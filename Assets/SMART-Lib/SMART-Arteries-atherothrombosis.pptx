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59" r:id="rId4"/>
  </p:sldMasterIdLst>
  <p:notesMasterIdLst>
    <p:notesMasterId r:id="rId33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  <p:sldId id="291" r:id="rId26"/>
    <p:sldId id="292" r:id="rId27"/>
    <p:sldId id="293" r:id="rId28"/>
    <p:sldId id="294" r:id="rId29"/>
    <p:sldId id="295" r:id="rId30"/>
    <p:sldId id="296" r:id="rId31"/>
    <p:sldId id="297" r:id="rId32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54E5F78-A6F5-4CC7-BD81-0AAEA3E05968}" v="3" dt="2024-11-27T14:21:50.728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958" autoAdjust="0"/>
    <p:restoredTop sz="94660"/>
  </p:normalViewPr>
  <p:slideViewPr>
    <p:cSldViewPr snapToGrid="0">
      <p:cViewPr varScale="1">
        <p:scale>
          <a:sx n="63" d="100"/>
          <a:sy n="63" d="100"/>
        </p:scale>
        <p:origin x="544" y="6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microsoft.com/office/2015/10/relationships/revisionInfo" Target="revisionInfo.xml"/><Relationship Id="rId21" Type="http://schemas.openxmlformats.org/officeDocument/2006/relationships/slide" Target="slides/slide17.xml"/><Relationship Id="rId34" Type="http://schemas.openxmlformats.org/officeDocument/2006/relationships/presProps" Target="pres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notesMaster" Target="notesMasters/notesMaster1.xml"/><Relationship Id="rId38" Type="http://schemas.microsoft.com/office/2016/11/relationships/changesInfo" Target="changesInfos/changesInfo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viewProps" Target="viewProps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754E5F78-A6F5-4CC7-BD81-0AAEA3E05968}"/>
    <pc:docChg chg="custSel modSld modMainMaster">
      <pc:chgData name="LESUR Christophe SI" userId="a0bda02c-4e6d-4ba6-bae4-63d8a5b4dc4b" providerId="ADAL" clId="{754E5F78-A6F5-4CC7-BD81-0AAEA3E05968}" dt="2024-11-27T14:32:46.698" v="5" actId="2696"/>
      <pc:docMkLst>
        <pc:docMk/>
      </pc:docMkLst>
      <pc:sldChg chg="delSp modSp mod modClrScheme chgLayout">
        <pc:chgData name="LESUR Christophe SI" userId="a0bda02c-4e6d-4ba6-bae4-63d8a5b4dc4b" providerId="ADAL" clId="{754E5F78-A6F5-4CC7-BD81-0AAEA3E05968}" dt="2024-11-27T14:32:21.564" v="4" actId="700"/>
        <pc:sldMkLst>
          <pc:docMk/>
          <pc:sldMk cId="0" sldId="262"/>
        </pc:sldMkLst>
        <pc:spChg chg="del mod">
          <ac:chgData name="LESUR Christophe SI" userId="a0bda02c-4e6d-4ba6-bae4-63d8a5b4dc4b" providerId="ADAL" clId="{754E5F78-A6F5-4CC7-BD81-0AAEA3E05968}" dt="2024-11-27T14:32:21.564" v="4" actId="700"/>
          <ac:spMkLst>
            <pc:docMk/>
            <pc:sldMk cId="0" sldId="262"/>
            <ac:spMk id="3" creationId="{FF80524A-DF9F-482B-8D2E-3CAD70AC81DA}"/>
          </ac:spMkLst>
        </pc:spChg>
        <pc:spChg chg="mod ord">
          <ac:chgData name="LESUR Christophe SI" userId="a0bda02c-4e6d-4ba6-bae4-63d8a5b4dc4b" providerId="ADAL" clId="{754E5F78-A6F5-4CC7-BD81-0AAEA3E05968}" dt="2024-11-27T14:32:21.564" v="4" actId="700"/>
          <ac:spMkLst>
            <pc:docMk/>
            <pc:sldMk cId="0" sldId="262"/>
            <ac:spMk id="6146" creationId="{EBCD4B7E-0629-43FC-9DBF-96FFBB3F993E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72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72"/>
            <ac:spMk id="5122" creationId="{337DE9C8-141B-4F48-90D0-1C33B909FD98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73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73"/>
            <ac:spMk id="10242" creationId="{2E163B4B-4096-4644-97DA-299B6FD378B3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74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74"/>
            <ac:spMk id="12290" creationId="{C87665B0-B086-4F07-83F4-9929514CBB3D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75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75"/>
            <ac:spMk id="15362" creationId="{4C4362C1-859B-44C5-B7AE-1398E23E153F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76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76"/>
            <ac:spMk id="18434" creationId="{D950921B-0DCB-4EB0-875F-41D78D709098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77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77"/>
            <ac:spMk id="19458" creationId="{7A739659-2A4C-4609-80D9-3635F08E4ABA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78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78"/>
            <ac:spMk id="20482" creationId="{AB7E687B-CB56-465A-97D8-8A7A94FE9239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79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79"/>
            <ac:spMk id="26626" creationId="{014CD70B-F8F9-480E-831B-EDC7E661EE0D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80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80"/>
            <ac:spMk id="27650" creationId="{774EE8ED-B555-4104-965F-C134CF93AC04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81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81"/>
            <ac:spMk id="28674" creationId="{E90B6AA7-4DE8-4B8C-B6EA-60EA1420522F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82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82"/>
            <ac:spMk id="29698" creationId="{C72FCA33-0380-4A2A-A099-BA7F83C96956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83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83"/>
            <ac:spMk id="33794" creationId="{7910C9B2-437A-4717-9FA6-FB9AD363BF6F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84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84"/>
            <ac:spMk id="34818" creationId="{3D74AECD-3CF7-4C28-9D1A-6F93AADB0CC5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85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85"/>
            <ac:spMk id="37890" creationId="{BA8171F0-A9F1-481C-BCD5-E73BC7F3E607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86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86"/>
            <ac:spMk id="43010" creationId="{CF7B0615-E28B-49EC-B0D4-0B5917676727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87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87"/>
            <ac:spMk id="48130" creationId="{D5541E92-D7F2-408C-BC23-1F93E34F3DA6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88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88"/>
            <ac:spMk id="49154" creationId="{A6347DBB-2FB7-4CA3-BF96-982014059C90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89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89"/>
            <ac:spMk id="50178" creationId="{4BC03014-A008-458D-B16E-182F63633790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90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90"/>
            <ac:spMk id="51202" creationId="{CF3BA6BC-93A5-4E33-A8DD-407DA4E80051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91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91"/>
            <ac:spMk id="52226" creationId="{107F822B-4DEC-4A64-B504-428A8B61F085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92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92"/>
            <ac:spMk id="53250" creationId="{89631BEF-384E-4CDD-AE73-935BB89099FC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93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93"/>
            <ac:spMk id="54274" creationId="{C6E4DCCB-8DE4-45EC-B036-62060FF2F3AB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94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94"/>
            <ac:spMk id="55299" creationId="{C7C77432-788C-4B4C-9478-7D2436374B1E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95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95"/>
            <ac:spMk id="56322" creationId="{3D48B378-7553-496E-A6A6-2771F6D478F2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96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96"/>
            <ac:spMk id="57346" creationId="{7CE93088-1A49-4965-BE1D-200940D5368B}"/>
          </ac:spMkLst>
        </pc:spChg>
      </pc:sldChg>
      <pc:sldChg chg="modSp">
        <pc:chgData name="LESUR Christophe SI" userId="a0bda02c-4e6d-4ba6-bae4-63d8a5b4dc4b" providerId="ADAL" clId="{754E5F78-A6F5-4CC7-BD81-0AAEA3E05968}" dt="2024-11-27T14:32:15.358" v="3"/>
        <pc:sldMkLst>
          <pc:docMk/>
          <pc:sldMk cId="0" sldId="297"/>
        </pc:sldMkLst>
        <pc:spChg chg="mod">
          <ac:chgData name="LESUR Christophe SI" userId="a0bda02c-4e6d-4ba6-bae4-63d8a5b4dc4b" providerId="ADAL" clId="{754E5F78-A6F5-4CC7-BD81-0AAEA3E05968}" dt="2024-11-27T14:32:15.358" v="3"/>
          <ac:spMkLst>
            <pc:docMk/>
            <pc:sldMk cId="0" sldId="297"/>
            <ac:spMk id="58370" creationId="{ADBA0B62-EB11-4FBF-A82A-ED38803E1A47}"/>
          </ac:spMkLst>
        </pc:spChg>
      </pc:sldChg>
      <pc:sldMasterChg chg="modSldLayout">
        <pc:chgData name="LESUR Christophe SI" userId="a0bda02c-4e6d-4ba6-bae4-63d8a5b4dc4b" providerId="ADAL" clId="{754E5F78-A6F5-4CC7-BD81-0AAEA3E05968}" dt="2024-11-27T14:21:12.083" v="0"/>
        <pc:sldMasterMkLst>
          <pc:docMk/>
          <pc:sldMasterMk cId="3761542240" sldId="2147483738"/>
        </pc:sldMasterMkLst>
        <pc:sldLayoutChg chg="delSp">
          <pc:chgData name="LESUR Christophe SI" userId="a0bda02c-4e6d-4ba6-bae4-63d8a5b4dc4b" providerId="ADAL" clId="{754E5F78-A6F5-4CC7-BD81-0AAEA3E05968}" dt="2024-11-27T14:21:12.083" v="0"/>
          <pc:sldLayoutMkLst>
            <pc:docMk/>
            <pc:sldMasterMk cId="3761542240" sldId="2147483738"/>
            <pc:sldLayoutMk cId="3578857416" sldId="2147483742"/>
          </pc:sldLayoutMkLst>
          <pc:spChg chg="del">
            <ac:chgData name="LESUR Christophe SI" userId="a0bda02c-4e6d-4ba6-bae4-63d8a5b4dc4b" providerId="ADAL" clId="{754E5F78-A6F5-4CC7-BD81-0AAEA3E05968}" dt="2024-11-27T14:21:12.083" v="0"/>
            <ac:spMkLst>
              <pc:docMk/>
              <pc:sldMasterMk cId="3761542240" sldId="2147483738"/>
              <pc:sldLayoutMk cId="3578857416" sldId="2147483742"/>
              <ac:spMk id="4" creationId="{247C23B6-367C-4025-8F82-69CA097654E2}"/>
            </ac:spMkLst>
          </pc:spChg>
        </pc:sldLayoutChg>
      </pc:sldMasterChg>
      <pc:sldMasterChg chg="delSldLayout modSldLayout">
        <pc:chgData name="LESUR Christophe SI" userId="a0bda02c-4e6d-4ba6-bae4-63d8a5b4dc4b" providerId="ADAL" clId="{754E5F78-A6F5-4CC7-BD81-0AAEA3E05968}" dt="2024-11-27T14:32:46.698" v="5" actId="2696"/>
        <pc:sldMasterMkLst>
          <pc:docMk/>
          <pc:sldMasterMk cId="3326177496" sldId="2147483759"/>
        </pc:sldMasterMkLst>
        <pc:sldLayoutChg chg="delSp del">
          <pc:chgData name="LESUR Christophe SI" userId="a0bda02c-4e6d-4ba6-bae4-63d8a5b4dc4b" providerId="ADAL" clId="{754E5F78-A6F5-4CC7-BD81-0AAEA3E05968}" dt="2024-11-27T14:32:46.698" v="5" actId="2696"/>
          <pc:sldLayoutMkLst>
            <pc:docMk/>
            <pc:sldMasterMk cId="3326177496" sldId="2147483759"/>
            <pc:sldLayoutMk cId="1329520411" sldId="2147483763"/>
          </pc:sldLayoutMkLst>
          <pc:spChg chg="del">
            <ac:chgData name="LESUR Christophe SI" userId="a0bda02c-4e6d-4ba6-bae4-63d8a5b4dc4b" providerId="ADAL" clId="{754E5F78-A6F5-4CC7-BD81-0AAEA3E05968}" dt="2024-11-27T14:32:15.358" v="3"/>
            <ac:spMkLst>
              <pc:docMk/>
              <pc:sldMasterMk cId="3326177496" sldId="2147483759"/>
              <pc:sldLayoutMk cId="1329520411" sldId="2147483763"/>
              <ac:spMk id="4" creationId="{81FD9D12-404C-4396-8700-B593601B6EC5}"/>
            </ac:spMkLst>
          </pc:spChg>
          <pc:picChg chg="del">
            <ac:chgData name="LESUR Christophe SI" userId="a0bda02c-4e6d-4ba6-bae4-63d8a5b4dc4b" providerId="ADAL" clId="{754E5F78-A6F5-4CC7-BD81-0AAEA3E05968}" dt="2024-11-27T14:32:15.358" v="3"/>
            <ac:picMkLst>
              <pc:docMk/>
              <pc:sldMasterMk cId="3326177496" sldId="2147483759"/>
              <pc:sldLayoutMk cId="1329520411" sldId="2147483763"/>
              <ac:picMk id="6" creationId="{302CD9BE-4CCB-4D6F-9157-A6EFF9D51E77}"/>
            </ac:picMkLst>
          </pc:pic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E44C0C3-0770-4455-B0C6-EE51040200D2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F636385-E5F2-4006-A198-36901CE29A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34963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Espace réservé de l'image des diapositives 1">
            <a:extLst>
              <a:ext uri="{FF2B5EF4-FFF2-40B4-BE49-F238E27FC236}">
                <a16:creationId xmlns:a16="http://schemas.microsoft.com/office/drawing/2014/main" id="{9751BC15-A86B-400D-BAF7-ED7CF93F566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6866" name="Espace réservé des commentaires 2">
            <a:extLst>
              <a:ext uri="{FF2B5EF4-FFF2-40B4-BE49-F238E27FC236}">
                <a16:creationId xmlns:a16="http://schemas.microsoft.com/office/drawing/2014/main" id="{7A46C324-31C7-4FCB-A94E-4B9F959E1814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36867" name="Espace réservé du numéro de diapositive 3">
            <a:extLst>
              <a:ext uri="{FF2B5EF4-FFF2-40B4-BE49-F238E27FC236}">
                <a16:creationId xmlns:a16="http://schemas.microsoft.com/office/drawing/2014/main" id="{F2C62485-E9C3-4626-8F72-4BF4F9228B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612D32B6-E91F-41E6-8DFD-EDE7C54278D6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7167588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2959909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9496435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61774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0" r:id="rId1"/>
    <p:sldLayoutId id="2147483761" r:id="rId2"/>
    <p:sldLayoutId id="2147483762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3137008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EBCD4B7E-0629-43FC-9DBF-96FFBB3F99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>
            <a:normAutofit/>
          </a:bodyPr>
          <a:lstStyle/>
          <a:p>
            <a:pPr algn="ctr">
              <a:defRPr/>
            </a:pPr>
            <a:r>
              <a:rPr lang="fr-FR" sz="6000" b="0" dirty="0" err="1"/>
              <a:t>Arteries</a:t>
            </a:r>
            <a:r>
              <a:rPr lang="fr-FR" sz="6000" b="0" dirty="0"/>
              <a:t> - </a:t>
            </a:r>
            <a:r>
              <a:rPr lang="fr-FR" sz="6000" b="0" dirty="0" err="1"/>
              <a:t>Atherosclerosis</a:t>
            </a:r>
            <a:endParaRPr lang="fr-FR" sz="6000" b="0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337DE9C8-141B-4F48-90D0-1C33B909FD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Atheroma (1)</a:t>
            </a:r>
          </a:p>
        </p:txBody>
      </p:sp>
      <p:grpSp>
        <p:nvGrpSpPr>
          <p:cNvPr id="37890" name="artery-cross-section-atheroma-plaque">
            <a:extLst>
              <a:ext uri="{FF2B5EF4-FFF2-40B4-BE49-F238E27FC236}">
                <a16:creationId xmlns:a16="http://schemas.microsoft.com/office/drawing/2014/main" id="{C4ADA190-A30E-4B38-96F1-B197B0DE488B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81400"/>
            <a:ext cx="2052638" cy="2184400"/>
            <a:chOff x="3648" y="2403"/>
            <a:chExt cx="1293" cy="1376"/>
          </a:xfrm>
        </p:grpSpPr>
        <p:sp>
          <p:nvSpPr>
            <p:cNvPr id="100454" name="Oval 3808">
              <a:extLst>
                <a:ext uri="{FF2B5EF4-FFF2-40B4-BE49-F238E27FC236}">
                  <a16:creationId xmlns:a16="http://schemas.microsoft.com/office/drawing/2014/main" id="{DE096368-3D0E-4030-AE35-BF5DC41FD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2403"/>
              <a:ext cx="1293" cy="1376"/>
            </a:xfrm>
            <a:prstGeom prst="ellipse">
              <a:avLst/>
            </a:pr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0455" name="Oval 3809">
              <a:extLst>
                <a:ext uri="{FF2B5EF4-FFF2-40B4-BE49-F238E27FC236}">
                  <a16:creationId xmlns:a16="http://schemas.microsoft.com/office/drawing/2014/main" id="{96D2CDCC-A56F-4829-934E-BBDA5F420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451"/>
              <a:ext cx="1203" cy="1282"/>
            </a:xfrm>
            <a:prstGeom prst="ellipse">
              <a:avLst/>
            </a:pr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0456" name="Freeform 3810">
              <a:extLst>
                <a:ext uri="{FF2B5EF4-FFF2-40B4-BE49-F238E27FC236}">
                  <a16:creationId xmlns:a16="http://schemas.microsoft.com/office/drawing/2014/main" id="{365CF56E-B5E9-4066-B81C-CD9CF8B2A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552"/>
              <a:ext cx="947" cy="1045"/>
            </a:xfrm>
            <a:custGeom>
              <a:avLst/>
              <a:gdLst>
                <a:gd name="T0" fmla="*/ 0 w 379"/>
                <a:gd name="T1" fmla="*/ 3823 h 392"/>
                <a:gd name="T2" fmla="*/ 887 w 379"/>
                <a:gd name="T3" fmla="*/ 946 h 392"/>
                <a:gd name="T4" fmla="*/ 2933 w 379"/>
                <a:gd name="T5" fmla="*/ 0 h 392"/>
                <a:gd name="T6" fmla="*/ 4945 w 379"/>
                <a:gd name="T7" fmla="*/ 776 h 392"/>
                <a:gd name="T8" fmla="*/ 5912 w 379"/>
                <a:gd name="T9" fmla="*/ 3823 h 392"/>
                <a:gd name="T10" fmla="*/ 2946 w 379"/>
                <a:gd name="T11" fmla="*/ 7427 h 392"/>
                <a:gd name="T12" fmla="*/ 0 w 379"/>
                <a:gd name="T13" fmla="*/ 3823 h 3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9" h="392">
                  <a:moveTo>
                    <a:pt x="0" y="202"/>
                  </a:moveTo>
                  <a:cubicBezTo>
                    <a:pt x="0" y="147"/>
                    <a:pt x="19" y="88"/>
                    <a:pt x="57" y="50"/>
                  </a:cubicBezTo>
                  <a:cubicBezTo>
                    <a:pt x="90" y="15"/>
                    <a:pt x="139" y="0"/>
                    <a:pt x="188" y="0"/>
                  </a:cubicBezTo>
                  <a:cubicBezTo>
                    <a:pt x="233" y="0"/>
                    <a:pt x="284" y="12"/>
                    <a:pt x="317" y="41"/>
                  </a:cubicBezTo>
                  <a:cubicBezTo>
                    <a:pt x="361" y="79"/>
                    <a:pt x="379" y="142"/>
                    <a:pt x="379" y="202"/>
                  </a:cubicBezTo>
                  <a:cubicBezTo>
                    <a:pt x="379" y="307"/>
                    <a:pt x="294" y="392"/>
                    <a:pt x="189" y="392"/>
                  </a:cubicBezTo>
                  <a:cubicBezTo>
                    <a:pt x="85" y="392"/>
                    <a:pt x="0" y="307"/>
                    <a:pt x="0" y="202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7" name="Freeform 3811">
              <a:extLst>
                <a:ext uri="{FF2B5EF4-FFF2-40B4-BE49-F238E27FC236}">
                  <a16:creationId xmlns:a16="http://schemas.microsoft.com/office/drawing/2014/main" id="{A303111A-977D-4218-A55B-EEB633062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861"/>
              <a:ext cx="893" cy="707"/>
            </a:xfrm>
            <a:custGeom>
              <a:avLst/>
              <a:gdLst>
                <a:gd name="T0" fmla="*/ 5588 w 357"/>
                <a:gd name="T1" fmla="*/ 1630 h 265"/>
                <a:gd name="T2" fmla="*/ 5088 w 357"/>
                <a:gd name="T3" fmla="*/ 136 h 265"/>
                <a:gd name="T4" fmla="*/ 4285 w 357"/>
                <a:gd name="T5" fmla="*/ 398 h 265"/>
                <a:gd name="T6" fmla="*/ 4130 w 357"/>
                <a:gd name="T7" fmla="*/ 606 h 265"/>
                <a:gd name="T8" fmla="*/ 2679 w 357"/>
                <a:gd name="T9" fmla="*/ 1686 h 265"/>
                <a:gd name="T10" fmla="*/ 1521 w 357"/>
                <a:gd name="T11" fmla="*/ 1331 h 265"/>
                <a:gd name="T12" fmla="*/ 188 w 357"/>
                <a:gd name="T13" fmla="*/ 1118 h 265"/>
                <a:gd name="T14" fmla="*/ 0 w 357"/>
                <a:gd name="T15" fmla="*/ 1630 h 265"/>
                <a:gd name="T16" fmla="*/ 0 w 357"/>
                <a:gd name="T17" fmla="*/ 1630 h 265"/>
                <a:gd name="T18" fmla="*/ 2784 w 357"/>
                <a:gd name="T19" fmla="*/ 5032 h 265"/>
                <a:gd name="T20" fmla="*/ 5588 w 357"/>
                <a:gd name="T21" fmla="*/ 1630 h 2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7" h="265">
                  <a:moveTo>
                    <a:pt x="357" y="86"/>
                  </a:moveTo>
                  <a:cubicBezTo>
                    <a:pt x="357" y="43"/>
                    <a:pt x="346" y="16"/>
                    <a:pt x="325" y="7"/>
                  </a:cubicBezTo>
                  <a:cubicBezTo>
                    <a:pt x="307" y="0"/>
                    <a:pt x="286" y="9"/>
                    <a:pt x="274" y="21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46" y="53"/>
                    <a:pt x="214" y="89"/>
                    <a:pt x="171" y="89"/>
                  </a:cubicBezTo>
                  <a:cubicBezTo>
                    <a:pt x="150" y="89"/>
                    <a:pt x="123" y="79"/>
                    <a:pt x="97" y="70"/>
                  </a:cubicBezTo>
                  <a:cubicBezTo>
                    <a:pt x="61" y="57"/>
                    <a:pt x="30" y="46"/>
                    <a:pt x="12" y="59"/>
                  </a:cubicBezTo>
                  <a:cubicBezTo>
                    <a:pt x="4" y="65"/>
                    <a:pt x="0" y="7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185"/>
                    <a:pt x="80" y="265"/>
                    <a:pt x="178" y="265"/>
                  </a:cubicBezTo>
                  <a:cubicBezTo>
                    <a:pt x="277" y="265"/>
                    <a:pt x="357" y="185"/>
                    <a:pt x="357" y="86"/>
                  </a:cubicBezTo>
                  <a:close/>
                </a:path>
              </a:pathLst>
            </a:custGeom>
            <a:solidFill>
              <a:srgbClr val="B7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8" name="Freeform 3812">
              <a:extLst>
                <a:ext uri="{FF2B5EF4-FFF2-40B4-BE49-F238E27FC236}">
                  <a16:creationId xmlns:a16="http://schemas.microsoft.com/office/drawing/2014/main" id="{81A67DDE-7E09-4DBC-8899-3883125E2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853"/>
              <a:ext cx="833" cy="683"/>
            </a:xfrm>
            <a:custGeom>
              <a:avLst/>
              <a:gdLst>
                <a:gd name="T0" fmla="*/ 0 w 333"/>
                <a:gd name="T1" fmla="*/ 1686 h 256"/>
                <a:gd name="T2" fmla="*/ 2597 w 333"/>
                <a:gd name="T3" fmla="*/ 4861 h 256"/>
                <a:gd name="T4" fmla="*/ 5213 w 333"/>
                <a:gd name="T5" fmla="*/ 1686 h 256"/>
                <a:gd name="T6" fmla="*/ 4243 w 333"/>
                <a:gd name="T7" fmla="*/ 606 h 256"/>
                <a:gd name="T8" fmla="*/ 2491 w 333"/>
                <a:gd name="T9" fmla="*/ 1972 h 256"/>
                <a:gd name="T10" fmla="*/ 0 w 333"/>
                <a:gd name="T11" fmla="*/ 1686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3" h="256">
                  <a:moveTo>
                    <a:pt x="0" y="89"/>
                  </a:moveTo>
                  <a:cubicBezTo>
                    <a:pt x="0" y="181"/>
                    <a:pt x="74" y="256"/>
                    <a:pt x="166" y="256"/>
                  </a:cubicBezTo>
                  <a:cubicBezTo>
                    <a:pt x="259" y="256"/>
                    <a:pt x="333" y="181"/>
                    <a:pt x="333" y="89"/>
                  </a:cubicBezTo>
                  <a:cubicBezTo>
                    <a:pt x="333" y="0"/>
                    <a:pt x="287" y="16"/>
                    <a:pt x="271" y="32"/>
                  </a:cubicBezTo>
                  <a:cubicBezTo>
                    <a:pt x="255" y="48"/>
                    <a:pt x="217" y="104"/>
                    <a:pt x="159" y="104"/>
                  </a:cubicBezTo>
                  <a:cubicBezTo>
                    <a:pt x="100" y="104"/>
                    <a:pt x="0" y="35"/>
                    <a:pt x="0" y="89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9" name="Freeform 3813">
              <a:extLst>
                <a:ext uri="{FF2B5EF4-FFF2-40B4-BE49-F238E27FC236}">
                  <a16:creationId xmlns:a16="http://schemas.microsoft.com/office/drawing/2014/main" id="{2BE93132-0F00-4AF9-B77F-7BEA16714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861"/>
              <a:ext cx="197" cy="179"/>
            </a:xfrm>
            <a:custGeom>
              <a:avLst/>
              <a:gdLst>
                <a:gd name="T0" fmla="*/ 279 w 79"/>
                <a:gd name="T1" fmla="*/ 550 h 67"/>
                <a:gd name="T2" fmla="*/ 0 w 79"/>
                <a:gd name="T3" fmla="*/ 935 h 67"/>
                <a:gd name="T4" fmla="*/ 1224 w 79"/>
                <a:gd name="T5" fmla="*/ 1277 h 67"/>
                <a:gd name="T6" fmla="*/ 279 w 79"/>
                <a:gd name="T7" fmla="*/ 55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67">
                  <a:moveTo>
                    <a:pt x="18" y="29"/>
                  </a:moveTo>
                  <a:cubicBezTo>
                    <a:pt x="13" y="33"/>
                    <a:pt x="7" y="41"/>
                    <a:pt x="0" y="49"/>
                  </a:cubicBezTo>
                  <a:cubicBezTo>
                    <a:pt x="37" y="22"/>
                    <a:pt x="67" y="34"/>
                    <a:pt x="79" y="67"/>
                  </a:cubicBezTo>
                  <a:cubicBezTo>
                    <a:pt x="73" y="0"/>
                    <a:pt x="32" y="14"/>
                    <a:pt x="18" y="29"/>
                  </a:cubicBezTo>
                  <a:close/>
                </a:path>
              </a:pathLst>
            </a:custGeom>
            <a:solidFill>
              <a:srgbClr val="A22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0" name="Freeform 3814">
              <a:extLst>
                <a:ext uri="{FF2B5EF4-FFF2-40B4-BE49-F238E27FC236}">
                  <a16:creationId xmlns:a16="http://schemas.microsoft.com/office/drawing/2014/main" id="{5B12FF4A-F93E-49A8-A0D8-9C6B5FEE0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3016"/>
              <a:ext cx="150" cy="163"/>
            </a:xfrm>
            <a:custGeom>
              <a:avLst/>
              <a:gdLst>
                <a:gd name="T0" fmla="*/ 0 w 60"/>
                <a:gd name="T1" fmla="*/ 534 h 61"/>
                <a:gd name="T2" fmla="*/ 50 w 60"/>
                <a:gd name="T3" fmla="*/ 1165 h 61"/>
                <a:gd name="T4" fmla="*/ 500 w 60"/>
                <a:gd name="T5" fmla="*/ 436 h 61"/>
                <a:gd name="T6" fmla="*/ 938 w 60"/>
                <a:gd name="T7" fmla="*/ 307 h 61"/>
                <a:gd name="T8" fmla="*/ 0 w 60"/>
                <a:gd name="T9" fmla="*/ 53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1">
                  <a:moveTo>
                    <a:pt x="0" y="28"/>
                  </a:moveTo>
                  <a:cubicBezTo>
                    <a:pt x="0" y="39"/>
                    <a:pt x="1" y="50"/>
                    <a:pt x="3" y="61"/>
                  </a:cubicBezTo>
                  <a:cubicBezTo>
                    <a:pt x="5" y="43"/>
                    <a:pt x="15" y="31"/>
                    <a:pt x="32" y="23"/>
                  </a:cubicBezTo>
                  <a:cubicBezTo>
                    <a:pt x="38" y="20"/>
                    <a:pt x="51" y="19"/>
                    <a:pt x="60" y="16"/>
                  </a:cubicBezTo>
                  <a:cubicBezTo>
                    <a:pt x="27" y="5"/>
                    <a:pt x="0" y="0"/>
                    <a:pt x="0" y="28"/>
                  </a:cubicBezTo>
                  <a:close/>
                </a:path>
              </a:pathLst>
            </a:custGeom>
            <a:solidFill>
              <a:srgbClr val="A22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1" name="Freeform 3815">
              <a:extLst>
                <a:ext uri="{FF2B5EF4-FFF2-40B4-BE49-F238E27FC236}">
                  <a16:creationId xmlns:a16="http://schemas.microsoft.com/office/drawing/2014/main" id="{C393D8B3-4B09-4F63-BC6D-0F6E8CB08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773"/>
              <a:ext cx="15" cy="27"/>
            </a:xfrm>
            <a:custGeom>
              <a:avLst/>
              <a:gdLst>
                <a:gd name="T0" fmla="*/ 83 w 6"/>
                <a:gd name="T1" fmla="*/ 0 h 10"/>
                <a:gd name="T2" fmla="*/ 83 w 6"/>
                <a:gd name="T3" fmla="*/ 116 h 10"/>
                <a:gd name="T4" fmla="*/ 20 w 6"/>
                <a:gd name="T5" fmla="*/ 197 h 10"/>
                <a:gd name="T6" fmla="*/ 20 w 6"/>
                <a:gd name="T7" fmla="*/ 81 h 10"/>
                <a:gd name="T8" fmla="*/ 83 w 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5" y="0"/>
                  </a:moveTo>
                  <a:cubicBezTo>
                    <a:pt x="6" y="1"/>
                    <a:pt x="6" y="3"/>
                    <a:pt x="5" y="6"/>
                  </a:cubicBezTo>
                  <a:cubicBezTo>
                    <a:pt x="3" y="8"/>
                    <a:pt x="1" y="10"/>
                    <a:pt x="1" y="10"/>
                  </a:cubicBezTo>
                  <a:cubicBezTo>
                    <a:pt x="0" y="9"/>
                    <a:pt x="0" y="7"/>
                    <a:pt x="1" y="4"/>
                  </a:cubicBezTo>
                  <a:cubicBezTo>
                    <a:pt x="3" y="2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2" name="Freeform 3816">
              <a:extLst>
                <a:ext uri="{FF2B5EF4-FFF2-40B4-BE49-F238E27FC236}">
                  <a16:creationId xmlns:a16="http://schemas.microsoft.com/office/drawing/2014/main" id="{584B9839-1143-49D1-9843-1681D62A2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507"/>
              <a:ext cx="23" cy="18"/>
            </a:xfrm>
            <a:custGeom>
              <a:avLst/>
              <a:gdLst>
                <a:gd name="T0" fmla="*/ 151 w 9"/>
                <a:gd name="T1" fmla="*/ 21 h 7"/>
                <a:gd name="T2" fmla="*/ 84 w 9"/>
                <a:gd name="T3" fmla="*/ 85 h 7"/>
                <a:gd name="T4" fmla="*/ 0 w 9"/>
                <a:gd name="T5" fmla="*/ 100 h 7"/>
                <a:gd name="T6" fmla="*/ 51 w 9"/>
                <a:gd name="T7" fmla="*/ 33 h 7"/>
                <a:gd name="T8" fmla="*/ 151 w 9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1"/>
                  </a:moveTo>
                  <a:cubicBezTo>
                    <a:pt x="9" y="2"/>
                    <a:pt x="8" y="4"/>
                    <a:pt x="5" y="5"/>
                  </a:cubicBezTo>
                  <a:cubicBezTo>
                    <a:pt x="3" y="7"/>
                    <a:pt x="1" y="7"/>
                    <a:pt x="0" y="6"/>
                  </a:cubicBezTo>
                  <a:cubicBezTo>
                    <a:pt x="0" y="5"/>
                    <a:pt x="1" y="4"/>
                    <a:pt x="3" y="2"/>
                  </a:cubicBezTo>
                  <a:cubicBezTo>
                    <a:pt x="6" y="0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3" name="Freeform 3817">
              <a:extLst>
                <a:ext uri="{FF2B5EF4-FFF2-40B4-BE49-F238E27FC236}">
                  <a16:creationId xmlns:a16="http://schemas.microsoft.com/office/drawing/2014/main" id="{B2F5B0D1-B1B3-411F-B36A-A68F65055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427"/>
              <a:ext cx="25" cy="10"/>
            </a:xfrm>
            <a:custGeom>
              <a:avLst/>
              <a:gdLst>
                <a:gd name="T0" fmla="*/ 158 w 10"/>
                <a:gd name="T1" fmla="*/ 33 h 4"/>
                <a:gd name="T2" fmla="*/ 83 w 10"/>
                <a:gd name="T3" fmla="*/ 63 h 4"/>
                <a:gd name="T4" fmla="*/ 0 w 10"/>
                <a:gd name="T5" fmla="*/ 33 h 4"/>
                <a:gd name="T6" fmla="*/ 83 w 10"/>
                <a:gd name="T7" fmla="*/ 0 h 4"/>
                <a:gd name="T8" fmla="*/ 158 w 10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3"/>
                    <a:pt x="8" y="4"/>
                    <a:pt x="5" y="4"/>
                  </a:cubicBezTo>
                  <a:cubicBezTo>
                    <a:pt x="2" y="3"/>
                    <a:pt x="0" y="3"/>
                    <a:pt x="0" y="2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4" name="Freeform 3818">
              <a:extLst>
                <a:ext uri="{FF2B5EF4-FFF2-40B4-BE49-F238E27FC236}">
                  <a16:creationId xmlns:a16="http://schemas.microsoft.com/office/drawing/2014/main" id="{14ED28B4-E377-49EE-B17B-68537DF80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544"/>
              <a:ext cx="25" cy="19"/>
            </a:xfrm>
            <a:custGeom>
              <a:avLst/>
              <a:gdLst>
                <a:gd name="T0" fmla="*/ 158 w 10"/>
                <a:gd name="T1" fmla="*/ 117 h 7"/>
                <a:gd name="T2" fmla="*/ 83 w 10"/>
                <a:gd name="T3" fmla="*/ 103 h 7"/>
                <a:gd name="T4" fmla="*/ 20 w 10"/>
                <a:gd name="T5" fmla="*/ 22 h 7"/>
                <a:gd name="T6" fmla="*/ 95 w 10"/>
                <a:gd name="T7" fmla="*/ 38 h 7"/>
                <a:gd name="T8" fmla="*/ 158 w 10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6"/>
                  </a:moveTo>
                  <a:cubicBezTo>
                    <a:pt x="10" y="7"/>
                    <a:pt x="7" y="7"/>
                    <a:pt x="5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4" y="1"/>
                    <a:pt x="6" y="2"/>
                  </a:cubicBezTo>
                  <a:cubicBezTo>
                    <a:pt x="9" y="3"/>
                    <a:pt x="10" y="5"/>
                    <a:pt x="10" y="6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5" name="Freeform 3819">
              <a:extLst>
                <a:ext uri="{FF2B5EF4-FFF2-40B4-BE49-F238E27FC236}">
                  <a16:creationId xmlns:a16="http://schemas.microsoft.com/office/drawing/2014/main" id="{0C6A5E08-481C-456C-B04C-D856310DC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829"/>
              <a:ext cx="15" cy="27"/>
            </a:xfrm>
            <a:custGeom>
              <a:avLst/>
              <a:gdLst>
                <a:gd name="T0" fmla="*/ 83 w 6"/>
                <a:gd name="T1" fmla="*/ 197 h 10"/>
                <a:gd name="T2" fmla="*/ 20 w 6"/>
                <a:gd name="T3" fmla="*/ 116 h 10"/>
                <a:gd name="T4" fmla="*/ 20 w 6"/>
                <a:gd name="T5" fmla="*/ 0 h 10"/>
                <a:gd name="T6" fmla="*/ 83 w 6"/>
                <a:gd name="T7" fmla="*/ 103 h 10"/>
                <a:gd name="T8" fmla="*/ 83 w 6"/>
                <a:gd name="T9" fmla="*/ 19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5" y="10"/>
                  </a:moveTo>
                  <a:cubicBezTo>
                    <a:pt x="4" y="10"/>
                    <a:pt x="2" y="9"/>
                    <a:pt x="1" y="6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4" y="2"/>
                    <a:pt x="5" y="5"/>
                  </a:cubicBezTo>
                  <a:cubicBezTo>
                    <a:pt x="6" y="7"/>
                    <a:pt x="6" y="10"/>
                    <a:pt x="5" y="1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6" name="Freeform 3820">
              <a:extLst>
                <a:ext uri="{FF2B5EF4-FFF2-40B4-BE49-F238E27FC236}">
                  <a16:creationId xmlns:a16="http://schemas.microsoft.com/office/drawing/2014/main" id="{2C3E9CCD-F6B7-4A68-A4E6-ABFE09DB3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160"/>
              <a:ext cx="10" cy="29"/>
            </a:xfrm>
            <a:custGeom>
              <a:avLst/>
              <a:gdLst>
                <a:gd name="T0" fmla="*/ 20 w 4"/>
                <a:gd name="T1" fmla="*/ 200 h 11"/>
                <a:gd name="T2" fmla="*/ 0 w 4"/>
                <a:gd name="T3" fmla="*/ 90 h 11"/>
                <a:gd name="T4" fmla="*/ 33 w 4"/>
                <a:gd name="T5" fmla="*/ 0 h 11"/>
                <a:gd name="T6" fmla="*/ 63 w 4"/>
                <a:gd name="T7" fmla="*/ 111 h 11"/>
                <a:gd name="T8" fmla="*/ 20 w 4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1" y="11"/>
                  </a:moveTo>
                  <a:cubicBezTo>
                    <a:pt x="0" y="11"/>
                    <a:pt x="0" y="8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3" y="1"/>
                    <a:pt x="4" y="3"/>
                    <a:pt x="4" y="6"/>
                  </a:cubicBezTo>
                  <a:cubicBezTo>
                    <a:pt x="3" y="9"/>
                    <a:pt x="2" y="11"/>
                    <a:pt x="1" y="1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7" name="Freeform 3821">
              <a:extLst>
                <a:ext uri="{FF2B5EF4-FFF2-40B4-BE49-F238E27FC236}">
                  <a16:creationId xmlns:a16="http://schemas.microsoft.com/office/drawing/2014/main" id="{BB1157A7-1B41-4898-8F59-D6FF2C203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3453"/>
              <a:ext cx="20" cy="24"/>
            </a:xfrm>
            <a:custGeom>
              <a:avLst/>
              <a:gdLst>
                <a:gd name="T0" fmla="*/ 20 w 8"/>
                <a:gd name="T1" fmla="*/ 171 h 9"/>
                <a:gd name="T2" fmla="*/ 50 w 8"/>
                <a:gd name="T3" fmla="*/ 56 h 9"/>
                <a:gd name="T4" fmla="*/ 113 w 8"/>
                <a:gd name="T5" fmla="*/ 0 h 9"/>
                <a:gd name="T6" fmla="*/ 95 w 8"/>
                <a:gd name="T7" fmla="*/ 115 h 9"/>
                <a:gd name="T8" fmla="*/ 20 w 8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9"/>
                  </a:moveTo>
                  <a:cubicBezTo>
                    <a:pt x="0" y="8"/>
                    <a:pt x="1" y="6"/>
                    <a:pt x="3" y="3"/>
                  </a:cubicBezTo>
                  <a:cubicBezTo>
                    <a:pt x="5" y="1"/>
                    <a:pt x="7" y="0"/>
                    <a:pt x="7" y="0"/>
                  </a:cubicBezTo>
                  <a:cubicBezTo>
                    <a:pt x="8" y="1"/>
                    <a:pt x="7" y="3"/>
                    <a:pt x="6" y="6"/>
                  </a:cubicBezTo>
                  <a:cubicBezTo>
                    <a:pt x="4" y="8"/>
                    <a:pt x="2" y="9"/>
                    <a:pt x="1" y="9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8" name="Freeform 3822">
              <a:extLst>
                <a:ext uri="{FF2B5EF4-FFF2-40B4-BE49-F238E27FC236}">
                  <a16:creationId xmlns:a16="http://schemas.microsoft.com/office/drawing/2014/main" id="{BB88C210-8C60-43CC-A2C6-A8003AB44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3667"/>
              <a:ext cx="25" cy="18"/>
            </a:xfrm>
            <a:custGeom>
              <a:avLst/>
              <a:gdLst>
                <a:gd name="T0" fmla="*/ 20 w 10"/>
                <a:gd name="T1" fmla="*/ 100 h 7"/>
                <a:gd name="T2" fmla="*/ 63 w 10"/>
                <a:gd name="T3" fmla="*/ 33 h 7"/>
                <a:gd name="T4" fmla="*/ 145 w 10"/>
                <a:gd name="T5" fmla="*/ 21 h 7"/>
                <a:gd name="T6" fmla="*/ 95 w 10"/>
                <a:gd name="T7" fmla="*/ 85 h 7"/>
                <a:gd name="T8" fmla="*/ 20 w 10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" y="6"/>
                  </a:moveTo>
                  <a:cubicBezTo>
                    <a:pt x="0" y="6"/>
                    <a:pt x="2" y="4"/>
                    <a:pt x="4" y="2"/>
                  </a:cubicBezTo>
                  <a:cubicBezTo>
                    <a:pt x="6" y="0"/>
                    <a:pt x="9" y="0"/>
                    <a:pt x="9" y="1"/>
                  </a:cubicBezTo>
                  <a:cubicBezTo>
                    <a:pt x="10" y="2"/>
                    <a:pt x="8" y="4"/>
                    <a:pt x="6" y="5"/>
                  </a:cubicBezTo>
                  <a:cubicBezTo>
                    <a:pt x="4" y="7"/>
                    <a:pt x="1" y="7"/>
                    <a:pt x="1" y="6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9" name="Freeform 3823">
              <a:extLst>
                <a:ext uri="{FF2B5EF4-FFF2-40B4-BE49-F238E27FC236}">
                  <a16:creationId xmlns:a16="http://schemas.microsoft.com/office/drawing/2014/main" id="{26F1B1E3-B10C-4CA1-9634-96E23D865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3750"/>
              <a:ext cx="25" cy="8"/>
            </a:xfrm>
            <a:custGeom>
              <a:avLst/>
              <a:gdLst>
                <a:gd name="T0" fmla="*/ 0 w 10"/>
                <a:gd name="T1" fmla="*/ 35 h 3"/>
                <a:gd name="T2" fmla="*/ 83 w 10"/>
                <a:gd name="T3" fmla="*/ 0 h 3"/>
                <a:gd name="T4" fmla="*/ 158 w 10"/>
                <a:gd name="T5" fmla="*/ 21 h 3"/>
                <a:gd name="T6" fmla="*/ 83 w 10"/>
                <a:gd name="T7" fmla="*/ 56 h 3"/>
                <a:gd name="T8" fmla="*/ 0 w 10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">
                  <a:moveTo>
                    <a:pt x="0" y="2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0"/>
                    <a:pt x="10" y="1"/>
                  </a:cubicBezTo>
                  <a:cubicBezTo>
                    <a:pt x="10" y="2"/>
                    <a:pt x="8" y="3"/>
                    <a:pt x="5" y="3"/>
                  </a:cubicBezTo>
                  <a:cubicBezTo>
                    <a:pt x="2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0" name="Freeform 3824">
              <a:extLst>
                <a:ext uri="{FF2B5EF4-FFF2-40B4-BE49-F238E27FC236}">
                  <a16:creationId xmlns:a16="http://schemas.microsoft.com/office/drawing/2014/main" id="{26B5165E-75CC-401F-A4E8-766296732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672"/>
              <a:ext cx="25" cy="19"/>
            </a:xfrm>
            <a:custGeom>
              <a:avLst/>
              <a:gdLst>
                <a:gd name="T0" fmla="*/ 0 w 10"/>
                <a:gd name="T1" fmla="*/ 22 h 7"/>
                <a:gd name="T2" fmla="*/ 95 w 10"/>
                <a:gd name="T3" fmla="*/ 38 h 7"/>
                <a:gd name="T4" fmla="*/ 158 w 10"/>
                <a:gd name="T5" fmla="*/ 117 h 7"/>
                <a:gd name="T6" fmla="*/ 63 w 10"/>
                <a:gd name="T7" fmla="*/ 103 h 7"/>
                <a:gd name="T8" fmla="*/ 0 w 10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1" y="0"/>
                    <a:pt x="3" y="1"/>
                    <a:pt x="6" y="2"/>
                  </a:cubicBezTo>
                  <a:cubicBezTo>
                    <a:pt x="8" y="3"/>
                    <a:pt x="10" y="5"/>
                    <a:pt x="10" y="6"/>
                  </a:cubicBezTo>
                  <a:cubicBezTo>
                    <a:pt x="9" y="7"/>
                    <a:pt x="7" y="6"/>
                    <a:pt x="4" y="5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1" name="Freeform 3825">
              <a:extLst>
                <a:ext uri="{FF2B5EF4-FFF2-40B4-BE49-F238E27FC236}">
                  <a16:creationId xmlns:a16="http://schemas.microsoft.com/office/drawing/2014/main" id="{7BD79E10-187A-40EC-A259-DF5BE26CF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483"/>
              <a:ext cx="22" cy="24"/>
            </a:xfrm>
            <a:custGeom>
              <a:avLst/>
              <a:gdLst>
                <a:gd name="T0" fmla="*/ 12 w 9"/>
                <a:gd name="T1" fmla="*/ 21 h 9"/>
                <a:gd name="T2" fmla="*/ 90 w 9"/>
                <a:gd name="T3" fmla="*/ 56 h 9"/>
                <a:gd name="T4" fmla="*/ 120 w 9"/>
                <a:gd name="T5" fmla="*/ 149 h 9"/>
                <a:gd name="T6" fmla="*/ 42 w 9"/>
                <a:gd name="T7" fmla="*/ 115 h 9"/>
                <a:gd name="T8" fmla="*/ 12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1"/>
                  </a:move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9" y="8"/>
                    <a:pt x="8" y="8"/>
                  </a:cubicBezTo>
                  <a:cubicBezTo>
                    <a:pt x="7" y="9"/>
                    <a:pt x="5" y="8"/>
                    <a:pt x="3" y="6"/>
                  </a:cubicBezTo>
                  <a:cubicBezTo>
                    <a:pt x="1" y="4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2" name="Freeform 3826">
              <a:extLst>
                <a:ext uri="{FF2B5EF4-FFF2-40B4-BE49-F238E27FC236}">
                  <a16:creationId xmlns:a16="http://schemas.microsoft.com/office/drawing/2014/main" id="{D9C4419D-3FD7-4BD6-AF85-D3A92DB61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192"/>
              <a:ext cx="10" cy="27"/>
            </a:xfrm>
            <a:custGeom>
              <a:avLst/>
              <a:gdLst>
                <a:gd name="T0" fmla="*/ 20 w 4"/>
                <a:gd name="T1" fmla="*/ 0 h 10"/>
                <a:gd name="T2" fmla="*/ 63 w 4"/>
                <a:gd name="T3" fmla="*/ 103 h 10"/>
                <a:gd name="T4" fmla="*/ 50 w 4"/>
                <a:gd name="T5" fmla="*/ 197 h 10"/>
                <a:gd name="T6" fmla="*/ 0 w 4"/>
                <a:gd name="T7" fmla="*/ 116 h 10"/>
                <a:gd name="T8" fmla="*/ 20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2" y="0"/>
                    <a:pt x="3" y="2"/>
                    <a:pt x="4" y="5"/>
                  </a:cubicBezTo>
                  <a:cubicBezTo>
                    <a:pt x="4" y="8"/>
                    <a:pt x="4" y="10"/>
                    <a:pt x="3" y="10"/>
                  </a:cubicBezTo>
                  <a:cubicBezTo>
                    <a:pt x="2" y="10"/>
                    <a:pt x="1" y="8"/>
                    <a:pt x="0" y="6"/>
                  </a:cubicBezTo>
                  <a:cubicBezTo>
                    <a:pt x="0" y="3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3" name="Freeform 3827">
              <a:extLst>
                <a:ext uri="{FF2B5EF4-FFF2-40B4-BE49-F238E27FC236}">
                  <a16:creationId xmlns:a16="http://schemas.microsoft.com/office/drawing/2014/main" id="{CB586B26-8A2D-4B49-A7C2-CD74288C3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603"/>
              <a:ext cx="330" cy="181"/>
            </a:xfrm>
            <a:custGeom>
              <a:avLst/>
              <a:gdLst>
                <a:gd name="T0" fmla="*/ 0 w 132"/>
                <a:gd name="T1" fmla="*/ 1283 h 68"/>
                <a:gd name="T2" fmla="*/ 333 w 132"/>
                <a:gd name="T3" fmla="*/ 772 h 68"/>
                <a:gd name="T4" fmla="*/ 720 w 132"/>
                <a:gd name="T5" fmla="*/ 453 h 68"/>
                <a:gd name="T6" fmla="*/ 1033 w 132"/>
                <a:gd name="T7" fmla="*/ 261 h 68"/>
                <a:gd name="T8" fmla="*/ 1300 w 132"/>
                <a:gd name="T9" fmla="*/ 93 h 68"/>
                <a:gd name="T10" fmla="*/ 1645 w 132"/>
                <a:gd name="T11" fmla="*/ 0 h 68"/>
                <a:gd name="T12" fmla="*/ 2063 w 132"/>
                <a:gd name="T13" fmla="*/ 0 h 68"/>
                <a:gd name="T14" fmla="*/ 1283 w 132"/>
                <a:gd name="T15" fmla="*/ 303 h 68"/>
                <a:gd name="T16" fmla="*/ 813 w 132"/>
                <a:gd name="T17" fmla="*/ 546 h 68"/>
                <a:gd name="T18" fmla="*/ 0 w 132"/>
                <a:gd name="T19" fmla="*/ 1283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68">
                  <a:moveTo>
                    <a:pt x="0" y="68"/>
                  </a:moveTo>
                  <a:cubicBezTo>
                    <a:pt x="10" y="54"/>
                    <a:pt x="8" y="53"/>
                    <a:pt x="21" y="41"/>
                  </a:cubicBezTo>
                  <a:cubicBezTo>
                    <a:pt x="34" y="30"/>
                    <a:pt x="34" y="30"/>
                    <a:pt x="46" y="24"/>
                  </a:cubicBezTo>
                  <a:cubicBezTo>
                    <a:pt x="59" y="18"/>
                    <a:pt x="57" y="18"/>
                    <a:pt x="66" y="14"/>
                  </a:cubicBezTo>
                  <a:cubicBezTo>
                    <a:pt x="75" y="9"/>
                    <a:pt x="75" y="8"/>
                    <a:pt x="83" y="5"/>
                  </a:cubicBezTo>
                  <a:cubicBezTo>
                    <a:pt x="91" y="3"/>
                    <a:pt x="94" y="0"/>
                    <a:pt x="105" y="0"/>
                  </a:cubicBezTo>
                  <a:cubicBezTo>
                    <a:pt x="117" y="0"/>
                    <a:pt x="120" y="0"/>
                    <a:pt x="132" y="0"/>
                  </a:cubicBezTo>
                  <a:cubicBezTo>
                    <a:pt x="111" y="1"/>
                    <a:pt x="96" y="7"/>
                    <a:pt x="82" y="16"/>
                  </a:cubicBezTo>
                  <a:cubicBezTo>
                    <a:pt x="68" y="25"/>
                    <a:pt x="63" y="23"/>
                    <a:pt x="52" y="29"/>
                  </a:cubicBezTo>
                  <a:cubicBezTo>
                    <a:pt x="42" y="34"/>
                    <a:pt x="18" y="42"/>
                    <a:pt x="0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4" name="Freeform 3828">
              <a:extLst>
                <a:ext uri="{FF2B5EF4-FFF2-40B4-BE49-F238E27FC236}">
                  <a16:creationId xmlns:a16="http://schemas.microsoft.com/office/drawing/2014/main" id="{72CAE2AF-B436-455C-9078-EAE8036D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915"/>
              <a:ext cx="317" cy="178"/>
            </a:xfrm>
            <a:custGeom>
              <a:avLst/>
              <a:gdLst>
                <a:gd name="T0" fmla="*/ 0 w 127"/>
                <a:gd name="T1" fmla="*/ 1087 h 67"/>
                <a:gd name="T2" fmla="*/ 1121 w 127"/>
                <a:gd name="T3" fmla="*/ 954 h 67"/>
                <a:gd name="T4" fmla="*/ 1974 w 127"/>
                <a:gd name="T5" fmla="*/ 0 h 67"/>
                <a:gd name="T6" fmla="*/ 1058 w 127"/>
                <a:gd name="T7" fmla="*/ 792 h 67"/>
                <a:gd name="T8" fmla="*/ 0 w 127"/>
                <a:gd name="T9" fmla="*/ 108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67">
                  <a:moveTo>
                    <a:pt x="0" y="58"/>
                  </a:moveTo>
                  <a:cubicBezTo>
                    <a:pt x="23" y="62"/>
                    <a:pt x="50" y="67"/>
                    <a:pt x="72" y="51"/>
                  </a:cubicBezTo>
                  <a:cubicBezTo>
                    <a:pt x="96" y="33"/>
                    <a:pt x="123" y="1"/>
                    <a:pt x="127" y="0"/>
                  </a:cubicBezTo>
                  <a:cubicBezTo>
                    <a:pt x="115" y="8"/>
                    <a:pt x="80" y="34"/>
                    <a:pt x="68" y="42"/>
                  </a:cubicBezTo>
                  <a:cubicBezTo>
                    <a:pt x="56" y="50"/>
                    <a:pt x="32" y="63"/>
                    <a:pt x="0" y="58"/>
                  </a:cubicBezTo>
                  <a:close/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5" name="Freeform 3829">
              <a:extLst>
                <a:ext uri="{FF2B5EF4-FFF2-40B4-BE49-F238E27FC236}">
                  <a16:creationId xmlns:a16="http://schemas.microsoft.com/office/drawing/2014/main" id="{D9764312-5561-41FD-A1E1-0197D3C26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123"/>
              <a:ext cx="397" cy="66"/>
            </a:xfrm>
            <a:custGeom>
              <a:avLst/>
              <a:gdLst>
                <a:gd name="T0" fmla="*/ 0 w 159"/>
                <a:gd name="T1" fmla="*/ 0 h 25"/>
                <a:gd name="T2" fmla="*/ 949 w 159"/>
                <a:gd name="T3" fmla="*/ 259 h 25"/>
                <a:gd name="T4" fmla="*/ 2474 w 159"/>
                <a:gd name="T5" fmla="*/ 1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5">
                  <a:moveTo>
                    <a:pt x="0" y="0"/>
                  </a:moveTo>
                  <a:cubicBezTo>
                    <a:pt x="13" y="0"/>
                    <a:pt x="30" y="6"/>
                    <a:pt x="61" y="14"/>
                  </a:cubicBezTo>
                  <a:cubicBezTo>
                    <a:pt x="100" y="25"/>
                    <a:pt x="131" y="25"/>
                    <a:pt x="159" y="1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6" name="Freeform 3830">
              <a:extLst>
                <a:ext uri="{FF2B5EF4-FFF2-40B4-BE49-F238E27FC236}">
                  <a16:creationId xmlns:a16="http://schemas.microsoft.com/office/drawing/2014/main" id="{8CE2DA0C-258E-427C-A147-6EC0DEB79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3085"/>
              <a:ext cx="517" cy="166"/>
            </a:xfrm>
            <a:custGeom>
              <a:avLst/>
              <a:gdLst>
                <a:gd name="T0" fmla="*/ 0 w 207"/>
                <a:gd name="T1" fmla="*/ 458 h 62"/>
                <a:gd name="T2" fmla="*/ 1309 w 207"/>
                <a:gd name="T3" fmla="*/ 573 h 62"/>
                <a:gd name="T4" fmla="*/ 3224 w 207"/>
                <a:gd name="T5" fmla="*/ 0 h 62"/>
                <a:gd name="T6" fmla="*/ 1466 w 207"/>
                <a:gd name="T7" fmla="*/ 790 h 62"/>
                <a:gd name="T8" fmla="*/ 0 w 207"/>
                <a:gd name="T9" fmla="*/ 45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2">
                  <a:moveTo>
                    <a:pt x="0" y="24"/>
                  </a:moveTo>
                  <a:cubicBezTo>
                    <a:pt x="20" y="1"/>
                    <a:pt x="31" y="16"/>
                    <a:pt x="84" y="30"/>
                  </a:cubicBezTo>
                  <a:cubicBezTo>
                    <a:pt x="138" y="45"/>
                    <a:pt x="172" y="37"/>
                    <a:pt x="207" y="0"/>
                  </a:cubicBezTo>
                  <a:cubicBezTo>
                    <a:pt x="183" y="30"/>
                    <a:pt x="156" y="62"/>
                    <a:pt x="94" y="41"/>
                  </a:cubicBezTo>
                  <a:cubicBezTo>
                    <a:pt x="25" y="18"/>
                    <a:pt x="16" y="10"/>
                    <a:pt x="0" y="24"/>
                  </a:cubicBezTo>
                  <a:close/>
                </a:path>
              </a:pathLst>
            </a:custGeom>
            <a:solidFill>
              <a:srgbClr val="F8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7" name="Freeform 3831">
              <a:extLst>
                <a:ext uri="{FF2B5EF4-FFF2-40B4-BE49-F238E27FC236}">
                  <a16:creationId xmlns:a16="http://schemas.microsoft.com/office/drawing/2014/main" id="{C4A0A146-2D67-44E6-901F-5F76BBCF4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947"/>
              <a:ext cx="818" cy="589"/>
            </a:xfrm>
            <a:custGeom>
              <a:avLst/>
              <a:gdLst>
                <a:gd name="T0" fmla="*/ 4368 w 327"/>
                <a:gd name="T1" fmla="*/ 21 h 221"/>
                <a:gd name="T2" fmla="*/ 4868 w 327"/>
                <a:gd name="T3" fmla="*/ 376 h 221"/>
                <a:gd name="T4" fmla="*/ 4943 w 327"/>
                <a:gd name="T5" fmla="*/ 1271 h 221"/>
                <a:gd name="T6" fmla="*/ 3305 w 327"/>
                <a:gd name="T7" fmla="*/ 3481 h 221"/>
                <a:gd name="T8" fmla="*/ 1801 w 327"/>
                <a:gd name="T9" fmla="*/ 3579 h 221"/>
                <a:gd name="T10" fmla="*/ 0 w 327"/>
                <a:gd name="T11" fmla="*/ 1876 h 221"/>
                <a:gd name="T12" fmla="*/ 2504 w 327"/>
                <a:gd name="T13" fmla="*/ 4184 h 221"/>
                <a:gd name="T14" fmla="*/ 5118 w 327"/>
                <a:gd name="T15" fmla="*/ 1023 h 221"/>
                <a:gd name="T16" fmla="*/ 4976 w 327"/>
                <a:gd name="T17" fmla="*/ 35 h 221"/>
                <a:gd name="T18" fmla="*/ 4368 w 327"/>
                <a:gd name="T19" fmla="*/ 21 h 2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7" h="221">
                  <a:moveTo>
                    <a:pt x="279" y="1"/>
                  </a:moveTo>
                  <a:cubicBezTo>
                    <a:pt x="291" y="5"/>
                    <a:pt x="303" y="10"/>
                    <a:pt x="311" y="20"/>
                  </a:cubicBezTo>
                  <a:cubicBezTo>
                    <a:pt x="321" y="34"/>
                    <a:pt x="319" y="51"/>
                    <a:pt x="316" y="67"/>
                  </a:cubicBezTo>
                  <a:cubicBezTo>
                    <a:pt x="308" y="109"/>
                    <a:pt x="274" y="156"/>
                    <a:pt x="211" y="184"/>
                  </a:cubicBezTo>
                  <a:cubicBezTo>
                    <a:pt x="187" y="194"/>
                    <a:pt x="138" y="199"/>
                    <a:pt x="115" y="189"/>
                  </a:cubicBezTo>
                  <a:cubicBezTo>
                    <a:pt x="45" y="165"/>
                    <a:pt x="9" y="117"/>
                    <a:pt x="0" y="99"/>
                  </a:cubicBezTo>
                  <a:cubicBezTo>
                    <a:pt x="19" y="169"/>
                    <a:pt x="84" y="221"/>
                    <a:pt x="160" y="221"/>
                  </a:cubicBezTo>
                  <a:cubicBezTo>
                    <a:pt x="253" y="221"/>
                    <a:pt x="327" y="146"/>
                    <a:pt x="327" y="54"/>
                  </a:cubicBezTo>
                  <a:cubicBezTo>
                    <a:pt x="327" y="30"/>
                    <a:pt x="324" y="13"/>
                    <a:pt x="318" y="2"/>
                  </a:cubicBezTo>
                  <a:cubicBezTo>
                    <a:pt x="306" y="0"/>
                    <a:pt x="293" y="0"/>
                    <a:pt x="279" y="1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8" name="Freeform 3832">
              <a:extLst>
                <a:ext uri="{FF2B5EF4-FFF2-40B4-BE49-F238E27FC236}">
                  <a16:creationId xmlns:a16="http://schemas.microsoft.com/office/drawing/2014/main" id="{983B2523-3ECA-4EF9-9085-98CE22F96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813"/>
              <a:ext cx="95" cy="70"/>
            </a:xfrm>
            <a:custGeom>
              <a:avLst/>
              <a:gdLst>
                <a:gd name="T0" fmla="*/ 0 w 38"/>
                <a:gd name="T1" fmla="*/ 390 h 26"/>
                <a:gd name="T2" fmla="*/ 595 w 3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6">
                  <a:moveTo>
                    <a:pt x="0" y="20"/>
                  </a:moveTo>
                  <a:cubicBezTo>
                    <a:pt x="15" y="26"/>
                    <a:pt x="31" y="1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9" name="Freeform 3833">
              <a:extLst>
                <a:ext uri="{FF2B5EF4-FFF2-40B4-BE49-F238E27FC236}">
                  <a16:creationId xmlns:a16="http://schemas.microsoft.com/office/drawing/2014/main" id="{E3A7C393-1D5F-4798-AA19-A9C09FD5C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856"/>
              <a:ext cx="25" cy="72"/>
            </a:xfrm>
            <a:custGeom>
              <a:avLst/>
              <a:gdLst>
                <a:gd name="T0" fmla="*/ 0 w 10"/>
                <a:gd name="T1" fmla="*/ 0 h 27"/>
                <a:gd name="T2" fmla="*/ 113 w 10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0"/>
                  </a:moveTo>
                  <a:cubicBezTo>
                    <a:pt x="10" y="6"/>
                    <a:pt x="10" y="17"/>
                    <a:pt x="7" y="2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80" name="Freeform 3834">
              <a:extLst>
                <a:ext uri="{FF2B5EF4-FFF2-40B4-BE49-F238E27FC236}">
                  <a16:creationId xmlns:a16="http://schemas.microsoft.com/office/drawing/2014/main" id="{7FFCC0AB-4F91-4E55-8827-AD9E7B0C1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784"/>
              <a:ext cx="57" cy="77"/>
            </a:xfrm>
            <a:custGeom>
              <a:avLst/>
              <a:gdLst>
                <a:gd name="T0" fmla="*/ 0 w 23"/>
                <a:gd name="T1" fmla="*/ 133 h 29"/>
                <a:gd name="T2" fmla="*/ 349 w 23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9">
                  <a:moveTo>
                    <a:pt x="0" y="7"/>
                  </a:moveTo>
                  <a:cubicBezTo>
                    <a:pt x="14" y="0"/>
                    <a:pt x="21" y="19"/>
                    <a:pt x="23" y="2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81" name="Freeform 3835">
              <a:extLst>
                <a:ext uri="{FF2B5EF4-FFF2-40B4-BE49-F238E27FC236}">
                  <a16:creationId xmlns:a16="http://schemas.microsoft.com/office/drawing/2014/main" id="{433BD399-9FE5-43F4-BFEE-AD3E2A265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803"/>
              <a:ext cx="50" cy="32"/>
            </a:xfrm>
            <a:custGeom>
              <a:avLst/>
              <a:gdLst>
                <a:gd name="T0" fmla="*/ 0 w 20"/>
                <a:gd name="T1" fmla="*/ 227 h 12"/>
                <a:gd name="T2" fmla="*/ 313 w 20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5"/>
                    <a:pt x="12" y="0"/>
                    <a:pt x="20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82" name="Freeform 3836">
              <a:extLst>
                <a:ext uri="{FF2B5EF4-FFF2-40B4-BE49-F238E27FC236}">
                  <a16:creationId xmlns:a16="http://schemas.microsoft.com/office/drawing/2014/main" id="{BA33C43B-468E-4956-852E-5F258C6AB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960"/>
              <a:ext cx="110" cy="59"/>
            </a:xfrm>
            <a:custGeom>
              <a:avLst/>
              <a:gdLst>
                <a:gd name="T0" fmla="*/ 0 w 44"/>
                <a:gd name="T1" fmla="*/ 0 h 22"/>
                <a:gd name="T2" fmla="*/ 688 w 44"/>
                <a:gd name="T3" fmla="*/ 17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2">
                  <a:moveTo>
                    <a:pt x="0" y="0"/>
                  </a:moveTo>
                  <a:cubicBezTo>
                    <a:pt x="0" y="22"/>
                    <a:pt x="33" y="13"/>
                    <a:pt x="44" y="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83" name="Freeform 3837">
              <a:extLst>
                <a:ext uri="{FF2B5EF4-FFF2-40B4-BE49-F238E27FC236}">
                  <a16:creationId xmlns:a16="http://schemas.microsoft.com/office/drawing/2014/main" id="{72A218BD-9AA1-4389-BDE9-2406E1AE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68"/>
              <a:ext cx="73" cy="53"/>
            </a:xfrm>
            <a:custGeom>
              <a:avLst/>
              <a:gdLst>
                <a:gd name="T0" fmla="*/ 0 w 29"/>
                <a:gd name="T1" fmla="*/ 0 h 20"/>
                <a:gd name="T2" fmla="*/ 50 w 29"/>
                <a:gd name="T3" fmla="*/ 170 h 20"/>
                <a:gd name="T4" fmla="*/ 463 w 29"/>
                <a:gd name="T5" fmla="*/ 35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0"/>
                  </a:moveTo>
                  <a:cubicBezTo>
                    <a:pt x="3" y="2"/>
                    <a:pt x="1" y="6"/>
                    <a:pt x="3" y="9"/>
                  </a:cubicBezTo>
                  <a:cubicBezTo>
                    <a:pt x="10" y="19"/>
                    <a:pt x="17" y="20"/>
                    <a:pt x="29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84" name="Freeform 3838">
              <a:extLst>
                <a:ext uri="{FF2B5EF4-FFF2-40B4-BE49-F238E27FC236}">
                  <a16:creationId xmlns:a16="http://schemas.microsoft.com/office/drawing/2014/main" id="{2D79028D-B666-4126-B319-BFFEDD390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787"/>
              <a:ext cx="32" cy="42"/>
            </a:xfrm>
            <a:custGeom>
              <a:avLst/>
              <a:gdLst>
                <a:gd name="T0" fmla="*/ 12 w 13"/>
                <a:gd name="T1" fmla="*/ 179 h 16"/>
                <a:gd name="T2" fmla="*/ 121 w 13"/>
                <a:gd name="T3" fmla="*/ 0 h 16"/>
                <a:gd name="T4" fmla="*/ 42 w 13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1" y="10"/>
                  </a:moveTo>
                  <a:cubicBezTo>
                    <a:pt x="0" y="6"/>
                    <a:pt x="3" y="1"/>
                    <a:pt x="8" y="0"/>
                  </a:cubicBezTo>
                  <a:cubicBezTo>
                    <a:pt x="13" y="4"/>
                    <a:pt x="6" y="13"/>
                    <a:pt x="3" y="1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85" name="Freeform 3839">
              <a:extLst>
                <a:ext uri="{FF2B5EF4-FFF2-40B4-BE49-F238E27FC236}">
                  <a16:creationId xmlns:a16="http://schemas.microsoft.com/office/drawing/2014/main" id="{602A22BA-E1F9-4D57-BD09-3F8B57F37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816"/>
              <a:ext cx="28" cy="29"/>
            </a:xfrm>
            <a:custGeom>
              <a:avLst/>
              <a:gdLst>
                <a:gd name="T0" fmla="*/ 163 w 11"/>
                <a:gd name="T1" fmla="*/ 124 h 11"/>
                <a:gd name="T2" fmla="*/ 181 w 11"/>
                <a:gd name="T3" fmla="*/ 111 h 11"/>
                <a:gd name="T4" fmla="*/ 0 w 11"/>
                <a:gd name="T5" fmla="*/ 0 h 11"/>
                <a:gd name="T6" fmla="*/ 150 w 11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0" y="7"/>
                  </a:moveTo>
                  <a:cubicBezTo>
                    <a:pt x="10" y="7"/>
                    <a:pt x="10" y="6"/>
                    <a:pt x="11" y="6"/>
                  </a:cubicBezTo>
                  <a:cubicBezTo>
                    <a:pt x="9" y="3"/>
                    <a:pt x="4" y="0"/>
                    <a:pt x="0" y="0"/>
                  </a:cubicBezTo>
                  <a:cubicBezTo>
                    <a:pt x="0" y="5"/>
                    <a:pt x="5" y="8"/>
                    <a:pt x="9" y="1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86" name="Freeform 3840">
              <a:extLst>
                <a:ext uri="{FF2B5EF4-FFF2-40B4-BE49-F238E27FC236}">
                  <a16:creationId xmlns:a16="http://schemas.microsoft.com/office/drawing/2014/main" id="{FF4A49FF-746E-47D1-86E4-463EB2681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885"/>
              <a:ext cx="30" cy="35"/>
            </a:xfrm>
            <a:custGeom>
              <a:avLst/>
              <a:gdLst>
                <a:gd name="T0" fmla="*/ 0 w 12"/>
                <a:gd name="T1" fmla="*/ 253 h 13"/>
                <a:gd name="T2" fmla="*/ 0 w 12"/>
                <a:gd name="T3" fmla="*/ 1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11" y="11"/>
                    <a:pt x="12" y="0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87" name="Freeform 3841">
              <a:extLst>
                <a:ext uri="{FF2B5EF4-FFF2-40B4-BE49-F238E27FC236}">
                  <a16:creationId xmlns:a16="http://schemas.microsoft.com/office/drawing/2014/main" id="{A4E185D7-DFD8-4404-AED2-E9B6B93CF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963"/>
              <a:ext cx="22" cy="13"/>
            </a:xfrm>
            <a:custGeom>
              <a:avLst/>
              <a:gdLst>
                <a:gd name="T0" fmla="*/ 0 w 9"/>
                <a:gd name="T1" fmla="*/ 88 h 5"/>
                <a:gd name="T2" fmla="*/ 13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88" name="Freeform 3842">
              <a:extLst>
                <a:ext uri="{FF2B5EF4-FFF2-40B4-BE49-F238E27FC236}">
                  <a16:creationId xmlns:a16="http://schemas.microsoft.com/office/drawing/2014/main" id="{9B3656B9-D0E7-4B71-A474-10D534181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997"/>
              <a:ext cx="28" cy="30"/>
            </a:xfrm>
            <a:custGeom>
              <a:avLst/>
              <a:gdLst>
                <a:gd name="T0" fmla="*/ 163 w 11"/>
                <a:gd name="T1" fmla="*/ 224 h 11"/>
                <a:gd name="T2" fmla="*/ 130 w 11"/>
                <a:gd name="T3" fmla="*/ 0 h 11"/>
                <a:gd name="T4" fmla="*/ 0 w 11"/>
                <a:gd name="T5" fmla="*/ 18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0" y="11"/>
                  </a:moveTo>
                  <a:cubicBezTo>
                    <a:pt x="11" y="8"/>
                    <a:pt x="11" y="3"/>
                    <a:pt x="8" y="0"/>
                  </a:cubicBezTo>
                  <a:cubicBezTo>
                    <a:pt x="5" y="2"/>
                    <a:pt x="2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89" name="Freeform 3843">
              <a:extLst>
                <a:ext uri="{FF2B5EF4-FFF2-40B4-BE49-F238E27FC236}">
                  <a16:creationId xmlns:a16="http://schemas.microsoft.com/office/drawing/2014/main" id="{5E197440-D79A-4245-83E8-0186C151B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845"/>
              <a:ext cx="22" cy="6"/>
            </a:xfrm>
            <a:custGeom>
              <a:avLst/>
              <a:gdLst>
                <a:gd name="T0" fmla="*/ 0 w 9"/>
                <a:gd name="T1" fmla="*/ 54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90" name="Freeform 3844">
              <a:extLst>
                <a:ext uri="{FF2B5EF4-FFF2-40B4-BE49-F238E27FC236}">
                  <a16:creationId xmlns:a16="http://schemas.microsoft.com/office/drawing/2014/main" id="{43374339-07D1-4FF9-B2E6-455F260F5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803"/>
              <a:ext cx="2" cy="21"/>
            </a:xfrm>
            <a:custGeom>
              <a:avLst/>
              <a:gdLst>
                <a:gd name="T0" fmla="*/ 0 w 1"/>
                <a:gd name="T1" fmla="*/ 144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5"/>
                    <a:pt x="1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91" name="Freeform 3845">
              <a:extLst>
                <a:ext uri="{FF2B5EF4-FFF2-40B4-BE49-F238E27FC236}">
                  <a16:creationId xmlns:a16="http://schemas.microsoft.com/office/drawing/2014/main" id="{D6640222-A906-420A-8F49-FC852E24C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669"/>
              <a:ext cx="93" cy="72"/>
            </a:xfrm>
            <a:custGeom>
              <a:avLst/>
              <a:gdLst>
                <a:gd name="T0" fmla="*/ 0 w 37"/>
                <a:gd name="T1" fmla="*/ 264 h 27"/>
                <a:gd name="T2" fmla="*/ 588 w 3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14"/>
                  </a:moveTo>
                  <a:cubicBezTo>
                    <a:pt x="11" y="0"/>
                    <a:pt x="34" y="11"/>
                    <a:pt x="37" y="2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92" name="Freeform 3846">
              <a:extLst>
                <a:ext uri="{FF2B5EF4-FFF2-40B4-BE49-F238E27FC236}">
                  <a16:creationId xmlns:a16="http://schemas.microsoft.com/office/drawing/2014/main" id="{A758A481-59E1-4391-BE83-F59B2B7B1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675"/>
              <a:ext cx="35" cy="40"/>
            </a:xfrm>
            <a:custGeom>
              <a:avLst/>
              <a:gdLst>
                <a:gd name="T0" fmla="*/ 63 w 14"/>
                <a:gd name="T1" fmla="*/ 285 h 15"/>
                <a:gd name="T2" fmla="*/ 220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4" y="15"/>
                  </a:moveTo>
                  <a:cubicBezTo>
                    <a:pt x="0" y="7"/>
                    <a:pt x="8" y="4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93" name="Freeform 3847">
              <a:extLst>
                <a:ext uri="{FF2B5EF4-FFF2-40B4-BE49-F238E27FC236}">
                  <a16:creationId xmlns:a16="http://schemas.microsoft.com/office/drawing/2014/main" id="{D1CCBC43-503C-4FC2-8C7A-75EC7A1B9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709"/>
              <a:ext cx="47" cy="62"/>
            </a:xfrm>
            <a:custGeom>
              <a:avLst/>
              <a:gdLst>
                <a:gd name="T0" fmla="*/ 0 w 19"/>
                <a:gd name="T1" fmla="*/ 0 h 23"/>
                <a:gd name="T2" fmla="*/ 195 w 19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8" y="4"/>
                    <a:pt x="19" y="12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94" name="Freeform 3848">
              <a:extLst>
                <a:ext uri="{FF2B5EF4-FFF2-40B4-BE49-F238E27FC236}">
                  <a16:creationId xmlns:a16="http://schemas.microsoft.com/office/drawing/2014/main" id="{CE46EE57-E374-493F-9D34-58FB8E647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704"/>
              <a:ext cx="45" cy="32"/>
            </a:xfrm>
            <a:custGeom>
              <a:avLst/>
              <a:gdLst>
                <a:gd name="T0" fmla="*/ 0 w 18"/>
                <a:gd name="T1" fmla="*/ 227 h 12"/>
                <a:gd name="T2" fmla="*/ 283 w 18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4" y="6"/>
                    <a:pt x="10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95" name="Freeform 3849">
              <a:extLst>
                <a:ext uri="{FF2B5EF4-FFF2-40B4-BE49-F238E27FC236}">
                  <a16:creationId xmlns:a16="http://schemas.microsoft.com/office/drawing/2014/main" id="{060C87A4-73FF-442D-BD41-44678B50C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680"/>
              <a:ext cx="30" cy="35"/>
            </a:xfrm>
            <a:custGeom>
              <a:avLst/>
              <a:gdLst>
                <a:gd name="T0" fmla="*/ 95 w 12"/>
                <a:gd name="T1" fmla="*/ 253 h 13"/>
                <a:gd name="T2" fmla="*/ 158 w 12"/>
                <a:gd name="T3" fmla="*/ 22 h 13"/>
                <a:gd name="T4" fmla="*/ 188 w 12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13"/>
                  </a:moveTo>
                  <a:cubicBezTo>
                    <a:pt x="2" y="7"/>
                    <a:pt x="0" y="0"/>
                    <a:pt x="10" y="1"/>
                  </a:cubicBezTo>
                  <a:cubicBezTo>
                    <a:pt x="12" y="4"/>
                    <a:pt x="10" y="10"/>
                    <a:pt x="12" y="1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96" name="Freeform 3850">
              <a:extLst>
                <a:ext uri="{FF2B5EF4-FFF2-40B4-BE49-F238E27FC236}">
                  <a16:creationId xmlns:a16="http://schemas.microsoft.com/office/drawing/2014/main" id="{4876EB32-F740-44E9-A46C-0E3E2B112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712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97" name="Freeform 3851">
              <a:extLst>
                <a:ext uri="{FF2B5EF4-FFF2-40B4-BE49-F238E27FC236}">
                  <a16:creationId xmlns:a16="http://schemas.microsoft.com/office/drawing/2014/main" id="{45209D27-C826-4654-B6EB-3714DB81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728"/>
              <a:ext cx="20" cy="11"/>
            </a:xfrm>
            <a:custGeom>
              <a:avLst/>
              <a:gdLst>
                <a:gd name="T0" fmla="*/ 0 w 8"/>
                <a:gd name="T1" fmla="*/ 83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3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98" name="Freeform 3852">
              <a:extLst>
                <a:ext uri="{FF2B5EF4-FFF2-40B4-BE49-F238E27FC236}">
                  <a16:creationId xmlns:a16="http://schemas.microsoft.com/office/drawing/2014/main" id="{EFD213FA-7BE2-4897-93F3-7B3222272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827"/>
              <a:ext cx="93" cy="122"/>
            </a:xfrm>
            <a:custGeom>
              <a:avLst/>
              <a:gdLst>
                <a:gd name="T0" fmla="*/ 0 w 37"/>
                <a:gd name="T1" fmla="*/ 485 h 46"/>
                <a:gd name="T2" fmla="*/ 568 w 37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6">
                  <a:moveTo>
                    <a:pt x="0" y="26"/>
                  </a:moveTo>
                  <a:cubicBezTo>
                    <a:pt x="13" y="46"/>
                    <a:pt x="37" y="15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99" name="Freeform 3853">
              <a:extLst>
                <a:ext uri="{FF2B5EF4-FFF2-40B4-BE49-F238E27FC236}">
                  <a16:creationId xmlns:a16="http://schemas.microsoft.com/office/drawing/2014/main" id="{418AA852-9927-4329-917E-FE4A9A5F1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773"/>
              <a:ext cx="77" cy="67"/>
            </a:xfrm>
            <a:custGeom>
              <a:avLst/>
              <a:gdLst>
                <a:gd name="T0" fmla="*/ 0 w 31"/>
                <a:gd name="T1" fmla="*/ 308 h 25"/>
                <a:gd name="T2" fmla="*/ 353 w 31"/>
                <a:gd name="T3" fmla="*/ 346 h 25"/>
                <a:gd name="T4" fmla="*/ 462 w 3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0" y="16"/>
                  </a:moveTo>
                  <a:cubicBezTo>
                    <a:pt x="2" y="25"/>
                    <a:pt x="17" y="23"/>
                    <a:pt x="23" y="18"/>
                  </a:cubicBezTo>
                  <a:cubicBezTo>
                    <a:pt x="30" y="13"/>
                    <a:pt x="31" y="8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00" name="Freeform 3854">
              <a:extLst>
                <a:ext uri="{FF2B5EF4-FFF2-40B4-BE49-F238E27FC236}">
                  <a16:creationId xmlns:a16="http://schemas.microsoft.com/office/drawing/2014/main" id="{7764B032-C3DA-4B0C-9D42-6ED555F9C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875"/>
              <a:ext cx="118" cy="104"/>
            </a:xfrm>
            <a:custGeom>
              <a:avLst/>
              <a:gdLst>
                <a:gd name="T0" fmla="*/ 239 w 47"/>
                <a:gd name="T1" fmla="*/ 0 h 39"/>
                <a:gd name="T2" fmla="*/ 743 w 47"/>
                <a:gd name="T3" fmla="*/ 605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39">
                  <a:moveTo>
                    <a:pt x="15" y="0"/>
                  </a:moveTo>
                  <a:cubicBezTo>
                    <a:pt x="0" y="21"/>
                    <a:pt x="27" y="39"/>
                    <a:pt x="47" y="3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01" name="Freeform 3855">
              <a:extLst>
                <a:ext uri="{FF2B5EF4-FFF2-40B4-BE49-F238E27FC236}">
                  <a16:creationId xmlns:a16="http://schemas.microsoft.com/office/drawing/2014/main" id="{F979BB77-48BD-4981-8806-53B0BD5CD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923"/>
              <a:ext cx="75" cy="96"/>
            </a:xfrm>
            <a:custGeom>
              <a:avLst/>
              <a:gdLst>
                <a:gd name="T0" fmla="*/ 145 w 30"/>
                <a:gd name="T1" fmla="*/ 0 h 36"/>
                <a:gd name="T2" fmla="*/ 470 w 30"/>
                <a:gd name="T3" fmla="*/ 6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6">
                  <a:moveTo>
                    <a:pt x="9" y="0"/>
                  </a:moveTo>
                  <a:cubicBezTo>
                    <a:pt x="0" y="14"/>
                    <a:pt x="13" y="36"/>
                    <a:pt x="30" y="3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02" name="Freeform 3856">
              <a:extLst>
                <a:ext uri="{FF2B5EF4-FFF2-40B4-BE49-F238E27FC236}">
                  <a16:creationId xmlns:a16="http://schemas.microsoft.com/office/drawing/2014/main" id="{46BD7B36-43FF-4F93-BCD9-FED5B1ADA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843"/>
              <a:ext cx="40" cy="85"/>
            </a:xfrm>
            <a:custGeom>
              <a:avLst/>
              <a:gdLst>
                <a:gd name="T0" fmla="*/ 113 w 16"/>
                <a:gd name="T1" fmla="*/ 0 h 32"/>
                <a:gd name="T2" fmla="*/ 0 w 16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7" y="0"/>
                  </a:moveTo>
                  <a:cubicBezTo>
                    <a:pt x="16" y="10"/>
                    <a:pt x="11" y="26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03" name="Freeform 3857">
              <a:extLst>
                <a:ext uri="{FF2B5EF4-FFF2-40B4-BE49-F238E27FC236}">
                  <a16:creationId xmlns:a16="http://schemas.microsoft.com/office/drawing/2014/main" id="{805C127A-6CBE-42E3-9585-A98ACA43E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883"/>
              <a:ext cx="40" cy="45"/>
            </a:xfrm>
            <a:custGeom>
              <a:avLst/>
              <a:gdLst>
                <a:gd name="T0" fmla="*/ 0 w 16"/>
                <a:gd name="T1" fmla="*/ 90 h 17"/>
                <a:gd name="T2" fmla="*/ 250 w 16"/>
                <a:gd name="T3" fmla="*/ 90 h 17"/>
                <a:gd name="T4" fmla="*/ 0 w 16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5"/>
                  </a:moveTo>
                  <a:cubicBezTo>
                    <a:pt x="5" y="3"/>
                    <a:pt x="11" y="0"/>
                    <a:pt x="16" y="5"/>
                  </a:cubicBezTo>
                  <a:cubicBezTo>
                    <a:pt x="14" y="12"/>
                    <a:pt x="5" y="13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04" name="Freeform 3858">
              <a:extLst>
                <a:ext uri="{FF2B5EF4-FFF2-40B4-BE49-F238E27FC236}">
                  <a16:creationId xmlns:a16="http://schemas.microsoft.com/office/drawing/2014/main" id="{CD51F024-0799-4C79-B302-809A385AD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933"/>
              <a:ext cx="32" cy="3"/>
            </a:xfrm>
            <a:custGeom>
              <a:avLst/>
              <a:gdLst>
                <a:gd name="T0" fmla="*/ 0 w 13"/>
                <a:gd name="T1" fmla="*/ 0 h 1"/>
                <a:gd name="T2" fmla="*/ 194 w 1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cubicBezTo>
                    <a:pt x="4" y="1"/>
                    <a:pt x="8" y="1"/>
                    <a:pt x="13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05" name="Freeform 3859">
              <a:extLst>
                <a:ext uri="{FF2B5EF4-FFF2-40B4-BE49-F238E27FC236}">
                  <a16:creationId xmlns:a16="http://schemas.microsoft.com/office/drawing/2014/main" id="{F2E5DC6A-E9A8-4986-B119-4D7ABBDD2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781"/>
              <a:ext cx="43" cy="40"/>
            </a:xfrm>
            <a:custGeom>
              <a:avLst/>
              <a:gdLst>
                <a:gd name="T0" fmla="*/ 243 w 17"/>
                <a:gd name="T1" fmla="*/ 93 h 15"/>
                <a:gd name="T2" fmla="*/ 0 w 17"/>
                <a:gd name="T3" fmla="*/ 56 h 15"/>
                <a:gd name="T4" fmla="*/ 276 w 1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5" y="5"/>
                  </a:moveTo>
                  <a:cubicBezTo>
                    <a:pt x="10" y="3"/>
                    <a:pt x="5" y="0"/>
                    <a:pt x="0" y="3"/>
                  </a:cubicBezTo>
                  <a:cubicBezTo>
                    <a:pt x="1" y="11"/>
                    <a:pt x="12" y="10"/>
                    <a:pt x="17" y="1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06" name="Freeform 3860">
              <a:extLst>
                <a:ext uri="{FF2B5EF4-FFF2-40B4-BE49-F238E27FC236}">
                  <a16:creationId xmlns:a16="http://schemas.microsoft.com/office/drawing/2014/main" id="{8880040A-8C0F-4A7F-9BF5-0C60F9821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827"/>
              <a:ext cx="55" cy="61"/>
            </a:xfrm>
            <a:custGeom>
              <a:avLst/>
              <a:gdLst>
                <a:gd name="T0" fmla="*/ 0 w 22"/>
                <a:gd name="T1" fmla="*/ 204 h 23"/>
                <a:gd name="T2" fmla="*/ 0 w 22"/>
                <a:gd name="T3" fmla="*/ 3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11"/>
                  </a:moveTo>
                  <a:cubicBezTo>
                    <a:pt x="22" y="0"/>
                    <a:pt x="15" y="23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07" name="Freeform 3861">
              <a:extLst>
                <a:ext uri="{FF2B5EF4-FFF2-40B4-BE49-F238E27FC236}">
                  <a16:creationId xmlns:a16="http://schemas.microsoft.com/office/drawing/2014/main" id="{D0573640-5420-483C-B6D1-62E10842A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955"/>
              <a:ext cx="322" cy="597"/>
            </a:xfrm>
            <a:custGeom>
              <a:avLst/>
              <a:gdLst>
                <a:gd name="T0" fmla="*/ 0 w 129"/>
                <a:gd name="T1" fmla="*/ 0 h 224"/>
                <a:gd name="T2" fmla="*/ 167 w 129"/>
                <a:gd name="T3" fmla="*/ 589 h 224"/>
                <a:gd name="T4" fmla="*/ 105 w 129"/>
                <a:gd name="T5" fmla="*/ 1045 h 224"/>
                <a:gd name="T6" fmla="*/ 262 w 129"/>
                <a:gd name="T7" fmla="*/ 1343 h 224"/>
                <a:gd name="T8" fmla="*/ 217 w 129"/>
                <a:gd name="T9" fmla="*/ 2124 h 224"/>
                <a:gd name="T10" fmla="*/ 729 w 129"/>
                <a:gd name="T11" fmla="*/ 2628 h 224"/>
                <a:gd name="T12" fmla="*/ 854 w 129"/>
                <a:gd name="T13" fmla="*/ 3387 h 224"/>
                <a:gd name="T14" fmla="*/ 1383 w 129"/>
                <a:gd name="T15" fmla="*/ 3766 h 224"/>
                <a:gd name="T16" fmla="*/ 1650 w 129"/>
                <a:gd name="T17" fmla="*/ 4206 h 224"/>
                <a:gd name="T18" fmla="*/ 2007 w 129"/>
                <a:gd name="T19" fmla="*/ 4070 h 2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9" h="224">
                  <a:moveTo>
                    <a:pt x="0" y="0"/>
                  </a:moveTo>
                  <a:cubicBezTo>
                    <a:pt x="10" y="10"/>
                    <a:pt x="14" y="16"/>
                    <a:pt x="11" y="31"/>
                  </a:cubicBezTo>
                  <a:cubicBezTo>
                    <a:pt x="9" y="39"/>
                    <a:pt x="5" y="47"/>
                    <a:pt x="7" y="55"/>
                  </a:cubicBezTo>
                  <a:cubicBezTo>
                    <a:pt x="8" y="62"/>
                    <a:pt x="14" y="65"/>
                    <a:pt x="17" y="71"/>
                  </a:cubicBezTo>
                  <a:cubicBezTo>
                    <a:pt x="24" y="86"/>
                    <a:pt x="13" y="97"/>
                    <a:pt x="14" y="112"/>
                  </a:cubicBezTo>
                  <a:cubicBezTo>
                    <a:pt x="14" y="130"/>
                    <a:pt x="36" y="129"/>
                    <a:pt x="47" y="139"/>
                  </a:cubicBezTo>
                  <a:cubicBezTo>
                    <a:pt x="58" y="149"/>
                    <a:pt x="50" y="166"/>
                    <a:pt x="55" y="179"/>
                  </a:cubicBezTo>
                  <a:cubicBezTo>
                    <a:pt x="61" y="196"/>
                    <a:pt x="76" y="191"/>
                    <a:pt x="89" y="199"/>
                  </a:cubicBezTo>
                  <a:cubicBezTo>
                    <a:pt x="98" y="205"/>
                    <a:pt x="93" y="219"/>
                    <a:pt x="106" y="222"/>
                  </a:cubicBezTo>
                  <a:cubicBezTo>
                    <a:pt x="116" y="224"/>
                    <a:pt x="121" y="216"/>
                    <a:pt x="129" y="2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08" name="Freeform 3862">
              <a:extLst>
                <a:ext uri="{FF2B5EF4-FFF2-40B4-BE49-F238E27FC236}">
                  <a16:creationId xmlns:a16="http://schemas.microsoft.com/office/drawing/2014/main" id="{137603F4-3FD1-4F36-82FA-21444D9B7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037"/>
              <a:ext cx="108" cy="459"/>
            </a:xfrm>
            <a:custGeom>
              <a:avLst/>
              <a:gdLst>
                <a:gd name="T0" fmla="*/ 0 w 43"/>
                <a:gd name="T1" fmla="*/ 0 h 172"/>
                <a:gd name="T2" fmla="*/ 176 w 43"/>
                <a:gd name="T3" fmla="*/ 547 h 172"/>
                <a:gd name="T4" fmla="*/ 146 w 43"/>
                <a:gd name="T5" fmla="*/ 969 h 172"/>
                <a:gd name="T6" fmla="*/ 334 w 43"/>
                <a:gd name="T7" fmla="*/ 1446 h 172"/>
                <a:gd name="T8" fmla="*/ 316 w 43"/>
                <a:gd name="T9" fmla="*/ 1903 h 172"/>
                <a:gd name="T10" fmla="*/ 251 w 43"/>
                <a:gd name="T11" fmla="*/ 2300 h 172"/>
                <a:gd name="T12" fmla="*/ 492 w 43"/>
                <a:gd name="T13" fmla="*/ 2642 h 172"/>
                <a:gd name="T14" fmla="*/ 588 w 43"/>
                <a:gd name="T15" fmla="*/ 3269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72">
                  <a:moveTo>
                    <a:pt x="0" y="0"/>
                  </a:moveTo>
                  <a:cubicBezTo>
                    <a:pt x="12" y="1"/>
                    <a:pt x="12" y="21"/>
                    <a:pt x="11" y="29"/>
                  </a:cubicBezTo>
                  <a:cubicBezTo>
                    <a:pt x="10" y="37"/>
                    <a:pt x="6" y="44"/>
                    <a:pt x="9" y="51"/>
                  </a:cubicBezTo>
                  <a:cubicBezTo>
                    <a:pt x="13" y="61"/>
                    <a:pt x="20" y="64"/>
                    <a:pt x="21" y="76"/>
                  </a:cubicBezTo>
                  <a:cubicBezTo>
                    <a:pt x="21" y="83"/>
                    <a:pt x="21" y="92"/>
                    <a:pt x="20" y="100"/>
                  </a:cubicBezTo>
                  <a:cubicBezTo>
                    <a:pt x="20" y="107"/>
                    <a:pt x="15" y="114"/>
                    <a:pt x="16" y="121"/>
                  </a:cubicBezTo>
                  <a:cubicBezTo>
                    <a:pt x="18" y="130"/>
                    <a:pt x="25" y="134"/>
                    <a:pt x="31" y="139"/>
                  </a:cubicBezTo>
                  <a:cubicBezTo>
                    <a:pt x="43" y="149"/>
                    <a:pt x="41" y="159"/>
                    <a:pt x="37" y="1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09" name="Freeform 3863">
              <a:extLst>
                <a:ext uri="{FF2B5EF4-FFF2-40B4-BE49-F238E27FC236}">
                  <a16:creationId xmlns:a16="http://schemas.microsoft.com/office/drawing/2014/main" id="{F6642C30-3D04-40D6-B861-59090F81F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091"/>
              <a:ext cx="50" cy="144"/>
            </a:xfrm>
            <a:custGeom>
              <a:avLst/>
              <a:gdLst>
                <a:gd name="T0" fmla="*/ 175 w 20"/>
                <a:gd name="T1" fmla="*/ 0 h 54"/>
                <a:gd name="T2" fmla="*/ 313 w 20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4">
                  <a:moveTo>
                    <a:pt x="11" y="0"/>
                  </a:moveTo>
                  <a:cubicBezTo>
                    <a:pt x="0" y="15"/>
                    <a:pt x="11" y="39"/>
                    <a:pt x="20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10" name="Freeform 3864">
              <a:extLst>
                <a:ext uri="{FF2B5EF4-FFF2-40B4-BE49-F238E27FC236}">
                  <a16:creationId xmlns:a16="http://schemas.microsoft.com/office/drawing/2014/main" id="{A3209FE2-F90A-49BA-9E3D-FD02E2BAD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667"/>
              <a:ext cx="112" cy="370"/>
            </a:xfrm>
            <a:custGeom>
              <a:avLst/>
              <a:gdLst>
                <a:gd name="T0" fmla="*/ 0 w 45"/>
                <a:gd name="T1" fmla="*/ 2622 h 139"/>
                <a:gd name="T2" fmla="*/ 187 w 45"/>
                <a:gd name="T3" fmla="*/ 2090 h 139"/>
                <a:gd name="T4" fmla="*/ 279 w 45"/>
                <a:gd name="T5" fmla="*/ 1701 h 139"/>
                <a:gd name="T6" fmla="*/ 279 w 45"/>
                <a:gd name="T7" fmla="*/ 1339 h 139"/>
                <a:gd name="T8" fmla="*/ 682 w 45"/>
                <a:gd name="T9" fmla="*/ 602 h 139"/>
                <a:gd name="T10" fmla="*/ 632 w 45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39">
                  <a:moveTo>
                    <a:pt x="0" y="139"/>
                  </a:moveTo>
                  <a:cubicBezTo>
                    <a:pt x="4" y="129"/>
                    <a:pt x="7" y="121"/>
                    <a:pt x="12" y="111"/>
                  </a:cubicBezTo>
                  <a:cubicBezTo>
                    <a:pt x="16" y="104"/>
                    <a:pt x="19" y="98"/>
                    <a:pt x="18" y="90"/>
                  </a:cubicBezTo>
                  <a:cubicBezTo>
                    <a:pt x="18" y="83"/>
                    <a:pt x="15" y="78"/>
                    <a:pt x="18" y="71"/>
                  </a:cubicBezTo>
                  <a:cubicBezTo>
                    <a:pt x="23" y="55"/>
                    <a:pt x="41" y="49"/>
                    <a:pt x="44" y="32"/>
                  </a:cubicBezTo>
                  <a:cubicBezTo>
                    <a:pt x="45" y="23"/>
                    <a:pt x="44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11" name="Freeform 3865">
              <a:extLst>
                <a:ext uri="{FF2B5EF4-FFF2-40B4-BE49-F238E27FC236}">
                  <a16:creationId xmlns:a16="http://schemas.microsoft.com/office/drawing/2014/main" id="{D3693CBB-7B2E-4D63-8379-01735A774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459"/>
              <a:ext cx="560" cy="368"/>
            </a:xfrm>
            <a:custGeom>
              <a:avLst/>
              <a:gdLst>
                <a:gd name="T0" fmla="*/ 20 w 224"/>
                <a:gd name="T1" fmla="*/ 2616 h 138"/>
                <a:gd name="T2" fmla="*/ 20 w 224"/>
                <a:gd name="T3" fmla="*/ 2275 h 138"/>
                <a:gd name="T4" fmla="*/ 125 w 224"/>
                <a:gd name="T5" fmla="*/ 1971 h 138"/>
                <a:gd name="T6" fmla="*/ 283 w 224"/>
                <a:gd name="T7" fmla="*/ 1571 h 138"/>
                <a:gd name="T8" fmla="*/ 783 w 224"/>
                <a:gd name="T9" fmla="*/ 1251 h 138"/>
                <a:gd name="T10" fmla="*/ 1000 w 224"/>
                <a:gd name="T11" fmla="*/ 968 h 138"/>
                <a:gd name="T12" fmla="*/ 1145 w 224"/>
                <a:gd name="T13" fmla="*/ 797 h 138"/>
                <a:gd name="T14" fmla="*/ 1833 w 224"/>
                <a:gd name="T15" fmla="*/ 589 h 138"/>
                <a:gd name="T16" fmla="*/ 2333 w 224"/>
                <a:gd name="T17" fmla="*/ 264 h 138"/>
                <a:gd name="T18" fmla="*/ 3145 w 224"/>
                <a:gd name="T19" fmla="*/ 285 h 138"/>
                <a:gd name="T20" fmla="*/ 3500 w 224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38">
                  <a:moveTo>
                    <a:pt x="1" y="138"/>
                  </a:moveTo>
                  <a:cubicBezTo>
                    <a:pt x="1" y="132"/>
                    <a:pt x="0" y="126"/>
                    <a:pt x="1" y="120"/>
                  </a:cubicBezTo>
                  <a:cubicBezTo>
                    <a:pt x="2" y="114"/>
                    <a:pt x="6" y="109"/>
                    <a:pt x="8" y="104"/>
                  </a:cubicBezTo>
                  <a:cubicBezTo>
                    <a:pt x="12" y="97"/>
                    <a:pt x="14" y="90"/>
                    <a:pt x="18" y="83"/>
                  </a:cubicBezTo>
                  <a:cubicBezTo>
                    <a:pt x="26" y="74"/>
                    <a:pt x="40" y="73"/>
                    <a:pt x="50" y="66"/>
                  </a:cubicBezTo>
                  <a:cubicBezTo>
                    <a:pt x="56" y="62"/>
                    <a:pt x="60" y="57"/>
                    <a:pt x="64" y="51"/>
                  </a:cubicBezTo>
                  <a:cubicBezTo>
                    <a:pt x="67" y="46"/>
                    <a:pt x="67" y="44"/>
                    <a:pt x="73" y="42"/>
                  </a:cubicBezTo>
                  <a:cubicBezTo>
                    <a:pt x="87" y="37"/>
                    <a:pt x="104" y="38"/>
                    <a:pt x="117" y="31"/>
                  </a:cubicBezTo>
                  <a:cubicBezTo>
                    <a:pt x="129" y="24"/>
                    <a:pt x="133" y="11"/>
                    <a:pt x="149" y="14"/>
                  </a:cubicBezTo>
                  <a:cubicBezTo>
                    <a:pt x="167" y="19"/>
                    <a:pt x="184" y="24"/>
                    <a:pt x="201" y="15"/>
                  </a:cubicBezTo>
                  <a:cubicBezTo>
                    <a:pt x="208" y="11"/>
                    <a:pt x="217" y="5"/>
                    <a:pt x="2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12" name="Freeform 3866">
              <a:extLst>
                <a:ext uri="{FF2B5EF4-FFF2-40B4-BE49-F238E27FC236}">
                  <a16:creationId xmlns:a16="http://schemas.microsoft.com/office/drawing/2014/main" id="{65E6C20A-C23C-4CFE-98FD-98C3FA0B4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781"/>
              <a:ext cx="65" cy="144"/>
            </a:xfrm>
            <a:custGeom>
              <a:avLst/>
              <a:gdLst>
                <a:gd name="T0" fmla="*/ 345 w 26"/>
                <a:gd name="T1" fmla="*/ 0 h 54"/>
                <a:gd name="T2" fmla="*/ 238 w 26"/>
                <a:gd name="T3" fmla="*/ 683 h 54"/>
                <a:gd name="T4" fmla="*/ 0 w 26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4">
                  <a:moveTo>
                    <a:pt x="22" y="0"/>
                  </a:moveTo>
                  <a:cubicBezTo>
                    <a:pt x="26" y="12"/>
                    <a:pt x="21" y="25"/>
                    <a:pt x="15" y="36"/>
                  </a:cubicBezTo>
                  <a:cubicBezTo>
                    <a:pt x="11" y="42"/>
                    <a:pt x="3" y="47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13" name="Freeform 3867">
              <a:extLst>
                <a:ext uri="{FF2B5EF4-FFF2-40B4-BE49-F238E27FC236}">
                  <a16:creationId xmlns:a16="http://schemas.microsoft.com/office/drawing/2014/main" id="{59D46661-DAD2-43C5-BAE8-FB53357F1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853"/>
              <a:ext cx="45" cy="187"/>
            </a:xfrm>
            <a:custGeom>
              <a:avLst/>
              <a:gdLst>
                <a:gd name="T0" fmla="*/ 283 w 18"/>
                <a:gd name="T1" fmla="*/ 0 h 70"/>
                <a:gd name="T2" fmla="*/ 83 w 18"/>
                <a:gd name="T3" fmla="*/ 227 h 70"/>
                <a:gd name="T4" fmla="*/ 20 w 18"/>
                <a:gd name="T5" fmla="*/ 743 h 70"/>
                <a:gd name="T6" fmla="*/ 0 w 18"/>
                <a:gd name="T7" fmla="*/ 133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0">
                  <a:moveTo>
                    <a:pt x="18" y="0"/>
                  </a:moveTo>
                  <a:cubicBezTo>
                    <a:pt x="12" y="4"/>
                    <a:pt x="8" y="5"/>
                    <a:pt x="5" y="12"/>
                  </a:cubicBezTo>
                  <a:cubicBezTo>
                    <a:pt x="1" y="20"/>
                    <a:pt x="2" y="30"/>
                    <a:pt x="1" y="39"/>
                  </a:cubicBezTo>
                  <a:cubicBezTo>
                    <a:pt x="0" y="49"/>
                    <a:pt x="1" y="59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14" name="Freeform 3868">
              <a:extLst>
                <a:ext uri="{FF2B5EF4-FFF2-40B4-BE49-F238E27FC236}">
                  <a16:creationId xmlns:a16="http://schemas.microsoft.com/office/drawing/2014/main" id="{993681CC-F340-4A53-AF49-9AF9D064A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963"/>
              <a:ext cx="27" cy="125"/>
            </a:xfrm>
            <a:custGeom>
              <a:avLst/>
              <a:gdLst>
                <a:gd name="T0" fmla="*/ 42 w 11"/>
                <a:gd name="T1" fmla="*/ 0 h 47"/>
                <a:gd name="T2" fmla="*/ 0 w 11"/>
                <a:gd name="T3" fmla="*/ 8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7">
                  <a:moveTo>
                    <a:pt x="3" y="0"/>
                  </a:moveTo>
                  <a:cubicBezTo>
                    <a:pt x="11" y="16"/>
                    <a:pt x="5" y="32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15" name="Freeform 3869">
              <a:extLst>
                <a:ext uri="{FF2B5EF4-FFF2-40B4-BE49-F238E27FC236}">
                  <a16:creationId xmlns:a16="http://schemas.microsoft.com/office/drawing/2014/main" id="{D9112FE7-0DA3-4097-8F77-C225EE7BB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075"/>
              <a:ext cx="23" cy="152"/>
            </a:xfrm>
            <a:custGeom>
              <a:avLst/>
              <a:gdLst>
                <a:gd name="T0" fmla="*/ 0 w 9"/>
                <a:gd name="T1" fmla="*/ 0 h 57"/>
                <a:gd name="T2" fmla="*/ 118 w 9"/>
                <a:gd name="T3" fmla="*/ 171 h 57"/>
                <a:gd name="T4" fmla="*/ 151 w 9"/>
                <a:gd name="T5" fmla="*/ 547 h 57"/>
                <a:gd name="T6" fmla="*/ 66 w 9"/>
                <a:gd name="T7" fmla="*/ 1059 h 57"/>
                <a:gd name="T8" fmla="*/ 84 w 9"/>
                <a:gd name="T9" fmla="*/ 105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1" y="4"/>
                    <a:pt x="5" y="5"/>
                    <a:pt x="7" y="9"/>
                  </a:cubicBezTo>
                  <a:cubicBezTo>
                    <a:pt x="9" y="14"/>
                    <a:pt x="8" y="23"/>
                    <a:pt x="9" y="29"/>
                  </a:cubicBezTo>
                  <a:cubicBezTo>
                    <a:pt x="9" y="39"/>
                    <a:pt x="7" y="47"/>
                    <a:pt x="4" y="56"/>
                  </a:cubicBezTo>
                  <a:cubicBezTo>
                    <a:pt x="4" y="57"/>
                    <a:pt x="4" y="57"/>
                    <a:pt x="5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16" name="Freeform 3870">
              <a:extLst>
                <a:ext uri="{FF2B5EF4-FFF2-40B4-BE49-F238E27FC236}">
                  <a16:creationId xmlns:a16="http://schemas.microsoft.com/office/drawing/2014/main" id="{E143ADF1-BBF4-43BC-A145-F2C77769A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355"/>
              <a:ext cx="75" cy="122"/>
            </a:xfrm>
            <a:custGeom>
              <a:avLst/>
              <a:gdLst>
                <a:gd name="T0" fmla="*/ 0 w 30"/>
                <a:gd name="T1" fmla="*/ 0 h 46"/>
                <a:gd name="T2" fmla="*/ 470 w 30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6">
                  <a:moveTo>
                    <a:pt x="0" y="0"/>
                  </a:moveTo>
                  <a:cubicBezTo>
                    <a:pt x="27" y="2"/>
                    <a:pt x="22" y="28"/>
                    <a:pt x="3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17" name="Freeform 3871">
              <a:extLst>
                <a:ext uri="{FF2B5EF4-FFF2-40B4-BE49-F238E27FC236}">
                  <a16:creationId xmlns:a16="http://schemas.microsoft.com/office/drawing/2014/main" id="{B1C2E016-6501-4E17-9A6C-44DC55418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645"/>
              <a:ext cx="58" cy="104"/>
            </a:xfrm>
            <a:custGeom>
              <a:avLst/>
              <a:gdLst>
                <a:gd name="T0" fmla="*/ 0 w 23"/>
                <a:gd name="T1" fmla="*/ 717 h 39"/>
                <a:gd name="T2" fmla="*/ 368 w 23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9">
                  <a:moveTo>
                    <a:pt x="0" y="38"/>
                  </a:moveTo>
                  <a:cubicBezTo>
                    <a:pt x="19" y="39"/>
                    <a:pt x="17" y="1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18" name="Freeform 3872">
              <a:extLst>
                <a:ext uri="{FF2B5EF4-FFF2-40B4-BE49-F238E27FC236}">
                  <a16:creationId xmlns:a16="http://schemas.microsoft.com/office/drawing/2014/main" id="{4409D9B1-4F10-4067-9522-1392E3A1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560"/>
              <a:ext cx="98" cy="91"/>
            </a:xfrm>
            <a:custGeom>
              <a:avLst/>
              <a:gdLst>
                <a:gd name="T0" fmla="*/ 0 w 39"/>
                <a:gd name="T1" fmla="*/ 423 h 34"/>
                <a:gd name="T2" fmla="*/ 618 w 39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4">
                  <a:moveTo>
                    <a:pt x="0" y="22"/>
                  </a:moveTo>
                  <a:cubicBezTo>
                    <a:pt x="15" y="34"/>
                    <a:pt x="34" y="1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19" name="Freeform 3873">
              <a:extLst>
                <a:ext uri="{FF2B5EF4-FFF2-40B4-BE49-F238E27FC236}">
                  <a16:creationId xmlns:a16="http://schemas.microsoft.com/office/drawing/2014/main" id="{A996D472-D3AE-490E-8E53-AD0150046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491"/>
              <a:ext cx="130" cy="66"/>
            </a:xfrm>
            <a:custGeom>
              <a:avLst/>
              <a:gdLst>
                <a:gd name="T0" fmla="*/ 0 w 52"/>
                <a:gd name="T1" fmla="*/ 459 h 25"/>
                <a:gd name="T2" fmla="*/ 458 w 52"/>
                <a:gd name="T3" fmla="*/ 55 h 25"/>
                <a:gd name="T4" fmla="*/ 813 w 52"/>
                <a:gd name="T5" fmla="*/ 3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5">
                  <a:moveTo>
                    <a:pt x="0" y="25"/>
                  </a:moveTo>
                  <a:cubicBezTo>
                    <a:pt x="0" y="13"/>
                    <a:pt x="19" y="4"/>
                    <a:pt x="29" y="3"/>
                  </a:cubicBezTo>
                  <a:cubicBezTo>
                    <a:pt x="36" y="2"/>
                    <a:pt x="44" y="0"/>
                    <a:pt x="52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20" name="Freeform 3874">
              <a:extLst>
                <a:ext uri="{FF2B5EF4-FFF2-40B4-BE49-F238E27FC236}">
                  <a16:creationId xmlns:a16="http://schemas.microsoft.com/office/drawing/2014/main" id="{04E16A5F-E7E7-497D-8507-DBB9FE467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509"/>
              <a:ext cx="120" cy="43"/>
            </a:xfrm>
            <a:custGeom>
              <a:avLst/>
              <a:gdLst>
                <a:gd name="T0" fmla="*/ 0 w 48"/>
                <a:gd name="T1" fmla="*/ 253 h 16"/>
                <a:gd name="T2" fmla="*/ 458 w 48"/>
                <a:gd name="T3" fmla="*/ 196 h 16"/>
                <a:gd name="T4" fmla="*/ 750 w 4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0" y="13"/>
                  </a:moveTo>
                  <a:cubicBezTo>
                    <a:pt x="10" y="15"/>
                    <a:pt x="20" y="16"/>
                    <a:pt x="29" y="10"/>
                  </a:cubicBezTo>
                  <a:cubicBezTo>
                    <a:pt x="35" y="7"/>
                    <a:pt x="43" y="4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21" name="Freeform 3875">
              <a:extLst>
                <a:ext uri="{FF2B5EF4-FFF2-40B4-BE49-F238E27FC236}">
                  <a16:creationId xmlns:a16="http://schemas.microsoft.com/office/drawing/2014/main" id="{68155AB3-3C4A-432A-B944-C0BE76D6A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456"/>
              <a:ext cx="145" cy="40"/>
            </a:xfrm>
            <a:custGeom>
              <a:avLst/>
              <a:gdLst>
                <a:gd name="T0" fmla="*/ 0 w 58"/>
                <a:gd name="T1" fmla="*/ 285 h 15"/>
                <a:gd name="T2" fmla="*/ 550 w 58"/>
                <a:gd name="T3" fmla="*/ 35 h 15"/>
                <a:gd name="T4" fmla="*/ 908 w 58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5">
                  <a:moveTo>
                    <a:pt x="0" y="15"/>
                  </a:moveTo>
                  <a:cubicBezTo>
                    <a:pt x="12" y="7"/>
                    <a:pt x="20" y="0"/>
                    <a:pt x="35" y="2"/>
                  </a:cubicBezTo>
                  <a:cubicBezTo>
                    <a:pt x="45" y="3"/>
                    <a:pt x="50" y="7"/>
                    <a:pt x="58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22" name="Freeform 3876">
              <a:extLst>
                <a:ext uri="{FF2B5EF4-FFF2-40B4-BE49-F238E27FC236}">
                  <a16:creationId xmlns:a16="http://schemas.microsoft.com/office/drawing/2014/main" id="{C707152C-BCF7-4CD3-9955-72219DA0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912"/>
              <a:ext cx="68" cy="117"/>
            </a:xfrm>
            <a:custGeom>
              <a:avLst/>
              <a:gdLst>
                <a:gd name="T0" fmla="*/ 242 w 27"/>
                <a:gd name="T1" fmla="*/ 827 h 44"/>
                <a:gd name="T2" fmla="*/ 431 w 27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4">
                  <a:moveTo>
                    <a:pt x="15" y="44"/>
                  </a:moveTo>
                  <a:cubicBezTo>
                    <a:pt x="0" y="31"/>
                    <a:pt x="19" y="12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23" name="Freeform 3877">
              <a:extLst>
                <a:ext uri="{FF2B5EF4-FFF2-40B4-BE49-F238E27FC236}">
                  <a16:creationId xmlns:a16="http://schemas.microsoft.com/office/drawing/2014/main" id="{50CC4CE1-140B-4329-94D3-E3491161E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669"/>
              <a:ext cx="83" cy="120"/>
            </a:xfrm>
            <a:custGeom>
              <a:avLst/>
              <a:gdLst>
                <a:gd name="T0" fmla="*/ 20 w 33"/>
                <a:gd name="T1" fmla="*/ 853 h 45"/>
                <a:gd name="T2" fmla="*/ 176 w 33"/>
                <a:gd name="T3" fmla="*/ 248 h 45"/>
                <a:gd name="T4" fmla="*/ 397 w 33"/>
                <a:gd name="T5" fmla="*/ 77 h 45"/>
                <a:gd name="T6" fmla="*/ 526 w 33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5">
                  <a:moveTo>
                    <a:pt x="1" y="45"/>
                  </a:moveTo>
                  <a:cubicBezTo>
                    <a:pt x="0" y="34"/>
                    <a:pt x="3" y="21"/>
                    <a:pt x="11" y="13"/>
                  </a:cubicBezTo>
                  <a:cubicBezTo>
                    <a:pt x="14" y="10"/>
                    <a:pt x="20" y="6"/>
                    <a:pt x="25" y="4"/>
                  </a:cubicBezTo>
                  <a:cubicBezTo>
                    <a:pt x="27" y="2"/>
                    <a:pt x="30" y="2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24" name="Freeform 3878">
              <a:extLst>
                <a:ext uri="{FF2B5EF4-FFF2-40B4-BE49-F238E27FC236}">
                  <a16:creationId xmlns:a16="http://schemas.microsoft.com/office/drawing/2014/main" id="{1812BFF6-6E19-441F-A32C-5D749CB89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475"/>
              <a:ext cx="623" cy="216"/>
            </a:xfrm>
            <a:custGeom>
              <a:avLst/>
              <a:gdLst>
                <a:gd name="T0" fmla="*/ 0 w 249"/>
                <a:gd name="T1" fmla="*/ 547 h 81"/>
                <a:gd name="T2" fmla="*/ 95 w 249"/>
                <a:gd name="T3" fmla="*/ 648 h 81"/>
                <a:gd name="T4" fmla="*/ 313 w 249"/>
                <a:gd name="T5" fmla="*/ 797 h 81"/>
                <a:gd name="T6" fmla="*/ 676 w 249"/>
                <a:gd name="T7" fmla="*/ 888 h 81"/>
                <a:gd name="T8" fmla="*/ 988 w 249"/>
                <a:gd name="T9" fmla="*/ 1216 h 81"/>
                <a:gd name="T10" fmla="*/ 1804 w 249"/>
                <a:gd name="T11" fmla="*/ 1251 h 81"/>
                <a:gd name="T12" fmla="*/ 2442 w 249"/>
                <a:gd name="T13" fmla="*/ 1365 h 81"/>
                <a:gd name="T14" fmla="*/ 3055 w 249"/>
                <a:gd name="T15" fmla="*/ 1059 h 81"/>
                <a:gd name="T16" fmla="*/ 3693 w 249"/>
                <a:gd name="T17" fmla="*/ 947 h 81"/>
                <a:gd name="T18" fmla="*/ 3881 w 249"/>
                <a:gd name="T19" fmla="*/ 341 h 81"/>
                <a:gd name="T20" fmla="*/ 3868 w 249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9" h="81">
                  <a:moveTo>
                    <a:pt x="0" y="29"/>
                  </a:moveTo>
                  <a:cubicBezTo>
                    <a:pt x="4" y="29"/>
                    <a:pt x="3" y="31"/>
                    <a:pt x="6" y="34"/>
                  </a:cubicBezTo>
                  <a:cubicBezTo>
                    <a:pt x="10" y="39"/>
                    <a:pt x="13" y="41"/>
                    <a:pt x="20" y="42"/>
                  </a:cubicBezTo>
                  <a:cubicBezTo>
                    <a:pt x="28" y="44"/>
                    <a:pt x="36" y="43"/>
                    <a:pt x="43" y="47"/>
                  </a:cubicBezTo>
                  <a:cubicBezTo>
                    <a:pt x="52" y="51"/>
                    <a:pt x="56" y="58"/>
                    <a:pt x="63" y="64"/>
                  </a:cubicBezTo>
                  <a:cubicBezTo>
                    <a:pt x="80" y="81"/>
                    <a:pt x="95" y="71"/>
                    <a:pt x="115" y="66"/>
                  </a:cubicBezTo>
                  <a:cubicBezTo>
                    <a:pt x="130" y="63"/>
                    <a:pt x="141" y="72"/>
                    <a:pt x="156" y="72"/>
                  </a:cubicBezTo>
                  <a:cubicBezTo>
                    <a:pt x="173" y="72"/>
                    <a:pt x="181" y="62"/>
                    <a:pt x="195" y="56"/>
                  </a:cubicBezTo>
                  <a:cubicBezTo>
                    <a:pt x="208" y="50"/>
                    <a:pt x="223" y="55"/>
                    <a:pt x="236" y="50"/>
                  </a:cubicBezTo>
                  <a:cubicBezTo>
                    <a:pt x="249" y="44"/>
                    <a:pt x="247" y="30"/>
                    <a:pt x="248" y="18"/>
                  </a:cubicBezTo>
                  <a:cubicBezTo>
                    <a:pt x="248" y="13"/>
                    <a:pt x="245" y="4"/>
                    <a:pt x="2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25" name="Freeform 3879">
              <a:extLst>
                <a:ext uri="{FF2B5EF4-FFF2-40B4-BE49-F238E27FC236}">
                  <a16:creationId xmlns:a16="http://schemas.microsoft.com/office/drawing/2014/main" id="{01FAC920-1604-45FB-9EAA-0C2A7C1AE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544"/>
              <a:ext cx="102" cy="51"/>
            </a:xfrm>
            <a:custGeom>
              <a:avLst/>
              <a:gdLst>
                <a:gd name="T0" fmla="*/ 0 w 41"/>
                <a:gd name="T1" fmla="*/ 21 h 19"/>
                <a:gd name="T2" fmla="*/ 403 w 41"/>
                <a:gd name="T3" fmla="*/ 81 h 19"/>
                <a:gd name="T4" fmla="*/ 632 w 41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9">
                  <a:moveTo>
                    <a:pt x="0" y="1"/>
                  </a:moveTo>
                  <a:cubicBezTo>
                    <a:pt x="7" y="4"/>
                    <a:pt x="18" y="0"/>
                    <a:pt x="26" y="4"/>
                  </a:cubicBezTo>
                  <a:cubicBezTo>
                    <a:pt x="31" y="7"/>
                    <a:pt x="39" y="13"/>
                    <a:pt x="41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26" name="Freeform 3880">
              <a:extLst>
                <a:ext uri="{FF2B5EF4-FFF2-40B4-BE49-F238E27FC236}">
                  <a16:creationId xmlns:a16="http://schemas.microsoft.com/office/drawing/2014/main" id="{03A83C49-0383-4119-B402-CFCAF8567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605"/>
              <a:ext cx="138" cy="46"/>
            </a:xfrm>
            <a:custGeom>
              <a:avLst/>
              <a:gdLst>
                <a:gd name="T0" fmla="*/ 0 w 55"/>
                <a:gd name="T1" fmla="*/ 103 h 17"/>
                <a:gd name="T2" fmla="*/ 693 w 55"/>
                <a:gd name="T3" fmla="*/ 138 h 17"/>
                <a:gd name="T4" fmla="*/ 868 w 55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0" y="5"/>
                  </a:moveTo>
                  <a:cubicBezTo>
                    <a:pt x="11" y="3"/>
                    <a:pt x="33" y="0"/>
                    <a:pt x="44" y="7"/>
                  </a:cubicBezTo>
                  <a:cubicBezTo>
                    <a:pt x="48" y="9"/>
                    <a:pt x="52" y="17"/>
                    <a:pt x="55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27" name="Freeform 3881">
              <a:extLst>
                <a:ext uri="{FF2B5EF4-FFF2-40B4-BE49-F238E27FC236}">
                  <a16:creationId xmlns:a16="http://schemas.microsoft.com/office/drawing/2014/main" id="{A1936C61-6D55-4E17-B1FC-40956A95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73"/>
              <a:ext cx="45" cy="115"/>
            </a:xfrm>
            <a:custGeom>
              <a:avLst/>
              <a:gdLst>
                <a:gd name="T0" fmla="*/ 0 w 18"/>
                <a:gd name="T1" fmla="*/ 0 h 43"/>
                <a:gd name="T2" fmla="*/ 83 w 18"/>
                <a:gd name="T3" fmla="*/ 479 h 43"/>
                <a:gd name="T4" fmla="*/ 283 w 18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1" y="10"/>
                    <a:pt x="0" y="16"/>
                    <a:pt x="5" y="25"/>
                  </a:cubicBezTo>
                  <a:cubicBezTo>
                    <a:pt x="9" y="32"/>
                    <a:pt x="13" y="38"/>
                    <a:pt x="18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28" name="Freeform 3882">
              <a:extLst>
                <a:ext uri="{FF2B5EF4-FFF2-40B4-BE49-F238E27FC236}">
                  <a16:creationId xmlns:a16="http://schemas.microsoft.com/office/drawing/2014/main" id="{BA3F8454-7513-4FE9-8137-9AAE0C6C2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3467"/>
              <a:ext cx="233" cy="234"/>
            </a:xfrm>
            <a:custGeom>
              <a:avLst/>
              <a:gdLst>
                <a:gd name="T0" fmla="*/ 0 w 93"/>
                <a:gd name="T1" fmla="*/ 0 h 88"/>
                <a:gd name="T2" fmla="*/ 313 w 93"/>
                <a:gd name="T3" fmla="*/ 468 h 88"/>
                <a:gd name="T4" fmla="*/ 501 w 93"/>
                <a:gd name="T5" fmla="*/ 508 h 88"/>
                <a:gd name="T6" fmla="*/ 616 w 93"/>
                <a:gd name="T7" fmla="*/ 771 h 88"/>
                <a:gd name="T8" fmla="*/ 742 w 93"/>
                <a:gd name="T9" fmla="*/ 1109 h 88"/>
                <a:gd name="T10" fmla="*/ 1117 w 93"/>
                <a:gd name="T11" fmla="*/ 1295 h 88"/>
                <a:gd name="T12" fmla="*/ 1350 w 93"/>
                <a:gd name="T13" fmla="*/ 1449 h 88"/>
                <a:gd name="T14" fmla="*/ 1431 w 93"/>
                <a:gd name="T15" fmla="*/ 1564 h 88"/>
                <a:gd name="T16" fmla="*/ 1463 w 93"/>
                <a:gd name="T17" fmla="*/ 1598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88">
                  <a:moveTo>
                    <a:pt x="0" y="0"/>
                  </a:moveTo>
                  <a:cubicBezTo>
                    <a:pt x="3" y="13"/>
                    <a:pt x="5" y="22"/>
                    <a:pt x="20" y="25"/>
                  </a:cubicBezTo>
                  <a:cubicBezTo>
                    <a:pt x="23" y="26"/>
                    <a:pt x="29" y="25"/>
                    <a:pt x="32" y="27"/>
                  </a:cubicBezTo>
                  <a:cubicBezTo>
                    <a:pt x="36" y="29"/>
                    <a:pt x="38" y="37"/>
                    <a:pt x="39" y="41"/>
                  </a:cubicBezTo>
                  <a:cubicBezTo>
                    <a:pt x="41" y="47"/>
                    <a:pt x="42" y="53"/>
                    <a:pt x="47" y="59"/>
                  </a:cubicBezTo>
                  <a:cubicBezTo>
                    <a:pt x="53" y="66"/>
                    <a:pt x="62" y="67"/>
                    <a:pt x="71" y="69"/>
                  </a:cubicBezTo>
                  <a:cubicBezTo>
                    <a:pt x="77" y="71"/>
                    <a:pt x="81" y="73"/>
                    <a:pt x="86" y="77"/>
                  </a:cubicBezTo>
                  <a:cubicBezTo>
                    <a:pt x="88" y="79"/>
                    <a:pt x="89" y="81"/>
                    <a:pt x="91" y="83"/>
                  </a:cubicBezTo>
                  <a:cubicBezTo>
                    <a:pt x="92" y="84"/>
                    <a:pt x="92" y="88"/>
                    <a:pt x="93" y="8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29" name="Freeform 3883">
              <a:extLst>
                <a:ext uri="{FF2B5EF4-FFF2-40B4-BE49-F238E27FC236}">
                  <a16:creationId xmlns:a16="http://schemas.microsoft.com/office/drawing/2014/main" id="{85A39948-DE65-4989-B4D1-5E75D0D0E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584"/>
              <a:ext cx="120" cy="77"/>
            </a:xfrm>
            <a:custGeom>
              <a:avLst/>
              <a:gdLst>
                <a:gd name="T0" fmla="*/ 0 w 48"/>
                <a:gd name="T1" fmla="*/ 0 h 29"/>
                <a:gd name="T2" fmla="*/ 363 w 48"/>
                <a:gd name="T3" fmla="*/ 507 h 29"/>
                <a:gd name="T4" fmla="*/ 750 w 48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9">
                  <a:moveTo>
                    <a:pt x="0" y="0"/>
                  </a:moveTo>
                  <a:cubicBezTo>
                    <a:pt x="8" y="10"/>
                    <a:pt x="8" y="24"/>
                    <a:pt x="23" y="27"/>
                  </a:cubicBezTo>
                  <a:cubicBezTo>
                    <a:pt x="31" y="29"/>
                    <a:pt x="40" y="26"/>
                    <a:pt x="48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30" name="Freeform 3884">
              <a:extLst>
                <a:ext uri="{FF2B5EF4-FFF2-40B4-BE49-F238E27FC236}">
                  <a16:creationId xmlns:a16="http://schemas.microsoft.com/office/drawing/2014/main" id="{E5854264-4755-4BFD-9C9C-F5E33A47B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3533"/>
              <a:ext cx="75" cy="96"/>
            </a:xfrm>
            <a:custGeom>
              <a:avLst/>
              <a:gdLst>
                <a:gd name="T0" fmla="*/ 0 w 30"/>
                <a:gd name="T1" fmla="*/ 0 h 36"/>
                <a:gd name="T2" fmla="*/ 250 w 30"/>
                <a:gd name="T3" fmla="*/ 477 h 36"/>
                <a:gd name="T4" fmla="*/ 470 w 30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cubicBezTo>
                    <a:pt x="1" y="11"/>
                    <a:pt x="7" y="17"/>
                    <a:pt x="16" y="25"/>
                  </a:cubicBezTo>
                  <a:cubicBezTo>
                    <a:pt x="20" y="29"/>
                    <a:pt x="25" y="35"/>
                    <a:pt x="3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31" name="Freeform 3885">
              <a:extLst>
                <a:ext uri="{FF2B5EF4-FFF2-40B4-BE49-F238E27FC236}">
                  <a16:creationId xmlns:a16="http://schemas.microsoft.com/office/drawing/2014/main" id="{33853986-D44A-45FD-91B7-B7FD861C1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3611"/>
              <a:ext cx="170" cy="37"/>
            </a:xfrm>
            <a:custGeom>
              <a:avLst/>
              <a:gdLst>
                <a:gd name="T0" fmla="*/ 0 w 68"/>
                <a:gd name="T1" fmla="*/ 259 h 14"/>
                <a:gd name="T2" fmla="*/ 613 w 68"/>
                <a:gd name="T3" fmla="*/ 21 h 14"/>
                <a:gd name="T4" fmla="*/ 1050 w 68"/>
                <a:gd name="T5" fmla="*/ 111 h 14"/>
                <a:gd name="T6" fmla="*/ 1050 w 68"/>
                <a:gd name="T7" fmla="*/ 9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4">
                  <a:moveTo>
                    <a:pt x="0" y="14"/>
                  </a:moveTo>
                  <a:cubicBezTo>
                    <a:pt x="14" y="12"/>
                    <a:pt x="25" y="0"/>
                    <a:pt x="39" y="1"/>
                  </a:cubicBezTo>
                  <a:cubicBezTo>
                    <a:pt x="48" y="1"/>
                    <a:pt x="58" y="4"/>
                    <a:pt x="67" y="6"/>
                  </a:cubicBezTo>
                  <a:cubicBezTo>
                    <a:pt x="68" y="6"/>
                    <a:pt x="68" y="6"/>
                    <a:pt x="67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32" name="Freeform 3886">
              <a:extLst>
                <a:ext uri="{FF2B5EF4-FFF2-40B4-BE49-F238E27FC236}">
                  <a16:creationId xmlns:a16="http://schemas.microsoft.com/office/drawing/2014/main" id="{6819A7DA-6999-492F-A295-DF7A86BA2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3480"/>
              <a:ext cx="92" cy="133"/>
            </a:xfrm>
            <a:custGeom>
              <a:avLst/>
              <a:gdLst>
                <a:gd name="T0" fmla="*/ 0 w 37"/>
                <a:gd name="T1" fmla="*/ 942 h 50"/>
                <a:gd name="T2" fmla="*/ 259 w 37"/>
                <a:gd name="T3" fmla="*/ 827 h 50"/>
                <a:gd name="T4" fmla="*/ 370 w 37"/>
                <a:gd name="T5" fmla="*/ 511 h 50"/>
                <a:gd name="T6" fmla="*/ 525 w 37"/>
                <a:gd name="T7" fmla="*/ 261 h 50"/>
                <a:gd name="T8" fmla="*/ 537 w 3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0">
                  <a:moveTo>
                    <a:pt x="0" y="50"/>
                  </a:moveTo>
                  <a:cubicBezTo>
                    <a:pt x="5" y="48"/>
                    <a:pt x="13" y="49"/>
                    <a:pt x="17" y="44"/>
                  </a:cubicBezTo>
                  <a:cubicBezTo>
                    <a:pt x="20" y="39"/>
                    <a:pt x="21" y="32"/>
                    <a:pt x="24" y="27"/>
                  </a:cubicBezTo>
                  <a:cubicBezTo>
                    <a:pt x="28" y="22"/>
                    <a:pt x="32" y="19"/>
                    <a:pt x="34" y="14"/>
                  </a:cubicBezTo>
                  <a:cubicBezTo>
                    <a:pt x="35" y="10"/>
                    <a:pt x="37" y="1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33" name="Freeform 3887">
              <a:extLst>
                <a:ext uri="{FF2B5EF4-FFF2-40B4-BE49-F238E27FC236}">
                  <a16:creationId xmlns:a16="http://schemas.microsoft.com/office/drawing/2014/main" id="{40CEAF31-9163-49D7-9DC5-376C92EE0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565"/>
              <a:ext cx="148" cy="54"/>
            </a:xfrm>
            <a:custGeom>
              <a:avLst/>
              <a:gdLst>
                <a:gd name="T0" fmla="*/ 0 w 59"/>
                <a:gd name="T1" fmla="*/ 394 h 20"/>
                <a:gd name="T2" fmla="*/ 931 w 5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20">
                  <a:moveTo>
                    <a:pt x="0" y="20"/>
                  </a:moveTo>
                  <a:cubicBezTo>
                    <a:pt x="9" y="1"/>
                    <a:pt x="41" y="0"/>
                    <a:pt x="5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34" name="Freeform 3888">
              <a:extLst>
                <a:ext uri="{FF2B5EF4-FFF2-40B4-BE49-F238E27FC236}">
                  <a16:creationId xmlns:a16="http://schemas.microsoft.com/office/drawing/2014/main" id="{4046A78C-D00E-4592-BFE6-4D2FF94BC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659"/>
              <a:ext cx="120" cy="34"/>
            </a:xfrm>
            <a:custGeom>
              <a:avLst/>
              <a:gdLst>
                <a:gd name="T0" fmla="*/ 0 w 48"/>
                <a:gd name="T1" fmla="*/ 89 h 13"/>
                <a:gd name="T2" fmla="*/ 470 w 48"/>
                <a:gd name="T3" fmla="*/ 178 h 13"/>
                <a:gd name="T4" fmla="*/ 750 w 48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3">
                  <a:moveTo>
                    <a:pt x="0" y="5"/>
                  </a:moveTo>
                  <a:cubicBezTo>
                    <a:pt x="8" y="12"/>
                    <a:pt x="20" y="13"/>
                    <a:pt x="30" y="10"/>
                  </a:cubicBezTo>
                  <a:cubicBezTo>
                    <a:pt x="34" y="9"/>
                    <a:pt x="46" y="0"/>
                    <a:pt x="48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35" name="Freeform 3889">
              <a:extLst>
                <a:ext uri="{FF2B5EF4-FFF2-40B4-BE49-F238E27FC236}">
                  <a16:creationId xmlns:a16="http://schemas.microsoft.com/office/drawing/2014/main" id="{37DFA96C-402A-43B9-AF37-CC684FF7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3672"/>
              <a:ext cx="197" cy="59"/>
            </a:xfrm>
            <a:custGeom>
              <a:avLst/>
              <a:gdLst>
                <a:gd name="T0" fmla="*/ 0 w 79"/>
                <a:gd name="T1" fmla="*/ 215 h 22"/>
                <a:gd name="T2" fmla="*/ 436 w 79"/>
                <a:gd name="T3" fmla="*/ 56 h 22"/>
                <a:gd name="T4" fmla="*/ 746 w 79"/>
                <a:gd name="T5" fmla="*/ 35 h 22"/>
                <a:gd name="T6" fmla="*/ 1224 w 79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2">
                  <a:moveTo>
                    <a:pt x="0" y="11"/>
                  </a:moveTo>
                  <a:cubicBezTo>
                    <a:pt x="7" y="4"/>
                    <a:pt x="19" y="5"/>
                    <a:pt x="28" y="3"/>
                  </a:cubicBezTo>
                  <a:cubicBezTo>
                    <a:pt x="35" y="1"/>
                    <a:pt x="40" y="0"/>
                    <a:pt x="48" y="2"/>
                  </a:cubicBezTo>
                  <a:cubicBezTo>
                    <a:pt x="57" y="5"/>
                    <a:pt x="74" y="16"/>
                    <a:pt x="79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36" name="Freeform 3890">
              <a:extLst>
                <a:ext uri="{FF2B5EF4-FFF2-40B4-BE49-F238E27FC236}">
                  <a16:creationId xmlns:a16="http://schemas.microsoft.com/office/drawing/2014/main" id="{CBA3E9C8-DF5F-469D-BC0D-88F1A104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683"/>
              <a:ext cx="145" cy="32"/>
            </a:xfrm>
            <a:custGeom>
              <a:avLst/>
              <a:gdLst>
                <a:gd name="T0" fmla="*/ 0 w 58"/>
                <a:gd name="T1" fmla="*/ 0 h 12"/>
                <a:gd name="T2" fmla="*/ 458 w 58"/>
                <a:gd name="T3" fmla="*/ 93 h 12"/>
                <a:gd name="T4" fmla="*/ 783 w 58"/>
                <a:gd name="T5" fmla="*/ 93 h 12"/>
                <a:gd name="T6" fmla="*/ 908 w 58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6" y="12"/>
                    <a:pt x="19" y="7"/>
                    <a:pt x="29" y="5"/>
                  </a:cubicBezTo>
                  <a:cubicBezTo>
                    <a:pt x="36" y="4"/>
                    <a:pt x="43" y="3"/>
                    <a:pt x="50" y="5"/>
                  </a:cubicBezTo>
                  <a:cubicBezTo>
                    <a:pt x="53" y="7"/>
                    <a:pt x="55" y="9"/>
                    <a:pt x="58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37" name="Freeform 3891">
              <a:extLst>
                <a:ext uri="{FF2B5EF4-FFF2-40B4-BE49-F238E27FC236}">
                  <a16:creationId xmlns:a16="http://schemas.microsoft.com/office/drawing/2014/main" id="{653D41C9-6A54-4C61-B4A3-82BB7A310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619"/>
              <a:ext cx="115" cy="72"/>
            </a:xfrm>
            <a:custGeom>
              <a:avLst/>
              <a:gdLst>
                <a:gd name="T0" fmla="*/ 0 w 46"/>
                <a:gd name="T1" fmla="*/ 491 h 27"/>
                <a:gd name="T2" fmla="*/ 175 w 46"/>
                <a:gd name="T3" fmla="*/ 435 h 27"/>
                <a:gd name="T4" fmla="*/ 458 w 46"/>
                <a:gd name="T5" fmla="*/ 341 h 27"/>
                <a:gd name="T6" fmla="*/ 720 w 4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7">
                  <a:moveTo>
                    <a:pt x="0" y="26"/>
                  </a:moveTo>
                  <a:cubicBezTo>
                    <a:pt x="4" y="27"/>
                    <a:pt x="8" y="24"/>
                    <a:pt x="11" y="23"/>
                  </a:cubicBezTo>
                  <a:cubicBezTo>
                    <a:pt x="17" y="20"/>
                    <a:pt x="23" y="20"/>
                    <a:pt x="29" y="18"/>
                  </a:cubicBezTo>
                  <a:cubicBezTo>
                    <a:pt x="39" y="14"/>
                    <a:pt x="38" y="3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38" name="Freeform 3892">
              <a:extLst>
                <a:ext uri="{FF2B5EF4-FFF2-40B4-BE49-F238E27FC236}">
                  <a16:creationId xmlns:a16="http://schemas.microsoft.com/office/drawing/2014/main" id="{4C3CDCC4-2F82-4A8A-9B1A-DDC66B8EE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507"/>
              <a:ext cx="320" cy="141"/>
            </a:xfrm>
            <a:custGeom>
              <a:avLst/>
              <a:gdLst>
                <a:gd name="T0" fmla="*/ 0 w 128"/>
                <a:gd name="T1" fmla="*/ 0 h 53"/>
                <a:gd name="T2" fmla="*/ 800 w 128"/>
                <a:gd name="T3" fmla="*/ 77 h 53"/>
                <a:gd name="T4" fmla="*/ 1113 w 128"/>
                <a:gd name="T5" fmla="*/ 282 h 53"/>
                <a:gd name="T6" fmla="*/ 1408 w 128"/>
                <a:gd name="T7" fmla="*/ 341 h 53"/>
                <a:gd name="T8" fmla="*/ 1863 w 128"/>
                <a:gd name="T9" fmla="*/ 694 h 53"/>
                <a:gd name="T10" fmla="*/ 1970 w 128"/>
                <a:gd name="T11" fmla="*/ 865 h 53"/>
                <a:gd name="T12" fmla="*/ 2000 w 128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53">
                  <a:moveTo>
                    <a:pt x="0" y="0"/>
                  </a:moveTo>
                  <a:cubicBezTo>
                    <a:pt x="15" y="11"/>
                    <a:pt x="34" y="0"/>
                    <a:pt x="51" y="4"/>
                  </a:cubicBezTo>
                  <a:cubicBezTo>
                    <a:pt x="59" y="5"/>
                    <a:pt x="64" y="11"/>
                    <a:pt x="71" y="15"/>
                  </a:cubicBezTo>
                  <a:cubicBezTo>
                    <a:pt x="78" y="19"/>
                    <a:pt x="83" y="18"/>
                    <a:pt x="90" y="18"/>
                  </a:cubicBezTo>
                  <a:cubicBezTo>
                    <a:pt x="104" y="18"/>
                    <a:pt x="111" y="27"/>
                    <a:pt x="119" y="37"/>
                  </a:cubicBezTo>
                  <a:cubicBezTo>
                    <a:pt x="121" y="40"/>
                    <a:pt x="125" y="43"/>
                    <a:pt x="126" y="46"/>
                  </a:cubicBezTo>
                  <a:cubicBezTo>
                    <a:pt x="127" y="48"/>
                    <a:pt x="127" y="53"/>
                    <a:pt x="128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39" name="Freeform 3893">
              <a:extLst>
                <a:ext uri="{FF2B5EF4-FFF2-40B4-BE49-F238E27FC236}">
                  <a16:creationId xmlns:a16="http://schemas.microsoft.com/office/drawing/2014/main" id="{CDDDBC4B-1C13-47F7-A524-590207B0A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520"/>
              <a:ext cx="122" cy="32"/>
            </a:xfrm>
            <a:custGeom>
              <a:avLst/>
              <a:gdLst>
                <a:gd name="T0" fmla="*/ 0 w 49"/>
                <a:gd name="T1" fmla="*/ 93 h 12"/>
                <a:gd name="T2" fmla="*/ 466 w 49"/>
                <a:gd name="T3" fmla="*/ 149 h 12"/>
                <a:gd name="T4" fmla="*/ 757 w 4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2">
                  <a:moveTo>
                    <a:pt x="0" y="5"/>
                  </a:moveTo>
                  <a:cubicBezTo>
                    <a:pt x="11" y="10"/>
                    <a:pt x="18" y="12"/>
                    <a:pt x="30" y="8"/>
                  </a:cubicBezTo>
                  <a:cubicBezTo>
                    <a:pt x="37" y="6"/>
                    <a:pt x="42" y="2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40" name="Freeform 3894">
              <a:extLst>
                <a:ext uri="{FF2B5EF4-FFF2-40B4-BE49-F238E27FC236}">
                  <a16:creationId xmlns:a16="http://schemas.microsoft.com/office/drawing/2014/main" id="{37550AB1-5570-4679-A71D-34CA24C2F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472"/>
              <a:ext cx="75" cy="45"/>
            </a:xfrm>
            <a:custGeom>
              <a:avLst/>
              <a:gdLst>
                <a:gd name="T0" fmla="*/ 0 w 30"/>
                <a:gd name="T1" fmla="*/ 0 h 17"/>
                <a:gd name="T2" fmla="*/ 283 w 30"/>
                <a:gd name="T3" fmla="*/ 148 h 17"/>
                <a:gd name="T4" fmla="*/ 470 w 30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0" y="0"/>
                  </a:moveTo>
                  <a:cubicBezTo>
                    <a:pt x="6" y="2"/>
                    <a:pt x="13" y="3"/>
                    <a:pt x="18" y="8"/>
                  </a:cubicBezTo>
                  <a:cubicBezTo>
                    <a:pt x="22" y="11"/>
                    <a:pt x="25" y="15"/>
                    <a:pt x="30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41" name="Freeform 3895">
              <a:extLst>
                <a:ext uri="{FF2B5EF4-FFF2-40B4-BE49-F238E27FC236}">
                  <a16:creationId xmlns:a16="http://schemas.microsoft.com/office/drawing/2014/main" id="{31909A69-72E1-4E88-816C-63732CCE9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491"/>
              <a:ext cx="125" cy="72"/>
            </a:xfrm>
            <a:custGeom>
              <a:avLst/>
              <a:gdLst>
                <a:gd name="T0" fmla="*/ 0 w 50"/>
                <a:gd name="T1" fmla="*/ 149 h 27"/>
                <a:gd name="T2" fmla="*/ 550 w 50"/>
                <a:gd name="T3" fmla="*/ 171 h 27"/>
                <a:gd name="T4" fmla="*/ 750 w 50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7">
                  <a:moveTo>
                    <a:pt x="0" y="8"/>
                  </a:moveTo>
                  <a:cubicBezTo>
                    <a:pt x="11" y="6"/>
                    <a:pt x="25" y="0"/>
                    <a:pt x="35" y="9"/>
                  </a:cubicBezTo>
                  <a:cubicBezTo>
                    <a:pt x="39" y="12"/>
                    <a:pt x="50" y="22"/>
                    <a:pt x="48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42" name="Freeform 3896">
              <a:extLst>
                <a:ext uri="{FF2B5EF4-FFF2-40B4-BE49-F238E27FC236}">
                  <a16:creationId xmlns:a16="http://schemas.microsoft.com/office/drawing/2014/main" id="{9D4F082C-8F0A-4162-979C-2B718590D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536"/>
              <a:ext cx="305" cy="277"/>
            </a:xfrm>
            <a:custGeom>
              <a:avLst/>
              <a:gdLst>
                <a:gd name="T0" fmla="*/ 0 w 122"/>
                <a:gd name="T1" fmla="*/ 0 h 104"/>
                <a:gd name="T2" fmla="*/ 283 w 122"/>
                <a:gd name="T3" fmla="*/ 149 h 104"/>
                <a:gd name="T4" fmla="*/ 595 w 122"/>
                <a:gd name="T5" fmla="*/ 431 h 104"/>
                <a:gd name="T6" fmla="*/ 845 w 122"/>
                <a:gd name="T7" fmla="*/ 546 h 104"/>
                <a:gd name="T8" fmla="*/ 875 w 122"/>
                <a:gd name="T9" fmla="*/ 738 h 104"/>
                <a:gd name="T10" fmla="*/ 1000 w 122"/>
                <a:gd name="T11" fmla="*/ 908 h 104"/>
                <a:gd name="T12" fmla="*/ 1283 w 122"/>
                <a:gd name="T13" fmla="*/ 1092 h 104"/>
                <a:gd name="T14" fmla="*/ 1375 w 122"/>
                <a:gd name="T15" fmla="*/ 1510 h 104"/>
                <a:gd name="T16" fmla="*/ 1908 w 122"/>
                <a:gd name="T17" fmla="*/ 1966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104">
                  <a:moveTo>
                    <a:pt x="0" y="0"/>
                  </a:moveTo>
                  <a:cubicBezTo>
                    <a:pt x="6" y="4"/>
                    <a:pt x="13" y="4"/>
                    <a:pt x="18" y="8"/>
                  </a:cubicBezTo>
                  <a:cubicBezTo>
                    <a:pt x="25" y="14"/>
                    <a:pt x="28" y="20"/>
                    <a:pt x="38" y="23"/>
                  </a:cubicBezTo>
                  <a:cubicBezTo>
                    <a:pt x="44" y="25"/>
                    <a:pt x="51" y="23"/>
                    <a:pt x="54" y="29"/>
                  </a:cubicBezTo>
                  <a:cubicBezTo>
                    <a:pt x="56" y="32"/>
                    <a:pt x="55" y="36"/>
                    <a:pt x="56" y="39"/>
                  </a:cubicBezTo>
                  <a:cubicBezTo>
                    <a:pt x="58" y="43"/>
                    <a:pt x="61" y="45"/>
                    <a:pt x="64" y="48"/>
                  </a:cubicBezTo>
                  <a:cubicBezTo>
                    <a:pt x="69" y="52"/>
                    <a:pt x="78" y="54"/>
                    <a:pt x="82" y="58"/>
                  </a:cubicBezTo>
                  <a:cubicBezTo>
                    <a:pt x="88" y="64"/>
                    <a:pt x="85" y="73"/>
                    <a:pt x="88" y="80"/>
                  </a:cubicBezTo>
                  <a:cubicBezTo>
                    <a:pt x="93" y="99"/>
                    <a:pt x="108" y="97"/>
                    <a:pt x="122" y="10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43" name="Freeform 3897">
              <a:extLst>
                <a:ext uri="{FF2B5EF4-FFF2-40B4-BE49-F238E27FC236}">
                  <a16:creationId xmlns:a16="http://schemas.microsoft.com/office/drawing/2014/main" id="{355C4F97-202E-4B9F-9A23-A0DC40237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589"/>
              <a:ext cx="148" cy="182"/>
            </a:xfrm>
            <a:custGeom>
              <a:avLst/>
              <a:gdLst>
                <a:gd name="T0" fmla="*/ 20 w 59"/>
                <a:gd name="T1" fmla="*/ 0 h 68"/>
                <a:gd name="T2" fmla="*/ 301 w 59"/>
                <a:gd name="T3" fmla="*/ 423 h 68"/>
                <a:gd name="T4" fmla="*/ 534 w 59"/>
                <a:gd name="T5" fmla="*/ 653 h 68"/>
                <a:gd name="T6" fmla="*/ 931 w 59"/>
                <a:gd name="T7" fmla="*/ 130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68">
                  <a:moveTo>
                    <a:pt x="1" y="0"/>
                  </a:moveTo>
                  <a:cubicBezTo>
                    <a:pt x="0" y="10"/>
                    <a:pt x="11" y="19"/>
                    <a:pt x="19" y="22"/>
                  </a:cubicBezTo>
                  <a:cubicBezTo>
                    <a:pt x="28" y="25"/>
                    <a:pt x="31" y="25"/>
                    <a:pt x="34" y="34"/>
                  </a:cubicBezTo>
                  <a:cubicBezTo>
                    <a:pt x="40" y="49"/>
                    <a:pt x="51" y="56"/>
                    <a:pt x="59" y="6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44" name="Freeform 3898">
              <a:extLst>
                <a:ext uri="{FF2B5EF4-FFF2-40B4-BE49-F238E27FC236}">
                  <a16:creationId xmlns:a16="http://schemas.microsoft.com/office/drawing/2014/main" id="{2FEFACAE-5B8B-4504-B9EE-352062954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789"/>
              <a:ext cx="77" cy="446"/>
            </a:xfrm>
            <a:custGeom>
              <a:avLst/>
              <a:gdLst>
                <a:gd name="T0" fmla="*/ 124 w 31"/>
                <a:gd name="T1" fmla="*/ 0 h 167"/>
                <a:gd name="T2" fmla="*/ 320 w 31"/>
                <a:gd name="T3" fmla="*/ 764 h 167"/>
                <a:gd name="T4" fmla="*/ 216 w 31"/>
                <a:gd name="T5" fmla="*/ 1354 h 167"/>
                <a:gd name="T6" fmla="*/ 412 w 31"/>
                <a:gd name="T7" fmla="*/ 1811 h 167"/>
                <a:gd name="T8" fmla="*/ 216 w 31"/>
                <a:gd name="T9" fmla="*/ 2647 h 167"/>
                <a:gd name="T10" fmla="*/ 154 w 31"/>
                <a:gd name="T11" fmla="*/ 3031 h 167"/>
                <a:gd name="T12" fmla="*/ 0 w 31"/>
                <a:gd name="T13" fmla="*/ 3181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67">
                  <a:moveTo>
                    <a:pt x="8" y="0"/>
                  </a:moveTo>
                  <a:cubicBezTo>
                    <a:pt x="8" y="15"/>
                    <a:pt x="25" y="23"/>
                    <a:pt x="21" y="40"/>
                  </a:cubicBezTo>
                  <a:cubicBezTo>
                    <a:pt x="19" y="50"/>
                    <a:pt x="11" y="60"/>
                    <a:pt x="14" y="71"/>
                  </a:cubicBezTo>
                  <a:cubicBezTo>
                    <a:pt x="16" y="80"/>
                    <a:pt x="25" y="85"/>
                    <a:pt x="27" y="95"/>
                  </a:cubicBezTo>
                  <a:cubicBezTo>
                    <a:pt x="31" y="112"/>
                    <a:pt x="11" y="122"/>
                    <a:pt x="14" y="139"/>
                  </a:cubicBezTo>
                  <a:cubicBezTo>
                    <a:pt x="15" y="148"/>
                    <a:pt x="17" y="151"/>
                    <a:pt x="10" y="159"/>
                  </a:cubicBezTo>
                  <a:cubicBezTo>
                    <a:pt x="8" y="162"/>
                    <a:pt x="4" y="166"/>
                    <a:pt x="0" y="16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45" name="Freeform 3899">
              <a:extLst>
                <a:ext uri="{FF2B5EF4-FFF2-40B4-BE49-F238E27FC236}">
                  <a16:creationId xmlns:a16="http://schemas.microsoft.com/office/drawing/2014/main" id="{EA0F8C64-AE74-44CE-89B1-2846375F4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981"/>
              <a:ext cx="15" cy="152"/>
            </a:xfrm>
            <a:custGeom>
              <a:avLst/>
              <a:gdLst>
                <a:gd name="T0" fmla="*/ 50 w 6"/>
                <a:gd name="T1" fmla="*/ 0 h 57"/>
                <a:gd name="T2" fmla="*/ 0 w 6"/>
                <a:gd name="T3" fmla="*/ 589 h 57"/>
                <a:gd name="T4" fmla="*/ 83 w 6"/>
                <a:gd name="T5" fmla="*/ 853 h 57"/>
                <a:gd name="T6" fmla="*/ 83 w 6"/>
                <a:gd name="T7" fmla="*/ 108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7">
                  <a:moveTo>
                    <a:pt x="3" y="0"/>
                  </a:moveTo>
                  <a:cubicBezTo>
                    <a:pt x="6" y="12"/>
                    <a:pt x="0" y="20"/>
                    <a:pt x="0" y="31"/>
                  </a:cubicBezTo>
                  <a:cubicBezTo>
                    <a:pt x="1" y="36"/>
                    <a:pt x="4" y="40"/>
                    <a:pt x="5" y="45"/>
                  </a:cubicBezTo>
                  <a:cubicBezTo>
                    <a:pt x="5" y="49"/>
                    <a:pt x="3" y="53"/>
                    <a:pt x="5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46" name="Freeform 3900">
              <a:extLst>
                <a:ext uri="{FF2B5EF4-FFF2-40B4-BE49-F238E27FC236}">
                  <a16:creationId xmlns:a16="http://schemas.microsoft.com/office/drawing/2014/main" id="{EB1D3F94-96C7-4AA7-BC8F-28031ECF2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2877"/>
              <a:ext cx="25" cy="147"/>
            </a:xfrm>
            <a:custGeom>
              <a:avLst/>
              <a:gdLst>
                <a:gd name="T0" fmla="*/ 0 w 10"/>
                <a:gd name="T1" fmla="*/ 0 h 55"/>
                <a:gd name="T2" fmla="*/ 113 w 10"/>
                <a:gd name="T3" fmla="*/ 208 h 55"/>
                <a:gd name="T4" fmla="*/ 113 w 10"/>
                <a:gd name="T5" fmla="*/ 556 h 55"/>
                <a:gd name="T6" fmla="*/ 33 w 10"/>
                <a:gd name="T7" fmla="*/ 105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5">
                  <a:moveTo>
                    <a:pt x="0" y="0"/>
                  </a:moveTo>
                  <a:cubicBezTo>
                    <a:pt x="2" y="4"/>
                    <a:pt x="5" y="7"/>
                    <a:pt x="7" y="11"/>
                  </a:cubicBezTo>
                  <a:cubicBezTo>
                    <a:pt x="10" y="18"/>
                    <a:pt x="9" y="22"/>
                    <a:pt x="7" y="29"/>
                  </a:cubicBezTo>
                  <a:cubicBezTo>
                    <a:pt x="6" y="36"/>
                    <a:pt x="7" y="50"/>
                    <a:pt x="2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47" name="Freeform 3901">
              <a:extLst>
                <a:ext uri="{FF2B5EF4-FFF2-40B4-BE49-F238E27FC236}">
                  <a16:creationId xmlns:a16="http://schemas.microsoft.com/office/drawing/2014/main" id="{69D06E37-6585-4605-8943-8FDC273C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2960"/>
              <a:ext cx="45" cy="349"/>
            </a:xfrm>
            <a:custGeom>
              <a:avLst/>
              <a:gdLst>
                <a:gd name="T0" fmla="*/ 0 w 18"/>
                <a:gd name="T1" fmla="*/ 0 h 131"/>
                <a:gd name="T2" fmla="*/ 220 w 18"/>
                <a:gd name="T3" fmla="*/ 703 h 131"/>
                <a:gd name="T4" fmla="*/ 125 w 18"/>
                <a:gd name="T5" fmla="*/ 1399 h 131"/>
                <a:gd name="T6" fmla="*/ 283 w 18"/>
                <a:gd name="T7" fmla="*/ 1718 h 131"/>
                <a:gd name="T8" fmla="*/ 208 w 18"/>
                <a:gd name="T9" fmla="*/ 2043 h 131"/>
                <a:gd name="T10" fmla="*/ 208 w 18"/>
                <a:gd name="T11" fmla="*/ 2478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1">
                  <a:moveTo>
                    <a:pt x="0" y="0"/>
                  </a:moveTo>
                  <a:cubicBezTo>
                    <a:pt x="6" y="11"/>
                    <a:pt x="17" y="23"/>
                    <a:pt x="14" y="37"/>
                  </a:cubicBezTo>
                  <a:cubicBezTo>
                    <a:pt x="11" y="49"/>
                    <a:pt x="1" y="63"/>
                    <a:pt x="8" y="74"/>
                  </a:cubicBezTo>
                  <a:cubicBezTo>
                    <a:pt x="11" y="80"/>
                    <a:pt x="17" y="83"/>
                    <a:pt x="18" y="91"/>
                  </a:cubicBezTo>
                  <a:cubicBezTo>
                    <a:pt x="18" y="97"/>
                    <a:pt x="15" y="102"/>
                    <a:pt x="13" y="108"/>
                  </a:cubicBezTo>
                  <a:cubicBezTo>
                    <a:pt x="11" y="114"/>
                    <a:pt x="9" y="126"/>
                    <a:pt x="13" y="1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48" name="Freeform 3902">
              <a:extLst>
                <a:ext uri="{FF2B5EF4-FFF2-40B4-BE49-F238E27FC236}">
                  <a16:creationId xmlns:a16="http://schemas.microsoft.com/office/drawing/2014/main" id="{0CFED166-B578-45BA-88EB-E09AC941F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3141"/>
              <a:ext cx="35" cy="184"/>
            </a:xfrm>
            <a:custGeom>
              <a:avLst/>
              <a:gdLst>
                <a:gd name="T0" fmla="*/ 145 w 14"/>
                <a:gd name="T1" fmla="*/ 0 h 69"/>
                <a:gd name="T2" fmla="*/ 50 w 14"/>
                <a:gd name="T3" fmla="*/ 397 h 69"/>
                <a:gd name="T4" fmla="*/ 95 w 14"/>
                <a:gd name="T5" fmla="*/ 853 h 69"/>
                <a:gd name="T6" fmla="*/ 220 w 14"/>
                <a:gd name="T7" fmla="*/ 1309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9">
                  <a:moveTo>
                    <a:pt x="9" y="0"/>
                  </a:moveTo>
                  <a:cubicBezTo>
                    <a:pt x="10" y="8"/>
                    <a:pt x="5" y="14"/>
                    <a:pt x="3" y="21"/>
                  </a:cubicBezTo>
                  <a:cubicBezTo>
                    <a:pt x="0" y="30"/>
                    <a:pt x="3" y="36"/>
                    <a:pt x="6" y="45"/>
                  </a:cubicBezTo>
                  <a:cubicBezTo>
                    <a:pt x="9" y="52"/>
                    <a:pt x="14" y="63"/>
                    <a:pt x="14" y="6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49" name="Freeform 3903">
              <a:extLst>
                <a:ext uri="{FF2B5EF4-FFF2-40B4-BE49-F238E27FC236}">
                  <a16:creationId xmlns:a16="http://schemas.microsoft.com/office/drawing/2014/main" id="{3FA815DF-81AF-4C97-B579-24D66A541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733"/>
              <a:ext cx="100" cy="152"/>
            </a:xfrm>
            <a:custGeom>
              <a:avLst/>
              <a:gdLst>
                <a:gd name="T0" fmla="*/ 83 w 40"/>
                <a:gd name="T1" fmla="*/ 0 h 57"/>
                <a:gd name="T2" fmla="*/ 375 w 40"/>
                <a:gd name="T3" fmla="*/ 760 h 57"/>
                <a:gd name="T4" fmla="*/ 625 w 40"/>
                <a:gd name="T5" fmla="*/ 108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7">
                  <a:moveTo>
                    <a:pt x="5" y="0"/>
                  </a:moveTo>
                  <a:cubicBezTo>
                    <a:pt x="0" y="16"/>
                    <a:pt x="12" y="32"/>
                    <a:pt x="24" y="40"/>
                  </a:cubicBezTo>
                  <a:cubicBezTo>
                    <a:pt x="33" y="45"/>
                    <a:pt x="37" y="47"/>
                    <a:pt x="4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50" name="Freeform 3904">
              <a:extLst>
                <a:ext uri="{FF2B5EF4-FFF2-40B4-BE49-F238E27FC236}">
                  <a16:creationId xmlns:a16="http://schemas.microsoft.com/office/drawing/2014/main" id="{1C4DE88C-7098-4194-9F9A-8DDA743E6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829"/>
              <a:ext cx="37" cy="150"/>
            </a:xfrm>
            <a:custGeom>
              <a:avLst/>
              <a:gdLst>
                <a:gd name="T0" fmla="*/ 12 w 15"/>
                <a:gd name="T1" fmla="*/ 0 h 56"/>
                <a:gd name="T2" fmla="*/ 12 w 15"/>
                <a:gd name="T3" fmla="*/ 346 h 56"/>
                <a:gd name="T4" fmla="*/ 121 w 15"/>
                <a:gd name="T5" fmla="*/ 675 h 56"/>
                <a:gd name="T6" fmla="*/ 224 w 15"/>
                <a:gd name="T7" fmla="*/ 107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6">
                  <a:moveTo>
                    <a:pt x="1" y="0"/>
                  </a:moveTo>
                  <a:cubicBezTo>
                    <a:pt x="3" y="6"/>
                    <a:pt x="0" y="12"/>
                    <a:pt x="1" y="18"/>
                  </a:cubicBezTo>
                  <a:cubicBezTo>
                    <a:pt x="2" y="25"/>
                    <a:pt x="5" y="30"/>
                    <a:pt x="8" y="35"/>
                  </a:cubicBezTo>
                  <a:cubicBezTo>
                    <a:pt x="12" y="42"/>
                    <a:pt x="13" y="50"/>
                    <a:pt x="15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51" name="Freeform 3905">
              <a:extLst>
                <a:ext uri="{FF2B5EF4-FFF2-40B4-BE49-F238E27FC236}">
                  <a16:creationId xmlns:a16="http://schemas.microsoft.com/office/drawing/2014/main" id="{2E1C61DE-2E69-4A9C-8527-729B1A1C6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816"/>
              <a:ext cx="52" cy="163"/>
            </a:xfrm>
            <a:custGeom>
              <a:avLst/>
              <a:gdLst>
                <a:gd name="T0" fmla="*/ 30 w 21"/>
                <a:gd name="T1" fmla="*/ 0 h 61"/>
                <a:gd name="T2" fmla="*/ 42 w 21"/>
                <a:gd name="T3" fmla="*/ 321 h 61"/>
                <a:gd name="T4" fmla="*/ 30 w 21"/>
                <a:gd name="T5" fmla="*/ 649 h 61"/>
                <a:gd name="T6" fmla="*/ 319 w 21"/>
                <a:gd name="T7" fmla="*/ 116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61">
                  <a:moveTo>
                    <a:pt x="2" y="0"/>
                  </a:moveTo>
                  <a:cubicBezTo>
                    <a:pt x="1" y="6"/>
                    <a:pt x="4" y="11"/>
                    <a:pt x="3" y="17"/>
                  </a:cubicBezTo>
                  <a:cubicBezTo>
                    <a:pt x="3" y="23"/>
                    <a:pt x="0" y="28"/>
                    <a:pt x="2" y="34"/>
                  </a:cubicBezTo>
                  <a:cubicBezTo>
                    <a:pt x="4" y="42"/>
                    <a:pt x="15" y="54"/>
                    <a:pt x="21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52" name="Freeform 3906">
              <a:extLst>
                <a:ext uri="{FF2B5EF4-FFF2-40B4-BE49-F238E27FC236}">
                  <a16:creationId xmlns:a16="http://schemas.microsoft.com/office/drawing/2014/main" id="{065208DA-DB63-4CD3-8E31-5817A254B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648"/>
              <a:ext cx="67" cy="83"/>
            </a:xfrm>
            <a:custGeom>
              <a:avLst/>
              <a:gdLst>
                <a:gd name="T0" fmla="*/ 0 w 27"/>
                <a:gd name="T1" fmla="*/ 0 h 31"/>
                <a:gd name="T2" fmla="*/ 154 w 27"/>
                <a:gd name="T3" fmla="*/ 458 h 31"/>
                <a:gd name="T4" fmla="*/ 412 w 27"/>
                <a:gd name="T5" fmla="*/ 5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1">
                  <a:moveTo>
                    <a:pt x="0" y="0"/>
                  </a:moveTo>
                  <a:cubicBezTo>
                    <a:pt x="1" y="7"/>
                    <a:pt x="4" y="20"/>
                    <a:pt x="10" y="24"/>
                  </a:cubicBezTo>
                  <a:cubicBezTo>
                    <a:pt x="13" y="27"/>
                    <a:pt x="24" y="31"/>
                    <a:pt x="27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53" name="Freeform 3907">
              <a:extLst>
                <a:ext uri="{FF2B5EF4-FFF2-40B4-BE49-F238E27FC236}">
                  <a16:creationId xmlns:a16="http://schemas.microsoft.com/office/drawing/2014/main" id="{FAF704BF-F751-4B1C-A40D-BB5D657CF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523"/>
              <a:ext cx="100" cy="56"/>
            </a:xfrm>
            <a:custGeom>
              <a:avLst/>
              <a:gdLst>
                <a:gd name="T0" fmla="*/ 0 w 40"/>
                <a:gd name="T1" fmla="*/ 0 h 21"/>
                <a:gd name="T2" fmla="*/ 625 w 40"/>
                <a:gd name="T3" fmla="*/ 22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1">
                  <a:moveTo>
                    <a:pt x="0" y="0"/>
                  </a:moveTo>
                  <a:cubicBezTo>
                    <a:pt x="7" y="21"/>
                    <a:pt x="25" y="11"/>
                    <a:pt x="40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54" name="Freeform 3908">
              <a:extLst>
                <a:ext uri="{FF2B5EF4-FFF2-40B4-BE49-F238E27FC236}">
                  <a16:creationId xmlns:a16="http://schemas.microsoft.com/office/drawing/2014/main" id="{035427EB-2700-4B27-BB37-A17D51F2C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291"/>
              <a:ext cx="220" cy="274"/>
            </a:xfrm>
            <a:custGeom>
              <a:avLst/>
              <a:gdLst>
                <a:gd name="T0" fmla="*/ 0 w 88"/>
                <a:gd name="T1" fmla="*/ 1939 h 103"/>
                <a:gd name="T2" fmla="*/ 438 w 88"/>
                <a:gd name="T3" fmla="*/ 1450 h 103"/>
                <a:gd name="T4" fmla="*/ 1000 w 88"/>
                <a:gd name="T5" fmla="*/ 920 h 103"/>
                <a:gd name="T6" fmla="*/ 1188 w 88"/>
                <a:gd name="T7" fmla="*/ 261 h 103"/>
                <a:gd name="T8" fmla="*/ 1250 w 88"/>
                <a:gd name="T9" fmla="*/ 77 h 103"/>
                <a:gd name="T10" fmla="*/ 1375 w 88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03">
                  <a:moveTo>
                    <a:pt x="0" y="103"/>
                  </a:moveTo>
                  <a:cubicBezTo>
                    <a:pt x="14" y="102"/>
                    <a:pt x="26" y="90"/>
                    <a:pt x="28" y="77"/>
                  </a:cubicBezTo>
                  <a:cubicBezTo>
                    <a:pt x="32" y="56"/>
                    <a:pt x="50" y="60"/>
                    <a:pt x="64" y="49"/>
                  </a:cubicBezTo>
                  <a:cubicBezTo>
                    <a:pt x="73" y="43"/>
                    <a:pt x="73" y="24"/>
                    <a:pt x="76" y="14"/>
                  </a:cubicBezTo>
                  <a:cubicBezTo>
                    <a:pt x="77" y="11"/>
                    <a:pt x="78" y="6"/>
                    <a:pt x="80" y="4"/>
                  </a:cubicBezTo>
                  <a:cubicBezTo>
                    <a:pt x="83" y="2"/>
                    <a:pt x="86" y="3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55" name="Freeform 3909">
              <a:extLst>
                <a:ext uri="{FF2B5EF4-FFF2-40B4-BE49-F238E27FC236}">
                  <a16:creationId xmlns:a16="http://schemas.microsoft.com/office/drawing/2014/main" id="{F08C5A6F-1EF9-4492-B867-3DC8A1F7F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211"/>
              <a:ext cx="47" cy="122"/>
            </a:xfrm>
            <a:custGeom>
              <a:avLst/>
              <a:gdLst>
                <a:gd name="T0" fmla="*/ 287 w 19"/>
                <a:gd name="T1" fmla="*/ 0 h 46"/>
                <a:gd name="T2" fmla="*/ 228 w 19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0" y="5"/>
                    <a:pt x="14" y="34"/>
                    <a:pt x="15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56" name="Freeform 3910">
              <a:extLst>
                <a:ext uri="{FF2B5EF4-FFF2-40B4-BE49-F238E27FC236}">
                  <a16:creationId xmlns:a16="http://schemas.microsoft.com/office/drawing/2014/main" id="{FAFCE8CD-A48F-41FF-8876-09C229675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3323"/>
              <a:ext cx="82" cy="120"/>
            </a:xfrm>
            <a:custGeom>
              <a:avLst/>
              <a:gdLst>
                <a:gd name="T0" fmla="*/ 507 w 33"/>
                <a:gd name="T1" fmla="*/ 0 h 45"/>
                <a:gd name="T2" fmla="*/ 137 w 33"/>
                <a:gd name="T3" fmla="*/ 477 h 45"/>
                <a:gd name="T4" fmla="*/ 0 w 33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22" y="2"/>
                    <a:pt x="12" y="15"/>
                    <a:pt x="9" y="25"/>
                  </a:cubicBezTo>
                  <a:cubicBezTo>
                    <a:pt x="7" y="31"/>
                    <a:pt x="6" y="44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57" name="Freeform 3911">
              <a:extLst>
                <a:ext uri="{FF2B5EF4-FFF2-40B4-BE49-F238E27FC236}">
                  <a16:creationId xmlns:a16="http://schemas.microsoft.com/office/drawing/2014/main" id="{33230436-F909-43CC-9DDA-B32C27434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432"/>
              <a:ext cx="97" cy="101"/>
            </a:xfrm>
            <a:custGeom>
              <a:avLst/>
              <a:gdLst>
                <a:gd name="T0" fmla="*/ 0 w 39"/>
                <a:gd name="T1" fmla="*/ 712 h 38"/>
                <a:gd name="T2" fmla="*/ 433 w 39"/>
                <a:gd name="T3" fmla="*/ 409 h 38"/>
                <a:gd name="T4" fmla="*/ 599 w 39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8">
                  <a:moveTo>
                    <a:pt x="0" y="38"/>
                  </a:moveTo>
                  <a:cubicBezTo>
                    <a:pt x="14" y="38"/>
                    <a:pt x="22" y="35"/>
                    <a:pt x="28" y="22"/>
                  </a:cubicBezTo>
                  <a:cubicBezTo>
                    <a:pt x="32" y="15"/>
                    <a:pt x="35" y="7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58" name="Freeform 3912">
              <a:extLst>
                <a:ext uri="{FF2B5EF4-FFF2-40B4-BE49-F238E27FC236}">
                  <a16:creationId xmlns:a16="http://schemas.microsoft.com/office/drawing/2014/main" id="{E6F1A9F7-18F9-41E1-BD12-9C80C0FD8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461"/>
              <a:ext cx="80" cy="70"/>
            </a:xfrm>
            <a:custGeom>
              <a:avLst/>
              <a:gdLst>
                <a:gd name="T0" fmla="*/ 20 w 32"/>
                <a:gd name="T1" fmla="*/ 485 h 26"/>
                <a:gd name="T2" fmla="*/ 0 w 32"/>
                <a:gd name="T3" fmla="*/ 506 h 26"/>
                <a:gd name="T4" fmla="*/ 208 w 32"/>
                <a:gd name="T5" fmla="*/ 59 h 26"/>
                <a:gd name="T6" fmla="*/ 500 w 3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6">
                  <a:moveTo>
                    <a:pt x="1" y="25"/>
                  </a:moveTo>
                  <a:cubicBezTo>
                    <a:pt x="1" y="26"/>
                    <a:pt x="1" y="26"/>
                    <a:pt x="0" y="26"/>
                  </a:cubicBezTo>
                  <a:cubicBezTo>
                    <a:pt x="1" y="19"/>
                    <a:pt x="5" y="7"/>
                    <a:pt x="13" y="3"/>
                  </a:cubicBezTo>
                  <a:cubicBezTo>
                    <a:pt x="19" y="0"/>
                    <a:pt x="26" y="3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59" name="Freeform 3913">
              <a:extLst>
                <a:ext uri="{FF2B5EF4-FFF2-40B4-BE49-F238E27FC236}">
                  <a16:creationId xmlns:a16="http://schemas.microsoft.com/office/drawing/2014/main" id="{B3079C35-FAF1-4C33-9BF3-31E15A9FA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269"/>
              <a:ext cx="87" cy="131"/>
            </a:xfrm>
            <a:custGeom>
              <a:avLst/>
              <a:gdLst>
                <a:gd name="T0" fmla="*/ 0 w 35"/>
                <a:gd name="T1" fmla="*/ 936 h 49"/>
                <a:gd name="T2" fmla="*/ 507 w 35"/>
                <a:gd name="T3" fmla="*/ 594 h 49"/>
                <a:gd name="T4" fmla="*/ 495 w 35"/>
                <a:gd name="T5" fmla="*/ 251 h 49"/>
                <a:gd name="T6" fmla="*/ 445 w 35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9">
                  <a:moveTo>
                    <a:pt x="0" y="49"/>
                  </a:moveTo>
                  <a:cubicBezTo>
                    <a:pt x="11" y="43"/>
                    <a:pt x="31" y="46"/>
                    <a:pt x="33" y="31"/>
                  </a:cubicBezTo>
                  <a:cubicBezTo>
                    <a:pt x="35" y="25"/>
                    <a:pt x="33" y="19"/>
                    <a:pt x="32" y="13"/>
                  </a:cubicBezTo>
                  <a:cubicBezTo>
                    <a:pt x="30" y="9"/>
                    <a:pt x="27" y="5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60" name="Oval 3914">
              <a:extLst>
                <a:ext uri="{FF2B5EF4-FFF2-40B4-BE49-F238E27FC236}">
                  <a16:creationId xmlns:a16="http://schemas.microsoft.com/office/drawing/2014/main" id="{6073DA2A-62C6-4464-857C-A06493E7E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451"/>
              <a:ext cx="1203" cy="1282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0561" name="Freeform 3915">
              <a:extLst>
                <a:ext uri="{FF2B5EF4-FFF2-40B4-BE49-F238E27FC236}">
                  <a16:creationId xmlns:a16="http://schemas.microsoft.com/office/drawing/2014/main" id="{2ECAFAEE-D838-45ED-8381-7FE58D1F1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552"/>
              <a:ext cx="947" cy="1045"/>
            </a:xfrm>
            <a:custGeom>
              <a:avLst/>
              <a:gdLst>
                <a:gd name="T0" fmla="*/ 0 w 379"/>
                <a:gd name="T1" fmla="*/ 3823 h 392"/>
                <a:gd name="T2" fmla="*/ 887 w 379"/>
                <a:gd name="T3" fmla="*/ 946 h 392"/>
                <a:gd name="T4" fmla="*/ 2933 w 379"/>
                <a:gd name="T5" fmla="*/ 0 h 392"/>
                <a:gd name="T6" fmla="*/ 4945 w 379"/>
                <a:gd name="T7" fmla="*/ 776 h 392"/>
                <a:gd name="T8" fmla="*/ 5912 w 379"/>
                <a:gd name="T9" fmla="*/ 3823 h 392"/>
                <a:gd name="T10" fmla="*/ 2946 w 379"/>
                <a:gd name="T11" fmla="*/ 7427 h 392"/>
                <a:gd name="T12" fmla="*/ 0 w 379"/>
                <a:gd name="T13" fmla="*/ 3823 h 3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9" h="392">
                  <a:moveTo>
                    <a:pt x="0" y="202"/>
                  </a:moveTo>
                  <a:cubicBezTo>
                    <a:pt x="0" y="147"/>
                    <a:pt x="19" y="88"/>
                    <a:pt x="57" y="50"/>
                  </a:cubicBezTo>
                  <a:cubicBezTo>
                    <a:pt x="90" y="15"/>
                    <a:pt x="139" y="0"/>
                    <a:pt x="188" y="0"/>
                  </a:cubicBezTo>
                  <a:cubicBezTo>
                    <a:pt x="233" y="0"/>
                    <a:pt x="284" y="12"/>
                    <a:pt x="317" y="41"/>
                  </a:cubicBezTo>
                  <a:cubicBezTo>
                    <a:pt x="361" y="79"/>
                    <a:pt x="379" y="142"/>
                    <a:pt x="379" y="202"/>
                  </a:cubicBezTo>
                  <a:cubicBezTo>
                    <a:pt x="379" y="307"/>
                    <a:pt x="294" y="392"/>
                    <a:pt x="189" y="392"/>
                  </a:cubicBezTo>
                  <a:cubicBezTo>
                    <a:pt x="85" y="392"/>
                    <a:pt x="0" y="307"/>
                    <a:pt x="0" y="20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62" name="Freeform 3916">
              <a:extLst>
                <a:ext uri="{FF2B5EF4-FFF2-40B4-BE49-F238E27FC236}">
                  <a16:creationId xmlns:a16="http://schemas.microsoft.com/office/drawing/2014/main" id="{5F93E578-6161-431B-BA2F-7BFC96162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661"/>
              <a:ext cx="28" cy="35"/>
            </a:xfrm>
            <a:custGeom>
              <a:avLst/>
              <a:gdLst>
                <a:gd name="T0" fmla="*/ 0 w 11"/>
                <a:gd name="T1" fmla="*/ 0 h 13"/>
                <a:gd name="T2" fmla="*/ 130 w 11"/>
                <a:gd name="T3" fmla="*/ 175 h 13"/>
                <a:gd name="T4" fmla="*/ 181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3"/>
                    <a:pt x="5" y="6"/>
                    <a:pt x="8" y="9"/>
                  </a:cubicBezTo>
                  <a:cubicBezTo>
                    <a:pt x="9" y="10"/>
                    <a:pt x="11" y="11"/>
                    <a:pt x="11" y="1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63" name="Freeform 3917">
              <a:extLst>
                <a:ext uri="{FF2B5EF4-FFF2-40B4-BE49-F238E27FC236}">
                  <a16:creationId xmlns:a16="http://schemas.microsoft.com/office/drawing/2014/main" id="{F061C84B-BB2F-4994-B835-47661D8DB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685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1"/>
                    <a:pt x="5" y="1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64" name="Freeform 3918">
              <a:extLst>
                <a:ext uri="{FF2B5EF4-FFF2-40B4-BE49-F238E27FC236}">
                  <a16:creationId xmlns:a16="http://schemas.microsoft.com/office/drawing/2014/main" id="{07EC7D60-2141-4139-BC68-F754486F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005"/>
              <a:ext cx="40" cy="11"/>
            </a:xfrm>
            <a:custGeom>
              <a:avLst/>
              <a:gdLst>
                <a:gd name="T0" fmla="*/ 0 w 16"/>
                <a:gd name="T1" fmla="*/ 0 h 4"/>
                <a:gd name="T2" fmla="*/ 250 w 16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5" y="3"/>
                    <a:pt x="11" y="4"/>
                    <a:pt x="16" y="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65" name="Freeform 3919">
              <a:extLst>
                <a:ext uri="{FF2B5EF4-FFF2-40B4-BE49-F238E27FC236}">
                  <a16:creationId xmlns:a16="http://schemas.microsoft.com/office/drawing/2014/main" id="{F0A41C98-C9D2-42C2-87D2-0AA501B6E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3016"/>
              <a:ext cx="7" cy="11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1"/>
                    <a:pt x="2" y="2"/>
                    <a:pt x="3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66" name="Freeform 3920">
              <a:extLst>
                <a:ext uri="{FF2B5EF4-FFF2-40B4-BE49-F238E27FC236}">
                  <a16:creationId xmlns:a16="http://schemas.microsoft.com/office/drawing/2014/main" id="{08D0C1E1-084B-4A41-84CE-96FFA519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355"/>
              <a:ext cx="37" cy="18"/>
            </a:xfrm>
            <a:custGeom>
              <a:avLst/>
              <a:gdLst>
                <a:gd name="T0" fmla="*/ 0 w 15"/>
                <a:gd name="T1" fmla="*/ 100 h 7"/>
                <a:gd name="T2" fmla="*/ 133 w 15"/>
                <a:gd name="T3" fmla="*/ 54 h 7"/>
                <a:gd name="T4" fmla="*/ 224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cubicBezTo>
                    <a:pt x="2" y="7"/>
                    <a:pt x="6" y="4"/>
                    <a:pt x="9" y="3"/>
                  </a:cubicBezTo>
                  <a:cubicBezTo>
                    <a:pt x="11" y="2"/>
                    <a:pt x="13" y="1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67" name="Freeform 3921">
              <a:extLst>
                <a:ext uri="{FF2B5EF4-FFF2-40B4-BE49-F238E27FC236}">
                  <a16:creationId xmlns:a16="http://schemas.microsoft.com/office/drawing/2014/main" id="{316FC210-0FA0-433C-8EC4-5293B7C14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360"/>
              <a:ext cx="12" cy="3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68" name="Freeform 3922">
              <a:extLst>
                <a:ext uri="{FF2B5EF4-FFF2-40B4-BE49-F238E27FC236}">
                  <a16:creationId xmlns:a16="http://schemas.microsoft.com/office/drawing/2014/main" id="{5CD4A55F-4FDA-47F8-A73E-86F54CD15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592"/>
              <a:ext cx="25" cy="35"/>
            </a:xfrm>
            <a:custGeom>
              <a:avLst/>
              <a:gdLst>
                <a:gd name="T0" fmla="*/ 0 w 10"/>
                <a:gd name="T1" fmla="*/ 253 h 13"/>
                <a:gd name="T2" fmla="*/ 158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5" y="11"/>
                    <a:pt x="7" y="4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69" name="Freeform 3923">
              <a:extLst>
                <a:ext uri="{FF2B5EF4-FFF2-40B4-BE49-F238E27FC236}">
                  <a16:creationId xmlns:a16="http://schemas.microsoft.com/office/drawing/2014/main" id="{5E893AAC-6D33-459F-BAF3-12D47909C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600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5" y="0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70" name="Freeform 3924">
              <a:extLst>
                <a:ext uri="{FF2B5EF4-FFF2-40B4-BE49-F238E27FC236}">
                  <a16:creationId xmlns:a16="http://schemas.microsoft.com/office/drawing/2014/main" id="{F4C501D3-D184-46F9-930A-025435C12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707"/>
              <a:ext cx="18" cy="40"/>
            </a:xfrm>
            <a:custGeom>
              <a:avLst/>
              <a:gdLst>
                <a:gd name="T0" fmla="*/ 118 w 7"/>
                <a:gd name="T1" fmla="*/ 0 h 15"/>
                <a:gd name="T2" fmla="*/ 0 w 7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7" y="5"/>
                    <a:pt x="4" y="11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71" name="Freeform 3925">
              <a:extLst>
                <a:ext uri="{FF2B5EF4-FFF2-40B4-BE49-F238E27FC236}">
                  <a16:creationId xmlns:a16="http://schemas.microsoft.com/office/drawing/2014/main" id="{927EDC37-35EC-4047-9C23-157E3D75C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3739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72" name="Freeform 3926">
              <a:extLst>
                <a:ext uri="{FF2B5EF4-FFF2-40B4-BE49-F238E27FC236}">
                  <a16:creationId xmlns:a16="http://schemas.microsoft.com/office/drawing/2014/main" id="{902E8505-BB1B-4A6C-95DB-F05E17FC9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720"/>
              <a:ext cx="17" cy="43"/>
            </a:xfrm>
            <a:custGeom>
              <a:avLst/>
              <a:gdLst>
                <a:gd name="T0" fmla="*/ 0 w 7"/>
                <a:gd name="T1" fmla="*/ 0 h 16"/>
                <a:gd name="T2" fmla="*/ 100 w 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6"/>
                    <a:pt x="4" y="11"/>
                    <a:pt x="7" y="1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73" name="Freeform 3927">
              <a:extLst>
                <a:ext uri="{FF2B5EF4-FFF2-40B4-BE49-F238E27FC236}">
                  <a16:creationId xmlns:a16="http://schemas.microsoft.com/office/drawing/2014/main" id="{32711CEC-83BE-48B6-BF15-B41C626F8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752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2"/>
                    <a:pt x="2" y="4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74" name="Freeform 3928">
              <a:extLst>
                <a:ext uri="{FF2B5EF4-FFF2-40B4-BE49-F238E27FC236}">
                  <a16:creationId xmlns:a16="http://schemas.microsoft.com/office/drawing/2014/main" id="{6AC12922-C128-48E5-A0F5-B571173C5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3571"/>
              <a:ext cx="27" cy="32"/>
            </a:xfrm>
            <a:custGeom>
              <a:avLst/>
              <a:gdLst>
                <a:gd name="T0" fmla="*/ 0 w 11"/>
                <a:gd name="T1" fmla="*/ 0 h 12"/>
                <a:gd name="T2" fmla="*/ 162 w 1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2" y="5"/>
                    <a:pt x="7" y="9"/>
                    <a:pt x="11" y="1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75" name="Freeform 3929">
              <a:extLst>
                <a:ext uri="{FF2B5EF4-FFF2-40B4-BE49-F238E27FC236}">
                  <a16:creationId xmlns:a16="http://schemas.microsoft.com/office/drawing/2014/main" id="{96DB66A7-A984-468A-9D5F-79CF6904A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579"/>
              <a:ext cx="13" cy="2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76" name="Freeform 3930">
              <a:extLst>
                <a:ext uri="{FF2B5EF4-FFF2-40B4-BE49-F238E27FC236}">
                  <a16:creationId xmlns:a16="http://schemas.microsoft.com/office/drawing/2014/main" id="{DF7A5473-C3E1-44D5-B2ED-A6ED88997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331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3" y="4"/>
                    <a:pt x="11" y="5"/>
                    <a:pt x="16" y="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77" name="Freeform 3931">
              <a:extLst>
                <a:ext uri="{FF2B5EF4-FFF2-40B4-BE49-F238E27FC236}">
                  <a16:creationId xmlns:a16="http://schemas.microsoft.com/office/drawing/2014/main" id="{7FC5CE91-011A-462E-AF2B-27DD20837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3344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2" y="3"/>
                    <a:pt x="2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78" name="Freeform 3932">
              <a:extLst>
                <a:ext uri="{FF2B5EF4-FFF2-40B4-BE49-F238E27FC236}">
                  <a16:creationId xmlns:a16="http://schemas.microsoft.com/office/drawing/2014/main" id="{2ABDFAE8-B524-49C9-9BF0-7F60B75C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3011"/>
              <a:ext cx="30" cy="8"/>
            </a:xfrm>
            <a:custGeom>
              <a:avLst/>
              <a:gdLst>
                <a:gd name="T0" fmla="*/ 0 w 12"/>
                <a:gd name="T1" fmla="*/ 56 h 3"/>
                <a:gd name="T2" fmla="*/ 188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6" y="3"/>
                    <a:pt x="7" y="1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79" name="Freeform 3933">
              <a:extLst>
                <a:ext uri="{FF2B5EF4-FFF2-40B4-BE49-F238E27FC236}">
                  <a16:creationId xmlns:a16="http://schemas.microsoft.com/office/drawing/2014/main" id="{AE05E3DD-F44F-49D8-BF74-E6E1199EE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667"/>
              <a:ext cx="30" cy="29"/>
            </a:xfrm>
            <a:custGeom>
              <a:avLst/>
              <a:gdLst>
                <a:gd name="T0" fmla="*/ 0 w 12"/>
                <a:gd name="T1" fmla="*/ 200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4" y="8"/>
                    <a:pt x="9" y="5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80" name="Freeform 3934">
              <a:extLst>
                <a:ext uri="{FF2B5EF4-FFF2-40B4-BE49-F238E27FC236}">
                  <a16:creationId xmlns:a16="http://schemas.microsoft.com/office/drawing/2014/main" id="{95AE29EB-770A-4144-9C5C-0B84B8ACF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688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28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2"/>
                    <a:pt x="0" y="5"/>
                    <a:pt x="2" y="7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81" name="Freeform 3935">
              <a:extLst>
                <a:ext uri="{FF2B5EF4-FFF2-40B4-BE49-F238E27FC236}">
                  <a16:creationId xmlns:a16="http://schemas.microsoft.com/office/drawing/2014/main" id="{CDF154CD-D0D2-4429-9FB8-BE3C1044B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451"/>
              <a:ext cx="20" cy="40"/>
            </a:xfrm>
            <a:custGeom>
              <a:avLst/>
              <a:gdLst>
                <a:gd name="T0" fmla="*/ 0 w 8"/>
                <a:gd name="T1" fmla="*/ 285 h 15"/>
                <a:gd name="T2" fmla="*/ 113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4" y="13"/>
                    <a:pt x="8" y="4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82" name="Freeform 3936">
              <a:extLst>
                <a:ext uri="{FF2B5EF4-FFF2-40B4-BE49-F238E27FC236}">
                  <a16:creationId xmlns:a16="http://schemas.microsoft.com/office/drawing/2014/main" id="{1EAF195F-C6E8-462E-970A-7CBF3FEA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453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2"/>
                    <a:pt x="3" y="1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83" name="Freeform 3937">
              <a:extLst>
                <a:ext uri="{FF2B5EF4-FFF2-40B4-BE49-F238E27FC236}">
                  <a16:creationId xmlns:a16="http://schemas.microsoft.com/office/drawing/2014/main" id="{26322707-30EB-4C5B-9EEC-49EF6501B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419"/>
              <a:ext cx="7" cy="42"/>
            </a:xfrm>
            <a:custGeom>
              <a:avLst/>
              <a:gdLst>
                <a:gd name="T0" fmla="*/ 0 w 3"/>
                <a:gd name="T1" fmla="*/ 0 h 16"/>
                <a:gd name="T2" fmla="*/ 37 w 3"/>
                <a:gd name="T3" fmla="*/ 179 h 16"/>
                <a:gd name="T4" fmla="*/ 37 w 3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0" y="3"/>
                    <a:pt x="2" y="7"/>
                    <a:pt x="3" y="10"/>
                  </a:cubicBezTo>
                  <a:cubicBezTo>
                    <a:pt x="3" y="12"/>
                    <a:pt x="3" y="14"/>
                    <a:pt x="3" y="1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84" name="Freeform 3938">
              <a:extLst>
                <a:ext uri="{FF2B5EF4-FFF2-40B4-BE49-F238E27FC236}">
                  <a16:creationId xmlns:a16="http://schemas.microsoft.com/office/drawing/2014/main" id="{9771F9DC-FAA8-4E90-87CD-A9D72C275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451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85" name="Freeform 3939">
              <a:extLst>
                <a:ext uri="{FF2B5EF4-FFF2-40B4-BE49-F238E27FC236}">
                  <a16:creationId xmlns:a16="http://schemas.microsoft.com/office/drawing/2014/main" id="{C0B25A4D-A9DB-44F5-A5A3-DE1EB7C56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3147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1" y="3"/>
                    <a:pt x="9" y="0"/>
                    <a:pt x="12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86" name="Freeform 3940">
              <a:extLst>
                <a:ext uri="{FF2B5EF4-FFF2-40B4-BE49-F238E27FC236}">
                  <a16:creationId xmlns:a16="http://schemas.microsoft.com/office/drawing/2014/main" id="{5130A369-678D-40BE-9E5F-FF549AC92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149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50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4" y="3"/>
                    <a:pt x="3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87" name="Freeform 3941">
              <a:extLst>
                <a:ext uri="{FF2B5EF4-FFF2-40B4-BE49-F238E27FC236}">
                  <a16:creationId xmlns:a16="http://schemas.microsoft.com/office/drawing/2014/main" id="{FCA00B94-C271-4FBD-B0E5-0CA82EF84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285"/>
              <a:ext cx="27" cy="16"/>
            </a:xfrm>
            <a:custGeom>
              <a:avLst/>
              <a:gdLst>
                <a:gd name="T0" fmla="*/ 0 w 11"/>
                <a:gd name="T1" fmla="*/ 0 h 6"/>
                <a:gd name="T2" fmla="*/ 91 w 11"/>
                <a:gd name="T3" fmla="*/ 77 h 6"/>
                <a:gd name="T4" fmla="*/ 162 w 11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1" y="2"/>
                    <a:pt x="4" y="2"/>
                    <a:pt x="6" y="4"/>
                  </a:cubicBezTo>
                  <a:cubicBezTo>
                    <a:pt x="8" y="5"/>
                    <a:pt x="9" y="6"/>
                    <a:pt x="11" y="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88" name="Freeform 3942">
              <a:extLst>
                <a:ext uri="{FF2B5EF4-FFF2-40B4-BE49-F238E27FC236}">
                  <a16:creationId xmlns:a16="http://schemas.microsoft.com/office/drawing/2014/main" id="{48AAFBFF-CFA4-4E17-B1D8-FC44C0BF5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291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1"/>
                    <a:pt x="5" y="0"/>
                    <a:pt x="7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89" name="Freeform 3943">
              <a:extLst>
                <a:ext uri="{FF2B5EF4-FFF2-40B4-BE49-F238E27FC236}">
                  <a16:creationId xmlns:a16="http://schemas.microsoft.com/office/drawing/2014/main" id="{2DC5B1D6-9F27-4FD9-8791-1AEE2DDF9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429"/>
              <a:ext cx="15" cy="30"/>
            </a:xfrm>
            <a:custGeom>
              <a:avLst/>
              <a:gdLst>
                <a:gd name="T0" fmla="*/ 20 w 6"/>
                <a:gd name="T1" fmla="*/ 0 h 11"/>
                <a:gd name="T2" fmla="*/ 95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1" y="0"/>
                  </a:moveTo>
                  <a:cubicBezTo>
                    <a:pt x="0" y="4"/>
                    <a:pt x="4" y="8"/>
                    <a:pt x="6" y="1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90" name="Freeform 3944">
              <a:extLst>
                <a:ext uri="{FF2B5EF4-FFF2-40B4-BE49-F238E27FC236}">
                  <a16:creationId xmlns:a16="http://schemas.microsoft.com/office/drawing/2014/main" id="{A202A608-A454-49C2-86A8-5B77C5F38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435"/>
              <a:ext cx="13" cy="8"/>
            </a:xfrm>
            <a:custGeom>
              <a:avLst/>
              <a:gdLst>
                <a:gd name="T0" fmla="*/ 0 w 5"/>
                <a:gd name="T1" fmla="*/ 0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3" y="1"/>
                    <a:pt x="5" y="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91" name="Freeform 3945">
              <a:extLst>
                <a:ext uri="{FF2B5EF4-FFF2-40B4-BE49-F238E27FC236}">
                  <a16:creationId xmlns:a16="http://schemas.microsoft.com/office/drawing/2014/main" id="{CE472349-AA84-4DDC-A0BC-AFA1BB09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525"/>
              <a:ext cx="8" cy="32"/>
            </a:xfrm>
            <a:custGeom>
              <a:avLst/>
              <a:gdLst>
                <a:gd name="T0" fmla="*/ 0 w 3"/>
                <a:gd name="T1" fmla="*/ 0 h 12"/>
                <a:gd name="T2" fmla="*/ 56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2" y="3"/>
                    <a:pt x="3" y="8"/>
                    <a:pt x="3" y="1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92" name="Freeform 3946">
              <a:extLst>
                <a:ext uri="{FF2B5EF4-FFF2-40B4-BE49-F238E27FC236}">
                  <a16:creationId xmlns:a16="http://schemas.microsoft.com/office/drawing/2014/main" id="{ECEB0096-135F-413E-866C-E7DF432CA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547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2" y="2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93" name="Freeform 3947">
              <a:extLst>
                <a:ext uri="{FF2B5EF4-FFF2-40B4-BE49-F238E27FC236}">
                  <a16:creationId xmlns:a16="http://schemas.microsoft.com/office/drawing/2014/main" id="{55FE51EF-A260-4D4B-9FE8-4791A9202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3531"/>
              <a:ext cx="13" cy="29"/>
            </a:xfrm>
            <a:custGeom>
              <a:avLst/>
              <a:gdLst>
                <a:gd name="T0" fmla="*/ 88 w 5"/>
                <a:gd name="T1" fmla="*/ 0 h 11"/>
                <a:gd name="T2" fmla="*/ 0 w 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5" y="2"/>
                    <a:pt x="2" y="10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94" name="Freeform 3948">
              <a:extLst>
                <a:ext uri="{FF2B5EF4-FFF2-40B4-BE49-F238E27FC236}">
                  <a16:creationId xmlns:a16="http://schemas.microsoft.com/office/drawing/2014/main" id="{F124F96F-F9EC-4588-A0DD-57ED85945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3533"/>
              <a:ext cx="13" cy="6"/>
            </a:xfrm>
            <a:custGeom>
              <a:avLst/>
              <a:gdLst>
                <a:gd name="T0" fmla="*/ 0 w 5"/>
                <a:gd name="T1" fmla="*/ 54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95" name="Freeform 3949">
              <a:extLst>
                <a:ext uri="{FF2B5EF4-FFF2-40B4-BE49-F238E27FC236}">
                  <a16:creationId xmlns:a16="http://schemas.microsoft.com/office/drawing/2014/main" id="{8CF4DA82-66DA-49F5-A640-197440129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472"/>
              <a:ext cx="20" cy="24"/>
            </a:xfrm>
            <a:custGeom>
              <a:avLst/>
              <a:gdLst>
                <a:gd name="T0" fmla="*/ 0 w 8"/>
                <a:gd name="T1" fmla="*/ 171 h 9"/>
                <a:gd name="T2" fmla="*/ 125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4" y="8"/>
                    <a:pt x="6" y="3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96" name="Freeform 3950">
              <a:extLst>
                <a:ext uri="{FF2B5EF4-FFF2-40B4-BE49-F238E27FC236}">
                  <a16:creationId xmlns:a16="http://schemas.microsoft.com/office/drawing/2014/main" id="{677130C8-F787-4340-A9D8-AE2D448AA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3477"/>
              <a:ext cx="12" cy="3"/>
            </a:xfrm>
            <a:custGeom>
              <a:avLst/>
              <a:gdLst>
                <a:gd name="T0" fmla="*/ 0 w 5"/>
                <a:gd name="T1" fmla="*/ 27 h 1"/>
                <a:gd name="T2" fmla="*/ 41 w 5"/>
                <a:gd name="T3" fmla="*/ 0 h 1"/>
                <a:gd name="T4" fmla="*/ 70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0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97" name="Freeform 3951">
              <a:extLst>
                <a:ext uri="{FF2B5EF4-FFF2-40B4-BE49-F238E27FC236}">
                  <a16:creationId xmlns:a16="http://schemas.microsoft.com/office/drawing/2014/main" id="{32A4F9A3-7B08-4665-ADA1-5E238F488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371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4" y="5"/>
                    <a:pt x="7" y="3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98" name="Freeform 3952">
              <a:extLst>
                <a:ext uri="{FF2B5EF4-FFF2-40B4-BE49-F238E27FC236}">
                  <a16:creationId xmlns:a16="http://schemas.microsoft.com/office/drawing/2014/main" id="{8DD08185-AC98-4D1B-8C82-2D13F056B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3376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599" name="Freeform 3953">
              <a:extLst>
                <a:ext uri="{FF2B5EF4-FFF2-40B4-BE49-F238E27FC236}">
                  <a16:creationId xmlns:a16="http://schemas.microsoft.com/office/drawing/2014/main" id="{83970C91-E821-4424-9FE9-2E5017ACB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208"/>
              <a:ext cx="28" cy="11"/>
            </a:xfrm>
            <a:custGeom>
              <a:avLst/>
              <a:gdLst>
                <a:gd name="T0" fmla="*/ 0 w 11"/>
                <a:gd name="T1" fmla="*/ 61 h 4"/>
                <a:gd name="T2" fmla="*/ 97 w 11"/>
                <a:gd name="T3" fmla="*/ 22 h 4"/>
                <a:gd name="T4" fmla="*/ 181 w 1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3"/>
                  </a:moveTo>
                  <a:cubicBezTo>
                    <a:pt x="2" y="4"/>
                    <a:pt x="4" y="1"/>
                    <a:pt x="6" y="1"/>
                  </a:cubicBezTo>
                  <a:cubicBezTo>
                    <a:pt x="8" y="0"/>
                    <a:pt x="10" y="0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00" name="Freeform 3954">
              <a:extLst>
                <a:ext uri="{FF2B5EF4-FFF2-40B4-BE49-F238E27FC236}">
                  <a16:creationId xmlns:a16="http://schemas.microsoft.com/office/drawing/2014/main" id="{4535F88C-9EB0-4DEF-AFE5-08C3EF8E6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3213"/>
              <a:ext cx="7" cy="14"/>
            </a:xfrm>
            <a:custGeom>
              <a:avLst/>
              <a:gdLst>
                <a:gd name="T0" fmla="*/ 0 w 3"/>
                <a:gd name="T1" fmla="*/ 109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01" name="Freeform 3955">
              <a:extLst>
                <a:ext uri="{FF2B5EF4-FFF2-40B4-BE49-F238E27FC236}">
                  <a16:creationId xmlns:a16="http://schemas.microsoft.com/office/drawing/2014/main" id="{89139E99-364A-47B0-ACA5-D3454C3C7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853"/>
              <a:ext cx="833" cy="683"/>
            </a:xfrm>
            <a:custGeom>
              <a:avLst/>
              <a:gdLst>
                <a:gd name="T0" fmla="*/ 0 w 333"/>
                <a:gd name="T1" fmla="*/ 1686 h 256"/>
                <a:gd name="T2" fmla="*/ 2597 w 333"/>
                <a:gd name="T3" fmla="*/ 4861 h 256"/>
                <a:gd name="T4" fmla="*/ 5213 w 333"/>
                <a:gd name="T5" fmla="*/ 1686 h 256"/>
                <a:gd name="T6" fmla="*/ 4243 w 333"/>
                <a:gd name="T7" fmla="*/ 606 h 256"/>
                <a:gd name="T8" fmla="*/ 2491 w 333"/>
                <a:gd name="T9" fmla="*/ 1972 h 256"/>
                <a:gd name="T10" fmla="*/ 0 w 333"/>
                <a:gd name="T11" fmla="*/ 1686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3" h="256">
                  <a:moveTo>
                    <a:pt x="0" y="89"/>
                  </a:moveTo>
                  <a:cubicBezTo>
                    <a:pt x="0" y="181"/>
                    <a:pt x="74" y="256"/>
                    <a:pt x="166" y="256"/>
                  </a:cubicBezTo>
                  <a:cubicBezTo>
                    <a:pt x="259" y="256"/>
                    <a:pt x="333" y="181"/>
                    <a:pt x="333" y="89"/>
                  </a:cubicBezTo>
                  <a:cubicBezTo>
                    <a:pt x="333" y="0"/>
                    <a:pt x="287" y="16"/>
                    <a:pt x="271" y="32"/>
                  </a:cubicBezTo>
                  <a:cubicBezTo>
                    <a:pt x="255" y="48"/>
                    <a:pt x="217" y="104"/>
                    <a:pt x="159" y="104"/>
                  </a:cubicBezTo>
                  <a:cubicBezTo>
                    <a:pt x="100" y="104"/>
                    <a:pt x="0" y="35"/>
                    <a:pt x="0" y="8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02" name="Freeform 3956">
              <a:extLst>
                <a:ext uri="{FF2B5EF4-FFF2-40B4-BE49-F238E27FC236}">
                  <a16:creationId xmlns:a16="http://schemas.microsoft.com/office/drawing/2014/main" id="{96FEAF1C-6A48-49A0-B09B-9C7350859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861"/>
              <a:ext cx="893" cy="707"/>
            </a:xfrm>
            <a:custGeom>
              <a:avLst/>
              <a:gdLst>
                <a:gd name="T0" fmla="*/ 5588 w 357"/>
                <a:gd name="T1" fmla="*/ 1630 h 265"/>
                <a:gd name="T2" fmla="*/ 5088 w 357"/>
                <a:gd name="T3" fmla="*/ 136 h 265"/>
                <a:gd name="T4" fmla="*/ 4285 w 357"/>
                <a:gd name="T5" fmla="*/ 398 h 265"/>
                <a:gd name="T6" fmla="*/ 4130 w 357"/>
                <a:gd name="T7" fmla="*/ 606 h 265"/>
                <a:gd name="T8" fmla="*/ 2679 w 357"/>
                <a:gd name="T9" fmla="*/ 1686 h 265"/>
                <a:gd name="T10" fmla="*/ 1521 w 357"/>
                <a:gd name="T11" fmla="*/ 1331 h 265"/>
                <a:gd name="T12" fmla="*/ 188 w 357"/>
                <a:gd name="T13" fmla="*/ 1118 h 265"/>
                <a:gd name="T14" fmla="*/ 0 w 357"/>
                <a:gd name="T15" fmla="*/ 1630 h 265"/>
                <a:gd name="T16" fmla="*/ 0 w 357"/>
                <a:gd name="T17" fmla="*/ 1630 h 265"/>
                <a:gd name="T18" fmla="*/ 2784 w 357"/>
                <a:gd name="T19" fmla="*/ 5032 h 265"/>
                <a:gd name="T20" fmla="*/ 5588 w 357"/>
                <a:gd name="T21" fmla="*/ 1630 h 2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7" h="265">
                  <a:moveTo>
                    <a:pt x="357" y="86"/>
                  </a:moveTo>
                  <a:cubicBezTo>
                    <a:pt x="357" y="43"/>
                    <a:pt x="346" y="16"/>
                    <a:pt x="325" y="7"/>
                  </a:cubicBezTo>
                  <a:cubicBezTo>
                    <a:pt x="307" y="0"/>
                    <a:pt x="286" y="9"/>
                    <a:pt x="274" y="21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46" y="53"/>
                    <a:pt x="214" y="89"/>
                    <a:pt x="171" y="89"/>
                  </a:cubicBezTo>
                  <a:cubicBezTo>
                    <a:pt x="150" y="89"/>
                    <a:pt x="123" y="79"/>
                    <a:pt x="97" y="70"/>
                  </a:cubicBezTo>
                  <a:cubicBezTo>
                    <a:pt x="61" y="57"/>
                    <a:pt x="30" y="46"/>
                    <a:pt x="12" y="59"/>
                  </a:cubicBezTo>
                  <a:cubicBezTo>
                    <a:pt x="4" y="65"/>
                    <a:pt x="0" y="7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185"/>
                    <a:pt x="80" y="265"/>
                    <a:pt x="178" y="265"/>
                  </a:cubicBezTo>
                  <a:cubicBezTo>
                    <a:pt x="277" y="265"/>
                    <a:pt x="357" y="185"/>
                    <a:pt x="357" y="86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03" name="Freeform 3957">
              <a:extLst>
                <a:ext uri="{FF2B5EF4-FFF2-40B4-BE49-F238E27FC236}">
                  <a16:creationId xmlns:a16="http://schemas.microsoft.com/office/drawing/2014/main" id="{3DEB2B70-499B-4E19-878E-A766A52E1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013"/>
              <a:ext cx="10" cy="30"/>
            </a:xfrm>
            <a:custGeom>
              <a:avLst/>
              <a:gdLst>
                <a:gd name="T0" fmla="*/ 0 w 4"/>
                <a:gd name="T1" fmla="*/ 0 h 11"/>
                <a:gd name="T2" fmla="*/ 63 w 4"/>
                <a:gd name="T3" fmla="*/ 224 h 11"/>
                <a:gd name="T4" fmla="*/ 63 w 4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0" y="5"/>
                    <a:pt x="3" y="7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04" name="Freeform 3958">
              <a:extLst>
                <a:ext uri="{FF2B5EF4-FFF2-40B4-BE49-F238E27FC236}">
                  <a16:creationId xmlns:a16="http://schemas.microsoft.com/office/drawing/2014/main" id="{73F92146-27F9-406B-8D2B-937C2B590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032"/>
              <a:ext cx="2" cy="16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05" name="Freeform 3959">
              <a:extLst>
                <a:ext uri="{FF2B5EF4-FFF2-40B4-BE49-F238E27FC236}">
                  <a16:creationId xmlns:a16="http://schemas.microsoft.com/office/drawing/2014/main" id="{00453201-2B9C-4272-97CB-3001FF2F4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3032"/>
              <a:ext cx="12" cy="29"/>
            </a:xfrm>
            <a:custGeom>
              <a:avLst/>
              <a:gdLst>
                <a:gd name="T0" fmla="*/ 0 w 5"/>
                <a:gd name="T1" fmla="*/ 200 h 11"/>
                <a:gd name="T2" fmla="*/ 7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3" y="10"/>
                    <a:pt x="5" y="3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06" name="Freeform 3960">
              <a:extLst>
                <a:ext uri="{FF2B5EF4-FFF2-40B4-BE49-F238E27FC236}">
                  <a16:creationId xmlns:a16="http://schemas.microsoft.com/office/drawing/2014/main" id="{6B73A4C3-DFEC-46E8-8A21-528E1DE97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3037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50 w 6"/>
                <a:gd name="T3" fmla="*/ 0 h 3"/>
                <a:gd name="T4" fmla="*/ 95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2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07" name="Freeform 3961">
              <a:extLst>
                <a:ext uri="{FF2B5EF4-FFF2-40B4-BE49-F238E27FC236}">
                  <a16:creationId xmlns:a16="http://schemas.microsoft.com/office/drawing/2014/main" id="{11AF2271-D478-40DA-B551-AC7785A06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085"/>
              <a:ext cx="10" cy="30"/>
            </a:xfrm>
            <a:custGeom>
              <a:avLst/>
              <a:gdLst>
                <a:gd name="T0" fmla="*/ 63 w 4"/>
                <a:gd name="T1" fmla="*/ 0 h 11"/>
                <a:gd name="T2" fmla="*/ 33 w 4"/>
                <a:gd name="T3" fmla="*/ 120 h 11"/>
                <a:gd name="T4" fmla="*/ 20 w 4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4" y="2"/>
                    <a:pt x="3" y="4"/>
                    <a:pt x="2" y="6"/>
                  </a:cubicBezTo>
                  <a:cubicBezTo>
                    <a:pt x="2" y="8"/>
                    <a:pt x="0" y="9"/>
                    <a:pt x="1" y="1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08" name="Freeform 3962">
              <a:extLst>
                <a:ext uri="{FF2B5EF4-FFF2-40B4-BE49-F238E27FC236}">
                  <a16:creationId xmlns:a16="http://schemas.microsoft.com/office/drawing/2014/main" id="{8410BFED-FD10-43F4-9C14-F1D89F5D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3104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1" y="4"/>
                    <a:pt x="1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09" name="Freeform 3963">
              <a:extLst>
                <a:ext uri="{FF2B5EF4-FFF2-40B4-BE49-F238E27FC236}">
                  <a16:creationId xmlns:a16="http://schemas.microsoft.com/office/drawing/2014/main" id="{5C0CAAF9-359E-404C-BD07-3C94F34AB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088"/>
              <a:ext cx="12" cy="29"/>
            </a:xfrm>
            <a:custGeom>
              <a:avLst/>
              <a:gdLst>
                <a:gd name="T0" fmla="*/ 0 w 5"/>
                <a:gd name="T1" fmla="*/ 0 h 11"/>
                <a:gd name="T2" fmla="*/ 70 w 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3" y="4"/>
                    <a:pt x="4" y="7"/>
                    <a:pt x="5" y="1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10" name="Freeform 3964">
              <a:extLst>
                <a:ext uri="{FF2B5EF4-FFF2-40B4-BE49-F238E27FC236}">
                  <a16:creationId xmlns:a16="http://schemas.microsoft.com/office/drawing/2014/main" id="{9788B975-4F60-4A91-83F1-8A0E2698B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107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2"/>
                    <a:pt x="4" y="2"/>
                    <a:pt x="5" y="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11" name="Freeform 3965">
              <a:extLst>
                <a:ext uri="{FF2B5EF4-FFF2-40B4-BE49-F238E27FC236}">
                  <a16:creationId xmlns:a16="http://schemas.microsoft.com/office/drawing/2014/main" id="{4A64DEAE-9BC8-4621-A571-AC3D48F5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3005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4" y="3"/>
                    <a:pt x="5" y="7"/>
                    <a:pt x="8" y="1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12" name="Freeform 3966">
              <a:extLst>
                <a:ext uri="{FF2B5EF4-FFF2-40B4-BE49-F238E27FC236}">
                  <a16:creationId xmlns:a16="http://schemas.microsoft.com/office/drawing/2014/main" id="{15C29149-30D1-4690-847B-E0D0E487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997"/>
              <a:ext cx="3" cy="16"/>
            </a:xfrm>
            <a:custGeom>
              <a:avLst/>
              <a:gdLst>
                <a:gd name="T0" fmla="*/ 27 w 1"/>
                <a:gd name="T1" fmla="*/ 115 h 6"/>
                <a:gd name="T2" fmla="*/ 27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13" name="Freeform 3967">
              <a:extLst>
                <a:ext uri="{FF2B5EF4-FFF2-40B4-BE49-F238E27FC236}">
                  <a16:creationId xmlns:a16="http://schemas.microsoft.com/office/drawing/2014/main" id="{610A4D18-CE39-4A64-9A6C-A3E5B620C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896"/>
              <a:ext cx="18" cy="27"/>
            </a:xfrm>
            <a:custGeom>
              <a:avLst/>
              <a:gdLst>
                <a:gd name="T0" fmla="*/ 0 w 7"/>
                <a:gd name="T1" fmla="*/ 0 h 10"/>
                <a:gd name="T2" fmla="*/ 118 w 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1" y="4"/>
                    <a:pt x="7" y="5"/>
                    <a:pt x="7" y="1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14" name="Freeform 3968">
              <a:extLst>
                <a:ext uri="{FF2B5EF4-FFF2-40B4-BE49-F238E27FC236}">
                  <a16:creationId xmlns:a16="http://schemas.microsoft.com/office/drawing/2014/main" id="{1D221073-661B-47A0-BA1F-474D4167E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909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7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15" name="Freeform 3969">
              <a:extLst>
                <a:ext uri="{FF2B5EF4-FFF2-40B4-BE49-F238E27FC236}">
                  <a16:creationId xmlns:a16="http://schemas.microsoft.com/office/drawing/2014/main" id="{06E1FDBE-DAE9-40E9-81B4-8E1B93ACF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904"/>
              <a:ext cx="22" cy="27"/>
            </a:xfrm>
            <a:custGeom>
              <a:avLst/>
              <a:gdLst>
                <a:gd name="T0" fmla="*/ 0 w 9"/>
                <a:gd name="T1" fmla="*/ 159 h 10"/>
                <a:gd name="T2" fmla="*/ 132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cubicBezTo>
                    <a:pt x="3" y="10"/>
                    <a:pt x="8" y="2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16" name="Freeform 3970">
              <a:extLst>
                <a:ext uri="{FF2B5EF4-FFF2-40B4-BE49-F238E27FC236}">
                  <a16:creationId xmlns:a16="http://schemas.microsoft.com/office/drawing/2014/main" id="{57D64A43-4D1D-4581-8DAF-31DEF59B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23"/>
              <a:ext cx="3" cy="10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17" name="Freeform 3971">
              <a:extLst>
                <a:ext uri="{FF2B5EF4-FFF2-40B4-BE49-F238E27FC236}">
                  <a16:creationId xmlns:a16="http://schemas.microsoft.com/office/drawing/2014/main" id="{1838BF11-B4AB-421E-926A-EEE943B9F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3019"/>
              <a:ext cx="25" cy="13"/>
            </a:xfrm>
            <a:custGeom>
              <a:avLst/>
              <a:gdLst>
                <a:gd name="T0" fmla="*/ 0 w 10"/>
                <a:gd name="T1" fmla="*/ 68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5" y="5"/>
                    <a:pt x="7" y="2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18" name="Freeform 3972">
              <a:extLst>
                <a:ext uri="{FF2B5EF4-FFF2-40B4-BE49-F238E27FC236}">
                  <a16:creationId xmlns:a16="http://schemas.microsoft.com/office/drawing/2014/main" id="{C59DAAC1-63F4-4A94-BF37-81B61B052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3029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0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19" name="Oval 3973">
              <a:extLst>
                <a:ext uri="{FF2B5EF4-FFF2-40B4-BE49-F238E27FC236}">
                  <a16:creationId xmlns:a16="http://schemas.microsoft.com/office/drawing/2014/main" id="{9D96A5FD-7E18-4610-9EF4-B58228BE1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2403"/>
              <a:ext cx="1293" cy="1376"/>
            </a:xfrm>
            <a:prstGeom prst="ellipse">
              <a:avLst/>
            </a:prstGeom>
            <a:noFill/>
            <a:ln w="12700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0620" name="Freeform 3974">
              <a:extLst>
                <a:ext uri="{FF2B5EF4-FFF2-40B4-BE49-F238E27FC236}">
                  <a16:creationId xmlns:a16="http://schemas.microsoft.com/office/drawing/2014/main" id="{DFEBB02E-5486-47F6-B186-6D9E65626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861"/>
              <a:ext cx="197" cy="179"/>
            </a:xfrm>
            <a:custGeom>
              <a:avLst/>
              <a:gdLst>
                <a:gd name="T0" fmla="*/ 279 w 79"/>
                <a:gd name="T1" fmla="*/ 550 h 67"/>
                <a:gd name="T2" fmla="*/ 0 w 79"/>
                <a:gd name="T3" fmla="*/ 935 h 67"/>
                <a:gd name="T4" fmla="*/ 1224 w 79"/>
                <a:gd name="T5" fmla="*/ 1277 h 67"/>
                <a:gd name="T6" fmla="*/ 279 w 79"/>
                <a:gd name="T7" fmla="*/ 55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67">
                  <a:moveTo>
                    <a:pt x="18" y="29"/>
                  </a:moveTo>
                  <a:cubicBezTo>
                    <a:pt x="13" y="33"/>
                    <a:pt x="7" y="41"/>
                    <a:pt x="0" y="49"/>
                  </a:cubicBezTo>
                  <a:cubicBezTo>
                    <a:pt x="37" y="22"/>
                    <a:pt x="67" y="34"/>
                    <a:pt x="79" y="67"/>
                  </a:cubicBezTo>
                  <a:cubicBezTo>
                    <a:pt x="73" y="0"/>
                    <a:pt x="32" y="14"/>
                    <a:pt x="18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21" name="Freeform 3975">
              <a:extLst>
                <a:ext uri="{FF2B5EF4-FFF2-40B4-BE49-F238E27FC236}">
                  <a16:creationId xmlns:a16="http://schemas.microsoft.com/office/drawing/2014/main" id="{E8E5E717-98F3-45DC-BA48-99E94D33A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3016"/>
              <a:ext cx="150" cy="163"/>
            </a:xfrm>
            <a:custGeom>
              <a:avLst/>
              <a:gdLst>
                <a:gd name="T0" fmla="*/ 0 w 60"/>
                <a:gd name="T1" fmla="*/ 534 h 61"/>
                <a:gd name="T2" fmla="*/ 50 w 60"/>
                <a:gd name="T3" fmla="*/ 1165 h 61"/>
                <a:gd name="T4" fmla="*/ 500 w 60"/>
                <a:gd name="T5" fmla="*/ 436 h 61"/>
                <a:gd name="T6" fmla="*/ 938 w 60"/>
                <a:gd name="T7" fmla="*/ 307 h 61"/>
                <a:gd name="T8" fmla="*/ 0 w 60"/>
                <a:gd name="T9" fmla="*/ 53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1">
                  <a:moveTo>
                    <a:pt x="0" y="28"/>
                  </a:moveTo>
                  <a:cubicBezTo>
                    <a:pt x="0" y="39"/>
                    <a:pt x="1" y="50"/>
                    <a:pt x="3" y="61"/>
                  </a:cubicBezTo>
                  <a:cubicBezTo>
                    <a:pt x="5" y="43"/>
                    <a:pt x="15" y="31"/>
                    <a:pt x="32" y="23"/>
                  </a:cubicBezTo>
                  <a:cubicBezTo>
                    <a:pt x="38" y="20"/>
                    <a:pt x="51" y="19"/>
                    <a:pt x="60" y="16"/>
                  </a:cubicBezTo>
                  <a:cubicBezTo>
                    <a:pt x="27" y="5"/>
                    <a:pt x="0" y="0"/>
                    <a:pt x="0" y="28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622" name="Freeform 3976">
              <a:extLst>
                <a:ext uri="{FF2B5EF4-FFF2-40B4-BE49-F238E27FC236}">
                  <a16:creationId xmlns:a16="http://schemas.microsoft.com/office/drawing/2014/main" id="{E25126DE-8350-4909-8A5D-328CB02CA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853"/>
              <a:ext cx="833" cy="683"/>
            </a:xfrm>
            <a:custGeom>
              <a:avLst/>
              <a:gdLst>
                <a:gd name="T0" fmla="*/ 0 w 333"/>
                <a:gd name="T1" fmla="*/ 1686 h 256"/>
                <a:gd name="T2" fmla="*/ 2597 w 333"/>
                <a:gd name="T3" fmla="*/ 4861 h 256"/>
                <a:gd name="T4" fmla="*/ 5213 w 333"/>
                <a:gd name="T5" fmla="*/ 1686 h 256"/>
                <a:gd name="T6" fmla="*/ 4243 w 333"/>
                <a:gd name="T7" fmla="*/ 606 h 256"/>
                <a:gd name="T8" fmla="*/ 2491 w 333"/>
                <a:gd name="T9" fmla="*/ 1972 h 256"/>
                <a:gd name="T10" fmla="*/ 0 w 333"/>
                <a:gd name="T11" fmla="*/ 1686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3" h="256">
                  <a:moveTo>
                    <a:pt x="0" y="89"/>
                  </a:moveTo>
                  <a:cubicBezTo>
                    <a:pt x="0" y="181"/>
                    <a:pt x="74" y="256"/>
                    <a:pt x="166" y="256"/>
                  </a:cubicBezTo>
                  <a:cubicBezTo>
                    <a:pt x="259" y="256"/>
                    <a:pt x="333" y="181"/>
                    <a:pt x="333" y="89"/>
                  </a:cubicBezTo>
                  <a:cubicBezTo>
                    <a:pt x="333" y="0"/>
                    <a:pt x="287" y="16"/>
                    <a:pt x="271" y="32"/>
                  </a:cubicBezTo>
                  <a:cubicBezTo>
                    <a:pt x="255" y="48"/>
                    <a:pt x="217" y="104"/>
                    <a:pt x="159" y="104"/>
                  </a:cubicBezTo>
                  <a:cubicBezTo>
                    <a:pt x="100" y="104"/>
                    <a:pt x="0" y="35"/>
                    <a:pt x="0" y="89"/>
                  </a:cubicBezTo>
                  <a:close/>
                </a:path>
              </a:pathLst>
            </a:custGeom>
            <a:noFill/>
            <a:ln w="15875" cap="flat">
              <a:solidFill>
                <a:srgbClr val="2E091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Atheroma-Plaque-in-Artery-Wall">
            <a:extLst>
              <a:ext uri="{FF2B5EF4-FFF2-40B4-BE49-F238E27FC236}">
                <a16:creationId xmlns:a16="http://schemas.microsoft.com/office/drawing/2014/main" id="{51A5DE5B-A00D-429A-984E-C5F28BC87528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524000"/>
            <a:ext cx="3117850" cy="1289050"/>
            <a:chOff x="3315" y="1299"/>
            <a:chExt cx="1964" cy="812"/>
          </a:xfrm>
        </p:grpSpPr>
        <p:grpSp>
          <p:nvGrpSpPr>
            <p:cNvPr id="100071" name="Group 3978">
              <a:extLst>
                <a:ext uri="{FF2B5EF4-FFF2-40B4-BE49-F238E27FC236}">
                  <a16:creationId xmlns:a16="http://schemas.microsoft.com/office/drawing/2014/main" id="{E53C5DEE-13BC-4F4A-A5AC-D65A9AC0B3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15" y="1299"/>
              <a:ext cx="1964" cy="812"/>
              <a:chOff x="3315" y="1299"/>
              <a:chExt cx="1964" cy="812"/>
            </a:xfrm>
          </p:grpSpPr>
          <p:sp>
            <p:nvSpPr>
              <p:cNvPr id="100254" name="Freeform 3979">
                <a:extLst>
                  <a:ext uri="{FF2B5EF4-FFF2-40B4-BE49-F238E27FC236}">
                    <a16:creationId xmlns:a16="http://schemas.microsoft.com/office/drawing/2014/main" id="{6F73FE9F-764C-4F81-995F-D834F937B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382"/>
                <a:ext cx="185" cy="701"/>
              </a:xfrm>
              <a:custGeom>
                <a:avLst/>
                <a:gdLst>
                  <a:gd name="T0" fmla="*/ 351 w 134"/>
                  <a:gd name="T1" fmla="*/ 1328 h 482"/>
                  <a:gd name="T2" fmla="*/ 112 w 134"/>
                  <a:gd name="T3" fmla="*/ 742 h 482"/>
                  <a:gd name="T4" fmla="*/ 352 w 134"/>
                  <a:gd name="T5" fmla="*/ 157 h 482"/>
                  <a:gd name="T6" fmla="*/ 352 w 134"/>
                  <a:gd name="T7" fmla="*/ 157 h 482"/>
                  <a:gd name="T8" fmla="*/ 337 w 134"/>
                  <a:gd name="T9" fmla="*/ 0 h 482"/>
                  <a:gd name="T10" fmla="*/ 116 w 134"/>
                  <a:gd name="T11" fmla="*/ 205 h 482"/>
                  <a:gd name="T12" fmla="*/ 0 w 134"/>
                  <a:gd name="T13" fmla="*/ 742 h 482"/>
                  <a:gd name="T14" fmla="*/ 337 w 134"/>
                  <a:gd name="T15" fmla="*/ 1483 h 482"/>
                  <a:gd name="T16" fmla="*/ 352 w 134"/>
                  <a:gd name="T17" fmla="*/ 1328 h 482"/>
                  <a:gd name="T18" fmla="*/ 351 w 134"/>
                  <a:gd name="T19" fmla="*/ 1328 h 4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4" h="482">
                    <a:moveTo>
                      <a:pt x="133" y="432"/>
                    </a:moveTo>
                    <a:cubicBezTo>
                      <a:pt x="89" y="423"/>
                      <a:pt x="43" y="350"/>
                      <a:pt x="43" y="241"/>
                    </a:cubicBezTo>
                    <a:cubicBezTo>
                      <a:pt x="43" y="129"/>
                      <a:pt x="89" y="56"/>
                      <a:pt x="134" y="51"/>
                    </a:cubicBezTo>
                    <a:cubicBezTo>
                      <a:pt x="134" y="51"/>
                      <a:pt x="134" y="51"/>
                      <a:pt x="134" y="51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05" y="4"/>
                      <a:pt x="70" y="24"/>
                      <a:pt x="44" y="67"/>
                    </a:cubicBezTo>
                    <a:cubicBezTo>
                      <a:pt x="16" y="112"/>
                      <a:pt x="0" y="174"/>
                      <a:pt x="0" y="241"/>
                    </a:cubicBezTo>
                    <a:cubicBezTo>
                      <a:pt x="0" y="367"/>
                      <a:pt x="56" y="470"/>
                      <a:pt x="128" y="482"/>
                    </a:cubicBezTo>
                    <a:cubicBezTo>
                      <a:pt x="134" y="432"/>
                      <a:pt x="134" y="432"/>
                      <a:pt x="134" y="432"/>
                    </a:cubicBezTo>
                    <a:cubicBezTo>
                      <a:pt x="134" y="432"/>
                      <a:pt x="134" y="432"/>
                      <a:pt x="133" y="432"/>
                    </a:cubicBezTo>
                    <a:close/>
                  </a:path>
                </a:pathLst>
              </a:custGeom>
              <a:solidFill>
                <a:srgbClr val="FDD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55" name="Freeform 3980">
                <a:extLst>
                  <a:ext uri="{FF2B5EF4-FFF2-40B4-BE49-F238E27FC236}">
                    <a16:creationId xmlns:a16="http://schemas.microsoft.com/office/drawing/2014/main" id="{7853311B-15A0-41DD-A631-8E494C7DB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994"/>
                <a:ext cx="1753" cy="16"/>
              </a:xfrm>
              <a:custGeom>
                <a:avLst/>
                <a:gdLst>
                  <a:gd name="T0" fmla="*/ 1753 w 1753"/>
                  <a:gd name="T1" fmla="*/ 0 h 16"/>
                  <a:gd name="T2" fmla="*/ 3 w 1753"/>
                  <a:gd name="T3" fmla="*/ 0 h 16"/>
                  <a:gd name="T4" fmla="*/ 0 w 1753"/>
                  <a:gd name="T5" fmla="*/ 16 h 16"/>
                  <a:gd name="T6" fmla="*/ 1750 w 1753"/>
                  <a:gd name="T7" fmla="*/ 16 h 16"/>
                  <a:gd name="T8" fmla="*/ 1753 w 1753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3" h="16">
                    <a:moveTo>
                      <a:pt x="1753" y="0"/>
                    </a:moveTo>
                    <a:lnTo>
                      <a:pt x="3" y="0"/>
                    </a:lnTo>
                    <a:lnTo>
                      <a:pt x="0" y="16"/>
                    </a:lnTo>
                    <a:lnTo>
                      <a:pt x="1750" y="16"/>
                    </a:lnTo>
                    <a:lnTo>
                      <a:pt x="1753" y="0"/>
                    </a:ln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56" name="Freeform 3981">
                <a:extLst>
                  <a:ext uri="{FF2B5EF4-FFF2-40B4-BE49-F238E27FC236}">
                    <a16:creationId xmlns:a16="http://schemas.microsoft.com/office/drawing/2014/main" id="{81E0A5DE-C25A-4898-A38B-9C66CB452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010"/>
                <a:ext cx="1758" cy="74"/>
              </a:xfrm>
              <a:custGeom>
                <a:avLst/>
                <a:gdLst>
                  <a:gd name="T0" fmla="*/ 1758 w 1758"/>
                  <a:gd name="T1" fmla="*/ 0 h 74"/>
                  <a:gd name="T2" fmla="*/ 8 w 1758"/>
                  <a:gd name="T3" fmla="*/ 0 h 74"/>
                  <a:gd name="T4" fmla="*/ 0 w 1758"/>
                  <a:gd name="T5" fmla="*/ 74 h 74"/>
                  <a:gd name="T6" fmla="*/ 1750 w 1758"/>
                  <a:gd name="T7" fmla="*/ 74 h 74"/>
                  <a:gd name="T8" fmla="*/ 1758 w 1758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8" h="74">
                    <a:moveTo>
                      <a:pt x="1758" y="0"/>
                    </a:moveTo>
                    <a:lnTo>
                      <a:pt x="8" y="0"/>
                    </a:lnTo>
                    <a:lnTo>
                      <a:pt x="0" y="74"/>
                    </a:lnTo>
                    <a:lnTo>
                      <a:pt x="1750" y="74"/>
                    </a:lnTo>
                    <a:lnTo>
                      <a:pt x="1758" y="0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57" name="Freeform 3982">
                <a:extLst>
                  <a:ext uri="{FF2B5EF4-FFF2-40B4-BE49-F238E27FC236}">
                    <a16:creationId xmlns:a16="http://schemas.microsoft.com/office/drawing/2014/main" id="{2DBF9C63-F95F-4ED1-AE48-A72143A30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084"/>
                <a:ext cx="1753" cy="27"/>
              </a:xfrm>
              <a:custGeom>
                <a:avLst/>
                <a:gdLst>
                  <a:gd name="T0" fmla="*/ 1753 w 1753"/>
                  <a:gd name="T1" fmla="*/ 0 h 27"/>
                  <a:gd name="T2" fmla="*/ 3 w 1753"/>
                  <a:gd name="T3" fmla="*/ 0 h 27"/>
                  <a:gd name="T4" fmla="*/ 0 w 1753"/>
                  <a:gd name="T5" fmla="*/ 25 h 27"/>
                  <a:gd name="T6" fmla="*/ 1750 w 1753"/>
                  <a:gd name="T7" fmla="*/ 27 h 27"/>
                  <a:gd name="T8" fmla="*/ 1753 w 1753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3" h="27">
                    <a:moveTo>
                      <a:pt x="1753" y="0"/>
                    </a:moveTo>
                    <a:lnTo>
                      <a:pt x="3" y="0"/>
                    </a:lnTo>
                    <a:lnTo>
                      <a:pt x="0" y="25"/>
                    </a:lnTo>
                    <a:lnTo>
                      <a:pt x="1750" y="27"/>
                    </a:lnTo>
                    <a:lnTo>
                      <a:pt x="1753" y="0"/>
                    </a:ln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58" name="Freeform 3983">
                <a:extLst>
                  <a:ext uri="{FF2B5EF4-FFF2-40B4-BE49-F238E27FC236}">
                    <a16:creationId xmlns:a16="http://schemas.microsoft.com/office/drawing/2014/main" id="{B2585967-B47F-40A5-BF2E-59D3890B6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975"/>
                <a:ext cx="1751" cy="19"/>
              </a:xfrm>
              <a:custGeom>
                <a:avLst/>
                <a:gdLst>
                  <a:gd name="T0" fmla="*/ 1751 w 1751"/>
                  <a:gd name="T1" fmla="*/ 0 h 19"/>
                  <a:gd name="T2" fmla="*/ 583 w 1751"/>
                  <a:gd name="T3" fmla="*/ 0 h 19"/>
                  <a:gd name="T4" fmla="*/ 1 w 1751"/>
                  <a:gd name="T5" fmla="*/ 5 h 19"/>
                  <a:gd name="T6" fmla="*/ 0 w 1751"/>
                  <a:gd name="T7" fmla="*/ 19 h 19"/>
                  <a:gd name="T8" fmla="*/ 1750 w 1751"/>
                  <a:gd name="T9" fmla="*/ 19 h 19"/>
                  <a:gd name="T10" fmla="*/ 1751 w 1751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51" h="19">
                    <a:moveTo>
                      <a:pt x="1751" y="0"/>
                    </a:moveTo>
                    <a:lnTo>
                      <a:pt x="583" y="0"/>
                    </a:lnTo>
                    <a:lnTo>
                      <a:pt x="1" y="5"/>
                    </a:lnTo>
                    <a:lnTo>
                      <a:pt x="0" y="19"/>
                    </a:lnTo>
                    <a:lnTo>
                      <a:pt x="1750" y="19"/>
                    </a:lnTo>
                    <a:lnTo>
                      <a:pt x="1751" y="0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59" name="Freeform 3984">
                <a:extLst>
                  <a:ext uri="{FF2B5EF4-FFF2-40B4-BE49-F238E27FC236}">
                    <a16:creationId xmlns:a16="http://schemas.microsoft.com/office/drawing/2014/main" id="{74285D42-916C-4FA1-A59C-E857F2C9E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357"/>
                <a:ext cx="200" cy="752"/>
              </a:xfrm>
              <a:custGeom>
                <a:avLst/>
                <a:gdLst>
                  <a:gd name="T0" fmla="*/ 381 w 145"/>
                  <a:gd name="T1" fmla="*/ 1537 h 517"/>
                  <a:gd name="T2" fmla="*/ 44 w 145"/>
                  <a:gd name="T3" fmla="*/ 793 h 517"/>
                  <a:gd name="T4" fmla="*/ 160 w 145"/>
                  <a:gd name="T5" fmla="*/ 257 h 517"/>
                  <a:gd name="T6" fmla="*/ 381 w 145"/>
                  <a:gd name="T7" fmla="*/ 55 h 517"/>
                  <a:gd name="T8" fmla="*/ 375 w 145"/>
                  <a:gd name="T9" fmla="*/ 0 h 517"/>
                  <a:gd name="T10" fmla="*/ 0 w 145"/>
                  <a:gd name="T11" fmla="*/ 793 h 517"/>
                  <a:gd name="T12" fmla="*/ 375 w 145"/>
                  <a:gd name="T13" fmla="*/ 1591 h 517"/>
                  <a:gd name="T14" fmla="*/ 381 w 145"/>
                  <a:gd name="T15" fmla="*/ 1537 h 5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517">
                    <a:moveTo>
                      <a:pt x="145" y="500"/>
                    </a:moveTo>
                    <a:cubicBezTo>
                      <a:pt x="74" y="487"/>
                      <a:pt x="17" y="384"/>
                      <a:pt x="17" y="258"/>
                    </a:cubicBezTo>
                    <a:cubicBezTo>
                      <a:pt x="17" y="191"/>
                      <a:pt x="33" y="129"/>
                      <a:pt x="61" y="84"/>
                    </a:cubicBezTo>
                    <a:cubicBezTo>
                      <a:pt x="87" y="41"/>
                      <a:pt x="123" y="21"/>
                      <a:pt x="145" y="18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62" y="14"/>
                      <a:pt x="0" y="123"/>
                      <a:pt x="0" y="258"/>
                    </a:cubicBezTo>
                    <a:cubicBezTo>
                      <a:pt x="0" y="394"/>
                      <a:pt x="62" y="503"/>
                      <a:pt x="143" y="517"/>
                    </a:cubicBezTo>
                    <a:lnTo>
                      <a:pt x="145" y="500"/>
                    </a:lnTo>
                    <a:close/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60" name="Freeform 3985">
                <a:extLst>
                  <a:ext uri="{FF2B5EF4-FFF2-40B4-BE49-F238E27FC236}">
                    <a16:creationId xmlns:a16="http://schemas.microsoft.com/office/drawing/2014/main" id="{B27E1103-755F-4DCD-96D2-31F4351D4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357"/>
                <a:ext cx="200" cy="752"/>
              </a:xfrm>
              <a:custGeom>
                <a:avLst/>
                <a:gdLst>
                  <a:gd name="T0" fmla="*/ 381 w 145"/>
                  <a:gd name="T1" fmla="*/ 1537 h 517"/>
                  <a:gd name="T2" fmla="*/ 44 w 145"/>
                  <a:gd name="T3" fmla="*/ 793 h 517"/>
                  <a:gd name="T4" fmla="*/ 160 w 145"/>
                  <a:gd name="T5" fmla="*/ 257 h 517"/>
                  <a:gd name="T6" fmla="*/ 381 w 145"/>
                  <a:gd name="T7" fmla="*/ 55 h 517"/>
                  <a:gd name="T8" fmla="*/ 375 w 145"/>
                  <a:gd name="T9" fmla="*/ 0 h 517"/>
                  <a:gd name="T10" fmla="*/ 0 w 145"/>
                  <a:gd name="T11" fmla="*/ 793 h 517"/>
                  <a:gd name="T12" fmla="*/ 375 w 145"/>
                  <a:gd name="T13" fmla="*/ 1591 h 517"/>
                  <a:gd name="T14" fmla="*/ 381 w 145"/>
                  <a:gd name="T15" fmla="*/ 1537 h 5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517">
                    <a:moveTo>
                      <a:pt x="145" y="500"/>
                    </a:moveTo>
                    <a:cubicBezTo>
                      <a:pt x="74" y="487"/>
                      <a:pt x="17" y="384"/>
                      <a:pt x="17" y="258"/>
                    </a:cubicBezTo>
                    <a:cubicBezTo>
                      <a:pt x="17" y="191"/>
                      <a:pt x="33" y="129"/>
                      <a:pt x="61" y="84"/>
                    </a:cubicBezTo>
                    <a:cubicBezTo>
                      <a:pt x="87" y="41"/>
                      <a:pt x="123" y="21"/>
                      <a:pt x="145" y="18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62" y="14"/>
                      <a:pt x="0" y="123"/>
                      <a:pt x="0" y="258"/>
                    </a:cubicBezTo>
                    <a:cubicBezTo>
                      <a:pt x="0" y="394"/>
                      <a:pt x="62" y="503"/>
                      <a:pt x="143" y="517"/>
                    </a:cubicBezTo>
                    <a:lnTo>
                      <a:pt x="145" y="500"/>
                    </a:lnTo>
                    <a:close/>
                  </a:path>
                </a:pathLst>
              </a:custGeom>
              <a:solidFill>
                <a:srgbClr val="F8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61" name="Freeform 3986">
                <a:extLst>
                  <a:ext uri="{FF2B5EF4-FFF2-40B4-BE49-F238E27FC236}">
                    <a16:creationId xmlns:a16="http://schemas.microsoft.com/office/drawing/2014/main" id="{8F5C9A24-11AF-4177-A9CC-4760A2FAF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322"/>
                <a:ext cx="1760" cy="144"/>
              </a:xfrm>
              <a:custGeom>
                <a:avLst/>
                <a:gdLst>
                  <a:gd name="T0" fmla="*/ 3324 w 1277"/>
                  <a:gd name="T1" fmla="*/ 129 h 99"/>
                  <a:gd name="T2" fmla="*/ 2752 w 1277"/>
                  <a:gd name="T3" fmla="*/ 99 h 99"/>
                  <a:gd name="T4" fmla="*/ 1738 w 1277"/>
                  <a:gd name="T5" fmla="*/ 0 h 99"/>
                  <a:gd name="T6" fmla="*/ 503 w 1277"/>
                  <a:gd name="T7" fmla="*/ 102 h 99"/>
                  <a:gd name="T8" fmla="*/ 0 w 1277"/>
                  <a:gd name="T9" fmla="*/ 129 h 99"/>
                  <a:gd name="T10" fmla="*/ 15 w 1277"/>
                  <a:gd name="T11" fmla="*/ 284 h 99"/>
                  <a:gd name="T12" fmla="*/ 15 w 1277"/>
                  <a:gd name="T13" fmla="*/ 284 h 99"/>
                  <a:gd name="T14" fmla="*/ 14 w 1277"/>
                  <a:gd name="T15" fmla="*/ 284 h 99"/>
                  <a:gd name="T16" fmla="*/ 532 w 1277"/>
                  <a:gd name="T17" fmla="*/ 284 h 99"/>
                  <a:gd name="T18" fmla="*/ 995 w 1277"/>
                  <a:gd name="T19" fmla="*/ 215 h 99"/>
                  <a:gd name="T20" fmla="*/ 1302 w 1277"/>
                  <a:gd name="T21" fmla="*/ 191 h 99"/>
                  <a:gd name="T22" fmla="*/ 1624 w 1277"/>
                  <a:gd name="T23" fmla="*/ 196 h 99"/>
                  <a:gd name="T24" fmla="*/ 1958 w 1277"/>
                  <a:gd name="T25" fmla="*/ 196 h 99"/>
                  <a:gd name="T26" fmla="*/ 2179 w 1277"/>
                  <a:gd name="T27" fmla="*/ 234 h 99"/>
                  <a:gd name="T28" fmla="*/ 2445 w 1277"/>
                  <a:gd name="T29" fmla="*/ 252 h 99"/>
                  <a:gd name="T30" fmla="*/ 2817 w 1277"/>
                  <a:gd name="T31" fmla="*/ 304 h 99"/>
                  <a:gd name="T32" fmla="*/ 3344 w 1277"/>
                  <a:gd name="T33" fmla="*/ 304 h 99"/>
                  <a:gd name="T34" fmla="*/ 3324 w 1277"/>
                  <a:gd name="T35" fmla="*/ 129 h 9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77" h="99">
                    <a:moveTo>
                      <a:pt x="1270" y="42"/>
                    </a:moveTo>
                    <a:cubicBezTo>
                      <a:pt x="1242" y="41"/>
                      <a:pt x="1149" y="40"/>
                      <a:pt x="1051" y="32"/>
                    </a:cubicBezTo>
                    <a:cubicBezTo>
                      <a:pt x="911" y="20"/>
                      <a:pt x="731" y="0"/>
                      <a:pt x="664" y="0"/>
                    </a:cubicBezTo>
                    <a:cubicBezTo>
                      <a:pt x="586" y="0"/>
                      <a:pt x="370" y="21"/>
                      <a:pt x="192" y="33"/>
                    </a:cubicBezTo>
                    <a:cubicBezTo>
                      <a:pt x="100" y="39"/>
                      <a:pt x="20" y="41"/>
                      <a:pt x="0" y="42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6" y="92"/>
                      <a:pt x="5" y="92"/>
                      <a:pt x="5" y="92"/>
                    </a:cubicBezTo>
                    <a:cubicBezTo>
                      <a:pt x="203" y="92"/>
                      <a:pt x="203" y="92"/>
                      <a:pt x="203" y="92"/>
                    </a:cubicBezTo>
                    <a:cubicBezTo>
                      <a:pt x="268" y="91"/>
                      <a:pt x="336" y="76"/>
                      <a:pt x="380" y="70"/>
                    </a:cubicBezTo>
                    <a:cubicBezTo>
                      <a:pt x="423" y="65"/>
                      <a:pt x="449" y="63"/>
                      <a:pt x="498" y="62"/>
                    </a:cubicBezTo>
                    <a:cubicBezTo>
                      <a:pt x="547" y="60"/>
                      <a:pt x="584" y="62"/>
                      <a:pt x="620" y="64"/>
                    </a:cubicBezTo>
                    <a:cubicBezTo>
                      <a:pt x="655" y="67"/>
                      <a:pt x="718" y="62"/>
                      <a:pt x="748" y="64"/>
                    </a:cubicBezTo>
                    <a:cubicBezTo>
                      <a:pt x="777" y="66"/>
                      <a:pt x="799" y="72"/>
                      <a:pt x="832" y="76"/>
                    </a:cubicBezTo>
                    <a:cubicBezTo>
                      <a:pt x="865" y="80"/>
                      <a:pt x="896" y="82"/>
                      <a:pt x="934" y="82"/>
                    </a:cubicBezTo>
                    <a:cubicBezTo>
                      <a:pt x="971" y="82"/>
                      <a:pt x="1003" y="99"/>
                      <a:pt x="1076" y="99"/>
                    </a:cubicBezTo>
                    <a:cubicBezTo>
                      <a:pt x="1182" y="99"/>
                      <a:pt x="1265" y="99"/>
                      <a:pt x="1277" y="99"/>
                    </a:cubicBezTo>
                    <a:lnTo>
                      <a:pt x="1270" y="42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62" name="Freeform 3987">
                <a:extLst>
                  <a:ext uri="{FF2B5EF4-FFF2-40B4-BE49-F238E27FC236}">
                    <a16:creationId xmlns:a16="http://schemas.microsoft.com/office/drawing/2014/main" id="{A1EFB564-1E75-46C0-ACA5-4C626D1E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456"/>
                <a:ext cx="129" cy="554"/>
              </a:xfrm>
              <a:custGeom>
                <a:avLst/>
                <a:gdLst>
                  <a:gd name="T0" fmla="*/ 243 w 93"/>
                  <a:gd name="T1" fmla="*/ 1172 h 381"/>
                  <a:gd name="T2" fmla="*/ 243 w 93"/>
                  <a:gd name="T3" fmla="*/ 1172 h 381"/>
                  <a:gd name="T4" fmla="*/ 248 w 93"/>
                  <a:gd name="T5" fmla="*/ 1137 h 381"/>
                  <a:gd name="T6" fmla="*/ 26 w 93"/>
                  <a:gd name="T7" fmla="*/ 583 h 381"/>
                  <a:gd name="T8" fmla="*/ 248 w 93"/>
                  <a:gd name="T9" fmla="*/ 32 h 381"/>
                  <a:gd name="T10" fmla="*/ 243 w 93"/>
                  <a:gd name="T11" fmla="*/ 0 h 381"/>
                  <a:gd name="T12" fmla="*/ 243 w 93"/>
                  <a:gd name="T13" fmla="*/ 0 h 381"/>
                  <a:gd name="T14" fmla="*/ 243 w 93"/>
                  <a:gd name="T15" fmla="*/ 0 h 381"/>
                  <a:gd name="T16" fmla="*/ 0 w 93"/>
                  <a:gd name="T17" fmla="*/ 583 h 381"/>
                  <a:gd name="T18" fmla="*/ 243 w 93"/>
                  <a:gd name="T19" fmla="*/ 1172 h 381"/>
                  <a:gd name="T20" fmla="*/ 243 w 93"/>
                  <a:gd name="T21" fmla="*/ 1172 h 3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" h="381">
                    <a:moveTo>
                      <a:pt x="91" y="381"/>
                    </a:moveTo>
                    <a:cubicBezTo>
                      <a:pt x="91" y="381"/>
                      <a:pt x="91" y="381"/>
                      <a:pt x="91" y="381"/>
                    </a:cubicBezTo>
                    <a:cubicBezTo>
                      <a:pt x="93" y="370"/>
                      <a:pt x="93" y="370"/>
                      <a:pt x="93" y="370"/>
                    </a:cubicBezTo>
                    <a:cubicBezTo>
                      <a:pt x="52" y="362"/>
                      <a:pt x="10" y="292"/>
                      <a:pt x="10" y="190"/>
                    </a:cubicBezTo>
                    <a:cubicBezTo>
                      <a:pt x="10" y="86"/>
                      <a:pt x="52" y="15"/>
                      <a:pt x="93" y="1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47" y="5"/>
                      <a:pt x="0" y="78"/>
                      <a:pt x="0" y="190"/>
                    </a:cubicBezTo>
                    <a:cubicBezTo>
                      <a:pt x="0" y="299"/>
                      <a:pt x="46" y="372"/>
                      <a:pt x="91" y="381"/>
                    </a:cubicBezTo>
                    <a:cubicBezTo>
                      <a:pt x="91" y="381"/>
                      <a:pt x="91" y="381"/>
                      <a:pt x="91" y="381"/>
                    </a:cubicBezTo>
                    <a:close/>
                  </a:path>
                </a:pathLst>
              </a:custGeom>
              <a:solidFill>
                <a:srgbClr val="FFF0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63" name="Freeform 3988">
                <a:extLst>
                  <a:ext uri="{FF2B5EF4-FFF2-40B4-BE49-F238E27FC236}">
                    <a16:creationId xmlns:a16="http://schemas.microsoft.com/office/drawing/2014/main" id="{A2839CF3-968B-4DBA-BA52-023A40C12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471"/>
                <a:ext cx="116" cy="523"/>
              </a:xfrm>
              <a:custGeom>
                <a:avLst/>
                <a:gdLst>
                  <a:gd name="T0" fmla="*/ 221 w 84"/>
                  <a:gd name="T1" fmla="*/ 1072 h 360"/>
                  <a:gd name="T2" fmla="*/ 26 w 84"/>
                  <a:gd name="T3" fmla="*/ 554 h 360"/>
                  <a:gd name="T4" fmla="*/ 221 w 84"/>
                  <a:gd name="T5" fmla="*/ 32 h 360"/>
                  <a:gd name="T6" fmla="*/ 220 w 84"/>
                  <a:gd name="T7" fmla="*/ 0 h 360"/>
                  <a:gd name="T8" fmla="*/ 0 w 84"/>
                  <a:gd name="T9" fmla="*/ 554 h 360"/>
                  <a:gd name="T10" fmla="*/ 220 w 84"/>
                  <a:gd name="T11" fmla="*/ 1104 h 360"/>
                  <a:gd name="T12" fmla="*/ 221 w 84"/>
                  <a:gd name="T13" fmla="*/ 1072 h 3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60">
                    <a:moveTo>
                      <a:pt x="84" y="350"/>
                    </a:moveTo>
                    <a:cubicBezTo>
                      <a:pt x="52" y="344"/>
                      <a:pt x="10" y="281"/>
                      <a:pt x="10" y="180"/>
                    </a:cubicBezTo>
                    <a:cubicBezTo>
                      <a:pt x="10" y="79"/>
                      <a:pt x="52" y="16"/>
                      <a:pt x="84" y="1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42" y="5"/>
                      <a:pt x="0" y="76"/>
                      <a:pt x="0" y="180"/>
                    </a:cubicBezTo>
                    <a:cubicBezTo>
                      <a:pt x="0" y="282"/>
                      <a:pt x="42" y="352"/>
                      <a:pt x="83" y="360"/>
                    </a:cubicBezTo>
                    <a:lnTo>
                      <a:pt x="84" y="350"/>
                    </a:lnTo>
                    <a:close/>
                  </a:path>
                </a:pathLst>
              </a:custGeom>
              <a:solidFill>
                <a:srgbClr val="D4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64" name="Freeform 3989">
                <a:extLst>
                  <a:ext uri="{FF2B5EF4-FFF2-40B4-BE49-F238E27FC236}">
                    <a16:creationId xmlns:a16="http://schemas.microsoft.com/office/drawing/2014/main" id="{39C4BB33-B5D2-4C38-AE28-8765CB9A6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410"/>
                <a:ext cx="1754" cy="274"/>
              </a:xfrm>
              <a:custGeom>
                <a:avLst/>
                <a:gdLst>
                  <a:gd name="T0" fmla="*/ 3325 w 1273"/>
                  <a:gd name="T1" fmla="*/ 120 h 189"/>
                  <a:gd name="T2" fmla="*/ 2798 w 1273"/>
                  <a:gd name="T3" fmla="*/ 120 h 189"/>
                  <a:gd name="T4" fmla="*/ 2428 w 1273"/>
                  <a:gd name="T5" fmla="*/ 67 h 189"/>
                  <a:gd name="T6" fmla="*/ 2160 w 1273"/>
                  <a:gd name="T7" fmla="*/ 48 h 189"/>
                  <a:gd name="T8" fmla="*/ 1940 w 1273"/>
                  <a:gd name="T9" fmla="*/ 13 h 189"/>
                  <a:gd name="T10" fmla="*/ 1607 w 1273"/>
                  <a:gd name="T11" fmla="*/ 13 h 189"/>
                  <a:gd name="T12" fmla="*/ 1287 w 1273"/>
                  <a:gd name="T13" fmla="*/ 6 h 189"/>
                  <a:gd name="T14" fmla="*/ 978 w 1273"/>
                  <a:gd name="T15" fmla="*/ 29 h 189"/>
                  <a:gd name="T16" fmla="*/ 514 w 1273"/>
                  <a:gd name="T17" fmla="*/ 97 h 189"/>
                  <a:gd name="T18" fmla="*/ 0 w 1273"/>
                  <a:gd name="T19" fmla="*/ 97 h 189"/>
                  <a:gd name="T20" fmla="*/ 0 w 1273"/>
                  <a:gd name="T21" fmla="*/ 97 h 189"/>
                  <a:gd name="T22" fmla="*/ 6 w 1273"/>
                  <a:gd name="T23" fmla="*/ 128 h 189"/>
                  <a:gd name="T24" fmla="*/ 6 w 1273"/>
                  <a:gd name="T25" fmla="*/ 130 h 189"/>
                  <a:gd name="T26" fmla="*/ 267 w 1273"/>
                  <a:gd name="T27" fmla="*/ 130 h 189"/>
                  <a:gd name="T28" fmla="*/ 649 w 1273"/>
                  <a:gd name="T29" fmla="*/ 251 h 189"/>
                  <a:gd name="T30" fmla="*/ 810 w 1273"/>
                  <a:gd name="T31" fmla="*/ 378 h 189"/>
                  <a:gd name="T32" fmla="*/ 976 w 1273"/>
                  <a:gd name="T33" fmla="*/ 441 h 189"/>
                  <a:gd name="T34" fmla="*/ 1175 w 1273"/>
                  <a:gd name="T35" fmla="*/ 496 h 189"/>
                  <a:gd name="T36" fmla="*/ 1356 w 1273"/>
                  <a:gd name="T37" fmla="*/ 529 h 189"/>
                  <a:gd name="T38" fmla="*/ 1528 w 1273"/>
                  <a:gd name="T39" fmla="*/ 561 h 189"/>
                  <a:gd name="T40" fmla="*/ 1853 w 1273"/>
                  <a:gd name="T41" fmla="*/ 541 h 189"/>
                  <a:gd name="T42" fmla="*/ 2076 w 1273"/>
                  <a:gd name="T43" fmla="*/ 460 h 189"/>
                  <a:gd name="T44" fmla="*/ 2331 w 1273"/>
                  <a:gd name="T45" fmla="*/ 290 h 189"/>
                  <a:gd name="T46" fmla="*/ 2778 w 1273"/>
                  <a:gd name="T47" fmla="*/ 151 h 189"/>
                  <a:gd name="T48" fmla="*/ 3330 w 1273"/>
                  <a:gd name="T49" fmla="*/ 151 h 189"/>
                  <a:gd name="T50" fmla="*/ 3325 w 1273"/>
                  <a:gd name="T51" fmla="*/ 120 h 18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73" h="189">
                    <a:moveTo>
                      <a:pt x="1271" y="39"/>
                    </a:moveTo>
                    <a:cubicBezTo>
                      <a:pt x="1259" y="39"/>
                      <a:pt x="1176" y="39"/>
                      <a:pt x="1070" y="39"/>
                    </a:cubicBezTo>
                    <a:cubicBezTo>
                      <a:pt x="997" y="39"/>
                      <a:pt x="965" y="22"/>
                      <a:pt x="928" y="22"/>
                    </a:cubicBezTo>
                    <a:cubicBezTo>
                      <a:pt x="890" y="22"/>
                      <a:pt x="859" y="20"/>
                      <a:pt x="826" y="16"/>
                    </a:cubicBezTo>
                    <a:cubicBezTo>
                      <a:pt x="793" y="12"/>
                      <a:pt x="771" y="6"/>
                      <a:pt x="742" y="4"/>
                    </a:cubicBezTo>
                    <a:cubicBezTo>
                      <a:pt x="712" y="2"/>
                      <a:pt x="649" y="7"/>
                      <a:pt x="614" y="4"/>
                    </a:cubicBezTo>
                    <a:cubicBezTo>
                      <a:pt x="578" y="2"/>
                      <a:pt x="541" y="0"/>
                      <a:pt x="492" y="2"/>
                    </a:cubicBezTo>
                    <a:cubicBezTo>
                      <a:pt x="443" y="3"/>
                      <a:pt x="417" y="5"/>
                      <a:pt x="374" y="10"/>
                    </a:cubicBezTo>
                    <a:cubicBezTo>
                      <a:pt x="330" y="16"/>
                      <a:pt x="262" y="31"/>
                      <a:pt x="197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102" y="43"/>
                      <a:pt x="102" y="43"/>
                      <a:pt x="102" y="43"/>
                    </a:cubicBezTo>
                    <a:cubicBezTo>
                      <a:pt x="162" y="43"/>
                      <a:pt x="207" y="42"/>
                      <a:pt x="248" y="82"/>
                    </a:cubicBezTo>
                    <a:cubicBezTo>
                      <a:pt x="261" y="95"/>
                      <a:pt x="293" y="113"/>
                      <a:pt x="310" y="124"/>
                    </a:cubicBezTo>
                    <a:cubicBezTo>
                      <a:pt x="326" y="134"/>
                      <a:pt x="346" y="132"/>
                      <a:pt x="373" y="145"/>
                    </a:cubicBezTo>
                    <a:cubicBezTo>
                      <a:pt x="400" y="159"/>
                      <a:pt x="440" y="156"/>
                      <a:pt x="449" y="163"/>
                    </a:cubicBezTo>
                    <a:cubicBezTo>
                      <a:pt x="457" y="169"/>
                      <a:pt x="490" y="173"/>
                      <a:pt x="518" y="174"/>
                    </a:cubicBezTo>
                    <a:cubicBezTo>
                      <a:pt x="537" y="175"/>
                      <a:pt x="563" y="182"/>
                      <a:pt x="584" y="184"/>
                    </a:cubicBezTo>
                    <a:cubicBezTo>
                      <a:pt x="595" y="185"/>
                      <a:pt x="676" y="189"/>
                      <a:pt x="708" y="177"/>
                    </a:cubicBezTo>
                    <a:cubicBezTo>
                      <a:pt x="741" y="166"/>
                      <a:pt x="775" y="167"/>
                      <a:pt x="794" y="151"/>
                    </a:cubicBezTo>
                    <a:cubicBezTo>
                      <a:pt x="813" y="134"/>
                      <a:pt x="870" y="112"/>
                      <a:pt x="891" y="95"/>
                    </a:cubicBezTo>
                    <a:cubicBezTo>
                      <a:pt x="912" y="78"/>
                      <a:pt x="1000" y="50"/>
                      <a:pt x="1062" y="50"/>
                    </a:cubicBezTo>
                    <a:cubicBezTo>
                      <a:pt x="1273" y="50"/>
                      <a:pt x="1273" y="50"/>
                      <a:pt x="1273" y="50"/>
                    </a:cubicBezTo>
                    <a:lnTo>
                      <a:pt x="1271" y="39"/>
                    </a:ln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65" name="Freeform 3990">
                <a:extLst>
                  <a:ext uri="{FF2B5EF4-FFF2-40B4-BE49-F238E27FC236}">
                    <a16:creationId xmlns:a16="http://schemas.microsoft.com/office/drawing/2014/main" id="{F0CB6831-6B2F-49F3-80A8-72B460D04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1299"/>
                <a:ext cx="1753" cy="84"/>
              </a:xfrm>
              <a:custGeom>
                <a:avLst/>
                <a:gdLst>
                  <a:gd name="T0" fmla="*/ 3324 w 1272"/>
                  <a:gd name="T1" fmla="*/ 117 h 58"/>
                  <a:gd name="T2" fmla="*/ 2858 w 1272"/>
                  <a:gd name="T3" fmla="*/ 103 h 58"/>
                  <a:gd name="T4" fmla="*/ 1724 w 1272"/>
                  <a:gd name="T5" fmla="*/ 0 h 58"/>
                  <a:gd name="T6" fmla="*/ 740 w 1272"/>
                  <a:gd name="T7" fmla="*/ 75 h 58"/>
                  <a:gd name="T8" fmla="*/ 234 w 1272"/>
                  <a:gd name="T9" fmla="*/ 116 h 58"/>
                  <a:gd name="T10" fmla="*/ 0 w 1272"/>
                  <a:gd name="T11" fmla="*/ 122 h 58"/>
                  <a:gd name="T12" fmla="*/ 6 w 1272"/>
                  <a:gd name="T13" fmla="*/ 177 h 58"/>
                  <a:gd name="T14" fmla="*/ 6 w 1272"/>
                  <a:gd name="T15" fmla="*/ 177 h 58"/>
                  <a:gd name="T16" fmla="*/ 507 w 1272"/>
                  <a:gd name="T17" fmla="*/ 149 h 58"/>
                  <a:gd name="T18" fmla="*/ 1743 w 1272"/>
                  <a:gd name="T19" fmla="*/ 48 h 58"/>
                  <a:gd name="T20" fmla="*/ 2756 w 1272"/>
                  <a:gd name="T21" fmla="*/ 146 h 58"/>
                  <a:gd name="T22" fmla="*/ 3330 w 1272"/>
                  <a:gd name="T23" fmla="*/ 177 h 58"/>
                  <a:gd name="T24" fmla="*/ 3324 w 1272"/>
                  <a:gd name="T25" fmla="*/ 117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2" h="58">
                    <a:moveTo>
                      <a:pt x="1270" y="39"/>
                    </a:moveTo>
                    <a:cubicBezTo>
                      <a:pt x="1245" y="39"/>
                      <a:pt x="1181" y="37"/>
                      <a:pt x="1092" y="34"/>
                    </a:cubicBezTo>
                    <a:cubicBezTo>
                      <a:pt x="979" y="30"/>
                      <a:pt x="826" y="0"/>
                      <a:pt x="659" y="0"/>
                    </a:cubicBezTo>
                    <a:cubicBezTo>
                      <a:pt x="519" y="0"/>
                      <a:pt x="396" y="19"/>
                      <a:pt x="283" y="25"/>
                    </a:cubicBezTo>
                    <a:cubicBezTo>
                      <a:pt x="199" y="29"/>
                      <a:pt x="141" y="35"/>
                      <a:pt x="89" y="38"/>
                    </a:cubicBezTo>
                    <a:cubicBezTo>
                      <a:pt x="42" y="40"/>
                      <a:pt x="0" y="40"/>
                      <a:pt x="0" y="40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1" y="57"/>
                      <a:pt x="102" y="55"/>
                      <a:pt x="194" y="49"/>
                    </a:cubicBezTo>
                    <a:cubicBezTo>
                      <a:pt x="372" y="37"/>
                      <a:pt x="588" y="16"/>
                      <a:pt x="666" y="16"/>
                    </a:cubicBezTo>
                    <a:cubicBezTo>
                      <a:pt x="733" y="16"/>
                      <a:pt x="913" y="36"/>
                      <a:pt x="1053" y="48"/>
                    </a:cubicBezTo>
                    <a:cubicBezTo>
                      <a:pt x="1151" y="56"/>
                      <a:pt x="1244" y="57"/>
                      <a:pt x="1272" y="58"/>
                    </a:cubicBezTo>
                    <a:lnTo>
                      <a:pt x="1270" y="39"/>
                    </a:ln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66" name="Freeform 3991">
                <a:extLst>
                  <a:ext uri="{FF2B5EF4-FFF2-40B4-BE49-F238E27FC236}">
                    <a16:creationId xmlns:a16="http://schemas.microsoft.com/office/drawing/2014/main" id="{6FF3E38D-4D4D-479C-89B1-2AD3EB0E7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471"/>
                <a:ext cx="1755" cy="234"/>
              </a:xfrm>
              <a:custGeom>
                <a:avLst/>
                <a:gdLst>
                  <a:gd name="T0" fmla="*/ 2781 w 1273"/>
                  <a:gd name="T1" fmla="*/ 25 h 161"/>
                  <a:gd name="T2" fmla="*/ 2333 w 1273"/>
                  <a:gd name="T3" fmla="*/ 163 h 161"/>
                  <a:gd name="T4" fmla="*/ 2078 w 1273"/>
                  <a:gd name="T5" fmla="*/ 334 h 161"/>
                  <a:gd name="T6" fmla="*/ 1853 w 1273"/>
                  <a:gd name="T7" fmla="*/ 414 h 161"/>
                  <a:gd name="T8" fmla="*/ 1528 w 1273"/>
                  <a:gd name="T9" fmla="*/ 435 h 161"/>
                  <a:gd name="T10" fmla="*/ 1355 w 1273"/>
                  <a:gd name="T11" fmla="*/ 406 h 161"/>
                  <a:gd name="T12" fmla="*/ 1175 w 1273"/>
                  <a:gd name="T13" fmla="*/ 372 h 161"/>
                  <a:gd name="T14" fmla="*/ 975 w 1273"/>
                  <a:gd name="T15" fmla="*/ 317 h 161"/>
                  <a:gd name="T16" fmla="*/ 809 w 1273"/>
                  <a:gd name="T17" fmla="*/ 251 h 161"/>
                  <a:gd name="T18" fmla="*/ 648 w 1273"/>
                  <a:gd name="T19" fmla="*/ 122 h 161"/>
                  <a:gd name="T20" fmla="*/ 265 w 1273"/>
                  <a:gd name="T21" fmla="*/ 1 h 161"/>
                  <a:gd name="T22" fmla="*/ 1 w 1273"/>
                  <a:gd name="T23" fmla="*/ 1 h 161"/>
                  <a:gd name="T24" fmla="*/ 6 w 1273"/>
                  <a:gd name="T25" fmla="*/ 32 h 161"/>
                  <a:gd name="T26" fmla="*/ 0 w 1273"/>
                  <a:gd name="T27" fmla="*/ 32 h 161"/>
                  <a:gd name="T28" fmla="*/ 401 w 1273"/>
                  <a:gd name="T29" fmla="*/ 47 h 161"/>
                  <a:gd name="T30" fmla="*/ 823 w 1273"/>
                  <a:gd name="T31" fmla="*/ 311 h 161"/>
                  <a:gd name="T32" fmla="*/ 1115 w 1273"/>
                  <a:gd name="T33" fmla="*/ 419 h 161"/>
                  <a:gd name="T34" fmla="*/ 1362 w 1273"/>
                  <a:gd name="T35" fmla="*/ 452 h 161"/>
                  <a:gd name="T36" fmla="*/ 1555 w 1273"/>
                  <a:gd name="T37" fmla="*/ 493 h 161"/>
                  <a:gd name="T38" fmla="*/ 1722 w 1273"/>
                  <a:gd name="T39" fmla="*/ 485 h 161"/>
                  <a:gd name="T40" fmla="*/ 2013 w 1273"/>
                  <a:gd name="T41" fmla="*/ 427 h 161"/>
                  <a:gd name="T42" fmla="*/ 2333 w 1273"/>
                  <a:gd name="T43" fmla="*/ 230 h 161"/>
                  <a:gd name="T44" fmla="*/ 2781 w 1273"/>
                  <a:gd name="T45" fmla="*/ 68 h 161"/>
                  <a:gd name="T46" fmla="*/ 3336 w 1273"/>
                  <a:gd name="T47" fmla="*/ 61 h 161"/>
                  <a:gd name="T48" fmla="*/ 3334 w 1273"/>
                  <a:gd name="T49" fmla="*/ 25 h 161"/>
                  <a:gd name="T50" fmla="*/ 2781 w 1273"/>
                  <a:gd name="T51" fmla="*/ 25 h 16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73" h="161">
                    <a:moveTo>
                      <a:pt x="1061" y="8"/>
                    </a:moveTo>
                    <a:cubicBezTo>
                      <a:pt x="999" y="8"/>
                      <a:pt x="911" y="36"/>
                      <a:pt x="890" y="53"/>
                    </a:cubicBezTo>
                    <a:cubicBezTo>
                      <a:pt x="869" y="70"/>
                      <a:pt x="812" y="92"/>
                      <a:pt x="793" y="109"/>
                    </a:cubicBezTo>
                    <a:cubicBezTo>
                      <a:pt x="774" y="125"/>
                      <a:pt x="740" y="124"/>
                      <a:pt x="707" y="135"/>
                    </a:cubicBezTo>
                    <a:cubicBezTo>
                      <a:pt x="675" y="147"/>
                      <a:pt x="594" y="143"/>
                      <a:pt x="583" y="142"/>
                    </a:cubicBezTo>
                    <a:cubicBezTo>
                      <a:pt x="562" y="140"/>
                      <a:pt x="536" y="133"/>
                      <a:pt x="517" y="132"/>
                    </a:cubicBezTo>
                    <a:cubicBezTo>
                      <a:pt x="489" y="131"/>
                      <a:pt x="456" y="127"/>
                      <a:pt x="448" y="121"/>
                    </a:cubicBezTo>
                    <a:cubicBezTo>
                      <a:pt x="439" y="114"/>
                      <a:pt x="399" y="117"/>
                      <a:pt x="372" y="103"/>
                    </a:cubicBezTo>
                    <a:cubicBezTo>
                      <a:pt x="345" y="90"/>
                      <a:pt x="325" y="92"/>
                      <a:pt x="309" y="82"/>
                    </a:cubicBezTo>
                    <a:cubicBezTo>
                      <a:pt x="292" y="71"/>
                      <a:pt x="260" y="53"/>
                      <a:pt x="247" y="40"/>
                    </a:cubicBezTo>
                    <a:cubicBezTo>
                      <a:pt x="206" y="0"/>
                      <a:pt x="161" y="1"/>
                      <a:pt x="10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29" y="12"/>
                      <a:pt x="106" y="15"/>
                      <a:pt x="153" y="15"/>
                    </a:cubicBezTo>
                    <a:cubicBezTo>
                      <a:pt x="248" y="19"/>
                      <a:pt x="227" y="70"/>
                      <a:pt x="314" y="101"/>
                    </a:cubicBezTo>
                    <a:cubicBezTo>
                      <a:pt x="385" y="117"/>
                      <a:pt x="365" y="119"/>
                      <a:pt x="426" y="136"/>
                    </a:cubicBezTo>
                    <a:cubicBezTo>
                      <a:pt x="445" y="142"/>
                      <a:pt x="479" y="143"/>
                      <a:pt x="520" y="147"/>
                    </a:cubicBezTo>
                    <a:cubicBezTo>
                      <a:pt x="542" y="149"/>
                      <a:pt x="567" y="161"/>
                      <a:pt x="593" y="160"/>
                    </a:cubicBezTo>
                    <a:cubicBezTo>
                      <a:pt x="593" y="160"/>
                      <a:pt x="622" y="161"/>
                      <a:pt x="657" y="158"/>
                    </a:cubicBezTo>
                    <a:cubicBezTo>
                      <a:pt x="692" y="154"/>
                      <a:pt x="733" y="147"/>
                      <a:pt x="768" y="139"/>
                    </a:cubicBezTo>
                    <a:cubicBezTo>
                      <a:pt x="799" y="131"/>
                      <a:pt x="850" y="100"/>
                      <a:pt x="890" y="75"/>
                    </a:cubicBezTo>
                    <a:cubicBezTo>
                      <a:pt x="949" y="39"/>
                      <a:pt x="997" y="26"/>
                      <a:pt x="1061" y="22"/>
                    </a:cubicBezTo>
                    <a:cubicBezTo>
                      <a:pt x="1149" y="18"/>
                      <a:pt x="1273" y="20"/>
                      <a:pt x="1273" y="20"/>
                    </a:cubicBezTo>
                    <a:cubicBezTo>
                      <a:pt x="1272" y="8"/>
                      <a:pt x="1272" y="8"/>
                      <a:pt x="1272" y="8"/>
                    </a:cubicBezTo>
                    <a:lnTo>
                      <a:pt x="1061" y="8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67" name="Freeform 3992">
                <a:extLst>
                  <a:ext uri="{FF2B5EF4-FFF2-40B4-BE49-F238E27FC236}">
                    <a16:creationId xmlns:a16="http://schemas.microsoft.com/office/drawing/2014/main" id="{A9405381-A76D-4AFC-8E7B-209041D02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485"/>
                <a:ext cx="1854" cy="495"/>
              </a:xfrm>
              <a:custGeom>
                <a:avLst/>
                <a:gdLst>
                  <a:gd name="T0" fmla="*/ 3337 w 1345"/>
                  <a:gd name="T1" fmla="*/ 526 h 340"/>
                  <a:gd name="T2" fmla="*/ 3523 w 1345"/>
                  <a:gd name="T3" fmla="*/ 32 h 340"/>
                  <a:gd name="T4" fmla="*/ 3197 w 1345"/>
                  <a:gd name="T5" fmla="*/ 32 h 340"/>
                  <a:gd name="T6" fmla="*/ 2968 w 1345"/>
                  <a:gd name="T7" fmla="*/ 36 h 340"/>
                  <a:gd name="T8" fmla="*/ 2520 w 1345"/>
                  <a:gd name="T9" fmla="*/ 201 h 340"/>
                  <a:gd name="T10" fmla="*/ 2200 w 1345"/>
                  <a:gd name="T11" fmla="*/ 399 h 340"/>
                  <a:gd name="T12" fmla="*/ 1909 w 1345"/>
                  <a:gd name="T13" fmla="*/ 456 h 340"/>
                  <a:gd name="T14" fmla="*/ 1742 w 1345"/>
                  <a:gd name="T15" fmla="*/ 462 h 340"/>
                  <a:gd name="T16" fmla="*/ 1551 w 1345"/>
                  <a:gd name="T17" fmla="*/ 422 h 340"/>
                  <a:gd name="T18" fmla="*/ 1304 w 1345"/>
                  <a:gd name="T19" fmla="*/ 387 h 340"/>
                  <a:gd name="T20" fmla="*/ 1010 w 1345"/>
                  <a:gd name="T21" fmla="*/ 280 h 340"/>
                  <a:gd name="T22" fmla="*/ 589 w 1345"/>
                  <a:gd name="T23" fmla="*/ 15 h 340"/>
                  <a:gd name="T24" fmla="*/ 187 w 1345"/>
                  <a:gd name="T25" fmla="*/ 0 h 340"/>
                  <a:gd name="T26" fmla="*/ 0 w 1345"/>
                  <a:gd name="T27" fmla="*/ 526 h 340"/>
                  <a:gd name="T28" fmla="*/ 194 w 1345"/>
                  <a:gd name="T29" fmla="*/ 1050 h 340"/>
                  <a:gd name="T30" fmla="*/ 194 w 1345"/>
                  <a:gd name="T31" fmla="*/ 1050 h 340"/>
                  <a:gd name="T32" fmla="*/ 1300 w 1345"/>
                  <a:gd name="T33" fmla="*/ 1041 h 340"/>
                  <a:gd name="T34" fmla="*/ 3516 w 1345"/>
                  <a:gd name="T35" fmla="*/ 1041 h 340"/>
                  <a:gd name="T36" fmla="*/ 3337 w 1345"/>
                  <a:gd name="T37" fmla="*/ 526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45" h="340">
                    <a:moveTo>
                      <a:pt x="1274" y="170"/>
                    </a:moveTo>
                    <a:cubicBezTo>
                      <a:pt x="1274" y="83"/>
                      <a:pt x="1309" y="31"/>
                      <a:pt x="1345" y="10"/>
                    </a:cubicBezTo>
                    <a:cubicBezTo>
                      <a:pt x="1220" y="10"/>
                      <a:pt x="1220" y="10"/>
                      <a:pt x="1220" y="10"/>
                    </a:cubicBezTo>
                    <a:cubicBezTo>
                      <a:pt x="1191" y="10"/>
                      <a:pt x="1161" y="11"/>
                      <a:pt x="1133" y="12"/>
                    </a:cubicBezTo>
                    <a:cubicBezTo>
                      <a:pt x="1069" y="16"/>
                      <a:pt x="1021" y="29"/>
                      <a:pt x="962" y="65"/>
                    </a:cubicBezTo>
                    <a:cubicBezTo>
                      <a:pt x="922" y="90"/>
                      <a:pt x="871" y="121"/>
                      <a:pt x="840" y="129"/>
                    </a:cubicBezTo>
                    <a:cubicBezTo>
                      <a:pt x="805" y="137"/>
                      <a:pt x="764" y="144"/>
                      <a:pt x="729" y="148"/>
                    </a:cubicBezTo>
                    <a:cubicBezTo>
                      <a:pt x="694" y="151"/>
                      <a:pt x="665" y="150"/>
                      <a:pt x="665" y="150"/>
                    </a:cubicBezTo>
                    <a:cubicBezTo>
                      <a:pt x="639" y="151"/>
                      <a:pt x="614" y="139"/>
                      <a:pt x="592" y="137"/>
                    </a:cubicBezTo>
                    <a:cubicBezTo>
                      <a:pt x="551" y="133"/>
                      <a:pt x="517" y="132"/>
                      <a:pt x="498" y="126"/>
                    </a:cubicBezTo>
                    <a:cubicBezTo>
                      <a:pt x="437" y="109"/>
                      <a:pt x="457" y="107"/>
                      <a:pt x="386" y="91"/>
                    </a:cubicBezTo>
                    <a:cubicBezTo>
                      <a:pt x="299" y="60"/>
                      <a:pt x="320" y="9"/>
                      <a:pt x="225" y="5"/>
                    </a:cubicBezTo>
                    <a:cubicBezTo>
                      <a:pt x="178" y="5"/>
                      <a:pt x="101" y="2"/>
                      <a:pt x="72" y="0"/>
                    </a:cubicBezTo>
                    <a:cubicBezTo>
                      <a:pt x="40" y="8"/>
                      <a:pt x="0" y="71"/>
                      <a:pt x="0" y="170"/>
                    </a:cubicBezTo>
                    <a:cubicBezTo>
                      <a:pt x="0" y="271"/>
                      <a:pt x="42" y="334"/>
                      <a:pt x="74" y="340"/>
                    </a:cubicBezTo>
                    <a:cubicBezTo>
                      <a:pt x="74" y="340"/>
                      <a:pt x="74" y="340"/>
                      <a:pt x="74" y="340"/>
                    </a:cubicBezTo>
                    <a:cubicBezTo>
                      <a:pt x="496" y="337"/>
                      <a:pt x="496" y="337"/>
                      <a:pt x="496" y="337"/>
                    </a:cubicBezTo>
                    <a:cubicBezTo>
                      <a:pt x="1343" y="337"/>
                      <a:pt x="1343" y="337"/>
                      <a:pt x="1343" y="337"/>
                    </a:cubicBezTo>
                    <a:cubicBezTo>
                      <a:pt x="1308" y="315"/>
                      <a:pt x="1274" y="257"/>
                      <a:pt x="1274" y="170"/>
                    </a:cubicBezTo>
                    <a:close/>
                  </a:path>
                </a:pathLst>
              </a:custGeom>
              <a:solidFill>
                <a:srgbClr val="BC5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68" name="Freeform 3993">
                <a:extLst>
                  <a:ext uri="{FF2B5EF4-FFF2-40B4-BE49-F238E27FC236}">
                    <a16:creationId xmlns:a16="http://schemas.microsoft.com/office/drawing/2014/main" id="{4A9DF3BD-2C21-4B60-BE5B-D94C90CB4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897"/>
                <a:ext cx="1796" cy="83"/>
              </a:xfrm>
              <a:custGeom>
                <a:avLst/>
                <a:gdLst>
                  <a:gd name="T0" fmla="*/ 0 w 1303"/>
                  <a:gd name="T1" fmla="*/ 99 h 57"/>
                  <a:gd name="T2" fmla="*/ 90 w 1303"/>
                  <a:gd name="T3" fmla="*/ 176 h 57"/>
                  <a:gd name="T4" fmla="*/ 90 w 1303"/>
                  <a:gd name="T5" fmla="*/ 176 h 57"/>
                  <a:gd name="T6" fmla="*/ 1195 w 1303"/>
                  <a:gd name="T7" fmla="*/ 167 h 57"/>
                  <a:gd name="T8" fmla="*/ 3413 w 1303"/>
                  <a:gd name="T9" fmla="*/ 167 h 57"/>
                  <a:gd name="T10" fmla="*/ 3315 w 1303"/>
                  <a:gd name="T11" fmla="*/ 42 h 57"/>
                  <a:gd name="T12" fmla="*/ 624 w 1303"/>
                  <a:gd name="T13" fmla="*/ 0 h 57"/>
                  <a:gd name="T14" fmla="*/ 0 w 1303"/>
                  <a:gd name="T15" fmla="*/ 99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03" h="57">
                    <a:moveTo>
                      <a:pt x="0" y="32"/>
                    </a:moveTo>
                    <a:cubicBezTo>
                      <a:pt x="11" y="46"/>
                      <a:pt x="23" y="55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456" y="54"/>
                      <a:pt x="456" y="54"/>
                      <a:pt x="456" y="54"/>
                    </a:cubicBezTo>
                    <a:cubicBezTo>
                      <a:pt x="1303" y="54"/>
                      <a:pt x="1303" y="54"/>
                      <a:pt x="1303" y="54"/>
                    </a:cubicBezTo>
                    <a:cubicBezTo>
                      <a:pt x="1290" y="46"/>
                      <a:pt x="1277" y="32"/>
                      <a:pt x="1266" y="14"/>
                    </a:cubicBezTo>
                    <a:cubicBezTo>
                      <a:pt x="239" y="0"/>
                      <a:pt x="239" y="0"/>
                      <a:pt x="239" y="0"/>
                    </a:cubicBez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69" name="Freeform 3994">
                <a:extLst>
                  <a:ext uri="{FF2B5EF4-FFF2-40B4-BE49-F238E27FC236}">
                    <a16:creationId xmlns:a16="http://schemas.microsoft.com/office/drawing/2014/main" id="{5FF145D9-497C-441E-BF8E-A554F4EED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524"/>
                <a:ext cx="1829" cy="437"/>
              </a:xfrm>
              <a:custGeom>
                <a:avLst/>
                <a:gdLst>
                  <a:gd name="T0" fmla="*/ 1 w 1327"/>
                  <a:gd name="T1" fmla="*/ 520 h 300"/>
                  <a:gd name="T2" fmla="*/ 6 w 1327"/>
                  <a:gd name="T3" fmla="*/ 561 h 300"/>
                  <a:gd name="T4" fmla="*/ 11 w 1327"/>
                  <a:gd name="T5" fmla="*/ 594 h 300"/>
                  <a:gd name="T6" fmla="*/ 15 w 1327"/>
                  <a:gd name="T7" fmla="*/ 635 h 300"/>
                  <a:gd name="T8" fmla="*/ 21 w 1327"/>
                  <a:gd name="T9" fmla="*/ 664 h 300"/>
                  <a:gd name="T10" fmla="*/ 29 w 1327"/>
                  <a:gd name="T11" fmla="*/ 702 h 300"/>
                  <a:gd name="T12" fmla="*/ 36 w 1327"/>
                  <a:gd name="T13" fmla="*/ 730 h 300"/>
                  <a:gd name="T14" fmla="*/ 44 w 1327"/>
                  <a:gd name="T15" fmla="*/ 759 h 300"/>
                  <a:gd name="T16" fmla="*/ 54 w 1327"/>
                  <a:gd name="T17" fmla="*/ 785 h 300"/>
                  <a:gd name="T18" fmla="*/ 65 w 1327"/>
                  <a:gd name="T19" fmla="*/ 813 h 300"/>
                  <a:gd name="T20" fmla="*/ 74 w 1327"/>
                  <a:gd name="T21" fmla="*/ 833 h 300"/>
                  <a:gd name="T22" fmla="*/ 85 w 1327"/>
                  <a:gd name="T23" fmla="*/ 855 h 300"/>
                  <a:gd name="T24" fmla="*/ 96 w 1327"/>
                  <a:gd name="T25" fmla="*/ 878 h 300"/>
                  <a:gd name="T26" fmla="*/ 109 w 1327"/>
                  <a:gd name="T27" fmla="*/ 896 h 300"/>
                  <a:gd name="T28" fmla="*/ 120 w 1327"/>
                  <a:gd name="T29" fmla="*/ 912 h 300"/>
                  <a:gd name="T30" fmla="*/ 1772 w 1327"/>
                  <a:gd name="T31" fmla="*/ 902 h 300"/>
                  <a:gd name="T32" fmla="*/ 3454 w 1327"/>
                  <a:gd name="T33" fmla="*/ 893 h 300"/>
                  <a:gd name="T34" fmla="*/ 3451 w 1327"/>
                  <a:gd name="T35" fmla="*/ 891 h 300"/>
                  <a:gd name="T36" fmla="*/ 3435 w 1327"/>
                  <a:gd name="T37" fmla="*/ 865 h 300"/>
                  <a:gd name="T38" fmla="*/ 3335 w 1327"/>
                  <a:gd name="T39" fmla="*/ 441 h 300"/>
                  <a:gd name="T40" fmla="*/ 2666 w 1327"/>
                  <a:gd name="T41" fmla="*/ 28 h 300"/>
                  <a:gd name="T42" fmla="*/ 2200 w 1327"/>
                  <a:gd name="T43" fmla="*/ 316 h 300"/>
                  <a:gd name="T44" fmla="*/ 1742 w 1327"/>
                  <a:gd name="T45" fmla="*/ 380 h 300"/>
                  <a:gd name="T46" fmla="*/ 1304 w 1327"/>
                  <a:gd name="T47" fmla="*/ 306 h 300"/>
                  <a:gd name="T48" fmla="*/ 991 w 1327"/>
                  <a:gd name="T49" fmla="*/ 189 h 300"/>
                  <a:gd name="T50" fmla="*/ 974 w 1327"/>
                  <a:gd name="T51" fmla="*/ 178 h 300"/>
                  <a:gd name="T52" fmla="*/ 955 w 1327"/>
                  <a:gd name="T53" fmla="*/ 170 h 300"/>
                  <a:gd name="T54" fmla="*/ 940 w 1327"/>
                  <a:gd name="T55" fmla="*/ 162 h 300"/>
                  <a:gd name="T56" fmla="*/ 921 w 1327"/>
                  <a:gd name="T57" fmla="*/ 149 h 300"/>
                  <a:gd name="T58" fmla="*/ 908 w 1327"/>
                  <a:gd name="T59" fmla="*/ 140 h 300"/>
                  <a:gd name="T60" fmla="*/ 899 w 1327"/>
                  <a:gd name="T61" fmla="*/ 130 h 300"/>
                  <a:gd name="T62" fmla="*/ 885 w 1327"/>
                  <a:gd name="T63" fmla="*/ 121 h 300"/>
                  <a:gd name="T64" fmla="*/ 874 w 1327"/>
                  <a:gd name="T65" fmla="*/ 108 h 300"/>
                  <a:gd name="T66" fmla="*/ 860 w 1327"/>
                  <a:gd name="T67" fmla="*/ 96 h 300"/>
                  <a:gd name="T68" fmla="*/ 853 w 1327"/>
                  <a:gd name="T69" fmla="*/ 87 h 300"/>
                  <a:gd name="T70" fmla="*/ 844 w 1327"/>
                  <a:gd name="T71" fmla="*/ 76 h 300"/>
                  <a:gd name="T72" fmla="*/ 835 w 1327"/>
                  <a:gd name="T73" fmla="*/ 66 h 300"/>
                  <a:gd name="T74" fmla="*/ 832 w 1327"/>
                  <a:gd name="T75" fmla="*/ 61 h 300"/>
                  <a:gd name="T76" fmla="*/ 74 w 1327"/>
                  <a:gd name="T77" fmla="*/ 52 h 300"/>
                  <a:gd name="T78" fmla="*/ 69 w 1327"/>
                  <a:gd name="T79" fmla="*/ 66 h 300"/>
                  <a:gd name="T80" fmla="*/ 61 w 1327"/>
                  <a:gd name="T81" fmla="*/ 80 h 300"/>
                  <a:gd name="T82" fmla="*/ 54 w 1327"/>
                  <a:gd name="T83" fmla="*/ 102 h 300"/>
                  <a:gd name="T84" fmla="*/ 44 w 1327"/>
                  <a:gd name="T85" fmla="*/ 127 h 300"/>
                  <a:gd name="T86" fmla="*/ 36 w 1327"/>
                  <a:gd name="T87" fmla="*/ 149 h 300"/>
                  <a:gd name="T88" fmla="*/ 32 w 1327"/>
                  <a:gd name="T89" fmla="*/ 170 h 300"/>
                  <a:gd name="T90" fmla="*/ 26 w 1327"/>
                  <a:gd name="T91" fmla="*/ 191 h 300"/>
                  <a:gd name="T92" fmla="*/ 21 w 1327"/>
                  <a:gd name="T93" fmla="*/ 217 h 300"/>
                  <a:gd name="T94" fmla="*/ 15 w 1327"/>
                  <a:gd name="T95" fmla="*/ 237 h 300"/>
                  <a:gd name="T96" fmla="*/ 14 w 1327"/>
                  <a:gd name="T97" fmla="*/ 264 h 300"/>
                  <a:gd name="T98" fmla="*/ 11 w 1327"/>
                  <a:gd name="T99" fmla="*/ 291 h 300"/>
                  <a:gd name="T100" fmla="*/ 6 w 1327"/>
                  <a:gd name="T101" fmla="*/ 316 h 300"/>
                  <a:gd name="T102" fmla="*/ 1 w 1327"/>
                  <a:gd name="T103" fmla="*/ 344 h 300"/>
                  <a:gd name="T104" fmla="*/ 1 w 1327"/>
                  <a:gd name="T105" fmla="*/ 371 h 300"/>
                  <a:gd name="T106" fmla="*/ 0 w 1327"/>
                  <a:gd name="T107" fmla="*/ 401 h 300"/>
                  <a:gd name="T108" fmla="*/ 0 w 1327"/>
                  <a:gd name="T109" fmla="*/ 441 h 300"/>
                  <a:gd name="T110" fmla="*/ 0 w 1327"/>
                  <a:gd name="T111" fmla="*/ 488 h 30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327" h="300">
                    <a:moveTo>
                      <a:pt x="0" y="158"/>
                    </a:moveTo>
                    <a:cubicBezTo>
                      <a:pt x="0" y="161"/>
                      <a:pt x="1" y="165"/>
                      <a:pt x="1" y="168"/>
                    </a:cubicBezTo>
                    <a:cubicBezTo>
                      <a:pt x="1" y="169"/>
                      <a:pt x="1" y="169"/>
                      <a:pt x="1" y="170"/>
                    </a:cubicBezTo>
                    <a:cubicBezTo>
                      <a:pt x="1" y="174"/>
                      <a:pt x="2" y="177"/>
                      <a:pt x="2" y="181"/>
                    </a:cubicBezTo>
                    <a:cubicBezTo>
                      <a:pt x="2" y="182"/>
                      <a:pt x="2" y="183"/>
                      <a:pt x="2" y="184"/>
                    </a:cubicBezTo>
                    <a:cubicBezTo>
                      <a:pt x="3" y="187"/>
                      <a:pt x="3" y="190"/>
                      <a:pt x="4" y="192"/>
                    </a:cubicBezTo>
                    <a:cubicBezTo>
                      <a:pt x="4" y="193"/>
                      <a:pt x="4" y="194"/>
                      <a:pt x="4" y="195"/>
                    </a:cubicBezTo>
                    <a:cubicBezTo>
                      <a:pt x="4" y="198"/>
                      <a:pt x="5" y="201"/>
                      <a:pt x="6" y="205"/>
                    </a:cubicBezTo>
                    <a:cubicBezTo>
                      <a:pt x="6" y="206"/>
                      <a:pt x="6" y="206"/>
                      <a:pt x="6" y="207"/>
                    </a:cubicBezTo>
                    <a:cubicBezTo>
                      <a:pt x="7" y="210"/>
                      <a:pt x="7" y="212"/>
                      <a:pt x="8" y="215"/>
                    </a:cubicBezTo>
                    <a:cubicBezTo>
                      <a:pt x="8" y="216"/>
                      <a:pt x="8" y="217"/>
                      <a:pt x="8" y="217"/>
                    </a:cubicBezTo>
                    <a:cubicBezTo>
                      <a:pt x="9" y="221"/>
                      <a:pt x="10" y="224"/>
                      <a:pt x="11" y="227"/>
                    </a:cubicBezTo>
                    <a:cubicBezTo>
                      <a:pt x="11" y="227"/>
                      <a:pt x="11" y="228"/>
                      <a:pt x="11" y="228"/>
                    </a:cubicBezTo>
                    <a:cubicBezTo>
                      <a:pt x="12" y="231"/>
                      <a:pt x="13" y="233"/>
                      <a:pt x="14" y="236"/>
                    </a:cubicBezTo>
                    <a:cubicBezTo>
                      <a:pt x="14" y="236"/>
                      <a:pt x="14" y="237"/>
                      <a:pt x="14" y="238"/>
                    </a:cubicBezTo>
                    <a:cubicBezTo>
                      <a:pt x="15" y="241"/>
                      <a:pt x="16" y="244"/>
                      <a:pt x="17" y="246"/>
                    </a:cubicBezTo>
                    <a:cubicBezTo>
                      <a:pt x="17" y="247"/>
                      <a:pt x="17" y="247"/>
                      <a:pt x="18" y="247"/>
                    </a:cubicBezTo>
                    <a:cubicBezTo>
                      <a:pt x="19" y="250"/>
                      <a:pt x="19" y="252"/>
                      <a:pt x="20" y="254"/>
                    </a:cubicBezTo>
                    <a:cubicBezTo>
                      <a:pt x="21" y="255"/>
                      <a:pt x="21" y="256"/>
                      <a:pt x="21" y="256"/>
                    </a:cubicBezTo>
                    <a:cubicBezTo>
                      <a:pt x="22" y="259"/>
                      <a:pt x="23" y="261"/>
                      <a:pt x="25" y="263"/>
                    </a:cubicBezTo>
                    <a:cubicBezTo>
                      <a:pt x="25" y="263"/>
                      <a:pt x="25" y="263"/>
                      <a:pt x="25" y="264"/>
                    </a:cubicBezTo>
                    <a:cubicBezTo>
                      <a:pt x="26" y="266"/>
                      <a:pt x="27" y="268"/>
                      <a:pt x="28" y="270"/>
                    </a:cubicBezTo>
                    <a:cubicBezTo>
                      <a:pt x="29" y="271"/>
                      <a:pt x="29" y="272"/>
                      <a:pt x="29" y="272"/>
                    </a:cubicBezTo>
                    <a:cubicBezTo>
                      <a:pt x="30" y="274"/>
                      <a:pt x="31" y="276"/>
                      <a:pt x="33" y="277"/>
                    </a:cubicBezTo>
                    <a:cubicBezTo>
                      <a:pt x="33" y="278"/>
                      <a:pt x="33" y="278"/>
                      <a:pt x="33" y="278"/>
                    </a:cubicBezTo>
                    <a:cubicBezTo>
                      <a:pt x="34" y="280"/>
                      <a:pt x="36" y="282"/>
                      <a:pt x="37" y="284"/>
                    </a:cubicBezTo>
                    <a:cubicBezTo>
                      <a:pt x="37" y="285"/>
                      <a:pt x="38" y="285"/>
                      <a:pt x="38" y="285"/>
                    </a:cubicBezTo>
                    <a:cubicBezTo>
                      <a:pt x="39" y="287"/>
                      <a:pt x="40" y="288"/>
                      <a:pt x="41" y="290"/>
                    </a:cubicBezTo>
                    <a:cubicBezTo>
                      <a:pt x="41" y="290"/>
                      <a:pt x="42" y="290"/>
                      <a:pt x="42" y="291"/>
                    </a:cubicBezTo>
                    <a:cubicBezTo>
                      <a:pt x="43" y="292"/>
                      <a:pt x="45" y="294"/>
                      <a:pt x="46" y="295"/>
                    </a:cubicBezTo>
                    <a:cubicBezTo>
                      <a:pt x="46" y="295"/>
                      <a:pt x="46" y="296"/>
                      <a:pt x="46" y="296"/>
                    </a:cubicBezTo>
                    <a:cubicBezTo>
                      <a:pt x="52" y="300"/>
                      <a:pt x="364" y="293"/>
                      <a:pt x="677" y="292"/>
                    </a:cubicBezTo>
                    <a:cubicBezTo>
                      <a:pt x="1001" y="291"/>
                      <a:pt x="1327" y="297"/>
                      <a:pt x="1326" y="296"/>
                    </a:cubicBezTo>
                    <a:cubicBezTo>
                      <a:pt x="1324" y="294"/>
                      <a:pt x="1321" y="291"/>
                      <a:pt x="1319" y="289"/>
                    </a:cubicBezTo>
                    <a:cubicBezTo>
                      <a:pt x="1319" y="289"/>
                      <a:pt x="1319" y="288"/>
                      <a:pt x="1319" y="288"/>
                    </a:cubicBezTo>
                    <a:cubicBezTo>
                      <a:pt x="1319" y="288"/>
                      <a:pt x="1319" y="288"/>
                      <a:pt x="1318" y="288"/>
                    </a:cubicBezTo>
                    <a:cubicBezTo>
                      <a:pt x="1316" y="285"/>
                      <a:pt x="1314" y="283"/>
                      <a:pt x="1312" y="280"/>
                    </a:cubicBezTo>
                    <a:cubicBezTo>
                      <a:pt x="1312" y="280"/>
                      <a:pt x="1312" y="280"/>
                      <a:pt x="1312" y="280"/>
                    </a:cubicBezTo>
                    <a:cubicBezTo>
                      <a:pt x="1312" y="280"/>
                      <a:pt x="1312" y="280"/>
                      <a:pt x="1312" y="280"/>
                    </a:cubicBezTo>
                    <a:cubicBezTo>
                      <a:pt x="1290" y="250"/>
                      <a:pt x="1274" y="203"/>
                      <a:pt x="1274" y="143"/>
                    </a:cubicBezTo>
                    <a:cubicBezTo>
                      <a:pt x="1274" y="74"/>
                      <a:pt x="1296" y="26"/>
                      <a:pt x="1324" y="0"/>
                    </a:cubicBezTo>
                    <a:cubicBezTo>
                      <a:pt x="1204" y="0"/>
                      <a:pt x="1104" y="8"/>
                      <a:pt x="1018" y="9"/>
                    </a:cubicBezTo>
                    <a:cubicBezTo>
                      <a:pt x="1000" y="17"/>
                      <a:pt x="981" y="26"/>
                      <a:pt x="962" y="38"/>
                    </a:cubicBezTo>
                    <a:cubicBezTo>
                      <a:pt x="922" y="63"/>
                      <a:pt x="871" y="94"/>
                      <a:pt x="840" y="102"/>
                    </a:cubicBezTo>
                    <a:cubicBezTo>
                      <a:pt x="805" y="110"/>
                      <a:pt x="764" y="117"/>
                      <a:pt x="729" y="121"/>
                    </a:cubicBezTo>
                    <a:cubicBezTo>
                      <a:pt x="694" y="124"/>
                      <a:pt x="665" y="123"/>
                      <a:pt x="665" y="123"/>
                    </a:cubicBezTo>
                    <a:cubicBezTo>
                      <a:pt x="639" y="124"/>
                      <a:pt x="614" y="112"/>
                      <a:pt x="592" y="110"/>
                    </a:cubicBezTo>
                    <a:cubicBezTo>
                      <a:pt x="551" y="106"/>
                      <a:pt x="517" y="105"/>
                      <a:pt x="498" y="99"/>
                    </a:cubicBezTo>
                    <a:cubicBezTo>
                      <a:pt x="437" y="82"/>
                      <a:pt x="457" y="80"/>
                      <a:pt x="386" y="64"/>
                    </a:cubicBezTo>
                    <a:cubicBezTo>
                      <a:pt x="383" y="63"/>
                      <a:pt x="381" y="62"/>
                      <a:pt x="379" y="61"/>
                    </a:cubicBezTo>
                    <a:cubicBezTo>
                      <a:pt x="378" y="61"/>
                      <a:pt x="377" y="61"/>
                      <a:pt x="376" y="60"/>
                    </a:cubicBezTo>
                    <a:cubicBezTo>
                      <a:pt x="375" y="60"/>
                      <a:pt x="373" y="59"/>
                      <a:pt x="372" y="58"/>
                    </a:cubicBezTo>
                    <a:cubicBezTo>
                      <a:pt x="371" y="58"/>
                      <a:pt x="370" y="58"/>
                      <a:pt x="369" y="57"/>
                    </a:cubicBezTo>
                    <a:cubicBezTo>
                      <a:pt x="368" y="57"/>
                      <a:pt x="367" y="56"/>
                      <a:pt x="365" y="55"/>
                    </a:cubicBezTo>
                    <a:cubicBezTo>
                      <a:pt x="365" y="55"/>
                      <a:pt x="364" y="55"/>
                      <a:pt x="363" y="54"/>
                    </a:cubicBezTo>
                    <a:cubicBezTo>
                      <a:pt x="362" y="54"/>
                      <a:pt x="360" y="53"/>
                      <a:pt x="359" y="52"/>
                    </a:cubicBezTo>
                    <a:cubicBezTo>
                      <a:pt x="359" y="52"/>
                      <a:pt x="358" y="52"/>
                      <a:pt x="358" y="51"/>
                    </a:cubicBezTo>
                    <a:cubicBezTo>
                      <a:pt x="356" y="50"/>
                      <a:pt x="354" y="49"/>
                      <a:pt x="352" y="48"/>
                    </a:cubicBezTo>
                    <a:cubicBezTo>
                      <a:pt x="352" y="48"/>
                      <a:pt x="352" y="48"/>
                      <a:pt x="351" y="48"/>
                    </a:cubicBezTo>
                    <a:cubicBezTo>
                      <a:pt x="350" y="47"/>
                      <a:pt x="349" y="46"/>
                      <a:pt x="347" y="45"/>
                    </a:cubicBezTo>
                    <a:cubicBezTo>
                      <a:pt x="347" y="45"/>
                      <a:pt x="346" y="45"/>
                      <a:pt x="346" y="44"/>
                    </a:cubicBezTo>
                    <a:cubicBezTo>
                      <a:pt x="345" y="43"/>
                      <a:pt x="344" y="43"/>
                      <a:pt x="343" y="42"/>
                    </a:cubicBezTo>
                    <a:cubicBezTo>
                      <a:pt x="342" y="42"/>
                      <a:pt x="342" y="41"/>
                      <a:pt x="341" y="41"/>
                    </a:cubicBezTo>
                    <a:cubicBezTo>
                      <a:pt x="340" y="40"/>
                      <a:pt x="339" y="39"/>
                      <a:pt x="338" y="39"/>
                    </a:cubicBezTo>
                    <a:cubicBezTo>
                      <a:pt x="338" y="38"/>
                      <a:pt x="337" y="38"/>
                      <a:pt x="337" y="38"/>
                    </a:cubicBezTo>
                    <a:cubicBezTo>
                      <a:pt x="336" y="37"/>
                      <a:pt x="335" y="36"/>
                      <a:pt x="334" y="35"/>
                    </a:cubicBezTo>
                    <a:cubicBezTo>
                      <a:pt x="334" y="35"/>
                      <a:pt x="333" y="35"/>
                      <a:pt x="333" y="34"/>
                    </a:cubicBezTo>
                    <a:cubicBezTo>
                      <a:pt x="332" y="33"/>
                      <a:pt x="331" y="32"/>
                      <a:pt x="329" y="31"/>
                    </a:cubicBezTo>
                    <a:cubicBezTo>
                      <a:pt x="329" y="31"/>
                      <a:pt x="329" y="31"/>
                      <a:pt x="328" y="30"/>
                    </a:cubicBezTo>
                    <a:cubicBezTo>
                      <a:pt x="328" y="30"/>
                      <a:pt x="327" y="29"/>
                      <a:pt x="326" y="28"/>
                    </a:cubicBezTo>
                    <a:cubicBezTo>
                      <a:pt x="326" y="28"/>
                      <a:pt x="325" y="27"/>
                      <a:pt x="325" y="27"/>
                    </a:cubicBezTo>
                    <a:cubicBezTo>
                      <a:pt x="324" y="26"/>
                      <a:pt x="323" y="25"/>
                      <a:pt x="322" y="25"/>
                    </a:cubicBezTo>
                    <a:cubicBezTo>
                      <a:pt x="322" y="24"/>
                      <a:pt x="322" y="24"/>
                      <a:pt x="321" y="24"/>
                    </a:cubicBezTo>
                    <a:cubicBezTo>
                      <a:pt x="321" y="23"/>
                      <a:pt x="320" y="22"/>
                      <a:pt x="319" y="21"/>
                    </a:cubicBezTo>
                    <a:cubicBezTo>
                      <a:pt x="319" y="21"/>
                      <a:pt x="318" y="21"/>
                      <a:pt x="318" y="20"/>
                    </a:cubicBezTo>
                    <a:cubicBezTo>
                      <a:pt x="318" y="20"/>
                      <a:pt x="318" y="20"/>
                      <a:pt x="318" y="20"/>
                    </a:cubicBezTo>
                    <a:cubicBezTo>
                      <a:pt x="307" y="9"/>
                      <a:pt x="230" y="16"/>
                      <a:pt x="161" y="13"/>
                    </a:cubicBezTo>
                    <a:cubicBezTo>
                      <a:pt x="98" y="10"/>
                      <a:pt x="31" y="12"/>
                      <a:pt x="28" y="17"/>
                    </a:cubicBezTo>
                    <a:cubicBezTo>
                      <a:pt x="28" y="17"/>
                      <a:pt x="27" y="17"/>
                      <a:pt x="27" y="18"/>
                    </a:cubicBezTo>
                    <a:cubicBezTo>
                      <a:pt x="27" y="19"/>
                      <a:pt x="26" y="20"/>
                      <a:pt x="26" y="21"/>
                    </a:cubicBezTo>
                    <a:cubicBezTo>
                      <a:pt x="25" y="21"/>
                      <a:pt x="25" y="22"/>
                      <a:pt x="24" y="23"/>
                    </a:cubicBezTo>
                    <a:cubicBezTo>
                      <a:pt x="24" y="24"/>
                      <a:pt x="23" y="25"/>
                      <a:pt x="23" y="26"/>
                    </a:cubicBezTo>
                    <a:cubicBezTo>
                      <a:pt x="22" y="27"/>
                      <a:pt x="22" y="28"/>
                      <a:pt x="22" y="29"/>
                    </a:cubicBezTo>
                    <a:cubicBezTo>
                      <a:pt x="21" y="30"/>
                      <a:pt x="21" y="31"/>
                      <a:pt x="20" y="33"/>
                    </a:cubicBezTo>
                    <a:cubicBezTo>
                      <a:pt x="20" y="33"/>
                      <a:pt x="19" y="34"/>
                      <a:pt x="19" y="35"/>
                    </a:cubicBezTo>
                    <a:cubicBezTo>
                      <a:pt x="18" y="37"/>
                      <a:pt x="17" y="39"/>
                      <a:pt x="17" y="41"/>
                    </a:cubicBezTo>
                    <a:cubicBezTo>
                      <a:pt x="16" y="42"/>
                      <a:pt x="16" y="42"/>
                      <a:pt x="16" y="43"/>
                    </a:cubicBezTo>
                    <a:cubicBezTo>
                      <a:pt x="15" y="44"/>
                      <a:pt x="15" y="46"/>
                      <a:pt x="14" y="48"/>
                    </a:cubicBezTo>
                    <a:cubicBezTo>
                      <a:pt x="14" y="49"/>
                      <a:pt x="14" y="50"/>
                      <a:pt x="13" y="51"/>
                    </a:cubicBezTo>
                    <a:cubicBezTo>
                      <a:pt x="13" y="52"/>
                      <a:pt x="13" y="53"/>
                      <a:pt x="12" y="55"/>
                    </a:cubicBezTo>
                    <a:cubicBezTo>
                      <a:pt x="12" y="56"/>
                      <a:pt x="11" y="57"/>
                      <a:pt x="11" y="58"/>
                    </a:cubicBezTo>
                    <a:cubicBezTo>
                      <a:pt x="11" y="59"/>
                      <a:pt x="10" y="61"/>
                      <a:pt x="10" y="62"/>
                    </a:cubicBezTo>
                    <a:cubicBezTo>
                      <a:pt x="10" y="63"/>
                      <a:pt x="9" y="64"/>
                      <a:pt x="9" y="65"/>
                    </a:cubicBezTo>
                    <a:cubicBezTo>
                      <a:pt x="9" y="67"/>
                      <a:pt x="8" y="68"/>
                      <a:pt x="8" y="70"/>
                    </a:cubicBezTo>
                    <a:cubicBezTo>
                      <a:pt x="8" y="71"/>
                      <a:pt x="8" y="72"/>
                      <a:pt x="7" y="73"/>
                    </a:cubicBezTo>
                    <a:cubicBezTo>
                      <a:pt x="7" y="74"/>
                      <a:pt x="7" y="76"/>
                      <a:pt x="6" y="77"/>
                    </a:cubicBezTo>
                    <a:cubicBezTo>
                      <a:pt x="6" y="78"/>
                      <a:pt x="6" y="80"/>
                      <a:pt x="6" y="81"/>
                    </a:cubicBezTo>
                    <a:cubicBezTo>
                      <a:pt x="5" y="82"/>
                      <a:pt x="5" y="84"/>
                      <a:pt x="5" y="85"/>
                    </a:cubicBezTo>
                    <a:cubicBezTo>
                      <a:pt x="5" y="87"/>
                      <a:pt x="4" y="88"/>
                      <a:pt x="4" y="89"/>
                    </a:cubicBezTo>
                    <a:cubicBezTo>
                      <a:pt x="4" y="91"/>
                      <a:pt x="4" y="92"/>
                      <a:pt x="4" y="94"/>
                    </a:cubicBezTo>
                    <a:cubicBezTo>
                      <a:pt x="3" y="95"/>
                      <a:pt x="3" y="96"/>
                      <a:pt x="3" y="97"/>
                    </a:cubicBezTo>
                    <a:cubicBezTo>
                      <a:pt x="3" y="99"/>
                      <a:pt x="3" y="101"/>
                      <a:pt x="2" y="102"/>
                    </a:cubicBezTo>
                    <a:cubicBezTo>
                      <a:pt x="2" y="103"/>
                      <a:pt x="2" y="105"/>
                      <a:pt x="2" y="106"/>
                    </a:cubicBezTo>
                    <a:cubicBezTo>
                      <a:pt x="2" y="108"/>
                      <a:pt x="2" y="109"/>
                      <a:pt x="1" y="111"/>
                    </a:cubicBezTo>
                    <a:cubicBezTo>
                      <a:pt x="1" y="112"/>
                      <a:pt x="1" y="114"/>
                      <a:pt x="1" y="115"/>
                    </a:cubicBezTo>
                    <a:cubicBezTo>
                      <a:pt x="1" y="117"/>
                      <a:pt x="1" y="118"/>
                      <a:pt x="1" y="120"/>
                    </a:cubicBezTo>
                    <a:cubicBezTo>
                      <a:pt x="1" y="122"/>
                      <a:pt x="1" y="123"/>
                      <a:pt x="0" y="124"/>
                    </a:cubicBezTo>
                    <a:cubicBezTo>
                      <a:pt x="0" y="126"/>
                      <a:pt x="0" y="128"/>
                      <a:pt x="0" y="130"/>
                    </a:cubicBezTo>
                    <a:cubicBezTo>
                      <a:pt x="0" y="131"/>
                      <a:pt x="0" y="132"/>
                      <a:pt x="0" y="133"/>
                    </a:cubicBezTo>
                    <a:cubicBezTo>
                      <a:pt x="0" y="136"/>
                      <a:pt x="0" y="140"/>
                      <a:pt x="0" y="143"/>
                    </a:cubicBezTo>
                    <a:cubicBezTo>
                      <a:pt x="0" y="147"/>
                      <a:pt x="0" y="151"/>
                      <a:pt x="0" y="155"/>
                    </a:cubicBezTo>
                    <a:cubicBezTo>
                      <a:pt x="0" y="156"/>
                      <a:pt x="0" y="157"/>
                      <a:pt x="0" y="15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70" name="Freeform 3995">
                <a:extLst>
                  <a:ext uri="{FF2B5EF4-FFF2-40B4-BE49-F238E27FC236}">
                    <a16:creationId xmlns:a16="http://schemas.microsoft.com/office/drawing/2014/main" id="{4CA18908-CD64-4C32-BDBD-8EC6BC9B9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657"/>
                <a:ext cx="429" cy="84"/>
              </a:xfrm>
              <a:custGeom>
                <a:avLst/>
                <a:gdLst>
                  <a:gd name="T0" fmla="*/ 0 w 311"/>
                  <a:gd name="T1" fmla="*/ 0 h 58"/>
                  <a:gd name="T2" fmla="*/ 310 w 311"/>
                  <a:gd name="T3" fmla="*/ 88 h 58"/>
                  <a:gd name="T4" fmla="*/ 556 w 311"/>
                  <a:gd name="T5" fmla="*/ 122 h 58"/>
                  <a:gd name="T6" fmla="*/ 817 w 311"/>
                  <a:gd name="T7" fmla="*/ 174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1" h="58">
                    <a:moveTo>
                      <a:pt x="0" y="0"/>
                    </a:moveTo>
                    <a:cubicBezTo>
                      <a:pt x="71" y="16"/>
                      <a:pt x="56" y="12"/>
                      <a:pt x="118" y="29"/>
                    </a:cubicBezTo>
                    <a:cubicBezTo>
                      <a:pt x="136" y="35"/>
                      <a:pt x="170" y="36"/>
                      <a:pt x="212" y="40"/>
                    </a:cubicBezTo>
                    <a:cubicBezTo>
                      <a:pt x="234" y="42"/>
                      <a:pt x="285" y="58"/>
                      <a:pt x="311" y="57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71" name="Freeform 3996">
                <a:extLst>
                  <a:ext uri="{FF2B5EF4-FFF2-40B4-BE49-F238E27FC236}">
                    <a16:creationId xmlns:a16="http://schemas.microsoft.com/office/drawing/2014/main" id="{59D7AF82-BF48-45DC-97C0-8A8A85763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572"/>
                <a:ext cx="785" cy="168"/>
              </a:xfrm>
              <a:custGeom>
                <a:avLst/>
                <a:gdLst>
                  <a:gd name="T0" fmla="*/ 1287 w 569"/>
                  <a:gd name="T1" fmla="*/ 324 h 115"/>
                  <a:gd name="T2" fmla="*/ 1037 w 569"/>
                  <a:gd name="T3" fmla="*/ 299 h 115"/>
                  <a:gd name="T4" fmla="*/ 762 w 569"/>
                  <a:gd name="T5" fmla="*/ 209 h 115"/>
                  <a:gd name="T6" fmla="*/ 582 w 569"/>
                  <a:gd name="T7" fmla="*/ 73 h 115"/>
                  <a:gd name="T8" fmla="*/ 219 w 569"/>
                  <a:gd name="T9" fmla="*/ 26 h 115"/>
                  <a:gd name="T10" fmla="*/ 0 w 569"/>
                  <a:gd name="T11" fmla="*/ 1 h 115"/>
                  <a:gd name="T12" fmla="*/ 171 w 569"/>
                  <a:gd name="T13" fmla="*/ 13 h 115"/>
                  <a:gd name="T14" fmla="*/ 582 w 569"/>
                  <a:gd name="T15" fmla="*/ 34 h 115"/>
                  <a:gd name="T16" fmla="*/ 762 w 569"/>
                  <a:gd name="T17" fmla="*/ 171 h 115"/>
                  <a:gd name="T18" fmla="*/ 1057 w 569"/>
                  <a:gd name="T19" fmla="*/ 279 h 115"/>
                  <a:gd name="T20" fmla="*/ 1302 w 569"/>
                  <a:gd name="T21" fmla="*/ 316 h 115"/>
                  <a:gd name="T22" fmla="*/ 1494 w 569"/>
                  <a:gd name="T23" fmla="*/ 356 h 115"/>
                  <a:gd name="T24" fmla="*/ 1287 w 569"/>
                  <a:gd name="T25" fmla="*/ 324 h 1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9" h="115">
                    <a:moveTo>
                      <a:pt x="490" y="104"/>
                    </a:moveTo>
                    <a:cubicBezTo>
                      <a:pt x="449" y="100"/>
                      <a:pt x="413" y="101"/>
                      <a:pt x="395" y="96"/>
                    </a:cubicBezTo>
                    <a:cubicBezTo>
                      <a:pt x="333" y="78"/>
                      <a:pt x="361" y="83"/>
                      <a:pt x="290" y="67"/>
                    </a:cubicBezTo>
                    <a:cubicBezTo>
                      <a:pt x="254" y="54"/>
                      <a:pt x="237" y="38"/>
                      <a:pt x="222" y="23"/>
                    </a:cubicBezTo>
                    <a:cubicBezTo>
                      <a:pt x="211" y="12"/>
                      <a:pt x="152" y="11"/>
                      <a:pt x="83" y="8"/>
                    </a:cubicBezTo>
                    <a:cubicBezTo>
                      <a:pt x="60" y="7"/>
                      <a:pt x="21" y="1"/>
                      <a:pt x="0" y="1"/>
                    </a:cubicBezTo>
                    <a:cubicBezTo>
                      <a:pt x="21" y="1"/>
                      <a:pt x="42" y="3"/>
                      <a:pt x="65" y="4"/>
                    </a:cubicBezTo>
                    <a:cubicBezTo>
                      <a:pt x="134" y="7"/>
                      <a:pt x="211" y="0"/>
                      <a:pt x="222" y="11"/>
                    </a:cubicBezTo>
                    <a:cubicBezTo>
                      <a:pt x="237" y="26"/>
                      <a:pt x="254" y="42"/>
                      <a:pt x="290" y="55"/>
                    </a:cubicBezTo>
                    <a:cubicBezTo>
                      <a:pt x="361" y="71"/>
                      <a:pt x="341" y="73"/>
                      <a:pt x="402" y="90"/>
                    </a:cubicBezTo>
                    <a:cubicBezTo>
                      <a:pt x="421" y="96"/>
                      <a:pt x="455" y="97"/>
                      <a:pt x="496" y="101"/>
                    </a:cubicBezTo>
                    <a:cubicBezTo>
                      <a:pt x="518" y="103"/>
                      <a:pt x="543" y="115"/>
                      <a:pt x="569" y="114"/>
                    </a:cubicBezTo>
                    <a:cubicBezTo>
                      <a:pt x="569" y="115"/>
                      <a:pt x="495" y="105"/>
                      <a:pt x="490" y="104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72" name="Freeform 3997">
                <a:extLst>
                  <a:ext uri="{FF2B5EF4-FFF2-40B4-BE49-F238E27FC236}">
                    <a16:creationId xmlns:a16="http://schemas.microsoft.com/office/drawing/2014/main" id="{3604029B-B282-4D5A-9678-3D024D52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914"/>
                <a:ext cx="1553" cy="15"/>
              </a:xfrm>
              <a:custGeom>
                <a:avLst/>
                <a:gdLst>
                  <a:gd name="T0" fmla="*/ 0 w 1127"/>
                  <a:gd name="T1" fmla="*/ 35 h 10"/>
                  <a:gd name="T2" fmla="*/ 1446 w 1127"/>
                  <a:gd name="T3" fmla="*/ 5 h 10"/>
                  <a:gd name="T4" fmla="*/ 2949 w 1127"/>
                  <a:gd name="T5" fmla="*/ 27 h 10"/>
                  <a:gd name="T6" fmla="*/ 0 w 1127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7" h="10">
                    <a:moveTo>
                      <a:pt x="0" y="10"/>
                    </a:moveTo>
                    <a:cubicBezTo>
                      <a:pt x="115" y="9"/>
                      <a:pt x="335" y="1"/>
                      <a:pt x="552" y="1"/>
                    </a:cubicBezTo>
                    <a:cubicBezTo>
                      <a:pt x="784" y="0"/>
                      <a:pt x="1013" y="7"/>
                      <a:pt x="1127" y="8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89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73" name="Freeform 3998">
                <a:extLst>
                  <a:ext uri="{FF2B5EF4-FFF2-40B4-BE49-F238E27FC236}">
                    <a16:creationId xmlns:a16="http://schemas.microsoft.com/office/drawing/2014/main" id="{C98E4B16-8F72-4145-BA58-E786D2A1F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487"/>
                <a:ext cx="386" cy="62"/>
              </a:xfrm>
              <a:custGeom>
                <a:avLst/>
                <a:gdLst>
                  <a:gd name="T0" fmla="*/ 345 w 280"/>
                  <a:gd name="T1" fmla="*/ 117 h 43"/>
                  <a:gd name="T2" fmla="*/ 623 w 280"/>
                  <a:gd name="T3" fmla="*/ 121 h 43"/>
                  <a:gd name="T4" fmla="*/ 622 w 280"/>
                  <a:gd name="T5" fmla="*/ 117 h 43"/>
                  <a:gd name="T6" fmla="*/ 492 w 280"/>
                  <a:gd name="T7" fmla="*/ 102 h 43"/>
                  <a:gd name="T8" fmla="*/ 281 w 280"/>
                  <a:gd name="T9" fmla="*/ 84 h 43"/>
                  <a:gd name="T10" fmla="*/ 131 w 280"/>
                  <a:gd name="T11" fmla="*/ 62 h 43"/>
                  <a:gd name="T12" fmla="*/ 165 w 280"/>
                  <a:gd name="T13" fmla="*/ 46 h 43"/>
                  <a:gd name="T14" fmla="*/ 408 w 280"/>
                  <a:gd name="T15" fmla="*/ 48 h 43"/>
                  <a:gd name="T16" fmla="*/ 546 w 280"/>
                  <a:gd name="T17" fmla="*/ 56 h 43"/>
                  <a:gd name="T18" fmla="*/ 638 w 280"/>
                  <a:gd name="T19" fmla="*/ 75 h 43"/>
                  <a:gd name="T20" fmla="*/ 714 w 280"/>
                  <a:gd name="T21" fmla="*/ 123 h 43"/>
                  <a:gd name="T22" fmla="*/ 733 w 280"/>
                  <a:gd name="T23" fmla="*/ 128 h 43"/>
                  <a:gd name="T24" fmla="*/ 618 w 280"/>
                  <a:gd name="T25" fmla="*/ 33 h 43"/>
                  <a:gd name="T26" fmla="*/ 437 w 280"/>
                  <a:gd name="T27" fmla="*/ 9 h 43"/>
                  <a:gd name="T28" fmla="*/ 120 w 280"/>
                  <a:gd name="T29" fmla="*/ 0 h 43"/>
                  <a:gd name="T30" fmla="*/ 112 w 280"/>
                  <a:gd name="T31" fmla="*/ 1 h 43"/>
                  <a:gd name="T32" fmla="*/ 0 w 280"/>
                  <a:gd name="T33" fmla="*/ 127 h 43"/>
                  <a:gd name="T34" fmla="*/ 345 w 280"/>
                  <a:gd name="T35" fmla="*/ 117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0" h="43">
                    <a:moveTo>
                      <a:pt x="131" y="39"/>
                    </a:moveTo>
                    <a:cubicBezTo>
                      <a:pt x="169" y="40"/>
                      <a:pt x="208" y="39"/>
                      <a:pt x="238" y="40"/>
                    </a:cubicBezTo>
                    <a:cubicBezTo>
                      <a:pt x="238" y="39"/>
                      <a:pt x="238" y="39"/>
                      <a:pt x="237" y="39"/>
                    </a:cubicBezTo>
                    <a:cubicBezTo>
                      <a:pt x="221" y="35"/>
                      <a:pt x="205" y="34"/>
                      <a:pt x="188" y="34"/>
                    </a:cubicBezTo>
                    <a:cubicBezTo>
                      <a:pt x="159" y="32"/>
                      <a:pt x="136" y="28"/>
                      <a:pt x="107" y="28"/>
                    </a:cubicBezTo>
                    <a:cubicBezTo>
                      <a:pt x="95" y="28"/>
                      <a:pt x="61" y="29"/>
                      <a:pt x="50" y="21"/>
                    </a:cubicBezTo>
                    <a:cubicBezTo>
                      <a:pt x="41" y="15"/>
                      <a:pt x="57" y="15"/>
                      <a:pt x="63" y="15"/>
                    </a:cubicBezTo>
                    <a:cubicBezTo>
                      <a:pt x="94" y="15"/>
                      <a:pt x="125" y="15"/>
                      <a:pt x="156" y="16"/>
                    </a:cubicBezTo>
                    <a:cubicBezTo>
                      <a:pt x="174" y="16"/>
                      <a:pt x="191" y="18"/>
                      <a:pt x="208" y="19"/>
                    </a:cubicBezTo>
                    <a:cubicBezTo>
                      <a:pt x="220" y="20"/>
                      <a:pt x="232" y="20"/>
                      <a:pt x="244" y="25"/>
                    </a:cubicBezTo>
                    <a:cubicBezTo>
                      <a:pt x="253" y="28"/>
                      <a:pt x="264" y="35"/>
                      <a:pt x="273" y="41"/>
                    </a:cubicBezTo>
                    <a:cubicBezTo>
                      <a:pt x="275" y="42"/>
                      <a:pt x="278" y="42"/>
                      <a:pt x="280" y="43"/>
                    </a:cubicBezTo>
                    <a:cubicBezTo>
                      <a:pt x="271" y="27"/>
                      <a:pt x="252" y="15"/>
                      <a:pt x="236" y="11"/>
                    </a:cubicBezTo>
                    <a:cubicBezTo>
                      <a:pt x="213" y="6"/>
                      <a:pt x="190" y="5"/>
                      <a:pt x="167" y="3"/>
                    </a:cubicBezTo>
                    <a:cubicBezTo>
                      <a:pt x="124" y="3"/>
                      <a:pt x="72" y="1"/>
                      <a:pt x="46" y="0"/>
                    </a:cubicBezTo>
                    <a:cubicBezTo>
                      <a:pt x="45" y="0"/>
                      <a:pt x="44" y="0"/>
                      <a:pt x="43" y="1"/>
                    </a:cubicBezTo>
                    <a:cubicBezTo>
                      <a:pt x="26" y="6"/>
                      <a:pt x="9" y="26"/>
                      <a:pt x="0" y="42"/>
                    </a:cubicBezTo>
                    <a:cubicBezTo>
                      <a:pt x="12" y="38"/>
                      <a:pt x="73" y="36"/>
                      <a:pt x="131" y="39"/>
                    </a:cubicBez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74" name="Freeform 3999">
                <a:extLst>
                  <a:ext uri="{FF2B5EF4-FFF2-40B4-BE49-F238E27FC236}">
                    <a16:creationId xmlns:a16="http://schemas.microsoft.com/office/drawing/2014/main" id="{61B016F5-F7EA-43BD-842B-A5E626F2F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6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75" name="Freeform 4000">
                <a:extLst>
                  <a:ext uri="{FF2B5EF4-FFF2-40B4-BE49-F238E27FC236}">
                    <a16:creationId xmlns:a16="http://schemas.microsoft.com/office/drawing/2014/main" id="{573E19BE-EC83-4399-93FC-075DBA786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500"/>
                <a:ext cx="458" cy="42"/>
              </a:xfrm>
              <a:custGeom>
                <a:avLst/>
                <a:gdLst>
                  <a:gd name="T0" fmla="*/ 548 w 332"/>
                  <a:gd name="T1" fmla="*/ 0 h 29"/>
                  <a:gd name="T2" fmla="*/ 320 w 332"/>
                  <a:gd name="T3" fmla="*/ 6 h 29"/>
                  <a:gd name="T4" fmla="*/ 0 w 332"/>
                  <a:gd name="T5" fmla="*/ 88 h 29"/>
                  <a:gd name="T6" fmla="*/ 19 w 332"/>
                  <a:gd name="T7" fmla="*/ 80 h 29"/>
                  <a:gd name="T8" fmla="*/ 752 w 332"/>
                  <a:gd name="T9" fmla="*/ 52 h 29"/>
                  <a:gd name="T10" fmla="*/ 829 w 332"/>
                  <a:gd name="T11" fmla="*/ 42 h 29"/>
                  <a:gd name="T12" fmla="*/ 861 w 332"/>
                  <a:gd name="T13" fmla="*/ 13 h 29"/>
                  <a:gd name="T14" fmla="*/ 872 w 332"/>
                  <a:gd name="T15" fmla="*/ 0 h 29"/>
                  <a:gd name="T16" fmla="*/ 548 w 332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9">
                    <a:moveTo>
                      <a:pt x="209" y="0"/>
                    </a:moveTo>
                    <a:cubicBezTo>
                      <a:pt x="180" y="0"/>
                      <a:pt x="150" y="1"/>
                      <a:pt x="122" y="2"/>
                    </a:cubicBezTo>
                    <a:cubicBezTo>
                      <a:pt x="77" y="5"/>
                      <a:pt x="39" y="12"/>
                      <a:pt x="0" y="29"/>
                    </a:cubicBezTo>
                    <a:cubicBezTo>
                      <a:pt x="3" y="28"/>
                      <a:pt x="5" y="27"/>
                      <a:pt x="7" y="26"/>
                    </a:cubicBezTo>
                    <a:cubicBezTo>
                      <a:pt x="87" y="25"/>
                      <a:pt x="178" y="18"/>
                      <a:pt x="286" y="17"/>
                    </a:cubicBezTo>
                    <a:cubicBezTo>
                      <a:pt x="299" y="16"/>
                      <a:pt x="309" y="15"/>
                      <a:pt x="316" y="14"/>
                    </a:cubicBezTo>
                    <a:cubicBezTo>
                      <a:pt x="320" y="10"/>
                      <a:pt x="324" y="7"/>
                      <a:pt x="328" y="4"/>
                    </a:cubicBezTo>
                    <a:cubicBezTo>
                      <a:pt x="332" y="0"/>
                      <a:pt x="332" y="0"/>
                      <a:pt x="332" y="0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76" name="Freeform 4001">
                <a:extLst>
                  <a:ext uri="{FF2B5EF4-FFF2-40B4-BE49-F238E27FC236}">
                    <a16:creationId xmlns:a16="http://schemas.microsoft.com/office/drawing/2014/main" id="{FECA3614-FC93-4974-97F7-F8155A6CA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506"/>
                <a:ext cx="157" cy="37"/>
              </a:xfrm>
              <a:custGeom>
                <a:avLst/>
                <a:gdLst>
                  <a:gd name="T0" fmla="*/ 0 w 114"/>
                  <a:gd name="T1" fmla="*/ 61 h 26"/>
                  <a:gd name="T2" fmla="*/ 186 w 114"/>
                  <a:gd name="T3" fmla="*/ 27 h 26"/>
                  <a:gd name="T4" fmla="*/ 248 w 114"/>
                  <a:gd name="T5" fmla="*/ 20 h 26"/>
                  <a:gd name="T6" fmla="*/ 297 w 114"/>
                  <a:gd name="T7" fmla="*/ 75 h 26"/>
                  <a:gd name="T8" fmla="*/ 99 w 114"/>
                  <a:gd name="T9" fmla="*/ 7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26">
                    <a:moveTo>
                      <a:pt x="0" y="21"/>
                    </a:moveTo>
                    <a:cubicBezTo>
                      <a:pt x="22" y="19"/>
                      <a:pt x="50" y="18"/>
                      <a:pt x="71" y="9"/>
                    </a:cubicBezTo>
                    <a:cubicBezTo>
                      <a:pt x="81" y="4"/>
                      <a:pt x="83" y="0"/>
                      <a:pt x="95" y="7"/>
                    </a:cubicBezTo>
                    <a:cubicBezTo>
                      <a:pt x="101" y="11"/>
                      <a:pt x="113" y="18"/>
                      <a:pt x="114" y="26"/>
                    </a:cubicBezTo>
                    <a:cubicBezTo>
                      <a:pt x="89" y="23"/>
                      <a:pt x="64" y="21"/>
                      <a:pt x="38" y="25"/>
                    </a:cubicBezTo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77" name="Freeform 4002">
                <a:extLst>
                  <a:ext uri="{FF2B5EF4-FFF2-40B4-BE49-F238E27FC236}">
                    <a16:creationId xmlns:a16="http://schemas.microsoft.com/office/drawing/2014/main" id="{21D54B06-07E1-420D-9A96-0E9DC4D7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507"/>
                <a:ext cx="48" cy="23"/>
              </a:xfrm>
              <a:custGeom>
                <a:avLst/>
                <a:gdLst>
                  <a:gd name="T0" fmla="*/ 0 w 35"/>
                  <a:gd name="T1" fmla="*/ 0 h 16"/>
                  <a:gd name="T2" fmla="*/ 26 w 35"/>
                  <a:gd name="T3" fmla="*/ 47 h 16"/>
                  <a:gd name="T4" fmla="*/ 91 w 35"/>
                  <a:gd name="T5" fmla="*/ 33 h 16"/>
                  <a:gd name="T6" fmla="*/ 88 w 35"/>
                  <a:gd name="T7" fmla="*/ 2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6">
                    <a:moveTo>
                      <a:pt x="0" y="0"/>
                    </a:moveTo>
                    <a:cubicBezTo>
                      <a:pt x="10" y="1"/>
                      <a:pt x="12" y="8"/>
                      <a:pt x="10" y="16"/>
                    </a:cubicBezTo>
                    <a:cubicBezTo>
                      <a:pt x="18" y="13"/>
                      <a:pt x="28" y="14"/>
                      <a:pt x="35" y="11"/>
                    </a:cubicBezTo>
                    <a:cubicBezTo>
                      <a:pt x="35" y="9"/>
                      <a:pt x="34" y="8"/>
                      <a:pt x="34" y="8"/>
                    </a:cubicBezTo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78" name="Freeform 4003">
                <a:extLst>
                  <a:ext uri="{FF2B5EF4-FFF2-40B4-BE49-F238E27FC236}">
                    <a16:creationId xmlns:a16="http://schemas.microsoft.com/office/drawing/2014/main" id="{543F4503-7BA2-4AB8-A547-BF3F485C8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439"/>
                <a:ext cx="523" cy="37"/>
              </a:xfrm>
              <a:custGeom>
                <a:avLst/>
                <a:gdLst>
                  <a:gd name="T0" fmla="*/ 0 w 379"/>
                  <a:gd name="T1" fmla="*/ 75 h 26"/>
                  <a:gd name="T2" fmla="*/ 295 w 379"/>
                  <a:gd name="T3" fmla="*/ 23 h 26"/>
                  <a:gd name="T4" fmla="*/ 586 w 379"/>
                  <a:gd name="T5" fmla="*/ 6 h 26"/>
                  <a:gd name="T6" fmla="*/ 832 w 379"/>
                  <a:gd name="T7" fmla="*/ 9 h 26"/>
                  <a:gd name="T8" fmla="*/ 996 w 379"/>
                  <a:gd name="T9" fmla="*/ 20 h 26"/>
                  <a:gd name="T10" fmla="*/ 762 w 379"/>
                  <a:gd name="T11" fmla="*/ 27 h 26"/>
                  <a:gd name="T12" fmla="*/ 523 w 379"/>
                  <a:gd name="T13" fmla="*/ 34 h 26"/>
                  <a:gd name="T14" fmla="*/ 324 w 379"/>
                  <a:gd name="T15" fmla="*/ 38 h 26"/>
                  <a:gd name="T16" fmla="*/ 0 w 379"/>
                  <a:gd name="T17" fmla="*/ 75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9" h="26">
                    <a:moveTo>
                      <a:pt x="0" y="26"/>
                    </a:moveTo>
                    <a:cubicBezTo>
                      <a:pt x="33" y="18"/>
                      <a:pt x="68" y="15"/>
                      <a:pt x="112" y="8"/>
                    </a:cubicBezTo>
                    <a:cubicBezTo>
                      <a:pt x="156" y="1"/>
                      <a:pt x="171" y="1"/>
                      <a:pt x="223" y="2"/>
                    </a:cubicBezTo>
                    <a:cubicBezTo>
                      <a:pt x="275" y="3"/>
                      <a:pt x="287" y="0"/>
                      <a:pt x="317" y="3"/>
                    </a:cubicBezTo>
                    <a:cubicBezTo>
                      <a:pt x="347" y="6"/>
                      <a:pt x="364" y="7"/>
                      <a:pt x="379" y="7"/>
                    </a:cubicBezTo>
                    <a:cubicBezTo>
                      <a:pt x="357" y="8"/>
                      <a:pt x="309" y="6"/>
                      <a:pt x="290" y="9"/>
                    </a:cubicBezTo>
                    <a:cubicBezTo>
                      <a:pt x="271" y="12"/>
                      <a:pt x="223" y="9"/>
                      <a:pt x="199" y="12"/>
                    </a:cubicBezTo>
                    <a:cubicBezTo>
                      <a:pt x="175" y="15"/>
                      <a:pt x="140" y="11"/>
                      <a:pt x="123" y="13"/>
                    </a:cubicBezTo>
                    <a:cubicBezTo>
                      <a:pt x="106" y="15"/>
                      <a:pt x="29" y="19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79" name="Oval 4004">
                <a:extLst>
                  <a:ext uri="{FF2B5EF4-FFF2-40B4-BE49-F238E27FC236}">
                    <a16:creationId xmlns:a16="http://schemas.microsoft.com/office/drawing/2014/main" id="{2FAEED57-762E-41C7-946E-100459A5E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7" y="1346"/>
                <a:ext cx="14" cy="5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80" name="Oval 4005">
                <a:extLst>
                  <a:ext uri="{FF2B5EF4-FFF2-40B4-BE49-F238E27FC236}">
                    <a16:creationId xmlns:a16="http://schemas.microsoft.com/office/drawing/2014/main" id="{F1B27E06-12AE-40E0-8F44-6D617B1F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5" y="1363"/>
                <a:ext cx="14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81" name="Oval 4006">
                <a:extLst>
                  <a:ext uri="{FF2B5EF4-FFF2-40B4-BE49-F238E27FC236}">
                    <a16:creationId xmlns:a16="http://schemas.microsoft.com/office/drawing/2014/main" id="{679C4811-8C4D-4DF6-BC8A-1D1F4E94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1328"/>
                <a:ext cx="14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82" name="Oval 4007">
                <a:extLst>
                  <a:ext uri="{FF2B5EF4-FFF2-40B4-BE49-F238E27FC236}">
                    <a16:creationId xmlns:a16="http://schemas.microsoft.com/office/drawing/2014/main" id="{41E1F010-C65A-421D-B170-151FCD416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309"/>
                <a:ext cx="13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83" name="Oval 4008">
                <a:extLst>
                  <a:ext uri="{FF2B5EF4-FFF2-40B4-BE49-F238E27FC236}">
                    <a16:creationId xmlns:a16="http://schemas.microsoft.com/office/drawing/2014/main" id="{15FB7CE2-DA97-473F-947C-B9994B7BA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4" y="1314"/>
                <a:ext cx="13" cy="5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84" name="Oval 4009">
                <a:extLst>
                  <a:ext uri="{FF2B5EF4-FFF2-40B4-BE49-F238E27FC236}">
                    <a16:creationId xmlns:a16="http://schemas.microsoft.com/office/drawing/2014/main" id="{9059FBBE-E369-4C80-8CCD-3FBB32A89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1331"/>
                <a:ext cx="12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85" name="Oval 4010">
                <a:extLst>
                  <a:ext uri="{FF2B5EF4-FFF2-40B4-BE49-F238E27FC236}">
                    <a16:creationId xmlns:a16="http://schemas.microsoft.com/office/drawing/2014/main" id="{287EAABA-82B5-48D1-ACE8-21274F97B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1351"/>
                <a:ext cx="12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86" name="Oval 4011">
                <a:extLst>
                  <a:ext uri="{FF2B5EF4-FFF2-40B4-BE49-F238E27FC236}">
                    <a16:creationId xmlns:a16="http://schemas.microsoft.com/office/drawing/2014/main" id="{B305926D-6787-484A-A705-448E11E9D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1366"/>
                <a:ext cx="14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87" name="Freeform 4012">
                <a:extLst>
                  <a:ext uri="{FF2B5EF4-FFF2-40B4-BE49-F238E27FC236}">
                    <a16:creationId xmlns:a16="http://schemas.microsoft.com/office/drawing/2014/main" id="{31E405AD-4045-47DF-86B5-ACFA06F3B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945"/>
                <a:ext cx="9" cy="14"/>
              </a:xfrm>
              <a:custGeom>
                <a:avLst/>
                <a:gdLst>
                  <a:gd name="T0" fmla="*/ 5 w 6"/>
                  <a:gd name="T1" fmla="*/ 0 h 10"/>
                  <a:gd name="T2" fmla="*/ 18 w 6"/>
                  <a:gd name="T3" fmla="*/ 11 h 10"/>
                  <a:gd name="T4" fmla="*/ 18 w 6"/>
                  <a:gd name="T5" fmla="*/ 25 h 10"/>
                  <a:gd name="T6" fmla="*/ 8 w 6"/>
                  <a:gd name="T7" fmla="*/ 14 h 10"/>
                  <a:gd name="T8" fmla="*/ 5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1" y="0"/>
                    </a:moveTo>
                    <a:cubicBezTo>
                      <a:pt x="2" y="0"/>
                      <a:pt x="4" y="1"/>
                      <a:pt x="5" y="4"/>
                    </a:cubicBezTo>
                    <a:cubicBezTo>
                      <a:pt x="6" y="6"/>
                      <a:pt x="6" y="9"/>
                      <a:pt x="5" y="9"/>
                    </a:cubicBezTo>
                    <a:cubicBezTo>
                      <a:pt x="5" y="10"/>
                      <a:pt x="3" y="8"/>
                      <a:pt x="2" y="5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15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88" name="Freeform 4013">
                <a:extLst>
                  <a:ext uri="{FF2B5EF4-FFF2-40B4-BE49-F238E27FC236}">
                    <a16:creationId xmlns:a16="http://schemas.microsoft.com/office/drawing/2014/main" id="{3C0DCAA9-2AE7-46E3-9628-ABD3E2404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083"/>
                <a:ext cx="13" cy="10"/>
              </a:xfrm>
              <a:custGeom>
                <a:avLst/>
                <a:gdLst>
                  <a:gd name="T0" fmla="*/ 0 w 10"/>
                  <a:gd name="T1" fmla="*/ 0 h 7"/>
                  <a:gd name="T2" fmla="*/ 13 w 10"/>
                  <a:gd name="T3" fmla="*/ 6 h 7"/>
                  <a:gd name="T4" fmla="*/ 21 w 10"/>
                  <a:gd name="T5" fmla="*/ 19 h 7"/>
                  <a:gd name="T6" fmla="*/ 9 w 10"/>
                  <a:gd name="T7" fmla="*/ 14 h 7"/>
                  <a:gd name="T8" fmla="*/ 0 w 1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1" y="0"/>
                      <a:pt x="3" y="0"/>
                      <a:pt x="6" y="2"/>
                    </a:cubicBezTo>
                    <a:cubicBezTo>
                      <a:pt x="8" y="3"/>
                      <a:pt x="10" y="5"/>
                      <a:pt x="9" y="6"/>
                    </a:cubicBezTo>
                    <a:cubicBezTo>
                      <a:pt x="8" y="7"/>
                      <a:pt x="6" y="7"/>
                      <a:pt x="4" y="5"/>
                    </a:cubicBezTo>
                    <a:cubicBezTo>
                      <a:pt x="1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15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89" name="Freeform 4014">
                <a:extLst>
                  <a:ext uri="{FF2B5EF4-FFF2-40B4-BE49-F238E27FC236}">
                    <a16:creationId xmlns:a16="http://schemas.microsoft.com/office/drawing/2014/main" id="{E9393BF7-B26B-4825-9B73-D0C278DB6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776"/>
                <a:ext cx="6" cy="16"/>
              </a:xfrm>
              <a:custGeom>
                <a:avLst/>
                <a:gdLst>
                  <a:gd name="T0" fmla="*/ 5 w 4"/>
                  <a:gd name="T1" fmla="*/ 1 h 11"/>
                  <a:gd name="T2" fmla="*/ 12 w 4"/>
                  <a:gd name="T3" fmla="*/ 15 h 11"/>
                  <a:gd name="T4" fmla="*/ 8 w 4"/>
                  <a:gd name="T5" fmla="*/ 33 h 11"/>
                  <a:gd name="T6" fmla="*/ 0 w 4"/>
                  <a:gd name="T7" fmla="*/ 19 h 11"/>
                  <a:gd name="T8" fmla="*/ 5 w 4"/>
                  <a:gd name="T9" fmla="*/ 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1" y="1"/>
                    </a:moveTo>
                    <a:cubicBezTo>
                      <a:pt x="2" y="0"/>
                      <a:pt x="3" y="3"/>
                      <a:pt x="3" y="5"/>
                    </a:cubicBezTo>
                    <a:cubicBezTo>
                      <a:pt x="4" y="8"/>
                      <a:pt x="3" y="11"/>
                      <a:pt x="2" y="11"/>
                    </a:cubicBezTo>
                    <a:cubicBezTo>
                      <a:pt x="1" y="11"/>
                      <a:pt x="0" y="9"/>
                      <a:pt x="0" y="6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15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90" name="Freeform 4015">
                <a:extLst>
                  <a:ext uri="{FF2B5EF4-FFF2-40B4-BE49-F238E27FC236}">
                    <a16:creationId xmlns:a16="http://schemas.microsoft.com/office/drawing/2014/main" id="{25381A5E-0701-4AEA-9167-CBF044794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570"/>
                <a:ext cx="9" cy="14"/>
              </a:xfrm>
              <a:custGeom>
                <a:avLst/>
                <a:gdLst>
                  <a:gd name="T0" fmla="*/ 18 w 6"/>
                  <a:gd name="T1" fmla="*/ 0 h 10"/>
                  <a:gd name="T2" fmla="*/ 18 w 6"/>
                  <a:gd name="T3" fmla="*/ 15 h 10"/>
                  <a:gd name="T4" fmla="*/ 5 w 6"/>
                  <a:gd name="T5" fmla="*/ 28 h 10"/>
                  <a:gd name="T6" fmla="*/ 5 w 6"/>
                  <a:gd name="T7" fmla="*/ 11 h 10"/>
                  <a:gd name="T8" fmla="*/ 18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cubicBezTo>
                      <a:pt x="6" y="0"/>
                      <a:pt x="6" y="3"/>
                      <a:pt x="5" y="6"/>
                    </a:cubicBezTo>
                    <a:cubicBezTo>
                      <a:pt x="4" y="8"/>
                      <a:pt x="2" y="10"/>
                      <a:pt x="1" y="10"/>
                    </a:cubicBezTo>
                    <a:cubicBezTo>
                      <a:pt x="0" y="10"/>
                      <a:pt x="0" y="7"/>
                      <a:pt x="1" y="4"/>
                    </a:cubicBezTo>
                    <a:cubicBezTo>
                      <a:pt x="2" y="2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15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91" name="Freeform 4016">
                <a:extLst>
                  <a:ext uri="{FF2B5EF4-FFF2-40B4-BE49-F238E27FC236}">
                    <a16:creationId xmlns:a16="http://schemas.microsoft.com/office/drawing/2014/main" id="{CBEF6F24-8010-4CD3-A775-990DE7180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405"/>
                <a:ext cx="12" cy="13"/>
              </a:xfrm>
              <a:custGeom>
                <a:avLst/>
                <a:gdLst>
                  <a:gd name="T0" fmla="*/ 21 w 9"/>
                  <a:gd name="T1" fmla="*/ 1 h 9"/>
                  <a:gd name="T2" fmla="*/ 15 w 9"/>
                  <a:gd name="T3" fmla="*/ 19 h 9"/>
                  <a:gd name="T4" fmla="*/ 1 w 9"/>
                  <a:gd name="T5" fmla="*/ 25 h 9"/>
                  <a:gd name="T6" fmla="*/ 9 w 9"/>
                  <a:gd name="T7" fmla="*/ 9 h 9"/>
                  <a:gd name="T8" fmla="*/ 21 w 9"/>
                  <a:gd name="T9" fmla="*/ 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8"/>
                      <a:pt x="2" y="5"/>
                      <a:pt x="4" y="3"/>
                    </a:cubicBezTo>
                    <a:cubicBezTo>
                      <a:pt x="6" y="1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F15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92" name="Oval 4017">
                <a:extLst>
                  <a:ext uri="{FF2B5EF4-FFF2-40B4-BE49-F238E27FC236}">
                    <a16:creationId xmlns:a16="http://schemas.microsoft.com/office/drawing/2014/main" id="{162232DD-C052-4DEB-AF48-846FD7C51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8" y="2096"/>
                <a:ext cx="12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93" name="Oval 4018">
                <a:extLst>
                  <a:ext uri="{FF2B5EF4-FFF2-40B4-BE49-F238E27FC236}">
                    <a16:creationId xmlns:a16="http://schemas.microsoft.com/office/drawing/2014/main" id="{676597D9-1433-4ACC-BB58-DB90B7AB5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2096"/>
                <a:ext cx="13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94" name="Oval 4019">
                <a:extLst>
                  <a:ext uri="{FF2B5EF4-FFF2-40B4-BE49-F238E27FC236}">
                    <a16:creationId xmlns:a16="http://schemas.microsoft.com/office/drawing/2014/main" id="{FE4E0F71-8DC0-4555-8F5A-CFA11F24E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2096"/>
                <a:ext cx="14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95" name="Oval 4020">
                <a:extLst>
                  <a:ext uri="{FF2B5EF4-FFF2-40B4-BE49-F238E27FC236}">
                    <a16:creationId xmlns:a16="http://schemas.microsoft.com/office/drawing/2014/main" id="{C0E3126F-F1F0-4DDF-B234-AB54708C9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096"/>
                <a:ext cx="13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96" name="Oval 4021">
                <a:extLst>
                  <a:ext uri="{FF2B5EF4-FFF2-40B4-BE49-F238E27FC236}">
                    <a16:creationId xmlns:a16="http://schemas.microsoft.com/office/drawing/2014/main" id="{06E7E7B9-838F-4090-87C4-F1361604B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2" y="2096"/>
                <a:ext cx="14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97" name="Oval 4022">
                <a:extLst>
                  <a:ext uri="{FF2B5EF4-FFF2-40B4-BE49-F238E27FC236}">
                    <a16:creationId xmlns:a16="http://schemas.microsoft.com/office/drawing/2014/main" id="{CE67F5EE-8930-4C9C-9C54-E5B534511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2" y="2096"/>
                <a:ext cx="13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98" name="Oval 4023">
                <a:extLst>
                  <a:ext uri="{FF2B5EF4-FFF2-40B4-BE49-F238E27FC236}">
                    <a16:creationId xmlns:a16="http://schemas.microsoft.com/office/drawing/2014/main" id="{288E0F94-8143-44B5-B1EA-290B4E087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096"/>
                <a:ext cx="13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299" name="Oval 4024">
                <a:extLst>
                  <a:ext uri="{FF2B5EF4-FFF2-40B4-BE49-F238E27FC236}">
                    <a16:creationId xmlns:a16="http://schemas.microsoft.com/office/drawing/2014/main" id="{482C9BBE-370D-4F62-9EEB-0C72600A8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9" y="2096"/>
                <a:ext cx="14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0300" name="Freeform 4025">
                <a:extLst>
                  <a:ext uri="{FF2B5EF4-FFF2-40B4-BE49-F238E27FC236}">
                    <a16:creationId xmlns:a16="http://schemas.microsoft.com/office/drawing/2014/main" id="{4A0F5DC5-4C71-42C1-B458-A661FF4C5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764"/>
                <a:ext cx="1828" cy="197"/>
              </a:xfrm>
              <a:custGeom>
                <a:avLst/>
                <a:gdLst>
                  <a:gd name="T0" fmla="*/ 3453 w 1326"/>
                  <a:gd name="T1" fmla="*/ 381 h 135"/>
                  <a:gd name="T2" fmla="*/ 3452 w 1326"/>
                  <a:gd name="T3" fmla="*/ 379 h 135"/>
                  <a:gd name="T4" fmla="*/ 3434 w 1326"/>
                  <a:gd name="T5" fmla="*/ 358 h 135"/>
                  <a:gd name="T6" fmla="*/ 3434 w 1326"/>
                  <a:gd name="T7" fmla="*/ 358 h 135"/>
                  <a:gd name="T8" fmla="*/ 3342 w 1326"/>
                  <a:gd name="T9" fmla="*/ 32 h 135"/>
                  <a:gd name="T10" fmla="*/ 3342 w 1326"/>
                  <a:gd name="T11" fmla="*/ 50 h 135"/>
                  <a:gd name="T12" fmla="*/ 2902 w 1326"/>
                  <a:gd name="T13" fmla="*/ 347 h 135"/>
                  <a:gd name="T14" fmla="*/ 815 w 1326"/>
                  <a:gd name="T15" fmla="*/ 347 h 135"/>
                  <a:gd name="T16" fmla="*/ 146 w 1326"/>
                  <a:gd name="T17" fmla="*/ 347 h 135"/>
                  <a:gd name="T18" fmla="*/ 21 w 1326"/>
                  <a:gd name="T19" fmla="*/ 66 h 135"/>
                  <a:gd name="T20" fmla="*/ 0 w 1326"/>
                  <a:gd name="T21" fmla="*/ 0 h 135"/>
                  <a:gd name="T22" fmla="*/ 117 w 1326"/>
                  <a:gd name="T23" fmla="*/ 407 h 135"/>
                  <a:gd name="T24" fmla="*/ 1771 w 1326"/>
                  <a:gd name="T25" fmla="*/ 394 h 135"/>
                  <a:gd name="T26" fmla="*/ 3473 w 1326"/>
                  <a:gd name="T27" fmla="*/ 407 h 135"/>
                  <a:gd name="T28" fmla="*/ 3467 w 1326"/>
                  <a:gd name="T29" fmla="*/ 400 h 135"/>
                  <a:gd name="T30" fmla="*/ 3453 w 1326"/>
                  <a:gd name="T31" fmla="*/ 381 h 1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26" h="135">
                    <a:moveTo>
                      <a:pt x="1318" y="123"/>
                    </a:moveTo>
                    <a:cubicBezTo>
                      <a:pt x="1318" y="123"/>
                      <a:pt x="1317" y="123"/>
                      <a:pt x="1317" y="122"/>
                    </a:cubicBezTo>
                    <a:cubicBezTo>
                      <a:pt x="1315" y="120"/>
                      <a:pt x="1313" y="118"/>
                      <a:pt x="1311" y="115"/>
                    </a:cubicBezTo>
                    <a:cubicBezTo>
                      <a:pt x="1311" y="115"/>
                      <a:pt x="1311" y="115"/>
                      <a:pt x="1311" y="115"/>
                    </a:cubicBezTo>
                    <a:cubicBezTo>
                      <a:pt x="1293" y="90"/>
                      <a:pt x="1279" y="55"/>
                      <a:pt x="1275" y="10"/>
                    </a:cubicBezTo>
                    <a:cubicBezTo>
                      <a:pt x="1275" y="16"/>
                      <a:pt x="1275" y="16"/>
                      <a:pt x="1275" y="16"/>
                    </a:cubicBezTo>
                    <a:cubicBezTo>
                      <a:pt x="1280" y="62"/>
                      <a:pt x="1290" y="114"/>
                      <a:pt x="1108" y="112"/>
                    </a:cubicBezTo>
                    <a:cubicBezTo>
                      <a:pt x="925" y="109"/>
                      <a:pt x="311" y="112"/>
                      <a:pt x="311" y="112"/>
                    </a:cubicBezTo>
                    <a:cubicBezTo>
                      <a:pt x="311" y="112"/>
                      <a:pt x="65" y="121"/>
                      <a:pt x="56" y="112"/>
                    </a:cubicBezTo>
                    <a:cubicBezTo>
                      <a:pt x="46" y="102"/>
                      <a:pt x="16" y="78"/>
                      <a:pt x="8" y="21"/>
                    </a:cubicBezTo>
                    <a:cubicBezTo>
                      <a:pt x="6" y="8"/>
                      <a:pt x="3" y="2"/>
                      <a:pt x="0" y="0"/>
                    </a:cubicBezTo>
                    <a:cubicBezTo>
                      <a:pt x="4" y="62"/>
                      <a:pt x="24" y="107"/>
                      <a:pt x="45" y="131"/>
                    </a:cubicBezTo>
                    <a:cubicBezTo>
                      <a:pt x="50" y="135"/>
                      <a:pt x="362" y="128"/>
                      <a:pt x="676" y="127"/>
                    </a:cubicBezTo>
                    <a:cubicBezTo>
                      <a:pt x="1000" y="126"/>
                      <a:pt x="1326" y="132"/>
                      <a:pt x="1325" y="131"/>
                    </a:cubicBezTo>
                    <a:cubicBezTo>
                      <a:pt x="1324" y="130"/>
                      <a:pt x="1324" y="130"/>
                      <a:pt x="1323" y="129"/>
                    </a:cubicBezTo>
                    <a:cubicBezTo>
                      <a:pt x="1321" y="127"/>
                      <a:pt x="1320" y="125"/>
                      <a:pt x="1318" y="123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01" name="Freeform 4026">
                <a:extLst>
                  <a:ext uri="{FF2B5EF4-FFF2-40B4-BE49-F238E27FC236}">
                    <a16:creationId xmlns:a16="http://schemas.microsoft.com/office/drawing/2014/main" id="{187C5528-844B-48A0-90C3-9AB26FA0D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38"/>
                <a:ext cx="355" cy="29"/>
              </a:xfrm>
              <a:custGeom>
                <a:avLst/>
                <a:gdLst>
                  <a:gd name="T0" fmla="*/ 161 w 258"/>
                  <a:gd name="T1" fmla="*/ 41 h 20"/>
                  <a:gd name="T2" fmla="*/ 402 w 258"/>
                  <a:gd name="T3" fmla="*/ 59 h 20"/>
                  <a:gd name="T4" fmla="*/ 581 w 258"/>
                  <a:gd name="T5" fmla="*/ 28 h 20"/>
                  <a:gd name="T6" fmla="*/ 671 w 258"/>
                  <a:gd name="T7" fmla="*/ 0 h 20"/>
                  <a:gd name="T8" fmla="*/ 444 w 258"/>
                  <a:gd name="T9" fmla="*/ 41 h 20"/>
                  <a:gd name="T10" fmla="*/ 241 w 258"/>
                  <a:gd name="T11" fmla="*/ 33 h 20"/>
                  <a:gd name="T12" fmla="*/ 0 w 258"/>
                  <a:gd name="T13" fmla="*/ 15 h 20"/>
                  <a:gd name="T14" fmla="*/ 161 w 258"/>
                  <a:gd name="T15" fmla="*/ 41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8" h="20">
                    <a:moveTo>
                      <a:pt x="62" y="13"/>
                    </a:moveTo>
                    <a:cubicBezTo>
                      <a:pt x="103" y="20"/>
                      <a:pt x="116" y="20"/>
                      <a:pt x="154" y="19"/>
                    </a:cubicBezTo>
                    <a:cubicBezTo>
                      <a:pt x="191" y="17"/>
                      <a:pt x="203" y="16"/>
                      <a:pt x="223" y="9"/>
                    </a:cubicBezTo>
                    <a:cubicBezTo>
                      <a:pt x="243" y="3"/>
                      <a:pt x="258" y="0"/>
                      <a:pt x="258" y="0"/>
                    </a:cubicBezTo>
                    <a:cubicBezTo>
                      <a:pt x="224" y="4"/>
                      <a:pt x="195" y="13"/>
                      <a:pt x="171" y="13"/>
                    </a:cubicBezTo>
                    <a:cubicBezTo>
                      <a:pt x="147" y="13"/>
                      <a:pt x="110" y="11"/>
                      <a:pt x="92" y="11"/>
                    </a:cubicBezTo>
                    <a:cubicBezTo>
                      <a:pt x="75" y="11"/>
                      <a:pt x="6" y="5"/>
                      <a:pt x="0" y="5"/>
                    </a:cubicBezTo>
                    <a:cubicBezTo>
                      <a:pt x="24" y="9"/>
                      <a:pt x="47" y="9"/>
                      <a:pt x="62" y="13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02" name="Freeform 4027">
                <a:extLst>
                  <a:ext uri="{FF2B5EF4-FFF2-40B4-BE49-F238E27FC236}">
                    <a16:creationId xmlns:a16="http://schemas.microsoft.com/office/drawing/2014/main" id="{CBBE492C-D118-40A9-8EAF-6548B92AA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551"/>
                <a:ext cx="277" cy="91"/>
              </a:xfrm>
              <a:custGeom>
                <a:avLst/>
                <a:gdLst>
                  <a:gd name="T0" fmla="*/ 0 w 201"/>
                  <a:gd name="T1" fmla="*/ 189 h 63"/>
                  <a:gd name="T2" fmla="*/ 276 w 201"/>
                  <a:gd name="T3" fmla="*/ 6 h 63"/>
                  <a:gd name="T4" fmla="*/ 526 w 201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1" h="63">
                    <a:moveTo>
                      <a:pt x="0" y="63"/>
                    </a:moveTo>
                    <a:cubicBezTo>
                      <a:pt x="40" y="37"/>
                      <a:pt x="79" y="6"/>
                      <a:pt x="105" y="2"/>
                    </a:cubicBezTo>
                    <a:cubicBezTo>
                      <a:pt x="117" y="0"/>
                      <a:pt x="157" y="0"/>
                      <a:pt x="201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03" name="Freeform 4028">
                <a:extLst>
                  <a:ext uri="{FF2B5EF4-FFF2-40B4-BE49-F238E27FC236}">
                    <a16:creationId xmlns:a16="http://schemas.microsoft.com/office/drawing/2014/main" id="{CA2C7C23-5E43-4400-8571-AEB9AA758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538"/>
                <a:ext cx="460" cy="112"/>
              </a:xfrm>
              <a:custGeom>
                <a:avLst/>
                <a:gdLst>
                  <a:gd name="T0" fmla="*/ 0 w 334"/>
                  <a:gd name="T1" fmla="*/ 237 h 77"/>
                  <a:gd name="T2" fmla="*/ 303 w 334"/>
                  <a:gd name="T3" fmla="*/ 36 h 77"/>
                  <a:gd name="T4" fmla="*/ 873 w 334"/>
                  <a:gd name="T5" fmla="*/ 0 h 77"/>
                  <a:gd name="T6" fmla="*/ 347 w 334"/>
                  <a:gd name="T7" fmla="*/ 61 h 77"/>
                  <a:gd name="T8" fmla="*/ 161 w 334"/>
                  <a:gd name="T9" fmla="*/ 134 h 77"/>
                  <a:gd name="T10" fmla="*/ 0 w 334"/>
                  <a:gd name="T11" fmla="*/ 237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4" h="77">
                    <a:moveTo>
                      <a:pt x="0" y="77"/>
                    </a:moveTo>
                    <a:cubicBezTo>
                      <a:pt x="40" y="51"/>
                      <a:pt x="90" y="16"/>
                      <a:pt x="116" y="12"/>
                    </a:cubicBezTo>
                    <a:cubicBezTo>
                      <a:pt x="142" y="8"/>
                      <a:pt x="282" y="8"/>
                      <a:pt x="334" y="0"/>
                    </a:cubicBezTo>
                    <a:cubicBezTo>
                      <a:pt x="318" y="3"/>
                      <a:pt x="161" y="16"/>
                      <a:pt x="133" y="20"/>
                    </a:cubicBezTo>
                    <a:cubicBezTo>
                      <a:pt x="105" y="24"/>
                      <a:pt x="86" y="28"/>
                      <a:pt x="62" y="43"/>
                    </a:cubicBezTo>
                    <a:cubicBezTo>
                      <a:pt x="38" y="58"/>
                      <a:pt x="9" y="74"/>
                      <a:pt x="0" y="77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04" name="Freeform 4029">
                <a:extLst>
                  <a:ext uri="{FF2B5EF4-FFF2-40B4-BE49-F238E27FC236}">
                    <a16:creationId xmlns:a16="http://schemas.microsoft.com/office/drawing/2014/main" id="{53D78319-630C-427E-A03B-81EDE5BF7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679"/>
                <a:ext cx="409" cy="75"/>
              </a:xfrm>
              <a:custGeom>
                <a:avLst/>
                <a:gdLst>
                  <a:gd name="T0" fmla="*/ 40 w 297"/>
                  <a:gd name="T1" fmla="*/ 88 h 52"/>
                  <a:gd name="T2" fmla="*/ 251 w 297"/>
                  <a:gd name="T3" fmla="*/ 121 h 52"/>
                  <a:gd name="T4" fmla="*/ 610 w 297"/>
                  <a:gd name="T5" fmla="*/ 66 h 52"/>
                  <a:gd name="T6" fmla="*/ 775 w 297"/>
                  <a:gd name="T7" fmla="*/ 0 h 52"/>
                  <a:gd name="T8" fmla="*/ 605 w 297"/>
                  <a:gd name="T9" fmla="*/ 94 h 52"/>
                  <a:gd name="T10" fmla="*/ 172 w 297"/>
                  <a:gd name="T11" fmla="*/ 131 h 52"/>
                  <a:gd name="T12" fmla="*/ 0 w 297"/>
                  <a:gd name="T13" fmla="*/ 9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7" h="52">
                    <a:moveTo>
                      <a:pt x="15" y="29"/>
                    </a:moveTo>
                    <a:cubicBezTo>
                      <a:pt x="31" y="31"/>
                      <a:pt x="61" y="40"/>
                      <a:pt x="96" y="40"/>
                    </a:cubicBezTo>
                    <a:cubicBezTo>
                      <a:pt x="132" y="39"/>
                      <a:pt x="206" y="35"/>
                      <a:pt x="234" y="22"/>
                    </a:cubicBezTo>
                    <a:cubicBezTo>
                      <a:pt x="262" y="10"/>
                      <a:pt x="297" y="0"/>
                      <a:pt x="297" y="0"/>
                    </a:cubicBezTo>
                    <a:cubicBezTo>
                      <a:pt x="284" y="7"/>
                      <a:pt x="244" y="25"/>
                      <a:pt x="232" y="31"/>
                    </a:cubicBezTo>
                    <a:cubicBezTo>
                      <a:pt x="220" y="37"/>
                      <a:pt x="109" y="52"/>
                      <a:pt x="66" y="44"/>
                    </a:cubicBezTo>
                    <a:cubicBezTo>
                      <a:pt x="56" y="42"/>
                      <a:pt x="32" y="36"/>
                      <a:pt x="0" y="31"/>
                    </a:cubicBezTo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05" name="Freeform 4030">
                <a:extLst>
                  <a:ext uri="{FF2B5EF4-FFF2-40B4-BE49-F238E27FC236}">
                    <a16:creationId xmlns:a16="http://schemas.microsoft.com/office/drawing/2014/main" id="{8CF72EF3-2651-40EB-AD9A-C643DC5BB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516"/>
                <a:ext cx="10" cy="11"/>
              </a:xfrm>
              <a:custGeom>
                <a:avLst/>
                <a:gdLst>
                  <a:gd name="T0" fmla="*/ 20 w 7"/>
                  <a:gd name="T1" fmla="*/ 0 h 8"/>
                  <a:gd name="T2" fmla="*/ 0 w 7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1" y="0"/>
                      <a:pt x="1" y="4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06" name="Freeform 4031">
                <a:extLst>
                  <a:ext uri="{FF2B5EF4-FFF2-40B4-BE49-F238E27FC236}">
                    <a16:creationId xmlns:a16="http://schemas.microsoft.com/office/drawing/2014/main" id="{463214B5-6B6E-4A15-B539-D8520431B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474"/>
                <a:ext cx="5" cy="16"/>
              </a:xfrm>
              <a:custGeom>
                <a:avLst/>
                <a:gdLst>
                  <a:gd name="T0" fmla="*/ 8 w 4"/>
                  <a:gd name="T1" fmla="*/ 0 h 11"/>
                  <a:gd name="T2" fmla="*/ 8 w 4"/>
                  <a:gd name="T3" fmla="*/ 3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0" y="3"/>
                      <a:pt x="3" y="7"/>
                      <a:pt x="4" y="1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07" name="Freeform 4032">
                <a:extLst>
                  <a:ext uri="{FF2B5EF4-FFF2-40B4-BE49-F238E27FC236}">
                    <a16:creationId xmlns:a16="http://schemas.microsoft.com/office/drawing/2014/main" id="{D937B3A6-819D-4715-BBB7-C8CA60717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485"/>
                <a:ext cx="6" cy="5"/>
              </a:xfrm>
              <a:custGeom>
                <a:avLst/>
                <a:gdLst>
                  <a:gd name="T0" fmla="*/ 14 w 4"/>
                  <a:gd name="T1" fmla="*/ 0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2"/>
                      <a:pt x="1" y="3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08" name="Freeform 4033">
                <a:extLst>
                  <a:ext uri="{FF2B5EF4-FFF2-40B4-BE49-F238E27FC236}">
                    <a16:creationId xmlns:a16="http://schemas.microsoft.com/office/drawing/2014/main" id="{34756C48-77DA-47DD-B5B1-BEFA91CDE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472"/>
                <a:ext cx="4" cy="18"/>
              </a:xfrm>
              <a:custGeom>
                <a:avLst/>
                <a:gdLst>
                  <a:gd name="T0" fmla="*/ 7 w 3"/>
                  <a:gd name="T1" fmla="*/ 0 h 12"/>
                  <a:gd name="T2" fmla="*/ 1 w 3"/>
                  <a:gd name="T3" fmla="*/ 4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0" y="3"/>
                      <a:pt x="1" y="8"/>
                      <a:pt x="1" y="1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09" name="Freeform 4034">
                <a:extLst>
                  <a:ext uri="{FF2B5EF4-FFF2-40B4-BE49-F238E27FC236}">
                    <a16:creationId xmlns:a16="http://schemas.microsoft.com/office/drawing/2014/main" id="{74B712A9-745D-418E-AD4B-DF95639CB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472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3" y="1"/>
                      <a:pt x="3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10" name="Line 4035">
                <a:extLst>
                  <a:ext uri="{FF2B5EF4-FFF2-40B4-BE49-F238E27FC236}">
                    <a16:creationId xmlns:a16="http://schemas.microsoft.com/office/drawing/2014/main" id="{199DBC5C-F7CC-445F-A8F7-BB30664088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62" y="1741"/>
                <a:ext cx="1" cy="1"/>
              </a:xfrm>
              <a:prstGeom prst="line">
                <a:avLst/>
              </a:prstGeom>
              <a:noFill/>
              <a:ln w="31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11" name="Freeform 4036">
                <a:extLst>
                  <a:ext uri="{FF2B5EF4-FFF2-40B4-BE49-F238E27FC236}">
                    <a16:creationId xmlns:a16="http://schemas.microsoft.com/office/drawing/2014/main" id="{8AD6CBCC-E75E-4277-B6BF-0A96B4495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561"/>
                <a:ext cx="11" cy="17"/>
              </a:xfrm>
              <a:custGeom>
                <a:avLst/>
                <a:gdLst>
                  <a:gd name="T0" fmla="*/ 1 w 8"/>
                  <a:gd name="T1" fmla="*/ 0 h 12"/>
                  <a:gd name="T2" fmla="*/ 21 w 8"/>
                  <a:gd name="T3" fmla="*/ 3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0" y="4"/>
                      <a:pt x="5" y="9"/>
                      <a:pt x="8" y="1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12" name="Freeform 4037">
                <a:extLst>
                  <a:ext uri="{FF2B5EF4-FFF2-40B4-BE49-F238E27FC236}">
                    <a16:creationId xmlns:a16="http://schemas.microsoft.com/office/drawing/2014/main" id="{14534EC8-C126-4D16-8234-9B32B203F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572"/>
                <a:ext cx="3" cy="14"/>
              </a:xfrm>
              <a:custGeom>
                <a:avLst/>
                <a:gdLst>
                  <a:gd name="T0" fmla="*/ 8 w 2"/>
                  <a:gd name="T1" fmla="*/ 0 h 9"/>
                  <a:gd name="T2" fmla="*/ 0 w 2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13" name="Freeform 4038">
                <a:extLst>
                  <a:ext uri="{FF2B5EF4-FFF2-40B4-BE49-F238E27FC236}">
                    <a16:creationId xmlns:a16="http://schemas.microsoft.com/office/drawing/2014/main" id="{10A777B2-1D9E-4C27-BE40-8D3EAA1A0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498"/>
                <a:ext cx="9" cy="19"/>
              </a:xfrm>
              <a:custGeom>
                <a:avLst/>
                <a:gdLst>
                  <a:gd name="T0" fmla="*/ 0 w 7"/>
                  <a:gd name="T1" fmla="*/ 0 h 13"/>
                  <a:gd name="T2" fmla="*/ 10 w 7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2" y="3"/>
                      <a:pt x="7" y="10"/>
                      <a:pt x="5" y="1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14" name="Freeform 4039">
                <a:extLst>
                  <a:ext uri="{FF2B5EF4-FFF2-40B4-BE49-F238E27FC236}">
                    <a16:creationId xmlns:a16="http://schemas.microsoft.com/office/drawing/2014/main" id="{26B72453-8930-417C-BB01-50ECD5C53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511"/>
                <a:ext cx="8" cy="5"/>
              </a:xfrm>
              <a:custGeom>
                <a:avLst/>
                <a:gdLst>
                  <a:gd name="T0" fmla="*/ 15 w 6"/>
                  <a:gd name="T1" fmla="*/ 13 h 3"/>
                  <a:gd name="T2" fmla="*/ 0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15" name="Freeform 4040">
                <a:extLst>
                  <a:ext uri="{FF2B5EF4-FFF2-40B4-BE49-F238E27FC236}">
                    <a16:creationId xmlns:a16="http://schemas.microsoft.com/office/drawing/2014/main" id="{8295E244-69B8-4EEC-91B4-7717486FF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1482"/>
                <a:ext cx="3" cy="19"/>
              </a:xfrm>
              <a:custGeom>
                <a:avLst/>
                <a:gdLst>
                  <a:gd name="T0" fmla="*/ 5 w 2"/>
                  <a:gd name="T1" fmla="*/ 0 h 13"/>
                  <a:gd name="T2" fmla="*/ 0 w 2"/>
                  <a:gd name="T3" fmla="*/ 22 h 13"/>
                  <a:gd name="T4" fmla="*/ 8 w 2"/>
                  <a:gd name="T5" fmla="*/ 4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3">
                    <a:moveTo>
                      <a:pt x="1" y="0"/>
                    </a:moveTo>
                    <a:cubicBezTo>
                      <a:pt x="2" y="2"/>
                      <a:pt x="0" y="5"/>
                      <a:pt x="0" y="7"/>
                    </a:cubicBezTo>
                    <a:cubicBezTo>
                      <a:pt x="0" y="9"/>
                      <a:pt x="2" y="13"/>
                      <a:pt x="2" y="1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16" name="Freeform 4041">
                <a:extLst>
                  <a:ext uri="{FF2B5EF4-FFF2-40B4-BE49-F238E27FC236}">
                    <a16:creationId xmlns:a16="http://schemas.microsoft.com/office/drawing/2014/main" id="{6CD5B499-C328-4AD5-83A7-721F0A842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1482"/>
                <a:ext cx="6" cy="8"/>
              </a:xfrm>
              <a:custGeom>
                <a:avLst/>
                <a:gdLst>
                  <a:gd name="T0" fmla="*/ 14 w 4"/>
                  <a:gd name="T1" fmla="*/ 21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17" name="Freeform 4042">
                <a:extLst>
                  <a:ext uri="{FF2B5EF4-FFF2-40B4-BE49-F238E27FC236}">
                    <a16:creationId xmlns:a16="http://schemas.microsoft.com/office/drawing/2014/main" id="{44AB9BE3-D508-4C48-A16D-790BA28E3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1482"/>
                <a:ext cx="3" cy="18"/>
              </a:xfrm>
              <a:custGeom>
                <a:avLst/>
                <a:gdLst>
                  <a:gd name="T0" fmla="*/ 0 w 2"/>
                  <a:gd name="T1" fmla="*/ 0 h 12"/>
                  <a:gd name="T2" fmla="*/ 0 w 2"/>
                  <a:gd name="T3" fmla="*/ 4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1" y="4"/>
                      <a:pt x="2" y="8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18" name="Freeform 4043">
                <a:extLst>
                  <a:ext uri="{FF2B5EF4-FFF2-40B4-BE49-F238E27FC236}">
                    <a16:creationId xmlns:a16="http://schemas.microsoft.com/office/drawing/2014/main" id="{57DD2448-7EB2-4074-9DDA-230090F8D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1482"/>
                <a:ext cx="7" cy="6"/>
              </a:xfrm>
              <a:custGeom>
                <a:avLst/>
                <a:gdLst>
                  <a:gd name="T0" fmla="*/ 14 w 5"/>
                  <a:gd name="T1" fmla="*/ 0 h 4"/>
                  <a:gd name="T2" fmla="*/ 0 w 5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1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19" name="Freeform 4044">
                <a:extLst>
                  <a:ext uri="{FF2B5EF4-FFF2-40B4-BE49-F238E27FC236}">
                    <a16:creationId xmlns:a16="http://schemas.microsoft.com/office/drawing/2014/main" id="{330A285F-E032-4504-847B-0CA389E7D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619"/>
                <a:ext cx="17" cy="25"/>
              </a:xfrm>
              <a:custGeom>
                <a:avLst/>
                <a:gdLst>
                  <a:gd name="T0" fmla="*/ 27 w 13"/>
                  <a:gd name="T1" fmla="*/ 54 h 17"/>
                  <a:gd name="T2" fmla="*/ 0 w 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2" y="17"/>
                    </a:moveTo>
                    <a:cubicBezTo>
                      <a:pt x="13" y="11"/>
                      <a:pt x="5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20" name="Freeform 4045">
                <a:extLst>
                  <a:ext uri="{FF2B5EF4-FFF2-40B4-BE49-F238E27FC236}">
                    <a16:creationId xmlns:a16="http://schemas.microsoft.com/office/drawing/2014/main" id="{6F85064D-092B-45F8-AC7F-125275246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626"/>
                <a:ext cx="17" cy="3"/>
              </a:xfrm>
              <a:custGeom>
                <a:avLst/>
                <a:gdLst>
                  <a:gd name="T0" fmla="*/ 34 w 12"/>
                  <a:gd name="T1" fmla="*/ 0 h 2"/>
                  <a:gd name="T2" fmla="*/ 0 w 12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12" y="0"/>
                    </a:moveTo>
                    <a:cubicBezTo>
                      <a:pt x="8" y="1"/>
                      <a:pt x="3" y="2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21" name="Freeform 4046">
                <a:extLst>
                  <a:ext uri="{FF2B5EF4-FFF2-40B4-BE49-F238E27FC236}">
                    <a16:creationId xmlns:a16="http://schemas.microsoft.com/office/drawing/2014/main" id="{CE6B313C-E0A1-4C44-8B00-405FEF72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667"/>
                <a:ext cx="6" cy="22"/>
              </a:xfrm>
              <a:custGeom>
                <a:avLst/>
                <a:gdLst>
                  <a:gd name="T0" fmla="*/ 0 w 4"/>
                  <a:gd name="T1" fmla="*/ 0 h 15"/>
                  <a:gd name="T2" fmla="*/ 14 w 4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0" y="0"/>
                    </a:moveTo>
                    <a:cubicBezTo>
                      <a:pt x="1" y="6"/>
                      <a:pt x="2" y="9"/>
                      <a:pt x="4" y="1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22" name="Freeform 4047">
                <a:extLst>
                  <a:ext uri="{FF2B5EF4-FFF2-40B4-BE49-F238E27FC236}">
                    <a16:creationId xmlns:a16="http://schemas.microsoft.com/office/drawing/2014/main" id="{167D610F-5041-465E-A56B-2541BD16C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1670"/>
                <a:ext cx="10" cy="10"/>
              </a:xfrm>
              <a:custGeom>
                <a:avLst/>
                <a:gdLst>
                  <a:gd name="T0" fmla="*/ 20 w 7"/>
                  <a:gd name="T1" fmla="*/ 20 h 7"/>
                  <a:gd name="T2" fmla="*/ 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cubicBezTo>
                      <a:pt x="5" y="6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23" name="Freeform 4048">
                <a:extLst>
                  <a:ext uri="{FF2B5EF4-FFF2-40B4-BE49-F238E27FC236}">
                    <a16:creationId xmlns:a16="http://schemas.microsoft.com/office/drawing/2014/main" id="{46265364-24E0-480E-B809-F6DA3D31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1680"/>
                <a:ext cx="7" cy="20"/>
              </a:xfrm>
              <a:custGeom>
                <a:avLst/>
                <a:gdLst>
                  <a:gd name="T0" fmla="*/ 14 w 5"/>
                  <a:gd name="T1" fmla="*/ 0 h 14"/>
                  <a:gd name="T2" fmla="*/ 11 w 5"/>
                  <a:gd name="T3" fmla="*/ 4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0" y="7"/>
                      <a:pt x="4" y="7"/>
                      <a:pt x="4" y="1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24" name="Freeform 4049">
                <a:extLst>
                  <a:ext uri="{FF2B5EF4-FFF2-40B4-BE49-F238E27FC236}">
                    <a16:creationId xmlns:a16="http://schemas.microsoft.com/office/drawing/2014/main" id="{837EB1DF-3B47-4BCE-9E75-360FD379D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680"/>
                <a:ext cx="8" cy="6"/>
              </a:xfrm>
              <a:custGeom>
                <a:avLst/>
                <a:gdLst>
                  <a:gd name="T0" fmla="*/ 15 w 6"/>
                  <a:gd name="T1" fmla="*/ 14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1"/>
                      <a:pt x="3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25" name="Freeform 4050">
                <a:extLst>
                  <a:ext uri="{FF2B5EF4-FFF2-40B4-BE49-F238E27FC236}">
                    <a16:creationId xmlns:a16="http://schemas.microsoft.com/office/drawing/2014/main" id="{3E8EF726-8473-4DA3-997D-541589592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671"/>
                <a:ext cx="7" cy="24"/>
              </a:xfrm>
              <a:custGeom>
                <a:avLst/>
                <a:gdLst>
                  <a:gd name="T0" fmla="*/ 14 w 5"/>
                  <a:gd name="T1" fmla="*/ 0 h 16"/>
                  <a:gd name="T2" fmla="*/ 0 w 5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5" y="0"/>
                    </a:moveTo>
                    <a:cubicBezTo>
                      <a:pt x="4" y="4"/>
                      <a:pt x="2" y="11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26" name="Freeform 4051">
                <a:extLst>
                  <a:ext uri="{FF2B5EF4-FFF2-40B4-BE49-F238E27FC236}">
                    <a16:creationId xmlns:a16="http://schemas.microsoft.com/office/drawing/2014/main" id="{7A390CDB-8842-452F-89E4-D31F857BA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671"/>
                <a:ext cx="1" cy="9"/>
              </a:xfrm>
              <a:custGeom>
                <a:avLst/>
                <a:gdLst>
                  <a:gd name="T0" fmla="*/ 1 w 1"/>
                  <a:gd name="T1" fmla="*/ 21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27" name="Freeform 4052">
                <a:extLst>
                  <a:ext uri="{FF2B5EF4-FFF2-40B4-BE49-F238E27FC236}">
                    <a16:creationId xmlns:a16="http://schemas.microsoft.com/office/drawing/2014/main" id="{8ACFBC84-32E7-45B6-B51F-8BD3B29A6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1660"/>
                <a:ext cx="6" cy="17"/>
              </a:xfrm>
              <a:custGeom>
                <a:avLst/>
                <a:gdLst>
                  <a:gd name="T0" fmla="*/ 14 w 4"/>
                  <a:gd name="T1" fmla="*/ 0 h 12"/>
                  <a:gd name="T2" fmla="*/ 0 w 4"/>
                  <a:gd name="T3" fmla="*/ 3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1" y="2"/>
                      <a:pt x="1" y="8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28" name="Freeform 4053">
                <a:extLst>
                  <a:ext uri="{FF2B5EF4-FFF2-40B4-BE49-F238E27FC236}">
                    <a16:creationId xmlns:a16="http://schemas.microsoft.com/office/drawing/2014/main" id="{0E704CED-83D3-4863-8E88-94C8FFD01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667"/>
                <a:ext cx="10" cy="12"/>
              </a:xfrm>
              <a:custGeom>
                <a:avLst/>
                <a:gdLst>
                  <a:gd name="T0" fmla="*/ 20 w 7"/>
                  <a:gd name="T1" fmla="*/ 0 h 8"/>
                  <a:gd name="T2" fmla="*/ 0 w 7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5" y="2"/>
                      <a:pt x="2" y="5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29" name="Freeform 4054">
                <a:extLst>
                  <a:ext uri="{FF2B5EF4-FFF2-40B4-BE49-F238E27FC236}">
                    <a16:creationId xmlns:a16="http://schemas.microsoft.com/office/drawing/2014/main" id="{29A8F61F-5065-4CCE-BAED-FD36FA12B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636"/>
                <a:ext cx="8" cy="19"/>
              </a:xfrm>
              <a:custGeom>
                <a:avLst/>
                <a:gdLst>
                  <a:gd name="T0" fmla="*/ 15 w 6"/>
                  <a:gd name="T1" fmla="*/ 0 h 13"/>
                  <a:gd name="T2" fmla="*/ 0 w 6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1" y="3"/>
                      <a:pt x="1" y="8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30" name="Freeform 4055">
                <a:extLst>
                  <a:ext uri="{FF2B5EF4-FFF2-40B4-BE49-F238E27FC236}">
                    <a16:creationId xmlns:a16="http://schemas.microsoft.com/office/drawing/2014/main" id="{5473DF45-908F-4EF3-A330-7150BB81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648"/>
                <a:ext cx="11" cy="3"/>
              </a:xfrm>
              <a:custGeom>
                <a:avLst/>
                <a:gdLst>
                  <a:gd name="T0" fmla="*/ 21 w 8"/>
                  <a:gd name="T1" fmla="*/ 0 h 2"/>
                  <a:gd name="T2" fmla="*/ 0 w 8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6" y="1"/>
                      <a:pt x="3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31" name="Freeform 4056">
                <a:extLst>
                  <a:ext uri="{FF2B5EF4-FFF2-40B4-BE49-F238E27FC236}">
                    <a16:creationId xmlns:a16="http://schemas.microsoft.com/office/drawing/2014/main" id="{4E06B450-69AC-4D51-94AE-72A8CEE83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599"/>
                <a:ext cx="7" cy="20"/>
              </a:xfrm>
              <a:custGeom>
                <a:avLst/>
                <a:gdLst>
                  <a:gd name="T0" fmla="*/ 14 w 5"/>
                  <a:gd name="T1" fmla="*/ 0 h 14"/>
                  <a:gd name="T2" fmla="*/ 0 w 5"/>
                  <a:gd name="T3" fmla="*/ 4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5" y="5"/>
                      <a:pt x="3" y="10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32" name="Freeform 4057">
                <a:extLst>
                  <a:ext uri="{FF2B5EF4-FFF2-40B4-BE49-F238E27FC236}">
                    <a16:creationId xmlns:a16="http://schemas.microsoft.com/office/drawing/2014/main" id="{79749C60-66F4-4C02-8793-D41642942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610"/>
                <a:ext cx="8" cy="10"/>
              </a:xfrm>
              <a:custGeom>
                <a:avLst/>
                <a:gdLst>
                  <a:gd name="T0" fmla="*/ 0 w 6"/>
                  <a:gd name="T1" fmla="*/ 0 h 7"/>
                  <a:gd name="T2" fmla="*/ 15 w 6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2" y="2"/>
                      <a:pt x="5" y="4"/>
                      <a:pt x="6" y="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33" name="Freeform 4058">
                <a:extLst>
                  <a:ext uri="{FF2B5EF4-FFF2-40B4-BE49-F238E27FC236}">
                    <a16:creationId xmlns:a16="http://schemas.microsoft.com/office/drawing/2014/main" id="{EB21AE87-81A7-4DFB-A9E2-769D61787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980"/>
                <a:ext cx="10" cy="14"/>
              </a:xfrm>
              <a:custGeom>
                <a:avLst/>
                <a:gdLst>
                  <a:gd name="T0" fmla="*/ 0 w 7"/>
                  <a:gd name="T1" fmla="*/ 28 h 10"/>
                  <a:gd name="T2" fmla="*/ 19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4" y="7"/>
                      <a:pt x="7" y="5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34" name="Freeform 4059">
                <a:extLst>
                  <a:ext uri="{FF2B5EF4-FFF2-40B4-BE49-F238E27FC236}">
                    <a16:creationId xmlns:a16="http://schemas.microsoft.com/office/drawing/2014/main" id="{D51404B0-889F-4F62-AF35-689BF88A6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984"/>
                <a:ext cx="4" cy="10"/>
              </a:xfrm>
              <a:custGeom>
                <a:avLst/>
                <a:gdLst>
                  <a:gd name="T0" fmla="*/ 0 w 3"/>
                  <a:gd name="T1" fmla="*/ 0 h 7"/>
                  <a:gd name="T2" fmla="*/ 7 w 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0" y="3"/>
                      <a:pt x="0" y="6"/>
                      <a:pt x="3" y="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35" name="Freeform 4060">
                <a:extLst>
                  <a:ext uri="{FF2B5EF4-FFF2-40B4-BE49-F238E27FC236}">
                    <a16:creationId xmlns:a16="http://schemas.microsoft.com/office/drawing/2014/main" id="{5C0D892D-7A37-49CA-B9E8-B2C94A279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980"/>
                <a:ext cx="3" cy="14"/>
              </a:xfrm>
              <a:custGeom>
                <a:avLst/>
                <a:gdLst>
                  <a:gd name="T0" fmla="*/ 8 w 2"/>
                  <a:gd name="T1" fmla="*/ 28 h 10"/>
                  <a:gd name="T2" fmla="*/ 0 w 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4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36" name="Freeform 4061">
                <a:extLst>
                  <a:ext uri="{FF2B5EF4-FFF2-40B4-BE49-F238E27FC236}">
                    <a16:creationId xmlns:a16="http://schemas.microsoft.com/office/drawing/2014/main" id="{56A096BD-E7FB-4F78-8511-660C8D3F3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980"/>
                <a:ext cx="7" cy="13"/>
              </a:xfrm>
              <a:custGeom>
                <a:avLst/>
                <a:gdLst>
                  <a:gd name="T0" fmla="*/ 0 w 5"/>
                  <a:gd name="T1" fmla="*/ 27 h 9"/>
                  <a:gd name="T2" fmla="*/ 11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3" y="7"/>
                      <a:pt x="5" y="3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37" name="Freeform 4062">
                <a:extLst>
                  <a:ext uri="{FF2B5EF4-FFF2-40B4-BE49-F238E27FC236}">
                    <a16:creationId xmlns:a16="http://schemas.microsoft.com/office/drawing/2014/main" id="{996828D8-B01C-44B6-A5ED-5D903A97F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988"/>
                <a:ext cx="5" cy="5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3" y="3"/>
                      <a:pt x="4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38" name="Freeform 4063">
                <a:extLst>
                  <a:ext uri="{FF2B5EF4-FFF2-40B4-BE49-F238E27FC236}">
                    <a16:creationId xmlns:a16="http://schemas.microsoft.com/office/drawing/2014/main" id="{EAA99A11-5F4F-4AAB-BBF4-165D14512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978"/>
                <a:ext cx="11" cy="15"/>
              </a:xfrm>
              <a:custGeom>
                <a:avLst/>
                <a:gdLst>
                  <a:gd name="T0" fmla="*/ 0 w 8"/>
                  <a:gd name="T1" fmla="*/ 0 h 10"/>
                  <a:gd name="T2" fmla="*/ 14 w 8"/>
                  <a:gd name="T3" fmla="*/ 3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7" y="0"/>
                      <a:pt x="8" y="4"/>
                      <a:pt x="5" y="1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39" name="Freeform 4064">
                <a:extLst>
                  <a:ext uri="{FF2B5EF4-FFF2-40B4-BE49-F238E27FC236}">
                    <a16:creationId xmlns:a16="http://schemas.microsoft.com/office/drawing/2014/main" id="{D35C7252-E6AE-441D-891D-997E4E33F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86"/>
                <a:ext cx="8" cy="8"/>
              </a:xfrm>
              <a:custGeom>
                <a:avLst/>
                <a:gdLst>
                  <a:gd name="T0" fmla="*/ 0 w 6"/>
                  <a:gd name="T1" fmla="*/ 0 h 6"/>
                  <a:gd name="T2" fmla="*/ 15 w 6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2" y="0"/>
                      <a:pt x="5" y="4"/>
                      <a:pt x="6" y="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40" name="Freeform 4065">
                <a:extLst>
                  <a:ext uri="{FF2B5EF4-FFF2-40B4-BE49-F238E27FC236}">
                    <a16:creationId xmlns:a16="http://schemas.microsoft.com/office/drawing/2014/main" id="{65B17120-B68C-429A-B9CE-FF8FCF831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974"/>
                <a:ext cx="7" cy="19"/>
              </a:xfrm>
              <a:custGeom>
                <a:avLst/>
                <a:gdLst>
                  <a:gd name="T0" fmla="*/ 6 w 5"/>
                  <a:gd name="T1" fmla="*/ 41 h 13"/>
                  <a:gd name="T2" fmla="*/ 0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2" y="13"/>
                    </a:moveTo>
                    <a:cubicBezTo>
                      <a:pt x="5" y="9"/>
                      <a:pt x="5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41" name="Freeform 4066">
                <a:extLst>
                  <a:ext uri="{FF2B5EF4-FFF2-40B4-BE49-F238E27FC236}">
                    <a16:creationId xmlns:a16="http://schemas.microsoft.com/office/drawing/2014/main" id="{F3E6D5C8-9BC7-4A56-A333-A2142FBCF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986"/>
                <a:ext cx="8" cy="8"/>
              </a:xfrm>
              <a:custGeom>
                <a:avLst/>
                <a:gdLst>
                  <a:gd name="T0" fmla="*/ 0 w 6"/>
                  <a:gd name="T1" fmla="*/ 0 h 6"/>
                  <a:gd name="T2" fmla="*/ 15 w 6"/>
                  <a:gd name="T3" fmla="*/ 1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1" y="3"/>
                      <a:pt x="3" y="6"/>
                      <a:pt x="6" y="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42" name="Freeform 4067">
                <a:extLst>
                  <a:ext uri="{FF2B5EF4-FFF2-40B4-BE49-F238E27FC236}">
                    <a16:creationId xmlns:a16="http://schemas.microsoft.com/office/drawing/2014/main" id="{7E64B40C-846C-458E-B871-172ED2C57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975"/>
                <a:ext cx="10" cy="19"/>
              </a:xfrm>
              <a:custGeom>
                <a:avLst/>
                <a:gdLst>
                  <a:gd name="T0" fmla="*/ 0 w 7"/>
                  <a:gd name="T1" fmla="*/ 41 h 13"/>
                  <a:gd name="T2" fmla="*/ 19 w 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cubicBezTo>
                      <a:pt x="5" y="10"/>
                      <a:pt x="7" y="5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43" name="Freeform 4068">
                <a:extLst>
                  <a:ext uri="{FF2B5EF4-FFF2-40B4-BE49-F238E27FC236}">
                    <a16:creationId xmlns:a16="http://schemas.microsoft.com/office/drawing/2014/main" id="{F7A351D5-5434-4782-BFDA-BAF227751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984"/>
                <a:ext cx="5" cy="10"/>
              </a:xfrm>
              <a:custGeom>
                <a:avLst/>
                <a:gdLst>
                  <a:gd name="T0" fmla="*/ 0 w 4"/>
                  <a:gd name="T1" fmla="*/ 0 h 7"/>
                  <a:gd name="T2" fmla="*/ 8 w 4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3"/>
                      <a:pt x="2" y="6"/>
                      <a:pt x="4" y="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44" name="Freeform 4069">
                <a:extLst>
                  <a:ext uri="{FF2B5EF4-FFF2-40B4-BE49-F238E27FC236}">
                    <a16:creationId xmlns:a16="http://schemas.microsoft.com/office/drawing/2014/main" id="{069387E7-AE4B-42BC-9059-CE193F02D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975"/>
                <a:ext cx="11" cy="19"/>
              </a:xfrm>
              <a:custGeom>
                <a:avLst/>
                <a:gdLst>
                  <a:gd name="T0" fmla="*/ 0 w 8"/>
                  <a:gd name="T1" fmla="*/ 0 h 13"/>
                  <a:gd name="T2" fmla="*/ 14 w 8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7" y="0"/>
                      <a:pt x="8" y="8"/>
                      <a:pt x="5" y="1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45" name="Freeform 4070">
                <a:extLst>
                  <a:ext uri="{FF2B5EF4-FFF2-40B4-BE49-F238E27FC236}">
                    <a16:creationId xmlns:a16="http://schemas.microsoft.com/office/drawing/2014/main" id="{162834A9-15F7-4218-8F4E-7A9E88232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988"/>
                <a:ext cx="7" cy="5"/>
              </a:xfrm>
              <a:custGeom>
                <a:avLst/>
                <a:gdLst>
                  <a:gd name="T0" fmla="*/ 0 w 5"/>
                  <a:gd name="T1" fmla="*/ 0 h 3"/>
                  <a:gd name="T2" fmla="*/ 14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4" y="2"/>
                      <a:pt x="5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46" name="Freeform 4071">
                <a:extLst>
                  <a:ext uri="{FF2B5EF4-FFF2-40B4-BE49-F238E27FC236}">
                    <a16:creationId xmlns:a16="http://schemas.microsoft.com/office/drawing/2014/main" id="{5F435061-5A3F-4CDE-BAEE-351399E9E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974"/>
                <a:ext cx="7" cy="19"/>
              </a:xfrm>
              <a:custGeom>
                <a:avLst/>
                <a:gdLst>
                  <a:gd name="T0" fmla="*/ 8 w 5"/>
                  <a:gd name="T1" fmla="*/ 41 h 13"/>
                  <a:gd name="T2" fmla="*/ 0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3" y="13"/>
                    </a:moveTo>
                    <a:cubicBezTo>
                      <a:pt x="5" y="9"/>
                      <a:pt x="5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47" name="Freeform 4072">
                <a:extLst>
                  <a:ext uri="{FF2B5EF4-FFF2-40B4-BE49-F238E27FC236}">
                    <a16:creationId xmlns:a16="http://schemas.microsoft.com/office/drawing/2014/main" id="{757ECC54-6469-4A05-B93E-E5B5AA85C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987"/>
                <a:ext cx="6" cy="7"/>
              </a:xfrm>
              <a:custGeom>
                <a:avLst/>
                <a:gdLst>
                  <a:gd name="T0" fmla="*/ 0 w 4"/>
                  <a:gd name="T1" fmla="*/ 0 h 5"/>
                  <a:gd name="T2" fmla="*/ 14 w 4"/>
                  <a:gd name="T3" fmla="*/ 1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3"/>
                      <a:pt x="1" y="5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48" name="Freeform 4073">
                <a:extLst>
                  <a:ext uri="{FF2B5EF4-FFF2-40B4-BE49-F238E27FC236}">
                    <a16:creationId xmlns:a16="http://schemas.microsoft.com/office/drawing/2014/main" id="{7A02C150-3095-4110-BBF5-A845AA1FC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975"/>
                <a:ext cx="9" cy="19"/>
              </a:xfrm>
              <a:custGeom>
                <a:avLst/>
                <a:gdLst>
                  <a:gd name="T0" fmla="*/ 0 w 6"/>
                  <a:gd name="T1" fmla="*/ 41 h 13"/>
                  <a:gd name="T2" fmla="*/ 18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4" y="10"/>
                      <a:pt x="6" y="5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49" name="Freeform 4074">
                <a:extLst>
                  <a:ext uri="{FF2B5EF4-FFF2-40B4-BE49-F238E27FC236}">
                    <a16:creationId xmlns:a16="http://schemas.microsoft.com/office/drawing/2014/main" id="{5A11F4EF-ED3B-4FD2-BD0B-5E8B123D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984"/>
                <a:ext cx="7" cy="10"/>
              </a:xfrm>
              <a:custGeom>
                <a:avLst/>
                <a:gdLst>
                  <a:gd name="T0" fmla="*/ 0 w 5"/>
                  <a:gd name="T1" fmla="*/ 0 h 7"/>
                  <a:gd name="T2" fmla="*/ 14 w 5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3"/>
                      <a:pt x="3" y="7"/>
                      <a:pt x="5" y="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50" name="Freeform 4075">
                <a:extLst>
                  <a:ext uri="{FF2B5EF4-FFF2-40B4-BE49-F238E27FC236}">
                    <a16:creationId xmlns:a16="http://schemas.microsoft.com/office/drawing/2014/main" id="{9A4D35D7-10B0-40EC-BAB9-CA19D122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977"/>
                <a:ext cx="10" cy="17"/>
              </a:xfrm>
              <a:custGeom>
                <a:avLst/>
                <a:gdLst>
                  <a:gd name="T0" fmla="*/ 0 w 7"/>
                  <a:gd name="T1" fmla="*/ 34 h 12"/>
                  <a:gd name="T2" fmla="*/ 14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6" y="10"/>
                      <a:pt x="7" y="3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51" name="Freeform 4076">
                <a:extLst>
                  <a:ext uri="{FF2B5EF4-FFF2-40B4-BE49-F238E27FC236}">
                    <a16:creationId xmlns:a16="http://schemas.microsoft.com/office/drawing/2014/main" id="{816A793B-8B44-4434-B312-AF67CEDEA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977"/>
                <a:ext cx="8" cy="16"/>
              </a:xfrm>
              <a:custGeom>
                <a:avLst/>
                <a:gdLst>
                  <a:gd name="T0" fmla="*/ 0 w 6"/>
                  <a:gd name="T1" fmla="*/ 33 h 11"/>
                  <a:gd name="T2" fmla="*/ 7 w 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5" y="8"/>
                      <a:pt x="6" y="3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52" name="Freeform 4077">
                <a:extLst>
                  <a:ext uri="{FF2B5EF4-FFF2-40B4-BE49-F238E27FC236}">
                    <a16:creationId xmlns:a16="http://schemas.microsoft.com/office/drawing/2014/main" id="{94F1A582-1886-4F16-8A9B-21379643A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988"/>
                <a:ext cx="4" cy="6"/>
              </a:xfrm>
              <a:custGeom>
                <a:avLst/>
                <a:gdLst>
                  <a:gd name="T0" fmla="*/ 0 w 3"/>
                  <a:gd name="T1" fmla="*/ 0 h 4"/>
                  <a:gd name="T2" fmla="*/ 7 w 3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4"/>
                      <a:pt x="3" y="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53" name="Freeform 4078">
                <a:extLst>
                  <a:ext uri="{FF2B5EF4-FFF2-40B4-BE49-F238E27FC236}">
                    <a16:creationId xmlns:a16="http://schemas.microsoft.com/office/drawing/2014/main" id="{A593D4EE-D923-4791-BAD3-DB8F96202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977"/>
                <a:ext cx="13" cy="19"/>
              </a:xfrm>
              <a:custGeom>
                <a:avLst/>
                <a:gdLst>
                  <a:gd name="T0" fmla="*/ 0 w 9"/>
                  <a:gd name="T1" fmla="*/ 0 h 13"/>
                  <a:gd name="T2" fmla="*/ 14 w 9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6" y="0"/>
                      <a:pt x="9" y="8"/>
                      <a:pt x="5" y="1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54" name="Freeform 4079">
                <a:extLst>
                  <a:ext uri="{FF2B5EF4-FFF2-40B4-BE49-F238E27FC236}">
                    <a16:creationId xmlns:a16="http://schemas.microsoft.com/office/drawing/2014/main" id="{2C25A1BF-6881-4C08-BB0A-BBA7FBD31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1988"/>
                <a:ext cx="7" cy="5"/>
              </a:xfrm>
              <a:custGeom>
                <a:avLst/>
                <a:gdLst>
                  <a:gd name="T0" fmla="*/ 0 w 5"/>
                  <a:gd name="T1" fmla="*/ 0 h 3"/>
                  <a:gd name="T2" fmla="*/ 14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4" y="2"/>
                      <a:pt x="5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55" name="Freeform 4080">
                <a:extLst>
                  <a:ext uri="{FF2B5EF4-FFF2-40B4-BE49-F238E27FC236}">
                    <a16:creationId xmlns:a16="http://schemas.microsoft.com/office/drawing/2014/main" id="{F88AF6E2-6B13-4CF2-9AC1-8DBB164B4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1974"/>
                <a:ext cx="7" cy="19"/>
              </a:xfrm>
              <a:custGeom>
                <a:avLst/>
                <a:gdLst>
                  <a:gd name="T0" fmla="*/ 6 w 5"/>
                  <a:gd name="T1" fmla="*/ 41 h 13"/>
                  <a:gd name="T2" fmla="*/ 0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2" y="13"/>
                    </a:moveTo>
                    <a:cubicBezTo>
                      <a:pt x="5" y="9"/>
                      <a:pt x="4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56" name="Freeform 4081">
                <a:extLst>
                  <a:ext uri="{FF2B5EF4-FFF2-40B4-BE49-F238E27FC236}">
                    <a16:creationId xmlns:a16="http://schemas.microsoft.com/office/drawing/2014/main" id="{F845602E-B9D4-4F63-9DC1-F27A39F28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1986"/>
                <a:ext cx="9" cy="10"/>
              </a:xfrm>
              <a:custGeom>
                <a:avLst/>
                <a:gdLst>
                  <a:gd name="T0" fmla="*/ 0 w 6"/>
                  <a:gd name="T1" fmla="*/ 0 h 7"/>
                  <a:gd name="T2" fmla="*/ 21 w 6"/>
                  <a:gd name="T3" fmla="*/ 1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3"/>
                      <a:pt x="3" y="7"/>
                      <a:pt x="6" y="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57" name="Freeform 4082">
                <a:extLst>
                  <a:ext uri="{FF2B5EF4-FFF2-40B4-BE49-F238E27FC236}">
                    <a16:creationId xmlns:a16="http://schemas.microsoft.com/office/drawing/2014/main" id="{A3B229AB-4077-43EA-9A7F-257ADD6EC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975"/>
                <a:ext cx="8" cy="18"/>
              </a:xfrm>
              <a:custGeom>
                <a:avLst/>
                <a:gdLst>
                  <a:gd name="T0" fmla="*/ 0 w 6"/>
                  <a:gd name="T1" fmla="*/ 41 h 12"/>
                  <a:gd name="T2" fmla="*/ 5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9"/>
                      <a:pt x="6" y="3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58" name="Freeform 4083">
                <a:extLst>
                  <a:ext uri="{FF2B5EF4-FFF2-40B4-BE49-F238E27FC236}">
                    <a16:creationId xmlns:a16="http://schemas.microsoft.com/office/drawing/2014/main" id="{6CDD3F42-CFDA-4A58-A71E-ACF77708C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1988"/>
                <a:ext cx="6" cy="6"/>
              </a:xfrm>
              <a:custGeom>
                <a:avLst/>
                <a:gdLst>
                  <a:gd name="T0" fmla="*/ 0 w 4"/>
                  <a:gd name="T1" fmla="*/ 0 h 4"/>
                  <a:gd name="T2" fmla="*/ 14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0"/>
                      <a:pt x="2" y="4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59" name="Freeform 4084">
                <a:extLst>
                  <a:ext uri="{FF2B5EF4-FFF2-40B4-BE49-F238E27FC236}">
                    <a16:creationId xmlns:a16="http://schemas.microsoft.com/office/drawing/2014/main" id="{B95F2CA4-2C81-41B0-88F4-7D6C2550F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988"/>
                <a:ext cx="3" cy="8"/>
              </a:xfrm>
              <a:custGeom>
                <a:avLst/>
                <a:gdLst>
                  <a:gd name="T0" fmla="*/ 0 w 2"/>
                  <a:gd name="T1" fmla="*/ 0 h 5"/>
                  <a:gd name="T2" fmla="*/ 8 w 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1" y="4"/>
                      <a:pt x="2" y="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0" name="Freeform 4085">
                <a:extLst>
                  <a:ext uri="{FF2B5EF4-FFF2-40B4-BE49-F238E27FC236}">
                    <a16:creationId xmlns:a16="http://schemas.microsoft.com/office/drawing/2014/main" id="{73E354DD-F668-4519-B175-D74A0B600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980"/>
                <a:ext cx="4" cy="6"/>
              </a:xfrm>
              <a:custGeom>
                <a:avLst/>
                <a:gdLst>
                  <a:gd name="T0" fmla="*/ 0 w 3"/>
                  <a:gd name="T1" fmla="*/ 14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1" name="Freeform 4086">
                <a:extLst>
                  <a:ext uri="{FF2B5EF4-FFF2-40B4-BE49-F238E27FC236}">
                    <a16:creationId xmlns:a16="http://schemas.microsoft.com/office/drawing/2014/main" id="{CE7D4AC7-8663-493A-950B-AE8EE0A57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086"/>
                <a:ext cx="1" cy="23"/>
              </a:xfrm>
              <a:custGeom>
                <a:avLst/>
                <a:gdLst>
                  <a:gd name="T0" fmla="*/ 0 w 1"/>
                  <a:gd name="T1" fmla="*/ 0 h 16"/>
                  <a:gd name="T2" fmla="*/ 0 w 1"/>
                  <a:gd name="T3" fmla="*/ 4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">
                    <a:moveTo>
                      <a:pt x="0" y="0"/>
                    </a:moveTo>
                    <a:cubicBezTo>
                      <a:pt x="0" y="5"/>
                      <a:pt x="0" y="10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2" name="Freeform 4087">
                <a:extLst>
                  <a:ext uri="{FF2B5EF4-FFF2-40B4-BE49-F238E27FC236}">
                    <a16:creationId xmlns:a16="http://schemas.microsoft.com/office/drawing/2014/main" id="{36ADC76E-16CF-4C0F-BDD1-F9E0078BF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098"/>
                <a:ext cx="7" cy="13"/>
              </a:xfrm>
              <a:custGeom>
                <a:avLst/>
                <a:gdLst>
                  <a:gd name="T0" fmla="*/ 0 w 5"/>
                  <a:gd name="T1" fmla="*/ 0 h 9"/>
                  <a:gd name="T2" fmla="*/ 14 w 5"/>
                  <a:gd name="T3" fmla="*/ 2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2" y="3"/>
                      <a:pt x="3" y="6"/>
                      <a:pt x="5" y="9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3" name="Freeform 4088">
                <a:extLst>
                  <a:ext uri="{FF2B5EF4-FFF2-40B4-BE49-F238E27FC236}">
                    <a16:creationId xmlns:a16="http://schemas.microsoft.com/office/drawing/2014/main" id="{7FDF2D7D-BD8C-446B-BAB7-0AE793BE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084"/>
                <a:ext cx="3" cy="25"/>
              </a:xfrm>
              <a:custGeom>
                <a:avLst/>
                <a:gdLst>
                  <a:gd name="T0" fmla="*/ 0 w 2"/>
                  <a:gd name="T1" fmla="*/ 54 h 17"/>
                  <a:gd name="T2" fmla="*/ 5 w 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17"/>
                    </a:moveTo>
                    <a:cubicBezTo>
                      <a:pt x="0" y="10"/>
                      <a:pt x="2" y="6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4" name="Freeform 4089">
                <a:extLst>
                  <a:ext uri="{FF2B5EF4-FFF2-40B4-BE49-F238E27FC236}">
                    <a16:creationId xmlns:a16="http://schemas.microsoft.com/office/drawing/2014/main" id="{DA6B304C-D999-4E7C-8280-18CCC7E13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084"/>
                <a:ext cx="10" cy="11"/>
              </a:xfrm>
              <a:custGeom>
                <a:avLst/>
                <a:gdLst>
                  <a:gd name="T0" fmla="*/ 1 w 7"/>
                  <a:gd name="T1" fmla="*/ 22 h 7"/>
                  <a:gd name="T2" fmla="*/ 1 w 7"/>
                  <a:gd name="T3" fmla="*/ 27 h 7"/>
                  <a:gd name="T4" fmla="*/ 2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6"/>
                      <a:pt x="0" y="7"/>
                      <a:pt x="1" y="7"/>
                    </a:cubicBezTo>
                    <a:cubicBezTo>
                      <a:pt x="2" y="4"/>
                      <a:pt x="3" y="1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5" name="Freeform 4090">
                <a:extLst>
                  <a:ext uri="{FF2B5EF4-FFF2-40B4-BE49-F238E27FC236}">
                    <a16:creationId xmlns:a16="http://schemas.microsoft.com/office/drawing/2014/main" id="{0C0B1357-4C84-4423-881B-43816ED23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084"/>
                <a:ext cx="3" cy="25"/>
              </a:xfrm>
              <a:custGeom>
                <a:avLst/>
                <a:gdLst>
                  <a:gd name="T0" fmla="*/ 0 w 2"/>
                  <a:gd name="T1" fmla="*/ 0 h 17"/>
                  <a:gd name="T2" fmla="*/ 8 w 2"/>
                  <a:gd name="T3" fmla="*/ 5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2" y="5"/>
                      <a:pt x="1" y="11"/>
                      <a:pt x="2" y="1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6" name="Freeform 4091">
                <a:extLst>
                  <a:ext uri="{FF2B5EF4-FFF2-40B4-BE49-F238E27FC236}">
                    <a16:creationId xmlns:a16="http://schemas.microsoft.com/office/drawing/2014/main" id="{4A2D5844-3A30-4636-9C5C-8D9705421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099"/>
                <a:ext cx="5" cy="10"/>
              </a:xfrm>
              <a:custGeom>
                <a:avLst/>
                <a:gdLst>
                  <a:gd name="T0" fmla="*/ 8 w 4"/>
                  <a:gd name="T1" fmla="*/ 0 h 7"/>
                  <a:gd name="T2" fmla="*/ 0 w 4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2"/>
                      <a:pt x="2" y="5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7" name="Freeform 4092">
                <a:extLst>
                  <a:ext uri="{FF2B5EF4-FFF2-40B4-BE49-F238E27FC236}">
                    <a16:creationId xmlns:a16="http://schemas.microsoft.com/office/drawing/2014/main" id="{7C305FA6-31EE-40C2-A21E-5D961D1A6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086"/>
                <a:ext cx="2" cy="23"/>
              </a:xfrm>
              <a:custGeom>
                <a:avLst/>
                <a:gdLst>
                  <a:gd name="T0" fmla="*/ 0 w 2"/>
                  <a:gd name="T1" fmla="*/ 0 h 16"/>
                  <a:gd name="T2" fmla="*/ 0 w 2"/>
                  <a:gd name="T3" fmla="*/ 4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0" y="0"/>
                    </a:moveTo>
                    <a:cubicBezTo>
                      <a:pt x="1" y="4"/>
                      <a:pt x="2" y="12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8" name="Freeform 4093">
                <a:extLst>
                  <a:ext uri="{FF2B5EF4-FFF2-40B4-BE49-F238E27FC236}">
                    <a16:creationId xmlns:a16="http://schemas.microsoft.com/office/drawing/2014/main" id="{2591D629-33F8-4438-99B7-D3F5C8065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102"/>
                <a:ext cx="5" cy="9"/>
              </a:xfrm>
              <a:custGeom>
                <a:avLst/>
                <a:gdLst>
                  <a:gd name="T0" fmla="*/ 0 w 3"/>
                  <a:gd name="T1" fmla="*/ 0 h 6"/>
                  <a:gd name="T2" fmla="*/ 13 w 3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2"/>
                      <a:pt x="1" y="4"/>
                      <a:pt x="3" y="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69" name="Freeform 4094">
                <a:extLst>
                  <a:ext uri="{FF2B5EF4-FFF2-40B4-BE49-F238E27FC236}">
                    <a16:creationId xmlns:a16="http://schemas.microsoft.com/office/drawing/2014/main" id="{2424B612-5F8C-44BB-B08E-651F9C799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084"/>
                <a:ext cx="7" cy="24"/>
              </a:xfrm>
              <a:custGeom>
                <a:avLst/>
                <a:gdLst>
                  <a:gd name="T0" fmla="*/ 0 w 5"/>
                  <a:gd name="T1" fmla="*/ 54 h 16"/>
                  <a:gd name="T2" fmla="*/ 8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5" y="12"/>
                      <a:pt x="4" y="6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70" name="Freeform 4095">
                <a:extLst>
                  <a:ext uri="{FF2B5EF4-FFF2-40B4-BE49-F238E27FC236}">
                    <a16:creationId xmlns:a16="http://schemas.microsoft.com/office/drawing/2014/main" id="{98A604C2-6EA9-4129-B962-EBC2F4489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100"/>
                <a:ext cx="3" cy="9"/>
              </a:xfrm>
              <a:custGeom>
                <a:avLst/>
                <a:gdLst>
                  <a:gd name="T0" fmla="*/ 0 w 2"/>
                  <a:gd name="T1" fmla="*/ 0 h 6"/>
                  <a:gd name="T2" fmla="*/ 8 w 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0" y="5"/>
                      <a:pt x="2" y="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71" name="Freeform 4096">
                <a:extLst>
                  <a:ext uri="{FF2B5EF4-FFF2-40B4-BE49-F238E27FC236}">
                    <a16:creationId xmlns:a16="http://schemas.microsoft.com/office/drawing/2014/main" id="{E35B3570-104F-4373-B173-518B05FC3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083"/>
                <a:ext cx="3" cy="25"/>
              </a:xfrm>
              <a:custGeom>
                <a:avLst/>
                <a:gdLst>
                  <a:gd name="T0" fmla="*/ 0 w 2"/>
                  <a:gd name="T1" fmla="*/ 54 h 17"/>
                  <a:gd name="T2" fmla="*/ 0 w 2"/>
                  <a:gd name="T3" fmla="*/ 0 h 17"/>
                  <a:gd name="T4" fmla="*/ 0 w 2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7">
                    <a:moveTo>
                      <a:pt x="0" y="17"/>
                    </a:moveTo>
                    <a:cubicBezTo>
                      <a:pt x="1" y="11"/>
                      <a:pt x="2" y="6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72" name="Freeform 4097">
                <a:extLst>
                  <a:ext uri="{FF2B5EF4-FFF2-40B4-BE49-F238E27FC236}">
                    <a16:creationId xmlns:a16="http://schemas.microsoft.com/office/drawing/2014/main" id="{15648436-D91E-45A6-95B0-DAE97FE4F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083"/>
                <a:ext cx="4" cy="9"/>
              </a:xfrm>
              <a:custGeom>
                <a:avLst/>
                <a:gdLst>
                  <a:gd name="T0" fmla="*/ 0 w 3"/>
                  <a:gd name="T1" fmla="*/ 21 h 6"/>
                  <a:gd name="T2" fmla="*/ 7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4"/>
                      <a:pt x="0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73" name="Freeform 4098">
                <a:extLst>
                  <a:ext uri="{FF2B5EF4-FFF2-40B4-BE49-F238E27FC236}">
                    <a16:creationId xmlns:a16="http://schemas.microsoft.com/office/drawing/2014/main" id="{ED4070A0-9D98-4F07-BD0B-2C793236C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084"/>
                <a:ext cx="4" cy="25"/>
              </a:xfrm>
              <a:custGeom>
                <a:avLst/>
                <a:gdLst>
                  <a:gd name="T0" fmla="*/ 0 w 3"/>
                  <a:gd name="T1" fmla="*/ 0 h 17"/>
                  <a:gd name="T2" fmla="*/ 1 w 3"/>
                  <a:gd name="T3" fmla="*/ 5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5"/>
                      <a:pt x="3" y="13"/>
                      <a:pt x="1" y="1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74" name="Freeform 4099">
                <a:extLst>
                  <a:ext uri="{FF2B5EF4-FFF2-40B4-BE49-F238E27FC236}">
                    <a16:creationId xmlns:a16="http://schemas.microsoft.com/office/drawing/2014/main" id="{D1E7B7CA-5D85-4FCC-8CB2-DED78E182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2100"/>
                <a:ext cx="6" cy="9"/>
              </a:xfrm>
              <a:custGeom>
                <a:avLst/>
                <a:gdLst>
                  <a:gd name="T0" fmla="*/ 0 w 4"/>
                  <a:gd name="T1" fmla="*/ 0 h 6"/>
                  <a:gd name="T2" fmla="*/ 14 w 4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3"/>
                      <a:pt x="2" y="4"/>
                      <a:pt x="4" y="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75" name="Freeform 4100">
                <a:extLst>
                  <a:ext uri="{FF2B5EF4-FFF2-40B4-BE49-F238E27FC236}">
                    <a16:creationId xmlns:a16="http://schemas.microsoft.com/office/drawing/2014/main" id="{B24DD7A8-FCA6-46D9-A87C-CA7A0E305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2084"/>
                <a:ext cx="3" cy="25"/>
              </a:xfrm>
              <a:custGeom>
                <a:avLst/>
                <a:gdLst>
                  <a:gd name="T0" fmla="*/ 0 w 2"/>
                  <a:gd name="T1" fmla="*/ 0 h 17"/>
                  <a:gd name="T2" fmla="*/ 8 w 2"/>
                  <a:gd name="T3" fmla="*/ 5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0" y="6"/>
                      <a:pt x="2" y="11"/>
                      <a:pt x="2" y="1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76" name="Freeform 4101">
                <a:extLst>
                  <a:ext uri="{FF2B5EF4-FFF2-40B4-BE49-F238E27FC236}">
                    <a16:creationId xmlns:a16="http://schemas.microsoft.com/office/drawing/2014/main" id="{173ACDD3-CBC3-4B36-B8C9-B86FD2A9F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2100"/>
                <a:ext cx="7" cy="11"/>
              </a:xfrm>
              <a:custGeom>
                <a:avLst/>
                <a:gdLst>
                  <a:gd name="T0" fmla="*/ 0 w 5"/>
                  <a:gd name="T1" fmla="*/ 0 h 7"/>
                  <a:gd name="T2" fmla="*/ 14 w 5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1" y="5"/>
                      <a:pt x="5" y="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77" name="Freeform 4102">
                <a:extLst>
                  <a:ext uri="{FF2B5EF4-FFF2-40B4-BE49-F238E27FC236}">
                    <a16:creationId xmlns:a16="http://schemas.microsoft.com/office/drawing/2014/main" id="{687C24B6-7377-475A-B452-D4F98525A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084"/>
                <a:ext cx="6" cy="9"/>
              </a:xfrm>
              <a:custGeom>
                <a:avLst/>
                <a:gdLst>
                  <a:gd name="T0" fmla="*/ 0 w 4"/>
                  <a:gd name="T1" fmla="*/ 21 h 6"/>
                  <a:gd name="T2" fmla="*/ 1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1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78" name="Freeform 4103">
                <a:extLst>
                  <a:ext uri="{FF2B5EF4-FFF2-40B4-BE49-F238E27FC236}">
                    <a16:creationId xmlns:a16="http://schemas.microsoft.com/office/drawing/2014/main" id="{D0D86D08-5347-456C-87F1-9997FDF37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522"/>
                <a:ext cx="7" cy="1"/>
              </a:xfrm>
              <a:custGeom>
                <a:avLst/>
                <a:gdLst>
                  <a:gd name="T0" fmla="*/ 0 w 5"/>
                  <a:gd name="T1" fmla="*/ 1 h 1"/>
                  <a:gd name="T2" fmla="*/ 14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79" name="Freeform 4104">
                <a:extLst>
                  <a:ext uri="{FF2B5EF4-FFF2-40B4-BE49-F238E27FC236}">
                    <a16:creationId xmlns:a16="http://schemas.microsoft.com/office/drawing/2014/main" id="{483F593B-881A-408F-908A-7E485B7B5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353"/>
                <a:ext cx="3" cy="20"/>
              </a:xfrm>
              <a:custGeom>
                <a:avLst/>
                <a:gdLst>
                  <a:gd name="T0" fmla="*/ 0 w 2"/>
                  <a:gd name="T1" fmla="*/ 0 h 14"/>
                  <a:gd name="T2" fmla="*/ 8 w 2"/>
                  <a:gd name="T3" fmla="*/ 4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80" name="Freeform 4105">
                <a:extLst>
                  <a:ext uri="{FF2B5EF4-FFF2-40B4-BE49-F238E27FC236}">
                    <a16:creationId xmlns:a16="http://schemas.microsoft.com/office/drawing/2014/main" id="{037F1EC2-1D62-401A-8C67-263E003E3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363"/>
                <a:ext cx="8" cy="12"/>
              </a:xfrm>
              <a:custGeom>
                <a:avLst/>
                <a:gdLst>
                  <a:gd name="T0" fmla="*/ 0 w 6"/>
                  <a:gd name="T1" fmla="*/ 0 h 8"/>
                  <a:gd name="T2" fmla="*/ 15 w 6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3"/>
                      <a:pt x="3" y="7"/>
                      <a:pt x="6" y="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81" name="Freeform 4106">
                <a:extLst>
                  <a:ext uri="{FF2B5EF4-FFF2-40B4-BE49-F238E27FC236}">
                    <a16:creationId xmlns:a16="http://schemas.microsoft.com/office/drawing/2014/main" id="{30924051-7C87-4129-AF70-5E9CD86E9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332"/>
                <a:ext cx="5" cy="27"/>
              </a:xfrm>
              <a:custGeom>
                <a:avLst/>
                <a:gdLst>
                  <a:gd name="T0" fmla="*/ 0 w 3"/>
                  <a:gd name="T1" fmla="*/ 0 h 18"/>
                  <a:gd name="T2" fmla="*/ 5 w 3"/>
                  <a:gd name="T3" fmla="*/ 6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cubicBezTo>
                      <a:pt x="0" y="6"/>
                      <a:pt x="3" y="11"/>
                      <a:pt x="1" y="1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82" name="Freeform 4107">
                <a:extLst>
                  <a:ext uri="{FF2B5EF4-FFF2-40B4-BE49-F238E27FC236}">
                    <a16:creationId xmlns:a16="http://schemas.microsoft.com/office/drawing/2014/main" id="{9E265B25-65DC-48F9-AD4B-5563E1422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334"/>
                <a:ext cx="7" cy="13"/>
              </a:xfrm>
              <a:custGeom>
                <a:avLst/>
                <a:gdLst>
                  <a:gd name="T0" fmla="*/ 0 w 5"/>
                  <a:gd name="T1" fmla="*/ 27 h 9"/>
                  <a:gd name="T2" fmla="*/ 14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2" y="6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83" name="Freeform 4108">
                <a:extLst>
                  <a:ext uri="{FF2B5EF4-FFF2-40B4-BE49-F238E27FC236}">
                    <a16:creationId xmlns:a16="http://schemas.microsoft.com/office/drawing/2014/main" id="{CC855A1F-9273-4BBD-B0A5-1DC8ECBCF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311"/>
                <a:ext cx="4" cy="26"/>
              </a:xfrm>
              <a:custGeom>
                <a:avLst/>
                <a:gdLst>
                  <a:gd name="T0" fmla="*/ 0 w 3"/>
                  <a:gd name="T1" fmla="*/ 0 h 18"/>
                  <a:gd name="T2" fmla="*/ 7 w 3"/>
                  <a:gd name="T3" fmla="*/ 5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cubicBezTo>
                      <a:pt x="0" y="6"/>
                      <a:pt x="3" y="12"/>
                      <a:pt x="3" y="1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84" name="Freeform 4109">
                <a:extLst>
                  <a:ext uri="{FF2B5EF4-FFF2-40B4-BE49-F238E27FC236}">
                    <a16:creationId xmlns:a16="http://schemas.microsoft.com/office/drawing/2014/main" id="{DD3FFBA4-156B-4294-A643-527EDFC50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1322"/>
                <a:ext cx="9" cy="15"/>
              </a:xfrm>
              <a:custGeom>
                <a:avLst/>
                <a:gdLst>
                  <a:gd name="T0" fmla="*/ 21 w 6"/>
                  <a:gd name="T1" fmla="*/ 0 h 10"/>
                  <a:gd name="T2" fmla="*/ 0 w 6"/>
                  <a:gd name="T3" fmla="*/ 3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5" y="4"/>
                      <a:pt x="4" y="8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85" name="Freeform 4110">
                <a:extLst>
                  <a:ext uri="{FF2B5EF4-FFF2-40B4-BE49-F238E27FC236}">
                    <a16:creationId xmlns:a16="http://schemas.microsoft.com/office/drawing/2014/main" id="{C93B30CC-4DDC-4E95-8E47-2EFE81939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1299"/>
                <a:ext cx="1" cy="22"/>
              </a:xfrm>
              <a:custGeom>
                <a:avLst/>
                <a:gdLst>
                  <a:gd name="T0" fmla="*/ 1 w 1"/>
                  <a:gd name="T1" fmla="*/ 47 h 15"/>
                  <a:gd name="T2" fmla="*/ 1 w 1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15"/>
                    </a:moveTo>
                    <a:cubicBezTo>
                      <a:pt x="0" y="10"/>
                      <a:pt x="0" y="5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86" name="Freeform 4111">
                <a:extLst>
                  <a:ext uri="{FF2B5EF4-FFF2-40B4-BE49-F238E27FC236}">
                    <a16:creationId xmlns:a16="http://schemas.microsoft.com/office/drawing/2014/main" id="{1C3C71CE-6711-45CF-9DB2-C42A8D457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300"/>
                <a:ext cx="7" cy="11"/>
              </a:xfrm>
              <a:custGeom>
                <a:avLst/>
                <a:gdLst>
                  <a:gd name="T0" fmla="*/ 0 w 5"/>
                  <a:gd name="T1" fmla="*/ 0 h 7"/>
                  <a:gd name="T2" fmla="*/ 14 w 5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3" y="1"/>
                      <a:pt x="5" y="4"/>
                      <a:pt x="5" y="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87" name="Freeform 4112">
                <a:extLst>
                  <a:ext uri="{FF2B5EF4-FFF2-40B4-BE49-F238E27FC236}">
                    <a16:creationId xmlns:a16="http://schemas.microsoft.com/office/drawing/2014/main" id="{AA958160-B8D6-49D8-86FE-DE8B6BE3C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308"/>
                <a:ext cx="3" cy="26"/>
              </a:xfrm>
              <a:custGeom>
                <a:avLst/>
                <a:gdLst>
                  <a:gd name="T0" fmla="*/ 0 w 2"/>
                  <a:gd name="T1" fmla="*/ 55 h 18"/>
                  <a:gd name="T2" fmla="*/ 5 w 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18"/>
                    </a:moveTo>
                    <a:cubicBezTo>
                      <a:pt x="1" y="12"/>
                      <a:pt x="2" y="6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88" name="Freeform 4113">
                <a:extLst>
                  <a:ext uri="{FF2B5EF4-FFF2-40B4-BE49-F238E27FC236}">
                    <a16:creationId xmlns:a16="http://schemas.microsoft.com/office/drawing/2014/main" id="{0C8BFCE3-D284-4AA8-A7E8-08D150784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309"/>
                <a:ext cx="14" cy="13"/>
              </a:xfrm>
              <a:custGeom>
                <a:avLst/>
                <a:gdLst>
                  <a:gd name="T0" fmla="*/ 0 w 10"/>
                  <a:gd name="T1" fmla="*/ 27 h 9"/>
                  <a:gd name="T2" fmla="*/ 28 w 10"/>
                  <a:gd name="T3" fmla="*/ 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9"/>
                    </a:moveTo>
                    <a:cubicBezTo>
                      <a:pt x="3" y="5"/>
                      <a:pt x="4" y="0"/>
                      <a:pt x="10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89" name="Freeform 4114">
                <a:extLst>
                  <a:ext uri="{FF2B5EF4-FFF2-40B4-BE49-F238E27FC236}">
                    <a16:creationId xmlns:a16="http://schemas.microsoft.com/office/drawing/2014/main" id="{8E3A4D4A-B5C7-44E1-96C4-DD6A7E14A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328"/>
                <a:ext cx="3" cy="26"/>
              </a:xfrm>
              <a:custGeom>
                <a:avLst/>
                <a:gdLst>
                  <a:gd name="T0" fmla="*/ 0 w 2"/>
                  <a:gd name="T1" fmla="*/ 0 h 18"/>
                  <a:gd name="T2" fmla="*/ 0 w 2"/>
                  <a:gd name="T3" fmla="*/ 5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cubicBezTo>
                      <a:pt x="2" y="6"/>
                      <a:pt x="1" y="13"/>
                      <a:pt x="0" y="1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90" name="Freeform 4115">
                <a:extLst>
                  <a:ext uri="{FF2B5EF4-FFF2-40B4-BE49-F238E27FC236}">
                    <a16:creationId xmlns:a16="http://schemas.microsoft.com/office/drawing/2014/main" id="{E76F4C5E-267B-4E41-9EE3-3BBDB4BA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344"/>
                <a:ext cx="6" cy="9"/>
              </a:xfrm>
              <a:custGeom>
                <a:avLst/>
                <a:gdLst>
                  <a:gd name="T0" fmla="*/ 0 w 4"/>
                  <a:gd name="T1" fmla="*/ 0 h 6"/>
                  <a:gd name="T2" fmla="*/ 14 w 4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3" y="4"/>
                      <a:pt x="4" y="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91" name="Freeform 4116">
                <a:extLst>
                  <a:ext uri="{FF2B5EF4-FFF2-40B4-BE49-F238E27FC236}">
                    <a16:creationId xmlns:a16="http://schemas.microsoft.com/office/drawing/2014/main" id="{6904DA85-FC1E-4BF6-94AE-481DEA62A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348"/>
                <a:ext cx="3" cy="21"/>
              </a:xfrm>
              <a:custGeom>
                <a:avLst/>
                <a:gdLst>
                  <a:gd name="T0" fmla="*/ 0 w 2"/>
                  <a:gd name="T1" fmla="*/ 0 h 14"/>
                  <a:gd name="T2" fmla="*/ 5 w 2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1" y="1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92" name="Freeform 4117">
                <a:extLst>
                  <a:ext uri="{FF2B5EF4-FFF2-40B4-BE49-F238E27FC236}">
                    <a16:creationId xmlns:a16="http://schemas.microsoft.com/office/drawing/2014/main" id="{F4A069E6-0A45-4C3A-92CA-8DBA7D760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1362"/>
                <a:ext cx="4" cy="10"/>
              </a:xfrm>
              <a:custGeom>
                <a:avLst/>
                <a:gdLst>
                  <a:gd name="T0" fmla="*/ 0 w 3"/>
                  <a:gd name="T1" fmla="*/ 0 h 7"/>
                  <a:gd name="T2" fmla="*/ 7 w 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0" y="3"/>
                      <a:pt x="2" y="5"/>
                      <a:pt x="3" y="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93" name="Freeform 4118">
                <a:extLst>
                  <a:ext uri="{FF2B5EF4-FFF2-40B4-BE49-F238E27FC236}">
                    <a16:creationId xmlns:a16="http://schemas.microsoft.com/office/drawing/2014/main" id="{0FEDB058-CA27-433C-B5EF-37ADAB677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4" y="1354"/>
                <a:ext cx="7" cy="26"/>
              </a:xfrm>
              <a:custGeom>
                <a:avLst/>
                <a:gdLst>
                  <a:gd name="T0" fmla="*/ 0 w 5"/>
                  <a:gd name="T1" fmla="*/ 0 h 18"/>
                  <a:gd name="T2" fmla="*/ 14 w 5"/>
                  <a:gd name="T3" fmla="*/ 5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cubicBezTo>
                      <a:pt x="2" y="6"/>
                      <a:pt x="3" y="14"/>
                      <a:pt x="5" y="1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94" name="Freeform 4119">
                <a:extLst>
                  <a:ext uri="{FF2B5EF4-FFF2-40B4-BE49-F238E27FC236}">
                    <a16:creationId xmlns:a16="http://schemas.microsoft.com/office/drawing/2014/main" id="{5E449018-92FA-4C4F-8ADF-79F4DC45A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4" y="1370"/>
                <a:ext cx="4" cy="10"/>
              </a:xfrm>
              <a:custGeom>
                <a:avLst/>
                <a:gdLst>
                  <a:gd name="T0" fmla="*/ 7 w 3"/>
                  <a:gd name="T1" fmla="*/ 0 h 7"/>
                  <a:gd name="T2" fmla="*/ 0 w 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95" name="Freeform 4120">
                <a:extLst>
                  <a:ext uri="{FF2B5EF4-FFF2-40B4-BE49-F238E27FC236}">
                    <a16:creationId xmlns:a16="http://schemas.microsoft.com/office/drawing/2014/main" id="{34123940-0051-4C20-9BA5-38C279843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013"/>
                <a:ext cx="852" cy="55"/>
              </a:xfrm>
              <a:custGeom>
                <a:avLst/>
                <a:gdLst>
                  <a:gd name="T0" fmla="*/ 0 w 618"/>
                  <a:gd name="T1" fmla="*/ 113 h 38"/>
                  <a:gd name="T2" fmla="*/ 57 w 618"/>
                  <a:gd name="T3" fmla="*/ 109 h 38"/>
                  <a:gd name="T4" fmla="*/ 110 w 618"/>
                  <a:gd name="T5" fmla="*/ 69 h 38"/>
                  <a:gd name="T6" fmla="*/ 234 w 618"/>
                  <a:gd name="T7" fmla="*/ 100 h 38"/>
                  <a:gd name="T8" fmla="*/ 332 w 618"/>
                  <a:gd name="T9" fmla="*/ 75 h 38"/>
                  <a:gd name="T10" fmla="*/ 381 w 618"/>
                  <a:gd name="T11" fmla="*/ 69 h 38"/>
                  <a:gd name="T12" fmla="*/ 407 w 618"/>
                  <a:gd name="T13" fmla="*/ 94 h 38"/>
                  <a:gd name="T14" fmla="*/ 487 w 618"/>
                  <a:gd name="T15" fmla="*/ 42 h 38"/>
                  <a:gd name="T16" fmla="*/ 618 w 618"/>
                  <a:gd name="T17" fmla="*/ 62 h 38"/>
                  <a:gd name="T18" fmla="*/ 728 w 618"/>
                  <a:gd name="T19" fmla="*/ 25 h 38"/>
                  <a:gd name="T20" fmla="*/ 864 w 618"/>
                  <a:gd name="T21" fmla="*/ 55 h 38"/>
                  <a:gd name="T22" fmla="*/ 949 w 618"/>
                  <a:gd name="T23" fmla="*/ 20 h 38"/>
                  <a:gd name="T24" fmla="*/ 1079 w 618"/>
                  <a:gd name="T25" fmla="*/ 69 h 38"/>
                  <a:gd name="T26" fmla="*/ 1199 w 618"/>
                  <a:gd name="T27" fmla="*/ 33 h 38"/>
                  <a:gd name="T28" fmla="*/ 1310 w 618"/>
                  <a:gd name="T29" fmla="*/ 67 h 38"/>
                  <a:gd name="T30" fmla="*/ 1381 w 618"/>
                  <a:gd name="T31" fmla="*/ 33 h 38"/>
                  <a:gd name="T32" fmla="*/ 1479 w 618"/>
                  <a:gd name="T33" fmla="*/ 29 h 38"/>
                  <a:gd name="T34" fmla="*/ 1522 w 618"/>
                  <a:gd name="T35" fmla="*/ 9 h 38"/>
                  <a:gd name="T36" fmla="*/ 1556 w 618"/>
                  <a:gd name="T37" fmla="*/ 29 h 38"/>
                  <a:gd name="T38" fmla="*/ 1620 w 618"/>
                  <a:gd name="T39" fmla="*/ 9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18" h="38">
                    <a:moveTo>
                      <a:pt x="0" y="37"/>
                    </a:moveTo>
                    <a:cubicBezTo>
                      <a:pt x="8" y="36"/>
                      <a:pt x="15" y="38"/>
                      <a:pt x="22" y="36"/>
                    </a:cubicBezTo>
                    <a:cubicBezTo>
                      <a:pt x="31" y="34"/>
                      <a:pt x="34" y="27"/>
                      <a:pt x="42" y="23"/>
                    </a:cubicBezTo>
                    <a:cubicBezTo>
                      <a:pt x="60" y="12"/>
                      <a:pt x="72" y="28"/>
                      <a:pt x="89" y="33"/>
                    </a:cubicBezTo>
                    <a:cubicBezTo>
                      <a:pt x="106" y="38"/>
                      <a:pt x="112" y="31"/>
                      <a:pt x="127" y="25"/>
                    </a:cubicBezTo>
                    <a:cubicBezTo>
                      <a:pt x="134" y="22"/>
                      <a:pt x="137" y="20"/>
                      <a:pt x="145" y="23"/>
                    </a:cubicBezTo>
                    <a:cubicBezTo>
                      <a:pt x="149" y="24"/>
                      <a:pt x="152" y="31"/>
                      <a:pt x="155" y="31"/>
                    </a:cubicBezTo>
                    <a:cubicBezTo>
                      <a:pt x="166" y="31"/>
                      <a:pt x="177" y="18"/>
                      <a:pt x="186" y="14"/>
                    </a:cubicBezTo>
                    <a:cubicBezTo>
                      <a:pt x="208" y="3"/>
                      <a:pt x="217" y="17"/>
                      <a:pt x="236" y="21"/>
                    </a:cubicBezTo>
                    <a:cubicBezTo>
                      <a:pt x="253" y="25"/>
                      <a:pt x="263" y="13"/>
                      <a:pt x="278" y="8"/>
                    </a:cubicBezTo>
                    <a:cubicBezTo>
                      <a:pt x="297" y="0"/>
                      <a:pt x="311" y="13"/>
                      <a:pt x="330" y="18"/>
                    </a:cubicBezTo>
                    <a:cubicBezTo>
                      <a:pt x="347" y="22"/>
                      <a:pt x="347" y="12"/>
                      <a:pt x="362" y="7"/>
                    </a:cubicBezTo>
                    <a:cubicBezTo>
                      <a:pt x="380" y="1"/>
                      <a:pt x="395" y="18"/>
                      <a:pt x="412" y="23"/>
                    </a:cubicBezTo>
                    <a:cubicBezTo>
                      <a:pt x="431" y="28"/>
                      <a:pt x="440" y="13"/>
                      <a:pt x="458" y="11"/>
                    </a:cubicBezTo>
                    <a:cubicBezTo>
                      <a:pt x="472" y="10"/>
                      <a:pt x="486" y="24"/>
                      <a:pt x="500" y="22"/>
                    </a:cubicBezTo>
                    <a:cubicBezTo>
                      <a:pt x="513" y="20"/>
                      <a:pt x="512" y="9"/>
                      <a:pt x="527" y="11"/>
                    </a:cubicBezTo>
                    <a:cubicBezTo>
                      <a:pt x="542" y="13"/>
                      <a:pt x="549" y="16"/>
                      <a:pt x="564" y="10"/>
                    </a:cubicBezTo>
                    <a:cubicBezTo>
                      <a:pt x="570" y="7"/>
                      <a:pt x="574" y="2"/>
                      <a:pt x="581" y="3"/>
                    </a:cubicBezTo>
                    <a:cubicBezTo>
                      <a:pt x="587" y="3"/>
                      <a:pt x="589" y="9"/>
                      <a:pt x="594" y="10"/>
                    </a:cubicBezTo>
                    <a:cubicBezTo>
                      <a:pt x="602" y="11"/>
                      <a:pt x="611" y="9"/>
                      <a:pt x="618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96" name="Freeform 4121">
                <a:extLst>
                  <a:ext uri="{FF2B5EF4-FFF2-40B4-BE49-F238E27FC236}">
                    <a16:creationId xmlns:a16="http://schemas.microsoft.com/office/drawing/2014/main" id="{EE6B1B02-34D3-4458-A3B5-9F35AC7DC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020"/>
                <a:ext cx="105" cy="44"/>
              </a:xfrm>
              <a:custGeom>
                <a:avLst/>
                <a:gdLst>
                  <a:gd name="T0" fmla="*/ 0 w 76"/>
                  <a:gd name="T1" fmla="*/ 38 h 30"/>
                  <a:gd name="T2" fmla="*/ 109 w 76"/>
                  <a:gd name="T3" fmla="*/ 63 h 30"/>
                  <a:gd name="T4" fmla="*/ 200 w 76"/>
                  <a:gd name="T5" fmla="*/ 7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30">
                    <a:moveTo>
                      <a:pt x="0" y="12"/>
                    </a:moveTo>
                    <a:cubicBezTo>
                      <a:pt x="10" y="0"/>
                      <a:pt x="31" y="14"/>
                      <a:pt x="41" y="20"/>
                    </a:cubicBezTo>
                    <a:cubicBezTo>
                      <a:pt x="57" y="30"/>
                      <a:pt x="58" y="28"/>
                      <a:pt x="76" y="2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97" name="Freeform 4122">
                <a:extLst>
                  <a:ext uri="{FF2B5EF4-FFF2-40B4-BE49-F238E27FC236}">
                    <a16:creationId xmlns:a16="http://schemas.microsoft.com/office/drawing/2014/main" id="{AD3525C8-1562-4CB7-B71D-96B14F433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042"/>
                <a:ext cx="312" cy="35"/>
              </a:xfrm>
              <a:custGeom>
                <a:avLst/>
                <a:gdLst>
                  <a:gd name="T0" fmla="*/ 0 w 226"/>
                  <a:gd name="T1" fmla="*/ 13 h 24"/>
                  <a:gd name="T2" fmla="*/ 104 w 226"/>
                  <a:gd name="T3" fmla="*/ 34 h 24"/>
                  <a:gd name="T4" fmla="*/ 166 w 226"/>
                  <a:gd name="T5" fmla="*/ 1 h 24"/>
                  <a:gd name="T6" fmla="*/ 210 w 226"/>
                  <a:gd name="T7" fmla="*/ 38 h 24"/>
                  <a:gd name="T8" fmla="*/ 300 w 226"/>
                  <a:gd name="T9" fmla="*/ 28 h 24"/>
                  <a:gd name="T10" fmla="*/ 402 w 226"/>
                  <a:gd name="T11" fmla="*/ 50 h 24"/>
                  <a:gd name="T12" fmla="*/ 476 w 226"/>
                  <a:gd name="T13" fmla="*/ 50 h 24"/>
                  <a:gd name="T14" fmla="*/ 595 w 226"/>
                  <a:gd name="T15" fmla="*/ 74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6" h="24">
                    <a:moveTo>
                      <a:pt x="0" y="4"/>
                    </a:moveTo>
                    <a:cubicBezTo>
                      <a:pt x="12" y="10"/>
                      <a:pt x="26" y="14"/>
                      <a:pt x="39" y="11"/>
                    </a:cubicBezTo>
                    <a:cubicBezTo>
                      <a:pt x="46" y="10"/>
                      <a:pt x="58" y="0"/>
                      <a:pt x="63" y="1"/>
                    </a:cubicBezTo>
                    <a:cubicBezTo>
                      <a:pt x="69" y="1"/>
                      <a:pt x="74" y="10"/>
                      <a:pt x="80" y="12"/>
                    </a:cubicBezTo>
                    <a:cubicBezTo>
                      <a:pt x="93" y="18"/>
                      <a:pt x="102" y="11"/>
                      <a:pt x="114" y="9"/>
                    </a:cubicBezTo>
                    <a:cubicBezTo>
                      <a:pt x="127" y="8"/>
                      <a:pt x="141" y="12"/>
                      <a:pt x="153" y="16"/>
                    </a:cubicBezTo>
                    <a:cubicBezTo>
                      <a:pt x="167" y="21"/>
                      <a:pt x="167" y="22"/>
                      <a:pt x="181" y="16"/>
                    </a:cubicBezTo>
                    <a:cubicBezTo>
                      <a:pt x="195" y="10"/>
                      <a:pt x="217" y="7"/>
                      <a:pt x="226" y="2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98" name="Freeform 4123">
                <a:extLst>
                  <a:ext uri="{FF2B5EF4-FFF2-40B4-BE49-F238E27FC236}">
                    <a16:creationId xmlns:a16="http://schemas.microsoft.com/office/drawing/2014/main" id="{6CB1F15C-B452-42AE-B3F0-38B529955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035"/>
                <a:ext cx="77" cy="12"/>
              </a:xfrm>
              <a:custGeom>
                <a:avLst/>
                <a:gdLst>
                  <a:gd name="T0" fmla="*/ 0 w 56"/>
                  <a:gd name="T1" fmla="*/ 0 h 8"/>
                  <a:gd name="T2" fmla="*/ 146 w 56"/>
                  <a:gd name="T3" fmla="*/ 1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8">
                    <a:moveTo>
                      <a:pt x="0" y="0"/>
                    </a:moveTo>
                    <a:cubicBezTo>
                      <a:pt x="20" y="8"/>
                      <a:pt x="36" y="7"/>
                      <a:pt x="56" y="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99" name="Freeform 4124">
                <a:extLst>
                  <a:ext uri="{FF2B5EF4-FFF2-40B4-BE49-F238E27FC236}">
                    <a16:creationId xmlns:a16="http://schemas.microsoft.com/office/drawing/2014/main" id="{9C7DEAA7-CCC1-4E81-B6CF-BB42D6B9D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042"/>
                <a:ext cx="314" cy="37"/>
              </a:xfrm>
              <a:custGeom>
                <a:avLst/>
                <a:gdLst>
                  <a:gd name="T0" fmla="*/ 0 w 228"/>
                  <a:gd name="T1" fmla="*/ 1 h 25"/>
                  <a:gd name="T2" fmla="*/ 154 w 228"/>
                  <a:gd name="T3" fmla="*/ 15 h 25"/>
                  <a:gd name="T4" fmla="*/ 208 w 228"/>
                  <a:gd name="T5" fmla="*/ 46 h 25"/>
                  <a:gd name="T6" fmla="*/ 313 w 228"/>
                  <a:gd name="T7" fmla="*/ 22 h 25"/>
                  <a:gd name="T8" fmla="*/ 393 w 228"/>
                  <a:gd name="T9" fmla="*/ 40 h 25"/>
                  <a:gd name="T10" fmla="*/ 457 w 228"/>
                  <a:gd name="T11" fmla="*/ 1 h 25"/>
                  <a:gd name="T12" fmla="*/ 562 w 228"/>
                  <a:gd name="T13" fmla="*/ 27 h 25"/>
                  <a:gd name="T14" fmla="*/ 595 w 228"/>
                  <a:gd name="T15" fmla="*/ 8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8" h="25">
                    <a:moveTo>
                      <a:pt x="0" y="1"/>
                    </a:moveTo>
                    <a:cubicBezTo>
                      <a:pt x="17" y="20"/>
                      <a:pt x="43" y="0"/>
                      <a:pt x="59" y="5"/>
                    </a:cubicBezTo>
                    <a:cubicBezTo>
                      <a:pt x="69" y="9"/>
                      <a:pt x="67" y="15"/>
                      <a:pt x="80" y="14"/>
                    </a:cubicBezTo>
                    <a:cubicBezTo>
                      <a:pt x="94" y="12"/>
                      <a:pt x="105" y="6"/>
                      <a:pt x="120" y="7"/>
                    </a:cubicBezTo>
                    <a:cubicBezTo>
                      <a:pt x="130" y="8"/>
                      <a:pt x="139" y="12"/>
                      <a:pt x="150" y="12"/>
                    </a:cubicBezTo>
                    <a:cubicBezTo>
                      <a:pt x="161" y="12"/>
                      <a:pt x="164" y="4"/>
                      <a:pt x="175" y="1"/>
                    </a:cubicBezTo>
                    <a:cubicBezTo>
                      <a:pt x="183" y="0"/>
                      <a:pt x="207" y="4"/>
                      <a:pt x="215" y="8"/>
                    </a:cubicBezTo>
                    <a:cubicBezTo>
                      <a:pt x="226" y="13"/>
                      <a:pt x="222" y="15"/>
                      <a:pt x="228" y="2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00" name="Freeform 4125">
                <a:extLst>
                  <a:ext uri="{FF2B5EF4-FFF2-40B4-BE49-F238E27FC236}">
                    <a16:creationId xmlns:a16="http://schemas.microsoft.com/office/drawing/2014/main" id="{BBA9DDBD-2072-407C-8B71-8E01CAA6E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022"/>
                <a:ext cx="64" cy="20"/>
              </a:xfrm>
              <a:custGeom>
                <a:avLst/>
                <a:gdLst>
                  <a:gd name="T0" fmla="*/ 0 w 46"/>
                  <a:gd name="T1" fmla="*/ 41 h 14"/>
                  <a:gd name="T2" fmla="*/ 124 w 46"/>
                  <a:gd name="T3" fmla="*/ 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">
                    <a:moveTo>
                      <a:pt x="0" y="14"/>
                    </a:moveTo>
                    <a:cubicBezTo>
                      <a:pt x="16" y="0"/>
                      <a:pt x="27" y="3"/>
                      <a:pt x="46" y="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01" name="Freeform 4126">
                <a:extLst>
                  <a:ext uri="{FF2B5EF4-FFF2-40B4-BE49-F238E27FC236}">
                    <a16:creationId xmlns:a16="http://schemas.microsoft.com/office/drawing/2014/main" id="{7F4DA2EC-C8F1-49C9-AC62-5131FCC2F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019"/>
                <a:ext cx="88" cy="28"/>
              </a:xfrm>
              <a:custGeom>
                <a:avLst/>
                <a:gdLst>
                  <a:gd name="T0" fmla="*/ 0 w 64"/>
                  <a:gd name="T1" fmla="*/ 52 h 19"/>
                  <a:gd name="T2" fmla="*/ 110 w 64"/>
                  <a:gd name="T3" fmla="*/ 59 h 19"/>
                  <a:gd name="T4" fmla="*/ 166 w 6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9">
                    <a:moveTo>
                      <a:pt x="0" y="16"/>
                    </a:moveTo>
                    <a:cubicBezTo>
                      <a:pt x="12" y="3"/>
                      <a:pt x="29" y="19"/>
                      <a:pt x="42" y="18"/>
                    </a:cubicBezTo>
                    <a:cubicBezTo>
                      <a:pt x="51" y="18"/>
                      <a:pt x="62" y="6"/>
                      <a:pt x="6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02" name="Freeform 4127">
                <a:extLst>
                  <a:ext uri="{FF2B5EF4-FFF2-40B4-BE49-F238E27FC236}">
                    <a16:creationId xmlns:a16="http://schemas.microsoft.com/office/drawing/2014/main" id="{D814E5BB-049B-44FB-86AE-96FBB75E1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019"/>
                <a:ext cx="56" cy="16"/>
              </a:xfrm>
              <a:custGeom>
                <a:avLst/>
                <a:gdLst>
                  <a:gd name="T0" fmla="*/ 0 w 41"/>
                  <a:gd name="T1" fmla="*/ 33 h 11"/>
                  <a:gd name="T2" fmla="*/ 104 w 41"/>
                  <a:gd name="T3" fmla="*/ 1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1">
                    <a:moveTo>
                      <a:pt x="0" y="11"/>
                    </a:moveTo>
                    <a:cubicBezTo>
                      <a:pt x="10" y="3"/>
                      <a:pt x="33" y="0"/>
                      <a:pt x="41" y="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03" name="Freeform 4128">
                <a:extLst>
                  <a:ext uri="{FF2B5EF4-FFF2-40B4-BE49-F238E27FC236}">
                    <a16:creationId xmlns:a16="http://schemas.microsoft.com/office/drawing/2014/main" id="{A92083BE-1E08-445D-98FD-74E5A488C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058"/>
                <a:ext cx="65" cy="31"/>
              </a:xfrm>
              <a:custGeom>
                <a:avLst/>
                <a:gdLst>
                  <a:gd name="T0" fmla="*/ 0 w 47"/>
                  <a:gd name="T1" fmla="*/ 6 h 21"/>
                  <a:gd name="T2" fmla="*/ 124 w 47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1">
                    <a:moveTo>
                      <a:pt x="0" y="2"/>
                    </a:moveTo>
                    <a:cubicBezTo>
                      <a:pt x="14" y="21"/>
                      <a:pt x="33" y="9"/>
                      <a:pt x="47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04" name="Freeform 4129">
                <a:extLst>
                  <a:ext uri="{FF2B5EF4-FFF2-40B4-BE49-F238E27FC236}">
                    <a16:creationId xmlns:a16="http://schemas.microsoft.com/office/drawing/2014/main" id="{B53E1A67-E6DC-4D4A-807D-7FFD3A08A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007"/>
                <a:ext cx="61" cy="28"/>
              </a:xfrm>
              <a:custGeom>
                <a:avLst/>
                <a:gdLst>
                  <a:gd name="T0" fmla="*/ 0 w 44"/>
                  <a:gd name="T1" fmla="*/ 47 h 19"/>
                  <a:gd name="T2" fmla="*/ 118 w 44"/>
                  <a:gd name="T3" fmla="*/ 6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9">
                    <a:moveTo>
                      <a:pt x="0" y="15"/>
                    </a:moveTo>
                    <a:cubicBezTo>
                      <a:pt x="14" y="0"/>
                      <a:pt x="30" y="12"/>
                      <a:pt x="44" y="19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05" name="Freeform 4130">
                <a:extLst>
                  <a:ext uri="{FF2B5EF4-FFF2-40B4-BE49-F238E27FC236}">
                    <a16:creationId xmlns:a16="http://schemas.microsoft.com/office/drawing/2014/main" id="{F75EAEB1-59C0-4EA2-B6BA-AD92D085D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32"/>
                <a:ext cx="75" cy="13"/>
              </a:xfrm>
              <a:custGeom>
                <a:avLst/>
                <a:gdLst>
                  <a:gd name="T0" fmla="*/ 0 w 55"/>
                  <a:gd name="T1" fmla="*/ 9 h 9"/>
                  <a:gd name="T2" fmla="*/ 139 w 5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9">
                    <a:moveTo>
                      <a:pt x="0" y="3"/>
                    </a:moveTo>
                    <a:cubicBezTo>
                      <a:pt x="20" y="6"/>
                      <a:pt x="38" y="9"/>
                      <a:pt x="55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06" name="Freeform 4131">
                <a:extLst>
                  <a:ext uri="{FF2B5EF4-FFF2-40B4-BE49-F238E27FC236}">
                    <a16:creationId xmlns:a16="http://schemas.microsoft.com/office/drawing/2014/main" id="{733E6C9E-ACFC-4A56-917C-052A73023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007"/>
                <a:ext cx="75" cy="24"/>
              </a:xfrm>
              <a:custGeom>
                <a:avLst/>
                <a:gdLst>
                  <a:gd name="T0" fmla="*/ 0 w 54"/>
                  <a:gd name="T1" fmla="*/ 45 h 16"/>
                  <a:gd name="T2" fmla="*/ 144 w 54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6">
                    <a:moveTo>
                      <a:pt x="0" y="13"/>
                    </a:moveTo>
                    <a:cubicBezTo>
                      <a:pt x="17" y="0"/>
                      <a:pt x="37" y="11"/>
                      <a:pt x="54" y="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07" name="Freeform 4132">
                <a:extLst>
                  <a:ext uri="{FF2B5EF4-FFF2-40B4-BE49-F238E27FC236}">
                    <a16:creationId xmlns:a16="http://schemas.microsoft.com/office/drawing/2014/main" id="{CF24C1E3-4A3E-4429-BB2A-7B359866F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060"/>
                <a:ext cx="60" cy="22"/>
              </a:xfrm>
              <a:custGeom>
                <a:avLst/>
                <a:gdLst>
                  <a:gd name="T0" fmla="*/ 0 w 43"/>
                  <a:gd name="T1" fmla="*/ 0 h 15"/>
                  <a:gd name="T2" fmla="*/ 117 w 43"/>
                  <a:gd name="T3" fmla="*/ 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0"/>
                    </a:moveTo>
                    <a:cubicBezTo>
                      <a:pt x="19" y="15"/>
                      <a:pt x="25" y="8"/>
                      <a:pt x="43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08" name="Freeform 4133">
                <a:extLst>
                  <a:ext uri="{FF2B5EF4-FFF2-40B4-BE49-F238E27FC236}">
                    <a16:creationId xmlns:a16="http://schemas.microsoft.com/office/drawing/2014/main" id="{D7394282-EF88-4E26-94D2-8E0F3505F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063"/>
                <a:ext cx="80" cy="17"/>
              </a:xfrm>
              <a:custGeom>
                <a:avLst/>
                <a:gdLst>
                  <a:gd name="T0" fmla="*/ 0 w 58"/>
                  <a:gd name="T1" fmla="*/ 1 h 12"/>
                  <a:gd name="T2" fmla="*/ 63 w 58"/>
                  <a:gd name="T3" fmla="*/ 28 h 12"/>
                  <a:gd name="T4" fmla="*/ 152 w 58"/>
                  <a:gd name="T5" fmla="*/ 1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2">
                    <a:moveTo>
                      <a:pt x="0" y="1"/>
                    </a:moveTo>
                    <a:cubicBezTo>
                      <a:pt x="3" y="0"/>
                      <a:pt x="16" y="9"/>
                      <a:pt x="24" y="10"/>
                    </a:cubicBezTo>
                    <a:cubicBezTo>
                      <a:pt x="35" y="12"/>
                      <a:pt x="46" y="8"/>
                      <a:pt x="58" y="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09" name="Freeform 4134">
                <a:extLst>
                  <a:ext uri="{FF2B5EF4-FFF2-40B4-BE49-F238E27FC236}">
                    <a16:creationId xmlns:a16="http://schemas.microsoft.com/office/drawing/2014/main" id="{520FDB9A-1E9A-4283-9CDF-A10FCB99C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052"/>
                <a:ext cx="76" cy="25"/>
              </a:xfrm>
              <a:custGeom>
                <a:avLst/>
                <a:gdLst>
                  <a:gd name="T0" fmla="*/ 1 w 55"/>
                  <a:gd name="T1" fmla="*/ 26 h 17"/>
                  <a:gd name="T2" fmla="*/ 0 w 55"/>
                  <a:gd name="T3" fmla="*/ 13 h 17"/>
                  <a:gd name="T4" fmla="*/ 84 w 55"/>
                  <a:gd name="T5" fmla="*/ 15 h 17"/>
                  <a:gd name="T6" fmla="*/ 145 w 55"/>
                  <a:gd name="T7" fmla="*/ 5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7">
                    <a:moveTo>
                      <a:pt x="1" y="8"/>
                    </a:moveTo>
                    <a:cubicBezTo>
                      <a:pt x="0" y="7"/>
                      <a:pt x="0" y="6"/>
                      <a:pt x="0" y="4"/>
                    </a:cubicBezTo>
                    <a:cubicBezTo>
                      <a:pt x="11" y="0"/>
                      <a:pt x="22" y="1"/>
                      <a:pt x="32" y="5"/>
                    </a:cubicBezTo>
                    <a:cubicBezTo>
                      <a:pt x="40" y="8"/>
                      <a:pt x="47" y="16"/>
                      <a:pt x="55" y="1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10" name="Freeform 4135">
                <a:extLst>
                  <a:ext uri="{FF2B5EF4-FFF2-40B4-BE49-F238E27FC236}">
                    <a16:creationId xmlns:a16="http://schemas.microsoft.com/office/drawing/2014/main" id="{E3EC4C24-B9FA-46B9-A3B6-0E6ACD265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058"/>
                <a:ext cx="66" cy="26"/>
              </a:xfrm>
              <a:custGeom>
                <a:avLst/>
                <a:gdLst>
                  <a:gd name="T0" fmla="*/ 0 w 48"/>
                  <a:gd name="T1" fmla="*/ 0 h 18"/>
                  <a:gd name="T2" fmla="*/ 125 w 48"/>
                  <a:gd name="T3" fmla="*/ 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13" y="13"/>
                      <a:pt x="35" y="18"/>
                      <a:pt x="48" y="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11" name="Freeform 4136">
                <a:extLst>
                  <a:ext uri="{FF2B5EF4-FFF2-40B4-BE49-F238E27FC236}">
                    <a16:creationId xmlns:a16="http://schemas.microsoft.com/office/drawing/2014/main" id="{097CCCA3-49C2-416B-8B64-E5FA2B6F5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61"/>
                <a:ext cx="83" cy="26"/>
              </a:xfrm>
              <a:custGeom>
                <a:avLst/>
                <a:gdLst>
                  <a:gd name="T0" fmla="*/ 0 w 60"/>
                  <a:gd name="T1" fmla="*/ 0 h 18"/>
                  <a:gd name="T2" fmla="*/ 159 w 60"/>
                  <a:gd name="T3" fmla="*/ 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8">
                    <a:moveTo>
                      <a:pt x="0" y="0"/>
                    </a:moveTo>
                    <a:cubicBezTo>
                      <a:pt x="9" y="16"/>
                      <a:pt x="55" y="18"/>
                      <a:pt x="60" y="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12" name="Freeform 4137">
                <a:extLst>
                  <a:ext uri="{FF2B5EF4-FFF2-40B4-BE49-F238E27FC236}">
                    <a16:creationId xmlns:a16="http://schemas.microsoft.com/office/drawing/2014/main" id="{CE349A40-FD2F-4763-9224-5C965E8C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060"/>
                <a:ext cx="92" cy="16"/>
              </a:xfrm>
              <a:custGeom>
                <a:avLst/>
                <a:gdLst>
                  <a:gd name="T0" fmla="*/ 0 w 67"/>
                  <a:gd name="T1" fmla="*/ 0 h 11"/>
                  <a:gd name="T2" fmla="*/ 173 w 67"/>
                  <a:gd name="T3" fmla="*/ 1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1">
                    <a:moveTo>
                      <a:pt x="0" y="0"/>
                    </a:moveTo>
                    <a:cubicBezTo>
                      <a:pt x="23" y="10"/>
                      <a:pt x="43" y="11"/>
                      <a:pt x="67" y="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13" name="Freeform 4138">
                <a:extLst>
                  <a:ext uri="{FF2B5EF4-FFF2-40B4-BE49-F238E27FC236}">
                    <a16:creationId xmlns:a16="http://schemas.microsoft.com/office/drawing/2014/main" id="{2DB8150C-249B-4F8F-828E-93EE9C3C1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029"/>
                <a:ext cx="55" cy="13"/>
              </a:xfrm>
              <a:custGeom>
                <a:avLst/>
                <a:gdLst>
                  <a:gd name="T0" fmla="*/ 0 w 40"/>
                  <a:gd name="T1" fmla="*/ 6 h 9"/>
                  <a:gd name="T2" fmla="*/ 105 w 4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9">
                    <a:moveTo>
                      <a:pt x="0" y="2"/>
                    </a:moveTo>
                    <a:cubicBezTo>
                      <a:pt x="15" y="7"/>
                      <a:pt x="25" y="9"/>
                      <a:pt x="4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14" name="Freeform 4139">
                <a:extLst>
                  <a:ext uri="{FF2B5EF4-FFF2-40B4-BE49-F238E27FC236}">
                    <a16:creationId xmlns:a16="http://schemas.microsoft.com/office/drawing/2014/main" id="{95837B94-056B-4508-AA57-916B8C651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002"/>
                <a:ext cx="74" cy="33"/>
              </a:xfrm>
              <a:custGeom>
                <a:avLst/>
                <a:gdLst>
                  <a:gd name="T0" fmla="*/ 0 w 54"/>
                  <a:gd name="T1" fmla="*/ 56 h 23"/>
                  <a:gd name="T2" fmla="*/ 138 w 54"/>
                  <a:gd name="T3" fmla="*/ 6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3">
                    <a:moveTo>
                      <a:pt x="0" y="19"/>
                    </a:moveTo>
                    <a:cubicBezTo>
                      <a:pt x="5" y="0"/>
                      <a:pt x="43" y="19"/>
                      <a:pt x="54" y="2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15" name="Freeform 4140">
                <a:extLst>
                  <a:ext uri="{FF2B5EF4-FFF2-40B4-BE49-F238E27FC236}">
                    <a16:creationId xmlns:a16="http://schemas.microsoft.com/office/drawing/2014/main" id="{6435F2F4-0C74-4589-B16B-DD37E6F04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013"/>
                <a:ext cx="645" cy="55"/>
              </a:xfrm>
              <a:custGeom>
                <a:avLst/>
                <a:gdLst>
                  <a:gd name="T0" fmla="*/ 0 w 468"/>
                  <a:gd name="T1" fmla="*/ 97 h 38"/>
                  <a:gd name="T2" fmla="*/ 84 w 468"/>
                  <a:gd name="T3" fmla="*/ 109 h 38"/>
                  <a:gd name="T4" fmla="*/ 136 w 468"/>
                  <a:gd name="T5" fmla="*/ 69 h 38"/>
                  <a:gd name="T6" fmla="*/ 258 w 468"/>
                  <a:gd name="T7" fmla="*/ 100 h 38"/>
                  <a:gd name="T8" fmla="*/ 358 w 468"/>
                  <a:gd name="T9" fmla="*/ 75 h 38"/>
                  <a:gd name="T10" fmla="*/ 407 w 468"/>
                  <a:gd name="T11" fmla="*/ 69 h 38"/>
                  <a:gd name="T12" fmla="*/ 431 w 468"/>
                  <a:gd name="T13" fmla="*/ 94 h 38"/>
                  <a:gd name="T14" fmla="*/ 513 w 468"/>
                  <a:gd name="T15" fmla="*/ 42 h 38"/>
                  <a:gd name="T16" fmla="*/ 644 w 468"/>
                  <a:gd name="T17" fmla="*/ 62 h 38"/>
                  <a:gd name="T18" fmla="*/ 754 w 468"/>
                  <a:gd name="T19" fmla="*/ 25 h 38"/>
                  <a:gd name="T20" fmla="*/ 890 w 468"/>
                  <a:gd name="T21" fmla="*/ 55 h 38"/>
                  <a:gd name="T22" fmla="*/ 974 w 468"/>
                  <a:gd name="T23" fmla="*/ 20 h 38"/>
                  <a:gd name="T24" fmla="*/ 1105 w 468"/>
                  <a:gd name="T25" fmla="*/ 69 h 38"/>
                  <a:gd name="T26" fmla="*/ 1225 w 468"/>
                  <a:gd name="T27" fmla="*/ 33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8" h="38">
                    <a:moveTo>
                      <a:pt x="0" y="32"/>
                    </a:moveTo>
                    <a:cubicBezTo>
                      <a:pt x="7" y="31"/>
                      <a:pt x="25" y="38"/>
                      <a:pt x="32" y="36"/>
                    </a:cubicBezTo>
                    <a:cubicBezTo>
                      <a:pt x="41" y="34"/>
                      <a:pt x="44" y="27"/>
                      <a:pt x="52" y="23"/>
                    </a:cubicBezTo>
                    <a:cubicBezTo>
                      <a:pt x="70" y="12"/>
                      <a:pt x="82" y="28"/>
                      <a:pt x="99" y="33"/>
                    </a:cubicBezTo>
                    <a:cubicBezTo>
                      <a:pt x="116" y="38"/>
                      <a:pt x="122" y="31"/>
                      <a:pt x="137" y="25"/>
                    </a:cubicBezTo>
                    <a:cubicBezTo>
                      <a:pt x="144" y="22"/>
                      <a:pt x="147" y="20"/>
                      <a:pt x="155" y="23"/>
                    </a:cubicBezTo>
                    <a:cubicBezTo>
                      <a:pt x="159" y="24"/>
                      <a:pt x="162" y="31"/>
                      <a:pt x="165" y="31"/>
                    </a:cubicBezTo>
                    <a:cubicBezTo>
                      <a:pt x="176" y="31"/>
                      <a:pt x="187" y="18"/>
                      <a:pt x="196" y="14"/>
                    </a:cubicBezTo>
                    <a:cubicBezTo>
                      <a:pt x="218" y="3"/>
                      <a:pt x="227" y="17"/>
                      <a:pt x="246" y="21"/>
                    </a:cubicBezTo>
                    <a:cubicBezTo>
                      <a:pt x="263" y="25"/>
                      <a:pt x="273" y="13"/>
                      <a:pt x="288" y="8"/>
                    </a:cubicBezTo>
                    <a:cubicBezTo>
                      <a:pt x="307" y="0"/>
                      <a:pt x="321" y="13"/>
                      <a:pt x="340" y="18"/>
                    </a:cubicBezTo>
                    <a:cubicBezTo>
                      <a:pt x="357" y="22"/>
                      <a:pt x="357" y="12"/>
                      <a:pt x="372" y="7"/>
                    </a:cubicBezTo>
                    <a:cubicBezTo>
                      <a:pt x="390" y="1"/>
                      <a:pt x="405" y="18"/>
                      <a:pt x="422" y="23"/>
                    </a:cubicBezTo>
                    <a:cubicBezTo>
                      <a:pt x="441" y="28"/>
                      <a:pt x="450" y="13"/>
                      <a:pt x="468" y="1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16" name="Freeform 4141">
                <a:extLst>
                  <a:ext uri="{FF2B5EF4-FFF2-40B4-BE49-F238E27FC236}">
                    <a16:creationId xmlns:a16="http://schemas.microsoft.com/office/drawing/2014/main" id="{86893F49-8824-488E-B0DA-65BE68A02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020"/>
                <a:ext cx="120" cy="44"/>
              </a:xfrm>
              <a:custGeom>
                <a:avLst/>
                <a:gdLst>
                  <a:gd name="T0" fmla="*/ 0 w 87"/>
                  <a:gd name="T1" fmla="*/ 38 h 30"/>
                  <a:gd name="T2" fmla="*/ 137 w 87"/>
                  <a:gd name="T3" fmla="*/ 63 h 30"/>
                  <a:gd name="T4" fmla="*/ 229 w 87"/>
                  <a:gd name="T5" fmla="*/ 7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30">
                    <a:moveTo>
                      <a:pt x="0" y="12"/>
                    </a:moveTo>
                    <a:cubicBezTo>
                      <a:pt x="11" y="0"/>
                      <a:pt x="42" y="14"/>
                      <a:pt x="52" y="20"/>
                    </a:cubicBezTo>
                    <a:cubicBezTo>
                      <a:pt x="68" y="30"/>
                      <a:pt x="69" y="28"/>
                      <a:pt x="87" y="2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17" name="Freeform 4142">
                <a:extLst>
                  <a:ext uri="{FF2B5EF4-FFF2-40B4-BE49-F238E27FC236}">
                    <a16:creationId xmlns:a16="http://schemas.microsoft.com/office/drawing/2014/main" id="{931D4867-1AD1-4066-A958-175CAD7B6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042"/>
                <a:ext cx="311" cy="35"/>
              </a:xfrm>
              <a:custGeom>
                <a:avLst/>
                <a:gdLst>
                  <a:gd name="T0" fmla="*/ 0 w 226"/>
                  <a:gd name="T1" fmla="*/ 13 h 24"/>
                  <a:gd name="T2" fmla="*/ 102 w 226"/>
                  <a:gd name="T3" fmla="*/ 34 h 24"/>
                  <a:gd name="T4" fmla="*/ 165 w 226"/>
                  <a:gd name="T5" fmla="*/ 1 h 24"/>
                  <a:gd name="T6" fmla="*/ 208 w 226"/>
                  <a:gd name="T7" fmla="*/ 38 h 24"/>
                  <a:gd name="T8" fmla="*/ 297 w 226"/>
                  <a:gd name="T9" fmla="*/ 28 h 24"/>
                  <a:gd name="T10" fmla="*/ 399 w 226"/>
                  <a:gd name="T11" fmla="*/ 50 h 24"/>
                  <a:gd name="T12" fmla="*/ 472 w 226"/>
                  <a:gd name="T13" fmla="*/ 50 h 24"/>
                  <a:gd name="T14" fmla="*/ 589 w 226"/>
                  <a:gd name="T15" fmla="*/ 74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6" h="24">
                    <a:moveTo>
                      <a:pt x="0" y="4"/>
                    </a:moveTo>
                    <a:cubicBezTo>
                      <a:pt x="12" y="10"/>
                      <a:pt x="26" y="14"/>
                      <a:pt x="39" y="11"/>
                    </a:cubicBezTo>
                    <a:cubicBezTo>
                      <a:pt x="46" y="10"/>
                      <a:pt x="58" y="0"/>
                      <a:pt x="63" y="1"/>
                    </a:cubicBezTo>
                    <a:cubicBezTo>
                      <a:pt x="69" y="1"/>
                      <a:pt x="74" y="10"/>
                      <a:pt x="80" y="12"/>
                    </a:cubicBezTo>
                    <a:cubicBezTo>
                      <a:pt x="93" y="18"/>
                      <a:pt x="102" y="11"/>
                      <a:pt x="114" y="9"/>
                    </a:cubicBezTo>
                    <a:cubicBezTo>
                      <a:pt x="127" y="8"/>
                      <a:pt x="141" y="12"/>
                      <a:pt x="153" y="16"/>
                    </a:cubicBezTo>
                    <a:cubicBezTo>
                      <a:pt x="167" y="21"/>
                      <a:pt x="167" y="22"/>
                      <a:pt x="181" y="16"/>
                    </a:cubicBezTo>
                    <a:cubicBezTo>
                      <a:pt x="195" y="10"/>
                      <a:pt x="217" y="7"/>
                      <a:pt x="226" y="2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18" name="Freeform 4143">
                <a:extLst>
                  <a:ext uri="{FF2B5EF4-FFF2-40B4-BE49-F238E27FC236}">
                    <a16:creationId xmlns:a16="http://schemas.microsoft.com/office/drawing/2014/main" id="{D47C2D2F-26BA-42A9-B428-82230DAE6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2035"/>
                <a:ext cx="77" cy="12"/>
              </a:xfrm>
              <a:custGeom>
                <a:avLst/>
                <a:gdLst>
                  <a:gd name="T0" fmla="*/ 0 w 56"/>
                  <a:gd name="T1" fmla="*/ 0 h 8"/>
                  <a:gd name="T2" fmla="*/ 146 w 56"/>
                  <a:gd name="T3" fmla="*/ 1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8">
                    <a:moveTo>
                      <a:pt x="0" y="0"/>
                    </a:moveTo>
                    <a:cubicBezTo>
                      <a:pt x="20" y="8"/>
                      <a:pt x="36" y="7"/>
                      <a:pt x="56" y="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19" name="Line 4144">
                <a:extLst>
                  <a:ext uri="{FF2B5EF4-FFF2-40B4-BE49-F238E27FC236}">
                    <a16:creationId xmlns:a16="http://schemas.microsoft.com/office/drawing/2014/main" id="{28B2E85E-B102-43D3-A922-4B922B2767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42" y="2044"/>
                <a:ext cx="1" cy="1"/>
              </a:xfrm>
              <a:prstGeom prst="line">
                <a:avLst/>
              </a:prstGeom>
              <a:noFill/>
              <a:ln w="31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20" name="Freeform 4145">
                <a:extLst>
                  <a:ext uri="{FF2B5EF4-FFF2-40B4-BE49-F238E27FC236}">
                    <a16:creationId xmlns:a16="http://schemas.microsoft.com/office/drawing/2014/main" id="{70472957-8710-43D2-9C6E-EF64372BA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22"/>
                <a:ext cx="63" cy="20"/>
              </a:xfrm>
              <a:custGeom>
                <a:avLst/>
                <a:gdLst>
                  <a:gd name="T0" fmla="*/ 0 w 46"/>
                  <a:gd name="T1" fmla="*/ 41 h 14"/>
                  <a:gd name="T2" fmla="*/ 118 w 46"/>
                  <a:gd name="T3" fmla="*/ 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">
                    <a:moveTo>
                      <a:pt x="0" y="14"/>
                    </a:moveTo>
                    <a:cubicBezTo>
                      <a:pt x="16" y="0"/>
                      <a:pt x="27" y="3"/>
                      <a:pt x="46" y="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21" name="Freeform 4146">
                <a:extLst>
                  <a:ext uri="{FF2B5EF4-FFF2-40B4-BE49-F238E27FC236}">
                    <a16:creationId xmlns:a16="http://schemas.microsoft.com/office/drawing/2014/main" id="{6DE291D6-2E44-420C-B1BE-DA265DDB4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016"/>
                <a:ext cx="93" cy="31"/>
              </a:xfrm>
              <a:custGeom>
                <a:avLst/>
                <a:gdLst>
                  <a:gd name="T0" fmla="*/ 0 w 67"/>
                  <a:gd name="T1" fmla="*/ 59 h 21"/>
                  <a:gd name="T2" fmla="*/ 112 w 67"/>
                  <a:gd name="T3" fmla="*/ 65 h 21"/>
                  <a:gd name="T4" fmla="*/ 179 w 6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1">
                    <a:moveTo>
                      <a:pt x="0" y="18"/>
                    </a:moveTo>
                    <a:cubicBezTo>
                      <a:pt x="12" y="5"/>
                      <a:pt x="29" y="21"/>
                      <a:pt x="42" y="20"/>
                    </a:cubicBezTo>
                    <a:cubicBezTo>
                      <a:pt x="51" y="20"/>
                      <a:pt x="65" y="6"/>
                      <a:pt x="67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22" name="Freeform 4147">
                <a:extLst>
                  <a:ext uri="{FF2B5EF4-FFF2-40B4-BE49-F238E27FC236}">
                    <a16:creationId xmlns:a16="http://schemas.microsoft.com/office/drawing/2014/main" id="{5B24C0F6-07DF-49A5-9BFC-35A8FA8F2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019"/>
                <a:ext cx="57" cy="16"/>
              </a:xfrm>
              <a:custGeom>
                <a:avLst/>
                <a:gdLst>
                  <a:gd name="T0" fmla="*/ 0 w 41"/>
                  <a:gd name="T1" fmla="*/ 33 h 11"/>
                  <a:gd name="T2" fmla="*/ 110 w 41"/>
                  <a:gd name="T3" fmla="*/ 1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1">
                    <a:moveTo>
                      <a:pt x="0" y="11"/>
                    </a:moveTo>
                    <a:cubicBezTo>
                      <a:pt x="10" y="3"/>
                      <a:pt x="33" y="0"/>
                      <a:pt x="41" y="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23" name="Freeform 4148">
                <a:extLst>
                  <a:ext uri="{FF2B5EF4-FFF2-40B4-BE49-F238E27FC236}">
                    <a16:creationId xmlns:a16="http://schemas.microsoft.com/office/drawing/2014/main" id="{DE3B9131-3C9B-4E83-AC6E-CB62BB821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058"/>
                <a:ext cx="65" cy="31"/>
              </a:xfrm>
              <a:custGeom>
                <a:avLst/>
                <a:gdLst>
                  <a:gd name="T0" fmla="*/ 0 w 47"/>
                  <a:gd name="T1" fmla="*/ 6 h 21"/>
                  <a:gd name="T2" fmla="*/ 124 w 47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1">
                    <a:moveTo>
                      <a:pt x="0" y="2"/>
                    </a:moveTo>
                    <a:cubicBezTo>
                      <a:pt x="14" y="21"/>
                      <a:pt x="33" y="9"/>
                      <a:pt x="47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24" name="Freeform 4149">
                <a:extLst>
                  <a:ext uri="{FF2B5EF4-FFF2-40B4-BE49-F238E27FC236}">
                    <a16:creationId xmlns:a16="http://schemas.microsoft.com/office/drawing/2014/main" id="{717712DA-C7D7-4BCB-9E8B-829E98A4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007"/>
                <a:ext cx="60" cy="28"/>
              </a:xfrm>
              <a:custGeom>
                <a:avLst/>
                <a:gdLst>
                  <a:gd name="T0" fmla="*/ 0 w 44"/>
                  <a:gd name="T1" fmla="*/ 47 h 19"/>
                  <a:gd name="T2" fmla="*/ 112 w 44"/>
                  <a:gd name="T3" fmla="*/ 6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9">
                    <a:moveTo>
                      <a:pt x="0" y="15"/>
                    </a:moveTo>
                    <a:cubicBezTo>
                      <a:pt x="14" y="0"/>
                      <a:pt x="30" y="12"/>
                      <a:pt x="44" y="19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25" name="Freeform 4150">
                <a:extLst>
                  <a:ext uri="{FF2B5EF4-FFF2-40B4-BE49-F238E27FC236}">
                    <a16:creationId xmlns:a16="http://schemas.microsoft.com/office/drawing/2014/main" id="{D44FAC19-8370-4FCE-8E1A-ABB8800DE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032"/>
                <a:ext cx="76" cy="13"/>
              </a:xfrm>
              <a:custGeom>
                <a:avLst/>
                <a:gdLst>
                  <a:gd name="T0" fmla="*/ 0 w 55"/>
                  <a:gd name="T1" fmla="*/ 9 h 9"/>
                  <a:gd name="T2" fmla="*/ 145 w 5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9">
                    <a:moveTo>
                      <a:pt x="0" y="3"/>
                    </a:moveTo>
                    <a:cubicBezTo>
                      <a:pt x="20" y="6"/>
                      <a:pt x="38" y="9"/>
                      <a:pt x="55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26" name="Freeform 4151">
                <a:extLst>
                  <a:ext uri="{FF2B5EF4-FFF2-40B4-BE49-F238E27FC236}">
                    <a16:creationId xmlns:a16="http://schemas.microsoft.com/office/drawing/2014/main" id="{570FEB84-D00F-47A2-B7C2-65F08FB73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007"/>
                <a:ext cx="74" cy="24"/>
              </a:xfrm>
              <a:custGeom>
                <a:avLst/>
                <a:gdLst>
                  <a:gd name="T0" fmla="*/ 0 w 54"/>
                  <a:gd name="T1" fmla="*/ 45 h 16"/>
                  <a:gd name="T2" fmla="*/ 138 w 54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6">
                    <a:moveTo>
                      <a:pt x="0" y="13"/>
                    </a:moveTo>
                    <a:cubicBezTo>
                      <a:pt x="17" y="0"/>
                      <a:pt x="37" y="11"/>
                      <a:pt x="54" y="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27" name="Freeform 4152">
                <a:extLst>
                  <a:ext uri="{FF2B5EF4-FFF2-40B4-BE49-F238E27FC236}">
                    <a16:creationId xmlns:a16="http://schemas.microsoft.com/office/drawing/2014/main" id="{9DA7B5FB-28A8-4FAE-9A61-4462EFD8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060"/>
                <a:ext cx="59" cy="22"/>
              </a:xfrm>
              <a:custGeom>
                <a:avLst/>
                <a:gdLst>
                  <a:gd name="T0" fmla="*/ 0 w 43"/>
                  <a:gd name="T1" fmla="*/ 0 h 15"/>
                  <a:gd name="T2" fmla="*/ 111 w 43"/>
                  <a:gd name="T3" fmla="*/ 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0"/>
                    </a:moveTo>
                    <a:cubicBezTo>
                      <a:pt x="19" y="15"/>
                      <a:pt x="25" y="8"/>
                      <a:pt x="43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28" name="Freeform 4153">
                <a:extLst>
                  <a:ext uri="{FF2B5EF4-FFF2-40B4-BE49-F238E27FC236}">
                    <a16:creationId xmlns:a16="http://schemas.microsoft.com/office/drawing/2014/main" id="{FBCBEE5D-46A4-4701-A15E-D42101AC8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063"/>
                <a:ext cx="80" cy="17"/>
              </a:xfrm>
              <a:custGeom>
                <a:avLst/>
                <a:gdLst>
                  <a:gd name="T0" fmla="*/ 0 w 58"/>
                  <a:gd name="T1" fmla="*/ 1 h 12"/>
                  <a:gd name="T2" fmla="*/ 63 w 58"/>
                  <a:gd name="T3" fmla="*/ 28 h 12"/>
                  <a:gd name="T4" fmla="*/ 152 w 58"/>
                  <a:gd name="T5" fmla="*/ 1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2">
                    <a:moveTo>
                      <a:pt x="0" y="1"/>
                    </a:moveTo>
                    <a:cubicBezTo>
                      <a:pt x="3" y="0"/>
                      <a:pt x="16" y="9"/>
                      <a:pt x="24" y="10"/>
                    </a:cubicBezTo>
                    <a:cubicBezTo>
                      <a:pt x="35" y="12"/>
                      <a:pt x="46" y="8"/>
                      <a:pt x="58" y="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29" name="Freeform 4154">
                <a:extLst>
                  <a:ext uri="{FF2B5EF4-FFF2-40B4-BE49-F238E27FC236}">
                    <a16:creationId xmlns:a16="http://schemas.microsoft.com/office/drawing/2014/main" id="{8DF114F7-9C42-4C50-8BFF-C1BA3FEEE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2052"/>
                <a:ext cx="75" cy="25"/>
              </a:xfrm>
              <a:custGeom>
                <a:avLst/>
                <a:gdLst>
                  <a:gd name="T0" fmla="*/ 1 w 55"/>
                  <a:gd name="T1" fmla="*/ 26 h 17"/>
                  <a:gd name="T2" fmla="*/ 0 w 55"/>
                  <a:gd name="T3" fmla="*/ 13 h 17"/>
                  <a:gd name="T4" fmla="*/ 82 w 55"/>
                  <a:gd name="T5" fmla="*/ 15 h 17"/>
                  <a:gd name="T6" fmla="*/ 139 w 55"/>
                  <a:gd name="T7" fmla="*/ 5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7">
                    <a:moveTo>
                      <a:pt x="1" y="8"/>
                    </a:moveTo>
                    <a:cubicBezTo>
                      <a:pt x="0" y="7"/>
                      <a:pt x="0" y="6"/>
                      <a:pt x="0" y="4"/>
                    </a:cubicBezTo>
                    <a:cubicBezTo>
                      <a:pt x="11" y="0"/>
                      <a:pt x="22" y="1"/>
                      <a:pt x="32" y="5"/>
                    </a:cubicBezTo>
                    <a:cubicBezTo>
                      <a:pt x="40" y="8"/>
                      <a:pt x="47" y="16"/>
                      <a:pt x="55" y="1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30" name="Freeform 4155">
                <a:extLst>
                  <a:ext uri="{FF2B5EF4-FFF2-40B4-BE49-F238E27FC236}">
                    <a16:creationId xmlns:a16="http://schemas.microsoft.com/office/drawing/2014/main" id="{4ED2CE29-AB33-4EC9-A8E7-F82890E1B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025"/>
                <a:ext cx="33" cy="14"/>
              </a:xfrm>
              <a:custGeom>
                <a:avLst/>
                <a:gdLst>
                  <a:gd name="T0" fmla="*/ 0 w 24"/>
                  <a:gd name="T1" fmla="*/ 11 h 10"/>
                  <a:gd name="T2" fmla="*/ 62 w 24"/>
                  <a:gd name="T3" fmla="*/ 1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4"/>
                    </a:moveTo>
                    <a:cubicBezTo>
                      <a:pt x="8" y="0"/>
                      <a:pt x="19" y="10"/>
                      <a:pt x="24" y="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31" name="Freeform 4156">
                <a:extLst>
                  <a:ext uri="{FF2B5EF4-FFF2-40B4-BE49-F238E27FC236}">
                    <a16:creationId xmlns:a16="http://schemas.microsoft.com/office/drawing/2014/main" id="{737219D5-A75C-4C5B-8370-75B9EABB6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2035"/>
                <a:ext cx="48" cy="35"/>
              </a:xfrm>
              <a:custGeom>
                <a:avLst/>
                <a:gdLst>
                  <a:gd name="T0" fmla="*/ 0 w 35"/>
                  <a:gd name="T1" fmla="*/ 74 h 24"/>
                  <a:gd name="T2" fmla="*/ 62 w 35"/>
                  <a:gd name="T3" fmla="*/ 55 h 24"/>
                  <a:gd name="T4" fmla="*/ 91 w 35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4">
                    <a:moveTo>
                      <a:pt x="0" y="24"/>
                    </a:moveTo>
                    <a:cubicBezTo>
                      <a:pt x="5" y="21"/>
                      <a:pt x="17" y="24"/>
                      <a:pt x="24" y="18"/>
                    </a:cubicBezTo>
                    <a:cubicBezTo>
                      <a:pt x="29" y="14"/>
                      <a:pt x="32" y="2"/>
                      <a:pt x="35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32" name="Freeform 4157">
                <a:extLst>
                  <a:ext uri="{FF2B5EF4-FFF2-40B4-BE49-F238E27FC236}">
                    <a16:creationId xmlns:a16="http://schemas.microsoft.com/office/drawing/2014/main" id="{F9A0474B-2D78-4327-9EBE-57FE08B56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2052"/>
                <a:ext cx="25" cy="8"/>
              </a:xfrm>
              <a:custGeom>
                <a:avLst/>
                <a:gdLst>
                  <a:gd name="T0" fmla="*/ 0 w 18"/>
                  <a:gd name="T1" fmla="*/ 16 h 5"/>
                  <a:gd name="T2" fmla="*/ 49 w 1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4"/>
                    </a:moveTo>
                    <a:cubicBezTo>
                      <a:pt x="6" y="0"/>
                      <a:pt x="12" y="3"/>
                      <a:pt x="18" y="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33" name="Freeform 4158">
                <a:extLst>
                  <a:ext uri="{FF2B5EF4-FFF2-40B4-BE49-F238E27FC236}">
                    <a16:creationId xmlns:a16="http://schemas.microsoft.com/office/drawing/2014/main" id="{2137EED7-91B1-41EB-BA76-CFED545A5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015"/>
                <a:ext cx="78" cy="36"/>
              </a:xfrm>
              <a:custGeom>
                <a:avLst/>
                <a:gdLst>
                  <a:gd name="T0" fmla="*/ 0 w 57"/>
                  <a:gd name="T1" fmla="*/ 13 h 25"/>
                  <a:gd name="T2" fmla="*/ 146 w 57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5">
                    <a:moveTo>
                      <a:pt x="0" y="4"/>
                    </a:moveTo>
                    <a:cubicBezTo>
                      <a:pt x="13" y="25"/>
                      <a:pt x="51" y="24"/>
                      <a:pt x="57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34" name="Freeform 4159">
                <a:extLst>
                  <a:ext uri="{FF2B5EF4-FFF2-40B4-BE49-F238E27FC236}">
                    <a16:creationId xmlns:a16="http://schemas.microsoft.com/office/drawing/2014/main" id="{E2153510-454F-4FFC-859D-6AC3AABDF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552"/>
                <a:ext cx="11" cy="7"/>
              </a:xfrm>
              <a:custGeom>
                <a:avLst/>
                <a:gdLst>
                  <a:gd name="T0" fmla="*/ 0 w 8"/>
                  <a:gd name="T1" fmla="*/ 0 h 5"/>
                  <a:gd name="T2" fmla="*/ 21 w 8"/>
                  <a:gd name="T3" fmla="*/ 1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2"/>
                      <a:pt x="5" y="5"/>
                      <a:pt x="8" y="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35" name="Freeform 4160">
                <a:extLst>
                  <a:ext uri="{FF2B5EF4-FFF2-40B4-BE49-F238E27FC236}">
                    <a16:creationId xmlns:a16="http://schemas.microsoft.com/office/drawing/2014/main" id="{30640AAC-47AF-4823-80A3-A0F2CAF93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555"/>
                <a:ext cx="11" cy="6"/>
              </a:xfrm>
              <a:custGeom>
                <a:avLst/>
                <a:gdLst>
                  <a:gd name="T0" fmla="*/ 0 w 8"/>
                  <a:gd name="T1" fmla="*/ 5 h 4"/>
                  <a:gd name="T2" fmla="*/ 21 w 8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2" y="1"/>
                      <a:pt x="6" y="0"/>
                      <a:pt x="8" y="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36" name="Freeform 4161">
                <a:extLst>
                  <a:ext uri="{FF2B5EF4-FFF2-40B4-BE49-F238E27FC236}">
                    <a16:creationId xmlns:a16="http://schemas.microsoft.com/office/drawing/2014/main" id="{33882B3B-139C-4F6B-8460-DC4B7C399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660"/>
                <a:ext cx="11" cy="4"/>
              </a:xfrm>
              <a:custGeom>
                <a:avLst/>
                <a:gdLst>
                  <a:gd name="T0" fmla="*/ 0 w 8"/>
                  <a:gd name="T1" fmla="*/ 0 h 3"/>
                  <a:gd name="T2" fmla="*/ 21 w 8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1" y="2"/>
                      <a:pt x="6" y="3"/>
                      <a:pt x="8" y="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37" name="Freeform 4162">
                <a:extLst>
                  <a:ext uri="{FF2B5EF4-FFF2-40B4-BE49-F238E27FC236}">
                    <a16:creationId xmlns:a16="http://schemas.microsoft.com/office/drawing/2014/main" id="{F8B3140A-5A8C-4271-9266-6D8ED87CD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661"/>
                <a:ext cx="13" cy="5"/>
              </a:xfrm>
              <a:custGeom>
                <a:avLst/>
                <a:gdLst>
                  <a:gd name="T0" fmla="*/ 0 w 9"/>
                  <a:gd name="T1" fmla="*/ 8 h 3"/>
                  <a:gd name="T2" fmla="*/ 27 w 9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2"/>
                    </a:moveTo>
                    <a:cubicBezTo>
                      <a:pt x="3" y="2"/>
                      <a:pt x="6" y="0"/>
                      <a:pt x="9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38" name="Freeform 4163">
                <a:extLst>
                  <a:ext uri="{FF2B5EF4-FFF2-40B4-BE49-F238E27FC236}">
                    <a16:creationId xmlns:a16="http://schemas.microsoft.com/office/drawing/2014/main" id="{05CA4942-D9AE-4383-BB4D-01A4083BD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788"/>
                <a:ext cx="11" cy="4"/>
              </a:xfrm>
              <a:custGeom>
                <a:avLst/>
                <a:gdLst>
                  <a:gd name="T0" fmla="*/ 0 w 8"/>
                  <a:gd name="T1" fmla="*/ 1 h 3"/>
                  <a:gd name="T2" fmla="*/ 21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3" y="3"/>
                      <a:pt x="5" y="1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39" name="Freeform 4164">
                <a:extLst>
                  <a:ext uri="{FF2B5EF4-FFF2-40B4-BE49-F238E27FC236}">
                    <a16:creationId xmlns:a16="http://schemas.microsoft.com/office/drawing/2014/main" id="{E9E92400-1170-40DC-B770-04219163A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789"/>
                <a:ext cx="11" cy="6"/>
              </a:xfrm>
              <a:custGeom>
                <a:avLst/>
                <a:gdLst>
                  <a:gd name="T0" fmla="*/ 0 w 8"/>
                  <a:gd name="T1" fmla="*/ 14 h 4"/>
                  <a:gd name="T2" fmla="*/ 21 w 8"/>
                  <a:gd name="T3" fmla="*/ 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1"/>
                      <a:pt x="5" y="0"/>
                      <a:pt x="8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40" name="Freeform 4165">
                <a:extLst>
                  <a:ext uri="{FF2B5EF4-FFF2-40B4-BE49-F238E27FC236}">
                    <a16:creationId xmlns:a16="http://schemas.microsoft.com/office/drawing/2014/main" id="{BA22BD9C-1BC0-412E-A82B-5A3CACABB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363"/>
                <a:ext cx="8" cy="23"/>
              </a:xfrm>
              <a:custGeom>
                <a:avLst/>
                <a:gdLst>
                  <a:gd name="T0" fmla="*/ 0 w 6"/>
                  <a:gd name="T1" fmla="*/ 0 h 16"/>
                  <a:gd name="T2" fmla="*/ 5 w 6"/>
                  <a:gd name="T3" fmla="*/ 27 h 16"/>
                  <a:gd name="T4" fmla="*/ 15 w 6"/>
                  <a:gd name="T5" fmla="*/ 4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3"/>
                      <a:pt x="0" y="6"/>
                      <a:pt x="2" y="9"/>
                    </a:cubicBezTo>
                    <a:cubicBezTo>
                      <a:pt x="3" y="11"/>
                      <a:pt x="5" y="14"/>
                      <a:pt x="6" y="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41" name="Freeform 4166">
                <a:extLst>
                  <a:ext uri="{FF2B5EF4-FFF2-40B4-BE49-F238E27FC236}">
                    <a16:creationId xmlns:a16="http://schemas.microsoft.com/office/drawing/2014/main" id="{CC6AE7C8-A5AC-49A0-AB6A-7CD50F8B6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376"/>
                <a:ext cx="1" cy="13"/>
              </a:xfrm>
              <a:custGeom>
                <a:avLst/>
                <a:gdLst>
                  <a:gd name="T0" fmla="*/ 0 w 1"/>
                  <a:gd name="T1" fmla="*/ 0 h 9"/>
                  <a:gd name="T2" fmla="*/ 1 w 1"/>
                  <a:gd name="T3" fmla="*/ 2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1" y="3"/>
                      <a:pt x="1" y="6"/>
                      <a:pt x="1" y="9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42" name="Freeform 4167">
                <a:extLst>
                  <a:ext uri="{FF2B5EF4-FFF2-40B4-BE49-F238E27FC236}">
                    <a16:creationId xmlns:a16="http://schemas.microsoft.com/office/drawing/2014/main" id="{45575C44-9903-4854-893E-1F81892F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476"/>
                <a:ext cx="16" cy="19"/>
              </a:xfrm>
              <a:custGeom>
                <a:avLst/>
                <a:gdLst>
                  <a:gd name="T0" fmla="*/ 0 w 12"/>
                  <a:gd name="T1" fmla="*/ 0 h 13"/>
                  <a:gd name="T2" fmla="*/ 28 w 12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2" y="6"/>
                      <a:pt x="8" y="9"/>
                      <a:pt x="12" y="1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43" name="Freeform 4168">
                <a:extLst>
                  <a:ext uri="{FF2B5EF4-FFF2-40B4-BE49-F238E27FC236}">
                    <a16:creationId xmlns:a16="http://schemas.microsoft.com/office/drawing/2014/main" id="{7A8C64FA-5025-4548-BD55-72480CC74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488"/>
                <a:ext cx="5" cy="15"/>
              </a:xfrm>
              <a:custGeom>
                <a:avLst/>
                <a:gdLst>
                  <a:gd name="T0" fmla="*/ 0 w 4"/>
                  <a:gd name="T1" fmla="*/ 0 h 10"/>
                  <a:gd name="T2" fmla="*/ 8 w 4"/>
                  <a:gd name="T3" fmla="*/ 3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4"/>
                      <a:pt x="4" y="7"/>
                      <a:pt x="4" y="1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44" name="Freeform 4169">
                <a:extLst>
                  <a:ext uri="{FF2B5EF4-FFF2-40B4-BE49-F238E27FC236}">
                    <a16:creationId xmlns:a16="http://schemas.microsoft.com/office/drawing/2014/main" id="{C06B4596-69E3-4A56-B10F-61EC4B148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690"/>
                <a:ext cx="22" cy="10"/>
              </a:xfrm>
              <a:custGeom>
                <a:avLst/>
                <a:gdLst>
                  <a:gd name="T0" fmla="*/ 0 w 16"/>
                  <a:gd name="T1" fmla="*/ 0 h 7"/>
                  <a:gd name="T2" fmla="*/ 41 w 16"/>
                  <a:gd name="T3" fmla="*/ 1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0"/>
                    </a:moveTo>
                    <a:cubicBezTo>
                      <a:pt x="3" y="7"/>
                      <a:pt x="12" y="4"/>
                      <a:pt x="16" y="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45" name="Freeform 4170">
                <a:extLst>
                  <a:ext uri="{FF2B5EF4-FFF2-40B4-BE49-F238E27FC236}">
                    <a16:creationId xmlns:a16="http://schemas.microsoft.com/office/drawing/2014/main" id="{7BE1D239-1FEF-4541-B56C-D315DA9F3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698"/>
                <a:ext cx="8" cy="7"/>
              </a:xfrm>
              <a:custGeom>
                <a:avLst/>
                <a:gdLst>
                  <a:gd name="T0" fmla="*/ 0 w 6"/>
                  <a:gd name="T1" fmla="*/ 0 h 5"/>
                  <a:gd name="T2" fmla="*/ 15 w 6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1"/>
                      <a:pt x="5" y="3"/>
                      <a:pt x="6" y="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46" name="Freeform 4171">
                <a:extLst>
                  <a:ext uri="{FF2B5EF4-FFF2-40B4-BE49-F238E27FC236}">
                    <a16:creationId xmlns:a16="http://schemas.microsoft.com/office/drawing/2014/main" id="{444C80EC-3894-4169-898C-6E11E94C9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859"/>
                <a:ext cx="21" cy="10"/>
              </a:xfrm>
              <a:custGeom>
                <a:avLst/>
                <a:gdLst>
                  <a:gd name="T0" fmla="*/ 0 w 15"/>
                  <a:gd name="T1" fmla="*/ 19 h 7"/>
                  <a:gd name="T2" fmla="*/ 41 w 1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0" y="6"/>
                    </a:moveTo>
                    <a:cubicBezTo>
                      <a:pt x="5" y="7"/>
                      <a:pt x="11" y="3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47" name="Freeform 4172">
                <a:extLst>
                  <a:ext uri="{FF2B5EF4-FFF2-40B4-BE49-F238E27FC236}">
                    <a16:creationId xmlns:a16="http://schemas.microsoft.com/office/drawing/2014/main" id="{EA245C7F-2F28-43F9-86FC-28575A8A5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865"/>
                <a:ext cx="10" cy="3"/>
              </a:xfrm>
              <a:custGeom>
                <a:avLst/>
                <a:gdLst>
                  <a:gd name="T0" fmla="*/ 0 w 7"/>
                  <a:gd name="T1" fmla="*/ 0 h 2"/>
                  <a:gd name="T2" fmla="*/ 2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0"/>
                      <a:pt x="5" y="1"/>
                      <a:pt x="7" y="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48" name="Freeform 4173">
                <a:extLst>
                  <a:ext uri="{FF2B5EF4-FFF2-40B4-BE49-F238E27FC236}">
                    <a16:creationId xmlns:a16="http://schemas.microsoft.com/office/drawing/2014/main" id="{D0746F8F-4DAC-4F2A-AF0F-4A78BD472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013"/>
                <a:ext cx="15" cy="21"/>
              </a:xfrm>
              <a:custGeom>
                <a:avLst/>
                <a:gdLst>
                  <a:gd name="T0" fmla="*/ 27 w 11"/>
                  <a:gd name="T1" fmla="*/ 0 h 14"/>
                  <a:gd name="T2" fmla="*/ 0 w 11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11" y="0"/>
                    </a:moveTo>
                    <a:cubicBezTo>
                      <a:pt x="8" y="5"/>
                      <a:pt x="5" y="11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49" name="Freeform 4174">
                <a:extLst>
                  <a:ext uri="{FF2B5EF4-FFF2-40B4-BE49-F238E27FC236}">
                    <a16:creationId xmlns:a16="http://schemas.microsoft.com/office/drawing/2014/main" id="{46F70D70-BF0B-4916-A89D-0138E12D8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019"/>
                <a:ext cx="9" cy="3"/>
              </a:xfrm>
              <a:custGeom>
                <a:avLst/>
                <a:gdLst>
                  <a:gd name="T0" fmla="*/ 0 w 6"/>
                  <a:gd name="T1" fmla="*/ 8 h 2"/>
                  <a:gd name="T2" fmla="*/ 21 w 6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0"/>
                      <a:pt x="6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50" name="Freeform 4175">
                <a:extLst>
                  <a:ext uri="{FF2B5EF4-FFF2-40B4-BE49-F238E27FC236}">
                    <a16:creationId xmlns:a16="http://schemas.microsoft.com/office/drawing/2014/main" id="{7E8F3FD4-B0FF-46FA-9DB9-0CC2B55A2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051"/>
                <a:ext cx="173" cy="29"/>
              </a:xfrm>
              <a:custGeom>
                <a:avLst/>
                <a:gdLst>
                  <a:gd name="T0" fmla="*/ 0 w 125"/>
                  <a:gd name="T1" fmla="*/ 61 h 20"/>
                  <a:gd name="T2" fmla="*/ 71 w 125"/>
                  <a:gd name="T3" fmla="*/ 1 h 20"/>
                  <a:gd name="T4" fmla="*/ 181 w 125"/>
                  <a:gd name="T5" fmla="*/ 15 h 20"/>
                  <a:gd name="T6" fmla="*/ 226 w 125"/>
                  <a:gd name="T7" fmla="*/ 13 h 20"/>
                  <a:gd name="T8" fmla="*/ 268 w 125"/>
                  <a:gd name="T9" fmla="*/ 36 h 20"/>
                  <a:gd name="T10" fmla="*/ 331 w 125"/>
                  <a:gd name="T11" fmla="*/ 3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20">
                    <a:moveTo>
                      <a:pt x="0" y="20"/>
                    </a:moveTo>
                    <a:cubicBezTo>
                      <a:pt x="8" y="11"/>
                      <a:pt x="13" y="0"/>
                      <a:pt x="27" y="1"/>
                    </a:cubicBezTo>
                    <a:cubicBezTo>
                      <a:pt x="41" y="2"/>
                      <a:pt x="54" y="8"/>
                      <a:pt x="69" y="5"/>
                    </a:cubicBezTo>
                    <a:cubicBezTo>
                      <a:pt x="74" y="4"/>
                      <a:pt x="79" y="3"/>
                      <a:pt x="85" y="4"/>
                    </a:cubicBezTo>
                    <a:cubicBezTo>
                      <a:pt x="91" y="4"/>
                      <a:pt x="95" y="10"/>
                      <a:pt x="101" y="12"/>
                    </a:cubicBezTo>
                    <a:cubicBezTo>
                      <a:pt x="109" y="14"/>
                      <a:pt x="118" y="11"/>
                      <a:pt x="125" y="1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51" name="Freeform 4176">
                <a:extLst>
                  <a:ext uri="{FF2B5EF4-FFF2-40B4-BE49-F238E27FC236}">
                    <a16:creationId xmlns:a16="http://schemas.microsoft.com/office/drawing/2014/main" id="{45CD0EAE-9E23-471D-A125-A305904A5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2044"/>
                <a:ext cx="55" cy="14"/>
              </a:xfrm>
              <a:custGeom>
                <a:avLst/>
                <a:gdLst>
                  <a:gd name="T0" fmla="*/ 0 w 40"/>
                  <a:gd name="T1" fmla="*/ 28 h 10"/>
                  <a:gd name="T2" fmla="*/ 70 w 40"/>
                  <a:gd name="T3" fmla="*/ 0 h 10"/>
                  <a:gd name="T4" fmla="*/ 105 w 40"/>
                  <a:gd name="T5" fmla="*/ 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0">
                    <a:moveTo>
                      <a:pt x="0" y="10"/>
                    </a:moveTo>
                    <a:cubicBezTo>
                      <a:pt x="9" y="6"/>
                      <a:pt x="16" y="0"/>
                      <a:pt x="27" y="0"/>
                    </a:cubicBezTo>
                    <a:cubicBezTo>
                      <a:pt x="31" y="0"/>
                      <a:pt x="37" y="1"/>
                      <a:pt x="40" y="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52" name="Freeform 4177">
                <a:extLst>
                  <a:ext uri="{FF2B5EF4-FFF2-40B4-BE49-F238E27FC236}">
                    <a16:creationId xmlns:a16="http://schemas.microsoft.com/office/drawing/2014/main" id="{297F6185-B2A0-4958-A4B3-B8B228E0C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2013"/>
                <a:ext cx="91" cy="23"/>
              </a:xfrm>
              <a:custGeom>
                <a:avLst/>
                <a:gdLst>
                  <a:gd name="T0" fmla="*/ 0 w 66"/>
                  <a:gd name="T1" fmla="*/ 0 h 16"/>
                  <a:gd name="T2" fmla="*/ 19 w 66"/>
                  <a:gd name="T3" fmla="*/ 20 h 16"/>
                  <a:gd name="T4" fmla="*/ 91 w 66"/>
                  <a:gd name="T5" fmla="*/ 42 h 16"/>
                  <a:gd name="T6" fmla="*/ 160 w 66"/>
                  <a:gd name="T7" fmla="*/ 14 h 16"/>
                  <a:gd name="T8" fmla="*/ 172 w 66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6">
                    <a:moveTo>
                      <a:pt x="0" y="0"/>
                    </a:moveTo>
                    <a:cubicBezTo>
                      <a:pt x="3" y="0"/>
                      <a:pt x="5" y="4"/>
                      <a:pt x="7" y="7"/>
                    </a:cubicBezTo>
                    <a:cubicBezTo>
                      <a:pt x="15" y="15"/>
                      <a:pt x="24" y="16"/>
                      <a:pt x="35" y="14"/>
                    </a:cubicBezTo>
                    <a:cubicBezTo>
                      <a:pt x="43" y="12"/>
                      <a:pt x="54" y="11"/>
                      <a:pt x="61" y="5"/>
                    </a:cubicBezTo>
                    <a:cubicBezTo>
                      <a:pt x="63" y="3"/>
                      <a:pt x="64" y="1"/>
                      <a:pt x="66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53" name="Freeform 4178">
                <a:extLst>
                  <a:ext uri="{FF2B5EF4-FFF2-40B4-BE49-F238E27FC236}">
                    <a16:creationId xmlns:a16="http://schemas.microsoft.com/office/drawing/2014/main" id="{765F36F1-0E7B-46F3-9FA5-337160678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032"/>
                <a:ext cx="83" cy="23"/>
              </a:xfrm>
              <a:custGeom>
                <a:avLst/>
                <a:gdLst>
                  <a:gd name="T0" fmla="*/ 0 w 60"/>
                  <a:gd name="T1" fmla="*/ 42 h 16"/>
                  <a:gd name="T2" fmla="*/ 24 w 60"/>
                  <a:gd name="T3" fmla="*/ 24 h 16"/>
                  <a:gd name="T4" fmla="*/ 95 w 60"/>
                  <a:gd name="T5" fmla="*/ 1 h 16"/>
                  <a:gd name="T6" fmla="*/ 159 w 60"/>
                  <a:gd name="T7" fmla="*/ 4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6">
                    <a:moveTo>
                      <a:pt x="0" y="14"/>
                    </a:moveTo>
                    <a:cubicBezTo>
                      <a:pt x="3" y="13"/>
                      <a:pt x="6" y="9"/>
                      <a:pt x="9" y="8"/>
                    </a:cubicBezTo>
                    <a:cubicBezTo>
                      <a:pt x="17" y="3"/>
                      <a:pt x="27" y="0"/>
                      <a:pt x="36" y="1"/>
                    </a:cubicBezTo>
                    <a:cubicBezTo>
                      <a:pt x="46" y="2"/>
                      <a:pt x="51" y="12"/>
                      <a:pt x="60" y="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0072" name="Freeform 4179">
              <a:extLst>
                <a:ext uri="{FF2B5EF4-FFF2-40B4-BE49-F238E27FC236}">
                  <a16:creationId xmlns:a16="http://schemas.microsoft.com/office/drawing/2014/main" id="{89DA9B30-B33A-4640-8085-071EC153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019"/>
              <a:ext cx="68" cy="25"/>
            </a:xfrm>
            <a:custGeom>
              <a:avLst/>
              <a:gdLst>
                <a:gd name="T0" fmla="*/ 0 w 50"/>
                <a:gd name="T1" fmla="*/ 0 h 17"/>
                <a:gd name="T2" fmla="*/ 19 w 50"/>
                <a:gd name="T3" fmla="*/ 6 h 17"/>
                <a:gd name="T4" fmla="*/ 37 w 50"/>
                <a:gd name="T5" fmla="*/ 26 h 17"/>
                <a:gd name="T6" fmla="*/ 91 w 50"/>
                <a:gd name="T7" fmla="*/ 32 h 17"/>
                <a:gd name="T8" fmla="*/ 125 w 50"/>
                <a:gd name="T9" fmla="*/ 5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">
                  <a:moveTo>
                    <a:pt x="0" y="0"/>
                  </a:moveTo>
                  <a:cubicBezTo>
                    <a:pt x="3" y="1"/>
                    <a:pt x="5" y="1"/>
                    <a:pt x="7" y="2"/>
                  </a:cubicBezTo>
                  <a:cubicBezTo>
                    <a:pt x="10" y="4"/>
                    <a:pt x="13" y="6"/>
                    <a:pt x="15" y="8"/>
                  </a:cubicBezTo>
                  <a:cubicBezTo>
                    <a:pt x="22" y="12"/>
                    <a:pt x="28" y="11"/>
                    <a:pt x="36" y="10"/>
                  </a:cubicBezTo>
                  <a:cubicBezTo>
                    <a:pt x="43" y="9"/>
                    <a:pt x="46" y="13"/>
                    <a:pt x="50" y="1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73" name="Freeform 4180">
              <a:extLst>
                <a:ext uri="{FF2B5EF4-FFF2-40B4-BE49-F238E27FC236}">
                  <a16:creationId xmlns:a16="http://schemas.microsoft.com/office/drawing/2014/main" id="{A3809916-7DF7-46A0-813C-27E6CE4D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2016"/>
              <a:ext cx="39" cy="18"/>
            </a:xfrm>
            <a:custGeom>
              <a:avLst/>
              <a:gdLst>
                <a:gd name="T0" fmla="*/ 0 w 28"/>
                <a:gd name="T1" fmla="*/ 41 h 12"/>
                <a:gd name="T2" fmla="*/ 14 w 28"/>
                <a:gd name="T3" fmla="*/ 26 h 12"/>
                <a:gd name="T4" fmla="*/ 40 w 28"/>
                <a:gd name="T5" fmla="*/ 12 h 12"/>
                <a:gd name="T6" fmla="*/ 75 w 28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cubicBezTo>
                    <a:pt x="2" y="11"/>
                    <a:pt x="3" y="8"/>
                    <a:pt x="5" y="7"/>
                  </a:cubicBezTo>
                  <a:cubicBezTo>
                    <a:pt x="8" y="5"/>
                    <a:pt x="12" y="4"/>
                    <a:pt x="15" y="3"/>
                  </a:cubicBezTo>
                  <a:cubicBezTo>
                    <a:pt x="19" y="2"/>
                    <a:pt x="25" y="0"/>
                    <a:pt x="28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74" name="Freeform 4181">
              <a:extLst>
                <a:ext uri="{FF2B5EF4-FFF2-40B4-BE49-F238E27FC236}">
                  <a16:creationId xmlns:a16="http://schemas.microsoft.com/office/drawing/2014/main" id="{EF1323D1-2757-4284-A939-07EB1A74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2061"/>
              <a:ext cx="81" cy="18"/>
            </a:xfrm>
            <a:custGeom>
              <a:avLst/>
              <a:gdLst>
                <a:gd name="T0" fmla="*/ 0 w 59"/>
                <a:gd name="T1" fmla="*/ 32 h 12"/>
                <a:gd name="T2" fmla="*/ 14 w 59"/>
                <a:gd name="T3" fmla="*/ 27 h 12"/>
                <a:gd name="T4" fmla="*/ 47 w 59"/>
                <a:gd name="T5" fmla="*/ 32 h 12"/>
                <a:gd name="T6" fmla="*/ 106 w 59"/>
                <a:gd name="T7" fmla="*/ 39 h 12"/>
                <a:gd name="T8" fmla="*/ 152 w 5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2">
                  <a:moveTo>
                    <a:pt x="0" y="9"/>
                  </a:moveTo>
                  <a:cubicBezTo>
                    <a:pt x="2" y="10"/>
                    <a:pt x="3" y="9"/>
                    <a:pt x="5" y="8"/>
                  </a:cubicBezTo>
                  <a:cubicBezTo>
                    <a:pt x="10" y="7"/>
                    <a:pt x="13" y="7"/>
                    <a:pt x="18" y="9"/>
                  </a:cubicBezTo>
                  <a:cubicBezTo>
                    <a:pt x="25" y="11"/>
                    <a:pt x="33" y="12"/>
                    <a:pt x="41" y="11"/>
                  </a:cubicBezTo>
                  <a:cubicBezTo>
                    <a:pt x="48" y="9"/>
                    <a:pt x="54" y="3"/>
                    <a:pt x="59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75" name="Freeform 4182">
              <a:extLst>
                <a:ext uri="{FF2B5EF4-FFF2-40B4-BE49-F238E27FC236}">
                  <a16:creationId xmlns:a16="http://schemas.microsoft.com/office/drawing/2014/main" id="{C2F9C618-66F5-4535-8B45-7C6EF0656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061"/>
              <a:ext cx="59" cy="25"/>
            </a:xfrm>
            <a:custGeom>
              <a:avLst/>
              <a:gdLst>
                <a:gd name="T0" fmla="*/ 0 w 43"/>
                <a:gd name="T1" fmla="*/ 0 h 17"/>
                <a:gd name="T2" fmla="*/ 71 w 43"/>
                <a:gd name="T3" fmla="*/ 47 h 17"/>
                <a:gd name="T4" fmla="*/ 111 w 43"/>
                <a:gd name="T5" fmla="*/ 1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7">
                  <a:moveTo>
                    <a:pt x="0" y="0"/>
                  </a:moveTo>
                  <a:cubicBezTo>
                    <a:pt x="6" y="9"/>
                    <a:pt x="16" y="17"/>
                    <a:pt x="28" y="15"/>
                  </a:cubicBezTo>
                  <a:cubicBezTo>
                    <a:pt x="34" y="13"/>
                    <a:pt x="38" y="9"/>
                    <a:pt x="43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76" name="Freeform 4183">
              <a:extLst>
                <a:ext uri="{FF2B5EF4-FFF2-40B4-BE49-F238E27FC236}">
                  <a16:creationId xmlns:a16="http://schemas.microsoft.com/office/drawing/2014/main" id="{F5FA96A4-E75E-499F-B932-F2E32E3AD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2012"/>
              <a:ext cx="94" cy="22"/>
            </a:xfrm>
            <a:custGeom>
              <a:avLst/>
              <a:gdLst>
                <a:gd name="T0" fmla="*/ 0 w 68"/>
                <a:gd name="T1" fmla="*/ 34 h 15"/>
                <a:gd name="T2" fmla="*/ 101 w 68"/>
                <a:gd name="T3" fmla="*/ 13 h 15"/>
                <a:gd name="T4" fmla="*/ 147 w 68"/>
                <a:gd name="T5" fmla="*/ 34 h 15"/>
                <a:gd name="T6" fmla="*/ 180 w 68"/>
                <a:gd name="T7" fmla="*/ 4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5">
                  <a:moveTo>
                    <a:pt x="0" y="11"/>
                  </a:moveTo>
                  <a:cubicBezTo>
                    <a:pt x="12" y="5"/>
                    <a:pt x="24" y="0"/>
                    <a:pt x="38" y="4"/>
                  </a:cubicBezTo>
                  <a:cubicBezTo>
                    <a:pt x="44" y="6"/>
                    <a:pt x="50" y="9"/>
                    <a:pt x="56" y="11"/>
                  </a:cubicBezTo>
                  <a:cubicBezTo>
                    <a:pt x="60" y="13"/>
                    <a:pt x="64" y="15"/>
                    <a:pt x="68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77" name="Freeform 4184">
              <a:extLst>
                <a:ext uri="{FF2B5EF4-FFF2-40B4-BE49-F238E27FC236}">
                  <a16:creationId xmlns:a16="http://schemas.microsoft.com/office/drawing/2014/main" id="{354A6A05-1533-4C2E-B8FA-74D32025F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013"/>
              <a:ext cx="79" cy="18"/>
            </a:xfrm>
            <a:custGeom>
              <a:avLst/>
              <a:gdLst>
                <a:gd name="T0" fmla="*/ 0 w 57"/>
                <a:gd name="T1" fmla="*/ 41 h 12"/>
                <a:gd name="T2" fmla="*/ 96 w 57"/>
                <a:gd name="T3" fmla="*/ 8 h 12"/>
                <a:gd name="T4" fmla="*/ 130 w 57"/>
                <a:gd name="T5" fmla="*/ 21 h 12"/>
                <a:gd name="T6" fmla="*/ 151 w 57"/>
                <a:gd name="T7" fmla="*/ 3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2">
                  <a:moveTo>
                    <a:pt x="0" y="12"/>
                  </a:moveTo>
                  <a:cubicBezTo>
                    <a:pt x="12" y="8"/>
                    <a:pt x="22" y="0"/>
                    <a:pt x="36" y="2"/>
                  </a:cubicBezTo>
                  <a:cubicBezTo>
                    <a:pt x="40" y="3"/>
                    <a:pt x="45" y="5"/>
                    <a:pt x="49" y="6"/>
                  </a:cubicBezTo>
                  <a:cubicBezTo>
                    <a:pt x="51" y="7"/>
                    <a:pt x="56" y="11"/>
                    <a:pt x="57" y="1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78" name="Freeform 4185">
              <a:extLst>
                <a:ext uri="{FF2B5EF4-FFF2-40B4-BE49-F238E27FC236}">
                  <a16:creationId xmlns:a16="http://schemas.microsoft.com/office/drawing/2014/main" id="{6F228591-1B53-49ED-99B4-4E85CA56B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373"/>
              <a:ext cx="231" cy="35"/>
            </a:xfrm>
            <a:custGeom>
              <a:avLst/>
              <a:gdLst>
                <a:gd name="T0" fmla="*/ 0 w 167"/>
                <a:gd name="T1" fmla="*/ 66 h 24"/>
                <a:gd name="T2" fmla="*/ 48 w 167"/>
                <a:gd name="T3" fmla="*/ 55 h 24"/>
                <a:gd name="T4" fmla="*/ 109 w 167"/>
                <a:gd name="T5" fmla="*/ 60 h 24"/>
                <a:gd name="T6" fmla="*/ 191 w 167"/>
                <a:gd name="T7" fmla="*/ 66 h 24"/>
                <a:gd name="T8" fmla="*/ 264 w 167"/>
                <a:gd name="T9" fmla="*/ 26 h 24"/>
                <a:gd name="T10" fmla="*/ 443 w 16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24">
                  <a:moveTo>
                    <a:pt x="0" y="21"/>
                  </a:moveTo>
                  <a:cubicBezTo>
                    <a:pt x="6" y="23"/>
                    <a:pt x="12" y="20"/>
                    <a:pt x="18" y="18"/>
                  </a:cubicBezTo>
                  <a:cubicBezTo>
                    <a:pt x="26" y="16"/>
                    <a:pt x="33" y="17"/>
                    <a:pt x="41" y="19"/>
                  </a:cubicBezTo>
                  <a:cubicBezTo>
                    <a:pt x="51" y="21"/>
                    <a:pt x="63" y="23"/>
                    <a:pt x="72" y="21"/>
                  </a:cubicBezTo>
                  <a:cubicBezTo>
                    <a:pt x="83" y="18"/>
                    <a:pt x="90" y="10"/>
                    <a:pt x="100" y="8"/>
                  </a:cubicBezTo>
                  <a:cubicBezTo>
                    <a:pt x="118" y="4"/>
                    <a:pt x="156" y="24"/>
                    <a:pt x="16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79" name="Freeform 4186">
              <a:extLst>
                <a:ext uri="{FF2B5EF4-FFF2-40B4-BE49-F238E27FC236}">
                  <a16:creationId xmlns:a16="http://schemas.microsoft.com/office/drawing/2014/main" id="{775346E1-9DD3-4099-9DBC-09C94D66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375"/>
              <a:ext cx="456" cy="46"/>
            </a:xfrm>
            <a:custGeom>
              <a:avLst/>
              <a:gdLst>
                <a:gd name="T0" fmla="*/ 0 w 331"/>
                <a:gd name="T1" fmla="*/ 47 h 32"/>
                <a:gd name="T2" fmla="*/ 125 w 331"/>
                <a:gd name="T3" fmla="*/ 35 h 32"/>
                <a:gd name="T4" fmla="*/ 154 w 331"/>
                <a:gd name="T5" fmla="*/ 56 h 32"/>
                <a:gd name="T6" fmla="*/ 230 w 331"/>
                <a:gd name="T7" fmla="*/ 66 h 32"/>
                <a:gd name="T8" fmla="*/ 452 w 331"/>
                <a:gd name="T9" fmla="*/ 24 h 32"/>
                <a:gd name="T10" fmla="*/ 548 w 331"/>
                <a:gd name="T11" fmla="*/ 72 h 32"/>
                <a:gd name="T12" fmla="*/ 642 w 331"/>
                <a:gd name="T13" fmla="*/ 53 h 32"/>
                <a:gd name="T14" fmla="*/ 693 w 331"/>
                <a:gd name="T15" fmla="*/ 29 h 32"/>
                <a:gd name="T16" fmla="*/ 749 w 331"/>
                <a:gd name="T17" fmla="*/ 53 h 32"/>
                <a:gd name="T18" fmla="*/ 813 w 331"/>
                <a:gd name="T19" fmla="*/ 66 h 32"/>
                <a:gd name="T20" fmla="*/ 843 w 331"/>
                <a:gd name="T21" fmla="*/ 62 h 32"/>
                <a:gd name="T22" fmla="*/ 865 w 331"/>
                <a:gd name="T23" fmla="*/ 83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1" h="32">
                  <a:moveTo>
                    <a:pt x="0" y="16"/>
                  </a:moveTo>
                  <a:cubicBezTo>
                    <a:pt x="8" y="32"/>
                    <a:pt x="37" y="7"/>
                    <a:pt x="48" y="12"/>
                  </a:cubicBezTo>
                  <a:cubicBezTo>
                    <a:pt x="52" y="13"/>
                    <a:pt x="55" y="17"/>
                    <a:pt x="59" y="19"/>
                  </a:cubicBezTo>
                  <a:cubicBezTo>
                    <a:pt x="69" y="24"/>
                    <a:pt x="78" y="24"/>
                    <a:pt x="88" y="22"/>
                  </a:cubicBezTo>
                  <a:cubicBezTo>
                    <a:pt x="117" y="18"/>
                    <a:pt x="144" y="0"/>
                    <a:pt x="173" y="8"/>
                  </a:cubicBezTo>
                  <a:cubicBezTo>
                    <a:pt x="187" y="11"/>
                    <a:pt x="197" y="21"/>
                    <a:pt x="210" y="24"/>
                  </a:cubicBezTo>
                  <a:cubicBezTo>
                    <a:pt x="223" y="26"/>
                    <a:pt x="233" y="24"/>
                    <a:pt x="245" y="18"/>
                  </a:cubicBezTo>
                  <a:cubicBezTo>
                    <a:pt x="251" y="14"/>
                    <a:pt x="257" y="10"/>
                    <a:pt x="265" y="10"/>
                  </a:cubicBezTo>
                  <a:cubicBezTo>
                    <a:pt x="274" y="10"/>
                    <a:pt x="279" y="15"/>
                    <a:pt x="287" y="18"/>
                  </a:cubicBezTo>
                  <a:cubicBezTo>
                    <a:pt x="294" y="21"/>
                    <a:pt x="303" y="23"/>
                    <a:pt x="311" y="22"/>
                  </a:cubicBezTo>
                  <a:cubicBezTo>
                    <a:pt x="315" y="21"/>
                    <a:pt x="318" y="19"/>
                    <a:pt x="322" y="21"/>
                  </a:cubicBezTo>
                  <a:cubicBezTo>
                    <a:pt x="325" y="23"/>
                    <a:pt x="326" y="27"/>
                    <a:pt x="331" y="2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80" name="Freeform 4187">
              <a:extLst>
                <a:ext uri="{FF2B5EF4-FFF2-40B4-BE49-F238E27FC236}">
                  <a16:creationId xmlns:a16="http://schemas.microsoft.com/office/drawing/2014/main" id="{80D4EB4D-C49C-48EC-9807-14962091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04"/>
              <a:ext cx="189" cy="52"/>
            </a:xfrm>
            <a:custGeom>
              <a:avLst/>
              <a:gdLst>
                <a:gd name="T0" fmla="*/ 0 w 137"/>
                <a:gd name="T1" fmla="*/ 81 h 36"/>
                <a:gd name="T2" fmla="*/ 109 w 137"/>
                <a:gd name="T3" fmla="*/ 55 h 36"/>
                <a:gd name="T4" fmla="*/ 179 w 137"/>
                <a:gd name="T5" fmla="*/ 61 h 36"/>
                <a:gd name="T6" fmla="*/ 261 w 137"/>
                <a:gd name="T7" fmla="*/ 39 h 36"/>
                <a:gd name="T8" fmla="*/ 360 w 137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36">
                  <a:moveTo>
                    <a:pt x="0" y="27"/>
                  </a:moveTo>
                  <a:cubicBezTo>
                    <a:pt x="10" y="36"/>
                    <a:pt x="30" y="18"/>
                    <a:pt x="41" y="18"/>
                  </a:cubicBezTo>
                  <a:cubicBezTo>
                    <a:pt x="50" y="17"/>
                    <a:pt x="59" y="21"/>
                    <a:pt x="68" y="20"/>
                  </a:cubicBezTo>
                  <a:cubicBezTo>
                    <a:pt x="79" y="20"/>
                    <a:pt x="90" y="17"/>
                    <a:pt x="99" y="13"/>
                  </a:cubicBezTo>
                  <a:cubicBezTo>
                    <a:pt x="113" y="8"/>
                    <a:pt x="126" y="9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81" name="Freeform 4188">
              <a:extLst>
                <a:ext uri="{FF2B5EF4-FFF2-40B4-BE49-F238E27FC236}">
                  <a16:creationId xmlns:a16="http://schemas.microsoft.com/office/drawing/2014/main" id="{05CEAC6E-D521-470E-9D55-B78F4C1C4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405"/>
              <a:ext cx="25" cy="15"/>
            </a:xfrm>
            <a:custGeom>
              <a:avLst/>
              <a:gdLst>
                <a:gd name="T0" fmla="*/ 0 w 18"/>
                <a:gd name="T1" fmla="*/ 0 h 10"/>
                <a:gd name="T2" fmla="*/ 49 w 18"/>
                <a:gd name="T3" fmla="*/ 2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5" y="4"/>
                    <a:pt x="12" y="10"/>
                    <a:pt x="18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82" name="Freeform 4189">
              <a:extLst>
                <a:ext uri="{FF2B5EF4-FFF2-40B4-BE49-F238E27FC236}">
                  <a16:creationId xmlns:a16="http://schemas.microsoft.com/office/drawing/2014/main" id="{BCEB2640-7DEC-4C9A-9B9B-A959B8D85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383"/>
              <a:ext cx="54" cy="13"/>
            </a:xfrm>
            <a:custGeom>
              <a:avLst/>
              <a:gdLst>
                <a:gd name="T0" fmla="*/ 0 w 39"/>
                <a:gd name="T1" fmla="*/ 13 h 9"/>
                <a:gd name="T2" fmla="*/ 104 w 39"/>
                <a:gd name="T3" fmla="*/ 2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0" y="4"/>
                  </a:moveTo>
                  <a:cubicBezTo>
                    <a:pt x="13" y="0"/>
                    <a:pt x="27" y="2"/>
                    <a:pt x="39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83" name="Freeform 4190">
              <a:extLst>
                <a:ext uri="{FF2B5EF4-FFF2-40B4-BE49-F238E27FC236}">
                  <a16:creationId xmlns:a16="http://schemas.microsoft.com/office/drawing/2014/main" id="{07FA1AB0-564D-420A-9D83-E87BDF7C4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394"/>
              <a:ext cx="106" cy="20"/>
            </a:xfrm>
            <a:custGeom>
              <a:avLst/>
              <a:gdLst>
                <a:gd name="T0" fmla="*/ 0 w 77"/>
                <a:gd name="T1" fmla="*/ 14 h 14"/>
                <a:gd name="T2" fmla="*/ 123 w 77"/>
                <a:gd name="T3" fmla="*/ 29 h 14"/>
                <a:gd name="T4" fmla="*/ 175 w 77"/>
                <a:gd name="T5" fmla="*/ 19 h 14"/>
                <a:gd name="T6" fmla="*/ 201 w 7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4">
                  <a:moveTo>
                    <a:pt x="0" y="5"/>
                  </a:moveTo>
                  <a:cubicBezTo>
                    <a:pt x="9" y="14"/>
                    <a:pt x="36" y="11"/>
                    <a:pt x="47" y="10"/>
                  </a:cubicBezTo>
                  <a:cubicBezTo>
                    <a:pt x="54" y="10"/>
                    <a:pt x="61" y="9"/>
                    <a:pt x="67" y="6"/>
                  </a:cubicBezTo>
                  <a:cubicBezTo>
                    <a:pt x="70" y="4"/>
                    <a:pt x="73" y="1"/>
                    <a:pt x="7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84" name="Freeform 4191">
              <a:extLst>
                <a:ext uri="{FF2B5EF4-FFF2-40B4-BE49-F238E27FC236}">
                  <a16:creationId xmlns:a16="http://schemas.microsoft.com/office/drawing/2014/main" id="{FFD320B9-3B99-45D6-B01B-690AF2B3F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385"/>
              <a:ext cx="77" cy="16"/>
            </a:xfrm>
            <a:custGeom>
              <a:avLst/>
              <a:gdLst>
                <a:gd name="T0" fmla="*/ 0 w 56"/>
                <a:gd name="T1" fmla="*/ 33 h 11"/>
                <a:gd name="T2" fmla="*/ 26 w 56"/>
                <a:gd name="T3" fmla="*/ 9 h 11"/>
                <a:gd name="T4" fmla="*/ 81 w 56"/>
                <a:gd name="T5" fmla="*/ 1 h 11"/>
                <a:gd name="T6" fmla="*/ 146 w 56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1">
                  <a:moveTo>
                    <a:pt x="0" y="11"/>
                  </a:moveTo>
                  <a:cubicBezTo>
                    <a:pt x="4" y="9"/>
                    <a:pt x="6" y="5"/>
                    <a:pt x="10" y="3"/>
                  </a:cubicBezTo>
                  <a:cubicBezTo>
                    <a:pt x="16" y="0"/>
                    <a:pt x="25" y="0"/>
                    <a:pt x="31" y="1"/>
                  </a:cubicBezTo>
                  <a:cubicBezTo>
                    <a:pt x="39" y="2"/>
                    <a:pt x="49" y="3"/>
                    <a:pt x="56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85" name="Freeform 4192">
              <a:extLst>
                <a:ext uri="{FF2B5EF4-FFF2-40B4-BE49-F238E27FC236}">
                  <a16:creationId xmlns:a16="http://schemas.microsoft.com/office/drawing/2014/main" id="{6A20133D-0C54-4981-A147-E854817B9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430"/>
              <a:ext cx="176" cy="22"/>
            </a:xfrm>
            <a:custGeom>
              <a:avLst/>
              <a:gdLst>
                <a:gd name="T0" fmla="*/ 0 w 128"/>
                <a:gd name="T1" fmla="*/ 6 h 15"/>
                <a:gd name="T2" fmla="*/ 55 w 128"/>
                <a:gd name="T3" fmla="*/ 26 h 15"/>
                <a:gd name="T4" fmla="*/ 210 w 128"/>
                <a:gd name="T5" fmla="*/ 0 h 15"/>
                <a:gd name="T6" fmla="*/ 333 w 128"/>
                <a:gd name="T7" fmla="*/ 4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15">
                  <a:moveTo>
                    <a:pt x="0" y="2"/>
                  </a:moveTo>
                  <a:cubicBezTo>
                    <a:pt x="7" y="4"/>
                    <a:pt x="12" y="8"/>
                    <a:pt x="21" y="8"/>
                  </a:cubicBezTo>
                  <a:cubicBezTo>
                    <a:pt x="41" y="7"/>
                    <a:pt x="61" y="0"/>
                    <a:pt x="81" y="0"/>
                  </a:cubicBezTo>
                  <a:cubicBezTo>
                    <a:pt x="99" y="0"/>
                    <a:pt x="111" y="10"/>
                    <a:pt x="128" y="1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86" name="Freeform 4193">
              <a:extLst>
                <a:ext uri="{FF2B5EF4-FFF2-40B4-BE49-F238E27FC236}">
                  <a16:creationId xmlns:a16="http://schemas.microsoft.com/office/drawing/2014/main" id="{4820A261-869F-49FF-B0DA-8BE1CE829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433"/>
              <a:ext cx="68" cy="16"/>
            </a:xfrm>
            <a:custGeom>
              <a:avLst/>
              <a:gdLst>
                <a:gd name="T0" fmla="*/ 0 w 49"/>
                <a:gd name="T1" fmla="*/ 0 h 11"/>
                <a:gd name="T2" fmla="*/ 89 w 49"/>
                <a:gd name="T3" fmla="*/ 32 h 11"/>
                <a:gd name="T4" fmla="*/ 130 w 49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1">
                  <a:moveTo>
                    <a:pt x="0" y="0"/>
                  </a:moveTo>
                  <a:cubicBezTo>
                    <a:pt x="10" y="7"/>
                    <a:pt x="21" y="11"/>
                    <a:pt x="33" y="10"/>
                  </a:cubicBezTo>
                  <a:cubicBezTo>
                    <a:pt x="39" y="10"/>
                    <a:pt x="43" y="8"/>
                    <a:pt x="49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87" name="Freeform 4194">
              <a:extLst>
                <a:ext uri="{FF2B5EF4-FFF2-40B4-BE49-F238E27FC236}">
                  <a16:creationId xmlns:a16="http://schemas.microsoft.com/office/drawing/2014/main" id="{B54792E0-DCD4-457D-99CD-9213F799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410"/>
              <a:ext cx="99" cy="32"/>
            </a:xfrm>
            <a:custGeom>
              <a:avLst/>
              <a:gdLst>
                <a:gd name="T0" fmla="*/ 0 w 72"/>
                <a:gd name="T1" fmla="*/ 0 h 22"/>
                <a:gd name="T2" fmla="*/ 117 w 72"/>
                <a:gd name="T3" fmla="*/ 32 h 22"/>
                <a:gd name="T4" fmla="*/ 160 w 72"/>
                <a:gd name="T5" fmla="*/ 48 h 22"/>
                <a:gd name="T6" fmla="*/ 187 w 72"/>
                <a:gd name="T7" fmla="*/ 6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2">
                  <a:moveTo>
                    <a:pt x="0" y="0"/>
                  </a:moveTo>
                  <a:cubicBezTo>
                    <a:pt x="16" y="5"/>
                    <a:pt x="28" y="9"/>
                    <a:pt x="45" y="10"/>
                  </a:cubicBezTo>
                  <a:cubicBezTo>
                    <a:pt x="53" y="10"/>
                    <a:pt x="55" y="11"/>
                    <a:pt x="61" y="16"/>
                  </a:cubicBezTo>
                  <a:cubicBezTo>
                    <a:pt x="64" y="19"/>
                    <a:pt x="67" y="21"/>
                    <a:pt x="72" y="2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88" name="Freeform 4195">
              <a:extLst>
                <a:ext uri="{FF2B5EF4-FFF2-40B4-BE49-F238E27FC236}">
                  <a16:creationId xmlns:a16="http://schemas.microsoft.com/office/drawing/2014/main" id="{3654B83F-3E7C-476B-98D5-009A1C563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420"/>
              <a:ext cx="48" cy="8"/>
            </a:xfrm>
            <a:custGeom>
              <a:avLst/>
              <a:gdLst>
                <a:gd name="T0" fmla="*/ 0 w 35"/>
                <a:gd name="T1" fmla="*/ 7 h 6"/>
                <a:gd name="T2" fmla="*/ 56 w 35"/>
                <a:gd name="T3" fmla="*/ 1 h 6"/>
                <a:gd name="T4" fmla="*/ 91 w 35"/>
                <a:gd name="T5" fmla="*/ 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">
                  <a:moveTo>
                    <a:pt x="0" y="3"/>
                  </a:moveTo>
                  <a:cubicBezTo>
                    <a:pt x="8" y="3"/>
                    <a:pt x="14" y="0"/>
                    <a:pt x="22" y="1"/>
                  </a:cubicBezTo>
                  <a:cubicBezTo>
                    <a:pt x="26" y="2"/>
                    <a:pt x="31" y="4"/>
                    <a:pt x="35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89" name="Freeform 4196">
              <a:extLst>
                <a:ext uri="{FF2B5EF4-FFF2-40B4-BE49-F238E27FC236}">
                  <a16:creationId xmlns:a16="http://schemas.microsoft.com/office/drawing/2014/main" id="{74978989-7EFD-4DD5-8370-16314A10F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436"/>
              <a:ext cx="50" cy="14"/>
            </a:xfrm>
            <a:custGeom>
              <a:avLst/>
              <a:gdLst>
                <a:gd name="T0" fmla="*/ 0 w 36"/>
                <a:gd name="T1" fmla="*/ 8 h 10"/>
                <a:gd name="T2" fmla="*/ 96 w 3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0" y="3"/>
                  </a:moveTo>
                  <a:cubicBezTo>
                    <a:pt x="15" y="10"/>
                    <a:pt x="24" y="10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90" name="Freeform 4197">
              <a:extLst>
                <a:ext uri="{FF2B5EF4-FFF2-40B4-BE49-F238E27FC236}">
                  <a16:creationId xmlns:a16="http://schemas.microsoft.com/office/drawing/2014/main" id="{AB6FD012-A9FE-42E0-A948-E36837D5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88"/>
              <a:ext cx="60" cy="10"/>
            </a:xfrm>
            <a:custGeom>
              <a:avLst/>
              <a:gdLst>
                <a:gd name="T0" fmla="*/ 0 w 43"/>
                <a:gd name="T1" fmla="*/ 20 h 7"/>
                <a:gd name="T2" fmla="*/ 68 w 43"/>
                <a:gd name="T3" fmla="*/ 1 h 7"/>
                <a:gd name="T4" fmla="*/ 117 w 43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">
                  <a:moveTo>
                    <a:pt x="0" y="7"/>
                  </a:moveTo>
                  <a:cubicBezTo>
                    <a:pt x="7" y="6"/>
                    <a:pt x="16" y="0"/>
                    <a:pt x="25" y="1"/>
                  </a:cubicBezTo>
                  <a:cubicBezTo>
                    <a:pt x="32" y="1"/>
                    <a:pt x="36" y="5"/>
                    <a:pt x="43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91" name="Freeform 4198">
              <a:extLst>
                <a:ext uri="{FF2B5EF4-FFF2-40B4-BE49-F238E27FC236}">
                  <a16:creationId xmlns:a16="http://schemas.microsoft.com/office/drawing/2014/main" id="{524B2E32-7AA7-4624-9D20-B50BF60E7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417"/>
              <a:ext cx="54" cy="11"/>
            </a:xfrm>
            <a:custGeom>
              <a:avLst/>
              <a:gdLst>
                <a:gd name="T0" fmla="*/ 0 w 39"/>
                <a:gd name="T1" fmla="*/ 19 h 8"/>
                <a:gd name="T2" fmla="*/ 54 w 39"/>
                <a:gd name="T3" fmla="*/ 1 h 8"/>
                <a:gd name="T4" fmla="*/ 104 w 39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8">
                  <a:moveTo>
                    <a:pt x="0" y="7"/>
                  </a:moveTo>
                  <a:cubicBezTo>
                    <a:pt x="6" y="8"/>
                    <a:pt x="14" y="1"/>
                    <a:pt x="20" y="1"/>
                  </a:cubicBezTo>
                  <a:cubicBezTo>
                    <a:pt x="27" y="0"/>
                    <a:pt x="34" y="7"/>
                    <a:pt x="39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92" name="Freeform 4199">
              <a:extLst>
                <a:ext uri="{FF2B5EF4-FFF2-40B4-BE49-F238E27FC236}">
                  <a16:creationId xmlns:a16="http://schemas.microsoft.com/office/drawing/2014/main" id="{F8D2786C-CCA9-4B22-AAA4-B114D2B6D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415"/>
              <a:ext cx="55" cy="16"/>
            </a:xfrm>
            <a:custGeom>
              <a:avLst/>
              <a:gdLst>
                <a:gd name="T0" fmla="*/ 0 w 40"/>
                <a:gd name="T1" fmla="*/ 9 h 11"/>
                <a:gd name="T2" fmla="*/ 54 w 40"/>
                <a:gd name="T3" fmla="*/ 6 h 11"/>
                <a:gd name="T4" fmla="*/ 105 w 40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1">
                  <a:moveTo>
                    <a:pt x="0" y="3"/>
                  </a:moveTo>
                  <a:cubicBezTo>
                    <a:pt x="7" y="4"/>
                    <a:pt x="13" y="0"/>
                    <a:pt x="20" y="2"/>
                  </a:cubicBezTo>
                  <a:cubicBezTo>
                    <a:pt x="28" y="4"/>
                    <a:pt x="33" y="9"/>
                    <a:pt x="40" y="1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93" name="Freeform 4200">
              <a:extLst>
                <a:ext uri="{FF2B5EF4-FFF2-40B4-BE49-F238E27FC236}">
                  <a16:creationId xmlns:a16="http://schemas.microsoft.com/office/drawing/2014/main" id="{C8E611CC-924A-4B05-B0F5-EAE683AC4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423"/>
              <a:ext cx="98" cy="16"/>
            </a:xfrm>
            <a:custGeom>
              <a:avLst/>
              <a:gdLst>
                <a:gd name="T0" fmla="*/ 0 w 71"/>
                <a:gd name="T1" fmla="*/ 15 h 11"/>
                <a:gd name="T2" fmla="*/ 23 w 71"/>
                <a:gd name="T3" fmla="*/ 19 h 11"/>
                <a:gd name="T4" fmla="*/ 105 w 71"/>
                <a:gd name="T5" fmla="*/ 19 h 11"/>
                <a:gd name="T6" fmla="*/ 160 w 71"/>
                <a:gd name="T7" fmla="*/ 13 h 11"/>
                <a:gd name="T8" fmla="*/ 186 w 7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">
                  <a:moveTo>
                    <a:pt x="0" y="5"/>
                  </a:moveTo>
                  <a:cubicBezTo>
                    <a:pt x="1" y="11"/>
                    <a:pt x="6" y="7"/>
                    <a:pt x="9" y="6"/>
                  </a:cubicBezTo>
                  <a:cubicBezTo>
                    <a:pt x="20" y="3"/>
                    <a:pt x="29" y="4"/>
                    <a:pt x="40" y="6"/>
                  </a:cubicBezTo>
                  <a:cubicBezTo>
                    <a:pt x="48" y="7"/>
                    <a:pt x="54" y="7"/>
                    <a:pt x="61" y="4"/>
                  </a:cubicBezTo>
                  <a:cubicBezTo>
                    <a:pt x="65" y="3"/>
                    <a:pt x="67" y="0"/>
                    <a:pt x="7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94" name="Freeform 4201">
              <a:extLst>
                <a:ext uri="{FF2B5EF4-FFF2-40B4-BE49-F238E27FC236}">
                  <a16:creationId xmlns:a16="http://schemas.microsoft.com/office/drawing/2014/main" id="{018777E3-D6BE-480C-B514-A2D21E094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414"/>
              <a:ext cx="65" cy="14"/>
            </a:xfrm>
            <a:custGeom>
              <a:avLst/>
              <a:gdLst>
                <a:gd name="T0" fmla="*/ 0 w 47"/>
                <a:gd name="T1" fmla="*/ 28 h 10"/>
                <a:gd name="T2" fmla="*/ 124 w 47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0">
                  <a:moveTo>
                    <a:pt x="0" y="10"/>
                  </a:moveTo>
                  <a:cubicBezTo>
                    <a:pt x="15" y="3"/>
                    <a:pt x="30" y="0"/>
                    <a:pt x="47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95" name="Freeform 4202">
              <a:extLst>
                <a:ext uri="{FF2B5EF4-FFF2-40B4-BE49-F238E27FC236}">
                  <a16:creationId xmlns:a16="http://schemas.microsoft.com/office/drawing/2014/main" id="{69711789-E015-446A-9A3C-CF8116EE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327"/>
              <a:ext cx="421" cy="77"/>
            </a:xfrm>
            <a:custGeom>
              <a:avLst/>
              <a:gdLst>
                <a:gd name="T0" fmla="*/ 0 w 306"/>
                <a:gd name="T1" fmla="*/ 163 h 53"/>
                <a:gd name="T2" fmla="*/ 95 w 306"/>
                <a:gd name="T3" fmla="*/ 121 h 53"/>
                <a:gd name="T4" fmla="*/ 257 w 306"/>
                <a:gd name="T5" fmla="*/ 113 h 53"/>
                <a:gd name="T6" fmla="*/ 396 w 306"/>
                <a:gd name="T7" fmla="*/ 65 h 53"/>
                <a:gd name="T8" fmla="*/ 490 w 306"/>
                <a:gd name="T9" fmla="*/ 93 h 53"/>
                <a:gd name="T10" fmla="*/ 574 w 306"/>
                <a:gd name="T11" fmla="*/ 55 h 53"/>
                <a:gd name="T12" fmla="*/ 678 w 306"/>
                <a:gd name="T13" fmla="*/ 74 h 53"/>
                <a:gd name="T14" fmla="*/ 776 w 306"/>
                <a:gd name="T15" fmla="*/ 46 h 53"/>
                <a:gd name="T16" fmla="*/ 797 w 306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6" h="53">
                  <a:moveTo>
                    <a:pt x="0" y="53"/>
                  </a:moveTo>
                  <a:cubicBezTo>
                    <a:pt x="12" y="51"/>
                    <a:pt x="23" y="42"/>
                    <a:pt x="36" y="39"/>
                  </a:cubicBezTo>
                  <a:cubicBezTo>
                    <a:pt x="57" y="34"/>
                    <a:pt x="78" y="41"/>
                    <a:pt x="99" y="37"/>
                  </a:cubicBezTo>
                  <a:cubicBezTo>
                    <a:pt x="117" y="34"/>
                    <a:pt x="134" y="24"/>
                    <a:pt x="152" y="21"/>
                  </a:cubicBezTo>
                  <a:cubicBezTo>
                    <a:pt x="166" y="19"/>
                    <a:pt x="175" y="30"/>
                    <a:pt x="188" y="30"/>
                  </a:cubicBezTo>
                  <a:cubicBezTo>
                    <a:pt x="200" y="30"/>
                    <a:pt x="208" y="19"/>
                    <a:pt x="220" y="18"/>
                  </a:cubicBezTo>
                  <a:cubicBezTo>
                    <a:pt x="233" y="17"/>
                    <a:pt x="247" y="23"/>
                    <a:pt x="260" y="24"/>
                  </a:cubicBezTo>
                  <a:cubicBezTo>
                    <a:pt x="272" y="25"/>
                    <a:pt x="290" y="26"/>
                    <a:pt x="298" y="15"/>
                  </a:cubicBezTo>
                  <a:cubicBezTo>
                    <a:pt x="302" y="10"/>
                    <a:pt x="301" y="4"/>
                    <a:pt x="30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96" name="Freeform 4203">
              <a:extLst>
                <a:ext uri="{FF2B5EF4-FFF2-40B4-BE49-F238E27FC236}">
                  <a16:creationId xmlns:a16="http://schemas.microsoft.com/office/drawing/2014/main" id="{9330EA04-31B4-48FF-A161-606A6AF0A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347"/>
              <a:ext cx="287" cy="92"/>
            </a:xfrm>
            <a:custGeom>
              <a:avLst/>
              <a:gdLst>
                <a:gd name="T0" fmla="*/ 0 w 208"/>
                <a:gd name="T1" fmla="*/ 9 h 63"/>
                <a:gd name="T2" fmla="*/ 55 w 208"/>
                <a:gd name="T3" fmla="*/ 0 h 63"/>
                <a:gd name="T4" fmla="*/ 150 w 208"/>
                <a:gd name="T5" fmla="*/ 41 h 63"/>
                <a:gd name="T6" fmla="*/ 247 w 208"/>
                <a:gd name="T7" fmla="*/ 47 h 63"/>
                <a:gd name="T8" fmla="*/ 302 w 208"/>
                <a:gd name="T9" fmla="*/ 69 h 63"/>
                <a:gd name="T10" fmla="*/ 362 w 208"/>
                <a:gd name="T11" fmla="*/ 107 h 63"/>
                <a:gd name="T12" fmla="*/ 468 w 208"/>
                <a:gd name="T13" fmla="*/ 115 h 63"/>
                <a:gd name="T14" fmla="*/ 520 w 208"/>
                <a:gd name="T15" fmla="*/ 164 h 63"/>
                <a:gd name="T16" fmla="*/ 546 w 208"/>
                <a:gd name="T17" fmla="*/ 196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8" h="63">
                  <a:moveTo>
                    <a:pt x="0" y="3"/>
                  </a:moveTo>
                  <a:cubicBezTo>
                    <a:pt x="7" y="1"/>
                    <a:pt x="14" y="0"/>
                    <a:pt x="21" y="0"/>
                  </a:cubicBezTo>
                  <a:cubicBezTo>
                    <a:pt x="35" y="0"/>
                    <a:pt x="44" y="8"/>
                    <a:pt x="57" y="13"/>
                  </a:cubicBezTo>
                  <a:cubicBezTo>
                    <a:pt x="70" y="19"/>
                    <a:pt x="81" y="17"/>
                    <a:pt x="94" y="15"/>
                  </a:cubicBezTo>
                  <a:cubicBezTo>
                    <a:pt x="104" y="13"/>
                    <a:pt x="109" y="16"/>
                    <a:pt x="115" y="22"/>
                  </a:cubicBezTo>
                  <a:cubicBezTo>
                    <a:pt x="123" y="29"/>
                    <a:pt x="127" y="33"/>
                    <a:pt x="138" y="34"/>
                  </a:cubicBezTo>
                  <a:cubicBezTo>
                    <a:pt x="151" y="35"/>
                    <a:pt x="165" y="33"/>
                    <a:pt x="178" y="37"/>
                  </a:cubicBezTo>
                  <a:cubicBezTo>
                    <a:pt x="188" y="40"/>
                    <a:pt x="192" y="45"/>
                    <a:pt x="198" y="53"/>
                  </a:cubicBezTo>
                  <a:cubicBezTo>
                    <a:pt x="200" y="56"/>
                    <a:pt x="203" y="61"/>
                    <a:pt x="208" y="6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97" name="Freeform 4204">
              <a:extLst>
                <a:ext uri="{FF2B5EF4-FFF2-40B4-BE49-F238E27FC236}">
                  <a16:creationId xmlns:a16="http://schemas.microsoft.com/office/drawing/2014/main" id="{1CDF955A-F14B-4247-B0D9-16D5E2152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383"/>
              <a:ext cx="93" cy="18"/>
            </a:xfrm>
            <a:custGeom>
              <a:avLst/>
              <a:gdLst>
                <a:gd name="T0" fmla="*/ 0 w 68"/>
                <a:gd name="T1" fmla="*/ 27 h 12"/>
                <a:gd name="T2" fmla="*/ 47 w 68"/>
                <a:gd name="T3" fmla="*/ 35 h 12"/>
                <a:gd name="T4" fmla="*/ 111 w 68"/>
                <a:gd name="T5" fmla="*/ 32 h 12"/>
                <a:gd name="T6" fmla="*/ 174 w 68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2">
                  <a:moveTo>
                    <a:pt x="0" y="8"/>
                  </a:moveTo>
                  <a:cubicBezTo>
                    <a:pt x="7" y="9"/>
                    <a:pt x="12" y="8"/>
                    <a:pt x="18" y="10"/>
                  </a:cubicBezTo>
                  <a:cubicBezTo>
                    <a:pt x="27" y="12"/>
                    <a:pt x="35" y="12"/>
                    <a:pt x="43" y="9"/>
                  </a:cubicBezTo>
                  <a:cubicBezTo>
                    <a:pt x="52" y="6"/>
                    <a:pt x="59" y="2"/>
                    <a:pt x="6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98" name="Freeform 4205">
              <a:extLst>
                <a:ext uri="{FF2B5EF4-FFF2-40B4-BE49-F238E27FC236}">
                  <a16:creationId xmlns:a16="http://schemas.microsoft.com/office/drawing/2014/main" id="{72D6AD81-B5B4-419B-89D7-BE3BF9F68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375"/>
              <a:ext cx="194" cy="39"/>
            </a:xfrm>
            <a:custGeom>
              <a:avLst/>
              <a:gdLst>
                <a:gd name="T0" fmla="*/ 0 w 141"/>
                <a:gd name="T1" fmla="*/ 0 h 27"/>
                <a:gd name="T2" fmla="*/ 26 w 141"/>
                <a:gd name="T3" fmla="*/ 14 h 27"/>
                <a:gd name="T4" fmla="*/ 40 w 141"/>
                <a:gd name="T5" fmla="*/ 33 h 27"/>
                <a:gd name="T6" fmla="*/ 81 w 141"/>
                <a:gd name="T7" fmla="*/ 39 h 27"/>
                <a:gd name="T8" fmla="*/ 223 w 141"/>
                <a:gd name="T9" fmla="*/ 55 h 27"/>
                <a:gd name="T10" fmla="*/ 244 w 141"/>
                <a:gd name="T11" fmla="*/ 74 h 27"/>
                <a:gd name="T12" fmla="*/ 297 w 141"/>
                <a:gd name="T13" fmla="*/ 66 h 27"/>
                <a:gd name="T14" fmla="*/ 367 w 141"/>
                <a:gd name="T15" fmla="*/ 8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27">
                  <a:moveTo>
                    <a:pt x="0" y="0"/>
                  </a:moveTo>
                  <a:cubicBezTo>
                    <a:pt x="3" y="2"/>
                    <a:pt x="7" y="3"/>
                    <a:pt x="10" y="5"/>
                  </a:cubicBezTo>
                  <a:cubicBezTo>
                    <a:pt x="12" y="7"/>
                    <a:pt x="13" y="9"/>
                    <a:pt x="15" y="11"/>
                  </a:cubicBezTo>
                  <a:cubicBezTo>
                    <a:pt x="19" y="14"/>
                    <a:pt x="25" y="13"/>
                    <a:pt x="31" y="13"/>
                  </a:cubicBezTo>
                  <a:cubicBezTo>
                    <a:pt x="48" y="12"/>
                    <a:pt x="73" y="4"/>
                    <a:pt x="86" y="18"/>
                  </a:cubicBezTo>
                  <a:cubicBezTo>
                    <a:pt x="90" y="22"/>
                    <a:pt x="89" y="23"/>
                    <a:pt x="94" y="24"/>
                  </a:cubicBezTo>
                  <a:cubicBezTo>
                    <a:pt x="100" y="25"/>
                    <a:pt x="108" y="22"/>
                    <a:pt x="114" y="22"/>
                  </a:cubicBezTo>
                  <a:cubicBezTo>
                    <a:pt x="124" y="21"/>
                    <a:pt x="133" y="21"/>
                    <a:pt x="141" y="2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99" name="Freeform 4206">
              <a:extLst>
                <a:ext uri="{FF2B5EF4-FFF2-40B4-BE49-F238E27FC236}">
                  <a16:creationId xmlns:a16="http://schemas.microsoft.com/office/drawing/2014/main" id="{BB11743A-F67E-4B5B-A182-167E1ADA3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395"/>
              <a:ext cx="101" cy="17"/>
            </a:xfrm>
            <a:custGeom>
              <a:avLst/>
              <a:gdLst>
                <a:gd name="T0" fmla="*/ 0 w 73"/>
                <a:gd name="T1" fmla="*/ 0 h 12"/>
                <a:gd name="T2" fmla="*/ 130 w 73"/>
                <a:gd name="T3" fmla="*/ 14 h 12"/>
                <a:gd name="T4" fmla="*/ 165 w 73"/>
                <a:gd name="T5" fmla="*/ 18 h 12"/>
                <a:gd name="T6" fmla="*/ 194 w 73"/>
                <a:gd name="T7" fmla="*/ 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2">
                  <a:moveTo>
                    <a:pt x="0" y="0"/>
                  </a:moveTo>
                  <a:cubicBezTo>
                    <a:pt x="9" y="11"/>
                    <a:pt x="37" y="6"/>
                    <a:pt x="49" y="5"/>
                  </a:cubicBezTo>
                  <a:cubicBezTo>
                    <a:pt x="54" y="4"/>
                    <a:pt x="57" y="4"/>
                    <a:pt x="62" y="6"/>
                  </a:cubicBezTo>
                  <a:cubicBezTo>
                    <a:pt x="66" y="8"/>
                    <a:pt x="68" y="12"/>
                    <a:pt x="73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00" name="Freeform 4207">
              <a:extLst>
                <a:ext uri="{FF2B5EF4-FFF2-40B4-BE49-F238E27FC236}">
                  <a16:creationId xmlns:a16="http://schemas.microsoft.com/office/drawing/2014/main" id="{660815A3-47E8-49CF-8CB2-836922FD4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356"/>
              <a:ext cx="79" cy="27"/>
            </a:xfrm>
            <a:custGeom>
              <a:avLst/>
              <a:gdLst>
                <a:gd name="T0" fmla="*/ 0 w 57"/>
                <a:gd name="T1" fmla="*/ 26 h 19"/>
                <a:gd name="T2" fmla="*/ 101 w 57"/>
                <a:gd name="T3" fmla="*/ 28 h 19"/>
                <a:gd name="T4" fmla="*/ 151 w 57"/>
                <a:gd name="T5" fmla="*/ 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9">
                  <a:moveTo>
                    <a:pt x="0" y="9"/>
                  </a:moveTo>
                  <a:cubicBezTo>
                    <a:pt x="4" y="19"/>
                    <a:pt x="31" y="14"/>
                    <a:pt x="38" y="10"/>
                  </a:cubicBezTo>
                  <a:cubicBezTo>
                    <a:pt x="44" y="7"/>
                    <a:pt x="50" y="0"/>
                    <a:pt x="57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01" name="Freeform 4208">
              <a:extLst>
                <a:ext uri="{FF2B5EF4-FFF2-40B4-BE49-F238E27FC236}">
                  <a16:creationId xmlns:a16="http://schemas.microsoft.com/office/drawing/2014/main" id="{6045D5CB-1A59-490D-B6D6-D37D744A8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57"/>
              <a:ext cx="91" cy="21"/>
            </a:xfrm>
            <a:custGeom>
              <a:avLst/>
              <a:gdLst>
                <a:gd name="T0" fmla="*/ 0 w 66"/>
                <a:gd name="T1" fmla="*/ 0 h 14"/>
                <a:gd name="T2" fmla="*/ 112 w 66"/>
                <a:gd name="T3" fmla="*/ 45 h 14"/>
                <a:gd name="T4" fmla="*/ 172 w 66"/>
                <a:gd name="T5" fmla="*/ 2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4">
                  <a:moveTo>
                    <a:pt x="0" y="0"/>
                  </a:moveTo>
                  <a:cubicBezTo>
                    <a:pt x="11" y="13"/>
                    <a:pt x="27" y="14"/>
                    <a:pt x="43" y="13"/>
                  </a:cubicBezTo>
                  <a:cubicBezTo>
                    <a:pt x="51" y="12"/>
                    <a:pt x="57" y="8"/>
                    <a:pt x="66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02" name="Freeform 4209">
              <a:extLst>
                <a:ext uri="{FF2B5EF4-FFF2-40B4-BE49-F238E27FC236}">
                  <a16:creationId xmlns:a16="http://schemas.microsoft.com/office/drawing/2014/main" id="{9025DE38-CBDD-4333-A27E-9925896D3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346"/>
              <a:ext cx="140" cy="40"/>
            </a:xfrm>
            <a:custGeom>
              <a:avLst/>
              <a:gdLst>
                <a:gd name="T0" fmla="*/ 0 w 102"/>
                <a:gd name="T1" fmla="*/ 81 h 28"/>
                <a:gd name="T2" fmla="*/ 51 w 102"/>
                <a:gd name="T3" fmla="*/ 53 h 28"/>
                <a:gd name="T4" fmla="*/ 140 w 102"/>
                <a:gd name="T5" fmla="*/ 41 h 28"/>
                <a:gd name="T6" fmla="*/ 264 w 10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8">
                  <a:moveTo>
                    <a:pt x="0" y="28"/>
                  </a:moveTo>
                  <a:cubicBezTo>
                    <a:pt x="8" y="27"/>
                    <a:pt x="13" y="21"/>
                    <a:pt x="20" y="18"/>
                  </a:cubicBezTo>
                  <a:cubicBezTo>
                    <a:pt x="32" y="12"/>
                    <a:pt x="42" y="15"/>
                    <a:pt x="54" y="14"/>
                  </a:cubicBezTo>
                  <a:cubicBezTo>
                    <a:pt x="72" y="13"/>
                    <a:pt x="86" y="7"/>
                    <a:pt x="10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03" name="Freeform 4210">
              <a:extLst>
                <a:ext uri="{FF2B5EF4-FFF2-40B4-BE49-F238E27FC236}">
                  <a16:creationId xmlns:a16="http://schemas.microsoft.com/office/drawing/2014/main" id="{E7A38450-6A47-41F8-AE97-74034129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363"/>
              <a:ext cx="72" cy="22"/>
            </a:xfrm>
            <a:custGeom>
              <a:avLst/>
              <a:gdLst>
                <a:gd name="T0" fmla="*/ 0 w 52"/>
                <a:gd name="T1" fmla="*/ 0 h 15"/>
                <a:gd name="T2" fmla="*/ 71 w 52"/>
                <a:gd name="T3" fmla="*/ 1 h 15"/>
                <a:gd name="T4" fmla="*/ 138 w 52"/>
                <a:gd name="T5" fmla="*/ 4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5">
                  <a:moveTo>
                    <a:pt x="0" y="0"/>
                  </a:moveTo>
                  <a:cubicBezTo>
                    <a:pt x="8" y="4"/>
                    <a:pt x="18" y="1"/>
                    <a:pt x="27" y="1"/>
                  </a:cubicBezTo>
                  <a:cubicBezTo>
                    <a:pt x="37" y="2"/>
                    <a:pt x="45" y="8"/>
                    <a:pt x="52" y="1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04" name="Freeform 4211">
              <a:extLst>
                <a:ext uri="{FF2B5EF4-FFF2-40B4-BE49-F238E27FC236}">
                  <a16:creationId xmlns:a16="http://schemas.microsoft.com/office/drawing/2014/main" id="{E8E214DB-4C2D-4D3C-AB78-BEAF6B0D5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334"/>
              <a:ext cx="153" cy="36"/>
            </a:xfrm>
            <a:custGeom>
              <a:avLst/>
              <a:gdLst>
                <a:gd name="T0" fmla="*/ 0 w 111"/>
                <a:gd name="T1" fmla="*/ 75 h 25"/>
                <a:gd name="T2" fmla="*/ 74 w 111"/>
                <a:gd name="T3" fmla="*/ 48 h 25"/>
                <a:gd name="T4" fmla="*/ 194 w 111"/>
                <a:gd name="T5" fmla="*/ 50 h 25"/>
                <a:gd name="T6" fmla="*/ 249 w 111"/>
                <a:gd name="T7" fmla="*/ 27 h 25"/>
                <a:gd name="T8" fmla="*/ 291 w 11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25">
                  <a:moveTo>
                    <a:pt x="0" y="25"/>
                  </a:moveTo>
                  <a:cubicBezTo>
                    <a:pt x="10" y="23"/>
                    <a:pt x="18" y="17"/>
                    <a:pt x="28" y="16"/>
                  </a:cubicBezTo>
                  <a:cubicBezTo>
                    <a:pt x="43" y="15"/>
                    <a:pt x="59" y="20"/>
                    <a:pt x="74" y="17"/>
                  </a:cubicBezTo>
                  <a:cubicBezTo>
                    <a:pt x="81" y="15"/>
                    <a:pt x="88" y="11"/>
                    <a:pt x="95" y="9"/>
                  </a:cubicBezTo>
                  <a:cubicBezTo>
                    <a:pt x="101" y="7"/>
                    <a:pt x="109" y="7"/>
                    <a:pt x="11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05" name="Freeform 4212">
              <a:extLst>
                <a:ext uri="{FF2B5EF4-FFF2-40B4-BE49-F238E27FC236}">
                  <a16:creationId xmlns:a16="http://schemas.microsoft.com/office/drawing/2014/main" id="{BD42603A-C672-4B82-B66F-B59D0C5F9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1357"/>
              <a:ext cx="87" cy="25"/>
            </a:xfrm>
            <a:custGeom>
              <a:avLst/>
              <a:gdLst>
                <a:gd name="T0" fmla="*/ 0 w 63"/>
                <a:gd name="T1" fmla="*/ 54 h 17"/>
                <a:gd name="T2" fmla="*/ 95 w 63"/>
                <a:gd name="T3" fmla="*/ 0 h 17"/>
                <a:gd name="T4" fmla="*/ 166 w 63"/>
                <a:gd name="T5" fmla="*/ 1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7">
                  <a:moveTo>
                    <a:pt x="0" y="17"/>
                  </a:moveTo>
                  <a:cubicBezTo>
                    <a:pt x="12" y="6"/>
                    <a:pt x="20" y="0"/>
                    <a:pt x="36" y="0"/>
                  </a:cubicBezTo>
                  <a:cubicBezTo>
                    <a:pt x="45" y="1"/>
                    <a:pt x="54" y="3"/>
                    <a:pt x="63" y="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06" name="Freeform 4213">
              <a:extLst>
                <a:ext uri="{FF2B5EF4-FFF2-40B4-BE49-F238E27FC236}">
                  <a16:creationId xmlns:a16="http://schemas.microsoft.com/office/drawing/2014/main" id="{C4086606-23D7-42FD-BCBB-56FCCF8D3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324"/>
              <a:ext cx="100" cy="32"/>
            </a:xfrm>
            <a:custGeom>
              <a:avLst/>
              <a:gdLst>
                <a:gd name="T0" fmla="*/ 0 w 72"/>
                <a:gd name="T1" fmla="*/ 68 h 22"/>
                <a:gd name="T2" fmla="*/ 49 w 72"/>
                <a:gd name="T3" fmla="*/ 33 h 22"/>
                <a:gd name="T4" fmla="*/ 124 w 72"/>
                <a:gd name="T5" fmla="*/ 28 h 22"/>
                <a:gd name="T6" fmla="*/ 174 w 72"/>
                <a:gd name="T7" fmla="*/ 22 h 22"/>
                <a:gd name="T8" fmla="*/ 193 w 7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2">
                  <a:moveTo>
                    <a:pt x="0" y="22"/>
                  </a:moveTo>
                  <a:cubicBezTo>
                    <a:pt x="7" y="18"/>
                    <a:pt x="9" y="13"/>
                    <a:pt x="18" y="11"/>
                  </a:cubicBezTo>
                  <a:cubicBezTo>
                    <a:pt x="27" y="9"/>
                    <a:pt x="37" y="9"/>
                    <a:pt x="46" y="9"/>
                  </a:cubicBezTo>
                  <a:cubicBezTo>
                    <a:pt x="51" y="8"/>
                    <a:pt x="61" y="10"/>
                    <a:pt x="65" y="7"/>
                  </a:cubicBezTo>
                  <a:cubicBezTo>
                    <a:pt x="68" y="6"/>
                    <a:pt x="69" y="2"/>
                    <a:pt x="7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07" name="Freeform 4214">
              <a:extLst>
                <a:ext uri="{FF2B5EF4-FFF2-40B4-BE49-F238E27FC236}">
                  <a16:creationId xmlns:a16="http://schemas.microsoft.com/office/drawing/2014/main" id="{264A83B4-749D-439E-A9AC-E78EB601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337"/>
              <a:ext cx="102" cy="14"/>
            </a:xfrm>
            <a:custGeom>
              <a:avLst/>
              <a:gdLst>
                <a:gd name="T0" fmla="*/ 0 w 74"/>
                <a:gd name="T1" fmla="*/ 28 h 10"/>
                <a:gd name="T2" fmla="*/ 125 w 74"/>
                <a:gd name="T3" fmla="*/ 11 h 10"/>
                <a:gd name="T4" fmla="*/ 194 w 74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0">
                  <a:moveTo>
                    <a:pt x="0" y="10"/>
                  </a:moveTo>
                  <a:cubicBezTo>
                    <a:pt x="14" y="0"/>
                    <a:pt x="31" y="1"/>
                    <a:pt x="48" y="4"/>
                  </a:cubicBezTo>
                  <a:cubicBezTo>
                    <a:pt x="56" y="6"/>
                    <a:pt x="68" y="8"/>
                    <a:pt x="74" y="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08" name="Freeform 4215">
              <a:extLst>
                <a:ext uri="{FF2B5EF4-FFF2-40B4-BE49-F238E27FC236}">
                  <a16:creationId xmlns:a16="http://schemas.microsoft.com/office/drawing/2014/main" id="{3D804534-BBBE-4748-9306-528A2E735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372"/>
              <a:ext cx="115" cy="38"/>
            </a:xfrm>
            <a:custGeom>
              <a:avLst/>
              <a:gdLst>
                <a:gd name="T0" fmla="*/ 0 w 83"/>
                <a:gd name="T1" fmla="*/ 1 h 26"/>
                <a:gd name="T2" fmla="*/ 220 w 83"/>
                <a:gd name="T3" fmla="*/ 8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26">
                  <a:moveTo>
                    <a:pt x="0" y="1"/>
                  </a:moveTo>
                  <a:cubicBezTo>
                    <a:pt x="24" y="14"/>
                    <a:pt x="68" y="0"/>
                    <a:pt x="83" y="2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09" name="Freeform 4216">
              <a:extLst>
                <a:ext uri="{FF2B5EF4-FFF2-40B4-BE49-F238E27FC236}">
                  <a16:creationId xmlns:a16="http://schemas.microsoft.com/office/drawing/2014/main" id="{20E3FD65-8D40-4483-BC9B-7D63F1B05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380"/>
              <a:ext cx="88" cy="30"/>
            </a:xfrm>
            <a:custGeom>
              <a:avLst/>
              <a:gdLst>
                <a:gd name="T0" fmla="*/ 0 w 64"/>
                <a:gd name="T1" fmla="*/ 0 h 20"/>
                <a:gd name="T2" fmla="*/ 166 w 64"/>
                <a:gd name="T3" fmla="*/ 6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20">
                  <a:moveTo>
                    <a:pt x="0" y="0"/>
                  </a:moveTo>
                  <a:cubicBezTo>
                    <a:pt x="17" y="20"/>
                    <a:pt x="43" y="9"/>
                    <a:pt x="64" y="2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10" name="Freeform 4217">
              <a:extLst>
                <a:ext uri="{FF2B5EF4-FFF2-40B4-BE49-F238E27FC236}">
                  <a16:creationId xmlns:a16="http://schemas.microsoft.com/office/drawing/2014/main" id="{586ED899-F71C-4A30-93DC-F09556EC3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386"/>
              <a:ext cx="89" cy="21"/>
            </a:xfrm>
            <a:custGeom>
              <a:avLst/>
              <a:gdLst>
                <a:gd name="T0" fmla="*/ 0 w 65"/>
                <a:gd name="T1" fmla="*/ 26 h 14"/>
                <a:gd name="T2" fmla="*/ 111 w 65"/>
                <a:gd name="T3" fmla="*/ 32 h 14"/>
                <a:gd name="T4" fmla="*/ 167 w 65"/>
                <a:gd name="T5" fmla="*/ 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4">
                  <a:moveTo>
                    <a:pt x="0" y="7"/>
                  </a:moveTo>
                  <a:cubicBezTo>
                    <a:pt x="13" y="14"/>
                    <a:pt x="30" y="13"/>
                    <a:pt x="43" y="9"/>
                  </a:cubicBezTo>
                  <a:cubicBezTo>
                    <a:pt x="49" y="7"/>
                    <a:pt x="59" y="0"/>
                    <a:pt x="65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11" name="Freeform 4218">
              <a:extLst>
                <a:ext uri="{FF2B5EF4-FFF2-40B4-BE49-F238E27FC236}">
                  <a16:creationId xmlns:a16="http://schemas.microsoft.com/office/drawing/2014/main" id="{17393A53-F2CF-4D8C-B37B-FE9AF59E0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359"/>
              <a:ext cx="97" cy="36"/>
            </a:xfrm>
            <a:custGeom>
              <a:avLst/>
              <a:gdLst>
                <a:gd name="T0" fmla="*/ 0 w 70"/>
                <a:gd name="T1" fmla="*/ 19 h 25"/>
                <a:gd name="T2" fmla="*/ 186 w 7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5">
                  <a:moveTo>
                    <a:pt x="0" y="6"/>
                  </a:moveTo>
                  <a:cubicBezTo>
                    <a:pt x="18" y="25"/>
                    <a:pt x="50" y="9"/>
                    <a:pt x="7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12" name="Freeform 4219">
              <a:extLst>
                <a:ext uri="{FF2B5EF4-FFF2-40B4-BE49-F238E27FC236}">
                  <a16:creationId xmlns:a16="http://schemas.microsoft.com/office/drawing/2014/main" id="{BD679098-3918-4B49-8AF5-07E5A93A8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405"/>
              <a:ext cx="81" cy="18"/>
            </a:xfrm>
            <a:custGeom>
              <a:avLst/>
              <a:gdLst>
                <a:gd name="T0" fmla="*/ 0 w 59"/>
                <a:gd name="T1" fmla="*/ 5 h 12"/>
                <a:gd name="T2" fmla="*/ 92 w 59"/>
                <a:gd name="T3" fmla="*/ 32 h 12"/>
                <a:gd name="T4" fmla="*/ 152 w 5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2">
                  <a:moveTo>
                    <a:pt x="0" y="1"/>
                  </a:moveTo>
                  <a:cubicBezTo>
                    <a:pt x="10" y="11"/>
                    <a:pt x="23" y="12"/>
                    <a:pt x="36" y="9"/>
                  </a:cubicBezTo>
                  <a:cubicBezTo>
                    <a:pt x="43" y="8"/>
                    <a:pt x="53" y="0"/>
                    <a:pt x="59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13" name="Freeform 4220">
              <a:extLst>
                <a:ext uri="{FF2B5EF4-FFF2-40B4-BE49-F238E27FC236}">
                  <a16:creationId xmlns:a16="http://schemas.microsoft.com/office/drawing/2014/main" id="{24BF4A39-3C14-4C0F-BFF7-75CBF6693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364"/>
              <a:ext cx="65" cy="25"/>
            </a:xfrm>
            <a:custGeom>
              <a:avLst/>
              <a:gdLst>
                <a:gd name="T0" fmla="*/ 0 w 47"/>
                <a:gd name="T1" fmla="*/ 0 h 17"/>
                <a:gd name="T2" fmla="*/ 76 w 47"/>
                <a:gd name="T3" fmla="*/ 51 h 17"/>
                <a:gd name="T4" fmla="*/ 124 w 47"/>
                <a:gd name="T5" fmla="*/ 4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7">
                  <a:moveTo>
                    <a:pt x="0" y="0"/>
                  </a:moveTo>
                  <a:cubicBezTo>
                    <a:pt x="0" y="9"/>
                    <a:pt x="21" y="17"/>
                    <a:pt x="29" y="16"/>
                  </a:cubicBezTo>
                  <a:cubicBezTo>
                    <a:pt x="35" y="16"/>
                    <a:pt x="40" y="12"/>
                    <a:pt x="47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14" name="Freeform 4221">
              <a:extLst>
                <a:ext uri="{FF2B5EF4-FFF2-40B4-BE49-F238E27FC236}">
                  <a16:creationId xmlns:a16="http://schemas.microsoft.com/office/drawing/2014/main" id="{137CB998-EDE4-4DB9-86F5-6C5ED1B57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376"/>
              <a:ext cx="335" cy="34"/>
            </a:xfrm>
            <a:custGeom>
              <a:avLst/>
              <a:gdLst>
                <a:gd name="T0" fmla="*/ 0 w 243"/>
                <a:gd name="T1" fmla="*/ 61 h 23"/>
                <a:gd name="T2" fmla="*/ 26 w 243"/>
                <a:gd name="T3" fmla="*/ 61 h 23"/>
                <a:gd name="T4" fmla="*/ 105 w 243"/>
                <a:gd name="T5" fmla="*/ 49 h 23"/>
                <a:gd name="T6" fmla="*/ 243 w 243"/>
                <a:gd name="T7" fmla="*/ 55 h 23"/>
                <a:gd name="T8" fmla="*/ 313 w 243"/>
                <a:gd name="T9" fmla="*/ 28 h 23"/>
                <a:gd name="T10" fmla="*/ 432 w 243"/>
                <a:gd name="T11" fmla="*/ 61 h 23"/>
                <a:gd name="T12" fmla="*/ 511 w 243"/>
                <a:gd name="T13" fmla="*/ 35 h 23"/>
                <a:gd name="T14" fmla="*/ 558 w 243"/>
                <a:gd name="T15" fmla="*/ 40 h 23"/>
                <a:gd name="T16" fmla="*/ 637 w 243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23">
                  <a:moveTo>
                    <a:pt x="0" y="19"/>
                  </a:moveTo>
                  <a:cubicBezTo>
                    <a:pt x="3" y="22"/>
                    <a:pt x="7" y="20"/>
                    <a:pt x="10" y="19"/>
                  </a:cubicBezTo>
                  <a:cubicBezTo>
                    <a:pt x="20" y="17"/>
                    <a:pt x="30" y="15"/>
                    <a:pt x="40" y="15"/>
                  </a:cubicBezTo>
                  <a:cubicBezTo>
                    <a:pt x="57" y="15"/>
                    <a:pt x="75" y="23"/>
                    <a:pt x="93" y="17"/>
                  </a:cubicBezTo>
                  <a:cubicBezTo>
                    <a:pt x="104" y="13"/>
                    <a:pt x="108" y="7"/>
                    <a:pt x="120" y="9"/>
                  </a:cubicBezTo>
                  <a:cubicBezTo>
                    <a:pt x="136" y="12"/>
                    <a:pt x="150" y="18"/>
                    <a:pt x="165" y="19"/>
                  </a:cubicBezTo>
                  <a:cubicBezTo>
                    <a:pt x="177" y="19"/>
                    <a:pt x="184" y="14"/>
                    <a:pt x="195" y="11"/>
                  </a:cubicBezTo>
                  <a:cubicBezTo>
                    <a:pt x="201" y="9"/>
                    <a:pt x="207" y="11"/>
                    <a:pt x="213" y="12"/>
                  </a:cubicBezTo>
                  <a:cubicBezTo>
                    <a:pt x="222" y="13"/>
                    <a:pt x="243" y="12"/>
                    <a:pt x="24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15" name="Freeform 4222">
              <a:extLst>
                <a:ext uri="{FF2B5EF4-FFF2-40B4-BE49-F238E27FC236}">
                  <a16:creationId xmlns:a16="http://schemas.microsoft.com/office/drawing/2014/main" id="{D9A1139B-0178-4859-B437-016C35FC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1392"/>
              <a:ext cx="204" cy="52"/>
            </a:xfrm>
            <a:custGeom>
              <a:avLst/>
              <a:gdLst>
                <a:gd name="T0" fmla="*/ 0 w 148"/>
                <a:gd name="T1" fmla="*/ 0 h 36"/>
                <a:gd name="T2" fmla="*/ 130 w 148"/>
                <a:gd name="T3" fmla="*/ 29 h 36"/>
                <a:gd name="T4" fmla="*/ 205 w 148"/>
                <a:gd name="T5" fmla="*/ 69 h 36"/>
                <a:gd name="T6" fmla="*/ 262 w 148"/>
                <a:gd name="T7" fmla="*/ 62 h 36"/>
                <a:gd name="T8" fmla="*/ 338 w 148"/>
                <a:gd name="T9" fmla="*/ 100 h 36"/>
                <a:gd name="T10" fmla="*/ 387 w 148"/>
                <a:gd name="T11" fmla="*/ 10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36">
                  <a:moveTo>
                    <a:pt x="0" y="0"/>
                  </a:moveTo>
                  <a:cubicBezTo>
                    <a:pt x="8" y="12"/>
                    <a:pt x="37" y="6"/>
                    <a:pt x="49" y="10"/>
                  </a:cubicBezTo>
                  <a:cubicBezTo>
                    <a:pt x="59" y="13"/>
                    <a:pt x="67" y="21"/>
                    <a:pt x="78" y="23"/>
                  </a:cubicBezTo>
                  <a:cubicBezTo>
                    <a:pt x="87" y="25"/>
                    <a:pt x="92" y="24"/>
                    <a:pt x="100" y="21"/>
                  </a:cubicBezTo>
                  <a:cubicBezTo>
                    <a:pt x="113" y="18"/>
                    <a:pt x="119" y="28"/>
                    <a:pt x="129" y="33"/>
                  </a:cubicBezTo>
                  <a:cubicBezTo>
                    <a:pt x="135" y="36"/>
                    <a:pt x="142" y="35"/>
                    <a:pt x="148" y="3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16" name="Freeform 4223">
              <a:extLst>
                <a:ext uri="{FF2B5EF4-FFF2-40B4-BE49-F238E27FC236}">
                  <a16:creationId xmlns:a16="http://schemas.microsoft.com/office/drawing/2014/main" id="{EB6064F2-76C4-4B09-BD80-E092B0CB4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407"/>
              <a:ext cx="146" cy="46"/>
            </a:xfrm>
            <a:custGeom>
              <a:avLst/>
              <a:gdLst>
                <a:gd name="T0" fmla="*/ 0 w 106"/>
                <a:gd name="T1" fmla="*/ 0 h 32"/>
                <a:gd name="T2" fmla="*/ 74 w 106"/>
                <a:gd name="T3" fmla="*/ 27 h 32"/>
                <a:gd name="T4" fmla="*/ 178 w 106"/>
                <a:gd name="T5" fmla="*/ 39 h 32"/>
                <a:gd name="T6" fmla="*/ 222 w 106"/>
                <a:gd name="T7" fmla="*/ 47 h 32"/>
                <a:gd name="T8" fmla="*/ 245 w 106"/>
                <a:gd name="T9" fmla="*/ 68 h 32"/>
                <a:gd name="T10" fmla="*/ 270 w 106"/>
                <a:gd name="T11" fmla="*/ 76 h 32"/>
                <a:gd name="T12" fmla="*/ 277 w 106"/>
                <a:gd name="T13" fmla="*/ 95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32">
                  <a:moveTo>
                    <a:pt x="0" y="0"/>
                  </a:moveTo>
                  <a:cubicBezTo>
                    <a:pt x="10" y="3"/>
                    <a:pt x="19" y="4"/>
                    <a:pt x="28" y="9"/>
                  </a:cubicBezTo>
                  <a:cubicBezTo>
                    <a:pt x="41" y="16"/>
                    <a:pt x="54" y="12"/>
                    <a:pt x="68" y="13"/>
                  </a:cubicBezTo>
                  <a:cubicBezTo>
                    <a:pt x="74" y="13"/>
                    <a:pt x="80" y="13"/>
                    <a:pt x="85" y="16"/>
                  </a:cubicBezTo>
                  <a:cubicBezTo>
                    <a:pt x="88" y="18"/>
                    <a:pt x="90" y="21"/>
                    <a:pt x="94" y="23"/>
                  </a:cubicBezTo>
                  <a:cubicBezTo>
                    <a:pt x="96" y="24"/>
                    <a:pt x="100" y="24"/>
                    <a:pt x="103" y="26"/>
                  </a:cubicBezTo>
                  <a:cubicBezTo>
                    <a:pt x="104" y="27"/>
                    <a:pt x="106" y="32"/>
                    <a:pt x="106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17" name="Freeform 4224">
              <a:extLst>
                <a:ext uri="{FF2B5EF4-FFF2-40B4-BE49-F238E27FC236}">
                  <a16:creationId xmlns:a16="http://schemas.microsoft.com/office/drawing/2014/main" id="{4B857CBE-2013-48E4-B429-33614A38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1398"/>
              <a:ext cx="191" cy="42"/>
            </a:xfrm>
            <a:custGeom>
              <a:avLst/>
              <a:gdLst>
                <a:gd name="T0" fmla="*/ 0 w 138"/>
                <a:gd name="T1" fmla="*/ 67 h 29"/>
                <a:gd name="T2" fmla="*/ 61 w 138"/>
                <a:gd name="T3" fmla="*/ 59 h 29"/>
                <a:gd name="T4" fmla="*/ 138 w 138"/>
                <a:gd name="T5" fmla="*/ 70 h 29"/>
                <a:gd name="T6" fmla="*/ 264 w 138"/>
                <a:gd name="T7" fmla="*/ 46 h 29"/>
                <a:gd name="T8" fmla="*/ 329 w 138"/>
                <a:gd name="T9" fmla="*/ 41 h 29"/>
                <a:gd name="T10" fmla="*/ 365 w 13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29">
                  <a:moveTo>
                    <a:pt x="0" y="22"/>
                  </a:moveTo>
                  <a:cubicBezTo>
                    <a:pt x="8" y="22"/>
                    <a:pt x="15" y="20"/>
                    <a:pt x="23" y="19"/>
                  </a:cubicBezTo>
                  <a:cubicBezTo>
                    <a:pt x="34" y="18"/>
                    <a:pt x="41" y="20"/>
                    <a:pt x="52" y="23"/>
                  </a:cubicBezTo>
                  <a:cubicBezTo>
                    <a:pt x="71" y="29"/>
                    <a:pt x="82" y="17"/>
                    <a:pt x="100" y="15"/>
                  </a:cubicBezTo>
                  <a:cubicBezTo>
                    <a:pt x="108" y="13"/>
                    <a:pt x="116" y="19"/>
                    <a:pt x="124" y="13"/>
                  </a:cubicBezTo>
                  <a:cubicBezTo>
                    <a:pt x="129" y="9"/>
                    <a:pt x="131" y="2"/>
                    <a:pt x="13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18" name="Freeform 4225">
              <a:extLst>
                <a:ext uri="{FF2B5EF4-FFF2-40B4-BE49-F238E27FC236}">
                  <a16:creationId xmlns:a16="http://schemas.microsoft.com/office/drawing/2014/main" id="{66B25803-F93E-4CF2-8D6B-5220D0CEF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1421"/>
              <a:ext cx="146" cy="41"/>
            </a:xfrm>
            <a:custGeom>
              <a:avLst/>
              <a:gdLst>
                <a:gd name="T0" fmla="*/ 0 w 106"/>
                <a:gd name="T1" fmla="*/ 0 h 28"/>
                <a:gd name="T2" fmla="*/ 65 w 106"/>
                <a:gd name="T3" fmla="*/ 32 h 28"/>
                <a:gd name="T4" fmla="*/ 178 w 106"/>
                <a:gd name="T5" fmla="*/ 50 h 28"/>
                <a:gd name="T6" fmla="*/ 277 w 106"/>
                <a:gd name="T7" fmla="*/ 8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28">
                  <a:moveTo>
                    <a:pt x="0" y="0"/>
                  </a:moveTo>
                  <a:cubicBezTo>
                    <a:pt x="8" y="5"/>
                    <a:pt x="17" y="3"/>
                    <a:pt x="25" y="10"/>
                  </a:cubicBezTo>
                  <a:cubicBezTo>
                    <a:pt x="40" y="21"/>
                    <a:pt x="51" y="19"/>
                    <a:pt x="68" y="16"/>
                  </a:cubicBezTo>
                  <a:cubicBezTo>
                    <a:pt x="80" y="14"/>
                    <a:pt x="96" y="24"/>
                    <a:pt x="106" y="2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19" name="Freeform 4226">
              <a:extLst>
                <a:ext uri="{FF2B5EF4-FFF2-40B4-BE49-F238E27FC236}">
                  <a16:creationId xmlns:a16="http://schemas.microsoft.com/office/drawing/2014/main" id="{3DF1FCA3-3621-4A5C-8B7D-56ECD720C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1412"/>
              <a:ext cx="56" cy="12"/>
            </a:xfrm>
            <a:custGeom>
              <a:avLst/>
              <a:gdLst>
                <a:gd name="T0" fmla="*/ 0 w 41"/>
                <a:gd name="T1" fmla="*/ 5 h 8"/>
                <a:gd name="T2" fmla="*/ 71 w 41"/>
                <a:gd name="T3" fmla="*/ 8 h 8"/>
                <a:gd name="T4" fmla="*/ 104 w 41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">
                  <a:moveTo>
                    <a:pt x="0" y="1"/>
                  </a:moveTo>
                  <a:cubicBezTo>
                    <a:pt x="9" y="1"/>
                    <a:pt x="19" y="0"/>
                    <a:pt x="28" y="2"/>
                  </a:cubicBezTo>
                  <a:cubicBezTo>
                    <a:pt x="32" y="3"/>
                    <a:pt x="36" y="6"/>
                    <a:pt x="41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20" name="Freeform 4227">
              <a:extLst>
                <a:ext uri="{FF2B5EF4-FFF2-40B4-BE49-F238E27FC236}">
                  <a16:creationId xmlns:a16="http://schemas.microsoft.com/office/drawing/2014/main" id="{9223D6BF-5FEE-41E3-9EA8-0C96A0BDB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418"/>
              <a:ext cx="45" cy="6"/>
            </a:xfrm>
            <a:custGeom>
              <a:avLst/>
              <a:gdLst>
                <a:gd name="T0" fmla="*/ 0 w 33"/>
                <a:gd name="T1" fmla="*/ 14 h 4"/>
                <a:gd name="T2" fmla="*/ 48 w 33"/>
                <a:gd name="T3" fmla="*/ 0 h 4"/>
                <a:gd name="T4" fmla="*/ 83 w 33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">
                  <a:moveTo>
                    <a:pt x="0" y="4"/>
                  </a:moveTo>
                  <a:cubicBezTo>
                    <a:pt x="5" y="4"/>
                    <a:pt x="12" y="0"/>
                    <a:pt x="19" y="0"/>
                  </a:cubicBezTo>
                  <a:cubicBezTo>
                    <a:pt x="23" y="0"/>
                    <a:pt x="29" y="1"/>
                    <a:pt x="33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21" name="Freeform 4228">
              <a:extLst>
                <a:ext uri="{FF2B5EF4-FFF2-40B4-BE49-F238E27FC236}">
                  <a16:creationId xmlns:a16="http://schemas.microsoft.com/office/drawing/2014/main" id="{BF3C0219-B61D-4886-98B1-DD7282476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1383"/>
              <a:ext cx="59" cy="21"/>
            </a:xfrm>
            <a:custGeom>
              <a:avLst/>
              <a:gdLst>
                <a:gd name="T0" fmla="*/ 0 w 43"/>
                <a:gd name="T1" fmla="*/ 14 h 14"/>
                <a:gd name="T2" fmla="*/ 75 w 43"/>
                <a:gd name="T3" fmla="*/ 18 h 14"/>
                <a:gd name="T4" fmla="*/ 111 w 43"/>
                <a:gd name="T5" fmla="*/ 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">
                  <a:moveTo>
                    <a:pt x="0" y="4"/>
                  </a:moveTo>
                  <a:cubicBezTo>
                    <a:pt x="11" y="4"/>
                    <a:pt x="18" y="0"/>
                    <a:pt x="29" y="5"/>
                  </a:cubicBezTo>
                  <a:cubicBezTo>
                    <a:pt x="34" y="7"/>
                    <a:pt x="39" y="12"/>
                    <a:pt x="43" y="1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22" name="Freeform 4229">
              <a:extLst>
                <a:ext uri="{FF2B5EF4-FFF2-40B4-BE49-F238E27FC236}">
                  <a16:creationId xmlns:a16="http://schemas.microsoft.com/office/drawing/2014/main" id="{234ECBFE-A1F4-4E04-ABFC-AC2184D6F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1392"/>
              <a:ext cx="88" cy="29"/>
            </a:xfrm>
            <a:custGeom>
              <a:avLst/>
              <a:gdLst>
                <a:gd name="T0" fmla="*/ 0 w 64"/>
                <a:gd name="T1" fmla="*/ 25 h 20"/>
                <a:gd name="T2" fmla="*/ 54 w 64"/>
                <a:gd name="T3" fmla="*/ 1 h 20"/>
                <a:gd name="T4" fmla="*/ 110 w 64"/>
                <a:gd name="T5" fmla="*/ 25 h 20"/>
                <a:gd name="T6" fmla="*/ 166 w 64"/>
                <a:gd name="T7" fmla="*/ 6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20">
                  <a:moveTo>
                    <a:pt x="0" y="8"/>
                  </a:moveTo>
                  <a:cubicBezTo>
                    <a:pt x="7" y="7"/>
                    <a:pt x="13" y="2"/>
                    <a:pt x="20" y="1"/>
                  </a:cubicBezTo>
                  <a:cubicBezTo>
                    <a:pt x="28" y="0"/>
                    <a:pt x="36" y="4"/>
                    <a:pt x="42" y="8"/>
                  </a:cubicBezTo>
                  <a:cubicBezTo>
                    <a:pt x="48" y="11"/>
                    <a:pt x="58" y="20"/>
                    <a:pt x="64" y="2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23" name="Freeform 4230">
              <a:extLst>
                <a:ext uri="{FF2B5EF4-FFF2-40B4-BE49-F238E27FC236}">
                  <a16:creationId xmlns:a16="http://schemas.microsoft.com/office/drawing/2014/main" id="{6F6C6495-CA82-406F-9E9C-D98F8318B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383"/>
              <a:ext cx="74" cy="31"/>
            </a:xfrm>
            <a:custGeom>
              <a:avLst/>
              <a:gdLst>
                <a:gd name="T0" fmla="*/ 0 w 54"/>
                <a:gd name="T1" fmla="*/ 41 h 21"/>
                <a:gd name="T2" fmla="*/ 90 w 54"/>
                <a:gd name="T3" fmla="*/ 32 h 21"/>
                <a:gd name="T4" fmla="*/ 138 w 54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1">
                  <a:moveTo>
                    <a:pt x="0" y="13"/>
                  </a:moveTo>
                  <a:cubicBezTo>
                    <a:pt x="8" y="21"/>
                    <a:pt x="26" y="15"/>
                    <a:pt x="35" y="10"/>
                  </a:cubicBezTo>
                  <a:cubicBezTo>
                    <a:pt x="41" y="7"/>
                    <a:pt x="48" y="4"/>
                    <a:pt x="5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24" name="Freeform 4231">
              <a:extLst>
                <a:ext uri="{FF2B5EF4-FFF2-40B4-BE49-F238E27FC236}">
                  <a16:creationId xmlns:a16="http://schemas.microsoft.com/office/drawing/2014/main" id="{702801D6-85C5-4AF2-A35C-7A091C29D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1427"/>
              <a:ext cx="74" cy="35"/>
            </a:xfrm>
            <a:custGeom>
              <a:avLst/>
              <a:gdLst>
                <a:gd name="T0" fmla="*/ 0 w 54"/>
                <a:gd name="T1" fmla="*/ 0 h 24"/>
                <a:gd name="T2" fmla="*/ 138 w 54"/>
                <a:gd name="T3" fmla="*/ 3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4">
                  <a:moveTo>
                    <a:pt x="0" y="0"/>
                  </a:moveTo>
                  <a:cubicBezTo>
                    <a:pt x="10" y="24"/>
                    <a:pt x="35" y="19"/>
                    <a:pt x="54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25" name="Freeform 4232">
              <a:extLst>
                <a:ext uri="{FF2B5EF4-FFF2-40B4-BE49-F238E27FC236}">
                  <a16:creationId xmlns:a16="http://schemas.microsoft.com/office/drawing/2014/main" id="{5005B3F2-314B-4A95-A702-F4BAA57AB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1372"/>
              <a:ext cx="88" cy="27"/>
            </a:xfrm>
            <a:custGeom>
              <a:avLst/>
              <a:gdLst>
                <a:gd name="T0" fmla="*/ 0 w 64"/>
                <a:gd name="T1" fmla="*/ 0 h 19"/>
                <a:gd name="T2" fmla="*/ 91 w 64"/>
                <a:gd name="T3" fmla="*/ 54 h 19"/>
                <a:gd name="T4" fmla="*/ 166 w 64"/>
                <a:gd name="T5" fmla="*/ 4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9">
                  <a:moveTo>
                    <a:pt x="0" y="0"/>
                  </a:moveTo>
                  <a:cubicBezTo>
                    <a:pt x="6" y="12"/>
                    <a:pt x="24" y="19"/>
                    <a:pt x="35" y="19"/>
                  </a:cubicBezTo>
                  <a:cubicBezTo>
                    <a:pt x="45" y="19"/>
                    <a:pt x="54" y="18"/>
                    <a:pt x="64" y="1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26" name="Freeform 4233">
              <a:extLst>
                <a:ext uri="{FF2B5EF4-FFF2-40B4-BE49-F238E27FC236}">
                  <a16:creationId xmlns:a16="http://schemas.microsoft.com/office/drawing/2014/main" id="{B3596F85-860F-4696-B18E-D040232B6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369"/>
              <a:ext cx="57" cy="27"/>
            </a:xfrm>
            <a:custGeom>
              <a:avLst/>
              <a:gdLst>
                <a:gd name="T0" fmla="*/ 0 w 42"/>
                <a:gd name="T1" fmla="*/ 13 h 19"/>
                <a:gd name="T2" fmla="*/ 72 w 42"/>
                <a:gd name="T3" fmla="*/ 23 h 19"/>
                <a:gd name="T4" fmla="*/ 105 w 42"/>
                <a:gd name="T5" fmla="*/ 5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9">
                  <a:moveTo>
                    <a:pt x="0" y="4"/>
                  </a:moveTo>
                  <a:cubicBezTo>
                    <a:pt x="10" y="0"/>
                    <a:pt x="21" y="0"/>
                    <a:pt x="29" y="8"/>
                  </a:cubicBezTo>
                  <a:cubicBezTo>
                    <a:pt x="33" y="10"/>
                    <a:pt x="38" y="19"/>
                    <a:pt x="42" y="1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27" name="Freeform 4234">
              <a:extLst>
                <a:ext uri="{FF2B5EF4-FFF2-40B4-BE49-F238E27FC236}">
                  <a16:creationId xmlns:a16="http://schemas.microsoft.com/office/drawing/2014/main" id="{1431BAC5-BF26-4FBF-8A5E-A9E4C6A94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360"/>
              <a:ext cx="169" cy="15"/>
            </a:xfrm>
            <a:custGeom>
              <a:avLst/>
              <a:gdLst>
                <a:gd name="T0" fmla="*/ 0 w 123"/>
                <a:gd name="T1" fmla="*/ 35 h 10"/>
                <a:gd name="T2" fmla="*/ 67 w 123"/>
                <a:gd name="T3" fmla="*/ 27 h 10"/>
                <a:gd name="T4" fmla="*/ 176 w 123"/>
                <a:gd name="T5" fmla="*/ 8 h 10"/>
                <a:gd name="T6" fmla="*/ 206 w 123"/>
                <a:gd name="T7" fmla="*/ 14 h 10"/>
                <a:gd name="T8" fmla="*/ 257 w 123"/>
                <a:gd name="T9" fmla="*/ 21 h 10"/>
                <a:gd name="T10" fmla="*/ 319 w 12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0">
                  <a:moveTo>
                    <a:pt x="0" y="10"/>
                  </a:moveTo>
                  <a:cubicBezTo>
                    <a:pt x="10" y="6"/>
                    <a:pt x="16" y="7"/>
                    <a:pt x="26" y="8"/>
                  </a:cubicBezTo>
                  <a:cubicBezTo>
                    <a:pt x="40" y="10"/>
                    <a:pt x="55" y="5"/>
                    <a:pt x="68" y="2"/>
                  </a:cubicBezTo>
                  <a:cubicBezTo>
                    <a:pt x="75" y="1"/>
                    <a:pt x="73" y="1"/>
                    <a:pt x="79" y="4"/>
                  </a:cubicBezTo>
                  <a:cubicBezTo>
                    <a:pt x="86" y="6"/>
                    <a:pt x="92" y="6"/>
                    <a:pt x="99" y="6"/>
                  </a:cubicBezTo>
                  <a:cubicBezTo>
                    <a:pt x="105" y="5"/>
                    <a:pt x="118" y="5"/>
                    <a:pt x="12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28" name="Freeform 4235">
              <a:extLst>
                <a:ext uri="{FF2B5EF4-FFF2-40B4-BE49-F238E27FC236}">
                  <a16:creationId xmlns:a16="http://schemas.microsoft.com/office/drawing/2014/main" id="{CB5A3CEE-C9F0-40E2-B5A4-DADA75FA3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356"/>
              <a:ext cx="13" cy="7"/>
            </a:xfrm>
            <a:custGeom>
              <a:avLst/>
              <a:gdLst>
                <a:gd name="T0" fmla="*/ 0 w 9"/>
                <a:gd name="T1" fmla="*/ 14 h 5"/>
                <a:gd name="T2" fmla="*/ 27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2"/>
                    <a:pt x="5" y="1"/>
                    <a:pt x="9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29" name="Freeform 4236">
              <a:extLst>
                <a:ext uri="{FF2B5EF4-FFF2-40B4-BE49-F238E27FC236}">
                  <a16:creationId xmlns:a16="http://schemas.microsoft.com/office/drawing/2014/main" id="{5B673C42-EE4F-4C98-B447-977BDE70C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1372"/>
              <a:ext cx="79" cy="16"/>
            </a:xfrm>
            <a:custGeom>
              <a:avLst/>
              <a:gdLst>
                <a:gd name="T0" fmla="*/ 0 w 58"/>
                <a:gd name="T1" fmla="*/ 6 h 11"/>
                <a:gd name="T2" fmla="*/ 30 w 58"/>
                <a:gd name="T3" fmla="*/ 25 h 11"/>
                <a:gd name="T4" fmla="*/ 93 w 58"/>
                <a:gd name="T5" fmla="*/ 22 h 11"/>
                <a:gd name="T6" fmla="*/ 147 w 5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1">
                  <a:moveTo>
                    <a:pt x="0" y="2"/>
                  </a:moveTo>
                  <a:cubicBezTo>
                    <a:pt x="5" y="3"/>
                    <a:pt x="8" y="6"/>
                    <a:pt x="12" y="8"/>
                  </a:cubicBezTo>
                  <a:cubicBezTo>
                    <a:pt x="21" y="11"/>
                    <a:pt x="29" y="10"/>
                    <a:pt x="37" y="7"/>
                  </a:cubicBezTo>
                  <a:cubicBezTo>
                    <a:pt x="43" y="6"/>
                    <a:pt x="54" y="3"/>
                    <a:pt x="5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30" name="Freeform 4237">
              <a:extLst>
                <a:ext uri="{FF2B5EF4-FFF2-40B4-BE49-F238E27FC236}">
                  <a16:creationId xmlns:a16="http://schemas.microsoft.com/office/drawing/2014/main" id="{BF178DFC-2529-4D9C-896A-C807295DA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1379"/>
              <a:ext cx="83" cy="19"/>
            </a:xfrm>
            <a:custGeom>
              <a:avLst/>
              <a:gdLst>
                <a:gd name="T0" fmla="*/ 0 w 60"/>
                <a:gd name="T1" fmla="*/ 41 h 13"/>
                <a:gd name="T2" fmla="*/ 104 w 60"/>
                <a:gd name="T3" fmla="*/ 1 h 13"/>
                <a:gd name="T4" fmla="*/ 159 w 60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3">
                  <a:moveTo>
                    <a:pt x="0" y="13"/>
                  </a:moveTo>
                  <a:cubicBezTo>
                    <a:pt x="7" y="2"/>
                    <a:pt x="28" y="0"/>
                    <a:pt x="39" y="1"/>
                  </a:cubicBezTo>
                  <a:cubicBezTo>
                    <a:pt x="47" y="2"/>
                    <a:pt x="54" y="6"/>
                    <a:pt x="60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31" name="Freeform 4238">
              <a:extLst>
                <a:ext uri="{FF2B5EF4-FFF2-40B4-BE49-F238E27FC236}">
                  <a16:creationId xmlns:a16="http://schemas.microsoft.com/office/drawing/2014/main" id="{64F5774D-C193-4527-859C-B1CB6BE8F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378"/>
              <a:ext cx="91" cy="20"/>
            </a:xfrm>
            <a:custGeom>
              <a:avLst/>
              <a:gdLst>
                <a:gd name="T0" fmla="*/ 0 w 66"/>
                <a:gd name="T1" fmla="*/ 23 h 14"/>
                <a:gd name="T2" fmla="*/ 32 w 66"/>
                <a:gd name="T3" fmla="*/ 9 h 14"/>
                <a:gd name="T4" fmla="*/ 109 w 66"/>
                <a:gd name="T5" fmla="*/ 6 h 14"/>
                <a:gd name="T6" fmla="*/ 152 w 66"/>
                <a:gd name="T7" fmla="*/ 27 h 14"/>
                <a:gd name="T8" fmla="*/ 172 w 66"/>
                <a:gd name="T9" fmla="*/ 4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4">
                  <a:moveTo>
                    <a:pt x="0" y="8"/>
                  </a:moveTo>
                  <a:cubicBezTo>
                    <a:pt x="4" y="8"/>
                    <a:pt x="8" y="4"/>
                    <a:pt x="12" y="3"/>
                  </a:cubicBezTo>
                  <a:cubicBezTo>
                    <a:pt x="21" y="0"/>
                    <a:pt x="32" y="1"/>
                    <a:pt x="41" y="2"/>
                  </a:cubicBezTo>
                  <a:cubicBezTo>
                    <a:pt x="49" y="2"/>
                    <a:pt x="52" y="4"/>
                    <a:pt x="58" y="9"/>
                  </a:cubicBezTo>
                  <a:cubicBezTo>
                    <a:pt x="61" y="11"/>
                    <a:pt x="63" y="13"/>
                    <a:pt x="66" y="1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32" name="Freeform 4239">
              <a:extLst>
                <a:ext uri="{FF2B5EF4-FFF2-40B4-BE49-F238E27FC236}">
                  <a16:creationId xmlns:a16="http://schemas.microsoft.com/office/drawing/2014/main" id="{207D3BD7-BC58-49C8-AF71-3C890000F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423"/>
              <a:ext cx="73" cy="21"/>
            </a:xfrm>
            <a:custGeom>
              <a:avLst/>
              <a:gdLst>
                <a:gd name="T0" fmla="*/ 0 w 53"/>
                <a:gd name="T1" fmla="*/ 25 h 15"/>
                <a:gd name="T2" fmla="*/ 29 w 53"/>
                <a:gd name="T3" fmla="*/ 35 h 15"/>
                <a:gd name="T4" fmla="*/ 84 w 53"/>
                <a:gd name="T5" fmla="*/ 35 h 15"/>
                <a:gd name="T6" fmla="*/ 139 w 53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5">
                  <a:moveTo>
                    <a:pt x="0" y="9"/>
                  </a:moveTo>
                  <a:cubicBezTo>
                    <a:pt x="4" y="9"/>
                    <a:pt x="7" y="12"/>
                    <a:pt x="11" y="13"/>
                  </a:cubicBezTo>
                  <a:cubicBezTo>
                    <a:pt x="17" y="15"/>
                    <a:pt x="25" y="14"/>
                    <a:pt x="32" y="13"/>
                  </a:cubicBezTo>
                  <a:cubicBezTo>
                    <a:pt x="38" y="11"/>
                    <a:pt x="46" y="0"/>
                    <a:pt x="53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33" name="Freeform 4240">
              <a:extLst>
                <a:ext uri="{FF2B5EF4-FFF2-40B4-BE49-F238E27FC236}">
                  <a16:creationId xmlns:a16="http://schemas.microsoft.com/office/drawing/2014/main" id="{C2E711DF-EE0E-4CCF-93CA-8A22FEE53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427"/>
              <a:ext cx="81" cy="20"/>
            </a:xfrm>
            <a:custGeom>
              <a:avLst/>
              <a:gdLst>
                <a:gd name="T0" fmla="*/ 0 w 59"/>
                <a:gd name="T1" fmla="*/ 6 h 14"/>
                <a:gd name="T2" fmla="*/ 34 w 59"/>
                <a:gd name="T3" fmla="*/ 1 h 14"/>
                <a:gd name="T4" fmla="*/ 96 w 59"/>
                <a:gd name="T5" fmla="*/ 9 h 14"/>
                <a:gd name="T6" fmla="*/ 147 w 59"/>
                <a:gd name="T7" fmla="*/ 41 h 14"/>
                <a:gd name="T8" fmla="*/ 152 w 59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4">
                  <a:moveTo>
                    <a:pt x="0" y="2"/>
                  </a:moveTo>
                  <a:cubicBezTo>
                    <a:pt x="4" y="3"/>
                    <a:pt x="9" y="2"/>
                    <a:pt x="13" y="1"/>
                  </a:cubicBezTo>
                  <a:cubicBezTo>
                    <a:pt x="22" y="0"/>
                    <a:pt x="28" y="1"/>
                    <a:pt x="37" y="3"/>
                  </a:cubicBezTo>
                  <a:cubicBezTo>
                    <a:pt x="44" y="5"/>
                    <a:pt x="52" y="8"/>
                    <a:pt x="57" y="14"/>
                  </a:cubicBezTo>
                  <a:cubicBezTo>
                    <a:pt x="58" y="14"/>
                    <a:pt x="59" y="13"/>
                    <a:pt x="59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34" name="Freeform 4241">
              <a:extLst>
                <a:ext uri="{FF2B5EF4-FFF2-40B4-BE49-F238E27FC236}">
                  <a16:creationId xmlns:a16="http://schemas.microsoft.com/office/drawing/2014/main" id="{107A1E6F-77ED-4208-8A3B-4F6D53D70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1395"/>
              <a:ext cx="68" cy="20"/>
            </a:xfrm>
            <a:custGeom>
              <a:avLst/>
              <a:gdLst>
                <a:gd name="T0" fmla="*/ 0 w 49"/>
                <a:gd name="T1" fmla="*/ 0 h 14"/>
                <a:gd name="T2" fmla="*/ 71 w 49"/>
                <a:gd name="T3" fmla="*/ 41 h 14"/>
                <a:gd name="T4" fmla="*/ 130 w 49"/>
                <a:gd name="T5" fmla="*/ 2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4">
                  <a:moveTo>
                    <a:pt x="0" y="0"/>
                  </a:moveTo>
                  <a:cubicBezTo>
                    <a:pt x="3" y="10"/>
                    <a:pt x="19" y="13"/>
                    <a:pt x="27" y="14"/>
                  </a:cubicBezTo>
                  <a:cubicBezTo>
                    <a:pt x="36" y="14"/>
                    <a:pt x="41" y="11"/>
                    <a:pt x="49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35" name="Freeform 4242">
              <a:extLst>
                <a:ext uri="{FF2B5EF4-FFF2-40B4-BE49-F238E27FC236}">
                  <a16:creationId xmlns:a16="http://schemas.microsoft.com/office/drawing/2014/main" id="{47064031-B37A-468B-AD47-38BE701C9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1421"/>
              <a:ext cx="59" cy="15"/>
            </a:xfrm>
            <a:custGeom>
              <a:avLst/>
              <a:gdLst>
                <a:gd name="T0" fmla="*/ 0 w 43"/>
                <a:gd name="T1" fmla="*/ 35 h 10"/>
                <a:gd name="T2" fmla="*/ 111 w 43"/>
                <a:gd name="T3" fmla="*/ 1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0">
                  <a:moveTo>
                    <a:pt x="0" y="10"/>
                  </a:moveTo>
                  <a:cubicBezTo>
                    <a:pt x="12" y="0"/>
                    <a:pt x="28" y="5"/>
                    <a:pt x="43" y="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36" name="Freeform 4243">
              <a:extLst>
                <a:ext uri="{FF2B5EF4-FFF2-40B4-BE49-F238E27FC236}">
                  <a16:creationId xmlns:a16="http://schemas.microsoft.com/office/drawing/2014/main" id="{BD0A6E3B-AAD5-4F86-8FAB-54530C967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379"/>
              <a:ext cx="64" cy="25"/>
            </a:xfrm>
            <a:custGeom>
              <a:avLst/>
              <a:gdLst>
                <a:gd name="T0" fmla="*/ 0 w 47"/>
                <a:gd name="T1" fmla="*/ 54 h 17"/>
                <a:gd name="T2" fmla="*/ 118 w 47"/>
                <a:gd name="T3" fmla="*/ 2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7">
                  <a:moveTo>
                    <a:pt x="0" y="17"/>
                  </a:moveTo>
                  <a:cubicBezTo>
                    <a:pt x="10" y="0"/>
                    <a:pt x="30" y="7"/>
                    <a:pt x="47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37" name="Freeform 4244">
              <a:extLst>
                <a:ext uri="{FF2B5EF4-FFF2-40B4-BE49-F238E27FC236}">
                  <a16:creationId xmlns:a16="http://schemas.microsoft.com/office/drawing/2014/main" id="{81F355FB-CC8B-4DCA-9148-3225C8D68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427"/>
              <a:ext cx="58" cy="23"/>
            </a:xfrm>
            <a:custGeom>
              <a:avLst/>
              <a:gdLst>
                <a:gd name="T0" fmla="*/ 0 w 42"/>
                <a:gd name="T1" fmla="*/ 0 h 16"/>
                <a:gd name="T2" fmla="*/ 110 w 42"/>
                <a:gd name="T3" fmla="*/ 1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6">
                  <a:moveTo>
                    <a:pt x="0" y="0"/>
                  </a:moveTo>
                  <a:cubicBezTo>
                    <a:pt x="9" y="16"/>
                    <a:pt x="27" y="16"/>
                    <a:pt x="42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38" name="Freeform 4245">
              <a:extLst>
                <a:ext uri="{FF2B5EF4-FFF2-40B4-BE49-F238E27FC236}">
                  <a16:creationId xmlns:a16="http://schemas.microsoft.com/office/drawing/2014/main" id="{F2FF7178-AA51-49F6-82EF-059F682C9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1440"/>
              <a:ext cx="78" cy="20"/>
            </a:xfrm>
            <a:custGeom>
              <a:avLst/>
              <a:gdLst>
                <a:gd name="T0" fmla="*/ 0 w 57"/>
                <a:gd name="T1" fmla="*/ 0 h 14"/>
                <a:gd name="T2" fmla="*/ 146 w 57"/>
                <a:gd name="T3" fmla="*/ 1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4">
                  <a:moveTo>
                    <a:pt x="0" y="0"/>
                  </a:moveTo>
                  <a:cubicBezTo>
                    <a:pt x="14" y="14"/>
                    <a:pt x="40" y="7"/>
                    <a:pt x="57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39" name="Freeform 4246">
              <a:extLst>
                <a:ext uri="{FF2B5EF4-FFF2-40B4-BE49-F238E27FC236}">
                  <a16:creationId xmlns:a16="http://schemas.microsoft.com/office/drawing/2014/main" id="{60F67DB9-D353-4589-88C8-C657F0B91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399"/>
              <a:ext cx="80" cy="16"/>
            </a:xfrm>
            <a:custGeom>
              <a:avLst/>
              <a:gdLst>
                <a:gd name="T0" fmla="*/ 0 w 58"/>
                <a:gd name="T1" fmla="*/ 9 h 11"/>
                <a:gd name="T2" fmla="*/ 32 w 58"/>
                <a:gd name="T3" fmla="*/ 28 h 11"/>
                <a:gd name="T4" fmla="*/ 87 w 58"/>
                <a:gd name="T5" fmla="*/ 28 h 11"/>
                <a:gd name="T6" fmla="*/ 152 w 58"/>
                <a:gd name="T7" fmla="*/ 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1">
                  <a:moveTo>
                    <a:pt x="0" y="3"/>
                  </a:moveTo>
                  <a:cubicBezTo>
                    <a:pt x="4" y="4"/>
                    <a:pt x="8" y="8"/>
                    <a:pt x="12" y="9"/>
                  </a:cubicBezTo>
                  <a:cubicBezTo>
                    <a:pt x="18" y="11"/>
                    <a:pt x="27" y="10"/>
                    <a:pt x="33" y="9"/>
                  </a:cubicBezTo>
                  <a:cubicBezTo>
                    <a:pt x="41" y="7"/>
                    <a:pt x="49" y="0"/>
                    <a:pt x="58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40" name="Freeform 4247">
              <a:extLst>
                <a:ext uri="{FF2B5EF4-FFF2-40B4-BE49-F238E27FC236}">
                  <a16:creationId xmlns:a16="http://schemas.microsoft.com/office/drawing/2014/main" id="{8EF053E6-DECD-4BAF-A0DF-EC9F4CAC2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334"/>
              <a:ext cx="73" cy="26"/>
            </a:xfrm>
            <a:custGeom>
              <a:avLst/>
              <a:gdLst>
                <a:gd name="T0" fmla="*/ 0 w 53"/>
                <a:gd name="T1" fmla="*/ 29 h 18"/>
                <a:gd name="T2" fmla="*/ 139 w 5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8">
                  <a:moveTo>
                    <a:pt x="0" y="10"/>
                  </a:moveTo>
                  <a:cubicBezTo>
                    <a:pt x="16" y="18"/>
                    <a:pt x="39" y="10"/>
                    <a:pt x="5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41" name="Freeform 4248">
              <a:extLst>
                <a:ext uri="{FF2B5EF4-FFF2-40B4-BE49-F238E27FC236}">
                  <a16:creationId xmlns:a16="http://schemas.microsoft.com/office/drawing/2014/main" id="{426A0492-4EF1-4289-9089-638EA7788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338"/>
              <a:ext cx="130" cy="26"/>
            </a:xfrm>
            <a:custGeom>
              <a:avLst/>
              <a:gdLst>
                <a:gd name="T0" fmla="*/ 0 w 94"/>
                <a:gd name="T1" fmla="*/ 0 h 18"/>
                <a:gd name="T2" fmla="*/ 71 w 94"/>
                <a:gd name="T3" fmla="*/ 42 h 18"/>
                <a:gd name="T4" fmla="*/ 156 w 94"/>
                <a:gd name="T5" fmla="*/ 42 h 18"/>
                <a:gd name="T6" fmla="*/ 249 w 94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8">
                  <a:moveTo>
                    <a:pt x="0" y="0"/>
                  </a:moveTo>
                  <a:cubicBezTo>
                    <a:pt x="11" y="3"/>
                    <a:pt x="15" y="13"/>
                    <a:pt x="27" y="14"/>
                  </a:cubicBezTo>
                  <a:cubicBezTo>
                    <a:pt x="38" y="14"/>
                    <a:pt x="48" y="11"/>
                    <a:pt x="59" y="14"/>
                  </a:cubicBezTo>
                  <a:cubicBezTo>
                    <a:pt x="70" y="18"/>
                    <a:pt x="82" y="15"/>
                    <a:pt x="94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42" name="Freeform 4249">
              <a:extLst>
                <a:ext uri="{FF2B5EF4-FFF2-40B4-BE49-F238E27FC236}">
                  <a16:creationId xmlns:a16="http://schemas.microsoft.com/office/drawing/2014/main" id="{2E0C573D-F892-4075-8BDF-AFAD51EE8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340"/>
              <a:ext cx="18" cy="14"/>
            </a:xfrm>
            <a:custGeom>
              <a:avLst/>
              <a:gdLst>
                <a:gd name="T0" fmla="*/ 0 w 13"/>
                <a:gd name="T1" fmla="*/ 0 h 10"/>
                <a:gd name="T2" fmla="*/ 35 w 13"/>
                <a:gd name="T3" fmla="*/ 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6" y="1"/>
                    <a:pt x="8" y="7"/>
                    <a:pt x="13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43" name="Freeform 4250">
              <a:extLst>
                <a:ext uri="{FF2B5EF4-FFF2-40B4-BE49-F238E27FC236}">
                  <a16:creationId xmlns:a16="http://schemas.microsoft.com/office/drawing/2014/main" id="{409E2368-4E09-4357-8709-3DE5CFCB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395"/>
              <a:ext cx="107" cy="36"/>
            </a:xfrm>
            <a:custGeom>
              <a:avLst/>
              <a:gdLst>
                <a:gd name="T0" fmla="*/ 0 w 78"/>
                <a:gd name="T1" fmla="*/ 33 h 25"/>
                <a:gd name="T2" fmla="*/ 121 w 78"/>
                <a:gd name="T3" fmla="*/ 9 h 25"/>
                <a:gd name="T4" fmla="*/ 162 w 78"/>
                <a:gd name="T5" fmla="*/ 39 h 25"/>
                <a:gd name="T6" fmla="*/ 202 w 78"/>
                <a:gd name="T7" fmla="*/ 7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5">
                  <a:moveTo>
                    <a:pt x="0" y="11"/>
                  </a:moveTo>
                  <a:cubicBezTo>
                    <a:pt x="15" y="10"/>
                    <a:pt x="31" y="0"/>
                    <a:pt x="47" y="3"/>
                  </a:cubicBezTo>
                  <a:cubicBezTo>
                    <a:pt x="54" y="4"/>
                    <a:pt x="58" y="8"/>
                    <a:pt x="63" y="13"/>
                  </a:cubicBezTo>
                  <a:cubicBezTo>
                    <a:pt x="67" y="18"/>
                    <a:pt x="74" y="20"/>
                    <a:pt x="78" y="2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44" name="Freeform 4251">
              <a:extLst>
                <a:ext uri="{FF2B5EF4-FFF2-40B4-BE49-F238E27FC236}">
                  <a16:creationId xmlns:a16="http://schemas.microsoft.com/office/drawing/2014/main" id="{A675EE41-DF64-4F69-9232-15B834E3A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415"/>
              <a:ext cx="136" cy="18"/>
            </a:xfrm>
            <a:custGeom>
              <a:avLst/>
              <a:gdLst>
                <a:gd name="T0" fmla="*/ 0 w 99"/>
                <a:gd name="T1" fmla="*/ 8 h 12"/>
                <a:gd name="T2" fmla="*/ 67 w 99"/>
                <a:gd name="T3" fmla="*/ 14 h 12"/>
                <a:gd name="T4" fmla="*/ 155 w 99"/>
                <a:gd name="T5" fmla="*/ 12 h 12"/>
                <a:gd name="T6" fmla="*/ 206 w 99"/>
                <a:gd name="T7" fmla="*/ 32 h 12"/>
                <a:gd name="T8" fmla="*/ 257 w 99"/>
                <a:gd name="T9" fmla="*/ 4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2">
                  <a:moveTo>
                    <a:pt x="0" y="2"/>
                  </a:moveTo>
                  <a:cubicBezTo>
                    <a:pt x="9" y="3"/>
                    <a:pt x="16" y="5"/>
                    <a:pt x="26" y="4"/>
                  </a:cubicBezTo>
                  <a:cubicBezTo>
                    <a:pt x="37" y="2"/>
                    <a:pt x="49" y="0"/>
                    <a:pt x="60" y="3"/>
                  </a:cubicBezTo>
                  <a:cubicBezTo>
                    <a:pt x="66" y="5"/>
                    <a:pt x="72" y="8"/>
                    <a:pt x="79" y="9"/>
                  </a:cubicBezTo>
                  <a:cubicBezTo>
                    <a:pt x="86" y="10"/>
                    <a:pt x="92" y="10"/>
                    <a:pt x="99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45" name="Freeform 4252">
              <a:extLst>
                <a:ext uri="{FF2B5EF4-FFF2-40B4-BE49-F238E27FC236}">
                  <a16:creationId xmlns:a16="http://schemas.microsoft.com/office/drawing/2014/main" id="{935C847B-18C9-4F57-B7F9-80D2EA56C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1396"/>
              <a:ext cx="52" cy="19"/>
            </a:xfrm>
            <a:custGeom>
              <a:avLst/>
              <a:gdLst>
                <a:gd name="T0" fmla="*/ 0 w 38"/>
                <a:gd name="T1" fmla="*/ 0 h 13"/>
                <a:gd name="T2" fmla="*/ 49 w 38"/>
                <a:gd name="T3" fmla="*/ 41 h 13"/>
                <a:gd name="T4" fmla="*/ 97 w 38"/>
                <a:gd name="T5" fmla="*/ 2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0" y="0"/>
                  </a:moveTo>
                  <a:cubicBezTo>
                    <a:pt x="6" y="3"/>
                    <a:pt x="11" y="12"/>
                    <a:pt x="19" y="13"/>
                  </a:cubicBezTo>
                  <a:cubicBezTo>
                    <a:pt x="25" y="13"/>
                    <a:pt x="32" y="10"/>
                    <a:pt x="38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46" name="Freeform 4253">
              <a:extLst>
                <a:ext uri="{FF2B5EF4-FFF2-40B4-BE49-F238E27FC236}">
                  <a16:creationId xmlns:a16="http://schemas.microsoft.com/office/drawing/2014/main" id="{87F7F7AD-A7F5-4EF1-A993-7E040389A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395"/>
              <a:ext cx="82" cy="16"/>
            </a:xfrm>
            <a:custGeom>
              <a:avLst/>
              <a:gdLst>
                <a:gd name="T0" fmla="*/ 0 w 60"/>
                <a:gd name="T1" fmla="*/ 33 h 11"/>
                <a:gd name="T2" fmla="*/ 34 w 60"/>
                <a:gd name="T3" fmla="*/ 6 h 11"/>
                <a:gd name="T4" fmla="*/ 82 w 60"/>
                <a:gd name="T5" fmla="*/ 0 h 11"/>
                <a:gd name="T6" fmla="*/ 153 w 60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1">
                  <a:moveTo>
                    <a:pt x="0" y="11"/>
                  </a:moveTo>
                  <a:cubicBezTo>
                    <a:pt x="5" y="9"/>
                    <a:pt x="8" y="4"/>
                    <a:pt x="13" y="2"/>
                  </a:cubicBezTo>
                  <a:cubicBezTo>
                    <a:pt x="19" y="0"/>
                    <a:pt x="26" y="0"/>
                    <a:pt x="32" y="0"/>
                  </a:cubicBezTo>
                  <a:cubicBezTo>
                    <a:pt x="41" y="0"/>
                    <a:pt x="51" y="0"/>
                    <a:pt x="6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47" name="Freeform 4254">
              <a:extLst>
                <a:ext uri="{FF2B5EF4-FFF2-40B4-BE49-F238E27FC236}">
                  <a16:creationId xmlns:a16="http://schemas.microsoft.com/office/drawing/2014/main" id="{A4FD72BD-610F-4439-8F90-0F57653A9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401"/>
              <a:ext cx="130" cy="99"/>
            </a:xfrm>
            <a:custGeom>
              <a:avLst/>
              <a:gdLst>
                <a:gd name="T0" fmla="*/ 249 w 94"/>
                <a:gd name="T1" fmla="*/ 9 h 68"/>
                <a:gd name="T2" fmla="*/ 206 w 94"/>
                <a:gd name="T3" fmla="*/ 19 h 68"/>
                <a:gd name="T4" fmla="*/ 194 w 94"/>
                <a:gd name="T5" fmla="*/ 55 h 68"/>
                <a:gd name="T6" fmla="*/ 113 w 94"/>
                <a:gd name="T7" fmla="*/ 115 h 68"/>
                <a:gd name="T8" fmla="*/ 98 w 94"/>
                <a:gd name="T9" fmla="*/ 163 h 68"/>
                <a:gd name="T10" fmla="*/ 50 w 94"/>
                <a:gd name="T11" fmla="*/ 189 h 68"/>
                <a:gd name="T12" fmla="*/ 24 w 94"/>
                <a:gd name="T13" fmla="*/ 197 h 68"/>
                <a:gd name="T14" fmla="*/ 11 w 94"/>
                <a:gd name="T15" fmla="*/ 208 h 68"/>
                <a:gd name="T16" fmla="*/ 0 w 94"/>
                <a:gd name="T17" fmla="*/ 21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68">
                  <a:moveTo>
                    <a:pt x="94" y="3"/>
                  </a:moveTo>
                  <a:cubicBezTo>
                    <a:pt x="89" y="0"/>
                    <a:pt x="81" y="2"/>
                    <a:pt x="78" y="6"/>
                  </a:cubicBezTo>
                  <a:cubicBezTo>
                    <a:pt x="74" y="10"/>
                    <a:pt x="75" y="14"/>
                    <a:pt x="73" y="18"/>
                  </a:cubicBezTo>
                  <a:cubicBezTo>
                    <a:pt x="67" y="30"/>
                    <a:pt x="48" y="25"/>
                    <a:pt x="43" y="37"/>
                  </a:cubicBezTo>
                  <a:cubicBezTo>
                    <a:pt x="41" y="43"/>
                    <a:pt x="42" y="48"/>
                    <a:pt x="37" y="53"/>
                  </a:cubicBezTo>
                  <a:cubicBezTo>
                    <a:pt x="32" y="58"/>
                    <a:pt x="26" y="59"/>
                    <a:pt x="19" y="61"/>
                  </a:cubicBezTo>
                  <a:cubicBezTo>
                    <a:pt x="15" y="61"/>
                    <a:pt x="12" y="62"/>
                    <a:pt x="9" y="64"/>
                  </a:cubicBezTo>
                  <a:cubicBezTo>
                    <a:pt x="7" y="65"/>
                    <a:pt x="6" y="66"/>
                    <a:pt x="4" y="67"/>
                  </a:cubicBezTo>
                  <a:cubicBezTo>
                    <a:pt x="3" y="67"/>
                    <a:pt x="1" y="67"/>
                    <a:pt x="0" y="6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48" name="Freeform 4255">
              <a:extLst>
                <a:ext uri="{FF2B5EF4-FFF2-40B4-BE49-F238E27FC236}">
                  <a16:creationId xmlns:a16="http://schemas.microsoft.com/office/drawing/2014/main" id="{F09C9E67-D110-4A7A-8F20-30200520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482"/>
              <a:ext cx="60" cy="210"/>
            </a:xfrm>
            <a:custGeom>
              <a:avLst/>
              <a:gdLst>
                <a:gd name="T0" fmla="*/ 112 w 44"/>
                <a:gd name="T1" fmla="*/ 0 h 144"/>
                <a:gd name="T2" fmla="*/ 97 w 44"/>
                <a:gd name="T3" fmla="*/ 50 h 144"/>
                <a:gd name="T4" fmla="*/ 56 w 44"/>
                <a:gd name="T5" fmla="*/ 112 h 144"/>
                <a:gd name="T6" fmla="*/ 48 w 44"/>
                <a:gd name="T7" fmla="*/ 187 h 144"/>
                <a:gd name="T8" fmla="*/ 15 w 44"/>
                <a:gd name="T9" fmla="*/ 265 h 144"/>
                <a:gd name="T10" fmla="*/ 19 w 44"/>
                <a:gd name="T11" fmla="*/ 325 h 144"/>
                <a:gd name="T12" fmla="*/ 27 w 44"/>
                <a:gd name="T13" fmla="*/ 379 h 144"/>
                <a:gd name="T14" fmla="*/ 35 w 44"/>
                <a:gd name="T15" fmla="*/ 414 h 144"/>
                <a:gd name="T16" fmla="*/ 42 w 44"/>
                <a:gd name="T17" fmla="*/ 446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4">
                  <a:moveTo>
                    <a:pt x="44" y="0"/>
                  </a:moveTo>
                  <a:cubicBezTo>
                    <a:pt x="40" y="4"/>
                    <a:pt x="39" y="10"/>
                    <a:pt x="38" y="16"/>
                  </a:cubicBezTo>
                  <a:cubicBezTo>
                    <a:pt x="37" y="27"/>
                    <a:pt x="29" y="28"/>
                    <a:pt x="22" y="36"/>
                  </a:cubicBezTo>
                  <a:cubicBezTo>
                    <a:pt x="15" y="45"/>
                    <a:pt x="20" y="51"/>
                    <a:pt x="19" y="60"/>
                  </a:cubicBezTo>
                  <a:cubicBezTo>
                    <a:pt x="18" y="71"/>
                    <a:pt x="12" y="78"/>
                    <a:pt x="6" y="86"/>
                  </a:cubicBezTo>
                  <a:cubicBezTo>
                    <a:pt x="0" y="94"/>
                    <a:pt x="3" y="97"/>
                    <a:pt x="7" y="105"/>
                  </a:cubicBezTo>
                  <a:cubicBezTo>
                    <a:pt x="9" y="111"/>
                    <a:pt x="9" y="117"/>
                    <a:pt x="11" y="122"/>
                  </a:cubicBezTo>
                  <a:cubicBezTo>
                    <a:pt x="13" y="126"/>
                    <a:pt x="13" y="130"/>
                    <a:pt x="14" y="134"/>
                  </a:cubicBezTo>
                  <a:cubicBezTo>
                    <a:pt x="15" y="138"/>
                    <a:pt x="18" y="139"/>
                    <a:pt x="17" y="14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49" name="Freeform 4256">
              <a:extLst>
                <a:ext uri="{FF2B5EF4-FFF2-40B4-BE49-F238E27FC236}">
                  <a16:creationId xmlns:a16="http://schemas.microsoft.com/office/drawing/2014/main" id="{F99BD525-E038-465E-BABF-FE161E13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631"/>
              <a:ext cx="40" cy="154"/>
            </a:xfrm>
            <a:custGeom>
              <a:avLst/>
              <a:gdLst>
                <a:gd name="T0" fmla="*/ 76 w 29"/>
                <a:gd name="T1" fmla="*/ 0 h 106"/>
                <a:gd name="T2" fmla="*/ 70 w 29"/>
                <a:gd name="T3" fmla="*/ 83 h 106"/>
                <a:gd name="T4" fmla="*/ 65 w 29"/>
                <a:gd name="T5" fmla="*/ 137 h 106"/>
                <a:gd name="T6" fmla="*/ 50 w 29"/>
                <a:gd name="T7" fmla="*/ 183 h 106"/>
                <a:gd name="T8" fmla="*/ 23 w 29"/>
                <a:gd name="T9" fmla="*/ 283 h 106"/>
                <a:gd name="T10" fmla="*/ 0 w 29"/>
                <a:gd name="T11" fmla="*/ 325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06">
                  <a:moveTo>
                    <a:pt x="29" y="0"/>
                  </a:moveTo>
                  <a:cubicBezTo>
                    <a:pt x="21" y="7"/>
                    <a:pt x="24" y="17"/>
                    <a:pt x="27" y="27"/>
                  </a:cubicBezTo>
                  <a:cubicBezTo>
                    <a:pt x="29" y="34"/>
                    <a:pt x="29" y="39"/>
                    <a:pt x="25" y="45"/>
                  </a:cubicBezTo>
                  <a:cubicBezTo>
                    <a:pt x="22" y="51"/>
                    <a:pt x="19" y="53"/>
                    <a:pt x="19" y="60"/>
                  </a:cubicBezTo>
                  <a:cubicBezTo>
                    <a:pt x="20" y="74"/>
                    <a:pt x="20" y="83"/>
                    <a:pt x="9" y="92"/>
                  </a:cubicBezTo>
                  <a:cubicBezTo>
                    <a:pt x="4" y="97"/>
                    <a:pt x="4" y="101"/>
                    <a:pt x="0" y="10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50" name="Freeform 4257">
              <a:extLst>
                <a:ext uri="{FF2B5EF4-FFF2-40B4-BE49-F238E27FC236}">
                  <a16:creationId xmlns:a16="http://schemas.microsoft.com/office/drawing/2014/main" id="{25AD5894-3848-44F4-85C1-F1F45A4C1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55"/>
              <a:ext cx="18" cy="63"/>
            </a:xfrm>
            <a:custGeom>
              <a:avLst/>
              <a:gdLst>
                <a:gd name="T0" fmla="*/ 35 w 13"/>
                <a:gd name="T1" fmla="*/ 0 h 43"/>
                <a:gd name="T2" fmla="*/ 6 w 13"/>
                <a:gd name="T3" fmla="*/ 73 h 43"/>
                <a:gd name="T4" fmla="*/ 21 w 13"/>
                <a:gd name="T5" fmla="*/ 13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3">
                  <a:moveTo>
                    <a:pt x="13" y="0"/>
                  </a:moveTo>
                  <a:cubicBezTo>
                    <a:pt x="7" y="6"/>
                    <a:pt x="0" y="14"/>
                    <a:pt x="2" y="23"/>
                  </a:cubicBezTo>
                  <a:cubicBezTo>
                    <a:pt x="3" y="30"/>
                    <a:pt x="10" y="36"/>
                    <a:pt x="8" y="4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51" name="Freeform 4258">
              <a:extLst>
                <a:ext uri="{FF2B5EF4-FFF2-40B4-BE49-F238E27FC236}">
                  <a16:creationId xmlns:a16="http://schemas.microsoft.com/office/drawing/2014/main" id="{F27CA841-AF03-4310-BE13-640E5907B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540"/>
              <a:ext cx="24" cy="69"/>
            </a:xfrm>
            <a:custGeom>
              <a:avLst/>
              <a:gdLst>
                <a:gd name="T0" fmla="*/ 48 w 17"/>
                <a:gd name="T1" fmla="*/ 0 h 47"/>
                <a:gd name="T2" fmla="*/ 6 w 17"/>
                <a:gd name="T3" fmla="*/ 60 h 47"/>
                <a:gd name="T4" fmla="*/ 6 w 17"/>
                <a:gd name="T5" fmla="*/ 1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1" y="6"/>
                    <a:pt x="5" y="10"/>
                    <a:pt x="2" y="19"/>
                  </a:cubicBezTo>
                  <a:cubicBezTo>
                    <a:pt x="0" y="27"/>
                    <a:pt x="2" y="39"/>
                    <a:pt x="2" y="4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52" name="Freeform 4259">
              <a:extLst>
                <a:ext uri="{FF2B5EF4-FFF2-40B4-BE49-F238E27FC236}">
                  <a16:creationId xmlns:a16="http://schemas.microsoft.com/office/drawing/2014/main" id="{D65E6D15-476E-4A9C-806E-A45636E84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514"/>
              <a:ext cx="26" cy="61"/>
            </a:xfrm>
            <a:custGeom>
              <a:avLst/>
              <a:gdLst>
                <a:gd name="T0" fmla="*/ 0 w 19"/>
                <a:gd name="T1" fmla="*/ 129 h 42"/>
                <a:gd name="T2" fmla="*/ 47 w 19"/>
                <a:gd name="T3" fmla="*/ 65 h 42"/>
                <a:gd name="T4" fmla="*/ 42 w 19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0" y="42"/>
                  </a:moveTo>
                  <a:cubicBezTo>
                    <a:pt x="9" y="36"/>
                    <a:pt x="17" y="32"/>
                    <a:pt x="18" y="21"/>
                  </a:cubicBezTo>
                  <a:cubicBezTo>
                    <a:pt x="19" y="14"/>
                    <a:pt x="18" y="7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53" name="Freeform 4260">
              <a:extLst>
                <a:ext uri="{FF2B5EF4-FFF2-40B4-BE49-F238E27FC236}">
                  <a16:creationId xmlns:a16="http://schemas.microsoft.com/office/drawing/2014/main" id="{B71CE116-2794-4C03-80EC-C3D563502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436"/>
              <a:ext cx="99" cy="78"/>
            </a:xfrm>
            <a:custGeom>
              <a:avLst/>
              <a:gdLst>
                <a:gd name="T0" fmla="*/ 0 w 72"/>
                <a:gd name="T1" fmla="*/ 163 h 54"/>
                <a:gd name="T2" fmla="*/ 44 w 72"/>
                <a:gd name="T3" fmla="*/ 117 h 54"/>
                <a:gd name="T4" fmla="*/ 41 w 72"/>
                <a:gd name="T5" fmla="*/ 66 h 54"/>
                <a:gd name="T6" fmla="*/ 85 w 72"/>
                <a:gd name="T7" fmla="*/ 39 h 54"/>
                <a:gd name="T8" fmla="*/ 105 w 72"/>
                <a:gd name="T9" fmla="*/ 1 h 54"/>
                <a:gd name="T10" fmla="*/ 146 w 72"/>
                <a:gd name="T11" fmla="*/ 14 h 54"/>
                <a:gd name="T12" fmla="*/ 187 w 72"/>
                <a:gd name="T13" fmla="*/ 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54">
                  <a:moveTo>
                    <a:pt x="0" y="54"/>
                  </a:moveTo>
                  <a:cubicBezTo>
                    <a:pt x="10" y="54"/>
                    <a:pt x="17" y="50"/>
                    <a:pt x="17" y="39"/>
                  </a:cubicBezTo>
                  <a:cubicBezTo>
                    <a:pt x="17" y="34"/>
                    <a:pt x="13" y="26"/>
                    <a:pt x="16" y="22"/>
                  </a:cubicBezTo>
                  <a:cubicBezTo>
                    <a:pt x="19" y="16"/>
                    <a:pt x="29" y="17"/>
                    <a:pt x="33" y="13"/>
                  </a:cubicBezTo>
                  <a:cubicBezTo>
                    <a:pt x="37" y="10"/>
                    <a:pt x="40" y="5"/>
                    <a:pt x="40" y="1"/>
                  </a:cubicBezTo>
                  <a:cubicBezTo>
                    <a:pt x="45" y="0"/>
                    <a:pt x="51" y="5"/>
                    <a:pt x="56" y="5"/>
                  </a:cubicBezTo>
                  <a:cubicBezTo>
                    <a:pt x="61" y="6"/>
                    <a:pt x="68" y="4"/>
                    <a:pt x="72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54" name="Freeform 4261">
              <a:extLst>
                <a:ext uri="{FF2B5EF4-FFF2-40B4-BE49-F238E27FC236}">
                  <a16:creationId xmlns:a16="http://schemas.microsoft.com/office/drawing/2014/main" id="{128653C1-B86D-4E70-BD7A-D58D9DDBF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423"/>
              <a:ext cx="40" cy="16"/>
            </a:xfrm>
            <a:custGeom>
              <a:avLst/>
              <a:gdLst>
                <a:gd name="T0" fmla="*/ 76 w 29"/>
                <a:gd name="T1" fmla="*/ 1 h 11"/>
                <a:gd name="T2" fmla="*/ 0 w 29"/>
                <a:gd name="T3" fmla="*/ 3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29" y="1"/>
                  </a:moveTo>
                  <a:cubicBezTo>
                    <a:pt x="17" y="0"/>
                    <a:pt x="11" y="9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55" name="Freeform 4262">
              <a:extLst>
                <a:ext uri="{FF2B5EF4-FFF2-40B4-BE49-F238E27FC236}">
                  <a16:creationId xmlns:a16="http://schemas.microsoft.com/office/drawing/2014/main" id="{EB09A2B2-A8E5-41FA-B734-ABC6A6458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407"/>
              <a:ext cx="54" cy="56"/>
            </a:xfrm>
            <a:custGeom>
              <a:avLst/>
              <a:gdLst>
                <a:gd name="T0" fmla="*/ 0 w 39"/>
                <a:gd name="T1" fmla="*/ 113 h 39"/>
                <a:gd name="T2" fmla="*/ 54 w 39"/>
                <a:gd name="T3" fmla="*/ 103 h 39"/>
                <a:gd name="T4" fmla="*/ 83 w 39"/>
                <a:gd name="T5" fmla="*/ 67 h 39"/>
                <a:gd name="T6" fmla="*/ 91 w 39"/>
                <a:gd name="T7" fmla="*/ 27 h 39"/>
                <a:gd name="T8" fmla="*/ 104 w 39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0" y="38"/>
                  </a:moveTo>
                  <a:cubicBezTo>
                    <a:pt x="7" y="36"/>
                    <a:pt x="14" y="39"/>
                    <a:pt x="20" y="35"/>
                  </a:cubicBezTo>
                  <a:cubicBezTo>
                    <a:pt x="24" y="32"/>
                    <a:pt x="28" y="27"/>
                    <a:pt x="31" y="23"/>
                  </a:cubicBezTo>
                  <a:cubicBezTo>
                    <a:pt x="33" y="19"/>
                    <a:pt x="33" y="14"/>
                    <a:pt x="35" y="9"/>
                  </a:cubicBezTo>
                  <a:cubicBezTo>
                    <a:pt x="36" y="6"/>
                    <a:pt x="38" y="3"/>
                    <a:pt x="39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56" name="Freeform 4263">
              <a:extLst>
                <a:ext uri="{FF2B5EF4-FFF2-40B4-BE49-F238E27FC236}">
                  <a16:creationId xmlns:a16="http://schemas.microsoft.com/office/drawing/2014/main" id="{4392A5E7-C0E7-4829-90BA-8FA192146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533"/>
              <a:ext cx="23" cy="67"/>
            </a:xfrm>
            <a:custGeom>
              <a:avLst/>
              <a:gdLst>
                <a:gd name="T0" fmla="*/ 35 w 17"/>
                <a:gd name="T1" fmla="*/ 0 h 46"/>
                <a:gd name="T2" fmla="*/ 35 w 17"/>
                <a:gd name="T3" fmla="*/ 74 h 46"/>
                <a:gd name="T4" fmla="*/ 0 w 17"/>
                <a:gd name="T5" fmla="*/ 143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6">
                  <a:moveTo>
                    <a:pt x="14" y="0"/>
                  </a:moveTo>
                  <a:cubicBezTo>
                    <a:pt x="16" y="8"/>
                    <a:pt x="17" y="16"/>
                    <a:pt x="14" y="24"/>
                  </a:cubicBezTo>
                  <a:cubicBezTo>
                    <a:pt x="10" y="32"/>
                    <a:pt x="5" y="38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57" name="Freeform 4264">
              <a:extLst>
                <a:ext uri="{FF2B5EF4-FFF2-40B4-BE49-F238E27FC236}">
                  <a16:creationId xmlns:a16="http://schemas.microsoft.com/office/drawing/2014/main" id="{78D71D98-7A28-445F-9F3C-6EABC525B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593"/>
              <a:ext cx="22" cy="62"/>
            </a:xfrm>
            <a:custGeom>
              <a:avLst/>
              <a:gdLst>
                <a:gd name="T0" fmla="*/ 41 w 16"/>
                <a:gd name="T1" fmla="*/ 0 h 43"/>
                <a:gd name="T2" fmla="*/ 29 w 16"/>
                <a:gd name="T3" fmla="*/ 12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3">
                  <a:moveTo>
                    <a:pt x="16" y="0"/>
                  </a:moveTo>
                  <a:cubicBezTo>
                    <a:pt x="0" y="8"/>
                    <a:pt x="7" y="30"/>
                    <a:pt x="11" y="4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58" name="Freeform 4265">
              <a:extLst>
                <a:ext uri="{FF2B5EF4-FFF2-40B4-BE49-F238E27FC236}">
                  <a16:creationId xmlns:a16="http://schemas.microsoft.com/office/drawing/2014/main" id="{95B22BAF-5F62-434E-B7E1-EFB752B98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575"/>
              <a:ext cx="18" cy="61"/>
            </a:xfrm>
            <a:custGeom>
              <a:avLst/>
              <a:gdLst>
                <a:gd name="T0" fmla="*/ 0 w 13"/>
                <a:gd name="T1" fmla="*/ 129 h 42"/>
                <a:gd name="T2" fmla="*/ 35 w 13"/>
                <a:gd name="T3" fmla="*/ 61 h 42"/>
                <a:gd name="T4" fmla="*/ 33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0" y="42"/>
                  </a:moveTo>
                  <a:cubicBezTo>
                    <a:pt x="11" y="41"/>
                    <a:pt x="13" y="29"/>
                    <a:pt x="13" y="20"/>
                  </a:cubicBezTo>
                  <a:cubicBezTo>
                    <a:pt x="13" y="14"/>
                    <a:pt x="10" y="6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59" name="Freeform 4266">
              <a:extLst>
                <a:ext uri="{FF2B5EF4-FFF2-40B4-BE49-F238E27FC236}">
                  <a16:creationId xmlns:a16="http://schemas.microsoft.com/office/drawing/2014/main" id="{5AB94781-2C5D-4102-84EF-BFB33A1E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750"/>
              <a:ext cx="74" cy="196"/>
            </a:xfrm>
            <a:custGeom>
              <a:avLst/>
              <a:gdLst>
                <a:gd name="T0" fmla="*/ 0 w 54"/>
                <a:gd name="T1" fmla="*/ 0 h 135"/>
                <a:gd name="T2" fmla="*/ 22 w 54"/>
                <a:gd name="T3" fmla="*/ 52 h 135"/>
                <a:gd name="T4" fmla="*/ 7 w 54"/>
                <a:gd name="T5" fmla="*/ 158 h 135"/>
                <a:gd name="T6" fmla="*/ 40 w 54"/>
                <a:gd name="T7" fmla="*/ 238 h 135"/>
                <a:gd name="T8" fmla="*/ 51 w 54"/>
                <a:gd name="T9" fmla="*/ 290 h 135"/>
                <a:gd name="T10" fmla="*/ 71 w 54"/>
                <a:gd name="T11" fmla="*/ 350 h 135"/>
                <a:gd name="T12" fmla="*/ 96 w 54"/>
                <a:gd name="T13" fmla="*/ 382 h 135"/>
                <a:gd name="T14" fmla="*/ 138 w 54"/>
                <a:gd name="T15" fmla="*/ 398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35">
                  <a:moveTo>
                    <a:pt x="0" y="0"/>
                  </a:moveTo>
                  <a:cubicBezTo>
                    <a:pt x="0" y="6"/>
                    <a:pt x="7" y="11"/>
                    <a:pt x="9" y="17"/>
                  </a:cubicBezTo>
                  <a:cubicBezTo>
                    <a:pt x="12" y="30"/>
                    <a:pt x="5" y="40"/>
                    <a:pt x="3" y="52"/>
                  </a:cubicBezTo>
                  <a:cubicBezTo>
                    <a:pt x="2" y="64"/>
                    <a:pt x="6" y="71"/>
                    <a:pt x="15" y="78"/>
                  </a:cubicBezTo>
                  <a:cubicBezTo>
                    <a:pt x="23" y="83"/>
                    <a:pt x="22" y="86"/>
                    <a:pt x="20" y="95"/>
                  </a:cubicBezTo>
                  <a:cubicBezTo>
                    <a:pt x="19" y="103"/>
                    <a:pt x="20" y="109"/>
                    <a:pt x="28" y="114"/>
                  </a:cubicBezTo>
                  <a:cubicBezTo>
                    <a:pt x="35" y="118"/>
                    <a:pt x="37" y="117"/>
                    <a:pt x="37" y="125"/>
                  </a:cubicBezTo>
                  <a:cubicBezTo>
                    <a:pt x="38" y="135"/>
                    <a:pt x="48" y="132"/>
                    <a:pt x="54" y="13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60" name="Freeform 4267">
              <a:extLst>
                <a:ext uri="{FF2B5EF4-FFF2-40B4-BE49-F238E27FC236}">
                  <a16:creationId xmlns:a16="http://schemas.microsoft.com/office/drawing/2014/main" id="{6CFAEC5C-6046-46D6-8869-0107F7CC1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750"/>
              <a:ext cx="14" cy="84"/>
            </a:xfrm>
            <a:custGeom>
              <a:avLst/>
              <a:gdLst>
                <a:gd name="T0" fmla="*/ 15 w 10"/>
                <a:gd name="T1" fmla="*/ 0 h 58"/>
                <a:gd name="T2" fmla="*/ 1 w 10"/>
                <a:gd name="T3" fmla="*/ 52 h 58"/>
                <a:gd name="T4" fmla="*/ 11 w 10"/>
                <a:gd name="T5" fmla="*/ 101 h 58"/>
                <a:gd name="T6" fmla="*/ 28 w 10"/>
                <a:gd name="T7" fmla="*/ 177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8">
                  <a:moveTo>
                    <a:pt x="6" y="0"/>
                  </a:moveTo>
                  <a:cubicBezTo>
                    <a:pt x="5" y="6"/>
                    <a:pt x="3" y="11"/>
                    <a:pt x="1" y="17"/>
                  </a:cubicBezTo>
                  <a:cubicBezTo>
                    <a:pt x="0" y="23"/>
                    <a:pt x="2" y="27"/>
                    <a:pt x="4" y="33"/>
                  </a:cubicBezTo>
                  <a:cubicBezTo>
                    <a:pt x="6" y="41"/>
                    <a:pt x="7" y="50"/>
                    <a:pt x="10" y="5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61" name="Freeform 4268">
              <a:extLst>
                <a:ext uri="{FF2B5EF4-FFF2-40B4-BE49-F238E27FC236}">
                  <a16:creationId xmlns:a16="http://schemas.microsoft.com/office/drawing/2014/main" id="{3ACDCEBB-9C40-4A96-98A1-7F5A35DDB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794"/>
              <a:ext cx="18" cy="75"/>
            </a:xfrm>
            <a:custGeom>
              <a:avLst/>
              <a:gdLst>
                <a:gd name="T0" fmla="*/ 0 w 13"/>
                <a:gd name="T1" fmla="*/ 0 h 52"/>
                <a:gd name="T2" fmla="*/ 11 w 13"/>
                <a:gd name="T3" fmla="*/ 27 h 52"/>
                <a:gd name="T4" fmla="*/ 33 w 13"/>
                <a:gd name="T5" fmla="*/ 81 h 52"/>
                <a:gd name="T6" fmla="*/ 29 w 13"/>
                <a:gd name="T7" fmla="*/ 15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2">
                  <a:moveTo>
                    <a:pt x="0" y="0"/>
                  </a:moveTo>
                  <a:cubicBezTo>
                    <a:pt x="0" y="3"/>
                    <a:pt x="2" y="6"/>
                    <a:pt x="4" y="9"/>
                  </a:cubicBezTo>
                  <a:cubicBezTo>
                    <a:pt x="8" y="15"/>
                    <a:pt x="11" y="19"/>
                    <a:pt x="12" y="27"/>
                  </a:cubicBezTo>
                  <a:cubicBezTo>
                    <a:pt x="13" y="36"/>
                    <a:pt x="12" y="43"/>
                    <a:pt x="11" y="5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62" name="Freeform 4269">
              <a:extLst>
                <a:ext uri="{FF2B5EF4-FFF2-40B4-BE49-F238E27FC236}">
                  <a16:creationId xmlns:a16="http://schemas.microsoft.com/office/drawing/2014/main" id="{E0640C74-1287-4FB4-AB88-CA9567C31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696"/>
              <a:ext cx="18" cy="64"/>
            </a:xfrm>
            <a:custGeom>
              <a:avLst/>
              <a:gdLst>
                <a:gd name="T0" fmla="*/ 0 w 13"/>
                <a:gd name="T1" fmla="*/ 135 h 44"/>
                <a:gd name="T2" fmla="*/ 29 w 13"/>
                <a:gd name="T3" fmla="*/ 61 h 44"/>
                <a:gd name="T4" fmla="*/ 6 w 13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4">
                  <a:moveTo>
                    <a:pt x="0" y="44"/>
                  </a:moveTo>
                  <a:cubicBezTo>
                    <a:pt x="10" y="39"/>
                    <a:pt x="13" y="30"/>
                    <a:pt x="11" y="20"/>
                  </a:cubicBezTo>
                  <a:cubicBezTo>
                    <a:pt x="9" y="13"/>
                    <a:pt x="4" y="7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63" name="Freeform 4270">
              <a:extLst>
                <a:ext uri="{FF2B5EF4-FFF2-40B4-BE49-F238E27FC236}">
                  <a16:creationId xmlns:a16="http://schemas.microsoft.com/office/drawing/2014/main" id="{2BEF1623-280E-457C-9CA1-DB2BD1E9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690"/>
              <a:ext cx="16" cy="66"/>
            </a:xfrm>
            <a:custGeom>
              <a:avLst/>
              <a:gdLst>
                <a:gd name="T0" fmla="*/ 20 w 12"/>
                <a:gd name="T1" fmla="*/ 0 h 45"/>
                <a:gd name="T2" fmla="*/ 5 w 12"/>
                <a:gd name="T3" fmla="*/ 73 h 45"/>
                <a:gd name="T4" fmla="*/ 28 w 12"/>
                <a:gd name="T5" fmla="*/ 14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5">
                  <a:moveTo>
                    <a:pt x="8" y="0"/>
                  </a:moveTo>
                  <a:cubicBezTo>
                    <a:pt x="6" y="8"/>
                    <a:pt x="0" y="13"/>
                    <a:pt x="2" y="23"/>
                  </a:cubicBezTo>
                  <a:cubicBezTo>
                    <a:pt x="4" y="31"/>
                    <a:pt x="10" y="38"/>
                    <a:pt x="12" y="4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64" name="Freeform 4271">
              <a:extLst>
                <a:ext uri="{FF2B5EF4-FFF2-40B4-BE49-F238E27FC236}">
                  <a16:creationId xmlns:a16="http://schemas.microsoft.com/office/drawing/2014/main" id="{14DD71C6-DF90-4441-83FE-596BE9682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615"/>
              <a:ext cx="14" cy="64"/>
            </a:xfrm>
            <a:custGeom>
              <a:avLst/>
              <a:gdLst>
                <a:gd name="T0" fmla="*/ 28 w 10"/>
                <a:gd name="T1" fmla="*/ 0 h 44"/>
                <a:gd name="T2" fmla="*/ 1 w 10"/>
                <a:gd name="T3" fmla="*/ 65 h 44"/>
                <a:gd name="T4" fmla="*/ 15 w 10"/>
                <a:gd name="T5" fmla="*/ 1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4">
                  <a:moveTo>
                    <a:pt x="10" y="0"/>
                  </a:moveTo>
                  <a:cubicBezTo>
                    <a:pt x="7" y="7"/>
                    <a:pt x="0" y="11"/>
                    <a:pt x="1" y="21"/>
                  </a:cubicBezTo>
                  <a:cubicBezTo>
                    <a:pt x="1" y="29"/>
                    <a:pt x="7" y="35"/>
                    <a:pt x="6" y="4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65" name="Freeform 4272">
              <a:extLst>
                <a:ext uri="{FF2B5EF4-FFF2-40B4-BE49-F238E27FC236}">
                  <a16:creationId xmlns:a16="http://schemas.microsoft.com/office/drawing/2014/main" id="{3F2AC028-78E7-4431-8F17-28A8AF13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943"/>
              <a:ext cx="98" cy="123"/>
            </a:xfrm>
            <a:custGeom>
              <a:avLst/>
              <a:gdLst>
                <a:gd name="T0" fmla="*/ 0 w 71"/>
                <a:gd name="T1" fmla="*/ 0 h 84"/>
                <a:gd name="T2" fmla="*/ 23 w 71"/>
                <a:gd name="T3" fmla="*/ 32 h 84"/>
                <a:gd name="T4" fmla="*/ 36 w 71"/>
                <a:gd name="T5" fmla="*/ 107 h 84"/>
                <a:gd name="T6" fmla="*/ 75 w 71"/>
                <a:gd name="T7" fmla="*/ 154 h 84"/>
                <a:gd name="T8" fmla="*/ 109 w 71"/>
                <a:gd name="T9" fmla="*/ 182 h 84"/>
                <a:gd name="T10" fmla="*/ 130 w 71"/>
                <a:gd name="T11" fmla="*/ 223 h 84"/>
                <a:gd name="T12" fmla="*/ 166 w 71"/>
                <a:gd name="T13" fmla="*/ 236 h 84"/>
                <a:gd name="T14" fmla="*/ 186 w 71"/>
                <a:gd name="T15" fmla="*/ 264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84">
                  <a:moveTo>
                    <a:pt x="0" y="0"/>
                  </a:moveTo>
                  <a:cubicBezTo>
                    <a:pt x="3" y="4"/>
                    <a:pt x="6" y="7"/>
                    <a:pt x="9" y="10"/>
                  </a:cubicBezTo>
                  <a:cubicBezTo>
                    <a:pt x="14" y="18"/>
                    <a:pt x="12" y="25"/>
                    <a:pt x="14" y="34"/>
                  </a:cubicBezTo>
                  <a:cubicBezTo>
                    <a:pt x="16" y="41"/>
                    <a:pt x="21" y="46"/>
                    <a:pt x="28" y="49"/>
                  </a:cubicBezTo>
                  <a:cubicBezTo>
                    <a:pt x="35" y="52"/>
                    <a:pt x="39" y="51"/>
                    <a:pt x="41" y="58"/>
                  </a:cubicBezTo>
                  <a:cubicBezTo>
                    <a:pt x="43" y="63"/>
                    <a:pt x="44" y="68"/>
                    <a:pt x="49" y="71"/>
                  </a:cubicBezTo>
                  <a:cubicBezTo>
                    <a:pt x="53" y="74"/>
                    <a:pt x="59" y="73"/>
                    <a:pt x="63" y="75"/>
                  </a:cubicBezTo>
                  <a:cubicBezTo>
                    <a:pt x="66" y="77"/>
                    <a:pt x="66" y="84"/>
                    <a:pt x="71" y="8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66" name="Freeform 4273">
              <a:extLst>
                <a:ext uri="{FF2B5EF4-FFF2-40B4-BE49-F238E27FC236}">
                  <a16:creationId xmlns:a16="http://schemas.microsoft.com/office/drawing/2014/main" id="{E27EDCBB-DF80-41E1-9290-E8791911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019"/>
              <a:ext cx="31" cy="33"/>
            </a:xfrm>
            <a:custGeom>
              <a:avLst/>
              <a:gdLst>
                <a:gd name="T0" fmla="*/ 0 w 22"/>
                <a:gd name="T1" fmla="*/ 1 h 23"/>
                <a:gd name="T2" fmla="*/ 48 w 22"/>
                <a:gd name="T3" fmla="*/ 23 h 23"/>
                <a:gd name="T4" fmla="*/ 62 w 22"/>
                <a:gd name="T5" fmla="*/ 6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0" y="1"/>
                  </a:moveTo>
                  <a:cubicBezTo>
                    <a:pt x="6" y="5"/>
                    <a:pt x="13" y="0"/>
                    <a:pt x="17" y="8"/>
                  </a:cubicBezTo>
                  <a:cubicBezTo>
                    <a:pt x="19" y="12"/>
                    <a:pt x="20" y="20"/>
                    <a:pt x="22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67" name="Freeform 4274">
              <a:extLst>
                <a:ext uri="{FF2B5EF4-FFF2-40B4-BE49-F238E27FC236}">
                  <a16:creationId xmlns:a16="http://schemas.microsoft.com/office/drawing/2014/main" id="{04BD259B-9987-4AC6-A77E-B3478E38B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971"/>
              <a:ext cx="45" cy="51"/>
            </a:xfrm>
            <a:custGeom>
              <a:avLst/>
              <a:gdLst>
                <a:gd name="T0" fmla="*/ 0 w 32"/>
                <a:gd name="T1" fmla="*/ 0 h 35"/>
                <a:gd name="T2" fmla="*/ 73 w 32"/>
                <a:gd name="T3" fmla="*/ 47 h 35"/>
                <a:gd name="T4" fmla="*/ 89 w 32"/>
                <a:gd name="T5" fmla="*/ 10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5">
                  <a:moveTo>
                    <a:pt x="0" y="0"/>
                  </a:moveTo>
                  <a:cubicBezTo>
                    <a:pt x="1" y="7"/>
                    <a:pt x="21" y="9"/>
                    <a:pt x="26" y="15"/>
                  </a:cubicBezTo>
                  <a:cubicBezTo>
                    <a:pt x="31" y="21"/>
                    <a:pt x="29" y="29"/>
                    <a:pt x="32" y="3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68" name="Freeform 4275">
              <a:extLst>
                <a:ext uri="{FF2B5EF4-FFF2-40B4-BE49-F238E27FC236}">
                  <a16:creationId xmlns:a16="http://schemas.microsoft.com/office/drawing/2014/main" id="{85D2910F-C5ED-44D1-B706-3932E6B1D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10"/>
              <a:ext cx="39" cy="67"/>
            </a:xfrm>
            <a:custGeom>
              <a:avLst/>
              <a:gdLst>
                <a:gd name="T0" fmla="*/ 0 w 28"/>
                <a:gd name="T1" fmla="*/ 0 h 46"/>
                <a:gd name="T2" fmla="*/ 1 w 28"/>
                <a:gd name="T3" fmla="*/ 52 h 46"/>
                <a:gd name="T4" fmla="*/ 39 w 28"/>
                <a:gd name="T5" fmla="*/ 96 h 46"/>
                <a:gd name="T6" fmla="*/ 75 w 28"/>
                <a:gd name="T7" fmla="*/ 1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6">
                  <a:moveTo>
                    <a:pt x="0" y="0"/>
                  </a:moveTo>
                  <a:cubicBezTo>
                    <a:pt x="2" y="6"/>
                    <a:pt x="0" y="11"/>
                    <a:pt x="1" y="17"/>
                  </a:cubicBezTo>
                  <a:cubicBezTo>
                    <a:pt x="2" y="25"/>
                    <a:pt x="8" y="28"/>
                    <a:pt x="14" y="31"/>
                  </a:cubicBezTo>
                  <a:cubicBezTo>
                    <a:pt x="21" y="35"/>
                    <a:pt x="24" y="41"/>
                    <a:pt x="28" y="4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69" name="Freeform 4276">
              <a:extLst>
                <a:ext uri="{FF2B5EF4-FFF2-40B4-BE49-F238E27FC236}">
                  <a16:creationId xmlns:a16="http://schemas.microsoft.com/office/drawing/2014/main" id="{820C8B10-6ED9-41DB-A5DB-F5BD9AD94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869"/>
              <a:ext cx="18" cy="53"/>
            </a:xfrm>
            <a:custGeom>
              <a:avLst/>
              <a:gdLst>
                <a:gd name="T0" fmla="*/ 0 w 13"/>
                <a:gd name="T1" fmla="*/ 0 h 36"/>
                <a:gd name="T2" fmla="*/ 19 w 13"/>
                <a:gd name="T3" fmla="*/ 13 h 36"/>
                <a:gd name="T4" fmla="*/ 35 w 13"/>
                <a:gd name="T5" fmla="*/ 52 h 36"/>
                <a:gd name="T6" fmla="*/ 33 w 13"/>
                <a:gd name="T7" fmla="*/ 11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6">
                  <a:moveTo>
                    <a:pt x="0" y="0"/>
                  </a:moveTo>
                  <a:cubicBezTo>
                    <a:pt x="2" y="2"/>
                    <a:pt x="5" y="3"/>
                    <a:pt x="7" y="4"/>
                  </a:cubicBezTo>
                  <a:cubicBezTo>
                    <a:pt x="12" y="7"/>
                    <a:pt x="12" y="11"/>
                    <a:pt x="13" y="16"/>
                  </a:cubicBezTo>
                  <a:cubicBezTo>
                    <a:pt x="13" y="23"/>
                    <a:pt x="11" y="31"/>
                    <a:pt x="12" y="3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70" name="Freeform 4277">
              <a:extLst>
                <a:ext uri="{FF2B5EF4-FFF2-40B4-BE49-F238E27FC236}">
                  <a16:creationId xmlns:a16="http://schemas.microsoft.com/office/drawing/2014/main" id="{39C7C204-21C4-401A-8040-F19E260DF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815"/>
              <a:ext cx="28" cy="77"/>
            </a:xfrm>
            <a:custGeom>
              <a:avLst/>
              <a:gdLst>
                <a:gd name="T0" fmla="*/ 0 w 20"/>
                <a:gd name="T1" fmla="*/ 0 h 53"/>
                <a:gd name="T2" fmla="*/ 34 w 20"/>
                <a:gd name="T3" fmla="*/ 22 h 53"/>
                <a:gd name="T4" fmla="*/ 49 w 20"/>
                <a:gd name="T5" fmla="*/ 67 h 53"/>
                <a:gd name="T6" fmla="*/ 28 w 20"/>
                <a:gd name="T7" fmla="*/ 163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3">
                  <a:moveTo>
                    <a:pt x="0" y="0"/>
                  </a:moveTo>
                  <a:cubicBezTo>
                    <a:pt x="4" y="3"/>
                    <a:pt x="9" y="3"/>
                    <a:pt x="12" y="7"/>
                  </a:cubicBezTo>
                  <a:cubicBezTo>
                    <a:pt x="16" y="11"/>
                    <a:pt x="17" y="17"/>
                    <a:pt x="18" y="22"/>
                  </a:cubicBezTo>
                  <a:cubicBezTo>
                    <a:pt x="20" y="34"/>
                    <a:pt x="10" y="41"/>
                    <a:pt x="10" y="5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71" name="Freeform 4278">
              <a:extLst>
                <a:ext uri="{FF2B5EF4-FFF2-40B4-BE49-F238E27FC236}">
                  <a16:creationId xmlns:a16="http://schemas.microsoft.com/office/drawing/2014/main" id="{6D718F8C-FCE5-4552-ABBE-8F4186B6A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922"/>
              <a:ext cx="33" cy="66"/>
            </a:xfrm>
            <a:custGeom>
              <a:avLst/>
              <a:gdLst>
                <a:gd name="T0" fmla="*/ 0 w 24"/>
                <a:gd name="T1" fmla="*/ 0 h 46"/>
                <a:gd name="T2" fmla="*/ 56 w 24"/>
                <a:gd name="T3" fmla="*/ 67 h 46"/>
                <a:gd name="T4" fmla="*/ 55 w 24"/>
                <a:gd name="T5" fmla="*/ 13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0" y="0"/>
                  </a:moveTo>
                  <a:cubicBezTo>
                    <a:pt x="12" y="4"/>
                    <a:pt x="24" y="9"/>
                    <a:pt x="22" y="23"/>
                  </a:cubicBezTo>
                  <a:cubicBezTo>
                    <a:pt x="22" y="31"/>
                    <a:pt x="21" y="39"/>
                    <a:pt x="21" y="4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72" name="Freeform 4279">
              <a:extLst>
                <a:ext uri="{FF2B5EF4-FFF2-40B4-BE49-F238E27FC236}">
                  <a16:creationId xmlns:a16="http://schemas.microsoft.com/office/drawing/2014/main" id="{F8012AAC-882C-404D-8887-75E5D9B36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999"/>
              <a:ext cx="55" cy="59"/>
            </a:xfrm>
            <a:custGeom>
              <a:avLst/>
              <a:gdLst>
                <a:gd name="T0" fmla="*/ 0 w 40"/>
                <a:gd name="T1" fmla="*/ 6 h 41"/>
                <a:gd name="T2" fmla="*/ 61 w 40"/>
                <a:gd name="T3" fmla="*/ 13 h 41"/>
                <a:gd name="T4" fmla="*/ 89 w 40"/>
                <a:gd name="T5" fmla="*/ 60 h 41"/>
                <a:gd name="T6" fmla="*/ 105 w 40"/>
                <a:gd name="T7" fmla="*/ 12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1">
                  <a:moveTo>
                    <a:pt x="0" y="2"/>
                  </a:moveTo>
                  <a:cubicBezTo>
                    <a:pt x="8" y="4"/>
                    <a:pt x="16" y="0"/>
                    <a:pt x="23" y="4"/>
                  </a:cubicBezTo>
                  <a:cubicBezTo>
                    <a:pt x="29" y="7"/>
                    <a:pt x="32" y="14"/>
                    <a:pt x="34" y="20"/>
                  </a:cubicBezTo>
                  <a:cubicBezTo>
                    <a:pt x="35" y="25"/>
                    <a:pt x="36" y="37"/>
                    <a:pt x="40" y="4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73" name="Freeform 4280">
              <a:extLst>
                <a:ext uri="{FF2B5EF4-FFF2-40B4-BE49-F238E27FC236}">
                  <a16:creationId xmlns:a16="http://schemas.microsoft.com/office/drawing/2014/main" id="{C56FC492-8AEE-4BC7-9866-8F115B62C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500"/>
              <a:ext cx="53" cy="36"/>
            </a:xfrm>
            <a:custGeom>
              <a:avLst/>
              <a:gdLst>
                <a:gd name="T0" fmla="*/ 0 w 38"/>
                <a:gd name="T1" fmla="*/ 60 h 25"/>
                <a:gd name="T2" fmla="*/ 103 w 3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5">
                  <a:moveTo>
                    <a:pt x="0" y="20"/>
                  </a:moveTo>
                  <a:cubicBezTo>
                    <a:pt x="15" y="25"/>
                    <a:pt x="31" y="12"/>
                    <a:pt x="38" y="0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74" name="Freeform 4281">
              <a:extLst>
                <a:ext uri="{FF2B5EF4-FFF2-40B4-BE49-F238E27FC236}">
                  <a16:creationId xmlns:a16="http://schemas.microsoft.com/office/drawing/2014/main" id="{B0BF344D-56B0-4BF5-819B-0660C04AA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523"/>
              <a:ext cx="14" cy="39"/>
            </a:xfrm>
            <a:custGeom>
              <a:avLst/>
              <a:gdLst>
                <a:gd name="T0" fmla="*/ 0 w 10"/>
                <a:gd name="T1" fmla="*/ 0 h 27"/>
                <a:gd name="T2" fmla="*/ 20 w 10"/>
                <a:gd name="T3" fmla="*/ 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0"/>
                  </a:moveTo>
                  <a:cubicBezTo>
                    <a:pt x="10" y="6"/>
                    <a:pt x="10" y="16"/>
                    <a:pt x="7" y="27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75" name="Freeform 4282">
              <a:extLst>
                <a:ext uri="{FF2B5EF4-FFF2-40B4-BE49-F238E27FC236}">
                  <a16:creationId xmlns:a16="http://schemas.microsoft.com/office/drawing/2014/main" id="{01A187A5-F540-4A35-A079-FBE8CC710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588"/>
              <a:ext cx="59" cy="27"/>
            </a:xfrm>
            <a:custGeom>
              <a:avLst/>
              <a:gdLst>
                <a:gd name="T0" fmla="*/ 0 w 43"/>
                <a:gd name="T1" fmla="*/ 21 h 18"/>
                <a:gd name="T2" fmla="*/ 111 w 4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8">
                  <a:moveTo>
                    <a:pt x="0" y="6"/>
                  </a:moveTo>
                  <a:cubicBezTo>
                    <a:pt x="9" y="18"/>
                    <a:pt x="39" y="17"/>
                    <a:pt x="43" y="0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76" name="Freeform 4283">
              <a:extLst>
                <a:ext uri="{FF2B5EF4-FFF2-40B4-BE49-F238E27FC236}">
                  <a16:creationId xmlns:a16="http://schemas.microsoft.com/office/drawing/2014/main" id="{C569AE49-AA0E-479D-A8FC-4C3D9FCD8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612"/>
              <a:ext cx="30" cy="22"/>
            </a:xfrm>
            <a:custGeom>
              <a:avLst/>
              <a:gdLst>
                <a:gd name="T0" fmla="*/ 0 w 22"/>
                <a:gd name="T1" fmla="*/ 0 h 15"/>
                <a:gd name="T2" fmla="*/ 56 w 22"/>
                <a:gd name="T3" fmla="*/ 4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2" y="11"/>
                    <a:pt x="10" y="13"/>
                    <a:pt x="22" y="15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77" name="Freeform 4284">
              <a:extLst>
                <a:ext uri="{FF2B5EF4-FFF2-40B4-BE49-F238E27FC236}">
                  <a16:creationId xmlns:a16="http://schemas.microsoft.com/office/drawing/2014/main" id="{70CF3B0A-B184-444C-930D-B2C1C02A6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606"/>
              <a:ext cx="46" cy="41"/>
            </a:xfrm>
            <a:custGeom>
              <a:avLst/>
              <a:gdLst>
                <a:gd name="T0" fmla="*/ 0 w 34"/>
                <a:gd name="T1" fmla="*/ 45 h 28"/>
                <a:gd name="T2" fmla="*/ 84 w 3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8">
                  <a:moveTo>
                    <a:pt x="0" y="14"/>
                  </a:moveTo>
                  <a:cubicBezTo>
                    <a:pt x="10" y="28"/>
                    <a:pt x="29" y="10"/>
                    <a:pt x="34" y="0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78" name="Freeform 4285">
              <a:extLst>
                <a:ext uri="{FF2B5EF4-FFF2-40B4-BE49-F238E27FC236}">
                  <a16:creationId xmlns:a16="http://schemas.microsoft.com/office/drawing/2014/main" id="{8D6AEB3D-87AD-4F96-B357-70668E017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600"/>
              <a:ext cx="38" cy="15"/>
            </a:xfrm>
            <a:custGeom>
              <a:avLst/>
              <a:gdLst>
                <a:gd name="T0" fmla="*/ 0 w 28"/>
                <a:gd name="T1" fmla="*/ 0 h 10"/>
                <a:gd name="T2" fmla="*/ 71 w 28"/>
                <a:gd name="T3" fmla="*/ 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0"/>
                  </a:moveTo>
                  <a:cubicBezTo>
                    <a:pt x="6" y="9"/>
                    <a:pt x="21" y="10"/>
                    <a:pt x="28" y="1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79" name="Freeform 4286">
              <a:extLst>
                <a:ext uri="{FF2B5EF4-FFF2-40B4-BE49-F238E27FC236}">
                  <a16:creationId xmlns:a16="http://schemas.microsoft.com/office/drawing/2014/main" id="{0C52F28D-10B8-4434-B035-715406757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606"/>
              <a:ext cx="38" cy="45"/>
            </a:xfrm>
            <a:custGeom>
              <a:avLst/>
              <a:gdLst>
                <a:gd name="T0" fmla="*/ 0 w 28"/>
                <a:gd name="T1" fmla="*/ 60 h 31"/>
                <a:gd name="T2" fmla="*/ 71 w 28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1">
                  <a:moveTo>
                    <a:pt x="0" y="19"/>
                  </a:moveTo>
                  <a:cubicBezTo>
                    <a:pt x="12" y="31"/>
                    <a:pt x="24" y="8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80" name="Freeform 4287">
              <a:extLst>
                <a:ext uri="{FF2B5EF4-FFF2-40B4-BE49-F238E27FC236}">
                  <a16:creationId xmlns:a16="http://schemas.microsoft.com/office/drawing/2014/main" id="{A0DCAB97-6C01-4933-A137-F43A5404C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587"/>
              <a:ext cx="44" cy="26"/>
            </a:xfrm>
            <a:custGeom>
              <a:avLst/>
              <a:gdLst>
                <a:gd name="T0" fmla="*/ 0 w 32"/>
                <a:gd name="T1" fmla="*/ 29 h 18"/>
                <a:gd name="T2" fmla="*/ 84 w 3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8">
                  <a:moveTo>
                    <a:pt x="0" y="10"/>
                  </a:moveTo>
                  <a:cubicBezTo>
                    <a:pt x="10" y="18"/>
                    <a:pt x="26" y="10"/>
                    <a:pt x="32" y="0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81" name="Freeform 4288">
              <a:extLst>
                <a:ext uri="{FF2B5EF4-FFF2-40B4-BE49-F238E27FC236}">
                  <a16:creationId xmlns:a16="http://schemas.microsoft.com/office/drawing/2014/main" id="{730263D2-E165-4BBA-9448-CEE90BE3F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474"/>
              <a:ext cx="58" cy="33"/>
            </a:xfrm>
            <a:custGeom>
              <a:avLst/>
              <a:gdLst>
                <a:gd name="T0" fmla="*/ 0 w 42"/>
                <a:gd name="T1" fmla="*/ 1 h 23"/>
                <a:gd name="T2" fmla="*/ 110 w 42"/>
                <a:gd name="T3" fmla="*/ 6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3">
                  <a:moveTo>
                    <a:pt x="0" y="1"/>
                  </a:moveTo>
                  <a:cubicBezTo>
                    <a:pt x="20" y="3"/>
                    <a:pt x="34" y="0"/>
                    <a:pt x="42" y="23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82" name="Freeform 4289">
              <a:extLst>
                <a:ext uri="{FF2B5EF4-FFF2-40B4-BE49-F238E27FC236}">
                  <a16:creationId xmlns:a16="http://schemas.microsoft.com/office/drawing/2014/main" id="{3F46D57D-FFC2-4635-BF76-809F8FD4D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504"/>
              <a:ext cx="46" cy="26"/>
            </a:xfrm>
            <a:custGeom>
              <a:avLst/>
              <a:gdLst>
                <a:gd name="T0" fmla="*/ 0 w 33"/>
                <a:gd name="T1" fmla="*/ 19 h 18"/>
                <a:gd name="T2" fmla="*/ 89 w 33"/>
                <a:gd name="T3" fmla="*/ 5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12" y="2"/>
                    <a:pt x="30" y="0"/>
                    <a:pt x="33" y="18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83" name="Freeform 4290">
              <a:extLst>
                <a:ext uri="{FF2B5EF4-FFF2-40B4-BE49-F238E27FC236}">
                  <a16:creationId xmlns:a16="http://schemas.microsoft.com/office/drawing/2014/main" id="{04ABB4E1-3E8D-4974-8538-769A4703A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458"/>
              <a:ext cx="32" cy="34"/>
            </a:xfrm>
            <a:custGeom>
              <a:avLst/>
              <a:gdLst>
                <a:gd name="T0" fmla="*/ 0 w 23"/>
                <a:gd name="T1" fmla="*/ 23 h 24"/>
                <a:gd name="T2" fmla="*/ 63 w 23"/>
                <a:gd name="T3" fmla="*/ 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4">
                  <a:moveTo>
                    <a:pt x="0" y="8"/>
                  </a:moveTo>
                  <a:cubicBezTo>
                    <a:pt x="12" y="0"/>
                    <a:pt x="20" y="14"/>
                    <a:pt x="23" y="24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84" name="Freeform 4291">
              <a:extLst>
                <a:ext uri="{FF2B5EF4-FFF2-40B4-BE49-F238E27FC236}">
                  <a16:creationId xmlns:a16="http://schemas.microsoft.com/office/drawing/2014/main" id="{68C85E00-0C53-4428-955C-4AEC26A7F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491"/>
              <a:ext cx="51" cy="39"/>
            </a:xfrm>
            <a:custGeom>
              <a:avLst/>
              <a:gdLst>
                <a:gd name="T0" fmla="*/ 0 w 37"/>
                <a:gd name="T1" fmla="*/ 42 h 27"/>
                <a:gd name="T2" fmla="*/ 96 w 37"/>
                <a:gd name="T3" fmla="*/ 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14"/>
                  </a:moveTo>
                  <a:cubicBezTo>
                    <a:pt x="11" y="0"/>
                    <a:pt x="34" y="10"/>
                    <a:pt x="37" y="27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85" name="Freeform 4292">
              <a:extLst>
                <a:ext uri="{FF2B5EF4-FFF2-40B4-BE49-F238E27FC236}">
                  <a16:creationId xmlns:a16="http://schemas.microsoft.com/office/drawing/2014/main" id="{233F2D4D-679A-4B11-B397-D5EB65A8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1494"/>
              <a:ext cx="19" cy="22"/>
            </a:xfrm>
            <a:custGeom>
              <a:avLst/>
              <a:gdLst>
                <a:gd name="T0" fmla="*/ 10 w 14"/>
                <a:gd name="T1" fmla="*/ 47 h 15"/>
                <a:gd name="T2" fmla="*/ 35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4" y="15"/>
                  </a:moveTo>
                  <a:cubicBezTo>
                    <a:pt x="0" y="7"/>
                    <a:pt x="8" y="4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86" name="Freeform 4293">
              <a:extLst>
                <a:ext uri="{FF2B5EF4-FFF2-40B4-BE49-F238E27FC236}">
                  <a16:creationId xmlns:a16="http://schemas.microsoft.com/office/drawing/2014/main" id="{0D981447-7177-4697-AE9B-00511978D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539"/>
              <a:ext cx="50" cy="31"/>
            </a:xfrm>
            <a:custGeom>
              <a:avLst/>
              <a:gdLst>
                <a:gd name="T0" fmla="*/ 1 w 36"/>
                <a:gd name="T1" fmla="*/ 0 h 21"/>
                <a:gd name="T2" fmla="*/ 96 w 36"/>
                <a:gd name="T3" fmla="*/ 6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1">
                  <a:moveTo>
                    <a:pt x="1" y="0"/>
                  </a:moveTo>
                  <a:cubicBezTo>
                    <a:pt x="0" y="20"/>
                    <a:pt x="21" y="21"/>
                    <a:pt x="36" y="19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87" name="Freeform 4294">
              <a:extLst>
                <a:ext uri="{FF2B5EF4-FFF2-40B4-BE49-F238E27FC236}">
                  <a16:creationId xmlns:a16="http://schemas.microsoft.com/office/drawing/2014/main" id="{1BDCCB60-28BA-4598-B6BE-9D235AC73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552"/>
              <a:ext cx="29" cy="32"/>
            </a:xfrm>
            <a:custGeom>
              <a:avLst/>
              <a:gdLst>
                <a:gd name="T0" fmla="*/ 1 w 21"/>
                <a:gd name="T1" fmla="*/ 0 h 22"/>
                <a:gd name="T2" fmla="*/ 55 w 21"/>
                <a:gd name="T3" fmla="*/ 6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">
                  <a:moveTo>
                    <a:pt x="1" y="0"/>
                  </a:moveTo>
                  <a:cubicBezTo>
                    <a:pt x="0" y="11"/>
                    <a:pt x="9" y="22"/>
                    <a:pt x="21" y="21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88" name="Freeform 4295">
              <a:extLst>
                <a:ext uri="{FF2B5EF4-FFF2-40B4-BE49-F238E27FC236}">
                  <a16:creationId xmlns:a16="http://schemas.microsoft.com/office/drawing/2014/main" id="{CDF11CCD-FE47-485D-9E2A-64AAB343B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574"/>
              <a:ext cx="27" cy="26"/>
            </a:xfrm>
            <a:custGeom>
              <a:avLst/>
              <a:gdLst>
                <a:gd name="T0" fmla="*/ 15 w 20"/>
                <a:gd name="T1" fmla="*/ 0 h 18"/>
                <a:gd name="T2" fmla="*/ 49 w 20"/>
                <a:gd name="T3" fmla="*/ 5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6" y="0"/>
                  </a:moveTo>
                  <a:cubicBezTo>
                    <a:pt x="0" y="10"/>
                    <a:pt x="10" y="18"/>
                    <a:pt x="20" y="17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89" name="Freeform 4296">
              <a:extLst>
                <a:ext uri="{FF2B5EF4-FFF2-40B4-BE49-F238E27FC236}">
                  <a16:creationId xmlns:a16="http://schemas.microsoft.com/office/drawing/2014/main" id="{831C174A-1C9B-4628-85FD-07917F2A1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484"/>
              <a:ext cx="31" cy="42"/>
            </a:xfrm>
            <a:custGeom>
              <a:avLst/>
              <a:gdLst>
                <a:gd name="T0" fmla="*/ 0 w 23"/>
                <a:gd name="T1" fmla="*/ 20 h 29"/>
                <a:gd name="T2" fmla="*/ 57 w 23"/>
                <a:gd name="T3" fmla="*/ 8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9">
                  <a:moveTo>
                    <a:pt x="0" y="7"/>
                  </a:moveTo>
                  <a:cubicBezTo>
                    <a:pt x="14" y="0"/>
                    <a:pt x="21" y="18"/>
                    <a:pt x="23" y="29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90" name="Freeform 4297">
              <a:extLst>
                <a:ext uri="{FF2B5EF4-FFF2-40B4-BE49-F238E27FC236}">
                  <a16:creationId xmlns:a16="http://schemas.microsoft.com/office/drawing/2014/main" id="{0664F64E-81F5-4C00-B4BC-CD621311F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494"/>
              <a:ext cx="28" cy="17"/>
            </a:xfrm>
            <a:custGeom>
              <a:avLst/>
              <a:gdLst>
                <a:gd name="T0" fmla="*/ 0 w 20"/>
                <a:gd name="T1" fmla="*/ 34 h 12"/>
                <a:gd name="T2" fmla="*/ 55 w 20"/>
                <a:gd name="T3" fmla="*/ 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1" y="4"/>
                    <a:pt x="12" y="0"/>
                    <a:pt x="20" y="2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91" name="Freeform 4298">
              <a:extLst>
                <a:ext uri="{FF2B5EF4-FFF2-40B4-BE49-F238E27FC236}">
                  <a16:creationId xmlns:a16="http://schemas.microsoft.com/office/drawing/2014/main" id="{915AB690-59C1-4BEE-BEB3-C9777038E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603"/>
              <a:ext cx="60" cy="31"/>
            </a:xfrm>
            <a:custGeom>
              <a:avLst/>
              <a:gdLst>
                <a:gd name="T0" fmla="*/ 0 w 44"/>
                <a:gd name="T1" fmla="*/ 0 h 21"/>
                <a:gd name="T2" fmla="*/ 112 w 44"/>
                <a:gd name="T3" fmla="*/ 2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1">
                  <a:moveTo>
                    <a:pt x="0" y="0"/>
                  </a:moveTo>
                  <a:cubicBezTo>
                    <a:pt x="0" y="21"/>
                    <a:pt x="32" y="12"/>
                    <a:pt x="44" y="9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92" name="Freeform 4299">
              <a:extLst>
                <a:ext uri="{FF2B5EF4-FFF2-40B4-BE49-F238E27FC236}">
                  <a16:creationId xmlns:a16="http://schemas.microsoft.com/office/drawing/2014/main" id="{B3907946-13E4-4A8F-98B7-6D481C8FB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607"/>
              <a:ext cx="40" cy="28"/>
            </a:xfrm>
            <a:custGeom>
              <a:avLst/>
              <a:gdLst>
                <a:gd name="T0" fmla="*/ 0 w 29"/>
                <a:gd name="T1" fmla="*/ 0 h 19"/>
                <a:gd name="T2" fmla="*/ 8 w 29"/>
                <a:gd name="T3" fmla="*/ 27 h 19"/>
                <a:gd name="T4" fmla="*/ 76 w 29"/>
                <a:gd name="T5" fmla="*/ 6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0" y="0"/>
                  </a:moveTo>
                  <a:cubicBezTo>
                    <a:pt x="2" y="1"/>
                    <a:pt x="1" y="5"/>
                    <a:pt x="3" y="8"/>
                  </a:cubicBezTo>
                  <a:cubicBezTo>
                    <a:pt x="10" y="18"/>
                    <a:pt x="17" y="19"/>
                    <a:pt x="29" y="19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93" name="Freeform 4300">
              <a:extLst>
                <a:ext uri="{FF2B5EF4-FFF2-40B4-BE49-F238E27FC236}">
                  <a16:creationId xmlns:a16="http://schemas.microsoft.com/office/drawing/2014/main" id="{16979E8A-6565-4BEB-AADE-2815E2483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517"/>
              <a:ext cx="7" cy="25"/>
            </a:xfrm>
            <a:custGeom>
              <a:avLst/>
              <a:gdLst>
                <a:gd name="T0" fmla="*/ 1 w 5"/>
                <a:gd name="T1" fmla="*/ 0 h 17"/>
                <a:gd name="T2" fmla="*/ 0 w 5"/>
                <a:gd name="T3" fmla="*/ 5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1" y="0"/>
                  </a:moveTo>
                  <a:cubicBezTo>
                    <a:pt x="5" y="4"/>
                    <a:pt x="5" y="13"/>
                    <a:pt x="0" y="17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94" name="Freeform 4301">
              <a:extLst>
                <a:ext uri="{FF2B5EF4-FFF2-40B4-BE49-F238E27FC236}">
                  <a16:creationId xmlns:a16="http://schemas.microsoft.com/office/drawing/2014/main" id="{F31A8893-D00D-419F-966E-B9E86832D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527"/>
              <a:ext cx="17" cy="3"/>
            </a:xfrm>
            <a:custGeom>
              <a:avLst/>
              <a:gdLst>
                <a:gd name="T0" fmla="*/ 0 w 12"/>
                <a:gd name="T1" fmla="*/ 8 h 2"/>
                <a:gd name="T2" fmla="*/ 34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4" y="0"/>
                    <a:pt x="8" y="0"/>
                    <a:pt x="12" y="2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95" name="Freeform 4302">
              <a:extLst>
                <a:ext uri="{FF2B5EF4-FFF2-40B4-BE49-F238E27FC236}">
                  <a16:creationId xmlns:a16="http://schemas.microsoft.com/office/drawing/2014/main" id="{0E8038B6-236C-41F0-8893-DE65A5285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620"/>
              <a:ext cx="16" cy="27"/>
            </a:xfrm>
            <a:custGeom>
              <a:avLst/>
              <a:gdLst>
                <a:gd name="T0" fmla="*/ 1 w 12"/>
                <a:gd name="T1" fmla="*/ 0 h 18"/>
                <a:gd name="T2" fmla="*/ 28 w 12"/>
                <a:gd name="T3" fmla="*/ 5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" y="0"/>
                  </a:moveTo>
                  <a:cubicBezTo>
                    <a:pt x="1" y="4"/>
                    <a:pt x="0" y="18"/>
                    <a:pt x="12" y="17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96" name="Freeform 4303">
              <a:extLst>
                <a:ext uri="{FF2B5EF4-FFF2-40B4-BE49-F238E27FC236}">
                  <a16:creationId xmlns:a16="http://schemas.microsoft.com/office/drawing/2014/main" id="{552E79EC-B325-4BBE-9729-148A30A42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506"/>
              <a:ext cx="39" cy="45"/>
            </a:xfrm>
            <a:custGeom>
              <a:avLst/>
              <a:gdLst>
                <a:gd name="T0" fmla="*/ 0 w 28"/>
                <a:gd name="T1" fmla="*/ 83 h 31"/>
                <a:gd name="T2" fmla="*/ 75 w 28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1">
                  <a:moveTo>
                    <a:pt x="0" y="27"/>
                  </a:moveTo>
                  <a:cubicBezTo>
                    <a:pt x="13" y="31"/>
                    <a:pt x="28" y="13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97" name="Freeform 4304">
              <a:extLst>
                <a:ext uri="{FF2B5EF4-FFF2-40B4-BE49-F238E27FC236}">
                  <a16:creationId xmlns:a16="http://schemas.microsoft.com/office/drawing/2014/main" id="{1D467F1A-FE3C-4B84-97D1-C8F3741BE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488"/>
              <a:ext cx="43" cy="28"/>
            </a:xfrm>
            <a:custGeom>
              <a:avLst/>
              <a:gdLst>
                <a:gd name="T0" fmla="*/ 0 w 31"/>
                <a:gd name="T1" fmla="*/ 22 h 19"/>
                <a:gd name="T2" fmla="*/ 83 w 3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9">
                  <a:moveTo>
                    <a:pt x="0" y="7"/>
                  </a:moveTo>
                  <a:cubicBezTo>
                    <a:pt x="0" y="19"/>
                    <a:pt x="28" y="9"/>
                    <a:pt x="31" y="0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98" name="Freeform 4305">
              <a:extLst>
                <a:ext uri="{FF2B5EF4-FFF2-40B4-BE49-F238E27FC236}">
                  <a16:creationId xmlns:a16="http://schemas.microsoft.com/office/drawing/2014/main" id="{D250763B-6E6D-4ADC-B12E-E6207CDC0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455"/>
              <a:ext cx="41" cy="11"/>
            </a:xfrm>
            <a:custGeom>
              <a:avLst/>
              <a:gdLst>
                <a:gd name="T0" fmla="*/ 0 w 30"/>
                <a:gd name="T1" fmla="*/ 19 h 8"/>
                <a:gd name="T2" fmla="*/ 77 w 30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7"/>
                  </a:moveTo>
                  <a:cubicBezTo>
                    <a:pt x="9" y="0"/>
                    <a:pt x="20" y="1"/>
                    <a:pt x="30" y="8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199" name="Freeform 4306">
              <a:extLst>
                <a:ext uri="{FF2B5EF4-FFF2-40B4-BE49-F238E27FC236}">
                  <a16:creationId xmlns:a16="http://schemas.microsoft.com/office/drawing/2014/main" id="{1F5161F5-F028-4DF2-916E-1A569A2A6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452"/>
              <a:ext cx="6" cy="8"/>
            </a:xfrm>
            <a:custGeom>
              <a:avLst/>
              <a:gdLst>
                <a:gd name="T0" fmla="*/ 0 w 5"/>
                <a:gd name="T1" fmla="*/ 0 h 6"/>
                <a:gd name="T2" fmla="*/ 8 w 5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3" y="0"/>
                    <a:pt x="4" y="2"/>
                    <a:pt x="5" y="6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00" name="Freeform 4307">
              <a:extLst>
                <a:ext uri="{FF2B5EF4-FFF2-40B4-BE49-F238E27FC236}">
                  <a16:creationId xmlns:a16="http://schemas.microsoft.com/office/drawing/2014/main" id="{9B625A5C-F0B7-435A-A4DB-0D27ADE9D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459"/>
              <a:ext cx="19" cy="17"/>
            </a:xfrm>
            <a:custGeom>
              <a:avLst/>
              <a:gdLst>
                <a:gd name="T0" fmla="*/ 0 w 14"/>
                <a:gd name="T1" fmla="*/ 34 h 12"/>
                <a:gd name="T2" fmla="*/ 35 w 14"/>
                <a:gd name="T3" fmla="*/ 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1" y="5"/>
                    <a:pt x="7" y="0"/>
                    <a:pt x="14" y="2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01" name="Freeform 4308">
              <a:extLst>
                <a:ext uri="{FF2B5EF4-FFF2-40B4-BE49-F238E27FC236}">
                  <a16:creationId xmlns:a16="http://schemas.microsoft.com/office/drawing/2014/main" id="{A26AD53B-02DD-47FC-BCB1-71D005C37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513"/>
              <a:ext cx="26" cy="33"/>
            </a:xfrm>
            <a:custGeom>
              <a:avLst/>
              <a:gdLst>
                <a:gd name="T0" fmla="*/ 0 w 19"/>
                <a:gd name="T1" fmla="*/ 0 h 23"/>
                <a:gd name="T2" fmla="*/ 34 w 19"/>
                <a:gd name="T3" fmla="*/ 6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8" y="4"/>
                    <a:pt x="19" y="11"/>
                    <a:pt x="13" y="23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02" name="Freeform 4309">
              <a:extLst>
                <a:ext uri="{FF2B5EF4-FFF2-40B4-BE49-F238E27FC236}">
                  <a16:creationId xmlns:a16="http://schemas.microsoft.com/office/drawing/2014/main" id="{DD827528-6264-4339-9108-7AE204EFE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508"/>
              <a:ext cx="25" cy="19"/>
            </a:xfrm>
            <a:custGeom>
              <a:avLst/>
              <a:gdLst>
                <a:gd name="T0" fmla="*/ 0 w 18"/>
                <a:gd name="T1" fmla="*/ 41 h 13"/>
                <a:gd name="T2" fmla="*/ 49 w 18"/>
                <a:gd name="T3" fmla="*/ 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13"/>
                  </a:moveTo>
                  <a:cubicBezTo>
                    <a:pt x="4" y="7"/>
                    <a:pt x="10" y="0"/>
                    <a:pt x="18" y="3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03" name="Freeform 4310">
              <a:extLst>
                <a:ext uri="{FF2B5EF4-FFF2-40B4-BE49-F238E27FC236}">
                  <a16:creationId xmlns:a16="http://schemas.microsoft.com/office/drawing/2014/main" id="{BE0E6F18-3E14-4BC1-B6C2-CFFF2ACAF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426"/>
              <a:ext cx="69" cy="23"/>
            </a:xfrm>
            <a:custGeom>
              <a:avLst/>
              <a:gdLst>
                <a:gd name="T0" fmla="*/ 0 w 50"/>
                <a:gd name="T1" fmla="*/ 29 h 16"/>
                <a:gd name="T2" fmla="*/ 131 w 50"/>
                <a:gd name="T3" fmla="*/ 4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6">
                  <a:moveTo>
                    <a:pt x="0" y="10"/>
                  </a:moveTo>
                  <a:cubicBezTo>
                    <a:pt x="13" y="0"/>
                    <a:pt x="39" y="2"/>
                    <a:pt x="50" y="16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04" name="Freeform 4311">
              <a:extLst>
                <a:ext uri="{FF2B5EF4-FFF2-40B4-BE49-F238E27FC236}">
                  <a16:creationId xmlns:a16="http://schemas.microsoft.com/office/drawing/2014/main" id="{DA44AC86-67A3-41F8-9F18-C422DE6B6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426"/>
              <a:ext cx="39" cy="13"/>
            </a:xfrm>
            <a:custGeom>
              <a:avLst/>
              <a:gdLst>
                <a:gd name="T0" fmla="*/ 0 w 28"/>
                <a:gd name="T1" fmla="*/ 27 h 9"/>
                <a:gd name="T2" fmla="*/ 75 w 28"/>
                <a:gd name="T3" fmla="*/ 1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9" y="3"/>
                    <a:pt x="17" y="0"/>
                    <a:pt x="28" y="6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05" name="Freeform 4312">
              <a:extLst>
                <a:ext uri="{FF2B5EF4-FFF2-40B4-BE49-F238E27FC236}">
                  <a16:creationId xmlns:a16="http://schemas.microsoft.com/office/drawing/2014/main" id="{5FFC62A1-7534-4371-B488-558031CE6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431"/>
              <a:ext cx="22" cy="13"/>
            </a:xfrm>
            <a:custGeom>
              <a:avLst/>
              <a:gdLst>
                <a:gd name="T0" fmla="*/ 6 w 16"/>
                <a:gd name="T1" fmla="*/ 27 h 9"/>
                <a:gd name="T2" fmla="*/ 41 w 16"/>
                <a:gd name="T3" fmla="*/ 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2" y="9"/>
                  </a:moveTo>
                  <a:cubicBezTo>
                    <a:pt x="0" y="1"/>
                    <a:pt x="10" y="0"/>
                    <a:pt x="16" y="2"/>
                  </a:cubicBezTo>
                </a:path>
              </a:pathLst>
            </a:custGeom>
            <a:noFill/>
            <a:ln w="317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06" name="Freeform 4313">
              <a:extLst>
                <a:ext uri="{FF2B5EF4-FFF2-40B4-BE49-F238E27FC236}">
                  <a16:creationId xmlns:a16="http://schemas.microsoft.com/office/drawing/2014/main" id="{EC109126-14C5-40AE-9EAA-11577644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484"/>
              <a:ext cx="18" cy="24"/>
            </a:xfrm>
            <a:custGeom>
              <a:avLst/>
              <a:gdLst>
                <a:gd name="T0" fmla="*/ 1 w 13"/>
                <a:gd name="T1" fmla="*/ 32 h 17"/>
                <a:gd name="T2" fmla="*/ 21 w 13"/>
                <a:gd name="T3" fmla="*/ 0 h 17"/>
                <a:gd name="T4" fmla="*/ 8 w 13"/>
                <a:gd name="T5" fmla="*/ 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" y="11"/>
                  </a:moveTo>
                  <a:cubicBezTo>
                    <a:pt x="0" y="6"/>
                    <a:pt x="3" y="1"/>
                    <a:pt x="8" y="0"/>
                  </a:cubicBezTo>
                  <a:cubicBezTo>
                    <a:pt x="13" y="4"/>
                    <a:pt x="6" y="13"/>
                    <a:pt x="3" y="17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07" name="Freeform 4314">
              <a:extLst>
                <a:ext uri="{FF2B5EF4-FFF2-40B4-BE49-F238E27FC236}">
                  <a16:creationId xmlns:a16="http://schemas.microsoft.com/office/drawing/2014/main" id="{48FCEAB7-2307-49C6-9B0E-6D3D94F4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500"/>
              <a:ext cx="15" cy="17"/>
            </a:xfrm>
            <a:custGeom>
              <a:avLst/>
              <a:gdLst>
                <a:gd name="T0" fmla="*/ 26 w 11"/>
                <a:gd name="T1" fmla="*/ 23 h 12"/>
                <a:gd name="T2" fmla="*/ 27 w 11"/>
                <a:gd name="T3" fmla="*/ 18 h 12"/>
                <a:gd name="T4" fmla="*/ 0 w 11"/>
                <a:gd name="T5" fmla="*/ 1 h 12"/>
                <a:gd name="T6" fmla="*/ 22 w 11"/>
                <a:gd name="T7" fmla="*/ 3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8"/>
                  </a:moveTo>
                  <a:cubicBezTo>
                    <a:pt x="10" y="7"/>
                    <a:pt x="10" y="7"/>
                    <a:pt x="11" y="6"/>
                  </a:cubicBezTo>
                  <a:cubicBezTo>
                    <a:pt x="9" y="3"/>
                    <a:pt x="3" y="0"/>
                    <a:pt x="0" y="1"/>
                  </a:cubicBezTo>
                  <a:cubicBezTo>
                    <a:pt x="0" y="6"/>
                    <a:pt x="5" y="9"/>
                    <a:pt x="9" y="12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08" name="Freeform 4315">
              <a:extLst>
                <a:ext uri="{FF2B5EF4-FFF2-40B4-BE49-F238E27FC236}">
                  <a16:creationId xmlns:a16="http://schemas.microsoft.com/office/drawing/2014/main" id="{10DCAAD7-8AEE-4261-A47F-C2E878914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538"/>
              <a:ext cx="17" cy="20"/>
            </a:xfrm>
            <a:custGeom>
              <a:avLst/>
              <a:gdLst>
                <a:gd name="T0" fmla="*/ 0 w 12"/>
                <a:gd name="T1" fmla="*/ 41 h 14"/>
                <a:gd name="T2" fmla="*/ 0 w 12"/>
                <a:gd name="T3" fmla="*/ 1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14"/>
                  </a:moveTo>
                  <a:cubicBezTo>
                    <a:pt x="11" y="11"/>
                    <a:pt x="12" y="0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09" name="Freeform 4316">
              <a:extLst>
                <a:ext uri="{FF2B5EF4-FFF2-40B4-BE49-F238E27FC236}">
                  <a16:creationId xmlns:a16="http://schemas.microsoft.com/office/drawing/2014/main" id="{F1076E5C-439A-45E1-8E95-67739F896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603"/>
              <a:ext cx="13" cy="7"/>
            </a:xfrm>
            <a:custGeom>
              <a:avLst/>
              <a:gdLst>
                <a:gd name="T0" fmla="*/ 0 w 9"/>
                <a:gd name="T1" fmla="*/ 14 h 5"/>
                <a:gd name="T2" fmla="*/ 27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10" name="Freeform 4317">
              <a:extLst>
                <a:ext uri="{FF2B5EF4-FFF2-40B4-BE49-F238E27FC236}">
                  <a16:creationId xmlns:a16="http://schemas.microsoft.com/office/drawing/2014/main" id="{1EF6387C-E2A9-4D1B-99AB-7DD362C86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622"/>
              <a:ext cx="16" cy="17"/>
            </a:xfrm>
            <a:custGeom>
              <a:avLst/>
              <a:gdLst>
                <a:gd name="T0" fmla="*/ 32 w 11"/>
                <a:gd name="T1" fmla="*/ 34 h 12"/>
                <a:gd name="T2" fmla="*/ 25 w 11"/>
                <a:gd name="T3" fmla="*/ 0 h 12"/>
                <a:gd name="T4" fmla="*/ 0 w 11"/>
                <a:gd name="T5" fmla="*/ 2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12"/>
                  </a:moveTo>
                  <a:cubicBezTo>
                    <a:pt x="10" y="8"/>
                    <a:pt x="11" y="3"/>
                    <a:pt x="8" y="0"/>
                  </a:cubicBezTo>
                  <a:cubicBezTo>
                    <a:pt x="5" y="2"/>
                    <a:pt x="2" y="6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11" name="Freeform 4318">
              <a:extLst>
                <a:ext uri="{FF2B5EF4-FFF2-40B4-BE49-F238E27FC236}">
                  <a16:creationId xmlns:a16="http://schemas.microsoft.com/office/drawing/2014/main" id="{8FC26805-FAD4-4376-BA27-4678EEE9D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593"/>
              <a:ext cx="19" cy="26"/>
            </a:xfrm>
            <a:custGeom>
              <a:avLst/>
              <a:gdLst>
                <a:gd name="T0" fmla="*/ 0 w 14"/>
                <a:gd name="T1" fmla="*/ 29 h 18"/>
                <a:gd name="T2" fmla="*/ 22 w 14"/>
                <a:gd name="T3" fmla="*/ 6 h 18"/>
                <a:gd name="T4" fmla="*/ 19 w 14"/>
                <a:gd name="T5" fmla="*/ 5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10"/>
                  </a:moveTo>
                  <a:cubicBezTo>
                    <a:pt x="1" y="7"/>
                    <a:pt x="5" y="0"/>
                    <a:pt x="9" y="2"/>
                  </a:cubicBezTo>
                  <a:cubicBezTo>
                    <a:pt x="14" y="4"/>
                    <a:pt x="8" y="15"/>
                    <a:pt x="7" y="18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12" name="Freeform 4319">
              <a:extLst>
                <a:ext uri="{FF2B5EF4-FFF2-40B4-BE49-F238E27FC236}">
                  <a16:creationId xmlns:a16="http://schemas.microsoft.com/office/drawing/2014/main" id="{63921403-F8AF-4F46-88EE-4642E8C3B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497"/>
              <a:ext cx="16" cy="19"/>
            </a:xfrm>
            <a:custGeom>
              <a:avLst/>
              <a:gdLst>
                <a:gd name="T0" fmla="*/ 15 w 12"/>
                <a:gd name="T1" fmla="*/ 41 h 13"/>
                <a:gd name="T2" fmla="*/ 23 w 12"/>
                <a:gd name="T3" fmla="*/ 0 h 13"/>
                <a:gd name="T4" fmla="*/ 28 w 12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13"/>
                  </a:moveTo>
                  <a:cubicBezTo>
                    <a:pt x="2" y="7"/>
                    <a:pt x="0" y="0"/>
                    <a:pt x="10" y="0"/>
                  </a:cubicBezTo>
                  <a:cubicBezTo>
                    <a:pt x="12" y="4"/>
                    <a:pt x="10" y="10"/>
                    <a:pt x="12" y="13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13" name="Freeform 4320">
              <a:extLst>
                <a:ext uri="{FF2B5EF4-FFF2-40B4-BE49-F238E27FC236}">
                  <a16:creationId xmlns:a16="http://schemas.microsoft.com/office/drawing/2014/main" id="{FF28510A-5A10-4CBD-9541-67677A906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427"/>
              <a:ext cx="21" cy="22"/>
            </a:xfrm>
            <a:custGeom>
              <a:avLst/>
              <a:gdLst>
                <a:gd name="T0" fmla="*/ 0 w 15"/>
                <a:gd name="T1" fmla="*/ 6 h 15"/>
                <a:gd name="T2" fmla="*/ 29 w 1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0" y="2"/>
                  </a:moveTo>
                  <a:cubicBezTo>
                    <a:pt x="1" y="15"/>
                    <a:pt x="15" y="11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14" name="Freeform 4321">
              <a:extLst>
                <a:ext uri="{FF2B5EF4-FFF2-40B4-BE49-F238E27FC236}">
                  <a16:creationId xmlns:a16="http://schemas.microsoft.com/office/drawing/2014/main" id="{A09A7CF5-D445-42EB-9AF4-7B01F7133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514"/>
              <a:ext cx="6" cy="6"/>
            </a:xfrm>
            <a:custGeom>
              <a:avLst/>
              <a:gdLst>
                <a:gd name="T0" fmla="*/ 14 w 4"/>
                <a:gd name="T1" fmla="*/ 0 h 4"/>
                <a:gd name="T2" fmla="*/ 0 w 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0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15" name="Freeform 4322">
              <a:extLst>
                <a:ext uri="{FF2B5EF4-FFF2-40B4-BE49-F238E27FC236}">
                  <a16:creationId xmlns:a16="http://schemas.microsoft.com/office/drawing/2014/main" id="{EB7E849E-F281-486D-A423-BFA17925D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604"/>
              <a:ext cx="3" cy="11"/>
            </a:xfrm>
            <a:custGeom>
              <a:avLst/>
              <a:gdLst>
                <a:gd name="T0" fmla="*/ 0 w 2"/>
                <a:gd name="T1" fmla="*/ 0 h 7"/>
                <a:gd name="T2" fmla="*/ 8 w 2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16" name="Freeform 4323">
              <a:extLst>
                <a:ext uri="{FF2B5EF4-FFF2-40B4-BE49-F238E27FC236}">
                  <a16:creationId xmlns:a16="http://schemas.microsoft.com/office/drawing/2014/main" id="{3AB48E0C-41BA-4D90-B38D-CF4BB43E3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587"/>
              <a:ext cx="19" cy="22"/>
            </a:xfrm>
            <a:custGeom>
              <a:avLst/>
              <a:gdLst>
                <a:gd name="T0" fmla="*/ 10 w 14"/>
                <a:gd name="T1" fmla="*/ 0 h 15"/>
                <a:gd name="T2" fmla="*/ 27 w 14"/>
                <a:gd name="T3" fmla="*/ 34 h 15"/>
                <a:gd name="T4" fmla="*/ 0 w 14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4" y="0"/>
                  </a:moveTo>
                  <a:cubicBezTo>
                    <a:pt x="6" y="3"/>
                    <a:pt x="14" y="6"/>
                    <a:pt x="11" y="11"/>
                  </a:cubicBezTo>
                  <a:cubicBezTo>
                    <a:pt x="7" y="15"/>
                    <a:pt x="1" y="8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17" name="Freeform 4324">
              <a:extLst>
                <a:ext uri="{FF2B5EF4-FFF2-40B4-BE49-F238E27FC236}">
                  <a16:creationId xmlns:a16="http://schemas.microsoft.com/office/drawing/2014/main" id="{40932498-C5B9-4DB3-B273-0B88741F5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500"/>
              <a:ext cx="26" cy="22"/>
            </a:xfrm>
            <a:custGeom>
              <a:avLst/>
              <a:gdLst>
                <a:gd name="T0" fmla="*/ 19 w 19"/>
                <a:gd name="T1" fmla="*/ 47 h 15"/>
                <a:gd name="T2" fmla="*/ 0 w 19"/>
                <a:gd name="T3" fmla="*/ 4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7" y="15"/>
                  </a:moveTo>
                  <a:cubicBezTo>
                    <a:pt x="19" y="10"/>
                    <a:pt x="4" y="0"/>
                    <a:pt x="0" y="15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18" name="Freeform 4325">
              <a:extLst>
                <a:ext uri="{FF2B5EF4-FFF2-40B4-BE49-F238E27FC236}">
                  <a16:creationId xmlns:a16="http://schemas.microsoft.com/office/drawing/2014/main" id="{218C286C-3F30-424D-8F42-64ACFD4AA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488"/>
              <a:ext cx="22" cy="20"/>
            </a:xfrm>
            <a:custGeom>
              <a:avLst/>
              <a:gdLst>
                <a:gd name="T0" fmla="*/ 11 w 16"/>
                <a:gd name="T1" fmla="*/ 0 h 14"/>
                <a:gd name="T2" fmla="*/ 21 w 16"/>
                <a:gd name="T3" fmla="*/ 39 h 14"/>
                <a:gd name="T4" fmla="*/ 0 w 16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4" y="0"/>
                  </a:moveTo>
                  <a:cubicBezTo>
                    <a:pt x="6" y="2"/>
                    <a:pt x="16" y="11"/>
                    <a:pt x="8" y="13"/>
                  </a:cubicBezTo>
                  <a:cubicBezTo>
                    <a:pt x="2" y="14"/>
                    <a:pt x="0" y="6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19" name="Freeform 4326">
              <a:extLst>
                <a:ext uri="{FF2B5EF4-FFF2-40B4-BE49-F238E27FC236}">
                  <a16:creationId xmlns:a16="http://schemas.microsoft.com/office/drawing/2014/main" id="{5ADE32E9-55F8-47CA-84E5-7C0E0F74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538"/>
              <a:ext cx="4" cy="11"/>
            </a:xfrm>
            <a:custGeom>
              <a:avLst/>
              <a:gdLst>
                <a:gd name="T0" fmla="*/ 7 w 3"/>
                <a:gd name="T1" fmla="*/ 21 h 8"/>
                <a:gd name="T2" fmla="*/ 1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3" y="5"/>
                    <a:pt x="0" y="3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20" name="Freeform 4327">
              <a:extLst>
                <a:ext uri="{FF2B5EF4-FFF2-40B4-BE49-F238E27FC236}">
                  <a16:creationId xmlns:a16="http://schemas.microsoft.com/office/drawing/2014/main" id="{220FE5CD-154B-49F5-B197-71DA72F55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536"/>
              <a:ext cx="26" cy="26"/>
            </a:xfrm>
            <a:custGeom>
              <a:avLst/>
              <a:gdLst>
                <a:gd name="T0" fmla="*/ 0 w 19"/>
                <a:gd name="T1" fmla="*/ 27 h 18"/>
                <a:gd name="T2" fmla="*/ 0 w 19"/>
                <a:gd name="T3" fmla="*/ 4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0" y="9"/>
                  </a:moveTo>
                  <a:cubicBezTo>
                    <a:pt x="19" y="0"/>
                    <a:pt x="6" y="18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21" name="Freeform 4328">
              <a:extLst>
                <a:ext uri="{FF2B5EF4-FFF2-40B4-BE49-F238E27FC236}">
                  <a16:creationId xmlns:a16="http://schemas.microsoft.com/office/drawing/2014/main" id="{D1DF5111-E3CB-403E-9E34-30057A18F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590"/>
              <a:ext cx="4" cy="9"/>
            </a:xfrm>
            <a:custGeom>
              <a:avLst/>
              <a:gdLst>
                <a:gd name="T0" fmla="*/ 0 w 3"/>
                <a:gd name="T1" fmla="*/ 21 h 6"/>
                <a:gd name="T2" fmla="*/ 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4"/>
                    <a:pt x="0" y="2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22" name="Freeform 4329">
              <a:extLst>
                <a:ext uri="{FF2B5EF4-FFF2-40B4-BE49-F238E27FC236}">
                  <a16:creationId xmlns:a16="http://schemas.microsoft.com/office/drawing/2014/main" id="{AF244723-2502-4A27-BE06-D20FE8392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516"/>
              <a:ext cx="12" cy="4"/>
            </a:xfrm>
            <a:custGeom>
              <a:avLst/>
              <a:gdLst>
                <a:gd name="T0" fmla="*/ 0 w 9"/>
                <a:gd name="T1" fmla="*/ 5 h 3"/>
                <a:gd name="T2" fmla="*/ 2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3"/>
                    <a:pt x="6" y="1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23" name="Freeform 4330">
              <a:extLst>
                <a:ext uri="{FF2B5EF4-FFF2-40B4-BE49-F238E27FC236}">
                  <a16:creationId xmlns:a16="http://schemas.microsoft.com/office/drawing/2014/main" id="{909AAB4B-A2A4-4C0D-9F07-62484227F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492"/>
              <a:ext cx="1" cy="12"/>
            </a:xfrm>
            <a:custGeom>
              <a:avLst/>
              <a:gdLst>
                <a:gd name="T0" fmla="*/ 0 w 1"/>
                <a:gd name="T1" fmla="*/ 27 h 8"/>
                <a:gd name="T2" fmla="*/ 1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5"/>
                    <a:pt x="0" y="3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24" name="Freeform 4331">
              <a:extLst>
                <a:ext uri="{FF2B5EF4-FFF2-40B4-BE49-F238E27FC236}">
                  <a16:creationId xmlns:a16="http://schemas.microsoft.com/office/drawing/2014/main" id="{33E379CF-8467-4DE3-A8E4-3DD3ABF56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1523"/>
              <a:ext cx="11" cy="6"/>
            </a:xfrm>
            <a:custGeom>
              <a:avLst/>
              <a:gdLst>
                <a:gd name="T0" fmla="*/ 0 w 8"/>
                <a:gd name="T1" fmla="*/ 14 h 4"/>
                <a:gd name="T2" fmla="*/ 21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5" y="1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25" name="Freeform 4332">
              <a:extLst>
                <a:ext uri="{FF2B5EF4-FFF2-40B4-BE49-F238E27FC236}">
                  <a16:creationId xmlns:a16="http://schemas.microsoft.com/office/drawing/2014/main" id="{B7592119-67F6-4186-A865-CA14400E1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625"/>
              <a:ext cx="7" cy="13"/>
            </a:xfrm>
            <a:custGeom>
              <a:avLst/>
              <a:gdLst>
                <a:gd name="T0" fmla="*/ 14 w 5"/>
                <a:gd name="T1" fmla="*/ 0 h 9"/>
                <a:gd name="T2" fmla="*/ 0 w 5"/>
                <a:gd name="T3" fmla="*/ 2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3"/>
                    <a:pt x="1" y="6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26" name="Freeform 4333">
              <a:extLst>
                <a:ext uri="{FF2B5EF4-FFF2-40B4-BE49-F238E27FC236}">
                  <a16:creationId xmlns:a16="http://schemas.microsoft.com/office/drawing/2014/main" id="{B2032A62-42F7-4C31-B7DC-6B3114B8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590"/>
              <a:ext cx="7" cy="10"/>
            </a:xfrm>
            <a:custGeom>
              <a:avLst/>
              <a:gdLst>
                <a:gd name="T0" fmla="*/ 0 w 5"/>
                <a:gd name="T1" fmla="*/ 0 h 7"/>
                <a:gd name="T2" fmla="*/ 14 w 5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3" y="5"/>
                    <a:pt x="5" y="7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27" name="Freeform 4334">
              <a:extLst>
                <a:ext uri="{FF2B5EF4-FFF2-40B4-BE49-F238E27FC236}">
                  <a16:creationId xmlns:a16="http://schemas.microsoft.com/office/drawing/2014/main" id="{45721E5D-FDDA-46B6-9C20-82108317F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639"/>
              <a:ext cx="9" cy="8"/>
            </a:xfrm>
            <a:custGeom>
              <a:avLst/>
              <a:gdLst>
                <a:gd name="T0" fmla="*/ 0 w 6"/>
                <a:gd name="T1" fmla="*/ 21 h 5"/>
                <a:gd name="T2" fmla="*/ 21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28" name="Freeform 4335">
              <a:extLst>
                <a:ext uri="{FF2B5EF4-FFF2-40B4-BE49-F238E27FC236}">
                  <a16:creationId xmlns:a16="http://schemas.microsoft.com/office/drawing/2014/main" id="{A9F30697-1364-4531-934B-CBD1EFC64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430"/>
              <a:ext cx="4" cy="12"/>
            </a:xfrm>
            <a:custGeom>
              <a:avLst/>
              <a:gdLst>
                <a:gd name="T0" fmla="*/ 1 w 3"/>
                <a:gd name="T1" fmla="*/ 0 h 8"/>
                <a:gd name="T2" fmla="*/ 7 w 3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3"/>
                    <a:pt x="1" y="6"/>
                    <a:pt x="3" y="8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29" name="Freeform 4336">
              <a:extLst>
                <a:ext uri="{FF2B5EF4-FFF2-40B4-BE49-F238E27FC236}">
                  <a16:creationId xmlns:a16="http://schemas.microsoft.com/office/drawing/2014/main" id="{1A6F8B31-0B17-4FB6-AC1F-67A960A76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459"/>
              <a:ext cx="4" cy="7"/>
            </a:xfrm>
            <a:custGeom>
              <a:avLst/>
              <a:gdLst>
                <a:gd name="T0" fmla="*/ 7 w 3"/>
                <a:gd name="T1" fmla="*/ 14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4"/>
                    <a:pt x="0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30" name="Freeform 4337">
              <a:extLst>
                <a:ext uri="{FF2B5EF4-FFF2-40B4-BE49-F238E27FC236}">
                  <a16:creationId xmlns:a16="http://schemas.microsoft.com/office/drawing/2014/main" id="{D7F23B29-9DC2-4FA1-A5F9-D139B77FC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084"/>
              <a:ext cx="1753" cy="27"/>
            </a:xfrm>
            <a:custGeom>
              <a:avLst/>
              <a:gdLst>
                <a:gd name="T0" fmla="*/ 1753 w 1753"/>
                <a:gd name="T1" fmla="*/ 0 h 27"/>
                <a:gd name="T2" fmla="*/ 3 w 1753"/>
                <a:gd name="T3" fmla="*/ 0 h 27"/>
                <a:gd name="T4" fmla="*/ 0 w 1753"/>
                <a:gd name="T5" fmla="*/ 25 h 27"/>
                <a:gd name="T6" fmla="*/ 1750 w 1753"/>
                <a:gd name="T7" fmla="*/ 27 h 27"/>
                <a:gd name="T8" fmla="*/ 1753 w 175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3" h="27">
                  <a:moveTo>
                    <a:pt x="1753" y="0"/>
                  </a:moveTo>
                  <a:lnTo>
                    <a:pt x="3" y="0"/>
                  </a:lnTo>
                  <a:lnTo>
                    <a:pt x="0" y="25"/>
                  </a:lnTo>
                  <a:lnTo>
                    <a:pt x="1750" y="27"/>
                  </a:lnTo>
                  <a:lnTo>
                    <a:pt x="1753" y="0"/>
                  </a:lnTo>
                  <a:close/>
                </a:path>
              </a:pathLst>
            </a:custGeom>
            <a:noFill/>
            <a:ln w="6350" cap="flat">
              <a:solidFill>
                <a:srgbClr val="2E091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31" name="Freeform 4338">
              <a:extLst>
                <a:ext uri="{FF2B5EF4-FFF2-40B4-BE49-F238E27FC236}">
                  <a16:creationId xmlns:a16="http://schemas.microsoft.com/office/drawing/2014/main" id="{C3E0F855-107D-4406-8284-65EB1171B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357"/>
              <a:ext cx="200" cy="752"/>
            </a:xfrm>
            <a:custGeom>
              <a:avLst/>
              <a:gdLst>
                <a:gd name="T0" fmla="*/ 381 w 145"/>
                <a:gd name="T1" fmla="*/ 1537 h 517"/>
                <a:gd name="T2" fmla="*/ 44 w 145"/>
                <a:gd name="T3" fmla="*/ 793 h 517"/>
                <a:gd name="T4" fmla="*/ 160 w 145"/>
                <a:gd name="T5" fmla="*/ 257 h 517"/>
                <a:gd name="T6" fmla="*/ 381 w 145"/>
                <a:gd name="T7" fmla="*/ 55 h 517"/>
                <a:gd name="T8" fmla="*/ 375 w 145"/>
                <a:gd name="T9" fmla="*/ 0 h 517"/>
                <a:gd name="T10" fmla="*/ 0 w 145"/>
                <a:gd name="T11" fmla="*/ 793 h 517"/>
                <a:gd name="T12" fmla="*/ 375 w 145"/>
                <a:gd name="T13" fmla="*/ 1591 h 517"/>
                <a:gd name="T14" fmla="*/ 381 w 145"/>
                <a:gd name="T15" fmla="*/ 1537 h 5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17">
                  <a:moveTo>
                    <a:pt x="145" y="500"/>
                  </a:moveTo>
                  <a:cubicBezTo>
                    <a:pt x="74" y="487"/>
                    <a:pt x="17" y="384"/>
                    <a:pt x="17" y="258"/>
                  </a:cubicBezTo>
                  <a:cubicBezTo>
                    <a:pt x="17" y="191"/>
                    <a:pt x="33" y="129"/>
                    <a:pt x="61" y="84"/>
                  </a:cubicBezTo>
                  <a:cubicBezTo>
                    <a:pt x="87" y="41"/>
                    <a:pt x="123" y="21"/>
                    <a:pt x="145" y="18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62" y="14"/>
                    <a:pt x="0" y="123"/>
                    <a:pt x="0" y="258"/>
                  </a:cubicBezTo>
                  <a:cubicBezTo>
                    <a:pt x="0" y="394"/>
                    <a:pt x="62" y="503"/>
                    <a:pt x="143" y="517"/>
                  </a:cubicBezTo>
                  <a:lnTo>
                    <a:pt x="145" y="50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32" name="Freeform 4339">
              <a:extLst>
                <a:ext uri="{FF2B5EF4-FFF2-40B4-BE49-F238E27FC236}">
                  <a16:creationId xmlns:a16="http://schemas.microsoft.com/office/drawing/2014/main" id="{ACB4D2B3-8BC0-453B-90F1-7A32AD990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299"/>
              <a:ext cx="1753" cy="84"/>
            </a:xfrm>
            <a:custGeom>
              <a:avLst/>
              <a:gdLst>
                <a:gd name="T0" fmla="*/ 3324 w 1272"/>
                <a:gd name="T1" fmla="*/ 117 h 58"/>
                <a:gd name="T2" fmla="*/ 2858 w 1272"/>
                <a:gd name="T3" fmla="*/ 103 h 58"/>
                <a:gd name="T4" fmla="*/ 1724 w 1272"/>
                <a:gd name="T5" fmla="*/ 0 h 58"/>
                <a:gd name="T6" fmla="*/ 740 w 1272"/>
                <a:gd name="T7" fmla="*/ 75 h 58"/>
                <a:gd name="T8" fmla="*/ 234 w 1272"/>
                <a:gd name="T9" fmla="*/ 116 h 58"/>
                <a:gd name="T10" fmla="*/ 0 w 1272"/>
                <a:gd name="T11" fmla="*/ 122 h 58"/>
                <a:gd name="T12" fmla="*/ 6 w 1272"/>
                <a:gd name="T13" fmla="*/ 177 h 58"/>
                <a:gd name="T14" fmla="*/ 6 w 1272"/>
                <a:gd name="T15" fmla="*/ 177 h 58"/>
                <a:gd name="T16" fmla="*/ 507 w 1272"/>
                <a:gd name="T17" fmla="*/ 149 h 58"/>
                <a:gd name="T18" fmla="*/ 1743 w 1272"/>
                <a:gd name="T19" fmla="*/ 48 h 58"/>
                <a:gd name="T20" fmla="*/ 2756 w 1272"/>
                <a:gd name="T21" fmla="*/ 146 h 58"/>
                <a:gd name="T22" fmla="*/ 3330 w 1272"/>
                <a:gd name="T23" fmla="*/ 177 h 58"/>
                <a:gd name="T24" fmla="*/ 3324 w 1272"/>
                <a:gd name="T25" fmla="*/ 11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2" h="58">
                  <a:moveTo>
                    <a:pt x="1270" y="39"/>
                  </a:moveTo>
                  <a:cubicBezTo>
                    <a:pt x="1245" y="39"/>
                    <a:pt x="1181" y="37"/>
                    <a:pt x="1092" y="34"/>
                  </a:cubicBezTo>
                  <a:cubicBezTo>
                    <a:pt x="979" y="30"/>
                    <a:pt x="826" y="0"/>
                    <a:pt x="659" y="0"/>
                  </a:cubicBezTo>
                  <a:cubicBezTo>
                    <a:pt x="519" y="0"/>
                    <a:pt x="396" y="19"/>
                    <a:pt x="283" y="25"/>
                  </a:cubicBezTo>
                  <a:cubicBezTo>
                    <a:pt x="199" y="29"/>
                    <a:pt x="141" y="35"/>
                    <a:pt x="89" y="38"/>
                  </a:cubicBezTo>
                  <a:cubicBezTo>
                    <a:pt x="42" y="40"/>
                    <a:pt x="0" y="40"/>
                    <a:pt x="0" y="40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21" y="57"/>
                    <a:pt x="102" y="55"/>
                    <a:pt x="194" y="49"/>
                  </a:cubicBezTo>
                  <a:cubicBezTo>
                    <a:pt x="372" y="37"/>
                    <a:pt x="588" y="16"/>
                    <a:pt x="666" y="16"/>
                  </a:cubicBezTo>
                  <a:cubicBezTo>
                    <a:pt x="733" y="16"/>
                    <a:pt x="913" y="36"/>
                    <a:pt x="1053" y="48"/>
                  </a:cubicBezTo>
                  <a:cubicBezTo>
                    <a:pt x="1151" y="56"/>
                    <a:pt x="1244" y="57"/>
                    <a:pt x="1272" y="58"/>
                  </a:cubicBezTo>
                  <a:lnTo>
                    <a:pt x="1270" y="39"/>
                  </a:lnTo>
                  <a:close/>
                </a:path>
              </a:pathLst>
            </a:custGeom>
            <a:noFill/>
            <a:ln w="6350" cap="flat">
              <a:solidFill>
                <a:srgbClr val="2E091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33" name="Freeform 4340">
              <a:extLst>
                <a:ext uri="{FF2B5EF4-FFF2-40B4-BE49-F238E27FC236}">
                  <a16:creationId xmlns:a16="http://schemas.microsoft.com/office/drawing/2014/main" id="{BD538657-8072-46C4-B4A0-E6B8B5699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994"/>
              <a:ext cx="1753" cy="16"/>
            </a:xfrm>
            <a:custGeom>
              <a:avLst/>
              <a:gdLst>
                <a:gd name="T0" fmla="*/ 1753 w 1753"/>
                <a:gd name="T1" fmla="*/ 0 h 16"/>
                <a:gd name="T2" fmla="*/ 3 w 1753"/>
                <a:gd name="T3" fmla="*/ 0 h 16"/>
                <a:gd name="T4" fmla="*/ 0 w 1753"/>
                <a:gd name="T5" fmla="*/ 16 h 16"/>
                <a:gd name="T6" fmla="*/ 1750 w 1753"/>
                <a:gd name="T7" fmla="*/ 16 h 16"/>
                <a:gd name="T8" fmla="*/ 1753 w 175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3" h="16">
                  <a:moveTo>
                    <a:pt x="1753" y="0"/>
                  </a:moveTo>
                  <a:lnTo>
                    <a:pt x="3" y="0"/>
                  </a:lnTo>
                  <a:lnTo>
                    <a:pt x="0" y="16"/>
                  </a:lnTo>
                  <a:lnTo>
                    <a:pt x="1750" y="16"/>
                  </a:lnTo>
                  <a:lnTo>
                    <a:pt x="1753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34" name="Freeform 4341">
              <a:extLst>
                <a:ext uri="{FF2B5EF4-FFF2-40B4-BE49-F238E27FC236}">
                  <a16:creationId xmlns:a16="http://schemas.microsoft.com/office/drawing/2014/main" id="{7E0574DA-DB7B-4AF5-9FD2-95D7B78FF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010"/>
              <a:ext cx="1758" cy="74"/>
            </a:xfrm>
            <a:custGeom>
              <a:avLst/>
              <a:gdLst>
                <a:gd name="T0" fmla="*/ 1758 w 1758"/>
                <a:gd name="T1" fmla="*/ 0 h 74"/>
                <a:gd name="T2" fmla="*/ 8 w 1758"/>
                <a:gd name="T3" fmla="*/ 0 h 74"/>
                <a:gd name="T4" fmla="*/ 0 w 1758"/>
                <a:gd name="T5" fmla="*/ 74 h 74"/>
                <a:gd name="T6" fmla="*/ 1750 w 1758"/>
                <a:gd name="T7" fmla="*/ 74 h 74"/>
                <a:gd name="T8" fmla="*/ 1758 w 1758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8" h="74">
                  <a:moveTo>
                    <a:pt x="1758" y="0"/>
                  </a:moveTo>
                  <a:lnTo>
                    <a:pt x="8" y="0"/>
                  </a:lnTo>
                  <a:lnTo>
                    <a:pt x="0" y="74"/>
                  </a:lnTo>
                  <a:lnTo>
                    <a:pt x="1750" y="74"/>
                  </a:lnTo>
                  <a:lnTo>
                    <a:pt x="1758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35" name="Freeform 4342">
              <a:extLst>
                <a:ext uri="{FF2B5EF4-FFF2-40B4-BE49-F238E27FC236}">
                  <a16:creationId xmlns:a16="http://schemas.microsoft.com/office/drawing/2014/main" id="{EB3AC856-5BAF-4A54-A61B-2707189B0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975"/>
              <a:ext cx="1751" cy="19"/>
            </a:xfrm>
            <a:custGeom>
              <a:avLst/>
              <a:gdLst>
                <a:gd name="T0" fmla="*/ 1751 w 1751"/>
                <a:gd name="T1" fmla="*/ 0 h 19"/>
                <a:gd name="T2" fmla="*/ 583 w 1751"/>
                <a:gd name="T3" fmla="*/ 0 h 19"/>
                <a:gd name="T4" fmla="*/ 1 w 1751"/>
                <a:gd name="T5" fmla="*/ 5 h 19"/>
                <a:gd name="T6" fmla="*/ 0 w 1751"/>
                <a:gd name="T7" fmla="*/ 19 h 19"/>
                <a:gd name="T8" fmla="*/ 1750 w 1751"/>
                <a:gd name="T9" fmla="*/ 19 h 19"/>
                <a:gd name="T10" fmla="*/ 1751 w 1751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51" h="19">
                  <a:moveTo>
                    <a:pt x="1751" y="0"/>
                  </a:moveTo>
                  <a:lnTo>
                    <a:pt x="583" y="0"/>
                  </a:lnTo>
                  <a:lnTo>
                    <a:pt x="1" y="5"/>
                  </a:lnTo>
                  <a:lnTo>
                    <a:pt x="0" y="19"/>
                  </a:lnTo>
                  <a:lnTo>
                    <a:pt x="1750" y="19"/>
                  </a:lnTo>
                  <a:lnTo>
                    <a:pt x="1751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36" name="Freeform 4343">
              <a:extLst>
                <a:ext uri="{FF2B5EF4-FFF2-40B4-BE49-F238E27FC236}">
                  <a16:creationId xmlns:a16="http://schemas.microsoft.com/office/drawing/2014/main" id="{B3485964-EC79-4705-813C-6C2B58658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911"/>
              <a:ext cx="12" cy="9"/>
            </a:xfrm>
            <a:custGeom>
              <a:avLst/>
              <a:gdLst>
                <a:gd name="T0" fmla="*/ 0 w 8"/>
                <a:gd name="T1" fmla="*/ 12 h 6"/>
                <a:gd name="T2" fmla="*/ 27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2" y="6"/>
                    <a:pt x="6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37" name="Freeform 4344">
              <a:extLst>
                <a:ext uri="{FF2B5EF4-FFF2-40B4-BE49-F238E27FC236}">
                  <a16:creationId xmlns:a16="http://schemas.microsoft.com/office/drawing/2014/main" id="{3209125B-7EAD-4B21-A70D-109089422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913"/>
              <a:ext cx="9" cy="9"/>
            </a:xfrm>
            <a:custGeom>
              <a:avLst/>
              <a:gdLst>
                <a:gd name="T0" fmla="*/ 0 w 6"/>
                <a:gd name="T1" fmla="*/ 21 h 6"/>
                <a:gd name="T2" fmla="*/ 2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2"/>
                    <a:pt x="3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38" name="Freeform 4345">
              <a:extLst>
                <a:ext uri="{FF2B5EF4-FFF2-40B4-BE49-F238E27FC236}">
                  <a16:creationId xmlns:a16="http://schemas.microsoft.com/office/drawing/2014/main" id="{99BB7025-0C4B-4D9E-905A-0DD25AF2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357"/>
              <a:ext cx="200" cy="752"/>
            </a:xfrm>
            <a:custGeom>
              <a:avLst/>
              <a:gdLst>
                <a:gd name="T0" fmla="*/ 381 w 145"/>
                <a:gd name="T1" fmla="*/ 1537 h 517"/>
                <a:gd name="T2" fmla="*/ 44 w 145"/>
                <a:gd name="T3" fmla="*/ 793 h 517"/>
                <a:gd name="T4" fmla="*/ 160 w 145"/>
                <a:gd name="T5" fmla="*/ 257 h 517"/>
                <a:gd name="T6" fmla="*/ 381 w 145"/>
                <a:gd name="T7" fmla="*/ 55 h 517"/>
                <a:gd name="T8" fmla="*/ 375 w 145"/>
                <a:gd name="T9" fmla="*/ 0 h 517"/>
                <a:gd name="T10" fmla="*/ 0 w 145"/>
                <a:gd name="T11" fmla="*/ 793 h 517"/>
                <a:gd name="T12" fmla="*/ 375 w 145"/>
                <a:gd name="T13" fmla="*/ 1591 h 517"/>
                <a:gd name="T14" fmla="*/ 381 w 145"/>
                <a:gd name="T15" fmla="*/ 1537 h 5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17">
                  <a:moveTo>
                    <a:pt x="145" y="500"/>
                  </a:moveTo>
                  <a:cubicBezTo>
                    <a:pt x="74" y="487"/>
                    <a:pt x="17" y="384"/>
                    <a:pt x="17" y="258"/>
                  </a:cubicBezTo>
                  <a:cubicBezTo>
                    <a:pt x="17" y="191"/>
                    <a:pt x="33" y="129"/>
                    <a:pt x="61" y="84"/>
                  </a:cubicBezTo>
                  <a:cubicBezTo>
                    <a:pt x="87" y="41"/>
                    <a:pt x="123" y="21"/>
                    <a:pt x="145" y="18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62" y="14"/>
                    <a:pt x="0" y="123"/>
                    <a:pt x="0" y="258"/>
                  </a:cubicBezTo>
                  <a:cubicBezTo>
                    <a:pt x="0" y="394"/>
                    <a:pt x="62" y="503"/>
                    <a:pt x="143" y="517"/>
                  </a:cubicBezTo>
                  <a:lnTo>
                    <a:pt x="145" y="500"/>
                  </a:lnTo>
                  <a:close/>
                </a:path>
              </a:pathLst>
            </a:custGeom>
            <a:noFill/>
            <a:ln w="6350" cap="flat">
              <a:solidFill>
                <a:srgbClr val="2E091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39" name="Freeform 4346">
              <a:extLst>
                <a:ext uri="{FF2B5EF4-FFF2-40B4-BE49-F238E27FC236}">
                  <a16:creationId xmlns:a16="http://schemas.microsoft.com/office/drawing/2014/main" id="{6333391E-9714-467B-8652-B49D03FE3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383"/>
              <a:ext cx="185" cy="701"/>
            </a:xfrm>
            <a:custGeom>
              <a:avLst/>
              <a:gdLst>
                <a:gd name="T0" fmla="*/ 352 w 134"/>
                <a:gd name="T1" fmla="*/ 1326 h 482"/>
                <a:gd name="T2" fmla="*/ 112 w 134"/>
                <a:gd name="T3" fmla="*/ 739 h 482"/>
                <a:gd name="T4" fmla="*/ 352 w 134"/>
                <a:gd name="T5" fmla="*/ 154 h 482"/>
                <a:gd name="T6" fmla="*/ 352 w 134"/>
                <a:gd name="T7" fmla="*/ 154 h 482"/>
                <a:gd name="T8" fmla="*/ 337 w 134"/>
                <a:gd name="T9" fmla="*/ 0 h 482"/>
                <a:gd name="T10" fmla="*/ 116 w 134"/>
                <a:gd name="T11" fmla="*/ 204 h 482"/>
                <a:gd name="T12" fmla="*/ 0 w 134"/>
                <a:gd name="T13" fmla="*/ 739 h 482"/>
                <a:gd name="T14" fmla="*/ 337 w 134"/>
                <a:gd name="T15" fmla="*/ 1483 h 482"/>
                <a:gd name="T16" fmla="*/ 352 w 134"/>
                <a:gd name="T17" fmla="*/ 1326 h 482"/>
                <a:gd name="T18" fmla="*/ 352 w 134"/>
                <a:gd name="T19" fmla="*/ 1326 h 4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482">
                  <a:moveTo>
                    <a:pt x="134" y="431"/>
                  </a:moveTo>
                  <a:cubicBezTo>
                    <a:pt x="89" y="422"/>
                    <a:pt x="43" y="349"/>
                    <a:pt x="43" y="240"/>
                  </a:cubicBezTo>
                  <a:cubicBezTo>
                    <a:pt x="43" y="128"/>
                    <a:pt x="90" y="55"/>
                    <a:pt x="134" y="50"/>
                  </a:cubicBezTo>
                  <a:cubicBezTo>
                    <a:pt x="134" y="50"/>
                    <a:pt x="134" y="50"/>
                    <a:pt x="134" y="5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06" y="3"/>
                    <a:pt x="70" y="23"/>
                    <a:pt x="44" y="66"/>
                  </a:cubicBezTo>
                  <a:cubicBezTo>
                    <a:pt x="16" y="111"/>
                    <a:pt x="0" y="173"/>
                    <a:pt x="0" y="240"/>
                  </a:cubicBezTo>
                  <a:cubicBezTo>
                    <a:pt x="0" y="366"/>
                    <a:pt x="57" y="469"/>
                    <a:pt x="128" y="482"/>
                  </a:cubicBezTo>
                  <a:cubicBezTo>
                    <a:pt x="134" y="431"/>
                    <a:pt x="134" y="431"/>
                    <a:pt x="134" y="431"/>
                  </a:cubicBezTo>
                  <a:cubicBezTo>
                    <a:pt x="134" y="431"/>
                    <a:pt x="134" y="431"/>
                    <a:pt x="134" y="43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40" name="Freeform 4347">
              <a:extLst>
                <a:ext uri="{FF2B5EF4-FFF2-40B4-BE49-F238E27FC236}">
                  <a16:creationId xmlns:a16="http://schemas.microsoft.com/office/drawing/2014/main" id="{C1C2AFE9-7647-496A-9593-2B68BB5B4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322"/>
              <a:ext cx="1760" cy="144"/>
            </a:xfrm>
            <a:custGeom>
              <a:avLst/>
              <a:gdLst>
                <a:gd name="T0" fmla="*/ 3324 w 1277"/>
                <a:gd name="T1" fmla="*/ 129 h 99"/>
                <a:gd name="T2" fmla="*/ 2752 w 1277"/>
                <a:gd name="T3" fmla="*/ 99 h 99"/>
                <a:gd name="T4" fmla="*/ 1738 w 1277"/>
                <a:gd name="T5" fmla="*/ 0 h 99"/>
                <a:gd name="T6" fmla="*/ 503 w 1277"/>
                <a:gd name="T7" fmla="*/ 102 h 99"/>
                <a:gd name="T8" fmla="*/ 0 w 1277"/>
                <a:gd name="T9" fmla="*/ 129 h 99"/>
                <a:gd name="T10" fmla="*/ 15 w 1277"/>
                <a:gd name="T11" fmla="*/ 284 h 99"/>
                <a:gd name="T12" fmla="*/ 15 w 1277"/>
                <a:gd name="T13" fmla="*/ 284 h 99"/>
                <a:gd name="T14" fmla="*/ 14 w 1277"/>
                <a:gd name="T15" fmla="*/ 284 h 99"/>
                <a:gd name="T16" fmla="*/ 532 w 1277"/>
                <a:gd name="T17" fmla="*/ 284 h 99"/>
                <a:gd name="T18" fmla="*/ 995 w 1277"/>
                <a:gd name="T19" fmla="*/ 215 h 99"/>
                <a:gd name="T20" fmla="*/ 1302 w 1277"/>
                <a:gd name="T21" fmla="*/ 191 h 99"/>
                <a:gd name="T22" fmla="*/ 1624 w 1277"/>
                <a:gd name="T23" fmla="*/ 196 h 99"/>
                <a:gd name="T24" fmla="*/ 1958 w 1277"/>
                <a:gd name="T25" fmla="*/ 196 h 99"/>
                <a:gd name="T26" fmla="*/ 2179 w 1277"/>
                <a:gd name="T27" fmla="*/ 234 h 99"/>
                <a:gd name="T28" fmla="*/ 2445 w 1277"/>
                <a:gd name="T29" fmla="*/ 252 h 99"/>
                <a:gd name="T30" fmla="*/ 2817 w 1277"/>
                <a:gd name="T31" fmla="*/ 304 h 99"/>
                <a:gd name="T32" fmla="*/ 3344 w 1277"/>
                <a:gd name="T33" fmla="*/ 304 h 99"/>
                <a:gd name="T34" fmla="*/ 3324 w 1277"/>
                <a:gd name="T35" fmla="*/ 129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77" h="99">
                  <a:moveTo>
                    <a:pt x="1270" y="42"/>
                  </a:moveTo>
                  <a:cubicBezTo>
                    <a:pt x="1242" y="41"/>
                    <a:pt x="1149" y="40"/>
                    <a:pt x="1051" y="32"/>
                  </a:cubicBezTo>
                  <a:cubicBezTo>
                    <a:pt x="911" y="20"/>
                    <a:pt x="731" y="0"/>
                    <a:pt x="664" y="0"/>
                  </a:cubicBezTo>
                  <a:cubicBezTo>
                    <a:pt x="586" y="0"/>
                    <a:pt x="370" y="21"/>
                    <a:pt x="192" y="33"/>
                  </a:cubicBezTo>
                  <a:cubicBezTo>
                    <a:pt x="100" y="39"/>
                    <a:pt x="20" y="41"/>
                    <a:pt x="0" y="42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6" y="92"/>
                    <a:pt x="5" y="92"/>
                    <a:pt x="5" y="92"/>
                  </a:cubicBezTo>
                  <a:cubicBezTo>
                    <a:pt x="203" y="92"/>
                    <a:pt x="203" y="92"/>
                    <a:pt x="203" y="92"/>
                  </a:cubicBezTo>
                  <a:cubicBezTo>
                    <a:pt x="268" y="91"/>
                    <a:pt x="336" y="76"/>
                    <a:pt x="380" y="70"/>
                  </a:cubicBezTo>
                  <a:cubicBezTo>
                    <a:pt x="423" y="65"/>
                    <a:pt x="449" y="63"/>
                    <a:pt x="498" y="62"/>
                  </a:cubicBezTo>
                  <a:cubicBezTo>
                    <a:pt x="547" y="60"/>
                    <a:pt x="584" y="62"/>
                    <a:pt x="620" y="64"/>
                  </a:cubicBezTo>
                  <a:cubicBezTo>
                    <a:pt x="655" y="67"/>
                    <a:pt x="718" y="62"/>
                    <a:pt x="748" y="64"/>
                  </a:cubicBezTo>
                  <a:cubicBezTo>
                    <a:pt x="777" y="66"/>
                    <a:pt x="799" y="72"/>
                    <a:pt x="832" y="76"/>
                  </a:cubicBezTo>
                  <a:cubicBezTo>
                    <a:pt x="865" y="80"/>
                    <a:pt x="896" y="82"/>
                    <a:pt x="934" y="82"/>
                  </a:cubicBezTo>
                  <a:cubicBezTo>
                    <a:pt x="971" y="82"/>
                    <a:pt x="1003" y="99"/>
                    <a:pt x="1076" y="99"/>
                  </a:cubicBezTo>
                  <a:cubicBezTo>
                    <a:pt x="1182" y="99"/>
                    <a:pt x="1265" y="99"/>
                    <a:pt x="1277" y="99"/>
                  </a:cubicBezTo>
                  <a:lnTo>
                    <a:pt x="1270" y="42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41" name="Freeform 4348">
              <a:extLst>
                <a:ext uri="{FF2B5EF4-FFF2-40B4-BE49-F238E27FC236}">
                  <a16:creationId xmlns:a16="http://schemas.microsoft.com/office/drawing/2014/main" id="{D578473B-ADE3-4562-8A77-5243BC04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471"/>
              <a:ext cx="102" cy="523"/>
            </a:xfrm>
            <a:custGeom>
              <a:avLst/>
              <a:gdLst>
                <a:gd name="T0" fmla="*/ 192 w 74"/>
                <a:gd name="T1" fmla="*/ 1104 h 360"/>
                <a:gd name="T2" fmla="*/ 194 w 74"/>
                <a:gd name="T3" fmla="*/ 1072 h 360"/>
                <a:gd name="T4" fmla="*/ 0 w 74"/>
                <a:gd name="T5" fmla="*/ 554 h 360"/>
                <a:gd name="T6" fmla="*/ 194 w 74"/>
                <a:gd name="T7" fmla="*/ 32 h 360"/>
                <a:gd name="T8" fmla="*/ 192 w 74"/>
                <a:gd name="T9" fmla="*/ 0 h 3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360">
                  <a:moveTo>
                    <a:pt x="73" y="360"/>
                  </a:moveTo>
                  <a:cubicBezTo>
                    <a:pt x="74" y="350"/>
                    <a:pt x="74" y="350"/>
                    <a:pt x="74" y="350"/>
                  </a:cubicBezTo>
                  <a:cubicBezTo>
                    <a:pt x="42" y="344"/>
                    <a:pt x="0" y="281"/>
                    <a:pt x="0" y="180"/>
                  </a:cubicBezTo>
                  <a:cubicBezTo>
                    <a:pt x="0" y="79"/>
                    <a:pt x="42" y="16"/>
                    <a:pt x="74" y="10"/>
                  </a:cubicBezTo>
                  <a:cubicBezTo>
                    <a:pt x="73" y="0"/>
                    <a:pt x="73" y="0"/>
                    <a:pt x="7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42" name="Freeform 4349">
              <a:extLst>
                <a:ext uri="{FF2B5EF4-FFF2-40B4-BE49-F238E27FC236}">
                  <a16:creationId xmlns:a16="http://schemas.microsoft.com/office/drawing/2014/main" id="{3077DABC-07FD-47C2-8316-416F7B139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10"/>
              <a:ext cx="1754" cy="274"/>
            </a:xfrm>
            <a:custGeom>
              <a:avLst/>
              <a:gdLst>
                <a:gd name="T0" fmla="*/ 3325 w 1273"/>
                <a:gd name="T1" fmla="*/ 120 h 189"/>
                <a:gd name="T2" fmla="*/ 2798 w 1273"/>
                <a:gd name="T3" fmla="*/ 120 h 189"/>
                <a:gd name="T4" fmla="*/ 2428 w 1273"/>
                <a:gd name="T5" fmla="*/ 67 h 189"/>
                <a:gd name="T6" fmla="*/ 2160 w 1273"/>
                <a:gd name="T7" fmla="*/ 48 h 189"/>
                <a:gd name="T8" fmla="*/ 1940 w 1273"/>
                <a:gd name="T9" fmla="*/ 13 h 189"/>
                <a:gd name="T10" fmla="*/ 1607 w 1273"/>
                <a:gd name="T11" fmla="*/ 13 h 189"/>
                <a:gd name="T12" fmla="*/ 1287 w 1273"/>
                <a:gd name="T13" fmla="*/ 6 h 189"/>
                <a:gd name="T14" fmla="*/ 978 w 1273"/>
                <a:gd name="T15" fmla="*/ 29 h 189"/>
                <a:gd name="T16" fmla="*/ 514 w 1273"/>
                <a:gd name="T17" fmla="*/ 97 h 189"/>
                <a:gd name="T18" fmla="*/ 0 w 1273"/>
                <a:gd name="T19" fmla="*/ 97 h 189"/>
                <a:gd name="T20" fmla="*/ 0 w 1273"/>
                <a:gd name="T21" fmla="*/ 97 h 189"/>
                <a:gd name="T22" fmla="*/ 6 w 1273"/>
                <a:gd name="T23" fmla="*/ 128 h 189"/>
                <a:gd name="T24" fmla="*/ 6 w 1273"/>
                <a:gd name="T25" fmla="*/ 130 h 189"/>
                <a:gd name="T26" fmla="*/ 267 w 1273"/>
                <a:gd name="T27" fmla="*/ 130 h 189"/>
                <a:gd name="T28" fmla="*/ 649 w 1273"/>
                <a:gd name="T29" fmla="*/ 251 h 189"/>
                <a:gd name="T30" fmla="*/ 810 w 1273"/>
                <a:gd name="T31" fmla="*/ 378 h 189"/>
                <a:gd name="T32" fmla="*/ 976 w 1273"/>
                <a:gd name="T33" fmla="*/ 441 h 189"/>
                <a:gd name="T34" fmla="*/ 1175 w 1273"/>
                <a:gd name="T35" fmla="*/ 496 h 189"/>
                <a:gd name="T36" fmla="*/ 1356 w 1273"/>
                <a:gd name="T37" fmla="*/ 529 h 189"/>
                <a:gd name="T38" fmla="*/ 1528 w 1273"/>
                <a:gd name="T39" fmla="*/ 561 h 189"/>
                <a:gd name="T40" fmla="*/ 1853 w 1273"/>
                <a:gd name="T41" fmla="*/ 541 h 189"/>
                <a:gd name="T42" fmla="*/ 2076 w 1273"/>
                <a:gd name="T43" fmla="*/ 460 h 189"/>
                <a:gd name="T44" fmla="*/ 2331 w 1273"/>
                <a:gd name="T45" fmla="*/ 290 h 189"/>
                <a:gd name="T46" fmla="*/ 2778 w 1273"/>
                <a:gd name="T47" fmla="*/ 151 h 189"/>
                <a:gd name="T48" fmla="*/ 3330 w 1273"/>
                <a:gd name="T49" fmla="*/ 151 h 189"/>
                <a:gd name="T50" fmla="*/ 3325 w 1273"/>
                <a:gd name="T51" fmla="*/ 120 h 1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73" h="189">
                  <a:moveTo>
                    <a:pt x="1271" y="39"/>
                  </a:moveTo>
                  <a:cubicBezTo>
                    <a:pt x="1259" y="39"/>
                    <a:pt x="1176" y="39"/>
                    <a:pt x="1070" y="39"/>
                  </a:cubicBezTo>
                  <a:cubicBezTo>
                    <a:pt x="997" y="39"/>
                    <a:pt x="965" y="22"/>
                    <a:pt x="928" y="22"/>
                  </a:cubicBezTo>
                  <a:cubicBezTo>
                    <a:pt x="890" y="22"/>
                    <a:pt x="859" y="20"/>
                    <a:pt x="826" y="16"/>
                  </a:cubicBezTo>
                  <a:cubicBezTo>
                    <a:pt x="793" y="12"/>
                    <a:pt x="771" y="6"/>
                    <a:pt x="742" y="4"/>
                  </a:cubicBezTo>
                  <a:cubicBezTo>
                    <a:pt x="712" y="2"/>
                    <a:pt x="649" y="7"/>
                    <a:pt x="614" y="4"/>
                  </a:cubicBezTo>
                  <a:cubicBezTo>
                    <a:pt x="578" y="2"/>
                    <a:pt x="541" y="0"/>
                    <a:pt x="492" y="2"/>
                  </a:cubicBezTo>
                  <a:cubicBezTo>
                    <a:pt x="443" y="3"/>
                    <a:pt x="417" y="5"/>
                    <a:pt x="374" y="10"/>
                  </a:cubicBezTo>
                  <a:cubicBezTo>
                    <a:pt x="330" y="16"/>
                    <a:pt x="262" y="31"/>
                    <a:pt x="197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02" y="43"/>
                    <a:pt x="102" y="43"/>
                    <a:pt x="102" y="43"/>
                  </a:cubicBezTo>
                  <a:cubicBezTo>
                    <a:pt x="162" y="43"/>
                    <a:pt x="207" y="42"/>
                    <a:pt x="248" y="82"/>
                  </a:cubicBezTo>
                  <a:cubicBezTo>
                    <a:pt x="261" y="95"/>
                    <a:pt x="293" y="113"/>
                    <a:pt x="310" y="124"/>
                  </a:cubicBezTo>
                  <a:cubicBezTo>
                    <a:pt x="326" y="134"/>
                    <a:pt x="346" y="132"/>
                    <a:pt x="373" y="145"/>
                  </a:cubicBezTo>
                  <a:cubicBezTo>
                    <a:pt x="400" y="159"/>
                    <a:pt x="440" y="156"/>
                    <a:pt x="449" y="163"/>
                  </a:cubicBezTo>
                  <a:cubicBezTo>
                    <a:pt x="457" y="169"/>
                    <a:pt x="490" y="173"/>
                    <a:pt x="518" y="174"/>
                  </a:cubicBezTo>
                  <a:cubicBezTo>
                    <a:pt x="537" y="175"/>
                    <a:pt x="563" y="182"/>
                    <a:pt x="584" y="184"/>
                  </a:cubicBezTo>
                  <a:cubicBezTo>
                    <a:pt x="595" y="185"/>
                    <a:pt x="676" y="189"/>
                    <a:pt x="708" y="177"/>
                  </a:cubicBezTo>
                  <a:cubicBezTo>
                    <a:pt x="741" y="166"/>
                    <a:pt x="775" y="167"/>
                    <a:pt x="794" y="151"/>
                  </a:cubicBezTo>
                  <a:cubicBezTo>
                    <a:pt x="813" y="134"/>
                    <a:pt x="870" y="112"/>
                    <a:pt x="891" y="95"/>
                  </a:cubicBezTo>
                  <a:cubicBezTo>
                    <a:pt x="912" y="78"/>
                    <a:pt x="1000" y="50"/>
                    <a:pt x="1062" y="50"/>
                  </a:cubicBezTo>
                  <a:cubicBezTo>
                    <a:pt x="1273" y="50"/>
                    <a:pt x="1273" y="50"/>
                    <a:pt x="1273" y="50"/>
                  </a:cubicBezTo>
                  <a:lnTo>
                    <a:pt x="1271" y="39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43" name="Freeform 4350">
              <a:extLst>
                <a:ext uri="{FF2B5EF4-FFF2-40B4-BE49-F238E27FC236}">
                  <a16:creationId xmlns:a16="http://schemas.microsoft.com/office/drawing/2014/main" id="{A7301CCE-ACCD-49D8-9B93-DA202013A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471"/>
              <a:ext cx="1755" cy="234"/>
            </a:xfrm>
            <a:custGeom>
              <a:avLst/>
              <a:gdLst>
                <a:gd name="T0" fmla="*/ 2781 w 1273"/>
                <a:gd name="T1" fmla="*/ 25 h 161"/>
                <a:gd name="T2" fmla="*/ 2333 w 1273"/>
                <a:gd name="T3" fmla="*/ 163 h 161"/>
                <a:gd name="T4" fmla="*/ 2078 w 1273"/>
                <a:gd name="T5" fmla="*/ 334 h 161"/>
                <a:gd name="T6" fmla="*/ 1853 w 1273"/>
                <a:gd name="T7" fmla="*/ 414 h 161"/>
                <a:gd name="T8" fmla="*/ 1528 w 1273"/>
                <a:gd name="T9" fmla="*/ 435 h 161"/>
                <a:gd name="T10" fmla="*/ 1355 w 1273"/>
                <a:gd name="T11" fmla="*/ 406 h 161"/>
                <a:gd name="T12" fmla="*/ 1175 w 1273"/>
                <a:gd name="T13" fmla="*/ 372 h 161"/>
                <a:gd name="T14" fmla="*/ 975 w 1273"/>
                <a:gd name="T15" fmla="*/ 317 h 161"/>
                <a:gd name="T16" fmla="*/ 809 w 1273"/>
                <a:gd name="T17" fmla="*/ 251 h 161"/>
                <a:gd name="T18" fmla="*/ 648 w 1273"/>
                <a:gd name="T19" fmla="*/ 122 h 161"/>
                <a:gd name="T20" fmla="*/ 265 w 1273"/>
                <a:gd name="T21" fmla="*/ 1 h 161"/>
                <a:gd name="T22" fmla="*/ 1 w 1273"/>
                <a:gd name="T23" fmla="*/ 1 h 161"/>
                <a:gd name="T24" fmla="*/ 6 w 1273"/>
                <a:gd name="T25" fmla="*/ 32 h 161"/>
                <a:gd name="T26" fmla="*/ 0 w 1273"/>
                <a:gd name="T27" fmla="*/ 32 h 161"/>
                <a:gd name="T28" fmla="*/ 401 w 1273"/>
                <a:gd name="T29" fmla="*/ 47 h 161"/>
                <a:gd name="T30" fmla="*/ 823 w 1273"/>
                <a:gd name="T31" fmla="*/ 311 h 161"/>
                <a:gd name="T32" fmla="*/ 1115 w 1273"/>
                <a:gd name="T33" fmla="*/ 419 h 161"/>
                <a:gd name="T34" fmla="*/ 1362 w 1273"/>
                <a:gd name="T35" fmla="*/ 452 h 161"/>
                <a:gd name="T36" fmla="*/ 1555 w 1273"/>
                <a:gd name="T37" fmla="*/ 493 h 161"/>
                <a:gd name="T38" fmla="*/ 1722 w 1273"/>
                <a:gd name="T39" fmla="*/ 485 h 161"/>
                <a:gd name="T40" fmla="*/ 2013 w 1273"/>
                <a:gd name="T41" fmla="*/ 427 h 161"/>
                <a:gd name="T42" fmla="*/ 2333 w 1273"/>
                <a:gd name="T43" fmla="*/ 230 h 161"/>
                <a:gd name="T44" fmla="*/ 2781 w 1273"/>
                <a:gd name="T45" fmla="*/ 68 h 161"/>
                <a:gd name="T46" fmla="*/ 3336 w 1273"/>
                <a:gd name="T47" fmla="*/ 61 h 161"/>
                <a:gd name="T48" fmla="*/ 3334 w 1273"/>
                <a:gd name="T49" fmla="*/ 25 h 161"/>
                <a:gd name="T50" fmla="*/ 2781 w 1273"/>
                <a:gd name="T51" fmla="*/ 25 h 1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73" h="161">
                  <a:moveTo>
                    <a:pt x="1061" y="8"/>
                  </a:moveTo>
                  <a:cubicBezTo>
                    <a:pt x="999" y="8"/>
                    <a:pt x="911" y="36"/>
                    <a:pt x="890" y="53"/>
                  </a:cubicBezTo>
                  <a:cubicBezTo>
                    <a:pt x="869" y="70"/>
                    <a:pt x="812" y="92"/>
                    <a:pt x="793" y="109"/>
                  </a:cubicBezTo>
                  <a:cubicBezTo>
                    <a:pt x="774" y="125"/>
                    <a:pt x="740" y="124"/>
                    <a:pt x="707" y="135"/>
                  </a:cubicBezTo>
                  <a:cubicBezTo>
                    <a:pt x="675" y="147"/>
                    <a:pt x="594" y="143"/>
                    <a:pt x="583" y="142"/>
                  </a:cubicBezTo>
                  <a:cubicBezTo>
                    <a:pt x="562" y="140"/>
                    <a:pt x="536" y="133"/>
                    <a:pt x="517" y="132"/>
                  </a:cubicBezTo>
                  <a:cubicBezTo>
                    <a:pt x="489" y="131"/>
                    <a:pt x="456" y="127"/>
                    <a:pt x="448" y="121"/>
                  </a:cubicBezTo>
                  <a:cubicBezTo>
                    <a:pt x="439" y="114"/>
                    <a:pt x="399" y="117"/>
                    <a:pt x="372" y="103"/>
                  </a:cubicBezTo>
                  <a:cubicBezTo>
                    <a:pt x="345" y="90"/>
                    <a:pt x="325" y="92"/>
                    <a:pt x="309" y="82"/>
                  </a:cubicBezTo>
                  <a:cubicBezTo>
                    <a:pt x="292" y="71"/>
                    <a:pt x="260" y="53"/>
                    <a:pt x="247" y="40"/>
                  </a:cubicBezTo>
                  <a:cubicBezTo>
                    <a:pt x="206" y="0"/>
                    <a:pt x="161" y="1"/>
                    <a:pt x="10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0" y="10"/>
                  </a:cubicBezTo>
                  <a:cubicBezTo>
                    <a:pt x="29" y="12"/>
                    <a:pt x="106" y="15"/>
                    <a:pt x="153" y="15"/>
                  </a:cubicBezTo>
                  <a:cubicBezTo>
                    <a:pt x="248" y="19"/>
                    <a:pt x="227" y="70"/>
                    <a:pt x="314" y="101"/>
                  </a:cubicBezTo>
                  <a:cubicBezTo>
                    <a:pt x="385" y="117"/>
                    <a:pt x="365" y="119"/>
                    <a:pt x="426" y="136"/>
                  </a:cubicBezTo>
                  <a:cubicBezTo>
                    <a:pt x="445" y="142"/>
                    <a:pt x="479" y="143"/>
                    <a:pt x="520" y="147"/>
                  </a:cubicBezTo>
                  <a:cubicBezTo>
                    <a:pt x="542" y="149"/>
                    <a:pt x="567" y="161"/>
                    <a:pt x="593" y="160"/>
                  </a:cubicBezTo>
                  <a:cubicBezTo>
                    <a:pt x="593" y="160"/>
                    <a:pt x="622" y="161"/>
                    <a:pt x="657" y="158"/>
                  </a:cubicBezTo>
                  <a:cubicBezTo>
                    <a:pt x="692" y="154"/>
                    <a:pt x="733" y="147"/>
                    <a:pt x="768" y="139"/>
                  </a:cubicBezTo>
                  <a:cubicBezTo>
                    <a:pt x="799" y="131"/>
                    <a:pt x="850" y="100"/>
                    <a:pt x="890" y="75"/>
                  </a:cubicBezTo>
                  <a:cubicBezTo>
                    <a:pt x="949" y="39"/>
                    <a:pt x="997" y="26"/>
                    <a:pt x="1061" y="22"/>
                  </a:cubicBezTo>
                  <a:cubicBezTo>
                    <a:pt x="1149" y="18"/>
                    <a:pt x="1273" y="20"/>
                    <a:pt x="1273" y="20"/>
                  </a:cubicBezTo>
                  <a:cubicBezTo>
                    <a:pt x="1272" y="8"/>
                    <a:pt x="1272" y="8"/>
                    <a:pt x="1272" y="8"/>
                  </a:cubicBezTo>
                  <a:lnTo>
                    <a:pt x="1061" y="8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44" name="Freeform 4351">
              <a:extLst>
                <a:ext uri="{FF2B5EF4-FFF2-40B4-BE49-F238E27FC236}">
                  <a16:creationId xmlns:a16="http://schemas.microsoft.com/office/drawing/2014/main" id="{98612B3C-C55C-4BDC-86ED-23E0A2ACB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524"/>
              <a:ext cx="1829" cy="437"/>
            </a:xfrm>
            <a:custGeom>
              <a:avLst/>
              <a:gdLst>
                <a:gd name="T0" fmla="*/ 1 w 1327"/>
                <a:gd name="T1" fmla="*/ 520 h 300"/>
                <a:gd name="T2" fmla="*/ 6 w 1327"/>
                <a:gd name="T3" fmla="*/ 561 h 300"/>
                <a:gd name="T4" fmla="*/ 11 w 1327"/>
                <a:gd name="T5" fmla="*/ 594 h 300"/>
                <a:gd name="T6" fmla="*/ 15 w 1327"/>
                <a:gd name="T7" fmla="*/ 635 h 300"/>
                <a:gd name="T8" fmla="*/ 21 w 1327"/>
                <a:gd name="T9" fmla="*/ 664 h 300"/>
                <a:gd name="T10" fmla="*/ 29 w 1327"/>
                <a:gd name="T11" fmla="*/ 702 h 300"/>
                <a:gd name="T12" fmla="*/ 36 w 1327"/>
                <a:gd name="T13" fmla="*/ 730 h 300"/>
                <a:gd name="T14" fmla="*/ 44 w 1327"/>
                <a:gd name="T15" fmla="*/ 759 h 300"/>
                <a:gd name="T16" fmla="*/ 54 w 1327"/>
                <a:gd name="T17" fmla="*/ 785 h 300"/>
                <a:gd name="T18" fmla="*/ 65 w 1327"/>
                <a:gd name="T19" fmla="*/ 813 h 300"/>
                <a:gd name="T20" fmla="*/ 74 w 1327"/>
                <a:gd name="T21" fmla="*/ 833 h 300"/>
                <a:gd name="T22" fmla="*/ 85 w 1327"/>
                <a:gd name="T23" fmla="*/ 855 h 300"/>
                <a:gd name="T24" fmla="*/ 96 w 1327"/>
                <a:gd name="T25" fmla="*/ 878 h 300"/>
                <a:gd name="T26" fmla="*/ 109 w 1327"/>
                <a:gd name="T27" fmla="*/ 896 h 300"/>
                <a:gd name="T28" fmla="*/ 120 w 1327"/>
                <a:gd name="T29" fmla="*/ 912 h 300"/>
                <a:gd name="T30" fmla="*/ 1772 w 1327"/>
                <a:gd name="T31" fmla="*/ 902 h 300"/>
                <a:gd name="T32" fmla="*/ 3454 w 1327"/>
                <a:gd name="T33" fmla="*/ 893 h 300"/>
                <a:gd name="T34" fmla="*/ 3451 w 1327"/>
                <a:gd name="T35" fmla="*/ 891 h 300"/>
                <a:gd name="T36" fmla="*/ 3435 w 1327"/>
                <a:gd name="T37" fmla="*/ 865 h 300"/>
                <a:gd name="T38" fmla="*/ 3335 w 1327"/>
                <a:gd name="T39" fmla="*/ 441 h 300"/>
                <a:gd name="T40" fmla="*/ 2666 w 1327"/>
                <a:gd name="T41" fmla="*/ 28 h 300"/>
                <a:gd name="T42" fmla="*/ 2200 w 1327"/>
                <a:gd name="T43" fmla="*/ 316 h 300"/>
                <a:gd name="T44" fmla="*/ 1742 w 1327"/>
                <a:gd name="T45" fmla="*/ 380 h 300"/>
                <a:gd name="T46" fmla="*/ 1304 w 1327"/>
                <a:gd name="T47" fmla="*/ 306 h 300"/>
                <a:gd name="T48" fmla="*/ 991 w 1327"/>
                <a:gd name="T49" fmla="*/ 189 h 300"/>
                <a:gd name="T50" fmla="*/ 974 w 1327"/>
                <a:gd name="T51" fmla="*/ 178 h 300"/>
                <a:gd name="T52" fmla="*/ 955 w 1327"/>
                <a:gd name="T53" fmla="*/ 170 h 300"/>
                <a:gd name="T54" fmla="*/ 940 w 1327"/>
                <a:gd name="T55" fmla="*/ 162 h 300"/>
                <a:gd name="T56" fmla="*/ 921 w 1327"/>
                <a:gd name="T57" fmla="*/ 149 h 300"/>
                <a:gd name="T58" fmla="*/ 908 w 1327"/>
                <a:gd name="T59" fmla="*/ 140 h 300"/>
                <a:gd name="T60" fmla="*/ 899 w 1327"/>
                <a:gd name="T61" fmla="*/ 130 h 300"/>
                <a:gd name="T62" fmla="*/ 885 w 1327"/>
                <a:gd name="T63" fmla="*/ 121 h 300"/>
                <a:gd name="T64" fmla="*/ 874 w 1327"/>
                <a:gd name="T65" fmla="*/ 108 h 300"/>
                <a:gd name="T66" fmla="*/ 860 w 1327"/>
                <a:gd name="T67" fmla="*/ 96 h 300"/>
                <a:gd name="T68" fmla="*/ 853 w 1327"/>
                <a:gd name="T69" fmla="*/ 87 h 300"/>
                <a:gd name="T70" fmla="*/ 844 w 1327"/>
                <a:gd name="T71" fmla="*/ 76 h 300"/>
                <a:gd name="T72" fmla="*/ 835 w 1327"/>
                <a:gd name="T73" fmla="*/ 66 h 300"/>
                <a:gd name="T74" fmla="*/ 832 w 1327"/>
                <a:gd name="T75" fmla="*/ 61 h 300"/>
                <a:gd name="T76" fmla="*/ 74 w 1327"/>
                <a:gd name="T77" fmla="*/ 52 h 300"/>
                <a:gd name="T78" fmla="*/ 69 w 1327"/>
                <a:gd name="T79" fmla="*/ 66 h 300"/>
                <a:gd name="T80" fmla="*/ 61 w 1327"/>
                <a:gd name="T81" fmla="*/ 80 h 300"/>
                <a:gd name="T82" fmla="*/ 54 w 1327"/>
                <a:gd name="T83" fmla="*/ 102 h 300"/>
                <a:gd name="T84" fmla="*/ 44 w 1327"/>
                <a:gd name="T85" fmla="*/ 127 h 300"/>
                <a:gd name="T86" fmla="*/ 36 w 1327"/>
                <a:gd name="T87" fmla="*/ 149 h 300"/>
                <a:gd name="T88" fmla="*/ 32 w 1327"/>
                <a:gd name="T89" fmla="*/ 170 h 300"/>
                <a:gd name="T90" fmla="*/ 26 w 1327"/>
                <a:gd name="T91" fmla="*/ 191 h 300"/>
                <a:gd name="T92" fmla="*/ 21 w 1327"/>
                <a:gd name="T93" fmla="*/ 217 h 300"/>
                <a:gd name="T94" fmla="*/ 15 w 1327"/>
                <a:gd name="T95" fmla="*/ 237 h 300"/>
                <a:gd name="T96" fmla="*/ 14 w 1327"/>
                <a:gd name="T97" fmla="*/ 264 h 300"/>
                <a:gd name="T98" fmla="*/ 11 w 1327"/>
                <a:gd name="T99" fmla="*/ 291 h 300"/>
                <a:gd name="T100" fmla="*/ 6 w 1327"/>
                <a:gd name="T101" fmla="*/ 316 h 300"/>
                <a:gd name="T102" fmla="*/ 1 w 1327"/>
                <a:gd name="T103" fmla="*/ 344 h 300"/>
                <a:gd name="T104" fmla="*/ 1 w 1327"/>
                <a:gd name="T105" fmla="*/ 371 h 300"/>
                <a:gd name="T106" fmla="*/ 0 w 1327"/>
                <a:gd name="T107" fmla="*/ 401 h 300"/>
                <a:gd name="T108" fmla="*/ 0 w 1327"/>
                <a:gd name="T109" fmla="*/ 441 h 300"/>
                <a:gd name="T110" fmla="*/ 0 w 1327"/>
                <a:gd name="T111" fmla="*/ 488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327" h="300">
                  <a:moveTo>
                    <a:pt x="0" y="158"/>
                  </a:moveTo>
                  <a:cubicBezTo>
                    <a:pt x="0" y="161"/>
                    <a:pt x="1" y="165"/>
                    <a:pt x="1" y="168"/>
                  </a:cubicBezTo>
                  <a:cubicBezTo>
                    <a:pt x="1" y="169"/>
                    <a:pt x="1" y="169"/>
                    <a:pt x="1" y="170"/>
                  </a:cubicBezTo>
                  <a:cubicBezTo>
                    <a:pt x="1" y="174"/>
                    <a:pt x="2" y="177"/>
                    <a:pt x="2" y="181"/>
                  </a:cubicBezTo>
                  <a:cubicBezTo>
                    <a:pt x="2" y="182"/>
                    <a:pt x="2" y="183"/>
                    <a:pt x="2" y="184"/>
                  </a:cubicBezTo>
                  <a:cubicBezTo>
                    <a:pt x="3" y="187"/>
                    <a:pt x="3" y="190"/>
                    <a:pt x="4" y="192"/>
                  </a:cubicBezTo>
                  <a:cubicBezTo>
                    <a:pt x="4" y="193"/>
                    <a:pt x="4" y="194"/>
                    <a:pt x="4" y="195"/>
                  </a:cubicBezTo>
                  <a:cubicBezTo>
                    <a:pt x="4" y="198"/>
                    <a:pt x="5" y="201"/>
                    <a:pt x="6" y="205"/>
                  </a:cubicBezTo>
                  <a:cubicBezTo>
                    <a:pt x="6" y="206"/>
                    <a:pt x="6" y="206"/>
                    <a:pt x="6" y="207"/>
                  </a:cubicBezTo>
                  <a:cubicBezTo>
                    <a:pt x="7" y="210"/>
                    <a:pt x="7" y="212"/>
                    <a:pt x="8" y="215"/>
                  </a:cubicBezTo>
                  <a:cubicBezTo>
                    <a:pt x="8" y="216"/>
                    <a:pt x="8" y="217"/>
                    <a:pt x="8" y="217"/>
                  </a:cubicBezTo>
                  <a:cubicBezTo>
                    <a:pt x="9" y="221"/>
                    <a:pt x="10" y="224"/>
                    <a:pt x="11" y="227"/>
                  </a:cubicBezTo>
                  <a:cubicBezTo>
                    <a:pt x="11" y="227"/>
                    <a:pt x="11" y="228"/>
                    <a:pt x="11" y="228"/>
                  </a:cubicBezTo>
                  <a:cubicBezTo>
                    <a:pt x="12" y="231"/>
                    <a:pt x="13" y="233"/>
                    <a:pt x="14" y="236"/>
                  </a:cubicBezTo>
                  <a:cubicBezTo>
                    <a:pt x="14" y="236"/>
                    <a:pt x="14" y="237"/>
                    <a:pt x="14" y="238"/>
                  </a:cubicBezTo>
                  <a:cubicBezTo>
                    <a:pt x="15" y="241"/>
                    <a:pt x="16" y="244"/>
                    <a:pt x="17" y="246"/>
                  </a:cubicBezTo>
                  <a:cubicBezTo>
                    <a:pt x="17" y="247"/>
                    <a:pt x="17" y="247"/>
                    <a:pt x="18" y="247"/>
                  </a:cubicBezTo>
                  <a:cubicBezTo>
                    <a:pt x="19" y="250"/>
                    <a:pt x="19" y="252"/>
                    <a:pt x="20" y="254"/>
                  </a:cubicBezTo>
                  <a:cubicBezTo>
                    <a:pt x="21" y="255"/>
                    <a:pt x="21" y="256"/>
                    <a:pt x="21" y="256"/>
                  </a:cubicBezTo>
                  <a:cubicBezTo>
                    <a:pt x="22" y="259"/>
                    <a:pt x="23" y="261"/>
                    <a:pt x="25" y="263"/>
                  </a:cubicBezTo>
                  <a:cubicBezTo>
                    <a:pt x="25" y="263"/>
                    <a:pt x="25" y="263"/>
                    <a:pt x="25" y="264"/>
                  </a:cubicBezTo>
                  <a:cubicBezTo>
                    <a:pt x="26" y="266"/>
                    <a:pt x="27" y="268"/>
                    <a:pt x="28" y="270"/>
                  </a:cubicBezTo>
                  <a:cubicBezTo>
                    <a:pt x="29" y="271"/>
                    <a:pt x="29" y="272"/>
                    <a:pt x="29" y="272"/>
                  </a:cubicBezTo>
                  <a:cubicBezTo>
                    <a:pt x="30" y="274"/>
                    <a:pt x="31" y="276"/>
                    <a:pt x="33" y="277"/>
                  </a:cubicBezTo>
                  <a:cubicBezTo>
                    <a:pt x="33" y="278"/>
                    <a:pt x="33" y="278"/>
                    <a:pt x="33" y="278"/>
                  </a:cubicBezTo>
                  <a:cubicBezTo>
                    <a:pt x="34" y="280"/>
                    <a:pt x="36" y="282"/>
                    <a:pt x="37" y="284"/>
                  </a:cubicBezTo>
                  <a:cubicBezTo>
                    <a:pt x="37" y="285"/>
                    <a:pt x="38" y="285"/>
                    <a:pt x="38" y="285"/>
                  </a:cubicBezTo>
                  <a:cubicBezTo>
                    <a:pt x="39" y="287"/>
                    <a:pt x="40" y="288"/>
                    <a:pt x="41" y="290"/>
                  </a:cubicBezTo>
                  <a:cubicBezTo>
                    <a:pt x="41" y="290"/>
                    <a:pt x="42" y="290"/>
                    <a:pt x="42" y="291"/>
                  </a:cubicBezTo>
                  <a:cubicBezTo>
                    <a:pt x="43" y="292"/>
                    <a:pt x="45" y="294"/>
                    <a:pt x="46" y="295"/>
                  </a:cubicBezTo>
                  <a:cubicBezTo>
                    <a:pt x="46" y="295"/>
                    <a:pt x="46" y="296"/>
                    <a:pt x="46" y="296"/>
                  </a:cubicBezTo>
                  <a:cubicBezTo>
                    <a:pt x="52" y="300"/>
                    <a:pt x="364" y="293"/>
                    <a:pt x="677" y="292"/>
                  </a:cubicBezTo>
                  <a:cubicBezTo>
                    <a:pt x="1001" y="291"/>
                    <a:pt x="1327" y="297"/>
                    <a:pt x="1326" y="296"/>
                  </a:cubicBezTo>
                  <a:cubicBezTo>
                    <a:pt x="1324" y="294"/>
                    <a:pt x="1321" y="291"/>
                    <a:pt x="1319" y="289"/>
                  </a:cubicBezTo>
                  <a:cubicBezTo>
                    <a:pt x="1319" y="289"/>
                    <a:pt x="1319" y="288"/>
                    <a:pt x="1319" y="288"/>
                  </a:cubicBezTo>
                  <a:cubicBezTo>
                    <a:pt x="1319" y="288"/>
                    <a:pt x="1319" y="288"/>
                    <a:pt x="1318" y="288"/>
                  </a:cubicBezTo>
                  <a:cubicBezTo>
                    <a:pt x="1316" y="285"/>
                    <a:pt x="1314" y="283"/>
                    <a:pt x="1312" y="280"/>
                  </a:cubicBezTo>
                  <a:cubicBezTo>
                    <a:pt x="1312" y="280"/>
                    <a:pt x="1312" y="280"/>
                    <a:pt x="1312" y="280"/>
                  </a:cubicBezTo>
                  <a:cubicBezTo>
                    <a:pt x="1312" y="280"/>
                    <a:pt x="1312" y="280"/>
                    <a:pt x="1312" y="280"/>
                  </a:cubicBezTo>
                  <a:cubicBezTo>
                    <a:pt x="1290" y="250"/>
                    <a:pt x="1274" y="203"/>
                    <a:pt x="1274" y="143"/>
                  </a:cubicBezTo>
                  <a:cubicBezTo>
                    <a:pt x="1274" y="74"/>
                    <a:pt x="1296" y="26"/>
                    <a:pt x="1324" y="0"/>
                  </a:cubicBezTo>
                  <a:cubicBezTo>
                    <a:pt x="1204" y="0"/>
                    <a:pt x="1104" y="8"/>
                    <a:pt x="1018" y="9"/>
                  </a:cubicBezTo>
                  <a:cubicBezTo>
                    <a:pt x="1000" y="17"/>
                    <a:pt x="981" y="26"/>
                    <a:pt x="962" y="38"/>
                  </a:cubicBezTo>
                  <a:cubicBezTo>
                    <a:pt x="922" y="63"/>
                    <a:pt x="871" y="94"/>
                    <a:pt x="840" y="102"/>
                  </a:cubicBezTo>
                  <a:cubicBezTo>
                    <a:pt x="805" y="110"/>
                    <a:pt x="764" y="117"/>
                    <a:pt x="729" y="121"/>
                  </a:cubicBezTo>
                  <a:cubicBezTo>
                    <a:pt x="694" y="124"/>
                    <a:pt x="665" y="123"/>
                    <a:pt x="665" y="123"/>
                  </a:cubicBezTo>
                  <a:cubicBezTo>
                    <a:pt x="639" y="124"/>
                    <a:pt x="614" y="112"/>
                    <a:pt x="592" y="110"/>
                  </a:cubicBezTo>
                  <a:cubicBezTo>
                    <a:pt x="551" y="106"/>
                    <a:pt x="517" y="105"/>
                    <a:pt x="498" y="99"/>
                  </a:cubicBezTo>
                  <a:cubicBezTo>
                    <a:pt x="437" y="82"/>
                    <a:pt x="457" y="80"/>
                    <a:pt x="386" y="64"/>
                  </a:cubicBezTo>
                  <a:cubicBezTo>
                    <a:pt x="383" y="63"/>
                    <a:pt x="381" y="62"/>
                    <a:pt x="379" y="61"/>
                  </a:cubicBezTo>
                  <a:cubicBezTo>
                    <a:pt x="378" y="61"/>
                    <a:pt x="377" y="61"/>
                    <a:pt x="376" y="60"/>
                  </a:cubicBezTo>
                  <a:cubicBezTo>
                    <a:pt x="375" y="60"/>
                    <a:pt x="373" y="59"/>
                    <a:pt x="372" y="58"/>
                  </a:cubicBezTo>
                  <a:cubicBezTo>
                    <a:pt x="371" y="58"/>
                    <a:pt x="370" y="58"/>
                    <a:pt x="369" y="57"/>
                  </a:cubicBezTo>
                  <a:cubicBezTo>
                    <a:pt x="368" y="57"/>
                    <a:pt x="367" y="56"/>
                    <a:pt x="365" y="55"/>
                  </a:cubicBezTo>
                  <a:cubicBezTo>
                    <a:pt x="365" y="55"/>
                    <a:pt x="364" y="55"/>
                    <a:pt x="363" y="54"/>
                  </a:cubicBezTo>
                  <a:cubicBezTo>
                    <a:pt x="362" y="54"/>
                    <a:pt x="360" y="53"/>
                    <a:pt x="359" y="52"/>
                  </a:cubicBezTo>
                  <a:cubicBezTo>
                    <a:pt x="359" y="52"/>
                    <a:pt x="358" y="52"/>
                    <a:pt x="358" y="51"/>
                  </a:cubicBezTo>
                  <a:cubicBezTo>
                    <a:pt x="356" y="50"/>
                    <a:pt x="354" y="49"/>
                    <a:pt x="352" y="48"/>
                  </a:cubicBezTo>
                  <a:cubicBezTo>
                    <a:pt x="352" y="48"/>
                    <a:pt x="352" y="48"/>
                    <a:pt x="351" y="48"/>
                  </a:cubicBezTo>
                  <a:cubicBezTo>
                    <a:pt x="350" y="47"/>
                    <a:pt x="349" y="46"/>
                    <a:pt x="347" y="45"/>
                  </a:cubicBezTo>
                  <a:cubicBezTo>
                    <a:pt x="347" y="45"/>
                    <a:pt x="346" y="45"/>
                    <a:pt x="346" y="44"/>
                  </a:cubicBezTo>
                  <a:cubicBezTo>
                    <a:pt x="345" y="43"/>
                    <a:pt x="344" y="43"/>
                    <a:pt x="343" y="42"/>
                  </a:cubicBezTo>
                  <a:cubicBezTo>
                    <a:pt x="342" y="42"/>
                    <a:pt x="342" y="41"/>
                    <a:pt x="341" y="41"/>
                  </a:cubicBezTo>
                  <a:cubicBezTo>
                    <a:pt x="340" y="40"/>
                    <a:pt x="339" y="39"/>
                    <a:pt x="338" y="39"/>
                  </a:cubicBezTo>
                  <a:cubicBezTo>
                    <a:pt x="338" y="38"/>
                    <a:pt x="337" y="38"/>
                    <a:pt x="337" y="38"/>
                  </a:cubicBezTo>
                  <a:cubicBezTo>
                    <a:pt x="336" y="37"/>
                    <a:pt x="335" y="36"/>
                    <a:pt x="334" y="35"/>
                  </a:cubicBezTo>
                  <a:cubicBezTo>
                    <a:pt x="334" y="35"/>
                    <a:pt x="333" y="35"/>
                    <a:pt x="333" y="34"/>
                  </a:cubicBezTo>
                  <a:cubicBezTo>
                    <a:pt x="332" y="33"/>
                    <a:pt x="331" y="32"/>
                    <a:pt x="329" y="31"/>
                  </a:cubicBezTo>
                  <a:cubicBezTo>
                    <a:pt x="329" y="31"/>
                    <a:pt x="329" y="31"/>
                    <a:pt x="328" y="30"/>
                  </a:cubicBezTo>
                  <a:cubicBezTo>
                    <a:pt x="328" y="30"/>
                    <a:pt x="327" y="29"/>
                    <a:pt x="326" y="28"/>
                  </a:cubicBezTo>
                  <a:cubicBezTo>
                    <a:pt x="326" y="28"/>
                    <a:pt x="325" y="27"/>
                    <a:pt x="325" y="27"/>
                  </a:cubicBezTo>
                  <a:cubicBezTo>
                    <a:pt x="324" y="26"/>
                    <a:pt x="323" y="25"/>
                    <a:pt x="322" y="25"/>
                  </a:cubicBezTo>
                  <a:cubicBezTo>
                    <a:pt x="322" y="24"/>
                    <a:pt x="322" y="24"/>
                    <a:pt x="321" y="24"/>
                  </a:cubicBezTo>
                  <a:cubicBezTo>
                    <a:pt x="321" y="23"/>
                    <a:pt x="320" y="22"/>
                    <a:pt x="319" y="21"/>
                  </a:cubicBezTo>
                  <a:cubicBezTo>
                    <a:pt x="319" y="21"/>
                    <a:pt x="318" y="21"/>
                    <a:pt x="318" y="20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07" y="9"/>
                    <a:pt x="230" y="16"/>
                    <a:pt x="161" y="13"/>
                  </a:cubicBezTo>
                  <a:cubicBezTo>
                    <a:pt x="98" y="10"/>
                    <a:pt x="31" y="12"/>
                    <a:pt x="28" y="17"/>
                  </a:cubicBezTo>
                  <a:cubicBezTo>
                    <a:pt x="28" y="17"/>
                    <a:pt x="27" y="17"/>
                    <a:pt x="27" y="18"/>
                  </a:cubicBezTo>
                  <a:cubicBezTo>
                    <a:pt x="27" y="19"/>
                    <a:pt x="26" y="20"/>
                    <a:pt x="26" y="21"/>
                  </a:cubicBezTo>
                  <a:cubicBezTo>
                    <a:pt x="25" y="21"/>
                    <a:pt x="25" y="22"/>
                    <a:pt x="24" y="23"/>
                  </a:cubicBezTo>
                  <a:cubicBezTo>
                    <a:pt x="24" y="24"/>
                    <a:pt x="23" y="25"/>
                    <a:pt x="23" y="26"/>
                  </a:cubicBezTo>
                  <a:cubicBezTo>
                    <a:pt x="22" y="27"/>
                    <a:pt x="22" y="28"/>
                    <a:pt x="22" y="29"/>
                  </a:cubicBezTo>
                  <a:cubicBezTo>
                    <a:pt x="21" y="30"/>
                    <a:pt x="21" y="31"/>
                    <a:pt x="20" y="33"/>
                  </a:cubicBezTo>
                  <a:cubicBezTo>
                    <a:pt x="20" y="33"/>
                    <a:pt x="19" y="34"/>
                    <a:pt x="19" y="35"/>
                  </a:cubicBezTo>
                  <a:cubicBezTo>
                    <a:pt x="18" y="37"/>
                    <a:pt x="17" y="39"/>
                    <a:pt x="17" y="41"/>
                  </a:cubicBezTo>
                  <a:cubicBezTo>
                    <a:pt x="16" y="42"/>
                    <a:pt x="16" y="42"/>
                    <a:pt x="16" y="43"/>
                  </a:cubicBezTo>
                  <a:cubicBezTo>
                    <a:pt x="15" y="44"/>
                    <a:pt x="15" y="46"/>
                    <a:pt x="14" y="48"/>
                  </a:cubicBezTo>
                  <a:cubicBezTo>
                    <a:pt x="14" y="49"/>
                    <a:pt x="14" y="50"/>
                    <a:pt x="13" y="51"/>
                  </a:cubicBezTo>
                  <a:cubicBezTo>
                    <a:pt x="13" y="52"/>
                    <a:pt x="13" y="53"/>
                    <a:pt x="12" y="55"/>
                  </a:cubicBezTo>
                  <a:cubicBezTo>
                    <a:pt x="12" y="56"/>
                    <a:pt x="11" y="57"/>
                    <a:pt x="11" y="58"/>
                  </a:cubicBezTo>
                  <a:cubicBezTo>
                    <a:pt x="11" y="59"/>
                    <a:pt x="10" y="61"/>
                    <a:pt x="10" y="62"/>
                  </a:cubicBezTo>
                  <a:cubicBezTo>
                    <a:pt x="10" y="63"/>
                    <a:pt x="9" y="64"/>
                    <a:pt x="9" y="65"/>
                  </a:cubicBezTo>
                  <a:cubicBezTo>
                    <a:pt x="9" y="67"/>
                    <a:pt x="8" y="68"/>
                    <a:pt x="8" y="70"/>
                  </a:cubicBezTo>
                  <a:cubicBezTo>
                    <a:pt x="8" y="71"/>
                    <a:pt x="8" y="72"/>
                    <a:pt x="7" y="73"/>
                  </a:cubicBezTo>
                  <a:cubicBezTo>
                    <a:pt x="7" y="74"/>
                    <a:pt x="7" y="76"/>
                    <a:pt x="6" y="77"/>
                  </a:cubicBezTo>
                  <a:cubicBezTo>
                    <a:pt x="6" y="78"/>
                    <a:pt x="6" y="80"/>
                    <a:pt x="6" y="81"/>
                  </a:cubicBezTo>
                  <a:cubicBezTo>
                    <a:pt x="5" y="82"/>
                    <a:pt x="5" y="84"/>
                    <a:pt x="5" y="85"/>
                  </a:cubicBezTo>
                  <a:cubicBezTo>
                    <a:pt x="5" y="87"/>
                    <a:pt x="4" y="88"/>
                    <a:pt x="4" y="89"/>
                  </a:cubicBezTo>
                  <a:cubicBezTo>
                    <a:pt x="4" y="91"/>
                    <a:pt x="4" y="92"/>
                    <a:pt x="4" y="94"/>
                  </a:cubicBezTo>
                  <a:cubicBezTo>
                    <a:pt x="3" y="95"/>
                    <a:pt x="3" y="96"/>
                    <a:pt x="3" y="97"/>
                  </a:cubicBezTo>
                  <a:cubicBezTo>
                    <a:pt x="3" y="99"/>
                    <a:pt x="3" y="101"/>
                    <a:pt x="2" y="102"/>
                  </a:cubicBezTo>
                  <a:cubicBezTo>
                    <a:pt x="2" y="103"/>
                    <a:pt x="2" y="105"/>
                    <a:pt x="2" y="106"/>
                  </a:cubicBezTo>
                  <a:cubicBezTo>
                    <a:pt x="2" y="108"/>
                    <a:pt x="2" y="109"/>
                    <a:pt x="1" y="111"/>
                  </a:cubicBezTo>
                  <a:cubicBezTo>
                    <a:pt x="1" y="112"/>
                    <a:pt x="1" y="114"/>
                    <a:pt x="1" y="115"/>
                  </a:cubicBezTo>
                  <a:cubicBezTo>
                    <a:pt x="1" y="117"/>
                    <a:pt x="1" y="118"/>
                    <a:pt x="1" y="120"/>
                  </a:cubicBezTo>
                  <a:cubicBezTo>
                    <a:pt x="1" y="122"/>
                    <a:pt x="1" y="123"/>
                    <a:pt x="0" y="124"/>
                  </a:cubicBezTo>
                  <a:cubicBezTo>
                    <a:pt x="0" y="126"/>
                    <a:pt x="0" y="128"/>
                    <a:pt x="0" y="130"/>
                  </a:cubicBezTo>
                  <a:cubicBezTo>
                    <a:pt x="0" y="131"/>
                    <a:pt x="0" y="132"/>
                    <a:pt x="0" y="133"/>
                  </a:cubicBezTo>
                  <a:cubicBezTo>
                    <a:pt x="0" y="136"/>
                    <a:pt x="0" y="140"/>
                    <a:pt x="0" y="143"/>
                  </a:cubicBezTo>
                  <a:cubicBezTo>
                    <a:pt x="0" y="147"/>
                    <a:pt x="0" y="151"/>
                    <a:pt x="0" y="155"/>
                  </a:cubicBezTo>
                  <a:cubicBezTo>
                    <a:pt x="0" y="156"/>
                    <a:pt x="0" y="157"/>
                    <a:pt x="0" y="15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45" name="Freeform 4352">
              <a:extLst>
                <a:ext uri="{FF2B5EF4-FFF2-40B4-BE49-F238E27FC236}">
                  <a16:creationId xmlns:a16="http://schemas.microsoft.com/office/drawing/2014/main" id="{C2A24ADE-71AE-4928-BA38-19ED4619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1500"/>
              <a:ext cx="98" cy="475"/>
            </a:xfrm>
            <a:custGeom>
              <a:avLst/>
              <a:gdLst>
                <a:gd name="T0" fmla="*/ 181 w 71"/>
                <a:gd name="T1" fmla="*/ 1002 h 327"/>
                <a:gd name="T2" fmla="*/ 0 w 71"/>
                <a:gd name="T3" fmla="*/ 490 h 327"/>
                <a:gd name="T4" fmla="*/ 186 w 71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327">
                  <a:moveTo>
                    <a:pt x="69" y="327"/>
                  </a:moveTo>
                  <a:cubicBezTo>
                    <a:pt x="34" y="305"/>
                    <a:pt x="0" y="247"/>
                    <a:pt x="0" y="160"/>
                  </a:cubicBezTo>
                  <a:cubicBezTo>
                    <a:pt x="0" y="73"/>
                    <a:pt x="35" y="21"/>
                    <a:pt x="7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46" name="Line 4353">
              <a:extLst>
                <a:ext uri="{FF2B5EF4-FFF2-40B4-BE49-F238E27FC236}">
                  <a16:creationId xmlns:a16="http://schemas.microsoft.com/office/drawing/2014/main" id="{1A552F1D-CA85-4B78-8788-3DD981913F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73" y="1994"/>
              <a:ext cx="3" cy="1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47" name="Line 4354">
              <a:extLst>
                <a:ext uri="{FF2B5EF4-FFF2-40B4-BE49-F238E27FC236}">
                  <a16:creationId xmlns:a16="http://schemas.microsoft.com/office/drawing/2014/main" id="{BBE62627-7591-461E-9B03-3ECAF2BC46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5" y="2010"/>
              <a:ext cx="8" cy="74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48" name="Line 4355">
              <a:extLst>
                <a:ext uri="{FF2B5EF4-FFF2-40B4-BE49-F238E27FC236}">
                  <a16:creationId xmlns:a16="http://schemas.microsoft.com/office/drawing/2014/main" id="{2343EE5C-AF15-45E2-97F5-07814DFC99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76" y="1975"/>
              <a:ext cx="1" cy="19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49" name="Line 4356">
              <a:extLst>
                <a:ext uri="{FF2B5EF4-FFF2-40B4-BE49-F238E27FC236}">
                  <a16:creationId xmlns:a16="http://schemas.microsoft.com/office/drawing/2014/main" id="{FE94B7A9-9C2B-4ADB-9F70-D355BE4888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65" y="1383"/>
              <a:ext cx="10" cy="8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50" name="Line 4357">
              <a:extLst>
                <a:ext uri="{FF2B5EF4-FFF2-40B4-BE49-F238E27FC236}">
                  <a16:creationId xmlns:a16="http://schemas.microsoft.com/office/drawing/2014/main" id="{AB09CF61-BADF-47B6-9CF4-A623182A6A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75" y="1466"/>
              <a:ext cx="2" cy="16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51" name="Line 4358">
              <a:extLst>
                <a:ext uri="{FF2B5EF4-FFF2-40B4-BE49-F238E27FC236}">
                  <a16:creationId xmlns:a16="http://schemas.microsoft.com/office/drawing/2014/main" id="{47861203-8E74-4A2B-9D07-10C30AA28D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77" y="1482"/>
              <a:ext cx="2" cy="18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52" name="Line 4359">
              <a:extLst>
                <a:ext uri="{FF2B5EF4-FFF2-40B4-BE49-F238E27FC236}">
                  <a16:creationId xmlns:a16="http://schemas.microsoft.com/office/drawing/2014/main" id="{EB7EACE0-ABA7-4150-8B9E-94342FBE79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2" y="1360"/>
              <a:ext cx="14" cy="130"/>
            </a:xfrm>
            <a:prstGeom prst="line">
              <a:avLst/>
            </a:prstGeom>
            <a:noFill/>
            <a:ln w="3175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253" name="Line 4360">
              <a:extLst>
                <a:ext uri="{FF2B5EF4-FFF2-40B4-BE49-F238E27FC236}">
                  <a16:creationId xmlns:a16="http://schemas.microsoft.com/office/drawing/2014/main" id="{B1B4C542-8596-4980-9076-11261040C1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12" y="1977"/>
              <a:ext cx="15" cy="132"/>
            </a:xfrm>
            <a:prstGeom prst="line">
              <a:avLst/>
            </a:prstGeom>
            <a:noFill/>
            <a:ln w="3175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atheroma-plaque-artery-cross-section">
            <a:extLst>
              <a:ext uri="{FF2B5EF4-FFF2-40B4-BE49-F238E27FC236}">
                <a16:creationId xmlns:a16="http://schemas.microsoft.com/office/drawing/2014/main" id="{E89BBAFE-A68D-40A8-AE3B-8562B11D2403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3429000"/>
            <a:ext cx="2151063" cy="2197100"/>
            <a:chOff x="2202" y="2645"/>
            <a:chExt cx="1355" cy="1384"/>
          </a:xfrm>
        </p:grpSpPr>
        <p:sp>
          <p:nvSpPr>
            <p:cNvPr id="99685" name="Freeform 4362">
              <a:extLst>
                <a:ext uri="{FF2B5EF4-FFF2-40B4-BE49-F238E27FC236}">
                  <a16:creationId xmlns:a16="http://schemas.microsoft.com/office/drawing/2014/main" id="{CD8A7239-4309-42DE-8F89-394A325EC4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02" y="2872"/>
              <a:ext cx="1083" cy="1157"/>
            </a:xfrm>
            <a:custGeom>
              <a:avLst/>
              <a:gdLst>
                <a:gd name="T0" fmla="*/ 1137 w 747"/>
                <a:gd name="T1" fmla="*/ 0 h 748"/>
                <a:gd name="T2" fmla="*/ 0 w 747"/>
                <a:gd name="T3" fmla="*/ 1386 h 748"/>
                <a:gd name="T4" fmla="*/ 1137 w 747"/>
                <a:gd name="T5" fmla="*/ 2769 h 748"/>
                <a:gd name="T6" fmla="*/ 2276 w 747"/>
                <a:gd name="T7" fmla="*/ 1386 h 748"/>
                <a:gd name="T8" fmla="*/ 1137 w 747"/>
                <a:gd name="T9" fmla="*/ 0 h 748"/>
                <a:gd name="T10" fmla="*/ 1421 w 747"/>
                <a:gd name="T11" fmla="*/ 507 h 748"/>
                <a:gd name="T12" fmla="*/ 1759 w 747"/>
                <a:gd name="T13" fmla="*/ 814 h 748"/>
                <a:gd name="T14" fmla="*/ 1859 w 747"/>
                <a:gd name="T15" fmla="*/ 1029 h 748"/>
                <a:gd name="T16" fmla="*/ 1889 w 747"/>
                <a:gd name="T17" fmla="*/ 1151 h 748"/>
                <a:gd name="T18" fmla="*/ 1421 w 747"/>
                <a:gd name="T19" fmla="*/ 507 h 7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7" h="748">
                  <a:moveTo>
                    <a:pt x="373" y="0"/>
                  </a:moveTo>
                  <a:cubicBezTo>
                    <a:pt x="167" y="0"/>
                    <a:pt x="0" y="167"/>
                    <a:pt x="0" y="374"/>
                  </a:cubicBezTo>
                  <a:cubicBezTo>
                    <a:pt x="0" y="580"/>
                    <a:pt x="167" y="748"/>
                    <a:pt x="373" y="748"/>
                  </a:cubicBezTo>
                  <a:cubicBezTo>
                    <a:pt x="580" y="748"/>
                    <a:pt x="747" y="580"/>
                    <a:pt x="747" y="374"/>
                  </a:cubicBezTo>
                  <a:cubicBezTo>
                    <a:pt x="747" y="167"/>
                    <a:pt x="580" y="0"/>
                    <a:pt x="373" y="0"/>
                  </a:cubicBezTo>
                  <a:close/>
                  <a:moveTo>
                    <a:pt x="466" y="137"/>
                  </a:moveTo>
                  <a:cubicBezTo>
                    <a:pt x="508" y="153"/>
                    <a:pt x="547" y="181"/>
                    <a:pt x="577" y="220"/>
                  </a:cubicBezTo>
                  <a:cubicBezTo>
                    <a:pt x="591" y="238"/>
                    <a:pt x="602" y="258"/>
                    <a:pt x="610" y="278"/>
                  </a:cubicBezTo>
                  <a:cubicBezTo>
                    <a:pt x="614" y="288"/>
                    <a:pt x="618" y="299"/>
                    <a:pt x="620" y="311"/>
                  </a:cubicBezTo>
                  <a:cubicBezTo>
                    <a:pt x="542" y="285"/>
                    <a:pt x="483" y="219"/>
                    <a:pt x="466" y="137"/>
                  </a:cubicBezTo>
                  <a:close/>
                </a:path>
              </a:pathLst>
            </a:custGeom>
            <a:solidFill>
              <a:srgbClr val="EE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86" name="Freeform 4363">
              <a:extLst>
                <a:ext uri="{FF2B5EF4-FFF2-40B4-BE49-F238E27FC236}">
                  <a16:creationId xmlns:a16="http://schemas.microsoft.com/office/drawing/2014/main" id="{C52FB135-75CE-4DF3-BF26-67D1FF54F7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40" y="2914"/>
              <a:ext cx="1006" cy="1073"/>
            </a:xfrm>
            <a:custGeom>
              <a:avLst/>
              <a:gdLst>
                <a:gd name="T0" fmla="*/ 1057 w 694"/>
                <a:gd name="T1" fmla="*/ 0 h 694"/>
                <a:gd name="T2" fmla="*/ 0 w 694"/>
                <a:gd name="T3" fmla="*/ 1283 h 694"/>
                <a:gd name="T4" fmla="*/ 1057 w 694"/>
                <a:gd name="T5" fmla="*/ 2565 h 694"/>
                <a:gd name="T6" fmla="*/ 2113 w 694"/>
                <a:gd name="T7" fmla="*/ 1283 h 694"/>
                <a:gd name="T8" fmla="*/ 1057 w 694"/>
                <a:gd name="T9" fmla="*/ 0 h 694"/>
                <a:gd name="T10" fmla="*/ 1341 w 694"/>
                <a:gd name="T11" fmla="*/ 407 h 694"/>
                <a:gd name="T12" fmla="*/ 1679 w 694"/>
                <a:gd name="T13" fmla="*/ 713 h 694"/>
                <a:gd name="T14" fmla="*/ 1780 w 694"/>
                <a:gd name="T15" fmla="*/ 928 h 694"/>
                <a:gd name="T16" fmla="*/ 1809 w 694"/>
                <a:gd name="T17" fmla="*/ 1050 h 694"/>
                <a:gd name="T18" fmla="*/ 1341 w 694"/>
                <a:gd name="T19" fmla="*/ 407 h 6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4" h="694">
                  <a:moveTo>
                    <a:pt x="347" y="0"/>
                  </a:moveTo>
                  <a:cubicBezTo>
                    <a:pt x="156" y="0"/>
                    <a:pt x="0" y="155"/>
                    <a:pt x="0" y="347"/>
                  </a:cubicBezTo>
                  <a:cubicBezTo>
                    <a:pt x="0" y="538"/>
                    <a:pt x="156" y="694"/>
                    <a:pt x="347" y="694"/>
                  </a:cubicBezTo>
                  <a:cubicBezTo>
                    <a:pt x="539" y="694"/>
                    <a:pt x="694" y="538"/>
                    <a:pt x="694" y="347"/>
                  </a:cubicBezTo>
                  <a:cubicBezTo>
                    <a:pt x="694" y="155"/>
                    <a:pt x="539" y="0"/>
                    <a:pt x="347" y="0"/>
                  </a:cubicBezTo>
                  <a:close/>
                  <a:moveTo>
                    <a:pt x="440" y="110"/>
                  </a:moveTo>
                  <a:cubicBezTo>
                    <a:pt x="482" y="126"/>
                    <a:pt x="521" y="154"/>
                    <a:pt x="551" y="193"/>
                  </a:cubicBezTo>
                  <a:cubicBezTo>
                    <a:pt x="565" y="211"/>
                    <a:pt x="576" y="231"/>
                    <a:pt x="584" y="251"/>
                  </a:cubicBezTo>
                  <a:cubicBezTo>
                    <a:pt x="588" y="261"/>
                    <a:pt x="592" y="272"/>
                    <a:pt x="594" y="284"/>
                  </a:cubicBezTo>
                  <a:cubicBezTo>
                    <a:pt x="516" y="258"/>
                    <a:pt x="457" y="192"/>
                    <a:pt x="440" y="110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87" name="Freeform 4364">
              <a:extLst>
                <a:ext uri="{FF2B5EF4-FFF2-40B4-BE49-F238E27FC236}">
                  <a16:creationId xmlns:a16="http://schemas.microsoft.com/office/drawing/2014/main" id="{1728427D-1F28-4A0A-BABD-1AB910F40B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5" y="2980"/>
              <a:ext cx="889" cy="951"/>
            </a:xfrm>
            <a:custGeom>
              <a:avLst/>
              <a:gdLst>
                <a:gd name="T0" fmla="*/ 943 w 613"/>
                <a:gd name="T1" fmla="*/ 0 h 615"/>
                <a:gd name="T2" fmla="*/ 19 w 613"/>
                <a:gd name="T3" fmla="*/ 1124 h 615"/>
                <a:gd name="T4" fmla="*/ 15 w 613"/>
                <a:gd name="T5" fmla="*/ 1389 h 615"/>
                <a:gd name="T6" fmla="*/ 97 w 613"/>
                <a:gd name="T7" fmla="*/ 1579 h 615"/>
                <a:gd name="T8" fmla="*/ 154 w 613"/>
                <a:gd name="T9" fmla="*/ 1760 h 615"/>
                <a:gd name="T10" fmla="*/ 270 w 613"/>
                <a:gd name="T11" fmla="*/ 1894 h 615"/>
                <a:gd name="T12" fmla="*/ 458 w 613"/>
                <a:gd name="T13" fmla="*/ 2118 h 615"/>
                <a:gd name="T14" fmla="*/ 671 w 613"/>
                <a:gd name="T15" fmla="*/ 2197 h 615"/>
                <a:gd name="T16" fmla="*/ 808 w 613"/>
                <a:gd name="T17" fmla="*/ 2267 h 615"/>
                <a:gd name="T18" fmla="*/ 943 w 613"/>
                <a:gd name="T19" fmla="*/ 2245 h 615"/>
                <a:gd name="T20" fmla="*/ 1112 w 613"/>
                <a:gd name="T21" fmla="*/ 2248 h 615"/>
                <a:gd name="T22" fmla="*/ 1289 w 613"/>
                <a:gd name="T23" fmla="*/ 2163 h 615"/>
                <a:gd name="T24" fmla="*/ 1443 w 613"/>
                <a:gd name="T25" fmla="*/ 2117 h 615"/>
                <a:gd name="T26" fmla="*/ 1552 w 613"/>
                <a:gd name="T27" fmla="*/ 1968 h 615"/>
                <a:gd name="T28" fmla="*/ 1681 w 613"/>
                <a:gd name="T29" fmla="*/ 1856 h 615"/>
                <a:gd name="T30" fmla="*/ 1746 w 613"/>
                <a:gd name="T31" fmla="*/ 1686 h 615"/>
                <a:gd name="T32" fmla="*/ 1827 w 613"/>
                <a:gd name="T33" fmla="*/ 1523 h 615"/>
                <a:gd name="T34" fmla="*/ 1855 w 613"/>
                <a:gd name="T35" fmla="*/ 1325 h 615"/>
                <a:gd name="T36" fmla="*/ 1869 w 613"/>
                <a:gd name="T37" fmla="*/ 1124 h 615"/>
                <a:gd name="T38" fmla="*/ 943 w 613"/>
                <a:gd name="T39" fmla="*/ 0 h 615"/>
                <a:gd name="T40" fmla="*/ 1225 w 613"/>
                <a:gd name="T41" fmla="*/ 249 h 615"/>
                <a:gd name="T42" fmla="*/ 1565 w 613"/>
                <a:gd name="T43" fmla="*/ 555 h 615"/>
                <a:gd name="T44" fmla="*/ 1666 w 613"/>
                <a:gd name="T45" fmla="*/ 770 h 615"/>
                <a:gd name="T46" fmla="*/ 1695 w 613"/>
                <a:gd name="T47" fmla="*/ 892 h 615"/>
                <a:gd name="T48" fmla="*/ 1225 w 613"/>
                <a:gd name="T49" fmla="*/ 249 h 6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3" h="615">
                  <a:moveTo>
                    <a:pt x="309" y="0"/>
                  </a:moveTo>
                  <a:cubicBezTo>
                    <a:pt x="142" y="0"/>
                    <a:pt x="6" y="136"/>
                    <a:pt x="6" y="304"/>
                  </a:cubicBezTo>
                  <a:cubicBezTo>
                    <a:pt x="6" y="326"/>
                    <a:pt x="0" y="355"/>
                    <a:pt x="5" y="376"/>
                  </a:cubicBezTo>
                  <a:cubicBezTo>
                    <a:pt x="9" y="396"/>
                    <a:pt x="23" y="408"/>
                    <a:pt x="32" y="427"/>
                  </a:cubicBezTo>
                  <a:cubicBezTo>
                    <a:pt x="39" y="442"/>
                    <a:pt x="41" y="462"/>
                    <a:pt x="50" y="476"/>
                  </a:cubicBezTo>
                  <a:cubicBezTo>
                    <a:pt x="60" y="490"/>
                    <a:pt x="77" y="499"/>
                    <a:pt x="88" y="512"/>
                  </a:cubicBezTo>
                  <a:cubicBezTo>
                    <a:pt x="107" y="531"/>
                    <a:pt x="127" y="559"/>
                    <a:pt x="150" y="573"/>
                  </a:cubicBezTo>
                  <a:cubicBezTo>
                    <a:pt x="172" y="586"/>
                    <a:pt x="195" y="586"/>
                    <a:pt x="220" y="594"/>
                  </a:cubicBezTo>
                  <a:cubicBezTo>
                    <a:pt x="234" y="598"/>
                    <a:pt x="249" y="611"/>
                    <a:pt x="265" y="613"/>
                  </a:cubicBezTo>
                  <a:cubicBezTo>
                    <a:pt x="279" y="615"/>
                    <a:pt x="294" y="607"/>
                    <a:pt x="309" y="607"/>
                  </a:cubicBezTo>
                  <a:cubicBezTo>
                    <a:pt x="327" y="607"/>
                    <a:pt x="348" y="611"/>
                    <a:pt x="365" y="608"/>
                  </a:cubicBezTo>
                  <a:cubicBezTo>
                    <a:pt x="386" y="604"/>
                    <a:pt x="403" y="593"/>
                    <a:pt x="423" y="585"/>
                  </a:cubicBezTo>
                  <a:cubicBezTo>
                    <a:pt x="437" y="580"/>
                    <a:pt x="459" y="580"/>
                    <a:pt x="473" y="572"/>
                  </a:cubicBezTo>
                  <a:cubicBezTo>
                    <a:pt x="488" y="562"/>
                    <a:pt x="495" y="544"/>
                    <a:pt x="509" y="532"/>
                  </a:cubicBezTo>
                  <a:cubicBezTo>
                    <a:pt x="521" y="522"/>
                    <a:pt x="541" y="515"/>
                    <a:pt x="551" y="502"/>
                  </a:cubicBezTo>
                  <a:cubicBezTo>
                    <a:pt x="562" y="489"/>
                    <a:pt x="564" y="471"/>
                    <a:pt x="572" y="456"/>
                  </a:cubicBezTo>
                  <a:cubicBezTo>
                    <a:pt x="580" y="441"/>
                    <a:pt x="593" y="427"/>
                    <a:pt x="599" y="412"/>
                  </a:cubicBezTo>
                  <a:cubicBezTo>
                    <a:pt x="606" y="395"/>
                    <a:pt x="605" y="376"/>
                    <a:pt x="608" y="358"/>
                  </a:cubicBezTo>
                  <a:cubicBezTo>
                    <a:pt x="611" y="340"/>
                    <a:pt x="613" y="322"/>
                    <a:pt x="613" y="304"/>
                  </a:cubicBezTo>
                  <a:cubicBezTo>
                    <a:pt x="613" y="136"/>
                    <a:pt x="477" y="0"/>
                    <a:pt x="309" y="0"/>
                  </a:cubicBezTo>
                  <a:close/>
                  <a:moveTo>
                    <a:pt x="402" y="67"/>
                  </a:moveTo>
                  <a:cubicBezTo>
                    <a:pt x="444" y="83"/>
                    <a:pt x="483" y="111"/>
                    <a:pt x="513" y="150"/>
                  </a:cubicBezTo>
                  <a:cubicBezTo>
                    <a:pt x="527" y="168"/>
                    <a:pt x="538" y="188"/>
                    <a:pt x="546" y="208"/>
                  </a:cubicBezTo>
                  <a:cubicBezTo>
                    <a:pt x="550" y="218"/>
                    <a:pt x="554" y="229"/>
                    <a:pt x="556" y="241"/>
                  </a:cubicBezTo>
                  <a:cubicBezTo>
                    <a:pt x="478" y="215"/>
                    <a:pt x="419" y="149"/>
                    <a:pt x="402" y="67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88" name="Freeform 4365">
              <a:extLst>
                <a:ext uri="{FF2B5EF4-FFF2-40B4-BE49-F238E27FC236}">
                  <a16:creationId xmlns:a16="http://schemas.microsoft.com/office/drawing/2014/main" id="{AE878410-2212-4E02-B8ED-6477C9734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536"/>
              <a:ext cx="328" cy="354"/>
            </a:xfrm>
            <a:custGeom>
              <a:avLst/>
              <a:gdLst>
                <a:gd name="T0" fmla="*/ 163 w 226"/>
                <a:gd name="T1" fmla="*/ 779 h 229"/>
                <a:gd name="T2" fmla="*/ 337 w 226"/>
                <a:gd name="T3" fmla="*/ 683 h 229"/>
                <a:gd name="T4" fmla="*/ 409 w 226"/>
                <a:gd name="T5" fmla="*/ 591 h 229"/>
                <a:gd name="T6" fmla="*/ 486 w 226"/>
                <a:gd name="T7" fmla="*/ 533 h 229"/>
                <a:gd name="T8" fmla="*/ 588 w 226"/>
                <a:gd name="T9" fmla="*/ 306 h 229"/>
                <a:gd name="T10" fmla="*/ 682 w 226"/>
                <a:gd name="T11" fmla="*/ 0 h 229"/>
                <a:gd name="T12" fmla="*/ 617 w 226"/>
                <a:gd name="T13" fmla="*/ 207 h 229"/>
                <a:gd name="T14" fmla="*/ 508 w 226"/>
                <a:gd name="T15" fmla="*/ 320 h 229"/>
                <a:gd name="T16" fmla="*/ 489 w 226"/>
                <a:gd name="T17" fmla="*/ 413 h 229"/>
                <a:gd name="T18" fmla="*/ 447 w 226"/>
                <a:gd name="T19" fmla="*/ 481 h 229"/>
                <a:gd name="T20" fmla="*/ 373 w 226"/>
                <a:gd name="T21" fmla="*/ 566 h 229"/>
                <a:gd name="T22" fmla="*/ 251 w 226"/>
                <a:gd name="T23" fmla="*/ 657 h 229"/>
                <a:gd name="T24" fmla="*/ 238 w 226"/>
                <a:gd name="T25" fmla="*/ 719 h 229"/>
                <a:gd name="T26" fmla="*/ 135 w 226"/>
                <a:gd name="T27" fmla="*/ 744 h 229"/>
                <a:gd name="T28" fmla="*/ 0 w 226"/>
                <a:gd name="T29" fmla="*/ 846 h 229"/>
                <a:gd name="T30" fmla="*/ 144 w 226"/>
                <a:gd name="T31" fmla="*/ 784 h 2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6" h="229">
                  <a:moveTo>
                    <a:pt x="53" y="211"/>
                  </a:moveTo>
                  <a:cubicBezTo>
                    <a:pt x="78" y="211"/>
                    <a:pt x="94" y="205"/>
                    <a:pt x="110" y="185"/>
                  </a:cubicBezTo>
                  <a:cubicBezTo>
                    <a:pt x="118" y="176"/>
                    <a:pt x="123" y="167"/>
                    <a:pt x="134" y="160"/>
                  </a:cubicBezTo>
                  <a:cubicBezTo>
                    <a:pt x="143" y="155"/>
                    <a:pt x="152" y="151"/>
                    <a:pt x="159" y="144"/>
                  </a:cubicBezTo>
                  <a:cubicBezTo>
                    <a:pt x="177" y="128"/>
                    <a:pt x="178" y="102"/>
                    <a:pt x="192" y="83"/>
                  </a:cubicBezTo>
                  <a:cubicBezTo>
                    <a:pt x="209" y="57"/>
                    <a:pt x="226" y="34"/>
                    <a:pt x="223" y="0"/>
                  </a:cubicBezTo>
                  <a:cubicBezTo>
                    <a:pt x="219" y="21"/>
                    <a:pt x="216" y="40"/>
                    <a:pt x="202" y="56"/>
                  </a:cubicBezTo>
                  <a:cubicBezTo>
                    <a:pt x="192" y="68"/>
                    <a:pt x="174" y="73"/>
                    <a:pt x="166" y="87"/>
                  </a:cubicBezTo>
                  <a:cubicBezTo>
                    <a:pt x="161" y="95"/>
                    <a:pt x="163" y="104"/>
                    <a:pt x="160" y="112"/>
                  </a:cubicBezTo>
                  <a:cubicBezTo>
                    <a:pt x="156" y="119"/>
                    <a:pt x="149" y="123"/>
                    <a:pt x="146" y="130"/>
                  </a:cubicBezTo>
                  <a:cubicBezTo>
                    <a:pt x="164" y="143"/>
                    <a:pt x="130" y="150"/>
                    <a:pt x="122" y="153"/>
                  </a:cubicBezTo>
                  <a:cubicBezTo>
                    <a:pt x="107" y="158"/>
                    <a:pt x="97" y="175"/>
                    <a:pt x="82" y="178"/>
                  </a:cubicBezTo>
                  <a:cubicBezTo>
                    <a:pt x="82" y="186"/>
                    <a:pt x="84" y="190"/>
                    <a:pt x="78" y="195"/>
                  </a:cubicBezTo>
                  <a:cubicBezTo>
                    <a:pt x="71" y="200"/>
                    <a:pt x="53" y="200"/>
                    <a:pt x="44" y="201"/>
                  </a:cubicBezTo>
                  <a:cubicBezTo>
                    <a:pt x="23" y="205"/>
                    <a:pt x="17" y="217"/>
                    <a:pt x="0" y="229"/>
                  </a:cubicBezTo>
                  <a:cubicBezTo>
                    <a:pt x="12" y="214"/>
                    <a:pt x="31" y="216"/>
                    <a:pt x="47" y="212"/>
                  </a:cubicBezTo>
                </a:path>
              </a:pathLst>
            </a:custGeom>
            <a:solidFill>
              <a:srgbClr val="FDC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89" name="Freeform 4366">
              <a:extLst>
                <a:ext uri="{FF2B5EF4-FFF2-40B4-BE49-F238E27FC236}">
                  <a16:creationId xmlns:a16="http://schemas.microsoft.com/office/drawing/2014/main" id="{16C413F1-BB86-4595-A4C9-CD2E550104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5" y="2963"/>
              <a:ext cx="833" cy="721"/>
            </a:xfrm>
            <a:custGeom>
              <a:avLst/>
              <a:gdLst>
                <a:gd name="T0" fmla="*/ 1672 w 574"/>
                <a:gd name="T1" fmla="*/ 791 h 466"/>
                <a:gd name="T2" fmla="*/ 1559 w 574"/>
                <a:gd name="T3" fmla="*/ 543 h 466"/>
                <a:gd name="T4" fmla="*/ 364 w 574"/>
                <a:gd name="T5" fmla="*/ 345 h 466"/>
                <a:gd name="T6" fmla="*/ 107 w 574"/>
                <a:gd name="T7" fmla="*/ 726 h 466"/>
                <a:gd name="T8" fmla="*/ 219 w 574"/>
                <a:gd name="T9" fmla="*/ 1298 h 466"/>
                <a:gd name="T10" fmla="*/ 257 w 574"/>
                <a:gd name="T11" fmla="*/ 1321 h 466"/>
                <a:gd name="T12" fmla="*/ 271 w 574"/>
                <a:gd name="T13" fmla="*/ 1352 h 466"/>
                <a:gd name="T14" fmla="*/ 312 w 574"/>
                <a:gd name="T15" fmla="*/ 1509 h 466"/>
                <a:gd name="T16" fmla="*/ 332 w 574"/>
                <a:gd name="T17" fmla="*/ 1536 h 466"/>
                <a:gd name="T18" fmla="*/ 482 w 574"/>
                <a:gd name="T19" fmla="*/ 1570 h 466"/>
                <a:gd name="T20" fmla="*/ 533 w 574"/>
                <a:gd name="T21" fmla="*/ 1570 h 466"/>
                <a:gd name="T22" fmla="*/ 550 w 574"/>
                <a:gd name="T23" fmla="*/ 1589 h 466"/>
                <a:gd name="T24" fmla="*/ 562 w 574"/>
                <a:gd name="T25" fmla="*/ 1611 h 466"/>
                <a:gd name="T26" fmla="*/ 583 w 574"/>
                <a:gd name="T27" fmla="*/ 1649 h 466"/>
                <a:gd name="T28" fmla="*/ 731 w 574"/>
                <a:gd name="T29" fmla="*/ 1719 h 466"/>
                <a:gd name="T30" fmla="*/ 832 w 574"/>
                <a:gd name="T31" fmla="*/ 1645 h 466"/>
                <a:gd name="T32" fmla="*/ 888 w 574"/>
                <a:gd name="T33" fmla="*/ 1671 h 466"/>
                <a:gd name="T34" fmla="*/ 1088 w 574"/>
                <a:gd name="T35" fmla="*/ 1671 h 466"/>
                <a:gd name="T36" fmla="*/ 1157 w 574"/>
                <a:gd name="T37" fmla="*/ 1530 h 466"/>
                <a:gd name="T38" fmla="*/ 1180 w 574"/>
                <a:gd name="T39" fmla="*/ 1453 h 466"/>
                <a:gd name="T40" fmla="*/ 1238 w 574"/>
                <a:gd name="T41" fmla="*/ 1448 h 466"/>
                <a:gd name="T42" fmla="*/ 1395 w 574"/>
                <a:gd name="T43" fmla="*/ 1278 h 466"/>
                <a:gd name="T44" fmla="*/ 1411 w 574"/>
                <a:gd name="T45" fmla="*/ 1230 h 466"/>
                <a:gd name="T46" fmla="*/ 1502 w 574"/>
                <a:gd name="T47" fmla="*/ 1247 h 466"/>
                <a:gd name="T48" fmla="*/ 1625 w 574"/>
                <a:gd name="T49" fmla="*/ 1266 h 466"/>
                <a:gd name="T50" fmla="*/ 1672 w 574"/>
                <a:gd name="T51" fmla="*/ 791 h 466"/>
                <a:gd name="T52" fmla="*/ 1165 w 574"/>
                <a:gd name="T53" fmla="*/ 289 h 466"/>
                <a:gd name="T54" fmla="*/ 1503 w 574"/>
                <a:gd name="T55" fmla="*/ 596 h 466"/>
                <a:gd name="T56" fmla="*/ 1605 w 574"/>
                <a:gd name="T57" fmla="*/ 812 h 466"/>
                <a:gd name="T58" fmla="*/ 1634 w 574"/>
                <a:gd name="T59" fmla="*/ 933 h 466"/>
                <a:gd name="T60" fmla="*/ 1165 w 574"/>
                <a:gd name="T61" fmla="*/ 289 h 46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74" h="466">
                  <a:moveTo>
                    <a:pt x="547" y="213"/>
                  </a:moveTo>
                  <a:cubicBezTo>
                    <a:pt x="538" y="190"/>
                    <a:pt x="526" y="167"/>
                    <a:pt x="510" y="147"/>
                  </a:cubicBezTo>
                  <a:cubicBezTo>
                    <a:pt x="417" y="24"/>
                    <a:pt x="242" y="0"/>
                    <a:pt x="119" y="93"/>
                  </a:cubicBezTo>
                  <a:cubicBezTo>
                    <a:pt x="82" y="121"/>
                    <a:pt x="54" y="156"/>
                    <a:pt x="35" y="196"/>
                  </a:cubicBezTo>
                  <a:cubicBezTo>
                    <a:pt x="0" y="274"/>
                    <a:pt x="47" y="330"/>
                    <a:pt x="72" y="350"/>
                  </a:cubicBezTo>
                  <a:cubicBezTo>
                    <a:pt x="79" y="355"/>
                    <a:pt x="83" y="357"/>
                    <a:pt x="84" y="357"/>
                  </a:cubicBezTo>
                  <a:cubicBezTo>
                    <a:pt x="86" y="359"/>
                    <a:pt x="89" y="361"/>
                    <a:pt x="89" y="365"/>
                  </a:cubicBezTo>
                  <a:cubicBezTo>
                    <a:pt x="90" y="377"/>
                    <a:pt x="92" y="393"/>
                    <a:pt x="102" y="407"/>
                  </a:cubicBezTo>
                  <a:cubicBezTo>
                    <a:pt x="104" y="410"/>
                    <a:pt x="107" y="413"/>
                    <a:pt x="109" y="415"/>
                  </a:cubicBezTo>
                  <a:cubicBezTo>
                    <a:pt x="126" y="430"/>
                    <a:pt x="145" y="427"/>
                    <a:pt x="158" y="424"/>
                  </a:cubicBezTo>
                  <a:cubicBezTo>
                    <a:pt x="166" y="423"/>
                    <a:pt x="171" y="422"/>
                    <a:pt x="174" y="424"/>
                  </a:cubicBezTo>
                  <a:cubicBezTo>
                    <a:pt x="177" y="425"/>
                    <a:pt x="178" y="426"/>
                    <a:pt x="180" y="429"/>
                  </a:cubicBezTo>
                  <a:cubicBezTo>
                    <a:pt x="181" y="430"/>
                    <a:pt x="183" y="432"/>
                    <a:pt x="184" y="435"/>
                  </a:cubicBezTo>
                  <a:cubicBezTo>
                    <a:pt x="186" y="438"/>
                    <a:pt x="188" y="441"/>
                    <a:pt x="191" y="445"/>
                  </a:cubicBezTo>
                  <a:cubicBezTo>
                    <a:pt x="199" y="455"/>
                    <a:pt x="212" y="466"/>
                    <a:pt x="239" y="464"/>
                  </a:cubicBezTo>
                  <a:cubicBezTo>
                    <a:pt x="254" y="463"/>
                    <a:pt x="264" y="452"/>
                    <a:pt x="272" y="444"/>
                  </a:cubicBezTo>
                  <a:cubicBezTo>
                    <a:pt x="279" y="436"/>
                    <a:pt x="286" y="447"/>
                    <a:pt x="291" y="451"/>
                  </a:cubicBezTo>
                  <a:cubicBezTo>
                    <a:pt x="312" y="466"/>
                    <a:pt x="335" y="466"/>
                    <a:pt x="356" y="451"/>
                  </a:cubicBezTo>
                  <a:cubicBezTo>
                    <a:pt x="375" y="438"/>
                    <a:pt x="377" y="425"/>
                    <a:pt x="378" y="413"/>
                  </a:cubicBezTo>
                  <a:cubicBezTo>
                    <a:pt x="379" y="409"/>
                    <a:pt x="381" y="396"/>
                    <a:pt x="386" y="392"/>
                  </a:cubicBezTo>
                  <a:cubicBezTo>
                    <a:pt x="391" y="389"/>
                    <a:pt x="402" y="392"/>
                    <a:pt x="405" y="391"/>
                  </a:cubicBezTo>
                  <a:cubicBezTo>
                    <a:pt x="448" y="386"/>
                    <a:pt x="454" y="360"/>
                    <a:pt x="456" y="345"/>
                  </a:cubicBezTo>
                  <a:cubicBezTo>
                    <a:pt x="458" y="336"/>
                    <a:pt x="459" y="335"/>
                    <a:pt x="462" y="332"/>
                  </a:cubicBezTo>
                  <a:cubicBezTo>
                    <a:pt x="468" y="329"/>
                    <a:pt x="477" y="330"/>
                    <a:pt x="491" y="337"/>
                  </a:cubicBezTo>
                  <a:cubicBezTo>
                    <a:pt x="502" y="343"/>
                    <a:pt x="515" y="350"/>
                    <a:pt x="532" y="342"/>
                  </a:cubicBezTo>
                  <a:cubicBezTo>
                    <a:pt x="574" y="323"/>
                    <a:pt x="559" y="240"/>
                    <a:pt x="547" y="213"/>
                  </a:cubicBezTo>
                  <a:close/>
                  <a:moveTo>
                    <a:pt x="381" y="78"/>
                  </a:moveTo>
                  <a:cubicBezTo>
                    <a:pt x="423" y="94"/>
                    <a:pt x="462" y="122"/>
                    <a:pt x="492" y="161"/>
                  </a:cubicBezTo>
                  <a:cubicBezTo>
                    <a:pt x="506" y="179"/>
                    <a:pt x="517" y="199"/>
                    <a:pt x="525" y="219"/>
                  </a:cubicBezTo>
                  <a:cubicBezTo>
                    <a:pt x="529" y="229"/>
                    <a:pt x="533" y="240"/>
                    <a:pt x="535" y="252"/>
                  </a:cubicBezTo>
                  <a:cubicBezTo>
                    <a:pt x="457" y="226"/>
                    <a:pt x="398" y="160"/>
                    <a:pt x="381" y="78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90" name="Freeform 4367">
              <a:extLst>
                <a:ext uri="{FF2B5EF4-FFF2-40B4-BE49-F238E27FC236}">
                  <a16:creationId xmlns:a16="http://schemas.microsoft.com/office/drawing/2014/main" id="{E10B3208-0C22-48F4-A19E-F13AB6EBF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3792"/>
              <a:ext cx="280" cy="121"/>
            </a:xfrm>
            <a:custGeom>
              <a:avLst/>
              <a:gdLst>
                <a:gd name="T0" fmla="*/ 0 w 193"/>
                <a:gd name="T1" fmla="*/ 0 h 78"/>
                <a:gd name="T2" fmla="*/ 257 w 193"/>
                <a:gd name="T3" fmla="*/ 191 h 78"/>
                <a:gd name="T4" fmla="*/ 360 w 193"/>
                <a:gd name="T5" fmla="*/ 222 h 78"/>
                <a:gd name="T6" fmla="*/ 428 w 193"/>
                <a:gd name="T7" fmla="*/ 262 h 78"/>
                <a:gd name="T8" fmla="*/ 589 w 193"/>
                <a:gd name="T9" fmla="*/ 244 h 78"/>
                <a:gd name="T10" fmla="*/ 492 w 193"/>
                <a:gd name="T11" fmla="*/ 222 h 78"/>
                <a:gd name="T12" fmla="*/ 470 w 193"/>
                <a:gd name="T13" fmla="*/ 188 h 78"/>
                <a:gd name="T14" fmla="*/ 421 w 193"/>
                <a:gd name="T15" fmla="*/ 197 h 78"/>
                <a:gd name="T16" fmla="*/ 331 w 193"/>
                <a:gd name="T17" fmla="*/ 137 h 78"/>
                <a:gd name="T18" fmla="*/ 263 w 193"/>
                <a:gd name="T19" fmla="*/ 8 h 78"/>
                <a:gd name="T20" fmla="*/ 219 w 193"/>
                <a:gd name="T21" fmla="*/ 56 h 78"/>
                <a:gd name="T22" fmla="*/ 154 w 193"/>
                <a:gd name="T23" fmla="*/ 56 h 78"/>
                <a:gd name="T24" fmla="*/ 97 w 193"/>
                <a:gd name="T25" fmla="*/ 104 h 78"/>
                <a:gd name="T26" fmla="*/ 67 w 193"/>
                <a:gd name="T27" fmla="*/ 40 h 78"/>
                <a:gd name="T28" fmla="*/ 32 w 193"/>
                <a:gd name="T29" fmla="*/ 12 h 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3" h="78">
                  <a:moveTo>
                    <a:pt x="0" y="0"/>
                  </a:moveTo>
                  <a:cubicBezTo>
                    <a:pt x="23" y="31"/>
                    <a:pt x="48" y="45"/>
                    <a:pt x="84" y="51"/>
                  </a:cubicBezTo>
                  <a:cubicBezTo>
                    <a:pt x="97" y="53"/>
                    <a:pt x="107" y="54"/>
                    <a:pt x="118" y="59"/>
                  </a:cubicBezTo>
                  <a:cubicBezTo>
                    <a:pt x="126" y="63"/>
                    <a:pt x="133" y="67"/>
                    <a:pt x="140" y="70"/>
                  </a:cubicBezTo>
                  <a:cubicBezTo>
                    <a:pt x="159" y="78"/>
                    <a:pt x="177" y="77"/>
                    <a:pt x="193" y="65"/>
                  </a:cubicBezTo>
                  <a:cubicBezTo>
                    <a:pt x="179" y="67"/>
                    <a:pt x="170" y="72"/>
                    <a:pt x="161" y="59"/>
                  </a:cubicBezTo>
                  <a:cubicBezTo>
                    <a:pt x="158" y="54"/>
                    <a:pt x="161" y="51"/>
                    <a:pt x="154" y="50"/>
                  </a:cubicBezTo>
                  <a:cubicBezTo>
                    <a:pt x="150" y="49"/>
                    <a:pt x="143" y="53"/>
                    <a:pt x="138" y="53"/>
                  </a:cubicBezTo>
                  <a:cubicBezTo>
                    <a:pt x="126" y="51"/>
                    <a:pt x="116" y="44"/>
                    <a:pt x="108" y="37"/>
                  </a:cubicBezTo>
                  <a:cubicBezTo>
                    <a:pt x="95" y="27"/>
                    <a:pt x="95" y="13"/>
                    <a:pt x="86" y="2"/>
                  </a:cubicBezTo>
                  <a:cubicBezTo>
                    <a:pt x="81" y="5"/>
                    <a:pt x="78" y="12"/>
                    <a:pt x="72" y="15"/>
                  </a:cubicBezTo>
                  <a:cubicBezTo>
                    <a:pt x="62" y="22"/>
                    <a:pt x="59" y="19"/>
                    <a:pt x="50" y="15"/>
                  </a:cubicBezTo>
                  <a:cubicBezTo>
                    <a:pt x="35" y="9"/>
                    <a:pt x="39" y="18"/>
                    <a:pt x="32" y="28"/>
                  </a:cubicBezTo>
                  <a:cubicBezTo>
                    <a:pt x="26" y="24"/>
                    <a:pt x="26" y="16"/>
                    <a:pt x="22" y="11"/>
                  </a:cubicBezTo>
                  <a:cubicBezTo>
                    <a:pt x="19" y="7"/>
                    <a:pt x="13" y="6"/>
                    <a:pt x="10" y="3"/>
                  </a:cubicBezTo>
                </a:path>
              </a:pathLst>
            </a:custGeom>
            <a:solidFill>
              <a:srgbClr val="FDC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91" name="Freeform 4368">
              <a:extLst>
                <a:ext uri="{FF2B5EF4-FFF2-40B4-BE49-F238E27FC236}">
                  <a16:creationId xmlns:a16="http://schemas.microsoft.com/office/drawing/2014/main" id="{60290CF3-BD40-491C-8293-1A126973B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548"/>
              <a:ext cx="284" cy="175"/>
            </a:xfrm>
            <a:custGeom>
              <a:avLst/>
              <a:gdLst>
                <a:gd name="T0" fmla="*/ 0 w 196"/>
                <a:gd name="T1" fmla="*/ 338 h 113"/>
                <a:gd name="T2" fmla="*/ 62 w 196"/>
                <a:gd name="T3" fmla="*/ 297 h 113"/>
                <a:gd name="T4" fmla="*/ 149 w 196"/>
                <a:gd name="T5" fmla="*/ 341 h 113"/>
                <a:gd name="T6" fmla="*/ 371 w 196"/>
                <a:gd name="T7" fmla="*/ 268 h 113"/>
                <a:gd name="T8" fmla="*/ 435 w 196"/>
                <a:gd name="T9" fmla="*/ 96 h 113"/>
                <a:gd name="T10" fmla="*/ 523 w 196"/>
                <a:gd name="T11" fmla="*/ 82 h 113"/>
                <a:gd name="T12" fmla="*/ 597 w 196"/>
                <a:gd name="T13" fmla="*/ 0 h 113"/>
                <a:gd name="T14" fmla="*/ 533 w 196"/>
                <a:gd name="T15" fmla="*/ 127 h 113"/>
                <a:gd name="T16" fmla="*/ 454 w 196"/>
                <a:gd name="T17" fmla="*/ 175 h 113"/>
                <a:gd name="T18" fmla="*/ 323 w 196"/>
                <a:gd name="T19" fmla="*/ 379 h 113"/>
                <a:gd name="T20" fmla="*/ 141 w 196"/>
                <a:gd name="T21" fmla="*/ 386 h 113"/>
                <a:gd name="T22" fmla="*/ 29 w 196"/>
                <a:gd name="T23" fmla="*/ 327 h 1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6" h="113">
                  <a:moveTo>
                    <a:pt x="0" y="91"/>
                  </a:moveTo>
                  <a:cubicBezTo>
                    <a:pt x="8" y="86"/>
                    <a:pt x="12" y="79"/>
                    <a:pt x="21" y="80"/>
                  </a:cubicBezTo>
                  <a:cubicBezTo>
                    <a:pt x="30" y="81"/>
                    <a:pt x="40" y="90"/>
                    <a:pt x="49" y="92"/>
                  </a:cubicBezTo>
                  <a:cubicBezTo>
                    <a:pt x="74" y="99"/>
                    <a:pt x="104" y="91"/>
                    <a:pt x="122" y="72"/>
                  </a:cubicBezTo>
                  <a:cubicBezTo>
                    <a:pt x="134" y="59"/>
                    <a:pt x="127" y="32"/>
                    <a:pt x="143" y="26"/>
                  </a:cubicBezTo>
                  <a:cubicBezTo>
                    <a:pt x="153" y="22"/>
                    <a:pt x="163" y="26"/>
                    <a:pt x="172" y="22"/>
                  </a:cubicBezTo>
                  <a:cubicBezTo>
                    <a:pt x="181" y="19"/>
                    <a:pt x="192" y="9"/>
                    <a:pt x="196" y="0"/>
                  </a:cubicBezTo>
                  <a:cubicBezTo>
                    <a:pt x="191" y="10"/>
                    <a:pt x="184" y="27"/>
                    <a:pt x="175" y="34"/>
                  </a:cubicBezTo>
                  <a:cubicBezTo>
                    <a:pt x="166" y="42"/>
                    <a:pt x="157" y="37"/>
                    <a:pt x="149" y="47"/>
                  </a:cubicBezTo>
                  <a:cubicBezTo>
                    <a:pt x="134" y="67"/>
                    <a:pt x="130" y="91"/>
                    <a:pt x="106" y="102"/>
                  </a:cubicBezTo>
                  <a:cubicBezTo>
                    <a:pt x="88" y="111"/>
                    <a:pt x="64" y="113"/>
                    <a:pt x="46" y="104"/>
                  </a:cubicBezTo>
                  <a:cubicBezTo>
                    <a:pt x="33" y="98"/>
                    <a:pt x="24" y="92"/>
                    <a:pt x="10" y="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92" name="Freeform 4369">
              <a:extLst>
                <a:ext uri="{FF2B5EF4-FFF2-40B4-BE49-F238E27FC236}">
                  <a16:creationId xmlns:a16="http://schemas.microsoft.com/office/drawing/2014/main" id="{58F96E01-81DA-4FDB-AAD8-72C1C9114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038"/>
              <a:ext cx="746" cy="614"/>
            </a:xfrm>
            <a:custGeom>
              <a:avLst/>
              <a:gdLst>
                <a:gd name="T0" fmla="*/ 1550 w 515"/>
                <a:gd name="T1" fmla="*/ 756 h 397"/>
                <a:gd name="T2" fmla="*/ 1082 w 515"/>
                <a:gd name="T3" fmla="*/ 110 h 397"/>
                <a:gd name="T4" fmla="*/ 332 w 515"/>
                <a:gd name="T5" fmla="*/ 244 h 397"/>
                <a:gd name="T6" fmla="*/ 90 w 515"/>
                <a:gd name="T7" fmla="*/ 588 h 397"/>
                <a:gd name="T8" fmla="*/ 184 w 515"/>
                <a:gd name="T9" fmla="*/ 1055 h 397"/>
                <a:gd name="T10" fmla="*/ 249 w 515"/>
                <a:gd name="T11" fmla="*/ 1110 h 397"/>
                <a:gd name="T12" fmla="*/ 300 w 515"/>
                <a:gd name="T13" fmla="*/ 1299 h 397"/>
                <a:gd name="T14" fmla="*/ 481 w 515"/>
                <a:gd name="T15" fmla="*/ 1318 h 397"/>
                <a:gd name="T16" fmla="*/ 645 w 515"/>
                <a:gd name="T17" fmla="*/ 1457 h 397"/>
                <a:gd name="T18" fmla="*/ 763 w 515"/>
                <a:gd name="T19" fmla="*/ 1358 h 397"/>
                <a:gd name="T20" fmla="*/ 847 w 515"/>
                <a:gd name="T21" fmla="*/ 1423 h 397"/>
                <a:gd name="T22" fmla="*/ 969 w 515"/>
                <a:gd name="T23" fmla="*/ 1423 h 397"/>
                <a:gd name="T24" fmla="*/ 1015 w 515"/>
                <a:gd name="T25" fmla="*/ 1287 h 397"/>
                <a:gd name="T26" fmla="*/ 1057 w 515"/>
                <a:gd name="T27" fmla="*/ 1211 h 397"/>
                <a:gd name="T28" fmla="*/ 1150 w 515"/>
                <a:gd name="T29" fmla="*/ 1186 h 397"/>
                <a:gd name="T30" fmla="*/ 1295 w 515"/>
                <a:gd name="T31" fmla="*/ 984 h 397"/>
                <a:gd name="T32" fmla="*/ 1520 w 515"/>
                <a:gd name="T33" fmla="*/ 999 h 397"/>
                <a:gd name="T34" fmla="*/ 1550 w 515"/>
                <a:gd name="T35" fmla="*/ 756 h 3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15" h="397">
                  <a:moveTo>
                    <a:pt x="510" y="204"/>
                  </a:moveTo>
                  <a:cubicBezTo>
                    <a:pt x="432" y="178"/>
                    <a:pt x="373" y="112"/>
                    <a:pt x="356" y="30"/>
                  </a:cubicBezTo>
                  <a:cubicBezTo>
                    <a:pt x="276" y="0"/>
                    <a:pt x="182" y="10"/>
                    <a:pt x="109" y="66"/>
                  </a:cubicBezTo>
                  <a:cubicBezTo>
                    <a:pt x="75" y="91"/>
                    <a:pt x="47" y="123"/>
                    <a:pt x="30" y="159"/>
                  </a:cubicBezTo>
                  <a:cubicBezTo>
                    <a:pt x="0" y="235"/>
                    <a:pt x="46" y="274"/>
                    <a:pt x="61" y="285"/>
                  </a:cubicBezTo>
                  <a:cubicBezTo>
                    <a:pt x="68" y="291"/>
                    <a:pt x="76" y="291"/>
                    <a:pt x="82" y="300"/>
                  </a:cubicBezTo>
                  <a:cubicBezTo>
                    <a:pt x="89" y="308"/>
                    <a:pt x="82" y="336"/>
                    <a:pt x="99" y="351"/>
                  </a:cubicBezTo>
                  <a:cubicBezTo>
                    <a:pt x="116" y="365"/>
                    <a:pt x="137" y="346"/>
                    <a:pt x="158" y="356"/>
                  </a:cubicBezTo>
                  <a:cubicBezTo>
                    <a:pt x="185" y="367"/>
                    <a:pt x="174" y="397"/>
                    <a:pt x="212" y="394"/>
                  </a:cubicBezTo>
                  <a:cubicBezTo>
                    <a:pt x="226" y="393"/>
                    <a:pt x="237" y="367"/>
                    <a:pt x="251" y="367"/>
                  </a:cubicBezTo>
                  <a:cubicBezTo>
                    <a:pt x="266" y="367"/>
                    <a:pt x="264" y="374"/>
                    <a:pt x="279" y="385"/>
                  </a:cubicBezTo>
                  <a:cubicBezTo>
                    <a:pt x="293" y="395"/>
                    <a:pt x="305" y="395"/>
                    <a:pt x="319" y="385"/>
                  </a:cubicBezTo>
                  <a:cubicBezTo>
                    <a:pt x="336" y="373"/>
                    <a:pt x="328" y="365"/>
                    <a:pt x="334" y="348"/>
                  </a:cubicBezTo>
                  <a:cubicBezTo>
                    <a:pt x="336" y="342"/>
                    <a:pt x="340" y="332"/>
                    <a:pt x="348" y="327"/>
                  </a:cubicBezTo>
                  <a:cubicBezTo>
                    <a:pt x="356" y="322"/>
                    <a:pt x="367" y="323"/>
                    <a:pt x="378" y="321"/>
                  </a:cubicBezTo>
                  <a:cubicBezTo>
                    <a:pt x="425" y="316"/>
                    <a:pt x="397" y="283"/>
                    <a:pt x="426" y="266"/>
                  </a:cubicBezTo>
                  <a:cubicBezTo>
                    <a:pt x="456" y="248"/>
                    <a:pt x="476" y="282"/>
                    <a:pt x="500" y="270"/>
                  </a:cubicBezTo>
                  <a:cubicBezTo>
                    <a:pt x="512" y="263"/>
                    <a:pt x="515" y="233"/>
                    <a:pt x="510" y="204"/>
                  </a:cubicBezTo>
                  <a:close/>
                </a:path>
              </a:pathLst>
            </a:custGeom>
            <a:solidFill>
              <a:srgbClr val="D2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93" name="Freeform 4370">
              <a:extLst>
                <a:ext uri="{FF2B5EF4-FFF2-40B4-BE49-F238E27FC236}">
                  <a16:creationId xmlns:a16="http://schemas.microsoft.com/office/drawing/2014/main" id="{4C912F04-1286-4D6B-8365-C90BFE099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038"/>
              <a:ext cx="688" cy="586"/>
            </a:xfrm>
            <a:custGeom>
              <a:avLst/>
              <a:gdLst>
                <a:gd name="T0" fmla="*/ 1434 w 474"/>
                <a:gd name="T1" fmla="*/ 691 h 379"/>
                <a:gd name="T2" fmla="*/ 1199 w 474"/>
                <a:gd name="T3" fmla="*/ 433 h 379"/>
                <a:gd name="T4" fmla="*/ 1199 w 474"/>
                <a:gd name="T5" fmla="*/ 445 h 379"/>
                <a:gd name="T6" fmla="*/ 1193 w 474"/>
                <a:gd name="T7" fmla="*/ 535 h 379"/>
                <a:gd name="T8" fmla="*/ 1078 w 474"/>
                <a:gd name="T9" fmla="*/ 635 h 379"/>
                <a:gd name="T10" fmla="*/ 994 w 474"/>
                <a:gd name="T11" fmla="*/ 688 h 379"/>
                <a:gd name="T12" fmla="*/ 901 w 474"/>
                <a:gd name="T13" fmla="*/ 704 h 379"/>
                <a:gd name="T14" fmla="*/ 779 w 474"/>
                <a:gd name="T15" fmla="*/ 739 h 379"/>
                <a:gd name="T16" fmla="*/ 682 w 474"/>
                <a:gd name="T17" fmla="*/ 736 h 379"/>
                <a:gd name="T18" fmla="*/ 554 w 474"/>
                <a:gd name="T19" fmla="*/ 779 h 379"/>
                <a:gd name="T20" fmla="*/ 434 w 474"/>
                <a:gd name="T21" fmla="*/ 818 h 379"/>
                <a:gd name="T22" fmla="*/ 382 w 474"/>
                <a:gd name="T23" fmla="*/ 540 h 379"/>
                <a:gd name="T24" fmla="*/ 1073 w 474"/>
                <a:gd name="T25" fmla="*/ 128 h 379"/>
                <a:gd name="T26" fmla="*/ 1086 w 474"/>
                <a:gd name="T27" fmla="*/ 127 h 379"/>
                <a:gd name="T28" fmla="*/ 1083 w 474"/>
                <a:gd name="T29" fmla="*/ 110 h 379"/>
                <a:gd name="T30" fmla="*/ 327 w 474"/>
                <a:gd name="T31" fmla="*/ 244 h 379"/>
                <a:gd name="T32" fmla="*/ 87 w 474"/>
                <a:gd name="T33" fmla="*/ 588 h 379"/>
                <a:gd name="T34" fmla="*/ 80 w 474"/>
                <a:gd name="T35" fmla="*/ 608 h 379"/>
                <a:gd name="T36" fmla="*/ 80 w 474"/>
                <a:gd name="T37" fmla="*/ 608 h 379"/>
                <a:gd name="T38" fmla="*/ 181 w 474"/>
                <a:gd name="T39" fmla="*/ 1054 h 379"/>
                <a:gd name="T40" fmla="*/ 244 w 474"/>
                <a:gd name="T41" fmla="*/ 1109 h 379"/>
                <a:gd name="T42" fmla="*/ 298 w 474"/>
                <a:gd name="T43" fmla="*/ 1299 h 379"/>
                <a:gd name="T44" fmla="*/ 476 w 474"/>
                <a:gd name="T45" fmla="*/ 1314 h 379"/>
                <a:gd name="T46" fmla="*/ 543 w 474"/>
                <a:gd name="T47" fmla="*/ 1401 h 379"/>
                <a:gd name="T48" fmla="*/ 732 w 474"/>
                <a:gd name="T49" fmla="*/ 1339 h 379"/>
                <a:gd name="T50" fmla="*/ 1166 w 474"/>
                <a:gd name="T51" fmla="*/ 1138 h 379"/>
                <a:gd name="T52" fmla="*/ 1247 w 474"/>
                <a:gd name="T53" fmla="*/ 1089 h 379"/>
                <a:gd name="T54" fmla="*/ 1296 w 474"/>
                <a:gd name="T55" fmla="*/ 982 h 379"/>
                <a:gd name="T56" fmla="*/ 1367 w 474"/>
                <a:gd name="T57" fmla="*/ 966 h 379"/>
                <a:gd name="T58" fmla="*/ 1434 w 474"/>
                <a:gd name="T59" fmla="*/ 691 h 37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4" h="379">
                  <a:moveTo>
                    <a:pt x="469" y="187"/>
                  </a:moveTo>
                  <a:cubicBezTo>
                    <a:pt x="438" y="169"/>
                    <a:pt x="412" y="146"/>
                    <a:pt x="392" y="117"/>
                  </a:cubicBezTo>
                  <a:cubicBezTo>
                    <a:pt x="392" y="118"/>
                    <a:pt x="392" y="119"/>
                    <a:pt x="392" y="120"/>
                  </a:cubicBezTo>
                  <a:cubicBezTo>
                    <a:pt x="393" y="127"/>
                    <a:pt x="391" y="138"/>
                    <a:pt x="390" y="145"/>
                  </a:cubicBezTo>
                  <a:cubicBezTo>
                    <a:pt x="385" y="163"/>
                    <a:pt x="369" y="163"/>
                    <a:pt x="353" y="172"/>
                  </a:cubicBezTo>
                  <a:cubicBezTo>
                    <a:pt x="344" y="177"/>
                    <a:pt x="336" y="184"/>
                    <a:pt x="325" y="186"/>
                  </a:cubicBezTo>
                  <a:cubicBezTo>
                    <a:pt x="315" y="188"/>
                    <a:pt x="306" y="187"/>
                    <a:pt x="295" y="190"/>
                  </a:cubicBezTo>
                  <a:cubicBezTo>
                    <a:pt x="282" y="194"/>
                    <a:pt x="269" y="200"/>
                    <a:pt x="255" y="200"/>
                  </a:cubicBezTo>
                  <a:cubicBezTo>
                    <a:pt x="244" y="201"/>
                    <a:pt x="234" y="197"/>
                    <a:pt x="223" y="199"/>
                  </a:cubicBezTo>
                  <a:cubicBezTo>
                    <a:pt x="209" y="202"/>
                    <a:pt x="197" y="210"/>
                    <a:pt x="181" y="211"/>
                  </a:cubicBezTo>
                  <a:cubicBezTo>
                    <a:pt x="167" y="213"/>
                    <a:pt x="156" y="217"/>
                    <a:pt x="142" y="221"/>
                  </a:cubicBezTo>
                  <a:cubicBezTo>
                    <a:pt x="123" y="227"/>
                    <a:pt x="79" y="194"/>
                    <a:pt x="125" y="146"/>
                  </a:cubicBezTo>
                  <a:cubicBezTo>
                    <a:pt x="177" y="91"/>
                    <a:pt x="249" y="33"/>
                    <a:pt x="351" y="35"/>
                  </a:cubicBezTo>
                  <a:cubicBezTo>
                    <a:pt x="352" y="35"/>
                    <a:pt x="353" y="34"/>
                    <a:pt x="355" y="34"/>
                  </a:cubicBezTo>
                  <a:cubicBezTo>
                    <a:pt x="354" y="33"/>
                    <a:pt x="354" y="31"/>
                    <a:pt x="354" y="30"/>
                  </a:cubicBezTo>
                  <a:cubicBezTo>
                    <a:pt x="274" y="0"/>
                    <a:pt x="180" y="10"/>
                    <a:pt x="107" y="66"/>
                  </a:cubicBezTo>
                  <a:cubicBezTo>
                    <a:pt x="73" y="91"/>
                    <a:pt x="45" y="123"/>
                    <a:pt x="28" y="159"/>
                  </a:cubicBezTo>
                  <a:cubicBezTo>
                    <a:pt x="28" y="161"/>
                    <a:pt x="27" y="162"/>
                    <a:pt x="26" y="164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0" y="237"/>
                    <a:pt x="45" y="274"/>
                    <a:pt x="59" y="285"/>
                  </a:cubicBezTo>
                  <a:cubicBezTo>
                    <a:pt x="66" y="291"/>
                    <a:pt x="74" y="291"/>
                    <a:pt x="80" y="300"/>
                  </a:cubicBezTo>
                  <a:cubicBezTo>
                    <a:pt x="87" y="308"/>
                    <a:pt x="80" y="336"/>
                    <a:pt x="97" y="351"/>
                  </a:cubicBezTo>
                  <a:cubicBezTo>
                    <a:pt x="114" y="365"/>
                    <a:pt x="135" y="346"/>
                    <a:pt x="156" y="356"/>
                  </a:cubicBezTo>
                  <a:cubicBezTo>
                    <a:pt x="168" y="361"/>
                    <a:pt x="173" y="371"/>
                    <a:pt x="178" y="379"/>
                  </a:cubicBezTo>
                  <a:cubicBezTo>
                    <a:pt x="199" y="374"/>
                    <a:pt x="219" y="369"/>
                    <a:pt x="239" y="362"/>
                  </a:cubicBezTo>
                  <a:cubicBezTo>
                    <a:pt x="287" y="347"/>
                    <a:pt x="336" y="330"/>
                    <a:pt x="381" y="308"/>
                  </a:cubicBezTo>
                  <a:cubicBezTo>
                    <a:pt x="390" y="303"/>
                    <a:pt x="399" y="299"/>
                    <a:pt x="408" y="294"/>
                  </a:cubicBezTo>
                  <a:cubicBezTo>
                    <a:pt x="410" y="284"/>
                    <a:pt x="412" y="273"/>
                    <a:pt x="424" y="266"/>
                  </a:cubicBezTo>
                  <a:cubicBezTo>
                    <a:pt x="432" y="261"/>
                    <a:pt x="440" y="260"/>
                    <a:pt x="447" y="261"/>
                  </a:cubicBezTo>
                  <a:cubicBezTo>
                    <a:pt x="466" y="238"/>
                    <a:pt x="474" y="212"/>
                    <a:pt x="469" y="187"/>
                  </a:cubicBezTo>
                  <a:close/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94" name="Freeform 4371">
              <a:extLst>
                <a:ext uri="{FF2B5EF4-FFF2-40B4-BE49-F238E27FC236}">
                  <a16:creationId xmlns:a16="http://schemas.microsoft.com/office/drawing/2014/main" id="{43E2D2DD-A53E-408F-A808-8877C3EF8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3406"/>
              <a:ext cx="132" cy="63"/>
            </a:xfrm>
            <a:custGeom>
              <a:avLst/>
              <a:gdLst>
                <a:gd name="T0" fmla="*/ 0 w 91"/>
                <a:gd name="T1" fmla="*/ 5 h 41"/>
                <a:gd name="T2" fmla="*/ 67 w 91"/>
                <a:gd name="T3" fmla="*/ 43 h 41"/>
                <a:gd name="T4" fmla="*/ 116 w 91"/>
                <a:gd name="T5" fmla="*/ 35 h 41"/>
                <a:gd name="T6" fmla="*/ 149 w 91"/>
                <a:gd name="T7" fmla="*/ 43 h 41"/>
                <a:gd name="T8" fmla="*/ 215 w 91"/>
                <a:gd name="T9" fmla="*/ 8 h 41"/>
                <a:gd name="T10" fmla="*/ 277 w 91"/>
                <a:gd name="T11" fmla="*/ 5 h 41"/>
                <a:gd name="T12" fmla="*/ 215 w 91"/>
                <a:gd name="T13" fmla="*/ 123 h 41"/>
                <a:gd name="T14" fmla="*/ 125 w 91"/>
                <a:gd name="T15" fmla="*/ 135 h 41"/>
                <a:gd name="T16" fmla="*/ 19 w 91"/>
                <a:gd name="T17" fmla="*/ 106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41">
                  <a:moveTo>
                    <a:pt x="0" y="1"/>
                  </a:moveTo>
                  <a:cubicBezTo>
                    <a:pt x="3" y="9"/>
                    <a:pt x="14" y="13"/>
                    <a:pt x="22" y="12"/>
                  </a:cubicBezTo>
                  <a:cubicBezTo>
                    <a:pt x="27" y="12"/>
                    <a:pt x="32" y="10"/>
                    <a:pt x="38" y="10"/>
                  </a:cubicBezTo>
                  <a:cubicBezTo>
                    <a:pt x="42" y="10"/>
                    <a:pt x="45" y="12"/>
                    <a:pt x="49" y="12"/>
                  </a:cubicBezTo>
                  <a:cubicBezTo>
                    <a:pt x="59" y="12"/>
                    <a:pt x="62" y="6"/>
                    <a:pt x="70" y="2"/>
                  </a:cubicBezTo>
                  <a:cubicBezTo>
                    <a:pt x="77" y="0"/>
                    <a:pt x="84" y="1"/>
                    <a:pt x="91" y="1"/>
                  </a:cubicBezTo>
                  <a:cubicBezTo>
                    <a:pt x="83" y="11"/>
                    <a:pt x="81" y="26"/>
                    <a:pt x="70" y="34"/>
                  </a:cubicBezTo>
                  <a:cubicBezTo>
                    <a:pt x="62" y="41"/>
                    <a:pt x="51" y="41"/>
                    <a:pt x="41" y="37"/>
                  </a:cubicBezTo>
                  <a:cubicBezTo>
                    <a:pt x="32" y="33"/>
                    <a:pt x="16" y="22"/>
                    <a:pt x="6" y="29"/>
                  </a:cubicBezTo>
                </a:path>
              </a:pathLst>
            </a:custGeom>
            <a:solidFill>
              <a:srgbClr val="C6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95" name="Freeform 4372">
              <a:extLst>
                <a:ext uri="{FF2B5EF4-FFF2-40B4-BE49-F238E27FC236}">
                  <a16:creationId xmlns:a16="http://schemas.microsoft.com/office/drawing/2014/main" id="{8A67B1B2-8CCA-4A07-A909-5DE87C22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053"/>
              <a:ext cx="409" cy="427"/>
            </a:xfrm>
            <a:custGeom>
              <a:avLst/>
              <a:gdLst>
                <a:gd name="T0" fmla="*/ 860 w 282"/>
                <a:gd name="T1" fmla="*/ 14 h 276"/>
                <a:gd name="T2" fmla="*/ 332 w 282"/>
                <a:gd name="T3" fmla="*/ 209 h 276"/>
                <a:gd name="T4" fmla="*/ 93 w 282"/>
                <a:gd name="T5" fmla="*/ 552 h 276"/>
                <a:gd name="T6" fmla="*/ 186 w 282"/>
                <a:gd name="T7" fmla="*/ 1018 h 276"/>
                <a:gd name="T8" fmla="*/ 190 w 282"/>
                <a:gd name="T9" fmla="*/ 1023 h 276"/>
                <a:gd name="T10" fmla="*/ 247 w 282"/>
                <a:gd name="T11" fmla="*/ 933 h 276"/>
                <a:gd name="T12" fmla="*/ 162 w 282"/>
                <a:gd name="T13" fmla="*/ 548 h 276"/>
                <a:gd name="T14" fmla="*/ 860 w 282"/>
                <a:gd name="T15" fmla="*/ 14 h 2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2" h="276">
                  <a:moveTo>
                    <a:pt x="282" y="4"/>
                  </a:moveTo>
                  <a:cubicBezTo>
                    <a:pt x="222" y="0"/>
                    <a:pt x="161" y="17"/>
                    <a:pt x="109" y="56"/>
                  </a:cubicBezTo>
                  <a:cubicBezTo>
                    <a:pt x="75" y="81"/>
                    <a:pt x="47" y="113"/>
                    <a:pt x="30" y="149"/>
                  </a:cubicBezTo>
                  <a:cubicBezTo>
                    <a:pt x="0" y="225"/>
                    <a:pt x="46" y="264"/>
                    <a:pt x="61" y="275"/>
                  </a:cubicBezTo>
                  <a:cubicBezTo>
                    <a:pt x="61" y="275"/>
                    <a:pt x="62" y="275"/>
                    <a:pt x="62" y="276"/>
                  </a:cubicBezTo>
                  <a:cubicBezTo>
                    <a:pt x="77" y="267"/>
                    <a:pt x="97" y="254"/>
                    <a:pt x="81" y="252"/>
                  </a:cubicBezTo>
                  <a:cubicBezTo>
                    <a:pt x="58" y="250"/>
                    <a:pt x="28" y="223"/>
                    <a:pt x="53" y="148"/>
                  </a:cubicBezTo>
                  <a:cubicBezTo>
                    <a:pt x="77" y="77"/>
                    <a:pt x="198" y="3"/>
                    <a:pt x="282" y="4"/>
                  </a:cubicBezTo>
                  <a:close/>
                </a:path>
              </a:pathLst>
            </a:custGeom>
            <a:solidFill>
              <a:srgbClr val="C6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96" name="Freeform 4373">
              <a:extLst>
                <a:ext uri="{FF2B5EF4-FFF2-40B4-BE49-F238E27FC236}">
                  <a16:creationId xmlns:a16="http://schemas.microsoft.com/office/drawing/2014/main" id="{CC124596-C6F3-4AED-83A3-A928AA88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265"/>
              <a:ext cx="702" cy="387"/>
            </a:xfrm>
            <a:custGeom>
              <a:avLst/>
              <a:gdLst>
                <a:gd name="T0" fmla="*/ 663 w 484"/>
                <a:gd name="T1" fmla="*/ 817 h 250"/>
                <a:gd name="T2" fmla="*/ 747 w 484"/>
                <a:gd name="T3" fmla="*/ 882 h 250"/>
                <a:gd name="T4" fmla="*/ 869 w 484"/>
                <a:gd name="T5" fmla="*/ 882 h 250"/>
                <a:gd name="T6" fmla="*/ 915 w 484"/>
                <a:gd name="T7" fmla="*/ 745 h 250"/>
                <a:gd name="T8" fmla="*/ 957 w 484"/>
                <a:gd name="T9" fmla="*/ 669 h 250"/>
                <a:gd name="T10" fmla="*/ 1050 w 484"/>
                <a:gd name="T11" fmla="*/ 644 h 250"/>
                <a:gd name="T12" fmla="*/ 1197 w 484"/>
                <a:gd name="T13" fmla="*/ 441 h 250"/>
                <a:gd name="T14" fmla="*/ 1421 w 484"/>
                <a:gd name="T15" fmla="*/ 455 h 250"/>
                <a:gd name="T16" fmla="*/ 1421 w 484"/>
                <a:gd name="T17" fmla="*/ 88 h 250"/>
                <a:gd name="T18" fmla="*/ 1391 w 484"/>
                <a:gd name="T19" fmla="*/ 8 h 250"/>
                <a:gd name="T20" fmla="*/ 1388 w 484"/>
                <a:gd name="T21" fmla="*/ 8 h 250"/>
                <a:gd name="T22" fmla="*/ 1334 w 484"/>
                <a:gd name="T23" fmla="*/ 82 h 250"/>
                <a:gd name="T24" fmla="*/ 1159 w 484"/>
                <a:gd name="T25" fmla="*/ 29 h 250"/>
                <a:gd name="T26" fmla="*/ 1065 w 484"/>
                <a:gd name="T27" fmla="*/ 149 h 250"/>
                <a:gd name="T28" fmla="*/ 975 w 484"/>
                <a:gd name="T29" fmla="*/ 156 h 250"/>
                <a:gd name="T30" fmla="*/ 901 w 484"/>
                <a:gd name="T31" fmla="*/ 215 h 250"/>
                <a:gd name="T32" fmla="*/ 818 w 484"/>
                <a:gd name="T33" fmla="*/ 215 h 250"/>
                <a:gd name="T34" fmla="*/ 690 w 484"/>
                <a:gd name="T35" fmla="*/ 289 h 250"/>
                <a:gd name="T36" fmla="*/ 541 w 484"/>
                <a:gd name="T37" fmla="*/ 279 h 250"/>
                <a:gd name="T38" fmla="*/ 448 w 484"/>
                <a:gd name="T39" fmla="*/ 345 h 250"/>
                <a:gd name="T40" fmla="*/ 332 w 484"/>
                <a:gd name="T41" fmla="*/ 345 h 250"/>
                <a:gd name="T42" fmla="*/ 168 w 484"/>
                <a:gd name="T43" fmla="*/ 415 h 250"/>
                <a:gd name="T44" fmla="*/ 61 w 484"/>
                <a:gd name="T45" fmla="*/ 432 h 250"/>
                <a:gd name="T46" fmla="*/ 0 w 484"/>
                <a:gd name="T47" fmla="*/ 407 h 250"/>
                <a:gd name="T48" fmla="*/ 83 w 484"/>
                <a:gd name="T49" fmla="*/ 512 h 250"/>
                <a:gd name="T50" fmla="*/ 148 w 484"/>
                <a:gd name="T51" fmla="*/ 568 h 250"/>
                <a:gd name="T52" fmla="*/ 197 w 484"/>
                <a:gd name="T53" fmla="*/ 757 h 250"/>
                <a:gd name="T54" fmla="*/ 379 w 484"/>
                <a:gd name="T55" fmla="*/ 777 h 250"/>
                <a:gd name="T56" fmla="*/ 542 w 484"/>
                <a:gd name="T57" fmla="*/ 915 h 250"/>
                <a:gd name="T58" fmla="*/ 663 w 484"/>
                <a:gd name="T59" fmla="*/ 817 h 25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84" h="250">
                  <a:moveTo>
                    <a:pt x="217" y="220"/>
                  </a:moveTo>
                  <a:cubicBezTo>
                    <a:pt x="232" y="220"/>
                    <a:pt x="230" y="227"/>
                    <a:pt x="245" y="238"/>
                  </a:cubicBezTo>
                  <a:cubicBezTo>
                    <a:pt x="259" y="248"/>
                    <a:pt x="271" y="248"/>
                    <a:pt x="285" y="238"/>
                  </a:cubicBezTo>
                  <a:cubicBezTo>
                    <a:pt x="302" y="226"/>
                    <a:pt x="294" y="218"/>
                    <a:pt x="300" y="201"/>
                  </a:cubicBezTo>
                  <a:cubicBezTo>
                    <a:pt x="302" y="195"/>
                    <a:pt x="306" y="185"/>
                    <a:pt x="314" y="180"/>
                  </a:cubicBezTo>
                  <a:cubicBezTo>
                    <a:pt x="322" y="175"/>
                    <a:pt x="333" y="176"/>
                    <a:pt x="344" y="174"/>
                  </a:cubicBezTo>
                  <a:cubicBezTo>
                    <a:pt x="391" y="169"/>
                    <a:pt x="363" y="136"/>
                    <a:pt x="392" y="119"/>
                  </a:cubicBezTo>
                  <a:cubicBezTo>
                    <a:pt x="422" y="101"/>
                    <a:pt x="442" y="135"/>
                    <a:pt x="466" y="123"/>
                  </a:cubicBezTo>
                  <a:cubicBezTo>
                    <a:pt x="484" y="114"/>
                    <a:pt x="481" y="58"/>
                    <a:pt x="466" y="24"/>
                  </a:cubicBezTo>
                  <a:cubicBezTo>
                    <a:pt x="463" y="17"/>
                    <a:pt x="460" y="10"/>
                    <a:pt x="456" y="2"/>
                  </a:cubicBezTo>
                  <a:cubicBezTo>
                    <a:pt x="455" y="2"/>
                    <a:pt x="455" y="2"/>
                    <a:pt x="455" y="2"/>
                  </a:cubicBezTo>
                  <a:cubicBezTo>
                    <a:pt x="448" y="10"/>
                    <a:pt x="447" y="20"/>
                    <a:pt x="437" y="22"/>
                  </a:cubicBezTo>
                  <a:cubicBezTo>
                    <a:pt x="423" y="24"/>
                    <a:pt x="402" y="0"/>
                    <a:pt x="380" y="8"/>
                  </a:cubicBezTo>
                  <a:cubicBezTo>
                    <a:pt x="362" y="12"/>
                    <a:pt x="363" y="32"/>
                    <a:pt x="349" y="40"/>
                  </a:cubicBezTo>
                  <a:cubicBezTo>
                    <a:pt x="335" y="49"/>
                    <a:pt x="333" y="40"/>
                    <a:pt x="319" y="42"/>
                  </a:cubicBezTo>
                  <a:cubicBezTo>
                    <a:pt x="310" y="43"/>
                    <a:pt x="303" y="54"/>
                    <a:pt x="295" y="58"/>
                  </a:cubicBezTo>
                  <a:cubicBezTo>
                    <a:pt x="287" y="62"/>
                    <a:pt x="277" y="56"/>
                    <a:pt x="268" y="58"/>
                  </a:cubicBezTo>
                  <a:cubicBezTo>
                    <a:pt x="251" y="62"/>
                    <a:pt x="244" y="81"/>
                    <a:pt x="226" y="78"/>
                  </a:cubicBezTo>
                  <a:cubicBezTo>
                    <a:pt x="207" y="76"/>
                    <a:pt x="197" y="66"/>
                    <a:pt x="177" y="75"/>
                  </a:cubicBezTo>
                  <a:cubicBezTo>
                    <a:pt x="166" y="81"/>
                    <a:pt x="159" y="90"/>
                    <a:pt x="147" y="93"/>
                  </a:cubicBezTo>
                  <a:cubicBezTo>
                    <a:pt x="136" y="96"/>
                    <a:pt x="120" y="88"/>
                    <a:pt x="109" y="93"/>
                  </a:cubicBezTo>
                  <a:cubicBezTo>
                    <a:pt x="87" y="103"/>
                    <a:pt x="82" y="119"/>
                    <a:pt x="55" y="112"/>
                  </a:cubicBezTo>
                  <a:cubicBezTo>
                    <a:pt x="40" y="108"/>
                    <a:pt x="35" y="116"/>
                    <a:pt x="20" y="116"/>
                  </a:cubicBezTo>
                  <a:cubicBezTo>
                    <a:pt x="13" y="116"/>
                    <a:pt x="5" y="115"/>
                    <a:pt x="0" y="110"/>
                  </a:cubicBezTo>
                  <a:cubicBezTo>
                    <a:pt x="10" y="124"/>
                    <a:pt x="21" y="133"/>
                    <a:pt x="27" y="138"/>
                  </a:cubicBezTo>
                  <a:cubicBezTo>
                    <a:pt x="34" y="144"/>
                    <a:pt x="42" y="144"/>
                    <a:pt x="48" y="153"/>
                  </a:cubicBezTo>
                  <a:cubicBezTo>
                    <a:pt x="55" y="161"/>
                    <a:pt x="48" y="189"/>
                    <a:pt x="65" y="204"/>
                  </a:cubicBezTo>
                  <a:cubicBezTo>
                    <a:pt x="82" y="218"/>
                    <a:pt x="103" y="199"/>
                    <a:pt x="124" y="209"/>
                  </a:cubicBezTo>
                  <a:cubicBezTo>
                    <a:pt x="151" y="220"/>
                    <a:pt x="140" y="250"/>
                    <a:pt x="178" y="247"/>
                  </a:cubicBezTo>
                  <a:cubicBezTo>
                    <a:pt x="192" y="246"/>
                    <a:pt x="203" y="220"/>
                    <a:pt x="217" y="220"/>
                  </a:cubicBezTo>
                  <a:close/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97" name="Freeform 4374">
              <a:extLst>
                <a:ext uri="{FF2B5EF4-FFF2-40B4-BE49-F238E27FC236}">
                  <a16:creationId xmlns:a16="http://schemas.microsoft.com/office/drawing/2014/main" id="{6C957CF0-4932-4087-816B-55D7C6144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645"/>
              <a:ext cx="1104" cy="1138"/>
            </a:xfrm>
            <a:custGeom>
              <a:avLst/>
              <a:gdLst>
                <a:gd name="T0" fmla="*/ 1587 w 761"/>
                <a:gd name="T1" fmla="*/ 0 h 736"/>
                <a:gd name="T2" fmla="*/ 1477 w 761"/>
                <a:gd name="T3" fmla="*/ 12 h 736"/>
                <a:gd name="T4" fmla="*/ 1383 w 761"/>
                <a:gd name="T5" fmla="*/ 40 h 736"/>
                <a:gd name="T6" fmla="*/ 0 w 761"/>
                <a:gd name="T7" fmla="*/ 758 h 736"/>
                <a:gd name="T8" fmla="*/ 0 w 761"/>
                <a:gd name="T9" fmla="*/ 758 h 736"/>
                <a:gd name="T10" fmla="*/ 611 w 761"/>
                <a:gd name="T11" fmla="*/ 543 h 736"/>
                <a:gd name="T12" fmla="*/ 1752 w 761"/>
                <a:gd name="T13" fmla="*/ 1927 h 736"/>
                <a:gd name="T14" fmla="*/ 1545 w 761"/>
                <a:gd name="T15" fmla="*/ 2721 h 736"/>
                <a:gd name="T16" fmla="*/ 2283 w 761"/>
                <a:gd name="T17" fmla="*/ 1183 h 736"/>
                <a:gd name="T18" fmla="*/ 2324 w 761"/>
                <a:gd name="T19" fmla="*/ 892 h 736"/>
                <a:gd name="T20" fmla="*/ 1587 w 761"/>
                <a:gd name="T21" fmla="*/ 0 h 7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1" h="736">
                  <a:moveTo>
                    <a:pt x="520" y="0"/>
                  </a:moveTo>
                  <a:cubicBezTo>
                    <a:pt x="508" y="0"/>
                    <a:pt x="496" y="1"/>
                    <a:pt x="484" y="3"/>
                  </a:cubicBezTo>
                  <a:cubicBezTo>
                    <a:pt x="478" y="4"/>
                    <a:pt x="458" y="10"/>
                    <a:pt x="453" y="11"/>
                  </a:cubicBezTo>
                  <a:cubicBezTo>
                    <a:pt x="297" y="62"/>
                    <a:pt x="114" y="134"/>
                    <a:pt x="0" y="205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58" y="168"/>
                    <a:pt x="127" y="147"/>
                    <a:pt x="200" y="147"/>
                  </a:cubicBezTo>
                  <a:cubicBezTo>
                    <a:pt x="407" y="147"/>
                    <a:pt x="574" y="314"/>
                    <a:pt x="574" y="521"/>
                  </a:cubicBezTo>
                  <a:cubicBezTo>
                    <a:pt x="574" y="601"/>
                    <a:pt x="549" y="675"/>
                    <a:pt x="506" y="736"/>
                  </a:cubicBezTo>
                  <a:cubicBezTo>
                    <a:pt x="611" y="603"/>
                    <a:pt x="676" y="492"/>
                    <a:pt x="748" y="320"/>
                  </a:cubicBezTo>
                  <a:cubicBezTo>
                    <a:pt x="757" y="295"/>
                    <a:pt x="761" y="269"/>
                    <a:pt x="761" y="241"/>
                  </a:cubicBezTo>
                  <a:cubicBezTo>
                    <a:pt x="761" y="108"/>
                    <a:pt x="653" y="0"/>
                    <a:pt x="520" y="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98" name="Freeform 4375">
              <a:extLst>
                <a:ext uri="{FF2B5EF4-FFF2-40B4-BE49-F238E27FC236}">
                  <a16:creationId xmlns:a16="http://schemas.microsoft.com/office/drawing/2014/main" id="{4432D950-C4D4-4F7C-9545-7CF9ADF3A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084"/>
              <a:ext cx="98" cy="189"/>
            </a:xfrm>
            <a:custGeom>
              <a:avLst/>
              <a:gdLst>
                <a:gd name="T0" fmla="*/ 203 w 68"/>
                <a:gd name="T1" fmla="*/ 454 h 122"/>
                <a:gd name="T2" fmla="*/ 0 w 68"/>
                <a:gd name="T3" fmla="*/ 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22">
                  <a:moveTo>
                    <a:pt x="68" y="122"/>
                  </a:moveTo>
                  <a:cubicBezTo>
                    <a:pt x="34" y="90"/>
                    <a:pt x="10" y="4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99" name="Freeform 4376">
              <a:extLst>
                <a:ext uri="{FF2B5EF4-FFF2-40B4-BE49-F238E27FC236}">
                  <a16:creationId xmlns:a16="http://schemas.microsoft.com/office/drawing/2014/main" id="{9BBD064C-4C28-43CF-9878-699059BA8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3413"/>
              <a:ext cx="133" cy="37"/>
            </a:xfrm>
            <a:custGeom>
              <a:avLst/>
              <a:gdLst>
                <a:gd name="T0" fmla="*/ 0 w 92"/>
                <a:gd name="T1" fmla="*/ 74 h 24"/>
                <a:gd name="T2" fmla="*/ 127 w 92"/>
                <a:gd name="T3" fmla="*/ 12 h 24"/>
                <a:gd name="T4" fmla="*/ 188 w 92"/>
                <a:gd name="T5" fmla="*/ 0 h 24"/>
                <a:gd name="T6" fmla="*/ 278 w 92"/>
                <a:gd name="T7" fmla="*/ 5 h 24"/>
                <a:gd name="T8" fmla="*/ 221 w 92"/>
                <a:gd name="T9" fmla="*/ 22 h 24"/>
                <a:gd name="T10" fmla="*/ 155 w 92"/>
                <a:gd name="T11" fmla="*/ 34 h 24"/>
                <a:gd name="T12" fmla="*/ 94 w 92"/>
                <a:gd name="T13" fmla="*/ 69 h 24"/>
                <a:gd name="T14" fmla="*/ 9 w 92"/>
                <a:gd name="T15" fmla="*/ 7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4">
                  <a:moveTo>
                    <a:pt x="0" y="20"/>
                  </a:moveTo>
                  <a:cubicBezTo>
                    <a:pt x="15" y="24"/>
                    <a:pt x="30" y="10"/>
                    <a:pt x="42" y="3"/>
                  </a:cubicBezTo>
                  <a:cubicBezTo>
                    <a:pt x="48" y="0"/>
                    <a:pt x="55" y="0"/>
                    <a:pt x="62" y="0"/>
                  </a:cubicBezTo>
                  <a:cubicBezTo>
                    <a:pt x="71" y="1"/>
                    <a:pt x="83" y="5"/>
                    <a:pt x="92" y="1"/>
                  </a:cubicBezTo>
                  <a:cubicBezTo>
                    <a:pt x="86" y="4"/>
                    <a:pt x="79" y="5"/>
                    <a:pt x="73" y="6"/>
                  </a:cubicBezTo>
                  <a:cubicBezTo>
                    <a:pt x="66" y="8"/>
                    <a:pt x="58" y="7"/>
                    <a:pt x="51" y="9"/>
                  </a:cubicBezTo>
                  <a:cubicBezTo>
                    <a:pt x="44" y="12"/>
                    <a:pt x="38" y="17"/>
                    <a:pt x="31" y="19"/>
                  </a:cubicBezTo>
                  <a:cubicBezTo>
                    <a:pt x="25" y="21"/>
                    <a:pt x="10" y="24"/>
                    <a:pt x="3" y="21"/>
                  </a:cubicBezTo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00" name="Freeform 4377">
              <a:extLst>
                <a:ext uri="{FF2B5EF4-FFF2-40B4-BE49-F238E27FC236}">
                  <a16:creationId xmlns:a16="http://schemas.microsoft.com/office/drawing/2014/main" id="{351D6D3B-A67A-4310-85C8-9B8E436D5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356"/>
              <a:ext cx="122" cy="40"/>
            </a:xfrm>
            <a:custGeom>
              <a:avLst/>
              <a:gdLst>
                <a:gd name="T0" fmla="*/ 0 w 84"/>
                <a:gd name="T1" fmla="*/ 95 h 26"/>
                <a:gd name="T2" fmla="*/ 83 w 84"/>
                <a:gd name="T3" fmla="*/ 43 h 26"/>
                <a:gd name="T4" fmla="*/ 171 w 84"/>
                <a:gd name="T5" fmla="*/ 12 h 26"/>
                <a:gd name="T6" fmla="*/ 257 w 84"/>
                <a:gd name="T7" fmla="*/ 0 h 26"/>
                <a:gd name="T8" fmla="*/ 150 w 84"/>
                <a:gd name="T9" fmla="*/ 34 h 26"/>
                <a:gd name="T10" fmla="*/ 74 w 84"/>
                <a:gd name="T11" fmla="*/ 69 h 26"/>
                <a:gd name="T12" fmla="*/ 0 w 84"/>
                <a:gd name="T13" fmla="*/ 9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26">
                  <a:moveTo>
                    <a:pt x="0" y="26"/>
                  </a:moveTo>
                  <a:cubicBezTo>
                    <a:pt x="15" y="19"/>
                    <a:pt x="15" y="21"/>
                    <a:pt x="27" y="12"/>
                  </a:cubicBezTo>
                  <a:cubicBezTo>
                    <a:pt x="38" y="4"/>
                    <a:pt x="43" y="1"/>
                    <a:pt x="56" y="3"/>
                  </a:cubicBezTo>
                  <a:cubicBezTo>
                    <a:pt x="70" y="6"/>
                    <a:pt x="84" y="0"/>
                    <a:pt x="84" y="0"/>
                  </a:cubicBezTo>
                  <a:cubicBezTo>
                    <a:pt x="68" y="8"/>
                    <a:pt x="58" y="8"/>
                    <a:pt x="49" y="9"/>
                  </a:cubicBezTo>
                  <a:cubicBezTo>
                    <a:pt x="40" y="9"/>
                    <a:pt x="36" y="13"/>
                    <a:pt x="24" y="19"/>
                  </a:cubicBezTo>
                  <a:cubicBezTo>
                    <a:pt x="11" y="24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01" name="Freeform 4378">
              <a:extLst>
                <a:ext uri="{FF2B5EF4-FFF2-40B4-BE49-F238E27FC236}">
                  <a16:creationId xmlns:a16="http://schemas.microsoft.com/office/drawing/2014/main" id="{BC252DA4-CEC6-4EE2-8C8A-B30E82310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276"/>
              <a:ext cx="123" cy="65"/>
            </a:xfrm>
            <a:custGeom>
              <a:avLst/>
              <a:gdLst>
                <a:gd name="T0" fmla="*/ 149 w 85"/>
                <a:gd name="T1" fmla="*/ 45 h 42"/>
                <a:gd name="T2" fmla="*/ 258 w 85"/>
                <a:gd name="T3" fmla="*/ 70 h 42"/>
                <a:gd name="T4" fmla="*/ 161 w 85"/>
                <a:gd name="T5" fmla="*/ 22 h 42"/>
                <a:gd name="T6" fmla="*/ 56 w 85"/>
                <a:gd name="T7" fmla="*/ 60 h 42"/>
                <a:gd name="T8" fmla="*/ 0 w 85"/>
                <a:gd name="T9" fmla="*/ 156 h 42"/>
                <a:gd name="T10" fmla="*/ 149 w 85"/>
                <a:gd name="T11" fmla="*/ 4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2">
                  <a:moveTo>
                    <a:pt x="49" y="12"/>
                  </a:moveTo>
                  <a:cubicBezTo>
                    <a:pt x="60" y="14"/>
                    <a:pt x="66" y="20"/>
                    <a:pt x="85" y="19"/>
                  </a:cubicBezTo>
                  <a:cubicBezTo>
                    <a:pt x="69" y="18"/>
                    <a:pt x="69" y="11"/>
                    <a:pt x="53" y="6"/>
                  </a:cubicBezTo>
                  <a:cubicBezTo>
                    <a:pt x="37" y="0"/>
                    <a:pt x="27" y="5"/>
                    <a:pt x="19" y="16"/>
                  </a:cubicBezTo>
                  <a:cubicBezTo>
                    <a:pt x="12" y="27"/>
                    <a:pt x="12" y="31"/>
                    <a:pt x="0" y="42"/>
                  </a:cubicBezTo>
                  <a:cubicBezTo>
                    <a:pt x="15" y="32"/>
                    <a:pt x="26" y="10"/>
                    <a:pt x="49" y="12"/>
                  </a:cubicBezTo>
                  <a:close/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02" name="Freeform 4379">
              <a:extLst>
                <a:ext uri="{FF2B5EF4-FFF2-40B4-BE49-F238E27FC236}">
                  <a16:creationId xmlns:a16="http://schemas.microsoft.com/office/drawing/2014/main" id="{C81C2167-DF85-47C2-8316-68754F74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571"/>
              <a:ext cx="67" cy="47"/>
            </a:xfrm>
            <a:custGeom>
              <a:avLst/>
              <a:gdLst>
                <a:gd name="T0" fmla="*/ 0 w 46"/>
                <a:gd name="T1" fmla="*/ 22 h 30"/>
                <a:gd name="T2" fmla="*/ 111 w 46"/>
                <a:gd name="T3" fmla="*/ 22 h 30"/>
                <a:gd name="T4" fmla="*/ 140 w 46"/>
                <a:gd name="T5" fmla="*/ 66 h 30"/>
                <a:gd name="T6" fmla="*/ 87 w 46"/>
                <a:gd name="T7" fmla="*/ 116 h 30"/>
                <a:gd name="T8" fmla="*/ 68 w 46"/>
                <a:gd name="T9" fmla="*/ 2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0">
                  <a:moveTo>
                    <a:pt x="0" y="6"/>
                  </a:moveTo>
                  <a:cubicBezTo>
                    <a:pt x="12" y="5"/>
                    <a:pt x="25" y="0"/>
                    <a:pt x="36" y="6"/>
                  </a:cubicBezTo>
                  <a:cubicBezTo>
                    <a:pt x="39" y="7"/>
                    <a:pt x="46" y="14"/>
                    <a:pt x="45" y="17"/>
                  </a:cubicBezTo>
                  <a:cubicBezTo>
                    <a:pt x="44" y="21"/>
                    <a:pt x="31" y="26"/>
                    <a:pt x="28" y="30"/>
                  </a:cubicBezTo>
                  <a:cubicBezTo>
                    <a:pt x="33" y="20"/>
                    <a:pt x="30" y="13"/>
                    <a:pt x="22" y="6"/>
                  </a:cubicBezTo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03" name="Freeform 4380">
              <a:extLst>
                <a:ext uri="{FF2B5EF4-FFF2-40B4-BE49-F238E27FC236}">
                  <a16:creationId xmlns:a16="http://schemas.microsoft.com/office/drawing/2014/main" id="{1F20FC32-7837-4BD7-96D7-B6B11CC6B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529"/>
              <a:ext cx="49" cy="47"/>
            </a:xfrm>
            <a:custGeom>
              <a:avLst/>
              <a:gdLst>
                <a:gd name="T0" fmla="*/ 39 w 34"/>
                <a:gd name="T1" fmla="*/ 8 h 30"/>
                <a:gd name="T2" fmla="*/ 0 w 34"/>
                <a:gd name="T3" fmla="*/ 116 h 30"/>
                <a:gd name="T4" fmla="*/ 66 w 34"/>
                <a:gd name="T5" fmla="*/ 77 h 30"/>
                <a:gd name="T6" fmla="*/ 102 w 34"/>
                <a:gd name="T7" fmla="*/ 20 h 30"/>
                <a:gd name="T8" fmla="*/ 52 w 34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13" y="2"/>
                  </a:moveTo>
                  <a:cubicBezTo>
                    <a:pt x="1" y="3"/>
                    <a:pt x="0" y="22"/>
                    <a:pt x="0" y="30"/>
                  </a:cubicBezTo>
                  <a:cubicBezTo>
                    <a:pt x="5" y="23"/>
                    <a:pt x="13" y="11"/>
                    <a:pt x="22" y="20"/>
                  </a:cubicBezTo>
                  <a:cubicBezTo>
                    <a:pt x="24" y="12"/>
                    <a:pt x="27" y="8"/>
                    <a:pt x="34" y="5"/>
                  </a:cubicBezTo>
                  <a:cubicBezTo>
                    <a:pt x="30" y="0"/>
                    <a:pt x="22" y="1"/>
                    <a:pt x="17" y="0"/>
                  </a:cubicBezTo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04" name="Freeform 4381">
              <a:extLst>
                <a:ext uri="{FF2B5EF4-FFF2-40B4-BE49-F238E27FC236}">
                  <a16:creationId xmlns:a16="http://schemas.microsoft.com/office/drawing/2014/main" id="{A5E4CF8F-4E63-4263-859E-8E884C75B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446"/>
              <a:ext cx="31" cy="21"/>
            </a:xfrm>
            <a:custGeom>
              <a:avLst/>
              <a:gdLst>
                <a:gd name="T0" fmla="*/ 0 w 21"/>
                <a:gd name="T1" fmla="*/ 27 h 14"/>
                <a:gd name="T2" fmla="*/ 68 w 21"/>
                <a:gd name="T3" fmla="*/ 0 h 14"/>
                <a:gd name="T4" fmla="*/ 28 w 21"/>
                <a:gd name="T5" fmla="*/ 48 h 14"/>
                <a:gd name="T6" fmla="*/ 27 w 21"/>
                <a:gd name="T7" fmla="*/ 2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8"/>
                  </a:moveTo>
                  <a:cubicBezTo>
                    <a:pt x="5" y="2"/>
                    <a:pt x="14" y="2"/>
                    <a:pt x="21" y="0"/>
                  </a:cubicBezTo>
                  <a:cubicBezTo>
                    <a:pt x="15" y="3"/>
                    <a:pt x="10" y="7"/>
                    <a:pt x="9" y="14"/>
                  </a:cubicBezTo>
                  <a:cubicBezTo>
                    <a:pt x="10" y="12"/>
                    <a:pt x="11" y="8"/>
                    <a:pt x="8" y="7"/>
                  </a:cubicBezTo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05" name="Freeform 4382">
              <a:extLst>
                <a:ext uri="{FF2B5EF4-FFF2-40B4-BE49-F238E27FC236}">
                  <a16:creationId xmlns:a16="http://schemas.microsoft.com/office/drawing/2014/main" id="{C1289371-440B-4742-8D52-08B6645BA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404"/>
              <a:ext cx="32" cy="22"/>
            </a:xfrm>
            <a:custGeom>
              <a:avLst/>
              <a:gdLst>
                <a:gd name="T0" fmla="*/ 15 w 22"/>
                <a:gd name="T1" fmla="*/ 49 h 14"/>
                <a:gd name="T2" fmla="*/ 68 w 22"/>
                <a:gd name="T3" fmla="*/ 5 h 14"/>
                <a:gd name="T4" fmla="*/ 22 w 22"/>
                <a:gd name="T5" fmla="*/ 5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5" y="13"/>
                  </a:moveTo>
                  <a:cubicBezTo>
                    <a:pt x="0" y="0"/>
                    <a:pt x="12" y="2"/>
                    <a:pt x="22" y="1"/>
                  </a:cubicBezTo>
                  <a:cubicBezTo>
                    <a:pt x="15" y="3"/>
                    <a:pt x="5" y="6"/>
                    <a:pt x="7" y="14"/>
                  </a:cubicBezTo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06" name="Freeform 4383">
              <a:extLst>
                <a:ext uri="{FF2B5EF4-FFF2-40B4-BE49-F238E27FC236}">
                  <a16:creationId xmlns:a16="http://schemas.microsoft.com/office/drawing/2014/main" id="{28442F51-A189-49DE-A748-2C777B013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545"/>
              <a:ext cx="26" cy="34"/>
            </a:xfrm>
            <a:custGeom>
              <a:avLst/>
              <a:gdLst>
                <a:gd name="T0" fmla="*/ 0 w 18"/>
                <a:gd name="T1" fmla="*/ 0 h 22"/>
                <a:gd name="T2" fmla="*/ 55 w 18"/>
                <a:gd name="T3" fmla="*/ 82 h 22"/>
                <a:gd name="T4" fmla="*/ 1 w 18"/>
                <a:gd name="T5" fmla="*/ 74 h 22"/>
                <a:gd name="T6" fmla="*/ 20 w 18"/>
                <a:gd name="T7" fmla="*/ 2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9" y="2"/>
                    <a:pt x="14" y="15"/>
                    <a:pt x="18" y="22"/>
                  </a:cubicBezTo>
                  <a:cubicBezTo>
                    <a:pt x="14" y="18"/>
                    <a:pt x="6" y="18"/>
                    <a:pt x="1" y="20"/>
                  </a:cubicBezTo>
                  <a:cubicBezTo>
                    <a:pt x="7" y="16"/>
                    <a:pt x="8" y="13"/>
                    <a:pt x="7" y="6"/>
                  </a:cubicBezTo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07" name="Freeform 4384">
              <a:extLst>
                <a:ext uri="{FF2B5EF4-FFF2-40B4-BE49-F238E27FC236}">
                  <a16:creationId xmlns:a16="http://schemas.microsoft.com/office/drawing/2014/main" id="{F6785A9A-4FAD-45CC-A0AC-82E0155DA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520"/>
              <a:ext cx="66" cy="29"/>
            </a:xfrm>
            <a:custGeom>
              <a:avLst/>
              <a:gdLst>
                <a:gd name="T0" fmla="*/ 0 w 46"/>
                <a:gd name="T1" fmla="*/ 18 h 19"/>
                <a:gd name="T2" fmla="*/ 80 w 46"/>
                <a:gd name="T3" fmla="*/ 8 h 19"/>
                <a:gd name="T4" fmla="*/ 136 w 46"/>
                <a:gd name="T5" fmla="*/ 40 h 19"/>
                <a:gd name="T6" fmla="*/ 113 w 46"/>
                <a:gd name="T7" fmla="*/ 67 h 19"/>
                <a:gd name="T8" fmla="*/ 80 w 46"/>
                <a:gd name="T9" fmla="*/ 21 h 19"/>
                <a:gd name="T10" fmla="*/ 1 w 46"/>
                <a:gd name="T11" fmla="*/ 1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9">
                  <a:moveTo>
                    <a:pt x="0" y="5"/>
                  </a:moveTo>
                  <a:cubicBezTo>
                    <a:pt x="8" y="0"/>
                    <a:pt x="18" y="1"/>
                    <a:pt x="27" y="2"/>
                  </a:cubicBezTo>
                  <a:cubicBezTo>
                    <a:pt x="32" y="3"/>
                    <a:pt x="43" y="6"/>
                    <a:pt x="46" y="11"/>
                  </a:cubicBezTo>
                  <a:cubicBezTo>
                    <a:pt x="42" y="12"/>
                    <a:pt x="40" y="16"/>
                    <a:pt x="38" y="19"/>
                  </a:cubicBezTo>
                  <a:cubicBezTo>
                    <a:pt x="38" y="12"/>
                    <a:pt x="33" y="8"/>
                    <a:pt x="27" y="6"/>
                  </a:cubicBezTo>
                  <a:cubicBezTo>
                    <a:pt x="21" y="5"/>
                    <a:pt x="7" y="1"/>
                    <a:pt x="1" y="4"/>
                  </a:cubicBezTo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08" name="Freeform 4385">
              <a:extLst>
                <a:ext uri="{FF2B5EF4-FFF2-40B4-BE49-F238E27FC236}">
                  <a16:creationId xmlns:a16="http://schemas.microsoft.com/office/drawing/2014/main" id="{3F18B456-C954-4401-A292-7FFD97715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522"/>
              <a:ext cx="29" cy="35"/>
            </a:xfrm>
            <a:custGeom>
              <a:avLst/>
              <a:gdLst>
                <a:gd name="T0" fmla="*/ 0 w 20"/>
                <a:gd name="T1" fmla="*/ 76 h 23"/>
                <a:gd name="T2" fmla="*/ 61 w 20"/>
                <a:gd name="T3" fmla="*/ 0 h 23"/>
                <a:gd name="T4" fmla="*/ 41 w 20"/>
                <a:gd name="T5" fmla="*/ 26 h 23"/>
                <a:gd name="T6" fmla="*/ 28 w 20"/>
                <a:gd name="T7" fmla="*/ 81 h 23"/>
                <a:gd name="T8" fmla="*/ 6 w 20"/>
                <a:gd name="T9" fmla="*/ 8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0" y="22"/>
                  </a:moveTo>
                  <a:cubicBezTo>
                    <a:pt x="0" y="10"/>
                    <a:pt x="12" y="4"/>
                    <a:pt x="20" y="0"/>
                  </a:cubicBezTo>
                  <a:cubicBezTo>
                    <a:pt x="18" y="2"/>
                    <a:pt x="15" y="4"/>
                    <a:pt x="13" y="7"/>
                  </a:cubicBezTo>
                  <a:cubicBezTo>
                    <a:pt x="10" y="11"/>
                    <a:pt x="9" y="17"/>
                    <a:pt x="9" y="23"/>
                  </a:cubicBezTo>
                  <a:cubicBezTo>
                    <a:pt x="8" y="19"/>
                    <a:pt x="4" y="21"/>
                    <a:pt x="2" y="23"/>
                  </a:cubicBezTo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09" name="Freeform 4386">
              <a:extLst>
                <a:ext uri="{FF2B5EF4-FFF2-40B4-BE49-F238E27FC236}">
                  <a16:creationId xmlns:a16="http://schemas.microsoft.com/office/drawing/2014/main" id="{5B987F2A-DF55-4655-A8B0-919C9BBF9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430"/>
              <a:ext cx="74" cy="31"/>
            </a:xfrm>
            <a:custGeom>
              <a:avLst/>
              <a:gdLst>
                <a:gd name="T0" fmla="*/ 0 w 51"/>
                <a:gd name="T1" fmla="*/ 70 h 20"/>
                <a:gd name="T2" fmla="*/ 97 w 51"/>
                <a:gd name="T3" fmla="*/ 8 h 20"/>
                <a:gd name="T4" fmla="*/ 129 w 51"/>
                <a:gd name="T5" fmla="*/ 14 h 20"/>
                <a:gd name="T6" fmla="*/ 155 w 51"/>
                <a:gd name="T7" fmla="*/ 74 h 20"/>
                <a:gd name="T8" fmla="*/ 97 w 51"/>
                <a:gd name="T9" fmla="*/ 26 h 20"/>
                <a:gd name="T10" fmla="*/ 55 w 51"/>
                <a:gd name="T11" fmla="*/ 26 h 20"/>
                <a:gd name="T12" fmla="*/ 0 w 51"/>
                <a:gd name="T13" fmla="*/ 7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0">
                  <a:moveTo>
                    <a:pt x="0" y="19"/>
                  </a:moveTo>
                  <a:cubicBezTo>
                    <a:pt x="8" y="5"/>
                    <a:pt x="16" y="0"/>
                    <a:pt x="32" y="2"/>
                  </a:cubicBezTo>
                  <a:cubicBezTo>
                    <a:pt x="36" y="2"/>
                    <a:pt x="39" y="2"/>
                    <a:pt x="42" y="4"/>
                  </a:cubicBezTo>
                  <a:cubicBezTo>
                    <a:pt x="47" y="7"/>
                    <a:pt x="49" y="15"/>
                    <a:pt x="51" y="20"/>
                  </a:cubicBezTo>
                  <a:cubicBezTo>
                    <a:pt x="45" y="14"/>
                    <a:pt x="41" y="8"/>
                    <a:pt x="32" y="7"/>
                  </a:cubicBezTo>
                  <a:cubicBezTo>
                    <a:pt x="28" y="6"/>
                    <a:pt x="23" y="8"/>
                    <a:pt x="18" y="7"/>
                  </a:cubicBezTo>
                  <a:cubicBezTo>
                    <a:pt x="12" y="7"/>
                    <a:pt x="0" y="15"/>
                    <a:pt x="0" y="19"/>
                  </a:cubicBezTo>
                  <a:close/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10" name="Freeform 4387">
              <a:extLst>
                <a:ext uri="{FF2B5EF4-FFF2-40B4-BE49-F238E27FC236}">
                  <a16:creationId xmlns:a16="http://schemas.microsoft.com/office/drawing/2014/main" id="{AF3B05A9-89A6-4163-A561-6460AAEB5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3338"/>
              <a:ext cx="48" cy="17"/>
            </a:xfrm>
            <a:custGeom>
              <a:avLst/>
              <a:gdLst>
                <a:gd name="T0" fmla="*/ 0 w 33"/>
                <a:gd name="T1" fmla="*/ 40 h 11"/>
                <a:gd name="T2" fmla="*/ 102 w 33"/>
                <a:gd name="T3" fmla="*/ 40 h 11"/>
                <a:gd name="T4" fmla="*/ 55 w 33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1">
                  <a:moveTo>
                    <a:pt x="0" y="11"/>
                  </a:moveTo>
                  <a:cubicBezTo>
                    <a:pt x="12" y="11"/>
                    <a:pt x="22" y="0"/>
                    <a:pt x="33" y="11"/>
                  </a:cubicBezTo>
                  <a:cubicBezTo>
                    <a:pt x="29" y="10"/>
                    <a:pt x="23" y="7"/>
                    <a:pt x="18" y="8"/>
                  </a:cubicBezTo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11" name="Freeform 4388">
              <a:extLst>
                <a:ext uri="{FF2B5EF4-FFF2-40B4-BE49-F238E27FC236}">
                  <a16:creationId xmlns:a16="http://schemas.microsoft.com/office/drawing/2014/main" id="{EF44C66D-820C-4145-AE7D-44E32A702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454"/>
              <a:ext cx="32" cy="20"/>
            </a:xfrm>
            <a:custGeom>
              <a:avLst/>
              <a:gdLst>
                <a:gd name="T0" fmla="*/ 0 w 22"/>
                <a:gd name="T1" fmla="*/ 0 h 13"/>
                <a:gd name="T2" fmla="*/ 68 w 22"/>
                <a:gd name="T3" fmla="*/ 48 h 13"/>
                <a:gd name="T4" fmla="*/ 15 w 22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0"/>
                  </a:moveTo>
                  <a:cubicBezTo>
                    <a:pt x="8" y="0"/>
                    <a:pt x="20" y="3"/>
                    <a:pt x="22" y="13"/>
                  </a:cubicBezTo>
                  <a:cubicBezTo>
                    <a:pt x="17" y="9"/>
                    <a:pt x="11" y="4"/>
                    <a:pt x="5" y="1"/>
                  </a:cubicBezTo>
                </a:path>
              </a:pathLst>
            </a:custGeom>
            <a:solidFill>
              <a:srgbClr val="EE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12" name="Freeform 4389">
              <a:extLst>
                <a:ext uri="{FF2B5EF4-FFF2-40B4-BE49-F238E27FC236}">
                  <a16:creationId xmlns:a16="http://schemas.microsoft.com/office/drawing/2014/main" id="{76C16BBB-61DB-43AC-8B56-5E8B75C9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3432"/>
              <a:ext cx="27" cy="8"/>
            </a:xfrm>
            <a:custGeom>
              <a:avLst/>
              <a:gdLst>
                <a:gd name="T0" fmla="*/ 0 w 18"/>
                <a:gd name="T1" fmla="*/ 13 h 5"/>
                <a:gd name="T2" fmla="*/ 62 w 18"/>
                <a:gd name="T3" fmla="*/ 21 h 5"/>
                <a:gd name="T4" fmla="*/ 26 w 18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">
                  <a:moveTo>
                    <a:pt x="0" y="3"/>
                  </a:moveTo>
                  <a:cubicBezTo>
                    <a:pt x="7" y="3"/>
                    <a:pt x="12" y="0"/>
                    <a:pt x="18" y="5"/>
                  </a:cubicBezTo>
                  <a:cubicBezTo>
                    <a:pt x="14" y="4"/>
                    <a:pt x="10" y="4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13" name="Freeform 4390">
              <a:extLst>
                <a:ext uri="{FF2B5EF4-FFF2-40B4-BE49-F238E27FC236}">
                  <a16:creationId xmlns:a16="http://schemas.microsoft.com/office/drawing/2014/main" id="{E6F0ED1A-AD8D-410A-ACD7-554D850A0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534"/>
              <a:ext cx="10" cy="17"/>
            </a:xfrm>
            <a:custGeom>
              <a:avLst/>
              <a:gdLst>
                <a:gd name="T0" fmla="*/ 14 w 7"/>
                <a:gd name="T1" fmla="*/ 0 h 11"/>
                <a:gd name="T2" fmla="*/ 0 w 7"/>
                <a:gd name="T3" fmla="*/ 40 h 11"/>
                <a:gd name="T4" fmla="*/ 14 w 7"/>
                <a:gd name="T5" fmla="*/ 34 h 11"/>
                <a:gd name="T6" fmla="*/ 20 w 7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5" y="0"/>
                  </a:moveTo>
                  <a:cubicBezTo>
                    <a:pt x="2" y="3"/>
                    <a:pt x="1" y="7"/>
                    <a:pt x="0" y="11"/>
                  </a:cubicBezTo>
                  <a:cubicBezTo>
                    <a:pt x="1" y="10"/>
                    <a:pt x="3" y="9"/>
                    <a:pt x="5" y="9"/>
                  </a:cubicBezTo>
                  <a:cubicBezTo>
                    <a:pt x="5" y="7"/>
                    <a:pt x="5" y="4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14" name="Freeform 4391">
              <a:extLst>
                <a:ext uri="{FF2B5EF4-FFF2-40B4-BE49-F238E27FC236}">
                  <a16:creationId xmlns:a16="http://schemas.microsoft.com/office/drawing/2014/main" id="{EAC6EE86-B470-4FAD-9472-FCB38DAED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3536"/>
              <a:ext cx="27" cy="21"/>
            </a:xfrm>
            <a:custGeom>
              <a:avLst/>
              <a:gdLst>
                <a:gd name="T0" fmla="*/ 27 w 18"/>
                <a:gd name="T1" fmla="*/ 0 h 14"/>
                <a:gd name="T2" fmla="*/ 14 w 18"/>
                <a:gd name="T3" fmla="*/ 48 h 14"/>
                <a:gd name="T4" fmla="*/ 27 w 18"/>
                <a:gd name="T5" fmla="*/ 14 h 14"/>
                <a:gd name="T6" fmla="*/ 62 w 18"/>
                <a:gd name="T7" fmla="*/ 5 h 14"/>
                <a:gd name="T8" fmla="*/ 59 w 1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8" y="0"/>
                  </a:moveTo>
                  <a:cubicBezTo>
                    <a:pt x="3" y="2"/>
                    <a:pt x="0" y="11"/>
                    <a:pt x="4" y="14"/>
                  </a:cubicBezTo>
                  <a:cubicBezTo>
                    <a:pt x="6" y="11"/>
                    <a:pt x="5" y="7"/>
                    <a:pt x="8" y="4"/>
                  </a:cubicBezTo>
                  <a:cubicBezTo>
                    <a:pt x="10" y="2"/>
                    <a:pt x="14" y="1"/>
                    <a:pt x="18" y="1"/>
                  </a:cubicBezTo>
                  <a:cubicBezTo>
                    <a:pt x="18" y="1"/>
                    <a:pt x="17" y="1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15" name="Freeform 4392">
              <a:extLst>
                <a:ext uri="{FF2B5EF4-FFF2-40B4-BE49-F238E27FC236}">
                  <a16:creationId xmlns:a16="http://schemas.microsoft.com/office/drawing/2014/main" id="{325E8301-9FB3-4491-8871-DCAF7E739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526"/>
              <a:ext cx="21" cy="11"/>
            </a:xfrm>
            <a:custGeom>
              <a:avLst/>
              <a:gdLst>
                <a:gd name="T0" fmla="*/ 0 w 14"/>
                <a:gd name="T1" fmla="*/ 5 h 7"/>
                <a:gd name="T2" fmla="*/ 48 w 14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1"/>
                  </a:moveTo>
                  <a:cubicBezTo>
                    <a:pt x="4" y="0"/>
                    <a:pt x="11" y="4"/>
                    <a:pt x="14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16" name="Freeform 4393">
              <a:extLst>
                <a:ext uri="{FF2B5EF4-FFF2-40B4-BE49-F238E27FC236}">
                  <a16:creationId xmlns:a16="http://schemas.microsoft.com/office/drawing/2014/main" id="{BADF6C9F-8567-49C1-9FDC-3537EEE3A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583"/>
              <a:ext cx="13" cy="19"/>
            </a:xfrm>
            <a:custGeom>
              <a:avLst/>
              <a:gdLst>
                <a:gd name="T0" fmla="*/ 0 w 9"/>
                <a:gd name="T1" fmla="*/ 0 h 12"/>
                <a:gd name="T2" fmla="*/ 13 w 9"/>
                <a:gd name="T3" fmla="*/ 48 h 12"/>
                <a:gd name="T4" fmla="*/ 27 w 9"/>
                <a:gd name="T5" fmla="*/ 27 h 12"/>
                <a:gd name="T6" fmla="*/ 20 w 9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4" y="5"/>
                    <a:pt x="5" y="6"/>
                    <a:pt x="4" y="12"/>
                  </a:cubicBezTo>
                  <a:cubicBezTo>
                    <a:pt x="5" y="10"/>
                    <a:pt x="6" y="7"/>
                    <a:pt x="9" y="7"/>
                  </a:cubicBezTo>
                  <a:cubicBezTo>
                    <a:pt x="8" y="7"/>
                    <a:pt x="8" y="5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17" name="Freeform 4394">
              <a:extLst>
                <a:ext uri="{FF2B5EF4-FFF2-40B4-BE49-F238E27FC236}">
                  <a16:creationId xmlns:a16="http://schemas.microsoft.com/office/drawing/2014/main" id="{1DBD5384-3EAF-4FD4-AF9C-321A0825F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563"/>
              <a:ext cx="5" cy="8"/>
            </a:xfrm>
            <a:custGeom>
              <a:avLst/>
              <a:gdLst>
                <a:gd name="T0" fmla="*/ 1 w 4"/>
                <a:gd name="T1" fmla="*/ 0 h 5"/>
                <a:gd name="T2" fmla="*/ 0 w 4"/>
                <a:gd name="T3" fmla="*/ 16 h 5"/>
                <a:gd name="T4" fmla="*/ 8 w 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4"/>
                    <a:pt x="3" y="5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18" name="Freeform 4395">
              <a:extLst>
                <a:ext uri="{FF2B5EF4-FFF2-40B4-BE49-F238E27FC236}">
                  <a16:creationId xmlns:a16="http://schemas.microsoft.com/office/drawing/2014/main" id="{472715D8-5A34-46F2-AD04-1C02A9158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3415"/>
              <a:ext cx="39" cy="17"/>
            </a:xfrm>
            <a:custGeom>
              <a:avLst/>
              <a:gdLst>
                <a:gd name="T0" fmla="*/ 0 w 27"/>
                <a:gd name="T1" fmla="*/ 40 h 11"/>
                <a:gd name="T2" fmla="*/ 42 w 27"/>
                <a:gd name="T3" fmla="*/ 12 h 11"/>
                <a:gd name="T4" fmla="*/ 81 w 27"/>
                <a:gd name="T5" fmla="*/ 8 h 11"/>
                <a:gd name="T6" fmla="*/ 29 w 27"/>
                <a:gd name="T7" fmla="*/ 2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1">
                  <a:moveTo>
                    <a:pt x="0" y="11"/>
                  </a:moveTo>
                  <a:cubicBezTo>
                    <a:pt x="5" y="10"/>
                    <a:pt x="9" y="5"/>
                    <a:pt x="14" y="3"/>
                  </a:cubicBezTo>
                  <a:cubicBezTo>
                    <a:pt x="20" y="0"/>
                    <a:pt x="21" y="1"/>
                    <a:pt x="27" y="2"/>
                  </a:cubicBezTo>
                  <a:cubicBezTo>
                    <a:pt x="21" y="1"/>
                    <a:pt x="16" y="6"/>
                    <a:pt x="1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19" name="Freeform 4396">
              <a:extLst>
                <a:ext uri="{FF2B5EF4-FFF2-40B4-BE49-F238E27FC236}">
                  <a16:creationId xmlns:a16="http://schemas.microsoft.com/office/drawing/2014/main" id="{DA8641E1-76F0-4E3E-AF2C-90DFE7796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365"/>
              <a:ext cx="26" cy="11"/>
            </a:xfrm>
            <a:custGeom>
              <a:avLst/>
              <a:gdLst>
                <a:gd name="T0" fmla="*/ 0 w 18"/>
                <a:gd name="T1" fmla="*/ 27 h 7"/>
                <a:gd name="T2" fmla="*/ 55 w 18"/>
                <a:gd name="T3" fmla="*/ 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cubicBezTo>
                    <a:pt x="5" y="2"/>
                    <a:pt x="11" y="0"/>
                    <a:pt x="1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20" name="Freeform 4397">
              <a:extLst>
                <a:ext uri="{FF2B5EF4-FFF2-40B4-BE49-F238E27FC236}">
                  <a16:creationId xmlns:a16="http://schemas.microsoft.com/office/drawing/2014/main" id="{2E2DDA71-CD00-4900-8938-88C803C4B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82"/>
              <a:ext cx="35" cy="17"/>
            </a:xfrm>
            <a:custGeom>
              <a:avLst/>
              <a:gdLst>
                <a:gd name="T0" fmla="*/ 0 w 24"/>
                <a:gd name="T1" fmla="*/ 40 h 11"/>
                <a:gd name="T2" fmla="*/ 74 w 24"/>
                <a:gd name="T3" fmla="*/ 19 h 11"/>
                <a:gd name="T4" fmla="*/ 22 w 24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6" y="6"/>
                    <a:pt x="16" y="0"/>
                    <a:pt x="24" y="5"/>
                  </a:cubicBezTo>
                  <a:cubicBezTo>
                    <a:pt x="18" y="5"/>
                    <a:pt x="12" y="7"/>
                    <a:pt x="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21" name="Freeform 4398">
              <a:extLst>
                <a:ext uri="{FF2B5EF4-FFF2-40B4-BE49-F238E27FC236}">
                  <a16:creationId xmlns:a16="http://schemas.microsoft.com/office/drawing/2014/main" id="{38925768-936D-4930-9D88-7FE35876D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409"/>
              <a:ext cx="9" cy="4"/>
            </a:xfrm>
            <a:custGeom>
              <a:avLst/>
              <a:gdLst>
                <a:gd name="T0" fmla="*/ 0 w 6"/>
                <a:gd name="T1" fmla="*/ 7 h 3"/>
                <a:gd name="T2" fmla="*/ 2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22" name="Freeform 4399">
              <a:extLst>
                <a:ext uri="{FF2B5EF4-FFF2-40B4-BE49-F238E27FC236}">
                  <a16:creationId xmlns:a16="http://schemas.microsoft.com/office/drawing/2014/main" id="{3C90DE4D-859F-4E76-9C82-0B197A90B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314"/>
              <a:ext cx="20" cy="30"/>
            </a:xfrm>
            <a:custGeom>
              <a:avLst/>
              <a:gdLst>
                <a:gd name="T0" fmla="*/ 19 w 14"/>
                <a:gd name="T1" fmla="*/ 0 h 19"/>
                <a:gd name="T2" fmla="*/ 0 w 14"/>
                <a:gd name="T3" fmla="*/ 52 h 19"/>
                <a:gd name="T4" fmla="*/ 41 w 14"/>
                <a:gd name="T5" fmla="*/ 74 h 19"/>
                <a:gd name="T6" fmla="*/ 23 w 14"/>
                <a:gd name="T7" fmla="*/ 43 h 19"/>
                <a:gd name="T8" fmla="*/ 23 w 14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6" y="0"/>
                  </a:moveTo>
                  <a:cubicBezTo>
                    <a:pt x="6" y="5"/>
                    <a:pt x="2" y="9"/>
                    <a:pt x="0" y="13"/>
                  </a:cubicBezTo>
                  <a:cubicBezTo>
                    <a:pt x="5" y="15"/>
                    <a:pt x="10" y="16"/>
                    <a:pt x="14" y="19"/>
                  </a:cubicBezTo>
                  <a:cubicBezTo>
                    <a:pt x="12" y="16"/>
                    <a:pt x="8" y="15"/>
                    <a:pt x="8" y="11"/>
                  </a:cubicBezTo>
                  <a:cubicBezTo>
                    <a:pt x="7" y="7"/>
                    <a:pt x="9" y="5"/>
                    <a:pt x="8" y="2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23" name="Freeform 4400">
              <a:extLst>
                <a:ext uri="{FF2B5EF4-FFF2-40B4-BE49-F238E27FC236}">
                  <a16:creationId xmlns:a16="http://schemas.microsoft.com/office/drawing/2014/main" id="{0E7D93BA-7AF5-4978-BC14-6F0366F51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3375"/>
              <a:ext cx="47" cy="31"/>
            </a:xfrm>
            <a:custGeom>
              <a:avLst/>
              <a:gdLst>
                <a:gd name="T0" fmla="*/ 9 w 32"/>
                <a:gd name="T1" fmla="*/ 45 h 20"/>
                <a:gd name="T2" fmla="*/ 54 w 32"/>
                <a:gd name="T3" fmla="*/ 74 h 20"/>
                <a:gd name="T4" fmla="*/ 101 w 32"/>
                <a:gd name="T5" fmla="*/ 0 h 20"/>
                <a:gd name="T6" fmla="*/ 0 w 32"/>
                <a:gd name="T7" fmla="*/ 3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3" y="12"/>
                  </a:moveTo>
                  <a:cubicBezTo>
                    <a:pt x="8" y="13"/>
                    <a:pt x="13" y="17"/>
                    <a:pt x="17" y="20"/>
                  </a:cubicBezTo>
                  <a:cubicBezTo>
                    <a:pt x="19" y="12"/>
                    <a:pt x="26" y="5"/>
                    <a:pt x="32" y="0"/>
                  </a:cubicBezTo>
                  <a:cubicBezTo>
                    <a:pt x="25" y="10"/>
                    <a:pt x="12" y="12"/>
                    <a:pt x="0" y="10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24" name="Freeform 4401">
              <a:extLst>
                <a:ext uri="{FF2B5EF4-FFF2-40B4-BE49-F238E27FC236}">
                  <a16:creationId xmlns:a16="http://schemas.microsoft.com/office/drawing/2014/main" id="{2A0CF63B-22AF-4467-9AE5-386979658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3392"/>
              <a:ext cx="42" cy="17"/>
            </a:xfrm>
            <a:custGeom>
              <a:avLst/>
              <a:gdLst>
                <a:gd name="T0" fmla="*/ 0 w 29"/>
                <a:gd name="T1" fmla="*/ 0 h 11"/>
                <a:gd name="T2" fmla="*/ 52 w 29"/>
                <a:gd name="T3" fmla="*/ 40 h 11"/>
                <a:gd name="T4" fmla="*/ 88 w 29"/>
                <a:gd name="T5" fmla="*/ 22 h 11"/>
                <a:gd name="T6" fmla="*/ 61 w 29"/>
                <a:gd name="T7" fmla="*/ 19 h 11"/>
                <a:gd name="T8" fmla="*/ 9 w 29"/>
                <a:gd name="T9" fmla="*/ 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1">
                  <a:moveTo>
                    <a:pt x="0" y="0"/>
                  </a:moveTo>
                  <a:cubicBezTo>
                    <a:pt x="5" y="3"/>
                    <a:pt x="14" y="6"/>
                    <a:pt x="17" y="11"/>
                  </a:cubicBezTo>
                  <a:cubicBezTo>
                    <a:pt x="20" y="8"/>
                    <a:pt x="23" y="6"/>
                    <a:pt x="29" y="6"/>
                  </a:cubicBezTo>
                  <a:cubicBezTo>
                    <a:pt x="26" y="5"/>
                    <a:pt x="23" y="6"/>
                    <a:pt x="20" y="5"/>
                  </a:cubicBezTo>
                  <a:cubicBezTo>
                    <a:pt x="13" y="3"/>
                    <a:pt x="10" y="1"/>
                    <a:pt x="3" y="2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25" name="Freeform 4402">
              <a:extLst>
                <a:ext uri="{FF2B5EF4-FFF2-40B4-BE49-F238E27FC236}">
                  <a16:creationId xmlns:a16="http://schemas.microsoft.com/office/drawing/2014/main" id="{500F810E-2E15-4669-AD04-9F108BFDD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3440"/>
              <a:ext cx="65" cy="21"/>
            </a:xfrm>
            <a:custGeom>
              <a:avLst/>
              <a:gdLst>
                <a:gd name="T0" fmla="*/ 6 w 45"/>
                <a:gd name="T1" fmla="*/ 48 h 14"/>
                <a:gd name="T2" fmla="*/ 62 w 45"/>
                <a:gd name="T3" fmla="*/ 48 h 14"/>
                <a:gd name="T4" fmla="*/ 136 w 45"/>
                <a:gd name="T5" fmla="*/ 0 h 14"/>
                <a:gd name="T6" fmla="*/ 74 w 45"/>
                <a:gd name="T7" fmla="*/ 18 h 14"/>
                <a:gd name="T8" fmla="*/ 0 w 45"/>
                <a:gd name="T9" fmla="*/ 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4">
                  <a:moveTo>
                    <a:pt x="2" y="14"/>
                  </a:moveTo>
                  <a:cubicBezTo>
                    <a:pt x="8" y="13"/>
                    <a:pt x="16" y="9"/>
                    <a:pt x="21" y="14"/>
                  </a:cubicBezTo>
                  <a:cubicBezTo>
                    <a:pt x="25" y="6"/>
                    <a:pt x="37" y="3"/>
                    <a:pt x="45" y="0"/>
                  </a:cubicBezTo>
                  <a:cubicBezTo>
                    <a:pt x="39" y="2"/>
                    <a:pt x="30" y="2"/>
                    <a:pt x="24" y="5"/>
                  </a:cubicBezTo>
                  <a:cubicBezTo>
                    <a:pt x="16" y="8"/>
                    <a:pt x="6" y="7"/>
                    <a:pt x="0" y="14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26" name="Freeform 4403">
              <a:extLst>
                <a:ext uri="{FF2B5EF4-FFF2-40B4-BE49-F238E27FC236}">
                  <a16:creationId xmlns:a16="http://schemas.microsoft.com/office/drawing/2014/main" id="{745582F5-2B39-450C-A329-1D30A2AF5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393"/>
              <a:ext cx="33" cy="19"/>
            </a:xfrm>
            <a:custGeom>
              <a:avLst/>
              <a:gdLst>
                <a:gd name="T0" fmla="*/ 13 w 23"/>
                <a:gd name="T1" fmla="*/ 8 h 12"/>
                <a:gd name="T2" fmla="*/ 39 w 23"/>
                <a:gd name="T3" fmla="*/ 48 h 12"/>
                <a:gd name="T4" fmla="*/ 67 w 23"/>
                <a:gd name="T5" fmla="*/ 16 h 12"/>
                <a:gd name="T6" fmla="*/ 0 w 23"/>
                <a:gd name="T7" fmla="*/ 1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2">
                  <a:moveTo>
                    <a:pt x="4" y="2"/>
                  </a:moveTo>
                  <a:cubicBezTo>
                    <a:pt x="9" y="5"/>
                    <a:pt x="10" y="8"/>
                    <a:pt x="13" y="12"/>
                  </a:cubicBezTo>
                  <a:cubicBezTo>
                    <a:pt x="13" y="7"/>
                    <a:pt x="20" y="6"/>
                    <a:pt x="23" y="4"/>
                  </a:cubicBezTo>
                  <a:cubicBezTo>
                    <a:pt x="15" y="8"/>
                    <a:pt x="9" y="0"/>
                    <a:pt x="0" y="3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27" name="Freeform 4404">
              <a:extLst>
                <a:ext uri="{FF2B5EF4-FFF2-40B4-BE49-F238E27FC236}">
                  <a16:creationId xmlns:a16="http://schemas.microsoft.com/office/drawing/2014/main" id="{F6528770-FD11-4782-829D-F5BA2AFC3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421"/>
              <a:ext cx="44" cy="25"/>
            </a:xfrm>
            <a:custGeom>
              <a:avLst/>
              <a:gdLst>
                <a:gd name="T0" fmla="*/ 26 w 30"/>
                <a:gd name="T1" fmla="*/ 20 h 16"/>
                <a:gd name="T2" fmla="*/ 60 w 30"/>
                <a:gd name="T3" fmla="*/ 61 h 16"/>
                <a:gd name="T4" fmla="*/ 95 w 30"/>
                <a:gd name="T5" fmla="*/ 13 h 16"/>
                <a:gd name="T6" fmla="*/ 0 w 30"/>
                <a:gd name="T7" fmla="*/ 2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6">
                  <a:moveTo>
                    <a:pt x="8" y="5"/>
                  </a:moveTo>
                  <a:cubicBezTo>
                    <a:pt x="12" y="7"/>
                    <a:pt x="16" y="13"/>
                    <a:pt x="19" y="16"/>
                  </a:cubicBezTo>
                  <a:cubicBezTo>
                    <a:pt x="20" y="11"/>
                    <a:pt x="26" y="6"/>
                    <a:pt x="30" y="3"/>
                  </a:cubicBezTo>
                  <a:cubicBezTo>
                    <a:pt x="20" y="10"/>
                    <a:pt x="11" y="0"/>
                    <a:pt x="0" y="5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28" name="Freeform 4405">
              <a:extLst>
                <a:ext uri="{FF2B5EF4-FFF2-40B4-BE49-F238E27FC236}">
                  <a16:creationId xmlns:a16="http://schemas.microsoft.com/office/drawing/2014/main" id="{1F497997-F42D-440D-8F09-10D5C6BA7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429"/>
              <a:ext cx="89" cy="29"/>
            </a:xfrm>
            <a:custGeom>
              <a:avLst/>
              <a:gdLst>
                <a:gd name="T0" fmla="*/ 13 w 61"/>
                <a:gd name="T1" fmla="*/ 40 h 19"/>
                <a:gd name="T2" fmla="*/ 61 w 61"/>
                <a:gd name="T3" fmla="*/ 67 h 19"/>
                <a:gd name="T4" fmla="*/ 134 w 61"/>
                <a:gd name="T5" fmla="*/ 26 h 19"/>
                <a:gd name="T6" fmla="*/ 162 w 61"/>
                <a:gd name="T7" fmla="*/ 26 h 19"/>
                <a:gd name="T8" fmla="*/ 190 w 61"/>
                <a:gd name="T9" fmla="*/ 0 h 19"/>
                <a:gd name="T10" fmla="*/ 147 w 61"/>
                <a:gd name="T11" fmla="*/ 5 h 19"/>
                <a:gd name="T12" fmla="*/ 89 w 61"/>
                <a:gd name="T13" fmla="*/ 26 h 19"/>
                <a:gd name="T14" fmla="*/ 47 w 61"/>
                <a:gd name="T15" fmla="*/ 32 h 19"/>
                <a:gd name="T16" fmla="*/ 0 w 61"/>
                <a:gd name="T17" fmla="*/ 32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9">
                  <a:moveTo>
                    <a:pt x="4" y="11"/>
                  </a:moveTo>
                  <a:cubicBezTo>
                    <a:pt x="8" y="14"/>
                    <a:pt x="15" y="19"/>
                    <a:pt x="20" y="19"/>
                  </a:cubicBezTo>
                  <a:cubicBezTo>
                    <a:pt x="21" y="12"/>
                    <a:pt x="37" y="9"/>
                    <a:pt x="43" y="7"/>
                  </a:cubicBezTo>
                  <a:cubicBezTo>
                    <a:pt x="46" y="7"/>
                    <a:pt x="50" y="8"/>
                    <a:pt x="52" y="7"/>
                  </a:cubicBezTo>
                  <a:cubicBezTo>
                    <a:pt x="55" y="6"/>
                    <a:pt x="58" y="2"/>
                    <a:pt x="61" y="0"/>
                  </a:cubicBezTo>
                  <a:cubicBezTo>
                    <a:pt x="57" y="2"/>
                    <a:pt x="52" y="0"/>
                    <a:pt x="47" y="1"/>
                  </a:cubicBezTo>
                  <a:cubicBezTo>
                    <a:pt x="41" y="2"/>
                    <a:pt x="35" y="5"/>
                    <a:pt x="29" y="7"/>
                  </a:cubicBezTo>
                  <a:cubicBezTo>
                    <a:pt x="23" y="8"/>
                    <a:pt x="20" y="10"/>
                    <a:pt x="15" y="9"/>
                  </a:cubicBezTo>
                  <a:cubicBezTo>
                    <a:pt x="9" y="8"/>
                    <a:pt x="5" y="7"/>
                    <a:pt x="0" y="9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29" name="Freeform 4406">
              <a:extLst>
                <a:ext uri="{FF2B5EF4-FFF2-40B4-BE49-F238E27FC236}">
                  <a16:creationId xmlns:a16="http://schemas.microsoft.com/office/drawing/2014/main" id="{3105FF23-B212-4C7F-BA63-98C0ABB07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514"/>
              <a:ext cx="68" cy="20"/>
            </a:xfrm>
            <a:custGeom>
              <a:avLst/>
              <a:gdLst>
                <a:gd name="T0" fmla="*/ 19 w 47"/>
                <a:gd name="T1" fmla="*/ 8 h 13"/>
                <a:gd name="T2" fmla="*/ 56 w 47"/>
                <a:gd name="T3" fmla="*/ 28 h 13"/>
                <a:gd name="T4" fmla="*/ 88 w 47"/>
                <a:gd name="T5" fmla="*/ 48 h 13"/>
                <a:gd name="T6" fmla="*/ 142 w 47"/>
                <a:gd name="T7" fmla="*/ 0 h 13"/>
                <a:gd name="T8" fmla="*/ 74 w 47"/>
                <a:gd name="T9" fmla="*/ 14 h 13"/>
                <a:gd name="T10" fmla="*/ 0 w 47"/>
                <a:gd name="T11" fmla="*/ 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3">
                  <a:moveTo>
                    <a:pt x="6" y="2"/>
                  </a:moveTo>
                  <a:cubicBezTo>
                    <a:pt x="11" y="3"/>
                    <a:pt x="14" y="6"/>
                    <a:pt x="19" y="8"/>
                  </a:cubicBezTo>
                  <a:cubicBezTo>
                    <a:pt x="23" y="10"/>
                    <a:pt x="26" y="10"/>
                    <a:pt x="29" y="13"/>
                  </a:cubicBezTo>
                  <a:cubicBezTo>
                    <a:pt x="32" y="7"/>
                    <a:pt x="41" y="3"/>
                    <a:pt x="47" y="0"/>
                  </a:cubicBezTo>
                  <a:cubicBezTo>
                    <a:pt x="39" y="2"/>
                    <a:pt x="32" y="5"/>
                    <a:pt x="24" y="4"/>
                  </a:cubicBezTo>
                  <a:cubicBezTo>
                    <a:pt x="17" y="2"/>
                    <a:pt x="8" y="0"/>
                    <a:pt x="0" y="2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30" name="Freeform 4407">
              <a:extLst>
                <a:ext uri="{FF2B5EF4-FFF2-40B4-BE49-F238E27FC236}">
                  <a16:creationId xmlns:a16="http://schemas.microsoft.com/office/drawing/2014/main" id="{AD8BDB4F-0674-4BBC-9839-031FC6E9C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512"/>
              <a:ext cx="51" cy="20"/>
            </a:xfrm>
            <a:custGeom>
              <a:avLst/>
              <a:gdLst>
                <a:gd name="T0" fmla="*/ 0 w 35"/>
                <a:gd name="T1" fmla="*/ 5 h 13"/>
                <a:gd name="T2" fmla="*/ 41 w 35"/>
                <a:gd name="T3" fmla="*/ 48 h 13"/>
                <a:gd name="T4" fmla="*/ 66 w 35"/>
                <a:gd name="T5" fmla="*/ 34 h 13"/>
                <a:gd name="T6" fmla="*/ 108 w 35"/>
                <a:gd name="T7" fmla="*/ 12 h 13"/>
                <a:gd name="T8" fmla="*/ 52 w 35"/>
                <a:gd name="T9" fmla="*/ 14 h 13"/>
                <a:gd name="T10" fmla="*/ 9 w 3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3">
                  <a:moveTo>
                    <a:pt x="0" y="1"/>
                  </a:moveTo>
                  <a:cubicBezTo>
                    <a:pt x="4" y="5"/>
                    <a:pt x="9" y="9"/>
                    <a:pt x="13" y="13"/>
                  </a:cubicBezTo>
                  <a:cubicBezTo>
                    <a:pt x="15" y="11"/>
                    <a:pt x="19" y="10"/>
                    <a:pt x="21" y="9"/>
                  </a:cubicBezTo>
                  <a:cubicBezTo>
                    <a:pt x="26" y="6"/>
                    <a:pt x="29" y="3"/>
                    <a:pt x="35" y="3"/>
                  </a:cubicBezTo>
                  <a:cubicBezTo>
                    <a:pt x="29" y="3"/>
                    <a:pt x="23" y="5"/>
                    <a:pt x="17" y="4"/>
                  </a:cubicBezTo>
                  <a:cubicBezTo>
                    <a:pt x="12" y="3"/>
                    <a:pt x="8" y="1"/>
                    <a:pt x="3" y="0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31" name="Freeform 4408">
              <a:extLst>
                <a:ext uri="{FF2B5EF4-FFF2-40B4-BE49-F238E27FC236}">
                  <a16:creationId xmlns:a16="http://schemas.microsoft.com/office/drawing/2014/main" id="{25B5382B-4DB4-4400-BA64-A7B2B31AD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3475"/>
              <a:ext cx="17" cy="27"/>
            </a:xfrm>
            <a:custGeom>
              <a:avLst/>
              <a:gdLst>
                <a:gd name="T0" fmla="*/ 6 w 12"/>
                <a:gd name="T1" fmla="*/ 0 h 17"/>
                <a:gd name="T2" fmla="*/ 34 w 12"/>
                <a:gd name="T3" fmla="*/ 27 h 17"/>
                <a:gd name="T4" fmla="*/ 1 w 12"/>
                <a:gd name="T5" fmla="*/ 68 h 17"/>
                <a:gd name="T6" fmla="*/ 0 w 1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2" y="0"/>
                  </a:moveTo>
                  <a:cubicBezTo>
                    <a:pt x="5" y="3"/>
                    <a:pt x="9" y="4"/>
                    <a:pt x="12" y="7"/>
                  </a:cubicBezTo>
                  <a:cubicBezTo>
                    <a:pt x="8" y="9"/>
                    <a:pt x="4" y="13"/>
                    <a:pt x="1" y="17"/>
                  </a:cubicBezTo>
                  <a:cubicBezTo>
                    <a:pt x="2" y="12"/>
                    <a:pt x="3" y="4"/>
                    <a:pt x="0" y="0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32" name="Freeform 4409">
              <a:extLst>
                <a:ext uri="{FF2B5EF4-FFF2-40B4-BE49-F238E27FC236}">
                  <a16:creationId xmlns:a16="http://schemas.microsoft.com/office/drawing/2014/main" id="{1F465BBD-B3BE-4726-BBDA-673C63C79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3472"/>
              <a:ext cx="28" cy="37"/>
            </a:xfrm>
            <a:custGeom>
              <a:avLst/>
              <a:gdLst>
                <a:gd name="T0" fmla="*/ 0 w 19"/>
                <a:gd name="T1" fmla="*/ 34 h 24"/>
                <a:gd name="T2" fmla="*/ 40 w 19"/>
                <a:gd name="T3" fmla="*/ 0 h 24"/>
                <a:gd name="T4" fmla="*/ 47 w 19"/>
                <a:gd name="T5" fmla="*/ 88 h 24"/>
                <a:gd name="T6" fmla="*/ 13 w 19"/>
                <a:gd name="T7" fmla="*/ 3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9"/>
                  </a:moveTo>
                  <a:cubicBezTo>
                    <a:pt x="5" y="12"/>
                    <a:pt x="12" y="5"/>
                    <a:pt x="12" y="0"/>
                  </a:cubicBezTo>
                  <a:cubicBezTo>
                    <a:pt x="19" y="3"/>
                    <a:pt x="14" y="18"/>
                    <a:pt x="15" y="24"/>
                  </a:cubicBezTo>
                  <a:cubicBezTo>
                    <a:pt x="15" y="17"/>
                    <a:pt x="10" y="13"/>
                    <a:pt x="4" y="10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33" name="Freeform 4410">
              <a:extLst>
                <a:ext uri="{FF2B5EF4-FFF2-40B4-BE49-F238E27FC236}">
                  <a16:creationId xmlns:a16="http://schemas.microsoft.com/office/drawing/2014/main" id="{5AD11AB3-65F5-4F88-9379-8E9A81E5B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563"/>
              <a:ext cx="27" cy="42"/>
            </a:xfrm>
            <a:custGeom>
              <a:avLst/>
              <a:gdLst>
                <a:gd name="T0" fmla="*/ 0 w 19"/>
                <a:gd name="T1" fmla="*/ 62 h 27"/>
                <a:gd name="T2" fmla="*/ 34 w 19"/>
                <a:gd name="T3" fmla="*/ 53 h 27"/>
                <a:gd name="T4" fmla="*/ 53 w 19"/>
                <a:gd name="T5" fmla="*/ 0 h 27"/>
                <a:gd name="T6" fmla="*/ 26 w 19"/>
                <a:gd name="T7" fmla="*/ 101 h 27"/>
                <a:gd name="T8" fmla="*/ 9 w 19"/>
                <a:gd name="T9" fmla="*/ 7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7">
                  <a:moveTo>
                    <a:pt x="0" y="17"/>
                  </a:moveTo>
                  <a:cubicBezTo>
                    <a:pt x="5" y="17"/>
                    <a:pt x="8" y="20"/>
                    <a:pt x="12" y="14"/>
                  </a:cubicBezTo>
                  <a:cubicBezTo>
                    <a:pt x="15" y="10"/>
                    <a:pt x="16" y="4"/>
                    <a:pt x="18" y="0"/>
                  </a:cubicBezTo>
                  <a:cubicBezTo>
                    <a:pt x="18" y="7"/>
                    <a:pt x="19" y="25"/>
                    <a:pt x="9" y="27"/>
                  </a:cubicBezTo>
                  <a:cubicBezTo>
                    <a:pt x="8" y="25"/>
                    <a:pt x="5" y="23"/>
                    <a:pt x="3" y="21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34" name="Freeform 4411">
              <a:extLst>
                <a:ext uri="{FF2B5EF4-FFF2-40B4-BE49-F238E27FC236}">
                  <a16:creationId xmlns:a16="http://schemas.microsoft.com/office/drawing/2014/main" id="{56E8FBA2-AFEC-4F64-958B-26841DFD2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545"/>
              <a:ext cx="27" cy="25"/>
            </a:xfrm>
            <a:custGeom>
              <a:avLst/>
              <a:gdLst>
                <a:gd name="T0" fmla="*/ 6 w 19"/>
                <a:gd name="T1" fmla="*/ 13 h 16"/>
                <a:gd name="T2" fmla="*/ 14 w 19"/>
                <a:gd name="T3" fmla="*/ 53 h 16"/>
                <a:gd name="T4" fmla="*/ 54 w 19"/>
                <a:gd name="T5" fmla="*/ 61 h 16"/>
                <a:gd name="T6" fmla="*/ 23 w 19"/>
                <a:gd name="T7" fmla="*/ 27 h 16"/>
                <a:gd name="T8" fmla="*/ 0 w 1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2" y="3"/>
                  </a:moveTo>
                  <a:cubicBezTo>
                    <a:pt x="3" y="7"/>
                    <a:pt x="4" y="11"/>
                    <a:pt x="5" y="14"/>
                  </a:cubicBezTo>
                  <a:cubicBezTo>
                    <a:pt x="9" y="15"/>
                    <a:pt x="16" y="14"/>
                    <a:pt x="19" y="16"/>
                  </a:cubicBezTo>
                  <a:cubicBezTo>
                    <a:pt x="13" y="16"/>
                    <a:pt x="12" y="10"/>
                    <a:pt x="8" y="7"/>
                  </a:cubicBezTo>
                  <a:cubicBezTo>
                    <a:pt x="5" y="4"/>
                    <a:pt x="2" y="4"/>
                    <a:pt x="0" y="0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35" name="Freeform 4412">
              <a:extLst>
                <a:ext uri="{FF2B5EF4-FFF2-40B4-BE49-F238E27FC236}">
                  <a16:creationId xmlns:a16="http://schemas.microsoft.com/office/drawing/2014/main" id="{570444AA-FEB6-4219-A765-794CF5A62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274"/>
              <a:ext cx="17" cy="20"/>
            </a:xfrm>
            <a:custGeom>
              <a:avLst/>
              <a:gdLst>
                <a:gd name="T0" fmla="*/ 14 w 12"/>
                <a:gd name="T1" fmla="*/ 5 h 13"/>
                <a:gd name="T2" fmla="*/ 0 w 12"/>
                <a:gd name="T3" fmla="*/ 48 h 13"/>
                <a:gd name="T4" fmla="*/ 34 w 12"/>
                <a:gd name="T5" fmla="*/ 34 h 13"/>
                <a:gd name="T6" fmla="*/ 20 w 1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5" y="1"/>
                  </a:moveTo>
                  <a:cubicBezTo>
                    <a:pt x="3" y="5"/>
                    <a:pt x="1" y="9"/>
                    <a:pt x="0" y="13"/>
                  </a:cubicBezTo>
                  <a:cubicBezTo>
                    <a:pt x="4" y="11"/>
                    <a:pt x="8" y="10"/>
                    <a:pt x="12" y="9"/>
                  </a:cubicBezTo>
                  <a:cubicBezTo>
                    <a:pt x="10" y="6"/>
                    <a:pt x="10" y="3"/>
                    <a:pt x="7" y="0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36" name="Freeform 4413">
              <a:extLst>
                <a:ext uri="{FF2B5EF4-FFF2-40B4-BE49-F238E27FC236}">
                  <a16:creationId xmlns:a16="http://schemas.microsoft.com/office/drawing/2014/main" id="{B05B9536-97F8-4E92-9628-300805B57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3423"/>
              <a:ext cx="61" cy="40"/>
            </a:xfrm>
            <a:custGeom>
              <a:avLst/>
              <a:gdLst>
                <a:gd name="T0" fmla="*/ 0 w 42"/>
                <a:gd name="T1" fmla="*/ 48 h 26"/>
                <a:gd name="T2" fmla="*/ 61 w 42"/>
                <a:gd name="T3" fmla="*/ 52 h 26"/>
                <a:gd name="T4" fmla="*/ 80 w 42"/>
                <a:gd name="T5" fmla="*/ 0 h 26"/>
                <a:gd name="T6" fmla="*/ 122 w 42"/>
                <a:gd name="T7" fmla="*/ 54 h 26"/>
                <a:gd name="T8" fmla="*/ 41 w 42"/>
                <a:gd name="T9" fmla="*/ 6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0" y="13"/>
                  </a:moveTo>
                  <a:cubicBezTo>
                    <a:pt x="6" y="15"/>
                    <a:pt x="14" y="17"/>
                    <a:pt x="20" y="14"/>
                  </a:cubicBezTo>
                  <a:cubicBezTo>
                    <a:pt x="28" y="12"/>
                    <a:pt x="27" y="6"/>
                    <a:pt x="26" y="0"/>
                  </a:cubicBezTo>
                  <a:cubicBezTo>
                    <a:pt x="30" y="3"/>
                    <a:pt x="42" y="9"/>
                    <a:pt x="40" y="15"/>
                  </a:cubicBezTo>
                  <a:cubicBezTo>
                    <a:pt x="37" y="26"/>
                    <a:pt x="19" y="19"/>
                    <a:pt x="13" y="18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37" name="Freeform 4414">
              <a:extLst>
                <a:ext uri="{FF2B5EF4-FFF2-40B4-BE49-F238E27FC236}">
                  <a16:creationId xmlns:a16="http://schemas.microsoft.com/office/drawing/2014/main" id="{A7C88178-295F-4157-AFB7-8D257AEFC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3574"/>
              <a:ext cx="89" cy="76"/>
            </a:xfrm>
            <a:custGeom>
              <a:avLst/>
              <a:gdLst>
                <a:gd name="T0" fmla="*/ 47 w 61"/>
                <a:gd name="T1" fmla="*/ 121 h 49"/>
                <a:gd name="T2" fmla="*/ 108 w 61"/>
                <a:gd name="T3" fmla="*/ 171 h 49"/>
                <a:gd name="T4" fmla="*/ 190 w 61"/>
                <a:gd name="T5" fmla="*/ 115 h 49"/>
                <a:gd name="T6" fmla="*/ 117 w 61"/>
                <a:gd name="T7" fmla="*/ 123 h 49"/>
                <a:gd name="T8" fmla="*/ 47 w 61"/>
                <a:gd name="T9" fmla="*/ 70 h 49"/>
                <a:gd name="T10" fmla="*/ 0 w 61"/>
                <a:gd name="T11" fmla="*/ 0 h 49"/>
                <a:gd name="T12" fmla="*/ 41 w 61"/>
                <a:gd name="T13" fmla="*/ 109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9">
                  <a:moveTo>
                    <a:pt x="15" y="32"/>
                  </a:moveTo>
                  <a:cubicBezTo>
                    <a:pt x="16" y="38"/>
                    <a:pt x="29" y="44"/>
                    <a:pt x="35" y="46"/>
                  </a:cubicBezTo>
                  <a:cubicBezTo>
                    <a:pt x="45" y="49"/>
                    <a:pt x="56" y="41"/>
                    <a:pt x="61" y="31"/>
                  </a:cubicBezTo>
                  <a:cubicBezTo>
                    <a:pt x="55" y="37"/>
                    <a:pt x="46" y="34"/>
                    <a:pt x="38" y="33"/>
                  </a:cubicBezTo>
                  <a:cubicBezTo>
                    <a:pt x="28" y="31"/>
                    <a:pt x="21" y="27"/>
                    <a:pt x="15" y="19"/>
                  </a:cubicBezTo>
                  <a:cubicBezTo>
                    <a:pt x="10" y="13"/>
                    <a:pt x="4" y="6"/>
                    <a:pt x="0" y="0"/>
                  </a:cubicBezTo>
                  <a:cubicBezTo>
                    <a:pt x="4" y="11"/>
                    <a:pt x="5" y="20"/>
                    <a:pt x="13" y="29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38" name="Freeform 4415">
              <a:extLst>
                <a:ext uri="{FF2B5EF4-FFF2-40B4-BE49-F238E27FC236}">
                  <a16:creationId xmlns:a16="http://schemas.microsoft.com/office/drawing/2014/main" id="{47440BD2-175E-4580-9BBC-460D6295B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587"/>
              <a:ext cx="104" cy="60"/>
            </a:xfrm>
            <a:custGeom>
              <a:avLst/>
              <a:gdLst>
                <a:gd name="T0" fmla="*/ 20 w 72"/>
                <a:gd name="T1" fmla="*/ 18 h 39"/>
                <a:gd name="T2" fmla="*/ 114 w 72"/>
                <a:gd name="T3" fmla="*/ 120 h 39"/>
                <a:gd name="T4" fmla="*/ 217 w 72"/>
                <a:gd name="T5" fmla="*/ 100 h 39"/>
                <a:gd name="T6" fmla="*/ 94 w 72"/>
                <a:gd name="T7" fmla="*/ 52 h 39"/>
                <a:gd name="T8" fmla="*/ 0 w 72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39">
                  <a:moveTo>
                    <a:pt x="7" y="5"/>
                  </a:moveTo>
                  <a:cubicBezTo>
                    <a:pt x="13" y="13"/>
                    <a:pt x="29" y="28"/>
                    <a:pt x="38" y="33"/>
                  </a:cubicBezTo>
                  <a:cubicBezTo>
                    <a:pt x="46" y="39"/>
                    <a:pt x="65" y="37"/>
                    <a:pt x="72" y="27"/>
                  </a:cubicBezTo>
                  <a:cubicBezTo>
                    <a:pt x="61" y="38"/>
                    <a:pt x="39" y="19"/>
                    <a:pt x="31" y="14"/>
                  </a:cubicBezTo>
                  <a:cubicBezTo>
                    <a:pt x="21" y="8"/>
                    <a:pt x="9" y="6"/>
                    <a:pt x="0" y="0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39" name="Freeform 4416">
              <a:extLst>
                <a:ext uri="{FF2B5EF4-FFF2-40B4-BE49-F238E27FC236}">
                  <a16:creationId xmlns:a16="http://schemas.microsoft.com/office/drawing/2014/main" id="{903B6F3B-8B79-47CB-B0D0-6E173B25D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506"/>
              <a:ext cx="104" cy="30"/>
            </a:xfrm>
            <a:custGeom>
              <a:avLst/>
              <a:gdLst>
                <a:gd name="T0" fmla="*/ 46 w 72"/>
                <a:gd name="T1" fmla="*/ 60 h 19"/>
                <a:gd name="T2" fmla="*/ 88 w 72"/>
                <a:gd name="T3" fmla="*/ 74 h 19"/>
                <a:gd name="T4" fmla="*/ 142 w 72"/>
                <a:gd name="T5" fmla="*/ 62 h 19"/>
                <a:gd name="T6" fmla="*/ 217 w 72"/>
                <a:gd name="T7" fmla="*/ 0 h 19"/>
                <a:gd name="T8" fmla="*/ 90 w 72"/>
                <a:gd name="T9" fmla="*/ 35 h 19"/>
                <a:gd name="T10" fmla="*/ 0 w 72"/>
                <a:gd name="T11" fmla="*/ 4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9">
                  <a:moveTo>
                    <a:pt x="15" y="15"/>
                  </a:moveTo>
                  <a:cubicBezTo>
                    <a:pt x="20" y="16"/>
                    <a:pt x="24" y="19"/>
                    <a:pt x="29" y="19"/>
                  </a:cubicBezTo>
                  <a:cubicBezTo>
                    <a:pt x="35" y="19"/>
                    <a:pt x="42" y="17"/>
                    <a:pt x="47" y="16"/>
                  </a:cubicBezTo>
                  <a:cubicBezTo>
                    <a:pt x="57" y="14"/>
                    <a:pt x="68" y="11"/>
                    <a:pt x="72" y="0"/>
                  </a:cubicBezTo>
                  <a:cubicBezTo>
                    <a:pt x="65" y="15"/>
                    <a:pt x="43" y="9"/>
                    <a:pt x="30" y="9"/>
                  </a:cubicBezTo>
                  <a:cubicBezTo>
                    <a:pt x="21" y="9"/>
                    <a:pt x="9" y="9"/>
                    <a:pt x="0" y="12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40" name="Freeform 4417">
              <a:extLst>
                <a:ext uri="{FF2B5EF4-FFF2-40B4-BE49-F238E27FC236}">
                  <a16:creationId xmlns:a16="http://schemas.microsoft.com/office/drawing/2014/main" id="{7A4DFD7A-9C57-4A8A-AC7C-B5E80D90B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3528"/>
              <a:ext cx="71" cy="63"/>
            </a:xfrm>
            <a:custGeom>
              <a:avLst/>
              <a:gdLst>
                <a:gd name="T0" fmla="*/ 0 w 49"/>
                <a:gd name="T1" fmla="*/ 22 h 41"/>
                <a:gd name="T2" fmla="*/ 52 w 49"/>
                <a:gd name="T3" fmla="*/ 135 h 41"/>
                <a:gd name="T4" fmla="*/ 149 w 49"/>
                <a:gd name="T5" fmla="*/ 123 h 41"/>
                <a:gd name="T6" fmla="*/ 46 w 49"/>
                <a:gd name="T7" fmla="*/ 97 h 41"/>
                <a:gd name="T8" fmla="*/ 1 w 49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1">
                  <a:moveTo>
                    <a:pt x="0" y="6"/>
                  </a:moveTo>
                  <a:cubicBezTo>
                    <a:pt x="1" y="18"/>
                    <a:pt x="6" y="31"/>
                    <a:pt x="17" y="37"/>
                  </a:cubicBezTo>
                  <a:cubicBezTo>
                    <a:pt x="27" y="41"/>
                    <a:pt x="41" y="37"/>
                    <a:pt x="49" y="34"/>
                  </a:cubicBezTo>
                  <a:cubicBezTo>
                    <a:pt x="39" y="40"/>
                    <a:pt x="23" y="34"/>
                    <a:pt x="15" y="27"/>
                  </a:cubicBezTo>
                  <a:cubicBezTo>
                    <a:pt x="8" y="21"/>
                    <a:pt x="2" y="10"/>
                    <a:pt x="1" y="0"/>
                  </a:cubicBezTo>
                </a:path>
              </a:pathLst>
            </a:custGeom>
            <a:solidFill>
              <a:srgbClr val="D2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41" name="Freeform 4418">
              <a:extLst>
                <a:ext uri="{FF2B5EF4-FFF2-40B4-BE49-F238E27FC236}">
                  <a16:creationId xmlns:a16="http://schemas.microsoft.com/office/drawing/2014/main" id="{4A06978C-C25A-4FAC-84B5-A825D6E32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119"/>
              <a:ext cx="52" cy="109"/>
            </a:xfrm>
            <a:custGeom>
              <a:avLst/>
              <a:gdLst>
                <a:gd name="T0" fmla="*/ 108 w 36"/>
                <a:gd name="T1" fmla="*/ 265 h 70"/>
                <a:gd name="T2" fmla="*/ 0 w 36"/>
                <a:gd name="T3" fmla="*/ 0 h 70"/>
                <a:gd name="T4" fmla="*/ 108 w 36"/>
                <a:gd name="T5" fmla="*/ 265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0">
                  <a:moveTo>
                    <a:pt x="36" y="70"/>
                  </a:moveTo>
                  <a:cubicBezTo>
                    <a:pt x="13" y="56"/>
                    <a:pt x="0" y="28"/>
                    <a:pt x="0" y="0"/>
                  </a:cubicBezTo>
                  <a:cubicBezTo>
                    <a:pt x="6" y="18"/>
                    <a:pt x="22" y="58"/>
                    <a:pt x="36" y="70"/>
                  </a:cubicBezTo>
                  <a:close/>
                </a:path>
              </a:pathLst>
            </a:custGeom>
            <a:solidFill>
              <a:srgbClr val="E2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42" name="Freeform 4419">
              <a:extLst>
                <a:ext uri="{FF2B5EF4-FFF2-40B4-BE49-F238E27FC236}">
                  <a16:creationId xmlns:a16="http://schemas.microsoft.com/office/drawing/2014/main" id="{F7D39F88-A164-4DAF-BFF3-B67BA7F77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3160"/>
              <a:ext cx="9" cy="18"/>
            </a:xfrm>
            <a:custGeom>
              <a:avLst/>
              <a:gdLst>
                <a:gd name="T0" fmla="*/ 0 w 6"/>
                <a:gd name="T1" fmla="*/ 0 h 12"/>
                <a:gd name="T2" fmla="*/ 18 w 6"/>
                <a:gd name="T3" fmla="*/ 41 h 12"/>
                <a:gd name="T4" fmla="*/ 5 w 6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1" y="5"/>
                    <a:pt x="2" y="8"/>
                    <a:pt x="5" y="12"/>
                  </a:cubicBezTo>
                  <a:cubicBezTo>
                    <a:pt x="6" y="9"/>
                    <a:pt x="3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43" name="Freeform 4420">
              <a:extLst>
                <a:ext uri="{FF2B5EF4-FFF2-40B4-BE49-F238E27FC236}">
                  <a16:creationId xmlns:a16="http://schemas.microsoft.com/office/drawing/2014/main" id="{F8494F07-7AFA-499D-834E-8E60FD7A0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183"/>
              <a:ext cx="5" cy="6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14 h 4"/>
                <a:gd name="T4" fmla="*/ 13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44" name="Freeform 4421">
              <a:extLst>
                <a:ext uri="{FF2B5EF4-FFF2-40B4-BE49-F238E27FC236}">
                  <a16:creationId xmlns:a16="http://schemas.microsoft.com/office/drawing/2014/main" id="{AF0D453D-B59B-4608-9EEA-97C43B6AE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77"/>
              <a:ext cx="384" cy="992"/>
            </a:xfrm>
            <a:custGeom>
              <a:avLst/>
              <a:gdLst>
                <a:gd name="T0" fmla="*/ 603 w 265"/>
                <a:gd name="T1" fmla="*/ 323 h 641"/>
                <a:gd name="T2" fmla="*/ 509 w 265"/>
                <a:gd name="T3" fmla="*/ 1278 h 641"/>
                <a:gd name="T4" fmla="*/ 0 w 265"/>
                <a:gd name="T5" fmla="*/ 939 h 641"/>
                <a:gd name="T6" fmla="*/ 188 w 265"/>
                <a:gd name="T7" fmla="*/ 2354 h 641"/>
                <a:gd name="T8" fmla="*/ 197 w 265"/>
                <a:gd name="T9" fmla="*/ 2354 h 641"/>
                <a:gd name="T10" fmla="*/ 529 w 265"/>
                <a:gd name="T11" fmla="*/ 1705 h 641"/>
                <a:gd name="T12" fmla="*/ 777 w 265"/>
                <a:gd name="T13" fmla="*/ 1054 h 641"/>
                <a:gd name="T14" fmla="*/ 800 w 265"/>
                <a:gd name="T15" fmla="*/ 839 h 641"/>
                <a:gd name="T16" fmla="*/ 725 w 265"/>
                <a:gd name="T17" fmla="*/ 467 h 641"/>
                <a:gd name="T18" fmla="*/ 533 w 265"/>
                <a:gd name="T19" fmla="*/ 156 h 641"/>
                <a:gd name="T20" fmla="*/ 345 w 265"/>
                <a:gd name="T21" fmla="*/ 0 h 641"/>
                <a:gd name="T22" fmla="*/ 603 w 265"/>
                <a:gd name="T23" fmla="*/ 323 h 6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5" h="641">
                  <a:moveTo>
                    <a:pt x="198" y="87"/>
                  </a:moveTo>
                  <a:cubicBezTo>
                    <a:pt x="265" y="194"/>
                    <a:pt x="220" y="339"/>
                    <a:pt x="167" y="345"/>
                  </a:cubicBezTo>
                  <a:cubicBezTo>
                    <a:pt x="101" y="358"/>
                    <a:pt x="65" y="317"/>
                    <a:pt x="0" y="253"/>
                  </a:cubicBezTo>
                  <a:cubicBezTo>
                    <a:pt x="142" y="428"/>
                    <a:pt x="76" y="617"/>
                    <a:pt x="62" y="635"/>
                  </a:cubicBezTo>
                  <a:cubicBezTo>
                    <a:pt x="58" y="641"/>
                    <a:pt x="65" y="635"/>
                    <a:pt x="65" y="635"/>
                  </a:cubicBezTo>
                  <a:cubicBezTo>
                    <a:pt x="82" y="619"/>
                    <a:pt x="133" y="537"/>
                    <a:pt x="174" y="460"/>
                  </a:cubicBezTo>
                  <a:cubicBezTo>
                    <a:pt x="205" y="403"/>
                    <a:pt x="250" y="302"/>
                    <a:pt x="255" y="284"/>
                  </a:cubicBezTo>
                  <a:cubicBezTo>
                    <a:pt x="261" y="266"/>
                    <a:pt x="263" y="244"/>
                    <a:pt x="263" y="226"/>
                  </a:cubicBezTo>
                  <a:cubicBezTo>
                    <a:pt x="263" y="189"/>
                    <a:pt x="253" y="158"/>
                    <a:pt x="238" y="126"/>
                  </a:cubicBezTo>
                  <a:cubicBezTo>
                    <a:pt x="223" y="93"/>
                    <a:pt x="202" y="66"/>
                    <a:pt x="175" y="42"/>
                  </a:cubicBezTo>
                  <a:cubicBezTo>
                    <a:pt x="157" y="26"/>
                    <a:pt x="134" y="11"/>
                    <a:pt x="113" y="0"/>
                  </a:cubicBezTo>
                  <a:cubicBezTo>
                    <a:pt x="135" y="11"/>
                    <a:pt x="163" y="38"/>
                    <a:pt x="198" y="87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45" name="Freeform 4422">
              <a:extLst>
                <a:ext uri="{FF2B5EF4-FFF2-40B4-BE49-F238E27FC236}">
                  <a16:creationId xmlns:a16="http://schemas.microsoft.com/office/drawing/2014/main" id="{B0FF0F4A-9C82-4273-BE13-E3F9442B8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654"/>
              <a:ext cx="539" cy="374"/>
            </a:xfrm>
            <a:custGeom>
              <a:avLst/>
              <a:gdLst>
                <a:gd name="T0" fmla="*/ 869 w 372"/>
                <a:gd name="T1" fmla="*/ 19 h 242"/>
                <a:gd name="T2" fmla="*/ 1132 w 372"/>
                <a:gd name="T3" fmla="*/ 162 h 242"/>
                <a:gd name="T4" fmla="*/ 658 w 372"/>
                <a:gd name="T5" fmla="*/ 784 h 242"/>
                <a:gd name="T6" fmla="*/ 158 w 372"/>
                <a:gd name="T7" fmla="*/ 507 h 242"/>
                <a:gd name="T8" fmla="*/ 869 w 372"/>
                <a:gd name="T9" fmla="*/ 19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2" h="242">
                  <a:moveTo>
                    <a:pt x="286" y="5"/>
                  </a:moveTo>
                  <a:cubicBezTo>
                    <a:pt x="323" y="2"/>
                    <a:pt x="372" y="17"/>
                    <a:pt x="372" y="44"/>
                  </a:cubicBezTo>
                  <a:cubicBezTo>
                    <a:pt x="363" y="93"/>
                    <a:pt x="251" y="242"/>
                    <a:pt x="216" y="212"/>
                  </a:cubicBezTo>
                  <a:cubicBezTo>
                    <a:pt x="176" y="174"/>
                    <a:pt x="114" y="145"/>
                    <a:pt x="52" y="137"/>
                  </a:cubicBezTo>
                  <a:cubicBezTo>
                    <a:pt x="0" y="127"/>
                    <a:pt x="223" y="0"/>
                    <a:pt x="286" y="5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46" name="Freeform 4423">
              <a:extLst>
                <a:ext uri="{FF2B5EF4-FFF2-40B4-BE49-F238E27FC236}">
                  <a16:creationId xmlns:a16="http://schemas.microsoft.com/office/drawing/2014/main" id="{DF98EEE2-01EF-4F5E-9FDE-B9AC46FB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676"/>
              <a:ext cx="390" cy="235"/>
            </a:xfrm>
            <a:custGeom>
              <a:avLst/>
              <a:gdLst>
                <a:gd name="T0" fmla="*/ 663 w 269"/>
                <a:gd name="T1" fmla="*/ 8 h 152"/>
                <a:gd name="T2" fmla="*/ 786 w 269"/>
                <a:gd name="T3" fmla="*/ 88 h 152"/>
                <a:gd name="T4" fmla="*/ 345 w 269"/>
                <a:gd name="T5" fmla="*/ 499 h 152"/>
                <a:gd name="T6" fmla="*/ 48 w 269"/>
                <a:gd name="T7" fmla="*/ 366 h 152"/>
                <a:gd name="T8" fmla="*/ 663 w 269"/>
                <a:gd name="T9" fmla="*/ 8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9" h="152">
                  <a:moveTo>
                    <a:pt x="217" y="2"/>
                  </a:moveTo>
                  <a:cubicBezTo>
                    <a:pt x="233" y="1"/>
                    <a:pt x="269" y="2"/>
                    <a:pt x="258" y="24"/>
                  </a:cubicBezTo>
                  <a:cubicBezTo>
                    <a:pt x="242" y="55"/>
                    <a:pt x="142" y="152"/>
                    <a:pt x="113" y="135"/>
                  </a:cubicBezTo>
                  <a:cubicBezTo>
                    <a:pt x="76" y="113"/>
                    <a:pt x="42" y="108"/>
                    <a:pt x="16" y="99"/>
                  </a:cubicBezTo>
                  <a:cubicBezTo>
                    <a:pt x="0" y="93"/>
                    <a:pt x="167" y="0"/>
                    <a:pt x="217" y="2"/>
                  </a:cubicBezTo>
                  <a:close/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47" name="Freeform 4424">
              <a:extLst>
                <a:ext uri="{FF2B5EF4-FFF2-40B4-BE49-F238E27FC236}">
                  <a16:creationId xmlns:a16="http://schemas.microsoft.com/office/drawing/2014/main" id="{A72C58CC-E63B-439D-AE01-3798C5428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713"/>
              <a:ext cx="200" cy="106"/>
            </a:xfrm>
            <a:custGeom>
              <a:avLst/>
              <a:gdLst>
                <a:gd name="T0" fmla="*/ 0 w 138"/>
                <a:gd name="T1" fmla="*/ 250 h 69"/>
                <a:gd name="T2" fmla="*/ 420 w 138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8" h="69">
                  <a:moveTo>
                    <a:pt x="0" y="69"/>
                  </a:moveTo>
                  <a:cubicBezTo>
                    <a:pt x="40" y="32"/>
                    <a:pt x="103" y="7"/>
                    <a:pt x="1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48" name="Freeform 4425">
              <a:extLst>
                <a:ext uri="{FF2B5EF4-FFF2-40B4-BE49-F238E27FC236}">
                  <a16:creationId xmlns:a16="http://schemas.microsoft.com/office/drawing/2014/main" id="{E90E65CA-9DE4-44BE-BBCB-51A4F6449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660"/>
              <a:ext cx="518" cy="212"/>
            </a:xfrm>
            <a:custGeom>
              <a:avLst/>
              <a:gdLst>
                <a:gd name="T0" fmla="*/ 1091 w 357"/>
                <a:gd name="T1" fmla="*/ 0 h 137"/>
                <a:gd name="T2" fmla="*/ 210 w 357"/>
                <a:gd name="T3" fmla="*/ 381 h 137"/>
                <a:gd name="T4" fmla="*/ 13 w 357"/>
                <a:gd name="T5" fmla="*/ 494 h 137"/>
                <a:gd name="T6" fmla="*/ 19 w 357"/>
                <a:gd name="T7" fmla="*/ 503 h 137"/>
                <a:gd name="T8" fmla="*/ 382 w 357"/>
                <a:gd name="T9" fmla="*/ 494 h 137"/>
                <a:gd name="T10" fmla="*/ 312 w 357"/>
                <a:gd name="T11" fmla="*/ 398 h 137"/>
                <a:gd name="T12" fmla="*/ 1091 w 357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7" h="137">
                  <a:moveTo>
                    <a:pt x="357" y="0"/>
                  </a:moveTo>
                  <a:cubicBezTo>
                    <a:pt x="320" y="4"/>
                    <a:pt x="100" y="88"/>
                    <a:pt x="69" y="103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33"/>
                    <a:pt x="0" y="137"/>
                    <a:pt x="6" y="136"/>
                  </a:cubicBezTo>
                  <a:cubicBezTo>
                    <a:pt x="24" y="132"/>
                    <a:pt x="89" y="126"/>
                    <a:pt x="125" y="133"/>
                  </a:cubicBezTo>
                  <a:cubicBezTo>
                    <a:pt x="102" y="130"/>
                    <a:pt x="89" y="119"/>
                    <a:pt x="102" y="107"/>
                  </a:cubicBezTo>
                  <a:cubicBezTo>
                    <a:pt x="116" y="95"/>
                    <a:pt x="320" y="6"/>
                    <a:pt x="357" y="0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49" name="Freeform 4426">
              <a:extLst>
                <a:ext uri="{FF2B5EF4-FFF2-40B4-BE49-F238E27FC236}">
                  <a16:creationId xmlns:a16="http://schemas.microsoft.com/office/drawing/2014/main" id="{AEDE4D74-6FD4-48B7-BB09-EF5DA60A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829"/>
              <a:ext cx="91" cy="43"/>
            </a:xfrm>
            <a:custGeom>
              <a:avLst/>
              <a:gdLst>
                <a:gd name="T0" fmla="*/ 189 w 63"/>
                <a:gd name="T1" fmla="*/ 75 h 28"/>
                <a:gd name="T2" fmla="*/ 13 w 63"/>
                <a:gd name="T3" fmla="*/ 97 h 28"/>
                <a:gd name="T4" fmla="*/ 14 w 63"/>
                <a:gd name="T5" fmla="*/ 88 h 28"/>
                <a:gd name="T6" fmla="*/ 170 w 63"/>
                <a:gd name="T7" fmla="*/ 0 h 28"/>
                <a:gd name="T8" fmla="*/ 144 w 63"/>
                <a:gd name="T9" fmla="*/ 43 h 28"/>
                <a:gd name="T10" fmla="*/ 189 w 63"/>
                <a:gd name="T11" fmla="*/ 7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63" y="21"/>
                  </a:moveTo>
                  <a:cubicBezTo>
                    <a:pt x="38" y="21"/>
                    <a:pt x="15" y="25"/>
                    <a:pt x="4" y="27"/>
                  </a:cubicBezTo>
                  <a:cubicBezTo>
                    <a:pt x="0" y="28"/>
                    <a:pt x="5" y="24"/>
                    <a:pt x="5" y="24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9" y="7"/>
                    <a:pt x="47" y="9"/>
                    <a:pt x="48" y="12"/>
                  </a:cubicBezTo>
                  <a:cubicBezTo>
                    <a:pt x="50" y="16"/>
                    <a:pt x="52" y="20"/>
                    <a:pt x="63" y="21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50" name="Oval 4427">
              <a:extLst>
                <a:ext uri="{FF2B5EF4-FFF2-40B4-BE49-F238E27FC236}">
                  <a16:creationId xmlns:a16="http://schemas.microsoft.com/office/drawing/2014/main" id="{20D45A51-31E0-4CEA-A738-05AD29A91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872"/>
              <a:ext cx="1083" cy="1157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99751" name="Oval 4428">
              <a:extLst>
                <a:ext uri="{FF2B5EF4-FFF2-40B4-BE49-F238E27FC236}">
                  <a16:creationId xmlns:a16="http://schemas.microsoft.com/office/drawing/2014/main" id="{E9FE35CB-9F99-4157-A5E1-754477BF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0" y="2914"/>
              <a:ext cx="1006" cy="1073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99752" name="Freeform 4429">
              <a:extLst>
                <a:ext uri="{FF2B5EF4-FFF2-40B4-BE49-F238E27FC236}">
                  <a16:creationId xmlns:a16="http://schemas.microsoft.com/office/drawing/2014/main" id="{78757D61-6DA6-4D0C-AFAA-4FAD9EE17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980"/>
              <a:ext cx="889" cy="951"/>
            </a:xfrm>
            <a:custGeom>
              <a:avLst/>
              <a:gdLst>
                <a:gd name="T0" fmla="*/ 808 w 613"/>
                <a:gd name="T1" fmla="*/ 2267 h 615"/>
                <a:gd name="T2" fmla="*/ 671 w 613"/>
                <a:gd name="T3" fmla="*/ 2197 h 615"/>
                <a:gd name="T4" fmla="*/ 458 w 613"/>
                <a:gd name="T5" fmla="*/ 2118 h 615"/>
                <a:gd name="T6" fmla="*/ 270 w 613"/>
                <a:gd name="T7" fmla="*/ 1894 h 615"/>
                <a:gd name="T8" fmla="*/ 154 w 613"/>
                <a:gd name="T9" fmla="*/ 1760 h 615"/>
                <a:gd name="T10" fmla="*/ 97 w 613"/>
                <a:gd name="T11" fmla="*/ 1579 h 615"/>
                <a:gd name="T12" fmla="*/ 15 w 613"/>
                <a:gd name="T13" fmla="*/ 1389 h 615"/>
                <a:gd name="T14" fmla="*/ 19 w 613"/>
                <a:gd name="T15" fmla="*/ 1124 h 615"/>
                <a:gd name="T16" fmla="*/ 943 w 613"/>
                <a:gd name="T17" fmla="*/ 0 h 615"/>
                <a:gd name="T18" fmla="*/ 1869 w 613"/>
                <a:gd name="T19" fmla="*/ 1124 h 615"/>
                <a:gd name="T20" fmla="*/ 1855 w 613"/>
                <a:gd name="T21" fmla="*/ 1325 h 615"/>
                <a:gd name="T22" fmla="*/ 1827 w 613"/>
                <a:gd name="T23" fmla="*/ 1523 h 615"/>
                <a:gd name="T24" fmla="*/ 1746 w 613"/>
                <a:gd name="T25" fmla="*/ 1686 h 615"/>
                <a:gd name="T26" fmla="*/ 1681 w 613"/>
                <a:gd name="T27" fmla="*/ 1856 h 615"/>
                <a:gd name="T28" fmla="*/ 1552 w 613"/>
                <a:gd name="T29" fmla="*/ 1968 h 615"/>
                <a:gd name="T30" fmla="*/ 1443 w 613"/>
                <a:gd name="T31" fmla="*/ 2117 h 615"/>
                <a:gd name="T32" fmla="*/ 1289 w 613"/>
                <a:gd name="T33" fmla="*/ 2163 h 615"/>
                <a:gd name="T34" fmla="*/ 1112 w 613"/>
                <a:gd name="T35" fmla="*/ 2248 h 615"/>
                <a:gd name="T36" fmla="*/ 943 w 613"/>
                <a:gd name="T37" fmla="*/ 2245 h 615"/>
                <a:gd name="T38" fmla="*/ 808 w 613"/>
                <a:gd name="T39" fmla="*/ 2267 h 61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13" h="615">
                  <a:moveTo>
                    <a:pt x="265" y="613"/>
                  </a:moveTo>
                  <a:cubicBezTo>
                    <a:pt x="249" y="611"/>
                    <a:pt x="234" y="598"/>
                    <a:pt x="220" y="594"/>
                  </a:cubicBezTo>
                  <a:cubicBezTo>
                    <a:pt x="195" y="586"/>
                    <a:pt x="172" y="586"/>
                    <a:pt x="150" y="573"/>
                  </a:cubicBezTo>
                  <a:cubicBezTo>
                    <a:pt x="127" y="559"/>
                    <a:pt x="107" y="531"/>
                    <a:pt x="88" y="512"/>
                  </a:cubicBezTo>
                  <a:cubicBezTo>
                    <a:pt x="77" y="499"/>
                    <a:pt x="60" y="490"/>
                    <a:pt x="50" y="476"/>
                  </a:cubicBezTo>
                  <a:cubicBezTo>
                    <a:pt x="41" y="462"/>
                    <a:pt x="39" y="442"/>
                    <a:pt x="32" y="427"/>
                  </a:cubicBezTo>
                  <a:cubicBezTo>
                    <a:pt x="23" y="408"/>
                    <a:pt x="9" y="396"/>
                    <a:pt x="5" y="376"/>
                  </a:cubicBezTo>
                  <a:cubicBezTo>
                    <a:pt x="0" y="355"/>
                    <a:pt x="6" y="326"/>
                    <a:pt x="6" y="304"/>
                  </a:cubicBezTo>
                  <a:cubicBezTo>
                    <a:pt x="6" y="136"/>
                    <a:pt x="142" y="0"/>
                    <a:pt x="309" y="0"/>
                  </a:cubicBezTo>
                  <a:cubicBezTo>
                    <a:pt x="477" y="0"/>
                    <a:pt x="613" y="136"/>
                    <a:pt x="613" y="304"/>
                  </a:cubicBezTo>
                  <a:cubicBezTo>
                    <a:pt x="613" y="322"/>
                    <a:pt x="611" y="340"/>
                    <a:pt x="608" y="358"/>
                  </a:cubicBezTo>
                  <a:cubicBezTo>
                    <a:pt x="605" y="376"/>
                    <a:pt x="606" y="395"/>
                    <a:pt x="599" y="412"/>
                  </a:cubicBezTo>
                  <a:cubicBezTo>
                    <a:pt x="593" y="427"/>
                    <a:pt x="580" y="441"/>
                    <a:pt x="572" y="456"/>
                  </a:cubicBezTo>
                  <a:cubicBezTo>
                    <a:pt x="564" y="471"/>
                    <a:pt x="562" y="489"/>
                    <a:pt x="551" y="502"/>
                  </a:cubicBezTo>
                  <a:cubicBezTo>
                    <a:pt x="541" y="515"/>
                    <a:pt x="521" y="522"/>
                    <a:pt x="509" y="532"/>
                  </a:cubicBezTo>
                  <a:cubicBezTo>
                    <a:pt x="495" y="544"/>
                    <a:pt x="488" y="562"/>
                    <a:pt x="473" y="572"/>
                  </a:cubicBezTo>
                  <a:cubicBezTo>
                    <a:pt x="459" y="580"/>
                    <a:pt x="437" y="580"/>
                    <a:pt x="423" y="585"/>
                  </a:cubicBezTo>
                  <a:cubicBezTo>
                    <a:pt x="403" y="593"/>
                    <a:pt x="386" y="604"/>
                    <a:pt x="365" y="608"/>
                  </a:cubicBezTo>
                  <a:cubicBezTo>
                    <a:pt x="348" y="611"/>
                    <a:pt x="327" y="607"/>
                    <a:pt x="309" y="607"/>
                  </a:cubicBezTo>
                  <a:cubicBezTo>
                    <a:pt x="294" y="607"/>
                    <a:pt x="279" y="615"/>
                    <a:pt x="265" y="61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53" name="Freeform 4430">
              <a:extLst>
                <a:ext uri="{FF2B5EF4-FFF2-40B4-BE49-F238E27FC236}">
                  <a16:creationId xmlns:a16="http://schemas.microsoft.com/office/drawing/2014/main" id="{63C587A3-39BB-42C2-B058-8F035CA1A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645"/>
              <a:ext cx="1104" cy="1211"/>
            </a:xfrm>
            <a:custGeom>
              <a:avLst/>
              <a:gdLst>
                <a:gd name="T0" fmla="*/ 0 w 761"/>
                <a:gd name="T1" fmla="*/ 758 h 783"/>
                <a:gd name="T2" fmla="*/ 1383 w 761"/>
                <a:gd name="T3" fmla="*/ 40 h 783"/>
                <a:gd name="T4" fmla="*/ 1477 w 761"/>
                <a:gd name="T5" fmla="*/ 12 h 783"/>
                <a:gd name="T6" fmla="*/ 1587 w 761"/>
                <a:gd name="T7" fmla="*/ 0 h 783"/>
                <a:gd name="T8" fmla="*/ 2324 w 761"/>
                <a:gd name="T9" fmla="*/ 892 h 783"/>
                <a:gd name="T10" fmla="*/ 2283 w 761"/>
                <a:gd name="T11" fmla="*/ 1185 h 783"/>
                <a:gd name="T12" fmla="*/ 1429 w 761"/>
                <a:gd name="T13" fmla="*/ 2897 h 7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1" h="783">
                  <a:moveTo>
                    <a:pt x="0" y="205"/>
                  </a:moveTo>
                  <a:cubicBezTo>
                    <a:pt x="114" y="134"/>
                    <a:pt x="297" y="62"/>
                    <a:pt x="453" y="11"/>
                  </a:cubicBezTo>
                  <a:cubicBezTo>
                    <a:pt x="458" y="10"/>
                    <a:pt x="478" y="4"/>
                    <a:pt x="484" y="3"/>
                  </a:cubicBezTo>
                  <a:cubicBezTo>
                    <a:pt x="496" y="1"/>
                    <a:pt x="508" y="0"/>
                    <a:pt x="520" y="0"/>
                  </a:cubicBezTo>
                  <a:cubicBezTo>
                    <a:pt x="653" y="0"/>
                    <a:pt x="761" y="108"/>
                    <a:pt x="761" y="241"/>
                  </a:cubicBezTo>
                  <a:cubicBezTo>
                    <a:pt x="761" y="269"/>
                    <a:pt x="757" y="295"/>
                    <a:pt x="748" y="320"/>
                  </a:cubicBezTo>
                  <a:cubicBezTo>
                    <a:pt x="668" y="512"/>
                    <a:pt x="596" y="627"/>
                    <a:pt x="468" y="78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54" name="Freeform 4431">
              <a:extLst>
                <a:ext uri="{FF2B5EF4-FFF2-40B4-BE49-F238E27FC236}">
                  <a16:creationId xmlns:a16="http://schemas.microsoft.com/office/drawing/2014/main" id="{F6A5434E-CBCA-49BD-B804-41CA9E79D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963"/>
              <a:ext cx="833" cy="721"/>
            </a:xfrm>
            <a:custGeom>
              <a:avLst/>
              <a:gdLst>
                <a:gd name="T0" fmla="*/ 107 w 574"/>
                <a:gd name="T1" fmla="*/ 726 h 466"/>
                <a:gd name="T2" fmla="*/ 219 w 574"/>
                <a:gd name="T3" fmla="*/ 1298 h 466"/>
                <a:gd name="T4" fmla="*/ 257 w 574"/>
                <a:gd name="T5" fmla="*/ 1321 h 466"/>
                <a:gd name="T6" fmla="*/ 271 w 574"/>
                <a:gd name="T7" fmla="*/ 1352 h 466"/>
                <a:gd name="T8" fmla="*/ 312 w 574"/>
                <a:gd name="T9" fmla="*/ 1509 h 466"/>
                <a:gd name="T10" fmla="*/ 332 w 574"/>
                <a:gd name="T11" fmla="*/ 1536 h 466"/>
                <a:gd name="T12" fmla="*/ 482 w 574"/>
                <a:gd name="T13" fmla="*/ 1570 h 466"/>
                <a:gd name="T14" fmla="*/ 533 w 574"/>
                <a:gd name="T15" fmla="*/ 1570 h 466"/>
                <a:gd name="T16" fmla="*/ 550 w 574"/>
                <a:gd name="T17" fmla="*/ 1589 h 466"/>
                <a:gd name="T18" fmla="*/ 562 w 574"/>
                <a:gd name="T19" fmla="*/ 1611 h 466"/>
                <a:gd name="T20" fmla="*/ 583 w 574"/>
                <a:gd name="T21" fmla="*/ 1649 h 466"/>
                <a:gd name="T22" fmla="*/ 731 w 574"/>
                <a:gd name="T23" fmla="*/ 1719 h 466"/>
                <a:gd name="T24" fmla="*/ 832 w 574"/>
                <a:gd name="T25" fmla="*/ 1645 h 466"/>
                <a:gd name="T26" fmla="*/ 888 w 574"/>
                <a:gd name="T27" fmla="*/ 1671 h 466"/>
                <a:gd name="T28" fmla="*/ 1088 w 574"/>
                <a:gd name="T29" fmla="*/ 1671 h 466"/>
                <a:gd name="T30" fmla="*/ 1157 w 574"/>
                <a:gd name="T31" fmla="*/ 1530 h 466"/>
                <a:gd name="T32" fmla="*/ 1180 w 574"/>
                <a:gd name="T33" fmla="*/ 1453 h 466"/>
                <a:gd name="T34" fmla="*/ 1238 w 574"/>
                <a:gd name="T35" fmla="*/ 1448 h 466"/>
                <a:gd name="T36" fmla="*/ 1395 w 574"/>
                <a:gd name="T37" fmla="*/ 1278 h 466"/>
                <a:gd name="T38" fmla="*/ 1411 w 574"/>
                <a:gd name="T39" fmla="*/ 1230 h 466"/>
                <a:gd name="T40" fmla="*/ 1502 w 574"/>
                <a:gd name="T41" fmla="*/ 1247 h 466"/>
                <a:gd name="T42" fmla="*/ 1625 w 574"/>
                <a:gd name="T43" fmla="*/ 1266 h 466"/>
                <a:gd name="T44" fmla="*/ 1672 w 574"/>
                <a:gd name="T45" fmla="*/ 791 h 466"/>
                <a:gd name="T46" fmla="*/ 1672 w 574"/>
                <a:gd name="T47" fmla="*/ 791 h 466"/>
                <a:gd name="T48" fmla="*/ 1559 w 574"/>
                <a:gd name="T49" fmla="*/ 543 h 466"/>
                <a:gd name="T50" fmla="*/ 364 w 574"/>
                <a:gd name="T51" fmla="*/ 345 h 466"/>
                <a:gd name="T52" fmla="*/ 107 w 574"/>
                <a:gd name="T53" fmla="*/ 726 h 46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74" h="466">
                  <a:moveTo>
                    <a:pt x="35" y="196"/>
                  </a:moveTo>
                  <a:cubicBezTo>
                    <a:pt x="0" y="274"/>
                    <a:pt x="47" y="330"/>
                    <a:pt x="72" y="350"/>
                  </a:cubicBezTo>
                  <a:cubicBezTo>
                    <a:pt x="79" y="355"/>
                    <a:pt x="83" y="357"/>
                    <a:pt x="84" y="357"/>
                  </a:cubicBezTo>
                  <a:cubicBezTo>
                    <a:pt x="86" y="359"/>
                    <a:pt x="89" y="361"/>
                    <a:pt x="89" y="365"/>
                  </a:cubicBezTo>
                  <a:cubicBezTo>
                    <a:pt x="90" y="377"/>
                    <a:pt x="92" y="393"/>
                    <a:pt x="102" y="407"/>
                  </a:cubicBezTo>
                  <a:cubicBezTo>
                    <a:pt x="104" y="410"/>
                    <a:pt x="107" y="413"/>
                    <a:pt x="109" y="415"/>
                  </a:cubicBezTo>
                  <a:cubicBezTo>
                    <a:pt x="126" y="430"/>
                    <a:pt x="145" y="427"/>
                    <a:pt x="158" y="424"/>
                  </a:cubicBezTo>
                  <a:cubicBezTo>
                    <a:pt x="166" y="423"/>
                    <a:pt x="171" y="422"/>
                    <a:pt x="174" y="424"/>
                  </a:cubicBezTo>
                  <a:cubicBezTo>
                    <a:pt x="177" y="425"/>
                    <a:pt x="178" y="426"/>
                    <a:pt x="180" y="429"/>
                  </a:cubicBezTo>
                  <a:cubicBezTo>
                    <a:pt x="181" y="430"/>
                    <a:pt x="183" y="432"/>
                    <a:pt x="184" y="435"/>
                  </a:cubicBezTo>
                  <a:cubicBezTo>
                    <a:pt x="186" y="438"/>
                    <a:pt x="188" y="441"/>
                    <a:pt x="191" y="445"/>
                  </a:cubicBezTo>
                  <a:cubicBezTo>
                    <a:pt x="199" y="455"/>
                    <a:pt x="212" y="466"/>
                    <a:pt x="239" y="464"/>
                  </a:cubicBezTo>
                  <a:cubicBezTo>
                    <a:pt x="254" y="463"/>
                    <a:pt x="264" y="452"/>
                    <a:pt x="272" y="444"/>
                  </a:cubicBezTo>
                  <a:cubicBezTo>
                    <a:pt x="279" y="436"/>
                    <a:pt x="286" y="447"/>
                    <a:pt x="291" y="451"/>
                  </a:cubicBezTo>
                  <a:cubicBezTo>
                    <a:pt x="312" y="466"/>
                    <a:pt x="335" y="466"/>
                    <a:pt x="356" y="451"/>
                  </a:cubicBezTo>
                  <a:cubicBezTo>
                    <a:pt x="375" y="438"/>
                    <a:pt x="377" y="425"/>
                    <a:pt x="378" y="413"/>
                  </a:cubicBezTo>
                  <a:cubicBezTo>
                    <a:pt x="379" y="409"/>
                    <a:pt x="381" y="396"/>
                    <a:pt x="386" y="392"/>
                  </a:cubicBezTo>
                  <a:cubicBezTo>
                    <a:pt x="391" y="389"/>
                    <a:pt x="402" y="392"/>
                    <a:pt x="405" y="391"/>
                  </a:cubicBezTo>
                  <a:cubicBezTo>
                    <a:pt x="448" y="386"/>
                    <a:pt x="454" y="360"/>
                    <a:pt x="456" y="345"/>
                  </a:cubicBezTo>
                  <a:cubicBezTo>
                    <a:pt x="458" y="336"/>
                    <a:pt x="459" y="335"/>
                    <a:pt x="462" y="332"/>
                  </a:cubicBezTo>
                  <a:cubicBezTo>
                    <a:pt x="468" y="329"/>
                    <a:pt x="477" y="330"/>
                    <a:pt x="491" y="337"/>
                  </a:cubicBezTo>
                  <a:cubicBezTo>
                    <a:pt x="502" y="343"/>
                    <a:pt x="515" y="350"/>
                    <a:pt x="532" y="342"/>
                  </a:cubicBezTo>
                  <a:cubicBezTo>
                    <a:pt x="574" y="323"/>
                    <a:pt x="559" y="240"/>
                    <a:pt x="547" y="213"/>
                  </a:cubicBezTo>
                  <a:cubicBezTo>
                    <a:pt x="547" y="213"/>
                    <a:pt x="547" y="213"/>
                    <a:pt x="547" y="213"/>
                  </a:cubicBezTo>
                  <a:cubicBezTo>
                    <a:pt x="538" y="190"/>
                    <a:pt x="526" y="167"/>
                    <a:pt x="510" y="147"/>
                  </a:cubicBezTo>
                  <a:cubicBezTo>
                    <a:pt x="417" y="24"/>
                    <a:pt x="242" y="0"/>
                    <a:pt x="119" y="93"/>
                  </a:cubicBezTo>
                  <a:cubicBezTo>
                    <a:pt x="82" y="121"/>
                    <a:pt x="54" y="156"/>
                    <a:pt x="35" y="19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55" name="Freeform 4432">
              <a:extLst>
                <a:ext uri="{FF2B5EF4-FFF2-40B4-BE49-F238E27FC236}">
                  <a16:creationId xmlns:a16="http://schemas.microsoft.com/office/drawing/2014/main" id="{AA9581F5-2406-4109-8B3F-F7A2990C1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3316"/>
              <a:ext cx="25" cy="29"/>
            </a:xfrm>
            <a:custGeom>
              <a:avLst/>
              <a:gdLst>
                <a:gd name="T0" fmla="*/ 0 w 17"/>
                <a:gd name="T1" fmla="*/ 67 h 19"/>
                <a:gd name="T2" fmla="*/ 54 w 1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0" y="19"/>
                  </a:moveTo>
                  <a:cubicBezTo>
                    <a:pt x="7" y="14"/>
                    <a:pt x="12" y="7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56" name="Freeform 4433">
              <a:extLst>
                <a:ext uri="{FF2B5EF4-FFF2-40B4-BE49-F238E27FC236}">
                  <a16:creationId xmlns:a16="http://schemas.microsoft.com/office/drawing/2014/main" id="{8D628518-E4B0-4ED2-B1BA-4438B8FCB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290"/>
              <a:ext cx="38" cy="12"/>
            </a:xfrm>
            <a:custGeom>
              <a:avLst/>
              <a:gdLst>
                <a:gd name="T0" fmla="*/ 0 w 26"/>
                <a:gd name="T1" fmla="*/ 18 h 8"/>
                <a:gd name="T2" fmla="*/ 82 w 2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5"/>
                  </a:moveTo>
                  <a:cubicBezTo>
                    <a:pt x="8" y="8"/>
                    <a:pt x="19" y="4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57" name="Freeform 4434">
              <a:extLst>
                <a:ext uri="{FF2B5EF4-FFF2-40B4-BE49-F238E27FC236}">
                  <a16:creationId xmlns:a16="http://schemas.microsoft.com/office/drawing/2014/main" id="{6E57C364-40FE-4A41-A39D-6C2E756D0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543"/>
              <a:ext cx="42" cy="67"/>
            </a:xfrm>
            <a:custGeom>
              <a:avLst/>
              <a:gdLst>
                <a:gd name="T0" fmla="*/ 0 w 29"/>
                <a:gd name="T1" fmla="*/ 0 h 43"/>
                <a:gd name="T2" fmla="*/ 88 w 29"/>
                <a:gd name="T3" fmla="*/ 16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3">
                  <a:moveTo>
                    <a:pt x="0" y="0"/>
                  </a:moveTo>
                  <a:cubicBezTo>
                    <a:pt x="19" y="6"/>
                    <a:pt x="21" y="29"/>
                    <a:pt x="29" y="43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58" name="Freeform 4435">
              <a:extLst>
                <a:ext uri="{FF2B5EF4-FFF2-40B4-BE49-F238E27FC236}">
                  <a16:creationId xmlns:a16="http://schemas.microsoft.com/office/drawing/2014/main" id="{31FE5D07-EF92-4578-B3F9-98707EA46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562"/>
              <a:ext cx="109" cy="49"/>
            </a:xfrm>
            <a:custGeom>
              <a:avLst/>
              <a:gdLst>
                <a:gd name="T0" fmla="*/ 0 w 75"/>
                <a:gd name="T1" fmla="*/ 32 h 32"/>
                <a:gd name="T2" fmla="*/ 163 w 75"/>
                <a:gd name="T3" fmla="*/ 47 h 32"/>
                <a:gd name="T4" fmla="*/ 230 w 75"/>
                <a:gd name="T5" fmla="*/ 11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32">
                  <a:moveTo>
                    <a:pt x="0" y="9"/>
                  </a:moveTo>
                  <a:cubicBezTo>
                    <a:pt x="19" y="5"/>
                    <a:pt x="35" y="0"/>
                    <a:pt x="53" y="13"/>
                  </a:cubicBezTo>
                  <a:cubicBezTo>
                    <a:pt x="61" y="19"/>
                    <a:pt x="67" y="26"/>
                    <a:pt x="75" y="32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59" name="Freeform 4436">
              <a:extLst>
                <a:ext uri="{FF2B5EF4-FFF2-40B4-BE49-F238E27FC236}">
                  <a16:creationId xmlns:a16="http://schemas.microsoft.com/office/drawing/2014/main" id="{35600E99-56B1-459F-98C7-6EF84EAB3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514"/>
              <a:ext cx="94" cy="29"/>
            </a:xfrm>
            <a:custGeom>
              <a:avLst/>
              <a:gdLst>
                <a:gd name="T0" fmla="*/ 0 w 65"/>
                <a:gd name="T1" fmla="*/ 40 h 19"/>
                <a:gd name="T2" fmla="*/ 197 w 65"/>
                <a:gd name="T3" fmla="*/ 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9">
                  <a:moveTo>
                    <a:pt x="0" y="11"/>
                  </a:moveTo>
                  <a:cubicBezTo>
                    <a:pt x="19" y="0"/>
                    <a:pt x="41" y="19"/>
                    <a:pt x="65" y="13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60" name="Freeform 4437">
              <a:extLst>
                <a:ext uri="{FF2B5EF4-FFF2-40B4-BE49-F238E27FC236}">
                  <a16:creationId xmlns:a16="http://schemas.microsoft.com/office/drawing/2014/main" id="{FB4D8D4C-9FF5-4A86-989C-C3B7D457C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433"/>
              <a:ext cx="93" cy="30"/>
            </a:xfrm>
            <a:custGeom>
              <a:avLst/>
              <a:gdLst>
                <a:gd name="T0" fmla="*/ 0 w 64"/>
                <a:gd name="T1" fmla="*/ 74 h 19"/>
                <a:gd name="T2" fmla="*/ 196 w 64"/>
                <a:gd name="T3" fmla="*/ 2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9">
                  <a:moveTo>
                    <a:pt x="0" y="19"/>
                  </a:moveTo>
                  <a:cubicBezTo>
                    <a:pt x="13" y="2"/>
                    <a:pt x="40" y="0"/>
                    <a:pt x="64" y="6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61" name="Freeform 4438">
              <a:extLst>
                <a:ext uri="{FF2B5EF4-FFF2-40B4-BE49-F238E27FC236}">
                  <a16:creationId xmlns:a16="http://schemas.microsoft.com/office/drawing/2014/main" id="{6FED3FEF-7AC0-4116-9381-DC71E728F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508"/>
              <a:ext cx="48" cy="58"/>
            </a:xfrm>
            <a:custGeom>
              <a:avLst/>
              <a:gdLst>
                <a:gd name="T0" fmla="*/ 0 w 33"/>
                <a:gd name="T1" fmla="*/ 5 h 38"/>
                <a:gd name="T2" fmla="*/ 93 w 33"/>
                <a:gd name="T3" fmla="*/ 96 h 38"/>
                <a:gd name="T4" fmla="*/ 102 w 33"/>
                <a:gd name="T5" fmla="*/ 13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8">
                  <a:moveTo>
                    <a:pt x="0" y="1"/>
                  </a:moveTo>
                  <a:cubicBezTo>
                    <a:pt x="13" y="0"/>
                    <a:pt x="26" y="16"/>
                    <a:pt x="30" y="27"/>
                  </a:cubicBezTo>
                  <a:cubicBezTo>
                    <a:pt x="31" y="31"/>
                    <a:pt x="32" y="34"/>
                    <a:pt x="33" y="38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62" name="Freeform 4439">
              <a:extLst>
                <a:ext uri="{FF2B5EF4-FFF2-40B4-BE49-F238E27FC236}">
                  <a16:creationId xmlns:a16="http://schemas.microsoft.com/office/drawing/2014/main" id="{323D3C37-CAA7-465D-8358-8C75A945B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515"/>
              <a:ext cx="103" cy="19"/>
            </a:xfrm>
            <a:custGeom>
              <a:avLst/>
              <a:gdLst>
                <a:gd name="T0" fmla="*/ 0 w 71"/>
                <a:gd name="T1" fmla="*/ 43 h 12"/>
                <a:gd name="T2" fmla="*/ 41 w 71"/>
                <a:gd name="T3" fmla="*/ 21 h 12"/>
                <a:gd name="T4" fmla="*/ 113 w 71"/>
                <a:gd name="T5" fmla="*/ 0 h 12"/>
                <a:gd name="T6" fmla="*/ 216 w 71"/>
                <a:gd name="T7" fmla="*/ 4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2">
                  <a:moveTo>
                    <a:pt x="0" y="11"/>
                  </a:moveTo>
                  <a:cubicBezTo>
                    <a:pt x="4" y="12"/>
                    <a:pt x="9" y="7"/>
                    <a:pt x="13" y="5"/>
                  </a:cubicBezTo>
                  <a:cubicBezTo>
                    <a:pt x="21" y="1"/>
                    <a:pt x="28" y="0"/>
                    <a:pt x="37" y="0"/>
                  </a:cubicBezTo>
                  <a:cubicBezTo>
                    <a:pt x="51" y="0"/>
                    <a:pt x="59" y="7"/>
                    <a:pt x="71" y="12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63" name="Freeform 4440">
              <a:extLst>
                <a:ext uri="{FF2B5EF4-FFF2-40B4-BE49-F238E27FC236}">
                  <a16:creationId xmlns:a16="http://schemas.microsoft.com/office/drawing/2014/main" id="{3C54FC84-1DBE-490A-A52B-B80CFC6B5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3514"/>
              <a:ext cx="53" cy="52"/>
            </a:xfrm>
            <a:custGeom>
              <a:avLst/>
              <a:gdLst>
                <a:gd name="T0" fmla="*/ 6 w 37"/>
                <a:gd name="T1" fmla="*/ 122 h 34"/>
                <a:gd name="T2" fmla="*/ 109 w 37"/>
                <a:gd name="T3" fmla="*/ 5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4">
                  <a:moveTo>
                    <a:pt x="2" y="34"/>
                  </a:moveTo>
                  <a:cubicBezTo>
                    <a:pt x="0" y="19"/>
                    <a:pt x="23" y="0"/>
                    <a:pt x="37" y="1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64" name="Freeform 4441">
              <a:extLst>
                <a:ext uri="{FF2B5EF4-FFF2-40B4-BE49-F238E27FC236}">
                  <a16:creationId xmlns:a16="http://schemas.microsoft.com/office/drawing/2014/main" id="{F7A75333-ECDF-4F91-907D-9F2E9CE71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546"/>
              <a:ext cx="18" cy="59"/>
            </a:xfrm>
            <a:custGeom>
              <a:avLst/>
              <a:gdLst>
                <a:gd name="T0" fmla="*/ 41 w 12"/>
                <a:gd name="T1" fmla="*/ 0 h 38"/>
                <a:gd name="T2" fmla="*/ 0 w 12"/>
                <a:gd name="T3" fmla="*/ 14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8">
                  <a:moveTo>
                    <a:pt x="12" y="0"/>
                  </a:moveTo>
                  <a:cubicBezTo>
                    <a:pt x="4" y="11"/>
                    <a:pt x="12" y="31"/>
                    <a:pt x="0" y="38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65" name="Freeform 4442">
              <a:extLst>
                <a:ext uri="{FF2B5EF4-FFF2-40B4-BE49-F238E27FC236}">
                  <a16:creationId xmlns:a16="http://schemas.microsoft.com/office/drawing/2014/main" id="{004CEC2A-5988-45B7-8354-013422BDE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585"/>
              <a:ext cx="41" cy="36"/>
            </a:xfrm>
            <a:custGeom>
              <a:avLst/>
              <a:gdLst>
                <a:gd name="T0" fmla="*/ 0 w 28"/>
                <a:gd name="T1" fmla="*/ 8 h 23"/>
                <a:gd name="T2" fmla="*/ 88 w 28"/>
                <a:gd name="T3" fmla="*/ 8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0" y="2"/>
                  </a:moveTo>
                  <a:cubicBezTo>
                    <a:pt x="14" y="0"/>
                    <a:pt x="26" y="15"/>
                    <a:pt x="28" y="23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66" name="Freeform 4443">
              <a:extLst>
                <a:ext uri="{FF2B5EF4-FFF2-40B4-BE49-F238E27FC236}">
                  <a16:creationId xmlns:a16="http://schemas.microsoft.com/office/drawing/2014/main" id="{55C0CD00-052A-4C9C-A106-F6287B42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3454"/>
              <a:ext cx="43" cy="32"/>
            </a:xfrm>
            <a:custGeom>
              <a:avLst/>
              <a:gdLst>
                <a:gd name="T0" fmla="*/ 0 w 30"/>
                <a:gd name="T1" fmla="*/ 27 h 21"/>
                <a:gd name="T2" fmla="*/ 89 w 30"/>
                <a:gd name="T3" fmla="*/ 7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1">
                  <a:moveTo>
                    <a:pt x="0" y="8"/>
                  </a:moveTo>
                  <a:cubicBezTo>
                    <a:pt x="14" y="0"/>
                    <a:pt x="25" y="4"/>
                    <a:pt x="30" y="21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67" name="Freeform 4444">
              <a:extLst>
                <a:ext uri="{FF2B5EF4-FFF2-40B4-BE49-F238E27FC236}">
                  <a16:creationId xmlns:a16="http://schemas.microsoft.com/office/drawing/2014/main" id="{8242BF4A-10A6-476B-97E4-07D87A06F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421"/>
              <a:ext cx="42" cy="40"/>
            </a:xfrm>
            <a:custGeom>
              <a:avLst/>
              <a:gdLst>
                <a:gd name="T0" fmla="*/ 0 w 29"/>
                <a:gd name="T1" fmla="*/ 18 h 26"/>
                <a:gd name="T2" fmla="*/ 88 w 29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5"/>
                  </a:moveTo>
                  <a:cubicBezTo>
                    <a:pt x="14" y="0"/>
                    <a:pt x="22" y="16"/>
                    <a:pt x="29" y="26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68" name="Freeform 4445">
              <a:extLst>
                <a:ext uri="{FF2B5EF4-FFF2-40B4-BE49-F238E27FC236}">
                  <a16:creationId xmlns:a16="http://schemas.microsoft.com/office/drawing/2014/main" id="{AA1E79B5-8275-4DE7-A258-35C6498D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426"/>
              <a:ext cx="23" cy="21"/>
            </a:xfrm>
            <a:custGeom>
              <a:avLst/>
              <a:gdLst>
                <a:gd name="T0" fmla="*/ 0 w 16"/>
                <a:gd name="T1" fmla="*/ 48 h 14"/>
                <a:gd name="T2" fmla="*/ 47 w 1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14"/>
                  </a:moveTo>
                  <a:cubicBezTo>
                    <a:pt x="2" y="7"/>
                    <a:pt x="10" y="2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69" name="Freeform 4446">
              <a:extLst>
                <a:ext uri="{FF2B5EF4-FFF2-40B4-BE49-F238E27FC236}">
                  <a16:creationId xmlns:a16="http://schemas.microsoft.com/office/drawing/2014/main" id="{FCAB52D7-F4B4-4F59-AA06-40B07048B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3390"/>
              <a:ext cx="44" cy="31"/>
            </a:xfrm>
            <a:custGeom>
              <a:avLst/>
              <a:gdLst>
                <a:gd name="T0" fmla="*/ 0 w 30"/>
                <a:gd name="T1" fmla="*/ 14 h 20"/>
                <a:gd name="T2" fmla="*/ 95 w 30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0">
                  <a:moveTo>
                    <a:pt x="0" y="4"/>
                  </a:moveTo>
                  <a:cubicBezTo>
                    <a:pt x="13" y="0"/>
                    <a:pt x="25" y="9"/>
                    <a:pt x="30" y="20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70" name="Freeform 4447">
              <a:extLst>
                <a:ext uri="{FF2B5EF4-FFF2-40B4-BE49-F238E27FC236}">
                  <a16:creationId xmlns:a16="http://schemas.microsoft.com/office/drawing/2014/main" id="{18C3FBC4-43C3-4E10-AC0B-E098EDED9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403"/>
              <a:ext cx="23" cy="7"/>
            </a:xfrm>
            <a:custGeom>
              <a:avLst/>
              <a:gdLst>
                <a:gd name="T0" fmla="*/ 0 w 16"/>
                <a:gd name="T1" fmla="*/ 14 h 5"/>
                <a:gd name="T2" fmla="*/ 47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4" y="1"/>
                    <a:pt x="10" y="0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71" name="Freeform 4448">
              <a:extLst>
                <a:ext uri="{FF2B5EF4-FFF2-40B4-BE49-F238E27FC236}">
                  <a16:creationId xmlns:a16="http://schemas.microsoft.com/office/drawing/2014/main" id="{C817E4FC-2329-4F28-857D-A4D2C4809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384"/>
              <a:ext cx="29" cy="14"/>
            </a:xfrm>
            <a:custGeom>
              <a:avLst/>
              <a:gdLst>
                <a:gd name="T0" fmla="*/ 0 w 20"/>
                <a:gd name="T1" fmla="*/ 34 h 9"/>
                <a:gd name="T2" fmla="*/ 61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5" y="5"/>
                    <a:pt x="14" y="2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72" name="Freeform 4449">
              <a:extLst>
                <a:ext uri="{FF2B5EF4-FFF2-40B4-BE49-F238E27FC236}">
                  <a16:creationId xmlns:a16="http://schemas.microsoft.com/office/drawing/2014/main" id="{3AFB16FB-D23A-4390-8B6A-AE48AF8CF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404"/>
              <a:ext cx="44" cy="9"/>
            </a:xfrm>
            <a:custGeom>
              <a:avLst/>
              <a:gdLst>
                <a:gd name="T0" fmla="*/ 0 w 30"/>
                <a:gd name="T1" fmla="*/ 14 h 6"/>
                <a:gd name="T2" fmla="*/ 95 w 3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4"/>
                  </a:moveTo>
                  <a:cubicBezTo>
                    <a:pt x="10" y="6"/>
                    <a:pt x="20" y="1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73" name="Freeform 4450">
              <a:extLst>
                <a:ext uri="{FF2B5EF4-FFF2-40B4-BE49-F238E27FC236}">
                  <a16:creationId xmlns:a16="http://schemas.microsoft.com/office/drawing/2014/main" id="{6DFCAEFD-C154-4BE3-A602-49B914C57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3438"/>
              <a:ext cx="55" cy="34"/>
            </a:xfrm>
            <a:custGeom>
              <a:avLst/>
              <a:gdLst>
                <a:gd name="T0" fmla="*/ 0 w 38"/>
                <a:gd name="T1" fmla="*/ 19 h 22"/>
                <a:gd name="T2" fmla="*/ 116 w 38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5"/>
                  </a:moveTo>
                  <a:cubicBezTo>
                    <a:pt x="16" y="0"/>
                    <a:pt x="27" y="10"/>
                    <a:pt x="38" y="22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74" name="Freeform 4451">
              <a:extLst>
                <a:ext uri="{FF2B5EF4-FFF2-40B4-BE49-F238E27FC236}">
                  <a16:creationId xmlns:a16="http://schemas.microsoft.com/office/drawing/2014/main" id="{9CCA48A2-A441-4151-9196-244DE2BDF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3440"/>
              <a:ext cx="52" cy="21"/>
            </a:xfrm>
            <a:custGeom>
              <a:avLst/>
              <a:gdLst>
                <a:gd name="T0" fmla="*/ 0 w 36"/>
                <a:gd name="T1" fmla="*/ 48 h 14"/>
                <a:gd name="T2" fmla="*/ 108 w 36"/>
                <a:gd name="T3" fmla="*/ 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4">
                  <a:moveTo>
                    <a:pt x="0" y="14"/>
                  </a:moveTo>
                  <a:cubicBezTo>
                    <a:pt x="11" y="6"/>
                    <a:pt x="23" y="0"/>
                    <a:pt x="36" y="2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75" name="Freeform 4452">
              <a:extLst>
                <a:ext uri="{FF2B5EF4-FFF2-40B4-BE49-F238E27FC236}">
                  <a16:creationId xmlns:a16="http://schemas.microsoft.com/office/drawing/2014/main" id="{D8E799A9-52D7-4D7E-8F42-2D6D1F359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429"/>
              <a:ext cx="24" cy="26"/>
            </a:xfrm>
            <a:custGeom>
              <a:avLst/>
              <a:gdLst>
                <a:gd name="T0" fmla="*/ 0 w 16"/>
                <a:gd name="T1" fmla="*/ 61 h 17"/>
                <a:gd name="T2" fmla="*/ 54 w 1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17"/>
                  </a:moveTo>
                  <a:cubicBezTo>
                    <a:pt x="1" y="7"/>
                    <a:pt x="7" y="3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76" name="Freeform 4453">
              <a:extLst>
                <a:ext uri="{FF2B5EF4-FFF2-40B4-BE49-F238E27FC236}">
                  <a16:creationId xmlns:a16="http://schemas.microsoft.com/office/drawing/2014/main" id="{5BB65393-2E71-433F-BCD0-53FFDBF94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3398"/>
              <a:ext cx="21" cy="26"/>
            </a:xfrm>
            <a:custGeom>
              <a:avLst/>
              <a:gdLst>
                <a:gd name="T0" fmla="*/ 0 w 14"/>
                <a:gd name="T1" fmla="*/ 0 h 17"/>
                <a:gd name="T2" fmla="*/ 48 w 1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8" y="1"/>
                    <a:pt x="12" y="10"/>
                    <a:pt x="14" y="17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77" name="Freeform 4454">
              <a:extLst>
                <a:ext uri="{FF2B5EF4-FFF2-40B4-BE49-F238E27FC236}">
                  <a16:creationId xmlns:a16="http://schemas.microsoft.com/office/drawing/2014/main" id="{A6D7A130-E199-4C8F-9582-276FC23FA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3401"/>
              <a:ext cx="18" cy="12"/>
            </a:xfrm>
            <a:custGeom>
              <a:avLst/>
              <a:gdLst>
                <a:gd name="T0" fmla="*/ 0 w 12"/>
                <a:gd name="T1" fmla="*/ 27 h 8"/>
                <a:gd name="T2" fmla="*/ 41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3" y="5"/>
                    <a:pt x="7" y="1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78" name="Freeform 4455">
              <a:extLst>
                <a:ext uri="{FF2B5EF4-FFF2-40B4-BE49-F238E27FC236}">
                  <a16:creationId xmlns:a16="http://schemas.microsoft.com/office/drawing/2014/main" id="{554FA47F-D03D-4FF0-8F74-11E97A744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464"/>
              <a:ext cx="20" cy="67"/>
            </a:xfrm>
            <a:custGeom>
              <a:avLst/>
              <a:gdLst>
                <a:gd name="T0" fmla="*/ 0 w 14"/>
                <a:gd name="T1" fmla="*/ 0 h 43"/>
                <a:gd name="T2" fmla="*/ 20 w 14"/>
                <a:gd name="T3" fmla="*/ 16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14" y="5"/>
                    <a:pt x="6" y="33"/>
                    <a:pt x="7" y="43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79" name="Freeform 4456">
              <a:extLst>
                <a:ext uri="{FF2B5EF4-FFF2-40B4-BE49-F238E27FC236}">
                  <a16:creationId xmlns:a16="http://schemas.microsoft.com/office/drawing/2014/main" id="{61EA8C2D-5A76-4335-89B7-5772C88F5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471"/>
              <a:ext cx="44" cy="23"/>
            </a:xfrm>
            <a:custGeom>
              <a:avLst/>
              <a:gdLst>
                <a:gd name="T0" fmla="*/ 0 w 30"/>
                <a:gd name="T1" fmla="*/ 0 h 15"/>
                <a:gd name="T2" fmla="*/ 95 w 30"/>
                <a:gd name="T3" fmla="*/ 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5">
                  <a:moveTo>
                    <a:pt x="0" y="0"/>
                  </a:moveTo>
                  <a:cubicBezTo>
                    <a:pt x="7" y="6"/>
                    <a:pt x="19" y="15"/>
                    <a:pt x="30" y="12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80" name="Freeform 4457">
              <a:extLst>
                <a:ext uri="{FF2B5EF4-FFF2-40B4-BE49-F238E27FC236}">
                  <a16:creationId xmlns:a16="http://schemas.microsoft.com/office/drawing/2014/main" id="{D457563E-CC68-4219-8E85-E05874747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485"/>
              <a:ext cx="13" cy="20"/>
            </a:xfrm>
            <a:custGeom>
              <a:avLst/>
              <a:gdLst>
                <a:gd name="T0" fmla="*/ 27 w 9"/>
                <a:gd name="T1" fmla="*/ 0 h 13"/>
                <a:gd name="T2" fmla="*/ 0 w 9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4" y="3"/>
                    <a:pt x="2" y="8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81" name="Freeform 4458">
              <a:extLst>
                <a:ext uri="{FF2B5EF4-FFF2-40B4-BE49-F238E27FC236}">
                  <a16:creationId xmlns:a16="http://schemas.microsoft.com/office/drawing/2014/main" id="{A8CD6B77-8D31-4920-8583-EE103397E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3351"/>
              <a:ext cx="32" cy="7"/>
            </a:xfrm>
            <a:custGeom>
              <a:avLst/>
              <a:gdLst>
                <a:gd name="T0" fmla="*/ 0 w 22"/>
                <a:gd name="T1" fmla="*/ 21 h 4"/>
                <a:gd name="T2" fmla="*/ 68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6" y="4"/>
                    <a:pt x="16" y="3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82" name="Freeform 4459">
              <a:extLst>
                <a:ext uri="{FF2B5EF4-FFF2-40B4-BE49-F238E27FC236}">
                  <a16:creationId xmlns:a16="http://schemas.microsoft.com/office/drawing/2014/main" id="{EA5476C4-C097-4FBB-B579-D47D5C569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324"/>
              <a:ext cx="50" cy="26"/>
            </a:xfrm>
            <a:custGeom>
              <a:avLst/>
              <a:gdLst>
                <a:gd name="T0" fmla="*/ 0 w 35"/>
                <a:gd name="T1" fmla="*/ 57 h 17"/>
                <a:gd name="T2" fmla="*/ 101 w 3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0" y="16"/>
                  </a:moveTo>
                  <a:cubicBezTo>
                    <a:pt x="12" y="17"/>
                    <a:pt x="29" y="10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83" name="Freeform 4460">
              <a:extLst>
                <a:ext uri="{FF2B5EF4-FFF2-40B4-BE49-F238E27FC236}">
                  <a16:creationId xmlns:a16="http://schemas.microsoft.com/office/drawing/2014/main" id="{0EC24271-6041-40A1-BAA7-1E0090013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336"/>
              <a:ext cx="34" cy="12"/>
            </a:xfrm>
            <a:custGeom>
              <a:avLst/>
              <a:gdLst>
                <a:gd name="T0" fmla="*/ 0 w 23"/>
                <a:gd name="T1" fmla="*/ 0 h 8"/>
                <a:gd name="T2" fmla="*/ 74 w 23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9" y="1"/>
                    <a:pt x="16" y="4"/>
                    <a:pt x="23" y="8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84" name="Freeform 4461">
              <a:extLst>
                <a:ext uri="{FF2B5EF4-FFF2-40B4-BE49-F238E27FC236}">
                  <a16:creationId xmlns:a16="http://schemas.microsoft.com/office/drawing/2014/main" id="{E20784AF-D689-40B9-BDEF-12C536FF1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369"/>
              <a:ext cx="27" cy="37"/>
            </a:xfrm>
            <a:custGeom>
              <a:avLst/>
              <a:gdLst>
                <a:gd name="T0" fmla="*/ 54 w 19"/>
                <a:gd name="T1" fmla="*/ 0 h 24"/>
                <a:gd name="T2" fmla="*/ 0 w 19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9"/>
                    <a:pt x="4" y="12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85" name="Freeform 4462">
              <a:extLst>
                <a:ext uri="{FF2B5EF4-FFF2-40B4-BE49-F238E27FC236}">
                  <a16:creationId xmlns:a16="http://schemas.microsoft.com/office/drawing/2014/main" id="{2C0F9F56-E958-4A04-8902-121097D58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401"/>
              <a:ext cx="23" cy="25"/>
            </a:xfrm>
            <a:custGeom>
              <a:avLst/>
              <a:gdLst>
                <a:gd name="T0" fmla="*/ 0 w 16"/>
                <a:gd name="T1" fmla="*/ 0 h 16"/>
                <a:gd name="T2" fmla="*/ 47 w 16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7" y="5"/>
                    <a:pt x="14" y="8"/>
                    <a:pt x="16" y="16"/>
                  </a:cubicBezTo>
                </a:path>
              </a:pathLst>
            </a:custGeom>
            <a:noFill/>
            <a:ln w="4763" cap="rnd">
              <a:solidFill>
                <a:srgbClr val="C28B9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86" name="Freeform 4463">
              <a:extLst>
                <a:ext uri="{FF2B5EF4-FFF2-40B4-BE49-F238E27FC236}">
                  <a16:creationId xmlns:a16="http://schemas.microsoft.com/office/drawing/2014/main" id="{83A00219-6BAE-42FB-8E60-124007D8A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746"/>
              <a:ext cx="49" cy="40"/>
            </a:xfrm>
            <a:custGeom>
              <a:avLst/>
              <a:gdLst>
                <a:gd name="T0" fmla="*/ 0 w 34"/>
                <a:gd name="T1" fmla="*/ 0 h 26"/>
                <a:gd name="T2" fmla="*/ 102 w 34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6">
                  <a:moveTo>
                    <a:pt x="0" y="0"/>
                  </a:moveTo>
                  <a:cubicBezTo>
                    <a:pt x="6" y="13"/>
                    <a:pt x="19" y="24"/>
                    <a:pt x="34" y="26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87" name="Freeform 4464">
              <a:extLst>
                <a:ext uri="{FF2B5EF4-FFF2-40B4-BE49-F238E27FC236}">
                  <a16:creationId xmlns:a16="http://schemas.microsoft.com/office/drawing/2014/main" id="{B48F3B53-20D5-45FA-B09E-2E2EEE0E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751"/>
              <a:ext cx="25" cy="80"/>
            </a:xfrm>
            <a:custGeom>
              <a:avLst/>
              <a:gdLst>
                <a:gd name="T0" fmla="*/ 1 w 17"/>
                <a:gd name="T1" fmla="*/ 0 h 52"/>
                <a:gd name="T2" fmla="*/ 54 w 17"/>
                <a:gd name="T3" fmla="*/ 189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2">
                  <a:moveTo>
                    <a:pt x="1" y="0"/>
                  </a:moveTo>
                  <a:cubicBezTo>
                    <a:pt x="0" y="18"/>
                    <a:pt x="3" y="39"/>
                    <a:pt x="17" y="5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88" name="Freeform 4465">
              <a:extLst>
                <a:ext uri="{FF2B5EF4-FFF2-40B4-BE49-F238E27FC236}">
                  <a16:creationId xmlns:a16="http://schemas.microsoft.com/office/drawing/2014/main" id="{72FDC860-1C9C-4B11-BF9E-4CC32B4D6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735"/>
              <a:ext cx="34" cy="96"/>
            </a:xfrm>
            <a:custGeom>
              <a:avLst/>
              <a:gdLst>
                <a:gd name="T0" fmla="*/ 34 w 24"/>
                <a:gd name="T1" fmla="*/ 0 h 62"/>
                <a:gd name="T2" fmla="*/ 0 w 24"/>
                <a:gd name="T3" fmla="*/ 231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2">
                  <a:moveTo>
                    <a:pt x="12" y="0"/>
                  </a:moveTo>
                  <a:cubicBezTo>
                    <a:pt x="24" y="19"/>
                    <a:pt x="17" y="48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89" name="Freeform 4466">
              <a:extLst>
                <a:ext uri="{FF2B5EF4-FFF2-40B4-BE49-F238E27FC236}">
                  <a16:creationId xmlns:a16="http://schemas.microsoft.com/office/drawing/2014/main" id="{8CEFCF91-4D79-4870-962F-65A28EE5D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785"/>
              <a:ext cx="44" cy="6"/>
            </a:xfrm>
            <a:custGeom>
              <a:avLst/>
              <a:gdLst>
                <a:gd name="T0" fmla="*/ 0 w 30"/>
                <a:gd name="T1" fmla="*/ 8 h 4"/>
                <a:gd name="T2" fmla="*/ 95 w 30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">
                  <a:moveTo>
                    <a:pt x="0" y="2"/>
                  </a:moveTo>
                  <a:cubicBezTo>
                    <a:pt x="10" y="4"/>
                    <a:pt x="20" y="0"/>
                    <a:pt x="30" y="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90" name="Freeform 4467">
              <a:extLst>
                <a:ext uri="{FF2B5EF4-FFF2-40B4-BE49-F238E27FC236}">
                  <a16:creationId xmlns:a16="http://schemas.microsoft.com/office/drawing/2014/main" id="{567C629D-A5A0-4BE0-9174-DA64A5B02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673"/>
              <a:ext cx="20" cy="47"/>
            </a:xfrm>
            <a:custGeom>
              <a:avLst/>
              <a:gdLst>
                <a:gd name="T0" fmla="*/ 0 w 14"/>
                <a:gd name="T1" fmla="*/ 0 h 30"/>
                <a:gd name="T2" fmla="*/ 34 w 14"/>
                <a:gd name="T3" fmla="*/ 11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0" y="0"/>
                  </a:moveTo>
                  <a:cubicBezTo>
                    <a:pt x="13" y="5"/>
                    <a:pt x="14" y="17"/>
                    <a:pt x="12" y="3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91" name="Freeform 4468">
              <a:extLst>
                <a:ext uri="{FF2B5EF4-FFF2-40B4-BE49-F238E27FC236}">
                  <a16:creationId xmlns:a16="http://schemas.microsoft.com/office/drawing/2014/main" id="{5AF44727-D77E-4C77-A48A-C45A60125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682"/>
              <a:ext cx="20" cy="10"/>
            </a:xfrm>
            <a:custGeom>
              <a:avLst/>
              <a:gdLst>
                <a:gd name="T0" fmla="*/ 0 w 14"/>
                <a:gd name="T1" fmla="*/ 28 h 6"/>
                <a:gd name="T2" fmla="*/ 41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5" y="6"/>
                    <a:pt x="10" y="3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92" name="Freeform 4469">
              <a:extLst>
                <a:ext uri="{FF2B5EF4-FFF2-40B4-BE49-F238E27FC236}">
                  <a16:creationId xmlns:a16="http://schemas.microsoft.com/office/drawing/2014/main" id="{25136A54-DBA7-4DD4-A7FF-A4BBD801C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536"/>
              <a:ext cx="9" cy="71"/>
            </a:xfrm>
            <a:custGeom>
              <a:avLst/>
              <a:gdLst>
                <a:gd name="T0" fmla="*/ 14 w 6"/>
                <a:gd name="T1" fmla="*/ 0 h 46"/>
                <a:gd name="T2" fmla="*/ 21 w 6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4" y="0"/>
                  </a:moveTo>
                  <a:cubicBezTo>
                    <a:pt x="1" y="15"/>
                    <a:pt x="0" y="31"/>
                    <a:pt x="6" y="46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93" name="Freeform 4470">
              <a:extLst>
                <a:ext uri="{FF2B5EF4-FFF2-40B4-BE49-F238E27FC236}">
                  <a16:creationId xmlns:a16="http://schemas.microsoft.com/office/drawing/2014/main" id="{99A5D5A4-923E-4056-850A-E957982C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596"/>
              <a:ext cx="26" cy="40"/>
            </a:xfrm>
            <a:custGeom>
              <a:avLst/>
              <a:gdLst>
                <a:gd name="T0" fmla="*/ 55 w 18"/>
                <a:gd name="T1" fmla="*/ 0 h 26"/>
                <a:gd name="T2" fmla="*/ 0 w 18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18" y="0"/>
                  </a:moveTo>
                  <a:cubicBezTo>
                    <a:pt x="7" y="3"/>
                    <a:pt x="0" y="14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94" name="Freeform 4471">
              <a:extLst>
                <a:ext uri="{FF2B5EF4-FFF2-40B4-BE49-F238E27FC236}">
                  <a16:creationId xmlns:a16="http://schemas.microsoft.com/office/drawing/2014/main" id="{56782FAA-BE02-4B81-85F4-7D31A18B0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537"/>
              <a:ext cx="19" cy="53"/>
            </a:xfrm>
            <a:custGeom>
              <a:avLst/>
              <a:gdLst>
                <a:gd name="T0" fmla="*/ 0 w 13"/>
                <a:gd name="T1" fmla="*/ 0 h 34"/>
                <a:gd name="T2" fmla="*/ 32 w 13"/>
                <a:gd name="T3" fmla="*/ 129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12" y="7"/>
                    <a:pt x="13" y="21"/>
                    <a:pt x="10" y="3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95" name="Freeform 4472">
              <a:extLst>
                <a:ext uri="{FF2B5EF4-FFF2-40B4-BE49-F238E27FC236}">
                  <a16:creationId xmlns:a16="http://schemas.microsoft.com/office/drawing/2014/main" id="{9035E4CE-809E-4026-A2A9-D3CB13B36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556"/>
              <a:ext cx="15" cy="6"/>
            </a:xfrm>
            <a:custGeom>
              <a:avLst/>
              <a:gdLst>
                <a:gd name="T0" fmla="*/ 0 w 10"/>
                <a:gd name="T1" fmla="*/ 14 h 4"/>
                <a:gd name="T2" fmla="*/ 35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2" y="1"/>
                    <a:pt x="6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96" name="Freeform 4473">
              <a:extLst>
                <a:ext uri="{FF2B5EF4-FFF2-40B4-BE49-F238E27FC236}">
                  <a16:creationId xmlns:a16="http://schemas.microsoft.com/office/drawing/2014/main" id="{77E320B3-656C-4591-9B69-7E21FED96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3713"/>
              <a:ext cx="47" cy="38"/>
            </a:xfrm>
            <a:custGeom>
              <a:avLst/>
              <a:gdLst>
                <a:gd name="T0" fmla="*/ 0 w 32"/>
                <a:gd name="T1" fmla="*/ 95 h 24"/>
                <a:gd name="T2" fmla="*/ 101 w 32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4">
                  <a:moveTo>
                    <a:pt x="0" y="24"/>
                  </a:moveTo>
                  <a:cubicBezTo>
                    <a:pt x="14" y="24"/>
                    <a:pt x="26" y="11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97" name="Freeform 4474">
              <a:extLst>
                <a:ext uri="{FF2B5EF4-FFF2-40B4-BE49-F238E27FC236}">
                  <a16:creationId xmlns:a16="http://schemas.microsoft.com/office/drawing/2014/main" id="{D7113CD7-CE40-417A-885A-5265F835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738"/>
              <a:ext cx="11" cy="16"/>
            </a:xfrm>
            <a:custGeom>
              <a:avLst/>
              <a:gdLst>
                <a:gd name="T0" fmla="*/ 0 w 8"/>
                <a:gd name="T1" fmla="*/ 0 h 10"/>
                <a:gd name="T2" fmla="*/ 21 w 8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4" y="2"/>
                    <a:pt x="6" y="6"/>
                    <a:pt x="8" y="1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98" name="Freeform 4475">
              <a:extLst>
                <a:ext uri="{FF2B5EF4-FFF2-40B4-BE49-F238E27FC236}">
                  <a16:creationId xmlns:a16="http://schemas.microsoft.com/office/drawing/2014/main" id="{0506EDB8-D5F1-4639-9F5A-6B895317D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879"/>
              <a:ext cx="44" cy="6"/>
            </a:xfrm>
            <a:custGeom>
              <a:avLst/>
              <a:gdLst>
                <a:gd name="T0" fmla="*/ 0 w 30"/>
                <a:gd name="T1" fmla="*/ 0 h 4"/>
                <a:gd name="T2" fmla="*/ 95 w 30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">
                  <a:moveTo>
                    <a:pt x="0" y="0"/>
                  </a:moveTo>
                  <a:cubicBezTo>
                    <a:pt x="10" y="0"/>
                    <a:pt x="21" y="4"/>
                    <a:pt x="30" y="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99" name="Freeform 4476">
              <a:extLst>
                <a:ext uri="{FF2B5EF4-FFF2-40B4-BE49-F238E27FC236}">
                  <a16:creationId xmlns:a16="http://schemas.microsoft.com/office/drawing/2014/main" id="{3EC28DAC-5B3B-43B2-B907-40ACFDCD1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3808"/>
              <a:ext cx="15" cy="14"/>
            </a:xfrm>
            <a:custGeom>
              <a:avLst/>
              <a:gdLst>
                <a:gd name="T0" fmla="*/ 0 w 10"/>
                <a:gd name="T1" fmla="*/ 0 h 9"/>
                <a:gd name="T2" fmla="*/ 35 w 10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5" y="1"/>
                    <a:pt x="9" y="4"/>
                    <a:pt x="10" y="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00" name="Freeform 4477">
              <a:extLst>
                <a:ext uri="{FF2B5EF4-FFF2-40B4-BE49-F238E27FC236}">
                  <a16:creationId xmlns:a16="http://schemas.microsoft.com/office/drawing/2014/main" id="{ABD7B443-3D6A-4D8F-9AE7-5B6F9C5EC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806"/>
              <a:ext cx="11" cy="8"/>
            </a:xfrm>
            <a:custGeom>
              <a:avLst/>
              <a:gdLst>
                <a:gd name="T0" fmla="*/ 0 w 7"/>
                <a:gd name="T1" fmla="*/ 21 h 5"/>
                <a:gd name="T2" fmla="*/ 2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01" name="Freeform 4478">
              <a:extLst>
                <a:ext uri="{FF2B5EF4-FFF2-40B4-BE49-F238E27FC236}">
                  <a16:creationId xmlns:a16="http://schemas.microsoft.com/office/drawing/2014/main" id="{2FE2A001-7917-4655-871B-5218B4999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902"/>
              <a:ext cx="37" cy="17"/>
            </a:xfrm>
            <a:custGeom>
              <a:avLst/>
              <a:gdLst>
                <a:gd name="T0" fmla="*/ 0 w 26"/>
                <a:gd name="T1" fmla="*/ 40 h 11"/>
                <a:gd name="T2" fmla="*/ 75 w 2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9" y="10"/>
                    <a:pt x="19" y="4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02" name="Freeform 4479">
              <a:extLst>
                <a:ext uri="{FF2B5EF4-FFF2-40B4-BE49-F238E27FC236}">
                  <a16:creationId xmlns:a16="http://schemas.microsoft.com/office/drawing/2014/main" id="{C9279A8E-3F5B-4122-8C21-83C11F335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746"/>
              <a:ext cx="16" cy="34"/>
            </a:xfrm>
            <a:custGeom>
              <a:avLst/>
              <a:gdLst>
                <a:gd name="T0" fmla="*/ 0 w 11"/>
                <a:gd name="T1" fmla="*/ 0 h 22"/>
                <a:gd name="T2" fmla="*/ 33 w 11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7" y="5"/>
                    <a:pt x="10" y="14"/>
                    <a:pt x="11" y="2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03" name="Freeform 4480">
              <a:extLst>
                <a:ext uri="{FF2B5EF4-FFF2-40B4-BE49-F238E27FC236}">
                  <a16:creationId xmlns:a16="http://schemas.microsoft.com/office/drawing/2014/main" id="{21B9F830-36D2-44FC-B28B-FFD253342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3760"/>
              <a:ext cx="14" cy="6"/>
            </a:xfrm>
            <a:custGeom>
              <a:avLst/>
              <a:gdLst>
                <a:gd name="T0" fmla="*/ 0 w 10"/>
                <a:gd name="T1" fmla="*/ 14 h 4"/>
                <a:gd name="T2" fmla="*/ 2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1"/>
                    <a:pt x="7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04" name="Freeform 4481">
              <a:extLst>
                <a:ext uri="{FF2B5EF4-FFF2-40B4-BE49-F238E27FC236}">
                  <a16:creationId xmlns:a16="http://schemas.microsoft.com/office/drawing/2014/main" id="{EA99595E-7909-49E3-AE39-23EBDCAF3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3619"/>
              <a:ext cx="26" cy="34"/>
            </a:xfrm>
            <a:custGeom>
              <a:avLst/>
              <a:gdLst>
                <a:gd name="T0" fmla="*/ 0 w 18"/>
                <a:gd name="T1" fmla="*/ 0 h 22"/>
                <a:gd name="T2" fmla="*/ 55 w 18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6" y="7"/>
                    <a:pt x="11" y="15"/>
                    <a:pt x="18" y="2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05" name="Freeform 4482">
              <a:extLst>
                <a:ext uri="{FF2B5EF4-FFF2-40B4-BE49-F238E27FC236}">
                  <a16:creationId xmlns:a16="http://schemas.microsoft.com/office/drawing/2014/main" id="{E3A22C7A-F19E-4FC8-A6FE-69F54C3AF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647"/>
              <a:ext cx="13" cy="29"/>
            </a:xfrm>
            <a:custGeom>
              <a:avLst/>
              <a:gdLst>
                <a:gd name="T0" fmla="*/ 0 w 9"/>
                <a:gd name="T1" fmla="*/ 0 h 19"/>
                <a:gd name="T2" fmla="*/ 27 w 9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0" y="0"/>
                  </a:moveTo>
                  <a:cubicBezTo>
                    <a:pt x="1" y="7"/>
                    <a:pt x="3" y="14"/>
                    <a:pt x="9" y="1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06" name="Freeform 4483">
              <a:extLst>
                <a:ext uri="{FF2B5EF4-FFF2-40B4-BE49-F238E27FC236}">
                  <a16:creationId xmlns:a16="http://schemas.microsoft.com/office/drawing/2014/main" id="{C3CAB812-459E-42FF-82B5-6235A206E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3662"/>
              <a:ext cx="13" cy="51"/>
            </a:xfrm>
            <a:custGeom>
              <a:avLst/>
              <a:gdLst>
                <a:gd name="T0" fmla="*/ 27 w 9"/>
                <a:gd name="T1" fmla="*/ 0 h 33"/>
                <a:gd name="T2" fmla="*/ 19 w 9"/>
                <a:gd name="T3" fmla="*/ 12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9" y="0"/>
                  </a:moveTo>
                  <a:cubicBezTo>
                    <a:pt x="0" y="8"/>
                    <a:pt x="2" y="23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07" name="Freeform 4484">
              <a:extLst>
                <a:ext uri="{FF2B5EF4-FFF2-40B4-BE49-F238E27FC236}">
                  <a16:creationId xmlns:a16="http://schemas.microsoft.com/office/drawing/2014/main" id="{BACFEAC0-B0D5-4BD4-8D96-B067D8CA5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3491"/>
              <a:ext cx="31" cy="31"/>
            </a:xfrm>
            <a:custGeom>
              <a:avLst/>
              <a:gdLst>
                <a:gd name="T0" fmla="*/ 0 w 21"/>
                <a:gd name="T1" fmla="*/ 0 h 20"/>
                <a:gd name="T2" fmla="*/ 68 w 21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4" y="8"/>
                    <a:pt x="11" y="18"/>
                    <a:pt x="21" y="2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08" name="Freeform 4485">
              <a:extLst>
                <a:ext uri="{FF2B5EF4-FFF2-40B4-BE49-F238E27FC236}">
                  <a16:creationId xmlns:a16="http://schemas.microsoft.com/office/drawing/2014/main" id="{DAF2990F-761F-4DEB-ACF3-E8A009AA8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3503"/>
              <a:ext cx="18" cy="50"/>
            </a:xfrm>
            <a:custGeom>
              <a:avLst/>
              <a:gdLst>
                <a:gd name="T0" fmla="*/ 12 w 12"/>
                <a:gd name="T1" fmla="*/ 0 h 32"/>
                <a:gd name="T2" fmla="*/ 41 w 12"/>
                <a:gd name="T3" fmla="*/ 12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2">
                  <a:moveTo>
                    <a:pt x="3" y="0"/>
                  </a:moveTo>
                  <a:cubicBezTo>
                    <a:pt x="0" y="10"/>
                    <a:pt x="4" y="26"/>
                    <a:pt x="12" y="3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09" name="Freeform 4486">
              <a:extLst>
                <a:ext uri="{FF2B5EF4-FFF2-40B4-BE49-F238E27FC236}">
                  <a16:creationId xmlns:a16="http://schemas.microsoft.com/office/drawing/2014/main" id="{3DD6CA80-B708-47E1-A400-928BE489C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647"/>
              <a:ext cx="22" cy="39"/>
            </a:xfrm>
            <a:custGeom>
              <a:avLst/>
              <a:gdLst>
                <a:gd name="T0" fmla="*/ 0 w 15"/>
                <a:gd name="T1" fmla="*/ 8 h 25"/>
                <a:gd name="T2" fmla="*/ 47 w 15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5">
                  <a:moveTo>
                    <a:pt x="0" y="2"/>
                  </a:moveTo>
                  <a:cubicBezTo>
                    <a:pt x="9" y="0"/>
                    <a:pt x="15" y="17"/>
                    <a:pt x="15" y="25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10" name="Freeform 4487">
              <a:extLst>
                <a:ext uri="{FF2B5EF4-FFF2-40B4-BE49-F238E27FC236}">
                  <a16:creationId xmlns:a16="http://schemas.microsoft.com/office/drawing/2014/main" id="{18C74A34-3BAB-4D05-B27E-F89A5AE85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659"/>
              <a:ext cx="17" cy="6"/>
            </a:xfrm>
            <a:custGeom>
              <a:avLst/>
              <a:gdLst>
                <a:gd name="T0" fmla="*/ 0 w 12"/>
                <a:gd name="T1" fmla="*/ 14 h 4"/>
                <a:gd name="T2" fmla="*/ 34 w 12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2"/>
                    <a:pt x="8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11" name="Freeform 4488">
              <a:extLst>
                <a:ext uri="{FF2B5EF4-FFF2-40B4-BE49-F238E27FC236}">
                  <a16:creationId xmlns:a16="http://schemas.microsoft.com/office/drawing/2014/main" id="{109EE8E5-47D4-47C8-9BFB-4228E9B53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781"/>
              <a:ext cx="33" cy="25"/>
            </a:xfrm>
            <a:custGeom>
              <a:avLst/>
              <a:gdLst>
                <a:gd name="T0" fmla="*/ 0 w 23"/>
                <a:gd name="T1" fmla="*/ 0 h 16"/>
                <a:gd name="T2" fmla="*/ 67 w 23"/>
                <a:gd name="T3" fmla="*/ 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6" y="4"/>
                    <a:pt x="16" y="16"/>
                    <a:pt x="23" y="1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12" name="Freeform 4489">
              <a:extLst>
                <a:ext uri="{FF2B5EF4-FFF2-40B4-BE49-F238E27FC236}">
                  <a16:creationId xmlns:a16="http://schemas.microsoft.com/office/drawing/2014/main" id="{D817B9D8-525F-4E34-B68A-4F6D98437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775"/>
              <a:ext cx="18" cy="40"/>
            </a:xfrm>
            <a:custGeom>
              <a:avLst/>
              <a:gdLst>
                <a:gd name="T0" fmla="*/ 5 w 12"/>
                <a:gd name="T1" fmla="*/ 0 h 26"/>
                <a:gd name="T2" fmla="*/ 41 w 12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1" y="0"/>
                  </a:moveTo>
                  <a:cubicBezTo>
                    <a:pt x="1" y="8"/>
                    <a:pt x="0" y="26"/>
                    <a:pt x="12" y="26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13" name="Freeform 4490">
              <a:extLst>
                <a:ext uri="{FF2B5EF4-FFF2-40B4-BE49-F238E27FC236}">
                  <a16:creationId xmlns:a16="http://schemas.microsoft.com/office/drawing/2014/main" id="{E9410E19-B33B-461A-AF79-5866147FC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3808"/>
              <a:ext cx="8" cy="28"/>
            </a:xfrm>
            <a:custGeom>
              <a:avLst/>
              <a:gdLst>
                <a:gd name="T0" fmla="*/ 13 w 5"/>
                <a:gd name="T1" fmla="*/ 0 h 18"/>
                <a:gd name="T2" fmla="*/ 21 w 5"/>
                <a:gd name="T3" fmla="*/ 6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3" y="0"/>
                  </a:moveTo>
                  <a:cubicBezTo>
                    <a:pt x="0" y="6"/>
                    <a:pt x="1" y="13"/>
                    <a:pt x="5" y="1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14" name="Freeform 4491">
              <a:extLst>
                <a:ext uri="{FF2B5EF4-FFF2-40B4-BE49-F238E27FC236}">
                  <a16:creationId xmlns:a16="http://schemas.microsoft.com/office/drawing/2014/main" id="{71BCECE9-2EEE-4291-BBE5-4075060D0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842"/>
              <a:ext cx="32" cy="25"/>
            </a:xfrm>
            <a:custGeom>
              <a:avLst/>
              <a:gdLst>
                <a:gd name="T0" fmla="*/ 0 w 22"/>
                <a:gd name="T1" fmla="*/ 56 h 16"/>
                <a:gd name="T2" fmla="*/ 68 w 2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15"/>
                  </a:moveTo>
                  <a:cubicBezTo>
                    <a:pt x="9" y="16"/>
                    <a:pt x="22" y="9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15" name="Freeform 4492">
              <a:extLst>
                <a:ext uri="{FF2B5EF4-FFF2-40B4-BE49-F238E27FC236}">
                  <a16:creationId xmlns:a16="http://schemas.microsoft.com/office/drawing/2014/main" id="{D8E622DC-9AE6-4200-B5F4-40627E18F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857"/>
              <a:ext cx="13" cy="10"/>
            </a:xfrm>
            <a:custGeom>
              <a:avLst/>
              <a:gdLst>
                <a:gd name="T0" fmla="*/ 0 w 9"/>
                <a:gd name="T1" fmla="*/ 0 h 6"/>
                <a:gd name="T2" fmla="*/ 27 w 9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4" y="1"/>
                    <a:pt x="7" y="3"/>
                    <a:pt x="9" y="6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16" name="Freeform 4493">
              <a:extLst>
                <a:ext uri="{FF2B5EF4-FFF2-40B4-BE49-F238E27FC236}">
                  <a16:creationId xmlns:a16="http://schemas.microsoft.com/office/drawing/2014/main" id="{251CB924-7372-45BF-87AF-87DA864B8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008"/>
              <a:ext cx="751" cy="644"/>
            </a:xfrm>
            <a:custGeom>
              <a:avLst/>
              <a:gdLst>
                <a:gd name="T0" fmla="*/ 90 w 518"/>
                <a:gd name="T1" fmla="*/ 661 h 416"/>
                <a:gd name="T2" fmla="*/ 186 w 518"/>
                <a:gd name="T3" fmla="*/ 1129 h 416"/>
                <a:gd name="T4" fmla="*/ 251 w 518"/>
                <a:gd name="T5" fmla="*/ 1184 h 416"/>
                <a:gd name="T6" fmla="*/ 303 w 518"/>
                <a:gd name="T7" fmla="*/ 1373 h 416"/>
                <a:gd name="T8" fmla="*/ 481 w 518"/>
                <a:gd name="T9" fmla="*/ 1392 h 416"/>
                <a:gd name="T10" fmla="*/ 645 w 518"/>
                <a:gd name="T11" fmla="*/ 1531 h 416"/>
                <a:gd name="T12" fmla="*/ 765 w 518"/>
                <a:gd name="T13" fmla="*/ 1434 h 416"/>
                <a:gd name="T14" fmla="*/ 850 w 518"/>
                <a:gd name="T15" fmla="*/ 1499 h 416"/>
                <a:gd name="T16" fmla="*/ 971 w 518"/>
                <a:gd name="T17" fmla="*/ 1499 h 416"/>
                <a:gd name="T18" fmla="*/ 1018 w 518"/>
                <a:gd name="T19" fmla="*/ 1361 h 416"/>
                <a:gd name="T20" fmla="*/ 1061 w 518"/>
                <a:gd name="T21" fmla="*/ 1285 h 416"/>
                <a:gd name="T22" fmla="*/ 1151 w 518"/>
                <a:gd name="T23" fmla="*/ 1260 h 416"/>
                <a:gd name="T24" fmla="*/ 1299 w 518"/>
                <a:gd name="T25" fmla="*/ 1057 h 416"/>
                <a:gd name="T26" fmla="*/ 1524 w 518"/>
                <a:gd name="T27" fmla="*/ 1071 h 416"/>
                <a:gd name="T28" fmla="*/ 1524 w 518"/>
                <a:gd name="T29" fmla="*/ 704 h 416"/>
                <a:gd name="T30" fmla="*/ 1424 w 518"/>
                <a:gd name="T31" fmla="*/ 489 h 416"/>
                <a:gd name="T32" fmla="*/ 332 w 518"/>
                <a:gd name="T33" fmla="*/ 316 h 416"/>
                <a:gd name="T34" fmla="*/ 90 w 518"/>
                <a:gd name="T35" fmla="*/ 661 h 4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18" h="416">
                  <a:moveTo>
                    <a:pt x="30" y="178"/>
                  </a:moveTo>
                  <a:cubicBezTo>
                    <a:pt x="0" y="254"/>
                    <a:pt x="46" y="293"/>
                    <a:pt x="61" y="304"/>
                  </a:cubicBezTo>
                  <a:cubicBezTo>
                    <a:pt x="68" y="310"/>
                    <a:pt x="76" y="310"/>
                    <a:pt x="82" y="319"/>
                  </a:cubicBezTo>
                  <a:cubicBezTo>
                    <a:pt x="89" y="327"/>
                    <a:pt x="82" y="355"/>
                    <a:pt x="99" y="370"/>
                  </a:cubicBezTo>
                  <a:cubicBezTo>
                    <a:pt x="116" y="384"/>
                    <a:pt x="137" y="365"/>
                    <a:pt x="158" y="375"/>
                  </a:cubicBezTo>
                  <a:cubicBezTo>
                    <a:pt x="185" y="386"/>
                    <a:pt x="174" y="416"/>
                    <a:pt x="212" y="413"/>
                  </a:cubicBezTo>
                  <a:cubicBezTo>
                    <a:pt x="226" y="412"/>
                    <a:pt x="237" y="386"/>
                    <a:pt x="251" y="386"/>
                  </a:cubicBezTo>
                  <a:cubicBezTo>
                    <a:pt x="266" y="386"/>
                    <a:pt x="264" y="393"/>
                    <a:pt x="279" y="404"/>
                  </a:cubicBezTo>
                  <a:cubicBezTo>
                    <a:pt x="293" y="414"/>
                    <a:pt x="305" y="414"/>
                    <a:pt x="319" y="404"/>
                  </a:cubicBezTo>
                  <a:cubicBezTo>
                    <a:pt x="336" y="392"/>
                    <a:pt x="328" y="384"/>
                    <a:pt x="334" y="367"/>
                  </a:cubicBezTo>
                  <a:cubicBezTo>
                    <a:pt x="336" y="361"/>
                    <a:pt x="340" y="351"/>
                    <a:pt x="348" y="346"/>
                  </a:cubicBezTo>
                  <a:cubicBezTo>
                    <a:pt x="356" y="341"/>
                    <a:pt x="367" y="342"/>
                    <a:pt x="378" y="340"/>
                  </a:cubicBezTo>
                  <a:cubicBezTo>
                    <a:pt x="425" y="335"/>
                    <a:pt x="397" y="302"/>
                    <a:pt x="426" y="285"/>
                  </a:cubicBezTo>
                  <a:cubicBezTo>
                    <a:pt x="456" y="267"/>
                    <a:pt x="476" y="301"/>
                    <a:pt x="500" y="289"/>
                  </a:cubicBezTo>
                  <a:cubicBezTo>
                    <a:pt x="518" y="280"/>
                    <a:pt x="515" y="224"/>
                    <a:pt x="500" y="190"/>
                  </a:cubicBezTo>
                  <a:cubicBezTo>
                    <a:pt x="492" y="170"/>
                    <a:pt x="481" y="150"/>
                    <a:pt x="467" y="132"/>
                  </a:cubicBezTo>
                  <a:cubicBezTo>
                    <a:pt x="382" y="20"/>
                    <a:pt x="221" y="0"/>
                    <a:pt x="109" y="85"/>
                  </a:cubicBezTo>
                  <a:cubicBezTo>
                    <a:pt x="75" y="110"/>
                    <a:pt x="47" y="142"/>
                    <a:pt x="30" y="178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17" name="Freeform 4494">
              <a:extLst>
                <a:ext uri="{FF2B5EF4-FFF2-40B4-BE49-F238E27FC236}">
                  <a16:creationId xmlns:a16="http://schemas.microsoft.com/office/drawing/2014/main" id="{0DAA1CCB-2893-4426-B1DF-BFAB288DE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574"/>
              <a:ext cx="14" cy="13"/>
            </a:xfrm>
            <a:custGeom>
              <a:avLst/>
              <a:gdLst>
                <a:gd name="T0" fmla="*/ 0 w 10"/>
                <a:gd name="T1" fmla="*/ 29 h 8"/>
                <a:gd name="T2" fmla="*/ 25 w 10"/>
                <a:gd name="T3" fmla="*/ 21 h 8"/>
                <a:gd name="T4" fmla="*/ 0 w 10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7"/>
                  </a:moveTo>
                  <a:cubicBezTo>
                    <a:pt x="2" y="8"/>
                    <a:pt x="8" y="7"/>
                    <a:pt x="9" y="5"/>
                  </a:cubicBezTo>
                  <a:cubicBezTo>
                    <a:pt x="10" y="0"/>
                    <a:pt x="2" y="1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18" name="Freeform 4495">
              <a:extLst>
                <a:ext uri="{FF2B5EF4-FFF2-40B4-BE49-F238E27FC236}">
                  <a16:creationId xmlns:a16="http://schemas.microsoft.com/office/drawing/2014/main" id="{EB2C4854-3CCF-44DE-A52D-A4633F71C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531"/>
              <a:ext cx="13" cy="17"/>
            </a:xfrm>
            <a:custGeom>
              <a:avLst/>
              <a:gdLst>
                <a:gd name="T0" fmla="*/ 0 w 9"/>
                <a:gd name="T1" fmla="*/ 40 h 11"/>
                <a:gd name="T2" fmla="*/ 27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6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19" name="Freeform 4496">
              <a:extLst>
                <a:ext uri="{FF2B5EF4-FFF2-40B4-BE49-F238E27FC236}">
                  <a16:creationId xmlns:a16="http://schemas.microsoft.com/office/drawing/2014/main" id="{DDF7920C-C5ED-4F3F-BC55-4E98D009E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3539"/>
              <a:ext cx="17" cy="23"/>
            </a:xfrm>
            <a:custGeom>
              <a:avLst/>
              <a:gdLst>
                <a:gd name="T0" fmla="*/ 34 w 12"/>
                <a:gd name="T1" fmla="*/ 0 h 15"/>
                <a:gd name="T2" fmla="*/ 9 w 12"/>
                <a:gd name="T3" fmla="*/ 8 h 15"/>
                <a:gd name="T4" fmla="*/ 23 w 12"/>
                <a:gd name="T5" fmla="*/ 21 h 15"/>
                <a:gd name="T6" fmla="*/ 26 w 12"/>
                <a:gd name="T7" fmla="*/ 48 h 15"/>
                <a:gd name="T8" fmla="*/ 0 w 12"/>
                <a:gd name="T9" fmla="*/ 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10" y="0"/>
                    <a:pt x="4" y="1"/>
                    <a:pt x="3" y="2"/>
                  </a:cubicBezTo>
                  <a:cubicBezTo>
                    <a:pt x="1" y="6"/>
                    <a:pt x="6" y="5"/>
                    <a:pt x="8" y="6"/>
                  </a:cubicBezTo>
                  <a:cubicBezTo>
                    <a:pt x="11" y="8"/>
                    <a:pt x="12" y="10"/>
                    <a:pt x="9" y="13"/>
                  </a:cubicBezTo>
                  <a:cubicBezTo>
                    <a:pt x="7" y="15"/>
                    <a:pt x="3" y="15"/>
                    <a:pt x="0" y="14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20" name="Freeform 4497">
              <a:extLst>
                <a:ext uri="{FF2B5EF4-FFF2-40B4-BE49-F238E27FC236}">
                  <a16:creationId xmlns:a16="http://schemas.microsoft.com/office/drawing/2014/main" id="{C7237975-2AC7-4833-97D6-EEF8B9DB4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591"/>
              <a:ext cx="3" cy="16"/>
            </a:xfrm>
            <a:custGeom>
              <a:avLst/>
              <a:gdLst>
                <a:gd name="T0" fmla="*/ 5 w 2"/>
                <a:gd name="T1" fmla="*/ 0 h 10"/>
                <a:gd name="T2" fmla="*/ 8 w 2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0" y="3"/>
                    <a:pt x="1" y="8"/>
                    <a:pt x="2" y="1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21" name="Freeform 4498">
              <a:extLst>
                <a:ext uri="{FF2B5EF4-FFF2-40B4-BE49-F238E27FC236}">
                  <a16:creationId xmlns:a16="http://schemas.microsoft.com/office/drawing/2014/main" id="{C3D8D550-947A-4271-BCAD-73FF5E16B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625"/>
              <a:ext cx="17" cy="3"/>
            </a:xfrm>
            <a:custGeom>
              <a:avLst/>
              <a:gdLst>
                <a:gd name="T0" fmla="*/ 0 w 12"/>
                <a:gd name="T1" fmla="*/ 5 h 2"/>
                <a:gd name="T2" fmla="*/ 9 w 12"/>
                <a:gd name="T3" fmla="*/ 5 h 2"/>
                <a:gd name="T4" fmla="*/ 34 w 1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">
                  <a:moveTo>
                    <a:pt x="0" y="1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6" y="1"/>
                    <a:pt x="9" y="2"/>
                    <a:pt x="12" y="2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22" name="Freeform 4499">
              <a:extLst>
                <a:ext uri="{FF2B5EF4-FFF2-40B4-BE49-F238E27FC236}">
                  <a16:creationId xmlns:a16="http://schemas.microsoft.com/office/drawing/2014/main" id="{5FEF2629-965D-4F14-9934-CA63226A3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669"/>
              <a:ext cx="20" cy="18"/>
            </a:xfrm>
            <a:custGeom>
              <a:avLst/>
              <a:gdLst>
                <a:gd name="T0" fmla="*/ 0 w 14"/>
                <a:gd name="T1" fmla="*/ 32 h 12"/>
                <a:gd name="T2" fmla="*/ 27 w 14"/>
                <a:gd name="T3" fmla="*/ 8 h 12"/>
                <a:gd name="T4" fmla="*/ 19 w 14"/>
                <a:gd name="T5" fmla="*/ 4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9"/>
                  </a:moveTo>
                  <a:cubicBezTo>
                    <a:pt x="2" y="7"/>
                    <a:pt x="6" y="0"/>
                    <a:pt x="9" y="2"/>
                  </a:cubicBezTo>
                  <a:cubicBezTo>
                    <a:pt x="14" y="4"/>
                    <a:pt x="8" y="11"/>
                    <a:pt x="6" y="12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23" name="Freeform 4500">
              <a:extLst>
                <a:ext uri="{FF2B5EF4-FFF2-40B4-BE49-F238E27FC236}">
                  <a16:creationId xmlns:a16="http://schemas.microsoft.com/office/drawing/2014/main" id="{D31508CB-425C-495C-A2EA-727D7DF12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678"/>
              <a:ext cx="8" cy="18"/>
            </a:xfrm>
            <a:custGeom>
              <a:avLst/>
              <a:gdLst>
                <a:gd name="T0" fmla="*/ 0 w 5"/>
                <a:gd name="T1" fmla="*/ 0 h 12"/>
                <a:gd name="T2" fmla="*/ 21 w 5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2" y="4"/>
                    <a:pt x="3" y="8"/>
                    <a:pt x="5" y="12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24" name="Freeform 4501">
              <a:extLst>
                <a:ext uri="{FF2B5EF4-FFF2-40B4-BE49-F238E27FC236}">
                  <a16:creationId xmlns:a16="http://schemas.microsoft.com/office/drawing/2014/main" id="{28EA39B2-F66F-4235-864B-785407A5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706"/>
              <a:ext cx="11" cy="3"/>
            </a:xfrm>
            <a:custGeom>
              <a:avLst/>
              <a:gdLst>
                <a:gd name="T0" fmla="*/ 0 w 8"/>
                <a:gd name="T1" fmla="*/ 8 h 2"/>
                <a:gd name="T2" fmla="*/ 21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6" y="0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25" name="Freeform 4502">
              <a:extLst>
                <a:ext uri="{FF2B5EF4-FFF2-40B4-BE49-F238E27FC236}">
                  <a16:creationId xmlns:a16="http://schemas.microsoft.com/office/drawing/2014/main" id="{9E49F268-C75F-45B3-A56C-CB9D15156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738"/>
              <a:ext cx="17" cy="16"/>
            </a:xfrm>
            <a:custGeom>
              <a:avLst/>
              <a:gdLst>
                <a:gd name="T0" fmla="*/ 9 w 12"/>
                <a:gd name="T1" fmla="*/ 42 h 10"/>
                <a:gd name="T2" fmla="*/ 14 w 12"/>
                <a:gd name="T3" fmla="*/ 5 h 10"/>
                <a:gd name="T4" fmla="*/ 34 w 12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3" y="10"/>
                  </a:moveTo>
                  <a:cubicBezTo>
                    <a:pt x="1" y="7"/>
                    <a:pt x="0" y="0"/>
                    <a:pt x="5" y="1"/>
                  </a:cubicBezTo>
                  <a:cubicBezTo>
                    <a:pt x="8" y="2"/>
                    <a:pt x="11" y="6"/>
                    <a:pt x="12" y="9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26" name="Freeform 4503">
              <a:extLst>
                <a:ext uri="{FF2B5EF4-FFF2-40B4-BE49-F238E27FC236}">
                  <a16:creationId xmlns:a16="http://schemas.microsoft.com/office/drawing/2014/main" id="{942D7383-00CD-4832-96D4-4692EBC38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808"/>
              <a:ext cx="3" cy="6"/>
            </a:xfrm>
            <a:custGeom>
              <a:avLst/>
              <a:gdLst>
                <a:gd name="T0" fmla="*/ 0 w 2"/>
                <a:gd name="T1" fmla="*/ 14 h 4"/>
                <a:gd name="T2" fmla="*/ 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27" name="Freeform 4504">
              <a:extLst>
                <a:ext uri="{FF2B5EF4-FFF2-40B4-BE49-F238E27FC236}">
                  <a16:creationId xmlns:a16="http://schemas.microsoft.com/office/drawing/2014/main" id="{9611B8ED-C806-4F1F-B170-897758D0E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775"/>
              <a:ext cx="10" cy="20"/>
            </a:xfrm>
            <a:custGeom>
              <a:avLst/>
              <a:gdLst>
                <a:gd name="T0" fmla="*/ 19 w 7"/>
                <a:gd name="T1" fmla="*/ 48 h 13"/>
                <a:gd name="T2" fmla="*/ 14 w 7"/>
                <a:gd name="T3" fmla="*/ 14 h 13"/>
                <a:gd name="T4" fmla="*/ 0 w 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6" y="13"/>
                  </a:moveTo>
                  <a:cubicBezTo>
                    <a:pt x="6" y="11"/>
                    <a:pt x="7" y="5"/>
                    <a:pt x="5" y="4"/>
                  </a:cubicBezTo>
                  <a:cubicBezTo>
                    <a:pt x="2" y="0"/>
                    <a:pt x="1" y="7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28" name="Freeform 4505">
              <a:extLst>
                <a:ext uri="{FF2B5EF4-FFF2-40B4-BE49-F238E27FC236}">
                  <a16:creationId xmlns:a16="http://schemas.microsoft.com/office/drawing/2014/main" id="{4A3F26DA-3BE0-4B84-8445-637067324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737"/>
              <a:ext cx="18" cy="31"/>
            </a:xfrm>
            <a:custGeom>
              <a:avLst/>
              <a:gdLst>
                <a:gd name="T0" fmla="*/ 0 w 13"/>
                <a:gd name="T1" fmla="*/ 12 h 20"/>
                <a:gd name="T2" fmla="*/ 26 w 13"/>
                <a:gd name="T3" fmla="*/ 12 h 20"/>
                <a:gd name="T4" fmla="*/ 15 w 13"/>
                <a:gd name="T5" fmla="*/ 40 h 20"/>
                <a:gd name="T6" fmla="*/ 6 w 13"/>
                <a:gd name="T7" fmla="*/ 62 h 20"/>
                <a:gd name="T8" fmla="*/ 35 w 13"/>
                <a:gd name="T9" fmla="*/ 6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0" y="3"/>
                  </a:moveTo>
                  <a:cubicBezTo>
                    <a:pt x="2" y="2"/>
                    <a:pt x="8" y="0"/>
                    <a:pt x="10" y="3"/>
                  </a:cubicBezTo>
                  <a:cubicBezTo>
                    <a:pt x="12" y="6"/>
                    <a:pt x="7" y="9"/>
                    <a:pt x="6" y="11"/>
                  </a:cubicBezTo>
                  <a:cubicBezTo>
                    <a:pt x="4" y="13"/>
                    <a:pt x="0" y="14"/>
                    <a:pt x="2" y="17"/>
                  </a:cubicBezTo>
                  <a:cubicBezTo>
                    <a:pt x="5" y="20"/>
                    <a:pt x="11" y="17"/>
                    <a:pt x="13" y="16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29" name="Freeform 4506">
              <a:extLst>
                <a:ext uri="{FF2B5EF4-FFF2-40B4-BE49-F238E27FC236}">
                  <a16:creationId xmlns:a16="http://schemas.microsoft.com/office/drawing/2014/main" id="{4EDFE195-1F3A-489A-B202-74D1134D9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819"/>
              <a:ext cx="8" cy="12"/>
            </a:xfrm>
            <a:custGeom>
              <a:avLst/>
              <a:gdLst>
                <a:gd name="T0" fmla="*/ 0 w 6"/>
                <a:gd name="T1" fmla="*/ 0 h 8"/>
                <a:gd name="T2" fmla="*/ 15 w 6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30" name="Freeform 4507">
              <a:extLst>
                <a:ext uri="{FF2B5EF4-FFF2-40B4-BE49-F238E27FC236}">
                  <a16:creationId xmlns:a16="http://schemas.microsoft.com/office/drawing/2014/main" id="{77A26AD9-AA91-471E-BDB7-5D1DB56E1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3874"/>
              <a:ext cx="9" cy="10"/>
            </a:xfrm>
            <a:custGeom>
              <a:avLst/>
              <a:gdLst>
                <a:gd name="T0" fmla="*/ 0 w 6"/>
                <a:gd name="T1" fmla="*/ 22 h 6"/>
                <a:gd name="T2" fmla="*/ 12 w 6"/>
                <a:gd name="T3" fmla="*/ 0 h 6"/>
                <a:gd name="T4" fmla="*/ 21 w 6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0" y="4"/>
                    <a:pt x="2" y="0"/>
                    <a:pt x="3" y="0"/>
                  </a:cubicBezTo>
                  <a:cubicBezTo>
                    <a:pt x="6" y="0"/>
                    <a:pt x="6" y="5"/>
                    <a:pt x="6" y="6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31" name="Freeform 4508">
              <a:extLst>
                <a:ext uri="{FF2B5EF4-FFF2-40B4-BE49-F238E27FC236}">
                  <a16:creationId xmlns:a16="http://schemas.microsoft.com/office/drawing/2014/main" id="{D56E570E-B09A-4D2B-953C-4365E6196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899"/>
              <a:ext cx="1" cy="8"/>
            </a:xfrm>
            <a:custGeom>
              <a:avLst/>
              <a:gdLst>
                <a:gd name="T0" fmla="*/ 1 w 1"/>
                <a:gd name="T1" fmla="*/ 21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32" name="Freeform 4509">
              <a:extLst>
                <a:ext uri="{FF2B5EF4-FFF2-40B4-BE49-F238E27FC236}">
                  <a16:creationId xmlns:a16="http://schemas.microsoft.com/office/drawing/2014/main" id="{8FE6E540-4F8C-4857-BB9A-855F38452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860"/>
              <a:ext cx="1" cy="13"/>
            </a:xfrm>
            <a:custGeom>
              <a:avLst/>
              <a:gdLst>
                <a:gd name="T0" fmla="*/ 0 w 1"/>
                <a:gd name="T1" fmla="*/ 0 h 8"/>
                <a:gd name="T2" fmla="*/ 1 w 1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33" name="Freeform 4510">
              <a:extLst>
                <a:ext uri="{FF2B5EF4-FFF2-40B4-BE49-F238E27FC236}">
                  <a16:creationId xmlns:a16="http://schemas.microsoft.com/office/drawing/2014/main" id="{C5EE8E60-C9D4-4883-A1E4-D5D23FB78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741"/>
              <a:ext cx="19" cy="22"/>
            </a:xfrm>
            <a:custGeom>
              <a:avLst/>
              <a:gdLst>
                <a:gd name="T0" fmla="*/ 0 w 13"/>
                <a:gd name="T1" fmla="*/ 31 h 14"/>
                <a:gd name="T2" fmla="*/ 28 w 13"/>
                <a:gd name="T3" fmla="*/ 8 h 14"/>
                <a:gd name="T4" fmla="*/ 1 w 13"/>
                <a:gd name="T5" fmla="*/ 5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8"/>
                  </a:moveTo>
                  <a:cubicBezTo>
                    <a:pt x="1" y="6"/>
                    <a:pt x="7" y="0"/>
                    <a:pt x="9" y="2"/>
                  </a:cubicBezTo>
                  <a:cubicBezTo>
                    <a:pt x="13" y="6"/>
                    <a:pt x="3" y="13"/>
                    <a:pt x="1" y="14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34" name="Freeform 4511">
              <a:extLst>
                <a:ext uri="{FF2B5EF4-FFF2-40B4-BE49-F238E27FC236}">
                  <a16:creationId xmlns:a16="http://schemas.microsoft.com/office/drawing/2014/main" id="{E06F820E-BF4C-4607-9BA9-688460165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3754"/>
              <a:ext cx="3" cy="10"/>
            </a:xfrm>
            <a:custGeom>
              <a:avLst/>
              <a:gdLst>
                <a:gd name="T0" fmla="*/ 0 w 2"/>
                <a:gd name="T1" fmla="*/ 0 h 7"/>
                <a:gd name="T2" fmla="*/ 8 w 2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0" y="5"/>
                    <a:pt x="2" y="7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35" name="Freeform 4512">
              <a:extLst>
                <a:ext uri="{FF2B5EF4-FFF2-40B4-BE49-F238E27FC236}">
                  <a16:creationId xmlns:a16="http://schemas.microsoft.com/office/drawing/2014/main" id="{271833F2-B8FE-400D-A7D1-39465DBA0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754"/>
              <a:ext cx="11" cy="12"/>
            </a:xfrm>
            <a:custGeom>
              <a:avLst/>
              <a:gdLst>
                <a:gd name="T0" fmla="*/ 0 w 8"/>
                <a:gd name="T1" fmla="*/ 5 h 8"/>
                <a:gd name="T2" fmla="*/ 21 w 8"/>
                <a:gd name="T3" fmla="*/ 14 h 8"/>
                <a:gd name="T4" fmla="*/ 1 w 8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3" y="0"/>
                    <a:pt x="6" y="1"/>
                    <a:pt x="8" y="4"/>
                  </a:cubicBezTo>
                  <a:cubicBezTo>
                    <a:pt x="7" y="6"/>
                    <a:pt x="3" y="7"/>
                    <a:pt x="1" y="8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36" name="Freeform 4513">
              <a:extLst>
                <a:ext uri="{FF2B5EF4-FFF2-40B4-BE49-F238E27FC236}">
                  <a16:creationId xmlns:a16="http://schemas.microsoft.com/office/drawing/2014/main" id="{4A963051-9D52-49E8-88C7-BC5954676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746"/>
              <a:ext cx="27" cy="23"/>
            </a:xfrm>
            <a:custGeom>
              <a:avLst/>
              <a:gdLst>
                <a:gd name="T0" fmla="*/ 0 w 19"/>
                <a:gd name="T1" fmla="*/ 26 h 15"/>
                <a:gd name="T2" fmla="*/ 28 w 19"/>
                <a:gd name="T3" fmla="*/ 5 h 15"/>
                <a:gd name="T4" fmla="*/ 23 w 19"/>
                <a:gd name="T5" fmla="*/ 5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0" y="7"/>
                  </a:moveTo>
                  <a:cubicBezTo>
                    <a:pt x="2" y="4"/>
                    <a:pt x="6" y="0"/>
                    <a:pt x="10" y="1"/>
                  </a:cubicBezTo>
                  <a:cubicBezTo>
                    <a:pt x="19" y="1"/>
                    <a:pt x="10" y="12"/>
                    <a:pt x="8" y="15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37" name="Freeform 4514">
              <a:extLst>
                <a:ext uri="{FF2B5EF4-FFF2-40B4-BE49-F238E27FC236}">
                  <a16:creationId xmlns:a16="http://schemas.microsoft.com/office/drawing/2014/main" id="{2E487A54-1BA3-458B-B2CC-4B72DC31E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3822"/>
              <a:ext cx="10" cy="7"/>
            </a:xfrm>
            <a:custGeom>
              <a:avLst/>
              <a:gdLst>
                <a:gd name="T0" fmla="*/ 0 w 7"/>
                <a:gd name="T1" fmla="*/ 14 h 5"/>
                <a:gd name="T2" fmla="*/ 2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3"/>
                    <a:pt x="4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38" name="Freeform 4515">
              <a:extLst>
                <a:ext uri="{FF2B5EF4-FFF2-40B4-BE49-F238E27FC236}">
                  <a16:creationId xmlns:a16="http://schemas.microsoft.com/office/drawing/2014/main" id="{13CBFA03-F39F-498D-B17E-9EE5A9ABA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842"/>
              <a:ext cx="13" cy="6"/>
            </a:xfrm>
            <a:custGeom>
              <a:avLst/>
              <a:gdLst>
                <a:gd name="T0" fmla="*/ 27 w 9"/>
                <a:gd name="T1" fmla="*/ 14 h 4"/>
                <a:gd name="T2" fmla="*/ 0 w 9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7" y="3"/>
                    <a:pt x="3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39" name="Freeform 4516">
              <a:extLst>
                <a:ext uri="{FF2B5EF4-FFF2-40B4-BE49-F238E27FC236}">
                  <a16:creationId xmlns:a16="http://schemas.microsoft.com/office/drawing/2014/main" id="{877D2BD1-160C-4C05-85FB-E4D939C09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3672"/>
              <a:ext cx="17" cy="14"/>
            </a:xfrm>
            <a:custGeom>
              <a:avLst/>
              <a:gdLst>
                <a:gd name="T0" fmla="*/ 13 w 12"/>
                <a:gd name="T1" fmla="*/ 34 h 9"/>
                <a:gd name="T2" fmla="*/ 34 w 12"/>
                <a:gd name="T3" fmla="*/ 12 h 9"/>
                <a:gd name="T4" fmla="*/ 0 w 12"/>
                <a:gd name="T5" fmla="*/ 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9"/>
                  </a:moveTo>
                  <a:cubicBezTo>
                    <a:pt x="5" y="7"/>
                    <a:pt x="12" y="5"/>
                    <a:pt x="12" y="3"/>
                  </a:cubicBezTo>
                  <a:cubicBezTo>
                    <a:pt x="10" y="0"/>
                    <a:pt x="2" y="4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40" name="Freeform 4517">
              <a:extLst>
                <a:ext uri="{FF2B5EF4-FFF2-40B4-BE49-F238E27FC236}">
                  <a16:creationId xmlns:a16="http://schemas.microsoft.com/office/drawing/2014/main" id="{68624C19-7A72-446F-85AC-E72750D9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644"/>
              <a:ext cx="9" cy="14"/>
            </a:xfrm>
            <a:custGeom>
              <a:avLst/>
              <a:gdLst>
                <a:gd name="T0" fmla="*/ 21 w 6"/>
                <a:gd name="T1" fmla="*/ 0 h 9"/>
                <a:gd name="T2" fmla="*/ 0 w 6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5" y="3"/>
                    <a:pt x="2" y="6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41" name="Freeform 4518">
              <a:extLst>
                <a:ext uri="{FF2B5EF4-FFF2-40B4-BE49-F238E27FC236}">
                  <a16:creationId xmlns:a16="http://schemas.microsoft.com/office/drawing/2014/main" id="{E75B4F2D-A014-4496-95DD-4013B2875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647"/>
              <a:ext cx="13" cy="17"/>
            </a:xfrm>
            <a:custGeom>
              <a:avLst/>
              <a:gdLst>
                <a:gd name="T0" fmla="*/ 0 w 9"/>
                <a:gd name="T1" fmla="*/ 12 h 11"/>
                <a:gd name="T2" fmla="*/ 27 w 9"/>
                <a:gd name="T3" fmla="*/ 14 h 11"/>
                <a:gd name="T4" fmla="*/ 0 w 9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3"/>
                  </a:moveTo>
                  <a:cubicBezTo>
                    <a:pt x="2" y="3"/>
                    <a:pt x="8" y="0"/>
                    <a:pt x="9" y="4"/>
                  </a:cubicBezTo>
                  <a:cubicBezTo>
                    <a:pt x="9" y="7"/>
                    <a:pt x="2" y="10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42" name="Freeform 4519">
              <a:extLst>
                <a:ext uri="{FF2B5EF4-FFF2-40B4-BE49-F238E27FC236}">
                  <a16:creationId xmlns:a16="http://schemas.microsoft.com/office/drawing/2014/main" id="{44D9A9FA-DE18-4DE3-AA52-CECC3B39C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3690"/>
              <a:ext cx="19" cy="20"/>
            </a:xfrm>
            <a:custGeom>
              <a:avLst/>
              <a:gdLst>
                <a:gd name="T0" fmla="*/ 13 w 13"/>
                <a:gd name="T1" fmla="*/ 35 h 13"/>
                <a:gd name="T2" fmla="*/ 38 w 13"/>
                <a:gd name="T3" fmla="*/ 22 h 13"/>
                <a:gd name="T4" fmla="*/ 0 w 13"/>
                <a:gd name="T5" fmla="*/ 1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4" y="10"/>
                  </a:moveTo>
                  <a:cubicBezTo>
                    <a:pt x="5" y="13"/>
                    <a:pt x="12" y="9"/>
                    <a:pt x="12" y="6"/>
                  </a:cubicBezTo>
                  <a:cubicBezTo>
                    <a:pt x="13" y="0"/>
                    <a:pt x="3" y="3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43" name="Freeform 4520">
              <a:extLst>
                <a:ext uri="{FF2B5EF4-FFF2-40B4-BE49-F238E27FC236}">
                  <a16:creationId xmlns:a16="http://schemas.microsoft.com/office/drawing/2014/main" id="{C26896BD-B342-4BAD-8EFF-49F62AFC5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659"/>
              <a:ext cx="9" cy="10"/>
            </a:xfrm>
            <a:custGeom>
              <a:avLst/>
              <a:gdLst>
                <a:gd name="T0" fmla="*/ 5 w 6"/>
                <a:gd name="T1" fmla="*/ 0 h 6"/>
                <a:gd name="T2" fmla="*/ 21 w 6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3"/>
                    <a:pt x="4" y="5"/>
                    <a:pt x="6" y="6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44" name="Freeform 4521">
              <a:extLst>
                <a:ext uri="{FF2B5EF4-FFF2-40B4-BE49-F238E27FC236}">
                  <a16:creationId xmlns:a16="http://schemas.microsoft.com/office/drawing/2014/main" id="{38287D19-3F32-4936-B1AC-1C022904E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777"/>
              <a:ext cx="8" cy="11"/>
            </a:xfrm>
            <a:custGeom>
              <a:avLst/>
              <a:gdLst>
                <a:gd name="T0" fmla="*/ 0 w 6"/>
                <a:gd name="T1" fmla="*/ 27 h 7"/>
                <a:gd name="T2" fmla="*/ 1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5"/>
                    <a:pt x="3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45" name="Freeform 4522">
              <a:extLst>
                <a:ext uri="{FF2B5EF4-FFF2-40B4-BE49-F238E27FC236}">
                  <a16:creationId xmlns:a16="http://schemas.microsoft.com/office/drawing/2014/main" id="{69BFE373-2339-4C2A-BFFB-CE8BBEB2B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777"/>
              <a:ext cx="17" cy="15"/>
            </a:xfrm>
            <a:custGeom>
              <a:avLst/>
              <a:gdLst>
                <a:gd name="T0" fmla="*/ 33 w 12"/>
                <a:gd name="T1" fmla="*/ 12 h 10"/>
                <a:gd name="T2" fmla="*/ 1 w 12"/>
                <a:gd name="T3" fmla="*/ 12 h 10"/>
                <a:gd name="T4" fmla="*/ 34 w 12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1" y="3"/>
                  </a:moveTo>
                  <a:cubicBezTo>
                    <a:pt x="9" y="2"/>
                    <a:pt x="2" y="0"/>
                    <a:pt x="1" y="3"/>
                  </a:cubicBezTo>
                  <a:cubicBezTo>
                    <a:pt x="0" y="7"/>
                    <a:pt x="10" y="9"/>
                    <a:pt x="12" y="1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46" name="Freeform 4523">
              <a:extLst>
                <a:ext uri="{FF2B5EF4-FFF2-40B4-BE49-F238E27FC236}">
                  <a16:creationId xmlns:a16="http://schemas.microsoft.com/office/drawing/2014/main" id="{4B65653E-E2BF-498D-AF04-24BC21D7C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808"/>
              <a:ext cx="9" cy="4"/>
            </a:xfrm>
            <a:custGeom>
              <a:avLst/>
              <a:gdLst>
                <a:gd name="T0" fmla="*/ 0 w 6"/>
                <a:gd name="T1" fmla="*/ 0 h 3"/>
                <a:gd name="T2" fmla="*/ 21 w 6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47" name="Freeform 4524">
              <a:extLst>
                <a:ext uri="{FF2B5EF4-FFF2-40B4-BE49-F238E27FC236}">
                  <a16:creationId xmlns:a16="http://schemas.microsoft.com/office/drawing/2014/main" id="{6CB91E9B-6478-4842-B1D8-EB4AE261F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3536"/>
              <a:ext cx="23" cy="17"/>
            </a:xfrm>
            <a:custGeom>
              <a:avLst/>
              <a:gdLst>
                <a:gd name="T0" fmla="*/ 27 w 16"/>
                <a:gd name="T1" fmla="*/ 40 h 11"/>
                <a:gd name="T2" fmla="*/ 39 w 16"/>
                <a:gd name="T3" fmla="*/ 8 h 11"/>
                <a:gd name="T4" fmla="*/ 0 w 16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9" y="11"/>
                  </a:moveTo>
                  <a:cubicBezTo>
                    <a:pt x="11" y="10"/>
                    <a:pt x="16" y="5"/>
                    <a:pt x="13" y="2"/>
                  </a:cubicBezTo>
                  <a:cubicBezTo>
                    <a:pt x="11" y="0"/>
                    <a:pt x="3" y="7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48" name="Freeform 4525">
              <a:extLst>
                <a:ext uri="{FF2B5EF4-FFF2-40B4-BE49-F238E27FC236}">
                  <a16:creationId xmlns:a16="http://schemas.microsoft.com/office/drawing/2014/main" id="{B1C85297-2017-4B66-857E-D58BFEB74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3503"/>
              <a:ext cx="15" cy="6"/>
            </a:xfrm>
            <a:custGeom>
              <a:avLst/>
              <a:gdLst>
                <a:gd name="T0" fmla="*/ 5 w 10"/>
                <a:gd name="T1" fmla="*/ 0 h 4"/>
                <a:gd name="T2" fmla="*/ 35 w 10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" y="0"/>
                  </a:moveTo>
                  <a:cubicBezTo>
                    <a:pt x="0" y="4"/>
                    <a:pt x="7" y="4"/>
                    <a:pt x="10" y="4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49" name="Freeform 4526">
              <a:extLst>
                <a:ext uri="{FF2B5EF4-FFF2-40B4-BE49-F238E27FC236}">
                  <a16:creationId xmlns:a16="http://schemas.microsoft.com/office/drawing/2014/main" id="{53299D86-52FA-4E05-81A7-2212B1A4E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3489"/>
              <a:ext cx="22" cy="23"/>
            </a:xfrm>
            <a:custGeom>
              <a:avLst/>
              <a:gdLst>
                <a:gd name="T0" fmla="*/ 0 w 15"/>
                <a:gd name="T1" fmla="*/ 26 h 15"/>
                <a:gd name="T2" fmla="*/ 38 w 15"/>
                <a:gd name="T3" fmla="*/ 12 h 15"/>
                <a:gd name="T4" fmla="*/ 9 w 15"/>
                <a:gd name="T5" fmla="*/ 5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cubicBezTo>
                    <a:pt x="2" y="6"/>
                    <a:pt x="9" y="0"/>
                    <a:pt x="12" y="3"/>
                  </a:cubicBezTo>
                  <a:cubicBezTo>
                    <a:pt x="15" y="7"/>
                    <a:pt x="6" y="13"/>
                    <a:pt x="3" y="15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50" name="Freeform 4527">
              <a:extLst>
                <a:ext uri="{FF2B5EF4-FFF2-40B4-BE49-F238E27FC236}">
                  <a16:creationId xmlns:a16="http://schemas.microsoft.com/office/drawing/2014/main" id="{54684891-6C36-4026-A322-7F0D6B2B6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3645"/>
              <a:ext cx="4" cy="8"/>
            </a:xfrm>
            <a:custGeom>
              <a:avLst/>
              <a:gdLst>
                <a:gd name="T0" fmla="*/ 0 w 3"/>
                <a:gd name="T1" fmla="*/ 21 h 5"/>
                <a:gd name="T2" fmla="*/ 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51" name="Freeform 4528">
              <a:extLst>
                <a:ext uri="{FF2B5EF4-FFF2-40B4-BE49-F238E27FC236}">
                  <a16:creationId xmlns:a16="http://schemas.microsoft.com/office/drawing/2014/main" id="{53FC7FDA-DD88-4658-9FD9-ABF37CB9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404"/>
              <a:ext cx="7" cy="22"/>
            </a:xfrm>
            <a:custGeom>
              <a:avLst/>
              <a:gdLst>
                <a:gd name="T0" fmla="*/ 1 w 5"/>
                <a:gd name="T1" fmla="*/ 0 h 14"/>
                <a:gd name="T2" fmla="*/ 14 w 5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1" y="0"/>
                  </a:moveTo>
                  <a:cubicBezTo>
                    <a:pt x="0" y="6"/>
                    <a:pt x="0" y="10"/>
                    <a:pt x="5" y="1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52" name="Freeform 4529">
              <a:extLst>
                <a:ext uri="{FF2B5EF4-FFF2-40B4-BE49-F238E27FC236}">
                  <a16:creationId xmlns:a16="http://schemas.microsoft.com/office/drawing/2014/main" id="{E53B41C1-8328-43C2-BBB9-6F4CC8350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420"/>
              <a:ext cx="10" cy="24"/>
            </a:xfrm>
            <a:custGeom>
              <a:avLst/>
              <a:gdLst>
                <a:gd name="T0" fmla="*/ 20 w 7"/>
                <a:gd name="T1" fmla="*/ 0 h 16"/>
                <a:gd name="T2" fmla="*/ 0 w 7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2" y="4"/>
                    <a:pt x="1" y="10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53" name="Freeform 4530">
              <a:extLst>
                <a:ext uri="{FF2B5EF4-FFF2-40B4-BE49-F238E27FC236}">
                  <a16:creationId xmlns:a16="http://schemas.microsoft.com/office/drawing/2014/main" id="{AC0ECF6F-91DA-420C-98E6-13222B0CA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358"/>
              <a:ext cx="9" cy="23"/>
            </a:xfrm>
            <a:custGeom>
              <a:avLst/>
              <a:gdLst>
                <a:gd name="T0" fmla="*/ 0 w 6"/>
                <a:gd name="T1" fmla="*/ 0 h 15"/>
                <a:gd name="T2" fmla="*/ 21 w 6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3" y="5"/>
                    <a:pt x="5" y="9"/>
                    <a:pt x="6" y="15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54" name="Freeform 4531">
              <a:extLst>
                <a:ext uri="{FF2B5EF4-FFF2-40B4-BE49-F238E27FC236}">
                  <a16:creationId xmlns:a16="http://schemas.microsoft.com/office/drawing/2014/main" id="{BDBF611F-517C-4D46-B2AE-35DE85E56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358"/>
              <a:ext cx="7" cy="12"/>
            </a:xfrm>
            <a:custGeom>
              <a:avLst/>
              <a:gdLst>
                <a:gd name="T0" fmla="*/ 0 w 5"/>
                <a:gd name="T1" fmla="*/ 27 h 8"/>
                <a:gd name="T2" fmla="*/ 14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4"/>
                    <a:pt x="3" y="3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55" name="Freeform 4532">
              <a:extLst>
                <a:ext uri="{FF2B5EF4-FFF2-40B4-BE49-F238E27FC236}">
                  <a16:creationId xmlns:a16="http://schemas.microsoft.com/office/drawing/2014/main" id="{6F9B20BB-4D0C-45AD-A125-49E28678A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3372"/>
              <a:ext cx="12" cy="6"/>
            </a:xfrm>
            <a:custGeom>
              <a:avLst/>
              <a:gdLst>
                <a:gd name="T0" fmla="*/ 0 w 8"/>
                <a:gd name="T1" fmla="*/ 14 h 4"/>
                <a:gd name="T2" fmla="*/ 27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56" name="Freeform 4533">
              <a:extLst>
                <a:ext uri="{FF2B5EF4-FFF2-40B4-BE49-F238E27FC236}">
                  <a16:creationId xmlns:a16="http://schemas.microsoft.com/office/drawing/2014/main" id="{7A2C57D6-0CEB-4ECF-99C9-07A9D6826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3410"/>
              <a:ext cx="9" cy="5"/>
            </a:xfrm>
            <a:custGeom>
              <a:avLst/>
              <a:gdLst>
                <a:gd name="T0" fmla="*/ 0 w 6"/>
                <a:gd name="T1" fmla="*/ 13 h 3"/>
                <a:gd name="T2" fmla="*/ 2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57" name="Freeform 4534">
              <a:extLst>
                <a:ext uri="{FF2B5EF4-FFF2-40B4-BE49-F238E27FC236}">
                  <a16:creationId xmlns:a16="http://schemas.microsoft.com/office/drawing/2014/main" id="{1F0D69D0-A21A-453A-B4AF-7535A3D5E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435"/>
              <a:ext cx="13" cy="3"/>
            </a:xfrm>
            <a:custGeom>
              <a:avLst/>
              <a:gdLst>
                <a:gd name="T0" fmla="*/ 27 w 9"/>
                <a:gd name="T1" fmla="*/ 8 h 2"/>
                <a:gd name="T2" fmla="*/ 0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58" name="Freeform 4535">
              <a:extLst>
                <a:ext uri="{FF2B5EF4-FFF2-40B4-BE49-F238E27FC236}">
                  <a16:creationId xmlns:a16="http://schemas.microsoft.com/office/drawing/2014/main" id="{EE24CF7B-0F34-4DFF-9B7A-28853A0AC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872"/>
              <a:ext cx="287" cy="787"/>
            </a:xfrm>
            <a:custGeom>
              <a:avLst/>
              <a:gdLst>
                <a:gd name="T0" fmla="*/ 0 w 198"/>
                <a:gd name="T1" fmla="*/ 1882 h 509"/>
                <a:gd name="T2" fmla="*/ 332 w 198"/>
                <a:gd name="T3" fmla="*/ 1234 h 509"/>
                <a:gd name="T4" fmla="*/ 578 w 198"/>
                <a:gd name="T5" fmla="*/ 583 h 509"/>
                <a:gd name="T6" fmla="*/ 603 w 198"/>
                <a:gd name="T7" fmla="*/ 371 h 509"/>
                <a:gd name="T8" fmla="*/ 528 w 198"/>
                <a:gd name="T9" fmla="*/ 0 h 509"/>
                <a:gd name="T10" fmla="*/ 490 w 198"/>
                <a:gd name="T11" fmla="*/ 730 h 509"/>
                <a:gd name="T12" fmla="*/ 0 w 198"/>
                <a:gd name="T13" fmla="*/ 1882 h 5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509">
                  <a:moveTo>
                    <a:pt x="0" y="509"/>
                  </a:moveTo>
                  <a:cubicBezTo>
                    <a:pt x="17" y="493"/>
                    <a:pt x="68" y="411"/>
                    <a:pt x="109" y="334"/>
                  </a:cubicBezTo>
                  <a:cubicBezTo>
                    <a:pt x="140" y="277"/>
                    <a:pt x="185" y="176"/>
                    <a:pt x="190" y="158"/>
                  </a:cubicBezTo>
                  <a:cubicBezTo>
                    <a:pt x="196" y="140"/>
                    <a:pt x="198" y="118"/>
                    <a:pt x="198" y="100"/>
                  </a:cubicBezTo>
                  <a:cubicBezTo>
                    <a:pt x="198" y="63"/>
                    <a:pt x="188" y="32"/>
                    <a:pt x="173" y="0"/>
                  </a:cubicBezTo>
                  <a:cubicBezTo>
                    <a:pt x="182" y="49"/>
                    <a:pt x="198" y="109"/>
                    <a:pt x="161" y="197"/>
                  </a:cubicBezTo>
                  <a:cubicBezTo>
                    <a:pt x="103" y="342"/>
                    <a:pt x="0" y="509"/>
                    <a:pt x="0" y="509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59" name="Freeform 4536">
              <a:extLst>
                <a:ext uri="{FF2B5EF4-FFF2-40B4-BE49-F238E27FC236}">
                  <a16:creationId xmlns:a16="http://schemas.microsoft.com/office/drawing/2014/main" id="{91DD7348-02EA-4E1C-8B13-C3696CADE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268"/>
              <a:ext cx="96" cy="34"/>
            </a:xfrm>
            <a:custGeom>
              <a:avLst/>
              <a:gdLst>
                <a:gd name="T0" fmla="*/ 204 w 66"/>
                <a:gd name="T1" fmla="*/ 0 h 22"/>
                <a:gd name="T2" fmla="*/ 201 w 66"/>
                <a:gd name="T3" fmla="*/ 0 h 22"/>
                <a:gd name="T4" fmla="*/ 144 w 66"/>
                <a:gd name="T5" fmla="*/ 74 h 22"/>
                <a:gd name="T6" fmla="*/ 0 w 66"/>
                <a:gd name="T7" fmla="*/ 1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2">
                  <a:moveTo>
                    <a:pt x="66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58" y="8"/>
                    <a:pt x="57" y="18"/>
                    <a:pt x="47" y="20"/>
                  </a:cubicBezTo>
                  <a:cubicBezTo>
                    <a:pt x="35" y="22"/>
                    <a:pt x="18" y="5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60" name="Freeform 4537">
              <a:extLst>
                <a:ext uri="{FF2B5EF4-FFF2-40B4-BE49-F238E27FC236}">
                  <a16:creationId xmlns:a16="http://schemas.microsoft.com/office/drawing/2014/main" id="{AA574B21-92E2-4CED-B34E-A7A094C95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268"/>
              <a:ext cx="702" cy="384"/>
            </a:xfrm>
            <a:custGeom>
              <a:avLst/>
              <a:gdLst>
                <a:gd name="T0" fmla="*/ 1191 w 484"/>
                <a:gd name="T1" fmla="*/ 14 h 248"/>
                <a:gd name="T2" fmla="*/ 1159 w 484"/>
                <a:gd name="T3" fmla="*/ 22 h 248"/>
                <a:gd name="T4" fmla="*/ 1065 w 484"/>
                <a:gd name="T5" fmla="*/ 141 h 248"/>
                <a:gd name="T6" fmla="*/ 975 w 484"/>
                <a:gd name="T7" fmla="*/ 149 h 248"/>
                <a:gd name="T8" fmla="*/ 901 w 484"/>
                <a:gd name="T9" fmla="*/ 209 h 248"/>
                <a:gd name="T10" fmla="*/ 818 w 484"/>
                <a:gd name="T11" fmla="*/ 209 h 248"/>
                <a:gd name="T12" fmla="*/ 690 w 484"/>
                <a:gd name="T13" fmla="*/ 283 h 248"/>
                <a:gd name="T14" fmla="*/ 541 w 484"/>
                <a:gd name="T15" fmla="*/ 271 h 248"/>
                <a:gd name="T16" fmla="*/ 448 w 484"/>
                <a:gd name="T17" fmla="*/ 338 h 248"/>
                <a:gd name="T18" fmla="*/ 332 w 484"/>
                <a:gd name="T19" fmla="*/ 338 h 248"/>
                <a:gd name="T20" fmla="*/ 168 w 484"/>
                <a:gd name="T21" fmla="*/ 407 h 248"/>
                <a:gd name="T22" fmla="*/ 61 w 484"/>
                <a:gd name="T23" fmla="*/ 424 h 248"/>
                <a:gd name="T24" fmla="*/ 0 w 484"/>
                <a:gd name="T25" fmla="*/ 401 h 248"/>
                <a:gd name="T26" fmla="*/ 83 w 484"/>
                <a:gd name="T27" fmla="*/ 506 h 248"/>
                <a:gd name="T28" fmla="*/ 148 w 484"/>
                <a:gd name="T29" fmla="*/ 561 h 248"/>
                <a:gd name="T30" fmla="*/ 197 w 484"/>
                <a:gd name="T31" fmla="*/ 751 h 248"/>
                <a:gd name="T32" fmla="*/ 379 w 484"/>
                <a:gd name="T33" fmla="*/ 770 h 248"/>
                <a:gd name="T34" fmla="*/ 542 w 484"/>
                <a:gd name="T35" fmla="*/ 909 h 248"/>
                <a:gd name="T36" fmla="*/ 663 w 484"/>
                <a:gd name="T37" fmla="*/ 810 h 248"/>
                <a:gd name="T38" fmla="*/ 747 w 484"/>
                <a:gd name="T39" fmla="*/ 875 h 248"/>
                <a:gd name="T40" fmla="*/ 869 w 484"/>
                <a:gd name="T41" fmla="*/ 875 h 248"/>
                <a:gd name="T42" fmla="*/ 915 w 484"/>
                <a:gd name="T43" fmla="*/ 739 h 248"/>
                <a:gd name="T44" fmla="*/ 957 w 484"/>
                <a:gd name="T45" fmla="*/ 661 h 248"/>
                <a:gd name="T46" fmla="*/ 1050 w 484"/>
                <a:gd name="T47" fmla="*/ 638 h 248"/>
                <a:gd name="T48" fmla="*/ 1197 w 484"/>
                <a:gd name="T49" fmla="*/ 434 h 248"/>
                <a:gd name="T50" fmla="*/ 1421 w 484"/>
                <a:gd name="T51" fmla="*/ 449 h 248"/>
                <a:gd name="T52" fmla="*/ 1421 w 484"/>
                <a:gd name="T53" fmla="*/ 82 h 248"/>
                <a:gd name="T54" fmla="*/ 1391 w 484"/>
                <a:gd name="T55" fmla="*/ 0 h 2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84" h="248">
                  <a:moveTo>
                    <a:pt x="390" y="4"/>
                  </a:moveTo>
                  <a:cubicBezTo>
                    <a:pt x="387" y="4"/>
                    <a:pt x="383" y="4"/>
                    <a:pt x="380" y="6"/>
                  </a:cubicBezTo>
                  <a:cubicBezTo>
                    <a:pt x="362" y="10"/>
                    <a:pt x="363" y="30"/>
                    <a:pt x="349" y="38"/>
                  </a:cubicBezTo>
                  <a:cubicBezTo>
                    <a:pt x="335" y="47"/>
                    <a:pt x="333" y="38"/>
                    <a:pt x="319" y="40"/>
                  </a:cubicBezTo>
                  <a:cubicBezTo>
                    <a:pt x="310" y="41"/>
                    <a:pt x="303" y="52"/>
                    <a:pt x="295" y="56"/>
                  </a:cubicBezTo>
                  <a:cubicBezTo>
                    <a:pt x="287" y="60"/>
                    <a:pt x="277" y="54"/>
                    <a:pt x="268" y="56"/>
                  </a:cubicBezTo>
                  <a:cubicBezTo>
                    <a:pt x="251" y="60"/>
                    <a:pt x="244" y="79"/>
                    <a:pt x="226" y="76"/>
                  </a:cubicBezTo>
                  <a:cubicBezTo>
                    <a:pt x="207" y="74"/>
                    <a:pt x="197" y="64"/>
                    <a:pt x="177" y="73"/>
                  </a:cubicBezTo>
                  <a:cubicBezTo>
                    <a:pt x="166" y="79"/>
                    <a:pt x="159" y="88"/>
                    <a:pt x="147" y="91"/>
                  </a:cubicBezTo>
                  <a:cubicBezTo>
                    <a:pt x="136" y="94"/>
                    <a:pt x="120" y="86"/>
                    <a:pt x="109" y="91"/>
                  </a:cubicBezTo>
                  <a:cubicBezTo>
                    <a:pt x="87" y="101"/>
                    <a:pt x="82" y="117"/>
                    <a:pt x="55" y="110"/>
                  </a:cubicBezTo>
                  <a:cubicBezTo>
                    <a:pt x="40" y="106"/>
                    <a:pt x="35" y="114"/>
                    <a:pt x="20" y="114"/>
                  </a:cubicBezTo>
                  <a:cubicBezTo>
                    <a:pt x="13" y="114"/>
                    <a:pt x="5" y="113"/>
                    <a:pt x="0" y="108"/>
                  </a:cubicBezTo>
                  <a:cubicBezTo>
                    <a:pt x="10" y="122"/>
                    <a:pt x="21" y="131"/>
                    <a:pt x="27" y="136"/>
                  </a:cubicBezTo>
                  <a:cubicBezTo>
                    <a:pt x="34" y="142"/>
                    <a:pt x="42" y="142"/>
                    <a:pt x="48" y="151"/>
                  </a:cubicBezTo>
                  <a:cubicBezTo>
                    <a:pt x="55" y="159"/>
                    <a:pt x="48" y="187"/>
                    <a:pt x="65" y="202"/>
                  </a:cubicBezTo>
                  <a:cubicBezTo>
                    <a:pt x="82" y="216"/>
                    <a:pt x="103" y="197"/>
                    <a:pt x="124" y="207"/>
                  </a:cubicBezTo>
                  <a:cubicBezTo>
                    <a:pt x="151" y="218"/>
                    <a:pt x="140" y="248"/>
                    <a:pt x="178" y="245"/>
                  </a:cubicBezTo>
                  <a:cubicBezTo>
                    <a:pt x="192" y="244"/>
                    <a:pt x="203" y="218"/>
                    <a:pt x="217" y="218"/>
                  </a:cubicBezTo>
                  <a:cubicBezTo>
                    <a:pt x="232" y="218"/>
                    <a:pt x="230" y="225"/>
                    <a:pt x="245" y="236"/>
                  </a:cubicBezTo>
                  <a:cubicBezTo>
                    <a:pt x="259" y="246"/>
                    <a:pt x="271" y="246"/>
                    <a:pt x="285" y="236"/>
                  </a:cubicBezTo>
                  <a:cubicBezTo>
                    <a:pt x="302" y="224"/>
                    <a:pt x="294" y="216"/>
                    <a:pt x="300" y="199"/>
                  </a:cubicBezTo>
                  <a:cubicBezTo>
                    <a:pt x="302" y="193"/>
                    <a:pt x="306" y="183"/>
                    <a:pt x="314" y="178"/>
                  </a:cubicBezTo>
                  <a:cubicBezTo>
                    <a:pt x="322" y="173"/>
                    <a:pt x="333" y="174"/>
                    <a:pt x="344" y="172"/>
                  </a:cubicBezTo>
                  <a:cubicBezTo>
                    <a:pt x="391" y="167"/>
                    <a:pt x="363" y="134"/>
                    <a:pt x="392" y="117"/>
                  </a:cubicBezTo>
                  <a:cubicBezTo>
                    <a:pt x="422" y="99"/>
                    <a:pt x="442" y="133"/>
                    <a:pt x="466" y="121"/>
                  </a:cubicBezTo>
                  <a:cubicBezTo>
                    <a:pt x="484" y="112"/>
                    <a:pt x="481" y="56"/>
                    <a:pt x="466" y="22"/>
                  </a:cubicBezTo>
                  <a:cubicBezTo>
                    <a:pt x="463" y="15"/>
                    <a:pt x="460" y="8"/>
                    <a:pt x="456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61" name="Freeform 4538">
              <a:extLst>
                <a:ext uri="{FF2B5EF4-FFF2-40B4-BE49-F238E27FC236}">
                  <a16:creationId xmlns:a16="http://schemas.microsoft.com/office/drawing/2014/main" id="{A4E459B3-3FC3-48B9-ADF1-BF752E1DD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458"/>
              <a:ext cx="1" cy="11"/>
            </a:xfrm>
            <a:custGeom>
              <a:avLst/>
              <a:gdLst>
                <a:gd name="T0" fmla="*/ 1 w 1"/>
                <a:gd name="T1" fmla="*/ 0 h 7"/>
                <a:gd name="T2" fmla="*/ 1 w 1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3"/>
                    <a:pt x="1" y="5"/>
                    <a:pt x="1" y="7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62" name="Freeform 4539">
              <a:extLst>
                <a:ext uri="{FF2B5EF4-FFF2-40B4-BE49-F238E27FC236}">
                  <a16:creationId xmlns:a16="http://schemas.microsoft.com/office/drawing/2014/main" id="{E41247C7-9920-4769-B654-EA65677A0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412"/>
              <a:ext cx="14" cy="11"/>
            </a:xfrm>
            <a:custGeom>
              <a:avLst/>
              <a:gdLst>
                <a:gd name="T0" fmla="*/ 0 w 10"/>
                <a:gd name="T1" fmla="*/ 27 h 7"/>
                <a:gd name="T2" fmla="*/ 28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3" y="5"/>
                    <a:pt x="6" y="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63" name="Freeform 4540">
              <a:extLst>
                <a:ext uri="{FF2B5EF4-FFF2-40B4-BE49-F238E27FC236}">
                  <a16:creationId xmlns:a16="http://schemas.microsoft.com/office/drawing/2014/main" id="{AE7EEEE1-6564-4493-A23D-1E3D986F5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3395"/>
              <a:ext cx="8" cy="14"/>
            </a:xfrm>
            <a:custGeom>
              <a:avLst/>
              <a:gdLst>
                <a:gd name="T0" fmla="*/ 0 w 5"/>
                <a:gd name="T1" fmla="*/ 0 h 9"/>
                <a:gd name="T2" fmla="*/ 21 w 5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3"/>
                    <a:pt x="2" y="8"/>
                    <a:pt x="5" y="9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64" name="Freeform 4541">
              <a:extLst>
                <a:ext uri="{FF2B5EF4-FFF2-40B4-BE49-F238E27FC236}">
                  <a16:creationId xmlns:a16="http://schemas.microsoft.com/office/drawing/2014/main" id="{8EF84845-0187-41C6-A8F9-C25FE4367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338"/>
              <a:ext cx="13" cy="24"/>
            </a:xfrm>
            <a:custGeom>
              <a:avLst/>
              <a:gdLst>
                <a:gd name="T0" fmla="*/ 0 w 9"/>
                <a:gd name="T1" fmla="*/ 12 h 16"/>
                <a:gd name="T2" fmla="*/ 20 w 9"/>
                <a:gd name="T3" fmla="*/ 27 h 16"/>
                <a:gd name="T4" fmla="*/ 25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0" y="3"/>
                  </a:moveTo>
                  <a:cubicBezTo>
                    <a:pt x="1" y="8"/>
                    <a:pt x="1" y="16"/>
                    <a:pt x="7" y="8"/>
                  </a:cubicBezTo>
                  <a:cubicBezTo>
                    <a:pt x="9" y="6"/>
                    <a:pt x="9" y="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65" name="Freeform 4542">
              <a:extLst>
                <a:ext uri="{FF2B5EF4-FFF2-40B4-BE49-F238E27FC236}">
                  <a16:creationId xmlns:a16="http://schemas.microsoft.com/office/drawing/2014/main" id="{6B672654-FFDE-4B29-8BDA-072CBC9B2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386"/>
              <a:ext cx="10" cy="17"/>
            </a:xfrm>
            <a:custGeom>
              <a:avLst/>
              <a:gdLst>
                <a:gd name="T0" fmla="*/ 6 w 7"/>
                <a:gd name="T1" fmla="*/ 40 h 11"/>
                <a:gd name="T2" fmla="*/ 13 w 7"/>
                <a:gd name="T3" fmla="*/ 0 h 11"/>
                <a:gd name="T4" fmla="*/ 19 w 7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2" y="11"/>
                  </a:moveTo>
                  <a:cubicBezTo>
                    <a:pt x="1" y="8"/>
                    <a:pt x="0" y="2"/>
                    <a:pt x="4" y="0"/>
                  </a:cubicBezTo>
                  <a:cubicBezTo>
                    <a:pt x="7" y="3"/>
                    <a:pt x="5" y="8"/>
                    <a:pt x="6" y="11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66" name="Freeform 4543">
              <a:extLst>
                <a:ext uri="{FF2B5EF4-FFF2-40B4-BE49-F238E27FC236}">
                  <a16:creationId xmlns:a16="http://schemas.microsoft.com/office/drawing/2014/main" id="{EBF5D69C-733A-41B1-AA3E-28A32E6BF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415"/>
              <a:ext cx="16" cy="12"/>
            </a:xfrm>
            <a:custGeom>
              <a:avLst/>
              <a:gdLst>
                <a:gd name="T0" fmla="*/ 15 w 11"/>
                <a:gd name="T1" fmla="*/ 27 h 8"/>
                <a:gd name="T2" fmla="*/ 28 w 11"/>
                <a:gd name="T3" fmla="*/ 12 h 8"/>
                <a:gd name="T4" fmla="*/ 0 w 11"/>
                <a:gd name="T5" fmla="*/ 1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5" y="8"/>
                  </a:moveTo>
                  <a:cubicBezTo>
                    <a:pt x="8" y="8"/>
                    <a:pt x="11" y="5"/>
                    <a:pt x="9" y="3"/>
                  </a:cubicBezTo>
                  <a:cubicBezTo>
                    <a:pt x="7" y="0"/>
                    <a:pt x="1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67" name="Freeform 4544">
              <a:extLst>
                <a:ext uri="{FF2B5EF4-FFF2-40B4-BE49-F238E27FC236}">
                  <a16:creationId xmlns:a16="http://schemas.microsoft.com/office/drawing/2014/main" id="{CC83BB1F-6E62-47CF-96C5-E3C5D51B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469"/>
              <a:ext cx="16" cy="17"/>
            </a:xfrm>
            <a:custGeom>
              <a:avLst/>
              <a:gdLst>
                <a:gd name="T0" fmla="*/ 15 w 11"/>
                <a:gd name="T1" fmla="*/ 40 h 11"/>
                <a:gd name="T2" fmla="*/ 32 w 11"/>
                <a:gd name="T3" fmla="*/ 14 h 11"/>
                <a:gd name="T4" fmla="*/ 0 w 11"/>
                <a:gd name="T5" fmla="*/ 2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5" y="11"/>
                  </a:moveTo>
                  <a:cubicBezTo>
                    <a:pt x="7" y="10"/>
                    <a:pt x="11" y="6"/>
                    <a:pt x="10" y="4"/>
                  </a:cubicBezTo>
                  <a:cubicBezTo>
                    <a:pt x="8" y="0"/>
                    <a:pt x="1" y="6"/>
                    <a:pt x="0" y="7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68" name="Freeform 4545">
              <a:extLst>
                <a:ext uri="{FF2B5EF4-FFF2-40B4-BE49-F238E27FC236}">
                  <a16:creationId xmlns:a16="http://schemas.microsoft.com/office/drawing/2014/main" id="{607C6160-2A32-490A-9C63-9B3FCE39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523"/>
              <a:ext cx="3" cy="9"/>
            </a:xfrm>
            <a:custGeom>
              <a:avLst/>
              <a:gdLst>
                <a:gd name="T0" fmla="*/ 8 w 2"/>
                <a:gd name="T1" fmla="*/ 21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69" name="Freeform 4546">
              <a:extLst>
                <a:ext uri="{FF2B5EF4-FFF2-40B4-BE49-F238E27FC236}">
                  <a16:creationId xmlns:a16="http://schemas.microsoft.com/office/drawing/2014/main" id="{111889C2-0C03-49AB-AD04-A7013C35A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549"/>
              <a:ext cx="14" cy="13"/>
            </a:xfrm>
            <a:custGeom>
              <a:avLst/>
              <a:gdLst>
                <a:gd name="T0" fmla="*/ 25 w 10"/>
                <a:gd name="T1" fmla="*/ 5 h 8"/>
                <a:gd name="T2" fmla="*/ 28 w 10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9" y="1"/>
                  </a:moveTo>
                  <a:cubicBezTo>
                    <a:pt x="0" y="0"/>
                    <a:pt x="3" y="8"/>
                    <a:pt x="10" y="8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70" name="Freeform 4547">
              <a:extLst>
                <a:ext uri="{FF2B5EF4-FFF2-40B4-BE49-F238E27FC236}">
                  <a16:creationId xmlns:a16="http://schemas.microsoft.com/office/drawing/2014/main" id="{B8B72778-5411-4138-972B-34F90730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577"/>
              <a:ext cx="16" cy="19"/>
            </a:xfrm>
            <a:custGeom>
              <a:avLst/>
              <a:gdLst>
                <a:gd name="T0" fmla="*/ 0 w 11"/>
                <a:gd name="T1" fmla="*/ 43 h 12"/>
                <a:gd name="T2" fmla="*/ 13 w 11"/>
                <a:gd name="T3" fmla="*/ 13 h 12"/>
                <a:gd name="T4" fmla="*/ 19 w 11"/>
                <a:gd name="T5" fmla="*/ 48 h 12"/>
                <a:gd name="T6" fmla="*/ 33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1"/>
                  </a:moveTo>
                  <a:cubicBezTo>
                    <a:pt x="1" y="8"/>
                    <a:pt x="2" y="5"/>
                    <a:pt x="4" y="3"/>
                  </a:cubicBezTo>
                  <a:cubicBezTo>
                    <a:pt x="6" y="5"/>
                    <a:pt x="5" y="9"/>
                    <a:pt x="6" y="12"/>
                  </a:cubicBezTo>
                  <a:cubicBezTo>
                    <a:pt x="10" y="10"/>
                    <a:pt x="10" y="5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71" name="Freeform 4548">
              <a:extLst>
                <a:ext uri="{FF2B5EF4-FFF2-40B4-BE49-F238E27FC236}">
                  <a16:creationId xmlns:a16="http://schemas.microsoft.com/office/drawing/2014/main" id="{CE73C540-995B-46F3-82B8-119A98CF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610"/>
              <a:ext cx="10" cy="12"/>
            </a:xfrm>
            <a:custGeom>
              <a:avLst/>
              <a:gdLst>
                <a:gd name="T0" fmla="*/ 0 w 7"/>
                <a:gd name="T1" fmla="*/ 27 h 8"/>
                <a:gd name="T2" fmla="*/ 2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5"/>
                    <a:pt x="4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72" name="Freeform 4549">
              <a:extLst>
                <a:ext uri="{FF2B5EF4-FFF2-40B4-BE49-F238E27FC236}">
                  <a16:creationId xmlns:a16="http://schemas.microsoft.com/office/drawing/2014/main" id="{245F8195-5328-415C-8D41-FE778BA0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3508"/>
              <a:ext cx="12" cy="14"/>
            </a:xfrm>
            <a:custGeom>
              <a:avLst/>
              <a:gdLst>
                <a:gd name="T0" fmla="*/ 27 w 8"/>
                <a:gd name="T1" fmla="*/ 30 h 9"/>
                <a:gd name="T2" fmla="*/ 12 w 8"/>
                <a:gd name="T3" fmla="*/ 0 h 9"/>
                <a:gd name="T4" fmla="*/ 12 w 8"/>
                <a:gd name="T5" fmla="*/ 3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8"/>
                  </a:moveTo>
                  <a:cubicBezTo>
                    <a:pt x="5" y="6"/>
                    <a:pt x="5" y="3"/>
                    <a:pt x="3" y="0"/>
                  </a:cubicBezTo>
                  <a:cubicBezTo>
                    <a:pt x="0" y="2"/>
                    <a:pt x="0" y="7"/>
                    <a:pt x="3" y="9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73" name="Freeform 4550">
              <a:extLst>
                <a:ext uri="{FF2B5EF4-FFF2-40B4-BE49-F238E27FC236}">
                  <a16:creationId xmlns:a16="http://schemas.microsoft.com/office/drawing/2014/main" id="{A225661A-E3D0-453B-96F0-02EE3D93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444"/>
              <a:ext cx="13" cy="14"/>
            </a:xfrm>
            <a:custGeom>
              <a:avLst/>
              <a:gdLst>
                <a:gd name="T0" fmla="*/ 13 w 9"/>
                <a:gd name="T1" fmla="*/ 34 h 9"/>
                <a:gd name="T2" fmla="*/ 25 w 9"/>
                <a:gd name="T3" fmla="*/ 12 h 9"/>
                <a:gd name="T4" fmla="*/ 0 w 9"/>
                <a:gd name="T5" fmla="*/ 3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5" y="9"/>
                    <a:pt x="9" y="5"/>
                    <a:pt x="8" y="3"/>
                  </a:cubicBezTo>
                  <a:cubicBezTo>
                    <a:pt x="6" y="0"/>
                    <a:pt x="1" y="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74" name="Freeform 4551">
              <a:extLst>
                <a:ext uri="{FF2B5EF4-FFF2-40B4-BE49-F238E27FC236}">
                  <a16:creationId xmlns:a16="http://schemas.microsoft.com/office/drawing/2014/main" id="{1919AD33-C785-41D8-972F-B933A223A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420"/>
              <a:ext cx="6" cy="13"/>
            </a:xfrm>
            <a:custGeom>
              <a:avLst/>
              <a:gdLst>
                <a:gd name="T0" fmla="*/ 0 w 4"/>
                <a:gd name="T1" fmla="*/ 0 h 9"/>
                <a:gd name="T2" fmla="*/ 14 w 4"/>
                <a:gd name="T3" fmla="*/ 2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4"/>
                    <a:pt x="2" y="7"/>
                    <a:pt x="4" y="9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75" name="Freeform 4552">
              <a:extLst>
                <a:ext uri="{FF2B5EF4-FFF2-40B4-BE49-F238E27FC236}">
                  <a16:creationId xmlns:a16="http://schemas.microsoft.com/office/drawing/2014/main" id="{63C3D9B4-1F37-43E2-A787-B4EEDA8F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392"/>
              <a:ext cx="7" cy="7"/>
            </a:xfrm>
            <a:custGeom>
              <a:avLst/>
              <a:gdLst>
                <a:gd name="T0" fmla="*/ 0 w 5"/>
                <a:gd name="T1" fmla="*/ 0 h 5"/>
                <a:gd name="T2" fmla="*/ 14 w 5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3"/>
                    <a:pt x="3" y="4"/>
                    <a:pt x="5" y="5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76" name="Freeform 4553">
              <a:extLst>
                <a:ext uri="{FF2B5EF4-FFF2-40B4-BE49-F238E27FC236}">
                  <a16:creationId xmlns:a16="http://schemas.microsoft.com/office/drawing/2014/main" id="{C3CE4427-30DA-458C-BC39-E8C252AC4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347"/>
              <a:ext cx="2" cy="12"/>
            </a:xfrm>
            <a:custGeom>
              <a:avLst/>
              <a:gdLst>
                <a:gd name="T0" fmla="*/ 1 w 2"/>
                <a:gd name="T1" fmla="*/ 0 h 8"/>
                <a:gd name="T2" fmla="*/ 2 w 2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0" y="6"/>
                    <a:pt x="2" y="8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77" name="Freeform 4554">
              <a:extLst>
                <a:ext uri="{FF2B5EF4-FFF2-40B4-BE49-F238E27FC236}">
                  <a16:creationId xmlns:a16="http://schemas.microsoft.com/office/drawing/2014/main" id="{E2C828EB-F23E-4A3B-8DA1-5C4B8E4C4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336"/>
              <a:ext cx="15" cy="14"/>
            </a:xfrm>
            <a:custGeom>
              <a:avLst/>
              <a:gdLst>
                <a:gd name="T0" fmla="*/ 0 w 11"/>
                <a:gd name="T1" fmla="*/ 12 h 9"/>
                <a:gd name="T2" fmla="*/ 7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3"/>
                  </a:moveTo>
                  <a:cubicBezTo>
                    <a:pt x="7" y="9"/>
                    <a:pt x="11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78" name="Freeform 4555">
              <a:extLst>
                <a:ext uri="{FF2B5EF4-FFF2-40B4-BE49-F238E27FC236}">
                  <a16:creationId xmlns:a16="http://schemas.microsoft.com/office/drawing/2014/main" id="{8DC41E6C-0A9A-4B2A-8A93-85C009226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403"/>
              <a:ext cx="11" cy="12"/>
            </a:xfrm>
            <a:custGeom>
              <a:avLst/>
              <a:gdLst>
                <a:gd name="T0" fmla="*/ 20 w 7"/>
                <a:gd name="T1" fmla="*/ 0 h 8"/>
                <a:gd name="T2" fmla="*/ 22 w 7"/>
                <a:gd name="T3" fmla="*/ 27 h 8"/>
                <a:gd name="T4" fmla="*/ 8 w 7"/>
                <a:gd name="T5" fmla="*/ 14 h 8"/>
                <a:gd name="T6" fmla="*/ 5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6" y="2"/>
                    <a:pt x="7" y="5"/>
                    <a:pt x="6" y="8"/>
                  </a:cubicBezTo>
                  <a:cubicBezTo>
                    <a:pt x="4" y="7"/>
                    <a:pt x="3" y="6"/>
                    <a:pt x="2" y="4"/>
                  </a:cubicBezTo>
                  <a:cubicBezTo>
                    <a:pt x="0" y="2"/>
                    <a:pt x="2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79" name="Freeform 4556">
              <a:extLst>
                <a:ext uri="{FF2B5EF4-FFF2-40B4-BE49-F238E27FC236}">
                  <a16:creationId xmlns:a16="http://schemas.microsoft.com/office/drawing/2014/main" id="{E9C9C421-8FDC-413C-B075-35E8107B4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3433"/>
              <a:ext cx="13" cy="17"/>
            </a:xfrm>
            <a:custGeom>
              <a:avLst/>
              <a:gdLst>
                <a:gd name="T0" fmla="*/ 6 w 9"/>
                <a:gd name="T1" fmla="*/ 36 h 11"/>
                <a:gd name="T2" fmla="*/ 19 w 9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2" y="10"/>
                  </a:moveTo>
                  <a:cubicBezTo>
                    <a:pt x="0" y="0"/>
                    <a:pt x="9" y="1"/>
                    <a:pt x="6" y="11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80" name="Freeform 4557">
              <a:extLst>
                <a:ext uri="{FF2B5EF4-FFF2-40B4-BE49-F238E27FC236}">
                  <a16:creationId xmlns:a16="http://schemas.microsoft.com/office/drawing/2014/main" id="{58050CEA-9067-41B4-B295-56F8CEC7D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483"/>
              <a:ext cx="9" cy="14"/>
            </a:xfrm>
            <a:custGeom>
              <a:avLst/>
              <a:gdLst>
                <a:gd name="T0" fmla="*/ 18 w 6"/>
                <a:gd name="T1" fmla="*/ 19 h 9"/>
                <a:gd name="T2" fmla="*/ 12 w 6"/>
                <a:gd name="T3" fmla="*/ 0 h 9"/>
                <a:gd name="T4" fmla="*/ 5 w 6"/>
                <a:gd name="T5" fmla="*/ 3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5"/>
                  </a:moveTo>
                  <a:cubicBezTo>
                    <a:pt x="6" y="4"/>
                    <a:pt x="6" y="0"/>
                    <a:pt x="3" y="0"/>
                  </a:cubicBezTo>
                  <a:cubicBezTo>
                    <a:pt x="0" y="0"/>
                    <a:pt x="1" y="7"/>
                    <a:pt x="1" y="9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81" name="Freeform 4558">
              <a:extLst>
                <a:ext uri="{FF2B5EF4-FFF2-40B4-BE49-F238E27FC236}">
                  <a16:creationId xmlns:a16="http://schemas.microsoft.com/office/drawing/2014/main" id="{6ABEB5C3-E790-46EC-BFEB-348013A54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3469"/>
              <a:ext cx="4" cy="6"/>
            </a:xfrm>
            <a:custGeom>
              <a:avLst/>
              <a:gdLst>
                <a:gd name="T0" fmla="*/ 0 w 3"/>
                <a:gd name="T1" fmla="*/ 14 h 4"/>
                <a:gd name="T2" fmla="*/ 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82" name="Freeform 4559">
              <a:extLst>
                <a:ext uri="{FF2B5EF4-FFF2-40B4-BE49-F238E27FC236}">
                  <a16:creationId xmlns:a16="http://schemas.microsoft.com/office/drawing/2014/main" id="{8D76EBF6-DAA3-4E66-8269-F1BAF7207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461"/>
              <a:ext cx="5" cy="10"/>
            </a:xfrm>
            <a:custGeom>
              <a:avLst/>
              <a:gdLst>
                <a:gd name="T0" fmla="*/ 0 w 4"/>
                <a:gd name="T1" fmla="*/ 28 h 6"/>
                <a:gd name="T2" fmla="*/ 8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4"/>
                    <a:pt x="2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83" name="Freeform 4560">
              <a:extLst>
                <a:ext uri="{FF2B5EF4-FFF2-40B4-BE49-F238E27FC236}">
                  <a16:creationId xmlns:a16="http://schemas.microsoft.com/office/drawing/2014/main" id="{06DE3046-BBCB-4DB5-8A5A-4E9BD4243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536"/>
              <a:ext cx="18" cy="23"/>
            </a:xfrm>
            <a:custGeom>
              <a:avLst/>
              <a:gdLst>
                <a:gd name="T0" fmla="*/ 0 w 12"/>
                <a:gd name="T1" fmla="*/ 28 h 15"/>
                <a:gd name="T2" fmla="*/ 12 w 12"/>
                <a:gd name="T3" fmla="*/ 54 h 15"/>
                <a:gd name="T4" fmla="*/ 41 w 12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8"/>
                  </a:moveTo>
                  <a:cubicBezTo>
                    <a:pt x="5" y="0"/>
                    <a:pt x="7" y="10"/>
                    <a:pt x="3" y="15"/>
                  </a:cubicBezTo>
                  <a:cubicBezTo>
                    <a:pt x="7" y="14"/>
                    <a:pt x="9" y="12"/>
                    <a:pt x="12" y="10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84" name="Freeform 4561">
              <a:extLst>
                <a:ext uri="{FF2B5EF4-FFF2-40B4-BE49-F238E27FC236}">
                  <a16:creationId xmlns:a16="http://schemas.microsoft.com/office/drawing/2014/main" id="{FA4FC2DF-D407-4AD5-8CE9-F354DBDE2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497"/>
              <a:ext cx="21" cy="25"/>
            </a:xfrm>
            <a:custGeom>
              <a:avLst/>
              <a:gdLst>
                <a:gd name="T0" fmla="*/ 5 w 14"/>
                <a:gd name="T1" fmla="*/ 31 h 16"/>
                <a:gd name="T2" fmla="*/ 0 w 14"/>
                <a:gd name="T3" fmla="*/ 47 h 16"/>
                <a:gd name="T4" fmla="*/ 27 w 14"/>
                <a:gd name="T5" fmla="*/ 8 h 16"/>
                <a:gd name="T6" fmla="*/ 21 w 14"/>
                <a:gd name="T7" fmla="*/ 6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" y="8"/>
                  </a:moveTo>
                  <a:cubicBezTo>
                    <a:pt x="1" y="9"/>
                    <a:pt x="0" y="11"/>
                    <a:pt x="0" y="12"/>
                  </a:cubicBezTo>
                  <a:cubicBezTo>
                    <a:pt x="6" y="11"/>
                    <a:pt x="3" y="3"/>
                    <a:pt x="8" y="2"/>
                  </a:cubicBezTo>
                  <a:cubicBezTo>
                    <a:pt x="14" y="0"/>
                    <a:pt x="8" y="14"/>
                    <a:pt x="6" y="16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85" name="Freeform 4562">
              <a:extLst>
                <a:ext uri="{FF2B5EF4-FFF2-40B4-BE49-F238E27FC236}">
                  <a16:creationId xmlns:a16="http://schemas.microsoft.com/office/drawing/2014/main" id="{675AB6FA-20AE-4342-865A-E794ABDE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560"/>
              <a:ext cx="16" cy="20"/>
            </a:xfrm>
            <a:custGeom>
              <a:avLst/>
              <a:gdLst>
                <a:gd name="T0" fmla="*/ 1 w 11"/>
                <a:gd name="T1" fmla="*/ 26 h 13"/>
                <a:gd name="T2" fmla="*/ 9 w 11"/>
                <a:gd name="T3" fmla="*/ 48 h 13"/>
                <a:gd name="T4" fmla="*/ 15 w 11"/>
                <a:gd name="T5" fmla="*/ 12 h 13"/>
                <a:gd name="T6" fmla="*/ 33 w 11"/>
                <a:gd name="T7" fmla="*/ 4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" y="7"/>
                  </a:moveTo>
                  <a:cubicBezTo>
                    <a:pt x="1" y="9"/>
                    <a:pt x="0" y="12"/>
                    <a:pt x="3" y="13"/>
                  </a:cubicBezTo>
                  <a:cubicBezTo>
                    <a:pt x="6" y="10"/>
                    <a:pt x="3" y="5"/>
                    <a:pt x="5" y="3"/>
                  </a:cubicBezTo>
                  <a:cubicBezTo>
                    <a:pt x="9" y="0"/>
                    <a:pt x="10" y="10"/>
                    <a:pt x="11" y="11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86" name="Freeform 4563">
              <a:extLst>
                <a:ext uri="{FF2B5EF4-FFF2-40B4-BE49-F238E27FC236}">
                  <a16:creationId xmlns:a16="http://schemas.microsoft.com/office/drawing/2014/main" id="{7695D71C-5B20-4D93-9B57-6E80D408B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553"/>
              <a:ext cx="14" cy="13"/>
            </a:xfrm>
            <a:custGeom>
              <a:avLst/>
              <a:gdLst>
                <a:gd name="T0" fmla="*/ 0 w 10"/>
                <a:gd name="T1" fmla="*/ 20 h 9"/>
                <a:gd name="T2" fmla="*/ 25 w 10"/>
                <a:gd name="T3" fmla="*/ 14 h 9"/>
                <a:gd name="T4" fmla="*/ 8 w 10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2" y="7"/>
                    <a:pt x="8" y="9"/>
                    <a:pt x="9" y="5"/>
                  </a:cubicBezTo>
                  <a:cubicBezTo>
                    <a:pt x="10" y="2"/>
                    <a:pt x="6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87" name="Freeform 4564">
              <a:extLst>
                <a:ext uri="{FF2B5EF4-FFF2-40B4-BE49-F238E27FC236}">
                  <a16:creationId xmlns:a16="http://schemas.microsoft.com/office/drawing/2014/main" id="{22DBFA9B-C207-43F6-BD4F-91B89AFE0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3426"/>
              <a:ext cx="4" cy="7"/>
            </a:xfrm>
            <a:custGeom>
              <a:avLst/>
              <a:gdLst>
                <a:gd name="T0" fmla="*/ 7 w 3"/>
                <a:gd name="T1" fmla="*/ 14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88" name="Freeform 4565">
              <a:extLst>
                <a:ext uri="{FF2B5EF4-FFF2-40B4-BE49-F238E27FC236}">
                  <a16:creationId xmlns:a16="http://schemas.microsoft.com/office/drawing/2014/main" id="{2B009D7D-28C7-4225-A88B-20E5B3EAC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3452"/>
              <a:ext cx="11" cy="2"/>
            </a:xfrm>
            <a:custGeom>
              <a:avLst/>
              <a:gdLst>
                <a:gd name="T0" fmla="*/ 0 w 8"/>
                <a:gd name="T1" fmla="*/ 8 h 1"/>
                <a:gd name="T2" fmla="*/ 21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89" name="Freeform 4566">
              <a:extLst>
                <a:ext uri="{FF2B5EF4-FFF2-40B4-BE49-F238E27FC236}">
                  <a16:creationId xmlns:a16="http://schemas.microsoft.com/office/drawing/2014/main" id="{AFA6504F-BE03-49B8-ADF5-5A8D29D40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463"/>
              <a:ext cx="11" cy="9"/>
            </a:xfrm>
            <a:custGeom>
              <a:avLst/>
              <a:gdLst>
                <a:gd name="T0" fmla="*/ 14 w 8"/>
                <a:gd name="T1" fmla="*/ 21 h 6"/>
                <a:gd name="T2" fmla="*/ 21 w 8"/>
                <a:gd name="T3" fmla="*/ 8 h 6"/>
                <a:gd name="T4" fmla="*/ 0 w 8"/>
                <a:gd name="T5" fmla="*/ 1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6"/>
                  </a:moveTo>
                  <a:cubicBezTo>
                    <a:pt x="6" y="5"/>
                    <a:pt x="7" y="3"/>
                    <a:pt x="8" y="2"/>
                  </a:cubicBezTo>
                  <a:cubicBezTo>
                    <a:pt x="5" y="0"/>
                    <a:pt x="2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90" name="Freeform 4567">
              <a:extLst>
                <a:ext uri="{FF2B5EF4-FFF2-40B4-BE49-F238E27FC236}">
                  <a16:creationId xmlns:a16="http://schemas.microsoft.com/office/drawing/2014/main" id="{558A46FA-0DDD-4BA6-9FEA-62F564E08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3390"/>
              <a:ext cx="9" cy="13"/>
            </a:xfrm>
            <a:custGeom>
              <a:avLst/>
              <a:gdLst>
                <a:gd name="T0" fmla="*/ 0 w 6"/>
                <a:gd name="T1" fmla="*/ 34 h 8"/>
                <a:gd name="T2" fmla="*/ 21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6"/>
                    <a:pt x="5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91" name="Freeform 4568">
              <a:extLst>
                <a:ext uri="{FF2B5EF4-FFF2-40B4-BE49-F238E27FC236}">
                  <a16:creationId xmlns:a16="http://schemas.microsoft.com/office/drawing/2014/main" id="{16F93E96-1EDF-428B-8132-193945E1C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415"/>
              <a:ext cx="9" cy="8"/>
            </a:xfrm>
            <a:custGeom>
              <a:avLst/>
              <a:gdLst>
                <a:gd name="T0" fmla="*/ 21 w 6"/>
                <a:gd name="T1" fmla="*/ 0 h 5"/>
                <a:gd name="T2" fmla="*/ 0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2"/>
                    <a:pt x="2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92" name="Freeform 4569">
              <a:extLst>
                <a:ext uri="{FF2B5EF4-FFF2-40B4-BE49-F238E27FC236}">
                  <a16:creationId xmlns:a16="http://schemas.microsoft.com/office/drawing/2014/main" id="{05EB5A47-E38C-46F0-A5CB-B6D50B2CB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342"/>
              <a:ext cx="3" cy="8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BBDC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93" name="Freeform 4570">
              <a:extLst>
                <a:ext uri="{FF2B5EF4-FFF2-40B4-BE49-F238E27FC236}">
                  <a16:creationId xmlns:a16="http://schemas.microsoft.com/office/drawing/2014/main" id="{D4BB7841-D2FC-4F91-89B1-46A54C90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3214"/>
              <a:ext cx="11" cy="25"/>
            </a:xfrm>
            <a:custGeom>
              <a:avLst/>
              <a:gdLst>
                <a:gd name="T0" fmla="*/ 15 w 8"/>
                <a:gd name="T1" fmla="*/ 5 h 16"/>
                <a:gd name="T2" fmla="*/ 19 w 8"/>
                <a:gd name="T3" fmla="*/ 34 h 16"/>
                <a:gd name="T4" fmla="*/ 6 w 8"/>
                <a:gd name="T5" fmla="*/ 56 h 16"/>
                <a:gd name="T6" fmla="*/ 6 w 8"/>
                <a:gd name="T7" fmla="*/ 27 h 16"/>
                <a:gd name="T8" fmla="*/ 15 w 8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6" y="1"/>
                  </a:moveTo>
                  <a:cubicBezTo>
                    <a:pt x="8" y="1"/>
                    <a:pt x="8" y="5"/>
                    <a:pt x="7" y="9"/>
                  </a:cubicBezTo>
                  <a:cubicBezTo>
                    <a:pt x="5" y="13"/>
                    <a:pt x="3" y="16"/>
                    <a:pt x="2" y="15"/>
                  </a:cubicBezTo>
                  <a:cubicBezTo>
                    <a:pt x="0" y="15"/>
                    <a:pt x="0" y="11"/>
                    <a:pt x="2" y="7"/>
                  </a:cubicBezTo>
                  <a:cubicBezTo>
                    <a:pt x="3" y="3"/>
                    <a:pt x="5" y="0"/>
                    <a:pt x="6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94" name="Freeform 4571">
              <a:extLst>
                <a:ext uri="{FF2B5EF4-FFF2-40B4-BE49-F238E27FC236}">
                  <a16:creationId xmlns:a16="http://schemas.microsoft.com/office/drawing/2014/main" id="{90A76B36-E3EE-4922-B5A9-5BB16DA1E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243"/>
              <a:ext cx="13" cy="23"/>
            </a:xfrm>
            <a:custGeom>
              <a:avLst/>
              <a:gdLst>
                <a:gd name="T0" fmla="*/ 20 w 9"/>
                <a:gd name="T1" fmla="*/ 49 h 15"/>
                <a:gd name="T2" fmla="*/ 6 w 9"/>
                <a:gd name="T3" fmla="*/ 28 h 15"/>
                <a:gd name="T4" fmla="*/ 6 w 9"/>
                <a:gd name="T5" fmla="*/ 0 h 15"/>
                <a:gd name="T6" fmla="*/ 20 w 9"/>
                <a:gd name="T7" fmla="*/ 21 h 15"/>
                <a:gd name="T8" fmla="*/ 20 w 9"/>
                <a:gd name="T9" fmla="*/ 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7" y="14"/>
                  </a:moveTo>
                  <a:cubicBezTo>
                    <a:pt x="6" y="15"/>
                    <a:pt x="3" y="12"/>
                    <a:pt x="2" y="8"/>
                  </a:cubicBezTo>
                  <a:cubicBezTo>
                    <a:pt x="0" y="5"/>
                    <a:pt x="0" y="1"/>
                    <a:pt x="2" y="0"/>
                  </a:cubicBezTo>
                  <a:cubicBezTo>
                    <a:pt x="3" y="0"/>
                    <a:pt x="5" y="3"/>
                    <a:pt x="7" y="6"/>
                  </a:cubicBezTo>
                  <a:cubicBezTo>
                    <a:pt x="8" y="10"/>
                    <a:pt x="9" y="14"/>
                    <a:pt x="7" y="14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95" name="Freeform 4572">
              <a:extLst>
                <a:ext uri="{FF2B5EF4-FFF2-40B4-BE49-F238E27FC236}">
                  <a16:creationId xmlns:a16="http://schemas.microsoft.com/office/drawing/2014/main" id="{AA2E0403-4BFC-40E1-8370-9E9C3B308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003"/>
              <a:ext cx="17" cy="22"/>
            </a:xfrm>
            <a:custGeom>
              <a:avLst/>
              <a:gdLst>
                <a:gd name="T0" fmla="*/ 28 w 12"/>
                <a:gd name="T1" fmla="*/ 49 h 14"/>
                <a:gd name="T2" fmla="*/ 13 w 12"/>
                <a:gd name="T3" fmla="*/ 35 h 14"/>
                <a:gd name="T4" fmla="*/ 1 w 12"/>
                <a:gd name="T5" fmla="*/ 5 h 14"/>
                <a:gd name="T6" fmla="*/ 23 w 12"/>
                <a:gd name="T7" fmla="*/ 20 h 14"/>
                <a:gd name="T8" fmla="*/ 28 w 12"/>
                <a:gd name="T9" fmla="*/ 4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0" y="13"/>
                  </a:moveTo>
                  <a:cubicBezTo>
                    <a:pt x="9" y="14"/>
                    <a:pt x="6" y="12"/>
                    <a:pt x="4" y="9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5" y="2"/>
                    <a:pt x="8" y="5"/>
                  </a:cubicBezTo>
                  <a:cubicBezTo>
                    <a:pt x="10" y="9"/>
                    <a:pt x="12" y="12"/>
                    <a:pt x="10" y="13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96" name="Freeform 4573">
              <a:extLst>
                <a:ext uri="{FF2B5EF4-FFF2-40B4-BE49-F238E27FC236}">
                  <a16:creationId xmlns:a16="http://schemas.microsoft.com/office/drawing/2014/main" id="{C8433C67-209B-42D9-B219-CCD34EC0C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891"/>
              <a:ext cx="23" cy="9"/>
            </a:xfrm>
            <a:custGeom>
              <a:avLst/>
              <a:gdLst>
                <a:gd name="T0" fmla="*/ 47 w 16"/>
                <a:gd name="T1" fmla="*/ 14 h 6"/>
                <a:gd name="T2" fmla="*/ 24 w 16"/>
                <a:gd name="T3" fmla="*/ 21 h 6"/>
                <a:gd name="T4" fmla="*/ 1 w 16"/>
                <a:gd name="T5" fmla="*/ 12 h 6"/>
                <a:gd name="T6" fmla="*/ 24 w 16"/>
                <a:gd name="T7" fmla="*/ 5 h 6"/>
                <a:gd name="T8" fmla="*/ 47 w 16"/>
                <a:gd name="T9" fmla="*/ 1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16" y="4"/>
                  </a:moveTo>
                  <a:cubicBezTo>
                    <a:pt x="15" y="6"/>
                    <a:pt x="12" y="6"/>
                    <a:pt x="8" y="6"/>
                  </a:cubicBezTo>
                  <a:cubicBezTo>
                    <a:pt x="4" y="6"/>
                    <a:pt x="0" y="4"/>
                    <a:pt x="1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1"/>
                    <a:pt x="16" y="3"/>
                    <a:pt x="16" y="4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97" name="Freeform 4574">
              <a:extLst>
                <a:ext uri="{FF2B5EF4-FFF2-40B4-BE49-F238E27FC236}">
                  <a16:creationId xmlns:a16="http://schemas.microsoft.com/office/drawing/2014/main" id="{F26CF2AC-3E0F-443B-8C82-56CC73626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931"/>
              <a:ext cx="22" cy="14"/>
            </a:xfrm>
            <a:custGeom>
              <a:avLst/>
              <a:gdLst>
                <a:gd name="T0" fmla="*/ 47 w 15"/>
                <a:gd name="T1" fmla="*/ 8 h 9"/>
                <a:gd name="T2" fmla="*/ 28 w 15"/>
                <a:gd name="T3" fmla="*/ 26 h 9"/>
                <a:gd name="T4" fmla="*/ 1 w 15"/>
                <a:gd name="T5" fmla="*/ 30 h 9"/>
                <a:gd name="T6" fmla="*/ 22 w 15"/>
                <a:gd name="T7" fmla="*/ 8 h 9"/>
                <a:gd name="T8" fmla="*/ 47 w 15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2"/>
                  </a:moveTo>
                  <a:cubicBezTo>
                    <a:pt x="15" y="3"/>
                    <a:pt x="13" y="5"/>
                    <a:pt x="9" y="7"/>
                  </a:cubicBezTo>
                  <a:cubicBezTo>
                    <a:pt x="5" y="9"/>
                    <a:pt x="2" y="9"/>
                    <a:pt x="1" y="8"/>
                  </a:cubicBezTo>
                  <a:cubicBezTo>
                    <a:pt x="0" y="7"/>
                    <a:pt x="3" y="4"/>
                    <a:pt x="7" y="2"/>
                  </a:cubicBezTo>
                  <a:cubicBezTo>
                    <a:pt x="10" y="1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98" name="Freeform 4575">
              <a:extLst>
                <a:ext uri="{FF2B5EF4-FFF2-40B4-BE49-F238E27FC236}">
                  <a16:creationId xmlns:a16="http://schemas.microsoft.com/office/drawing/2014/main" id="{B1B605FE-4F2B-4213-BD30-CEB697148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055"/>
              <a:ext cx="17" cy="20"/>
            </a:xfrm>
            <a:custGeom>
              <a:avLst/>
              <a:gdLst>
                <a:gd name="T0" fmla="*/ 28 w 12"/>
                <a:gd name="T1" fmla="*/ 5 h 13"/>
                <a:gd name="T2" fmla="*/ 23 w 12"/>
                <a:gd name="T3" fmla="*/ 28 h 13"/>
                <a:gd name="T4" fmla="*/ 1 w 12"/>
                <a:gd name="T5" fmla="*/ 48 h 13"/>
                <a:gd name="T6" fmla="*/ 13 w 12"/>
                <a:gd name="T7" fmla="*/ 18 h 13"/>
                <a:gd name="T8" fmla="*/ 28 w 12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0" y="1"/>
                  </a:moveTo>
                  <a:cubicBezTo>
                    <a:pt x="12" y="2"/>
                    <a:pt x="10" y="5"/>
                    <a:pt x="8" y="8"/>
                  </a:cubicBezTo>
                  <a:cubicBezTo>
                    <a:pt x="5" y="12"/>
                    <a:pt x="2" y="13"/>
                    <a:pt x="1" y="13"/>
                  </a:cubicBezTo>
                  <a:cubicBezTo>
                    <a:pt x="0" y="12"/>
                    <a:pt x="1" y="8"/>
                    <a:pt x="4" y="5"/>
                  </a:cubicBezTo>
                  <a:cubicBezTo>
                    <a:pt x="6" y="2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899" name="Freeform 4576">
              <a:extLst>
                <a:ext uri="{FF2B5EF4-FFF2-40B4-BE49-F238E27FC236}">
                  <a16:creationId xmlns:a16="http://schemas.microsoft.com/office/drawing/2014/main" id="{05C996D5-B8ED-4020-A2A1-CF68081F0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531"/>
              <a:ext cx="8" cy="23"/>
            </a:xfrm>
            <a:custGeom>
              <a:avLst/>
              <a:gdLst>
                <a:gd name="T0" fmla="*/ 5 w 6"/>
                <a:gd name="T1" fmla="*/ 54 h 15"/>
                <a:gd name="T2" fmla="*/ 1 w 6"/>
                <a:gd name="T3" fmla="*/ 26 h 15"/>
                <a:gd name="T4" fmla="*/ 9 w 6"/>
                <a:gd name="T5" fmla="*/ 0 h 15"/>
                <a:gd name="T6" fmla="*/ 15 w 6"/>
                <a:gd name="T7" fmla="*/ 28 h 15"/>
                <a:gd name="T8" fmla="*/ 5 w 6"/>
                <a:gd name="T9" fmla="*/ 5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2" y="15"/>
                  </a:moveTo>
                  <a:cubicBezTo>
                    <a:pt x="1" y="15"/>
                    <a:pt x="0" y="11"/>
                    <a:pt x="1" y="7"/>
                  </a:cubicBezTo>
                  <a:cubicBezTo>
                    <a:pt x="1" y="3"/>
                    <a:pt x="3" y="0"/>
                    <a:pt x="4" y="0"/>
                  </a:cubicBezTo>
                  <a:cubicBezTo>
                    <a:pt x="6" y="0"/>
                    <a:pt x="6" y="4"/>
                    <a:pt x="6" y="8"/>
                  </a:cubicBezTo>
                  <a:cubicBezTo>
                    <a:pt x="5" y="12"/>
                    <a:pt x="4" y="15"/>
                    <a:pt x="2" y="15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00" name="Freeform 4577">
              <a:extLst>
                <a:ext uri="{FF2B5EF4-FFF2-40B4-BE49-F238E27FC236}">
                  <a16:creationId xmlns:a16="http://schemas.microsoft.com/office/drawing/2014/main" id="{29EDE0B6-7FAA-4B2C-A116-10EC464DF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764"/>
              <a:ext cx="16" cy="22"/>
            </a:xfrm>
            <a:custGeom>
              <a:avLst/>
              <a:gdLst>
                <a:gd name="T0" fmla="*/ 1 w 11"/>
                <a:gd name="T1" fmla="*/ 49 h 14"/>
                <a:gd name="T2" fmla="*/ 9 w 11"/>
                <a:gd name="T3" fmla="*/ 20 h 14"/>
                <a:gd name="T4" fmla="*/ 32 w 11"/>
                <a:gd name="T5" fmla="*/ 5 h 14"/>
                <a:gd name="T6" fmla="*/ 25 w 11"/>
                <a:gd name="T7" fmla="*/ 31 h 14"/>
                <a:gd name="T8" fmla="*/ 1 w 11"/>
                <a:gd name="T9" fmla="*/ 4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1" y="13"/>
                  </a:moveTo>
                  <a:cubicBezTo>
                    <a:pt x="0" y="12"/>
                    <a:pt x="1" y="9"/>
                    <a:pt x="3" y="5"/>
                  </a:cubicBezTo>
                  <a:cubicBezTo>
                    <a:pt x="6" y="2"/>
                    <a:pt x="9" y="0"/>
                    <a:pt x="10" y="1"/>
                  </a:cubicBezTo>
                  <a:cubicBezTo>
                    <a:pt x="11" y="2"/>
                    <a:pt x="10" y="5"/>
                    <a:pt x="8" y="8"/>
                  </a:cubicBezTo>
                  <a:cubicBezTo>
                    <a:pt x="5" y="12"/>
                    <a:pt x="2" y="14"/>
                    <a:pt x="1" y="13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01" name="Freeform 4578">
              <a:extLst>
                <a:ext uri="{FF2B5EF4-FFF2-40B4-BE49-F238E27FC236}">
                  <a16:creationId xmlns:a16="http://schemas.microsoft.com/office/drawing/2014/main" id="{819A2E78-C921-410D-8300-9825FF465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944"/>
              <a:ext cx="20" cy="15"/>
            </a:xfrm>
            <a:custGeom>
              <a:avLst/>
              <a:gdLst>
                <a:gd name="T0" fmla="*/ 1 w 14"/>
                <a:gd name="T1" fmla="*/ 32 h 10"/>
                <a:gd name="T2" fmla="*/ 19 w 14"/>
                <a:gd name="T3" fmla="*/ 12 h 10"/>
                <a:gd name="T4" fmla="*/ 39 w 14"/>
                <a:gd name="T5" fmla="*/ 5 h 10"/>
                <a:gd name="T6" fmla="*/ 27 w 14"/>
                <a:gd name="T7" fmla="*/ 26 h 10"/>
                <a:gd name="T8" fmla="*/ 1 w 14"/>
                <a:gd name="T9" fmla="*/ 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" y="9"/>
                  </a:moveTo>
                  <a:cubicBezTo>
                    <a:pt x="0" y="8"/>
                    <a:pt x="2" y="5"/>
                    <a:pt x="6" y="3"/>
                  </a:cubicBezTo>
                  <a:cubicBezTo>
                    <a:pt x="9" y="0"/>
                    <a:pt x="13" y="0"/>
                    <a:pt x="13" y="1"/>
                  </a:cubicBezTo>
                  <a:cubicBezTo>
                    <a:pt x="14" y="2"/>
                    <a:pt x="12" y="5"/>
                    <a:pt x="9" y="7"/>
                  </a:cubicBezTo>
                  <a:cubicBezTo>
                    <a:pt x="5" y="9"/>
                    <a:pt x="2" y="10"/>
                    <a:pt x="1" y="9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02" name="Freeform 4579">
              <a:extLst>
                <a:ext uri="{FF2B5EF4-FFF2-40B4-BE49-F238E27FC236}">
                  <a16:creationId xmlns:a16="http://schemas.microsoft.com/office/drawing/2014/main" id="{962D969F-E74C-4D79-B762-5B5C31EE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4001"/>
              <a:ext cx="22" cy="8"/>
            </a:xfrm>
            <a:custGeom>
              <a:avLst/>
              <a:gdLst>
                <a:gd name="T0" fmla="*/ 0 w 15"/>
                <a:gd name="T1" fmla="*/ 13 h 5"/>
                <a:gd name="T2" fmla="*/ 22 w 15"/>
                <a:gd name="T3" fmla="*/ 0 h 5"/>
                <a:gd name="T4" fmla="*/ 47 w 15"/>
                <a:gd name="T5" fmla="*/ 8 h 5"/>
                <a:gd name="T6" fmla="*/ 26 w 15"/>
                <a:gd name="T7" fmla="*/ 21 h 5"/>
                <a:gd name="T8" fmla="*/ 0 w 15"/>
                <a:gd name="T9" fmla="*/ 1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">
                  <a:moveTo>
                    <a:pt x="0" y="3"/>
                  </a:moveTo>
                  <a:cubicBezTo>
                    <a:pt x="0" y="1"/>
                    <a:pt x="3" y="0"/>
                    <a:pt x="7" y="0"/>
                  </a:cubicBezTo>
                  <a:cubicBezTo>
                    <a:pt x="12" y="0"/>
                    <a:pt x="15" y="1"/>
                    <a:pt x="15" y="2"/>
                  </a:cubicBezTo>
                  <a:cubicBezTo>
                    <a:pt x="15" y="4"/>
                    <a:pt x="12" y="5"/>
                    <a:pt x="8" y="5"/>
                  </a:cubicBezTo>
                  <a:cubicBezTo>
                    <a:pt x="4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03" name="Freeform 4580">
              <a:extLst>
                <a:ext uri="{FF2B5EF4-FFF2-40B4-BE49-F238E27FC236}">
                  <a16:creationId xmlns:a16="http://schemas.microsoft.com/office/drawing/2014/main" id="{F8C4A68A-8716-44E1-B765-272106188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938"/>
              <a:ext cx="22" cy="14"/>
            </a:xfrm>
            <a:custGeom>
              <a:avLst/>
              <a:gdLst>
                <a:gd name="T0" fmla="*/ 1 w 15"/>
                <a:gd name="T1" fmla="*/ 5 h 9"/>
                <a:gd name="T2" fmla="*/ 28 w 15"/>
                <a:gd name="T3" fmla="*/ 8 h 9"/>
                <a:gd name="T4" fmla="*/ 45 w 15"/>
                <a:gd name="T5" fmla="*/ 30 h 9"/>
                <a:gd name="T6" fmla="*/ 19 w 15"/>
                <a:gd name="T7" fmla="*/ 26 h 9"/>
                <a:gd name="T8" fmla="*/ 1 w 15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" y="1"/>
                  </a:moveTo>
                  <a:cubicBezTo>
                    <a:pt x="1" y="0"/>
                    <a:pt x="5" y="0"/>
                    <a:pt x="9" y="2"/>
                  </a:cubicBezTo>
                  <a:cubicBezTo>
                    <a:pt x="12" y="4"/>
                    <a:pt x="15" y="7"/>
                    <a:pt x="14" y="8"/>
                  </a:cubicBezTo>
                  <a:cubicBezTo>
                    <a:pt x="13" y="9"/>
                    <a:pt x="10" y="9"/>
                    <a:pt x="6" y="7"/>
                  </a:cubicBezTo>
                  <a:cubicBezTo>
                    <a:pt x="2" y="5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04" name="Freeform 4581">
              <a:extLst>
                <a:ext uri="{FF2B5EF4-FFF2-40B4-BE49-F238E27FC236}">
                  <a16:creationId xmlns:a16="http://schemas.microsoft.com/office/drawing/2014/main" id="{870F5100-FC5F-42E2-A7BA-51344BAAB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3785"/>
              <a:ext cx="18" cy="20"/>
            </a:xfrm>
            <a:custGeom>
              <a:avLst/>
              <a:gdLst>
                <a:gd name="T0" fmla="*/ 5 w 12"/>
                <a:gd name="T1" fmla="*/ 5 h 13"/>
                <a:gd name="T2" fmla="*/ 27 w 12"/>
                <a:gd name="T3" fmla="*/ 18 h 13"/>
                <a:gd name="T4" fmla="*/ 39 w 12"/>
                <a:gd name="T5" fmla="*/ 43 h 13"/>
                <a:gd name="T6" fmla="*/ 14 w 12"/>
                <a:gd name="T7" fmla="*/ 28 h 13"/>
                <a:gd name="T8" fmla="*/ 5 w 12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2" y="0"/>
                    <a:pt x="5" y="2"/>
                    <a:pt x="8" y="5"/>
                  </a:cubicBezTo>
                  <a:cubicBezTo>
                    <a:pt x="10" y="8"/>
                    <a:pt x="12" y="11"/>
                    <a:pt x="11" y="12"/>
                  </a:cubicBezTo>
                  <a:cubicBezTo>
                    <a:pt x="10" y="13"/>
                    <a:pt x="6" y="11"/>
                    <a:pt x="4" y="8"/>
                  </a:cubicBezTo>
                  <a:cubicBezTo>
                    <a:pt x="1" y="5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05" name="Freeform 4582">
              <a:extLst>
                <a:ext uri="{FF2B5EF4-FFF2-40B4-BE49-F238E27FC236}">
                  <a16:creationId xmlns:a16="http://schemas.microsoft.com/office/drawing/2014/main" id="{7E60323E-7AE1-4986-A0F3-A3E885442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537"/>
              <a:ext cx="10" cy="23"/>
            </a:xfrm>
            <a:custGeom>
              <a:avLst/>
              <a:gdLst>
                <a:gd name="T0" fmla="*/ 6 w 7"/>
                <a:gd name="T1" fmla="*/ 0 h 15"/>
                <a:gd name="T2" fmla="*/ 19 w 7"/>
                <a:gd name="T3" fmla="*/ 26 h 15"/>
                <a:gd name="T4" fmla="*/ 14 w 7"/>
                <a:gd name="T5" fmla="*/ 54 h 15"/>
                <a:gd name="T6" fmla="*/ 1 w 7"/>
                <a:gd name="T7" fmla="*/ 28 h 15"/>
                <a:gd name="T8" fmla="*/ 6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2" y="0"/>
                  </a:moveTo>
                  <a:cubicBezTo>
                    <a:pt x="4" y="0"/>
                    <a:pt x="6" y="3"/>
                    <a:pt x="6" y="7"/>
                  </a:cubicBezTo>
                  <a:cubicBezTo>
                    <a:pt x="7" y="11"/>
                    <a:pt x="7" y="15"/>
                    <a:pt x="5" y="15"/>
                  </a:cubicBezTo>
                  <a:cubicBezTo>
                    <a:pt x="4" y="15"/>
                    <a:pt x="2" y="12"/>
                    <a:pt x="1" y="8"/>
                  </a:cubicBezTo>
                  <a:cubicBezTo>
                    <a:pt x="0" y="4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06" name="Freeform 4583">
              <a:extLst>
                <a:ext uri="{FF2B5EF4-FFF2-40B4-BE49-F238E27FC236}">
                  <a16:creationId xmlns:a16="http://schemas.microsoft.com/office/drawing/2014/main" id="{6BC5A928-67A2-454D-BAD2-082A1228D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342"/>
              <a:ext cx="223" cy="497"/>
            </a:xfrm>
            <a:custGeom>
              <a:avLst/>
              <a:gdLst>
                <a:gd name="T0" fmla="*/ 0 w 154"/>
                <a:gd name="T1" fmla="*/ 0 h 321"/>
                <a:gd name="T2" fmla="*/ 48 w 154"/>
                <a:gd name="T3" fmla="*/ 170 h 321"/>
                <a:gd name="T4" fmla="*/ 33 w 154"/>
                <a:gd name="T5" fmla="*/ 297 h 321"/>
                <a:gd name="T6" fmla="*/ 75 w 154"/>
                <a:gd name="T7" fmla="*/ 381 h 321"/>
                <a:gd name="T8" fmla="*/ 61 w 154"/>
                <a:gd name="T9" fmla="*/ 598 h 321"/>
                <a:gd name="T10" fmla="*/ 169 w 154"/>
                <a:gd name="T11" fmla="*/ 751 h 321"/>
                <a:gd name="T12" fmla="*/ 243 w 154"/>
                <a:gd name="T13" fmla="*/ 957 h 321"/>
                <a:gd name="T14" fmla="*/ 366 w 154"/>
                <a:gd name="T15" fmla="*/ 1062 h 321"/>
                <a:gd name="T16" fmla="*/ 468 w 154"/>
                <a:gd name="T17" fmla="*/ 1191 h 3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321">
                  <a:moveTo>
                    <a:pt x="0" y="0"/>
                  </a:moveTo>
                  <a:cubicBezTo>
                    <a:pt x="14" y="15"/>
                    <a:pt x="21" y="24"/>
                    <a:pt x="16" y="46"/>
                  </a:cubicBezTo>
                  <a:cubicBezTo>
                    <a:pt x="14" y="56"/>
                    <a:pt x="8" y="68"/>
                    <a:pt x="11" y="80"/>
                  </a:cubicBezTo>
                  <a:cubicBezTo>
                    <a:pt x="13" y="89"/>
                    <a:pt x="21" y="95"/>
                    <a:pt x="25" y="103"/>
                  </a:cubicBezTo>
                  <a:cubicBezTo>
                    <a:pt x="35" y="124"/>
                    <a:pt x="20" y="141"/>
                    <a:pt x="20" y="161"/>
                  </a:cubicBezTo>
                  <a:cubicBezTo>
                    <a:pt x="21" y="188"/>
                    <a:pt x="40" y="188"/>
                    <a:pt x="56" y="202"/>
                  </a:cubicBezTo>
                  <a:cubicBezTo>
                    <a:pt x="72" y="217"/>
                    <a:pt x="73" y="240"/>
                    <a:pt x="80" y="258"/>
                  </a:cubicBezTo>
                  <a:cubicBezTo>
                    <a:pt x="89" y="284"/>
                    <a:pt x="103" y="274"/>
                    <a:pt x="121" y="286"/>
                  </a:cubicBezTo>
                  <a:cubicBezTo>
                    <a:pt x="135" y="295"/>
                    <a:pt x="135" y="317"/>
                    <a:pt x="154" y="3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07" name="Freeform 4584">
              <a:extLst>
                <a:ext uri="{FF2B5EF4-FFF2-40B4-BE49-F238E27FC236}">
                  <a16:creationId xmlns:a16="http://schemas.microsoft.com/office/drawing/2014/main" id="{6B348489-2BC9-4AE3-B19F-2F760C94F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642"/>
              <a:ext cx="59" cy="155"/>
            </a:xfrm>
            <a:custGeom>
              <a:avLst/>
              <a:gdLst>
                <a:gd name="T0" fmla="*/ 20 w 41"/>
                <a:gd name="T1" fmla="*/ 0 h 100"/>
                <a:gd name="T2" fmla="*/ 6 w 41"/>
                <a:gd name="T3" fmla="*/ 96 h 100"/>
                <a:gd name="T4" fmla="*/ 75 w 41"/>
                <a:gd name="T5" fmla="*/ 195 h 100"/>
                <a:gd name="T6" fmla="*/ 98 w 41"/>
                <a:gd name="T7" fmla="*/ 372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00">
                  <a:moveTo>
                    <a:pt x="7" y="0"/>
                  </a:moveTo>
                  <a:cubicBezTo>
                    <a:pt x="6" y="10"/>
                    <a:pt x="0" y="15"/>
                    <a:pt x="2" y="26"/>
                  </a:cubicBezTo>
                  <a:cubicBezTo>
                    <a:pt x="5" y="39"/>
                    <a:pt x="16" y="44"/>
                    <a:pt x="25" y="52"/>
                  </a:cubicBezTo>
                  <a:cubicBezTo>
                    <a:pt x="41" y="66"/>
                    <a:pt x="38" y="80"/>
                    <a:pt x="33" y="10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08" name="Freeform 4585">
              <a:extLst>
                <a:ext uri="{FF2B5EF4-FFF2-40B4-BE49-F238E27FC236}">
                  <a16:creationId xmlns:a16="http://schemas.microsoft.com/office/drawing/2014/main" id="{D2AD1A8F-4E3B-4F86-A511-47E52B942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413"/>
              <a:ext cx="25" cy="113"/>
            </a:xfrm>
            <a:custGeom>
              <a:avLst/>
              <a:gdLst>
                <a:gd name="T0" fmla="*/ 0 w 17"/>
                <a:gd name="T1" fmla="*/ 0 h 73"/>
                <a:gd name="T2" fmla="*/ 51 w 17"/>
                <a:gd name="T3" fmla="*/ 152 h 73"/>
                <a:gd name="T4" fmla="*/ 46 w 17"/>
                <a:gd name="T5" fmla="*/ 27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3">
                  <a:moveTo>
                    <a:pt x="0" y="0"/>
                  </a:moveTo>
                  <a:cubicBezTo>
                    <a:pt x="17" y="1"/>
                    <a:pt x="17" y="29"/>
                    <a:pt x="16" y="41"/>
                  </a:cubicBezTo>
                  <a:cubicBezTo>
                    <a:pt x="14" y="52"/>
                    <a:pt x="10" y="63"/>
                    <a:pt x="14" y="7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09" name="Freeform 4586">
              <a:extLst>
                <a:ext uri="{FF2B5EF4-FFF2-40B4-BE49-F238E27FC236}">
                  <a16:creationId xmlns:a16="http://schemas.microsoft.com/office/drawing/2014/main" id="{943E05A4-EEC2-4AE7-A68C-FBE1E3A82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457"/>
              <a:ext cx="39" cy="119"/>
            </a:xfrm>
            <a:custGeom>
              <a:avLst/>
              <a:gdLst>
                <a:gd name="T0" fmla="*/ 46 w 27"/>
                <a:gd name="T1" fmla="*/ 0 h 77"/>
                <a:gd name="T2" fmla="*/ 81 w 27"/>
                <a:gd name="T3" fmla="*/ 28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7">
                  <a:moveTo>
                    <a:pt x="15" y="0"/>
                  </a:moveTo>
                  <a:cubicBezTo>
                    <a:pt x="0" y="22"/>
                    <a:pt x="14" y="57"/>
                    <a:pt x="27" y="7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10" name="Freeform 4587">
              <a:extLst>
                <a:ext uri="{FF2B5EF4-FFF2-40B4-BE49-F238E27FC236}">
                  <a16:creationId xmlns:a16="http://schemas.microsoft.com/office/drawing/2014/main" id="{B7777904-81C3-4E4B-8070-0AC29E4CC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096"/>
              <a:ext cx="95" cy="317"/>
            </a:xfrm>
            <a:custGeom>
              <a:avLst/>
              <a:gdLst>
                <a:gd name="T0" fmla="*/ 0 w 66"/>
                <a:gd name="T1" fmla="*/ 758 h 205"/>
                <a:gd name="T2" fmla="*/ 53 w 66"/>
                <a:gd name="T3" fmla="*/ 608 h 205"/>
                <a:gd name="T4" fmla="*/ 81 w 66"/>
                <a:gd name="T5" fmla="*/ 493 h 205"/>
                <a:gd name="T6" fmla="*/ 76 w 66"/>
                <a:gd name="T7" fmla="*/ 388 h 205"/>
                <a:gd name="T8" fmla="*/ 190 w 66"/>
                <a:gd name="T9" fmla="*/ 184 h 205"/>
                <a:gd name="T10" fmla="*/ 170 w 66"/>
                <a:gd name="T11" fmla="*/ 0 h 2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05">
                  <a:moveTo>
                    <a:pt x="0" y="205"/>
                  </a:moveTo>
                  <a:cubicBezTo>
                    <a:pt x="6" y="190"/>
                    <a:pt x="11" y="178"/>
                    <a:pt x="18" y="164"/>
                  </a:cubicBezTo>
                  <a:cubicBezTo>
                    <a:pt x="24" y="154"/>
                    <a:pt x="28" y="145"/>
                    <a:pt x="27" y="133"/>
                  </a:cubicBezTo>
                  <a:cubicBezTo>
                    <a:pt x="26" y="123"/>
                    <a:pt x="23" y="116"/>
                    <a:pt x="26" y="105"/>
                  </a:cubicBezTo>
                  <a:cubicBezTo>
                    <a:pt x="34" y="83"/>
                    <a:pt x="60" y="75"/>
                    <a:pt x="64" y="50"/>
                  </a:cubicBezTo>
                  <a:cubicBezTo>
                    <a:pt x="66" y="37"/>
                    <a:pt x="61" y="13"/>
                    <a:pt x="5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11" name="Freeform 4588">
              <a:extLst>
                <a:ext uri="{FF2B5EF4-FFF2-40B4-BE49-F238E27FC236}">
                  <a16:creationId xmlns:a16="http://schemas.microsoft.com/office/drawing/2014/main" id="{2599336D-1A22-4617-B944-007A7127F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3078"/>
              <a:ext cx="93" cy="157"/>
            </a:xfrm>
            <a:custGeom>
              <a:avLst/>
              <a:gdLst>
                <a:gd name="T0" fmla="*/ 6 w 64"/>
                <a:gd name="T1" fmla="*/ 372 h 102"/>
                <a:gd name="T2" fmla="*/ 6 w 64"/>
                <a:gd name="T3" fmla="*/ 277 h 102"/>
                <a:gd name="T4" fmla="*/ 36 w 64"/>
                <a:gd name="T5" fmla="*/ 194 h 102"/>
                <a:gd name="T6" fmla="*/ 83 w 64"/>
                <a:gd name="T7" fmla="*/ 88 h 102"/>
                <a:gd name="T8" fmla="*/ 196 w 64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02">
                  <a:moveTo>
                    <a:pt x="2" y="102"/>
                  </a:moveTo>
                  <a:cubicBezTo>
                    <a:pt x="2" y="94"/>
                    <a:pt x="0" y="85"/>
                    <a:pt x="2" y="76"/>
                  </a:cubicBezTo>
                  <a:cubicBezTo>
                    <a:pt x="4" y="67"/>
                    <a:pt x="8" y="61"/>
                    <a:pt x="12" y="53"/>
                  </a:cubicBezTo>
                  <a:cubicBezTo>
                    <a:pt x="17" y="43"/>
                    <a:pt x="20" y="32"/>
                    <a:pt x="27" y="24"/>
                  </a:cubicBezTo>
                  <a:cubicBezTo>
                    <a:pt x="38" y="10"/>
                    <a:pt x="50" y="10"/>
                    <a:pt x="6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12" name="Freeform 4589">
              <a:extLst>
                <a:ext uri="{FF2B5EF4-FFF2-40B4-BE49-F238E27FC236}">
                  <a16:creationId xmlns:a16="http://schemas.microsoft.com/office/drawing/2014/main" id="{A2456BC1-BB5B-4DD8-888A-61B7BC7D5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259"/>
              <a:ext cx="38" cy="156"/>
            </a:xfrm>
            <a:custGeom>
              <a:avLst/>
              <a:gdLst>
                <a:gd name="T0" fmla="*/ 82 w 26"/>
                <a:gd name="T1" fmla="*/ 0 h 101"/>
                <a:gd name="T2" fmla="*/ 26 w 26"/>
                <a:gd name="T3" fmla="*/ 62 h 101"/>
                <a:gd name="T4" fmla="*/ 6 w 26"/>
                <a:gd name="T5" fmla="*/ 205 h 101"/>
                <a:gd name="T6" fmla="*/ 0 w 26"/>
                <a:gd name="T7" fmla="*/ 372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01">
                  <a:moveTo>
                    <a:pt x="26" y="0"/>
                  </a:moveTo>
                  <a:cubicBezTo>
                    <a:pt x="18" y="5"/>
                    <a:pt x="12" y="7"/>
                    <a:pt x="8" y="17"/>
                  </a:cubicBezTo>
                  <a:cubicBezTo>
                    <a:pt x="2" y="29"/>
                    <a:pt x="3" y="43"/>
                    <a:pt x="2" y="56"/>
                  </a:cubicBezTo>
                  <a:cubicBezTo>
                    <a:pt x="0" y="71"/>
                    <a:pt x="2" y="85"/>
                    <a:pt x="0" y="10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13" name="Freeform 4590">
              <a:extLst>
                <a:ext uri="{FF2B5EF4-FFF2-40B4-BE49-F238E27FC236}">
                  <a16:creationId xmlns:a16="http://schemas.microsoft.com/office/drawing/2014/main" id="{C41D56D4-507E-410C-95AF-7A1A010D8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828"/>
              <a:ext cx="393" cy="128"/>
            </a:xfrm>
            <a:custGeom>
              <a:avLst/>
              <a:gdLst>
                <a:gd name="T0" fmla="*/ 0 w 271"/>
                <a:gd name="T1" fmla="*/ 211 h 83"/>
                <a:gd name="T2" fmla="*/ 238 w 271"/>
                <a:gd name="T3" fmla="*/ 231 h 83"/>
                <a:gd name="T4" fmla="*/ 419 w 271"/>
                <a:gd name="T5" fmla="*/ 259 h 83"/>
                <a:gd name="T6" fmla="*/ 592 w 271"/>
                <a:gd name="T7" fmla="*/ 176 h 83"/>
                <a:gd name="T8" fmla="*/ 771 w 271"/>
                <a:gd name="T9" fmla="*/ 143 h 83"/>
                <a:gd name="T10" fmla="*/ 824 w 271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1" h="83">
                  <a:moveTo>
                    <a:pt x="0" y="58"/>
                  </a:moveTo>
                  <a:cubicBezTo>
                    <a:pt x="25" y="83"/>
                    <a:pt x="49" y="70"/>
                    <a:pt x="78" y="63"/>
                  </a:cubicBezTo>
                  <a:cubicBezTo>
                    <a:pt x="100" y="59"/>
                    <a:pt x="116" y="71"/>
                    <a:pt x="137" y="71"/>
                  </a:cubicBezTo>
                  <a:cubicBezTo>
                    <a:pt x="162" y="71"/>
                    <a:pt x="174" y="57"/>
                    <a:pt x="194" y="48"/>
                  </a:cubicBezTo>
                  <a:cubicBezTo>
                    <a:pt x="213" y="40"/>
                    <a:pt x="235" y="47"/>
                    <a:pt x="253" y="39"/>
                  </a:cubicBezTo>
                  <a:cubicBezTo>
                    <a:pt x="271" y="32"/>
                    <a:pt x="268" y="18"/>
                    <a:pt x="27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14" name="Freeform 4591">
              <a:extLst>
                <a:ext uri="{FF2B5EF4-FFF2-40B4-BE49-F238E27FC236}">
                  <a16:creationId xmlns:a16="http://schemas.microsoft.com/office/drawing/2014/main" id="{FE713BD3-D992-4629-ABAB-8A8FD8E37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692"/>
              <a:ext cx="39" cy="97"/>
            </a:xfrm>
            <a:custGeom>
              <a:avLst/>
              <a:gdLst>
                <a:gd name="T0" fmla="*/ 1 w 27"/>
                <a:gd name="T1" fmla="*/ 0 h 63"/>
                <a:gd name="T2" fmla="*/ 25 w 27"/>
                <a:gd name="T3" fmla="*/ 135 h 63"/>
                <a:gd name="T4" fmla="*/ 81 w 27"/>
                <a:gd name="T5" fmla="*/ 229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3">
                  <a:moveTo>
                    <a:pt x="1" y="0"/>
                  </a:moveTo>
                  <a:cubicBezTo>
                    <a:pt x="2" y="15"/>
                    <a:pt x="0" y="24"/>
                    <a:pt x="8" y="37"/>
                  </a:cubicBezTo>
                  <a:cubicBezTo>
                    <a:pt x="14" y="47"/>
                    <a:pt x="19" y="56"/>
                    <a:pt x="27" y="6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15" name="Freeform 4592">
              <a:extLst>
                <a:ext uri="{FF2B5EF4-FFF2-40B4-BE49-F238E27FC236}">
                  <a16:creationId xmlns:a16="http://schemas.microsoft.com/office/drawing/2014/main" id="{68AA6C32-B4BE-4F76-AC6F-9FC3E97DF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771"/>
              <a:ext cx="201" cy="196"/>
            </a:xfrm>
            <a:custGeom>
              <a:avLst/>
              <a:gdLst>
                <a:gd name="T0" fmla="*/ 0 w 138"/>
                <a:gd name="T1" fmla="*/ 0 h 127"/>
                <a:gd name="T2" fmla="*/ 89 w 138"/>
                <a:gd name="T3" fmla="*/ 136 h 127"/>
                <a:gd name="T4" fmla="*/ 143 w 138"/>
                <a:gd name="T5" fmla="*/ 144 h 127"/>
                <a:gd name="T6" fmla="*/ 176 w 138"/>
                <a:gd name="T7" fmla="*/ 216 h 127"/>
                <a:gd name="T8" fmla="*/ 208 w 138"/>
                <a:gd name="T9" fmla="*/ 312 h 127"/>
                <a:gd name="T10" fmla="*/ 316 w 138"/>
                <a:gd name="T11" fmla="*/ 367 h 127"/>
                <a:gd name="T12" fmla="*/ 385 w 138"/>
                <a:gd name="T13" fmla="*/ 412 h 127"/>
                <a:gd name="T14" fmla="*/ 405 w 138"/>
                <a:gd name="T15" fmla="*/ 441 h 127"/>
                <a:gd name="T16" fmla="*/ 427 w 138"/>
                <a:gd name="T17" fmla="*/ 448 h 1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27">
                  <a:moveTo>
                    <a:pt x="0" y="0"/>
                  </a:moveTo>
                  <a:cubicBezTo>
                    <a:pt x="5" y="19"/>
                    <a:pt x="8" y="32"/>
                    <a:pt x="29" y="37"/>
                  </a:cubicBezTo>
                  <a:cubicBezTo>
                    <a:pt x="33" y="38"/>
                    <a:pt x="43" y="37"/>
                    <a:pt x="46" y="39"/>
                  </a:cubicBezTo>
                  <a:cubicBezTo>
                    <a:pt x="52" y="42"/>
                    <a:pt x="55" y="54"/>
                    <a:pt x="57" y="59"/>
                  </a:cubicBezTo>
                  <a:cubicBezTo>
                    <a:pt x="60" y="68"/>
                    <a:pt x="61" y="77"/>
                    <a:pt x="67" y="85"/>
                  </a:cubicBezTo>
                  <a:cubicBezTo>
                    <a:pt x="76" y="95"/>
                    <a:pt x="90" y="97"/>
                    <a:pt x="102" y="100"/>
                  </a:cubicBezTo>
                  <a:cubicBezTo>
                    <a:pt x="111" y="103"/>
                    <a:pt x="117" y="105"/>
                    <a:pt x="124" y="112"/>
                  </a:cubicBezTo>
                  <a:cubicBezTo>
                    <a:pt x="127" y="114"/>
                    <a:pt x="129" y="117"/>
                    <a:pt x="131" y="120"/>
                  </a:cubicBezTo>
                  <a:cubicBezTo>
                    <a:pt x="133" y="122"/>
                    <a:pt x="137" y="127"/>
                    <a:pt x="138" y="1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16" name="Freeform 4593">
              <a:extLst>
                <a:ext uri="{FF2B5EF4-FFF2-40B4-BE49-F238E27FC236}">
                  <a16:creationId xmlns:a16="http://schemas.microsoft.com/office/drawing/2014/main" id="{CDE9BAC3-538D-41AA-8D91-B31845279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877"/>
              <a:ext cx="108" cy="64"/>
            </a:xfrm>
            <a:custGeom>
              <a:avLst/>
              <a:gdLst>
                <a:gd name="T0" fmla="*/ 0 w 75"/>
                <a:gd name="T1" fmla="*/ 0 h 41"/>
                <a:gd name="T2" fmla="*/ 102 w 75"/>
                <a:gd name="T3" fmla="*/ 148 h 41"/>
                <a:gd name="T4" fmla="*/ 225 w 75"/>
                <a:gd name="T5" fmla="*/ 14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1">
                  <a:moveTo>
                    <a:pt x="0" y="0"/>
                  </a:moveTo>
                  <a:cubicBezTo>
                    <a:pt x="12" y="14"/>
                    <a:pt x="12" y="35"/>
                    <a:pt x="34" y="39"/>
                  </a:cubicBezTo>
                  <a:cubicBezTo>
                    <a:pt x="45" y="41"/>
                    <a:pt x="64" y="34"/>
                    <a:pt x="75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17" name="Freeform 4594">
              <a:extLst>
                <a:ext uri="{FF2B5EF4-FFF2-40B4-BE49-F238E27FC236}">
                  <a16:creationId xmlns:a16="http://schemas.microsoft.com/office/drawing/2014/main" id="{0BFC3D20-5D7A-4C41-A614-8CF044E8D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826"/>
              <a:ext cx="67" cy="82"/>
            </a:xfrm>
            <a:custGeom>
              <a:avLst/>
              <a:gdLst>
                <a:gd name="T0" fmla="*/ 0 w 46"/>
                <a:gd name="T1" fmla="*/ 0 h 53"/>
                <a:gd name="T2" fmla="*/ 73 w 46"/>
                <a:gd name="T3" fmla="*/ 135 h 53"/>
                <a:gd name="T4" fmla="*/ 143 w 46"/>
                <a:gd name="T5" fmla="*/ 196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3">
                  <a:moveTo>
                    <a:pt x="0" y="0"/>
                  </a:moveTo>
                  <a:cubicBezTo>
                    <a:pt x="3" y="17"/>
                    <a:pt x="11" y="25"/>
                    <a:pt x="23" y="36"/>
                  </a:cubicBezTo>
                  <a:cubicBezTo>
                    <a:pt x="29" y="42"/>
                    <a:pt x="39" y="51"/>
                    <a:pt x="46" y="5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18" name="Freeform 4595">
              <a:extLst>
                <a:ext uri="{FF2B5EF4-FFF2-40B4-BE49-F238E27FC236}">
                  <a16:creationId xmlns:a16="http://schemas.microsoft.com/office/drawing/2014/main" id="{02F75C4B-C545-4406-9B97-C6E07FA30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933"/>
              <a:ext cx="100" cy="28"/>
            </a:xfrm>
            <a:custGeom>
              <a:avLst/>
              <a:gdLst>
                <a:gd name="T0" fmla="*/ 0 w 69"/>
                <a:gd name="T1" fmla="*/ 8 h 18"/>
                <a:gd name="T2" fmla="*/ 130 w 69"/>
                <a:gd name="T3" fmla="*/ 53 h 18"/>
                <a:gd name="T4" fmla="*/ 210 w 69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8">
                  <a:moveTo>
                    <a:pt x="0" y="2"/>
                  </a:moveTo>
                  <a:cubicBezTo>
                    <a:pt x="12" y="11"/>
                    <a:pt x="29" y="18"/>
                    <a:pt x="43" y="14"/>
                  </a:cubicBezTo>
                  <a:cubicBezTo>
                    <a:pt x="49" y="12"/>
                    <a:pt x="66" y="0"/>
                    <a:pt x="6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19" name="Freeform 4596">
              <a:extLst>
                <a:ext uri="{FF2B5EF4-FFF2-40B4-BE49-F238E27FC236}">
                  <a16:creationId xmlns:a16="http://schemas.microsoft.com/office/drawing/2014/main" id="{05D99226-3967-47EF-9BC5-A6FD1C070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938"/>
              <a:ext cx="151" cy="48"/>
            </a:xfrm>
            <a:custGeom>
              <a:avLst/>
              <a:gdLst>
                <a:gd name="T0" fmla="*/ 0 w 104"/>
                <a:gd name="T1" fmla="*/ 60 h 31"/>
                <a:gd name="T2" fmla="*/ 103 w 104"/>
                <a:gd name="T3" fmla="*/ 26 h 31"/>
                <a:gd name="T4" fmla="*/ 190 w 104"/>
                <a:gd name="T5" fmla="*/ 14 h 31"/>
                <a:gd name="T6" fmla="*/ 318 w 104"/>
                <a:gd name="T7" fmla="*/ 11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31">
                  <a:moveTo>
                    <a:pt x="0" y="16"/>
                  </a:moveTo>
                  <a:cubicBezTo>
                    <a:pt x="9" y="6"/>
                    <a:pt x="21" y="10"/>
                    <a:pt x="34" y="7"/>
                  </a:cubicBezTo>
                  <a:cubicBezTo>
                    <a:pt x="45" y="5"/>
                    <a:pt x="52" y="0"/>
                    <a:pt x="62" y="4"/>
                  </a:cubicBezTo>
                  <a:cubicBezTo>
                    <a:pt x="76" y="8"/>
                    <a:pt x="97" y="23"/>
                    <a:pt x="104" y="3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20" name="Freeform 4597">
              <a:extLst>
                <a:ext uri="{FF2B5EF4-FFF2-40B4-BE49-F238E27FC236}">
                  <a16:creationId xmlns:a16="http://schemas.microsoft.com/office/drawing/2014/main" id="{F5699E0B-E26C-4078-BE60-5EF1040C3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952"/>
              <a:ext cx="116" cy="26"/>
            </a:xfrm>
            <a:custGeom>
              <a:avLst/>
              <a:gdLst>
                <a:gd name="T0" fmla="*/ 0 w 80"/>
                <a:gd name="T1" fmla="*/ 0 h 17"/>
                <a:gd name="T2" fmla="*/ 131 w 80"/>
                <a:gd name="T3" fmla="*/ 26 h 17"/>
                <a:gd name="T4" fmla="*/ 223 w 80"/>
                <a:gd name="T5" fmla="*/ 28 h 17"/>
                <a:gd name="T6" fmla="*/ 244 w 80"/>
                <a:gd name="T7" fmla="*/ 2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17">
                  <a:moveTo>
                    <a:pt x="0" y="0"/>
                  </a:moveTo>
                  <a:cubicBezTo>
                    <a:pt x="9" y="17"/>
                    <a:pt x="27" y="10"/>
                    <a:pt x="43" y="7"/>
                  </a:cubicBezTo>
                  <a:cubicBezTo>
                    <a:pt x="52" y="6"/>
                    <a:pt x="63" y="4"/>
                    <a:pt x="73" y="8"/>
                  </a:cubicBezTo>
                  <a:cubicBezTo>
                    <a:pt x="77" y="10"/>
                    <a:pt x="77" y="7"/>
                    <a:pt x="8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21" name="Freeform 4598">
              <a:extLst>
                <a:ext uri="{FF2B5EF4-FFF2-40B4-BE49-F238E27FC236}">
                  <a16:creationId xmlns:a16="http://schemas.microsoft.com/office/drawing/2014/main" id="{3446723A-69F5-4331-8614-CED66FD3D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897"/>
              <a:ext cx="100" cy="64"/>
            </a:xfrm>
            <a:custGeom>
              <a:avLst/>
              <a:gdLst>
                <a:gd name="T0" fmla="*/ 0 w 69"/>
                <a:gd name="T1" fmla="*/ 156 h 41"/>
                <a:gd name="T2" fmla="*/ 59 w 69"/>
                <a:gd name="T3" fmla="*/ 130 h 41"/>
                <a:gd name="T4" fmla="*/ 136 w 69"/>
                <a:gd name="T5" fmla="*/ 100 h 41"/>
                <a:gd name="T6" fmla="*/ 210 w 6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41">
                  <a:moveTo>
                    <a:pt x="0" y="41"/>
                  </a:moveTo>
                  <a:cubicBezTo>
                    <a:pt x="6" y="41"/>
                    <a:pt x="14" y="36"/>
                    <a:pt x="19" y="34"/>
                  </a:cubicBezTo>
                  <a:cubicBezTo>
                    <a:pt x="28" y="30"/>
                    <a:pt x="36" y="30"/>
                    <a:pt x="45" y="26"/>
                  </a:cubicBezTo>
                  <a:cubicBezTo>
                    <a:pt x="59" y="21"/>
                    <a:pt x="58" y="5"/>
                    <a:pt x="6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22" name="Freeform 4599">
              <a:extLst>
                <a:ext uri="{FF2B5EF4-FFF2-40B4-BE49-F238E27FC236}">
                  <a16:creationId xmlns:a16="http://schemas.microsoft.com/office/drawing/2014/main" id="{82A416EA-D4C0-4958-8891-77B694BB3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000"/>
              <a:ext cx="273" cy="225"/>
            </a:xfrm>
            <a:custGeom>
              <a:avLst/>
              <a:gdLst>
                <a:gd name="T0" fmla="*/ 0 w 188"/>
                <a:gd name="T1" fmla="*/ 5 h 145"/>
                <a:gd name="T2" fmla="*/ 121 w 188"/>
                <a:gd name="T3" fmla="*/ 26 h 145"/>
                <a:gd name="T4" fmla="*/ 205 w 188"/>
                <a:gd name="T5" fmla="*/ 104 h 145"/>
                <a:gd name="T6" fmla="*/ 279 w 188"/>
                <a:gd name="T7" fmla="*/ 137 h 145"/>
                <a:gd name="T8" fmla="*/ 289 w 188"/>
                <a:gd name="T9" fmla="*/ 191 h 145"/>
                <a:gd name="T10" fmla="*/ 325 w 188"/>
                <a:gd name="T11" fmla="*/ 239 h 145"/>
                <a:gd name="T12" fmla="*/ 401 w 188"/>
                <a:gd name="T13" fmla="*/ 296 h 145"/>
                <a:gd name="T14" fmla="*/ 425 w 188"/>
                <a:gd name="T15" fmla="*/ 414 h 145"/>
                <a:gd name="T16" fmla="*/ 575 w 188"/>
                <a:gd name="T17" fmla="*/ 542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45">
                  <a:moveTo>
                    <a:pt x="0" y="1"/>
                  </a:moveTo>
                  <a:cubicBezTo>
                    <a:pt x="8" y="7"/>
                    <a:pt x="31" y="0"/>
                    <a:pt x="39" y="7"/>
                  </a:cubicBezTo>
                  <a:cubicBezTo>
                    <a:pt x="49" y="16"/>
                    <a:pt x="54" y="24"/>
                    <a:pt x="67" y="28"/>
                  </a:cubicBezTo>
                  <a:cubicBezTo>
                    <a:pt x="76" y="31"/>
                    <a:pt x="86" y="28"/>
                    <a:pt x="91" y="37"/>
                  </a:cubicBezTo>
                  <a:cubicBezTo>
                    <a:pt x="93" y="40"/>
                    <a:pt x="92" y="47"/>
                    <a:pt x="94" y="51"/>
                  </a:cubicBezTo>
                  <a:cubicBezTo>
                    <a:pt x="97" y="56"/>
                    <a:pt x="101" y="60"/>
                    <a:pt x="106" y="64"/>
                  </a:cubicBezTo>
                  <a:cubicBezTo>
                    <a:pt x="113" y="70"/>
                    <a:pt x="125" y="73"/>
                    <a:pt x="131" y="79"/>
                  </a:cubicBezTo>
                  <a:cubicBezTo>
                    <a:pt x="139" y="87"/>
                    <a:pt x="136" y="101"/>
                    <a:pt x="139" y="111"/>
                  </a:cubicBezTo>
                  <a:cubicBezTo>
                    <a:pt x="147" y="138"/>
                    <a:pt x="169" y="135"/>
                    <a:pt x="188" y="14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23" name="Freeform 4600">
              <a:extLst>
                <a:ext uri="{FF2B5EF4-FFF2-40B4-BE49-F238E27FC236}">
                  <a16:creationId xmlns:a16="http://schemas.microsoft.com/office/drawing/2014/main" id="{F7F77F18-54A2-47C4-9602-EC98E7D43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038"/>
              <a:ext cx="124" cy="151"/>
            </a:xfrm>
            <a:custGeom>
              <a:avLst/>
              <a:gdLst>
                <a:gd name="T0" fmla="*/ 0 w 85"/>
                <a:gd name="T1" fmla="*/ 0 h 98"/>
                <a:gd name="T2" fmla="*/ 83 w 85"/>
                <a:gd name="T3" fmla="*/ 114 h 98"/>
                <a:gd name="T4" fmla="*/ 162 w 85"/>
                <a:gd name="T5" fmla="*/ 171 h 98"/>
                <a:gd name="T6" fmla="*/ 264 w 85"/>
                <a:gd name="T7" fmla="*/ 359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98">
                  <a:moveTo>
                    <a:pt x="0" y="0"/>
                  </a:moveTo>
                  <a:cubicBezTo>
                    <a:pt x="0" y="14"/>
                    <a:pt x="15" y="27"/>
                    <a:pt x="27" y="31"/>
                  </a:cubicBezTo>
                  <a:cubicBezTo>
                    <a:pt x="40" y="35"/>
                    <a:pt x="47" y="34"/>
                    <a:pt x="52" y="47"/>
                  </a:cubicBezTo>
                  <a:cubicBezTo>
                    <a:pt x="60" y="68"/>
                    <a:pt x="74" y="81"/>
                    <a:pt x="85" y="9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24" name="Freeform 4601">
              <a:extLst>
                <a:ext uri="{FF2B5EF4-FFF2-40B4-BE49-F238E27FC236}">
                  <a16:creationId xmlns:a16="http://schemas.microsoft.com/office/drawing/2014/main" id="{F3C27708-E6DA-4C7C-BBB5-1D5B0884F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271"/>
              <a:ext cx="39" cy="125"/>
            </a:xfrm>
            <a:custGeom>
              <a:avLst/>
              <a:gdLst>
                <a:gd name="T0" fmla="*/ 0 w 27"/>
                <a:gd name="T1" fmla="*/ 0 h 81"/>
                <a:gd name="T2" fmla="*/ 66 w 27"/>
                <a:gd name="T3" fmla="*/ 74 h 81"/>
                <a:gd name="T4" fmla="*/ 66 w 27"/>
                <a:gd name="T5" fmla="*/ 170 h 81"/>
                <a:gd name="T6" fmla="*/ 55 w 27"/>
                <a:gd name="T7" fmla="*/ 298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1">
                  <a:moveTo>
                    <a:pt x="0" y="0"/>
                  </a:moveTo>
                  <a:cubicBezTo>
                    <a:pt x="3" y="6"/>
                    <a:pt x="19" y="15"/>
                    <a:pt x="22" y="20"/>
                  </a:cubicBezTo>
                  <a:cubicBezTo>
                    <a:pt x="27" y="30"/>
                    <a:pt x="24" y="37"/>
                    <a:pt x="22" y="46"/>
                  </a:cubicBezTo>
                  <a:cubicBezTo>
                    <a:pt x="20" y="56"/>
                    <a:pt x="25" y="73"/>
                    <a:pt x="18" y="8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25" name="Freeform 4602">
              <a:extLst>
                <a:ext uri="{FF2B5EF4-FFF2-40B4-BE49-F238E27FC236}">
                  <a16:creationId xmlns:a16="http://schemas.microsoft.com/office/drawing/2014/main" id="{56ECE19C-A890-4F99-A7FC-36DC25B6E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3347"/>
              <a:ext cx="39" cy="292"/>
            </a:xfrm>
            <a:custGeom>
              <a:avLst/>
              <a:gdLst>
                <a:gd name="T0" fmla="*/ 0 w 27"/>
                <a:gd name="T1" fmla="*/ 0 h 189"/>
                <a:gd name="T2" fmla="*/ 61 w 27"/>
                <a:gd name="T3" fmla="*/ 198 h 189"/>
                <a:gd name="T4" fmla="*/ 36 w 27"/>
                <a:gd name="T5" fmla="*/ 394 h 189"/>
                <a:gd name="T6" fmla="*/ 79 w 27"/>
                <a:gd name="T7" fmla="*/ 487 h 189"/>
                <a:gd name="T8" fmla="*/ 61 w 27"/>
                <a:gd name="T9" fmla="*/ 575 h 189"/>
                <a:gd name="T10" fmla="*/ 56 w 27"/>
                <a:gd name="T11" fmla="*/ 697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89">
                  <a:moveTo>
                    <a:pt x="0" y="0"/>
                  </a:moveTo>
                  <a:cubicBezTo>
                    <a:pt x="10" y="17"/>
                    <a:pt x="26" y="34"/>
                    <a:pt x="20" y="54"/>
                  </a:cubicBezTo>
                  <a:cubicBezTo>
                    <a:pt x="16" y="70"/>
                    <a:pt x="2" y="91"/>
                    <a:pt x="12" y="107"/>
                  </a:cubicBezTo>
                  <a:cubicBezTo>
                    <a:pt x="17" y="116"/>
                    <a:pt x="25" y="121"/>
                    <a:pt x="26" y="132"/>
                  </a:cubicBezTo>
                  <a:cubicBezTo>
                    <a:pt x="27" y="141"/>
                    <a:pt x="22" y="148"/>
                    <a:pt x="20" y="156"/>
                  </a:cubicBezTo>
                  <a:cubicBezTo>
                    <a:pt x="17" y="165"/>
                    <a:pt x="14" y="182"/>
                    <a:pt x="19" y="18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26" name="Freeform 4603">
              <a:extLst>
                <a:ext uri="{FF2B5EF4-FFF2-40B4-BE49-F238E27FC236}">
                  <a16:creationId xmlns:a16="http://schemas.microsoft.com/office/drawing/2014/main" id="{E6DA3ADF-8411-4737-8929-D7002D339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498"/>
              <a:ext cx="29" cy="154"/>
            </a:xfrm>
            <a:custGeom>
              <a:avLst/>
              <a:gdLst>
                <a:gd name="T0" fmla="*/ 36 w 20"/>
                <a:gd name="T1" fmla="*/ 0 h 99"/>
                <a:gd name="T2" fmla="*/ 9 w 20"/>
                <a:gd name="T3" fmla="*/ 114 h 99"/>
                <a:gd name="T4" fmla="*/ 25 w 20"/>
                <a:gd name="T5" fmla="*/ 244 h 99"/>
                <a:gd name="T6" fmla="*/ 61 w 20"/>
                <a:gd name="T7" fmla="*/ 373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9">
                  <a:moveTo>
                    <a:pt x="12" y="0"/>
                  </a:moveTo>
                  <a:cubicBezTo>
                    <a:pt x="13" y="12"/>
                    <a:pt x="6" y="20"/>
                    <a:pt x="3" y="30"/>
                  </a:cubicBezTo>
                  <a:cubicBezTo>
                    <a:pt x="0" y="43"/>
                    <a:pt x="3" y="53"/>
                    <a:pt x="8" y="65"/>
                  </a:cubicBezTo>
                  <a:cubicBezTo>
                    <a:pt x="12" y="75"/>
                    <a:pt x="19" y="91"/>
                    <a:pt x="20" y="9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27" name="Freeform 4604">
              <a:extLst>
                <a:ext uri="{FF2B5EF4-FFF2-40B4-BE49-F238E27FC236}">
                  <a16:creationId xmlns:a16="http://schemas.microsoft.com/office/drawing/2014/main" id="{9E71FE9D-68AA-437E-834C-5CEF2E22A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226"/>
              <a:ext cx="44" cy="136"/>
            </a:xfrm>
            <a:custGeom>
              <a:avLst/>
              <a:gdLst>
                <a:gd name="T0" fmla="*/ 6 w 30"/>
                <a:gd name="T1" fmla="*/ 0 h 88"/>
                <a:gd name="T2" fmla="*/ 15 w 30"/>
                <a:gd name="T3" fmla="*/ 93 h 88"/>
                <a:gd name="T4" fmla="*/ 6 w 30"/>
                <a:gd name="T5" fmla="*/ 181 h 88"/>
                <a:gd name="T6" fmla="*/ 95 w 30"/>
                <a:gd name="T7" fmla="*/ 325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8">
                  <a:moveTo>
                    <a:pt x="2" y="0"/>
                  </a:moveTo>
                  <a:cubicBezTo>
                    <a:pt x="2" y="9"/>
                    <a:pt x="5" y="17"/>
                    <a:pt x="5" y="25"/>
                  </a:cubicBezTo>
                  <a:cubicBezTo>
                    <a:pt x="4" y="33"/>
                    <a:pt x="0" y="41"/>
                    <a:pt x="2" y="49"/>
                  </a:cubicBezTo>
                  <a:cubicBezTo>
                    <a:pt x="5" y="61"/>
                    <a:pt x="22" y="78"/>
                    <a:pt x="30" y="8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28" name="Freeform 4605">
              <a:extLst>
                <a:ext uri="{FF2B5EF4-FFF2-40B4-BE49-F238E27FC236}">
                  <a16:creationId xmlns:a16="http://schemas.microsoft.com/office/drawing/2014/main" id="{05EA65FC-E4B6-4516-9FBF-202B764B4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624"/>
              <a:ext cx="183" cy="230"/>
            </a:xfrm>
            <a:custGeom>
              <a:avLst/>
              <a:gdLst>
                <a:gd name="T0" fmla="*/ 0 w 126"/>
                <a:gd name="T1" fmla="*/ 548 h 149"/>
                <a:gd name="T2" fmla="*/ 122 w 126"/>
                <a:gd name="T3" fmla="*/ 412 h 149"/>
                <a:gd name="T4" fmla="*/ 285 w 126"/>
                <a:gd name="T5" fmla="*/ 262 h 149"/>
                <a:gd name="T6" fmla="*/ 337 w 126"/>
                <a:gd name="T7" fmla="*/ 74 h 149"/>
                <a:gd name="T8" fmla="*/ 354 w 126"/>
                <a:gd name="T9" fmla="*/ 22 h 149"/>
                <a:gd name="T10" fmla="*/ 386 w 126"/>
                <a:gd name="T11" fmla="*/ 0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49">
                  <a:moveTo>
                    <a:pt x="0" y="149"/>
                  </a:moveTo>
                  <a:cubicBezTo>
                    <a:pt x="20" y="147"/>
                    <a:pt x="37" y="131"/>
                    <a:pt x="40" y="112"/>
                  </a:cubicBezTo>
                  <a:cubicBezTo>
                    <a:pt x="46" y="80"/>
                    <a:pt x="72" y="87"/>
                    <a:pt x="93" y="71"/>
                  </a:cubicBezTo>
                  <a:cubicBezTo>
                    <a:pt x="104" y="62"/>
                    <a:pt x="105" y="35"/>
                    <a:pt x="110" y="20"/>
                  </a:cubicBezTo>
                  <a:cubicBezTo>
                    <a:pt x="111" y="16"/>
                    <a:pt x="112" y="9"/>
                    <a:pt x="116" y="6"/>
                  </a:cubicBezTo>
                  <a:cubicBezTo>
                    <a:pt x="119" y="3"/>
                    <a:pt x="123" y="4"/>
                    <a:pt x="12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29" name="Freeform 4606">
              <a:extLst>
                <a:ext uri="{FF2B5EF4-FFF2-40B4-BE49-F238E27FC236}">
                  <a16:creationId xmlns:a16="http://schemas.microsoft.com/office/drawing/2014/main" id="{BE296C28-0991-4CF2-8F26-97DF2A0CD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652"/>
              <a:ext cx="69" cy="100"/>
            </a:xfrm>
            <a:custGeom>
              <a:avLst/>
              <a:gdLst>
                <a:gd name="T0" fmla="*/ 142 w 48"/>
                <a:gd name="T1" fmla="*/ 0 h 65"/>
                <a:gd name="T2" fmla="*/ 39 w 48"/>
                <a:gd name="T3" fmla="*/ 128 h 65"/>
                <a:gd name="T4" fmla="*/ 0 w 48"/>
                <a:gd name="T5" fmla="*/ 23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5">
                  <a:moveTo>
                    <a:pt x="48" y="0"/>
                  </a:moveTo>
                  <a:cubicBezTo>
                    <a:pt x="32" y="2"/>
                    <a:pt x="17" y="21"/>
                    <a:pt x="13" y="35"/>
                  </a:cubicBezTo>
                  <a:cubicBezTo>
                    <a:pt x="11" y="44"/>
                    <a:pt x="9" y="63"/>
                    <a:pt x="0" y="6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30" name="Freeform 4607">
              <a:extLst>
                <a:ext uri="{FF2B5EF4-FFF2-40B4-BE49-F238E27FC236}">
                  <a16:creationId xmlns:a16="http://schemas.microsoft.com/office/drawing/2014/main" id="{AFA8459E-65C4-4F7D-B3C7-5F5A33A4A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741"/>
              <a:ext cx="81" cy="87"/>
            </a:xfrm>
            <a:custGeom>
              <a:avLst/>
              <a:gdLst>
                <a:gd name="T0" fmla="*/ 0 w 56"/>
                <a:gd name="T1" fmla="*/ 210 h 56"/>
                <a:gd name="T2" fmla="*/ 122 w 56"/>
                <a:gd name="T3" fmla="*/ 123 h 56"/>
                <a:gd name="T4" fmla="*/ 169 w 5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6">
                  <a:moveTo>
                    <a:pt x="0" y="56"/>
                  </a:moveTo>
                  <a:cubicBezTo>
                    <a:pt x="20" y="56"/>
                    <a:pt x="31" y="51"/>
                    <a:pt x="40" y="33"/>
                  </a:cubicBezTo>
                  <a:cubicBezTo>
                    <a:pt x="46" y="22"/>
                    <a:pt x="49" y="11"/>
                    <a:pt x="5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31" name="Freeform 4608">
              <a:extLst>
                <a:ext uri="{FF2B5EF4-FFF2-40B4-BE49-F238E27FC236}">
                  <a16:creationId xmlns:a16="http://schemas.microsoft.com/office/drawing/2014/main" id="{F0EFE225-FF62-4368-99F6-EE8D9F3BF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996"/>
              <a:ext cx="42" cy="57"/>
            </a:xfrm>
            <a:custGeom>
              <a:avLst/>
              <a:gdLst>
                <a:gd name="T0" fmla="*/ 0 w 29"/>
                <a:gd name="T1" fmla="*/ 0 h 37"/>
                <a:gd name="T2" fmla="*/ 41 w 29"/>
                <a:gd name="T3" fmla="*/ 28 h 37"/>
                <a:gd name="T4" fmla="*/ 74 w 29"/>
                <a:gd name="T5" fmla="*/ 74 h 37"/>
                <a:gd name="T6" fmla="*/ 88 w 29"/>
                <a:gd name="T7" fmla="*/ 13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7">
                  <a:moveTo>
                    <a:pt x="0" y="0"/>
                  </a:moveTo>
                  <a:cubicBezTo>
                    <a:pt x="5" y="3"/>
                    <a:pt x="8" y="4"/>
                    <a:pt x="13" y="8"/>
                  </a:cubicBezTo>
                  <a:cubicBezTo>
                    <a:pt x="17" y="11"/>
                    <a:pt x="22" y="15"/>
                    <a:pt x="24" y="20"/>
                  </a:cubicBezTo>
                  <a:cubicBezTo>
                    <a:pt x="27" y="26"/>
                    <a:pt x="27" y="31"/>
                    <a:pt x="29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32" name="Freeform 4609">
              <a:extLst>
                <a:ext uri="{FF2B5EF4-FFF2-40B4-BE49-F238E27FC236}">
                  <a16:creationId xmlns:a16="http://schemas.microsoft.com/office/drawing/2014/main" id="{BA7E9072-179B-4AF3-9DBE-94AB8FD0A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3129"/>
              <a:ext cx="55" cy="85"/>
            </a:xfrm>
            <a:custGeom>
              <a:avLst/>
              <a:gdLst>
                <a:gd name="T0" fmla="*/ 0 w 38"/>
                <a:gd name="T1" fmla="*/ 0 h 55"/>
                <a:gd name="T2" fmla="*/ 61 w 38"/>
                <a:gd name="T3" fmla="*/ 66 h 55"/>
                <a:gd name="T4" fmla="*/ 100 w 38"/>
                <a:gd name="T5" fmla="*/ 155 h 55"/>
                <a:gd name="T6" fmla="*/ 116 w 38"/>
                <a:gd name="T7" fmla="*/ 20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5">
                  <a:moveTo>
                    <a:pt x="0" y="0"/>
                  </a:moveTo>
                  <a:cubicBezTo>
                    <a:pt x="5" y="7"/>
                    <a:pt x="15" y="9"/>
                    <a:pt x="20" y="18"/>
                  </a:cubicBezTo>
                  <a:cubicBezTo>
                    <a:pt x="24" y="25"/>
                    <a:pt x="29" y="34"/>
                    <a:pt x="33" y="42"/>
                  </a:cubicBezTo>
                  <a:cubicBezTo>
                    <a:pt x="35" y="46"/>
                    <a:pt x="36" y="52"/>
                    <a:pt x="38" y="5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33" name="Freeform 4610">
              <a:extLst>
                <a:ext uri="{FF2B5EF4-FFF2-40B4-BE49-F238E27FC236}">
                  <a16:creationId xmlns:a16="http://schemas.microsoft.com/office/drawing/2014/main" id="{50698613-3AFA-4604-ACEC-56CBC956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433"/>
              <a:ext cx="24" cy="104"/>
            </a:xfrm>
            <a:custGeom>
              <a:avLst/>
              <a:gdLst>
                <a:gd name="T0" fmla="*/ 0 w 16"/>
                <a:gd name="T1" fmla="*/ 0 h 67"/>
                <a:gd name="T2" fmla="*/ 45 w 16"/>
                <a:gd name="T3" fmla="*/ 79 h 67"/>
                <a:gd name="T4" fmla="*/ 39 w 16"/>
                <a:gd name="T5" fmla="*/ 180 h 67"/>
                <a:gd name="T6" fmla="*/ 18 w 16"/>
                <a:gd name="T7" fmla="*/ 25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7">
                  <a:moveTo>
                    <a:pt x="0" y="0"/>
                  </a:moveTo>
                  <a:cubicBezTo>
                    <a:pt x="6" y="8"/>
                    <a:pt x="11" y="11"/>
                    <a:pt x="13" y="21"/>
                  </a:cubicBezTo>
                  <a:cubicBezTo>
                    <a:pt x="16" y="31"/>
                    <a:pt x="14" y="39"/>
                    <a:pt x="11" y="48"/>
                  </a:cubicBezTo>
                  <a:cubicBezTo>
                    <a:pt x="8" y="55"/>
                    <a:pt x="7" y="61"/>
                    <a:pt x="5" y="6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34" name="Freeform 4611">
              <a:extLst>
                <a:ext uri="{FF2B5EF4-FFF2-40B4-BE49-F238E27FC236}">
                  <a16:creationId xmlns:a16="http://schemas.microsoft.com/office/drawing/2014/main" id="{AE251FD0-8E55-4B29-B243-78D1AB6AC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622"/>
              <a:ext cx="51" cy="104"/>
            </a:xfrm>
            <a:custGeom>
              <a:avLst/>
              <a:gdLst>
                <a:gd name="T0" fmla="*/ 87 w 35"/>
                <a:gd name="T1" fmla="*/ 0 h 67"/>
                <a:gd name="T2" fmla="*/ 0 w 35"/>
                <a:gd name="T3" fmla="*/ 250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7">
                  <a:moveTo>
                    <a:pt x="28" y="0"/>
                  </a:moveTo>
                  <a:cubicBezTo>
                    <a:pt x="35" y="25"/>
                    <a:pt x="26" y="58"/>
                    <a:pt x="0" y="6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35" name="Freeform 4612">
              <a:extLst>
                <a:ext uri="{FF2B5EF4-FFF2-40B4-BE49-F238E27FC236}">
                  <a16:creationId xmlns:a16="http://schemas.microsoft.com/office/drawing/2014/main" id="{B865F5AB-6620-427F-B85F-0FBADC2F0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3833"/>
              <a:ext cx="84" cy="80"/>
            </a:xfrm>
            <a:custGeom>
              <a:avLst/>
              <a:gdLst>
                <a:gd name="T0" fmla="*/ 0 w 58"/>
                <a:gd name="T1" fmla="*/ 142 h 52"/>
                <a:gd name="T2" fmla="*/ 149 w 58"/>
                <a:gd name="T3" fmla="*/ 74 h 52"/>
                <a:gd name="T4" fmla="*/ 177 w 58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2">
                  <a:moveTo>
                    <a:pt x="0" y="39"/>
                  </a:moveTo>
                  <a:cubicBezTo>
                    <a:pt x="11" y="52"/>
                    <a:pt x="43" y="34"/>
                    <a:pt x="49" y="20"/>
                  </a:cubicBezTo>
                  <a:cubicBezTo>
                    <a:pt x="53" y="12"/>
                    <a:pt x="53" y="8"/>
                    <a:pt x="5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36" name="Freeform 4613">
              <a:extLst>
                <a:ext uri="{FF2B5EF4-FFF2-40B4-BE49-F238E27FC236}">
                  <a16:creationId xmlns:a16="http://schemas.microsoft.com/office/drawing/2014/main" id="{5D48FD77-6CA4-465E-94F4-678E05083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390"/>
              <a:ext cx="33" cy="9"/>
            </a:xfrm>
            <a:custGeom>
              <a:avLst/>
              <a:gdLst>
                <a:gd name="T0" fmla="*/ 0 w 23"/>
                <a:gd name="T1" fmla="*/ 0 h 6"/>
                <a:gd name="T2" fmla="*/ 67 w 23"/>
                <a:gd name="T3" fmla="*/ 1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0"/>
                  </a:moveTo>
                  <a:cubicBezTo>
                    <a:pt x="6" y="5"/>
                    <a:pt x="15" y="6"/>
                    <a:pt x="23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37" name="Freeform 4614">
              <a:extLst>
                <a:ext uri="{FF2B5EF4-FFF2-40B4-BE49-F238E27FC236}">
                  <a16:creationId xmlns:a16="http://schemas.microsoft.com/office/drawing/2014/main" id="{407BF49B-C5E9-44E5-8183-3891458C6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3399"/>
              <a:ext cx="6" cy="8"/>
            </a:xfrm>
            <a:custGeom>
              <a:avLst/>
              <a:gdLst>
                <a:gd name="T0" fmla="*/ 0 w 4"/>
                <a:gd name="T1" fmla="*/ 0 h 5"/>
                <a:gd name="T2" fmla="*/ 14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3" y="3"/>
                    <a:pt x="4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38" name="Freeform 4615">
              <a:extLst>
                <a:ext uri="{FF2B5EF4-FFF2-40B4-BE49-F238E27FC236}">
                  <a16:creationId xmlns:a16="http://schemas.microsoft.com/office/drawing/2014/main" id="{EEC493F9-FA7F-48DB-B8AC-0009F035E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678"/>
              <a:ext cx="32" cy="15"/>
            </a:xfrm>
            <a:custGeom>
              <a:avLst/>
              <a:gdLst>
                <a:gd name="T0" fmla="*/ 0 w 22"/>
                <a:gd name="T1" fmla="*/ 32 h 10"/>
                <a:gd name="T2" fmla="*/ 41 w 22"/>
                <a:gd name="T3" fmla="*/ 18 h 10"/>
                <a:gd name="T4" fmla="*/ 68 w 2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">
                  <a:moveTo>
                    <a:pt x="0" y="9"/>
                  </a:moveTo>
                  <a:cubicBezTo>
                    <a:pt x="4" y="10"/>
                    <a:pt x="10" y="6"/>
                    <a:pt x="13" y="5"/>
                  </a:cubicBezTo>
                  <a:cubicBezTo>
                    <a:pt x="16" y="3"/>
                    <a:pt x="20" y="2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39" name="Freeform 4616">
              <a:extLst>
                <a:ext uri="{FF2B5EF4-FFF2-40B4-BE49-F238E27FC236}">
                  <a16:creationId xmlns:a16="http://schemas.microsoft.com/office/drawing/2014/main" id="{8FBA23A1-7070-422C-830E-65E9EEF91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3681"/>
              <a:ext cx="12" cy="5"/>
            </a:xfrm>
            <a:custGeom>
              <a:avLst/>
              <a:gdLst>
                <a:gd name="T0" fmla="*/ 0 w 8"/>
                <a:gd name="T1" fmla="*/ 5 h 3"/>
                <a:gd name="T2" fmla="*/ 27 w 8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3" y="0"/>
                    <a:pt x="5" y="1"/>
                    <a:pt x="8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40" name="Freeform 4617">
              <a:extLst>
                <a:ext uri="{FF2B5EF4-FFF2-40B4-BE49-F238E27FC236}">
                  <a16:creationId xmlns:a16="http://schemas.microsoft.com/office/drawing/2014/main" id="{CB4F830E-A312-408A-A75F-42E38B0E3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874"/>
              <a:ext cx="22" cy="28"/>
            </a:xfrm>
            <a:custGeom>
              <a:avLst/>
              <a:gdLst>
                <a:gd name="T0" fmla="*/ 0 w 15"/>
                <a:gd name="T1" fmla="*/ 68 h 18"/>
                <a:gd name="T2" fmla="*/ 47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18"/>
                  </a:moveTo>
                  <a:cubicBezTo>
                    <a:pt x="8" y="16"/>
                    <a:pt x="10" y="5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41" name="Freeform 4618">
              <a:extLst>
                <a:ext uri="{FF2B5EF4-FFF2-40B4-BE49-F238E27FC236}">
                  <a16:creationId xmlns:a16="http://schemas.microsoft.com/office/drawing/2014/main" id="{BB698000-4B88-43E3-85F0-ECEF464D3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879"/>
              <a:ext cx="14" cy="6"/>
            </a:xfrm>
            <a:custGeom>
              <a:avLst/>
              <a:gdLst>
                <a:gd name="T0" fmla="*/ 0 w 10"/>
                <a:gd name="T1" fmla="*/ 14 h 4"/>
                <a:gd name="T2" fmla="*/ 28 w 10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3"/>
                    <a:pt x="7" y="0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42" name="Freeform 4619">
              <a:extLst>
                <a:ext uri="{FF2B5EF4-FFF2-40B4-BE49-F238E27FC236}">
                  <a16:creationId xmlns:a16="http://schemas.microsoft.com/office/drawing/2014/main" id="{18277356-A6FC-4978-BD1B-93301AF3A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966"/>
              <a:ext cx="16" cy="35"/>
            </a:xfrm>
            <a:custGeom>
              <a:avLst/>
              <a:gdLst>
                <a:gd name="T0" fmla="*/ 33 w 11"/>
                <a:gd name="T1" fmla="*/ 0 h 23"/>
                <a:gd name="T2" fmla="*/ 0 w 11"/>
                <a:gd name="T3" fmla="*/ 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10" y="8"/>
                    <a:pt x="6" y="17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43" name="Freeform 4620">
              <a:extLst>
                <a:ext uri="{FF2B5EF4-FFF2-40B4-BE49-F238E27FC236}">
                  <a16:creationId xmlns:a16="http://schemas.microsoft.com/office/drawing/2014/main" id="{B891A4C0-C99F-4C9C-812D-2BEBC071A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995"/>
              <a:ext cx="3" cy="11"/>
            </a:xfrm>
            <a:custGeom>
              <a:avLst/>
              <a:gdLst>
                <a:gd name="T0" fmla="*/ 0 w 2"/>
                <a:gd name="T1" fmla="*/ 0 h 7"/>
                <a:gd name="T2" fmla="*/ 8 w 2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0" y="5"/>
                    <a:pt x="2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44" name="Freeform 4621">
              <a:extLst>
                <a:ext uri="{FF2B5EF4-FFF2-40B4-BE49-F238E27FC236}">
                  <a16:creationId xmlns:a16="http://schemas.microsoft.com/office/drawing/2014/main" id="{D89D1A06-320E-4377-9941-BE32B4AC2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979"/>
              <a:ext cx="14" cy="34"/>
            </a:xfrm>
            <a:custGeom>
              <a:avLst/>
              <a:gdLst>
                <a:gd name="T0" fmla="*/ 0 w 10"/>
                <a:gd name="T1" fmla="*/ 0 h 22"/>
                <a:gd name="T2" fmla="*/ 28 w 10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4" y="8"/>
                    <a:pt x="5" y="15"/>
                    <a:pt x="1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45" name="Freeform 4622">
              <a:extLst>
                <a:ext uri="{FF2B5EF4-FFF2-40B4-BE49-F238E27FC236}">
                  <a16:creationId xmlns:a16="http://schemas.microsoft.com/office/drawing/2014/main" id="{90C01C79-C1C1-4906-A5DA-8A51D6E3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4006"/>
              <a:ext cx="3" cy="12"/>
            </a:xfrm>
            <a:custGeom>
              <a:avLst/>
              <a:gdLst>
                <a:gd name="T0" fmla="*/ 8 w 2"/>
                <a:gd name="T1" fmla="*/ 0 h 8"/>
                <a:gd name="T2" fmla="*/ 0 w 2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2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46" name="Freeform 4623">
              <a:extLst>
                <a:ext uri="{FF2B5EF4-FFF2-40B4-BE49-F238E27FC236}">
                  <a16:creationId xmlns:a16="http://schemas.microsoft.com/office/drawing/2014/main" id="{9FF577D5-6F30-433B-83FF-A78281E16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856"/>
              <a:ext cx="23" cy="28"/>
            </a:xfrm>
            <a:custGeom>
              <a:avLst/>
              <a:gdLst>
                <a:gd name="T0" fmla="*/ 0 w 16"/>
                <a:gd name="T1" fmla="*/ 0 h 18"/>
                <a:gd name="T2" fmla="*/ 47 w 16"/>
                <a:gd name="T3" fmla="*/ 6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3" y="8"/>
                    <a:pt x="10" y="13"/>
                    <a:pt x="16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47" name="Freeform 4624">
              <a:extLst>
                <a:ext uri="{FF2B5EF4-FFF2-40B4-BE49-F238E27FC236}">
                  <a16:creationId xmlns:a16="http://schemas.microsoft.com/office/drawing/2014/main" id="{3304779B-F074-4485-B88D-A51518413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862"/>
              <a:ext cx="13" cy="3"/>
            </a:xfrm>
            <a:custGeom>
              <a:avLst/>
              <a:gdLst>
                <a:gd name="T0" fmla="*/ 0 w 9"/>
                <a:gd name="T1" fmla="*/ 5 h 2"/>
                <a:gd name="T2" fmla="*/ 27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3" y="0"/>
                    <a:pt x="5" y="1"/>
                    <a:pt x="9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48" name="Freeform 4625">
              <a:extLst>
                <a:ext uri="{FF2B5EF4-FFF2-40B4-BE49-F238E27FC236}">
                  <a16:creationId xmlns:a16="http://schemas.microsoft.com/office/drawing/2014/main" id="{8BA4E1E9-B7C6-40B2-AFD3-E1331B571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665"/>
              <a:ext cx="33" cy="13"/>
            </a:xfrm>
            <a:custGeom>
              <a:avLst/>
              <a:gdLst>
                <a:gd name="T0" fmla="*/ 0 w 23"/>
                <a:gd name="T1" fmla="*/ 0 h 8"/>
                <a:gd name="T2" fmla="*/ 67 w 23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5" y="5"/>
                    <a:pt x="16" y="7"/>
                    <a:pt x="23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49" name="Freeform 4626">
              <a:extLst>
                <a:ext uri="{FF2B5EF4-FFF2-40B4-BE49-F238E27FC236}">
                  <a16:creationId xmlns:a16="http://schemas.microsoft.com/office/drawing/2014/main" id="{523F258A-DE6F-4A64-8924-5E7C39B9D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3099"/>
              <a:ext cx="25" cy="25"/>
            </a:xfrm>
            <a:custGeom>
              <a:avLst/>
              <a:gdLst>
                <a:gd name="T0" fmla="*/ 0 w 17"/>
                <a:gd name="T1" fmla="*/ 61 h 16"/>
                <a:gd name="T2" fmla="*/ 54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6" y="11"/>
                    <a:pt x="13" y="7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50" name="Freeform 4627">
              <a:extLst>
                <a:ext uri="{FF2B5EF4-FFF2-40B4-BE49-F238E27FC236}">
                  <a16:creationId xmlns:a16="http://schemas.microsoft.com/office/drawing/2014/main" id="{B0520A28-02A1-40C4-BD37-D0DFFE274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18"/>
              <a:ext cx="6" cy="15"/>
            </a:xfrm>
            <a:custGeom>
              <a:avLst/>
              <a:gdLst>
                <a:gd name="T0" fmla="*/ 14 w 4"/>
                <a:gd name="T1" fmla="*/ 0 h 10"/>
                <a:gd name="T2" fmla="*/ 8 w 4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3" y="3"/>
                    <a:pt x="0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51" name="Freeform 4628">
              <a:extLst>
                <a:ext uri="{FF2B5EF4-FFF2-40B4-BE49-F238E27FC236}">
                  <a16:creationId xmlns:a16="http://schemas.microsoft.com/office/drawing/2014/main" id="{7F43A11E-EC07-4336-8467-8FC3B70C5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3305"/>
              <a:ext cx="25" cy="9"/>
            </a:xfrm>
            <a:custGeom>
              <a:avLst/>
              <a:gdLst>
                <a:gd name="T0" fmla="*/ 54 w 17"/>
                <a:gd name="T1" fmla="*/ 21 h 6"/>
                <a:gd name="T2" fmla="*/ 0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cubicBezTo>
                    <a:pt x="17" y="3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52" name="Freeform 4629">
              <a:extLst>
                <a:ext uri="{FF2B5EF4-FFF2-40B4-BE49-F238E27FC236}">
                  <a16:creationId xmlns:a16="http://schemas.microsoft.com/office/drawing/2014/main" id="{F4AEEB68-9606-4A90-BE1F-14DA48656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294"/>
              <a:ext cx="6" cy="11"/>
            </a:xfrm>
            <a:custGeom>
              <a:avLst/>
              <a:gdLst>
                <a:gd name="T0" fmla="*/ 14 w 4"/>
                <a:gd name="T1" fmla="*/ 27 h 7"/>
                <a:gd name="T2" fmla="*/ 5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3" y="5"/>
                    <a:pt x="0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53" name="Freeform 4630">
              <a:extLst>
                <a:ext uri="{FF2B5EF4-FFF2-40B4-BE49-F238E27FC236}">
                  <a16:creationId xmlns:a16="http://schemas.microsoft.com/office/drawing/2014/main" id="{82D9F57A-089E-4B75-92A7-7C631BB09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172"/>
              <a:ext cx="20" cy="20"/>
            </a:xfrm>
            <a:custGeom>
              <a:avLst/>
              <a:gdLst>
                <a:gd name="T0" fmla="*/ 41 w 14"/>
                <a:gd name="T1" fmla="*/ 48 h 13"/>
                <a:gd name="T2" fmla="*/ 14 w 14"/>
                <a:gd name="T3" fmla="*/ 18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13"/>
                  </a:moveTo>
                  <a:cubicBezTo>
                    <a:pt x="12" y="9"/>
                    <a:pt x="8" y="8"/>
                    <a:pt x="5" y="5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54" name="Freeform 4631">
              <a:extLst>
                <a:ext uri="{FF2B5EF4-FFF2-40B4-BE49-F238E27FC236}">
                  <a16:creationId xmlns:a16="http://schemas.microsoft.com/office/drawing/2014/main" id="{BAA7FE78-FDED-4924-8D4E-6BB43A301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183"/>
              <a:ext cx="15" cy="3"/>
            </a:xfrm>
            <a:custGeom>
              <a:avLst/>
              <a:gdLst>
                <a:gd name="T0" fmla="*/ 35 w 10"/>
                <a:gd name="T1" fmla="*/ 5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2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55" name="Freeform 4632">
              <a:extLst>
                <a:ext uri="{FF2B5EF4-FFF2-40B4-BE49-F238E27FC236}">
                  <a16:creationId xmlns:a16="http://schemas.microsoft.com/office/drawing/2014/main" id="{2296B320-C01F-4BB1-AE50-90F1258A2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070"/>
              <a:ext cx="14" cy="26"/>
            </a:xfrm>
            <a:custGeom>
              <a:avLst/>
              <a:gdLst>
                <a:gd name="T0" fmla="*/ 25 w 10"/>
                <a:gd name="T1" fmla="*/ 61 h 17"/>
                <a:gd name="T2" fmla="*/ 0 w 10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9" y="17"/>
                  </a:moveTo>
                  <a:cubicBezTo>
                    <a:pt x="10" y="11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56" name="Freeform 4633">
              <a:extLst>
                <a:ext uri="{FF2B5EF4-FFF2-40B4-BE49-F238E27FC236}">
                  <a16:creationId xmlns:a16="http://schemas.microsoft.com/office/drawing/2014/main" id="{2E0A09AF-D575-4174-8F85-51A27A23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3082"/>
              <a:ext cx="13" cy="10"/>
            </a:xfrm>
            <a:custGeom>
              <a:avLst/>
              <a:gdLst>
                <a:gd name="T0" fmla="*/ 27 w 9"/>
                <a:gd name="T1" fmla="*/ 28 h 6"/>
                <a:gd name="T2" fmla="*/ 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6" y="5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57" name="Freeform 4634">
              <a:extLst>
                <a:ext uri="{FF2B5EF4-FFF2-40B4-BE49-F238E27FC236}">
                  <a16:creationId xmlns:a16="http://schemas.microsoft.com/office/drawing/2014/main" id="{4CF21DF7-00C1-4A4D-A0B0-A4A73B5E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3025"/>
              <a:ext cx="3" cy="28"/>
            </a:xfrm>
            <a:custGeom>
              <a:avLst/>
              <a:gdLst>
                <a:gd name="T0" fmla="*/ 8 w 2"/>
                <a:gd name="T1" fmla="*/ 68 h 18"/>
                <a:gd name="T2" fmla="*/ 8 w 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18"/>
                  </a:moveTo>
                  <a:cubicBezTo>
                    <a:pt x="1" y="13"/>
                    <a:pt x="0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58" name="Freeform 4635">
              <a:extLst>
                <a:ext uri="{FF2B5EF4-FFF2-40B4-BE49-F238E27FC236}">
                  <a16:creationId xmlns:a16="http://schemas.microsoft.com/office/drawing/2014/main" id="{B74C9503-9213-47EC-8929-41F61D0E8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025"/>
              <a:ext cx="6" cy="9"/>
            </a:xfrm>
            <a:custGeom>
              <a:avLst/>
              <a:gdLst>
                <a:gd name="T0" fmla="*/ 14 w 4"/>
                <a:gd name="T1" fmla="*/ 21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4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59" name="Freeform 4636">
              <a:extLst>
                <a:ext uri="{FF2B5EF4-FFF2-40B4-BE49-F238E27FC236}">
                  <a16:creationId xmlns:a16="http://schemas.microsoft.com/office/drawing/2014/main" id="{6CC442C6-40AD-475B-990F-023A6A4F3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053"/>
              <a:ext cx="15" cy="23"/>
            </a:xfrm>
            <a:custGeom>
              <a:avLst/>
              <a:gdLst>
                <a:gd name="T0" fmla="*/ 0 w 10"/>
                <a:gd name="T1" fmla="*/ 54 h 15"/>
                <a:gd name="T2" fmla="*/ 35 w 1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15"/>
                  </a:moveTo>
                  <a:cubicBezTo>
                    <a:pt x="1" y="12"/>
                    <a:pt x="7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60" name="Freeform 4637">
              <a:extLst>
                <a:ext uri="{FF2B5EF4-FFF2-40B4-BE49-F238E27FC236}">
                  <a16:creationId xmlns:a16="http://schemas.microsoft.com/office/drawing/2014/main" id="{43078EC0-A691-4B2B-A5B9-F393F5AC8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070"/>
              <a:ext cx="10" cy="3"/>
            </a:xfrm>
            <a:custGeom>
              <a:avLst/>
              <a:gdLst>
                <a:gd name="T0" fmla="*/ 20 w 7"/>
                <a:gd name="T1" fmla="*/ 0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6" y="1"/>
                    <a:pt x="2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61" name="Freeform 4638">
              <a:extLst>
                <a:ext uri="{FF2B5EF4-FFF2-40B4-BE49-F238E27FC236}">
                  <a16:creationId xmlns:a16="http://schemas.microsoft.com/office/drawing/2014/main" id="{545C4898-C9D7-4819-AA7F-5E9D7B7A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135"/>
              <a:ext cx="20" cy="14"/>
            </a:xfrm>
            <a:custGeom>
              <a:avLst/>
              <a:gdLst>
                <a:gd name="T0" fmla="*/ 41 w 14"/>
                <a:gd name="T1" fmla="*/ 0 h 9"/>
                <a:gd name="T2" fmla="*/ 0 w 14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8" y="0"/>
                    <a:pt x="4" y="6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62" name="Freeform 4639">
              <a:extLst>
                <a:ext uri="{FF2B5EF4-FFF2-40B4-BE49-F238E27FC236}">
                  <a16:creationId xmlns:a16="http://schemas.microsoft.com/office/drawing/2014/main" id="{E00056CD-CE81-4072-8534-B766E0A9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143"/>
              <a:ext cx="11" cy="1"/>
            </a:xfrm>
            <a:custGeom>
              <a:avLst/>
              <a:gdLst>
                <a:gd name="T0" fmla="*/ 21 w 8"/>
                <a:gd name="T1" fmla="*/ 0 h 1"/>
                <a:gd name="T2" fmla="*/ 8 w 8"/>
                <a:gd name="T3" fmla="*/ 1 h 1"/>
                <a:gd name="T4" fmla="*/ 0 w 8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7" y="1"/>
                    <a:pt x="5" y="1"/>
                    <a:pt x="3" y="1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63" name="Freeform 4640">
              <a:extLst>
                <a:ext uri="{FF2B5EF4-FFF2-40B4-BE49-F238E27FC236}">
                  <a16:creationId xmlns:a16="http://schemas.microsoft.com/office/drawing/2014/main" id="{0924CF54-274A-4C9C-8586-DFDA19071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251"/>
              <a:ext cx="23" cy="8"/>
            </a:xfrm>
            <a:custGeom>
              <a:avLst/>
              <a:gdLst>
                <a:gd name="T0" fmla="*/ 47 w 16"/>
                <a:gd name="T1" fmla="*/ 0 h 5"/>
                <a:gd name="T2" fmla="*/ 0 w 1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16" y="0"/>
                  </a:move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64" name="Freeform 4641">
              <a:extLst>
                <a:ext uri="{FF2B5EF4-FFF2-40B4-BE49-F238E27FC236}">
                  <a16:creationId xmlns:a16="http://schemas.microsoft.com/office/drawing/2014/main" id="{2BFE7484-8984-4973-B1A1-C9D30B270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251"/>
              <a:ext cx="10" cy="5"/>
            </a:xfrm>
            <a:custGeom>
              <a:avLst/>
              <a:gdLst>
                <a:gd name="T0" fmla="*/ 20 w 7"/>
                <a:gd name="T1" fmla="*/ 13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65" name="Freeform 4642">
              <a:extLst>
                <a:ext uri="{FF2B5EF4-FFF2-40B4-BE49-F238E27FC236}">
                  <a16:creationId xmlns:a16="http://schemas.microsoft.com/office/drawing/2014/main" id="{31C003DB-C938-456A-83D7-80CE5828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458"/>
              <a:ext cx="18" cy="23"/>
            </a:xfrm>
            <a:custGeom>
              <a:avLst/>
              <a:gdLst>
                <a:gd name="T0" fmla="*/ 0 w 12"/>
                <a:gd name="T1" fmla="*/ 54 h 15"/>
                <a:gd name="T2" fmla="*/ 26 w 12"/>
                <a:gd name="T3" fmla="*/ 26 h 15"/>
                <a:gd name="T4" fmla="*/ 41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3" y="14"/>
                    <a:pt x="6" y="9"/>
                    <a:pt x="7" y="7"/>
                  </a:cubicBezTo>
                  <a:cubicBezTo>
                    <a:pt x="9" y="4"/>
                    <a:pt x="11" y="2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66" name="Freeform 4643">
              <a:extLst>
                <a:ext uri="{FF2B5EF4-FFF2-40B4-BE49-F238E27FC236}">
                  <a16:creationId xmlns:a16="http://schemas.microsoft.com/office/drawing/2014/main" id="{0573275F-6DF7-46E8-9631-4CA9F19DF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469"/>
              <a:ext cx="4" cy="25"/>
            </a:xfrm>
            <a:custGeom>
              <a:avLst/>
              <a:gdLst>
                <a:gd name="T0" fmla="*/ 7 w 3"/>
                <a:gd name="T1" fmla="*/ 61 h 16"/>
                <a:gd name="T2" fmla="*/ 1 w 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16"/>
                  </a:moveTo>
                  <a:cubicBezTo>
                    <a:pt x="1" y="15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67" name="Freeform 4644">
              <a:extLst>
                <a:ext uri="{FF2B5EF4-FFF2-40B4-BE49-F238E27FC236}">
                  <a16:creationId xmlns:a16="http://schemas.microsoft.com/office/drawing/2014/main" id="{1580FBAD-EB5F-489C-8C38-383CE3F76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396"/>
              <a:ext cx="33" cy="3"/>
            </a:xfrm>
            <a:custGeom>
              <a:avLst/>
              <a:gdLst>
                <a:gd name="T0" fmla="*/ 0 w 23"/>
                <a:gd name="T1" fmla="*/ 8 h 2"/>
                <a:gd name="T2" fmla="*/ 67 w 2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8" y="0"/>
                    <a:pt x="16" y="2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68" name="Freeform 4645">
              <a:extLst>
                <a:ext uri="{FF2B5EF4-FFF2-40B4-BE49-F238E27FC236}">
                  <a16:creationId xmlns:a16="http://schemas.microsoft.com/office/drawing/2014/main" id="{99EA82BF-958A-4B52-BB49-A0CB50FE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059"/>
              <a:ext cx="55" cy="62"/>
            </a:xfrm>
            <a:custGeom>
              <a:avLst/>
              <a:gdLst>
                <a:gd name="T0" fmla="*/ 0 w 38"/>
                <a:gd name="T1" fmla="*/ 0 h 40"/>
                <a:gd name="T2" fmla="*/ 94 w 38"/>
                <a:gd name="T3" fmla="*/ 88 h 40"/>
                <a:gd name="T4" fmla="*/ 116 w 38"/>
                <a:gd name="T5" fmla="*/ 14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0" y="0"/>
                  </a:moveTo>
                  <a:cubicBezTo>
                    <a:pt x="13" y="4"/>
                    <a:pt x="25" y="11"/>
                    <a:pt x="31" y="24"/>
                  </a:cubicBezTo>
                  <a:cubicBezTo>
                    <a:pt x="34" y="29"/>
                    <a:pt x="36" y="35"/>
                    <a:pt x="38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69" name="Freeform 4646">
              <a:extLst>
                <a:ext uri="{FF2B5EF4-FFF2-40B4-BE49-F238E27FC236}">
                  <a16:creationId xmlns:a16="http://schemas.microsoft.com/office/drawing/2014/main" id="{095CFF81-0E2B-4087-B336-F3B4576D8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085"/>
              <a:ext cx="54" cy="75"/>
            </a:xfrm>
            <a:custGeom>
              <a:avLst/>
              <a:gdLst>
                <a:gd name="T0" fmla="*/ 0 w 37"/>
                <a:gd name="T1" fmla="*/ 0 h 48"/>
                <a:gd name="T2" fmla="*/ 61 w 37"/>
                <a:gd name="T3" fmla="*/ 48 h 48"/>
                <a:gd name="T4" fmla="*/ 96 w 37"/>
                <a:gd name="T5" fmla="*/ 109 h 48"/>
                <a:gd name="T6" fmla="*/ 108 w 37"/>
                <a:gd name="T7" fmla="*/ 18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8">
                  <a:moveTo>
                    <a:pt x="0" y="0"/>
                  </a:moveTo>
                  <a:cubicBezTo>
                    <a:pt x="8" y="5"/>
                    <a:pt x="14" y="6"/>
                    <a:pt x="20" y="13"/>
                  </a:cubicBezTo>
                  <a:cubicBezTo>
                    <a:pt x="25" y="18"/>
                    <a:pt x="28" y="23"/>
                    <a:pt x="31" y="29"/>
                  </a:cubicBezTo>
                  <a:cubicBezTo>
                    <a:pt x="33" y="34"/>
                    <a:pt x="37" y="43"/>
                    <a:pt x="35" y="4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70" name="Freeform 4647">
              <a:extLst>
                <a:ext uri="{FF2B5EF4-FFF2-40B4-BE49-F238E27FC236}">
                  <a16:creationId xmlns:a16="http://schemas.microsoft.com/office/drawing/2014/main" id="{EEA1F124-812D-454F-9109-A9C3C766C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57"/>
              <a:ext cx="45" cy="68"/>
            </a:xfrm>
            <a:custGeom>
              <a:avLst/>
              <a:gdLst>
                <a:gd name="T0" fmla="*/ 0 w 31"/>
                <a:gd name="T1" fmla="*/ 0 h 44"/>
                <a:gd name="T2" fmla="*/ 94 w 31"/>
                <a:gd name="T3" fmla="*/ 162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0" y="0"/>
                  </a:moveTo>
                  <a:cubicBezTo>
                    <a:pt x="20" y="4"/>
                    <a:pt x="26" y="30"/>
                    <a:pt x="31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71" name="Freeform 4648">
              <a:extLst>
                <a:ext uri="{FF2B5EF4-FFF2-40B4-BE49-F238E27FC236}">
                  <a16:creationId xmlns:a16="http://schemas.microsoft.com/office/drawing/2014/main" id="{826B79A9-3A78-47A7-A0BB-B21BDEE21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3259"/>
              <a:ext cx="28" cy="91"/>
            </a:xfrm>
            <a:custGeom>
              <a:avLst/>
              <a:gdLst>
                <a:gd name="T0" fmla="*/ 0 w 19"/>
                <a:gd name="T1" fmla="*/ 0 h 59"/>
                <a:gd name="T2" fmla="*/ 60 w 19"/>
                <a:gd name="T3" fmla="*/ 148 h 59"/>
                <a:gd name="T4" fmla="*/ 59 w 19"/>
                <a:gd name="T5" fmla="*/ 190 h 59"/>
                <a:gd name="T6" fmla="*/ 59 w 19"/>
                <a:gd name="T7" fmla="*/ 21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9">
                  <a:moveTo>
                    <a:pt x="0" y="0"/>
                  </a:moveTo>
                  <a:cubicBezTo>
                    <a:pt x="15" y="10"/>
                    <a:pt x="19" y="23"/>
                    <a:pt x="19" y="40"/>
                  </a:cubicBezTo>
                  <a:cubicBezTo>
                    <a:pt x="19" y="45"/>
                    <a:pt x="19" y="48"/>
                    <a:pt x="18" y="52"/>
                  </a:cubicBezTo>
                  <a:cubicBezTo>
                    <a:pt x="18" y="54"/>
                    <a:pt x="17" y="59"/>
                    <a:pt x="18" y="5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72" name="Freeform 4649">
              <a:extLst>
                <a:ext uri="{FF2B5EF4-FFF2-40B4-BE49-F238E27FC236}">
                  <a16:creationId xmlns:a16="http://schemas.microsoft.com/office/drawing/2014/main" id="{77CA5C1C-FC06-4A28-BCA6-F807A01C4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3361"/>
              <a:ext cx="23" cy="88"/>
            </a:xfrm>
            <a:custGeom>
              <a:avLst/>
              <a:gdLst>
                <a:gd name="T0" fmla="*/ 35 w 16"/>
                <a:gd name="T1" fmla="*/ 0 h 57"/>
                <a:gd name="T2" fmla="*/ 47 w 16"/>
                <a:gd name="T3" fmla="*/ 21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7">
                  <a:moveTo>
                    <a:pt x="12" y="0"/>
                  </a:moveTo>
                  <a:cubicBezTo>
                    <a:pt x="0" y="17"/>
                    <a:pt x="7" y="40"/>
                    <a:pt x="16" y="5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73" name="Freeform 4650">
              <a:extLst>
                <a:ext uri="{FF2B5EF4-FFF2-40B4-BE49-F238E27FC236}">
                  <a16:creationId xmlns:a16="http://schemas.microsoft.com/office/drawing/2014/main" id="{E3426306-F68A-4BD3-8DF5-839423DCA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317"/>
              <a:ext cx="34" cy="113"/>
            </a:xfrm>
            <a:custGeom>
              <a:avLst/>
              <a:gdLst>
                <a:gd name="T0" fmla="*/ 48 w 24"/>
                <a:gd name="T1" fmla="*/ 271 h 73"/>
                <a:gd name="T2" fmla="*/ 48 w 24"/>
                <a:gd name="T3" fmla="*/ 93 h 73"/>
                <a:gd name="T4" fmla="*/ 0 w 24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3">
                  <a:moveTo>
                    <a:pt x="17" y="73"/>
                  </a:moveTo>
                  <a:cubicBezTo>
                    <a:pt x="22" y="56"/>
                    <a:pt x="24" y="42"/>
                    <a:pt x="17" y="25"/>
                  </a:cubicBezTo>
                  <a:cubicBezTo>
                    <a:pt x="13" y="15"/>
                    <a:pt x="5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74" name="Freeform 4651">
              <a:extLst>
                <a:ext uri="{FF2B5EF4-FFF2-40B4-BE49-F238E27FC236}">
                  <a16:creationId xmlns:a16="http://schemas.microsoft.com/office/drawing/2014/main" id="{6192F4FF-5BB9-4430-BD0A-F576A5CAF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574"/>
              <a:ext cx="29" cy="82"/>
            </a:xfrm>
            <a:custGeom>
              <a:avLst/>
              <a:gdLst>
                <a:gd name="T0" fmla="*/ 61 w 20"/>
                <a:gd name="T1" fmla="*/ 0 h 53"/>
                <a:gd name="T2" fmla="*/ 42 w 20"/>
                <a:gd name="T3" fmla="*/ 60 h 53"/>
                <a:gd name="T4" fmla="*/ 22 w 20"/>
                <a:gd name="T5" fmla="*/ 110 h 53"/>
                <a:gd name="T6" fmla="*/ 0 w 20"/>
                <a:gd name="T7" fmla="*/ 19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3">
                  <a:moveTo>
                    <a:pt x="20" y="0"/>
                  </a:moveTo>
                  <a:cubicBezTo>
                    <a:pt x="17" y="5"/>
                    <a:pt x="16" y="10"/>
                    <a:pt x="14" y="16"/>
                  </a:cubicBezTo>
                  <a:cubicBezTo>
                    <a:pt x="12" y="21"/>
                    <a:pt x="9" y="25"/>
                    <a:pt x="7" y="30"/>
                  </a:cubicBezTo>
                  <a:cubicBezTo>
                    <a:pt x="4" y="37"/>
                    <a:pt x="1" y="47"/>
                    <a:pt x="0" y="5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75" name="Freeform 4652">
              <a:extLst>
                <a:ext uri="{FF2B5EF4-FFF2-40B4-BE49-F238E27FC236}">
                  <a16:creationId xmlns:a16="http://schemas.microsoft.com/office/drawing/2014/main" id="{D45B36EB-10A2-4096-9427-682F4F2DA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435"/>
              <a:ext cx="31" cy="104"/>
            </a:xfrm>
            <a:custGeom>
              <a:avLst/>
              <a:gdLst>
                <a:gd name="T0" fmla="*/ 11 w 22"/>
                <a:gd name="T1" fmla="*/ 250 h 67"/>
                <a:gd name="T2" fmla="*/ 14 w 22"/>
                <a:gd name="T3" fmla="*/ 87 h 67"/>
                <a:gd name="T4" fmla="*/ 62 w 22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7">
                  <a:moveTo>
                    <a:pt x="4" y="67"/>
                  </a:moveTo>
                  <a:cubicBezTo>
                    <a:pt x="0" y="56"/>
                    <a:pt x="1" y="35"/>
                    <a:pt x="5" y="23"/>
                  </a:cubicBezTo>
                  <a:cubicBezTo>
                    <a:pt x="8" y="13"/>
                    <a:pt x="18" y="9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76" name="Freeform 4653">
              <a:extLst>
                <a:ext uri="{FF2B5EF4-FFF2-40B4-BE49-F238E27FC236}">
                  <a16:creationId xmlns:a16="http://schemas.microsoft.com/office/drawing/2014/main" id="{E8D2B3BC-CF14-4CA5-B008-40ED0594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382"/>
              <a:ext cx="20" cy="65"/>
            </a:xfrm>
            <a:custGeom>
              <a:avLst/>
              <a:gdLst>
                <a:gd name="T0" fmla="*/ 6 w 14"/>
                <a:gd name="T1" fmla="*/ 0 h 42"/>
                <a:gd name="T2" fmla="*/ 41 w 14"/>
                <a:gd name="T3" fmla="*/ 156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2">
                  <a:moveTo>
                    <a:pt x="2" y="0"/>
                  </a:moveTo>
                  <a:cubicBezTo>
                    <a:pt x="0" y="14"/>
                    <a:pt x="6" y="33"/>
                    <a:pt x="14" y="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77" name="Freeform 4654">
              <a:extLst>
                <a:ext uri="{FF2B5EF4-FFF2-40B4-BE49-F238E27FC236}">
                  <a16:creationId xmlns:a16="http://schemas.microsoft.com/office/drawing/2014/main" id="{920F4586-6078-448F-98AC-7881E1004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449"/>
              <a:ext cx="10" cy="29"/>
            </a:xfrm>
            <a:custGeom>
              <a:avLst/>
              <a:gdLst>
                <a:gd name="T0" fmla="*/ 0 w 7"/>
                <a:gd name="T1" fmla="*/ 67 h 19"/>
                <a:gd name="T2" fmla="*/ 20 w 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4" y="5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78" name="Freeform 4655">
              <a:extLst>
                <a:ext uri="{FF2B5EF4-FFF2-40B4-BE49-F238E27FC236}">
                  <a16:creationId xmlns:a16="http://schemas.microsoft.com/office/drawing/2014/main" id="{9F0FE251-C0D6-479C-976B-CEDE0B91E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494"/>
              <a:ext cx="22" cy="80"/>
            </a:xfrm>
            <a:custGeom>
              <a:avLst/>
              <a:gdLst>
                <a:gd name="T0" fmla="*/ 0 w 15"/>
                <a:gd name="T1" fmla="*/ 189 h 52"/>
                <a:gd name="T2" fmla="*/ 32 w 15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2">
                  <a:moveTo>
                    <a:pt x="0" y="52"/>
                  </a:moveTo>
                  <a:cubicBezTo>
                    <a:pt x="14" y="39"/>
                    <a:pt x="15" y="18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79" name="Freeform 4656">
              <a:extLst>
                <a:ext uri="{FF2B5EF4-FFF2-40B4-BE49-F238E27FC236}">
                  <a16:creationId xmlns:a16="http://schemas.microsoft.com/office/drawing/2014/main" id="{9035D87B-1742-49AF-9748-9B36E817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774"/>
              <a:ext cx="30" cy="18"/>
            </a:xfrm>
            <a:custGeom>
              <a:avLst/>
              <a:gdLst>
                <a:gd name="T0" fmla="*/ 0 w 21"/>
                <a:gd name="T1" fmla="*/ 41 h 12"/>
                <a:gd name="T2" fmla="*/ 61 w 2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8" y="10"/>
                    <a:pt x="14" y="3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80" name="Freeform 4657">
              <a:extLst>
                <a:ext uri="{FF2B5EF4-FFF2-40B4-BE49-F238E27FC236}">
                  <a16:creationId xmlns:a16="http://schemas.microsoft.com/office/drawing/2014/main" id="{07A788CE-C60C-46B0-8479-36B44050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896"/>
              <a:ext cx="53" cy="37"/>
            </a:xfrm>
            <a:custGeom>
              <a:avLst/>
              <a:gdLst>
                <a:gd name="T0" fmla="*/ 0 w 37"/>
                <a:gd name="T1" fmla="*/ 88 h 24"/>
                <a:gd name="T2" fmla="*/ 109 w 37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4">
                  <a:moveTo>
                    <a:pt x="0" y="24"/>
                  </a:moveTo>
                  <a:cubicBezTo>
                    <a:pt x="17" y="24"/>
                    <a:pt x="29" y="16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81" name="Freeform 4658">
              <a:extLst>
                <a:ext uri="{FF2B5EF4-FFF2-40B4-BE49-F238E27FC236}">
                  <a16:creationId xmlns:a16="http://schemas.microsoft.com/office/drawing/2014/main" id="{47686D75-DF1B-40C5-B225-A7FA11150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863"/>
              <a:ext cx="39" cy="33"/>
            </a:xfrm>
            <a:custGeom>
              <a:avLst/>
              <a:gdLst>
                <a:gd name="T0" fmla="*/ 0 w 27"/>
                <a:gd name="T1" fmla="*/ 82 h 21"/>
                <a:gd name="T2" fmla="*/ 81 w 2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1">
                  <a:moveTo>
                    <a:pt x="0" y="21"/>
                  </a:moveTo>
                  <a:cubicBezTo>
                    <a:pt x="5" y="11"/>
                    <a:pt x="18" y="5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82" name="Freeform 4659">
              <a:extLst>
                <a:ext uri="{FF2B5EF4-FFF2-40B4-BE49-F238E27FC236}">
                  <a16:creationId xmlns:a16="http://schemas.microsoft.com/office/drawing/2014/main" id="{072B6B84-44B4-4922-A236-CABE97DAD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3911"/>
              <a:ext cx="76" cy="22"/>
            </a:xfrm>
            <a:custGeom>
              <a:avLst/>
              <a:gdLst>
                <a:gd name="T0" fmla="*/ 0 w 52"/>
                <a:gd name="T1" fmla="*/ 55 h 14"/>
                <a:gd name="T2" fmla="*/ 162 w 52"/>
                <a:gd name="T3" fmla="*/ 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4">
                  <a:moveTo>
                    <a:pt x="0" y="14"/>
                  </a:moveTo>
                  <a:cubicBezTo>
                    <a:pt x="14" y="4"/>
                    <a:pt x="35" y="0"/>
                    <a:pt x="52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83" name="Freeform 4660">
              <a:extLst>
                <a:ext uri="{FF2B5EF4-FFF2-40B4-BE49-F238E27FC236}">
                  <a16:creationId xmlns:a16="http://schemas.microsoft.com/office/drawing/2014/main" id="{2F7AA529-5933-45AE-A49D-75D0B76AF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939"/>
              <a:ext cx="41" cy="19"/>
            </a:xfrm>
            <a:custGeom>
              <a:avLst/>
              <a:gdLst>
                <a:gd name="T0" fmla="*/ 0 w 28"/>
                <a:gd name="T1" fmla="*/ 0 h 12"/>
                <a:gd name="T2" fmla="*/ 88 w 28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12" y="0"/>
                    <a:pt x="19" y="5"/>
                    <a:pt x="28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84" name="Freeform 4661">
              <a:extLst>
                <a:ext uri="{FF2B5EF4-FFF2-40B4-BE49-F238E27FC236}">
                  <a16:creationId xmlns:a16="http://schemas.microsoft.com/office/drawing/2014/main" id="{66C847AF-AC4E-418C-8EC0-CB3ECD36C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896"/>
              <a:ext cx="68" cy="49"/>
            </a:xfrm>
            <a:custGeom>
              <a:avLst/>
              <a:gdLst>
                <a:gd name="T0" fmla="*/ 0 w 47"/>
                <a:gd name="T1" fmla="*/ 115 h 32"/>
                <a:gd name="T2" fmla="*/ 142 w 47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32">
                  <a:moveTo>
                    <a:pt x="0" y="32"/>
                  </a:moveTo>
                  <a:cubicBezTo>
                    <a:pt x="6" y="9"/>
                    <a:pt x="28" y="7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85" name="Freeform 4662">
              <a:extLst>
                <a:ext uri="{FF2B5EF4-FFF2-40B4-BE49-F238E27FC236}">
                  <a16:creationId xmlns:a16="http://schemas.microsoft.com/office/drawing/2014/main" id="{595DE2FC-0888-499C-A147-7A67895AB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3967"/>
              <a:ext cx="49" cy="17"/>
            </a:xfrm>
            <a:custGeom>
              <a:avLst/>
              <a:gdLst>
                <a:gd name="T0" fmla="*/ 0 w 34"/>
                <a:gd name="T1" fmla="*/ 14 h 11"/>
                <a:gd name="T2" fmla="*/ 102 w 3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">
                  <a:moveTo>
                    <a:pt x="0" y="4"/>
                  </a:moveTo>
                  <a:cubicBezTo>
                    <a:pt x="11" y="11"/>
                    <a:pt x="24" y="6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86" name="Freeform 4663">
              <a:extLst>
                <a:ext uri="{FF2B5EF4-FFF2-40B4-BE49-F238E27FC236}">
                  <a16:creationId xmlns:a16="http://schemas.microsoft.com/office/drawing/2014/main" id="{9FD8BF74-B919-49C9-BCCD-F856B7157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884"/>
              <a:ext cx="65" cy="52"/>
            </a:xfrm>
            <a:custGeom>
              <a:avLst/>
              <a:gdLst>
                <a:gd name="T0" fmla="*/ 0 w 45"/>
                <a:gd name="T1" fmla="*/ 5 h 34"/>
                <a:gd name="T2" fmla="*/ 94 w 45"/>
                <a:gd name="T3" fmla="*/ 67 h 34"/>
                <a:gd name="T4" fmla="*/ 136 w 45"/>
                <a:gd name="T5" fmla="*/ 12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4">
                  <a:moveTo>
                    <a:pt x="0" y="1"/>
                  </a:moveTo>
                  <a:cubicBezTo>
                    <a:pt x="12" y="0"/>
                    <a:pt x="24" y="10"/>
                    <a:pt x="31" y="19"/>
                  </a:cubicBezTo>
                  <a:cubicBezTo>
                    <a:pt x="34" y="22"/>
                    <a:pt x="43" y="34"/>
                    <a:pt x="45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87" name="Freeform 4664">
              <a:extLst>
                <a:ext uri="{FF2B5EF4-FFF2-40B4-BE49-F238E27FC236}">
                  <a16:creationId xmlns:a16="http://schemas.microsoft.com/office/drawing/2014/main" id="{BCDF1FD4-554B-4108-9CEF-D1970FE98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888"/>
              <a:ext cx="67" cy="31"/>
            </a:xfrm>
            <a:custGeom>
              <a:avLst/>
              <a:gdLst>
                <a:gd name="T0" fmla="*/ 0 w 46"/>
                <a:gd name="T1" fmla="*/ 0 h 20"/>
                <a:gd name="T2" fmla="*/ 87 w 46"/>
                <a:gd name="T3" fmla="*/ 74 h 20"/>
                <a:gd name="T4" fmla="*/ 143 w 46"/>
                <a:gd name="T5" fmla="*/ 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cubicBezTo>
                    <a:pt x="3" y="12"/>
                    <a:pt x="17" y="19"/>
                    <a:pt x="28" y="20"/>
                  </a:cubicBezTo>
                  <a:cubicBezTo>
                    <a:pt x="35" y="20"/>
                    <a:pt x="40" y="17"/>
                    <a:pt x="46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88" name="Freeform 4665">
              <a:extLst>
                <a:ext uri="{FF2B5EF4-FFF2-40B4-BE49-F238E27FC236}">
                  <a16:creationId xmlns:a16="http://schemas.microsoft.com/office/drawing/2014/main" id="{8717BC47-16F8-448F-9588-94FBD5B7D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3758"/>
              <a:ext cx="38" cy="56"/>
            </a:xfrm>
            <a:custGeom>
              <a:avLst/>
              <a:gdLst>
                <a:gd name="T0" fmla="*/ 6 w 26"/>
                <a:gd name="T1" fmla="*/ 0 h 36"/>
                <a:gd name="T2" fmla="*/ 42 w 26"/>
                <a:gd name="T3" fmla="*/ 128 h 36"/>
                <a:gd name="T4" fmla="*/ 82 w 26"/>
                <a:gd name="T5" fmla="*/ 13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6">
                  <a:moveTo>
                    <a:pt x="2" y="0"/>
                  </a:moveTo>
                  <a:cubicBezTo>
                    <a:pt x="0" y="12"/>
                    <a:pt x="2" y="29"/>
                    <a:pt x="14" y="34"/>
                  </a:cubicBezTo>
                  <a:cubicBezTo>
                    <a:pt x="18" y="36"/>
                    <a:pt x="22" y="36"/>
                    <a:pt x="26" y="3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89" name="Freeform 4666">
              <a:extLst>
                <a:ext uri="{FF2B5EF4-FFF2-40B4-BE49-F238E27FC236}">
                  <a16:creationId xmlns:a16="http://schemas.microsoft.com/office/drawing/2014/main" id="{E29EF666-6FD2-4683-8FA4-8789F388A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812"/>
              <a:ext cx="54" cy="53"/>
            </a:xfrm>
            <a:custGeom>
              <a:avLst/>
              <a:gdLst>
                <a:gd name="T0" fmla="*/ 0 w 37"/>
                <a:gd name="T1" fmla="*/ 0 h 34"/>
                <a:gd name="T2" fmla="*/ 42 w 37"/>
                <a:gd name="T3" fmla="*/ 95 h 34"/>
                <a:gd name="T4" fmla="*/ 115 w 37"/>
                <a:gd name="T5" fmla="*/ 12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">
                  <a:moveTo>
                    <a:pt x="0" y="0"/>
                  </a:moveTo>
                  <a:cubicBezTo>
                    <a:pt x="3" y="9"/>
                    <a:pt x="6" y="18"/>
                    <a:pt x="14" y="25"/>
                  </a:cubicBezTo>
                  <a:cubicBezTo>
                    <a:pt x="21" y="29"/>
                    <a:pt x="29" y="34"/>
                    <a:pt x="37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90" name="Freeform 4667">
              <a:extLst>
                <a:ext uri="{FF2B5EF4-FFF2-40B4-BE49-F238E27FC236}">
                  <a16:creationId xmlns:a16="http://schemas.microsoft.com/office/drawing/2014/main" id="{EB35E8BB-89A1-409D-8612-36EAA3490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850"/>
              <a:ext cx="63" cy="72"/>
            </a:xfrm>
            <a:custGeom>
              <a:avLst/>
              <a:gdLst>
                <a:gd name="T0" fmla="*/ 0 w 43"/>
                <a:gd name="T1" fmla="*/ 0 h 47"/>
                <a:gd name="T2" fmla="*/ 103 w 43"/>
                <a:gd name="T3" fmla="*/ 80 h 47"/>
                <a:gd name="T4" fmla="*/ 133 w 43"/>
                <a:gd name="T5" fmla="*/ 164 h 47"/>
                <a:gd name="T6" fmla="*/ 133 w 43"/>
                <a:gd name="T7" fmla="*/ 16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7">
                  <a:moveTo>
                    <a:pt x="0" y="0"/>
                  </a:moveTo>
                  <a:cubicBezTo>
                    <a:pt x="15" y="1"/>
                    <a:pt x="27" y="9"/>
                    <a:pt x="33" y="22"/>
                  </a:cubicBezTo>
                  <a:cubicBezTo>
                    <a:pt x="37" y="30"/>
                    <a:pt x="39" y="38"/>
                    <a:pt x="42" y="46"/>
                  </a:cubicBezTo>
                  <a:cubicBezTo>
                    <a:pt x="43" y="47"/>
                    <a:pt x="42" y="46"/>
                    <a:pt x="42" y="4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91" name="Freeform 4668">
              <a:extLst>
                <a:ext uri="{FF2B5EF4-FFF2-40B4-BE49-F238E27FC236}">
                  <a16:creationId xmlns:a16="http://schemas.microsoft.com/office/drawing/2014/main" id="{8DEE56A8-CE12-46E3-8337-FEBB9238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877"/>
              <a:ext cx="7" cy="19"/>
            </a:xfrm>
            <a:custGeom>
              <a:avLst/>
              <a:gdLst>
                <a:gd name="T0" fmla="*/ 6 w 5"/>
                <a:gd name="T1" fmla="*/ 48 h 12"/>
                <a:gd name="T2" fmla="*/ 14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2" y="12"/>
                  </a:moveTo>
                  <a:cubicBezTo>
                    <a:pt x="0" y="8"/>
                    <a:pt x="2" y="3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92" name="Freeform 4669">
              <a:extLst>
                <a:ext uri="{FF2B5EF4-FFF2-40B4-BE49-F238E27FC236}">
                  <a16:creationId xmlns:a16="http://schemas.microsoft.com/office/drawing/2014/main" id="{67A080D0-CD6C-414E-860C-DC42F19E8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950"/>
              <a:ext cx="72" cy="16"/>
            </a:xfrm>
            <a:custGeom>
              <a:avLst/>
              <a:gdLst>
                <a:gd name="T0" fmla="*/ 0 w 50"/>
                <a:gd name="T1" fmla="*/ 0 h 10"/>
                <a:gd name="T2" fmla="*/ 128 w 50"/>
                <a:gd name="T3" fmla="*/ 29 h 10"/>
                <a:gd name="T4" fmla="*/ 150 w 50"/>
                <a:gd name="T5" fmla="*/ 2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">
                  <a:moveTo>
                    <a:pt x="0" y="0"/>
                  </a:moveTo>
                  <a:cubicBezTo>
                    <a:pt x="10" y="10"/>
                    <a:pt x="29" y="10"/>
                    <a:pt x="43" y="7"/>
                  </a:cubicBezTo>
                  <a:cubicBezTo>
                    <a:pt x="45" y="7"/>
                    <a:pt x="48" y="5"/>
                    <a:pt x="5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93" name="Freeform 4670">
              <a:extLst>
                <a:ext uri="{FF2B5EF4-FFF2-40B4-BE49-F238E27FC236}">
                  <a16:creationId xmlns:a16="http://schemas.microsoft.com/office/drawing/2014/main" id="{FEFFE791-D084-4DF4-B3B2-2472FE10A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946"/>
              <a:ext cx="393" cy="126"/>
            </a:xfrm>
            <a:custGeom>
              <a:avLst/>
              <a:gdLst>
                <a:gd name="T0" fmla="*/ 827 w 271"/>
                <a:gd name="T1" fmla="*/ 90 h 81"/>
                <a:gd name="T2" fmla="*/ 592 w 271"/>
                <a:gd name="T3" fmla="*/ 73 h 81"/>
                <a:gd name="T4" fmla="*/ 408 w 271"/>
                <a:gd name="T5" fmla="*/ 40 h 81"/>
                <a:gd name="T6" fmla="*/ 235 w 271"/>
                <a:gd name="T7" fmla="*/ 123 h 81"/>
                <a:gd name="T8" fmla="*/ 55 w 271"/>
                <a:gd name="T9" fmla="*/ 157 h 81"/>
                <a:gd name="T10" fmla="*/ 6 w 271"/>
                <a:gd name="T11" fmla="*/ 305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1" h="81">
                  <a:moveTo>
                    <a:pt x="271" y="24"/>
                  </a:moveTo>
                  <a:cubicBezTo>
                    <a:pt x="246" y="0"/>
                    <a:pt x="223" y="13"/>
                    <a:pt x="194" y="19"/>
                  </a:cubicBezTo>
                  <a:cubicBezTo>
                    <a:pt x="171" y="24"/>
                    <a:pt x="156" y="11"/>
                    <a:pt x="134" y="11"/>
                  </a:cubicBezTo>
                  <a:cubicBezTo>
                    <a:pt x="110" y="10"/>
                    <a:pt x="98" y="25"/>
                    <a:pt x="77" y="33"/>
                  </a:cubicBezTo>
                  <a:cubicBezTo>
                    <a:pt x="59" y="42"/>
                    <a:pt x="37" y="35"/>
                    <a:pt x="18" y="42"/>
                  </a:cubicBezTo>
                  <a:cubicBezTo>
                    <a:pt x="0" y="50"/>
                    <a:pt x="3" y="64"/>
                    <a:pt x="2" y="8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94" name="Freeform 4671">
              <a:extLst>
                <a:ext uri="{FF2B5EF4-FFF2-40B4-BE49-F238E27FC236}">
                  <a16:creationId xmlns:a16="http://schemas.microsoft.com/office/drawing/2014/main" id="{7E7F8D9E-474C-4780-BCD8-BA1A2F9C7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942"/>
              <a:ext cx="99" cy="26"/>
            </a:xfrm>
            <a:custGeom>
              <a:avLst/>
              <a:gdLst>
                <a:gd name="T0" fmla="*/ 210 w 68"/>
                <a:gd name="T1" fmla="*/ 54 h 17"/>
                <a:gd name="T2" fmla="*/ 76 w 68"/>
                <a:gd name="T3" fmla="*/ 14 h 17"/>
                <a:gd name="T4" fmla="*/ 0 w 68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7">
                  <a:moveTo>
                    <a:pt x="68" y="15"/>
                  </a:moveTo>
                  <a:cubicBezTo>
                    <a:pt x="56" y="6"/>
                    <a:pt x="40" y="0"/>
                    <a:pt x="25" y="4"/>
                  </a:cubicBezTo>
                  <a:cubicBezTo>
                    <a:pt x="20" y="5"/>
                    <a:pt x="2" y="17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95" name="Freeform 4672">
              <a:extLst>
                <a:ext uri="{FF2B5EF4-FFF2-40B4-BE49-F238E27FC236}">
                  <a16:creationId xmlns:a16="http://schemas.microsoft.com/office/drawing/2014/main" id="{5A898A37-EDED-42B4-90B4-A81B788B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915"/>
              <a:ext cx="150" cy="48"/>
            </a:xfrm>
            <a:custGeom>
              <a:avLst/>
              <a:gdLst>
                <a:gd name="T0" fmla="*/ 312 w 104"/>
                <a:gd name="T1" fmla="*/ 60 h 31"/>
                <a:gd name="T2" fmla="*/ 211 w 104"/>
                <a:gd name="T3" fmla="*/ 88 h 31"/>
                <a:gd name="T4" fmla="*/ 123 w 104"/>
                <a:gd name="T5" fmla="*/ 104 h 31"/>
                <a:gd name="T6" fmla="*/ 0 w 10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31">
                  <a:moveTo>
                    <a:pt x="104" y="16"/>
                  </a:moveTo>
                  <a:cubicBezTo>
                    <a:pt x="94" y="26"/>
                    <a:pt x="82" y="22"/>
                    <a:pt x="70" y="24"/>
                  </a:cubicBezTo>
                  <a:cubicBezTo>
                    <a:pt x="59" y="27"/>
                    <a:pt x="52" y="31"/>
                    <a:pt x="41" y="28"/>
                  </a:cubicBezTo>
                  <a:cubicBezTo>
                    <a:pt x="28" y="23"/>
                    <a:pt x="7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96" name="Freeform 4673">
              <a:extLst>
                <a:ext uri="{FF2B5EF4-FFF2-40B4-BE49-F238E27FC236}">
                  <a16:creationId xmlns:a16="http://schemas.microsoft.com/office/drawing/2014/main" id="{8AB4B47D-AE12-462A-BE95-0D99803FD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2923"/>
              <a:ext cx="118" cy="26"/>
            </a:xfrm>
            <a:custGeom>
              <a:avLst/>
              <a:gdLst>
                <a:gd name="T0" fmla="*/ 251 w 81"/>
                <a:gd name="T1" fmla="*/ 61 h 17"/>
                <a:gd name="T2" fmla="*/ 117 w 81"/>
                <a:gd name="T3" fmla="*/ 35 h 17"/>
                <a:gd name="T4" fmla="*/ 25 w 81"/>
                <a:gd name="T5" fmla="*/ 32 h 17"/>
                <a:gd name="T6" fmla="*/ 0 w 81"/>
                <a:gd name="T7" fmla="*/ 3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7">
                  <a:moveTo>
                    <a:pt x="81" y="17"/>
                  </a:moveTo>
                  <a:cubicBezTo>
                    <a:pt x="72" y="0"/>
                    <a:pt x="53" y="7"/>
                    <a:pt x="38" y="10"/>
                  </a:cubicBezTo>
                  <a:cubicBezTo>
                    <a:pt x="28" y="11"/>
                    <a:pt x="18" y="13"/>
                    <a:pt x="8" y="9"/>
                  </a:cubicBezTo>
                  <a:cubicBezTo>
                    <a:pt x="4" y="7"/>
                    <a:pt x="4" y="10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97" name="Freeform 4674">
              <a:extLst>
                <a:ext uri="{FF2B5EF4-FFF2-40B4-BE49-F238E27FC236}">
                  <a16:creationId xmlns:a16="http://schemas.microsoft.com/office/drawing/2014/main" id="{5D6CF0EB-5AF9-4AF3-88D5-E4D654754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940"/>
              <a:ext cx="99" cy="62"/>
            </a:xfrm>
            <a:custGeom>
              <a:avLst/>
              <a:gdLst>
                <a:gd name="T0" fmla="*/ 210 w 68"/>
                <a:gd name="T1" fmla="*/ 0 h 40"/>
                <a:gd name="T2" fmla="*/ 154 w 68"/>
                <a:gd name="T3" fmla="*/ 26 h 40"/>
                <a:gd name="T4" fmla="*/ 74 w 68"/>
                <a:gd name="T5" fmla="*/ 53 h 40"/>
                <a:gd name="T6" fmla="*/ 0 w 68"/>
                <a:gd name="T7" fmla="*/ 14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0">
                  <a:moveTo>
                    <a:pt x="68" y="0"/>
                  </a:moveTo>
                  <a:cubicBezTo>
                    <a:pt x="63" y="0"/>
                    <a:pt x="55" y="5"/>
                    <a:pt x="50" y="7"/>
                  </a:cubicBezTo>
                  <a:cubicBezTo>
                    <a:pt x="41" y="11"/>
                    <a:pt x="32" y="11"/>
                    <a:pt x="24" y="14"/>
                  </a:cubicBezTo>
                  <a:cubicBezTo>
                    <a:pt x="10" y="20"/>
                    <a:pt x="11" y="36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98" name="Freeform 4675">
              <a:extLst>
                <a:ext uri="{FF2B5EF4-FFF2-40B4-BE49-F238E27FC236}">
                  <a16:creationId xmlns:a16="http://schemas.microsoft.com/office/drawing/2014/main" id="{E88C73CD-B842-428A-96AC-842FDE9BA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968"/>
              <a:ext cx="75" cy="22"/>
            </a:xfrm>
            <a:custGeom>
              <a:avLst/>
              <a:gdLst>
                <a:gd name="T0" fmla="*/ 156 w 52"/>
                <a:gd name="T1" fmla="*/ 0 h 14"/>
                <a:gd name="T2" fmla="*/ 0 w 52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4">
                  <a:moveTo>
                    <a:pt x="52" y="0"/>
                  </a:moveTo>
                  <a:cubicBezTo>
                    <a:pt x="38" y="10"/>
                    <a:pt x="16" y="14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999" name="Freeform 4676">
              <a:extLst>
                <a:ext uri="{FF2B5EF4-FFF2-40B4-BE49-F238E27FC236}">
                  <a16:creationId xmlns:a16="http://schemas.microsoft.com/office/drawing/2014/main" id="{C9F8C8EA-D556-431F-ABB7-C66AAB649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943"/>
              <a:ext cx="39" cy="19"/>
            </a:xfrm>
            <a:custGeom>
              <a:avLst/>
              <a:gdLst>
                <a:gd name="T0" fmla="*/ 81 w 27"/>
                <a:gd name="T1" fmla="*/ 48 h 12"/>
                <a:gd name="T2" fmla="*/ 0 w 2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27" y="12"/>
                  </a:moveTo>
                  <a:cubicBezTo>
                    <a:pt x="16" y="12"/>
                    <a:pt x="8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00" name="Freeform 4677">
              <a:extLst>
                <a:ext uri="{FF2B5EF4-FFF2-40B4-BE49-F238E27FC236}">
                  <a16:creationId xmlns:a16="http://schemas.microsoft.com/office/drawing/2014/main" id="{6DA1A4F8-93D6-4DB2-B0D2-677CAA4E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954"/>
              <a:ext cx="67" cy="51"/>
            </a:xfrm>
            <a:custGeom>
              <a:avLst/>
              <a:gdLst>
                <a:gd name="T0" fmla="*/ 143 w 46"/>
                <a:gd name="T1" fmla="*/ 0 h 33"/>
                <a:gd name="T2" fmla="*/ 0 w 46"/>
                <a:gd name="T3" fmla="*/ 12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3">
                  <a:moveTo>
                    <a:pt x="46" y="0"/>
                  </a:moveTo>
                  <a:cubicBezTo>
                    <a:pt x="40" y="24"/>
                    <a:pt x="19" y="26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01" name="Freeform 4678">
              <a:extLst>
                <a:ext uri="{FF2B5EF4-FFF2-40B4-BE49-F238E27FC236}">
                  <a16:creationId xmlns:a16="http://schemas.microsoft.com/office/drawing/2014/main" id="{E7BB6AE1-659C-4C29-A6FB-C86251EC2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918"/>
              <a:ext cx="50" cy="16"/>
            </a:xfrm>
            <a:custGeom>
              <a:avLst/>
              <a:gdLst>
                <a:gd name="T0" fmla="*/ 109 w 34"/>
                <a:gd name="T1" fmla="*/ 29 h 10"/>
                <a:gd name="T2" fmla="*/ 0 w 34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0">
                  <a:moveTo>
                    <a:pt x="34" y="7"/>
                  </a:moveTo>
                  <a:cubicBezTo>
                    <a:pt x="23" y="0"/>
                    <a:pt x="10" y="5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02" name="Freeform 4679">
              <a:extLst>
                <a:ext uri="{FF2B5EF4-FFF2-40B4-BE49-F238E27FC236}">
                  <a16:creationId xmlns:a16="http://schemas.microsoft.com/office/drawing/2014/main" id="{779B5F9F-1B04-4D15-AB6E-FC031D0F5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935"/>
              <a:ext cx="73" cy="17"/>
            </a:xfrm>
            <a:custGeom>
              <a:avLst/>
              <a:gdLst>
                <a:gd name="T0" fmla="*/ 156 w 50"/>
                <a:gd name="T1" fmla="*/ 40 h 11"/>
                <a:gd name="T2" fmla="*/ 22 w 50"/>
                <a:gd name="T3" fmla="*/ 12 h 11"/>
                <a:gd name="T4" fmla="*/ 0 w 50"/>
                <a:gd name="T5" fmla="*/ 1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">
                  <a:moveTo>
                    <a:pt x="50" y="11"/>
                  </a:moveTo>
                  <a:cubicBezTo>
                    <a:pt x="39" y="0"/>
                    <a:pt x="21" y="0"/>
                    <a:pt x="7" y="3"/>
                  </a:cubicBezTo>
                  <a:cubicBezTo>
                    <a:pt x="5" y="4"/>
                    <a:pt x="2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03" name="Freeform 4680">
              <a:extLst>
                <a:ext uri="{FF2B5EF4-FFF2-40B4-BE49-F238E27FC236}">
                  <a16:creationId xmlns:a16="http://schemas.microsoft.com/office/drawing/2014/main" id="{9D094D93-9120-4F4F-B716-ABC3D60EA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616"/>
              <a:ext cx="32" cy="77"/>
            </a:xfrm>
            <a:custGeom>
              <a:avLst/>
              <a:gdLst>
                <a:gd name="T0" fmla="*/ 0 w 22"/>
                <a:gd name="T1" fmla="*/ 0 h 50"/>
                <a:gd name="T2" fmla="*/ 28 w 22"/>
                <a:gd name="T3" fmla="*/ 140 h 50"/>
                <a:gd name="T4" fmla="*/ 68 w 22"/>
                <a:gd name="T5" fmla="*/ 183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0">
                  <a:moveTo>
                    <a:pt x="0" y="0"/>
                  </a:moveTo>
                  <a:cubicBezTo>
                    <a:pt x="0" y="13"/>
                    <a:pt x="0" y="27"/>
                    <a:pt x="9" y="38"/>
                  </a:cubicBezTo>
                  <a:cubicBezTo>
                    <a:pt x="13" y="42"/>
                    <a:pt x="19" y="46"/>
                    <a:pt x="22" y="5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04" name="Freeform 4681">
              <a:extLst>
                <a:ext uri="{FF2B5EF4-FFF2-40B4-BE49-F238E27FC236}">
                  <a16:creationId xmlns:a16="http://schemas.microsoft.com/office/drawing/2014/main" id="{19EEADE7-F861-49E0-9966-493976944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540"/>
              <a:ext cx="29" cy="101"/>
            </a:xfrm>
            <a:custGeom>
              <a:avLst/>
              <a:gdLst>
                <a:gd name="T0" fmla="*/ 13 w 20"/>
                <a:gd name="T1" fmla="*/ 0 h 65"/>
                <a:gd name="T2" fmla="*/ 0 w 20"/>
                <a:gd name="T3" fmla="*/ 89 h 65"/>
                <a:gd name="T4" fmla="*/ 25 w 20"/>
                <a:gd name="T5" fmla="*/ 188 h 65"/>
                <a:gd name="T6" fmla="*/ 61 w 20"/>
                <a:gd name="T7" fmla="*/ 24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5">
                  <a:moveTo>
                    <a:pt x="4" y="0"/>
                  </a:moveTo>
                  <a:cubicBezTo>
                    <a:pt x="2" y="8"/>
                    <a:pt x="0" y="15"/>
                    <a:pt x="0" y="24"/>
                  </a:cubicBezTo>
                  <a:cubicBezTo>
                    <a:pt x="1" y="33"/>
                    <a:pt x="4" y="42"/>
                    <a:pt x="8" y="50"/>
                  </a:cubicBezTo>
                  <a:cubicBezTo>
                    <a:pt x="10" y="56"/>
                    <a:pt x="16" y="60"/>
                    <a:pt x="20" y="6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05" name="Freeform 4682">
              <a:extLst>
                <a:ext uri="{FF2B5EF4-FFF2-40B4-BE49-F238E27FC236}">
                  <a16:creationId xmlns:a16="http://schemas.microsoft.com/office/drawing/2014/main" id="{87EE1772-DC3F-4E97-8239-1F5D6502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573"/>
              <a:ext cx="17" cy="69"/>
            </a:xfrm>
            <a:custGeom>
              <a:avLst/>
              <a:gdLst>
                <a:gd name="T0" fmla="*/ 0 w 12"/>
                <a:gd name="T1" fmla="*/ 0 h 45"/>
                <a:gd name="T2" fmla="*/ 18 w 12"/>
                <a:gd name="T3" fmla="*/ 66 h 45"/>
                <a:gd name="T4" fmla="*/ 28 w 12"/>
                <a:gd name="T5" fmla="*/ 127 h 45"/>
                <a:gd name="T6" fmla="*/ 33 w 12"/>
                <a:gd name="T7" fmla="*/ 16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5">
                  <a:moveTo>
                    <a:pt x="0" y="0"/>
                  </a:moveTo>
                  <a:cubicBezTo>
                    <a:pt x="3" y="5"/>
                    <a:pt x="4" y="13"/>
                    <a:pt x="6" y="18"/>
                  </a:cubicBezTo>
                  <a:cubicBezTo>
                    <a:pt x="9" y="24"/>
                    <a:pt x="10" y="29"/>
                    <a:pt x="10" y="35"/>
                  </a:cubicBezTo>
                  <a:cubicBezTo>
                    <a:pt x="11" y="38"/>
                    <a:pt x="12" y="43"/>
                    <a:pt x="11" y="4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06" name="Freeform 4683">
              <a:extLst>
                <a:ext uri="{FF2B5EF4-FFF2-40B4-BE49-F238E27FC236}">
                  <a16:creationId xmlns:a16="http://schemas.microsoft.com/office/drawing/2014/main" id="{E4CD1177-4BAD-4C71-B791-E6663279A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348"/>
              <a:ext cx="16" cy="110"/>
            </a:xfrm>
            <a:custGeom>
              <a:avLst/>
              <a:gdLst>
                <a:gd name="T0" fmla="*/ 13 w 11"/>
                <a:gd name="T1" fmla="*/ 0 h 71"/>
                <a:gd name="T2" fmla="*/ 6 w 11"/>
                <a:gd name="T3" fmla="*/ 62 h 71"/>
                <a:gd name="T4" fmla="*/ 15 w 11"/>
                <a:gd name="T5" fmla="*/ 194 h 71"/>
                <a:gd name="T6" fmla="*/ 32 w 11"/>
                <a:gd name="T7" fmla="*/ 263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1">
                  <a:moveTo>
                    <a:pt x="4" y="0"/>
                  </a:moveTo>
                  <a:cubicBezTo>
                    <a:pt x="6" y="5"/>
                    <a:pt x="3" y="12"/>
                    <a:pt x="2" y="17"/>
                  </a:cubicBezTo>
                  <a:cubicBezTo>
                    <a:pt x="0" y="29"/>
                    <a:pt x="1" y="40"/>
                    <a:pt x="5" y="52"/>
                  </a:cubicBezTo>
                  <a:cubicBezTo>
                    <a:pt x="5" y="53"/>
                    <a:pt x="11" y="71"/>
                    <a:pt x="10" y="7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07" name="Freeform 4684">
              <a:extLst>
                <a:ext uri="{FF2B5EF4-FFF2-40B4-BE49-F238E27FC236}">
                  <a16:creationId xmlns:a16="http://schemas.microsoft.com/office/drawing/2014/main" id="{89D7A8A0-F2C4-4A8E-90AF-839B7E6E9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424"/>
              <a:ext cx="17" cy="90"/>
            </a:xfrm>
            <a:custGeom>
              <a:avLst/>
              <a:gdLst>
                <a:gd name="T0" fmla="*/ 0 w 12"/>
                <a:gd name="T1" fmla="*/ 217 h 58"/>
                <a:gd name="T2" fmla="*/ 33 w 12"/>
                <a:gd name="T3" fmla="*/ 70 h 58"/>
                <a:gd name="T4" fmla="*/ 26 w 12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8">
                  <a:moveTo>
                    <a:pt x="0" y="58"/>
                  </a:moveTo>
                  <a:cubicBezTo>
                    <a:pt x="5" y="47"/>
                    <a:pt x="12" y="33"/>
                    <a:pt x="11" y="19"/>
                  </a:cubicBezTo>
                  <a:cubicBezTo>
                    <a:pt x="11" y="13"/>
                    <a:pt x="9" y="6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08" name="Freeform 4685">
              <a:extLst>
                <a:ext uri="{FF2B5EF4-FFF2-40B4-BE49-F238E27FC236}">
                  <a16:creationId xmlns:a16="http://schemas.microsoft.com/office/drawing/2014/main" id="{FACE2C96-B491-4A71-BC81-224568AF2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412"/>
              <a:ext cx="8" cy="11"/>
            </a:xfrm>
            <a:custGeom>
              <a:avLst/>
              <a:gdLst>
                <a:gd name="T0" fmla="*/ 0 w 6"/>
                <a:gd name="T1" fmla="*/ 27 h 7"/>
                <a:gd name="T2" fmla="*/ 1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5"/>
                    <a:pt x="4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09" name="Freeform 4686">
              <a:extLst>
                <a:ext uri="{FF2B5EF4-FFF2-40B4-BE49-F238E27FC236}">
                  <a16:creationId xmlns:a16="http://schemas.microsoft.com/office/drawing/2014/main" id="{2C3678D9-C2FE-4F6B-BADB-53C9AF7DF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188"/>
              <a:ext cx="41" cy="91"/>
            </a:xfrm>
            <a:custGeom>
              <a:avLst/>
              <a:gdLst>
                <a:gd name="T0" fmla="*/ 88 w 28"/>
                <a:gd name="T1" fmla="*/ 0 h 59"/>
                <a:gd name="T2" fmla="*/ 75 w 28"/>
                <a:gd name="T3" fmla="*/ 12 h 59"/>
                <a:gd name="T4" fmla="*/ 54 w 28"/>
                <a:gd name="T5" fmla="*/ 45 h 59"/>
                <a:gd name="T6" fmla="*/ 1 w 28"/>
                <a:gd name="T7" fmla="*/ 148 h 59"/>
                <a:gd name="T8" fmla="*/ 6 w 28"/>
                <a:gd name="T9" fmla="*/ 205 h 59"/>
                <a:gd name="T10" fmla="*/ 6 w 28"/>
                <a:gd name="T11" fmla="*/ 216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27" y="2"/>
                    <a:pt x="26" y="2"/>
                    <a:pt x="24" y="3"/>
                  </a:cubicBezTo>
                  <a:cubicBezTo>
                    <a:pt x="22" y="6"/>
                    <a:pt x="19" y="9"/>
                    <a:pt x="17" y="12"/>
                  </a:cubicBezTo>
                  <a:cubicBezTo>
                    <a:pt x="11" y="20"/>
                    <a:pt x="2" y="29"/>
                    <a:pt x="1" y="40"/>
                  </a:cubicBezTo>
                  <a:cubicBezTo>
                    <a:pt x="0" y="45"/>
                    <a:pt x="1" y="51"/>
                    <a:pt x="2" y="56"/>
                  </a:cubicBezTo>
                  <a:cubicBezTo>
                    <a:pt x="2" y="57"/>
                    <a:pt x="2" y="58"/>
                    <a:pt x="2" y="5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10" name="Freeform 4687">
              <a:extLst>
                <a:ext uri="{FF2B5EF4-FFF2-40B4-BE49-F238E27FC236}">
                  <a16:creationId xmlns:a16="http://schemas.microsoft.com/office/drawing/2014/main" id="{56CDEFA0-D191-48F7-942A-A6A0303B6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3277"/>
              <a:ext cx="39" cy="68"/>
            </a:xfrm>
            <a:custGeom>
              <a:avLst/>
              <a:gdLst>
                <a:gd name="T0" fmla="*/ 0 w 27"/>
                <a:gd name="T1" fmla="*/ 162 h 44"/>
                <a:gd name="T2" fmla="*/ 81 w 27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4">
                  <a:moveTo>
                    <a:pt x="0" y="44"/>
                  </a:moveTo>
                  <a:cubicBezTo>
                    <a:pt x="0" y="25"/>
                    <a:pt x="11" y="9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11" name="Freeform 4688">
              <a:extLst>
                <a:ext uri="{FF2B5EF4-FFF2-40B4-BE49-F238E27FC236}">
                  <a16:creationId xmlns:a16="http://schemas.microsoft.com/office/drawing/2014/main" id="{9FDD549F-CF78-4811-A953-5750FE5BD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348"/>
              <a:ext cx="11" cy="21"/>
            </a:xfrm>
            <a:custGeom>
              <a:avLst/>
              <a:gdLst>
                <a:gd name="T0" fmla="*/ 0 w 8"/>
                <a:gd name="T1" fmla="*/ 55 h 13"/>
                <a:gd name="T2" fmla="*/ 21 w 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4" y="10"/>
                    <a:pt x="7" y="5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12" name="Freeform 4689">
              <a:extLst>
                <a:ext uri="{FF2B5EF4-FFF2-40B4-BE49-F238E27FC236}">
                  <a16:creationId xmlns:a16="http://schemas.microsoft.com/office/drawing/2014/main" id="{76877388-07EA-4D3D-BC77-C9FA18D6B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137"/>
              <a:ext cx="53" cy="86"/>
            </a:xfrm>
            <a:custGeom>
              <a:avLst/>
              <a:gdLst>
                <a:gd name="T0" fmla="*/ 6 w 37"/>
                <a:gd name="T1" fmla="*/ 203 h 56"/>
                <a:gd name="T2" fmla="*/ 53 w 37"/>
                <a:gd name="T3" fmla="*/ 48 h 56"/>
                <a:gd name="T4" fmla="*/ 109 w 37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6">
                  <a:moveTo>
                    <a:pt x="2" y="56"/>
                  </a:moveTo>
                  <a:cubicBezTo>
                    <a:pt x="0" y="41"/>
                    <a:pt x="7" y="24"/>
                    <a:pt x="18" y="13"/>
                  </a:cubicBezTo>
                  <a:cubicBezTo>
                    <a:pt x="24" y="8"/>
                    <a:pt x="31" y="4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13" name="Freeform 4690">
              <a:extLst>
                <a:ext uri="{FF2B5EF4-FFF2-40B4-BE49-F238E27FC236}">
                  <a16:creationId xmlns:a16="http://schemas.microsoft.com/office/drawing/2014/main" id="{6562B31C-DF74-49C7-B580-2694C9B8E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214"/>
              <a:ext cx="28" cy="69"/>
            </a:xfrm>
            <a:custGeom>
              <a:avLst/>
              <a:gdLst>
                <a:gd name="T0" fmla="*/ 1 w 19"/>
                <a:gd name="T1" fmla="*/ 0 h 45"/>
                <a:gd name="T2" fmla="*/ 1 w 19"/>
                <a:gd name="T3" fmla="*/ 48 h 45"/>
                <a:gd name="T4" fmla="*/ 35 w 19"/>
                <a:gd name="T5" fmla="*/ 113 h 45"/>
                <a:gd name="T6" fmla="*/ 60 w 19"/>
                <a:gd name="T7" fmla="*/ 16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5">
                  <a:moveTo>
                    <a:pt x="1" y="0"/>
                  </a:moveTo>
                  <a:cubicBezTo>
                    <a:pt x="2" y="4"/>
                    <a:pt x="0" y="9"/>
                    <a:pt x="1" y="13"/>
                  </a:cubicBezTo>
                  <a:cubicBezTo>
                    <a:pt x="2" y="21"/>
                    <a:pt x="7" y="25"/>
                    <a:pt x="11" y="31"/>
                  </a:cubicBezTo>
                  <a:cubicBezTo>
                    <a:pt x="15" y="35"/>
                    <a:pt x="17" y="40"/>
                    <a:pt x="19" y="4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14" name="Freeform 4691">
              <a:extLst>
                <a:ext uri="{FF2B5EF4-FFF2-40B4-BE49-F238E27FC236}">
                  <a16:creationId xmlns:a16="http://schemas.microsoft.com/office/drawing/2014/main" id="{521F6B29-07AA-474D-8B78-016CFC597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218"/>
              <a:ext cx="24" cy="56"/>
            </a:xfrm>
            <a:custGeom>
              <a:avLst/>
              <a:gdLst>
                <a:gd name="T0" fmla="*/ 39 w 16"/>
                <a:gd name="T1" fmla="*/ 135 h 36"/>
                <a:gd name="T2" fmla="*/ 54 w 16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6">
                  <a:moveTo>
                    <a:pt x="11" y="36"/>
                  </a:moveTo>
                  <a:cubicBezTo>
                    <a:pt x="0" y="24"/>
                    <a:pt x="15" y="13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15" name="Freeform 4692">
              <a:extLst>
                <a:ext uri="{FF2B5EF4-FFF2-40B4-BE49-F238E27FC236}">
                  <a16:creationId xmlns:a16="http://schemas.microsoft.com/office/drawing/2014/main" id="{13CA1EDE-2765-499F-9706-D36976CAE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184"/>
              <a:ext cx="22" cy="65"/>
            </a:xfrm>
            <a:custGeom>
              <a:avLst/>
              <a:gdLst>
                <a:gd name="T0" fmla="*/ 0 w 15"/>
                <a:gd name="T1" fmla="*/ 0 h 42"/>
                <a:gd name="T2" fmla="*/ 47 w 15"/>
                <a:gd name="T3" fmla="*/ 156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0" y="0"/>
                  </a:moveTo>
                  <a:cubicBezTo>
                    <a:pt x="3" y="15"/>
                    <a:pt x="6" y="30"/>
                    <a:pt x="15" y="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16" name="Freeform 4693">
              <a:extLst>
                <a:ext uri="{FF2B5EF4-FFF2-40B4-BE49-F238E27FC236}">
                  <a16:creationId xmlns:a16="http://schemas.microsoft.com/office/drawing/2014/main" id="{663BB51E-517E-470D-8DA6-946417D4A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085"/>
              <a:ext cx="54" cy="55"/>
            </a:xfrm>
            <a:custGeom>
              <a:avLst/>
              <a:gdLst>
                <a:gd name="T0" fmla="*/ 6 w 37"/>
                <a:gd name="T1" fmla="*/ 0 h 35"/>
                <a:gd name="T2" fmla="*/ 69 w 37"/>
                <a:gd name="T3" fmla="*/ 108 h 35"/>
                <a:gd name="T4" fmla="*/ 115 w 37"/>
                <a:gd name="T5" fmla="*/ 1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5">
                  <a:moveTo>
                    <a:pt x="2" y="0"/>
                  </a:moveTo>
                  <a:cubicBezTo>
                    <a:pt x="0" y="7"/>
                    <a:pt x="16" y="24"/>
                    <a:pt x="22" y="28"/>
                  </a:cubicBezTo>
                  <a:cubicBezTo>
                    <a:pt x="26" y="32"/>
                    <a:pt x="33" y="32"/>
                    <a:pt x="37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17" name="Freeform 4694">
              <a:extLst>
                <a:ext uri="{FF2B5EF4-FFF2-40B4-BE49-F238E27FC236}">
                  <a16:creationId xmlns:a16="http://schemas.microsoft.com/office/drawing/2014/main" id="{0C94DB56-1756-4EE0-967E-E8DB203D0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039"/>
              <a:ext cx="96" cy="125"/>
            </a:xfrm>
            <a:custGeom>
              <a:avLst/>
              <a:gdLst>
                <a:gd name="T0" fmla="*/ 0 w 66"/>
                <a:gd name="T1" fmla="*/ 290 h 81"/>
                <a:gd name="T2" fmla="*/ 60 w 66"/>
                <a:gd name="T3" fmla="*/ 253 h 81"/>
                <a:gd name="T4" fmla="*/ 87 w 66"/>
                <a:gd name="T5" fmla="*/ 133 h 81"/>
                <a:gd name="T6" fmla="*/ 127 w 66"/>
                <a:gd name="T7" fmla="*/ 48 h 81"/>
                <a:gd name="T8" fmla="*/ 204 w 66"/>
                <a:gd name="T9" fmla="*/ 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1">
                  <a:moveTo>
                    <a:pt x="0" y="79"/>
                  </a:moveTo>
                  <a:cubicBezTo>
                    <a:pt x="6" y="81"/>
                    <a:pt x="15" y="74"/>
                    <a:pt x="19" y="69"/>
                  </a:cubicBezTo>
                  <a:cubicBezTo>
                    <a:pt x="27" y="60"/>
                    <a:pt x="27" y="47"/>
                    <a:pt x="28" y="36"/>
                  </a:cubicBezTo>
                  <a:cubicBezTo>
                    <a:pt x="29" y="26"/>
                    <a:pt x="33" y="19"/>
                    <a:pt x="41" y="13"/>
                  </a:cubicBezTo>
                  <a:cubicBezTo>
                    <a:pt x="47" y="9"/>
                    <a:pt x="60" y="0"/>
                    <a:pt x="66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18" name="Freeform 4695">
              <a:extLst>
                <a:ext uri="{FF2B5EF4-FFF2-40B4-BE49-F238E27FC236}">
                  <a16:creationId xmlns:a16="http://schemas.microsoft.com/office/drawing/2014/main" id="{A31C1492-B2ED-4C64-B073-3CD20F3A5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082"/>
              <a:ext cx="48" cy="58"/>
            </a:xfrm>
            <a:custGeom>
              <a:avLst/>
              <a:gdLst>
                <a:gd name="T0" fmla="*/ 0 w 33"/>
                <a:gd name="T1" fmla="*/ 77 h 37"/>
                <a:gd name="T2" fmla="*/ 102 w 33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7">
                  <a:moveTo>
                    <a:pt x="0" y="20"/>
                  </a:moveTo>
                  <a:cubicBezTo>
                    <a:pt x="12" y="37"/>
                    <a:pt x="29" y="10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19" name="Freeform 4696">
              <a:extLst>
                <a:ext uri="{FF2B5EF4-FFF2-40B4-BE49-F238E27FC236}">
                  <a16:creationId xmlns:a16="http://schemas.microsoft.com/office/drawing/2014/main" id="{0C45398C-9295-4450-9767-4EE286494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072"/>
              <a:ext cx="53" cy="26"/>
            </a:xfrm>
            <a:custGeom>
              <a:avLst/>
              <a:gdLst>
                <a:gd name="T0" fmla="*/ 0 w 37"/>
                <a:gd name="T1" fmla="*/ 61 h 17"/>
                <a:gd name="T2" fmla="*/ 42 w 37"/>
                <a:gd name="T3" fmla="*/ 54 h 17"/>
                <a:gd name="T4" fmla="*/ 82 w 37"/>
                <a:gd name="T5" fmla="*/ 32 h 17"/>
                <a:gd name="T6" fmla="*/ 109 w 3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7">
                  <a:moveTo>
                    <a:pt x="0" y="17"/>
                  </a:moveTo>
                  <a:cubicBezTo>
                    <a:pt x="4" y="13"/>
                    <a:pt x="9" y="16"/>
                    <a:pt x="14" y="15"/>
                  </a:cubicBezTo>
                  <a:cubicBezTo>
                    <a:pt x="19" y="15"/>
                    <a:pt x="24" y="12"/>
                    <a:pt x="28" y="9"/>
                  </a:cubicBezTo>
                  <a:cubicBezTo>
                    <a:pt x="32" y="7"/>
                    <a:pt x="35" y="5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20" name="Freeform 4697">
              <a:extLst>
                <a:ext uri="{FF2B5EF4-FFF2-40B4-BE49-F238E27FC236}">
                  <a16:creationId xmlns:a16="http://schemas.microsoft.com/office/drawing/2014/main" id="{B7C95ED6-843F-4988-8149-2D5F7BDA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005"/>
              <a:ext cx="60" cy="70"/>
            </a:xfrm>
            <a:custGeom>
              <a:avLst/>
              <a:gdLst>
                <a:gd name="T0" fmla="*/ 0 w 41"/>
                <a:gd name="T1" fmla="*/ 170 h 45"/>
                <a:gd name="T2" fmla="*/ 89 w 41"/>
                <a:gd name="T3" fmla="*/ 53 h 45"/>
                <a:gd name="T4" fmla="*/ 129 w 41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5">
                  <a:moveTo>
                    <a:pt x="0" y="45"/>
                  </a:moveTo>
                  <a:cubicBezTo>
                    <a:pt x="14" y="41"/>
                    <a:pt x="23" y="25"/>
                    <a:pt x="29" y="14"/>
                  </a:cubicBezTo>
                  <a:cubicBezTo>
                    <a:pt x="32" y="9"/>
                    <a:pt x="36" y="2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21" name="Freeform 4698">
              <a:extLst>
                <a:ext uri="{FF2B5EF4-FFF2-40B4-BE49-F238E27FC236}">
                  <a16:creationId xmlns:a16="http://schemas.microsoft.com/office/drawing/2014/main" id="{5D85DFB5-E3AF-440E-A2C5-5D3F13D53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3005"/>
              <a:ext cx="64" cy="43"/>
            </a:xfrm>
            <a:custGeom>
              <a:avLst/>
              <a:gdLst>
                <a:gd name="T0" fmla="*/ 0 w 44"/>
                <a:gd name="T1" fmla="*/ 101 h 28"/>
                <a:gd name="T2" fmla="*/ 99 w 44"/>
                <a:gd name="T3" fmla="*/ 58 h 28"/>
                <a:gd name="T4" fmla="*/ 135 w 4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8">
                  <a:moveTo>
                    <a:pt x="0" y="28"/>
                  </a:moveTo>
                  <a:cubicBezTo>
                    <a:pt x="11" y="26"/>
                    <a:pt x="23" y="22"/>
                    <a:pt x="32" y="16"/>
                  </a:cubicBezTo>
                  <a:cubicBezTo>
                    <a:pt x="37" y="12"/>
                    <a:pt x="41" y="5"/>
                    <a:pt x="4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22" name="Freeform 4699">
              <a:extLst>
                <a:ext uri="{FF2B5EF4-FFF2-40B4-BE49-F238E27FC236}">
                  <a16:creationId xmlns:a16="http://schemas.microsoft.com/office/drawing/2014/main" id="{F41B11F9-F60A-46BA-AD77-AA3CBF92F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3038"/>
              <a:ext cx="35" cy="58"/>
            </a:xfrm>
            <a:custGeom>
              <a:avLst/>
              <a:gdLst>
                <a:gd name="T0" fmla="*/ 0 w 24"/>
                <a:gd name="T1" fmla="*/ 136 h 38"/>
                <a:gd name="T2" fmla="*/ 74 w 24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8">
                  <a:moveTo>
                    <a:pt x="0" y="38"/>
                  </a:moveTo>
                  <a:cubicBezTo>
                    <a:pt x="13" y="32"/>
                    <a:pt x="23" y="14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23" name="Freeform 4700">
              <a:extLst>
                <a:ext uri="{FF2B5EF4-FFF2-40B4-BE49-F238E27FC236}">
                  <a16:creationId xmlns:a16="http://schemas.microsoft.com/office/drawing/2014/main" id="{ECAA53C2-B149-48DD-89D5-0B7D3219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3022"/>
              <a:ext cx="62" cy="31"/>
            </a:xfrm>
            <a:custGeom>
              <a:avLst/>
              <a:gdLst>
                <a:gd name="T0" fmla="*/ 0 w 43"/>
                <a:gd name="T1" fmla="*/ 74 h 20"/>
                <a:gd name="T2" fmla="*/ 89 w 43"/>
                <a:gd name="T3" fmla="*/ 12 h 20"/>
                <a:gd name="T4" fmla="*/ 128 w 4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6" y="8"/>
                    <a:pt x="18" y="5"/>
                    <a:pt x="30" y="3"/>
                  </a:cubicBezTo>
                  <a:cubicBezTo>
                    <a:pt x="34" y="2"/>
                    <a:pt x="39" y="0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24" name="Freeform 4701">
              <a:extLst>
                <a:ext uri="{FF2B5EF4-FFF2-40B4-BE49-F238E27FC236}">
                  <a16:creationId xmlns:a16="http://schemas.microsoft.com/office/drawing/2014/main" id="{06D7A32D-76B1-444F-9DD9-F77960789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982"/>
              <a:ext cx="43" cy="46"/>
            </a:xfrm>
            <a:custGeom>
              <a:avLst/>
              <a:gdLst>
                <a:gd name="T0" fmla="*/ 0 w 30"/>
                <a:gd name="T1" fmla="*/ 109 h 30"/>
                <a:gd name="T2" fmla="*/ 70 w 30"/>
                <a:gd name="T3" fmla="*/ 48 h 30"/>
                <a:gd name="T4" fmla="*/ 89 w 3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cubicBezTo>
                    <a:pt x="8" y="28"/>
                    <a:pt x="19" y="20"/>
                    <a:pt x="24" y="13"/>
                  </a:cubicBezTo>
                  <a:cubicBezTo>
                    <a:pt x="27" y="9"/>
                    <a:pt x="27" y="4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25" name="Freeform 4702">
              <a:extLst>
                <a:ext uri="{FF2B5EF4-FFF2-40B4-BE49-F238E27FC236}">
                  <a16:creationId xmlns:a16="http://schemas.microsoft.com/office/drawing/2014/main" id="{9835C56B-F45E-460D-9B1C-087072A63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971"/>
              <a:ext cx="60" cy="26"/>
            </a:xfrm>
            <a:custGeom>
              <a:avLst/>
              <a:gdLst>
                <a:gd name="T0" fmla="*/ 0 w 41"/>
                <a:gd name="T1" fmla="*/ 61 h 17"/>
                <a:gd name="T2" fmla="*/ 129 w 4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7">
                  <a:moveTo>
                    <a:pt x="0" y="17"/>
                  </a:moveTo>
                  <a:cubicBezTo>
                    <a:pt x="13" y="6"/>
                    <a:pt x="25" y="2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26" name="Freeform 4703">
              <a:extLst>
                <a:ext uri="{FF2B5EF4-FFF2-40B4-BE49-F238E27FC236}">
                  <a16:creationId xmlns:a16="http://schemas.microsoft.com/office/drawing/2014/main" id="{857EF62B-FFAD-4007-991E-63C73E529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983"/>
              <a:ext cx="108" cy="48"/>
            </a:xfrm>
            <a:custGeom>
              <a:avLst/>
              <a:gdLst>
                <a:gd name="T0" fmla="*/ 0 w 75"/>
                <a:gd name="T1" fmla="*/ 14 h 31"/>
                <a:gd name="T2" fmla="*/ 75 w 75"/>
                <a:gd name="T3" fmla="*/ 0 h 31"/>
                <a:gd name="T4" fmla="*/ 174 w 75"/>
                <a:gd name="T5" fmla="*/ 53 h 31"/>
                <a:gd name="T6" fmla="*/ 225 w 75"/>
                <a:gd name="T7" fmla="*/ 11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1">
                  <a:moveTo>
                    <a:pt x="0" y="4"/>
                  </a:moveTo>
                  <a:cubicBezTo>
                    <a:pt x="6" y="4"/>
                    <a:pt x="18" y="0"/>
                    <a:pt x="25" y="0"/>
                  </a:cubicBezTo>
                  <a:cubicBezTo>
                    <a:pt x="37" y="1"/>
                    <a:pt x="49" y="7"/>
                    <a:pt x="58" y="14"/>
                  </a:cubicBezTo>
                  <a:cubicBezTo>
                    <a:pt x="64" y="18"/>
                    <a:pt x="70" y="28"/>
                    <a:pt x="75" y="3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27" name="Freeform 4704">
              <a:extLst>
                <a:ext uri="{FF2B5EF4-FFF2-40B4-BE49-F238E27FC236}">
                  <a16:creationId xmlns:a16="http://schemas.microsoft.com/office/drawing/2014/main" id="{B3DB75AA-3C28-4933-BBE8-D67804683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951"/>
              <a:ext cx="78" cy="14"/>
            </a:xfrm>
            <a:custGeom>
              <a:avLst/>
              <a:gdLst>
                <a:gd name="T0" fmla="*/ 0 w 54"/>
                <a:gd name="T1" fmla="*/ 0 h 9"/>
                <a:gd name="T2" fmla="*/ 75 w 54"/>
                <a:gd name="T3" fmla="*/ 34 h 9"/>
                <a:gd name="T4" fmla="*/ 163 w 54"/>
                <a:gd name="T5" fmla="*/ 3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0" y="0"/>
                  </a:moveTo>
                  <a:cubicBezTo>
                    <a:pt x="9" y="4"/>
                    <a:pt x="15" y="8"/>
                    <a:pt x="25" y="9"/>
                  </a:cubicBezTo>
                  <a:cubicBezTo>
                    <a:pt x="35" y="9"/>
                    <a:pt x="44" y="8"/>
                    <a:pt x="5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28" name="Freeform 4705">
              <a:extLst>
                <a:ext uri="{FF2B5EF4-FFF2-40B4-BE49-F238E27FC236}">
                  <a16:creationId xmlns:a16="http://schemas.microsoft.com/office/drawing/2014/main" id="{FA9DFD85-22F6-4444-BD18-41C56EF4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65"/>
              <a:ext cx="52" cy="43"/>
            </a:xfrm>
            <a:custGeom>
              <a:avLst/>
              <a:gdLst>
                <a:gd name="T0" fmla="*/ 0 w 36"/>
                <a:gd name="T1" fmla="*/ 0 h 28"/>
                <a:gd name="T2" fmla="*/ 90 w 36"/>
                <a:gd name="T3" fmla="*/ 74 h 28"/>
                <a:gd name="T4" fmla="*/ 108 w 36"/>
                <a:gd name="T5" fmla="*/ 10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0" y="0"/>
                  </a:moveTo>
                  <a:cubicBezTo>
                    <a:pt x="15" y="3"/>
                    <a:pt x="22" y="8"/>
                    <a:pt x="30" y="20"/>
                  </a:cubicBezTo>
                  <a:cubicBezTo>
                    <a:pt x="32" y="22"/>
                    <a:pt x="35" y="28"/>
                    <a:pt x="36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29" name="Freeform 4706">
              <a:extLst>
                <a:ext uri="{FF2B5EF4-FFF2-40B4-BE49-F238E27FC236}">
                  <a16:creationId xmlns:a16="http://schemas.microsoft.com/office/drawing/2014/main" id="{F51F7D5C-8DBA-4CD5-A9DE-3F65FCD90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990"/>
              <a:ext cx="43" cy="7"/>
            </a:xfrm>
            <a:custGeom>
              <a:avLst/>
              <a:gdLst>
                <a:gd name="T0" fmla="*/ 0 w 30"/>
                <a:gd name="T1" fmla="*/ 0 h 5"/>
                <a:gd name="T2" fmla="*/ 89 w 30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">
                  <a:moveTo>
                    <a:pt x="0" y="0"/>
                  </a:moveTo>
                  <a:cubicBezTo>
                    <a:pt x="10" y="2"/>
                    <a:pt x="21" y="0"/>
                    <a:pt x="3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30" name="Freeform 4707">
              <a:extLst>
                <a:ext uri="{FF2B5EF4-FFF2-40B4-BE49-F238E27FC236}">
                  <a16:creationId xmlns:a16="http://schemas.microsoft.com/office/drawing/2014/main" id="{743E2CCE-9AC6-492A-A0DD-F0E7748FA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041"/>
              <a:ext cx="47" cy="7"/>
            </a:xfrm>
            <a:custGeom>
              <a:avLst/>
              <a:gdLst>
                <a:gd name="T0" fmla="*/ 0 w 33"/>
                <a:gd name="T1" fmla="*/ 0 h 5"/>
                <a:gd name="T2" fmla="*/ 61 w 33"/>
                <a:gd name="T3" fmla="*/ 11 h 5"/>
                <a:gd name="T4" fmla="*/ 95 w 33"/>
                <a:gd name="T5" fmla="*/ 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">
                  <a:moveTo>
                    <a:pt x="0" y="0"/>
                  </a:moveTo>
                  <a:cubicBezTo>
                    <a:pt x="7" y="1"/>
                    <a:pt x="12" y="5"/>
                    <a:pt x="21" y="4"/>
                  </a:cubicBezTo>
                  <a:cubicBezTo>
                    <a:pt x="25" y="3"/>
                    <a:pt x="29" y="3"/>
                    <a:pt x="3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31" name="Freeform 4708">
              <a:extLst>
                <a:ext uri="{FF2B5EF4-FFF2-40B4-BE49-F238E27FC236}">
                  <a16:creationId xmlns:a16="http://schemas.microsoft.com/office/drawing/2014/main" id="{D0FD0C2A-58DD-4DA6-97DF-ED2FE82F9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962"/>
              <a:ext cx="61" cy="43"/>
            </a:xfrm>
            <a:custGeom>
              <a:avLst/>
              <a:gdLst>
                <a:gd name="T0" fmla="*/ 0 w 42"/>
                <a:gd name="T1" fmla="*/ 0 h 28"/>
                <a:gd name="T2" fmla="*/ 129 w 42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0" y="0"/>
                  </a:moveTo>
                  <a:cubicBezTo>
                    <a:pt x="6" y="18"/>
                    <a:pt x="27" y="24"/>
                    <a:pt x="42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32" name="Freeform 4709">
              <a:extLst>
                <a:ext uri="{FF2B5EF4-FFF2-40B4-BE49-F238E27FC236}">
                  <a16:creationId xmlns:a16="http://schemas.microsoft.com/office/drawing/2014/main" id="{E237F2FA-5A13-476A-875A-636DC5C3D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988"/>
              <a:ext cx="18" cy="5"/>
            </a:xfrm>
            <a:custGeom>
              <a:avLst/>
              <a:gdLst>
                <a:gd name="T0" fmla="*/ 0 w 12"/>
                <a:gd name="T1" fmla="*/ 5 h 3"/>
                <a:gd name="T2" fmla="*/ 41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1"/>
                  </a:moveTo>
                  <a:cubicBezTo>
                    <a:pt x="4" y="1"/>
                    <a:pt x="8" y="3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33" name="Freeform 4710">
              <a:extLst>
                <a:ext uri="{FF2B5EF4-FFF2-40B4-BE49-F238E27FC236}">
                  <a16:creationId xmlns:a16="http://schemas.microsoft.com/office/drawing/2014/main" id="{FBFA18A1-FA55-4F5C-9DDE-8EC922D5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17"/>
              <a:ext cx="28" cy="25"/>
            </a:xfrm>
            <a:custGeom>
              <a:avLst/>
              <a:gdLst>
                <a:gd name="T0" fmla="*/ 0 w 19"/>
                <a:gd name="T1" fmla="*/ 0 h 16"/>
                <a:gd name="T2" fmla="*/ 60 w 19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2" y="8"/>
                    <a:pt x="13" y="14"/>
                    <a:pt x="19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34" name="Freeform 4711">
              <a:extLst>
                <a:ext uri="{FF2B5EF4-FFF2-40B4-BE49-F238E27FC236}">
                  <a16:creationId xmlns:a16="http://schemas.microsoft.com/office/drawing/2014/main" id="{8A96DD54-6389-4959-969F-659CFA9DE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147"/>
              <a:ext cx="32" cy="24"/>
            </a:xfrm>
            <a:custGeom>
              <a:avLst/>
              <a:gdLst>
                <a:gd name="T0" fmla="*/ 0 w 22"/>
                <a:gd name="T1" fmla="*/ 0 h 15"/>
                <a:gd name="T2" fmla="*/ 48 w 22"/>
                <a:gd name="T3" fmla="*/ 46 h 15"/>
                <a:gd name="T4" fmla="*/ 68 w 22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7" y="3"/>
                    <a:pt x="11" y="6"/>
                    <a:pt x="16" y="11"/>
                  </a:cubicBezTo>
                  <a:cubicBezTo>
                    <a:pt x="18" y="12"/>
                    <a:pt x="22" y="15"/>
                    <a:pt x="22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35" name="Freeform 4712">
              <a:extLst>
                <a:ext uri="{FF2B5EF4-FFF2-40B4-BE49-F238E27FC236}">
                  <a16:creationId xmlns:a16="http://schemas.microsoft.com/office/drawing/2014/main" id="{4FF01BB1-1F51-44BC-855F-397D8FB26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160"/>
              <a:ext cx="18" cy="1"/>
            </a:xfrm>
            <a:custGeom>
              <a:avLst/>
              <a:gdLst>
                <a:gd name="T0" fmla="*/ 0 w 12"/>
                <a:gd name="T1" fmla="*/ 0 h 1"/>
                <a:gd name="T2" fmla="*/ 41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1"/>
                    <a:pt x="8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36" name="Freeform 4713">
              <a:extLst>
                <a:ext uri="{FF2B5EF4-FFF2-40B4-BE49-F238E27FC236}">
                  <a16:creationId xmlns:a16="http://schemas.microsoft.com/office/drawing/2014/main" id="{B4FE5580-2A02-4413-8F1C-59B929D6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971"/>
              <a:ext cx="16" cy="34"/>
            </a:xfrm>
            <a:custGeom>
              <a:avLst/>
              <a:gdLst>
                <a:gd name="T0" fmla="*/ 33 w 11"/>
                <a:gd name="T1" fmla="*/ 82 h 22"/>
                <a:gd name="T2" fmla="*/ 0 w 1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11" y="22"/>
                  </a:moveTo>
                  <a:cubicBezTo>
                    <a:pt x="11" y="14"/>
                    <a:pt x="4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37" name="Freeform 4714">
              <a:extLst>
                <a:ext uri="{FF2B5EF4-FFF2-40B4-BE49-F238E27FC236}">
                  <a16:creationId xmlns:a16="http://schemas.microsoft.com/office/drawing/2014/main" id="{9BA6056E-CA00-418D-8D9B-236B517C5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993"/>
              <a:ext cx="17" cy="1"/>
            </a:xfrm>
            <a:custGeom>
              <a:avLst/>
              <a:gdLst>
                <a:gd name="T0" fmla="*/ 0 w 12"/>
                <a:gd name="T1" fmla="*/ 0 h 1"/>
                <a:gd name="T2" fmla="*/ 34 w 1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1"/>
                    <a:pt x="12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38" name="Freeform 4715">
              <a:extLst>
                <a:ext uri="{FF2B5EF4-FFF2-40B4-BE49-F238E27FC236}">
                  <a16:creationId xmlns:a16="http://schemas.microsoft.com/office/drawing/2014/main" id="{472EC4AB-A56B-4CE8-B777-3D0C695C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887"/>
              <a:ext cx="10" cy="33"/>
            </a:xfrm>
            <a:custGeom>
              <a:avLst/>
              <a:gdLst>
                <a:gd name="T0" fmla="*/ 0 w 7"/>
                <a:gd name="T1" fmla="*/ 0 h 21"/>
                <a:gd name="T2" fmla="*/ 20 w 7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4" y="6"/>
                    <a:pt x="3" y="15"/>
                    <a:pt x="7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39" name="Freeform 4716">
              <a:extLst>
                <a:ext uri="{FF2B5EF4-FFF2-40B4-BE49-F238E27FC236}">
                  <a16:creationId xmlns:a16="http://schemas.microsoft.com/office/drawing/2014/main" id="{DA0464E8-373E-4D53-A89F-9C00014A5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884"/>
              <a:ext cx="7" cy="17"/>
            </a:xfrm>
            <a:custGeom>
              <a:avLst/>
              <a:gdLst>
                <a:gd name="T0" fmla="*/ 0 w 5"/>
                <a:gd name="T1" fmla="*/ 40 h 11"/>
                <a:gd name="T2" fmla="*/ 14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2" y="8"/>
                    <a:pt x="2" y="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40" name="Freeform 4717">
              <a:extLst>
                <a:ext uri="{FF2B5EF4-FFF2-40B4-BE49-F238E27FC236}">
                  <a16:creationId xmlns:a16="http://schemas.microsoft.com/office/drawing/2014/main" id="{D9D13107-5DE6-4F2E-BE16-AF6F2F3EB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918"/>
              <a:ext cx="18" cy="34"/>
            </a:xfrm>
            <a:custGeom>
              <a:avLst/>
              <a:gdLst>
                <a:gd name="T0" fmla="*/ 0 w 12"/>
                <a:gd name="T1" fmla="*/ 82 h 22"/>
                <a:gd name="T2" fmla="*/ 41 w 1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7" y="15"/>
                    <a:pt x="9" y="8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41" name="Freeform 4718">
              <a:extLst>
                <a:ext uri="{FF2B5EF4-FFF2-40B4-BE49-F238E27FC236}">
                  <a16:creationId xmlns:a16="http://schemas.microsoft.com/office/drawing/2014/main" id="{B0E9EC9C-55E7-47E3-93A4-73F98D173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940"/>
              <a:ext cx="6" cy="22"/>
            </a:xfrm>
            <a:custGeom>
              <a:avLst/>
              <a:gdLst>
                <a:gd name="T0" fmla="*/ 0 w 4"/>
                <a:gd name="T1" fmla="*/ 0 h 14"/>
                <a:gd name="T2" fmla="*/ 14 w 4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3" y="4"/>
                    <a:pt x="2" y="10"/>
                    <a:pt x="4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42" name="Freeform 4719">
              <a:extLst>
                <a:ext uri="{FF2B5EF4-FFF2-40B4-BE49-F238E27FC236}">
                  <a16:creationId xmlns:a16="http://schemas.microsoft.com/office/drawing/2014/main" id="{B6040506-FFD7-4198-BABB-F2847D595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3591"/>
              <a:ext cx="5" cy="30"/>
            </a:xfrm>
            <a:custGeom>
              <a:avLst/>
              <a:gdLst>
                <a:gd name="T0" fmla="*/ 0 w 4"/>
                <a:gd name="T1" fmla="*/ 0 h 19"/>
                <a:gd name="T2" fmla="*/ 8 w 4"/>
                <a:gd name="T3" fmla="*/ 7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1" y="6"/>
                    <a:pt x="4" y="13"/>
                    <a:pt x="4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43" name="Freeform 4720">
              <a:extLst>
                <a:ext uri="{FF2B5EF4-FFF2-40B4-BE49-F238E27FC236}">
                  <a16:creationId xmlns:a16="http://schemas.microsoft.com/office/drawing/2014/main" id="{4C8AABAB-45EE-42C1-92FC-B32E0C17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3590"/>
              <a:ext cx="4" cy="15"/>
            </a:xfrm>
            <a:custGeom>
              <a:avLst/>
              <a:gdLst>
                <a:gd name="T0" fmla="*/ 1 w 3"/>
                <a:gd name="T1" fmla="*/ 35 h 10"/>
                <a:gd name="T2" fmla="*/ 7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10"/>
                  </a:moveTo>
                  <a:cubicBezTo>
                    <a:pt x="0" y="7"/>
                    <a:pt x="0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44" name="Freeform 4721">
              <a:extLst>
                <a:ext uri="{FF2B5EF4-FFF2-40B4-BE49-F238E27FC236}">
                  <a16:creationId xmlns:a16="http://schemas.microsoft.com/office/drawing/2014/main" id="{93CF450C-2FEB-428E-B089-CB938D129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647"/>
              <a:ext cx="5" cy="29"/>
            </a:xfrm>
            <a:custGeom>
              <a:avLst/>
              <a:gdLst>
                <a:gd name="T0" fmla="*/ 5 w 4"/>
                <a:gd name="T1" fmla="*/ 0 h 19"/>
                <a:gd name="T2" fmla="*/ 0 w 4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2" y="0"/>
                  </a:moveTo>
                  <a:cubicBezTo>
                    <a:pt x="4" y="7"/>
                    <a:pt x="0" y="13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45" name="Freeform 4722">
              <a:extLst>
                <a:ext uri="{FF2B5EF4-FFF2-40B4-BE49-F238E27FC236}">
                  <a16:creationId xmlns:a16="http://schemas.microsoft.com/office/drawing/2014/main" id="{94BF847C-0F1E-4DAF-8024-8F70BC298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3664"/>
              <a:ext cx="9" cy="15"/>
            </a:xfrm>
            <a:custGeom>
              <a:avLst/>
              <a:gdLst>
                <a:gd name="T0" fmla="*/ 0 w 6"/>
                <a:gd name="T1" fmla="*/ 0 h 10"/>
                <a:gd name="T2" fmla="*/ 21 w 6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3" y="3"/>
                    <a:pt x="5" y="7"/>
                    <a:pt x="6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46" name="Freeform 4723">
              <a:extLst>
                <a:ext uri="{FF2B5EF4-FFF2-40B4-BE49-F238E27FC236}">
                  <a16:creationId xmlns:a16="http://schemas.microsoft.com/office/drawing/2014/main" id="{647C4EA3-87FE-48C8-B785-10A2FBD2E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642"/>
              <a:ext cx="13" cy="31"/>
            </a:xfrm>
            <a:custGeom>
              <a:avLst/>
              <a:gdLst>
                <a:gd name="T0" fmla="*/ 0 w 9"/>
                <a:gd name="T1" fmla="*/ 74 h 20"/>
                <a:gd name="T2" fmla="*/ 27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20"/>
                  </a:moveTo>
                  <a:cubicBezTo>
                    <a:pt x="4" y="14"/>
                    <a:pt x="6" y="7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47" name="Freeform 4724">
              <a:extLst>
                <a:ext uri="{FF2B5EF4-FFF2-40B4-BE49-F238E27FC236}">
                  <a16:creationId xmlns:a16="http://schemas.microsoft.com/office/drawing/2014/main" id="{CF699C8B-31ED-474B-9CFB-58C12139A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645"/>
              <a:ext cx="12" cy="13"/>
            </a:xfrm>
            <a:custGeom>
              <a:avLst/>
              <a:gdLst>
                <a:gd name="T0" fmla="*/ 0 w 8"/>
                <a:gd name="T1" fmla="*/ 34 h 8"/>
                <a:gd name="T2" fmla="*/ 27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3" y="6"/>
                    <a:pt x="6" y="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48" name="Freeform 4725">
              <a:extLst>
                <a:ext uri="{FF2B5EF4-FFF2-40B4-BE49-F238E27FC236}">
                  <a16:creationId xmlns:a16="http://schemas.microsoft.com/office/drawing/2014/main" id="{54142573-BAF6-406D-A713-1D7B707CA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608"/>
              <a:ext cx="24" cy="13"/>
            </a:xfrm>
            <a:custGeom>
              <a:avLst/>
              <a:gdLst>
                <a:gd name="T0" fmla="*/ 0 w 17"/>
                <a:gd name="T1" fmla="*/ 0 h 8"/>
                <a:gd name="T2" fmla="*/ 48 w 1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6" y="1"/>
                    <a:pt x="13" y="4"/>
                    <a:pt x="17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49" name="Freeform 4726">
              <a:extLst>
                <a:ext uri="{FF2B5EF4-FFF2-40B4-BE49-F238E27FC236}">
                  <a16:creationId xmlns:a16="http://schemas.microsoft.com/office/drawing/2014/main" id="{9FD3F76B-6178-40CA-8173-05189E11E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605"/>
              <a:ext cx="11" cy="6"/>
            </a:xfrm>
            <a:custGeom>
              <a:avLst/>
              <a:gdLst>
                <a:gd name="T0" fmla="*/ 0 w 8"/>
                <a:gd name="T1" fmla="*/ 14 h 4"/>
                <a:gd name="T2" fmla="*/ 21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4"/>
                    <a:pt x="6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50" name="Freeform 4727">
              <a:extLst>
                <a:ext uri="{FF2B5EF4-FFF2-40B4-BE49-F238E27FC236}">
                  <a16:creationId xmlns:a16="http://schemas.microsoft.com/office/drawing/2014/main" id="{60EFAD5C-CD3F-4E33-8BB5-63AF565C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531"/>
              <a:ext cx="13" cy="26"/>
            </a:xfrm>
            <a:custGeom>
              <a:avLst/>
              <a:gdLst>
                <a:gd name="T0" fmla="*/ 0 w 9"/>
                <a:gd name="T1" fmla="*/ 0 h 17"/>
                <a:gd name="T2" fmla="*/ 27 w 9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4" y="5"/>
                    <a:pt x="8" y="11"/>
                    <a:pt x="9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51" name="Freeform 4728">
              <a:extLst>
                <a:ext uri="{FF2B5EF4-FFF2-40B4-BE49-F238E27FC236}">
                  <a16:creationId xmlns:a16="http://schemas.microsoft.com/office/drawing/2014/main" id="{166FF7AA-FF42-4E02-AFFD-96FE8E7E9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546"/>
              <a:ext cx="13" cy="8"/>
            </a:xfrm>
            <a:custGeom>
              <a:avLst/>
              <a:gdLst>
                <a:gd name="T0" fmla="*/ 0 w 9"/>
                <a:gd name="T1" fmla="*/ 0 h 5"/>
                <a:gd name="T2" fmla="*/ 27 w 9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2"/>
                    <a:pt x="6" y="3"/>
                    <a:pt x="9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52" name="Freeform 4729">
              <a:extLst>
                <a:ext uri="{FF2B5EF4-FFF2-40B4-BE49-F238E27FC236}">
                  <a16:creationId xmlns:a16="http://schemas.microsoft.com/office/drawing/2014/main" id="{24318538-6BEC-4EFC-81C9-F8928B949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3443"/>
              <a:ext cx="4" cy="28"/>
            </a:xfrm>
            <a:custGeom>
              <a:avLst/>
              <a:gdLst>
                <a:gd name="T0" fmla="*/ 5 w 3"/>
                <a:gd name="T1" fmla="*/ 68 h 18"/>
                <a:gd name="T2" fmla="*/ 7 w 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2" y="18"/>
                  </a:moveTo>
                  <a:cubicBezTo>
                    <a:pt x="0" y="13"/>
                    <a:pt x="0" y="5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53" name="Freeform 4730">
              <a:extLst>
                <a:ext uri="{FF2B5EF4-FFF2-40B4-BE49-F238E27FC236}">
                  <a16:creationId xmlns:a16="http://schemas.microsoft.com/office/drawing/2014/main" id="{6E95E1A5-1FB3-43FA-BD09-6D41C828D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443"/>
              <a:ext cx="7" cy="11"/>
            </a:xfrm>
            <a:custGeom>
              <a:avLst/>
              <a:gdLst>
                <a:gd name="T0" fmla="*/ 0 w 5"/>
                <a:gd name="T1" fmla="*/ 0 h 7"/>
                <a:gd name="T2" fmla="*/ 14 w 5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3" y="2"/>
                    <a:pt x="4" y="4"/>
                    <a:pt x="5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54" name="Freeform 4731">
              <a:extLst>
                <a:ext uri="{FF2B5EF4-FFF2-40B4-BE49-F238E27FC236}">
                  <a16:creationId xmlns:a16="http://schemas.microsoft.com/office/drawing/2014/main" id="{E359D484-83DC-4108-ACFF-BCC10EF7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3423"/>
              <a:ext cx="25" cy="18"/>
            </a:xfrm>
            <a:custGeom>
              <a:avLst/>
              <a:gdLst>
                <a:gd name="T0" fmla="*/ 0 w 17"/>
                <a:gd name="T1" fmla="*/ 0 h 12"/>
                <a:gd name="T2" fmla="*/ 54 w 17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5" y="6"/>
                    <a:pt x="13" y="5"/>
                    <a:pt x="1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55" name="Freeform 4732">
              <a:extLst>
                <a:ext uri="{FF2B5EF4-FFF2-40B4-BE49-F238E27FC236}">
                  <a16:creationId xmlns:a16="http://schemas.microsoft.com/office/drawing/2014/main" id="{2FD4014E-D778-406C-BF52-C6F8BA640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3427"/>
              <a:ext cx="15" cy="6"/>
            </a:xfrm>
            <a:custGeom>
              <a:avLst/>
              <a:gdLst>
                <a:gd name="T0" fmla="*/ 0 w 10"/>
                <a:gd name="T1" fmla="*/ 12 h 4"/>
                <a:gd name="T2" fmla="*/ 35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3"/>
                  </a:moveTo>
                  <a:cubicBezTo>
                    <a:pt x="3" y="4"/>
                    <a:pt x="9" y="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56" name="Freeform 4733">
              <a:extLst>
                <a:ext uri="{FF2B5EF4-FFF2-40B4-BE49-F238E27FC236}">
                  <a16:creationId xmlns:a16="http://schemas.microsoft.com/office/drawing/2014/main" id="{7DB373FD-A87B-4F74-9409-A68D956CE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3228"/>
              <a:ext cx="26" cy="25"/>
            </a:xfrm>
            <a:custGeom>
              <a:avLst/>
              <a:gdLst>
                <a:gd name="T0" fmla="*/ 27 w 18"/>
                <a:gd name="T1" fmla="*/ 13 h 16"/>
                <a:gd name="T2" fmla="*/ 13 w 18"/>
                <a:gd name="T3" fmla="*/ 61 h 16"/>
                <a:gd name="T4" fmla="*/ 36 w 18"/>
                <a:gd name="T5" fmla="*/ 0 h 16"/>
                <a:gd name="T6" fmla="*/ 27 w 18"/>
                <a:gd name="T7" fmla="*/ 1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9" y="3"/>
                  </a:moveTo>
                  <a:cubicBezTo>
                    <a:pt x="6" y="6"/>
                    <a:pt x="0" y="11"/>
                    <a:pt x="4" y="16"/>
                  </a:cubicBezTo>
                  <a:cubicBezTo>
                    <a:pt x="10" y="14"/>
                    <a:pt x="18" y="6"/>
                    <a:pt x="12" y="0"/>
                  </a:cubicBezTo>
                  <a:cubicBezTo>
                    <a:pt x="10" y="1"/>
                    <a:pt x="10" y="2"/>
                    <a:pt x="9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57" name="Freeform 4734">
              <a:extLst>
                <a:ext uri="{FF2B5EF4-FFF2-40B4-BE49-F238E27FC236}">
                  <a16:creationId xmlns:a16="http://schemas.microsoft.com/office/drawing/2014/main" id="{CC044931-E35A-402A-805D-B997087E0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113"/>
              <a:ext cx="37" cy="24"/>
            </a:xfrm>
            <a:custGeom>
              <a:avLst/>
              <a:gdLst>
                <a:gd name="T0" fmla="*/ 53 w 26"/>
                <a:gd name="T1" fmla="*/ 5 h 15"/>
                <a:gd name="T2" fmla="*/ 33 w 26"/>
                <a:gd name="T3" fmla="*/ 56 h 15"/>
                <a:gd name="T4" fmla="*/ 57 w 26"/>
                <a:gd name="T5" fmla="*/ 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8" y="1"/>
                  </a:moveTo>
                  <a:cubicBezTo>
                    <a:pt x="11" y="0"/>
                    <a:pt x="0" y="13"/>
                    <a:pt x="11" y="14"/>
                  </a:cubicBezTo>
                  <a:cubicBezTo>
                    <a:pt x="16" y="15"/>
                    <a:pt x="26" y="6"/>
                    <a:pt x="20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58" name="Freeform 4735">
              <a:extLst>
                <a:ext uri="{FF2B5EF4-FFF2-40B4-BE49-F238E27FC236}">
                  <a16:creationId xmlns:a16="http://schemas.microsoft.com/office/drawing/2014/main" id="{0CAF217A-740C-4B9C-83C2-DC07962EB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038"/>
              <a:ext cx="38" cy="23"/>
            </a:xfrm>
            <a:custGeom>
              <a:avLst/>
              <a:gdLst>
                <a:gd name="T0" fmla="*/ 41 w 26"/>
                <a:gd name="T1" fmla="*/ 8 h 15"/>
                <a:gd name="T2" fmla="*/ 22 w 26"/>
                <a:gd name="T3" fmla="*/ 40 h 15"/>
                <a:gd name="T4" fmla="*/ 50 w 26"/>
                <a:gd name="T5" fmla="*/ 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3" y="2"/>
                  </a:moveTo>
                  <a:cubicBezTo>
                    <a:pt x="7" y="0"/>
                    <a:pt x="0" y="6"/>
                    <a:pt x="7" y="11"/>
                  </a:cubicBezTo>
                  <a:cubicBezTo>
                    <a:pt x="15" y="15"/>
                    <a:pt x="26" y="4"/>
                    <a:pt x="16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59" name="Freeform 4736">
              <a:extLst>
                <a:ext uri="{FF2B5EF4-FFF2-40B4-BE49-F238E27FC236}">
                  <a16:creationId xmlns:a16="http://schemas.microsoft.com/office/drawing/2014/main" id="{6E0AD5F7-C83C-492A-863A-DED903079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076"/>
              <a:ext cx="36" cy="26"/>
            </a:xfrm>
            <a:custGeom>
              <a:avLst/>
              <a:gdLst>
                <a:gd name="T0" fmla="*/ 46 w 25"/>
                <a:gd name="T1" fmla="*/ 21 h 17"/>
                <a:gd name="T2" fmla="*/ 20 w 25"/>
                <a:gd name="T3" fmla="*/ 47 h 17"/>
                <a:gd name="T4" fmla="*/ 60 w 25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15" y="6"/>
                  </a:moveTo>
                  <a:cubicBezTo>
                    <a:pt x="9" y="0"/>
                    <a:pt x="0" y="6"/>
                    <a:pt x="7" y="13"/>
                  </a:cubicBezTo>
                  <a:cubicBezTo>
                    <a:pt x="12" y="17"/>
                    <a:pt x="25" y="16"/>
                    <a:pt x="20" y="8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60" name="Freeform 4737">
              <a:extLst>
                <a:ext uri="{FF2B5EF4-FFF2-40B4-BE49-F238E27FC236}">
                  <a16:creationId xmlns:a16="http://schemas.microsoft.com/office/drawing/2014/main" id="{6245BF7D-2361-4480-AE7F-80C78B209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3034"/>
              <a:ext cx="38" cy="24"/>
            </a:xfrm>
            <a:custGeom>
              <a:avLst/>
              <a:gdLst>
                <a:gd name="T0" fmla="*/ 34 w 26"/>
                <a:gd name="T1" fmla="*/ 8 h 15"/>
                <a:gd name="T2" fmla="*/ 0 w 26"/>
                <a:gd name="T3" fmla="*/ 8 h 15"/>
                <a:gd name="T4" fmla="*/ 47 w 26"/>
                <a:gd name="T5" fmla="*/ 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1" y="2"/>
                  </a:moveTo>
                  <a:cubicBezTo>
                    <a:pt x="7" y="1"/>
                    <a:pt x="3" y="0"/>
                    <a:pt x="0" y="2"/>
                  </a:cubicBezTo>
                  <a:cubicBezTo>
                    <a:pt x="3" y="15"/>
                    <a:pt x="26" y="11"/>
                    <a:pt x="15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61" name="Freeform 4738">
              <a:extLst>
                <a:ext uri="{FF2B5EF4-FFF2-40B4-BE49-F238E27FC236}">
                  <a16:creationId xmlns:a16="http://schemas.microsoft.com/office/drawing/2014/main" id="{C661EF25-E7D5-41C0-822C-BC8D34BD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174"/>
              <a:ext cx="27" cy="40"/>
            </a:xfrm>
            <a:custGeom>
              <a:avLst/>
              <a:gdLst>
                <a:gd name="T0" fmla="*/ 23 w 19"/>
                <a:gd name="T1" fmla="*/ 28 h 26"/>
                <a:gd name="T2" fmla="*/ 14 w 19"/>
                <a:gd name="T3" fmla="*/ 66 h 26"/>
                <a:gd name="T4" fmla="*/ 33 w 19"/>
                <a:gd name="T5" fmla="*/ 3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8" y="8"/>
                  </a:moveTo>
                  <a:cubicBezTo>
                    <a:pt x="1" y="0"/>
                    <a:pt x="0" y="14"/>
                    <a:pt x="5" y="18"/>
                  </a:cubicBezTo>
                  <a:cubicBezTo>
                    <a:pt x="15" y="26"/>
                    <a:pt x="19" y="16"/>
                    <a:pt x="11" y="9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62" name="Freeform 4739">
              <a:extLst>
                <a:ext uri="{FF2B5EF4-FFF2-40B4-BE49-F238E27FC236}">
                  <a16:creationId xmlns:a16="http://schemas.microsoft.com/office/drawing/2014/main" id="{996BB70A-5DB5-4271-9018-B28C17BF2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3390"/>
              <a:ext cx="19" cy="25"/>
            </a:xfrm>
            <a:custGeom>
              <a:avLst/>
              <a:gdLst>
                <a:gd name="T0" fmla="*/ 6 w 13"/>
                <a:gd name="T1" fmla="*/ 8 h 16"/>
                <a:gd name="T2" fmla="*/ 26 w 13"/>
                <a:gd name="T3" fmla="*/ 48 h 16"/>
                <a:gd name="T4" fmla="*/ 9 w 13"/>
                <a:gd name="T5" fmla="*/ 0 h 16"/>
                <a:gd name="T6" fmla="*/ 6 w 13"/>
                <a:gd name="T7" fmla="*/ 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2" y="2"/>
                  </a:moveTo>
                  <a:cubicBezTo>
                    <a:pt x="0" y="5"/>
                    <a:pt x="2" y="16"/>
                    <a:pt x="8" y="13"/>
                  </a:cubicBezTo>
                  <a:cubicBezTo>
                    <a:pt x="13" y="10"/>
                    <a:pt x="7" y="1"/>
                    <a:pt x="3" y="0"/>
                  </a:cubicBezTo>
                  <a:cubicBezTo>
                    <a:pt x="2" y="1"/>
                    <a:pt x="2" y="2"/>
                    <a:pt x="2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63" name="Freeform 4740">
              <a:extLst>
                <a:ext uri="{FF2B5EF4-FFF2-40B4-BE49-F238E27FC236}">
                  <a16:creationId xmlns:a16="http://schemas.microsoft.com/office/drawing/2014/main" id="{C63D21DE-1B9C-4516-AF67-0AE7A537F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469"/>
              <a:ext cx="23" cy="20"/>
            </a:xfrm>
            <a:custGeom>
              <a:avLst/>
              <a:gdLst>
                <a:gd name="T0" fmla="*/ 42 w 16"/>
                <a:gd name="T1" fmla="*/ 12 h 13"/>
                <a:gd name="T2" fmla="*/ 6 w 16"/>
                <a:gd name="T3" fmla="*/ 26 h 13"/>
                <a:gd name="T4" fmla="*/ 47 w 16"/>
                <a:gd name="T5" fmla="*/ 14 h 13"/>
                <a:gd name="T6" fmla="*/ 42 w 16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4" y="3"/>
                  </a:moveTo>
                  <a:cubicBezTo>
                    <a:pt x="11" y="0"/>
                    <a:pt x="0" y="0"/>
                    <a:pt x="2" y="7"/>
                  </a:cubicBezTo>
                  <a:cubicBezTo>
                    <a:pt x="4" y="13"/>
                    <a:pt x="14" y="8"/>
                    <a:pt x="16" y="4"/>
                  </a:cubicBezTo>
                  <a:cubicBezTo>
                    <a:pt x="15" y="3"/>
                    <a:pt x="14" y="3"/>
                    <a:pt x="14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64" name="Freeform 4741">
              <a:extLst>
                <a:ext uri="{FF2B5EF4-FFF2-40B4-BE49-F238E27FC236}">
                  <a16:creationId xmlns:a16="http://schemas.microsoft.com/office/drawing/2014/main" id="{F1F7CEB3-FCAF-4B76-BA58-6979C7FAD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327"/>
              <a:ext cx="21" cy="26"/>
            </a:xfrm>
            <a:custGeom>
              <a:avLst/>
              <a:gdLst>
                <a:gd name="T0" fmla="*/ 0 w 15"/>
                <a:gd name="T1" fmla="*/ 0 h 17"/>
                <a:gd name="T2" fmla="*/ 20 w 15"/>
                <a:gd name="T3" fmla="*/ 61 h 17"/>
                <a:gd name="T4" fmla="*/ 8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2" y="6"/>
                    <a:pt x="2" y="13"/>
                    <a:pt x="7" y="17"/>
                  </a:cubicBezTo>
                  <a:cubicBezTo>
                    <a:pt x="15" y="14"/>
                    <a:pt x="10" y="1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65" name="Freeform 4742">
              <a:extLst>
                <a:ext uri="{FF2B5EF4-FFF2-40B4-BE49-F238E27FC236}">
                  <a16:creationId xmlns:a16="http://schemas.microsoft.com/office/drawing/2014/main" id="{2FADBAF0-EBB4-4B4B-BB25-F566D698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3536"/>
              <a:ext cx="21" cy="37"/>
            </a:xfrm>
            <a:custGeom>
              <a:avLst/>
              <a:gdLst>
                <a:gd name="T0" fmla="*/ 15 w 15"/>
                <a:gd name="T1" fmla="*/ 5 h 24"/>
                <a:gd name="T2" fmla="*/ 39 w 15"/>
                <a:gd name="T3" fmla="*/ 54 h 24"/>
                <a:gd name="T4" fmla="*/ 21 w 15"/>
                <a:gd name="T5" fmla="*/ 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1"/>
                  </a:moveTo>
                  <a:cubicBezTo>
                    <a:pt x="0" y="6"/>
                    <a:pt x="8" y="24"/>
                    <a:pt x="14" y="15"/>
                  </a:cubicBezTo>
                  <a:cubicBezTo>
                    <a:pt x="15" y="11"/>
                    <a:pt x="13" y="0"/>
                    <a:pt x="8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66" name="Freeform 4743">
              <a:extLst>
                <a:ext uri="{FF2B5EF4-FFF2-40B4-BE49-F238E27FC236}">
                  <a16:creationId xmlns:a16="http://schemas.microsoft.com/office/drawing/2014/main" id="{AF379A73-2563-41FB-897E-BC50787CA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607"/>
              <a:ext cx="27" cy="26"/>
            </a:xfrm>
            <a:custGeom>
              <a:avLst/>
              <a:gdLst>
                <a:gd name="T0" fmla="*/ 14 w 19"/>
                <a:gd name="T1" fmla="*/ 0 h 17"/>
                <a:gd name="T2" fmla="*/ 37 w 19"/>
                <a:gd name="T3" fmla="*/ 54 h 17"/>
                <a:gd name="T4" fmla="*/ 23 w 19"/>
                <a:gd name="T5" fmla="*/ 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5" y="0"/>
                  </a:moveTo>
                  <a:cubicBezTo>
                    <a:pt x="0" y="4"/>
                    <a:pt x="7" y="17"/>
                    <a:pt x="13" y="15"/>
                  </a:cubicBezTo>
                  <a:cubicBezTo>
                    <a:pt x="19" y="12"/>
                    <a:pt x="12" y="2"/>
                    <a:pt x="8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67" name="Freeform 4744">
              <a:extLst>
                <a:ext uri="{FF2B5EF4-FFF2-40B4-BE49-F238E27FC236}">
                  <a16:creationId xmlns:a16="http://schemas.microsoft.com/office/drawing/2014/main" id="{A2A96706-1F93-4A26-9587-0F8660D48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625"/>
              <a:ext cx="37" cy="19"/>
            </a:xfrm>
            <a:custGeom>
              <a:avLst/>
              <a:gdLst>
                <a:gd name="T0" fmla="*/ 38 w 26"/>
                <a:gd name="T1" fmla="*/ 0 h 12"/>
                <a:gd name="T2" fmla="*/ 27 w 26"/>
                <a:gd name="T3" fmla="*/ 43 h 12"/>
                <a:gd name="T4" fmla="*/ 47 w 26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13" y="0"/>
                  </a:moveTo>
                  <a:cubicBezTo>
                    <a:pt x="6" y="1"/>
                    <a:pt x="0" y="11"/>
                    <a:pt x="9" y="11"/>
                  </a:cubicBezTo>
                  <a:cubicBezTo>
                    <a:pt x="15" y="12"/>
                    <a:pt x="26" y="1"/>
                    <a:pt x="16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68" name="Freeform 4745">
              <a:extLst>
                <a:ext uri="{FF2B5EF4-FFF2-40B4-BE49-F238E27FC236}">
                  <a16:creationId xmlns:a16="http://schemas.microsoft.com/office/drawing/2014/main" id="{C4A2FA7D-DDC2-434E-B121-61D7D19EC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3641"/>
              <a:ext cx="27" cy="21"/>
            </a:xfrm>
            <a:custGeom>
              <a:avLst/>
              <a:gdLst>
                <a:gd name="T0" fmla="*/ 40 w 19"/>
                <a:gd name="T1" fmla="*/ 5 h 14"/>
                <a:gd name="T2" fmla="*/ 14 w 19"/>
                <a:gd name="T3" fmla="*/ 35 h 14"/>
                <a:gd name="T4" fmla="*/ 53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4" y="1"/>
                  </a:moveTo>
                  <a:cubicBezTo>
                    <a:pt x="10" y="1"/>
                    <a:pt x="0" y="6"/>
                    <a:pt x="5" y="10"/>
                  </a:cubicBezTo>
                  <a:cubicBezTo>
                    <a:pt x="10" y="14"/>
                    <a:pt x="19" y="6"/>
                    <a:pt x="18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69" name="Freeform 4746">
              <a:extLst>
                <a:ext uri="{FF2B5EF4-FFF2-40B4-BE49-F238E27FC236}">
                  <a16:creationId xmlns:a16="http://schemas.microsoft.com/office/drawing/2014/main" id="{AFE44D6B-1E0C-47B9-9171-F65A90D8A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548"/>
              <a:ext cx="29" cy="15"/>
            </a:xfrm>
            <a:custGeom>
              <a:avLst/>
              <a:gdLst>
                <a:gd name="T0" fmla="*/ 36 w 20"/>
                <a:gd name="T1" fmla="*/ 0 h 10"/>
                <a:gd name="T2" fmla="*/ 0 w 20"/>
                <a:gd name="T3" fmla="*/ 21 h 10"/>
                <a:gd name="T4" fmla="*/ 42 w 20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12" y="0"/>
                  </a:moveTo>
                  <a:cubicBezTo>
                    <a:pt x="7" y="1"/>
                    <a:pt x="2" y="1"/>
                    <a:pt x="0" y="6"/>
                  </a:cubicBezTo>
                  <a:cubicBezTo>
                    <a:pt x="4" y="10"/>
                    <a:pt x="20" y="7"/>
                    <a:pt x="1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070" name="Freeform 4747">
              <a:extLst>
                <a:ext uri="{FF2B5EF4-FFF2-40B4-BE49-F238E27FC236}">
                  <a16:creationId xmlns:a16="http://schemas.microsoft.com/office/drawing/2014/main" id="{1785C5E3-B1C3-4072-BC76-EB89F21F4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480"/>
              <a:ext cx="20" cy="26"/>
            </a:xfrm>
            <a:custGeom>
              <a:avLst/>
              <a:gdLst>
                <a:gd name="T0" fmla="*/ 29 w 14"/>
                <a:gd name="T1" fmla="*/ 0 h 17"/>
                <a:gd name="T2" fmla="*/ 14 w 14"/>
                <a:gd name="T3" fmla="*/ 47 h 17"/>
                <a:gd name="T4" fmla="*/ 41 w 14"/>
                <a:gd name="T5" fmla="*/ 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0" y="0"/>
                  </a:moveTo>
                  <a:cubicBezTo>
                    <a:pt x="7" y="2"/>
                    <a:pt x="0" y="10"/>
                    <a:pt x="5" y="13"/>
                  </a:cubicBezTo>
                  <a:cubicBezTo>
                    <a:pt x="11" y="17"/>
                    <a:pt x="14" y="4"/>
                    <a:pt x="1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Artery-cross-section-showing-atheroma">
            <a:extLst>
              <a:ext uri="{FF2B5EF4-FFF2-40B4-BE49-F238E27FC236}">
                <a16:creationId xmlns:a16="http://schemas.microsoft.com/office/drawing/2014/main" id="{DCFB79FB-5ECC-4E63-AEDF-4F59EE6CBC4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286000" y="1371600"/>
            <a:ext cx="3810000" cy="4748213"/>
            <a:chOff x="453" y="863"/>
            <a:chExt cx="2457" cy="2991"/>
          </a:xfrm>
        </p:grpSpPr>
        <p:sp>
          <p:nvSpPr>
            <p:cNvPr id="37894" name="Freeform 4749">
              <a:extLst>
                <a:ext uri="{FF2B5EF4-FFF2-40B4-BE49-F238E27FC236}">
                  <a16:creationId xmlns:a16="http://schemas.microsoft.com/office/drawing/2014/main" id="{6004881F-DECE-421A-8A6A-CDF8972F0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574"/>
              <a:ext cx="908" cy="523"/>
            </a:xfrm>
            <a:custGeom>
              <a:avLst/>
              <a:gdLst>
                <a:gd name="T0" fmla="*/ 1860 w 453"/>
                <a:gd name="T1" fmla="*/ 8 h 261"/>
                <a:gd name="T2" fmla="*/ 756 w 453"/>
                <a:gd name="T3" fmla="*/ 369 h 261"/>
                <a:gd name="T4" fmla="*/ 0 w 453"/>
                <a:gd name="T5" fmla="*/ 2100 h 261"/>
                <a:gd name="T6" fmla="*/ 281 w 453"/>
                <a:gd name="T7" fmla="*/ 2100 h 261"/>
                <a:gd name="T8" fmla="*/ 305 w 453"/>
                <a:gd name="T9" fmla="*/ 1844 h 261"/>
                <a:gd name="T10" fmla="*/ 944 w 453"/>
                <a:gd name="T11" fmla="*/ 571 h 261"/>
                <a:gd name="T12" fmla="*/ 1860 w 453"/>
                <a:gd name="T13" fmla="*/ 265 h 261"/>
                <a:gd name="T14" fmla="*/ 3053 w 453"/>
                <a:gd name="T15" fmla="*/ 932 h 261"/>
                <a:gd name="T16" fmla="*/ 3367 w 453"/>
                <a:gd name="T17" fmla="*/ 1844 h 261"/>
                <a:gd name="T18" fmla="*/ 3375 w 453"/>
                <a:gd name="T19" fmla="*/ 2100 h 261"/>
                <a:gd name="T20" fmla="*/ 3648 w 453"/>
                <a:gd name="T21" fmla="*/ 2100 h 261"/>
                <a:gd name="T22" fmla="*/ 3303 w 453"/>
                <a:gd name="T23" fmla="*/ 796 h 261"/>
                <a:gd name="T24" fmla="*/ 1860 w 453"/>
                <a:gd name="T25" fmla="*/ 8 h 2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3" h="261">
                  <a:moveTo>
                    <a:pt x="231" y="1"/>
                  </a:moveTo>
                  <a:cubicBezTo>
                    <a:pt x="184" y="0"/>
                    <a:pt x="135" y="12"/>
                    <a:pt x="94" y="46"/>
                  </a:cubicBezTo>
                  <a:cubicBezTo>
                    <a:pt x="34" y="96"/>
                    <a:pt x="1" y="185"/>
                    <a:pt x="0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5" y="254"/>
                    <a:pt x="36" y="241"/>
                    <a:pt x="38" y="229"/>
                  </a:cubicBezTo>
                  <a:cubicBezTo>
                    <a:pt x="45" y="166"/>
                    <a:pt x="76" y="105"/>
                    <a:pt x="117" y="71"/>
                  </a:cubicBezTo>
                  <a:cubicBezTo>
                    <a:pt x="148" y="46"/>
                    <a:pt x="186" y="33"/>
                    <a:pt x="231" y="33"/>
                  </a:cubicBezTo>
                  <a:cubicBezTo>
                    <a:pt x="292" y="34"/>
                    <a:pt x="344" y="63"/>
                    <a:pt x="379" y="116"/>
                  </a:cubicBezTo>
                  <a:cubicBezTo>
                    <a:pt x="401" y="148"/>
                    <a:pt x="414" y="191"/>
                    <a:pt x="418" y="229"/>
                  </a:cubicBezTo>
                  <a:cubicBezTo>
                    <a:pt x="419" y="238"/>
                    <a:pt x="419" y="253"/>
                    <a:pt x="419" y="261"/>
                  </a:cubicBezTo>
                  <a:cubicBezTo>
                    <a:pt x="453" y="261"/>
                    <a:pt x="453" y="261"/>
                    <a:pt x="453" y="261"/>
                  </a:cubicBezTo>
                  <a:cubicBezTo>
                    <a:pt x="453" y="209"/>
                    <a:pt x="440" y="144"/>
                    <a:pt x="410" y="99"/>
                  </a:cubicBezTo>
                  <a:cubicBezTo>
                    <a:pt x="366" y="33"/>
                    <a:pt x="300" y="1"/>
                    <a:pt x="231" y="1"/>
                  </a:cubicBezTo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4750">
              <a:extLst>
                <a:ext uri="{FF2B5EF4-FFF2-40B4-BE49-F238E27FC236}">
                  <a16:creationId xmlns:a16="http://schemas.microsoft.com/office/drawing/2014/main" id="{19C76326-83C8-47F4-9BA1-DC84C118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183"/>
              <a:ext cx="1085" cy="603"/>
            </a:xfrm>
            <a:custGeom>
              <a:avLst/>
              <a:gdLst>
                <a:gd name="T0" fmla="*/ 3892 w 542"/>
                <a:gd name="T1" fmla="*/ 0 h 301"/>
                <a:gd name="T2" fmla="*/ 3876 w 542"/>
                <a:gd name="T3" fmla="*/ 248 h 301"/>
                <a:gd name="T4" fmla="*/ 3241 w 542"/>
                <a:gd name="T5" fmla="*/ 1633 h 301"/>
                <a:gd name="T6" fmla="*/ 2132 w 542"/>
                <a:gd name="T7" fmla="*/ 1963 h 301"/>
                <a:gd name="T8" fmla="*/ 825 w 542"/>
                <a:gd name="T9" fmla="*/ 1248 h 301"/>
                <a:gd name="T10" fmla="*/ 432 w 542"/>
                <a:gd name="T11" fmla="*/ 0 h 301"/>
                <a:gd name="T12" fmla="*/ 8 w 542"/>
                <a:gd name="T13" fmla="*/ 0 h 301"/>
                <a:gd name="T14" fmla="*/ 24 w 542"/>
                <a:gd name="T15" fmla="*/ 256 h 301"/>
                <a:gd name="T16" fmla="*/ 448 w 542"/>
                <a:gd name="T17" fmla="*/ 1488 h 301"/>
                <a:gd name="T18" fmla="*/ 2084 w 542"/>
                <a:gd name="T19" fmla="*/ 2420 h 301"/>
                <a:gd name="T20" fmla="*/ 3523 w 542"/>
                <a:gd name="T21" fmla="*/ 1979 h 301"/>
                <a:gd name="T22" fmla="*/ 4332 w 542"/>
                <a:gd name="T23" fmla="*/ 288 h 301"/>
                <a:gd name="T24" fmla="*/ 4332 w 542"/>
                <a:gd name="T25" fmla="*/ 0 h 301"/>
                <a:gd name="T26" fmla="*/ 3892 w 542"/>
                <a:gd name="T27" fmla="*/ 0 h 3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2" h="301">
                  <a:moveTo>
                    <a:pt x="485" y="0"/>
                  </a:moveTo>
                  <a:cubicBezTo>
                    <a:pt x="485" y="0"/>
                    <a:pt x="486" y="10"/>
                    <a:pt x="483" y="31"/>
                  </a:cubicBezTo>
                  <a:cubicBezTo>
                    <a:pt x="477" y="104"/>
                    <a:pt x="449" y="165"/>
                    <a:pt x="404" y="203"/>
                  </a:cubicBezTo>
                  <a:cubicBezTo>
                    <a:pt x="370" y="231"/>
                    <a:pt x="312" y="244"/>
                    <a:pt x="266" y="244"/>
                  </a:cubicBezTo>
                  <a:cubicBezTo>
                    <a:pt x="202" y="243"/>
                    <a:pt x="141" y="213"/>
                    <a:pt x="103" y="155"/>
                  </a:cubicBezTo>
                  <a:cubicBezTo>
                    <a:pt x="46" y="66"/>
                    <a:pt x="54" y="0"/>
                    <a:pt x="5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1"/>
                    <a:pt x="3" y="32"/>
                  </a:cubicBezTo>
                  <a:cubicBezTo>
                    <a:pt x="5" y="76"/>
                    <a:pt x="25" y="139"/>
                    <a:pt x="56" y="185"/>
                  </a:cubicBezTo>
                  <a:cubicBezTo>
                    <a:pt x="105" y="259"/>
                    <a:pt x="177" y="300"/>
                    <a:pt x="260" y="301"/>
                  </a:cubicBezTo>
                  <a:cubicBezTo>
                    <a:pt x="316" y="301"/>
                    <a:pt x="393" y="284"/>
                    <a:pt x="439" y="246"/>
                  </a:cubicBezTo>
                  <a:cubicBezTo>
                    <a:pt x="497" y="198"/>
                    <a:pt x="532" y="124"/>
                    <a:pt x="540" y="36"/>
                  </a:cubicBezTo>
                  <a:cubicBezTo>
                    <a:pt x="542" y="15"/>
                    <a:pt x="540" y="0"/>
                    <a:pt x="540" y="0"/>
                  </a:cubicBezTo>
                  <a:lnTo>
                    <a:pt x="485" y="0"/>
                  </a:lnTo>
                  <a:close/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4751">
              <a:extLst>
                <a:ext uri="{FF2B5EF4-FFF2-40B4-BE49-F238E27FC236}">
                  <a16:creationId xmlns:a16="http://schemas.microsoft.com/office/drawing/2014/main" id="{43AA6844-D670-4D44-B2C4-B865363A7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097"/>
              <a:ext cx="609" cy="1086"/>
            </a:xfrm>
            <a:custGeom>
              <a:avLst/>
              <a:gdLst>
                <a:gd name="T0" fmla="*/ 0 w 304"/>
                <a:gd name="T1" fmla="*/ 0 h 543"/>
                <a:gd name="T2" fmla="*/ 200 w 304"/>
                <a:gd name="T3" fmla="*/ 400 h 543"/>
                <a:gd name="T4" fmla="*/ 345 w 304"/>
                <a:gd name="T5" fmla="*/ 840 h 543"/>
                <a:gd name="T6" fmla="*/ 601 w 304"/>
                <a:gd name="T7" fmla="*/ 1224 h 543"/>
                <a:gd name="T8" fmla="*/ 795 w 304"/>
                <a:gd name="T9" fmla="*/ 1688 h 543"/>
                <a:gd name="T10" fmla="*/ 988 w 304"/>
                <a:gd name="T11" fmla="*/ 1952 h 543"/>
                <a:gd name="T12" fmla="*/ 1132 w 304"/>
                <a:gd name="T13" fmla="*/ 2304 h 543"/>
                <a:gd name="T14" fmla="*/ 1320 w 304"/>
                <a:gd name="T15" fmla="*/ 2576 h 543"/>
                <a:gd name="T16" fmla="*/ 1545 w 304"/>
                <a:gd name="T17" fmla="*/ 2920 h 543"/>
                <a:gd name="T18" fmla="*/ 1801 w 304"/>
                <a:gd name="T19" fmla="*/ 3456 h 543"/>
                <a:gd name="T20" fmla="*/ 2083 w 304"/>
                <a:gd name="T21" fmla="*/ 3872 h 543"/>
                <a:gd name="T22" fmla="*/ 2276 w 304"/>
                <a:gd name="T23" fmla="*/ 4344 h 543"/>
                <a:gd name="T24" fmla="*/ 2444 w 304"/>
                <a:gd name="T25" fmla="*/ 4344 h 543"/>
                <a:gd name="T26" fmla="*/ 104 w 304"/>
                <a:gd name="T27" fmla="*/ 0 h 543"/>
                <a:gd name="T28" fmla="*/ 0 w 304"/>
                <a:gd name="T29" fmla="*/ 0 h 5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543">
                  <a:moveTo>
                    <a:pt x="0" y="0"/>
                  </a:moveTo>
                  <a:cubicBezTo>
                    <a:pt x="6" y="17"/>
                    <a:pt x="17" y="32"/>
                    <a:pt x="25" y="50"/>
                  </a:cubicBezTo>
                  <a:cubicBezTo>
                    <a:pt x="32" y="66"/>
                    <a:pt x="36" y="88"/>
                    <a:pt x="43" y="105"/>
                  </a:cubicBezTo>
                  <a:cubicBezTo>
                    <a:pt x="52" y="124"/>
                    <a:pt x="65" y="134"/>
                    <a:pt x="75" y="153"/>
                  </a:cubicBezTo>
                  <a:cubicBezTo>
                    <a:pt x="84" y="171"/>
                    <a:pt x="89" y="193"/>
                    <a:pt x="99" y="211"/>
                  </a:cubicBezTo>
                  <a:cubicBezTo>
                    <a:pt x="105" y="223"/>
                    <a:pt x="116" y="232"/>
                    <a:pt x="123" y="244"/>
                  </a:cubicBezTo>
                  <a:cubicBezTo>
                    <a:pt x="130" y="258"/>
                    <a:pt x="134" y="274"/>
                    <a:pt x="141" y="288"/>
                  </a:cubicBezTo>
                  <a:cubicBezTo>
                    <a:pt x="148" y="301"/>
                    <a:pt x="156" y="307"/>
                    <a:pt x="164" y="322"/>
                  </a:cubicBezTo>
                  <a:cubicBezTo>
                    <a:pt x="171" y="335"/>
                    <a:pt x="185" y="353"/>
                    <a:pt x="192" y="365"/>
                  </a:cubicBezTo>
                  <a:cubicBezTo>
                    <a:pt x="205" y="390"/>
                    <a:pt x="212" y="409"/>
                    <a:pt x="224" y="432"/>
                  </a:cubicBezTo>
                  <a:cubicBezTo>
                    <a:pt x="234" y="451"/>
                    <a:pt x="250" y="466"/>
                    <a:pt x="259" y="484"/>
                  </a:cubicBezTo>
                  <a:cubicBezTo>
                    <a:pt x="270" y="504"/>
                    <a:pt x="274" y="526"/>
                    <a:pt x="283" y="543"/>
                  </a:cubicBezTo>
                  <a:cubicBezTo>
                    <a:pt x="304" y="543"/>
                    <a:pt x="304" y="543"/>
                    <a:pt x="304" y="543"/>
                  </a:cubicBezTo>
                  <a:cubicBezTo>
                    <a:pt x="225" y="394"/>
                    <a:pt x="67" y="135"/>
                    <a:pt x="1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4752">
              <a:extLst>
                <a:ext uri="{FF2B5EF4-FFF2-40B4-BE49-F238E27FC236}">
                  <a16:creationId xmlns:a16="http://schemas.microsoft.com/office/drawing/2014/main" id="{52F144D0-9D5A-415A-9090-88B233015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097"/>
              <a:ext cx="338" cy="1086"/>
            </a:xfrm>
            <a:custGeom>
              <a:avLst/>
              <a:gdLst>
                <a:gd name="T0" fmla="*/ 1232 w 169"/>
                <a:gd name="T1" fmla="*/ 4344 h 543"/>
                <a:gd name="T2" fmla="*/ 0 w 169"/>
                <a:gd name="T3" fmla="*/ 0 h 543"/>
                <a:gd name="T4" fmla="*/ 96 w 169"/>
                <a:gd name="T5" fmla="*/ 0 h 543"/>
                <a:gd name="T6" fmla="*/ 176 w 169"/>
                <a:gd name="T7" fmla="*/ 368 h 543"/>
                <a:gd name="T8" fmla="*/ 320 w 169"/>
                <a:gd name="T9" fmla="*/ 936 h 543"/>
                <a:gd name="T10" fmla="*/ 432 w 169"/>
                <a:gd name="T11" fmla="*/ 1344 h 543"/>
                <a:gd name="T12" fmla="*/ 536 w 169"/>
                <a:gd name="T13" fmla="*/ 1880 h 543"/>
                <a:gd name="T14" fmla="*/ 664 w 169"/>
                <a:gd name="T15" fmla="*/ 2280 h 543"/>
                <a:gd name="T16" fmla="*/ 808 w 169"/>
                <a:gd name="T17" fmla="*/ 2832 h 543"/>
                <a:gd name="T18" fmla="*/ 1016 w 169"/>
                <a:gd name="T19" fmla="*/ 3344 h 543"/>
                <a:gd name="T20" fmla="*/ 1128 w 169"/>
                <a:gd name="T21" fmla="*/ 3784 h 543"/>
                <a:gd name="T22" fmla="*/ 1352 w 169"/>
                <a:gd name="T23" fmla="*/ 4344 h 543"/>
                <a:gd name="T24" fmla="*/ 1232 w 169"/>
                <a:gd name="T25" fmla="*/ 4344 h 5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543">
                  <a:moveTo>
                    <a:pt x="154" y="543"/>
                  </a:moveTo>
                  <a:cubicBezTo>
                    <a:pt x="76" y="350"/>
                    <a:pt x="21" y="106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11"/>
                    <a:pt x="17" y="29"/>
                    <a:pt x="22" y="46"/>
                  </a:cubicBezTo>
                  <a:cubicBezTo>
                    <a:pt x="27" y="66"/>
                    <a:pt x="32" y="92"/>
                    <a:pt x="40" y="117"/>
                  </a:cubicBezTo>
                  <a:cubicBezTo>
                    <a:pt x="46" y="135"/>
                    <a:pt x="47" y="147"/>
                    <a:pt x="54" y="168"/>
                  </a:cubicBezTo>
                  <a:cubicBezTo>
                    <a:pt x="60" y="186"/>
                    <a:pt x="61" y="216"/>
                    <a:pt x="67" y="235"/>
                  </a:cubicBezTo>
                  <a:cubicBezTo>
                    <a:pt x="73" y="251"/>
                    <a:pt x="77" y="269"/>
                    <a:pt x="83" y="285"/>
                  </a:cubicBezTo>
                  <a:cubicBezTo>
                    <a:pt x="93" y="313"/>
                    <a:pt x="91" y="325"/>
                    <a:pt x="101" y="354"/>
                  </a:cubicBezTo>
                  <a:cubicBezTo>
                    <a:pt x="109" y="376"/>
                    <a:pt x="120" y="399"/>
                    <a:pt x="127" y="418"/>
                  </a:cubicBezTo>
                  <a:cubicBezTo>
                    <a:pt x="133" y="436"/>
                    <a:pt x="136" y="457"/>
                    <a:pt x="141" y="473"/>
                  </a:cubicBezTo>
                  <a:cubicBezTo>
                    <a:pt x="158" y="520"/>
                    <a:pt x="169" y="543"/>
                    <a:pt x="169" y="543"/>
                  </a:cubicBezTo>
                  <a:lnTo>
                    <a:pt x="154" y="543"/>
                  </a:ln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4753">
              <a:extLst>
                <a:ext uri="{FF2B5EF4-FFF2-40B4-BE49-F238E27FC236}">
                  <a16:creationId xmlns:a16="http://schemas.microsoft.com/office/drawing/2014/main" id="{20B299E6-91E1-4F2C-8695-339744C09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097"/>
              <a:ext cx="693" cy="1086"/>
            </a:xfrm>
            <a:custGeom>
              <a:avLst/>
              <a:gdLst>
                <a:gd name="T0" fmla="*/ 0 w 346"/>
                <a:gd name="T1" fmla="*/ 0 h 543"/>
                <a:gd name="T2" fmla="*/ 2339 w 346"/>
                <a:gd name="T3" fmla="*/ 4344 h 543"/>
                <a:gd name="T4" fmla="*/ 2780 w 346"/>
                <a:gd name="T5" fmla="*/ 4344 h 543"/>
                <a:gd name="T6" fmla="*/ 361 w 346"/>
                <a:gd name="T7" fmla="*/ 0 h 543"/>
                <a:gd name="T8" fmla="*/ 0 w 346"/>
                <a:gd name="T9" fmla="*/ 0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543">
                  <a:moveTo>
                    <a:pt x="0" y="0"/>
                  </a:moveTo>
                  <a:cubicBezTo>
                    <a:pt x="54" y="135"/>
                    <a:pt x="212" y="394"/>
                    <a:pt x="291" y="543"/>
                  </a:cubicBezTo>
                  <a:cubicBezTo>
                    <a:pt x="346" y="543"/>
                    <a:pt x="346" y="543"/>
                    <a:pt x="346" y="543"/>
                  </a:cubicBezTo>
                  <a:cubicBezTo>
                    <a:pt x="259" y="400"/>
                    <a:pt x="86" y="121"/>
                    <a:pt x="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4754">
              <a:extLst>
                <a:ext uri="{FF2B5EF4-FFF2-40B4-BE49-F238E27FC236}">
                  <a16:creationId xmlns:a16="http://schemas.microsoft.com/office/drawing/2014/main" id="{5F9205E1-F0FD-4C0D-99FA-948CAFD2B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097"/>
              <a:ext cx="399" cy="1086"/>
            </a:xfrm>
            <a:custGeom>
              <a:avLst/>
              <a:gdLst>
                <a:gd name="T0" fmla="*/ 1177 w 199"/>
                <a:gd name="T1" fmla="*/ 4344 h 543"/>
                <a:gd name="T2" fmla="*/ 0 w 199"/>
                <a:gd name="T3" fmla="*/ 0 h 543"/>
                <a:gd name="T4" fmla="*/ 361 w 199"/>
                <a:gd name="T5" fmla="*/ 0 h 543"/>
                <a:gd name="T6" fmla="*/ 1604 w 199"/>
                <a:gd name="T7" fmla="*/ 4344 h 543"/>
                <a:gd name="T8" fmla="*/ 1177 w 199"/>
                <a:gd name="T9" fmla="*/ 4344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543">
                  <a:moveTo>
                    <a:pt x="146" y="543"/>
                  </a:moveTo>
                  <a:cubicBezTo>
                    <a:pt x="65" y="365"/>
                    <a:pt x="23" y="103"/>
                    <a:pt x="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66" y="106"/>
                    <a:pt x="121" y="350"/>
                    <a:pt x="199" y="543"/>
                  </a:cubicBezTo>
                  <a:lnTo>
                    <a:pt x="146" y="543"/>
                  </a:lnTo>
                  <a:close/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4755">
              <a:extLst>
                <a:ext uri="{FF2B5EF4-FFF2-40B4-BE49-F238E27FC236}">
                  <a16:creationId xmlns:a16="http://schemas.microsoft.com/office/drawing/2014/main" id="{7654D1C3-4FC3-4964-9E23-8A6BE7FD6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732"/>
              <a:ext cx="588" cy="365"/>
            </a:xfrm>
            <a:custGeom>
              <a:avLst/>
              <a:gdLst>
                <a:gd name="T0" fmla="*/ 2352 w 294"/>
                <a:gd name="T1" fmla="*/ 1468 h 182"/>
                <a:gd name="T2" fmla="*/ 2336 w 294"/>
                <a:gd name="T3" fmla="*/ 1259 h 182"/>
                <a:gd name="T4" fmla="*/ 2336 w 294"/>
                <a:gd name="T5" fmla="*/ 1243 h 182"/>
                <a:gd name="T6" fmla="*/ 2088 w 294"/>
                <a:gd name="T7" fmla="*/ 499 h 182"/>
                <a:gd name="T8" fmla="*/ 1208 w 294"/>
                <a:gd name="T9" fmla="*/ 0 h 182"/>
                <a:gd name="T10" fmla="*/ 528 w 294"/>
                <a:gd name="T11" fmla="*/ 217 h 182"/>
                <a:gd name="T12" fmla="*/ 88 w 294"/>
                <a:gd name="T13" fmla="*/ 969 h 182"/>
                <a:gd name="T14" fmla="*/ 0 w 294"/>
                <a:gd name="T15" fmla="*/ 1468 h 182"/>
                <a:gd name="T16" fmla="*/ 96 w 294"/>
                <a:gd name="T17" fmla="*/ 1468 h 182"/>
                <a:gd name="T18" fmla="*/ 152 w 294"/>
                <a:gd name="T19" fmla="*/ 969 h 182"/>
                <a:gd name="T20" fmla="*/ 320 w 294"/>
                <a:gd name="T21" fmla="*/ 660 h 182"/>
                <a:gd name="T22" fmla="*/ 600 w 294"/>
                <a:gd name="T23" fmla="*/ 289 h 182"/>
                <a:gd name="T24" fmla="*/ 960 w 294"/>
                <a:gd name="T25" fmla="*/ 144 h 182"/>
                <a:gd name="T26" fmla="*/ 1200 w 294"/>
                <a:gd name="T27" fmla="*/ 80 h 182"/>
                <a:gd name="T28" fmla="*/ 1592 w 294"/>
                <a:gd name="T29" fmla="*/ 201 h 182"/>
                <a:gd name="T30" fmla="*/ 2008 w 294"/>
                <a:gd name="T31" fmla="*/ 515 h 182"/>
                <a:gd name="T32" fmla="*/ 2120 w 294"/>
                <a:gd name="T33" fmla="*/ 832 h 182"/>
                <a:gd name="T34" fmla="*/ 2232 w 294"/>
                <a:gd name="T35" fmla="*/ 1107 h 182"/>
                <a:gd name="T36" fmla="*/ 2248 w 294"/>
                <a:gd name="T37" fmla="*/ 1468 h 182"/>
                <a:gd name="T38" fmla="*/ 2352 w 294"/>
                <a:gd name="T39" fmla="*/ 1468 h 18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4" h="182">
                  <a:moveTo>
                    <a:pt x="294" y="182"/>
                  </a:moveTo>
                  <a:cubicBezTo>
                    <a:pt x="293" y="165"/>
                    <a:pt x="292" y="158"/>
                    <a:pt x="292" y="156"/>
                  </a:cubicBezTo>
                  <a:cubicBezTo>
                    <a:pt x="292" y="155"/>
                    <a:pt x="292" y="155"/>
                    <a:pt x="292" y="154"/>
                  </a:cubicBezTo>
                  <a:cubicBezTo>
                    <a:pt x="289" y="122"/>
                    <a:pt x="277" y="86"/>
                    <a:pt x="261" y="62"/>
                  </a:cubicBezTo>
                  <a:cubicBezTo>
                    <a:pt x="234" y="22"/>
                    <a:pt x="196" y="1"/>
                    <a:pt x="151" y="0"/>
                  </a:cubicBezTo>
                  <a:cubicBezTo>
                    <a:pt x="116" y="0"/>
                    <a:pt x="89" y="9"/>
                    <a:pt x="66" y="27"/>
                  </a:cubicBezTo>
                  <a:cubicBezTo>
                    <a:pt x="41" y="48"/>
                    <a:pt x="21" y="82"/>
                    <a:pt x="11" y="120"/>
                  </a:cubicBezTo>
                  <a:cubicBezTo>
                    <a:pt x="5" y="138"/>
                    <a:pt x="0" y="172"/>
                    <a:pt x="0" y="182"/>
                  </a:cubicBezTo>
                  <a:cubicBezTo>
                    <a:pt x="12" y="182"/>
                    <a:pt x="12" y="182"/>
                    <a:pt x="12" y="182"/>
                  </a:cubicBezTo>
                  <a:cubicBezTo>
                    <a:pt x="13" y="163"/>
                    <a:pt x="14" y="135"/>
                    <a:pt x="19" y="120"/>
                  </a:cubicBezTo>
                  <a:cubicBezTo>
                    <a:pt x="22" y="107"/>
                    <a:pt x="33" y="94"/>
                    <a:pt x="40" y="82"/>
                  </a:cubicBezTo>
                  <a:cubicBezTo>
                    <a:pt x="49" y="63"/>
                    <a:pt x="61" y="47"/>
                    <a:pt x="75" y="36"/>
                  </a:cubicBezTo>
                  <a:cubicBezTo>
                    <a:pt x="87" y="25"/>
                    <a:pt x="102" y="21"/>
                    <a:pt x="120" y="18"/>
                  </a:cubicBezTo>
                  <a:cubicBezTo>
                    <a:pt x="129" y="16"/>
                    <a:pt x="140" y="10"/>
                    <a:pt x="150" y="10"/>
                  </a:cubicBezTo>
                  <a:cubicBezTo>
                    <a:pt x="165" y="10"/>
                    <a:pt x="186" y="20"/>
                    <a:pt x="199" y="25"/>
                  </a:cubicBezTo>
                  <a:cubicBezTo>
                    <a:pt x="221" y="34"/>
                    <a:pt x="236" y="42"/>
                    <a:pt x="251" y="64"/>
                  </a:cubicBezTo>
                  <a:cubicBezTo>
                    <a:pt x="257" y="72"/>
                    <a:pt x="261" y="91"/>
                    <a:pt x="265" y="103"/>
                  </a:cubicBezTo>
                  <a:cubicBezTo>
                    <a:pt x="270" y="114"/>
                    <a:pt x="276" y="125"/>
                    <a:pt x="279" y="137"/>
                  </a:cubicBezTo>
                  <a:cubicBezTo>
                    <a:pt x="282" y="152"/>
                    <a:pt x="280" y="171"/>
                    <a:pt x="281" y="182"/>
                  </a:cubicBezTo>
                  <a:lnTo>
                    <a:pt x="294" y="182"/>
                  </a:lnTo>
                  <a:close/>
                </a:path>
              </a:pathLst>
            </a:custGeom>
            <a:solidFill>
              <a:srgbClr val="A14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4756">
              <a:extLst>
                <a:ext uri="{FF2B5EF4-FFF2-40B4-BE49-F238E27FC236}">
                  <a16:creationId xmlns:a16="http://schemas.microsoft.com/office/drawing/2014/main" id="{64C2A22B-E23E-46CE-8692-8BA30F35B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640"/>
              <a:ext cx="769" cy="457"/>
            </a:xfrm>
            <a:custGeom>
              <a:avLst/>
              <a:gdLst>
                <a:gd name="T0" fmla="*/ 3076 w 384"/>
                <a:gd name="T1" fmla="*/ 1579 h 228"/>
                <a:gd name="T2" fmla="*/ 2764 w 384"/>
                <a:gd name="T3" fmla="*/ 667 h 228"/>
                <a:gd name="T4" fmla="*/ 1576 w 384"/>
                <a:gd name="T5" fmla="*/ 0 h 228"/>
                <a:gd name="T6" fmla="*/ 657 w 384"/>
                <a:gd name="T7" fmla="*/ 305 h 228"/>
                <a:gd name="T8" fmla="*/ 24 w 384"/>
                <a:gd name="T9" fmla="*/ 1579 h 228"/>
                <a:gd name="T10" fmla="*/ 0 w 384"/>
                <a:gd name="T11" fmla="*/ 1836 h 228"/>
                <a:gd name="T12" fmla="*/ 360 w 384"/>
                <a:gd name="T13" fmla="*/ 1836 h 228"/>
                <a:gd name="T14" fmla="*/ 449 w 384"/>
                <a:gd name="T15" fmla="*/ 1337 h 228"/>
                <a:gd name="T16" fmla="*/ 891 w 384"/>
                <a:gd name="T17" fmla="*/ 587 h 228"/>
                <a:gd name="T18" fmla="*/ 1576 w 384"/>
                <a:gd name="T19" fmla="*/ 369 h 228"/>
                <a:gd name="T20" fmla="*/ 2459 w 384"/>
                <a:gd name="T21" fmla="*/ 868 h 228"/>
                <a:gd name="T22" fmla="*/ 2708 w 384"/>
                <a:gd name="T23" fmla="*/ 1612 h 228"/>
                <a:gd name="T24" fmla="*/ 2708 w 384"/>
                <a:gd name="T25" fmla="*/ 1628 h 228"/>
                <a:gd name="T26" fmla="*/ 2724 w 384"/>
                <a:gd name="T27" fmla="*/ 1836 h 228"/>
                <a:gd name="T28" fmla="*/ 3084 w 384"/>
                <a:gd name="T29" fmla="*/ 1836 h 228"/>
                <a:gd name="T30" fmla="*/ 3076 w 384"/>
                <a:gd name="T31" fmla="*/ 1579 h 2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4" h="228">
                  <a:moveTo>
                    <a:pt x="383" y="196"/>
                  </a:moveTo>
                  <a:cubicBezTo>
                    <a:pt x="379" y="158"/>
                    <a:pt x="366" y="115"/>
                    <a:pt x="344" y="83"/>
                  </a:cubicBezTo>
                  <a:cubicBezTo>
                    <a:pt x="309" y="30"/>
                    <a:pt x="257" y="1"/>
                    <a:pt x="196" y="0"/>
                  </a:cubicBezTo>
                  <a:cubicBezTo>
                    <a:pt x="151" y="0"/>
                    <a:pt x="113" y="13"/>
                    <a:pt x="82" y="38"/>
                  </a:cubicBezTo>
                  <a:cubicBezTo>
                    <a:pt x="41" y="72"/>
                    <a:pt x="10" y="133"/>
                    <a:pt x="3" y="196"/>
                  </a:cubicBezTo>
                  <a:cubicBezTo>
                    <a:pt x="1" y="208"/>
                    <a:pt x="0" y="221"/>
                    <a:pt x="0" y="228"/>
                  </a:cubicBezTo>
                  <a:cubicBezTo>
                    <a:pt x="45" y="228"/>
                    <a:pt x="45" y="228"/>
                    <a:pt x="45" y="228"/>
                  </a:cubicBezTo>
                  <a:cubicBezTo>
                    <a:pt x="45" y="218"/>
                    <a:pt x="50" y="184"/>
                    <a:pt x="56" y="166"/>
                  </a:cubicBezTo>
                  <a:cubicBezTo>
                    <a:pt x="66" y="128"/>
                    <a:pt x="86" y="94"/>
                    <a:pt x="111" y="73"/>
                  </a:cubicBezTo>
                  <a:cubicBezTo>
                    <a:pt x="134" y="55"/>
                    <a:pt x="161" y="46"/>
                    <a:pt x="196" y="46"/>
                  </a:cubicBezTo>
                  <a:cubicBezTo>
                    <a:pt x="241" y="47"/>
                    <a:pt x="279" y="68"/>
                    <a:pt x="306" y="108"/>
                  </a:cubicBezTo>
                  <a:cubicBezTo>
                    <a:pt x="322" y="132"/>
                    <a:pt x="334" y="168"/>
                    <a:pt x="337" y="200"/>
                  </a:cubicBezTo>
                  <a:cubicBezTo>
                    <a:pt x="337" y="201"/>
                    <a:pt x="337" y="201"/>
                    <a:pt x="337" y="202"/>
                  </a:cubicBezTo>
                  <a:cubicBezTo>
                    <a:pt x="337" y="204"/>
                    <a:pt x="338" y="211"/>
                    <a:pt x="339" y="228"/>
                  </a:cubicBezTo>
                  <a:cubicBezTo>
                    <a:pt x="384" y="228"/>
                    <a:pt x="384" y="228"/>
                    <a:pt x="384" y="228"/>
                  </a:cubicBezTo>
                  <a:cubicBezTo>
                    <a:pt x="384" y="220"/>
                    <a:pt x="384" y="205"/>
                    <a:pt x="383" y="196"/>
                  </a:cubicBezTo>
                </a:path>
              </a:pathLst>
            </a:custGeom>
            <a:solidFill>
              <a:srgbClr val="F5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4757">
              <a:extLst>
                <a:ext uri="{FF2B5EF4-FFF2-40B4-BE49-F238E27FC236}">
                  <a16:creationId xmlns:a16="http://schemas.microsoft.com/office/drawing/2014/main" id="{33219381-2179-471E-884D-6BAE84314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3183"/>
              <a:ext cx="1233" cy="671"/>
            </a:xfrm>
            <a:custGeom>
              <a:avLst/>
              <a:gdLst>
                <a:gd name="T0" fmla="*/ 0 w 616"/>
                <a:gd name="T1" fmla="*/ 0 h 335"/>
                <a:gd name="T2" fmla="*/ 536 w 616"/>
                <a:gd name="T3" fmla="*/ 1640 h 335"/>
                <a:gd name="T4" fmla="*/ 2396 w 616"/>
                <a:gd name="T5" fmla="*/ 2692 h 335"/>
                <a:gd name="T6" fmla="*/ 4011 w 616"/>
                <a:gd name="T7" fmla="*/ 2187 h 335"/>
                <a:gd name="T8" fmla="*/ 4940 w 616"/>
                <a:gd name="T9" fmla="*/ 0 h 335"/>
                <a:gd name="T10" fmla="*/ 4644 w 616"/>
                <a:gd name="T11" fmla="*/ 0 h 335"/>
                <a:gd name="T12" fmla="*/ 4644 w 616"/>
                <a:gd name="T13" fmla="*/ 288 h 335"/>
                <a:gd name="T14" fmla="*/ 3835 w 616"/>
                <a:gd name="T15" fmla="*/ 1977 h 335"/>
                <a:gd name="T16" fmla="*/ 2396 w 616"/>
                <a:gd name="T17" fmla="*/ 2420 h 335"/>
                <a:gd name="T18" fmla="*/ 761 w 616"/>
                <a:gd name="T19" fmla="*/ 1488 h 335"/>
                <a:gd name="T20" fmla="*/ 336 w 616"/>
                <a:gd name="T21" fmla="*/ 256 h 335"/>
                <a:gd name="T22" fmla="*/ 320 w 616"/>
                <a:gd name="T23" fmla="*/ 0 h 335"/>
                <a:gd name="T24" fmla="*/ 0 w 616"/>
                <a:gd name="T25" fmla="*/ 0 h 3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6" h="335">
                  <a:moveTo>
                    <a:pt x="0" y="0"/>
                  </a:moveTo>
                  <a:cubicBezTo>
                    <a:pt x="0" y="69"/>
                    <a:pt x="28" y="145"/>
                    <a:pt x="67" y="204"/>
                  </a:cubicBezTo>
                  <a:cubicBezTo>
                    <a:pt x="124" y="291"/>
                    <a:pt x="209" y="334"/>
                    <a:pt x="299" y="335"/>
                  </a:cubicBezTo>
                  <a:cubicBezTo>
                    <a:pt x="361" y="335"/>
                    <a:pt x="446" y="316"/>
                    <a:pt x="500" y="272"/>
                  </a:cubicBezTo>
                  <a:cubicBezTo>
                    <a:pt x="578" y="207"/>
                    <a:pt x="615" y="101"/>
                    <a:pt x="616" y="0"/>
                  </a:cubicBezTo>
                  <a:cubicBezTo>
                    <a:pt x="579" y="0"/>
                    <a:pt x="579" y="0"/>
                    <a:pt x="579" y="0"/>
                  </a:cubicBezTo>
                  <a:cubicBezTo>
                    <a:pt x="579" y="0"/>
                    <a:pt x="581" y="15"/>
                    <a:pt x="579" y="36"/>
                  </a:cubicBezTo>
                  <a:cubicBezTo>
                    <a:pt x="571" y="124"/>
                    <a:pt x="536" y="198"/>
                    <a:pt x="478" y="246"/>
                  </a:cubicBezTo>
                  <a:cubicBezTo>
                    <a:pt x="432" y="284"/>
                    <a:pt x="355" y="301"/>
                    <a:pt x="299" y="301"/>
                  </a:cubicBezTo>
                  <a:cubicBezTo>
                    <a:pt x="216" y="300"/>
                    <a:pt x="144" y="259"/>
                    <a:pt x="95" y="185"/>
                  </a:cubicBezTo>
                  <a:cubicBezTo>
                    <a:pt x="64" y="139"/>
                    <a:pt x="44" y="76"/>
                    <a:pt x="42" y="32"/>
                  </a:cubicBezTo>
                  <a:cubicBezTo>
                    <a:pt x="39" y="11"/>
                    <a:pt x="40" y="0"/>
                    <a:pt x="4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5B1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4758">
              <a:extLst>
                <a:ext uri="{FF2B5EF4-FFF2-40B4-BE49-F238E27FC236}">
                  <a16:creationId xmlns:a16="http://schemas.microsoft.com/office/drawing/2014/main" id="{F266EBD5-DEBE-4AD6-B9FA-D1A992492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863"/>
              <a:ext cx="1786" cy="2689"/>
            </a:xfrm>
            <a:custGeom>
              <a:avLst/>
              <a:gdLst>
                <a:gd name="T0" fmla="*/ 4976 w 892"/>
                <a:gd name="T1" fmla="*/ 9883 h 1343"/>
                <a:gd name="T2" fmla="*/ 4968 w 892"/>
                <a:gd name="T3" fmla="*/ 9865 h 1343"/>
                <a:gd name="T4" fmla="*/ 4960 w 892"/>
                <a:gd name="T5" fmla="*/ 9793 h 1343"/>
                <a:gd name="T6" fmla="*/ 4952 w 892"/>
                <a:gd name="T7" fmla="*/ 9753 h 1343"/>
                <a:gd name="T8" fmla="*/ 4936 w 892"/>
                <a:gd name="T9" fmla="*/ 9697 h 1343"/>
                <a:gd name="T10" fmla="*/ 4928 w 892"/>
                <a:gd name="T11" fmla="*/ 9649 h 1343"/>
                <a:gd name="T12" fmla="*/ 4920 w 892"/>
                <a:gd name="T13" fmla="*/ 9601 h 1343"/>
                <a:gd name="T14" fmla="*/ 4920 w 892"/>
                <a:gd name="T15" fmla="*/ 9545 h 1343"/>
                <a:gd name="T16" fmla="*/ 4912 w 892"/>
                <a:gd name="T17" fmla="*/ 9505 h 1343"/>
                <a:gd name="T18" fmla="*/ 4912 w 892"/>
                <a:gd name="T19" fmla="*/ 9441 h 1343"/>
                <a:gd name="T20" fmla="*/ 4903 w 892"/>
                <a:gd name="T21" fmla="*/ 9400 h 1343"/>
                <a:gd name="T22" fmla="*/ 4903 w 892"/>
                <a:gd name="T23" fmla="*/ 9304 h 1343"/>
                <a:gd name="T24" fmla="*/ 3772 w 892"/>
                <a:gd name="T25" fmla="*/ 4944 h 1343"/>
                <a:gd name="T26" fmla="*/ 4527 w 892"/>
                <a:gd name="T27" fmla="*/ 3220 h 1343"/>
                <a:gd name="T28" fmla="*/ 5628 w 892"/>
                <a:gd name="T29" fmla="*/ 2859 h 1343"/>
                <a:gd name="T30" fmla="*/ 7064 w 892"/>
                <a:gd name="T31" fmla="*/ 3644 h 1343"/>
                <a:gd name="T32" fmla="*/ 7160 w 892"/>
                <a:gd name="T33" fmla="*/ 3812 h 1343"/>
                <a:gd name="T34" fmla="*/ 2208 w 892"/>
                <a:gd name="T35" fmla="*/ 1243 h 1343"/>
                <a:gd name="T36" fmla="*/ 1235 w 892"/>
                <a:gd name="T37" fmla="*/ 160 h 1343"/>
                <a:gd name="T38" fmla="*/ 1203 w 892"/>
                <a:gd name="T39" fmla="*/ 0 h 1343"/>
                <a:gd name="T40" fmla="*/ 979 w 892"/>
                <a:gd name="T41" fmla="*/ 1756 h 1343"/>
                <a:gd name="T42" fmla="*/ 2345 w 892"/>
                <a:gd name="T43" fmla="*/ 2240 h 1343"/>
                <a:gd name="T44" fmla="*/ 3532 w 892"/>
                <a:gd name="T45" fmla="*/ 3540 h 1343"/>
                <a:gd name="T46" fmla="*/ 3628 w 892"/>
                <a:gd name="T47" fmla="*/ 5088 h 1343"/>
                <a:gd name="T48" fmla="*/ 5336 w 892"/>
                <a:gd name="T49" fmla="*/ 10780 h 1343"/>
                <a:gd name="T50" fmla="*/ 4976 w 892"/>
                <a:gd name="T51" fmla="*/ 9883 h 13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2" h="1343">
                  <a:moveTo>
                    <a:pt x="620" y="1231"/>
                  </a:moveTo>
                  <a:cubicBezTo>
                    <a:pt x="620" y="1230"/>
                    <a:pt x="620" y="1229"/>
                    <a:pt x="619" y="1229"/>
                  </a:cubicBezTo>
                  <a:cubicBezTo>
                    <a:pt x="619" y="1226"/>
                    <a:pt x="618" y="1223"/>
                    <a:pt x="618" y="1220"/>
                  </a:cubicBezTo>
                  <a:cubicBezTo>
                    <a:pt x="617" y="1218"/>
                    <a:pt x="617" y="1217"/>
                    <a:pt x="617" y="1215"/>
                  </a:cubicBezTo>
                  <a:cubicBezTo>
                    <a:pt x="616" y="1213"/>
                    <a:pt x="616" y="1210"/>
                    <a:pt x="615" y="1208"/>
                  </a:cubicBezTo>
                  <a:cubicBezTo>
                    <a:pt x="615" y="1206"/>
                    <a:pt x="615" y="1204"/>
                    <a:pt x="614" y="1202"/>
                  </a:cubicBezTo>
                  <a:cubicBezTo>
                    <a:pt x="614" y="1200"/>
                    <a:pt x="614" y="1198"/>
                    <a:pt x="613" y="1196"/>
                  </a:cubicBezTo>
                  <a:cubicBezTo>
                    <a:pt x="613" y="1194"/>
                    <a:pt x="613" y="1191"/>
                    <a:pt x="613" y="1189"/>
                  </a:cubicBezTo>
                  <a:cubicBezTo>
                    <a:pt x="612" y="1187"/>
                    <a:pt x="612" y="1185"/>
                    <a:pt x="612" y="1184"/>
                  </a:cubicBezTo>
                  <a:cubicBezTo>
                    <a:pt x="612" y="1181"/>
                    <a:pt x="612" y="1178"/>
                    <a:pt x="612" y="1176"/>
                  </a:cubicBezTo>
                  <a:cubicBezTo>
                    <a:pt x="611" y="1174"/>
                    <a:pt x="611" y="1173"/>
                    <a:pt x="611" y="1171"/>
                  </a:cubicBezTo>
                  <a:cubicBezTo>
                    <a:pt x="611" y="1167"/>
                    <a:pt x="611" y="1163"/>
                    <a:pt x="611" y="1159"/>
                  </a:cubicBezTo>
                  <a:cubicBezTo>
                    <a:pt x="528" y="970"/>
                    <a:pt x="498" y="721"/>
                    <a:pt x="470" y="616"/>
                  </a:cubicBezTo>
                  <a:cubicBezTo>
                    <a:pt x="471" y="540"/>
                    <a:pt x="504" y="451"/>
                    <a:pt x="564" y="401"/>
                  </a:cubicBezTo>
                  <a:cubicBezTo>
                    <a:pt x="605" y="367"/>
                    <a:pt x="654" y="355"/>
                    <a:pt x="701" y="356"/>
                  </a:cubicBezTo>
                  <a:cubicBezTo>
                    <a:pt x="770" y="356"/>
                    <a:pt x="836" y="388"/>
                    <a:pt x="880" y="454"/>
                  </a:cubicBezTo>
                  <a:cubicBezTo>
                    <a:pt x="884" y="461"/>
                    <a:pt x="889" y="468"/>
                    <a:pt x="892" y="475"/>
                  </a:cubicBezTo>
                  <a:cubicBezTo>
                    <a:pt x="776" y="198"/>
                    <a:pt x="514" y="172"/>
                    <a:pt x="275" y="155"/>
                  </a:cubicBezTo>
                  <a:cubicBezTo>
                    <a:pt x="44" y="139"/>
                    <a:pt x="64" y="40"/>
                    <a:pt x="154" y="2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0" y="40"/>
                    <a:pt x="10" y="151"/>
                    <a:pt x="122" y="219"/>
                  </a:cubicBezTo>
                  <a:cubicBezTo>
                    <a:pt x="174" y="250"/>
                    <a:pt x="236" y="264"/>
                    <a:pt x="292" y="279"/>
                  </a:cubicBezTo>
                  <a:cubicBezTo>
                    <a:pt x="387" y="304"/>
                    <a:pt x="449" y="325"/>
                    <a:pt x="440" y="441"/>
                  </a:cubicBezTo>
                  <a:cubicBezTo>
                    <a:pt x="434" y="522"/>
                    <a:pt x="439" y="570"/>
                    <a:pt x="452" y="634"/>
                  </a:cubicBezTo>
                  <a:cubicBezTo>
                    <a:pt x="465" y="708"/>
                    <a:pt x="596" y="1261"/>
                    <a:pt x="665" y="1343"/>
                  </a:cubicBezTo>
                  <a:cubicBezTo>
                    <a:pt x="645" y="1308"/>
                    <a:pt x="629" y="1270"/>
                    <a:pt x="620" y="1231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4759">
              <a:extLst>
                <a:ext uri="{FF2B5EF4-FFF2-40B4-BE49-F238E27FC236}">
                  <a16:creationId xmlns:a16="http://schemas.microsoft.com/office/drawing/2014/main" id="{3844F532-334B-4D91-BE98-6CB6F24F1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097"/>
              <a:ext cx="677" cy="1086"/>
            </a:xfrm>
            <a:custGeom>
              <a:avLst/>
              <a:gdLst>
                <a:gd name="T0" fmla="*/ 2716 w 338"/>
                <a:gd name="T1" fmla="*/ 4344 h 543"/>
                <a:gd name="T2" fmla="*/ 272 w 338"/>
                <a:gd name="T3" fmla="*/ 0 h 543"/>
                <a:gd name="T4" fmla="*/ 0 w 338"/>
                <a:gd name="T5" fmla="*/ 0 h 543"/>
                <a:gd name="T6" fmla="*/ 2420 w 338"/>
                <a:gd name="T7" fmla="*/ 4344 h 543"/>
                <a:gd name="T8" fmla="*/ 2716 w 338"/>
                <a:gd name="T9" fmla="*/ 4344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8" h="543">
                  <a:moveTo>
                    <a:pt x="338" y="543"/>
                  </a:moveTo>
                  <a:cubicBezTo>
                    <a:pt x="235" y="366"/>
                    <a:pt x="80" y="119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1" y="121"/>
                    <a:pt x="214" y="400"/>
                    <a:pt x="301" y="543"/>
                  </a:cubicBezTo>
                  <a:lnTo>
                    <a:pt x="338" y="543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4760">
              <a:extLst>
                <a:ext uri="{FF2B5EF4-FFF2-40B4-BE49-F238E27FC236}">
                  <a16:creationId xmlns:a16="http://schemas.microsoft.com/office/drawing/2014/main" id="{1E277C18-161B-4864-9423-00AFBE3C0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097"/>
              <a:ext cx="363" cy="1086"/>
            </a:xfrm>
            <a:custGeom>
              <a:avLst/>
              <a:gdLst>
                <a:gd name="T0" fmla="*/ 0 w 181"/>
                <a:gd name="T1" fmla="*/ 0 h 543"/>
                <a:gd name="T2" fmla="*/ 1139 w 181"/>
                <a:gd name="T3" fmla="*/ 4344 h 543"/>
                <a:gd name="T4" fmla="*/ 1460 w 181"/>
                <a:gd name="T5" fmla="*/ 4344 h 543"/>
                <a:gd name="T6" fmla="*/ 281 w 181"/>
                <a:gd name="T7" fmla="*/ 0 h 543"/>
                <a:gd name="T8" fmla="*/ 0 w 181"/>
                <a:gd name="T9" fmla="*/ 0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543">
                  <a:moveTo>
                    <a:pt x="0" y="0"/>
                  </a:moveTo>
                  <a:cubicBezTo>
                    <a:pt x="28" y="105"/>
                    <a:pt x="58" y="354"/>
                    <a:pt x="141" y="543"/>
                  </a:cubicBezTo>
                  <a:cubicBezTo>
                    <a:pt x="181" y="543"/>
                    <a:pt x="181" y="543"/>
                    <a:pt x="181" y="543"/>
                  </a:cubicBezTo>
                  <a:cubicBezTo>
                    <a:pt x="100" y="365"/>
                    <a:pt x="58" y="103"/>
                    <a:pt x="3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4761">
              <a:extLst>
                <a:ext uri="{FF2B5EF4-FFF2-40B4-BE49-F238E27FC236}">
                  <a16:creationId xmlns:a16="http://schemas.microsoft.com/office/drawing/2014/main" id="{C3D4D7F4-CC06-466E-91A4-96E4EAF30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167"/>
              <a:ext cx="801" cy="483"/>
            </a:xfrm>
            <a:custGeom>
              <a:avLst/>
              <a:gdLst>
                <a:gd name="T0" fmla="*/ 88 w 400"/>
                <a:gd name="T1" fmla="*/ 361 h 241"/>
                <a:gd name="T2" fmla="*/ 168 w 400"/>
                <a:gd name="T3" fmla="*/ 908 h 241"/>
                <a:gd name="T4" fmla="*/ 401 w 400"/>
                <a:gd name="T5" fmla="*/ 1225 h 241"/>
                <a:gd name="T6" fmla="*/ 577 w 400"/>
                <a:gd name="T7" fmla="*/ 1531 h 241"/>
                <a:gd name="T8" fmla="*/ 689 w 400"/>
                <a:gd name="T9" fmla="*/ 1619 h 241"/>
                <a:gd name="T10" fmla="*/ 859 w 400"/>
                <a:gd name="T11" fmla="*/ 1675 h 241"/>
                <a:gd name="T12" fmla="*/ 1003 w 400"/>
                <a:gd name="T13" fmla="*/ 1764 h 241"/>
                <a:gd name="T14" fmla="*/ 1252 w 400"/>
                <a:gd name="T15" fmla="*/ 1844 h 241"/>
                <a:gd name="T16" fmla="*/ 1588 w 400"/>
                <a:gd name="T17" fmla="*/ 1940 h 241"/>
                <a:gd name="T18" fmla="*/ 1864 w 400"/>
                <a:gd name="T19" fmla="*/ 1908 h 241"/>
                <a:gd name="T20" fmla="*/ 2153 w 400"/>
                <a:gd name="T21" fmla="*/ 1884 h 241"/>
                <a:gd name="T22" fmla="*/ 2419 w 400"/>
                <a:gd name="T23" fmla="*/ 1724 h 241"/>
                <a:gd name="T24" fmla="*/ 2627 w 400"/>
                <a:gd name="T25" fmla="*/ 1595 h 241"/>
                <a:gd name="T26" fmla="*/ 2820 w 400"/>
                <a:gd name="T27" fmla="*/ 1369 h 241"/>
                <a:gd name="T28" fmla="*/ 3012 w 400"/>
                <a:gd name="T29" fmla="*/ 1120 h 241"/>
                <a:gd name="T30" fmla="*/ 3076 w 400"/>
                <a:gd name="T31" fmla="*/ 984 h 241"/>
                <a:gd name="T32" fmla="*/ 3108 w 400"/>
                <a:gd name="T33" fmla="*/ 828 h 241"/>
                <a:gd name="T34" fmla="*/ 3180 w 400"/>
                <a:gd name="T35" fmla="*/ 643 h 241"/>
                <a:gd name="T36" fmla="*/ 3172 w 400"/>
                <a:gd name="T37" fmla="*/ 64 h 241"/>
                <a:gd name="T38" fmla="*/ 3172 w 400"/>
                <a:gd name="T39" fmla="*/ 64 h 241"/>
                <a:gd name="T40" fmla="*/ 2820 w 400"/>
                <a:gd name="T41" fmla="*/ 64 h 241"/>
                <a:gd name="T42" fmla="*/ 2137 w 400"/>
                <a:gd name="T43" fmla="*/ 48 h 241"/>
                <a:gd name="T44" fmla="*/ 1051 w 400"/>
                <a:gd name="T45" fmla="*/ 8 h 241"/>
                <a:gd name="T46" fmla="*/ 376 w 400"/>
                <a:gd name="T47" fmla="*/ 64 h 241"/>
                <a:gd name="T48" fmla="*/ 0 w 400"/>
                <a:gd name="T49" fmla="*/ 64 h 241"/>
                <a:gd name="T50" fmla="*/ 0 w 400"/>
                <a:gd name="T51" fmla="*/ 64 h 241"/>
                <a:gd name="T52" fmla="*/ 88 w 400"/>
                <a:gd name="T53" fmla="*/ 361 h 2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00" h="241">
                  <a:moveTo>
                    <a:pt x="11" y="45"/>
                  </a:moveTo>
                  <a:cubicBezTo>
                    <a:pt x="13" y="62"/>
                    <a:pt x="11" y="89"/>
                    <a:pt x="21" y="113"/>
                  </a:cubicBezTo>
                  <a:cubicBezTo>
                    <a:pt x="27" y="127"/>
                    <a:pt x="40" y="136"/>
                    <a:pt x="50" y="152"/>
                  </a:cubicBezTo>
                  <a:cubicBezTo>
                    <a:pt x="57" y="163"/>
                    <a:pt x="63" y="181"/>
                    <a:pt x="72" y="190"/>
                  </a:cubicBezTo>
                  <a:cubicBezTo>
                    <a:pt x="76" y="194"/>
                    <a:pt x="81" y="198"/>
                    <a:pt x="86" y="201"/>
                  </a:cubicBezTo>
                  <a:cubicBezTo>
                    <a:pt x="92" y="205"/>
                    <a:pt x="100" y="205"/>
                    <a:pt x="107" y="208"/>
                  </a:cubicBezTo>
                  <a:cubicBezTo>
                    <a:pt x="113" y="211"/>
                    <a:pt x="119" y="217"/>
                    <a:pt x="125" y="219"/>
                  </a:cubicBezTo>
                  <a:cubicBezTo>
                    <a:pt x="134" y="223"/>
                    <a:pt x="146" y="225"/>
                    <a:pt x="156" y="229"/>
                  </a:cubicBezTo>
                  <a:cubicBezTo>
                    <a:pt x="170" y="234"/>
                    <a:pt x="184" y="241"/>
                    <a:pt x="198" y="241"/>
                  </a:cubicBezTo>
                  <a:cubicBezTo>
                    <a:pt x="209" y="241"/>
                    <a:pt x="220" y="238"/>
                    <a:pt x="232" y="237"/>
                  </a:cubicBezTo>
                  <a:cubicBezTo>
                    <a:pt x="244" y="236"/>
                    <a:pt x="257" y="237"/>
                    <a:pt x="268" y="234"/>
                  </a:cubicBezTo>
                  <a:cubicBezTo>
                    <a:pt x="280" y="230"/>
                    <a:pt x="290" y="221"/>
                    <a:pt x="301" y="214"/>
                  </a:cubicBezTo>
                  <a:cubicBezTo>
                    <a:pt x="310" y="208"/>
                    <a:pt x="320" y="204"/>
                    <a:pt x="327" y="198"/>
                  </a:cubicBezTo>
                  <a:cubicBezTo>
                    <a:pt x="336" y="191"/>
                    <a:pt x="342" y="180"/>
                    <a:pt x="351" y="170"/>
                  </a:cubicBezTo>
                  <a:cubicBezTo>
                    <a:pt x="359" y="159"/>
                    <a:pt x="369" y="150"/>
                    <a:pt x="375" y="139"/>
                  </a:cubicBezTo>
                  <a:cubicBezTo>
                    <a:pt x="378" y="134"/>
                    <a:pt x="380" y="128"/>
                    <a:pt x="383" y="122"/>
                  </a:cubicBezTo>
                  <a:cubicBezTo>
                    <a:pt x="385" y="116"/>
                    <a:pt x="385" y="109"/>
                    <a:pt x="387" y="103"/>
                  </a:cubicBezTo>
                  <a:cubicBezTo>
                    <a:pt x="389" y="95"/>
                    <a:pt x="394" y="88"/>
                    <a:pt x="396" y="80"/>
                  </a:cubicBezTo>
                  <a:cubicBezTo>
                    <a:pt x="400" y="66"/>
                    <a:pt x="396" y="32"/>
                    <a:pt x="395" y="8"/>
                  </a:cubicBezTo>
                  <a:cubicBezTo>
                    <a:pt x="395" y="8"/>
                    <a:pt x="395" y="8"/>
                    <a:pt x="395" y="8"/>
                  </a:cubicBezTo>
                  <a:cubicBezTo>
                    <a:pt x="384" y="9"/>
                    <a:pt x="366" y="11"/>
                    <a:pt x="351" y="8"/>
                  </a:cubicBezTo>
                  <a:cubicBezTo>
                    <a:pt x="322" y="3"/>
                    <a:pt x="299" y="3"/>
                    <a:pt x="266" y="6"/>
                  </a:cubicBezTo>
                  <a:cubicBezTo>
                    <a:pt x="218" y="9"/>
                    <a:pt x="178" y="0"/>
                    <a:pt x="131" y="1"/>
                  </a:cubicBezTo>
                  <a:cubicBezTo>
                    <a:pt x="107" y="1"/>
                    <a:pt x="75" y="5"/>
                    <a:pt x="47" y="8"/>
                  </a:cubicBezTo>
                  <a:cubicBezTo>
                    <a:pt x="29" y="10"/>
                    <a:pt x="15" y="14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7" y="22"/>
                    <a:pt x="11" y="4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4762">
              <a:extLst>
                <a:ext uri="{FF2B5EF4-FFF2-40B4-BE49-F238E27FC236}">
                  <a16:creationId xmlns:a16="http://schemas.microsoft.com/office/drawing/2014/main" id="{57658ADD-F61E-45F1-8298-2F86FB223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167"/>
              <a:ext cx="801" cy="483"/>
            </a:xfrm>
            <a:custGeom>
              <a:avLst/>
              <a:gdLst>
                <a:gd name="T0" fmla="*/ 88 w 400"/>
                <a:gd name="T1" fmla="*/ 361 h 241"/>
                <a:gd name="T2" fmla="*/ 168 w 400"/>
                <a:gd name="T3" fmla="*/ 908 h 241"/>
                <a:gd name="T4" fmla="*/ 401 w 400"/>
                <a:gd name="T5" fmla="*/ 1225 h 241"/>
                <a:gd name="T6" fmla="*/ 577 w 400"/>
                <a:gd name="T7" fmla="*/ 1531 h 241"/>
                <a:gd name="T8" fmla="*/ 689 w 400"/>
                <a:gd name="T9" fmla="*/ 1619 h 241"/>
                <a:gd name="T10" fmla="*/ 859 w 400"/>
                <a:gd name="T11" fmla="*/ 1675 h 241"/>
                <a:gd name="T12" fmla="*/ 1003 w 400"/>
                <a:gd name="T13" fmla="*/ 1764 h 241"/>
                <a:gd name="T14" fmla="*/ 1252 w 400"/>
                <a:gd name="T15" fmla="*/ 1844 h 241"/>
                <a:gd name="T16" fmla="*/ 1588 w 400"/>
                <a:gd name="T17" fmla="*/ 1940 h 241"/>
                <a:gd name="T18" fmla="*/ 1864 w 400"/>
                <a:gd name="T19" fmla="*/ 1908 h 241"/>
                <a:gd name="T20" fmla="*/ 2153 w 400"/>
                <a:gd name="T21" fmla="*/ 1884 h 241"/>
                <a:gd name="T22" fmla="*/ 2419 w 400"/>
                <a:gd name="T23" fmla="*/ 1724 h 241"/>
                <a:gd name="T24" fmla="*/ 2627 w 400"/>
                <a:gd name="T25" fmla="*/ 1595 h 241"/>
                <a:gd name="T26" fmla="*/ 2820 w 400"/>
                <a:gd name="T27" fmla="*/ 1369 h 241"/>
                <a:gd name="T28" fmla="*/ 3012 w 400"/>
                <a:gd name="T29" fmla="*/ 1120 h 241"/>
                <a:gd name="T30" fmla="*/ 3076 w 400"/>
                <a:gd name="T31" fmla="*/ 984 h 241"/>
                <a:gd name="T32" fmla="*/ 3108 w 400"/>
                <a:gd name="T33" fmla="*/ 828 h 241"/>
                <a:gd name="T34" fmla="*/ 3180 w 400"/>
                <a:gd name="T35" fmla="*/ 643 h 241"/>
                <a:gd name="T36" fmla="*/ 3172 w 400"/>
                <a:gd name="T37" fmla="*/ 64 h 241"/>
                <a:gd name="T38" fmla="*/ 3172 w 400"/>
                <a:gd name="T39" fmla="*/ 64 h 241"/>
                <a:gd name="T40" fmla="*/ 2820 w 400"/>
                <a:gd name="T41" fmla="*/ 64 h 241"/>
                <a:gd name="T42" fmla="*/ 2137 w 400"/>
                <a:gd name="T43" fmla="*/ 48 h 241"/>
                <a:gd name="T44" fmla="*/ 1051 w 400"/>
                <a:gd name="T45" fmla="*/ 8 h 241"/>
                <a:gd name="T46" fmla="*/ 376 w 400"/>
                <a:gd name="T47" fmla="*/ 64 h 241"/>
                <a:gd name="T48" fmla="*/ 0 w 400"/>
                <a:gd name="T49" fmla="*/ 64 h 241"/>
                <a:gd name="T50" fmla="*/ 0 w 400"/>
                <a:gd name="T51" fmla="*/ 64 h 241"/>
                <a:gd name="T52" fmla="*/ 88 w 400"/>
                <a:gd name="T53" fmla="*/ 361 h 2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00" h="241">
                  <a:moveTo>
                    <a:pt x="11" y="45"/>
                  </a:moveTo>
                  <a:cubicBezTo>
                    <a:pt x="13" y="62"/>
                    <a:pt x="11" y="89"/>
                    <a:pt x="21" y="113"/>
                  </a:cubicBezTo>
                  <a:cubicBezTo>
                    <a:pt x="27" y="127"/>
                    <a:pt x="40" y="136"/>
                    <a:pt x="50" y="152"/>
                  </a:cubicBezTo>
                  <a:cubicBezTo>
                    <a:pt x="57" y="163"/>
                    <a:pt x="63" y="181"/>
                    <a:pt x="72" y="190"/>
                  </a:cubicBezTo>
                  <a:cubicBezTo>
                    <a:pt x="76" y="194"/>
                    <a:pt x="81" y="198"/>
                    <a:pt x="86" y="201"/>
                  </a:cubicBezTo>
                  <a:cubicBezTo>
                    <a:pt x="92" y="205"/>
                    <a:pt x="100" y="205"/>
                    <a:pt x="107" y="208"/>
                  </a:cubicBezTo>
                  <a:cubicBezTo>
                    <a:pt x="113" y="211"/>
                    <a:pt x="119" y="217"/>
                    <a:pt x="125" y="219"/>
                  </a:cubicBezTo>
                  <a:cubicBezTo>
                    <a:pt x="134" y="223"/>
                    <a:pt x="146" y="225"/>
                    <a:pt x="156" y="229"/>
                  </a:cubicBezTo>
                  <a:cubicBezTo>
                    <a:pt x="170" y="234"/>
                    <a:pt x="184" y="241"/>
                    <a:pt x="198" y="241"/>
                  </a:cubicBezTo>
                  <a:cubicBezTo>
                    <a:pt x="209" y="241"/>
                    <a:pt x="220" y="238"/>
                    <a:pt x="232" y="237"/>
                  </a:cubicBezTo>
                  <a:cubicBezTo>
                    <a:pt x="244" y="236"/>
                    <a:pt x="257" y="237"/>
                    <a:pt x="268" y="234"/>
                  </a:cubicBezTo>
                  <a:cubicBezTo>
                    <a:pt x="280" y="230"/>
                    <a:pt x="290" y="221"/>
                    <a:pt x="301" y="214"/>
                  </a:cubicBezTo>
                  <a:cubicBezTo>
                    <a:pt x="310" y="208"/>
                    <a:pt x="320" y="204"/>
                    <a:pt x="327" y="198"/>
                  </a:cubicBezTo>
                  <a:cubicBezTo>
                    <a:pt x="336" y="191"/>
                    <a:pt x="342" y="180"/>
                    <a:pt x="351" y="170"/>
                  </a:cubicBezTo>
                  <a:cubicBezTo>
                    <a:pt x="359" y="159"/>
                    <a:pt x="369" y="150"/>
                    <a:pt x="375" y="139"/>
                  </a:cubicBezTo>
                  <a:cubicBezTo>
                    <a:pt x="378" y="134"/>
                    <a:pt x="380" y="128"/>
                    <a:pt x="383" y="122"/>
                  </a:cubicBezTo>
                  <a:cubicBezTo>
                    <a:pt x="385" y="116"/>
                    <a:pt x="385" y="109"/>
                    <a:pt x="387" y="103"/>
                  </a:cubicBezTo>
                  <a:cubicBezTo>
                    <a:pt x="389" y="95"/>
                    <a:pt x="394" y="88"/>
                    <a:pt x="396" y="80"/>
                  </a:cubicBezTo>
                  <a:cubicBezTo>
                    <a:pt x="400" y="66"/>
                    <a:pt x="396" y="32"/>
                    <a:pt x="395" y="8"/>
                  </a:cubicBezTo>
                  <a:cubicBezTo>
                    <a:pt x="395" y="8"/>
                    <a:pt x="395" y="8"/>
                    <a:pt x="395" y="8"/>
                  </a:cubicBezTo>
                  <a:cubicBezTo>
                    <a:pt x="384" y="9"/>
                    <a:pt x="366" y="11"/>
                    <a:pt x="351" y="8"/>
                  </a:cubicBezTo>
                  <a:cubicBezTo>
                    <a:pt x="322" y="3"/>
                    <a:pt x="299" y="3"/>
                    <a:pt x="266" y="6"/>
                  </a:cubicBezTo>
                  <a:cubicBezTo>
                    <a:pt x="218" y="9"/>
                    <a:pt x="178" y="0"/>
                    <a:pt x="131" y="1"/>
                  </a:cubicBezTo>
                  <a:cubicBezTo>
                    <a:pt x="107" y="1"/>
                    <a:pt x="75" y="5"/>
                    <a:pt x="47" y="8"/>
                  </a:cubicBezTo>
                  <a:cubicBezTo>
                    <a:pt x="29" y="10"/>
                    <a:pt x="15" y="14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7" y="22"/>
                    <a:pt x="11" y="4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4763">
              <a:extLst>
                <a:ext uri="{FF2B5EF4-FFF2-40B4-BE49-F238E27FC236}">
                  <a16:creationId xmlns:a16="http://schemas.microsoft.com/office/drawing/2014/main" id="{339E6D00-4B72-4A54-86A6-014203213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183"/>
              <a:ext cx="881" cy="489"/>
            </a:xfrm>
            <a:custGeom>
              <a:avLst/>
              <a:gdLst>
                <a:gd name="T0" fmla="*/ 3524 w 440"/>
                <a:gd name="T1" fmla="*/ 0 h 244"/>
                <a:gd name="T2" fmla="*/ 3356 w 440"/>
                <a:gd name="T3" fmla="*/ 0 h 244"/>
                <a:gd name="T4" fmla="*/ 3356 w 440"/>
                <a:gd name="T5" fmla="*/ 48 h 244"/>
                <a:gd name="T6" fmla="*/ 3356 w 440"/>
                <a:gd name="T7" fmla="*/ 56 h 244"/>
                <a:gd name="T8" fmla="*/ 3364 w 440"/>
                <a:gd name="T9" fmla="*/ 96 h 244"/>
                <a:gd name="T10" fmla="*/ 3364 w 440"/>
                <a:gd name="T11" fmla="*/ 104 h 244"/>
                <a:gd name="T12" fmla="*/ 3364 w 440"/>
                <a:gd name="T13" fmla="*/ 168 h 244"/>
                <a:gd name="T14" fmla="*/ 3372 w 440"/>
                <a:gd name="T15" fmla="*/ 200 h 244"/>
                <a:gd name="T16" fmla="*/ 3372 w 440"/>
                <a:gd name="T17" fmla="*/ 224 h 244"/>
                <a:gd name="T18" fmla="*/ 3372 w 440"/>
                <a:gd name="T19" fmla="*/ 265 h 244"/>
                <a:gd name="T20" fmla="*/ 3372 w 440"/>
                <a:gd name="T21" fmla="*/ 273 h 244"/>
                <a:gd name="T22" fmla="*/ 3372 w 440"/>
                <a:gd name="T23" fmla="*/ 321 h 244"/>
                <a:gd name="T24" fmla="*/ 3372 w 440"/>
                <a:gd name="T25" fmla="*/ 337 h 244"/>
                <a:gd name="T26" fmla="*/ 3380 w 440"/>
                <a:gd name="T27" fmla="*/ 369 h 244"/>
                <a:gd name="T28" fmla="*/ 3380 w 440"/>
                <a:gd name="T29" fmla="*/ 385 h 244"/>
                <a:gd name="T30" fmla="*/ 3380 w 440"/>
                <a:gd name="T31" fmla="*/ 425 h 244"/>
                <a:gd name="T32" fmla="*/ 3380 w 440"/>
                <a:gd name="T33" fmla="*/ 433 h 244"/>
                <a:gd name="T34" fmla="*/ 3372 w 440"/>
                <a:gd name="T35" fmla="*/ 555 h 244"/>
                <a:gd name="T36" fmla="*/ 3364 w 440"/>
                <a:gd name="T37" fmla="*/ 579 h 244"/>
                <a:gd name="T38" fmla="*/ 3292 w 440"/>
                <a:gd name="T39" fmla="*/ 764 h 244"/>
                <a:gd name="T40" fmla="*/ 3260 w 440"/>
                <a:gd name="T41" fmla="*/ 916 h 244"/>
                <a:gd name="T42" fmla="*/ 3244 w 440"/>
                <a:gd name="T43" fmla="*/ 948 h 244"/>
                <a:gd name="T44" fmla="*/ 3236 w 440"/>
                <a:gd name="T45" fmla="*/ 972 h 244"/>
                <a:gd name="T46" fmla="*/ 3236 w 440"/>
                <a:gd name="T47" fmla="*/ 972 h 244"/>
                <a:gd name="T48" fmla="*/ 3228 w 440"/>
                <a:gd name="T49" fmla="*/ 1000 h 244"/>
                <a:gd name="T50" fmla="*/ 3228 w 440"/>
                <a:gd name="T51" fmla="*/ 1000 h 244"/>
                <a:gd name="T52" fmla="*/ 3196 w 440"/>
                <a:gd name="T53" fmla="*/ 1056 h 244"/>
                <a:gd name="T54" fmla="*/ 3003 w 440"/>
                <a:gd name="T55" fmla="*/ 1305 h 244"/>
                <a:gd name="T56" fmla="*/ 2811 w 440"/>
                <a:gd name="T57" fmla="*/ 1531 h 244"/>
                <a:gd name="T58" fmla="*/ 2601 w 440"/>
                <a:gd name="T59" fmla="*/ 1659 h 244"/>
                <a:gd name="T60" fmla="*/ 2337 w 440"/>
                <a:gd name="T61" fmla="*/ 1820 h 244"/>
                <a:gd name="T62" fmla="*/ 2048 w 440"/>
                <a:gd name="T63" fmla="*/ 1844 h 244"/>
                <a:gd name="T64" fmla="*/ 1776 w 440"/>
                <a:gd name="T65" fmla="*/ 1876 h 244"/>
                <a:gd name="T66" fmla="*/ 1732 w 440"/>
                <a:gd name="T67" fmla="*/ 1876 h 244"/>
                <a:gd name="T68" fmla="*/ 1732 w 440"/>
                <a:gd name="T69" fmla="*/ 1876 h 244"/>
                <a:gd name="T70" fmla="*/ 1612 w 440"/>
                <a:gd name="T71" fmla="*/ 1844 h 244"/>
                <a:gd name="T72" fmla="*/ 1612 w 440"/>
                <a:gd name="T73" fmla="*/ 1844 h 244"/>
                <a:gd name="T74" fmla="*/ 1484 w 440"/>
                <a:gd name="T75" fmla="*/ 1796 h 244"/>
                <a:gd name="T76" fmla="*/ 1436 w 440"/>
                <a:gd name="T77" fmla="*/ 1780 h 244"/>
                <a:gd name="T78" fmla="*/ 1187 w 440"/>
                <a:gd name="T79" fmla="*/ 1699 h 244"/>
                <a:gd name="T80" fmla="*/ 1043 w 440"/>
                <a:gd name="T81" fmla="*/ 1611 h 244"/>
                <a:gd name="T82" fmla="*/ 873 w 440"/>
                <a:gd name="T83" fmla="*/ 1555 h 244"/>
                <a:gd name="T84" fmla="*/ 761 w 440"/>
                <a:gd name="T85" fmla="*/ 1465 h 244"/>
                <a:gd name="T86" fmla="*/ 585 w 440"/>
                <a:gd name="T87" fmla="*/ 1160 h 244"/>
                <a:gd name="T88" fmla="*/ 352 w 440"/>
                <a:gd name="T89" fmla="*/ 844 h 244"/>
                <a:gd name="T90" fmla="*/ 272 w 440"/>
                <a:gd name="T91" fmla="*/ 297 h 244"/>
                <a:gd name="T92" fmla="*/ 184 w 440"/>
                <a:gd name="T93" fmla="*/ 0 h 244"/>
                <a:gd name="T94" fmla="*/ 184 w 440"/>
                <a:gd name="T95" fmla="*/ 0 h 244"/>
                <a:gd name="T96" fmla="*/ 184 w 440"/>
                <a:gd name="T97" fmla="*/ 0 h 244"/>
                <a:gd name="T98" fmla="*/ 64 w 440"/>
                <a:gd name="T99" fmla="*/ 0 h 244"/>
                <a:gd name="T100" fmla="*/ 457 w 440"/>
                <a:gd name="T101" fmla="*/ 1249 h 244"/>
                <a:gd name="T102" fmla="*/ 1768 w 440"/>
                <a:gd name="T103" fmla="*/ 1964 h 244"/>
                <a:gd name="T104" fmla="*/ 2875 w 440"/>
                <a:gd name="T105" fmla="*/ 1635 h 244"/>
                <a:gd name="T106" fmla="*/ 3508 w 440"/>
                <a:gd name="T107" fmla="*/ 249 h 244"/>
                <a:gd name="T108" fmla="*/ 3524 w 440"/>
                <a:gd name="T109" fmla="*/ 0 h 24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40" h="244">
                  <a:moveTo>
                    <a:pt x="439" y="0"/>
                  </a:moveTo>
                  <a:cubicBezTo>
                    <a:pt x="418" y="0"/>
                    <a:pt x="418" y="0"/>
                    <a:pt x="418" y="0"/>
                  </a:cubicBezTo>
                  <a:cubicBezTo>
                    <a:pt x="418" y="2"/>
                    <a:pt x="418" y="4"/>
                    <a:pt x="418" y="6"/>
                  </a:cubicBezTo>
                  <a:cubicBezTo>
                    <a:pt x="418" y="6"/>
                    <a:pt x="418" y="7"/>
                    <a:pt x="418" y="7"/>
                  </a:cubicBezTo>
                  <a:cubicBezTo>
                    <a:pt x="419" y="9"/>
                    <a:pt x="419" y="11"/>
                    <a:pt x="419" y="12"/>
                  </a:cubicBezTo>
                  <a:cubicBezTo>
                    <a:pt x="419" y="13"/>
                    <a:pt x="419" y="13"/>
                    <a:pt x="419" y="13"/>
                  </a:cubicBezTo>
                  <a:cubicBezTo>
                    <a:pt x="419" y="16"/>
                    <a:pt x="419" y="18"/>
                    <a:pt x="419" y="21"/>
                  </a:cubicBezTo>
                  <a:cubicBezTo>
                    <a:pt x="419" y="22"/>
                    <a:pt x="419" y="24"/>
                    <a:pt x="420" y="25"/>
                  </a:cubicBezTo>
                  <a:cubicBezTo>
                    <a:pt x="420" y="26"/>
                    <a:pt x="420" y="27"/>
                    <a:pt x="420" y="28"/>
                  </a:cubicBezTo>
                  <a:cubicBezTo>
                    <a:pt x="420" y="29"/>
                    <a:pt x="420" y="31"/>
                    <a:pt x="420" y="33"/>
                  </a:cubicBezTo>
                  <a:cubicBezTo>
                    <a:pt x="420" y="33"/>
                    <a:pt x="420" y="34"/>
                    <a:pt x="420" y="34"/>
                  </a:cubicBezTo>
                  <a:cubicBezTo>
                    <a:pt x="420" y="36"/>
                    <a:pt x="420" y="38"/>
                    <a:pt x="420" y="40"/>
                  </a:cubicBezTo>
                  <a:cubicBezTo>
                    <a:pt x="420" y="41"/>
                    <a:pt x="420" y="41"/>
                    <a:pt x="420" y="42"/>
                  </a:cubicBezTo>
                  <a:cubicBezTo>
                    <a:pt x="420" y="43"/>
                    <a:pt x="421" y="45"/>
                    <a:pt x="421" y="46"/>
                  </a:cubicBezTo>
                  <a:cubicBezTo>
                    <a:pt x="421" y="47"/>
                    <a:pt x="421" y="48"/>
                    <a:pt x="421" y="48"/>
                  </a:cubicBezTo>
                  <a:cubicBezTo>
                    <a:pt x="421" y="50"/>
                    <a:pt x="421" y="52"/>
                    <a:pt x="421" y="53"/>
                  </a:cubicBezTo>
                  <a:cubicBezTo>
                    <a:pt x="421" y="54"/>
                    <a:pt x="421" y="54"/>
                    <a:pt x="421" y="54"/>
                  </a:cubicBezTo>
                  <a:cubicBezTo>
                    <a:pt x="421" y="60"/>
                    <a:pt x="420" y="65"/>
                    <a:pt x="420" y="69"/>
                  </a:cubicBezTo>
                  <a:cubicBezTo>
                    <a:pt x="420" y="70"/>
                    <a:pt x="419" y="71"/>
                    <a:pt x="419" y="72"/>
                  </a:cubicBezTo>
                  <a:cubicBezTo>
                    <a:pt x="417" y="80"/>
                    <a:pt x="412" y="87"/>
                    <a:pt x="410" y="95"/>
                  </a:cubicBezTo>
                  <a:cubicBezTo>
                    <a:pt x="408" y="101"/>
                    <a:pt x="408" y="108"/>
                    <a:pt x="406" y="114"/>
                  </a:cubicBezTo>
                  <a:cubicBezTo>
                    <a:pt x="405" y="116"/>
                    <a:pt x="405" y="117"/>
                    <a:pt x="404" y="118"/>
                  </a:cubicBezTo>
                  <a:cubicBezTo>
                    <a:pt x="404" y="119"/>
                    <a:pt x="403" y="120"/>
                    <a:pt x="403" y="121"/>
                  </a:cubicBezTo>
                  <a:cubicBezTo>
                    <a:pt x="403" y="121"/>
                    <a:pt x="403" y="121"/>
                    <a:pt x="403" y="121"/>
                  </a:cubicBezTo>
                  <a:cubicBezTo>
                    <a:pt x="402" y="122"/>
                    <a:pt x="402" y="123"/>
                    <a:pt x="402" y="124"/>
                  </a:cubicBezTo>
                  <a:cubicBezTo>
                    <a:pt x="402" y="124"/>
                    <a:pt x="402" y="124"/>
                    <a:pt x="402" y="124"/>
                  </a:cubicBezTo>
                  <a:cubicBezTo>
                    <a:pt x="400" y="126"/>
                    <a:pt x="399" y="129"/>
                    <a:pt x="398" y="131"/>
                  </a:cubicBezTo>
                  <a:cubicBezTo>
                    <a:pt x="392" y="142"/>
                    <a:pt x="382" y="151"/>
                    <a:pt x="374" y="162"/>
                  </a:cubicBezTo>
                  <a:cubicBezTo>
                    <a:pt x="365" y="172"/>
                    <a:pt x="359" y="183"/>
                    <a:pt x="350" y="190"/>
                  </a:cubicBezTo>
                  <a:cubicBezTo>
                    <a:pt x="343" y="196"/>
                    <a:pt x="333" y="200"/>
                    <a:pt x="324" y="206"/>
                  </a:cubicBezTo>
                  <a:cubicBezTo>
                    <a:pt x="313" y="213"/>
                    <a:pt x="303" y="222"/>
                    <a:pt x="291" y="226"/>
                  </a:cubicBezTo>
                  <a:cubicBezTo>
                    <a:pt x="280" y="229"/>
                    <a:pt x="267" y="228"/>
                    <a:pt x="255" y="229"/>
                  </a:cubicBezTo>
                  <a:cubicBezTo>
                    <a:pt x="243" y="230"/>
                    <a:pt x="232" y="233"/>
                    <a:pt x="221" y="233"/>
                  </a:cubicBezTo>
                  <a:cubicBezTo>
                    <a:pt x="219" y="233"/>
                    <a:pt x="218" y="233"/>
                    <a:pt x="216" y="233"/>
                  </a:cubicBezTo>
                  <a:cubicBezTo>
                    <a:pt x="216" y="233"/>
                    <a:pt x="216" y="233"/>
                    <a:pt x="216" y="233"/>
                  </a:cubicBezTo>
                  <a:cubicBezTo>
                    <a:pt x="211" y="232"/>
                    <a:pt x="206" y="231"/>
                    <a:pt x="201" y="229"/>
                  </a:cubicBezTo>
                  <a:cubicBezTo>
                    <a:pt x="201" y="229"/>
                    <a:pt x="201" y="229"/>
                    <a:pt x="201" y="229"/>
                  </a:cubicBezTo>
                  <a:cubicBezTo>
                    <a:pt x="195" y="227"/>
                    <a:pt x="190" y="225"/>
                    <a:pt x="185" y="223"/>
                  </a:cubicBezTo>
                  <a:cubicBezTo>
                    <a:pt x="183" y="222"/>
                    <a:pt x="181" y="222"/>
                    <a:pt x="179" y="221"/>
                  </a:cubicBezTo>
                  <a:cubicBezTo>
                    <a:pt x="169" y="217"/>
                    <a:pt x="157" y="215"/>
                    <a:pt x="148" y="211"/>
                  </a:cubicBezTo>
                  <a:cubicBezTo>
                    <a:pt x="142" y="209"/>
                    <a:pt x="136" y="203"/>
                    <a:pt x="130" y="200"/>
                  </a:cubicBezTo>
                  <a:cubicBezTo>
                    <a:pt x="123" y="197"/>
                    <a:pt x="115" y="197"/>
                    <a:pt x="109" y="193"/>
                  </a:cubicBezTo>
                  <a:cubicBezTo>
                    <a:pt x="104" y="190"/>
                    <a:pt x="99" y="186"/>
                    <a:pt x="95" y="182"/>
                  </a:cubicBezTo>
                  <a:cubicBezTo>
                    <a:pt x="86" y="173"/>
                    <a:pt x="80" y="155"/>
                    <a:pt x="73" y="144"/>
                  </a:cubicBezTo>
                  <a:cubicBezTo>
                    <a:pt x="63" y="128"/>
                    <a:pt x="50" y="119"/>
                    <a:pt x="44" y="105"/>
                  </a:cubicBezTo>
                  <a:cubicBezTo>
                    <a:pt x="34" y="81"/>
                    <a:pt x="36" y="54"/>
                    <a:pt x="34" y="37"/>
                  </a:cubicBezTo>
                  <a:cubicBezTo>
                    <a:pt x="30" y="14"/>
                    <a:pt x="23" y="1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0" y="66"/>
                    <a:pt x="57" y="155"/>
                  </a:cubicBezTo>
                  <a:cubicBezTo>
                    <a:pt x="95" y="213"/>
                    <a:pt x="156" y="243"/>
                    <a:pt x="220" y="244"/>
                  </a:cubicBezTo>
                  <a:cubicBezTo>
                    <a:pt x="266" y="244"/>
                    <a:pt x="324" y="231"/>
                    <a:pt x="358" y="203"/>
                  </a:cubicBezTo>
                  <a:cubicBezTo>
                    <a:pt x="403" y="165"/>
                    <a:pt x="431" y="104"/>
                    <a:pt x="437" y="31"/>
                  </a:cubicBezTo>
                  <a:cubicBezTo>
                    <a:pt x="440" y="10"/>
                    <a:pt x="439" y="0"/>
                    <a:pt x="439" y="0"/>
                  </a:cubicBezTo>
                </a:path>
              </a:pathLst>
            </a:custGeom>
            <a:solidFill>
              <a:srgbClr val="99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4764">
              <a:extLst>
                <a:ext uri="{FF2B5EF4-FFF2-40B4-BE49-F238E27FC236}">
                  <a16:creationId xmlns:a16="http://schemas.microsoft.com/office/drawing/2014/main" id="{C0C75764-9499-4B57-A82E-8186E4C62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52"/>
              <a:ext cx="1105" cy="1442"/>
            </a:xfrm>
            <a:custGeom>
              <a:avLst/>
              <a:gdLst>
                <a:gd name="T0" fmla="*/ 1259 w 552"/>
                <a:gd name="T1" fmla="*/ 5744 h 720"/>
                <a:gd name="T2" fmla="*/ 1259 w 552"/>
                <a:gd name="T3" fmla="*/ 5744 h 720"/>
                <a:gd name="T4" fmla="*/ 1619 w 552"/>
                <a:gd name="T5" fmla="*/ 5744 h 720"/>
                <a:gd name="T6" fmla="*/ 2312 w 552"/>
                <a:gd name="T7" fmla="*/ 5688 h 720"/>
                <a:gd name="T8" fmla="*/ 3395 w 552"/>
                <a:gd name="T9" fmla="*/ 5728 h 720"/>
                <a:gd name="T10" fmla="*/ 4076 w 552"/>
                <a:gd name="T11" fmla="*/ 5744 h 720"/>
                <a:gd name="T12" fmla="*/ 4428 w 552"/>
                <a:gd name="T13" fmla="*/ 5744 h 720"/>
                <a:gd name="T14" fmla="*/ 4428 w 552"/>
                <a:gd name="T15" fmla="*/ 5744 h 720"/>
                <a:gd name="T16" fmla="*/ 4428 w 552"/>
                <a:gd name="T17" fmla="*/ 5784 h 720"/>
                <a:gd name="T18" fmla="*/ 4428 w 552"/>
                <a:gd name="T19" fmla="*/ 5744 h 720"/>
                <a:gd name="T20" fmla="*/ 4428 w 552"/>
                <a:gd name="T21" fmla="*/ 5744 h 720"/>
                <a:gd name="T22" fmla="*/ 4236 w 552"/>
                <a:gd name="T23" fmla="*/ 5271 h 720"/>
                <a:gd name="T24" fmla="*/ 3956 w 552"/>
                <a:gd name="T25" fmla="*/ 4853 h 720"/>
                <a:gd name="T26" fmla="*/ 3699 w 552"/>
                <a:gd name="T27" fmla="*/ 4312 h 720"/>
                <a:gd name="T28" fmla="*/ 3475 w 552"/>
                <a:gd name="T29" fmla="*/ 3968 h 720"/>
                <a:gd name="T30" fmla="*/ 3289 w 552"/>
                <a:gd name="T31" fmla="*/ 3695 h 720"/>
                <a:gd name="T32" fmla="*/ 3145 w 552"/>
                <a:gd name="T33" fmla="*/ 3341 h 720"/>
                <a:gd name="T34" fmla="*/ 2953 w 552"/>
                <a:gd name="T35" fmla="*/ 3076 h 720"/>
                <a:gd name="T36" fmla="*/ 2760 w 552"/>
                <a:gd name="T37" fmla="*/ 2612 h 720"/>
                <a:gd name="T38" fmla="*/ 2544 w 552"/>
                <a:gd name="T39" fmla="*/ 2211 h 720"/>
                <a:gd name="T40" fmla="*/ 2360 w 552"/>
                <a:gd name="T41" fmla="*/ 1784 h 720"/>
                <a:gd name="T42" fmla="*/ 2156 w 552"/>
                <a:gd name="T43" fmla="*/ 1380 h 720"/>
                <a:gd name="T44" fmla="*/ 2140 w 552"/>
                <a:gd name="T45" fmla="*/ 1019 h 720"/>
                <a:gd name="T46" fmla="*/ 2028 w 552"/>
                <a:gd name="T47" fmla="*/ 747 h 720"/>
                <a:gd name="T48" fmla="*/ 1916 w 552"/>
                <a:gd name="T49" fmla="*/ 433 h 720"/>
                <a:gd name="T50" fmla="*/ 1499 w 552"/>
                <a:gd name="T51" fmla="*/ 120 h 720"/>
                <a:gd name="T52" fmla="*/ 1107 w 552"/>
                <a:gd name="T53" fmla="*/ 0 h 720"/>
                <a:gd name="T54" fmla="*/ 865 w 552"/>
                <a:gd name="T55" fmla="*/ 64 h 720"/>
                <a:gd name="T56" fmla="*/ 504 w 552"/>
                <a:gd name="T57" fmla="*/ 208 h 720"/>
                <a:gd name="T58" fmla="*/ 224 w 552"/>
                <a:gd name="T59" fmla="*/ 577 h 720"/>
                <a:gd name="T60" fmla="*/ 56 w 552"/>
                <a:gd name="T61" fmla="*/ 883 h 720"/>
                <a:gd name="T62" fmla="*/ 0 w 552"/>
                <a:gd name="T63" fmla="*/ 1380 h 720"/>
                <a:gd name="T64" fmla="*/ 80 w 552"/>
                <a:gd name="T65" fmla="*/ 1752 h 720"/>
                <a:gd name="T66" fmla="*/ 224 w 552"/>
                <a:gd name="T67" fmla="*/ 2323 h 720"/>
                <a:gd name="T68" fmla="*/ 336 w 552"/>
                <a:gd name="T69" fmla="*/ 2732 h 720"/>
                <a:gd name="T70" fmla="*/ 440 w 552"/>
                <a:gd name="T71" fmla="*/ 3269 h 720"/>
                <a:gd name="T72" fmla="*/ 569 w 552"/>
                <a:gd name="T73" fmla="*/ 3671 h 720"/>
                <a:gd name="T74" fmla="*/ 713 w 552"/>
                <a:gd name="T75" fmla="*/ 4224 h 720"/>
                <a:gd name="T76" fmla="*/ 921 w 552"/>
                <a:gd name="T77" fmla="*/ 4741 h 720"/>
                <a:gd name="T78" fmla="*/ 1033 w 552"/>
                <a:gd name="T79" fmla="*/ 5183 h 720"/>
                <a:gd name="T80" fmla="*/ 1259 w 552"/>
                <a:gd name="T81" fmla="*/ 5744 h 7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52" h="720">
                  <a:moveTo>
                    <a:pt x="157" y="715"/>
                  </a:moveTo>
                  <a:cubicBezTo>
                    <a:pt x="157" y="715"/>
                    <a:pt x="157" y="715"/>
                    <a:pt x="157" y="715"/>
                  </a:cubicBezTo>
                  <a:cubicBezTo>
                    <a:pt x="171" y="720"/>
                    <a:pt x="185" y="717"/>
                    <a:pt x="202" y="715"/>
                  </a:cubicBezTo>
                  <a:cubicBezTo>
                    <a:pt x="231" y="712"/>
                    <a:pt x="264" y="708"/>
                    <a:pt x="288" y="708"/>
                  </a:cubicBezTo>
                  <a:cubicBezTo>
                    <a:pt x="335" y="707"/>
                    <a:pt x="375" y="716"/>
                    <a:pt x="423" y="713"/>
                  </a:cubicBezTo>
                  <a:cubicBezTo>
                    <a:pt x="456" y="710"/>
                    <a:pt x="479" y="710"/>
                    <a:pt x="508" y="715"/>
                  </a:cubicBezTo>
                  <a:cubicBezTo>
                    <a:pt x="523" y="718"/>
                    <a:pt x="541" y="716"/>
                    <a:pt x="552" y="715"/>
                  </a:cubicBezTo>
                  <a:cubicBezTo>
                    <a:pt x="552" y="715"/>
                    <a:pt x="552" y="715"/>
                    <a:pt x="552" y="715"/>
                  </a:cubicBezTo>
                  <a:cubicBezTo>
                    <a:pt x="552" y="717"/>
                    <a:pt x="552" y="719"/>
                    <a:pt x="552" y="720"/>
                  </a:cubicBezTo>
                  <a:cubicBezTo>
                    <a:pt x="552" y="719"/>
                    <a:pt x="552" y="717"/>
                    <a:pt x="552" y="715"/>
                  </a:cubicBezTo>
                  <a:cubicBezTo>
                    <a:pt x="552" y="715"/>
                    <a:pt x="552" y="715"/>
                    <a:pt x="552" y="715"/>
                  </a:cubicBezTo>
                  <a:cubicBezTo>
                    <a:pt x="543" y="698"/>
                    <a:pt x="539" y="676"/>
                    <a:pt x="528" y="656"/>
                  </a:cubicBezTo>
                  <a:cubicBezTo>
                    <a:pt x="519" y="638"/>
                    <a:pt x="503" y="623"/>
                    <a:pt x="493" y="604"/>
                  </a:cubicBezTo>
                  <a:cubicBezTo>
                    <a:pt x="481" y="581"/>
                    <a:pt x="474" y="562"/>
                    <a:pt x="461" y="537"/>
                  </a:cubicBezTo>
                  <a:cubicBezTo>
                    <a:pt x="454" y="525"/>
                    <a:pt x="440" y="507"/>
                    <a:pt x="433" y="494"/>
                  </a:cubicBezTo>
                  <a:cubicBezTo>
                    <a:pt x="425" y="479"/>
                    <a:pt x="417" y="473"/>
                    <a:pt x="410" y="460"/>
                  </a:cubicBezTo>
                  <a:cubicBezTo>
                    <a:pt x="403" y="446"/>
                    <a:pt x="399" y="430"/>
                    <a:pt x="392" y="416"/>
                  </a:cubicBezTo>
                  <a:cubicBezTo>
                    <a:pt x="385" y="404"/>
                    <a:pt x="374" y="395"/>
                    <a:pt x="368" y="383"/>
                  </a:cubicBezTo>
                  <a:cubicBezTo>
                    <a:pt x="358" y="365"/>
                    <a:pt x="353" y="343"/>
                    <a:pt x="344" y="325"/>
                  </a:cubicBezTo>
                  <a:cubicBezTo>
                    <a:pt x="334" y="306"/>
                    <a:pt x="326" y="293"/>
                    <a:pt x="317" y="275"/>
                  </a:cubicBezTo>
                  <a:cubicBezTo>
                    <a:pt x="309" y="258"/>
                    <a:pt x="301" y="238"/>
                    <a:pt x="294" y="222"/>
                  </a:cubicBezTo>
                  <a:cubicBezTo>
                    <a:pt x="286" y="204"/>
                    <a:pt x="275" y="189"/>
                    <a:pt x="269" y="172"/>
                  </a:cubicBezTo>
                  <a:cubicBezTo>
                    <a:pt x="268" y="161"/>
                    <a:pt x="270" y="142"/>
                    <a:pt x="267" y="127"/>
                  </a:cubicBezTo>
                  <a:cubicBezTo>
                    <a:pt x="264" y="115"/>
                    <a:pt x="258" y="104"/>
                    <a:pt x="253" y="93"/>
                  </a:cubicBezTo>
                  <a:cubicBezTo>
                    <a:pt x="249" y="81"/>
                    <a:pt x="245" y="62"/>
                    <a:pt x="239" y="54"/>
                  </a:cubicBezTo>
                  <a:cubicBezTo>
                    <a:pt x="224" y="32"/>
                    <a:pt x="209" y="24"/>
                    <a:pt x="187" y="15"/>
                  </a:cubicBezTo>
                  <a:cubicBezTo>
                    <a:pt x="174" y="10"/>
                    <a:pt x="153" y="0"/>
                    <a:pt x="138" y="0"/>
                  </a:cubicBezTo>
                  <a:cubicBezTo>
                    <a:pt x="128" y="0"/>
                    <a:pt x="117" y="6"/>
                    <a:pt x="108" y="8"/>
                  </a:cubicBezTo>
                  <a:cubicBezTo>
                    <a:pt x="90" y="11"/>
                    <a:pt x="75" y="15"/>
                    <a:pt x="63" y="26"/>
                  </a:cubicBezTo>
                  <a:cubicBezTo>
                    <a:pt x="49" y="37"/>
                    <a:pt x="37" y="53"/>
                    <a:pt x="28" y="72"/>
                  </a:cubicBezTo>
                  <a:cubicBezTo>
                    <a:pt x="21" y="84"/>
                    <a:pt x="10" y="97"/>
                    <a:pt x="7" y="110"/>
                  </a:cubicBezTo>
                  <a:cubicBezTo>
                    <a:pt x="2" y="125"/>
                    <a:pt x="1" y="153"/>
                    <a:pt x="0" y="172"/>
                  </a:cubicBezTo>
                  <a:cubicBezTo>
                    <a:pt x="2" y="183"/>
                    <a:pt x="5" y="201"/>
                    <a:pt x="10" y="218"/>
                  </a:cubicBezTo>
                  <a:cubicBezTo>
                    <a:pt x="15" y="238"/>
                    <a:pt x="20" y="264"/>
                    <a:pt x="28" y="289"/>
                  </a:cubicBezTo>
                  <a:cubicBezTo>
                    <a:pt x="34" y="307"/>
                    <a:pt x="35" y="319"/>
                    <a:pt x="42" y="340"/>
                  </a:cubicBezTo>
                  <a:cubicBezTo>
                    <a:pt x="48" y="358"/>
                    <a:pt x="49" y="388"/>
                    <a:pt x="55" y="407"/>
                  </a:cubicBezTo>
                  <a:cubicBezTo>
                    <a:pt x="61" y="423"/>
                    <a:pt x="65" y="441"/>
                    <a:pt x="71" y="457"/>
                  </a:cubicBezTo>
                  <a:cubicBezTo>
                    <a:pt x="81" y="485"/>
                    <a:pt x="79" y="497"/>
                    <a:pt x="89" y="526"/>
                  </a:cubicBezTo>
                  <a:cubicBezTo>
                    <a:pt x="97" y="548"/>
                    <a:pt x="108" y="571"/>
                    <a:pt x="115" y="590"/>
                  </a:cubicBezTo>
                  <a:cubicBezTo>
                    <a:pt x="121" y="608"/>
                    <a:pt x="124" y="629"/>
                    <a:pt x="129" y="645"/>
                  </a:cubicBezTo>
                  <a:cubicBezTo>
                    <a:pt x="146" y="692"/>
                    <a:pt x="157" y="715"/>
                    <a:pt x="157" y="7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4765">
              <a:extLst>
                <a:ext uri="{FF2B5EF4-FFF2-40B4-BE49-F238E27FC236}">
                  <a16:creationId xmlns:a16="http://schemas.microsoft.com/office/drawing/2014/main" id="{E4CF9996-AED8-4590-8070-7D7A720C9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52"/>
              <a:ext cx="540" cy="345"/>
            </a:xfrm>
            <a:custGeom>
              <a:avLst/>
              <a:gdLst>
                <a:gd name="T0" fmla="*/ 1808 w 270"/>
                <a:gd name="T1" fmla="*/ 1372 h 172"/>
                <a:gd name="T2" fmla="*/ 2088 w 270"/>
                <a:gd name="T3" fmla="*/ 1372 h 172"/>
                <a:gd name="T4" fmla="*/ 2152 w 270"/>
                <a:gd name="T5" fmla="*/ 1380 h 172"/>
                <a:gd name="T6" fmla="*/ 2136 w 270"/>
                <a:gd name="T7" fmla="*/ 1025 h 172"/>
                <a:gd name="T8" fmla="*/ 2024 w 270"/>
                <a:gd name="T9" fmla="*/ 752 h 172"/>
                <a:gd name="T10" fmla="*/ 1912 w 270"/>
                <a:gd name="T11" fmla="*/ 435 h 172"/>
                <a:gd name="T12" fmla="*/ 1496 w 270"/>
                <a:gd name="T13" fmla="*/ 120 h 172"/>
                <a:gd name="T14" fmla="*/ 1104 w 270"/>
                <a:gd name="T15" fmla="*/ 0 h 172"/>
                <a:gd name="T16" fmla="*/ 864 w 270"/>
                <a:gd name="T17" fmla="*/ 64 h 172"/>
                <a:gd name="T18" fmla="*/ 504 w 270"/>
                <a:gd name="T19" fmla="*/ 209 h 172"/>
                <a:gd name="T20" fmla="*/ 224 w 270"/>
                <a:gd name="T21" fmla="*/ 580 h 172"/>
                <a:gd name="T22" fmla="*/ 56 w 270"/>
                <a:gd name="T23" fmla="*/ 889 h 172"/>
                <a:gd name="T24" fmla="*/ 0 w 270"/>
                <a:gd name="T25" fmla="*/ 1364 h 172"/>
                <a:gd name="T26" fmla="*/ 400 w 270"/>
                <a:gd name="T27" fmla="*/ 1348 h 172"/>
                <a:gd name="T28" fmla="*/ 904 w 270"/>
                <a:gd name="T29" fmla="*/ 1308 h 172"/>
                <a:gd name="T30" fmla="*/ 1400 w 270"/>
                <a:gd name="T31" fmla="*/ 1332 h 172"/>
                <a:gd name="T32" fmla="*/ 1808 w 270"/>
                <a:gd name="T33" fmla="*/ 1372 h 1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0" h="172">
                  <a:moveTo>
                    <a:pt x="226" y="170"/>
                  </a:moveTo>
                  <a:cubicBezTo>
                    <a:pt x="238" y="169"/>
                    <a:pt x="249" y="170"/>
                    <a:pt x="261" y="170"/>
                  </a:cubicBezTo>
                  <a:cubicBezTo>
                    <a:pt x="263" y="170"/>
                    <a:pt x="266" y="171"/>
                    <a:pt x="269" y="171"/>
                  </a:cubicBezTo>
                  <a:cubicBezTo>
                    <a:pt x="268" y="159"/>
                    <a:pt x="270" y="141"/>
                    <a:pt x="267" y="127"/>
                  </a:cubicBezTo>
                  <a:cubicBezTo>
                    <a:pt x="264" y="115"/>
                    <a:pt x="258" y="104"/>
                    <a:pt x="253" y="93"/>
                  </a:cubicBezTo>
                  <a:cubicBezTo>
                    <a:pt x="249" y="81"/>
                    <a:pt x="245" y="62"/>
                    <a:pt x="239" y="54"/>
                  </a:cubicBezTo>
                  <a:cubicBezTo>
                    <a:pt x="224" y="32"/>
                    <a:pt x="209" y="24"/>
                    <a:pt x="187" y="15"/>
                  </a:cubicBezTo>
                  <a:cubicBezTo>
                    <a:pt x="174" y="10"/>
                    <a:pt x="153" y="0"/>
                    <a:pt x="138" y="0"/>
                  </a:cubicBezTo>
                  <a:cubicBezTo>
                    <a:pt x="128" y="0"/>
                    <a:pt x="117" y="6"/>
                    <a:pt x="108" y="8"/>
                  </a:cubicBezTo>
                  <a:cubicBezTo>
                    <a:pt x="90" y="11"/>
                    <a:pt x="75" y="15"/>
                    <a:pt x="63" y="26"/>
                  </a:cubicBezTo>
                  <a:cubicBezTo>
                    <a:pt x="49" y="37"/>
                    <a:pt x="37" y="53"/>
                    <a:pt x="28" y="72"/>
                  </a:cubicBezTo>
                  <a:cubicBezTo>
                    <a:pt x="21" y="84"/>
                    <a:pt x="10" y="97"/>
                    <a:pt x="7" y="110"/>
                  </a:cubicBezTo>
                  <a:cubicBezTo>
                    <a:pt x="3" y="124"/>
                    <a:pt x="2" y="150"/>
                    <a:pt x="0" y="169"/>
                  </a:cubicBezTo>
                  <a:cubicBezTo>
                    <a:pt x="16" y="168"/>
                    <a:pt x="34" y="167"/>
                    <a:pt x="50" y="167"/>
                  </a:cubicBezTo>
                  <a:cubicBezTo>
                    <a:pt x="73" y="168"/>
                    <a:pt x="89" y="156"/>
                    <a:pt x="113" y="162"/>
                  </a:cubicBezTo>
                  <a:cubicBezTo>
                    <a:pt x="135" y="168"/>
                    <a:pt x="152" y="165"/>
                    <a:pt x="175" y="165"/>
                  </a:cubicBezTo>
                  <a:cubicBezTo>
                    <a:pt x="193" y="165"/>
                    <a:pt x="209" y="172"/>
                    <a:pt x="226" y="17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4766">
              <a:extLst>
                <a:ext uri="{FF2B5EF4-FFF2-40B4-BE49-F238E27FC236}">
                  <a16:creationId xmlns:a16="http://schemas.microsoft.com/office/drawing/2014/main" id="{DCA347B5-BD3D-4E33-8E65-79B41FFC5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897"/>
              <a:ext cx="1578" cy="709"/>
            </a:xfrm>
            <a:custGeom>
              <a:avLst/>
              <a:gdLst>
                <a:gd name="T0" fmla="*/ 939 w 788"/>
                <a:gd name="T1" fmla="*/ 0 h 354"/>
                <a:gd name="T2" fmla="*/ 1944 w 788"/>
                <a:gd name="T3" fmla="*/ 1156 h 354"/>
                <a:gd name="T4" fmla="*/ 6304 w 788"/>
                <a:gd name="T5" fmla="*/ 2764 h 354"/>
                <a:gd name="T6" fmla="*/ 6264 w 788"/>
                <a:gd name="T7" fmla="*/ 2812 h 354"/>
                <a:gd name="T8" fmla="*/ 5020 w 788"/>
                <a:gd name="T9" fmla="*/ 2612 h 354"/>
                <a:gd name="T10" fmla="*/ 3693 w 788"/>
                <a:gd name="T11" fmla="*/ 1568 h 354"/>
                <a:gd name="T12" fmla="*/ 995 w 788"/>
                <a:gd name="T13" fmla="*/ 1124 h 354"/>
                <a:gd name="T14" fmla="*/ 939 w 788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8" h="354">
                  <a:moveTo>
                    <a:pt x="117" y="0"/>
                  </a:moveTo>
                  <a:cubicBezTo>
                    <a:pt x="28" y="25"/>
                    <a:pt x="10" y="127"/>
                    <a:pt x="242" y="144"/>
                  </a:cubicBezTo>
                  <a:cubicBezTo>
                    <a:pt x="438" y="158"/>
                    <a:pt x="661" y="182"/>
                    <a:pt x="785" y="344"/>
                  </a:cubicBezTo>
                  <a:cubicBezTo>
                    <a:pt x="788" y="349"/>
                    <a:pt x="787" y="354"/>
                    <a:pt x="780" y="350"/>
                  </a:cubicBezTo>
                  <a:cubicBezTo>
                    <a:pt x="750" y="335"/>
                    <a:pt x="687" y="313"/>
                    <a:pt x="625" y="325"/>
                  </a:cubicBezTo>
                  <a:cubicBezTo>
                    <a:pt x="616" y="327"/>
                    <a:pt x="648" y="249"/>
                    <a:pt x="460" y="195"/>
                  </a:cubicBezTo>
                  <a:cubicBezTo>
                    <a:pt x="341" y="166"/>
                    <a:pt x="206" y="169"/>
                    <a:pt x="124" y="140"/>
                  </a:cubicBezTo>
                  <a:cubicBezTo>
                    <a:pt x="38" y="110"/>
                    <a:pt x="0" y="36"/>
                    <a:pt x="117" y="0"/>
                  </a:cubicBezTo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4767">
              <a:extLst>
                <a:ext uri="{FF2B5EF4-FFF2-40B4-BE49-F238E27FC236}">
                  <a16:creationId xmlns:a16="http://schemas.microsoft.com/office/drawing/2014/main" id="{166F5867-D9EE-4649-98BA-3E888E79F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186"/>
              <a:ext cx="1093" cy="420"/>
            </a:xfrm>
            <a:custGeom>
              <a:avLst/>
              <a:gdLst>
                <a:gd name="T0" fmla="*/ 3795 w 546"/>
                <a:gd name="T1" fmla="*/ 1456 h 210"/>
                <a:gd name="T2" fmla="*/ 3771 w 546"/>
                <a:gd name="T3" fmla="*/ 1464 h 210"/>
                <a:gd name="T4" fmla="*/ 4316 w 546"/>
                <a:gd name="T5" fmla="*/ 1648 h 210"/>
                <a:gd name="T6" fmla="*/ 4356 w 546"/>
                <a:gd name="T7" fmla="*/ 1600 h 210"/>
                <a:gd name="T8" fmla="*/ 0 w 546"/>
                <a:gd name="T9" fmla="*/ 0 h 210"/>
                <a:gd name="T10" fmla="*/ 3265 w 546"/>
                <a:gd name="T11" fmla="*/ 776 h 210"/>
                <a:gd name="T12" fmla="*/ 3795 w 546"/>
                <a:gd name="T13" fmla="*/ 1456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6" h="210">
                  <a:moveTo>
                    <a:pt x="473" y="182"/>
                  </a:moveTo>
                  <a:cubicBezTo>
                    <a:pt x="472" y="182"/>
                    <a:pt x="471" y="182"/>
                    <a:pt x="470" y="183"/>
                  </a:cubicBezTo>
                  <a:cubicBezTo>
                    <a:pt x="498" y="189"/>
                    <a:pt x="522" y="198"/>
                    <a:pt x="538" y="206"/>
                  </a:cubicBezTo>
                  <a:cubicBezTo>
                    <a:pt x="545" y="210"/>
                    <a:pt x="546" y="205"/>
                    <a:pt x="543" y="200"/>
                  </a:cubicBezTo>
                  <a:cubicBezTo>
                    <a:pt x="419" y="38"/>
                    <a:pt x="196" y="14"/>
                    <a:pt x="0" y="0"/>
                  </a:cubicBezTo>
                  <a:cubicBezTo>
                    <a:pt x="105" y="10"/>
                    <a:pt x="318" y="33"/>
                    <a:pt x="407" y="97"/>
                  </a:cubicBezTo>
                  <a:cubicBezTo>
                    <a:pt x="496" y="161"/>
                    <a:pt x="492" y="180"/>
                    <a:pt x="473" y="182"/>
                  </a:cubicBezTo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4768">
              <a:extLst>
                <a:ext uri="{FF2B5EF4-FFF2-40B4-BE49-F238E27FC236}">
                  <a16:creationId xmlns:a16="http://schemas.microsoft.com/office/drawing/2014/main" id="{2C7B5111-9426-478C-B738-0A4327F0C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298"/>
              <a:ext cx="680" cy="833"/>
            </a:xfrm>
            <a:custGeom>
              <a:avLst/>
              <a:gdLst>
                <a:gd name="T0" fmla="*/ 2624 w 340"/>
                <a:gd name="T1" fmla="*/ 3340 h 416"/>
                <a:gd name="T2" fmla="*/ 2536 w 340"/>
                <a:gd name="T3" fmla="*/ 1760 h 416"/>
                <a:gd name="T4" fmla="*/ 1352 w 340"/>
                <a:gd name="T5" fmla="*/ 457 h 416"/>
                <a:gd name="T6" fmla="*/ 0 w 340"/>
                <a:gd name="T7" fmla="*/ 0 h 416"/>
                <a:gd name="T8" fmla="*/ 1480 w 340"/>
                <a:gd name="T9" fmla="*/ 408 h 416"/>
                <a:gd name="T10" fmla="*/ 2656 w 340"/>
                <a:gd name="T11" fmla="*/ 1484 h 416"/>
                <a:gd name="T12" fmla="*/ 2624 w 340"/>
                <a:gd name="T13" fmla="*/ 3340 h 4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0" h="416">
                  <a:moveTo>
                    <a:pt x="328" y="416"/>
                  </a:moveTo>
                  <a:cubicBezTo>
                    <a:pt x="315" y="351"/>
                    <a:pt x="311" y="300"/>
                    <a:pt x="317" y="219"/>
                  </a:cubicBezTo>
                  <a:cubicBezTo>
                    <a:pt x="326" y="103"/>
                    <a:pt x="264" y="82"/>
                    <a:pt x="169" y="57"/>
                  </a:cubicBezTo>
                  <a:cubicBezTo>
                    <a:pt x="113" y="42"/>
                    <a:pt x="52" y="32"/>
                    <a:pt x="0" y="0"/>
                  </a:cubicBezTo>
                  <a:cubicBezTo>
                    <a:pt x="28" y="14"/>
                    <a:pt x="132" y="43"/>
                    <a:pt x="185" y="51"/>
                  </a:cubicBezTo>
                  <a:cubicBezTo>
                    <a:pt x="237" y="59"/>
                    <a:pt x="340" y="96"/>
                    <a:pt x="332" y="185"/>
                  </a:cubicBezTo>
                  <a:cubicBezTo>
                    <a:pt x="325" y="274"/>
                    <a:pt x="310" y="327"/>
                    <a:pt x="328" y="416"/>
                  </a:cubicBezTo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4769">
              <a:extLst>
                <a:ext uri="{FF2B5EF4-FFF2-40B4-BE49-F238E27FC236}">
                  <a16:creationId xmlns:a16="http://schemas.microsoft.com/office/drawing/2014/main" id="{D792D443-52F7-417D-81F4-F9BEB4568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252"/>
              <a:ext cx="743" cy="588"/>
            </a:xfrm>
            <a:custGeom>
              <a:avLst/>
              <a:gdLst>
                <a:gd name="T0" fmla="*/ 1873 w 371"/>
                <a:gd name="T1" fmla="*/ 928 h 294"/>
                <a:gd name="T2" fmla="*/ 1664 w 371"/>
                <a:gd name="T3" fmla="*/ 2352 h 294"/>
                <a:gd name="T4" fmla="*/ 2507 w 371"/>
                <a:gd name="T5" fmla="*/ 1368 h 294"/>
                <a:gd name="T6" fmla="*/ 2852 w 371"/>
                <a:gd name="T7" fmla="*/ 1208 h 294"/>
                <a:gd name="T8" fmla="*/ 2419 w 371"/>
                <a:gd name="T9" fmla="*/ 552 h 294"/>
                <a:gd name="T10" fmla="*/ 0 w 371"/>
                <a:gd name="T11" fmla="*/ 0 h 294"/>
                <a:gd name="T12" fmla="*/ 1873 w 371"/>
                <a:gd name="T13" fmla="*/ 928 h 2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1" h="294">
                  <a:moveTo>
                    <a:pt x="233" y="116"/>
                  </a:moveTo>
                  <a:cubicBezTo>
                    <a:pt x="251" y="161"/>
                    <a:pt x="230" y="215"/>
                    <a:pt x="207" y="294"/>
                  </a:cubicBezTo>
                  <a:cubicBezTo>
                    <a:pt x="237" y="211"/>
                    <a:pt x="294" y="182"/>
                    <a:pt x="312" y="171"/>
                  </a:cubicBezTo>
                  <a:cubicBezTo>
                    <a:pt x="318" y="167"/>
                    <a:pt x="345" y="155"/>
                    <a:pt x="355" y="151"/>
                  </a:cubicBezTo>
                  <a:cubicBezTo>
                    <a:pt x="371" y="146"/>
                    <a:pt x="346" y="99"/>
                    <a:pt x="301" y="69"/>
                  </a:cubicBezTo>
                  <a:cubicBezTo>
                    <a:pt x="232" y="16"/>
                    <a:pt x="80" y="11"/>
                    <a:pt x="0" y="0"/>
                  </a:cubicBezTo>
                  <a:cubicBezTo>
                    <a:pt x="108" y="22"/>
                    <a:pt x="202" y="55"/>
                    <a:pt x="233" y="116"/>
                  </a:cubicBezTo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4770">
              <a:extLst>
                <a:ext uri="{FF2B5EF4-FFF2-40B4-BE49-F238E27FC236}">
                  <a16:creationId xmlns:a16="http://schemas.microsoft.com/office/drawing/2014/main" id="{C440AF00-DFAD-4F55-83A7-D2D88B791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300"/>
              <a:ext cx="351" cy="340"/>
            </a:xfrm>
            <a:custGeom>
              <a:avLst/>
              <a:gdLst>
                <a:gd name="T0" fmla="*/ 0 w 175"/>
                <a:gd name="T1" fmla="*/ 0 h 170"/>
                <a:gd name="T2" fmla="*/ 1340 w 175"/>
                <a:gd name="T3" fmla="*/ 1104 h 170"/>
                <a:gd name="T4" fmla="*/ 1001 w 175"/>
                <a:gd name="T5" fmla="*/ 1360 h 170"/>
                <a:gd name="T6" fmla="*/ 0 w 175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70">
                  <a:moveTo>
                    <a:pt x="0" y="0"/>
                  </a:moveTo>
                  <a:cubicBezTo>
                    <a:pt x="52" y="9"/>
                    <a:pt x="175" y="43"/>
                    <a:pt x="166" y="138"/>
                  </a:cubicBezTo>
                  <a:cubicBezTo>
                    <a:pt x="165" y="145"/>
                    <a:pt x="139" y="154"/>
                    <a:pt x="124" y="170"/>
                  </a:cubicBezTo>
                  <a:cubicBezTo>
                    <a:pt x="135" y="138"/>
                    <a:pt x="150" y="46"/>
                    <a:pt x="0" y="0"/>
                  </a:cubicBezTo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4771">
              <a:extLst>
                <a:ext uri="{FF2B5EF4-FFF2-40B4-BE49-F238E27FC236}">
                  <a16:creationId xmlns:a16="http://schemas.microsoft.com/office/drawing/2014/main" id="{F202E651-8B6B-4E0F-8553-FDF7EBBAB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968"/>
              <a:ext cx="140" cy="294"/>
            </a:xfrm>
            <a:custGeom>
              <a:avLst/>
              <a:gdLst>
                <a:gd name="T0" fmla="*/ 560 w 70"/>
                <a:gd name="T1" fmla="*/ 1176 h 147"/>
                <a:gd name="T2" fmla="*/ 248 w 70"/>
                <a:gd name="T3" fmla="*/ 0 h 147"/>
                <a:gd name="T4" fmla="*/ 560 w 70"/>
                <a:gd name="T5" fmla="*/ 1176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47">
                  <a:moveTo>
                    <a:pt x="70" y="147"/>
                  </a:moveTo>
                  <a:cubicBezTo>
                    <a:pt x="0" y="89"/>
                    <a:pt x="4" y="32"/>
                    <a:pt x="31" y="0"/>
                  </a:cubicBezTo>
                  <a:cubicBezTo>
                    <a:pt x="15" y="24"/>
                    <a:pt x="17" y="90"/>
                    <a:pt x="70" y="147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4772">
              <a:extLst>
                <a:ext uri="{FF2B5EF4-FFF2-40B4-BE49-F238E27FC236}">
                  <a16:creationId xmlns:a16="http://schemas.microsoft.com/office/drawing/2014/main" id="{6823B01C-FE0C-4BAA-85A7-D0B1A49A1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016"/>
              <a:ext cx="32" cy="124"/>
            </a:xfrm>
            <a:custGeom>
              <a:avLst/>
              <a:gdLst>
                <a:gd name="T0" fmla="*/ 56 w 16"/>
                <a:gd name="T1" fmla="*/ 104 h 62"/>
                <a:gd name="T2" fmla="*/ 128 w 16"/>
                <a:gd name="T3" fmla="*/ 496 h 62"/>
                <a:gd name="T4" fmla="*/ 88 w 1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2">
                  <a:moveTo>
                    <a:pt x="7" y="13"/>
                  </a:moveTo>
                  <a:cubicBezTo>
                    <a:pt x="0" y="26"/>
                    <a:pt x="7" y="50"/>
                    <a:pt x="16" y="62"/>
                  </a:cubicBezTo>
                  <a:cubicBezTo>
                    <a:pt x="11" y="41"/>
                    <a:pt x="11" y="20"/>
                    <a:pt x="11" y="0"/>
                  </a:cubicBezTo>
                </a:path>
              </a:pathLst>
            </a:custGeom>
            <a:solidFill>
              <a:srgbClr val="FD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4773">
              <a:extLst>
                <a:ext uri="{FF2B5EF4-FFF2-40B4-BE49-F238E27FC236}">
                  <a16:creationId xmlns:a16="http://schemas.microsoft.com/office/drawing/2014/main" id="{581D3A12-FACE-4608-ABBB-01D9FAB3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458"/>
              <a:ext cx="30" cy="122"/>
            </a:xfrm>
            <a:custGeom>
              <a:avLst/>
              <a:gdLst>
                <a:gd name="T0" fmla="*/ 0 w 15"/>
                <a:gd name="T1" fmla="*/ 24 h 61"/>
                <a:gd name="T2" fmla="*/ 80 w 15"/>
                <a:gd name="T3" fmla="*/ 488 h 61"/>
                <a:gd name="T4" fmla="*/ 72 w 15"/>
                <a:gd name="T5" fmla="*/ 336 h 61"/>
                <a:gd name="T6" fmla="*/ 0 w 15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1">
                  <a:moveTo>
                    <a:pt x="0" y="3"/>
                  </a:moveTo>
                  <a:cubicBezTo>
                    <a:pt x="15" y="16"/>
                    <a:pt x="14" y="44"/>
                    <a:pt x="10" y="61"/>
                  </a:cubicBezTo>
                  <a:cubicBezTo>
                    <a:pt x="2" y="60"/>
                    <a:pt x="9" y="48"/>
                    <a:pt x="9" y="42"/>
                  </a:cubicBezTo>
                  <a:cubicBezTo>
                    <a:pt x="9" y="28"/>
                    <a:pt x="0" y="1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4774">
              <a:extLst>
                <a:ext uri="{FF2B5EF4-FFF2-40B4-BE49-F238E27FC236}">
                  <a16:creationId xmlns:a16="http://schemas.microsoft.com/office/drawing/2014/main" id="{FF6EDCB3-BB3B-4940-BCC8-AD02D1233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426"/>
              <a:ext cx="22" cy="26"/>
            </a:xfrm>
            <a:custGeom>
              <a:avLst/>
              <a:gdLst>
                <a:gd name="T0" fmla="*/ 16 w 11"/>
                <a:gd name="T1" fmla="*/ 72 h 13"/>
                <a:gd name="T2" fmla="*/ 0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2" y="9"/>
                  </a:moveTo>
                  <a:cubicBezTo>
                    <a:pt x="11" y="13"/>
                    <a:pt x="8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4775">
              <a:extLst>
                <a:ext uri="{FF2B5EF4-FFF2-40B4-BE49-F238E27FC236}">
                  <a16:creationId xmlns:a16="http://schemas.microsoft.com/office/drawing/2014/main" id="{FA1203B8-3BC7-4558-8B40-FC057972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762"/>
              <a:ext cx="332" cy="323"/>
            </a:xfrm>
            <a:custGeom>
              <a:avLst/>
              <a:gdLst>
                <a:gd name="T0" fmla="*/ 1064 w 166"/>
                <a:gd name="T1" fmla="*/ 8 h 161"/>
                <a:gd name="T2" fmla="*/ 632 w 166"/>
                <a:gd name="T3" fmla="*/ 136 h 161"/>
                <a:gd name="T4" fmla="*/ 328 w 166"/>
                <a:gd name="T5" fmla="*/ 395 h 161"/>
                <a:gd name="T6" fmla="*/ 104 w 166"/>
                <a:gd name="T7" fmla="*/ 760 h 161"/>
                <a:gd name="T8" fmla="*/ 16 w 166"/>
                <a:gd name="T9" fmla="*/ 995 h 161"/>
                <a:gd name="T10" fmla="*/ 0 w 166"/>
                <a:gd name="T11" fmla="*/ 1244 h 161"/>
                <a:gd name="T12" fmla="*/ 144 w 166"/>
                <a:gd name="T13" fmla="*/ 1268 h 161"/>
                <a:gd name="T14" fmla="*/ 312 w 166"/>
                <a:gd name="T15" fmla="*/ 1268 h 161"/>
                <a:gd name="T16" fmla="*/ 304 w 166"/>
                <a:gd name="T17" fmla="*/ 1188 h 161"/>
                <a:gd name="T18" fmla="*/ 304 w 166"/>
                <a:gd name="T19" fmla="*/ 929 h 161"/>
                <a:gd name="T20" fmla="*/ 448 w 166"/>
                <a:gd name="T21" fmla="*/ 508 h 161"/>
                <a:gd name="T22" fmla="*/ 584 w 166"/>
                <a:gd name="T23" fmla="*/ 379 h 161"/>
                <a:gd name="T24" fmla="*/ 704 w 166"/>
                <a:gd name="T25" fmla="*/ 241 h 161"/>
                <a:gd name="T26" fmla="*/ 1016 w 166"/>
                <a:gd name="T27" fmla="*/ 112 h 161"/>
                <a:gd name="T28" fmla="*/ 1224 w 166"/>
                <a:gd name="T29" fmla="*/ 96 h 161"/>
                <a:gd name="T30" fmla="*/ 1328 w 166"/>
                <a:gd name="T31" fmla="*/ 112 h 161"/>
                <a:gd name="T32" fmla="*/ 1136 w 166"/>
                <a:gd name="T33" fmla="*/ 8 h 1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6" h="161">
                  <a:moveTo>
                    <a:pt x="133" y="1"/>
                  </a:moveTo>
                  <a:cubicBezTo>
                    <a:pt x="116" y="8"/>
                    <a:pt x="96" y="10"/>
                    <a:pt x="79" y="17"/>
                  </a:cubicBezTo>
                  <a:cubicBezTo>
                    <a:pt x="62" y="25"/>
                    <a:pt x="52" y="35"/>
                    <a:pt x="41" y="49"/>
                  </a:cubicBezTo>
                  <a:cubicBezTo>
                    <a:pt x="29" y="63"/>
                    <a:pt x="23" y="79"/>
                    <a:pt x="13" y="94"/>
                  </a:cubicBezTo>
                  <a:cubicBezTo>
                    <a:pt x="7" y="103"/>
                    <a:pt x="3" y="111"/>
                    <a:pt x="2" y="123"/>
                  </a:cubicBezTo>
                  <a:cubicBezTo>
                    <a:pt x="1" y="133"/>
                    <a:pt x="2" y="143"/>
                    <a:pt x="0" y="154"/>
                  </a:cubicBezTo>
                  <a:cubicBezTo>
                    <a:pt x="5" y="159"/>
                    <a:pt x="11" y="157"/>
                    <a:pt x="18" y="157"/>
                  </a:cubicBezTo>
                  <a:cubicBezTo>
                    <a:pt x="22" y="157"/>
                    <a:pt x="35" y="161"/>
                    <a:pt x="39" y="157"/>
                  </a:cubicBezTo>
                  <a:cubicBezTo>
                    <a:pt x="41" y="155"/>
                    <a:pt x="38" y="149"/>
                    <a:pt x="38" y="147"/>
                  </a:cubicBezTo>
                  <a:cubicBezTo>
                    <a:pt x="37" y="136"/>
                    <a:pt x="37" y="125"/>
                    <a:pt x="38" y="115"/>
                  </a:cubicBezTo>
                  <a:cubicBezTo>
                    <a:pt x="39" y="96"/>
                    <a:pt x="43" y="77"/>
                    <a:pt x="56" y="63"/>
                  </a:cubicBezTo>
                  <a:cubicBezTo>
                    <a:pt x="62" y="57"/>
                    <a:pt x="68" y="53"/>
                    <a:pt x="73" y="47"/>
                  </a:cubicBezTo>
                  <a:cubicBezTo>
                    <a:pt x="77" y="41"/>
                    <a:pt x="82" y="34"/>
                    <a:pt x="88" y="30"/>
                  </a:cubicBezTo>
                  <a:cubicBezTo>
                    <a:pt x="99" y="22"/>
                    <a:pt x="114" y="22"/>
                    <a:pt x="127" y="14"/>
                  </a:cubicBezTo>
                  <a:cubicBezTo>
                    <a:pt x="136" y="8"/>
                    <a:pt x="143" y="10"/>
                    <a:pt x="153" y="12"/>
                  </a:cubicBezTo>
                  <a:cubicBezTo>
                    <a:pt x="158" y="13"/>
                    <a:pt x="162" y="11"/>
                    <a:pt x="166" y="14"/>
                  </a:cubicBezTo>
                  <a:cubicBezTo>
                    <a:pt x="166" y="8"/>
                    <a:pt x="147" y="0"/>
                    <a:pt x="142" y="1"/>
                  </a:cubicBezTo>
                </a:path>
              </a:pathLst>
            </a:custGeom>
            <a:solidFill>
              <a:srgbClr val="B50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4776">
              <a:extLst>
                <a:ext uri="{FF2B5EF4-FFF2-40B4-BE49-F238E27FC236}">
                  <a16:creationId xmlns:a16="http://schemas.microsoft.com/office/drawing/2014/main" id="{84706CED-A950-4B4D-9FAF-F5E388638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190"/>
              <a:ext cx="82" cy="40"/>
            </a:xfrm>
            <a:custGeom>
              <a:avLst/>
              <a:gdLst>
                <a:gd name="T0" fmla="*/ 0 w 41"/>
                <a:gd name="T1" fmla="*/ 80 h 20"/>
                <a:gd name="T2" fmla="*/ 328 w 41"/>
                <a:gd name="T3" fmla="*/ 32 h 20"/>
                <a:gd name="T4" fmla="*/ 264 w 41"/>
                <a:gd name="T5" fmla="*/ 80 h 20"/>
                <a:gd name="T6" fmla="*/ 240 w 41"/>
                <a:gd name="T7" fmla="*/ 160 h 20"/>
                <a:gd name="T8" fmla="*/ 200 w 41"/>
                <a:gd name="T9" fmla="*/ 120 h 20"/>
                <a:gd name="T10" fmla="*/ 128 w 41"/>
                <a:gd name="T11" fmla="*/ 120 h 20"/>
                <a:gd name="T12" fmla="*/ 0 w 41"/>
                <a:gd name="T13" fmla="*/ 1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0">
                  <a:moveTo>
                    <a:pt x="0" y="10"/>
                  </a:moveTo>
                  <a:cubicBezTo>
                    <a:pt x="14" y="14"/>
                    <a:pt x="28" y="0"/>
                    <a:pt x="41" y="4"/>
                  </a:cubicBezTo>
                  <a:cubicBezTo>
                    <a:pt x="39" y="6"/>
                    <a:pt x="34" y="7"/>
                    <a:pt x="33" y="10"/>
                  </a:cubicBezTo>
                  <a:cubicBezTo>
                    <a:pt x="31" y="13"/>
                    <a:pt x="32" y="17"/>
                    <a:pt x="30" y="20"/>
                  </a:cubicBezTo>
                  <a:cubicBezTo>
                    <a:pt x="29" y="19"/>
                    <a:pt x="27" y="16"/>
                    <a:pt x="25" y="15"/>
                  </a:cubicBezTo>
                  <a:cubicBezTo>
                    <a:pt x="22" y="14"/>
                    <a:pt x="19" y="15"/>
                    <a:pt x="16" y="15"/>
                  </a:cubicBezTo>
                  <a:cubicBezTo>
                    <a:pt x="10" y="16"/>
                    <a:pt x="6" y="13"/>
                    <a:pt x="0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4777">
              <a:extLst>
                <a:ext uri="{FF2B5EF4-FFF2-40B4-BE49-F238E27FC236}">
                  <a16:creationId xmlns:a16="http://schemas.microsoft.com/office/drawing/2014/main" id="{EB4A27A5-7F9C-46DE-A6CE-83C0F8EFE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3216"/>
              <a:ext cx="28" cy="24"/>
            </a:xfrm>
            <a:custGeom>
              <a:avLst/>
              <a:gdLst>
                <a:gd name="T0" fmla="*/ 64 w 14"/>
                <a:gd name="T1" fmla="*/ 0 h 12"/>
                <a:gd name="T2" fmla="*/ 8 w 14"/>
                <a:gd name="T3" fmla="*/ 96 h 12"/>
                <a:gd name="T4" fmla="*/ 32 w 14"/>
                <a:gd name="T5" fmla="*/ 40 h 12"/>
                <a:gd name="T6" fmla="*/ 112 w 14"/>
                <a:gd name="T7" fmla="*/ 3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8" y="0"/>
                  </a:moveTo>
                  <a:cubicBezTo>
                    <a:pt x="3" y="1"/>
                    <a:pt x="0" y="7"/>
                    <a:pt x="1" y="12"/>
                  </a:cubicBezTo>
                  <a:cubicBezTo>
                    <a:pt x="3" y="10"/>
                    <a:pt x="2" y="6"/>
                    <a:pt x="4" y="5"/>
                  </a:cubicBezTo>
                  <a:cubicBezTo>
                    <a:pt x="6" y="3"/>
                    <a:pt x="11" y="4"/>
                    <a:pt x="14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4778">
              <a:extLst>
                <a:ext uri="{FF2B5EF4-FFF2-40B4-BE49-F238E27FC236}">
                  <a16:creationId xmlns:a16="http://schemas.microsoft.com/office/drawing/2014/main" id="{2E9154FE-F11F-4521-AE8A-3F7EAD57D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3256"/>
              <a:ext cx="95" cy="40"/>
            </a:xfrm>
            <a:custGeom>
              <a:avLst/>
              <a:gdLst>
                <a:gd name="T0" fmla="*/ 0 w 47"/>
                <a:gd name="T1" fmla="*/ 96 h 20"/>
                <a:gd name="T2" fmla="*/ 107 w 47"/>
                <a:gd name="T3" fmla="*/ 104 h 20"/>
                <a:gd name="T4" fmla="*/ 148 w 47"/>
                <a:gd name="T5" fmla="*/ 128 h 20"/>
                <a:gd name="T6" fmla="*/ 265 w 47"/>
                <a:gd name="T7" fmla="*/ 160 h 20"/>
                <a:gd name="T8" fmla="*/ 388 w 47"/>
                <a:gd name="T9" fmla="*/ 104 h 20"/>
                <a:gd name="T10" fmla="*/ 323 w 47"/>
                <a:gd name="T11" fmla="*/ 80 h 20"/>
                <a:gd name="T12" fmla="*/ 257 w 47"/>
                <a:gd name="T13" fmla="*/ 32 h 20"/>
                <a:gd name="T14" fmla="*/ 216 w 47"/>
                <a:gd name="T15" fmla="*/ 16 h 20"/>
                <a:gd name="T16" fmla="*/ 156 w 47"/>
                <a:gd name="T17" fmla="*/ 64 h 20"/>
                <a:gd name="T18" fmla="*/ 81 w 47"/>
                <a:gd name="T19" fmla="*/ 6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20">
                  <a:moveTo>
                    <a:pt x="0" y="12"/>
                  </a:moveTo>
                  <a:cubicBezTo>
                    <a:pt x="4" y="13"/>
                    <a:pt x="9" y="12"/>
                    <a:pt x="13" y="13"/>
                  </a:cubicBezTo>
                  <a:cubicBezTo>
                    <a:pt x="16" y="14"/>
                    <a:pt x="15" y="16"/>
                    <a:pt x="18" y="16"/>
                  </a:cubicBezTo>
                  <a:cubicBezTo>
                    <a:pt x="24" y="18"/>
                    <a:pt x="28" y="14"/>
                    <a:pt x="32" y="20"/>
                  </a:cubicBezTo>
                  <a:cubicBezTo>
                    <a:pt x="37" y="18"/>
                    <a:pt x="40" y="11"/>
                    <a:pt x="47" y="13"/>
                  </a:cubicBezTo>
                  <a:cubicBezTo>
                    <a:pt x="46" y="10"/>
                    <a:pt x="42" y="10"/>
                    <a:pt x="39" y="10"/>
                  </a:cubicBezTo>
                  <a:cubicBezTo>
                    <a:pt x="32" y="9"/>
                    <a:pt x="34" y="8"/>
                    <a:pt x="31" y="4"/>
                  </a:cubicBezTo>
                  <a:cubicBezTo>
                    <a:pt x="28" y="0"/>
                    <a:pt x="30" y="0"/>
                    <a:pt x="26" y="2"/>
                  </a:cubicBezTo>
                  <a:cubicBezTo>
                    <a:pt x="23" y="4"/>
                    <a:pt x="24" y="7"/>
                    <a:pt x="19" y="8"/>
                  </a:cubicBezTo>
                  <a:cubicBezTo>
                    <a:pt x="16" y="9"/>
                    <a:pt x="13" y="8"/>
                    <a:pt x="10" y="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4779">
              <a:extLst>
                <a:ext uri="{FF2B5EF4-FFF2-40B4-BE49-F238E27FC236}">
                  <a16:creationId xmlns:a16="http://schemas.microsoft.com/office/drawing/2014/main" id="{EACB043E-ED23-4A0C-90E1-8C3EC97D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252"/>
              <a:ext cx="48" cy="62"/>
            </a:xfrm>
            <a:custGeom>
              <a:avLst/>
              <a:gdLst>
                <a:gd name="T0" fmla="*/ 0 w 24"/>
                <a:gd name="T1" fmla="*/ 104 h 31"/>
                <a:gd name="T2" fmla="*/ 136 w 24"/>
                <a:gd name="T3" fmla="*/ 24 h 31"/>
                <a:gd name="T4" fmla="*/ 144 w 24"/>
                <a:gd name="T5" fmla="*/ 88 h 31"/>
                <a:gd name="T6" fmla="*/ 192 w 24"/>
                <a:gd name="T7" fmla="*/ 160 h 31"/>
                <a:gd name="T8" fmla="*/ 80 w 24"/>
                <a:gd name="T9" fmla="*/ 168 h 31"/>
                <a:gd name="T10" fmla="*/ 56 w 24"/>
                <a:gd name="T11" fmla="*/ 248 h 31"/>
                <a:gd name="T12" fmla="*/ 16 w 24"/>
                <a:gd name="T13" fmla="*/ 13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1">
                  <a:moveTo>
                    <a:pt x="0" y="13"/>
                  </a:moveTo>
                  <a:cubicBezTo>
                    <a:pt x="5" y="17"/>
                    <a:pt x="12" y="0"/>
                    <a:pt x="17" y="3"/>
                  </a:cubicBezTo>
                  <a:cubicBezTo>
                    <a:pt x="20" y="4"/>
                    <a:pt x="17" y="9"/>
                    <a:pt x="18" y="11"/>
                  </a:cubicBezTo>
                  <a:cubicBezTo>
                    <a:pt x="19" y="15"/>
                    <a:pt x="23" y="16"/>
                    <a:pt x="24" y="20"/>
                  </a:cubicBezTo>
                  <a:cubicBezTo>
                    <a:pt x="20" y="20"/>
                    <a:pt x="13" y="18"/>
                    <a:pt x="10" y="21"/>
                  </a:cubicBezTo>
                  <a:cubicBezTo>
                    <a:pt x="7" y="24"/>
                    <a:pt x="11" y="30"/>
                    <a:pt x="7" y="31"/>
                  </a:cubicBezTo>
                  <a:cubicBezTo>
                    <a:pt x="5" y="28"/>
                    <a:pt x="8" y="14"/>
                    <a:pt x="2" y="1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4780">
              <a:extLst>
                <a:ext uri="{FF2B5EF4-FFF2-40B4-BE49-F238E27FC236}">
                  <a16:creationId xmlns:a16="http://schemas.microsoft.com/office/drawing/2014/main" id="{84C5ABE5-9C08-4B84-88F3-9A585F9F0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3224"/>
              <a:ext cx="76" cy="62"/>
            </a:xfrm>
            <a:custGeom>
              <a:avLst/>
              <a:gdLst>
                <a:gd name="T0" fmla="*/ 96 w 38"/>
                <a:gd name="T1" fmla="*/ 24 h 31"/>
                <a:gd name="T2" fmla="*/ 24 w 38"/>
                <a:gd name="T3" fmla="*/ 56 h 31"/>
                <a:gd name="T4" fmla="*/ 40 w 38"/>
                <a:gd name="T5" fmla="*/ 112 h 31"/>
                <a:gd name="T6" fmla="*/ 16 w 38"/>
                <a:gd name="T7" fmla="*/ 232 h 31"/>
                <a:gd name="T8" fmla="*/ 96 w 38"/>
                <a:gd name="T9" fmla="*/ 208 h 31"/>
                <a:gd name="T10" fmla="*/ 168 w 38"/>
                <a:gd name="T11" fmla="*/ 200 h 31"/>
                <a:gd name="T12" fmla="*/ 304 w 38"/>
                <a:gd name="T13" fmla="*/ 168 h 31"/>
                <a:gd name="T14" fmla="*/ 120 w 38"/>
                <a:gd name="T15" fmla="*/ 112 h 31"/>
                <a:gd name="T16" fmla="*/ 232 w 38"/>
                <a:gd name="T17" fmla="*/ 32 h 31"/>
                <a:gd name="T18" fmla="*/ 96 w 38"/>
                <a:gd name="T19" fmla="*/ 32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31">
                  <a:moveTo>
                    <a:pt x="12" y="3"/>
                  </a:moveTo>
                  <a:cubicBezTo>
                    <a:pt x="10" y="4"/>
                    <a:pt x="4" y="5"/>
                    <a:pt x="3" y="7"/>
                  </a:cubicBezTo>
                  <a:cubicBezTo>
                    <a:pt x="2" y="10"/>
                    <a:pt x="4" y="11"/>
                    <a:pt x="5" y="14"/>
                  </a:cubicBezTo>
                  <a:cubicBezTo>
                    <a:pt x="6" y="20"/>
                    <a:pt x="0" y="25"/>
                    <a:pt x="2" y="29"/>
                  </a:cubicBezTo>
                  <a:cubicBezTo>
                    <a:pt x="6" y="31"/>
                    <a:pt x="8" y="27"/>
                    <a:pt x="12" y="26"/>
                  </a:cubicBezTo>
                  <a:cubicBezTo>
                    <a:pt x="16" y="24"/>
                    <a:pt x="16" y="24"/>
                    <a:pt x="21" y="25"/>
                  </a:cubicBezTo>
                  <a:cubicBezTo>
                    <a:pt x="27" y="27"/>
                    <a:pt x="37" y="30"/>
                    <a:pt x="38" y="21"/>
                  </a:cubicBezTo>
                  <a:cubicBezTo>
                    <a:pt x="32" y="22"/>
                    <a:pt x="19" y="22"/>
                    <a:pt x="15" y="14"/>
                  </a:cubicBezTo>
                  <a:cubicBezTo>
                    <a:pt x="12" y="6"/>
                    <a:pt x="24" y="6"/>
                    <a:pt x="29" y="4"/>
                  </a:cubicBezTo>
                  <a:cubicBezTo>
                    <a:pt x="25" y="0"/>
                    <a:pt x="17" y="2"/>
                    <a:pt x="12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4781">
              <a:extLst>
                <a:ext uri="{FF2B5EF4-FFF2-40B4-BE49-F238E27FC236}">
                  <a16:creationId xmlns:a16="http://schemas.microsoft.com/office/drawing/2014/main" id="{F1752201-E12F-4844-9271-3778A9DED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330"/>
              <a:ext cx="130" cy="56"/>
            </a:xfrm>
            <a:custGeom>
              <a:avLst/>
              <a:gdLst>
                <a:gd name="T0" fmla="*/ 200 w 65"/>
                <a:gd name="T1" fmla="*/ 0 h 28"/>
                <a:gd name="T2" fmla="*/ 104 w 65"/>
                <a:gd name="T3" fmla="*/ 136 h 28"/>
                <a:gd name="T4" fmla="*/ 48 w 65"/>
                <a:gd name="T5" fmla="*/ 152 h 28"/>
                <a:gd name="T6" fmla="*/ 0 w 65"/>
                <a:gd name="T7" fmla="*/ 216 h 28"/>
                <a:gd name="T8" fmla="*/ 112 w 65"/>
                <a:gd name="T9" fmla="*/ 160 h 28"/>
                <a:gd name="T10" fmla="*/ 224 w 65"/>
                <a:gd name="T11" fmla="*/ 112 h 28"/>
                <a:gd name="T12" fmla="*/ 352 w 65"/>
                <a:gd name="T13" fmla="*/ 200 h 28"/>
                <a:gd name="T14" fmla="*/ 448 w 65"/>
                <a:gd name="T15" fmla="*/ 144 h 28"/>
                <a:gd name="T16" fmla="*/ 512 w 65"/>
                <a:gd name="T17" fmla="*/ 72 h 28"/>
                <a:gd name="T18" fmla="*/ 424 w 65"/>
                <a:gd name="T19" fmla="*/ 112 h 28"/>
                <a:gd name="T20" fmla="*/ 224 w 65"/>
                <a:gd name="T21" fmla="*/ 4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28">
                  <a:moveTo>
                    <a:pt x="25" y="0"/>
                  </a:moveTo>
                  <a:cubicBezTo>
                    <a:pt x="23" y="8"/>
                    <a:pt x="22" y="16"/>
                    <a:pt x="13" y="17"/>
                  </a:cubicBezTo>
                  <a:cubicBezTo>
                    <a:pt x="9" y="18"/>
                    <a:pt x="10" y="16"/>
                    <a:pt x="6" y="19"/>
                  </a:cubicBezTo>
                  <a:cubicBezTo>
                    <a:pt x="3" y="21"/>
                    <a:pt x="2" y="24"/>
                    <a:pt x="0" y="27"/>
                  </a:cubicBezTo>
                  <a:cubicBezTo>
                    <a:pt x="4" y="28"/>
                    <a:pt x="11" y="21"/>
                    <a:pt x="14" y="20"/>
                  </a:cubicBezTo>
                  <a:cubicBezTo>
                    <a:pt x="19" y="18"/>
                    <a:pt x="24" y="15"/>
                    <a:pt x="28" y="14"/>
                  </a:cubicBezTo>
                  <a:cubicBezTo>
                    <a:pt x="37" y="13"/>
                    <a:pt x="40" y="19"/>
                    <a:pt x="44" y="25"/>
                  </a:cubicBezTo>
                  <a:cubicBezTo>
                    <a:pt x="50" y="22"/>
                    <a:pt x="48" y="17"/>
                    <a:pt x="56" y="18"/>
                  </a:cubicBezTo>
                  <a:cubicBezTo>
                    <a:pt x="64" y="19"/>
                    <a:pt x="65" y="18"/>
                    <a:pt x="64" y="9"/>
                  </a:cubicBezTo>
                  <a:cubicBezTo>
                    <a:pt x="59" y="13"/>
                    <a:pt x="61" y="15"/>
                    <a:pt x="53" y="14"/>
                  </a:cubicBezTo>
                  <a:cubicBezTo>
                    <a:pt x="45" y="12"/>
                    <a:pt x="35" y="11"/>
                    <a:pt x="28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4782">
              <a:extLst>
                <a:ext uri="{FF2B5EF4-FFF2-40B4-BE49-F238E27FC236}">
                  <a16:creationId xmlns:a16="http://schemas.microsoft.com/office/drawing/2014/main" id="{34631352-55FC-417D-A744-3275B9861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436"/>
              <a:ext cx="108" cy="80"/>
            </a:xfrm>
            <a:custGeom>
              <a:avLst/>
              <a:gdLst>
                <a:gd name="T0" fmla="*/ 24 w 54"/>
                <a:gd name="T1" fmla="*/ 72 h 40"/>
                <a:gd name="T2" fmla="*/ 0 w 54"/>
                <a:gd name="T3" fmla="*/ 192 h 40"/>
                <a:gd name="T4" fmla="*/ 104 w 54"/>
                <a:gd name="T5" fmla="*/ 176 h 40"/>
                <a:gd name="T6" fmla="*/ 136 w 54"/>
                <a:gd name="T7" fmla="*/ 160 h 40"/>
                <a:gd name="T8" fmla="*/ 192 w 54"/>
                <a:gd name="T9" fmla="*/ 200 h 40"/>
                <a:gd name="T10" fmla="*/ 304 w 54"/>
                <a:gd name="T11" fmla="*/ 216 h 40"/>
                <a:gd name="T12" fmla="*/ 352 w 54"/>
                <a:gd name="T13" fmla="*/ 320 h 40"/>
                <a:gd name="T14" fmla="*/ 432 w 54"/>
                <a:gd name="T15" fmla="*/ 136 h 40"/>
                <a:gd name="T16" fmla="*/ 368 w 54"/>
                <a:gd name="T17" fmla="*/ 200 h 40"/>
                <a:gd name="T18" fmla="*/ 264 w 54"/>
                <a:gd name="T19" fmla="*/ 152 h 40"/>
                <a:gd name="T20" fmla="*/ 192 w 54"/>
                <a:gd name="T21" fmla="*/ 16 h 40"/>
                <a:gd name="T22" fmla="*/ 56 w 54"/>
                <a:gd name="T23" fmla="*/ 48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40">
                  <a:moveTo>
                    <a:pt x="3" y="9"/>
                  </a:moveTo>
                  <a:cubicBezTo>
                    <a:pt x="4" y="14"/>
                    <a:pt x="6" y="22"/>
                    <a:pt x="0" y="24"/>
                  </a:cubicBezTo>
                  <a:cubicBezTo>
                    <a:pt x="6" y="27"/>
                    <a:pt x="9" y="24"/>
                    <a:pt x="13" y="22"/>
                  </a:cubicBezTo>
                  <a:cubicBezTo>
                    <a:pt x="16" y="22"/>
                    <a:pt x="15" y="20"/>
                    <a:pt x="17" y="20"/>
                  </a:cubicBezTo>
                  <a:cubicBezTo>
                    <a:pt x="19" y="20"/>
                    <a:pt x="22" y="24"/>
                    <a:pt x="24" y="25"/>
                  </a:cubicBezTo>
                  <a:cubicBezTo>
                    <a:pt x="29" y="27"/>
                    <a:pt x="33" y="24"/>
                    <a:pt x="38" y="27"/>
                  </a:cubicBezTo>
                  <a:cubicBezTo>
                    <a:pt x="41" y="30"/>
                    <a:pt x="42" y="36"/>
                    <a:pt x="44" y="40"/>
                  </a:cubicBezTo>
                  <a:cubicBezTo>
                    <a:pt x="51" y="34"/>
                    <a:pt x="50" y="24"/>
                    <a:pt x="54" y="17"/>
                  </a:cubicBezTo>
                  <a:cubicBezTo>
                    <a:pt x="51" y="20"/>
                    <a:pt x="50" y="24"/>
                    <a:pt x="46" y="25"/>
                  </a:cubicBezTo>
                  <a:cubicBezTo>
                    <a:pt x="42" y="26"/>
                    <a:pt x="37" y="21"/>
                    <a:pt x="33" y="19"/>
                  </a:cubicBezTo>
                  <a:cubicBezTo>
                    <a:pt x="23" y="15"/>
                    <a:pt x="18" y="12"/>
                    <a:pt x="24" y="2"/>
                  </a:cubicBezTo>
                  <a:cubicBezTo>
                    <a:pt x="19" y="0"/>
                    <a:pt x="12" y="4"/>
                    <a:pt x="7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4783">
              <a:extLst>
                <a:ext uri="{FF2B5EF4-FFF2-40B4-BE49-F238E27FC236}">
                  <a16:creationId xmlns:a16="http://schemas.microsoft.com/office/drawing/2014/main" id="{8587E16F-DA25-4E85-ABF7-D33D8D8D9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3324"/>
              <a:ext cx="73" cy="48"/>
            </a:xfrm>
            <a:custGeom>
              <a:avLst/>
              <a:gdLst>
                <a:gd name="T0" fmla="*/ 0 w 36"/>
                <a:gd name="T1" fmla="*/ 8 h 24"/>
                <a:gd name="T2" fmla="*/ 75 w 36"/>
                <a:gd name="T3" fmla="*/ 112 h 24"/>
                <a:gd name="T4" fmla="*/ 176 w 36"/>
                <a:gd name="T5" fmla="*/ 112 h 24"/>
                <a:gd name="T6" fmla="*/ 260 w 36"/>
                <a:gd name="T7" fmla="*/ 192 h 24"/>
                <a:gd name="T8" fmla="*/ 300 w 36"/>
                <a:gd name="T9" fmla="*/ 96 h 24"/>
                <a:gd name="T10" fmla="*/ 251 w 36"/>
                <a:gd name="T11" fmla="*/ 64 h 24"/>
                <a:gd name="T12" fmla="*/ 235 w 36"/>
                <a:gd name="T13" fmla="*/ 24 h 24"/>
                <a:gd name="T14" fmla="*/ 116 w 36"/>
                <a:gd name="T15" fmla="*/ 1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0" y="1"/>
                  </a:moveTo>
                  <a:cubicBezTo>
                    <a:pt x="6" y="5"/>
                    <a:pt x="13" y="5"/>
                    <a:pt x="9" y="14"/>
                  </a:cubicBezTo>
                  <a:cubicBezTo>
                    <a:pt x="11" y="16"/>
                    <a:pt x="17" y="13"/>
                    <a:pt x="21" y="14"/>
                  </a:cubicBezTo>
                  <a:cubicBezTo>
                    <a:pt x="27" y="16"/>
                    <a:pt x="29" y="19"/>
                    <a:pt x="31" y="24"/>
                  </a:cubicBezTo>
                  <a:cubicBezTo>
                    <a:pt x="31" y="19"/>
                    <a:pt x="33" y="15"/>
                    <a:pt x="36" y="12"/>
                  </a:cubicBezTo>
                  <a:cubicBezTo>
                    <a:pt x="34" y="11"/>
                    <a:pt x="32" y="10"/>
                    <a:pt x="30" y="8"/>
                  </a:cubicBezTo>
                  <a:cubicBezTo>
                    <a:pt x="30" y="7"/>
                    <a:pt x="28" y="3"/>
                    <a:pt x="28" y="3"/>
                  </a:cubicBezTo>
                  <a:cubicBezTo>
                    <a:pt x="26" y="0"/>
                    <a:pt x="18" y="2"/>
                    <a:pt x="14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4784">
              <a:extLst>
                <a:ext uri="{FF2B5EF4-FFF2-40B4-BE49-F238E27FC236}">
                  <a16:creationId xmlns:a16="http://schemas.microsoft.com/office/drawing/2014/main" id="{C788F2FF-2DAB-4A2F-BA45-B151D62DD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348"/>
              <a:ext cx="30" cy="24"/>
            </a:xfrm>
            <a:custGeom>
              <a:avLst/>
              <a:gdLst>
                <a:gd name="T0" fmla="*/ 8 w 15"/>
                <a:gd name="T1" fmla="*/ 0 h 12"/>
                <a:gd name="T2" fmla="*/ 0 w 15"/>
                <a:gd name="T3" fmla="*/ 72 h 12"/>
                <a:gd name="T4" fmla="*/ 56 w 15"/>
                <a:gd name="T5" fmla="*/ 56 h 12"/>
                <a:gd name="T6" fmla="*/ 120 w 15"/>
                <a:gd name="T7" fmla="*/ 96 h 12"/>
                <a:gd name="T8" fmla="*/ 120 w 15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1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3" y="9"/>
                    <a:pt x="4" y="7"/>
                    <a:pt x="7" y="7"/>
                  </a:cubicBezTo>
                  <a:cubicBezTo>
                    <a:pt x="10" y="8"/>
                    <a:pt x="13" y="11"/>
                    <a:pt x="15" y="12"/>
                  </a:cubicBezTo>
                  <a:cubicBezTo>
                    <a:pt x="14" y="10"/>
                    <a:pt x="11" y="2"/>
                    <a:pt x="15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4785">
              <a:extLst>
                <a:ext uri="{FF2B5EF4-FFF2-40B4-BE49-F238E27FC236}">
                  <a16:creationId xmlns:a16="http://schemas.microsoft.com/office/drawing/2014/main" id="{BE210705-756B-4772-AD36-F524C2D24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3386"/>
              <a:ext cx="68" cy="48"/>
            </a:xfrm>
            <a:custGeom>
              <a:avLst/>
              <a:gdLst>
                <a:gd name="T0" fmla="*/ 168 w 34"/>
                <a:gd name="T1" fmla="*/ 32 h 24"/>
                <a:gd name="T2" fmla="*/ 96 w 34"/>
                <a:gd name="T3" fmla="*/ 136 h 24"/>
                <a:gd name="T4" fmla="*/ 64 w 34"/>
                <a:gd name="T5" fmla="*/ 152 h 24"/>
                <a:gd name="T6" fmla="*/ 24 w 34"/>
                <a:gd name="T7" fmla="*/ 136 h 24"/>
                <a:gd name="T8" fmla="*/ 16 w 34"/>
                <a:gd name="T9" fmla="*/ 192 h 24"/>
                <a:gd name="T10" fmla="*/ 192 w 34"/>
                <a:gd name="T11" fmla="*/ 112 h 24"/>
                <a:gd name="T12" fmla="*/ 256 w 34"/>
                <a:gd name="T13" fmla="*/ 96 h 24"/>
                <a:gd name="T14" fmla="*/ 272 w 34"/>
                <a:gd name="T15" fmla="*/ 8 h 24"/>
                <a:gd name="T16" fmla="*/ 200 w 34"/>
                <a:gd name="T17" fmla="*/ 8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24">
                  <a:moveTo>
                    <a:pt x="21" y="4"/>
                  </a:moveTo>
                  <a:cubicBezTo>
                    <a:pt x="23" y="12"/>
                    <a:pt x="19" y="14"/>
                    <a:pt x="12" y="17"/>
                  </a:cubicBezTo>
                  <a:cubicBezTo>
                    <a:pt x="11" y="17"/>
                    <a:pt x="9" y="19"/>
                    <a:pt x="8" y="19"/>
                  </a:cubicBezTo>
                  <a:cubicBezTo>
                    <a:pt x="6" y="20"/>
                    <a:pt x="4" y="17"/>
                    <a:pt x="3" y="17"/>
                  </a:cubicBezTo>
                  <a:cubicBezTo>
                    <a:pt x="0" y="19"/>
                    <a:pt x="0" y="22"/>
                    <a:pt x="2" y="24"/>
                  </a:cubicBezTo>
                  <a:cubicBezTo>
                    <a:pt x="5" y="18"/>
                    <a:pt x="18" y="14"/>
                    <a:pt x="24" y="14"/>
                  </a:cubicBezTo>
                  <a:cubicBezTo>
                    <a:pt x="28" y="14"/>
                    <a:pt x="30" y="17"/>
                    <a:pt x="32" y="12"/>
                  </a:cubicBezTo>
                  <a:cubicBezTo>
                    <a:pt x="33" y="8"/>
                    <a:pt x="28" y="4"/>
                    <a:pt x="34" y="1"/>
                  </a:cubicBezTo>
                  <a:cubicBezTo>
                    <a:pt x="31" y="0"/>
                    <a:pt x="28" y="0"/>
                    <a:pt x="25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4786">
              <a:extLst>
                <a:ext uri="{FF2B5EF4-FFF2-40B4-BE49-F238E27FC236}">
                  <a16:creationId xmlns:a16="http://schemas.microsoft.com/office/drawing/2014/main" id="{37EB622A-493A-4B17-ADF7-085ADB856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324"/>
              <a:ext cx="38" cy="24"/>
            </a:xfrm>
            <a:custGeom>
              <a:avLst/>
              <a:gdLst>
                <a:gd name="T0" fmla="*/ 8 w 19"/>
                <a:gd name="T1" fmla="*/ 24 h 12"/>
                <a:gd name="T2" fmla="*/ 0 w 19"/>
                <a:gd name="T3" fmla="*/ 40 h 12"/>
                <a:gd name="T4" fmla="*/ 104 w 19"/>
                <a:gd name="T5" fmla="*/ 96 h 12"/>
                <a:gd name="T6" fmla="*/ 152 w 19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1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5" y="7"/>
                    <a:pt x="15" y="0"/>
                    <a:pt x="13" y="12"/>
                  </a:cubicBezTo>
                  <a:cubicBezTo>
                    <a:pt x="15" y="10"/>
                    <a:pt x="19" y="4"/>
                    <a:pt x="19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4787">
              <a:extLst>
                <a:ext uri="{FF2B5EF4-FFF2-40B4-BE49-F238E27FC236}">
                  <a16:creationId xmlns:a16="http://schemas.microsoft.com/office/drawing/2014/main" id="{AE6B8C41-9F63-4731-B16A-80E989517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214"/>
              <a:ext cx="34" cy="18"/>
            </a:xfrm>
            <a:custGeom>
              <a:avLst/>
              <a:gdLst>
                <a:gd name="T0" fmla="*/ 0 w 17"/>
                <a:gd name="T1" fmla="*/ 48 h 9"/>
                <a:gd name="T2" fmla="*/ 80 w 17"/>
                <a:gd name="T3" fmla="*/ 24 h 9"/>
                <a:gd name="T4" fmla="*/ 136 w 17"/>
                <a:gd name="T5" fmla="*/ 48 h 9"/>
                <a:gd name="T6" fmla="*/ 56 w 17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0" y="6"/>
                  </a:moveTo>
                  <a:cubicBezTo>
                    <a:pt x="5" y="9"/>
                    <a:pt x="6" y="3"/>
                    <a:pt x="10" y="3"/>
                  </a:cubicBezTo>
                  <a:cubicBezTo>
                    <a:pt x="13" y="3"/>
                    <a:pt x="15" y="6"/>
                    <a:pt x="17" y="6"/>
                  </a:cubicBezTo>
                  <a:cubicBezTo>
                    <a:pt x="15" y="2"/>
                    <a:pt x="12" y="0"/>
                    <a:pt x="7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4788">
              <a:extLst>
                <a:ext uri="{FF2B5EF4-FFF2-40B4-BE49-F238E27FC236}">
                  <a16:creationId xmlns:a16="http://schemas.microsoft.com/office/drawing/2014/main" id="{FF679575-E616-49DE-96D6-512A68948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3282"/>
              <a:ext cx="72" cy="26"/>
            </a:xfrm>
            <a:custGeom>
              <a:avLst/>
              <a:gdLst>
                <a:gd name="T0" fmla="*/ 0 w 36"/>
                <a:gd name="T1" fmla="*/ 80 h 13"/>
                <a:gd name="T2" fmla="*/ 80 w 36"/>
                <a:gd name="T3" fmla="*/ 80 h 13"/>
                <a:gd name="T4" fmla="*/ 152 w 36"/>
                <a:gd name="T5" fmla="*/ 104 h 13"/>
                <a:gd name="T6" fmla="*/ 208 w 36"/>
                <a:gd name="T7" fmla="*/ 32 h 13"/>
                <a:gd name="T8" fmla="*/ 272 w 36"/>
                <a:gd name="T9" fmla="*/ 32 h 13"/>
                <a:gd name="T10" fmla="*/ 240 w 36"/>
                <a:gd name="T11" fmla="*/ 8 h 13"/>
                <a:gd name="T12" fmla="*/ 200 w 36"/>
                <a:gd name="T13" fmla="*/ 24 h 13"/>
                <a:gd name="T14" fmla="*/ 152 w 36"/>
                <a:gd name="T15" fmla="*/ 8 h 13"/>
                <a:gd name="T16" fmla="*/ 48 w 36"/>
                <a:gd name="T17" fmla="*/ 7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3">
                  <a:moveTo>
                    <a:pt x="0" y="10"/>
                  </a:moveTo>
                  <a:cubicBezTo>
                    <a:pt x="3" y="11"/>
                    <a:pt x="7" y="10"/>
                    <a:pt x="10" y="10"/>
                  </a:cubicBezTo>
                  <a:cubicBezTo>
                    <a:pt x="14" y="11"/>
                    <a:pt x="16" y="13"/>
                    <a:pt x="19" y="13"/>
                  </a:cubicBezTo>
                  <a:cubicBezTo>
                    <a:pt x="20" y="8"/>
                    <a:pt x="21" y="5"/>
                    <a:pt x="26" y="4"/>
                  </a:cubicBezTo>
                  <a:cubicBezTo>
                    <a:pt x="28" y="4"/>
                    <a:pt x="32" y="7"/>
                    <a:pt x="34" y="4"/>
                  </a:cubicBezTo>
                  <a:cubicBezTo>
                    <a:pt x="36" y="1"/>
                    <a:pt x="32" y="1"/>
                    <a:pt x="30" y="1"/>
                  </a:cubicBezTo>
                  <a:cubicBezTo>
                    <a:pt x="29" y="0"/>
                    <a:pt x="27" y="3"/>
                    <a:pt x="25" y="3"/>
                  </a:cubicBezTo>
                  <a:cubicBezTo>
                    <a:pt x="23" y="3"/>
                    <a:pt x="21" y="1"/>
                    <a:pt x="19" y="1"/>
                  </a:cubicBezTo>
                  <a:cubicBezTo>
                    <a:pt x="15" y="1"/>
                    <a:pt x="11" y="7"/>
                    <a:pt x="6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4789">
              <a:extLst>
                <a:ext uri="{FF2B5EF4-FFF2-40B4-BE49-F238E27FC236}">
                  <a16:creationId xmlns:a16="http://schemas.microsoft.com/office/drawing/2014/main" id="{8CAB51FC-49F9-460D-9166-7F8D00C6F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412"/>
              <a:ext cx="120" cy="50"/>
            </a:xfrm>
            <a:custGeom>
              <a:avLst/>
              <a:gdLst>
                <a:gd name="T0" fmla="*/ 128 w 60"/>
                <a:gd name="T1" fmla="*/ 40 h 25"/>
                <a:gd name="T2" fmla="*/ 256 w 60"/>
                <a:gd name="T3" fmla="*/ 48 h 25"/>
                <a:gd name="T4" fmla="*/ 360 w 60"/>
                <a:gd name="T5" fmla="*/ 16 h 25"/>
                <a:gd name="T6" fmla="*/ 360 w 60"/>
                <a:gd name="T7" fmla="*/ 56 h 25"/>
                <a:gd name="T8" fmla="*/ 384 w 60"/>
                <a:gd name="T9" fmla="*/ 112 h 25"/>
                <a:gd name="T10" fmla="*/ 480 w 60"/>
                <a:gd name="T11" fmla="*/ 136 h 25"/>
                <a:gd name="T12" fmla="*/ 336 w 60"/>
                <a:gd name="T13" fmla="*/ 104 h 25"/>
                <a:gd name="T14" fmla="*/ 296 w 60"/>
                <a:gd name="T15" fmla="*/ 72 h 25"/>
                <a:gd name="T16" fmla="*/ 232 w 60"/>
                <a:gd name="T17" fmla="*/ 96 h 25"/>
                <a:gd name="T18" fmla="*/ 160 w 60"/>
                <a:gd name="T19" fmla="*/ 104 h 25"/>
                <a:gd name="T20" fmla="*/ 104 w 60"/>
                <a:gd name="T21" fmla="*/ 72 h 25"/>
                <a:gd name="T22" fmla="*/ 40 w 60"/>
                <a:gd name="T23" fmla="*/ 80 h 25"/>
                <a:gd name="T24" fmla="*/ 24 w 60"/>
                <a:gd name="T25" fmla="*/ 8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25">
                  <a:moveTo>
                    <a:pt x="16" y="5"/>
                  </a:moveTo>
                  <a:cubicBezTo>
                    <a:pt x="19" y="10"/>
                    <a:pt x="27" y="7"/>
                    <a:pt x="32" y="6"/>
                  </a:cubicBezTo>
                  <a:cubicBezTo>
                    <a:pt x="34" y="5"/>
                    <a:pt x="43" y="0"/>
                    <a:pt x="45" y="2"/>
                  </a:cubicBezTo>
                  <a:cubicBezTo>
                    <a:pt x="48" y="3"/>
                    <a:pt x="45" y="5"/>
                    <a:pt x="45" y="7"/>
                  </a:cubicBezTo>
                  <a:cubicBezTo>
                    <a:pt x="45" y="10"/>
                    <a:pt x="46" y="11"/>
                    <a:pt x="48" y="14"/>
                  </a:cubicBezTo>
                  <a:cubicBezTo>
                    <a:pt x="52" y="21"/>
                    <a:pt x="54" y="20"/>
                    <a:pt x="60" y="17"/>
                  </a:cubicBezTo>
                  <a:cubicBezTo>
                    <a:pt x="60" y="25"/>
                    <a:pt x="45" y="16"/>
                    <a:pt x="42" y="13"/>
                  </a:cubicBezTo>
                  <a:cubicBezTo>
                    <a:pt x="40" y="11"/>
                    <a:pt x="41" y="9"/>
                    <a:pt x="37" y="9"/>
                  </a:cubicBezTo>
                  <a:cubicBezTo>
                    <a:pt x="34" y="8"/>
                    <a:pt x="31" y="11"/>
                    <a:pt x="29" y="12"/>
                  </a:cubicBezTo>
                  <a:cubicBezTo>
                    <a:pt x="26" y="13"/>
                    <a:pt x="23" y="14"/>
                    <a:pt x="20" y="13"/>
                  </a:cubicBezTo>
                  <a:cubicBezTo>
                    <a:pt x="17" y="12"/>
                    <a:pt x="18" y="9"/>
                    <a:pt x="13" y="9"/>
                  </a:cubicBezTo>
                  <a:cubicBezTo>
                    <a:pt x="10" y="9"/>
                    <a:pt x="8" y="11"/>
                    <a:pt x="5" y="10"/>
                  </a:cubicBezTo>
                  <a:cubicBezTo>
                    <a:pt x="1" y="9"/>
                    <a:pt x="0" y="4"/>
                    <a:pt x="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4790">
              <a:extLst>
                <a:ext uri="{FF2B5EF4-FFF2-40B4-BE49-F238E27FC236}">
                  <a16:creationId xmlns:a16="http://schemas.microsoft.com/office/drawing/2014/main" id="{A81B25AD-719F-462A-8604-B06DB7CD5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942"/>
              <a:ext cx="38" cy="26"/>
            </a:xfrm>
            <a:custGeom>
              <a:avLst/>
              <a:gdLst>
                <a:gd name="T0" fmla="*/ 0 w 19"/>
                <a:gd name="T1" fmla="*/ 72 h 13"/>
                <a:gd name="T2" fmla="*/ 8 w 19"/>
                <a:gd name="T3" fmla="*/ 88 h 13"/>
                <a:gd name="T4" fmla="*/ 56 w 19"/>
                <a:gd name="T5" fmla="*/ 80 h 13"/>
                <a:gd name="T6" fmla="*/ 80 w 19"/>
                <a:gd name="T7" fmla="*/ 104 h 13"/>
                <a:gd name="T8" fmla="*/ 152 w 19"/>
                <a:gd name="T9" fmla="*/ 72 h 13"/>
                <a:gd name="T10" fmla="*/ 56 w 19"/>
                <a:gd name="T11" fmla="*/ 40 h 13"/>
                <a:gd name="T12" fmla="*/ 40 w 19"/>
                <a:gd name="T13" fmla="*/ 0 h 13"/>
                <a:gd name="T14" fmla="*/ 0 w 19"/>
                <a:gd name="T15" fmla="*/ 24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3">
                  <a:moveTo>
                    <a:pt x="0" y="9"/>
                  </a:moveTo>
                  <a:cubicBezTo>
                    <a:pt x="0" y="9"/>
                    <a:pt x="1" y="10"/>
                    <a:pt x="1" y="11"/>
                  </a:cubicBezTo>
                  <a:cubicBezTo>
                    <a:pt x="3" y="10"/>
                    <a:pt x="5" y="9"/>
                    <a:pt x="7" y="10"/>
                  </a:cubicBezTo>
                  <a:cubicBezTo>
                    <a:pt x="8" y="10"/>
                    <a:pt x="9" y="13"/>
                    <a:pt x="10" y="13"/>
                  </a:cubicBezTo>
                  <a:cubicBezTo>
                    <a:pt x="14" y="13"/>
                    <a:pt x="15" y="9"/>
                    <a:pt x="19" y="9"/>
                  </a:cubicBezTo>
                  <a:cubicBezTo>
                    <a:pt x="13" y="10"/>
                    <a:pt x="9" y="10"/>
                    <a:pt x="7" y="5"/>
                  </a:cubicBezTo>
                  <a:cubicBezTo>
                    <a:pt x="6" y="3"/>
                    <a:pt x="9" y="1"/>
                    <a:pt x="5" y="0"/>
                  </a:cubicBezTo>
                  <a:cubicBezTo>
                    <a:pt x="4" y="0"/>
                    <a:pt x="1" y="3"/>
                    <a:pt x="0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4791">
              <a:extLst>
                <a:ext uri="{FF2B5EF4-FFF2-40B4-BE49-F238E27FC236}">
                  <a16:creationId xmlns:a16="http://schemas.microsoft.com/office/drawing/2014/main" id="{19B609AF-48AB-48F7-825A-EC79AD73C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892"/>
              <a:ext cx="52" cy="32"/>
            </a:xfrm>
            <a:custGeom>
              <a:avLst/>
              <a:gdLst>
                <a:gd name="T0" fmla="*/ 0 w 26"/>
                <a:gd name="T1" fmla="*/ 88 h 16"/>
                <a:gd name="T2" fmla="*/ 40 w 26"/>
                <a:gd name="T3" fmla="*/ 120 h 16"/>
                <a:gd name="T4" fmla="*/ 72 w 26"/>
                <a:gd name="T5" fmla="*/ 96 h 16"/>
                <a:gd name="T6" fmla="*/ 208 w 26"/>
                <a:gd name="T7" fmla="*/ 64 h 16"/>
                <a:gd name="T8" fmla="*/ 112 w 26"/>
                <a:gd name="T9" fmla="*/ 40 h 16"/>
                <a:gd name="T10" fmla="*/ 24 w 26"/>
                <a:gd name="T11" fmla="*/ 8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6">
                  <a:moveTo>
                    <a:pt x="0" y="11"/>
                  </a:moveTo>
                  <a:cubicBezTo>
                    <a:pt x="2" y="11"/>
                    <a:pt x="3" y="15"/>
                    <a:pt x="5" y="15"/>
                  </a:cubicBezTo>
                  <a:cubicBezTo>
                    <a:pt x="7" y="16"/>
                    <a:pt x="8" y="12"/>
                    <a:pt x="9" y="12"/>
                  </a:cubicBezTo>
                  <a:cubicBezTo>
                    <a:pt x="14" y="9"/>
                    <a:pt x="20" y="9"/>
                    <a:pt x="26" y="8"/>
                  </a:cubicBezTo>
                  <a:cubicBezTo>
                    <a:pt x="24" y="0"/>
                    <a:pt x="16" y="12"/>
                    <a:pt x="14" y="5"/>
                  </a:cubicBezTo>
                  <a:cubicBezTo>
                    <a:pt x="14" y="9"/>
                    <a:pt x="8" y="11"/>
                    <a:pt x="3" y="1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4792">
              <a:extLst>
                <a:ext uri="{FF2B5EF4-FFF2-40B4-BE49-F238E27FC236}">
                  <a16:creationId xmlns:a16="http://schemas.microsoft.com/office/drawing/2014/main" id="{7B1FF6D9-FE67-468C-AA76-1CAF96DC4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804"/>
              <a:ext cx="56" cy="22"/>
            </a:xfrm>
            <a:custGeom>
              <a:avLst/>
              <a:gdLst>
                <a:gd name="T0" fmla="*/ 0 w 28"/>
                <a:gd name="T1" fmla="*/ 88 h 11"/>
                <a:gd name="T2" fmla="*/ 112 w 28"/>
                <a:gd name="T3" fmla="*/ 0 h 11"/>
                <a:gd name="T4" fmla="*/ 224 w 28"/>
                <a:gd name="T5" fmla="*/ 32 h 11"/>
                <a:gd name="T6" fmla="*/ 80 w 28"/>
                <a:gd name="T7" fmla="*/ 80 h 11"/>
                <a:gd name="T8" fmla="*/ 40 w 28"/>
                <a:gd name="T9" fmla="*/ 8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1">
                  <a:moveTo>
                    <a:pt x="0" y="11"/>
                  </a:moveTo>
                  <a:cubicBezTo>
                    <a:pt x="5" y="9"/>
                    <a:pt x="12" y="5"/>
                    <a:pt x="14" y="0"/>
                  </a:cubicBezTo>
                  <a:cubicBezTo>
                    <a:pt x="19" y="8"/>
                    <a:pt x="21" y="2"/>
                    <a:pt x="28" y="4"/>
                  </a:cubicBezTo>
                  <a:cubicBezTo>
                    <a:pt x="26" y="11"/>
                    <a:pt x="13" y="2"/>
                    <a:pt x="10" y="10"/>
                  </a:cubicBezTo>
                  <a:cubicBezTo>
                    <a:pt x="8" y="9"/>
                    <a:pt x="7" y="10"/>
                    <a:pt x="5" y="1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4793">
              <a:extLst>
                <a:ext uri="{FF2B5EF4-FFF2-40B4-BE49-F238E27FC236}">
                  <a16:creationId xmlns:a16="http://schemas.microsoft.com/office/drawing/2014/main" id="{8E0A6342-5B89-464B-A33F-D079B9B29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852"/>
              <a:ext cx="56" cy="30"/>
            </a:xfrm>
            <a:custGeom>
              <a:avLst/>
              <a:gdLst>
                <a:gd name="T0" fmla="*/ 120 w 28"/>
                <a:gd name="T1" fmla="*/ 0 h 15"/>
                <a:gd name="T2" fmla="*/ 0 w 28"/>
                <a:gd name="T3" fmla="*/ 80 h 15"/>
                <a:gd name="T4" fmla="*/ 144 w 28"/>
                <a:gd name="T5" fmla="*/ 96 h 15"/>
                <a:gd name="T6" fmla="*/ 224 w 28"/>
                <a:gd name="T7" fmla="*/ 32 h 15"/>
                <a:gd name="T8" fmla="*/ 152 w 28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15" y="0"/>
                  </a:moveTo>
                  <a:cubicBezTo>
                    <a:pt x="18" y="15"/>
                    <a:pt x="2" y="0"/>
                    <a:pt x="0" y="10"/>
                  </a:cubicBezTo>
                  <a:cubicBezTo>
                    <a:pt x="5" y="9"/>
                    <a:pt x="14" y="6"/>
                    <a:pt x="18" y="12"/>
                  </a:cubicBezTo>
                  <a:cubicBezTo>
                    <a:pt x="22" y="11"/>
                    <a:pt x="22" y="5"/>
                    <a:pt x="28" y="4"/>
                  </a:cubicBezTo>
                  <a:cubicBezTo>
                    <a:pt x="24" y="5"/>
                    <a:pt x="20" y="4"/>
                    <a:pt x="19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4794">
              <a:extLst>
                <a:ext uri="{FF2B5EF4-FFF2-40B4-BE49-F238E27FC236}">
                  <a16:creationId xmlns:a16="http://schemas.microsoft.com/office/drawing/2014/main" id="{6EAB2DEC-C889-494E-BDE4-AB5669C8A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906"/>
              <a:ext cx="56" cy="44"/>
            </a:xfrm>
            <a:custGeom>
              <a:avLst/>
              <a:gdLst>
                <a:gd name="T0" fmla="*/ 24 w 28"/>
                <a:gd name="T1" fmla="*/ 24 h 22"/>
                <a:gd name="T2" fmla="*/ 96 w 28"/>
                <a:gd name="T3" fmla="*/ 0 h 22"/>
                <a:gd name="T4" fmla="*/ 160 w 28"/>
                <a:gd name="T5" fmla="*/ 32 h 22"/>
                <a:gd name="T6" fmla="*/ 224 w 28"/>
                <a:gd name="T7" fmla="*/ 40 h 22"/>
                <a:gd name="T8" fmla="*/ 160 w 28"/>
                <a:gd name="T9" fmla="*/ 120 h 22"/>
                <a:gd name="T10" fmla="*/ 88 w 28"/>
                <a:gd name="T11" fmla="*/ 48 h 22"/>
                <a:gd name="T12" fmla="*/ 64 w 28"/>
                <a:gd name="T13" fmla="*/ 120 h 22"/>
                <a:gd name="T14" fmla="*/ 0 w 28"/>
                <a:gd name="T15" fmla="*/ 144 h 22"/>
                <a:gd name="T16" fmla="*/ 72 w 28"/>
                <a:gd name="T17" fmla="*/ 32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2">
                  <a:moveTo>
                    <a:pt x="3" y="3"/>
                  </a:moveTo>
                  <a:cubicBezTo>
                    <a:pt x="6" y="5"/>
                    <a:pt x="10" y="3"/>
                    <a:pt x="12" y="0"/>
                  </a:cubicBezTo>
                  <a:cubicBezTo>
                    <a:pt x="15" y="2"/>
                    <a:pt x="17" y="4"/>
                    <a:pt x="20" y="4"/>
                  </a:cubicBezTo>
                  <a:cubicBezTo>
                    <a:pt x="24" y="5"/>
                    <a:pt x="25" y="1"/>
                    <a:pt x="28" y="5"/>
                  </a:cubicBezTo>
                  <a:cubicBezTo>
                    <a:pt x="19" y="4"/>
                    <a:pt x="20" y="9"/>
                    <a:pt x="20" y="15"/>
                  </a:cubicBezTo>
                  <a:cubicBezTo>
                    <a:pt x="19" y="12"/>
                    <a:pt x="15" y="6"/>
                    <a:pt x="11" y="6"/>
                  </a:cubicBezTo>
                  <a:cubicBezTo>
                    <a:pt x="13" y="12"/>
                    <a:pt x="13" y="12"/>
                    <a:pt x="8" y="15"/>
                  </a:cubicBezTo>
                  <a:cubicBezTo>
                    <a:pt x="6" y="18"/>
                    <a:pt x="4" y="22"/>
                    <a:pt x="0" y="18"/>
                  </a:cubicBezTo>
                  <a:cubicBezTo>
                    <a:pt x="3" y="16"/>
                    <a:pt x="18" y="8"/>
                    <a:pt x="9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4795">
              <a:extLst>
                <a:ext uri="{FF2B5EF4-FFF2-40B4-BE49-F238E27FC236}">
                  <a16:creationId xmlns:a16="http://schemas.microsoft.com/office/drawing/2014/main" id="{36F4D138-8203-4297-A348-31446F316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938"/>
              <a:ext cx="58" cy="42"/>
            </a:xfrm>
            <a:custGeom>
              <a:avLst/>
              <a:gdLst>
                <a:gd name="T0" fmla="*/ 0 w 29"/>
                <a:gd name="T1" fmla="*/ 88 h 21"/>
                <a:gd name="T2" fmla="*/ 128 w 29"/>
                <a:gd name="T3" fmla="*/ 72 h 21"/>
                <a:gd name="T4" fmla="*/ 160 w 29"/>
                <a:gd name="T5" fmla="*/ 40 h 21"/>
                <a:gd name="T6" fmla="*/ 192 w 29"/>
                <a:gd name="T7" fmla="*/ 16 h 21"/>
                <a:gd name="T8" fmla="*/ 144 w 29"/>
                <a:gd name="T9" fmla="*/ 80 h 21"/>
                <a:gd name="T10" fmla="*/ 104 w 29"/>
                <a:gd name="T11" fmla="*/ 168 h 21"/>
                <a:gd name="T12" fmla="*/ 88 w 29"/>
                <a:gd name="T13" fmla="*/ 11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1">
                  <a:moveTo>
                    <a:pt x="0" y="11"/>
                  </a:moveTo>
                  <a:cubicBezTo>
                    <a:pt x="2" y="14"/>
                    <a:pt x="13" y="11"/>
                    <a:pt x="16" y="9"/>
                  </a:cubicBezTo>
                  <a:cubicBezTo>
                    <a:pt x="19" y="8"/>
                    <a:pt x="19" y="7"/>
                    <a:pt x="20" y="5"/>
                  </a:cubicBezTo>
                  <a:cubicBezTo>
                    <a:pt x="21" y="5"/>
                    <a:pt x="21" y="0"/>
                    <a:pt x="24" y="2"/>
                  </a:cubicBezTo>
                  <a:cubicBezTo>
                    <a:pt x="29" y="7"/>
                    <a:pt x="19" y="9"/>
                    <a:pt x="18" y="10"/>
                  </a:cubicBezTo>
                  <a:cubicBezTo>
                    <a:pt x="13" y="13"/>
                    <a:pt x="16" y="17"/>
                    <a:pt x="13" y="21"/>
                  </a:cubicBezTo>
                  <a:cubicBezTo>
                    <a:pt x="13" y="19"/>
                    <a:pt x="12" y="17"/>
                    <a:pt x="11" y="1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4796">
              <a:extLst>
                <a:ext uri="{FF2B5EF4-FFF2-40B4-BE49-F238E27FC236}">
                  <a16:creationId xmlns:a16="http://schemas.microsoft.com/office/drawing/2014/main" id="{DF91D278-B5CF-41A3-BA6A-6FF24139B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956"/>
              <a:ext cx="50" cy="38"/>
            </a:xfrm>
            <a:custGeom>
              <a:avLst/>
              <a:gdLst>
                <a:gd name="T0" fmla="*/ 120 w 25"/>
                <a:gd name="T1" fmla="*/ 16 h 19"/>
                <a:gd name="T2" fmla="*/ 56 w 25"/>
                <a:gd name="T3" fmla="*/ 72 h 19"/>
                <a:gd name="T4" fmla="*/ 56 w 25"/>
                <a:gd name="T5" fmla="*/ 120 h 19"/>
                <a:gd name="T6" fmla="*/ 0 w 25"/>
                <a:gd name="T7" fmla="*/ 152 h 19"/>
                <a:gd name="T8" fmla="*/ 96 w 25"/>
                <a:gd name="T9" fmla="*/ 144 h 19"/>
                <a:gd name="T10" fmla="*/ 200 w 25"/>
                <a:gd name="T11" fmla="*/ 40 h 19"/>
                <a:gd name="T12" fmla="*/ 144 w 2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15" y="2"/>
                  </a:moveTo>
                  <a:cubicBezTo>
                    <a:pt x="13" y="3"/>
                    <a:pt x="9" y="6"/>
                    <a:pt x="7" y="9"/>
                  </a:cubicBezTo>
                  <a:cubicBezTo>
                    <a:pt x="7" y="11"/>
                    <a:pt x="8" y="13"/>
                    <a:pt x="7" y="15"/>
                  </a:cubicBezTo>
                  <a:cubicBezTo>
                    <a:pt x="5" y="17"/>
                    <a:pt x="3" y="18"/>
                    <a:pt x="0" y="19"/>
                  </a:cubicBezTo>
                  <a:cubicBezTo>
                    <a:pt x="4" y="17"/>
                    <a:pt x="8" y="15"/>
                    <a:pt x="12" y="18"/>
                  </a:cubicBezTo>
                  <a:cubicBezTo>
                    <a:pt x="10" y="8"/>
                    <a:pt x="16" y="4"/>
                    <a:pt x="25" y="5"/>
                  </a:cubicBezTo>
                  <a:cubicBezTo>
                    <a:pt x="24" y="2"/>
                    <a:pt x="20" y="2"/>
                    <a:pt x="18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4797">
              <a:extLst>
                <a:ext uri="{FF2B5EF4-FFF2-40B4-BE49-F238E27FC236}">
                  <a16:creationId xmlns:a16="http://schemas.microsoft.com/office/drawing/2014/main" id="{70515E04-E4D1-4D87-BD1F-DA1665C48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870"/>
              <a:ext cx="32" cy="28"/>
            </a:xfrm>
            <a:custGeom>
              <a:avLst/>
              <a:gdLst>
                <a:gd name="T0" fmla="*/ 56 w 16"/>
                <a:gd name="T1" fmla="*/ 0 h 14"/>
                <a:gd name="T2" fmla="*/ 0 w 16"/>
                <a:gd name="T3" fmla="*/ 88 h 14"/>
                <a:gd name="T4" fmla="*/ 48 w 16"/>
                <a:gd name="T5" fmla="*/ 64 h 14"/>
                <a:gd name="T6" fmla="*/ 120 w 16"/>
                <a:gd name="T7" fmla="*/ 48 h 14"/>
                <a:gd name="T8" fmla="*/ 88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7" y="0"/>
                  </a:moveTo>
                  <a:cubicBezTo>
                    <a:pt x="7" y="4"/>
                    <a:pt x="5" y="9"/>
                    <a:pt x="0" y="11"/>
                  </a:cubicBezTo>
                  <a:cubicBezTo>
                    <a:pt x="4" y="14"/>
                    <a:pt x="4" y="10"/>
                    <a:pt x="6" y="8"/>
                  </a:cubicBezTo>
                  <a:cubicBezTo>
                    <a:pt x="11" y="5"/>
                    <a:pt x="10" y="5"/>
                    <a:pt x="15" y="6"/>
                  </a:cubicBezTo>
                  <a:cubicBezTo>
                    <a:pt x="16" y="3"/>
                    <a:pt x="14" y="0"/>
                    <a:pt x="11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4798">
              <a:extLst>
                <a:ext uri="{FF2B5EF4-FFF2-40B4-BE49-F238E27FC236}">
                  <a16:creationId xmlns:a16="http://schemas.microsoft.com/office/drawing/2014/main" id="{20F36B59-BA47-45BF-9D83-346C80149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842"/>
              <a:ext cx="34" cy="20"/>
            </a:xfrm>
            <a:custGeom>
              <a:avLst/>
              <a:gdLst>
                <a:gd name="T0" fmla="*/ 0 w 17"/>
                <a:gd name="T1" fmla="*/ 0 h 10"/>
                <a:gd name="T2" fmla="*/ 8 w 17"/>
                <a:gd name="T3" fmla="*/ 80 h 10"/>
                <a:gd name="T4" fmla="*/ 136 w 17"/>
                <a:gd name="T5" fmla="*/ 56 h 10"/>
                <a:gd name="T6" fmla="*/ 32 w 17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0" y="4"/>
                    <a:pt x="4" y="6"/>
                    <a:pt x="1" y="10"/>
                  </a:cubicBezTo>
                  <a:cubicBezTo>
                    <a:pt x="6" y="4"/>
                    <a:pt x="10" y="8"/>
                    <a:pt x="17" y="7"/>
                  </a:cubicBezTo>
                  <a:cubicBezTo>
                    <a:pt x="15" y="2"/>
                    <a:pt x="7" y="5"/>
                    <a:pt x="4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4799">
              <a:extLst>
                <a:ext uri="{FF2B5EF4-FFF2-40B4-BE49-F238E27FC236}">
                  <a16:creationId xmlns:a16="http://schemas.microsoft.com/office/drawing/2014/main" id="{C1AB6FC3-D6C7-45BA-982B-EECA4480C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950"/>
              <a:ext cx="48" cy="30"/>
            </a:xfrm>
            <a:custGeom>
              <a:avLst/>
              <a:gdLst>
                <a:gd name="T0" fmla="*/ 0 w 24"/>
                <a:gd name="T1" fmla="*/ 32 h 15"/>
                <a:gd name="T2" fmla="*/ 96 w 24"/>
                <a:gd name="T3" fmla="*/ 96 h 15"/>
                <a:gd name="T4" fmla="*/ 192 w 24"/>
                <a:gd name="T5" fmla="*/ 120 h 15"/>
                <a:gd name="T6" fmla="*/ 24 w 24"/>
                <a:gd name="T7" fmla="*/ 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0" y="4"/>
                  </a:moveTo>
                  <a:cubicBezTo>
                    <a:pt x="5" y="7"/>
                    <a:pt x="10" y="4"/>
                    <a:pt x="12" y="12"/>
                  </a:cubicBezTo>
                  <a:cubicBezTo>
                    <a:pt x="15" y="10"/>
                    <a:pt x="21" y="11"/>
                    <a:pt x="24" y="15"/>
                  </a:cubicBezTo>
                  <a:cubicBezTo>
                    <a:pt x="19" y="6"/>
                    <a:pt x="13" y="0"/>
                    <a:pt x="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4800">
              <a:extLst>
                <a:ext uri="{FF2B5EF4-FFF2-40B4-BE49-F238E27FC236}">
                  <a16:creationId xmlns:a16="http://schemas.microsoft.com/office/drawing/2014/main" id="{DAFCEC6B-8D07-48E4-B88B-A1C1BDD6D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006"/>
              <a:ext cx="50" cy="22"/>
            </a:xfrm>
            <a:custGeom>
              <a:avLst/>
              <a:gdLst>
                <a:gd name="T0" fmla="*/ 0 w 25"/>
                <a:gd name="T1" fmla="*/ 16 h 11"/>
                <a:gd name="T2" fmla="*/ 72 w 25"/>
                <a:gd name="T3" fmla="*/ 88 h 11"/>
                <a:gd name="T4" fmla="*/ 200 w 25"/>
                <a:gd name="T5" fmla="*/ 40 h 11"/>
                <a:gd name="T6" fmla="*/ 184 w 25"/>
                <a:gd name="T7" fmla="*/ 0 h 11"/>
                <a:gd name="T8" fmla="*/ 40 w 25"/>
                <a:gd name="T9" fmla="*/ 1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2"/>
                  </a:moveTo>
                  <a:cubicBezTo>
                    <a:pt x="4" y="3"/>
                    <a:pt x="8" y="7"/>
                    <a:pt x="9" y="11"/>
                  </a:cubicBezTo>
                  <a:cubicBezTo>
                    <a:pt x="12" y="3"/>
                    <a:pt x="17" y="5"/>
                    <a:pt x="25" y="5"/>
                  </a:cubicBezTo>
                  <a:cubicBezTo>
                    <a:pt x="24" y="3"/>
                    <a:pt x="23" y="2"/>
                    <a:pt x="23" y="0"/>
                  </a:cubicBezTo>
                  <a:cubicBezTo>
                    <a:pt x="19" y="4"/>
                    <a:pt x="9" y="4"/>
                    <a:pt x="5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4801">
              <a:extLst>
                <a:ext uri="{FF2B5EF4-FFF2-40B4-BE49-F238E27FC236}">
                  <a16:creationId xmlns:a16="http://schemas.microsoft.com/office/drawing/2014/main" id="{36F9C42C-EB2B-4A79-913F-DF4854C9D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986"/>
              <a:ext cx="56" cy="36"/>
            </a:xfrm>
            <a:custGeom>
              <a:avLst/>
              <a:gdLst>
                <a:gd name="T0" fmla="*/ 0 w 28"/>
                <a:gd name="T1" fmla="*/ 0 h 18"/>
                <a:gd name="T2" fmla="*/ 64 w 28"/>
                <a:gd name="T3" fmla="*/ 112 h 18"/>
                <a:gd name="T4" fmla="*/ 176 w 28"/>
                <a:gd name="T5" fmla="*/ 144 h 18"/>
                <a:gd name="T6" fmla="*/ 224 w 28"/>
                <a:gd name="T7" fmla="*/ 88 h 18"/>
                <a:gd name="T8" fmla="*/ 144 w 28"/>
                <a:gd name="T9" fmla="*/ 64 h 18"/>
                <a:gd name="T10" fmla="*/ 56 w 28"/>
                <a:gd name="T11" fmla="*/ 4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2" y="6"/>
                    <a:pt x="10" y="7"/>
                    <a:pt x="8" y="14"/>
                  </a:cubicBezTo>
                  <a:cubicBezTo>
                    <a:pt x="12" y="9"/>
                    <a:pt x="19" y="13"/>
                    <a:pt x="22" y="18"/>
                  </a:cubicBezTo>
                  <a:cubicBezTo>
                    <a:pt x="23" y="14"/>
                    <a:pt x="24" y="11"/>
                    <a:pt x="28" y="11"/>
                  </a:cubicBezTo>
                  <a:cubicBezTo>
                    <a:pt x="24" y="10"/>
                    <a:pt x="22" y="7"/>
                    <a:pt x="18" y="8"/>
                  </a:cubicBezTo>
                  <a:cubicBezTo>
                    <a:pt x="14" y="8"/>
                    <a:pt x="10" y="11"/>
                    <a:pt x="7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4802">
              <a:extLst>
                <a:ext uri="{FF2B5EF4-FFF2-40B4-BE49-F238E27FC236}">
                  <a16:creationId xmlns:a16="http://schemas.microsoft.com/office/drawing/2014/main" id="{C7918950-3DAD-473C-8D5F-DDDE4573E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028"/>
              <a:ext cx="28" cy="14"/>
            </a:xfrm>
            <a:custGeom>
              <a:avLst/>
              <a:gdLst>
                <a:gd name="T0" fmla="*/ 0 w 14"/>
                <a:gd name="T1" fmla="*/ 8 h 7"/>
                <a:gd name="T2" fmla="*/ 8 w 14"/>
                <a:gd name="T3" fmla="*/ 40 h 7"/>
                <a:gd name="T4" fmla="*/ 112 w 14"/>
                <a:gd name="T5" fmla="*/ 56 h 7"/>
                <a:gd name="T6" fmla="*/ 112 w 14"/>
                <a:gd name="T7" fmla="*/ 24 h 7"/>
                <a:gd name="T8" fmla="*/ 80 w 14"/>
                <a:gd name="T9" fmla="*/ 1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0" y="1"/>
                  </a:moveTo>
                  <a:cubicBezTo>
                    <a:pt x="0" y="2"/>
                    <a:pt x="1" y="4"/>
                    <a:pt x="1" y="5"/>
                  </a:cubicBezTo>
                  <a:cubicBezTo>
                    <a:pt x="6" y="0"/>
                    <a:pt x="10" y="5"/>
                    <a:pt x="14" y="7"/>
                  </a:cubicBezTo>
                  <a:cubicBezTo>
                    <a:pt x="14" y="7"/>
                    <a:pt x="14" y="4"/>
                    <a:pt x="14" y="3"/>
                  </a:cubicBezTo>
                  <a:cubicBezTo>
                    <a:pt x="12" y="2"/>
                    <a:pt x="11" y="2"/>
                    <a:pt x="1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4803">
              <a:extLst>
                <a:ext uri="{FF2B5EF4-FFF2-40B4-BE49-F238E27FC236}">
                  <a16:creationId xmlns:a16="http://schemas.microsoft.com/office/drawing/2014/main" id="{4C3FF22B-248F-4CAD-ADC0-084936FC7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912"/>
              <a:ext cx="14" cy="12"/>
            </a:xfrm>
            <a:custGeom>
              <a:avLst/>
              <a:gdLst>
                <a:gd name="T0" fmla="*/ 0 w 7"/>
                <a:gd name="T1" fmla="*/ 24 h 6"/>
                <a:gd name="T2" fmla="*/ 24 w 7"/>
                <a:gd name="T3" fmla="*/ 24 h 6"/>
                <a:gd name="T4" fmla="*/ 24 w 7"/>
                <a:gd name="T5" fmla="*/ 48 h 6"/>
                <a:gd name="T6" fmla="*/ 56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1" y="3"/>
                    <a:pt x="2" y="3"/>
                    <a:pt x="3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5" y="4"/>
                    <a:pt x="6" y="1"/>
                    <a:pt x="7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4804">
              <a:extLst>
                <a:ext uri="{FF2B5EF4-FFF2-40B4-BE49-F238E27FC236}">
                  <a16:creationId xmlns:a16="http://schemas.microsoft.com/office/drawing/2014/main" id="{6300599D-93B6-43C1-BFC6-2157FC2DD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956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8 w 6"/>
                <a:gd name="T3" fmla="*/ 48 h 6"/>
                <a:gd name="T4" fmla="*/ 48 w 6"/>
                <a:gd name="T5" fmla="*/ 8 h 6"/>
                <a:gd name="T6" fmla="*/ 32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4" y="6"/>
                    <a:pt x="5" y="4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4805">
              <a:extLst>
                <a:ext uri="{FF2B5EF4-FFF2-40B4-BE49-F238E27FC236}">
                  <a16:creationId xmlns:a16="http://schemas.microsoft.com/office/drawing/2014/main" id="{17FD8060-20AE-4C34-8F4F-4BCE102AF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004"/>
              <a:ext cx="16" cy="16"/>
            </a:xfrm>
            <a:custGeom>
              <a:avLst/>
              <a:gdLst>
                <a:gd name="T0" fmla="*/ 0 w 8"/>
                <a:gd name="T1" fmla="*/ 0 h 8"/>
                <a:gd name="T2" fmla="*/ 64 w 8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8"/>
                    <a:pt x="5" y="1"/>
                    <a:pt x="8" y="2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4806">
              <a:extLst>
                <a:ext uri="{FF2B5EF4-FFF2-40B4-BE49-F238E27FC236}">
                  <a16:creationId xmlns:a16="http://schemas.microsoft.com/office/drawing/2014/main" id="{F00889CD-9728-4669-9BBF-F22CA2A40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012"/>
              <a:ext cx="16" cy="8"/>
            </a:xfrm>
            <a:custGeom>
              <a:avLst/>
              <a:gdLst>
                <a:gd name="T0" fmla="*/ 8 w 8"/>
                <a:gd name="T1" fmla="*/ 0 h 4"/>
                <a:gd name="T2" fmla="*/ 8 w 8"/>
                <a:gd name="T3" fmla="*/ 32 h 4"/>
                <a:gd name="T4" fmla="*/ 64 w 8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6" y="0"/>
                    <a:pt x="8" y="1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4807">
              <a:extLst>
                <a:ext uri="{FF2B5EF4-FFF2-40B4-BE49-F238E27FC236}">
                  <a16:creationId xmlns:a16="http://schemas.microsoft.com/office/drawing/2014/main" id="{A884D0DA-C7D1-44AB-A1C4-A8600ED27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958"/>
              <a:ext cx="8" cy="14"/>
            </a:xfrm>
            <a:custGeom>
              <a:avLst/>
              <a:gdLst>
                <a:gd name="T0" fmla="*/ 32 w 4"/>
                <a:gd name="T1" fmla="*/ 0 h 7"/>
                <a:gd name="T2" fmla="*/ 8 w 4"/>
                <a:gd name="T3" fmla="*/ 56 h 7"/>
                <a:gd name="T4" fmla="*/ 32 w 4"/>
                <a:gd name="T5" fmla="*/ 4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3" y="2"/>
                    <a:pt x="0" y="5"/>
                    <a:pt x="1" y="7"/>
                  </a:cubicBezTo>
                  <a:cubicBezTo>
                    <a:pt x="2" y="6"/>
                    <a:pt x="3" y="6"/>
                    <a:pt x="4" y="5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4808">
              <a:extLst>
                <a:ext uri="{FF2B5EF4-FFF2-40B4-BE49-F238E27FC236}">
                  <a16:creationId xmlns:a16="http://schemas.microsoft.com/office/drawing/2014/main" id="{D2DBDED8-8688-48F4-B283-66129A978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330"/>
              <a:ext cx="27" cy="20"/>
            </a:xfrm>
            <a:custGeom>
              <a:avLst/>
              <a:gdLst>
                <a:gd name="T0" fmla="*/ 0 w 13"/>
                <a:gd name="T1" fmla="*/ 16 h 10"/>
                <a:gd name="T2" fmla="*/ 8 w 13"/>
                <a:gd name="T3" fmla="*/ 80 h 10"/>
                <a:gd name="T4" fmla="*/ 116 w 13"/>
                <a:gd name="T5" fmla="*/ 64 h 10"/>
                <a:gd name="T6" fmla="*/ 25 w 13"/>
                <a:gd name="T7" fmla="*/ 3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0" y="5"/>
                    <a:pt x="0" y="8"/>
                    <a:pt x="1" y="10"/>
                  </a:cubicBezTo>
                  <a:cubicBezTo>
                    <a:pt x="6" y="7"/>
                    <a:pt x="7" y="6"/>
                    <a:pt x="13" y="8"/>
                  </a:cubicBezTo>
                  <a:cubicBezTo>
                    <a:pt x="10" y="5"/>
                    <a:pt x="8" y="0"/>
                    <a:pt x="3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4809">
              <a:extLst>
                <a:ext uri="{FF2B5EF4-FFF2-40B4-BE49-F238E27FC236}">
                  <a16:creationId xmlns:a16="http://schemas.microsoft.com/office/drawing/2014/main" id="{A3D130A5-A90C-4BEC-93C9-E4CC27EB0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240"/>
              <a:ext cx="16" cy="32"/>
            </a:xfrm>
            <a:custGeom>
              <a:avLst/>
              <a:gdLst>
                <a:gd name="T0" fmla="*/ 24 w 8"/>
                <a:gd name="T1" fmla="*/ 32 h 16"/>
                <a:gd name="T2" fmla="*/ 8 w 8"/>
                <a:gd name="T3" fmla="*/ 128 h 16"/>
                <a:gd name="T4" fmla="*/ 64 w 8"/>
                <a:gd name="T5" fmla="*/ 88 h 16"/>
                <a:gd name="T6" fmla="*/ 56 w 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3" y="4"/>
                  </a:moveTo>
                  <a:cubicBezTo>
                    <a:pt x="2" y="8"/>
                    <a:pt x="2" y="12"/>
                    <a:pt x="1" y="16"/>
                  </a:cubicBezTo>
                  <a:cubicBezTo>
                    <a:pt x="3" y="14"/>
                    <a:pt x="6" y="13"/>
                    <a:pt x="8" y="11"/>
                  </a:cubicBezTo>
                  <a:cubicBezTo>
                    <a:pt x="0" y="7"/>
                    <a:pt x="8" y="5"/>
                    <a:pt x="7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4810">
              <a:extLst>
                <a:ext uri="{FF2B5EF4-FFF2-40B4-BE49-F238E27FC236}">
                  <a16:creationId xmlns:a16="http://schemas.microsoft.com/office/drawing/2014/main" id="{36B34213-922D-4F66-8C3D-F86B1071B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446"/>
              <a:ext cx="34" cy="34"/>
            </a:xfrm>
            <a:custGeom>
              <a:avLst/>
              <a:gdLst>
                <a:gd name="T0" fmla="*/ 56 w 17"/>
                <a:gd name="T1" fmla="*/ 8 h 17"/>
                <a:gd name="T2" fmla="*/ 8 w 17"/>
                <a:gd name="T3" fmla="*/ 64 h 17"/>
                <a:gd name="T4" fmla="*/ 48 w 17"/>
                <a:gd name="T5" fmla="*/ 72 h 17"/>
                <a:gd name="T6" fmla="*/ 136 w 17"/>
                <a:gd name="T7" fmla="*/ 112 h 17"/>
                <a:gd name="T8" fmla="*/ 72 w 1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7" y="1"/>
                  </a:moveTo>
                  <a:cubicBezTo>
                    <a:pt x="5" y="2"/>
                    <a:pt x="0" y="5"/>
                    <a:pt x="1" y="8"/>
                  </a:cubicBezTo>
                  <a:cubicBezTo>
                    <a:pt x="3" y="12"/>
                    <a:pt x="4" y="8"/>
                    <a:pt x="6" y="9"/>
                  </a:cubicBezTo>
                  <a:cubicBezTo>
                    <a:pt x="11" y="11"/>
                    <a:pt x="12" y="17"/>
                    <a:pt x="17" y="14"/>
                  </a:cubicBezTo>
                  <a:cubicBezTo>
                    <a:pt x="12" y="14"/>
                    <a:pt x="4" y="5"/>
                    <a:pt x="9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4811">
              <a:extLst>
                <a:ext uri="{FF2B5EF4-FFF2-40B4-BE49-F238E27FC236}">
                  <a16:creationId xmlns:a16="http://schemas.microsoft.com/office/drawing/2014/main" id="{08A501B4-FB34-4347-8624-F9904082B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404"/>
              <a:ext cx="38" cy="36"/>
            </a:xfrm>
            <a:custGeom>
              <a:avLst/>
              <a:gdLst>
                <a:gd name="T0" fmla="*/ 0 w 19"/>
                <a:gd name="T1" fmla="*/ 88 h 18"/>
                <a:gd name="T2" fmla="*/ 136 w 19"/>
                <a:gd name="T3" fmla="*/ 128 h 18"/>
                <a:gd name="T4" fmla="*/ 96 w 19"/>
                <a:gd name="T5" fmla="*/ 10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11"/>
                  </a:moveTo>
                  <a:cubicBezTo>
                    <a:pt x="3" y="18"/>
                    <a:pt x="19" y="0"/>
                    <a:pt x="17" y="16"/>
                  </a:cubicBezTo>
                  <a:cubicBezTo>
                    <a:pt x="15" y="15"/>
                    <a:pt x="13" y="14"/>
                    <a:pt x="12" y="13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4812">
              <a:extLst>
                <a:ext uri="{FF2B5EF4-FFF2-40B4-BE49-F238E27FC236}">
                  <a16:creationId xmlns:a16="http://schemas.microsoft.com/office/drawing/2014/main" id="{28BD8CF2-AD85-4865-B1A0-2B062A257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348"/>
              <a:ext cx="36" cy="16"/>
            </a:xfrm>
            <a:custGeom>
              <a:avLst/>
              <a:gdLst>
                <a:gd name="T0" fmla="*/ 16 w 18"/>
                <a:gd name="T1" fmla="*/ 0 h 8"/>
                <a:gd name="T2" fmla="*/ 0 w 18"/>
                <a:gd name="T3" fmla="*/ 48 h 8"/>
                <a:gd name="T4" fmla="*/ 72 w 18"/>
                <a:gd name="T5" fmla="*/ 24 h 8"/>
                <a:gd name="T6" fmla="*/ 144 w 18"/>
                <a:gd name="T7" fmla="*/ 64 h 8"/>
                <a:gd name="T8" fmla="*/ 48 w 1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8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3" y="5"/>
                    <a:pt x="5" y="3"/>
                    <a:pt x="9" y="3"/>
                  </a:cubicBezTo>
                  <a:cubicBezTo>
                    <a:pt x="12" y="4"/>
                    <a:pt x="15" y="8"/>
                    <a:pt x="18" y="8"/>
                  </a:cubicBezTo>
                  <a:cubicBezTo>
                    <a:pt x="15" y="2"/>
                    <a:pt x="10" y="4"/>
                    <a:pt x="6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4813">
              <a:extLst>
                <a:ext uri="{FF2B5EF4-FFF2-40B4-BE49-F238E27FC236}">
                  <a16:creationId xmlns:a16="http://schemas.microsoft.com/office/drawing/2014/main" id="{F8597633-982E-4EE7-B207-828B25885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3204"/>
              <a:ext cx="34" cy="16"/>
            </a:xfrm>
            <a:custGeom>
              <a:avLst/>
              <a:gdLst>
                <a:gd name="T0" fmla="*/ 0 w 17"/>
                <a:gd name="T1" fmla="*/ 48 h 8"/>
                <a:gd name="T2" fmla="*/ 136 w 17"/>
                <a:gd name="T3" fmla="*/ 0 h 8"/>
                <a:gd name="T4" fmla="*/ 80 w 17"/>
                <a:gd name="T5" fmla="*/ 64 h 8"/>
                <a:gd name="T6" fmla="*/ 56 w 17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8">
                  <a:moveTo>
                    <a:pt x="0" y="6"/>
                  </a:moveTo>
                  <a:cubicBezTo>
                    <a:pt x="6" y="5"/>
                    <a:pt x="11" y="0"/>
                    <a:pt x="17" y="0"/>
                  </a:cubicBezTo>
                  <a:cubicBezTo>
                    <a:pt x="14" y="2"/>
                    <a:pt x="10" y="4"/>
                    <a:pt x="10" y="8"/>
                  </a:cubicBezTo>
                  <a:cubicBezTo>
                    <a:pt x="10" y="6"/>
                    <a:pt x="8" y="5"/>
                    <a:pt x="7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4814">
              <a:extLst>
                <a:ext uri="{FF2B5EF4-FFF2-40B4-BE49-F238E27FC236}">
                  <a16:creationId xmlns:a16="http://schemas.microsoft.com/office/drawing/2014/main" id="{BB38CFC7-1328-4988-B488-AC1E3DE0C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392"/>
              <a:ext cx="16" cy="18"/>
            </a:xfrm>
            <a:custGeom>
              <a:avLst/>
              <a:gdLst>
                <a:gd name="T0" fmla="*/ 24 w 8"/>
                <a:gd name="T1" fmla="*/ 24 h 9"/>
                <a:gd name="T2" fmla="*/ 0 w 8"/>
                <a:gd name="T3" fmla="*/ 72 h 9"/>
                <a:gd name="T4" fmla="*/ 64 w 8"/>
                <a:gd name="T5" fmla="*/ 56 h 9"/>
                <a:gd name="T6" fmla="*/ 56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3"/>
                  </a:moveTo>
                  <a:cubicBezTo>
                    <a:pt x="2" y="5"/>
                    <a:pt x="1" y="7"/>
                    <a:pt x="0" y="9"/>
                  </a:cubicBezTo>
                  <a:cubicBezTo>
                    <a:pt x="3" y="9"/>
                    <a:pt x="6" y="8"/>
                    <a:pt x="8" y="7"/>
                  </a:cubicBezTo>
                  <a:cubicBezTo>
                    <a:pt x="6" y="4"/>
                    <a:pt x="3" y="2"/>
                    <a:pt x="7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4815">
              <a:extLst>
                <a:ext uri="{FF2B5EF4-FFF2-40B4-BE49-F238E27FC236}">
                  <a16:creationId xmlns:a16="http://schemas.microsoft.com/office/drawing/2014/main" id="{BCC308BC-2D01-460D-BD25-64461A2B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183"/>
              <a:ext cx="559" cy="1000"/>
            </a:xfrm>
            <a:custGeom>
              <a:avLst/>
              <a:gdLst>
                <a:gd name="T0" fmla="*/ 675 w 279"/>
                <a:gd name="T1" fmla="*/ 1720 h 500"/>
                <a:gd name="T2" fmla="*/ 795 w 279"/>
                <a:gd name="T3" fmla="*/ 2024 h 500"/>
                <a:gd name="T4" fmla="*/ 1012 w 279"/>
                <a:gd name="T5" fmla="*/ 2328 h 500"/>
                <a:gd name="T6" fmla="*/ 1256 w 279"/>
                <a:gd name="T7" fmla="*/ 2840 h 500"/>
                <a:gd name="T8" fmla="*/ 1320 w 279"/>
                <a:gd name="T9" fmla="*/ 3128 h 500"/>
                <a:gd name="T10" fmla="*/ 1513 w 279"/>
                <a:gd name="T11" fmla="*/ 3480 h 500"/>
                <a:gd name="T12" fmla="*/ 1731 w 279"/>
                <a:gd name="T13" fmla="*/ 3744 h 500"/>
                <a:gd name="T14" fmla="*/ 1819 w 279"/>
                <a:gd name="T15" fmla="*/ 4000 h 500"/>
                <a:gd name="T16" fmla="*/ 2244 w 279"/>
                <a:gd name="T17" fmla="*/ 4000 h 500"/>
                <a:gd name="T18" fmla="*/ 1851 w 279"/>
                <a:gd name="T19" fmla="*/ 3368 h 500"/>
                <a:gd name="T20" fmla="*/ 1465 w 279"/>
                <a:gd name="T21" fmla="*/ 2664 h 500"/>
                <a:gd name="T22" fmla="*/ 908 w 279"/>
                <a:gd name="T23" fmla="*/ 1688 h 500"/>
                <a:gd name="T24" fmla="*/ 417 w 279"/>
                <a:gd name="T25" fmla="*/ 776 h 500"/>
                <a:gd name="T26" fmla="*/ 48 w 279"/>
                <a:gd name="T27" fmla="*/ 104 h 500"/>
                <a:gd name="T28" fmla="*/ 0 w 279"/>
                <a:gd name="T29" fmla="*/ 0 h 500"/>
                <a:gd name="T30" fmla="*/ 369 w 279"/>
                <a:gd name="T31" fmla="*/ 1016 h 500"/>
                <a:gd name="T32" fmla="*/ 675 w 279"/>
                <a:gd name="T33" fmla="*/ 1720 h 5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9" h="500">
                  <a:moveTo>
                    <a:pt x="84" y="215"/>
                  </a:moveTo>
                  <a:cubicBezTo>
                    <a:pt x="88" y="223"/>
                    <a:pt x="91" y="239"/>
                    <a:pt x="99" y="253"/>
                  </a:cubicBezTo>
                  <a:cubicBezTo>
                    <a:pt x="108" y="268"/>
                    <a:pt x="121" y="281"/>
                    <a:pt x="126" y="291"/>
                  </a:cubicBezTo>
                  <a:cubicBezTo>
                    <a:pt x="136" y="309"/>
                    <a:pt x="140" y="319"/>
                    <a:pt x="156" y="355"/>
                  </a:cubicBezTo>
                  <a:cubicBezTo>
                    <a:pt x="162" y="368"/>
                    <a:pt x="160" y="382"/>
                    <a:pt x="164" y="391"/>
                  </a:cubicBezTo>
                  <a:cubicBezTo>
                    <a:pt x="170" y="405"/>
                    <a:pt x="179" y="412"/>
                    <a:pt x="188" y="435"/>
                  </a:cubicBezTo>
                  <a:cubicBezTo>
                    <a:pt x="194" y="449"/>
                    <a:pt x="209" y="457"/>
                    <a:pt x="215" y="468"/>
                  </a:cubicBezTo>
                  <a:cubicBezTo>
                    <a:pt x="222" y="480"/>
                    <a:pt x="223" y="492"/>
                    <a:pt x="226" y="500"/>
                  </a:cubicBezTo>
                  <a:cubicBezTo>
                    <a:pt x="279" y="500"/>
                    <a:pt x="279" y="500"/>
                    <a:pt x="279" y="500"/>
                  </a:cubicBezTo>
                  <a:cubicBezTo>
                    <a:pt x="275" y="494"/>
                    <a:pt x="241" y="445"/>
                    <a:pt x="230" y="421"/>
                  </a:cubicBezTo>
                  <a:cubicBezTo>
                    <a:pt x="218" y="395"/>
                    <a:pt x="192" y="349"/>
                    <a:pt x="182" y="333"/>
                  </a:cubicBezTo>
                  <a:cubicBezTo>
                    <a:pt x="172" y="317"/>
                    <a:pt x="121" y="221"/>
                    <a:pt x="113" y="211"/>
                  </a:cubicBezTo>
                  <a:cubicBezTo>
                    <a:pt x="105" y="201"/>
                    <a:pt x="62" y="117"/>
                    <a:pt x="52" y="97"/>
                  </a:cubicBezTo>
                  <a:cubicBezTo>
                    <a:pt x="44" y="81"/>
                    <a:pt x="20" y="39"/>
                    <a:pt x="6" y="13"/>
                  </a:cubicBezTo>
                  <a:cubicBezTo>
                    <a:pt x="4" y="8"/>
                    <a:pt x="2" y="4"/>
                    <a:pt x="0" y="0"/>
                  </a:cubicBezTo>
                  <a:cubicBezTo>
                    <a:pt x="21" y="49"/>
                    <a:pt x="38" y="100"/>
                    <a:pt x="46" y="127"/>
                  </a:cubicBezTo>
                  <a:cubicBezTo>
                    <a:pt x="54" y="155"/>
                    <a:pt x="76" y="197"/>
                    <a:pt x="84" y="215"/>
                  </a:cubicBezTo>
                </a:path>
              </a:pathLst>
            </a:custGeom>
            <a:solidFill>
              <a:srgbClr val="FFE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4816">
              <a:extLst>
                <a:ext uri="{FF2B5EF4-FFF2-40B4-BE49-F238E27FC236}">
                  <a16:creationId xmlns:a16="http://schemas.microsoft.com/office/drawing/2014/main" id="{B9CF930D-1817-4A87-BDBB-29F9D0FF6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233"/>
              <a:ext cx="372" cy="950"/>
            </a:xfrm>
            <a:custGeom>
              <a:avLst/>
              <a:gdLst>
                <a:gd name="T0" fmla="*/ 368 w 186"/>
                <a:gd name="T1" fmla="*/ 1760 h 475"/>
                <a:gd name="T2" fmla="*/ 544 w 186"/>
                <a:gd name="T3" fmla="*/ 2224 h 475"/>
                <a:gd name="T4" fmla="*/ 752 w 186"/>
                <a:gd name="T5" fmla="*/ 2960 h 475"/>
                <a:gd name="T6" fmla="*/ 1104 w 186"/>
                <a:gd name="T7" fmla="*/ 3792 h 475"/>
                <a:gd name="T8" fmla="*/ 1104 w 186"/>
                <a:gd name="T9" fmla="*/ 3800 h 475"/>
                <a:gd name="T10" fmla="*/ 1488 w 186"/>
                <a:gd name="T11" fmla="*/ 3800 h 475"/>
                <a:gd name="T12" fmla="*/ 1264 w 186"/>
                <a:gd name="T13" fmla="*/ 3416 h 475"/>
                <a:gd name="T14" fmla="*/ 1184 w 186"/>
                <a:gd name="T15" fmla="*/ 3120 h 475"/>
                <a:gd name="T16" fmla="*/ 1056 w 186"/>
                <a:gd name="T17" fmla="*/ 2880 h 475"/>
                <a:gd name="T18" fmla="*/ 912 w 186"/>
                <a:gd name="T19" fmla="*/ 2400 h 475"/>
                <a:gd name="T20" fmla="*/ 704 w 186"/>
                <a:gd name="T21" fmla="*/ 2072 h 475"/>
                <a:gd name="T22" fmla="*/ 448 w 186"/>
                <a:gd name="T23" fmla="*/ 1472 h 475"/>
                <a:gd name="T24" fmla="*/ 192 w 186"/>
                <a:gd name="T25" fmla="*/ 672 h 475"/>
                <a:gd name="T26" fmla="*/ 0 w 186"/>
                <a:gd name="T27" fmla="*/ 0 h 475"/>
                <a:gd name="T28" fmla="*/ 192 w 186"/>
                <a:gd name="T29" fmla="*/ 912 h 475"/>
                <a:gd name="T30" fmla="*/ 368 w 186"/>
                <a:gd name="T31" fmla="*/ 1760 h 4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6" h="475">
                  <a:moveTo>
                    <a:pt x="46" y="220"/>
                  </a:moveTo>
                  <a:cubicBezTo>
                    <a:pt x="52" y="246"/>
                    <a:pt x="58" y="250"/>
                    <a:pt x="68" y="278"/>
                  </a:cubicBezTo>
                  <a:cubicBezTo>
                    <a:pt x="78" y="306"/>
                    <a:pt x="91" y="355"/>
                    <a:pt x="94" y="370"/>
                  </a:cubicBezTo>
                  <a:cubicBezTo>
                    <a:pt x="102" y="409"/>
                    <a:pt x="132" y="449"/>
                    <a:pt x="138" y="474"/>
                  </a:cubicBezTo>
                  <a:cubicBezTo>
                    <a:pt x="138" y="474"/>
                    <a:pt x="138" y="474"/>
                    <a:pt x="138" y="475"/>
                  </a:cubicBezTo>
                  <a:cubicBezTo>
                    <a:pt x="186" y="475"/>
                    <a:pt x="186" y="475"/>
                    <a:pt x="186" y="475"/>
                  </a:cubicBezTo>
                  <a:cubicBezTo>
                    <a:pt x="174" y="461"/>
                    <a:pt x="165" y="450"/>
                    <a:pt x="158" y="427"/>
                  </a:cubicBezTo>
                  <a:cubicBezTo>
                    <a:pt x="153" y="412"/>
                    <a:pt x="153" y="401"/>
                    <a:pt x="148" y="390"/>
                  </a:cubicBezTo>
                  <a:cubicBezTo>
                    <a:pt x="144" y="381"/>
                    <a:pt x="136" y="373"/>
                    <a:pt x="132" y="360"/>
                  </a:cubicBezTo>
                  <a:cubicBezTo>
                    <a:pt x="127" y="344"/>
                    <a:pt x="123" y="318"/>
                    <a:pt x="114" y="300"/>
                  </a:cubicBezTo>
                  <a:cubicBezTo>
                    <a:pt x="106" y="283"/>
                    <a:pt x="94" y="273"/>
                    <a:pt x="88" y="259"/>
                  </a:cubicBezTo>
                  <a:cubicBezTo>
                    <a:pt x="76" y="231"/>
                    <a:pt x="64" y="214"/>
                    <a:pt x="56" y="184"/>
                  </a:cubicBezTo>
                  <a:cubicBezTo>
                    <a:pt x="48" y="154"/>
                    <a:pt x="28" y="104"/>
                    <a:pt x="24" y="84"/>
                  </a:cubicBezTo>
                  <a:cubicBezTo>
                    <a:pt x="20" y="64"/>
                    <a:pt x="0" y="0"/>
                    <a:pt x="0" y="0"/>
                  </a:cubicBezTo>
                  <a:cubicBezTo>
                    <a:pt x="6" y="28"/>
                    <a:pt x="16" y="82"/>
                    <a:pt x="24" y="114"/>
                  </a:cubicBezTo>
                  <a:cubicBezTo>
                    <a:pt x="32" y="146"/>
                    <a:pt x="40" y="194"/>
                    <a:pt x="46" y="220"/>
                  </a:cubicBezTo>
                </a:path>
              </a:pathLst>
            </a:custGeom>
            <a:solidFill>
              <a:srgbClr val="FFE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4817">
              <a:extLst>
                <a:ext uri="{FF2B5EF4-FFF2-40B4-BE49-F238E27FC236}">
                  <a16:creationId xmlns:a16="http://schemas.microsoft.com/office/drawing/2014/main" id="{AE40F0E7-1B87-4F5E-A7E8-AB45E66F9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173"/>
              <a:ext cx="4" cy="10"/>
            </a:xfrm>
            <a:custGeom>
              <a:avLst/>
              <a:gdLst>
                <a:gd name="T0" fmla="*/ 16 w 2"/>
                <a:gd name="T1" fmla="*/ 40 h 5"/>
                <a:gd name="T2" fmla="*/ 0 w 2"/>
                <a:gd name="T3" fmla="*/ 0 h 5"/>
                <a:gd name="T4" fmla="*/ 16 w 2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2" y="4"/>
                    <a:pt x="1" y="2"/>
                    <a:pt x="0" y="0"/>
                  </a:cubicBezTo>
                  <a:cubicBezTo>
                    <a:pt x="1" y="2"/>
                    <a:pt x="1" y="3"/>
                    <a:pt x="2" y="5"/>
                  </a:cubicBezTo>
                </a:path>
              </a:pathLst>
            </a:custGeom>
            <a:solidFill>
              <a:srgbClr val="FFE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4818">
              <a:extLst>
                <a:ext uri="{FF2B5EF4-FFF2-40B4-BE49-F238E27FC236}">
                  <a16:creationId xmlns:a16="http://schemas.microsoft.com/office/drawing/2014/main" id="{52ECDD5B-B6F2-442D-B0FE-A2550B8AE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3183"/>
              <a:ext cx="897" cy="519"/>
            </a:xfrm>
            <a:custGeom>
              <a:avLst/>
              <a:gdLst>
                <a:gd name="T0" fmla="*/ 3188 w 448"/>
                <a:gd name="T1" fmla="*/ 48 h 259"/>
                <a:gd name="T2" fmla="*/ 3196 w 448"/>
                <a:gd name="T3" fmla="*/ 449 h 259"/>
                <a:gd name="T4" fmla="*/ 3003 w 448"/>
                <a:gd name="T5" fmla="*/ 828 h 259"/>
                <a:gd name="T6" fmla="*/ 2561 w 448"/>
                <a:gd name="T7" fmla="*/ 1361 h 259"/>
                <a:gd name="T8" fmla="*/ 1920 w 448"/>
                <a:gd name="T9" fmla="*/ 1473 h 259"/>
                <a:gd name="T10" fmla="*/ 1372 w 448"/>
                <a:gd name="T11" fmla="*/ 1361 h 259"/>
                <a:gd name="T12" fmla="*/ 833 w 448"/>
                <a:gd name="T13" fmla="*/ 1004 h 259"/>
                <a:gd name="T14" fmla="*/ 545 w 448"/>
                <a:gd name="T15" fmla="*/ 739 h 259"/>
                <a:gd name="T16" fmla="*/ 449 w 448"/>
                <a:gd name="T17" fmla="*/ 345 h 259"/>
                <a:gd name="T18" fmla="*/ 481 w 448"/>
                <a:gd name="T19" fmla="*/ 40 h 259"/>
                <a:gd name="T20" fmla="*/ 449 w 448"/>
                <a:gd name="T21" fmla="*/ 0 h 259"/>
                <a:gd name="T22" fmla="*/ 64 w 448"/>
                <a:gd name="T23" fmla="*/ 0 h 259"/>
                <a:gd name="T24" fmla="*/ 160 w 448"/>
                <a:gd name="T25" fmla="*/ 683 h 259"/>
                <a:gd name="T26" fmla="*/ 440 w 448"/>
                <a:gd name="T27" fmla="*/ 1248 h 259"/>
                <a:gd name="T28" fmla="*/ 995 w 448"/>
                <a:gd name="T29" fmla="*/ 1779 h 259"/>
                <a:gd name="T30" fmla="*/ 2056 w 448"/>
                <a:gd name="T31" fmla="*/ 1988 h 259"/>
                <a:gd name="T32" fmla="*/ 2763 w 448"/>
                <a:gd name="T33" fmla="*/ 1747 h 259"/>
                <a:gd name="T34" fmla="*/ 3260 w 448"/>
                <a:gd name="T35" fmla="*/ 1280 h 259"/>
                <a:gd name="T36" fmla="*/ 3468 w 448"/>
                <a:gd name="T37" fmla="*/ 731 h 259"/>
                <a:gd name="T38" fmla="*/ 3596 w 448"/>
                <a:gd name="T39" fmla="*/ 8 h 259"/>
                <a:gd name="T40" fmla="*/ 3588 w 448"/>
                <a:gd name="T41" fmla="*/ 0 h 259"/>
                <a:gd name="T42" fmla="*/ 3164 w 448"/>
                <a:gd name="T43" fmla="*/ 0 h 259"/>
                <a:gd name="T44" fmla="*/ 3188 w 448"/>
                <a:gd name="T45" fmla="*/ 48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48" h="259">
                  <a:moveTo>
                    <a:pt x="397" y="6"/>
                  </a:moveTo>
                  <a:cubicBezTo>
                    <a:pt x="404" y="17"/>
                    <a:pt x="407" y="40"/>
                    <a:pt x="398" y="56"/>
                  </a:cubicBezTo>
                  <a:cubicBezTo>
                    <a:pt x="387" y="75"/>
                    <a:pt x="378" y="84"/>
                    <a:pt x="374" y="103"/>
                  </a:cubicBezTo>
                  <a:cubicBezTo>
                    <a:pt x="368" y="131"/>
                    <a:pt x="349" y="151"/>
                    <a:pt x="319" y="169"/>
                  </a:cubicBezTo>
                  <a:cubicBezTo>
                    <a:pt x="289" y="187"/>
                    <a:pt x="273" y="187"/>
                    <a:pt x="239" y="183"/>
                  </a:cubicBezTo>
                  <a:cubicBezTo>
                    <a:pt x="213" y="169"/>
                    <a:pt x="191" y="181"/>
                    <a:pt x="171" y="169"/>
                  </a:cubicBezTo>
                  <a:cubicBezTo>
                    <a:pt x="151" y="157"/>
                    <a:pt x="114" y="147"/>
                    <a:pt x="104" y="125"/>
                  </a:cubicBezTo>
                  <a:cubicBezTo>
                    <a:pt x="98" y="113"/>
                    <a:pt x="79" y="108"/>
                    <a:pt x="68" y="92"/>
                  </a:cubicBezTo>
                  <a:cubicBezTo>
                    <a:pt x="58" y="78"/>
                    <a:pt x="55" y="54"/>
                    <a:pt x="56" y="43"/>
                  </a:cubicBezTo>
                  <a:cubicBezTo>
                    <a:pt x="58" y="19"/>
                    <a:pt x="60" y="5"/>
                    <a:pt x="60" y="5"/>
                  </a:cubicBezTo>
                  <a:cubicBezTo>
                    <a:pt x="58" y="3"/>
                    <a:pt x="57" y="1"/>
                    <a:pt x="5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25"/>
                    <a:pt x="12" y="61"/>
                    <a:pt x="20" y="85"/>
                  </a:cubicBezTo>
                  <a:cubicBezTo>
                    <a:pt x="28" y="109"/>
                    <a:pt x="45" y="131"/>
                    <a:pt x="55" y="155"/>
                  </a:cubicBezTo>
                  <a:cubicBezTo>
                    <a:pt x="65" y="179"/>
                    <a:pt x="96" y="209"/>
                    <a:pt x="124" y="221"/>
                  </a:cubicBezTo>
                  <a:cubicBezTo>
                    <a:pt x="152" y="233"/>
                    <a:pt x="198" y="259"/>
                    <a:pt x="256" y="247"/>
                  </a:cubicBezTo>
                  <a:cubicBezTo>
                    <a:pt x="314" y="235"/>
                    <a:pt x="322" y="229"/>
                    <a:pt x="344" y="217"/>
                  </a:cubicBezTo>
                  <a:cubicBezTo>
                    <a:pt x="366" y="205"/>
                    <a:pt x="390" y="185"/>
                    <a:pt x="406" y="159"/>
                  </a:cubicBezTo>
                  <a:cubicBezTo>
                    <a:pt x="422" y="133"/>
                    <a:pt x="420" y="121"/>
                    <a:pt x="432" y="91"/>
                  </a:cubicBezTo>
                  <a:cubicBezTo>
                    <a:pt x="444" y="61"/>
                    <a:pt x="448" y="1"/>
                    <a:pt x="448" y="1"/>
                  </a:cubicBezTo>
                  <a:cubicBezTo>
                    <a:pt x="448" y="1"/>
                    <a:pt x="448" y="0"/>
                    <a:pt x="447" y="0"/>
                  </a:cubicBezTo>
                  <a:cubicBezTo>
                    <a:pt x="394" y="0"/>
                    <a:pt x="394" y="0"/>
                    <a:pt x="394" y="0"/>
                  </a:cubicBezTo>
                  <a:cubicBezTo>
                    <a:pt x="395" y="2"/>
                    <a:pt x="396" y="4"/>
                    <a:pt x="397" y="6"/>
                  </a:cubicBezTo>
                </a:path>
              </a:pathLst>
            </a:custGeom>
            <a:solidFill>
              <a:srgbClr val="FFD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4819">
              <a:extLst>
                <a:ext uri="{FF2B5EF4-FFF2-40B4-BE49-F238E27FC236}">
                  <a16:creationId xmlns:a16="http://schemas.microsoft.com/office/drawing/2014/main" id="{F5DA30A6-EE7A-4A76-8CA6-7CB8CDE04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389"/>
              <a:ext cx="354" cy="794"/>
            </a:xfrm>
            <a:custGeom>
              <a:avLst/>
              <a:gdLst>
                <a:gd name="T0" fmla="*/ 264 w 177"/>
                <a:gd name="T1" fmla="*/ 848 h 397"/>
                <a:gd name="T2" fmla="*/ 520 w 177"/>
                <a:gd name="T3" fmla="*/ 1448 h 397"/>
                <a:gd name="T4" fmla="*/ 728 w 177"/>
                <a:gd name="T5" fmla="*/ 1776 h 397"/>
                <a:gd name="T6" fmla="*/ 872 w 177"/>
                <a:gd name="T7" fmla="*/ 2256 h 397"/>
                <a:gd name="T8" fmla="*/ 1000 w 177"/>
                <a:gd name="T9" fmla="*/ 2496 h 397"/>
                <a:gd name="T10" fmla="*/ 1080 w 177"/>
                <a:gd name="T11" fmla="*/ 2792 h 397"/>
                <a:gd name="T12" fmla="*/ 1304 w 177"/>
                <a:gd name="T13" fmla="*/ 3176 h 397"/>
                <a:gd name="T14" fmla="*/ 1416 w 177"/>
                <a:gd name="T15" fmla="*/ 3176 h 397"/>
                <a:gd name="T16" fmla="*/ 1344 w 177"/>
                <a:gd name="T17" fmla="*/ 3104 h 397"/>
                <a:gd name="T18" fmla="*/ 1168 w 177"/>
                <a:gd name="T19" fmla="*/ 2760 h 397"/>
                <a:gd name="T20" fmla="*/ 1040 w 177"/>
                <a:gd name="T21" fmla="*/ 2392 h 397"/>
                <a:gd name="T22" fmla="*/ 888 w 177"/>
                <a:gd name="T23" fmla="*/ 2064 h 397"/>
                <a:gd name="T24" fmla="*/ 792 w 177"/>
                <a:gd name="T25" fmla="*/ 1720 h 397"/>
                <a:gd name="T26" fmla="*/ 576 w 177"/>
                <a:gd name="T27" fmla="*/ 1400 h 397"/>
                <a:gd name="T28" fmla="*/ 440 w 177"/>
                <a:gd name="T29" fmla="*/ 1096 h 397"/>
                <a:gd name="T30" fmla="*/ 288 w 177"/>
                <a:gd name="T31" fmla="*/ 712 h 397"/>
                <a:gd name="T32" fmla="*/ 136 w 177"/>
                <a:gd name="T33" fmla="*/ 176 h 397"/>
                <a:gd name="T34" fmla="*/ 0 w 177"/>
                <a:gd name="T35" fmla="*/ 0 h 397"/>
                <a:gd name="T36" fmla="*/ 8 w 177"/>
                <a:gd name="T37" fmla="*/ 48 h 397"/>
                <a:gd name="T38" fmla="*/ 264 w 177"/>
                <a:gd name="T39" fmla="*/ 848 h 39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7" h="397">
                  <a:moveTo>
                    <a:pt x="33" y="106"/>
                  </a:moveTo>
                  <a:cubicBezTo>
                    <a:pt x="41" y="136"/>
                    <a:pt x="53" y="153"/>
                    <a:pt x="65" y="181"/>
                  </a:cubicBezTo>
                  <a:cubicBezTo>
                    <a:pt x="71" y="195"/>
                    <a:pt x="83" y="205"/>
                    <a:pt x="91" y="222"/>
                  </a:cubicBezTo>
                  <a:cubicBezTo>
                    <a:pt x="100" y="240"/>
                    <a:pt x="104" y="266"/>
                    <a:pt x="109" y="282"/>
                  </a:cubicBezTo>
                  <a:cubicBezTo>
                    <a:pt x="113" y="295"/>
                    <a:pt x="121" y="303"/>
                    <a:pt x="125" y="312"/>
                  </a:cubicBezTo>
                  <a:cubicBezTo>
                    <a:pt x="130" y="323"/>
                    <a:pt x="130" y="334"/>
                    <a:pt x="135" y="349"/>
                  </a:cubicBezTo>
                  <a:cubicBezTo>
                    <a:pt x="142" y="372"/>
                    <a:pt x="151" y="383"/>
                    <a:pt x="163" y="397"/>
                  </a:cubicBezTo>
                  <a:cubicBezTo>
                    <a:pt x="177" y="397"/>
                    <a:pt x="177" y="397"/>
                    <a:pt x="177" y="397"/>
                  </a:cubicBezTo>
                  <a:cubicBezTo>
                    <a:pt x="175" y="395"/>
                    <a:pt x="172" y="392"/>
                    <a:pt x="168" y="388"/>
                  </a:cubicBezTo>
                  <a:cubicBezTo>
                    <a:pt x="158" y="377"/>
                    <a:pt x="151" y="361"/>
                    <a:pt x="146" y="345"/>
                  </a:cubicBezTo>
                  <a:cubicBezTo>
                    <a:pt x="141" y="329"/>
                    <a:pt x="136" y="315"/>
                    <a:pt x="130" y="299"/>
                  </a:cubicBezTo>
                  <a:cubicBezTo>
                    <a:pt x="124" y="283"/>
                    <a:pt x="115" y="275"/>
                    <a:pt x="111" y="258"/>
                  </a:cubicBezTo>
                  <a:cubicBezTo>
                    <a:pt x="107" y="241"/>
                    <a:pt x="103" y="230"/>
                    <a:pt x="99" y="215"/>
                  </a:cubicBezTo>
                  <a:cubicBezTo>
                    <a:pt x="95" y="200"/>
                    <a:pt x="81" y="190"/>
                    <a:pt x="72" y="175"/>
                  </a:cubicBezTo>
                  <a:cubicBezTo>
                    <a:pt x="63" y="160"/>
                    <a:pt x="59" y="149"/>
                    <a:pt x="55" y="137"/>
                  </a:cubicBezTo>
                  <a:cubicBezTo>
                    <a:pt x="51" y="125"/>
                    <a:pt x="41" y="107"/>
                    <a:pt x="36" y="89"/>
                  </a:cubicBezTo>
                  <a:cubicBezTo>
                    <a:pt x="31" y="71"/>
                    <a:pt x="20" y="44"/>
                    <a:pt x="17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1" y="6"/>
                  </a:cubicBezTo>
                  <a:cubicBezTo>
                    <a:pt x="5" y="26"/>
                    <a:pt x="25" y="76"/>
                    <a:pt x="33" y="106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4820">
              <a:extLst>
                <a:ext uri="{FF2B5EF4-FFF2-40B4-BE49-F238E27FC236}">
                  <a16:creationId xmlns:a16="http://schemas.microsoft.com/office/drawing/2014/main" id="{2A34DAF7-5AF1-4A2F-9095-3FBDDD938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241"/>
              <a:ext cx="431" cy="944"/>
            </a:xfrm>
            <a:custGeom>
              <a:avLst/>
              <a:gdLst>
                <a:gd name="T0" fmla="*/ 152 w 215"/>
                <a:gd name="T1" fmla="*/ 616 h 472"/>
                <a:gd name="T2" fmla="*/ 289 w 215"/>
                <a:gd name="T3" fmla="*/ 1008 h 472"/>
                <a:gd name="T4" fmla="*/ 393 w 215"/>
                <a:gd name="T5" fmla="*/ 1248 h 472"/>
                <a:gd name="T6" fmla="*/ 547 w 215"/>
                <a:gd name="T7" fmla="*/ 1584 h 472"/>
                <a:gd name="T8" fmla="*/ 676 w 215"/>
                <a:gd name="T9" fmla="*/ 1904 h 472"/>
                <a:gd name="T10" fmla="*/ 888 w 215"/>
                <a:gd name="T11" fmla="*/ 2184 h 472"/>
                <a:gd name="T12" fmla="*/ 1064 w 215"/>
                <a:gd name="T13" fmla="*/ 2528 h 472"/>
                <a:gd name="T14" fmla="*/ 1161 w 215"/>
                <a:gd name="T15" fmla="*/ 2912 h 472"/>
                <a:gd name="T16" fmla="*/ 1289 w 215"/>
                <a:gd name="T17" fmla="*/ 3128 h 472"/>
                <a:gd name="T18" fmla="*/ 1411 w 215"/>
                <a:gd name="T19" fmla="*/ 3392 h 472"/>
                <a:gd name="T20" fmla="*/ 1596 w 215"/>
                <a:gd name="T21" fmla="*/ 3600 h 472"/>
                <a:gd name="T22" fmla="*/ 1660 w 215"/>
                <a:gd name="T23" fmla="*/ 3776 h 472"/>
                <a:gd name="T24" fmla="*/ 1732 w 215"/>
                <a:gd name="T25" fmla="*/ 3768 h 472"/>
                <a:gd name="T26" fmla="*/ 1644 w 215"/>
                <a:gd name="T27" fmla="*/ 3512 h 472"/>
                <a:gd name="T28" fmla="*/ 1427 w 215"/>
                <a:gd name="T29" fmla="*/ 3248 h 472"/>
                <a:gd name="T30" fmla="*/ 1233 w 215"/>
                <a:gd name="T31" fmla="*/ 2896 h 472"/>
                <a:gd name="T32" fmla="*/ 1169 w 215"/>
                <a:gd name="T33" fmla="*/ 2608 h 472"/>
                <a:gd name="T34" fmla="*/ 928 w 215"/>
                <a:gd name="T35" fmla="*/ 2096 h 472"/>
                <a:gd name="T36" fmla="*/ 708 w 215"/>
                <a:gd name="T37" fmla="*/ 1792 h 472"/>
                <a:gd name="T38" fmla="*/ 587 w 215"/>
                <a:gd name="T39" fmla="*/ 1488 h 472"/>
                <a:gd name="T40" fmla="*/ 281 w 215"/>
                <a:gd name="T41" fmla="*/ 784 h 472"/>
                <a:gd name="T42" fmla="*/ 32 w 215"/>
                <a:gd name="T43" fmla="*/ 64 h 472"/>
                <a:gd name="T44" fmla="*/ 0 w 215"/>
                <a:gd name="T45" fmla="*/ 0 h 472"/>
                <a:gd name="T46" fmla="*/ 48 w 215"/>
                <a:gd name="T47" fmla="*/ 248 h 472"/>
                <a:gd name="T48" fmla="*/ 152 w 215"/>
                <a:gd name="T49" fmla="*/ 616 h 4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5" h="472">
                  <a:moveTo>
                    <a:pt x="19" y="77"/>
                  </a:moveTo>
                  <a:cubicBezTo>
                    <a:pt x="22" y="91"/>
                    <a:pt x="28" y="113"/>
                    <a:pt x="36" y="126"/>
                  </a:cubicBezTo>
                  <a:cubicBezTo>
                    <a:pt x="44" y="139"/>
                    <a:pt x="37" y="133"/>
                    <a:pt x="49" y="156"/>
                  </a:cubicBezTo>
                  <a:cubicBezTo>
                    <a:pt x="61" y="179"/>
                    <a:pt x="61" y="180"/>
                    <a:pt x="68" y="198"/>
                  </a:cubicBezTo>
                  <a:cubicBezTo>
                    <a:pt x="73" y="213"/>
                    <a:pt x="73" y="226"/>
                    <a:pt x="84" y="238"/>
                  </a:cubicBezTo>
                  <a:cubicBezTo>
                    <a:pt x="95" y="250"/>
                    <a:pt x="106" y="260"/>
                    <a:pt x="110" y="273"/>
                  </a:cubicBezTo>
                  <a:cubicBezTo>
                    <a:pt x="114" y="286"/>
                    <a:pt x="127" y="301"/>
                    <a:pt x="132" y="316"/>
                  </a:cubicBezTo>
                  <a:cubicBezTo>
                    <a:pt x="137" y="331"/>
                    <a:pt x="141" y="351"/>
                    <a:pt x="144" y="364"/>
                  </a:cubicBezTo>
                  <a:cubicBezTo>
                    <a:pt x="147" y="377"/>
                    <a:pt x="153" y="377"/>
                    <a:pt x="160" y="391"/>
                  </a:cubicBezTo>
                  <a:cubicBezTo>
                    <a:pt x="167" y="405"/>
                    <a:pt x="165" y="413"/>
                    <a:pt x="175" y="424"/>
                  </a:cubicBezTo>
                  <a:cubicBezTo>
                    <a:pt x="185" y="435"/>
                    <a:pt x="193" y="437"/>
                    <a:pt x="198" y="450"/>
                  </a:cubicBezTo>
                  <a:cubicBezTo>
                    <a:pt x="202" y="460"/>
                    <a:pt x="205" y="469"/>
                    <a:pt x="206" y="472"/>
                  </a:cubicBezTo>
                  <a:cubicBezTo>
                    <a:pt x="215" y="471"/>
                    <a:pt x="215" y="471"/>
                    <a:pt x="215" y="471"/>
                  </a:cubicBezTo>
                  <a:cubicBezTo>
                    <a:pt x="212" y="463"/>
                    <a:pt x="211" y="451"/>
                    <a:pt x="204" y="439"/>
                  </a:cubicBezTo>
                  <a:cubicBezTo>
                    <a:pt x="198" y="428"/>
                    <a:pt x="183" y="420"/>
                    <a:pt x="177" y="406"/>
                  </a:cubicBezTo>
                  <a:cubicBezTo>
                    <a:pt x="168" y="383"/>
                    <a:pt x="159" y="376"/>
                    <a:pt x="153" y="362"/>
                  </a:cubicBezTo>
                  <a:cubicBezTo>
                    <a:pt x="149" y="353"/>
                    <a:pt x="151" y="339"/>
                    <a:pt x="145" y="326"/>
                  </a:cubicBezTo>
                  <a:cubicBezTo>
                    <a:pt x="129" y="290"/>
                    <a:pt x="125" y="280"/>
                    <a:pt x="115" y="262"/>
                  </a:cubicBezTo>
                  <a:cubicBezTo>
                    <a:pt x="110" y="252"/>
                    <a:pt x="97" y="239"/>
                    <a:pt x="88" y="224"/>
                  </a:cubicBezTo>
                  <a:cubicBezTo>
                    <a:pt x="80" y="210"/>
                    <a:pt x="77" y="194"/>
                    <a:pt x="73" y="186"/>
                  </a:cubicBezTo>
                  <a:cubicBezTo>
                    <a:pt x="65" y="168"/>
                    <a:pt x="43" y="126"/>
                    <a:pt x="35" y="98"/>
                  </a:cubicBezTo>
                  <a:cubicBezTo>
                    <a:pt x="29" y="77"/>
                    <a:pt x="18" y="44"/>
                    <a:pt x="4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12" y="49"/>
                    <a:pt x="16" y="63"/>
                    <a:pt x="19" y="77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4821">
              <a:extLst>
                <a:ext uri="{FF2B5EF4-FFF2-40B4-BE49-F238E27FC236}">
                  <a16:creationId xmlns:a16="http://schemas.microsoft.com/office/drawing/2014/main" id="{207E0668-757F-4E1A-B036-D08CC2ECE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183"/>
              <a:ext cx="705" cy="375"/>
            </a:xfrm>
            <a:custGeom>
              <a:avLst/>
              <a:gdLst>
                <a:gd name="T0" fmla="*/ 120 w 352"/>
                <a:gd name="T1" fmla="*/ 0 h 187"/>
                <a:gd name="T2" fmla="*/ 8 w 352"/>
                <a:gd name="T3" fmla="*/ 0 h 187"/>
                <a:gd name="T4" fmla="*/ 40 w 352"/>
                <a:gd name="T5" fmla="*/ 40 h 187"/>
                <a:gd name="T6" fmla="*/ 8 w 352"/>
                <a:gd name="T7" fmla="*/ 345 h 187"/>
                <a:gd name="T8" fmla="*/ 104 w 352"/>
                <a:gd name="T9" fmla="*/ 740 h 187"/>
                <a:gd name="T10" fmla="*/ 393 w 352"/>
                <a:gd name="T11" fmla="*/ 1009 h 187"/>
                <a:gd name="T12" fmla="*/ 931 w 352"/>
                <a:gd name="T13" fmla="*/ 1364 h 187"/>
                <a:gd name="T14" fmla="*/ 1480 w 352"/>
                <a:gd name="T15" fmla="*/ 1476 h 187"/>
                <a:gd name="T16" fmla="*/ 2123 w 352"/>
                <a:gd name="T17" fmla="*/ 1364 h 187"/>
                <a:gd name="T18" fmla="*/ 2564 w 352"/>
                <a:gd name="T19" fmla="*/ 832 h 187"/>
                <a:gd name="T20" fmla="*/ 2756 w 352"/>
                <a:gd name="T21" fmla="*/ 451 h 187"/>
                <a:gd name="T22" fmla="*/ 2748 w 352"/>
                <a:gd name="T23" fmla="*/ 48 h 187"/>
                <a:gd name="T24" fmla="*/ 2724 w 352"/>
                <a:gd name="T25" fmla="*/ 8 h 187"/>
                <a:gd name="T26" fmla="*/ 2660 w 352"/>
                <a:gd name="T27" fmla="*/ 8 h 187"/>
                <a:gd name="T28" fmla="*/ 2668 w 352"/>
                <a:gd name="T29" fmla="*/ 24 h 187"/>
                <a:gd name="T30" fmla="*/ 2716 w 352"/>
                <a:gd name="T31" fmla="*/ 345 h 187"/>
                <a:gd name="T32" fmla="*/ 2556 w 352"/>
                <a:gd name="T33" fmla="*/ 636 h 187"/>
                <a:gd name="T34" fmla="*/ 2476 w 352"/>
                <a:gd name="T35" fmla="*/ 864 h 187"/>
                <a:gd name="T36" fmla="*/ 2331 w 352"/>
                <a:gd name="T37" fmla="*/ 1113 h 187"/>
                <a:gd name="T38" fmla="*/ 2105 w 352"/>
                <a:gd name="T39" fmla="*/ 1275 h 187"/>
                <a:gd name="T40" fmla="*/ 1544 w 352"/>
                <a:gd name="T41" fmla="*/ 1404 h 187"/>
                <a:gd name="T42" fmla="*/ 1212 w 352"/>
                <a:gd name="T43" fmla="*/ 1340 h 187"/>
                <a:gd name="T44" fmla="*/ 955 w 352"/>
                <a:gd name="T45" fmla="*/ 1283 h 187"/>
                <a:gd name="T46" fmla="*/ 681 w 352"/>
                <a:gd name="T47" fmla="*/ 1155 h 187"/>
                <a:gd name="T48" fmla="*/ 497 w 352"/>
                <a:gd name="T49" fmla="*/ 1017 h 187"/>
                <a:gd name="T50" fmla="*/ 401 w 352"/>
                <a:gd name="T51" fmla="*/ 888 h 187"/>
                <a:gd name="T52" fmla="*/ 232 w 352"/>
                <a:gd name="T53" fmla="*/ 740 h 187"/>
                <a:gd name="T54" fmla="*/ 112 w 352"/>
                <a:gd name="T55" fmla="*/ 555 h 187"/>
                <a:gd name="T56" fmla="*/ 104 w 352"/>
                <a:gd name="T57" fmla="*/ 241 h 187"/>
                <a:gd name="T58" fmla="*/ 120 w 352"/>
                <a:gd name="T59" fmla="*/ 0 h 18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52" h="187">
                  <a:moveTo>
                    <a:pt x="15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2"/>
                    <a:pt x="4" y="3"/>
                    <a:pt x="5" y="5"/>
                  </a:cubicBezTo>
                  <a:cubicBezTo>
                    <a:pt x="5" y="5"/>
                    <a:pt x="3" y="19"/>
                    <a:pt x="1" y="43"/>
                  </a:cubicBezTo>
                  <a:cubicBezTo>
                    <a:pt x="0" y="54"/>
                    <a:pt x="3" y="78"/>
                    <a:pt x="13" y="92"/>
                  </a:cubicBezTo>
                  <a:cubicBezTo>
                    <a:pt x="24" y="108"/>
                    <a:pt x="43" y="113"/>
                    <a:pt x="49" y="125"/>
                  </a:cubicBezTo>
                  <a:cubicBezTo>
                    <a:pt x="59" y="147"/>
                    <a:pt x="96" y="157"/>
                    <a:pt x="116" y="169"/>
                  </a:cubicBezTo>
                  <a:cubicBezTo>
                    <a:pt x="136" y="181"/>
                    <a:pt x="158" y="169"/>
                    <a:pt x="184" y="183"/>
                  </a:cubicBezTo>
                  <a:cubicBezTo>
                    <a:pt x="218" y="187"/>
                    <a:pt x="234" y="187"/>
                    <a:pt x="264" y="169"/>
                  </a:cubicBezTo>
                  <a:cubicBezTo>
                    <a:pt x="294" y="151"/>
                    <a:pt x="313" y="131"/>
                    <a:pt x="319" y="103"/>
                  </a:cubicBezTo>
                  <a:cubicBezTo>
                    <a:pt x="323" y="84"/>
                    <a:pt x="332" y="75"/>
                    <a:pt x="343" y="56"/>
                  </a:cubicBezTo>
                  <a:cubicBezTo>
                    <a:pt x="352" y="40"/>
                    <a:pt x="349" y="17"/>
                    <a:pt x="342" y="6"/>
                  </a:cubicBezTo>
                  <a:cubicBezTo>
                    <a:pt x="341" y="4"/>
                    <a:pt x="340" y="3"/>
                    <a:pt x="339" y="1"/>
                  </a:cubicBezTo>
                  <a:cubicBezTo>
                    <a:pt x="331" y="1"/>
                    <a:pt x="331" y="1"/>
                    <a:pt x="331" y="1"/>
                  </a:cubicBezTo>
                  <a:cubicBezTo>
                    <a:pt x="332" y="3"/>
                    <a:pt x="332" y="3"/>
                    <a:pt x="332" y="3"/>
                  </a:cubicBezTo>
                  <a:cubicBezTo>
                    <a:pt x="332" y="3"/>
                    <a:pt x="340" y="33"/>
                    <a:pt x="338" y="43"/>
                  </a:cubicBezTo>
                  <a:cubicBezTo>
                    <a:pt x="336" y="54"/>
                    <a:pt x="325" y="70"/>
                    <a:pt x="318" y="79"/>
                  </a:cubicBezTo>
                  <a:cubicBezTo>
                    <a:pt x="312" y="87"/>
                    <a:pt x="310" y="98"/>
                    <a:pt x="308" y="107"/>
                  </a:cubicBezTo>
                  <a:cubicBezTo>
                    <a:pt x="306" y="117"/>
                    <a:pt x="301" y="127"/>
                    <a:pt x="290" y="138"/>
                  </a:cubicBezTo>
                  <a:cubicBezTo>
                    <a:pt x="279" y="149"/>
                    <a:pt x="275" y="149"/>
                    <a:pt x="262" y="158"/>
                  </a:cubicBezTo>
                  <a:cubicBezTo>
                    <a:pt x="240" y="175"/>
                    <a:pt x="201" y="178"/>
                    <a:pt x="192" y="174"/>
                  </a:cubicBezTo>
                  <a:cubicBezTo>
                    <a:pt x="183" y="169"/>
                    <a:pt x="168" y="167"/>
                    <a:pt x="151" y="166"/>
                  </a:cubicBezTo>
                  <a:cubicBezTo>
                    <a:pt x="135" y="165"/>
                    <a:pt x="127" y="163"/>
                    <a:pt x="119" y="159"/>
                  </a:cubicBezTo>
                  <a:cubicBezTo>
                    <a:pt x="111" y="155"/>
                    <a:pt x="95" y="147"/>
                    <a:pt x="85" y="143"/>
                  </a:cubicBezTo>
                  <a:cubicBezTo>
                    <a:pt x="75" y="139"/>
                    <a:pt x="66" y="131"/>
                    <a:pt x="62" y="126"/>
                  </a:cubicBezTo>
                  <a:cubicBezTo>
                    <a:pt x="58" y="121"/>
                    <a:pt x="56" y="115"/>
                    <a:pt x="50" y="110"/>
                  </a:cubicBezTo>
                  <a:cubicBezTo>
                    <a:pt x="44" y="105"/>
                    <a:pt x="37" y="99"/>
                    <a:pt x="29" y="92"/>
                  </a:cubicBezTo>
                  <a:cubicBezTo>
                    <a:pt x="21" y="86"/>
                    <a:pt x="17" y="81"/>
                    <a:pt x="14" y="69"/>
                  </a:cubicBezTo>
                  <a:cubicBezTo>
                    <a:pt x="10" y="57"/>
                    <a:pt x="11" y="41"/>
                    <a:pt x="13" y="30"/>
                  </a:cubicBezTo>
                  <a:cubicBezTo>
                    <a:pt x="15" y="19"/>
                    <a:pt x="15" y="12"/>
                    <a:pt x="15" y="0"/>
                  </a:cubicBezTo>
                </a:path>
              </a:pathLst>
            </a:custGeom>
            <a:solidFill>
              <a:srgbClr val="99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4822">
              <a:extLst>
                <a:ext uri="{FF2B5EF4-FFF2-40B4-BE49-F238E27FC236}">
                  <a16:creationId xmlns:a16="http://schemas.microsoft.com/office/drawing/2014/main" id="{260BC5CF-E549-4018-AA95-2476B6067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438"/>
              <a:ext cx="50" cy="98"/>
            </a:xfrm>
            <a:custGeom>
              <a:avLst/>
              <a:gdLst>
                <a:gd name="T0" fmla="*/ 200 w 25"/>
                <a:gd name="T1" fmla="*/ 48 h 49"/>
                <a:gd name="T2" fmla="*/ 128 w 25"/>
                <a:gd name="T3" fmla="*/ 80 h 49"/>
                <a:gd name="T4" fmla="*/ 80 w 25"/>
                <a:gd name="T5" fmla="*/ 176 h 49"/>
                <a:gd name="T6" fmla="*/ 40 w 25"/>
                <a:gd name="T7" fmla="*/ 280 h 49"/>
                <a:gd name="T8" fmla="*/ 16 w 25"/>
                <a:gd name="T9" fmla="*/ 392 h 49"/>
                <a:gd name="T10" fmla="*/ 104 w 25"/>
                <a:gd name="T11" fmla="*/ 304 h 49"/>
                <a:gd name="T12" fmla="*/ 184 w 25"/>
                <a:gd name="T13" fmla="*/ 18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9">
                  <a:moveTo>
                    <a:pt x="25" y="6"/>
                  </a:moveTo>
                  <a:cubicBezTo>
                    <a:pt x="25" y="0"/>
                    <a:pt x="17" y="9"/>
                    <a:pt x="16" y="10"/>
                  </a:cubicBezTo>
                  <a:cubicBezTo>
                    <a:pt x="14" y="14"/>
                    <a:pt x="12" y="18"/>
                    <a:pt x="10" y="22"/>
                  </a:cubicBezTo>
                  <a:cubicBezTo>
                    <a:pt x="9" y="26"/>
                    <a:pt x="7" y="31"/>
                    <a:pt x="5" y="35"/>
                  </a:cubicBezTo>
                  <a:cubicBezTo>
                    <a:pt x="3" y="39"/>
                    <a:pt x="0" y="45"/>
                    <a:pt x="2" y="49"/>
                  </a:cubicBezTo>
                  <a:cubicBezTo>
                    <a:pt x="6" y="47"/>
                    <a:pt x="10" y="42"/>
                    <a:pt x="13" y="38"/>
                  </a:cubicBezTo>
                  <a:cubicBezTo>
                    <a:pt x="16" y="34"/>
                    <a:pt x="23" y="28"/>
                    <a:pt x="23" y="23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4823">
              <a:extLst>
                <a:ext uri="{FF2B5EF4-FFF2-40B4-BE49-F238E27FC236}">
                  <a16:creationId xmlns:a16="http://schemas.microsoft.com/office/drawing/2014/main" id="{169B9506-2C91-4379-A633-D6B080933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548"/>
              <a:ext cx="50" cy="48"/>
            </a:xfrm>
            <a:custGeom>
              <a:avLst/>
              <a:gdLst>
                <a:gd name="T0" fmla="*/ 0 w 25"/>
                <a:gd name="T1" fmla="*/ 184 h 24"/>
                <a:gd name="T2" fmla="*/ 96 w 25"/>
                <a:gd name="T3" fmla="*/ 88 h 24"/>
                <a:gd name="T4" fmla="*/ 152 w 25"/>
                <a:gd name="T5" fmla="*/ 48 h 24"/>
                <a:gd name="T6" fmla="*/ 200 w 25"/>
                <a:gd name="T7" fmla="*/ 0 h 24"/>
                <a:gd name="T8" fmla="*/ 176 w 25"/>
                <a:gd name="T9" fmla="*/ 48 h 24"/>
                <a:gd name="T10" fmla="*/ 136 w 25"/>
                <a:gd name="T11" fmla="*/ 112 h 24"/>
                <a:gd name="T12" fmla="*/ 112 w 25"/>
                <a:gd name="T13" fmla="*/ 19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4">
                  <a:moveTo>
                    <a:pt x="0" y="23"/>
                  </a:moveTo>
                  <a:cubicBezTo>
                    <a:pt x="4" y="18"/>
                    <a:pt x="7" y="15"/>
                    <a:pt x="12" y="11"/>
                  </a:cubicBezTo>
                  <a:cubicBezTo>
                    <a:pt x="15" y="10"/>
                    <a:pt x="17" y="7"/>
                    <a:pt x="19" y="6"/>
                  </a:cubicBezTo>
                  <a:cubicBezTo>
                    <a:pt x="21" y="4"/>
                    <a:pt x="23" y="3"/>
                    <a:pt x="25" y="0"/>
                  </a:cubicBezTo>
                  <a:cubicBezTo>
                    <a:pt x="25" y="2"/>
                    <a:pt x="23" y="4"/>
                    <a:pt x="22" y="6"/>
                  </a:cubicBezTo>
                  <a:cubicBezTo>
                    <a:pt x="20" y="8"/>
                    <a:pt x="19" y="11"/>
                    <a:pt x="17" y="14"/>
                  </a:cubicBezTo>
                  <a:cubicBezTo>
                    <a:pt x="16" y="16"/>
                    <a:pt x="14" y="24"/>
                    <a:pt x="14" y="24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4824">
              <a:extLst>
                <a:ext uri="{FF2B5EF4-FFF2-40B4-BE49-F238E27FC236}">
                  <a16:creationId xmlns:a16="http://schemas.microsoft.com/office/drawing/2014/main" id="{B0BD1806-DABC-44FB-9F1D-32F7ABAE4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622"/>
              <a:ext cx="64" cy="32"/>
            </a:xfrm>
            <a:custGeom>
              <a:avLst/>
              <a:gdLst>
                <a:gd name="T0" fmla="*/ 0 w 32"/>
                <a:gd name="T1" fmla="*/ 128 h 16"/>
                <a:gd name="T2" fmla="*/ 216 w 32"/>
                <a:gd name="T3" fmla="*/ 8 h 16"/>
                <a:gd name="T4" fmla="*/ 248 w 32"/>
                <a:gd name="T5" fmla="*/ 16 h 16"/>
                <a:gd name="T6" fmla="*/ 224 w 32"/>
                <a:gd name="T7" fmla="*/ 64 h 16"/>
                <a:gd name="T8" fmla="*/ 104 w 32"/>
                <a:gd name="T9" fmla="*/ 12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0" y="16"/>
                  </a:moveTo>
                  <a:cubicBezTo>
                    <a:pt x="4" y="8"/>
                    <a:pt x="19" y="3"/>
                    <a:pt x="27" y="1"/>
                  </a:cubicBezTo>
                  <a:cubicBezTo>
                    <a:pt x="29" y="1"/>
                    <a:pt x="31" y="0"/>
                    <a:pt x="31" y="2"/>
                  </a:cubicBezTo>
                  <a:cubicBezTo>
                    <a:pt x="32" y="5"/>
                    <a:pt x="30" y="7"/>
                    <a:pt x="28" y="8"/>
                  </a:cubicBezTo>
                  <a:cubicBezTo>
                    <a:pt x="23" y="10"/>
                    <a:pt x="18" y="13"/>
                    <a:pt x="13" y="15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4825">
              <a:extLst>
                <a:ext uri="{FF2B5EF4-FFF2-40B4-BE49-F238E27FC236}">
                  <a16:creationId xmlns:a16="http://schemas.microsoft.com/office/drawing/2014/main" id="{B715C73C-3C9A-45D4-868B-79089E421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181"/>
              <a:ext cx="22" cy="37"/>
            </a:xfrm>
            <a:custGeom>
              <a:avLst/>
              <a:gdLst>
                <a:gd name="T0" fmla="*/ 8 w 11"/>
                <a:gd name="T1" fmla="*/ 16 h 18"/>
                <a:gd name="T2" fmla="*/ 16 w 11"/>
                <a:gd name="T3" fmla="*/ 156 h 18"/>
                <a:gd name="T4" fmla="*/ 80 w 11"/>
                <a:gd name="T5" fmla="*/ 8 h 18"/>
                <a:gd name="T6" fmla="*/ 16 w 11"/>
                <a:gd name="T7" fmla="*/ 1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">
                  <a:moveTo>
                    <a:pt x="1" y="2"/>
                  </a:moveTo>
                  <a:cubicBezTo>
                    <a:pt x="0" y="5"/>
                    <a:pt x="0" y="16"/>
                    <a:pt x="2" y="18"/>
                  </a:cubicBezTo>
                  <a:cubicBezTo>
                    <a:pt x="5" y="17"/>
                    <a:pt x="11" y="4"/>
                    <a:pt x="10" y="1"/>
                  </a:cubicBezTo>
                  <a:cubicBezTo>
                    <a:pt x="7" y="0"/>
                    <a:pt x="4" y="2"/>
                    <a:pt x="2" y="2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4826">
              <a:extLst>
                <a:ext uri="{FF2B5EF4-FFF2-40B4-BE49-F238E27FC236}">
                  <a16:creationId xmlns:a16="http://schemas.microsoft.com/office/drawing/2014/main" id="{CF2E6BF2-77FF-4872-BA58-9DCDA7010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3212"/>
              <a:ext cx="36" cy="150"/>
            </a:xfrm>
            <a:custGeom>
              <a:avLst/>
              <a:gdLst>
                <a:gd name="T0" fmla="*/ 120 w 18"/>
                <a:gd name="T1" fmla="*/ 0 h 75"/>
                <a:gd name="T2" fmla="*/ 48 w 18"/>
                <a:gd name="T3" fmla="*/ 240 h 75"/>
                <a:gd name="T4" fmla="*/ 8 w 18"/>
                <a:gd name="T5" fmla="*/ 520 h 75"/>
                <a:gd name="T6" fmla="*/ 16 w 18"/>
                <a:gd name="T7" fmla="*/ 600 h 75"/>
                <a:gd name="T8" fmla="*/ 48 w 18"/>
                <a:gd name="T9" fmla="*/ 528 h 75"/>
                <a:gd name="T10" fmla="*/ 88 w 18"/>
                <a:gd name="T11" fmla="*/ 360 h 75"/>
                <a:gd name="T12" fmla="*/ 144 w 18"/>
                <a:gd name="T13" fmla="*/ 48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5">
                  <a:moveTo>
                    <a:pt x="15" y="0"/>
                  </a:moveTo>
                  <a:cubicBezTo>
                    <a:pt x="5" y="0"/>
                    <a:pt x="5" y="24"/>
                    <a:pt x="6" y="30"/>
                  </a:cubicBezTo>
                  <a:cubicBezTo>
                    <a:pt x="7" y="42"/>
                    <a:pt x="1" y="53"/>
                    <a:pt x="1" y="65"/>
                  </a:cubicBezTo>
                  <a:cubicBezTo>
                    <a:pt x="1" y="68"/>
                    <a:pt x="0" y="73"/>
                    <a:pt x="2" y="75"/>
                  </a:cubicBezTo>
                  <a:cubicBezTo>
                    <a:pt x="4" y="74"/>
                    <a:pt x="5" y="69"/>
                    <a:pt x="6" y="66"/>
                  </a:cubicBezTo>
                  <a:cubicBezTo>
                    <a:pt x="9" y="59"/>
                    <a:pt x="9" y="52"/>
                    <a:pt x="11" y="45"/>
                  </a:cubicBezTo>
                  <a:cubicBezTo>
                    <a:pt x="14" y="32"/>
                    <a:pt x="16" y="19"/>
                    <a:pt x="18" y="6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4827">
              <a:extLst>
                <a:ext uri="{FF2B5EF4-FFF2-40B4-BE49-F238E27FC236}">
                  <a16:creationId xmlns:a16="http://schemas.microsoft.com/office/drawing/2014/main" id="{7AA109B3-CF2B-4C93-81B8-397262E1C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380"/>
              <a:ext cx="22" cy="70"/>
            </a:xfrm>
            <a:custGeom>
              <a:avLst/>
              <a:gdLst>
                <a:gd name="T0" fmla="*/ 88 w 11"/>
                <a:gd name="T1" fmla="*/ 8 h 35"/>
                <a:gd name="T2" fmla="*/ 16 w 11"/>
                <a:gd name="T3" fmla="*/ 112 h 35"/>
                <a:gd name="T4" fmla="*/ 40 w 11"/>
                <a:gd name="T5" fmla="*/ 28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5">
                  <a:moveTo>
                    <a:pt x="11" y="1"/>
                  </a:moveTo>
                  <a:cubicBezTo>
                    <a:pt x="7" y="0"/>
                    <a:pt x="3" y="10"/>
                    <a:pt x="2" y="14"/>
                  </a:cubicBezTo>
                  <a:cubicBezTo>
                    <a:pt x="1" y="19"/>
                    <a:pt x="0" y="32"/>
                    <a:pt x="5" y="35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4828">
              <a:extLst>
                <a:ext uri="{FF2B5EF4-FFF2-40B4-BE49-F238E27FC236}">
                  <a16:creationId xmlns:a16="http://schemas.microsoft.com/office/drawing/2014/main" id="{A36D570E-E806-4C00-9BD9-78F85131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658"/>
              <a:ext cx="209" cy="56"/>
            </a:xfrm>
            <a:custGeom>
              <a:avLst/>
              <a:gdLst>
                <a:gd name="T0" fmla="*/ 0 w 104"/>
                <a:gd name="T1" fmla="*/ 0 h 28"/>
                <a:gd name="T2" fmla="*/ 72 w 104"/>
                <a:gd name="T3" fmla="*/ 0 h 28"/>
                <a:gd name="T4" fmla="*/ 129 w 104"/>
                <a:gd name="T5" fmla="*/ 8 h 28"/>
                <a:gd name="T6" fmla="*/ 251 w 104"/>
                <a:gd name="T7" fmla="*/ 48 h 28"/>
                <a:gd name="T8" fmla="*/ 388 w 104"/>
                <a:gd name="T9" fmla="*/ 48 h 28"/>
                <a:gd name="T10" fmla="*/ 520 w 104"/>
                <a:gd name="T11" fmla="*/ 64 h 28"/>
                <a:gd name="T12" fmla="*/ 683 w 104"/>
                <a:gd name="T13" fmla="*/ 56 h 28"/>
                <a:gd name="T14" fmla="*/ 844 w 104"/>
                <a:gd name="T15" fmla="*/ 136 h 28"/>
                <a:gd name="T16" fmla="*/ 780 w 104"/>
                <a:gd name="T17" fmla="*/ 136 h 28"/>
                <a:gd name="T18" fmla="*/ 609 w 104"/>
                <a:gd name="T19" fmla="*/ 160 h 28"/>
                <a:gd name="T20" fmla="*/ 129 w 104"/>
                <a:gd name="T21" fmla="*/ 20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28">
                  <a:moveTo>
                    <a:pt x="0" y="0"/>
                  </a:moveTo>
                  <a:cubicBezTo>
                    <a:pt x="3" y="1"/>
                    <a:pt x="6" y="0"/>
                    <a:pt x="9" y="0"/>
                  </a:cubicBezTo>
                  <a:cubicBezTo>
                    <a:pt x="11" y="0"/>
                    <a:pt x="14" y="1"/>
                    <a:pt x="16" y="1"/>
                  </a:cubicBezTo>
                  <a:cubicBezTo>
                    <a:pt x="21" y="3"/>
                    <a:pt x="26" y="6"/>
                    <a:pt x="31" y="6"/>
                  </a:cubicBezTo>
                  <a:cubicBezTo>
                    <a:pt x="37" y="7"/>
                    <a:pt x="43" y="5"/>
                    <a:pt x="48" y="6"/>
                  </a:cubicBezTo>
                  <a:cubicBezTo>
                    <a:pt x="54" y="6"/>
                    <a:pt x="59" y="8"/>
                    <a:pt x="64" y="8"/>
                  </a:cubicBezTo>
                  <a:cubicBezTo>
                    <a:pt x="71" y="8"/>
                    <a:pt x="77" y="6"/>
                    <a:pt x="84" y="7"/>
                  </a:cubicBezTo>
                  <a:cubicBezTo>
                    <a:pt x="92" y="7"/>
                    <a:pt x="100" y="8"/>
                    <a:pt x="104" y="17"/>
                  </a:cubicBezTo>
                  <a:cubicBezTo>
                    <a:pt x="101" y="18"/>
                    <a:pt x="98" y="17"/>
                    <a:pt x="96" y="17"/>
                  </a:cubicBezTo>
                  <a:cubicBezTo>
                    <a:pt x="89" y="17"/>
                    <a:pt x="82" y="19"/>
                    <a:pt x="75" y="20"/>
                  </a:cubicBezTo>
                  <a:cubicBezTo>
                    <a:pt x="55" y="24"/>
                    <a:pt x="36" y="28"/>
                    <a:pt x="16" y="25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4829">
              <a:extLst>
                <a:ext uri="{FF2B5EF4-FFF2-40B4-BE49-F238E27FC236}">
                  <a16:creationId xmlns:a16="http://schemas.microsoft.com/office/drawing/2014/main" id="{143B1215-B5EE-4C0C-8C5E-FF179464B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3370"/>
              <a:ext cx="224" cy="276"/>
            </a:xfrm>
            <a:custGeom>
              <a:avLst/>
              <a:gdLst>
                <a:gd name="T0" fmla="*/ 248 w 112"/>
                <a:gd name="T1" fmla="*/ 448 h 138"/>
                <a:gd name="T2" fmla="*/ 344 w 112"/>
                <a:gd name="T3" fmla="*/ 552 h 138"/>
                <a:gd name="T4" fmla="*/ 408 w 112"/>
                <a:gd name="T5" fmla="*/ 680 h 138"/>
                <a:gd name="T6" fmla="*/ 504 w 112"/>
                <a:gd name="T7" fmla="*/ 760 h 138"/>
                <a:gd name="T8" fmla="*/ 560 w 112"/>
                <a:gd name="T9" fmla="*/ 872 h 138"/>
                <a:gd name="T10" fmla="*/ 616 w 112"/>
                <a:gd name="T11" fmla="*/ 904 h 138"/>
                <a:gd name="T12" fmla="*/ 680 w 112"/>
                <a:gd name="T13" fmla="*/ 920 h 138"/>
                <a:gd name="T14" fmla="*/ 792 w 112"/>
                <a:gd name="T15" fmla="*/ 968 h 138"/>
                <a:gd name="T16" fmla="*/ 856 w 112"/>
                <a:gd name="T17" fmla="*/ 1064 h 138"/>
                <a:gd name="T18" fmla="*/ 664 w 112"/>
                <a:gd name="T19" fmla="*/ 1048 h 138"/>
                <a:gd name="T20" fmla="*/ 376 w 112"/>
                <a:gd name="T21" fmla="*/ 856 h 138"/>
                <a:gd name="T22" fmla="*/ 208 w 112"/>
                <a:gd name="T23" fmla="*/ 600 h 138"/>
                <a:gd name="T24" fmla="*/ 184 w 112"/>
                <a:gd name="T25" fmla="*/ 408 h 138"/>
                <a:gd name="T26" fmla="*/ 128 w 112"/>
                <a:gd name="T27" fmla="*/ 272 h 138"/>
                <a:gd name="T28" fmla="*/ 24 w 112"/>
                <a:gd name="T29" fmla="*/ 96 h 138"/>
                <a:gd name="T30" fmla="*/ 0 w 112"/>
                <a:gd name="T31" fmla="*/ 32 h 138"/>
                <a:gd name="T32" fmla="*/ 40 w 112"/>
                <a:gd name="T33" fmla="*/ 24 h 138"/>
                <a:gd name="T34" fmla="*/ 104 w 112"/>
                <a:gd name="T35" fmla="*/ 144 h 138"/>
                <a:gd name="T36" fmla="*/ 168 w 112"/>
                <a:gd name="T37" fmla="*/ 272 h 138"/>
                <a:gd name="T38" fmla="*/ 248 w 112"/>
                <a:gd name="T39" fmla="*/ 432 h 1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2" h="138">
                  <a:moveTo>
                    <a:pt x="31" y="56"/>
                  </a:moveTo>
                  <a:cubicBezTo>
                    <a:pt x="35" y="57"/>
                    <a:pt x="41" y="66"/>
                    <a:pt x="43" y="69"/>
                  </a:cubicBezTo>
                  <a:cubicBezTo>
                    <a:pt x="47" y="74"/>
                    <a:pt x="50" y="79"/>
                    <a:pt x="51" y="85"/>
                  </a:cubicBezTo>
                  <a:cubicBezTo>
                    <a:pt x="55" y="85"/>
                    <a:pt x="60" y="91"/>
                    <a:pt x="63" y="95"/>
                  </a:cubicBezTo>
                  <a:cubicBezTo>
                    <a:pt x="66" y="99"/>
                    <a:pt x="68" y="105"/>
                    <a:pt x="70" y="109"/>
                  </a:cubicBezTo>
                  <a:cubicBezTo>
                    <a:pt x="72" y="113"/>
                    <a:pt x="74" y="112"/>
                    <a:pt x="77" y="113"/>
                  </a:cubicBezTo>
                  <a:cubicBezTo>
                    <a:pt x="80" y="113"/>
                    <a:pt x="83" y="114"/>
                    <a:pt x="85" y="115"/>
                  </a:cubicBezTo>
                  <a:cubicBezTo>
                    <a:pt x="90" y="116"/>
                    <a:pt x="95" y="119"/>
                    <a:pt x="99" y="121"/>
                  </a:cubicBezTo>
                  <a:cubicBezTo>
                    <a:pt x="103" y="123"/>
                    <a:pt x="112" y="128"/>
                    <a:pt x="107" y="133"/>
                  </a:cubicBezTo>
                  <a:cubicBezTo>
                    <a:pt x="101" y="138"/>
                    <a:pt x="88" y="133"/>
                    <a:pt x="83" y="131"/>
                  </a:cubicBezTo>
                  <a:cubicBezTo>
                    <a:pt x="68" y="126"/>
                    <a:pt x="58" y="117"/>
                    <a:pt x="47" y="107"/>
                  </a:cubicBezTo>
                  <a:cubicBezTo>
                    <a:pt x="37" y="98"/>
                    <a:pt x="30" y="88"/>
                    <a:pt x="26" y="75"/>
                  </a:cubicBezTo>
                  <a:cubicBezTo>
                    <a:pt x="24" y="67"/>
                    <a:pt x="25" y="59"/>
                    <a:pt x="23" y="51"/>
                  </a:cubicBezTo>
                  <a:cubicBezTo>
                    <a:pt x="22" y="45"/>
                    <a:pt x="19" y="39"/>
                    <a:pt x="16" y="34"/>
                  </a:cubicBezTo>
                  <a:cubicBezTo>
                    <a:pt x="12" y="27"/>
                    <a:pt x="7" y="20"/>
                    <a:pt x="3" y="12"/>
                  </a:cubicBezTo>
                  <a:cubicBezTo>
                    <a:pt x="2" y="10"/>
                    <a:pt x="0" y="7"/>
                    <a:pt x="0" y="4"/>
                  </a:cubicBezTo>
                  <a:cubicBezTo>
                    <a:pt x="1" y="1"/>
                    <a:pt x="3" y="0"/>
                    <a:pt x="5" y="3"/>
                  </a:cubicBezTo>
                  <a:cubicBezTo>
                    <a:pt x="9" y="6"/>
                    <a:pt x="11" y="13"/>
                    <a:pt x="13" y="18"/>
                  </a:cubicBezTo>
                  <a:cubicBezTo>
                    <a:pt x="15" y="24"/>
                    <a:pt x="18" y="29"/>
                    <a:pt x="21" y="34"/>
                  </a:cubicBezTo>
                  <a:cubicBezTo>
                    <a:pt x="25" y="41"/>
                    <a:pt x="28" y="48"/>
                    <a:pt x="31" y="54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4830">
              <a:extLst>
                <a:ext uri="{FF2B5EF4-FFF2-40B4-BE49-F238E27FC236}">
                  <a16:creationId xmlns:a16="http://schemas.microsoft.com/office/drawing/2014/main" id="{FA2BEE2F-C303-4239-BCBF-36AE1D198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181"/>
              <a:ext cx="72" cy="201"/>
            </a:xfrm>
            <a:custGeom>
              <a:avLst/>
              <a:gdLst>
                <a:gd name="T0" fmla="*/ 128 w 36"/>
                <a:gd name="T1" fmla="*/ 0 h 100"/>
                <a:gd name="T2" fmla="*/ 136 w 36"/>
                <a:gd name="T3" fmla="*/ 72 h 100"/>
                <a:gd name="T4" fmla="*/ 144 w 36"/>
                <a:gd name="T5" fmla="*/ 145 h 100"/>
                <a:gd name="T6" fmla="*/ 160 w 36"/>
                <a:gd name="T7" fmla="*/ 283 h 100"/>
                <a:gd name="T8" fmla="*/ 224 w 36"/>
                <a:gd name="T9" fmla="*/ 561 h 100"/>
                <a:gd name="T10" fmla="*/ 240 w 36"/>
                <a:gd name="T11" fmla="*/ 691 h 100"/>
                <a:gd name="T12" fmla="*/ 240 w 36"/>
                <a:gd name="T13" fmla="*/ 796 h 100"/>
                <a:gd name="T14" fmla="*/ 184 w 36"/>
                <a:gd name="T15" fmla="*/ 748 h 100"/>
                <a:gd name="T16" fmla="*/ 88 w 36"/>
                <a:gd name="T17" fmla="*/ 553 h 100"/>
                <a:gd name="T18" fmla="*/ 8 w 36"/>
                <a:gd name="T19" fmla="*/ 193 h 100"/>
                <a:gd name="T20" fmla="*/ 72 w 36"/>
                <a:gd name="T21" fmla="*/ 8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100">
                  <a:moveTo>
                    <a:pt x="16" y="0"/>
                  </a:moveTo>
                  <a:cubicBezTo>
                    <a:pt x="17" y="1"/>
                    <a:pt x="16" y="6"/>
                    <a:pt x="17" y="9"/>
                  </a:cubicBezTo>
                  <a:cubicBezTo>
                    <a:pt x="17" y="12"/>
                    <a:pt x="17" y="15"/>
                    <a:pt x="18" y="18"/>
                  </a:cubicBezTo>
                  <a:cubicBezTo>
                    <a:pt x="18" y="23"/>
                    <a:pt x="19" y="29"/>
                    <a:pt x="20" y="35"/>
                  </a:cubicBezTo>
                  <a:cubicBezTo>
                    <a:pt x="22" y="46"/>
                    <a:pt x="24" y="58"/>
                    <a:pt x="28" y="69"/>
                  </a:cubicBezTo>
                  <a:cubicBezTo>
                    <a:pt x="29" y="74"/>
                    <a:pt x="29" y="80"/>
                    <a:pt x="30" y="85"/>
                  </a:cubicBezTo>
                  <a:cubicBezTo>
                    <a:pt x="31" y="88"/>
                    <a:pt x="36" y="100"/>
                    <a:pt x="30" y="98"/>
                  </a:cubicBezTo>
                  <a:cubicBezTo>
                    <a:pt x="27" y="97"/>
                    <a:pt x="25" y="94"/>
                    <a:pt x="23" y="92"/>
                  </a:cubicBezTo>
                  <a:cubicBezTo>
                    <a:pt x="18" y="85"/>
                    <a:pt x="15" y="77"/>
                    <a:pt x="11" y="68"/>
                  </a:cubicBezTo>
                  <a:cubicBezTo>
                    <a:pt x="6" y="54"/>
                    <a:pt x="0" y="40"/>
                    <a:pt x="1" y="24"/>
                  </a:cubicBezTo>
                  <a:cubicBezTo>
                    <a:pt x="2" y="21"/>
                    <a:pt x="5" y="0"/>
                    <a:pt x="9" y="1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4831">
              <a:extLst>
                <a:ext uri="{FF2B5EF4-FFF2-40B4-BE49-F238E27FC236}">
                  <a16:creationId xmlns:a16="http://schemas.microsoft.com/office/drawing/2014/main" id="{4A354882-575A-4738-8531-3EC52F55A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897"/>
              <a:ext cx="80" cy="202"/>
            </a:xfrm>
            <a:custGeom>
              <a:avLst/>
              <a:gdLst>
                <a:gd name="T0" fmla="*/ 40 w 40"/>
                <a:gd name="T1" fmla="*/ 0 h 101"/>
                <a:gd name="T2" fmla="*/ 48 w 40"/>
                <a:gd name="T3" fmla="*/ 0 h 101"/>
                <a:gd name="T4" fmla="*/ 72 w 40"/>
                <a:gd name="T5" fmla="*/ 72 h 101"/>
                <a:gd name="T6" fmla="*/ 96 w 40"/>
                <a:gd name="T7" fmla="*/ 144 h 101"/>
                <a:gd name="T8" fmla="*/ 160 w 40"/>
                <a:gd name="T9" fmla="*/ 264 h 101"/>
                <a:gd name="T10" fmla="*/ 208 w 40"/>
                <a:gd name="T11" fmla="*/ 384 h 101"/>
                <a:gd name="T12" fmla="*/ 240 w 40"/>
                <a:gd name="T13" fmla="*/ 504 h 101"/>
                <a:gd name="T14" fmla="*/ 248 w 40"/>
                <a:gd name="T15" fmla="*/ 592 h 101"/>
                <a:gd name="T16" fmla="*/ 288 w 40"/>
                <a:gd name="T17" fmla="*/ 656 h 101"/>
                <a:gd name="T18" fmla="*/ 320 w 40"/>
                <a:gd name="T19" fmla="*/ 808 h 101"/>
                <a:gd name="T20" fmla="*/ 40 w 40"/>
                <a:gd name="T21" fmla="*/ 368 h 101"/>
                <a:gd name="T22" fmla="*/ 8 w 40"/>
                <a:gd name="T23" fmla="*/ 160 h 101"/>
                <a:gd name="T24" fmla="*/ 8 w 40"/>
                <a:gd name="T25" fmla="*/ 64 h 101"/>
                <a:gd name="T26" fmla="*/ 16 w 40"/>
                <a:gd name="T27" fmla="*/ 0 h 101"/>
                <a:gd name="T28" fmla="*/ 8 w 40"/>
                <a:gd name="T29" fmla="*/ 0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101">
                  <a:moveTo>
                    <a:pt x="5" y="0"/>
                  </a:moveTo>
                  <a:cubicBezTo>
                    <a:pt x="5" y="0"/>
                    <a:pt x="5" y="0"/>
                    <a:pt x="6" y="0"/>
                  </a:cubicBezTo>
                  <a:cubicBezTo>
                    <a:pt x="6" y="3"/>
                    <a:pt x="8" y="6"/>
                    <a:pt x="9" y="9"/>
                  </a:cubicBezTo>
                  <a:cubicBezTo>
                    <a:pt x="10" y="12"/>
                    <a:pt x="11" y="15"/>
                    <a:pt x="12" y="18"/>
                  </a:cubicBezTo>
                  <a:cubicBezTo>
                    <a:pt x="13" y="23"/>
                    <a:pt x="18" y="28"/>
                    <a:pt x="20" y="33"/>
                  </a:cubicBezTo>
                  <a:cubicBezTo>
                    <a:pt x="23" y="38"/>
                    <a:pt x="25" y="43"/>
                    <a:pt x="26" y="48"/>
                  </a:cubicBezTo>
                  <a:cubicBezTo>
                    <a:pt x="27" y="53"/>
                    <a:pt x="29" y="58"/>
                    <a:pt x="30" y="63"/>
                  </a:cubicBezTo>
                  <a:cubicBezTo>
                    <a:pt x="31" y="67"/>
                    <a:pt x="31" y="70"/>
                    <a:pt x="31" y="74"/>
                  </a:cubicBezTo>
                  <a:cubicBezTo>
                    <a:pt x="32" y="77"/>
                    <a:pt x="35" y="78"/>
                    <a:pt x="36" y="82"/>
                  </a:cubicBezTo>
                  <a:cubicBezTo>
                    <a:pt x="40" y="88"/>
                    <a:pt x="40" y="94"/>
                    <a:pt x="40" y="101"/>
                  </a:cubicBezTo>
                  <a:cubicBezTo>
                    <a:pt x="26" y="85"/>
                    <a:pt x="10" y="68"/>
                    <a:pt x="5" y="46"/>
                  </a:cubicBezTo>
                  <a:cubicBezTo>
                    <a:pt x="3" y="37"/>
                    <a:pt x="1" y="29"/>
                    <a:pt x="1" y="20"/>
                  </a:cubicBezTo>
                  <a:cubicBezTo>
                    <a:pt x="1" y="16"/>
                    <a:pt x="0" y="12"/>
                    <a:pt x="1" y="8"/>
                  </a:cubicBezTo>
                  <a:cubicBezTo>
                    <a:pt x="1" y="6"/>
                    <a:pt x="3" y="3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4832">
              <a:extLst>
                <a:ext uri="{FF2B5EF4-FFF2-40B4-BE49-F238E27FC236}">
                  <a16:creationId xmlns:a16="http://schemas.microsoft.com/office/drawing/2014/main" id="{84E2BEA8-524B-4AB6-93C0-D89EDD798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537"/>
              <a:ext cx="108" cy="338"/>
            </a:xfrm>
            <a:custGeom>
              <a:avLst/>
              <a:gdLst>
                <a:gd name="T0" fmla="*/ 48 w 54"/>
                <a:gd name="T1" fmla="*/ 8 h 169"/>
                <a:gd name="T2" fmla="*/ 96 w 54"/>
                <a:gd name="T3" fmla="*/ 144 h 169"/>
                <a:gd name="T4" fmla="*/ 120 w 54"/>
                <a:gd name="T5" fmla="*/ 272 h 169"/>
                <a:gd name="T6" fmla="*/ 208 w 54"/>
                <a:gd name="T7" fmla="*/ 528 h 169"/>
                <a:gd name="T8" fmla="*/ 272 w 54"/>
                <a:gd name="T9" fmla="*/ 776 h 169"/>
                <a:gd name="T10" fmla="*/ 344 w 54"/>
                <a:gd name="T11" fmla="*/ 1032 h 169"/>
                <a:gd name="T12" fmla="*/ 416 w 54"/>
                <a:gd name="T13" fmla="*/ 1144 h 169"/>
                <a:gd name="T14" fmla="*/ 424 w 54"/>
                <a:gd name="T15" fmla="*/ 1288 h 169"/>
                <a:gd name="T16" fmla="*/ 400 w 54"/>
                <a:gd name="T17" fmla="*/ 1344 h 169"/>
                <a:gd name="T18" fmla="*/ 360 w 54"/>
                <a:gd name="T19" fmla="*/ 1288 h 169"/>
                <a:gd name="T20" fmla="*/ 288 w 54"/>
                <a:gd name="T21" fmla="*/ 1144 h 169"/>
                <a:gd name="T22" fmla="*/ 88 w 54"/>
                <a:gd name="T23" fmla="*/ 608 h 169"/>
                <a:gd name="T24" fmla="*/ 32 w 54"/>
                <a:gd name="T25" fmla="*/ 208 h 169"/>
                <a:gd name="T26" fmla="*/ 8 w 54"/>
                <a:gd name="T27" fmla="*/ 88 h 169"/>
                <a:gd name="T28" fmla="*/ 8 w 54"/>
                <a:gd name="T29" fmla="*/ 0 h 1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" h="169">
                  <a:moveTo>
                    <a:pt x="6" y="1"/>
                  </a:moveTo>
                  <a:cubicBezTo>
                    <a:pt x="8" y="7"/>
                    <a:pt x="10" y="12"/>
                    <a:pt x="12" y="18"/>
                  </a:cubicBezTo>
                  <a:cubicBezTo>
                    <a:pt x="13" y="23"/>
                    <a:pt x="13" y="29"/>
                    <a:pt x="15" y="34"/>
                  </a:cubicBezTo>
                  <a:cubicBezTo>
                    <a:pt x="17" y="45"/>
                    <a:pt x="23" y="55"/>
                    <a:pt x="26" y="66"/>
                  </a:cubicBezTo>
                  <a:cubicBezTo>
                    <a:pt x="29" y="76"/>
                    <a:pt x="30" y="87"/>
                    <a:pt x="34" y="97"/>
                  </a:cubicBezTo>
                  <a:cubicBezTo>
                    <a:pt x="39" y="107"/>
                    <a:pt x="40" y="119"/>
                    <a:pt x="43" y="129"/>
                  </a:cubicBezTo>
                  <a:cubicBezTo>
                    <a:pt x="47" y="129"/>
                    <a:pt x="51" y="140"/>
                    <a:pt x="52" y="143"/>
                  </a:cubicBezTo>
                  <a:cubicBezTo>
                    <a:pt x="54" y="149"/>
                    <a:pt x="53" y="155"/>
                    <a:pt x="53" y="161"/>
                  </a:cubicBezTo>
                  <a:cubicBezTo>
                    <a:pt x="53" y="164"/>
                    <a:pt x="54" y="169"/>
                    <a:pt x="50" y="168"/>
                  </a:cubicBezTo>
                  <a:cubicBezTo>
                    <a:pt x="48" y="167"/>
                    <a:pt x="46" y="163"/>
                    <a:pt x="45" y="161"/>
                  </a:cubicBezTo>
                  <a:cubicBezTo>
                    <a:pt x="42" y="155"/>
                    <a:pt x="39" y="149"/>
                    <a:pt x="36" y="143"/>
                  </a:cubicBezTo>
                  <a:cubicBezTo>
                    <a:pt x="26" y="121"/>
                    <a:pt x="14" y="100"/>
                    <a:pt x="11" y="76"/>
                  </a:cubicBezTo>
                  <a:cubicBezTo>
                    <a:pt x="8" y="60"/>
                    <a:pt x="8" y="42"/>
                    <a:pt x="4" y="26"/>
                  </a:cubicBezTo>
                  <a:cubicBezTo>
                    <a:pt x="3" y="21"/>
                    <a:pt x="2" y="16"/>
                    <a:pt x="1" y="11"/>
                  </a:cubicBezTo>
                  <a:cubicBezTo>
                    <a:pt x="0" y="8"/>
                    <a:pt x="2" y="2"/>
                    <a:pt x="1" y="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4833">
              <a:extLst>
                <a:ext uri="{FF2B5EF4-FFF2-40B4-BE49-F238E27FC236}">
                  <a16:creationId xmlns:a16="http://schemas.microsoft.com/office/drawing/2014/main" id="{AB6201A6-DA5E-4C2A-B406-7139A262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343"/>
              <a:ext cx="56" cy="162"/>
            </a:xfrm>
            <a:custGeom>
              <a:avLst/>
              <a:gdLst>
                <a:gd name="T0" fmla="*/ 64 w 28"/>
                <a:gd name="T1" fmla="*/ 0 h 81"/>
                <a:gd name="T2" fmla="*/ 120 w 28"/>
                <a:gd name="T3" fmla="*/ 152 h 81"/>
                <a:gd name="T4" fmla="*/ 152 w 28"/>
                <a:gd name="T5" fmla="*/ 296 h 81"/>
                <a:gd name="T6" fmla="*/ 216 w 28"/>
                <a:gd name="T7" fmla="*/ 544 h 81"/>
                <a:gd name="T8" fmla="*/ 216 w 28"/>
                <a:gd name="T9" fmla="*/ 640 h 81"/>
                <a:gd name="T10" fmla="*/ 120 w 28"/>
                <a:gd name="T11" fmla="*/ 512 h 81"/>
                <a:gd name="T12" fmla="*/ 32 w 28"/>
                <a:gd name="T13" fmla="*/ 288 h 81"/>
                <a:gd name="T14" fmla="*/ 0 w 28"/>
                <a:gd name="T15" fmla="*/ 72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81">
                  <a:moveTo>
                    <a:pt x="8" y="0"/>
                  </a:moveTo>
                  <a:cubicBezTo>
                    <a:pt x="10" y="7"/>
                    <a:pt x="13" y="13"/>
                    <a:pt x="15" y="19"/>
                  </a:cubicBezTo>
                  <a:cubicBezTo>
                    <a:pt x="17" y="25"/>
                    <a:pt x="17" y="32"/>
                    <a:pt x="19" y="37"/>
                  </a:cubicBezTo>
                  <a:cubicBezTo>
                    <a:pt x="22" y="47"/>
                    <a:pt x="26" y="57"/>
                    <a:pt x="27" y="68"/>
                  </a:cubicBezTo>
                  <a:cubicBezTo>
                    <a:pt x="28" y="72"/>
                    <a:pt x="27" y="76"/>
                    <a:pt x="27" y="80"/>
                  </a:cubicBezTo>
                  <a:cubicBezTo>
                    <a:pt x="22" y="81"/>
                    <a:pt x="16" y="67"/>
                    <a:pt x="15" y="64"/>
                  </a:cubicBezTo>
                  <a:cubicBezTo>
                    <a:pt x="10" y="55"/>
                    <a:pt x="6" y="46"/>
                    <a:pt x="4" y="36"/>
                  </a:cubicBezTo>
                  <a:cubicBezTo>
                    <a:pt x="1" y="28"/>
                    <a:pt x="2" y="18"/>
                    <a:pt x="0" y="9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4834">
              <a:extLst>
                <a:ext uri="{FF2B5EF4-FFF2-40B4-BE49-F238E27FC236}">
                  <a16:creationId xmlns:a16="http://schemas.microsoft.com/office/drawing/2014/main" id="{31221978-725F-4FFB-8172-8D4B7F514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315"/>
              <a:ext cx="103" cy="148"/>
            </a:xfrm>
            <a:custGeom>
              <a:avLst/>
              <a:gdLst>
                <a:gd name="T0" fmla="*/ 0 w 51"/>
                <a:gd name="T1" fmla="*/ 0 h 74"/>
                <a:gd name="T2" fmla="*/ 57 w 51"/>
                <a:gd name="T3" fmla="*/ 144 h 74"/>
                <a:gd name="T4" fmla="*/ 123 w 51"/>
                <a:gd name="T5" fmla="*/ 256 h 74"/>
                <a:gd name="T6" fmla="*/ 188 w 51"/>
                <a:gd name="T7" fmla="*/ 392 h 74"/>
                <a:gd name="T8" fmla="*/ 323 w 51"/>
                <a:gd name="T9" fmla="*/ 560 h 74"/>
                <a:gd name="T10" fmla="*/ 364 w 51"/>
                <a:gd name="T11" fmla="*/ 352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4">
                  <a:moveTo>
                    <a:pt x="0" y="0"/>
                  </a:moveTo>
                  <a:cubicBezTo>
                    <a:pt x="0" y="6"/>
                    <a:pt x="4" y="14"/>
                    <a:pt x="7" y="18"/>
                  </a:cubicBezTo>
                  <a:cubicBezTo>
                    <a:pt x="10" y="23"/>
                    <a:pt x="13" y="27"/>
                    <a:pt x="15" y="32"/>
                  </a:cubicBezTo>
                  <a:cubicBezTo>
                    <a:pt x="17" y="38"/>
                    <a:pt x="20" y="43"/>
                    <a:pt x="23" y="49"/>
                  </a:cubicBezTo>
                  <a:cubicBezTo>
                    <a:pt x="26" y="55"/>
                    <a:pt x="32" y="67"/>
                    <a:pt x="39" y="70"/>
                  </a:cubicBezTo>
                  <a:cubicBezTo>
                    <a:pt x="51" y="74"/>
                    <a:pt x="45" y="48"/>
                    <a:pt x="44" y="44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4835">
              <a:extLst>
                <a:ext uri="{FF2B5EF4-FFF2-40B4-BE49-F238E27FC236}">
                  <a16:creationId xmlns:a16="http://schemas.microsoft.com/office/drawing/2014/main" id="{8EC6A07B-DAD7-4AB5-B67A-5374416D1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591"/>
              <a:ext cx="106" cy="180"/>
            </a:xfrm>
            <a:custGeom>
              <a:avLst/>
              <a:gdLst>
                <a:gd name="T0" fmla="*/ 0 w 53"/>
                <a:gd name="T1" fmla="*/ 0 h 90"/>
                <a:gd name="T2" fmla="*/ 104 w 53"/>
                <a:gd name="T3" fmla="*/ 240 h 90"/>
                <a:gd name="T4" fmla="*/ 168 w 53"/>
                <a:gd name="T5" fmla="*/ 344 h 90"/>
                <a:gd name="T6" fmla="*/ 232 w 53"/>
                <a:gd name="T7" fmla="*/ 480 h 90"/>
                <a:gd name="T8" fmla="*/ 280 w 53"/>
                <a:gd name="T9" fmla="*/ 544 h 90"/>
                <a:gd name="T10" fmla="*/ 296 w 53"/>
                <a:gd name="T11" fmla="*/ 592 h 90"/>
                <a:gd name="T12" fmla="*/ 328 w 53"/>
                <a:gd name="T13" fmla="*/ 632 h 90"/>
                <a:gd name="T14" fmla="*/ 408 w 53"/>
                <a:gd name="T15" fmla="*/ 680 h 90"/>
                <a:gd name="T16" fmla="*/ 416 w 53"/>
                <a:gd name="T17" fmla="*/ 608 h 90"/>
                <a:gd name="T18" fmla="*/ 376 w 53"/>
                <a:gd name="T19" fmla="*/ 456 h 90"/>
                <a:gd name="T20" fmla="*/ 240 w 53"/>
                <a:gd name="T21" fmla="*/ 168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90">
                  <a:moveTo>
                    <a:pt x="0" y="0"/>
                  </a:moveTo>
                  <a:cubicBezTo>
                    <a:pt x="0" y="11"/>
                    <a:pt x="8" y="21"/>
                    <a:pt x="13" y="30"/>
                  </a:cubicBezTo>
                  <a:cubicBezTo>
                    <a:pt x="15" y="35"/>
                    <a:pt x="18" y="39"/>
                    <a:pt x="21" y="43"/>
                  </a:cubicBezTo>
                  <a:cubicBezTo>
                    <a:pt x="24" y="49"/>
                    <a:pt x="26" y="54"/>
                    <a:pt x="29" y="60"/>
                  </a:cubicBezTo>
                  <a:cubicBezTo>
                    <a:pt x="30" y="63"/>
                    <a:pt x="33" y="65"/>
                    <a:pt x="35" y="68"/>
                  </a:cubicBezTo>
                  <a:cubicBezTo>
                    <a:pt x="36" y="70"/>
                    <a:pt x="36" y="72"/>
                    <a:pt x="37" y="74"/>
                  </a:cubicBezTo>
                  <a:cubicBezTo>
                    <a:pt x="38" y="76"/>
                    <a:pt x="40" y="78"/>
                    <a:pt x="41" y="79"/>
                  </a:cubicBezTo>
                  <a:cubicBezTo>
                    <a:pt x="43" y="82"/>
                    <a:pt x="49" y="90"/>
                    <a:pt x="51" y="85"/>
                  </a:cubicBezTo>
                  <a:cubicBezTo>
                    <a:pt x="53" y="83"/>
                    <a:pt x="52" y="78"/>
                    <a:pt x="52" y="76"/>
                  </a:cubicBezTo>
                  <a:cubicBezTo>
                    <a:pt x="51" y="70"/>
                    <a:pt x="49" y="63"/>
                    <a:pt x="47" y="57"/>
                  </a:cubicBezTo>
                  <a:cubicBezTo>
                    <a:pt x="43" y="44"/>
                    <a:pt x="34" y="33"/>
                    <a:pt x="30" y="21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4836">
              <a:extLst>
                <a:ext uri="{FF2B5EF4-FFF2-40B4-BE49-F238E27FC236}">
                  <a16:creationId xmlns:a16="http://schemas.microsoft.com/office/drawing/2014/main" id="{8F556913-33CA-4ED0-A638-6CD6F40AC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761"/>
              <a:ext cx="88" cy="156"/>
            </a:xfrm>
            <a:custGeom>
              <a:avLst/>
              <a:gdLst>
                <a:gd name="T0" fmla="*/ 0 w 44"/>
                <a:gd name="T1" fmla="*/ 8 h 78"/>
                <a:gd name="T2" fmla="*/ 0 w 44"/>
                <a:gd name="T3" fmla="*/ 0 h 78"/>
                <a:gd name="T4" fmla="*/ 48 w 44"/>
                <a:gd name="T5" fmla="*/ 136 h 78"/>
                <a:gd name="T6" fmla="*/ 112 w 44"/>
                <a:gd name="T7" fmla="*/ 256 h 78"/>
                <a:gd name="T8" fmla="*/ 272 w 44"/>
                <a:gd name="T9" fmla="*/ 520 h 78"/>
                <a:gd name="T10" fmla="*/ 352 w 44"/>
                <a:gd name="T11" fmla="*/ 544 h 78"/>
                <a:gd name="T12" fmla="*/ 280 w 44"/>
                <a:gd name="T13" fmla="*/ 288 h 78"/>
                <a:gd name="T14" fmla="*/ 152 w 44"/>
                <a:gd name="T15" fmla="*/ 64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78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6"/>
                    <a:pt x="3" y="12"/>
                    <a:pt x="6" y="17"/>
                  </a:cubicBezTo>
                  <a:cubicBezTo>
                    <a:pt x="10" y="21"/>
                    <a:pt x="11" y="27"/>
                    <a:pt x="14" y="32"/>
                  </a:cubicBezTo>
                  <a:cubicBezTo>
                    <a:pt x="19" y="44"/>
                    <a:pt x="27" y="54"/>
                    <a:pt x="34" y="65"/>
                  </a:cubicBezTo>
                  <a:cubicBezTo>
                    <a:pt x="36" y="69"/>
                    <a:pt x="43" y="78"/>
                    <a:pt x="44" y="68"/>
                  </a:cubicBezTo>
                  <a:cubicBezTo>
                    <a:pt x="44" y="58"/>
                    <a:pt x="39" y="46"/>
                    <a:pt x="35" y="36"/>
                  </a:cubicBezTo>
                  <a:cubicBezTo>
                    <a:pt x="30" y="26"/>
                    <a:pt x="24" y="17"/>
                    <a:pt x="19" y="8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4837">
              <a:extLst>
                <a:ext uri="{FF2B5EF4-FFF2-40B4-BE49-F238E27FC236}">
                  <a16:creationId xmlns:a16="http://schemas.microsoft.com/office/drawing/2014/main" id="{6FF705B3-4156-4B68-86BA-5AB3BC5C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921"/>
              <a:ext cx="50" cy="70"/>
            </a:xfrm>
            <a:custGeom>
              <a:avLst/>
              <a:gdLst>
                <a:gd name="T0" fmla="*/ 0 w 25"/>
                <a:gd name="T1" fmla="*/ 0 h 35"/>
                <a:gd name="T2" fmla="*/ 56 w 25"/>
                <a:gd name="T3" fmla="*/ 144 h 35"/>
                <a:gd name="T4" fmla="*/ 104 w 25"/>
                <a:gd name="T5" fmla="*/ 224 h 35"/>
                <a:gd name="T6" fmla="*/ 200 w 25"/>
                <a:gd name="T7" fmla="*/ 2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2" y="6"/>
                    <a:pt x="4" y="12"/>
                    <a:pt x="7" y="18"/>
                  </a:cubicBezTo>
                  <a:cubicBezTo>
                    <a:pt x="8" y="23"/>
                    <a:pt x="9" y="25"/>
                    <a:pt x="13" y="28"/>
                  </a:cubicBezTo>
                  <a:cubicBezTo>
                    <a:pt x="16" y="29"/>
                    <a:pt x="23" y="35"/>
                    <a:pt x="25" y="31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4838">
              <a:extLst>
                <a:ext uri="{FF2B5EF4-FFF2-40B4-BE49-F238E27FC236}">
                  <a16:creationId xmlns:a16="http://schemas.microsoft.com/office/drawing/2014/main" id="{D2D9B1D5-3BF7-412D-BCA5-2C6FF71F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083"/>
              <a:ext cx="82" cy="100"/>
            </a:xfrm>
            <a:custGeom>
              <a:avLst/>
              <a:gdLst>
                <a:gd name="T0" fmla="*/ 8 w 41"/>
                <a:gd name="T1" fmla="*/ 0 h 50"/>
                <a:gd name="T2" fmla="*/ 72 w 41"/>
                <a:gd name="T3" fmla="*/ 160 h 50"/>
                <a:gd name="T4" fmla="*/ 144 w 41"/>
                <a:gd name="T5" fmla="*/ 256 h 50"/>
                <a:gd name="T6" fmla="*/ 192 w 41"/>
                <a:gd name="T7" fmla="*/ 384 h 50"/>
                <a:gd name="T8" fmla="*/ 240 w 41"/>
                <a:gd name="T9" fmla="*/ 392 h 50"/>
                <a:gd name="T10" fmla="*/ 312 w 41"/>
                <a:gd name="T11" fmla="*/ 384 h 50"/>
                <a:gd name="T12" fmla="*/ 288 w 41"/>
                <a:gd name="T13" fmla="*/ 24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0">
                  <a:moveTo>
                    <a:pt x="1" y="0"/>
                  </a:moveTo>
                  <a:cubicBezTo>
                    <a:pt x="0" y="6"/>
                    <a:pt x="5" y="15"/>
                    <a:pt x="9" y="20"/>
                  </a:cubicBezTo>
                  <a:cubicBezTo>
                    <a:pt x="12" y="24"/>
                    <a:pt x="16" y="27"/>
                    <a:pt x="18" y="32"/>
                  </a:cubicBezTo>
                  <a:cubicBezTo>
                    <a:pt x="19" y="37"/>
                    <a:pt x="20" y="44"/>
                    <a:pt x="24" y="48"/>
                  </a:cubicBezTo>
                  <a:cubicBezTo>
                    <a:pt x="26" y="50"/>
                    <a:pt x="27" y="50"/>
                    <a:pt x="30" y="49"/>
                  </a:cubicBezTo>
                  <a:cubicBezTo>
                    <a:pt x="32" y="49"/>
                    <a:pt x="38" y="49"/>
                    <a:pt x="39" y="48"/>
                  </a:cubicBezTo>
                  <a:cubicBezTo>
                    <a:pt x="41" y="46"/>
                    <a:pt x="37" y="33"/>
                    <a:pt x="36" y="3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4839">
              <a:extLst>
                <a:ext uri="{FF2B5EF4-FFF2-40B4-BE49-F238E27FC236}">
                  <a16:creationId xmlns:a16="http://schemas.microsoft.com/office/drawing/2014/main" id="{5DCD2F79-BE3A-4D29-962E-22B825E4D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071"/>
              <a:ext cx="20" cy="58"/>
            </a:xfrm>
            <a:custGeom>
              <a:avLst/>
              <a:gdLst>
                <a:gd name="T0" fmla="*/ 0 w 10"/>
                <a:gd name="T1" fmla="*/ 0 h 29"/>
                <a:gd name="T2" fmla="*/ 72 w 10"/>
                <a:gd name="T3" fmla="*/ 88 h 29"/>
                <a:gd name="T4" fmla="*/ 48 w 10"/>
                <a:gd name="T5" fmla="*/ 23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2" y="0"/>
                    <a:pt x="9" y="8"/>
                    <a:pt x="9" y="11"/>
                  </a:cubicBezTo>
                  <a:cubicBezTo>
                    <a:pt x="10" y="16"/>
                    <a:pt x="3" y="23"/>
                    <a:pt x="6" y="29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4840">
              <a:extLst>
                <a:ext uri="{FF2B5EF4-FFF2-40B4-BE49-F238E27FC236}">
                  <a16:creationId xmlns:a16="http://schemas.microsoft.com/office/drawing/2014/main" id="{A109D1A5-9C36-40DB-B37A-61D4EEFBC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679"/>
              <a:ext cx="112" cy="408"/>
            </a:xfrm>
            <a:custGeom>
              <a:avLst/>
              <a:gdLst>
                <a:gd name="T0" fmla="*/ 0 w 56"/>
                <a:gd name="T1" fmla="*/ 0 h 204"/>
                <a:gd name="T2" fmla="*/ 72 w 56"/>
                <a:gd name="T3" fmla="*/ 192 h 204"/>
                <a:gd name="T4" fmla="*/ 128 w 56"/>
                <a:gd name="T5" fmla="*/ 368 h 204"/>
                <a:gd name="T6" fmla="*/ 176 w 56"/>
                <a:gd name="T7" fmla="*/ 552 h 204"/>
                <a:gd name="T8" fmla="*/ 232 w 56"/>
                <a:gd name="T9" fmla="*/ 736 h 204"/>
                <a:gd name="T10" fmla="*/ 280 w 56"/>
                <a:gd name="T11" fmla="*/ 920 h 204"/>
                <a:gd name="T12" fmla="*/ 336 w 56"/>
                <a:gd name="T13" fmla="*/ 1096 h 204"/>
                <a:gd name="T14" fmla="*/ 416 w 56"/>
                <a:gd name="T15" fmla="*/ 1264 h 204"/>
                <a:gd name="T16" fmla="*/ 416 w 56"/>
                <a:gd name="T17" fmla="*/ 1360 h 204"/>
                <a:gd name="T18" fmla="*/ 432 w 56"/>
                <a:gd name="T19" fmla="*/ 1536 h 204"/>
                <a:gd name="T20" fmla="*/ 448 w 56"/>
                <a:gd name="T21" fmla="*/ 1632 h 2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04">
                  <a:moveTo>
                    <a:pt x="0" y="0"/>
                  </a:moveTo>
                  <a:cubicBezTo>
                    <a:pt x="8" y="6"/>
                    <a:pt x="7" y="16"/>
                    <a:pt x="9" y="24"/>
                  </a:cubicBezTo>
                  <a:cubicBezTo>
                    <a:pt x="10" y="31"/>
                    <a:pt x="13" y="39"/>
                    <a:pt x="16" y="46"/>
                  </a:cubicBezTo>
                  <a:cubicBezTo>
                    <a:pt x="20" y="53"/>
                    <a:pt x="20" y="61"/>
                    <a:pt x="22" y="69"/>
                  </a:cubicBezTo>
                  <a:cubicBezTo>
                    <a:pt x="24" y="77"/>
                    <a:pt x="27" y="84"/>
                    <a:pt x="29" y="92"/>
                  </a:cubicBezTo>
                  <a:cubicBezTo>
                    <a:pt x="31" y="99"/>
                    <a:pt x="31" y="107"/>
                    <a:pt x="35" y="115"/>
                  </a:cubicBezTo>
                  <a:cubicBezTo>
                    <a:pt x="39" y="122"/>
                    <a:pt x="38" y="130"/>
                    <a:pt x="42" y="137"/>
                  </a:cubicBezTo>
                  <a:cubicBezTo>
                    <a:pt x="45" y="144"/>
                    <a:pt x="49" y="151"/>
                    <a:pt x="52" y="158"/>
                  </a:cubicBezTo>
                  <a:cubicBezTo>
                    <a:pt x="54" y="163"/>
                    <a:pt x="52" y="165"/>
                    <a:pt x="52" y="170"/>
                  </a:cubicBezTo>
                  <a:cubicBezTo>
                    <a:pt x="52" y="177"/>
                    <a:pt x="54" y="185"/>
                    <a:pt x="54" y="192"/>
                  </a:cubicBezTo>
                  <a:cubicBezTo>
                    <a:pt x="55" y="196"/>
                    <a:pt x="56" y="200"/>
                    <a:pt x="56" y="204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4841">
              <a:extLst>
                <a:ext uri="{FF2B5EF4-FFF2-40B4-BE49-F238E27FC236}">
                  <a16:creationId xmlns:a16="http://schemas.microsoft.com/office/drawing/2014/main" id="{43598569-1ADC-48D4-9398-E0389D7D7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467"/>
              <a:ext cx="50" cy="242"/>
            </a:xfrm>
            <a:custGeom>
              <a:avLst/>
              <a:gdLst>
                <a:gd name="T0" fmla="*/ 0 w 25"/>
                <a:gd name="T1" fmla="*/ 0 h 121"/>
                <a:gd name="T2" fmla="*/ 48 w 25"/>
                <a:gd name="T3" fmla="*/ 88 h 121"/>
                <a:gd name="T4" fmla="*/ 80 w 25"/>
                <a:gd name="T5" fmla="*/ 176 h 121"/>
                <a:gd name="T6" fmla="*/ 72 w 25"/>
                <a:gd name="T7" fmla="*/ 264 h 121"/>
                <a:gd name="T8" fmla="*/ 104 w 25"/>
                <a:gd name="T9" fmla="*/ 344 h 121"/>
                <a:gd name="T10" fmla="*/ 152 w 25"/>
                <a:gd name="T11" fmla="*/ 536 h 121"/>
                <a:gd name="T12" fmla="*/ 192 w 25"/>
                <a:gd name="T13" fmla="*/ 624 h 121"/>
                <a:gd name="T14" fmla="*/ 184 w 25"/>
                <a:gd name="T15" fmla="*/ 744 h 121"/>
                <a:gd name="T16" fmla="*/ 200 w 25"/>
                <a:gd name="T17" fmla="*/ 968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1">
                  <a:moveTo>
                    <a:pt x="0" y="0"/>
                  </a:moveTo>
                  <a:cubicBezTo>
                    <a:pt x="0" y="2"/>
                    <a:pt x="5" y="8"/>
                    <a:pt x="6" y="11"/>
                  </a:cubicBezTo>
                  <a:cubicBezTo>
                    <a:pt x="8" y="14"/>
                    <a:pt x="11" y="18"/>
                    <a:pt x="10" y="22"/>
                  </a:cubicBezTo>
                  <a:cubicBezTo>
                    <a:pt x="10" y="25"/>
                    <a:pt x="8" y="29"/>
                    <a:pt x="9" y="33"/>
                  </a:cubicBezTo>
                  <a:cubicBezTo>
                    <a:pt x="9" y="36"/>
                    <a:pt x="11" y="40"/>
                    <a:pt x="13" y="43"/>
                  </a:cubicBezTo>
                  <a:cubicBezTo>
                    <a:pt x="16" y="51"/>
                    <a:pt x="16" y="59"/>
                    <a:pt x="19" y="67"/>
                  </a:cubicBezTo>
                  <a:cubicBezTo>
                    <a:pt x="20" y="70"/>
                    <a:pt x="23" y="74"/>
                    <a:pt x="24" y="78"/>
                  </a:cubicBezTo>
                  <a:cubicBezTo>
                    <a:pt x="25" y="83"/>
                    <a:pt x="23" y="87"/>
                    <a:pt x="23" y="93"/>
                  </a:cubicBezTo>
                  <a:cubicBezTo>
                    <a:pt x="22" y="102"/>
                    <a:pt x="23" y="112"/>
                    <a:pt x="25" y="121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4842">
              <a:extLst>
                <a:ext uri="{FF2B5EF4-FFF2-40B4-BE49-F238E27FC236}">
                  <a16:creationId xmlns:a16="http://schemas.microsoft.com/office/drawing/2014/main" id="{F51C34A6-0002-48D5-9C69-71EF636A2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163"/>
              <a:ext cx="38" cy="54"/>
            </a:xfrm>
            <a:custGeom>
              <a:avLst/>
              <a:gdLst>
                <a:gd name="T0" fmla="*/ 0 w 19"/>
                <a:gd name="T1" fmla="*/ 0 h 27"/>
                <a:gd name="T2" fmla="*/ 16 w 19"/>
                <a:gd name="T3" fmla="*/ 56 h 27"/>
                <a:gd name="T4" fmla="*/ 24 w 19"/>
                <a:gd name="T5" fmla="*/ 120 h 27"/>
                <a:gd name="T6" fmla="*/ 88 w 19"/>
                <a:gd name="T7" fmla="*/ 160 h 27"/>
                <a:gd name="T8" fmla="*/ 152 w 19"/>
                <a:gd name="T9" fmla="*/ 21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7">
                  <a:moveTo>
                    <a:pt x="0" y="0"/>
                  </a:moveTo>
                  <a:cubicBezTo>
                    <a:pt x="0" y="2"/>
                    <a:pt x="2" y="4"/>
                    <a:pt x="2" y="7"/>
                  </a:cubicBezTo>
                  <a:cubicBezTo>
                    <a:pt x="3" y="10"/>
                    <a:pt x="1" y="13"/>
                    <a:pt x="3" y="15"/>
                  </a:cubicBezTo>
                  <a:cubicBezTo>
                    <a:pt x="5" y="18"/>
                    <a:pt x="9" y="19"/>
                    <a:pt x="11" y="20"/>
                  </a:cubicBezTo>
                  <a:cubicBezTo>
                    <a:pt x="15" y="22"/>
                    <a:pt x="16" y="25"/>
                    <a:pt x="19" y="27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4843">
              <a:extLst>
                <a:ext uri="{FF2B5EF4-FFF2-40B4-BE49-F238E27FC236}">
                  <a16:creationId xmlns:a16="http://schemas.microsoft.com/office/drawing/2014/main" id="{BC6BB02D-9E02-40CB-A9A1-B50D8B218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929"/>
              <a:ext cx="130" cy="170"/>
            </a:xfrm>
            <a:custGeom>
              <a:avLst/>
              <a:gdLst>
                <a:gd name="T0" fmla="*/ 0 w 65"/>
                <a:gd name="T1" fmla="*/ 0 h 85"/>
                <a:gd name="T2" fmla="*/ 176 w 65"/>
                <a:gd name="T3" fmla="*/ 336 h 85"/>
                <a:gd name="T4" fmla="*/ 272 w 65"/>
                <a:gd name="T5" fmla="*/ 488 h 85"/>
                <a:gd name="T6" fmla="*/ 400 w 65"/>
                <a:gd name="T7" fmla="*/ 600 h 85"/>
                <a:gd name="T8" fmla="*/ 496 w 65"/>
                <a:gd name="T9" fmla="*/ 592 h 85"/>
                <a:gd name="T10" fmla="*/ 472 w 65"/>
                <a:gd name="T11" fmla="*/ 536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85">
                  <a:moveTo>
                    <a:pt x="0" y="0"/>
                  </a:moveTo>
                  <a:cubicBezTo>
                    <a:pt x="2" y="15"/>
                    <a:pt x="15" y="28"/>
                    <a:pt x="22" y="42"/>
                  </a:cubicBezTo>
                  <a:cubicBezTo>
                    <a:pt x="26" y="49"/>
                    <a:pt x="28" y="55"/>
                    <a:pt x="34" y="61"/>
                  </a:cubicBezTo>
                  <a:cubicBezTo>
                    <a:pt x="39" y="66"/>
                    <a:pt x="45" y="71"/>
                    <a:pt x="50" y="75"/>
                  </a:cubicBezTo>
                  <a:cubicBezTo>
                    <a:pt x="55" y="80"/>
                    <a:pt x="65" y="85"/>
                    <a:pt x="62" y="74"/>
                  </a:cubicBezTo>
                  <a:cubicBezTo>
                    <a:pt x="61" y="71"/>
                    <a:pt x="60" y="69"/>
                    <a:pt x="59" y="67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4844">
              <a:extLst>
                <a:ext uri="{FF2B5EF4-FFF2-40B4-BE49-F238E27FC236}">
                  <a16:creationId xmlns:a16="http://schemas.microsoft.com/office/drawing/2014/main" id="{773C93A0-1F16-4313-9EF3-8B687309D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101"/>
              <a:ext cx="36" cy="52"/>
            </a:xfrm>
            <a:custGeom>
              <a:avLst/>
              <a:gdLst>
                <a:gd name="T0" fmla="*/ 8 w 18"/>
                <a:gd name="T1" fmla="*/ 0 h 26"/>
                <a:gd name="T2" fmla="*/ 144 w 18"/>
                <a:gd name="T3" fmla="*/ 208 h 26"/>
                <a:gd name="T4" fmla="*/ 72 w 18"/>
                <a:gd name="T5" fmla="*/ 40 h 26"/>
                <a:gd name="T6" fmla="*/ 8 w 18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" y="0"/>
                  </a:moveTo>
                  <a:cubicBezTo>
                    <a:pt x="0" y="10"/>
                    <a:pt x="10" y="21"/>
                    <a:pt x="18" y="26"/>
                  </a:cubicBezTo>
                  <a:cubicBezTo>
                    <a:pt x="12" y="19"/>
                    <a:pt x="15" y="11"/>
                    <a:pt x="9" y="5"/>
                  </a:cubicBezTo>
                  <a:cubicBezTo>
                    <a:pt x="7" y="3"/>
                    <a:pt x="4" y="1"/>
                    <a:pt x="1" y="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4845">
              <a:extLst>
                <a:ext uri="{FF2B5EF4-FFF2-40B4-BE49-F238E27FC236}">
                  <a16:creationId xmlns:a16="http://schemas.microsoft.com/office/drawing/2014/main" id="{F45802AA-3AEE-4611-9179-9CEEDD6E8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101"/>
              <a:ext cx="36" cy="52"/>
            </a:xfrm>
            <a:custGeom>
              <a:avLst/>
              <a:gdLst>
                <a:gd name="T0" fmla="*/ 8 w 18"/>
                <a:gd name="T1" fmla="*/ 0 h 26"/>
                <a:gd name="T2" fmla="*/ 144 w 18"/>
                <a:gd name="T3" fmla="*/ 208 h 26"/>
                <a:gd name="T4" fmla="*/ 72 w 18"/>
                <a:gd name="T5" fmla="*/ 40 h 26"/>
                <a:gd name="T6" fmla="*/ 8 w 18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" y="0"/>
                  </a:moveTo>
                  <a:cubicBezTo>
                    <a:pt x="0" y="10"/>
                    <a:pt x="10" y="21"/>
                    <a:pt x="18" y="26"/>
                  </a:cubicBezTo>
                  <a:cubicBezTo>
                    <a:pt x="12" y="19"/>
                    <a:pt x="15" y="11"/>
                    <a:pt x="9" y="5"/>
                  </a:cubicBezTo>
                  <a:cubicBezTo>
                    <a:pt x="7" y="3"/>
                    <a:pt x="4" y="1"/>
                    <a:pt x="1" y="0"/>
                  </a:cubicBezTo>
                </a:path>
              </a:pathLst>
            </a:custGeom>
            <a:noFill/>
            <a:ln w="6350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4846">
              <a:extLst>
                <a:ext uri="{FF2B5EF4-FFF2-40B4-BE49-F238E27FC236}">
                  <a16:creationId xmlns:a16="http://schemas.microsoft.com/office/drawing/2014/main" id="{3AE0F26F-BBAC-4DCC-BAF3-E63B02675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3454"/>
              <a:ext cx="58" cy="80"/>
            </a:xfrm>
            <a:custGeom>
              <a:avLst/>
              <a:gdLst>
                <a:gd name="T0" fmla="*/ 24 w 29"/>
                <a:gd name="T1" fmla="*/ 16 h 40"/>
                <a:gd name="T2" fmla="*/ 232 w 29"/>
                <a:gd name="T3" fmla="*/ 320 h 40"/>
                <a:gd name="T4" fmla="*/ 152 w 29"/>
                <a:gd name="T5" fmla="*/ 224 h 40"/>
                <a:gd name="T6" fmla="*/ 112 w 29"/>
                <a:gd name="T7" fmla="*/ 80 h 40"/>
                <a:gd name="T8" fmla="*/ 16 w 29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0">
                  <a:moveTo>
                    <a:pt x="3" y="2"/>
                  </a:moveTo>
                  <a:cubicBezTo>
                    <a:pt x="0" y="16"/>
                    <a:pt x="15" y="39"/>
                    <a:pt x="29" y="40"/>
                  </a:cubicBezTo>
                  <a:cubicBezTo>
                    <a:pt x="26" y="36"/>
                    <a:pt x="22" y="33"/>
                    <a:pt x="19" y="28"/>
                  </a:cubicBezTo>
                  <a:cubicBezTo>
                    <a:pt x="17" y="22"/>
                    <a:pt x="17" y="15"/>
                    <a:pt x="14" y="10"/>
                  </a:cubicBezTo>
                  <a:cubicBezTo>
                    <a:pt x="11" y="5"/>
                    <a:pt x="6" y="4"/>
                    <a:pt x="2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4847">
              <a:extLst>
                <a:ext uri="{FF2B5EF4-FFF2-40B4-BE49-F238E27FC236}">
                  <a16:creationId xmlns:a16="http://schemas.microsoft.com/office/drawing/2014/main" id="{62A4A755-A75D-4B4B-B474-559241E63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3454"/>
              <a:ext cx="58" cy="80"/>
            </a:xfrm>
            <a:custGeom>
              <a:avLst/>
              <a:gdLst>
                <a:gd name="T0" fmla="*/ 24 w 29"/>
                <a:gd name="T1" fmla="*/ 16 h 40"/>
                <a:gd name="T2" fmla="*/ 232 w 29"/>
                <a:gd name="T3" fmla="*/ 320 h 40"/>
                <a:gd name="T4" fmla="*/ 152 w 29"/>
                <a:gd name="T5" fmla="*/ 224 h 40"/>
                <a:gd name="T6" fmla="*/ 112 w 29"/>
                <a:gd name="T7" fmla="*/ 80 h 40"/>
                <a:gd name="T8" fmla="*/ 16 w 29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0">
                  <a:moveTo>
                    <a:pt x="3" y="2"/>
                  </a:moveTo>
                  <a:cubicBezTo>
                    <a:pt x="0" y="16"/>
                    <a:pt x="15" y="39"/>
                    <a:pt x="29" y="40"/>
                  </a:cubicBezTo>
                  <a:cubicBezTo>
                    <a:pt x="26" y="36"/>
                    <a:pt x="22" y="33"/>
                    <a:pt x="19" y="28"/>
                  </a:cubicBezTo>
                  <a:cubicBezTo>
                    <a:pt x="17" y="22"/>
                    <a:pt x="17" y="15"/>
                    <a:pt x="14" y="10"/>
                  </a:cubicBezTo>
                  <a:cubicBezTo>
                    <a:pt x="11" y="5"/>
                    <a:pt x="6" y="4"/>
                    <a:pt x="2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4848">
              <a:extLst>
                <a:ext uri="{FF2B5EF4-FFF2-40B4-BE49-F238E27FC236}">
                  <a16:creationId xmlns:a16="http://schemas.microsoft.com/office/drawing/2014/main" id="{7EBC55B9-5CA1-4D01-8BB8-2CC04F32D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296"/>
              <a:ext cx="24" cy="56"/>
            </a:xfrm>
            <a:custGeom>
              <a:avLst/>
              <a:gdLst>
                <a:gd name="T0" fmla="*/ 56 w 12"/>
                <a:gd name="T1" fmla="*/ 0 h 28"/>
                <a:gd name="T2" fmla="*/ 16 w 12"/>
                <a:gd name="T3" fmla="*/ 224 h 28"/>
                <a:gd name="T4" fmla="*/ 72 w 12"/>
                <a:gd name="T5" fmla="*/ 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8">
                  <a:moveTo>
                    <a:pt x="7" y="0"/>
                  </a:moveTo>
                  <a:cubicBezTo>
                    <a:pt x="2" y="8"/>
                    <a:pt x="0" y="18"/>
                    <a:pt x="2" y="28"/>
                  </a:cubicBezTo>
                  <a:cubicBezTo>
                    <a:pt x="6" y="24"/>
                    <a:pt x="12" y="6"/>
                    <a:pt x="9" y="1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4849">
              <a:extLst>
                <a:ext uri="{FF2B5EF4-FFF2-40B4-BE49-F238E27FC236}">
                  <a16:creationId xmlns:a16="http://schemas.microsoft.com/office/drawing/2014/main" id="{FEE3FE1B-D506-44B4-9099-F042D7AB5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296"/>
              <a:ext cx="24" cy="56"/>
            </a:xfrm>
            <a:custGeom>
              <a:avLst/>
              <a:gdLst>
                <a:gd name="T0" fmla="*/ 56 w 12"/>
                <a:gd name="T1" fmla="*/ 0 h 28"/>
                <a:gd name="T2" fmla="*/ 16 w 12"/>
                <a:gd name="T3" fmla="*/ 224 h 28"/>
                <a:gd name="T4" fmla="*/ 72 w 12"/>
                <a:gd name="T5" fmla="*/ 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8">
                  <a:moveTo>
                    <a:pt x="7" y="0"/>
                  </a:moveTo>
                  <a:cubicBezTo>
                    <a:pt x="2" y="8"/>
                    <a:pt x="0" y="18"/>
                    <a:pt x="2" y="28"/>
                  </a:cubicBezTo>
                  <a:cubicBezTo>
                    <a:pt x="6" y="24"/>
                    <a:pt x="12" y="6"/>
                    <a:pt x="9" y="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4850">
              <a:extLst>
                <a:ext uri="{FF2B5EF4-FFF2-40B4-BE49-F238E27FC236}">
                  <a16:creationId xmlns:a16="http://schemas.microsoft.com/office/drawing/2014/main" id="{B50F33C1-D5F5-486F-8FC4-2D747D3A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3624"/>
              <a:ext cx="97" cy="32"/>
            </a:xfrm>
            <a:custGeom>
              <a:avLst/>
              <a:gdLst>
                <a:gd name="T0" fmla="*/ 0 w 48"/>
                <a:gd name="T1" fmla="*/ 40 h 16"/>
                <a:gd name="T2" fmla="*/ 396 w 48"/>
                <a:gd name="T3" fmla="*/ 64 h 16"/>
                <a:gd name="T4" fmla="*/ 148 w 48"/>
                <a:gd name="T5" fmla="*/ 8 h 16"/>
                <a:gd name="T6" fmla="*/ 0 w 48"/>
                <a:gd name="T7" fmla="*/ 2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6">
                  <a:moveTo>
                    <a:pt x="0" y="5"/>
                  </a:moveTo>
                  <a:cubicBezTo>
                    <a:pt x="12" y="16"/>
                    <a:pt x="34" y="15"/>
                    <a:pt x="48" y="8"/>
                  </a:cubicBezTo>
                  <a:cubicBezTo>
                    <a:pt x="41" y="15"/>
                    <a:pt x="27" y="2"/>
                    <a:pt x="18" y="1"/>
                  </a:cubicBezTo>
                  <a:cubicBezTo>
                    <a:pt x="12" y="0"/>
                    <a:pt x="6" y="3"/>
                    <a:pt x="0" y="3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4851">
              <a:extLst>
                <a:ext uri="{FF2B5EF4-FFF2-40B4-BE49-F238E27FC236}">
                  <a16:creationId xmlns:a16="http://schemas.microsoft.com/office/drawing/2014/main" id="{B14E3918-B0D0-4931-8ACA-2488A7CC7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3624"/>
              <a:ext cx="97" cy="32"/>
            </a:xfrm>
            <a:custGeom>
              <a:avLst/>
              <a:gdLst>
                <a:gd name="T0" fmla="*/ 0 w 48"/>
                <a:gd name="T1" fmla="*/ 40 h 16"/>
                <a:gd name="T2" fmla="*/ 396 w 48"/>
                <a:gd name="T3" fmla="*/ 64 h 16"/>
                <a:gd name="T4" fmla="*/ 148 w 48"/>
                <a:gd name="T5" fmla="*/ 8 h 16"/>
                <a:gd name="T6" fmla="*/ 0 w 48"/>
                <a:gd name="T7" fmla="*/ 2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6">
                  <a:moveTo>
                    <a:pt x="0" y="5"/>
                  </a:moveTo>
                  <a:cubicBezTo>
                    <a:pt x="12" y="16"/>
                    <a:pt x="34" y="15"/>
                    <a:pt x="48" y="8"/>
                  </a:cubicBezTo>
                  <a:cubicBezTo>
                    <a:pt x="41" y="15"/>
                    <a:pt x="27" y="2"/>
                    <a:pt x="18" y="1"/>
                  </a:cubicBezTo>
                  <a:cubicBezTo>
                    <a:pt x="12" y="0"/>
                    <a:pt x="6" y="3"/>
                    <a:pt x="0" y="3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4852">
              <a:extLst>
                <a:ext uri="{FF2B5EF4-FFF2-40B4-BE49-F238E27FC236}">
                  <a16:creationId xmlns:a16="http://schemas.microsoft.com/office/drawing/2014/main" id="{676F173F-54DE-4EED-B84B-93A59D3B8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634"/>
              <a:ext cx="70" cy="32"/>
            </a:xfrm>
            <a:custGeom>
              <a:avLst/>
              <a:gdLst>
                <a:gd name="T0" fmla="*/ 40 w 35"/>
                <a:gd name="T1" fmla="*/ 96 h 16"/>
                <a:gd name="T2" fmla="*/ 280 w 35"/>
                <a:gd name="T3" fmla="*/ 0 h 16"/>
                <a:gd name="T4" fmla="*/ 104 w 35"/>
                <a:gd name="T5" fmla="*/ 24 h 16"/>
                <a:gd name="T6" fmla="*/ 0 w 35"/>
                <a:gd name="T7" fmla="*/ 7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6">
                  <a:moveTo>
                    <a:pt x="5" y="12"/>
                  </a:moveTo>
                  <a:cubicBezTo>
                    <a:pt x="17" y="16"/>
                    <a:pt x="30" y="10"/>
                    <a:pt x="35" y="0"/>
                  </a:cubicBezTo>
                  <a:cubicBezTo>
                    <a:pt x="29" y="3"/>
                    <a:pt x="20" y="1"/>
                    <a:pt x="13" y="3"/>
                  </a:cubicBezTo>
                  <a:cubicBezTo>
                    <a:pt x="8" y="5"/>
                    <a:pt x="5" y="8"/>
                    <a:pt x="0" y="9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4853">
              <a:extLst>
                <a:ext uri="{FF2B5EF4-FFF2-40B4-BE49-F238E27FC236}">
                  <a16:creationId xmlns:a16="http://schemas.microsoft.com/office/drawing/2014/main" id="{3B7CE007-5280-4BFD-A248-1A1DABF3D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634"/>
              <a:ext cx="70" cy="32"/>
            </a:xfrm>
            <a:custGeom>
              <a:avLst/>
              <a:gdLst>
                <a:gd name="T0" fmla="*/ 40 w 35"/>
                <a:gd name="T1" fmla="*/ 96 h 16"/>
                <a:gd name="T2" fmla="*/ 280 w 35"/>
                <a:gd name="T3" fmla="*/ 0 h 16"/>
                <a:gd name="T4" fmla="*/ 104 w 35"/>
                <a:gd name="T5" fmla="*/ 24 h 16"/>
                <a:gd name="T6" fmla="*/ 0 w 35"/>
                <a:gd name="T7" fmla="*/ 7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6">
                  <a:moveTo>
                    <a:pt x="5" y="12"/>
                  </a:moveTo>
                  <a:cubicBezTo>
                    <a:pt x="17" y="16"/>
                    <a:pt x="30" y="10"/>
                    <a:pt x="35" y="0"/>
                  </a:cubicBezTo>
                  <a:cubicBezTo>
                    <a:pt x="29" y="3"/>
                    <a:pt x="20" y="1"/>
                    <a:pt x="13" y="3"/>
                  </a:cubicBezTo>
                  <a:cubicBezTo>
                    <a:pt x="8" y="5"/>
                    <a:pt x="5" y="8"/>
                    <a:pt x="0" y="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4854">
              <a:extLst>
                <a:ext uri="{FF2B5EF4-FFF2-40B4-BE49-F238E27FC236}">
                  <a16:creationId xmlns:a16="http://schemas.microsoft.com/office/drawing/2014/main" id="{52B7F6B1-7394-4FC5-948F-10BD1E90C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919"/>
              <a:ext cx="42" cy="66"/>
            </a:xfrm>
            <a:custGeom>
              <a:avLst/>
              <a:gdLst>
                <a:gd name="T0" fmla="*/ 32 w 21"/>
                <a:gd name="T1" fmla="*/ 8 h 33"/>
                <a:gd name="T2" fmla="*/ 168 w 21"/>
                <a:gd name="T3" fmla="*/ 264 h 33"/>
                <a:gd name="T4" fmla="*/ 32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4" y="1"/>
                  </a:moveTo>
                  <a:cubicBezTo>
                    <a:pt x="5" y="13"/>
                    <a:pt x="15" y="23"/>
                    <a:pt x="21" y="33"/>
                  </a:cubicBezTo>
                  <a:cubicBezTo>
                    <a:pt x="4" y="33"/>
                    <a:pt x="0" y="13"/>
                    <a:pt x="4" y="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4855">
              <a:extLst>
                <a:ext uri="{FF2B5EF4-FFF2-40B4-BE49-F238E27FC236}">
                  <a16:creationId xmlns:a16="http://schemas.microsoft.com/office/drawing/2014/main" id="{B790F7E7-F92D-4138-A7A0-80C4112A7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919"/>
              <a:ext cx="42" cy="66"/>
            </a:xfrm>
            <a:custGeom>
              <a:avLst/>
              <a:gdLst>
                <a:gd name="T0" fmla="*/ 32 w 21"/>
                <a:gd name="T1" fmla="*/ 8 h 33"/>
                <a:gd name="T2" fmla="*/ 168 w 21"/>
                <a:gd name="T3" fmla="*/ 264 h 33"/>
                <a:gd name="T4" fmla="*/ 32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4" y="1"/>
                  </a:moveTo>
                  <a:cubicBezTo>
                    <a:pt x="5" y="13"/>
                    <a:pt x="15" y="23"/>
                    <a:pt x="21" y="33"/>
                  </a:cubicBezTo>
                  <a:cubicBezTo>
                    <a:pt x="4" y="33"/>
                    <a:pt x="0" y="13"/>
                    <a:pt x="4" y="0"/>
                  </a:cubicBezTo>
                </a:path>
              </a:pathLst>
            </a:custGeom>
            <a:noFill/>
            <a:ln w="6350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4856">
              <a:extLst>
                <a:ext uri="{FF2B5EF4-FFF2-40B4-BE49-F238E27FC236}">
                  <a16:creationId xmlns:a16="http://schemas.microsoft.com/office/drawing/2014/main" id="{EFFFFC44-9A80-44D8-B91B-2FFAA0AD2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029"/>
              <a:ext cx="24" cy="50"/>
            </a:xfrm>
            <a:custGeom>
              <a:avLst/>
              <a:gdLst>
                <a:gd name="T0" fmla="*/ 24 w 12"/>
                <a:gd name="T1" fmla="*/ 0 h 25"/>
                <a:gd name="T2" fmla="*/ 96 w 12"/>
                <a:gd name="T3" fmla="*/ 200 h 25"/>
                <a:gd name="T4" fmla="*/ 24 w 12"/>
                <a:gd name="T5" fmla="*/ 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3" y="0"/>
                  </a:moveTo>
                  <a:cubicBezTo>
                    <a:pt x="0" y="9"/>
                    <a:pt x="6" y="19"/>
                    <a:pt x="12" y="25"/>
                  </a:cubicBezTo>
                  <a:cubicBezTo>
                    <a:pt x="6" y="18"/>
                    <a:pt x="9" y="7"/>
                    <a:pt x="3" y="1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4857">
              <a:extLst>
                <a:ext uri="{FF2B5EF4-FFF2-40B4-BE49-F238E27FC236}">
                  <a16:creationId xmlns:a16="http://schemas.microsoft.com/office/drawing/2014/main" id="{B726756A-15CE-4663-85FE-58ACA1B80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029"/>
              <a:ext cx="24" cy="50"/>
            </a:xfrm>
            <a:custGeom>
              <a:avLst/>
              <a:gdLst>
                <a:gd name="T0" fmla="*/ 24 w 12"/>
                <a:gd name="T1" fmla="*/ 0 h 25"/>
                <a:gd name="T2" fmla="*/ 96 w 12"/>
                <a:gd name="T3" fmla="*/ 200 h 25"/>
                <a:gd name="T4" fmla="*/ 24 w 12"/>
                <a:gd name="T5" fmla="*/ 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3" y="0"/>
                  </a:moveTo>
                  <a:cubicBezTo>
                    <a:pt x="0" y="9"/>
                    <a:pt x="6" y="19"/>
                    <a:pt x="12" y="25"/>
                  </a:cubicBezTo>
                  <a:cubicBezTo>
                    <a:pt x="6" y="18"/>
                    <a:pt x="9" y="7"/>
                    <a:pt x="3" y="1"/>
                  </a:cubicBezTo>
                </a:path>
              </a:pathLst>
            </a:custGeom>
            <a:noFill/>
            <a:ln w="6350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4858">
              <a:extLst>
                <a:ext uri="{FF2B5EF4-FFF2-40B4-BE49-F238E27FC236}">
                  <a16:creationId xmlns:a16="http://schemas.microsoft.com/office/drawing/2014/main" id="{803D9D7D-657B-4CF9-9874-4656F2D44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057"/>
              <a:ext cx="70" cy="40"/>
            </a:xfrm>
            <a:custGeom>
              <a:avLst/>
              <a:gdLst>
                <a:gd name="T0" fmla="*/ 232 w 35"/>
                <a:gd name="T1" fmla="*/ 48 h 20"/>
                <a:gd name="T2" fmla="*/ 120 w 3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0">
                  <a:moveTo>
                    <a:pt x="29" y="6"/>
                  </a:moveTo>
                  <a:cubicBezTo>
                    <a:pt x="35" y="20"/>
                    <a:pt x="0" y="10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4859">
              <a:extLst>
                <a:ext uri="{FF2B5EF4-FFF2-40B4-BE49-F238E27FC236}">
                  <a16:creationId xmlns:a16="http://schemas.microsoft.com/office/drawing/2014/main" id="{36F83663-1098-4BEC-B05A-911CDCC77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867"/>
              <a:ext cx="62" cy="50"/>
            </a:xfrm>
            <a:custGeom>
              <a:avLst/>
              <a:gdLst>
                <a:gd name="T0" fmla="*/ 144 w 31"/>
                <a:gd name="T1" fmla="*/ 16 h 25"/>
                <a:gd name="T2" fmla="*/ 64 w 31"/>
                <a:gd name="T3" fmla="*/ 8 h 25"/>
                <a:gd name="T4" fmla="*/ 16 w 31"/>
                <a:gd name="T5" fmla="*/ 64 h 25"/>
                <a:gd name="T6" fmla="*/ 128 w 31"/>
                <a:gd name="T7" fmla="*/ 192 h 25"/>
                <a:gd name="T8" fmla="*/ 232 w 31"/>
                <a:gd name="T9" fmla="*/ 96 h 25"/>
                <a:gd name="T10" fmla="*/ 144 w 31"/>
                <a:gd name="T11" fmla="*/ 1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8" y="2"/>
                  </a:moveTo>
                  <a:cubicBezTo>
                    <a:pt x="15" y="1"/>
                    <a:pt x="11" y="0"/>
                    <a:pt x="8" y="1"/>
                  </a:cubicBezTo>
                  <a:cubicBezTo>
                    <a:pt x="5" y="3"/>
                    <a:pt x="3" y="5"/>
                    <a:pt x="2" y="8"/>
                  </a:cubicBezTo>
                  <a:cubicBezTo>
                    <a:pt x="0" y="15"/>
                    <a:pt x="7" y="24"/>
                    <a:pt x="16" y="24"/>
                  </a:cubicBezTo>
                  <a:cubicBezTo>
                    <a:pt x="25" y="25"/>
                    <a:pt x="31" y="18"/>
                    <a:pt x="29" y="12"/>
                  </a:cubicBezTo>
                  <a:cubicBezTo>
                    <a:pt x="28" y="7"/>
                    <a:pt x="25" y="5"/>
                    <a:pt x="18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4860">
              <a:extLst>
                <a:ext uri="{FF2B5EF4-FFF2-40B4-BE49-F238E27FC236}">
                  <a16:creationId xmlns:a16="http://schemas.microsoft.com/office/drawing/2014/main" id="{6EB450B1-52AC-47E1-883C-A6FACCEFF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867"/>
              <a:ext cx="62" cy="50"/>
            </a:xfrm>
            <a:custGeom>
              <a:avLst/>
              <a:gdLst>
                <a:gd name="T0" fmla="*/ 144 w 31"/>
                <a:gd name="T1" fmla="*/ 16 h 25"/>
                <a:gd name="T2" fmla="*/ 64 w 31"/>
                <a:gd name="T3" fmla="*/ 8 h 25"/>
                <a:gd name="T4" fmla="*/ 16 w 31"/>
                <a:gd name="T5" fmla="*/ 64 h 25"/>
                <a:gd name="T6" fmla="*/ 128 w 31"/>
                <a:gd name="T7" fmla="*/ 192 h 25"/>
                <a:gd name="T8" fmla="*/ 232 w 31"/>
                <a:gd name="T9" fmla="*/ 96 h 25"/>
                <a:gd name="T10" fmla="*/ 144 w 31"/>
                <a:gd name="T11" fmla="*/ 1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8" y="2"/>
                  </a:moveTo>
                  <a:cubicBezTo>
                    <a:pt x="15" y="1"/>
                    <a:pt x="11" y="0"/>
                    <a:pt x="8" y="1"/>
                  </a:cubicBezTo>
                  <a:cubicBezTo>
                    <a:pt x="5" y="3"/>
                    <a:pt x="3" y="5"/>
                    <a:pt x="2" y="8"/>
                  </a:cubicBezTo>
                  <a:cubicBezTo>
                    <a:pt x="0" y="15"/>
                    <a:pt x="7" y="24"/>
                    <a:pt x="16" y="24"/>
                  </a:cubicBezTo>
                  <a:cubicBezTo>
                    <a:pt x="25" y="25"/>
                    <a:pt x="31" y="18"/>
                    <a:pt x="29" y="12"/>
                  </a:cubicBezTo>
                  <a:cubicBezTo>
                    <a:pt x="28" y="7"/>
                    <a:pt x="25" y="5"/>
                    <a:pt x="18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4861">
              <a:extLst>
                <a:ext uri="{FF2B5EF4-FFF2-40B4-BE49-F238E27FC236}">
                  <a16:creationId xmlns:a16="http://schemas.microsoft.com/office/drawing/2014/main" id="{1359A0B9-3653-46E7-B22B-A37EB960A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879"/>
              <a:ext cx="34" cy="26"/>
            </a:xfrm>
            <a:custGeom>
              <a:avLst/>
              <a:gdLst>
                <a:gd name="T0" fmla="*/ 120 w 17"/>
                <a:gd name="T1" fmla="*/ 32 h 13"/>
                <a:gd name="T2" fmla="*/ 120 w 17"/>
                <a:gd name="T3" fmla="*/ 80 h 13"/>
                <a:gd name="T4" fmla="*/ 48 w 17"/>
                <a:gd name="T5" fmla="*/ 88 h 13"/>
                <a:gd name="T6" fmla="*/ 8 w 17"/>
                <a:gd name="T7" fmla="*/ 40 h 13"/>
                <a:gd name="T8" fmla="*/ 24 w 17"/>
                <a:gd name="T9" fmla="*/ 0 h 13"/>
                <a:gd name="T10" fmla="*/ 8 w 17"/>
                <a:gd name="T11" fmla="*/ 40 h 13"/>
                <a:gd name="T12" fmla="*/ 48 w 17"/>
                <a:gd name="T13" fmla="*/ 88 h 13"/>
                <a:gd name="T14" fmla="*/ 120 w 17"/>
                <a:gd name="T15" fmla="*/ 80 h 13"/>
                <a:gd name="T16" fmla="*/ 120 w 17"/>
                <a:gd name="T17" fmla="*/ 3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3">
                  <a:moveTo>
                    <a:pt x="15" y="4"/>
                  </a:moveTo>
                  <a:cubicBezTo>
                    <a:pt x="17" y="6"/>
                    <a:pt x="17" y="8"/>
                    <a:pt x="15" y="10"/>
                  </a:cubicBezTo>
                  <a:cubicBezTo>
                    <a:pt x="14" y="12"/>
                    <a:pt x="10" y="13"/>
                    <a:pt x="6" y="11"/>
                  </a:cubicBezTo>
                  <a:cubicBezTo>
                    <a:pt x="2" y="9"/>
                    <a:pt x="1" y="6"/>
                    <a:pt x="1" y="5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2" y="1"/>
                    <a:pt x="0" y="3"/>
                    <a:pt x="1" y="5"/>
                  </a:cubicBezTo>
                  <a:cubicBezTo>
                    <a:pt x="1" y="6"/>
                    <a:pt x="2" y="9"/>
                    <a:pt x="6" y="11"/>
                  </a:cubicBezTo>
                  <a:cubicBezTo>
                    <a:pt x="10" y="13"/>
                    <a:pt x="14" y="12"/>
                    <a:pt x="15" y="10"/>
                  </a:cubicBezTo>
                  <a:cubicBezTo>
                    <a:pt x="17" y="8"/>
                    <a:pt x="17" y="6"/>
                    <a:pt x="15" y="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4862">
              <a:extLst>
                <a:ext uri="{FF2B5EF4-FFF2-40B4-BE49-F238E27FC236}">
                  <a16:creationId xmlns:a16="http://schemas.microsoft.com/office/drawing/2014/main" id="{EE69925E-2988-4FD9-92C3-6BB477F5D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573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16 h 22"/>
                <a:gd name="T6" fmla="*/ 64 w 22"/>
                <a:gd name="T7" fmla="*/ 144 h 22"/>
                <a:gd name="T8" fmla="*/ 176 w 22"/>
                <a:gd name="T9" fmla="*/ 112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1"/>
                    <a:pt x="14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4863">
              <a:extLst>
                <a:ext uri="{FF2B5EF4-FFF2-40B4-BE49-F238E27FC236}">
                  <a16:creationId xmlns:a16="http://schemas.microsoft.com/office/drawing/2014/main" id="{5253991F-ED14-4BA4-B23E-C791E8957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573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16 h 22"/>
                <a:gd name="T6" fmla="*/ 64 w 22"/>
                <a:gd name="T7" fmla="*/ 144 h 22"/>
                <a:gd name="T8" fmla="*/ 176 w 22"/>
                <a:gd name="T9" fmla="*/ 112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1"/>
                    <a:pt x="14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4864">
              <a:extLst>
                <a:ext uri="{FF2B5EF4-FFF2-40B4-BE49-F238E27FC236}">
                  <a16:creationId xmlns:a16="http://schemas.microsoft.com/office/drawing/2014/main" id="{4F28FC2F-EA4C-4489-9881-5905CBC5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581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80 w 12"/>
                <a:gd name="T3" fmla="*/ 88 h 12"/>
                <a:gd name="T4" fmla="*/ 24 w 12"/>
                <a:gd name="T5" fmla="*/ 64 h 12"/>
                <a:gd name="T6" fmla="*/ 8 w 12"/>
                <a:gd name="T7" fmla="*/ 16 h 12"/>
                <a:gd name="T8" fmla="*/ 32 w 12"/>
                <a:gd name="T9" fmla="*/ 0 h 12"/>
                <a:gd name="T10" fmla="*/ 8 w 12"/>
                <a:gd name="T11" fmla="*/ 16 h 12"/>
                <a:gd name="T12" fmla="*/ 16 w 12"/>
                <a:gd name="T13" fmla="*/ 64 h 12"/>
                <a:gd name="T14" fmla="*/ 80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10" y="11"/>
                  </a:cubicBezTo>
                  <a:cubicBezTo>
                    <a:pt x="8" y="11"/>
                    <a:pt x="5" y="11"/>
                    <a:pt x="3" y="8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4865">
              <a:extLst>
                <a:ext uri="{FF2B5EF4-FFF2-40B4-BE49-F238E27FC236}">
                  <a16:creationId xmlns:a16="http://schemas.microsoft.com/office/drawing/2014/main" id="{16D188B8-A775-441C-BED9-4EE7B2ABE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133"/>
              <a:ext cx="44" cy="50"/>
            </a:xfrm>
            <a:custGeom>
              <a:avLst/>
              <a:gdLst>
                <a:gd name="T0" fmla="*/ 152 w 22"/>
                <a:gd name="T1" fmla="*/ 64 h 25"/>
                <a:gd name="T2" fmla="*/ 112 w 22"/>
                <a:gd name="T3" fmla="*/ 16 h 25"/>
                <a:gd name="T4" fmla="*/ 56 w 22"/>
                <a:gd name="T5" fmla="*/ 8 h 25"/>
                <a:gd name="T6" fmla="*/ 32 w 22"/>
                <a:gd name="T7" fmla="*/ 152 h 25"/>
                <a:gd name="T8" fmla="*/ 152 w 22"/>
                <a:gd name="T9" fmla="*/ 168 h 25"/>
                <a:gd name="T10" fmla="*/ 152 w 22"/>
                <a:gd name="T11" fmla="*/ 6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5">
                  <a:moveTo>
                    <a:pt x="19" y="8"/>
                  </a:moveTo>
                  <a:cubicBezTo>
                    <a:pt x="18" y="5"/>
                    <a:pt x="17" y="3"/>
                    <a:pt x="14" y="2"/>
                  </a:cubicBezTo>
                  <a:cubicBezTo>
                    <a:pt x="12" y="1"/>
                    <a:pt x="9" y="0"/>
                    <a:pt x="7" y="1"/>
                  </a:cubicBezTo>
                  <a:cubicBezTo>
                    <a:pt x="1" y="4"/>
                    <a:pt x="0" y="13"/>
                    <a:pt x="4" y="19"/>
                  </a:cubicBezTo>
                  <a:cubicBezTo>
                    <a:pt x="9" y="25"/>
                    <a:pt x="16" y="24"/>
                    <a:pt x="19" y="21"/>
                  </a:cubicBezTo>
                  <a:cubicBezTo>
                    <a:pt x="22" y="17"/>
                    <a:pt x="21" y="15"/>
                    <a:pt x="19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4866">
              <a:extLst>
                <a:ext uri="{FF2B5EF4-FFF2-40B4-BE49-F238E27FC236}">
                  <a16:creationId xmlns:a16="http://schemas.microsoft.com/office/drawing/2014/main" id="{2EAF4A3E-4AFE-4120-BC6B-058D63939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133"/>
              <a:ext cx="44" cy="50"/>
            </a:xfrm>
            <a:custGeom>
              <a:avLst/>
              <a:gdLst>
                <a:gd name="T0" fmla="*/ 152 w 22"/>
                <a:gd name="T1" fmla="*/ 64 h 25"/>
                <a:gd name="T2" fmla="*/ 112 w 22"/>
                <a:gd name="T3" fmla="*/ 16 h 25"/>
                <a:gd name="T4" fmla="*/ 56 w 22"/>
                <a:gd name="T5" fmla="*/ 8 h 25"/>
                <a:gd name="T6" fmla="*/ 32 w 22"/>
                <a:gd name="T7" fmla="*/ 152 h 25"/>
                <a:gd name="T8" fmla="*/ 152 w 22"/>
                <a:gd name="T9" fmla="*/ 168 h 25"/>
                <a:gd name="T10" fmla="*/ 152 w 22"/>
                <a:gd name="T11" fmla="*/ 6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5">
                  <a:moveTo>
                    <a:pt x="19" y="8"/>
                  </a:moveTo>
                  <a:cubicBezTo>
                    <a:pt x="18" y="5"/>
                    <a:pt x="17" y="3"/>
                    <a:pt x="14" y="2"/>
                  </a:cubicBezTo>
                  <a:cubicBezTo>
                    <a:pt x="12" y="1"/>
                    <a:pt x="9" y="0"/>
                    <a:pt x="7" y="1"/>
                  </a:cubicBezTo>
                  <a:cubicBezTo>
                    <a:pt x="1" y="4"/>
                    <a:pt x="0" y="13"/>
                    <a:pt x="4" y="19"/>
                  </a:cubicBezTo>
                  <a:cubicBezTo>
                    <a:pt x="9" y="25"/>
                    <a:pt x="16" y="24"/>
                    <a:pt x="19" y="21"/>
                  </a:cubicBezTo>
                  <a:cubicBezTo>
                    <a:pt x="22" y="17"/>
                    <a:pt x="21" y="15"/>
                    <a:pt x="19" y="8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4867">
              <a:extLst>
                <a:ext uri="{FF2B5EF4-FFF2-40B4-BE49-F238E27FC236}">
                  <a16:creationId xmlns:a16="http://schemas.microsoft.com/office/drawing/2014/main" id="{85E1D77F-7080-41BE-B2C6-F338F7F0F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3143"/>
              <a:ext cx="20" cy="26"/>
            </a:xfrm>
            <a:custGeom>
              <a:avLst/>
              <a:gdLst>
                <a:gd name="T0" fmla="*/ 80 w 10"/>
                <a:gd name="T1" fmla="*/ 80 h 13"/>
                <a:gd name="T2" fmla="*/ 56 w 10"/>
                <a:gd name="T3" fmla="*/ 104 h 13"/>
                <a:gd name="T4" fmla="*/ 8 w 10"/>
                <a:gd name="T5" fmla="*/ 56 h 13"/>
                <a:gd name="T6" fmla="*/ 16 w 10"/>
                <a:gd name="T7" fmla="*/ 8 h 13"/>
                <a:gd name="T8" fmla="*/ 48 w 10"/>
                <a:gd name="T9" fmla="*/ 0 h 13"/>
                <a:gd name="T10" fmla="*/ 16 w 10"/>
                <a:gd name="T11" fmla="*/ 8 h 13"/>
                <a:gd name="T12" fmla="*/ 8 w 10"/>
                <a:gd name="T13" fmla="*/ 56 h 13"/>
                <a:gd name="T14" fmla="*/ 56 w 10"/>
                <a:gd name="T15" fmla="*/ 104 h 13"/>
                <a:gd name="T16" fmla="*/ 80 w 10"/>
                <a:gd name="T17" fmla="*/ 8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10" y="12"/>
                    <a:pt x="9" y="13"/>
                    <a:pt x="7" y="13"/>
                  </a:cubicBezTo>
                  <a:cubicBezTo>
                    <a:pt x="5" y="13"/>
                    <a:pt x="2" y="11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11"/>
                    <a:pt x="5" y="13"/>
                    <a:pt x="7" y="13"/>
                  </a:cubicBezTo>
                  <a:cubicBezTo>
                    <a:pt x="9" y="13"/>
                    <a:pt x="10" y="12"/>
                    <a:pt x="10" y="1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4868">
              <a:extLst>
                <a:ext uri="{FF2B5EF4-FFF2-40B4-BE49-F238E27FC236}">
                  <a16:creationId xmlns:a16="http://schemas.microsoft.com/office/drawing/2014/main" id="{CEC9F186-7FD0-48F4-828D-BAB933AEB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775"/>
              <a:ext cx="46" cy="72"/>
            </a:xfrm>
            <a:custGeom>
              <a:avLst/>
              <a:gdLst>
                <a:gd name="T0" fmla="*/ 184 w 23"/>
                <a:gd name="T1" fmla="*/ 112 h 36"/>
                <a:gd name="T2" fmla="*/ 152 w 23"/>
                <a:gd name="T3" fmla="*/ 48 h 36"/>
                <a:gd name="T4" fmla="*/ 16 w 23"/>
                <a:gd name="T5" fmla="*/ 120 h 36"/>
                <a:gd name="T6" fmla="*/ 64 w 23"/>
                <a:gd name="T7" fmla="*/ 272 h 36"/>
                <a:gd name="T8" fmla="*/ 152 w 23"/>
                <a:gd name="T9" fmla="*/ 248 h 36"/>
                <a:gd name="T10" fmla="*/ 176 w 23"/>
                <a:gd name="T11" fmla="*/ 168 h 36"/>
                <a:gd name="T12" fmla="*/ 184 w 23"/>
                <a:gd name="T13" fmla="*/ 11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6">
                  <a:moveTo>
                    <a:pt x="23" y="14"/>
                  </a:moveTo>
                  <a:cubicBezTo>
                    <a:pt x="23" y="11"/>
                    <a:pt x="21" y="8"/>
                    <a:pt x="19" y="6"/>
                  </a:cubicBezTo>
                  <a:cubicBezTo>
                    <a:pt x="12" y="0"/>
                    <a:pt x="4" y="6"/>
                    <a:pt x="2" y="15"/>
                  </a:cubicBezTo>
                  <a:cubicBezTo>
                    <a:pt x="0" y="24"/>
                    <a:pt x="4" y="33"/>
                    <a:pt x="8" y="34"/>
                  </a:cubicBezTo>
                  <a:cubicBezTo>
                    <a:pt x="13" y="36"/>
                    <a:pt x="16" y="34"/>
                    <a:pt x="19" y="31"/>
                  </a:cubicBezTo>
                  <a:cubicBezTo>
                    <a:pt x="21" y="28"/>
                    <a:pt x="21" y="24"/>
                    <a:pt x="22" y="21"/>
                  </a:cubicBezTo>
                  <a:cubicBezTo>
                    <a:pt x="22" y="19"/>
                    <a:pt x="23" y="16"/>
                    <a:pt x="23" y="1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4869">
              <a:extLst>
                <a:ext uri="{FF2B5EF4-FFF2-40B4-BE49-F238E27FC236}">
                  <a16:creationId xmlns:a16="http://schemas.microsoft.com/office/drawing/2014/main" id="{C61F3B59-C306-4386-AFC2-1E03FBBB6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775"/>
              <a:ext cx="46" cy="72"/>
            </a:xfrm>
            <a:custGeom>
              <a:avLst/>
              <a:gdLst>
                <a:gd name="T0" fmla="*/ 184 w 23"/>
                <a:gd name="T1" fmla="*/ 112 h 36"/>
                <a:gd name="T2" fmla="*/ 152 w 23"/>
                <a:gd name="T3" fmla="*/ 48 h 36"/>
                <a:gd name="T4" fmla="*/ 16 w 23"/>
                <a:gd name="T5" fmla="*/ 120 h 36"/>
                <a:gd name="T6" fmla="*/ 64 w 23"/>
                <a:gd name="T7" fmla="*/ 272 h 36"/>
                <a:gd name="T8" fmla="*/ 152 w 23"/>
                <a:gd name="T9" fmla="*/ 248 h 36"/>
                <a:gd name="T10" fmla="*/ 176 w 23"/>
                <a:gd name="T11" fmla="*/ 168 h 36"/>
                <a:gd name="T12" fmla="*/ 184 w 23"/>
                <a:gd name="T13" fmla="*/ 11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6">
                  <a:moveTo>
                    <a:pt x="23" y="14"/>
                  </a:moveTo>
                  <a:cubicBezTo>
                    <a:pt x="23" y="11"/>
                    <a:pt x="21" y="8"/>
                    <a:pt x="19" y="6"/>
                  </a:cubicBezTo>
                  <a:cubicBezTo>
                    <a:pt x="12" y="0"/>
                    <a:pt x="4" y="6"/>
                    <a:pt x="2" y="15"/>
                  </a:cubicBezTo>
                  <a:cubicBezTo>
                    <a:pt x="0" y="24"/>
                    <a:pt x="4" y="33"/>
                    <a:pt x="8" y="34"/>
                  </a:cubicBezTo>
                  <a:cubicBezTo>
                    <a:pt x="13" y="36"/>
                    <a:pt x="16" y="34"/>
                    <a:pt x="19" y="31"/>
                  </a:cubicBezTo>
                  <a:cubicBezTo>
                    <a:pt x="21" y="28"/>
                    <a:pt x="21" y="24"/>
                    <a:pt x="22" y="21"/>
                  </a:cubicBezTo>
                  <a:cubicBezTo>
                    <a:pt x="22" y="19"/>
                    <a:pt x="23" y="16"/>
                    <a:pt x="23" y="1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4870">
              <a:extLst>
                <a:ext uri="{FF2B5EF4-FFF2-40B4-BE49-F238E27FC236}">
                  <a16:creationId xmlns:a16="http://schemas.microsoft.com/office/drawing/2014/main" id="{357B61F4-D265-4E34-B264-87EEE1C4E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797"/>
              <a:ext cx="18" cy="34"/>
            </a:xfrm>
            <a:custGeom>
              <a:avLst/>
              <a:gdLst>
                <a:gd name="T0" fmla="*/ 48 w 9"/>
                <a:gd name="T1" fmla="*/ 0 h 17"/>
                <a:gd name="T2" fmla="*/ 16 w 9"/>
                <a:gd name="T3" fmla="*/ 32 h 17"/>
                <a:gd name="T4" fmla="*/ 8 w 9"/>
                <a:gd name="T5" fmla="*/ 120 h 17"/>
                <a:gd name="T6" fmla="*/ 32 w 9"/>
                <a:gd name="T7" fmla="*/ 136 h 17"/>
                <a:gd name="T8" fmla="*/ 8 w 9"/>
                <a:gd name="T9" fmla="*/ 120 h 17"/>
                <a:gd name="T10" fmla="*/ 16 w 9"/>
                <a:gd name="T11" fmla="*/ 40 h 17"/>
                <a:gd name="T12" fmla="*/ 48 w 9"/>
                <a:gd name="T13" fmla="*/ 8 h 17"/>
                <a:gd name="T14" fmla="*/ 72 w 9"/>
                <a:gd name="T15" fmla="*/ 16 h 17"/>
                <a:gd name="T16" fmla="*/ 48 w 9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7">
                  <a:moveTo>
                    <a:pt x="6" y="0"/>
                  </a:moveTo>
                  <a:cubicBezTo>
                    <a:pt x="5" y="0"/>
                    <a:pt x="3" y="2"/>
                    <a:pt x="2" y="4"/>
                  </a:cubicBezTo>
                  <a:cubicBezTo>
                    <a:pt x="0" y="8"/>
                    <a:pt x="0" y="12"/>
                    <a:pt x="1" y="15"/>
                  </a:cubicBezTo>
                  <a:cubicBezTo>
                    <a:pt x="2" y="16"/>
                    <a:pt x="3" y="17"/>
                    <a:pt x="4" y="17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2"/>
                    <a:pt x="1" y="8"/>
                    <a:pt x="2" y="5"/>
                  </a:cubicBezTo>
                  <a:cubicBezTo>
                    <a:pt x="3" y="2"/>
                    <a:pt x="5" y="1"/>
                    <a:pt x="6" y="1"/>
                  </a:cubicBezTo>
                  <a:cubicBezTo>
                    <a:pt x="7" y="0"/>
                    <a:pt x="8" y="1"/>
                    <a:pt x="9" y="2"/>
                  </a:cubicBezTo>
                  <a:cubicBezTo>
                    <a:pt x="8" y="1"/>
                    <a:pt x="8" y="0"/>
                    <a:pt x="6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4871">
              <a:extLst>
                <a:ext uri="{FF2B5EF4-FFF2-40B4-BE49-F238E27FC236}">
                  <a16:creationId xmlns:a16="http://schemas.microsoft.com/office/drawing/2014/main" id="{60F280B7-01BB-4C41-928A-BE76C5941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765"/>
              <a:ext cx="56" cy="56"/>
            </a:xfrm>
            <a:custGeom>
              <a:avLst/>
              <a:gdLst>
                <a:gd name="T0" fmla="*/ 128 w 28"/>
                <a:gd name="T1" fmla="*/ 16 h 28"/>
                <a:gd name="T2" fmla="*/ 64 w 28"/>
                <a:gd name="T3" fmla="*/ 0 h 28"/>
                <a:gd name="T4" fmla="*/ 40 w 28"/>
                <a:gd name="T5" fmla="*/ 144 h 28"/>
                <a:gd name="T6" fmla="*/ 184 w 28"/>
                <a:gd name="T7" fmla="*/ 208 h 28"/>
                <a:gd name="T8" fmla="*/ 208 w 28"/>
                <a:gd name="T9" fmla="*/ 128 h 28"/>
                <a:gd name="T10" fmla="*/ 168 w 28"/>
                <a:gd name="T11" fmla="*/ 64 h 28"/>
                <a:gd name="T12" fmla="*/ 128 w 28"/>
                <a:gd name="T13" fmla="*/ 1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16" y="2"/>
                  </a:moveTo>
                  <a:cubicBezTo>
                    <a:pt x="13" y="1"/>
                    <a:pt x="10" y="0"/>
                    <a:pt x="8" y="0"/>
                  </a:cubicBezTo>
                  <a:cubicBezTo>
                    <a:pt x="0" y="2"/>
                    <a:pt x="0" y="11"/>
                    <a:pt x="5" y="18"/>
                  </a:cubicBezTo>
                  <a:cubicBezTo>
                    <a:pt x="11" y="26"/>
                    <a:pt x="19" y="28"/>
                    <a:pt x="23" y="26"/>
                  </a:cubicBezTo>
                  <a:cubicBezTo>
                    <a:pt x="27" y="24"/>
                    <a:pt x="28" y="20"/>
                    <a:pt x="26" y="16"/>
                  </a:cubicBezTo>
                  <a:cubicBezTo>
                    <a:pt x="25" y="13"/>
                    <a:pt x="22" y="10"/>
                    <a:pt x="21" y="8"/>
                  </a:cubicBezTo>
                  <a:cubicBezTo>
                    <a:pt x="19" y="6"/>
                    <a:pt x="17" y="3"/>
                    <a:pt x="16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4872">
              <a:extLst>
                <a:ext uri="{FF2B5EF4-FFF2-40B4-BE49-F238E27FC236}">
                  <a16:creationId xmlns:a16="http://schemas.microsoft.com/office/drawing/2014/main" id="{AE6742F3-5692-4513-8856-3F57CE07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765"/>
              <a:ext cx="56" cy="56"/>
            </a:xfrm>
            <a:custGeom>
              <a:avLst/>
              <a:gdLst>
                <a:gd name="T0" fmla="*/ 128 w 28"/>
                <a:gd name="T1" fmla="*/ 16 h 28"/>
                <a:gd name="T2" fmla="*/ 64 w 28"/>
                <a:gd name="T3" fmla="*/ 0 h 28"/>
                <a:gd name="T4" fmla="*/ 40 w 28"/>
                <a:gd name="T5" fmla="*/ 144 h 28"/>
                <a:gd name="T6" fmla="*/ 184 w 28"/>
                <a:gd name="T7" fmla="*/ 208 h 28"/>
                <a:gd name="T8" fmla="*/ 208 w 28"/>
                <a:gd name="T9" fmla="*/ 128 h 28"/>
                <a:gd name="T10" fmla="*/ 168 w 28"/>
                <a:gd name="T11" fmla="*/ 64 h 28"/>
                <a:gd name="T12" fmla="*/ 128 w 28"/>
                <a:gd name="T13" fmla="*/ 1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16" y="2"/>
                  </a:moveTo>
                  <a:cubicBezTo>
                    <a:pt x="13" y="1"/>
                    <a:pt x="10" y="0"/>
                    <a:pt x="8" y="0"/>
                  </a:cubicBezTo>
                  <a:cubicBezTo>
                    <a:pt x="0" y="2"/>
                    <a:pt x="0" y="11"/>
                    <a:pt x="5" y="18"/>
                  </a:cubicBezTo>
                  <a:cubicBezTo>
                    <a:pt x="11" y="26"/>
                    <a:pt x="19" y="28"/>
                    <a:pt x="23" y="26"/>
                  </a:cubicBezTo>
                  <a:cubicBezTo>
                    <a:pt x="27" y="24"/>
                    <a:pt x="28" y="20"/>
                    <a:pt x="26" y="16"/>
                  </a:cubicBezTo>
                  <a:cubicBezTo>
                    <a:pt x="25" y="13"/>
                    <a:pt x="22" y="10"/>
                    <a:pt x="21" y="8"/>
                  </a:cubicBezTo>
                  <a:cubicBezTo>
                    <a:pt x="19" y="6"/>
                    <a:pt x="17" y="3"/>
                    <a:pt x="16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4873">
              <a:extLst>
                <a:ext uri="{FF2B5EF4-FFF2-40B4-BE49-F238E27FC236}">
                  <a16:creationId xmlns:a16="http://schemas.microsoft.com/office/drawing/2014/main" id="{D77FEBB0-BF38-4468-B3B0-55CCCBBC7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779"/>
              <a:ext cx="24" cy="28"/>
            </a:xfrm>
            <a:custGeom>
              <a:avLst/>
              <a:gdLst>
                <a:gd name="T0" fmla="*/ 0 w 12"/>
                <a:gd name="T1" fmla="*/ 8 h 14"/>
                <a:gd name="T2" fmla="*/ 8 w 12"/>
                <a:gd name="T3" fmla="*/ 56 h 14"/>
                <a:gd name="T4" fmla="*/ 72 w 12"/>
                <a:gd name="T5" fmla="*/ 112 h 14"/>
                <a:gd name="T6" fmla="*/ 96 w 12"/>
                <a:gd name="T7" fmla="*/ 104 h 14"/>
                <a:gd name="T8" fmla="*/ 72 w 12"/>
                <a:gd name="T9" fmla="*/ 112 h 14"/>
                <a:gd name="T10" fmla="*/ 8 w 12"/>
                <a:gd name="T11" fmla="*/ 56 h 14"/>
                <a:gd name="T12" fmla="*/ 8 w 12"/>
                <a:gd name="T13" fmla="*/ 8 h 14"/>
                <a:gd name="T14" fmla="*/ 24 w 12"/>
                <a:gd name="T15" fmla="*/ 0 h 14"/>
                <a:gd name="T16" fmla="*/ 0 w 12"/>
                <a:gd name="T17" fmla="*/ 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4">
                  <a:moveTo>
                    <a:pt x="0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3" y="10"/>
                    <a:pt x="6" y="13"/>
                    <a:pt x="9" y="14"/>
                  </a:cubicBezTo>
                  <a:cubicBezTo>
                    <a:pt x="10" y="14"/>
                    <a:pt x="11" y="14"/>
                    <a:pt x="12" y="13"/>
                  </a:cubicBezTo>
                  <a:cubicBezTo>
                    <a:pt x="11" y="14"/>
                    <a:pt x="10" y="14"/>
                    <a:pt x="9" y="14"/>
                  </a:cubicBezTo>
                  <a:cubicBezTo>
                    <a:pt x="6" y="13"/>
                    <a:pt x="3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4874">
              <a:extLst>
                <a:ext uri="{FF2B5EF4-FFF2-40B4-BE49-F238E27FC236}">
                  <a16:creationId xmlns:a16="http://schemas.microsoft.com/office/drawing/2014/main" id="{8809CEA4-DF94-493F-A077-8561678D5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851"/>
              <a:ext cx="40" cy="60"/>
            </a:xfrm>
            <a:custGeom>
              <a:avLst/>
              <a:gdLst>
                <a:gd name="T0" fmla="*/ 144 w 20"/>
                <a:gd name="T1" fmla="*/ 64 h 30"/>
                <a:gd name="T2" fmla="*/ 104 w 20"/>
                <a:gd name="T3" fmla="*/ 24 h 30"/>
                <a:gd name="T4" fmla="*/ 8 w 20"/>
                <a:gd name="T5" fmla="*/ 120 h 30"/>
                <a:gd name="T6" fmla="*/ 88 w 20"/>
                <a:gd name="T7" fmla="*/ 240 h 30"/>
                <a:gd name="T8" fmla="*/ 152 w 20"/>
                <a:gd name="T9" fmla="*/ 192 h 30"/>
                <a:gd name="T10" fmla="*/ 152 w 20"/>
                <a:gd name="T11" fmla="*/ 120 h 30"/>
                <a:gd name="T12" fmla="*/ 144 w 20"/>
                <a:gd name="T13" fmla="*/ 6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18" y="8"/>
                  </a:moveTo>
                  <a:cubicBezTo>
                    <a:pt x="17" y="6"/>
                    <a:pt x="15" y="4"/>
                    <a:pt x="13" y="3"/>
                  </a:cubicBezTo>
                  <a:cubicBezTo>
                    <a:pt x="5" y="0"/>
                    <a:pt x="0" y="7"/>
                    <a:pt x="1" y="15"/>
                  </a:cubicBezTo>
                  <a:cubicBezTo>
                    <a:pt x="1" y="24"/>
                    <a:pt x="7" y="30"/>
                    <a:pt x="11" y="30"/>
                  </a:cubicBezTo>
                  <a:cubicBezTo>
                    <a:pt x="16" y="30"/>
                    <a:pt x="18" y="28"/>
                    <a:pt x="19" y="24"/>
                  </a:cubicBezTo>
                  <a:cubicBezTo>
                    <a:pt x="20" y="21"/>
                    <a:pt x="19" y="17"/>
                    <a:pt x="19" y="15"/>
                  </a:cubicBezTo>
                  <a:cubicBezTo>
                    <a:pt x="19" y="13"/>
                    <a:pt x="19" y="10"/>
                    <a:pt x="18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4875">
              <a:extLst>
                <a:ext uri="{FF2B5EF4-FFF2-40B4-BE49-F238E27FC236}">
                  <a16:creationId xmlns:a16="http://schemas.microsoft.com/office/drawing/2014/main" id="{E699AF50-CF34-4151-905A-80A5819C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851"/>
              <a:ext cx="40" cy="60"/>
            </a:xfrm>
            <a:custGeom>
              <a:avLst/>
              <a:gdLst>
                <a:gd name="T0" fmla="*/ 144 w 20"/>
                <a:gd name="T1" fmla="*/ 64 h 30"/>
                <a:gd name="T2" fmla="*/ 104 w 20"/>
                <a:gd name="T3" fmla="*/ 24 h 30"/>
                <a:gd name="T4" fmla="*/ 8 w 20"/>
                <a:gd name="T5" fmla="*/ 120 h 30"/>
                <a:gd name="T6" fmla="*/ 88 w 20"/>
                <a:gd name="T7" fmla="*/ 240 h 30"/>
                <a:gd name="T8" fmla="*/ 152 w 20"/>
                <a:gd name="T9" fmla="*/ 192 h 30"/>
                <a:gd name="T10" fmla="*/ 152 w 20"/>
                <a:gd name="T11" fmla="*/ 120 h 30"/>
                <a:gd name="T12" fmla="*/ 144 w 20"/>
                <a:gd name="T13" fmla="*/ 6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18" y="8"/>
                  </a:moveTo>
                  <a:cubicBezTo>
                    <a:pt x="17" y="6"/>
                    <a:pt x="15" y="4"/>
                    <a:pt x="13" y="3"/>
                  </a:cubicBezTo>
                  <a:cubicBezTo>
                    <a:pt x="5" y="0"/>
                    <a:pt x="0" y="7"/>
                    <a:pt x="1" y="15"/>
                  </a:cubicBezTo>
                  <a:cubicBezTo>
                    <a:pt x="1" y="24"/>
                    <a:pt x="7" y="30"/>
                    <a:pt x="11" y="30"/>
                  </a:cubicBezTo>
                  <a:cubicBezTo>
                    <a:pt x="16" y="30"/>
                    <a:pt x="18" y="28"/>
                    <a:pt x="19" y="24"/>
                  </a:cubicBezTo>
                  <a:cubicBezTo>
                    <a:pt x="20" y="21"/>
                    <a:pt x="19" y="17"/>
                    <a:pt x="19" y="15"/>
                  </a:cubicBezTo>
                  <a:cubicBezTo>
                    <a:pt x="19" y="13"/>
                    <a:pt x="19" y="10"/>
                    <a:pt x="18" y="8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4876">
              <a:extLst>
                <a:ext uri="{FF2B5EF4-FFF2-40B4-BE49-F238E27FC236}">
                  <a16:creationId xmlns:a16="http://schemas.microsoft.com/office/drawing/2014/main" id="{F0D37F1D-3F15-423B-AD51-A845284DB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867"/>
              <a:ext cx="12" cy="32"/>
            </a:xfrm>
            <a:custGeom>
              <a:avLst/>
              <a:gdLst>
                <a:gd name="T0" fmla="*/ 24 w 6"/>
                <a:gd name="T1" fmla="*/ 8 h 16"/>
                <a:gd name="T2" fmla="*/ 8 w 6"/>
                <a:gd name="T3" fmla="*/ 48 h 16"/>
                <a:gd name="T4" fmla="*/ 24 w 6"/>
                <a:gd name="T5" fmla="*/ 120 h 16"/>
                <a:gd name="T6" fmla="*/ 48 w 6"/>
                <a:gd name="T7" fmla="*/ 128 h 16"/>
                <a:gd name="T8" fmla="*/ 24 w 6"/>
                <a:gd name="T9" fmla="*/ 120 h 16"/>
                <a:gd name="T10" fmla="*/ 8 w 6"/>
                <a:gd name="T11" fmla="*/ 48 h 16"/>
                <a:gd name="T12" fmla="*/ 24 w 6"/>
                <a:gd name="T13" fmla="*/ 8 h 16"/>
                <a:gd name="T14" fmla="*/ 48 w 6"/>
                <a:gd name="T15" fmla="*/ 16 h 16"/>
                <a:gd name="T16" fmla="*/ 24 w 6"/>
                <a:gd name="T17" fmla="*/ 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16">
                  <a:moveTo>
                    <a:pt x="3" y="1"/>
                  </a:moveTo>
                  <a:cubicBezTo>
                    <a:pt x="2" y="1"/>
                    <a:pt x="1" y="3"/>
                    <a:pt x="1" y="6"/>
                  </a:cubicBezTo>
                  <a:cubicBezTo>
                    <a:pt x="0" y="9"/>
                    <a:pt x="1" y="13"/>
                    <a:pt x="3" y="15"/>
                  </a:cubicBezTo>
                  <a:cubicBezTo>
                    <a:pt x="4" y="16"/>
                    <a:pt x="5" y="16"/>
                    <a:pt x="6" y="16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1" y="13"/>
                    <a:pt x="1" y="9"/>
                    <a:pt x="1" y="6"/>
                  </a:cubicBezTo>
                  <a:cubicBezTo>
                    <a:pt x="1" y="3"/>
                    <a:pt x="2" y="1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5" y="1"/>
                    <a:pt x="4" y="0"/>
                    <a:pt x="3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4877">
              <a:extLst>
                <a:ext uri="{FF2B5EF4-FFF2-40B4-BE49-F238E27FC236}">
                  <a16:creationId xmlns:a16="http://schemas.microsoft.com/office/drawing/2014/main" id="{8F3BA3CD-4C02-4154-ABB3-82A9A123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829"/>
              <a:ext cx="47" cy="64"/>
            </a:xfrm>
            <a:custGeom>
              <a:avLst/>
              <a:gdLst>
                <a:gd name="T0" fmla="*/ 129 w 23"/>
                <a:gd name="T1" fmla="*/ 24 h 32"/>
                <a:gd name="T2" fmla="*/ 25 w 23"/>
                <a:gd name="T3" fmla="*/ 56 h 32"/>
                <a:gd name="T4" fmla="*/ 25 w 23"/>
                <a:gd name="T5" fmla="*/ 200 h 32"/>
                <a:gd name="T6" fmla="*/ 112 w 23"/>
                <a:gd name="T7" fmla="*/ 248 h 32"/>
                <a:gd name="T8" fmla="*/ 129 w 23"/>
                <a:gd name="T9" fmla="*/ 2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15" y="3"/>
                  </a:moveTo>
                  <a:cubicBezTo>
                    <a:pt x="11" y="0"/>
                    <a:pt x="6" y="2"/>
                    <a:pt x="3" y="7"/>
                  </a:cubicBezTo>
                  <a:cubicBezTo>
                    <a:pt x="0" y="12"/>
                    <a:pt x="0" y="19"/>
                    <a:pt x="3" y="25"/>
                  </a:cubicBezTo>
                  <a:cubicBezTo>
                    <a:pt x="5" y="31"/>
                    <a:pt x="10" y="32"/>
                    <a:pt x="13" y="31"/>
                  </a:cubicBezTo>
                  <a:cubicBezTo>
                    <a:pt x="22" y="29"/>
                    <a:pt x="23" y="9"/>
                    <a:pt x="15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4878">
              <a:extLst>
                <a:ext uri="{FF2B5EF4-FFF2-40B4-BE49-F238E27FC236}">
                  <a16:creationId xmlns:a16="http://schemas.microsoft.com/office/drawing/2014/main" id="{B1317C84-544B-467D-92D5-34A0FA55B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829"/>
              <a:ext cx="47" cy="64"/>
            </a:xfrm>
            <a:custGeom>
              <a:avLst/>
              <a:gdLst>
                <a:gd name="T0" fmla="*/ 129 w 23"/>
                <a:gd name="T1" fmla="*/ 24 h 32"/>
                <a:gd name="T2" fmla="*/ 25 w 23"/>
                <a:gd name="T3" fmla="*/ 56 h 32"/>
                <a:gd name="T4" fmla="*/ 25 w 23"/>
                <a:gd name="T5" fmla="*/ 200 h 32"/>
                <a:gd name="T6" fmla="*/ 112 w 23"/>
                <a:gd name="T7" fmla="*/ 248 h 32"/>
                <a:gd name="T8" fmla="*/ 129 w 23"/>
                <a:gd name="T9" fmla="*/ 2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15" y="3"/>
                  </a:moveTo>
                  <a:cubicBezTo>
                    <a:pt x="11" y="0"/>
                    <a:pt x="6" y="2"/>
                    <a:pt x="3" y="7"/>
                  </a:cubicBezTo>
                  <a:cubicBezTo>
                    <a:pt x="0" y="12"/>
                    <a:pt x="0" y="19"/>
                    <a:pt x="3" y="25"/>
                  </a:cubicBezTo>
                  <a:cubicBezTo>
                    <a:pt x="5" y="31"/>
                    <a:pt x="10" y="32"/>
                    <a:pt x="13" y="31"/>
                  </a:cubicBezTo>
                  <a:cubicBezTo>
                    <a:pt x="22" y="29"/>
                    <a:pt x="23" y="9"/>
                    <a:pt x="15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4879">
              <a:extLst>
                <a:ext uri="{FF2B5EF4-FFF2-40B4-BE49-F238E27FC236}">
                  <a16:creationId xmlns:a16="http://schemas.microsoft.com/office/drawing/2014/main" id="{B44947B2-54AC-4108-BC11-41769E311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843"/>
              <a:ext cx="16" cy="36"/>
            </a:xfrm>
            <a:custGeom>
              <a:avLst/>
              <a:gdLst>
                <a:gd name="T0" fmla="*/ 40 w 8"/>
                <a:gd name="T1" fmla="*/ 0 h 18"/>
                <a:gd name="T2" fmla="*/ 8 w 8"/>
                <a:gd name="T3" fmla="*/ 48 h 18"/>
                <a:gd name="T4" fmla="*/ 24 w 8"/>
                <a:gd name="T5" fmla="*/ 136 h 18"/>
                <a:gd name="T6" fmla="*/ 48 w 8"/>
                <a:gd name="T7" fmla="*/ 144 h 18"/>
                <a:gd name="T8" fmla="*/ 24 w 8"/>
                <a:gd name="T9" fmla="*/ 136 h 18"/>
                <a:gd name="T10" fmla="*/ 8 w 8"/>
                <a:gd name="T11" fmla="*/ 48 h 18"/>
                <a:gd name="T12" fmla="*/ 40 w 8"/>
                <a:gd name="T13" fmla="*/ 0 h 18"/>
                <a:gd name="T14" fmla="*/ 64 w 8"/>
                <a:gd name="T15" fmla="*/ 8 h 18"/>
                <a:gd name="T16" fmla="*/ 40 w 8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cubicBezTo>
                    <a:pt x="3" y="0"/>
                    <a:pt x="1" y="3"/>
                    <a:pt x="1" y="6"/>
                  </a:cubicBezTo>
                  <a:cubicBezTo>
                    <a:pt x="0" y="9"/>
                    <a:pt x="1" y="14"/>
                    <a:pt x="3" y="17"/>
                  </a:cubicBezTo>
                  <a:cubicBezTo>
                    <a:pt x="4" y="18"/>
                    <a:pt x="5" y="18"/>
                    <a:pt x="6" y="18"/>
                  </a:cubicBezTo>
                  <a:cubicBezTo>
                    <a:pt x="5" y="18"/>
                    <a:pt x="4" y="18"/>
                    <a:pt x="3" y="17"/>
                  </a:cubicBezTo>
                  <a:cubicBezTo>
                    <a:pt x="1" y="14"/>
                    <a:pt x="0" y="9"/>
                    <a:pt x="1" y="6"/>
                  </a:cubicBezTo>
                  <a:cubicBezTo>
                    <a:pt x="2" y="3"/>
                    <a:pt x="3" y="1"/>
                    <a:pt x="5" y="0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4880">
              <a:extLst>
                <a:ext uri="{FF2B5EF4-FFF2-40B4-BE49-F238E27FC236}">
                  <a16:creationId xmlns:a16="http://schemas.microsoft.com/office/drawing/2014/main" id="{F159DD07-B84C-43B4-B27E-CFC34152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893"/>
              <a:ext cx="46" cy="64"/>
            </a:xfrm>
            <a:custGeom>
              <a:avLst/>
              <a:gdLst>
                <a:gd name="T0" fmla="*/ 72 w 23"/>
                <a:gd name="T1" fmla="*/ 24 h 32"/>
                <a:gd name="T2" fmla="*/ 8 w 23"/>
                <a:gd name="T3" fmla="*/ 56 h 32"/>
                <a:gd name="T4" fmla="*/ 56 w 23"/>
                <a:gd name="T5" fmla="*/ 200 h 32"/>
                <a:gd name="T6" fmla="*/ 136 w 23"/>
                <a:gd name="T7" fmla="*/ 248 h 32"/>
                <a:gd name="T8" fmla="*/ 72 w 23"/>
                <a:gd name="T9" fmla="*/ 2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9" y="3"/>
                  </a:moveTo>
                  <a:cubicBezTo>
                    <a:pt x="4" y="0"/>
                    <a:pt x="1" y="3"/>
                    <a:pt x="1" y="7"/>
                  </a:cubicBezTo>
                  <a:cubicBezTo>
                    <a:pt x="0" y="12"/>
                    <a:pt x="3" y="20"/>
                    <a:pt x="7" y="25"/>
                  </a:cubicBezTo>
                  <a:cubicBezTo>
                    <a:pt x="11" y="31"/>
                    <a:pt x="14" y="32"/>
                    <a:pt x="17" y="31"/>
                  </a:cubicBezTo>
                  <a:cubicBezTo>
                    <a:pt x="23" y="28"/>
                    <a:pt x="17" y="8"/>
                    <a:pt x="9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4881">
              <a:extLst>
                <a:ext uri="{FF2B5EF4-FFF2-40B4-BE49-F238E27FC236}">
                  <a16:creationId xmlns:a16="http://schemas.microsoft.com/office/drawing/2014/main" id="{F877FCA0-11D1-4E19-A2DA-3F6FA324F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893"/>
              <a:ext cx="46" cy="64"/>
            </a:xfrm>
            <a:custGeom>
              <a:avLst/>
              <a:gdLst>
                <a:gd name="T0" fmla="*/ 72 w 23"/>
                <a:gd name="T1" fmla="*/ 24 h 32"/>
                <a:gd name="T2" fmla="*/ 8 w 23"/>
                <a:gd name="T3" fmla="*/ 56 h 32"/>
                <a:gd name="T4" fmla="*/ 56 w 23"/>
                <a:gd name="T5" fmla="*/ 200 h 32"/>
                <a:gd name="T6" fmla="*/ 136 w 23"/>
                <a:gd name="T7" fmla="*/ 248 h 32"/>
                <a:gd name="T8" fmla="*/ 72 w 23"/>
                <a:gd name="T9" fmla="*/ 2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9" y="3"/>
                  </a:moveTo>
                  <a:cubicBezTo>
                    <a:pt x="4" y="0"/>
                    <a:pt x="1" y="3"/>
                    <a:pt x="1" y="7"/>
                  </a:cubicBezTo>
                  <a:cubicBezTo>
                    <a:pt x="0" y="12"/>
                    <a:pt x="3" y="20"/>
                    <a:pt x="7" y="25"/>
                  </a:cubicBezTo>
                  <a:cubicBezTo>
                    <a:pt x="11" y="31"/>
                    <a:pt x="14" y="32"/>
                    <a:pt x="17" y="31"/>
                  </a:cubicBezTo>
                  <a:cubicBezTo>
                    <a:pt x="23" y="28"/>
                    <a:pt x="17" y="8"/>
                    <a:pt x="9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4882">
              <a:extLst>
                <a:ext uri="{FF2B5EF4-FFF2-40B4-BE49-F238E27FC236}">
                  <a16:creationId xmlns:a16="http://schemas.microsoft.com/office/drawing/2014/main" id="{33B2830D-28B2-49A4-A9F5-976EAB29D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905"/>
              <a:ext cx="18" cy="38"/>
            </a:xfrm>
            <a:custGeom>
              <a:avLst/>
              <a:gdLst>
                <a:gd name="T0" fmla="*/ 16 w 9"/>
                <a:gd name="T1" fmla="*/ 8 h 19"/>
                <a:gd name="T2" fmla="*/ 8 w 9"/>
                <a:gd name="T3" fmla="*/ 56 h 19"/>
                <a:gd name="T4" fmla="*/ 48 w 9"/>
                <a:gd name="T5" fmla="*/ 144 h 19"/>
                <a:gd name="T6" fmla="*/ 72 w 9"/>
                <a:gd name="T7" fmla="*/ 152 h 19"/>
                <a:gd name="T8" fmla="*/ 48 w 9"/>
                <a:gd name="T9" fmla="*/ 144 h 19"/>
                <a:gd name="T10" fmla="*/ 8 w 9"/>
                <a:gd name="T11" fmla="*/ 56 h 19"/>
                <a:gd name="T12" fmla="*/ 16 w 9"/>
                <a:gd name="T13" fmla="*/ 8 h 19"/>
                <a:gd name="T14" fmla="*/ 40 w 9"/>
                <a:gd name="T15" fmla="*/ 16 h 19"/>
                <a:gd name="T16" fmla="*/ 16 w 9"/>
                <a:gd name="T17" fmla="*/ 8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9">
                  <a:moveTo>
                    <a:pt x="2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1" y="11"/>
                    <a:pt x="3" y="15"/>
                    <a:pt x="6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8" y="19"/>
                    <a:pt x="7" y="19"/>
                    <a:pt x="6" y="18"/>
                  </a:cubicBezTo>
                  <a:cubicBezTo>
                    <a:pt x="4" y="15"/>
                    <a:pt x="1" y="10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1"/>
                    <a:pt x="3" y="1"/>
                    <a:pt x="5" y="2"/>
                  </a:cubicBezTo>
                  <a:cubicBezTo>
                    <a:pt x="3" y="1"/>
                    <a:pt x="2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4883">
              <a:extLst>
                <a:ext uri="{FF2B5EF4-FFF2-40B4-BE49-F238E27FC236}">
                  <a16:creationId xmlns:a16="http://schemas.microsoft.com/office/drawing/2014/main" id="{2DDD6260-1DCE-43E2-BB9C-AEB556C63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955"/>
              <a:ext cx="58" cy="58"/>
            </a:xfrm>
            <a:custGeom>
              <a:avLst/>
              <a:gdLst>
                <a:gd name="T0" fmla="*/ 224 w 29"/>
                <a:gd name="T1" fmla="*/ 64 h 29"/>
                <a:gd name="T2" fmla="*/ 136 w 29"/>
                <a:gd name="T3" fmla="*/ 8 h 29"/>
                <a:gd name="T4" fmla="*/ 24 w 29"/>
                <a:gd name="T5" fmla="*/ 96 h 29"/>
                <a:gd name="T6" fmla="*/ 40 w 29"/>
                <a:gd name="T7" fmla="*/ 192 h 29"/>
                <a:gd name="T8" fmla="*/ 224 w 29"/>
                <a:gd name="T9" fmla="*/ 6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28" y="8"/>
                  </a:moveTo>
                  <a:cubicBezTo>
                    <a:pt x="27" y="2"/>
                    <a:pt x="23" y="0"/>
                    <a:pt x="17" y="1"/>
                  </a:cubicBezTo>
                  <a:cubicBezTo>
                    <a:pt x="12" y="2"/>
                    <a:pt x="6" y="6"/>
                    <a:pt x="3" y="12"/>
                  </a:cubicBezTo>
                  <a:cubicBezTo>
                    <a:pt x="0" y="18"/>
                    <a:pt x="2" y="22"/>
                    <a:pt x="5" y="24"/>
                  </a:cubicBezTo>
                  <a:cubicBezTo>
                    <a:pt x="12" y="29"/>
                    <a:pt x="29" y="18"/>
                    <a:pt x="28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4884">
              <a:extLst>
                <a:ext uri="{FF2B5EF4-FFF2-40B4-BE49-F238E27FC236}">
                  <a16:creationId xmlns:a16="http://schemas.microsoft.com/office/drawing/2014/main" id="{E3C0499A-E5E6-4DC7-BB11-15FB13024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955"/>
              <a:ext cx="58" cy="58"/>
            </a:xfrm>
            <a:custGeom>
              <a:avLst/>
              <a:gdLst>
                <a:gd name="T0" fmla="*/ 224 w 29"/>
                <a:gd name="T1" fmla="*/ 64 h 29"/>
                <a:gd name="T2" fmla="*/ 136 w 29"/>
                <a:gd name="T3" fmla="*/ 8 h 29"/>
                <a:gd name="T4" fmla="*/ 24 w 29"/>
                <a:gd name="T5" fmla="*/ 96 h 29"/>
                <a:gd name="T6" fmla="*/ 40 w 29"/>
                <a:gd name="T7" fmla="*/ 192 h 29"/>
                <a:gd name="T8" fmla="*/ 224 w 29"/>
                <a:gd name="T9" fmla="*/ 6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28" y="8"/>
                  </a:moveTo>
                  <a:cubicBezTo>
                    <a:pt x="27" y="2"/>
                    <a:pt x="23" y="0"/>
                    <a:pt x="17" y="1"/>
                  </a:cubicBezTo>
                  <a:cubicBezTo>
                    <a:pt x="12" y="2"/>
                    <a:pt x="6" y="6"/>
                    <a:pt x="3" y="12"/>
                  </a:cubicBezTo>
                  <a:cubicBezTo>
                    <a:pt x="0" y="18"/>
                    <a:pt x="2" y="22"/>
                    <a:pt x="5" y="24"/>
                  </a:cubicBezTo>
                  <a:cubicBezTo>
                    <a:pt x="12" y="29"/>
                    <a:pt x="29" y="18"/>
                    <a:pt x="28" y="8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4885">
              <a:extLst>
                <a:ext uri="{FF2B5EF4-FFF2-40B4-BE49-F238E27FC236}">
                  <a16:creationId xmlns:a16="http://schemas.microsoft.com/office/drawing/2014/main" id="{22258EB9-BE1D-4DA2-9E6F-C32B060B7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967"/>
              <a:ext cx="32" cy="28"/>
            </a:xfrm>
            <a:custGeom>
              <a:avLst/>
              <a:gdLst>
                <a:gd name="T0" fmla="*/ 112 w 16"/>
                <a:gd name="T1" fmla="*/ 8 h 14"/>
                <a:gd name="T2" fmla="*/ 56 w 16"/>
                <a:gd name="T3" fmla="*/ 16 h 14"/>
                <a:gd name="T4" fmla="*/ 0 w 16"/>
                <a:gd name="T5" fmla="*/ 80 h 14"/>
                <a:gd name="T6" fmla="*/ 8 w 16"/>
                <a:gd name="T7" fmla="*/ 112 h 14"/>
                <a:gd name="T8" fmla="*/ 0 w 16"/>
                <a:gd name="T9" fmla="*/ 80 h 14"/>
                <a:gd name="T10" fmla="*/ 56 w 16"/>
                <a:gd name="T11" fmla="*/ 16 h 14"/>
                <a:gd name="T12" fmla="*/ 112 w 16"/>
                <a:gd name="T13" fmla="*/ 8 h 14"/>
                <a:gd name="T14" fmla="*/ 120 w 16"/>
                <a:gd name="T15" fmla="*/ 32 h 14"/>
                <a:gd name="T16" fmla="*/ 112 w 16"/>
                <a:gd name="T17" fmla="*/ 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4">
                  <a:moveTo>
                    <a:pt x="14" y="1"/>
                  </a:moveTo>
                  <a:cubicBezTo>
                    <a:pt x="13" y="0"/>
                    <a:pt x="10" y="0"/>
                    <a:pt x="7" y="2"/>
                  </a:cubicBezTo>
                  <a:cubicBezTo>
                    <a:pt x="4" y="3"/>
                    <a:pt x="1" y="7"/>
                    <a:pt x="0" y="10"/>
                  </a:cubicBezTo>
                  <a:cubicBezTo>
                    <a:pt x="0" y="12"/>
                    <a:pt x="0" y="13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1" y="7"/>
                    <a:pt x="4" y="3"/>
                    <a:pt x="7" y="2"/>
                  </a:cubicBezTo>
                  <a:cubicBezTo>
                    <a:pt x="10" y="0"/>
                    <a:pt x="13" y="0"/>
                    <a:pt x="14" y="1"/>
                  </a:cubicBezTo>
                  <a:cubicBezTo>
                    <a:pt x="15" y="2"/>
                    <a:pt x="16" y="3"/>
                    <a:pt x="15" y="4"/>
                  </a:cubicBezTo>
                  <a:cubicBezTo>
                    <a:pt x="16" y="3"/>
                    <a:pt x="15" y="2"/>
                    <a:pt x="14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4886">
              <a:extLst>
                <a:ext uri="{FF2B5EF4-FFF2-40B4-BE49-F238E27FC236}">
                  <a16:creationId xmlns:a16="http://schemas.microsoft.com/office/drawing/2014/main" id="{C5F13217-11D0-4D0B-8FCF-2B8395DB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895"/>
              <a:ext cx="55" cy="60"/>
            </a:xfrm>
            <a:custGeom>
              <a:avLst/>
              <a:gdLst>
                <a:gd name="T0" fmla="*/ 84 w 27"/>
                <a:gd name="T1" fmla="*/ 0 h 30"/>
                <a:gd name="T2" fmla="*/ 8 w 27"/>
                <a:gd name="T3" fmla="*/ 72 h 30"/>
                <a:gd name="T4" fmla="*/ 67 w 27"/>
                <a:gd name="T5" fmla="*/ 200 h 30"/>
                <a:gd name="T6" fmla="*/ 171 w 27"/>
                <a:gd name="T7" fmla="*/ 216 h 30"/>
                <a:gd name="T8" fmla="*/ 84 w 2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10" y="0"/>
                  </a:moveTo>
                  <a:cubicBezTo>
                    <a:pt x="5" y="0"/>
                    <a:pt x="1" y="3"/>
                    <a:pt x="1" y="9"/>
                  </a:cubicBezTo>
                  <a:cubicBezTo>
                    <a:pt x="0" y="14"/>
                    <a:pt x="3" y="21"/>
                    <a:pt x="8" y="25"/>
                  </a:cubicBezTo>
                  <a:cubicBezTo>
                    <a:pt x="13" y="30"/>
                    <a:pt x="17" y="29"/>
                    <a:pt x="20" y="27"/>
                  </a:cubicBezTo>
                  <a:cubicBezTo>
                    <a:pt x="27" y="21"/>
                    <a:pt x="20" y="3"/>
                    <a:pt x="10" y="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4887">
              <a:extLst>
                <a:ext uri="{FF2B5EF4-FFF2-40B4-BE49-F238E27FC236}">
                  <a16:creationId xmlns:a16="http://schemas.microsoft.com/office/drawing/2014/main" id="{3A87DD6C-AA91-4CF0-8BA6-FE93A7787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895"/>
              <a:ext cx="55" cy="60"/>
            </a:xfrm>
            <a:custGeom>
              <a:avLst/>
              <a:gdLst>
                <a:gd name="T0" fmla="*/ 84 w 27"/>
                <a:gd name="T1" fmla="*/ 0 h 30"/>
                <a:gd name="T2" fmla="*/ 8 w 27"/>
                <a:gd name="T3" fmla="*/ 72 h 30"/>
                <a:gd name="T4" fmla="*/ 67 w 27"/>
                <a:gd name="T5" fmla="*/ 200 h 30"/>
                <a:gd name="T6" fmla="*/ 171 w 27"/>
                <a:gd name="T7" fmla="*/ 216 h 30"/>
                <a:gd name="T8" fmla="*/ 84 w 2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10" y="0"/>
                  </a:moveTo>
                  <a:cubicBezTo>
                    <a:pt x="5" y="0"/>
                    <a:pt x="1" y="3"/>
                    <a:pt x="1" y="9"/>
                  </a:cubicBezTo>
                  <a:cubicBezTo>
                    <a:pt x="0" y="14"/>
                    <a:pt x="3" y="21"/>
                    <a:pt x="8" y="25"/>
                  </a:cubicBezTo>
                  <a:cubicBezTo>
                    <a:pt x="13" y="30"/>
                    <a:pt x="17" y="29"/>
                    <a:pt x="20" y="27"/>
                  </a:cubicBezTo>
                  <a:cubicBezTo>
                    <a:pt x="27" y="21"/>
                    <a:pt x="20" y="3"/>
                    <a:pt x="10" y="0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4888">
              <a:extLst>
                <a:ext uri="{FF2B5EF4-FFF2-40B4-BE49-F238E27FC236}">
                  <a16:creationId xmlns:a16="http://schemas.microsoft.com/office/drawing/2014/main" id="{3B33B79B-2C67-460C-94DA-C67EA3C9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905"/>
              <a:ext cx="22" cy="36"/>
            </a:xfrm>
            <a:custGeom>
              <a:avLst/>
              <a:gdLst>
                <a:gd name="T0" fmla="*/ 16 w 11"/>
                <a:gd name="T1" fmla="*/ 8 h 18"/>
                <a:gd name="T2" fmla="*/ 8 w 11"/>
                <a:gd name="T3" fmla="*/ 64 h 18"/>
                <a:gd name="T4" fmla="*/ 56 w 11"/>
                <a:gd name="T5" fmla="*/ 136 h 18"/>
                <a:gd name="T6" fmla="*/ 88 w 11"/>
                <a:gd name="T7" fmla="*/ 136 h 18"/>
                <a:gd name="T8" fmla="*/ 56 w 11"/>
                <a:gd name="T9" fmla="*/ 136 h 18"/>
                <a:gd name="T10" fmla="*/ 8 w 11"/>
                <a:gd name="T11" fmla="*/ 64 h 18"/>
                <a:gd name="T12" fmla="*/ 16 w 11"/>
                <a:gd name="T13" fmla="*/ 8 h 18"/>
                <a:gd name="T14" fmla="*/ 48 w 11"/>
                <a:gd name="T15" fmla="*/ 8 h 18"/>
                <a:gd name="T16" fmla="*/ 16 w 11"/>
                <a:gd name="T17" fmla="*/ 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0" y="2"/>
                    <a:pt x="0" y="5"/>
                    <a:pt x="1" y="8"/>
                  </a:cubicBezTo>
                  <a:cubicBezTo>
                    <a:pt x="1" y="11"/>
                    <a:pt x="4" y="16"/>
                    <a:pt x="7" y="17"/>
                  </a:cubicBezTo>
                  <a:cubicBezTo>
                    <a:pt x="8" y="18"/>
                    <a:pt x="10" y="18"/>
                    <a:pt x="11" y="17"/>
                  </a:cubicBezTo>
                  <a:cubicBezTo>
                    <a:pt x="10" y="17"/>
                    <a:pt x="8" y="17"/>
                    <a:pt x="7" y="17"/>
                  </a:cubicBezTo>
                  <a:cubicBezTo>
                    <a:pt x="4" y="15"/>
                    <a:pt x="1" y="11"/>
                    <a:pt x="1" y="8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4" y="0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4889">
              <a:extLst>
                <a:ext uri="{FF2B5EF4-FFF2-40B4-BE49-F238E27FC236}">
                  <a16:creationId xmlns:a16="http://schemas.microsoft.com/office/drawing/2014/main" id="{E8CC0EA5-5F3F-4A84-82AA-66A350294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551"/>
              <a:ext cx="50" cy="62"/>
            </a:xfrm>
            <a:custGeom>
              <a:avLst/>
              <a:gdLst>
                <a:gd name="T0" fmla="*/ 104 w 25"/>
                <a:gd name="T1" fmla="*/ 8 h 31"/>
                <a:gd name="T2" fmla="*/ 16 w 25"/>
                <a:gd name="T3" fmla="*/ 64 h 31"/>
                <a:gd name="T4" fmla="*/ 48 w 25"/>
                <a:gd name="T5" fmla="*/ 200 h 31"/>
                <a:gd name="T6" fmla="*/ 144 w 25"/>
                <a:gd name="T7" fmla="*/ 232 h 31"/>
                <a:gd name="T8" fmla="*/ 104 w 25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13" y="1"/>
                  </a:moveTo>
                  <a:cubicBezTo>
                    <a:pt x="7" y="0"/>
                    <a:pt x="3" y="3"/>
                    <a:pt x="2" y="8"/>
                  </a:cubicBezTo>
                  <a:cubicBezTo>
                    <a:pt x="0" y="13"/>
                    <a:pt x="2" y="20"/>
                    <a:pt x="6" y="25"/>
                  </a:cubicBezTo>
                  <a:cubicBezTo>
                    <a:pt x="10" y="31"/>
                    <a:pt x="14" y="31"/>
                    <a:pt x="18" y="29"/>
                  </a:cubicBezTo>
                  <a:cubicBezTo>
                    <a:pt x="25" y="25"/>
                    <a:pt x="22" y="5"/>
                    <a:pt x="13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4890">
              <a:extLst>
                <a:ext uri="{FF2B5EF4-FFF2-40B4-BE49-F238E27FC236}">
                  <a16:creationId xmlns:a16="http://schemas.microsoft.com/office/drawing/2014/main" id="{ABC99083-006A-49C4-A3B1-38A1CABF9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551"/>
              <a:ext cx="50" cy="62"/>
            </a:xfrm>
            <a:custGeom>
              <a:avLst/>
              <a:gdLst>
                <a:gd name="T0" fmla="*/ 104 w 25"/>
                <a:gd name="T1" fmla="*/ 8 h 31"/>
                <a:gd name="T2" fmla="*/ 16 w 25"/>
                <a:gd name="T3" fmla="*/ 64 h 31"/>
                <a:gd name="T4" fmla="*/ 48 w 25"/>
                <a:gd name="T5" fmla="*/ 200 h 31"/>
                <a:gd name="T6" fmla="*/ 144 w 25"/>
                <a:gd name="T7" fmla="*/ 232 h 31"/>
                <a:gd name="T8" fmla="*/ 104 w 25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13" y="1"/>
                  </a:moveTo>
                  <a:cubicBezTo>
                    <a:pt x="7" y="0"/>
                    <a:pt x="3" y="3"/>
                    <a:pt x="2" y="8"/>
                  </a:cubicBezTo>
                  <a:cubicBezTo>
                    <a:pt x="0" y="13"/>
                    <a:pt x="2" y="20"/>
                    <a:pt x="6" y="25"/>
                  </a:cubicBezTo>
                  <a:cubicBezTo>
                    <a:pt x="10" y="31"/>
                    <a:pt x="14" y="31"/>
                    <a:pt x="18" y="29"/>
                  </a:cubicBezTo>
                  <a:cubicBezTo>
                    <a:pt x="25" y="25"/>
                    <a:pt x="22" y="5"/>
                    <a:pt x="13" y="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4891">
              <a:extLst>
                <a:ext uri="{FF2B5EF4-FFF2-40B4-BE49-F238E27FC236}">
                  <a16:creationId xmlns:a16="http://schemas.microsoft.com/office/drawing/2014/main" id="{CF0C0EC2-400A-4BBF-9D94-0BBB8A46D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561"/>
              <a:ext cx="16" cy="38"/>
            </a:xfrm>
            <a:custGeom>
              <a:avLst/>
              <a:gdLst>
                <a:gd name="T0" fmla="*/ 16 w 8"/>
                <a:gd name="T1" fmla="*/ 8 h 19"/>
                <a:gd name="T2" fmla="*/ 0 w 8"/>
                <a:gd name="T3" fmla="*/ 64 h 19"/>
                <a:gd name="T4" fmla="*/ 32 w 8"/>
                <a:gd name="T5" fmla="*/ 144 h 19"/>
                <a:gd name="T6" fmla="*/ 64 w 8"/>
                <a:gd name="T7" fmla="*/ 144 h 19"/>
                <a:gd name="T8" fmla="*/ 40 w 8"/>
                <a:gd name="T9" fmla="*/ 144 h 19"/>
                <a:gd name="T10" fmla="*/ 0 w 8"/>
                <a:gd name="T11" fmla="*/ 64 h 19"/>
                <a:gd name="T12" fmla="*/ 16 w 8"/>
                <a:gd name="T13" fmla="*/ 8 h 19"/>
                <a:gd name="T14" fmla="*/ 48 w 8"/>
                <a:gd name="T15" fmla="*/ 16 h 19"/>
                <a:gd name="T16" fmla="*/ 16 w 8"/>
                <a:gd name="T17" fmla="*/ 8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9">
                  <a:moveTo>
                    <a:pt x="2" y="1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0" y="11"/>
                    <a:pt x="2" y="16"/>
                    <a:pt x="4" y="18"/>
                  </a:cubicBezTo>
                  <a:cubicBezTo>
                    <a:pt x="6" y="19"/>
                    <a:pt x="7" y="19"/>
                    <a:pt x="8" y="18"/>
                  </a:cubicBezTo>
                  <a:cubicBezTo>
                    <a:pt x="7" y="19"/>
                    <a:pt x="6" y="19"/>
                    <a:pt x="5" y="18"/>
                  </a:cubicBezTo>
                  <a:cubicBezTo>
                    <a:pt x="2" y="16"/>
                    <a:pt x="0" y="11"/>
                    <a:pt x="0" y="8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1"/>
                    <a:pt x="5" y="1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4892">
              <a:extLst>
                <a:ext uri="{FF2B5EF4-FFF2-40B4-BE49-F238E27FC236}">
                  <a16:creationId xmlns:a16="http://schemas.microsoft.com/office/drawing/2014/main" id="{29150E9B-CBFC-4488-995E-70CB4370F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69"/>
              <a:ext cx="44" cy="56"/>
            </a:xfrm>
            <a:custGeom>
              <a:avLst/>
              <a:gdLst>
                <a:gd name="T0" fmla="*/ 88 w 22"/>
                <a:gd name="T1" fmla="*/ 8 h 28"/>
                <a:gd name="T2" fmla="*/ 8 w 22"/>
                <a:gd name="T3" fmla="*/ 56 h 28"/>
                <a:gd name="T4" fmla="*/ 40 w 22"/>
                <a:gd name="T5" fmla="*/ 184 h 28"/>
                <a:gd name="T6" fmla="*/ 128 w 22"/>
                <a:gd name="T7" fmla="*/ 208 h 28"/>
                <a:gd name="T8" fmla="*/ 88 w 22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1" y="1"/>
                  </a:moveTo>
                  <a:cubicBezTo>
                    <a:pt x="6" y="0"/>
                    <a:pt x="3" y="3"/>
                    <a:pt x="1" y="7"/>
                  </a:cubicBezTo>
                  <a:cubicBezTo>
                    <a:pt x="0" y="12"/>
                    <a:pt x="2" y="18"/>
                    <a:pt x="5" y="23"/>
                  </a:cubicBezTo>
                  <a:cubicBezTo>
                    <a:pt x="9" y="28"/>
                    <a:pt x="12" y="28"/>
                    <a:pt x="16" y="26"/>
                  </a:cubicBezTo>
                  <a:cubicBezTo>
                    <a:pt x="22" y="22"/>
                    <a:pt x="19" y="5"/>
                    <a:pt x="11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4893">
              <a:extLst>
                <a:ext uri="{FF2B5EF4-FFF2-40B4-BE49-F238E27FC236}">
                  <a16:creationId xmlns:a16="http://schemas.microsoft.com/office/drawing/2014/main" id="{8BE769F7-FCBC-4E9D-BBDD-2B454E7E9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69"/>
              <a:ext cx="44" cy="56"/>
            </a:xfrm>
            <a:custGeom>
              <a:avLst/>
              <a:gdLst>
                <a:gd name="T0" fmla="*/ 88 w 22"/>
                <a:gd name="T1" fmla="*/ 8 h 28"/>
                <a:gd name="T2" fmla="*/ 8 w 22"/>
                <a:gd name="T3" fmla="*/ 56 h 28"/>
                <a:gd name="T4" fmla="*/ 40 w 22"/>
                <a:gd name="T5" fmla="*/ 184 h 28"/>
                <a:gd name="T6" fmla="*/ 128 w 22"/>
                <a:gd name="T7" fmla="*/ 208 h 28"/>
                <a:gd name="T8" fmla="*/ 88 w 22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1" y="1"/>
                  </a:moveTo>
                  <a:cubicBezTo>
                    <a:pt x="6" y="0"/>
                    <a:pt x="3" y="3"/>
                    <a:pt x="1" y="7"/>
                  </a:cubicBezTo>
                  <a:cubicBezTo>
                    <a:pt x="0" y="12"/>
                    <a:pt x="2" y="18"/>
                    <a:pt x="5" y="23"/>
                  </a:cubicBezTo>
                  <a:cubicBezTo>
                    <a:pt x="9" y="28"/>
                    <a:pt x="12" y="28"/>
                    <a:pt x="16" y="26"/>
                  </a:cubicBezTo>
                  <a:cubicBezTo>
                    <a:pt x="22" y="22"/>
                    <a:pt x="19" y="5"/>
                    <a:pt x="11" y="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4894">
              <a:extLst>
                <a:ext uri="{FF2B5EF4-FFF2-40B4-BE49-F238E27FC236}">
                  <a16:creationId xmlns:a16="http://schemas.microsoft.com/office/drawing/2014/main" id="{8EF8B5CA-5958-47F3-B456-92FBBF4B7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579"/>
              <a:ext cx="14" cy="34"/>
            </a:xfrm>
            <a:custGeom>
              <a:avLst/>
              <a:gdLst>
                <a:gd name="T0" fmla="*/ 16 w 7"/>
                <a:gd name="T1" fmla="*/ 8 h 17"/>
                <a:gd name="T2" fmla="*/ 0 w 7"/>
                <a:gd name="T3" fmla="*/ 56 h 17"/>
                <a:gd name="T4" fmla="*/ 32 w 7"/>
                <a:gd name="T5" fmla="*/ 128 h 17"/>
                <a:gd name="T6" fmla="*/ 56 w 7"/>
                <a:gd name="T7" fmla="*/ 128 h 17"/>
                <a:gd name="T8" fmla="*/ 32 w 7"/>
                <a:gd name="T9" fmla="*/ 128 h 17"/>
                <a:gd name="T10" fmla="*/ 0 w 7"/>
                <a:gd name="T11" fmla="*/ 56 h 17"/>
                <a:gd name="T12" fmla="*/ 16 w 7"/>
                <a:gd name="T13" fmla="*/ 8 h 17"/>
                <a:gd name="T14" fmla="*/ 40 w 7"/>
                <a:gd name="T15" fmla="*/ 8 h 17"/>
                <a:gd name="T16" fmla="*/ 16 w 7"/>
                <a:gd name="T17" fmla="*/ 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17">
                  <a:moveTo>
                    <a:pt x="2" y="1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0" y="10"/>
                    <a:pt x="2" y="14"/>
                    <a:pt x="4" y="16"/>
                  </a:cubicBezTo>
                  <a:cubicBezTo>
                    <a:pt x="5" y="16"/>
                    <a:pt x="6" y="17"/>
                    <a:pt x="7" y="16"/>
                  </a:cubicBezTo>
                  <a:cubicBezTo>
                    <a:pt x="6" y="17"/>
                    <a:pt x="5" y="16"/>
                    <a:pt x="4" y="16"/>
                  </a:cubicBezTo>
                  <a:cubicBezTo>
                    <a:pt x="2" y="14"/>
                    <a:pt x="0" y="10"/>
                    <a:pt x="0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4895">
              <a:extLst>
                <a:ext uri="{FF2B5EF4-FFF2-40B4-BE49-F238E27FC236}">
                  <a16:creationId xmlns:a16="http://schemas.microsoft.com/office/drawing/2014/main" id="{57887ED6-467D-4623-83D2-F06786E52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681"/>
              <a:ext cx="62" cy="44"/>
            </a:xfrm>
            <a:custGeom>
              <a:avLst/>
              <a:gdLst>
                <a:gd name="T0" fmla="*/ 48 w 31"/>
                <a:gd name="T1" fmla="*/ 24 h 22"/>
                <a:gd name="T2" fmla="*/ 8 w 31"/>
                <a:gd name="T3" fmla="*/ 104 h 22"/>
                <a:gd name="T4" fmla="*/ 136 w 31"/>
                <a:gd name="T5" fmla="*/ 160 h 22"/>
                <a:gd name="T6" fmla="*/ 240 w 31"/>
                <a:gd name="T7" fmla="*/ 64 h 22"/>
                <a:gd name="T8" fmla="*/ 200 w 31"/>
                <a:gd name="T9" fmla="*/ 8 h 22"/>
                <a:gd name="T10" fmla="*/ 128 w 31"/>
                <a:gd name="T11" fmla="*/ 16 h 22"/>
                <a:gd name="T12" fmla="*/ 48 w 31"/>
                <a:gd name="T13" fmla="*/ 2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3"/>
                  </a:moveTo>
                  <a:cubicBezTo>
                    <a:pt x="2" y="5"/>
                    <a:pt x="0" y="8"/>
                    <a:pt x="1" y="13"/>
                  </a:cubicBezTo>
                  <a:cubicBezTo>
                    <a:pt x="2" y="20"/>
                    <a:pt x="9" y="22"/>
                    <a:pt x="17" y="20"/>
                  </a:cubicBezTo>
                  <a:cubicBezTo>
                    <a:pt x="25" y="18"/>
                    <a:pt x="29" y="15"/>
                    <a:pt x="30" y="8"/>
                  </a:cubicBezTo>
                  <a:cubicBezTo>
                    <a:pt x="31" y="5"/>
                    <a:pt x="29" y="2"/>
                    <a:pt x="25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9" y="1"/>
                    <a:pt x="6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4896">
              <a:extLst>
                <a:ext uri="{FF2B5EF4-FFF2-40B4-BE49-F238E27FC236}">
                  <a16:creationId xmlns:a16="http://schemas.microsoft.com/office/drawing/2014/main" id="{68983201-773F-4C65-BB77-A81BFAAF9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681"/>
              <a:ext cx="62" cy="44"/>
            </a:xfrm>
            <a:custGeom>
              <a:avLst/>
              <a:gdLst>
                <a:gd name="T0" fmla="*/ 48 w 31"/>
                <a:gd name="T1" fmla="*/ 24 h 22"/>
                <a:gd name="T2" fmla="*/ 8 w 31"/>
                <a:gd name="T3" fmla="*/ 104 h 22"/>
                <a:gd name="T4" fmla="*/ 136 w 31"/>
                <a:gd name="T5" fmla="*/ 160 h 22"/>
                <a:gd name="T6" fmla="*/ 240 w 31"/>
                <a:gd name="T7" fmla="*/ 64 h 22"/>
                <a:gd name="T8" fmla="*/ 200 w 31"/>
                <a:gd name="T9" fmla="*/ 8 h 22"/>
                <a:gd name="T10" fmla="*/ 128 w 31"/>
                <a:gd name="T11" fmla="*/ 16 h 22"/>
                <a:gd name="T12" fmla="*/ 48 w 31"/>
                <a:gd name="T13" fmla="*/ 2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3"/>
                  </a:moveTo>
                  <a:cubicBezTo>
                    <a:pt x="2" y="5"/>
                    <a:pt x="0" y="8"/>
                    <a:pt x="1" y="13"/>
                  </a:cubicBezTo>
                  <a:cubicBezTo>
                    <a:pt x="2" y="20"/>
                    <a:pt x="9" y="22"/>
                    <a:pt x="17" y="20"/>
                  </a:cubicBezTo>
                  <a:cubicBezTo>
                    <a:pt x="25" y="18"/>
                    <a:pt x="29" y="15"/>
                    <a:pt x="30" y="8"/>
                  </a:cubicBezTo>
                  <a:cubicBezTo>
                    <a:pt x="31" y="5"/>
                    <a:pt x="29" y="2"/>
                    <a:pt x="25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9" y="1"/>
                    <a:pt x="6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4897">
              <a:extLst>
                <a:ext uri="{FF2B5EF4-FFF2-40B4-BE49-F238E27FC236}">
                  <a16:creationId xmlns:a16="http://schemas.microsoft.com/office/drawing/2014/main" id="{BB1057EC-BCD7-4DF5-9BE8-1981EE993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693"/>
              <a:ext cx="38" cy="16"/>
            </a:xfrm>
            <a:custGeom>
              <a:avLst/>
              <a:gdLst>
                <a:gd name="T0" fmla="*/ 144 w 19"/>
                <a:gd name="T1" fmla="*/ 0 h 8"/>
                <a:gd name="T2" fmla="*/ 144 w 19"/>
                <a:gd name="T3" fmla="*/ 8 h 8"/>
                <a:gd name="T4" fmla="*/ 72 w 19"/>
                <a:gd name="T5" fmla="*/ 56 h 8"/>
                <a:gd name="T6" fmla="*/ 8 w 19"/>
                <a:gd name="T7" fmla="*/ 40 h 8"/>
                <a:gd name="T8" fmla="*/ 24 w 19"/>
                <a:gd name="T9" fmla="*/ 8 h 8"/>
                <a:gd name="T10" fmla="*/ 8 w 19"/>
                <a:gd name="T11" fmla="*/ 40 h 8"/>
                <a:gd name="T12" fmla="*/ 72 w 19"/>
                <a:gd name="T13" fmla="*/ 56 h 8"/>
                <a:gd name="T14" fmla="*/ 152 w 19"/>
                <a:gd name="T15" fmla="*/ 8 h 8"/>
                <a:gd name="T16" fmla="*/ 144 w 19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8">
                  <a:moveTo>
                    <a:pt x="18" y="0"/>
                  </a:moveTo>
                  <a:cubicBezTo>
                    <a:pt x="18" y="0"/>
                    <a:pt x="19" y="1"/>
                    <a:pt x="18" y="1"/>
                  </a:cubicBezTo>
                  <a:cubicBezTo>
                    <a:pt x="18" y="3"/>
                    <a:pt x="16" y="5"/>
                    <a:pt x="9" y="7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1" y="4"/>
                    <a:pt x="1" y="2"/>
                    <a:pt x="3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1" y="7"/>
                    <a:pt x="4" y="8"/>
                    <a:pt x="9" y="7"/>
                  </a:cubicBezTo>
                  <a:cubicBezTo>
                    <a:pt x="15" y="6"/>
                    <a:pt x="18" y="3"/>
                    <a:pt x="19" y="1"/>
                  </a:cubicBezTo>
                  <a:cubicBezTo>
                    <a:pt x="19" y="1"/>
                    <a:pt x="18" y="0"/>
                    <a:pt x="18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4898">
              <a:extLst>
                <a:ext uri="{FF2B5EF4-FFF2-40B4-BE49-F238E27FC236}">
                  <a16:creationId xmlns:a16="http://schemas.microsoft.com/office/drawing/2014/main" id="{8BF15FD9-092F-4C8A-AC23-0420AED75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861"/>
              <a:ext cx="48" cy="66"/>
            </a:xfrm>
            <a:custGeom>
              <a:avLst/>
              <a:gdLst>
                <a:gd name="T0" fmla="*/ 128 w 24"/>
                <a:gd name="T1" fmla="*/ 40 h 33"/>
                <a:gd name="T2" fmla="*/ 40 w 24"/>
                <a:gd name="T3" fmla="*/ 24 h 33"/>
                <a:gd name="T4" fmla="*/ 40 w 24"/>
                <a:gd name="T5" fmla="*/ 168 h 33"/>
                <a:gd name="T6" fmla="*/ 160 w 24"/>
                <a:gd name="T7" fmla="*/ 256 h 33"/>
                <a:gd name="T8" fmla="*/ 192 w 24"/>
                <a:gd name="T9" fmla="*/ 200 h 33"/>
                <a:gd name="T10" fmla="*/ 160 w 24"/>
                <a:gd name="T11" fmla="*/ 120 h 33"/>
                <a:gd name="T12" fmla="*/ 128 w 24"/>
                <a:gd name="T13" fmla="*/ 4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16" y="5"/>
                  </a:moveTo>
                  <a:cubicBezTo>
                    <a:pt x="13" y="1"/>
                    <a:pt x="9" y="0"/>
                    <a:pt x="5" y="3"/>
                  </a:cubicBezTo>
                  <a:cubicBezTo>
                    <a:pt x="0" y="6"/>
                    <a:pt x="0" y="13"/>
                    <a:pt x="5" y="21"/>
                  </a:cubicBezTo>
                  <a:cubicBezTo>
                    <a:pt x="10" y="29"/>
                    <a:pt x="13" y="33"/>
                    <a:pt x="20" y="32"/>
                  </a:cubicBezTo>
                  <a:cubicBezTo>
                    <a:pt x="23" y="31"/>
                    <a:pt x="24" y="29"/>
                    <a:pt x="24" y="25"/>
                  </a:cubicBezTo>
                  <a:cubicBezTo>
                    <a:pt x="24" y="21"/>
                    <a:pt x="22" y="19"/>
                    <a:pt x="20" y="15"/>
                  </a:cubicBezTo>
                  <a:cubicBezTo>
                    <a:pt x="19" y="12"/>
                    <a:pt x="19" y="8"/>
                    <a:pt x="16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4899">
              <a:extLst>
                <a:ext uri="{FF2B5EF4-FFF2-40B4-BE49-F238E27FC236}">
                  <a16:creationId xmlns:a16="http://schemas.microsoft.com/office/drawing/2014/main" id="{5E53CAB9-8508-4A0A-9CB6-F635CCCC4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861"/>
              <a:ext cx="48" cy="66"/>
            </a:xfrm>
            <a:custGeom>
              <a:avLst/>
              <a:gdLst>
                <a:gd name="T0" fmla="*/ 128 w 24"/>
                <a:gd name="T1" fmla="*/ 40 h 33"/>
                <a:gd name="T2" fmla="*/ 40 w 24"/>
                <a:gd name="T3" fmla="*/ 24 h 33"/>
                <a:gd name="T4" fmla="*/ 40 w 24"/>
                <a:gd name="T5" fmla="*/ 168 h 33"/>
                <a:gd name="T6" fmla="*/ 160 w 24"/>
                <a:gd name="T7" fmla="*/ 256 h 33"/>
                <a:gd name="T8" fmla="*/ 192 w 24"/>
                <a:gd name="T9" fmla="*/ 200 h 33"/>
                <a:gd name="T10" fmla="*/ 160 w 24"/>
                <a:gd name="T11" fmla="*/ 120 h 33"/>
                <a:gd name="T12" fmla="*/ 128 w 24"/>
                <a:gd name="T13" fmla="*/ 4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16" y="5"/>
                  </a:moveTo>
                  <a:cubicBezTo>
                    <a:pt x="13" y="1"/>
                    <a:pt x="9" y="0"/>
                    <a:pt x="5" y="3"/>
                  </a:cubicBezTo>
                  <a:cubicBezTo>
                    <a:pt x="0" y="6"/>
                    <a:pt x="0" y="13"/>
                    <a:pt x="5" y="21"/>
                  </a:cubicBezTo>
                  <a:cubicBezTo>
                    <a:pt x="10" y="29"/>
                    <a:pt x="13" y="33"/>
                    <a:pt x="20" y="32"/>
                  </a:cubicBezTo>
                  <a:cubicBezTo>
                    <a:pt x="23" y="31"/>
                    <a:pt x="24" y="29"/>
                    <a:pt x="24" y="25"/>
                  </a:cubicBezTo>
                  <a:cubicBezTo>
                    <a:pt x="24" y="21"/>
                    <a:pt x="22" y="19"/>
                    <a:pt x="20" y="15"/>
                  </a:cubicBezTo>
                  <a:cubicBezTo>
                    <a:pt x="19" y="12"/>
                    <a:pt x="19" y="8"/>
                    <a:pt x="16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4900">
              <a:extLst>
                <a:ext uri="{FF2B5EF4-FFF2-40B4-BE49-F238E27FC236}">
                  <a16:creationId xmlns:a16="http://schemas.microsoft.com/office/drawing/2014/main" id="{B929043E-E5A0-433E-8958-3D8CC5823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873"/>
              <a:ext cx="24" cy="38"/>
            </a:xfrm>
            <a:custGeom>
              <a:avLst/>
              <a:gdLst>
                <a:gd name="T0" fmla="*/ 96 w 12"/>
                <a:gd name="T1" fmla="*/ 144 h 19"/>
                <a:gd name="T2" fmla="*/ 88 w 12"/>
                <a:gd name="T3" fmla="*/ 152 h 19"/>
                <a:gd name="T4" fmla="*/ 24 w 12"/>
                <a:gd name="T5" fmla="*/ 80 h 19"/>
                <a:gd name="T6" fmla="*/ 16 w 12"/>
                <a:gd name="T7" fmla="*/ 8 h 19"/>
                <a:gd name="T8" fmla="*/ 48 w 12"/>
                <a:gd name="T9" fmla="*/ 16 h 19"/>
                <a:gd name="T10" fmla="*/ 16 w 12"/>
                <a:gd name="T11" fmla="*/ 8 h 19"/>
                <a:gd name="T12" fmla="*/ 24 w 12"/>
                <a:gd name="T13" fmla="*/ 80 h 19"/>
                <a:gd name="T14" fmla="*/ 88 w 12"/>
                <a:gd name="T15" fmla="*/ 152 h 19"/>
                <a:gd name="T16" fmla="*/ 96 w 12"/>
                <a:gd name="T17" fmla="*/ 14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9">
                  <a:moveTo>
                    <a:pt x="12" y="18"/>
                  </a:moveTo>
                  <a:cubicBezTo>
                    <a:pt x="12" y="18"/>
                    <a:pt x="12" y="18"/>
                    <a:pt x="11" y="19"/>
                  </a:cubicBezTo>
                  <a:cubicBezTo>
                    <a:pt x="10" y="19"/>
                    <a:pt x="7" y="17"/>
                    <a:pt x="3" y="10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1"/>
                    <a:pt x="5" y="1"/>
                    <a:pt x="6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2"/>
                    <a:pt x="0" y="5"/>
                    <a:pt x="3" y="10"/>
                  </a:cubicBezTo>
                  <a:cubicBezTo>
                    <a:pt x="6" y="16"/>
                    <a:pt x="9" y="19"/>
                    <a:pt x="11" y="19"/>
                  </a:cubicBezTo>
                  <a:cubicBezTo>
                    <a:pt x="12" y="19"/>
                    <a:pt x="12" y="18"/>
                    <a:pt x="12" y="1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4901">
              <a:extLst>
                <a:ext uri="{FF2B5EF4-FFF2-40B4-BE49-F238E27FC236}">
                  <a16:creationId xmlns:a16="http://schemas.microsoft.com/office/drawing/2014/main" id="{0820AE91-07EB-4AE7-9124-3CD09C264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683"/>
              <a:ext cx="60" cy="60"/>
            </a:xfrm>
            <a:custGeom>
              <a:avLst/>
              <a:gdLst>
                <a:gd name="T0" fmla="*/ 112 w 30"/>
                <a:gd name="T1" fmla="*/ 16 h 30"/>
                <a:gd name="T2" fmla="*/ 32 w 30"/>
                <a:gd name="T3" fmla="*/ 32 h 30"/>
                <a:gd name="T4" fmla="*/ 72 w 30"/>
                <a:gd name="T5" fmla="*/ 176 h 30"/>
                <a:gd name="T6" fmla="*/ 216 w 30"/>
                <a:gd name="T7" fmla="*/ 208 h 30"/>
                <a:gd name="T8" fmla="*/ 232 w 30"/>
                <a:gd name="T9" fmla="*/ 144 h 30"/>
                <a:gd name="T10" fmla="*/ 176 w 30"/>
                <a:gd name="T11" fmla="*/ 80 h 30"/>
                <a:gd name="T12" fmla="*/ 112 w 30"/>
                <a:gd name="T13" fmla="*/ 1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4" y="2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9"/>
                    <a:pt x="2" y="15"/>
                    <a:pt x="9" y="22"/>
                  </a:cubicBezTo>
                  <a:cubicBezTo>
                    <a:pt x="17" y="28"/>
                    <a:pt x="21" y="30"/>
                    <a:pt x="27" y="26"/>
                  </a:cubicBezTo>
                  <a:cubicBezTo>
                    <a:pt x="30" y="25"/>
                    <a:pt x="30" y="22"/>
                    <a:pt x="29" y="18"/>
                  </a:cubicBezTo>
                  <a:cubicBezTo>
                    <a:pt x="27" y="15"/>
                    <a:pt x="25" y="14"/>
                    <a:pt x="22" y="10"/>
                  </a:cubicBezTo>
                  <a:cubicBezTo>
                    <a:pt x="20" y="8"/>
                    <a:pt x="18" y="4"/>
                    <a:pt x="14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4902">
              <a:extLst>
                <a:ext uri="{FF2B5EF4-FFF2-40B4-BE49-F238E27FC236}">
                  <a16:creationId xmlns:a16="http://schemas.microsoft.com/office/drawing/2014/main" id="{7F361AC5-49EF-443C-83A4-E54A234F0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683"/>
              <a:ext cx="60" cy="60"/>
            </a:xfrm>
            <a:custGeom>
              <a:avLst/>
              <a:gdLst>
                <a:gd name="T0" fmla="*/ 112 w 30"/>
                <a:gd name="T1" fmla="*/ 16 h 30"/>
                <a:gd name="T2" fmla="*/ 32 w 30"/>
                <a:gd name="T3" fmla="*/ 32 h 30"/>
                <a:gd name="T4" fmla="*/ 72 w 30"/>
                <a:gd name="T5" fmla="*/ 176 h 30"/>
                <a:gd name="T6" fmla="*/ 216 w 30"/>
                <a:gd name="T7" fmla="*/ 208 h 30"/>
                <a:gd name="T8" fmla="*/ 232 w 30"/>
                <a:gd name="T9" fmla="*/ 144 h 30"/>
                <a:gd name="T10" fmla="*/ 176 w 30"/>
                <a:gd name="T11" fmla="*/ 80 h 30"/>
                <a:gd name="T12" fmla="*/ 112 w 30"/>
                <a:gd name="T13" fmla="*/ 1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4" y="2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9"/>
                    <a:pt x="2" y="15"/>
                    <a:pt x="9" y="22"/>
                  </a:cubicBezTo>
                  <a:cubicBezTo>
                    <a:pt x="17" y="28"/>
                    <a:pt x="21" y="30"/>
                    <a:pt x="27" y="26"/>
                  </a:cubicBezTo>
                  <a:cubicBezTo>
                    <a:pt x="30" y="25"/>
                    <a:pt x="30" y="22"/>
                    <a:pt x="29" y="18"/>
                  </a:cubicBezTo>
                  <a:cubicBezTo>
                    <a:pt x="27" y="15"/>
                    <a:pt x="25" y="14"/>
                    <a:pt x="22" y="10"/>
                  </a:cubicBezTo>
                  <a:cubicBezTo>
                    <a:pt x="20" y="8"/>
                    <a:pt x="18" y="4"/>
                    <a:pt x="14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4903">
              <a:extLst>
                <a:ext uri="{FF2B5EF4-FFF2-40B4-BE49-F238E27FC236}">
                  <a16:creationId xmlns:a16="http://schemas.microsoft.com/office/drawing/2014/main" id="{3CF1D1E4-D295-4A96-90BA-CE036B995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695"/>
              <a:ext cx="32" cy="30"/>
            </a:xfrm>
            <a:custGeom>
              <a:avLst/>
              <a:gdLst>
                <a:gd name="T0" fmla="*/ 120 w 16"/>
                <a:gd name="T1" fmla="*/ 104 h 15"/>
                <a:gd name="T2" fmla="*/ 120 w 16"/>
                <a:gd name="T3" fmla="*/ 112 h 15"/>
                <a:gd name="T4" fmla="*/ 40 w 16"/>
                <a:gd name="T5" fmla="*/ 72 h 15"/>
                <a:gd name="T6" fmla="*/ 8 w 16"/>
                <a:gd name="T7" fmla="*/ 8 h 15"/>
                <a:gd name="T8" fmla="*/ 40 w 16"/>
                <a:gd name="T9" fmla="*/ 0 h 15"/>
                <a:gd name="T10" fmla="*/ 8 w 16"/>
                <a:gd name="T11" fmla="*/ 8 h 15"/>
                <a:gd name="T12" fmla="*/ 32 w 16"/>
                <a:gd name="T13" fmla="*/ 72 h 15"/>
                <a:gd name="T14" fmla="*/ 120 w 16"/>
                <a:gd name="T15" fmla="*/ 112 h 15"/>
                <a:gd name="T16" fmla="*/ 120 w 16"/>
                <a:gd name="T17" fmla="*/ 104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5">
                  <a:moveTo>
                    <a:pt x="15" y="13"/>
                  </a:moveTo>
                  <a:cubicBezTo>
                    <a:pt x="16" y="13"/>
                    <a:pt x="15" y="14"/>
                    <a:pt x="15" y="14"/>
                  </a:cubicBezTo>
                  <a:cubicBezTo>
                    <a:pt x="14" y="15"/>
                    <a:pt x="10" y="14"/>
                    <a:pt x="5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0" y="5"/>
                    <a:pt x="4" y="9"/>
                  </a:cubicBezTo>
                  <a:cubicBezTo>
                    <a:pt x="10" y="14"/>
                    <a:pt x="14" y="15"/>
                    <a:pt x="15" y="14"/>
                  </a:cubicBezTo>
                  <a:cubicBezTo>
                    <a:pt x="16" y="14"/>
                    <a:pt x="16" y="14"/>
                    <a:pt x="15" y="1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4904">
              <a:extLst>
                <a:ext uri="{FF2B5EF4-FFF2-40B4-BE49-F238E27FC236}">
                  <a16:creationId xmlns:a16="http://schemas.microsoft.com/office/drawing/2014/main" id="{2265CB81-5D3F-4AEF-881B-77640876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859"/>
              <a:ext cx="60" cy="58"/>
            </a:xfrm>
            <a:custGeom>
              <a:avLst/>
              <a:gdLst>
                <a:gd name="T0" fmla="*/ 136 w 30"/>
                <a:gd name="T1" fmla="*/ 232 h 29"/>
                <a:gd name="T2" fmla="*/ 216 w 30"/>
                <a:gd name="T3" fmla="*/ 96 h 29"/>
                <a:gd name="T4" fmla="*/ 64 w 30"/>
                <a:gd name="T5" fmla="*/ 32 h 29"/>
                <a:gd name="T6" fmla="*/ 136 w 30"/>
                <a:gd name="T7" fmla="*/ 2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9">
                  <a:moveTo>
                    <a:pt x="17" y="29"/>
                  </a:moveTo>
                  <a:cubicBezTo>
                    <a:pt x="25" y="29"/>
                    <a:pt x="30" y="21"/>
                    <a:pt x="27" y="12"/>
                  </a:cubicBezTo>
                  <a:cubicBezTo>
                    <a:pt x="24" y="4"/>
                    <a:pt x="16" y="0"/>
                    <a:pt x="8" y="4"/>
                  </a:cubicBezTo>
                  <a:cubicBezTo>
                    <a:pt x="0" y="8"/>
                    <a:pt x="3" y="29"/>
                    <a:pt x="17" y="2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4905">
              <a:extLst>
                <a:ext uri="{FF2B5EF4-FFF2-40B4-BE49-F238E27FC236}">
                  <a16:creationId xmlns:a16="http://schemas.microsoft.com/office/drawing/2014/main" id="{FA75850D-7256-4E3A-A3A7-E9542A457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859"/>
              <a:ext cx="60" cy="58"/>
            </a:xfrm>
            <a:custGeom>
              <a:avLst/>
              <a:gdLst>
                <a:gd name="T0" fmla="*/ 136 w 30"/>
                <a:gd name="T1" fmla="*/ 232 h 29"/>
                <a:gd name="T2" fmla="*/ 216 w 30"/>
                <a:gd name="T3" fmla="*/ 96 h 29"/>
                <a:gd name="T4" fmla="*/ 64 w 30"/>
                <a:gd name="T5" fmla="*/ 32 h 29"/>
                <a:gd name="T6" fmla="*/ 136 w 30"/>
                <a:gd name="T7" fmla="*/ 2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9">
                  <a:moveTo>
                    <a:pt x="17" y="29"/>
                  </a:moveTo>
                  <a:cubicBezTo>
                    <a:pt x="25" y="29"/>
                    <a:pt x="30" y="21"/>
                    <a:pt x="27" y="12"/>
                  </a:cubicBezTo>
                  <a:cubicBezTo>
                    <a:pt x="24" y="4"/>
                    <a:pt x="16" y="0"/>
                    <a:pt x="8" y="4"/>
                  </a:cubicBezTo>
                  <a:cubicBezTo>
                    <a:pt x="0" y="8"/>
                    <a:pt x="3" y="29"/>
                    <a:pt x="17" y="29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4906">
              <a:extLst>
                <a:ext uri="{FF2B5EF4-FFF2-40B4-BE49-F238E27FC236}">
                  <a16:creationId xmlns:a16="http://schemas.microsoft.com/office/drawing/2014/main" id="{684E7350-5FC1-45E2-B6CB-06672777E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875"/>
              <a:ext cx="32" cy="30"/>
            </a:xfrm>
            <a:custGeom>
              <a:avLst/>
              <a:gdLst>
                <a:gd name="T0" fmla="*/ 120 w 16"/>
                <a:gd name="T1" fmla="*/ 32 h 15"/>
                <a:gd name="T2" fmla="*/ 112 w 16"/>
                <a:gd name="T3" fmla="*/ 88 h 15"/>
                <a:gd name="T4" fmla="*/ 56 w 16"/>
                <a:gd name="T5" fmla="*/ 112 h 15"/>
                <a:gd name="T6" fmla="*/ 16 w 16"/>
                <a:gd name="T7" fmla="*/ 72 h 15"/>
                <a:gd name="T8" fmla="*/ 24 w 16"/>
                <a:gd name="T9" fmla="*/ 0 h 15"/>
                <a:gd name="T10" fmla="*/ 8 w 16"/>
                <a:gd name="T11" fmla="*/ 72 h 15"/>
                <a:gd name="T12" fmla="*/ 56 w 16"/>
                <a:gd name="T13" fmla="*/ 120 h 15"/>
                <a:gd name="T14" fmla="*/ 120 w 16"/>
                <a:gd name="T15" fmla="*/ 88 h 15"/>
                <a:gd name="T16" fmla="*/ 120 w 16"/>
                <a:gd name="T17" fmla="*/ 32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5">
                  <a:moveTo>
                    <a:pt x="15" y="4"/>
                  </a:moveTo>
                  <a:cubicBezTo>
                    <a:pt x="16" y="6"/>
                    <a:pt x="16" y="9"/>
                    <a:pt x="14" y="11"/>
                  </a:cubicBezTo>
                  <a:cubicBezTo>
                    <a:pt x="13" y="14"/>
                    <a:pt x="10" y="15"/>
                    <a:pt x="7" y="14"/>
                  </a:cubicBezTo>
                  <a:cubicBezTo>
                    <a:pt x="5" y="14"/>
                    <a:pt x="3" y="12"/>
                    <a:pt x="2" y="9"/>
                  </a:cubicBezTo>
                  <a:cubicBezTo>
                    <a:pt x="1" y="5"/>
                    <a:pt x="1" y="2"/>
                    <a:pt x="3" y="0"/>
                  </a:cubicBezTo>
                  <a:cubicBezTo>
                    <a:pt x="1" y="2"/>
                    <a:pt x="0" y="6"/>
                    <a:pt x="1" y="9"/>
                  </a:cubicBezTo>
                  <a:cubicBezTo>
                    <a:pt x="3" y="12"/>
                    <a:pt x="5" y="14"/>
                    <a:pt x="7" y="15"/>
                  </a:cubicBezTo>
                  <a:cubicBezTo>
                    <a:pt x="10" y="15"/>
                    <a:pt x="13" y="14"/>
                    <a:pt x="15" y="11"/>
                  </a:cubicBezTo>
                  <a:cubicBezTo>
                    <a:pt x="16" y="9"/>
                    <a:pt x="16" y="6"/>
                    <a:pt x="15" y="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4907">
              <a:extLst>
                <a:ext uri="{FF2B5EF4-FFF2-40B4-BE49-F238E27FC236}">
                  <a16:creationId xmlns:a16="http://schemas.microsoft.com/office/drawing/2014/main" id="{9C8AD4D4-8E2D-441A-90DF-5C3834285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613"/>
              <a:ext cx="50" cy="50"/>
            </a:xfrm>
            <a:custGeom>
              <a:avLst/>
              <a:gdLst>
                <a:gd name="T0" fmla="*/ 112 w 25"/>
                <a:gd name="T1" fmla="*/ 200 h 25"/>
                <a:gd name="T2" fmla="*/ 176 w 25"/>
                <a:gd name="T3" fmla="*/ 88 h 25"/>
                <a:gd name="T4" fmla="*/ 56 w 25"/>
                <a:gd name="T5" fmla="*/ 32 h 25"/>
                <a:gd name="T6" fmla="*/ 112 w 25"/>
                <a:gd name="T7" fmla="*/ 20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4" y="25"/>
                  </a:moveTo>
                  <a:cubicBezTo>
                    <a:pt x="21" y="25"/>
                    <a:pt x="25" y="19"/>
                    <a:pt x="22" y="11"/>
                  </a:cubicBezTo>
                  <a:cubicBezTo>
                    <a:pt x="20" y="4"/>
                    <a:pt x="13" y="0"/>
                    <a:pt x="7" y="4"/>
                  </a:cubicBezTo>
                  <a:cubicBezTo>
                    <a:pt x="0" y="8"/>
                    <a:pt x="2" y="25"/>
                    <a:pt x="14" y="2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4908">
              <a:extLst>
                <a:ext uri="{FF2B5EF4-FFF2-40B4-BE49-F238E27FC236}">
                  <a16:creationId xmlns:a16="http://schemas.microsoft.com/office/drawing/2014/main" id="{77AEFDF9-95CC-4821-BDE1-C2D01CE40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613"/>
              <a:ext cx="50" cy="50"/>
            </a:xfrm>
            <a:custGeom>
              <a:avLst/>
              <a:gdLst>
                <a:gd name="T0" fmla="*/ 112 w 25"/>
                <a:gd name="T1" fmla="*/ 200 h 25"/>
                <a:gd name="T2" fmla="*/ 176 w 25"/>
                <a:gd name="T3" fmla="*/ 88 h 25"/>
                <a:gd name="T4" fmla="*/ 56 w 25"/>
                <a:gd name="T5" fmla="*/ 32 h 25"/>
                <a:gd name="T6" fmla="*/ 112 w 25"/>
                <a:gd name="T7" fmla="*/ 20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4" y="25"/>
                  </a:moveTo>
                  <a:cubicBezTo>
                    <a:pt x="21" y="25"/>
                    <a:pt x="25" y="19"/>
                    <a:pt x="22" y="11"/>
                  </a:cubicBezTo>
                  <a:cubicBezTo>
                    <a:pt x="20" y="4"/>
                    <a:pt x="13" y="0"/>
                    <a:pt x="7" y="4"/>
                  </a:cubicBezTo>
                  <a:cubicBezTo>
                    <a:pt x="0" y="8"/>
                    <a:pt x="2" y="25"/>
                    <a:pt x="14" y="2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4909">
              <a:extLst>
                <a:ext uri="{FF2B5EF4-FFF2-40B4-BE49-F238E27FC236}">
                  <a16:creationId xmlns:a16="http://schemas.microsoft.com/office/drawing/2014/main" id="{39143A77-B0CA-44A0-8837-C73E6627A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629"/>
              <a:ext cx="26" cy="24"/>
            </a:xfrm>
            <a:custGeom>
              <a:avLst/>
              <a:gdLst>
                <a:gd name="T0" fmla="*/ 96 w 13"/>
                <a:gd name="T1" fmla="*/ 24 h 12"/>
                <a:gd name="T2" fmla="*/ 96 w 13"/>
                <a:gd name="T3" fmla="*/ 72 h 12"/>
                <a:gd name="T4" fmla="*/ 48 w 13"/>
                <a:gd name="T5" fmla="*/ 88 h 12"/>
                <a:gd name="T6" fmla="*/ 8 w 13"/>
                <a:gd name="T7" fmla="*/ 56 h 12"/>
                <a:gd name="T8" fmla="*/ 16 w 13"/>
                <a:gd name="T9" fmla="*/ 0 h 12"/>
                <a:gd name="T10" fmla="*/ 8 w 13"/>
                <a:gd name="T11" fmla="*/ 56 h 12"/>
                <a:gd name="T12" fmla="*/ 48 w 13"/>
                <a:gd name="T13" fmla="*/ 96 h 12"/>
                <a:gd name="T14" fmla="*/ 96 w 13"/>
                <a:gd name="T15" fmla="*/ 72 h 12"/>
                <a:gd name="T16" fmla="*/ 96 w 13"/>
                <a:gd name="T17" fmla="*/ 2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2">
                  <a:moveTo>
                    <a:pt x="12" y="3"/>
                  </a:moveTo>
                  <a:cubicBezTo>
                    <a:pt x="13" y="5"/>
                    <a:pt x="13" y="7"/>
                    <a:pt x="12" y="9"/>
                  </a:cubicBezTo>
                  <a:cubicBezTo>
                    <a:pt x="10" y="11"/>
                    <a:pt x="8" y="12"/>
                    <a:pt x="6" y="11"/>
                  </a:cubicBezTo>
                  <a:cubicBezTo>
                    <a:pt x="4" y="11"/>
                    <a:pt x="2" y="9"/>
                    <a:pt x="1" y="7"/>
                  </a:cubicBezTo>
                  <a:cubicBezTo>
                    <a:pt x="0" y="4"/>
                    <a:pt x="1" y="1"/>
                    <a:pt x="2" y="0"/>
                  </a:cubicBezTo>
                  <a:cubicBezTo>
                    <a:pt x="1" y="1"/>
                    <a:pt x="0" y="4"/>
                    <a:pt x="1" y="7"/>
                  </a:cubicBezTo>
                  <a:cubicBezTo>
                    <a:pt x="2" y="9"/>
                    <a:pt x="4" y="11"/>
                    <a:pt x="6" y="12"/>
                  </a:cubicBezTo>
                  <a:cubicBezTo>
                    <a:pt x="8" y="12"/>
                    <a:pt x="10" y="11"/>
                    <a:pt x="12" y="9"/>
                  </a:cubicBezTo>
                  <a:cubicBezTo>
                    <a:pt x="13" y="7"/>
                    <a:pt x="13" y="5"/>
                    <a:pt x="12" y="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4910">
              <a:extLst>
                <a:ext uri="{FF2B5EF4-FFF2-40B4-BE49-F238E27FC236}">
                  <a16:creationId xmlns:a16="http://schemas.microsoft.com/office/drawing/2014/main" id="{70EBD817-7031-4EFE-B186-BD268D7E3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069"/>
              <a:ext cx="44" cy="46"/>
            </a:xfrm>
            <a:custGeom>
              <a:avLst/>
              <a:gdLst>
                <a:gd name="T0" fmla="*/ 136 w 22"/>
                <a:gd name="T1" fmla="*/ 48 h 23"/>
                <a:gd name="T2" fmla="*/ 88 w 22"/>
                <a:gd name="T3" fmla="*/ 8 h 23"/>
                <a:gd name="T4" fmla="*/ 32 w 22"/>
                <a:gd name="T5" fmla="*/ 24 h 23"/>
                <a:gd name="T6" fmla="*/ 56 w 22"/>
                <a:gd name="T7" fmla="*/ 152 h 23"/>
                <a:gd name="T8" fmla="*/ 168 w 22"/>
                <a:gd name="T9" fmla="*/ 136 h 23"/>
                <a:gd name="T10" fmla="*/ 136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6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6"/>
                    <a:pt x="1" y="15"/>
                    <a:pt x="7" y="19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7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4911">
              <a:extLst>
                <a:ext uri="{FF2B5EF4-FFF2-40B4-BE49-F238E27FC236}">
                  <a16:creationId xmlns:a16="http://schemas.microsoft.com/office/drawing/2014/main" id="{2EE8945C-B3F0-44C8-92B1-847D50C8C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069"/>
              <a:ext cx="44" cy="46"/>
            </a:xfrm>
            <a:custGeom>
              <a:avLst/>
              <a:gdLst>
                <a:gd name="T0" fmla="*/ 136 w 22"/>
                <a:gd name="T1" fmla="*/ 48 h 23"/>
                <a:gd name="T2" fmla="*/ 88 w 22"/>
                <a:gd name="T3" fmla="*/ 8 h 23"/>
                <a:gd name="T4" fmla="*/ 32 w 22"/>
                <a:gd name="T5" fmla="*/ 24 h 23"/>
                <a:gd name="T6" fmla="*/ 56 w 22"/>
                <a:gd name="T7" fmla="*/ 152 h 23"/>
                <a:gd name="T8" fmla="*/ 168 w 22"/>
                <a:gd name="T9" fmla="*/ 136 h 23"/>
                <a:gd name="T10" fmla="*/ 136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6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6"/>
                    <a:pt x="1" y="15"/>
                    <a:pt x="7" y="19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7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4912">
              <a:extLst>
                <a:ext uri="{FF2B5EF4-FFF2-40B4-BE49-F238E27FC236}">
                  <a16:creationId xmlns:a16="http://schemas.microsoft.com/office/drawing/2014/main" id="{BC59EE11-7152-464B-8CA4-28F0B87A2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079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64 w 11"/>
                <a:gd name="T3" fmla="*/ 88 h 12"/>
                <a:gd name="T4" fmla="*/ 16 w 11"/>
                <a:gd name="T5" fmla="*/ 64 h 12"/>
                <a:gd name="T6" fmla="*/ 8 w 11"/>
                <a:gd name="T7" fmla="*/ 16 h 12"/>
                <a:gd name="T8" fmla="*/ 32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64 w 11"/>
                <a:gd name="T15" fmla="*/ 88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8" y="11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6" y="12"/>
                    <a:pt x="8" y="11"/>
                  </a:cubicBezTo>
                  <a:cubicBezTo>
                    <a:pt x="10" y="11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4913">
              <a:extLst>
                <a:ext uri="{FF2B5EF4-FFF2-40B4-BE49-F238E27FC236}">
                  <a16:creationId xmlns:a16="http://schemas.microsoft.com/office/drawing/2014/main" id="{4B4D31DD-C6BF-4CE2-AD6F-10412FA63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37"/>
              <a:ext cx="40" cy="66"/>
            </a:xfrm>
            <a:custGeom>
              <a:avLst/>
              <a:gdLst>
                <a:gd name="T0" fmla="*/ 80 w 20"/>
                <a:gd name="T1" fmla="*/ 24 h 33"/>
                <a:gd name="T2" fmla="*/ 16 w 20"/>
                <a:gd name="T3" fmla="*/ 48 h 33"/>
                <a:gd name="T4" fmla="*/ 40 w 20"/>
                <a:gd name="T5" fmla="*/ 200 h 33"/>
                <a:gd name="T6" fmla="*/ 112 w 20"/>
                <a:gd name="T7" fmla="*/ 256 h 33"/>
                <a:gd name="T8" fmla="*/ 80 w 20"/>
                <a:gd name="T9" fmla="*/ 2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0" y="3"/>
                  </a:moveTo>
                  <a:cubicBezTo>
                    <a:pt x="6" y="0"/>
                    <a:pt x="3" y="2"/>
                    <a:pt x="2" y="6"/>
                  </a:cubicBezTo>
                  <a:cubicBezTo>
                    <a:pt x="0" y="11"/>
                    <a:pt x="2" y="19"/>
                    <a:pt x="5" y="25"/>
                  </a:cubicBezTo>
                  <a:cubicBezTo>
                    <a:pt x="8" y="32"/>
                    <a:pt x="11" y="33"/>
                    <a:pt x="14" y="32"/>
                  </a:cubicBezTo>
                  <a:cubicBezTo>
                    <a:pt x="20" y="30"/>
                    <a:pt x="18" y="10"/>
                    <a:pt x="10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4914">
              <a:extLst>
                <a:ext uri="{FF2B5EF4-FFF2-40B4-BE49-F238E27FC236}">
                  <a16:creationId xmlns:a16="http://schemas.microsoft.com/office/drawing/2014/main" id="{3E51BAF1-DDB8-451E-A7C3-C330CE032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37"/>
              <a:ext cx="40" cy="66"/>
            </a:xfrm>
            <a:custGeom>
              <a:avLst/>
              <a:gdLst>
                <a:gd name="T0" fmla="*/ 80 w 20"/>
                <a:gd name="T1" fmla="*/ 24 h 33"/>
                <a:gd name="T2" fmla="*/ 16 w 20"/>
                <a:gd name="T3" fmla="*/ 48 h 33"/>
                <a:gd name="T4" fmla="*/ 40 w 20"/>
                <a:gd name="T5" fmla="*/ 200 h 33"/>
                <a:gd name="T6" fmla="*/ 112 w 20"/>
                <a:gd name="T7" fmla="*/ 256 h 33"/>
                <a:gd name="T8" fmla="*/ 80 w 20"/>
                <a:gd name="T9" fmla="*/ 2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0" y="3"/>
                  </a:moveTo>
                  <a:cubicBezTo>
                    <a:pt x="6" y="0"/>
                    <a:pt x="3" y="2"/>
                    <a:pt x="2" y="6"/>
                  </a:cubicBezTo>
                  <a:cubicBezTo>
                    <a:pt x="0" y="11"/>
                    <a:pt x="2" y="19"/>
                    <a:pt x="5" y="25"/>
                  </a:cubicBezTo>
                  <a:cubicBezTo>
                    <a:pt x="8" y="32"/>
                    <a:pt x="11" y="33"/>
                    <a:pt x="14" y="32"/>
                  </a:cubicBezTo>
                  <a:cubicBezTo>
                    <a:pt x="20" y="30"/>
                    <a:pt x="18" y="10"/>
                    <a:pt x="10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4915">
              <a:extLst>
                <a:ext uri="{FF2B5EF4-FFF2-40B4-BE49-F238E27FC236}">
                  <a16:creationId xmlns:a16="http://schemas.microsoft.com/office/drawing/2014/main" id="{9762B62D-9F86-4A0B-AFA1-38194BEB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651"/>
              <a:ext cx="12" cy="38"/>
            </a:xfrm>
            <a:custGeom>
              <a:avLst/>
              <a:gdLst>
                <a:gd name="T0" fmla="*/ 16 w 6"/>
                <a:gd name="T1" fmla="*/ 0 h 19"/>
                <a:gd name="T2" fmla="*/ 0 w 6"/>
                <a:gd name="T3" fmla="*/ 48 h 19"/>
                <a:gd name="T4" fmla="*/ 24 w 6"/>
                <a:gd name="T5" fmla="*/ 136 h 19"/>
                <a:gd name="T6" fmla="*/ 48 w 6"/>
                <a:gd name="T7" fmla="*/ 152 h 19"/>
                <a:gd name="T8" fmla="*/ 24 w 6"/>
                <a:gd name="T9" fmla="*/ 136 h 19"/>
                <a:gd name="T10" fmla="*/ 0 w 6"/>
                <a:gd name="T11" fmla="*/ 48 h 19"/>
                <a:gd name="T12" fmla="*/ 16 w 6"/>
                <a:gd name="T13" fmla="*/ 0 h 19"/>
                <a:gd name="T14" fmla="*/ 40 w 6"/>
                <a:gd name="T15" fmla="*/ 8 h 19"/>
                <a:gd name="T16" fmla="*/ 16 w 6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19">
                  <a:moveTo>
                    <a:pt x="2" y="0"/>
                  </a:moveTo>
                  <a:cubicBezTo>
                    <a:pt x="0" y="0"/>
                    <a:pt x="0" y="3"/>
                    <a:pt x="0" y="6"/>
                  </a:cubicBezTo>
                  <a:cubicBezTo>
                    <a:pt x="0" y="9"/>
                    <a:pt x="1" y="15"/>
                    <a:pt x="3" y="17"/>
                  </a:cubicBezTo>
                  <a:cubicBezTo>
                    <a:pt x="4" y="19"/>
                    <a:pt x="5" y="19"/>
                    <a:pt x="6" y="19"/>
                  </a:cubicBezTo>
                  <a:cubicBezTo>
                    <a:pt x="5" y="19"/>
                    <a:pt x="4" y="18"/>
                    <a:pt x="3" y="17"/>
                  </a:cubicBezTo>
                  <a:cubicBezTo>
                    <a:pt x="1" y="15"/>
                    <a:pt x="0" y="9"/>
                    <a:pt x="0" y="6"/>
                  </a:cubicBezTo>
                  <a:cubicBezTo>
                    <a:pt x="0" y="3"/>
                    <a:pt x="1" y="0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4916">
              <a:extLst>
                <a:ext uri="{FF2B5EF4-FFF2-40B4-BE49-F238E27FC236}">
                  <a16:creationId xmlns:a16="http://schemas.microsoft.com/office/drawing/2014/main" id="{27B1C08D-F440-46B8-B094-9F850A648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617"/>
              <a:ext cx="46" cy="44"/>
            </a:xfrm>
            <a:custGeom>
              <a:avLst/>
              <a:gdLst>
                <a:gd name="T0" fmla="*/ 136 w 23"/>
                <a:gd name="T1" fmla="*/ 24 h 22"/>
                <a:gd name="T2" fmla="*/ 72 w 23"/>
                <a:gd name="T3" fmla="*/ 8 h 22"/>
                <a:gd name="T4" fmla="*/ 24 w 23"/>
                <a:gd name="T5" fmla="*/ 40 h 22"/>
                <a:gd name="T6" fmla="*/ 88 w 23"/>
                <a:gd name="T7" fmla="*/ 160 h 22"/>
                <a:gd name="T8" fmla="*/ 184 w 23"/>
                <a:gd name="T9" fmla="*/ 104 h 22"/>
                <a:gd name="T10" fmla="*/ 136 w 23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4" y="3"/>
                    <a:pt x="3" y="5"/>
                  </a:cubicBezTo>
                  <a:cubicBezTo>
                    <a:pt x="0" y="10"/>
                    <a:pt x="4" y="17"/>
                    <a:pt x="11" y="20"/>
                  </a:cubicBezTo>
                  <a:cubicBezTo>
                    <a:pt x="18" y="22"/>
                    <a:pt x="23" y="17"/>
                    <a:pt x="23" y="13"/>
                  </a:cubicBezTo>
                  <a:cubicBezTo>
                    <a:pt x="23" y="9"/>
                    <a:pt x="21" y="7"/>
                    <a:pt x="17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4917">
              <a:extLst>
                <a:ext uri="{FF2B5EF4-FFF2-40B4-BE49-F238E27FC236}">
                  <a16:creationId xmlns:a16="http://schemas.microsoft.com/office/drawing/2014/main" id="{6F01E81A-4BA8-4992-BF68-36AB48544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617"/>
              <a:ext cx="46" cy="44"/>
            </a:xfrm>
            <a:custGeom>
              <a:avLst/>
              <a:gdLst>
                <a:gd name="T0" fmla="*/ 136 w 23"/>
                <a:gd name="T1" fmla="*/ 24 h 22"/>
                <a:gd name="T2" fmla="*/ 72 w 23"/>
                <a:gd name="T3" fmla="*/ 8 h 22"/>
                <a:gd name="T4" fmla="*/ 24 w 23"/>
                <a:gd name="T5" fmla="*/ 40 h 22"/>
                <a:gd name="T6" fmla="*/ 88 w 23"/>
                <a:gd name="T7" fmla="*/ 160 h 22"/>
                <a:gd name="T8" fmla="*/ 184 w 23"/>
                <a:gd name="T9" fmla="*/ 104 h 22"/>
                <a:gd name="T10" fmla="*/ 136 w 23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4" y="3"/>
                    <a:pt x="3" y="5"/>
                  </a:cubicBezTo>
                  <a:cubicBezTo>
                    <a:pt x="0" y="10"/>
                    <a:pt x="4" y="17"/>
                    <a:pt x="11" y="20"/>
                  </a:cubicBezTo>
                  <a:cubicBezTo>
                    <a:pt x="18" y="22"/>
                    <a:pt x="23" y="17"/>
                    <a:pt x="23" y="13"/>
                  </a:cubicBezTo>
                  <a:cubicBezTo>
                    <a:pt x="23" y="9"/>
                    <a:pt x="21" y="7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4918">
              <a:extLst>
                <a:ext uri="{FF2B5EF4-FFF2-40B4-BE49-F238E27FC236}">
                  <a16:creationId xmlns:a16="http://schemas.microsoft.com/office/drawing/2014/main" id="{68099739-0E8B-426B-B70C-1E2CE47D1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627"/>
              <a:ext cx="24" cy="22"/>
            </a:xfrm>
            <a:custGeom>
              <a:avLst/>
              <a:gdLst>
                <a:gd name="T0" fmla="*/ 88 w 12"/>
                <a:gd name="T1" fmla="*/ 40 h 11"/>
                <a:gd name="T2" fmla="*/ 80 w 12"/>
                <a:gd name="T3" fmla="*/ 72 h 11"/>
                <a:gd name="T4" fmla="*/ 24 w 12"/>
                <a:gd name="T5" fmla="*/ 64 h 11"/>
                <a:gd name="T6" fmla="*/ 0 w 12"/>
                <a:gd name="T7" fmla="*/ 24 h 11"/>
                <a:gd name="T8" fmla="*/ 16 w 12"/>
                <a:gd name="T9" fmla="*/ 0 h 11"/>
                <a:gd name="T10" fmla="*/ 0 w 12"/>
                <a:gd name="T11" fmla="*/ 24 h 11"/>
                <a:gd name="T12" fmla="*/ 24 w 12"/>
                <a:gd name="T13" fmla="*/ 64 h 11"/>
                <a:gd name="T14" fmla="*/ 80 w 12"/>
                <a:gd name="T15" fmla="*/ 80 h 11"/>
                <a:gd name="T16" fmla="*/ 88 w 12"/>
                <a:gd name="T17" fmla="*/ 4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0" y="9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4919">
              <a:extLst>
                <a:ext uri="{FF2B5EF4-FFF2-40B4-BE49-F238E27FC236}">
                  <a16:creationId xmlns:a16="http://schemas.microsoft.com/office/drawing/2014/main" id="{653F6B75-4F8A-4051-8AC4-A3ECB7A40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657"/>
              <a:ext cx="44" cy="48"/>
            </a:xfrm>
            <a:custGeom>
              <a:avLst/>
              <a:gdLst>
                <a:gd name="T0" fmla="*/ 152 w 22"/>
                <a:gd name="T1" fmla="*/ 56 h 24"/>
                <a:gd name="T2" fmla="*/ 112 w 22"/>
                <a:gd name="T3" fmla="*/ 8 h 24"/>
                <a:gd name="T4" fmla="*/ 48 w 22"/>
                <a:gd name="T5" fmla="*/ 8 h 24"/>
                <a:gd name="T6" fmla="*/ 40 w 22"/>
                <a:gd name="T7" fmla="*/ 152 h 24"/>
                <a:gd name="T8" fmla="*/ 160 w 22"/>
                <a:gd name="T9" fmla="*/ 152 h 24"/>
                <a:gd name="T10" fmla="*/ 152 w 22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4">
                  <a:moveTo>
                    <a:pt x="19" y="7"/>
                  </a:moveTo>
                  <a:cubicBezTo>
                    <a:pt x="18" y="4"/>
                    <a:pt x="16" y="2"/>
                    <a:pt x="14" y="1"/>
                  </a:cubicBezTo>
                  <a:cubicBezTo>
                    <a:pt x="11" y="0"/>
                    <a:pt x="8" y="0"/>
                    <a:pt x="6" y="1"/>
                  </a:cubicBezTo>
                  <a:cubicBezTo>
                    <a:pt x="0" y="4"/>
                    <a:pt x="0" y="13"/>
                    <a:pt x="5" y="19"/>
                  </a:cubicBezTo>
                  <a:cubicBezTo>
                    <a:pt x="10" y="24"/>
                    <a:pt x="18" y="23"/>
                    <a:pt x="20" y="19"/>
                  </a:cubicBezTo>
                  <a:cubicBezTo>
                    <a:pt x="22" y="15"/>
                    <a:pt x="22" y="13"/>
                    <a:pt x="19" y="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4920">
              <a:extLst>
                <a:ext uri="{FF2B5EF4-FFF2-40B4-BE49-F238E27FC236}">
                  <a16:creationId xmlns:a16="http://schemas.microsoft.com/office/drawing/2014/main" id="{ED48ADE5-E77B-4F14-A695-45C03ACAC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657"/>
              <a:ext cx="44" cy="48"/>
            </a:xfrm>
            <a:custGeom>
              <a:avLst/>
              <a:gdLst>
                <a:gd name="T0" fmla="*/ 152 w 22"/>
                <a:gd name="T1" fmla="*/ 56 h 24"/>
                <a:gd name="T2" fmla="*/ 112 w 22"/>
                <a:gd name="T3" fmla="*/ 8 h 24"/>
                <a:gd name="T4" fmla="*/ 48 w 22"/>
                <a:gd name="T5" fmla="*/ 8 h 24"/>
                <a:gd name="T6" fmla="*/ 40 w 22"/>
                <a:gd name="T7" fmla="*/ 152 h 24"/>
                <a:gd name="T8" fmla="*/ 160 w 22"/>
                <a:gd name="T9" fmla="*/ 152 h 24"/>
                <a:gd name="T10" fmla="*/ 152 w 22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4">
                  <a:moveTo>
                    <a:pt x="19" y="7"/>
                  </a:moveTo>
                  <a:cubicBezTo>
                    <a:pt x="18" y="4"/>
                    <a:pt x="16" y="2"/>
                    <a:pt x="14" y="1"/>
                  </a:cubicBezTo>
                  <a:cubicBezTo>
                    <a:pt x="11" y="0"/>
                    <a:pt x="8" y="0"/>
                    <a:pt x="6" y="1"/>
                  </a:cubicBezTo>
                  <a:cubicBezTo>
                    <a:pt x="0" y="4"/>
                    <a:pt x="0" y="13"/>
                    <a:pt x="5" y="19"/>
                  </a:cubicBezTo>
                  <a:cubicBezTo>
                    <a:pt x="10" y="24"/>
                    <a:pt x="18" y="23"/>
                    <a:pt x="20" y="19"/>
                  </a:cubicBezTo>
                  <a:cubicBezTo>
                    <a:pt x="22" y="15"/>
                    <a:pt x="22" y="13"/>
                    <a:pt x="19" y="7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4921">
              <a:extLst>
                <a:ext uri="{FF2B5EF4-FFF2-40B4-BE49-F238E27FC236}">
                  <a16:creationId xmlns:a16="http://schemas.microsoft.com/office/drawing/2014/main" id="{E3823E08-9FE3-47E5-B105-13C4D36F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667"/>
              <a:ext cx="22" cy="26"/>
            </a:xfrm>
            <a:custGeom>
              <a:avLst/>
              <a:gdLst>
                <a:gd name="T0" fmla="*/ 88 w 11"/>
                <a:gd name="T1" fmla="*/ 72 h 13"/>
                <a:gd name="T2" fmla="*/ 64 w 11"/>
                <a:gd name="T3" fmla="*/ 96 h 13"/>
                <a:gd name="T4" fmla="*/ 16 w 11"/>
                <a:gd name="T5" fmla="*/ 56 h 13"/>
                <a:gd name="T6" fmla="*/ 16 w 11"/>
                <a:gd name="T7" fmla="*/ 8 h 13"/>
                <a:gd name="T8" fmla="*/ 48 w 11"/>
                <a:gd name="T9" fmla="*/ 0 h 13"/>
                <a:gd name="T10" fmla="*/ 16 w 11"/>
                <a:gd name="T11" fmla="*/ 8 h 13"/>
                <a:gd name="T12" fmla="*/ 8 w 11"/>
                <a:gd name="T13" fmla="*/ 56 h 13"/>
                <a:gd name="T14" fmla="*/ 64 w 11"/>
                <a:gd name="T15" fmla="*/ 104 h 13"/>
                <a:gd name="T16" fmla="*/ 88 w 11"/>
                <a:gd name="T17" fmla="*/ 7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1" y="9"/>
                  </a:moveTo>
                  <a:cubicBezTo>
                    <a:pt x="11" y="11"/>
                    <a:pt x="9" y="12"/>
                    <a:pt x="8" y="12"/>
                  </a:cubicBezTo>
                  <a:cubicBezTo>
                    <a:pt x="6" y="13"/>
                    <a:pt x="3" y="11"/>
                    <a:pt x="2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3" y="11"/>
                    <a:pt x="6" y="13"/>
                    <a:pt x="8" y="13"/>
                  </a:cubicBezTo>
                  <a:cubicBezTo>
                    <a:pt x="10" y="12"/>
                    <a:pt x="11" y="11"/>
                    <a:pt x="11" y="9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4922">
              <a:extLst>
                <a:ext uri="{FF2B5EF4-FFF2-40B4-BE49-F238E27FC236}">
                  <a16:creationId xmlns:a16="http://schemas.microsoft.com/office/drawing/2014/main" id="{8B106C53-D0FD-4332-8067-5E5DABEC5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729"/>
              <a:ext cx="58" cy="56"/>
            </a:xfrm>
            <a:custGeom>
              <a:avLst/>
              <a:gdLst>
                <a:gd name="T0" fmla="*/ 128 w 29"/>
                <a:gd name="T1" fmla="*/ 16 h 28"/>
                <a:gd name="T2" fmla="*/ 72 w 29"/>
                <a:gd name="T3" fmla="*/ 0 h 28"/>
                <a:gd name="T4" fmla="*/ 48 w 29"/>
                <a:gd name="T5" fmla="*/ 152 h 28"/>
                <a:gd name="T6" fmla="*/ 192 w 29"/>
                <a:gd name="T7" fmla="*/ 208 h 28"/>
                <a:gd name="T8" fmla="*/ 216 w 29"/>
                <a:gd name="T9" fmla="*/ 128 h 28"/>
                <a:gd name="T10" fmla="*/ 168 w 29"/>
                <a:gd name="T11" fmla="*/ 64 h 28"/>
                <a:gd name="T12" fmla="*/ 128 w 29"/>
                <a:gd name="T13" fmla="*/ 1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16" y="2"/>
                  </a:moveTo>
                  <a:cubicBezTo>
                    <a:pt x="14" y="1"/>
                    <a:pt x="11" y="0"/>
                    <a:pt x="9" y="0"/>
                  </a:cubicBezTo>
                  <a:cubicBezTo>
                    <a:pt x="0" y="2"/>
                    <a:pt x="0" y="11"/>
                    <a:pt x="6" y="19"/>
                  </a:cubicBezTo>
                  <a:cubicBezTo>
                    <a:pt x="11" y="26"/>
                    <a:pt x="20" y="28"/>
                    <a:pt x="24" y="26"/>
                  </a:cubicBezTo>
                  <a:cubicBezTo>
                    <a:pt x="28" y="24"/>
                    <a:pt x="29" y="21"/>
                    <a:pt x="27" y="16"/>
                  </a:cubicBezTo>
                  <a:cubicBezTo>
                    <a:pt x="26" y="13"/>
                    <a:pt x="23" y="10"/>
                    <a:pt x="21" y="8"/>
                  </a:cubicBezTo>
                  <a:cubicBezTo>
                    <a:pt x="20" y="6"/>
                    <a:pt x="18" y="3"/>
                    <a:pt x="16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4923">
              <a:extLst>
                <a:ext uri="{FF2B5EF4-FFF2-40B4-BE49-F238E27FC236}">
                  <a16:creationId xmlns:a16="http://schemas.microsoft.com/office/drawing/2014/main" id="{B31655F0-695E-437B-9484-DE55C6C5B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729"/>
              <a:ext cx="58" cy="56"/>
            </a:xfrm>
            <a:custGeom>
              <a:avLst/>
              <a:gdLst>
                <a:gd name="T0" fmla="*/ 128 w 29"/>
                <a:gd name="T1" fmla="*/ 16 h 28"/>
                <a:gd name="T2" fmla="*/ 72 w 29"/>
                <a:gd name="T3" fmla="*/ 0 h 28"/>
                <a:gd name="T4" fmla="*/ 48 w 29"/>
                <a:gd name="T5" fmla="*/ 152 h 28"/>
                <a:gd name="T6" fmla="*/ 192 w 29"/>
                <a:gd name="T7" fmla="*/ 208 h 28"/>
                <a:gd name="T8" fmla="*/ 216 w 29"/>
                <a:gd name="T9" fmla="*/ 128 h 28"/>
                <a:gd name="T10" fmla="*/ 168 w 29"/>
                <a:gd name="T11" fmla="*/ 64 h 28"/>
                <a:gd name="T12" fmla="*/ 128 w 29"/>
                <a:gd name="T13" fmla="*/ 1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16" y="2"/>
                  </a:moveTo>
                  <a:cubicBezTo>
                    <a:pt x="14" y="1"/>
                    <a:pt x="11" y="0"/>
                    <a:pt x="9" y="0"/>
                  </a:cubicBezTo>
                  <a:cubicBezTo>
                    <a:pt x="0" y="2"/>
                    <a:pt x="0" y="11"/>
                    <a:pt x="6" y="19"/>
                  </a:cubicBezTo>
                  <a:cubicBezTo>
                    <a:pt x="11" y="26"/>
                    <a:pt x="20" y="28"/>
                    <a:pt x="24" y="26"/>
                  </a:cubicBezTo>
                  <a:cubicBezTo>
                    <a:pt x="28" y="24"/>
                    <a:pt x="29" y="21"/>
                    <a:pt x="27" y="16"/>
                  </a:cubicBezTo>
                  <a:cubicBezTo>
                    <a:pt x="26" y="13"/>
                    <a:pt x="23" y="10"/>
                    <a:pt x="21" y="8"/>
                  </a:cubicBezTo>
                  <a:cubicBezTo>
                    <a:pt x="20" y="6"/>
                    <a:pt x="18" y="3"/>
                    <a:pt x="16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4924">
              <a:extLst>
                <a:ext uri="{FF2B5EF4-FFF2-40B4-BE49-F238E27FC236}">
                  <a16:creationId xmlns:a16="http://schemas.microsoft.com/office/drawing/2014/main" id="{7D2C4564-D66D-4DA3-BB15-402C680C1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743"/>
              <a:ext cx="26" cy="28"/>
            </a:xfrm>
            <a:custGeom>
              <a:avLst/>
              <a:gdLst>
                <a:gd name="T0" fmla="*/ 8 w 13"/>
                <a:gd name="T1" fmla="*/ 8 h 14"/>
                <a:gd name="T2" fmla="*/ 16 w 13"/>
                <a:gd name="T3" fmla="*/ 56 h 14"/>
                <a:gd name="T4" fmla="*/ 72 w 13"/>
                <a:gd name="T5" fmla="*/ 112 h 14"/>
                <a:gd name="T6" fmla="*/ 104 w 13"/>
                <a:gd name="T7" fmla="*/ 104 h 14"/>
                <a:gd name="T8" fmla="*/ 80 w 13"/>
                <a:gd name="T9" fmla="*/ 112 h 14"/>
                <a:gd name="T10" fmla="*/ 16 w 13"/>
                <a:gd name="T11" fmla="*/ 56 h 14"/>
                <a:gd name="T12" fmla="*/ 8 w 13"/>
                <a:gd name="T13" fmla="*/ 8 h 14"/>
                <a:gd name="T14" fmla="*/ 32 w 13"/>
                <a:gd name="T15" fmla="*/ 0 h 14"/>
                <a:gd name="T16" fmla="*/ 8 w 13"/>
                <a:gd name="T17" fmla="*/ 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4">
                  <a:moveTo>
                    <a:pt x="1" y="1"/>
                  </a:moveTo>
                  <a:cubicBezTo>
                    <a:pt x="0" y="2"/>
                    <a:pt x="1" y="4"/>
                    <a:pt x="2" y="7"/>
                  </a:cubicBezTo>
                  <a:cubicBezTo>
                    <a:pt x="4" y="10"/>
                    <a:pt x="7" y="13"/>
                    <a:pt x="9" y="14"/>
                  </a:cubicBezTo>
                  <a:cubicBezTo>
                    <a:pt x="11" y="14"/>
                    <a:pt x="12" y="14"/>
                    <a:pt x="13" y="13"/>
                  </a:cubicBezTo>
                  <a:cubicBezTo>
                    <a:pt x="12" y="14"/>
                    <a:pt x="11" y="14"/>
                    <a:pt x="10" y="14"/>
                  </a:cubicBezTo>
                  <a:cubicBezTo>
                    <a:pt x="7" y="13"/>
                    <a:pt x="4" y="10"/>
                    <a:pt x="2" y="7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4925">
              <a:extLst>
                <a:ext uri="{FF2B5EF4-FFF2-40B4-BE49-F238E27FC236}">
                  <a16:creationId xmlns:a16="http://schemas.microsoft.com/office/drawing/2014/main" id="{D03A0264-BABB-45FC-B8CF-4894DC976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679"/>
              <a:ext cx="56" cy="58"/>
            </a:xfrm>
            <a:custGeom>
              <a:avLst/>
              <a:gdLst>
                <a:gd name="T0" fmla="*/ 136 w 28"/>
                <a:gd name="T1" fmla="*/ 16 h 29"/>
                <a:gd name="T2" fmla="*/ 48 w 28"/>
                <a:gd name="T3" fmla="*/ 24 h 29"/>
                <a:gd name="T4" fmla="*/ 56 w 28"/>
                <a:gd name="T5" fmla="*/ 160 h 29"/>
                <a:gd name="T6" fmla="*/ 184 w 28"/>
                <a:gd name="T7" fmla="*/ 216 h 29"/>
                <a:gd name="T8" fmla="*/ 224 w 28"/>
                <a:gd name="T9" fmla="*/ 160 h 29"/>
                <a:gd name="T10" fmla="*/ 184 w 28"/>
                <a:gd name="T11" fmla="*/ 88 h 29"/>
                <a:gd name="T12" fmla="*/ 136 w 28"/>
                <a:gd name="T13" fmla="*/ 1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7" y="2"/>
                  </a:moveTo>
                  <a:cubicBezTo>
                    <a:pt x="14" y="0"/>
                    <a:pt x="10" y="0"/>
                    <a:pt x="6" y="3"/>
                  </a:cubicBezTo>
                  <a:cubicBezTo>
                    <a:pt x="0" y="7"/>
                    <a:pt x="1" y="14"/>
                    <a:pt x="7" y="20"/>
                  </a:cubicBezTo>
                  <a:cubicBezTo>
                    <a:pt x="12" y="27"/>
                    <a:pt x="16" y="29"/>
                    <a:pt x="23" y="27"/>
                  </a:cubicBezTo>
                  <a:cubicBezTo>
                    <a:pt x="27" y="26"/>
                    <a:pt x="28" y="23"/>
                    <a:pt x="28" y="20"/>
                  </a:cubicBezTo>
                  <a:cubicBezTo>
                    <a:pt x="27" y="16"/>
                    <a:pt x="25" y="15"/>
                    <a:pt x="23" y="11"/>
                  </a:cubicBezTo>
                  <a:cubicBezTo>
                    <a:pt x="21" y="9"/>
                    <a:pt x="21" y="5"/>
                    <a:pt x="17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4926">
              <a:extLst>
                <a:ext uri="{FF2B5EF4-FFF2-40B4-BE49-F238E27FC236}">
                  <a16:creationId xmlns:a16="http://schemas.microsoft.com/office/drawing/2014/main" id="{1FE82B16-CF6F-4AAB-AE02-02E681451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679"/>
              <a:ext cx="56" cy="58"/>
            </a:xfrm>
            <a:custGeom>
              <a:avLst/>
              <a:gdLst>
                <a:gd name="T0" fmla="*/ 136 w 28"/>
                <a:gd name="T1" fmla="*/ 16 h 29"/>
                <a:gd name="T2" fmla="*/ 48 w 28"/>
                <a:gd name="T3" fmla="*/ 24 h 29"/>
                <a:gd name="T4" fmla="*/ 56 w 28"/>
                <a:gd name="T5" fmla="*/ 160 h 29"/>
                <a:gd name="T6" fmla="*/ 184 w 28"/>
                <a:gd name="T7" fmla="*/ 216 h 29"/>
                <a:gd name="T8" fmla="*/ 224 w 28"/>
                <a:gd name="T9" fmla="*/ 160 h 29"/>
                <a:gd name="T10" fmla="*/ 184 w 28"/>
                <a:gd name="T11" fmla="*/ 88 h 29"/>
                <a:gd name="T12" fmla="*/ 136 w 28"/>
                <a:gd name="T13" fmla="*/ 1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7" y="2"/>
                  </a:moveTo>
                  <a:cubicBezTo>
                    <a:pt x="14" y="0"/>
                    <a:pt x="10" y="0"/>
                    <a:pt x="6" y="3"/>
                  </a:cubicBezTo>
                  <a:cubicBezTo>
                    <a:pt x="0" y="7"/>
                    <a:pt x="1" y="14"/>
                    <a:pt x="7" y="20"/>
                  </a:cubicBezTo>
                  <a:cubicBezTo>
                    <a:pt x="12" y="27"/>
                    <a:pt x="16" y="29"/>
                    <a:pt x="23" y="27"/>
                  </a:cubicBezTo>
                  <a:cubicBezTo>
                    <a:pt x="27" y="26"/>
                    <a:pt x="28" y="23"/>
                    <a:pt x="28" y="20"/>
                  </a:cubicBezTo>
                  <a:cubicBezTo>
                    <a:pt x="27" y="16"/>
                    <a:pt x="25" y="15"/>
                    <a:pt x="23" y="11"/>
                  </a:cubicBezTo>
                  <a:cubicBezTo>
                    <a:pt x="21" y="9"/>
                    <a:pt x="21" y="5"/>
                    <a:pt x="17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4927">
              <a:extLst>
                <a:ext uri="{FF2B5EF4-FFF2-40B4-BE49-F238E27FC236}">
                  <a16:creationId xmlns:a16="http://schemas.microsoft.com/office/drawing/2014/main" id="{36D912B4-879F-4A15-8761-603DD88B3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689"/>
              <a:ext cx="28" cy="32"/>
            </a:xfrm>
            <a:custGeom>
              <a:avLst/>
              <a:gdLst>
                <a:gd name="T0" fmla="*/ 112 w 14"/>
                <a:gd name="T1" fmla="*/ 120 h 16"/>
                <a:gd name="T2" fmla="*/ 104 w 14"/>
                <a:gd name="T3" fmla="*/ 128 h 16"/>
                <a:gd name="T4" fmla="*/ 32 w 14"/>
                <a:gd name="T5" fmla="*/ 72 h 16"/>
                <a:gd name="T6" fmla="*/ 16 w 14"/>
                <a:gd name="T7" fmla="*/ 8 h 16"/>
                <a:gd name="T8" fmla="*/ 48 w 14"/>
                <a:gd name="T9" fmla="*/ 8 h 16"/>
                <a:gd name="T10" fmla="*/ 16 w 14"/>
                <a:gd name="T11" fmla="*/ 8 h 16"/>
                <a:gd name="T12" fmla="*/ 32 w 14"/>
                <a:gd name="T13" fmla="*/ 72 h 16"/>
                <a:gd name="T14" fmla="*/ 104 w 14"/>
                <a:gd name="T15" fmla="*/ 128 h 16"/>
                <a:gd name="T16" fmla="*/ 112 w 14"/>
                <a:gd name="T17" fmla="*/ 12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6">
                  <a:moveTo>
                    <a:pt x="14" y="15"/>
                  </a:moveTo>
                  <a:cubicBezTo>
                    <a:pt x="14" y="15"/>
                    <a:pt x="14" y="15"/>
                    <a:pt x="13" y="16"/>
                  </a:cubicBezTo>
                  <a:cubicBezTo>
                    <a:pt x="12" y="16"/>
                    <a:pt x="8" y="15"/>
                    <a:pt x="4" y="9"/>
                  </a:cubicBezTo>
                  <a:cubicBezTo>
                    <a:pt x="1" y="5"/>
                    <a:pt x="1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5"/>
                    <a:pt x="4" y="9"/>
                  </a:cubicBezTo>
                  <a:cubicBezTo>
                    <a:pt x="8" y="15"/>
                    <a:pt x="11" y="16"/>
                    <a:pt x="13" y="16"/>
                  </a:cubicBezTo>
                  <a:cubicBezTo>
                    <a:pt x="14" y="16"/>
                    <a:pt x="14" y="15"/>
                    <a:pt x="14" y="1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4928">
              <a:extLst>
                <a:ext uri="{FF2B5EF4-FFF2-40B4-BE49-F238E27FC236}">
                  <a16:creationId xmlns:a16="http://schemas.microsoft.com/office/drawing/2014/main" id="{F23D1EA5-AA5F-4E0F-AA68-51EADB0DA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633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4929">
              <a:extLst>
                <a:ext uri="{FF2B5EF4-FFF2-40B4-BE49-F238E27FC236}">
                  <a16:creationId xmlns:a16="http://schemas.microsoft.com/office/drawing/2014/main" id="{D7888ED4-4C77-4951-AD2D-3A9DA8BE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633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4930">
              <a:extLst>
                <a:ext uri="{FF2B5EF4-FFF2-40B4-BE49-F238E27FC236}">
                  <a16:creationId xmlns:a16="http://schemas.microsoft.com/office/drawing/2014/main" id="{1DD26479-5EC2-4463-92E8-EE35FF70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641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72 w 12"/>
                <a:gd name="T3" fmla="*/ 88 h 12"/>
                <a:gd name="T4" fmla="*/ 16 w 12"/>
                <a:gd name="T5" fmla="*/ 64 h 12"/>
                <a:gd name="T6" fmla="*/ 8 w 12"/>
                <a:gd name="T7" fmla="*/ 24 h 12"/>
                <a:gd name="T8" fmla="*/ 32 w 12"/>
                <a:gd name="T9" fmla="*/ 0 h 12"/>
                <a:gd name="T10" fmla="*/ 8 w 12"/>
                <a:gd name="T11" fmla="*/ 24 h 12"/>
                <a:gd name="T12" fmla="*/ 16 w 12"/>
                <a:gd name="T13" fmla="*/ 64 h 12"/>
                <a:gd name="T14" fmla="*/ 72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2"/>
                    <a:pt x="8" y="12"/>
                    <a:pt x="9" y="11"/>
                  </a:cubicBezTo>
                  <a:cubicBezTo>
                    <a:pt x="11" y="11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4931">
              <a:extLst>
                <a:ext uri="{FF2B5EF4-FFF2-40B4-BE49-F238E27FC236}">
                  <a16:creationId xmlns:a16="http://schemas.microsoft.com/office/drawing/2014/main" id="{EEDAC6A7-AEA4-4964-8E7F-C44184A8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079"/>
              <a:ext cx="34" cy="66"/>
            </a:xfrm>
            <a:custGeom>
              <a:avLst/>
              <a:gdLst>
                <a:gd name="T0" fmla="*/ 88 w 17"/>
                <a:gd name="T1" fmla="*/ 32 h 33"/>
                <a:gd name="T2" fmla="*/ 16 w 17"/>
                <a:gd name="T3" fmla="*/ 48 h 33"/>
                <a:gd name="T4" fmla="*/ 16 w 17"/>
                <a:gd name="T5" fmla="*/ 192 h 33"/>
                <a:gd name="T6" fmla="*/ 88 w 17"/>
                <a:gd name="T7" fmla="*/ 264 h 33"/>
                <a:gd name="T8" fmla="*/ 88 w 17"/>
                <a:gd name="T9" fmla="*/ 3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11" y="4"/>
                  </a:moveTo>
                  <a:cubicBezTo>
                    <a:pt x="7" y="0"/>
                    <a:pt x="4" y="1"/>
                    <a:pt x="2" y="6"/>
                  </a:cubicBezTo>
                  <a:cubicBezTo>
                    <a:pt x="0" y="10"/>
                    <a:pt x="0" y="18"/>
                    <a:pt x="2" y="24"/>
                  </a:cubicBezTo>
                  <a:cubicBezTo>
                    <a:pt x="5" y="32"/>
                    <a:pt x="8" y="33"/>
                    <a:pt x="11" y="33"/>
                  </a:cubicBezTo>
                  <a:cubicBezTo>
                    <a:pt x="17" y="32"/>
                    <a:pt x="17" y="11"/>
                    <a:pt x="11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4932">
              <a:extLst>
                <a:ext uri="{FF2B5EF4-FFF2-40B4-BE49-F238E27FC236}">
                  <a16:creationId xmlns:a16="http://schemas.microsoft.com/office/drawing/2014/main" id="{9AAEC9D1-C79E-44FE-A45A-F3A276A2D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079"/>
              <a:ext cx="34" cy="66"/>
            </a:xfrm>
            <a:custGeom>
              <a:avLst/>
              <a:gdLst>
                <a:gd name="T0" fmla="*/ 88 w 17"/>
                <a:gd name="T1" fmla="*/ 32 h 33"/>
                <a:gd name="T2" fmla="*/ 16 w 17"/>
                <a:gd name="T3" fmla="*/ 48 h 33"/>
                <a:gd name="T4" fmla="*/ 16 w 17"/>
                <a:gd name="T5" fmla="*/ 192 h 33"/>
                <a:gd name="T6" fmla="*/ 88 w 17"/>
                <a:gd name="T7" fmla="*/ 264 h 33"/>
                <a:gd name="T8" fmla="*/ 88 w 17"/>
                <a:gd name="T9" fmla="*/ 3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11" y="4"/>
                  </a:moveTo>
                  <a:cubicBezTo>
                    <a:pt x="7" y="0"/>
                    <a:pt x="4" y="1"/>
                    <a:pt x="2" y="6"/>
                  </a:cubicBezTo>
                  <a:cubicBezTo>
                    <a:pt x="0" y="10"/>
                    <a:pt x="0" y="18"/>
                    <a:pt x="2" y="24"/>
                  </a:cubicBezTo>
                  <a:cubicBezTo>
                    <a:pt x="5" y="32"/>
                    <a:pt x="8" y="33"/>
                    <a:pt x="11" y="33"/>
                  </a:cubicBezTo>
                  <a:cubicBezTo>
                    <a:pt x="17" y="32"/>
                    <a:pt x="17" y="11"/>
                    <a:pt x="11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4933">
              <a:extLst>
                <a:ext uri="{FF2B5EF4-FFF2-40B4-BE49-F238E27FC236}">
                  <a16:creationId xmlns:a16="http://schemas.microsoft.com/office/drawing/2014/main" id="{357C5581-E9AF-4224-B2A9-07A121177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3093"/>
              <a:ext cx="10" cy="40"/>
            </a:xfrm>
            <a:custGeom>
              <a:avLst/>
              <a:gdLst>
                <a:gd name="T0" fmla="*/ 24 w 5"/>
                <a:gd name="T1" fmla="*/ 0 h 20"/>
                <a:gd name="T2" fmla="*/ 0 w 5"/>
                <a:gd name="T3" fmla="*/ 48 h 20"/>
                <a:gd name="T4" fmla="*/ 16 w 5"/>
                <a:gd name="T5" fmla="*/ 144 h 20"/>
                <a:gd name="T6" fmla="*/ 40 w 5"/>
                <a:gd name="T7" fmla="*/ 160 h 20"/>
                <a:gd name="T8" fmla="*/ 16 w 5"/>
                <a:gd name="T9" fmla="*/ 136 h 20"/>
                <a:gd name="T10" fmla="*/ 0 w 5"/>
                <a:gd name="T11" fmla="*/ 48 h 20"/>
                <a:gd name="T12" fmla="*/ 24 w 5"/>
                <a:gd name="T13" fmla="*/ 0 h 20"/>
                <a:gd name="T14" fmla="*/ 40 w 5"/>
                <a:gd name="T15" fmla="*/ 16 h 20"/>
                <a:gd name="T16" fmla="*/ 24 w 5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20">
                  <a:moveTo>
                    <a:pt x="3" y="0"/>
                  </a:moveTo>
                  <a:cubicBezTo>
                    <a:pt x="1" y="0"/>
                    <a:pt x="0" y="2"/>
                    <a:pt x="0" y="6"/>
                  </a:cubicBezTo>
                  <a:cubicBezTo>
                    <a:pt x="0" y="9"/>
                    <a:pt x="0" y="15"/>
                    <a:pt x="2" y="18"/>
                  </a:cubicBezTo>
                  <a:cubicBezTo>
                    <a:pt x="3" y="19"/>
                    <a:pt x="4" y="20"/>
                    <a:pt x="5" y="20"/>
                  </a:cubicBezTo>
                  <a:cubicBezTo>
                    <a:pt x="4" y="19"/>
                    <a:pt x="3" y="19"/>
                    <a:pt x="2" y="17"/>
                  </a:cubicBezTo>
                  <a:cubicBezTo>
                    <a:pt x="0" y="14"/>
                    <a:pt x="0" y="9"/>
                    <a:pt x="0" y="6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4" y="0"/>
                    <a:pt x="4" y="1"/>
                    <a:pt x="5" y="2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4934">
              <a:extLst>
                <a:ext uri="{FF2B5EF4-FFF2-40B4-BE49-F238E27FC236}">
                  <a16:creationId xmlns:a16="http://schemas.microsoft.com/office/drawing/2014/main" id="{F572DCFC-0A0D-499D-858E-ACA459D51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107"/>
              <a:ext cx="46" cy="44"/>
            </a:xfrm>
            <a:custGeom>
              <a:avLst/>
              <a:gdLst>
                <a:gd name="T0" fmla="*/ 136 w 23"/>
                <a:gd name="T1" fmla="*/ 32 h 22"/>
                <a:gd name="T2" fmla="*/ 80 w 23"/>
                <a:gd name="T3" fmla="*/ 8 h 22"/>
                <a:gd name="T4" fmla="*/ 24 w 23"/>
                <a:gd name="T5" fmla="*/ 32 h 22"/>
                <a:gd name="T6" fmla="*/ 80 w 23"/>
                <a:gd name="T7" fmla="*/ 160 h 22"/>
                <a:gd name="T8" fmla="*/ 176 w 23"/>
                <a:gd name="T9" fmla="*/ 112 h 22"/>
                <a:gd name="T10" fmla="*/ 136 w 23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4"/>
                  </a:moveTo>
                  <a:cubicBezTo>
                    <a:pt x="15" y="2"/>
                    <a:pt x="13" y="0"/>
                    <a:pt x="10" y="1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3" y="17"/>
                    <a:pt x="10" y="20"/>
                  </a:cubicBezTo>
                  <a:cubicBezTo>
                    <a:pt x="16" y="22"/>
                    <a:pt x="22" y="19"/>
                    <a:pt x="22" y="14"/>
                  </a:cubicBezTo>
                  <a:cubicBezTo>
                    <a:pt x="23" y="10"/>
                    <a:pt x="21" y="8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4935">
              <a:extLst>
                <a:ext uri="{FF2B5EF4-FFF2-40B4-BE49-F238E27FC236}">
                  <a16:creationId xmlns:a16="http://schemas.microsoft.com/office/drawing/2014/main" id="{222C414D-F018-48A7-8CEE-15CC5F84C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107"/>
              <a:ext cx="46" cy="44"/>
            </a:xfrm>
            <a:custGeom>
              <a:avLst/>
              <a:gdLst>
                <a:gd name="T0" fmla="*/ 136 w 23"/>
                <a:gd name="T1" fmla="*/ 32 h 22"/>
                <a:gd name="T2" fmla="*/ 80 w 23"/>
                <a:gd name="T3" fmla="*/ 8 h 22"/>
                <a:gd name="T4" fmla="*/ 24 w 23"/>
                <a:gd name="T5" fmla="*/ 32 h 22"/>
                <a:gd name="T6" fmla="*/ 80 w 23"/>
                <a:gd name="T7" fmla="*/ 160 h 22"/>
                <a:gd name="T8" fmla="*/ 176 w 23"/>
                <a:gd name="T9" fmla="*/ 112 h 22"/>
                <a:gd name="T10" fmla="*/ 136 w 23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4"/>
                  </a:moveTo>
                  <a:cubicBezTo>
                    <a:pt x="15" y="2"/>
                    <a:pt x="13" y="0"/>
                    <a:pt x="10" y="1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3" y="17"/>
                    <a:pt x="10" y="20"/>
                  </a:cubicBezTo>
                  <a:cubicBezTo>
                    <a:pt x="16" y="22"/>
                    <a:pt x="22" y="19"/>
                    <a:pt x="22" y="14"/>
                  </a:cubicBezTo>
                  <a:cubicBezTo>
                    <a:pt x="23" y="10"/>
                    <a:pt x="21" y="8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4936">
              <a:extLst>
                <a:ext uri="{FF2B5EF4-FFF2-40B4-BE49-F238E27FC236}">
                  <a16:creationId xmlns:a16="http://schemas.microsoft.com/office/drawing/2014/main" id="{70FAE746-2467-44A8-96AA-587210C56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3117"/>
              <a:ext cx="24" cy="22"/>
            </a:xfrm>
            <a:custGeom>
              <a:avLst/>
              <a:gdLst>
                <a:gd name="T0" fmla="*/ 96 w 12"/>
                <a:gd name="T1" fmla="*/ 48 h 11"/>
                <a:gd name="T2" fmla="*/ 80 w 12"/>
                <a:gd name="T3" fmla="*/ 80 h 11"/>
                <a:gd name="T4" fmla="*/ 24 w 12"/>
                <a:gd name="T5" fmla="*/ 64 h 11"/>
                <a:gd name="T6" fmla="*/ 8 w 12"/>
                <a:gd name="T7" fmla="*/ 24 h 11"/>
                <a:gd name="T8" fmla="*/ 32 w 12"/>
                <a:gd name="T9" fmla="*/ 0 h 11"/>
                <a:gd name="T10" fmla="*/ 8 w 12"/>
                <a:gd name="T11" fmla="*/ 16 h 11"/>
                <a:gd name="T12" fmla="*/ 24 w 12"/>
                <a:gd name="T13" fmla="*/ 64 h 11"/>
                <a:gd name="T14" fmla="*/ 80 w 12"/>
                <a:gd name="T15" fmla="*/ 80 h 11"/>
                <a:gd name="T16" fmla="*/ 96 w 12"/>
                <a:gd name="T17" fmla="*/ 48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8"/>
                    <a:pt x="12" y="9"/>
                    <a:pt x="10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8"/>
                    <a:pt x="12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4937">
              <a:extLst>
                <a:ext uri="{FF2B5EF4-FFF2-40B4-BE49-F238E27FC236}">
                  <a16:creationId xmlns:a16="http://schemas.microsoft.com/office/drawing/2014/main" id="{140DA2A3-607E-4736-84A9-6FA23D63E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133"/>
              <a:ext cx="45" cy="44"/>
            </a:xfrm>
            <a:custGeom>
              <a:avLst/>
              <a:gdLst>
                <a:gd name="T0" fmla="*/ 147 w 22"/>
                <a:gd name="T1" fmla="*/ 40 h 22"/>
                <a:gd name="T2" fmla="*/ 96 w 22"/>
                <a:gd name="T3" fmla="*/ 0 h 22"/>
                <a:gd name="T4" fmla="*/ 33 w 22"/>
                <a:gd name="T5" fmla="*/ 16 h 22"/>
                <a:gd name="T6" fmla="*/ 59 w 22"/>
                <a:gd name="T7" fmla="*/ 144 h 22"/>
                <a:gd name="T8" fmla="*/ 180 w 22"/>
                <a:gd name="T9" fmla="*/ 128 h 22"/>
                <a:gd name="T10" fmla="*/ 147 w 22"/>
                <a:gd name="T11" fmla="*/ 4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5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2" y="22"/>
                    <a:pt x="19" y="20"/>
                    <a:pt x="21" y="16"/>
                  </a:cubicBezTo>
                  <a:cubicBezTo>
                    <a:pt x="22" y="12"/>
                    <a:pt x="21" y="10"/>
                    <a:pt x="1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4938">
              <a:extLst>
                <a:ext uri="{FF2B5EF4-FFF2-40B4-BE49-F238E27FC236}">
                  <a16:creationId xmlns:a16="http://schemas.microsoft.com/office/drawing/2014/main" id="{95E303A7-0230-49FD-AA4C-61F349DEF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133"/>
              <a:ext cx="45" cy="44"/>
            </a:xfrm>
            <a:custGeom>
              <a:avLst/>
              <a:gdLst>
                <a:gd name="T0" fmla="*/ 147 w 22"/>
                <a:gd name="T1" fmla="*/ 40 h 22"/>
                <a:gd name="T2" fmla="*/ 96 w 22"/>
                <a:gd name="T3" fmla="*/ 0 h 22"/>
                <a:gd name="T4" fmla="*/ 33 w 22"/>
                <a:gd name="T5" fmla="*/ 16 h 22"/>
                <a:gd name="T6" fmla="*/ 59 w 22"/>
                <a:gd name="T7" fmla="*/ 144 h 22"/>
                <a:gd name="T8" fmla="*/ 180 w 22"/>
                <a:gd name="T9" fmla="*/ 128 h 22"/>
                <a:gd name="T10" fmla="*/ 147 w 22"/>
                <a:gd name="T11" fmla="*/ 4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5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2" y="22"/>
                    <a:pt x="19" y="20"/>
                    <a:pt x="21" y="16"/>
                  </a:cubicBezTo>
                  <a:cubicBezTo>
                    <a:pt x="22" y="12"/>
                    <a:pt x="21" y="10"/>
                    <a:pt x="1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4939">
              <a:extLst>
                <a:ext uri="{FF2B5EF4-FFF2-40B4-BE49-F238E27FC236}">
                  <a16:creationId xmlns:a16="http://schemas.microsoft.com/office/drawing/2014/main" id="{322E67D4-0D12-41FA-8258-B6FEE08B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141"/>
              <a:ext cx="23" cy="24"/>
            </a:xfrm>
            <a:custGeom>
              <a:avLst/>
              <a:gdLst>
                <a:gd name="T0" fmla="*/ 100 w 11"/>
                <a:gd name="T1" fmla="*/ 56 h 12"/>
                <a:gd name="T2" fmla="*/ 75 w 11"/>
                <a:gd name="T3" fmla="*/ 88 h 12"/>
                <a:gd name="T4" fmla="*/ 17 w 11"/>
                <a:gd name="T5" fmla="*/ 64 h 12"/>
                <a:gd name="T6" fmla="*/ 8 w 11"/>
                <a:gd name="T7" fmla="*/ 16 h 12"/>
                <a:gd name="T8" fmla="*/ 36 w 11"/>
                <a:gd name="T9" fmla="*/ 0 h 12"/>
                <a:gd name="T10" fmla="*/ 8 w 11"/>
                <a:gd name="T11" fmla="*/ 16 h 12"/>
                <a:gd name="T12" fmla="*/ 17 w 11"/>
                <a:gd name="T13" fmla="*/ 64 h 12"/>
                <a:gd name="T14" fmla="*/ 75 w 11"/>
                <a:gd name="T15" fmla="*/ 88 h 12"/>
                <a:gd name="T16" fmla="*/ 100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8" y="11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6" y="12"/>
                    <a:pt x="8" y="11"/>
                  </a:cubicBezTo>
                  <a:cubicBezTo>
                    <a:pt x="10" y="11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4940">
              <a:extLst>
                <a:ext uri="{FF2B5EF4-FFF2-40B4-BE49-F238E27FC236}">
                  <a16:creationId xmlns:a16="http://schemas.microsoft.com/office/drawing/2014/main" id="{DF500871-FA1D-4E37-B2D2-7C522099E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3001"/>
              <a:ext cx="44" cy="46"/>
            </a:xfrm>
            <a:custGeom>
              <a:avLst/>
              <a:gdLst>
                <a:gd name="T0" fmla="*/ 152 w 22"/>
                <a:gd name="T1" fmla="*/ 128 h 23"/>
                <a:gd name="T2" fmla="*/ 168 w 22"/>
                <a:gd name="T3" fmla="*/ 72 h 23"/>
                <a:gd name="T4" fmla="*/ 136 w 22"/>
                <a:gd name="T5" fmla="*/ 24 h 23"/>
                <a:gd name="T6" fmla="*/ 24 w 22"/>
                <a:gd name="T7" fmla="*/ 88 h 23"/>
                <a:gd name="T8" fmla="*/ 72 w 22"/>
                <a:gd name="T9" fmla="*/ 184 h 23"/>
                <a:gd name="T10" fmla="*/ 152 w 22"/>
                <a:gd name="T11" fmla="*/ 12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9" y="16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1" y="7"/>
                    <a:pt x="20" y="4"/>
                    <a:pt x="17" y="3"/>
                  </a:cubicBezTo>
                  <a:cubicBezTo>
                    <a:pt x="12" y="0"/>
                    <a:pt x="5" y="4"/>
                    <a:pt x="3" y="11"/>
                  </a:cubicBezTo>
                  <a:cubicBezTo>
                    <a:pt x="0" y="17"/>
                    <a:pt x="5" y="23"/>
                    <a:pt x="9" y="23"/>
                  </a:cubicBezTo>
                  <a:cubicBezTo>
                    <a:pt x="13" y="23"/>
                    <a:pt x="15" y="21"/>
                    <a:pt x="19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4941">
              <a:extLst>
                <a:ext uri="{FF2B5EF4-FFF2-40B4-BE49-F238E27FC236}">
                  <a16:creationId xmlns:a16="http://schemas.microsoft.com/office/drawing/2014/main" id="{FD7963F6-7095-42BC-B244-9AA07D11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3001"/>
              <a:ext cx="44" cy="46"/>
            </a:xfrm>
            <a:custGeom>
              <a:avLst/>
              <a:gdLst>
                <a:gd name="T0" fmla="*/ 152 w 22"/>
                <a:gd name="T1" fmla="*/ 128 h 23"/>
                <a:gd name="T2" fmla="*/ 168 w 22"/>
                <a:gd name="T3" fmla="*/ 72 h 23"/>
                <a:gd name="T4" fmla="*/ 136 w 22"/>
                <a:gd name="T5" fmla="*/ 24 h 23"/>
                <a:gd name="T6" fmla="*/ 24 w 22"/>
                <a:gd name="T7" fmla="*/ 88 h 23"/>
                <a:gd name="T8" fmla="*/ 72 w 22"/>
                <a:gd name="T9" fmla="*/ 184 h 23"/>
                <a:gd name="T10" fmla="*/ 152 w 22"/>
                <a:gd name="T11" fmla="*/ 12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9" y="16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1" y="7"/>
                    <a:pt x="20" y="4"/>
                    <a:pt x="17" y="3"/>
                  </a:cubicBezTo>
                  <a:cubicBezTo>
                    <a:pt x="12" y="0"/>
                    <a:pt x="5" y="4"/>
                    <a:pt x="3" y="11"/>
                  </a:cubicBezTo>
                  <a:cubicBezTo>
                    <a:pt x="0" y="17"/>
                    <a:pt x="5" y="23"/>
                    <a:pt x="9" y="23"/>
                  </a:cubicBezTo>
                  <a:cubicBezTo>
                    <a:pt x="13" y="23"/>
                    <a:pt x="15" y="21"/>
                    <a:pt x="19" y="1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4942">
              <a:extLst>
                <a:ext uri="{FF2B5EF4-FFF2-40B4-BE49-F238E27FC236}">
                  <a16:creationId xmlns:a16="http://schemas.microsoft.com/office/drawing/2014/main" id="{0A3A5F84-DE17-4B78-A200-E1787EB53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013"/>
              <a:ext cx="22" cy="26"/>
            </a:xfrm>
            <a:custGeom>
              <a:avLst/>
              <a:gdLst>
                <a:gd name="T0" fmla="*/ 48 w 11"/>
                <a:gd name="T1" fmla="*/ 96 h 13"/>
                <a:gd name="T2" fmla="*/ 16 w 11"/>
                <a:gd name="T3" fmla="*/ 88 h 13"/>
                <a:gd name="T4" fmla="*/ 24 w 11"/>
                <a:gd name="T5" fmla="*/ 24 h 13"/>
                <a:gd name="T6" fmla="*/ 64 w 11"/>
                <a:gd name="T7" fmla="*/ 8 h 13"/>
                <a:gd name="T8" fmla="*/ 88 w 11"/>
                <a:gd name="T9" fmla="*/ 24 h 13"/>
                <a:gd name="T10" fmla="*/ 64 w 11"/>
                <a:gd name="T11" fmla="*/ 8 h 13"/>
                <a:gd name="T12" fmla="*/ 24 w 11"/>
                <a:gd name="T13" fmla="*/ 24 h 13"/>
                <a:gd name="T14" fmla="*/ 8 w 11"/>
                <a:gd name="T15" fmla="*/ 88 h 13"/>
                <a:gd name="T16" fmla="*/ 48 w 11"/>
                <a:gd name="T17" fmla="*/ 96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6" y="12"/>
                  </a:moveTo>
                  <a:cubicBezTo>
                    <a:pt x="4" y="13"/>
                    <a:pt x="2" y="12"/>
                    <a:pt x="2" y="11"/>
                  </a:cubicBezTo>
                  <a:cubicBezTo>
                    <a:pt x="0" y="9"/>
                    <a:pt x="0" y="6"/>
                    <a:pt x="3" y="3"/>
                  </a:cubicBezTo>
                  <a:cubicBezTo>
                    <a:pt x="5" y="1"/>
                    <a:pt x="7" y="1"/>
                    <a:pt x="8" y="1"/>
                  </a:cubicBezTo>
                  <a:cubicBezTo>
                    <a:pt x="10" y="1"/>
                    <a:pt x="11" y="2"/>
                    <a:pt x="11" y="3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6"/>
                    <a:pt x="0" y="9"/>
                    <a:pt x="1" y="11"/>
                  </a:cubicBezTo>
                  <a:cubicBezTo>
                    <a:pt x="2" y="12"/>
                    <a:pt x="4" y="13"/>
                    <a:pt x="6" y="12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4943">
              <a:extLst>
                <a:ext uri="{FF2B5EF4-FFF2-40B4-BE49-F238E27FC236}">
                  <a16:creationId xmlns:a16="http://schemas.microsoft.com/office/drawing/2014/main" id="{AE110FC8-0C77-45C7-8A8F-D5BC4B4F9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939"/>
              <a:ext cx="38" cy="48"/>
            </a:xfrm>
            <a:custGeom>
              <a:avLst/>
              <a:gdLst>
                <a:gd name="T0" fmla="*/ 136 w 19"/>
                <a:gd name="T1" fmla="*/ 120 h 24"/>
                <a:gd name="T2" fmla="*/ 144 w 19"/>
                <a:gd name="T3" fmla="*/ 56 h 24"/>
                <a:gd name="T4" fmla="*/ 104 w 19"/>
                <a:gd name="T5" fmla="*/ 16 h 24"/>
                <a:gd name="T6" fmla="*/ 0 w 19"/>
                <a:gd name="T7" fmla="*/ 104 h 24"/>
                <a:gd name="T8" fmla="*/ 80 w 19"/>
                <a:gd name="T9" fmla="*/ 184 h 24"/>
                <a:gd name="T10" fmla="*/ 136 w 19"/>
                <a:gd name="T11" fmla="*/ 12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5"/>
                  </a:moveTo>
                  <a:cubicBezTo>
                    <a:pt x="19" y="12"/>
                    <a:pt x="19" y="10"/>
                    <a:pt x="18" y="7"/>
                  </a:cubicBezTo>
                  <a:cubicBezTo>
                    <a:pt x="17" y="5"/>
                    <a:pt x="16" y="3"/>
                    <a:pt x="13" y="2"/>
                  </a:cubicBezTo>
                  <a:cubicBezTo>
                    <a:pt x="8" y="0"/>
                    <a:pt x="1" y="6"/>
                    <a:pt x="0" y="13"/>
                  </a:cubicBezTo>
                  <a:cubicBezTo>
                    <a:pt x="0" y="20"/>
                    <a:pt x="5" y="24"/>
                    <a:pt x="10" y="23"/>
                  </a:cubicBezTo>
                  <a:cubicBezTo>
                    <a:pt x="14" y="22"/>
                    <a:pt x="15" y="21"/>
                    <a:pt x="17" y="1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4944">
              <a:extLst>
                <a:ext uri="{FF2B5EF4-FFF2-40B4-BE49-F238E27FC236}">
                  <a16:creationId xmlns:a16="http://schemas.microsoft.com/office/drawing/2014/main" id="{92381711-CC14-41E1-8ACF-EDB4D5408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939"/>
              <a:ext cx="38" cy="48"/>
            </a:xfrm>
            <a:custGeom>
              <a:avLst/>
              <a:gdLst>
                <a:gd name="T0" fmla="*/ 136 w 19"/>
                <a:gd name="T1" fmla="*/ 120 h 24"/>
                <a:gd name="T2" fmla="*/ 144 w 19"/>
                <a:gd name="T3" fmla="*/ 56 h 24"/>
                <a:gd name="T4" fmla="*/ 104 w 19"/>
                <a:gd name="T5" fmla="*/ 16 h 24"/>
                <a:gd name="T6" fmla="*/ 0 w 19"/>
                <a:gd name="T7" fmla="*/ 104 h 24"/>
                <a:gd name="T8" fmla="*/ 80 w 19"/>
                <a:gd name="T9" fmla="*/ 184 h 24"/>
                <a:gd name="T10" fmla="*/ 136 w 19"/>
                <a:gd name="T11" fmla="*/ 12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5"/>
                  </a:moveTo>
                  <a:cubicBezTo>
                    <a:pt x="19" y="12"/>
                    <a:pt x="19" y="10"/>
                    <a:pt x="18" y="7"/>
                  </a:cubicBezTo>
                  <a:cubicBezTo>
                    <a:pt x="17" y="5"/>
                    <a:pt x="16" y="3"/>
                    <a:pt x="13" y="2"/>
                  </a:cubicBezTo>
                  <a:cubicBezTo>
                    <a:pt x="8" y="0"/>
                    <a:pt x="1" y="6"/>
                    <a:pt x="0" y="13"/>
                  </a:cubicBezTo>
                  <a:cubicBezTo>
                    <a:pt x="0" y="20"/>
                    <a:pt x="5" y="24"/>
                    <a:pt x="10" y="23"/>
                  </a:cubicBezTo>
                  <a:cubicBezTo>
                    <a:pt x="14" y="22"/>
                    <a:pt x="15" y="21"/>
                    <a:pt x="17" y="1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4945">
              <a:extLst>
                <a:ext uri="{FF2B5EF4-FFF2-40B4-BE49-F238E27FC236}">
                  <a16:creationId xmlns:a16="http://schemas.microsoft.com/office/drawing/2014/main" id="{0A97335C-E386-4675-817E-4A1B52C6A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951"/>
              <a:ext cx="20" cy="26"/>
            </a:xfrm>
            <a:custGeom>
              <a:avLst/>
              <a:gdLst>
                <a:gd name="T0" fmla="*/ 56 w 10"/>
                <a:gd name="T1" fmla="*/ 96 h 13"/>
                <a:gd name="T2" fmla="*/ 24 w 10"/>
                <a:gd name="T3" fmla="*/ 96 h 13"/>
                <a:gd name="T4" fmla="*/ 16 w 10"/>
                <a:gd name="T5" fmla="*/ 32 h 13"/>
                <a:gd name="T6" fmla="*/ 56 w 10"/>
                <a:gd name="T7" fmla="*/ 8 h 13"/>
                <a:gd name="T8" fmla="*/ 80 w 10"/>
                <a:gd name="T9" fmla="*/ 16 h 13"/>
                <a:gd name="T10" fmla="*/ 56 w 10"/>
                <a:gd name="T11" fmla="*/ 0 h 13"/>
                <a:gd name="T12" fmla="*/ 16 w 10"/>
                <a:gd name="T13" fmla="*/ 32 h 13"/>
                <a:gd name="T14" fmla="*/ 24 w 10"/>
                <a:gd name="T15" fmla="*/ 96 h 13"/>
                <a:gd name="T16" fmla="*/ 56 w 10"/>
                <a:gd name="T17" fmla="*/ 96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3">
                  <a:moveTo>
                    <a:pt x="7" y="12"/>
                  </a:moveTo>
                  <a:cubicBezTo>
                    <a:pt x="6" y="13"/>
                    <a:pt x="4" y="13"/>
                    <a:pt x="3" y="12"/>
                  </a:cubicBezTo>
                  <a:cubicBezTo>
                    <a:pt x="1" y="11"/>
                    <a:pt x="1" y="8"/>
                    <a:pt x="2" y="4"/>
                  </a:cubicBezTo>
                  <a:cubicBezTo>
                    <a:pt x="4" y="1"/>
                    <a:pt x="6" y="1"/>
                    <a:pt x="7" y="1"/>
                  </a:cubicBezTo>
                  <a:cubicBezTo>
                    <a:pt x="8" y="1"/>
                    <a:pt x="10" y="1"/>
                    <a:pt x="10" y="2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1"/>
                    <a:pt x="4" y="1"/>
                    <a:pt x="2" y="4"/>
                  </a:cubicBezTo>
                  <a:cubicBezTo>
                    <a:pt x="0" y="8"/>
                    <a:pt x="1" y="11"/>
                    <a:pt x="3" y="12"/>
                  </a:cubicBezTo>
                  <a:cubicBezTo>
                    <a:pt x="4" y="13"/>
                    <a:pt x="5" y="13"/>
                    <a:pt x="7" y="12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4946">
              <a:extLst>
                <a:ext uri="{FF2B5EF4-FFF2-40B4-BE49-F238E27FC236}">
                  <a16:creationId xmlns:a16="http://schemas.microsoft.com/office/drawing/2014/main" id="{0211F645-7C27-4134-A506-A1534501D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069"/>
              <a:ext cx="52" cy="62"/>
            </a:xfrm>
            <a:custGeom>
              <a:avLst/>
              <a:gdLst>
                <a:gd name="T0" fmla="*/ 200 w 26"/>
                <a:gd name="T1" fmla="*/ 128 h 31"/>
                <a:gd name="T2" fmla="*/ 200 w 26"/>
                <a:gd name="T3" fmla="*/ 64 h 31"/>
                <a:gd name="T4" fmla="*/ 56 w 26"/>
                <a:gd name="T5" fmla="*/ 72 h 31"/>
                <a:gd name="T6" fmla="*/ 24 w 26"/>
                <a:gd name="T7" fmla="*/ 224 h 31"/>
                <a:gd name="T8" fmla="*/ 104 w 26"/>
                <a:gd name="T9" fmla="*/ 232 h 31"/>
                <a:gd name="T10" fmla="*/ 160 w 26"/>
                <a:gd name="T11" fmla="*/ 176 h 31"/>
                <a:gd name="T12" fmla="*/ 200 w 26"/>
                <a:gd name="T13" fmla="*/ 12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25" y="16"/>
                  </a:moveTo>
                  <a:cubicBezTo>
                    <a:pt x="26" y="13"/>
                    <a:pt x="26" y="10"/>
                    <a:pt x="25" y="8"/>
                  </a:cubicBezTo>
                  <a:cubicBezTo>
                    <a:pt x="22" y="0"/>
                    <a:pt x="13" y="2"/>
                    <a:pt x="7" y="9"/>
                  </a:cubicBezTo>
                  <a:cubicBezTo>
                    <a:pt x="0" y="16"/>
                    <a:pt x="0" y="25"/>
                    <a:pt x="3" y="28"/>
                  </a:cubicBezTo>
                  <a:cubicBezTo>
                    <a:pt x="6" y="31"/>
                    <a:pt x="9" y="31"/>
                    <a:pt x="13" y="29"/>
                  </a:cubicBezTo>
                  <a:cubicBezTo>
                    <a:pt x="16" y="28"/>
                    <a:pt x="19" y="24"/>
                    <a:pt x="20" y="22"/>
                  </a:cubicBezTo>
                  <a:cubicBezTo>
                    <a:pt x="22" y="20"/>
                    <a:pt x="24" y="18"/>
                    <a:pt x="25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4947">
              <a:extLst>
                <a:ext uri="{FF2B5EF4-FFF2-40B4-BE49-F238E27FC236}">
                  <a16:creationId xmlns:a16="http://schemas.microsoft.com/office/drawing/2014/main" id="{E681104D-83B1-4F19-A694-9DA5F9CB3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069"/>
              <a:ext cx="52" cy="62"/>
            </a:xfrm>
            <a:custGeom>
              <a:avLst/>
              <a:gdLst>
                <a:gd name="T0" fmla="*/ 200 w 26"/>
                <a:gd name="T1" fmla="*/ 128 h 31"/>
                <a:gd name="T2" fmla="*/ 200 w 26"/>
                <a:gd name="T3" fmla="*/ 64 h 31"/>
                <a:gd name="T4" fmla="*/ 56 w 26"/>
                <a:gd name="T5" fmla="*/ 72 h 31"/>
                <a:gd name="T6" fmla="*/ 24 w 26"/>
                <a:gd name="T7" fmla="*/ 224 h 31"/>
                <a:gd name="T8" fmla="*/ 104 w 26"/>
                <a:gd name="T9" fmla="*/ 232 h 31"/>
                <a:gd name="T10" fmla="*/ 160 w 26"/>
                <a:gd name="T11" fmla="*/ 176 h 31"/>
                <a:gd name="T12" fmla="*/ 200 w 26"/>
                <a:gd name="T13" fmla="*/ 12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25" y="16"/>
                  </a:moveTo>
                  <a:cubicBezTo>
                    <a:pt x="26" y="13"/>
                    <a:pt x="26" y="10"/>
                    <a:pt x="25" y="8"/>
                  </a:cubicBezTo>
                  <a:cubicBezTo>
                    <a:pt x="22" y="0"/>
                    <a:pt x="13" y="2"/>
                    <a:pt x="7" y="9"/>
                  </a:cubicBezTo>
                  <a:cubicBezTo>
                    <a:pt x="0" y="16"/>
                    <a:pt x="0" y="25"/>
                    <a:pt x="3" y="28"/>
                  </a:cubicBezTo>
                  <a:cubicBezTo>
                    <a:pt x="6" y="31"/>
                    <a:pt x="9" y="31"/>
                    <a:pt x="13" y="29"/>
                  </a:cubicBezTo>
                  <a:cubicBezTo>
                    <a:pt x="16" y="28"/>
                    <a:pt x="19" y="24"/>
                    <a:pt x="20" y="22"/>
                  </a:cubicBezTo>
                  <a:cubicBezTo>
                    <a:pt x="22" y="20"/>
                    <a:pt x="24" y="18"/>
                    <a:pt x="25" y="1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4948">
              <a:extLst>
                <a:ext uri="{FF2B5EF4-FFF2-40B4-BE49-F238E27FC236}">
                  <a16:creationId xmlns:a16="http://schemas.microsoft.com/office/drawing/2014/main" id="{F66AFAAB-5C4F-4CBE-B64B-6D78AB0F2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087"/>
              <a:ext cx="24" cy="30"/>
            </a:xfrm>
            <a:custGeom>
              <a:avLst/>
              <a:gdLst>
                <a:gd name="T0" fmla="*/ 88 w 12"/>
                <a:gd name="T1" fmla="*/ 8 h 15"/>
                <a:gd name="T2" fmla="*/ 40 w 12"/>
                <a:gd name="T3" fmla="*/ 24 h 15"/>
                <a:gd name="T4" fmla="*/ 0 w 12"/>
                <a:gd name="T5" fmla="*/ 96 h 15"/>
                <a:gd name="T6" fmla="*/ 8 w 12"/>
                <a:gd name="T7" fmla="*/ 120 h 15"/>
                <a:gd name="T8" fmla="*/ 0 w 12"/>
                <a:gd name="T9" fmla="*/ 96 h 15"/>
                <a:gd name="T10" fmla="*/ 40 w 12"/>
                <a:gd name="T11" fmla="*/ 24 h 15"/>
                <a:gd name="T12" fmla="*/ 88 w 12"/>
                <a:gd name="T13" fmla="*/ 8 h 15"/>
                <a:gd name="T14" fmla="*/ 96 w 12"/>
                <a:gd name="T15" fmla="*/ 32 h 15"/>
                <a:gd name="T16" fmla="*/ 88 w 12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5">
                  <a:moveTo>
                    <a:pt x="11" y="1"/>
                  </a:moveTo>
                  <a:cubicBezTo>
                    <a:pt x="9" y="0"/>
                    <a:pt x="7" y="1"/>
                    <a:pt x="5" y="3"/>
                  </a:cubicBezTo>
                  <a:cubicBezTo>
                    <a:pt x="2" y="5"/>
                    <a:pt x="0" y="9"/>
                    <a:pt x="0" y="12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0" y="9"/>
                    <a:pt x="2" y="5"/>
                    <a:pt x="5" y="3"/>
                  </a:cubicBezTo>
                  <a:cubicBezTo>
                    <a:pt x="7" y="1"/>
                    <a:pt x="9" y="0"/>
                    <a:pt x="11" y="1"/>
                  </a:cubicBezTo>
                  <a:cubicBezTo>
                    <a:pt x="12" y="1"/>
                    <a:pt x="12" y="2"/>
                    <a:pt x="12" y="4"/>
                  </a:cubicBezTo>
                  <a:cubicBezTo>
                    <a:pt x="12" y="2"/>
                    <a:pt x="12" y="1"/>
                    <a:pt x="1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4949">
              <a:extLst>
                <a:ext uri="{FF2B5EF4-FFF2-40B4-BE49-F238E27FC236}">
                  <a16:creationId xmlns:a16="http://schemas.microsoft.com/office/drawing/2014/main" id="{4307A10F-F8D5-4F6A-B335-F013618AA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795"/>
              <a:ext cx="46" cy="64"/>
            </a:xfrm>
            <a:custGeom>
              <a:avLst/>
              <a:gdLst>
                <a:gd name="T0" fmla="*/ 64 w 23"/>
                <a:gd name="T1" fmla="*/ 24 h 32"/>
                <a:gd name="T2" fmla="*/ 0 w 23"/>
                <a:gd name="T3" fmla="*/ 64 h 32"/>
                <a:gd name="T4" fmla="*/ 48 w 23"/>
                <a:gd name="T5" fmla="*/ 200 h 32"/>
                <a:gd name="T6" fmla="*/ 136 w 23"/>
                <a:gd name="T7" fmla="*/ 248 h 32"/>
                <a:gd name="T8" fmla="*/ 64 w 23"/>
                <a:gd name="T9" fmla="*/ 2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8" y="3"/>
                  </a:moveTo>
                  <a:cubicBezTo>
                    <a:pt x="4" y="0"/>
                    <a:pt x="1" y="3"/>
                    <a:pt x="0" y="8"/>
                  </a:cubicBezTo>
                  <a:cubicBezTo>
                    <a:pt x="0" y="13"/>
                    <a:pt x="3" y="20"/>
                    <a:pt x="6" y="25"/>
                  </a:cubicBezTo>
                  <a:cubicBezTo>
                    <a:pt x="11" y="32"/>
                    <a:pt x="14" y="32"/>
                    <a:pt x="17" y="31"/>
                  </a:cubicBezTo>
                  <a:cubicBezTo>
                    <a:pt x="23" y="28"/>
                    <a:pt x="17" y="8"/>
                    <a:pt x="8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4950">
              <a:extLst>
                <a:ext uri="{FF2B5EF4-FFF2-40B4-BE49-F238E27FC236}">
                  <a16:creationId xmlns:a16="http://schemas.microsoft.com/office/drawing/2014/main" id="{8625770F-61C1-4A7D-A238-AFC37981F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795"/>
              <a:ext cx="46" cy="64"/>
            </a:xfrm>
            <a:custGeom>
              <a:avLst/>
              <a:gdLst>
                <a:gd name="T0" fmla="*/ 64 w 23"/>
                <a:gd name="T1" fmla="*/ 24 h 32"/>
                <a:gd name="T2" fmla="*/ 0 w 23"/>
                <a:gd name="T3" fmla="*/ 64 h 32"/>
                <a:gd name="T4" fmla="*/ 48 w 23"/>
                <a:gd name="T5" fmla="*/ 200 h 32"/>
                <a:gd name="T6" fmla="*/ 136 w 23"/>
                <a:gd name="T7" fmla="*/ 248 h 32"/>
                <a:gd name="T8" fmla="*/ 64 w 23"/>
                <a:gd name="T9" fmla="*/ 2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8" y="3"/>
                  </a:moveTo>
                  <a:cubicBezTo>
                    <a:pt x="4" y="0"/>
                    <a:pt x="1" y="3"/>
                    <a:pt x="0" y="8"/>
                  </a:cubicBezTo>
                  <a:cubicBezTo>
                    <a:pt x="0" y="13"/>
                    <a:pt x="3" y="20"/>
                    <a:pt x="6" y="25"/>
                  </a:cubicBezTo>
                  <a:cubicBezTo>
                    <a:pt x="11" y="32"/>
                    <a:pt x="14" y="32"/>
                    <a:pt x="17" y="31"/>
                  </a:cubicBezTo>
                  <a:cubicBezTo>
                    <a:pt x="23" y="28"/>
                    <a:pt x="17" y="8"/>
                    <a:pt x="8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4951">
              <a:extLst>
                <a:ext uri="{FF2B5EF4-FFF2-40B4-BE49-F238E27FC236}">
                  <a16:creationId xmlns:a16="http://schemas.microsoft.com/office/drawing/2014/main" id="{54D34179-4F71-4C0C-830A-EA5104E85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809"/>
              <a:ext cx="18" cy="36"/>
            </a:xfrm>
            <a:custGeom>
              <a:avLst/>
              <a:gdLst>
                <a:gd name="T0" fmla="*/ 8 w 9"/>
                <a:gd name="T1" fmla="*/ 0 h 18"/>
                <a:gd name="T2" fmla="*/ 0 w 9"/>
                <a:gd name="T3" fmla="*/ 48 h 18"/>
                <a:gd name="T4" fmla="*/ 48 w 9"/>
                <a:gd name="T5" fmla="*/ 136 h 18"/>
                <a:gd name="T6" fmla="*/ 72 w 9"/>
                <a:gd name="T7" fmla="*/ 144 h 18"/>
                <a:gd name="T8" fmla="*/ 48 w 9"/>
                <a:gd name="T9" fmla="*/ 136 h 18"/>
                <a:gd name="T10" fmla="*/ 8 w 9"/>
                <a:gd name="T11" fmla="*/ 48 h 18"/>
                <a:gd name="T12" fmla="*/ 16 w 9"/>
                <a:gd name="T13" fmla="*/ 0 h 18"/>
                <a:gd name="T14" fmla="*/ 40 w 9"/>
                <a:gd name="T15" fmla="*/ 8 h 18"/>
                <a:gd name="T16" fmla="*/ 8 w 9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8">
                  <a:moveTo>
                    <a:pt x="1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1" y="10"/>
                    <a:pt x="3" y="15"/>
                    <a:pt x="6" y="17"/>
                  </a:cubicBezTo>
                  <a:cubicBezTo>
                    <a:pt x="7" y="18"/>
                    <a:pt x="8" y="18"/>
                    <a:pt x="9" y="18"/>
                  </a:cubicBezTo>
                  <a:cubicBezTo>
                    <a:pt x="8" y="18"/>
                    <a:pt x="7" y="18"/>
                    <a:pt x="6" y="17"/>
                  </a:cubicBezTo>
                  <a:cubicBezTo>
                    <a:pt x="3" y="15"/>
                    <a:pt x="1" y="10"/>
                    <a:pt x="1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4952">
              <a:extLst>
                <a:ext uri="{FF2B5EF4-FFF2-40B4-BE49-F238E27FC236}">
                  <a16:creationId xmlns:a16="http://schemas.microsoft.com/office/drawing/2014/main" id="{D4A6EC8C-6DED-4B83-8B7B-50957E56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61"/>
              <a:ext cx="44" cy="46"/>
            </a:xfrm>
            <a:custGeom>
              <a:avLst/>
              <a:gdLst>
                <a:gd name="T0" fmla="*/ 152 w 22"/>
                <a:gd name="T1" fmla="*/ 136 h 23"/>
                <a:gd name="T2" fmla="*/ 168 w 22"/>
                <a:gd name="T3" fmla="*/ 72 h 23"/>
                <a:gd name="T4" fmla="*/ 144 w 22"/>
                <a:gd name="T5" fmla="*/ 24 h 23"/>
                <a:gd name="T6" fmla="*/ 24 w 22"/>
                <a:gd name="T7" fmla="*/ 88 h 23"/>
                <a:gd name="T8" fmla="*/ 72 w 22"/>
                <a:gd name="T9" fmla="*/ 184 h 23"/>
                <a:gd name="T10" fmla="*/ 152 w 22"/>
                <a:gd name="T11" fmla="*/ 13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9" y="17"/>
                  </a:moveTo>
                  <a:cubicBezTo>
                    <a:pt x="21" y="14"/>
                    <a:pt x="22" y="12"/>
                    <a:pt x="21" y="9"/>
                  </a:cubicBezTo>
                  <a:cubicBezTo>
                    <a:pt x="21" y="7"/>
                    <a:pt x="20" y="4"/>
                    <a:pt x="18" y="3"/>
                  </a:cubicBezTo>
                  <a:cubicBezTo>
                    <a:pt x="12" y="0"/>
                    <a:pt x="5" y="4"/>
                    <a:pt x="3" y="11"/>
                  </a:cubicBezTo>
                  <a:cubicBezTo>
                    <a:pt x="0" y="17"/>
                    <a:pt x="5" y="23"/>
                    <a:pt x="9" y="23"/>
                  </a:cubicBezTo>
                  <a:cubicBezTo>
                    <a:pt x="13" y="23"/>
                    <a:pt x="15" y="21"/>
                    <a:pt x="19" y="1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4953">
              <a:extLst>
                <a:ext uri="{FF2B5EF4-FFF2-40B4-BE49-F238E27FC236}">
                  <a16:creationId xmlns:a16="http://schemas.microsoft.com/office/drawing/2014/main" id="{222F7C5A-81FD-4FFD-BA13-C958FEB31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61"/>
              <a:ext cx="44" cy="46"/>
            </a:xfrm>
            <a:custGeom>
              <a:avLst/>
              <a:gdLst>
                <a:gd name="T0" fmla="*/ 152 w 22"/>
                <a:gd name="T1" fmla="*/ 136 h 23"/>
                <a:gd name="T2" fmla="*/ 168 w 22"/>
                <a:gd name="T3" fmla="*/ 72 h 23"/>
                <a:gd name="T4" fmla="*/ 144 w 22"/>
                <a:gd name="T5" fmla="*/ 24 h 23"/>
                <a:gd name="T6" fmla="*/ 24 w 22"/>
                <a:gd name="T7" fmla="*/ 88 h 23"/>
                <a:gd name="T8" fmla="*/ 72 w 22"/>
                <a:gd name="T9" fmla="*/ 184 h 23"/>
                <a:gd name="T10" fmla="*/ 152 w 22"/>
                <a:gd name="T11" fmla="*/ 13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9" y="17"/>
                  </a:moveTo>
                  <a:cubicBezTo>
                    <a:pt x="21" y="14"/>
                    <a:pt x="22" y="12"/>
                    <a:pt x="21" y="9"/>
                  </a:cubicBezTo>
                  <a:cubicBezTo>
                    <a:pt x="21" y="7"/>
                    <a:pt x="20" y="4"/>
                    <a:pt x="18" y="3"/>
                  </a:cubicBezTo>
                  <a:cubicBezTo>
                    <a:pt x="12" y="0"/>
                    <a:pt x="5" y="4"/>
                    <a:pt x="3" y="11"/>
                  </a:cubicBezTo>
                  <a:cubicBezTo>
                    <a:pt x="0" y="17"/>
                    <a:pt x="5" y="23"/>
                    <a:pt x="9" y="23"/>
                  </a:cubicBezTo>
                  <a:cubicBezTo>
                    <a:pt x="13" y="23"/>
                    <a:pt x="15" y="21"/>
                    <a:pt x="19" y="17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4954">
              <a:extLst>
                <a:ext uri="{FF2B5EF4-FFF2-40B4-BE49-F238E27FC236}">
                  <a16:creationId xmlns:a16="http://schemas.microsoft.com/office/drawing/2014/main" id="{A51D097F-99D5-40A8-9A27-C5FE1D338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975"/>
              <a:ext cx="22" cy="24"/>
            </a:xfrm>
            <a:custGeom>
              <a:avLst/>
              <a:gdLst>
                <a:gd name="T0" fmla="*/ 48 w 11"/>
                <a:gd name="T1" fmla="*/ 88 h 12"/>
                <a:gd name="T2" fmla="*/ 16 w 11"/>
                <a:gd name="T3" fmla="*/ 80 h 12"/>
                <a:gd name="T4" fmla="*/ 24 w 11"/>
                <a:gd name="T5" fmla="*/ 24 h 12"/>
                <a:gd name="T6" fmla="*/ 64 w 11"/>
                <a:gd name="T7" fmla="*/ 0 h 12"/>
                <a:gd name="T8" fmla="*/ 88 w 11"/>
                <a:gd name="T9" fmla="*/ 16 h 12"/>
                <a:gd name="T10" fmla="*/ 72 w 11"/>
                <a:gd name="T11" fmla="*/ 0 h 12"/>
                <a:gd name="T12" fmla="*/ 24 w 11"/>
                <a:gd name="T13" fmla="*/ 16 h 12"/>
                <a:gd name="T14" fmla="*/ 16 w 11"/>
                <a:gd name="T15" fmla="*/ 80 h 12"/>
                <a:gd name="T16" fmla="*/ 48 w 11"/>
                <a:gd name="T17" fmla="*/ 88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6" y="11"/>
                  </a:moveTo>
                  <a:cubicBezTo>
                    <a:pt x="4" y="12"/>
                    <a:pt x="3" y="11"/>
                    <a:pt x="2" y="10"/>
                  </a:cubicBezTo>
                  <a:cubicBezTo>
                    <a:pt x="1" y="8"/>
                    <a:pt x="1" y="5"/>
                    <a:pt x="3" y="3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10" y="0"/>
                    <a:pt x="11" y="1"/>
                    <a:pt x="11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7" y="0"/>
                    <a:pt x="5" y="0"/>
                    <a:pt x="3" y="2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3" y="11"/>
                    <a:pt x="4" y="12"/>
                    <a:pt x="6" y="1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4955">
              <a:extLst>
                <a:ext uri="{FF2B5EF4-FFF2-40B4-BE49-F238E27FC236}">
                  <a16:creationId xmlns:a16="http://schemas.microsoft.com/office/drawing/2014/main" id="{204D9CC7-4A05-4DA9-9DDB-807828CEE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017"/>
              <a:ext cx="42" cy="44"/>
            </a:xfrm>
            <a:custGeom>
              <a:avLst/>
              <a:gdLst>
                <a:gd name="T0" fmla="*/ 144 w 21"/>
                <a:gd name="T1" fmla="*/ 128 h 22"/>
                <a:gd name="T2" fmla="*/ 168 w 21"/>
                <a:gd name="T3" fmla="*/ 72 h 22"/>
                <a:gd name="T4" fmla="*/ 136 w 21"/>
                <a:gd name="T5" fmla="*/ 16 h 22"/>
                <a:gd name="T6" fmla="*/ 16 w 21"/>
                <a:gd name="T7" fmla="*/ 80 h 22"/>
                <a:gd name="T8" fmla="*/ 72 w 21"/>
                <a:gd name="T9" fmla="*/ 176 h 22"/>
                <a:gd name="T10" fmla="*/ 144 w 21"/>
                <a:gd name="T11" fmla="*/ 12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18" y="16"/>
                  </a:moveTo>
                  <a:cubicBezTo>
                    <a:pt x="20" y="14"/>
                    <a:pt x="21" y="11"/>
                    <a:pt x="21" y="9"/>
                  </a:cubicBezTo>
                  <a:cubicBezTo>
                    <a:pt x="20" y="6"/>
                    <a:pt x="19" y="4"/>
                    <a:pt x="17" y="2"/>
                  </a:cubicBezTo>
                  <a:cubicBezTo>
                    <a:pt x="12" y="0"/>
                    <a:pt x="4" y="3"/>
                    <a:pt x="2" y="10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3" y="22"/>
                    <a:pt x="14" y="21"/>
                    <a:pt x="18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4956">
              <a:extLst>
                <a:ext uri="{FF2B5EF4-FFF2-40B4-BE49-F238E27FC236}">
                  <a16:creationId xmlns:a16="http://schemas.microsoft.com/office/drawing/2014/main" id="{2CFFD539-5F15-4A4C-9C4E-94A9B320F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017"/>
              <a:ext cx="42" cy="44"/>
            </a:xfrm>
            <a:custGeom>
              <a:avLst/>
              <a:gdLst>
                <a:gd name="T0" fmla="*/ 144 w 21"/>
                <a:gd name="T1" fmla="*/ 128 h 22"/>
                <a:gd name="T2" fmla="*/ 168 w 21"/>
                <a:gd name="T3" fmla="*/ 72 h 22"/>
                <a:gd name="T4" fmla="*/ 136 w 21"/>
                <a:gd name="T5" fmla="*/ 16 h 22"/>
                <a:gd name="T6" fmla="*/ 16 w 21"/>
                <a:gd name="T7" fmla="*/ 80 h 22"/>
                <a:gd name="T8" fmla="*/ 72 w 21"/>
                <a:gd name="T9" fmla="*/ 176 h 22"/>
                <a:gd name="T10" fmla="*/ 144 w 21"/>
                <a:gd name="T11" fmla="*/ 12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18" y="16"/>
                  </a:moveTo>
                  <a:cubicBezTo>
                    <a:pt x="20" y="14"/>
                    <a:pt x="21" y="11"/>
                    <a:pt x="21" y="9"/>
                  </a:cubicBezTo>
                  <a:cubicBezTo>
                    <a:pt x="20" y="6"/>
                    <a:pt x="19" y="4"/>
                    <a:pt x="17" y="2"/>
                  </a:cubicBezTo>
                  <a:cubicBezTo>
                    <a:pt x="12" y="0"/>
                    <a:pt x="4" y="3"/>
                    <a:pt x="2" y="10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3" y="22"/>
                    <a:pt x="14" y="21"/>
                    <a:pt x="18" y="1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4957">
              <a:extLst>
                <a:ext uri="{FF2B5EF4-FFF2-40B4-BE49-F238E27FC236}">
                  <a16:creationId xmlns:a16="http://schemas.microsoft.com/office/drawing/2014/main" id="{79F1444F-0C32-4092-BE7B-0550E434B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029"/>
              <a:ext cx="22" cy="24"/>
            </a:xfrm>
            <a:custGeom>
              <a:avLst/>
              <a:gdLst>
                <a:gd name="T0" fmla="*/ 40 w 11"/>
                <a:gd name="T1" fmla="*/ 88 h 12"/>
                <a:gd name="T2" fmla="*/ 8 w 11"/>
                <a:gd name="T3" fmla="*/ 80 h 12"/>
                <a:gd name="T4" fmla="*/ 16 w 11"/>
                <a:gd name="T5" fmla="*/ 24 h 12"/>
                <a:gd name="T6" fmla="*/ 64 w 11"/>
                <a:gd name="T7" fmla="*/ 0 h 12"/>
                <a:gd name="T8" fmla="*/ 88 w 11"/>
                <a:gd name="T9" fmla="*/ 24 h 12"/>
                <a:gd name="T10" fmla="*/ 64 w 11"/>
                <a:gd name="T11" fmla="*/ 0 h 12"/>
                <a:gd name="T12" fmla="*/ 16 w 11"/>
                <a:gd name="T13" fmla="*/ 24 h 12"/>
                <a:gd name="T14" fmla="*/ 8 w 11"/>
                <a:gd name="T15" fmla="*/ 80 h 12"/>
                <a:gd name="T16" fmla="*/ 40 w 11"/>
                <a:gd name="T17" fmla="*/ 88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5" y="11"/>
                  </a:moveTo>
                  <a:cubicBezTo>
                    <a:pt x="4" y="12"/>
                    <a:pt x="2" y="12"/>
                    <a:pt x="1" y="10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9" y="1"/>
                    <a:pt x="10" y="2"/>
                    <a:pt x="11" y="3"/>
                  </a:cubicBezTo>
                  <a:cubicBezTo>
                    <a:pt x="10" y="2"/>
                    <a:pt x="9" y="1"/>
                    <a:pt x="8" y="0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6"/>
                    <a:pt x="0" y="9"/>
                    <a:pt x="1" y="10"/>
                  </a:cubicBezTo>
                  <a:cubicBezTo>
                    <a:pt x="2" y="12"/>
                    <a:pt x="4" y="12"/>
                    <a:pt x="5" y="1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4958">
              <a:extLst>
                <a:ext uri="{FF2B5EF4-FFF2-40B4-BE49-F238E27FC236}">
                  <a16:creationId xmlns:a16="http://schemas.microsoft.com/office/drawing/2014/main" id="{0EE8E4BA-1278-40C3-9FAB-BAB286112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631"/>
              <a:ext cx="44" cy="48"/>
            </a:xfrm>
            <a:custGeom>
              <a:avLst/>
              <a:gdLst>
                <a:gd name="T0" fmla="*/ 152 w 22"/>
                <a:gd name="T1" fmla="*/ 56 h 24"/>
                <a:gd name="T2" fmla="*/ 104 w 22"/>
                <a:gd name="T3" fmla="*/ 8 h 24"/>
                <a:gd name="T4" fmla="*/ 48 w 22"/>
                <a:gd name="T5" fmla="*/ 8 h 24"/>
                <a:gd name="T6" fmla="*/ 40 w 22"/>
                <a:gd name="T7" fmla="*/ 152 h 24"/>
                <a:gd name="T8" fmla="*/ 160 w 22"/>
                <a:gd name="T9" fmla="*/ 152 h 24"/>
                <a:gd name="T10" fmla="*/ 152 w 22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4">
                  <a:moveTo>
                    <a:pt x="19" y="7"/>
                  </a:moveTo>
                  <a:cubicBezTo>
                    <a:pt x="18" y="4"/>
                    <a:pt x="16" y="2"/>
                    <a:pt x="13" y="1"/>
                  </a:cubicBezTo>
                  <a:cubicBezTo>
                    <a:pt x="11" y="0"/>
                    <a:pt x="8" y="0"/>
                    <a:pt x="6" y="1"/>
                  </a:cubicBezTo>
                  <a:cubicBezTo>
                    <a:pt x="0" y="5"/>
                    <a:pt x="0" y="13"/>
                    <a:pt x="5" y="19"/>
                  </a:cubicBezTo>
                  <a:cubicBezTo>
                    <a:pt x="10" y="24"/>
                    <a:pt x="18" y="23"/>
                    <a:pt x="20" y="19"/>
                  </a:cubicBezTo>
                  <a:cubicBezTo>
                    <a:pt x="22" y="15"/>
                    <a:pt x="22" y="13"/>
                    <a:pt x="19" y="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4959">
              <a:extLst>
                <a:ext uri="{FF2B5EF4-FFF2-40B4-BE49-F238E27FC236}">
                  <a16:creationId xmlns:a16="http://schemas.microsoft.com/office/drawing/2014/main" id="{7D3CC279-25F8-49B7-BADC-20F9AC79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631"/>
              <a:ext cx="44" cy="48"/>
            </a:xfrm>
            <a:custGeom>
              <a:avLst/>
              <a:gdLst>
                <a:gd name="T0" fmla="*/ 152 w 22"/>
                <a:gd name="T1" fmla="*/ 56 h 24"/>
                <a:gd name="T2" fmla="*/ 104 w 22"/>
                <a:gd name="T3" fmla="*/ 8 h 24"/>
                <a:gd name="T4" fmla="*/ 48 w 22"/>
                <a:gd name="T5" fmla="*/ 8 h 24"/>
                <a:gd name="T6" fmla="*/ 40 w 22"/>
                <a:gd name="T7" fmla="*/ 152 h 24"/>
                <a:gd name="T8" fmla="*/ 160 w 22"/>
                <a:gd name="T9" fmla="*/ 152 h 24"/>
                <a:gd name="T10" fmla="*/ 152 w 22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4">
                  <a:moveTo>
                    <a:pt x="19" y="7"/>
                  </a:moveTo>
                  <a:cubicBezTo>
                    <a:pt x="18" y="4"/>
                    <a:pt x="16" y="2"/>
                    <a:pt x="13" y="1"/>
                  </a:cubicBezTo>
                  <a:cubicBezTo>
                    <a:pt x="11" y="0"/>
                    <a:pt x="8" y="0"/>
                    <a:pt x="6" y="1"/>
                  </a:cubicBezTo>
                  <a:cubicBezTo>
                    <a:pt x="0" y="5"/>
                    <a:pt x="0" y="13"/>
                    <a:pt x="5" y="19"/>
                  </a:cubicBezTo>
                  <a:cubicBezTo>
                    <a:pt x="10" y="24"/>
                    <a:pt x="18" y="23"/>
                    <a:pt x="20" y="19"/>
                  </a:cubicBezTo>
                  <a:cubicBezTo>
                    <a:pt x="22" y="15"/>
                    <a:pt x="22" y="13"/>
                    <a:pt x="19" y="7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4960">
              <a:extLst>
                <a:ext uri="{FF2B5EF4-FFF2-40B4-BE49-F238E27FC236}">
                  <a16:creationId xmlns:a16="http://schemas.microsoft.com/office/drawing/2014/main" id="{99DB2B40-B7EF-400F-ACDA-A7D334E9A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641"/>
              <a:ext cx="22" cy="26"/>
            </a:xfrm>
            <a:custGeom>
              <a:avLst/>
              <a:gdLst>
                <a:gd name="T0" fmla="*/ 88 w 11"/>
                <a:gd name="T1" fmla="*/ 72 h 13"/>
                <a:gd name="T2" fmla="*/ 64 w 11"/>
                <a:gd name="T3" fmla="*/ 104 h 13"/>
                <a:gd name="T4" fmla="*/ 8 w 11"/>
                <a:gd name="T5" fmla="*/ 64 h 13"/>
                <a:gd name="T6" fmla="*/ 16 w 11"/>
                <a:gd name="T7" fmla="*/ 8 h 13"/>
                <a:gd name="T8" fmla="*/ 40 w 11"/>
                <a:gd name="T9" fmla="*/ 0 h 13"/>
                <a:gd name="T10" fmla="*/ 16 w 11"/>
                <a:gd name="T11" fmla="*/ 8 h 13"/>
                <a:gd name="T12" fmla="*/ 8 w 11"/>
                <a:gd name="T13" fmla="*/ 64 h 13"/>
                <a:gd name="T14" fmla="*/ 64 w 11"/>
                <a:gd name="T15" fmla="*/ 104 h 13"/>
                <a:gd name="T16" fmla="*/ 88 w 11"/>
                <a:gd name="T17" fmla="*/ 7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1" y="9"/>
                  </a:moveTo>
                  <a:cubicBezTo>
                    <a:pt x="11" y="11"/>
                    <a:pt x="9" y="12"/>
                    <a:pt x="8" y="13"/>
                  </a:cubicBezTo>
                  <a:cubicBezTo>
                    <a:pt x="6" y="13"/>
                    <a:pt x="3" y="11"/>
                    <a:pt x="1" y="8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4"/>
                    <a:pt x="1" y="8"/>
                  </a:cubicBezTo>
                  <a:cubicBezTo>
                    <a:pt x="3" y="11"/>
                    <a:pt x="6" y="13"/>
                    <a:pt x="8" y="13"/>
                  </a:cubicBezTo>
                  <a:cubicBezTo>
                    <a:pt x="10" y="13"/>
                    <a:pt x="11" y="11"/>
                    <a:pt x="11" y="9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4961">
              <a:extLst>
                <a:ext uri="{FF2B5EF4-FFF2-40B4-BE49-F238E27FC236}">
                  <a16:creationId xmlns:a16="http://schemas.microsoft.com/office/drawing/2014/main" id="{3FB84383-4154-4C23-AEFE-3A2634BF6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693"/>
              <a:ext cx="59" cy="56"/>
            </a:xfrm>
            <a:custGeom>
              <a:avLst/>
              <a:gdLst>
                <a:gd name="T0" fmla="*/ 136 w 29"/>
                <a:gd name="T1" fmla="*/ 16 h 28"/>
                <a:gd name="T2" fmla="*/ 75 w 29"/>
                <a:gd name="T3" fmla="*/ 0 h 28"/>
                <a:gd name="T4" fmla="*/ 49 w 29"/>
                <a:gd name="T5" fmla="*/ 144 h 28"/>
                <a:gd name="T6" fmla="*/ 203 w 29"/>
                <a:gd name="T7" fmla="*/ 208 h 28"/>
                <a:gd name="T8" fmla="*/ 228 w 29"/>
                <a:gd name="T9" fmla="*/ 128 h 28"/>
                <a:gd name="T10" fmla="*/ 177 w 29"/>
                <a:gd name="T11" fmla="*/ 64 h 28"/>
                <a:gd name="T12" fmla="*/ 136 w 29"/>
                <a:gd name="T13" fmla="*/ 1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16" y="2"/>
                  </a:moveTo>
                  <a:cubicBezTo>
                    <a:pt x="14" y="0"/>
                    <a:pt x="11" y="0"/>
                    <a:pt x="9" y="0"/>
                  </a:cubicBezTo>
                  <a:cubicBezTo>
                    <a:pt x="0" y="1"/>
                    <a:pt x="0" y="11"/>
                    <a:pt x="6" y="18"/>
                  </a:cubicBezTo>
                  <a:cubicBezTo>
                    <a:pt x="11" y="26"/>
                    <a:pt x="20" y="28"/>
                    <a:pt x="24" y="26"/>
                  </a:cubicBezTo>
                  <a:cubicBezTo>
                    <a:pt x="28" y="24"/>
                    <a:pt x="29" y="20"/>
                    <a:pt x="27" y="16"/>
                  </a:cubicBezTo>
                  <a:cubicBezTo>
                    <a:pt x="26" y="13"/>
                    <a:pt x="23" y="10"/>
                    <a:pt x="21" y="8"/>
                  </a:cubicBezTo>
                  <a:cubicBezTo>
                    <a:pt x="20" y="6"/>
                    <a:pt x="18" y="3"/>
                    <a:pt x="16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4962">
              <a:extLst>
                <a:ext uri="{FF2B5EF4-FFF2-40B4-BE49-F238E27FC236}">
                  <a16:creationId xmlns:a16="http://schemas.microsoft.com/office/drawing/2014/main" id="{2134831C-A450-44A5-B651-3881857A8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693"/>
              <a:ext cx="59" cy="56"/>
            </a:xfrm>
            <a:custGeom>
              <a:avLst/>
              <a:gdLst>
                <a:gd name="T0" fmla="*/ 136 w 29"/>
                <a:gd name="T1" fmla="*/ 16 h 28"/>
                <a:gd name="T2" fmla="*/ 75 w 29"/>
                <a:gd name="T3" fmla="*/ 0 h 28"/>
                <a:gd name="T4" fmla="*/ 49 w 29"/>
                <a:gd name="T5" fmla="*/ 144 h 28"/>
                <a:gd name="T6" fmla="*/ 203 w 29"/>
                <a:gd name="T7" fmla="*/ 208 h 28"/>
                <a:gd name="T8" fmla="*/ 228 w 29"/>
                <a:gd name="T9" fmla="*/ 128 h 28"/>
                <a:gd name="T10" fmla="*/ 177 w 29"/>
                <a:gd name="T11" fmla="*/ 64 h 28"/>
                <a:gd name="T12" fmla="*/ 136 w 29"/>
                <a:gd name="T13" fmla="*/ 1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16" y="2"/>
                  </a:moveTo>
                  <a:cubicBezTo>
                    <a:pt x="14" y="0"/>
                    <a:pt x="11" y="0"/>
                    <a:pt x="9" y="0"/>
                  </a:cubicBezTo>
                  <a:cubicBezTo>
                    <a:pt x="0" y="1"/>
                    <a:pt x="0" y="11"/>
                    <a:pt x="6" y="18"/>
                  </a:cubicBezTo>
                  <a:cubicBezTo>
                    <a:pt x="11" y="26"/>
                    <a:pt x="20" y="28"/>
                    <a:pt x="24" y="26"/>
                  </a:cubicBezTo>
                  <a:cubicBezTo>
                    <a:pt x="28" y="24"/>
                    <a:pt x="29" y="20"/>
                    <a:pt x="27" y="16"/>
                  </a:cubicBezTo>
                  <a:cubicBezTo>
                    <a:pt x="26" y="13"/>
                    <a:pt x="23" y="10"/>
                    <a:pt x="21" y="8"/>
                  </a:cubicBezTo>
                  <a:cubicBezTo>
                    <a:pt x="20" y="6"/>
                    <a:pt x="18" y="3"/>
                    <a:pt x="16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4963">
              <a:extLst>
                <a:ext uri="{FF2B5EF4-FFF2-40B4-BE49-F238E27FC236}">
                  <a16:creationId xmlns:a16="http://schemas.microsoft.com/office/drawing/2014/main" id="{1D5A88E3-416D-482B-BC66-4913CC844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705"/>
              <a:ext cx="26" cy="30"/>
            </a:xfrm>
            <a:custGeom>
              <a:avLst/>
              <a:gdLst>
                <a:gd name="T0" fmla="*/ 8 w 13"/>
                <a:gd name="T1" fmla="*/ 8 h 15"/>
                <a:gd name="T2" fmla="*/ 16 w 13"/>
                <a:gd name="T3" fmla="*/ 56 h 15"/>
                <a:gd name="T4" fmla="*/ 72 w 13"/>
                <a:gd name="T5" fmla="*/ 120 h 15"/>
                <a:gd name="T6" fmla="*/ 104 w 13"/>
                <a:gd name="T7" fmla="*/ 112 h 15"/>
                <a:gd name="T8" fmla="*/ 72 w 13"/>
                <a:gd name="T9" fmla="*/ 112 h 15"/>
                <a:gd name="T10" fmla="*/ 16 w 13"/>
                <a:gd name="T11" fmla="*/ 56 h 15"/>
                <a:gd name="T12" fmla="*/ 8 w 13"/>
                <a:gd name="T13" fmla="*/ 16 h 15"/>
                <a:gd name="T14" fmla="*/ 32 w 13"/>
                <a:gd name="T15" fmla="*/ 8 h 15"/>
                <a:gd name="T16" fmla="*/ 8 w 13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1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1"/>
                    <a:pt x="7" y="14"/>
                    <a:pt x="9" y="15"/>
                  </a:cubicBezTo>
                  <a:cubicBezTo>
                    <a:pt x="11" y="15"/>
                    <a:pt x="12" y="15"/>
                    <a:pt x="13" y="14"/>
                  </a:cubicBezTo>
                  <a:cubicBezTo>
                    <a:pt x="12" y="15"/>
                    <a:pt x="11" y="15"/>
                    <a:pt x="9" y="14"/>
                  </a:cubicBezTo>
                  <a:cubicBezTo>
                    <a:pt x="7" y="14"/>
                    <a:pt x="4" y="11"/>
                    <a:pt x="2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4964">
              <a:extLst>
                <a:ext uri="{FF2B5EF4-FFF2-40B4-BE49-F238E27FC236}">
                  <a16:creationId xmlns:a16="http://schemas.microsoft.com/office/drawing/2014/main" id="{BDC7AD57-9E05-4A62-A1D2-A4B7A7181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541"/>
              <a:ext cx="56" cy="54"/>
            </a:xfrm>
            <a:custGeom>
              <a:avLst/>
              <a:gdLst>
                <a:gd name="T0" fmla="*/ 56 w 28"/>
                <a:gd name="T1" fmla="*/ 8 h 27"/>
                <a:gd name="T2" fmla="*/ 8 w 28"/>
                <a:gd name="T3" fmla="*/ 64 h 27"/>
                <a:gd name="T4" fmla="*/ 96 w 28"/>
                <a:gd name="T5" fmla="*/ 184 h 27"/>
                <a:gd name="T6" fmla="*/ 192 w 28"/>
                <a:gd name="T7" fmla="*/ 192 h 27"/>
                <a:gd name="T8" fmla="*/ 56 w 28"/>
                <a:gd name="T9" fmla="*/ 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7" y="1"/>
                  </a:moveTo>
                  <a:cubicBezTo>
                    <a:pt x="2" y="0"/>
                    <a:pt x="0" y="3"/>
                    <a:pt x="1" y="8"/>
                  </a:cubicBezTo>
                  <a:cubicBezTo>
                    <a:pt x="2" y="13"/>
                    <a:pt x="7" y="19"/>
                    <a:pt x="12" y="23"/>
                  </a:cubicBezTo>
                  <a:cubicBezTo>
                    <a:pt x="19" y="27"/>
                    <a:pt x="22" y="27"/>
                    <a:pt x="24" y="24"/>
                  </a:cubicBezTo>
                  <a:cubicBezTo>
                    <a:pt x="28" y="20"/>
                    <a:pt x="16" y="3"/>
                    <a:pt x="7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4965">
              <a:extLst>
                <a:ext uri="{FF2B5EF4-FFF2-40B4-BE49-F238E27FC236}">
                  <a16:creationId xmlns:a16="http://schemas.microsoft.com/office/drawing/2014/main" id="{17A99D0C-9091-4083-A1F5-FFDA7B10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541"/>
              <a:ext cx="56" cy="54"/>
            </a:xfrm>
            <a:custGeom>
              <a:avLst/>
              <a:gdLst>
                <a:gd name="T0" fmla="*/ 56 w 28"/>
                <a:gd name="T1" fmla="*/ 8 h 27"/>
                <a:gd name="T2" fmla="*/ 8 w 28"/>
                <a:gd name="T3" fmla="*/ 64 h 27"/>
                <a:gd name="T4" fmla="*/ 96 w 28"/>
                <a:gd name="T5" fmla="*/ 184 h 27"/>
                <a:gd name="T6" fmla="*/ 192 w 28"/>
                <a:gd name="T7" fmla="*/ 192 h 27"/>
                <a:gd name="T8" fmla="*/ 56 w 28"/>
                <a:gd name="T9" fmla="*/ 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7" y="1"/>
                  </a:moveTo>
                  <a:cubicBezTo>
                    <a:pt x="2" y="0"/>
                    <a:pt x="0" y="3"/>
                    <a:pt x="1" y="8"/>
                  </a:cubicBezTo>
                  <a:cubicBezTo>
                    <a:pt x="2" y="13"/>
                    <a:pt x="7" y="19"/>
                    <a:pt x="12" y="23"/>
                  </a:cubicBezTo>
                  <a:cubicBezTo>
                    <a:pt x="19" y="27"/>
                    <a:pt x="22" y="27"/>
                    <a:pt x="24" y="24"/>
                  </a:cubicBezTo>
                  <a:cubicBezTo>
                    <a:pt x="28" y="20"/>
                    <a:pt x="16" y="3"/>
                    <a:pt x="7" y="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4966">
              <a:extLst>
                <a:ext uri="{FF2B5EF4-FFF2-40B4-BE49-F238E27FC236}">
                  <a16:creationId xmlns:a16="http://schemas.microsoft.com/office/drawing/2014/main" id="{DF8CE621-E6C7-4A4C-93DF-6553BAFA8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51"/>
              <a:ext cx="30" cy="32"/>
            </a:xfrm>
            <a:custGeom>
              <a:avLst/>
              <a:gdLst>
                <a:gd name="T0" fmla="*/ 8 w 15"/>
                <a:gd name="T1" fmla="*/ 0 h 16"/>
                <a:gd name="T2" fmla="*/ 16 w 15"/>
                <a:gd name="T3" fmla="*/ 56 h 16"/>
                <a:gd name="T4" fmla="*/ 88 w 15"/>
                <a:gd name="T5" fmla="*/ 120 h 16"/>
                <a:gd name="T6" fmla="*/ 120 w 15"/>
                <a:gd name="T7" fmla="*/ 120 h 16"/>
                <a:gd name="T8" fmla="*/ 88 w 15"/>
                <a:gd name="T9" fmla="*/ 120 h 16"/>
                <a:gd name="T10" fmla="*/ 24 w 15"/>
                <a:gd name="T11" fmla="*/ 56 h 16"/>
                <a:gd name="T12" fmla="*/ 8 w 15"/>
                <a:gd name="T13" fmla="*/ 8 h 16"/>
                <a:gd name="T14" fmla="*/ 40 w 15"/>
                <a:gd name="T15" fmla="*/ 0 h 16"/>
                <a:gd name="T16" fmla="*/ 8 w 15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6">
                  <a:moveTo>
                    <a:pt x="1" y="0"/>
                  </a:moveTo>
                  <a:cubicBezTo>
                    <a:pt x="0" y="1"/>
                    <a:pt x="1" y="4"/>
                    <a:pt x="2" y="7"/>
                  </a:cubicBezTo>
                  <a:cubicBezTo>
                    <a:pt x="4" y="10"/>
                    <a:pt x="8" y="14"/>
                    <a:pt x="11" y="15"/>
                  </a:cubicBezTo>
                  <a:cubicBezTo>
                    <a:pt x="13" y="16"/>
                    <a:pt x="14" y="16"/>
                    <a:pt x="15" y="15"/>
                  </a:cubicBezTo>
                  <a:cubicBezTo>
                    <a:pt x="14" y="16"/>
                    <a:pt x="13" y="15"/>
                    <a:pt x="11" y="15"/>
                  </a:cubicBezTo>
                  <a:cubicBezTo>
                    <a:pt x="8" y="14"/>
                    <a:pt x="4" y="10"/>
                    <a:pt x="3" y="7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4967">
              <a:extLst>
                <a:ext uri="{FF2B5EF4-FFF2-40B4-BE49-F238E27FC236}">
                  <a16:creationId xmlns:a16="http://schemas.microsoft.com/office/drawing/2014/main" id="{ECE4B621-202A-42FE-9648-B322E56A3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657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16 h 22"/>
                <a:gd name="T6" fmla="*/ 64 w 22"/>
                <a:gd name="T7" fmla="*/ 144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4968">
              <a:extLst>
                <a:ext uri="{FF2B5EF4-FFF2-40B4-BE49-F238E27FC236}">
                  <a16:creationId xmlns:a16="http://schemas.microsoft.com/office/drawing/2014/main" id="{7CEE1387-6AF2-4DF1-8596-753361511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657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16 h 22"/>
                <a:gd name="T6" fmla="*/ 64 w 22"/>
                <a:gd name="T7" fmla="*/ 144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4969">
              <a:extLst>
                <a:ext uri="{FF2B5EF4-FFF2-40B4-BE49-F238E27FC236}">
                  <a16:creationId xmlns:a16="http://schemas.microsoft.com/office/drawing/2014/main" id="{AFB3BCA2-9E31-4CFB-866A-C130BDF1D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665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72 w 12"/>
                <a:gd name="T3" fmla="*/ 88 h 12"/>
                <a:gd name="T4" fmla="*/ 24 w 12"/>
                <a:gd name="T5" fmla="*/ 64 h 12"/>
                <a:gd name="T6" fmla="*/ 8 w 12"/>
                <a:gd name="T7" fmla="*/ 16 h 12"/>
                <a:gd name="T8" fmla="*/ 32 w 12"/>
                <a:gd name="T9" fmla="*/ 0 h 12"/>
                <a:gd name="T10" fmla="*/ 8 w 12"/>
                <a:gd name="T11" fmla="*/ 16 h 12"/>
                <a:gd name="T12" fmla="*/ 16 w 12"/>
                <a:gd name="T13" fmla="*/ 64 h 12"/>
                <a:gd name="T14" fmla="*/ 80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9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4970">
              <a:extLst>
                <a:ext uri="{FF2B5EF4-FFF2-40B4-BE49-F238E27FC236}">
                  <a16:creationId xmlns:a16="http://schemas.microsoft.com/office/drawing/2014/main" id="{FF7E8B35-2094-44A6-87B9-C97D2600E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729"/>
              <a:ext cx="46" cy="46"/>
            </a:xfrm>
            <a:custGeom>
              <a:avLst/>
              <a:gdLst>
                <a:gd name="T0" fmla="*/ 144 w 23"/>
                <a:gd name="T1" fmla="*/ 40 h 23"/>
                <a:gd name="T2" fmla="*/ 88 w 23"/>
                <a:gd name="T3" fmla="*/ 0 h 23"/>
                <a:gd name="T4" fmla="*/ 32 w 23"/>
                <a:gd name="T5" fmla="*/ 24 h 23"/>
                <a:gd name="T6" fmla="*/ 72 w 23"/>
                <a:gd name="T7" fmla="*/ 152 h 23"/>
                <a:gd name="T8" fmla="*/ 176 w 23"/>
                <a:gd name="T9" fmla="*/ 120 h 23"/>
                <a:gd name="T10" fmla="*/ 144 w 23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8" y="5"/>
                  </a:moveTo>
                  <a:cubicBezTo>
                    <a:pt x="16" y="2"/>
                    <a:pt x="14" y="1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2" y="16"/>
                    <a:pt x="9" y="19"/>
                  </a:cubicBezTo>
                  <a:cubicBezTo>
                    <a:pt x="15" y="23"/>
                    <a:pt x="21" y="20"/>
                    <a:pt x="22" y="15"/>
                  </a:cubicBezTo>
                  <a:cubicBezTo>
                    <a:pt x="23" y="11"/>
                    <a:pt x="22" y="9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4971">
              <a:extLst>
                <a:ext uri="{FF2B5EF4-FFF2-40B4-BE49-F238E27FC236}">
                  <a16:creationId xmlns:a16="http://schemas.microsoft.com/office/drawing/2014/main" id="{8191A2EB-AC2E-4810-AB6E-4DFD46848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729"/>
              <a:ext cx="46" cy="46"/>
            </a:xfrm>
            <a:custGeom>
              <a:avLst/>
              <a:gdLst>
                <a:gd name="T0" fmla="*/ 144 w 23"/>
                <a:gd name="T1" fmla="*/ 40 h 23"/>
                <a:gd name="T2" fmla="*/ 88 w 23"/>
                <a:gd name="T3" fmla="*/ 0 h 23"/>
                <a:gd name="T4" fmla="*/ 32 w 23"/>
                <a:gd name="T5" fmla="*/ 24 h 23"/>
                <a:gd name="T6" fmla="*/ 72 w 23"/>
                <a:gd name="T7" fmla="*/ 152 h 23"/>
                <a:gd name="T8" fmla="*/ 176 w 23"/>
                <a:gd name="T9" fmla="*/ 120 h 23"/>
                <a:gd name="T10" fmla="*/ 144 w 23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8" y="5"/>
                  </a:moveTo>
                  <a:cubicBezTo>
                    <a:pt x="16" y="2"/>
                    <a:pt x="14" y="1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2" y="16"/>
                    <a:pt x="9" y="19"/>
                  </a:cubicBezTo>
                  <a:cubicBezTo>
                    <a:pt x="15" y="23"/>
                    <a:pt x="21" y="20"/>
                    <a:pt x="22" y="15"/>
                  </a:cubicBezTo>
                  <a:cubicBezTo>
                    <a:pt x="23" y="11"/>
                    <a:pt x="22" y="9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4972">
              <a:extLst>
                <a:ext uri="{FF2B5EF4-FFF2-40B4-BE49-F238E27FC236}">
                  <a16:creationId xmlns:a16="http://schemas.microsoft.com/office/drawing/2014/main" id="{4D559F53-9353-43FF-9BC2-E41A39D68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739"/>
              <a:ext cx="22" cy="22"/>
            </a:xfrm>
            <a:custGeom>
              <a:avLst/>
              <a:gdLst>
                <a:gd name="T0" fmla="*/ 88 w 11"/>
                <a:gd name="T1" fmla="*/ 48 h 11"/>
                <a:gd name="T2" fmla="*/ 72 w 11"/>
                <a:gd name="T3" fmla="*/ 88 h 11"/>
                <a:gd name="T4" fmla="*/ 16 w 11"/>
                <a:gd name="T5" fmla="*/ 64 h 11"/>
                <a:gd name="T6" fmla="*/ 0 w 11"/>
                <a:gd name="T7" fmla="*/ 16 h 11"/>
                <a:gd name="T8" fmla="*/ 24 w 11"/>
                <a:gd name="T9" fmla="*/ 0 h 11"/>
                <a:gd name="T10" fmla="*/ 0 w 11"/>
                <a:gd name="T11" fmla="*/ 16 h 11"/>
                <a:gd name="T12" fmla="*/ 16 w 11"/>
                <a:gd name="T13" fmla="*/ 64 h 11"/>
                <a:gd name="T14" fmla="*/ 72 w 11"/>
                <a:gd name="T15" fmla="*/ 88 h 11"/>
                <a:gd name="T16" fmla="*/ 88 w 11"/>
                <a:gd name="T17" fmla="*/ 48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10" y="10"/>
                    <a:pt x="9" y="11"/>
                  </a:cubicBezTo>
                  <a:cubicBezTo>
                    <a:pt x="7" y="11"/>
                    <a:pt x="4" y="11"/>
                    <a:pt x="2" y="8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1"/>
                    <a:pt x="9" y="11"/>
                  </a:cubicBezTo>
                  <a:cubicBezTo>
                    <a:pt x="10" y="10"/>
                    <a:pt x="11" y="8"/>
                    <a:pt x="11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4973">
              <a:extLst>
                <a:ext uri="{FF2B5EF4-FFF2-40B4-BE49-F238E27FC236}">
                  <a16:creationId xmlns:a16="http://schemas.microsoft.com/office/drawing/2014/main" id="{D1162E90-24C5-4405-AFBD-4F261AC99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599"/>
              <a:ext cx="46" cy="44"/>
            </a:xfrm>
            <a:custGeom>
              <a:avLst/>
              <a:gdLst>
                <a:gd name="T0" fmla="*/ 144 w 23"/>
                <a:gd name="T1" fmla="*/ 32 h 22"/>
                <a:gd name="T2" fmla="*/ 88 w 23"/>
                <a:gd name="T3" fmla="*/ 0 h 22"/>
                <a:gd name="T4" fmla="*/ 32 w 23"/>
                <a:gd name="T5" fmla="*/ 16 h 22"/>
                <a:gd name="T6" fmla="*/ 72 w 23"/>
                <a:gd name="T7" fmla="*/ 144 h 22"/>
                <a:gd name="T8" fmla="*/ 176 w 23"/>
                <a:gd name="T9" fmla="*/ 120 h 22"/>
                <a:gd name="T10" fmla="*/ 144 w 23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3" y="15"/>
                    <a:pt x="9" y="18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4974">
              <a:extLst>
                <a:ext uri="{FF2B5EF4-FFF2-40B4-BE49-F238E27FC236}">
                  <a16:creationId xmlns:a16="http://schemas.microsoft.com/office/drawing/2014/main" id="{B885A62F-3FBE-4BD9-9D3B-F8F12F68B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599"/>
              <a:ext cx="46" cy="44"/>
            </a:xfrm>
            <a:custGeom>
              <a:avLst/>
              <a:gdLst>
                <a:gd name="T0" fmla="*/ 144 w 23"/>
                <a:gd name="T1" fmla="*/ 32 h 22"/>
                <a:gd name="T2" fmla="*/ 88 w 23"/>
                <a:gd name="T3" fmla="*/ 0 h 22"/>
                <a:gd name="T4" fmla="*/ 32 w 23"/>
                <a:gd name="T5" fmla="*/ 16 h 22"/>
                <a:gd name="T6" fmla="*/ 72 w 23"/>
                <a:gd name="T7" fmla="*/ 144 h 22"/>
                <a:gd name="T8" fmla="*/ 176 w 23"/>
                <a:gd name="T9" fmla="*/ 120 h 22"/>
                <a:gd name="T10" fmla="*/ 144 w 23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3" y="15"/>
                    <a:pt x="9" y="18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4975">
              <a:extLst>
                <a:ext uri="{FF2B5EF4-FFF2-40B4-BE49-F238E27FC236}">
                  <a16:creationId xmlns:a16="http://schemas.microsoft.com/office/drawing/2014/main" id="{448029C4-3853-4B1A-B5D7-71A417D2B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607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72 w 11"/>
                <a:gd name="T3" fmla="*/ 88 h 12"/>
                <a:gd name="T4" fmla="*/ 16 w 11"/>
                <a:gd name="T5" fmla="*/ 64 h 12"/>
                <a:gd name="T6" fmla="*/ 8 w 11"/>
                <a:gd name="T7" fmla="*/ 16 h 12"/>
                <a:gd name="T8" fmla="*/ 24 w 11"/>
                <a:gd name="T9" fmla="*/ 0 h 12"/>
                <a:gd name="T10" fmla="*/ 0 w 11"/>
                <a:gd name="T11" fmla="*/ 16 h 12"/>
                <a:gd name="T12" fmla="*/ 16 w 11"/>
                <a:gd name="T13" fmla="*/ 64 h 12"/>
                <a:gd name="T14" fmla="*/ 72 w 11"/>
                <a:gd name="T15" fmla="*/ 88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0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0" y="10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4976">
              <a:extLst>
                <a:ext uri="{FF2B5EF4-FFF2-40B4-BE49-F238E27FC236}">
                  <a16:creationId xmlns:a16="http://schemas.microsoft.com/office/drawing/2014/main" id="{356943CA-48DF-4E4A-913F-DCEF8B750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3119"/>
              <a:ext cx="56" cy="50"/>
            </a:xfrm>
            <a:custGeom>
              <a:avLst/>
              <a:gdLst>
                <a:gd name="T0" fmla="*/ 128 w 28"/>
                <a:gd name="T1" fmla="*/ 8 h 25"/>
                <a:gd name="T2" fmla="*/ 64 w 28"/>
                <a:gd name="T3" fmla="*/ 8 h 25"/>
                <a:gd name="T4" fmla="*/ 56 w 28"/>
                <a:gd name="T5" fmla="*/ 144 h 25"/>
                <a:gd name="T6" fmla="*/ 192 w 28"/>
                <a:gd name="T7" fmla="*/ 184 h 25"/>
                <a:gd name="T8" fmla="*/ 216 w 28"/>
                <a:gd name="T9" fmla="*/ 104 h 25"/>
                <a:gd name="T10" fmla="*/ 168 w 28"/>
                <a:gd name="T11" fmla="*/ 48 h 25"/>
                <a:gd name="T12" fmla="*/ 128 w 28"/>
                <a:gd name="T13" fmla="*/ 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5">
                  <a:moveTo>
                    <a:pt x="16" y="1"/>
                  </a:moveTo>
                  <a:cubicBezTo>
                    <a:pt x="13" y="0"/>
                    <a:pt x="11" y="0"/>
                    <a:pt x="8" y="1"/>
                  </a:cubicBezTo>
                  <a:cubicBezTo>
                    <a:pt x="0" y="3"/>
                    <a:pt x="1" y="12"/>
                    <a:pt x="7" y="18"/>
                  </a:cubicBezTo>
                  <a:cubicBezTo>
                    <a:pt x="12" y="24"/>
                    <a:pt x="21" y="25"/>
                    <a:pt x="24" y="23"/>
                  </a:cubicBezTo>
                  <a:cubicBezTo>
                    <a:pt x="27" y="20"/>
                    <a:pt x="28" y="17"/>
                    <a:pt x="27" y="13"/>
                  </a:cubicBezTo>
                  <a:cubicBezTo>
                    <a:pt x="25" y="10"/>
                    <a:pt x="22" y="8"/>
                    <a:pt x="21" y="6"/>
                  </a:cubicBezTo>
                  <a:cubicBezTo>
                    <a:pt x="19" y="5"/>
                    <a:pt x="17" y="2"/>
                    <a:pt x="16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4977">
              <a:extLst>
                <a:ext uri="{FF2B5EF4-FFF2-40B4-BE49-F238E27FC236}">
                  <a16:creationId xmlns:a16="http://schemas.microsoft.com/office/drawing/2014/main" id="{11000ACD-8EB0-4B57-AD96-FAD9B84B4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3119"/>
              <a:ext cx="56" cy="50"/>
            </a:xfrm>
            <a:custGeom>
              <a:avLst/>
              <a:gdLst>
                <a:gd name="T0" fmla="*/ 128 w 28"/>
                <a:gd name="T1" fmla="*/ 8 h 25"/>
                <a:gd name="T2" fmla="*/ 64 w 28"/>
                <a:gd name="T3" fmla="*/ 8 h 25"/>
                <a:gd name="T4" fmla="*/ 56 w 28"/>
                <a:gd name="T5" fmla="*/ 144 h 25"/>
                <a:gd name="T6" fmla="*/ 192 w 28"/>
                <a:gd name="T7" fmla="*/ 184 h 25"/>
                <a:gd name="T8" fmla="*/ 216 w 28"/>
                <a:gd name="T9" fmla="*/ 104 h 25"/>
                <a:gd name="T10" fmla="*/ 168 w 28"/>
                <a:gd name="T11" fmla="*/ 48 h 25"/>
                <a:gd name="T12" fmla="*/ 128 w 28"/>
                <a:gd name="T13" fmla="*/ 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5">
                  <a:moveTo>
                    <a:pt x="16" y="1"/>
                  </a:moveTo>
                  <a:cubicBezTo>
                    <a:pt x="13" y="0"/>
                    <a:pt x="11" y="0"/>
                    <a:pt x="8" y="1"/>
                  </a:cubicBezTo>
                  <a:cubicBezTo>
                    <a:pt x="0" y="3"/>
                    <a:pt x="1" y="12"/>
                    <a:pt x="7" y="18"/>
                  </a:cubicBezTo>
                  <a:cubicBezTo>
                    <a:pt x="12" y="24"/>
                    <a:pt x="21" y="25"/>
                    <a:pt x="24" y="23"/>
                  </a:cubicBezTo>
                  <a:cubicBezTo>
                    <a:pt x="27" y="20"/>
                    <a:pt x="28" y="17"/>
                    <a:pt x="27" y="13"/>
                  </a:cubicBezTo>
                  <a:cubicBezTo>
                    <a:pt x="25" y="10"/>
                    <a:pt x="22" y="8"/>
                    <a:pt x="21" y="6"/>
                  </a:cubicBezTo>
                  <a:cubicBezTo>
                    <a:pt x="19" y="5"/>
                    <a:pt x="17" y="2"/>
                    <a:pt x="16" y="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4978">
              <a:extLst>
                <a:ext uri="{FF2B5EF4-FFF2-40B4-BE49-F238E27FC236}">
                  <a16:creationId xmlns:a16="http://schemas.microsoft.com/office/drawing/2014/main" id="{FE2CABBA-7E01-4E7F-9908-0459C7CA6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3131"/>
              <a:ext cx="26" cy="26"/>
            </a:xfrm>
            <a:custGeom>
              <a:avLst/>
              <a:gdLst>
                <a:gd name="T0" fmla="*/ 8 w 13"/>
                <a:gd name="T1" fmla="*/ 16 h 13"/>
                <a:gd name="T2" fmla="*/ 16 w 13"/>
                <a:gd name="T3" fmla="*/ 56 h 13"/>
                <a:gd name="T4" fmla="*/ 80 w 13"/>
                <a:gd name="T5" fmla="*/ 104 h 13"/>
                <a:gd name="T6" fmla="*/ 104 w 13"/>
                <a:gd name="T7" fmla="*/ 96 h 13"/>
                <a:gd name="T8" fmla="*/ 80 w 13"/>
                <a:gd name="T9" fmla="*/ 96 h 13"/>
                <a:gd name="T10" fmla="*/ 16 w 13"/>
                <a:gd name="T11" fmla="*/ 56 h 13"/>
                <a:gd name="T12" fmla="*/ 8 w 13"/>
                <a:gd name="T13" fmla="*/ 16 h 13"/>
                <a:gd name="T14" fmla="*/ 32 w 13"/>
                <a:gd name="T15" fmla="*/ 8 h 13"/>
                <a:gd name="T16" fmla="*/ 8 w 13"/>
                <a:gd name="T17" fmla="*/ 16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" y="2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0"/>
                    <a:pt x="7" y="12"/>
                    <a:pt x="10" y="13"/>
                  </a:cubicBezTo>
                  <a:cubicBezTo>
                    <a:pt x="11" y="13"/>
                    <a:pt x="12" y="12"/>
                    <a:pt x="13" y="12"/>
                  </a:cubicBezTo>
                  <a:cubicBezTo>
                    <a:pt x="12" y="12"/>
                    <a:pt x="11" y="13"/>
                    <a:pt x="10" y="12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4979">
              <a:extLst>
                <a:ext uri="{FF2B5EF4-FFF2-40B4-BE49-F238E27FC236}">
                  <a16:creationId xmlns:a16="http://schemas.microsoft.com/office/drawing/2014/main" id="{282BCA31-45AB-4AD0-9107-0771013EF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3127"/>
              <a:ext cx="58" cy="63"/>
            </a:xfrm>
            <a:custGeom>
              <a:avLst/>
              <a:gdLst>
                <a:gd name="T0" fmla="*/ 128 w 29"/>
                <a:gd name="T1" fmla="*/ 24 h 31"/>
                <a:gd name="T2" fmla="*/ 40 w 29"/>
                <a:gd name="T3" fmla="*/ 24 h 31"/>
                <a:gd name="T4" fmla="*/ 72 w 29"/>
                <a:gd name="T5" fmla="*/ 177 h 31"/>
                <a:gd name="T6" fmla="*/ 200 w 29"/>
                <a:gd name="T7" fmla="*/ 236 h 31"/>
                <a:gd name="T8" fmla="*/ 224 w 29"/>
                <a:gd name="T9" fmla="*/ 169 h 31"/>
                <a:gd name="T10" fmla="*/ 176 w 29"/>
                <a:gd name="T11" fmla="*/ 100 h 31"/>
                <a:gd name="T12" fmla="*/ 128 w 29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6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2" y="15"/>
                    <a:pt x="9" y="21"/>
                  </a:cubicBezTo>
                  <a:cubicBezTo>
                    <a:pt x="15" y="28"/>
                    <a:pt x="19" y="31"/>
                    <a:pt x="25" y="28"/>
                  </a:cubicBezTo>
                  <a:cubicBezTo>
                    <a:pt x="28" y="27"/>
                    <a:pt x="29" y="24"/>
                    <a:pt x="28" y="20"/>
                  </a:cubicBezTo>
                  <a:cubicBezTo>
                    <a:pt x="27" y="17"/>
                    <a:pt x="25" y="15"/>
                    <a:pt x="22" y="12"/>
                  </a:cubicBezTo>
                  <a:cubicBezTo>
                    <a:pt x="21" y="10"/>
                    <a:pt x="19" y="5"/>
                    <a:pt x="16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4980">
              <a:extLst>
                <a:ext uri="{FF2B5EF4-FFF2-40B4-BE49-F238E27FC236}">
                  <a16:creationId xmlns:a16="http://schemas.microsoft.com/office/drawing/2014/main" id="{50A020DF-A68D-4FE2-AE5D-B15129C94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3127"/>
              <a:ext cx="58" cy="63"/>
            </a:xfrm>
            <a:custGeom>
              <a:avLst/>
              <a:gdLst>
                <a:gd name="T0" fmla="*/ 128 w 29"/>
                <a:gd name="T1" fmla="*/ 24 h 31"/>
                <a:gd name="T2" fmla="*/ 40 w 29"/>
                <a:gd name="T3" fmla="*/ 24 h 31"/>
                <a:gd name="T4" fmla="*/ 72 w 29"/>
                <a:gd name="T5" fmla="*/ 177 h 31"/>
                <a:gd name="T6" fmla="*/ 200 w 29"/>
                <a:gd name="T7" fmla="*/ 236 h 31"/>
                <a:gd name="T8" fmla="*/ 224 w 29"/>
                <a:gd name="T9" fmla="*/ 169 h 31"/>
                <a:gd name="T10" fmla="*/ 176 w 29"/>
                <a:gd name="T11" fmla="*/ 100 h 31"/>
                <a:gd name="T12" fmla="*/ 128 w 29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6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2" y="15"/>
                    <a:pt x="9" y="21"/>
                  </a:cubicBezTo>
                  <a:cubicBezTo>
                    <a:pt x="15" y="28"/>
                    <a:pt x="19" y="31"/>
                    <a:pt x="25" y="28"/>
                  </a:cubicBezTo>
                  <a:cubicBezTo>
                    <a:pt x="28" y="27"/>
                    <a:pt x="29" y="24"/>
                    <a:pt x="28" y="20"/>
                  </a:cubicBezTo>
                  <a:cubicBezTo>
                    <a:pt x="27" y="17"/>
                    <a:pt x="25" y="15"/>
                    <a:pt x="22" y="12"/>
                  </a:cubicBezTo>
                  <a:cubicBezTo>
                    <a:pt x="21" y="10"/>
                    <a:pt x="19" y="5"/>
                    <a:pt x="16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4981">
              <a:extLst>
                <a:ext uri="{FF2B5EF4-FFF2-40B4-BE49-F238E27FC236}">
                  <a16:creationId xmlns:a16="http://schemas.microsoft.com/office/drawing/2014/main" id="{A2109626-8062-4CDC-8635-603C91318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139"/>
              <a:ext cx="30" cy="32"/>
            </a:xfrm>
            <a:custGeom>
              <a:avLst/>
              <a:gdLst>
                <a:gd name="T0" fmla="*/ 120 w 15"/>
                <a:gd name="T1" fmla="*/ 112 h 16"/>
                <a:gd name="T2" fmla="*/ 112 w 15"/>
                <a:gd name="T3" fmla="*/ 128 h 16"/>
                <a:gd name="T4" fmla="*/ 40 w 15"/>
                <a:gd name="T5" fmla="*/ 72 h 16"/>
                <a:gd name="T6" fmla="*/ 16 w 15"/>
                <a:gd name="T7" fmla="*/ 8 h 16"/>
                <a:gd name="T8" fmla="*/ 40 w 15"/>
                <a:gd name="T9" fmla="*/ 8 h 16"/>
                <a:gd name="T10" fmla="*/ 16 w 15"/>
                <a:gd name="T11" fmla="*/ 8 h 16"/>
                <a:gd name="T12" fmla="*/ 32 w 15"/>
                <a:gd name="T13" fmla="*/ 72 h 16"/>
                <a:gd name="T14" fmla="*/ 112 w 15"/>
                <a:gd name="T15" fmla="*/ 128 h 16"/>
                <a:gd name="T16" fmla="*/ 120 w 15"/>
                <a:gd name="T17" fmla="*/ 112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6">
                  <a:moveTo>
                    <a:pt x="15" y="14"/>
                  </a:moveTo>
                  <a:cubicBezTo>
                    <a:pt x="15" y="15"/>
                    <a:pt x="15" y="15"/>
                    <a:pt x="14" y="16"/>
                  </a:cubicBezTo>
                  <a:cubicBezTo>
                    <a:pt x="13" y="16"/>
                    <a:pt x="10" y="15"/>
                    <a:pt x="5" y="9"/>
                  </a:cubicBezTo>
                  <a:cubicBezTo>
                    <a:pt x="1" y="5"/>
                    <a:pt x="1" y="2"/>
                    <a:pt x="2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1" y="5"/>
                    <a:pt x="4" y="9"/>
                  </a:cubicBezTo>
                  <a:cubicBezTo>
                    <a:pt x="9" y="15"/>
                    <a:pt x="13" y="16"/>
                    <a:pt x="14" y="16"/>
                  </a:cubicBezTo>
                  <a:cubicBezTo>
                    <a:pt x="15" y="16"/>
                    <a:pt x="15" y="15"/>
                    <a:pt x="15" y="1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4982">
              <a:extLst>
                <a:ext uri="{FF2B5EF4-FFF2-40B4-BE49-F238E27FC236}">
                  <a16:creationId xmlns:a16="http://schemas.microsoft.com/office/drawing/2014/main" id="{5E305420-ABCB-415B-B68F-8A6BBE2EE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3075"/>
              <a:ext cx="42" cy="46"/>
            </a:xfrm>
            <a:custGeom>
              <a:avLst/>
              <a:gdLst>
                <a:gd name="T0" fmla="*/ 136 w 21"/>
                <a:gd name="T1" fmla="*/ 40 h 23"/>
                <a:gd name="T2" fmla="*/ 88 w 21"/>
                <a:gd name="T3" fmla="*/ 0 h 23"/>
                <a:gd name="T4" fmla="*/ 32 w 21"/>
                <a:gd name="T5" fmla="*/ 16 h 23"/>
                <a:gd name="T6" fmla="*/ 48 w 21"/>
                <a:gd name="T7" fmla="*/ 152 h 23"/>
                <a:gd name="T8" fmla="*/ 160 w 21"/>
                <a:gd name="T9" fmla="*/ 128 h 23"/>
                <a:gd name="T10" fmla="*/ 136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5" y="3"/>
                    <a:pt x="14" y="1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0"/>
                    <a:pt x="20" y="16"/>
                  </a:cubicBezTo>
                  <a:cubicBezTo>
                    <a:pt x="21" y="12"/>
                    <a:pt x="20" y="10"/>
                    <a:pt x="1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4983">
              <a:extLst>
                <a:ext uri="{FF2B5EF4-FFF2-40B4-BE49-F238E27FC236}">
                  <a16:creationId xmlns:a16="http://schemas.microsoft.com/office/drawing/2014/main" id="{59E6ABC1-FF41-4EE3-B5EA-28586DCA3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3075"/>
              <a:ext cx="42" cy="46"/>
            </a:xfrm>
            <a:custGeom>
              <a:avLst/>
              <a:gdLst>
                <a:gd name="T0" fmla="*/ 136 w 21"/>
                <a:gd name="T1" fmla="*/ 40 h 23"/>
                <a:gd name="T2" fmla="*/ 88 w 21"/>
                <a:gd name="T3" fmla="*/ 0 h 23"/>
                <a:gd name="T4" fmla="*/ 32 w 21"/>
                <a:gd name="T5" fmla="*/ 16 h 23"/>
                <a:gd name="T6" fmla="*/ 48 w 21"/>
                <a:gd name="T7" fmla="*/ 152 h 23"/>
                <a:gd name="T8" fmla="*/ 160 w 21"/>
                <a:gd name="T9" fmla="*/ 128 h 23"/>
                <a:gd name="T10" fmla="*/ 136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5" y="3"/>
                    <a:pt x="14" y="1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0"/>
                    <a:pt x="20" y="16"/>
                  </a:cubicBezTo>
                  <a:cubicBezTo>
                    <a:pt x="21" y="12"/>
                    <a:pt x="20" y="10"/>
                    <a:pt x="1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4984">
              <a:extLst>
                <a:ext uri="{FF2B5EF4-FFF2-40B4-BE49-F238E27FC236}">
                  <a16:creationId xmlns:a16="http://schemas.microsoft.com/office/drawing/2014/main" id="{B387897A-9CF0-4A47-9F41-90D5BB8FF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083"/>
              <a:ext cx="20" cy="26"/>
            </a:xfrm>
            <a:custGeom>
              <a:avLst/>
              <a:gdLst>
                <a:gd name="T0" fmla="*/ 80 w 10"/>
                <a:gd name="T1" fmla="*/ 64 h 13"/>
                <a:gd name="T2" fmla="*/ 64 w 10"/>
                <a:gd name="T3" fmla="*/ 96 h 13"/>
                <a:gd name="T4" fmla="*/ 8 w 10"/>
                <a:gd name="T5" fmla="*/ 64 h 13"/>
                <a:gd name="T6" fmla="*/ 8 w 10"/>
                <a:gd name="T7" fmla="*/ 16 h 13"/>
                <a:gd name="T8" fmla="*/ 32 w 10"/>
                <a:gd name="T9" fmla="*/ 0 h 13"/>
                <a:gd name="T10" fmla="*/ 8 w 10"/>
                <a:gd name="T11" fmla="*/ 16 h 13"/>
                <a:gd name="T12" fmla="*/ 8 w 10"/>
                <a:gd name="T13" fmla="*/ 64 h 13"/>
                <a:gd name="T14" fmla="*/ 64 w 10"/>
                <a:gd name="T15" fmla="*/ 96 h 13"/>
                <a:gd name="T16" fmla="*/ 80 w 10"/>
                <a:gd name="T17" fmla="*/ 6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10"/>
                    <a:pt x="10" y="11"/>
                    <a:pt x="8" y="12"/>
                  </a:cubicBezTo>
                  <a:cubicBezTo>
                    <a:pt x="6" y="12"/>
                    <a:pt x="3" y="12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10" y="12"/>
                    <a:pt x="10" y="10"/>
                    <a:pt x="10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4985">
              <a:extLst>
                <a:ext uri="{FF2B5EF4-FFF2-40B4-BE49-F238E27FC236}">
                  <a16:creationId xmlns:a16="http://schemas.microsoft.com/office/drawing/2014/main" id="{B53EBE85-98F4-4CCF-A33D-B3DAB6534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811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0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4986">
              <a:extLst>
                <a:ext uri="{FF2B5EF4-FFF2-40B4-BE49-F238E27FC236}">
                  <a16:creationId xmlns:a16="http://schemas.microsoft.com/office/drawing/2014/main" id="{C77B8F7B-520F-4B07-B3C4-CCCF8B689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811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0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4987">
              <a:extLst>
                <a:ext uri="{FF2B5EF4-FFF2-40B4-BE49-F238E27FC236}">
                  <a16:creationId xmlns:a16="http://schemas.microsoft.com/office/drawing/2014/main" id="{C89AC951-0482-46D7-A827-8FCC76D96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819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72 w 11"/>
                <a:gd name="T3" fmla="*/ 88 h 12"/>
                <a:gd name="T4" fmla="*/ 16 w 11"/>
                <a:gd name="T5" fmla="*/ 64 h 12"/>
                <a:gd name="T6" fmla="*/ 8 w 11"/>
                <a:gd name="T7" fmla="*/ 16 h 12"/>
                <a:gd name="T8" fmla="*/ 32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72 w 11"/>
                <a:gd name="T15" fmla="*/ 88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4988">
              <a:extLst>
                <a:ext uri="{FF2B5EF4-FFF2-40B4-BE49-F238E27FC236}">
                  <a16:creationId xmlns:a16="http://schemas.microsoft.com/office/drawing/2014/main" id="{AA0A71C9-8D39-4087-870C-F0C398A16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781"/>
              <a:ext cx="58" cy="58"/>
            </a:xfrm>
            <a:custGeom>
              <a:avLst/>
              <a:gdLst>
                <a:gd name="T0" fmla="*/ 160 w 29"/>
                <a:gd name="T1" fmla="*/ 192 h 29"/>
                <a:gd name="T2" fmla="*/ 192 w 29"/>
                <a:gd name="T3" fmla="*/ 64 h 29"/>
                <a:gd name="T4" fmla="*/ 48 w 29"/>
                <a:gd name="T5" fmla="*/ 48 h 29"/>
                <a:gd name="T6" fmla="*/ 160 w 29"/>
                <a:gd name="T7" fmla="*/ 19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20" y="24"/>
                  </a:moveTo>
                  <a:cubicBezTo>
                    <a:pt x="27" y="23"/>
                    <a:pt x="29" y="15"/>
                    <a:pt x="24" y="8"/>
                  </a:cubicBezTo>
                  <a:cubicBezTo>
                    <a:pt x="19" y="1"/>
                    <a:pt x="12" y="0"/>
                    <a:pt x="6" y="6"/>
                  </a:cubicBezTo>
                  <a:cubicBezTo>
                    <a:pt x="0" y="11"/>
                    <a:pt x="8" y="29"/>
                    <a:pt x="20" y="2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4989">
              <a:extLst>
                <a:ext uri="{FF2B5EF4-FFF2-40B4-BE49-F238E27FC236}">
                  <a16:creationId xmlns:a16="http://schemas.microsoft.com/office/drawing/2014/main" id="{2BE8371D-A6F0-4837-8C6E-9657B5AAA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781"/>
              <a:ext cx="58" cy="58"/>
            </a:xfrm>
            <a:custGeom>
              <a:avLst/>
              <a:gdLst>
                <a:gd name="T0" fmla="*/ 160 w 29"/>
                <a:gd name="T1" fmla="*/ 192 h 29"/>
                <a:gd name="T2" fmla="*/ 192 w 29"/>
                <a:gd name="T3" fmla="*/ 64 h 29"/>
                <a:gd name="T4" fmla="*/ 48 w 29"/>
                <a:gd name="T5" fmla="*/ 48 h 29"/>
                <a:gd name="T6" fmla="*/ 160 w 29"/>
                <a:gd name="T7" fmla="*/ 19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20" y="24"/>
                  </a:moveTo>
                  <a:cubicBezTo>
                    <a:pt x="27" y="23"/>
                    <a:pt x="29" y="15"/>
                    <a:pt x="24" y="8"/>
                  </a:cubicBezTo>
                  <a:cubicBezTo>
                    <a:pt x="19" y="1"/>
                    <a:pt x="12" y="0"/>
                    <a:pt x="6" y="6"/>
                  </a:cubicBezTo>
                  <a:cubicBezTo>
                    <a:pt x="0" y="11"/>
                    <a:pt x="8" y="29"/>
                    <a:pt x="20" y="2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4990">
              <a:extLst>
                <a:ext uri="{FF2B5EF4-FFF2-40B4-BE49-F238E27FC236}">
                  <a16:creationId xmlns:a16="http://schemas.microsoft.com/office/drawing/2014/main" id="{A9518D51-1199-4EFF-8515-D4BE3B583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799"/>
              <a:ext cx="28" cy="22"/>
            </a:xfrm>
            <a:custGeom>
              <a:avLst/>
              <a:gdLst>
                <a:gd name="T0" fmla="*/ 96 w 14"/>
                <a:gd name="T1" fmla="*/ 0 h 11"/>
                <a:gd name="T2" fmla="*/ 104 w 14"/>
                <a:gd name="T3" fmla="*/ 48 h 11"/>
                <a:gd name="T4" fmla="*/ 64 w 14"/>
                <a:gd name="T5" fmla="*/ 88 h 11"/>
                <a:gd name="T6" fmla="*/ 16 w 14"/>
                <a:gd name="T7" fmla="*/ 56 h 11"/>
                <a:gd name="T8" fmla="*/ 8 w 14"/>
                <a:gd name="T9" fmla="*/ 0 h 11"/>
                <a:gd name="T10" fmla="*/ 16 w 14"/>
                <a:gd name="T11" fmla="*/ 56 h 11"/>
                <a:gd name="T12" fmla="*/ 64 w 14"/>
                <a:gd name="T13" fmla="*/ 88 h 11"/>
                <a:gd name="T14" fmla="*/ 104 w 14"/>
                <a:gd name="T15" fmla="*/ 48 h 11"/>
                <a:gd name="T16" fmla="*/ 96 w 14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14" y="2"/>
                    <a:pt x="14" y="4"/>
                    <a:pt x="13" y="6"/>
                  </a:cubicBezTo>
                  <a:cubicBezTo>
                    <a:pt x="12" y="9"/>
                    <a:pt x="10" y="10"/>
                    <a:pt x="8" y="11"/>
                  </a:cubicBezTo>
                  <a:cubicBezTo>
                    <a:pt x="6" y="11"/>
                    <a:pt x="3" y="9"/>
                    <a:pt x="2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10"/>
                    <a:pt x="6" y="11"/>
                    <a:pt x="8" y="11"/>
                  </a:cubicBezTo>
                  <a:cubicBezTo>
                    <a:pt x="10" y="11"/>
                    <a:pt x="12" y="9"/>
                    <a:pt x="13" y="6"/>
                  </a:cubicBezTo>
                  <a:cubicBezTo>
                    <a:pt x="14" y="4"/>
                    <a:pt x="14" y="2"/>
                    <a:pt x="12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4991">
              <a:extLst>
                <a:ext uri="{FF2B5EF4-FFF2-40B4-BE49-F238E27FC236}">
                  <a16:creationId xmlns:a16="http://schemas.microsoft.com/office/drawing/2014/main" id="{7D177D72-C76A-428F-847B-31CCC2F69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3047"/>
              <a:ext cx="32" cy="38"/>
            </a:xfrm>
            <a:custGeom>
              <a:avLst/>
              <a:gdLst>
                <a:gd name="T0" fmla="*/ 120 w 16"/>
                <a:gd name="T1" fmla="*/ 80 h 19"/>
                <a:gd name="T2" fmla="*/ 112 w 16"/>
                <a:gd name="T3" fmla="*/ 128 h 19"/>
                <a:gd name="T4" fmla="*/ 104 w 16"/>
                <a:gd name="T5" fmla="*/ 136 h 19"/>
                <a:gd name="T6" fmla="*/ 104 w 16"/>
                <a:gd name="T7" fmla="*/ 136 h 19"/>
                <a:gd name="T8" fmla="*/ 72 w 16"/>
                <a:gd name="T9" fmla="*/ 136 h 19"/>
                <a:gd name="T10" fmla="*/ 56 w 16"/>
                <a:gd name="T11" fmla="*/ 120 h 19"/>
                <a:gd name="T12" fmla="*/ 40 w 16"/>
                <a:gd name="T13" fmla="*/ 128 h 19"/>
                <a:gd name="T14" fmla="*/ 32 w 16"/>
                <a:gd name="T15" fmla="*/ 112 h 19"/>
                <a:gd name="T16" fmla="*/ 24 w 16"/>
                <a:gd name="T17" fmla="*/ 96 h 19"/>
                <a:gd name="T18" fmla="*/ 0 w 16"/>
                <a:gd name="T19" fmla="*/ 56 h 19"/>
                <a:gd name="T20" fmla="*/ 16 w 16"/>
                <a:gd name="T21" fmla="*/ 40 h 19"/>
                <a:gd name="T22" fmla="*/ 24 w 16"/>
                <a:gd name="T23" fmla="*/ 24 h 19"/>
                <a:gd name="T24" fmla="*/ 56 w 16"/>
                <a:gd name="T25" fmla="*/ 0 h 19"/>
                <a:gd name="T26" fmla="*/ 96 w 16"/>
                <a:gd name="T27" fmla="*/ 24 h 19"/>
                <a:gd name="T28" fmla="*/ 120 w 16"/>
                <a:gd name="T29" fmla="*/ 80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9">
                  <a:moveTo>
                    <a:pt x="15" y="10"/>
                  </a:moveTo>
                  <a:cubicBezTo>
                    <a:pt x="16" y="11"/>
                    <a:pt x="15" y="15"/>
                    <a:pt x="14" y="16"/>
                  </a:cubicBezTo>
                  <a:cubicBezTo>
                    <a:pt x="14" y="16"/>
                    <a:pt x="14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1" y="17"/>
                    <a:pt x="10" y="19"/>
                    <a:pt x="9" y="17"/>
                  </a:cubicBezTo>
                  <a:cubicBezTo>
                    <a:pt x="8" y="16"/>
                    <a:pt x="8" y="15"/>
                    <a:pt x="7" y="15"/>
                  </a:cubicBezTo>
                  <a:cubicBezTo>
                    <a:pt x="6" y="15"/>
                    <a:pt x="6" y="16"/>
                    <a:pt x="5" y="16"/>
                  </a:cubicBezTo>
                  <a:cubicBezTo>
                    <a:pt x="4" y="16"/>
                    <a:pt x="4" y="15"/>
                    <a:pt x="4" y="14"/>
                  </a:cubicBezTo>
                  <a:cubicBezTo>
                    <a:pt x="4" y="12"/>
                    <a:pt x="4" y="12"/>
                    <a:pt x="3" y="12"/>
                  </a:cubicBezTo>
                  <a:cubicBezTo>
                    <a:pt x="2" y="11"/>
                    <a:pt x="0" y="9"/>
                    <a:pt x="0" y="7"/>
                  </a:cubicBezTo>
                  <a:cubicBezTo>
                    <a:pt x="0" y="6"/>
                    <a:pt x="1" y="5"/>
                    <a:pt x="2" y="5"/>
                  </a:cubicBezTo>
                  <a:cubicBezTo>
                    <a:pt x="3" y="5"/>
                    <a:pt x="3" y="5"/>
                    <a:pt x="3" y="3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9" y="0"/>
                    <a:pt x="11" y="1"/>
                    <a:pt x="12" y="3"/>
                  </a:cubicBezTo>
                  <a:cubicBezTo>
                    <a:pt x="13" y="5"/>
                    <a:pt x="13" y="9"/>
                    <a:pt x="15" y="10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4992">
              <a:extLst>
                <a:ext uri="{FF2B5EF4-FFF2-40B4-BE49-F238E27FC236}">
                  <a16:creationId xmlns:a16="http://schemas.microsoft.com/office/drawing/2014/main" id="{1879255E-C75B-4503-A97D-F3D2DBA47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3057"/>
              <a:ext cx="6" cy="14"/>
            </a:xfrm>
            <a:custGeom>
              <a:avLst/>
              <a:gdLst>
                <a:gd name="T0" fmla="*/ 16 w 3"/>
                <a:gd name="T1" fmla="*/ 0 h 7"/>
                <a:gd name="T2" fmla="*/ 8 w 3"/>
                <a:gd name="T3" fmla="*/ 16 h 7"/>
                <a:gd name="T4" fmla="*/ 8 w 3"/>
                <a:gd name="T5" fmla="*/ 32 h 7"/>
                <a:gd name="T6" fmla="*/ 24 w 3"/>
                <a:gd name="T7" fmla="*/ 56 h 7"/>
                <a:gd name="T8" fmla="*/ 24 w 3"/>
                <a:gd name="T9" fmla="*/ 40 h 7"/>
                <a:gd name="T10" fmla="*/ 24 w 3"/>
                <a:gd name="T11" fmla="*/ 32 h 7"/>
                <a:gd name="T12" fmla="*/ 16 w 3"/>
                <a:gd name="T13" fmla="*/ 16 h 7"/>
                <a:gd name="T14" fmla="*/ 16 w 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4993">
              <a:extLst>
                <a:ext uri="{FF2B5EF4-FFF2-40B4-BE49-F238E27FC236}">
                  <a16:creationId xmlns:a16="http://schemas.microsoft.com/office/drawing/2014/main" id="{CAFAD057-9A58-46D4-AA3C-090DA5A56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073"/>
              <a:ext cx="8" cy="6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24 h 3"/>
                <a:gd name="T4" fmla="*/ 16 w 4"/>
                <a:gd name="T5" fmla="*/ 16 h 3"/>
                <a:gd name="T6" fmla="*/ 32 w 4"/>
                <a:gd name="T7" fmla="*/ 8 h 3"/>
                <a:gd name="T8" fmla="*/ 16 w 4"/>
                <a:gd name="T9" fmla="*/ 8 h 3"/>
                <a:gd name="T10" fmla="*/ 8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4994">
              <a:extLst>
                <a:ext uri="{FF2B5EF4-FFF2-40B4-BE49-F238E27FC236}">
                  <a16:creationId xmlns:a16="http://schemas.microsoft.com/office/drawing/2014/main" id="{5102E648-2478-4A85-8D3D-F7BA726C2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75"/>
              <a:ext cx="8" cy="8"/>
            </a:xfrm>
            <a:custGeom>
              <a:avLst/>
              <a:gdLst>
                <a:gd name="T0" fmla="*/ 8 w 4"/>
                <a:gd name="T1" fmla="*/ 8 h 4"/>
                <a:gd name="T2" fmla="*/ 0 w 4"/>
                <a:gd name="T3" fmla="*/ 8 h 4"/>
                <a:gd name="T4" fmla="*/ 8 w 4"/>
                <a:gd name="T5" fmla="*/ 24 h 4"/>
                <a:gd name="T6" fmla="*/ 32 w 4"/>
                <a:gd name="T7" fmla="*/ 16 h 4"/>
                <a:gd name="T8" fmla="*/ 16 w 4"/>
                <a:gd name="T9" fmla="*/ 16 h 4"/>
                <a:gd name="T10" fmla="*/ 8 w 4"/>
                <a:gd name="T11" fmla="*/ 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1"/>
                    <a:pt x="1" y="3"/>
                    <a:pt x="1" y="3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4995">
              <a:extLst>
                <a:ext uri="{FF2B5EF4-FFF2-40B4-BE49-F238E27FC236}">
                  <a16:creationId xmlns:a16="http://schemas.microsoft.com/office/drawing/2014/main" id="{EFA2E461-57DC-49D6-A898-884E7D24D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071"/>
              <a:ext cx="8" cy="10"/>
            </a:xfrm>
            <a:custGeom>
              <a:avLst/>
              <a:gdLst>
                <a:gd name="T0" fmla="*/ 32 w 4"/>
                <a:gd name="T1" fmla="*/ 8 h 5"/>
                <a:gd name="T2" fmla="*/ 24 w 4"/>
                <a:gd name="T3" fmla="*/ 32 h 5"/>
                <a:gd name="T4" fmla="*/ 8 w 4"/>
                <a:gd name="T5" fmla="*/ 32 h 5"/>
                <a:gd name="T6" fmla="*/ 0 w 4"/>
                <a:gd name="T7" fmla="*/ 40 h 5"/>
                <a:gd name="T8" fmla="*/ 24 w 4"/>
                <a:gd name="T9" fmla="*/ 24 h 5"/>
                <a:gd name="T10" fmla="*/ 32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2"/>
                    <a:pt x="3" y="3"/>
                    <a:pt x="3" y="4"/>
                  </a:cubicBezTo>
                  <a:cubicBezTo>
                    <a:pt x="2" y="5"/>
                    <a:pt x="2" y="4"/>
                    <a:pt x="1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3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Freeform 4996">
              <a:extLst>
                <a:ext uri="{FF2B5EF4-FFF2-40B4-BE49-F238E27FC236}">
                  <a16:creationId xmlns:a16="http://schemas.microsoft.com/office/drawing/2014/main" id="{71F1E6E0-5D44-4DB4-8823-703897CD5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053"/>
              <a:ext cx="4" cy="14"/>
            </a:xfrm>
            <a:custGeom>
              <a:avLst/>
              <a:gdLst>
                <a:gd name="T0" fmla="*/ 8 w 2"/>
                <a:gd name="T1" fmla="*/ 8 h 7"/>
                <a:gd name="T2" fmla="*/ 0 w 2"/>
                <a:gd name="T3" fmla="*/ 32 h 7"/>
                <a:gd name="T4" fmla="*/ 16 w 2"/>
                <a:gd name="T5" fmla="*/ 56 h 7"/>
                <a:gd name="T6" fmla="*/ 8 w 2"/>
                <a:gd name="T7" fmla="*/ 32 h 7"/>
                <a:gd name="T8" fmla="*/ 8 w 2"/>
                <a:gd name="T9" fmla="*/ 16 h 7"/>
                <a:gd name="T10" fmla="*/ 0 w 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7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1" y="6"/>
                    <a:pt x="1" y="5"/>
                    <a:pt x="1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4997">
              <a:extLst>
                <a:ext uri="{FF2B5EF4-FFF2-40B4-BE49-F238E27FC236}">
                  <a16:creationId xmlns:a16="http://schemas.microsoft.com/office/drawing/2014/main" id="{97F6DE59-C84F-46C1-A6D3-159B3673D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3063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8 h 3"/>
                <a:gd name="T4" fmla="*/ 0 w 2"/>
                <a:gd name="T5" fmla="*/ 16 h 3"/>
                <a:gd name="T6" fmla="*/ 16 w 2"/>
                <a:gd name="T7" fmla="*/ 24 h 3"/>
                <a:gd name="T8" fmla="*/ 8 w 2"/>
                <a:gd name="T9" fmla="*/ 16 h 3"/>
                <a:gd name="T10" fmla="*/ 0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Freeform 4998">
              <a:extLst>
                <a:ext uri="{FF2B5EF4-FFF2-40B4-BE49-F238E27FC236}">
                  <a16:creationId xmlns:a16="http://schemas.microsoft.com/office/drawing/2014/main" id="{9EC81E36-6D94-4BB6-B739-F3FF74FE6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77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0 h 2"/>
                <a:gd name="T4" fmla="*/ 16 w 2"/>
                <a:gd name="T5" fmla="*/ 16 h 2"/>
                <a:gd name="T6" fmla="*/ 8 w 2"/>
                <a:gd name="T7" fmla="*/ 8 h 2"/>
                <a:gd name="T8" fmla="*/ 8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0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4999">
              <a:extLst>
                <a:ext uri="{FF2B5EF4-FFF2-40B4-BE49-F238E27FC236}">
                  <a16:creationId xmlns:a16="http://schemas.microsoft.com/office/drawing/2014/main" id="{8A2A1D99-D26A-4F97-8C13-525CFFFF0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049"/>
              <a:ext cx="10" cy="6"/>
            </a:xfrm>
            <a:custGeom>
              <a:avLst/>
              <a:gdLst>
                <a:gd name="T0" fmla="*/ 40 w 5"/>
                <a:gd name="T1" fmla="*/ 0 h 3"/>
                <a:gd name="T2" fmla="*/ 16 w 5"/>
                <a:gd name="T3" fmla="*/ 0 h 3"/>
                <a:gd name="T4" fmla="*/ 0 w 5"/>
                <a:gd name="T5" fmla="*/ 24 h 3"/>
                <a:gd name="T6" fmla="*/ 24 w 5"/>
                <a:gd name="T7" fmla="*/ 0 h 3"/>
                <a:gd name="T8" fmla="*/ 40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2"/>
                    <a:pt x="0" y="3"/>
                  </a:cubicBezTo>
                  <a:cubicBezTo>
                    <a:pt x="1" y="1"/>
                    <a:pt x="1" y="1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5000">
              <a:extLst>
                <a:ext uri="{FF2B5EF4-FFF2-40B4-BE49-F238E27FC236}">
                  <a16:creationId xmlns:a16="http://schemas.microsoft.com/office/drawing/2014/main" id="{EFE07F15-4C9E-446C-B2CB-B36243F41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55"/>
              <a:ext cx="6" cy="12"/>
            </a:xfrm>
            <a:custGeom>
              <a:avLst/>
              <a:gdLst>
                <a:gd name="T0" fmla="*/ 16 w 3"/>
                <a:gd name="T1" fmla="*/ 0 h 6"/>
                <a:gd name="T2" fmla="*/ 8 w 3"/>
                <a:gd name="T3" fmla="*/ 24 h 6"/>
                <a:gd name="T4" fmla="*/ 24 w 3"/>
                <a:gd name="T5" fmla="*/ 48 h 6"/>
                <a:gd name="T6" fmla="*/ 8 w 3"/>
                <a:gd name="T7" fmla="*/ 24 h 6"/>
                <a:gd name="T8" fmla="*/ 16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2" y="5"/>
                    <a:pt x="0" y="5"/>
                    <a:pt x="1" y="3"/>
                  </a:cubicBez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5001">
              <a:extLst>
                <a:ext uri="{FF2B5EF4-FFF2-40B4-BE49-F238E27FC236}">
                  <a16:creationId xmlns:a16="http://schemas.microsoft.com/office/drawing/2014/main" id="{56C757CB-C6BB-424B-874E-F7B8AF57E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3047"/>
              <a:ext cx="32" cy="38"/>
            </a:xfrm>
            <a:custGeom>
              <a:avLst/>
              <a:gdLst>
                <a:gd name="T0" fmla="*/ 120 w 16"/>
                <a:gd name="T1" fmla="*/ 80 h 19"/>
                <a:gd name="T2" fmla="*/ 112 w 16"/>
                <a:gd name="T3" fmla="*/ 128 h 19"/>
                <a:gd name="T4" fmla="*/ 104 w 16"/>
                <a:gd name="T5" fmla="*/ 136 h 19"/>
                <a:gd name="T6" fmla="*/ 104 w 16"/>
                <a:gd name="T7" fmla="*/ 136 h 19"/>
                <a:gd name="T8" fmla="*/ 72 w 16"/>
                <a:gd name="T9" fmla="*/ 136 h 19"/>
                <a:gd name="T10" fmla="*/ 56 w 16"/>
                <a:gd name="T11" fmla="*/ 120 h 19"/>
                <a:gd name="T12" fmla="*/ 40 w 16"/>
                <a:gd name="T13" fmla="*/ 128 h 19"/>
                <a:gd name="T14" fmla="*/ 32 w 16"/>
                <a:gd name="T15" fmla="*/ 112 h 19"/>
                <a:gd name="T16" fmla="*/ 24 w 16"/>
                <a:gd name="T17" fmla="*/ 96 h 19"/>
                <a:gd name="T18" fmla="*/ 0 w 16"/>
                <a:gd name="T19" fmla="*/ 56 h 19"/>
                <a:gd name="T20" fmla="*/ 16 w 16"/>
                <a:gd name="T21" fmla="*/ 40 h 19"/>
                <a:gd name="T22" fmla="*/ 24 w 16"/>
                <a:gd name="T23" fmla="*/ 24 h 19"/>
                <a:gd name="T24" fmla="*/ 56 w 16"/>
                <a:gd name="T25" fmla="*/ 0 h 19"/>
                <a:gd name="T26" fmla="*/ 96 w 16"/>
                <a:gd name="T27" fmla="*/ 24 h 19"/>
                <a:gd name="T28" fmla="*/ 120 w 16"/>
                <a:gd name="T29" fmla="*/ 80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9">
                  <a:moveTo>
                    <a:pt x="15" y="10"/>
                  </a:moveTo>
                  <a:cubicBezTo>
                    <a:pt x="16" y="11"/>
                    <a:pt x="15" y="15"/>
                    <a:pt x="14" y="16"/>
                  </a:cubicBezTo>
                  <a:cubicBezTo>
                    <a:pt x="14" y="16"/>
                    <a:pt x="14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1" y="17"/>
                    <a:pt x="10" y="19"/>
                    <a:pt x="9" y="17"/>
                  </a:cubicBezTo>
                  <a:cubicBezTo>
                    <a:pt x="8" y="16"/>
                    <a:pt x="8" y="15"/>
                    <a:pt x="7" y="15"/>
                  </a:cubicBezTo>
                  <a:cubicBezTo>
                    <a:pt x="6" y="15"/>
                    <a:pt x="6" y="16"/>
                    <a:pt x="5" y="16"/>
                  </a:cubicBezTo>
                  <a:cubicBezTo>
                    <a:pt x="4" y="16"/>
                    <a:pt x="4" y="15"/>
                    <a:pt x="4" y="14"/>
                  </a:cubicBezTo>
                  <a:cubicBezTo>
                    <a:pt x="4" y="12"/>
                    <a:pt x="4" y="12"/>
                    <a:pt x="3" y="12"/>
                  </a:cubicBezTo>
                  <a:cubicBezTo>
                    <a:pt x="2" y="11"/>
                    <a:pt x="0" y="9"/>
                    <a:pt x="0" y="7"/>
                  </a:cubicBezTo>
                  <a:cubicBezTo>
                    <a:pt x="0" y="6"/>
                    <a:pt x="1" y="5"/>
                    <a:pt x="2" y="5"/>
                  </a:cubicBezTo>
                  <a:cubicBezTo>
                    <a:pt x="3" y="5"/>
                    <a:pt x="3" y="5"/>
                    <a:pt x="3" y="3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9" y="0"/>
                    <a:pt x="11" y="1"/>
                    <a:pt x="12" y="3"/>
                  </a:cubicBezTo>
                  <a:cubicBezTo>
                    <a:pt x="13" y="5"/>
                    <a:pt x="13" y="9"/>
                    <a:pt x="15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5002">
              <a:extLst>
                <a:ext uri="{FF2B5EF4-FFF2-40B4-BE49-F238E27FC236}">
                  <a16:creationId xmlns:a16="http://schemas.microsoft.com/office/drawing/2014/main" id="{1FA13C31-2004-4911-A2C8-D5D7965F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075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5003">
              <a:extLst>
                <a:ext uri="{FF2B5EF4-FFF2-40B4-BE49-F238E27FC236}">
                  <a16:creationId xmlns:a16="http://schemas.microsoft.com/office/drawing/2014/main" id="{BF0B8D03-7AFC-4BC2-ABC0-693EB142F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053"/>
              <a:ext cx="4" cy="16"/>
            </a:xfrm>
            <a:custGeom>
              <a:avLst/>
              <a:gdLst>
                <a:gd name="T0" fmla="*/ 16 w 2"/>
                <a:gd name="T1" fmla="*/ 64 h 8"/>
                <a:gd name="T2" fmla="*/ 0 w 2"/>
                <a:gd name="T3" fmla="*/ 32 h 8"/>
                <a:gd name="T4" fmla="*/ 0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6"/>
                    <a:pt x="0" y="6"/>
                    <a:pt x="0" y="4"/>
                  </a:cubicBez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5004">
              <a:extLst>
                <a:ext uri="{FF2B5EF4-FFF2-40B4-BE49-F238E27FC236}">
                  <a16:creationId xmlns:a16="http://schemas.microsoft.com/office/drawing/2014/main" id="{1E5177BC-41B2-4D9F-8F04-E324A1F3E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3067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5005">
              <a:extLst>
                <a:ext uri="{FF2B5EF4-FFF2-40B4-BE49-F238E27FC236}">
                  <a16:creationId xmlns:a16="http://schemas.microsoft.com/office/drawing/2014/main" id="{8EB6C908-6669-40CE-8196-A6777178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903"/>
              <a:ext cx="28" cy="40"/>
            </a:xfrm>
            <a:custGeom>
              <a:avLst/>
              <a:gdLst>
                <a:gd name="T0" fmla="*/ 112 w 14"/>
                <a:gd name="T1" fmla="*/ 96 h 20"/>
                <a:gd name="T2" fmla="*/ 96 w 14"/>
                <a:gd name="T3" fmla="*/ 136 h 20"/>
                <a:gd name="T4" fmla="*/ 88 w 14"/>
                <a:gd name="T5" fmla="*/ 144 h 20"/>
                <a:gd name="T6" fmla="*/ 80 w 14"/>
                <a:gd name="T7" fmla="*/ 144 h 20"/>
                <a:gd name="T8" fmla="*/ 48 w 14"/>
                <a:gd name="T9" fmla="*/ 136 h 20"/>
                <a:gd name="T10" fmla="*/ 40 w 14"/>
                <a:gd name="T11" fmla="*/ 120 h 20"/>
                <a:gd name="T12" fmla="*/ 24 w 14"/>
                <a:gd name="T13" fmla="*/ 120 h 20"/>
                <a:gd name="T14" fmla="*/ 16 w 14"/>
                <a:gd name="T15" fmla="*/ 104 h 20"/>
                <a:gd name="T16" fmla="*/ 16 w 14"/>
                <a:gd name="T17" fmla="*/ 80 h 20"/>
                <a:gd name="T18" fmla="*/ 0 w 14"/>
                <a:gd name="T19" fmla="*/ 40 h 20"/>
                <a:gd name="T20" fmla="*/ 16 w 14"/>
                <a:gd name="T21" fmla="*/ 32 h 20"/>
                <a:gd name="T22" fmla="*/ 32 w 14"/>
                <a:gd name="T23" fmla="*/ 24 h 20"/>
                <a:gd name="T24" fmla="*/ 72 w 14"/>
                <a:gd name="T25" fmla="*/ 0 h 20"/>
                <a:gd name="T26" fmla="*/ 104 w 14"/>
                <a:gd name="T27" fmla="*/ 32 h 20"/>
                <a:gd name="T28" fmla="*/ 112 w 14"/>
                <a:gd name="T29" fmla="*/ 9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0">
                  <a:moveTo>
                    <a:pt x="14" y="12"/>
                  </a:moveTo>
                  <a:cubicBezTo>
                    <a:pt x="14" y="13"/>
                    <a:pt x="13" y="16"/>
                    <a:pt x="12" y="17"/>
                  </a:cubicBezTo>
                  <a:cubicBezTo>
                    <a:pt x="12" y="17"/>
                    <a:pt x="11" y="18"/>
                    <a:pt x="11" y="18"/>
                  </a:cubicBezTo>
                  <a:cubicBezTo>
                    <a:pt x="11" y="18"/>
                    <a:pt x="11" y="18"/>
                    <a:pt x="10" y="18"/>
                  </a:cubicBezTo>
                  <a:cubicBezTo>
                    <a:pt x="9" y="18"/>
                    <a:pt x="8" y="20"/>
                    <a:pt x="6" y="17"/>
                  </a:cubicBezTo>
                  <a:cubicBezTo>
                    <a:pt x="6" y="16"/>
                    <a:pt x="6" y="15"/>
                    <a:pt x="5" y="15"/>
                  </a:cubicBezTo>
                  <a:cubicBezTo>
                    <a:pt x="5" y="14"/>
                    <a:pt x="4" y="15"/>
                    <a:pt x="3" y="15"/>
                  </a:cubicBezTo>
                  <a:cubicBezTo>
                    <a:pt x="2" y="15"/>
                    <a:pt x="3" y="14"/>
                    <a:pt x="2" y="13"/>
                  </a:cubicBezTo>
                  <a:cubicBezTo>
                    <a:pt x="2" y="11"/>
                    <a:pt x="2" y="11"/>
                    <a:pt x="2" y="10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10" y="1"/>
                    <a:pt x="12" y="2"/>
                    <a:pt x="13" y="4"/>
                  </a:cubicBezTo>
                  <a:cubicBezTo>
                    <a:pt x="13" y="6"/>
                    <a:pt x="13" y="10"/>
                    <a:pt x="14" y="12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5006">
              <a:extLst>
                <a:ext uri="{FF2B5EF4-FFF2-40B4-BE49-F238E27FC236}">
                  <a16:creationId xmlns:a16="http://schemas.microsoft.com/office/drawing/2014/main" id="{5350DDD3-79A9-4732-80F1-2808916E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911"/>
              <a:ext cx="6" cy="14"/>
            </a:xfrm>
            <a:custGeom>
              <a:avLst/>
              <a:gdLst>
                <a:gd name="T0" fmla="*/ 24 w 3"/>
                <a:gd name="T1" fmla="*/ 0 h 7"/>
                <a:gd name="T2" fmla="*/ 8 w 3"/>
                <a:gd name="T3" fmla="*/ 8 h 7"/>
                <a:gd name="T4" fmla="*/ 0 w 3"/>
                <a:gd name="T5" fmla="*/ 24 h 7"/>
                <a:gd name="T6" fmla="*/ 16 w 3"/>
                <a:gd name="T7" fmla="*/ 56 h 7"/>
                <a:gd name="T8" fmla="*/ 16 w 3"/>
                <a:gd name="T9" fmla="*/ 40 h 7"/>
                <a:gd name="T10" fmla="*/ 16 w 3"/>
                <a:gd name="T11" fmla="*/ 32 h 7"/>
                <a:gd name="T12" fmla="*/ 16 w 3"/>
                <a:gd name="T13" fmla="*/ 16 h 7"/>
                <a:gd name="T14" fmla="*/ 24 w 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1"/>
                    <a:pt x="1" y="0"/>
                    <a:pt x="1" y="1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4"/>
                    <a:pt x="1" y="6"/>
                    <a:pt x="2" y="7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5007">
              <a:extLst>
                <a:ext uri="{FF2B5EF4-FFF2-40B4-BE49-F238E27FC236}">
                  <a16:creationId xmlns:a16="http://schemas.microsoft.com/office/drawing/2014/main" id="{8EE23EE7-E0C0-4FFA-91FE-ED8F2F3A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927"/>
              <a:ext cx="8" cy="6"/>
            </a:xfrm>
            <a:custGeom>
              <a:avLst/>
              <a:gdLst>
                <a:gd name="T0" fmla="*/ 8 w 4"/>
                <a:gd name="T1" fmla="*/ 0 h 3"/>
                <a:gd name="T2" fmla="*/ 8 w 4"/>
                <a:gd name="T3" fmla="*/ 24 h 3"/>
                <a:gd name="T4" fmla="*/ 16 w 4"/>
                <a:gd name="T5" fmla="*/ 16 h 3"/>
                <a:gd name="T6" fmla="*/ 32 w 4"/>
                <a:gd name="T7" fmla="*/ 16 h 3"/>
                <a:gd name="T8" fmla="*/ 16 w 4"/>
                <a:gd name="T9" fmla="*/ 16 h 3"/>
                <a:gd name="T10" fmla="*/ 8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5008">
              <a:extLst>
                <a:ext uri="{FF2B5EF4-FFF2-40B4-BE49-F238E27FC236}">
                  <a16:creationId xmlns:a16="http://schemas.microsoft.com/office/drawing/2014/main" id="{175676BC-9E13-486D-B729-71334192F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931"/>
              <a:ext cx="8" cy="8"/>
            </a:xfrm>
            <a:custGeom>
              <a:avLst/>
              <a:gdLst>
                <a:gd name="T0" fmla="*/ 8 w 4"/>
                <a:gd name="T1" fmla="*/ 8 h 4"/>
                <a:gd name="T2" fmla="*/ 0 w 4"/>
                <a:gd name="T3" fmla="*/ 8 h 4"/>
                <a:gd name="T4" fmla="*/ 8 w 4"/>
                <a:gd name="T5" fmla="*/ 24 h 4"/>
                <a:gd name="T6" fmla="*/ 32 w 4"/>
                <a:gd name="T7" fmla="*/ 24 h 4"/>
                <a:gd name="T8" fmla="*/ 16 w 4"/>
                <a:gd name="T9" fmla="*/ 24 h 4"/>
                <a:gd name="T10" fmla="*/ 8 w 4"/>
                <a:gd name="T11" fmla="*/ 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1"/>
                    <a:pt x="1" y="3"/>
                    <a:pt x="1" y="3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3" y="3"/>
                    <a:pt x="2" y="4"/>
                    <a:pt x="2" y="3"/>
                  </a:cubicBezTo>
                  <a:cubicBezTo>
                    <a:pt x="2" y="2"/>
                    <a:pt x="2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5009">
              <a:extLst>
                <a:ext uri="{FF2B5EF4-FFF2-40B4-BE49-F238E27FC236}">
                  <a16:creationId xmlns:a16="http://schemas.microsoft.com/office/drawing/2014/main" id="{7F980E39-2AC6-4100-B6F5-A68369AFC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931"/>
              <a:ext cx="10" cy="8"/>
            </a:xfrm>
            <a:custGeom>
              <a:avLst/>
              <a:gdLst>
                <a:gd name="T0" fmla="*/ 40 w 5"/>
                <a:gd name="T1" fmla="*/ 8 h 4"/>
                <a:gd name="T2" fmla="*/ 24 w 5"/>
                <a:gd name="T3" fmla="*/ 24 h 4"/>
                <a:gd name="T4" fmla="*/ 16 w 5"/>
                <a:gd name="T5" fmla="*/ 24 h 4"/>
                <a:gd name="T6" fmla="*/ 0 w 5"/>
                <a:gd name="T7" fmla="*/ 32 h 4"/>
                <a:gd name="T8" fmla="*/ 24 w 5"/>
                <a:gd name="T9" fmla="*/ 16 h 4"/>
                <a:gd name="T10" fmla="*/ 40 w 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5" y="1"/>
                    <a:pt x="4" y="3"/>
                    <a:pt x="3" y="3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2" y="3"/>
                    <a:pt x="1" y="4"/>
                    <a:pt x="0" y="4"/>
                  </a:cubicBezTo>
                  <a:cubicBezTo>
                    <a:pt x="1" y="3"/>
                    <a:pt x="3" y="3"/>
                    <a:pt x="3" y="2"/>
                  </a:cubicBezTo>
                  <a:cubicBezTo>
                    <a:pt x="4" y="2"/>
                    <a:pt x="5" y="1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5010">
              <a:extLst>
                <a:ext uri="{FF2B5EF4-FFF2-40B4-BE49-F238E27FC236}">
                  <a16:creationId xmlns:a16="http://schemas.microsoft.com/office/drawing/2014/main" id="{8C036B3C-B58F-4916-8405-9124DF56C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911"/>
              <a:ext cx="2" cy="14"/>
            </a:xfrm>
            <a:custGeom>
              <a:avLst/>
              <a:gdLst>
                <a:gd name="T0" fmla="*/ 8 w 1"/>
                <a:gd name="T1" fmla="*/ 8 h 7"/>
                <a:gd name="T2" fmla="*/ 0 w 1"/>
                <a:gd name="T3" fmla="*/ 32 h 7"/>
                <a:gd name="T4" fmla="*/ 8 w 1"/>
                <a:gd name="T5" fmla="*/ 56 h 7"/>
                <a:gd name="T6" fmla="*/ 8 w 1"/>
                <a:gd name="T7" fmla="*/ 32 h 7"/>
                <a:gd name="T8" fmla="*/ 8 w 1"/>
                <a:gd name="T9" fmla="*/ 16 h 7"/>
                <a:gd name="T10" fmla="*/ 8 w 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7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Freeform 5011">
              <a:extLst>
                <a:ext uri="{FF2B5EF4-FFF2-40B4-BE49-F238E27FC236}">
                  <a16:creationId xmlns:a16="http://schemas.microsoft.com/office/drawing/2014/main" id="{B87D459C-D317-43BC-9CFE-08AA8F8FC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915"/>
              <a:ext cx="4" cy="8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8 h 4"/>
                <a:gd name="T4" fmla="*/ 8 w 2"/>
                <a:gd name="T5" fmla="*/ 16 h 4"/>
                <a:gd name="T6" fmla="*/ 16 w 2"/>
                <a:gd name="T7" fmla="*/ 32 h 4"/>
                <a:gd name="T8" fmla="*/ 16 w 2"/>
                <a:gd name="T9" fmla="*/ 24 h 4"/>
                <a:gd name="T10" fmla="*/ 8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5012">
              <a:extLst>
                <a:ext uri="{FF2B5EF4-FFF2-40B4-BE49-F238E27FC236}">
                  <a16:creationId xmlns:a16="http://schemas.microsoft.com/office/drawing/2014/main" id="{231433B6-AE59-430A-A14E-721E3D300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933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0 h 2"/>
                <a:gd name="T4" fmla="*/ 8 w 2"/>
                <a:gd name="T5" fmla="*/ 16 h 2"/>
                <a:gd name="T6" fmla="*/ 8 w 2"/>
                <a:gd name="T7" fmla="*/ 8 h 2"/>
                <a:gd name="T8" fmla="*/ 8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5013">
              <a:extLst>
                <a:ext uri="{FF2B5EF4-FFF2-40B4-BE49-F238E27FC236}">
                  <a16:creationId xmlns:a16="http://schemas.microsoft.com/office/drawing/2014/main" id="{7287955A-B0C1-4F9D-A228-EC259265B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905"/>
              <a:ext cx="10" cy="4"/>
            </a:xfrm>
            <a:custGeom>
              <a:avLst/>
              <a:gdLst>
                <a:gd name="T0" fmla="*/ 40 w 5"/>
                <a:gd name="T1" fmla="*/ 8 h 2"/>
                <a:gd name="T2" fmla="*/ 24 w 5"/>
                <a:gd name="T3" fmla="*/ 0 h 2"/>
                <a:gd name="T4" fmla="*/ 0 w 5"/>
                <a:gd name="T5" fmla="*/ 16 h 2"/>
                <a:gd name="T6" fmla="*/ 24 w 5"/>
                <a:gd name="T7" fmla="*/ 0 h 2"/>
                <a:gd name="T8" fmla="*/ 40 w 5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5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5014">
              <a:extLst>
                <a:ext uri="{FF2B5EF4-FFF2-40B4-BE49-F238E27FC236}">
                  <a16:creationId xmlns:a16="http://schemas.microsoft.com/office/drawing/2014/main" id="{7D69008E-BAAB-418D-90D1-D80563EC7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913"/>
              <a:ext cx="4" cy="12"/>
            </a:xfrm>
            <a:custGeom>
              <a:avLst/>
              <a:gdLst>
                <a:gd name="T0" fmla="*/ 16 w 2"/>
                <a:gd name="T1" fmla="*/ 0 h 6"/>
                <a:gd name="T2" fmla="*/ 8 w 2"/>
                <a:gd name="T3" fmla="*/ 16 h 6"/>
                <a:gd name="T4" fmla="*/ 16 w 2"/>
                <a:gd name="T5" fmla="*/ 48 h 6"/>
                <a:gd name="T6" fmla="*/ 8 w 2"/>
                <a:gd name="T7" fmla="*/ 24 h 6"/>
                <a:gd name="T8" fmla="*/ 16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4"/>
                    <a:pt x="2" y="5"/>
                    <a:pt x="2" y="6"/>
                  </a:cubicBezTo>
                  <a:cubicBezTo>
                    <a:pt x="1" y="5"/>
                    <a:pt x="0" y="4"/>
                    <a:pt x="1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5015">
              <a:extLst>
                <a:ext uri="{FF2B5EF4-FFF2-40B4-BE49-F238E27FC236}">
                  <a16:creationId xmlns:a16="http://schemas.microsoft.com/office/drawing/2014/main" id="{465E55AC-447D-4705-BF87-107378080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903"/>
              <a:ext cx="28" cy="40"/>
            </a:xfrm>
            <a:custGeom>
              <a:avLst/>
              <a:gdLst>
                <a:gd name="T0" fmla="*/ 112 w 14"/>
                <a:gd name="T1" fmla="*/ 96 h 20"/>
                <a:gd name="T2" fmla="*/ 96 w 14"/>
                <a:gd name="T3" fmla="*/ 136 h 20"/>
                <a:gd name="T4" fmla="*/ 88 w 14"/>
                <a:gd name="T5" fmla="*/ 144 h 20"/>
                <a:gd name="T6" fmla="*/ 80 w 14"/>
                <a:gd name="T7" fmla="*/ 144 h 20"/>
                <a:gd name="T8" fmla="*/ 48 w 14"/>
                <a:gd name="T9" fmla="*/ 136 h 20"/>
                <a:gd name="T10" fmla="*/ 40 w 14"/>
                <a:gd name="T11" fmla="*/ 120 h 20"/>
                <a:gd name="T12" fmla="*/ 24 w 14"/>
                <a:gd name="T13" fmla="*/ 120 h 20"/>
                <a:gd name="T14" fmla="*/ 16 w 14"/>
                <a:gd name="T15" fmla="*/ 104 h 20"/>
                <a:gd name="T16" fmla="*/ 16 w 14"/>
                <a:gd name="T17" fmla="*/ 80 h 20"/>
                <a:gd name="T18" fmla="*/ 0 w 14"/>
                <a:gd name="T19" fmla="*/ 40 h 20"/>
                <a:gd name="T20" fmla="*/ 16 w 14"/>
                <a:gd name="T21" fmla="*/ 32 h 20"/>
                <a:gd name="T22" fmla="*/ 32 w 14"/>
                <a:gd name="T23" fmla="*/ 24 h 20"/>
                <a:gd name="T24" fmla="*/ 72 w 14"/>
                <a:gd name="T25" fmla="*/ 0 h 20"/>
                <a:gd name="T26" fmla="*/ 104 w 14"/>
                <a:gd name="T27" fmla="*/ 32 h 20"/>
                <a:gd name="T28" fmla="*/ 112 w 14"/>
                <a:gd name="T29" fmla="*/ 9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0">
                  <a:moveTo>
                    <a:pt x="14" y="12"/>
                  </a:moveTo>
                  <a:cubicBezTo>
                    <a:pt x="14" y="13"/>
                    <a:pt x="13" y="16"/>
                    <a:pt x="12" y="17"/>
                  </a:cubicBezTo>
                  <a:cubicBezTo>
                    <a:pt x="12" y="17"/>
                    <a:pt x="11" y="18"/>
                    <a:pt x="11" y="18"/>
                  </a:cubicBezTo>
                  <a:cubicBezTo>
                    <a:pt x="11" y="18"/>
                    <a:pt x="11" y="18"/>
                    <a:pt x="10" y="18"/>
                  </a:cubicBezTo>
                  <a:cubicBezTo>
                    <a:pt x="9" y="18"/>
                    <a:pt x="8" y="20"/>
                    <a:pt x="6" y="17"/>
                  </a:cubicBezTo>
                  <a:cubicBezTo>
                    <a:pt x="6" y="16"/>
                    <a:pt x="6" y="15"/>
                    <a:pt x="5" y="15"/>
                  </a:cubicBezTo>
                  <a:cubicBezTo>
                    <a:pt x="5" y="14"/>
                    <a:pt x="4" y="15"/>
                    <a:pt x="3" y="15"/>
                  </a:cubicBezTo>
                  <a:cubicBezTo>
                    <a:pt x="2" y="15"/>
                    <a:pt x="3" y="14"/>
                    <a:pt x="2" y="13"/>
                  </a:cubicBezTo>
                  <a:cubicBezTo>
                    <a:pt x="2" y="11"/>
                    <a:pt x="2" y="11"/>
                    <a:pt x="2" y="10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10" y="1"/>
                    <a:pt x="12" y="2"/>
                    <a:pt x="13" y="4"/>
                  </a:cubicBezTo>
                  <a:cubicBezTo>
                    <a:pt x="13" y="6"/>
                    <a:pt x="13" y="10"/>
                    <a:pt x="14" y="1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5016">
              <a:extLst>
                <a:ext uri="{FF2B5EF4-FFF2-40B4-BE49-F238E27FC236}">
                  <a16:creationId xmlns:a16="http://schemas.microsoft.com/office/drawing/2014/main" id="{8BC059C4-99B0-4DE2-8AF0-82F4EB758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931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5017">
              <a:extLst>
                <a:ext uri="{FF2B5EF4-FFF2-40B4-BE49-F238E27FC236}">
                  <a16:creationId xmlns:a16="http://schemas.microsoft.com/office/drawing/2014/main" id="{4F617F27-EECD-4B3C-B573-22D529D73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911"/>
              <a:ext cx="4" cy="16"/>
            </a:xfrm>
            <a:custGeom>
              <a:avLst/>
              <a:gdLst>
                <a:gd name="T0" fmla="*/ 8 w 2"/>
                <a:gd name="T1" fmla="*/ 64 h 8"/>
                <a:gd name="T2" fmla="*/ 0 w 2"/>
                <a:gd name="T3" fmla="*/ 24 h 8"/>
                <a:gd name="T4" fmla="*/ 8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1" y="8"/>
                  </a:moveTo>
                  <a:cubicBezTo>
                    <a:pt x="0" y="6"/>
                    <a:pt x="0" y="5"/>
                    <a:pt x="0" y="3"/>
                  </a:cubicBezTo>
                  <a:cubicBezTo>
                    <a:pt x="0" y="2"/>
                    <a:pt x="2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5018">
              <a:extLst>
                <a:ext uri="{FF2B5EF4-FFF2-40B4-BE49-F238E27FC236}">
                  <a16:creationId xmlns:a16="http://schemas.microsoft.com/office/drawing/2014/main" id="{898F3F40-CD28-4B4B-9BBF-09E523437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921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5019">
              <a:extLst>
                <a:ext uri="{FF2B5EF4-FFF2-40B4-BE49-F238E27FC236}">
                  <a16:creationId xmlns:a16="http://schemas.microsoft.com/office/drawing/2014/main" id="{4DAD8B68-BE2C-42B4-B4F6-9CA4BD901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829"/>
              <a:ext cx="34" cy="48"/>
            </a:xfrm>
            <a:custGeom>
              <a:avLst/>
              <a:gdLst>
                <a:gd name="T0" fmla="*/ 96 w 17"/>
                <a:gd name="T1" fmla="*/ 152 h 24"/>
                <a:gd name="T2" fmla="*/ 104 w 17"/>
                <a:gd name="T3" fmla="*/ 184 h 24"/>
                <a:gd name="T4" fmla="*/ 88 w 17"/>
                <a:gd name="T5" fmla="*/ 192 h 24"/>
                <a:gd name="T6" fmla="*/ 80 w 17"/>
                <a:gd name="T7" fmla="*/ 176 h 24"/>
                <a:gd name="T8" fmla="*/ 56 w 17"/>
                <a:gd name="T9" fmla="*/ 184 h 24"/>
                <a:gd name="T10" fmla="*/ 40 w 17"/>
                <a:gd name="T11" fmla="*/ 168 h 24"/>
                <a:gd name="T12" fmla="*/ 24 w 17"/>
                <a:gd name="T13" fmla="*/ 136 h 24"/>
                <a:gd name="T14" fmla="*/ 16 w 17"/>
                <a:gd name="T15" fmla="*/ 120 h 24"/>
                <a:gd name="T16" fmla="*/ 8 w 17"/>
                <a:gd name="T17" fmla="*/ 96 h 24"/>
                <a:gd name="T18" fmla="*/ 16 w 17"/>
                <a:gd name="T19" fmla="*/ 72 h 24"/>
                <a:gd name="T20" fmla="*/ 0 w 17"/>
                <a:gd name="T21" fmla="*/ 40 h 24"/>
                <a:gd name="T22" fmla="*/ 48 w 17"/>
                <a:gd name="T23" fmla="*/ 8 h 24"/>
                <a:gd name="T24" fmla="*/ 72 w 17"/>
                <a:gd name="T25" fmla="*/ 0 h 24"/>
                <a:gd name="T26" fmla="*/ 96 w 17"/>
                <a:gd name="T27" fmla="*/ 16 h 24"/>
                <a:gd name="T28" fmla="*/ 120 w 17"/>
                <a:gd name="T29" fmla="*/ 8 h 24"/>
                <a:gd name="T30" fmla="*/ 128 w 17"/>
                <a:gd name="T31" fmla="*/ 32 h 24"/>
                <a:gd name="T32" fmla="*/ 104 w 17"/>
                <a:gd name="T33" fmla="*/ 40 h 24"/>
                <a:gd name="T34" fmla="*/ 112 w 17"/>
                <a:gd name="T35" fmla="*/ 56 h 24"/>
                <a:gd name="T36" fmla="*/ 96 w 17"/>
                <a:gd name="T37" fmla="*/ 72 h 24"/>
                <a:gd name="T38" fmla="*/ 104 w 17"/>
                <a:gd name="T39" fmla="*/ 96 h 24"/>
                <a:gd name="T40" fmla="*/ 96 w 17"/>
                <a:gd name="T41" fmla="*/ 120 h 24"/>
                <a:gd name="T42" fmla="*/ 96 w 17"/>
                <a:gd name="T43" fmla="*/ 152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" h="24">
                  <a:moveTo>
                    <a:pt x="12" y="19"/>
                  </a:moveTo>
                  <a:cubicBezTo>
                    <a:pt x="12" y="21"/>
                    <a:pt x="16" y="21"/>
                    <a:pt x="13" y="23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4"/>
                    <a:pt x="10" y="23"/>
                    <a:pt x="10" y="22"/>
                  </a:cubicBezTo>
                  <a:cubicBezTo>
                    <a:pt x="9" y="22"/>
                    <a:pt x="8" y="24"/>
                    <a:pt x="7" y="23"/>
                  </a:cubicBezTo>
                  <a:cubicBezTo>
                    <a:pt x="6" y="23"/>
                    <a:pt x="6" y="21"/>
                    <a:pt x="5" y="21"/>
                  </a:cubicBezTo>
                  <a:cubicBezTo>
                    <a:pt x="4" y="21"/>
                    <a:pt x="4" y="18"/>
                    <a:pt x="3" y="17"/>
                  </a:cubicBezTo>
                  <a:cubicBezTo>
                    <a:pt x="3" y="16"/>
                    <a:pt x="2" y="16"/>
                    <a:pt x="2" y="15"/>
                  </a:cubicBezTo>
                  <a:cubicBezTo>
                    <a:pt x="1" y="14"/>
                    <a:pt x="1" y="13"/>
                    <a:pt x="1" y="12"/>
                  </a:cubicBezTo>
                  <a:cubicBezTo>
                    <a:pt x="1" y="10"/>
                    <a:pt x="2" y="10"/>
                    <a:pt x="2" y="9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4" y="2"/>
                    <a:pt x="6" y="1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3"/>
                    <a:pt x="13" y="2"/>
                    <a:pt x="15" y="1"/>
                  </a:cubicBezTo>
                  <a:cubicBezTo>
                    <a:pt x="16" y="1"/>
                    <a:pt x="17" y="3"/>
                    <a:pt x="16" y="4"/>
                  </a:cubicBezTo>
                  <a:cubicBezTo>
                    <a:pt x="15" y="4"/>
                    <a:pt x="13" y="4"/>
                    <a:pt x="13" y="5"/>
                  </a:cubicBezTo>
                  <a:cubicBezTo>
                    <a:pt x="13" y="5"/>
                    <a:pt x="14" y="6"/>
                    <a:pt x="14" y="7"/>
                  </a:cubicBezTo>
                  <a:cubicBezTo>
                    <a:pt x="14" y="9"/>
                    <a:pt x="13" y="8"/>
                    <a:pt x="12" y="9"/>
                  </a:cubicBezTo>
                  <a:cubicBezTo>
                    <a:pt x="11" y="10"/>
                    <a:pt x="12" y="11"/>
                    <a:pt x="13" y="12"/>
                  </a:cubicBezTo>
                  <a:cubicBezTo>
                    <a:pt x="13" y="13"/>
                    <a:pt x="12" y="14"/>
                    <a:pt x="12" y="15"/>
                  </a:cubicBezTo>
                  <a:cubicBezTo>
                    <a:pt x="9" y="17"/>
                    <a:pt x="12" y="17"/>
                    <a:pt x="12" y="19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5020">
              <a:extLst>
                <a:ext uri="{FF2B5EF4-FFF2-40B4-BE49-F238E27FC236}">
                  <a16:creationId xmlns:a16="http://schemas.microsoft.com/office/drawing/2014/main" id="{359543E8-FF86-4F53-90A2-3B94D7361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831"/>
              <a:ext cx="10" cy="16"/>
            </a:xfrm>
            <a:custGeom>
              <a:avLst/>
              <a:gdLst>
                <a:gd name="T0" fmla="*/ 32 w 5"/>
                <a:gd name="T1" fmla="*/ 8 h 8"/>
                <a:gd name="T2" fmla="*/ 0 w 5"/>
                <a:gd name="T3" fmla="*/ 32 h 8"/>
                <a:gd name="T4" fmla="*/ 8 w 5"/>
                <a:gd name="T5" fmla="*/ 64 h 8"/>
                <a:gd name="T6" fmla="*/ 16 w 5"/>
                <a:gd name="T7" fmla="*/ 48 h 8"/>
                <a:gd name="T8" fmla="*/ 8 w 5"/>
                <a:gd name="T9" fmla="*/ 32 h 8"/>
                <a:gd name="T10" fmla="*/ 32 w 5"/>
                <a:gd name="T11" fmla="*/ 16 h 8"/>
                <a:gd name="T12" fmla="*/ 40 w 5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8">
                  <a:moveTo>
                    <a:pt x="4" y="1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0" y="5"/>
                    <a:pt x="2" y="7"/>
                    <a:pt x="1" y="8"/>
                  </a:cubicBezTo>
                  <a:cubicBezTo>
                    <a:pt x="1" y="7"/>
                    <a:pt x="2" y="6"/>
                    <a:pt x="2" y="6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2" y="3"/>
                    <a:pt x="3" y="3"/>
                    <a:pt x="4" y="2"/>
                  </a:cubicBezTo>
                  <a:cubicBezTo>
                    <a:pt x="5" y="2"/>
                    <a:pt x="4" y="1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5021">
              <a:extLst>
                <a:ext uri="{FF2B5EF4-FFF2-40B4-BE49-F238E27FC236}">
                  <a16:creationId xmlns:a16="http://schemas.microsoft.com/office/drawing/2014/main" id="{304F461B-4075-45A8-9874-BDA9690C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849"/>
              <a:ext cx="6" cy="14"/>
            </a:xfrm>
            <a:custGeom>
              <a:avLst/>
              <a:gdLst>
                <a:gd name="T0" fmla="*/ 8 w 3"/>
                <a:gd name="T1" fmla="*/ 0 h 7"/>
                <a:gd name="T2" fmla="*/ 8 w 3"/>
                <a:gd name="T3" fmla="*/ 40 h 7"/>
                <a:gd name="T4" fmla="*/ 24 w 3"/>
                <a:gd name="T5" fmla="*/ 56 h 7"/>
                <a:gd name="T6" fmla="*/ 24 w 3"/>
                <a:gd name="T7" fmla="*/ 32 h 7"/>
                <a:gd name="T8" fmla="*/ 8 w 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2" y="5"/>
                    <a:pt x="3" y="6"/>
                    <a:pt x="3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2" y="4"/>
                    <a:pt x="0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5022">
              <a:extLst>
                <a:ext uri="{FF2B5EF4-FFF2-40B4-BE49-F238E27FC236}">
                  <a16:creationId xmlns:a16="http://schemas.microsoft.com/office/drawing/2014/main" id="{117A7B06-3C59-4689-B8B2-3E9B8AE83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847"/>
              <a:ext cx="6" cy="10"/>
            </a:xfrm>
            <a:custGeom>
              <a:avLst/>
              <a:gdLst>
                <a:gd name="T0" fmla="*/ 16 w 3"/>
                <a:gd name="T1" fmla="*/ 8 h 5"/>
                <a:gd name="T2" fmla="*/ 16 w 3"/>
                <a:gd name="T3" fmla="*/ 16 h 5"/>
                <a:gd name="T4" fmla="*/ 16 w 3"/>
                <a:gd name="T5" fmla="*/ 24 h 5"/>
                <a:gd name="T6" fmla="*/ 24 w 3"/>
                <a:gd name="T7" fmla="*/ 40 h 5"/>
                <a:gd name="T8" fmla="*/ 8 w 3"/>
                <a:gd name="T9" fmla="*/ 16 h 5"/>
                <a:gd name="T10" fmla="*/ 16 w 3"/>
                <a:gd name="T11" fmla="*/ 8 h 5"/>
                <a:gd name="T12" fmla="*/ 24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4"/>
                    <a:pt x="2" y="5"/>
                    <a:pt x="3" y="5"/>
                  </a:cubicBezTo>
                  <a:cubicBezTo>
                    <a:pt x="2" y="4"/>
                    <a:pt x="0" y="4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5023">
              <a:extLst>
                <a:ext uri="{FF2B5EF4-FFF2-40B4-BE49-F238E27FC236}">
                  <a16:creationId xmlns:a16="http://schemas.microsoft.com/office/drawing/2014/main" id="{A061711D-4D5D-4481-96D5-844E6722B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865"/>
              <a:ext cx="10" cy="12"/>
            </a:xfrm>
            <a:custGeom>
              <a:avLst/>
              <a:gdLst>
                <a:gd name="T0" fmla="*/ 0 w 5"/>
                <a:gd name="T1" fmla="*/ 0 h 6"/>
                <a:gd name="T2" fmla="*/ 8 w 5"/>
                <a:gd name="T3" fmla="*/ 16 h 6"/>
                <a:gd name="T4" fmla="*/ 16 w 5"/>
                <a:gd name="T5" fmla="*/ 24 h 6"/>
                <a:gd name="T6" fmla="*/ 16 w 5"/>
                <a:gd name="T7" fmla="*/ 32 h 6"/>
                <a:gd name="T8" fmla="*/ 40 w 5"/>
                <a:gd name="T9" fmla="*/ 32 h 6"/>
                <a:gd name="T10" fmla="*/ 32 w 5"/>
                <a:gd name="T11" fmla="*/ 24 h 6"/>
                <a:gd name="T12" fmla="*/ 24 w 5"/>
                <a:gd name="T13" fmla="*/ 16 h 6"/>
                <a:gd name="T14" fmla="*/ 8 w 5"/>
                <a:gd name="T15" fmla="*/ 8 h 6"/>
                <a:gd name="T16" fmla="*/ 0 w 5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5024">
              <a:extLst>
                <a:ext uri="{FF2B5EF4-FFF2-40B4-BE49-F238E27FC236}">
                  <a16:creationId xmlns:a16="http://schemas.microsoft.com/office/drawing/2014/main" id="{C334E992-7F42-496F-B58F-BD12E7472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871"/>
              <a:ext cx="10" cy="6"/>
            </a:xfrm>
            <a:custGeom>
              <a:avLst/>
              <a:gdLst>
                <a:gd name="T0" fmla="*/ 40 w 5"/>
                <a:gd name="T1" fmla="*/ 8 h 3"/>
                <a:gd name="T2" fmla="*/ 16 w 5"/>
                <a:gd name="T3" fmla="*/ 24 h 3"/>
                <a:gd name="T4" fmla="*/ 0 w 5"/>
                <a:gd name="T5" fmla="*/ 0 h 3"/>
                <a:gd name="T6" fmla="*/ 24 w 5"/>
                <a:gd name="T7" fmla="*/ 8 h 3"/>
                <a:gd name="T8" fmla="*/ 40 w 5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2" y="2"/>
                    <a:pt x="3" y="1"/>
                  </a:cubicBezTo>
                  <a:cubicBezTo>
                    <a:pt x="4" y="1"/>
                    <a:pt x="5" y="1"/>
                    <a:pt x="5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5025">
              <a:extLst>
                <a:ext uri="{FF2B5EF4-FFF2-40B4-BE49-F238E27FC236}">
                  <a16:creationId xmlns:a16="http://schemas.microsoft.com/office/drawing/2014/main" id="{22E70E1D-1EA6-4A27-9D73-96CB21228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851"/>
              <a:ext cx="4" cy="4"/>
            </a:xfrm>
            <a:custGeom>
              <a:avLst/>
              <a:gdLst>
                <a:gd name="T0" fmla="*/ 8 w 2"/>
                <a:gd name="T1" fmla="*/ 0 h 2"/>
                <a:gd name="T2" fmla="*/ 8 w 2"/>
                <a:gd name="T3" fmla="*/ 8 h 2"/>
                <a:gd name="T4" fmla="*/ 0 w 2"/>
                <a:gd name="T5" fmla="*/ 16 h 2"/>
                <a:gd name="T6" fmla="*/ 0 w 2"/>
                <a:gd name="T7" fmla="*/ 8 h 2"/>
                <a:gd name="T8" fmla="*/ 8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5026">
              <a:extLst>
                <a:ext uri="{FF2B5EF4-FFF2-40B4-BE49-F238E27FC236}">
                  <a16:creationId xmlns:a16="http://schemas.microsoft.com/office/drawing/2014/main" id="{03AC1EA8-F28C-4160-805E-CAEC0262C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833"/>
              <a:ext cx="6" cy="4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5027">
              <a:extLst>
                <a:ext uri="{FF2B5EF4-FFF2-40B4-BE49-F238E27FC236}">
                  <a16:creationId xmlns:a16="http://schemas.microsoft.com/office/drawing/2014/main" id="{3184753E-A76E-452B-9D7B-9F65E891A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837"/>
              <a:ext cx="4" cy="8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16 h 4"/>
                <a:gd name="T4" fmla="*/ 8 w 2"/>
                <a:gd name="T5" fmla="*/ 32 h 4"/>
                <a:gd name="T6" fmla="*/ 16 w 2"/>
                <a:gd name="T7" fmla="*/ 16 h 4"/>
                <a:gd name="T8" fmla="*/ 8 w 2"/>
                <a:gd name="T9" fmla="*/ 8 h 4"/>
                <a:gd name="T10" fmla="*/ 8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5028">
              <a:extLst>
                <a:ext uri="{FF2B5EF4-FFF2-40B4-BE49-F238E27FC236}">
                  <a16:creationId xmlns:a16="http://schemas.microsoft.com/office/drawing/2014/main" id="{249417E8-24DC-4739-8F47-E41C12927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869"/>
              <a:ext cx="8" cy="6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16 h 3"/>
                <a:gd name="T4" fmla="*/ 32 w 4"/>
                <a:gd name="T5" fmla="*/ 16 h 3"/>
                <a:gd name="T6" fmla="*/ 24 w 4"/>
                <a:gd name="T7" fmla="*/ 16 h 3"/>
                <a:gd name="T8" fmla="*/ 8 w 4"/>
                <a:gd name="T9" fmla="*/ 8 h 3"/>
                <a:gd name="T10" fmla="*/ 8 w 4"/>
                <a:gd name="T11" fmla="*/ 0 h 3"/>
                <a:gd name="T12" fmla="*/ 0 w 4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5029">
              <a:extLst>
                <a:ext uri="{FF2B5EF4-FFF2-40B4-BE49-F238E27FC236}">
                  <a16:creationId xmlns:a16="http://schemas.microsoft.com/office/drawing/2014/main" id="{30B4F5F7-335D-4494-A984-006A16DEC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875"/>
              <a:ext cx="4" cy="1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0 h 1"/>
                <a:gd name="T4" fmla="*/ 0 w 2"/>
                <a:gd name="T5" fmla="*/ 0 h 1"/>
                <a:gd name="T6" fmla="*/ 16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5030">
              <a:extLst>
                <a:ext uri="{FF2B5EF4-FFF2-40B4-BE49-F238E27FC236}">
                  <a16:creationId xmlns:a16="http://schemas.microsoft.com/office/drawing/2014/main" id="{3E2F9B53-9F59-4BF6-B639-B09DC0A3A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855"/>
              <a:ext cx="6" cy="8"/>
            </a:xfrm>
            <a:custGeom>
              <a:avLst/>
              <a:gdLst>
                <a:gd name="T0" fmla="*/ 8 w 3"/>
                <a:gd name="T1" fmla="*/ 8 h 4"/>
                <a:gd name="T2" fmla="*/ 24 w 3"/>
                <a:gd name="T3" fmla="*/ 32 h 4"/>
                <a:gd name="T4" fmla="*/ 16 w 3"/>
                <a:gd name="T5" fmla="*/ 16 h 4"/>
                <a:gd name="T6" fmla="*/ 8 w 3"/>
                <a:gd name="T7" fmla="*/ 8 h 4"/>
                <a:gd name="T8" fmla="*/ 0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3" y="2"/>
                    <a:pt x="3" y="4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5031">
              <a:extLst>
                <a:ext uri="{FF2B5EF4-FFF2-40B4-BE49-F238E27FC236}">
                  <a16:creationId xmlns:a16="http://schemas.microsoft.com/office/drawing/2014/main" id="{5AD21ACE-3DBF-47AF-8A21-80340FA57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859"/>
              <a:ext cx="6" cy="12"/>
            </a:xfrm>
            <a:custGeom>
              <a:avLst/>
              <a:gdLst>
                <a:gd name="T0" fmla="*/ 0 w 3"/>
                <a:gd name="T1" fmla="*/ 0 h 6"/>
                <a:gd name="T2" fmla="*/ 8 w 3"/>
                <a:gd name="T3" fmla="*/ 24 h 6"/>
                <a:gd name="T4" fmla="*/ 24 w 3"/>
                <a:gd name="T5" fmla="*/ 48 h 6"/>
                <a:gd name="T6" fmla="*/ 8 w 3"/>
                <a:gd name="T7" fmla="*/ 24 h 6"/>
                <a:gd name="T8" fmla="*/ 0 w 3"/>
                <a:gd name="T9" fmla="*/ 8 h 6"/>
                <a:gd name="T10" fmla="*/ 0 w 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4"/>
                    <a:pt x="2" y="5"/>
                    <a:pt x="3" y="6"/>
                  </a:cubicBezTo>
                  <a:cubicBezTo>
                    <a:pt x="2" y="6"/>
                    <a:pt x="1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5032">
              <a:extLst>
                <a:ext uri="{FF2B5EF4-FFF2-40B4-BE49-F238E27FC236}">
                  <a16:creationId xmlns:a16="http://schemas.microsoft.com/office/drawing/2014/main" id="{6B1766F6-353B-43BC-B3E8-B4AF27954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837"/>
              <a:ext cx="6" cy="10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40 h 5"/>
                <a:gd name="T4" fmla="*/ 8 w 3"/>
                <a:gd name="T5" fmla="*/ 24 h 5"/>
                <a:gd name="T6" fmla="*/ 0 w 3"/>
                <a:gd name="T7" fmla="*/ 24 h 5"/>
                <a:gd name="T8" fmla="*/ 0 w 3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3" y="3"/>
                    <a:pt x="0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5033">
              <a:extLst>
                <a:ext uri="{FF2B5EF4-FFF2-40B4-BE49-F238E27FC236}">
                  <a16:creationId xmlns:a16="http://schemas.microsoft.com/office/drawing/2014/main" id="{912AE7DF-703C-4A0B-B445-1F9B1559F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829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0 w 4"/>
                <a:gd name="T3" fmla="*/ 16 h 2"/>
                <a:gd name="T4" fmla="*/ 16 w 4"/>
                <a:gd name="T5" fmla="*/ 8 h 2"/>
                <a:gd name="T6" fmla="*/ 24 w 4"/>
                <a:gd name="T7" fmla="*/ 16 h 2"/>
                <a:gd name="T8" fmla="*/ 24 w 4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1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5034">
              <a:extLst>
                <a:ext uri="{FF2B5EF4-FFF2-40B4-BE49-F238E27FC236}">
                  <a16:creationId xmlns:a16="http://schemas.microsoft.com/office/drawing/2014/main" id="{E71DD8BE-2A12-405E-9DB6-228895360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829"/>
              <a:ext cx="34" cy="48"/>
            </a:xfrm>
            <a:custGeom>
              <a:avLst/>
              <a:gdLst>
                <a:gd name="T0" fmla="*/ 96 w 17"/>
                <a:gd name="T1" fmla="*/ 152 h 24"/>
                <a:gd name="T2" fmla="*/ 104 w 17"/>
                <a:gd name="T3" fmla="*/ 184 h 24"/>
                <a:gd name="T4" fmla="*/ 88 w 17"/>
                <a:gd name="T5" fmla="*/ 192 h 24"/>
                <a:gd name="T6" fmla="*/ 80 w 17"/>
                <a:gd name="T7" fmla="*/ 176 h 24"/>
                <a:gd name="T8" fmla="*/ 56 w 17"/>
                <a:gd name="T9" fmla="*/ 184 h 24"/>
                <a:gd name="T10" fmla="*/ 40 w 17"/>
                <a:gd name="T11" fmla="*/ 168 h 24"/>
                <a:gd name="T12" fmla="*/ 24 w 17"/>
                <a:gd name="T13" fmla="*/ 136 h 24"/>
                <a:gd name="T14" fmla="*/ 16 w 17"/>
                <a:gd name="T15" fmla="*/ 120 h 24"/>
                <a:gd name="T16" fmla="*/ 8 w 17"/>
                <a:gd name="T17" fmla="*/ 96 h 24"/>
                <a:gd name="T18" fmla="*/ 16 w 17"/>
                <a:gd name="T19" fmla="*/ 72 h 24"/>
                <a:gd name="T20" fmla="*/ 0 w 17"/>
                <a:gd name="T21" fmla="*/ 40 h 24"/>
                <a:gd name="T22" fmla="*/ 48 w 17"/>
                <a:gd name="T23" fmla="*/ 8 h 24"/>
                <a:gd name="T24" fmla="*/ 72 w 17"/>
                <a:gd name="T25" fmla="*/ 0 h 24"/>
                <a:gd name="T26" fmla="*/ 96 w 17"/>
                <a:gd name="T27" fmla="*/ 16 h 24"/>
                <a:gd name="T28" fmla="*/ 120 w 17"/>
                <a:gd name="T29" fmla="*/ 8 h 24"/>
                <a:gd name="T30" fmla="*/ 128 w 17"/>
                <a:gd name="T31" fmla="*/ 32 h 24"/>
                <a:gd name="T32" fmla="*/ 104 w 17"/>
                <a:gd name="T33" fmla="*/ 40 h 24"/>
                <a:gd name="T34" fmla="*/ 112 w 17"/>
                <a:gd name="T35" fmla="*/ 56 h 24"/>
                <a:gd name="T36" fmla="*/ 96 w 17"/>
                <a:gd name="T37" fmla="*/ 72 h 24"/>
                <a:gd name="T38" fmla="*/ 104 w 17"/>
                <a:gd name="T39" fmla="*/ 96 h 24"/>
                <a:gd name="T40" fmla="*/ 96 w 17"/>
                <a:gd name="T41" fmla="*/ 120 h 24"/>
                <a:gd name="T42" fmla="*/ 96 w 17"/>
                <a:gd name="T43" fmla="*/ 152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" h="24">
                  <a:moveTo>
                    <a:pt x="12" y="19"/>
                  </a:moveTo>
                  <a:cubicBezTo>
                    <a:pt x="12" y="21"/>
                    <a:pt x="16" y="21"/>
                    <a:pt x="13" y="23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4"/>
                    <a:pt x="10" y="23"/>
                    <a:pt x="10" y="22"/>
                  </a:cubicBezTo>
                  <a:cubicBezTo>
                    <a:pt x="9" y="22"/>
                    <a:pt x="8" y="24"/>
                    <a:pt x="7" y="23"/>
                  </a:cubicBezTo>
                  <a:cubicBezTo>
                    <a:pt x="6" y="23"/>
                    <a:pt x="6" y="21"/>
                    <a:pt x="5" y="21"/>
                  </a:cubicBezTo>
                  <a:cubicBezTo>
                    <a:pt x="4" y="21"/>
                    <a:pt x="4" y="18"/>
                    <a:pt x="3" y="17"/>
                  </a:cubicBezTo>
                  <a:cubicBezTo>
                    <a:pt x="3" y="16"/>
                    <a:pt x="2" y="16"/>
                    <a:pt x="2" y="15"/>
                  </a:cubicBezTo>
                  <a:cubicBezTo>
                    <a:pt x="1" y="14"/>
                    <a:pt x="1" y="13"/>
                    <a:pt x="1" y="12"/>
                  </a:cubicBezTo>
                  <a:cubicBezTo>
                    <a:pt x="1" y="10"/>
                    <a:pt x="2" y="10"/>
                    <a:pt x="2" y="9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4" y="2"/>
                    <a:pt x="6" y="1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3"/>
                    <a:pt x="13" y="2"/>
                    <a:pt x="15" y="1"/>
                  </a:cubicBezTo>
                  <a:cubicBezTo>
                    <a:pt x="16" y="1"/>
                    <a:pt x="17" y="3"/>
                    <a:pt x="16" y="4"/>
                  </a:cubicBezTo>
                  <a:cubicBezTo>
                    <a:pt x="15" y="4"/>
                    <a:pt x="13" y="4"/>
                    <a:pt x="13" y="5"/>
                  </a:cubicBezTo>
                  <a:cubicBezTo>
                    <a:pt x="13" y="5"/>
                    <a:pt x="14" y="6"/>
                    <a:pt x="14" y="7"/>
                  </a:cubicBezTo>
                  <a:cubicBezTo>
                    <a:pt x="14" y="9"/>
                    <a:pt x="13" y="8"/>
                    <a:pt x="12" y="9"/>
                  </a:cubicBezTo>
                  <a:cubicBezTo>
                    <a:pt x="11" y="10"/>
                    <a:pt x="12" y="11"/>
                    <a:pt x="13" y="12"/>
                  </a:cubicBezTo>
                  <a:cubicBezTo>
                    <a:pt x="13" y="13"/>
                    <a:pt x="12" y="14"/>
                    <a:pt x="12" y="15"/>
                  </a:cubicBezTo>
                  <a:cubicBezTo>
                    <a:pt x="9" y="17"/>
                    <a:pt x="12" y="17"/>
                    <a:pt x="12" y="1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5035">
              <a:extLst>
                <a:ext uri="{FF2B5EF4-FFF2-40B4-BE49-F238E27FC236}">
                  <a16:creationId xmlns:a16="http://schemas.microsoft.com/office/drawing/2014/main" id="{276CA513-E6C5-4D35-B996-8853F2EA4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841"/>
              <a:ext cx="4" cy="8"/>
            </a:xfrm>
            <a:custGeom>
              <a:avLst/>
              <a:gdLst>
                <a:gd name="T0" fmla="*/ 0 w 2"/>
                <a:gd name="T1" fmla="*/ 32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5036">
              <a:extLst>
                <a:ext uri="{FF2B5EF4-FFF2-40B4-BE49-F238E27FC236}">
                  <a16:creationId xmlns:a16="http://schemas.microsoft.com/office/drawing/2014/main" id="{4B5335F7-3E60-499C-8632-D2964BFE8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849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5037">
              <a:extLst>
                <a:ext uri="{FF2B5EF4-FFF2-40B4-BE49-F238E27FC236}">
                  <a16:creationId xmlns:a16="http://schemas.microsoft.com/office/drawing/2014/main" id="{41C06DDC-C51A-47AC-9375-3D78E07A2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845"/>
              <a:ext cx="4" cy="12"/>
            </a:xfrm>
            <a:custGeom>
              <a:avLst/>
              <a:gdLst>
                <a:gd name="T0" fmla="*/ 8 w 2"/>
                <a:gd name="T1" fmla="*/ 48 h 6"/>
                <a:gd name="T2" fmla="*/ 0 w 2"/>
                <a:gd name="T3" fmla="*/ 24 h 6"/>
                <a:gd name="T4" fmla="*/ 8 w 2"/>
                <a:gd name="T5" fmla="*/ 8 h 6"/>
                <a:gd name="T6" fmla="*/ 16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1" y="6"/>
                  </a:moveTo>
                  <a:cubicBezTo>
                    <a:pt x="0" y="5"/>
                    <a:pt x="0" y="5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5038">
              <a:extLst>
                <a:ext uri="{FF2B5EF4-FFF2-40B4-BE49-F238E27FC236}">
                  <a16:creationId xmlns:a16="http://schemas.microsoft.com/office/drawing/2014/main" id="{35F4478E-34D3-484D-BCBA-EB6D4BFF5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871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5039">
              <a:extLst>
                <a:ext uri="{FF2B5EF4-FFF2-40B4-BE49-F238E27FC236}">
                  <a16:creationId xmlns:a16="http://schemas.microsoft.com/office/drawing/2014/main" id="{B6B42F65-DDEE-46AD-8598-54F04FC30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737"/>
              <a:ext cx="48" cy="56"/>
            </a:xfrm>
            <a:custGeom>
              <a:avLst/>
              <a:gdLst>
                <a:gd name="T0" fmla="*/ 144 w 24"/>
                <a:gd name="T1" fmla="*/ 32 h 28"/>
                <a:gd name="T2" fmla="*/ 88 w 24"/>
                <a:gd name="T3" fmla="*/ 8 h 28"/>
                <a:gd name="T4" fmla="*/ 32 w 24"/>
                <a:gd name="T5" fmla="*/ 136 h 28"/>
                <a:gd name="T6" fmla="*/ 152 w 24"/>
                <a:gd name="T7" fmla="*/ 216 h 28"/>
                <a:gd name="T8" fmla="*/ 192 w 24"/>
                <a:gd name="T9" fmla="*/ 144 h 28"/>
                <a:gd name="T10" fmla="*/ 168 w 24"/>
                <a:gd name="T11" fmla="*/ 80 h 28"/>
                <a:gd name="T12" fmla="*/ 144 w 24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8" y="4"/>
                  </a:moveTo>
                  <a:cubicBezTo>
                    <a:pt x="16" y="2"/>
                    <a:pt x="13" y="1"/>
                    <a:pt x="11" y="1"/>
                  </a:cubicBezTo>
                  <a:cubicBezTo>
                    <a:pt x="3" y="0"/>
                    <a:pt x="0" y="9"/>
                    <a:pt x="4" y="17"/>
                  </a:cubicBezTo>
                  <a:cubicBezTo>
                    <a:pt x="7" y="24"/>
                    <a:pt x="15" y="28"/>
                    <a:pt x="19" y="27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2"/>
                    <a:pt x="21" y="10"/>
                  </a:cubicBezTo>
                  <a:cubicBezTo>
                    <a:pt x="20" y="8"/>
                    <a:pt x="19" y="5"/>
                    <a:pt x="18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5040">
              <a:extLst>
                <a:ext uri="{FF2B5EF4-FFF2-40B4-BE49-F238E27FC236}">
                  <a16:creationId xmlns:a16="http://schemas.microsoft.com/office/drawing/2014/main" id="{D70A5191-112F-435B-978F-C1C1649BA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737"/>
              <a:ext cx="48" cy="56"/>
            </a:xfrm>
            <a:custGeom>
              <a:avLst/>
              <a:gdLst>
                <a:gd name="T0" fmla="*/ 144 w 24"/>
                <a:gd name="T1" fmla="*/ 32 h 28"/>
                <a:gd name="T2" fmla="*/ 88 w 24"/>
                <a:gd name="T3" fmla="*/ 8 h 28"/>
                <a:gd name="T4" fmla="*/ 32 w 24"/>
                <a:gd name="T5" fmla="*/ 136 h 28"/>
                <a:gd name="T6" fmla="*/ 152 w 24"/>
                <a:gd name="T7" fmla="*/ 216 h 28"/>
                <a:gd name="T8" fmla="*/ 192 w 24"/>
                <a:gd name="T9" fmla="*/ 144 h 28"/>
                <a:gd name="T10" fmla="*/ 168 w 24"/>
                <a:gd name="T11" fmla="*/ 80 h 28"/>
                <a:gd name="T12" fmla="*/ 144 w 24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8" y="4"/>
                  </a:moveTo>
                  <a:cubicBezTo>
                    <a:pt x="16" y="2"/>
                    <a:pt x="13" y="1"/>
                    <a:pt x="11" y="1"/>
                  </a:cubicBezTo>
                  <a:cubicBezTo>
                    <a:pt x="3" y="0"/>
                    <a:pt x="0" y="9"/>
                    <a:pt x="4" y="17"/>
                  </a:cubicBezTo>
                  <a:cubicBezTo>
                    <a:pt x="7" y="24"/>
                    <a:pt x="15" y="28"/>
                    <a:pt x="19" y="27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2"/>
                    <a:pt x="21" y="10"/>
                  </a:cubicBezTo>
                  <a:cubicBezTo>
                    <a:pt x="20" y="8"/>
                    <a:pt x="19" y="5"/>
                    <a:pt x="18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5041">
              <a:extLst>
                <a:ext uri="{FF2B5EF4-FFF2-40B4-BE49-F238E27FC236}">
                  <a16:creationId xmlns:a16="http://schemas.microsoft.com/office/drawing/2014/main" id="{21B13670-9AC0-4607-9685-AD6E2EBF2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751"/>
              <a:ext cx="18" cy="28"/>
            </a:xfrm>
            <a:custGeom>
              <a:avLst/>
              <a:gdLst>
                <a:gd name="T0" fmla="*/ 8 w 9"/>
                <a:gd name="T1" fmla="*/ 0 h 14"/>
                <a:gd name="T2" fmla="*/ 8 w 9"/>
                <a:gd name="T3" fmla="*/ 48 h 14"/>
                <a:gd name="T4" fmla="*/ 48 w 9"/>
                <a:gd name="T5" fmla="*/ 112 h 14"/>
                <a:gd name="T6" fmla="*/ 72 w 9"/>
                <a:gd name="T7" fmla="*/ 112 h 14"/>
                <a:gd name="T8" fmla="*/ 48 w 9"/>
                <a:gd name="T9" fmla="*/ 104 h 14"/>
                <a:gd name="T10" fmla="*/ 8 w 9"/>
                <a:gd name="T11" fmla="*/ 48 h 14"/>
                <a:gd name="T12" fmla="*/ 16 w 9"/>
                <a:gd name="T13" fmla="*/ 8 h 14"/>
                <a:gd name="T14" fmla="*/ 32 w 9"/>
                <a:gd name="T15" fmla="*/ 0 h 14"/>
                <a:gd name="T16" fmla="*/ 8 w 9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cubicBezTo>
                    <a:pt x="0" y="1"/>
                    <a:pt x="0" y="3"/>
                    <a:pt x="1" y="6"/>
                  </a:cubicBezTo>
                  <a:cubicBezTo>
                    <a:pt x="2" y="9"/>
                    <a:pt x="4" y="13"/>
                    <a:pt x="6" y="14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8" y="14"/>
                    <a:pt x="7" y="14"/>
                    <a:pt x="6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5042">
              <a:extLst>
                <a:ext uri="{FF2B5EF4-FFF2-40B4-BE49-F238E27FC236}">
                  <a16:creationId xmlns:a16="http://schemas.microsoft.com/office/drawing/2014/main" id="{46D72078-07FF-47B5-83A8-526F091D0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797"/>
              <a:ext cx="62" cy="60"/>
            </a:xfrm>
            <a:custGeom>
              <a:avLst/>
              <a:gdLst>
                <a:gd name="T0" fmla="*/ 120 w 31"/>
                <a:gd name="T1" fmla="*/ 24 h 30"/>
                <a:gd name="T2" fmla="*/ 32 w 31"/>
                <a:gd name="T3" fmla="*/ 32 h 30"/>
                <a:gd name="T4" fmla="*/ 80 w 31"/>
                <a:gd name="T5" fmla="*/ 176 h 30"/>
                <a:gd name="T6" fmla="*/ 216 w 31"/>
                <a:gd name="T7" fmla="*/ 216 h 30"/>
                <a:gd name="T8" fmla="*/ 240 w 31"/>
                <a:gd name="T9" fmla="*/ 152 h 30"/>
                <a:gd name="T10" fmla="*/ 176 w 31"/>
                <a:gd name="T11" fmla="*/ 88 h 30"/>
                <a:gd name="T12" fmla="*/ 120 w 31"/>
                <a:gd name="T13" fmla="*/ 2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15" y="3"/>
                  </a:moveTo>
                  <a:cubicBezTo>
                    <a:pt x="11" y="0"/>
                    <a:pt x="7" y="1"/>
                    <a:pt x="4" y="4"/>
                  </a:cubicBezTo>
                  <a:cubicBezTo>
                    <a:pt x="0" y="9"/>
                    <a:pt x="3" y="16"/>
                    <a:pt x="10" y="22"/>
                  </a:cubicBezTo>
                  <a:cubicBezTo>
                    <a:pt x="17" y="28"/>
                    <a:pt x="22" y="30"/>
                    <a:pt x="27" y="27"/>
                  </a:cubicBezTo>
                  <a:cubicBezTo>
                    <a:pt x="30" y="25"/>
                    <a:pt x="31" y="22"/>
                    <a:pt x="30" y="19"/>
                  </a:cubicBezTo>
                  <a:cubicBezTo>
                    <a:pt x="28" y="15"/>
                    <a:pt x="26" y="14"/>
                    <a:pt x="22" y="11"/>
                  </a:cubicBezTo>
                  <a:cubicBezTo>
                    <a:pt x="21" y="9"/>
                    <a:pt x="19" y="4"/>
                    <a:pt x="15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5043">
              <a:extLst>
                <a:ext uri="{FF2B5EF4-FFF2-40B4-BE49-F238E27FC236}">
                  <a16:creationId xmlns:a16="http://schemas.microsoft.com/office/drawing/2014/main" id="{4ADFDEB2-A33A-4E66-986C-F966B2640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797"/>
              <a:ext cx="62" cy="60"/>
            </a:xfrm>
            <a:custGeom>
              <a:avLst/>
              <a:gdLst>
                <a:gd name="T0" fmla="*/ 120 w 31"/>
                <a:gd name="T1" fmla="*/ 24 h 30"/>
                <a:gd name="T2" fmla="*/ 32 w 31"/>
                <a:gd name="T3" fmla="*/ 32 h 30"/>
                <a:gd name="T4" fmla="*/ 80 w 31"/>
                <a:gd name="T5" fmla="*/ 176 h 30"/>
                <a:gd name="T6" fmla="*/ 216 w 31"/>
                <a:gd name="T7" fmla="*/ 216 h 30"/>
                <a:gd name="T8" fmla="*/ 240 w 31"/>
                <a:gd name="T9" fmla="*/ 152 h 30"/>
                <a:gd name="T10" fmla="*/ 176 w 31"/>
                <a:gd name="T11" fmla="*/ 88 h 30"/>
                <a:gd name="T12" fmla="*/ 120 w 31"/>
                <a:gd name="T13" fmla="*/ 2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15" y="3"/>
                  </a:moveTo>
                  <a:cubicBezTo>
                    <a:pt x="11" y="0"/>
                    <a:pt x="7" y="1"/>
                    <a:pt x="4" y="4"/>
                  </a:cubicBezTo>
                  <a:cubicBezTo>
                    <a:pt x="0" y="9"/>
                    <a:pt x="3" y="16"/>
                    <a:pt x="10" y="22"/>
                  </a:cubicBezTo>
                  <a:cubicBezTo>
                    <a:pt x="17" y="28"/>
                    <a:pt x="22" y="30"/>
                    <a:pt x="27" y="27"/>
                  </a:cubicBezTo>
                  <a:cubicBezTo>
                    <a:pt x="30" y="25"/>
                    <a:pt x="31" y="22"/>
                    <a:pt x="30" y="19"/>
                  </a:cubicBezTo>
                  <a:cubicBezTo>
                    <a:pt x="28" y="15"/>
                    <a:pt x="26" y="14"/>
                    <a:pt x="22" y="11"/>
                  </a:cubicBezTo>
                  <a:cubicBezTo>
                    <a:pt x="21" y="9"/>
                    <a:pt x="19" y="4"/>
                    <a:pt x="15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5044">
              <a:extLst>
                <a:ext uri="{FF2B5EF4-FFF2-40B4-BE49-F238E27FC236}">
                  <a16:creationId xmlns:a16="http://schemas.microsoft.com/office/drawing/2014/main" id="{31E666B4-932C-4762-9B32-AF5D011F2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809"/>
              <a:ext cx="32" cy="32"/>
            </a:xfrm>
            <a:custGeom>
              <a:avLst/>
              <a:gdLst>
                <a:gd name="T0" fmla="*/ 128 w 16"/>
                <a:gd name="T1" fmla="*/ 112 h 16"/>
                <a:gd name="T2" fmla="*/ 128 w 16"/>
                <a:gd name="T3" fmla="*/ 120 h 16"/>
                <a:gd name="T4" fmla="*/ 40 w 16"/>
                <a:gd name="T5" fmla="*/ 72 h 16"/>
                <a:gd name="T6" fmla="*/ 8 w 16"/>
                <a:gd name="T7" fmla="*/ 8 h 16"/>
                <a:gd name="T8" fmla="*/ 40 w 16"/>
                <a:gd name="T9" fmla="*/ 8 h 16"/>
                <a:gd name="T10" fmla="*/ 8 w 16"/>
                <a:gd name="T11" fmla="*/ 8 h 16"/>
                <a:gd name="T12" fmla="*/ 40 w 16"/>
                <a:gd name="T13" fmla="*/ 72 h 16"/>
                <a:gd name="T14" fmla="*/ 128 w 16"/>
                <a:gd name="T15" fmla="*/ 120 h 16"/>
                <a:gd name="T16" fmla="*/ 128 w 16"/>
                <a:gd name="T17" fmla="*/ 112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6">
                  <a:moveTo>
                    <a:pt x="16" y="14"/>
                  </a:moveTo>
                  <a:cubicBezTo>
                    <a:pt x="16" y="14"/>
                    <a:pt x="16" y="14"/>
                    <a:pt x="16" y="15"/>
                  </a:cubicBezTo>
                  <a:cubicBezTo>
                    <a:pt x="14" y="15"/>
                    <a:pt x="11" y="14"/>
                    <a:pt x="5" y="9"/>
                  </a:cubicBezTo>
                  <a:cubicBezTo>
                    <a:pt x="1" y="5"/>
                    <a:pt x="1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1" y="6"/>
                    <a:pt x="5" y="9"/>
                  </a:cubicBezTo>
                  <a:cubicBezTo>
                    <a:pt x="10" y="14"/>
                    <a:pt x="14" y="16"/>
                    <a:pt x="16" y="15"/>
                  </a:cubicBezTo>
                  <a:cubicBezTo>
                    <a:pt x="16" y="15"/>
                    <a:pt x="16" y="14"/>
                    <a:pt x="16" y="1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5045">
              <a:extLst>
                <a:ext uri="{FF2B5EF4-FFF2-40B4-BE49-F238E27FC236}">
                  <a16:creationId xmlns:a16="http://schemas.microsoft.com/office/drawing/2014/main" id="{EF95B04D-7D6E-45EC-81BF-7CFDDFD48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843"/>
              <a:ext cx="51" cy="42"/>
            </a:xfrm>
            <a:custGeom>
              <a:avLst/>
              <a:gdLst>
                <a:gd name="T0" fmla="*/ 129 w 25"/>
                <a:gd name="T1" fmla="*/ 16 h 21"/>
                <a:gd name="T2" fmla="*/ 49 w 25"/>
                <a:gd name="T3" fmla="*/ 8 h 21"/>
                <a:gd name="T4" fmla="*/ 8 w 25"/>
                <a:gd name="T5" fmla="*/ 56 h 21"/>
                <a:gd name="T6" fmla="*/ 112 w 25"/>
                <a:gd name="T7" fmla="*/ 168 h 21"/>
                <a:gd name="T8" fmla="*/ 204 w 25"/>
                <a:gd name="T9" fmla="*/ 80 h 21"/>
                <a:gd name="T10" fmla="*/ 129 w 25"/>
                <a:gd name="T11" fmla="*/ 1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15" y="2"/>
                  </a:moveTo>
                  <a:cubicBezTo>
                    <a:pt x="12" y="1"/>
                    <a:pt x="9" y="0"/>
                    <a:pt x="6" y="1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13"/>
                    <a:pt x="6" y="20"/>
                    <a:pt x="13" y="21"/>
                  </a:cubicBezTo>
                  <a:cubicBezTo>
                    <a:pt x="21" y="21"/>
                    <a:pt x="25" y="15"/>
                    <a:pt x="24" y="10"/>
                  </a:cubicBezTo>
                  <a:cubicBezTo>
                    <a:pt x="23" y="6"/>
                    <a:pt x="21" y="5"/>
                    <a:pt x="15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5046">
              <a:extLst>
                <a:ext uri="{FF2B5EF4-FFF2-40B4-BE49-F238E27FC236}">
                  <a16:creationId xmlns:a16="http://schemas.microsoft.com/office/drawing/2014/main" id="{5C88A7EF-93F3-45C7-A67A-89737529B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843"/>
              <a:ext cx="51" cy="42"/>
            </a:xfrm>
            <a:custGeom>
              <a:avLst/>
              <a:gdLst>
                <a:gd name="T0" fmla="*/ 129 w 25"/>
                <a:gd name="T1" fmla="*/ 16 h 21"/>
                <a:gd name="T2" fmla="*/ 49 w 25"/>
                <a:gd name="T3" fmla="*/ 8 h 21"/>
                <a:gd name="T4" fmla="*/ 8 w 25"/>
                <a:gd name="T5" fmla="*/ 56 h 21"/>
                <a:gd name="T6" fmla="*/ 112 w 25"/>
                <a:gd name="T7" fmla="*/ 168 h 21"/>
                <a:gd name="T8" fmla="*/ 204 w 25"/>
                <a:gd name="T9" fmla="*/ 80 h 21"/>
                <a:gd name="T10" fmla="*/ 129 w 25"/>
                <a:gd name="T11" fmla="*/ 1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15" y="2"/>
                  </a:moveTo>
                  <a:cubicBezTo>
                    <a:pt x="12" y="1"/>
                    <a:pt x="9" y="0"/>
                    <a:pt x="6" y="1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13"/>
                    <a:pt x="6" y="20"/>
                    <a:pt x="13" y="21"/>
                  </a:cubicBezTo>
                  <a:cubicBezTo>
                    <a:pt x="21" y="21"/>
                    <a:pt x="25" y="15"/>
                    <a:pt x="24" y="10"/>
                  </a:cubicBezTo>
                  <a:cubicBezTo>
                    <a:pt x="23" y="6"/>
                    <a:pt x="21" y="5"/>
                    <a:pt x="15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5047">
              <a:extLst>
                <a:ext uri="{FF2B5EF4-FFF2-40B4-BE49-F238E27FC236}">
                  <a16:creationId xmlns:a16="http://schemas.microsoft.com/office/drawing/2014/main" id="{42AEA304-D08D-4071-9D62-45381B568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855"/>
              <a:ext cx="28" cy="20"/>
            </a:xfrm>
            <a:custGeom>
              <a:avLst/>
              <a:gdLst>
                <a:gd name="T0" fmla="*/ 96 w 14"/>
                <a:gd name="T1" fmla="*/ 24 h 10"/>
                <a:gd name="T2" fmla="*/ 96 w 14"/>
                <a:gd name="T3" fmla="*/ 64 h 10"/>
                <a:gd name="T4" fmla="*/ 32 w 14"/>
                <a:gd name="T5" fmla="*/ 64 h 10"/>
                <a:gd name="T6" fmla="*/ 0 w 14"/>
                <a:gd name="T7" fmla="*/ 24 h 10"/>
                <a:gd name="T8" fmla="*/ 16 w 14"/>
                <a:gd name="T9" fmla="*/ 0 h 10"/>
                <a:gd name="T10" fmla="*/ 0 w 14"/>
                <a:gd name="T11" fmla="*/ 24 h 10"/>
                <a:gd name="T12" fmla="*/ 32 w 14"/>
                <a:gd name="T13" fmla="*/ 64 h 10"/>
                <a:gd name="T14" fmla="*/ 96 w 14"/>
                <a:gd name="T15" fmla="*/ 64 h 10"/>
                <a:gd name="T16" fmla="*/ 96 w 14"/>
                <a:gd name="T17" fmla="*/ 24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0">
                  <a:moveTo>
                    <a:pt x="12" y="3"/>
                  </a:moveTo>
                  <a:cubicBezTo>
                    <a:pt x="13" y="4"/>
                    <a:pt x="13" y="6"/>
                    <a:pt x="12" y="8"/>
                  </a:cubicBezTo>
                  <a:cubicBezTo>
                    <a:pt x="11" y="9"/>
                    <a:pt x="8" y="10"/>
                    <a:pt x="4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7"/>
                    <a:pt x="4" y="8"/>
                  </a:cubicBezTo>
                  <a:cubicBezTo>
                    <a:pt x="8" y="10"/>
                    <a:pt x="11" y="9"/>
                    <a:pt x="12" y="8"/>
                  </a:cubicBezTo>
                  <a:cubicBezTo>
                    <a:pt x="14" y="6"/>
                    <a:pt x="13" y="5"/>
                    <a:pt x="12" y="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5048">
              <a:extLst>
                <a:ext uri="{FF2B5EF4-FFF2-40B4-BE49-F238E27FC236}">
                  <a16:creationId xmlns:a16="http://schemas.microsoft.com/office/drawing/2014/main" id="{8E1D85B7-F8F9-4A21-9BBF-F4A186D6D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829"/>
              <a:ext cx="50" cy="50"/>
            </a:xfrm>
            <a:custGeom>
              <a:avLst/>
              <a:gdLst>
                <a:gd name="T0" fmla="*/ 112 w 25"/>
                <a:gd name="T1" fmla="*/ 200 h 25"/>
                <a:gd name="T2" fmla="*/ 176 w 25"/>
                <a:gd name="T3" fmla="*/ 88 h 25"/>
                <a:gd name="T4" fmla="*/ 56 w 25"/>
                <a:gd name="T5" fmla="*/ 32 h 25"/>
                <a:gd name="T6" fmla="*/ 112 w 25"/>
                <a:gd name="T7" fmla="*/ 20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4" y="25"/>
                  </a:moveTo>
                  <a:cubicBezTo>
                    <a:pt x="21" y="25"/>
                    <a:pt x="25" y="18"/>
                    <a:pt x="22" y="11"/>
                  </a:cubicBezTo>
                  <a:cubicBezTo>
                    <a:pt x="20" y="4"/>
                    <a:pt x="13" y="0"/>
                    <a:pt x="7" y="4"/>
                  </a:cubicBezTo>
                  <a:cubicBezTo>
                    <a:pt x="0" y="8"/>
                    <a:pt x="2" y="25"/>
                    <a:pt x="14" y="2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5049">
              <a:extLst>
                <a:ext uri="{FF2B5EF4-FFF2-40B4-BE49-F238E27FC236}">
                  <a16:creationId xmlns:a16="http://schemas.microsoft.com/office/drawing/2014/main" id="{EFF1770B-AD3A-42E7-A332-B40165E0A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829"/>
              <a:ext cx="50" cy="50"/>
            </a:xfrm>
            <a:custGeom>
              <a:avLst/>
              <a:gdLst>
                <a:gd name="T0" fmla="*/ 112 w 25"/>
                <a:gd name="T1" fmla="*/ 200 h 25"/>
                <a:gd name="T2" fmla="*/ 176 w 25"/>
                <a:gd name="T3" fmla="*/ 88 h 25"/>
                <a:gd name="T4" fmla="*/ 56 w 25"/>
                <a:gd name="T5" fmla="*/ 32 h 25"/>
                <a:gd name="T6" fmla="*/ 112 w 25"/>
                <a:gd name="T7" fmla="*/ 20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4" y="25"/>
                  </a:moveTo>
                  <a:cubicBezTo>
                    <a:pt x="21" y="25"/>
                    <a:pt x="25" y="18"/>
                    <a:pt x="22" y="11"/>
                  </a:cubicBezTo>
                  <a:cubicBezTo>
                    <a:pt x="20" y="4"/>
                    <a:pt x="13" y="0"/>
                    <a:pt x="7" y="4"/>
                  </a:cubicBezTo>
                  <a:cubicBezTo>
                    <a:pt x="0" y="8"/>
                    <a:pt x="2" y="25"/>
                    <a:pt x="14" y="2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5050">
              <a:extLst>
                <a:ext uri="{FF2B5EF4-FFF2-40B4-BE49-F238E27FC236}">
                  <a16:creationId xmlns:a16="http://schemas.microsoft.com/office/drawing/2014/main" id="{4B9954E0-7124-4A99-A3BA-3B6A776DB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845"/>
              <a:ext cx="26" cy="24"/>
            </a:xfrm>
            <a:custGeom>
              <a:avLst/>
              <a:gdLst>
                <a:gd name="T0" fmla="*/ 96 w 13"/>
                <a:gd name="T1" fmla="*/ 24 h 12"/>
                <a:gd name="T2" fmla="*/ 96 w 13"/>
                <a:gd name="T3" fmla="*/ 72 h 12"/>
                <a:gd name="T4" fmla="*/ 48 w 13"/>
                <a:gd name="T5" fmla="*/ 88 h 12"/>
                <a:gd name="T6" fmla="*/ 8 w 13"/>
                <a:gd name="T7" fmla="*/ 56 h 12"/>
                <a:gd name="T8" fmla="*/ 16 w 13"/>
                <a:gd name="T9" fmla="*/ 0 h 12"/>
                <a:gd name="T10" fmla="*/ 8 w 13"/>
                <a:gd name="T11" fmla="*/ 56 h 12"/>
                <a:gd name="T12" fmla="*/ 48 w 13"/>
                <a:gd name="T13" fmla="*/ 96 h 12"/>
                <a:gd name="T14" fmla="*/ 96 w 13"/>
                <a:gd name="T15" fmla="*/ 72 h 12"/>
                <a:gd name="T16" fmla="*/ 96 w 13"/>
                <a:gd name="T17" fmla="*/ 2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2">
                  <a:moveTo>
                    <a:pt x="12" y="3"/>
                  </a:moveTo>
                  <a:cubicBezTo>
                    <a:pt x="13" y="5"/>
                    <a:pt x="13" y="7"/>
                    <a:pt x="12" y="9"/>
                  </a:cubicBezTo>
                  <a:cubicBezTo>
                    <a:pt x="10" y="11"/>
                    <a:pt x="8" y="12"/>
                    <a:pt x="6" y="11"/>
                  </a:cubicBezTo>
                  <a:cubicBezTo>
                    <a:pt x="4" y="11"/>
                    <a:pt x="2" y="9"/>
                    <a:pt x="1" y="7"/>
                  </a:cubicBezTo>
                  <a:cubicBezTo>
                    <a:pt x="0" y="4"/>
                    <a:pt x="1" y="1"/>
                    <a:pt x="2" y="0"/>
                  </a:cubicBezTo>
                  <a:cubicBezTo>
                    <a:pt x="1" y="1"/>
                    <a:pt x="0" y="4"/>
                    <a:pt x="1" y="7"/>
                  </a:cubicBezTo>
                  <a:cubicBezTo>
                    <a:pt x="2" y="9"/>
                    <a:pt x="4" y="11"/>
                    <a:pt x="6" y="12"/>
                  </a:cubicBezTo>
                  <a:cubicBezTo>
                    <a:pt x="8" y="12"/>
                    <a:pt x="11" y="11"/>
                    <a:pt x="12" y="9"/>
                  </a:cubicBezTo>
                  <a:cubicBezTo>
                    <a:pt x="13" y="7"/>
                    <a:pt x="13" y="5"/>
                    <a:pt x="12" y="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5051">
              <a:extLst>
                <a:ext uri="{FF2B5EF4-FFF2-40B4-BE49-F238E27FC236}">
                  <a16:creationId xmlns:a16="http://schemas.microsoft.com/office/drawing/2014/main" id="{2CFF1DF7-324B-4187-8EC0-60E61497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733"/>
              <a:ext cx="61" cy="60"/>
            </a:xfrm>
            <a:custGeom>
              <a:avLst/>
              <a:gdLst>
                <a:gd name="T0" fmla="*/ 116 w 30"/>
                <a:gd name="T1" fmla="*/ 16 h 30"/>
                <a:gd name="T2" fmla="*/ 33 w 30"/>
                <a:gd name="T3" fmla="*/ 32 h 30"/>
                <a:gd name="T4" fmla="*/ 83 w 30"/>
                <a:gd name="T5" fmla="*/ 176 h 30"/>
                <a:gd name="T6" fmla="*/ 228 w 30"/>
                <a:gd name="T7" fmla="*/ 216 h 30"/>
                <a:gd name="T8" fmla="*/ 244 w 30"/>
                <a:gd name="T9" fmla="*/ 152 h 30"/>
                <a:gd name="T10" fmla="*/ 187 w 30"/>
                <a:gd name="T11" fmla="*/ 80 h 30"/>
                <a:gd name="T12" fmla="*/ 116 w 30"/>
                <a:gd name="T13" fmla="*/ 1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4" y="2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9"/>
                    <a:pt x="2" y="15"/>
                    <a:pt x="10" y="22"/>
                  </a:cubicBezTo>
                  <a:cubicBezTo>
                    <a:pt x="17" y="28"/>
                    <a:pt x="21" y="30"/>
                    <a:pt x="27" y="27"/>
                  </a:cubicBezTo>
                  <a:cubicBezTo>
                    <a:pt x="30" y="25"/>
                    <a:pt x="30" y="22"/>
                    <a:pt x="29" y="19"/>
                  </a:cubicBezTo>
                  <a:cubicBezTo>
                    <a:pt x="28" y="15"/>
                    <a:pt x="25" y="14"/>
                    <a:pt x="22" y="10"/>
                  </a:cubicBezTo>
                  <a:cubicBezTo>
                    <a:pt x="20" y="9"/>
                    <a:pt x="18" y="4"/>
                    <a:pt x="14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5052">
              <a:extLst>
                <a:ext uri="{FF2B5EF4-FFF2-40B4-BE49-F238E27FC236}">
                  <a16:creationId xmlns:a16="http://schemas.microsoft.com/office/drawing/2014/main" id="{F08DB90C-1F9E-4DF1-9FAC-47BDB1DE7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733"/>
              <a:ext cx="61" cy="60"/>
            </a:xfrm>
            <a:custGeom>
              <a:avLst/>
              <a:gdLst>
                <a:gd name="T0" fmla="*/ 116 w 30"/>
                <a:gd name="T1" fmla="*/ 16 h 30"/>
                <a:gd name="T2" fmla="*/ 33 w 30"/>
                <a:gd name="T3" fmla="*/ 32 h 30"/>
                <a:gd name="T4" fmla="*/ 83 w 30"/>
                <a:gd name="T5" fmla="*/ 176 h 30"/>
                <a:gd name="T6" fmla="*/ 228 w 30"/>
                <a:gd name="T7" fmla="*/ 216 h 30"/>
                <a:gd name="T8" fmla="*/ 244 w 30"/>
                <a:gd name="T9" fmla="*/ 152 h 30"/>
                <a:gd name="T10" fmla="*/ 187 w 30"/>
                <a:gd name="T11" fmla="*/ 80 h 30"/>
                <a:gd name="T12" fmla="*/ 116 w 30"/>
                <a:gd name="T13" fmla="*/ 1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4" y="2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9"/>
                    <a:pt x="2" y="15"/>
                    <a:pt x="10" y="22"/>
                  </a:cubicBezTo>
                  <a:cubicBezTo>
                    <a:pt x="17" y="28"/>
                    <a:pt x="21" y="30"/>
                    <a:pt x="27" y="27"/>
                  </a:cubicBezTo>
                  <a:cubicBezTo>
                    <a:pt x="30" y="25"/>
                    <a:pt x="30" y="22"/>
                    <a:pt x="29" y="19"/>
                  </a:cubicBezTo>
                  <a:cubicBezTo>
                    <a:pt x="28" y="15"/>
                    <a:pt x="25" y="14"/>
                    <a:pt x="22" y="10"/>
                  </a:cubicBezTo>
                  <a:cubicBezTo>
                    <a:pt x="20" y="9"/>
                    <a:pt x="18" y="4"/>
                    <a:pt x="14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5053">
              <a:extLst>
                <a:ext uri="{FF2B5EF4-FFF2-40B4-BE49-F238E27FC236}">
                  <a16:creationId xmlns:a16="http://schemas.microsoft.com/office/drawing/2014/main" id="{E8CDF80D-17A7-497B-9378-0A9B9EA97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745"/>
              <a:ext cx="33" cy="30"/>
            </a:xfrm>
            <a:custGeom>
              <a:avLst/>
              <a:gdLst>
                <a:gd name="T0" fmla="*/ 140 w 16"/>
                <a:gd name="T1" fmla="*/ 104 h 15"/>
                <a:gd name="T2" fmla="*/ 132 w 16"/>
                <a:gd name="T3" fmla="*/ 112 h 15"/>
                <a:gd name="T4" fmla="*/ 43 w 16"/>
                <a:gd name="T5" fmla="*/ 72 h 15"/>
                <a:gd name="T6" fmla="*/ 8 w 16"/>
                <a:gd name="T7" fmla="*/ 8 h 15"/>
                <a:gd name="T8" fmla="*/ 43 w 16"/>
                <a:gd name="T9" fmla="*/ 0 h 15"/>
                <a:gd name="T10" fmla="*/ 8 w 16"/>
                <a:gd name="T11" fmla="*/ 8 h 15"/>
                <a:gd name="T12" fmla="*/ 43 w 16"/>
                <a:gd name="T13" fmla="*/ 72 h 15"/>
                <a:gd name="T14" fmla="*/ 132 w 16"/>
                <a:gd name="T15" fmla="*/ 120 h 15"/>
                <a:gd name="T16" fmla="*/ 140 w 16"/>
                <a:gd name="T17" fmla="*/ 104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5">
                  <a:moveTo>
                    <a:pt x="16" y="13"/>
                  </a:moveTo>
                  <a:cubicBezTo>
                    <a:pt x="16" y="14"/>
                    <a:pt x="16" y="14"/>
                    <a:pt x="15" y="14"/>
                  </a:cubicBezTo>
                  <a:cubicBezTo>
                    <a:pt x="14" y="15"/>
                    <a:pt x="10" y="14"/>
                    <a:pt x="5" y="9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0" y="5"/>
                    <a:pt x="5" y="9"/>
                  </a:cubicBezTo>
                  <a:cubicBezTo>
                    <a:pt x="10" y="14"/>
                    <a:pt x="14" y="15"/>
                    <a:pt x="15" y="15"/>
                  </a:cubicBezTo>
                  <a:cubicBezTo>
                    <a:pt x="16" y="14"/>
                    <a:pt x="16" y="14"/>
                    <a:pt x="16" y="1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5054">
              <a:extLst>
                <a:ext uri="{FF2B5EF4-FFF2-40B4-BE49-F238E27FC236}">
                  <a16:creationId xmlns:a16="http://schemas.microsoft.com/office/drawing/2014/main" id="{D8D5F338-C6BE-4E09-B2CF-BF358E5C3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811"/>
              <a:ext cx="56" cy="56"/>
            </a:xfrm>
            <a:custGeom>
              <a:avLst/>
              <a:gdLst>
                <a:gd name="T0" fmla="*/ 160 w 28"/>
                <a:gd name="T1" fmla="*/ 32 h 28"/>
                <a:gd name="T2" fmla="*/ 184 w 28"/>
                <a:gd name="T3" fmla="*/ 160 h 28"/>
                <a:gd name="T4" fmla="*/ 40 w 28"/>
                <a:gd name="T5" fmla="*/ 176 h 28"/>
                <a:gd name="T6" fmla="*/ 160 w 28"/>
                <a:gd name="T7" fmla="*/ 3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20" y="4"/>
                  </a:moveTo>
                  <a:cubicBezTo>
                    <a:pt x="26" y="6"/>
                    <a:pt x="28" y="13"/>
                    <a:pt x="23" y="20"/>
                  </a:cubicBezTo>
                  <a:cubicBezTo>
                    <a:pt x="18" y="26"/>
                    <a:pt x="10" y="28"/>
                    <a:pt x="5" y="22"/>
                  </a:cubicBezTo>
                  <a:cubicBezTo>
                    <a:pt x="0" y="17"/>
                    <a:pt x="9" y="0"/>
                    <a:pt x="20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5055">
              <a:extLst>
                <a:ext uri="{FF2B5EF4-FFF2-40B4-BE49-F238E27FC236}">
                  <a16:creationId xmlns:a16="http://schemas.microsoft.com/office/drawing/2014/main" id="{A328BAF9-EBF3-4246-90A4-421BAEE38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811"/>
              <a:ext cx="56" cy="56"/>
            </a:xfrm>
            <a:custGeom>
              <a:avLst/>
              <a:gdLst>
                <a:gd name="T0" fmla="*/ 160 w 28"/>
                <a:gd name="T1" fmla="*/ 32 h 28"/>
                <a:gd name="T2" fmla="*/ 184 w 28"/>
                <a:gd name="T3" fmla="*/ 160 h 28"/>
                <a:gd name="T4" fmla="*/ 40 w 28"/>
                <a:gd name="T5" fmla="*/ 176 h 28"/>
                <a:gd name="T6" fmla="*/ 160 w 28"/>
                <a:gd name="T7" fmla="*/ 3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20" y="4"/>
                  </a:moveTo>
                  <a:cubicBezTo>
                    <a:pt x="26" y="6"/>
                    <a:pt x="28" y="13"/>
                    <a:pt x="23" y="20"/>
                  </a:cubicBezTo>
                  <a:cubicBezTo>
                    <a:pt x="18" y="26"/>
                    <a:pt x="10" y="28"/>
                    <a:pt x="5" y="22"/>
                  </a:cubicBezTo>
                  <a:cubicBezTo>
                    <a:pt x="0" y="17"/>
                    <a:pt x="9" y="0"/>
                    <a:pt x="20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5056">
              <a:extLst>
                <a:ext uri="{FF2B5EF4-FFF2-40B4-BE49-F238E27FC236}">
                  <a16:creationId xmlns:a16="http://schemas.microsoft.com/office/drawing/2014/main" id="{B32D909A-344C-4ACC-A4FA-B239B46EB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827"/>
              <a:ext cx="28" cy="22"/>
            </a:xfrm>
            <a:custGeom>
              <a:avLst/>
              <a:gdLst>
                <a:gd name="T0" fmla="*/ 96 w 14"/>
                <a:gd name="T1" fmla="*/ 88 h 11"/>
                <a:gd name="T2" fmla="*/ 104 w 14"/>
                <a:gd name="T3" fmla="*/ 40 h 11"/>
                <a:gd name="T4" fmla="*/ 72 w 14"/>
                <a:gd name="T5" fmla="*/ 8 h 11"/>
                <a:gd name="T6" fmla="*/ 24 w 14"/>
                <a:gd name="T7" fmla="*/ 32 h 11"/>
                <a:gd name="T8" fmla="*/ 8 w 14"/>
                <a:gd name="T9" fmla="*/ 88 h 11"/>
                <a:gd name="T10" fmla="*/ 16 w 14"/>
                <a:gd name="T11" fmla="*/ 32 h 11"/>
                <a:gd name="T12" fmla="*/ 72 w 14"/>
                <a:gd name="T13" fmla="*/ 8 h 11"/>
                <a:gd name="T14" fmla="*/ 112 w 14"/>
                <a:gd name="T15" fmla="*/ 40 h 11"/>
                <a:gd name="T16" fmla="*/ 96 w 14"/>
                <a:gd name="T17" fmla="*/ 88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1">
                  <a:moveTo>
                    <a:pt x="12" y="11"/>
                  </a:moveTo>
                  <a:cubicBezTo>
                    <a:pt x="13" y="10"/>
                    <a:pt x="14" y="7"/>
                    <a:pt x="13" y="5"/>
                  </a:cubicBezTo>
                  <a:cubicBezTo>
                    <a:pt x="13" y="3"/>
                    <a:pt x="11" y="1"/>
                    <a:pt x="9" y="1"/>
                  </a:cubicBezTo>
                  <a:cubicBezTo>
                    <a:pt x="7" y="1"/>
                    <a:pt x="4" y="2"/>
                    <a:pt x="3" y="4"/>
                  </a:cubicBezTo>
                  <a:cubicBezTo>
                    <a:pt x="1" y="6"/>
                    <a:pt x="0" y="9"/>
                    <a:pt x="1" y="11"/>
                  </a:cubicBezTo>
                  <a:cubicBezTo>
                    <a:pt x="0" y="9"/>
                    <a:pt x="1" y="6"/>
                    <a:pt x="2" y="4"/>
                  </a:cubicBezTo>
                  <a:cubicBezTo>
                    <a:pt x="4" y="2"/>
                    <a:pt x="7" y="0"/>
                    <a:pt x="9" y="1"/>
                  </a:cubicBezTo>
                  <a:cubicBezTo>
                    <a:pt x="11" y="1"/>
                    <a:pt x="13" y="3"/>
                    <a:pt x="14" y="5"/>
                  </a:cubicBezTo>
                  <a:cubicBezTo>
                    <a:pt x="14" y="7"/>
                    <a:pt x="14" y="9"/>
                    <a:pt x="12" y="1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5057">
              <a:extLst>
                <a:ext uri="{FF2B5EF4-FFF2-40B4-BE49-F238E27FC236}">
                  <a16:creationId xmlns:a16="http://schemas.microsoft.com/office/drawing/2014/main" id="{4363ED58-B129-41A0-B8F3-97EC5FE65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919"/>
              <a:ext cx="48" cy="64"/>
            </a:xfrm>
            <a:custGeom>
              <a:avLst/>
              <a:gdLst>
                <a:gd name="T0" fmla="*/ 128 w 24"/>
                <a:gd name="T1" fmla="*/ 32 h 32"/>
                <a:gd name="T2" fmla="*/ 40 w 24"/>
                <a:gd name="T3" fmla="*/ 16 h 32"/>
                <a:gd name="T4" fmla="*/ 40 w 24"/>
                <a:gd name="T5" fmla="*/ 168 h 32"/>
                <a:gd name="T6" fmla="*/ 152 w 24"/>
                <a:gd name="T7" fmla="*/ 248 h 32"/>
                <a:gd name="T8" fmla="*/ 192 w 24"/>
                <a:gd name="T9" fmla="*/ 192 h 32"/>
                <a:gd name="T10" fmla="*/ 160 w 24"/>
                <a:gd name="T11" fmla="*/ 112 h 32"/>
                <a:gd name="T12" fmla="*/ 128 w 24"/>
                <a:gd name="T13" fmla="*/ 3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2">
                  <a:moveTo>
                    <a:pt x="16" y="4"/>
                  </a:moveTo>
                  <a:cubicBezTo>
                    <a:pt x="13" y="1"/>
                    <a:pt x="9" y="0"/>
                    <a:pt x="5" y="2"/>
                  </a:cubicBezTo>
                  <a:cubicBezTo>
                    <a:pt x="0" y="5"/>
                    <a:pt x="0" y="13"/>
                    <a:pt x="5" y="21"/>
                  </a:cubicBezTo>
                  <a:cubicBezTo>
                    <a:pt x="9" y="29"/>
                    <a:pt x="13" y="32"/>
                    <a:pt x="19" y="31"/>
                  </a:cubicBezTo>
                  <a:cubicBezTo>
                    <a:pt x="23" y="31"/>
                    <a:pt x="24" y="28"/>
                    <a:pt x="24" y="24"/>
                  </a:cubicBezTo>
                  <a:cubicBezTo>
                    <a:pt x="24" y="20"/>
                    <a:pt x="22" y="19"/>
                    <a:pt x="20" y="14"/>
                  </a:cubicBezTo>
                  <a:cubicBezTo>
                    <a:pt x="19" y="12"/>
                    <a:pt x="19" y="7"/>
                    <a:pt x="16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5058">
              <a:extLst>
                <a:ext uri="{FF2B5EF4-FFF2-40B4-BE49-F238E27FC236}">
                  <a16:creationId xmlns:a16="http://schemas.microsoft.com/office/drawing/2014/main" id="{0A99671E-283C-40FA-946A-776883E5A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919"/>
              <a:ext cx="48" cy="64"/>
            </a:xfrm>
            <a:custGeom>
              <a:avLst/>
              <a:gdLst>
                <a:gd name="T0" fmla="*/ 128 w 24"/>
                <a:gd name="T1" fmla="*/ 32 h 32"/>
                <a:gd name="T2" fmla="*/ 40 w 24"/>
                <a:gd name="T3" fmla="*/ 16 h 32"/>
                <a:gd name="T4" fmla="*/ 40 w 24"/>
                <a:gd name="T5" fmla="*/ 168 h 32"/>
                <a:gd name="T6" fmla="*/ 152 w 24"/>
                <a:gd name="T7" fmla="*/ 248 h 32"/>
                <a:gd name="T8" fmla="*/ 192 w 24"/>
                <a:gd name="T9" fmla="*/ 192 h 32"/>
                <a:gd name="T10" fmla="*/ 160 w 24"/>
                <a:gd name="T11" fmla="*/ 112 h 32"/>
                <a:gd name="T12" fmla="*/ 128 w 24"/>
                <a:gd name="T13" fmla="*/ 3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2">
                  <a:moveTo>
                    <a:pt x="16" y="4"/>
                  </a:moveTo>
                  <a:cubicBezTo>
                    <a:pt x="13" y="1"/>
                    <a:pt x="9" y="0"/>
                    <a:pt x="5" y="2"/>
                  </a:cubicBezTo>
                  <a:cubicBezTo>
                    <a:pt x="0" y="5"/>
                    <a:pt x="0" y="13"/>
                    <a:pt x="5" y="21"/>
                  </a:cubicBezTo>
                  <a:cubicBezTo>
                    <a:pt x="9" y="29"/>
                    <a:pt x="13" y="32"/>
                    <a:pt x="19" y="31"/>
                  </a:cubicBezTo>
                  <a:cubicBezTo>
                    <a:pt x="23" y="31"/>
                    <a:pt x="24" y="28"/>
                    <a:pt x="24" y="24"/>
                  </a:cubicBezTo>
                  <a:cubicBezTo>
                    <a:pt x="24" y="20"/>
                    <a:pt x="22" y="19"/>
                    <a:pt x="20" y="14"/>
                  </a:cubicBezTo>
                  <a:cubicBezTo>
                    <a:pt x="19" y="12"/>
                    <a:pt x="19" y="7"/>
                    <a:pt x="16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5059">
              <a:extLst>
                <a:ext uri="{FF2B5EF4-FFF2-40B4-BE49-F238E27FC236}">
                  <a16:creationId xmlns:a16="http://schemas.microsoft.com/office/drawing/2014/main" id="{3E674D02-803A-4E28-ABA5-A8AF389C5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931"/>
              <a:ext cx="24" cy="38"/>
            </a:xfrm>
            <a:custGeom>
              <a:avLst/>
              <a:gdLst>
                <a:gd name="T0" fmla="*/ 96 w 12"/>
                <a:gd name="T1" fmla="*/ 136 h 19"/>
                <a:gd name="T2" fmla="*/ 88 w 12"/>
                <a:gd name="T3" fmla="*/ 144 h 19"/>
                <a:gd name="T4" fmla="*/ 24 w 12"/>
                <a:gd name="T5" fmla="*/ 80 h 19"/>
                <a:gd name="T6" fmla="*/ 16 w 12"/>
                <a:gd name="T7" fmla="*/ 8 h 19"/>
                <a:gd name="T8" fmla="*/ 48 w 12"/>
                <a:gd name="T9" fmla="*/ 8 h 19"/>
                <a:gd name="T10" fmla="*/ 16 w 12"/>
                <a:gd name="T11" fmla="*/ 8 h 19"/>
                <a:gd name="T12" fmla="*/ 24 w 12"/>
                <a:gd name="T13" fmla="*/ 80 h 19"/>
                <a:gd name="T14" fmla="*/ 88 w 12"/>
                <a:gd name="T15" fmla="*/ 144 h 19"/>
                <a:gd name="T16" fmla="*/ 96 w 12"/>
                <a:gd name="T17" fmla="*/ 13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9">
                  <a:moveTo>
                    <a:pt x="12" y="17"/>
                  </a:moveTo>
                  <a:cubicBezTo>
                    <a:pt x="12" y="18"/>
                    <a:pt x="11" y="18"/>
                    <a:pt x="11" y="18"/>
                  </a:cubicBezTo>
                  <a:cubicBezTo>
                    <a:pt x="10" y="18"/>
                    <a:pt x="6" y="16"/>
                    <a:pt x="3" y="10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4" y="0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5"/>
                    <a:pt x="3" y="10"/>
                  </a:cubicBezTo>
                  <a:cubicBezTo>
                    <a:pt x="6" y="16"/>
                    <a:pt x="9" y="19"/>
                    <a:pt x="11" y="18"/>
                  </a:cubicBezTo>
                  <a:cubicBezTo>
                    <a:pt x="11" y="18"/>
                    <a:pt x="12" y="18"/>
                    <a:pt x="12" y="1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Freeform 5060">
              <a:extLst>
                <a:ext uri="{FF2B5EF4-FFF2-40B4-BE49-F238E27FC236}">
                  <a16:creationId xmlns:a16="http://schemas.microsoft.com/office/drawing/2014/main" id="{3B7007F7-3BB7-460B-8A91-F6196AFD9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851"/>
              <a:ext cx="44" cy="46"/>
            </a:xfrm>
            <a:custGeom>
              <a:avLst/>
              <a:gdLst>
                <a:gd name="T0" fmla="*/ 144 w 22"/>
                <a:gd name="T1" fmla="*/ 128 h 23"/>
                <a:gd name="T2" fmla="*/ 168 w 22"/>
                <a:gd name="T3" fmla="*/ 72 h 23"/>
                <a:gd name="T4" fmla="*/ 136 w 22"/>
                <a:gd name="T5" fmla="*/ 24 h 23"/>
                <a:gd name="T6" fmla="*/ 16 w 22"/>
                <a:gd name="T7" fmla="*/ 80 h 23"/>
                <a:gd name="T8" fmla="*/ 72 w 22"/>
                <a:gd name="T9" fmla="*/ 184 h 23"/>
                <a:gd name="T10" fmla="*/ 144 w 22"/>
                <a:gd name="T11" fmla="*/ 12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16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1" y="7"/>
                    <a:pt x="19" y="4"/>
                    <a:pt x="17" y="3"/>
                  </a:cubicBezTo>
                  <a:cubicBezTo>
                    <a:pt x="12" y="0"/>
                    <a:pt x="5" y="4"/>
                    <a:pt x="2" y="10"/>
                  </a:cubicBezTo>
                  <a:cubicBezTo>
                    <a:pt x="0" y="17"/>
                    <a:pt x="4" y="23"/>
                    <a:pt x="9" y="23"/>
                  </a:cubicBezTo>
                  <a:cubicBezTo>
                    <a:pt x="13" y="23"/>
                    <a:pt x="15" y="21"/>
                    <a:pt x="18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Freeform 5061">
              <a:extLst>
                <a:ext uri="{FF2B5EF4-FFF2-40B4-BE49-F238E27FC236}">
                  <a16:creationId xmlns:a16="http://schemas.microsoft.com/office/drawing/2014/main" id="{4B8546A9-7344-4660-BF26-937A64E73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851"/>
              <a:ext cx="44" cy="46"/>
            </a:xfrm>
            <a:custGeom>
              <a:avLst/>
              <a:gdLst>
                <a:gd name="T0" fmla="*/ 144 w 22"/>
                <a:gd name="T1" fmla="*/ 128 h 23"/>
                <a:gd name="T2" fmla="*/ 168 w 22"/>
                <a:gd name="T3" fmla="*/ 72 h 23"/>
                <a:gd name="T4" fmla="*/ 136 w 22"/>
                <a:gd name="T5" fmla="*/ 24 h 23"/>
                <a:gd name="T6" fmla="*/ 16 w 22"/>
                <a:gd name="T7" fmla="*/ 80 h 23"/>
                <a:gd name="T8" fmla="*/ 72 w 22"/>
                <a:gd name="T9" fmla="*/ 184 h 23"/>
                <a:gd name="T10" fmla="*/ 144 w 22"/>
                <a:gd name="T11" fmla="*/ 12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16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1" y="7"/>
                    <a:pt x="19" y="4"/>
                    <a:pt x="17" y="3"/>
                  </a:cubicBezTo>
                  <a:cubicBezTo>
                    <a:pt x="12" y="0"/>
                    <a:pt x="5" y="4"/>
                    <a:pt x="2" y="10"/>
                  </a:cubicBezTo>
                  <a:cubicBezTo>
                    <a:pt x="0" y="17"/>
                    <a:pt x="4" y="23"/>
                    <a:pt x="9" y="23"/>
                  </a:cubicBezTo>
                  <a:cubicBezTo>
                    <a:pt x="13" y="23"/>
                    <a:pt x="15" y="21"/>
                    <a:pt x="18" y="1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5062">
              <a:extLst>
                <a:ext uri="{FF2B5EF4-FFF2-40B4-BE49-F238E27FC236}">
                  <a16:creationId xmlns:a16="http://schemas.microsoft.com/office/drawing/2014/main" id="{7E23F261-4D2C-479F-A853-F996AF92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863"/>
              <a:ext cx="22" cy="24"/>
            </a:xfrm>
            <a:custGeom>
              <a:avLst/>
              <a:gdLst>
                <a:gd name="T0" fmla="*/ 48 w 11"/>
                <a:gd name="T1" fmla="*/ 96 h 12"/>
                <a:gd name="T2" fmla="*/ 8 w 11"/>
                <a:gd name="T3" fmla="*/ 88 h 12"/>
                <a:gd name="T4" fmla="*/ 24 w 11"/>
                <a:gd name="T5" fmla="*/ 24 h 12"/>
                <a:gd name="T6" fmla="*/ 64 w 11"/>
                <a:gd name="T7" fmla="*/ 8 h 12"/>
                <a:gd name="T8" fmla="*/ 88 w 11"/>
                <a:gd name="T9" fmla="*/ 24 h 12"/>
                <a:gd name="T10" fmla="*/ 64 w 11"/>
                <a:gd name="T11" fmla="*/ 8 h 12"/>
                <a:gd name="T12" fmla="*/ 24 w 11"/>
                <a:gd name="T13" fmla="*/ 24 h 12"/>
                <a:gd name="T14" fmla="*/ 8 w 11"/>
                <a:gd name="T15" fmla="*/ 88 h 12"/>
                <a:gd name="T16" fmla="*/ 48 w 11"/>
                <a:gd name="T17" fmla="*/ 9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6" y="12"/>
                  </a:moveTo>
                  <a:cubicBezTo>
                    <a:pt x="4" y="12"/>
                    <a:pt x="2" y="12"/>
                    <a:pt x="1" y="11"/>
                  </a:cubicBezTo>
                  <a:cubicBezTo>
                    <a:pt x="0" y="9"/>
                    <a:pt x="0" y="6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ubicBezTo>
                    <a:pt x="10" y="1"/>
                    <a:pt x="11" y="2"/>
                    <a:pt x="11" y="3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6"/>
                    <a:pt x="0" y="9"/>
                    <a:pt x="1" y="11"/>
                  </a:cubicBezTo>
                  <a:cubicBezTo>
                    <a:pt x="2" y="12"/>
                    <a:pt x="4" y="12"/>
                    <a:pt x="6" y="12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8" name="Freeform 5063">
              <a:extLst>
                <a:ext uri="{FF2B5EF4-FFF2-40B4-BE49-F238E27FC236}">
                  <a16:creationId xmlns:a16="http://schemas.microsoft.com/office/drawing/2014/main" id="{0CFFC571-BB76-4E0F-989E-BFD7F8814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997"/>
              <a:ext cx="48" cy="62"/>
            </a:xfrm>
            <a:custGeom>
              <a:avLst/>
              <a:gdLst>
                <a:gd name="T0" fmla="*/ 184 w 24"/>
                <a:gd name="T1" fmla="*/ 120 h 31"/>
                <a:gd name="T2" fmla="*/ 176 w 24"/>
                <a:gd name="T3" fmla="*/ 40 h 31"/>
                <a:gd name="T4" fmla="*/ 112 w 24"/>
                <a:gd name="T5" fmla="*/ 0 h 31"/>
                <a:gd name="T6" fmla="*/ 8 w 24"/>
                <a:gd name="T7" fmla="*/ 144 h 31"/>
                <a:gd name="T8" fmla="*/ 128 w 24"/>
                <a:gd name="T9" fmla="*/ 224 h 31"/>
                <a:gd name="T10" fmla="*/ 184 w 24"/>
                <a:gd name="T11" fmla="*/ 12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cubicBezTo>
                    <a:pt x="24" y="11"/>
                    <a:pt x="24" y="8"/>
                    <a:pt x="22" y="5"/>
                  </a:cubicBezTo>
                  <a:cubicBezTo>
                    <a:pt x="20" y="3"/>
                    <a:pt x="17" y="1"/>
                    <a:pt x="14" y="0"/>
                  </a:cubicBezTo>
                  <a:cubicBezTo>
                    <a:pt x="6" y="0"/>
                    <a:pt x="0" y="9"/>
                    <a:pt x="1" y="18"/>
                  </a:cubicBezTo>
                  <a:cubicBezTo>
                    <a:pt x="3" y="27"/>
                    <a:pt x="11" y="31"/>
                    <a:pt x="16" y="28"/>
                  </a:cubicBezTo>
                  <a:cubicBezTo>
                    <a:pt x="21" y="25"/>
                    <a:pt x="22" y="23"/>
                    <a:pt x="23" y="1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Freeform 5064">
              <a:extLst>
                <a:ext uri="{FF2B5EF4-FFF2-40B4-BE49-F238E27FC236}">
                  <a16:creationId xmlns:a16="http://schemas.microsoft.com/office/drawing/2014/main" id="{9EADBEBC-EF65-4101-92DE-2C2555893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997"/>
              <a:ext cx="48" cy="62"/>
            </a:xfrm>
            <a:custGeom>
              <a:avLst/>
              <a:gdLst>
                <a:gd name="T0" fmla="*/ 184 w 24"/>
                <a:gd name="T1" fmla="*/ 120 h 31"/>
                <a:gd name="T2" fmla="*/ 176 w 24"/>
                <a:gd name="T3" fmla="*/ 40 h 31"/>
                <a:gd name="T4" fmla="*/ 112 w 24"/>
                <a:gd name="T5" fmla="*/ 0 h 31"/>
                <a:gd name="T6" fmla="*/ 8 w 24"/>
                <a:gd name="T7" fmla="*/ 144 h 31"/>
                <a:gd name="T8" fmla="*/ 128 w 24"/>
                <a:gd name="T9" fmla="*/ 224 h 31"/>
                <a:gd name="T10" fmla="*/ 184 w 24"/>
                <a:gd name="T11" fmla="*/ 12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cubicBezTo>
                    <a:pt x="24" y="11"/>
                    <a:pt x="24" y="8"/>
                    <a:pt x="22" y="5"/>
                  </a:cubicBezTo>
                  <a:cubicBezTo>
                    <a:pt x="20" y="3"/>
                    <a:pt x="17" y="1"/>
                    <a:pt x="14" y="0"/>
                  </a:cubicBezTo>
                  <a:cubicBezTo>
                    <a:pt x="6" y="0"/>
                    <a:pt x="0" y="9"/>
                    <a:pt x="1" y="18"/>
                  </a:cubicBezTo>
                  <a:cubicBezTo>
                    <a:pt x="3" y="27"/>
                    <a:pt x="11" y="31"/>
                    <a:pt x="16" y="28"/>
                  </a:cubicBezTo>
                  <a:cubicBezTo>
                    <a:pt x="21" y="25"/>
                    <a:pt x="22" y="23"/>
                    <a:pt x="23" y="1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0" name="Freeform 5065">
              <a:extLst>
                <a:ext uri="{FF2B5EF4-FFF2-40B4-BE49-F238E27FC236}">
                  <a16:creationId xmlns:a16="http://schemas.microsoft.com/office/drawing/2014/main" id="{EE966159-8A12-4E69-BAE6-ADF40E9DB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009"/>
              <a:ext cx="20" cy="34"/>
            </a:xfrm>
            <a:custGeom>
              <a:avLst/>
              <a:gdLst>
                <a:gd name="T0" fmla="*/ 72 w 10"/>
                <a:gd name="T1" fmla="*/ 120 h 17"/>
                <a:gd name="T2" fmla="*/ 32 w 10"/>
                <a:gd name="T3" fmla="*/ 128 h 17"/>
                <a:gd name="T4" fmla="*/ 8 w 10"/>
                <a:gd name="T5" fmla="*/ 56 h 17"/>
                <a:gd name="T6" fmla="*/ 48 w 10"/>
                <a:gd name="T7" fmla="*/ 8 h 17"/>
                <a:gd name="T8" fmla="*/ 80 w 10"/>
                <a:gd name="T9" fmla="*/ 16 h 17"/>
                <a:gd name="T10" fmla="*/ 48 w 10"/>
                <a:gd name="T11" fmla="*/ 0 h 17"/>
                <a:gd name="T12" fmla="*/ 8 w 10"/>
                <a:gd name="T13" fmla="*/ 56 h 17"/>
                <a:gd name="T14" fmla="*/ 32 w 10"/>
                <a:gd name="T15" fmla="*/ 128 h 17"/>
                <a:gd name="T16" fmla="*/ 72 w 10"/>
                <a:gd name="T17" fmla="*/ 12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7">
                  <a:moveTo>
                    <a:pt x="9" y="15"/>
                  </a:moveTo>
                  <a:cubicBezTo>
                    <a:pt x="8" y="17"/>
                    <a:pt x="5" y="17"/>
                    <a:pt x="4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4" y="1"/>
                    <a:pt x="6" y="1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4" y="1"/>
                    <a:pt x="2" y="2"/>
                    <a:pt x="1" y="7"/>
                  </a:cubicBezTo>
                  <a:cubicBezTo>
                    <a:pt x="0" y="11"/>
                    <a:pt x="1" y="15"/>
                    <a:pt x="4" y="16"/>
                  </a:cubicBezTo>
                  <a:cubicBezTo>
                    <a:pt x="5" y="17"/>
                    <a:pt x="8" y="17"/>
                    <a:pt x="9" y="1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5066">
              <a:extLst>
                <a:ext uri="{FF2B5EF4-FFF2-40B4-BE49-F238E27FC236}">
                  <a16:creationId xmlns:a16="http://schemas.microsoft.com/office/drawing/2014/main" id="{F68FAC71-06E1-4EED-88A9-A574C4088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3127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16 h 23"/>
                <a:gd name="T6" fmla="*/ 56 w 22"/>
                <a:gd name="T7" fmla="*/ 144 h 23"/>
                <a:gd name="T8" fmla="*/ 168 w 22"/>
                <a:gd name="T9" fmla="*/ 128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2"/>
                    <a:pt x="14" y="0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5067">
              <a:extLst>
                <a:ext uri="{FF2B5EF4-FFF2-40B4-BE49-F238E27FC236}">
                  <a16:creationId xmlns:a16="http://schemas.microsoft.com/office/drawing/2014/main" id="{4E3977B2-4A51-47A0-9F59-8AE21EC3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3127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16 h 23"/>
                <a:gd name="T6" fmla="*/ 56 w 22"/>
                <a:gd name="T7" fmla="*/ 144 h 23"/>
                <a:gd name="T8" fmla="*/ 168 w 22"/>
                <a:gd name="T9" fmla="*/ 128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2"/>
                    <a:pt x="14" y="0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3" name="Freeform 5068">
              <a:extLst>
                <a:ext uri="{FF2B5EF4-FFF2-40B4-BE49-F238E27FC236}">
                  <a16:creationId xmlns:a16="http://schemas.microsoft.com/office/drawing/2014/main" id="{100CF82A-82B1-474A-BD74-F02A71ADE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135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72 w 11"/>
                <a:gd name="T3" fmla="*/ 96 h 12"/>
                <a:gd name="T4" fmla="*/ 16 w 11"/>
                <a:gd name="T5" fmla="*/ 64 h 12"/>
                <a:gd name="T6" fmla="*/ 8 w 11"/>
                <a:gd name="T7" fmla="*/ 16 h 12"/>
                <a:gd name="T8" fmla="*/ 40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72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4" name="Freeform 5069">
              <a:extLst>
                <a:ext uri="{FF2B5EF4-FFF2-40B4-BE49-F238E27FC236}">
                  <a16:creationId xmlns:a16="http://schemas.microsoft.com/office/drawing/2014/main" id="{733521EF-1DC0-4B12-B728-6E4E8F2B1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85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16 h 23"/>
                <a:gd name="T6" fmla="*/ 56 w 22"/>
                <a:gd name="T7" fmla="*/ 152 h 23"/>
                <a:gd name="T8" fmla="*/ 168 w 22"/>
                <a:gd name="T9" fmla="*/ 128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5" name="Freeform 5070">
              <a:extLst>
                <a:ext uri="{FF2B5EF4-FFF2-40B4-BE49-F238E27FC236}">
                  <a16:creationId xmlns:a16="http://schemas.microsoft.com/office/drawing/2014/main" id="{CA49CB79-0E77-4861-80BF-B48B85392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85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16 h 23"/>
                <a:gd name="T6" fmla="*/ 56 w 22"/>
                <a:gd name="T7" fmla="*/ 152 h 23"/>
                <a:gd name="T8" fmla="*/ 168 w 22"/>
                <a:gd name="T9" fmla="*/ 128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6" name="Freeform 5071">
              <a:extLst>
                <a:ext uri="{FF2B5EF4-FFF2-40B4-BE49-F238E27FC236}">
                  <a16:creationId xmlns:a16="http://schemas.microsoft.com/office/drawing/2014/main" id="{B2320747-7CDE-46A2-81CE-96F4A050F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993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72 w 11"/>
                <a:gd name="T3" fmla="*/ 96 h 12"/>
                <a:gd name="T4" fmla="*/ 16 w 11"/>
                <a:gd name="T5" fmla="*/ 64 h 12"/>
                <a:gd name="T6" fmla="*/ 8 w 11"/>
                <a:gd name="T7" fmla="*/ 16 h 12"/>
                <a:gd name="T8" fmla="*/ 32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72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7" name="Freeform 5072">
              <a:extLst>
                <a:ext uri="{FF2B5EF4-FFF2-40B4-BE49-F238E27FC236}">
                  <a16:creationId xmlns:a16="http://schemas.microsoft.com/office/drawing/2014/main" id="{02C5E9C0-4BDF-4D74-93EB-43DBB1F2D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691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8" name="Freeform 5073">
              <a:extLst>
                <a:ext uri="{FF2B5EF4-FFF2-40B4-BE49-F238E27FC236}">
                  <a16:creationId xmlns:a16="http://schemas.microsoft.com/office/drawing/2014/main" id="{9F468DD2-BBA5-46F6-B637-114113D84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691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9" name="Freeform 5074">
              <a:extLst>
                <a:ext uri="{FF2B5EF4-FFF2-40B4-BE49-F238E27FC236}">
                  <a16:creationId xmlns:a16="http://schemas.microsoft.com/office/drawing/2014/main" id="{EAB1AC75-0038-4817-A950-5C46AE58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699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72 w 12"/>
                <a:gd name="T3" fmla="*/ 88 h 12"/>
                <a:gd name="T4" fmla="*/ 16 w 12"/>
                <a:gd name="T5" fmla="*/ 64 h 12"/>
                <a:gd name="T6" fmla="*/ 8 w 12"/>
                <a:gd name="T7" fmla="*/ 24 h 12"/>
                <a:gd name="T8" fmla="*/ 32 w 12"/>
                <a:gd name="T9" fmla="*/ 0 h 12"/>
                <a:gd name="T10" fmla="*/ 8 w 12"/>
                <a:gd name="T11" fmla="*/ 24 h 12"/>
                <a:gd name="T12" fmla="*/ 16 w 12"/>
                <a:gd name="T13" fmla="*/ 72 h 12"/>
                <a:gd name="T14" fmla="*/ 72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2"/>
                    <a:pt x="8" y="12"/>
                    <a:pt x="9" y="11"/>
                  </a:cubicBezTo>
                  <a:cubicBezTo>
                    <a:pt x="11" y="11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0" name="Freeform 5075">
              <a:extLst>
                <a:ext uri="{FF2B5EF4-FFF2-40B4-BE49-F238E27FC236}">
                  <a16:creationId xmlns:a16="http://schemas.microsoft.com/office/drawing/2014/main" id="{B79CA735-9FDA-4147-AFE6-D2A3F7EC7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501"/>
              <a:ext cx="62" cy="50"/>
            </a:xfrm>
            <a:custGeom>
              <a:avLst/>
              <a:gdLst>
                <a:gd name="T0" fmla="*/ 152 w 31"/>
                <a:gd name="T1" fmla="*/ 24 h 25"/>
                <a:gd name="T2" fmla="*/ 72 w 31"/>
                <a:gd name="T3" fmla="*/ 16 h 25"/>
                <a:gd name="T4" fmla="*/ 16 w 31"/>
                <a:gd name="T5" fmla="*/ 72 h 25"/>
                <a:gd name="T6" fmla="*/ 128 w 31"/>
                <a:gd name="T7" fmla="*/ 200 h 25"/>
                <a:gd name="T8" fmla="*/ 240 w 31"/>
                <a:gd name="T9" fmla="*/ 104 h 25"/>
                <a:gd name="T10" fmla="*/ 152 w 31"/>
                <a:gd name="T11" fmla="*/ 2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9" y="3"/>
                  </a:moveTo>
                  <a:cubicBezTo>
                    <a:pt x="15" y="1"/>
                    <a:pt x="12" y="0"/>
                    <a:pt x="9" y="2"/>
                  </a:cubicBezTo>
                  <a:cubicBezTo>
                    <a:pt x="6" y="3"/>
                    <a:pt x="3" y="6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6" y="25"/>
                    <a:pt x="31" y="18"/>
                    <a:pt x="30" y="13"/>
                  </a:cubicBezTo>
                  <a:cubicBezTo>
                    <a:pt x="28" y="8"/>
                    <a:pt x="26" y="6"/>
                    <a:pt x="19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1" name="Freeform 5076">
              <a:extLst>
                <a:ext uri="{FF2B5EF4-FFF2-40B4-BE49-F238E27FC236}">
                  <a16:creationId xmlns:a16="http://schemas.microsoft.com/office/drawing/2014/main" id="{D15B3894-DFC8-4217-8D25-C20046CFD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501"/>
              <a:ext cx="62" cy="50"/>
            </a:xfrm>
            <a:custGeom>
              <a:avLst/>
              <a:gdLst>
                <a:gd name="T0" fmla="*/ 152 w 31"/>
                <a:gd name="T1" fmla="*/ 24 h 25"/>
                <a:gd name="T2" fmla="*/ 72 w 31"/>
                <a:gd name="T3" fmla="*/ 16 h 25"/>
                <a:gd name="T4" fmla="*/ 16 w 31"/>
                <a:gd name="T5" fmla="*/ 72 h 25"/>
                <a:gd name="T6" fmla="*/ 128 w 31"/>
                <a:gd name="T7" fmla="*/ 200 h 25"/>
                <a:gd name="T8" fmla="*/ 240 w 31"/>
                <a:gd name="T9" fmla="*/ 104 h 25"/>
                <a:gd name="T10" fmla="*/ 152 w 31"/>
                <a:gd name="T11" fmla="*/ 2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9" y="3"/>
                  </a:moveTo>
                  <a:cubicBezTo>
                    <a:pt x="15" y="1"/>
                    <a:pt x="12" y="0"/>
                    <a:pt x="9" y="2"/>
                  </a:cubicBezTo>
                  <a:cubicBezTo>
                    <a:pt x="6" y="3"/>
                    <a:pt x="3" y="6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6" y="25"/>
                    <a:pt x="31" y="18"/>
                    <a:pt x="30" y="13"/>
                  </a:cubicBezTo>
                  <a:cubicBezTo>
                    <a:pt x="28" y="8"/>
                    <a:pt x="26" y="6"/>
                    <a:pt x="19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2" name="Freeform 5077">
              <a:extLst>
                <a:ext uri="{FF2B5EF4-FFF2-40B4-BE49-F238E27FC236}">
                  <a16:creationId xmlns:a16="http://schemas.microsoft.com/office/drawing/2014/main" id="{41E05B3C-6B60-41BF-AFEB-539A3A42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15"/>
              <a:ext cx="32" cy="26"/>
            </a:xfrm>
            <a:custGeom>
              <a:avLst/>
              <a:gdLst>
                <a:gd name="T0" fmla="*/ 120 w 16"/>
                <a:gd name="T1" fmla="*/ 32 h 13"/>
                <a:gd name="T2" fmla="*/ 120 w 16"/>
                <a:gd name="T3" fmla="*/ 80 h 13"/>
                <a:gd name="T4" fmla="*/ 40 w 16"/>
                <a:gd name="T5" fmla="*/ 80 h 13"/>
                <a:gd name="T6" fmla="*/ 0 w 16"/>
                <a:gd name="T7" fmla="*/ 32 h 13"/>
                <a:gd name="T8" fmla="*/ 16 w 16"/>
                <a:gd name="T9" fmla="*/ 0 h 13"/>
                <a:gd name="T10" fmla="*/ 0 w 16"/>
                <a:gd name="T11" fmla="*/ 32 h 13"/>
                <a:gd name="T12" fmla="*/ 40 w 16"/>
                <a:gd name="T13" fmla="*/ 80 h 13"/>
                <a:gd name="T14" fmla="*/ 120 w 16"/>
                <a:gd name="T15" fmla="*/ 80 h 13"/>
                <a:gd name="T16" fmla="*/ 120 w 16"/>
                <a:gd name="T17" fmla="*/ 3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3">
                  <a:moveTo>
                    <a:pt x="15" y="4"/>
                  </a:moveTo>
                  <a:cubicBezTo>
                    <a:pt x="16" y="6"/>
                    <a:pt x="16" y="8"/>
                    <a:pt x="15" y="10"/>
                  </a:cubicBezTo>
                  <a:cubicBezTo>
                    <a:pt x="13" y="11"/>
                    <a:pt x="9" y="12"/>
                    <a:pt x="5" y="10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9" y="13"/>
                    <a:pt x="13" y="12"/>
                    <a:pt x="15" y="10"/>
                  </a:cubicBezTo>
                  <a:cubicBezTo>
                    <a:pt x="16" y="8"/>
                    <a:pt x="16" y="6"/>
                    <a:pt x="15" y="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3" name="Freeform 5078">
              <a:extLst>
                <a:ext uri="{FF2B5EF4-FFF2-40B4-BE49-F238E27FC236}">
                  <a16:creationId xmlns:a16="http://schemas.microsoft.com/office/drawing/2014/main" id="{1AA89E3F-02C6-4904-8745-71FE83072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585"/>
              <a:ext cx="62" cy="50"/>
            </a:xfrm>
            <a:custGeom>
              <a:avLst/>
              <a:gdLst>
                <a:gd name="T0" fmla="*/ 144 w 31"/>
                <a:gd name="T1" fmla="*/ 24 h 25"/>
                <a:gd name="T2" fmla="*/ 64 w 31"/>
                <a:gd name="T3" fmla="*/ 16 h 25"/>
                <a:gd name="T4" fmla="*/ 16 w 31"/>
                <a:gd name="T5" fmla="*/ 72 h 25"/>
                <a:gd name="T6" fmla="*/ 128 w 31"/>
                <a:gd name="T7" fmla="*/ 200 h 25"/>
                <a:gd name="T8" fmla="*/ 240 w 31"/>
                <a:gd name="T9" fmla="*/ 104 h 25"/>
                <a:gd name="T10" fmla="*/ 144 w 31"/>
                <a:gd name="T11" fmla="*/ 2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8" y="3"/>
                  </a:moveTo>
                  <a:cubicBezTo>
                    <a:pt x="15" y="1"/>
                    <a:pt x="12" y="0"/>
                    <a:pt x="8" y="2"/>
                  </a:cubicBezTo>
                  <a:cubicBezTo>
                    <a:pt x="5" y="3"/>
                    <a:pt x="3" y="6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5" y="25"/>
                    <a:pt x="31" y="18"/>
                    <a:pt x="30" y="13"/>
                  </a:cubicBezTo>
                  <a:cubicBezTo>
                    <a:pt x="28" y="8"/>
                    <a:pt x="26" y="6"/>
                    <a:pt x="18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4" name="Freeform 5079">
              <a:extLst>
                <a:ext uri="{FF2B5EF4-FFF2-40B4-BE49-F238E27FC236}">
                  <a16:creationId xmlns:a16="http://schemas.microsoft.com/office/drawing/2014/main" id="{5686F817-FD84-453B-9E14-BF99FD800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585"/>
              <a:ext cx="62" cy="50"/>
            </a:xfrm>
            <a:custGeom>
              <a:avLst/>
              <a:gdLst>
                <a:gd name="T0" fmla="*/ 144 w 31"/>
                <a:gd name="T1" fmla="*/ 24 h 25"/>
                <a:gd name="T2" fmla="*/ 64 w 31"/>
                <a:gd name="T3" fmla="*/ 16 h 25"/>
                <a:gd name="T4" fmla="*/ 16 w 31"/>
                <a:gd name="T5" fmla="*/ 72 h 25"/>
                <a:gd name="T6" fmla="*/ 128 w 31"/>
                <a:gd name="T7" fmla="*/ 200 h 25"/>
                <a:gd name="T8" fmla="*/ 240 w 31"/>
                <a:gd name="T9" fmla="*/ 104 h 25"/>
                <a:gd name="T10" fmla="*/ 144 w 31"/>
                <a:gd name="T11" fmla="*/ 2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8" y="3"/>
                  </a:moveTo>
                  <a:cubicBezTo>
                    <a:pt x="15" y="1"/>
                    <a:pt x="12" y="0"/>
                    <a:pt x="8" y="2"/>
                  </a:cubicBezTo>
                  <a:cubicBezTo>
                    <a:pt x="5" y="3"/>
                    <a:pt x="3" y="6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5" y="25"/>
                    <a:pt x="31" y="18"/>
                    <a:pt x="30" y="13"/>
                  </a:cubicBezTo>
                  <a:cubicBezTo>
                    <a:pt x="28" y="8"/>
                    <a:pt x="26" y="6"/>
                    <a:pt x="18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5" name="Freeform 5080">
              <a:extLst>
                <a:ext uri="{FF2B5EF4-FFF2-40B4-BE49-F238E27FC236}">
                  <a16:creationId xmlns:a16="http://schemas.microsoft.com/office/drawing/2014/main" id="{BBB34C41-2098-47DC-A827-90A25D991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599"/>
              <a:ext cx="32" cy="26"/>
            </a:xfrm>
            <a:custGeom>
              <a:avLst/>
              <a:gdLst>
                <a:gd name="T0" fmla="*/ 112 w 16"/>
                <a:gd name="T1" fmla="*/ 32 h 13"/>
                <a:gd name="T2" fmla="*/ 112 w 16"/>
                <a:gd name="T3" fmla="*/ 72 h 13"/>
                <a:gd name="T4" fmla="*/ 40 w 16"/>
                <a:gd name="T5" fmla="*/ 80 h 13"/>
                <a:gd name="T6" fmla="*/ 0 w 16"/>
                <a:gd name="T7" fmla="*/ 32 h 13"/>
                <a:gd name="T8" fmla="*/ 16 w 16"/>
                <a:gd name="T9" fmla="*/ 0 h 13"/>
                <a:gd name="T10" fmla="*/ 0 w 16"/>
                <a:gd name="T11" fmla="*/ 32 h 13"/>
                <a:gd name="T12" fmla="*/ 40 w 16"/>
                <a:gd name="T13" fmla="*/ 80 h 13"/>
                <a:gd name="T14" fmla="*/ 120 w 16"/>
                <a:gd name="T15" fmla="*/ 80 h 13"/>
                <a:gd name="T16" fmla="*/ 112 w 16"/>
                <a:gd name="T17" fmla="*/ 3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3">
                  <a:moveTo>
                    <a:pt x="14" y="4"/>
                  </a:moveTo>
                  <a:cubicBezTo>
                    <a:pt x="16" y="6"/>
                    <a:pt x="16" y="8"/>
                    <a:pt x="14" y="9"/>
                  </a:cubicBezTo>
                  <a:cubicBezTo>
                    <a:pt x="13" y="11"/>
                    <a:pt x="9" y="12"/>
                    <a:pt x="5" y="10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9" y="13"/>
                    <a:pt x="13" y="12"/>
                    <a:pt x="15" y="10"/>
                  </a:cubicBezTo>
                  <a:cubicBezTo>
                    <a:pt x="16" y="8"/>
                    <a:pt x="16" y="6"/>
                    <a:pt x="14" y="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6" name="Freeform 5081">
              <a:extLst>
                <a:ext uri="{FF2B5EF4-FFF2-40B4-BE49-F238E27FC236}">
                  <a16:creationId xmlns:a16="http://schemas.microsoft.com/office/drawing/2014/main" id="{9C929DF6-D11B-4B82-A77D-15CD3A67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607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88 w 22"/>
                <a:gd name="T3" fmla="*/ 8 h 23"/>
                <a:gd name="T4" fmla="*/ 32 w 22"/>
                <a:gd name="T5" fmla="*/ 24 h 23"/>
                <a:gd name="T6" fmla="*/ 64 w 22"/>
                <a:gd name="T7" fmla="*/ 152 h 23"/>
                <a:gd name="T8" fmla="*/ 176 w 22"/>
                <a:gd name="T9" fmla="*/ 120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5" y="2"/>
                    <a:pt x="14" y="1"/>
                    <a:pt x="11" y="1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6"/>
                    <a:pt x="8" y="19"/>
                  </a:cubicBezTo>
                  <a:cubicBezTo>
                    <a:pt x="15" y="23"/>
                    <a:pt x="21" y="20"/>
                    <a:pt x="22" y="15"/>
                  </a:cubicBezTo>
                  <a:cubicBezTo>
                    <a:pt x="22" y="11"/>
                    <a:pt x="21" y="9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7" name="Freeform 5082">
              <a:extLst>
                <a:ext uri="{FF2B5EF4-FFF2-40B4-BE49-F238E27FC236}">
                  <a16:creationId xmlns:a16="http://schemas.microsoft.com/office/drawing/2014/main" id="{FCA79B75-EB11-4927-BEF9-2D50DE780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607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88 w 22"/>
                <a:gd name="T3" fmla="*/ 8 h 23"/>
                <a:gd name="T4" fmla="*/ 32 w 22"/>
                <a:gd name="T5" fmla="*/ 24 h 23"/>
                <a:gd name="T6" fmla="*/ 64 w 22"/>
                <a:gd name="T7" fmla="*/ 152 h 23"/>
                <a:gd name="T8" fmla="*/ 176 w 22"/>
                <a:gd name="T9" fmla="*/ 120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5" y="2"/>
                    <a:pt x="14" y="1"/>
                    <a:pt x="11" y="1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6"/>
                    <a:pt x="8" y="19"/>
                  </a:cubicBezTo>
                  <a:cubicBezTo>
                    <a:pt x="15" y="23"/>
                    <a:pt x="21" y="20"/>
                    <a:pt x="22" y="15"/>
                  </a:cubicBezTo>
                  <a:cubicBezTo>
                    <a:pt x="22" y="11"/>
                    <a:pt x="21" y="9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8" name="Freeform 5083">
              <a:extLst>
                <a:ext uri="{FF2B5EF4-FFF2-40B4-BE49-F238E27FC236}">
                  <a16:creationId xmlns:a16="http://schemas.microsoft.com/office/drawing/2014/main" id="{6F431EE7-0C9F-4BBF-85FE-75B23E4E2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617"/>
              <a:ext cx="24" cy="22"/>
            </a:xfrm>
            <a:custGeom>
              <a:avLst/>
              <a:gdLst>
                <a:gd name="T0" fmla="*/ 88 w 12"/>
                <a:gd name="T1" fmla="*/ 48 h 11"/>
                <a:gd name="T2" fmla="*/ 80 w 12"/>
                <a:gd name="T3" fmla="*/ 88 h 11"/>
                <a:gd name="T4" fmla="*/ 24 w 12"/>
                <a:gd name="T5" fmla="*/ 64 h 11"/>
                <a:gd name="T6" fmla="*/ 8 w 12"/>
                <a:gd name="T7" fmla="*/ 16 h 11"/>
                <a:gd name="T8" fmla="*/ 32 w 12"/>
                <a:gd name="T9" fmla="*/ 0 h 11"/>
                <a:gd name="T10" fmla="*/ 8 w 12"/>
                <a:gd name="T11" fmla="*/ 16 h 11"/>
                <a:gd name="T12" fmla="*/ 24 w 12"/>
                <a:gd name="T13" fmla="*/ 64 h 11"/>
                <a:gd name="T14" fmla="*/ 80 w 12"/>
                <a:gd name="T15" fmla="*/ 88 h 11"/>
                <a:gd name="T16" fmla="*/ 88 w 12"/>
                <a:gd name="T17" fmla="*/ 48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10"/>
                    <a:pt x="10" y="11"/>
                  </a:cubicBezTo>
                  <a:cubicBezTo>
                    <a:pt x="8" y="11"/>
                    <a:pt x="5" y="11"/>
                    <a:pt x="3" y="8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1" y="3"/>
                    <a:pt x="0" y="5"/>
                    <a:pt x="3" y="8"/>
                  </a:cubicBezTo>
                  <a:cubicBezTo>
                    <a:pt x="5" y="11"/>
                    <a:pt x="8" y="11"/>
                    <a:pt x="10" y="11"/>
                  </a:cubicBezTo>
                  <a:cubicBezTo>
                    <a:pt x="11" y="10"/>
                    <a:pt x="12" y="8"/>
                    <a:pt x="11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9" name="Freeform 5084">
              <a:extLst>
                <a:ext uri="{FF2B5EF4-FFF2-40B4-BE49-F238E27FC236}">
                  <a16:creationId xmlns:a16="http://schemas.microsoft.com/office/drawing/2014/main" id="{6F758087-6068-4874-B69A-26CD16FC6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569"/>
              <a:ext cx="62" cy="50"/>
            </a:xfrm>
            <a:custGeom>
              <a:avLst/>
              <a:gdLst>
                <a:gd name="T0" fmla="*/ 152 w 31"/>
                <a:gd name="T1" fmla="*/ 24 h 25"/>
                <a:gd name="T2" fmla="*/ 72 w 31"/>
                <a:gd name="T3" fmla="*/ 16 h 25"/>
                <a:gd name="T4" fmla="*/ 16 w 31"/>
                <a:gd name="T5" fmla="*/ 72 h 25"/>
                <a:gd name="T6" fmla="*/ 128 w 31"/>
                <a:gd name="T7" fmla="*/ 200 h 25"/>
                <a:gd name="T8" fmla="*/ 240 w 31"/>
                <a:gd name="T9" fmla="*/ 104 h 25"/>
                <a:gd name="T10" fmla="*/ 152 w 31"/>
                <a:gd name="T11" fmla="*/ 2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9" y="3"/>
                  </a:moveTo>
                  <a:cubicBezTo>
                    <a:pt x="15" y="1"/>
                    <a:pt x="12" y="0"/>
                    <a:pt x="9" y="2"/>
                  </a:cubicBezTo>
                  <a:cubicBezTo>
                    <a:pt x="6" y="3"/>
                    <a:pt x="3" y="6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6" y="25"/>
                    <a:pt x="31" y="18"/>
                    <a:pt x="30" y="13"/>
                  </a:cubicBezTo>
                  <a:cubicBezTo>
                    <a:pt x="28" y="8"/>
                    <a:pt x="26" y="6"/>
                    <a:pt x="19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0" name="Freeform 5085">
              <a:extLst>
                <a:ext uri="{FF2B5EF4-FFF2-40B4-BE49-F238E27FC236}">
                  <a16:creationId xmlns:a16="http://schemas.microsoft.com/office/drawing/2014/main" id="{DC8AA001-EB17-4C59-9DD5-0067FD7B6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569"/>
              <a:ext cx="62" cy="50"/>
            </a:xfrm>
            <a:custGeom>
              <a:avLst/>
              <a:gdLst>
                <a:gd name="T0" fmla="*/ 152 w 31"/>
                <a:gd name="T1" fmla="*/ 24 h 25"/>
                <a:gd name="T2" fmla="*/ 72 w 31"/>
                <a:gd name="T3" fmla="*/ 16 h 25"/>
                <a:gd name="T4" fmla="*/ 16 w 31"/>
                <a:gd name="T5" fmla="*/ 72 h 25"/>
                <a:gd name="T6" fmla="*/ 128 w 31"/>
                <a:gd name="T7" fmla="*/ 200 h 25"/>
                <a:gd name="T8" fmla="*/ 240 w 31"/>
                <a:gd name="T9" fmla="*/ 104 h 25"/>
                <a:gd name="T10" fmla="*/ 152 w 31"/>
                <a:gd name="T11" fmla="*/ 2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9" y="3"/>
                  </a:moveTo>
                  <a:cubicBezTo>
                    <a:pt x="15" y="1"/>
                    <a:pt x="12" y="0"/>
                    <a:pt x="9" y="2"/>
                  </a:cubicBezTo>
                  <a:cubicBezTo>
                    <a:pt x="6" y="3"/>
                    <a:pt x="3" y="6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6" y="25"/>
                    <a:pt x="31" y="18"/>
                    <a:pt x="30" y="13"/>
                  </a:cubicBezTo>
                  <a:cubicBezTo>
                    <a:pt x="28" y="8"/>
                    <a:pt x="26" y="6"/>
                    <a:pt x="19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1" name="Freeform 5086">
              <a:extLst>
                <a:ext uri="{FF2B5EF4-FFF2-40B4-BE49-F238E27FC236}">
                  <a16:creationId xmlns:a16="http://schemas.microsoft.com/office/drawing/2014/main" id="{0F84BBED-2B0E-4C6C-8784-FF18F706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583"/>
              <a:ext cx="32" cy="26"/>
            </a:xfrm>
            <a:custGeom>
              <a:avLst/>
              <a:gdLst>
                <a:gd name="T0" fmla="*/ 112 w 16"/>
                <a:gd name="T1" fmla="*/ 32 h 13"/>
                <a:gd name="T2" fmla="*/ 120 w 16"/>
                <a:gd name="T3" fmla="*/ 80 h 13"/>
                <a:gd name="T4" fmla="*/ 40 w 16"/>
                <a:gd name="T5" fmla="*/ 80 h 13"/>
                <a:gd name="T6" fmla="*/ 0 w 16"/>
                <a:gd name="T7" fmla="*/ 32 h 13"/>
                <a:gd name="T8" fmla="*/ 16 w 16"/>
                <a:gd name="T9" fmla="*/ 0 h 13"/>
                <a:gd name="T10" fmla="*/ 0 w 16"/>
                <a:gd name="T11" fmla="*/ 32 h 13"/>
                <a:gd name="T12" fmla="*/ 40 w 16"/>
                <a:gd name="T13" fmla="*/ 80 h 13"/>
                <a:gd name="T14" fmla="*/ 120 w 16"/>
                <a:gd name="T15" fmla="*/ 80 h 13"/>
                <a:gd name="T16" fmla="*/ 112 w 16"/>
                <a:gd name="T17" fmla="*/ 3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3">
                  <a:moveTo>
                    <a:pt x="14" y="4"/>
                  </a:moveTo>
                  <a:cubicBezTo>
                    <a:pt x="16" y="6"/>
                    <a:pt x="16" y="8"/>
                    <a:pt x="15" y="10"/>
                  </a:cubicBezTo>
                  <a:cubicBezTo>
                    <a:pt x="13" y="11"/>
                    <a:pt x="9" y="12"/>
                    <a:pt x="5" y="10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9" y="13"/>
                    <a:pt x="13" y="12"/>
                    <a:pt x="15" y="10"/>
                  </a:cubicBezTo>
                  <a:cubicBezTo>
                    <a:pt x="16" y="8"/>
                    <a:pt x="16" y="6"/>
                    <a:pt x="14" y="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2" name="Freeform 5087">
              <a:extLst>
                <a:ext uri="{FF2B5EF4-FFF2-40B4-BE49-F238E27FC236}">
                  <a16:creationId xmlns:a16="http://schemas.microsoft.com/office/drawing/2014/main" id="{ABA17939-3EC4-4547-8737-DD314DB4C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619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16 h 22"/>
                <a:gd name="T6" fmla="*/ 64 w 22"/>
                <a:gd name="T7" fmla="*/ 144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0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3" name="Freeform 5088">
              <a:extLst>
                <a:ext uri="{FF2B5EF4-FFF2-40B4-BE49-F238E27FC236}">
                  <a16:creationId xmlns:a16="http://schemas.microsoft.com/office/drawing/2014/main" id="{AE25C6EF-3544-43D8-AF06-69121FC0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619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16 h 22"/>
                <a:gd name="T6" fmla="*/ 64 w 22"/>
                <a:gd name="T7" fmla="*/ 144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0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4" name="Freeform 5089">
              <a:extLst>
                <a:ext uri="{FF2B5EF4-FFF2-40B4-BE49-F238E27FC236}">
                  <a16:creationId xmlns:a16="http://schemas.microsoft.com/office/drawing/2014/main" id="{C5FE65E2-5FDD-4126-9BBB-716B288EF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627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72 w 12"/>
                <a:gd name="T3" fmla="*/ 88 h 12"/>
                <a:gd name="T4" fmla="*/ 16 w 12"/>
                <a:gd name="T5" fmla="*/ 64 h 12"/>
                <a:gd name="T6" fmla="*/ 8 w 12"/>
                <a:gd name="T7" fmla="*/ 16 h 12"/>
                <a:gd name="T8" fmla="*/ 32 w 12"/>
                <a:gd name="T9" fmla="*/ 0 h 12"/>
                <a:gd name="T10" fmla="*/ 8 w 12"/>
                <a:gd name="T11" fmla="*/ 16 h 12"/>
                <a:gd name="T12" fmla="*/ 16 w 12"/>
                <a:gd name="T13" fmla="*/ 64 h 12"/>
                <a:gd name="T14" fmla="*/ 72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5" name="Freeform 5090">
              <a:extLst>
                <a:ext uri="{FF2B5EF4-FFF2-40B4-BE49-F238E27FC236}">
                  <a16:creationId xmlns:a16="http://schemas.microsoft.com/office/drawing/2014/main" id="{9CAD364F-E87F-47DE-8CF4-C80C428B2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621"/>
              <a:ext cx="54" cy="56"/>
            </a:xfrm>
            <a:custGeom>
              <a:avLst/>
              <a:gdLst>
                <a:gd name="T0" fmla="*/ 176 w 27"/>
                <a:gd name="T1" fmla="*/ 48 h 28"/>
                <a:gd name="T2" fmla="*/ 120 w 27"/>
                <a:gd name="T3" fmla="*/ 0 h 28"/>
                <a:gd name="T4" fmla="*/ 48 w 27"/>
                <a:gd name="T5" fmla="*/ 16 h 28"/>
                <a:gd name="T6" fmla="*/ 56 w 27"/>
                <a:gd name="T7" fmla="*/ 176 h 28"/>
                <a:gd name="T8" fmla="*/ 200 w 27"/>
                <a:gd name="T9" fmla="*/ 160 h 28"/>
                <a:gd name="T10" fmla="*/ 176 w 27"/>
                <a:gd name="T11" fmla="*/ 4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22" y="6"/>
                  </a:moveTo>
                  <a:cubicBezTo>
                    <a:pt x="20" y="3"/>
                    <a:pt x="18" y="1"/>
                    <a:pt x="15" y="0"/>
                  </a:cubicBezTo>
                  <a:cubicBezTo>
                    <a:pt x="12" y="0"/>
                    <a:pt x="9" y="0"/>
                    <a:pt x="6" y="2"/>
                  </a:cubicBezTo>
                  <a:cubicBezTo>
                    <a:pt x="0" y="7"/>
                    <a:pt x="1" y="17"/>
                    <a:pt x="7" y="22"/>
                  </a:cubicBezTo>
                  <a:cubicBezTo>
                    <a:pt x="14" y="28"/>
                    <a:pt x="22" y="25"/>
                    <a:pt x="25" y="20"/>
                  </a:cubicBezTo>
                  <a:cubicBezTo>
                    <a:pt x="27" y="15"/>
                    <a:pt x="26" y="13"/>
                    <a:pt x="22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6" name="Freeform 5091">
              <a:extLst>
                <a:ext uri="{FF2B5EF4-FFF2-40B4-BE49-F238E27FC236}">
                  <a16:creationId xmlns:a16="http://schemas.microsoft.com/office/drawing/2014/main" id="{4219974D-E987-4E61-8730-84607440C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621"/>
              <a:ext cx="54" cy="56"/>
            </a:xfrm>
            <a:custGeom>
              <a:avLst/>
              <a:gdLst>
                <a:gd name="T0" fmla="*/ 176 w 27"/>
                <a:gd name="T1" fmla="*/ 48 h 28"/>
                <a:gd name="T2" fmla="*/ 120 w 27"/>
                <a:gd name="T3" fmla="*/ 0 h 28"/>
                <a:gd name="T4" fmla="*/ 48 w 27"/>
                <a:gd name="T5" fmla="*/ 16 h 28"/>
                <a:gd name="T6" fmla="*/ 56 w 27"/>
                <a:gd name="T7" fmla="*/ 176 h 28"/>
                <a:gd name="T8" fmla="*/ 200 w 27"/>
                <a:gd name="T9" fmla="*/ 160 h 28"/>
                <a:gd name="T10" fmla="*/ 176 w 27"/>
                <a:gd name="T11" fmla="*/ 4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22" y="6"/>
                  </a:moveTo>
                  <a:cubicBezTo>
                    <a:pt x="20" y="3"/>
                    <a:pt x="18" y="1"/>
                    <a:pt x="15" y="0"/>
                  </a:cubicBezTo>
                  <a:cubicBezTo>
                    <a:pt x="12" y="0"/>
                    <a:pt x="9" y="0"/>
                    <a:pt x="6" y="2"/>
                  </a:cubicBezTo>
                  <a:cubicBezTo>
                    <a:pt x="0" y="7"/>
                    <a:pt x="1" y="17"/>
                    <a:pt x="7" y="22"/>
                  </a:cubicBezTo>
                  <a:cubicBezTo>
                    <a:pt x="14" y="28"/>
                    <a:pt x="22" y="25"/>
                    <a:pt x="25" y="20"/>
                  </a:cubicBezTo>
                  <a:cubicBezTo>
                    <a:pt x="27" y="15"/>
                    <a:pt x="26" y="13"/>
                    <a:pt x="22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7" name="Freeform 5092">
              <a:extLst>
                <a:ext uri="{FF2B5EF4-FFF2-40B4-BE49-F238E27FC236}">
                  <a16:creationId xmlns:a16="http://schemas.microsoft.com/office/drawing/2014/main" id="{B15035E9-CBA5-4813-9E11-1951508CC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631"/>
              <a:ext cx="26" cy="30"/>
            </a:xfrm>
            <a:custGeom>
              <a:avLst/>
              <a:gdLst>
                <a:gd name="T0" fmla="*/ 104 w 13"/>
                <a:gd name="T1" fmla="*/ 80 h 15"/>
                <a:gd name="T2" fmla="*/ 80 w 13"/>
                <a:gd name="T3" fmla="*/ 112 h 15"/>
                <a:gd name="T4" fmla="*/ 16 w 13"/>
                <a:gd name="T5" fmla="*/ 80 h 15"/>
                <a:gd name="T6" fmla="*/ 16 w 13"/>
                <a:gd name="T7" fmla="*/ 16 h 15"/>
                <a:gd name="T8" fmla="*/ 48 w 13"/>
                <a:gd name="T9" fmla="*/ 0 h 15"/>
                <a:gd name="T10" fmla="*/ 16 w 13"/>
                <a:gd name="T11" fmla="*/ 16 h 15"/>
                <a:gd name="T12" fmla="*/ 16 w 13"/>
                <a:gd name="T13" fmla="*/ 80 h 15"/>
                <a:gd name="T14" fmla="*/ 80 w 13"/>
                <a:gd name="T15" fmla="*/ 112 h 15"/>
                <a:gd name="T16" fmla="*/ 104 w 13"/>
                <a:gd name="T17" fmla="*/ 8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13" y="10"/>
                  </a:moveTo>
                  <a:cubicBezTo>
                    <a:pt x="13" y="12"/>
                    <a:pt x="12" y="14"/>
                    <a:pt x="10" y="14"/>
                  </a:cubicBezTo>
                  <a:cubicBezTo>
                    <a:pt x="8" y="15"/>
                    <a:pt x="4" y="14"/>
                    <a:pt x="2" y="10"/>
                  </a:cubicBezTo>
                  <a:cubicBezTo>
                    <a:pt x="0" y="6"/>
                    <a:pt x="1" y="4"/>
                    <a:pt x="2" y="2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4"/>
                    <a:pt x="0" y="6"/>
                    <a:pt x="2" y="10"/>
                  </a:cubicBezTo>
                  <a:cubicBezTo>
                    <a:pt x="4" y="14"/>
                    <a:pt x="8" y="15"/>
                    <a:pt x="10" y="14"/>
                  </a:cubicBezTo>
                  <a:cubicBezTo>
                    <a:pt x="12" y="14"/>
                    <a:pt x="13" y="12"/>
                    <a:pt x="13" y="1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8" name="Freeform 5093">
              <a:extLst>
                <a:ext uri="{FF2B5EF4-FFF2-40B4-BE49-F238E27FC236}">
                  <a16:creationId xmlns:a16="http://schemas.microsoft.com/office/drawing/2014/main" id="{FEF0958C-1FCE-40BA-B1B5-E7F88DF8F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985"/>
              <a:ext cx="46" cy="58"/>
            </a:xfrm>
            <a:custGeom>
              <a:avLst/>
              <a:gdLst>
                <a:gd name="T0" fmla="*/ 144 w 23"/>
                <a:gd name="T1" fmla="*/ 40 h 29"/>
                <a:gd name="T2" fmla="*/ 88 w 23"/>
                <a:gd name="T3" fmla="*/ 8 h 29"/>
                <a:gd name="T4" fmla="*/ 16 w 23"/>
                <a:gd name="T5" fmla="*/ 128 h 29"/>
                <a:gd name="T6" fmla="*/ 128 w 23"/>
                <a:gd name="T7" fmla="*/ 224 h 29"/>
                <a:gd name="T8" fmla="*/ 184 w 23"/>
                <a:gd name="T9" fmla="*/ 160 h 29"/>
                <a:gd name="T10" fmla="*/ 160 w 23"/>
                <a:gd name="T11" fmla="*/ 88 h 29"/>
                <a:gd name="T12" fmla="*/ 144 w 23"/>
                <a:gd name="T13" fmla="*/ 4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8" y="5"/>
                  </a:moveTo>
                  <a:cubicBezTo>
                    <a:pt x="16" y="3"/>
                    <a:pt x="14" y="2"/>
                    <a:pt x="11" y="1"/>
                  </a:cubicBezTo>
                  <a:cubicBezTo>
                    <a:pt x="3" y="0"/>
                    <a:pt x="0" y="8"/>
                    <a:pt x="2" y="16"/>
                  </a:cubicBezTo>
                  <a:cubicBezTo>
                    <a:pt x="5" y="24"/>
                    <a:pt x="12" y="29"/>
                    <a:pt x="16" y="28"/>
                  </a:cubicBezTo>
                  <a:cubicBezTo>
                    <a:pt x="20" y="27"/>
                    <a:pt x="22" y="24"/>
                    <a:pt x="23" y="20"/>
                  </a:cubicBezTo>
                  <a:cubicBezTo>
                    <a:pt x="23" y="17"/>
                    <a:pt x="21" y="13"/>
                    <a:pt x="20" y="11"/>
                  </a:cubicBezTo>
                  <a:cubicBezTo>
                    <a:pt x="19" y="9"/>
                    <a:pt x="19" y="7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9" name="Freeform 5094">
              <a:extLst>
                <a:ext uri="{FF2B5EF4-FFF2-40B4-BE49-F238E27FC236}">
                  <a16:creationId xmlns:a16="http://schemas.microsoft.com/office/drawing/2014/main" id="{8E82CE16-EE75-4153-802C-5925B532B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985"/>
              <a:ext cx="46" cy="58"/>
            </a:xfrm>
            <a:custGeom>
              <a:avLst/>
              <a:gdLst>
                <a:gd name="T0" fmla="*/ 144 w 23"/>
                <a:gd name="T1" fmla="*/ 40 h 29"/>
                <a:gd name="T2" fmla="*/ 88 w 23"/>
                <a:gd name="T3" fmla="*/ 8 h 29"/>
                <a:gd name="T4" fmla="*/ 16 w 23"/>
                <a:gd name="T5" fmla="*/ 128 h 29"/>
                <a:gd name="T6" fmla="*/ 128 w 23"/>
                <a:gd name="T7" fmla="*/ 224 h 29"/>
                <a:gd name="T8" fmla="*/ 184 w 23"/>
                <a:gd name="T9" fmla="*/ 160 h 29"/>
                <a:gd name="T10" fmla="*/ 160 w 23"/>
                <a:gd name="T11" fmla="*/ 88 h 29"/>
                <a:gd name="T12" fmla="*/ 144 w 23"/>
                <a:gd name="T13" fmla="*/ 4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8" y="5"/>
                  </a:moveTo>
                  <a:cubicBezTo>
                    <a:pt x="16" y="3"/>
                    <a:pt x="14" y="2"/>
                    <a:pt x="11" y="1"/>
                  </a:cubicBezTo>
                  <a:cubicBezTo>
                    <a:pt x="3" y="0"/>
                    <a:pt x="0" y="8"/>
                    <a:pt x="2" y="16"/>
                  </a:cubicBezTo>
                  <a:cubicBezTo>
                    <a:pt x="5" y="24"/>
                    <a:pt x="12" y="29"/>
                    <a:pt x="16" y="28"/>
                  </a:cubicBezTo>
                  <a:cubicBezTo>
                    <a:pt x="20" y="27"/>
                    <a:pt x="22" y="24"/>
                    <a:pt x="23" y="20"/>
                  </a:cubicBezTo>
                  <a:cubicBezTo>
                    <a:pt x="23" y="17"/>
                    <a:pt x="21" y="13"/>
                    <a:pt x="20" y="11"/>
                  </a:cubicBezTo>
                  <a:cubicBezTo>
                    <a:pt x="19" y="9"/>
                    <a:pt x="19" y="7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0" name="Freeform 5095">
              <a:extLst>
                <a:ext uri="{FF2B5EF4-FFF2-40B4-BE49-F238E27FC236}">
                  <a16:creationId xmlns:a16="http://schemas.microsoft.com/office/drawing/2014/main" id="{6037088A-D6CE-4C05-84B8-587F35AAD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999"/>
              <a:ext cx="18" cy="30"/>
            </a:xfrm>
            <a:custGeom>
              <a:avLst/>
              <a:gdLst>
                <a:gd name="T0" fmla="*/ 16 w 9"/>
                <a:gd name="T1" fmla="*/ 8 h 15"/>
                <a:gd name="T2" fmla="*/ 8 w 9"/>
                <a:gd name="T3" fmla="*/ 48 h 15"/>
                <a:gd name="T4" fmla="*/ 40 w 9"/>
                <a:gd name="T5" fmla="*/ 112 h 15"/>
                <a:gd name="T6" fmla="*/ 72 w 9"/>
                <a:gd name="T7" fmla="*/ 120 h 15"/>
                <a:gd name="T8" fmla="*/ 40 w 9"/>
                <a:gd name="T9" fmla="*/ 112 h 15"/>
                <a:gd name="T10" fmla="*/ 8 w 9"/>
                <a:gd name="T11" fmla="*/ 48 h 15"/>
                <a:gd name="T12" fmla="*/ 16 w 9"/>
                <a:gd name="T13" fmla="*/ 8 h 15"/>
                <a:gd name="T14" fmla="*/ 40 w 9"/>
                <a:gd name="T15" fmla="*/ 8 h 15"/>
                <a:gd name="T16" fmla="*/ 16 w 9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5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" y="10"/>
                    <a:pt x="3" y="13"/>
                    <a:pt x="5" y="14"/>
                  </a:cubicBezTo>
                  <a:cubicBezTo>
                    <a:pt x="6" y="15"/>
                    <a:pt x="7" y="15"/>
                    <a:pt x="9" y="15"/>
                  </a:cubicBezTo>
                  <a:cubicBezTo>
                    <a:pt x="8" y="15"/>
                    <a:pt x="6" y="15"/>
                    <a:pt x="5" y="14"/>
                  </a:cubicBezTo>
                  <a:cubicBezTo>
                    <a:pt x="3" y="13"/>
                    <a:pt x="2" y="10"/>
                    <a:pt x="1" y="6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1" name="Freeform 5096">
              <a:extLst>
                <a:ext uri="{FF2B5EF4-FFF2-40B4-BE49-F238E27FC236}">
                  <a16:creationId xmlns:a16="http://schemas.microsoft.com/office/drawing/2014/main" id="{2C648D31-0ACC-433A-BD9E-71F065BAD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21"/>
              <a:ext cx="54" cy="58"/>
            </a:xfrm>
            <a:custGeom>
              <a:avLst/>
              <a:gdLst>
                <a:gd name="T0" fmla="*/ 136 w 27"/>
                <a:gd name="T1" fmla="*/ 24 h 29"/>
                <a:gd name="T2" fmla="*/ 72 w 27"/>
                <a:gd name="T3" fmla="*/ 0 h 29"/>
                <a:gd name="T4" fmla="*/ 32 w 27"/>
                <a:gd name="T5" fmla="*/ 144 h 29"/>
                <a:gd name="T6" fmla="*/ 168 w 27"/>
                <a:gd name="T7" fmla="*/ 216 h 29"/>
                <a:gd name="T8" fmla="*/ 208 w 27"/>
                <a:gd name="T9" fmla="*/ 144 h 29"/>
                <a:gd name="T10" fmla="*/ 168 w 27"/>
                <a:gd name="T11" fmla="*/ 72 h 29"/>
                <a:gd name="T12" fmla="*/ 136 w 27"/>
                <a:gd name="T13" fmla="*/ 2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9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1" y="0"/>
                    <a:pt x="0" y="10"/>
                    <a:pt x="4" y="18"/>
                  </a:cubicBezTo>
                  <a:cubicBezTo>
                    <a:pt x="9" y="26"/>
                    <a:pt x="17" y="29"/>
                    <a:pt x="21" y="27"/>
                  </a:cubicBezTo>
                  <a:cubicBezTo>
                    <a:pt x="25" y="25"/>
                    <a:pt x="27" y="22"/>
                    <a:pt x="26" y="18"/>
                  </a:cubicBezTo>
                  <a:cubicBezTo>
                    <a:pt x="25" y="14"/>
                    <a:pt x="22" y="11"/>
                    <a:pt x="21" y="9"/>
                  </a:cubicBezTo>
                  <a:cubicBezTo>
                    <a:pt x="19" y="7"/>
                    <a:pt x="18" y="4"/>
                    <a:pt x="17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2" name="Freeform 5097">
              <a:extLst>
                <a:ext uri="{FF2B5EF4-FFF2-40B4-BE49-F238E27FC236}">
                  <a16:creationId xmlns:a16="http://schemas.microsoft.com/office/drawing/2014/main" id="{46683BEA-F7CA-4D49-A1B1-EBB0268A4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21"/>
              <a:ext cx="54" cy="58"/>
            </a:xfrm>
            <a:custGeom>
              <a:avLst/>
              <a:gdLst>
                <a:gd name="T0" fmla="*/ 136 w 27"/>
                <a:gd name="T1" fmla="*/ 24 h 29"/>
                <a:gd name="T2" fmla="*/ 72 w 27"/>
                <a:gd name="T3" fmla="*/ 0 h 29"/>
                <a:gd name="T4" fmla="*/ 32 w 27"/>
                <a:gd name="T5" fmla="*/ 144 h 29"/>
                <a:gd name="T6" fmla="*/ 168 w 27"/>
                <a:gd name="T7" fmla="*/ 216 h 29"/>
                <a:gd name="T8" fmla="*/ 208 w 27"/>
                <a:gd name="T9" fmla="*/ 144 h 29"/>
                <a:gd name="T10" fmla="*/ 168 w 27"/>
                <a:gd name="T11" fmla="*/ 72 h 29"/>
                <a:gd name="T12" fmla="*/ 136 w 27"/>
                <a:gd name="T13" fmla="*/ 2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9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1" y="0"/>
                    <a:pt x="0" y="10"/>
                    <a:pt x="4" y="18"/>
                  </a:cubicBezTo>
                  <a:cubicBezTo>
                    <a:pt x="9" y="26"/>
                    <a:pt x="17" y="29"/>
                    <a:pt x="21" y="27"/>
                  </a:cubicBezTo>
                  <a:cubicBezTo>
                    <a:pt x="25" y="25"/>
                    <a:pt x="27" y="22"/>
                    <a:pt x="26" y="18"/>
                  </a:cubicBezTo>
                  <a:cubicBezTo>
                    <a:pt x="25" y="14"/>
                    <a:pt x="22" y="11"/>
                    <a:pt x="21" y="9"/>
                  </a:cubicBezTo>
                  <a:cubicBezTo>
                    <a:pt x="19" y="7"/>
                    <a:pt x="18" y="4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3" name="Freeform 5098">
              <a:extLst>
                <a:ext uri="{FF2B5EF4-FFF2-40B4-BE49-F238E27FC236}">
                  <a16:creationId xmlns:a16="http://schemas.microsoft.com/office/drawing/2014/main" id="{DC4A8283-B34D-434F-B304-4A0DD1F99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035"/>
              <a:ext cx="22" cy="30"/>
            </a:xfrm>
            <a:custGeom>
              <a:avLst/>
              <a:gdLst>
                <a:gd name="T0" fmla="*/ 8 w 11"/>
                <a:gd name="T1" fmla="*/ 0 h 15"/>
                <a:gd name="T2" fmla="*/ 8 w 11"/>
                <a:gd name="T3" fmla="*/ 48 h 15"/>
                <a:gd name="T4" fmla="*/ 64 w 11"/>
                <a:gd name="T5" fmla="*/ 112 h 15"/>
                <a:gd name="T6" fmla="*/ 88 w 11"/>
                <a:gd name="T7" fmla="*/ 112 h 15"/>
                <a:gd name="T8" fmla="*/ 64 w 11"/>
                <a:gd name="T9" fmla="*/ 112 h 15"/>
                <a:gd name="T10" fmla="*/ 8 w 11"/>
                <a:gd name="T11" fmla="*/ 48 h 15"/>
                <a:gd name="T12" fmla="*/ 8 w 11"/>
                <a:gd name="T13" fmla="*/ 8 h 15"/>
                <a:gd name="T14" fmla="*/ 32 w 11"/>
                <a:gd name="T15" fmla="*/ 0 h 15"/>
                <a:gd name="T16" fmla="*/ 8 w 11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5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10"/>
                    <a:pt x="5" y="13"/>
                    <a:pt x="8" y="14"/>
                  </a:cubicBezTo>
                  <a:cubicBezTo>
                    <a:pt x="9" y="15"/>
                    <a:pt x="10" y="15"/>
                    <a:pt x="11" y="14"/>
                  </a:cubicBezTo>
                  <a:cubicBezTo>
                    <a:pt x="10" y="15"/>
                    <a:pt x="9" y="15"/>
                    <a:pt x="8" y="14"/>
                  </a:cubicBezTo>
                  <a:cubicBezTo>
                    <a:pt x="5" y="13"/>
                    <a:pt x="2" y="10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4" name="Freeform 5099">
              <a:extLst>
                <a:ext uri="{FF2B5EF4-FFF2-40B4-BE49-F238E27FC236}">
                  <a16:creationId xmlns:a16="http://schemas.microsoft.com/office/drawing/2014/main" id="{366AD4E1-A63C-45FD-8DF6-DD58F25F2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849"/>
              <a:ext cx="52" cy="52"/>
            </a:xfrm>
            <a:custGeom>
              <a:avLst/>
              <a:gdLst>
                <a:gd name="T0" fmla="*/ 192 w 26"/>
                <a:gd name="T1" fmla="*/ 128 h 26"/>
                <a:gd name="T2" fmla="*/ 200 w 26"/>
                <a:gd name="T3" fmla="*/ 72 h 26"/>
                <a:gd name="T4" fmla="*/ 64 w 26"/>
                <a:gd name="T5" fmla="*/ 40 h 26"/>
                <a:gd name="T6" fmla="*/ 16 w 26"/>
                <a:gd name="T7" fmla="*/ 168 h 26"/>
                <a:gd name="T8" fmla="*/ 88 w 26"/>
                <a:gd name="T9" fmla="*/ 200 h 26"/>
                <a:gd name="T10" fmla="*/ 152 w 26"/>
                <a:gd name="T11" fmla="*/ 160 h 26"/>
                <a:gd name="T12" fmla="*/ 192 w 26"/>
                <a:gd name="T13" fmla="*/ 1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6">
                  <a:moveTo>
                    <a:pt x="24" y="16"/>
                  </a:moveTo>
                  <a:cubicBezTo>
                    <a:pt x="25" y="13"/>
                    <a:pt x="26" y="11"/>
                    <a:pt x="25" y="9"/>
                  </a:cubicBezTo>
                  <a:cubicBezTo>
                    <a:pt x="24" y="0"/>
                    <a:pt x="15" y="0"/>
                    <a:pt x="8" y="5"/>
                  </a:cubicBezTo>
                  <a:cubicBezTo>
                    <a:pt x="2" y="10"/>
                    <a:pt x="0" y="18"/>
                    <a:pt x="2" y="21"/>
                  </a:cubicBezTo>
                  <a:cubicBezTo>
                    <a:pt x="4" y="25"/>
                    <a:pt x="7" y="26"/>
                    <a:pt x="11" y="25"/>
                  </a:cubicBezTo>
                  <a:cubicBezTo>
                    <a:pt x="14" y="24"/>
                    <a:pt x="17" y="22"/>
                    <a:pt x="19" y="20"/>
                  </a:cubicBezTo>
                  <a:cubicBezTo>
                    <a:pt x="20" y="19"/>
                    <a:pt x="23" y="17"/>
                    <a:pt x="24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5" name="Freeform 5100">
              <a:extLst>
                <a:ext uri="{FF2B5EF4-FFF2-40B4-BE49-F238E27FC236}">
                  <a16:creationId xmlns:a16="http://schemas.microsoft.com/office/drawing/2014/main" id="{931C9E7D-CC06-4337-97B9-65D0FCB96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849"/>
              <a:ext cx="52" cy="52"/>
            </a:xfrm>
            <a:custGeom>
              <a:avLst/>
              <a:gdLst>
                <a:gd name="T0" fmla="*/ 192 w 26"/>
                <a:gd name="T1" fmla="*/ 128 h 26"/>
                <a:gd name="T2" fmla="*/ 200 w 26"/>
                <a:gd name="T3" fmla="*/ 72 h 26"/>
                <a:gd name="T4" fmla="*/ 64 w 26"/>
                <a:gd name="T5" fmla="*/ 40 h 26"/>
                <a:gd name="T6" fmla="*/ 16 w 26"/>
                <a:gd name="T7" fmla="*/ 168 h 26"/>
                <a:gd name="T8" fmla="*/ 88 w 26"/>
                <a:gd name="T9" fmla="*/ 200 h 26"/>
                <a:gd name="T10" fmla="*/ 152 w 26"/>
                <a:gd name="T11" fmla="*/ 160 h 26"/>
                <a:gd name="T12" fmla="*/ 192 w 26"/>
                <a:gd name="T13" fmla="*/ 1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6">
                  <a:moveTo>
                    <a:pt x="24" y="16"/>
                  </a:moveTo>
                  <a:cubicBezTo>
                    <a:pt x="25" y="13"/>
                    <a:pt x="26" y="11"/>
                    <a:pt x="25" y="9"/>
                  </a:cubicBezTo>
                  <a:cubicBezTo>
                    <a:pt x="24" y="0"/>
                    <a:pt x="15" y="0"/>
                    <a:pt x="8" y="5"/>
                  </a:cubicBezTo>
                  <a:cubicBezTo>
                    <a:pt x="2" y="10"/>
                    <a:pt x="0" y="18"/>
                    <a:pt x="2" y="21"/>
                  </a:cubicBezTo>
                  <a:cubicBezTo>
                    <a:pt x="4" y="25"/>
                    <a:pt x="7" y="26"/>
                    <a:pt x="11" y="25"/>
                  </a:cubicBezTo>
                  <a:cubicBezTo>
                    <a:pt x="14" y="24"/>
                    <a:pt x="17" y="22"/>
                    <a:pt x="19" y="20"/>
                  </a:cubicBezTo>
                  <a:cubicBezTo>
                    <a:pt x="20" y="19"/>
                    <a:pt x="23" y="17"/>
                    <a:pt x="24" y="1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6" name="Freeform 5101">
              <a:extLst>
                <a:ext uri="{FF2B5EF4-FFF2-40B4-BE49-F238E27FC236}">
                  <a16:creationId xmlns:a16="http://schemas.microsoft.com/office/drawing/2014/main" id="{9F547382-40C0-45EC-8CA3-B2B35F57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865"/>
              <a:ext cx="28" cy="22"/>
            </a:xfrm>
            <a:custGeom>
              <a:avLst/>
              <a:gdLst>
                <a:gd name="T0" fmla="*/ 104 w 14"/>
                <a:gd name="T1" fmla="*/ 8 h 11"/>
                <a:gd name="T2" fmla="*/ 56 w 14"/>
                <a:gd name="T3" fmla="*/ 8 h 11"/>
                <a:gd name="T4" fmla="*/ 8 w 14"/>
                <a:gd name="T5" fmla="*/ 64 h 11"/>
                <a:gd name="T6" fmla="*/ 8 w 14"/>
                <a:gd name="T7" fmla="*/ 88 h 11"/>
                <a:gd name="T8" fmla="*/ 8 w 14"/>
                <a:gd name="T9" fmla="*/ 64 h 11"/>
                <a:gd name="T10" fmla="*/ 56 w 14"/>
                <a:gd name="T11" fmla="*/ 8 h 11"/>
                <a:gd name="T12" fmla="*/ 96 w 14"/>
                <a:gd name="T13" fmla="*/ 8 h 11"/>
                <a:gd name="T14" fmla="*/ 104 w 14"/>
                <a:gd name="T15" fmla="*/ 24 h 11"/>
                <a:gd name="T16" fmla="*/ 104 w 14"/>
                <a:gd name="T17" fmla="*/ 8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1">
                  <a:moveTo>
                    <a:pt x="13" y="1"/>
                  </a:moveTo>
                  <a:cubicBezTo>
                    <a:pt x="11" y="0"/>
                    <a:pt x="9" y="0"/>
                    <a:pt x="7" y="1"/>
                  </a:cubicBezTo>
                  <a:cubicBezTo>
                    <a:pt x="4" y="3"/>
                    <a:pt x="1" y="5"/>
                    <a:pt x="1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1" y="5"/>
                    <a:pt x="4" y="3"/>
                    <a:pt x="7" y="1"/>
                  </a:cubicBezTo>
                  <a:cubicBezTo>
                    <a:pt x="9" y="0"/>
                    <a:pt x="11" y="0"/>
                    <a:pt x="12" y="1"/>
                  </a:cubicBezTo>
                  <a:cubicBezTo>
                    <a:pt x="13" y="1"/>
                    <a:pt x="13" y="2"/>
                    <a:pt x="13" y="3"/>
                  </a:cubicBezTo>
                  <a:cubicBezTo>
                    <a:pt x="14" y="2"/>
                    <a:pt x="13" y="1"/>
                    <a:pt x="13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7" name="Freeform 5102">
              <a:extLst>
                <a:ext uri="{FF2B5EF4-FFF2-40B4-BE49-F238E27FC236}">
                  <a16:creationId xmlns:a16="http://schemas.microsoft.com/office/drawing/2014/main" id="{76DDED2A-6175-4C0E-8604-7F00628B1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775"/>
              <a:ext cx="52" cy="66"/>
            </a:xfrm>
            <a:custGeom>
              <a:avLst/>
              <a:gdLst>
                <a:gd name="T0" fmla="*/ 200 w 26"/>
                <a:gd name="T1" fmla="*/ 112 h 33"/>
                <a:gd name="T2" fmla="*/ 168 w 26"/>
                <a:gd name="T3" fmla="*/ 24 h 33"/>
                <a:gd name="T4" fmla="*/ 40 w 26"/>
                <a:gd name="T5" fmla="*/ 104 h 33"/>
                <a:gd name="T6" fmla="*/ 32 w 26"/>
                <a:gd name="T7" fmla="*/ 248 h 33"/>
                <a:gd name="T8" fmla="*/ 96 w 26"/>
                <a:gd name="T9" fmla="*/ 248 h 33"/>
                <a:gd name="T10" fmla="*/ 152 w 26"/>
                <a:gd name="T11" fmla="*/ 176 h 33"/>
                <a:gd name="T12" fmla="*/ 200 w 26"/>
                <a:gd name="T13" fmla="*/ 11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5" y="14"/>
                  </a:moveTo>
                  <a:cubicBezTo>
                    <a:pt x="26" y="9"/>
                    <a:pt x="25" y="6"/>
                    <a:pt x="21" y="3"/>
                  </a:cubicBezTo>
                  <a:cubicBezTo>
                    <a:pt x="16" y="0"/>
                    <a:pt x="10" y="5"/>
                    <a:pt x="5" y="13"/>
                  </a:cubicBezTo>
                  <a:cubicBezTo>
                    <a:pt x="1" y="21"/>
                    <a:pt x="0" y="26"/>
                    <a:pt x="4" y="31"/>
                  </a:cubicBezTo>
                  <a:cubicBezTo>
                    <a:pt x="6" y="33"/>
                    <a:pt x="9" y="33"/>
                    <a:pt x="12" y="31"/>
                  </a:cubicBezTo>
                  <a:cubicBezTo>
                    <a:pt x="15" y="29"/>
                    <a:pt x="16" y="26"/>
                    <a:pt x="19" y="22"/>
                  </a:cubicBezTo>
                  <a:cubicBezTo>
                    <a:pt x="20" y="20"/>
                    <a:pt x="24" y="18"/>
                    <a:pt x="25" y="1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8" name="Freeform 5103">
              <a:extLst>
                <a:ext uri="{FF2B5EF4-FFF2-40B4-BE49-F238E27FC236}">
                  <a16:creationId xmlns:a16="http://schemas.microsoft.com/office/drawing/2014/main" id="{9719CF7C-AE2C-4B91-BC56-2F9008E25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775"/>
              <a:ext cx="52" cy="66"/>
            </a:xfrm>
            <a:custGeom>
              <a:avLst/>
              <a:gdLst>
                <a:gd name="T0" fmla="*/ 200 w 26"/>
                <a:gd name="T1" fmla="*/ 112 h 33"/>
                <a:gd name="T2" fmla="*/ 168 w 26"/>
                <a:gd name="T3" fmla="*/ 24 h 33"/>
                <a:gd name="T4" fmla="*/ 40 w 26"/>
                <a:gd name="T5" fmla="*/ 104 h 33"/>
                <a:gd name="T6" fmla="*/ 32 w 26"/>
                <a:gd name="T7" fmla="*/ 248 h 33"/>
                <a:gd name="T8" fmla="*/ 96 w 26"/>
                <a:gd name="T9" fmla="*/ 248 h 33"/>
                <a:gd name="T10" fmla="*/ 152 w 26"/>
                <a:gd name="T11" fmla="*/ 176 h 33"/>
                <a:gd name="T12" fmla="*/ 200 w 26"/>
                <a:gd name="T13" fmla="*/ 11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5" y="14"/>
                  </a:moveTo>
                  <a:cubicBezTo>
                    <a:pt x="26" y="9"/>
                    <a:pt x="25" y="6"/>
                    <a:pt x="21" y="3"/>
                  </a:cubicBezTo>
                  <a:cubicBezTo>
                    <a:pt x="16" y="0"/>
                    <a:pt x="10" y="5"/>
                    <a:pt x="5" y="13"/>
                  </a:cubicBezTo>
                  <a:cubicBezTo>
                    <a:pt x="1" y="21"/>
                    <a:pt x="0" y="26"/>
                    <a:pt x="4" y="31"/>
                  </a:cubicBezTo>
                  <a:cubicBezTo>
                    <a:pt x="6" y="33"/>
                    <a:pt x="9" y="33"/>
                    <a:pt x="12" y="31"/>
                  </a:cubicBezTo>
                  <a:cubicBezTo>
                    <a:pt x="15" y="29"/>
                    <a:pt x="16" y="26"/>
                    <a:pt x="19" y="22"/>
                  </a:cubicBezTo>
                  <a:cubicBezTo>
                    <a:pt x="20" y="20"/>
                    <a:pt x="24" y="18"/>
                    <a:pt x="25" y="1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9" name="Freeform 5104">
              <a:extLst>
                <a:ext uri="{FF2B5EF4-FFF2-40B4-BE49-F238E27FC236}">
                  <a16:creationId xmlns:a16="http://schemas.microsoft.com/office/drawing/2014/main" id="{0DD13540-E87B-4313-8099-13DE53119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791"/>
              <a:ext cx="26" cy="36"/>
            </a:xfrm>
            <a:custGeom>
              <a:avLst/>
              <a:gdLst>
                <a:gd name="T0" fmla="*/ 16 w 13"/>
                <a:gd name="T1" fmla="*/ 144 h 18"/>
                <a:gd name="T2" fmla="*/ 8 w 13"/>
                <a:gd name="T3" fmla="*/ 144 h 18"/>
                <a:gd name="T4" fmla="*/ 32 w 13"/>
                <a:gd name="T5" fmla="*/ 56 h 18"/>
                <a:gd name="T6" fmla="*/ 88 w 13"/>
                <a:gd name="T7" fmla="*/ 8 h 18"/>
                <a:gd name="T8" fmla="*/ 104 w 13"/>
                <a:gd name="T9" fmla="*/ 40 h 18"/>
                <a:gd name="T10" fmla="*/ 88 w 13"/>
                <a:gd name="T11" fmla="*/ 8 h 18"/>
                <a:gd name="T12" fmla="*/ 32 w 13"/>
                <a:gd name="T13" fmla="*/ 48 h 18"/>
                <a:gd name="T14" fmla="*/ 8 w 13"/>
                <a:gd name="T15" fmla="*/ 144 h 18"/>
                <a:gd name="T16" fmla="*/ 16 w 13"/>
                <a:gd name="T17" fmla="*/ 14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8">
                  <a:moveTo>
                    <a:pt x="2" y="18"/>
                  </a:moveTo>
                  <a:cubicBezTo>
                    <a:pt x="2" y="18"/>
                    <a:pt x="2" y="18"/>
                    <a:pt x="1" y="18"/>
                  </a:cubicBezTo>
                  <a:cubicBezTo>
                    <a:pt x="0" y="17"/>
                    <a:pt x="0" y="13"/>
                    <a:pt x="4" y="7"/>
                  </a:cubicBezTo>
                  <a:cubicBezTo>
                    <a:pt x="7" y="2"/>
                    <a:pt x="10" y="1"/>
                    <a:pt x="11" y="1"/>
                  </a:cubicBezTo>
                  <a:cubicBezTo>
                    <a:pt x="12" y="2"/>
                    <a:pt x="13" y="3"/>
                    <a:pt x="13" y="5"/>
                  </a:cubicBezTo>
                  <a:cubicBezTo>
                    <a:pt x="13" y="3"/>
                    <a:pt x="13" y="1"/>
                    <a:pt x="11" y="1"/>
                  </a:cubicBezTo>
                  <a:cubicBezTo>
                    <a:pt x="10" y="0"/>
                    <a:pt x="7" y="1"/>
                    <a:pt x="4" y="6"/>
                  </a:cubicBezTo>
                  <a:cubicBezTo>
                    <a:pt x="0" y="13"/>
                    <a:pt x="0" y="17"/>
                    <a:pt x="1" y="18"/>
                  </a:cubicBezTo>
                  <a:cubicBezTo>
                    <a:pt x="1" y="18"/>
                    <a:pt x="2" y="18"/>
                    <a:pt x="2" y="1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0" name="Freeform 5105">
              <a:extLst>
                <a:ext uri="{FF2B5EF4-FFF2-40B4-BE49-F238E27FC236}">
                  <a16:creationId xmlns:a16="http://schemas.microsoft.com/office/drawing/2014/main" id="{6B2A0252-49F8-4327-8725-5B40E3718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907"/>
              <a:ext cx="46" cy="64"/>
            </a:xfrm>
            <a:custGeom>
              <a:avLst/>
              <a:gdLst>
                <a:gd name="T0" fmla="*/ 184 w 23"/>
                <a:gd name="T1" fmla="*/ 48 h 32"/>
                <a:gd name="T2" fmla="*/ 120 w 23"/>
                <a:gd name="T3" fmla="*/ 16 h 32"/>
                <a:gd name="T4" fmla="*/ 24 w 23"/>
                <a:gd name="T5" fmla="*/ 128 h 32"/>
                <a:gd name="T6" fmla="*/ 32 w 23"/>
                <a:gd name="T7" fmla="*/ 224 h 32"/>
                <a:gd name="T8" fmla="*/ 184 w 23"/>
                <a:gd name="T9" fmla="*/ 4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3" y="6"/>
                  </a:moveTo>
                  <a:cubicBezTo>
                    <a:pt x="23" y="1"/>
                    <a:pt x="19" y="0"/>
                    <a:pt x="15" y="2"/>
                  </a:cubicBezTo>
                  <a:cubicBezTo>
                    <a:pt x="11" y="4"/>
                    <a:pt x="6" y="10"/>
                    <a:pt x="3" y="16"/>
                  </a:cubicBezTo>
                  <a:cubicBezTo>
                    <a:pt x="0" y="23"/>
                    <a:pt x="1" y="27"/>
                    <a:pt x="4" y="28"/>
                  </a:cubicBezTo>
                  <a:cubicBezTo>
                    <a:pt x="9" y="32"/>
                    <a:pt x="23" y="16"/>
                    <a:pt x="23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1" name="Freeform 5106">
              <a:extLst>
                <a:ext uri="{FF2B5EF4-FFF2-40B4-BE49-F238E27FC236}">
                  <a16:creationId xmlns:a16="http://schemas.microsoft.com/office/drawing/2014/main" id="{9D4E4411-A478-48DB-8990-D30178E70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907"/>
              <a:ext cx="46" cy="64"/>
            </a:xfrm>
            <a:custGeom>
              <a:avLst/>
              <a:gdLst>
                <a:gd name="T0" fmla="*/ 184 w 23"/>
                <a:gd name="T1" fmla="*/ 48 h 32"/>
                <a:gd name="T2" fmla="*/ 120 w 23"/>
                <a:gd name="T3" fmla="*/ 16 h 32"/>
                <a:gd name="T4" fmla="*/ 24 w 23"/>
                <a:gd name="T5" fmla="*/ 128 h 32"/>
                <a:gd name="T6" fmla="*/ 32 w 23"/>
                <a:gd name="T7" fmla="*/ 224 h 32"/>
                <a:gd name="T8" fmla="*/ 184 w 23"/>
                <a:gd name="T9" fmla="*/ 4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3" y="6"/>
                  </a:moveTo>
                  <a:cubicBezTo>
                    <a:pt x="23" y="1"/>
                    <a:pt x="19" y="0"/>
                    <a:pt x="15" y="2"/>
                  </a:cubicBezTo>
                  <a:cubicBezTo>
                    <a:pt x="11" y="4"/>
                    <a:pt x="6" y="10"/>
                    <a:pt x="3" y="16"/>
                  </a:cubicBezTo>
                  <a:cubicBezTo>
                    <a:pt x="0" y="23"/>
                    <a:pt x="1" y="27"/>
                    <a:pt x="4" y="28"/>
                  </a:cubicBezTo>
                  <a:cubicBezTo>
                    <a:pt x="9" y="32"/>
                    <a:pt x="23" y="16"/>
                    <a:pt x="23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2" name="Freeform 5107">
              <a:extLst>
                <a:ext uri="{FF2B5EF4-FFF2-40B4-BE49-F238E27FC236}">
                  <a16:creationId xmlns:a16="http://schemas.microsoft.com/office/drawing/2014/main" id="{03B65573-B9E6-4C39-8F54-1866A95DD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919"/>
              <a:ext cx="28" cy="34"/>
            </a:xfrm>
            <a:custGeom>
              <a:avLst/>
              <a:gdLst>
                <a:gd name="T0" fmla="*/ 104 w 14"/>
                <a:gd name="T1" fmla="*/ 8 h 17"/>
                <a:gd name="T2" fmla="*/ 56 w 14"/>
                <a:gd name="T3" fmla="*/ 24 h 17"/>
                <a:gd name="T4" fmla="*/ 0 w 14"/>
                <a:gd name="T5" fmla="*/ 112 h 17"/>
                <a:gd name="T6" fmla="*/ 8 w 14"/>
                <a:gd name="T7" fmla="*/ 136 h 17"/>
                <a:gd name="T8" fmla="*/ 8 w 14"/>
                <a:gd name="T9" fmla="*/ 112 h 17"/>
                <a:gd name="T10" fmla="*/ 56 w 14"/>
                <a:gd name="T11" fmla="*/ 24 h 17"/>
                <a:gd name="T12" fmla="*/ 104 w 14"/>
                <a:gd name="T13" fmla="*/ 8 h 17"/>
                <a:gd name="T14" fmla="*/ 104 w 14"/>
                <a:gd name="T15" fmla="*/ 32 h 17"/>
                <a:gd name="T16" fmla="*/ 104 w 14"/>
                <a:gd name="T17" fmla="*/ 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7">
                  <a:moveTo>
                    <a:pt x="13" y="1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4" y="6"/>
                    <a:pt x="1" y="10"/>
                    <a:pt x="0" y="14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1" y="16"/>
                    <a:pt x="0" y="15"/>
                    <a:pt x="1" y="14"/>
                  </a:cubicBezTo>
                  <a:cubicBezTo>
                    <a:pt x="1" y="10"/>
                    <a:pt x="4" y="6"/>
                    <a:pt x="7" y="3"/>
                  </a:cubicBezTo>
                  <a:cubicBezTo>
                    <a:pt x="9" y="1"/>
                    <a:pt x="11" y="0"/>
                    <a:pt x="13" y="1"/>
                  </a:cubicBezTo>
                  <a:cubicBezTo>
                    <a:pt x="13" y="1"/>
                    <a:pt x="14" y="3"/>
                    <a:pt x="13" y="4"/>
                  </a:cubicBezTo>
                  <a:cubicBezTo>
                    <a:pt x="14" y="2"/>
                    <a:pt x="13" y="1"/>
                    <a:pt x="13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3" name="Freeform 5108">
              <a:extLst>
                <a:ext uri="{FF2B5EF4-FFF2-40B4-BE49-F238E27FC236}">
                  <a16:creationId xmlns:a16="http://schemas.microsoft.com/office/drawing/2014/main" id="{FDF8C634-5E29-42C3-93F5-F50DE83C5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757"/>
              <a:ext cx="44" cy="46"/>
            </a:xfrm>
            <a:custGeom>
              <a:avLst/>
              <a:gdLst>
                <a:gd name="T0" fmla="*/ 144 w 22"/>
                <a:gd name="T1" fmla="*/ 136 h 23"/>
                <a:gd name="T2" fmla="*/ 168 w 22"/>
                <a:gd name="T3" fmla="*/ 72 h 23"/>
                <a:gd name="T4" fmla="*/ 136 w 22"/>
                <a:gd name="T5" fmla="*/ 24 h 23"/>
                <a:gd name="T6" fmla="*/ 16 w 22"/>
                <a:gd name="T7" fmla="*/ 88 h 23"/>
                <a:gd name="T8" fmla="*/ 72 w 22"/>
                <a:gd name="T9" fmla="*/ 184 h 23"/>
                <a:gd name="T10" fmla="*/ 144 w 22"/>
                <a:gd name="T11" fmla="*/ 13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17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1" y="7"/>
                    <a:pt x="19" y="5"/>
                    <a:pt x="17" y="3"/>
                  </a:cubicBezTo>
                  <a:cubicBezTo>
                    <a:pt x="12" y="0"/>
                    <a:pt x="5" y="4"/>
                    <a:pt x="2" y="11"/>
                  </a:cubicBezTo>
                  <a:cubicBezTo>
                    <a:pt x="0" y="18"/>
                    <a:pt x="4" y="23"/>
                    <a:pt x="9" y="23"/>
                  </a:cubicBezTo>
                  <a:cubicBezTo>
                    <a:pt x="13" y="23"/>
                    <a:pt x="15" y="22"/>
                    <a:pt x="18" y="1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4" name="Freeform 5109">
              <a:extLst>
                <a:ext uri="{FF2B5EF4-FFF2-40B4-BE49-F238E27FC236}">
                  <a16:creationId xmlns:a16="http://schemas.microsoft.com/office/drawing/2014/main" id="{B9149D6B-DF93-45C2-BC7E-1343DAA82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757"/>
              <a:ext cx="44" cy="46"/>
            </a:xfrm>
            <a:custGeom>
              <a:avLst/>
              <a:gdLst>
                <a:gd name="T0" fmla="*/ 144 w 22"/>
                <a:gd name="T1" fmla="*/ 136 h 23"/>
                <a:gd name="T2" fmla="*/ 168 w 22"/>
                <a:gd name="T3" fmla="*/ 72 h 23"/>
                <a:gd name="T4" fmla="*/ 136 w 22"/>
                <a:gd name="T5" fmla="*/ 24 h 23"/>
                <a:gd name="T6" fmla="*/ 16 w 22"/>
                <a:gd name="T7" fmla="*/ 88 h 23"/>
                <a:gd name="T8" fmla="*/ 72 w 22"/>
                <a:gd name="T9" fmla="*/ 184 h 23"/>
                <a:gd name="T10" fmla="*/ 144 w 22"/>
                <a:gd name="T11" fmla="*/ 13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17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1" y="7"/>
                    <a:pt x="19" y="5"/>
                    <a:pt x="17" y="3"/>
                  </a:cubicBezTo>
                  <a:cubicBezTo>
                    <a:pt x="12" y="0"/>
                    <a:pt x="5" y="4"/>
                    <a:pt x="2" y="11"/>
                  </a:cubicBezTo>
                  <a:cubicBezTo>
                    <a:pt x="0" y="18"/>
                    <a:pt x="4" y="23"/>
                    <a:pt x="9" y="23"/>
                  </a:cubicBezTo>
                  <a:cubicBezTo>
                    <a:pt x="13" y="23"/>
                    <a:pt x="15" y="22"/>
                    <a:pt x="18" y="17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5" name="Freeform 5110">
              <a:extLst>
                <a:ext uri="{FF2B5EF4-FFF2-40B4-BE49-F238E27FC236}">
                  <a16:creationId xmlns:a16="http://schemas.microsoft.com/office/drawing/2014/main" id="{E993BE7E-7471-4701-86C7-5A6EBB18A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771"/>
              <a:ext cx="22" cy="24"/>
            </a:xfrm>
            <a:custGeom>
              <a:avLst/>
              <a:gdLst>
                <a:gd name="T0" fmla="*/ 48 w 11"/>
                <a:gd name="T1" fmla="*/ 88 h 12"/>
                <a:gd name="T2" fmla="*/ 8 w 11"/>
                <a:gd name="T3" fmla="*/ 80 h 12"/>
                <a:gd name="T4" fmla="*/ 24 w 11"/>
                <a:gd name="T5" fmla="*/ 24 h 12"/>
                <a:gd name="T6" fmla="*/ 64 w 11"/>
                <a:gd name="T7" fmla="*/ 0 h 12"/>
                <a:gd name="T8" fmla="*/ 88 w 11"/>
                <a:gd name="T9" fmla="*/ 24 h 12"/>
                <a:gd name="T10" fmla="*/ 64 w 11"/>
                <a:gd name="T11" fmla="*/ 0 h 12"/>
                <a:gd name="T12" fmla="*/ 24 w 11"/>
                <a:gd name="T13" fmla="*/ 24 h 12"/>
                <a:gd name="T14" fmla="*/ 8 w 11"/>
                <a:gd name="T15" fmla="*/ 80 h 12"/>
                <a:gd name="T16" fmla="*/ 48 w 11"/>
                <a:gd name="T17" fmla="*/ 88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6" y="11"/>
                  </a:moveTo>
                  <a:cubicBezTo>
                    <a:pt x="4" y="12"/>
                    <a:pt x="2" y="11"/>
                    <a:pt x="1" y="10"/>
                  </a:cubicBezTo>
                  <a:cubicBezTo>
                    <a:pt x="0" y="9"/>
                    <a:pt x="0" y="6"/>
                    <a:pt x="3" y="3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9" y="0"/>
                    <a:pt x="11" y="2"/>
                    <a:pt x="11" y="3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7" y="0"/>
                    <a:pt x="5" y="0"/>
                    <a:pt x="3" y="3"/>
                  </a:cubicBezTo>
                  <a:cubicBezTo>
                    <a:pt x="0" y="6"/>
                    <a:pt x="0" y="9"/>
                    <a:pt x="1" y="10"/>
                  </a:cubicBezTo>
                  <a:cubicBezTo>
                    <a:pt x="2" y="12"/>
                    <a:pt x="4" y="12"/>
                    <a:pt x="6" y="1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6" name="Freeform 5111">
              <a:extLst>
                <a:ext uri="{FF2B5EF4-FFF2-40B4-BE49-F238E27FC236}">
                  <a16:creationId xmlns:a16="http://schemas.microsoft.com/office/drawing/2014/main" id="{EA754C55-3DFA-40AD-AFD2-AA3CC3A7C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833"/>
              <a:ext cx="54" cy="52"/>
            </a:xfrm>
            <a:custGeom>
              <a:avLst/>
              <a:gdLst>
                <a:gd name="T0" fmla="*/ 192 w 27"/>
                <a:gd name="T1" fmla="*/ 112 h 26"/>
                <a:gd name="T2" fmla="*/ 112 w 27"/>
                <a:gd name="T3" fmla="*/ 0 h 26"/>
                <a:gd name="T4" fmla="*/ 8 w 27"/>
                <a:gd name="T5" fmla="*/ 104 h 26"/>
                <a:gd name="T6" fmla="*/ 192 w 27"/>
                <a:gd name="T7" fmla="*/ 11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6">
                  <a:moveTo>
                    <a:pt x="24" y="14"/>
                  </a:moveTo>
                  <a:cubicBezTo>
                    <a:pt x="27" y="7"/>
                    <a:pt x="22" y="1"/>
                    <a:pt x="14" y="0"/>
                  </a:cubicBezTo>
                  <a:cubicBezTo>
                    <a:pt x="5" y="0"/>
                    <a:pt x="0" y="5"/>
                    <a:pt x="1" y="13"/>
                  </a:cubicBezTo>
                  <a:cubicBezTo>
                    <a:pt x="2" y="21"/>
                    <a:pt x="20" y="26"/>
                    <a:pt x="24" y="1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7" name="Freeform 5112">
              <a:extLst>
                <a:ext uri="{FF2B5EF4-FFF2-40B4-BE49-F238E27FC236}">
                  <a16:creationId xmlns:a16="http://schemas.microsoft.com/office/drawing/2014/main" id="{892EF3EA-8A5D-49F1-BAC9-5D4671924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833"/>
              <a:ext cx="54" cy="52"/>
            </a:xfrm>
            <a:custGeom>
              <a:avLst/>
              <a:gdLst>
                <a:gd name="T0" fmla="*/ 192 w 27"/>
                <a:gd name="T1" fmla="*/ 112 h 26"/>
                <a:gd name="T2" fmla="*/ 112 w 27"/>
                <a:gd name="T3" fmla="*/ 0 h 26"/>
                <a:gd name="T4" fmla="*/ 8 w 27"/>
                <a:gd name="T5" fmla="*/ 104 h 26"/>
                <a:gd name="T6" fmla="*/ 192 w 27"/>
                <a:gd name="T7" fmla="*/ 11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6">
                  <a:moveTo>
                    <a:pt x="24" y="14"/>
                  </a:moveTo>
                  <a:cubicBezTo>
                    <a:pt x="27" y="7"/>
                    <a:pt x="22" y="1"/>
                    <a:pt x="14" y="0"/>
                  </a:cubicBezTo>
                  <a:cubicBezTo>
                    <a:pt x="5" y="0"/>
                    <a:pt x="0" y="5"/>
                    <a:pt x="1" y="13"/>
                  </a:cubicBezTo>
                  <a:cubicBezTo>
                    <a:pt x="2" y="21"/>
                    <a:pt x="20" y="26"/>
                    <a:pt x="24" y="1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8" name="Freeform 5113">
              <a:extLst>
                <a:ext uri="{FF2B5EF4-FFF2-40B4-BE49-F238E27FC236}">
                  <a16:creationId xmlns:a16="http://schemas.microsoft.com/office/drawing/2014/main" id="{E31E1A9D-CB37-4D70-AA75-08CEBAA05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841"/>
              <a:ext cx="28" cy="26"/>
            </a:xfrm>
            <a:custGeom>
              <a:avLst/>
              <a:gdLst>
                <a:gd name="T0" fmla="*/ 56 w 14"/>
                <a:gd name="T1" fmla="*/ 0 h 13"/>
                <a:gd name="T2" fmla="*/ 96 w 14"/>
                <a:gd name="T3" fmla="*/ 24 h 13"/>
                <a:gd name="T4" fmla="*/ 104 w 14"/>
                <a:gd name="T5" fmla="*/ 80 h 13"/>
                <a:gd name="T6" fmla="*/ 48 w 14"/>
                <a:gd name="T7" fmla="*/ 96 h 13"/>
                <a:gd name="T8" fmla="*/ 0 w 14"/>
                <a:gd name="T9" fmla="*/ 72 h 13"/>
                <a:gd name="T10" fmla="*/ 48 w 14"/>
                <a:gd name="T11" fmla="*/ 104 h 13"/>
                <a:gd name="T12" fmla="*/ 104 w 14"/>
                <a:gd name="T13" fmla="*/ 80 h 13"/>
                <a:gd name="T14" fmla="*/ 104 w 14"/>
                <a:gd name="T15" fmla="*/ 24 h 13"/>
                <a:gd name="T16" fmla="*/ 56 w 14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9" y="0"/>
                    <a:pt x="11" y="1"/>
                    <a:pt x="12" y="3"/>
                  </a:cubicBezTo>
                  <a:cubicBezTo>
                    <a:pt x="14" y="5"/>
                    <a:pt x="14" y="8"/>
                    <a:pt x="13" y="10"/>
                  </a:cubicBezTo>
                  <a:cubicBezTo>
                    <a:pt x="12" y="12"/>
                    <a:pt x="9" y="13"/>
                    <a:pt x="6" y="12"/>
                  </a:cubicBezTo>
                  <a:cubicBezTo>
                    <a:pt x="3" y="12"/>
                    <a:pt x="1" y="11"/>
                    <a:pt x="0" y="9"/>
                  </a:cubicBezTo>
                  <a:cubicBezTo>
                    <a:pt x="1" y="11"/>
                    <a:pt x="3" y="13"/>
                    <a:pt x="6" y="13"/>
                  </a:cubicBezTo>
                  <a:cubicBezTo>
                    <a:pt x="9" y="13"/>
                    <a:pt x="12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1" y="1"/>
                    <a:pt x="9" y="0"/>
                    <a:pt x="7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9" name="Freeform 5114">
              <a:extLst>
                <a:ext uri="{FF2B5EF4-FFF2-40B4-BE49-F238E27FC236}">
                  <a16:creationId xmlns:a16="http://schemas.microsoft.com/office/drawing/2014/main" id="{33F5005D-29DF-4D65-B2A2-7D7F92AB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995"/>
              <a:ext cx="40" cy="46"/>
            </a:xfrm>
            <a:custGeom>
              <a:avLst/>
              <a:gdLst>
                <a:gd name="T0" fmla="*/ 144 w 20"/>
                <a:gd name="T1" fmla="*/ 56 h 23"/>
                <a:gd name="T2" fmla="*/ 104 w 20"/>
                <a:gd name="T3" fmla="*/ 8 h 23"/>
                <a:gd name="T4" fmla="*/ 48 w 20"/>
                <a:gd name="T5" fmla="*/ 8 h 23"/>
                <a:gd name="T6" fmla="*/ 32 w 20"/>
                <a:gd name="T7" fmla="*/ 144 h 23"/>
                <a:gd name="T8" fmla="*/ 144 w 20"/>
                <a:gd name="T9" fmla="*/ 152 h 23"/>
                <a:gd name="T10" fmla="*/ 144 w 20"/>
                <a:gd name="T11" fmla="*/ 5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3">
                  <a:moveTo>
                    <a:pt x="18" y="7"/>
                  </a:moveTo>
                  <a:cubicBezTo>
                    <a:pt x="17" y="4"/>
                    <a:pt x="15" y="2"/>
                    <a:pt x="13" y="1"/>
                  </a:cubicBezTo>
                  <a:cubicBezTo>
                    <a:pt x="10" y="0"/>
                    <a:pt x="8" y="0"/>
                    <a:pt x="6" y="1"/>
                  </a:cubicBezTo>
                  <a:cubicBezTo>
                    <a:pt x="0" y="4"/>
                    <a:pt x="0" y="12"/>
                    <a:pt x="4" y="18"/>
                  </a:cubicBezTo>
                  <a:cubicBezTo>
                    <a:pt x="9" y="23"/>
                    <a:pt x="16" y="22"/>
                    <a:pt x="18" y="19"/>
                  </a:cubicBezTo>
                  <a:cubicBezTo>
                    <a:pt x="20" y="15"/>
                    <a:pt x="20" y="13"/>
                    <a:pt x="18" y="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0" name="Freeform 5115">
              <a:extLst>
                <a:ext uri="{FF2B5EF4-FFF2-40B4-BE49-F238E27FC236}">
                  <a16:creationId xmlns:a16="http://schemas.microsoft.com/office/drawing/2014/main" id="{2DB3E519-38B5-4F76-B4DC-8103B6A9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995"/>
              <a:ext cx="40" cy="46"/>
            </a:xfrm>
            <a:custGeom>
              <a:avLst/>
              <a:gdLst>
                <a:gd name="T0" fmla="*/ 144 w 20"/>
                <a:gd name="T1" fmla="*/ 56 h 23"/>
                <a:gd name="T2" fmla="*/ 104 w 20"/>
                <a:gd name="T3" fmla="*/ 8 h 23"/>
                <a:gd name="T4" fmla="*/ 48 w 20"/>
                <a:gd name="T5" fmla="*/ 8 h 23"/>
                <a:gd name="T6" fmla="*/ 32 w 20"/>
                <a:gd name="T7" fmla="*/ 144 h 23"/>
                <a:gd name="T8" fmla="*/ 144 w 20"/>
                <a:gd name="T9" fmla="*/ 152 h 23"/>
                <a:gd name="T10" fmla="*/ 144 w 20"/>
                <a:gd name="T11" fmla="*/ 5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3">
                  <a:moveTo>
                    <a:pt x="18" y="7"/>
                  </a:moveTo>
                  <a:cubicBezTo>
                    <a:pt x="17" y="4"/>
                    <a:pt x="15" y="2"/>
                    <a:pt x="13" y="1"/>
                  </a:cubicBezTo>
                  <a:cubicBezTo>
                    <a:pt x="10" y="0"/>
                    <a:pt x="8" y="0"/>
                    <a:pt x="6" y="1"/>
                  </a:cubicBezTo>
                  <a:cubicBezTo>
                    <a:pt x="0" y="4"/>
                    <a:pt x="0" y="12"/>
                    <a:pt x="4" y="18"/>
                  </a:cubicBezTo>
                  <a:cubicBezTo>
                    <a:pt x="9" y="23"/>
                    <a:pt x="16" y="22"/>
                    <a:pt x="18" y="19"/>
                  </a:cubicBezTo>
                  <a:cubicBezTo>
                    <a:pt x="20" y="15"/>
                    <a:pt x="20" y="13"/>
                    <a:pt x="18" y="7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1" name="Freeform 5116">
              <a:extLst>
                <a:ext uri="{FF2B5EF4-FFF2-40B4-BE49-F238E27FC236}">
                  <a16:creationId xmlns:a16="http://schemas.microsoft.com/office/drawing/2014/main" id="{1EBB1088-3115-4FB8-9FAF-2B1A8F355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005"/>
              <a:ext cx="20" cy="24"/>
            </a:xfrm>
            <a:custGeom>
              <a:avLst/>
              <a:gdLst>
                <a:gd name="T0" fmla="*/ 80 w 10"/>
                <a:gd name="T1" fmla="*/ 72 h 12"/>
                <a:gd name="T2" fmla="*/ 56 w 10"/>
                <a:gd name="T3" fmla="*/ 96 h 12"/>
                <a:gd name="T4" fmla="*/ 16 w 10"/>
                <a:gd name="T5" fmla="*/ 56 h 12"/>
                <a:gd name="T6" fmla="*/ 16 w 10"/>
                <a:gd name="T7" fmla="*/ 8 h 12"/>
                <a:gd name="T8" fmla="*/ 48 w 10"/>
                <a:gd name="T9" fmla="*/ 0 h 12"/>
                <a:gd name="T10" fmla="*/ 16 w 10"/>
                <a:gd name="T11" fmla="*/ 8 h 12"/>
                <a:gd name="T12" fmla="*/ 16 w 10"/>
                <a:gd name="T13" fmla="*/ 56 h 12"/>
                <a:gd name="T14" fmla="*/ 56 w 10"/>
                <a:gd name="T15" fmla="*/ 96 h 12"/>
                <a:gd name="T16" fmla="*/ 80 w 10"/>
                <a:gd name="T17" fmla="*/ 72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9"/>
                  </a:moveTo>
                  <a:cubicBezTo>
                    <a:pt x="10" y="11"/>
                    <a:pt x="9" y="12"/>
                    <a:pt x="7" y="12"/>
                  </a:cubicBezTo>
                  <a:cubicBezTo>
                    <a:pt x="5" y="12"/>
                    <a:pt x="3" y="10"/>
                    <a:pt x="2" y="7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2" y="7"/>
                  </a:cubicBezTo>
                  <a:cubicBezTo>
                    <a:pt x="3" y="11"/>
                    <a:pt x="5" y="12"/>
                    <a:pt x="7" y="12"/>
                  </a:cubicBezTo>
                  <a:cubicBezTo>
                    <a:pt x="9" y="12"/>
                    <a:pt x="10" y="11"/>
                    <a:pt x="10" y="9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2" name="Freeform 5117">
              <a:extLst>
                <a:ext uri="{FF2B5EF4-FFF2-40B4-BE49-F238E27FC236}">
                  <a16:creationId xmlns:a16="http://schemas.microsoft.com/office/drawing/2014/main" id="{B51DE094-A15E-422A-83DE-78751FF68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809"/>
              <a:ext cx="48" cy="62"/>
            </a:xfrm>
            <a:custGeom>
              <a:avLst/>
              <a:gdLst>
                <a:gd name="T0" fmla="*/ 192 w 24"/>
                <a:gd name="T1" fmla="*/ 48 h 31"/>
                <a:gd name="T2" fmla="*/ 120 w 24"/>
                <a:gd name="T3" fmla="*/ 16 h 31"/>
                <a:gd name="T4" fmla="*/ 24 w 24"/>
                <a:gd name="T5" fmla="*/ 128 h 31"/>
                <a:gd name="T6" fmla="*/ 32 w 24"/>
                <a:gd name="T7" fmla="*/ 224 h 31"/>
                <a:gd name="T8" fmla="*/ 192 w 24"/>
                <a:gd name="T9" fmla="*/ 4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24" y="6"/>
                  </a:moveTo>
                  <a:cubicBezTo>
                    <a:pt x="23" y="1"/>
                    <a:pt x="20" y="0"/>
                    <a:pt x="15" y="2"/>
                  </a:cubicBezTo>
                  <a:cubicBezTo>
                    <a:pt x="11" y="4"/>
                    <a:pt x="6" y="10"/>
                    <a:pt x="3" y="16"/>
                  </a:cubicBezTo>
                  <a:cubicBezTo>
                    <a:pt x="0" y="23"/>
                    <a:pt x="2" y="26"/>
                    <a:pt x="4" y="28"/>
                  </a:cubicBezTo>
                  <a:cubicBezTo>
                    <a:pt x="10" y="31"/>
                    <a:pt x="23" y="16"/>
                    <a:pt x="24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3" name="Freeform 5118">
              <a:extLst>
                <a:ext uri="{FF2B5EF4-FFF2-40B4-BE49-F238E27FC236}">
                  <a16:creationId xmlns:a16="http://schemas.microsoft.com/office/drawing/2014/main" id="{044156B0-EB8B-47F2-B944-3166DFDD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809"/>
              <a:ext cx="48" cy="62"/>
            </a:xfrm>
            <a:custGeom>
              <a:avLst/>
              <a:gdLst>
                <a:gd name="T0" fmla="*/ 192 w 24"/>
                <a:gd name="T1" fmla="*/ 48 h 31"/>
                <a:gd name="T2" fmla="*/ 120 w 24"/>
                <a:gd name="T3" fmla="*/ 16 h 31"/>
                <a:gd name="T4" fmla="*/ 24 w 24"/>
                <a:gd name="T5" fmla="*/ 128 h 31"/>
                <a:gd name="T6" fmla="*/ 32 w 24"/>
                <a:gd name="T7" fmla="*/ 224 h 31"/>
                <a:gd name="T8" fmla="*/ 192 w 24"/>
                <a:gd name="T9" fmla="*/ 4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24" y="6"/>
                  </a:moveTo>
                  <a:cubicBezTo>
                    <a:pt x="23" y="1"/>
                    <a:pt x="20" y="0"/>
                    <a:pt x="15" y="2"/>
                  </a:cubicBezTo>
                  <a:cubicBezTo>
                    <a:pt x="11" y="4"/>
                    <a:pt x="6" y="10"/>
                    <a:pt x="3" y="16"/>
                  </a:cubicBezTo>
                  <a:cubicBezTo>
                    <a:pt x="0" y="23"/>
                    <a:pt x="2" y="26"/>
                    <a:pt x="4" y="28"/>
                  </a:cubicBezTo>
                  <a:cubicBezTo>
                    <a:pt x="10" y="31"/>
                    <a:pt x="23" y="16"/>
                    <a:pt x="24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4" name="Freeform 5119">
              <a:extLst>
                <a:ext uri="{FF2B5EF4-FFF2-40B4-BE49-F238E27FC236}">
                  <a16:creationId xmlns:a16="http://schemas.microsoft.com/office/drawing/2014/main" id="{33B73219-4C97-4988-B8DC-A89A0F029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821"/>
              <a:ext cx="26" cy="34"/>
            </a:xfrm>
            <a:custGeom>
              <a:avLst/>
              <a:gdLst>
                <a:gd name="T0" fmla="*/ 96 w 13"/>
                <a:gd name="T1" fmla="*/ 8 h 17"/>
                <a:gd name="T2" fmla="*/ 48 w 13"/>
                <a:gd name="T3" fmla="*/ 24 h 17"/>
                <a:gd name="T4" fmla="*/ 0 w 13"/>
                <a:gd name="T5" fmla="*/ 104 h 17"/>
                <a:gd name="T6" fmla="*/ 8 w 13"/>
                <a:gd name="T7" fmla="*/ 136 h 17"/>
                <a:gd name="T8" fmla="*/ 0 w 13"/>
                <a:gd name="T9" fmla="*/ 104 h 17"/>
                <a:gd name="T10" fmla="*/ 48 w 13"/>
                <a:gd name="T11" fmla="*/ 24 h 17"/>
                <a:gd name="T12" fmla="*/ 96 w 13"/>
                <a:gd name="T13" fmla="*/ 8 h 17"/>
                <a:gd name="T14" fmla="*/ 104 w 13"/>
                <a:gd name="T15" fmla="*/ 32 h 17"/>
                <a:gd name="T16" fmla="*/ 96 w 13"/>
                <a:gd name="T17" fmla="*/ 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7">
                  <a:moveTo>
                    <a:pt x="12" y="1"/>
                  </a:moveTo>
                  <a:cubicBezTo>
                    <a:pt x="11" y="0"/>
                    <a:pt x="9" y="1"/>
                    <a:pt x="6" y="3"/>
                  </a:cubicBezTo>
                  <a:cubicBezTo>
                    <a:pt x="4" y="5"/>
                    <a:pt x="1" y="10"/>
                    <a:pt x="0" y="13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0" y="16"/>
                    <a:pt x="0" y="15"/>
                    <a:pt x="0" y="13"/>
                  </a:cubicBezTo>
                  <a:cubicBezTo>
                    <a:pt x="1" y="10"/>
                    <a:pt x="4" y="5"/>
                    <a:pt x="6" y="3"/>
                  </a:cubicBezTo>
                  <a:cubicBezTo>
                    <a:pt x="9" y="1"/>
                    <a:pt x="11" y="0"/>
                    <a:pt x="12" y="1"/>
                  </a:cubicBezTo>
                  <a:cubicBezTo>
                    <a:pt x="13" y="1"/>
                    <a:pt x="13" y="2"/>
                    <a:pt x="13" y="4"/>
                  </a:cubicBezTo>
                  <a:cubicBezTo>
                    <a:pt x="13" y="2"/>
                    <a:pt x="13" y="1"/>
                    <a:pt x="1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5" name="Freeform 5120">
              <a:extLst>
                <a:ext uri="{FF2B5EF4-FFF2-40B4-BE49-F238E27FC236}">
                  <a16:creationId xmlns:a16="http://schemas.microsoft.com/office/drawing/2014/main" id="{6725274E-B7D3-4A0D-BF85-1ADF12A98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81"/>
              <a:ext cx="48" cy="62"/>
            </a:xfrm>
            <a:custGeom>
              <a:avLst/>
              <a:gdLst>
                <a:gd name="T0" fmla="*/ 192 w 24"/>
                <a:gd name="T1" fmla="*/ 48 h 31"/>
                <a:gd name="T2" fmla="*/ 120 w 24"/>
                <a:gd name="T3" fmla="*/ 16 h 31"/>
                <a:gd name="T4" fmla="*/ 24 w 24"/>
                <a:gd name="T5" fmla="*/ 128 h 31"/>
                <a:gd name="T6" fmla="*/ 32 w 24"/>
                <a:gd name="T7" fmla="*/ 224 h 31"/>
                <a:gd name="T8" fmla="*/ 192 w 24"/>
                <a:gd name="T9" fmla="*/ 4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24" y="6"/>
                  </a:moveTo>
                  <a:cubicBezTo>
                    <a:pt x="23" y="1"/>
                    <a:pt x="20" y="0"/>
                    <a:pt x="15" y="2"/>
                  </a:cubicBezTo>
                  <a:cubicBezTo>
                    <a:pt x="11" y="4"/>
                    <a:pt x="6" y="10"/>
                    <a:pt x="3" y="16"/>
                  </a:cubicBezTo>
                  <a:cubicBezTo>
                    <a:pt x="0" y="23"/>
                    <a:pt x="2" y="27"/>
                    <a:pt x="4" y="28"/>
                  </a:cubicBezTo>
                  <a:cubicBezTo>
                    <a:pt x="9" y="31"/>
                    <a:pt x="23" y="16"/>
                    <a:pt x="24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6" name="Freeform 5121">
              <a:extLst>
                <a:ext uri="{FF2B5EF4-FFF2-40B4-BE49-F238E27FC236}">
                  <a16:creationId xmlns:a16="http://schemas.microsoft.com/office/drawing/2014/main" id="{17920295-2670-49BF-8038-3717184DC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81"/>
              <a:ext cx="48" cy="62"/>
            </a:xfrm>
            <a:custGeom>
              <a:avLst/>
              <a:gdLst>
                <a:gd name="T0" fmla="*/ 192 w 24"/>
                <a:gd name="T1" fmla="*/ 48 h 31"/>
                <a:gd name="T2" fmla="*/ 120 w 24"/>
                <a:gd name="T3" fmla="*/ 16 h 31"/>
                <a:gd name="T4" fmla="*/ 24 w 24"/>
                <a:gd name="T5" fmla="*/ 128 h 31"/>
                <a:gd name="T6" fmla="*/ 32 w 24"/>
                <a:gd name="T7" fmla="*/ 224 h 31"/>
                <a:gd name="T8" fmla="*/ 192 w 24"/>
                <a:gd name="T9" fmla="*/ 4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24" y="6"/>
                  </a:moveTo>
                  <a:cubicBezTo>
                    <a:pt x="23" y="1"/>
                    <a:pt x="20" y="0"/>
                    <a:pt x="15" y="2"/>
                  </a:cubicBezTo>
                  <a:cubicBezTo>
                    <a:pt x="11" y="4"/>
                    <a:pt x="6" y="10"/>
                    <a:pt x="3" y="16"/>
                  </a:cubicBezTo>
                  <a:cubicBezTo>
                    <a:pt x="0" y="23"/>
                    <a:pt x="2" y="27"/>
                    <a:pt x="4" y="28"/>
                  </a:cubicBezTo>
                  <a:cubicBezTo>
                    <a:pt x="9" y="31"/>
                    <a:pt x="23" y="16"/>
                    <a:pt x="24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7" name="Freeform 5122">
              <a:extLst>
                <a:ext uri="{FF2B5EF4-FFF2-40B4-BE49-F238E27FC236}">
                  <a16:creationId xmlns:a16="http://schemas.microsoft.com/office/drawing/2014/main" id="{EF7826D5-19B7-4A02-872A-0853A9122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893"/>
              <a:ext cx="26" cy="34"/>
            </a:xfrm>
            <a:custGeom>
              <a:avLst/>
              <a:gdLst>
                <a:gd name="T0" fmla="*/ 96 w 13"/>
                <a:gd name="T1" fmla="*/ 8 h 17"/>
                <a:gd name="T2" fmla="*/ 48 w 13"/>
                <a:gd name="T3" fmla="*/ 24 h 17"/>
                <a:gd name="T4" fmla="*/ 0 w 13"/>
                <a:gd name="T5" fmla="*/ 104 h 17"/>
                <a:gd name="T6" fmla="*/ 8 w 13"/>
                <a:gd name="T7" fmla="*/ 136 h 17"/>
                <a:gd name="T8" fmla="*/ 0 w 13"/>
                <a:gd name="T9" fmla="*/ 104 h 17"/>
                <a:gd name="T10" fmla="*/ 48 w 13"/>
                <a:gd name="T11" fmla="*/ 24 h 17"/>
                <a:gd name="T12" fmla="*/ 96 w 13"/>
                <a:gd name="T13" fmla="*/ 8 h 17"/>
                <a:gd name="T14" fmla="*/ 104 w 13"/>
                <a:gd name="T15" fmla="*/ 32 h 17"/>
                <a:gd name="T16" fmla="*/ 96 w 13"/>
                <a:gd name="T17" fmla="*/ 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7">
                  <a:moveTo>
                    <a:pt x="12" y="1"/>
                  </a:moveTo>
                  <a:cubicBezTo>
                    <a:pt x="11" y="0"/>
                    <a:pt x="9" y="1"/>
                    <a:pt x="6" y="3"/>
                  </a:cubicBezTo>
                  <a:cubicBezTo>
                    <a:pt x="4" y="5"/>
                    <a:pt x="1" y="10"/>
                    <a:pt x="0" y="13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0" y="16"/>
                    <a:pt x="0" y="15"/>
                    <a:pt x="0" y="13"/>
                  </a:cubicBezTo>
                  <a:cubicBezTo>
                    <a:pt x="1" y="10"/>
                    <a:pt x="4" y="6"/>
                    <a:pt x="6" y="3"/>
                  </a:cubicBezTo>
                  <a:cubicBezTo>
                    <a:pt x="9" y="1"/>
                    <a:pt x="11" y="0"/>
                    <a:pt x="12" y="1"/>
                  </a:cubicBezTo>
                  <a:cubicBezTo>
                    <a:pt x="13" y="1"/>
                    <a:pt x="13" y="2"/>
                    <a:pt x="13" y="4"/>
                  </a:cubicBezTo>
                  <a:cubicBezTo>
                    <a:pt x="13" y="2"/>
                    <a:pt x="13" y="1"/>
                    <a:pt x="1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8" name="Freeform 5123">
              <a:extLst>
                <a:ext uri="{FF2B5EF4-FFF2-40B4-BE49-F238E27FC236}">
                  <a16:creationId xmlns:a16="http://schemas.microsoft.com/office/drawing/2014/main" id="{173C92D3-C902-483F-80AC-397E1B94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913"/>
              <a:ext cx="54" cy="66"/>
            </a:xfrm>
            <a:custGeom>
              <a:avLst/>
              <a:gdLst>
                <a:gd name="T0" fmla="*/ 200 w 27"/>
                <a:gd name="T1" fmla="*/ 104 h 33"/>
                <a:gd name="T2" fmla="*/ 168 w 27"/>
                <a:gd name="T3" fmla="*/ 24 h 33"/>
                <a:gd name="T4" fmla="*/ 40 w 27"/>
                <a:gd name="T5" fmla="*/ 96 h 33"/>
                <a:gd name="T6" fmla="*/ 32 w 27"/>
                <a:gd name="T7" fmla="*/ 240 h 33"/>
                <a:gd name="T8" fmla="*/ 96 w 27"/>
                <a:gd name="T9" fmla="*/ 248 h 33"/>
                <a:gd name="T10" fmla="*/ 152 w 27"/>
                <a:gd name="T11" fmla="*/ 176 h 33"/>
                <a:gd name="T12" fmla="*/ 200 w 27"/>
                <a:gd name="T13" fmla="*/ 104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3">
                  <a:moveTo>
                    <a:pt x="25" y="13"/>
                  </a:moveTo>
                  <a:cubicBezTo>
                    <a:pt x="27" y="9"/>
                    <a:pt x="25" y="5"/>
                    <a:pt x="21" y="3"/>
                  </a:cubicBezTo>
                  <a:cubicBezTo>
                    <a:pt x="16" y="0"/>
                    <a:pt x="10" y="4"/>
                    <a:pt x="5" y="12"/>
                  </a:cubicBezTo>
                  <a:cubicBezTo>
                    <a:pt x="1" y="20"/>
                    <a:pt x="0" y="25"/>
                    <a:pt x="4" y="30"/>
                  </a:cubicBezTo>
                  <a:cubicBezTo>
                    <a:pt x="6" y="33"/>
                    <a:pt x="9" y="33"/>
                    <a:pt x="12" y="31"/>
                  </a:cubicBezTo>
                  <a:cubicBezTo>
                    <a:pt x="16" y="28"/>
                    <a:pt x="16" y="26"/>
                    <a:pt x="19" y="22"/>
                  </a:cubicBezTo>
                  <a:cubicBezTo>
                    <a:pt x="20" y="20"/>
                    <a:pt x="24" y="17"/>
                    <a:pt x="25" y="1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9" name="Freeform 5124">
              <a:extLst>
                <a:ext uri="{FF2B5EF4-FFF2-40B4-BE49-F238E27FC236}">
                  <a16:creationId xmlns:a16="http://schemas.microsoft.com/office/drawing/2014/main" id="{5DF6A55B-780A-440B-A5B6-BEB8C5F5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913"/>
              <a:ext cx="54" cy="66"/>
            </a:xfrm>
            <a:custGeom>
              <a:avLst/>
              <a:gdLst>
                <a:gd name="T0" fmla="*/ 200 w 27"/>
                <a:gd name="T1" fmla="*/ 104 h 33"/>
                <a:gd name="T2" fmla="*/ 168 w 27"/>
                <a:gd name="T3" fmla="*/ 24 h 33"/>
                <a:gd name="T4" fmla="*/ 40 w 27"/>
                <a:gd name="T5" fmla="*/ 96 h 33"/>
                <a:gd name="T6" fmla="*/ 32 w 27"/>
                <a:gd name="T7" fmla="*/ 240 h 33"/>
                <a:gd name="T8" fmla="*/ 96 w 27"/>
                <a:gd name="T9" fmla="*/ 248 h 33"/>
                <a:gd name="T10" fmla="*/ 152 w 27"/>
                <a:gd name="T11" fmla="*/ 176 h 33"/>
                <a:gd name="T12" fmla="*/ 200 w 27"/>
                <a:gd name="T13" fmla="*/ 104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3">
                  <a:moveTo>
                    <a:pt x="25" y="13"/>
                  </a:moveTo>
                  <a:cubicBezTo>
                    <a:pt x="27" y="9"/>
                    <a:pt x="25" y="5"/>
                    <a:pt x="21" y="3"/>
                  </a:cubicBezTo>
                  <a:cubicBezTo>
                    <a:pt x="16" y="0"/>
                    <a:pt x="10" y="4"/>
                    <a:pt x="5" y="12"/>
                  </a:cubicBezTo>
                  <a:cubicBezTo>
                    <a:pt x="1" y="20"/>
                    <a:pt x="0" y="25"/>
                    <a:pt x="4" y="30"/>
                  </a:cubicBezTo>
                  <a:cubicBezTo>
                    <a:pt x="6" y="33"/>
                    <a:pt x="9" y="33"/>
                    <a:pt x="12" y="31"/>
                  </a:cubicBezTo>
                  <a:cubicBezTo>
                    <a:pt x="16" y="28"/>
                    <a:pt x="16" y="26"/>
                    <a:pt x="19" y="22"/>
                  </a:cubicBezTo>
                  <a:cubicBezTo>
                    <a:pt x="20" y="20"/>
                    <a:pt x="24" y="17"/>
                    <a:pt x="25" y="1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0" name="Freeform 5125">
              <a:extLst>
                <a:ext uri="{FF2B5EF4-FFF2-40B4-BE49-F238E27FC236}">
                  <a16:creationId xmlns:a16="http://schemas.microsoft.com/office/drawing/2014/main" id="{68A5F8F6-394D-4AA2-81D7-E972860DE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929"/>
              <a:ext cx="26" cy="36"/>
            </a:xfrm>
            <a:custGeom>
              <a:avLst/>
              <a:gdLst>
                <a:gd name="T0" fmla="*/ 24 w 13"/>
                <a:gd name="T1" fmla="*/ 136 h 18"/>
                <a:gd name="T2" fmla="*/ 8 w 13"/>
                <a:gd name="T3" fmla="*/ 136 h 18"/>
                <a:gd name="T4" fmla="*/ 32 w 13"/>
                <a:gd name="T5" fmla="*/ 48 h 18"/>
                <a:gd name="T6" fmla="*/ 88 w 13"/>
                <a:gd name="T7" fmla="*/ 0 h 18"/>
                <a:gd name="T8" fmla="*/ 104 w 13"/>
                <a:gd name="T9" fmla="*/ 32 h 18"/>
                <a:gd name="T10" fmla="*/ 88 w 13"/>
                <a:gd name="T11" fmla="*/ 0 h 18"/>
                <a:gd name="T12" fmla="*/ 32 w 13"/>
                <a:gd name="T13" fmla="*/ 48 h 18"/>
                <a:gd name="T14" fmla="*/ 8 w 13"/>
                <a:gd name="T15" fmla="*/ 136 h 18"/>
                <a:gd name="T16" fmla="*/ 24 w 13"/>
                <a:gd name="T17" fmla="*/ 13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8">
                  <a:moveTo>
                    <a:pt x="3" y="17"/>
                  </a:moveTo>
                  <a:cubicBezTo>
                    <a:pt x="2" y="17"/>
                    <a:pt x="2" y="17"/>
                    <a:pt x="1" y="17"/>
                  </a:cubicBezTo>
                  <a:cubicBezTo>
                    <a:pt x="0" y="16"/>
                    <a:pt x="1" y="12"/>
                    <a:pt x="4" y="6"/>
                  </a:cubicBezTo>
                  <a:cubicBezTo>
                    <a:pt x="7" y="1"/>
                    <a:pt x="10" y="0"/>
                    <a:pt x="11" y="0"/>
                  </a:cubicBezTo>
                  <a:cubicBezTo>
                    <a:pt x="13" y="1"/>
                    <a:pt x="13" y="2"/>
                    <a:pt x="13" y="4"/>
                  </a:cubicBezTo>
                  <a:cubicBezTo>
                    <a:pt x="13" y="2"/>
                    <a:pt x="13" y="1"/>
                    <a:pt x="11" y="0"/>
                  </a:cubicBezTo>
                  <a:cubicBezTo>
                    <a:pt x="10" y="0"/>
                    <a:pt x="7" y="1"/>
                    <a:pt x="4" y="6"/>
                  </a:cubicBezTo>
                  <a:cubicBezTo>
                    <a:pt x="1" y="12"/>
                    <a:pt x="0" y="16"/>
                    <a:pt x="1" y="17"/>
                  </a:cubicBezTo>
                  <a:cubicBezTo>
                    <a:pt x="1" y="18"/>
                    <a:pt x="2" y="18"/>
                    <a:pt x="3" y="1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1" name="Freeform 5126">
              <a:extLst>
                <a:ext uri="{FF2B5EF4-FFF2-40B4-BE49-F238E27FC236}">
                  <a16:creationId xmlns:a16="http://schemas.microsoft.com/office/drawing/2014/main" id="{CC8184DC-812E-4749-971A-47BB1A066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769"/>
              <a:ext cx="68" cy="42"/>
            </a:xfrm>
            <a:custGeom>
              <a:avLst/>
              <a:gdLst>
                <a:gd name="T0" fmla="*/ 192 w 34"/>
                <a:gd name="T1" fmla="*/ 168 h 21"/>
                <a:gd name="T2" fmla="*/ 240 w 34"/>
                <a:gd name="T3" fmla="*/ 128 h 21"/>
                <a:gd name="T4" fmla="*/ 144 w 34"/>
                <a:gd name="T5" fmla="*/ 0 h 21"/>
                <a:gd name="T6" fmla="*/ 8 w 34"/>
                <a:gd name="T7" fmla="*/ 80 h 21"/>
                <a:gd name="T8" fmla="*/ 48 w 34"/>
                <a:gd name="T9" fmla="*/ 160 h 21"/>
                <a:gd name="T10" fmla="*/ 128 w 34"/>
                <a:gd name="T11" fmla="*/ 168 h 21"/>
                <a:gd name="T12" fmla="*/ 192 w 34"/>
                <a:gd name="T13" fmla="*/ 16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24" y="21"/>
                  </a:moveTo>
                  <a:cubicBezTo>
                    <a:pt x="27" y="20"/>
                    <a:pt x="29" y="18"/>
                    <a:pt x="30" y="16"/>
                  </a:cubicBezTo>
                  <a:cubicBezTo>
                    <a:pt x="34" y="7"/>
                    <a:pt x="27" y="1"/>
                    <a:pt x="18" y="0"/>
                  </a:cubicBezTo>
                  <a:cubicBezTo>
                    <a:pt x="9" y="0"/>
                    <a:pt x="1" y="6"/>
                    <a:pt x="1" y="10"/>
                  </a:cubicBezTo>
                  <a:cubicBezTo>
                    <a:pt x="0" y="15"/>
                    <a:pt x="2" y="18"/>
                    <a:pt x="6" y="20"/>
                  </a:cubicBezTo>
                  <a:cubicBezTo>
                    <a:pt x="9" y="21"/>
                    <a:pt x="14" y="21"/>
                    <a:pt x="16" y="21"/>
                  </a:cubicBezTo>
                  <a:cubicBezTo>
                    <a:pt x="19" y="21"/>
                    <a:pt x="22" y="21"/>
                    <a:pt x="24" y="2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2" name="Freeform 5127">
              <a:extLst>
                <a:ext uri="{FF2B5EF4-FFF2-40B4-BE49-F238E27FC236}">
                  <a16:creationId xmlns:a16="http://schemas.microsoft.com/office/drawing/2014/main" id="{4F3535F2-0848-4CE5-8984-698030456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769"/>
              <a:ext cx="68" cy="42"/>
            </a:xfrm>
            <a:custGeom>
              <a:avLst/>
              <a:gdLst>
                <a:gd name="T0" fmla="*/ 192 w 34"/>
                <a:gd name="T1" fmla="*/ 168 h 21"/>
                <a:gd name="T2" fmla="*/ 240 w 34"/>
                <a:gd name="T3" fmla="*/ 128 h 21"/>
                <a:gd name="T4" fmla="*/ 144 w 34"/>
                <a:gd name="T5" fmla="*/ 0 h 21"/>
                <a:gd name="T6" fmla="*/ 8 w 34"/>
                <a:gd name="T7" fmla="*/ 80 h 21"/>
                <a:gd name="T8" fmla="*/ 48 w 34"/>
                <a:gd name="T9" fmla="*/ 160 h 21"/>
                <a:gd name="T10" fmla="*/ 128 w 34"/>
                <a:gd name="T11" fmla="*/ 168 h 21"/>
                <a:gd name="T12" fmla="*/ 192 w 34"/>
                <a:gd name="T13" fmla="*/ 16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24" y="21"/>
                  </a:moveTo>
                  <a:cubicBezTo>
                    <a:pt x="27" y="20"/>
                    <a:pt x="29" y="18"/>
                    <a:pt x="30" y="16"/>
                  </a:cubicBezTo>
                  <a:cubicBezTo>
                    <a:pt x="34" y="7"/>
                    <a:pt x="27" y="1"/>
                    <a:pt x="18" y="0"/>
                  </a:cubicBezTo>
                  <a:cubicBezTo>
                    <a:pt x="9" y="0"/>
                    <a:pt x="1" y="6"/>
                    <a:pt x="1" y="10"/>
                  </a:cubicBezTo>
                  <a:cubicBezTo>
                    <a:pt x="0" y="15"/>
                    <a:pt x="2" y="18"/>
                    <a:pt x="6" y="20"/>
                  </a:cubicBezTo>
                  <a:cubicBezTo>
                    <a:pt x="9" y="21"/>
                    <a:pt x="14" y="21"/>
                    <a:pt x="16" y="21"/>
                  </a:cubicBezTo>
                  <a:cubicBezTo>
                    <a:pt x="19" y="21"/>
                    <a:pt x="22" y="21"/>
                    <a:pt x="24" y="2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3" name="Freeform 5128">
              <a:extLst>
                <a:ext uri="{FF2B5EF4-FFF2-40B4-BE49-F238E27FC236}">
                  <a16:creationId xmlns:a16="http://schemas.microsoft.com/office/drawing/2014/main" id="{E7FAF2E0-315E-4655-AC50-8EC4DDA08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781"/>
              <a:ext cx="34" cy="16"/>
            </a:xfrm>
            <a:custGeom>
              <a:avLst/>
              <a:gdLst>
                <a:gd name="T0" fmla="*/ 136 w 17"/>
                <a:gd name="T1" fmla="*/ 40 h 8"/>
                <a:gd name="T2" fmla="*/ 96 w 17"/>
                <a:gd name="T3" fmla="*/ 8 h 8"/>
                <a:gd name="T4" fmla="*/ 16 w 17"/>
                <a:gd name="T5" fmla="*/ 24 h 8"/>
                <a:gd name="T6" fmla="*/ 0 w 17"/>
                <a:gd name="T7" fmla="*/ 48 h 8"/>
                <a:gd name="T8" fmla="*/ 16 w 17"/>
                <a:gd name="T9" fmla="*/ 24 h 8"/>
                <a:gd name="T10" fmla="*/ 96 w 17"/>
                <a:gd name="T11" fmla="*/ 8 h 8"/>
                <a:gd name="T12" fmla="*/ 136 w 17"/>
                <a:gd name="T13" fmla="*/ 40 h 8"/>
                <a:gd name="T14" fmla="*/ 128 w 17"/>
                <a:gd name="T15" fmla="*/ 64 h 8"/>
                <a:gd name="T16" fmla="*/ 136 w 17"/>
                <a:gd name="T17" fmla="*/ 4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8">
                  <a:moveTo>
                    <a:pt x="17" y="5"/>
                  </a:moveTo>
                  <a:cubicBezTo>
                    <a:pt x="17" y="3"/>
                    <a:pt x="15" y="2"/>
                    <a:pt x="12" y="1"/>
                  </a:cubicBezTo>
                  <a:cubicBezTo>
                    <a:pt x="8" y="0"/>
                    <a:pt x="4" y="1"/>
                    <a:pt x="2" y="3"/>
                  </a:cubicBezTo>
                  <a:cubicBezTo>
                    <a:pt x="1" y="3"/>
                    <a:pt x="0" y="5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4" y="1"/>
                    <a:pt x="8" y="1"/>
                    <a:pt x="12" y="1"/>
                  </a:cubicBezTo>
                  <a:cubicBezTo>
                    <a:pt x="15" y="2"/>
                    <a:pt x="16" y="3"/>
                    <a:pt x="17" y="5"/>
                  </a:cubicBezTo>
                  <a:cubicBezTo>
                    <a:pt x="17" y="6"/>
                    <a:pt x="17" y="7"/>
                    <a:pt x="16" y="8"/>
                  </a:cubicBezTo>
                  <a:cubicBezTo>
                    <a:pt x="17" y="7"/>
                    <a:pt x="17" y="6"/>
                    <a:pt x="17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4" name="Freeform 5129">
              <a:extLst>
                <a:ext uri="{FF2B5EF4-FFF2-40B4-BE49-F238E27FC236}">
                  <a16:creationId xmlns:a16="http://schemas.microsoft.com/office/drawing/2014/main" id="{4D5EDC51-D946-40C5-9C0B-4C125CEC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829"/>
              <a:ext cx="44" cy="46"/>
            </a:xfrm>
            <a:custGeom>
              <a:avLst/>
              <a:gdLst>
                <a:gd name="T0" fmla="*/ 144 w 22"/>
                <a:gd name="T1" fmla="*/ 136 h 23"/>
                <a:gd name="T2" fmla="*/ 168 w 22"/>
                <a:gd name="T3" fmla="*/ 72 h 23"/>
                <a:gd name="T4" fmla="*/ 136 w 22"/>
                <a:gd name="T5" fmla="*/ 24 h 23"/>
                <a:gd name="T6" fmla="*/ 16 w 22"/>
                <a:gd name="T7" fmla="*/ 88 h 23"/>
                <a:gd name="T8" fmla="*/ 72 w 22"/>
                <a:gd name="T9" fmla="*/ 184 h 23"/>
                <a:gd name="T10" fmla="*/ 144 w 22"/>
                <a:gd name="T11" fmla="*/ 13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17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0" y="7"/>
                    <a:pt x="19" y="5"/>
                    <a:pt x="17" y="3"/>
                  </a:cubicBezTo>
                  <a:cubicBezTo>
                    <a:pt x="12" y="0"/>
                    <a:pt x="4" y="4"/>
                    <a:pt x="2" y="11"/>
                  </a:cubicBezTo>
                  <a:cubicBezTo>
                    <a:pt x="0" y="18"/>
                    <a:pt x="4" y="23"/>
                    <a:pt x="9" y="23"/>
                  </a:cubicBezTo>
                  <a:cubicBezTo>
                    <a:pt x="13" y="23"/>
                    <a:pt x="14" y="21"/>
                    <a:pt x="18" y="1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5" name="Freeform 5130">
              <a:extLst>
                <a:ext uri="{FF2B5EF4-FFF2-40B4-BE49-F238E27FC236}">
                  <a16:creationId xmlns:a16="http://schemas.microsoft.com/office/drawing/2014/main" id="{DFDCE32E-AA40-440D-9FF1-246EE520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829"/>
              <a:ext cx="44" cy="46"/>
            </a:xfrm>
            <a:custGeom>
              <a:avLst/>
              <a:gdLst>
                <a:gd name="T0" fmla="*/ 144 w 22"/>
                <a:gd name="T1" fmla="*/ 136 h 23"/>
                <a:gd name="T2" fmla="*/ 168 w 22"/>
                <a:gd name="T3" fmla="*/ 72 h 23"/>
                <a:gd name="T4" fmla="*/ 136 w 22"/>
                <a:gd name="T5" fmla="*/ 24 h 23"/>
                <a:gd name="T6" fmla="*/ 16 w 22"/>
                <a:gd name="T7" fmla="*/ 88 h 23"/>
                <a:gd name="T8" fmla="*/ 72 w 22"/>
                <a:gd name="T9" fmla="*/ 184 h 23"/>
                <a:gd name="T10" fmla="*/ 144 w 22"/>
                <a:gd name="T11" fmla="*/ 13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17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0" y="7"/>
                    <a:pt x="19" y="5"/>
                    <a:pt x="17" y="3"/>
                  </a:cubicBezTo>
                  <a:cubicBezTo>
                    <a:pt x="12" y="0"/>
                    <a:pt x="4" y="4"/>
                    <a:pt x="2" y="11"/>
                  </a:cubicBezTo>
                  <a:cubicBezTo>
                    <a:pt x="0" y="18"/>
                    <a:pt x="4" y="23"/>
                    <a:pt x="9" y="23"/>
                  </a:cubicBezTo>
                  <a:cubicBezTo>
                    <a:pt x="13" y="23"/>
                    <a:pt x="14" y="21"/>
                    <a:pt x="18" y="17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6" name="Freeform 5131">
              <a:extLst>
                <a:ext uri="{FF2B5EF4-FFF2-40B4-BE49-F238E27FC236}">
                  <a16:creationId xmlns:a16="http://schemas.microsoft.com/office/drawing/2014/main" id="{F15EE5AD-4643-4095-9FD7-407709B74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843"/>
              <a:ext cx="22" cy="24"/>
            </a:xfrm>
            <a:custGeom>
              <a:avLst/>
              <a:gdLst>
                <a:gd name="T0" fmla="*/ 48 w 11"/>
                <a:gd name="T1" fmla="*/ 88 h 12"/>
                <a:gd name="T2" fmla="*/ 8 w 11"/>
                <a:gd name="T3" fmla="*/ 80 h 12"/>
                <a:gd name="T4" fmla="*/ 24 w 11"/>
                <a:gd name="T5" fmla="*/ 24 h 12"/>
                <a:gd name="T6" fmla="*/ 64 w 11"/>
                <a:gd name="T7" fmla="*/ 0 h 12"/>
                <a:gd name="T8" fmla="*/ 88 w 11"/>
                <a:gd name="T9" fmla="*/ 16 h 12"/>
                <a:gd name="T10" fmla="*/ 64 w 11"/>
                <a:gd name="T11" fmla="*/ 0 h 12"/>
                <a:gd name="T12" fmla="*/ 16 w 11"/>
                <a:gd name="T13" fmla="*/ 24 h 12"/>
                <a:gd name="T14" fmla="*/ 8 w 11"/>
                <a:gd name="T15" fmla="*/ 80 h 12"/>
                <a:gd name="T16" fmla="*/ 48 w 11"/>
                <a:gd name="T17" fmla="*/ 88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6" y="11"/>
                  </a:moveTo>
                  <a:cubicBezTo>
                    <a:pt x="4" y="12"/>
                    <a:pt x="2" y="11"/>
                    <a:pt x="1" y="10"/>
                  </a:cubicBezTo>
                  <a:cubicBezTo>
                    <a:pt x="0" y="9"/>
                    <a:pt x="0" y="6"/>
                    <a:pt x="3" y="3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9" y="0"/>
                    <a:pt x="10" y="1"/>
                    <a:pt x="11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6"/>
                    <a:pt x="0" y="9"/>
                    <a:pt x="1" y="10"/>
                  </a:cubicBezTo>
                  <a:cubicBezTo>
                    <a:pt x="2" y="12"/>
                    <a:pt x="4" y="12"/>
                    <a:pt x="6" y="1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5132">
              <a:extLst>
                <a:ext uri="{FF2B5EF4-FFF2-40B4-BE49-F238E27FC236}">
                  <a16:creationId xmlns:a16="http://schemas.microsoft.com/office/drawing/2014/main" id="{78ED1419-AB4F-43B9-8F4B-3E16B9084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957"/>
              <a:ext cx="53" cy="66"/>
            </a:xfrm>
            <a:custGeom>
              <a:avLst/>
              <a:gdLst>
                <a:gd name="T0" fmla="*/ 212 w 26"/>
                <a:gd name="T1" fmla="*/ 128 h 33"/>
                <a:gd name="T2" fmla="*/ 204 w 26"/>
                <a:gd name="T3" fmla="*/ 64 h 33"/>
                <a:gd name="T4" fmla="*/ 41 w 26"/>
                <a:gd name="T5" fmla="*/ 80 h 33"/>
                <a:gd name="T6" fmla="*/ 41 w 26"/>
                <a:gd name="T7" fmla="*/ 240 h 33"/>
                <a:gd name="T8" fmla="*/ 137 w 26"/>
                <a:gd name="T9" fmla="*/ 248 h 33"/>
                <a:gd name="T10" fmla="*/ 188 w 26"/>
                <a:gd name="T11" fmla="*/ 176 h 33"/>
                <a:gd name="T12" fmla="*/ 212 w 26"/>
                <a:gd name="T13" fmla="*/ 12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5" y="16"/>
                  </a:moveTo>
                  <a:cubicBezTo>
                    <a:pt x="26" y="13"/>
                    <a:pt x="26" y="10"/>
                    <a:pt x="24" y="8"/>
                  </a:cubicBezTo>
                  <a:cubicBezTo>
                    <a:pt x="20" y="0"/>
                    <a:pt x="10" y="3"/>
                    <a:pt x="5" y="10"/>
                  </a:cubicBezTo>
                  <a:cubicBezTo>
                    <a:pt x="0" y="18"/>
                    <a:pt x="1" y="27"/>
                    <a:pt x="5" y="30"/>
                  </a:cubicBezTo>
                  <a:cubicBezTo>
                    <a:pt x="8" y="33"/>
                    <a:pt x="12" y="33"/>
                    <a:pt x="16" y="31"/>
                  </a:cubicBezTo>
                  <a:cubicBezTo>
                    <a:pt x="19" y="28"/>
                    <a:pt x="20" y="24"/>
                    <a:pt x="22" y="22"/>
                  </a:cubicBezTo>
                  <a:cubicBezTo>
                    <a:pt x="23" y="20"/>
                    <a:pt x="25" y="18"/>
                    <a:pt x="25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Freeform 5133">
              <a:extLst>
                <a:ext uri="{FF2B5EF4-FFF2-40B4-BE49-F238E27FC236}">
                  <a16:creationId xmlns:a16="http://schemas.microsoft.com/office/drawing/2014/main" id="{E28F15C5-CC92-43FE-AECA-CB527AE5B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957"/>
              <a:ext cx="53" cy="66"/>
            </a:xfrm>
            <a:custGeom>
              <a:avLst/>
              <a:gdLst>
                <a:gd name="T0" fmla="*/ 212 w 26"/>
                <a:gd name="T1" fmla="*/ 128 h 33"/>
                <a:gd name="T2" fmla="*/ 204 w 26"/>
                <a:gd name="T3" fmla="*/ 64 h 33"/>
                <a:gd name="T4" fmla="*/ 41 w 26"/>
                <a:gd name="T5" fmla="*/ 80 h 33"/>
                <a:gd name="T6" fmla="*/ 41 w 26"/>
                <a:gd name="T7" fmla="*/ 240 h 33"/>
                <a:gd name="T8" fmla="*/ 137 w 26"/>
                <a:gd name="T9" fmla="*/ 248 h 33"/>
                <a:gd name="T10" fmla="*/ 188 w 26"/>
                <a:gd name="T11" fmla="*/ 176 h 33"/>
                <a:gd name="T12" fmla="*/ 212 w 26"/>
                <a:gd name="T13" fmla="*/ 12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5" y="16"/>
                  </a:moveTo>
                  <a:cubicBezTo>
                    <a:pt x="26" y="13"/>
                    <a:pt x="26" y="10"/>
                    <a:pt x="24" y="8"/>
                  </a:cubicBezTo>
                  <a:cubicBezTo>
                    <a:pt x="20" y="0"/>
                    <a:pt x="10" y="3"/>
                    <a:pt x="5" y="10"/>
                  </a:cubicBezTo>
                  <a:cubicBezTo>
                    <a:pt x="0" y="18"/>
                    <a:pt x="1" y="27"/>
                    <a:pt x="5" y="30"/>
                  </a:cubicBezTo>
                  <a:cubicBezTo>
                    <a:pt x="8" y="33"/>
                    <a:pt x="12" y="33"/>
                    <a:pt x="16" y="31"/>
                  </a:cubicBezTo>
                  <a:cubicBezTo>
                    <a:pt x="19" y="28"/>
                    <a:pt x="20" y="24"/>
                    <a:pt x="22" y="22"/>
                  </a:cubicBezTo>
                  <a:cubicBezTo>
                    <a:pt x="23" y="20"/>
                    <a:pt x="25" y="18"/>
                    <a:pt x="25" y="1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9" name="Freeform 5134">
              <a:extLst>
                <a:ext uri="{FF2B5EF4-FFF2-40B4-BE49-F238E27FC236}">
                  <a16:creationId xmlns:a16="http://schemas.microsoft.com/office/drawing/2014/main" id="{BF55252E-EE1E-4E55-BE7D-044EDCEE3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977"/>
              <a:ext cx="24" cy="32"/>
            </a:xfrm>
            <a:custGeom>
              <a:avLst/>
              <a:gdLst>
                <a:gd name="T0" fmla="*/ 80 w 12"/>
                <a:gd name="T1" fmla="*/ 0 h 16"/>
                <a:gd name="T2" fmla="*/ 40 w 12"/>
                <a:gd name="T3" fmla="*/ 24 h 16"/>
                <a:gd name="T4" fmla="*/ 0 w 12"/>
                <a:gd name="T5" fmla="*/ 96 h 16"/>
                <a:gd name="T6" fmla="*/ 16 w 12"/>
                <a:gd name="T7" fmla="*/ 128 h 16"/>
                <a:gd name="T8" fmla="*/ 8 w 12"/>
                <a:gd name="T9" fmla="*/ 96 h 16"/>
                <a:gd name="T10" fmla="*/ 40 w 12"/>
                <a:gd name="T11" fmla="*/ 24 h 16"/>
                <a:gd name="T12" fmla="*/ 80 w 12"/>
                <a:gd name="T13" fmla="*/ 8 h 16"/>
                <a:gd name="T14" fmla="*/ 96 w 12"/>
                <a:gd name="T15" fmla="*/ 24 h 16"/>
                <a:gd name="T16" fmla="*/ 80 w 12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6">
                  <a:moveTo>
                    <a:pt x="10" y="0"/>
                  </a:moveTo>
                  <a:cubicBezTo>
                    <a:pt x="9" y="0"/>
                    <a:pt x="7" y="1"/>
                    <a:pt x="5" y="3"/>
                  </a:cubicBezTo>
                  <a:cubicBezTo>
                    <a:pt x="2" y="6"/>
                    <a:pt x="0" y="10"/>
                    <a:pt x="0" y="12"/>
                  </a:cubicBezTo>
                  <a:cubicBezTo>
                    <a:pt x="1" y="14"/>
                    <a:pt x="1" y="15"/>
                    <a:pt x="2" y="16"/>
                  </a:cubicBezTo>
                  <a:cubicBezTo>
                    <a:pt x="1" y="15"/>
                    <a:pt x="1" y="14"/>
                    <a:pt x="1" y="12"/>
                  </a:cubicBezTo>
                  <a:cubicBezTo>
                    <a:pt x="0" y="10"/>
                    <a:pt x="2" y="6"/>
                    <a:pt x="5" y="3"/>
                  </a:cubicBezTo>
                  <a:cubicBezTo>
                    <a:pt x="7" y="1"/>
                    <a:pt x="9" y="0"/>
                    <a:pt x="10" y="1"/>
                  </a:cubicBezTo>
                  <a:cubicBezTo>
                    <a:pt x="11" y="1"/>
                    <a:pt x="12" y="2"/>
                    <a:pt x="12" y="3"/>
                  </a:cubicBezTo>
                  <a:cubicBezTo>
                    <a:pt x="12" y="2"/>
                    <a:pt x="11" y="1"/>
                    <a:pt x="10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5135">
              <a:extLst>
                <a:ext uri="{FF2B5EF4-FFF2-40B4-BE49-F238E27FC236}">
                  <a16:creationId xmlns:a16="http://schemas.microsoft.com/office/drawing/2014/main" id="{2689AA13-22B1-4F12-ACB5-C1476AEF2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919"/>
              <a:ext cx="46" cy="44"/>
            </a:xfrm>
            <a:custGeom>
              <a:avLst/>
              <a:gdLst>
                <a:gd name="T0" fmla="*/ 136 w 23"/>
                <a:gd name="T1" fmla="*/ 24 h 22"/>
                <a:gd name="T2" fmla="*/ 80 w 23"/>
                <a:gd name="T3" fmla="*/ 0 h 22"/>
                <a:gd name="T4" fmla="*/ 24 w 23"/>
                <a:gd name="T5" fmla="*/ 24 h 22"/>
                <a:gd name="T6" fmla="*/ 80 w 23"/>
                <a:gd name="T7" fmla="*/ 152 h 22"/>
                <a:gd name="T8" fmla="*/ 184 w 23"/>
                <a:gd name="T9" fmla="*/ 104 h 22"/>
                <a:gd name="T10" fmla="*/ 136 w 23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8"/>
                    <a:pt x="3" y="16"/>
                    <a:pt x="10" y="19"/>
                  </a:cubicBezTo>
                  <a:cubicBezTo>
                    <a:pt x="16" y="22"/>
                    <a:pt x="22" y="18"/>
                    <a:pt x="23" y="13"/>
                  </a:cubicBezTo>
                  <a:cubicBezTo>
                    <a:pt x="23" y="9"/>
                    <a:pt x="21" y="8"/>
                    <a:pt x="17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5136">
              <a:extLst>
                <a:ext uri="{FF2B5EF4-FFF2-40B4-BE49-F238E27FC236}">
                  <a16:creationId xmlns:a16="http://schemas.microsoft.com/office/drawing/2014/main" id="{BE58DDEB-9996-471B-997B-C5E4CD18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919"/>
              <a:ext cx="46" cy="44"/>
            </a:xfrm>
            <a:custGeom>
              <a:avLst/>
              <a:gdLst>
                <a:gd name="T0" fmla="*/ 136 w 23"/>
                <a:gd name="T1" fmla="*/ 24 h 22"/>
                <a:gd name="T2" fmla="*/ 80 w 23"/>
                <a:gd name="T3" fmla="*/ 0 h 22"/>
                <a:gd name="T4" fmla="*/ 24 w 23"/>
                <a:gd name="T5" fmla="*/ 24 h 22"/>
                <a:gd name="T6" fmla="*/ 80 w 23"/>
                <a:gd name="T7" fmla="*/ 152 h 22"/>
                <a:gd name="T8" fmla="*/ 184 w 23"/>
                <a:gd name="T9" fmla="*/ 104 h 22"/>
                <a:gd name="T10" fmla="*/ 136 w 23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8"/>
                    <a:pt x="3" y="16"/>
                    <a:pt x="10" y="19"/>
                  </a:cubicBezTo>
                  <a:cubicBezTo>
                    <a:pt x="16" y="22"/>
                    <a:pt x="22" y="18"/>
                    <a:pt x="23" y="13"/>
                  </a:cubicBezTo>
                  <a:cubicBezTo>
                    <a:pt x="23" y="9"/>
                    <a:pt x="21" y="8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5137">
              <a:extLst>
                <a:ext uri="{FF2B5EF4-FFF2-40B4-BE49-F238E27FC236}">
                  <a16:creationId xmlns:a16="http://schemas.microsoft.com/office/drawing/2014/main" id="{85B72745-90E4-4E82-953C-95334F404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927"/>
              <a:ext cx="24" cy="22"/>
            </a:xfrm>
            <a:custGeom>
              <a:avLst/>
              <a:gdLst>
                <a:gd name="T0" fmla="*/ 96 w 12"/>
                <a:gd name="T1" fmla="*/ 48 h 11"/>
                <a:gd name="T2" fmla="*/ 80 w 12"/>
                <a:gd name="T3" fmla="*/ 80 h 11"/>
                <a:gd name="T4" fmla="*/ 24 w 12"/>
                <a:gd name="T5" fmla="*/ 64 h 11"/>
                <a:gd name="T6" fmla="*/ 8 w 12"/>
                <a:gd name="T7" fmla="*/ 24 h 11"/>
                <a:gd name="T8" fmla="*/ 32 w 12"/>
                <a:gd name="T9" fmla="*/ 0 h 11"/>
                <a:gd name="T10" fmla="*/ 8 w 12"/>
                <a:gd name="T11" fmla="*/ 24 h 11"/>
                <a:gd name="T12" fmla="*/ 24 w 12"/>
                <a:gd name="T13" fmla="*/ 64 h 11"/>
                <a:gd name="T14" fmla="*/ 80 w 12"/>
                <a:gd name="T15" fmla="*/ 88 h 11"/>
                <a:gd name="T16" fmla="*/ 96 w 12"/>
                <a:gd name="T17" fmla="*/ 48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8"/>
                    <a:pt x="12" y="10"/>
                    <a:pt x="10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6" y="11"/>
                    <a:pt x="9" y="11"/>
                    <a:pt x="10" y="11"/>
                  </a:cubicBezTo>
                  <a:cubicBezTo>
                    <a:pt x="12" y="10"/>
                    <a:pt x="12" y="8"/>
                    <a:pt x="12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Freeform 5138">
              <a:extLst>
                <a:ext uri="{FF2B5EF4-FFF2-40B4-BE49-F238E27FC236}">
                  <a16:creationId xmlns:a16="http://schemas.microsoft.com/office/drawing/2014/main" id="{45680129-8C28-43CF-91A6-A3A6411C4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037"/>
              <a:ext cx="70" cy="42"/>
            </a:xfrm>
            <a:custGeom>
              <a:avLst/>
              <a:gdLst>
                <a:gd name="T0" fmla="*/ 192 w 35"/>
                <a:gd name="T1" fmla="*/ 160 h 21"/>
                <a:gd name="T2" fmla="*/ 248 w 35"/>
                <a:gd name="T3" fmla="*/ 120 h 21"/>
                <a:gd name="T4" fmla="*/ 152 w 35"/>
                <a:gd name="T5" fmla="*/ 0 h 21"/>
                <a:gd name="T6" fmla="*/ 8 w 35"/>
                <a:gd name="T7" fmla="*/ 80 h 21"/>
                <a:gd name="T8" fmla="*/ 48 w 35"/>
                <a:gd name="T9" fmla="*/ 152 h 21"/>
                <a:gd name="T10" fmla="*/ 136 w 35"/>
                <a:gd name="T11" fmla="*/ 160 h 21"/>
                <a:gd name="T12" fmla="*/ 192 w 35"/>
                <a:gd name="T13" fmla="*/ 16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1">
                  <a:moveTo>
                    <a:pt x="24" y="20"/>
                  </a:moveTo>
                  <a:cubicBezTo>
                    <a:pt x="27" y="19"/>
                    <a:pt x="29" y="17"/>
                    <a:pt x="31" y="15"/>
                  </a:cubicBezTo>
                  <a:cubicBezTo>
                    <a:pt x="35" y="7"/>
                    <a:pt x="28" y="0"/>
                    <a:pt x="19" y="0"/>
                  </a:cubicBezTo>
                  <a:cubicBezTo>
                    <a:pt x="9" y="0"/>
                    <a:pt x="2" y="5"/>
                    <a:pt x="1" y="10"/>
                  </a:cubicBezTo>
                  <a:cubicBezTo>
                    <a:pt x="0" y="15"/>
                    <a:pt x="2" y="18"/>
                    <a:pt x="6" y="19"/>
                  </a:cubicBezTo>
                  <a:cubicBezTo>
                    <a:pt x="10" y="21"/>
                    <a:pt x="14" y="20"/>
                    <a:pt x="17" y="20"/>
                  </a:cubicBezTo>
                  <a:cubicBezTo>
                    <a:pt x="19" y="20"/>
                    <a:pt x="22" y="21"/>
                    <a:pt x="24" y="2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Freeform 5139">
              <a:extLst>
                <a:ext uri="{FF2B5EF4-FFF2-40B4-BE49-F238E27FC236}">
                  <a16:creationId xmlns:a16="http://schemas.microsoft.com/office/drawing/2014/main" id="{E33F40F6-3792-4DE8-8BD0-48851AD8A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037"/>
              <a:ext cx="70" cy="42"/>
            </a:xfrm>
            <a:custGeom>
              <a:avLst/>
              <a:gdLst>
                <a:gd name="T0" fmla="*/ 192 w 35"/>
                <a:gd name="T1" fmla="*/ 160 h 21"/>
                <a:gd name="T2" fmla="*/ 248 w 35"/>
                <a:gd name="T3" fmla="*/ 120 h 21"/>
                <a:gd name="T4" fmla="*/ 152 w 35"/>
                <a:gd name="T5" fmla="*/ 0 h 21"/>
                <a:gd name="T6" fmla="*/ 8 w 35"/>
                <a:gd name="T7" fmla="*/ 80 h 21"/>
                <a:gd name="T8" fmla="*/ 48 w 35"/>
                <a:gd name="T9" fmla="*/ 152 h 21"/>
                <a:gd name="T10" fmla="*/ 136 w 35"/>
                <a:gd name="T11" fmla="*/ 160 h 21"/>
                <a:gd name="T12" fmla="*/ 192 w 35"/>
                <a:gd name="T13" fmla="*/ 16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1">
                  <a:moveTo>
                    <a:pt x="24" y="20"/>
                  </a:moveTo>
                  <a:cubicBezTo>
                    <a:pt x="27" y="19"/>
                    <a:pt x="29" y="17"/>
                    <a:pt x="31" y="15"/>
                  </a:cubicBezTo>
                  <a:cubicBezTo>
                    <a:pt x="35" y="7"/>
                    <a:pt x="28" y="0"/>
                    <a:pt x="19" y="0"/>
                  </a:cubicBezTo>
                  <a:cubicBezTo>
                    <a:pt x="9" y="0"/>
                    <a:pt x="2" y="5"/>
                    <a:pt x="1" y="10"/>
                  </a:cubicBezTo>
                  <a:cubicBezTo>
                    <a:pt x="0" y="15"/>
                    <a:pt x="2" y="18"/>
                    <a:pt x="6" y="19"/>
                  </a:cubicBezTo>
                  <a:cubicBezTo>
                    <a:pt x="10" y="21"/>
                    <a:pt x="14" y="20"/>
                    <a:pt x="17" y="20"/>
                  </a:cubicBezTo>
                  <a:cubicBezTo>
                    <a:pt x="19" y="20"/>
                    <a:pt x="22" y="21"/>
                    <a:pt x="24" y="20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5140">
              <a:extLst>
                <a:ext uri="{FF2B5EF4-FFF2-40B4-BE49-F238E27FC236}">
                  <a16:creationId xmlns:a16="http://schemas.microsoft.com/office/drawing/2014/main" id="{F4D8FBFA-8F54-4E27-A70B-7BD9A4A7A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049"/>
              <a:ext cx="36" cy="14"/>
            </a:xfrm>
            <a:custGeom>
              <a:avLst/>
              <a:gdLst>
                <a:gd name="T0" fmla="*/ 144 w 18"/>
                <a:gd name="T1" fmla="*/ 32 h 7"/>
                <a:gd name="T2" fmla="*/ 104 w 18"/>
                <a:gd name="T3" fmla="*/ 8 h 7"/>
                <a:gd name="T4" fmla="*/ 16 w 18"/>
                <a:gd name="T5" fmla="*/ 16 h 7"/>
                <a:gd name="T6" fmla="*/ 0 w 18"/>
                <a:gd name="T7" fmla="*/ 40 h 7"/>
                <a:gd name="T8" fmla="*/ 16 w 18"/>
                <a:gd name="T9" fmla="*/ 16 h 7"/>
                <a:gd name="T10" fmla="*/ 104 w 18"/>
                <a:gd name="T11" fmla="*/ 8 h 7"/>
                <a:gd name="T12" fmla="*/ 136 w 18"/>
                <a:gd name="T13" fmla="*/ 32 h 7"/>
                <a:gd name="T14" fmla="*/ 128 w 18"/>
                <a:gd name="T15" fmla="*/ 56 h 7"/>
                <a:gd name="T16" fmla="*/ 144 w 18"/>
                <a:gd name="T17" fmla="*/ 3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7">
                  <a:moveTo>
                    <a:pt x="18" y="4"/>
                  </a:moveTo>
                  <a:cubicBezTo>
                    <a:pt x="17" y="3"/>
                    <a:pt x="15" y="1"/>
                    <a:pt x="13" y="1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5" y="1"/>
                    <a:pt x="9" y="0"/>
                    <a:pt x="13" y="1"/>
                  </a:cubicBezTo>
                  <a:cubicBezTo>
                    <a:pt x="15" y="2"/>
                    <a:pt x="17" y="3"/>
                    <a:pt x="17" y="4"/>
                  </a:cubicBezTo>
                  <a:cubicBezTo>
                    <a:pt x="18" y="5"/>
                    <a:pt x="17" y="6"/>
                    <a:pt x="16" y="7"/>
                  </a:cubicBezTo>
                  <a:cubicBezTo>
                    <a:pt x="17" y="6"/>
                    <a:pt x="18" y="5"/>
                    <a:pt x="18" y="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5141">
              <a:extLst>
                <a:ext uri="{FF2B5EF4-FFF2-40B4-BE49-F238E27FC236}">
                  <a16:creationId xmlns:a16="http://schemas.microsoft.com/office/drawing/2014/main" id="{D9904FBD-F47E-4FE2-A58E-D06FFA12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971"/>
              <a:ext cx="52" cy="66"/>
            </a:xfrm>
            <a:custGeom>
              <a:avLst/>
              <a:gdLst>
                <a:gd name="T0" fmla="*/ 200 w 26"/>
                <a:gd name="T1" fmla="*/ 128 h 33"/>
                <a:gd name="T2" fmla="*/ 192 w 26"/>
                <a:gd name="T3" fmla="*/ 64 h 33"/>
                <a:gd name="T4" fmla="*/ 40 w 26"/>
                <a:gd name="T5" fmla="*/ 80 h 33"/>
                <a:gd name="T6" fmla="*/ 32 w 26"/>
                <a:gd name="T7" fmla="*/ 240 h 33"/>
                <a:gd name="T8" fmla="*/ 120 w 26"/>
                <a:gd name="T9" fmla="*/ 248 h 33"/>
                <a:gd name="T10" fmla="*/ 168 w 26"/>
                <a:gd name="T11" fmla="*/ 184 h 33"/>
                <a:gd name="T12" fmla="*/ 200 w 26"/>
                <a:gd name="T13" fmla="*/ 12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5" y="16"/>
                  </a:moveTo>
                  <a:cubicBezTo>
                    <a:pt x="26" y="13"/>
                    <a:pt x="26" y="10"/>
                    <a:pt x="24" y="8"/>
                  </a:cubicBezTo>
                  <a:cubicBezTo>
                    <a:pt x="20" y="0"/>
                    <a:pt x="10" y="3"/>
                    <a:pt x="5" y="10"/>
                  </a:cubicBezTo>
                  <a:cubicBezTo>
                    <a:pt x="0" y="18"/>
                    <a:pt x="1" y="27"/>
                    <a:pt x="4" y="30"/>
                  </a:cubicBezTo>
                  <a:cubicBezTo>
                    <a:pt x="8" y="33"/>
                    <a:pt x="12" y="33"/>
                    <a:pt x="15" y="31"/>
                  </a:cubicBezTo>
                  <a:cubicBezTo>
                    <a:pt x="18" y="29"/>
                    <a:pt x="20" y="25"/>
                    <a:pt x="21" y="23"/>
                  </a:cubicBezTo>
                  <a:cubicBezTo>
                    <a:pt x="23" y="20"/>
                    <a:pt x="25" y="18"/>
                    <a:pt x="25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5142">
              <a:extLst>
                <a:ext uri="{FF2B5EF4-FFF2-40B4-BE49-F238E27FC236}">
                  <a16:creationId xmlns:a16="http://schemas.microsoft.com/office/drawing/2014/main" id="{79C517F1-2199-4581-85B0-44D0C9F6F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971"/>
              <a:ext cx="52" cy="66"/>
            </a:xfrm>
            <a:custGeom>
              <a:avLst/>
              <a:gdLst>
                <a:gd name="T0" fmla="*/ 200 w 26"/>
                <a:gd name="T1" fmla="*/ 128 h 33"/>
                <a:gd name="T2" fmla="*/ 192 w 26"/>
                <a:gd name="T3" fmla="*/ 64 h 33"/>
                <a:gd name="T4" fmla="*/ 40 w 26"/>
                <a:gd name="T5" fmla="*/ 80 h 33"/>
                <a:gd name="T6" fmla="*/ 32 w 26"/>
                <a:gd name="T7" fmla="*/ 240 h 33"/>
                <a:gd name="T8" fmla="*/ 120 w 26"/>
                <a:gd name="T9" fmla="*/ 248 h 33"/>
                <a:gd name="T10" fmla="*/ 168 w 26"/>
                <a:gd name="T11" fmla="*/ 184 h 33"/>
                <a:gd name="T12" fmla="*/ 200 w 26"/>
                <a:gd name="T13" fmla="*/ 12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5" y="16"/>
                  </a:moveTo>
                  <a:cubicBezTo>
                    <a:pt x="26" y="13"/>
                    <a:pt x="26" y="10"/>
                    <a:pt x="24" y="8"/>
                  </a:cubicBezTo>
                  <a:cubicBezTo>
                    <a:pt x="20" y="0"/>
                    <a:pt x="10" y="3"/>
                    <a:pt x="5" y="10"/>
                  </a:cubicBezTo>
                  <a:cubicBezTo>
                    <a:pt x="0" y="18"/>
                    <a:pt x="1" y="27"/>
                    <a:pt x="4" y="30"/>
                  </a:cubicBezTo>
                  <a:cubicBezTo>
                    <a:pt x="8" y="33"/>
                    <a:pt x="12" y="33"/>
                    <a:pt x="15" y="31"/>
                  </a:cubicBezTo>
                  <a:cubicBezTo>
                    <a:pt x="18" y="29"/>
                    <a:pt x="20" y="25"/>
                    <a:pt x="21" y="23"/>
                  </a:cubicBezTo>
                  <a:cubicBezTo>
                    <a:pt x="23" y="20"/>
                    <a:pt x="25" y="18"/>
                    <a:pt x="25" y="1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5143">
              <a:extLst>
                <a:ext uri="{FF2B5EF4-FFF2-40B4-BE49-F238E27FC236}">
                  <a16:creationId xmlns:a16="http://schemas.microsoft.com/office/drawing/2014/main" id="{8E691914-B9CF-4DE1-B295-95F539520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991"/>
              <a:ext cx="24" cy="32"/>
            </a:xfrm>
            <a:custGeom>
              <a:avLst/>
              <a:gdLst>
                <a:gd name="T0" fmla="*/ 80 w 12"/>
                <a:gd name="T1" fmla="*/ 0 h 16"/>
                <a:gd name="T2" fmla="*/ 32 w 12"/>
                <a:gd name="T3" fmla="*/ 24 h 16"/>
                <a:gd name="T4" fmla="*/ 0 w 12"/>
                <a:gd name="T5" fmla="*/ 96 h 16"/>
                <a:gd name="T6" fmla="*/ 16 w 12"/>
                <a:gd name="T7" fmla="*/ 128 h 16"/>
                <a:gd name="T8" fmla="*/ 0 w 12"/>
                <a:gd name="T9" fmla="*/ 96 h 16"/>
                <a:gd name="T10" fmla="*/ 32 w 12"/>
                <a:gd name="T11" fmla="*/ 24 h 16"/>
                <a:gd name="T12" fmla="*/ 80 w 12"/>
                <a:gd name="T13" fmla="*/ 8 h 16"/>
                <a:gd name="T14" fmla="*/ 96 w 12"/>
                <a:gd name="T15" fmla="*/ 24 h 16"/>
                <a:gd name="T16" fmla="*/ 80 w 12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6">
                  <a:moveTo>
                    <a:pt x="10" y="0"/>
                  </a:moveTo>
                  <a:cubicBezTo>
                    <a:pt x="8" y="0"/>
                    <a:pt x="6" y="1"/>
                    <a:pt x="4" y="3"/>
                  </a:cubicBezTo>
                  <a:cubicBezTo>
                    <a:pt x="2" y="6"/>
                    <a:pt x="0" y="10"/>
                    <a:pt x="0" y="12"/>
                  </a:cubicBezTo>
                  <a:cubicBezTo>
                    <a:pt x="0" y="14"/>
                    <a:pt x="1" y="15"/>
                    <a:pt x="2" y="16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10"/>
                    <a:pt x="2" y="6"/>
                    <a:pt x="4" y="3"/>
                  </a:cubicBezTo>
                  <a:cubicBezTo>
                    <a:pt x="6" y="1"/>
                    <a:pt x="8" y="0"/>
                    <a:pt x="10" y="1"/>
                  </a:cubicBezTo>
                  <a:cubicBezTo>
                    <a:pt x="11" y="1"/>
                    <a:pt x="12" y="2"/>
                    <a:pt x="12" y="3"/>
                  </a:cubicBezTo>
                  <a:cubicBezTo>
                    <a:pt x="12" y="2"/>
                    <a:pt x="11" y="1"/>
                    <a:pt x="10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5144">
              <a:extLst>
                <a:ext uri="{FF2B5EF4-FFF2-40B4-BE49-F238E27FC236}">
                  <a16:creationId xmlns:a16="http://schemas.microsoft.com/office/drawing/2014/main" id="{74B8DCA5-2F35-4144-8A74-E88E913A4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655"/>
              <a:ext cx="48" cy="54"/>
            </a:xfrm>
            <a:custGeom>
              <a:avLst/>
              <a:gdLst>
                <a:gd name="T0" fmla="*/ 136 w 24"/>
                <a:gd name="T1" fmla="*/ 24 h 27"/>
                <a:gd name="T2" fmla="*/ 88 w 24"/>
                <a:gd name="T3" fmla="*/ 0 h 27"/>
                <a:gd name="T4" fmla="*/ 24 w 24"/>
                <a:gd name="T5" fmla="*/ 128 h 27"/>
                <a:gd name="T6" fmla="*/ 144 w 24"/>
                <a:gd name="T7" fmla="*/ 208 h 27"/>
                <a:gd name="T8" fmla="*/ 192 w 24"/>
                <a:gd name="T9" fmla="*/ 144 h 27"/>
                <a:gd name="T10" fmla="*/ 168 w 24"/>
                <a:gd name="T11" fmla="*/ 72 h 27"/>
                <a:gd name="T12" fmla="*/ 136 w 24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7" y="24"/>
                    <a:pt x="14" y="27"/>
                    <a:pt x="18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4"/>
                    <a:pt x="22" y="11"/>
                    <a:pt x="21" y="9"/>
                  </a:cubicBezTo>
                  <a:cubicBezTo>
                    <a:pt x="20" y="7"/>
                    <a:pt x="19" y="4"/>
                    <a:pt x="17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5145">
              <a:extLst>
                <a:ext uri="{FF2B5EF4-FFF2-40B4-BE49-F238E27FC236}">
                  <a16:creationId xmlns:a16="http://schemas.microsoft.com/office/drawing/2014/main" id="{D3736E93-E4C3-44EF-86CA-FBDF266B7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655"/>
              <a:ext cx="48" cy="54"/>
            </a:xfrm>
            <a:custGeom>
              <a:avLst/>
              <a:gdLst>
                <a:gd name="T0" fmla="*/ 136 w 24"/>
                <a:gd name="T1" fmla="*/ 24 h 27"/>
                <a:gd name="T2" fmla="*/ 88 w 24"/>
                <a:gd name="T3" fmla="*/ 0 h 27"/>
                <a:gd name="T4" fmla="*/ 24 w 24"/>
                <a:gd name="T5" fmla="*/ 128 h 27"/>
                <a:gd name="T6" fmla="*/ 144 w 24"/>
                <a:gd name="T7" fmla="*/ 208 h 27"/>
                <a:gd name="T8" fmla="*/ 192 w 24"/>
                <a:gd name="T9" fmla="*/ 144 h 27"/>
                <a:gd name="T10" fmla="*/ 168 w 24"/>
                <a:gd name="T11" fmla="*/ 72 h 27"/>
                <a:gd name="T12" fmla="*/ 136 w 24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7" y="24"/>
                    <a:pt x="14" y="27"/>
                    <a:pt x="18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4"/>
                    <a:pt x="22" y="11"/>
                    <a:pt x="21" y="9"/>
                  </a:cubicBezTo>
                  <a:cubicBezTo>
                    <a:pt x="20" y="7"/>
                    <a:pt x="19" y="4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5146">
              <a:extLst>
                <a:ext uri="{FF2B5EF4-FFF2-40B4-BE49-F238E27FC236}">
                  <a16:creationId xmlns:a16="http://schemas.microsoft.com/office/drawing/2014/main" id="{205DA7E4-09F3-4C75-9832-FF2CBEC28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667"/>
              <a:ext cx="18" cy="30"/>
            </a:xfrm>
            <a:custGeom>
              <a:avLst/>
              <a:gdLst>
                <a:gd name="T0" fmla="*/ 8 w 9"/>
                <a:gd name="T1" fmla="*/ 8 h 15"/>
                <a:gd name="T2" fmla="*/ 0 w 9"/>
                <a:gd name="T3" fmla="*/ 48 h 15"/>
                <a:gd name="T4" fmla="*/ 48 w 9"/>
                <a:gd name="T5" fmla="*/ 112 h 15"/>
                <a:gd name="T6" fmla="*/ 72 w 9"/>
                <a:gd name="T7" fmla="*/ 112 h 15"/>
                <a:gd name="T8" fmla="*/ 48 w 9"/>
                <a:gd name="T9" fmla="*/ 112 h 15"/>
                <a:gd name="T10" fmla="*/ 8 w 9"/>
                <a:gd name="T11" fmla="*/ 48 h 15"/>
                <a:gd name="T12" fmla="*/ 8 w 9"/>
                <a:gd name="T13" fmla="*/ 8 h 15"/>
                <a:gd name="T14" fmla="*/ 32 w 9"/>
                <a:gd name="T15" fmla="*/ 8 h 15"/>
                <a:gd name="T16" fmla="*/ 8 w 9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10"/>
                    <a:pt x="4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8" y="15"/>
                    <a:pt x="7" y="14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5147">
              <a:extLst>
                <a:ext uri="{FF2B5EF4-FFF2-40B4-BE49-F238E27FC236}">
                  <a16:creationId xmlns:a16="http://schemas.microsoft.com/office/drawing/2014/main" id="{EF1E2679-A86E-48E6-82B2-B459C116D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751"/>
              <a:ext cx="60" cy="60"/>
            </a:xfrm>
            <a:custGeom>
              <a:avLst/>
              <a:gdLst>
                <a:gd name="T0" fmla="*/ 136 w 30"/>
                <a:gd name="T1" fmla="*/ 240 h 30"/>
                <a:gd name="T2" fmla="*/ 216 w 30"/>
                <a:gd name="T3" fmla="*/ 104 h 30"/>
                <a:gd name="T4" fmla="*/ 72 w 30"/>
                <a:gd name="T5" fmla="*/ 40 h 30"/>
                <a:gd name="T6" fmla="*/ 136 w 30"/>
                <a:gd name="T7" fmla="*/ 24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0">
                  <a:moveTo>
                    <a:pt x="17" y="30"/>
                  </a:moveTo>
                  <a:cubicBezTo>
                    <a:pt x="26" y="30"/>
                    <a:pt x="30" y="22"/>
                    <a:pt x="27" y="13"/>
                  </a:cubicBezTo>
                  <a:cubicBezTo>
                    <a:pt x="24" y="4"/>
                    <a:pt x="17" y="0"/>
                    <a:pt x="9" y="5"/>
                  </a:cubicBezTo>
                  <a:cubicBezTo>
                    <a:pt x="0" y="9"/>
                    <a:pt x="3" y="30"/>
                    <a:pt x="17" y="3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5148">
              <a:extLst>
                <a:ext uri="{FF2B5EF4-FFF2-40B4-BE49-F238E27FC236}">
                  <a16:creationId xmlns:a16="http://schemas.microsoft.com/office/drawing/2014/main" id="{1D813833-B751-4091-83CE-DC6608F4B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751"/>
              <a:ext cx="60" cy="60"/>
            </a:xfrm>
            <a:custGeom>
              <a:avLst/>
              <a:gdLst>
                <a:gd name="T0" fmla="*/ 136 w 30"/>
                <a:gd name="T1" fmla="*/ 240 h 30"/>
                <a:gd name="T2" fmla="*/ 216 w 30"/>
                <a:gd name="T3" fmla="*/ 104 h 30"/>
                <a:gd name="T4" fmla="*/ 72 w 30"/>
                <a:gd name="T5" fmla="*/ 40 h 30"/>
                <a:gd name="T6" fmla="*/ 136 w 30"/>
                <a:gd name="T7" fmla="*/ 24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0">
                  <a:moveTo>
                    <a:pt x="17" y="30"/>
                  </a:moveTo>
                  <a:cubicBezTo>
                    <a:pt x="26" y="30"/>
                    <a:pt x="30" y="22"/>
                    <a:pt x="27" y="13"/>
                  </a:cubicBezTo>
                  <a:cubicBezTo>
                    <a:pt x="24" y="4"/>
                    <a:pt x="17" y="0"/>
                    <a:pt x="9" y="5"/>
                  </a:cubicBezTo>
                  <a:cubicBezTo>
                    <a:pt x="0" y="9"/>
                    <a:pt x="3" y="30"/>
                    <a:pt x="17" y="30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5149">
              <a:extLst>
                <a:ext uri="{FF2B5EF4-FFF2-40B4-BE49-F238E27FC236}">
                  <a16:creationId xmlns:a16="http://schemas.microsoft.com/office/drawing/2014/main" id="{A9D5196E-1D4E-4641-B16E-2FD40A0C2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769"/>
              <a:ext cx="32" cy="30"/>
            </a:xfrm>
            <a:custGeom>
              <a:avLst/>
              <a:gdLst>
                <a:gd name="T0" fmla="*/ 120 w 16"/>
                <a:gd name="T1" fmla="*/ 32 h 15"/>
                <a:gd name="T2" fmla="*/ 112 w 16"/>
                <a:gd name="T3" fmla="*/ 88 h 15"/>
                <a:gd name="T4" fmla="*/ 56 w 16"/>
                <a:gd name="T5" fmla="*/ 112 h 15"/>
                <a:gd name="T6" fmla="*/ 8 w 16"/>
                <a:gd name="T7" fmla="*/ 64 h 15"/>
                <a:gd name="T8" fmla="*/ 16 w 16"/>
                <a:gd name="T9" fmla="*/ 0 h 15"/>
                <a:gd name="T10" fmla="*/ 8 w 16"/>
                <a:gd name="T11" fmla="*/ 64 h 15"/>
                <a:gd name="T12" fmla="*/ 56 w 16"/>
                <a:gd name="T13" fmla="*/ 112 h 15"/>
                <a:gd name="T14" fmla="*/ 112 w 16"/>
                <a:gd name="T15" fmla="*/ 88 h 15"/>
                <a:gd name="T16" fmla="*/ 120 w 16"/>
                <a:gd name="T17" fmla="*/ 32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5">
                  <a:moveTo>
                    <a:pt x="15" y="4"/>
                  </a:moveTo>
                  <a:cubicBezTo>
                    <a:pt x="16" y="6"/>
                    <a:pt x="15" y="9"/>
                    <a:pt x="14" y="11"/>
                  </a:cubicBezTo>
                  <a:cubicBezTo>
                    <a:pt x="12" y="13"/>
                    <a:pt x="9" y="15"/>
                    <a:pt x="7" y="14"/>
                  </a:cubicBezTo>
                  <a:cubicBezTo>
                    <a:pt x="5" y="14"/>
                    <a:pt x="2" y="11"/>
                    <a:pt x="1" y="8"/>
                  </a:cubicBezTo>
                  <a:cubicBezTo>
                    <a:pt x="0" y="5"/>
                    <a:pt x="1" y="2"/>
                    <a:pt x="2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2" y="12"/>
                    <a:pt x="4" y="14"/>
                    <a:pt x="7" y="14"/>
                  </a:cubicBezTo>
                  <a:cubicBezTo>
                    <a:pt x="9" y="15"/>
                    <a:pt x="12" y="14"/>
                    <a:pt x="14" y="11"/>
                  </a:cubicBezTo>
                  <a:cubicBezTo>
                    <a:pt x="16" y="9"/>
                    <a:pt x="16" y="6"/>
                    <a:pt x="15" y="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5150">
              <a:extLst>
                <a:ext uri="{FF2B5EF4-FFF2-40B4-BE49-F238E27FC236}">
                  <a16:creationId xmlns:a16="http://schemas.microsoft.com/office/drawing/2014/main" id="{F0F7D4B7-FE77-4E8C-B4BF-C9AE230AE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837"/>
              <a:ext cx="56" cy="56"/>
            </a:xfrm>
            <a:custGeom>
              <a:avLst/>
              <a:gdLst>
                <a:gd name="T0" fmla="*/ 48 w 28"/>
                <a:gd name="T1" fmla="*/ 48 h 28"/>
                <a:gd name="T2" fmla="*/ 176 w 28"/>
                <a:gd name="T3" fmla="*/ 56 h 28"/>
                <a:gd name="T4" fmla="*/ 168 w 28"/>
                <a:gd name="T5" fmla="*/ 192 h 28"/>
                <a:gd name="T6" fmla="*/ 48 w 28"/>
                <a:gd name="T7" fmla="*/ 4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6" y="6"/>
                  </a:moveTo>
                  <a:cubicBezTo>
                    <a:pt x="9" y="0"/>
                    <a:pt x="17" y="0"/>
                    <a:pt x="22" y="7"/>
                  </a:cubicBezTo>
                  <a:cubicBezTo>
                    <a:pt x="28" y="13"/>
                    <a:pt x="28" y="20"/>
                    <a:pt x="21" y="24"/>
                  </a:cubicBezTo>
                  <a:cubicBezTo>
                    <a:pt x="15" y="28"/>
                    <a:pt x="0" y="16"/>
                    <a:pt x="6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5151">
              <a:extLst>
                <a:ext uri="{FF2B5EF4-FFF2-40B4-BE49-F238E27FC236}">
                  <a16:creationId xmlns:a16="http://schemas.microsoft.com/office/drawing/2014/main" id="{672F01CB-F65F-4E59-8F23-A99CFE58E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837"/>
              <a:ext cx="56" cy="56"/>
            </a:xfrm>
            <a:custGeom>
              <a:avLst/>
              <a:gdLst>
                <a:gd name="T0" fmla="*/ 48 w 28"/>
                <a:gd name="T1" fmla="*/ 48 h 28"/>
                <a:gd name="T2" fmla="*/ 176 w 28"/>
                <a:gd name="T3" fmla="*/ 56 h 28"/>
                <a:gd name="T4" fmla="*/ 168 w 28"/>
                <a:gd name="T5" fmla="*/ 192 h 28"/>
                <a:gd name="T6" fmla="*/ 48 w 28"/>
                <a:gd name="T7" fmla="*/ 4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6" y="6"/>
                  </a:moveTo>
                  <a:cubicBezTo>
                    <a:pt x="9" y="0"/>
                    <a:pt x="17" y="0"/>
                    <a:pt x="22" y="7"/>
                  </a:cubicBezTo>
                  <a:cubicBezTo>
                    <a:pt x="28" y="13"/>
                    <a:pt x="28" y="20"/>
                    <a:pt x="21" y="24"/>
                  </a:cubicBezTo>
                  <a:cubicBezTo>
                    <a:pt x="15" y="28"/>
                    <a:pt x="0" y="16"/>
                    <a:pt x="6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5152">
              <a:extLst>
                <a:ext uri="{FF2B5EF4-FFF2-40B4-BE49-F238E27FC236}">
                  <a16:creationId xmlns:a16="http://schemas.microsoft.com/office/drawing/2014/main" id="{931A1727-E6F8-4022-AF07-7850B3217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851"/>
              <a:ext cx="24" cy="28"/>
            </a:xfrm>
            <a:custGeom>
              <a:avLst/>
              <a:gdLst>
                <a:gd name="T0" fmla="*/ 96 w 12"/>
                <a:gd name="T1" fmla="*/ 24 h 14"/>
                <a:gd name="T2" fmla="*/ 48 w 12"/>
                <a:gd name="T3" fmla="*/ 0 h 14"/>
                <a:gd name="T4" fmla="*/ 8 w 12"/>
                <a:gd name="T5" fmla="*/ 32 h 14"/>
                <a:gd name="T6" fmla="*/ 24 w 12"/>
                <a:gd name="T7" fmla="*/ 88 h 14"/>
                <a:gd name="T8" fmla="*/ 80 w 12"/>
                <a:gd name="T9" fmla="*/ 112 h 14"/>
                <a:gd name="T10" fmla="*/ 24 w 12"/>
                <a:gd name="T11" fmla="*/ 88 h 14"/>
                <a:gd name="T12" fmla="*/ 8 w 12"/>
                <a:gd name="T13" fmla="*/ 32 h 14"/>
                <a:gd name="T14" fmla="*/ 48 w 12"/>
                <a:gd name="T15" fmla="*/ 0 h 14"/>
                <a:gd name="T16" fmla="*/ 96 w 12"/>
                <a:gd name="T17" fmla="*/ 2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4">
                  <a:moveTo>
                    <a:pt x="12" y="3"/>
                  </a:moveTo>
                  <a:cubicBezTo>
                    <a:pt x="11" y="1"/>
                    <a:pt x="9" y="0"/>
                    <a:pt x="6" y="0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6"/>
                    <a:pt x="1" y="9"/>
                    <a:pt x="3" y="11"/>
                  </a:cubicBezTo>
                  <a:cubicBezTo>
                    <a:pt x="5" y="13"/>
                    <a:pt x="7" y="14"/>
                    <a:pt x="10" y="14"/>
                  </a:cubicBezTo>
                  <a:cubicBezTo>
                    <a:pt x="7" y="14"/>
                    <a:pt x="5" y="13"/>
                    <a:pt x="3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9" y="0"/>
                    <a:pt x="11" y="1"/>
                    <a:pt x="12" y="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5153">
              <a:extLst>
                <a:ext uri="{FF2B5EF4-FFF2-40B4-BE49-F238E27FC236}">
                  <a16:creationId xmlns:a16="http://schemas.microsoft.com/office/drawing/2014/main" id="{7455EDEB-C6AB-475C-AD58-01473F72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01"/>
              <a:ext cx="48" cy="56"/>
            </a:xfrm>
            <a:custGeom>
              <a:avLst/>
              <a:gdLst>
                <a:gd name="T0" fmla="*/ 136 w 24"/>
                <a:gd name="T1" fmla="*/ 32 h 28"/>
                <a:gd name="T2" fmla="*/ 88 w 24"/>
                <a:gd name="T3" fmla="*/ 8 h 28"/>
                <a:gd name="T4" fmla="*/ 24 w 24"/>
                <a:gd name="T5" fmla="*/ 136 h 28"/>
                <a:gd name="T6" fmla="*/ 144 w 24"/>
                <a:gd name="T7" fmla="*/ 216 h 28"/>
                <a:gd name="T8" fmla="*/ 192 w 24"/>
                <a:gd name="T9" fmla="*/ 144 h 28"/>
                <a:gd name="T10" fmla="*/ 160 w 24"/>
                <a:gd name="T11" fmla="*/ 80 h 28"/>
                <a:gd name="T12" fmla="*/ 136 w 24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2" y="0"/>
                    <a:pt x="0" y="9"/>
                    <a:pt x="3" y="17"/>
                  </a:cubicBezTo>
                  <a:cubicBezTo>
                    <a:pt x="7" y="24"/>
                    <a:pt x="14" y="28"/>
                    <a:pt x="18" y="27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1" y="12"/>
                    <a:pt x="20" y="10"/>
                  </a:cubicBezTo>
                  <a:cubicBezTo>
                    <a:pt x="19" y="8"/>
                    <a:pt x="19" y="5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5154">
              <a:extLst>
                <a:ext uri="{FF2B5EF4-FFF2-40B4-BE49-F238E27FC236}">
                  <a16:creationId xmlns:a16="http://schemas.microsoft.com/office/drawing/2014/main" id="{29D3F2EA-3DCE-4B2B-A3D3-3595C7E99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01"/>
              <a:ext cx="48" cy="56"/>
            </a:xfrm>
            <a:custGeom>
              <a:avLst/>
              <a:gdLst>
                <a:gd name="T0" fmla="*/ 136 w 24"/>
                <a:gd name="T1" fmla="*/ 32 h 28"/>
                <a:gd name="T2" fmla="*/ 88 w 24"/>
                <a:gd name="T3" fmla="*/ 8 h 28"/>
                <a:gd name="T4" fmla="*/ 24 w 24"/>
                <a:gd name="T5" fmla="*/ 136 h 28"/>
                <a:gd name="T6" fmla="*/ 144 w 24"/>
                <a:gd name="T7" fmla="*/ 216 h 28"/>
                <a:gd name="T8" fmla="*/ 192 w 24"/>
                <a:gd name="T9" fmla="*/ 144 h 28"/>
                <a:gd name="T10" fmla="*/ 160 w 24"/>
                <a:gd name="T11" fmla="*/ 80 h 28"/>
                <a:gd name="T12" fmla="*/ 136 w 24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2" y="0"/>
                    <a:pt x="0" y="9"/>
                    <a:pt x="3" y="17"/>
                  </a:cubicBezTo>
                  <a:cubicBezTo>
                    <a:pt x="7" y="24"/>
                    <a:pt x="14" y="28"/>
                    <a:pt x="18" y="27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1" y="12"/>
                    <a:pt x="20" y="10"/>
                  </a:cubicBezTo>
                  <a:cubicBezTo>
                    <a:pt x="19" y="8"/>
                    <a:pt x="19" y="5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5155">
              <a:extLst>
                <a:ext uri="{FF2B5EF4-FFF2-40B4-BE49-F238E27FC236}">
                  <a16:creationId xmlns:a16="http://schemas.microsoft.com/office/drawing/2014/main" id="{416480E2-C4D8-4E00-94B4-957617B16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815"/>
              <a:ext cx="18" cy="28"/>
            </a:xfrm>
            <a:custGeom>
              <a:avLst/>
              <a:gdLst>
                <a:gd name="T0" fmla="*/ 8 w 9"/>
                <a:gd name="T1" fmla="*/ 0 h 14"/>
                <a:gd name="T2" fmla="*/ 0 w 9"/>
                <a:gd name="T3" fmla="*/ 48 h 14"/>
                <a:gd name="T4" fmla="*/ 48 w 9"/>
                <a:gd name="T5" fmla="*/ 112 h 14"/>
                <a:gd name="T6" fmla="*/ 72 w 9"/>
                <a:gd name="T7" fmla="*/ 112 h 14"/>
                <a:gd name="T8" fmla="*/ 48 w 9"/>
                <a:gd name="T9" fmla="*/ 104 h 14"/>
                <a:gd name="T10" fmla="*/ 0 w 9"/>
                <a:gd name="T11" fmla="*/ 48 h 14"/>
                <a:gd name="T12" fmla="*/ 8 w 9"/>
                <a:gd name="T13" fmla="*/ 8 h 14"/>
                <a:gd name="T14" fmla="*/ 32 w 9"/>
                <a:gd name="T15" fmla="*/ 0 h 14"/>
                <a:gd name="T16" fmla="*/ 8 w 9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1" y="9"/>
                    <a:pt x="3" y="13"/>
                    <a:pt x="6" y="14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8" y="14"/>
                    <a:pt x="7" y="14"/>
                    <a:pt x="6" y="13"/>
                  </a:cubicBezTo>
                  <a:cubicBezTo>
                    <a:pt x="4" y="12"/>
                    <a:pt x="1" y="9"/>
                    <a:pt x="0" y="6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5156">
              <a:extLst>
                <a:ext uri="{FF2B5EF4-FFF2-40B4-BE49-F238E27FC236}">
                  <a16:creationId xmlns:a16="http://schemas.microsoft.com/office/drawing/2014/main" id="{936AB3F0-6EA4-42DA-9F30-BB1C79861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899"/>
              <a:ext cx="46" cy="72"/>
            </a:xfrm>
            <a:custGeom>
              <a:avLst/>
              <a:gdLst>
                <a:gd name="T0" fmla="*/ 184 w 23"/>
                <a:gd name="T1" fmla="*/ 112 h 36"/>
                <a:gd name="T2" fmla="*/ 152 w 23"/>
                <a:gd name="T3" fmla="*/ 48 h 36"/>
                <a:gd name="T4" fmla="*/ 16 w 23"/>
                <a:gd name="T5" fmla="*/ 120 h 36"/>
                <a:gd name="T6" fmla="*/ 64 w 23"/>
                <a:gd name="T7" fmla="*/ 272 h 36"/>
                <a:gd name="T8" fmla="*/ 144 w 23"/>
                <a:gd name="T9" fmla="*/ 248 h 36"/>
                <a:gd name="T10" fmla="*/ 168 w 23"/>
                <a:gd name="T11" fmla="*/ 168 h 36"/>
                <a:gd name="T12" fmla="*/ 184 w 23"/>
                <a:gd name="T13" fmla="*/ 11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6">
                  <a:moveTo>
                    <a:pt x="23" y="14"/>
                  </a:moveTo>
                  <a:cubicBezTo>
                    <a:pt x="22" y="11"/>
                    <a:pt x="21" y="8"/>
                    <a:pt x="19" y="6"/>
                  </a:cubicBezTo>
                  <a:cubicBezTo>
                    <a:pt x="12" y="0"/>
                    <a:pt x="4" y="6"/>
                    <a:pt x="2" y="15"/>
                  </a:cubicBezTo>
                  <a:cubicBezTo>
                    <a:pt x="0" y="24"/>
                    <a:pt x="4" y="32"/>
                    <a:pt x="8" y="34"/>
                  </a:cubicBezTo>
                  <a:cubicBezTo>
                    <a:pt x="12" y="36"/>
                    <a:pt x="16" y="34"/>
                    <a:pt x="18" y="31"/>
                  </a:cubicBezTo>
                  <a:cubicBezTo>
                    <a:pt x="21" y="28"/>
                    <a:pt x="21" y="23"/>
                    <a:pt x="21" y="21"/>
                  </a:cubicBezTo>
                  <a:cubicBezTo>
                    <a:pt x="22" y="19"/>
                    <a:pt x="23" y="16"/>
                    <a:pt x="23" y="1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5157">
              <a:extLst>
                <a:ext uri="{FF2B5EF4-FFF2-40B4-BE49-F238E27FC236}">
                  <a16:creationId xmlns:a16="http://schemas.microsoft.com/office/drawing/2014/main" id="{F2F38CEB-7E58-4776-8B74-1205552FB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899"/>
              <a:ext cx="46" cy="72"/>
            </a:xfrm>
            <a:custGeom>
              <a:avLst/>
              <a:gdLst>
                <a:gd name="T0" fmla="*/ 184 w 23"/>
                <a:gd name="T1" fmla="*/ 112 h 36"/>
                <a:gd name="T2" fmla="*/ 152 w 23"/>
                <a:gd name="T3" fmla="*/ 48 h 36"/>
                <a:gd name="T4" fmla="*/ 16 w 23"/>
                <a:gd name="T5" fmla="*/ 120 h 36"/>
                <a:gd name="T6" fmla="*/ 64 w 23"/>
                <a:gd name="T7" fmla="*/ 272 h 36"/>
                <a:gd name="T8" fmla="*/ 144 w 23"/>
                <a:gd name="T9" fmla="*/ 248 h 36"/>
                <a:gd name="T10" fmla="*/ 168 w 23"/>
                <a:gd name="T11" fmla="*/ 168 h 36"/>
                <a:gd name="T12" fmla="*/ 184 w 23"/>
                <a:gd name="T13" fmla="*/ 11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6">
                  <a:moveTo>
                    <a:pt x="23" y="14"/>
                  </a:moveTo>
                  <a:cubicBezTo>
                    <a:pt x="22" y="11"/>
                    <a:pt x="21" y="8"/>
                    <a:pt x="19" y="6"/>
                  </a:cubicBezTo>
                  <a:cubicBezTo>
                    <a:pt x="12" y="0"/>
                    <a:pt x="4" y="6"/>
                    <a:pt x="2" y="15"/>
                  </a:cubicBezTo>
                  <a:cubicBezTo>
                    <a:pt x="0" y="24"/>
                    <a:pt x="4" y="32"/>
                    <a:pt x="8" y="34"/>
                  </a:cubicBezTo>
                  <a:cubicBezTo>
                    <a:pt x="12" y="36"/>
                    <a:pt x="16" y="34"/>
                    <a:pt x="18" y="31"/>
                  </a:cubicBezTo>
                  <a:cubicBezTo>
                    <a:pt x="21" y="28"/>
                    <a:pt x="21" y="23"/>
                    <a:pt x="21" y="21"/>
                  </a:cubicBezTo>
                  <a:cubicBezTo>
                    <a:pt x="22" y="19"/>
                    <a:pt x="23" y="16"/>
                    <a:pt x="23" y="1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5158">
              <a:extLst>
                <a:ext uri="{FF2B5EF4-FFF2-40B4-BE49-F238E27FC236}">
                  <a16:creationId xmlns:a16="http://schemas.microsoft.com/office/drawing/2014/main" id="{8BEC767D-EB5F-4346-A2D3-742FE2FF4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921"/>
              <a:ext cx="18" cy="34"/>
            </a:xfrm>
            <a:custGeom>
              <a:avLst/>
              <a:gdLst>
                <a:gd name="T0" fmla="*/ 48 w 9"/>
                <a:gd name="T1" fmla="*/ 0 h 17"/>
                <a:gd name="T2" fmla="*/ 16 w 9"/>
                <a:gd name="T3" fmla="*/ 32 h 17"/>
                <a:gd name="T4" fmla="*/ 8 w 9"/>
                <a:gd name="T5" fmla="*/ 120 h 17"/>
                <a:gd name="T6" fmla="*/ 32 w 9"/>
                <a:gd name="T7" fmla="*/ 136 h 17"/>
                <a:gd name="T8" fmla="*/ 8 w 9"/>
                <a:gd name="T9" fmla="*/ 120 h 17"/>
                <a:gd name="T10" fmla="*/ 16 w 9"/>
                <a:gd name="T11" fmla="*/ 32 h 17"/>
                <a:gd name="T12" fmla="*/ 48 w 9"/>
                <a:gd name="T13" fmla="*/ 0 h 17"/>
                <a:gd name="T14" fmla="*/ 72 w 9"/>
                <a:gd name="T15" fmla="*/ 16 h 17"/>
                <a:gd name="T16" fmla="*/ 48 w 9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7">
                  <a:moveTo>
                    <a:pt x="6" y="0"/>
                  </a:moveTo>
                  <a:cubicBezTo>
                    <a:pt x="5" y="0"/>
                    <a:pt x="3" y="2"/>
                    <a:pt x="2" y="4"/>
                  </a:cubicBezTo>
                  <a:cubicBezTo>
                    <a:pt x="0" y="8"/>
                    <a:pt x="0" y="12"/>
                    <a:pt x="1" y="15"/>
                  </a:cubicBezTo>
                  <a:cubicBezTo>
                    <a:pt x="2" y="16"/>
                    <a:pt x="3" y="17"/>
                    <a:pt x="4" y="17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2"/>
                    <a:pt x="0" y="8"/>
                    <a:pt x="2" y="4"/>
                  </a:cubicBezTo>
                  <a:cubicBezTo>
                    <a:pt x="3" y="2"/>
                    <a:pt x="5" y="0"/>
                    <a:pt x="6" y="0"/>
                  </a:cubicBezTo>
                  <a:cubicBezTo>
                    <a:pt x="7" y="0"/>
                    <a:pt x="8" y="1"/>
                    <a:pt x="9" y="2"/>
                  </a:cubicBezTo>
                  <a:cubicBezTo>
                    <a:pt x="8" y="1"/>
                    <a:pt x="7" y="0"/>
                    <a:pt x="6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5159">
              <a:extLst>
                <a:ext uri="{FF2B5EF4-FFF2-40B4-BE49-F238E27FC236}">
                  <a16:creationId xmlns:a16="http://schemas.microsoft.com/office/drawing/2014/main" id="{8251E6B5-5E1F-44CF-AE08-8F21DDD36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19"/>
              <a:ext cx="56" cy="58"/>
            </a:xfrm>
            <a:custGeom>
              <a:avLst/>
              <a:gdLst>
                <a:gd name="T0" fmla="*/ 152 w 28"/>
                <a:gd name="T1" fmla="*/ 200 h 29"/>
                <a:gd name="T2" fmla="*/ 192 w 28"/>
                <a:gd name="T3" fmla="*/ 64 h 29"/>
                <a:gd name="T4" fmla="*/ 48 w 28"/>
                <a:gd name="T5" fmla="*/ 48 h 29"/>
                <a:gd name="T6" fmla="*/ 152 w 28"/>
                <a:gd name="T7" fmla="*/ 20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19" y="25"/>
                  </a:moveTo>
                  <a:cubicBezTo>
                    <a:pt x="26" y="23"/>
                    <a:pt x="28" y="15"/>
                    <a:pt x="24" y="8"/>
                  </a:cubicBezTo>
                  <a:cubicBezTo>
                    <a:pt x="19" y="2"/>
                    <a:pt x="11" y="0"/>
                    <a:pt x="6" y="6"/>
                  </a:cubicBezTo>
                  <a:cubicBezTo>
                    <a:pt x="0" y="11"/>
                    <a:pt x="7" y="29"/>
                    <a:pt x="19" y="2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5160">
              <a:extLst>
                <a:ext uri="{FF2B5EF4-FFF2-40B4-BE49-F238E27FC236}">
                  <a16:creationId xmlns:a16="http://schemas.microsoft.com/office/drawing/2014/main" id="{764A8A73-B0B5-4AB6-8D93-723F347F4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19"/>
              <a:ext cx="56" cy="58"/>
            </a:xfrm>
            <a:custGeom>
              <a:avLst/>
              <a:gdLst>
                <a:gd name="T0" fmla="*/ 152 w 28"/>
                <a:gd name="T1" fmla="*/ 200 h 29"/>
                <a:gd name="T2" fmla="*/ 192 w 28"/>
                <a:gd name="T3" fmla="*/ 64 h 29"/>
                <a:gd name="T4" fmla="*/ 48 w 28"/>
                <a:gd name="T5" fmla="*/ 48 h 29"/>
                <a:gd name="T6" fmla="*/ 152 w 28"/>
                <a:gd name="T7" fmla="*/ 20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19" y="25"/>
                  </a:moveTo>
                  <a:cubicBezTo>
                    <a:pt x="26" y="23"/>
                    <a:pt x="28" y="15"/>
                    <a:pt x="24" y="8"/>
                  </a:cubicBezTo>
                  <a:cubicBezTo>
                    <a:pt x="19" y="2"/>
                    <a:pt x="11" y="0"/>
                    <a:pt x="6" y="6"/>
                  </a:cubicBezTo>
                  <a:cubicBezTo>
                    <a:pt x="0" y="11"/>
                    <a:pt x="7" y="29"/>
                    <a:pt x="19" y="2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5161">
              <a:extLst>
                <a:ext uri="{FF2B5EF4-FFF2-40B4-BE49-F238E27FC236}">
                  <a16:creationId xmlns:a16="http://schemas.microsoft.com/office/drawing/2014/main" id="{D4737A85-DBA5-4816-B64D-BCDBF9CDC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937"/>
              <a:ext cx="30" cy="22"/>
            </a:xfrm>
            <a:custGeom>
              <a:avLst/>
              <a:gdLst>
                <a:gd name="T0" fmla="*/ 104 w 15"/>
                <a:gd name="T1" fmla="*/ 0 h 11"/>
                <a:gd name="T2" fmla="*/ 112 w 15"/>
                <a:gd name="T3" fmla="*/ 48 h 11"/>
                <a:gd name="T4" fmla="*/ 72 w 15"/>
                <a:gd name="T5" fmla="*/ 88 h 11"/>
                <a:gd name="T6" fmla="*/ 16 w 15"/>
                <a:gd name="T7" fmla="*/ 56 h 11"/>
                <a:gd name="T8" fmla="*/ 8 w 15"/>
                <a:gd name="T9" fmla="*/ 0 h 11"/>
                <a:gd name="T10" fmla="*/ 16 w 15"/>
                <a:gd name="T11" fmla="*/ 56 h 11"/>
                <a:gd name="T12" fmla="*/ 72 w 15"/>
                <a:gd name="T13" fmla="*/ 88 h 11"/>
                <a:gd name="T14" fmla="*/ 112 w 15"/>
                <a:gd name="T15" fmla="*/ 48 h 11"/>
                <a:gd name="T16" fmla="*/ 104 w 15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14" y="2"/>
                    <a:pt x="14" y="4"/>
                    <a:pt x="14" y="6"/>
                  </a:cubicBezTo>
                  <a:cubicBezTo>
                    <a:pt x="13" y="9"/>
                    <a:pt x="11" y="11"/>
                    <a:pt x="9" y="11"/>
                  </a:cubicBezTo>
                  <a:cubicBezTo>
                    <a:pt x="6" y="11"/>
                    <a:pt x="4" y="10"/>
                    <a:pt x="2" y="7"/>
                  </a:cubicBezTo>
                  <a:cubicBezTo>
                    <a:pt x="1" y="5"/>
                    <a:pt x="0" y="2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10"/>
                    <a:pt x="6" y="11"/>
                    <a:pt x="9" y="11"/>
                  </a:cubicBezTo>
                  <a:cubicBezTo>
                    <a:pt x="11" y="11"/>
                    <a:pt x="13" y="9"/>
                    <a:pt x="14" y="6"/>
                  </a:cubicBezTo>
                  <a:cubicBezTo>
                    <a:pt x="15" y="4"/>
                    <a:pt x="14" y="2"/>
                    <a:pt x="13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5162">
              <a:extLst>
                <a:ext uri="{FF2B5EF4-FFF2-40B4-BE49-F238E27FC236}">
                  <a16:creationId xmlns:a16="http://schemas.microsoft.com/office/drawing/2014/main" id="{79B6D840-EA94-4ECF-A8B8-9C9A76DFE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841"/>
              <a:ext cx="56" cy="52"/>
            </a:xfrm>
            <a:custGeom>
              <a:avLst/>
              <a:gdLst>
                <a:gd name="T0" fmla="*/ 160 w 28"/>
                <a:gd name="T1" fmla="*/ 24 h 26"/>
                <a:gd name="T2" fmla="*/ 88 w 28"/>
                <a:gd name="T3" fmla="*/ 0 h 26"/>
                <a:gd name="T4" fmla="*/ 32 w 28"/>
                <a:gd name="T5" fmla="*/ 48 h 26"/>
                <a:gd name="T6" fmla="*/ 104 w 28"/>
                <a:gd name="T7" fmla="*/ 192 h 26"/>
                <a:gd name="T8" fmla="*/ 224 w 28"/>
                <a:gd name="T9" fmla="*/ 112 h 26"/>
                <a:gd name="T10" fmla="*/ 160 w 28"/>
                <a:gd name="T11" fmla="*/ 2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6">
                  <a:moveTo>
                    <a:pt x="20" y="3"/>
                  </a:moveTo>
                  <a:cubicBezTo>
                    <a:pt x="17" y="1"/>
                    <a:pt x="14" y="0"/>
                    <a:pt x="11" y="0"/>
                  </a:cubicBezTo>
                  <a:cubicBezTo>
                    <a:pt x="8" y="1"/>
                    <a:pt x="5" y="3"/>
                    <a:pt x="4" y="6"/>
                  </a:cubicBezTo>
                  <a:cubicBezTo>
                    <a:pt x="0" y="13"/>
                    <a:pt x="5" y="22"/>
                    <a:pt x="13" y="24"/>
                  </a:cubicBezTo>
                  <a:cubicBezTo>
                    <a:pt x="22" y="26"/>
                    <a:pt x="28" y="20"/>
                    <a:pt x="28" y="14"/>
                  </a:cubicBezTo>
                  <a:cubicBezTo>
                    <a:pt x="28" y="9"/>
                    <a:pt x="26" y="7"/>
                    <a:pt x="20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5163">
              <a:extLst>
                <a:ext uri="{FF2B5EF4-FFF2-40B4-BE49-F238E27FC236}">
                  <a16:creationId xmlns:a16="http://schemas.microsoft.com/office/drawing/2014/main" id="{7E6A1CE6-2942-4799-84FB-231BC273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841"/>
              <a:ext cx="56" cy="52"/>
            </a:xfrm>
            <a:custGeom>
              <a:avLst/>
              <a:gdLst>
                <a:gd name="T0" fmla="*/ 160 w 28"/>
                <a:gd name="T1" fmla="*/ 24 h 26"/>
                <a:gd name="T2" fmla="*/ 88 w 28"/>
                <a:gd name="T3" fmla="*/ 0 h 26"/>
                <a:gd name="T4" fmla="*/ 32 w 28"/>
                <a:gd name="T5" fmla="*/ 48 h 26"/>
                <a:gd name="T6" fmla="*/ 104 w 28"/>
                <a:gd name="T7" fmla="*/ 192 h 26"/>
                <a:gd name="T8" fmla="*/ 224 w 28"/>
                <a:gd name="T9" fmla="*/ 112 h 26"/>
                <a:gd name="T10" fmla="*/ 160 w 28"/>
                <a:gd name="T11" fmla="*/ 2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6">
                  <a:moveTo>
                    <a:pt x="20" y="3"/>
                  </a:moveTo>
                  <a:cubicBezTo>
                    <a:pt x="17" y="1"/>
                    <a:pt x="14" y="0"/>
                    <a:pt x="11" y="0"/>
                  </a:cubicBezTo>
                  <a:cubicBezTo>
                    <a:pt x="8" y="1"/>
                    <a:pt x="5" y="3"/>
                    <a:pt x="4" y="6"/>
                  </a:cubicBezTo>
                  <a:cubicBezTo>
                    <a:pt x="0" y="13"/>
                    <a:pt x="5" y="22"/>
                    <a:pt x="13" y="24"/>
                  </a:cubicBezTo>
                  <a:cubicBezTo>
                    <a:pt x="22" y="26"/>
                    <a:pt x="28" y="20"/>
                    <a:pt x="28" y="14"/>
                  </a:cubicBezTo>
                  <a:cubicBezTo>
                    <a:pt x="28" y="9"/>
                    <a:pt x="26" y="7"/>
                    <a:pt x="20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5164">
              <a:extLst>
                <a:ext uri="{FF2B5EF4-FFF2-40B4-BE49-F238E27FC236}">
                  <a16:creationId xmlns:a16="http://schemas.microsoft.com/office/drawing/2014/main" id="{0AFCEF07-B325-493B-82EE-29C972F1C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853"/>
              <a:ext cx="30" cy="26"/>
            </a:xfrm>
            <a:custGeom>
              <a:avLst/>
              <a:gdLst>
                <a:gd name="T0" fmla="*/ 112 w 15"/>
                <a:gd name="T1" fmla="*/ 40 h 13"/>
                <a:gd name="T2" fmla="*/ 104 w 15"/>
                <a:gd name="T3" fmla="*/ 88 h 13"/>
                <a:gd name="T4" fmla="*/ 32 w 15"/>
                <a:gd name="T5" fmla="*/ 80 h 13"/>
                <a:gd name="T6" fmla="*/ 8 w 15"/>
                <a:gd name="T7" fmla="*/ 32 h 13"/>
                <a:gd name="T8" fmla="*/ 24 w 15"/>
                <a:gd name="T9" fmla="*/ 0 h 13"/>
                <a:gd name="T10" fmla="*/ 0 w 15"/>
                <a:gd name="T11" fmla="*/ 24 h 13"/>
                <a:gd name="T12" fmla="*/ 32 w 15"/>
                <a:gd name="T13" fmla="*/ 80 h 13"/>
                <a:gd name="T14" fmla="*/ 104 w 15"/>
                <a:gd name="T15" fmla="*/ 88 h 13"/>
                <a:gd name="T16" fmla="*/ 112 w 15"/>
                <a:gd name="T17" fmla="*/ 4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3">
                  <a:moveTo>
                    <a:pt x="14" y="5"/>
                  </a:moveTo>
                  <a:cubicBezTo>
                    <a:pt x="15" y="8"/>
                    <a:pt x="14" y="10"/>
                    <a:pt x="13" y="11"/>
                  </a:cubicBezTo>
                  <a:cubicBezTo>
                    <a:pt x="11" y="13"/>
                    <a:pt x="7" y="13"/>
                    <a:pt x="4" y="10"/>
                  </a:cubicBezTo>
                  <a:cubicBezTo>
                    <a:pt x="1" y="7"/>
                    <a:pt x="0" y="5"/>
                    <a:pt x="1" y="4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0" y="8"/>
                    <a:pt x="4" y="10"/>
                  </a:cubicBezTo>
                  <a:cubicBezTo>
                    <a:pt x="7" y="13"/>
                    <a:pt x="11" y="13"/>
                    <a:pt x="13" y="11"/>
                  </a:cubicBezTo>
                  <a:cubicBezTo>
                    <a:pt x="15" y="10"/>
                    <a:pt x="15" y="8"/>
                    <a:pt x="14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5165">
              <a:extLst>
                <a:ext uri="{FF2B5EF4-FFF2-40B4-BE49-F238E27FC236}">
                  <a16:creationId xmlns:a16="http://schemas.microsoft.com/office/drawing/2014/main" id="{8A7C8272-DF9E-4BA9-BFC1-0606669F6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875"/>
              <a:ext cx="48" cy="56"/>
            </a:xfrm>
            <a:custGeom>
              <a:avLst/>
              <a:gdLst>
                <a:gd name="T0" fmla="*/ 136 w 24"/>
                <a:gd name="T1" fmla="*/ 32 h 28"/>
                <a:gd name="T2" fmla="*/ 88 w 24"/>
                <a:gd name="T3" fmla="*/ 8 h 28"/>
                <a:gd name="T4" fmla="*/ 24 w 24"/>
                <a:gd name="T5" fmla="*/ 136 h 28"/>
                <a:gd name="T6" fmla="*/ 144 w 24"/>
                <a:gd name="T7" fmla="*/ 216 h 28"/>
                <a:gd name="T8" fmla="*/ 192 w 24"/>
                <a:gd name="T9" fmla="*/ 152 h 28"/>
                <a:gd name="T10" fmla="*/ 160 w 24"/>
                <a:gd name="T11" fmla="*/ 80 h 28"/>
                <a:gd name="T12" fmla="*/ 136 w 24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2" y="0"/>
                    <a:pt x="0" y="9"/>
                    <a:pt x="3" y="17"/>
                  </a:cubicBezTo>
                  <a:cubicBezTo>
                    <a:pt x="6" y="24"/>
                    <a:pt x="14" y="28"/>
                    <a:pt x="18" y="27"/>
                  </a:cubicBezTo>
                  <a:cubicBezTo>
                    <a:pt x="22" y="26"/>
                    <a:pt x="24" y="23"/>
                    <a:pt x="24" y="19"/>
                  </a:cubicBezTo>
                  <a:cubicBezTo>
                    <a:pt x="24" y="15"/>
                    <a:pt x="21" y="12"/>
                    <a:pt x="20" y="10"/>
                  </a:cubicBezTo>
                  <a:cubicBezTo>
                    <a:pt x="19" y="8"/>
                    <a:pt x="19" y="5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5166">
              <a:extLst>
                <a:ext uri="{FF2B5EF4-FFF2-40B4-BE49-F238E27FC236}">
                  <a16:creationId xmlns:a16="http://schemas.microsoft.com/office/drawing/2014/main" id="{064B2492-9D27-413C-A7DF-015E0C3C0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875"/>
              <a:ext cx="48" cy="56"/>
            </a:xfrm>
            <a:custGeom>
              <a:avLst/>
              <a:gdLst>
                <a:gd name="T0" fmla="*/ 136 w 24"/>
                <a:gd name="T1" fmla="*/ 32 h 28"/>
                <a:gd name="T2" fmla="*/ 88 w 24"/>
                <a:gd name="T3" fmla="*/ 8 h 28"/>
                <a:gd name="T4" fmla="*/ 24 w 24"/>
                <a:gd name="T5" fmla="*/ 136 h 28"/>
                <a:gd name="T6" fmla="*/ 144 w 24"/>
                <a:gd name="T7" fmla="*/ 216 h 28"/>
                <a:gd name="T8" fmla="*/ 192 w 24"/>
                <a:gd name="T9" fmla="*/ 152 h 28"/>
                <a:gd name="T10" fmla="*/ 160 w 24"/>
                <a:gd name="T11" fmla="*/ 80 h 28"/>
                <a:gd name="T12" fmla="*/ 136 w 24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2" y="0"/>
                    <a:pt x="0" y="9"/>
                    <a:pt x="3" y="17"/>
                  </a:cubicBezTo>
                  <a:cubicBezTo>
                    <a:pt x="6" y="24"/>
                    <a:pt x="14" y="28"/>
                    <a:pt x="18" y="27"/>
                  </a:cubicBezTo>
                  <a:cubicBezTo>
                    <a:pt x="22" y="26"/>
                    <a:pt x="24" y="23"/>
                    <a:pt x="24" y="19"/>
                  </a:cubicBezTo>
                  <a:cubicBezTo>
                    <a:pt x="24" y="15"/>
                    <a:pt x="21" y="12"/>
                    <a:pt x="20" y="10"/>
                  </a:cubicBezTo>
                  <a:cubicBezTo>
                    <a:pt x="19" y="8"/>
                    <a:pt x="19" y="5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5167">
              <a:extLst>
                <a:ext uri="{FF2B5EF4-FFF2-40B4-BE49-F238E27FC236}">
                  <a16:creationId xmlns:a16="http://schemas.microsoft.com/office/drawing/2014/main" id="{4E05CFEE-522D-4DC5-870F-6B54319C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889"/>
              <a:ext cx="18" cy="28"/>
            </a:xfrm>
            <a:custGeom>
              <a:avLst/>
              <a:gdLst>
                <a:gd name="T0" fmla="*/ 8 w 9"/>
                <a:gd name="T1" fmla="*/ 8 h 14"/>
                <a:gd name="T2" fmla="*/ 0 w 9"/>
                <a:gd name="T3" fmla="*/ 48 h 14"/>
                <a:gd name="T4" fmla="*/ 40 w 9"/>
                <a:gd name="T5" fmla="*/ 112 h 14"/>
                <a:gd name="T6" fmla="*/ 72 w 9"/>
                <a:gd name="T7" fmla="*/ 112 h 14"/>
                <a:gd name="T8" fmla="*/ 48 w 9"/>
                <a:gd name="T9" fmla="*/ 112 h 14"/>
                <a:gd name="T10" fmla="*/ 0 w 9"/>
                <a:gd name="T11" fmla="*/ 48 h 14"/>
                <a:gd name="T12" fmla="*/ 8 w 9"/>
                <a:gd name="T13" fmla="*/ 8 h 14"/>
                <a:gd name="T14" fmla="*/ 32 w 9"/>
                <a:gd name="T15" fmla="*/ 8 h 14"/>
                <a:gd name="T16" fmla="*/ 8 w 9"/>
                <a:gd name="T17" fmla="*/ 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4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10"/>
                    <a:pt x="3" y="13"/>
                    <a:pt x="5" y="14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8" y="14"/>
                    <a:pt x="7" y="14"/>
                    <a:pt x="6" y="14"/>
                  </a:cubicBezTo>
                  <a:cubicBezTo>
                    <a:pt x="3" y="13"/>
                    <a:pt x="1" y="9"/>
                    <a:pt x="0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5168">
              <a:extLst>
                <a:ext uri="{FF2B5EF4-FFF2-40B4-BE49-F238E27FC236}">
                  <a16:creationId xmlns:a16="http://schemas.microsoft.com/office/drawing/2014/main" id="{F96A0C89-4DDB-4878-9279-A91CBA5B6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79"/>
              <a:ext cx="60" cy="50"/>
            </a:xfrm>
            <a:custGeom>
              <a:avLst/>
              <a:gdLst>
                <a:gd name="T0" fmla="*/ 144 w 30"/>
                <a:gd name="T1" fmla="*/ 16 h 25"/>
                <a:gd name="T2" fmla="*/ 64 w 30"/>
                <a:gd name="T3" fmla="*/ 8 h 25"/>
                <a:gd name="T4" fmla="*/ 16 w 30"/>
                <a:gd name="T5" fmla="*/ 64 h 25"/>
                <a:gd name="T6" fmla="*/ 128 w 30"/>
                <a:gd name="T7" fmla="*/ 192 h 25"/>
                <a:gd name="T8" fmla="*/ 232 w 30"/>
                <a:gd name="T9" fmla="*/ 96 h 25"/>
                <a:gd name="T10" fmla="*/ 144 w 30"/>
                <a:gd name="T11" fmla="*/ 1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18" y="2"/>
                  </a:moveTo>
                  <a:cubicBezTo>
                    <a:pt x="14" y="1"/>
                    <a:pt x="11" y="0"/>
                    <a:pt x="8" y="1"/>
                  </a:cubicBezTo>
                  <a:cubicBezTo>
                    <a:pt x="5" y="3"/>
                    <a:pt x="3" y="5"/>
                    <a:pt x="2" y="8"/>
                  </a:cubicBezTo>
                  <a:cubicBezTo>
                    <a:pt x="0" y="15"/>
                    <a:pt x="7" y="24"/>
                    <a:pt x="16" y="24"/>
                  </a:cubicBezTo>
                  <a:cubicBezTo>
                    <a:pt x="25" y="25"/>
                    <a:pt x="30" y="18"/>
                    <a:pt x="29" y="12"/>
                  </a:cubicBezTo>
                  <a:cubicBezTo>
                    <a:pt x="27" y="7"/>
                    <a:pt x="25" y="5"/>
                    <a:pt x="18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5169">
              <a:extLst>
                <a:ext uri="{FF2B5EF4-FFF2-40B4-BE49-F238E27FC236}">
                  <a16:creationId xmlns:a16="http://schemas.microsoft.com/office/drawing/2014/main" id="{5BDE0E2A-8B9F-456D-967C-AA8DA3E80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79"/>
              <a:ext cx="60" cy="50"/>
            </a:xfrm>
            <a:custGeom>
              <a:avLst/>
              <a:gdLst>
                <a:gd name="T0" fmla="*/ 144 w 30"/>
                <a:gd name="T1" fmla="*/ 16 h 25"/>
                <a:gd name="T2" fmla="*/ 64 w 30"/>
                <a:gd name="T3" fmla="*/ 8 h 25"/>
                <a:gd name="T4" fmla="*/ 16 w 30"/>
                <a:gd name="T5" fmla="*/ 64 h 25"/>
                <a:gd name="T6" fmla="*/ 128 w 30"/>
                <a:gd name="T7" fmla="*/ 192 h 25"/>
                <a:gd name="T8" fmla="*/ 232 w 30"/>
                <a:gd name="T9" fmla="*/ 96 h 25"/>
                <a:gd name="T10" fmla="*/ 144 w 30"/>
                <a:gd name="T11" fmla="*/ 1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18" y="2"/>
                  </a:moveTo>
                  <a:cubicBezTo>
                    <a:pt x="14" y="1"/>
                    <a:pt x="11" y="0"/>
                    <a:pt x="8" y="1"/>
                  </a:cubicBezTo>
                  <a:cubicBezTo>
                    <a:pt x="5" y="3"/>
                    <a:pt x="3" y="5"/>
                    <a:pt x="2" y="8"/>
                  </a:cubicBezTo>
                  <a:cubicBezTo>
                    <a:pt x="0" y="15"/>
                    <a:pt x="7" y="24"/>
                    <a:pt x="16" y="24"/>
                  </a:cubicBezTo>
                  <a:cubicBezTo>
                    <a:pt x="25" y="25"/>
                    <a:pt x="30" y="18"/>
                    <a:pt x="29" y="12"/>
                  </a:cubicBezTo>
                  <a:cubicBezTo>
                    <a:pt x="27" y="7"/>
                    <a:pt x="25" y="5"/>
                    <a:pt x="18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5170">
              <a:extLst>
                <a:ext uri="{FF2B5EF4-FFF2-40B4-BE49-F238E27FC236}">
                  <a16:creationId xmlns:a16="http://schemas.microsoft.com/office/drawing/2014/main" id="{CE484A8E-2ACA-4DA2-841F-59AD3AE6D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691"/>
              <a:ext cx="34" cy="26"/>
            </a:xfrm>
            <a:custGeom>
              <a:avLst/>
              <a:gdLst>
                <a:gd name="T0" fmla="*/ 120 w 17"/>
                <a:gd name="T1" fmla="*/ 32 h 13"/>
                <a:gd name="T2" fmla="*/ 120 w 17"/>
                <a:gd name="T3" fmla="*/ 80 h 13"/>
                <a:gd name="T4" fmla="*/ 48 w 17"/>
                <a:gd name="T5" fmla="*/ 88 h 13"/>
                <a:gd name="T6" fmla="*/ 8 w 17"/>
                <a:gd name="T7" fmla="*/ 40 h 13"/>
                <a:gd name="T8" fmla="*/ 24 w 17"/>
                <a:gd name="T9" fmla="*/ 0 h 13"/>
                <a:gd name="T10" fmla="*/ 0 w 17"/>
                <a:gd name="T11" fmla="*/ 40 h 13"/>
                <a:gd name="T12" fmla="*/ 40 w 17"/>
                <a:gd name="T13" fmla="*/ 88 h 13"/>
                <a:gd name="T14" fmla="*/ 120 w 17"/>
                <a:gd name="T15" fmla="*/ 80 h 13"/>
                <a:gd name="T16" fmla="*/ 120 w 17"/>
                <a:gd name="T17" fmla="*/ 3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3">
                  <a:moveTo>
                    <a:pt x="15" y="4"/>
                  </a:moveTo>
                  <a:cubicBezTo>
                    <a:pt x="16" y="6"/>
                    <a:pt x="16" y="8"/>
                    <a:pt x="15" y="10"/>
                  </a:cubicBezTo>
                  <a:cubicBezTo>
                    <a:pt x="14" y="12"/>
                    <a:pt x="10" y="13"/>
                    <a:pt x="6" y="11"/>
                  </a:cubicBezTo>
                  <a:cubicBezTo>
                    <a:pt x="2" y="9"/>
                    <a:pt x="1" y="6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6"/>
                    <a:pt x="1" y="9"/>
                    <a:pt x="5" y="11"/>
                  </a:cubicBezTo>
                  <a:cubicBezTo>
                    <a:pt x="10" y="13"/>
                    <a:pt x="14" y="12"/>
                    <a:pt x="15" y="10"/>
                  </a:cubicBezTo>
                  <a:cubicBezTo>
                    <a:pt x="17" y="8"/>
                    <a:pt x="16" y="6"/>
                    <a:pt x="15" y="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5171">
              <a:extLst>
                <a:ext uri="{FF2B5EF4-FFF2-40B4-BE49-F238E27FC236}">
                  <a16:creationId xmlns:a16="http://schemas.microsoft.com/office/drawing/2014/main" id="{C0DBDEAB-1400-455B-B5EB-43B723C56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703"/>
              <a:ext cx="62" cy="50"/>
            </a:xfrm>
            <a:custGeom>
              <a:avLst/>
              <a:gdLst>
                <a:gd name="T0" fmla="*/ 144 w 31"/>
                <a:gd name="T1" fmla="*/ 24 h 25"/>
                <a:gd name="T2" fmla="*/ 64 w 31"/>
                <a:gd name="T3" fmla="*/ 16 h 25"/>
                <a:gd name="T4" fmla="*/ 16 w 31"/>
                <a:gd name="T5" fmla="*/ 72 h 25"/>
                <a:gd name="T6" fmla="*/ 128 w 31"/>
                <a:gd name="T7" fmla="*/ 200 h 25"/>
                <a:gd name="T8" fmla="*/ 240 w 31"/>
                <a:gd name="T9" fmla="*/ 104 h 25"/>
                <a:gd name="T10" fmla="*/ 144 w 31"/>
                <a:gd name="T11" fmla="*/ 2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8" y="3"/>
                  </a:moveTo>
                  <a:cubicBezTo>
                    <a:pt x="15" y="1"/>
                    <a:pt x="12" y="0"/>
                    <a:pt x="8" y="2"/>
                  </a:cubicBezTo>
                  <a:cubicBezTo>
                    <a:pt x="6" y="3"/>
                    <a:pt x="3" y="6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5" y="25"/>
                    <a:pt x="31" y="18"/>
                    <a:pt x="30" y="13"/>
                  </a:cubicBezTo>
                  <a:cubicBezTo>
                    <a:pt x="28" y="8"/>
                    <a:pt x="26" y="6"/>
                    <a:pt x="18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5172">
              <a:extLst>
                <a:ext uri="{FF2B5EF4-FFF2-40B4-BE49-F238E27FC236}">
                  <a16:creationId xmlns:a16="http://schemas.microsoft.com/office/drawing/2014/main" id="{29B56EB8-4CE8-4F35-86F7-36202137A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703"/>
              <a:ext cx="62" cy="50"/>
            </a:xfrm>
            <a:custGeom>
              <a:avLst/>
              <a:gdLst>
                <a:gd name="T0" fmla="*/ 144 w 31"/>
                <a:gd name="T1" fmla="*/ 24 h 25"/>
                <a:gd name="T2" fmla="*/ 64 w 31"/>
                <a:gd name="T3" fmla="*/ 16 h 25"/>
                <a:gd name="T4" fmla="*/ 16 w 31"/>
                <a:gd name="T5" fmla="*/ 72 h 25"/>
                <a:gd name="T6" fmla="*/ 128 w 31"/>
                <a:gd name="T7" fmla="*/ 200 h 25"/>
                <a:gd name="T8" fmla="*/ 240 w 31"/>
                <a:gd name="T9" fmla="*/ 104 h 25"/>
                <a:gd name="T10" fmla="*/ 144 w 31"/>
                <a:gd name="T11" fmla="*/ 2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8" y="3"/>
                  </a:moveTo>
                  <a:cubicBezTo>
                    <a:pt x="15" y="1"/>
                    <a:pt x="12" y="0"/>
                    <a:pt x="8" y="2"/>
                  </a:cubicBezTo>
                  <a:cubicBezTo>
                    <a:pt x="6" y="3"/>
                    <a:pt x="3" y="6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5" y="25"/>
                    <a:pt x="31" y="18"/>
                    <a:pt x="30" y="13"/>
                  </a:cubicBezTo>
                  <a:cubicBezTo>
                    <a:pt x="28" y="8"/>
                    <a:pt x="26" y="6"/>
                    <a:pt x="18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5173">
              <a:extLst>
                <a:ext uri="{FF2B5EF4-FFF2-40B4-BE49-F238E27FC236}">
                  <a16:creationId xmlns:a16="http://schemas.microsoft.com/office/drawing/2014/main" id="{AC5A35BE-6417-4074-8DC1-8955EAC9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717"/>
              <a:ext cx="32" cy="26"/>
            </a:xfrm>
            <a:custGeom>
              <a:avLst/>
              <a:gdLst>
                <a:gd name="T0" fmla="*/ 112 w 16"/>
                <a:gd name="T1" fmla="*/ 32 h 13"/>
                <a:gd name="T2" fmla="*/ 112 w 16"/>
                <a:gd name="T3" fmla="*/ 80 h 13"/>
                <a:gd name="T4" fmla="*/ 40 w 16"/>
                <a:gd name="T5" fmla="*/ 80 h 13"/>
                <a:gd name="T6" fmla="*/ 0 w 16"/>
                <a:gd name="T7" fmla="*/ 32 h 13"/>
                <a:gd name="T8" fmla="*/ 16 w 16"/>
                <a:gd name="T9" fmla="*/ 0 h 13"/>
                <a:gd name="T10" fmla="*/ 0 w 16"/>
                <a:gd name="T11" fmla="*/ 32 h 13"/>
                <a:gd name="T12" fmla="*/ 40 w 16"/>
                <a:gd name="T13" fmla="*/ 80 h 13"/>
                <a:gd name="T14" fmla="*/ 120 w 16"/>
                <a:gd name="T15" fmla="*/ 80 h 13"/>
                <a:gd name="T16" fmla="*/ 112 w 16"/>
                <a:gd name="T17" fmla="*/ 3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3">
                  <a:moveTo>
                    <a:pt x="14" y="4"/>
                  </a:moveTo>
                  <a:cubicBezTo>
                    <a:pt x="16" y="6"/>
                    <a:pt x="16" y="8"/>
                    <a:pt x="14" y="10"/>
                  </a:cubicBezTo>
                  <a:cubicBezTo>
                    <a:pt x="13" y="11"/>
                    <a:pt x="9" y="12"/>
                    <a:pt x="5" y="10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9" y="13"/>
                    <a:pt x="13" y="12"/>
                    <a:pt x="15" y="10"/>
                  </a:cubicBezTo>
                  <a:cubicBezTo>
                    <a:pt x="16" y="8"/>
                    <a:pt x="16" y="6"/>
                    <a:pt x="14" y="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5174">
              <a:extLst>
                <a:ext uri="{FF2B5EF4-FFF2-40B4-BE49-F238E27FC236}">
                  <a16:creationId xmlns:a16="http://schemas.microsoft.com/office/drawing/2014/main" id="{DDC99E84-BC2C-4E8F-967D-3B448F2FC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547"/>
              <a:ext cx="62" cy="50"/>
            </a:xfrm>
            <a:custGeom>
              <a:avLst/>
              <a:gdLst>
                <a:gd name="T0" fmla="*/ 152 w 31"/>
                <a:gd name="T1" fmla="*/ 16 h 25"/>
                <a:gd name="T2" fmla="*/ 72 w 31"/>
                <a:gd name="T3" fmla="*/ 8 h 25"/>
                <a:gd name="T4" fmla="*/ 16 w 31"/>
                <a:gd name="T5" fmla="*/ 64 h 25"/>
                <a:gd name="T6" fmla="*/ 136 w 31"/>
                <a:gd name="T7" fmla="*/ 192 h 25"/>
                <a:gd name="T8" fmla="*/ 240 w 31"/>
                <a:gd name="T9" fmla="*/ 96 h 25"/>
                <a:gd name="T10" fmla="*/ 152 w 31"/>
                <a:gd name="T11" fmla="*/ 1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9" y="2"/>
                  </a:moveTo>
                  <a:cubicBezTo>
                    <a:pt x="15" y="1"/>
                    <a:pt x="12" y="0"/>
                    <a:pt x="9" y="1"/>
                  </a:cubicBezTo>
                  <a:cubicBezTo>
                    <a:pt x="6" y="3"/>
                    <a:pt x="3" y="5"/>
                    <a:pt x="2" y="8"/>
                  </a:cubicBezTo>
                  <a:cubicBezTo>
                    <a:pt x="0" y="15"/>
                    <a:pt x="7" y="23"/>
                    <a:pt x="17" y="24"/>
                  </a:cubicBezTo>
                  <a:cubicBezTo>
                    <a:pt x="26" y="25"/>
                    <a:pt x="31" y="17"/>
                    <a:pt x="30" y="12"/>
                  </a:cubicBezTo>
                  <a:cubicBezTo>
                    <a:pt x="28" y="7"/>
                    <a:pt x="26" y="5"/>
                    <a:pt x="19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5175">
              <a:extLst>
                <a:ext uri="{FF2B5EF4-FFF2-40B4-BE49-F238E27FC236}">
                  <a16:creationId xmlns:a16="http://schemas.microsoft.com/office/drawing/2014/main" id="{43CD50C4-19E9-4C0A-8DD8-4266D3425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547"/>
              <a:ext cx="62" cy="50"/>
            </a:xfrm>
            <a:custGeom>
              <a:avLst/>
              <a:gdLst>
                <a:gd name="T0" fmla="*/ 152 w 31"/>
                <a:gd name="T1" fmla="*/ 16 h 25"/>
                <a:gd name="T2" fmla="*/ 72 w 31"/>
                <a:gd name="T3" fmla="*/ 8 h 25"/>
                <a:gd name="T4" fmla="*/ 16 w 31"/>
                <a:gd name="T5" fmla="*/ 64 h 25"/>
                <a:gd name="T6" fmla="*/ 136 w 31"/>
                <a:gd name="T7" fmla="*/ 192 h 25"/>
                <a:gd name="T8" fmla="*/ 240 w 31"/>
                <a:gd name="T9" fmla="*/ 96 h 25"/>
                <a:gd name="T10" fmla="*/ 152 w 31"/>
                <a:gd name="T11" fmla="*/ 1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9" y="2"/>
                  </a:moveTo>
                  <a:cubicBezTo>
                    <a:pt x="15" y="1"/>
                    <a:pt x="12" y="0"/>
                    <a:pt x="9" y="1"/>
                  </a:cubicBezTo>
                  <a:cubicBezTo>
                    <a:pt x="6" y="3"/>
                    <a:pt x="3" y="5"/>
                    <a:pt x="2" y="8"/>
                  </a:cubicBezTo>
                  <a:cubicBezTo>
                    <a:pt x="0" y="15"/>
                    <a:pt x="7" y="23"/>
                    <a:pt x="17" y="24"/>
                  </a:cubicBezTo>
                  <a:cubicBezTo>
                    <a:pt x="26" y="25"/>
                    <a:pt x="31" y="17"/>
                    <a:pt x="30" y="12"/>
                  </a:cubicBezTo>
                  <a:cubicBezTo>
                    <a:pt x="28" y="7"/>
                    <a:pt x="26" y="5"/>
                    <a:pt x="19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5176">
              <a:extLst>
                <a:ext uri="{FF2B5EF4-FFF2-40B4-BE49-F238E27FC236}">
                  <a16:creationId xmlns:a16="http://schemas.microsoft.com/office/drawing/2014/main" id="{B8482886-A352-47AD-A397-9931E3C85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563"/>
              <a:ext cx="32" cy="26"/>
            </a:xfrm>
            <a:custGeom>
              <a:avLst/>
              <a:gdLst>
                <a:gd name="T0" fmla="*/ 120 w 16"/>
                <a:gd name="T1" fmla="*/ 32 h 13"/>
                <a:gd name="T2" fmla="*/ 120 w 16"/>
                <a:gd name="T3" fmla="*/ 80 h 13"/>
                <a:gd name="T4" fmla="*/ 40 w 16"/>
                <a:gd name="T5" fmla="*/ 88 h 13"/>
                <a:gd name="T6" fmla="*/ 0 w 16"/>
                <a:gd name="T7" fmla="*/ 40 h 13"/>
                <a:gd name="T8" fmla="*/ 16 w 16"/>
                <a:gd name="T9" fmla="*/ 0 h 13"/>
                <a:gd name="T10" fmla="*/ 0 w 16"/>
                <a:gd name="T11" fmla="*/ 40 h 13"/>
                <a:gd name="T12" fmla="*/ 40 w 16"/>
                <a:gd name="T13" fmla="*/ 88 h 13"/>
                <a:gd name="T14" fmla="*/ 120 w 16"/>
                <a:gd name="T15" fmla="*/ 80 h 13"/>
                <a:gd name="T16" fmla="*/ 120 w 16"/>
                <a:gd name="T17" fmla="*/ 3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3">
                  <a:moveTo>
                    <a:pt x="15" y="4"/>
                  </a:moveTo>
                  <a:cubicBezTo>
                    <a:pt x="16" y="6"/>
                    <a:pt x="16" y="8"/>
                    <a:pt x="15" y="10"/>
                  </a:cubicBezTo>
                  <a:cubicBezTo>
                    <a:pt x="13" y="12"/>
                    <a:pt x="10" y="13"/>
                    <a:pt x="5" y="11"/>
                  </a:cubicBezTo>
                  <a:cubicBezTo>
                    <a:pt x="1" y="9"/>
                    <a:pt x="0" y="6"/>
                    <a:pt x="0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6"/>
                    <a:pt x="1" y="9"/>
                    <a:pt x="5" y="11"/>
                  </a:cubicBezTo>
                  <a:cubicBezTo>
                    <a:pt x="10" y="13"/>
                    <a:pt x="13" y="12"/>
                    <a:pt x="15" y="10"/>
                  </a:cubicBezTo>
                  <a:cubicBezTo>
                    <a:pt x="16" y="8"/>
                    <a:pt x="16" y="6"/>
                    <a:pt x="15" y="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5177">
              <a:extLst>
                <a:ext uri="{FF2B5EF4-FFF2-40B4-BE49-F238E27FC236}">
                  <a16:creationId xmlns:a16="http://schemas.microsoft.com/office/drawing/2014/main" id="{40FE37EE-7C4F-4C4D-B9FD-49FF88F4A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587"/>
              <a:ext cx="46" cy="72"/>
            </a:xfrm>
            <a:custGeom>
              <a:avLst/>
              <a:gdLst>
                <a:gd name="T0" fmla="*/ 184 w 23"/>
                <a:gd name="T1" fmla="*/ 112 h 36"/>
                <a:gd name="T2" fmla="*/ 152 w 23"/>
                <a:gd name="T3" fmla="*/ 48 h 36"/>
                <a:gd name="T4" fmla="*/ 16 w 23"/>
                <a:gd name="T5" fmla="*/ 120 h 36"/>
                <a:gd name="T6" fmla="*/ 64 w 23"/>
                <a:gd name="T7" fmla="*/ 272 h 36"/>
                <a:gd name="T8" fmla="*/ 144 w 23"/>
                <a:gd name="T9" fmla="*/ 248 h 36"/>
                <a:gd name="T10" fmla="*/ 168 w 23"/>
                <a:gd name="T11" fmla="*/ 168 h 36"/>
                <a:gd name="T12" fmla="*/ 184 w 23"/>
                <a:gd name="T13" fmla="*/ 11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6">
                  <a:moveTo>
                    <a:pt x="23" y="14"/>
                  </a:moveTo>
                  <a:cubicBezTo>
                    <a:pt x="22" y="11"/>
                    <a:pt x="21" y="8"/>
                    <a:pt x="19" y="6"/>
                  </a:cubicBezTo>
                  <a:cubicBezTo>
                    <a:pt x="12" y="0"/>
                    <a:pt x="4" y="6"/>
                    <a:pt x="2" y="15"/>
                  </a:cubicBezTo>
                  <a:cubicBezTo>
                    <a:pt x="0" y="24"/>
                    <a:pt x="4" y="33"/>
                    <a:pt x="8" y="34"/>
                  </a:cubicBezTo>
                  <a:cubicBezTo>
                    <a:pt x="12" y="36"/>
                    <a:pt x="16" y="34"/>
                    <a:pt x="18" y="31"/>
                  </a:cubicBezTo>
                  <a:cubicBezTo>
                    <a:pt x="21" y="28"/>
                    <a:pt x="21" y="24"/>
                    <a:pt x="21" y="21"/>
                  </a:cubicBezTo>
                  <a:cubicBezTo>
                    <a:pt x="22" y="19"/>
                    <a:pt x="23" y="16"/>
                    <a:pt x="23" y="1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5178">
              <a:extLst>
                <a:ext uri="{FF2B5EF4-FFF2-40B4-BE49-F238E27FC236}">
                  <a16:creationId xmlns:a16="http://schemas.microsoft.com/office/drawing/2014/main" id="{5361D711-605B-4041-B4DE-12C5696E4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587"/>
              <a:ext cx="46" cy="72"/>
            </a:xfrm>
            <a:custGeom>
              <a:avLst/>
              <a:gdLst>
                <a:gd name="T0" fmla="*/ 184 w 23"/>
                <a:gd name="T1" fmla="*/ 112 h 36"/>
                <a:gd name="T2" fmla="*/ 152 w 23"/>
                <a:gd name="T3" fmla="*/ 48 h 36"/>
                <a:gd name="T4" fmla="*/ 16 w 23"/>
                <a:gd name="T5" fmla="*/ 120 h 36"/>
                <a:gd name="T6" fmla="*/ 64 w 23"/>
                <a:gd name="T7" fmla="*/ 272 h 36"/>
                <a:gd name="T8" fmla="*/ 144 w 23"/>
                <a:gd name="T9" fmla="*/ 248 h 36"/>
                <a:gd name="T10" fmla="*/ 168 w 23"/>
                <a:gd name="T11" fmla="*/ 168 h 36"/>
                <a:gd name="T12" fmla="*/ 184 w 23"/>
                <a:gd name="T13" fmla="*/ 11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6">
                  <a:moveTo>
                    <a:pt x="23" y="14"/>
                  </a:moveTo>
                  <a:cubicBezTo>
                    <a:pt x="22" y="11"/>
                    <a:pt x="21" y="8"/>
                    <a:pt x="19" y="6"/>
                  </a:cubicBezTo>
                  <a:cubicBezTo>
                    <a:pt x="12" y="0"/>
                    <a:pt x="4" y="6"/>
                    <a:pt x="2" y="15"/>
                  </a:cubicBezTo>
                  <a:cubicBezTo>
                    <a:pt x="0" y="24"/>
                    <a:pt x="4" y="33"/>
                    <a:pt x="8" y="34"/>
                  </a:cubicBezTo>
                  <a:cubicBezTo>
                    <a:pt x="12" y="36"/>
                    <a:pt x="16" y="34"/>
                    <a:pt x="18" y="31"/>
                  </a:cubicBezTo>
                  <a:cubicBezTo>
                    <a:pt x="21" y="28"/>
                    <a:pt x="21" y="24"/>
                    <a:pt x="21" y="21"/>
                  </a:cubicBezTo>
                  <a:cubicBezTo>
                    <a:pt x="22" y="19"/>
                    <a:pt x="23" y="16"/>
                    <a:pt x="23" y="1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5179">
              <a:extLst>
                <a:ext uri="{FF2B5EF4-FFF2-40B4-BE49-F238E27FC236}">
                  <a16:creationId xmlns:a16="http://schemas.microsoft.com/office/drawing/2014/main" id="{21F03C95-8F60-487E-87FE-243CD2B0E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609"/>
              <a:ext cx="18" cy="34"/>
            </a:xfrm>
            <a:custGeom>
              <a:avLst/>
              <a:gdLst>
                <a:gd name="T0" fmla="*/ 48 w 9"/>
                <a:gd name="T1" fmla="*/ 0 h 17"/>
                <a:gd name="T2" fmla="*/ 16 w 9"/>
                <a:gd name="T3" fmla="*/ 32 h 17"/>
                <a:gd name="T4" fmla="*/ 8 w 9"/>
                <a:gd name="T5" fmla="*/ 120 h 17"/>
                <a:gd name="T6" fmla="*/ 32 w 9"/>
                <a:gd name="T7" fmla="*/ 136 h 17"/>
                <a:gd name="T8" fmla="*/ 8 w 9"/>
                <a:gd name="T9" fmla="*/ 120 h 17"/>
                <a:gd name="T10" fmla="*/ 16 w 9"/>
                <a:gd name="T11" fmla="*/ 40 h 17"/>
                <a:gd name="T12" fmla="*/ 48 w 9"/>
                <a:gd name="T13" fmla="*/ 8 h 17"/>
                <a:gd name="T14" fmla="*/ 72 w 9"/>
                <a:gd name="T15" fmla="*/ 16 h 17"/>
                <a:gd name="T16" fmla="*/ 48 w 9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7">
                  <a:moveTo>
                    <a:pt x="6" y="0"/>
                  </a:moveTo>
                  <a:cubicBezTo>
                    <a:pt x="5" y="0"/>
                    <a:pt x="3" y="2"/>
                    <a:pt x="2" y="4"/>
                  </a:cubicBezTo>
                  <a:cubicBezTo>
                    <a:pt x="0" y="8"/>
                    <a:pt x="0" y="12"/>
                    <a:pt x="1" y="15"/>
                  </a:cubicBezTo>
                  <a:cubicBezTo>
                    <a:pt x="2" y="16"/>
                    <a:pt x="3" y="17"/>
                    <a:pt x="4" y="17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2"/>
                    <a:pt x="0" y="8"/>
                    <a:pt x="2" y="5"/>
                  </a:cubicBezTo>
                  <a:cubicBezTo>
                    <a:pt x="3" y="2"/>
                    <a:pt x="5" y="1"/>
                    <a:pt x="6" y="1"/>
                  </a:cubicBezTo>
                  <a:cubicBezTo>
                    <a:pt x="7" y="0"/>
                    <a:pt x="8" y="1"/>
                    <a:pt x="9" y="2"/>
                  </a:cubicBezTo>
                  <a:cubicBezTo>
                    <a:pt x="8" y="1"/>
                    <a:pt x="7" y="0"/>
                    <a:pt x="6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5180">
              <a:extLst>
                <a:ext uri="{FF2B5EF4-FFF2-40B4-BE49-F238E27FC236}">
                  <a16:creationId xmlns:a16="http://schemas.microsoft.com/office/drawing/2014/main" id="{042F00E0-8415-4015-9685-794E4C095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577"/>
              <a:ext cx="58" cy="56"/>
            </a:xfrm>
            <a:custGeom>
              <a:avLst/>
              <a:gdLst>
                <a:gd name="T0" fmla="*/ 136 w 29"/>
                <a:gd name="T1" fmla="*/ 16 h 28"/>
                <a:gd name="T2" fmla="*/ 72 w 29"/>
                <a:gd name="T3" fmla="*/ 0 h 28"/>
                <a:gd name="T4" fmla="*/ 48 w 29"/>
                <a:gd name="T5" fmla="*/ 144 h 28"/>
                <a:gd name="T6" fmla="*/ 192 w 29"/>
                <a:gd name="T7" fmla="*/ 208 h 28"/>
                <a:gd name="T8" fmla="*/ 216 w 29"/>
                <a:gd name="T9" fmla="*/ 128 h 28"/>
                <a:gd name="T10" fmla="*/ 176 w 29"/>
                <a:gd name="T11" fmla="*/ 64 h 28"/>
                <a:gd name="T12" fmla="*/ 136 w 29"/>
                <a:gd name="T13" fmla="*/ 1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17" y="2"/>
                  </a:moveTo>
                  <a:cubicBezTo>
                    <a:pt x="14" y="1"/>
                    <a:pt x="11" y="0"/>
                    <a:pt x="9" y="0"/>
                  </a:cubicBezTo>
                  <a:cubicBezTo>
                    <a:pt x="0" y="2"/>
                    <a:pt x="0" y="11"/>
                    <a:pt x="6" y="18"/>
                  </a:cubicBezTo>
                  <a:cubicBezTo>
                    <a:pt x="11" y="26"/>
                    <a:pt x="20" y="28"/>
                    <a:pt x="24" y="26"/>
                  </a:cubicBezTo>
                  <a:cubicBezTo>
                    <a:pt x="28" y="24"/>
                    <a:pt x="29" y="20"/>
                    <a:pt x="27" y="16"/>
                  </a:cubicBezTo>
                  <a:cubicBezTo>
                    <a:pt x="26" y="13"/>
                    <a:pt x="23" y="10"/>
                    <a:pt x="22" y="8"/>
                  </a:cubicBezTo>
                  <a:cubicBezTo>
                    <a:pt x="20" y="6"/>
                    <a:pt x="18" y="3"/>
                    <a:pt x="17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Freeform 5181">
              <a:extLst>
                <a:ext uri="{FF2B5EF4-FFF2-40B4-BE49-F238E27FC236}">
                  <a16:creationId xmlns:a16="http://schemas.microsoft.com/office/drawing/2014/main" id="{ACEB22D6-802F-42CD-AA21-562187BAE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577"/>
              <a:ext cx="58" cy="56"/>
            </a:xfrm>
            <a:custGeom>
              <a:avLst/>
              <a:gdLst>
                <a:gd name="T0" fmla="*/ 136 w 29"/>
                <a:gd name="T1" fmla="*/ 16 h 28"/>
                <a:gd name="T2" fmla="*/ 72 w 29"/>
                <a:gd name="T3" fmla="*/ 0 h 28"/>
                <a:gd name="T4" fmla="*/ 48 w 29"/>
                <a:gd name="T5" fmla="*/ 144 h 28"/>
                <a:gd name="T6" fmla="*/ 192 w 29"/>
                <a:gd name="T7" fmla="*/ 208 h 28"/>
                <a:gd name="T8" fmla="*/ 216 w 29"/>
                <a:gd name="T9" fmla="*/ 128 h 28"/>
                <a:gd name="T10" fmla="*/ 176 w 29"/>
                <a:gd name="T11" fmla="*/ 64 h 28"/>
                <a:gd name="T12" fmla="*/ 136 w 29"/>
                <a:gd name="T13" fmla="*/ 1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17" y="2"/>
                  </a:moveTo>
                  <a:cubicBezTo>
                    <a:pt x="14" y="1"/>
                    <a:pt x="11" y="0"/>
                    <a:pt x="9" y="0"/>
                  </a:cubicBezTo>
                  <a:cubicBezTo>
                    <a:pt x="0" y="2"/>
                    <a:pt x="0" y="11"/>
                    <a:pt x="6" y="18"/>
                  </a:cubicBezTo>
                  <a:cubicBezTo>
                    <a:pt x="11" y="26"/>
                    <a:pt x="20" y="28"/>
                    <a:pt x="24" y="26"/>
                  </a:cubicBezTo>
                  <a:cubicBezTo>
                    <a:pt x="28" y="24"/>
                    <a:pt x="29" y="20"/>
                    <a:pt x="27" y="16"/>
                  </a:cubicBezTo>
                  <a:cubicBezTo>
                    <a:pt x="26" y="13"/>
                    <a:pt x="23" y="10"/>
                    <a:pt x="22" y="8"/>
                  </a:cubicBezTo>
                  <a:cubicBezTo>
                    <a:pt x="20" y="6"/>
                    <a:pt x="18" y="3"/>
                    <a:pt x="17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Freeform 5182">
              <a:extLst>
                <a:ext uri="{FF2B5EF4-FFF2-40B4-BE49-F238E27FC236}">
                  <a16:creationId xmlns:a16="http://schemas.microsoft.com/office/drawing/2014/main" id="{55F6E9C8-C3EA-48E4-ADD3-E21295B7E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591"/>
              <a:ext cx="26" cy="28"/>
            </a:xfrm>
            <a:custGeom>
              <a:avLst/>
              <a:gdLst>
                <a:gd name="T0" fmla="*/ 8 w 13"/>
                <a:gd name="T1" fmla="*/ 8 h 14"/>
                <a:gd name="T2" fmla="*/ 16 w 13"/>
                <a:gd name="T3" fmla="*/ 56 h 14"/>
                <a:gd name="T4" fmla="*/ 72 w 13"/>
                <a:gd name="T5" fmla="*/ 112 h 14"/>
                <a:gd name="T6" fmla="*/ 104 w 13"/>
                <a:gd name="T7" fmla="*/ 104 h 14"/>
                <a:gd name="T8" fmla="*/ 80 w 13"/>
                <a:gd name="T9" fmla="*/ 112 h 14"/>
                <a:gd name="T10" fmla="*/ 16 w 13"/>
                <a:gd name="T11" fmla="*/ 56 h 14"/>
                <a:gd name="T12" fmla="*/ 8 w 13"/>
                <a:gd name="T13" fmla="*/ 8 h 14"/>
                <a:gd name="T14" fmla="*/ 32 w 13"/>
                <a:gd name="T15" fmla="*/ 0 h 14"/>
                <a:gd name="T16" fmla="*/ 8 w 13"/>
                <a:gd name="T17" fmla="*/ 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4">
                  <a:moveTo>
                    <a:pt x="1" y="1"/>
                  </a:moveTo>
                  <a:cubicBezTo>
                    <a:pt x="0" y="2"/>
                    <a:pt x="1" y="4"/>
                    <a:pt x="2" y="7"/>
                  </a:cubicBezTo>
                  <a:cubicBezTo>
                    <a:pt x="4" y="10"/>
                    <a:pt x="7" y="13"/>
                    <a:pt x="9" y="14"/>
                  </a:cubicBezTo>
                  <a:cubicBezTo>
                    <a:pt x="11" y="14"/>
                    <a:pt x="12" y="14"/>
                    <a:pt x="13" y="13"/>
                  </a:cubicBezTo>
                  <a:cubicBezTo>
                    <a:pt x="12" y="14"/>
                    <a:pt x="11" y="14"/>
                    <a:pt x="10" y="14"/>
                  </a:cubicBezTo>
                  <a:cubicBezTo>
                    <a:pt x="7" y="13"/>
                    <a:pt x="4" y="10"/>
                    <a:pt x="2" y="7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5183">
              <a:extLst>
                <a:ext uri="{FF2B5EF4-FFF2-40B4-BE49-F238E27FC236}">
                  <a16:creationId xmlns:a16="http://schemas.microsoft.com/office/drawing/2014/main" id="{0D6E171E-72B2-414F-8182-04A33EB5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3041"/>
              <a:ext cx="54" cy="62"/>
            </a:xfrm>
            <a:custGeom>
              <a:avLst/>
              <a:gdLst>
                <a:gd name="T0" fmla="*/ 80 w 27"/>
                <a:gd name="T1" fmla="*/ 8 h 31"/>
                <a:gd name="T2" fmla="*/ 8 w 27"/>
                <a:gd name="T3" fmla="*/ 80 h 31"/>
                <a:gd name="T4" fmla="*/ 64 w 27"/>
                <a:gd name="T5" fmla="*/ 208 h 31"/>
                <a:gd name="T6" fmla="*/ 160 w 27"/>
                <a:gd name="T7" fmla="*/ 216 h 31"/>
                <a:gd name="T8" fmla="*/ 80 w 27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0" y="1"/>
                  </a:moveTo>
                  <a:cubicBezTo>
                    <a:pt x="5" y="0"/>
                    <a:pt x="2" y="4"/>
                    <a:pt x="1" y="10"/>
                  </a:cubicBezTo>
                  <a:cubicBezTo>
                    <a:pt x="0" y="15"/>
                    <a:pt x="3" y="22"/>
                    <a:pt x="8" y="26"/>
                  </a:cubicBezTo>
                  <a:cubicBezTo>
                    <a:pt x="13" y="31"/>
                    <a:pt x="17" y="30"/>
                    <a:pt x="20" y="27"/>
                  </a:cubicBezTo>
                  <a:cubicBezTo>
                    <a:pt x="27" y="22"/>
                    <a:pt x="20" y="3"/>
                    <a:pt x="10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Freeform 5184">
              <a:extLst>
                <a:ext uri="{FF2B5EF4-FFF2-40B4-BE49-F238E27FC236}">
                  <a16:creationId xmlns:a16="http://schemas.microsoft.com/office/drawing/2014/main" id="{60002FA1-64D0-491E-B46C-63A911D13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3041"/>
              <a:ext cx="54" cy="62"/>
            </a:xfrm>
            <a:custGeom>
              <a:avLst/>
              <a:gdLst>
                <a:gd name="T0" fmla="*/ 80 w 27"/>
                <a:gd name="T1" fmla="*/ 8 h 31"/>
                <a:gd name="T2" fmla="*/ 8 w 27"/>
                <a:gd name="T3" fmla="*/ 80 h 31"/>
                <a:gd name="T4" fmla="*/ 64 w 27"/>
                <a:gd name="T5" fmla="*/ 208 h 31"/>
                <a:gd name="T6" fmla="*/ 160 w 27"/>
                <a:gd name="T7" fmla="*/ 216 h 31"/>
                <a:gd name="T8" fmla="*/ 80 w 27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0" y="1"/>
                  </a:moveTo>
                  <a:cubicBezTo>
                    <a:pt x="5" y="0"/>
                    <a:pt x="2" y="4"/>
                    <a:pt x="1" y="10"/>
                  </a:cubicBezTo>
                  <a:cubicBezTo>
                    <a:pt x="0" y="15"/>
                    <a:pt x="3" y="22"/>
                    <a:pt x="8" y="26"/>
                  </a:cubicBezTo>
                  <a:cubicBezTo>
                    <a:pt x="13" y="31"/>
                    <a:pt x="17" y="30"/>
                    <a:pt x="20" y="27"/>
                  </a:cubicBezTo>
                  <a:cubicBezTo>
                    <a:pt x="27" y="22"/>
                    <a:pt x="20" y="3"/>
                    <a:pt x="10" y="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Freeform 5185">
              <a:extLst>
                <a:ext uri="{FF2B5EF4-FFF2-40B4-BE49-F238E27FC236}">
                  <a16:creationId xmlns:a16="http://schemas.microsoft.com/office/drawing/2014/main" id="{E6DCB7D1-CD12-4F52-975E-99C227F7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3053"/>
              <a:ext cx="22" cy="34"/>
            </a:xfrm>
            <a:custGeom>
              <a:avLst/>
              <a:gdLst>
                <a:gd name="T0" fmla="*/ 16 w 11"/>
                <a:gd name="T1" fmla="*/ 0 h 17"/>
                <a:gd name="T2" fmla="*/ 8 w 11"/>
                <a:gd name="T3" fmla="*/ 64 h 17"/>
                <a:gd name="T4" fmla="*/ 56 w 11"/>
                <a:gd name="T5" fmla="*/ 136 h 17"/>
                <a:gd name="T6" fmla="*/ 88 w 11"/>
                <a:gd name="T7" fmla="*/ 136 h 17"/>
                <a:gd name="T8" fmla="*/ 56 w 11"/>
                <a:gd name="T9" fmla="*/ 136 h 17"/>
                <a:gd name="T10" fmla="*/ 8 w 11"/>
                <a:gd name="T11" fmla="*/ 64 h 17"/>
                <a:gd name="T12" fmla="*/ 16 w 11"/>
                <a:gd name="T13" fmla="*/ 8 h 17"/>
                <a:gd name="T14" fmla="*/ 48 w 11"/>
                <a:gd name="T15" fmla="*/ 0 h 17"/>
                <a:gd name="T16" fmla="*/ 16 w 11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7">
                  <a:moveTo>
                    <a:pt x="2" y="0"/>
                  </a:moveTo>
                  <a:cubicBezTo>
                    <a:pt x="1" y="2"/>
                    <a:pt x="0" y="4"/>
                    <a:pt x="1" y="8"/>
                  </a:cubicBezTo>
                  <a:cubicBezTo>
                    <a:pt x="1" y="11"/>
                    <a:pt x="4" y="15"/>
                    <a:pt x="7" y="17"/>
                  </a:cubicBezTo>
                  <a:cubicBezTo>
                    <a:pt x="8" y="17"/>
                    <a:pt x="10" y="17"/>
                    <a:pt x="11" y="17"/>
                  </a:cubicBezTo>
                  <a:cubicBezTo>
                    <a:pt x="10" y="17"/>
                    <a:pt x="8" y="17"/>
                    <a:pt x="7" y="17"/>
                  </a:cubicBezTo>
                  <a:cubicBezTo>
                    <a:pt x="4" y="15"/>
                    <a:pt x="2" y="11"/>
                    <a:pt x="1" y="8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5186">
              <a:extLst>
                <a:ext uri="{FF2B5EF4-FFF2-40B4-BE49-F238E27FC236}">
                  <a16:creationId xmlns:a16="http://schemas.microsoft.com/office/drawing/2014/main" id="{06DAFCFC-9B6A-4AF5-A0EA-58ECF37A2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755"/>
              <a:ext cx="56" cy="56"/>
            </a:xfrm>
            <a:custGeom>
              <a:avLst/>
              <a:gdLst>
                <a:gd name="T0" fmla="*/ 56 w 28"/>
                <a:gd name="T1" fmla="*/ 56 h 28"/>
                <a:gd name="T2" fmla="*/ 184 w 28"/>
                <a:gd name="T3" fmla="*/ 56 h 28"/>
                <a:gd name="T4" fmla="*/ 176 w 28"/>
                <a:gd name="T5" fmla="*/ 192 h 28"/>
                <a:gd name="T6" fmla="*/ 56 w 28"/>
                <a:gd name="T7" fmla="*/ 5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7" y="7"/>
                  </a:moveTo>
                  <a:cubicBezTo>
                    <a:pt x="10" y="0"/>
                    <a:pt x="17" y="1"/>
                    <a:pt x="23" y="7"/>
                  </a:cubicBezTo>
                  <a:cubicBezTo>
                    <a:pt x="28" y="13"/>
                    <a:pt x="28" y="20"/>
                    <a:pt x="22" y="24"/>
                  </a:cubicBezTo>
                  <a:cubicBezTo>
                    <a:pt x="15" y="28"/>
                    <a:pt x="0" y="16"/>
                    <a:pt x="7" y="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5187">
              <a:extLst>
                <a:ext uri="{FF2B5EF4-FFF2-40B4-BE49-F238E27FC236}">
                  <a16:creationId xmlns:a16="http://schemas.microsoft.com/office/drawing/2014/main" id="{C8969AAA-5BC7-4DC1-8B6F-1110B7AA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755"/>
              <a:ext cx="56" cy="56"/>
            </a:xfrm>
            <a:custGeom>
              <a:avLst/>
              <a:gdLst>
                <a:gd name="T0" fmla="*/ 56 w 28"/>
                <a:gd name="T1" fmla="*/ 56 h 28"/>
                <a:gd name="T2" fmla="*/ 184 w 28"/>
                <a:gd name="T3" fmla="*/ 56 h 28"/>
                <a:gd name="T4" fmla="*/ 176 w 28"/>
                <a:gd name="T5" fmla="*/ 192 h 28"/>
                <a:gd name="T6" fmla="*/ 56 w 28"/>
                <a:gd name="T7" fmla="*/ 5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7" y="7"/>
                  </a:moveTo>
                  <a:cubicBezTo>
                    <a:pt x="10" y="0"/>
                    <a:pt x="17" y="1"/>
                    <a:pt x="23" y="7"/>
                  </a:cubicBezTo>
                  <a:cubicBezTo>
                    <a:pt x="28" y="13"/>
                    <a:pt x="28" y="20"/>
                    <a:pt x="22" y="24"/>
                  </a:cubicBezTo>
                  <a:cubicBezTo>
                    <a:pt x="15" y="28"/>
                    <a:pt x="0" y="16"/>
                    <a:pt x="7" y="7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5188">
              <a:extLst>
                <a:ext uri="{FF2B5EF4-FFF2-40B4-BE49-F238E27FC236}">
                  <a16:creationId xmlns:a16="http://schemas.microsoft.com/office/drawing/2014/main" id="{C5040D0C-A73B-402A-B596-EDB56B294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769"/>
              <a:ext cx="22" cy="28"/>
            </a:xfrm>
            <a:custGeom>
              <a:avLst/>
              <a:gdLst>
                <a:gd name="T0" fmla="*/ 88 w 11"/>
                <a:gd name="T1" fmla="*/ 24 h 14"/>
                <a:gd name="T2" fmla="*/ 48 w 11"/>
                <a:gd name="T3" fmla="*/ 8 h 14"/>
                <a:gd name="T4" fmla="*/ 0 w 11"/>
                <a:gd name="T5" fmla="*/ 32 h 14"/>
                <a:gd name="T6" fmla="*/ 16 w 11"/>
                <a:gd name="T7" fmla="*/ 88 h 14"/>
                <a:gd name="T8" fmla="*/ 72 w 11"/>
                <a:gd name="T9" fmla="*/ 112 h 14"/>
                <a:gd name="T10" fmla="*/ 16 w 11"/>
                <a:gd name="T11" fmla="*/ 88 h 14"/>
                <a:gd name="T12" fmla="*/ 0 w 11"/>
                <a:gd name="T13" fmla="*/ 32 h 14"/>
                <a:gd name="T14" fmla="*/ 48 w 11"/>
                <a:gd name="T15" fmla="*/ 0 h 14"/>
                <a:gd name="T16" fmla="*/ 88 w 11"/>
                <a:gd name="T17" fmla="*/ 2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4">
                  <a:moveTo>
                    <a:pt x="11" y="3"/>
                  </a:moveTo>
                  <a:cubicBezTo>
                    <a:pt x="10" y="1"/>
                    <a:pt x="8" y="0"/>
                    <a:pt x="6" y="1"/>
                  </a:cubicBezTo>
                  <a:cubicBezTo>
                    <a:pt x="3" y="1"/>
                    <a:pt x="1" y="2"/>
                    <a:pt x="0" y="4"/>
                  </a:cubicBezTo>
                  <a:cubicBezTo>
                    <a:pt x="0" y="6"/>
                    <a:pt x="1" y="9"/>
                    <a:pt x="2" y="11"/>
                  </a:cubicBezTo>
                  <a:cubicBezTo>
                    <a:pt x="4" y="13"/>
                    <a:pt x="7" y="14"/>
                    <a:pt x="9" y="14"/>
                  </a:cubicBezTo>
                  <a:cubicBezTo>
                    <a:pt x="7" y="14"/>
                    <a:pt x="4" y="13"/>
                    <a:pt x="2" y="11"/>
                  </a:cubicBezTo>
                  <a:cubicBezTo>
                    <a:pt x="0" y="9"/>
                    <a:pt x="0" y="6"/>
                    <a:pt x="0" y="4"/>
                  </a:cubicBezTo>
                  <a:cubicBezTo>
                    <a:pt x="1" y="2"/>
                    <a:pt x="3" y="1"/>
                    <a:pt x="6" y="0"/>
                  </a:cubicBezTo>
                  <a:cubicBezTo>
                    <a:pt x="8" y="0"/>
                    <a:pt x="10" y="1"/>
                    <a:pt x="11" y="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5189">
              <a:extLst>
                <a:ext uri="{FF2B5EF4-FFF2-40B4-BE49-F238E27FC236}">
                  <a16:creationId xmlns:a16="http://schemas.microsoft.com/office/drawing/2014/main" id="{9693C9DF-08DB-495A-99BD-93035E103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875"/>
              <a:ext cx="46" cy="46"/>
            </a:xfrm>
            <a:custGeom>
              <a:avLst/>
              <a:gdLst>
                <a:gd name="T0" fmla="*/ 144 w 23"/>
                <a:gd name="T1" fmla="*/ 32 h 23"/>
                <a:gd name="T2" fmla="*/ 88 w 23"/>
                <a:gd name="T3" fmla="*/ 0 h 23"/>
                <a:gd name="T4" fmla="*/ 32 w 23"/>
                <a:gd name="T5" fmla="*/ 24 h 23"/>
                <a:gd name="T6" fmla="*/ 72 w 23"/>
                <a:gd name="T7" fmla="*/ 152 h 23"/>
                <a:gd name="T8" fmla="*/ 176 w 23"/>
                <a:gd name="T9" fmla="*/ 120 h 23"/>
                <a:gd name="T10" fmla="*/ 144 w 23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3" y="15"/>
                    <a:pt x="9" y="19"/>
                  </a:cubicBezTo>
                  <a:cubicBezTo>
                    <a:pt x="15" y="23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5190">
              <a:extLst>
                <a:ext uri="{FF2B5EF4-FFF2-40B4-BE49-F238E27FC236}">
                  <a16:creationId xmlns:a16="http://schemas.microsoft.com/office/drawing/2014/main" id="{FB999840-3C2F-45D8-AD1B-CA1E2FC84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875"/>
              <a:ext cx="46" cy="46"/>
            </a:xfrm>
            <a:custGeom>
              <a:avLst/>
              <a:gdLst>
                <a:gd name="T0" fmla="*/ 144 w 23"/>
                <a:gd name="T1" fmla="*/ 32 h 23"/>
                <a:gd name="T2" fmla="*/ 88 w 23"/>
                <a:gd name="T3" fmla="*/ 0 h 23"/>
                <a:gd name="T4" fmla="*/ 32 w 23"/>
                <a:gd name="T5" fmla="*/ 24 h 23"/>
                <a:gd name="T6" fmla="*/ 72 w 23"/>
                <a:gd name="T7" fmla="*/ 152 h 23"/>
                <a:gd name="T8" fmla="*/ 176 w 23"/>
                <a:gd name="T9" fmla="*/ 120 h 23"/>
                <a:gd name="T10" fmla="*/ 144 w 23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3" y="15"/>
                    <a:pt x="9" y="19"/>
                  </a:cubicBezTo>
                  <a:cubicBezTo>
                    <a:pt x="15" y="23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5191">
              <a:extLst>
                <a:ext uri="{FF2B5EF4-FFF2-40B4-BE49-F238E27FC236}">
                  <a16:creationId xmlns:a16="http://schemas.microsoft.com/office/drawing/2014/main" id="{4CF2A700-D5F3-4F8D-BE01-BB4567436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883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72 w 11"/>
                <a:gd name="T3" fmla="*/ 88 h 12"/>
                <a:gd name="T4" fmla="*/ 16 w 11"/>
                <a:gd name="T5" fmla="*/ 64 h 12"/>
                <a:gd name="T6" fmla="*/ 8 w 11"/>
                <a:gd name="T7" fmla="*/ 24 h 12"/>
                <a:gd name="T8" fmla="*/ 24 w 11"/>
                <a:gd name="T9" fmla="*/ 0 h 12"/>
                <a:gd name="T10" fmla="*/ 0 w 11"/>
                <a:gd name="T11" fmla="*/ 24 h 12"/>
                <a:gd name="T12" fmla="*/ 16 w 11"/>
                <a:gd name="T13" fmla="*/ 72 h 12"/>
                <a:gd name="T14" fmla="*/ 72 w 11"/>
                <a:gd name="T15" fmla="*/ 88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2" y="1"/>
                    <a:pt x="1" y="1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5192">
              <a:extLst>
                <a:ext uri="{FF2B5EF4-FFF2-40B4-BE49-F238E27FC236}">
                  <a16:creationId xmlns:a16="http://schemas.microsoft.com/office/drawing/2014/main" id="{DE2CCA4D-048B-497D-A86E-93C89B436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953"/>
              <a:ext cx="46" cy="44"/>
            </a:xfrm>
            <a:custGeom>
              <a:avLst/>
              <a:gdLst>
                <a:gd name="T0" fmla="*/ 144 w 23"/>
                <a:gd name="T1" fmla="*/ 32 h 22"/>
                <a:gd name="T2" fmla="*/ 88 w 23"/>
                <a:gd name="T3" fmla="*/ 0 h 22"/>
                <a:gd name="T4" fmla="*/ 32 w 23"/>
                <a:gd name="T5" fmla="*/ 24 h 22"/>
                <a:gd name="T6" fmla="*/ 72 w 23"/>
                <a:gd name="T7" fmla="*/ 152 h 22"/>
                <a:gd name="T8" fmla="*/ 176 w 23"/>
                <a:gd name="T9" fmla="*/ 120 h 22"/>
                <a:gd name="T10" fmla="*/ 144 w 23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3" y="15"/>
                    <a:pt x="9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5193">
              <a:extLst>
                <a:ext uri="{FF2B5EF4-FFF2-40B4-BE49-F238E27FC236}">
                  <a16:creationId xmlns:a16="http://schemas.microsoft.com/office/drawing/2014/main" id="{8997BCC9-24DE-4077-A7E9-3462E8880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953"/>
              <a:ext cx="46" cy="44"/>
            </a:xfrm>
            <a:custGeom>
              <a:avLst/>
              <a:gdLst>
                <a:gd name="T0" fmla="*/ 144 w 23"/>
                <a:gd name="T1" fmla="*/ 32 h 22"/>
                <a:gd name="T2" fmla="*/ 88 w 23"/>
                <a:gd name="T3" fmla="*/ 0 h 22"/>
                <a:gd name="T4" fmla="*/ 32 w 23"/>
                <a:gd name="T5" fmla="*/ 24 h 22"/>
                <a:gd name="T6" fmla="*/ 72 w 23"/>
                <a:gd name="T7" fmla="*/ 152 h 22"/>
                <a:gd name="T8" fmla="*/ 176 w 23"/>
                <a:gd name="T9" fmla="*/ 120 h 22"/>
                <a:gd name="T10" fmla="*/ 144 w 23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3" y="15"/>
                    <a:pt x="9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5194">
              <a:extLst>
                <a:ext uri="{FF2B5EF4-FFF2-40B4-BE49-F238E27FC236}">
                  <a16:creationId xmlns:a16="http://schemas.microsoft.com/office/drawing/2014/main" id="{AA3D7379-9BF2-4824-ABED-6E36B22A2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961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72 w 11"/>
                <a:gd name="T3" fmla="*/ 88 h 12"/>
                <a:gd name="T4" fmla="*/ 16 w 11"/>
                <a:gd name="T5" fmla="*/ 64 h 12"/>
                <a:gd name="T6" fmla="*/ 8 w 11"/>
                <a:gd name="T7" fmla="*/ 24 h 12"/>
                <a:gd name="T8" fmla="*/ 24 w 11"/>
                <a:gd name="T9" fmla="*/ 0 h 12"/>
                <a:gd name="T10" fmla="*/ 0 w 11"/>
                <a:gd name="T11" fmla="*/ 16 h 12"/>
                <a:gd name="T12" fmla="*/ 16 w 11"/>
                <a:gd name="T13" fmla="*/ 64 h 12"/>
                <a:gd name="T14" fmla="*/ 72 w 11"/>
                <a:gd name="T15" fmla="*/ 88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4" y="12"/>
                    <a:pt x="7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5195">
              <a:extLst>
                <a:ext uri="{FF2B5EF4-FFF2-40B4-BE49-F238E27FC236}">
                  <a16:creationId xmlns:a16="http://schemas.microsoft.com/office/drawing/2014/main" id="{1C0B2978-E9F9-40E7-912C-367424172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715"/>
              <a:ext cx="48" cy="56"/>
            </a:xfrm>
            <a:custGeom>
              <a:avLst/>
              <a:gdLst>
                <a:gd name="T0" fmla="*/ 136 w 24"/>
                <a:gd name="T1" fmla="*/ 32 h 28"/>
                <a:gd name="T2" fmla="*/ 80 w 24"/>
                <a:gd name="T3" fmla="*/ 0 h 28"/>
                <a:gd name="T4" fmla="*/ 24 w 24"/>
                <a:gd name="T5" fmla="*/ 128 h 28"/>
                <a:gd name="T6" fmla="*/ 144 w 24"/>
                <a:gd name="T7" fmla="*/ 208 h 28"/>
                <a:gd name="T8" fmla="*/ 192 w 24"/>
                <a:gd name="T9" fmla="*/ 144 h 28"/>
                <a:gd name="T10" fmla="*/ 160 w 24"/>
                <a:gd name="T11" fmla="*/ 80 h 28"/>
                <a:gd name="T12" fmla="*/ 136 w 24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7" y="24"/>
                    <a:pt x="14" y="28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1" y="11"/>
                    <a:pt x="20" y="10"/>
                  </a:cubicBezTo>
                  <a:cubicBezTo>
                    <a:pt x="19" y="8"/>
                    <a:pt x="18" y="5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5196">
              <a:extLst>
                <a:ext uri="{FF2B5EF4-FFF2-40B4-BE49-F238E27FC236}">
                  <a16:creationId xmlns:a16="http://schemas.microsoft.com/office/drawing/2014/main" id="{177D4453-3A4D-47B1-89E0-60A02B5B9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715"/>
              <a:ext cx="48" cy="56"/>
            </a:xfrm>
            <a:custGeom>
              <a:avLst/>
              <a:gdLst>
                <a:gd name="T0" fmla="*/ 136 w 24"/>
                <a:gd name="T1" fmla="*/ 32 h 28"/>
                <a:gd name="T2" fmla="*/ 80 w 24"/>
                <a:gd name="T3" fmla="*/ 0 h 28"/>
                <a:gd name="T4" fmla="*/ 24 w 24"/>
                <a:gd name="T5" fmla="*/ 128 h 28"/>
                <a:gd name="T6" fmla="*/ 144 w 24"/>
                <a:gd name="T7" fmla="*/ 208 h 28"/>
                <a:gd name="T8" fmla="*/ 192 w 24"/>
                <a:gd name="T9" fmla="*/ 144 h 28"/>
                <a:gd name="T10" fmla="*/ 160 w 24"/>
                <a:gd name="T11" fmla="*/ 80 h 28"/>
                <a:gd name="T12" fmla="*/ 136 w 24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7" y="24"/>
                    <a:pt x="14" y="28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1" y="11"/>
                    <a:pt x="20" y="10"/>
                  </a:cubicBezTo>
                  <a:cubicBezTo>
                    <a:pt x="19" y="8"/>
                    <a:pt x="18" y="5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5197">
              <a:extLst>
                <a:ext uri="{FF2B5EF4-FFF2-40B4-BE49-F238E27FC236}">
                  <a16:creationId xmlns:a16="http://schemas.microsoft.com/office/drawing/2014/main" id="{12B92189-033C-4F2F-BBF7-56BEA303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729"/>
              <a:ext cx="20" cy="28"/>
            </a:xfrm>
            <a:custGeom>
              <a:avLst/>
              <a:gdLst>
                <a:gd name="T0" fmla="*/ 16 w 10"/>
                <a:gd name="T1" fmla="*/ 0 h 14"/>
                <a:gd name="T2" fmla="*/ 8 w 10"/>
                <a:gd name="T3" fmla="*/ 48 h 14"/>
                <a:gd name="T4" fmla="*/ 48 w 10"/>
                <a:gd name="T5" fmla="*/ 104 h 14"/>
                <a:gd name="T6" fmla="*/ 80 w 10"/>
                <a:gd name="T7" fmla="*/ 112 h 14"/>
                <a:gd name="T8" fmla="*/ 56 w 10"/>
                <a:gd name="T9" fmla="*/ 104 h 14"/>
                <a:gd name="T10" fmla="*/ 8 w 10"/>
                <a:gd name="T11" fmla="*/ 48 h 14"/>
                <a:gd name="T12" fmla="*/ 16 w 10"/>
                <a:gd name="T13" fmla="*/ 0 h 14"/>
                <a:gd name="T14" fmla="*/ 40 w 10"/>
                <a:gd name="T15" fmla="*/ 0 h 14"/>
                <a:gd name="T16" fmla="*/ 16 w 10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2" y="9"/>
                    <a:pt x="4" y="12"/>
                    <a:pt x="6" y="13"/>
                  </a:cubicBezTo>
                  <a:cubicBezTo>
                    <a:pt x="8" y="14"/>
                    <a:pt x="9" y="14"/>
                    <a:pt x="10" y="14"/>
                  </a:cubicBezTo>
                  <a:cubicBezTo>
                    <a:pt x="9" y="14"/>
                    <a:pt x="8" y="14"/>
                    <a:pt x="7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5198">
              <a:extLst>
                <a:ext uri="{FF2B5EF4-FFF2-40B4-BE49-F238E27FC236}">
                  <a16:creationId xmlns:a16="http://schemas.microsoft.com/office/drawing/2014/main" id="{51F0A231-CF57-41AB-BDCC-45610E60F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693"/>
              <a:ext cx="44" cy="44"/>
            </a:xfrm>
            <a:custGeom>
              <a:avLst/>
              <a:gdLst>
                <a:gd name="T0" fmla="*/ 144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44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8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5199">
              <a:extLst>
                <a:ext uri="{FF2B5EF4-FFF2-40B4-BE49-F238E27FC236}">
                  <a16:creationId xmlns:a16="http://schemas.microsoft.com/office/drawing/2014/main" id="{FBC5EFC6-FBF0-4F73-B507-18E0C5E11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693"/>
              <a:ext cx="44" cy="44"/>
            </a:xfrm>
            <a:custGeom>
              <a:avLst/>
              <a:gdLst>
                <a:gd name="T0" fmla="*/ 144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44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8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5200">
              <a:extLst>
                <a:ext uri="{FF2B5EF4-FFF2-40B4-BE49-F238E27FC236}">
                  <a16:creationId xmlns:a16="http://schemas.microsoft.com/office/drawing/2014/main" id="{B5ECBDEC-CE2D-4398-8A66-B9D66FBCF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701"/>
              <a:ext cx="24" cy="24"/>
            </a:xfrm>
            <a:custGeom>
              <a:avLst/>
              <a:gdLst>
                <a:gd name="T0" fmla="*/ 96 w 12"/>
                <a:gd name="T1" fmla="*/ 56 h 12"/>
                <a:gd name="T2" fmla="*/ 80 w 12"/>
                <a:gd name="T3" fmla="*/ 88 h 12"/>
                <a:gd name="T4" fmla="*/ 24 w 12"/>
                <a:gd name="T5" fmla="*/ 64 h 12"/>
                <a:gd name="T6" fmla="*/ 8 w 12"/>
                <a:gd name="T7" fmla="*/ 16 h 12"/>
                <a:gd name="T8" fmla="*/ 32 w 12"/>
                <a:gd name="T9" fmla="*/ 0 h 12"/>
                <a:gd name="T10" fmla="*/ 8 w 12"/>
                <a:gd name="T11" fmla="*/ 16 h 12"/>
                <a:gd name="T12" fmla="*/ 24 w 12"/>
                <a:gd name="T13" fmla="*/ 64 h 12"/>
                <a:gd name="T14" fmla="*/ 80 w 12"/>
                <a:gd name="T15" fmla="*/ 88 h 12"/>
                <a:gd name="T16" fmla="*/ 96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2" y="7"/>
                  </a:moveTo>
                  <a:cubicBezTo>
                    <a:pt x="12" y="9"/>
                    <a:pt x="11" y="10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6"/>
                    <a:pt x="1" y="4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4"/>
                    <a:pt x="0" y="6"/>
                    <a:pt x="3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1"/>
                    <a:pt x="12" y="9"/>
                    <a:pt x="12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5201">
              <a:extLst>
                <a:ext uri="{FF2B5EF4-FFF2-40B4-BE49-F238E27FC236}">
                  <a16:creationId xmlns:a16="http://schemas.microsoft.com/office/drawing/2014/main" id="{C5CF1DB1-A2ED-4547-BE60-D06C7310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709"/>
              <a:ext cx="62" cy="44"/>
            </a:xfrm>
            <a:custGeom>
              <a:avLst/>
              <a:gdLst>
                <a:gd name="T0" fmla="*/ 48 w 31"/>
                <a:gd name="T1" fmla="*/ 24 h 22"/>
                <a:gd name="T2" fmla="*/ 8 w 31"/>
                <a:gd name="T3" fmla="*/ 104 h 22"/>
                <a:gd name="T4" fmla="*/ 136 w 31"/>
                <a:gd name="T5" fmla="*/ 160 h 22"/>
                <a:gd name="T6" fmla="*/ 240 w 31"/>
                <a:gd name="T7" fmla="*/ 64 h 22"/>
                <a:gd name="T8" fmla="*/ 200 w 31"/>
                <a:gd name="T9" fmla="*/ 8 h 22"/>
                <a:gd name="T10" fmla="*/ 120 w 31"/>
                <a:gd name="T11" fmla="*/ 16 h 22"/>
                <a:gd name="T12" fmla="*/ 48 w 31"/>
                <a:gd name="T13" fmla="*/ 2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3"/>
                  </a:moveTo>
                  <a:cubicBezTo>
                    <a:pt x="2" y="5"/>
                    <a:pt x="0" y="8"/>
                    <a:pt x="1" y="13"/>
                  </a:cubicBezTo>
                  <a:cubicBezTo>
                    <a:pt x="2" y="20"/>
                    <a:pt x="9" y="22"/>
                    <a:pt x="17" y="20"/>
                  </a:cubicBezTo>
                  <a:cubicBezTo>
                    <a:pt x="25" y="18"/>
                    <a:pt x="29" y="15"/>
                    <a:pt x="30" y="8"/>
                  </a:cubicBezTo>
                  <a:cubicBezTo>
                    <a:pt x="31" y="5"/>
                    <a:pt x="29" y="2"/>
                    <a:pt x="25" y="1"/>
                  </a:cubicBezTo>
                  <a:cubicBezTo>
                    <a:pt x="22" y="0"/>
                    <a:pt x="20" y="1"/>
                    <a:pt x="15" y="2"/>
                  </a:cubicBezTo>
                  <a:cubicBezTo>
                    <a:pt x="13" y="2"/>
                    <a:pt x="9" y="1"/>
                    <a:pt x="6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5202">
              <a:extLst>
                <a:ext uri="{FF2B5EF4-FFF2-40B4-BE49-F238E27FC236}">
                  <a16:creationId xmlns:a16="http://schemas.microsoft.com/office/drawing/2014/main" id="{52BB69AD-F735-40C3-8B75-6FF35F481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709"/>
              <a:ext cx="62" cy="44"/>
            </a:xfrm>
            <a:custGeom>
              <a:avLst/>
              <a:gdLst>
                <a:gd name="T0" fmla="*/ 48 w 31"/>
                <a:gd name="T1" fmla="*/ 24 h 22"/>
                <a:gd name="T2" fmla="*/ 8 w 31"/>
                <a:gd name="T3" fmla="*/ 104 h 22"/>
                <a:gd name="T4" fmla="*/ 136 w 31"/>
                <a:gd name="T5" fmla="*/ 160 h 22"/>
                <a:gd name="T6" fmla="*/ 240 w 31"/>
                <a:gd name="T7" fmla="*/ 64 h 22"/>
                <a:gd name="T8" fmla="*/ 200 w 31"/>
                <a:gd name="T9" fmla="*/ 8 h 22"/>
                <a:gd name="T10" fmla="*/ 120 w 31"/>
                <a:gd name="T11" fmla="*/ 16 h 22"/>
                <a:gd name="T12" fmla="*/ 48 w 31"/>
                <a:gd name="T13" fmla="*/ 2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3"/>
                  </a:moveTo>
                  <a:cubicBezTo>
                    <a:pt x="2" y="5"/>
                    <a:pt x="0" y="8"/>
                    <a:pt x="1" y="13"/>
                  </a:cubicBezTo>
                  <a:cubicBezTo>
                    <a:pt x="2" y="20"/>
                    <a:pt x="9" y="22"/>
                    <a:pt x="17" y="20"/>
                  </a:cubicBezTo>
                  <a:cubicBezTo>
                    <a:pt x="25" y="18"/>
                    <a:pt x="29" y="15"/>
                    <a:pt x="30" y="8"/>
                  </a:cubicBezTo>
                  <a:cubicBezTo>
                    <a:pt x="31" y="5"/>
                    <a:pt x="29" y="2"/>
                    <a:pt x="25" y="1"/>
                  </a:cubicBezTo>
                  <a:cubicBezTo>
                    <a:pt x="22" y="0"/>
                    <a:pt x="20" y="1"/>
                    <a:pt x="15" y="2"/>
                  </a:cubicBezTo>
                  <a:cubicBezTo>
                    <a:pt x="13" y="2"/>
                    <a:pt x="9" y="1"/>
                    <a:pt x="6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5203">
              <a:extLst>
                <a:ext uri="{FF2B5EF4-FFF2-40B4-BE49-F238E27FC236}">
                  <a16:creationId xmlns:a16="http://schemas.microsoft.com/office/drawing/2014/main" id="{59ECEEEE-BB6B-4393-ADA0-EBEA0D358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721"/>
              <a:ext cx="38" cy="16"/>
            </a:xfrm>
            <a:custGeom>
              <a:avLst/>
              <a:gdLst>
                <a:gd name="T0" fmla="*/ 144 w 19"/>
                <a:gd name="T1" fmla="*/ 0 h 8"/>
                <a:gd name="T2" fmla="*/ 144 w 19"/>
                <a:gd name="T3" fmla="*/ 8 h 8"/>
                <a:gd name="T4" fmla="*/ 72 w 19"/>
                <a:gd name="T5" fmla="*/ 56 h 8"/>
                <a:gd name="T6" fmla="*/ 8 w 19"/>
                <a:gd name="T7" fmla="*/ 40 h 8"/>
                <a:gd name="T8" fmla="*/ 16 w 19"/>
                <a:gd name="T9" fmla="*/ 8 h 8"/>
                <a:gd name="T10" fmla="*/ 8 w 19"/>
                <a:gd name="T11" fmla="*/ 40 h 8"/>
                <a:gd name="T12" fmla="*/ 72 w 19"/>
                <a:gd name="T13" fmla="*/ 56 h 8"/>
                <a:gd name="T14" fmla="*/ 152 w 19"/>
                <a:gd name="T15" fmla="*/ 8 h 8"/>
                <a:gd name="T16" fmla="*/ 144 w 19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8">
                  <a:moveTo>
                    <a:pt x="18" y="0"/>
                  </a:moveTo>
                  <a:cubicBezTo>
                    <a:pt x="18" y="0"/>
                    <a:pt x="19" y="1"/>
                    <a:pt x="18" y="1"/>
                  </a:cubicBezTo>
                  <a:cubicBezTo>
                    <a:pt x="18" y="3"/>
                    <a:pt x="16" y="5"/>
                    <a:pt x="9" y="7"/>
                  </a:cubicBezTo>
                  <a:cubicBezTo>
                    <a:pt x="4" y="8"/>
                    <a:pt x="1" y="6"/>
                    <a:pt x="1" y="5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1" y="7"/>
                    <a:pt x="4" y="8"/>
                    <a:pt x="9" y="7"/>
                  </a:cubicBezTo>
                  <a:cubicBezTo>
                    <a:pt x="15" y="6"/>
                    <a:pt x="18" y="3"/>
                    <a:pt x="19" y="1"/>
                  </a:cubicBezTo>
                  <a:cubicBezTo>
                    <a:pt x="19" y="1"/>
                    <a:pt x="18" y="0"/>
                    <a:pt x="18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5204">
              <a:extLst>
                <a:ext uri="{FF2B5EF4-FFF2-40B4-BE49-F238E27FC236}">
                  <a16:creationId xmlns:a16="http://schemas.microsoft.com/office/drawing/2014/main" id="{561AF9A2-DB58-44B1-B45B-30C666768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765"/>
              <a:ext cx="50" cy="54"/>
            </a:xfrm>
            <a:custGeom>
              <a:avLst/>
              <a:gdLst>
                <a:gd name="T0" fmla="*/ 144 w 25"/>
                <a:gd name="T1" fmla="*/ 24 h 27"/>
                <a:gd name="T2" fmla="*/ 88 w 25"/>
                <a:gd name="T3" fmla="*/ 0 h 27"/>
                <a:gd name="T4" fmla="*/ 32 w 25"/>
                <a:gd name="T5" fmla="*/ 128 h 27"/>
                <a:gd name="T6" fmla="*/ 152 w 25"/>
                <a:gd name="T7" fmla="*/ 208 h 27"/>
                <a:gd name="T8" fmla="*/ 192 w 25"/>
                <a:gd name="T9" fmla="*/ 144 h 27"/>
                <a:gd name="T10" fmla="*/ 168 w 25"/>
                <a:gd name="T11" fmla="*/ 72 h 27"/>
                <a:gd name="T12" fmla="*/ 144 w 25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3" y="0"/>
                    <a:pt x="0" y="8"/>
                    <a:pt x="4" y="16"/>
                  </a:cubicBezTo>
                  <a:cubicBezTo>
                    <a:pt x="7" y="24"/>
                    <a:pt x="15" y="27"/>
                    <a:pt x="19" y="26"/>
                  </a:cubicBezTo>
                  <a:cubicBezTo>
                    <a:pt x="23" y="25"/>
                    <a:pt x="25" y="22"/>
                    <a:pt x="24" y="18"/>
                  </a:cubicBezTo>
                  <a:cubicBezTo>
                    <a:pt x="24" y="15"/>
                    <a:pt x="22" y="11"/>
                    <a:pt x="21" y="9"/>
                  </a:cubicBezTo>
                  <a:cubicBezTo>
                    <a:pt x="20" y="7"/>
                    <a:pt x="19" y="5"/>
                    <a:pt x="18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5205">
              <a:extLst>
                <a:ext uri="{FF2B5EF4-FFF2-40B4-BE49-F238E27FC236}">
                  <a16:creationId xmlns:a16="http://schemas.microsoft.com/office/drawing/2014/main" id="{A16F18EA-57EA-41E0-A1CC-1FE2B3942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765"/>
              <a:ext cx="50" cy="54"/>
            </a:xfrm>
            <a:custGeom>
              <a:avLst/>
              <a:gdLst>
                <a:gd name="T0" fmla="*/ 144 w 25"/>
                <a:gd name="T1" fmla="*/ 24 h 27"/>
                <a:gd name="T2" fmla="*/ 88 w 25"/>
                <a:gd name="T3" fmla="*/ 0 h 27"/>
                <a:gd name="T4" fmla="*/ 32 w 25"/>
                <a:gd name="T5" fmla="*/ 128 h 27"/>
                <a:gd name="T6" fmla="*/ 152 w 25"/>
                <a:gd name="T7" fmla="*/ 208 h 27"/>
                <a:gd name="T8" fmla="*/ 192 w 25"/>
                <a:gd name="T9" fmla="*/ 144 h 27"/>
                <a:gd name="T10" fmla="*/ 168 w 25"/>
                <a:gd name="T11" fmla="*/ 72 h 27"/>
                <a:gd name="T12" fmla="*/ 144 w 25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3" y="0"/>
                    <a:pt x="0" y="8"/>
                    <a:pt x="4" y="16"/>
                  </a:cubicBezTo>
                  <a:cubicBezTo>
                    <a:pt x="7" y="24"/>
                    <a:pt x="15" y="27"/>
                    <a:pt x="19" y="26"/>
                  </a:cubicBezTo>
                  <a:cubicBezTo>
                    <a:pt x="23" y="25"/>
                    <a:pt x="25" y="22"/>
                    <a:pt x="24" y="18"/>
                  </a:cubicBezTo>
                  <a:cubicBezTo>
                    <a:pt x="24" y="15"/>
                    <a:pt x="22" y="11"/>
                    <a:pt x="21" y="9"/>
                  </a:cubicBezTo>
                  <a:cubicBezTo>
                    <a:pt x="20" y="7"/>
                    <a:pt x="19" y="5"/>
                    <a:pt x="18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5206">
              <a:extLst>
                <a:ext uri="{FF2B5EF4-FFF2-40B4-BE49-F238E27FC236}">
                  <a16:creationId xmlns:a16="http://schemas.microsoft.com/office/drawing/2014/main" id="{09A1C09C-C7F9-4E74-A849-4ABB0AC11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777"/>
              <a:ext cx="20" cy="30"/>
            </a:xfrm>
            <a:custGeom>
              <a:avLst/>
              <a:gdLst>
                <a:gd name="T0" fmla="*/ 16 w 10"/>
                <a:gd name="T1" fmla="*/ 8 h 15"/>
                <a:gd name="T2" fmla="*/ 8 w 10"/>
                <a:gd name="T3" fmla="*/ 48 h 15"/>
                <a:gd name="T4" fmla="*/ 48 w 10"/>
                <a:gd name="T5" fmla="*/ 112 h 15"/>
                <a:gd name="T6" fmla="*/ 80 w 10"/>
                <a:gd name="T7" fmla="*/ 112 h 15"/>
                <a:gd name="T8" fmla="*/ 48 w 10"/>
                <a:gd name="T9" fmla="*/ 112 h 15"/>
                <a:gd name="T10" fmla="*/ 8 w 10"/>
                <a:gd name="T11" fmla="*/ 48 h 15"/>
                <a:gd name="T12" fmla="*/ 16 w 10"/>
                <a:gd name="T13" fmla="*/ 8 h 15"/>
                <a:gd name="T14" fmla="*/ 32 w 10"/>
                <a:gd name="T15" fmla="*/ 8 h 15"/>
                <a:gd name="T16" fmla="*/ 16 w 10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5">
                  <a:moveTo>
                    <a:pt x="2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8" y="15"/>
                    <a:pt x="10" y="14"/>
                  </a:cubicBezTo>
                  <a:cubicBezTo>
                    <a:pt x="8" y="15"/>
                    <a:pt x="7" y="14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5207">
              <a:extLst>
                <a:ext uri="{FF2B5EF4-FFF2-40B4-BE49-F238E27FC236}">
                  <a16:creationId xmlns:a16="http://schemas.microsoft.com/office/drawing/2014/main" id="{B61A8D06-A814-4663-B68F-7EE6A642B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787"/>
              <a:ext cx="60" cy="60"/>
            </a:xfrm>
            <a:custGeom>
              <a:avLst/>
              <a:gdLst>
                <a:gd name="T0" fmla="*/ 112 w 30"/>
                <a:gd name="T1" fmla="*/ 16 h 30"/>
                <a:gd name="T2" fmla="*/ 32 w 30"/>
                <a:gd name="T3" fmla="*/ 32 h 30"/>
                <a:gd name="T4" fmla="*/ 72 w 30"/>
                <a:gd name="T5" fmla="*/ 176 h 30"/>
                <a:gd name="T6" fmla="*/ 216 w 30"/>
                <a:gd name="T7" fmla="*/ 216 h 30"/>
                <a:gd name="T8" fmla="*/ 232 w 30"/>
                <a:gd name="T9" fmla="*/ 152 h 30"/>
                <a:gd name="T10" fmla="*/ 176 w 30"/>
                <a:gd name="T11" fmla="*/ 80 h 30"/>
                <a:gd name="T12" fmla="*/ 112 w 30"/>
                <a:gd name="T13" fmla="*/ 1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4" y="2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9"/>
                    <a:pt x="2" y="16"/>
                    <a:pt x="9" y="22"/>
                  </a:cubicBezTo>
                  <a:cubicBezTo>
                    <a:pt x="17" y="28"/>
                    <a:pt x="21" y="30"/>
                    <a:pt x="27" y="27"/>
                  </a:cubicBezTo>
                  <a:cubicBezTo>
                    <a:pt x="30" y="25"/>
                    <a:pt x="30" y="22"/>
                    <a:pt x="29" y="19"/>
                  </a:cubicBezTo>
                  <a:cubicBezTo>
                    <a:pt x="27" y="15"/>
                    <a:pt x="25" y="14"/>
                    <a:pt x="22" y="10"/>
                  </a:cubicBezTo>
                  <a:cubicBezTo>
                    <a:pt x="20" y="9"/>
                    <a:pt x="18" y="4"/>
                    <a:pt x="14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5208">
              <a:extLst>
                <a:ext uri="{FF2B5EF4-FFF2-40B4-BE49-F238E27FC236}">
                  <a16:creationId xmlns:a16="http://schemas.microsoft.com/office/drawing/2014/main" id="{C4E65F69-6419-4A56-88F1-C6CCF59D2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787"/>
              <a:ext cx="60" cy="60"/>
            </a:xfrm>
            <a:custGeom>
              <a:avLst/>
              <a:gdLst>
                <a:gd name="T0" fmla="*/ 112 w 30"/>
                <a:gd name="T1" fmla="*/ 16 h 30"/>
                <a:gd name="T2" fmla="*/ 32 w 30"/>
                <a:gd name="T3" fmla="*/ 32 h 30"/>
                <a:gd name="T4" fmla="*/ 72 w 30"/>
                <a:gd name="T5" fmla="*/ 176 h 30"/>
                <a:gd name="T6" fmla="*/ 216 w 30"/>
                <a:gd name="T7" fmla="*/ 216 h 30"/>
                <a:gd name="T8" fmla="*/ 232 w 30"/>
                <a:gd name="T9" fmla="*/ 152 h 30"/>
                <a:gd name="T10" fmla="*/ 176 w 30"/>
                <a:gd name="T11" fmla="*/ 80 h 30"/>
                <a:gd name="T12" fmla="*/ 112 w 30"/>
                <a:gd name="T13" fmla="*/ 1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4" y="2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9"/>
                    <a:pt x="2" y="16"/>
                    <a:pt x="9" y="22"/>
                  </a:cubicBezTo>
                  <a:cubicBezTo>
                    <a:pt x="17" y="28"/>
                    <a:pt x="21" y="30"/>
                    <a:pt x="27" y="27"/>
                  </a:cubicBezTo>
                  <a:cubicBezTo>
                    <a:pt x="30" y="25"/>
                    <a:pt x="30" y="22"/>
                    <a:pt x="29" y="19"/>
                  </a:cubicBezTo>
                  <a:cubicBezTo>
                    <a:pt x="27" y="15"/>
                    <a:pt x="25" y="14"/>
                    <a:pt x="22" y="10"/>
                  </a:cubicBezTo>
                  <a:cubicBezTo>
                    <a:pt x="20" y="9"/>
                    <a:pt x="18" y="4"/>
                    <a:pt x="14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5209">
              <a:extLst>
                <a:ext uri="{FF2B5EF4-FFF2-40B4-BE49-F238E27FC236}">
                  <a16:creationId xmlns:a16="http://schemas.microsoft.com/office/drawing/2014/main" id="{1C98EB51-2107-4922-B1BD-520419CBF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799"/>
              <a:ext cx="32" cy="30"/>
            </a:xfrm>
            <a:custGeom>
              <a:avLst/>
              <a:gdLst>
                <a:gd name="T0" fmla="*/ 120 w 16"/>
                <a:gd name="T1" fmla="*/ 104 h 15"/>
                <a:gd name="T2" fmla="*/ 120 w 16"/>
                <a:gd name="T3" fmla="*/ 112 h 15"/>
                <a:gd name="T4" fmla="*/ 40 w 16"/>
                <a:gd name="T5" fmla="*/ 72 h 15"/>
                <a:gd name="T6" fmla="*/ 8 w 16"/>
                <a:gd name="T7" fmla="*/ 8 h 15"/>
                <a:gd name="T8" fmla="*/ 40 w 16"/>
                <a:gd name="T9" fmla="*/ 0 h 15"/>
                <a:gd name="T10" fmla="*/ 8 w 16"/>
                <a:gd name="T11" fmla="*/ 8 h 15"/>
                <a:gd name="T12" fmla="*/ 32 w 16"/>
                <a:gd name="T13" fmla="*/ 72 h 15"/>
                <a:gd name="T14" fmla="*/ 120 w 16"/>
                <a:gd name="T15" fmla="*/ 120 h 15"/>
                <a:gd name="T16" fmla="*/ 120 w 16"/>
                <a:gd name="T17" fmla="*/ 104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5">
                  <a:moveTo>
                    <a:pt x="15" y="13"/>
                  </a:moveTo>
                  <a:cubicBezTo>
                    <a:pt x="16" y="14"/>
                    <a:pt x="15" y="14"/>
                    <a:pt x="15" y="14"/>
                  </a:cubicBezTo>
                  <a:cubicBezTo>
                    <a:pt x="14" y="15"/>
                    <a:pt x="10" y="14"/>
                    <a:pt x="5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0" y="5"/>
                    <a:pt x="4" y="9"/>
                  </a:cubicBezTo>
                  <a:cubicBezTo>
                    <a:pt x="10" y="14"/>
                    <a:pt x="14" y="15"/>
                    <a:pt x="15" y="15"/>
                  </a:cubicBezTo>
                  <a:cubicBezTo>
                    <a:pt x="15" y="14"/>
                    <a:pt x="16" y="14"/>
                    <a:pt x="15" y="1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5210">
              <a:extLst>
                <a:ext uri="{FF2B5EF4-FFF2-40B4-BE49-F238E27FC236}">
                  <a16:creationId xmlns:a16="http://schemas.microsoft.com/office/drawing/2014/main" id="{8C296C84-2089-441D-96C0-6A1CC6D88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733"/>
              <a:ext cx="62" cy="44"/>
            </a:xfrm>
            <a:custGeom>
              <a:avLst/>
              <a:gdLst>
                <a:gd name="T0" fmla="*/ 48 w 31"/>
                <a:gd name="T1" fmla="*/ 24 h 22"/>
                <a:gd name="T2" fmla="*/ 8 w 31"/>
                <a:gd name="T3" fmla="*/ 112 h 22"/>
                <a:gd name="T4" fmla="*/ 136 w 31"/>
                <a:gd name="T5" fmla="*/ 160 h 22"/>
                <a:gd name="T6" fmla="*/ 240 w 31"/>
                <a:gd name="T7" fmla="*/ 64 h 22"/>
                <a:gd name="T8" fmla="*/ 208 w 31"/>
                <a:gd name="T9" fmla="*/ 8 h 22"/>
                <a:gd name="T10" fmla="*/ 128 w 31"/>
                <a:gd name="T11" fmla="*/ 16 h 22"/>
                <a:gd name="T12" fmla="*/ 48 w 31"/>
                <a:gd name="T13" fmla="*/ 2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3"/>
                  </a:moveTo>
                  <a:cubicBezTo>
                    <a:pt x="2" y="5"/>
                    <a:pt x="0" y="8"/>
                    <a:pt x="1" y="14"/>
                  </a:cubicBezTo>
                  <a:cubicBezTo>
                    <a:pt x="2" y="20"/>
                    <a:pt x="9" y="22"/>
                    <a:pt x="17" y="20"/>
                  </a:cubicBezTo>
                  <a:cubicBezTo>
                    <a:pt x="26" y="18"/>
                    <a:pt x="30" y="15"/>
                    <a:pt x="30" y="8"/>
                  </a:cubicBezTo>
                  <a:cubicBezTo>
                    <a:pt x="31" y="5"/>
                    <a:pt x="29" y="2"/>
                    <a:pt x="26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9" y="1"/>
                    <a:pt x="6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5211">
              <a:extLst>
                <a:ext uri="{FF2B5EF4-FFF2-40B4-BE49-F238E27FC236}">
                  <a16:creationId xmlns:a16="http://schemas.microsoft.com/office/drawing/2014/main" id="{D955D5B6-2BF2-4105-B9FE-1E2F08303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733"/>
              <a:ext cx="62" cy="44"/>
            </a:xfrm>
            <a:custGeom>
              <a:avLst/>
              <a:gdLst>
                <a:gd name="T0" fmla="*/ 48 w 31"/>
                <a:gd name="T1" fmla="*/ 24 h 22"/>
                <a:gd name="T2" fmla="*/ 8 w 31"/>
                <a:gd name="T3" fmla="*/ 112 h 22"/>
                <a:gd name="T4" fmla="*/ 136 w 31"/>
                <a:gd name="T5" fmla="*/ 160 h 22"/>
                <a:gd name="T6" fmla="*/ 240 w 31"/>
                <a:gd name="T7" fmla="*/ 64 h 22"/>
                <a:gd name="T8" fmla="*/ 208 w 31"/>
                <a:gd name="T9" fmla="*/ 8 h 22"/>
                <a:gd name="T10" fmla="*/ 128 w 31"/>
                <a:gd name="T11" fmla="*/ 16 h 22"/>
                <a:gd name="T12" fmla="*/ 48 w 31"/>
                <a:gd name="T13" fmla="*/ 2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3"/>
                  </a:moveTo>
                  <a:cubicBezTo>
                    <a:pt x="2" y="5"/>
                    <a:pt x="0" y="8"/>
                    <a:pt x="1" y="14"/>
                  </a:cubicBezTo>
                  <a:cubicBezTo>
                    <a:pt x="2" y="20"/>
                    <a:pt x="9" y="22"/>
                    <a:pt x="17" y="20"/>
                  </a:cubicBezTo>
                  <a:cubicBezTo>
                    <a:pt x="26" y="18"/>
                    <a:pt x="30" y="15"/>
                    <a:pt x="30" y="8"/>
                  </a:cubicBezTo>
                  <a:cubicBezTo>
                    <a:pt x="31" y="5"/>
                    <a:pt x="29" y="2"/>
                    <a:pt x="26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9" y="1"/>
                    <a:pt x="6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5212">
              <a:extLst>
                <a:ext uri="{FF2B5EF4-FFF2-40B4-BE49-F238E27FC236}">
                  <a16:creationId xmlns:a16="http://schemas.microsoft.com/office/drawing/2014/main" id="{2349C379-ADE9-46EF-8F66-0DE51A3D6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745"/>
              <a:ext cx="36" cy="16"/>
            </a:xfrm>
            <a:custGeom>
              <a:avLst/>
              <a:gdLst>
                <a:gd name="T0" fmla="*/ 136 w 18"/>
                <a:gd name="T1" fmla="*/ 0 h 8"/>
                <a:gd name="T2" fmla="*/ 144 w 18"/>
                <a:gd name="T3" fmla="*/ 8 h 8"/>
                <a:gd name="T4" fmla="*/ 64 w 18"/>
                <a:gd name="T5" fmla="*/ 56 h 8"/>
                <a:gd name="T6" fmla="*/ 0 w 18"/>
                <a:gd name="T7" fmla="*/ 40 h 8"/>
                <a:gd name="T8" fmla="*/ 16 w 18"/>
                <a:gd name="T9" fmla="*/ 8 h 8"/>
                <a:gd name="T10" fmla="*/ 0 w 18"/>
                <a:gd name="T11" fmla="*/ 40 h 8"/>
                <a:gd name="T12" fmla="*/ 64 w 18"/>
                <a:gd name="T13" fmla="*/ 56 h 8"/>
                <a:gd name="T14" fmla="*/ 144 w 18"/>
                <a:gd name="T15" fmla="*/ 8 h 8"/>
                <a:gd name="T16" fmla="*/ 136 w 18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8">
                  <a:moveTo>
                    <a:pt x="17" y="0"/>
                  </a:moveTo>
                  <a:cubicBezTo>
                    <a:pt x="18" y="0"/>
                    <a:pt x="18" y="1"/>
                    <a:pt x="18" y="1"/>
                  </a:cubicBezTo>
                  <a:cubicBezTo>
                    <a:pt x="18" y="3"/>
                    <a:pt x="15" y="6"/>
                    <a:pt x="8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1" y="7"/>
                    <a:pt x="3" y="8"/>
                    <a:pt x="8" y="7"/>
                  </a:cubicBezTo>
                  <a:cubicBezTo>
                    <a:pt x="15" y="6"/>
                    <a:pt x="18" y="3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5213">
              <a:extLst>
                <a:ext uri="{FF2B5EF4-FFF2-40B4-BE49-F238E27FC236}">
                  <a16:creationId xmlns:a16="http://schemas.microsoft.com/office/drawing/2014/main" id="{FE0DD163-A597-4A13-8D76-0903885D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471"/>
              <a:ext cx="48" cy="60"/>
            </a:xfrm>
            <a:custGeom>
              <a:avLst/>
              <a:gdLst>
                <a:gd name="T0" fmla="*/ 152 w 24"/>
                <a:gd name="T1" fmla="*/ 40 h 30"/>
                <a:gd name="T2" fmla="*/ 64 w 24"/>
                <a:gd name="T3" fmla="*/ 8 h 30"/>
                <a:gd name="T4" fmla="*/ 24 w 24"/>
                <a:gd name="T5" fmla="*/ 144 h 30"/>
                <a:gd name="T6" fmla="*/ 136 w 24"/>
                <a:gd name="T7" fmla="*/ 240 h 30"/>
                <a:gd name="T8" fmla="*/ 192 w 24"/>
                <a:gd name="T9" fmla="*/ 192 h 30"/>
                <a:gd name="T10" fmla="*/ 168 w 24"/>
                <a:gd name="T11" fmla="*/ 120 h 30"/>
                <a:gd name="T12" fmla="*/ 152 w 24"/>
                <a:gd name="T13" fmla="*/ 4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0">
                  <a:moveTo>
                    <a:pt x="19" y="5"/>
                  </a:moveTo>
                  <a:cubicBezTo>
                    <a:pt x="17" y="1"/>
                    <a:pt x="13" y="0"/>
                    <a:pt x="8" y="1"/>
                  </a:cubicBezTo>
                  <a:cubicBezTo>
                    <a:pt x="2" y="3"/>
                    <a:pt x="0" y="10"/>
                    <a:pt x="3" y="18"/>
                  </a:cubicBezTo>
                  <a:cubicBezTo>
                    <a:pt x="6" y="26"/>
                    <a:pt x="10" y="30"/>
                    <a:pt x="17" y="30"/>
                  </a:cubicBezTo>
                  <a:cubicBezTo>
                    <a:pt x="20" y="30"/>
                    <a:pt x="23" y="28"/>
                    <a:pt x="24" y="24"/>
                  </a:cubicBezTo>
                  <a:cubicBezTo>
                    <a:pt x="24" y="21"/>
                    <a:pt x="23" y="19"/>
                    <a:pt x="21" y="15"/>
                  </a:cubicBezTo>
                  <a:cubicBezTo>
                    <a:pt x="21" y="12"/>
                    <a:pt x="22" y="8"/>
                    <a:pt x="19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5214">
              <a:extLst>
                <a:ext uri="{FF2B5EF4-FFF2-40B4-BE49-F238E27FC236}">
                  <a16:creationId xmlns:a16="http://schemas.microsoft.com/office/drawing/2014/main" id="{F9CCCCCA-E052-4E2F-8D99-6FFC7CEE3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471"/>
              <a:ext cx="48" cy="60"/>
            </a:xfrm>
            <a:custGeom>
              <a:avLst/>
              <a:gdLst>
                <a:gd name="T0" fmla="*/ 152 w 24"/>
                <a:gd name="T1" fmla="*/ 40 h 30"/>
                <a:gd name="T2" fmla="*/ 64 w 24"/>
                <a:gd name="T3" fmla="*/ 8 h 30"/>
                <a:gd name="T4" fmla="*/ 24 w 24"/>
                <a:gd name="T5" fmla="*/ 144 h 30"/>
                <a:gd name="T6" fmla="*/ 136 w 24"/>
                <a:gd name="T7" fmla="*/ 240 h 30"/>
                <a:gd name="T8" fmla="*/ 192 w 24"/>
                <a:gd name="T9" fmla="*/ 192 h 30"/>
                <a:gd name="T10" fmla="*/ 168 w 24"/>
                <a:gd name="T11" fmla="*/ 120 h 30"/>
                <a:gd name="T12" fmla="*/ 152 w 24"/>
                <a:gd name="T13" fmla="*/ 4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0">
                  <a:moveTo>
                    <a:pt x="19" y="5"/>
                  </a:moveTo>
                  <a:cubicBezTo>
                    <a:pt x="17" y="1"/>
                    <a:pt x="13" y="0"/>
                    <a:pt x="8" y="1"/>
                  </a:cubicBezTo>
                  <a:cubicBezTo>
                    <a:pt x="2" y="3"/>
                    <a:pt x="0" y="10"/>
                    <a:pt x="3" y="18"/>
                  </a:cubicBezTo>
                  <a:cubicBezTo>
                    <a:pt x="6" y="26"/>
                    <a:pt x="10" y="30"/>
                    <a:pt x="17" y="30"/>
                  </a:cubicBezTo>
                  <a:cubicBezTo>
                    <a:pt x="20" y="30"/>
                    <a:pt x="23" y="28"/>
                    <a:pt x="24" y="24"/>
                  </a:cubicBezTo>
                  <a:cubicBezTo>
                    <a:pt x="24" y="21"/>
                    <a:pt x="23" y="19"/>
                    <a:pt x="21" y="15"/>
                  </a:cubicBezTo>
                  <a:cubicBezTo>
                    <a:pt x="21" y="12"/>
                    <a:pt x="22" y="8"/>
                    <a:pt x="19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5215">
              <a:extLst>
                <a:ext uri="{FF2B5EF4-FFF2-40B4-BE49-F238E27FC236}">
                  <a16:creationId xmlns:a16="http://schemas.microsoft.com/office/drawing/2014/main" id="{405069B3-783D-457D-9CB7-26B3C641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481"/>
              <a:ext cx="20" cy="36"/>
            </a:xfrm>
            <a:custGeom>
              <a:avLst/>
              <a:gdLst>
                <a:gd name="T0" fmla="*/ 80 w 10"/>
                <a:gd name="T1" fmla="*/ 136 h 18"/>
                <a:gd name="T2" fmla="*/ 72 w 10"/>
                <a:gd name="T3" fmla="*/ 144 h 18"/>
                <a:gd name="T4" fmla="*/ 16 w 10"/>
                <a:gd name="T5" fmla="*/ 72 h 18"/>
                <a:gd name="T6" fmla="*/ 24 w 10"/>
                <a:gd name="T7" fmla="*/ 8 h 18"/>
                <a:gd name="T8" fmla="*/ 56 w 10"/>
                <a:gd name="T9" fmla="*/ 16 h 18"/>
                <a:gd name="T10" fmla="*/ 24 w 10"/>
                <a:gd name="T11" fmla="*/ 8 h 18"/>
                <a:gd name="T12" fmla="*/ 16 w 10"/>
                <a:gd name="T13" fmla="*/ 72 h 18"/>
                <a:gd name="T14" fmla="*/ 72 w 10"/>
                <a:gd name="T15" fmla="*/ 144 h 18"/>
                <a:gd name="T16" fmla="*/ 80 w 10"/>
                <a:gd name="T17" fmla="*/ 13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8">
                  <a:moveTo>
                    <a:pt x="10" y="17"/>
                  </a:moveTo>
                  <a:cubicBezTo>
                    <a:pt x="10" y="18"/>
                    <a:pt x="9" y="18"/>
                    <a:pt x="9" y="18"/>
                  </a:cubicBezTo>
                  <a:cubicBezTo>
                    <a:pt x="7" y="18"/>
                    <a:pt x="4" y="16"/>
                    <a:pt x="2" y="9"/>
                  </a:cubicBezTo>
                  <a:cubicBezTo>
                    <a:pt x="1" y="4"/>
                    <a:pt x="2" y="2"/>
                    <a:pt x="3" y="1"/>
                  </a:cubicBezTo>
                  <a:cubicBezTo>
                    <a:pt x="4" y="1"/>
                    <a:pt x="6" y="1"/>
                    <a:pt x="7" y="2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4"/>
                    <a:pt x="2" y="9"/>
                  </a:cubicBezTo>
                  <a:cubicBezTo>
                    <a:pt x="4" y="16"/>
                    <a:pt x="7" y="18"/>
                    <a:pt x="9" y="18"/>
                  </a:cubicBezTo>
                  <a:cubicBezTo>
                    <a:pt x="9" y="18"/>
                    <a:pt x="10" y="18"/>
                    <a:pt x="10" y="1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5216">
              <a:extLst>
                <a:ext uri="{FF2B5EF4-FFF2-40B4-BE49-F238E27FC236}">
                  <a16:creationId xmlns:a16="http://schemas.microsoft.com/office/drawing/2014/main" id="{4B7BFBA0-D4F1-4DC4-A7D1-D763B45B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3117"/>
              <a:ext cx="62" cy="44"/>
            </a:xfrm>
            <a:custGeom>
              <a:avLst/>
              <a:gdLst>
                <a:gd name="T0" fmla="*/ 48 w 31"/>
                <a:gd name="T1" fmla="*/ 16 h 22"/>
                <a:gd name="T2" fmla="*/ 0 w 31"/>
                <a:gd name="T3" fmla="*/ 96 h 22"/>
                <a:gd name="T4" fmla="*/ 128 w 31"/>
                <a:gd name="T5" fmla="*/ 160 h 22"/>
                <a:gd name="T6" fmla="*/ 240 w 31"/>
                <a:gd name="T7" fmla="*/ 80 h 22"/>
                <a:gd name="T8" fmla="*/ 208 w 31"/>
                <a:gd name="T9" fmla="*/ 16 h 22"/>
                <a:gd name="T10" fmla="*/ 128 w 31"/>
                <a:gd name="T11" fmla="*/ 16 h 22"/>
                <a:gd name="T12" fmla="*/ 48 w 31"/>
                <a:gd name="T13" fmla="*/ 1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2"/>
                  </a:moveTo>
                  <a:cubicBezTo>
                    <a:pt x="2" y="3"/>
                    <a:pt x="0" y="7"/>
                    <a:pt x="0" y="12"/>
                  </a:cubicBezTo>
                  <a:cubicBezTo>
                    <a:pt x="1" y="19"/>
                    <a:pt x="7" y="22"/>
                    <a:pt x="16" y="20"/>
                  </a:cubicBezTo>
                  <a:cubicBezTo>
                    <a:pt x="24" y="19"/>
                    <a:pt x="28" y="17"/>
                    <a:pt x="30" y="10"/>
                  </a:cubicBezTo>
                  <a:cubicBezTo>
                    <a:pt x="31" y="6"/>
                    <a:pt x="29" y="4"/>
                    <a:pt x="26" y="2"/>
                  </a:cubicBezTo>
                  <a:cubicBezTo>
                    <a:pt x="23" y="1"/>
                    <a:pt x="21" y="2"/>
                    <a:pt x="16" y="2"/>
                  </a:cubicBezTo>
                  <a:cubicBezTo>
                    <a:pt x="14" y="2"/>
                    <a:pt x="10" y="0"/>
                    <a:pt x="6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5217">
              <a:extLst>
                <a:ext uri="{FF2B5EF4-FFF2-40B4-BE49-F238E27FC236}">
                  <a16:creationId xmlns:a16="http://schemas.microsoft.com/office/drawing/2014/main" id="{9F8D9A69-562B-4D14-8ED0-F3F56A133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3117"/>
              <a:ext cx="62" cy="44"/>
            </a:xfrm>
            <a:custGeom>
              <a:avLst/>
              <a:gdLst>
                <a:gd name="T0" fmla="*/ 48 w 31"/>
                <a:gd name="T1" fmla="*/ 16 h 22"/>
                <a:gd name="T2" fmla="*/ 0 w 31"/>
                <a:gd name="T3" fmla="*/ 96 h 22"/>
                <a:gd name="T4" fmla="*/ 128 w 31"/>
                <a:gd name="T5" fmla="*/ 160 h 22"/>
                <a:gd name="T6" fmla="*/ 240 w 31"/>
                <a:gd name="T7" fmla="*/ 80 h 22"/>
                <a:gd name="T8" fmla="*/ 208 w 31"/>
                <a:gd name="T9" fmla="*/ 16 h 22"/>
                <a:gd name="T10" fmla="*/ 128 w 31"/>
                <a:gd name="T11" fmla="*/ 16 h 22"/>
                <a:gd name="T12" fmla="*/ 48 w 31"/>
                <a:gd name="T13" fmla="*/ 1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2"/>
                  </a:moveTo>
                  <a:cubicBezTo>
                    <a:pt x="2" y="3"/>
                    <a:pt x="0" y="7"/>
                    <a:pt x="0" y="12"/>
                  </a:cubicBezTo>
                  <a:cubicBezTo>
                    <a:pt x="1" y="19"/>
                    <a:pt x="7" y="22"/>
                    <a:pt x="16" y="20"/>
                  </a:cubicBezTo>
                  <a:cubicBezTo>
                    <a:pt x="24" y="19"/>
                    <a:pt x="28" y="17"/>
                    <a:pt x="30" y="10"/>
                  </a:cubicBezTo>
                  <a:cubicBezTo>
                    <a:pt x="31" y="6"/>
                    <a:pt x="29" y="4"/>
                    <a:pt x="26" y="2"/>
                  </a:cubicBezTo>
                  <a:cubicBezTo>
                    <a:pt x="23" y="1"/>
                    <a:pt x="21" y="2"/>
                    <a:pt x="16" y="2"/>
                  </a:cubicBezTo>
                  <a:cubicBezTo>
                    <a:pt x="14" y="2"/>
                    <a:pt x="10" y="0"/>
                    <a:pt x="6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5218">
              <a:extLst>
                <a:ext uri="{FF2B5EF4-FFF2-40B4-BE49-F238E27FC236}">
                  <a16:creationId xmlns:a16="http://schemas.microsoft.com/office/drawing/2014/main" id="{E29395D2-B531-403A-BDBD-B1E17EBA0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129"/>
              <a:ext cx="38" cy="16"/>
            </a:xfrm>
            <a:custGeom>
              <a:avLst/>
              <a:gdLst>
                <a:gd name="T0" fmla="*/ 144 w 19"/>
                <a:gd name="T1" fmla="*/ 8 h 8"/>
                <a:gd name="T2" fmla="*/ 152 w 19"/>
                <a:gd name="T3" fmla="*/ 16 h 8"/>
                <a:gd name="T4" fmla="*/ 64 w 19"/>
                <a:gd name="T5" fmla="*/ 56 h 8"/>
                <a:gd name="T6" fmla="*/ 8 w 19"/>
                <a:gd name="T7" fmla="*/ 32 h 8"/>
                <a:gd name="T8" fmla="*/ 24 w 19"/>
                <a:gd name="T9" fmla="*/ 0 h 8"/>
                <a:gd name="T10" fmla="*/ 8 w 19"/>
                <a:gd name="T11" fmla="*/ 32 h 8"/>
                <a:gd name="T12" fmla="*/ 64 w 19"/>
                <a:gd name="T13" fmla="*/ 56 h 8"/>
                <a:gd name="T14" fmla="*/ 152 w 19"/>
                <a:gd name="T15" fmla="*/ 16 h 8"/>
                <a:gd name="T16" fmla="*/ 144 w 19"/>
                <a:gd name="T17" fmla="*/ 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8">
                  <a:moveTo>
                    <a:pt x="18" y="1"/>
                  </a:moveTo>
                  <a:cubicBezTo>
                    <a:pt x="18" y="1"/>
                    <a:pt x="19" y="2"/>
                    <a:pt x="19" y="2"/>
                  </a:cubicBezTo>
                  <a:cubicBezTo>
                    <a:pt x="18" y="4"/>
                    <a:pt x="15" y="6"/>
                    <a:pt x="8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1" y="6"/>
                    <a:pt x="3" y="8"/>
                    <a:pt x="8" y="7"/>
                  </a:cubicBezTo>
                  <a:cubicBezTo>
                    <a:pt x="15" y="6"/>
                    <a:pt x="18" y="4"/>
                    <a:pt x="19" y="2"/>
                  </a:cubicBezTo>
                  <a:cubicBezTo>
                    <a:pt x="19" y="2"/>
                    <a:pt x="19" y="1"/>
                    <a:pt x="18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5219">
              <a:extLst>
                <a:ext uri="{FF2B5EF4-FFF2-40B4-BE49-F238E27FC236}">
                  <a16:creationId xmlns:a16="http://schemas.microsoft.com/office/drawing/2014/main" id="{075C2664-0504-4683-9C61-596CA793E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3105"/>
              <a:ext cx="36" cy="68"/>
            </a:xfrm>
            <a:custGeom>
              <a:avLst/>
              <a:gdLst>
                <a:gd name="T0" fmla="*/ 88 w 18"/>
                <a:gd name="T1" fmla="*/ 32 h 34"/>
                <a:gd name="T2" fmla="*/ 16 w 18"/>
                <a:gd name="T3" fmla="*/ 48 h 34"/>
                <a:gd name="T4" fmla="*/ 24 w 18"/>
                <a:gd name="T5" fmla="*/ 200 h 34"/>
                <a:gd name="T6" fmla="*/ 96 w 18"/>
                <a:gd name="T7" fmla="*/ 264 h 34"/>
                <a:gd name="T8" fmla="*/ 88 w 18"/>
                <a:gd name="T9" fmla="*/ 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4">
                  <a:moveTo>
                    <a:pt x="11" y="4"/>
                  </a:moveTo>
                  <a:cubicBezTo>
                    <a:pt x="8" y="0"/>
                    <a:pt x="4" y="2"/>
                    <a:pt x="2" y="6"/>
                  </a:cubicBezTo>
                  <a:cubicBezTo>
                    <a:pt x="0" y="11"/>
                    <a:pt x="1" y="19"/>
                    <a:pt x="3" y="25"/>
                  </a:cubicBezTo>
                  <a:cubicBezTo>
                    <a:pt x="6" y="32"/>
                    <a:pt x="9" y="34"/>
                    <a:pt x="12" y="33"/>
                  </a:cubicBezTo>
                  <a:cubicBezTo>
                    <a:pt x="18" y="32"/>
                    <a:pt x="18" y="11"/>
                    <a:pt x="11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5220">
              <a:extLst>
                <a:ext uri="{FF2B5EF4-FFF2-40B4-BE49-F238E27FC236}">
                  <a16:creationId xmlns:a16="http://schemas.microsoft.com/office/drawing/2014/main" id="{6292EF2F-2C82-45AF-B05C-6040408C3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3105"/>
              <a:ext cx="36" cy="68"/>
            </a:xfrm>
            <a:custGeom>
              <a:avLst/>
              <a:gdLst>
                <a:gd name="T0" fmla="*/ 88 w 18"/>
                <a:gd name="T1" fmla="*/ 32 h 34"/>
                <a:gd name="T2" fmla="*/ 16 w 18"/>
                <a:gd name="T3" fmla="*/ 48 h 34"/>
                <a:gd name="T4" fmla="*/ 24 w 18"/>
                <a:gd name="T5" fmla="*/ 200 h 34"/>
                <a:gd name="T6" fmla="*/ 96 w 18"/>
                <a:gd name="T7" fmla="*/ 264 h 34"/>
                <a:gd name="T8" fmla="*/ 88 w 18"/>
                <a:gd name="T9" fmla="*/ 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4">
                  <a:moveTo>
                    <a:pt x="11" y="4"/>
                  </a:moveTo>
                  <a:cubicBezTo>
                    <a:pt x="8" y="0"/>
                    <a:pt x="4" y="2"/>
                    <a:pt x="2" y="6"/>
                  </a:cubicBezTo>
                  <a:cubicBezTo>
                    <a:pt x="0" y="11"/>
                    <a:pt x="1" y="19"/>
                    <a:pt x="3" y="25"/>
                  </a:cubicBezTo>
                  <a:cubicBezTo>
                    <a:pt x="6" y="32"/>
                    <a:pt x="9" y="34"/>
                    <a:pt x="12" y="33"/>
                  </a:cubicBezTo>
                  <a:cubicBezTo>
                    <a:pt x="18" y="32"/>
                    <a:pt x="18" y="11"/>
                    <a:pt x="11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5221">
              <a:extLst>
                <a:ext uri="{FF2B5EF4-FFF2-40B4-BE49-F238E27FC236}">
                  <a16:creationId xmlns:a16="http://schemas.microsoft.com/office/drawing/2014/main" id="{0399E85F-ED0F-495B-B91E-29B831985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119"/>
              <a:ext cx="12" cy="40"/>
            </a:xfrm>
            <a:custGeom>
              <a:avLst/>
              <a:gdLst>
                <a:gd name="T0" fmla="*/ 24 w 6"/>
                <a:gd name="T1" fmla="*/ 0 h 20"/>
                <a:gd name="T2" fmla="*/ 0 w 6"/>
                <a:gd name="T3" fmla="*/ 48 h 20"/>
                <a:gd name="T4" fmla="*/ 24 w 6"/>
                <a:gd name="T5" fmla="*/ 144 h 20"/>
                <a:gd name="T6" fmla="*/ 48 w 6"/>
                <a:gd name="T7" fmla="*/ 160 h 20"/>
                <a:gd name="T8" fmla="*/ 24 w 6"/>
                <a:gd name="T9" fmla="*/ 144 h 20"/>
                <a:gd name="T10" fmla="*/ 8 w 6"/>
                <a:gd name="T11" fmla="*/ 48 h 20"/>
                <a:gd name="T12" fmla="*/ 24 w 6"/>
                <a:gd name="T13" fmla="*/ 8 h 20"/>
                <a:gd name="T14" fmla="*/ 48 w 6"/>
                <a:gd name="T15" fmla="*/ 16 h 20"/>
                <a:gd name="T16" fmla="*/ 24 w 6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0">
                  <a:moveTo>
                    <a:pt x="3" y="0"/>
                  </a:moveTo>
                  <a:cubicBezTo>
                    <a:pt x="2" y="1"/>
                    <a:pt x="1" y="3"/>
                    <a:pt x="0" y="6"/>
                  </a:cubicBezTo>
                  <a:cubicBezTo>
                    <a:pt x="0" y="10"/>
                    <a:pt x="1" y="15"/>
                    <a:pt x="3" y="18"/>
                  </a:cubicBezTo>
                  <a:cubicBezTo>
                    <a:pt x="4" y="19"/>
                    <a:pt x="5" y="20"/>
                    <a:pt x="6" y="20"/>
                  </a:cubicBezTo>
                  <a:cubicBezTo>
                    <a:pt x="5" y="20"/>
                    <a:pt x="4" y="19"/>
                    <a:pt x="3" y="18"/>
                  </a:cubicBezTo>
                  <a:cubicBezTo>
                    <a:pt x="1" y="15"/>
                    <a:pt x="0" y="10"/>
                    <a:pt x="1" y="6"/>
                  </a:cubicBezTo>
                  <a:cubicBezTo>
                    <a:pt x="1" y="3"/>
                    <a:pt x="2" y="1"/>
                    <a:pt x="3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5222">
              <a:extLst>
                <a:ext uri="{FF2B5EF4-FFF2-40B4-BE49-F238E27FC236}">
                  <a16:creationId xmlns:a16="http://schemas.microsoft.com/office/drawing/2014/main" id="{2DB4F649-DC74-4F6E-8F97-746CCE814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3133"/>
              <a:ext cx="46" cy="44"/>
            </a:xfrm>
            <a:custGeom>
              <a:avLst/>
              <a:gdLst>
                <a:gd name="T0" fmla="*/ 136 w 23"/>
                <a:gd name="T1" fmla="*/ 32 h 22"/>
                <a:gd name="T2" fmla="*/ 80 w 23"/>
                <a:gd name="T3" fmla="*/ 0 h 22"/>
                <a:gd name="T4" fmla="*/ 32 w 23"/>
                <a:gd name="T5" fmla="*/ 32 h 22"/>
                <a:gd name="T6" fmla="*/ 80 w 23"/>
                <a:gd name="T7" fmla="*/ 152 h 22"/>
                <a:gd name="T8" fmla="*/ 184 w 23"/>
                <a:gd name="T9" fmla="*/ 112 h 22"/>
                <a:gd name="T10" fmla="*/ 136 w 23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1"/>
                    <a:pt x="5" y="1"/>
                    <a:pt x="4" y="4"/>
                  </a:cubicBezTo>
                  <a:cubicBezTo>
                    <a:pt x="0" y="8"/>
                    <a:pt x="3" y="16"/>
                    <a:pt x="10" y="19"/>
                  </a:cubicBezTo>
                  <a:cubicBezTo>
                    <a:pt x="17" y="22"/>
                    <a:pt x="22" y="18"/>
                    <a:pt x="23" y="14"/>
                  </a:cubicBezTo>
                  <a:cubicBezTo>
                    <a:pt x="23" y="10"/>
                    <a:pt x="22" y="8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5223">
              <a:extLst>
                <a:ext uri="{FF2B5EF4-FFF2-40B4-BE49-F238E27FC236}">
                  <a16:creationId xmlns:a16="http://schemas.microsoft.com/office/drawing/2014/main" id="{74F53339-36DE-4025-B409-8FF4CF100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3133"/>
              <a:ext cx="46" cy="44"/>
            </a:xfrm>
            <a:custGeom>
              <a:avLst/>
              <a:gdLst>
                <a:gd name="T0" fmla="*/ 136 w 23"/>
                <a:gd name="T1" fmla="*/ 32 h 22"/>
                <a:gd name="T2" fmla="*/ 80 w 23"/>
                <a:gd name="T3" fmla="*/ 0 h 22"/>
                <a:gd name="T4" fmla="*/ 32 w 23"/>
                <a:gd name="T5" fmla="*/ 32 h 22"/>
                <a:gd name="T6" fmla="*/ 80 w 23"/>
                <a:gd name="T7" fmla="*/ 152 h 22"/>
                <a:gd name="T8" fmla="*/ 184 w 23"/>
                <a:gd name="T9" fmla="*/ 112 h 22"/>
                <a:gd name="T10" fmla="*/ 136 w 23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1"/>
                    <a:pt x="5" y="1"/>
                    <a:pt x="4" y="4"/>
                  </a:cubicBezTo>
                  <a:cubicBezTo>
                    <a:pt x="0" y="8"/>
                    <a:pt x="3" y="16"/>
                    <a:pt x="10" y="19"/>
                  </a:cubicBezTo>
                  <a:cubicBezTo>
                    <a:pt x="17" y="22"/>
                    <a:pt x="22" y="18"/>
                    <a:pt x="23" y="14"/>
                  </a:cubicBezTo>
                  <a:cubicBezTo>
                    <a:pt x="23" y="10"/>
                    <a:pt x="22" y="8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5224">
              <a:extLst>
                <a:ext uri="{FF2B5EF4-FFF2-40B4-BE49-F238E27FC236}">
                  <a16:creationId xmlns:a16="http://schemas.microsoft.com/office/drawing/2014/main" id="{5F06F1E2-9556-4D3A-B421-1A8237266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141"/>
              <a:ext cx="24" cy="24"/>
            </a:xfrm>
            <a:custGeom>
              <a:avLst/>
              <a:gdLst>
                <a:gd name="T0" fmla="*/ 88 w 12"/>
                <a:gd name="T1" fmla="*/ 48 h 12"/>
                <a:gd name="T2" fmla="*/ 80 w 12"/>
                <a:gd name="T3" fmla="*/ 88 h 12"/>
                <a:gd name="T4" fmla="*/ 24 w 12"/>
                <a:gd name="T5" fmla="*/ 72 h 12"/>
                <a:gd name="T6" fmla="*/ 0 w 12"/>
                <a:gd name="T7" fmla="*/ 24 h 12"/>
                <a:gd name="T8" fmla="*/ 24 w 12"/>
                <a:gd name="T9" fmla="*/ 0 h 12"/>
                <a:gd name="T10" fmla="*/ 0 w 12"/>
                <a:gd name="T11" fmla="*/ 24 h 12"/>
                <a:gd name="T12" fmla="*/ 16 w 12"/>
                <a:gd name="T13" fmla="*/ 72 h 12"/>
                <a:gd name="T14" fmla="*/ 80 w 12"/>
                <a:gd name="T15" fmla="*/ 88 h 12"/>
                <a:gd name="T16" fmla="*/ 88 w 12"/>
                <a:gd name="T17" fmla="*/ 48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6"/>
                  </a:moveTo>
                  <a:cubicBezTo>
                    <a:pt x="12" y="8"/>
                    <a:pt x="11" y="10"/>
                    <a:pt x="10" y="11"/>
                  </a:cubicBezTo>
                  <a:cubicBezTo>
                    <a:pt x="8" y="12"/>
                    <a:pt x="5" y="11"/>
                    <a:pt x="3" y="9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2"/>
                    <a:pt x="8" y="12"/>
                    <a:pt x="10" y="11"/>
                  </a:cubicBezTo>
                  <a:cubicBezTo>
                    <a:pt x="11" y="10"/>
                    <a:pt x="12" y="8"/>
                    <a:pt x="11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5225">
              <a:extLst>
                <a:ext uri="{FF2B5EF4-FFF2-40B4-BE49-F238E27FC236}">
                  <a16:creationId xmlns:a16="http://schemas.microsoft.com/office/drawing/2014/main" id="{5ADE7BAA-647B-42D4-8D0A-02139E1E4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655"/>
              <a:ext cx="52" cy="42"/>
            </a:xfrm>
            <a:custGeom>
              <a:avLst/>
              <a:gdLst>
                <a:gd name="T0" fmla="*/ 128 w 26"/>
                <a:gd name="T1" fmla="*/ 16 h 21"/>
                <a:gd name="T2" fmla="*/ 56 w 26"/>
                <a:gd name="T3" fmla="*/ 8 h 21"/>
                <a:gd name="T4" fmla="*/ 16 w 26"/>
                <a:gd name="T5" fmla="*/ 56 h 21"/>
                <a:gd name="T6" fmla="*/ 112 w 26"/>
                <a:gd name="T7" fmla="*/ 168 h 21"/>
                <a:gd name="T8" fmla="*/ 200 w 26"/>
                <a:gd name="T9" fmla="*/ 80 h 21"/>
                <a:gd name="T10" fmla="*/ 128 w 26"/>
                <a:gd name="T11" fmla="*/ 1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16" y="2"/>
                  </a:moveTo>
                  <a:cubicBezTo>
                    <a:pt x="13" y="1"/>
                    <a:pt x="10" y="0"/>
                    <a:pt x="7" y="1"/>
                  </a:cubicBezTo>
                  <a:cubicBezTo>
                    <a:pt x="5" y="3"/>
                    <a:pt x="3" y="4"/>
                    <a:pt x="2" y="7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22" y="21"/>
                    <a:pt x="26" y="15"/>
                    <a:pt x="25" y="10"/>
                  </a:cubicBezTo>
                  <a:cubicBezTo>
                    <a:pt x="24" y="6"/>
                    <a:pt x="22" y="5"/>
                    <a:pt x="16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5226">
              <a:extLst>
                <a:ext uri="{FF2B5EF4-FFF2-40B4-BE49-F238E27FC236}">
                  <a16:creationId xmlns:a16="http://schemas.microsoft.com/office/drawing/2014/main" id="{A0C0B96A-D12B-4233-8E3F-4ED068C16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655"/>
              <a:ext cx="52" cy="42"/>
            </a:xfrm>
            <a:custGeom>
              <a:avLst/>
              <a:gdLst>
                <a:gd name="T0" fmla="*/ 128 w 26"/>
                <a:gd name="T1" fmla="*/ 16 h 21"/>
                <a:gd name="T2" fmla="*/ 56 w 26"/>
                <a:gd name="T3" fmla="*/ 8 h 21"/>
                <a:gd name="T4" fmla="*/ 16 w 26"/>
                <a:gd name="T5" fmla="*/ 56 h 21"/>
                <a:gd name="T6" fmla="*/ 112 w 26"/>
                <a:gd name="T7" fmla="*/ 168 h 21"/>
                <a:gd name="T8" fmla="*/ 200 w 26"/>
                <a:gd name="T9" fmla="*/ 80 h 21"/>
                <a:gd name="T10" fmla="*/ 128 w 26"/>
                <a:gd name="T11" fmla="*/ 1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16" y="2"/>
                  </a:moveTo>
                  <a:cubicBezTo>
                    <a:pt x="13" y="1"/>
                    <a:pt x="10" y="0"/>
                    <a:pt x="7" y="1"/>
                  </a:cubicBezTo>
                  <a:cubicBezTo>
                    <a:pt x="5" y="3"/>
                    <a:pt x="3" y="4"/>
                    <a:pt x="2" y="7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22" y="21"/>
                    <a:pt x="26" y="15"/>
                    <a:pt x="25" y="10"/>
                  </a:cubicBezTo>
                  <a:cubicBezTo>
                    <a:pt x="24" y="6"/>
                    <a:pt x="22" y="5"/>
                    <a:pt x="16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5227">
              <a:extLst>
                <a:ext uri="{FF2B5EF4-FFF2-40B4-BE49-F238E27FC236}">
                  <a16:creationId xmlns:a16="http://schemas.microsoft.com/office/drawing/2014/main" id="{137069CD-DE50-40B0-9CE6-164D136E9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667"/>
              <a:ext cx="26" cy="20"/>
            </a:xfrm>
            <a:custGeom>
              <a:avLst/>
              <a:gdLst>
                <a:gd name="T0" fmla="*/ 96 w 13"/>
                <a:gd name="T1" fmla="*/ 24 h 10"/>
                <a:gd name="T2" fmla="*/ 96 w 13"/>
                <a:gd name="T3" fmla="*/ 64 h 10"/>
                <a:gd name="T4" fmla="*/ 32 w 13"/>
                <a:gd name="T5" fmla="*/ 64 h 10"/>
                <a:gd name="T6" fmla="*/ 0 w 13"/>
                <a:gd name="T7" fmla="*/ 24 h 10"/>
                <a:gd name="T8" fmla="*/ 16 w 13"/>
                <a:gd name="T9" fmla="*/ 0 h 10"/>
                <a:gd name="T10" fmla="*/ 0 w 13"/>
                <a:gd name="T11" fmla="*/ 24 h 10"/>
                <a:gd name="T12" fmla="*/ 32 w 13"/>
                <a:gd name="T13" fmla="*/ 64 h 10"/>
                <a:gd name="T14" fmla="*/ 96 w 13"/>
                <a:gd name="T15" fmla="*/ 64 h 10"/>
                <a:gd name="T16" fmla="*/ 96 w 13"/>
                <a:gd name="T17" fmla="*/ 24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0">
                  <a:moveTo>
                    <a:pt x="12" y="3"/>
                  </a:moveTo>
                  <a:cubicBezTo>
                    <a:pt x="13" y="5"/>
                    <a:pt x="13" y="6"/>
                    <a:pt x="12" y="8"/>
                  </a:cubicBezTo>
                  <a:cubicBezTo>
                    <a:pt x="11" y="9"/>
                    <a:pt x="8" y="10"/>
                    <a:pt x="4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7"/>
                    <a:pt x="4" y="8"/>
                  </a:cubicBezTo>
                  <a:cubicBezTo>
                    <a:pt x="8" y="10"/>
                    <a:pt x="11" y="9"/>
                    <a:pt x="12" y="8"/>
                  </a:cubicBezTo>
                  <a:cubicBezTo>
                    <a:pt x="13" y="6"/>
                    <a:pt x="13" y="5"/>
                    <a:pt x="12" y="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5228">
              <a:extLst>
                <a:ext uri="{FF2B5EF4-FFF2-40B4-BE49-F238E27FC236}">
                  <a16:creationId xmlns:a16="http://schemas.microsoft.com/office/drawing/2014/main" id="{03EFDAF6-6641-456C-8FF7-FC2CA9CE7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793"/>
              <a:ext cx="58" cy="58"/>
            </a:xfrm>
            <a:custGeom>
              <a:avLst/>
              <a:gdLst>
                <a:gd name="T0" fmla="*/ 152 w 29"/>
                <a:gd name="T1" fmla="*/ 200 h 29"/>
                <a:gd name="T2" fmla="*/ 192 w 29"/>
                <a:gd name="T3" fmla="*/ 72 h 29"/>
                <a:gd name="T4" fmla="*/ 48 w 29"/>
                <a:gd name="T5" fmla="*/ 48 h 29"/>
                <a:gd name="T6" fmla="*/ 152 w 29"/>
                <a:gd name="T7" fmla="*/ 20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19" y="25"/>
                  </a:moveTo>
                  <a:cubicBezTo>
                    <a:pt x="27" y="23"/>
                    <a:pt x="29" y="16"/>
                    <a:pt x="24" y="9"/>
                  </a:cubicBezTo>
                  <a:cubicBezTo>
                    <a:pt x="19" y="2"/>
                    <a:pt x="12" y="0"/>
                    <a:pt x="6" y="6"/>
                  </a:cubicBezTo>
                  <a:cubicBezTo>
                    <a:pt x="0" y="12"/>
                    <a:pt x="8" y="29"/>
                    <a:pt x="19" y="2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5229">
              <a:extLst>
                <a:ext uri="{FF2B5EF4-FFF2-40B4-BE49-F238E27FC236}">
                  <a16:creationId xmlns:a16="http://schemas.microsoft.com/office/drawing/2014/main" id="{8DB8A22A-E9CF-4E42-A23B-33D77B7B5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793"/>
              <a:ext cx="58" cy="58"/>
            </a:xfrm>
            <a:custGeom>
              <a:avLst/>
              <a:gdLst>
                <a:gd name="T0" fmla="*/ 152 w 29"/>
                <a:gd name="T1" fmla="*/ 200 h 29"/>
                <a:gd name="T2" fmla="*/ 192 w 29"/>
                <a:gd name="T3" fmla="*/ 72 h 29"/>
                <a:gd name="T4" fmla="*/ 48 w 29"/>
                <a:gd name="T5" fmla="*/ 48 h 29"/>
                <a:gd name="T6" fmla="*/ 152 w 29"/>
                <a:gd name="T7" fmla="*/ 20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19" y="25"/>
                  </a:moveTo>
                  <a:cubicBezTo>
                    <a:pt x="27" y="23"/>
                    <a:pt x="29" y="16"/>
                    <a:pt x="24" y="9"/>
                  </a:cubicBezTo>
                  <a:cubicBezTo>
                    <a:pt x="19" y="2"/>
                    <a:pt x="12" y="0"/>
                    <a:pt x="6" y="6"/>
                  </a:cubicBezTo>
                  <a:cubicBezTo>
                    <a:pt x="0" y="12"/>
                    <a:pt x="8" y="29"/>
                    <a:pt x="19" y="2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5230">
              <a:extLst>
                <a:ext uri="{FF2B5EF4-FFF2-40B4-BE49-F238E27FC236}">
                  <a16:creationId xmlns:a16="http://schemas.microsoft.com/office/drawing/2014/main" id="{D6853B72-F813-44A0-9B4C-473D981F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811"/>
              <a:ext cx="28" cy="24"/>
            </a:xfrm>
            <a:custGeom>
              <a:avLst/>
              <a:gdLst>
                <a:gd name="T0" fmla="*/ 96 w 14"/>
                <a:gd name="T1" fmla="*/ 8 h 12"/>
                <a:gd name="T2" fmla="*/ 104 w 14"/>
                <a:gd name="T3" fmla="*/ 56 h 12"/>
                <a:gd name="T4" fmla="*/ 64 w 14"/>
                <a:gd name="T5" fmla="*/ 88 h 12"/>
                <a:gd name="T6" fmla="*/ 16 w 14"/>
                <a:gd name="T7" fmla="*/ 64 h 12"/>
                <a:gd name="T8" fmla="*/ 8 w 14"/>
                <a:gd name="T9" fmla="*/ 0 h 12"/>
                <a:gd name="T10" fmla="*/ 8 w 14"/>
                <a:gd name="T11" fmla="*/ 64 h 12"/>
                <a:gd name="T12" fmla="*/ 64 w 14"/>
                <a:gd name="T13" fmla="*/ 88 h 12"/>
                <a:gd name="T14" fmla="*/ 104 w 14"/>
                <a:gd name="T15" fmla="*/ 56 h 12"/>
                <a:gd name="T16" fmla="*/ 96 w 14"/>
                <a:gd name="T17" fmla="*/ 8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2">
                  <a:moveTo>
                    <a:pt x="12" y="1"/>
                  </a:moveTo>
                  <a:cubicBezTo>
                    <a:pt x="13" y="2"/>
                    <a:pt x="14" y="4"/>
                    <a:pt x="13" y="7"/>
                  </a:cubicBezTo>
                  <a:cubicBezTo>
                    <a:pt x="12" y="9"/>
                    <a:pt x="10" y="11"/>
                    <a:pt x="8" y="11"/>
                  </a:cubicBezTo>
                  <a:cubicBezTo>
                    <a:pt x="6" y="11"/>
                    <a:pt x="3" y="10"/>
                    <a:pt x="2" y="8"/>
                  </a:cubicBezTo>
                  <a:cubicBezTo>
                    <a:pt x="0" y="5"/>
                    <a:pt x="0" y="3"/>
                    <a:pt x="1" y="0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0"/>
                    <a:pt x="6" y="12"/>
                    <a:pt x="8" y="11"/>
                  </a:cubicBezTo>
                  <a:cubicBezTo>
                    <a:pt x="10" y="11"/>
                    <a:pt x="12" y="9"/>
                    <a:pt x="13" y="7"/>
                  </a:cubicBezTo>
                  <a:cubicBezTo>
                    <a:pt x="14" y="4"/>
                    <a:pt x="14" y="2"/>
                    <a:pt x="1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5231">
              <a:extLst>
                <a:ext uri="{FF2B5EF4-FFF2-40B4-BE49-F238E27FC236}">
                  <a16:creationId xmlns:a16="http://schemas.microsoft.com/office/drawing/2014/main" id="{D0F4E08E-FFE7-4CCE-B8D9-3748C4C73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495"/>
              <a:ext cx="46" cy="44"/>
            </a:xfrm>
            <a:custGeom>
              <a:avLst/>
              <a:gdLst>
                <a:gd name="T0" fmla="*/ 144 w 23"/>
                <a:gd name="T1" fmla="*/ 32 h 22"/>
                <a:gd name="T2" fmla="*/ 88 w 23"/>
                <a:gd name="T3" fmla="*/ 0 h 22"/>
                <a:gd name="T4" fmla="*/ 32 w 23"/>
                <a:gd name="T5" fmla="*/ 16 h 22"/>
                <a:gd name="T6" fmla="*/ 72 w 23"/>
                <a:gd name="T7" fmla="*/ 144 h 22"/>
                <a:gd name="T8" fmla="*/ 176 w 23"/>
                <a:gd name="T9" fmla="*/ 112 h 22"/>
                <a:gd name="T10" fmla="*/ 144 w 23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1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2" y="15"/>
                    <a:pt x="9" y="18"/>
                  </a:cubicBezTo>
                  <a:cubicBezTo>
                    <a:pt x="15" y="22"/>
                    <a:pt x="21" y="19"/>
                    <a:pt x="22" y="14"/>
                  </a:cubicBezTo>
                  <a:cubicBezTo>
                    <a:pt x="23" y="10"/>
                    <a:pt x="22" y="8"/>
                    <a:pt x="18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5232">
              <a:extLst>
                <a:ext uri="{FF2B5EF4-FFF2-40B4-BE49-F238E27FC236}">
                  <a16:creationId xmlns:a16="http://schemas.microsoft.com/office/drawing/2014/main" id="{25C74FB1-95E1-4F2A-9C69-4DF060E6B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495"/>
              <a:ext cx="46" cy="44"/>
            </a:xfrm>
            <a:custGeom>
              <a:avLst/>
              <a:gdLst>
                <a:gd name="T0" fmla="*/ 144 w 23"/>
                <a:gd name="T1" fmla="*/ 32 h 22"/>
                <a:gd name="T2" fmla="*/ 88 w 23"/>
                <a:gd name="T3" fmla="*/ 0 h 22"/>
                <a:gd name="T4" fmla="*/ 32 w 23"/>
                <a:gd name="T5" fmla="*/ 16 h 22"/>
                <a:gd name="T6" fmla="*/ 72 w 23"/>
                <a:gd name="T7" fmla="*/ 144 h 22"/>
                <a:gd name="T8" fmla="*/ 176 w 23"/>
                <a:gd name="T9" fmla="*/ 112 h 22"/>
                <a:gd name="T10" fmla="*/ 144 w 23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1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2" y="15"/>
                    <a:pt x="9" y="18"/>
                  </a:cubicBezTo>
                  <a:cubicBezTo>
                    <a:pt x="15" y="22"/>
                    <a:pt x="21" y="19"/>
                    <a:pt x="22" y="14"/>
                  </a:cubicBezTo>
                  <a:cubicBezTo>
                    <a:pt x="23" y="10"/>
                    <a:pt x="22" y="8"/>
                    <a:pt x="18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5233">
              <a:extLst>
                <a:ext uri="{FF2B5EF4-FFF2-40B4-BE49-F238E27FC236}">
                  <a16:creationId xmlns:a16="http://schemas.microsoft.com/office/drawing/2014/main" id="{7B5EF20B-5BFF-44BE-A539-BCBD350F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503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72 w 11"/>
                <a:gd name="T3" fmla="*/ 88 h 12"/>
                <a:gd name="T4" fmla="*/ 16 w 11"/>
                <a:gd name="T5" fmla="*/ 64 h 12"/>
                <a:gd name="T6" fmla="*/ 8 w 11"/>
                <a:gd name="T7" fmla="*/ 16 h 12"/>
                <a:gd name="T8" fmla="*/ 24 w 11"/>
                <a:gd name="T9" fmla="*/ 0 h 12"/>
                <a:gd name="T10" fmla="*/ 0 w 11"/>
                <a:gd name="T11" fmla="*/ 16 h 12"/>
                <a:gd name="T12" fmla="*/ 16 w 11"/>
                <a:gd name="T13" fmla="*/ 64 h 12"/>
                <a:gd name="T14" fmla="*/ 72 w 11"/>
                <a:gd name="T15" fmla="*/ 88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8"/>
                    <a:pt x="10" y="10"/>
                    <a:pt x="9" y="11"/>
                  </a:cubicBezTo>
                  <a:cubicBezTo>
                    <a:pt x="7" y="11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0" y="10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Freeform 5234">
              <a:extLst>
                <a:ext uri="{FF2B5EF4-FFF2-40B4-BE49-F238E27FC236}">
                  <a16:creationId xmlns:a16="http://schemas.microsoft.com/office/drawing/2014/main" id="{8B0A1C9A-7312-4E99-B47C-55C160E5F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361"/>
              <a:ext cx="48" cy="70"/>
            </a:xfrm>
            <a:custGeom>
              <a:avLst/>
              <a:gdLst>
                <a:gd name="T0" fmla="*/ 192 w 24"/>
                <a:gd name="T1" fmla="*/ 104 h 35"/>
                <a:gd name="T2" fmla="*/ 160 w 24"/>
                <a:gd name="T3" fmla="*/ 48 h 35"/>
                <a:gd name="T4" fmla="*/ 24 w 24"/>
                <a:gd name="T5" fmla="*/ 120 h 35"/>
                <a:gd name="T6" fmla="*/ 72 w 24"/>
                <a:gd name="T7" fmla="*/ 272 h 35"/>
                <a:gd name="T8" fmla="*/ 152 w 24"/>
                <a:gd name="T9" fmla="*/ 240 h 35"/>
                <a:gd name="T10" fmla="*/ 176 w 24"/>
                <a:gd name="T11" fmla="*/ 168 h 35"/>
                <a:gd name="T12" fmla="*/ 192 w 24"/>
                <a:gd name="T13" fmla="*/ 10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3"/>
                  </a:moveTo>
                  <a:cubicBezTo>
                    <a:pt x="23" y="10"/>
                    <a:pt x="22" y="7"/>
                    <a:pt x="20" y="6"/>
                  </a:cubicBezTo>
                  <a:cubicBezTo>
                    <a:pt x="13" y="0"/>
                    <a:pt x="5" y="6"/>
                    <a:pt x="3" y="15"/>
                  </a:cubicBezTo>
                  <a:cubicBezTo>
                    <a:pt x="0" y="23"/>
                    <a:pt x="4" y="32"/>
                    <a:pt x="9" y="34"/>
                  </a:cubicBezTo>
                  <a:cubicBezTo>
                    <a:pt x="13" y="35"/>
                    <a:pt x="17" y="34"/>
                    <a:pt x="19" y="30"/>
                  </a:cubicBezTo>
                  <a:cubicBezTo>
                    <a:pt x="21" y="27"/>
                    <a:pt x="22" y="23"/>
                    <a:pt x="22" y="21"/>
                  </a:cubicBezTo>
                  <a:cubicBezTo>
                    <a:pt x="23" y="18"/>
                    <a:pt x="24" y="15"/>
                    <a:pt x="24" y="1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0" name="Freeform 5235">
              <a:extLst>
                <a:ext uri="{FF2B5EF4-FFF2-40B4-BE49-F238E27FC236}">
                  <a16:creationId xmlns:a16="http://schemas.microsoft.com/office/drawing/2014/main" id="{84BACE01-4D44-4FAC-B114-A58F5D703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361"/>
              <a:ext cx="48" cy="70"/>
            </a:xfrm>
            <a:custGeom>
              <a:avLst/>
              <a:gdLst>
                <a:gd name="T0" fmla="*/ 192 w 24"/>
                <a:gd name="T1" fmla="*/ 104 h 35"/>
                <a:gd name="T2" fmla="*/ 160 w 24"/>
                <a:gd name="T3" fmla="*/ 48 h 35"/>
                <a:gd name="T4" fmla="*/ 24 w 24"/>
                <a:gd name="T5" fmla="*/ 120 h 35"/>
                <a:gd name="T6" fmla="*/ 72 w 24"/>
                <a:gd name="T7" fmla="*/ 272 h 35"/>
                <a:gd name="T8" fmla="*/ 152 w 24"/>
                <a:gd name="T9" fmla="*/ 240 h 35"/>
                <a:gd name="T10" fmla="*/ 176 w 24"/>
                <a:gd name="T11" fmla="*/ 168 h 35"/>
                <a:gd name="T12" fmla="*/ 192 w 24"/>
                <a:gd name="T13" fmla="*/ 10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3"/>
                  </a:moveTo>
                  <a:cubicBezTo>
                    <a:pt x="23" y="10"/>
                    <a:pt x="22" y="7"/>
                    <a:pt x="20" y="6"/>
                  </a:cubicBezTo>
                  <a:cubicBezTo>
                    <a:pt x="13" y="0"/>
                    <a:pt x="5" y="6"/>
                    <a:pt x="3" y="15"/>
                  </a:cubicBezTo>
                  <a:cubicBezTo>
                    <a:pt x="0" y="23"/>
                    <a:pt x="4" y="32"/>
                    <a:pt x="9" y="34"/>
                  </a:cubicBezTo>
                  <a:cubicBezTo>
                    <a:pt x="13" y="35"/>
                    <a:pt x="17" y="34"/>
                    <a:pt x="19" y="30"/>
                  </a:cubicBezTo>
                  <a:cubicBezTo>
                    <a:pt x="21" y="27"/>
                    <a:pt x="22" y="23"/>
                    <a:pt x="22" y="21"/>
                  </a:cubicBezTo>
                  <a:cubicBezTo>
                    <a:pt x="23" y="18"/>
                    <a:pt x="24" y="15"/>
                    <a:pt x="24" y="1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1" name="Freeform 5236">
              <a:extLst>
                <a:ext uri="{FF2B5EF4-FFF2-40B4-BE49-F238E27FC236}">
                  <a16:creationId xmlns:a16="http://schemas.microsoft.com/office/drawing/2014/main" id="{C62520F8-EC29-4A5A-A54F-8E3059620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383"/>
              <a:ext cx="18" cy="34"/>
            </a:xfrm>
            <a:custGeom>
              <a:avLst/>
              <a:gdLst>
                <a:gd name="T0" fmla="*/ 48 w 9"/>
                <a:gd name="T1" fmla="*/ 0 h 17"/>
                <a:gd name="T2" fmla="*/ 16 w 9"/>
                <a:gd name="T3" fmla="*/ 32 h 17"/>
                <a:gd name="T4" fmla="*/ 8 w 9"/>
                <a:gd name="T5" fmla="*/ 112 h 17"/>
                <a:gd name="T6" fmla="*/ 32 w 9"/>
                <a:gd name="T7" fmla="*/ 136 h 17"/>
                <a:gd name="T8" fmla="*/ 8 w 9"/>
                <a:gd name="T9" fmla="*/ 112 h 17"/>
                <a:gd name="T10" fmla="*/ 16 w 9"/>
                <a:gd name="T11" fmla="*/ 32 h 17"/>
                <a:gd name="T12" fmla="*/ 48 w 9"/>
                <a:gd name="T13" fmla="*/ 0 h 17"/>
                <a:gd name="T14" fmla="*/ 72 w 9"/>
                <a:gd name="T15" fmla="*/ 16 h 17"/>
                <a:gd name="T16" fmla="*/ 48 w 9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7">
                  <a:moveTo>
                    <a:pt x="6" y="0"/>
                  </a:moveTo>
                  <a:cubicBezTo>
                    <a:pt x="4" y="0"/>
                    <a:pt x="3" y="1"/>
                    <a:pt x="2" y="4"/>
                  </a:cubicBezTo>
                  <a:cubicBezTo>
                    <a:pt x="0" y="7"/>
                    <a:pt x="0" y="12"/>
                    <a:pt x="1" y="14"/>
                  </a:cubicBezTo>
                  <a:cubicBezTo>
                    <a:pt x="1" y="16"/>
                    <a:pt x="2" y="16"/>
                    <a:pt x="4" y="17"/>
                  </a:cubicBezTo>
                  <a:cubicBezTo>
                    <a:pt x="3" y="16"/>
                    <a:pt x="2" y="15"/>
                    <a:pt x="1" y="14"/>
                  </a:cubicBezTo>
                  <a:cubicBezTo>
                    <a:pt x="0" y="12"/>
                    <a:pt x="0" y="8"/>
                    <a:pt x="2" y="4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7" y="0"/>
                    <a:pt x="8" y="0"/>
                    <a:pt x="9" y="2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2" name="Freeform 5237">
              <a:extLst>
                <a:ext uri="{FF2B5EF4-FFF2-40B4-BE49-F238E27FC236}">
                  <a16:creationId xmlns:a16="http://schemas.microsoft.com/office/drawing/2014/main" id="{CCBD7E3C-AE0C-4F89-9949-FA10C66AA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443"/>
              <a:ext cx="58" cy="60"/>
            </a:xfrm>
            <a:custGeom>
              <a:avLst/>
              <a:gdLst>
                <a:gd name="T0" fmla="*/ 128 w 29"/>
                <a:gd name="T1" fmla="*/ 232 h 30"/>
                <a:gd name="T2" fmla="*/ 208 w 29"/>
                <a:gd name="T3" fmla="*/ 104 h 30"/>
                <a:gd name="T4" fmla="*/ 64 w 29"/>
                <a:gd name="T5" fmla="*/ 32 h 30"/>
                <a:gd name="T6" fmla="*/ 128 w 29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16" y="29"/>
                  </a:moveTo>
                  <a:cubicBezTo>
                    <a:pt x="25" y="29"/>
                    <a:pt x="29" y="22"/>
                    <a:pt x="26" y="13"/>
                  </a:cubicBezTo>
                  <a:cubicBezTo>
                    <a:pt x="23" y="4"/>
                    <a:pt x="16" y="0"/>
                    <a:pt x="8" y="4"/>
                  </a:cubicBezTo>
                  <a:cubicBezTo>
                    <a:pt x="0" y="9"/>
                    <a:pt x="3" y="30"/>
                    <a:pt x="16" y="2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3" name="Freeform 5238">
              <a:extLst>
                <a:ext uri="{FF2B5EF4-FFF2-40B4-BE49-F238E27FC236}">
                  <a16:creationId xmlns:a16="http://schemas.microsoft.com/office/drawing/2014/main" id="{5B358816-9AEC-45EF-8E16-15F5D94BC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443"/>
              <a:ext cx="58" cy="60"/>
            </a:xfrm>
            <a:custGeom>
              <a:avLst/>
              <a:gdLst>
                <a:gd name="T0" fmla="*/ 128 w 29"/>
                <a:gd name="T1" fmla="*/ 232 h 30"/>
                <a:gd name="T2" fmla="*/ 208 w 29"/>
                <a:gd name="T3" fmla="*/ 104 h 30"/>
                <a:gd name="T4" fmla="*/ 64 w 29"/>
                <a:gd name="T5" fmla="*/ 32 h 30"/>
                <a:gd name="T6" fmla="*/ 128 w 29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16" y="29"/>
                  </a:moveTo>
                  <a:cubicBezTo>
                    <a:pt x="25" y="29"/>
                    <a:pt x="29" y="22"/>
                    <a:pt x="26" y="13"/>
                  </a:cubicBezTo>
                  <a:cubicBezTo>
                    <a:pt x="23" y="4"/>
                    <a:pt x="16" y="0"/>
                    <a:pt x="8" y="4"/>
                  </a:cubicBezTo>
                  <a:cubicBezTo>
                    <a:pt x="0" y="9"/>
                    <a:pt x="3" y="30"/>
                    <a:pt x="16" y="29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4" name="Freeform 5239">
              <a:extLst>
                <a:ext uri="{FF2B5EF4-FFF2-40B4-BE49-F238E27FC236}">
                  <a16:creationId xmlns:a16="http://schemas.microsoft.com/office/drawing/2014/main" id="{83A35C26-0050-4DAA-BE19-21DE6499A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461"/>
              <a:ext cx="32" cy="28"/>
            </a:xfrm>
            <a:custGeom>
              <a:avLst/>
              <a:gdLst>
                <a:gd name="T0" fmla="*/ 120 w 16"/>
                <a:gd name="T1" fmla="*/ 32 h 14"/>
                <a:gd name="T2" fmla="*/ 112 w 16"/>
                <a:gd name="T3" fmla="*/ 88 h 14"/>
                <a:gd name="T4" fmla="*/ 56 w 16"/>
                <a:gd name="T5" fmla="*/ 112 h 14"/>
                <a:gd name="T6" fmla="*/ 8 w 16"/>
                <a:gd name="T7" fmla="*/ 64 h 14"/>
                <a:gd name="T8" fmla="*/ 24 w 16"/>
                <a:gd name="T9" fmla="*/ 0 h 14"/>
                <a:gd name="T10" fmla="*/ 8 w 16"/>
                <a:gd name="T11" fmla="*/ 64 h 14"/>
                <a:gd name="T12" fmla="*/ 56 w 16"/>
                <a:gd name="T13" fmla="*/ 112 h 14"/>
                <a:gd name="T14" fmla="*/ 112 w 16"/>
                <a:gd name="T15" fmla="*/ 88 h 14"/>
                <a:gd name="T16" fmla="*/ 120 w 16"/>
                <a:gd name="T17" fmla="*/ 32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4">
                  <a:moveTo>
                    <a:pt x="15" y="4"/>
                  </a:moveTo>
                  <a:cubicBezTo>
                    <a:pt x="16" y="6"/>
                    <a:pt x="16" y="8"/>
                    <a:pt x="14" y="11"/>
                  </a:cubicBezTo>
                  <a:cubicBezTo>
                    <a:pt x="12" y="13"/>
                    <a:pt x="10" y="14"/>
                    <a:pt x="7" y="14"/>
                  </a:cubicBezTo>
                  <a:cubicBezTo>
                    <a:pt x="5" y="13"/>
                    <a:pt x="2" y="11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2" y="11"/>
                    <a:pt x="5" y="13"/>
                    <a:pt x="7" y="14"/>
                  </a:cubicBezTo>
                  <a:cubicBezTo>
                    <a:pt x="10" y="14"/>
                    <a:pt x="12" y="13"/>
                    <a:pt x="14" y="11"/>
                  </a:cubicBezTo>
                  <a:cubicBezTo>
                    <a:pt x="16" y="8"/>
                    <a:pt x="16" y="6"/>
                    <a:pt x="15" y="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5" name="Freeform 5240">
              <a:extLst>
                <a:ext uri="{FF2B5EF4-FFF2-40B4-BE49-F238E27FC236}">
                  <a16:creationId xmlns:a16="http://schemas.microsoft.com/office/drawing/2014/main" id="{460190E8-1859-4F9F-B471-49D11533E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529"/>
              <a:ext cx="56" cy="56"/>
            </a:xfrm>
            <a:custGeom>
              <a:avLst/>
              <a:gdLst>
                <a:gd name="T0" fmla="*/ 48 w 28"/>
                <a:gd name="T1" fmla="*/ 48 h 28"/>
                <a:gd name="T2" fmla="*/ 184 w 28"/>
                <a:gd name="T3" fmla="*/ 48 h 28"/>
                <a:gd name="T4" fmla="*/ 168 w 28"/>
                <a:gd name="T5" fmla="*/ 192 h 28"/>
                <a:gd name="T6" fmla="*/ 48 w 28"/>
                <a:gd name="T7" fmla="*/ 4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6" y="6"/>
                  </a:moveTo>
                  <a:cubicBezTo>
                    <a:pt x="10" y="0"/>
                    <a:pt x="17" y="0"/>
                    <a:pt x="23" y="6"/>
                  </a:cubicBezTo>
                  <a:cubicBezTo>
                    <a:pt x="28" y="12"/>
                    <a:pt x="28" y="20"/>
                    <a:pt x="21" y="24"/>
                  </a:cubicBezTo>
                  <a:cubicBezTo>
                    <a:pt x="15" y="28"/>
                    <a:pt x="0" y="16"/>
                    <a:pt x="6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5241">
              <a:extLst>
                <a:ext uri="{FF2B5EF4-FFF2-40B4-BE49-F238E27FC236}">
                  <a16:creationId xmlns:a16="http://schemas.microsoft.com/office/drawing/2014/main" id="{D856E4EC-B1DF-42CB-9996-491FC1E31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529"/>
              <a:ext cx="56" cy="56"/>
            </a:xfrm>
            <a:custGeom>
              <a:avLst/>
              <a:gdLst>
                <a:gd name="T0" fmla="*/ 48 w 28"/>
                <a:gd name="T1" fmla="*/ 48 h 28"/>
                <a:gd name="T2" fmla="*/ 184 w 28"/>
                <a:gd name="T3" fmla="*/ 48 h 28"/>
                <a:gd name="T4" fmla="*/ 168 w 28"/>
                <a:gd name="T5" fmla="*/ 192 h 28"/>
                <a:gd name="T6" fmla="*/ 48 w 28"/>
                <a:gd name="T7" fmla="*/ 4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6" y="6"/>
                  </a:moveTo>
                  <a:cubicBezTo>
                    <a:pt x="10" y="0"/>
                    <a:pt x="17" y="0"/>
                    <a:pt x="23" y="6"/>
                  </a:cubicBezTo>
                  <a:cubicBezTo>
                    <a:pt x="28" y="12"/>
                    <a:pt x="28" y="20"/>
                    <a:pt x="21" y="24"/>
                  </a:cubicBezTo>
                  <a:cubicBezTo>
                    <a:pt x="15" y="28"/>
                    <a:pt x="0" y="16"/>
                    <a:pt x="6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5242">
              <a:extLst>
                <a:ext uri="{FF2B5EF4-FFF2-40B4-BE49-F238E27FC236}">
                  <a16:creationId xmlns:a16="http://schemas.microsoft.com/office/drawing/2014/main" id="{BF20F790-B047-4382-8C30-E1A7E7401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543"/>
              <a:ext cx="24" cy="28"/>
            </a:xfrm>
            <a:custGeom>
              <a:avLst/>
              <a:gdLst>
                <a:gd name="T0" fmla="*/ 96 w 12"/>
                <a:gd name="T1" fmla="*/ 24 h 14"/>
                <a:gd name="T2" fmla="*/ 48 w 12"/>
                <a:gd name="T3" fmla="*/ 0 h 14"/>
                <a:gd name="T4" fmla="*/ 8 w 12"/>
                <a:gd name="T5" fmla="*/ 32 h 14"/>
                <a:gd name="T6" fmla="*/ 24 w 12"/>
                <a:gd name="T7" fmla="*/ 80 h 14"/>
                <a:gd name="T8" fmla="*/ 80 w 12"/>
                <a:gd name="T9" fmla="*/ 104 h 14"/>
                <a:gd name="T10" fmla="*/ 24 w 12"/>
                <a:gd name="T11" fmla="*/ 88 h 14"/>
                <a:gd name="T12" fmla="*/ 8 w 12"/>
                <a:gd name="T13" fmla="*/ 32 h 14"/>
                <a:gd name="T14" fmla="*/ 48 w 12"/>
                <a:gd name="T15" fmla="*/ 0 h 14"/>
                <a:gd name="T16" fmla="*/ 96 w 12"/>
                <a:gd name="T17" fmla="*/ 2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4">
                  <a:moveTo>
                    <a:pt x="12" y="3"/>
                  </a:moveTo>
                  <a:cubicBezTo>
                    <a:pt x="11" y="1"/>
                    <a:pt x="9" y="0"/>
                    <a:pt x="6" y="0"/>
                  </a:cubicBezTo>
                  <a:cubicBezTo>
                    <a:pt x="4" y="0"/>
                    <a:pt x="2" y="2"/>
                    <a:pt x="1" y="4"/>
                  </a:cubicBezTo>
                  <a:cubicBezTo>
                    <a:pt x="1" y="6"/>
                    <a:pt x="1" y="8"/>
                    <a:pt x="3" y="10"/>
                  </a:cubicBezTo>
                  <a:cubicBezTo>
                    <a:pt x="5" y="13"/>
                    <a:pt x="8" y="14"/>
                    <a:pt x="10" y="13"/>
                  </a:cubicBezTo>
                  <a:cubicBezTo>
                    <a:pt x="8" y="14"/>
                    <a:pt x="5" y="13"/>
                    <a:pt x="3" y="11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9" y="0"/>
                    <a:pt x="11" y="1"/>
                    <a:pt x="12" y="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5243">
              <a:extLst>
                <a:ext uri="{FF2B5EF4-FFF2-40B4-BE49-F238E27FC236}">
                  <a16:creationId xmlns:a16="http://schemas.microsoft.com/office/drawing/2014/main" id="{17693838-2A75-42F3-93C4-C7F861A1C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475"/>
              <a:ext cx="48" cy="56"/>
            </a:xfrm>
            <a:custGeom>
              <a:avLst/>
              <a:gdLst>
                <a:gd name="T0" fmla="*/ 136 w 24"/>
                <a:gd name="T1" fmla="*/ 32 h 28"/>
                <a:gd name="T2" fmla="*/ 80 w 24"/>
                <a:gd name="T3" fmla="*/ 0 h 28"/>
                <a:gd name="T4" fmla="*/ 24 w 24"/>
                <a:gd name="T5" fmla="*/ 128 h 28"/>
                <a:gd name="T6" fmla="*/ 144 w 24"/>
                <a:gd name="T7" fmla="*/ 208 h 28"/>
                <a:gd name="T8" fmla="*/ 192 w 24"/>
                <a:gd name="T9" fmla="*/ 144 h 28"/>
                <a:gd name="T10" fmla="*/ 160 w 24"/>
                <a:gd name="T11" fmla="*/ 80 h 28"/>
                <a:gd name="T12" fmla="*/ 136 w 24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6" y="24"/>
                    <a:pt x="14" y="28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1" y="12"/>
                    <a:pt x="20" y="10"/>
                  </a:cubicBezTo>
                  <a:cubicBezTo>
                    <a:pt x="19" y="8"/>
                    <a:pt x="18" y="5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5244">
              <a:extLst>
                <a:ext uri="{FF2B5EF4-FFF2-40B4-BE49-F238E27FC236}">
                  <a16:creationId xmlns:a16="http://schemas.microsoft.com/office/drawing/2014/main" id="{D716ADB8-7F0E-487B-8260-A6F47B57F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475"/>
              <a:ext cx="48" cy="56"/>
            </a:xfrm>
            <a:custGeom>
              <a:avLst/>
              <a:gdLst>
                <a:gd name="T0" fmla="*/ 136 w 24"/>
                <a:gd name="T1" fmla="*/ 32 h 28"/>
                <a:gd name="T2" fmla="*/ 80 w 24"/>
                <a:gd name="T3" fmla="*/ 0 h 28"/>
                <a:gd name="T4" fmla="*/ 24 w 24"/>
                <a:gd name="T5" fmla="*/ 128 h 28"/>
                <a:gd name="T6" fmla="*/ 144 w 24"/>
                <a:gd name="T7" fmla="*/ 208 h 28"/>
                <a:gd name="T8" fmla="*/ 192 w 24"/>
                <a:gd name="T9" fmla="*/ 144 h 28"/>
                <a:gd name="T10" fmla="*/ 160 w 24"/>
                <a:gd name="T11" fmla="*/ 80 h 28"/>
                <a:gd name="T12" fmla="*/ 136 w 24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6" y="24"/>
                    <a:pt x="14" y="28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1" y="12"/>
                    <a:pt x="20" y="10"/>
                  </a:cubicBezTo>
                  <a:cubicBezTo>
                    <a:pt x="19" y="8"/>
                    <a:pt x="18" y="5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Freeform 5245">
              <a:extLst>
                <a:ext uri="{FF2B5EF4-FFF2-40B4-BE49-F238E27FC236}">
                  <a16:creationId xmlns:a16="http://schemas.microsoft.com/office/drawing/2014/main" id="{3BF19125-37A5-43CA-8330-50A9A7983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489"/>
              <a:ext cx="20" cy="28"/>
            </a:xfrm>
            <a:custGeom>
              <a:avLst/>
              <a:gdLst>
                <a:gd name="T0" fmla="*/ 16 w 10"/>
                <a:gd name="T1" fmla="*/ 0 h 14"/>
                <a:gd name="T2" fmla="*/ 8 w 10"/>
                <a:gd name="T3" fmla="*/ 48 h 14"/>
                <a:gd name="T4" fmla="*/ 48 w 10"/>
                <a:gd name="T5" fmla="*/ 104 h 14"/>
                <a:gd name="T6" fmla="*/ 80 w 10"/>
                <a:gd name="T7" fmla="*/ 112 h 14"/>
                <a:gd name="T8" fmla="*/ 56 w 10"/>
                <a:gd name="T9" fmla="*/ 104 h 14"/>
                <a:gd name="T10" fmla="*/ 8 w 10"/>
                <a:gd name="T11" fmla="*/ 48 h 14"/>
                <a:gd name="T12" fmla="*/ 16 w 10"/>
                <a:gd name="T13" fmla="*/ 0 h 14"/>
                <a:gd name="T14" fmla="*/ 40 w 10"/>
                <a:gd name="T15" fmla="*/ 0 h 14"/>
                <a:gd name="T16" fmla="*/ 16 w 10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2" y="9"/>
                    <a:pt x="4" y="12"/>
                    <a:pt x="6" y="13"/>
                  </a:cubicBezTo>
                  <a:cubicBezTo>
                    <a:pt x="8" y="14"/>
                    <a:pt x="9" y="14"/>
                    <a:pt x="10" y="14"/>
                  </a:cubicBezTo>
                  <a:cubicBezTo>
                    <a:pt x="9" y="14"/>
                    <a:pt x="8" y="14"/>
                    <a:pt x="7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1" name="Freeform 5246">
              <a:extLst>
                <a:ext uri="{FF2B5EF4-FFF2-40B4-BE49-F238E27FC236}">
                  <a16:creationId xmlns:a16="http://schemas.microsoft.com/office/drawing/2014/main" id="{77D8CA9F-1A4C-454F-A33B-A3393B31A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15"/>
              <a:ext cx="48" cy="54"/>
            </a:xfrm>
            <a:custGeom>
              <a:avLst/>
              <a:gdLst>
                <a:gd name="T0" fmla="*/ 136 w 24"/>
                <a:gd name="T1" fmla="*/ 24 h 27"/>
                <a:gd name="T2" fmla="*/ 88 w 24"/>
                <a:gd name="T3" fmla="*/ 0 h 27"/>
                <a:gd name="T4" fmla="*/ 32 w 24"/>
                <a:gd name="T5" fmla="*/ 128 h 27"/>
                <a:gd name="T6" fmla="*/ 152 w 24"/>
                <a:gd name="T7" fmla="*/ 208 h 27"/>
                <a:gd name="T8" fmla="*/ 192 w 24"/>
                <a:gd name="T9" fmla="*/ 144 h 27"/>
                <a:gd name="T10" fmla="*/ 168 w 24"/>
                <a:gd name="T11" fmla="*/ 72 h 27"/>
                <a:gd name="T12" fmla="*/ 136 w 24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3" y="0"/>
                    <a:pt x="0" y="8"/>
                    <a:pt x="4" y="16"/>
                  </a:cubicBezTo>
                  <a:cubicBezTo>
                    <a:pt x="7" y="24"/>
                    <a:pt x="15" y="27"/>
                    <a:pt x="19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1"/>
                    <a:pt x="21" y="9"/>
                  </a:cubicBezTo>
                  <a:cubicBezTo>
                    <a:pt x="20" y="7"/>
                    <a:pt x="19" y="5"/>
                    <a:pt x="17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2" name="Freeform 5247">
              <a:extLst>
                <a:ext uri="{FF2B5EF4-FFF2-40B4-BE49-F238E27FC236}">
                  <a16:creationId xmlns:a16="http://schemas.microsoft.com/office/drawing/2014/main" id="{01550E7C-DE8B-4678-9264-A55DA989E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15"/>
              <a:ext cx="48" cy="54"/>
            </a:xfrm>
            <a:custGeom>
              <a:avLst/>
              <a:gdLst>
                <a:gd name="T0" fmla="*/ 136 w 24"/>
                <a:gd name="T1" fmla="*/ 24 h 27"/>
                <a:gd name="T2" fmla="*/ 88 w 24"/>
                <a:gd name="T3" fmla="*/ 0 h 27"/>
                <a:gd name="T4" fmla="*/ 32 w 24"/>
                <a:gd name="T5" fmla="*/ 128 h 27"/>
                <a:gd name="T6" fmla="*/ 152 w 24"/>
                <a:gd name="T7" fmla="*/ 208 h 27"/>
                <a:gd name="T8" fmla="*/ 192 w 24"/>
                <a:gd name="T9" fmla="*/ 144 h 27"/>
                <a:gd name="T10" fmla="*/ 168 w 24"/>
                <a:gd name="T11" fmla="*/ 72 h 27"/>
                <a:gd name="T12" fmla="*/ 136 w 24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3" y="0"/>
                    <a:pt x="0" y="8"/>
                    <a:pt x="4" y="16"/>
                  </a:cubicBezTo>
                  <a:cubicBezTo>
                    <a:pt x="7" y="24"/>
                    <a:pt x="15" y="27"/>
                    <a:pt x="19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1"/>
                    <a:pt x="21" y="9"/>
                  </a:cubicBezTo>
                  <a:cubicBezTo>
                    <a:pt x="20" y="7"/>
                    <a:pt x="19" y="5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3" name="Freeform 5248">
              <a:extLst>
                <a:ext uri="{FF2B5EF4-FFF2-40B4-BE49-F238E27FC236}">
                  <a16:creationId xmlns:a16="http://schemas.microsoft.com/office/drawing/2014/main" id="{AEC254FF-1D37-42D2-9674-676CF4E39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627"/>
              <a:ext cx="18" cy="30"/>
            </a:xfrm>
            <a:custGeom>
              <a:avLst/>
              <a:gdLst>
                <a:gd name="T0" fmla="*/ 8 w 9"/>
                <a:gd name="T1" fmla="*/ 8 h 15"/>
                <a:gd name="T2" fmla="*/ 8 w 9"/>
                <a:gd name="T3" fmla="*/ 48 h 15"/>
                <a:gd name="T4" fmla="*/ 48 w 9"/>
                <a:gd name="T5" fmla="*/ 112 h 15"/>
                <a:gd name="T6" fmla="*/ 72 w 9"/>
                <a:gd name="T7" fmla="*/ 112 h 15"/>
                <a:gd name="T8" fmla="*/ 48 w 9"/>
                <a:gd name="T9" fmla="*/ 112 h 15"/>
                <a:gd name="T10" fmla="*/ 8 w 9"/>
                <a:gd name="T11" fmla="*/ 48 h 15"/>
                <a:gd name="T12" fmla="*/ 16 w 9"/>
                <a:gd name="T13" fmla="*/ 8 h 15"/>
                <a:gd name="T14" fmla="*/ 32 w 9"/>
                <a:gd name="T15" fmla="*/ 8 h 15"/>
                <a:gd name="T16" fmla="*/ 8 w 9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10"/>
                    <a:pt x="4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8" y="15"/>
                    <a:pt x="7" y="15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4" name="Freeform 5249">
              <a:extLst>
                <a:ext uri="{FF2B5EF4-FFF2-40B4-BE49-F238E27FC236}">
                  <a16:creationId xmlns:a16="http://schemas.microsoft.com/office/drawing/2014/main" id="{F0CAB6C1-1EB8-4F34-B089-E0C9F5097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533"/>
              <a:ext cx="48" cy="56"/>
            </a:xfrm>
            <a:custGeom>
              <a:avLst/>
              <a:gdLst>
                <a:gd name="T0" fmla="*/ 136 w 24"/>
                <a:gd name="T1" fmla="*/ 32 h 28"/>
                <a:gd name="T2" fmla="*/ 88 w 24"/>
                <a:gd name="T3" fmla="*/ 8 h 28"/>
                <a:gd name="T4" fmla="*/ 32 w 24"/>
                <a:gd name="T5" fmla="*/ 128 h 28"/>
                <a:gd name="T6" fmla="*/ 152 w 24"/>
                <a:gd name="T7" fmla="*/ 216 h 28"/>
                <a:gd name="T8" fmla="*/ 192 w 24"/>
                <a:gd name="T9" fmla="*/ 144 h 28"/>
                <a:gd name="T10" fmla="*/ 168 w 24"/>
                <a:gd name="T11" fmla="*/ 80 h 28"/>
                <a:gd name="T12" fmla="*/ 136 w 24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3" y="0"/>
                    <a:pt x="0" y="9"/>
                    <a:pt x="4" y="16"/>
                  </a:cubicBezTo>
                  <a:cubicBezTo>
                    <a:pt x="7" y="24"/>
                    <a:pt x="15" y="28"/>
                    <a:pt x="19" y="27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2"/>
                    <a:pt x="21" y="10"/>
                  </a:cubicBezTo>
                  <a:cubicBezTo>
                    <a:pt x="20" y="8"/>
                    <a:pt x="19" y="5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5250">
              <a:extLst>
                <a:ext uri="{FF2B5EF4-FFF2-40B4-BE49-F238E27FC236}">
                  <a16:creationId xmlns:a16="http://schemas.microsoft.com/office/drawing/2014/main" id="{93C58C0E-E7AE-46C0-BDEB-D0189264F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533"/>
              <a:ext cx="48" cy="56"/>
            </a:xfrm>
            <a:custGeom>
              <a:avLst/>
              <a:gdLst>
                <a:gd name="T0" fmla="*/ 136 w 24"/>
                <a:gd name="T1" fmla="*/ 32 h 28"/>
                <a:gd name="T2" fmla="*/ 88 w 24"/>
                <a:gd name="T3" fmla="*/ 8 h 28"/>
                <a:gd name="T4" fmla="*/ 32 w 24"/>
                <a:gd name="T5" fmla="*/ 128 h 28"/>
                <a:gd name="T6" fmla="*/ 152 w 24"/>
                <a:gd name="T7" fmla="*/ 216 h 28"/>
                <a:gd name="T8" fmla="*/ 192 w 24"/>
                <a:gd name="T9" fmla="*/ 144 h 28"/>
                <a:gd name="T10" fmla="*/ 168 w 24"/>
                <a:gd name="T11" fmla="*/ 80 h 28"/>
                <a:gd name="T12" fmla="*/ 136 w 24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3" y="0"/>
                    <a:pt x="0" y="9"/>
                    <a:pt x="4" y="16"/>
                  </a:cubicBezTo>
                  <a:cubicBezTo>
                    <a:pt x="7" y="24"/>
                    <a:pt x="15" y="28"/>
                    <a:pt x="19" y="27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2"/>
                    <a:pt x="21" y="10"/>
                  </a:cubicBezTo>
                  <a:cubicBezTo>
                    <a:pt x="20" y="8"/>
                    <a:pt x="19" y="5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5251">
              <a:extLst>
                <a:ext uri="{FF2B5EF4-FFF2-40B4-BE49-F238E27FC236}">
                  <a16:creationId xmlns:a16="http://schemas.microsoft.com/office/drawing/2014/main" id="{3599E6E1-06CE-495D-AAC8-011194AF5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547"/>
              <a:ext cx="18" cy="28"/>
            </a:xfrm>
            <a:custGeom>
              <a:avLst/>
              <a:gdLst>
                <a:gd name="T0" fmla="*/ 8 w 9"/>
                <a:gd name="T1" fmla="*/ 0 h 14"/>
                <a:gd name="T2" fmla="*/ 8 w 9"/>
                <a:gd name="T3" fmla="*/ 48 h 14"/>
                <a:gd name="T4" fmla="*/ 48 w 9"/>
                <a:gd name="T5" fmla="*/ 112 h 14"/>
                <a:gd name="T6" fmla="*/ 72 w 9"/>
                <a:gd name="T7" fmla="*/ 112 h 14"/>
                <a:gd name="T8" fmla="*/ 48 w 9"/>
                <a:gd name="T9" fmla="*/ 104 h 14"/>
                <a:gd name="T10" fmla="*/ 8 w 9"/>
                <a:gd name="T11" fmla="*/ 48 h 14"/>
                <a:gd name="T12" fmla="*/ 16 w 9"/>
                <a:gd name="T13" fmla="*/ 8 h 14"/>
                <a:gd name="T14" fmla="*/ 32 w 9"/>
                <a:gd name="T15" fmla="*/ 0 h 14"/>
                <a:gd name="T16" fmla="*/ 8 w 9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cubicBezTo>
                    <a:pt x="0" y="1"/>
                    <a:pt x="0" y="3"/>
                    <a:pt x="1" y="6"/>
                  </a:cubicBezTo>
                  <a:cubicBezTo>
                    <a:pt x="2" y="9"/>
                    <a:pt x="4" y="12"/>
                    <a:pt x="6" y="14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8" y="14"/>
                    <a:pt x="7" y="14"/>
                    <a:pt x="6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5252">
              <a:extLst>
                <a:ext uri="{FF2B5EF4-FFF2-40B4-BE49-F238E27FC236}">
                  <a16:creationId xmlns:a16="http://schemas.microsoft.com/office/drawing/2014/main" id="{903FE664-5E56-4FFF-BCF7-572B29BC8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433"/>
              <a:ext cx="48" cy="54"/>
            </a:xfrm>
            <a:custGeom>
              <a:avLst/>
              <a:gdLst>
                <a:gd name="T0" fmla="*/ 136 w 24"/>
                <a:gd name="T1" fmla="*/ 24 h 27"/>
                <a:gd name="T2" fmla="*/ 80 w 24"/>
                <a:gd name="T3" fmla="*/ 0 h 27"/>
                <a:gd name="T4" fmla="*/ 24 w 24"/>
                <a:gd name="T5" fmla="*/ 128 h 27"/>
                <a:gd name="T6" fmla="*/ 144 w 24"/>
                <a:gd name="T7" fmla="*/ 208 h 27"/>
                <a:gd name="T8" fmla="*/ 184 w 24"/>
                <a:gd name="T9" fmla="*/ 144 h 27"/>
                <a:gd name="T10" fmla="*/ 160 w 24"/>
                <a:gd name="T11" fmla="*/ 72 h 27"/>
                <a:gd name="T12" fmla="*/ 136 w 24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2" y="0"/>
                    <a:pt x="10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6" y="23"/>
                    <a:pt x="14" y="27"/>
                    <a:pt x="18" y="26"/>
                  </a:cubicBezTo>
                  <a:cubicBezTo>
                    <a:pt x="22" y="25"/>
                    <a:pt x="24" y="22"/>
                    <a:pt x="23" y="18"/>
                  </a:cubicBezTo>
                  <a:cubicBezTo>
                    <a:pt x="23" y="14"/>
                    <a:pt x="21" y="11"/>
                    <a:pt x="20" y="9"/>
                  </a:cubicBezTo>
                  <a:cubicBezTo>
                    <a:pt x="19" y="7"/>
                    <a:pt x="18" y="4"/>
                    <a:pt x="17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5253">
              <a:extLst>
                <a:ext uri="{FF2B5EF4-FFF2-40B4-BE49-F238E27FC236}">
                  <a16:creationId xmlns:a16="http://schemas.microsoft.com/office/drawing/2014/main" id="{EA6EF3F1-71DB-4F3C-83B0-8D11AC209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433"/>
              <a:ext cx="48" cy="54"/>
            </a:xfrm>
            <a:custGeom>
              <a:avLst/>
              <a:gdLst>
                <a:gd name="T0" fmla="*/ 136 w 24"/>
                <a:gd name="T1" fmla="*/ 24 h 27"/>
                <a:gd name="T2" fmla="*/ 80 w 24"/>
                <a:gd name="T3" fmla="*/ 0 h 27"/>
                <a:gd name="T4" fmla="*/ 24 w 24"/>
                <a:gd name="T5" fmla="*/ 128 h 27"/>
                <a:gd name="T6" fmla="*/ 144 w 24"/>
                <a:gd name="T7" fmla="*/ 208 h 27"/>
                <a:gd name="T8" fmla="*/ 184 w 24"/>
                <a:gd name="T9" fmla="*/ 144 h 27"/>
                <a:gd name="T10" fmla="*/ 160 w 24"/>
                <a:gd name="T11" fmla="*/ 72 h 27"/>
                <a:gd name="T12" fmla="*/ 136 w 24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2" y="0"/>
                    <a:pt x="10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6" y="23"/>
                    <a:pt x="14" y="27"/>
                    <a:pt x="18" y="26"/>
                  </a:cubicBezTo>
                  <a:cubicBezTo>
                    <a:pt x="22" y="25"/>
                    <a:pt x="24" y="22"/>
                    <a:pt x="23" y="18"/>
                  </a:cubicBezTo>
                  <a:cubicBezTo>
                    <a:pt x="23" y="14"/>
                    <a:pt x="21" y="11"/>
                    <a:pt x="20" y="9"/>
                  </a:cubicBezTo>
                  <a:cubicBezTo>
                    <a:pt x="19" y="7"/>
                    <a:pt x="18" y="4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5254">
              <a:extLst>
                <a:ext uri="{FF2B5EF4-FFF2-40B4-BE49-F238E27FC236}">
                  <a16:creationId xmlns:a16="http://schemas.microsoft.com/office/drawing/2014/main" id="{F702E49C-E4CD-488F-9320-5FC0F2227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445"/>
              <a:ext cx="20" cy="30"/>
            </a:xfrm>
            <a:custGeom>
              <a:avLst/>
              <a:gdLst>
                <a:gd name="T0" fmla="*/ 16 w 10"/>
                <a:gd name="T1" fmla="*/ 8 h 15"/>
                <a:gd name="T2" fmla="*/ 8 w 10"/>
                <a:gd name="T3" fmla="*/ 48 h 15"/>
                <a:gd name="T4" fmla="*/ 48 w 10"/>
                <a:gd name="T5" fmla="*/ 112 h 15"/>
                <a:gd name="T6" fmla="*/ 80 w 10"/>
                <a:gd name="T7" fmla="*/ 112 h 15"/>
                <a:gd name="T8" fmla="*/ 48 w 10"/>
                <a:gd name="T9" fmla="*/ 112 h 15"/>
                <a:gd name="T10" fmla="*/ 8 w 10"/>
                <a:gd name="T11" fmla="*/ 48 h 15"/>
                <a:gd name="T12" fmla="*/ 16 w 10"/>
                <a:gd name="T13" fmla="*/ 8 h 15"/>
                <a:gd name="T14" fmla="*/ 32 w 10"/>
                <a:gd name="T15" fmla="*/ 8 h 15"/>
                <a:gd name="T16" fmla="*/ 16 w 10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5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8" y="15"/>
                    <a:pt x="10" y="14"/>
                  </a:cubicBezTo>
                  <a:cubicBezTo>
                    <a:pt x="9" y="15"/>
                    <a:pt x="7" y="14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5255">
              <a:extLst>
                <a:ext uri="{FF2B5EF4-FFF2-40B4-BE49-F238E27FC236}">
                  <a16:creationId xmlns:a16="http://schemas.microsoft.com/office/drawing/2014/main" id="{E72CEB92-F35A-4AB2-B733-DD1954AD8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703"/>
              <a:ext cx="48" cy="54"/>
            </a:xfrm>
            <a:custGeom>
              <a:avLst/>
              <a:gdLst>
                <a:gd name="T0" fmla="*/ 136 w 24"/>
                <a:gd name="T1" fmla="*/ 24 h 27"/>
                <a:gd name="T2" fmla="*/ 80 w 24"/>
                <a:gd name="T3" fmla="*/ 0 h 27"/>
                <a:gd name="T4" fmla="*/ 24 w 24"/>
                <a:gd name="T5" fmla="*/ 128 h 27"/>
                <a:gd name="T6" fmla="*/ 144 w 24"/>
                <a:gd name="T7" fmla="*/ 208 h 27"/>
                <a:gd name="T8" fmla="*/ 184 w 24"/>
                <a:gd name="T9" fmla="*/ 144 h 27"/>
                <a:gd name="T10" fmla="*/ 160 w 24"/>
                <a:gd name="T11" fmla="*/ 72 h 27"/>
                <a:gd name="T12" fmla="*/ 136 w 24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6" y="24"/>
                    <a:pt x="14" y="27"/>
                    <a:pt x="18" y="26"/>
                  </a:cubicBezTo>
                  <a:cubicBezTo>
                    <a:pt x="22" y="25"/>
                    <a:pt x="24" y="22"/>
                    <a:pt x="23" y="18"/>
                  </a:cubicBezTo>
                  <a:cubicBezTo>
                    <a:pt x="23" y="15"/>
                    <a:pt x="21" y="11"/>
                    <a:pt x="20" y="9"/>
                  </a:cubicBezTo>
                  <a:cubicBezTo>
                    <a:pt x="19" y="7"/>
                    <a:pt x="18" y="5"/>
                    <a:pt x="17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5256">
              <a:extLst>
                <a:ext uri="{FF2B5EF4-FFF2-40B4-BE49-F238E27FC236}">
                  <a16:creationId xmlns:a16="http://schemas.microsoft.com/office/drawing/2014/main" id="{4208993E-915A-41A1-AF07-B7C44EC1D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703"/>
              <a:ext cx="48" cy="54"/>
            </a:xfrm>
            <a:custGeom>
              <a:avLst/>
              <a:gdLst>
                <a:gd name="T0" fmla="*/ 136 w 24"/>
                <a:gd name="T1" fmla="*/ 24 h 27"/>
                <a:gd name="T2" fmla="*/ 80 w 24"/>
                <a:gd name="T3" fmla="*/ 0 h 27"/>
                <a:gd name="T4" fmla="*/ 24 w 24"/>
                <a:gd name="T5" fmla="*/ 128 h 27"/>
                <a:gd name="T6" fmla="*/ 144 w 24"/>
                <a:gd name="T7" fmla="*/ 208 h 27"/>
                <a:gd name="T8" fmla="*/ 184 w 24"/>
                <a:gd name="T9" fmla="*/ 144 h 27"/>
                <a:gd name="T10" fmla="*/ 160 w 24"/>
                <a:gd name="T11" fmla="*/ 72 h 27"/>
                <a:gd name="T12" fmla="*/ 136 w 24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6" y="24"/>
                    <a:pt x="14" y="27"/>
                    <a:pt x="18" y="26"/>
                  </a:cubicBezTo>
                  <a:cubicBezTo>
                    <a:pt x="22" y="25"/>
                    <a:pt x="24" y="22"/>
                    <a:pt x="23" y="18"/>
                  </a:cubicBezTo>
                  <a:cubicBezTo>
                    <a:pt x="23" y="15"/>
                    <a:pt x="21" y="11"/>
                    <a:pt x="20" y="9"/>
                  </a:cubicBezTo>
                  <a:cubicBezTo>
                    <a:pt x="19" y="7"/>
                    <a:pt x="18" y="5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5257">
              <a:extLst>
                <a:ext uri="{FF2B5EF4-FFF2-40B4-BE49-F238E27FC236}">
                  <a16:creationId xmlns:a16="http://schemas.microsoft.com/office/drawing/2014/main" id="{BCE3AE87-730C-4CBD-AA69-9B34FEC39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715"/>
              <a:ext cx="20" cy="30"/>
            </a:xfrm>
            <a:custGeom>
              <a:avLst/>
              <a:gdLst>
                <a:gd name="T0" fmla="*/ 16 w 10"/>
                <a:gd name="T1" fmla="*/ 8 h 15"/>
                <a:gd name="T2" fmla="*/ 8 w 10"/>
                <a:gd name="T3" fmla="*/ 48 h 15"/>
                <a:gd name="T4" fmla="*/ 48 w 10"/>
                <a:gd name="T5" fmla="*/ 112 h 15"/>
                <a:gd name="T6" fmla="*/ 80 w 10"/>
                <a:gd name="T7" fmla="*/ 112 h 15"/>
                <a:gd name="T8" fmla="*/ 48 w 10"/>
                <a:gd name="T9" fmla="*/ 112 h 15"/>
                <a:gd name="T10" fmla="*/ 8 w 10"/>
                <a:gd name="T11" fmla="*/ 48 h 15"/>
                <a:gd name="T12" fmla="*/ 16 w 10"/>
                <a:gd name="T13" fmla="*/ 8 h 15"/>
                <a:gd name="T14" fmla="*/ 32 w 10"/>
                <a:gd name="T15" fmla="*/ 8 h 15"/>
                <a:gd name="T16" fmla="*/ 16 w 10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5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9" y="15"/>
                    <a:pt x="10" y="14"/>
                  </a:cubicBezTo>
                  <a:cubicBezTo>
                    <a:pt x="9" y="15"/>
                    <a:pt x="7" y="15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1"/>
                    <a:pt x="4" y="0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5258">
              <a:extLst>
                <a:ext uri="{FF2B5EF4-FFF2-40B4-BE49-F238E27FC236}">
                  <a16:creationId xmlns:a16="http://schemas.microsoft.com/office/drawing/2014/main" id="{A2EEC985-94D1-4C47-B6C0-99D923C62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487"/>
              <a:ext cx="40" cy="48"/>
            </a:xfrm>
            <a:custGeom>
              <a:avLst/>
              <a:gdLst>
                <a:gd name="T0" fmla="*/ 136 w 20"/>
                <a:gd name="T1" fmla="*/ 144 h 24"/>
                <a:gd name="T2" fmla="*/ 152 w 20"/>
                <a:gd name="T3" fmla="*/ 176 h 24"/>
                <a:gd name="T4" fmla="*/ 136 w 20"/>
                <a:gd name="T5" fmla="*/ 184 h 24"/>
                <a:gd name="T6" fmla="*/ 120 w 20"/>
                <a:gd name="T7" fmla="*/ 176 h 24"/>
                <a:gd name="T8" fmla="*/ 104 w 20"/>
                <a:gd name="T9" fmla="*/ 192 h 24"/>
                <a:gd name="T10" fmla="*/ 80 w 20"/>
                <a:gd name="T11" fmla="*/ 184 h 24"/>
                <a:gd name="T12" fmla="*/ 56 w 20"/>
                <a:gd name="T13" fmla="*/ 152 h 24"/>
                <a:gd name="T14" fmla="*/ 40 w 20"/>
                <a:gd name="T15" fmla="*/ 144 h 24"/>
                <a:gd name="T16" fmla="*/ 24 w 20"/>
                <a:gd name="T17" fmla="*/ 120 h 24"/>
                <a:gd name="T18" fmla="*/ 24 w 20"/>
                <a:gd name="T19" fmla="*/ 96 h 24"/>
                <a:gd name="T20" fmla="*/ 8 w 20"/>
                <a:gd name="T21" fmla="*/ 72 h 24"/>
                <a:gd name="T22" fmla="*/ 32 w 20"/>
                <a:gd name="T23" fmla="*/ 32 h 24"/>
                <a:gd name="T24" fmla="*/ 56 w 20"/>
                <a:gd name="T25" fmla="*/ 16 h 24"/>
                <a:gd name="T26" fmla="*/ 80 w 20"/>
                <a:gd name="T27" fmla="*/ 16 h 24"/>
                <a:gd name="T28" fmla="*/ 104 w 20"/>
                <a:gd name="T29" fmla="*/ 8 h 24"/>
                <a:gd name="T30" fmla="*/ 112 w 20"/>
                <a:gd name="T31" fmla="*/ 24 h 24"/>
                <a:gd name="T32" fmla="*/ 96 w 20"/>
                <a:gd name="T33" fmla="*/ 32 h 24"/>
                <a:gd name="T34" fmla="*/ 112 w 20"/>
                <a:gd name="T35" fmla="*/ 48 h 24"/>
                <a:gd name="T36" fmla="*/ 104 w 20"/>
                <a:gd name="T37" fmla="*/ 72 h 24"/>
                <a:gd name="T38" fmla="*/ 112 w 20"/>
                <a:gd name="T39" fmla="*/ 96 h 24"/>
                <a:gd name="T40" fmla="*/ 112 w 20"/>
                <a:gd name="T41" fmla="*/ 112 h 24"/>
                <a:gd name="T42" fmla="*/ 136 w 20"/>
                <a:gd name="T43" fmla="*/ 144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4">
                  <a:moveTo>
                    <a:pt x="17" y="18"/>
                  </a:moveTo>
                  <a:cubicBezTo>
                    <a:pt x="17" y="20"/>
                    <a:pt x="20" y="19"/>
                    <a:pt x="19" y="22"/>
                  </a:cubicBezTo>
                  <a:cubicBezTo>
                    <a:pt x="19" y="23"/>
                    <a:pt x="18" y="23"/>
                    <a:pt x="17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4" y="22"/>
                    <a:pt x="14" y="24"/>
                    <a:pt x="13" y="24"/>
                  </a:cubicBezTo>
                  <a:cubicBezTo>
                    <a:pt x="12" y="24"/>
                    <a:pt x="11" y="23"/>
                    <a:pt x="10" y="23"/>
                  </a:cubicBezTo>
                  <a:cubicBezTo>
                    <a:pt x="9" y="23"/>
                    <a:pt x="8" y="20"/>
                    <a:pt x="7" y="19"/>
                  </a:cubicBezTo>
                  <a:cubicBezTo>
                    <a:pt x="7" y="18"/>
                    <a:pt x="6" y="18"/>
                    <a:pt x="5" y="18"/>
                  </a:cubicBezTo>
                  <a:cubicBezTo>
                    <a:pt x="4" y="17"/>
                    <a:pt x="3" y="16"/>
                    <a:pt x="3" y="15"/>
                  </a:cubicBezTo>
                  <a:cubicBezTo>
                    <a:pt x="2" y="14"/>
                    <a:pt x="3" y="13"/>
                    <a:pt x="3" y="12"/>
                  </a:cubicBezTo>
                  <a:cubicBezTo>
                    <a:pt x="3" y="11"/>
                    <a:pt x="1" y="11"/>
                    <a:pt x="1" y="9"/>
                  </a:cubicBezTo>
                  <a:cubicBezTo>
                    <a:pt x="0" y="7"/>
                    <a:pt x="2" y="5"/>
                    <a:pt x="4" y="4"/>
                  </a:cubicBezTo>
                  <a:cubicBezTo>
                    <a:pt x="5" y="3"/>
                    <a:pt x="6" y="2"/>
                    <a:pt x="7" y="2"/>
                  </a:cubicBezTo>
                  <a:cubicBezTo>
                    <a:pt x="8" y="1"/>
                    <a:pt x="9" y="2"/>
                    <a:pt x="10" y="2"/>
                  </a:cubicBezTo>
                  <a:cubicBezTo>
                    <a:pt x="12" y="3"/>
                    <a:pt x="12" y="2"/>
                    <a:pt x="13" y="1"/>
                  </a:cubicBezTo>
                  <a:cubicBezTo>
                    <a:pt x="14" y="0"/>
                    <a:pt x="15" y="2"/>
                    <a:pt x="14" y="3"/>
                  </a:cubicBezTo>
                  <a:cubicBezTo>
                    <a:pt x="14" y="4"/>
                    <a:pt x="12" y="4"/>
                    <a:pt x="12" y="4"/>
                  </a:cubicBezTo>
                  <a:cubicBezTo>
                    <a:pt x="12" y="5"/>
                    <a:pt x="14" y="6"/>
                    <a:pt x="14" y="6"/>
                  </a:cubicBezTo>
                  <a:cubicBezTo>
                    <a:pt x="15" y="8"/>
                    <a:pt x="14" y="8"/>
                    <a:pt x="13" y="9"/>
                  </a:cubicBezTo>
                  <a:cubicBezTo>
                    <a:pt x="13" y="11"/>
                    <a:pt x="14" y="10"/>
                    <a:pt x="14" y="12"/>
                  </a:cubicBezTo>
                  <a:cubicBezTo>
                    <a:pt x="15" y="12"/>
                    <a:pt x="15" y="14"/>
                    <a:pt x="14" y="14"/>
                  </a:cubicBezTo>
                  <a:cubicBezTo>
                    <a:pt x="13" y="18"/>
                    <a:pt x="16" y="16"/>
                    <a:pt x="17" y="18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5259">
              <a:extLst>
                <a:ext uri="{FF2B5EF4-FFF2-40B4-BE49-F238E27FC236}">
                  <a16:creationId xmlns:a16="http://schemas.microsoft.com/office/drawing/2014/main" id="{9D17760B-F177-4C38-8756-000CB9CE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495"/>
              <a:ext cx="8" cy="16"/>
            </a:xfrm>
            <a:custGeom>
              <a:avLst/>
              <a:gdLst>
                <a:gd name="T0" fmla="*/ 24 w 4"/>
                <a:gd name="T1" fmla="*/ 0 h 8"/>
                <a:gd name="T2" fmla="*/ 0 w 4"/>
                <a:gd name="T3" fmla="*/ 40 h 8"/>
                <a:gd name="T4" fmla="*/ 16 w 4"/>
                <a:gd name="T5" fmla="*/ 64 h 8"/>
                <a:gd name="T6" fmla="*/ 24 w 4"/>
                <a:gd name="T7" fmla="*/ 48 h 8"/>
                <a:gd name="T8" fmla="*/ 16 w 4"/>
                <a:gd name="T9" fmla="*/ 40 h 8"/>
                <a:gd name="T10" fmla="*/ 24 w 4"/>
                <a:gd name="T11" fmla="*/ 16 h 8"/>
                <a:gd name="T12" fmla="*/ 32 w 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0" y="6"/>
                    <a:pt x="3" y="7"/>
                    <a:pt x="2" y="8"/>
                  </a:cubicBezTo>
                  <a:cubicBezTo>
                    <a:pt x="3" y="7"/>
                    <a:pt x="3" y="7"/>
                    <a:pt x="3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3"/>
                    <a:pt x="3" y="3"/>
                    <a:pt x="3" y="2"/>
                  </a:cubicBezTo>
                  <a:cubicBezTo>
                    <a:pt x="4" y="1"/>
                    <a:pt x="3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5260">
              <a:extLst>
                <a:ext uri="{FF2B5EF4-FFF2-40B4-BE49-F238E27FC236}">
                  <a16:creationId xmlns:a16="http://schemas.microsoft.com/office/drawing/2014/main" id="{C71CD46F-12DB-4724-A416-1E0561C02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513"/>
              <a:ext cx="10" cy="12"/>
            </a:xfrm>
            <a:custGeom>
              <a:avLst/>
              <a:gdLst>
                <a:gd name="T0" fmla="*/ 8 w 5"/>
                <a:gd name="T1" fmla="*/ 0 h 6"/>
                <a:gd name="T2" fmla="*/ 16 w 5"/>
                <a:gd name="T3" fmla="*/ 32 h 6"/>
                <a:gd name="T4" fmla="*/ 40 w 5"/>
                <a:gd name="T5" fmla="*/ 48 h 6"/>
                <a:gd name="T6" fmla="*/ 32 w 5"/>
                <a:gd name="T7" fmla="*/ 32 h 6"/>
                <a:gd name="T8" fmla="*/ 8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4" y="5"/>
                    <a:pt x="4" y="5"/>
                    <a:pt x="5" y="6"/>
                  </a:cubicBezTo>
                  <a:cubicBezTo>
                    <a:pt x="5" y="5"/>
                    <a:pt x="5" y="4"/>
                    <a:pt x="4" y="4"/>
                  </a:cubicBezTo>
                  <a:cubicBezTo>
                    <a:pt x="3" y="3"/>
                    <a:pt x="0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5261">
              <a:extLst>
                <a:ext uri="{FF2B5EF4-FFF2-40B4-BE49-F238E27FC236}">
                  <a16:creationId xmlns:a16="http://schemas.microsoft.com/office/drawing/2014/main" id="{C2FA777F-3EF1-4535-BC41-3A7F866F2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509"/>
              <a:ext cx="6" cy="10"/>
            </a:xfrm>
            <a:custGeom>
              <a:avLst/>
              <a:gdLst>
                <a:gd name="T0" fmla="*/ 8 w 3"/>
                <a:gd name="T1" fmla="*/ 8 h 5"/>
                <a:gd name="T2" fmla="*/ 8 w 3"/>
                <a:gd name="T3" fmla="*/ 16 h 5"/>
                <a:gd name="T4" fmla="*/ 8 w 3"/>
                <a:gd name="T5" fmla="*/ 24 h 5"/>
                <a:gd name="T6" fmla="*/ 24 w 3"/>
                <a:gd name="T7" fmla="*/ 40 h 5"/>
                <a:gd name="T8" fmla="*/ 0 w 3"/>
                <a:gd name="T9" fmla="*/ 24 h 5"/>
                <a:gd name="T10" fmla="*/ 0 w 3"/>
                <a:gd name="T11" fmla="*/ 8 h 5"/>
                <a:gd name="T12" fmla="*/ 8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5262">
              <a:extLst>
                <a:ext uri="{FF2B5EF4-FFF2-40B4-BE49-F238E27FC236}">
                  <a16:creationId xmlns:a16="http://schemas.microsoft.com/office/drawing/2014/main" id="{AB3C3BE4-CCD1-4B04-876C-A0EC1017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527"/>
              <a:ext cx="14" cy="8"/>
            </a:xfrm>
            <a:custGeom>
              <a:avLst/>
              <a:gdLst>
                <a:gd name="T0" fmla="*/ 8 w 7"/>
                <a:gd name="T1" fmla="*/ 0 h 4"/>
                <a:gd name="T2" fmla="*/ 16 w 7"/>
                <a:gd name="T3" fmla="*/ 16 h 4"/>
                <a:gd name="T4" fmla="*/ 24 w 7"/>
                <a:gd name="T5" fmla="*/ 16 h 4"/>
                <a:gd name="T6" fmla="*/ 32 w 7"/>
                <a:gd name="T7" fmla="*/ 24 h 4"/>
                <a:gd name="T8" fmla="*/ 56 w 7"/>
                <a:gd name="T9" fmla="*/ 16 h 4"/>
                <a:gd name="T10" fmla="*/ 48 w 7"/>
                <a:gd name="T11" fmla="*/ 16 h 4"/>
                <a:gd name="T12" fmla="*/ 32 w 7"/>
                <a:gd name="T13" fmla="*/ 8 h 4"/>
                <a:gd name="T14" fmla="*/ 16 w 7"/>
                <a:gd name="T15" fmla="*/ 8 h 4"/>
                <a:gd name="T16" fmla="*/ 0 w 7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5" y="4"/>
                    <a:pt x="6" y="3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5263">
              <a:extLst>
                <a:ext uri="{FF2B5EF4-FFF2-40B4-BE49-F238E27FC236}">
                  <a16:creationId xmlns:a16="http://schemas.microsoft.com/office/drawing/2014/main" id="{3D51202D-CDDE-42F0-A73E-9A20DBC9F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527"/>
              <a:ext cx="10" cy="6"/>
            </a:xfrm>
            <a:custGeom>
              <a:avLst/>
              <a:gdLst>
                <a:gd name="T0" fmla="*/ 40 w 5"/>
                <a:gd name="T1" fmla="*/ 8 h 3"/>
                <a:gd name="T2" fmla="*/ 24 w 5"/>
                <a:gd name="T3" fmla="*/ 24 h 3"/>
                <a:gd name="T4" fmla="*/ 0 w 5"/>
                <a:gd name="T5" fmla="*/ 8 h 3"/>
                <a:gd name="T6" fmla="*/ 32 w 5"/>
                <a:gd name="T7" fmla="*/ 8 h 3"/>
                <a:gd name="T8" fmla="*/ 40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5" y="2"/>
                    <a:pt x="4" y="3"/>
                    <a:pt x="3" y="3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1" y="2"/>
                    <a:pt x="3" y="2"/>
                    <a:pt x="4" y="1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5264">
              <a:extLst>
                <a:ext uri="{FF2B5EF4-FFF2-40B4-BE49-F238E27FC236}">
                  <a16:creationId xmlns:a16="http://schemas.microsoft.com/office/drawing/2014/main" id="{4E377B79-E3B4-47D0-A106-94188837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509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8 w 1"/>
                <a:gd name="T5" fmla="*/ 16 h 2"/>
                <a:gd name="T6" fmla="*/ 0 w 1"/>
                <a:gd name="T7" fmla="*/ 8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5265">
              <a:extLst>
                <a:ext uri="{FF2B5EF4-FFF2-40B4-BE49-F238E27FC236}">
                  <a16:creationId xmlns:a16="http://schemas.microsoft.com/office/drawing/2014/main" id="{6680CBE8-4B79-4126-AC1F-646E323C2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489"/>
              <a:ext cx="6" cy="6"/>
            </a:xfrm>
            <a:custGeom>
              <a:avLst/>
              <a:gdLst>
                <a:gd name="T0" fmla="*/ 16 w 3"/>
                <a:gd name="T1" fmla="*/ 8 h 3"/>
                <a:gd name="T2" fmla="*/ 0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1"/>
                    <a:pt x="1" y="3"/>
                    <a:pt x="0" y="3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5266">
              <a:extLst>
                <a:ext uri="{FF2B5EF4-FFF2-40B4-BE49-F238E27FC236}">
                  <a16:creationId xmlns:a16="http://schemas.microsoft.com/office/drawing/2014/main" id="{B44B0437-8D53-4FD7-BF0F-6314246F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501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16 h 4"/>
                <a:gd name="T4" fmla="*/ 16 w 3"/>
                <a:gd name="T5" fmla="*/ 32 h 4"/>
                <a:gd name="T6" fmla="*/ 16 w 3"/>
                <a:gd name="T7" fmla="*/ 16 h 4"/>
                <a:gd name="T8" fmla="*/ 8 w 3"/>
                <a:gd name="T9" fmla="*/ 16 h 4"/>
                <a:gd name="T10" fmla="*/ 8 w 3"/>
                <a:gd name="T11" fmla="*/ 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4"/>
                    <a:pt x="3" y="3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5267">
              <a:extLst>
                <a:ext uri="{FF2B5EF4-FFF2-40B4-BE49-F238E27FC236}">
                  <a16:creationId xmlns:a16="http://schemas.microsoft.com/office/drawing/2014/main" id="{D9A89E05-C3F4-46D5-A8A9-A8C851860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529"/>
              <a:ext cx="10" cy="6"/>
            </a:xfrm>
            <a:custGeom>
              <a:avLst/>
              <a:gdLst>
                <a:gd name="T0" fmla="*/ 0 w 5"/>
                <a:gd name="T1" fmla="*/ 8 h 3"/>
                <a:gd name="T2" fmla="*/ 16 w 5"/>
                <a:gd name="T3" fmla="*/ 16 h 3"/>
                <a:gd name="T4" fmla="*/ 40 w 5"/>
                <a:gd name="T5" fmla="*/ 8 h 3"/>
                <a:gd name="T6" fmla="*/ 24 w 5"/>
                <a:gd name="T7" fmla="*/ 16 h 3"/>
                <a:gd name="T8" fmla="*/ 16 w 5"/>
                <a:gd name="T9" fmla="*/ 8 h 3"/>
                <a:gd name="T10" fmla="*/ 8 w 5"/>
                <a:gd name="T11" fmla="*/ 8 h 3"/>
                <a:gd name="T12" fmla="*/ 0 w 5"/>
                <a:gd name="T13" fmla="*/ 8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4" y="0"/>
                    <a:pt x="4" y="1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5268">
              <a:extLst>
                <a:ext uri="{FF2B5EF4-FFF2-40B4-BE49-F238E27FC236}">
                  <a16:creationId xmlns:a16="http://schemas.microsoft.com/office/drawing/2014/main" id="{1EE89561-0CE1-4585-9A61-FFF4D9927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529"/>
              <a:ext cx="6" cy="4"/>
            </a:xfrm>
            <a:custGeom>
              <a:avLst/>
              <a:gdLst>
                <a:gd name="T0" fmla="*/ 24 w 3"/>
                <a:gd name="T1" fmla="*/ 0 h 2"/>
                <a:gd name="T2" fmla="*/ 16 w 3"/>
                <a:gd name="T3" fmla="*/ 16 h 2"/>
                <a:gd name="T4" fmla="*/ 0 w 3"/>
                <a:gd name="T5" fmla="*/ 8 h 2"/>
                <a:gd name="T6" fmla="*/ 24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5269">
              <a:extLst>
                <a:ext uri="{FF2B5EF4-FFF2-40B4-BE49-F238E27FC236}">
                  <a16:creationId xmlns:a16="http://schemas.microsoft.com/office/drawing/2014/main" id="{5B1BE4A0-1A14-4386-BE04-1C9C49A6C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519"/>
              <a:ext cx="8" cy="6"/>
            </a:xfrm>
            <a:custGeom>
              <a:avLst/>
              <a:gdLst>
                <a:gd name="T0" fmla="*/ 8 w 4"/>
                <a:gd name="T1" fmla="*/ 8 h 3"/>
                <a:gd name="T2" fmla="*/ 32 w 4"/>
                <a:gd name="T3" fmla="*/ 24 h 3"/>
                <a:gd name="T4" fmla="*/ 24 w 4"/>
                <a:gd name="T5" fmla="*/ 8 h 3"/>
                <a:gd name="T6" fmla="*/ 8 w 4"/>
                <a:gd name="T7" fmla="*/ 8 h 3"/>
                <a:gd name="T8" fmla="*/ 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2" y="2"/>
                    <a:pt x="3" y="2"/>
                    <a:pt x="4" y="3"/>
                  </a:cubicBezTo>
                  <a:cubicBezTo>
                    <a:pt x="4" y="2"/>
                    <a:pt x="3" y="2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5270">
              <a:extLst>
                <a:ext uri="{FF2B5EF4-FFF2-40B4-BE49-F238E27FC236}">
                  <a16:creationId xmlns:a16="http://schemas.microsoft.com/office/drawing/2014/main" id="{086BF14B-FDDF-445B-9306-4326A1EB6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517"/>
              <a:ext cx="8" cy="10"/>
            </a:xfrm>
            <a:custGeom>
              <a:avLst/>
              <a:gdLst>
                <a:gd name="T0" fmla="*/ 0 w 4"/>
                <a:gd name="T1" fmla="*/ 0 h 5"/>
                <a:gd name="T2" fmla="*/ 16 w 4"/>
                <a:gd name="T3" fmla="*/ 24 h 5"/>
                <a:gd name="T4" fmla="*/ 32 w 4"/>
                <a:gd name="T5" fmla="*/ 40 h 5"/>
                <a:gd name="T6" fmla="*/ 16 w 4"/>
                <a:gd name="T7" fmla="*/ 24 h 5"/>
                <a:gd name="T8" fmla="*/ 0 w 4"/>
                <a:gd name="T9" fmla="*/ 16 h 5"/>
                <a:gd name="T10" fmla="*/ 0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3" y="3"/>
                    <a:pt x="4" y="5"/>
                    <a:pt x="4" y="5"/>
                  </a:cubicBezTo>
                  <a:cubicBezTo>
                    <a:pt x="3" y="5"/>
                    <a:pt x="2" y="4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5271">
              <a:extLst>
                <a:ext uri="{FF2B5EF4-FFF2-40B4-BE49-F238E27FC236}">
                  <a16:creationId xmlns:a16="http://schemas.microsoft.com/office/drawing/2014/main" id="{160A778B-F5D7-4DCB-AA79-D5B40049F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495"/>
              <a:ext cx="6" cy="8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32 h 4"/>
                <a:gd name="T4" fmla="*/ 8 w 3"/>
                <a:gd name="T5" fmla="*/ 24 h 4"/>
                <a:gd name="T6" fmla="*/ 0 w 3"/>
                <a:gd name="T7" fmla="*/ 24 h 4"/>
                <a:gd name="T8" fmla="*/ 0 w 3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3" y="3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5272">
              <a:extLst>
                <a:ext uri="{FF2B5EF4-FFF2-40B4-BE49-F238E27FC236}">
                  <a16:creationId xmlns:a16="http://schemas.microsoft.com/office/drawing/2014/main" id="{C0C905F8-76CC-4F14-9DD1-B1BD2B1B9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89"/>
              <a:ext cx="8" cy="6"/>
            </a:xfrm>
            <a:custGeom>
              <a:avLst/>
              <a:gdLst>
                <a:gd name="T0" fmla="*/ 32 w 4"/>
                <a:gd name="T1" fmla="*/ 16 h 3"/>
                <a:gd name="T2" fmla="*/ 0 w 4"/>
                <a:gd name="T3" fmla="*/ 24 h 3"/>
                <a:gd name="T4" fmla="*/ 16 w 4"/>
                <a:gd name="T5" fmla="*/ 16 h 3"/>
                <a:gd name="T6" fmla="*/ 32 w 4"/>
                <a:gd name="T7" fmla="*/ 16 h 3"/>
                <a:gd name="T8" fmla="*/ 32 w 4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1"/>
                    <a:pt x="1" y="0"/>
                    <a:pt x="0" y="3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5273">
              <a:extLst>
                <a:ext uri="{FF2B5EF4-FFF2-40B4-BE49-F238E27FC236}">
                  <a16:creationId xmlns:a16="http://schemas.microsoft.com/office/drawing/2014/main" id="{EED93119-B88E-4CE4-9C62-AC7BFFA95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487"/>
              <a:ext cx="40" cy="48"/>
            </a:xfrm>
            <a:custGeom>
              <a:avLst/>
              <a:gdLst>
                <a:gd name="T0" fmla="*/ 136 w 20"/>
                <a:gd name="T1" fmla="*/ 144 h 24"/>
                <a:gd name="T2" fmla="*/ 152 w 20"/>
                <a:gd name="T3" fmla="*/ 176 h 24"/>
                <a:gd name="T4" fmla="*/ 136 w 20"/>
                <a:gd name="T5" fmla="*/ 184 h 24"/>
                <a:gd name="T6" fmla="*/ 120 w 20"/>
                <a:gd name="T7" fmla="*/ 176 h 24"/>
                <a:gd name="T8" fmla="*/ 104 w 20"/>
                <a:gd name="T9" fmla="*/ 192 h 24"/>
                <a:gd name="T10" fmla="*/ 80 w 20"/>
                <a:gd name="T11" fmla="*/ 184 h 24"/>
                <a:gd name="T12" fmla="*/ 56 w 20"/>
                <a:gd name="T13" fmla="*/ 152 h 24"/>
                <a:gd name="T14" fmla="*/ 40 w 20"/>
                <a:gd name="T15" fmla="*/ 144 h 24"/>
                <a:gd name="T16" fmla="*/ 24 w 20"/>
                <a:gd name="T17" fmla="*/ 120 h 24"/>
                <a:gd name="T18" fmla="*/ 24 w 20"/>
                <a:gd name="T19" fmla="*/ 96 h 24"/>
                <a:gd name="T20" fmla="*/ 8 w 20"/>
                <a:gd name="T21" fmla="*/ 72 h 24"/>
                <a:gd name="T22" fmla="*/ 32 w 20"/>
                <a:gd name="T23" fmla="*/ 32 h 24"/>
                <a:gd name="T24" fmla="*/ 56 w 20"/>
                <a:gd name="T25" fmla="*/ 16 h 24"/>
                <a:gd name="T26" fmla="*/ 80 w 20"/>
                <a:gd name="T27" fmla="*/ 16 h 24"/>
                <a:gd name="T28" fmla="*/ 104 w 20"/>
                <a:gd name="T29" fmla="*/ 8 h 24"/>
                <a:gd name="T30" fmla="*/ 112 w 20"/>
                <a:gd name="T31" fmla="*/ 24 h 24"/>
                <a:gd name="T32" fmla="*/ 96 w 20"/>
                <a:gd name="T33" fmla="*/ 32 h 24"/>
                <a:gd name="T34" fmla="*/ 112 w 20"/>
                <a:gd name="T35" fmla="*/ 48 h 24"/>
                <a:gd name="T36" fmla="*/ 104 w 20"/>
                <a:gd name="T37" fmla="*/ 72 h 24"/>
                <a:gd name="T38" fmla="*/ 112 w 20"/>
                <a:gd name="T39" fmla="*/ 96 h 24"/>
                <a:gd name="T40" fmla="*/ 112 w 20"/>
                <a:gd name="T41" fmla="*/ 112 h 24"/>
                <a:gd name="T42" fmla="*/ 136 w 20"/>
                <a:gd name="T43" fmla="*/ 144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4">
                  <a:moveTo>
                    <a:pt x="17" y="18"/>
                  </a:moveTo>
                  <a:cubicBezTo>
                    <a:pt x="17" y="20"/>
                    <a:pt x="20" y="19"/>
                    <a:pt x="19" y="22"/>
                  </a:cubicBezTo>
                  <a:cubicBezTo>
                    <a:pt x="19" y="23"/>
                    <a:pt x="18" y="23"/>
                    <a:pt x="17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4" y="22"/>
                    <a:pt x="14" y="24"/>
                    <a:pt x="13" y="24"/>
                  </a:cubicBezTo>
                  <a:cubicBezTo>
                    <a:pt x="12" y="24"/>
                    <a:pt x="11" y="23"/>
                    <a:pt x="10" y="23"/>
                  </a:cubicBezTo>
                  <a:cubicBezTo>
                    <a:pt x="9" y="23"/>
                    <a:pt x="8" y="20"/>
                    <a:pt x="7" y="19"/>
                  </a:cubicBezTo>
                  <a:cubicBezTo>
                    <a:pt x="7" y="18"/>
                    <a:pt x="6" y="18"/>
                    <a:pt x="5" y="18"/>
                  </a:cubicBezTo>
                  <a:cubicBezTo>
                    <a:pt x="4" y="17"/>
                    <a:pt x="3" y="16"/>
                    <a:pt x="3" y="15"/>
                  </a:cubicBezTo>
                  <a:cubicBezTo>
                    <a:pt x="2" y="14"/>
                    <a:pt x="3" y="13"/>
                    <a:pt x="3" y="12"/>
                  </a:cubicBezTo>
                  <a:cubicBezTo>
                    <a:pt x="3" y="11"/>
                    <a:pt x="1" y="11"/>
                    <a:pt x="1" y="9"/>
                  </a:cubicBezTo>
                  <a:cubicBezTo>
                    <a:pt x="0" y="7"/>
                    <a:pt x="2" y="5"/>
                    <a:pt x="4" y="4"/>
                  </a:cubicBezTo>
                  <a:cubicBezTo>
                    <a:pt x="5" y="3"/>
                    <a:pt x="6" y="2"/>
                    <a:pt x="7" y="2"/>
                  </a:cubicBezTo>
                  <a:cubicBezTo>
                    <a:pt x="8" y="1"/>
                    <a:pt x="9" y="2"/>
                    <a:pt x="10" y="2"/>
                  </a:cubicBezTo>
                  <a:cubicBezTo>
                    <a:pt x="12" y="3"/>
                    <a:pt x="12" y="2"/>
                    <a:pt x="13" y="1"/>
                  </a:cubicBezTo>
                  <a:cubicBezTo>
                    <a:pt x="14" y="0"/>
                    <a:pt x="15" y="2"/>
                    <a:pt x="14" y="3"/>
                  </a:cubicBezTo>
                  <a:cubicBezTo>
                    <a:pt x="14" y="4"/>
                    <a:pt x="12" y="4"/>
                    <a:pt x="12" y="4"/>
                  </a:cubicBezTo>
                  <a:cubicBezTo>
                    <a:pt x="12" y="5"/>
                    <a:pt x="14" y="6"/>
                    <a:pt x="14" y="6"/>
                  </a:cubicBezTo>
                  <a:cubicBezTo>
                    <a:pt x="15" y="8"/>
                    <a:pt x="14" y="8"/>
                    <a:pt x="13" y="9"/>
                  </a:cubicBezTo>
                  <a:cubicBezTo>
                    <a:pt x="13" y="11"/>
                    <a:pt x="14" y="10"/>
                    <a:pt x="14" y="12"/>
                  </a:cubicBezTo>
                  <a:cubicBezTo>
                    <a:pt x="15" y="12"/>
                    <a:pt x="15" y="14"/>
                    <a:pt x="14" y="14"/>
                  </a:cubicBezTo>
                  <a:cubicBezTo>
                    <a:pt x="13" y="18"/>
                    <a:pt x="16" y="16"/>
                    <a:pt x="17" y="1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5274">
              <a:extLst>
                <a:ext uri="{FF2B5EF4-FFF2-40B4-BE49-F238E27FC236}">
                  <a16:creationId xmlns:a16="http://schemas.microsoft.com/office/drawing/2014/main" id="{3D412C94-E3BA-45D1-AE76-07CE56CB0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505"/>
              <a:ext cx="2" cy="8"/>
            </a:xfrm>
            <a:custGeom>
              <a:avLst/>
              <a:gdLst>
                <a:gd name="T0" fmla="*/ 0 w 1"/>
                <a:gd name="T1" fmla="*/ 32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5275">
              <a:extLst>
                <a:ext uri="{FF2B5EF4-FFF2-40B4-BE49-F238E27FC236}">
                  <a16:creationId xmlns:a16="http://schemas.microsoft.com/office/drawing/2014/main" id="{4111A4E6-BD22-445B-8722-5955CA2E6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507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5276">
              <a:extLst>
                <a:ext uri="{FF2B5EF4-FFF2-40B4-BE49-F238E27FC236}">
                  <a16:creationId xmlns:a16="http://schemas.microsoft.com/office/drawing/2014/main" id="{61AA5404-3854-49DF-B918-88B6C00F3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507"/>
              <a:ext cx="4" cy="12"/>
            </a:xfrm>
            <a:custGeom>
              <a:avLst/>
              <a:gdLst>
                <a:gd name="T0" fmla="*/ 16 w 2"/>
                <a:gd name="T1" fmla="*/ 48 h 6"/>
                <a:gd name="T2" fmla="*/ 0 w 2"/>
                <a:gd name="T3" fmla="*/ 24 h 6"/>
                <a:gd name="T4" fmla="*/ 0 w 2"/>
                <a:gd name="T5" fmla="*/ 8 h 6"/>
                <a:gd name="T6" fmla="*/ 8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5277">
              <a:extLst>
                <a:ext uri="{FF2B5EF4-FFF2-40B4-BE49-F238E27FC236}">
                  <a16:creationId xmlns:a16="http://schemas.microsoft.com/office/drawing/2014/main" id="{401E9B9B-280B-4CD3-B5EA-CB9238DDB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531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5278">
              <a:extLst>
                <a:ext uri="{FF2B5EF4-FFF2-40B4-BE49-F238E27FC236}">
                  <a16:creationId xmlns:a16="http://schemas.microsoft.com/office/drawing/2014/main" id="{A517BA02-4578-48DF-8949-54BE9BCC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411"/>
              <a:ext cx="50" cy="50"/>
            </a:xfrm>
            <a:custGeom>
              <a:avLst/>
              <a:gdLst>
                <a:gd name="T0" fmla="*/ 112 w 25"/>
                <a:gd name="T1" fmla="*/ 192 h 25"/>
                <a:gd name="T2" fmla="*/ 184 w 25"/>
                <a:gd name="T3" fmla="*/ 80 h 25"/>
                <a:gd name="T4" fmla="*/ 56 w 25"/>
                <a:gd name="T5" fmla="*/ 24 h 25"/>
                <a:gd name="T6" fmla="*/ 112 w 25"/>
                <a:gd name="T7" fmla="*/ 1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4" y="24"/>
                  </a:moveTo>
                  <a:cubicBezTo>
                    <a:pt x="21" y="24"/>
                    <a:pt x="25" y="18"/>
                    <a:pt x="23" y="10"/>
                  </a:cubicBezTo>
                  <a:cubicBezTo>
                    <a:pt x="20" y="3"/>
                    <a:pt x="14" y="0"/>
                    <a:pt x="7" y="3"/>
                  </a:cubicBezTo>
                  <a:cubicBezTo>
                    <a:pt x="0" y="7"/>
                    <a:pt x="3" y="25"/>
                    <a:pt x="14" y="2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5279">
              <a:extLst>
                <a:ext uri="{FF2B5EF4-FFF2-40B4-BE49-F238E27FC236}">
                  <a16:creationId xmlns:a16="http://schemas.microsoft.com/office/drawing/2014/main" id="{50E64691-9DF1-448E-BDCE-DEC61D320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411"/>
              <a:ext cx="50" cy="50"/>
            </a:xfrm>
            <a:custGeom>
              <a:avLst/>
              <a:gdLst>
                <a:gd name="T0" fmla="*/ 112 w 25"/>
                <a:gd name="T1" fmla="*/ 192 h 25"/>
                <a:gd name="T2" fmla="*/ 184 w 25"/>
                <a:gd name="T3" fmla="*/ 80 h 25"/>
                <a:gd name="T4" fmla="*/ 56 w 25"/>
                <a:gd name="T5" fmla="*/ 24 h 25"/>
                <a:gd name="T6" fmla="*/ 112 w 25"/>
                <a:gd name="T7" fmla="*/ 1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4" y="24"/>
                  </a:moveTo>
                  <a:cubicBezTo>
                    <a:pt x="21" y="24"/>
                    <a:pt x="25" y="18"/>
                    <a:pt x="23" y="10"/>
                  </a:cubicBezTo>
                  <a:cubicBezTo>
                    <a:pt x="20" y="3"/>
                    <a:pt x="14" y="0"/>
                    <a:pt x="7" y="3"/>
                  </a:cubicBezTo>
                  <a:cubicBezTo>
                    <a:pt x="0" y="7"/>
                    <a:pt x="3" y="25"/>
                    <a:pt x="14" y="2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5280">
              <a:extLst>
                <a:ext uri="{FF2B5EF4-FFF2-40B4-BE49-F238E27FC236}">
                  <a16:creationId xmlns:a16="http://schemas.microsoft.com/office/drawing/2014/main" id="{595399E7-7F1B-42A3-A592-AE44ED981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425"/>
              <a:ext cx="26" cy="24"/>
            </a:xfrm>
            <a:custGeom>
              <a:avLst/>
              <a:gdLst>
                <a:gd name="T0" fmla="*/ 96 w 13"/>
                <a:gd name="T1" fmla="*/ 24 h 12"/>
                <a:gd name="T2" fmla="*/ 88 w 13"/>
                <a:gd name="T3" fmla="*/ 72 h 12"/>
                <a:gd name="T4" fmla="*/ 40 w 13"/>
                <a:gd name="T5" fmla="*/ 96 h 12"/>
                <a:gd name="T6" fmla="*/ 8 w 13"/>
                <a:gd name="T7" fmla="*/ 56 h 12"/>
                <a:gd name="T8" fmla="*/ 16 w 13"/>
                <a:gd name="T9" fmla="*/ 0 h 12"/>
                <a:gd name="T10" fmla="*/ 0 w 13"/>
                <a:gd name="T11" fmla="*/ 56 h 12"/>
                <a:gd name="T12" fmla="*/ 40 w 13"/>
                <a:gd name="T13" fmla="*/ 96 h 12"/>
                <a:gd name="T14" fmla="*/ 88 w 13"/>
                <a:gd name="T15" fmla="*/ 72 h 12"/>
                <a:gd name="T16" fmla="*/ 96 w 13"/>
                <a:gd name="T17" fmla="*/ 2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2">
                  <a:moveTo>
                    <a:pt x="12" y="3"/>
                  </a:moveTo>
                  <a:cubicBezTo>
                    <a:pt x="13" y="5"/>
                    <a:pt x="13" y="7"/>
                    <a:pt x="11" y="9"/>
                  </a:cubicBezTo>
                  <a:cubicBezTo>
                    <a:pt x="10" y="11"/>
                    <a:pt x="7" y="12"/>
                    <a:pt x="5" y="12"/>
                  </a:cubicBezTo>
                  <a:cubicBezTo>
                    <a:pt x="3" y="11"/>
                    <a:pt x="2" y="9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1" y="10"/>
                    <a:pt x="3" y="12"/>
                    <a:pt x="5" y="12"/>
                  </a:cubicBezTo>
                  <a:cubicBezTo>
                    <a:pt x="8" y="12"/>
                    <a:pt x="10" y="11"/>
                    <a:pt x="11" y="9"/>
                  </a:cubicBezTo>
                  <a:cubicBezTo>
                    <a:pt x="13" y="7"/>
                    <a:pt x="13" y="5"/>
                    <a:pt x="12" y="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Freeform 5281">
              <a:extLst>
                <a:ext uri="{FF2B5EF4-FFF2-40B4-BE49-F238E27FC236}">
                  <a16:creationId xmlns:a16="http://schemas.microsoft.com/office/drawing/2014/main" id="{E6A9B2BC-4DA3-46D1-9F03-02962F93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621"/>
              <a:ext cx="44" cy="70"/>
            </a:xfrm>
            <a:custGeom>
              <a:avLst/>
              <a:gdLst>
                <a:gd name="T0" fmla="*/ 176 w 22"/>
                <a:gd name="T1" fmla="*/ 96 h 35"/>
                <a:gd name="T2" fmla="*/ 144 w 22"/>
                <a:gd name="T3" fmla="*/ 48 h 35"/>
                <a:gd name="T4" fmla="*/ 8 w 22"/>
                <a:gd name="T5" fmla="*/ 128 h 35"/>
                <a:gd name="T6" fmla="*/ 72 w 22"/>
                <a:gd name="T7" fmla="*/ 272 h 35"/>
                <a:gd name="T8" fmla="*/ 152 w 22"/>
                <a:gd name="T9" fmla="*/ 240 h 35"/>
                <a:gd name="T10" fmla="*/ 168 w 22"/>
                <a:gd name="T11" fmla="*/ 160 h 35"/>
                <a:gd name="T12" fmla="*/ 176 w 22"/>
                <a:gd name="T13" fmla="*/ 9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5">
                  <a:moveTo>
                    <a:pt x="22" y="12"/>
                  </a:moveTo>
                  <a:cubicBezTo>
                    <a:pt x="21" y="9"/>
                    <a:pt x="20" y="7"/>
                    <a:pt x="18" y="6"/>
                  </a:cubicBezTo>
                  <a:cubicBezTo>
                    <a:pt x="10" y="0"/>
                    <a:pt x="3" y="7"/>
                    <a:pt x="1" y="16"/>
                  </a:cubicBezTo>
                  <a:cubicBezTo>
                    <a:pt x="0" y="25"/>
                    <a:pt x="5" y="33"/>
                    <a:pt x="9" y="34"/>
                  </a:cubicBezTo>
                  <a:cubicBezTo>
                    <a:pt x="14" y="35"/>
                    <a:pt x="17" y="34"/>
                    <a:pt x="19" y="30"/>
                  </a:cubicBezTo>
                  <a:cubicBezTo>
                    <a:pt x="21" y="27"/>
                    <a:pt x="21" y="22"/>
                    <a:pt x="21" y="20"/>
                  </a:cubicBezTo>
                  <a:cubicBezTo>
                    <a:pt x="22" y="17"/>
                    <a:pt x="22" y="15"/>
                    <a:pt x="22" y="1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5282">
              <a:extLst>
                <a:ext uri="{FF2B5EF4-FFF2-40B4-BE49-F238E27FC236}">
                  <a16:creationId xmlns:a16="http://schemas.microsoft.com/office/drawing/2014/main" id="{A2FB62EE-FEC6-41BA-8DC8-714A1193B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621"/>
              <a:ext cx="44" cy="70"/>
            </a:xfrm>
            <a:custGeom>
              <a:avLst/>
              <a:gdLst>
                <a:gd name="T0" fmla="*/ 176 w 22"/>
                <a:gd name="T1" fmla="*/ 96 h 35"/>
                <a:gd name="T2" fmla="*/ 144 w 22"/>
                <a:gd name="T3" fmla="*/ 48 h 35"/>
                <a:gd name="T4" fmla="*/ 8 w 22"/>
                <a:gd name="T5" fmla="*/ 128 h 35"/>
                <a:gd name="T6" fmla="*/ 72 w 22"/>
                <a:gd name="T7" fmla="*/ 272 h 35"/>
                <a:gd name="T8" fmla="*/ 152 w 22"/>
                <a:gd name="T9" fmla="*/ 240 h 35"/>
                <a:gd name="T10" fmla="*/ 168 w 22"/>
                <a:gd name="T11" fmla="*/ 160 h 35"/>
                <a:gd name="T12" fmla="*/ 176 w 22"/>
                <a:gd name="T13" fmla="*/ 9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5">
                  <a:moveTo>
                    <a:pt x="22" y="12"/>
                  </a:moveTo>
                  <a:cubicBezTo>
                    <a:pt x="21" y="9"/>
                    <a:pt x="20" y="7"/>
                    <a:pt x="18" y="6"/>
                  </a:cubicBezTo>
                  <a:cubicBezTo>
                    <a:pt x="10" y="0"/>
                    <a:pt x="3" y="7"/>
                    <a:pt x="1" y="16"/>
                  </a:cubicBezTo>
                  <a:cubicBezTo>
                    <a:pt x="0" y="25"/>
                    <a:pt x="5" y="33"/>
                    <a:pt x="9" y="34"/>
                  </a:cubicBezTo>
                  <a:cubicBezTo>
                    <a:pt x="14" y="35"/>
                    <a:pt x="17" y="34"/>
                    <a:pt x="19" y="30"/>
                  </a:cubicBezTo>
                  <a:cubicBezTo>
                    <a:pt x="21" y="27"/>
                    <a:pt x="21" y="22"/>
                    <a:pt x="21" y="20"/>
                  </a:cubicBezTo>
                  <a:cubicBezTo>
                    <a:pt x="22" y="17"/>
                    <a:pt x="22" y="15"/>
                    <a:pt x="22" y="1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5283">
              <a:extLst>
                <a:ext uri="{FF2B5EF4-FFF2-40B4-BE49-F238E27FC236}">
                  <a16:creationId xmlns:a16="http://schemas.microsoft.com/office/drawing/2014/main" id="{E684F623-E981-4CF2-9B2B-DDEBA9396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643"/>
              <a:ext cx="16" cy="34"/>
            </a:xfrm>
            <a:custGeom>
              <a:avLst/>
              <a:gdLst>
                <a:gd name="T0" fmla="*/ 40 w 8"/>
                <a:gd name="T1" fmla="*/ 0 h 17"/>
                <a:gd name="T2" fmla="*/ 8 w 8"/>
                <a:gd name="T3" fmla="*/ 40 h 17"/>
                <a:gd name="T4" fmla="*/ 16 w 8"/>
                <a:gd name="T5" fmla="*/ 120 h 17"/>
                <a:gd name="T6" fmla="*/ 40 w 8"/>
                <a:gd name="T7" fmla="*/ 136 h 17"/>
                <a:gd name="T8" fmla="*/ 16 w 8"/>
                <a:gd name="T9" fmla="*/ 120 h 17"/>
                <a:gd name="T10" fmla="*/ 8 w 8"/>
                <a:gd name="T11" fmla="*/ 40 h 17"/>
                <a:gd name="T12" fmla="*/ 40 w 8"/>
                <a:gd name="T13" fmla="*/ 0 h 17"/>
                <a:gd name="T14" fmla="*/ 64 w 8"/>
                <a:gd name="T15" fmla="*/ 16 h 17"/>
                <a:gd name="T16" fmla="*/ 40 w 8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7">
                  <a:moveTo>
                    <a:pt x="5" y="0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3"/>
                    <a:pt x="2" y="15"/>
                  </a:cubicBezTo>
                  <a:cubicBezTo>
                    <a:pt x="2" y="16"/>
                    <a:pt x="3" y="17"/>
                    <a:pt x="5" y="17"/>
                  </a:cubicBezTo>
                  <a:cubicBezTo>
                    <a:pt x="3" y="17"/>
                    <a:pt x="2" y="16"/>
                    <a:pt x="2" y="15"/>
                  </a:cubicBezTo>
                  <a:cubicBezTo>
                    <a:pt x="0" y="13"/>
                    <a:pt x="0" y="8"/>
                    <a:pt x="1" y="5"/>
                  </a:cubicBezTo>
                  <a:cubicBezTo>
                    <a:pt x="2" y="2"/>
                    <a:pt x="4" y="0"/>
                    <a:pt x="5" y="0"/>
                  </a:cubicBezTo>
                  <a:cubicBezTo>
                    <a:pt x="6" y="0"/>
                    <a:pt x="7" y="1"/>
                    <a:pt x="8" y="2"/>
                  </a:cubicBezTo>
                  <a:cubicBezTo>
                    <a:pt x="7" y="1"/>
                    <a:pt x="6" y="0"/>
                    <a:pt x="5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5284">
              <a:extLst>
                <a:ext uri="{FF2B5EF4-FFF2-40B4-BE49-F238E27FC236}">
                  <a16:creationId xmlns:a16="http://schemas.microsoft.com/office/drawing/2014/main" id="{CFDE78A2-A517-4408-8DEC-24AAE7A9D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659"/>
              <a:ext cx="46" cy="60"/>
            </a:xfrm>
            <a:custGeom>
              <a:avLst/>
              <a:gdLst>
                <a:gd name="T0" fmla="*/ 160 w 23"/>
                <a:gd name="T1" fmla="*/ 40 h 30"/>
                <a:gd name="T2" fmla="*/ 72 w 23"/>
                <a:gd name="T3" fmla="*/ 8 h 30"/>
                <a:gd name="T4" fmla="*/ 24 w 23"/>
                <a:gd name="T5" fmla="*/ 136 h 30"/>
                <a:gd name="T6" fmla="*/ 120 w 23"/>
                <a:gd name="T7" fmla="*/ 240 h 30"/>
                <a:gd name="T8" fmla="*/ 176 w 23"/>
                <a:gd name="T9" fmla="*/ 200 h 30"/>
                <a:gd name="T10" fmla="*/ 168 w 23"/>
                <a:gd name="T11" fmla="*/ 120 h 30"/>
                <a:gd name="T12" fmla="*/ 160 w 23"/>
                <a:gd name="T13" fmla="*/ 4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0">
                  <a:moveTo>
                    <a:pt x="20" y="5"/>
                  </a:moveTo>
                  <a:cubicBezTo>
                    <a:pt x="18" y="2"/>
                    <a:pt x="14" y="0"/>
                    <a:pt x="9" y="1"/>
                  </a:cubicBezTo>
                  <a:cubicBezTo>
                    <a:pt x="2" y="2"/>
                    <a:pt x="0" y="9"/>
                    <a:pt x="3" y="17"/>
                  </a:cubicBezTo>
                  <a:cubicBezTo>
                    <a:pt x="5" y="25"/>
                    <a:pt x="8" y="29"/>
                    <a:pt x="15" y="30"/>
                  </a:cubicBezTo>
                  <a:cubicBezTo>
                    <a:pt x="19" y="30"/>
                    <a:pt x="21" y="28"/>
                    <a:pt x="22" y="25"/>
                  </a:cubicBezTo>
                  <a:cubicBezTo>
                    <a:pt x="23" y="22"/>
                    <a:pt x="22" y="19"/>
                    <a:pt x="21" y="15"/>
                  </a:cubicBezTo>
                  <a:cubicBezTo>
                    <a:pt x="21" y="13"/>
                    <a:pt x="22" y="9"/>
                    <a:pt x="20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5285">
              <a:extLst>
                <a:ext uri="{FF2B5EF4-FFF2-40B4-BE49-F238E27FC236}">
                  <a16:creationId xmlns:a16="http://schemas.microsoft.com/office/drawing/2014/main" id="{CD5256D8-6AA0-42F7-A5D3-3D3D1F31F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659"/>
              <a:ext cx="46" cy="60"/>
            </a:xfrm>
            <a:custGeom>
              <a:avLst/>
              <a:gdLst>
                <a:gd name="T0" fmla="*/ 160 w 23"/>
                <a:gd name="T1" fmla="*/ 40 h 30"/>
                <a:gd name="T2" fmla="*/ 72 w 23"/>
                <a:gd name="T3" fmla="*/ 8 h 30"/>
                <a:gd name="T4" fmla="*/ 24 w 23"/>
                <a:gd name="T5" fmla="*/ 136 h 30"/>
                <a:gd name="T6" fmla="*/ 120 w 23"/>
                <a:gd name="T7" fmla="*/ 240 h 30"/>
                <a:gd name="T8" fmla="*/ 176 w 23"/>
                <a:gd name="T9" fmla="*/ 200 h 30"/>
                <a:gd name="T10" fmla="*/ 168 w 23"/>
                <a:gd name="T11" fmla="*/ 120 h 30"/>
                <a:gd name="T12" fmla="*/ 160 w 23"/>
                <a:gd name="T13" fmla="*/ 4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0">
                  <a:moveTo>
                    <a:pt x="20" y="5"/>
                  </a:moveTo>
                  <a:cubicBezTo>
                    <a:pt x="18" y="2"/>
                    <a:pt x="14" y="0"/>
                    <a:pt x="9" y="1"/>
                  </a:cubicBezTo>
                  <a:cubicBezTo>
                    <a:pt x="2" y="2"/>
                    <a:pt x="0" y="9"/>
                    <a:pt x="3" y="17"/>
                  </a:cubicBezTo>
                  <a:cubicBezTo>
                    <a:pt x="5" y="25"/>
                    <a:pt x="8" y="29"/>
                    <a:pt x="15" y="30"/>
                  </a:cubicBezTo>
                  <a:cubicBezTo>
                    <a:pt x="19" y="30"/>
                    <a:pt x="21" y="28"/>
                    <a:pt x="22" y="25"/>
                  </a:cubicBezTo>
                  <a:cubicBezTo>
                    <a:pt x="23" y="22"/>
                    <a:pt x="22" y="19"/>
                    <a:pt x="21" y="15"/>
                  </a:cubicBezTo>
                  <a:cubicBezTo>
                    <a:pt x="21" y="13"/>
                    <a:pt x="22" y="9"/>
                    <a:pt x="20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5286">
              <a:extLst>
                <a:ext uri="{FF2B5EF4-FFF2-40B4-BE49-F238E27FC236}">
                  <a16:creationId xmlns:a16="http://schemas.microsoft.com/office/drawing/2014/main" id="{427BEFA5-4668-4CC6-8FDB-0F330D81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669"/>
              <a:ext cx="16" cy="38"/>
            </a:xfrm>
            <a:custGeom>
              <a:avLst/>
              <a:gdLst>
                <a:gd name="T0" fmla="*/ 64 w 8"/>
                <a:gd name="T1" fmla="*/ 144 h 19"/>
                <a:gd name="T2" fmla="*/ 56 w 8"/>
                <a:gd name="T3" fmla="*/ 144 h 19"/>
                <a:gd name="T4" fmla="*/ 8 w 8"/>
                <a:gd name="T5" fmla="*/ 72 h 19"/>
                <a:gd name="T6" fmla="*/ 24 w 8"/>
                <a:gd name="T7" fmla="*/ 8 h 19"/>
                <a:gd name="T8" fmla="*/ 56 w 8"/>
                <a:gd name="T9" fmla="*/ 16 h 19"/>
                <a:gd name="T10" fmla="*/ 24 w 8"/>
                <a:gd name="T11" fmla="*/ 8 h 19"/>
                <a:gd name="T12" fmla="*/ 8 w 8"/>
                <a:gd name="T13" fmla="*/ 72 h 19"/>
                <a:gd name="T14" fmla="*/ 56 w 8"/>
                <a:gd name="T15" fmla="*/ 144 h 19"/>
                <a:gd name="T16" fmla="*/ 64 w 8"/>
                <a:gd name="T17" fmla="*/ 14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9">
                  <a:moveTo>
                    <a:pt x="8" y="18"/>
                  </a:moveTo>
                  <a:cubicBezTo>
                    <a:pt x="8" y="18"/>
                    <a:pt x="7" y="18"/>
                    <a:pt x="7" y="18"/>
                  </a:cubicBezTo>
                  <a:cubicBezTo>
                    <a:pt x="5" y="18"/>
                    <a:pt x="3" y="16"/>
                    <a:pt x="1" y="9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4" y="0"/>
                    <a:pt x="6" y="1"/>
                    <a:pt x="7" y="2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1"/>
                    <a:pt x="0" y="4"/>
                    <a:pt x="1" y="9"/>
                  </a:cubicBezTo>
                  <a:cubicBezTo>
                    <a:pt x="2" y="15"/>
                    <a:pt x="5" y="18"/>
                    <a:pt x="7" y="18"/>
                  </a:cubicBezTo>
                  <a:cubicBezTo>
                    <a:pt x="7" y="19"/>
                    <a:pt x="8" y="18"/>
                    <a:pt x="8" y="1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5287">
              <a:extLst>
                <a:ext uri="{FF2B5EF4-FFF2-40B4-BE49-F238E27FC236}">
                  <a16:creationId xmlns:a16="http://schemas.microsoft.com/office/drawing/2014/main" id="{5256C8D2-5B27-4F44-827E-1B20D51C5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817"/>
              <a:ext cx="50" cy="66"/>
            </a:xfrm>
            <a:custGeom>
              <a:avLst/>
              <a:gdLst>
                <a:gd name="T0" fmla="*/ 136 w 25"/>
                <a:gd name="T1" fmla="*/ 40 h 33"/>
                <a:gd name="T2" fmla="*/ 48 w 25"/>
                <a:gd name="T3" fmla="*/ 16 h 33"/>
                <a:gd name="T4" fmla="*/ 40 w 25"/>
                <a:gd name="T5" fmla="*/ 168 h 33"/>
                <a:gd name="T6" fmla="*/ 160 w 25"/>
                <a:gd name="T7" fmla="*/ 256 h 33"/>
                <a:gd name="T8" fmla="*/ 200 w 25"/>
                <a:gd name="T9" fmla="*/ 200 h 33"/>
                <a:gd name="T10" fmla="*/ 168 w 25"/>
                <a:gd name="T11" fmla="*/ 120 h 33"/>
                <a:gd name="T12" fmla="*/ 136 w 25"/>
                <a:gd name="T13" fmla="*/ 4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3">
                  <a:moveTo>
                    <a:pt x="17" y="5"/>
                  </a:moveTo>
                  <a:cubicBezTo>
                    <a:pt x="14" y="1"/>
                    <a:pt x="10" y="0"/>
                    <a:pt x="6" y="2"/>
                  </a:cubicBezTo>
                  <a:cubicBezTo>
                    <a:pt x="0" y="6"/>
                    <a:pt x="1" y="13"/>
                    <a:pt x="5" y="21"/>
                  </a:cubicBezTo>
                  <a:cubicBezTo>
                    <a:pt x="10" y="29"/>
                    <a:pt x="14" y="33"/>
                    <a:pt x="20" y="32"/>
                  </a:cubicBezTo>
                  <a:cubicBezTo>
                    <a:pt x="23" y="31"/>
                    <a:pt x="25" y="28"/>
                    <a:pt x="25" y="25"/>
                  </a:cubicBezTo>
                  <a:cubicBezTo>
                    <a:pt x="25" y="21"/>
                    <a:pt x="23" y="19"/>
                    <a:pt x="21" y="15"/>
                  </a:cubicBezTo>
                  <a:cubicBezTo>
                    <a:pt x="20" y="12"/>
                    <a:pt x="19" y="8"/>
                    <a:pt x="1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5288">
              <a:extLst>
                <a:ext uri="{FF2B5EF4-FFF2-40B4-BE49-F238E27FC236}">
                  <a16:creationId xmlns:a16="http://schemas.microsoft.com/office/drawing/2014/main" id="{24DDF004-B9DD-4636-8433-414FE3992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817"/>
              <a:ext cx="50" cy="66"/>
            </a:xfrm>
            <a:custGeom>
              <a:avLst/>
              <a:gdLst>
                <a:gd name="T0" fmla="*/ 136 w 25"/>
                <a:gd name="T1" fmla="*/ 40 h 33"/>
                <a:gd name="T2" fmla="*/ 48 w 25"/>
                <a:gd name="T3" fmla="*/ 16 h 33"/>
                <a:gd name="T4" fmla="*/ 40 w 25"/>
                <a:gd name="T5" fmla="*/ 168 h 33"/>
                <a:gd name="T6" fmla="*/ 160 w 25"/>
                <a:gd name="T7" fmla="*/ 256 h 33"/>
                <a:gd name="T8" fmla="*/ 200 w 25"/>
                <a:gd name="T9" fmla="*/ 200 h 33"/>
                <a:gd name="T10" fmla="*/ 168 w 25"/>
                <a:gd name="T11" fmla="*/ 120 h 33"/>
                <a:gd name="T12" fmla="*/ 136 w 25"/>
                <a:gd name="T13" fmla="*/ 4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3">
                  <a:moveTo>
                    <a:pt x="17" y="5"/>
                  </a:moveTo>
                  <a:cubicBezTo>
                    <a:pt x="14" y="1"/>
                    <a:pt x="10" y="0"/>
                    <a:pt x="6" y="2"/>
                  </a:cubicBezTo>
                  <a:cubicBezTo>
                    <a:pt x="0" y="6"/>
                    <a:pt x="1" y="13"/>
                    <a:pt x="5" y="21"/>
                  </a:cubicBezTo>
                  <a:cubicBezTo>
                    <a:pt x="10" y="29"/>
                    <a:pt x="14" y="33"/>
                    <a:pt x="20" y="32"/>
                  </a:cubicBezTo>
                  <a:cubicBezTo>
                    <a:pt x="23" y="31"/>
                    <a:pt x="25" y="28"/>
                    <a:pt x="25" y="25"/>
                  </a:cubicBezTo>
                  <a:cubicBezTo>
                    <a:pt x="25" y="21"/>
                    <a:pt x="23" y="19"/>
                    <a:pt x="21" y="15"/>
                  </a:cubicBezTo>
                  <a:cubicBezTo>
                    <a:pt x="20" y="12"/>
                    <a:pt x="19" y="8"/>
                    <a:pt x="1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5289">
              <a:extLst>
                <a:ext uri="{FF2B5EF4-FFF2-40B4-BE49-F238E27FC236}">
                  <a16:creationId xmlns:a16="http://schemas.microsoft.com/office/drawing/2014/main" id="{1F28A5D8-1206-4CB1-B3DD-0A9CE8F0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829"/>
              <a:ext cx="22" cy="38"/>
            </a:xfrm>
            <a:custGeom>
              <a:avLst/>
              <a:gdLst>
                <a:gd name="T0" fmla="*/ 88 w 11"/>
                <a:gd name="T1" fmla="*/ 144 h 19"/>
                <a:gd name="T2" fmla="*/ 88 w 11"/>
                <a:gd name="T3" fmla="*/ 144 h 19"/>
                <a:gd name="T4" fmla="*/ 24 w 11"/>
                <a:gd name="T5" fmla="*/ 80 h 19"/>
                <a:gd name="T6" fmla="*/ 16 w 11"/>
                <a:gd name="T7" fmla="*/ 8 h 19"/>
                <a:gd name="T8" fmla="*/ 40 w 11"/>
                <a:gd name="T9" fmla="*/ 16 h 19"/>
                <a:gd name="T10" fmla="*/ 16 w 11"/>
                <a:gd name="T11" fmla="*/ 8 h 19"/>
                <a:gd name="T12" fmla="*/ 16 w 11"/>
                <a:gd name="T13" fmla="*/ 80 h 19"/>
                <a:gd name="T14" fmla="*/ 88 w 11"/>
                <a:gd name="T15" fmla="*/ 152 h 19"/>
                <a:gd name="T16" fmla="*/ 88 w 11"/>
                <a:gd name="T17" fmla="*/ 14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9">
                  <a:moveTo>
                    <a:pt x="11" y="18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9" y="19"/>
                    <a:pt x="6" y="17"/>
                    <a:pt x="3" y="10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0" y="2"/>
                    <a:pt x="0" y="5"/>
                    <a:pt x="2" y="10"/>
                  </a:cubicBezTo>
                  <a:cubicBezTo>
                    <a:pt x="6" y="16"/>
                    <a:pt x="9" y="19"/>
                    <a:pt x="11" y="19"/>
                  </a:cubicBezTo>
                  <a:cubicBezTo>
                    <a:pt x="11" y="19"/>
                    <a:pt x="11" y="18"/>
                    <a:pt x="11" y="1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5290">
              <a:extLst>
                <a:ext uri="{FF2B5EF4-FFF2-40B4-BE49-F238E27FC236}">
                  <a16:creationId xmlns:a16="http://schemas.microsoft.com/office/drawing/2014/main" id="{17A55BAA-A255-4290-B4FB-F76120DF8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927"/>
              <a:ext cx="42" cy="46"/>
            </a:xfrm>
            <a:custGeom>
              <a:avLst/>
              <a:gdLst>
                <a:gd name="T0" fmla="*/ 144 w 21"/>
                <a:gd name="T1" fmla="*/ 128 h 23"/>
                <a:gd name="T2" fmla="*/ 168 w 21"/>
                <a:gd name="T3" fmla="*/ 72 h 23"/>
                <a:gd name="T4" fmla="*/ 136 w 21"/>
                <a:gd name="T5" fmla="*/ 24 h 23"/>
                <a:gd name="T6" fmla="*/ 16 w 21"/>
                <a:gd name="T7" fmla="*/ 88 h 23"/>
                <a:gd name="T8" fmla="*/ 64 w 21"/>
                <a:gd name="T9" fmla="*/ 184 h 23"/>
                <a:gd name="T10" fmla="*/ 144 w 21"/>
                <a:gd name="T11" fmla="*/ 12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16"/>
                  </a:moveTo>
                  <a:cubicBezTo>
                    <a:pt x="20" y="14"/>
                    <a:pt x="21" y="12"/>
                    <a:pt x="21" y="9"/>
                  </a:cubicBezTo>
                  <a:cubicBezTo>
                    <a:pt x="20" y="7"/>
                    <a:pt x="19" y="4"/>
                    <a:pt x="17" y="3"/>
                  </a:cubicBezTo>
                  <a:cubicBezTo>
                    <a:pt x="12" y="0"/>
                    <a:pt x="4" y="4"/>
                    <a:pt x="2" y="11"/>
                  </a:cubicBezTo>
                  <a:cubicBezTo>
                    <a:pt x="0" y="17"/>
                    <a:pt x="4" y="23"/>
                    <a:pt x="8" y="23"/>
                  </a:cubicBezTo>
                  <a:cubicBezTo>
                    <a:pt x="13" y="23"/>
                    <a:pt x="14" y="21"/>
                    <a:pt x="18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5291">
              <a:extLst>
                <a:ext uri="{FF2B5EF4-FFF2-40B4-BE49-F238E27FC236}">
                  <a16:creationId xmlns:a16="http://schemas.microsoft.com/office/drawing/2014/main" id="{B1764E37-3FDD-45CC-8570-6E3D53C9E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927"/>
              <a:ext cx="42" cy="46"/>
            </a:xfrm>
            <a:custGeom>
              <a:avLst/>
              <a:gdLst>
                <a:gd name="T0" fmla="*/ 144 w 21"/>
                <a:gd name="T1" fmla="*/ 128 h 23"/>
                <a:gd name="T2" fmla="*/ 168 w 21"/>
                <a:gd name="T3" fmla="*/ 72 h 23"/>
                <a:gd name="T4" fmla="*/ 136 w 21"/>
                <a:gd name="T5" fmla="*/ 24 h 23"/>
                <a:gd name="T6" fmla="*/ 16 w 21"/>
                <a:gd name="T7" fmla="*/ 88 h 23"/>
                <a:gd name="T8" fmla="*/ 64 w 21"/>
                <a:gd name="T9" fmla="*/ 184 h 23"/>
                <a:gd name="T10" fmla="*/ 144 w 21"/>
                <a:gd name="T11" fmla="*/ 12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16"/>
                  </a:moveTo>
                  <a:cubicBezTo>
                    <a:pt x="20" y="14"/>
                    <a:pt x="21" y="12"/>
                    <a:pt x="21" y="9"/>
                  </a:cubicBezTo>
                  <a:cubicBezTo>
                    <a:pt x="20" y="7"/>
                    <a:pt x="19" y="4"/>
                    <a:pt x="17" y="3"/>
                  </a:cubicBezTo>
                  <a:cubicBezTo>
                    <a:pt x="12" y="0"/>
                    <a:pt x="4" y="4"/>
                    <a:pt x="2" y="11"/>
                  </a:cubicBezTo>
                  <a:cubicBezTo>
                    <a:pt x="0" y="17"/>
                    <a:pt x="4" y="23"/>
                    <a:pt x="8" y="23"/>
                  </a:cubicBezTo>
                  <a:cubicBezTo>
                    <a:pt x="13" y="23"/>
                    <a:pt x="14" y="21"/>
                    <a:pt x="18" y="1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5292">
              <a:extLst>
                <a:ext uri="{FF2B5EF4-FFF2-40B4-BE49-F238E27FC236}">
                  <a16:creationId xmlns:a16="http://schemas.microsoft.com/office/drawing/2014/main" id="{BE15D229-C528-4A1A-BB42-AD98D964F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939"/>
              <a:ext cx="20" cy="26"/>
            </a:xfrm>
            <a:custGeom>
              <a:avLst/>
              <a:gdLst>
                <a:gd name="T0" fmla="*/ 40 w 10"/>
                <a:gd name="T1" fmla="*/ 96 h 13"/>
                <a:gd name="T2" fmla="*/ 8 w 10"/>
                <a:gd name="T3" fmla="*/ 88 h 13"/>
                <a:gd name="T4" fmla="*/ 16 w 10"/>
                <a:gd name="T5" fmla="*/ 24 h 13"/>
                <a:gd name="T6" fmla="*/ 64 w 10"/>
                <a:gd name="T7" fmla="*/ 8 h 13"/>
                <a:gd name="T8" fmla="*/ 80 w 10"/>
                <a:gd name="T9" fmla="*/ 24 h 13"/>
                <a:gd name="T10" fmla="*/ 64 w 10"/>
                <a:gd name="T11" fmla="*/ 8 h 13"/>
                <a:gd name="T12" fmla="*/ 16 w 10"/>
                <a:gd name="T13" fmla="*/ 24 h 13"/>
                <a:gd name="T14" fmla="*/ 8 w 10"/>
                <a:gd name="T15" fmla="*/ 88 h 13"/>
                <a:gd name="T16" fmla="*/ 40 w 10"/>
                <a:gd name="T17" fmla="*/ 96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3">
                  <a:moveTo>
                    <a:pt x="5" y="12"/>
                  </a:moveTo>
                  <a:cubicBezTo>
                    <a:pt x="3" y="13"/>
                    <a:pt x="2" y="12"/>
                    <a:pt x="1" y="11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1"/>
                    <a:pt x="6" y="1"/>
                    <a:pt x="8" y="1"/>
                  </a:cubicBezTo>
                  <a:cubicBezTo>
                    <a:pt x="9" y="1"/>
                    <a:pt x="10" y="2"/>
                    <a:pt x="10" y="3"/>
                  </a:cubicBezTo>
                  <a:cubicBezTo>
                    <a:pt x="10" y="2"/>
                    <a:pt x="9" y="1"/>
                    <a:pt x="8" y="1"/>
                  </a:cubicBezTo>
                  <a:cubicBezTo>
                    <a:pt x="6" y="0"/>
                    <a:pt x="4" y="1"/>
                    <a:pt x="2" y="3"/>
                  </a:cubicBezTo>
                  <a:cubicBezTo>
                    <a:pt x="0" y="6"/>
                    <a:pt x="0" y="9"/>
                    <a:pt x="1" y="11"/>
                  </a:cubicBezTo>
                  <a:cubicBezTo>
                    <a:pt x="2" y="12"/>
                    <a:pt x="3" y="13"/>
                    <a:pt x="5" y="12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5293">
              <a:extLst>
                <a:ext uri="{FF2B5EF4-FFF2-40B4-BE49-F238E27FC236}">
                  <a16:creationId xmlns:a16="http://schemas.microsoft.com/office/drawing/2014/main" id="{5358D3C1-C2E5-419E-9B57-D1AB93D67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749"/>
              <a:ext cx="44" cy="46"/>
            </a:xfrm>
            <a:custGeom>
              <a:avLst/>
              <a:gdLst>
                <a:gd name="T0" fmla="*/ 136 w 22"/>
                <a:gd name="T1" fmla="*/ 32 h 23"/>
                <a:gd name="T2" fmla="*/ 88 w 22"/>
                <a:gd name="T3" fmla="*/ 0 h 23"/>
                <a:gd name="T4" fmla="*/ 32 w 22"/>
                <a:gd name="T5" fmla="*/ 24 h 23"/>
                <a:gd name="T6" fmla="*/ 64 w 22"/>
                <a:gd name="T7" fmla="*/ 152 h 23"/>
                <a:gd name="T8" fmla="*/ 176 w 22"/>
                <a:gd name="T9" fmla="*/ 120 h 23"/>
                <a:gd name="T10" fmla="*/ 136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3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5294">
              <a:extLst>
                <a:ext uri="{FF2B5EF4-FFF2-40B4-BE49-F238E27FC236}">
                  <a16:creationId xmlns:a16="http://schemas.microsoft.com/office/drawing/2014/main" id="{456A8C39-FA59-4716-BDF0-6BE1174F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749"/>
              <a:ext cx="44" cy="46"/>
            </a:xfrm>
            <a:custGeom>
              <a:avLst/>
              <a:gdLst>
                <a:gd name="T0" fmla="*/ 136 w 22"/>
                <a:gd name="T1" fmla="*/ 32 h 23"/>
                <a:gd name="T2" fmla="*/ 88 w 22"/>
                <a:gd name="T3" fmla="*/ 0 h 23"/>
                <a:gd name="T4" fmla="*/ 32 w 22"/>
                <a:gd name="T5" fmla="*/ 24 h 23"/>
                <a:gd name="T6" fmla="*/ 64 w 22"/>
                <a:gd name="T7" fmla="*/ 152 h 23"/>
                <a:gd name="T8" fmla="*/ 176 w 22"/>
                <a:gd name="T9" fmla="*/ 120 h 23"/>
                <a:gd name="T10" fmla="*/ 136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3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5295">
              <a:extLst>
                <a:ext uri="{FF2B5EF4-FFF2-40B4-BE49-F238E27FC236}">
                  <a16:creationId xmlns:a16="http://schemas.microsoft.com/office/drawing/2014/main" id="{B21AD694-CF34-4860-8195-3B053953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757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72 w 12"/>
                <a:gd name="T3" fmla="*/ 88 h 12"/>
                <a:gd name="T4" fmla="*/ 16 w 12"/>
                <a:gd name="T5" fmla="*/ 72 h 12"/>
                <a:gd name="T6" fmla="*/ 8 w 12"/>
                <a:gd name="T7" fmla="*/ 24 h 12"/>
                <a:gd name="T8" fmla="*/ 32 w 12"/>
                <a:gd name="T9" fmla="*/ 0 h 12"/>
                <a:gd name="T10" fmla="*/ 8 w 12"/>
                <a:gd name="T11" fmla="*/ 24 h 12"/>
                <a:gd name="T12" fmla="*/ 16 w 12"/>
                <a:gd name="T13" fmla="*/ 72 h 12"/>
                <a:gd name="T14" fmla="*/ 72 w 12"/>
                <a:gd name="T15" fmla="*/ 96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8" y="12"/>
                    <a:pt x="5" y="12"/>
                    <a:pt x="2" y="9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2"/>
                    <a:pt x="8" y="12"/>
                    <a:pt x="9" y="12"/>
                  </a:cubicBezTo>
                  <a:cubicBezTo>
                    <a:pt x="11" y="11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5296">
              <a:extLst>
                <a:ext uri="{FF2B5EF4-FFF2-40B4-BE49-F238E27FC236}">
                  <a16:creationId xmlns:a16="http://schemas.microsoft.com/office/drawing/2014/main" id="{9EDD9991-7571-4B67-A553-2E4DC6AA4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557"/>
              <a:ext cx="40" cy="46"/>
            </a:xfrm>
            <a:custGeom>
              <a:avLst/>
              <a:gdLst>
                <a:gd name="T0" fmla="*/ 152 w 20"/>
                <a:gd name="T1" fmla="*/ 64 h 23"/>
                <a:gd name="T2" fmla="*/ 112 w 20"/>
                <a:gd name="T3" fmla="*/ 8 h 23"/>
                <a:gd name="T4" fmla="*/ 56 w 20"/>
                <a:gd name="T5" fmla="*/ 8 h 23"/>
                <a:gd name="T6" fmla="*/ 32 w 20"/>
                <a:gd name="T7" fmla="*/ 136 h 23"/>
                <a:gd name="T8" fmla="*/ 144 w 20"/>
                <a:gd name="T9" fmla="*/ 152 h 23"/>
                <a:gd name="T10" fmla="*/ 152 w 20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3">
                  <a:moveTo>
                    <a:pt x="19" y="8"/>
                  </a:moveTo>
                  <a:cubicBezTo>
                    <a:pt x="18" y="5"/>
                    <a:pt x="17" y="2"/>
                    <a:pt x="14" y="1"/>
                  </a:cubicBezTo>
                  <a:cubicBezTo>
                    <a:pt x="12" y="0"/>
                    <a:pt x="9" y="0"/>
                    <a:pt x="7" y="1"/>
                  </a:cubicBezTo>
                  <a:cubicBezTo>
                    <a:pt x="2" y="3"/>
                    <a:pt x="0" y="11"/>
                    <a:pt x="4" y="17"/>
                  </a:cubicBezTo>
                  <a:cubicBezTo>
                    <a:pt x="8" y="23"/>
                    <a:pt x="15" y="23"/>
                    <a:pt x="18" y="19"/>
                  </a:cubicBezTo>
                  <a:cubicBezTo>
                    <a:pt x="20" y="16"/>
                    <a:pt x="20" y="14"/>
                    <a:pt x="19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5297">
              <a:extLst>
                <a:ext uri="{FF2B5EF4-FFF2-40B4-BE49-F238E27FC236}">
                  <a16:creationId xmlns:a16="http://schemas.microsoft.com/office/drawing/2014/main" id="{06681878-3946-40C1-9FFC-547EF6047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557"/>
              <a:ext cx="40" cy="46"/>
            </a:xfrm>
            <a:custGeom>
              <a:avLst/>
              <a:gdLst>
                <a:gd name="T0" fmla="*/ 152 w 20"/>
                <a:gd name="T1" fmla="*/ 64 h 23"/>
                <a:gd name="T2" fmla="*/ 112 w 20"/>
                <a:gd name="T3" fmla="*/ 8 h 23"/>
                <a:gd name="T4" fmla="*/ 56 w 20"/>
                <a:gd name="T5" fmla="*/ 8 h 23"/>
                <a:gd name="T6" fmla="*/ 32 w 20"/>
                <a:gd name="T7" fmla="*/ 136 h 23"/>
                <a:gd name="T8" fmla="*/ 144 w 20"/>
                <a:gd name="T9" fmla="*/ 152 h 23"/>
                <a:gd name="T10" fmla="*/ 152 w 20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3">
                  <a:moveTo>
                    <a:pt x="19" y="8"/>
                  </a:moveTo>
                  <a:cubicBezTo>
                    <a:pt x="18" y="5"/>
                    <a:pt x="17" y="2"/>
                    <a:pt x="14" y="1"/>
                  </a:cubicBezTo>
                  <a:cubicBezTo>
                    <a:pt x="12" y="0"/>
                    <a:pt x="9" y="0"/>
                    <a:pt x="7" y="1"/>
                  </a:cubicBezTo>
                  <a:cubicBezTo>
                    <a:pt x="2" y="3"/>
                    <a:pt x="0" y="11"/>
                    <a:pt x="4" y="17"/>
                  </a:cubicBezTo>
                  <a:cubicBezTo>
                    <a:pt x="8" y="23"/>
                    <a:pt x="15" y="23"/>
                    <a:pt x="18" y="19"/>
                  </a:cubicBezTo>
                  <a:cubicBezTo>
                    <a:pt x="20" y="16"/>
                    <a:pt x="20" y="14"/>
                    <a:pt x="19" y="8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5298">
              <a:extLst>
                <a:ext uri="{FF2B5EF4-FFF2-40B4-BE49-F238E27FC236}">
                  <a16:creationId xmlns:a16="http://schemas.microsoft.com/office/drawing/2014/main" id="{1B238CA6-9586-4065-B257-E9656B538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565"/>
              <a:ext cx="20" cy="26"/>
            </a:xfrm>
            <a:custGeom>
              <a:avLst/>
              <a:gdLst>
                <a:gd name="T0" fmla="*/ 80 w 10"/>
                <a:gd name="T1" fmla="*/ 80 h 13"/>
                <a:gd name="T2" fmla="*/ 48 w 10"/>
                <a:gd name="T3" fmla="*/ 104 h 13"/>
                <a:gd name="T4" fmla="*/ 8 w 10"/>
                <a:gd name="T5" fmla="*/ 56 h 13"/>
                <a:gd name="T6" fmla="*/ 16 w 10"/>
                <a:gd name="T7" fmla="*/ 16 h 13"/>
                <a:gd name="T8" fmla="*/ 48 w 10"/>
                <a:gd name="T9" fmla="*/ 8 h 13"/>
                <a:gd name="T10" fmla="*/ 16 w 10"/>
                <a:gd name="T11" fmla="*/ 16 h 13"/>
                <a:gd name="T12" fmla="*/ 8 w 10"/>
                <a:gd name="T13" fmla="*/ 64 h 13"/>
                <a:gd name="T14" fmla="*/ 48 w 10"/>
                <a:gd name="T15" fmla="*/ 104 h 13"/>
                <a:gd name="T16" fmla="*/ 80 w 10"/>
                <a:gd name="T17" fmla="*/ 8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9" y="12"/>
                    <a:pt x="8" y="13"/>
                    <a:pt x="6" y="13"/>
                  </a:cubicBezTo>
                  <a:cubicBezTo>
                    <a:pt x="4" y="13"/>
                    <a:pt x="2" y="11"/>
                    <a:pt x="1" y="7"/>
                  </a:cubicBezTo>
                  <a:cubicBezTo>
                    <a:pt x="0" y="4"/>
                    <a:pt x="1" y="2"/>
                    <a:pt x="2" y="2"/>
                  </a:cubicBezTo>
                  <a:cubicBezTo>
                    <a:pt x="3" y="1"/>
                    <a:pt x="5" y="0"/>
                    <a:pt x="6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1" y="2"/>
                    <a:pt x="0" y="4"/>
                    <a:pt x="1" y="8"/>
                  </a:cubicBezTo>
                  <a:cubicBezTo>
                    <a:pt x="2" y="11"/>
                    <a:pt x="4" y="13"/>
                    <a:pt x="6" y="13"/>
                  </a:cubicBezTo>
                  <a:cubicBezTo>
                    <a:pt x="8" y="13"/>
                    <a:pt x="9" y="12"/>
                    <a:pt x="10" y="1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5299">
              <a:extLst>
                <a:ext uri="{FF2B5EF4-FFF2-40B4-BE49-F238E27FC236}">
                  <a16:creationId xmlns:a16="http://schemas.microsoft.com/office/drawing/2014/main" id="{688C5916-83E1-4071-976B-701B7F1B5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813"/>
              <a:ext cx="45" cy="44"/>
            </a:xfrm>
            <a:custGeom>
              <a:avLst/>
              <a:gdLst>
                <a:gd name="T0" fmla="*/ 147 w 22"/>
                <a:gd name="T1" fmla="*/ 32 h 22"/>
                <a:gd name="T2" fmla="*/ 96 w 22"/>
                <a:gd name="T3" fmla="*/ 0 h 22"/>
                <a:gd name="T4" fmla="*/ 33 w 22"/>
                <a:gd name="T5" fmla="*/ 16 h 22"/>
                <a:gd name="T6" fmla="*/ 68 w 22"/>
                <a:gd name="T7" fmla="*/ 152 h 22"/>
                <a:gd name="T8" fmla="*/ 188 w 22"/>
                <a:gd name="T9" fmla="*/ 120 h 22"/>
                <a:gd name="T10" fmla="*/ 147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5300">
              <a:extLst>
                <a:ext uri="{FF2B5EF4-FFF2-40B4-BE49-F238E27FC236}">
                  <a16:creationId xmlns:a16="http://schemas.microsoft.com/office/drawing/2014/main" id="{229ECEBF-574F-43C4-A0EA-FC4C797C5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813"/>
              <a:ext cx="45" cy="44"/>
            </a:xfrm>
            <a:custGeom>
              <a:avLst/>
              <a:gdLst>
                <a:gd name="T0" fmla="*/ 147 w 22"/>
                <a:gd name="T1" fmla="*/ 32 h 22"/>
                <a:gd name="T2" fmla="*/ 96 w 22"/>
                <a:gd name="T3" fmla="*/ 0 h 22"/>
                <a:gd name="T4" fmla="*/ 33 w 22"/>
                <a:gd name="T5" fmla="*/ 16 h 22"/>
                <a:gd name="T6" fmla="*/ 68 w 22"/>
                <a:gd name="T7" fmla="*/ 152 h 22"/>
                <a:gd name="T8" fmla="*/ 188 w 22"/>
                <a:gd name="T9" fmla="*/ 120 h 22"/>
                <a:gd name="T10" fmla="*/ 147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5301">
              <a:extLst>
                <a:ext uri="{FF2B5EF4-FFF2-40B4-BE49-F238E27FC236}">
                  <a16:creationId xmlns:a16="http://schemas.microsoft.com/office/drawing/2014/main" id="{6BAF7DE4-0245-4950-9921-D527C5D40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821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80 w 12"/>
                <a:gd name="T3" fmla="*/ 88 h 12"/>
                <a:gd name="T4" fmla="*/ 24 w 12"/>
                <a:gd name="T5" fmla="*/ 64 h 12"/>
                <a:gd name="T6" fmla="*/ 8 w 12"/>
                <a:gd name="T7" fmla="*/ 16 h 12"/>
                <a:gd name="T8" fmla="*/ 32 w 12"/>
                <a:gd name="T9" fmla="*/ 0 h 12"/>
                <a:gd name="T10" fmla="*/ 8 w 12"/>
                <a:gd name="T11" fmla="*/ 16 h 12"/>
                <a:gd name="T12" fmla="*/ 24 w 12"/>
                <a:gd name="T13" fmla="*/ 64 h 12"/>
                <a:gd name="T14" fmla="*/ 80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3"/>
                    <a:pt x="0" y="5"/>
                    <a:pt x="3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5302">
              <a:extLst>
                <a:ext uri="{FF2B5EF4-FFF2-40B4-BE49-F238E27FC236}">
                  <a16:creationId xmlns:a16="http://schemas.microsoft.com/office/drawing/2014/main" id="{8FC17C9C-AFC7-41B6-850E-B9224B2D3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783"/>
              <a:ext cx="44" cy="44"/>
            </a:xfrm>
            <a:custGeom>
              <a:avLst/>
              <a:gdLst>
                <a:gd name="T0" fmla="*/ 144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44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8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5303">
              <a:extLst>
                <a:ext uri="{FF2B5EF4-FFF2-40B4-BE49-F238E27FC236}">
                  <a16:creationId xmlns:a16="http://schemas.microsoft.com/office/drawing/2014/main" id="{39075DC3-580E-461C-BAB1-F22A14FEF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783"/>
              <a:ext cx="44" cy="44"/>
            </a:xfrm>
            <a:custGeom>
              <a:avLst/>
              <a:gdLst>
                <a:gd name="T0" fmla="*/ 144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44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8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5304">
              <a:extLst>
                <a:ext uri="{FF2B5EF4-FFF2-40B4-BE49-F238E27FC236}">
                  <a16:creationId xmlns:a16="http://schemas.microsoft.com/office/drawing/2014/main" id="{275B1A96-986D-4934-B372-211A4431B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91"/>
              <a:ext cx="24" cy="24"/>
            </a:xfrm>
            <a:custGeom>
              <a:avLst/>
              <a:gdLst>
                <a:gd name="T0" fmla="*/ 96 w 12"/>
                <a:gd name="T1" fmla="*/ 56 h 12"/>
                <a:gd name="T2" fmla="*/ 80 w 12"/>
                <a:gd name="T3" fmla="*/ 88 h 12"/>
                <a:gd name="T4" fmla="*/ 24 w 12"/>
                <a:gd name="T5" fmla="*/ 64 h 12"/>
                <a:gd name="T6" fmla="*/ 8 w 12"/>
                <a:gd name="T7" fmla="*/ 24 h 12"/>
                <a:gd name="T8" fmla="*/ 32 w 12"/>
                <a:gd name="T9" fmla="*/ 0 h 12"/>
                <a:gd name="T10" fmla="*/ 8 w 12"/>
                <a:gd name="T11" fmla="*/ 16 h 12"/>
                <a:gd name="T12" fmla="*/ 24 w 12"/>
                <a:gd name="T13" fmla="*/ 64 h 12"/>
                <a:gd name="T14" fmla="*/ 80 w 12"/>
                <a:gd name="T15" fmla="*/ 88 h 12"/>
                <a:gd name="T16" fmla="*/ 96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2" y="7"/>
                  </a:moveTo>
                  <a:cubicBezTo>
                    <a:pt x="12" y="9"/>
                    <a:pt x="11" y="11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4"/>
                    <a:pt x="0" y="6"/>
                    <a:pt x="3" y="8"/>
                  </a:cubicBezTo>
                  <a:cubicBezTo>
                    <a:pt x="5" y="12"/>
                    <a:pt x="8" y="12"/>
                    <a:pt x="10" y="11"/>
                  </a:cubicBezTo>
                  <a:cubicBezTo>
                    <a:pt x="11" y="11"/>
                    <a:pt x="12" y="9"/>
                    <a:pt x="12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5305">
              <a:extLst>
                <a:ext uri="{FF2B5EF4-FFF2-40B4-BE49-F238E27FC236}">
                  <a16:creationId xmlns:a16="http://schemas.microsoft.com/office/drawing/2014/main" id="{B45BD547-3A65-460C-9AD5-A87E267C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25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5306">
              <a:extLst>
                <a:ext uri="{FF2B5EF4-FFF2-40B4-BE49-F238E27FC236}">
                  <a16:creationId xmlns:a16="http://schemas.microsoft.com/office/drawing/2014/main" id="{32A03C7A-9588-4A91-91EF-77AFB9173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25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5307">
              <a:extLst>
                <a:ext uri="{FF2B5EF4-FFF2-40B4-BE49-F238E27FC236}">
                  <a16:creationId xmlns:a16="http://schemas.microsoft.com/office/drawing/2014/main" id="{3EF38EE7-387A-4720-932E-0797BC93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733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72 w 12"/>
                <a:gd name="T3" fmla="*/ 88 h 12"/>
                <a:gd name="T4" fmla="*/ 16 w 12"/>
                <a:gd name="T5" fmla="*/ 64 h 12"/>
                <a:gd name="T6" fmla="*/ 8 w 12"/>
                <a:gd name="T7" fmla="*/ 24 h 12"/>
                <a:gd name="T8" fmla="*/ 32 w 12"/>
                <a:gd name="T9" fmla="*/ 0 h 12"/>
                <a:gd name="T10" fmla="*/ 8 w 12"/>
                <a:gd name="T11" fmla="*/ 24 h 12"/>
                <a:gd name="T12" fmla="*/ 16 w 12"/>
                <a:gd name="T13" fmla="*/ 64 h 12"/>
                <a:gd name="T14" fmla="*/ 72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2"/>
                    <a:pt x="8" y="12"/>
                    <a:pt x="9" y="11"/>
                  </a:cubicBezTo>
                  <a:cubicBezTo>
                    <a:pt x="11" y="11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5308">
              <a:extLst>
                <a:ext uri="{FF2B5EF4-FFF2-40B4-BE49-F238E27FC236}">
                  <a16:creationId xmlns:a16="http://schemas.microsoft.com/office/drawing/2014/main" id="{FDB9BC00-6987-40D4-BEFB-8F3E34B5F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907"/>
              <a:ext cx="40" cy="48"/>
            </a:xfrm>
            <a:custGeom>
              <a:avLst/>
              <a:gdLst>
                <a:gd name="T0" fmla="*/ 144 w 20"/>
                <a:gd name="T1" fmla="*/ 64 h 24"/>
                <a:gd name="T2" fmla="*/ 112 w 20"/>
                <a:gd name="T3" fmla="*/ 16 h 24"/>
                <a:gd name="T4" fmla="*/ 48 w 20"/>
                <a:gd name="T5" fmla="*/ 8 h 24"/>
                <a:gd name="T6" fmla="*/ 32 w 20"/>
                <a:gd name="T7" fmla="*/ 144 h 24"/>
                <a:gd name="T8" fmla="*/ 144 w 20"/>
                <a:gd name="T9" fmla="*/ 160 h 24"/>
                <a:gd name="T10" fmla="*/ 144 w 20"/>
                <a:gd name="T11" fmla="*/ 6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8"/>
                  </a:moveTo>
                  <a:cubicBezTo>
                    <a:pt x="17" y="6"/>
                    <a:pt x="16" y="3"/>
                    <a:pt x="14" y="2"/>
                  </a:cubicBezTo>
                  <a:cubicBezTo>
                    <a:pt x="11" y="1"/>
                    <a:pt x="9" y="0"/>
                    <a:pt x="6" y="1"/>
                  </a:cubicBezTo>
                  <a:cubicBezTo>
                    <a:pt x="1" y="4"/>
                    <a:pt x="0" y="12"/>
                    <a:pt x="4" y="18"/>
                  </a:cubicBezTo>
                  <a:cubicBezTo>
                    <a:pt x="8" y="24"/>
                    <a:pt x="15" y="23"/>
                    <a:pt x="18" y="20"/>
                  </a:cubicBezTo>
                  <a:cubicBezTo>
                    <a:pt x="20" y="16"/>
                    <a:pt x="20" y="14"/>
                    <a:pt x="18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5309">
              <a:extLst>
                <a:ext uri="{FF2B5EF4-FFF2-40B4-BE49-F238E27FC236}">
                  <a16:creationId xmlns:a16="http://schemas.microsoft.com/office/drawing/2014/main" id="{7F9904F5-96EF-4160-AA75-731274C2A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907"/>
              <a:ext cx="40" cy="48"/>
            </a:xfrm>
            <a:custGeom>
              <a:avLst/>
              <a:gdLst>
                <a:gd name="T0" fmla="*/ 144 w 20"/>
                <a:gd name="T1" fmla="*/ 64 h 24"/>
                <a:gd name="T2" fmla="*/ 112 w 20"/>
                <a:gd name="T3" fmla="*/ 16 h 24"/>
                <a:gd name="T4" fmla="*/ 48 w 20"/>
                <a:gd name="T5" fmla="*/ 8 h 24"/>
                <a:gd name="T6" fmla="*/ 32 w 20"/>
                <a:gd name="T7" fmla="*/ 144 h 24"/>
                <a:gd name="T8" fmla="*/ 144 w 20"/>
                <a:gd name="T9" fmla="*/ 160 h 24"/>
                <a:gd name="T10" fmla="*/ 144 w 20"/>
                <a:gd name="T11" fmla="*/ 6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8"/>
                  </a:moveTo>
                  <a:cubicBezTo>
                    <a:pt x="17" y="6"/>
                    <a:pt x="16" y="3"/>
                    <a:pt x="14" y="2"/>
                  </a:cubicBezTo>
                  <a:cubicBezTo>
                    <a:pt x="11" y="1"/>
                    <a:pt x="9" y="0"/>
                    <a:pt x="6" y="1"/>
                  </a:cubicBezTo>
                  <a:cubicBezTo>
                    <a:pt x="1" y="4"/>
                    <a:pt x="0" y="12"/>
                    <a:pt x="4" y="18"/>
                  </a:cubicBezTo>
                  <a:cubicBezTo>
                    <a:pt x="8" y="24"/>
                    <a:pt x="15" y="23"/>
                    <a:pt x="18" y="20"/>
                  </a:cubicBezTo>
                  <a:cubicBezTo>
                    <a:pt x="20" y="16"/>
                    <a:pt x="20" y="14"/>
                    <a:pt x="18" y="8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5310">
              <a:extLst>
                <a:ext uri="{FF2B5EF4-FFF2-40B4-BE49-F238E27FC236}">
                  <a16:creationId xmlns:a16="http://schemas.microsoft.com/office/drawing/2014/main" id="{C8B87D48-4CD9-42BE-A5B4-3C8BAF915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917"/>
              <a:ext cx="18" cy="26"/>
            </a:xfrm>
            <a:custGeom>
              <a:avLst/>
              <a:gdLst>
                <a:gd name="T0" fmla="*/ 72 w 9"/>
                <a:gd name="T1" fmla="*/ 80 h 13"/>
                <a:gd name="T2" fmla="*/ 48 w 9"/>
                <a:gd name="T3" fmla="*/ 104 h 13"/>
                <a:gd name="T4" fmla="*/ 8 w 9"/>
                <a:gd name="T5" fmla="*/ 56 h 13"/>
                <a:gd name="T6" fmla="*/ 16 w 9"/>
                <a:gd name="T7" fmla="*/ 8 h 13"/>
                <a:gd name="T8" fmla="*/ 40 w 9"/>
                <a:gd name="T9" fmla="*/ 0 h 13"/>
                <a:gd name="T10" fmla="*/ 16 w 9"/>
                <a:gd name="T11" fmla="*/ 8 h 13"/>
                <a:gd name="T12" fmla="*/ 8 w 9"/>
                <a:gd name="T13" fmla="*/ 56 h 13"/>
                <a:gd name="T14" fmla="*/ 48 w 9"/>
                <a:gd name="T15" fmla="*/ 104 h 13"/>
                <a:gd name="T16" fmla="*/ 72 w 9"/>
                <a:gd name="T17" fmla="*/ 8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3">
                  <a:moveTo>
                    <a:pt x="9" y="10"/>
                  </a:moveTo>
                  <a:cubicBezTo>
                    <a:pt x="9" y="12"/>
                    <a:pt x="7" y="13"/>
                    <a:pt x="6" y="13"/>
                  </a:cubicBezTo>
                  <a:cubicBezTo>
                    <a:pt x="4" y="13"/>
                    <a:pt x="2" y="11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1" y="11"/>
                    <a:pt x="4" y="13"/>
                    <a:pt x="6" y="13"/>
                  </a:cubicBezTo>
                  <a:cubicBezTo>
                    <a:pt x="8" y="13"/>
                    <a:pt x="9" y="12"/>
                    <a:pt x="9" y="1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5311">
              <a:extLst>
                <a:ext uri="{FF2B5EF4-FFF2-40B4-BE49-F238E27FC236}">
                  <a16:creationId xmlns:a16="http://schemas.microsoft.com/office/drawing/2014/main" id="{4877E097-1C19-4F8E-A137-095BE797E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909"/>
              <a:ext cx="58" cy="58"/>
            </a:xfrm>
            <a:custGeom>
              <a:avLst/>
              <a:gdLst>
                <a:gd name="T0" fmla="*/ 56 w 29"/>
                <a:gd name="T1" fmla="*/ 176 h 29"/>
                <a:gd name="T2" fmla="*/ 192 w 29"/>
                <a:gd name="T3" fmla="*/ 184 h 29"/>
                <a:gd name="T4" fmla="*/ 184 w 29"/>
                <a:gd name="T5" fmla="*/ 32 h 29"/>
                <a:gd name="T6" fmla="*/ 56 w 29"/>
                <a:gd name="T7" fmla="*/ 17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7" y="22"/>
                  </a:moveTo>
                  <a:cubicBezTo>
                    <a:pt x="10" y="28"/>
                    <a:pt x="18" y="29"/>
                    <a:pt x="24" y="23"/>
                  </a:cubicBezTo>
                  <a:cubicBezTo>
                    <a:pt x="29" y="17"/>
                    <a:pt x="29" y="9"/>
                    <a:pt x="23" y="4"/>
                  </a:cubicBezTo>
                  <a:cubicBezTo>
                    <a:pt x="16" y="0"/>
                    <a:pt x="0" y="11"/>
                    <a:pt x="7" y="2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5312">
              <a:extLst>
                <a:ext uri="{FF2B5EF4-FFF2-40B4-BE49-F238E27FC236}">
                  <a16:creationId xmlns:a16="http://schemas.microsoft.com/office/drawing/2014/main" id="{F666FE41-6F15-47E7-AD30-EECB8FD2A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909"/>
              <a:ext cx="58" cy="58"/>
            </a:xfrm>
            <a:custGeom>
              <a:avLst/>
              <a:gdLst>
                <a:gd name="T0" fmla="*/ 56 w 29"/>
                <a:gd name="T1" fmla="*/ 176 h 29"/>
                <a:gd name="T2" fmla="*/ 192 w 29"/>
                <a:gd name="T3" fmla="*/ 184 h 29"/>
                <a:gd name="T4" fmla="*/ 184 w 29"/>
                <a:gd name="T5" fmla="*/ 32 h 29"/>
                <a:gd name="T6" fmla="*/ 56 w 29"/>
                <a:gd name="T7" fmla="*/ 17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7" y="22"/>
                  </a:moveTo>
                  <a:cubicBezTo>
                    <a:pt x="10" y="28"/>
                    <a:pt x="18" y="29"/>
                    <a:pt x="24" y="23"/>
                  </a:cubicBezTo>
                  <a:cubicBezTo>
                    <a:pt x="29" y="17"/>
                    <a:pt x="29" y="9"/>
                    <a:pt x="23" y="4"/>
                  </a:cubicBezTo>
                  <a:cubicBezTo>
                    <a:pt x="16" y="0"/>
                    <a:pt x="0" y="11"/>
                    <a:pt x="7" y="2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5313">
              <a:extLst>
                <a:ext uri="{FF2B5EF4-FFF2-40B4-BE49-F238E27FC236}">
                  <a16:creationId xmlns:a16="http://schemas.microsoft.com/office/drawing/2014/main" id="{14F307DF-7246-48BE-B062-DA250757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923"/>
              <a:ext cx="24" cy="30"/>
            </a:xfrm>
            <a:custGeom>
              <a:avLst/>
              <a:gdLst>
                <a:gd name="T0" fmla="*/ 96 w 12"/>
                <a:gd name="T1" fmla="*/ 96 h 15"/>
                <a:gd name="T2" fmla="*/ 48 w 12"/>
                <a:gd name="T3" fmla="*/ 112 h 15"/>
                <a:gd name="T4" fmla="*/ 8 w 12"/>
                <a:gd name="T5" fmla="*/ 80 h 15"/>
                <a:gd name="T6" fmla="*/ 24 w 12"/>
                <a:gd name="T7" fmla="*/ 24 h 15"/>
                <a:gd name="T8" fmla="*/ 80 w 12"/>
                <a:gd name="T9" fmla="*/ 8 h 15"/>
                <a:gd name="T10" fmla="*/ 24 w 12"/>
                <a:gd name="T11" fmla="*/ 24 h 15"/>
                <a:gd name="T12" fmla="*/ 8 w 12"/>
                <a:gd name="T13" fmla="*/ 80 h 15"/>
                <a:gd name="T14" fmla="*/ 48 w 12"/>
                <a:gd name="T15" fmla="*/ 112 h 15"/>
                <a:gd name="T16" fmla="*/ 96 w 12"/>
                <a:gd name="T17" fmla="*/ 9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5">
                  <a:moveTo>
                    <a:pt x="12" y="12"/>
                  </a:moveTo>
                  <a:cubicBezTo>
                    <a:pt x="11" y="14"/>
                    <a:pt x="9" y="15"/>
                    <a:pt x="6" y="14"/>
                  </a:cubicBezTo>
                  <a:cubicBezTo>
                    <a:pt x="4" y="14"/>
                    <a:pt x="1" y="12"/>
                    <a:pt x="1" y="10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1"/>
                    <a:pt x="8" y="0"/>
                    <a:pt x="10" y="1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2"/>
                    <a:pt x="4" y="14"/>
                    <a:pt x="6" y="14"/>
                  </a:cubicBezTo>
                  <a:cubicBezTo>
                    <a:pt x="9" y="15"/>
                    <a:pt x="11" y="14"/>
                    <a:pt x="12" y="12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5314">
              <a:extLst>
                <a:ext uri="{FF2B5EF4-FFF2-40B4-BE49-F238E27FC236}">
                  <a16:creationId xmlns:a16="http://schemas.microsoft.com/office/drawing/2014/main" id="{7E59E0D1-76EE-4E04-9965-F6DE5E8BB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227"/>
              <a:ext cx="46" cy="66"/>
            </a:xfrm>
            <a:custGeom>
              <a:avLst/>
              <a:gdLst>
                <a:gd name="T0" fmla="*/ 136 w 23"/>
                <a:gd name="T1" fmla="*/ 40 h 33"/>
                <a:gd name="T2" fmla="*/ 48 w 23"/>
                <a:gd name="T3" fmla="*/ 16 h 33"/>
                <a:gd name="T4" fmla="*/ 32 w 23"/>
                <a:gd name="T5" fmla="*/ 168 h 33"/>
                <a:gd name="T6" fmla="*/ 144 w 23"/>
                <a:gd name="T7" fmla="*/ 256 h 33"/>
                <a:gd name="T8" fmla="*/ 184 w 23"/>
                <a:gd name="T9" fmla="*/ 208 h 33"/>
                <a:gd name="T10" fmla="*/ 160 w 23"/>
                <a:gd name="T11" fmla="*/ 128 h 33"/>
                <a:gd name="T12" fmla="*/ 136 w 23"/>
                <a:gd name="T13" fmla="*/ 4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17" y="5"/>
                  </a:moveTo>
                  <a:cubicBezTo>
                    <a:pt x="14" y="2"/>
                    <a:pt x="10" y="0"/>
                    <a:pt x="6" y="2"/>
                  </a:cubicBezTo>
                  <a:cubicBezTo>
                    <a:pt x="0" y="5"/>
                    <a:pt x="0" y="12"/>
                    <a:pt x="4" y="21"/>
                  </a:cubicBezTo>
                  <a:cubicBezTo>
                    <a:pt x="8" y="29"/>
                    <a:pt x="11" y="33"/>
                    <a:pt x="18" y="32"/>
                  </a:cubicBezTo>
                  <a:cubicBezTo>
                    <a:pt x="21" y="32"/>
                    <a:pt x="23" y="30"/>
                    <a:pt x="23" y="26"/>
                  </a:cubicBezTo>
                  <a:cubicBezTo>
                    <a:pt x="23" y="22"/>
                    <a:pt x="22" y="20"/>
                    <a:pt x="20" y="16"/>
                  </a:cubicBezTo>
                  <a:cubicBezTo>
                    <a:pt x="19" y="13"/>
                    <a:pt x="19" y="8"/>
                    <a:pt x="1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5315">
              <a:extLst>
                <a:ext uri="{FF2B5EF4-FFF2-40B4-BE49-F238E27FC236}">
                  <a16:creationId xmlns:a16="http://schemas.microsoft.com/office/drawing/2014/main" id="{7AFA3581-8580-4A35-90A9-E53DF9986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227"/>
              <a:ext cx="46" cy="66"/>
            </a:xfrm>
            <a:custGeom>
              <a:avLst/>
              <a:gdLst>
                <a:gd name="T0" fmla="*/ 136 w 23"/>
                <a:gd name="T1" fmla="*/ 40 h 33"/>
                <a:gd name="T2" fmla="*/ 48 w 23"/>
                <a:gd name="T3" fmla="*/ 16 h 33"/>
                <a:gd name="T4" fmla="*/ 32 w 23"/>
                <a:gd name="T5" fmla="*/ 168 h 33"/>
                <a:gd name="T6" fmla="*/ 144 w 23"/>
                <a:gd name="T7" fmla="*/ 256 h 33"/>
                <a:gd name="T8" fmla="*/ 184 w 23"/>
                <a:gd name="T9" fmla="*/ 208 h 33"/>
                <a:gd name="T10" fmla="*/ 160 w 23"/>
                <a:gd name="T11" fmla="*/ 128 h 33"/>
                <a:gd name="T12" fmla="*/ 136 w 23"/>
                <a:gd name="T13" fmla="*/ 4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17" y="5"/>
                  </a:moveTo>
                  <a:cubicBezTo>
                    <a:pt x="14" y="2"/>
                    <a:pt x="10" y="0"/>
                    <a:pt x="6" y="2"/>
                  </a:cubicBezTo>
                  <a:cubicBezTo>
                    <a:pt x="0" y="5"/>
                    <a:pt x="0" y="12"/>
                    <a:pt x="4" y="21"/>
                  </a:cubicBezTo>
                  <a:cubicBezTo>
                    <a:pt x="8" y="29"/>
                    <a:pt x="11" y="33"/>
                    <a:pt x="18" y="32"/>
                  </a:cubicBezTo>
                  <a:cubicBezTo>
                    <a:pt x="21" y="32"/>
                    <a:pt x="23" y="30"/>
                    <a:pt x="23" y="26"/>
                  </a:cubicBezTo>
                  <a:cubicBezTo>
                    <a:pt x="23" y="22"/>
                    <a:pt x="22" y="20"/>
                    <a:pt x="20" y="16"/>
                  </a:cubicBezTo>
                  <a:cubicBezTo>
                    <a:pt x="19" y="13"/>
                    <a:pt x="19" y="8"/>
                    <a:pt x="1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5316">
              <a:extLst>
                <a:ext uri="{FF2B5EF4-FFF2-40B4-BE49-F238E27FC236}">
                  <a16:creationId xmlns:a16="http://schemas.microsoft.com/office/drawing/2014/main" id="{8675B190-7630-46DE-B60F-F777F75E2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239"/>
              <a:ext cx="22" cy="40"/>
            </a:xfrm>
            <a:custGeom>
              <a:avLst/>
              <a:gdLst>
                <a:gd name="T0" fmla="*/ 88 w 11"/>
                <a:gd name="T1" fmla="*/ 144 h 20"/>
                <a:gd name="T2" fmla="*/ 80 w 11"/>
                <a:gd name="T3" fmla="*/ 152 h 20"/>
                <a:gd name="T4" fmla="*/ 24 w 11"/>
                <a:gd name="T5" fmla="*/ 80 h 20"/>
                <a:gd name="T6" fmla="*/ 24 w 11"/>
                <a:gd name="T7" fmla="*/ 8 h 20"/>
                <a:gd name="T8" fmla="*/ 48 w 11"/>
                <a:gd name="T9" fmla="*/ 16 h 20"/>
                <a:gd name="T10" fmla="*/ 16 w 11"/>
                <a:gd name="T11" fmla="*/ 8 h 20"/>
                <a:gd name="T12" fmla="*/ 24 w 11"/>
                <a:gd name="T13" fmla="*/ 80 h 20"/>
                <a:gd name="T14" fmla="*/ 80 w 11"/>
                <a:gd name="T15" fmla="*/ 152 h 20"/>
                <a:gd name="T16" fmla="*/ 88 w 11"/>
                <a:gd name="T17" fmla="*/ 14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20">
                  <a:moveTo>
                    <a:pt x="11" y="18"/>
                  </a:moveTo>
                  <a:cubicBezTo>
                    <a:pt x="11" y="19"/>
                    <a:pt x="11" y="19"/>
                    <a:pt x="10" y="19"/>
                  </a:cubicBezTo>
                  <a:cubicBezTo>
                    <a:pt x="9" y="19"/>
                    <a:pt x="6" y="17"/>
                    <a:pt x="3" y="10"/>
                  </a:cubicBezTo>
                  <a:cubicBezTo>
                    <a:pt x="1" y="5"/>
                    <a:pt x="1" y="2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5" y="1"/>
                    <a:pt x="4" y="0"/>
                    <a:pt x="2" y="1"/>
                  </a:cubicBezTo>
                  <a:cubicBezTo>
                    <a:pt x="1" y="2"/>
                    <a:pt x="0" y="5"/>
                    <a:pt x="3" y="10"/>
                  </a:cubicBezTo>
                  <a:cubicBezTo>
                    <a:pt x="5" y="17"/>
                    <a:pt x="8" y="20"/>
                    <a:pt x="10" y="19"/>
                  </a:cubicBezTo>
                  <a:cubicBezTo>
                    <a:pt x="11" y="19"/>
                    <a:pt x="11" y="19"/>
                    <a:pt x="11" y="1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5317">
              <a:extLst>
                <a:ext uri="{FF2B5EF4-FFF2-40B4-BE49-F238E27FC236}">
                  <a16:creationId xmlns:a16="http://schemas.microsoft.com/office/drawing/2014/main" id="{12C46600-A9E2-441B-81A7-D4142A96B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603"/>
              <a:ext cx="38" cy="68"/>
            </a:xfrm>
            <a:custGeom>
              <a:avLst/>
              <a:gdLst>
                <a:gd name="T0" fmla="*/ 80 w 19"/>
                <a:gd name="T1" fmla="*/ 32 h 34"/>
                <a:gd name="T2" fmla="*/ 8 w 19"/>
                <a:gd name="T3" fmla="*/ 56 h 34"/>
                <a:gd name="T4" fmla="*/ 32 w 19"/>
                <a:gd name="T5" fmla="*/ 200 h 34"/>
                <a:gd name="T6" fmla="*/ 104 w 19"/>
                <a:gd name="T7" fmla="*/ 264 h 34"/>
                <a:gd name="T8" fmla="*/ 80 w 19"/>
                <a:gd name="T9" fmla="*/ 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4">
                  <a:moveTo>
                    <a:pt x="10" y="4"/>
                  </a:moveTo>
                  <a:cubicBezTo>
                    <a:pt x="6" y="0"/>
                    <a:pt x="2" y="2"/>
                    <a:pt x="1" y="7"/>
                  </a:cubicBezTo>
                  <a:cubicBezTo>
                    <a:pt x="0" y="12"/>
                    <a:pt x="1" y="19"/>
                    <a:pt x="4" y="25"/>
                  </a:cubicBezTo>
                  <a:cubicBezTo>
                    <a:pt x="7" y="33"/>
                    <a:pt x="10" y="34"/>
                    <a:pt x="13" y="33"/>
                  </a:cubicBezTo>
                  <a:cubicBezTo>
                    <a:pt x="19" y="31"/>
                    <a:pt x="17" y="10"/>
                    <a:pt x="10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5318">
              <a:extLst>
                <a:ext uri="{FF2B5EF4-FFF2-40B4-BE49-F238E27FC236}">
                  <a16:creationId xmlns:a16="http://schemas.microsoft.com/office/drawing/2014/main" id="{132D93A6-2BA0-4D8D-B94B-883D9D44B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603"/>
              <a:ext cx="38" cy="68"/>
            </a:xfrm>
            <a:custGeom>
              <a:avLst/>
              <a:gdLst>
                <a:gd name="T0" fmla="*/ 80 w 19"/>
                <a:gd name="T1" fmla="*/ 32 h 34"/>
                <a:gd name="T2" fmla="*/ 8 w 19"/>
                <a:gd name="T3" fmla="*/ 56 h 34"/>
                <a:gd name="T4" fmla="*/ 32 w 19"/>
                <a:gd name="T5" fmla="*/ 200 h 34"/>
                <a:gd name="T6" fmla="*/ 104 w 19"/>
                <a:gd name="T7" fmla="*/ 264 h 34"/>
                <a:gd name="T8" fmla="*/ 80 w 19"/>
                <a:gd name="T9" fmla="*/ 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4">
                  <a:moveTo>
                    <a:pt x="10" y="4"/>
                  </a:moveTo>
                  <a:cubicBezTo>
                    <a:pt x="6" y="0"/>
                    <a:pt x="2" y="2"/>
                    <a:pt x="1" y="7"/>
                  </a:cubicBezTo>
                  <a:cubicBezTo>
                    <a:pt x="0" y="12"/>
                    <a:pt x="1" y="19"/>
                    <a:pt x="4" y="25"/>
                  </a:cubicBezTo>
                  <a:cubicBezTo>
                    <a:pt x="7" y="33"/>
                    <a:pt x="10" y="34"/>
                    <a:pt x="13" y="33"/>
                  </a:cubicBezTo>
                  <a:cubicBezTo>
                    <a:pt x="19" y="31"/>
                    <a:pt x="17" y="10"/>
                    <a:pt x="10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5319">
              <a:extLst>
                <a:ext uri="{FF2B5EF4-FFF2-40B4-BE49-F238E27FC236}">
                  <a16:creationId xmlns:a16="http://schemas.microsoft.com/office/drawing/2014/main" id="{3D489E7F-323B-4C90-9723-5485C424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617"/>
              <a:ext cx="12" cy="40"/>
            </a:xfrm>
            <a:custGeom>
              <a:avLst/>
              <a:gdLst>
                <a:gd name="T0" fmla="*/ 16 w 6"/>
                <a:gd name="T1" fmla="*/ 0 h 20"/>
                <a:gd name="T2" fmla="*/ 0 w 6"/>
                <a:gd name="T3" fmla="*/ 56 h 20"/>
                <a:gd name="T4" fmla="*/ 24 w 6"/>
                <a:gd name="T5" fmla="*/ 144 h 20"/>
                <a:gd name="T6" fmla="*/ 48 w 6"/>
                <a:gd name="T7" fmla="*/ 160 h 20"/>
                <a:gd name="T8" fmla="*/ 32 w 6"/>
                <a:gd name="T9" fmla="*/ 144 h 20"/>
                <a:gd name="T10" fmla="*/ 0 w 6"/>
                <a:gd name="T11" fmla="*/ 56 h 20"/>
                <a:gd name="T12" fmla="*/ 16 w 6"/>
                <a:gd name="T13" fmla="*/ 8 h 20"/>
                <a:gd name="T14" fmla="*/ 40 w 6"/>
                <a:gd name="T15" fmla="*/ 16 h 20"/>
                <a:gd name="T16" fmla="*/ 16 w 6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0">
                  <a:moveTo>
                    <a:pt x="2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0" y="10"/>
                    <a:pt x="1" y="15"/>
                    <a:pt x="3" y="18"/>
                  </a:cubicBezTo>
                  <a:cubicBezTo>
                    <a:pt x="4" y="19"/>
                    <a:pt x="5" y="20"/>
                    <a:pt x="6" y="20"/>
                  </a:cubicBezTo>
                  <a:cubicBezTo>
                    <a:pt x="5" y="20"/>
                    <a:pt x="4" y="19"/>
                    <a:pt x="4" y="18"/>
                  </a:cubicBezTo>
                  <a:cubicBezTo>
                    <a:pt x="1" y="15"/>
                    <a:pt x="0" y="10"/>
                    <a:pt x="0" y="7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5320">
              <a:extLst>
                <a:ext uri="{FF2B5EF4-FFF2-40B4-BE49-F238E27FC236}">
                  <a16:creationId xmlns:a16="http://schemas.microsoft.com/office/drawing/2014/main" id="{48543E7E-4C0E-43C4-99D5-EA2FB4900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649"/>
              <a:ext cx="46" cy="46"/>
            </a:xfrm>
            <a:custGeom>
              <a:avLst/>
              <a:gdLst>
                <a:gd name="T0" fmla="*/ 144 w 23"/>
                <a:gd name="T1" fmla="*/ 32 h 23"/>
                <a:gd name="T2" fmla="*/ 88 w 23"/>
                <a:gd name="T3" fmla="*/ 0 h 23"/>
                <a:gd name="T4" fmla="*/ 32 w 23"/>
                <a:gd name="T5" fmla="*/ 24 h 23"/>
                <a:gd name="T6" fmla="*/ 64 w 23"/>
                <a:gd name="T7" fmla="*/ 152 h 23"/>
                <a:gd name="T8" fmla="*/ 176 w 23"/>
                <a:gd name="T9" fmla="*/ 120 h 23"/>
                <a:gd name="T10" fmla="*/ 144 w 23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3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5321">
              <a:extLst>
                <a:ext uri="{FF2B5EF4-FFF2-40B4-BE49-F238E27FC236}">
                  <a16:creationId xmlns:a16="http://schemas.microsoft.com/office/drawing/2014/main" id="{FC3ABB1A-933C-43EB-B6BB-1D565A22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649"/>
              <a:ext cx="46" cy="46"/>
            </a:xfrm>
            <a:custGeom>
              <a:avLst/>
              <a:gdLst>
                <a:gd name="T0" fmla="*/ 144 w 23"/>
                <a:gd name="T1" fmla="*/ 32 h 23"/>
                <a:gd name="T2" fmla="*/ 88 w 23"/>
                <a:gd name="T3" fmla="*/ 0 h 23"/>
                <a:gd name="T4" fmla="*/ 32 w 23"/>
                <a:gd name="T5" fmla="*/ 24 h 23"/>
                <a:gd name="T6" fmla="*/ 64 w 23"/>
                <a:gd name="T7" fmla="*/ 152 h 23"/>
                <a:gd name="T8" fmla="*/ 176 w 23"/>
                <a:gd name="T9" fmla="*/ 120 h 23"/>
                <a:gd name="T10" fmla="*/ 144 w 23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3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5322">
              <a:extLst>
                <a:ext uri="{FF2B5EF4-FFF2-40B4-BE49-F238E27FC236}">
                  <a16:creationId xmlns:a16="http://schemas.microsoft.com/office/drawing/2014/main" id="{BFB2F7FB-E0EF-4060-BA3D-10AA29704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657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72 w 11"/>
                <a:gd name="T3" fmla="*/ 88 h 12"/>
                <a:gd name="T4" fmla="*/ 16 w 11"/>
                <a:gd name="T5" fmla="*/ 72 h 12"/>
                <a:gd name="T6" fmla="*/ 0 w 11"/>
                <a:gd name="T7" fmla="*/ 24 h 12"/>
                <a:gd name="T8" fmla="*/ 24 w 11"/>
                <a:gd name="T9" fmla="*/ 0 h 12"/>
                <a:gd name="T10" fmla="*/ 0 w 11"/>
                <a:gd name="T11" fmla="*/ 24 h 12"/>
                <a:gd name="T12" fmla="*/ 16 w 11"/>
                <a:gd name="T13" fmla="*/ 72 h 12"/>
                <a:gd name="T14" fmla="*/ 72 w 11"/>
                <a:gd name="T15" fmla="*/ 96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2"/>
                    <a:pt x="2" y="9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2" y="1"/>
                    <a:pt x="1" y="1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0" y="11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5323">
              <a:extLst>
                <a:ext uri="{FF2B5EF4-FFF2-40B4-BE49-F238E27FC236}">
                  <a16:creationId xmlns:a16="http://schemas.microsoft.com/office/drawing/2014/main" id="{A897D763-DA34-45DB-87D7-A16D899D4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625"/>
              <a:ext cx="46" cy="46"/>
            </a:xfrm>
            <a:custGeom>
              <a:avLst/>
              <a:gdLst>
                <a:gd name="T0" fmla="*/ 144 w 23"/>
                <a:gd name="T1" fmla="*/ 40 h 23"/>
                <a:gd name="T2" fmla="*/ 88 w 23"/>
                <a:gd name="T3" fmla="*/ 0 h 23"/>
                <a:gd name="T4" fmla="*/ 32 w 23"/>
                <a:gd name="T5" fmla="*/ 24 h 23"/>
                <a:gd name="T6" fmla="*/ 72 w 23"/>
                <a:gd name="T7" fmla="*/ 152 h 23"/>
                <a:gd name="T8" fmla="*/ 176 w 23"/>
                <a:gd name="T9" fmla="*/ 120 h 23"/>
                <a:gd name="T10" fmla="*/ 144 w 23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8" y="5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2" y="15"/>
                    <a:pt x="9" y="19"/>
                  </a:cubicBezTo>
                  <a:cubicBezTo>
                    <a:pt x="15" y="23"/>
                    <a:pt x="21" y="19"/>
                    <a:pt x="22" y="15"/>
                  </a:cubicBezTo>
                  <a:cubicBezTo>
                    <a:pt x="23" y="11"/>
                    <a:pt x="22" y="9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5324">
              <a:extLst>
                <a:ext uri="{FF2B5EF4-FFF2-40B4-BE49-F238E27FC236}">
                  <a16:creationId xmlns:a16="http://schemas.microsoft.com/office/drawing/2014/main" id="{3E956FAB-2DFB-4D46-A280-33CEC976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625"/>
              <a:ext cx="46" cy="46"/>
            </a:xfrm>
            <a:custGeom>
              <a:avLst/>
              <a:gdLst>
                <a:gd name="T0" fmla="*/ 144 w 23"/>
                <a:gd name="T1" fmla="*/ 40 h 23"/>
                <a:gd name="T2" fmla="*/ 88 w 23"/>
                <a:gd name="T3" fmla="*/ 0 h 23"/>
                <a:gd name="T4" fmla="*/ 32 w 23"/>
                <a:gd name="T5" fmla="*/ 24 h 23"/>
                <a:gd name="T6" fmla="*/ 72 w 23"/>
                <a:gd name="T7" fmla="*/ 152 h 23"/>
                <a:gd name="T8" fmla="*/ 176 w 23"/>
                <a:gd name="T9" fmla="*/ 120 h 23"/>
                <a:gd name="T10" fmla="*/ 144 w 23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8" y="5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2" y="15"/>
                    <a:pt x="9" y="19"/>
                  </a:cubicBezTo>
                  <a:cubicBezTo>
                    <a:pt x="15" y="23"/>
                    <a:pt x="21" y="19"/>
                    <a:pt x="22" y="15"/>
                  </a:cubicBezTo>
                  <a:cubicBezTo>
                    <a:pt x="23" y="11"/>
                    <a:pt x="22" y="9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5325">
              <a:extLst>
                <a:ext uri="{FF2B5EF4-FFF2-40B4-BE49-F238E27FC236}">
                  <a16:creationId xmlns:a16="http://schemas.microsoft.com/office/drawing/2014/main" id="{0A58B0F7-7893-44E6-BC65-6D8AF13C6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633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72 w 11"/>
                <a:gd name="T3" fmla="*/ 88 h 12"/>
                <a:gd name="T4" fmla="*/ 16 w 11"/>
                <a:gd name="T5" fmla="*/ 72 h 12"/>
                <a:gd name="T6" fmla="*/ 0 w 11"/>
                <a:gd name="T7" fmla="*/ 24 h 12"/>
                <a:gd name="T8" fmla="*/ 24 w 11"/>
                <a:gd name="T9" fmla="*/ 0 h 12"/>
                <a:gd name="T10" fmla="*/ 0 w 11"/>
                <a:gd name="T11" fmla="*/ 24 h 12"/>
                <a:gd name="T12" fmla="*/ 16 w 11"/>
                <a:gd name="T13" fmla="*/ 72 h 12"/>
                <a:gd name="T14" fmla="*/ 72 w 11"/>
                <a:gd name="T15" fmla="*/ 96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2"/>
                    <a:pt x="2" y="9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2" y="1"/>
                    <a:pt x="1" y="1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0" y="11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Freeform 5326">
              <a:extLst>
                <a:ext uri="{FF2B5EF4-FFF2-40B4-BE49-F238E27FC236}">
                  <a16:creationId xmlns:a16="http://schemas.microsoft.com/office/drawing/2014/main" id="{12A504B4-77DE-428E-8680-9C99645C8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837"/>
              <a:ext cx="44" cy="44"/>
            </a:xfrm>
            <a:custGeom>
              <a:avLst/>
              <a:gdLst>
                <a:gd name="T0" fmla="*/ 144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44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0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8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2" name="Freeform 5327">
              <a:extLst>
                <a:ext uri="{FF2B5EF4-FFF2-40B4-BE49-F238E27FC236}">
                  <a16:creationId xmlns:a16="http://schemas.microsoft.com/office/drawing/2014/main" id="{5388A5F9-8C8A-40CC-BC7E-D34101D47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837"/>
              <a:ext cx="44" cy="44"/>
            </a:xfrm>
            <a:custGeom>
              <a:avLst/>
              <a:gdLst>
                <a:gd name="T0" fmla="*/ 144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44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0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8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3" name="Freeform 5328">
              <a:extLst>
                <a:ext uri="{FF2B5EF4-FFF2-40B4-BE49-F238E27FC236}">
                  <a16:creationId xmlns:a16="http://schemas.microsoft.com/office/drawing/2014/main" id="{DB1AAAAE-E599-4B6C-80F9-3A2DECA7D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845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80 w 12"/>
                <a:gd name="T3" fmla="*/ 88 h 12"/>
                <a:gd name="T4" fmla="*/ 24 w 12"/>
                <a:gd name="T5" fmla="*/ 64 h 12"/>
                <a:gd name="T6" fmla="*/ 8 w 12"/>
                <a:gd name="T7" fmla="*/ 16 h 12"/>
                <a:gd name="T8" fmla="*/ 32 w 12"/>
                <a:gd name="T9" fmla="*/ 0 h 12"/>
                <a:gd name="T10" fmla="*/ 8 w 12"/>
                <a:gd name="T11" fmla="*/ 16 h 12"/>
                <a:gd name="T12" fmla="*/ 24 w 12"/>
                <a:gd name="T13" fmla="*/ 64 h 12"/>
                <a:gd name="T14" fmla="*/ 80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3"/>
                    <a:pt x="0" y="5"/>
                    <a:pt x="3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4" name="Freeform 5329">
              <a:extLst>
                <a:ext uri="{FF2B5EF4-FFF2-40B4-BE49-F238E27FC236}">
                  <a16:creationId xmlns:a16="http://schemas.microsoft.com/office/drawing/2014/main" id="{B33980F2-3E34-4C23-8DE6-6BFA50C4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769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16 h 22"/>
                <a:gd name="T6" fmla="*/ 64 w 22"/>
                <a:gd name="T7" fmla="*/ 144 h 22"/>
                <a:gd name="T8" fmla="*/ 176 w 22"/>
                <a:gd name="T9" fmla="*/ 112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5330">
              <a:extLst>
                <a:ext uri="{FF2B5EF4-FFF2-40B4-BE49-F238E27FC236}">
                  <a16:creationId xmlns:a16="http://schemas.microsoft.com/office/drawing/2014/main" id="{6F3D21A1-D71D-4F01-9153-6D868A6EE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769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16 h 22"/>
                <a:gd name="T6" fmla="*/ 64 w 22"/>
                <a:gd name="T7" fmla="*/ 144 h 22"/>
                <a:gd name="T8" fmla="*/ 176 w 22"/>
                <a:gd name="T9" fmla="*/ 112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5331">
              <a:extLst>
                <a:ext uri="{FF2B5EF4-FFF2-40B4-BE49-F238E27FC236}">
                  <a16:creationId xmlns:a16="http://schemas.microsoft.com/office/drawing/2014/main" id="{23F3D6C7-7F8A-41CF-970B-FE85323AF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777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72 w 12"/>
                <a:gd name="T3" fmla="*/ 88 h 12"/>
                <a:gd name="T4" fmla="*/ 16 w 12"/>
                <a:gd name="T5" fmla="*/ 64 h 12"/>
                <a:gd name="T6" fmla="*/ 8 w 12"/>
                <a:gd name="T7" fmla="*/ 16 h 12"/>
                <a:gd name="T8" fmla="*/ 32 w 12"/>
                <a:gd name="T9" fmla="*/ 0 h 12"/>
                <a:gd name="T10" fmla="*/ 8 w 12"/>
                <a:gd name="T11" fmla="*/ 16 h 12"/>
                <a:gd name="T12" fmla="*/ 16 w 12"/>
                <a:gd name="T13" fmla="*/ 64 h 12"/>
                <a:gd name="T14" fmla="*/ 72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8"/>
                    <a:pt x="11" y="10"/>
                    <a:pt x="9" y="11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5332">
              <a:extLst>
                <a:ext uri="{FF2B5EF4-FFF2-40B4-BE49-F238E27FC236}">
                  <a16:creationId xmlns:a16="http://schemas.microsoft.com/office/drawing/2014/main" id="{B9227916-5F52-47E1-9D95-07368581E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955"/>
              <a:ext cx="43" cy="48"/>
            </a:xfrm>
            <a:custGeom>
              <a:avLst/>
              <a:gdLst>
                <a:gd name="T0" fmla="*/ 156 w 21"/>
                <a:gd name="T1" fmla="*/ 64 h 24"/>
                <a:gd name="T2" fmla="*/ 113 w 21"/>
                <a:gd name="T3" fmla="*/ 8 h 24"/>
                <a:gd name="T4" fmla="*/ 51 w 21"/>
                <a:gd name="T5" fmla="*/ 16 h 24"/>
                <a:gd name="T6" fmla="*/ 41 w 21"/>
                <a:gd name="T7" fmla="*/ 144 h 24"/>
                <a:gd name="T8" fmla="*/ 164 w 21"/>
                <a:gd name="T9" fmla="*/ 152 h 24"/>
                <a:gd name="T10" fmla="*/ 156 w 21"/>
                <a:gd name="T11" fmla="*/ 6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4">
                  <a:moveTo>
                    <a:pt x="18" y="8"/>
                  </a:moveTo>
                  <a:cubicBezTo>
                    <a:pt x="17" y="5"/>
                    <a:pt x="16" y="2"/>
                    <a:pt x="13" y="1"/>
                  </a:cubicBezTo>
                  <a:cubicBezTo>
                    <a:pt x="11" y="1"/>
                    <a:pt x="8" y="0"/>
                    <a:pt x="6" y="2"/>
                  </a:cubicBezTo>
                  <a:cubicBezTo>
                    <a:pt x="1" y="4"/>
                    <a:pt x="0" y="13"/>
                    <a:pt x="5" y="18"/>
                  </a:cubicBezTo>
                  <a:cubicBezTo>
                    <a:pt x="9" y="24"/>
                    <a:pt x="16" y="23"/>
                    <a:pt x="19" y="19"/>
                  </a:cubicBezTo>
                  <a:cubicBezTo>
                    <a:pt x="21" y="15"/>
                    <a:pt x="20" y="13"/>
                    <a:pt x="18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5333">
              <a:extLst>
                <a:ext uri="{FF2B5EF4-FFF2-40B4-BE49-F238E27FC236}">
                  <a16:creationId xmlns:a16="http://schemas.microsoft.com/office/drawing/2014/main" id="{818CB417-4840-49F9-98D4-5485BD4B4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955"/>
              <a:ext cx="43" cy="48"/>
            </a:xfrm>
            <a:custGeom>
              <a:avLst/>
              <a:gdLst>
                <a:gd name="T0" fmla="*/ 156 w 21"/>
                <a:gd name="T1" fmla="*/ 64 h 24"/>
                <a:gd name="T2" fmla="*/ 113 w 21"/>
                <a:gd name="T3" fmla="*/ 8 h 24"/>
                <a:gd name="T4" fmla="*/ 51 w 21"/>
                <a:gd name="T5" fmla="*/ 16 h 24"/>
                <a:gd name="T6" fmla="*/ 41 w 21"/>
                <a:gd name="T7" fmla="*/ 144 h 24"/>
                <a:gd name="T8" fmla="*/ 164 w 21"/>
                <a:gd name="T9" fmla="*/ 152 h 24"/>
                <a:gd name="T10" fmla="*/ 156 w 21"/>
                <a:gd name="T11" fmla="*/ 6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4">
                  <a:moveTo>
                    <a:pt x="18" y="8"/>
                  </a:moveTo>
                  <a:cubicBezTo>
                    <a:pt x="17" y="5"/>
                    <a:pt x="16" y="2"/>
                    <a:pt x="13" y="1"/>
                  </a:cubicBezTo>
                  <a:cubicBezTo>
                    <a:pt x="11" y="1"/>
                    <a:pt x="8" y="0"/>
                    <a:pt x="6" y="2"/>
                  </a:cubicBezTo>
                  <a:cubicBezTo>
                    <a:pt x="1" y="4"/>
                    <a:pt x="0" y="13"/>
                    <a:pt x="5" y="18"/>
                  </a:cubicBezTo>
                  <a:cubicBezTo>
                    <a:pt x="9" y="24"/>
                    <a:pt x="16" y="23"/>
                    <a:pt x="19" y="19"/>
                  </a:cubicBezTo>
                  <a:cubicBezTo>
                    <a:pt x="21" y="15"/>
                    <a:pt x="20" y="13"/>
                    <a:pt x="18" y="8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5334">
              <a:extLst>
                <a:ext uri="{FF2B5EF4-FFF2-40B4-BE49-F238E27FC236}">
                  <a16:creationId xmlns:a16="http://schemas.microsoft.com/office/drawing/2014/main" id="{F785CFA4-5C6B-48DF-9001-61B0602C3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965"/>
              <a:ext cx="20" cy="24"/>
            </a:xfrm>
            <a:custGeom>
              <a:avLst/>
              <a:gdLst>
                <a:gd name="T0" fmla="*/ 80 w 10"/>
                <a:gd name="T1" fmla="*/ 72 h 12"/>
                <a:gd name="T2" fmla="*/ 56 w 10"/>
                <a:gd name="T3" fmla="*/ 96 h 12"/>
                <a:gd name="T4" fmla="*/ 8 w 10"/>
                <a:gd name="T5" fmla="*/ 56 h 12"/>
                <a:gd name="T6" fmla="*/ 16 w 10"/>
                <a:gd name="T7" fmla="*/ 8 h 12"/>
                <a:gd name="T8" fmla="*/ 40 w 10"/>
                <a:gd name="T9" fmla="*/ 0 h 12"/>
                <a:gd name="T10" fmla="*/ 16 w 10"/>
                <a:gd name="T11" fmla="*/ 8 h 12"/>
                <a:gd name="T12" fmla="*/ 8 w 10"/>
                <a:gd name="T13" fmla="*/ 56 h 12"/>
                <a:gd name="T14" fmla="*/ 56 w 10"/>
                <a:gd name="T15" fmla="*/ 96 h 12"/>
                <a:gd name="T16" fmla="*/ 80 w 10"/>
                <a:gd name="T17" fmla="*/ 72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9"/>
                  </a:moveTo>
                  <a:cubicBezTo>
                    <a:pt x="10" y="11"/>
                    <a:pt x="8" y="12"/>
                    <a:pt x="7" y="12"/>
                  </a:cubicBezTo>
                  <a:cubicBezTo>
                    <a:pt x="5" y="12"/>
                    <a:pt x="2" y="11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11"/>
                    <a:pt x="5" y="12"/>
                    <a:pt x="7" y="12"/>
                  </a:cubicBezTo>
                  <a:cubicBezTo>
                    <a:pt x="8" y="12"/>
                    <a:pt x="10" y="11"/>
                    <a:pt x="10" y="9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5335">
              <a:extLst>
                <a:ext uri="{FF2B5EF4-FFF2-40B4-BE49-F238E27FC236}">
                  <a16:creationId xmlns:a16="http://schemas.microsoft.com/office/drawing/2014/main" id="{62E8F999-233A-4237-ACB7-1FD1289E6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673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0 w 22"/>
                <a:gd name="T3" fmla="*/ 0 h 22"/>
                <a:gd name="T4" fmla="*/ 24 w 22"/>
                <a:gd name="T5" fmla="*/ 24 h 22"/>
                <a:gd name="T6" fmla="*/ 64 w 22"/>
                <a:gd name="T7" fmla="*/ 152 h 22"/>
                <a:gd name="T8" fmla="*/ 168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5336">
              <a:extLst>
                <a:ext uri="{FF2B5EF4-FFF2-40B4-BE49-F238E27FC236}">
                  <a16:creationId xmlns:a16="http://schemas.microsoft.com/office/drawing/2014/main" id="{7BB8EA79-598E-44D9-8ADB-4DA9400C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673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0 w 22"/>
                <a:gd name="T3" fmla="*/ 0 h 22"/>
                <a:gd name="T4" fmla="*/ 24 w 22"/>
                <a:gd name="T5" fmla="*/ 24 h 22"/>
                <a:gd name="T6" fmla="*/ 64 w 22"/>
                <a:gd name="T7" fmla="*/ 152 h 22"/>
                <a:gd name="T8" fmla="*/ 168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5337">
              <a:extLst>
                <a:ext uri="{FF2B5EF4-FFF2-40B4-BE49-F238E27FC236}">
                  <a16:creationId xmlns:a16="http://schemas.microsoft.com/office/drawing/2014/main" id="{A10B0E3F-E940-4C33-920E-735930543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681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72 w 11"/>
                <a:gd name="T3" fmla="*/ 88 h 12"/>
                <a:gd name="T4" fmla="*/ 16 w 11"/>
                <a:gd name="T5" fmla="*/ 64 h 12"/>
                <a:gd name="T6" fmla="*/ 8 w 11"/>
                <a:gd name="T7" fmla="*/ 24 h 12"/>
                <a:gd name="T8" fmla="*/ 32 w 11"/>
                <a:gd name="T9" fmla="*/ 0 h 12"/>
                <a:gd name="T10" fmla="*/ 8 w 11"/>
                <a:gd name="T11" fmla="*/ 24 h 12"/>
                <a:gd name="T12" fmla="*/ 16 w 11"/>
                <a:gd name="T13" fmla="*/ 64 h 12"/>
                <a:gd name="T14" fmla="*/ 72 w 11"/>
                <a:gd name="T15" fmla="*/ 88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1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4" y="12"/>
                    <a:pt x="7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5338">
              <a:extLst>
                <a:ext uri="{FF2B5EF4-FFF2-40B4-BE49-F238E27FC236}">
                  <a16:creationId xmlns:a16="http://schemas.microsoft.com/office/drawing/2014/main" id="{4C4F8695-43D7-4B6C-BF64-881B8C53D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283"/>
              <a:ext cx="44" cy="44"/>
            </a:xfrm>
            <a:custGeom>
              <a:avLst/>
              <a:gdLst>
                <a:gd name="T0" fmla="*/ 144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44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8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5339">
              <a:extLst>
                <a:ext uri="{FF2B5EF4-FFF2-40B4-BE49-F238E27FC236}">
                  <a16:creationId xmlns:a16="http://schemas.microsoft.com/office/drawing/2014/main" id="{A918AD9A-4387-47B7-9722-4A8791453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283"/>
              <a:ext cx="44" cy="44"/>
            </a:xfrm>
            <a:custGeom>
              <a:avLst/>
              <a:gdLst>
                <a:gd name="T0" fmla="*/ 144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44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8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5340">
              <a:extLst>
                <a:ext uri="{FF2B5EF4-FFF2-40B4-BE49-F238E27FC236}">
                  <a16:creationId xmlns:a16="http://schemas.microsoft.com/office/drawing/2014/main" id="{FDC36536-133F-446B-A858-6941EBC08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291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80 w 12"/>
                <a:gd name="T3" fmla="*/ 88 h 12"/>
                <a:gd name="T4" fmla="*/ 24 w 12"/>
                <a:gd name="T5" fmla="*/ 64 h 12"/>
                <a:gd name="T6" fmla="*/ 8 w 12"/>
                <a:gd name="T7" fmla="*/ 16 h 12"/>
                <a:gd name="T8" fmla="*/ 32 w 12"/>
                <a:gd name="T9" fmla="*/ 0 h 12"/>
                <a:gd name="T10" fmla="*/ 8 w 12"/>
                <a:gd name="T11" fmla="*/ 16 h 12"/>
                <a:gd name="T12" fmla="*/ 24 w 12"/>
                <a:gd name="T13" fmla="*/ 64 h 12"/>
                <a:gd name="T14" fmla="*/ 80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5"/>
                    <a:pt x="1" y="4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4"/>
                    <a:pt x="0" y="5"/>
                    <a:pt x="3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1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5341">
              <a:extLst>
                <a:ext uri="{FF2B5EF4-FFF2-40B4-BE49-F238E27FC236}">
                  <a16:creationId xmlns:a16="http://schemas.microsoft.com/office/drawing/2014/main" id="{DDC27C4C-0CF6-48E8-A9E0-587A2306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889"/>
              <a:ext cx="48" cy="50"/>
            </a:xfrm>
            <a:custGeom>
              <a:avLst/>
              <a:gdLst>
                <a:gd name="T0" fmla="*/ 104 w 24"/>
                <a:gd name="T1" fmla="*/ 192 h 25"/>
                <a:gd name="T2" fmla="*/ 176 w 24"/>
                <a:gd name="T3" fmla="*/ 88 h 25"/>
                <a:gd name="T4" fmla="*/ 56 w 24"/>
                <a:gd name="T5" fmla="*/ 24 h 25"/>
                <a:gd name="T6" fmla="*/ 104 w 24"/>
                <a:gd name="T7" fmla="*/ 1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13" y="24"/>
                  </a:moveTo>
                  <a:cubicBezTo>
                    <a:pt x="19" y="25"/>
                    <a:pt x="24" y="19"/>
                    <a:pt x="22" y="11"/>
                  </a:cubicBezTo>
                  <a:cubicBezTo>
                    <a:pt x="20" y="4"/>
                    <a:pt x="15" y="0"/>
                    <a:pt x="7" y="3"/>
                  </a:cubicBezTo>
                  <a:cubicBezTo>
                    <a:pt x="0" y="5"/>
                    <a:pt x="1" y="23"/>
                    <a:pt x="13" y="2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5342">
              <a:extLst>
                <a:ext uri="{FF2B5EF4-FFF2-40B4-BE49-F238E27FC236}">
                  <a16:creationId xmlns:a16="http://schemas.microsoft.com/office/drawing/2014/main" id="{68C97619-8355-494E-BF9D-A427EFE6F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889"/>
              <a:ext cx="48" cy="50"/>
            </a:xfrm>
            <a:custGeom>
              <a:avLst/>
              <a:gdLst>
                <a:gd name="T0" fmla="*/ 104 w 24"/>
                <a:gd name="T1" fmla="*/ 192 h 25"/>
                <a:gd name="T2" fmla="*/ 176 w 24"/>
                <a:gd name="T3" fmla="*/ 88 h 25"/>
                <a:gd name="T4" fmla="*/ 56 w 24"/>
                <a:gd name="T5" fmla="*/ 24 h 25"/>
                <a:gd name="T6" fmla="*/ 104 w 24"/>
                <a:gd name="T7" fmla="*/ 1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13" y="24"/>
                  </a:moveTo>
                  <a:cubicBezTo>
                    <a:pt x="19" y="25"/>
                    <a:pt x="24" y="19"/>
                    <a:pt x="22" y="11"/>
                  </a:cubicBezTo>
                  <a:cubicBezTo>
                    <a:pt x="20" y="4"/>
                    <a:pt x="15" y="0"/>
                    <a:pt x="7" y="3"/>
                  </a:cubicBezTo>
                  <a:cubicBezTo>
                    <a:pt x="0" y="5"/>
                    <a:pt x="1" y="23"/>
                    <a:pt x="13" y="2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5343">
              <a:extLst>
                <a:ext uri="{FF2B5EF4-FFF2-40B4-BE49-F238E27FC236}">
                  <a16:creationId xmlns:a16="http://schemas.microsoft.com/office/drawing/2014/main" id="{D7517CC1-9F44-4551-A92C-96011B239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901"/>
              <a:ext cx="26" cy="26"/>
            </a:xfrm>
            <a:custGeom>
              <a:avLst/>
              <a:gdLst>
                <a:gd name="T0" fmla="*/ 96 w 13"/>
                <a:gd name="T1" fmla="*/ 40 h 13"/>
                <a:gd name="T2" fmla="*/ 88 w 13"/>
                <a:gd name="T3" fmla="*/ 80 h 13"/>
                <a:gd name="T4" fmla="*/ 40 w 13"/>
                <a:gd name="T5" fmla="*/ 96 h 13"/>
                <a:gd name="T6" fmla="*/ 8 w 13"/>
                <a:gd name="T7" fmla="*/ 56 h 13"/>
                <a:gd name="T8" fmla="*/ 24 w 13"/>
                <a:gd name="T9" fmla="*/ 0 h 13"/>
                <a:gd name="T10" fmla="*/ 8 w 13"/>
                <a:gd name="T11" fmla="*/ 56 h 13"/>
                <a:gd name="T12" fmla="*/ 40 w 13"/>
                <a:gd name="T13" fmla="*/ 104 h 13"/>
                <a:gd name="T14" fmla="*/ 88 w 13"/>
                <a:gd name="T15" fmla="*/ 88 h 13"/>
                <a:gd name="T16" fmla="*/ 96 w 13"/>
                <a:gd name="T17" fmla="*/ 4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2" y="5"/>
                  </a:moveTo>
                  <a:cubicBezTo>
                    <a:pt x="13" y="7"/>
                    <a:pt x="13" y="9"/>
                    <a:pt x="11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3" y="12"/>
                    <a:pt x="1" y="10"/>
                    <a:pt x="1" y="7"/>
                  </a:cubicBezTo>
                  <a:cubicBezTo>
                    <a:pt x="0" y="4"/>
                    <a:pt x="1" y="2"/>
                    <a:pt x="3" y="0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1" y="10"/>
                    <a:pt x="3" y="12"/>
                    <a:pt x="5" y="13"/>
                  </a:cubicBezTo>
                  <a:cubicBezTo>
                    <a:pt x="7" y="13"/>
                    <a:pt x="10" y="12"/>
                    <a:pt x="11" y="11"/>
                  </a:cubicBezTo>
                  <a:cubicBezTo>
                    <a:pt x="13" y="9"/>
                    <a:pt x="13" y="7"/>
                    <a:pt x="12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5344">
              <a:extLst>
                <a:ext uri="{FF2B5EF4-FFF2-40B4-BE49-F238E27FC236}">
                  <a16:creationId xmlns:a16="http://schemas.microsoft.com/office/drawing/2014/main" id="{10C9EE08-56C8-46C3-91F5-1E3A69F42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583"/>
              <a:ext cx="46" cy="74"/>
            </a:xfrm>
            <a:custGeom>
              <a:avLst/>
              <a:gdLst>
                <a:gd name="T0" fmla="*/ 96 w 23"/>
                <a:gd name="T1" fmla="*/ 24 h 37"/>
                <a:gd name="T2" fmla="*/ 16 w 23"/>
                <a:gd name="T3" fmla="*/ 64 h 37"/>
                <a:gd name="T4" fmla="*/ 40 w 23"/>
                <a:gd name="T5" fmla="*/ 232 h 37"/>
                <a:gd name="T6" fmla="*/ 128 w 23"/>
                <a:gd name="T7" fmla="*/ 288 h 37"/>
                <a:gd name="T8" fmla="*/ 96 w 23"/>
                <a:gd name="T9" fmla="*/ 2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12" y="3"/>
                  </a:moveTo>
                  <a:cubicBezTo>
                    <a:pt x="7" y="0"/>
                    <a:pt x="4" y="3"/>
                    <a:pt x="2" y="8"/>
                  </a:cubicBezTo>
                  <a:cubicBezTo>
                    <a:pt x="0" y="14"/>
                    <a:pt x="2" y="23"/>
                    <a:pt x="5" y="29"/>
                  </a:cubicBezTo>
                  <a:cubicBezTo>
                    <a:pt x="9" y="37"/>
                    <a:pt x="13" y="37"/>
                    <a:pt x="16" y="36"/>
                  </a:cubicBezTo>
                  <a:cubicBezTo>
                    <a:pt x="23" y="32"/>
                    <a:pt x="21" y="9"/>
                    <a:pt x="12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5345">
              <a:extLst>
                <a:ext uri="{FF2B5EF4-FFF2-40B4-BE49-F238E27FC236}">
                  <a16:creationId xmlns:a16="http://schemas.microsoft.com/office/drawing/2014/main" id="{647444D0-61B4-4F0B-8B94-646B9AF48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583"/>
              <a:ext cx="46" cy="74"/>
            </a:xfrm>
            <a:custGeom>
              <a:avLst/>
              <a:gdLst>
                <a:gd name="T0" fmla="*/ 96 w 23"/>
                <a:gd name="T1" fmla="*/ 24 h 37"/>
                <a:gd name="T2" fmla="*/ 16 w 23"/>
                <a:gd name="T3" fmla="*/ 64 h 37"/>
                <a:gd name="T4" fmla="*/ 40 w 23"/>
                <a:gd name="T5" fmla="*/ 232 h 37"/>
                <a:gd name="T6" fmla="*/ 128 w 23"/>
                <a:gd name="T7" fmla="*/ 288 h 37"/>
                <a:gd name="T8" fmla="*/ 96 w 23"/>
                <a:gd name="T9" fmla="*/ 2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12" y="3"/>
                  </a:moveTo>
                  <a:cubicBezTo>
                    <a:pt x="7" y="0"/>
                    <a:pt x="4" y="3"/>
                    <a:pt x="2" y="8"/>
                  </a:cubicBezTo>
                  <a:cubicBezTo>
                    <a:pt x="0" y="14"/>
                    <a:pt x="2" y="23"/>
                    <a:pt x="5" y="29"/>
                  </a:cubicBezTo>
                  <a:cubicBezTo>
                    <a:pt x="9" y="37"/>
                    <a:pt x="13" y="37"/>
                    <a:pt x="16" y="36"/>
                  </a:cubicBezTo>
                  <a:cubicBezTo>
                    <a:pt x="23" y="32"/>
                    <a:pt x="21" y="9"/>
                    <a:pt x="12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5346">
              <a:extLst>
                <a:ext uri="{FF2B5EF4-FFF2-40B4-BE49-F238E27FC236}">
                  <a16:creationId xmlns:a16="http://schemas.microsoft.com/office/drawing/2014/main" id="{22F76862-008C-4D89-8000-FA622F5C3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597"/>
              <a:ext cx="16" cy="44"/>
            </a:xfrm>
            <a:custGeom>
              <a:avLst/>
              <a:gdLst>
                <a:gd name="T0" fmla="*/ 24 w 8"/>
                <a:gd name="T1" fmla="*/ 8 h 22"/>
                <a:gd name="T2" fmla="*/ 0 w 8"/>
                <a:gd name="T3" fmla="*/ 64 h 22"/>
                <a:gd name="T4" fmla="*/ 40 w 8"/>
                <a:gd name="T5" fmla="*/ 168 h 22"/>
                <a:gd name="T6" fmla="*/ 64 w 8"/>
                <a:gd name="T7" fmla="*/ 176 h 22"/>
                <a:gd name="T8" fmla="*/ 40 w 8"/>
                <a:gd name="T9" fmla="*/ 168 h 22"/>
                <a:gd name="T10" fmla="*/ 8 w 8"/>
                <a:gd name="T11" fmla="*/ 64 h 22"/>
                <a:gd name="T12" fmla="*/ 24 w 8"/>
                <a:gd name="T13" fmla="*/ 8 h 22"/>
                <a:gd name="T14" fmla="*/ 48 w 8"/>
                <a:gd name="T15" fmla="*/ 16 h 22"/>
                <a:gd name="T16" fmla="*/ 24 w 8"/>
                <a:gd name="T17" fmla="*/ 8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22">
                  <a:moveTo>
                    <a:pt x="3" y="1"/>
                  </a:moveTo>
                  <a:cubicBezTo>
                    <a:pt x="1" y="1"/>
                    <a:pt x="1" y="4"/>
                    <a:pt x="0" y="8"/>
                  </a:cubicBezTo>
                  <a:cubicBezTo>
                    <a:pt x="0" y="12"/>
                    <a:pt x="2" y="18"/>
                    <a:pt x="5" y="21"/>
                  </a:cubicBezTo>
                  <a:cubicBezTo>
                    <a:pt x="6" y="22"/>
                    <a:pt x="7" y="22"/>
                    <a:pt x="8" y="22"/>
                  </a:cubicBezTo>
                  <a:cubicBezTo>
                    <a:pt x="7" y="22"/>
                    <a:pt x="6" y="22"/>
                    <a:pt x="5" y="21"/>
                  </a:cubicBezTo>
                  <a:cubicBezTo>
                    <a:pt x="2" y="18"/>
                    <a:pt x="1" y="12"/>
                    <a:pt x="1" y="8"/>
                  </a:cubicBezTo>
                  <a:cubicBezTo>
                    <a:pt x="1" y="4"/>
                    <a:pt x="2" y="2"/>
                    <a:pt x="3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5" y="1"/>
                    <a:pt x="4" y="0"/>
                    <a:pt x="3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5347">
              <a:extLst>
                <a:ext uri="{FF2B5EF4-FFF2-40B4-BE49-F238E27FC236}">
                  <a16:creationId xmlns:a16="http://schemas.microsoft.com/office/drawing/2014/main" id="{84E08C8D-F59C-4F7D-A847-917F0C81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815"/>
              <a:ext cx="62" cy="58"/>
            </a:xfrm>
            <a:custGeom>
              <a:avLst/>
              <a:gdLst>
                <a:gd name="T0" fmla="*/ 120 w 31"/>
                <a:gd name="T1" fmla="*/ 16 h 29"/>
                <a:gd name="T2" fmla="*/ 32 w 31"/>
                <a:gd name="T3" fmla="*/ 24 h 29"/>
                <a:gd name="T4" fmla="*/ 80 w 31"/>
                <a:gd name="T5" fmla="*/ 168 h 29"/>
                <a:gd name="T6" fmla="*/ 216 w 31"/>
                <a:gd name="T7" fmla="*/ 208 h 29"/>
                <a:gd name="T8" fmla="*/ 232 w 31"/>
                <a:gd name="T9" fmla="*/ 144 h 29"/>
                <a:gd name="T10" fmla="*/ 176 w 31"/>
                <a:gd name="T11" fmla="*/ 80 h 29"/>
                <a:gd name="T12" fmla="*/ 120 w 31"/>
                <a:gd name="T13" fmla="*/ 1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15" y="2"/>
                  </a:moveTo>
                  <a:cubicBezTo>
                    <a:pt x="11" y="0"/>
                    <a:pt x="7" y="0"/>
                    <a:pt x="4" y="3"/>
                  </a:cubicBezTo>
                  <a:cubicBezTo>
                    <a:pt x="0" y="8"/>
                    <a:pt x="3" y="15"/>
                    <a:pt x="10" y="21"/>
                  </a:cubicBezTo>
                  <a:cubicBezTo>
                    <a:pt x="17" y="27"/>
                    <a:pt x="21" y="29"/>
                    <a:pt x="27" y="26"/>
                  </a:cubicBezTo>
                  <a:cubicBezTo>
                    <a:pt x="30" y="25"/>
                    <a:pt x="31" y="22"/>
                    <a:pt x="29" y="18"/>
                  </a:cubicBezTo>
                  <a:cubicBezTo>
                    <a:pt x="28" y="14"/>
                    <a:pt x="25" y="13"/>
                    <a:pt x="22" y="10"/>
                  </a:cubicBezTo>
                  <a:cubicBezTo>
                    <a:pt x="20" y="8"/>
                    <a:pt x="18" y="4"/>
                    <a:pt x="15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5348">
              <a:extLst>
                <a:ext uri="{FF2B5EF4-FFF2-40B4-BE49-F238E27FC236}">
                  <a16:creationId xmlns:a16="http://schemas.microsoft.com/office/drawing/2014/main" id="{2069D677-0B96-48AB-875D-CFE947AF5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815"/>
              <a:ext cx="62" cy="58"/>
            </a:xfrm>
            <a:custGeom>
              <a:avLst/>
              <a:gdLst>
                <a:gd name="T0" fmla="*/ 120 w 31"/>
                <a:gd name="T1" fmla="*/ 16 h 29"/>
                <a:gd name="T2" fmla="*/ 32 w 31"/>
                <a:gd name="T3" fmla="*/ 24 h 29"/>
                <a:gd name="T4" fmla="*/ 80 w 31"/>
                <a:gd name="T5" fmla="*/ 168 h 29"/>
                <a:gd name="T6" fmla="*/ 216 w 31"/>
                <a:gd name="T7" fmla="*/ 208 h 29"/>
                <a:gd name="T8" fmla="*/ 232 w 31"/>
                <a:gd name="T9" fmla="*/ 144 h 29"/>
                <a:gd name="T10" fmla="*/ 176 w 31"/>
                <a:gd name="T11" fmla="*/ 80 h 29"/>
                <a:gd name="T12" fmla="*/ 120 w 31"/>
                <a:gd name="T13" fmla="*/ 1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15" y="2"/>
                  </a:moveTo>
                  <a:cubicBezTo>
                    <a:pt x="11" y="0"/>
                    <a:pt x="7" y="0"/>
                    <a:pt x="4" y="3"/>
                  </a:cubicBezTo>
                  <a:cubicBezTo>
                    <a:pt x="0" y="8"/>
                    <a:pt x="3" y="15"/>
                    <a:pt x="10" y="21"/>
                  </a:cubicBezTo>
                  <a:cubicBezTo>
                    <a:pt x="17" y="27"/>
                    <a:pt x="21" y="29"/>
                    <a:pt x="27" y="26"/>
                  </a:cubicBezTo>
                  <a:cubicBezTo>
                    <a:pt x="30" y="25"/>
                    <a:pt x="31" y="22"/>
                    <a:pt x="29" y="18"/>
                  </a:cubicBezTo>
                  <a:cubicBezTo>
                    <a:pt x="28" y="14"/>
                    <a:pt x="25" y="13"/>
                    <a:pt x="22" y="10"/>
                  </a:cubicBezTo>
                  <a:cubicBezTo>
                    <a:pt x="20" y="8"/>
                    <a:pt x="18" y="4"/>
                    <a:pt x="15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5349">
              <a:extLst>
                <a:ext uri="{FF2B5EF4-FFF2-40B4-BE49-F238E27FC236}">
                  <a16:creationId xmlns:a16="http://schemas.microsoft.com/office/drawing/2014/main" id="{C800BCAC-AC28-4775-9732-4C0F010EB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825"/>
              <a:ext cx="32" cy="32"/>
            </a:xfrm>
            <a:custGeom>
              <a:avLst/>
              <a:gdLst>
                <a:gd name="T0" fmla="*/ 128 w 16"/>
                <a:gd name="T1" fmla="*/ 112 h 16"/>
                <a:gd name="T2" fmla="*/ 120 w 16"/>
                <a:gd name="T3" fmla="*/ 120 h 16"/>
                <a:gd name="T4" fmla="*/ 40 w 16"/>
                <a:gd name="T5" fmla="*/ 80 h 16"/>
                <a:gd name="T6" fmla="*/ 8 w 16"/>
                <a:gd name="T7" fmla="*/ 16 h 16"/>
                <a:gd name="T8" fmla="*/ 40 w 16"/>
                <a:gd name="T9" fmla="*/ 8 h 16"/>
                <a:gd name="T10" fmla="*/ 8 w 16"/>
                <a:gd name="T11" fmla="*/ 16 h 16"/>
                <a:gd name="T12" fmla="*/ 40 w 16"/>
                <a:gd name="T13" fmla="*/ 80 h 16"/>
                <a:gd name="T14" fmla="*/ 120 w 16"/>
                <a:gd name="T15" fmla="*/ 120 h 16"/>
                <a:gd name="T16" fmla="*/ 128 w 16"/>
                <a:gd name="T17" fmla="*/ 112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6">
                  <a:moveTo>
                    <a:pt x="16" y="14"/>
                  </a:moveTo>
                  <a:cubicBezTo>
                    <a:pt x="16" y="14"/>
                    <a:pt x="16" y="15"/>
                    <a:pt x="15" y="15"/>
                  </a:cubicBezTo>
                  <a:cubicBezTo>
                    <a:pt x="14" y="16"/>
                    <a:pt x="10" y="15"/>
                    <a:pt x="5" y="10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6"/>
                    <a:pt x="5" y="10"/>
                  </a:cubicBezTo>
                  <a:cubicBezTo>
                    <a:pt x="10" y="15"/>
                    <a:pt x="14" y="16"/>
                    <a:pt x="15" y="15"/>
                  </a:cubicBezTo>
                  <a:cubicBezTo>
                    <a:pt x="16" y="15"/>
                    <a:pt x="16" y="14"/>
                    <a:pt x="16" y="1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5350">
              <a:extLst>
                <a:ext uri="{FF2B5EF4-FFF2-40B4-BE49-F238E27FC236}">
                  <a16:creationId xmlns:a16="http://schemas.microsoft.com/office/drawing/2014/main" id="{CE85564E-9542-47B5-BBE2-808F5DB4A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593"/>
              <a:ext cx="56" cy="54"/>
            </a:xfrm>
            <a:custGeom>
              <a:avLst/>
              <a:gdLst>
                <a:gd name="T0" fmla="*/ 160 w 28"/>
                <a:gd name="T1" fmla="*/ 32 h 27"/>
                <a:gd name="T2" fmla="*/ 88 w 28"/>
                <a:gd name="T3" fmla="*/ 8 h 27"/>
                <a:gd name="T4" fmla="*/ 24 w 28"/>
                <a:gd name="T5" fmla="*/ 56 h 27"/>
                <a:gd name="T6" fmla="*/ 104 w 28"/>
                <a:gd name="T7" fmla="*/ 192 h 27"/>
                <a:gd name="T8" fmla="*/ 224 w 28"/>
                <a:gd name="T9" fmla="*/ 120 h 27"/>
                <a:gd name="T10" fmla="*/ 160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0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3"/>
                    <a:pt x="3" y="7"/>
                  </a:cubicBezTo>
                  <a:cubicBezTo>
                    <a:pt x="0" y="13"/>
                    <a:pt x="5" y="22"/>
                    <a:pt x="13" y="24"/>
                  </a:cubicBezTo>
                  <a:cubicBezTo>
                    <a:pt x="21" y="27"/>
                    <a:pt x="28" y="21"/>
                    <a:pt x="28" y="15"/>
                  </a:cubicBezTo>
                  <a:cubicBezTo>
                    <a:pt x="27" y="10"/>
                    <a:pt x="26" y="8"/>
                    <a:pt x="20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Freeform 5351">
              <a:extLst>
                <a:ext uri="{FF2B5EF4-FFF2-40B4-BE49-F238E27FC236}">
                  <a16:creationId xmlns:a16="http://schemas.microsoft.com/office/drawing/2014/main" id="{BC511195-4717-4F98-96E8-9192843B1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593"/>
              <a:ext cx="56" cy="54"/>
            </a:xfrm>
            <a:custGeom>
              <a:avLst/>
              <a:gdLst>
                <a:gd name="T0" fmla="*/ 160 w 28"/>
                <a:gd name="T1" fmla="*/ 32 h 27"/>
                <a:gd name="T2" fmla="*/ 88 w 28"/>
                <a:gd name="T3" fmla="*/ 8 h 27"/>
                <a:gd name="T4" fmla="*/ 24 w 28"/>
                <a:gd name="T5" fmla="*/ 56 h 27"/>
                <a:gd name="T6" fmla="*/ 104 w 28"/>
                <a:gd name="T7" fmla="*/ 192 h 27"/>
                <a:gd name="T8" fmla="*/ 224 w 28"/>
                <a:gd name="T9" fmla="*/ 120 h 27"/>
                <a:gd name="T10" fmla="*/ 160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0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3"/>
                    <a:pt x="3" y="7"/>
                  </a:cubicBezTo>
                  <a:cubicBezTo>
                    <a:pt x="0" y="13"/>
                    <a:pt x="5" y="22"/>
                    <a:pt x="13" y="24"/>
                  </a:cubicBezTo>
                  <a:cubicBezTo>
                    <a:pt x="21" y="27"/>
                    <a:pt x="28" y="21"/>
                    <a:pt x="28" y="15"/>
                  </a:cubicBezTo>
                  <a:cubicBezTo>
                    <a:pt x="27" y="10"/>
                    <a:pt x="26" y="8"/>
                    <a:pt x="20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7" name="Freeform 5352">
              <a:extLst>
                <a:ext uri="{FF2B5EF4-FFF2-40B4-BE49-F238E27FC236}">
                  <a16:creationId xmlns:a16="http://schemas.microsoft.com/office/drawing/2014/main" id="{3F0FE6BE-FE0D-4332-BF4D-BB5B5DA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605"/>
              <a:ext cx="30" cy="28"/>
            </a:xfrm>
            <a:custGeom>
              <a:avLst/>
              <a:gdLst>
                <a:gd name="T0" fmla="*/ 112 w 15"/>
                <a:gd name="T1" fmla="*/ 48 h 14"/>
                <a:gd name="T2" fmla="*/ 96 w 15"/>
                <a:gd name="T3" fmla="*/ 88 h 14"/>
                <a:gd name="T4" fmla="*/ 24 w 15"/>
                <a:gd name="T5" fmla="*/ 80 h 14"/>
                <a:gd name="T6" fmla="*/ 0 w 15"/>
                <a:gd name="T7" fmla="*/ 32 h 14"/>
                <a:gd name="T8" fmla="*/ 24 w 15"/>
                <a:gd name="T9" fmla="*/ 0 h 14"/>
                <a:gd name="T10" fmla="*/ 0 w 15"/>
                <a:gd name="T11" fmla="*/ 32 h 14"/>
                <a:gd name="T12" fmla="*/ 24 w 15"/>
                <a:gd name="T13" fmla="*/ 88 h 14"/>
                <a:gd name="T14" fmla="*/ 104 w 15"/>
                <a:gd name="T15" fmla="*/ 96 h 14"/>
                <a:gd name="T16" fmla="*/ 112 w 15"/>
                <a:gd name="T17" fmla="*/ 4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14" y="6"/>
                  </a:moveTo>
                  <a:cubicBezTo>
                    <a:pt x="14" y="8"/>
                    <a:pt x="14" y="10"/>
                    <a:pt x="12" y="11"/>
                  </a:cubicBezTo>
                  <a:cubicBezTo>
                    <a:pt x="11" y="13"/>
                    <a:pt x="7" y="13"/>
                    <a:pt x="3" y="10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0" y="2"/>
                    <a:pt x="2" y="1"/>
                    <a:pt x="3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0" y="8"/>
                    <a:pt x="3" y="11"/>
                  </a:cubicBezTo>
                  <a:cubicBezTo>
                    <a:pt x="7" y="14"/>
                    <a:pt x="11" y="13"/>
                    <a:pt x="13" y="12"/>
                  </a:cubicBezTo>
                  <a:cubicBezTo>
                    <a:pt x="14" y="10"/>
                    <a:pt x="15" y="8"/>
                    <a:pt x="14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5353">
              <a:extLst>
                <a:ext uri="{FF2B5EF4-FFF2-40B4-BE49-F238E27FC236}">
                  <a16:creationId xmlns:a16="http://schemas.microsoft.com/office/drawing/2014/main" id="{37E00943-0724-44CD-BAA2-546A8D57B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487"/>
              <a:ext cx="56" cy="54"/>
            </a:xfrm>
            <a:custGeom>
              <a:avLst/>
              <a:gdLst>
                <a:gd name="T0" fmla="*/ 160 w 28"/>
                <a:gd name="T1" fmla="*/ 32 h 27"/>
                <a:gd name="T2" fmla="*/ 88 w 28"/>
                <a:gd name="T3" fmla="*/ 8 h 27"/>
                <a:gd name="T4" fmla="*/ 24 w 28"/>
                <a:gd name="T5" fmla="*/ 56 h 27"/>
                <a:gd name="T6" fmla="*/ 104 w 28"/>
                <a:gd name="T7" fmla="*/ 200 h 27"/>
                <a:gd name="T8" fmla="*/ 224 w 28"/>
                <a:gd name="T9" fmla="*/ 120 h 27"/>
                <a:gd name="T10" fmla="*/ 160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0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3" y="7"/>
                  </a:cubicBezTo>
                  <a:cubicBezTo>
                    <a:pt x="0" y="14"/>
                    <a:pt x="5" y="23"/>
                    <a:pt x="13" y="25"/>
                  </a:cubicBezTo>
                  <a:cubicBezTo>
                    <a:pt x="21" y="27"/>
                    <a:pt x="28" y="21"/>
                    <a:pt x="28" y="15"/>
                  </a:cubicBezTo>
                  <a:cubicBezTo>
                    <a:pt x="27" y="10"/>
                    <a:pt x="26" y="8"/>
                    <a:pt x="20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5354">
              <a:extLst>
                <a:ext uri="{FF2B5EF4-FFF2-40B4-BE49-F238E27FC236}">
                  <a16:creationId xmlns:a16="http://schemas.microsoft.com/office/drawing/2014/main" id="{6A1BCE52-A93F-47F2-9E54-D91796924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487"/>
              <a:ext cx="56" cy="54"/>
            </a:xfrm>
            <a:custGeom>
              <a:avLst/>
              <a:gdLst>
                <a:gd name="T0" fmla="*/ 160 w 28"/>
                <a:gd name="T1" fmla="*/ 32 h 27"/>
                <a:gd name="T2" fmla="*/ 88 w 28"/>
                <a:gd name="T3" fmla="*/ 8 h 27"/>
                <a:gd name="T4" fmla="*/ 24 w 28"/>
                <a:gd name="T5" fmla="*/ 56 h 27"/>
                <a:gd name="T6" fmla="*/ 104 w 28"/>
                <a:gd name="T7" fmla="*/ 200 h 27"/>
                <a:gd name="T8" fmla="*/ 224 w 28"/>
                <a:gd name="T9" fmla="*/ 120 h 27"/>
                <a:gd name="T10" fmla="*/ 160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0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3" y="7"/>
                  </a:cubicBezTo>
                  <a:cubicBezTo>
                    <a:pt x="0" y="14"/>
                    <a:pt x="5" y="23"/>
                    <a:pt x="13" y="25"/>
                  </a:cubicBezTo>
                  <a:cubicBezTo>
                    <a:pt x="21" y="27"/>
                    <a:pt x="28" y="21"/>
                    <a:pt x="28" y="15"/>
                  </a:cubicBezTo>
                  <a:cubicBezTo>
                    <a:pt x="27" y="10"/>
                    <a:pt x="26" y="8"/>
                    <a:pt x="20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5355">
              <a:extLst>
                <a:ext uri="{FF2B5EF4-FFF2-40B4-BE49-F238E27FC236}">
                  <a16:creationId xmlns:a16="http://schemas.microsoft.com/office/drawing/2014/main" id="{FC40824D-C027-4FB9-8B41-B15DFAF92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501"/>
              <a:ext cx="30" cy="26"/>
            </a:xfrm>
            <a:custGeom>
              <a:avLst/>
              <a:gdLst>
                <a:gd name="T0" fmla="*/ 112 w 15"/>
                <a:gd name="T1" fmla="*/ 40 h 13"/>
                <a:gd name="T2" fmla="*/ 96 w 15"/>
                <a:gd name="T3" fmla="*/ 88 h 13"/>
                <a:gd name="T4" fmla="*/ 24 w 15"/>
                <a:gd name="T5" fmla="*/ 80 h 13"/>
                <a:gd name="T6" fmla="*/ 0 w 15"/>
                <a:gd name="T7" fmla="*/ 24 h 13"/>
                <a:gd name="T8" fmla="*/ 24 w 15"/>
                <a:gd name="T9" fmla="*/ 0 h 13"/>
                <a:gd name="T10" fmla="*/ 0 w 15"/>
                <a:gd name="T11" fmla="*/ 24 h 13"/>
                <a:gd name="T12" fmla="*/ 24 w 15"/>
                <a:gd name="T13" fmla="*/ 80 h 13"/>
                <a:gd name="T14" fmla="*/ 104 w 15"/>
                <a:gd name="T15" fmla="*/ 88 h 13"/>
                <a:gd name="T16" fmla="*/ 112 w 15"/>
                <a:gd name="T17" fmla="*/ 4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3">
                  <a:moveTo>
                    <a:pt x="14" y="5"/>
                  </a:moveTo>
                  <a:cubicBezTo>
                    <a:pt x="14" y="7"/>
                    <a:pt x="14" y="10"/>
                    <a:pt x="12" y="11"/>
                  </a:cubicBezTo>
                  <a:cubicBezTo>
                    <a:pt x="11" y="12"/>
                    <a:pt x="7" y="13"/>
                    <a:pt x="3" y="10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0" y="7"/>
                    <a:pt x="3" y="10"/>
                  </a:cubicBezTo>
                  <a:cubicBezTo>
                    <a:pt x="7" y="13"/>
                    <a:pt x="11" y="13"/>
                    <a:pt x="13" y="11"/>
                  </a:cubicBezTo>
                  <a:cubicBezTo>
                    <a:pt x="14" y="10"/>
                    <a:pt x="15" y="8"/>
                    <a:pt x="14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5356">
              <a:extLst>
                <a:ext uri="{FF2B5EF4-FFF2-40B4-BE49-F238E27FC236}">
                  <a16:creationId xmlns:a16="http://schemas.microsoft.com/office/drawing/2014/main" id="{FA5363DE-2F87-448F-AFDB-91D43CECC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315"/>
              <a:ext cx="56" cy="52"/>
            </a:xfrm>
            <a:custGeom>
              <a:avLst/>
              <a:gdLst>
                <a:gd name="T0" fmla="*/ 160 w 28"/>
                <a:gd name="T1" fmla="*/ 24 h 26"/>
                <a:gd name="T2" fmla="*/ 88 w 28"/>
                <a:gd name="T3" fmla="*/ 8 h 26"/>
                <a:gd name="T4" fmla="*/ 24 w 28"/>
                <a:gd name="T5" fmla="*/ 48 h 26"/>
                <a:gd name="T6" fmla="*/ 104 w 28"/>
                <a:gd name="T7" fmla="*/ 192 h 26"/>
                <a:gd name="T8" fmla="*/ 224 w 28"/>
                <a:gd name="T9" fmla="*/ 120 h 26"/>
                <a:gd name="T10" fmla="*/ 160 w 28"/>
                <a:gd name="T11" fmla="*/ 2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6">
                  <a:moveTo>
                    <a:pt x="20" y="3"/>
                  </a:moveTo>
                  <a:cubicBezTo>
                    <a:pt x="17" y="1"/>
                    <a:pt x="14" y="0"/>
                    <a:pt x="11" y="1"/>
                  </a:cubicBezTo>
                  <a:cubicBezTo>
                    <a:pt x="8" y="1"/>
                    <a:pt x="5" y="3"/>
                    <a:pt x="3" y="6"/>
                  </a:cubicBezTo>
                  <a:cubicBezTo>
                    <a:pt x="0" y="13"/>
                    <a:pt x="5" y="22"/>
                    <a:pt x="13" y="24"/>
                  </a:cubicBezTo>
                  <a:cubicBezTo>
                    <a:pt x="21" y="26"/>
                    <a:pt x="28" y="20"/>
                    <a:pt x="28" y="15"/>
                  </a:cubicBezTo>
                  <a:cubicBezTo>
                    <a:pt x="27" y="9"/>
                    <a:pt x="26" y="8"/>
                    <a:pt x="20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5357">
              <a:extLst>
                <a:ext uri="{FF2B5EF4-FFF2-40B4-BE49-F238E27FC236}">
                  <a16:creationId xmlns:a16="http://schemas.microsoft.com/office/drawing/2014/main" id="{EA17850C-73F0-4F85-819C-E3ABF3EE6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315"/>
              <a:ext cx="56" cy="52"/>
            </a:xfrm>
            <a:custGeom>
              <a:avLst/>
              <a:gdLst>
                <a:gd name="T0" fmla="*/ 160 w 28"/>
                <a:gd name="T1" fmla="*/ 24 h 26"/>
                <a:gd name="T2" fmla="*/ 88 w 28"/>
                <a:gd name="T3" fmla="*/ 8 h 26"/>
                <a:gd name="T4" fmla="*/ 24 w 28"/>
                <a:gd name="T5" fmla="*/ 48 h 26"/>
                <a:gd name="T6" fmla="*/ 104 w 28"/>
                <a:gd name="T7" fmla="*/ 192 h 26"/>
                <a:gd name="T8" fmla="*/ 224 w 28"/>
                <a:gd name="T9" fmla="*/ 120 h 26"/>
                <a:gd name="T10" fmla="*/ 160 w 28"/>
                <a:gd name="T11" fmla="*/ 2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6">
                  <a:moveTo>
                    <a:pt x="20" y="3"/>
                  </a:moveTo>
                  <a:cubicBezTo>
                    <a:pt x="17" y="1"/>
                    <a:pt x="14" y="0"/>
                    <a:pt x="11" y="1"/>
                  </a:cubicBezTo>
                  <a:cubicBezTo>
                    <a:pt x="8" y="1"/>
                    <a:pt x="5" y="3"/>
                    <a:pt x="3" y="6"/>
                  </a:cubicBezTo>
                  <a:cubicBezTo>
                    <a:pt x="0" y="13"/>
                    <a:pt x="5" y="22"/>
                    <a:pt x="13" y="24"/>
                  </a:cubicBezTo>
                  <a:cubicBezTo>
                    <a:pt x="21" y="26"/>
                    <a:pt x="28" y="20"/>
                    <a:pt x="28" y="15"/>
                  </a:cubicBezTo>
                  <a:cubicBezTo>
                    <a:pt x="27" y="9"/>
                    <a:pt x="26" y="8"/>
                    <a:pt x="20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5358">
              <a:extLst>
                <a:ext uri="{FF2B5EF4-FFF2-40B4-BE49-F238E27FC236}">
                  <a16:creationId xmlns:a16="http://schemas.microsoft.com/office/drawing/2014/main" id="{489A18FF-FEA8-4176-B37B-2C09FD834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327"/>
              <a:ext cx="30" cy="26"/>
            </a:xfrm>
            <a:custGeom>
              <a:avLst/>
              <a:gdLst>
                <a:gd name="T0" fmla="*/ 112 w 15"/>
                <a:gd name="T1" fmla="*/ 48 h 13"/>
                <a:gd name="T2" fmla="*/ 96 w 15"/>
                <a:gd name="T3" fmla="*/ 88 h 13"/>
                <a:gd name="T4" fmla="*/ 24 w 15"/>
                <a:gd name="T5" fmla="*/ 80 h 13"/>
                <a:gd name="T6" fmla="*/ 0 w 15"/>
                <a:gd name="T7" fmla="*/ 32 h 13"/>
                <a:gd name="T8" fmla="*/ 24 w 15"/>
                <a:gd name="T9" fmla="*/ 0 h 13"/>
                <a:gd name="T10" fmla="*/ 0 w 15"/>
                <a:gd name="T11" fmla="*/ 32 h 13"/>
                <a:gd name="T12" fmla="*/ 24 w 15"/>
                <a:gd name="T13" fmla="*/ 80 h 13"/>
                <a:gd name="T14" fmla="*/ 104 w 15"/>
                <a:gd name="T15" fmla="*/ 88 h 13"/>
                <a:gd name="T16" fmla="*/ 112 w 15"/>
                <a:gd name="T17" fmla="*/ 4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3">
                  <a:moveTo>
                    <a:pt x="14" y="6"/>
                  </a:moveTo>
                  <a:cubicBezTo>
                    <a:pt x="14" y="8"/>
                    <a:pt x="14" y="10"/>
                    <a:pt x="12" y="11"/>
                  </a:cubicBezTo>
                  <a:cubicBezTo>
                    <a:pt x="11" y="13"/>
                    <a:pt x="7" y="13"/>
                    <a:pt x="3" y="10"/>
                  </a:cubicBezTo>
                  <a:cubicBezTo>
                    <a:pt x="0" y="8"/>
                    <a:pt x="0" y="5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"/>
                    <a:pt x="0" y="8"/>
                    <a:pt x="3" y="10"/>
                  </a:cubicBezTo>
                  <a:cubicBezTo>
                    <a:pt x="7" y="13"/>
                    <a:pt x="11" y="13"/>
                    <a:pt x="13" y="11"/>
                  </a:cubicBezTo>
                  <a:cubicBezTo>
                    <a:pt x="14" y="10"/>
                    <a:pt x="15" y="8"/>
                    <a:pt x="14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5359">
              <a:extLst>
                <a:ext uri="{FF2B5EF4-FFF2-40B4-BE49-F238E27FC236}">
                  <a16:creationId xmlns:a16="http://schemas.microsoft.com/office/drawing/2014/main" id="{BFE5B5F4-B08F-4EFF-85ED-13EA234C4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053"/>
              <a:ext cx="46" cy="62"/>
            </a:xfrm>
            <a:custGeom>
              <a:avLst/>
              <a:gdLst>
                <a:gd name="T0" fmla="*/ 120 w 23"/>
                <a:gd name="T1" fmla="*/ 24 h 31"/>
                <a:gd name="T2" fmla="*/ 24 w 23"/>
                <a:gd name="T3" fmla="*/ 48 h 31"/>
                <a:gd name="T4" fmla="*/ 16 w 23"/>
                <a:gd name="T5" fmla="*/ 192 h 31"/>
                <a:gd name="T6" fmla="*/ 104 w 23"/>
                <a:gd name="T7" fmla="*/ 240 h 31"/>
                <a:gd name="T8" fmla="*/ 120 w 23"/>
                <a:gd name="T9" fmla="*/ 2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1">
                  <a:moveTo>
                    <a:pt x="15" y="3"/>
                  </a:moveTo>
                  <a:cubicBezTo>
                    <a:pt x="10" y="0"/>
                    <a:pt x="6" y="2"/>
                    <a:pt x="3" y="6"/>
                  </a:cubicBezTo>
                  <a:cubicBezTo>
                    <a:pt x="0" y="11"/>
                    <a:pt x="0" y="18"/>
                    <a:pt x="2" y="24"/>
                  </a:cubicBezTo>
                  <a:cubicBezTo>
                    <a:pt x="5" y="31"/>
                    <a:pt x="9" y="31"/>
                    <a:pt x="13" y="30"/>
                  </a:cubicBezTo>
                  <a:cubicBezTo>
                    <a:pt x="21" y="28"/>
                    <a:pt x="23" y="8"/>
                    <a:pt x="15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5360">
              <a:extLst>
                <a:ext uri="{FF2B5EF4-FFF2-40B4-BE49-F238E27FC236}">
                  <a16:creationId xmlns:a16="http://schemas.microsoft.com/office/drawing/2014/main" id="{E40351D9-DADD-4137-9105-278403F3C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053"/>
              <a:ext cx="46" cy="62"/>
            </a:xfrm>
            <a:custGeom>
              <a:avLst/>
              <a:gdLst>
                <a:gd name="T0" fmla="*/ 120 w 23"/>
                <a:gd name="T1" fmla="*/ 24 h 31"/>
                <a:gd name="T2" fmla="*/ 24 w 23"/>
                <a:gd name="T3" fmla="*/ 48 h 31"/>
                <a:gd name="T4" fmla="*/ 16 w 23"/>
                <a:gd name="T5" fmla="*/ 192 h 31"/>
                <a:gd name="T6" fmla="*/ 104 w 23"/>
                <a:gd name="T7" fmla="*/ 240 h 31"/>
                <a:gd name="T8" fmla="*/ 120 w 23"/>
                <a:gd name="T9" fmla="*/ 2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1">
                  <a:moveTo>
                    <a:pt x="15" y="3"/>
                  </a:moveTo>
                  <a:cubicBezTo>
                    <a:pt x="10" y="0"/>
                    <a:pt x="6" y="2"/>
                    <a:pt x="3" y="6"/>
                  </a:cubicBezTo>
                  <a:cubicBezTo>
                    <a:pt x="0" y="11"/>
                    <a:pt x="0" y="18"/>
                    <a:pt x="2" y="24"/>
                  </a:cubicBezTo>
                  <a:cubicBezTo>
                    <a:pt x="5" y="31"/>
                    <a:pt x="9" y="31"/>
                    <a:pt x="13" y="30"/>
                  </a:cubicBezTo>
                  <a:cubicBezTo>
                    <a:pt x="21" y="28"/>
                    <a:pt x="23" y="8"/>
                    <a:pt x="15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5361">
              <a:extLst>
                <a:ext uri="{FF2B5EF4-FFF2-40B4-BE49-F238E27FC236}">
                  <a16:creationId xmlns:a16="http://schemas.microsoft.com/office/drawing/2014/main" id="{2B506CF1-B49A-43ED-8063-7EE08C15D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3065"/>
              <a:ext cx="16" cy="38"/>
            </a:xfrm>
            <a:custGeom>
              <a:avLst/>
              <a:gdLst>
                <a:gd name="T0" fmla="*/ 40 w 8"/>
                <a:gd name="T1" fmla="*/ 0 h 19"/>
                <a:gd name="T2" fmla="*/ 0 w 8"/>
                <a:gd name="T3" fmla="*/ 48 h 19"/>
                <a:gd name="T4" fmla="*/ 24 w 8"/>
                <a:gd name="T5" fmla="*/ 136 h 19"/>
                <a:gd name="T6" fmla="*/ 48 w 8"/>
                <a:gd name="T7" fmla="*/ 152 h 19"/>
                <a:gd name="T8" fmla="*/ 24 w 8"/>
                <a:gd name="T9" fmla="*/ 136 h 19"/>
                <a:gd name="T10" fmla="*/ 8 w 8"/>
                <a:gd name="T11" fmla="*/ 48 h 19"/>
                <a:gd name="T12" fmla="*/ 40 w 8"/>
                <a:gd name="T13" fmla="*/ 8 h 19"/>
                <a:gd name="T14" fmla="*/ 64 w 8"/>
                <a:gd name="T15" fmla="*/ 16 h 19"/>
                <a:gd name="T16" fmla="*/ 40 w 8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3" y="1"/>
                    <a:pt x="1" y="3"/>
                    <a:pt x="0" y="6"/>
                  </a:cubicBezTo>
                  <a:cubicBezTo>
                    <a:pt x="0" y="10"/>
                    <a:pt x="0" y="15"/>
                    <a:pt x="3" y="17"/>
                  </a:cubicBezTo>
                  <a:cubicBezTo>
                    <a:pt x="4" y="18"/>
                    <a:pt x="5" y="19"/>
                    <a:pt x="6" y="19"/>
                  </a:cubicBezTo>
                  <a:cubicBezTo>
                    <a:pt x="5" y="19"/>
                    <a:pt x="4" y="18"/>
                    <a:pt x="3" y="17"/>
                  </a:cubicBezTo>
                  <a:cubicBezTo>
                    <a:pt x="1" y="15"/>
                    <a:pt x="0" y="10"/>
                    <a:pt x="1" y="6"/>
                  </a:cubicBezTo>
                  <a:cubicBezTo>
                    <a:pt x="1" y="3"/>
                    <a:pt x="3" y="1"/>
                    <a:pt x="5" y="1"/>
                  </a:cubicBezTo>
                  <a:cubicBezTo>
                    <a:pt x="6" y="0"/>
                    <a:pt x="7" y="1"/>
                    <a:pt x="8" y="2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5362">
              <a:extLst>
                <a:ext uri="{FF2B5EF4-FFF2-40B4-BE49-F238E27FC236}">
                  <a16:creationId xmlns:a16="http://schemas.microsoft.com/office/drawing/2014/main" id="{CBADC5EB-EEDF-493F-86AC-B9991B71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3119"/>
              <a:ext cx="44" cy="64"/>
            </a:xfrm>
            <a:custGeom>
              <a:avLst/>
              <a:gdLst>
                <a:gd name="T0" fmla="*/ 64 w 22"/>
                <a:gd name="T1" fmla="*/ 16 h 32"/>
                <a:gd name="T2" fmla="*/ 0 w 22"/>
                <a:gd name="T3" fmla="*/ 56 h 32"/>
                <a:gd name="T4" fmla="*/ 48 w 22"/>
                <a:gd name="T5" fmla="*/ 200 h 32"/>
                <a:gd name="T6" fmla="*/ 136 w 22"/>
                <a:gd name="T7" fmla="*/ 240 h 32"/>
                <a:gd name="T8" fmla="*/ 64 w 22"/>
                <a:gd name="T9" fmla="*/ 1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8" y="2"/>
                  </a:moveTo>
                  <a:cubicBezTo>
                    <a:pt x="4" y="0"/>
                    <a:pt x="1" y="2"/>
                    <a:pt x="0" y="7"/>
                  </a:cubicBezTo>
                  <a:cubicBezTo>
                    <a:pt x="0" y="12"/>
                    <a:pt x="2" y="19"/>
                    <a:pt x="6" y="25"/>
                  </a:cubicBezTo>
                  <a:cubicBezTo>
                    <a:pt x="11" y="31"/>
                    <a:pt x="14" y="32"/>
                    <a:pt x="17" y="30"/>
                  </a:cubicBezTo>
                  <a:cubicBezTo>
                    <a:pt x="22" y="28"/>
                    <a:pt x="17" y="8"/>
                    <a:pt x="8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5363">
              <a:extLst>
                <a:ext uri="{FF2B5EF4-FFF2-40B4-BE49-F238E27FC236}">
                  <a16:creationId xmlns:a16="http://schemas.microsoft.com/office/drawing/2014/main" id="{CC28F5A8-E96A-429C-8013-CE2DA27C6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3119"/>
              <a:ext cx="44" cy="64"/>
            </a:xfrm>
            <a:custGeom>
              <a:avLst/>
              <a:gdLst>
                <a:gd name="T0" fmla="*/ 64 w 22"/>
                <a:gd name="T1" fmla="*/ 16 h 32"/>
                <a:gd name="T2" fmla="*/ 0 w 22"/>
                <a:gd name="T3" fmla="*/ 56 h 32"/>
                <a:gd name="T4" fmla="*/ 48 w 22"/>
                <a:gd name="T5" fmla="*/ 200 h 32"/>
                <a:gd name="T6" fmla="*/ 136 w 22"/>
                <a:gd name="T7" fmla="*/ 240 h 32"/>
                <a:gd name="T8" fmla="*/ 64 w 22"/>
                <a:gd name="T9" fmla="*/ 1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8" y="2"/>
                  </a:moveTo>
                  <a:cubicBezTo>
                    <a:pt x="4" y="0"/>
                    <a:pt x="1" y="2"/>
                    <a:pt x="0" y="7"/>
                  </a:cubicBezTo>
                  <a:cubicBezTo>
                    <a:pt x="0" y="12"/>
                    <a:pt x="2" y="19"/>
                    <a:pt x="6" y="25"/>
                  </a:cubicBezTo>
                  <a:cubicBezTo>
                    <a:pt x="11" y="31"/>
                    <a:pt x="14" y="32"/>
                    <a:pt x="17" y="30"/>
                  </a:cubicBezTo>
                  <a:cubicBezTo>
                    <a:pt x="22" y="28"/>
                    <a:pt x="17" y="8"/>
                    <a:pt x="8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Freeform 5364">
              <a:extLst>
                <a:ext uri="{FF2B5EF4-FFF2-40B4-BE49-F238E27FC236}">
                  <a16:creationId xmlns:a16="http://schemas.microsoft.com/office/drawing/2014/main" id="{5CFC8F3E-D155-478C-9BD0-7F43C4C50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3131"/>
              <a:ext cx="18" cy="38"/>
            </a:xfrm>
            <a:custGeom>
              <a:avLst/>
              <a:gdLst>
                <a:gd name="T0" fmla="*/ 8 w 9"/>
                <a:gd name="T1" fmla="*/ 0 h 19"/>
                <a:gd name="T2" fmla="*/ 0 w 9"/>
                <a:gd name="T3" fmla="*/ 56 h 19"/>
                <a:gd name="T4" fmla="*/ 48 w 9"/>
                <a:gd name="T5" fmla="*/ 144 h 19"/>
                <a:gd name="T6" fmla="*/ 72 w 9"/>
                <a:gd name="T7" fmla="*/ 152 h 19"/>
                <a:gd name="T8" fmla="*/ 48 w 9"/>
                <a:gd name="T9" fmla="*/ 136 h 19"/>
                <a:gd name="T10" fmla="*/ 0 w 9"/>
                <a:gd name="T11" fmla="*/ 56 h 19"/>
                <a:gd name="T12" fmla="*/ 8 w 9"/>
                <a:gd name="T13" fmla="*/ 8 h 19"/>
                <a:gd name="T14" fmla="*/ 32 w 9"/>
                <a:gd name="T15" fmla="*/ 16 h 19"/>
                <a:gd name="T16" fmla="*/ 8 w 9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9">
                  <a:moveTo>
                    <a:pt x="1" y="0"/>
                  </a:moveTo>
                  <a:cubicBezTo>
                    <a:pt x="0" y="1"/>
                    <a:pt x="0" y="4"/>
                    <a:pt x="0" y="7"/>
                  </a:cubicBezTo>
                  <a:cubicBezTo>
                    <a:pt x="1" y="10"/>
                    <a:pt x="3" y="15"/>
                    <a:pt x="6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8" y="19"/>
                    <a:pt x="7" y="18"/>
                    <a:pt x="6" y="17"/>
                  </a:cubicBezTo>
                  <a:cubicBezTo>
                    <a:pt x="3" y="15"/>
                    <a:pt x="1" y="10"/>
                    <a:pt x="0" y="7"/>
                  </a:cubicBezTo>
                  <a:cubicBezTo>
                    <a:pt x="0" y="4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0" name="Freeform 5365">
              <a:extLst>
                <a:ext uri="{FF2B5EF4-FFF2-40B4-BE49-F238E27FC236}">
                  <a16:creationId xmlns:a16="http://schemas.microsoft.com/office/drawing/2014/main" id="{887D3B88-BB74-4551-A44A-00D636FCC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067"/>
              <a:ext cx="52" cy="60"/>
            </a:xfrm>
            <a:custGeom>
              <a:avLst/>
              <a:gdLst>
                <a:gd name="T0" fmla="*/ 80 w 26"/>
                <a:gd name="T1" fmla="*/ 8 h 30"/>
                <a:gd name="T2" fmla="*/ 0 w 26"/>
                <a:gd name="T3" fmla="*/ 72 h 30"/>
                <a:gd name="T4" fmla="*/ 56 w 26"/>
                <a:gd name="T5" fmla="*/ 200 h 30"/>
                <a:gd name="T6" fmla="*/ 160 w 26"/>
                <a:gd name="T7" fmla="*/ 216 h 30"/>
                <a:gd name="T8" fmla="*/ 80 w 26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10" y="1"/>
                  </a:moveTo>
                  <a:cubicBezTo>
                    <a:pt x="5" y="0"/>
                    <a:pt x="1" y="4"/>
                    <a:pt x="0" y="9"/>
                  </a:cubicBezTo>
                  <a:cubicBezTo>
                    <a:pt x="0" y="15"/>
                    <a:pt x="3" y="21"/>
                    <a:pt x="7" y="25"/>
                  </a:cubicBezTo>
                  <a:cubicBezTo>
                    <a:pt x="12" y="30"/>
                    <a:pt x="17" y="29"/>
                    <a:pt x="20" y="27"/>
                  </a:cubicBezTo>
                  <a:cubicBezTo>
                    <a:pt x="26" y="21"/>
                    <a:pt x="20" y="3"/>
                    <a:pt x="10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5366">
              <a:extLst>
                <a:ext uri="{FF2B5EF4-FFF2-40B4-BE49-F238E27FC236}">
                  <a16:creationId xmlns:a16="http://schemas.microsoft.com/office/drawing/2014/main" id="{B2C55832-216A-4F8C-9049-37116BC07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067"/>
              <a:ext cx="52" cy="60"/>
            </a:xfrm>
            <a:custGeom>
              <a:avLst/>
              <a:gdLst>
                <a:gd name="T0" fmla="*/ 80 w 26"/>
                <a:gd name="T1" fmla="*/ 8 h 30"/>
                <a:gd name="T2" fmla="*/ 0 w 26"/>
                <a:gd name="T3" fmla="*/ 72 h 30"/>
                <a:gd name="T4" fmla="*/ 56 w 26"/>
                <a:gd name="T5" fmla="*/ 200 h 30"/>
                <a:gd name="T6" fmla="*/ 160 w 26"/>
                <a:gd name="T7" fmla="*/ 216 h 30"/>
                <a:gd name="T8" fmla="*/ 80 w 26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10" y="1"/>
                  </a:moveTo>
                  <a:cubicBezTo>
                    <a:pt x="5" y="0"/>
                    <a:pt x="1" y="4"/>
                    <a:pt x="0" y="9"/>
                  </a:cubicBezTo>
                  <a:cubicBezTo>
                    <a:pt x="0" y="15"/>
                    <a:pt x="3" y="21"/>
                    <a:pt x="7" y="25"/>
                  </a:cubicBezTo>
                  <a:cubicBezTo>
                    <a:pt x="12" y="30"/>
                    <a:pt x="17" y="29"/>
                    <a:pt x="20" y="27"/>
                  </a:cubicBezTo>
                  <a:cubicBezTo>
                    <a:pt x="26" y="21"/>
                    <a:pt x="20" y="3"/>
                    <a:pt x="10" y="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5367">
              <a:extLst>
                <a:ext uri="{FF2B5EF4-FFF2-40B4-BE49-F238E27FC236}">
                  <a16:creationId xmlns:a16="http://schemas.microsoft.com/office/drawing/2014/main" id="{7EAFF7E0-C176-4943-A863-5D6384D64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3077"/>
              <a:ext cx="20" cy="36"/>
            </a:xfrm>
            <a:custGeom>
              <a:avLst/>
              <a:gdLst>
                <a:gd name="T0" fmla="*/ 16 w 10"/>
                <a:gd name="T1" fmla="*/ 8 h 18"/>
                <a:gd name="T2" fmla="*/ 0 w 10"/>
                <a:gd name="T3" fmla="*/ 64 h 18"/>
                <a:gd name="T4" fmla="*/ 56 w 10"/>
                <a:gd name="T5" fmla="*/ 136 h 18"/>
                <a:gd name="T6" fmla="*/ 80 w 10"/>
                <a:gd name="T7" fmla="*/ 136 h 18"/>
                <a:gd name="T8" fmla="*/ 56 w 10"/>
                <a:gd name="T9" fmla="*/ 136 h 18"/>
                <a:gd name="T10" fmla="*/ 0 w 10"/>
                <a:gd name="T11" fmla="*/ 64 h 18"/>
                <a:gd name="T12" fmla="*/ 16 w 10"/>
                <a:gd name="T13" fmla="*/ 8 h 18"/>
                <a:gd name="T14" fmla="*/ 40 w 10"/>
                <a:gd name="T15" fmla="*/ 8 h 18"/>
                <a:gd name="T16" fmla="*/ 16 w 10"/>
                <a:gd name="T17" fmla="*/ 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8">
                  <a:moveTo>
                    <a:pt x="2" y="1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1" y="11"/>
                    <a:pt x="4" y="16"/>
                    <a:pt x="7" y="17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9" y="18"/>
                    <a:pt x="8" y="18"/>
                    <a:pt x="7" y="17"/>
                  </a:cubicBezTo>
                  <a:cubicBezTo>
                    <a:pt x="4" y="16"/>
                    <a:pt x="1" y="11"/>
                    <a:pt x="0" y="8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5368">
              <a:extLst>
                <a:ext uri="{FF2B5EF4-FFF2-40B4-BE49-F238E27FC236}">
                  <a16:creationId xmlns:a16="http://schemas.microsoft.com/office/drawing/2014/main" id="{14E7F7E2-3CB6-4F6C-95A0-297847C6F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3119"/>
              <a:ext cx="46" cy="62"/>
            </a:xfrm>
            <a:custGeom>
              <a:avLst/>
              <a:gdLst>
                <a:gd name="T0" fmla="*/ 144 w 23"/>
                <a:gd name="T1" fmla="*/ 48 h 31"/>
                <a:gd name="T2" fmla="*/ 88 w 23"/>
                <a:gd name="T3" fmla="*/ 8 h 31"/>
                <a:gd name="T4" fmla="*/ 16 w 23"/>
                <a:gd name="T5" fmla="*/ 136 h 31"/>
                <a:gd name="T6" fmla="*/ 136 w 23"/>
                <a:gd name="T7" fmla="*/ 248 h 31"/>
                <a:gd name="T8" fmla="*/ 184 w 23"/>
                <a:gd name="T9" fmla="*/ 184 h 31"/>
                <a:gd name="T10" fmla="*/ 168 w 23"/>
                <a:gd name="T11" fmla="*/ 104 h 31"/>
                <a:gd name="T12" fmla="*/ 144 w 23"/>
                <a:gd name="T13" fmla="*/ 4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1">
                  <a:moveTo>
                    <a:pt x="18" y="6"/>
                  </a:moveTo>
                  <a:cubicBezTo>
                    <a:pt x="16" y="3"/>
                    <a:pt x="14" y="2"/>
                    <a:pt x="11" y="1"/>
                  </a:cubicBezTo>
                  <a:cubicBezTo>
                    <a:pt x="3" y="0"/>
                    <a:pt x="0" y="9"/>
                    <a:pt x="2" y="17"/>
                  </a:cubicBezTo>
                  <a:cubicBezTo>
                    <a:pt x="5" y="26"/>
                    <a:pt x="13" y="31"/>
                    <a:pt x="17" y="31"/>
                  </a:cubicBezTo>
                  <a:cubicBezTo>
                    <a:pt x="21" y="30"/>
                    <a:pt x="23" y="27"/>
                    <a:pt x="23" y="23"/>
                  </a:cubicBezTo>
                  <a:cubicBezTo>
                    <a:pt x="23" y="19"/>
                    <a:pt x="22" y="15"/>
                    <a:pt x="21" y="13"/>
                  </a:cubicBezTo>
                  <a:cubicBezTo>
                    <a:pt x="20" y="10"/>
                    <a:pt x="19" y="7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Freeform 5369">
              <a:extLst>
                <a:ext uri="{FF2B5EF4-FFF2-40B4-BE49-F238E27FC236}">
                  <a16:creationId xmlns:a16="http://schemas.microsoft.com/office/drawing/2014/main" id="{86292BFD-AA38-4BE5-8D66-C07297EAA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3119"/>
              <a:ext cx="46" cy="62"/>
            </a:xfrm>
            <a:custGeom>
              <a:avLst/>
              <a:gdLst>
                <a:gd name="T0" fmla="*/ 144 w 23"/>
                <a:gd name="T1" fmla="*/ 48 h 31"/>
                <a:gd name="T2" fmla="*/ 88 w 23"/>
                <a:gd name="T3" fmla="*/ 8 h 31"/>
                <a:gd name="T4" fmla="*/ 16 w 23"/>
                <a:gd name="T5" fmla="*/ 136 h 31"/>
                <a:gd name="T6" fmla="*/ 136 w 23"/>
                <a:gd name="T7" fmla="*/ 248 h 31"/>
                <a:gd name="T8" fmla="*/ 184 w 23"/>
                <a:gd name="T9" fmla="*/ 184 h 31"/>
                <a:gd name="T10" fmla="*/ 168 w 23"/>
                <a:gd name="T11" fmla="*/ 104 h 31"/>
                <a:gd name="T12" fmla="*/ 144 w 23"/>
                <a:gd name="T13" fmla="*/ 4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1">
                  <a:moveTo>
                    <a:pt x="18" y="6"/>
                  </a:moveTo>
                  <a:cubicBezTo>
                    <a:pt x="16" y="3"/>
                    <a:pt x="14" y="2"/>
                    <a:pt x="11" y="1"/>
                  </a:cubicBezTo>
                  <a:cubicBezTo>
                    <a:pt x="3" y="0"/>
                    <a:pt x="0" y="9"/>
                    <a:pt x="2" y="17"/>
                  </a:cubicBezTo>
                  <a:cubicBezTo>
                    <a:pt x="5" y="26"/>
                    <a:pt x="13" y="31"/>
                    <a:pt x="17" y="31"/>
                  </a:cubicBezTo>
                  <a:cubicBezTo>
                    <a:pt x="21" y="30"/>
                    <a:pt x="23" y="27"/>
                    <a:pt x="23" y="23"/>
                  </a:cubicBezTo>
                  <a:cubicBezTo>
                    <a:pt x="23" y="19"/>
                    <a:pt x="22" y="15"/>
                    <a:pt x="21" y="13"/>
                  </a:cubicBezTo>
                  <a:cubicBezTo>
                    <a:pt x="20" y="10"/>
                    <a:pt x="19" y="7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5" name="Freeform 5370">
              <a:extLst>
                <a:ext uri="{FF2B5EF4-FFF2-40B4-BE49-F238E27FC236}">
                  <a16:creationId xmlns:a16="http://schemas.microsoft.com/office/drawing/2014/main" id="{AF94FDDE-B909-4621-B8AE-1F778F0EE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135"/>
              <a:ext cx="18" cy="32"/>
            </a:xfrm>
            <a:custGeom>
              <a:avLst/>
              <a:gdLst>
                <a:gd name="T0" fmla="*/ 16 w 9"/>
                <a:gd name="T1" fmla="*/ 0 h 16"/>
                <a:gd name="T2" fmla="*/ 8 w 9"/>
                <a:gd name="T3" fmla="*/ 48 h 16"/>
                <a:gd name="T4" fmla="*/ 48 w 9"/>
                <a:gd name="T5" fmla="*/ 120 h 16"/>
                <a:gd name="T6" fmla="*/ 72 w 9"/>
                <a:gd name="T7" fmla="*/ 128 h 16"/>
                <a:gd name="T8" fmla="*/ 48 w 9"/>
                <a:gd name="T9" fmla="*/ 120 h 16"/>
                <a:gd name="T10" fmla="*/ 8 w 9"/>
                <a:gd name="T11" fmla="*/ 48 h 16"/>
                <a:gd name="T12" fmla="*/ 16 w 9"/>
                <a:gd name="T13" fmla="*/ 8 h 16"/>
                <a:gd name="T14" fmla="*/ 40 w 9"/>
                <a:gd name="T15" fmla="*/ 8 h 16"/>
                <a:gd name="T16" fmla="*/ 16 w 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2" y="10"/>
                    <a:pt x="3" y="14"/>
                    <a:pt x="6" y="15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8" y="16"/>
                    <a:pt x="7" y="16"/>
                    <a:pt x="6" y="15"/>
                  </a:cubicBezTo>
                  <a:cubicBezTo>
                    <a:pt x="4" y="14"/>
                    <a:pt x="2" y="10"/>
                    <a:pt x="1" y="6"/>
                  </a:cubicBezTo>
                  <a:cubicBezTo>
                    <a:pt x="1" y="4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5371">
              <a:extLst>
                <a:ext uri="{FF2B5EF4-FFF2-40B4-BE49-F238E27FC236}">
                  <a16:creationId xmlns:a16="http://schemas.microsoft.com/office/drawing/2014/main" id="{AB2BA272-1E93-4096-8DB4-598809A4C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569"/>
              <a:ext cx="40" cy="60"/>
            </a:xfrm>
            <a:custGeom>
              <a:avLst/>
              <a:gdLst>
                <a:gd name="T0" fmla="*/ 144 w 20"/>
                <a:gd name="T1" fmla="*/ 72 h 30"/>
                <a:gd name="T2" fmla="*/ 112 w 20"/>
                <a:gd name="T3" fmla="*/ 24 h 30"/>
                <a:gd name="T4" fmla="*/ 8 w 20"/>
                <a:gd name="T5" fmla="*/ 120 h 30"/>
                <a:gd name="T6" fmla="*/ 80 w 20"/>
                <a:gd name="T7" fmla="*/ 240 h 30"/>
                <a:gd name="T8" fmla="*/ 144 w 20"/>
                <a:gd name="T9" fmla="*/ 200 h 30"/>
                <a:gd name="T10" fmla="*/ 152 w 20"/>
                <a:gd name="T11" fmla="*/ 128 h 30"/>
                <a:gd name="T12" fmla="*/ 144 w 20"/>
                <a:gd name="T13" fmla="*/ 7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18" y="9"/>
                  </a:moveTo>
                  <a:cubicBezTo>
                    <a:pt x="17" y="6"/>
                    <a:pt x="16" y="4"/>
                    <a:pt x="14" y="3"/>
                  </a:cubicBezTo>
                  <a:cubicBezTo>
                    <a:pt x="6" y="0"/>
                    <a:pt x="1" y="6"/>
                    <a:pt x="1" y="15"/>
                  </a:cubicBezTo>
                  <a:cubicBezTo>
                    <a:pt x="0" y="23"/>
                    <a:pt x="6" y="30"/>
                    <a:pt x="10" y="30"/>
                  </a:cubicBezTo>
                  <a:cubicBezTo>
                    <a:pt x="14" y="30"/>
                    <a:pt x="17" y="29"/>
                    <a:pt x="18" y="25"/>
                  </a:cubicBezTo>
                  <a:cubicBezTo>
                    <a:pt x="20" y="22"/>
                    <a:pt x="19" y="18"/>
                    <a:pt x="19" y="16"/>
                  </a:cubicBezTo>
                  <a:cubicBezTo>
                    <a:pt x="19" y="13"/>
                    <a:pt x="19" y="11"/>
                    <a:pt x="18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5372">
              <a:extLst>
                <a:ext uri="{FF2B5EF4-FFF2-40B4-BE49-F238E27FC236}">
                  <a16:creationId xmlns:a16="http://schemas.microsoft.com/office/drawing/2014/main" id="{61E5FD33-44D5-4EE5-A575-EB55FD308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569"/>
              <a:ext cx="40" cy="60"/>
            </a:xfrm>
            <a:custGeom>
              <a:avLst/>
              <a:gdLst>
                <a:gd name="T0" fmla="*/ 144 w 20"/>
                <a:gd name="T1" fmla="*/ 72 h 30"/>
                <a:gd name="T2" fmla="*/ 112 w 20"/>
                <a:gd name="T3" fmla="*/ 24 h 30"/>
                <a:gd name="T4" fmla="*/ 8 w 20"/>
                <a:gd name="T5" fmla="*/ 120 h 30"/>
                <a:gd name="T6" fmla="*/ 80 w 20"/>
                <a:gd name="T7" fmla="*/ 240 h 30"/>
                <a:gd name="T8" fmla="*/ 144 w 20"/>
                <a:gd name="T9" fmla="*/ 200 h 30"/>
                <a:gd name="T10" fmla="*/ 152 w 20"/>
                <a:gd name="T11" fmla="*/ 128 h 30"/>
                <a:gd name="T12" fmla="*/ 144 w 20"/>
                <a:gd name="T13" fmla="*/ 7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18" y="9"/>
                  </a:moveTo>
                  <a:cubicBezTo>
                    <a:pt x="17" y="6"/>
                    <a:pt x="16" y="4"/>
                    <a:pt x="14" y="3"/>
                  </a:cubicBezTo>
                  <a:cubicBezTo>
                    <a:pt x="6" y="0"/>
                    <a:pt x="1" y="6"/>
                    <a:pt x="1" y="15"/>
                  </a:cubicBezTo>
                  <a:cubicBezTo>
                    <a:pt x="0" y="23"/>
                    <a:pt x="6" y="30"/>
                    <a:pt x="10" y="30"/>
                  </a:cubicBezTo>
                  <a:cubicBezTo>
                    <a:pt x="14" y="30"/>
                    <a:pt x="17" y="29"/>
                    <a:pt x="18" y="25"/>
                  </a:cubicBezTo>
                  <a:cubicBezTo>
                    <a:pt x="20" y="22"/>
                    <a:pt x="19" y="18"/>
                    <a:pt x="19" y="16"/>
                  </a:cubicBezTo>
                  <a:cubicBezTo>
                    <a:pt x="19" y="13"/>
                    <a:pt x="19" y="11"/>
                    <a:pt x="18" y="9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5373">
              <a:extLst>
                <a:ext uri="{FF2B5EF4-FFF2-40B4-BE49-F238E27FC236}">
                  <a16:creationId xmlns:a16="http://schemas.microsoft.com/office/drawing/2014/main" id="{22766B82-5622-4858-A672-95D594C74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587"/>
              <a:ext cx="12" cy="30"/>
            </a:xfrm>
            <a:custGeom>
              <a:avLst/>
              <a:gdLst>
                <a:gd name="T0" fmla="*/ 32 w 6"/>
                <a:gd name="T1" fmla="*/ 0 h 15"/>
                <a:gd name="T2" fmla="*/ 8 w 6"/>
                <a:gd name="T3" fmla="*/ 32 h 15"/>
                <a:gd name="T4" fmla="*/ 16 w 6"/>
                <a:gd name="T5" fmla="*/ 112 h 15"/>
                <a:gd name="T6" fmla="*/ 40 w 6"/>
                <a:gd name="T7" fmla="*/ 120 h 15"/>
                <a:gd name="T8" fmla="*/ 16 w 6"/>
                <a:gd name="T9" fmla="*/ 112 h 15"/>
                <a:gd name="T10" fmla="*/ 8 w 6"/>
                <a:gd name="T11" fmla="*/ 40 h 15"/>
                <a:gd name="T12" fmla="*/ 32 w 6"/>
                <a:gd name="T13" fmla="*/ 0 h 15"/>
                <a:gd name="T14" fmla="*/ 48 w 6"/>
                <a:gd name="T15" fmla="*/ 8 h 15"/>
                <a:gd name="T16" fmla="*/ 32 w 6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15">
                  <a:moveTo>
                    <a:pt x="4" y="0"/>
                  </a:moveTo>
                  <a:cubicBezTo>
                    <a:pt x="2" y="0"/>
                    <a:pt x="1" y="2"/>
                    <a:pt x="1" y="4"/>
                  </a:cubicBezTo>
                  <a:cubicBezTo>
                    <a:pt x="0" y="8"/>
                    <a:pt x="1" y="12"/>
                    <a:pt x="2" y="14"/>
                  </a:cubicBezTo>
                  <a:cubicBezTo>
                    <a:pt x="3" y="15"/>
                    <a:pt x="4" y="15"/>
                    <a:pt x="5" y="15"/>
                  </a:cubicBezTo>
                  <a:cubicBezTo>
                    <a:pt x="4" y="15"/>
                    <a:pt x="3" y="15"/>
                    <a:pt x="2" y="14"/>
                  </a:cubicBezTo>
                  <a:cubicBezTo>
                    <a:pt x="1" y="12"/>
                    <a:pt x="0" y="8"/>
                    <a:pt x="1" y="5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5374">
              <a:extLst>
                <a:ext uri="{FF2B5EF4-FFF2-40B4-BE49-F238E27FC236}">
                  <a16:creationId xmlns:a16="http://schemas.microsoft.com/office/drawing/2014/main" id="{9E85727D-A813-456F-BCE7-DF8E5ED25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559"/>
              <a:ext cx="46" cy="64"/>
            </a:xfrm>
            <a:custGeom>
              <a:avLst/>
              <a:gdLst>
                <a:gd name="T0" fmla="*/ 128 w 23"/>
                <a:gd name="T1" fmla="*/ 32 h 32"/>
                <a:gd name="T2" fmla="*/ 48 w 23"/>
                <a:gd name="T3" fmla="*/ 16 h 32"/>
                <a:gd name="T4" fmla="*/ 32 w 23"/>
                <a:gd name="T5" fmla="*/ 160 h 32"/>
                <a:gd name="T6" fmla="*/ 144 w 23"/>
                <a:gd name="T7" fmla="*/ 256 h 32"/>
                <a:gd name="T8" fmla="*/ 184 w 23"/>
                <a:gd name="T9" fmla="*/ 200 h 32"/>
                <a:gd name="T10" fmla="*/ 160 w 23"/>
                <a:gd name="T11" fmla="*/ 120 h 32"/>
                <a:gd name="T12" fmla="*/ 128 w 23"/>
                <a:gd name="T13" fmla="*/ 3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2">
                  <a:moveTo>
                    <a:pt x="16" y="4"/>
                  </a:moveTo>
                  <a:cubicBezTo>
                    <a:pt x="14" y="1"/>
                    <a:pt x="10" y="0"/>
                    <a:pt x="6" y="2"/>
                  </a:cubicBezTo>
                  <a:cubicBezTo>
                    <a:pt x="0" y="4"/>
                    <a:pt x="0" y="12"/>
                    <a:pt x="4" y="20"/>
                  </a:cubicBezTo>
                  <a:cubicBezTo>
                    <a:pt x="8" y="29"/>
                    <a:pt x="11" y="32"/>
                    <a:pt x="18" y="32"/>
                  </a:cubicBezTo>
                  <a:cubicBezTo>
                    <a:pt x="21" y="32"/>
                    <a:pt x="23" y="29"/>
                    <a:pt x="23" y="25"/>
                  </a:cubicBezTo>
                  <a:cubicBezTo>
                    <a:pt x="23" y="21"/>
                    <a:pt x="21" y="19"/>
                    <a:pt x="20" y="15"/>
                  </a:cubicBezTo>
                  <a:cubicBezTo>
                    <a:pt x="19" y="12"/>
                    <a:pt x="19" y="8"/>
                    <a:pt x="16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0" name="Freeform 5375">
              <a:extLst>
                <a:ext uri="{FF2B5EF4-FFF2-40B4-BE49-F238E27FC236}">
                  <a16:creationId xmlns:a16="http://schemas.microsoft.com/office/drawing/2014/main" id="{8C8CEBA7-DF06-459A-9FE8-31FEAF9BC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559"/>
              <a:ext cx="46" cy="64"/>
            </a:xfrm>
            <a:custGeom>
              <a:avLst/>
              <a:gdLst>
                <a:gd name="T0" fmla="*/ 128 w 23"/>
                <a:gd name="T1" fmla="*/ 32 h 32"/>
                <a:gd name="T2" fmla="*/ 48 w 23"/>
                <a:gd name="T3" fmla="*/ 16 h 32"/>
                <a:gd name="T4" fmla="*/ 32 w 23"/>
                <a:gd name="T5" fmla="*/ 160 h 32"/>
                <a:gd name="T6" fmla="*/ 144 w 23"/>
                <a:gd name="T7" fmla="*/ 256 h 32"/>
                <a:gd name="T8" fmla="*/ 184 w 23"/>
                <a:gd name="T9" fmla="*/ 200 h 32"/>
                <a:gd name="T10" fmla="*/ 160 w 23"/>
                <a:gd name="T11" fmla="*/ 120 h 32"/>
                <a:gd name="T12" fmla="*/ 128 w 23"/>
                <a:gd name="T13" fmla="*/ 3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2">
                  <a:moveTo>
                    <a:pt x="16" y="4"/>
                  </a:moveTo>
                  <a:cubicBezTo>
                    <a:pt x="14" y="1"/>
                    <a:pt x="10" y="0"/>
                    <a:pt x="6" y="2"/>
                  </a:cubicBezTo>
                  <a:cubicBezTo>
                    <a:pt x="0" y="4"/>
                    <a:pt x="0" y="12"/>
                    <a:pt x="4" y="20"/>
                  </a:cubicBezTo>
                  <a:cubicBezTo>
                    <a:pt x="8" y="29"/>
                    <a:pt x="11" y="32"/>
                    <a:pt x="18" y="32"/>
                  </a:cubicBezTo>
                  <a:cubicBezTo>
                    <a:pt x="21" y="32"/>
                    <a:pt x="23" y="29"/>
                    <a:pt x="23" y="25"/>
                  </a:cubicBezTo>
                  <a:cubicBezTo>
                    <a:pt x="23" y="21"/>
                    <a:pt x="21" y="19"/>
                    <a:pt x="20" y="15"/>
                  </a:cubicBezTo>
                  <a:cubicBezTo>
                    <a:pt x="19" y="12"/>
                    <a:pt x="19" y="8"/>
                    <a:pt x="16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1" name="Freeform 5376">
              <a:extLst>
                <a:ext uri="{FF2B5EF4-FFF2-40B4-BE49-F238E27FC236}">
                  <a16:creationId xmlns:a16="http://schemas.microsoft.com/office/drawing/2014/main" id="{C3D6DEDE-1CEA-4E61-A402-B02B7C8ED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571"/>
              <a:ext cx="22" cy="38"/>
            </a:xfrm>
            <a:custGeom>
              <a:avLst/>
              <a:gdLst>
                <a:gd name="T0" fmla="*/ 88 w 11"/>
                <a:gd name="T1" fmla="*/ 144 h 19"/>
                <a:gd name="T2" fmla="*/ 80 w 11"/>
                <a:gd name="T3" fmla="*/ 152 h 19"/>
                <a:gd name="T4" fmla="*/ 16 w 11"/>
                <a:gd name="T5" fmla="*/ 72 h 19"/>
                <a:gd name="T6" fmla="*/ 16 w 11"/>
                <a:gd name="T7" fmla="*/ 8 h 19"/>
                <a:gd name="T8" fmla="*/ 48 w 11"/>
                <a:gd name="T9" fmla="*/ 8 h 19"/>
                <a:gd name="T10" fmla="*/ 16 w 11"/>
                <a:gd name="T11" fmla="*/ 0 h 19"/>
                <a:gd name="T12" fmla="*/ 16 w 11"/>
                <a:gd name="T13" fmla="*/ 72 h 19"/>
                <a:gd name="T14" fmla="*/ 80 w 11"/>
                <a:gd name="T15" fmla="*/ 152 h 19"/>
                <a:gd name="T16" fmla="*/ 88 w 11"/>
                <a:gd name="T17" fmla="*/ 14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9">
                  <a:moveTo>
                    <a:pt x="11" y="18"/>
                  </a:moveTo>
                  <a:cubicBezTo>
                    <a:pt x="11" y="18"/>
                    <a:pt x="10" y="18"/>
                    <a:pt x="10" y="19"/>
                  </a:cubicBezTo>
                  <a:cubicBezTo>
                    <a:pt x="8" y="19"/>
                    <a:pt x="5" y="16"/>
                    <a:pt x="2" y="9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1"/>
                    <a:pt x="0" y="4"/>
                    <a:pt x="2" y="9"/>
                  </a:cubicBezTo>
                  <a:cubicBezTo>
                    <a:pt x="5" y="16"/>
                    <a:pt x="8" y="19"/>
                    <a:pt x="10" y="19"/>
                  </a:cubicBezTo>
                  <a:cubicBezTo>
                    <a:pt x="10" y="19"/>
                    <a:pt x="11" y="18"/>
                    <a:pt x="11" y="1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5377">
              <a:extLst>
                <a:ext uri="{FF2B5EF4-FFF2-40B4-BE49-F238E27FC236}">
                  <a16:creationId xmlns:a16="http://schemas.microsoft.com/office/drawing/2014/main" id="{16037568-40EC-41EA-9DC7-804A7E4DA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03"/>
              <a:ext cx="48" cy="56"/>
            </a:xfrm>
            <a:custGeom>
              <a:avLst/>
              <a:gdLst>
                <a:gd name="T0" fmla="*/ 136 w 24"/>
                <a:gd name="T1" fmla="*/ 24 h 28"/>
                <a:gd name="T2" fmla="*/ 88 w 24"/>
                <a:gd name="T3" fmla="*/ 0 h 28"/>
                <a:gd name="T4" fmla="*/ 24 w 24"/>
                <a:gd name="T5" fmla="*/ 128 h 28"/>
                <a:gd name="T6" fmla="*/ 144 w 24"/>
                <a:gd name="T7" fmla="*/ 208 h 28"/>
                <a:gd name="T8" fmla="*/ 192 w 24"/>
                <a:gd name="T9" fmla="*/ 144 h 28"/>
                <a:gd name="T10" fmla="*/ 168 w 24"/>
                <a:gd name="T11" fmla="*/ 80 h 28"/>
                <a:gd name="T12" fmla="*/ 136 w 24"/>
                <a:gd name="T13" fmla="*/ 2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7" y="24"/>
                    <a:pt x="14" y="28"/>
                    <a:pt x="18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1"/>
                    <a:pt x="21" y="10"/>
                  </a:cubicBezTo>
                  <a:cubicBezTo>
                    <a:pt x="20" y="7"/>
                    <a:pt x="19" y="5"/>
                    <a:pt x="17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5378">
              <a:extLst>
                <a:ext uri="{FF2B5EF4-FFF2-40B4-BE49-F238E27FC236}">
                  <a16:creationId xmlns:a16="http://schemas.microsoft.com/office/drawing/2014/main" id="{959A2D71-EC73-4C23-9312-5DC68D0FC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03"/>
              <a:ext cx="48" cy="56"/>
            </a:xfrm>
            <a:custGeom>
              <a:avLst/>
              <a:gdLst>
                <a:gd name="T0" fmla="*/ 136 w 24"/>
                <a:gd name="T1" fmla="*/ 24 h 28"/>
                <a:gd name="T2" fmla="*/ 88 w 24"/>
                <a:gd name="T3" fmla="*/ 0 h 28"/>
                <a:gd name="T4" fmla="*/ 24 w 24"/>
                <a:gd name="T5" fmla="*/ 128 h 28"/>
                <a:gd name="T6" fmla="*/ 144 w 24"/>
                <a:gd name="T7" fmla="*/ 208 h 28"/>
                <a:gd name="T8" fmla="*/ 192 w 24"/>
                <a:gd name="T9" fmla="*/ 144 h 28"/>
                <a:gd name="T10" fmla="*/ 168 w 24"/>
                <a:gd name="T11" fmla="*/ 80 h 28"/>
                <a:gd name="T12" fmla="*/ 136 w 24"/>
                <a:gd name="T13" fmla="*/ 2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7" y="24"/>
                    <a:pt x="14" y="28"/>
                    <a:pt x="18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1"/>
                    <a:pt x="21" y="10"/>
                  </a:cubicBezTo>
                  <a:cubicBezTo>
                    <a:pt x="20" y="7"/>
                    <a:pt x="19" y="5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4" name="Freeform 5379">
              <a:extLst>
                <a:ext uri="{FF2B5EF4-FFF2-40B4-BE49-F238E27FC236}">
                  <a16:creationId xmlns:a16="http://schemas.microsoft.com/office/drawing/2014/main" id="{1A57E317-752E-4507-8D58-F0CE91D7D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615"/>
              <a:ext cx="18" cy="30"/>
            </a:xfrm>
            <a:custGeom>
              <a:avLst/>
              <a:gdLst>
                <a:gd name="T0" fmla="*/ 8 w 9"/>
                <a:gd name="T1" fmla="*/ 8 h 15"/>
                <a:gd name="T2" fmla="*/ 0 w 9"/>
                <a:gd name="T3" fmla="*/ 56 h 15"/>
                <a:gd name="T4" fmla="*/ 48 w 9"/>
                <a:gd name="T5" fmla="*/ 112 h 15"/>
                <a:gd name="T6" fmla="*/ 72 w 9"/>
                <a:gd name="T7" fmla="*/ 112 h 15"/>
                <a:gd name="T8" fmla="*/ 48 w 9"/>
                <a:gd name="T9" fmla="*/ 112 h 15"/>
                <a:gd name="T10" fmla="*/ 8 w 9"/>
                <a:gd name="T11" fmla="*/ 56 h 15"/>
                <a:gd name="T12" fmla="*/ 8 w 9"/>
                <a:gd name="T13" fmla="*/ 8 h 15"/>
                <a:gd name="T14" fmla="*/ 32 w 9"/>
                <a:gd name="T15" fmla="*/ 8 h 15"/>
                <a:gd name="T16" fmla="*/ 8 w 9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1" y="10"/>
                    <a:pt x="4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8" y="15"/>
                    <a:pt x="7" y="15"/>
                    <a:pt x="6" y="14"/>
                  </a:cubicBezTo>
                  <a:cubicBezTo>
                    <a:pt x="4" y="13"/>
                    <a:pt x="2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3" y="1"/>
                    <a:pt x="2" y="0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5380">
              <a:extLst>
                <a:ext uri="{FF2B5EF4-FFF2-40B4-BE49-F238E27FC236}">
                  <a16:creationId xmlns:a16="http://schemas.microsoft.com/office/drawing/2014/main" id="{9885F60D-F03F-4416-A509-245652CEB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441"/>
              <a:ext cx="50" cy="62"/>
            </a:xfrm>
            <a:custGeom>
              <a:avLst/>
              <a:gdLst>
                <a:gd name="T0" fmla="*/ 96 w 25"/>
                <a:gd name="T1" fmla="*/ 16 h 31"/>
                <a:gd name="T2" fmla="*/ 8 w 25"/>
                <a:gd name="T3" fmla="*/ 64 h 31"/>
                <a:gd name="T4" fmla="*/ 40 w 25"/>
                <a:gd name="T5" fmla="*/ 208 h 31"/>
                <a:gd name="T6" fmla="*/ 144 w 25"/>
                <a:gd name="T7" fmla="*/ 232 h 31"/>
                <a:gd name="T8" fmla="*/ 96 w 25"/>
                <a:gd name="T9" fmla="*/ 1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12" y="2"/>
                  </a:moveTo>
                  <a:cubicBezTo>
                    <a:pt x="7" y="0"/>
                    <a:pt x="3" y="3"/>
                    <a:pt x="1" y="8"/>
                  </a:cubicBezTo>
                  <a:cubicBezTo>
                    <a:pt x="0" y="14"/>
                    <a:pt x="2" y="21"/>
                    <a:pt x="5" y="26"/>
                  </a:cubicBezTo>
                  <a:cubicBezTo>
                    <a:pt x="10" y="31"/>
                    <a:pt x="14" y="31"/>
                    <a:pt x="18" y="29"/>
                  </a:cubicBezTo>
                  <a:cubicBezTo>
                    <a:pt x="25" y="25"/>
                    <a:pt x="22" y="6"/>
                    <a:pt x="12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Freeform 5381">
              <a:extLst>
                <a:ext uri="{FF2B5EF4-FFF2-40B4-BE49-F238E27FC236}">
                  <a16:creationId xmlns:a16="http://schemas.microsoft.com/office/drawing/2014/main" id="{7ECAFA27-2DE0-4B2F-9D1F-056D56889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441"/>
              <a:ext cx="50" cy="62"/>
            </a:xfrm>
            <a:custGeom>
              <a:avLst/>
              <a:gdLst>
                <a:gd name="T0" fmla="*/ 96 w 25"/>
                <a:gd name="T1" fmla="*/ 16 h 31"/>
                <a:gd name="T2" fmla="*/ 8 w 25"/>
                <a:gd name="T3" fmla="*/ 64 h 31"/>
                <a:gd name="T4" fmla="*/ 40 w 25"/>
                <a:gd name="T5" fmla="*/ 208 h 31"/>
                <a:gd name="T6" fmla="*/ 144 w 25"/>
                <a:gd name="T7" fmla="*/ 232 h 31"/>
                <a:gd name="T8" fmla="*/ 96 w 25"/>
                <a:gd name="T9" fmla="*/ 1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12" y="2"/>
                  </a:moveTo>
                  <a:cubicBezTo>
                    <a:pt x="7" y="0"/>
                    <a:pt x="3" y="3"/>
                    <a:pt x="1" y="8"/>
                  </a:cubicBezTo>
                  <a:cubicBezTo>
                    <a:pt x="0" y="14"/>
                    <a:pt x="2" y="21"/>
                    <a:pt x="5" y="26"/>
                  </a:cubicBezTo>
                  <a:cubicBezTo>
                    <a:pt x="10" y="31"/>
                    <a:pt x="14" y="31"/>
                    <a:pt x="18" y="29"/>
                  </a:cubicBezTo>
                  <a:cubicBezTo>
                    <a:pt x="25" y="25"/>
                    <a:pt x="22" y="6"/>
                    <a:pt x="12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7" name="Freeform 5382">
              <a:extLst>
                <a:ext uri="{FF2B5EF4-FFF2-40B4-BE49-F238E27FC236}">
                  <a16:creationId xmlns:a16="http://schemas.microsoft.com/office/drawing/2014/main" id="{4C82D85A-93B6-49A0-95F4-8E0D7D8E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453"/>
              <a:ext cx="16" cy="36"/>
            </a:xfrm>
            <a:custGeom>
              <a:avLst/>
              <a:gdLst>
                <a:gd name="T0" fmla="*/ 16 w 8"/>
                <a:gd name="T1" fmla="*/ 0 h 18"/>
                <a:gd name="T2" fmla="*/ 0 w 8"/>
                <a:gd name="T3" fmla="*/ 56 h 18"/>
                <a:gd name="T4" fmla="*/ 32 w 8"/>
                <a:gd name="T5" fmla="*/ 136 h 18"/>
                <a:gd name="T6" fmla="*/ 64 w 8"/>
                <a:gd name="T7" fmla="*/ 144 h 18"/>
                <a:gd name="T8" fmla="*/ 32 w 8"/>
                <a:gd name="T9" fmla="*/ 136 h 18"/>
                <a:gd name="T10" fmla="*/ 0 w 8"/>
                <a:gd name="T11" fmla="*/ 56 h 18"/>
                <a:gd name="T12" fmla="*/ 16 w 8"/>
                <a:gd name="T13" fmla="*/ 8 h 18"/>
                <a:gd name="T14" fmla="*/ 48 w 8"/>
                <a:gd name="T15" fmla="*/ 8 h 18"/>
                <a:gd name="T16" fmla="*/ 16 w 8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8">
                  <a:moveTo>
                    <a:pt x="2" y="0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0" y="11"/>
                    <a:pt x="2" y="15"/>
                    <a:pt x="4" y="17"/>
                  </a:cubicBezTo>
                  <a:cubicBezTo>
                    <a:pt x="6" y="18"/>
                    <a:pt x="7" y="18"/>
                    <a:pt x="8" y="18"/>
                  </a:cubicBezTo>
                  <a:cubicBezTo>
                    <a:pt x="7" y="18"/>
                    <a:pt x="6" y="18"/>
                    <a:pt x="4" y="17"/>
                  </a:cubicBezTo>
                  <a:cubicBezTo>
                    <a:pt x="2" y="15"/>
                    <a:pt x="0" y="11"/>
                    <a:pt x="0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5383">
              <a:extLst>
                <a:ext uri="{FF2B5EF4-FFF2-40B4-BE49-F238E27FC236}">
                  <a16:creationId xmlns:a16="http://schemas.microsoft.com/office/drawing/2014/main" id="{6F4E8E75-3D94-473D-8433-C20BAC46B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469"/>
              <a:ext cx="44" cy="56"/>
            </a:xfrm>
            <a:custGeom>
              <a:avLst/>
              <a:gdLst>
                <a:gd name="T0" fmla="*/ 88 w 22"/>
                <a:gd name="T1" fmla="*/ 16 h 28"/>
                <a:gd name="T2" fmla="*/ 16 w 22"/>
                <a:gd name="T3" fmla="*/ 56 h 28"/>
                <a:gd name="T4" fmla="*/ 40 w 22"/>
                <a:gd name="T5" fmla="*/ 184 h 28"/>
                <a:gd name="T6" fmla="*/ 128 w 22"/>
                <a:gd name="T7" fmla="*/ 208 h 28"/>
                <a:gd name="T8" fmla="*/ 88 w 22"/>
                <a:gd name="T9" fmla="*/ 1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1" y="2"/>
                  </a:moveTo>
                  <a:cubicBezTo>
                    <a:pt x="7" y="0"/>
                    <a:pt x="3" y="3"/>
                    <a:pt x="2" y="7"/>
                  </a:cubicBezTo>
                  <a:cubicBezTo>
                    <a:pt x="0" y="12"/>
                    <a:pt x="2" y="18"/>
                    <a:pt x="5" y="23"/>
                  </a:cubicBezTo>
                  <a:cubicBezTo>
                    <a:pt x="9" y="28"/>
                    <a:pt x="13" y="28"/>
                    <a:pt x="16" y="26"/>
                  </a:cubicBezTo>
                  <a:cubicBezTo>
                    <a:pt x="22" y="22"/>
                    <a:pt x="20" y="5"/>
                    <a:pt x="11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5384">
              <a:extLst>
                <a:ext uri="{FF2B5EF4-FFF2-40B4-BE49-F238E27FC236}">
                  <a16:creationId xmlns:a16="http://schemas.microsoft.com/office/drawing/2014/main" id="{44523F11-2D63-45CF-85E2-276613688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469"/>
              <a:ext cx="44" cy="56"/>
            </a:xfrm>
            <a:custGeom>
              <a:avLst/>
              <a:gdLst>
                <a:gd name="T0" fmla="*/ 88 w 22"/>
                <a:gd name="T1" fmla="*/ 16 h 28"/>
                <a:gd name="T2" fmla="*/ 16 w 22"/>
                <a:gd name="T3" fmla="*/ 56 h 28"/>
                <a:gd name="T4" fmla="*/ 40 w 22"/>
                <a:gd name="T5" fmla="*/ 184 h 28"/>
                <a:gd name="T6" fmla="*/ 128 w 22"/>
                <a:gd name="T7" fmla="*/ 208 h 28"/>
                <a:gd name="T8" fmla="*/ 88 w 22"/>
                <a:gd name="T9" fmla="*/ 1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1" y="2"/>
                  </a:moveTo>
                  <a:cubicBezTo>
                    <a:pt x="7" y="0"/>
                    <a:pt x="3" y="3"/>
                    <a:pt x="2" y="7"/>
                  </a:cubicBezTo>
                  <a:cubicBezTo>
                    <a:pt x="0" y="12"/>
                    <a:pt x="2" y="18"/>
                    <a:pt x="5" y="23"/>
                  </a:cubicBezTo>
                  <a:cubicBezTo>
                    <a:pt x="9" y="28"/>
                    <a:pt x="13" y="28"/>
                    <a:pt x="16" y="26"/>
                  </a:cubicBezTo>
                  <a:cubicBezTo>
                    <a:pt x="22" y="22"/>
                    <a:pt x="20" y="5"/>
                    <a:pt x="11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5385">
              <a:extLst>
                <a:ext uri="{FF2B5EF4-FFF2-40B4-BE49-F238E27FC236}">
                  <a16:creationId xmlns:a16="http://schemas.microsoft.com/office/drawing/2014/main" id="{FD31F740-C7EE-4F68-B9FB-01067A162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479"/>
              <a:ext cx="16" cy="34"/>
            </a:xfrm>
            <a:custGeom>
              <a:avLst/>
              <a:gdLst>
                <a:gd name="T0" fmla="*/ 16 w 8"/>
                <a:gd name="T1" fmla="*/ 8 h 17"/>
                <a:gd name="T2" fmla="*/ 0 w 8"/>
                <a:gd name="T3" fmla="*/ 56 h 17"/>
                <a:gd name="T4" fmla="*/ 32 w 8"/>
                <a:gd name="T5" fmla="*/ 128 h 17"/>
                <a:gd name="T6" fmla="*/ 64 w 8"/>
                <a:gd name="T7" fmla="*/ 128 h 17"/>
                <a:gd name="T8" fmla="*/ 32 w 8"/>
                <a:gd name="T9" fmla="*/ 128 h 17"/>
                <a:gd name="T10" fmla="*/ 0 w 8"/>
                <a:gd name="T11" fmla="*/ 56 h 17"/>
                <a:gd name="T12" fmla="*/ 16 w 8"/>
                <a:gd name="T13" fmla="*/ 8 h 17"/>
                <a:gd name="T14" fmla="*/ 48 w 8"/>
                <a:gd name="T15" fmla="*/ 8 h 17"/>
                <a:gd name="T16" fmla="*/ 16 w 8"/>
                <a:gd name="T17" fmla="*/ 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7">
                  <a:moveTo>
                    <a:pt x="2" y="1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0" y="10"/>
                    <a:pt x="2" y="14"/>
                    <a:pt x="4" y="16"/>
                  </a:cubicBezTo>
                  <a:cubicBezTo>
                    <a:pt x="5" y="17"/>
                    <a:pt x="7" y="17"/>
                    <a:pt x="8" y="16"/>
                  </a:cubicBezTo>
                  <a:cubicBezTo>
                    <a:pt x="7" y="17"/>
                    <a:pt x="5" y="16"/>
                    <a:pt x="4" y="16"/>
                  </a:cubicBezTo>
                  <a:cubicBezTo>
                    <a:pt x="2" y="14"/>
                    <a:pt x="0" y="10"/>
                    <a:pt x="0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Freeform 5386">
              <a:extLst>
                <a:ext uri="{FF2B5EF4-FFF2-40B4-BE49-F238E27FC236}">
                  <a16:creationId xmlns:a16="http://schemas.microsoft.com/office/drawing/2014/main" id="{89A42045-9F65-4CA0-B445-DE029D05C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517"/>
              <a:ext cx="46" cy="44"/>
            </a:xfrm>
            <a:custGeom>
              <a:avLst/>
              <a:gdLst>
                <a:gd name="T0" fmla="*/ 128 w 23"/>
                <a:gd name="T1" fmla="*/ 24 h 22"/>
                <a:gd name="T2" fmla="*/ 64 w 23"/>
                <a:gd name="T3" fmla="*/ 8 h 22"/>
                <a:gd name="T4" fmla="*/ 16 w 23"/>
                <a:gd name="T5" fmla="*/ 40 h 22"/>
                <a:gd name="T6" fmla="*/ 80 w 23"/>
                <a:gd name="T7" fmla="*/ 160 h 22"/>
                <a:gd name="T8" fmla="*/ 184 w 23"/>
                <a:gd name="T9" fmla="*/ 104 h 22"/>
                <a:gd name="T10" fmla="*/ 128 w 23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1"/>
                    <a:pt x="4" y="3"/>
                    <a:pt x="2" y="5"/>
                  </a:cubicBezTo>
                  <a:cubicBezTo>
                    <a:pt x="0" y="10"/>
                    <a:pt x="3" y="18"/>
                    <a:pt x="10" y="20"/>
                  </a:cubicBezTo>
                  <a:cubicBezTo>
                    <a:pt x="17" y="22"/>
                    <a:pt x="22" y="17"/>
                    <a:pt x="23" y="13"/>
                  </a:cubicBezTo>
                  <a:cubicBezTo>
                    <a:pt x="22" y="9"/>
                    <a:pt x="21" y="7"/>
                    <a:pt x="16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2" name="Freeform 5387">
              <a:extLst>
                <a:ext uri="{FF2B5EF4-FFF2-40B4-BE49-F238E27FC236}">
                  <a16:creationId xmlns:a16="http://schemas.microsoft.com/office/drawing/2014/main" id="{65D600D9-9798-4DF6-9F1A-4BD9F338E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517"/>
              <a:ext cx="46" cy="44"/>
            </a:xfrm>
            <a:custGeom>
              <a:avLst/>
              <a:gdLst>
                <a:gd name="T0" fmla="*/ 128 w 23"/>
                <a:gd name="T1" fmla="*/ 24 h 22"/>
                <a:gd name="T2" fmla="*/ 64 w 23"/>
                <a:gd name="T3" fmla="*/ 8 h 22"/>
                <a:gd name="T4" fmla="*/ 16 w 23"/>
                <a:gd name="T5" fmla="*/ 40 h 22"/>
                <a:gd name="T6" fmla="*/ 80 w 23"/>
                <a:gd name="T7" fmla="*/ 160 h 22"/>
                <a:gd name="T8" fmla="*/ 184 w 23"/>
                <a:gd name="T9" fmla="*/ 104 h 22"/>
                <a:gd name="T10" fmla="*/ 128 w 23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1"/>
                    <a:pt x="4" y="3"/>
                    <a:pt x="2" y="5"/>
                  </a:cubicBezTo>
                  <a:cubicBezTo>
                    <a:pt x="0" y="10"/>
                    <a:pt x="3" y="18"/>
                    <a:pt x="10" y="20"/>
                  </a:cubicBezTo>
                  <a:cubicBezTo>
                    <a:pt x="17" y="22"/>
                    <a:pt x="22" y="17"/>
                    <a:pt x="23" y="13"/>
                  </a:cubicBezTo>
                  <a:cubicBezTo>
                    <a:pt x="22" y="9"/>
                    <a:pt x="21" y="7"/>
                    <a:pt x="16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5388">
              <a:extLst>
                <a:ext uri="{FF2B5EF4-FFF2-40B4-BE49-F238E27FC236}">
                  <a16:creationId xmlns:a16="http://schemas.microsoft.com/office/drawing/2014/main" id="{BBA7530C-2FE9-4AD4-9736-49F1323C6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527"/>
              <a:ext cx="24" cy="22"/>
            </a:xfrm>
            <a:custGeom>
              <a:avLst/>
              <a:gdLst>
                <a:gd name="T0" fmla="*/ 88 w 12"/>
                <a:gd name="T1" fmla="*/ 40 h 11"/>
                <a:gd name="T2" fmla="*/ 80 w 12"/>
                <a:gd name="T3" fmla="*/ 72 h 11"/>
                <a:gd name="T4" fmla="*/ 24 w 12"/>
                <a:gd name="T5" fmla="*/ 64 h 11"/>
                <a:gd name="T6" fmla="*/ 0 w 12"/>
                <a:gd name="T7" fmla="*/ 24 h 11"/>
                <a:gd name="T8" fmla="*/ 24 w 12"/>
                <a:gd name="T9" fmla="*/ 0 h 11"/>
                <a:gd name="T10" fmla="*/ 0 w 12"/>
                <a:gd name="T11" fmla="*/ 24 h 11"/>
                <a:gd name="T12" fmla="*/ 24 w 12"/>
                <a:gd name="T13" fmla="*/ 64 h 11"/>
                <a:gd name="T14" fmla="*/ 88 w 12"/>
                <a:gd name="T15" fmla="*/ 80 h 11"/>
                <a:gd name="T16" fmla="*/ 88 w 12"/>
                <a:gd name="T17" fmla="*/ 4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9"/>
                    <a:pt x="10" y="9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7"/>
                    <a:pt x="11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5389">
              <a:extLst>
                <a:ext uri="{FF2B5EF4-FFF2-40B4-BE49-F238E27FC236}">
                  <a16:creationId xmlns:a16="http://schemas.microsoft.com/office/drawing/2014/main" id="{5B0A537C-70A2-45F2-BBF7-8B3F8132A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569"/>
              <a:ext cx="44" cy="46"/>
            </a:xfrm>
            <a:custGeom>
              <a:avLst/>
              <a:gdLst>
                <a:gd name="T0" fmla="*/ 136 w 22"/>
                <a:gd name="T1" fmla="*/ 40 h 23"/>
                <a:gd name="T2" fmla="*/ 88 w 22"/>
                <a:gd name="T3" fmla="*/ 8 h 23"/>
                <a:gd name="T4" fmla="*/ 32 w 22"/>
                <a:gd name="T5" fmla="*/ 24 h 23"/>
                <a:gd name="T6" fmla="*/ 64 w 22"/>
                <a:gd name="T7" fmla="*/ 152 h 23"/>
                <a:gd name="T8" fmla="*/ 176 w 22"/>
                <a:gd name="T9" fmla="*/ 120 h 23"/>
                <a:gd name="T10" fmla="*/ 136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6"/>
                    <a:pt x="8" y="19"/>
                  </a:cubicBezTo>
                  <a:cubicBezTo>
                    <a:pt x="14" y="23"/>
                    <a:pt x="21" y="20"/>
                    <a:pt x="22" y="15"/>
                  </a:cubicBezTo>
                  <a:cubicBezTo>
                    <a:pt x="22" y="11"/>
                    <a:pt x="21" y="9"/>
                    <a:pt x="1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5390">
              <a:extLst>
                <a:ext uri="{FF2B5EF4-FFF2-40B4-BE49-F238E27FC236}">
                  <a16:creationId xmlns:a16="http://schemas.microsoft.com/office/drawing/2014/main" id="{1CD7251E-B302-4572-9E02-2848BDB7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569"/>
              <a:ext cx="44" cy="46"/>
            </a:xfrm>
            <a:custGeom>
              <a:avLst/>
              <a:gdLst>
                <a:gd name="T0" fmla="*/ 136 w 22"/>
                <a:gd name="T1" fmla="*/ 40 h 23"/>
                <a:gd name="T2" fmla="*/ 88 w 22"/>
                <a:gd name="T3" fmla="*/ 8 h 23"/>
                <a:gd name="T4" fmla="*/ 32 w 22"/>
                <a:gd name="T5" fmla="*/ 24 h 23"/>
                <a:gd name="T6" fmla="*/ 64 w 22"/>
                <a:gd name="T7" fmla="*/ 152 h 23"/>
                <a:gd name="T8" fmla="*/ 176 w 22"/>
                <a:gd name="T9" fmla="*/ 120 h 23"/>
                <a:gd name="T10" fmla="*/ 136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6"/>
                    <a:pt x="8" y="19"/>
                  </a:cubicBezTo>
                  <a:cubicBezTo>
                    <a:pt x="14" y="23"/>
                    <a:pt x="21" y="20"/>
                    <a:pt x="22" y="15"/>
                  </a:cubicBezTo>
                  <a:cubicBezTo>
                    <a:pt x="22" y="11"/>
                    <a:pt x="21" y="9"/>
                    <a:pt x="1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5391">
              <a:extLst>
                <a:ext uri="{FF2B5EF4-FFF2-40B4-BE49-F238E27FC236}">
                  <a16:creationId xmlns:a16="http://schemas.microsoft.com/office/drawing/2014/main" id="{F52E28D5-CD18-4D21-BC37-6EE54F001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579"/>
              <a:ext cx="24" cy="22"/>
            </a:xfrm>
            <a:custGeom>
              <a:avLst/>
              <a:gdLst>
                <a:gd name="T0" fmla="*/ 88 w 12"/>
                <a:gd name="T1" fmla="*/ 48 h 11"/>
                <a:gd name="T2" fmla="*/ 72 w 12"/>
                <a:gd name="T3" fmla="*/ 88 h 11"/>
                <a:gd name="T4" fmla="*/ 16 w 12"/>
                <a:gd name="T5" fmla="*/ 64 h 11"/>
                <a:gd name="T6" fmla="*/ 8 w 12"/>
                <a:gd name="T7" fmla="*/ 16 h 11"/>
                <a:gd name="T8" fmla="*/ 32 w 12"/>
                <a:gd name="T9" fmla="*/ 0 h 11"/>
                <a:gd name="T10" fmla="*/ 8 w 12"/>
                <a:gd name="T11" fmla="*/ 16 h 11"/>
                <a:gd name="T12" fmla="*/ 16 w 12"/>
                <a:gd name="T13" fmla="*/ 64 h 11"/>
                <a:gd name="T14" fmla="*/ 72 w 12"/>
                <a:gd name="T15" fmla="*/ 88 h 11"/>
                <a:gd name="T16" fmla="*/ 88 w 12"/>
                <a:gd name="T17" fmla="*/ 48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10"/>
                    <a:pt x="9" y="11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1"/>
                    <a:pt x="9" y="11"/>
                  </a:cubicBezTo>
                  <a:cubicBezTo>
                    <a:pt x="11" y="10"/>
                    <a:pt x="12" y="8"/>
                    <a:pt x="11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Freeform 5392">
              <a:extLst>
                <a:ext uri="{FF2B5EF4-FFF2-40B4-BE49-F238E27FC236}">
                  <a16:creationId xmlns:a16="http://schemas.microsoft.com/office/drawing/2014/main" id="{8D5241DE-6114-4A49-AF79-B73921E8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573"/>
              <a:ext cx="46" cy="56"/>
            </a:xfrm>
            <a:custGeom>
              <a:avLst/>
              <a:gdLst>
                <a:gd name="T0" fmla="*/ 88 w 23"/>
                <a:gd name="T1" fmla="*/ 8 h 28"/>
                <a:gd name="T2" fmla="*/ 16 w 23"/>
                <a:gd name="T3" fmla="*/ 56 h 28"/>
                <a:gd name="T4" fmla="*/ 40 w 23"/>
                <a:gd name="T5" fmla="*/ 184 h 28"/>
                <a:gd name="T6" fmla="*/ 128 w 23"/>
                <a:gd name="T7" fmla="*/ 208 h 28"/>
                <a:gd name="T8" fmla="*/ 88 w 23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11" y="1"/>
                  </a:moveTo>
                  <a:cubicBezTo>
                    <a:pt x="7" y="0"/>
                    <a:pt x="3" y="3"/>
                    <a:pt x="2" y="7"/>
                  </a:cubicBezTo>
                  <a:cubicBezTo>
                    <a:pt x="0" y="12"/>
                    <a:pt x="2" y="18"/>
                    <a:pt x="5" y="23"/>
                  </a:cubicBezTo>
                  <a:cubicBezTo>
                    <a:pt x="9" y="28"/>
                    <a:pt x="13" y="27"/>
                    <a:pt x="16" y="26"/>
                  </a:cubicBezTo>
                  <a:cubicBezTo>
                    <a:pt x="23" y="22"/>
                    <a:pt x="20" y="5"/>
                    <a:pt x="11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8" name="Freeform 5393">
              <a:extLst>
                <a:ext uri="{FF2B5EF4-FFF2-40B4-BE49-F238E27FC236}">
                  <a16:creationId xmlns:a16="http://schemas.microsoft.com/office/drawing/2014/main" id="{8AAFEF20-7703-4896-94EE-4A0B29EDA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573"/>
              <a:ext cx="46" cy="56"/>
            </a:xfrm>
            <a:custGeom>
              <a:avLst/>
              <a:gdLst>
                <a:gd name="T0" fmla="*/ 88 w 23"/>
                <a:gd name="T1" fmla="*/ 8 h 28"/>
                <a:gd name="T2" fmla="*/ 16 w 23"/>
                <a:gd name="T3" fmla="*/ 56 h 28"/>
                <a:gd name="T4" fmla="*/ 40 w 23"/>
                <a:gd name="T5" fmla="*/ 184 h 28"/>
                <a:gd name="T6" fmla="*/ 128 w 23"/>
                <a:gd name="T7" fmla="*/ 208 h 28"/>
                <a:gd name="T8" fmla="*/ 88 w 23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11" y="1"/>
                  </a:moveTo>
                  <a:cubicBezTo>
                    <a:pt x="7" y="0"/>
                    <a:pt x="3" y="3"/>
                    <a:pt x="2" y="7"/>
                  </a:cubicBezTo>
                  <a:cubicBezTo>
                    <a:pt x="0" y="12"/>
                    <a:pt x="2" y="18"/>
                    <a:pt x="5" y="23"/>
                  </a:cubicBezTo>
                  <a:cubicBezTo>
                    <a:pt x="9" y="28"/>
                    <a:pt x="13" y="27"/>
                    <a:pt x="16" y="26"/>
                  </a:cubicBezTo>
                  <a:cubicBezTo>
                    <a:pt x="23" y="22"/>
                    <a:pt x="20" y="5"/>
                    <a:pt x="11" y="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5394">
              <a:extLst>
                <a:ext uri="{FF2B5EF4-FFF2-40B4-BE49-F238E27FC236}">
                  <a16:creationId xmlns:a16="http://schemas.microsoft.com/office/drawing/2014/main" id="{01F8C24B-C477-4CCD-966E-9A1D9B980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583"/>
              <a:ext cx="16" cy="32"/>
            </a:xfrm>
            <a:custGeom>
              <a:avLst/>
              <a:gdLst>
                <a:gd name="T0" fmla="*/ 16 w 8"/>
                <a:gd name="T1" fmla="*/ 8 h 16"/>
                <a:gd name="T2" fmla="*/ 0 w 8"/>
                <a:gd name="T3" fmla="*/ 56 h 16"/>
                <a:gd name="T4" fmla="*/ 32 w 8"/>
                <a:gd name="T5" fmla="*/ 128 h 16"/>
                <a:gd name="T6" fmla="*/ 64 w 8"/>
                <a:gd name="T7" fmla="*/ 128 h 16"/>
                <a:gd name="T8" fmla="*/ 40 w 8"/>
                <a:gd name="T9" fmla="*/ 120 h 16"/>
                <a:gd name="T10" fmla="*/ 0 w 8"/>
                <a:gd name="T11" fmla="*/ 56 h 16"/>
                <a:gd name="T12" fmla="*/ 24 w 8"/>
                <a:gd name="T13" fmla="*/ 8 h 16"/>
                <a:gd name="T14" fmla="*/ 48 w 8"/>
                <a:gd name="T15" fmla="*/ 8 h 16"/>
                <a:gd name="T16" fmla="*/ 16 w 8"/>
                <a:gd name="T17" fmla="*/ 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6">
                  <a:moveTo>
                    <a:pt x="2" y="1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0" y="10"/>
                    <a:pt x="2" y="14"/>
                    <a:pt x="4" y="16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7" y="16"/>
                    <a:pt x="6" y="16"/>
                    <a:pt x="5" y="15"/>
                  </a:cubicBezTo>
                  <a:cubicBezTo>
                    <a:pt x="2" y="14"/>
                    <a:pt x="0" y="10"/>
                    <a:pt x="0" y="7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5395">
              <a:extLst>
                <a:ext uri="{FF2B5EF4-FFF2-40B4-BE49-F238E27FC236}">
                  <a16:creationId xmlns:a16="http://schemas.microsoft.com/office/drawing/2014/main" id="{ED0C6408-B723-4F67-AFFB-292B60D23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649"/>
              <a:ext cx="39" cy="66"/>
            </a:xfrm>
            <a:custGeom>
              <a:avLst/>
              <a:gdLst>
                <a:gd name="T0" fmla="*/ 88 w 19"/>
                <a:gd name="T1" fmla="*/ 24 h 33"/>
                <a:gd name="T2" fmla="*/ 8 w 19"/>
                <a:gd name="T3" fmla="*/ 48 h 33"/>
                <a:gd name="T4" fmla="*/ 33 w 19"/>
                <a:gd name="T5" fmla="*/ 200 h 33"/>
                <a:gd name="T6" fmla="*/ 113 w 19"/>
                <a:gd name="T7" fmla="*/ 256 h 33"/>
                <a:gd name="T8" fmla="*/ 88 w 19"/>
                <a:gd name="T9" fmla="*/ 2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3">
                  <a:moveTo>
                    <a:pt x="10" y="3"/>
                  </a:moveTo>
                  <a:cubicBezTo>
                    <a:pt x="6" y="0"/>
                    <a:pt x="2" y="2"/>
                    <a:pt x="1" y="6"/>
                  </a:cubicBezTo>
                  <a:cubicBezTo>
                    <a:pt x="0" y="11"/>
                    <a:pt x="1" y="19"/>
                    <a:pt x="4" y="25"/>
                  </a:cubicBezTo>
                  <a:cubicBezTo>
                    <a:pt x="7" y="32"/>
                    <a:pt x="11" y="33"/>
                    <a:pt x="13" y="32"/>
                  </a:cubicBezTo>
                  <a:cubicBezTo>
                    <a:pt x="19" y="30"/>
                    <a:pt x="17" y="10"/>
                    <a:pt x="10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5396">
              <a:extLst>
                <a:ext uri="{FF2B5EF4-FFF2-40B4-BE49-F238E27FC236}">
                  <a16:creationId xmlns:a16="http://schemas.microsoft.com/office/drawing/2014/main" id="{C1C00A59-3BDC-432C-89D4-5DC7CCFB9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649"/>
              <a:ext cx="39" cy="66"/>
            </a:xfrm>
            <a:custGeom>
              <a:avLst/>
              <a:gdLst>
                <a:gd name="T0" fmla="*/ 88 w 19"/>
                <a:gd name="T1" fmla="*/ 24 h 33"/>
                <a:gd name="T2" fmla="*/ 8 w 19"/>
                <a:gd name="T3" fmla="*/ 48 h 33"/>
                <a:gd name="T4" fmla="*/ 33 w 19"/>
                <a:gd name="T5" fmla="*/ 200 h 33"/>
                <a:gd name="T6" fmla="*/ 113 w 19"/>
                <a:gd name="T7" fmla="*/ 256 h 33"/>
                <a:gd name="T8" fmla="*/ 88 w 19"/>
                <a:gd name="T9" fmla="*/ 2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3">
                  <a:moveTo>
                    <a:pt x="10" y="3"/>
                  </a:moveTo>
                  <a:cubicBezTo>
                    <a:pt x="6" y="0"/>
                    <a:pt x="2" y="2"/>
                    <a:pt x="1" y="6"/>
                  </a:cubicBezTo>
                  <a:cubicBezTo>
                    <a:pt x="0" y="11"/>
                    <a:pt x="1" y="19"/>
                    <a:pt x="4" y="25"/>
                  </a:cubicBezTo>
                  <a:cubicBezTo>
                    <a:pt x="7" y="32"/>
                    <a:pt x="11" y="33"/>
                    <a:pt x="13" y="32"/>
                  </a:cubicBezTo>
                  <a:cubicBezTo>
                    <a:pt x="19" y="30"/>
                    <a:pt x="17" y="10"/>
                    <a:pt x="10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5397">
              <a:extLst>
                <a:ext uri="{FF2B5EF4-FFF2-40B4-BE49-F238E27FC236}">
                  <a16:creationId xmlns:a16="http://schemas.microsoft.com/office/drawing/2014/main" id="{55EE2D8E-355A-4C35-BEDB-819EB5E3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661"/>
              <a:ext cx="14" cy="40"/>
            </a:xfrm>
            <a:custGeom>
              <a:avLst/>
              <a:gdLst>
                <a:gd name="T0" fmla="*/ 16 w 7"/>
                <a:gd name="T1" fmla="*/ 8 h 20"/>
                <a:gd name="T2" fmla="*/ 0 w 7"/>
                <a:gd name="T3" fmla="*/ 56 h 20"/>
                <a:gd name="T4" fmla="*/ 32 w 7"/>
                <a:gd name="T5" fmla="*/ 144 h 20"/>
                <a:gd name="T6" fmla="*/ 56 w 7"/>
                <a:gd name="T7" fmla="*/ 160 h 20"/>
                <a:gd name="T8" fmla="*/ 32 w 7"/>
                <a:gd name="T9" fmla="*/ 144 h 20"/>
                <a:gd name="T10" fmla="*/ 0 w 7"/>
                <a:gd name="T11" fmla="*/ 56 h 20"/>
                <a:gd name="T12" fmla="*/ 16 w 7"/>
                <a:gd name="T13" fmla="*/ 8 h 20"/>
                <a:gd name="T14" fmla="*/ 40 w 7"/>
                <a:gd name="T15" fmla="*/ 16 h 20"/>
                <a:gd name="T16" fmla="*/ 16 w 7"/>
                <a:gd name="T17" fmla="*/ 8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2" y="1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0" y="10"/>
                    <a:pt x="1" y="15"/>
                    <a:pt x="4" y="18"/>
                  </a:cubicBezTo>
                  <a:cubicBezTo>
                    <a:pt x="5" y="20"/>
                    <a:pt x="6" y="20"/>
                    <a:pt x="7" y="20"/>
                  </a:cubicBezTo>
                  <a:cubicBezTo>
                    <a:pt x="6" y="20"/>
                    <a:pt x="5" y="19"/>
                    <a:pt x="4" y="18"/>
                  </a:cubicBezTo>
                  <a:cubicBezTo>
                    <a:pt x="2" y="15"/>
                    <a:pt x="0" y="10"/>
                    <a:pt x="0" y="7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5398">
              <a:extLst>
                <a:ext uri="{FF2B5EF4-FFF2-40B4-BE49-F238E27FC236}">
                  <a16:creationId xmlns:a16="http://schemas.microsoft.com/office/drawing/2014/main" id="{E554B9F2-DD85-4C2F-968E-AF46EC68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779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0 w 22"/>
                <a:gd name="T3" fmla="*/ 0 h 22"/>
                <a:gd name="T4" fmla="*/ 32 w 22"/>
                <a:gd name="T5" fmla="*/ 16 h 22"/>
                <a:gd name="T6" fmla="*/ 64 w 22"/>
                <a:gd name="T7" fmla="*/ 144 h 22"/>
                <a:gd name="T8" fmla="*/ 176 w 22"/>
                <a:gd name="T9" fmla="*/ 112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5399">
              <a:extLst>
                <a:ext uri="{FF2B5EF4-FFF2-40B4-BE49-F238E27FC236}">
                  <a16:creationId xmlns:a16="http://schemas.microsoft.com/office/drawing/2014/main" id="{3BC76EAC-3DC7-49AA-8763-52EE5F38F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779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0 w 22"/>
                <a:gd name="T3" fmla="*/ 0 h 22"/>
                <a:gd name="T4" fmla="*/ 32 w 22"/>
                <a:gd name="T5" fmla="*/ 16 h 22"/>
                <a:gd name="T6" fmla="*/ 64 w 22"/>
                <a:gd name="T7" fmla="*/ 144 h 22"/>
                <a:gd name="T8" fmla="*/ 176 w 22"/>
                <a:gd name="T9" fmla="*/ 112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5400">
              <a:extLst>
                <a:ext uri="{FF2B5EF4-FFF2-40B4-BE49-F238E27FC236}">
                  <a16:creationId xmlns:a16="http://schemas.microsoft.com/office/drawing/2014/main" id="{C9A0C787-777F-4DB5-9D46-6C31520A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787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72 w 12"/>
                <a:gd name="T3" fmla="*/ 88 h 12"/>
                <a:gd name="T4" fmla="*/ 16 w 12"/>
                <a:gd name="T5" fmla="*/ 64 h 12"/>
                <a:gd name="T6" fmla="*/ 8 w 12"/>
                <a:gd name="T7" fmla="*/ 16 h 12"/>
                <a:gd name="T8" fmla="*/ 32 w 12"/>
                <a:gd name="T9" fmla="*/ 0 h 12"/>
                <a:gd name="T10" fmla="*/ 8 w 12"/>
                <a:gd name="T11" fmla="*/ 16 h 12"/>
                <a:gd name="T12" fmla="*/ 16 w 12"/>
                <a:gd name="T13" fmla="*/ 64 h 12"/>
                <a:gd name="T14" fmla="*/ 72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9" y="11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5401">
              <a:extLst>
                <a:ext uri="{FF2B5EF4-FFF2-40B4-BE49-F238E27FC236}">
                  <a16:creationId xmlns:a16="http://schemas.microsoft.com/office/drawing/2014/main" id="{49299FAE-C75A-41C7-806C-8CD6B40BC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775"/>
              <a:ext cx="44" cy="56"/>
            </a:xfrm>
            <a:custGeom>
              <a:avLst/>
              <a:gdLst>
                <a:gd name="T0" fmla="*/ 88 w 22"/>
                <a:gd name="T1" fmla="*/ 8 h 28"/>
                <a:gd name="T2" fmla="*/ 8 w 22"/>
                <a:gd name="T3" fmla="*/ 56 h 28"/>
                <a:gd name="T4" fmla="*/ 40 w 22"/>
                <a:gd name="T5" fmla="*/ 184 h 28"/>
                <a:gd name="T6" fmla="*/ 120 w 22"/>
                <a:gd name="T7" fmla="*/ 208 h 28"/>
                <a:gd name="T8" fmla="*/ 88 w 22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1" y="1"/>
                  </a:moveTo>
                  <a:cubicBezTo>
                    <a:pt x="6" y="0"/>
                    <a:pt x="3" y="3"/>
                    <a:pt x="1" y="7"/>
                  </a:cubicBezTo>
                  <a:cubicBezTo>
                    <a:pt x="0" y="12"/>
                    <a:pt x="1" y="18"/>
                    <a:pt x="5" y="23"/>
                  </a:cubicBezTo>
                  <a:cubicBezTo>
                    <a:pt x="8" y="28"/>
                    <a:pt x="12" y="28"/>
                    <a:pt x="15" y="26"/>
                  </a:cubicBezTo>
                  <a:cubicBezTo>
                    <a:pt x="22" y="22"/>
                    <a:pt x="19" y="5"/>
                    <a:pt x="11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5402">
              <a:extLst>
                <a:ext uri="{FF2B5EF4-FFF2-40B4-BE49-F238E27FC236}">
                  <a16:creationId xmlns:a16="http://schemas.microsoft.com/office/drawing/2014/main" id="{1CE09BBD-EAE7-4C28-96C2-13F68E280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775"/>
              <a:ext cx="44" cy="56"/>
            </a:xfrm>
            <a:custGeom>
              <a:avLst/>
              <a:gdLst>
                <a:gd name="T0" fmla="*/ 88 w 22"/>
                <a:gd name="T1" fmla="*/ 8 h 28"/>
                <a:gd name="T2" fmla="*/ 8 w 22"/>
                <a:gd name="T3" fmla="*/ 56 h 28"/>
                <a:gd name="T4" fmla="*/ 40 w 22"/>
                <a:gd name="T5" fmla="*/ 184 h 28"/>
                <a:gd name="T6" fmla="*/ 120 w 22"/>
                <a:gd name="T7" fmla="*/ 208 h 28"/>
                <a:gd name="T8" fmla="*/ 88 w 22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1" y="1"/>
                  </a:moveTo>
                  <a:cubicBezTo>
                    <a:pt x="6" y="0"/>
                    <a:pt x="3" y="3"/>
                    <a:pt x="1" y="7"/>
                  </a:cubicBezTo>
                  <a:cubicBezTo>
                    <a:pt x="0" y="12"/>
                    <a:pt x="1" y="18"/>
                    <a:pt x="5" y="23"/>
                  </a:cubicBezTo>
                  <a:cubicBezTo>
                    <a:pt x="8" y="28"/>
                    <a:pt x="12" y="28"/>
                    <a:pt x="15" y="26"/>
                  </a:cubicBezTo>
                  <a:cubicBezTo>
                    <a:pt x="22" y="22"/>
                    <a:pt x="19" y="5"/>
                    <a:pt x="11" y="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5403">
              <a:extLst>
                <a:ext uri="{FF2B5EF4-FFF2-40B4-BE49-F238E27FC236}">
                  <a16:creationId xmlns:a16="http://schemas.microsoft.com/office/drawing/2014/main" id="{52DB7354-DFAB-4DF2-9166-9328135E0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785"/>
              <a:ext cx="14" cy="34"/>
            </a:xfrm>
            <a:custGeom>
              <a:avLst/>
              <a:gdLst>
                <a:gd name="T0" fmla="*/ 16 w 7"/>
                <a:gd name="T1" fmla="*/ 8 h 17"/>
                <a:gd name="T2" fmla="*/ 0 w 7"/>
                <a:gd name="T3" fmla="*/ 56 h 17"/>
                <a:gd name="T4" fmla="*/ 32 w 7"/>
                <a:gd name="T5" fmla="*/ 128 h 17"/>
                <a:gd name="T6" fmla="*/ 56 w 7"/>
                <a:gd name="T7" fmla="*/ 128 h 17"/>
                <a:gd name="T8" fmla="*/ 32 w 7"/>
                <a:gd name="T9" fmla="*/ 128 h 17"/>
                <a:gd name="T10" fmla="*/ 0 w 7"/>
                <a:gd name="T11" fmla="*/ 56 h 17"/>
                <a:gd name="T12" fmla="*/ 16 w 7"/>
                <a:gd name="T13" fmla="*/ 8 h 17"/>
                <a:gd name="T14" fmla="*/ 40 w 7"/>
                <a:gd name="T15" fmla="*/ 8 h 17"/>
                <a:gd name="T16" fmla="*/ 16 w 7"/>
                <a:gd name="T17" fmla="*/ 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17">
                  <a:moveTo>
                    <a:pt x="2" y="1"/>
                  </a:moveTo>
                  <a:cubicBezTo>
                    <a:pt x="0" y="1"/>
                    <a:pt x="0" y="4"/>
                    <a:pt x="0" y="7"/>
                  </a:cubicBezTo>
                  <a:cubicBezTo>
                    <a:pt x="0" y="10"/>
                    <a:pt x="1" y="14"/>
                    <a:pt x="4" y="16"/>
                  </a:cubicBezTo>
                  <a:cubicBezTo>
                    <a:pt x="5" y="16"/>
                    <a:pt x="6" y="17"/>
                    <a:pt x="7" y="16"/>
                  </a:cubicBezTo>
                  <a:cubicBezTo>
                    <a:pt x="6" y="17"/>
                    <a:pt x="5" y="16"/>
                    <a:pt x="4" y="16"/>
                  </a:cubicBezTo>
                  <a:cubicBezTo>
                    <a:pt x="2" y="14"/>
                    <a:pt x="0" y="10"/>
                    <a:pt x="0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5404">
              <a:extLst>
                <a:ext uri="{FF2B5EF4-FFF2-40B4-BE49-F238E27FC236}">
                  <a16:creationId xmlns:a16="http://schemas.microsoft.com/office/drawing/2014/main" id="{1F5DAA4E-8054-46D0-8375-800C5C9DB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601"/>
              <a:ext cx="44" cy="46"/>
            </a:xfrm>
            <a:custGeom>
              <a:avLst/>
              <a:gdLst>
                <a:gd name="T0" fmla="*/ 136 w 22"/>
                <a:gd name="T1" fmla="*/ 32 h 23"/>
                <a:gd name="T2" fmla="*/ 80 w 22"/>
                <a:gd name="T3" fmla="*/ 0 h 23"/>
                <a:gd name="T4" fmla="*/ 32 w 22"/>
                <a:gd name="T5" fmla="*/ 24 h 23"/>
                <a:gd name="T6" fmla="*/ 64 w 22"/>
                <a:gd name="T7" fmla="*/ 152 h 23"/>
                <a:gd name="T8" fmla="*/ 176 w 22"/>
                <a:gd name="T9" fmla="*/ 120 h 23"/>
                <a:gd name="T10" fmla="*/ 136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3"/>
                    <a:pt x="20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5405">
              <a:extLst>
                <a:ext uri="{FF2B5EF4-FFF2-40B4-BE49-F238E27FC236}">
                  <a16:creationId xmlns:a16="http://schemas.microsoft.com/office/drawing/2014/main" id="{68180DE6-20EC-4A49-A760-6540D917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601"/>
              <a:ext cx="44" cy="46"/>
            </a:xfrm>
            <a:custGeom>
              <a:avLst/>
              <a:gdLst>
                <a:gd name="T0" fmla="*/ 136 w 22"/>
                <a:gd name="T1" fmla="*/ 32 h 23"/>
                <a:gd name="T2" fmla="*/ 80 w 22"/>
                <a:gd name="T3" fmla="*/ 0 h 23"/>
                <a:gd name="T4" fmla="*/ 32 w 22"/>
                <a:gd name="T5" fmla="*/ 24 h 23"/>
                <a:gd name="T6" fmla="*/ 64 w 22"/>
                <a:gd name="T7" fmla="*/ 152 h 23"/>
                <a:gd name="T8" fmla="*/ 176 w 22"/>
                <a:gd name="T9" fmla="*/ 120 h 23"/>
                <a:gd name="T10" fmla="*/ 136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3"/>
                    <a:pt x="20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5406">
              <a:extLst>
                <a:ext uri="{FF2B5EF4-FFF2-40B4-BE49-F238E27FC236}">
                  <a16:creationId xmlns:a16="http://schemas.microsoft.com/office/drawing/2014/main" id="{01A2519E-A612-4FAD-8C1E-15B2704DB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609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72 w 11"/>
                <a:gd name="T3" fmla="*/ 88 h 12"/>
                <a:gd name="T4" fmla="*/ 16 w 11"/>
                <a:gd name="T5" fmla="*/ 64 h 12"/>
                <a:gd name="T6" fmla="*/ 8 w 11"/>
                <a:gd name="T7" fmla="*/ 24 h 12"/>
                <a:gd name="T8" fmla="*/ 32 w 11"/>
                <a:gd name="T9" fmla="*/ 0 h 12"/>
                <a:gd name="T10" fmla="*/ 8 w 11"/>
                <a:gd name="T11" fmla="*/ 24 h 12"/>
                <a:gd name="T12" fmla="*/ 16 w 11"/>
                <a:gd name="T13" fmla="*/ 72 h 12"/>
                <a:gd name="T14" fmla="*/ 72 w 11"/>
                <a:gd name="T15" fmla="*/ 96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1"/>
                    <a:pt x="9" y="11"/>
                  </a:cubicBezTo>
                  <a:cubicBezTo>
                    <a:pt x="7" y="12"/>
                    <a:pt x="5" y="12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3" y="1"/>
                    <a:pt x="4" y="0"/>
                  </a:cubicBezTo>
                  <a:cubicBezTo>
                    <a:pt x="3" y="1"/>
                    <a:pt x="1" y="1"/>
                    <a:pt x="1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1" y="11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5407">
              <a:extLst>
                <a:ext uri="{FF2B5EF4-FFF2-40B4-BE49-F238E27FC236}">
                  <a16:creationId xmlns:a16="http://schemas.microsoft.com/office/drawing/2014/main" id="{CE729801-5123-4EFB-A263-39CEC9C55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727"/>
              <a:ext cx="40" cy="48"/>
            </a:xfrm>
            <a:custGeom>
              <a:avLst/>
              <a:gdLst>
                <a:gd name="T0" fmla="*/ 128 w 20"/>
                <a:gd name="T1" fmla="*/ 144 h 24"/>
                <a:gd name="T2" fmla="*/ 152 w 20"/>
                <a:gd name="T3" fmla="*/ 168 h 24"/>
                <a:gd name="T4" fmla="*/ 136 w 20"/>
                <a:gd name="T5" fmla="*/ 184 h 24"/>
                <a:gd name="T6" fmla="*/ 120 w 20"/>
                <a:gd name="T7" fmla="*/ 176 h 24"/>
                <a:gd name="T8" fmla="*/ 104 w 20"/>
                <a:gd name="T9" fmla="*/ 192 h 24"/>
                <a:gd name="T10" fmla="*/ 80 w 20"/>
                <a:gd name="T11" fmla="*/ 176 h 24"/>
                <a:gd name="T12" fmla="*/ 56 w 20"/>
                <a:gd name="T13" fmla="*/ 152 h 24"/>
                <a:gd name="T14" fmla="*/ 40 w 20"/>
                <a:gd name="T15" fmla="*/ 136 h 24"/>
                <a:gd name="T16" fmla="*/ 24 w 20"/>
                <a:gd name="T17" fmla="*/ 120 h 24"/>
                <a:gd name="T18" fmla="*/ 24 w 20"/>
                <a:gd name="T19" fmla="*/ 96 h 24"/>
                <a:gd name="T20" fmla="*/ 8 w 20"/>
                <a:gd name="T21" fmla="*/ 72 h 24"/>
                <a:gd name="T22" fmla="*/ 32 w 20"/>
                <a:gd name="T23" fmla="*/ 24 h 24"/>
                <a:gd name="T24" fmla="*/ 56 w 20"/>
                <a:gd name="T25" fmla="*/ 8 h 24"/>
                <a:gd name="T26" fmla="*/ 80 w 20"/>
                <a:gd name="T27" fmla="*/ 16 h 24"/>
                <a:gd name="T28" fmla="*/ 104 w 20"/>
                <a:gd name="T29" fmla="*/ 8 h 24"/>
                <a:gd name="T30" fmla="*/ 112 w 20"/>
                <a:gd name="T31" fmla="*/ 16 h 24"/>
                <a:gd name="T32" fmla="*/ 96 w 20"/>
                <a:gd name="T33" fmla="*/ 32 h 24"/>
                <a:gd name="T34" fmla="*/ 112 w 20"/>
                <a:gd name="T35" fmla="*/ 48 h 24"/>
                <a:gd name="T36" fmla="*/ 104 w 20"/>
                <a:gd name="T37" fmla="*/ 72 h 24"/>
                <a:gd name="T38" fmla="*/ 112 w 20"/>
                <a:gd name="T39" fmla="*/ 88 h 24"/>
                <a:gd name="T40" fmla="*/ 112 w 20"/>
                <a:gd name="T41" fmla="*/ 112 h 24"/>
                <a:gd name="T42" fmla="*/ 128 w 20"/>
                <a:gd name="T43" fmla="*/ 144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4">
                  <a:moveTo>
                    <a:pt x="16" y="18"/>
                  </a:moveTo>
                  <a:cubicBezTo>
                    <a:pt x="17" y="20"/>
                    <a:pt x="20" y="19"/>
                    <a:pt x="19" y="21"/>
                  </a:cubicBezTo>
                  <a:cubicBezTo>
                    <a:pt x="18" y="22"/>
                    <a:pt x="18" y="23"/>
                    <a:pt x="17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4" y="22"/>
                    <a:pt x="14" y="24"/>
                    <a:pt x="13" y="24"/>
                  </a:cubicBezTo>
                  <a:cubicBezTo>
                    <a:pt x="11" y="24"/>
                    <a:pt x="11" y="22"/>
                    <a:pt x="10" y="22"/>
                  </a:cubicBezTo>
                  <a:cubicBezTo>
                    <a:pt x="9" y="22"/>
                    <a:pt x="8" y="20"/>
                    <a:pt x="7" y="19"/>
                  </a:cubicBezTo>
                  <a:cubicBezTo>
                    <a:pt x="7" y="18"/>
                    <a:pt x="6" y="18"/>
                    <a:pt x="5" y="17"/>
                  </a:cubicBezTo>
                  <a:cubicBezTo>
                    <a:pt x="4" y="17"/>
                    <a:pt x="3" y="16"/>
                    <a:pt x="3" y="15"/>
                  </a:cubicBezTo>
                  <a:cubicBezTo>
                    <a:pt x="2" y="13"/>
                    <a:pt x="3" y="13"/>
                    <a:pt x="3" y="12"/>
                  </a:cubicBezTo>
                  <a:cubicBezTo>
                    <a:pt x="3" y="10"/>
                    <a:pt x="1" y="10"/>
                    <a:pt x="1" y="9"/>
                  </a:cubicBezTo>
                  <a:cubicBezTo>
                    <a:pt x="0" y="7"/>
                    <a:pt x="2" y="4"/>
                    <a:pt x="4" y="3"/>
                  </a:cubicBezTo>
                  <a:cubicBezTo>
                    <a:pt x="5" y="3"/>
                    <a:pt x="6" y="2"/>
                    <a:pt x="7" y="1"/>
                  </a:cubicBezTo>
                  <a:cubicBezTo>
                    <a:pt x="8" y="0"/>
                    <a:pt x="9" y="2"/>
                    <a:pt x="10" y="2"/>
                  </a:cubicBezTo>
                  <a:cubicBezTo>
                    <a:pt x="12" y="2"/>
                    <a:pt x="11" y="1"/>
                    <a:pt x="13" y="1"/>
                  </a:cubicBezTo>
                  <a:cubicBezTo>
                    <a:pt x="14" y="0"/>
                    <a:pt x="15" y="1"/>
                    <a:pt x="14" y="2"/>
                  </a:cubicBezTo>
                  <a:cubicBezTo>
                    <a:pt x="14" y="3"/>
                    <a:pt x="12" y="3"/>
                    <a:pt x="12" y="4"/>
                  </a:cubicBezTo>
                  <a:cubicBezTo>
                    <a:pt x="12" y="5"/>
                    <a:pt x="14" y="5"/>
                    <a:pt x="14" y="6"/>
                  </a:cubicBezTo>
                  <a:cubicBezTo>
                    <a:pt x="15" y="7"/>
                    <a:pt x="14" y="7"/>
                    <a:pt x="13" y="9"/>
                  </a:cubicBezTo>
                  <a:cubicBezTo>
                    <a:pt x="12" y="10"/>
                    <a:pt x="14" y="10"/>
                    <a:pt x="14" y="11"/>
                  </a:cubicBezTo>
                  <a:cubicBezTo>
                    <a:pt x="15" y="12"/>
                    <a:pt x="15" y="13"/>
                    <a:pt x="14" y="14"/>
                  </a:cubicBezTo>
                  <a:cubicBezTo>
                    <a:pt x="13" y="17"/>
                    <a:pt x="16" y="16"/>
                    <a:pt x="16" y="18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5408">
              <a:extLst>
                <a:ext uri="{FF2B5EF4-FFF2-40B4-BE49-F238E27FC236}">
                  <a16:creationId xmlns:a16="http://schemas.microsoft.com/office/drawing/2014/main" id="{D503DD7C-CF37-4A41-9DDB-93CD0873B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733"/>
              <a:ext cx="8" cy="16"/>
            </a:xfrm>
            <a:custGeom>
              <a:avLst/>
              <a:gdLst>
                <a:gd name="T0" fmla="*/ 24 w 4"/>
                <a:gd name="T1" fmla="*/ 8 h 8"/>
                <a:gd name="T2" fmla="*/ 0 w 4"/>
                <a:gd name="T3" fmla="*/ 40 h 8"/>
                <a:gd name="T4" fmla="*/ 16 w 4"/>
                <a:gd name="T5" fmla="*/ 64 h 8"/>
                <a:gd name="T6" fmla="*/ 16 w 4"/>
                <a:gd name="T7" fmla="*/ 48 h 8"/>
                <a:gd name="T8" fmla="*/ 16 w 4"/>
                <a:gd name="T9" fmla="*/ 40 h 8"/>
                <a:gd name="T10" fmla="*/ 24 w 4"/>
                <a:gd name="T11" fmla="*/ 24 h 8"/>
                <a:gd name="T12" fmla="*/ 32 w 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2" y="7"/>
                    <a:pt x="2" y="8"/>
                  </a:cubicBezTo>
                  <a:cubicBezTo>
                    <a:pt x="2" y="8"/>
                    <a:pt x="3" y="7"/>
                    <a:pt x="2" y="6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1" y="4"/>
                    <a:pt x="3" y="4"/>
                    <a:pt x="3" y="3"/>
                  </a:cubicBezTo>
                  <a:cubicBezTo>
                    <a:pt x="4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5409">
              <a:extLst>
                <a:ext uri="{FF2B5EF4-FFF2-40B4-BE49-F238E27FC236}">
                  <a16:creationId xmlns:a16="http://schemas.microsoft.com/office/drawing/2014/main" id="{72D034EC-F848-4C80-BC35-785C879CC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753"/>
              <a:ext cx="10" cy="12"/>
            </a:xfrm>
            <a:custGeom>
              <a:avLst/>
              <a:gdLst>
                <a:gd name="T0" fmla="*/ 8 w 5"/>
                <a:gd name="T1" fmla="*/ 0 h 6"/>
                <a:gd name="T2" fmla="*/ 16 w 5"/>
                <a:gd name="T3" fmla="*/ 32 h 6"/>
                <a:gd name="T4" fmla="*/ 40 w 5"/>
                <a:gd name="T5" fmla="*/ 48 h 6"/>
                <a:gd name="T6" fmla="*/ 32 w 5"/>
                <a:gd name="T7" fmla="*/ 24 h 6"/>
                <a:gd name="T8" fmla="*/ 8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4" y="5"/>
                    <a:pt x="4" y="4"/>
                    <a:pt x="5" y="6"/>
                  </a:cubicBezTo>
                  <a:cubicBezTo>
                    <a:pt x="5" y="5"/>
                    <a:pt x="5" y="4"/>
                    <a:pt x="4" y="3"/>
                  </a:cubicBezTo>
                  <a:cubicBezTo>
                    <a:pt x="3" y="3"/>
                    <a:pt x="0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5410">
              <a:extLst>
                <a:ext uri="{FF2B5EF4-FFF2-40B4-BE49-F238E27FC236}">
                  <a16:creationId xmlns:a16="http://schemas.microsoft.com/office/drawing/2014/main" id="{BC5AA2F8-7C9F-4C6C-8256-8BB3ACC8F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747"/>
              <a:ext cx="6" cy="12"/>
            </a:xfrm>
            <a:custGeom>
              <a:avLst/>
              <a:gdLst>
                <a:gd name="T0" fmla="*/ 8 w 3"/>
                <a:gd name="T1" fmla="*/ 8 h 6"/>
                <a:gd name="T2" fmla="*/ 8 w 3"/>
                <a:gd name="T3" fmla="*/ 24 h 6"/>
                <a:gd name="T4" fmla="*/ 8 w 3"/>
                <a:gd name="T5" fmla="*/ 32 h 6"/>
                <a:gd name="T6" fmla="*/ 24 w 3"/>
                <a:gd name="T7" fmla="*/ 48 h 6"/>
                <a:gd name="T8" fmla="*/ 0 w 3"/>
                <a:gd name="T9" fmla="*/ 24 h 6"/>
                <a:gd name="T10" fmla="*/ 0 w 3"/>
                <a:gd name="T11" fmla="*/ 8 h 6"/>
                <a:gd name="T12" fmla="*/ 8 w 3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5411">
              <a:extLst>
                <a:ext uri="{FF2B5EF4-FFF2-40B4-BE49-F238E27FC236}">
                  <a16:creationId xmlns:a16="http://schemas.microsoft.com/office/drawing/2014/main" id="{2D17AADD-7E70-4DFF-A2DE-B4855A3D4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767"/>
              <a:ext cx="14" cy="8"/>
            </a:xfrm>
            <a:custGeom>
              <a:avLst/>
              <a:gdLst>
                <a:gd name="T0" fmla="*/ 0 w 7"/>
                <a:gd name="T1" fmla="*/ 0 h 4"/>
                <a:gd name="T2" fmla="*/ 16 w 7"/>
                <a:gd name="T3" fmla="*/ 16 h 4"/>
                <a:gd name="T4" fmla="*/ 24 w 7"/>
                <a:gd name="T5" fmla="*/ 16 h 4"/>
                <a:gd name="T6" fmla="*/ 32 w 7"/>
                <a:gd name="T7" fmla="*/ 24 h 4"/>
                <a:gd name="T8" fmla="*/ 56 w 7"/>
                <a:gd name="T9" fmla="*/ 16 h 4"/>
                <a:gd name="T10" fmla="*/ 48 w 7"/>
                <a:gd name="T11" fmla="*/ 8 h 4"/>
                <a:gd name="T12" fmla="*/ 32 w 7"/>
                <a:gd name="T13" fmla="*/ 8 h 4"/>
                <a:gd name="T14" fmla="*/ 16 w 7"/>
                <a:gd name="T15" fmla="*/ 8 h 4"/>
                <a:gd name="T16" fmla="*/ 0 w 7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4" y="3"/>
                  </a:cubicBezTo>
                  <a:cubicBezTo>
                    <a:pt x="5" y="4"/>
                    <a:pt x="5" y="2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2"/>
                    <a:pt x="4" y="2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5412">
              <a:extLst>
                <a:ext uri="{FF2B5EF4-FFF2-40B4-BE49-F238E27FC236}">
                  <a16:creationId xmlns:a16="http://schemas.microsoft.com/office/drawing/2014/main" id="{CC50840B-6C1C-4D9A-9BA1-E1F01CF7B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767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24 w 5"/>
                <a:gd name="T3" fmla="*/ 16 h 2"/>
                <a:gd name="T4" fmla="*/ 0 w 5"/>
                <a:gd name="T5" fmla="*/ 8 h 2"/>
                <a:gd name="T6" fmla="*/ 24 w 5"/>
                <a:gd name="T7" fmla="*/ 8 h 2"/>
                <a:gd name="T8" fmla="*/ 40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cubicBezTo>
                    <a:pt x="1" y="1"/>
                    <a:pt x="3" y="2"/>
                    <a:pt x="3" y="1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5413">
              <a:extLst>
                <a:ext uri="{FF2B5EF4-FFF2-40B4-BE49-F238E27FC236}">
                  <a16:creationId xmlns:a16="http://schemas.microsoft.com/office/drawing/2014/main" id="{5A9E48EC-7D15-4341-A3C7-C0ED4AB4B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747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16 h 3"/>
                <a:gd name="T4" fmla="*/ 8 w 1"/>
                <a:gd name="T5" fmla="*/ 24 h 3"/>
                <a:gd name="T6" fmla="*/ 0 w 1"/>
                <a:gd name="T7" fmla="*/ 16 h 3"/>
                <a:gd name="T8" fmla="*/ 0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5414">
              <a:extLst>
                <a:ext uri="{FF2B5EF4-FFF2-40B4-BE49-F238E27FC236}">
                  <a16:creationId xmlns:a16="http://schemas.microsoft.com/office/drawing/2014/main" id="{200D5A2D-05CD-47E1-9FD2-9F4FD5E19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729"/>
              <a:ext cx="6" cy="4"/>
            </a:xfrm>
            <a:custGeom>
              <a:avLst/>
              <a:gdLst>
                <a:gd name="T0" fmla="*/ 16 w 3"/>
                <a:gd name="T1" fmla="*/ 0 h 2"/>
                <a:gd name="T2" fmla="*/ 0 w 3"/>
                <a:gd name="T3" fmla="*/ 16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5415">
              <a:extLst>
                <a:ext uri="{FF2B5EF4-FFF2-40B4-BE49-F238E27FC236}">
                  <a16:creationId xmlns:a16="http://schemas.microsoft.com/office/drawing/2014/main" id="{681C361F-14A8-4070-A699-F6172E428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741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16 h 4"/>
                <a:gd name="T4" fmla="*/ 16 w 3"/>
                <a:gd name="T5" fmla="*/ 32 h 4"/>
                <a:gd name="T6" fmla="*/ 16 w 3"/>
                <a:gd name="T7" fmla="*/ 16 h 4"/>
                <a:gd name="T8" fmla="*/ 8 w 3"/>
                <a:gd name="T9" fmla="*/ 8 h 4"/>
                <a:gd name="T10" fmla="*/ 8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3"/>
                    <a:pt x="3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5416">
              <a:extLst>
                <a:ext uri="{FF2B5EF4-FFF2-40B4-BE49-F238E27FC236}">
                  <a16:creationId xmlns:a16="http://schemas.microsoft.com/office/drawing/2014/main" id="{ABD8981C-4489-45F1-8241-314F74327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769"/>
              <a:ext cx="12" cy="4"/>
            </a:xfrm>
            <a:custGeom>
              <a:avLst/>
              <a:gdLst>
                <a:gd name="T0" fmla="*/ 0 w 6"/>
                <a:gd name="T1" fmla="*/ 8 h 2"/>
                <a:gd name="T2" fmla="*/ 24 w 6"/>
                <a:gd name="T3" fmla="*/ 16 h 2"/>
                <a:gd name="T4" fmla="*/ 48 w 6"/>
                <a:gd name="T5" fmla="*/ 8 h 2"/>
                <a:gd name="T6" fmla="*/ 32 w 6"/>
                <a:gd name="T7" fmla="*/ 8 h 2"/>
                <a:gd name="T8" fmla="*/ 24 w 6"/>
                <a:gd name="T9" fmla="*/ 8 h 2"/>
                <a:gd name="T10" fmla="*/ 16 w 6"/>
                <a:gd name="T11" fmla="*/ 0 h 2"/>
                <a:gd name="T12" fmla="*/ 8 w 6"/>
                <a:gd name="T13" fmla="*/ 8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0"/>
                    <a:pt x="2" y="2"/>
                    <a:pt x="3" y="2"/>
                  </a:cubicBezTo>
                  <a:cubicBezTo>
                    <a:pt x="4" y="2"/>
                    <a:pt x="5" y="1"/>
                    <a:pt x="6" y="1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5417">
              <a:extLst>
                <a:ext uri="{FF2B5EF4-FFF2-40B4-BE49-F238E27FC236}">
                  <a16:creationId xmlns:a16="http://schemas.microsoft.com/office/drawing/2014/main" id="{89C6E2E4-1F09-44A3-B824-D4C55CAA9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769"/>
              <a:ext cx="6" cy="2"/>
            </a:xfrm>
            <a:custGeom>
              <a:avLst/>
              <a:gdLst>
                <a:gd name="T0" fmla="*/ 16 w 3"/>
                <a:gd name="T1" fmla="*/ 0 h 1"/>
                <a:gd name="T2" fmla="*/ 16 w 3"/>
                <a:gd name="T3" fmla="*/ 8 h 1"/>
                <a:gd name="T4" fmla="*/ 0 w 3"/>
                <a:gd name="T5" fmla="*/ 8 h 1"/>
                <a:gd name="T6" fmla="*/ 24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5418">
              <a:extLst>
                <a:ext uri="{FF2B5EF4-FFF2-40B4-BE49-F238E27FC236}">
                  <a16:creationId xmlns:a16="http://schemas.microsoft.com/office/drawing/2014/main" id="{E980B548-F441-4FEC-922D-CC77BEA66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759"/>
              <a:ext cx="8" cy="6"/>
            </a:xfrm>
            <a:custGeom>
              <a:avLst/>
              <a:gdLst>
                <a:gd name="T0" fmla="*/ 8 w 4"/>
                <a:gd name="T1" fmla="*/ 0 h 3"/>
                <a:gd name="T2" fmla="*/ 32 w 4"/>
                <a:gd name="T3" fmla="*/ 24 h 3"/>
                <a:gd name="T4" fmla="*/ 16 w 4"/>
                <a:gd name="T5" fmla="*/ 8 h 3"/>
                <a:gd name="T6" fmla="*/ 8 w 4"/>
                <a:gd name="T7" fmla="*/ 0 h 3"/>
                <a:gd name="T8" fmla="*/ 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1"/>
                    <a:pt x="3" y="1"/>
                    <a:pt x="4" y="3"/>
                  </a:cubicBezTo>
                  <a:cubicBezTo>
                    <a:pt x="4" y="2"/>
                    <a:pt x="3" y="1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5419">
              <a:extLst>
                <a:ext uri="{FF2B5EF4-FFF2-40B4-BE49-F238E27FC236}">
                  <a16:creationId xmlns:a16="http://schemas.microsoft.com/office/drawing/2014/main" id="{12695B7C-20F1-482D-9EEA-D4025AAF5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755"/>
              <a:ext cx="8" cy="12"/>
            </a:xfrm>
            <a:custGeom>
              <a:avLst/>
              <a:gdLst>
                <a:gd name="T0" fmla="*/ 0 w 4"/>
                <a:gd name="T1" fmla="*/ 0 h 6"/>
                <a:gd name="T2" fmla="*/ 16 w 4"/>
                <a:gd name="T3" fmla="*/ 24 h 6"/>
                <a:gd name="T4" fmla="*/ 32 w 4"/>
                <a:gd name="T5" fmla="*/ 40 h 6"/>
                <a:gd name="T6" fmla="*/ 8 w 4"/>
                <a:gd name="T7" fmla="*/ 32 h 6"/>
                <a:gd name="T8" fmla="*/ 0 w 4"/>
                <a:gd name="T9" fmla="*/ 16 h 6"/>
                <a:gd name="T10" fmla="*/ 0 w 4"/>
                <a:gd name="T11" fmla="*/ 8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3" y="4"/>
                    <a:pt x="3" y="5"/>
                    <a:pt x="4" y="5"/>
                  </a:cubicBezTo>
                  <a:cubicBezTo>
                    <a:pt x="3" y="6"/>
                    <a:pt x="2" y="4"/>
                    <a:pt x="1" y="4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5420">
              <a:extLst>
                <a:ext uri="{FF2B5EF4-FFF2-40B4-BE49-F238E27FC236}">
                  <a16:creationId xmlns:a16="http://schemas.microsoft.com/office/drawing/2014/main" id="{A84AEE64-86DD-44B9-AEAE-FC3B5D7AB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735"/>
              <a:ext cx="8" cy="8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32 h 4"/>
                <a:gd name="T4" fmla="*/ 16 w 4"/>
                <a:gd name="T5" fmla="*/ 16 h 4"/>
                <a:gd name="T6" fmla="*/ 8 w 4"/>
                <a:gd name="T7" fmla="*/ 16 h 4"/>
                <a:gd name="T8" fmla="*/ 8 w 4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4" y="2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5421">
              <a:extLst>
                <a:ext uri="{FF2B5EF4-FFF2-40B4-BE49-F238E27FC236}">
                  <a16:creationId xmlns:a16="http://schemas.microsoft.com/office/drawing/2014/main" id="{3FB1556C-C714-4BAA-8134-69350880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729"/>
              <a:ext cx="8" cy="4"/>
            </a:xfrm>
            <a:custGeom>
              <a:avLst/>
              <a:gdLst>
                <a:gd name="T0" fmla="*/ 32 w 4"/>
                <a:gd name="T1" fmla="*/ 8 h 2"/>
                <a:gd name="T2" fmla="*/ 0 w 4"/>
                <a:gd name="T3" fmla="*/ 16 h 2"/>
                <a:gd name="T4" fmla="*/ 16 w 4"/>
                <a:gd name="T5" fmla="*/ 8 h 2"/>
                <a:gd name="T6" fmla="*/ 32 w 4"/>
                <a:gd name="T7" fmla="*/ 8 h 2"/>
                <a:gd name="T8" fmla="*/ 32 w 4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5422">
              <a:extLst>
                <a:ext uri="{FF2B5EF4-FFF2-40B4-BE49-F238E27FC236}">
                  <a16:creationId xmlns:a16="http://schemas.microsoft.com/office/drawing/2014/main" id="{B0F32729-2F84-499C-8D77-87BF416B8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727"/>
              <a:ext cx="40" cy="48"/>
            </a:xfrm>
            <a:custGeom>
              <a:avLst/>
              <a:gdLst>
                <a:gd name="T0" fmla="*/ 128 w 20"/>
                <a:gd name="T1" fmla="*/ 144 h 24"/>
                <a:gd name="T2" fmla="*/ 152 w 20"/>
                <a:gd name="T3" fmla="*/ 168 h 24"/>
                <a:gd name="T4" fmla="*/ 136 w 20"/>
                <a:gd name="T5" fmla="*/ 184 h 24"/>
                <a:gd name="T6" fmla="*/ 120 w 20"/>
                <a:gd name="T7" fmla="*/ 176 h 24"/>
                <a:gd name="T8" fmla="*/ 104 w 20"/>
                <a:gd name="T9" fmla="*/ 192 h 24"/>
                <a:gd name="T10" fmla="*/ 80 w 20"/>
                <a:gd name="T11" fmla="*/ 176 h 24"/>
                <a:gd name="T12" fmla="*/ 56 w 20"/>
                <a:gd name="T13" fmla="*/ 152 h 24"/>
                <a:gd name="T14" fmla="*/ 40 w 20"/>
                <a:gd name="T15" fmla="*/ 136 h 24"/>
                <a:gd name="T16" fmla="*/ 24 w 20"/>
                <a:gd name="T17" fmla="*/ 120 h 24"/>
                <a:gd name="T18" fmla="*/ 24 w 20"/>
                <a:gd name="T19" fmla="*/ 96 h 24"/>
                <a:gd name="T20" fmla="*/ 8 w 20"/>
                <a:gd name="T21" fmla="*/ 72 h 24"/>
                <a:gd name="T22" fmla="*/ 32 w 20"/>
                <a:gd name="T23" fmla="*/ 24 h 24"/>
                <a:gd name="T24" fmla="*/ 56 w 20"/>
                <a:gd name="T25" fmla="*/ 8 h 24"/>
                <a:gd name="T26" fmla="*/ 80 w 20"/>
                <a:gd name="T27" fmla="*/ 16 h 24"/>
                <a:gd name="T28" fmla="*/ 104 w 20"/>
                <a:gd name="T29" fmla="*/ 8 h 24"/>
                <a:gd name="T30" fmla="*/ 112 w 20"/>
                <a:gd name="T31" fmla="*/ 16 h 24"/>
                <a:gd name="T32" fmla="*/ 96 w 20"/>
                <a:gd name="T33" fmla="*/ 32 h 24"/>
                <a:gd name="T34" fmla="*/ 112 w 20"/>
                <a:gd name="T35" fmla="*/ 48 h 24"/>
                <a:gd name="T36" fmla="*/ 104 w 20"/>
                <a:gd name="T37" fmla="*/ 72 h 24"/>
                <a:gd name="T38" fmla="*/ 112 w 20"/>
                <a:gd name="T39" fmla="*/ 88 h 24"/>
                <a:gd name="T40" fmla="*/ 112 w 20"/>
                <a:gd name="T41" fmla="*/ 112 h 24"/>
                <a:gd name="T42" fmla="*/ 128 w 20"/>
                <a:gd name="T43" fmla="*/ 144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4">
                  <a:moveTo>
                    <a:pt x="16" y="18"/>
                  </a:moveTo>
                  <a:cubicBezTo>
                    <a:pt x="17" y="20"/>
                    <a:pt x="20" y="19"/>
                    <a:pt x="19" y="21"/>
                  </a:cubicBezTo>
                  <a:cubicBezTo>
                    <a:pt x="18" y="22"/>
                    <a:pt x="18" y="23"/>
                    <a:pt x="17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4" y="22"/>
                    <a:pt x="14" y="24"/>
                    <a:pt x="13" y="24"/>
                  </a:cubicBezTo>
                  <a:cubicBezTo>
                    <a:pt x="11" y="24"/>
                    <a:pt x="11" y="22"/>
                    <a:pt x="10" y="22"/>
                  </a:cubicBezTo>
                  <a:cubicBezTo>
                    <a:pt x="9" y="22"/>
                    <a:pt x="8" y="20"/>
                    <a:pt x="7" y="19"/>
                  </a:cubicBezTo>
                  <a:cubicBezTo>
                    <a:pt x="7" y="18"/>
                    <a:pt x="6" y="18"/>
                    <a:pt x="5" y="17"/>
                  </a:cubicBezTo>
                  <a:cubicBezTo>
                    <a:pt x="4" y="17"/>
                    <a:pt x="3" y="16"/>
                    <a:pt x="3" y="15"/>
                  </a:cubicBezTo>
                  <a:cubicBezTo>
                    <a:pt x="2" y="13"/>
                    <a:pt x="3" y="13"/>
                    <a:pt x="3" y="12"/>
                  </a:cubicBezTo>
                  <a:cubicBezTo>
                    <a:pt x="3" y="10"/>
                    <a:pt x="1" y="10"/>
                    <a:pt x="1" y="9"/>
                  </a:cubicBezTo>
                  <a:cubicBezTo>
                    <a:pt x="0" y="7"/>
                    <a:pt x="2" y="4"/>
                    <a:pt x="4" y="3"/>
                  </a:cubicBezTo>
                  <a:cubicBezTo>
                    <a:pt x="5" y="3"/>
                    <a:pt x="6" y="2"/>
                    <a:pt x="7" y="1"/>
                  </a:cubicBezTo>
                  <a:cubicBezTo>
                    <a:pt x="8" y="0"/>
                    <a:pt x="9" y="2"/>
                    <a:pt x="10" y="2"/>
                  </a:cubicBezTo>
                  <a:cubicBezTo>
                    <a:pt x="12" y="2"/>
                    <a:pt x="11" y="1"/>
                    <a:pt x="13" y="1"/>
                  </a:cubicBezTo>
                  <a:cubicBezTo>
                    <a:pt x="14" y="0"/>
                    <a:pt x="15" y="1"/>
                    <a:pt x="14" y="2"/>
                  </a:cubicBezTo>
                  <a:cubicBezTo>
                    <a:pt x="14" y="3"/>
                    <a:pt x="12" y="3"/>
                    <a:pt x="12" y="4"/>
                  </a:cubicBezTo>
                  <a:cubicBezTo>
                    <a:pt x="12" y="5"/>
                    <a:pt x="14" y="5"/>
                    <a:pt x="14" y="6"/>
                  </a:cubicBezTo>
                  <a:cubicBezTo>
                    <a:pt x="15" y="7"/>
                    <a:pt x="14" y="7"/>
                    <a:pt x="13" y="9"/>
                  </a:cubicBezTo>
                  <a:cubicBezTo>
                    <a:pt x="12" y="10"/>
                    <a:pt x="14" y="10"/>
                    <a:pt x="14" y="11"/>
                  </a:cubicBezTo>
                  <a:cubicBezTo>
                    <a:pt x="15" y="12"/>
                    <a:pt x="15" y="13"/>
                    <a:pt x="14" y="14"/>
                  </a:cubicBezTo>
                  <a:cubicBezTo>
                    <a:pt x="13" y="17"/>
                    <a:pt x="16" y="16"/>
                    <a:pt x="16" y="1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5423">
              <a:extLst>
                <a:ext uri="{FF2B5EF4-FFF2-40B4-BE49-F238E27FC236}">
                  <a16:creationId xmlns:a16="http://schemas.microsoft.com/office/drawing/2014/main" id="{6BE96961-4599-495C-8BEC-59B4FAD0A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745"/>
              <a:ext cx="2" cy="8"/>
            </a:xfrm>
            <a:custGeom>
              <a:avLst/>
              <a:gdLst>
                <a:gd name="T0" fmla="*/ 0 w 1"/>
                <a:gd name="T1" fmla="*/ 32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5424">
              <a:extLst>
                <a:ext uri="{FF2B5EF4-FFF2-40B4-BE49-F238E27FC236}">
                  <a16:creationId xmlns:a16="http://schemas.microsoft.com/office/drawing/2014/main" id="{EBF5D165-1FB8-4374-B035-4F5ECB9BA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745"/>
              <a:ext cx="2" cy="6"/>
            </a:xfrm>
            <a:custGeom>
              <a:avLst/>
              <a:gdLst>
                <a:gd name="T0" fmla="*/ 8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5425">
              <a:extLst>
                <a:ext uri="{FF2B5EF4-FFF2-40B4-BE49-F238E27FC236}">
                  <a16:creationId xmlns:a16="http://schemas.microsoft.com/office/drawing/2014/main" id="{2C1ECF29-6EAA-4DFF-8E9D-556DAF825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747"/>
              <a:ext cx="4" cy="10"/>
            </a:xfrm>
            <a:custGeom>
              <a:avLst/>
              <a:gdLst>
                <a:gd name="T0" fmla="*/ 16 w 2"/>
                <a:gd name="T1" fmla="*/ 40 h 5"/>
                <a:gd name="T2" fmla="*/ 0 w 2"/>
                <a:gd name="T3" fmla="*/ 24 h 5"/>
                <a:gd name="T4" fmla="*/ 0 w 2"/>
                <a:gd name="T5" fmla="*/ 8 h 5"/>
                <a:gd name="T6" fmla="*/ 0 w 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5426">
              <a:extLst>
                <a:ext uri="{FF2B5EF4-FFF2-40B4-BE49-F238E27FC236}">
                  <a16:creationId xmlns:a16="http://schemas.microsoft.com/office/drawing/2014/main" id="{8BA0993E-8E8E-4382-B209-2FDAB0C1F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769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5427">
              <a:extLst>
                <a:ext uri="{FF2B5EF4-FFF2-40B4-BE49-F238E27FC236}">
                  <a16:creationId xmlns:a16="http://schemas.microsoft.com/office/drawing/2014/main" id="{E650D743-0913-4625-BE62-F7284BED6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081"/>
              <a:ext cx="56" cy="52"/>
            </a:xfrm>
            <a:custGeom>
              <a:avLst/>
              <a:gdLst>
                <a:gd name="T0" fmla="*/ 120 w 28"/>
                <a:gd name="T1" fmla="*/ 16 h 26"/>
                <a:gd name="T2" fmla="*/ 64 w 28"/>
                <a:gd name="T3" fmla="*/ 8 h 26"/>
                <a:gd name="T4" fmla="*/ 48 w 28"/>
                <a:gd name="T5" fmla="*/ 144 h 26"/>
                <a:gd name="T6" fmla="*/ 192 w 28"/>
                <a:gd name="T7" fmla="*/ 184 h 26"/>
                <a:gd name="T8" fmla="*/ 208 w 28"/>
                <a:gd name="T9" fmla="*/ 104 h 26"/>
                <a:gd name="T10" fmla="*/ 160 w 28"/>
                <a:gd name="T11" fmla="*/ 48 h 26"/>
                <a:gd name="T12" fmla="*/ 120 w 28"/>
                <a:gd name="T13" fmla="*/ 1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6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0" y="3"/>
                    <a:pt x="1" y="12"/>
                    <a:pt x="6" y="18"/>
                  </a:cubicBezTo>
                  <a:cubicBezTo>
                    <a:pt x="12" y="24"/>
                    <a:pt x="20" y="26"/>
                    <a:pt x="24" y="23"/>
                  </a:cubicBezTo>
                  <a:cubicBezTo>
                    <a:pt x="27" y="20"/>
                    <a:pt x="28" y="17"/>
                    <a:pt x="26" y="13"/>
                  </a:cubicBezTo>
                  <a:cubicBezTo>
                    <a:pt x="25" y="10"/>
                    <a:pt x="22" y="8"/>
                    <a:pt x="20" y="6"/>
                  </a:cubicBezTo>
                  <a:cubicBezTo>
                    <a:pt x="19" y="5"/>
                    <a:pt x="17" y="3"/>
                    <a:pt x="15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5428">
              <a:extLst>
                <a:ext uri="{FF2B5EF4-FFF2-40B4-BE49-F238E27FC236}">
                  <a16:creationId xmlns:a16="http://schemas.microsoft.com/office/drawing/2014/main" id="{74C8F25F-A23D-4770-B03E-61313AA05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081"/>
              <a:ext cx="56" cy="52"/>
            </a:xfrm>
            <a:custGeom>
              <a:avLst/>
              <a:gdLst>
                <a:gd name="T0" fmla="*/ 120 w 28"/>
                <a:gd name="T1" fmla="*/ 16 h 26"/>
                <a:gd name="T2" fmla="*/ 64 w 28"/>
                <a:gd name="T3" fmla="*/ 8 h 26"/>
                <a:gd name="T4" fmla="*/ 48 w 28"/>
                <a:gd name="T5" fmla="*/ 144 h 26"/>
                <a:gd name="T6" fmla="*/ 192 w 28"/>
                <a:gd name="T7" fmla="*/ 184 h 26"/>
                <a:gd name="T8" fmla="*/ 208 w 28"/>
                <a:gd name="T9" fmla="*/ 104 h 26"/>
                <a:gd name="T10" fmla="*/ 160 w 28"/>
                <a:gd name="T11" fmla="*/ 48 h 26"/>
                <a:gd name="T12" fmla="*/ 120 w 28"/>
                <a:gd name="T13" fmla="*/ 1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6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0" y="3"/>
                    <a:pt x="1" y="12"/>
                    <a:pt x="6" y="18"/>
                  </a:cubicBezTo>
                  <a:cubicBezTo>
                    <a:pt x="12" y="24"/>
                    <a:pt x="20" y="26"/>
                    <a:pt x="24" y="23"/>
                  </a:cubicBezTo>
                  <a:cubicBezTo>
                    <a:pt x="27" y="20"/>
                    <a:pt x="28" y="17"/>
                    <a:pt x="26" y="13"/>
                  </a:cubicBezTo>
                  <a:cubicBezTo>
                    <a:pt x="25" y="10"/>
                    <a:pt x="22" y="8"/>
                    <a:pt x="20" y="6"/>
                  </a:cubicBezTo>
                  <a:cubicBezTo>
                    <a:pt x="19" y="5"/>
                    <a:pt x="17" y="3"/>
                    <a:pt x="15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5429">
              <a:extLst>
                <a:ext uri="{FF2B5EF4-FFF2-40B4-BE49-F238E27FC236}">
                  <a16:creationId xmlns:a16="http://schemas.microsoft.com/office/drawing/2014/main" id="{44616314-FD6E-4229-AF8E-5A1F55584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095"/>
              <a:ext cx="26" cy="24"/>
            </a:xfrm>
            <a:custGeom>
              <a:avLst/>
              <a:gdLst>
                <a:gd name="T0" fmla="*/ 8 w 13"/>
                <a:gd name="T1" fmla="*/ 8 h 12"/>
                <a:gd name="T2" fmla="*/ 16 w 13"/>
                <a:gd name="T3" fmla="*/ 48 h 12"/>
                <a:gd name="T4" fmla="*/ 72 w 13"/>
                <a:gd name="T5" fmla="*/ 96 h 12"/>
                <a:gd name="T6" fmla="*/ 104 w 13"/>
                <a:gd name="T7" fmla="*/ 88 h 12"/>
                <a:gd name="T8" fmla="*/ 72 w 13"/>
                <a:gd name="T9" fmla="*/ 96 h 12"/>
                <a:gd name="T10" fmla="*/ 16 w 13"/>
                <a:gd name="T11" fmla="*/ 48 h 12"/>
                <a:gd name="T12" fmla="*/ 8 w 13"/>
                <a:gd name="T13" fmla="*/ 8 h 12"/>
                <a:gd name="T14" fmla="*/ 24 w 13"/>
                <a:gd name="T15" fmla="*/ 0 h 12"/>
                <a:gd name="T16" fmla="*/ 8 w 13"/>
                <a:gd name="T17" fmla="*/ 8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2">
                  <a:moveTo>
                    <a:pt x="1" y="1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9"/>
                    <a:pt x="7" y="12"/>
                    <a:pt x="9" y="12"/>
                  </a:cubicBezTo>
                  <a:cubicBezTo>
                    <a:pt x="11" y="12"/>
                    <a:pt x="12" y="12"/>
                    <a:pt x="13" y="11"/>
                  </a:cubicBezTo>
                  <a:cubicBezTo>
                    <a:pt x="12" y="12"/>
                    <a:pt x="11" y="12"/>
                    <a:pt x="9" y="12"/>
                  </a:cubicBezTo>
                  <a:cubicBezTo>
                    <a:pt x="7" y="11"/>
                    <a:pt x="4" y="9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5430">
              <a:extLst>
                <a:ext uri="{FF2B5EF4-FFF2-40B4-BE49-F238E27FC236}">
                  <a16:creationId xmlns:a16="http://schemas.microsoft.com/office/drawing/2014/main" id="{BBE35C85-6032-498C-A50D-169A6E095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117"/>
              <a:ext cx="44" cy="44"/>
            </a:xfrm>
            <a:custGeom>
              <a:avLst/>
              <a:gdLst>
                <a:gd name="T0" fmla="*/ 144 w 22"/>
                <a:gd name="T1" fmla="*/ 40 h 22"/>
                <a:gd name="T2" fmla="*/ 88 w 22"/>
                <a:gd name="T3" fmla="*/ 0 h 22"/>
                <a:gd name="T4" fmla="*/ 32 w 22"/>
                <a:gd name="T5" fmla="*/ 16 h 22"/>
                <a:gd name="T6" fmla="*/ 56 w 22"/>
                <a:gd name="T7" fmla="*/ 144 h 22"/>
                <a:gd name="T8" fmla="*/ 168 w 22"/>
                <a:gd name="T9" fmla="*/ 128 h 22"/>
                <a:gd name="T10" fmla="*/ 144 w 22"/>
                <a:gd name="T11" fmla="*/ 4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5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3" y="22"/>
                    <a:pt x="19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5431">
              <a:extLst>
                <a:ext uri="{FF2B5EF4-FFF2-40B4-BE49-F238E27FC236}">
                  <a16:creationId xmlns:a16="http://schemas.microsoft.com/office/drawing/2014/main" id="{2523BEA9-981B-4115-8548-AA342F375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117"/>
              <a:ext cx="44" cy="44"/>
            </a:xfrm>
            <a:custGeom>
              <a:avLst/>
              <a:gdLst>
                <a:gd name="T0" fmla="*/ 144 w 22"/>
                <a:gd name="T1" fmla="*/ 40 h 22"/>
                <a:gd name="T2" fmla="*/ 88 w 22"/>
                <a:gd name="T3" fmla="*/ 0 h 22"/>
                <a:gd name="T4" fmla="*/ 32 w 22"/>
                <a:gd name="T5" fmla="*/ 16 h 22"/>
                <a:gd name="T6" fmla="*/ 56 w 22"/>
                <a:gd name="T7" fmla="*/ 144 h 22"/>
                <a:gd name="T8" fmla="*/ 168 w 22"/>
                <a:gd name="T9" fmla="*/ 128 h 22"/>
                <a:gd name="T10" fmla="*/ 144 w 22"/>
                <a:gd name="T11" fmla="*/ 4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5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3" y="22"/>
                    <a:pt x="19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5432">
              <a:extLst>
                <a:ext uri="{FF2B5EF4-FFF2-40B4-BE49-F238E27FC236}">
                  <a16:creationId xmlns:a16="http://schemas.microsoft.com/office/drawing/2014/main" id="{8FFFA3A7-B74E-40BB-8CCB-7EDFF0939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125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72 w 11"/>
                <a:gd name="T3" fmla="*/ 88 h 12"/>
                <a:gd name="T4" fmla="*/ 16 w 11"/>
                <a:gd name="T5" fmla="*/ 64 h 12"/>
                <a:gd name="T6" fmla="*/ 8 w 11"/>
                <a:gd name="T7" fmla="*/ 16 h 12"/>
                <a:gd name="T8" fmla="*/ 32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72 w 11"/>
                <a:gd name="T15" fmla="*/ 88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0" y="11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5433">
              <a:extLst>
                <a:ext uri="{FF2B5EF4-FFF2-40B4-BE49-F238E27FC236}">
                  <a16:creationId xmlns:a16="http://schemas.microsoft.com/office/drawing/2014/main" id="{D32C5341-3370-44A6-83DD-DE4762442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919"/>
              <a:ext cx="56" cy="60"/>
            </a:xfrm>
            <a:custGeom>
              <a:avLst/>
              <a:gdLst>
                <a:gd name="T0" fmla="*/ 112 w 28"/>
                <a:gd name="T1" fmla="*/ 232 h 30"/>
                <a:gd name="T2" fmla="*/ 208 w 28"/>
                <a:gd name="T3" fmla="*/ 112 h 30"/>
                <a:gd name="T4" fmla="*/ 64 w 28"/>
                <a:gd name="T5" fmla="*/ 24 h 30"/>
                <a:gd name="T6" fmla="*/ 112 w 28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3"/>
                    <a:pt x="26" y="14"/>
                  </a:cubicBezTo>
                  <a:cubicBezTo>
                    <a:pt x="24" y="4"/>
                    <a:pt x="17" y="0"/>
                    <a:pt x="8" y="3"/>
                  </a:cubicBezTo>
                  <a:cubicBezTo>
                    <a:pt x="0" y="7"/>
                    <a:pt x="0" y="28"/>
                    <a:pt x="14" y="2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5434">
              <a:extLst>
                <a:ext uri="{FF2B5EF4-FFF2-40B4-BE49-F238E27FC236}">
                  <a16:creationId xmlns:a16="http://schemas.microsoft.com/office/drawing/2014/main" id="{A2E364CE-D54C-4CC6-9DDF-A8CA37084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919"/>
              <a:ext cx="56" cy="60"/>
            </a:xfrm>
            <a:custGeom>
              <a:avLst/>
              <a:gdLst>
                <a:gd name="T0" fmla="*/ 112 w 28"/>
                <a:gd name="T1" fmla="*/ 232 h 30"/>
                <a:gd name="T2" fmla="*/ 208 w 28"/>
                <a:gd name="T3" fmla="*/ 112 h 30"/>
                <a:gd name="T4" fmla="*/ 64 w 28"/>
                <a:gd name="T5" fmla="*/ 24 h 30"/>
                <a:gd name="T6" fmla="*/ 112 w 28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3"/>
                    <a:pt x="26" y="14"/>
                  </a:cubicBezTo>
                  <a:cubicBezTo>
                    <a:pt x="24" y="4"/>
                    <a:pt x="17" y="0"/>
                    <a:pt x="8" y="3"/>
                  </a:cubicBezTo>
                  <a:cubicBezTo>
                    <a:pt x="0" y="7"/>
                    <a:pt x="0" y="28"/>
                    <a:pt x="14" y="29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5435">
              <a:extLst>
                <a:ext uri="{FF2B5EF4-FFF2-40B4-BE49-F238E27FC236}">
                  <a16:creationId xmlns:a16="http://schemas.microsoft.com/office/drawing/2014/main" id="{DFF57DD5-6754-417E-A6EB-06C39FA4C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935"/>
              <a:ext cx="30" cy="30"/>
            </a:xfrm>
            <a:custGeom>
              <a:avLst/>
              <a:gdLst>
                <a:gd name="T0" fmla="*/ 112 w 15"/>
                <a:gd name="T1" fmla="*/ 40 h 15"/>
                <a:gd name="T2" fmla="*/ 104 w 15"/>
                <a:gd name="T3" fmla="*/ 96 h 15"/>
                <a:gd name="T4" fmla="*/ 48 w 15"/>
                <a:gd name="T5" fmla="*/ 112 h 15"/>
                <a:gd name="T6" fmla="*/ 8 w 15"/>
                <a:gd name="T7" fmla="*/ 64 h 15"/>
                <a:gd name="T8" fmla="*/ 24 w 15"/>
                <a:gd name="T9" fmla="*/ 0 h 15"/>
                <a:gd name="T10" fmla="*/ 0 w 15"/>
                <a:gd name="T11" fmla="*/ 64 h 15"/>
                <a:gd name="T12" fmla="*/ 48 w 15"/>
                <a:gd name="T13" fmla="*/ 112 h 15"/>
                <a:gd name="T14" fmla="*/ 104 w 15"/>
                <a:gd name="T15" fmla="*/ 96 h 15"/>
                <a:gd name="T16" fmla="*/ 112 w 15"/>
                <a:gd name="T17" fmla="*/ 4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5">
                  <a:moveTo>
                    <a:pt x="14" y="5"/>
                  </a:moveTo>
                  <a:cubicBezTo>
                    <a:pt x="15" y="7"/>
                    <a:pt x="15" y="10"/>
                    <a:pt x="13" y="12"/>
                  </a:cubicBezTo>
                  <a:cubicBezTo>
                    <a:pt x="11" y="14"/>
                    <a:pt x="8" y="15"/>
                    <a:pt x="6" y="14"/>
                  </a:cubicBezTo>
                  <a:cubicBezTo>
                    <a:pt x="3" y="13"/>
                    <a:pt x="1" y="11"/>
                    <a:pt x="1" y="8"/>
                  </a:cubicBezTo>
                  <a:cubicBezTo>
                    <a:pt x="0" y="5"/>
                    <a:pt x="1" y="1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1" y="11"/>
                    <a:pt x="3" y="13"/>
                    <a:pt x="6" y="14"/>
                  </a:cubicBezTo>
                  <a:cubicBezTo>
                    <a:pt x="8" y="15"/>
                    <a:pt x="11" y="14"/>
                    <a:pt x="13" y="12"/>
                  </a:cubicBezTo>
                  <a:cubicBezTo>
                    <a:pt x="15" y="10"/>
                    <a:pt x="15" y="7"/>
                    <a:pt x="14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5436">
              <a:extLst>
                <a:ext uri="{FF2B5EF4-FFF2-40B4-BE49-F238E27FC236}">
                  <a16:creationId xmlns:a16="http://schemas.microsoft.com/office/drawing/2014/main" id="{3AF2640E-FE64-413C-95CE-939F81033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695"/>
              <a:ext cx="56" cy="60"/>
            </a:xfrm>
            <a:custGeom>
              <a:avLst/>
              <a:gdLst>
                <a:gd name="T0" fmla="*/ 120 w 28"/>
                <a:gd name="T1" fmla="*/ 232 h 30"/>
                <a:gd name="T2" fmla="*/ 208 w 28"/>
                <a:gd name="T3" fmla="*/ 112 h 30"/>
                <a:gd name="T4" fmla="*/ 72 w 28"/>
                <a:gd name="T5" fmla="*/ 32 h 30"/>
                <a:gd name="T6" fmla="*/ 120 w 28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5" y="29"/>
                  </a:moveTo>
                  <a:cubicBezTo>
                    <a:pt x="23" y="30"/>
                    <a:pt x="28" y="23"/>
                    <a:pt x="26" y="14"/>
                  </a:cubicBezTo>
                  <a:cubicBezTo>
                    <a:pt x="24" y="5"/>
                    <a:pt x="17" y="0"/>
                    <a:pt x="9" y="4"/>
                  </a:cubicBezTo>
                  <a:cubicBezTo>
                    <a:pt x="0" y="7"/>
                    <a:pt x="1" y="29"/>
                    <a:pt x="15" y="2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5437">
              <a:extLst>
                <a:ext uri="{FF2B5EF4-FFF2-40B4-BE49-F238E27FC236}">
                  <a16:creationId xmlns:a16="http://schemas.microsoft.com/office/drawing/2014/main" id="{20AC3817-FBE3-4BA7-9344-83AF0C392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695"/>
              <a:ext cx="56" cy="60"/>
            </a:xfrm>
            <a:custGeom>
              <a:avLst/>
              <a:gdLst>
                <a:gd name="T0" fmla="*/ 120 w 28"/>
                <a:gd name="T1" fmla="*/ 232 h 30"/>
                <a:gd name="T2" fmla="*/ 208 w 28"/>
                <a:gd name="T3" fmla="*/ 112 h 30"/>
                <a:gd name="T4" fmla="*/ 72 w 28"/>
                <a:gd name="T5" fmla="*/ 32 h 30"/>
                <a:gd name="T6" fmla="*/ 120 w 28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5" y="29"/>
                  </a:moveTo>
                  <a:cubicBezTo>
                    <a:pt x="23" y="30"/>
                    <a:pt x="28" y="23"/>
                    <a:pt x="26" y="14"/>
                  </a:cubicBezTo>
                  <a:cubicBezTo>
                    <a:pt x="24" y="5"/>
                    <a:pt x="17" y="0"/>
                    <a:pt x="9" y="4"/>
                  </a:cubicBezTo>
                  <a:cubicBezTo>
                    <a:pt x="0" y="7"/>
                    <a:pt x="1" y="29"/>
                    <a:pt x="15" y="29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5438">
              <a:extLst>
                <a:ext uri="{FF2B5EF4-FFF2-40B4-BE49-F238E27FC236}">
                  <a16:creationId xmlns:a16="http://schemas.microsoft.com/office/drawing/2014/main" id="{1749656F-C40E-4559-86BC-0C49021A7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711"/>
              <a:ext cx="32" cy="32"/>
            </a:xfrm>
            <a:custGeom>
              <a:avLst/>
              <a:gdLst>
                <a:gd name="T0" fmla="*/ 120 w 16"/>
                <a:gd name="T1" fmla="*/ 48 h 16"/>
                <a:gd name="T2" fmla="*/ 104 w 16"/>
                <a:gd name="T3" fmla="*/ 96 h 16"/>
                <a:gd name="T4" fmla="*/ 48 w 16"/>
                <a:gd name="T5" fmla="*/ 120 h 16"/>
                <a:gd name="T6" fmla="*/ 8 w 16"/>
                <a:gd name="T7" fmla="*/ 64 h 16"/>
                <a:gd name="T8" fmla="*/ 24 w 16"/>
                <a:gd name="T9" fmla="*/ 0 h 16"/>
                <a:gd name="T10" fmla="*/ 8 w 16"/>
                <a:gd name="T11" fmla="*/ 64 h 16"/>
                <a:gd name="T12" fmla="*/ 48 w 16"/>
                <a:gd name="T13" fmla="*/ 120 h 16"/>
                <a:gd name="T14" fmla="*/ 104 w 16"/>
                <a:gd name="T15" fmla="*/ 96 h 16"/>
                <a:gd name="T16" fmla="*/ 120 w 16"/>
                <a:gd name="T17" fmla="*/ 4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6">
                  <a:moveTo>
                    <a:pt x="15" y="6"/>
                  </a:moveTo>
                  <a:cubicBezTo>
                    <a:pt x="16" y="8"/>
                    <a:pt x="15" y="10"/>
                    <a:pt x="13" y="12"/>
                  </a:cubicBezTo>
                  <a:cubicBezTo>
                    <a:pt x="11" y="14"/>
                    <a:pt x="8" y="15"/>
                    <a:pt x="6" y="15"/>
                  </a:cubicBezTo>
                  <a:cubicBezTo>
                    <a:pt x="4" y="14"/>
                    <a:pt x="2" y="11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2" y="12"/>
                    <a:pt x="4" y="14"/>
                    <a:pt x="6" y="15"/>
                  </a:cubicBezTo>
                  <a:cubicBezTo>
                    <a:pt x="8" y="16"/>
                    <a:pt x="11" y="15"/>
                    <a:pt x="13" y="12"/>
                  </a:cubicBezTo>
                  <a:cubicBezTo>
                    <a:pt x="15" y="10"/>
                    <a:pt x="16" y="8"/>
                    <a:pt x="15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5439">
              <a:extLst>
                <a:ext uri="{FF2B5EF4-FFF2-40B4-BE49-F238E27FC236}">
                  <a16:creationId xmlns:a16="http://schemas.microsoft.com/office/drawing/2014/main" id="{936D1ACB-CD68-4D65-9D31-74B3AEC4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235"/>
              <a:ext cx="56" cy="60"/>
            </a:xfrm>
            <a:custGeom>
              <a:avLst/>
              <a:gdLst>
                <a:gd name="T0" fmla="*/ 112 w 28"/>
                <a:gd name="T1" fmla="*/ 232 h 30"/>
                <a:gd name="T2" fmla="*/ 208 w 28"/>
                <a:gd name="T3" fmla="*/ 112 h 30"/>
                <a:gd name="T4" fmla="*/ 64 w 28"/>
                <a:gd name="T5" fmla="*/ 24 h 30"/>
                <a:gd name="T6" fmla="*/ 112 w 28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3"/>
                    <a:pt x="26" y="14"/>
                  </a:cubicBezTo>
                  <a:cubicBezTo>
                    <a:pt x="24" y="4"/>
                    <a:pt x="17" y="0"/>
                    <a:pt x="8" y="3"/>
                  </a:cubicBezTo>
                  <a:cubicBezTo>
                    <a:pt x="0" y="7"/>
                    <a:pt x="0" y="28"/>
                    <a:pt x="14" y="2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5440">
              <a:extLst>
                <a:ext uri="{FF2B5EF4-FFF2-40B4-BE49-F238E27FC236}">
                  <a16:creationId xmlns:a16="http://schemas.microsoft.com/office/drawing/2014/main" id="{6078F31A-7A48-4155-BDFE-49CA8173D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235"/>
              <a:ext cx="56" cy="60"/>
            </a:xfrm>
            <a:custGeom>
              <a:avLst/>
              <a:gdLst>
                <a:gd name="T0" fmla="*/ 112 w 28"/>
                <a:gd name="T1" fmla="*/ 232 h 30"/>
                <a:gd name="T2" fmla="*/ 208 w 28"/>
                <a:gd name="T3" fmla="*/ 112 h 30"/>
                <a:gd name="T4" fmla="*/ 64 w 28"/>
                <a:gd name="T5" fmla="*/ 24 h 30"/>
                <a:gd name="T6" fmla="*/ 112 w 28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3"/>
                    <a:pt x="26" y="14"/>
                  </a:cubicBezTo>
                  <a:cubicBezTo>
                    <a:pt x="24" y="4"/>
                    <a:pt x="17" y="0"/>
                    <a:pt x="8" y="3"/>
                  </a:cubicBezTo>
                  <a:cubicBezTo>
                    <a:pt x="0" y="7"/>
                    <a:pt x="0" y="28"/>
                    <a:pt x="14" y="29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5441">
              <a:extLst>
                <a:ext uri="{FF2B5EF4-FFF2-40B4-BE49-F238E27FC236}">
                  <a16:creationId xmlns:a16="http://schemas.microsoft.com/office/drawing/2014/main" id="{46567338-646F-4F53-9138-A9718A71B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251"/>
              <a:ext cx="30" cy="30"/>
            </a:xfrm>
            <a:custGeom>
              <a:avLst/>
              <a:gdLst>
                <a:gd name="T0" fmla="*/ 112 w 15"/>
                <a:gd name="T1" fmla="*/ 40 h 15"/>
                <a:gd name="T2" fmla="*/ 104 w 15"/>
                <a:gd name="T3" fmla="*/ 96 h 15"/>
                <a:gd name="T4" fmla="*/ 48 w 15"/>
                <a:gd name="T5" fmla="*/ 112 h 15"/>
                <a:gd name="T6" fmla="*/ 8 w 15"/>
                <a:gd name="T7" fmla="*/ 64 h 15"/>
                <a:gd name="T8" fmla="*/ 24 w 15"/>
                <a:gd name="T9" fmla="*/ 0 h 15"/>
                <a:gd name="T10" fmla="*/ 0 w 15"/>
                <a:gd name="T11" fmla="*/ 64 h 15"/>
                <a:gd name="T12" fmla="*/ 48 w 15"/>
                <a:gd name="T13" fmla="*/ 112 h 15"/>
                <a:gd name="T14" fmla="*/ 104 w 15"/>
                <a:gd name="T15" fmla="*/ 96 h 15"/>
                <a:gd name="T16" fmla="*/ 112 w 15"/>
                <a:gd name="T17" fmla="*/ 4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5">
                  <a:moveTo>
                    <a:pt x="14" y="5"/>
                  </a:moveTo>
                  <a:cubicBezTo>
                    <a:pt x="15" y="7"/>
                    <a:pt x="15" y="10"/>
                    <a:pt x="13" y="12"/>
                  </a:cubicBezTo>
                  <a:cubicBezTo>
                    <a:pt x="11" y="14"/>
                    <a:pt x="8" y="15"/>
                    <a:pt x="6" y="14"/>
                  </a:cubicBezTo>
                  <a:cubicBezTo>
                    <a:pt x="3" y="13"/>
                    <a:pt x="1" y="11"/>
                    <a:pt x="1" y="8"/>
                  </a:cubicBezTo>
                  <a:cubicBezTo>
                    <a:pt x="0" y="5"/>
                    <a:pt x="1" y="1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1" y="11"/>
                    <a:pt x="3" y="13"/>
                    <a:pt x="6" y="14"/>
                  </a:cubicBezTo>
                  <a:cubicBezTo>
                    <a:pt x="8" y="15"/>
                    <a:pt x="11" y="14"/>
                    <a:pt x="13" y="12"/>
                  </a:cubicBezTo>
                  <a:cubicBezTo>
                    <a:pt x="15" y="10"/>
                    <a:pt x="15" y="7"/>
                    <a:pt x="14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5442">
              <a:extLst>
                <a:ext uri="{FF2B5EF4-FFF2-40B4-BE49-F238E27FC236}">
                  <a16:creationId xmlns:a16="http://schemas.microsoft.com/office/drawing/2014/main" id="{2670DEB8-2996-4490-8B54-CC37B5310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475"/>
              <a:ext cx="56" cy="60"/>
            </a:xfrm>
            <a:custGeom>
              <a:avLst/>
              <a:gdLst>
                <a:gd name="T0" fmla="*/ 112 w 28"/>
                <a:gd name="T1" fmla="*/ 232 h 30"/>
                <a:gd name="T2" fmla="*/ 208 w 28"/>
                <a:gd name="T3" fmla="*/ 112 h 30"/>
                <a:gd name="T4" fmla="*/ 64 w 28"/>
                <a:gd name="T5" fmla="*/ 24 h 30"/>
                <a:gd name="T6" fmla="*/ 112 w 28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3"/>
                    <a:pt x="26" y="14"/>
                  </a:cubicBezTo>
                  <a:cubicBezTo>
                    <a:pt x="24" y="4"/>
                    <a:pt x="17" y="0"/>
                    <a:pt x="8" y="3"/>
                  </a:cubicBezTo>
                  <a:cubicBezTo>
                    <a:pt x="0" y="7"/>
                    <a:pt x="0" y="28"/>
                    <a:pt x="14" y="2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5443">
              <a:extLst>
                <a:ext uri="{FF2B5EF4-FFF2-40B4-BE49-F238E27FC236}">
                  <a16:creationId xmlns:a16="http://schemas.microsoft.com/office/drawing/2014/main" id="{70091A6B-F9E8-4B2A-A5A8-30136AB1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475"/>
              <a:ext cx="56" cy="60"/>
            </a:xfrm>
            <a:custGeom>
              <a:avLst/>
              <a:gdLst>
                <a:gd name="T0" fmla="*/ 112 w 28"/>
                <a:gd name="T1" fmla="*/ 232 h 30"/>
                <a:gd name="T2" fmla="*/ 208 w 28"/>
                <a:gd name="T3" fmla="*/ 112 h 30"/>
                <a:gd name="T4" fmla="*/ 64 w 28"/>
                <a:gd name="T5" fmla="*/ 24 h 30"/>
                <a:gd name="T6" fmla="*/ 112 w 28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3"/>
                    <a:pt x="26" y="14"/>
                  </a:cubicBezTo>
                  <a:cubicBezTo>
                    <a:pt x="24" y="4"/>
                    <a:pt x="17" y="0"/>
                    <a:pt x="8" y="3"/>
                  </a:cubicBezTo>
                  <a:cubicBezTo>
                    <a:pt x="0" y="7"/>
                    <a:pt x="0" y="28"/>
                    <a:pt x="14" y="29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5444">
              <a:extLst>
                <a:ext uri="{FF2B5EF4-FFF2-40B4-BE49-F238E27FC236}">
                  <a16:creationId xmlns:a16="http://schemas.microsoft.com/office/drawing/2014/main" id="{BF1297E5-13FD-46A8-934C-6E0E8B460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491"/>
              <a:ext cx="30" cy="30"/>
            </a:xfrm>
            <a:custGeom>
              <a:avLst/>
              <a:gdLst>
                <a:gd name="T0" fmla="*/ 112 w 15"/>
                <a:gd name="T1" fmla="*/ 40 h 15"/>
                <a:gd name="T2" fmla="*/ 104 w 15"/>
                <a:gd name="T3" fmla="*/ 96 h 15"/>
                <a:gd name="T4" fmla="*/ 48 w 15"/>
                <a:gd name="T5" fmla="*/ 112 h 15"/>
                <a:gd name="T6" fmla="*/ 8 w 15"/>
                <a:gd name="T7" fmla="*/ 64 h 15"/>
                <a:gd name="T8" fmla="*/ 24 w 15"/>
                <a:gd name="T9" fmla="*/ 0 h 15"/>
                <a:gd name="T10" fmla="*/ 0 w 15"/>
                <a:gd name="T11" fmla="*/ 64 h 15"/>
                <a:gd name="T12" fmla="*/ 48 w 15"/>
                <a:gd name="T13" fmla="*/ 112 h 15"/>
                <a:gd name="T14" fmla="*/ 104 w 15"/>
                <a:gd name="T15" fmla="*/ 96 h 15"/>
                <a:gd name="T16" fmla="*/ 112 w 15"/>
                <a:gd name="T17" fmla="*/ 4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5">
                  <a:moveTo>
                    <a:pt x="14" y="5"/>
                  </a:moveTo>
                  <a:cubicBezTo>
                    <a:pt x="15" y="7"/>
                    <a:pt x="15" y="10"/>
                    <a:pt x="13" y="12"/>
                  </a:cubicBezTo>
                  <a:cubicBezTo>
                    <a:pt x="11" y="14"/>
                    <a:pt x="8" y="15"/>
                    <a:pt x="6" y="14"/>
                  </a:cubicBezTo>
                  <a:cubicBezTo>
                    <a:pt x="3" y="13"/>
                    <a:pt x="1" y="11"/>
                    <a:pt x="1" y="8"/>
                  </a:cubicBezTo>
                  <a:cubicBezTo>
                    <a:pt x="0" y="5"/>
                    <a:pt x="1" y="1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1" y="11"/>
                    <a:pt x="3" y="13"/>
                    <a:pt x="6" y="14"/>
                  </a:cubicBezTo>
                  <a:cubicBezTo>
                    <a:pt x="8" y="15"/>
                    <a:pt x="11" y="14"/>
                    <a:pt x="13" y="12"/>
                  </a:cubicBezTo>
                  <a:cubicBezTo>
                    <a:pt x="15" y="10"/>
                    <a:pt x="15" y="7"/>
                    <a:pt x="14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5445">
              <a:extLst>
                <a:ext uri="{FF2B5EF4-FFF2-40B4-BE49-F238E27FC236}">
                  <a16:creationId xmlns:a16="http://schemas.microsoft.com/office/drawing/2014/main" id="{0F05F441-D9ED-447D-BAD8-FE6343930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955"/>
              <a:ext cx="38" cy="40"/>
            </a:xfrm>
            <a:custGeom>
              <a:avLst/>
              <a:gdLst>
                <a:gd name="T0" fmla="*/ 64 w 19"/>
                <a:gd name="T1" fmla="*/ 160 h 20"/>
                <a:gd name="T2" fmla="*/ 32 w 19"/>
                <a:gd name="T3" fmla="*/ 152 h 20"/>
                <a:gd name="T4" fmla="*/ 32 w 19"/>
                <a:gd name="T5" fmla="*/ 136 h 20"/>
                <a:gd name="T6" fmla="*/ 24 w 19"/>
                <a:gd name="T7" fmla="*/ 120 h 20"/>
                <a:gd name="T8" fmla="*/ 16 w 19"/>
                <a:gd name="T9" fmla="*/ 104 h 20"/>
                <a:gd name="T10" fmla="*/ 8 w 19"/>
                <a:gd name="T11" fmla="*/ 72 h 20"/>
                <a:gd name="T12" fmla="*/ 32 w 19"/>
                <a:gd name="T13" fmla="*/ 64 h 20"/>
                <a:gd name="T14" fmla="*/ 32 w 19"/>
                <a:gd name="T15" fmla="*/ 32 h 20"/>
                <a:gd name="T16" fmla="*/ 56 w 19"/>
                <a:gd name="T17" fmla="*/ 24 h 20"/>
                <a:gd name="T18" fmla="*/ 80 w 19"/>
                <a:gd name="T19" fmla="*/ 8 h 20"/>
                <a:gd name="T20" fmla="*/ 96 w 19"/>
                <a:gd name="T21" fmla="*/ 16 h 20"/>
                <a:gd name="T22" fmla="*/ 120 w 19"/>
                <a:gd name="T23" fmla="*/ 24 h 20"/>
                <a:gd name="T24" fmla="*/ 152 w 19"/>
                <a:gd name="T25" fmla="*/ 64 h 20"/>
                <a:gd name="T26" fmla="*/ 144 w 19"/>
                <a:gd name="T27" fmla="*/ 96 h 20"/>
                <a:gd name="T28" fmla="*/ 136 w 19"/>
                <a:gd name="T29" fmla="*/ 120 h 20"/>
                <a:gd name="T30" fmla="*/ 120 w 19"/>
                <a:gd name="T31" fmla="*/ 128 h 20"/>
                <a:gd name="T32" fmla="*/ 120 w 19"/>
                <a:gd name="T33" fmla="*/ 144 h 20"/>
                <a:gd name="T34" fmla="*/ 96 w 19"/>
                <a:gd name="T35" fmla="*/ 160 h 20"/>
                <a:gd name="T36" fmla="*/ 64 w 19"/>
                <a:gd name="T37" fmla="*/ 160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8" y="20"/>
                  </a:moveTo>
                  <a:cubicBezTo>
                    <a:pt x="7" y="20"/>
                    <a:pt x="4" y="20"/>
                    <a:pt x="4" y="19"/>
                  </a:cubicBezTo>
                  <a:cubicBezTo>
                    <a:pt x="3" y="18"/>
                    <a:pt x="4" y="17"/>
                    <a:pt x="4" y="17"/>
                  </a:cubicBezTo>
                  <a:cubicBezTo>
                    <a:pt x="4" y="16"/>
                    <a:pt x="4" y="16"/>
                    <a:pt x="3" y="15"/>
                  </a:cubicBezTo>
                  <a:cubicBezTo>
                    <a:pt x="2" y="15"/>
                    <a:pt x="2" y="14"/>
                    <a:pt x="2" y="13"/>
                  </a:cubicBezTo>
                  <a:cubicBezTo>
                    <a:pt x="1" y="11"/>
                    <a:pt x="0" y="11"/>
                    <a:pt x="1" y="9"/>
                  </a:cubicBezTo>
                  <a:cubicBezTo>
                    <a:pt x="2" y="8"/>
                    <a:pt x="3" y="9"/>
                    <a:pt x="4" y="8"/>
                  </a:cubicBezTo>
                  <a:cubicBezTo>
                    <a:pt x="5" y="6"/>
                    <a:pt x="4" y="5"/>
                    <a:pt x="4" y="4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9" y="3"/>
                    <a:pt x="9" y="1"/>
                    <a:pt x="10" y="1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3" y="3"/>
                    <a:pt x="14" y="2"/>
                    <a:pt x="15" y="3"/>
                  </a:cubicBezTo>
                  <a:cubicBezTo>
                    <a:pt x="17" y="3"/>
                    <a:pt x="19" y="6"/>
                    <a:pt x="19" y="8"/>
                  </a:cubicBezTo>
                  <a:cubicBezTo>
                    <a:pt x="19" y="9"/>
                    <a:pt x="18" y="10"/>
                    <a:pt x="18" y="12"/>
                  </a:cubicBezTo>
                  <a:cubicBezTo>
                    <a:pt x="18" y="13"/>
                    <a:pt x="18" y="14"/>
                    <a:pt x="17" y="15"/>
                  </a:cubicBezTo>
                  <a:cubicBezTo>
                    <a:pt x="16" y="15"/>
                    <a:pt x="16" y="15"/>
                    <a:pt x="15" y="16"/>
                  </a:cubicBezTo>
                  <a:cubicBezTo>
                    <a:pt x="15" y="16"/>
                    <a:pt x="15" y="17"/>
                    <a:pt x="15" y="18"/>
                  </a:cubicBezTo>
                  <a:cubicBezTo>
                    <a:pt x="14" y="19"/>
                    <a:pt x="13" y="20"/>
                    <a:pt x="12" y="20"/>
                  </a:cubicBezTo>
                  <a:cubicBezTo>
                    <a:pt x="11" y="20"/>
                    <a:pt x="9" y="20"/>
                    <a:pt x="8" y="20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5446">
              <a:extLst>
                <a:ext uri="{FF2B5EF4-FFF2-40B4-BE49-F238E27FC236}">
                  <a16:creationId xmlns:a16="http://schemas.microsoft.com/office/drawing/2014/main" id="{4EB5ECAF-C6C4-4B43-9BE2-A3815ABF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957"/>
              <a:ext cx="18" cy="14"/>
            </a:xfrm>
            <a:custGeom>
              <a:avLst/>
              <a:gdLst>
                <a:gd name="T0" fmla="*/ 72 w 9"/>
                <a:gd name="T1" fmla="*/ 16 h 7"/>
                <a:gd name="T2" fmla="*/ 48 w 9"/>
                <a:gd name="T3" fmla="*/ 0 h 7"/>
                <a:gd name="T4" fmla="*/ 32 w 9"/>
                <a:gd name="T5" fmla="*/ 16 h 7"/>
                <a:gd name="T6" fmla="*/ 8 w 9"/>
                <a:gd name="T7" fmla="*/ 16 h 7"/>
                <a:gd name="T8" fmla="*/ 8 w 9"/>
                <a:gd name="T9" fmla="*/ 40 h 7"/>
                <a:gd name="T10" fmla="*/ 24 w 9"/>
                <a:gd name="T11" fmla="*/ 24 h 7"/>
                <a:gd name="T12" fmla="*/ 48 w 9"/>
                <a:gd name="T13" fmla="*/ 40 h 7"/>
                <a:gd name="T14" fmla="*/ 64 w 9"/>
                <a:gd name="T15" fmla="*/ 40 h 7"/>
                <a:gd name="T16" fmla="*/ 72 w 9"/>
                <a:gd name="T17" fmla="*/ 56 h 7"/>
                <a:gd name="T18" fmla="*/ 72 w 9"/>
                <a:gd name="T19" fmla="*/ 40 h 7"/>
                <a:gd name="T20" fmla="*/ 48 w 9"/>
                <a:gd name="T21" fmla="*/ 16 h 7"/>
                <a:gd name="T22" fmla="*/ 72 w 9"/>
                <a:gd name="T23" fmla="*/ 16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7">
                  <a:moveTo>
                    <a:pt x="9" y="2"/>
                  </a:moveTo>
                  <a:cubicBezTo>
                    <a:pt x="8" y="1"/>
                    <a:pt x="7" y="0"/>
                    <a:pt x="6" y="0"/>
                  </a:cubicBezTo>
                  <a:cubicBezTo>
                    <a:pt x="6" y="0"/>
                    <a:pt x="5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0" y="4"/>
                    <a:pt x="2" y="3"/>
                    <a:pt x="3" y="3"/>
                  </a:cubicBezTo>
                  <a:cubicBezTo>
                    <a:pt x="4" y="3"/>
                    <a:pt x="4" y="5"/>
                    <a:pt x="6" y="5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9" y="6"/>
                    <a:pt x="9" y="6"/>
                    <a:pt x="9" y="7"/>
                  </a:cubicBezTo>
                  <a:cubicBezTo>
                    <a:pt x="9" y="7"/>
                    <a:pt x="9" y="5"/>
                    <a:pt x="9" y="5"/>
                  </a:cubicBezTo>
                  <a:cubicBezTo>
                    <a:pt x="9" y="4"/>
                    <a:pt x="6" y="3"/>
                    <a:pt x="6" y="2"/>
                  </a:cubicBezTo>
                  <a:cubicBezTo>
                    <a:pt x="7" y="2"/>
                    <a:pt x="8" y="2"/>
                    <a:pt x="9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5447">
              <a:extLst>
                <a:ext uri="{FF2B5EF4-FFF2-40B4-BE49-F238E27FC236}">
                  <a16:creationId xmlns:a16="http://schemas.microsoft.com/office/drawing/2014/main" id="{A46F62A0-6E66-4FF8-9441-4CFE34DCE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971"/>
              <a:ext cx="6" cy="16"/>
            </a:xfrm>
            <a:custGeom>
              <a:avLst/>
              <a:gdLst>
                <a:gd name="T0" fmla="*/ 24 w 3"/>
                <a:gd name="T1" fmla="*/ 8 h 8"/>
                <a:gd name="T2" fmla="*/ 8 w 3"/>
                <a:gd name="T3" fmla="*/ 16 h 8"/>
                <a:gd name="T4" fmla="*/ 8 w 3"/>
                <a:gd name="T5" fmla="*/ 32 h 8"/>
                <a:gd name="T6" fmla="*/ 24 w 3"/>
                <a:gd name="T7" fmla="*/ 64 h 8"/>
                <a:gd name="T8" fmla="*/ 16 w 3"/>
                <a:gd name="T9" fmla="*/ 48 h 8"/>
                <a:gd name="T10" fmla="*/ 16 w 3"/>
                <a:gd name="T11" fmla="*/ 32 h 8"/>
                <a:gd name="T12" fmla="*/ 16 w 3"/>
                <a:gd name="T13" fmla="*/ 16 h 8"/>
                <a:gd name="T14" fmla="*/ 24 w 3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8">
                  <a:moveTo>
                    <a:pt x="3" y="1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1" y="3"/>
                    <a:pt x="1" y="4"/>
                  </a:cubicBezTo>
                  <a:cubicBezTo>
                    <a:pt x="2" y="5"/>
                    <a:pt x="1" y="7"/>
                    <a:pt x="3" y="8"/>
                  </a:cubicBezTo>
                  <a:cubicBezTo>
                    <a:pt x="3" y="7"/>
                    <a:pt x="2" y="6"/>
                    <a:pt x="2" y="6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5448">
              <a:extLst>
                <a:ext uri="{FF2B5EF4-FFF2-40B4-BE49-F238E27FC236}">
                  <a16:creationId xmlns:a16="http://schemas.microsoft.com/office/drawing/2014/main" id="{9FA24545-FDA2-410C-9DD9-AD6A64EFF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989"/>
              <a:ext cx="14" cy="6"/>
            </a:xfrm>
            <a:custGeom>
              <a:avLst/>
              <a:gdLst>
                <a:gd name="T0" fmla="*/ 48 w 7"/>
                <a:gd name="T1" fmla="*/ 24 h 3"/>
                <a:gd name="T2" fmla="*/ 16 w 7"/>
                <a:gd name="T3" fmla="*/ 16 h 3"/>
                <a:gd name="T4" fmla="*/ 0 w 7"/>
                <a:gd name="T5" fmla="*/ 8 h 3"/>
                <a:gd name="T6" fmla="*/ 8 w 7"/>
                <a:gd name="T7" fmla="*/ 0 h 3"/>
                <a:gd name="T8" fmla="*/ 24 w 7"/>
                <a:gd name="T9" fmla="*/ 16 h 3"/>
                <a:gd name="T10" fmla="*/ 40 w 7"/>
                <a:gd name="T11" fmla="*/ 24 h 3"/>
                <a:gd name="T12" fmla="*/ 56 w 7"/>
                <a:gd name="T13" fmla="*/ 24 h 3"/>
                <a:gd name="T14" fmla="*/ 48 w 7"/>
                <a:gd name="T15" fmla="*/ 24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6" y="3"/>
                  </a:moveTo>
                  <a:cubicBezTo>
                    <a:pt x="4" y="3"/>
                    <a:pt x="3" y="3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4" y="2"/>
                    <a:pt x="4" y="2"/>
                    <a:pt x="5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6" y="3"/>
                    <a:pt x="6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5449">
              <a:extLst>
                <a:ext uri="{FF2B5EF4-FFF2-40B4-BE49-F238E27FC236}">
                  <a16:creationId xmlns:a16="http://schemas.microsoft.com/office/drawing/2014/main" id="{415CBE1C-886D-4673-A71A-E995E494B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987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8 w 2"/>
                <a:gd name="T5" fmla="*/ 16 h 3"/>
                <a:gd name="T6" fmla="*/ 8 w 2"/>
                <a:gd name="T7" fmla="*/ 8 h 3"/>
                <a:gd name="T8" fmla="*/ 16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2" y="3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5450">
              <a:extLst>
                <a:ext uri="{FF2B5EF4-FFF2-40B4-BE49-F238E27FC236}">
                  <a16:creationId xmlns:a16="http://schemas.microsoft.com/office/drawing/2014/main" id="{1C2034ED-3C3F-42BB-B1ED-BC843EBE7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987"/>
              <a:ext cx="8" cy="6"/>
            </a:xfrm>
            <a:custGeom>
              <a:avLst/>
              <a:gdLst>
                <a:gd name="T0" fmla="*/ 24 w 4"/>
                <a:gd name="T1" fmla="*/ 8 h 3"/>
                <a:gd name="T2" fmla="*/ 16 w 4"/>
                <a:gd name="T3" fmla="*/ 8 h 3"/>
                <a:gd name="T4" fmla="*/ 0 w 4"/>
                <a:gd name="T5" fmla="*/ 0 h 3"/>
                <a:gd name="T6" fmla="*/ 32 w 4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3" y="1"/>
                    <a:pt x="2" y="2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3"/>
                    <a:pt x="3" y="2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6" name="Freeform 5451">
              <a:extLst>
                <a:ext uri="{FF2B5EF4-FFF2-40B4-BE49-F238E27FC236}">
                  <a16:creationId xmlns:a16="http://schemas.microsoft.com/office/drawing/2014/main" id="{7DC826C9-7CA3-415A-BCC7-A3291840B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963"/>
              <a:ext cx="8" cy="6"/>
            </a:xfrm>
            <a:custGeom>
              <a:avLst/>
              <a:gdLst>
                <a:gd name="T0" fmla="*/ 32 w 4"/>
                <a:gd name="T1" fmla="*/ 8 h 3"/>
                <a:gd name="T2" fmla="*/ 16 w 4"/>
                <a:gd name="T3" fmla="*/ 24 h 3"/>
                <a:gd name="T4" fmla="*/ 0 w 4"/>
                <a:gd name="T5" fmla="*/ 16 h 3"/>
                <a:gd name="T6" fmla="*/ 16 w 4"/>
                <a:gd name="T7" fmla="*/ 16 h 3"/>
                <a:gd name="T8" fmla="*/ 24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3"/>
                    <a:pt x="2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2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5452">
              <a:extLst>
                <a:ext uri="{FF2B5EF4-FFF2-40B4-BE49-F238E27FC236}">
                  <a16:creationId xmlns:a16="http://schemas.microsoft.com/office/drawing/2014/main" id="{398ADF78-F455-439C-865E-3658EAA4D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963"/>
              <a:ext cx="4" cy="20"/>
            </a:xfrm>
            <a:custGeom>
              <a:avLst/>
              <a:gdLst>
                <a:gd name="T0" fmla="*/ 0 w 2"/>
                <a:gd name="T1" fmla="*/ 0 h 10"/>
                <a:gd name="T2" fmla="*/ 8 w 2"/>
                <a:gd name="T3" fmla="*/ 40 h 10"/>
                <a:gd name="T4" fmla="*/ 8 w 2"/>
                <a:gd name="T5" fmla="*/ 56 h 10"/>
                <a:gd name="T6" fmla="*/ 0 w 2"/>
                <a:gd name="T7" fmla="*/ 80 h 10"/>
                <a:gd name="T8" fmla="*/ 0 w 2"/>
                <a:gd name="T9" fmla="*/ 72 h 10"/>
                <a:gd name="T10" fmla="*/ 0 w 2"/>
                <a:gd name="T11" fmla="*/ 56 h 10"/>
                <a:gd name="T12" fmla="*/ 8 w 2"/>
                <a:gd name="T13" fmla="*/ 40 h 10"/>
                <a:gd name="T14" fmla="*/ 0 w 2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1" y="2"/>
                    <a:pt x="2" y="3"/>
                    <a:pt x="1" y="5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0" y="8"/>
                    <a:pt x="1" y="9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6"/>
                    <a:pt x="1" y="5"/>
                    <a:pt x="1" y="5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5453">
              <a:extLst>
                <a:ext uri="{FF2B5EF4-FFF2-40B4-BE49-F238E27FC236}">
                  <a16:creationId xmlns:a16="http://schemas.microsoft.com/office/drawing/2014/main" id="{2A2E4666-27D5-4645-BA04-0CDFF327A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969"/>
              <a:ext cx="4" cy="8"/>
            </a:xfrm>
            <a:custGeom>
              <a:avLst/>
              <a:gdLst>
                <a:gd name="T0" fmla="*/ 16 w 2"/>
                <a:gd name="T1" fmla="*/ 32 h 4"/>
                <a:gd name="T2" fmla="*/ 16 w 2"/>
                <a:gd name="T3" fmla="*/ 24 h 4"/>
                <a:gd name="T4" fmla="*/ 8 w 2"/>
                <a:gd name="T5" fmla="*/ 16 h 4"/>
                <a:gd name="T6" fmla="*/ 0 w 2"/>
                <a:gd name="T7" fmla="*/ 0 h 4"/>
                <a:gd name="T8" fmla="*/ 8 w 2"/>
                <a:gd name="T9" fmla="*/ 16 h 4"/>
                <a:gd name="T10" fmla="*/ 8 w 2"/>
                <a:gd name="T11" fmla="*/ 3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1" y="2"/>
                    <a:pt x="1" y="0"/>
                    <a:pt x="0" y="0"/>
                  </a:cubicBezTo>
                  <a:cubicBezTo>
                    <a:pt x="1" y="1"/>
                    <a:pt x="0" y="2"/>
                    <a:pt x="1" y="2"/>
                  </a:cubicBezTo>
                  <a:cubicBezTo>
                    <a:pt x="1" y="3"/>
                    <a:pt x="2" y="3"/>
                    <a:pt x="1" y="4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5454">
              <a:extLst>
                <a:ext uri="{FF2B5EF4-FFF2-40B4-BE49-F238E27FC236}">
                  <a16:creationId xmlns:a16="http://schemas.microsoft.com/office/drawing/2014/main" id="{3ACE1929-76FD-4B05-9339-A98B1639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987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8 h 1"/>
                <a:gd name="T4" fmla="*/ 0 w 2"/>
                <a:gd name="T5" fmla="*/ 8 h 1"/>
                <a:gd name="T6" fmla="*/ 16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5455">
              <a:extLst>
                <a:ext uri="{FF2B5EF4-FFF2-40B4-BE49-F238E27FC236}">
                  <a16:creationId xmlns:a16="http://schemas.microsoft.com/office/drawing/2014/main" id="{C911EE8C-F75B-4838-A19B-4FE710F6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957"/>
              <a:ext cx="10" cy="6"/>
            </a:xfrm>
            <a:custGeom>
              <a:avLst/>
              <a:gdLst>
                <a:gd name="T0" fmla="*/ 40 w 5"/>
                <a:gd name="T1" fmla="*/ 0 h 3"/>
                <a:gd name="T2" fmla="*/ 24 w 5"/>
                <a:gd name="T3" fmla="*/ 16 h 3"/>
                <a:gd name="T4" fmla="*/ 0 w 5"/>
                <a:gd name="T5" fmla="*/ 16 h 3"/>
                <a:gd name="T6" fmla="*/ 16 w 5"/>
                <a:gd name="T7" fmla="*/ 24 h 3"/>
                <a:gd name="T8" fmla="*/ 24 w 5"/>
                <a:gd name="T9" fmla="*/ 24 h 3"/>
                <a:gd name="T10" fmla="*/ 24 w 5"/>
                <a:gd name="T11" fmla="*/ 24 h 3"/>
                <a:gd name="T12" fmla="*/ 24 w 5"/>
                <a:gd name="T13" fmla="*/ 16 h 3"/>
                <a:gd name="T14" fmla="*/ 24 w 5"/>
                <a:gd name="T15" fmla="*/ 16 h 3"/>
                <a:gd name="T16" fmla="*/ 32 w 5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0"/>
                    <a:pt x="3" y="1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1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5456">
              <a:extLst>
                <a:ext uri="{FF2B5EF4-FFF2-40B4-BE49-F238E27FC236}">
                  <a16:creationId xmlns:a16="http://schemas.microsoft.com/office/drawing/2014/main" id="{20511667-F4DF-4231-A73E-BBBB708A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971"/>
              <a:ext cx="6" cy="6"/>
            </a:xfrm>
            <a:custGeom>
              <a:avLst/>
              <a:gdLst>
                <a:gd name="T0" fmla="*/ 16 w 3"/>
                <a:gd name="T1" fmla="*/ 8 h 3"/>
                <a:gd name="T2" fmla="*/ 8 w 3"/>
                <a:gd name="T3" fmla="*/ 8 h 3"/>
                <a:gd name="T4" fmla="*/ 8 w 3"/>
                <a:gd name="T5" fmla="*/ 24 h 3"/>
                <a:gd name="T6" fmla="*/ 16 w 3"/>
                <a:gd name="T7" fmla="*/ 24 h 3"/>
                <a:gd name="T8" fmla="*/ 24 w 3"/>
                <a:gd name="T9" fmla="*/ 16 h 3"/>
                <a:gd name="T10" fmla="*/ 24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5457">
              <a:extLst>
                <a:ext uri="{FF2B5EF4-FFF2-40B4-BE49-F238E27FC236}">
                  <a16:creationId xmlns:a16="http://schemas.microsoft.com/office/drawing/2014/main" id="{CB0489F5-312A-473F-9FC0-8B25F7BDA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989"/>
              <a:ext cx="8" cy="6"/>
            </a:xfrm>
            <a:custGeom>
              <a:avLst/>
              <a:gdLst>
                <a:gd name="T0" fmla="*/ 32 w 4"/>
                <a:gd name="T1" fmla="*/ 24 h 3"/>
                <a:gd name="T2" fmla="*/ 24 w 4"/>
                <a:gd name="T3" fmla="*/ 24 h 3"/>
                <a:gd name="T4" fmla="*/ 8 w 4"/>
                <a:gd name="T5" fmla="*/ 16 h 3"/>
                <a:gd name="T6" fmla="*/ 0 w 4"/>
                <a:gd name="T7" fmla="*/ 8 h 3"/>
                <a:gd name="T8" fmla="*/ 8 w 4"/>
                <a:gd name="T9" fmla="*/ 0 h 3"/>
                <a:gd name="T10" fmla="*/ 16 w 4"/>
                <a:gd name="T11" fmla="*/ 16 h 3"/>
                <a:gd name="T12" fmla="*/ 24 w 4"/>
                <a:gd name="T13" fmla="*/ 16 h 3"/>
                <a:gd name="T14" fmla="*/ 32 w 4"/>
                <a:gd name="T15" fmla="*/ 24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3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3"/>
                    <a:pt x="4" y="3"/>
                    <a:pt x="4" y="3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5458">
              <a:extLst>
                <a:ext uri="{FF2B5EF4-FFF2-40B4-BE49-F238E27FC236}">
                  <a16:creationId xmlns:a16="http://schemas.microsoft.com/office/drawing/2014/main" id="{E9847191-0FF7-4470-B964-5698AE8CC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955"/>
              <a:ext cx="38" cy="40"/>
            </a:xfrm>
            <a:custGeom>
              <a:avLst/>
              <a:gdLst>
                <a:gd name="T0" fmla="*/ 64 w 19"/>
                <a:gd name="T1" fmla="*/ 160 h 20"/>
                <a:gd name="T2" fmla="*/ 32 w 19"/>
                <a:gd name="T3" fmla="*/ 152 h 20"/>
                <a:gd name="T4" fmla="*/ 32 w 19"/>
                <a:gd name="T5" fmla="*/ 136 h 20"/>
                <a:gd name="T6" fmla="*/ 24 w 19"/>
                <a:gd name="T7" fmla="*/ 120 h 20"/>
                <a:gd name="T8" fmla="*/ 16 w 19"/>
                <a:gd name="T9" fmla="*/ 104 h 20"/>
                <a:gd name="T10" fmla="*/ 8 w 19"/>
                <a:gd name="T11" fmla="*/ 72 h 20"/>
                <a:gd name="T12" fmla="*/ 32 w 19"/>
                <a:gd name="T13" fmla="*/ 64 h 20"/>
                <a:gd name="T14" fmla="*/ 32 w 19"/>
                <a:gd name="T15" fmla="*/ 32 h 20"/>
                <a:gd name="T16" fmla="*/ 56 w 19"/>
                <a:gd name="T17" fmla="*/ 24 h 20"/>
                <a:gd name="T18" fmla="*/ 80 w 19"/>
                <a:gd name="T19" fmla="*/ 8 h 20"/>
                <a:gd name="T20" fmla="*/ 96 w 19"/>
                <a:gd name="T21" fmla="*/ 16 h 20"/>
                <a:gd name="T22" fmla="*/ 120 w 19"/>
                <a:gd name="T23" fmla="*/ 24 h 20"/>
                <a:gd name="T24" fmla="*/ 152 w 19"/>
                <a:gd name="T25" fmla="*/ 64 h 20"/>
                <a:gd name="T26" fmla="*/ 144 w 19"/>
                <a:gd name="T27" fmla="*/ 96 h 20"/>
                <a:gd name="T28" fmla="*/ 136 w 19"/>
                <a:gd name="T29" fmla="*/ 120 h 20"/>
                <a:gd name="T30" fmla="*/ 120 w 19"/>
                <a:gd name="T31" fmla="*/ 128 h 20"/>
                <a:gd name="T32" fmla="*/ 120 w 19"/>
                <a:gd name="T33" fmla="*/ 144 h 20"/>
                <a:gd name="T34" fmla="*/ 96 w 19"/>
                <a:gd name="T35" fmla="*/ 160 h 20"/>
                <a:gd name="T36" fmla="*/ 64 w 19"/>
                <a:gd name="T37" fmla="*/ 160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8" y="20"/>
                  </a:moveTo>
                  <a:cubicBezTo>
                    <a:pt x="7" y="20"/>
                    <a:pt x="4" y="20"/>
                    <a:pt x="4" y="19"/>
                  </a:cubicBezTo>
                  <a:cubicBezTo>
                    <a:pt x="3" y="18"/>
                    <a:pt x="4" y="17"/>
                    <a:pt x="4" y="17"/>
                  </a:cubicBezTo>
                  <a:cubicBezTo>
                    <a:pt x="4" y="16"/>
                    <a:pt x="4" y="16"/>
                    <a:pt x="3" y="15"/>
                  </a:cubicBezTo>
                  <a:cubicBezTo>
                    <a:pt x="2" y="15"/>
                    <a:pt x="2" y="14"/>
                    <a:pt x="2" y="13"/>
                  </a:cubicBezTo>
                  <a:cubicBezTo>
                    <a:pt x="1" y="11"/>
                    <a:pt x="0" y="11"/>
                    <a:pt x="1" y="9"/>
                  </a:cubicBezTo>
                  <a:cubicBezTo>
                    <a:pt x="2" y="8"/>
                    <a:pt x="3" y="9"/>
                    <a:pt x="4" y="8"/>
                  </a:cubicBezTo>
                  <a:cubicBezTo>
                    <a:pt x="5" y="6"/>
                    <a:pt x="4" y="5"/>
                    <a:pt x="4" y="4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9" y="3"/>
                    <a:pt x="9" y="1"/>
                    <a:pt x="10" y="1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3" y="3"/>
                    <a:pt x="14" y="2"/>
                    <a:pt x="15" y="3"/>
                  </a:cubicBezTo>
                  <a:cubicBezTo>
                    <a:pt x="17" y="3"/>
                    <a:pt x="19" y="6"/>
                    <a:pt x="19" y="8"/>
                  </a:cubicBezTo>
                  <a:cubicBezTo>
                    <a:pt x="19" y="9"/>
                    <a:pt x="18" y="10"/>
                    <a:pt x="18" y="12"/>
                  </a:cubicBezTo>
                  <a:cubicBezTo>
                    <a:pt x="18" y="13"/>
                    <a:pt x="18" y="14"/>
                    <a:pt x="17" y="15"/>
                  </a:cubicBezTo>
                  <a:cubicBezTo>
                    <a:pt x="16" y="15"/>
                    <a:pt x="16" y="15"/>
                    <a:pt x="15" y="16"/>
                  </a:cubicBezTo>
                  <a:cubicBezTo>
                    <a:pt x="15" y="16"/>
                    <a:pt x="15" y="17"/>
                    <a:pt x="15" y="18"/>
                  </a:cubicBezTo>
                  <a:cubicBezTo>
                    <a:pt x="14" y="19"/>
                    <a:pt x="13" y="20"/>
                    <a:pt x="12" y="20"/>
                  </a:cubicBezTo>
                  <a:cubicBezTo>
                    <a:pt x="11" y="20"/>
                    <a:pt x="9" y="20"/>
                    <a:pt x="8" y="2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5459">
              <a:extLst>
                <a:ext uri="{FF2B5EF4-FFF2-40B4-BE49-F238E27FC236}">
                  <a16:creationId xmlns:a16="http://schemas.microsoft.com/office/drawing/2014/main" id="{22F01C3E-E108-47E6-B544-8B858E3CB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969"/>
              <a:ext cx="1" cy="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Freeform 5460">
              <a:extLst>
                <a:ext uri="{FF2B5EF4-FFF2-40B4-BE49-F238E27FC236}">
                  <a16:creationId xmlns:a16="http://schemas.microsoft.com/office/drawing/2014/main" id="{A175B8E2-250D-4568-B95A-77DC77C5E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985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6" name="Freeform 5461">
              <a:extLst>
                <a:ext uri="{FF2B5EF4-FFF2-40B4-BE49-F238E27FC236}">
                  <a16:creationId xmlns:a16="http://schemas.microsoft.com/office/drawing/2014/main" id="{E4718D81-C20D-4392-BA32-24B868156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967"/>
              <a:ext cx="10" cy="12"/>
            </a:xfrm>
            <a:custGeom>
              <a:avLst/>
              <a:gdLst>
                <a:gd name="T0" fmla="*/ 40 w 5"/>
                <a:gd name="T1" fmla="*/ 48 h 6"/>
                <a:gd name="T2" fmla="*/ 40 w 5"/>
                <a:gd name="T3" fmla="*/ 32 h 6"/>
                <a:gd name="T4" fmla="*/ 40 w 5"/>
                <a:gd name="T5" fmla="*/ 24 h 6"/>
                <a:gd name="T6" fmla="*/ 32 w 5"/>
                <a:gd name="T7" fmla="*/ 16 h 6"/>
                <a:gd name="T8" fmla="*/ 24 w 5"/>
                <a:gd name="T9" fmla="*/ 0 h 6"/>
                <a:gd name="T10" fmla="*/ 0 w 5"/>
                <a:gd name="T11" fmla="*/ 8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2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7" name="Freeform 5462">
              <a:extLst>
                <a:ext uri="{FF2B5EF4-FFF2-40B4-BE49-F238E27FC236}">
                  <a16:creationId xmlns:a16="http://schemas.microsoft.com/office/drawing/2014/main" id="{61B99A95-99EC-4D35-9F8F-B1C989348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987"/>
              <a:ext cx="10" cy="4"/>
            </a:xfrm>
            <a:custGeom>
              <a:avLst/>
              <a:gdLst>
                <a:gd name="T0" fmla="*/ 8 w 5"/>
                <a:gd name="T1" fmla="*/ 0 h 2"/>
                <a:gd name="T2" fmla="*/ 24 w 5"/>
                <a:gd name="T3" fmla="*/ 8 h 2"/>
                <a:gd name="T4" fmla="*/ 40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1" y="0"/>
                  </a:moveTo>
                  <a:cubicBezTo>
                    <a:pt x="0" y="2"/>
                    <a:pt x="3" y="2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5463">
              <a:extLst>
                <a:ext uri="{FF2B5EF4-FFF2-40B4-BE49-F238E27FC236}">
                  <a16:creationId xmlns:a16="http://schemas.microsoft.com/office/drawing/2014/main" id="{08DB4DEF-1239-4F70-B155-286860158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127"/>
              <a:ext cx="32" cy="38"/>
            </a:xfrm>
            <a:custGeom>
              <a:avLst/>
              <a:gdLst>
                <a:gd name="T0" fmla="*/ 128 w 16"/>
                <a:gd name="T1" fmla="*/ 88 h 19"/>
                <a:gd name="T2" fmla="*/ 120 w 16"/>
                <a:gd name="T3" fmla="*/ 120 h 19"/>
                <a:gd name="T4" fmla="*/ 112 w 16"/>
                <a:gd name="T5" fmla="*/ 120 h 19"/>
                <a:gd name="T6" fmla="*/ 104 w 16"/>
                <a:gd name="T7" fmla="*/ 136 h 19"/>
                <a:gd name="T8" fmla="*/ 96 w 16"/>
                <a:gd name="T9" fmla="*/ 128 h 19"/>
                <a:gd name="T10" fmla="*/ 88 w 16"/>
                <a:gd name="T11" fmla="*/ 144 h 19"/>
                <a:gd name="T12" fmla="*/ 56 w 16"/>
                <a:gd name="T13" fmla="*/ 144 h 19"/>
                <a:gd name="T14" fmla="*/ 40 w 16"/>
                <a:gd name="T15" fmla="*/ 136 h 19"/>
                <a:gd name="T16" fmla="*/ 24 w 16"/>
                <a:gd name="T17" fmla="*/ 120 h 19"/>
                <a:gd name="T18" fmla="*/ 8 w 16"/>
                <a:gd name="T19" fmla="*/ 96 h 19"/>
                <a:gd name="T20" fmla="*/ 24 w 16"/>
                <a:gd name="T21" fmla="*/ 80 h 19"/>
                <a:gd name="T22" fmla="*/ 8 w 16"/>
                <a:gd name="T23" fmla="*/ 64 h 19"/>
                <a:gd name="T24" fmla="*/ 16 w 16"/>
                <a:gd name="T25" fmla="*/ 40 h 19"/>
                <a:gd name="T26" fmla="*/ 40 w 16"/>
                <a:gd name="T27" fmla="*/ 24 h 19"/>
                <a:gd name="T28" fmla="*/ 64 w 16"/>
                <a:gd name="T29" fmla="*/ 0 h 19"/>
                <a:gd name="T30" fmla="*/ 96 w 16"/>
                <a:gd name="T31" fmla="*/ 8 h 19"/>
                <a:gd name="T32" fmla="*/ 96 w 16"/>
                <a:gd name="T33" fmla="*/ 24 h 19"/>
                <a:gd name="T34" fmla="*/ 112 w 16"/>
                <a:gd name="T35" fmla="*/ 24 h 19"/>
                <a:gd name="T36" fmla="*/ 128 w 16"/>
                <a:gd name="T37" fmla="*/ 40 h 19"/>
                <a:gd name="T38" fmla="*/ 120 w 16"/>
                <a:gd name="T39" fmla="*/ 64 h 19"/>
                <a:gd name="T40" fmla="*/ 128 w 16"/>
                <a:gd name="T41" fmla="*/ 8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9">
                  <a:moveTo>
                    <a:pt x="16" y="11"/>
                  </a:moveTo>
                  <a:cubicBezTo>
                    <a:pt x="16" y="13"/>
                    <a:pt x="16" y="13"/>
                    <a:pt x="15" y="15"/>
                  </a:cubicBezTo>
                  <a:cubicBezTo>
                    <a:pt x="15" y="15"/>
                    <a:pt x="15" y="15"/>
                    <a:pt x="14" y="15"/>
                  </a:cubicBezTo>
                  <a:cubicBezTo>
                    <a:pt x="14" y="15"/>
                    <a:pt x="15" y="17"/>
                    <a:pt x="13" y="17"/>
                  </a:cubicBezTo>
                  <a:cubicBezTo>
                    <a:pt x="13" y="17"/>
                    <a:pt x="12" y="16"/>
                    <a:pt x="12" y="16"/>
                  </a:cubicBezTo>
                  <a:cubicBezTo>
                    <a:pt x="12" y="17"/>
                    <a:pt x="11" y="17"/>
                    <a:pt x="11" y="18"/>
                  </a:cubicBezTo>
                  <a:cubicBezTo>
                    <a:pt x="10" y="19"/>
                    <a:pt x="9" y="19"/>
                    <a:pt x="7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4" y="16"/>
                    <a:pt x="3" y="16"/>
                    <a:pt x="3" y="15"/>
                  </a:cubicBezTo>
                  <a:cubicBezTo>
                    <a:pt x="2" y="14"/>
                    <a:pt x="1" y="13"/>
                    <a:pt x="1" y="12"/>
                  </a:cubicBezTo>
                  <a:cubicBezTo>
                    <a:pt x="0" y="11"/>
                    <a:pt x="2" y="11"/>
                    <a:pt x="3" y="10"/>
                  </a:cubicBezTo>
                  <a:cubicBezTo>
                    <a:pt x="3" y="9"/>
                    <a:pt x="1" y="8"/>
                    <a:pt x="1" y="8"/>
                  </a:cubicBezTo>
                  <a:cubicBezTo>
                    <a:pt x="0" y="7"/>
                    <a:pt x="1" y="5"/>
                    <a:pt x="2" y="5"/>
                  </a:cubicBezTo>
                  <a:cubicBezTo>
                    <a:pt x="2" y="4"/>
                    <a:pt x="4" y="3"/>
                    <a:pt x="5" y="3"/>
                  </a:cubicBezTo>
                  <a:cubicBezTo>
                    <a:pt x="6" y="2"/>
                    <a:pt x="6" y="1"/>
                    <a:pt x="8" y="0"/>
                  </a:cubicBezTo>
                  <a:cubicBezTo>
                    <a:pt x="9" y="0"/>
                    <a:pt x="11" y="0"/>
                    <a:pt x="12" y="1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3" y="3"/>
                    <a:pt x="14" y="3"/>
                    <a:pt x="14" y="3"/>
                  </a:cubicBezTo>
                  <a:cubicBezTo>
                    <a:pt x="16" y="3"/>
                    <a:pt x="16" y="4"/>
                    <a:pt x="16" y="5"/>
                  </a:cubicBezTo>
                  <a:cubicBezTo>
                    <a:pt x="16" y="7"/>
                    <a:pt x="15" y="7"/>
                    <a:pt x="15" y="8"/>
                  </a:cubicBezTo>
                  <a:cubicBezTo>
                    <a:pt x="15" y="10"/>
                    <a:pt x="16" y="10"/>
                    <a:pt x="16" y="11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5464">
              <a:extLst>
                <a:ext uri="{FF2B5EF4-FFF2-40B4-BE49-F238E27FC236}">
                  <a16:creationId xmlns:a16="http://schemas.microsoft.com/office/drawing/2014/main" id="{14631349-A80E-41B1-B801-D95BD846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133"/>
              <a:ext cx="8" cy="12"/>
            </a:xfrm>
            <a:custGeom>
              <a:avLst/>
              <a:gdLst>
                <a:gd name="T0" fmla="*/ 32 w 4"/>
                <a:gd name="T1" fmla="*/ 0 h 6"/>
                <a:gd name="T2" fmla="*/ 8 w 4"/>
                <a:gd name="T3" fmla="*/ 16 h 6"/>
                <a:gd name="T4" fmla="*/ 16 w 4"/>
                <a:gd name="T5" fmla="*/ 48 h 6"/>
                <a:gd name="T6" fmla="*/ 16 w 4"/>
                <a:gd name="T7" fmla="*/ 24 h 6"/>
                <a:gd name="T8" fmla="*/ 32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1"/>
                    <a:pt x="2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5465">
              <a:extLst>
                <a:ext uri="{FF2B5EF4-FFF2-40B4-BE49-F238E27FC236}">
                  <a16:creationId xmlns:a16="http://schemas.microsoft.com/office/drawing/2014/main" id="{7189E3D9-E549-4807-B239-0E005726F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147"/>
              <a:ext cx="6" cy="10"/>
            </a:xfrm>
            <a:custGeom>
              <a:avLst/>
              <a:gdLst>
                <a:gd name="T0" fmla="*/ 16 w 3"/>
                <a:gd name="T1" fmla="*/ 0 h 5"/>
                <a:gd name="T2" fmla="*/ 8 w 3"/>
                <a:gd name="T3" fmla="*/ 24 h 5"/>
                <a:gd name="T4" fmla="*/ 16 w 3"/>
                <a:gd name="T5" fmla="*/ 40 h 5"/>
                <a:gd name="T6" fmla="*/ 16 w 3"/>
                <a:gd name="T7" fmla="*/ 16 h 5"/>
                <a:gd name="T8" fmla="*/ 16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1"/>
                    <a:pt x="0" y="1"/>
                    <a:pt x="1" y="3"/>
                  </a:cubicBezTo>
                  <a:cubicBezTo>
                    <a:pt x="1" y="3"/>
                    <a:pt x="2" y="4"/>
                    <a:pt x="2" y="5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1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5466">
              <a:extLst>
                <a:ext uri="{FF2B5EF4-FFF2-40B4-BE49-F238E27FC236}">
                  <a16:creationId xmlns:a16="http://schemas.microsoft.com/office/drawing/2014/main" id="{BB2930A1-3C2A-4943-BE32-E2604BC7C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3157"/>
              <a:ext cx="20" cy="10"/>
            </a:xfrm>
            <a:custGeom>
              <a:avLst/>
              <a:gdLst>
                <a:gd name="T0" fmla="*/ 80 w 10"/>
                <a:gd name="T1" fmla="*/ 8 h 5"/>
                <a:gd name="T2" fmla="*/ 40 w 10"/>
                <a:gd name="T3" fmla="*/ 24 h 5"/>
                <a:gd name="T4" fmla="*/ 16 w 10"/>
                <a:gd name="T5" fmla="*/ 16 h 5"/>
                <a:gd name="T6" fmla="*/ 0 w 10"/>
                <a:gd name="T7" fmla="*/ 0 h 5"/>
                <a:gd name="T8" fmla="*/ 24 w 10"/>
                <a:gd name="T9" fmla="*/ 8 h 5"/>
                <a:gd name="T10" fmla="*/ 32 w 10"/>
                <a:gd name="T11" fmla="*/ 8 h 5"/>
                <a:gd name="T12" fmla="*/ 40 w 10"/>
                <a:gd name="T13" fmla="*/ 16 h 5"/>
                <a:gd name="T14" fmla="*/ 64 w 10"/>
                <a:gd name="T15" fmla="*/ 8 h 5"/>
                <a:gd name="T16" fmla="*/ 80 w 10"/>
                <a:gd name="T17" fmla="*/ 8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">
                  <a:moveTo>
                    <a:pt x="10" y="1"/>
                  </a:moveTo>
                  <a:cubicBezTo>
                    <a:pt x="8" y="0"/>
                    <a:pt x="7" y="5"/>
                    <a:pt x="5" y="3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6" y="2"/>
                    <a:pt x="7" y="1"/>
                    <a:pt x="8" y="1"/>
                  </a:cubicBezTo>
                  <a:cubicBezTo>
                    <a:pt x="8" y="1"/>
                    <a:pt x="9" y="1"/>
                    <a:pt x="1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5467">
              <a:extLst>
                <a:ext uri="{FF2B5EF4-FFF2-40B4-BE49-F238E27FC236}">
                  <a16:creationId xmlns:a16="http://schemas.microsoft.com/office/drawing/2014/main" id="{75E61389-1777-4530-AA19-4AB33CB86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135"/>
              <a:ext cx="4" cy="10"/>
            </a:xfrm>
            <a:custGeom>
              <a:avLst/>
              <a:gdLst>
                <a:gd name="T0" fmla="*/ 16 w 2"/>
                <a:gd name="T1" fmla="*/ 8 h 5"/>
                <a:gd name="T2" fmla="*/ 8 w 2"/>
                <a:gd name="T3" fmla="*/ 24 h 5"/>
                <a:gd name="T4" fmla="*/ 8 w 2"/>
                <a:gd name="T5" fmla="*/ 40 h 5"/>
                <a:gd name="T6" fmla="*/ 0 w 2"/>
                <a:gd name="T7" fmla="*/ 24 h 5"/>
                <a:gd name="T8" fmla="*/ 8 w 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1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5468">
              <a:extLst>
                <a:ext uri="{FF2B5EF4-FFF2-40B4-BE49-F238E27FC236}">
                  <a16:creationId xmlns:a16="http://schemas.microsoft.com/office/drawing/2014/main" id="{BDC37249-49A8-47AA-9E52-F161496FD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129"/>
              <a:ext cx="4" cy="4"/>
            </a:xfrm>
            <a:custGeom>
              <a:avLst/>
              <a:gdLst>
                <a:gd name="T0" fmla="*/ 16 w 2"/>
                <a:gd name="T1" fmla="*/ 8 h 2"/>
                <a:gd name="T2" fmla="*/ 0 w 2"/>
                <a:gd name="T3" fmla="*/ 0 h 2"/>
                <a:gd name="T4" fmla="*/ 16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5469">
              <a:extLst>
                <a:ext uri="{FF2B5EF4-FFF2-40B4-BE49-F238E27FC236}">
                  <a16:creationId xmlns:a16="http://schemas.microsoft.com/office/drawing/2014/main" id="{F1AF53C2-9B3D-4EE3-B478-3E4FA970D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3147"/>
              <a:ext cx="6" cy="6"/>
            </a:xfrm>
            <a:custGeom>
              <a:avLst/>
              <a:gdLst>
                <a:gd name="T0" fmla="*/ 16 w 3"/>
                <a:gd name="T1" fmla="*/ 8 h 3"/>
                <a:gd name="T2" fmla="*/ 8 w 3"/>
                <a:gd name="T3" fmla="*/ 16 h 3"/>
                <a:gd name="T4" fmla="*/ 0 w 3"/>
                <a:gd name="T5" fmla="*/ 24 h 3"/>
                <a:gd name="T6" fmla="*/ 16 w 3"/>
                <a:gd name="T7" fmla="*/ 16 h 3"/>
                <a:gd name="T8" fmla="*/ 16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5470">
              <a:extLst>
                <a:ext uri="{FF2B5EF4-FFF2-40B4-BE49-F238E27FC236}">
                  <a16:creationId xmlns:a16="http://schemas.microsoft.com/office/drawing/2014/main" id="{4B1EC035-C5FD-4AD8-95EB-564A4ECCC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3161"/>
              <a:ext cx="10" cy="2"/>
            </a:xfrm>
            <a:custGeom>
              <a:avLst/>
              <a:gdLst>
                <a:gd name="T0" fmla="*/ 40 w 5"/>
                <a:gd name="T1" fmla="*/ 0 h 1"/>
                <a:gd name="T2" fmla="*/ 16 w 5"/>
                <a:gd name="T3" fmla="*/ 8 h 1"/>
                <a:gd name="T4" fmla="*/ 8 w 5"/>
                <a:gd name="T5" fmla="*/ 8 h 1"/>
                <a:gd name="T6" fmla="*/ 0 w 5"/>
                <a:gd name="T7" fmla="*/ 0 h 1"/>
                <a:gd name="T8" fmla="*/ 24 w 5"/>
                <a:gd name="T9" fmla="*/ 8 h 1"/>
                <a:gd name="T10" fmla="*/ 40 w 5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6" name="Freeform 5471">
              <a:extLst>
                <a:ext uri="{FF2B5EF4-FFF2-40B4-BE49-F238E27FC236}">
                  <a16:creationId xmlns:a16="http://schemas.microsoft.com/office/drawing/2014/main" id="{0CCBBCEE-F65F-4A4D-959B-D89BE6CAE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147"/>
              <a:ext cx="6" cy="4"/>
            </a:xfrm>
            <a:custGeom>
              <a:avLst/>
              <a:gdLst>
                <a:gd name="T0" fmla="*/ 16 w 3"/>
                <a:gd name="T1" fmla="*/ 0 h 2"/>
                <a:gd name="T2" fmla="*/ 8 w 3"/>
                <a:gd name="T3" fmla="*/ 16 h 2"/>
                <a:gd name="T4" fmla="*/ 8 w 3"/>
                <a:gd name="T5" fmla="*/ 16 h 2"/>
                <a:gd name="T6" fmla="*/ 8 w 3"/>
                <a:gd name="T7" fmla="*/ 16 h 2"/>
                <a:gd name="T8" fmla="*/ 16 w 3"/>
                <a:gd name="T9" fmla="*/ 8 h 2"/>
                <a:gd name="T10" fmla="*/ 16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2"/>
                    <a:pt x="2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7" name="Freeform 5472">
              <a:extLst>
                <a:ext uri="{FF2B5EF4-FFF2-40B4-BE49-F238E27FC236}">
                  <a16:creationId xmlns:a16="http://schemas.microsoft.com/office/drawing/2014/main" id="{0D1B0663-5AEC-49AD-B69E-EA59DA3B3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137"/>
              <a:ext cx="4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8 h 3"/>
                <a:gd name="T4" fmla="*/ 16 w 2"/>
                <a:gd name="T5" fmla="*/ 24 h 3"/>
                <a:gd name="T6" fmla="*/ 8 w 2"/>
                <a:gd name="T7" fmla="*/ 16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8" name="Freeform 5473">
              <a:extLst>
                <a:ext uri="{FF2B5EF4-FFF2-40B4-BE49-F238E27FC236}">
                  <a16:creationId xmlns:a16="http://schemas.microsoft.com/office/drawing/2014/main" id="{11B8EA64-EAC8-4955-9C27-3F17E0342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131"/>
              <a:ext cx="10" cy="4"/>
            </a:xfrm>
            <a:custGeom>
              <a:avLst/>
              <a:gdLst>
                <a:gd name="T0" fmla="*/ 40 w 5"/>
                <a:gd name="T1" fmla="*/ 16 h 2"/>
                <a:gd name="T2" fmla="*/ 24 w 5"/>
                <a:gd name="T3" fmla="*/ 16 h 2"/>
                <a:gd name="T4" fmla="*/ 0 w 5"/>
                <a:gd name="T5" fmla="*/ 0 h 2"/>
                <a:gd name="T6" fmla="*/ 16 w 5"/>
                <a:gd name="T7" fmla="*/ 16 h 2"/>
                <a:gd name="T8" fmla="*/ 32 w 5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1"/>
                    <a:pt x="3" y="2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2"/>
                    <a:pt x="4" y="2"/>
                    <a:pt x="4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9" name="Freeform 5474">
              <a:extLst>
                <a:ext uri="{FF2B5EF4-FFF2-40B4-BE49-F238E27FC236}">
                  <a16:creationId xmlns:a16="http://schemas.microsoft.com/office/drawing/2014/main" id="{A3633D1B-E45D-44ED-A158-451D8E68C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127"/>
              <a:ext cx="32" cy="38"/>
            </a:xfrm>
            <a:custGeom>
              <a:avLst/>
              <a:gdLst>
                <a:gd name="T0" fmla="*/ 128 w 16"/>
                <a:gd name="T1" fmla="*/ 88 h 19"/>
                <a:gd name="T2" fmla="*/ 120 w 16"/>
                <a:gd name="T3" fmla="*/ 120 h 19"/>
                <a:gd name="T4" fmla="*/ 112 w 16"/>
                <a:gd name="T5" fmla="*/ 120 h 19"/>
                <a:gd name="T6" fmla="*/ 104 w 16"/>
                <a:gd name="T7" fmla="*/ 136 h 19"/>
                <a:gd name="T8" fmla="*/ 96 w 16"/>
                <a:gd name="T9" fmla="*/ 128 h 19"/>
                <a:gd name="T10" fmla="*/ 88 w 16"/>
                <a:gd name="T11" fmla="*/ 144 h 19"/>
                <a:gd name="T12" fmla="*/ 56 w 16"/>
                <a:gd name="T13" fmla="*/ 144 h 19"/>
                <a:gd name="T14" fmla="*/ 40 w 16"/>
                <a:gd name="T15" fmla="*/ 136 h 19"/>
                <a:gd name="T16" fmla="*/ 24 w 16"/>
                <a:gd name="T17" fmla="*/ 120 h 19"/>
                <a:gd name="T18" fmla="*/ 8 w 16"/>
                <a:gd name="T19" fmla="*/ 96 h 19"/>
                <a:gd name="T20" fmla="*/ 24 w 16"/>
                <a:gd name="T21" fmla="*/ 80 h 19"/>
                <a:gd name="T22" fmla="*/ 8 w 16"/>
                <a:gd name="T23" fmla="*/ 64 h 19"/>
                <a:gd name="T24" fmla="*/ 16 w 16"/>
                <a:gd name="T25" fmla="*/ 40 h 19"/>
                <a:gd name="T26" fmla="*/ 40 w 16"/>
                <a:gd name="T27" fmla="*/ 24 h 19"/>
                <a:gd name="T28" fmla="*/ 64 w 16"/>
                <a:gd name="T29" fmla="*/ 0 h 19"/>
                <a:gd name="T30" fmla="*/ 96 w 16"/>
                <a:gd name="T31" fmla="*/ 8 h 19"/>
                <a:gd name="T32" fmla="*/ 96 w 16"/>
                <a:gd name="T33" fmla="*/ 24 h 19"/>
                <a:gd name="T34" fmla="*/ 112 w 16"/>
                <a:gd name="T35" fmla="*/ 24 h 19"/>
                <a:gd name="T36" fmla="*/ 128 w 16"/>
                <a:gd name="T37" fmla="*/ 40 h 19"/>
                <a:gd name="T38" fmla="*/ 120 w 16"/>
                <a:gd name="T39" fmla="*/ 64 h 19"/>
                <a:gd name="T40" fmla="*/ 128 w 16"/>
                <a:gd name="T41" fmla="*/ 8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9">
                  <a:moveTo>
                    <a:pt x="16" y="11"/>
                  </a:moveTo>
                  <a:cubicBezTo>
                    <a:pt x="16" y="13"/>
                    <a:pt x="16" y="13"/>
                    <a:pt x="15" y="15"/>
                  </a:cubicBezTo>
                  <a:cubicBezTo>
                    <a:pt x="15" y="15"/>
                    <a:pt x="15" y="15"/>
                    <a:pt x="14" y="15"/>
                  </a:cubicBezTo>
                  <a:cubicBezTo>
                    <a:pt x="14" y="15"/>
                    <a:pt x="15" y="17"/>
                    <a:pt x="13" y="17"/>
                  </a:cubicBezTo>
                  <a:cubicBezTo>
                    <a:pt x="13" y="17"/>
                    <a:pt x="12" y="16"/>
                    <a:pt x="12" y="16"/>
                  </a:cubicBezTo>
                  <a:cubicBezTo>
                    <a:pt x="12" y="17"/>
                    <a:pt x="11" y="17"/>
                    <a:pt x="11" y="18"/>
                  </a:cubicBezTo>
                  <a:cubicBezTo>
                    <a:pt x="10" y="19"/>
                    <a:pt x="9" y="19"/>
                    <a:pt x="7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4" y="16"/>
                    <a:pt x="3" y="16"/>
                    <a:pt x="3" y="15"/>
                  </a:cubicBezTo>
                  <a:cubicBezTo>
                    <a:pt x="2" y="14"/>
                    <a:pt x="1" y="13"/>
                    <a:pt x="1" y="12"/>
                  </a:cubicBezTo>
                  <a:cubicBezTo>
                    <a:pt x="0" y="11"/>
                    <a:pt x="2" y="11"/>
                    <a:pt x="3" y="10"/>
                  </a:cubicBezTo>
                  <a:cubicBezTo>
                    <a:pt x="3" y="9"/>
                    <a:pt x="1" y="8"/>
                    <a:pt x="1" y="8"/>
                  </a:cubicBezTo>
                  <a:cubicBezTo>
                    <a:pt x="0" y="7"/>
                    <a:pt x="1" y="5"/>
                    <a:pt x="2" y="5"/>
                  </a:cubicBezTo>
                  <a:cubicBezTo>
                    <a:pt x="2" y="4"/>
                    <a:pt x="4" y="3"/>
                    <a:pt x="5" y="3"/>
                  </a:cubicBezTo>
                  <a:cubicBezTo>
                    <a:pt x="6" y="2"/>
                    <a:pt x="6" y="1"/>
                    <a:pt x="8" y="0"/>
                  </a:cubicBezTo>
                  <a:cubicBezTo>
                    <a:pt x="9" y="0"/>
                    <a:pt x="11" y="0"/>
                    <a:pt x="12" y="1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3" y="3"/>
                    <a:pt x="14" y="3"/>
                    <a:pt x="14" y="3"/>
                  </a:cubicBezTo>
                  <a:cubicBezTo>
                    <a:pt x="16" y="3"/>
                    <a:pt x="16" y="4"/>
                    <a:pt x="16" y="5"/>
                  </a:cubicBezTo>
                  <a:cubicBezTo>
                    <a:pt x="16" y="7"/>
                    <a:pt x="15" y="7"/>
                    <a:pt x="15" y="8"/>
                  </a:cubicBezTo>
                  <a:cubicBezTo>
                    <a:pt x="15" y="10"/>
                    <a:pt x="16" y="10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0" name="Freeform 5475">
              <a:extLst>
                <a:ext uri="{FF2B5EF4-FFF2-40B4-BE49-F238E27FC236}">
                  <a16:creationId xmlns:a16="http://schemas.microsoft.com/office/drawing/2014/main" id="{CB2DDAF1-4276-4AC5-91CA-70BA53B5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3145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1" name="Freeform 5476">
              <a:extLst>
                <a:ext uri="{FF2B5EF4-FFF2-40B4-BE49-F238E27FC236}">
                  <a16:creationId xmlns:a16="http://schemas.microsoft.com/office/drawing/2014/main" id="{7DA8795F-2CBE-4A5B-9C01-1DE07B60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3147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2" name="Freeform 5477">
              <a:extLst>
                <a:ext uri="{FF2B5EF4-FFF2-40B4-BE49-F238E27FC236}">
                  <a16:creationId xmlns:a16="http://schemas.microsoft.com/office/drawing/2014/main" id="{E5CC8629-9B19-4ED7-AF6C-A34434AAA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131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3" name="Freeform 5478">
              <a:extLst>
                <a:ext uri="{FF2B5EF4-FFF2-40B4-BE49-F238E27FC236}">
                  <a16:creationId xmlns:a16="http://schemas.microsoft.com/office/drawing/2014/main" id="{DC0AFAF0-9EE7-4553-B35C-E62C4919F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205"/>
              <a:ext cx="46" cy="44"/>
            </a:xfrm>
            <a:custGeom>
              <a:avLst/>
              <a:gdLst>
                <a:gd name="T0" fmla="*/ 136 w 23"/>
                <a:gd name="T1" fmla="*/ 32 h 22"/>
                <a:gd name="T2" fmla="*/ 80 w 23"/>
                <a:gd name="T3" fmla="*/ 0 h 22"/>
                <a:gd name="T4" fmla="*/ 32 w 23"/>
                <a:gd name="T5" fmla="*/ 24 h 22"/>
                <a:gd name="T6" fmla="*/ 72 w 23"/>
                <a:gd name="T7" fmla="*/ 152 h 22"/>
                <a:gd name="T8" fmla="*/ 176 w 23"/>
                <a:gd name="T9" fmla="*/ 112 h 22"/>
                <a:gd name="T10" fmla="*/ 136 w 23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3" y="15"/>
                    <a:pt x="9" y="19"/>
                  </a:cubicBezTo>
                  <a:cubicBezTo>
                    <a:pt x="15" y="22"/>
                    <a:pt x="21" y="18"/>
                    <a:pt x="22" y="14"/>
                  </a:cubicBezTo>
                  <a:cubicBezTo>
                    <a:pt x="23" y="10"/>
                    <a:pt x="21" y="8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4" name="Freeform 5479">
              <a:extLst>
                <a:ext uri="{FF2B5EF4-FFF2-40B4-BE49-F238E27FC236}">
                  <a16:creationId xmlns:a16="http://schemas.microsoft.com/office/drawing/2014/main" id="{A50B09BB-9887-46FA-88F9-FAECCB90C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205"/>
              <a:ext cx="46" cy="44"/>
            </a:xfrm>
            <a:custGeom>
              <a:avLst/>
              <a:gdLst>
                <a:gd name="T0" fmla="*/ 136 w 23"/>
                <a:gd name="T1" fmla="*/ 32 h 22"/>
                <a:gd name="T2" fmla="*/ 80 w 23"/>
                <a:gd name="T3" fmla="*/ 0 h 22"/>
                <a:gd name="T4" fmla="*/ 32 w 23"/>
                <a:gd name="T5" fmla="*/ 24 h 22"/>
                <a:gd name="T6" fmla="*/ 72 w 23"/>
                <a:gd name="T7" fmla="*/ 152 h 22"/>
                <a:gd name="T8" fmla="*/ 176 w 23"/>
                <a:gd name="T9" fmla="*/ 112 h 22"/>
                <a:gd name="T10" fmla="*/ 136 w 23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3" y="15"/>
                    <a:pt x="9" y="19"/>
                  </a:cubicBezTo>
                  <a:cubicBezTo>
                    <a:pt x="15" y="22"/>
                    <a:pt x="21" y="18"/>
                    <a:pt x="22" y="14"/>
                  </a:cubicBezTo>
                  <a:cubicBezTo>
                    <a:pt x="23" y="10"/>
                    <a:pt x="21" y="8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5" name="Freeform 5480">
              <a:extLst>
                <a:ext uri="{FF2B5EF4-FFF2-40B4-BE49-F238E27FC236}">
                  <a16:creationId xmlns:a16="http://schemas.microsoft.com/office/drawing/2014/main" id="{B661AE7B-E684-4A3B-B2BE-A8A1D2542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213"/>
              <a:ext cx="24" cy="24"/>
            </a:xfrm>
            <a:custGeom>
              <a:avLst/>
              <a:gdLst>
                <a:gd name="T0" fmla="*/ 96 w 12"/>
                <a:gd name="T1" fmla="*/ 56 h 12"/>
                <a:gd name="T2" fmla="*/ 80 w 12"/>
                <a:gd name="T3" fmla="*/ 88 h 12"/>
                <a:gd name="T4" fmla="*/ 24 w 12"/>
                <a:gd name="T5" fmla="*/ 64 h 12"/>
                <a:gd name="T6" fmla="*/ 8 w 12"/>
                <a:gd name="T7" fmla="*/ 24 h 12"/>
                <a:gd name="T8" fmla="*/ 32 w 12"/>
                <a:gd name="T9" fmla="*/ 0 h 12"/>
                <a:gd name="T10" fmla="*/ 8 w 12"/>
                <a:gd name="T11" fmla="*/ 16 h 12"/>
                <a:gd name="T12" fmla="*/ 24 w 12"/>
                <a:gd name="T13" fmla="*/ 64 h 12"/>
                <a:gd name="T14" fmla="*/ 80 w 12"/>
                <a:gd name="T15" fmla="*/ 88 h 12"/>
                <a:gd name="T16" fmla="*/ 96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2" y="7"/>
                  </a:moveTo>
                  <a:cubicBezTo>
                    <a:pt x="12" y="8"/>
                    <a:pt x="11" y="10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1" y="4"/>
                    <a:pt x="0" y="6"/>
                    <a:pt x="3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2" y="10"/>
                    <a:pt x="12" y="8"/>
                    <a:pt x="12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6" name="Freeform 5481">
              <a:extLst>
                <a:ext uri="{FF2B5EF4-FFF2-40B4-BE49-F238E27FC236}">
                  <a16:creationId xmlns:a16="http://schemas.microsoft.com/office/drawing/2014/main" id="{6FA6C476-D9B8-4D05-AF87-70BDBF4AB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279"/>
              <a:ext cx="52" cy="62"/>
            </a:xfrm>
            <a:custGeom>
              <a:avLst/>
              <a:gdLst>
                <a:gd name="T0" fmla="*/ 48 w 26"/>
                <a:gd name="T1" fmla="*/ 216 h 31"/>
                <a:gd name="T2" fmla="*/ 104 w 26"/>
                <a:gd name="T3" fmla="*/ 248 h 31"/>
                <a:gd name="T4" fmla="*/ 176 w 26"/>
                <a:gd name="T5" fmla="*/ 104 h 31"/>
                <a:gd name="T6" fmla="*/ 48 w 26"/>
                <a:gd name="T7" fmla="*/ 16 h 31"/>
                <a:gd name="T8" fmla="*/ 0 w 26"/>
                <a:gd name="T9" fmla="*/ 80 h 31"/>
                <a:gd name="T10" fmla="*/ 24 w 26"/>
                <a:gd name="T11" fmla="*/ 160 h 31"/>
                <a:gd name="T12" fmla="*/ 48 w 26"/>
                <a:gd name="T13" fmla="*/ 21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6" y="27"/>
                  </a:moveTo>
                  <a:cubicBezTo>
                    <a:pt x="8" y="29"/>
                    <a:pt x="11" y="30"/>
                    <a:pt x="13" y="31"/>
                  </a:cubicBezTo>
                  <a:cubicBezTo>
                    <a:pt x="23" y="31"/>
                    <a:pt x="26" y="22"/>
                    <a:pt x="22" y="13"/>
                  </a:cubicBezTo>
                  <a:cubicBezTo>
                    <a:pt x="19" y="5"/>
                    <a:pt x="11" y="0"/>
                    <a:pt x="6" y="2"/>
                  </a:cubicBezTo>
                  <a:cubicBezTo>
                    <a:pt x="2" y="3"/>
                    <a:pt x="0" y="6"/>
                    <a:pt x="0" y="10"/>
                  </a:cubicBezTo>
                  <a:cubicBezTo>
                    <a:pt x="0" y="14"/>
                    <a:pt x="2" y="18"/>
                    <a:pt x="3" y="20"/>
                  </a:cubicBezTo>
                  <a:cubicBezTo>
                    <a:pt x="4" y="22"/>
                    <a:pt x="5" y="25"/>
                    <a:pt x="6" y="2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7" name="Freeform 5482">
              <a:extLst>
                <a:ext uri="{FF2B5EF4-FFF2-40B4-BE49-F238E27FC236}">
                  <a16:creationId xmlns:a16="http://schemas.microsoft.com/office/drawing/2014/main" id="{73A3CC52-3436-41A5-BD27-85F656894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279"/>
              <a:ext cx="52" cy="62"/>
            </a:xfrm>
            <a:custGeom>
              <a:avLst/>
              <a:gdLst>
                <a:gd name="T0" fmla="*/ 48 w 26"/>
                <a:gd name="T1" fmla="*/ 216 h 31"/>
                <a:gd name="T2" fmla="*/ 104 w 26"/>
                <a:gd name="T3" fmla="*/ 248 h 31"/>
                <a:gd name="T4" fmla="*/ 176 w 26"/>
                <a:gd name="T5" fmla="*/ 104 h 31"/>
                <a:gd name="T6" fmla="*/ 48 w 26"/>
                <a:gd name="T7" fmla="*/ 16 h 31"/>
                <a:gd name="T8" fmla="*/ 0 w 26"/>
                <a:gd name="T9" fmla="*/ 80 h 31"/>
                <a:gd name="T10" fmla="*/ 24 w 26"/>
                <a:gd name="T11" fmla="*/ 160 h 31"/>
                <a:gd name="T12" fmla="*/ 48 w 26"/>
                <a:gd name="T13" fmla="*/ 21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6" y="27"/>
                  </a:moveTo>
                  <a:cubicBezTo>
                    <a:pt x="8" y="29"/>
                    <a:pt x="11" y="30"/>
                    <a:pt x="13" y="31"/>
                  </a:cubicBezTo>
                  <a:cubicBezTo>
                    <a:pt x="23" y="31"/>
                    <a:pt x="26" y="22"/>
                    <a:pt x="22" y="13"/>
                  </a:cubicBezTo>
                  <a:cubicBezTo>
                    <a:pt x="19" y="5"/>
                    <a:pt x="11" y="0"/>
                    <a:pt x="6" y="2"/>
                  </a:cubicBezTo>
                  <a:cubicBezTo>
                    <a:pt x="2" y="3"/>
                    <a:pt x="0" y="6"/>
                    <a:pt x="0" y="10"/>
                  </a:cubicBezTo>
                  <a:cubicBezTo>
                    <a:pt x="0" y="14"/>
                    <a:pt x="2" y="18"/>
                    <a:pt x="3" y="20"/>
                  </a:cubicBezTo>
                  <a:cubicBezTo>
                    <a:pt x="4" y="22"/>
                    <a:pt x="5" y="25"/>
                    <a:pt x="6" y="27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8" name="Freeform 5483">
              <a:extLst>
                <a:ext uri="{FF2B5EF4-FFF2-40B4-BE49-F238E27FC236}">
                  <a16:creationId xmlns:a16="http://schemas.microsoft.com/office/drawing/2014/main" id="{67014D37-AE0A-4D6A-8138-576A29B96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295"/>
              <a:ext cx="20" cy="32"/>
            </a:xfrm>
            <a:custGeom>
              <a:avLst/>
              <a:gdLst>
                <a:gd name="T0" fmla="*/ 64 w 10"/>
                <a:gd name="T1" fmla="*/ 120 h 16"/>
                <a:gd name="T2" fmla="*/ 80 w 10"/>
                <a:gd name="T3" fmla="*/ 72 h 16"/>
                <a:gd name="T4" fmla="*/ 32 w 10"/>
                <a:gd name="T5" fmla="*/ 0 h 16"/>
                <a:gd name="T6" fmla="*/ 0 w 10"/>
                <a:gd name="T7" fmla="*/ 0 h 16"/>
                <a:gd name="T8" fmla="*/ 32 w 10"/>
                <a:gd name="T9" fmla="*/ 8 h 16"/>
                <a:gd name="T10" fmla="*/ 72 w 10"/>
                <a:gd name="T11" fmla="*/ 72 h 16"/>
                <a:gd name="T12" fmla="*/ 64 w 10"/>
                <a:gd name="T13" fmla="*/ 120 h 16"/>
                <a:gd name="T14" fmla="*/ 40 w 10"/>
                <a:gd name="T15" fmla="*/ 120 h 16"/>
                <a:gd name="T16" fmla="*/ 64 w 10"/>
                <a:gd name="T17" fmla="*/ 12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6">
                  <a:moveTo>
                    <a:pt x="8" y="15"/>
                  </a:moveTo>
                  <a:cubicBezTo>
                    <a:pt x="10" y="14"/>
                    <a:pt x="10" y="12"/>
                    <a:pt x="10" y="9"/>
                  </a:cubicBezTo>
                  <a:cubicBezTo>
                    <a:pt x="9" y="5"/>
                    <a:pt x="7" y="2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9" y="5"/>
                    <a:pt x="9" y="9"/>
                  </a:cubicBezTo>
                  <a:cubicBezTo>
                    <a:pt x="10" y="12"/>
                    <a:pt x="9" y="14"/>
                    <a:pt x="8" y="15"/>
                  </a:cubicBezTo>
                  <a:cubicBezTo>
                    <a:pt x="7" y="16"/>
                    <a:pt x="6" y="16"/>
                    <a:pt x="5" y="15"/>
                  </a:cubicBezTo>
                  <a:cubicBezTo>
                    <a:pt x="6" y="16"/>
                    <a:pt x="7" y="16"/>
                    <a:pt x="8" y="1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9" name="Freeform 5484">
              <a:extLst>
                <a:ext uri="{FF2B5EF4-FFF2-40B4-BE49-F238E27FC236}">
                  <a16:creationId xmlns:a16="http://schemas.microsoft.com/office/drawing/2014/main" id="{C42CFAEB-8009-41E7-B97A-6D8BF2917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193"/>
              <a:ext cx="42" cy="70"/>
            </a:xfrm>
            <a:custGeom>
              <a:avLst/>
              <a:gdLst>
                <a:gd name="T0" fmla="*/ 160 w 21"/>
                <a:gd name="T1" fmla="*/ 88 h 35"/>
                <a:gd name="T2" fmla="*/ 120 w 21"/>
                <a:gd name="T3" fmla="*/ 40 h 35"/>
                <a:gd name="T4" fmla="*/ 0 w 21"/>
                <a:gd name="T5" fmla="*/ 136 h 35"/>
                <a:gd name="T6" fmla="*/ 80 w 21"/>
                <a:gd name="T7" fmla="*/ 272 h 35"/>
                <a:gd name="T8" fmla="*/ 160 w 21"/>
                <a:gd name="T9" fmla="*/ 232 h 35"/>
                <a:gd name="T10" fmla="*/ 168 w 21"/>
                <a:gd name="T11" fmla="*/ 152 h 35"/>
                <a:gd name="T12" fmla="*/ 160 w 21"/>
                <a:gd name="T13" fmla="*/ 8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5">
                  <a:moveTo>
                    <a:pt x="20" y="11"/>
                  </a:moveTo>
                  <a:cubicBezTo>
                    <a:pt x="19" y="8"/>
                    <a:pt x="18" y="6"/>
                    <a:pt x="15" y="5"/>
                  </a:cubicBezTo>
                  <a:cubicBezTo>
                    <a:pt x="7" y="0"/>
                    <a:pt x="1" y="8"/>
                    <a:pt x="0" y="17"/>
                  </a:cubicBezTo>
                  <a:cubicBezTo>
                    <a:pt x="0" y="26"/>
                    <a:pt x="6" y="33"/>
                    <a:pt x="10" y="34"/>
                  </a:cubicBezTo>
                  <a:cubicBezTo>
                    <a:pt x="15" y="35"/>
                    <a:pt x="18" y="33"/>
                    <a:pt x="20" y="29"/>
                  </a:cubicBezTo>
                  <a:cubicBezTo>
                    <a:pt x="21" y="25"/>
                    <a:pt x="21" y="21"/>
                    <a:pt x="21" y="19"/>
                  </a:cubicBezTo>
                  <a:cubicBezTo>
                    <a:pt x="21" y="16"/>
                    <a:pt x="21" y="13"/>
                    <a:pt x="20" y="1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0" name="Freeform 5485">
              <a:extLst>
                <a:ext uri="{FF2B5EF4-FFF2-40B4-BE49-F238E27FC236}">
                  <a16:creationId xmlns:a16="http://schemas.microsoft.com/office/drawing/2014/main" id="{20D38584-AB6D-4555-8831-AEBCA6A11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193"/>
              <a:ext cx="42" cy="70"/>
            </a:xfrm>
            <a:custGeom>
              <a:avLst/>
              <a:gdLst>
                <a:gd name="T0" fmla="*/ 160 w 21"/>
                <a:gd name="T1" fmla="*/ 88 h 35"/>
                <a:gd name="T2" fmla="*/ 120 w 21"/>
                <a:gd name="T3" fmla="*/ 40 h 35"/>
                <a:gd name="T4" fmla="*/ 0 w 21"/>
                <a:gd name="T5" fmla="*/ 136 h 35"/>
                <a:gd name="T6" fmla="*/ 80 w 21"/>
                <a:gd name="T7" fmla="*/ 272 h 35"/>
                <a:gd name="T8" fmla="*/ 160 w 21"/>
                <a:gd name="T9" fmla="*/ 232 h 35"/>
                <a:gd name="T10" fmla="*/ 168 w 21"/>
                <a:gd name="T11" fmla="*/ 152 h 35"/>
                <a:gd name="T12" fmla="*/ 160 w 21"/>
                <a:gd name="T13" fmla="*/ 8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5">
                  <a:moveTo>
                    <a:pt x="20" y="11"/>
                  </a:moveTo>
                  <a:cubicBezTo>
                    <a:pt x="19" y="8"/>
                    <a:pt x="18" y="6"/>
                    <a:pt x="15" y="5"/>
                  </a:cubicBezTo>
                  <a:cubicBezTo>
                    <a:pt x="7" y="0"/>
                    <a:pt x="1" y="8"/>
                    <a:pt x="0" y="17"/>
                  </a:cubicBezTo>
                  <a:cubicBezTo>
                    <a:pt x="0" y="26"/>
                    <a:pt x="6" y="33"/>
                    <a:pt x="10" y="34"/>
                  </a:cubicBezTo>
                  <a:cubicBezTo>
                    <a:pt x="15" y="35"/>
                    <a:pt x="18" y="33"/>
                    <a:pt x="20" y="29"/>
                  </a:cubicBezTo>
                  <a:cubicBezTo>
                    <a:pt x="21" y="25"/>
                    <a:pt x="21" y="21"/>
                    <a:pt x="21" y="19"/>
                  </a:cubicBezTo>
                  <a:cubicBezTo>
                    <a:pt x="21" y="16"/>
                    <a:pt x="21" y="13"/>
                    <a:pt x="20" y="1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1" name="Freeform 5486">
              <a:extLst>
                <a:ext uri="{FF2B5EF4-FFF2-40B4-BE49-F238E27FC236}">
                  <a16:creationId xmlns:a16="http://schemas.microsoft.com/office/drawing/2014/main" id="{DF8B6910-8C51-479A-B4AF-6AD62C9AF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213"/>
              <a:ext cx="14" cy="36"/>
            </a:xfrm>
            <a:custGeom>
              <a:avLst/>
              <a:gdLst>
                <a:gd name="T0" fmla="*/ 40 w 7"/>
                <a:gd name="T1" fmla="*/ 8 h 18"/>
                <a:gd name="T2" fmla="*/ 8 w 7"/>
                <a:gd name="T3" fmla="*/ 48 h 18"/>
                <a:gd name="T4" fmla="*/ 16 w 7"/>
                <a:gd name="T5" fmla="*/ 128 h 18"/>
                <a:gd name="T6" fmla="*/ 48 w 7"/>
                <a:gd name="T7" fmla="*/ 144 h 18"/>
                <a:gd name="T8" fmla="*/ 24 w 7"/>
                <a:gd name="T9" fmla="*/ 128 h 18"/>
                <a:gd name="T10" fmla="*/ 8 w 7"/>
                <a:gd name="T11" fmla="*/ 48 h 18"/>
                <a:gd name="T12" fmla="*/ 40 w 7"/>
                <a:gd name="T13" fmla="*/ 8 h 18"/>
                <a:gd name="T14" fmla="*/ 56 w 7"/>
                <a:gd name="T15" fmla="*/ 16 h 18"/>
                <a:gd name="T16" fmla="*/ 40 w 7"/>
                <a:gd name="T17" fmla="*/ 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18">
                  <a:moveTo>
                    <a:pt x="5" y="1"/>
                  </a:moveTo>
                  <a:cubicBezTo>
                    <a:pt x="3" y="1"/>
                    <a:pt x="2" y="3"/>
                    <a:pt x="1" y="6"/>
                  </a:cubicBezTo>
                  <a:cubicBezTo>
                    <a:pt x="0" y="10"/>
                    <a:pt x="1" y="14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5" y="18"/>
                    <a:pt x="4" y="17"/>
                    <a:pt x="3" y="16"/>
                  </a:cubicBezTo>
                  <a:cubicBezTo>
                    <a:pt x="1" y="14"/>
                    <a:pt x="0" y="10"/>
                    <a:pt x="1" y="6"/>
                  </a:cubicBezTo>
                  <a:cubicBezTo>
                    <a:pt x="2" y="3"/>
                    <a:pt x="3" y="1"/>
                    <a:pt x="5" y="1"/>
                  </a:cubicBezTo>
                  <a:cubicBezTo>
                    <a:pt x="6" y="1"/>
                    <a:pt x="7" y="1"/>
                    <a:pt x="7" y="2"/>
                  </a:cubicBezTo>
                  <a:cubicBezTo>
                    <a:pt x="7" y="1"/>
                    <a:pt x="6" y="0"/>
                    <a:pt x="5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2" name="Freeform 5487">
              <a:extLst>
                <a:ext uri="{FF2B5EF4-FFF2-40B4-BE49-F238E27FC236}">
                  <a16:creationId xmlns:a16="http://schemas.microsoft.com/office/drawing/2014/main" id="{97B41694-DDC8-4E14-8E87-36ADE987C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173"/>
              <a:ext cx="40" cy="60"/>
            </a:xfrm>
            <a:custGeom>
              <a:avLst/>
              <a:gdLst>
                <a:gd name="T0" fmla="*/ 112 w 20"/>
                <a:gd name="T1" fmla="*/ 24 h 30"/>
                <a:gd name="T2" fmla="*/ 72 w 20"/>
                <a:gd name="T3" fmla="*/ 0 h 30"/>
                <a:gd name="T4" fmla="*/ 24 w 20"/>
                <a:gd name="T5" fmla="*/ 144 h 30"/>
                <a:gd name="T6" fmla="*/ 128 w 20"/>
                <a:gd name="T7" fmla="*/ 224 h 30"/>
                <a:gd name="T8" fmla="*/ 160 w 20"/>
                <a:gd name="T9" fmla="*/ 152 h 30"/>
                <a:gd name="T10" fmla="*/ 136 w 20"/>
                <a:gd name="T11" fmla="*/ 72 h 30"/>
                <a:gd name="T12" fmla="*/ 112 w 20"/>
                <a:gd name="T13" fmla="*/ 2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14" y="3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2" y="0"/>
                    <a:pt x="0" y="10"/>
                    <a:pt x="3" y="18"/>
                  </a:cubicBezTo>
                  <a:cubicBezTo>
                    <a:pt x="6" y="26"/>
                    <a:pt x="12" y="30"/>
                    <a:pt x="16" y="28"/>
                  </a:cubicBezTo>
                  <a:cubicBezTo>
                    <a:pt x="19" y="26"/>
                    <a:pt x="20" y="23"/>
                    <a:pt x="20" y="19"/>
                  </a:cubicBezTo>
                  <a:cubicBezTo>
                    <a:pt x="20" y="15"/>
                    <a:pt x="18" y="11"/>
                    <a:pt x="17" y="9"/>
                  </a:cubicBezTo>
                  <a:cubicBezTo>
                    <a:pt x="16" y="7"/>
                    <a:pt x="15" y="4"/>
                    <a:pt x="14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3" name="Freeform 5488">
              <a:extLst>
                <a:ext uri="{FF2B5EF4-FFF2-40B4-BE49-F238E27FC236}">
                  <a16:creationId xmlns:a16="http://schemas.microsoft.com/office/drawing/2014/main" id="{21A42FC0-D84E-4AC3-969B-6507DF4B2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173"/>
              <a:ext cx="40" cy="60"/>
            </a:xfrm>
            <a:custGeom>
              <a:avLst/>
              <a:gdLst>
                <a:gd name="T0" fmla="*/ 112 w 20"/>
                <a:gd name="T1" fmla="*/ 24 h 30"/>
                <a:gd name="T2" fmla="*/ 72 w 20"/>
                <a:gd name="T3" fmla="*/ 0 h 30"/>
                <a:gd name="T4" fmla="*/ 24 w 20"/>
                <a:gd name="T5" fmla="*/ 144 h 30"/>
                <a:gd name="T6" fmla="*/ 128 w 20"/>
                <a:gd name="T7" fmla="*/ 224 h 30"/>
                <a:gd name="T8" fmla="*/ 160 w 20"/>
                <a:gd name="T9" fmla="*/ 152 h 30"/>
                <a:gd name="T10" fmla="*/ 136 w 20"/>
                <a:gd name="T11" fmla="*/ 72 h 30"/>
                <a:gd name="T12" fmla="*/ 112 w 20"/>
                <a:gd name="T13" fmla="*/ 2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14" y="3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2" y="0"/>
                    <a:pt x="0" y="10"/>
                    <a:pt x="3" y="18"/>
                  </a:cubicBezTo>
                  <a:cubicBezTo>
                    <a:pt x="6" y="26"/>
                    <a:pt x="12" y="30"/>
                    <a:pt x="16" y="28"/>
                  </a:cubicBezTo>
                  <a:cubicBezTo>
                    <a:pt x="19" y="26"/>
                    <a:pt x="20" y="23"/>
                    <a:pt x="20" y="19"/>
                  </a:cubicBezTo>
                  <a:cubicBezTo>
                    <a:pt x="20" y="15"/>
                    <a:pt x="18" y="11"/>
                    <a:pt x="17" y="9"/>
                  </a:cubicBezTo>
                  <a:cubicBezTo>
                    <a:pt x="16" y="7"/>
                    <a:pt x="15" y="4"/>
                    <a:pt x="14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4" name="Freeform 5489">
              <a:extLst>
                <a:ext uri="{FF2B5EF4-FFF2-40B4-BE49-F238E27FC236}">
                  <a16:creationId xmlns:a16="http://schemas.microsoft.com/office/drawing/2014/main" id="{ADC20540-76AD-4D69-BC7C-49612CF86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187"/>
              <a:ext cx="16" cy="30"/>
            </a:xfrm>
            <a:custGeom>
              <a:avLst/>
              <a:gdLst>
                <a:gd name="T0" fmla="*/ 16 w 8"/>
                <a:gd name="T1" fmla="*/ 8 h 15"/>
                <a:gd name="T2" fmla="*/ 8 w 8"/>
                <a:gd name="T3" fmla="*/ 56 h 15"/>
                <a:gd name="T4" fmla="*/ 48 w 8"/>
                <a:gd name="T5" fmla="*/ 120 h 15"/>
                <a:gd name="T6" fmla="*/ 64 w 8"/>
                <a:gd name="T7" fmla="*/ 120 h 15"/>
                <a:gd name="T8" fmla="*/ 48 w 8"/>
                <a:gd name="T9" fmla="*/ 112 h 15"/>
                <a:gd name="T10" fmla="*/ 8 w 8"/>
                <a:gd name="T11" fmla="*/ 56 h 15"/>
                <a:gd name="T12" fmla="*/ 16 w 8"/>
                <a:gd name="T13" fmla="*/ 8 h 15"/>
                <a:gd name="T14" fmla="*/ 32 w 8"/>
                <a:gd name="T15" fmla="*/ 0 h 15"/>
                <a:gd name="T16" fmla="*/ 16 w 8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5">
                  <a:moveTo>
                    <a:pt x="2" y="1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2" y="10"/>
                    <a:pt x="4" y="14"/>
                    <a:pt x="6" y="15"/>
                  </a:cubicBezTo>
                  <a:cubicBezTo>
                    <a:pt x="7" y="15"/>
                    <a:pt x="8" y="15"/>
                    <a:pt x="8" y="15"/>
                  </a:cubicBezTo>
                  <a:cubicBezTo>
                    <a:pt x="8" y="15"/>
                    <a:pt x="7" y="15"/>
                    <a:pt x="6" y="14"/>
                  </a:cubicBezTo>
                  <a:cubicBezTo>
                    <a:pt x="4" y="13"/>
                    <a:pt x="2" y="10"/>
                    <a:pt x="1" y="7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5" name="Freeform 5490">
              <a:extLst>
                <a:ext uri="{FF2B5EF4-FFF2-40B4-BE49-F238E27FC236}">
                  <a16:creationId xmlns:a16="http://schemas.microsoft.com/office/drawing/2014/main" id="{6E7265D2-FAEF-4F1E-A4C5-B733662F5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157"/>
              <a:ext cx="52" cy="60"/>
            </a:xfrm>
            <a:custGeom>
              <a:avLst/>
              <a:gdLst>
                <a:gd name="T0" fmla="*/ 64 w 26"/>
                <a:gd name="T1" fmla="*/ 16 h 30"/>
                <a:gd name="T2" fmla="*/ 8 w 26"/>
                <a:gd name="T3" fmla="*/ 64 h 30"/>
                <a:gd name="T4" fmla="*/ 80 w 26"/>
                <a:gd name="T5" fmla="*/ 192 h 30"/>
                <a:gd name="T6" fmla="*/ 168 w 26"/>
                <a:gd name="T7" fmla="*/ 224 h 30"/>
                <a:gd name="T8" fmla="*/ 64 w 26"/>
                <a:gd name="T9" fmla="*/ 1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8" y="2"/>
                  </a:moveTo>
                  <a:cubicBezTo>
                    <a:pt x="3" y="0"/>
                    <a:pt x="0" y="3"/>
                    <a:pt x="1" y="8"/>
                  </a:cubicBezTo>
                  <a:cubicBezTo>
                    <a:pt x="1" y="13"/>
                    <a:pt x="5" y="20"/>
                    <a:pt x="10" y="24"/>
                  </a:cubicBezTo>
                  <a:cubicBezTo>
                    <a:pt x="15" y="30"/>
                    <a:pt x="19" y="30"/>
                    <a:pt x="21" y="28"/>
                  </a:cubicBezTo>
                  <a:cubicBezTo>
                    <a:pt x="26" y="24"/>
                    <a:pt x="17" y="6"/>
                    <a:pt x="8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6" name="Freeform 5491">
              <a:extLst>
                <a:ext uri="{FF2B5EF4-FFF2-40B4-BE49-F238E27FC236}">
                  <a16:creationId xmlns:a16="http://schemas.microsoft.com/office/drawing/2014/main" id="{96F6AA78-5D5F-4559-BACF-EACB96993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157"/>
              <a:ext cx="52" cy="60"/>
            </a:xfrm>
            <a:custGeom>
              <a:avLst/>
              <a:gdLst>
                <a:gd name="T0" fmla="*/ 64 w 26"/>
                <a:gd name="T1" fmla="*/ 16 h 30"/>
                <a:gd name="T2" fmla="*/ 8 w 26"/>
                <a:gd name="T3" fmla="*/ 64 h 30"/>
                <a:gd name="T4" fmla="*/ 80 w 26"/>
                <a:gd name="T5" fmla="*/ 192 h 30"/>
                <a:gd name="T6" fmla="*/ 168 w 26"/>
                <a:gd name="T7" fmla="*/ 224 h 30"/>
                <a:gd name="T8" fmla="*/ 64 w 26"/>
                <a:gd name="T9" fmla="*/ 1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8" y="2"/>
                  </a:moveTo>
                  <a:cubicBezTo>
                    <a:pt x="3" y="0"/>
                    <a:pt x="0" y="3"/>
                    <a:pt x="1" y="8"/>
                  </a:cubicBezTo>
                  <a:cubicBezTo>
                    <a:pt x="1" y="13"/>
                    <a:pt x="5" y="20"/>
                    <a:pt x="10" y="24"/>
                  </a:cubicBezTo>
                  <a:cubicBezTo>
                    <a:pt x="15" y="30"/>
                    <a:pt x="19" y="30"/>
                    <a:pt x="21" y="28"/>
                  </a:cubicBezTo>
                  <a:cubicBezTo>
                    <a:pt x="26" y="24"/>
                    <a:pt x="17" y="6"/>
                    <a:pt x="8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7" name="Freeform 5492">
              <a:extLst>
                <a:ext uri="{FF2B5EF4-FFF2-40B4-BE49-F238E27FC236}">
                  <a16:creationId xmlns:a16="http://schemas.microsoft.com/office/drawing/2014/main" id="{CE3AFDBF-D903-4775-AA6C-EAD2E66CE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169"/>
              <a:ext cx="22" cy="34"/>
            </a:xfrm>
            <a:custGeom>
              <a:avLst/>
              <a:gdLst>
                <a:gd name="T0" fmla="*/ 8 w 11"/>
                <a:gd name="T1" fmla="*/ 0 h 17"/>
                <a:gd name="T2" fmla="*/ 8 w 11"/>
                <a:gd name="T3" fmla="*/ 56 h 17"/>
                <a:gd name="T4" fmla="*/ 64 w 11"/>
                <a:gd name="T5" fmla="*/ 136 h 17"/>
                <a:gd name="T6" fmla="*/ 88 w 11"/>
                <a:gd name="T7" fmla="*/ 136 h 17"/>
                <a:gd name="T8" fmla="*/ 64 w 11"/>
                <a:gd name="T9" fmla="*/ 128 h 17"/>
                <a:gd name="T10" fmla="*/ 8 w 11"/>
                <a:gd name="T11" fmla="*/ 56 h 17"/>
                <a:gd name="T12" fmla="*/ 8 w 11"/>
                <a:gd name="T13" fmla="*/ 8 h 17"/>
                <a:gd name="T14" fmla="*/ 32 w 11"/>
                <a:gd name="T15" fmla="*/ 8 h 17"/>
                <a:gd name="T16" fmla="*/ 8 w 11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7">
                  <a:moveTo>
                    <a:pt x="1" y="0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5" y="15"/>
                    <a:pt x="8" y="17"/>
                  </a:cubicBezTo>
                  <a:cubicBezTo>
                    <a:pt x="9" y="17"/>
                    <a:pt x="10" y="17"/>
                    <a:pt x="11" y="17"/>
                  </a:cubicBezTo>
                  <a:cubicBezTo>
                    <a:pt x="10" y="17"/>
                    <a:pt x="9" y="17"/>
                    <a:pt x="8" y="16"/>
                  </a:cubicBezTo>
                  <a:cubicBezTo>
                    <a:pt x="5" y="14"/>
                    <a:pt x="2" y="10"/>
                    <a:pt x="1" y="7"/>
                  </a:cubicBezTo>
                  <a:cubicBezTo>
                    <a:pt x="0" y="4"/>
                    <a:pt x="0" y="1"/>
                    <a:pt x="1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8" name="Freeform 5493">
              <a:extLst>
                <a:ext uri="{FF2B5EF4-FFF2-40B4-BE49-F238E27FC236}">
                  <a16:creationId xmlns:a16="http://schemas.microsoft.com/office/drawing/2014/main" id="{294405F3-11F4-4DFC-9E15-F05FFF4EF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337"/>
              <a:ext cx="58" cy="64"/>
            </a:xfrm>
            <a:custGeom>
              <a:avLst/>
              <a:gdLst>
                <a:gd name="T0" fmla="*/ 128 w 29"/>
                <a:gd name="T1" fmla="*/ 32 h 32"/>
                <a:gd name="T2" fmla="*/ 40 w 29"/>
                <a:gd name="T3" fmla="*/ 24 h 32"/>
                <a:gd name="T4" fmla="*/ 64 w 29"/>
                <a:gd name="T5" fmla="*/ 176 h 32"/>
                <a:gd name="T6" fmla="*/ 192 w 29"/>
                <a:gd name="T7" fmla="*/ 240 h 32"/>
                <a:gd name="T8" fmla="*/ 224 w 29"/>
                <a:gd name="T9" fmla="*/ 176 h 32"/>
                <a:gd name="T10" fmla="*/ 176 w 29"/>
                <a:gd name="T11" fmla="*/ 104 h 32"/>
                <a:gd name="T12" fmla="*/ 128 w 29"/>
                <a:gd name="T13" fmla="*/ 3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16" y="4"/>
                  </a:moveTo>
                  <a:cubicBezTo>
                    <a:pt x="13" y="1"/>
                    <a:pt x="9" y="0"/>
                    <a:pt x="5" y="3"/>
                  </a:cubicBezTo>
                  <a:cubicBezTo>
                    <a:pt x="0" y="7"/>
                    <a:pt x="2" y="15"/>
                    <a:pt x="8" y="22"/>
                  </a:cubicBezTo>
                  <a:cubicBezTo>
                    <a:pt x="14" y="29"/>
                    <a:pt x="18" y="32"/>
                    <a:pt x="24" y="30"/>
                  </a:cubicBezTo>
                  <a:cubicBezTo>
                    <a:pt x="27" y="29"/>
                    <a:pt x="29" y="26"/>
                    <a:pt x="28" y="22"/>
                  </a:cubicBezTo>
                  <a:cubicBezTo>
                    <a:pt x="27" y="18"/>
                    <a:pt x="25" y="17"/>
                    <a:pt x="22" y="13"/>
                  </a:cubicBezTo>
                  <a:cubicBezTo>
                    <a:pt x="21" y="11"/>
                    <a:pt x="19" y="6"/>
                    <a:pt x="16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9" name="Freeform 5494">
              <a:extLst>
                <a:ext uri="{FF2B5EF4-FFF2-40B4-BE49-F238E27FC236}">
                  <a16:creationId xmlns:a16="http://schemas.microsoft.com/office/drawing/2014/main" id="{40857CC3-C0EA-436B-B8C9-489BC5F81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337"/>
              <a:ext cx="58" cy="64"/>
            </a:xfrm>
            <a:custGeom>
              <a:avLst/>
              <a:gdLst>
                <a:gd name="T0" fmla="*/ 128 w 29"/>
                <a:gd name="T1" fmla="*/ 32 h 32"/>
                <a:gd name="T2" fmla="*/ 40 w 29"/>
                <a:gd name="T3" fmla="*/ 24 h 32"/>
                <a:gd name="T4" fmla="*/ 64 w 29"/>
                <a:gd name="T5" fmla="*/ 176 h 32"/>
                <a:gd name="T6" fmla="*/ 192 w 29"/>
                <a:gd name="T7" fmla="*/ 240 h 32"/>
                <a:gd name="T8" fmla="*/ 224 w 29"/>
                <a:gd name="T9" fmla="*/ 176 h 32"/>
                <a:gd name="T10" fmla="*/ 176 w 29"/>
                <a:gd name="T11" fmla="*/ 104 h 32"/>
                <a:gd name="T12" fmla="*/ 128 w 29"/>
                <a:gd name="T13" fmla="*/ 3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16" y="4"/>
                  </a:moveTo>
                  <a:cubicBezTo>
                    <a:pt x="13" y="1"/>
                    <a:pt x="9" y="0"/>
                    <a:pt x="5" y="3"/>
                  </a:cubicBezTo>
                  <a:cubicBezTo>
                    <a:pt x="0" y="7"/>
                    <a:pt x="2" y="15"/>
                    <a:pt x="8" y="22"/>
                  </a:cubicBezTo>
                  <a:cubicBezTo>
                    <a:pt x="14" y="29"/>
                    <a:pt x="18" y="32"/>
                    <a:pt x="24" y="30"/>
                  </a:cubicBezTo>
                  <a:cubicBezTo>
                    <a:pt x="27" y="29"/>
                    <a:pt x="29" y="26"/>
                    <a:pt x="28" y="22"/>
                  </a:cubicBezTo>
                  <a:cubicBezTo>
                    <a:pt x="27" y="18"/>
                    <a:pt x="25" y="17"/>
                    <a:pt x="22" y="13"/>
                  </a:cubicBezTo>
                  <a:cubicBezTo>
                    <a:pt x="21" y="11"/>
                    <a:pt x="19" y="6"/>
                    <a:pt x="16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0" name="Freeform 5495">
              <a:extLst>
                <a:ext uri="{FF2B5EF4-FFF2-40B4-BE49-F238E27FC236}">
                  <a16:creationId xmlns:a16="http://schemas.microsoft.com/office/drawing/2014/main" id="{FE98743C-68C4-4825-8E8C-05B654AF5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349"/>
              <a:ext cx="26" cy="36"/>
            </a:xfrm>
            <a:custGeom>
              <a:avLst/>
              <a:gdLst>
                <a:gd name="T0" fmla="*/ 104 w 13"/>
                <a:gd name="T1" fmla="*/ 128 h 18"/>
                <a:gd name="T2" fmla="*/ 104 w 13"/>
                <a:gd name="T3" fmla="*/ 136 h 18"/>
                <a:gd name="T4" fmla="*/ 24 w 13"/>
                <a:gd name="T5" fmla="*/ 80 h 18"/>
                <a:gd name="T6" fmla="*/ 8 w 13"/>
                <a:gd name="T7" fmla="*/ 8 h 18"/>
                <a:gd name="T8" fmla="*/ 40 w 13"/>
                <a:gd name="T9" fmla="*/ 8 h 18"/>
                <a:gd name="T10" fmla="*/ 8 w 13"/>
                <a:gd name="T11" fmla="*/ 8 h 18"/>
                <a:gd name="T12" fmla="*/ 24 w 13"/>
                <a:gd name="T13" fmla="*/ 80 h 18"/>
                <a:gd name="T14" fmla="*/ 104 w 13"/>
                <a:gd name="T15" fmla="*/ 136 h 18"/>
                <a:gd name="T16" fmla="*/ 104 w 13"/>
                <a:gd name="T17" fmla="*/ 12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8">
                  <a:moveTo>
                    <a:pt x="13" y="16"/>
                  </a:moveTo>
                  <a:cubicBezTo>
                    <a:pt x="13" y="16"/>
                    <a:pt x="13" y="17"/>
                    <a:pt x="13" y="17"/>
                  </a:cubicBezTo>
                  <a:cubicBezTo>
                    <a:pt x="11" y="17"/>
                    <a:pt x="8" y="16"/>
                    <a:pt x="3" y="10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3" y="10"/>
                  </a:cubicBezTo>
                  <a:cubicBezTo>
                    <a:pt x="7" y="16"/>
                    <a:pt x="11" y="18"/>
                    <a:pt x="13" y="17"/>
                  </a:cubicBezTo>
                  <a:cubicBezTo>
                    <a:pt x="13" y="17"/>
                    <a:pt x="13" y="16"/>
                    <a:pt x="13" y="1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1" name="Freeform 5496">
              <a:extLst>
                <a:ext uri="{FF2B5EF4-FFF2-40B4-BE49-F238E27FC236}">
                  <a16:creationId xmlns:a16="http://schemas.microsoft.com/office/drawing/2014/main" id="{0C6A862B-4966-4B1C-8D1B-D751394D9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407"/>
              <a:ext cx="50" cy="44"/>
            </a:xfrm>
            <a:custGeom>
              <a:avLst/>
              <a:gdLst>
                <a:gd name="T0" fmla="*/ 136 w 25"/>
                <a:gd name="T1" fmla="*/ 24 h 22"/>
                <a:gd name="T2" fmla="*/ 72 w 25"/>
                <a:gd name="T3" fmla="*/ 0 h 22"/>
                <a:gd name="T4" fmla="*/ 24 w 25"/>
                <a:gd name="T5" fmla="*/ 40 h 22"/>
                <a:gd name="T6" fmla="*/ 96 w 25"/>
                <a:gd name="T7" fmla="*/ 160 h 22"/>
                <a:gd name="T8" fmla="*/ 200 w 25"/>
                <a:gd name="T9" fmla="*/ 96 h 22"/>
                <a:gd name="T10" fmla="*/ 136 w 25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2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1"/>
                    <a:pt x="5" y="19"/>
                    <a:pt x="12" y="20"/>
                  </a:cubicBezTo>
                  <a:cubicBezTo>
                    <a:pt x="20" y="22"/>
                    <a:pt x="25" y="17"/>
                    <a:pt x="25" y="12"/>
                  </a:cubicBezTo>
                  <a:cubicBezTo>
                    <a:pt x="24" y="8"/>
                    <a:pt x="22" y="6"/>
                    <a:pt x="17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2" name="Freeform 5497">
              <a:extLst>
                <a:ext uri="{FF2B5EF4-FFF2-40B4-BE49-F238E27FC236}">
                  <a16:creationId xmlns:a16="http://schemas.microsoft.com/office/drawing/2014/main" id="{589E9D52-1E44-4707-94D2-656CAF65D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407"/>
              <a:ext cx="50" cy="44"/>
            </a:xfrm>
            <a:custGeom>
              <a:avLst/>
              <a:gdLst>
                <a:gd name="T0" fmla="*/ 136 w 25"/>
                <a:gd name="T1" fmla="*/ 24 h 22"/>
                <a:gd name="T2" fmla="*/ 72 w 25"/>
                <a:gd name="T3" fmla="*/ 0 h 22"/>
                <a:gd name="T4" fmla="*/ 24 w 25"/>
                <a:gd name="T5" fmla="*/ 40 h 22"/>
                <a:gd name="T6" fmla="*/ 96 w 25"/>
                <a:gd name="T7" fmla="*/ 160 h 22"/>
                <a:gd name="T8" fmla="*/ 200 w 25"/>
                <a:gd name="T9" fmla="*/ 96 h 22"/>
                <a:gd name="T10" fmla="*/ 136 w 25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2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1"/>
                    <a:pt x="5" y="19"/>
                    <a:pt x="12" y="20"/>
                  </a:cubicBezTo>
                  <a:cubicBezTo>
                    <a:pt x="20" y="22"/>
                    <a:pt x="25" y="17"/>
                    <a:pt x="25" y="12"/>
                  </a:cubicBezTo>
                  <a:cubicBezTo>
                    <a:pt x="24" y="8"/>
                    <a:pt x="22" y="6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3" name="Freeform 5498">
              <a:extLst>
                <a:ext uri="{FF2B5EF4-FFF2-40B4-BE49-F238E27FC236}">
                  <a16:creationId xmlns:a16="http://schemas.microsoft.com/office/drawing/2014/main" id="{6629B6B1-52A6-464A-AD85-5587F22A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417"/>
              <a:ext cx="26" cy="22"/>
            </a:xfrm>
            <a:custGeom>
              <a:avLst/>
              <a:gdLst>
                <a:gd name="T0" fmla="*/ 96 w 13"/>
                <a:gd name="T1" fmla="*/ 40 h 11"/>
                <a:gd name="T2" fmla="*/ 88 w 13"/>
                <a:gd name="T3" fmla="*/ 72 h 11"/>
                <a:gd name="T4" fmla="*/ 24 w 13"/>
                <a:gd name="T5" fmla="*/ 72 h 11"/>
                <a:gd name="T6" fmla="*/ 0 w 13"/>
                <a:gd name="T7" fmla="*/ 24 h 11"/>
                <a:gd name="T8" fmla="*/ 16 w 13"/>
                <a:gd name="T9" fmla="*/ 0 h 11"/>
                <a:gd name="T10" fmla="*/ 0 w 13"/>
                <a:gd name="T11" fmla="*/ 24 h 11"/>
                <a:gd name="T12" fmla="*/ 24 w 13"/>
                <a:gd name="T13" fmla="*/ 72 h 11"/>
                <a:gd name="T14" fmla="*/ 96 w 13"/>
                <a:gd name="T15" fmla="*/ 80 h 11"/>
                <a:gd name="T16" fmla="*/ 96 w 13"/>
                <a:gd name="T17" fmla="*/ 4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1">
                  <a:moveTo>
                    <a:pt x="12" y="5"/>
                  </a:moveTo>
                  <a:cubicBezTo>
                    <a:pt x="13" y="7"/>
                    <a:pt x="13" y="8"/>
                    <a:pt x="11" y="9"/>
                  </a:cubicBezTo>
                  <a:cubicBezTo>
                    <a:pt x="10" y="11"/>
                    <a:pt x="7" y="11"/>
                    <a:pt x="3" y="9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7"/>
                    <a:pt x="3" y="9"/>
                  </a:cubicBezTo>
                  <a:cubicBezTo>
                    <a:pt x="7" y="11"/>
                    <a:pt x="10" y="11"/>
                    <a:pt x="12" y="10"/>
                  </a:cubicBezTo>
                  <a:cubicBezTo>
                    <a:pt x="13" y="8"/>
                    <a:pt x="13" y="7"/>
                    <a:pt x="12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4" name="Freeform 5499">
              <a:extLst>
                <a:ext uri="{FF2B5EF4-FFF2-40B4-BE49-F238E27FC236}">
                  <a16:creationId xmlns:a16="http://schemas.microsoft.com/office/drawing/2014/main" id="{D9598E2F-D33C-454F-A37C-BED22F8D0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389"/>
              <a:ext cx="46" cy="50"/>
            </a:xfrm>
            <a:custGeom>
              <a:avLst/>
              <a:gdLst>
                <a:gd name="T0" fmla="*/ 96 w 23"/>
                <a:gd name="T1" fmla="*/ 192 h 25"/>
                <a:gd name="T2" fmla="*/ 176 w 23"/>
                <a:gd name="T3" fmla="*/ 96 h 25"/>
                <a:gd name="T4" fmla="*/ 64 w 23"/>
                <a:gd name="T5" fmla="*/ 16 h 25"/>
                <a:gd name="T6" fmla="*/ 96 w 23"/>
                <a:gd name="T7" fmla="*/ 1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12" y="24"/>
                  </a:moveTo>
                  <a:cubicBezTo>
                    <a:pt x="18" y="25"/>
                    <a:pt x="23" y="19"/>
                    <a:pt x="22" y="12"/>
                  </a:cubicBezTo>
                  <a:cubicBezTo>
                    <a:pt x="21" y="4"/>
                    <a:pt x="15" y="0"/>
                    <a:pt x="8" y="2"/>
                  </a:cubicBezTo>
                  <a:cubicBezTo>
                    <a:pt x="1" y="5"/>
                    <a:pt x="0" y="22"/>
                    <a:pt x="12" y="2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5" name="Freeform 5500">
              <a:extLst>
                <a:ext uri="{FF2B5EF4-FFF2-40B4-BE49-F238E27FC236}">
                  <a16:creationId xmlns:a16="http://schemas.microsoft.com/office/drawing/2014/main" id="{0D8E4345-E7B1-4389-A0BC-99C27B18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389"/>
              <a:ext cx="46" cy="50"/>
            </a:xfrm>
            <a:custGeom>
              <a:avLst/>
              <a:gdLst>
                <a:gd name="T0" fmla="*/ 96 w 23"/>
                <a:gd name="T1" fmla="*/ 192 h 25"/>
                <a:gd name="T2" fmla="*/ 176 w 23"/>
                <a:gd name="T3" fmla="*/ 96 h 25"/>
                <a:gd name="T4" fmla="*/ 64 w 23"/>
                <a:gd name="T5" fmla="*/ 16 h 25"/>
                <a:gd name="T6" fmla="*/ 96 w 23"/>
                <a:gd name="T7" fmla="*/ 1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12" y="24"/>
                  </a:moveTo>
                  <a:cubicBezTo>
                    <a:pt x="18" y="25"/>
                    <a:pt x="23" y="19"/>
                    <a:pt x="22" y="12"/>
                  </a:cubicBezTo>
                  <a:cubicBezTo>
                    <a:pt x="21" y="4"/>
                    <a:pt x="15" y="0"/>
                    <a:pt x="8" y="2"/>
                  </a:cubicBezTo>
                  <a:cubicBezTo>
                    <a:pt x="1" y="5"/>
                    <a:pt x="0" y="22"/>
                    <a:pt x="12" y="2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6" name="Freeform 5501">
              <a:extLst>
                <a:ext uri="{FF2B5EF4-FFF2-40B4-BE49-F238E27FC236}">
                  <a16:creationId xmlns:a16="http://schemas.microsoft.com/office/drawing/2014/main" id="{5DD5DC04-276C-49F5-965E-D9E54A86C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401"/>
              <a:ext cx="26" cy="26"/>
            </a:xfrm>
            <a:custGeom>
              <a:avLst/>
              <a:gdLst>
                <a:gd name="T0" fmla="*/ 96 w 13"/>
                <a:gd name="T1" fmla="*/ 40 h 13"/>
                <a:gd name="T2" fmla="*/ 88 w 13"/>
                <a:gd name="T3" fmla="*/ 88 h 13"/>
                <a:gd name="T4" fmla="*/ 40 w 13"/>
                <a:gd name="T5" fmla="*/ 96 h 13"/>
                <a:gd name="T6" fmla="*/ 8 w 13"/>
                <a:gd name="T7" fmla="*/ 56 h 13"/>
                <a:gd name="T8" fmla="*/ 24 w 13"/>
                <a:gd name="T9" fmla="*/ 0 h 13"/>
                <a:gd name="T10" fmla="*/ 8 w 13"/>
                <a:gd name="T11" fmla="*/ 56 h 13"/>
                <a:gd name="T12" fmla="*/ 40 w 13"/>
                <a:gd name="T13" fmla="*/ 96 h 13"/>
                <a:gd name="T14" fmla="*/ 88 w 13"/>
                <a:gd name="T15" fmla="*/ 88 h 13"/>
                <a:gd name="T16" fmla="*/ 96 w 13"/>
                <a:gd name="T17" fmla="*/ 4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2" y="5"/>
                  </a:moveTo>
                  <a:cubicBezTo>
                    <a:pt x="13" y="7"/>
                    <a:pt x="12" y="9"/>
                    <a:pt x="11" y="11"/>
                  </a:cubicBezTo>
                  <a:cubicBezTo>
                    <a:pt x="9" y="12"/>
                    <a:pt x="7" y="13"/>
                    <a:pt x="5" y="12"/>
                  </a:cubicBezTo>
                  <a:cubicBezTo>
                    <a:pt x="3" y="11"/>
                    <a:pt x="1" y="9"/>
                    <a:pt x="1" y="7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1" y="1"/>
                    <a:pt x="0" y="4"/>
                    <a:pt x="1" y="7"/>
                  </a:cubicBezTo>
                  <a:cubicBezTo>
                    <a:pt x="1" y="9"/>
                    <a:pt x="3" y="12"/>
                    <a:pt x="5" y="12"/>
                  </a:cubicBezTo>
                  <a:cubicBezTo>
                    <a:pt x="7" y="13"/>
                    <a:pt x="9" y="12"/>
                    <a:pt x="11" y="11"/>
                  </a:cubicBezTo>
                  <a:cubicBezTo>
                    <a:pt x="13" y="9"/>
                    <a:pt x="13" y="7"/>
                    <a:pt x="12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7" name="Freeform 5502">
              <a:extLst>
                <a:ext uri="{FF2B5EF4-FFF2-40B4-BE49-F238E27FC236}">
                  <a16:creationId xmlns:a16="http://schemas.microsoft.com/office/drawing/2014/main" id="{B41595D4-0088-46F6-95A6-94447B33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349"/>
              <a:ext cx="42" cy="46"/>
            </a:xfrm>
            <a:custGeom>
              <a:avLst/>
              <a:gdLst>
                <a:gd name="T0" fmla="*/ 136 w 21"/>
                <a:gd name="T1" fmla="*/ 40 h 23"/>
                <a:gd name="T2" fmla="*/ 88 w 21"/>
                <a:gd name="T3" fmla="*/ 0 h 23"/>
                <a:gd name="T4" fmla="*/ 32 w 21"/>
                <a:gd name="T5" fmla="*/ 8 h 23"/>
                <a:gd name="T6" fmla="*/ 48 w 21"/>
                <a:gd name="T7" fmla="*/ 144 h 23"/>
                <a:gd name="T8" fmla="*/ 160 w 21"/>
                <a:gd name="T9" fmla="*/ 128 h 23"/>
                <a:gd name="T10" fmla="*/ 136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0" y="5"/>
                    <a:pt x="0" y="13"/>
                    <a:pt x="6" y="18"/>
                  </a:cubicBezTo>
                  <a:cubicBezTo>
                    <a:pt x="11" y="23"/>
                    <a:pt x="18" y="21"/>
                    <a:pt x="20" y="16"/>
                  </a:cubicBezTo>
                  <a:cubicBezTo>
                    <a:pt x="21" y="13"/>
                    <a:pt x="20" y="11"/>
                    <a:pt x="1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8" name="Freeform 5503">
              <a:extLst>
                <a:ext uri="{FF2B5EF4-FFF2-40B4-BE49-F238E27FC236}">
                  <a16:creationId xmlns:a16="http://schemas.microsoft.com/office/drawing/2014/main" id="{246DD0A9-88BD-440A-ACA2-F6D080EA9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349"/>
              <a:ext cx="42" cy="46"/>
            </a:xfrm>
            <a:custGeom>
              <a:avLst/>
              <a:gdLst>
                <a:gd name="T0" fmla="*/ 136 w 21"/>
                <a:gd name="T1" fmla="*/ 40 h 23"/>
                <a:gd name="T2" fmla="*/ 88 w 21"/>
                <a:gd name="T3" fmla="*/ 0 h 23"/>
                <a:gd name="T4" fmla="*/ 32 w 21"/>
                <a:gd name="T5" fmla="*/ 8 h 23"/>
                <a:gd name="T6" fmla="*/ 48 w 21"/>
                <a:gd name="T7" fmla="*/ 144 h 23"/>
                <a:gd name="T8" fmla="*/ 160 w 21"/>
                <a:gd name="T9" fmla="*/ 128 h 23"/>
                <a:gd name="T10" fmla="*/ 136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0" y="5"/>
                    <a:pt x="0" y="13"/>
                    <a:pt x="6" y="18"/>
                  </a:cubicBezTo>
                  <a:cubicBezTo>
                    <a:pt x="11" y="23"/>
                    <a:pt x="18" y="21"/>
                    <a:pt x="20" y="16"/>
                  </a:cubicBezTo>
                  <a:cubicBezTo>
                    <a:pt x="21" y="13"/>
                    <a:pt x="20" y="11"/>
                    <a:pt x="1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9" name="Freeform 5504">
              <a:extLst>
                <a:ext uri="{FF2B5EF4-FFF2-40B4-BE49-F238E27FC236}">
                  <a16:creationId xmlns:a16="http://schemas.microsoft.com/office/drawing/2014/main" id="{A68D19AD-8652-4DEB-86DE-694F1E3B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357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16 w 11"/>
                <a:gd name="T7" fmla="*/ 16 h 12"/>
                <a:gd name="T8" fmla="*/ 40 w 11"/>
                <a:gd name="T9" fmla="*/ 0 h 12"/>
                <a:gd name="T10" fmla="*/ 16 w 11"/>
                <a:gd name="T11" fmla="*/ 16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4" y="0"/>
                    <a:pt x="2" y="0"/>
                    <a:pt x="2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0" name="Freeform 5505">
              <a:extLst>
                <a:ext uri="{FF2B5EF4-FFF2-40B4-BE49-F238E27FC236}">
                  <a16:creationId xmlns:a16="http://schemas.microsoft.com/office/drawing/2014/main" id="{282D0C94-3599-4F74-B198-FE371EAA1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233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48 w 22"/>
                <a:gd name="T7" fmla="*/ 152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1" name="Freeform 5506">
              <a:extLst>
                <a:ext uri="{FF2B5EF4-FFF2-40B4-BE49-F238E27FC236}">
                  <a16:creationId xmlns:a16="http://schemas.microsoft.com/office/drawing/2014/main" id="{7B6C9CED-6EEB-43B5-9756-6D977D71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233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48 w 22"/>
                <a:gd name="T7" fmla="*/ 152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2" name="Freeform 5507">
              <a:extLst>
                <a:ext uri="{FF2B5EF4-FFF2-40B4-BE49-F238E27FC236}">
                  <a16:creationId xmlns:a16="http://schemas.microsoft.com/office/drawing/2014/main" id="{70920E95-FC1F-4ED5-8567-9858B2924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241"/>
              <a:ext cx="22" cy="26"/>
            </a:xfrm>
            <a:custGeom>
              <a:avLst/>
              <a:gdLst>
                <a:gd name="T0" fmla="*/ 88 w 11"/>
                <a:gd name="T1" fmla="*/ 64 h 13"/>
                <a:gd name="T2" fmla="*/ 64 w 11"/>
                <a:gd name="T3" fmla="*/ 96 h 13"/>
                <a:gd name="T4" fmla="*/ 16 w 11"/>
                <a:gd name="T5" fmla="*/ 64 h 13"/>
                <a:gd name="T6" fmla="*/ 8 w 11"/>
                <a:gd name="T7" fmla="*/ 16 h 13"/>
                <a:gd name="T8" fmla="*/ 40 w 11"/>
                <a:gd name="T9" fmla="*/ 0 h 13"/>
                <a:gd name="T10" fmla="*/ 8 w 11"/>
                <a:gd name="T11" fmla="*/ 16 h 13"/>
                <a:gd name="T12" fmla="*/ 16 w 11"/>
                <a:gd name="T13" fmla="*/ 64 h 13"/>
                <a:gd name="T14" fmla="*/ 64 w 11"/>
                <a:gd name="T15" fmla="*/ 96 h 13"/>
                <a:gd name="T16" fmla="*/ 88 w 11"/>
                <a:gd name="T17" fmla="*/ 6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6" y="13"/>
                    <a:pt x="3" y="12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10" y="12"/>
                    <a:pt x="11" y="11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3" name="Freeform 5508">
              <a:extLst>
                <a:ext uri="{FF2B5EF4-FFF2-40B4-BE49-F238E27FC236}">
                  <a16:creationId xmlns:a16="http://schemas.microsoft.com/office/drawing/2014/main" id="{12922F57-0230-44FF-89E8-A2071AC43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71"/>
              <a:ext cx="60" cy="52"/>
            </a:xfrm>
            <a:custGeom>
              <a:avLst/>
              <a:gdLst>
                <a:gd name="T0" fmla="*/ 168 w 30"/>
                <a:gd name="T1" fmla="*/ 24 h 26"/>
                <a:gd name="T2" fmla="*/ 88 w 30"/>
                <a:gd name="T3" fmla="*/ 8 h 26"/>
                <a:gd name="T4" fmla="*/ 32 w 30"/>
                <a:gd name="T5" fmla="*/ 48 h 26"/>
                <a:gd name="T6" fmla="*/ 120 w 30"/>
                <a:gd name="T7" fmla="*/ 192 h 26"/>
                <a:gd name="T8" fmla="*/ 240 w 30"/>
                <a:gd name="T9" fmla="*/ 120 h 26"/>
                <a:gd name="T10" fmla="*/ 168 w 30"/>
                <a:gd name="T11" fmla="*/ 2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6">
                  <a:moveTo>
                    <a:pt x="21" y="3"/>
                  </a:moveTo>
                  <a:cubicBezTo>
                    <a:pt x="17" y="1"/>
                    <a:pt x="14" y="0"/>
                    <a:pt x="11" y="1"/>
                  </a:cubicBezTo>
                  <a:cubicBezTo>
                    <a:pt x="8" y="1"/>
                    <a:pt x="5" y="3"/>
                    <a:pt x="4" y="6"/>
                  </a:cubicBezTo>
                  <a:cubicBezTo>
                    <a:pt x="0" y="13"/>
                    <a:pt x="6" y="22"/>
                    <a:pt x="15" y="24"/>
                  </a:cubicBezTo>
                  <a:cubicBezTo>
                    <a:pt x="24" y="26"/>
                    <a:pt x="30" y="20"/>
                    <a:pt x="30" y="15"/>
                  </a:cubicBezTo>
                  <a:cubicBezTo>
                    <a:pt x="29" y="9"/>
                    <a:pt x="27" y="7"/>
                    <a:pt x="21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4" name="Freeform 5509">
              <a:extLst>
                <a:ext uri="{FF2B5EF4-FFF2-40B4-BE49-F238E27FC236}">
                  <a16:creationId xmlns:a16="http://schemas.microsoft.com/office/drawing/2014/main" id="{0EAAB7BF-B7C8-4E6F-BD42-B477F517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71"/>
              <a:ext cx="60" cy="52"/>
            </a:xfrm>
            <a:custGeom>
              <a:avLst/>
              <a:gdLst>
                <a:gd name="T0" fmla="*/ 168 w 30"/>
                <a:gd name="T1" fmla="*/ 24 h 26"/>
                <a:gd name="T2" fmla="*/ 88 w 30"/>
                <a:gd name="T3" fmla="*/ 8 h 26"/>
                <a:gd name="T4" fmla="*/ 32 w 30"/>
                <a:gd name="T5" fmla="*/ 48 h 26"/>
                <a:gd name="T6" fmla="*/ 120 w 30"/>
                <a:gd name="T7" fmla="*/ 192 h 26"/>
                <a:gd name="T8" fmla="*/ 240 w 30"/>
                <a:gd name="T9" fmla="*/ 120 h 26"/>
                <a:gd name="T10" fmla="*/ 168 w 30"/>
                <a:gd name="T11" fmla="*/ 2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6">
                  <a:moveTo>
                    <a:pt x="21" y="3"/>
                  </a:moveTo>
                  <a:cubicBezTo>
                    <a:pt x="17" y="1"/>
                    <a:pt x="14" y="0"/>
                    <a:pt x="11" y="1"/>
                  </a:cubicBezTo>
                  <a:cubicBezTo>
                    <a:pt x="8" y="1"/>
                    <a:pt x="5" y="3"/>
                    <a:pt x="4" y="6"/>
                  </a:cubicBezTo>
                  <a:cubicBezTo>
                    <a:pt x="0" y="13"/>
                    <a:pt x="6" y="22"/>
                    <a:pt x="15" y="24"/>
                  </a:cubicBezTo>
                  <a:cubicBezTo>
                    <a:pt x="24" y="26"/>
                    <a:pt x="30" y="20"/>
                    <a:pt x="30" y="15"/>
                  </a:cubicBezTo>
                  <a:cubicBezTo>
                    <a:pt x="29" y="9"/>
                    <a:pt x="27" y="7"/>
                    <a:pt x="21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5" name="Freeform 5510">
              <a:extLst>
                <a:ext uri="{FF2B5EF4-FFF2-40B4-BE49-F238E27FC236}">
                  <a16:creationId xmlns:a16="http://schemas.microsoft.com/office/drawing/2014/main" id="{55DCFAB8-6E34-43CA-A2BF-460C8F6EB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483"/>
              <a:ext cx="30" cy="26"/>
            </a:xfrm>
            <a:custGeom>
              <a:avLst/>
              <a:gdLst>
                <a:gd name="T0" fmla="*/ 112 w 15"/>
                <a:gd name="T1" fmla="*/ 48 h 13"/>
                <a:gd name="T2" fmla="*/ 104 w 15"/>
                <a:gd name="T3" fmla="*/ 88 h 13"/>
                <a:gd name="T4" fmla="*/ 32 w 15"/>
                <a:gd name="T5" fmla="*/ 80 h 13"/>
                <a:gd name="T6" fmla="*/ 0 w 15"/>
                <a:gd name="T7" fmla="*/ 32 h 13"/>
                <a:gd name="T8" fmla="*/ 24 w 15"/>
                <a:gd name="T9" fmla="*/ 0 h 13"/>
                <a:gd name="T10" fmla="*/ 0 w 15"/>
                <a:gd name="T11" fmla="*/ 32 h 13"/>
                <a:gd name="T12" fmla="*/ 32 w 15"/>
                <a:gd name="T13" fmla="*/ 80 h 13"/>
                <a:gd name="T14" fmla="*/ 112 w 15"/>
                <a:gd name="T15" fmla="*/ 88 h 13"/>
                <a:gd name="T16" fmla="*/ 112 w 15"/>
                <a:gd name="T17" fmla="*/ 4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3">
                  <a:moveTo>
                    <a:pt x="14" y="6"/>
                  </a:moveTo>
                  <a:cubicBezTo>
                    <a:pt x="15" y="8"/>
                    <a:pt x="15" y="10"/>
                    <a:pt x="13" y="11"/>
                  </a:cubicBezTo>
                  <a:cubicBezTo>
                    <a:pt x="12" y="13"/>
                    <a:pt x="8" y="13"/>
                    <a:pt x="4" y="10"/>
                  </a:cubicBezTo>
                  <a:cubicBezTo>
                    <a:pt x="0" y="8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"/>
                    <a:pt x="0" y="8"/>
                    <a:pt x="4" y="10"/>
                  </a:cubicBezTo>
                  <a:cubicBezTo>
                    <a:pt x="8" y="13"/>
                    <a:pt x="12" y="13"/>
                    <a:pt x="14" y="11"/>
                  </a:cubicBezTo>
                  <a:cubicBezTo>
                    <a:pt x="15" y="10"/>
                    <a:pt x="15" y="8"/>
                    <a:pt x="14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6" name="Freeform 5511">
              <a:extLst>
                <a:ext uri="{FF2B5EF4-FFF2-40B4-BE49-F238E27FC236}">
                  <a16:creationId xmlns:a16="http://schemas.microsoft.com/office/drawing/2014/main" id="{00DFB382-5AF6-4BF4-ADC3-7378011DB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411"/>
              <a:ext cx="52" cy="60"/>
            </a:xfrm>
            <a:custGeom>
              <a:avLst/>
              <a:gdLst>
                <a:gd name="T0" fmla="*/ 136 w 26"/>
                <a:gd name="T1" fmla="*/ 24 h 30"/>
                <a:gd name="T2" fmla="*/ 80 w 26"/>
                <a:gd name="T3" fmla="*/ 0 h 30"/>
                <a:gd name="T4" fmla="*/ 32 w 26"/>
                <a:gd name="T5" fmla="*/ 144 h 30"/>
                <a:gd name="T6" fmla="*/ 168 w 26"/>
                <a:gd name="T7" fmla="*/ 224 h 30"/>
                <a:gd name="T8" fmla="*/ 208 w 26"/>
                <a:gd name="T9" fmla="*/ 152 h 30"/>
                <a:gd name="T10" fmla="*/ 168 w 26"/>
                <a:gd name="T11" fmla="*/ 80 h 30"/>
                <a:gd name="T12" fmla="*/ 136 w 26"/>
                <a:gd name="T13" fmla="*/ 2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0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10"/>
                    <a:pt x="4" y="18"/>
                  </a:cubicBezTo>
                  <a:cubicBezTo>
                    <a:pt x="8" y="26"/>
                    <a:pt x="17" y="30"/>
                    <a:pt x="21" y="28"/>
                  </a:cubicBezTo>
                  <a:cubicBezTo>
                    <a:pt x="25" y="27"/>
                    <a:pt x="26" y="23"/>
                    <a:pt x="26" y="19"/>
                  </a:cubicBezTo>
                  <a:cubicBezTo>
                    <a:pt x="25" y="16"/>
                    <a:pt x="23" y="12"/>
                    <a:pt x="21" y="10"/>
                  </a:cubicBezTo>
                  <a:cubicBezTo>
                    <a:pt x="20" y="8"/>
                    <a:pt x="19" y="5"/>
                    <a:pt x="17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7" name="Freeform 5512">
              <a:extLst>
                <a:ext uri="{FF2B5EF4-FFF2-40B4-BE49-F238E27FC236}">
                  <a16:creationId xmlns:a16="http://schemas.microsoft.com/office/drawing/2014/main" id="{93838740-7438-481C-99D2-FA2698FA0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411"/>
              <a:ext cx="52" cy="60"/>
            </a:xfrm>
            <a:custGeom>
              <a:avLst/>
              <a:gdLst>
                <a:gd name="T0" fmla="*/ 136 w 26"/>
                <a:gd name="T1" fmla="*/ 24 h 30"/>
                <a:gd name="T2" fmla="*/ 80 w 26"/>
                <a:gd name="T3" fmla="*/ 0 h 30"/>
                <a:gd name="T4" fmla="*/ 32 w 26"/>
                <a:gd name="T5" fmla="*/ 144 h 30"/>
                <a:gd name="T6" fmla="*/ 168 w 26"/>
                <a:gd name="T7" fmla="*/ 224 h 30"/>
                <a:gd name="T8" fmla="*/ 208 w 26"/>
                <a:gd name="T9" fmla="*/ 152 h 30"/>
                <a:gd name="T10" fmla="*/ 168 w 26"/>
                <a:gd name="T11" fmla="*/ 80 h 30"/>
                <a:gd name="T12" fmla="*/ 136 w 26"/>
                <a:gd name="T13" fmla="*/ 2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0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10"/>
                    <a:pt x="4" y="18"/>
                  </a:cubicBezTo>
                  <a:cubicBezTo>
                    <a:pt x="8" y="26"/>
                    <a:pt x="17" y="30"/>
                    <a:pt x="21" y="28"/>
                  </a:cubicBezTo>
                  <a:cubicBezTo>
                    <a:pt x="25" y="27"/>
                    <a:pt x="26" y="23"/>
                    <a:pt x="26" y="19"/>
                  </a:cubicBezTo>
                  <a:cubicBezTo>
                    <a:pt x="25" y="16"/>
                    <a:pt x="23" y="12"/>
                    <a:pt x="21" y="10"/>
                  </a:cubicBezTo>
                  <a:cubicBezTo>
                    <a:pt x="20" y="8"/>
                    <a:pt x="19" y="5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8" name="Freeform 5513">
              <a:extLst>
                <a:ext uri="{FF2B5EF4-FFF2-40B4-BE49-F238E27FC236}">
                  <a16:creationId xmlns:a16="http://schemas.microsoft.com/office/drawing/2014/main" id="{7B261319-57BF-4BB9-8428-B711C63DD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425"/>
              <a:ext cx="22" cy="32"/>
            </a:xfrm>
            <a:custGeom>
              <a:avLst/>
              <a:gdLst>
                <a:gd name="T0" fmla="*/ 8 w 11"/>
                <a:gd name="T1" fmla="*/ 8 h 16"/>
                <a:gd name="T2" fmla="*/ 8 w 11"/>
                <a:gd name="T3" fmla="*/ 56 h 16"/>
                <a:gd name="T4" fmla="*/ 56 w 11"/>
                <a:gd name="T5" fmla="*/ 120 h 16"/>
                <a:gd name="T6" fmla="*/ 88 w 11"/>
                <a:gd name="T7" fmla="*/ 120 h 16"/>
                <a:gd name="T8" fmla="*/ 56 w 11"/>
                <a:gd name="T9" fmla="*/ 120 h 16"/>
                <a:gd name="T10" fmla="*/ 8 w 11"/>
                <a:gd name="T11" fmla="*/ 56 h 16"/>
                <a:gd name="T12" fmla="*/ 8 w 11"/>
                <a:gd name="T13" fmla="*/ 8 h 16"/>
                <a:gd name="T14" fmla="*/ 32 w 11"/>
                <a:gd name="T15" fmla="*/ 0 h 16"/>
                <a:gd name="T16" fmla="*/ 8 w 11"/>
                <a:gd name="T17" fmla="*/ 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6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0"/>
                    <a:pt x="5" y="14"/>
                    <a:pt x="7" y="15"/>
                  </a:cubicBezTo>
                  <a:cubicBezTo>
                    <a:pt x="8" y="16"/>
                    <a:pt x="10" y="16"/>
                    <a:pt x="11" y="15"/>
                  </a:cubicBezTo>
                  <a:cubicBezTo>
                    <a:pt x="10" y="15"/>
                    <a:pt x="9" y="15"/>
                    <a:pt x="7" y="15"/>
                  </a:cubicBezTo>
                  <a:cubicBezTo>
                    <a:pt x="5" y="14"/>
                    <a:pt x="2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9" name="Freeform 5514">
              <a:extLst>
                <a:ext uri="{FF2B5EF4-FFF2-40B4-BE49-F238E27FC236}">
                  <a16:creationId xmlns:a16="http://schemas.microsoft.com/office/drawing/2014/main" id="{D7FD7B75-43C3-4D23-B804-05E0AD204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435"/>
              <a:ext cx="56" cy="62"/>
            </a:xfrm>
            <a:custGeom>
              <a:avLst/>
              <a:gdLst>
                <a:gd name="T0" fmla="*/ 128 w 28"/>
                <a:gd name="T1" fmla="*/ 24 h 31"/>
                <a:gd name="T2" fmla="*/ 40 w 28"/>
                <a:gd name="T3" fmla="*/ 24 h 31"/>
                <a:gd name="T4" fmla="*/ 64 w 28"/>
                <a:gd name="T5" fmla="*/ 168 h 31"/>
                <a:gd name="T6" fmla="*/ 192 w 28"/>
                <a:gd name="T7" fmla="*/ 232 h 31"/>
                <a:gd name="T8" fmla="*/ 216 w 28"/>
                <a:gd name="T9" fmla="*/ 168 h 31"/>
                <a:gd name="T10" fmla="*/ 176 w 28"/>
                <a:gd name="T11" fmla="*/ 96 h 31"/>
                <a:gd name="T12" fmla="*/ 128 w 28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6" y="3"/>
                  </a:moveTo>
                  <a:cubicBezTo>
                    <a:pt x="12" y="0"/>
                    <a:pt x="9" y="0"/>
                    <a:pt x="5" y="3"/>
                  </a:cubicBezTo>
                  <a:cubicBezTo>
                    <a:pt x="0" y="7"/>
                    <a:pt x="2" y="14"/>
                    <a:pt x="8" y="21"/>
                  </a:cubicBezTo>
                  <a:cubicBezTo>
                    <a:pt x="14" y="28"/>
                    <a:pt x="18" y="31"/>
                    <a:pt x="24" y="29"/>
                  </a:cubicBezTo>
                  <a:cubicBezTo>
                    <a:pt x="27" y="28"/>
                    <a:pt x="28" y="25"/>
                    <a:pt x="27" y="21"/>
                  </a:cubicBezTo>
                  <a:cubicBezTo>
                    <a:pt x="26" y="17"/>
                    <a:pt x="24" y="16"/>
                    <a:pt x="22" y="12"/>
                  </a:cubicBezTo>
                  <a:cubicBezTo>
                    <a:pt x="20" y="10"/>
                    <a:pt x="19" y="5"/>
                    <a:pt x="16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0" name="Freeform 5515">
              <a:extLst>
                <a:ext uri="{FF2B5EF4-FFF2-40B4-BE49-F238E27FC236}">
                  <a16:creationId xmlns:a16="http://schemas.microsoft.com/office/drawing/2014/main" id="{29B8AE51-8A5B-45A8-B8EA-72E5CD252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435"/>
              <a:ext cx="56" cy="62"/>
            </a:xfrm>
            <a:custGeom>
              <a:avLst/>
              <a:gdLst>
                <a:gd name="T0" fmla="*/ 128 w 28"/>
                <a:gd name="T1" fmla="*/ 24 h 31"/>
                <a:gd name="T2" fmla="*/ 40 w 28"/>
                <a:gd name="T3" fmla="*/ 24 h 31"/>
                <a:gd name="T4" fmla="*/ 64 w 28"/>
                <a:gd name="T5" fmla="*/ 168 h 31"/>
                <a:gd name="T6" fmla="*/ 192 w 28"/>
                <a:gd name="T7" fmla="*/ 232 h 31"/>
                <a:gd name="T8" fmla="*/ 216 w 28"/>
                <a:gd name="T9" fmla="*/ 168 h 31"/>
                <a:gd name="T10" fmla="*/ 176 w 28"/>
                <a:gd name="T11" fmla="*/ 96 h 31"/>
                <a:gd name="T12" fmla="*/ 128 w 28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6" y="3"/>
                  </a:moveTo>
                  <a:cubicBezTo>
                    <a:pt x="12" y="0"/>
                    <a:pt x="9" y="0"/>
                    <a:pt x="5" y="3"/>
                  </a:cubicBezTo>
                  <a:cubicBezTo>
                    <a:pt x="0" y="7"/>
                    <a:pt x="2" y="14"/>
                    <a:pt x="8" y="21"/>
                  </a:cubicBezTo>
                  <a:cubicBezTo>
                    <a:pt x="14" y="28"/>
                    <a:pt x="18" y="31"/>
                    <a:pt x="24" y="29"/>
                  </a:cubicBezTo>
                  <a:cubicBezTo>
                    <a:pt x="27" y="28"/>
                    <a:pt x="28" y="25"/>
                    <a:pt x="27" y="21"/>
                  </a:cubicBezTo>
                  <a:cubicBezTo>
                    <a:pt x="26" y="17"/>
                    <a:pt x="24" y="16"/>
                    <a:pt x="22" y="12"/>
                  </a:cubicBezTo>
                  <a:cubicBezTo>
                    <a:pt x="20" y="10"/>
                    <a:pt x="19" y="5"/>
                    <a:pt x="16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1" name="Freeform 5516">
              <a:extLst>
                <a:ext uri="{FF2B5EF4-FFF2-40B4-BE49-F238E27FC236}">
                  <a16:creationId xmlns:a16="http://schemas.microsoft.com/office/drawing/2014/main" id="{D64488C0-5FA3-417E-B7ED-1B6D6441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445"/>
              <a:ext cx="28" cy="36"/>
            </a:xfrm>
            <a:custGeom>
              <a:avLst/>
              <a:gdLst>
                <a:gd name="T0" fmla="*/ 112 w 14"/>
                <a:gd name="T1" fmla="*/ 128 h 18"/>
                <a:gd name="T2" fmla="*/ 104 w 14"/>
                <a:gd name="T3" fmla="*/ 136 h 18"/>
                <a:gd name="T4" fmla="*/ 32 w 14"/>
                <a:gd name="T5" fmla="*/ 80 h 18"/>
                <a:gd name="T6" fmla="*/ 8 w 14"/>
                <a:gd name="T7" fmla="*/ 16 h 18"/>
                <a:gd name="T8" fmla="*/ 40 w 14"/>
                <a:gd name="T9" fmla="*/ 8 h 18"/>
                <a:gd name="T10" fmla="*/ 8 w 14"/>
                <a:gd name="T11" fmla="*/ 8 h 18"/>
                <a:gd name="T12" fmla="*/ 32 w 14"/>
                <a:gd name="T13" fmla="*/ 80 h 18"/>
                <a:gd name="T14" fmla="*/ 104 w 14"/>
                <a:gd name="T15" fmla="*/ 136 h 18"/>
                <a:gd name="T16" fmla="*/ 112 w 14"/>
                <a:gd name="T17" fmla="*/ 12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8">
                  <a:moveTo>
                    <a:pt x="14" y="16"/>
                  </a:moveTo>
                  <a:cubicBezTo>
                    <a:pt x="14" y="16"/>
                    <a:pt x="14" y="17"/>
                    <a:pt x="13" y="17"/>
                  </a:cubicBezTo>
                  <a:cubicBezTo>
                    <a:pt x="12" y="17"/>
                    <a:pt x="8" y="16"/>
                    <a:pt x="4" y="10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2" y="1"/>
                    <a:pt x="4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6"/>
                    <a:pt x="4" y="10"/>
                  </a:cubicBezTo>
                  <a:cubicBezTo>
                    <a:pt x="8" y="16"/>
                    <a:pt x="12" y="18"/>
                    <a:pt x="13" y="17"/>
                  </a:cubicBezTo>
                  <a:cubicBezTo>
                    <a:pt x="14" y="17"/>
                    <a:pt x="14" y="17"/>
                    <a:pt x="14" y="1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2" name="Freeform 5517">
              <a:extLst>
                <a:ext uri="{FF2B5EF4-FFF2-40B4-BE49-F238E27FC236}">
                  <a16:creationId xmlns:a16="http://schemas.microsoft.com/office/drawing/2014/main" id="{019D30B5-BDEB-465C-8B12-9BA0D6872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317"/>
              <a:ext cx="42" cy="46"/>
            </a:xfrm>
            <a:custGeom>
              <a:avLst/>
              <a:gdLst>
                <a:gd name="T0" fmla="*/ 136 w 21"/>
                <a:gd name="T1" fmla="*/ 40 h 23"/>
                <a:gd name="T2" fmla="*/ 96 w 21"/>
                <a:gd name="T3" fmla="*/ 0 h 23"/>
                <a:gd name="T4" fmla="*/ 32 w 21"/>
                <a:gd name="T5" fmla="*/ 8 h 23"/>
                <a:gd name="T6" fmla="*/ 48 w 21"/>
                <a:gd name="T7" fmla="*/ 144 h 23"/>
                <a:gd name="T8" fmla="*/ 160 w 21"/>
                <a:gd name="T9" fmla="*/ 128 h 23"/>
                <a:gd name="T10" fmla="*/ 136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4" y="1"/>
                  </a:cubicBezTo>
                  <a:cubicBezTo>
                    <a:pt x="0" y="5"/>
                    <a:pt x="1" y="13"/>
                    <a:pt x="6" y="18"/>
                  </a:cubicBezTo>
                  <a:cubicBezTo>
                    <a:pt x="12" y="23"/>
                    <a:pt x="18" y="21"/>
                    <a:pt x="20" y="16"/>
                  </a:cubicBezTo>
                  <a:cubicBezTo>
                    <a:pt x="21" y="13"/>
                    <a:pt x="21" y="11"/>
                    <a:pt x="1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3" name="Freeform 5518">
              <a:extLst>
                <a:ext uri="{FF2B5EF4-FFF2-40B4-BE49-F238E27FC236}">
                  <a16:creationId xmlns:a16="http://schemas.microsoft.com/office/drawing/2014/main" id="{2F7C7DA5-8E77-4484-9271-15F1F46A9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317"/>
              <a:ext cx="42" cy="46"/>
            </a:xfrm>
            <a:custGeom>
              <a:avLst/>
              <a:gdLst>
                <a:gd name="T0" fmla="*/ 136 w 21"/>
                <a:gd name="T1" fmla="*/ 40 h 23"/>
                <a:gd name="T2" fmla="*/ 96 w 21"/>
                <a:gd name="T3" fmla="*/ 0 h 23"/>
                <a:gd name="T4" fmla="*/ 32 w 21"/>
                <a:gd name="T5" fmla="*/ 8 h 23"/>
                <a:gd name="T6" fmla="*/ 48 w 21"/>
                <a:gd name="T7" fmla="*/ 144 h 23"/>
                <a:gd name="T8" fmla="*/ 160 w 21"/>
                <a:gd name="T9" fmla="*/ 128 h 23"/>
                <a:gd name="T10" fmla="*/ 136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4" y="1"/>
                  </a:cubicBezTo>
                  <a:cubicBezTo>
                    <a:pt x="0" y="5"/>
                    <a:pt x="1" y="13"/>
                    <a:pt x="6" y="18"/>
                  </a:cubicBezTo>
                  <a:cubicBezTo>
                    <a:pt x="12" y="23"/>
                    <a:pt x="18" y="21"/>
                    <a:pt x="20" y="16"/>
                  </a:cubicBezTo>
                  <a:cubicBezTo>
                    <a:pt x="21" y="13"/>
                    <a:pt x="21" y="11"/>
                    <a:pt x="1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4" name="Freeform 5519">
              <a:extLst>
                <a:ext uri="{FF2B5EF4-FFF2-40B4-BE49-F238E27FC236}">
                  <a16:creationId xmlns:a16="http://schemas.microsoft.com/office/drawing/2014/main" id="{ED1C6AF2-E02F-4E02-80A3-708B32827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325"/>
              <a:ext cx="20" cy="24"/>
            </a:xfrm>
            <a:custGeom>
              <a:avLst/>
              <a:gdLst>
                <a:gd name="T0" fmla="*/ 80 w 10"/>
                <a:gd name="T1" fmla="*/ 64 h 12"/>
                <a:gd name="T2" fmla="*/ 64 w 10"/>
                <a:gd name="T3" fmla="*/ 96 h 12"/>
                <a:gd name="T4" fmla="*/ 8 w 10"/>
                <a:gd name="T5" fmla="*/ 64 h 12"/>
                <a:gd name="T6" fmla="*/ 8 w 10"/>
                <a:gd name="T7" fmla="*/ 16 h 12"/>
                <a:gd name="T8" fmla="*/ 32 w 10"/>
                <a:gd name="T9" fmla="*/ 0 h 12"/>
                <a:gd name="T10" fmla="*/ 8 w 10"/>
                <a:gd name="T11" fmla="*/ 16 h 12"/>
                <a:gd name="T12" fmla="*/ 8 w 10"/>
                <a:gd name="T13" fmla="*/ 64 h 12"/>
                <a:gd name="T14" fmla="*/ 64 w 10"/>
                <a:gd name="T15" fmla="*/ 96 h 12"/>
                <a:gd name="T16" fmla="*/ 80 w 10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5" name="Freeform 5520">
              <a:extLst>
                <a:ext uri="{FF2B5EF4-FFF2-40B4-BE49-F238E27FC236}">
                  <a16:creationId xmlns:a16="http://schemas.microsoft.com/office/drawing/2014/main" id="{62D9C4C8-D669-4BDB-963C-95CFB8B17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293"/>
              <a:ext cx="42" cy="50"/>
            </a:xfrm>
            <a:custGeom>
              <a:avLst/>
              <a:gdLst>
                <a:gd name="T0" fmla="*/ 160 w 21"/>
                <a:gd name="T1" fmla="*/ 72 h 25"/>
                <a:gd name="T2" fmla="*/ 120 w 21"/>
                <a:gd name="T3" fmla="*/ 16 h 25"/>
                <a:gd name="T4" fmla="*/ 56 w 21"/>
                <a:gd name="T5" fmla="*/ 8 h 25"/>
                <a:gd name="T6" fmla="*/ 32 w 21"/>
                <a:gd name="T7" fmla="*/ 152 h 25"/>
                <a:gd name="T8" fmla="*/ 152 w 21"/>
                <a:gd name="T9" fmla="*/ 168 h 25"/>
                <a:gd name="T10" fmla="*/ 160 w 21"/>
                <a:gd name="T11" fmla="*/ 7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20" y="9"/>
                  </a:moveTo>
                  <a:cubicBezTo>
                    <a:pt x="19" y="6"/>
                    <a:pt x="18" y="4"/>
                    <a:pt x="15" y="2"/>
                  </a:cubicBezTo>
                  <a:cubicBezTo>
                    <a:pt x="13" y="1"/>
                    <a:pt x="10" y="0"/>
                    <a:pt x="7" y="1"/>
                  </a:cubicBezTo>
                  <a:cubicBezTo>
                    <a:pt x="1" y="4"/>
                    <a:pt x="0" y="12"/>
                    <a:pt x="4" y="19"/>
                  </a:cubicBezTo>
                  <a:cubicBezTo>
                    <a:pt x="8" y="25"/>
                    <a:pt x="16" y="25"/>
                    <a:pt x="19" y="21"/>
                  </a:cubicBezTo>
                  <a:cubicBezTo>
                    <a:pt x="21" y="18"/>
                    <a:pt x="21" y="16"/>
                    <a:pt x="20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6" name="Freeform 5521">
              <a:extLst>
                <a:ext uri="{FF2B5EF4-FFF2-40B4-BE49-F238E27FC236}">
                  <a16:creationId xmlns:a16="http://schemas.microsoft.com/office/drawing/2014/main" id="{2AD03955-5356-45F8-9DB0-624BC6FB1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293"/>
              <a:ext cx="42" cy="50"/>
            </a:xfrm>
            <a:custGeom>
              <a:avLst/>
              <a:gdLst>
                <a:gd name="T0" fmla="*/ 160 w 21"/>
                <a:gd name="T1" fmla="*/ 72 h 25"/>
                <a:gd name="T2" fmla="*/ 120 w 21"/>
                <a:gd name="T3" fmla="*/ 16 h 25"/>
                <a:gd name="T4" fmla="*/ 56 w 21"/>
                <a:gd name="T5" fmla="*/ 8 h 25"/>
                <a:gd name="T6" fmla="*/ 32 w 21"/>
                <a:gd name="T7" fmla="*/ 152 h 25"/>
                <a:gd name="T8" fmla="*/ 152 w 21"/>
                <a:gd name="T9" fmla="*/ 168 h 25"/>
                <a:gd name="T10" fmla="*/ 160 w 21"/>
                <a:gd name="T11" fmla="*/ 7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20" y="9"/>
                  </a:moveTo>
                  <a:cubicBezTo>
                    <a:pt x="19" y="6"/>
                    <a:pt x="18" y="4"/>
                    <a:pt x="15" y="2"/>
                  </a:cubicBezTo>
                  <a:cubicBezTo>
                    <a:pt x="13" y="1"/>
                    <a:pt x="10" y="0"/>
                    <a:pt x="7" y="1"/>
                  </a:cubicBezTo>
                  <a:cubicBezTo>
                    <a:pt x="1" y="4"/>
                    <a:pt x="0" y="12"/>
                    <a:pt x="4" y="19"/>
                  </a:cubicBezTo>
                  <a:cubicBezTo>
                    <a:pt x="8" y="25"/>
                    <a:pt x="16" y="25"/>
                    <a:pt x="19" y="21"/>
                  </a:cubicBezTo>
                  <a:cubicBezTo>
                    <a:pt x="21" y="18"/>
                    <a:pt x="21" y="16"/>
                    <a:pt x="20" y="9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7" name="Freeform 5522">
              <a:extLst>
                <a:ext uri="{FF2B5EF4-FFF2-40B4-BE49-F238E27FC236}">
                  <a16:creationId xmlns:a16="http://schemas.microsoft.com/office/drawing/2014/main" id="{7686C27F-3C5F-4B03-99EC-8CC4D4CF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303"/>
              <a:ext cx="20" cy="28"/>
            </a:xfrm>
            <a:custGeom>
              <a:avLst/>
              <a:gdLst>
                <a:gd name="T0" fmla="*/ 80 w 10"/>
                <a:gd name="T1" fmla="*/ 88 h 14"/>
                <a:gd name="T2" fmla="*/ 48 w 10"/>
                <a:gd name="T3" fmla="*/ 112 h 14"/>
                <a:gd name="T4" fmla="*/ 8 w 10"/>
                <a:gd name="T5" fmla="*/ 64 h 14"/>
                <a:gd name="T6" fmla="*/ 24 w 10"/>
                <a:gd name="T7" fmla="*/ 8 h 14"/>
                <a:gd name="T8" fmla="*/ 48 w 10"/>
                <a:gd name="T9" fmla="*/ 8 h 14"/>
                <a:gd name="T10" fmla="*/ 16 w 10"/>
                <a:gd name="T11" fmla="*/ 8 h 14"/>
                <a:gd name="T12" fmla="*/ 8 w 10"/>
                <a:gd name="T13" fmla="*/ 64 h 14"/>
                <a:gd name="T14" fmla="*/ 48 w 10"/>
                <a:gd name="T15" fmla="*/ 112 h 14"/>
                <a:gd name="T16" fmla="*/ 80 w 10"/>
                <a:gd name="T17" fmla="*/ 8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4">
                  <a:moveTo>
                    <a:pt x="10" y="11"/>
                  </a:moveTo>
                  <a:cubicBezTo>
                    <a:pt x="10" y="13"/>
                    <a:pt x="8" y="14"/>
                    <a:pt x="6" y="14"/>
                  </a:cubicBezTo>
                  <a:cubicBezTo>
                    <a:pt x="4" y="13"/>
                    <a:pt x="2" y="12"/>
                    <a:pt x="1" y="8"/>
                  </a:cubicBezTo>
                  <a:cubicBezTo>
                    <a:pt x="1" y="4"/>
                    <a:pt x="2" y="2"/>
                    <a:pt x="3" y="1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5" y="0"/>
                    <a:pt x="4" y="0"/>
                    <a:pt x="2" y="1"/>
                  </a:cubicBezTo>
                  <a:cubicBezTo>
                    <a:pt x="1" y="2"/>
                    <a:pt x="0" y="4"/>
                    <a:pt x="1" y="8"/>
                  </a:cubicBezTo>
                  <a:cubicBezTo>
                    <a:pt x="2" y="12"/>
                    <a:pt x="4" y="14"/>
                    <a:pt x="6" y="14"/>
                  </a:cubicBezTo>
                  <a:cubicBezTo>
                    <a:pt x="8" y="14"/>
                    <a:pt x="10" y="13"/>
                    <a:pt x="10" y="1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8" name="Freeform 5523">
              <a:extLst>
                <a:ext uri="{FF2B5EF4-FFF2-40B4-BE49-F238E27FC236}">
                  <a16:creationId xmlns:a16="http://schemas.microsoft.com/office/drawing/2014/main" id="{6D18C236-7B45-4B8D-9446-0B8C1C989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271"/>
              <a:ext cx="46" cy="66"/>
            </a:xfrm>
            <a:custGeom>
              <a:avLst/>
              <a:gdLst>
                <a:gd name="T0" fmla="*/ 160 w 23"/>
                <a:gd name="T1" fmla="*/ 72 h 33"/>
                <a:gd name="T2" fmla="*/ 112 w 23"/>
                <a:gd name="T3" fmla="*/ 24 h 33"/>
                <a:gd name="T4" fmla="*/ 8 w 23"/>
                <a:gd name="T5" fmla="*/ 136 h 33"/>
                <a:gd name="T6" fmla="*/ 104 w 23"/>
                <a:gd name="T7" fmla="*/ 264 h 33"/>
                <a:gd name="T8" fmla="*/ 176 w 23"/>
                <a:gd name="T9" fmla="*/ 208 h 33"/>
                <a:gd name="T10" fmla="*/ 176 w 23"/>
                <a:gd name="T11" fmla="*/ 128 h 33"/>
                <a:gd name="T12" fmla="*/ 160 w 23"/>
                <a:gd name="T13" fmla="*/ 7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20" y="9"/>
                  </a:moveTo>
                  <a:cubicBezTo>
                    <a:pt x="19" y="6"/>
                    <a:pt x="17" y="4"/>
                    <a:pt x="14" y="3"/>
                  </a:cubicBezTo>
                  <a:cubicBezTo>
                    <a:pt x="6" y="0"/>
                    <a:pt x="0" y="8"/>
                    <a:pt x="1" y="17"/>
                  </a:cubicBezTo>
                  <a:cubicBezTo>
                    <a:pt x="2" y="26"/>
                    <a:pt x="9" y="33"/>
                    <a:pt x="13" y="33"/>
                  </a:cubicBezTo>
                  <a:cubicBezTo>
                    <a:pt x="18" y="33"/>
                    <a:pt x="21" y="31"/>
                    <a:pt x="22" y="26"/>
                  </a:cubicBezTo>
                  <a:cubicBezTo>
                    <a:pt x="23" y="23"/>
                    <a:pt x="22" y="19"/>
                    <a:pt x="22" y="16"/>
                  </a:cubicBezTo>
                  <a:cubicBezTo>
                    <a:pt x="21" y="14"/>
                    <a:pt x="21" y="11"/>
                    <a:pt x="20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9" name="Freeform 5524">
              <a:extLst>
                <a:ext uri="{FF2B5EF4-FFF2-40B4-BE49-F238E27FC236}">
                  <a16:creationId xmlns:a16="http://schemas.microsoft.com/office/drawing/2014/main" id="{DDA942B1-FDE1-46CC-98E8-369E5111F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271"/>
              <a:ext cx="46" cy="66"/>
            </a:xfrm>
            <a:custGeom>
              <a:avLst/>
              <a:gdLst>
                <a:gd name="T0" fmla="*/ 160 w 23"/>
                <a:gd name="T1" fmla="*/ 72 h 33"/>
                <a:gd name="T2" fmla="*/ 112 w 23"/>
                <a:gd name="T3" fmla="*/ 24 h 33"/>
                <a:gd name="T4" fmla="*/ 8 w 23"/>
                <a:gd name="T5" fmla="*/ 136 h 33"/>
                <a:gd name="T6" fmla="*/ 104 w 23"/>
                <a:gd name="T7" fmla="*/ 264 h 33"/>
                <a:gd name="T8" fmla="*/ 176 w 23"/>
                <a:gd name="T9" fmla="*/ 208 h 33"/>
                <a:gd name="T10" fmla="*/ 176 w 23"/>
                <a:gd name="T11" fmla="*/ 128 h 33"/>
                <a:gd name="T12" fmla="*/ 160 w 23"/>
                <a:gd name="T13" fmla="*/ 7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20" y="9"/>
                  </a:moveTo>
                  <a:cubicBezTo>
                    <a:pt x="19" y="6"/>
                    <a:pt x="17" y="4"/>
                    <a:pt x="14" y="3"/>
                  </a:cubicBezTo>
                  <a:cubicBezTo>
                    <a:pt x="6" y="0"/>
                    <a:pt x="0" y="8"/>
                    <a:pt x="1" y="17"/>
                  </a:cubicBezTo>
                  <a:cubicBezTo>
                    <a:pt x="2" y="26"/>
                    <a:pt x="9" y="33"/>
                    <a:pt x="13" y="33"/>
                  </a:cubicBezTo>
                  <a:cubicBezTo>
                    <a:pt x="18" y="33"/>
                    <a:pt x="21" y="31"/>
                    <a:pt x="22" y="26"/>
                  </a:cubicBezTo>
                  <a:cubicBezTo>
                    <a:pt x="23" y="23"/>
                    <a:pt x="22" y="19"/>
                    <a:pt x="22" y="16"/>
                  </a:cubicBezTo>
                  <a:cubicBezTo>
                    <a:pt x="21" y="14"/>
                    <a:pt x="21" y="11"/>
                    <a:pt x="20" y="9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0" name="Freeform 5525">
              <a:extLst>
                <a:ext uri="{FF2B5EF4-FFF2-40B4-BE49-F238E27FC236}">
                  <a16:creationId xmlns:a16="http://schemas.microsoft.com/office/drawing/2014/main" id="{66C3F550-CA87-4E3E-94A5-2F3B3D8D1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289"/>
              <a:ext cx="14" cy="36"/>
            </a:xfrm>
            <a:custGeom>
              <a:avLst/>
              <a:gdLst>
                <a:gd name="T0" fmla="*/ 24 w 7"/>
                <a:gd name="T1" fmla="*/ 8 h 18"/>
                <a:gd name="T2" fmla="*/ 8 w 7"/>
                <a:gd name="T3" fmla="*/ 48 h 18"/>
                <a:gd name="T4" fmla="*/ 32 w 7"/>
                <a:gd name="T5" fmla="*/ 128 h 18"/>
                <a:gd name="T6" fmla="*/ 56 w 7"/>
                <a:gd name="T7" fmla="*/ 144 h 18"/>
                <a:gd name="T8" fmla="*/ 32 w 7"/>
                <a:gd name="T9" fmla="*/ 128 h 18"/>
                <a:gd name="T10" fmla="*/ 8 w 7"/>
                <a:gd name="T11" fmla="*/ 48 h 18"/>
                <a:gd name="T12" fmla="*/ 32 w 7"/>
                <a:gd name="T13" fmla="*/ 8 h 18"/>
                <a:gd name="T14" fmla="*/ 48 w 7"/>
                <a:gd name="T15" fmla="*/ 16 h 18"/>
                <a:gd name="T16" fmla="*/ 24 w 7"/>
                <a:gd name="T17" fmla="*/ 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18">
                  <a:moveTo>
                    <a:pt x="3" y="1"/>
                  </a:moveTo>
                  <a:cubicBezTo>
                    <a:pt x="2" y="1"/>
                    <a:pt x="1" y="3"/>
                    <a:pt x="1" y="6"/>
                  </a:cubicBezTo>
                  <a:cubicBezTo>
                    <a:pt x="0" y="10"/>
                    <a:pt x="2" y="14"/>
                    <a:pt x="4" y="16"/>
                  </a:cubicBezTo>
                  <a:cubicBezTo>
                    <a:pt x="5" y="17"/>
                    <a:pt x="6" y="18"/>
                    <a:pt x="7" y="18"/>
                  </a:cubicBezTo>
                  <a:cubicBezTo>
                    <a:pt x="6" y="18"/>
                    <a:pt x="5" y="17"/>
                    <a:pt x="4" y="16"/>
                  </a:cubicBezTo>
                  <a:cubicBezTo>
                    <a:pt x="2" y="14"/>
                    <a:pt x="1" y="10"/>
                    <a:pt x="1" y="6"/>
                  </a:cubicBezTo>
                  <a:cubicBezTo>
                    <a:pt x="1" y="3"/>
                    <a:pt x="2" y="2"/>
                    <a:pt x="4" y="1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1" name="Freeform 5526">
              <a:extLst>
                <a:ext uri="{FF2B5EF4-FFF2-40B4-BE49-F238E27FC236}">
                  <a16:creationId xmlns:a16="http://schemas.microsoft.com/office/drawing/2014/main" id="{6FACF30F-6C83-4FC7-B5B8-4DC13EBA0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357"/>
              <a:ext cx="56" cy="62"/>
            </a:xfrm>
            <a:custGeom>
              <a:avLst/>
              <a:gdLst>
                <a:gd name="T0" fmla="*/ 120 w 28"/>
                <a:gd name="T1" fmla="*/ 24 h 31"/>
                <a:gd name="T2" fmla="*/ 40 w 28"/>
                <a:gd name="T3" fmla="*/ 24 h 31"/>
                <a:gd name="T4" fmla="*/ 56 w 28"/>
                <a:gd name="T5" fmla="*/ 168 h 31"/>
                <a:gd name="T6" fmla="*/ 192 w 28"/>
                <a:gd name="T7" fmla="*/ 232 h 31"/>
                <a:gd name="T8" fmla="*/ 216 w 28"/>
                <a:gd name="T9" fmla="*/ 176 h 31"/>
                <a:gd name="T10" fmla="*/ 168 w 28"/>
                <a:gd name="T11" fmla="*/ 96 h 31"/>
                <a:gd name="T12" fmla="*/ 120 w 28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5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1" y="14"/>
                    <a:pt x="7" y="21"/>
                  </a:cubicBezTo>
                  <a:cubicBezTo>
                    <a:pt x="13" y="29"/>
                    <a:pt x="17" y="31"/>
                    <a:pt x="24" y="29"/>
                  </a:cubicBezTo>
                  <a:cubicBezTo>
                    <a:pt x="27" y="28"/>
                    <a:pt x="28" y="25"/>
                    <a:pt x="27" y="22"/>
                  </a:cubicBezTo>
                  <a:cubicBezTo>
                    <a:pt x="26" y="18"/>
                    <a:pt x="24" y="16"/>
                    <a:pt x="21" y="12"/>
                  </a:cubicBezTo>
                  <a:cubicBezTo>
                    <a:pt x="20" y="10"/>
                    <a:pt x="19" y="6"/>
                    <a:pt x="15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2" name="Freeform 5527">
              <a:extLst>
                <a:ext uri="{FF2B5EF4-FFF2-40B4-BE49-F238E27FC236}">
                  <a16:creationId xmlns:a16="http://schemas.microsoft.com/office/drawing/2014/main" id="{7B861F1B-EE52-441D-8E40-0D5465C7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357"/>
              <a:ext cx="56" cy="62"/>
            </a:xfrm>
            <a:custGeom>
              <a:avLst/>
              <a:gdLst>
                <a:gd name="T0" fmla="*/ 120 w 28"/>
                <a:gd name="T1" fmla="*/ 24 h 31"/>
                <a:gd name="T2" fmla="*/ 40 w 28"/>
                <a:gd name="T3" fmla="*/ 24 h 31"/>
                <a:gd name="T4" fmla="*/ 56 w 28"/>
                <a:gd name="T5" fmla="*/ 168 h 31"/>
                <a:gd name="T6" fmla="*/ 192 w 28"/>
                <a:gd name="T7" fmla="*/ 232 h 31"/>
                <a:gd name="T8" fmla="*/ 216 w 28"/>
                <a:gd name="T9" fmla="*/ 176 h 31"/>
                <a:gd name="T10" fmla="*/ 168 w 28"/>
                <a:gd name="T11" fmla="*/ 96 h 31"/>
                <a:gd name="T12" fmla="*/ 120 w 28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5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1" y="14"/>
                    <a:pt x="7" y="21"/>
                  </a:cubicBezTo>
                  <a:cubicBezTo>
                    <a:pt x="13" y="29"/>
                    <a:pt x="17" y="31"/>
                    <a:pt x="24" y="29"/>
                  </a:cubicBezTo>
                  <a:cubicBezTo>
                    <a:pt x="27" y="28"/>
                    <a:pt x="28" y="25"/>
                    <a:pt x="27" y="22"/>
                  </a:cubicBezTo>
                  <a:cubicBezTo>
                    <a:pt x="26" y="18"/>
                    <a:pt x="24" y="16"/>
                    <a:pt x="21" y="12"/>
                  </a:cubicBezTo>
                  <a:cubicBezTo>
                    <a:pt x="20" y="10"/>
                    <a:pt x="19" y="6"/>
                    <a:pt x="15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3" name="Freeform 5528">
              <a:extLst>
                <a:ext uri="{FF2B5EF4-FFF2-40B4-BE49-F238E27FC236}">
                  <a16:creationId xmlns:a16="http://schemas.microsoft.com/office/drawing/2014/main" id="{4FD1F909-48C9-467E-B4EF-092D927B7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369"/>
              <a:ext cx="28" cy="34"/>
            </a:xfrm>
            <a:custGeom>
              <a:avLst/>
              <a:gdLst>
                <a:gd name="T0" fmla="*/ 112 w 14"/>
                <a:gd name="T1" fmla="*/ 120 h 17"/>
                <a:gd name="T2" fmla="*/ 104 w 14"/>
                <a:gd name="T3" fmla="*/ 128 h 17"/>
                <a:gd name="T4" fmla="*/ 32 w 14"/>
                <a:gd name="T5" fmla="*/ 72 h 17"/>
                <a:gd name="T6" fmla="*/ 8 w 14"/>
                <a:gd name="T7" fmla="*/ 8 h 17"/>
                <a:gd name="T8" fmla="*/ 40 w 14"/>
                <a:gd name="T9" fmla="*/ 8 h 17"/>
                <a:gd name="T10" fmla="*/ 8 w 14"/>
                <a:gd name="T11" fmla="*/ 8 h 17"/>
                <a:gd name="T12" fmla="*/ 24 w 14"/>
                <a:gd name="T13" fmla="*/ 72 h 17"/>
                <a:gd name="T14" fmla="*/ 104 w 14"/>
                <a:gd name="T15" fmla="*/ 136 h 17"/>
                <a:gd name="T16" fmla="*/ 112 w 14"/>
                <a:gd name="T17" fmla="*/ 12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7">
                  <a:moveTo>
                    <a:pt x="14" y="15"/>
                  </a:moveTo>
                  <a:cubicBezTo>
                    <a:pt x="14" y="16"/>
                    <a:pt x="13" y="16"/>
                    <a:pt x="13" y="16"/>
                  </a:cubicBezTo>
                  <a:cubicBezTo>
                    <a:pt x="12" y="17"/>
                    <a:pt x="8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3" y="9"/>
                  </a:cubicBezTo>
                  <a:cubicBezTo>
                    <a:pt x="8" y="15"/>
                    <a:pt x="11" y="17"/>
                    <a:pt x="13" y="17"/>
                  </a:cubicBezTo>
                  <a:cubicBezTo>
                    <a:pt x="13" y="16"/>
                    <a:pt x="14" y="16"/>
                    <a:pt x="14" y="1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4" name="Freeform 5529">
              <a:extLst>
                <a:ext uri="{FF2B5EF4-FFF2-40B4-BE49-F238E27FC236}">
                  <a16:creationId xmlns:a16="http://schemas.microsoft.com/office/drawing/2014/main" id="{BBBEE4E4-150B-4FBE-ADD2-BA436F5D8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077"/>
              <a:ext cx="56" cy="62"/>
            </a:xfrm>
            <a:custGeom>
              <a:avLst/>
              <a:gdLst>
                <a:gd name="T0" fmla="*/ 128 w 28"/>
                <a:gd name="T1" fmla="*/ 24 h 31"/>
                <a:gd name="T2" fmla="*/ 40 w 28"/>
                <a:gd name="T3" fmla="*/ 24 h 31"/>
                <a:gd name="T4" fmla="*/ 64 w 28"/>
                <a:gd name="T5" fmla="*/ 168 h 31"/>
                <a:gd name="T6" fmla="*/ 192 w 28"/>
                <a:gd name="T7" fmla="*/ 232 h 31"/>
                <a:gd name="T8" fmla="*/ 216 w 28"/>
                <a:gd name="T9" fmla="*/ 176 h 31"/>
                <a:gd name="T10" fmla="*/ 176 w 28"/>
                <a:gd name="T11" fmla="*/ 96 h 31"/>
                <a:gd name="T12" fmla="*/ 128 w 28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6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2" y="14"/>
                    <a:pt x="8" y="21"/>
                  </a:cubicBezTo>
                  <a:cubicBezTo>
                    <a:pt x="14" y="29"/>
                    <a:pt x="18" y="31"/>
                    <a:pt x="24" y="29"/>
                  </a:cubicBezTo>
                  <a:cubicBezTo>
                    <a:pt x="27" y="28"/>
                    <a:pt x="28" y="25"/>
                    <a:pt x="27" y="22"/>
                  </a:cubicBezTo>
                  <a:cubicBezTo>
                    <a:pt x="26" y="18"/>
                    <a:pt x="24" y="16"/>
                    <a:pt x="22" y="12"/>
                  </a:cubicBezTo>
                  <a:cubicBezTo>
                    <a:pt x="20" y="10"/>
                    <a:pt x="19" y="6"/>
                    <a:pt x="16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5" name="Freeform 5530">
              <a:extLst>
                <a:ext uri="{FF2B5EF4-FFF2-40B4-BE49-F238E27FC236}">
                  <a16:creationId xmlns:a16="http://schemas.microsoft.com/office/drawing/2014/main" id="{6D5B500B-A6E5-4D2D-A9F6-F5B5B1B83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077"/>
              <a:ext cx="56" cy="62"/>
            </a:xfrm>
            <a:custGeom>
              <a:avLst/>
              <a:gdLst>
                <a:gd name="T0" fmla="*/ 128 w 28"/>
                <a:gd name="T1" fmla="*/ 24 h 31"/>
                <a:gd name="T2" fmla="*/ 40 w 28"/>
                <a:gd name="T3" fmla="*/ 24 h 31"/>
                <a:gd name="T4" fmla="*/ 64 w 28"/>
                <a:gd name="T5" fmla="*/ 168 h 31"/>
                <a:gd name="T6" fmla="*/ 192 w 28"/>
                <a:gd name="T7" fmla="*/ 232 h 31"/>
                <a:gd name="T8" fmla="*/ 216 w 28"/>
                <a:gd name="T9" fmla="*/ 176 h 31"/>
                <a:gd name="T10" fmla="*/ 176 w 28"/>
                <a:gd name="T11" fmla="*/ 96 h 31"/>
                <a:gd name="T12" fmla="*/ 128 w 28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6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2" y="14"/>
                    <a:pt x="8" y="21"/>
                  </a:cubicBezTo>
                  <a:cubicBezTo>
                    <a:pt x="14" y="29"/>
                    <a:pt x="18" y="31"/>
                    <a:pt x="24" y="29"/>
                  </a:cubicBezTo>
                  <a:cubicBezTo>
                    <a:pt x="27" y="28"/>
                    <a:pt x="28" y="25"/>
                    <a:pt x="27" y="22"/>
                  </a:cubicBezTo>
                  <a:cubicBezTo>
                    <a:pt x="26" y="18"/>
                    <a:pt x="24" y="16"/>
                    <a:pt x="22" y="12"/>
                  </a:cubicBezTo>
                  <a:cubicBezTo>
                    <a:pt x="20" y="10"/>
                    <a:pt x="19" y="6"/>
                    <a:pt x="16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6" name="Freeform 5531">
              <a:extLst>
                <a:ext uri="{FF2B5EF4-FFF2-40B4-BE49-F238E27FC236}">
                  <a16:creationId xmlns:a16="http://schemas.microsoft.com/office/drawing/2014/main" id="{7AF9C7BF-6D7E-4E4F-9AD1-83CC2C2A9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089"/>
              <a:ext cx="28" cy="34"/>
            </a:xfrm>
            <a:custGeom>
              <a:avLst/>
              <a:gdLst>
                <a:gd name="T0" fmla="*/ 112 w 14"/>
                <a:gd name="T1" fmla="*/ 120 h 17"/>
                <a:gd name="T2" fmla="*/ 104 w 14"/>
                <a:gd name="T3" fmla="*/ 128 h 17"/>
                <a:gd name="T4" fmla="*/ 32 w 14"/>
                <a:gd name="T5" fmla="*/ 72 h 17"/>
                <a:gd name="T6" fmla="*/ 8 w 14"/>
                <a:gd name="T7" fmla="*/ 8 h 17"/>
                <a:gd name="T8" fmla="*/ 40 w 14"/>
                <a:gd name="T9" fmla="*/ 8 h 17"/>
                <a:gd name="T10" fmla="*/ 8 w 14"/>
                <a:gd name="T11" fmla="*/ 8 h 17"/>
                <a:gd name="T12" fmla="*/ 32 w 14"/>
                <a:gd name="T13" fmla="*/ 80 h 17"/>
                <a:gd name="T14" fmla="*/ 104 w 14"/>
                <a:gd name="T15" fmla="*/ 136 h 17"/>
                <a:gd name="T16" fmla="*/ 112 w 14"/>
                <a:gd name="T17" fmla="*/ 12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7">
                  <a:moveTo>
                    <a:pt x="14" y="15"/>
                  </a:moveTo>
                  <a:cubicBezTo>
                    <a:pt x="14" y="16"/>
                    <a:pt x="14" y="16"/>
                    <a:pt x="13" y="16"/>
                  </a:cubicBezTo>
                  <a:cubicBezTo>
                    <a:pt x="12" y="17"/>
                    <a:pt x="8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5"/>
                    <a:pt x="4" y="10"/>
                  </a:cubicBezTo>
                  <a:cubicBezTo>
                    <a:pt x="8" y="15"/>
                    <a:pt x="12" y="17"/>
                    <a:pt x="13" y="17"/>
                  </a:cubicBezTo>
                  <a:cubicBezTo>
                    <a:pt x="14" y="16"/>
                    <a:pt x="14" y="16"/>
                    <a:pt x="14" y="1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7" name="Freeform 5532">
              <a:extLst>
                <a:ext uri="{FF2B5EF4-FFF2-40B4-BE49-F238E27FC236}">
                  <a16:creationId xmlns:a16="http://schemas.microsoft.com/office/drawing/2014/main" id="{518F365D-D130-48A4-9F06-BA92C1AF1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087"/>
              <a:ext cx="42" cy="46"/>
            </a:xfrm>
            <a:custGeom>
              <a:avLst/>
              <a:gdLst>
                <a:gd name="T0" fmla="*/ 144 w 21"/>
                <a:gd name="T1" fmla="*/ 48 h 23"/>
                <a:gd name="T2" fmla="*/ 96 w 21"/>
                <a:gd name="T3" fmla="*/ 8 h 23"/>
                <a:gd name="T4" fmla="*/ 40 w 21"/>
                <a:gd name="T5" fmla="*/ 16 h 23"/>
                <a:gd name="T6" fmla="*/ 48 w 21"/>
                <a:gd name="T7" fmla="*/ 152 h 23"/>
                <a:gd name="T8" fmla="*/ 160 w 21"/>
                <a:gd name="T9" fmla="*/ 136 h 23"/>
                <a:gd name="T10" fmla="*/ 144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8" name="Freeform 5533">
              <a:extLst>
                <a:ext uri="{FF2B5EF4-FFF2-40B4-BE49-F238E27FC236}">
                  <a16:creationId xmlns:a16="http://schemas.microsoft.com/office/drawing/2014/main" id="{5CD16037-7B56-4180-AC55-9D41DEB76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087"/>
              <a:ext cx="42" cy="46"/>
            </a:xfrm>
            <a:custGeom>
              <a:avLst/>
              <a:gdLst>
                <a:gd name="T0" fmla="*/ 144 w 21"/>
                <a:gd name="T1" fmla="*/ 48 h 23"/>
                <a:gd name="T2" fmla="*/ 96 w 21"/>
                <a:gd name="T3" fmla="*/ 8 h 23"/>
                <a:gd name="T4" fmla="*/ 40 w 21"/>
                <a:gd name="T5" fmla="*/ 16 h 23"/>
                <a:gd name="T6" fmla="*/ 48 w 21"/>
                <a:gd name="T7" fmla="*/ 152 h 23"/>
                <a:gd name="T8" fmla="*/ 160 w 21"/>
                <a:gd name="T9" fmla="*/ 136 h 23"/>
                <a:gd name="T10" fmla="*/ 144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9" name="Freeform 5534">
              <a:extLst>
                <a:ext uri="{FF2B5EF4-FFF2-40B4-BE49-F238E27FC236}">
                  <a16:creationId xmlns:a16="http://schemas.microsoft.com/office/drawing/2014/main" id="{B4FB6C78-67F8-4B5D-B3E5-594386A33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95"/>
              <a:ext cx="20" cy="26"/>
            </a:xfrm>
            <a:custGeom>
              <a:avLst/>
              <a:gdLst>
                <a:gd name="T0" fmla="*/ 80 w 10"/>
                <a:gd name="T1" fmla="*/ 72 h 13"/>
                <a:gd name="T2" fmla="*/ 64 w 10"/>
                <a:gd name="T3" fmla="*/ 96 h 13"/>
                <a:gd name="T4" fmla="*/ 16 w 10"/>
                <a:gd name="T5" fmla="*/ 64 h 13"/>
                <a:gd name="T6" fmla="*/ 8 w 10"/>
                <a:gd name="T7" fmla="*/ 16 h 13"/>
                <a:gd name="T8" fmla="*/ 32 w 10"/>
                <a:gd name="T9" fmla="*/ 8 h 13"/>
                <a:gd name="T10" fmla="*/ 8 w 10"/>
                <a:gd name="T11" fmla="*/ 16 h 13"/>
                <a:gd name="T12" fmla="*/ 8 w 10"/>
                <a:gd name="T13" fmla="*/ 64 h 13"/>
                <a:gd name="T14" fmla="*/ 64 w 10"/>
                <a:gd name="T15" fmla="*/ 96 h 13"/>
                <a:gd name="T16" fmla="*/ 80 w 10"/>
                <a:gd name="T17" fmla="*/ 7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10" y="11"/>
                    <a:pt x="9" y="12"/>
                    <a:pt x="8" y="12"/>
                  </a:cubicBezTo>
                  <a:cubicBezTo>
                    <a:pt x="6" y="13"/>
                    <a:pt x="3" y="12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10" y="12"/>
                    <a:pt x="10" y="11"/>
                    <a:pt x="10" y="9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0" name="Freeform 5535">
              <a:extLst>
                <a:ext uri="{FF2B5EF4-FFF2-40B4-BE49-F238E27FC236}">
                  <a16:creationId xmlns:a16="http://schemas.microsoft.com/office/drawing/2014/main" id="{47A9FAB9-D64C-4FF3-B15D-F7B8AA328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163"/>
              <a:ext cx="42" cy="46"/>
            </a:xfrm>
            <a:custGeom>
              <a:avLst/>
              <a:gdLst>
                <a:gd name="T0" fmla="*/ 136 w 21"/>
                <a:gd name="T1" fmla="*/ 48 h 23"/>
                <a:gd name="T2" fmla="*/ 88 w 21"/>
                <a:gd name="T3" fmla="*/ 8 h 23"/>
                <a:gd name="T4" fmla="*/ 32 w 21"/>
                <a:gd name="T5" fmla="*/ 16 h 23"/>
                <a:gd name="T6" fmla="*/ 48 w 21"/>
                <a:gd name="T7" fmla="*/ 152 h 23"/>
                <a:gd name="T8" fmla="*/ 160 w 21"/>
                <a:gd name="T9" fmla="*/ 136 h 23"/>
                <a:gd name="T10" fmla="*/ 136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0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1" name="Freeform 5536">
              <a:extLst>
                <a:ext uri="{FF2B5EF4-FFF2-40B4-BE49-F238E27FC236}">
                  <a16:creationId xmlns:a16="http://schemas.microsoft.com/office/drawing/2014/main" id="{5D1CDC5B-79D9-4025-B8B1-193FAEC7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163"/>
              <a:ext cx="42" cy="46"/>
            </a:xfrm>
            <a:custGeom>
              <a:avLst/>
              <a:gdLst>
                <a:gd name="T0" fmla="*/ 136 w 21"/>
                <a:gd name="T1" fmla="*/ 48 h 23"/>
                <a:gd name="T2" fmla="*/ 88 w 21"/>
                <a:gd name="T3" fmla="*/ 8 h 23"/>
                <a:gd name="T4" fmla="*/ 32 w 21"/>
                <a:gd name="T5" fmla="*/ 16 h 23"/>
                <a:gd name="T6" fmla="*/ 48 w 21"/>
                <a:gd name="T7" fmla="*/ 152 h 23"/>
                <a:gd name="T8" fmla="*/ 160 w 21"/>
                <a:gd name="T9" fmla="*/ 136 h 23"/>
                <a:gd name="T10" fmla="*/ 136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0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2" name="Freeform 5537">
              <a:extLst>
                <a:ext uri="{FF2B5EF4-FFF2-40B4-BE49-F238E27FC236}">
                  <a16:creationId xmlns:a16="http://schemas.microsoft.com/office/drawing/2014/main" id="{8311B41D-8762-43DC-9E91-BE8DB9C1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171"/>
              <a:ext cx="20" cy="26"/>
            </a:xfrm>
            <a:custGeom>
              <a:avLst/>
              <a:gdLst>
                <a:gd name="T0" fmla="*/ 80 w 10"/>
                <a:gd name="T1" fmla="*/ 72 h 13"/>
                <a:gd name="T2" fmla="*/ 64 w 10"/>
                <a:gd name="T3" fmla="*/ 96 h 13"/>
                <a:gd name="T4" fmla="*/ 8 w 10"/>
                <a:gd name="T5" fmla="*/ 64 h 13"/>
                <a:gd name="T6" fmla="*/ 8 w 10"/>
                <a:gd name="T7" fmla="*/ 16 h 13"/>
                <a:gd name="T8" fmla="*/ 32 w 10"/>
                <a:gd name="T9" fmla="*/ 8 h 13"/>
                <a:gd name="T10" fmla="*/ 8 w 10"/>
                <a:gd name="T11" fmla="*/ 16 h 13"/>
                <a:gd name="T12" fmla="*/ 8 w 10"/>
                <a:gd name="T13" fmla="*/ 64 h 13"/>
                <a:gd name="T14" fmla="*/ 64 w 10"/>
                <a:gd name="T15" fmla="*/ 96 h 13"/>
                <a:gd name="T16" fmla="*/ 80 w 10"/>
                <a:gd name="T17" fmla="*/ 7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10" y="10"/>
                    <a:pt x="9" y="12"/>
                    <a:pt x="8" y="12"/>
                  </a:cubicBezTo>
                  <a:cubicBezTo>
                    <a:pt x="6" y="13"/>
                    <a:pt x="3" y="12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9" y="12"/>
                    <a:pt x="10" y="11"/>
                    <a:pt x="10" y="9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3" name="Freeform 5538">
              <a:extLst>
                <a:ext uri="{FF2B5EF4-FFF2-40B4-BE49-F238E27FC236}">
                  <a16:creationId xmlns:a16="http://schemas.microsoft.com/office/drawing/2014/main" id="{803FE206-AB92-4110-93BE-A288C3F72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381"/>
              <a:ext cx="42" cy="46"/>
            </a:xfrm>
            <a:custGeom>
              <a:avLst/>
              <a:gdLst>
                <a:gd name="T0" fmla="*/ 144 w 21"/>
                <a:gd name="T1" fmla="*/ 40 h 23"/>
                <a:gd name="T2" fmla="*/ 96 w 21"/>
                <a:gd name="T3" fmla="*/ 0 h 23"/>
                <a:gd name="T4" fmla="*/ 40 w 21"/>
                <a:gd name="T5" fmla="*/ 8 h 23"/>
                <a:gd name="T6" fmla="*/ 48 w 21"/>
                <a:gd name="T7" fmla="*/ 144 h 23"/>
                <a:gd name="T8" fmla="*/ 160 w 21"/>
                <a:gd name="T9" fmla="*/ 128 h 23"/>
                <a:gd name="T10" fmla="*/ 144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5"/>
                  </a:moveTo>
                  <a:cubicBezTo>
                    <a:pt x="16" y="3"/>
                    <a:pt x="14" y="0"/>
                    <a:pt x="12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0" y="5"/>
                    <a:pt x="1" y="13"/>
                    <a:pt x="6" y="18"/>
                  </a:cubicBezTo>
                  <a:cubicBezTo>
                    <a:pt x="12" y="23"/>
                    <a:pt x="18" y="21"/>
                    <a:pt x="20" y="16"/>
                  </a:cubicBezTo>
                  <a:cubicBezTo>
                    <a:pt x="21" y="12"/>
                    <a:pt x="21" y="10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4" name="Freeform 5539">
              <a:extLst>
                <a:ext uri="{FF2B5EF4-FFF2-40B4-BE49-F238E27FC236}">
                  <a16:creationId xmlns:a16="http://schemas.microsoft.com/office/drawing/2014/main" id="{333D7CF5-BC9F-48D0-BBA0-5636D304C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381"/>
              <a:ext cx="42" cy="46"/>
            </a:xfrm>
            <a:custGeom>
              <a:avLst/>
              <a:gdLst>
                <a:gd name="T0" fmla="*/ 144 w 21"/>
                <a:gd name="T1" fmla="*/ 40 h 23"/>
                <a:gd name="T2" fmla="*/ 96 w 21"/>
                <a:gd name="T3" fmla="*/ 0 h 23"/>
                <a:gd name="T4" fmla="*/ 40 w 21"/>
                <a:gd name="T5" fmla="*/ 8 h 23"/>
                <a:gd name="T6" fmla="*/ 48 w 21"/>
                <a:gd name="T7" fmla="*/ 144 h 23"/>
                <a:gd name="T8" fmla="*/ 160 w 21"/>
                <a:gd name="T9" fmla="*/ 128 h 23"/>
                <a:gd name="T10" fmla="*/ 144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5"/>
                  </a:moveTo>
                  <a:cubicBezTo>
                    <a:pt x="16" y="3"/>
                    <a:pt x="14" y="0"/>
                    <a:pt x="12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0" y="5"/>
                    <a:pt x="1" y="13"/>
                    <a:pt x="6" y="18"/>
                  </a:cubicBezTo>
                  <a:cubicBezTo>
                    <a:pt x="12" y="23"/>
                    <a:pt x="18" y="21"/>
                    <a:pt x="20" y="16"/>
                  </a:cubicBezTo>
                  <a:cubicBezTo>
                    <a:pt x="21" y="12"/>
                    <a:pt x="21" y="10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5" name="Freeform 5540">
              <a:extLst>
                <a:ext uri="{FF2B5EF4-FFF2-40B4-BE49-F238E27FC236}">
                  <a16:creationId xmlns:a16="http://schemas.microsoft.com/office/drawing/2014/main" id="{E07D85CF-85F5-4529-8BFF-48ECE6D53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389"/>
              <a:ext cx="20" cy="24"/>
            </a:xfrm>
            <a:custGeom>
              <a:avLst/>
              <a:gdLst>
                <a:gd name="T0" fmla="*/ 80 w 10"/>
                <a:gd name="T1" fmla="*/ 64 h 12"/>
                <a:gd name="T2" fmla="*/ 64 w 10"/>
                <a:gd name="T3" fmla="*/ 96 h 12"/>
                <a:gd name="T4" fmla="*/ 16 w 10"/>
                <a:gd name="T5" fmla="*/ 64 h 12"/>
                <a:gd name="T6" fmla="*/ 8 w 10"/>
                <a:gd name="T7" fmla="*/ 16 h 12"/>
                <a:gd name="T8" fmla="*/ 32 w 10"/>
                <a:gd name="T9" fmla="*/ 0 h 12"/>
                <a:gd name="T10" fmla="*/ 8 w 10"/>
                <a:gd name="T11" fmla="*/ 16 h 12"/>
                <a:gd name="T12" fmla="*/ 8 w 10"/>
                <a:gd name="T13" fmla="*/ 64 h 12"/>
                <a:gd name="T14" fmla="*/ 64 w 10"/>
                <a:gd name="T15" fmla="*/ 96 h 12"/>
                <a:gd name="T16" fmla="*/ 80 w 10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6" name="Freeform 5541">
              <a:extLst>
                <a:ext uri="{FF2B5EF4-FFF2-40B4-BE49-F238E27FC236}">
                  <a16:creationId xmlns:a16="http://schemas.microsoft.com/office/drawing/2014/main" id="{100F6648-03D1-49D1-B274-1755D8601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253"/>
              <a:ext cx="54" cy="52"/>
            </a:xfrm>
            <a:custGeom>
              <a:avLst/>
              <a:gdLst>
                <a:gd name="T0" fmla="*/ 128 w 27"/>
                <a:gd name="T1" fmla="*/ 16 h 26"/>
                <a:gd name="T2" fmla="*/ 72 w 27"/>
                <a:gd name="T3" fmla="*/ 0 h 26"/>
                <a:gd name="T4" fmla="*/ 48 w 27"/>
                <a:gd name="T5" fmla="*/ 144 h 26"/>
                <a:gd name="T6" fmla="*/ 184 w 27"/>
                <a:gd name="T7" fmla="*/ 184 h 26"/>
                <a:gd name="T8" fmla="*/ 208 w 27"/>
                <a:gd name="T9" fmla="*/ 112 h 26"/>
                <a:gd name="T10" fmla="*/ 168 w 27"/>
                <a:gd name="T11" fmla="*/ 56 h 26"/>
                <a:gd name="T12" fmla="*/ 128 w 27"/>
                <a:gd name="T13" fmla="*/ 1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2"/>
                  </a:moveTo>
                  <a:cubicBezTo>
                    <a:pt x="13" y="0"/>
                    <a:pt x="11" y="0"/>
                    <a:pt x="9" y="0"/>
                  </a:cubicBezTo>
                  <a:cubicBezTo>
                    <a:pt x="0" y="2"/>
                    <a:pt x="1" y="11"/>
                    <a:pt x="6" y="18"/>
                  </a:cubicBezTo>
                  <a:cubicBezTo>
                    <a:pt x="11" y="24"/>
                    <a:pt x="19" y="26"/>
                    <a:pt x="23" y="23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2" y="8"/>
                    <a:pt x="21" y="7"/>
                  </a:cubicBezTo>
                  <a:cubicBezTo>
                    <a:pt x="19" y="5"/>
                    <a:pt x="17" y="3"/>
                    <a:pt x="16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7" name="Freeform 5542">
              <a:extLst>
                <a:ext uri="{FF2B5EF4-FFF2-40B4-BE49-F238E27FC236}">
                  <a16:creationId xmlns:a16="http://schemas.microsoft.com/office/drawing/2014/main" id="{968CB96A-F2F2-4540-A811-55FF6E21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253"/>
              <a:ext cx="54" cy="52"/>
            </a:xfrm>
            <a:custGeom>
              <a:avLst/>
              <a:gdLst>
                <a:gd name="T0" fmla="*/ 128 w 27"/>
                <a:gd name="T1" fmla="*/ 16 h 26"/>
                <a:gd name="T2" fmla="*/ 72 w 27"/>
                <a:gd name="T3" fmla="*/ 0 h 26"/>
                <a:gd name="T4" fmla="*/ 48 w 27"/>
                <a:gd name="T5" fmla="*/ 144 h 26"/>
                <a:gd name="T6" fmla="*/ 184 w 27"/>
                <a:gd name="T7" fmla="*/ 184 h 26"/>
                <a:gd name="T8" fmla="*/ 208 w 27"/>
                <a:gd name="T9" fmla="*/ 112 h 26"/>
                <a:gd name="T10" fmla="*/ 168 w 27"/>
                <a:gd name="T11" fmla="*/ 56 h 26"/>
                <a:gd name="T12" fmla="*/ 128 w 27"/>
                <a:gd name="T13" fmla="*/ 1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2"/>
                  </a:moveTo>
                  <a:cubicBezTo>
                    <a:pt x="13" y="0"/>
                    <a:pt x="11" y="0"/>
                    <a:pt x="9" y="0"/>
                  </a:cubicBezTo>
                  <a:cubicBezTo>
                    <a:pt x="0" y="2"/>
                    <a:pt x="1" y="11"/>
                    <a:pt x="6" y="18"/>
                  </a:cubicBezTo>
                  <a:cubicBezTo>
                    <a:pt x="11" y="24"/>
                    <a:pt x="19" y="26"/>
                    <a:pt x="23" y="23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2" y="8"/>
                    <a:pt x="21" y="7"/>
                  </a:cubicBezTo>
                  <a:cubicBezTo>
                    <a:pt x="19" y="5"/>
                    <a:pt x="17" y="3"/>
                    <a:pt x="16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8" name="Freeform 5543">
              <a:extLst>
                <a:ext uri="{FF2B5EF4-FFF2-40B4-BE49-F238E27FC236}">
                  <a16:creationId xmlns:a16="http://schemas.microsoft.com/office/drawing/2014/main" id="{1C1F54F3-A998-43D1-8BCD-789CBF672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65"/>
              <a:ext cx="24" cy="26"/>
            </a:xfrm>
            <a:custGeom>
              <a:avLst/>
              <a:gdLst>
                <a:gd name="T0" fmla="*/ 8 w 12"/>
                <a:gd name="T1" fmla="*/ 8 h 13"/>
                <a:gd name="T2" fmla="*/ 16 w 12"/>
                <a:gd name="T3" fmla="*/ 56 h 13"/>
                <a:gd name="T4" fmla="*/ 72 w 12"/>
                <a:gd name="T5" fmla="*/ 104 h 13"/>
                <a:gd name="T6" fmla="*/ 96 w 12"/>
                <a:gd name="T7" fmla="*/ 96 h 13"/>
                <a:gd name="T8" fmla="*/ 72 w 12"/>
                <a:gd name="T9" fmla="*/ 104 h 13"/>
                <a:gd name="T10" fmla="*/ 16 w 12"/>
                <a:gd name="T11" fmla="*/ 56 h 13"/>
                <a:gd name="T12" fmla="*/ 8 w 12"/>
                <a:gd name="T13" fmla="*/ 8 h 13"/>
                <a:gd name="T14" fmla="*/ 32 w 12"/>
                <a:gd name="T15" fmla="*/ 0 h 13"/>
                <a:gd name="T16" fmla="*/ 8 w 12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3" y="10"/>
                    <a:pt x="6" y="12"/>
                    <a:pt x="9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1" y="13"/>
                    <a:pt x="10" y="13"/>
                    <a:pt x="9" y="13"/>
                  </a:cubicBezTo>
                  <a:cubicBezTo>
                    <a:pt x="6" y="12"/>
                    <a:pt x="4" y="10"/>
                    <a:pt x="2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9" name="Freeform 5544">
              <a:extLst>
                <a:ext uri="{FF2B5EF4-FFF2-40B4-BE49-F238E27FC236}">
                  <a16:creationId xmlns:a16="http://schemas.microsoft.com/office/drawing/2014/main" id="{97F61B73-F974-4B3F-97BC-B98AA067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263"/>
              <a:ext cx="56" cy="62"/>
            </a:xfrm>
            <a:custGeom>
              <a:avLst/>
              <a:gdLst>
                <a:gd name="T0" fmla="*/ 128 w 28"/>
                <a:gd name="T1" fmla="*/ 24 h 31"/>
                <a:gd name="T2" fmla="*/ 40 w 28"/>
                <a:gd name="T3" fmla="*/ 24 h 31"/>
                <a:gd name="T4" fmla="*/ 56 w 28"/>
                <a:gd name="T5" fmla="*/ 168 h 31"/>
                <a:gd name="T6" fmla="*/ 192 w 28"/>
                <a:gd name="T7" fmla="*/ 232 h 31"/>
                <a:gd name="T8" fmla="*/ 216 w 28"/>
                <a:gd name="T9" fmla="*/ 176 h 31"/>
                <a:gd name="T10" fmla="*/ 168 w 28"/>
                <a:gd name="T11" fmla="*/ 96 h 31"/>
                <a:gd name="T12" fmla="*/ 128 w 28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6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1" y="14"/>
                    <a:pt x="7" y="21"/>
                  </a:cubicBezTo>
                  <a:cubicBezTo>
                    <a:pt x="13" y="28"/>
                    <a:pt x="18" y="31"/>
                    <a:pt x="24" y="29"/>
                  </a:cubicBezTo>
                  <a:cubicBezTo>
                    <a:pt x="27" y="28"/>
                    <a:pt x="28" y="25"/>
                    <a:pt x="27" y="22"/>
                  </a:cubicBezTo>
                  <a:cubicBezTo>
                    <a:pt x="26" y="18"/>
                    <a:pt x="24" y="16"/>
                    <a:pt x="21" y="12"/>
                  </a:cubicBezTo>
                  <a:cubicBezTo>
                    <a:pt x="20" y="10"/>
                    <a:pt x="19" y="6"/>
                    <a:pt x="16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0" name="Freeform 5545">
              <a:extLst>
                <a:ext uri="{FF2B5EF4-FFF2-40B4-BE49-F238E27FC236}">
                  <a16:creationId xmlns:a16="http://schemas.microsoft.com/office/drawing/2014/main" id="{B9F78E02-1D16-41DE-AF2D-2FF7C3C02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263"/>
              <a:ext cx="56" cy="62"/>
            </a:xfrm>
            <a:custGeom>
              <a:avLst/>
              <a:gdLst>
                <a:gd name="T0" fmla="*/ 128 w 28"/>
                <a:gd name="T1" fmla="*/ 24 h 31"/>
                <a:gd name="T2" fmla="*/ 40 w 28"/>
                <a:gd name="T3" fmla="*/ 24 h 31"/>
                <a:gd name="T4" fmla="*/ 56 w 28"/>
                <a:gd name="T5" fmla="*/ 168 h 31"/>
                <a:gd name="T6" fmla="*/ 192 w 28"/>
                <a:gd name="T7" fmla="*/ 232 h 31"/>
                <a:gd name="T8" fmla="*/ 216 w 28"/>
                <a:gd name="T9" fmla="*/ 176 h 31"/>
                <a:gd name="T10" fmla="*/ 168 w 28"/>
                <a:gd name="T11" fmla="*/ 96 h 31"/>
                <a:gd name="T12" fmla="*/ 128 w 28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6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1" y="14"/>
                    <a:pt x="7" y="21"/>
                  </a:cubicBezTo>
                  <a:cubicBezTo>
                    <a:pt x="13" y="28"/>
                    <a:pt x="18" y="31"/>
                    <a:pt x="24" y="29"/>
                  </a:cubicBezTo>
                  <a:cubicBezTo>
                    <a:pt x="27" y="28"/>
                    <a:pt x="28" y="25"/>
                    <a:pt x="27" y="22"/>
                  </a:cubicBezTo>
                  <a:cubicBezTo>
                    <a:pt x="26" y="18"/>
                    <a:pt x="24" y="16"/>
                    <a:pt x="21" y="12"/>
                  </a:cubicBezTo>
                  <a:cubicBezTo>
                    <a:pt x="20" y="10"/>
                    <a:pt x="19" y="6"/>
                    <a:pt x="16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1" name="Freeform 5546">
              <a:extLst>
                <a:ext uri="{FF2B5EF4-FFF2-40B4-BE49-F238E27FC236}">
                  <a16:creationId xmlns:a16="http://schemas.microsoft.com/office/drawing/2014/main" id="{BD8C0521-806E-4630-9E86-A33B63E75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275"/>
              <a:ext cx="28" cy="34"/>
            </a:xfrm>
            <a:custGeom>
              <a:avLst/>
              <a:gdLst>
                <a:gd name="T0" fmla="*/ 112 w 14"/>
                <a:gd name="T1" fmla="*/ 120 h 17"/>
                <a:gd name="T2" fmla="*/ 104 w 14"/>
                <a:gd name="T3" fmla="*/ 128 h 17"/>
                <a:gd name="T4" fmla="*/ 32 w 14"/>
                <a:gd name="T5" fmla="*/ 72 h 17"/>
                <a:gd name="T6" fmla="*/ 8 w 14"/>
                <a:gd name="T7" fmla="*/ 8 h 17"/>
                <a:gd name="T8" fmla="*/ 40 w 14"/>
                <a:gd name="T9" fmla="*/ 8 h 17"/>
                <a:gd name="T10" fmla="*/ 8 w 14"/>
                <a:gd name="T11" fmla="*/ 8 h 17"/>
                <a:gd name="T12" fmla="*/ 32 w 14"/>
                <a:gd name="T13" fmla="*/ 72 h 17"/>
                <a:gd name="T14" fmla="*/ 104 w 14"/>
                <a:gd name="T15" fmla="*/ 136 h 17"/>
                <a:gd name="T16" fmla="*/ 112 w 14"/>
                <a:gd name="T17" fmla="*/ 12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7">
                  <a:moveTo>
                    <a:pt x="14" y="15"/>
                  </a:moveTo>
                  <a:cubicBezTo>
                    <a:pt x="14" y="16"/>
                    <a:pt x="13" y="16"/>
                    <a:pt x="13" y="16"/>
                  </a:cubicBezTo>
                  <a:cubicBezTo>
                    <a:pt x="12" y="17"/>
                    <a:pt x="8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5"/>
                    <a:pt x="4" y="9"/>
                  </a:cubicBezTo>
                  <a:cubicBezTo>
                    <a:pt x="8" y="15"/>
                    <a:pt x="11" y="17"/>
                    <a:pt x="13" y="17"/>
                  </a:cubicBezTo>
                  <a:cubicBezTo>
                    <a:pt x="14" y="16"/>
                    <a:pt x="14" y="16"/>
                    <a:pt x="14" y="1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2" name="Freeform 5547">
              <a:extLst>
                <a:ext uri="{FF2B5EF4-FFF2-40B4-BE49-F238E27FC236}">
                  <a16:creationId xmlns:a16="http://schemas.microsoft.com/office/drawing/2014/main" id="{9F8103AA-3458-4185-9F6E-C37E20F80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211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16 h 23"/>
                <a:gd name="T6" fmla="*/ 48 w 22"/>
                <a:gd name="T7" fmla="*/ 144 h 23"/>
                <a:gd name="T8" fmla="*/ 160 w 22"/>
                <a:gd name="T9" fmla="*/ 136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3" name="Freeform 5548">
              <a:extLst>
                <a:ext uri="{FF2B5EF4-FFF2-40B4-BE49-F238E27FC236}">
                  <a16:creationId xmlns:a16="http://schemas.microsoft.com/office/drawing/2014/main" id="{FC722FAC-BD18-441A-9A31-0A01BB0AF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211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16 h 23"/>
                <a:gd name="T6" fmla="*/ 48 w 22"/>
                <a:gd name="T7" fmla="*/ 144 h 23"/>
                <a:gd name="T8" fmla="*/ 160 w 22"/>
                <a:gd name="T9" fmla="*/ 136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4" name="Freeform 5549">
              <a:extLst>
                <a:ext uri="{FF2B5EF4-FFF2-40B4-BE49-F238E27FC236}">
                  <a16:creationId xmlns:a16="http://schemas.microsoft.com/office/drawing/2014/main" id="{4075E34B-C8FA-4B7D-AA59-7A0145013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219"/>
              <a:ext cx="22" cy="26"/>
            </a:xfrm>
            <a:custGeom>
              <a:avLst/>
              <a:gdLst>
                <a:gd name="T0" fmla="*/ 88 w 11"/>
                <a:gd name="T1" fmla="*/ 64 h 13"/>
                <a:gd name="T2" fmla="*/ 64 w 11"/>
                <a:gd name="T3" fmla="*/ 96 h 13"/>
                <a:gd name="T4" fmla="*/ 16 w 11"/>
                <a:gd name="T5" fmla="*/ 64 h 13"/>
                <a:gd name="T6" fmla="*/ 8 w 11"/>
                <a:gd name="T7" fmla="*/ 16 h 13"/>
                <a:gd name="T8" fmla="*/ 40 w 11"/>
                <a:gd name="T9" fmla="*/ 0 h 13"/>
                <a:gd name="T10" fmla="*/ 8 w 11"/>
                <a:gd name="T11" fmla="*/ 16 h 13"/>
                <a:gd name="T12" fmla="*/ 16 w 11"/>
                <a:gd name="T13" fmla="*/ 64 h 13"/>
                <a:gd name="T14" fmla="*/ 64 w 11"/>
                <a:gd name="T15" fmla="*/ 96 h 13"/>
                <a:gd name="T16" fmla="*/ 88 w 11"/>
                <a:gd name="T17" fmla="*/ 6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3" y="11"/>
                    <a:pt x="6" y="13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5" name="Freeform 5550">
              <a:extLst>
                <a:ext uri="{FF2B5EF4-FFF2-40B4-BE49-F238E27FC236}">
                  <a16:creationId xmlns:a16="http://schemas.microsoft.com/office/drawing/2014/main" id="{2F404E97-BFCE-4D12-81DC-F559BAD3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39"/>
              <a:ext cx="42" cy="46"/>
            </a:xfrm>
            <a:custGeom>
              <a:avLst/>
              <a:gdLst>
                <a:gd name="T0" fmla="*/ 136 w 21"/>
                <a:gd name="T1" fmla="*/ 48 h 23"/>
                <a:gd name="T2" fmla="*/ 88 w 21"/>
                <a:gd name="T3" fmla="*/ 0 h 23"/>
                <a:gd name="T4" fmla="*/ 32 w 21"/>
                <a:gd name="T5" fmla="*/ 16 h 23"/>
                <a:gd name="T6" fmla="*/ 48 w 21"/>
                <a:gd name="T7" fmla="*/ 144 h 23"/>
                <a:gd name="T8" fmla="*/ 160 w 21"/>
                <a:gd name="T9" fmla="*/ 136 h 23"/>
                <a:gd name="T10" fmla="*/ 136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5"/>
                    <a:pt x="0" y="14"/>
                    <a:pt x="6" y="18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6" name="Freeform 5551">
              <a:extLst>
                <a:ext uri="{FF2B5EF4-FFF2-40B4-BE49-F238E27FC236}">
                  <a16:creationId xmlns:a16="http://schemas.microsoft.com/office/drawing/2014/main" id="{52EBB299-E7E7-49CE-8AFC-FAE1009FB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39"/>
              <a:ext cx="42" cy="46"/>
            </a:xfrm>
            <a:custGeom>
              <a:avLst/>
              <a:gdLst>
                <a:gd name="T0" fmla="*/ 136 w 21"/>
                <a:gd name="T1" fmla="*/ 48 h 23"/>
                <a:gd name="T2" fmla="*/ 88 w 21"/>
                <a:gd name="T3" fmla="*/ 0 h 23"/>
                <a:gd name="T4" fmla="*/ 32 w 21"/>
                <a:gd name="T5" fmla="*/ 16 h 23"/>
                <a:gd name="T6" fmla="*/ 48 w 21"/>
                <a:gd name="T7" fmla="*/ 144 h 23"/>
                <a:gd name="T8" fmla="*/ 160 w 21"/>
                <a:gd name="T9" fmla="*/ 136 h 23"/>
                <a:gd name="T10" fmla="*/ 136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5"/>
                    <a:pt x="0" y="14"/>
                    <a:pt x="6" y="18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7" name="Freeform 5552">
              <a:extLst>
                <a:ext uri="{FF2B5EF4-FFF2-40B4-BE49-F238E27FC236}">
                  <a16:creationId xmlns:a16="http://schemas.microsoft.com/office/drawing/2014/main" id="{6D7C0B5E-8A2B-4691-B445-EF78FC758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347"/>
              <a:ext cx="22" cy="26"/>
            </a:xfrm>
            <a:custGeom>
              <a:avLst/>
              <a:gdLst>
                <a:gd name="T0" fmla="*/ 88 w 11"/>
                <a:gd name="T1" fmla="*/ 64 h 13"/>
                <a:gd name="T2" fmla="*/ 72 w 11"/>
                <a:gd name="T3" fmla="*/ 96 h 13"/>
                <a:gd name="T4" fmla="*/ 16 w 11"/>
                <a:gd name="T5" fmla="*/ 64 h 13"/>
                <a:gd name="T6" fmla="*/ 16 w 11"/>
                <a:gd name="T7" fmla="*/ 16 h 13"/>
                <a:gd name="T8" fmla="*/ 40 w 11"/>
                <a:gd name="T9" fmla="*/ 0 h 13"/>
                <a:gd name="T10" fmla="*/ 16 w 11"/>
                <a:gd name="T11" fmla="*/ 16 h 13"/>
                <a:gd name="T12" fmla="*/ 16 w 11"/>
                <a:gd name="T13" fmla="*/ 64 h 13"/>
                <a:gd name="T14" fmla="*/ 72 w 11"/>
                <a:gd name="T15" fmla="*/ 96 h 13"/>
                <a:gd name="T16" fmla="*/ 88 w 11"/>
                <a:gd name="T17" fmla="*/ 6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9" y="12"/>
                  </a:cubicBezTo>
                  <a:cubicBezTo>
                    <a:pt x="7" y="13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4" y="0"/>
                    <a:pt x="2" y="1"/>
                    <a:pt x="2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2"/>
                    <a:pt x="7" y="13"/>
                    <a:pt x="9" y="12"/>
                  </a:cubicBezTo>
                  <a:cubicBezTo>
                    <a:pt x="10" y="12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8" name="Freeform 5553">
              <a:extLst>
                <a:ext uri="{FF2B5EF4-FFF2-40B4-BE49-F238E27FC236}">
                  <a16:creationId xmlns:a16="http://schemas.microsoft.com/office/drawing/2014/main" id="{D72B815C-3FC3-410D-8C5C-2CE806E47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243"/>
              <a:ext cx="42" cy="46"/>
            </a:xfrm>
            <a:custGeom>
              <a:avLst/>
              <a:gdLst>
                <a:gd name="T0" fmla="*/ 144 w 21"/>
                <a:gd name="T1" fmla="*/ 48 h 23"/>
                <a:gd name="T2" fmla="*/ 96 w 21"/>
                <a:gd name="T3" fmla="*/ 8 h 23"/>
                <a:gd name="T4" fmla="*/ 40 w 21"/>
                <a:gd name="T5" fmla="*/ 16 h 23"/>
                <a:gd name="T6" fmla="*/ 48 w 21"/>
                <a:gd name="T7" fmla="*/ 152 h 23"/>
                <a:gd name="T8" fmla="*/ 160 w 21"/>
                <a:gd name="T9" fmla="*/ 136 h 23"/>
                <a:gd name="T10" fmla="*/ 144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9" name="Freeform 5554">
              <a:extLst>
                <a:ext uri="{FF2B5EF4-FFF2-40B4-BE49-F238E27FC236}">
                  <a16:creationId xmlns:a16="http://schemas.microsoft.com/office/drawing/2014/main" id="{4537C8B4-5ACB-46AB-8DD0-CC2376509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243"/>
              <a:ext cx="42" cy="46"/>
            </a:xfrm>
            <a:custGeom>
              <a:avLst/>
              <a:gdLst>
                <a:gd name="T0" fmla="*/ 144 w 21"/>
                <a:gd name="T1" fmla="*/ 48 h 23"/>
                <a:gd name="T2" fmla="*/ 96 w 21"/>
                <a:gd name="T3" fmla="*/ 8 h 23"/>
                <a:gd name="T4" fmla="*/ 40 w 21"/>
                <a:gd name="T5" fmla="*/ 16 h 23"/>
                <a:gd name="T6" fmla="*/ 48 w 21"/>
                <a:gd name="T7" fmla="*/ 152 h 23"/>
                <a:gd name="T8" fmla="*/ 160 w 21"/>
                <a:gd name="T9" fmla="*/ 136 h 23"/>
                <a:gd name="T10" fmla="*/ 144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0" name="Freeform 5555">
              <a:extLst>
                <a:ext uri="{FF2B5EF4-FFF2-40B4-BE49-F238E27FC236}">
                  <a16:creationId xmlns:a16="http://schemas.microsoft.com/office/drawing/2014/main" id="{9C7D1B1B-31D2-4D1E-9C7C-C15B5C202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253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88 h 12"/>
                <a:gd name="T4" fmla="*/ 16 w 11"/>
                <a:gd name="T5" fmla="*/ 56 h 12"/>
                <a:gd name="T6" fmla="*/ 8 w 11"/>
                <a:gd name="T7" fmla="*/ 8 h 12"/>
                <a:gd name="T8" fmla="*/ 32 w 11"/>
                <a:gd name="T9" fmla="*/ 0 h 12"/>
                <a:gd name="T10" fmla="*/ 8 w 11"/>
                <a:gd name="T11" fmla="*/ 8 h 12"/>
                <a:gd name="T12" fmla="*/ 16 w 11"/>
                <a:gd name="T13" fmla="*/ 56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4"/>
                    <a:pt x="2" y="7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1" name="Freeform 5556">
              <a:extLst>
                <a:ext uri="{FF2B5EF4-FFF2-40B4-BE49-F238E27FC236}">
                  <a16:creationId xmlns:a16="http://schemas.microsoft.com/office/drawing/2014/main" id="{AC17014C-3BB9-4C3C-85C0-87E47CF3A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075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48 w 22"/>
                <a:gd name="T7" fmla="*/ 152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4"/>
                    <a:pt x="15" y="1"/>
                    <a:pt x="12" y="1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2" name="Freeform 5557">
              <a:extLst>
                <a:ext uri="{FF2B5EF4-FFF2-40B4-BE49-F238E27FC236}">
                  <a16:creationId xmlns:a16="http://schemas.microsoft.com/office/drawing/2014/main" id="{46314D1B-C929-477C-9B7F-BB9F97805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075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48 w 22"/>
                <a:gd name="T7" fmla="*/ 152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4"/>
                    <a:pt x="15" y="1"/>
                    <a:pt x="12" y="1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3" name="Freeform 5558">
              <a:extLst>
                <a:ext uri="{FF2B5EF4-FFF2-40B4-BE49-F238E27FC236}">
                  <a16:creationId xmlns:a16="http://schemas.microsoft.com/office/drawing/2014/main" id="{8ED11392-7708-4358-BFEC-CAF6334AA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085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8 w 11"/>
                <a:gd name="T7" fmla="*/ 16 h 12"/>
                <a:gd name="T8" fmla="*/ 40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5559">
              <a:extLst>
                <a:ext uri="{FF2B5EF4-FFF2-40B4-BE49-F238E27FC236}">
                  <a16:creationId xmlns:a16="http://schemas.microsoft.com/office/drawing/2014/main" id="{91B896C4-3232-419B-B721-BEF516A54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157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8 h 23"/>
                <a:gd name="T6" fmla="*/ 56 w 22"/>
                <a:gd name="T7" fmla="*/ 144 h 23"/>
                <a:gd name="T8" fmla="*/ 168 w 22"/>
                <a:gd name="T9" fmla="*/ 128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0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0" y="5"/>
                    <a:pt x="1" y="13"/>
                    <a:pt x="7" y="18"/>
                  </a:cubicBezTo>
                  <a:cubicBezTo>
                    <a:pt x="12" y="23"/>
                    <a:pt x="19" y="21"/>
                    <a:pt x="21" y="16"/>
                  </a:cubicBezTo>
                  <a:cubicBezTo>
                    <a:pt x="22" y="12"/>
                    <a:pt x="21" y="11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5560">
              <a:extLst>
                <a:ext uri="{FF2B5EF4-FFF2-40B4-BE49-F238E27FC236}">
                  <a16:creationId xmlns:a16="http://schemas.microsoft.com/office/drawing/2014/main" id="{FCE1276A-98FF-492F-AC81-147D2DD51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157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8 h 23"/>
                <a:gd name="T6" fmla="*/ 56 w 22"/>
                <a:gd name="T7" fmla="*/ 144 h 23"/>
                <a:gd name="T8" fmla="*/ 168 w 22"/>
                <a:gd name="T9" fmla="*/ 128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0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0" y="5"/>
                    <a:pt x="1" y="13"/>
                    <a:pt x="7" y="18"/>
                  </a:cubicBezTo>
                  <a:cubicBezTo>
                    <a:pt x="12" y="23"/>
                    <a:pt x="19" y="21"/>
                    <a:pt x="21" y="16"/>
                  </a:cubicBezTo>
                  <a:cubicBezTo>
                    <a:pt x="22" y="12"/>
                    <a:pt x="21" y="11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5561">
              <a:extLst>
                <a:ext uri="{FF2B5EF4-FFF2-40B4-BE49-F238E27FC236}">
                  <a16:creationId xmlns:a16="http://schemas.microsoft.com/office/drawing/2014/main" id="{EAD66B5F-EB4C-4710-8E24-365246D2F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165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8 w 11"/>
                <a:gd name="T7" fmla="*/ 16 h 12"/>
                <a:gd name="T8" fmla="*/ 40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5562">
              <a:extLst>
                <a:ext uri="{FF2B5EF4-FFF2-40B4-BE49-F238E27FC236}">
                  <a16:creationId xmlns:a16="http://schemas.microsoft.com/office/drawing/2014/main" id="{CD83514D-A26A-42F2-8B2A-7A6909A4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105"/>
              <a:ext cx="30" cy="40"/>
            </a:xfrm>
            <a:custGeom>
              <a:avLst/>
              <a:gdLst>
                <a:gd name="T0" fmla="*/ 112 w 15"/>
                <a:gd name="T1" fmla="*/ 88 h 20"/>
                <a:gd name="T2" fmla="*/ 112 w 15"/>
                <a:gd name="T3" fmla="*/ 136 h 20"/>
                <a:gd name="T4" fmla="*/ 104 w 15"/>
                <a:gd name="T5" fmla="*/ 144 h 20"/>
                <a:gd name="T6" fmla="*/ 96 w 15"/>
                <a:gd name="T7" fmla="*/ 144 h 20"/>
                <a:gd name="T8" fmla="*/ 64 w 15"/>
                <a:gd name="T9" fmla="*/ 144 h 20"/>
                <a:gd name="T10" fmla="*/ 56 w 15"/>
                <a:gd name="T11" fmla="*/ 128 h 20"/>
                <a:gd name="T12" fmla="*/ 40 w 15"/>
                <a:gd name="T13" fmla="*/ 136 h 20"/>
                <a:gd name="T14" fmla="*/ 24 w 15"/>
                <a:gd name="T15" fmla="*/ 112 h 20"/>
                <a:gd name="T16" fmla="*/ 16 w 15"/>
                <a:gd name="T17" fmla="*/ 96 h 20"/>
                <a:gd name="T18" fmla="*/ 0 w 15"/>
                <a:gd name="T19" fmla="*/ 56 h 20"/>
                <a:gd name="T20" fmla="*/ 16 w 15"/>
                <a:gd name="T21" fmla="*/ 40 h 20"/>
                <a:gd name="T22" fmla="*/ 24 w 15"/>
                <a:gd name="T23" fmla="*/ 32 h 20"/>
                <a:gd name="T24" fmla="*/ 64 w 15"/>
                <a:gd name="T25" fmla="*/ 8 h 20"/>
                <a:gd name="T26" fmla="*/ 96 w 15"/>
                <a:gd name="T27" fmla="*/ 32 h 20"/>
                <a:gd name="T28" fmla="*/ 112 w 15"/>
                <a:gd name="T29" fmla="*/ 88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20">
                  <a:moveTo>
                    <a:pt x="14" y="11"/>
                  </a:moveTo>
                  <a:cubicBezTo>
                    <a:pt x="15" y="12"/>
                    <a:pt x="14" y="16"/>
                    <a:pt x="14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0" y="18"/>
                    <a:pt x="10" y="20"/>
                    <a:pt x="8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6" y="16"/>
                    <a:pt x="5" y="17"/>
                    <a:pt x="5" y="17"/>
                  </a:cubicBezTo>
                  <a:cubicBezTo>
                    <a:pt x="4" y="17"/>
                    <a:pt x="4" y="16"/>
                    <a:pt x="3" y="14"/>
                  </a:cubicBezTo>
                  <a:cubicBezTo>
                    <a:pt x="3" y="13"/>
                    <a:pt x="3" y="13"/>
                    <a:pt x="2" y="12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0" y="6"/>
                    <a:pt x="1" y="6"/>
                    <a:pt x="2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4" y="2"/>
                    <a:pt x="6" y="0"/>
                    <a:pt x="8" y="1"/>
                  </a:cubicBezTo>
                  <a:cubicBezTo>
                    <a:pt x="9" y="1"/>
                    <a:pt x="11" y="2"/>
                    <a:pt x="12" y="4"/>
                  </a:cubicBezTo>
                  <a:cubicBezTo>
                    <a:pt x="13" y="6"/>
                    <a:pt x="13" y="10"/>
                    <a:pt x="14" y="11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5563">
              <a:extLst>
                <a:ext uri="{FF2B5EF4-FFF2-40B4-BE49-F238E27FC236}">
                  <a16:creationId xmlns:a16="http://schemas.microsoft.com/office/drawing/2014/main" id="{8E7446B1-11EE-47C7-8A31-53283E59D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117"/>
              <a:ext cx="6" cy="12"/>
            </a:xfrm>
            <a:custGeom>
              <a:avLst/>
              <a:gdLst>
                <a:gd name="T0" fmla="*/ 16 w 3"/>
                <a:gd name="T1" fmla="*/ 0 h 6"/>
                <a:gd name="T2" fmla="*/ 8 w 3"/>
                <a:gd name="T3" fmla="*/ 8 h 6"/>
                <a:gd name="T4" fmla="*/ 0 w 3"/>
                <a:gd name="T5" fmla="*/ 24 h 6"/>
                <a:gd name="T6" fmla="*/ 24 w 3"/>
                <a:gd name="T7" fmla="*/ 48 h 6"/>
                <a:gd name="T8" fmla="*/ 24 w 3"/>
                <a:gd name="T9" fmla="*/ 40 h 6"/>
                <a:gd name="T10" fmla="*/ 16 w 3"/>
                <a:gd name="T11" fmla="*/ 24 h 6"/>
                <a:gd name="T12" fmla="*/ 16 w 3"/>
                <a:gd name="T13" fmla="*/ 16 h 6"/>
                <a:gd name="T14" fmla="*/ 16 w 3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4"/>
                    <a:pt x="2" y="6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9" name="Freeform 5564">
              <a:extLst>
                <a:ext uri="{FF2B5EF4-FFF2-40B4-BE49-F238E27FC236}">
                  <a16:creationId xmlns:a16="http://schemas.microsoft.com/office/drawing/2014/main" id="{4BCBF21D-E8F4-437C-8EB6-208EF893A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131"/>
              <a:ext cx="6" cy="6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24 h 3"/>
                <a:gd name="T4" fmla="*/ 16 w 3"/>
                <a:gd name="T5" fmla="*/ 16 h 3"/>
                <a:gd name="T6" fmla="*/ 24 w 3"/>
                <a:gd name="T7" fmla="*/ 16 h 3"/>
                <a:gd name="T8" fmla="*/ 8 w 3"/>
                <a:gd name="T9" fmla="*/ 16 h 3"/>
                <a:gd name="T10" fmla="*/ 0 w 3"/>
                <a:gd name="T11" fmla="*/ 8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3"/>
                    <a:pt x="0" y="3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5565">
              <a:extLst>
                <a:ext uri="{FF2B5EF4-FFF2-40B4-BE49-F238E27FC236}">
                  <a16:creationId xmlns:a16="http://schemas.microsoft.com/office/drawing/2014/main" id="{BC2E63AE-A50A-4771-A70E-F7E414959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135"/>
              <a:ext cx="8" cy="8"/>
            </a:xfrm>
            <a:custGeom>
              <a:avLst/>
              <a:gdLst>
                <a:gd name="T0" fmla="*/ 16 w 4"/>
                <a:gd name="T1" fmla="*/ 8 h 4"/>
                <a:gd name="T2" fmla="*/ 0 w 4"/>
                <a:gd name="T3" fmla="*/ 8 h 4"/>
                <a:gd name="T4" fmla="*/ 16 w 4"/>
                <a:gd name="T5" fmla="*/ 24 h 4"/>
                <a:gd name="T6" fmla="*/ 32 w 4"/>
                <a:gd name="T7" fmla="*/ 16 h 4"/>
                <a:gd name="T8" fmla="*/ 16 w 4"/>
                <a:gd name="T9" fmla="*/ 16 h 4"/>
                <a:gd name="T10" fmla="*/ 16 w 4"/>
                <a:gd name="T11" fmla="*/ 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2" y="4"/>
                    <a:pt x="4" y="3"/>
                    <a:pt x="4" y="2"/>
                  </a:cubicBezTo>
                  <a:cubicBezTo>
                    <a:pt x="4" y="3"/>
                    <a:pt x="3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5566">
              <a:extLst>
                <a:ext uri="{FF2B5EF4-FFF2-40B4-BE49-F238E27FC236}">
                  <a16:creationId xmlns:a16="http://schemas.microsoft.com/office/drawing/2014/main" id="{31C30908-3A46-4737-A257-E314BFCC0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133"/>
              <a:ext cx="8" cy="8"/>
            </a:xfrm>
            <a:custGeom>
              <a:avLst/>
              <a:gdLst>
                <a:gd name="T0" fmla="*/ 32 w 4"/>
                <a:gd name="T1" fmla="*/ 0 h 4"/>
                <a:gd name="T2" fmla="*/ 24 w 4"/>
                <a:gd name="T3" fmla="*/ 24 h 4"/>
                <a:gd name="T4" fmla="*/ 16 w 4"/>
                <a:gd name="T5" fmla="*/ 24 h 4"/>
                <a:gd name="T6" fmla="*/ 0 w 4"/>
                <a:gd name="T7" fmla="*/ 32 h 4"/>
                <a:gd name="T8" fmla="*/ 24 w 4"/>
                <a:gd name="T9" fmla="*/ 16 h 4"/>
                <a:gd name="T10" fmla="*/ 32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1" y="3"/>
                    <a:pt x="1" y="4"/>
                    <a:pt x="0" y="4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2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5567">
              <a:extLst>
                <a:ext uri="{FF2B5EF4-FFF2-40B4-BE49-F238E27FC236}">
                  <a16:creationId xmlns:a16="http://schemas.microsoft.com/office/drawing/2014/main" id="{70B3E57B-027E-4046-AE33-74AFF59DD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113"/>
              <a:ext cx="2" cy="14"/>
            </a:xfrm>
            <a:custGeom>
              <a:avLst/>
              <a:gdLst>
                <a:gd name="T0" fmla="*/ 8 w 1"/>
                <a:gd name="T1" fmla="*/ 8 h 7"/>
                <a:gd name="T2" fmla="*/ 0 w 1"/>
                <a:gd name="T3" fmla="*/ 32 h 7"/>
                <a:gd name="T4" fmla="*/ 8 w 1"/>
                <a:gd name="T5" fmla="*/ 56 h 7"/>
                <a:gd name="T6" fmla="*/ 8 w 1"/>
                <a:gd name="T7" fmla="*/ 32 h 7"/>
                <a:gd name="T8" fmla="*/ 8 w 1"/>
                <a:gd name="T9" fmla="*/ 16 h 7"/>
                <a:gd name="T10" fmla="*/ 0 w 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7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1" y="6"/>
                    <a:pt x="1" y="5"/>
                    <a:pt x="1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5568">
              <a:extLst>
                <a:ext uri="{FF2B5EF4-FFF2-40B4-BE49-F238E27FC236}">
                  <a16:creationId xmlns:a16="http://schemas.microsoft.com/office/drawing/2014/main" id="{CDB0356E-DDF8-4AF4-B008-C1D0025B4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121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8 h 4"/>
                <a:gd name="T4" fmla="*/ 8 w 3"/>
                <a:gd name="T5" fmla="*/ 16 h 4"/>
                <a:gd name="T6" fmla="*/ 24 w 3"/>
                <a:gd name="T7" fmla="*/ 32 h 4"/>
                <a:gd name="T8" fmla="*/ 16 w 3"/>
                <a:gd name="T9" fmla="*/ 16 h 4"/>
                <a:gd name="T10" fmla="*/ 8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3"/>
                    <a:pt x="3" y="4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5569">
              <a:extLst>
                <a:ext uri="{FF2B5EF4-FFF2-40B4-BE49-F238E27FC236}">
                  <a16:creationId xmlns:a16="http://schemas.microsoft.com/office/drawing/2014/main" id="{AF55A8BE-FD9D-4894-BF6F-D23E4A75D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135"/>
              <a:ext cx="4" cy="6"/>
            </a:xfrm>
            <a:custGeom>
              <a:avLst/>
              <a:gdLst>
                <a:gd name="T0" fmla="*/ 16 w 2"/>
                <a:gd name="T1" fmla="*/ 8 h 3"/>
                <a:gd name="T2" fmla="*/ 0 w 2"/>
                <a:gd name="T3" fmla="*/ 8 h 3"/>
                <a:gd name="T4" fmla="*/ 16 w 2"/>
                <a:gd name="T5" fmla="*/ 24 h 3"/>
                <a:gd name="T6" fmla="*/ 16 w 2"/>
                <a:gd name="T7" fmla="*/ 8 h 3"/>
                <a:gd name="T8" fmla="*/ 16 w 2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2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5570">
              <a:extLst>
                <a:ext uri="{FF2B5EF4-FFF2-40B4-BE49-F238E27FC236}">
                  <a16:creationId xmlns:a16="http://schemas.microsoft.com/office/drawing/2014/main" id="{ABEFBA92-D7E3-404F-8760-CA074A74F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107"/>
              <a:ext cx="12" cy="6"/>
            </a:xfrm>
            <a:custGeom>
              <a:avLst/>
              <a:gdLst>
                <a:gd name="T0" fmla="*/ 48 w 6"/>
                <a:gd name="T1" fmla="*/ 8 h 3"/>
                <a:gd name="T2" fmla="*/ 16 w 6"/>
                <a:gd name="T3" fmla="*/ 8 h 3"/>
                <a:gd name="T4" fmla="*/ 0 w 6"/>
                <a:gd name="T5" fmla="*/ 24 h 3"/>
                <a:gd name="T6" fmla="*/ 24 w 6"/>
                <a:gd name="T7" fmla="*/ 8 h 3"/>
                <a:gd name="T8" fmla="*/ 40 w 6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4" y="1"/>
                    <a:pt x="4" y="0"/>
                    <a:pt x="2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4" y="1"/>
                    <a:pt x="5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5571">
              <a:extLst>
                <a:ext uri="{FF2B5EF4-FFF2-40B4-BE49-F238E27FC236}">
                  <a16:creationId xmlns:a16="http://schemas.microsoft.com/office/drawing/2014/main" id="{01125529-6F9F-49A2-ABBF-DD448DD8A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115"/>
              <a:ext cx="6" cy="12"/>
            </a:xfrm>
            <a:custGeom>
              <a:avLst/>
              <a:gdLst>
                <a:gd name="T0" fmla="*/ 16 w 3"/>
                <a:gd name="T1" fmla="*/ 0 h 6"/>
                <a:gd name="T2" fmla="*/ 8 w 3"/>
                <a:gd name="T3" fmla="*/ 24 h 6"/>
                <a:gd name="T4" fmla="*/ 24 w 3"/>
                <a:gd name="T5" fmla="*/ 48 h 6"/>
                <a:gd name="T6" fmla="*/ 8 w 3"/>
                <a:gd name="T7" fmla="*/ 24 h 6"/>
                <a:gd name="T8" fmla="*/ 16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2" y="5"/>
                    <a:pt x="0" y="5"/>
                    <a:pt x="1" y="3"/>
                  </a:cubicBez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5572">
              <a:extLst>
                <a:ext uri="{FF2B5EF4-FFF2-40B4-BE49-F238E27FC236}">
                  <a16:creationId xmlns:a16="http://schemas.microsoft.com/office/drawing/2014/main" id="{DF38129C-D134-4A6E-8DBF-1B11651A9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105"/>
              <a:ext cx="30" cy="40"/>
            </a:xfrm>
            <a:custGeom>
              <a:avLst/>
              <a:gdLst>
                <a:gd name="T0" fmla="*/ 112 w 15"/>
                <a:gd name="T1" fmla="*/ 88 h 20"/>
                <a:gd name="T2" fmla="*/ 112 w 15"/>
                <a:gd name="T3" fmla="*/ 136 h 20"/>
                <a:gd name="T4" fmla="*/ 104 w 15"/>
                <a:gd name="T5" fmla="*/ 144 h 20"/>
                <a:gd name="T6" fmla="*/ 96 w 15"/>
                <a:gd name="T7" fmla="*/ 144 h 20"/>
                <a:gd name="T8" fmla="*/ 64 w 15"/>
                <a:gd name="T9" fmla="*/ 144 h 20"/>
                <a:gd name="T10" fmla="*/ 56 w 15"/>
                <a:gd name="T11" fmla="*/ 128 h 20"/>
                <a:gd name="T12" fmla="*/ 40 w 15"/>
                <a:gd name="T13" fmla="*/ 136 h 20"/>
                <a:gd name="T14" fmla="*/ 24 w 15"/>
                <a:gd name="T15" fmla="*/ 112 h 20"/>
                <a:gd name="T16" fmla="*/ 16 w 15"/>
                <a:gd name="T17" fmla="*/ 96 h 20"/>
                <a:gd name="T18" fmla="*/ 0 w 15"/>
                <a:gd name="T19" fmla="*/ 56 h 20"/>
                <a:gd name="T20" fmla="*/ 16 w 15"/>
                <a:gd name="T21" fmla="*/ 40 h 20"/>
                <a:gd name="T22" fmla="*/ 24 w 15"/>
                <a:gd name="T23" fmla="*/ 32 h 20"/>
                <a:gd name="T24" fmla="*/ 64 w 15"/>
                <a:gd name="T25" fmla="*/ 8 h 20"/>
                <a:gd name="T26" fmla="*/ 96 w 15"/>
                <a:gd name="T27" fmla="*/ 32 h 20"/>
                <a:gd name="T28" fmla="*/ 112 w 15"/>
                <a:gd name="T29" fmla="*/ 88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20">
                  <a:moveTo>
                    <a:pt x="14" y="11"/>
                  </a:moveTo>
                  <a:cubicBezTo>
                    <a:pt x="15" y="12"/>
                    <a:pt x="14" y="16"/>
                    <a:pt x="14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0" y="18"/>
                    <a:pt x="10" y="20"/>
                    <a:pt x="8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6" y="16"/>
                    <a:pt x="5" y="17"/>
                    <a:pt x="5" y="17"/>
                  </a:cubicBezTo>
                  <a:cubicBezTo>
                    <a:pt x="4" y="17"/>
                    <a:pt x="4" y="16"/>
                    <a:pt x="3" y="14"/>
                  </a:cubicBezTo>
                  <a:cubicBezTo>
                    <a:pt x="3" y="13"/>
                    <a:pt x="3" y="13"/>
                    <a:pt x="2" y="12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0" y="6"/>
                    <a:pt x="1" y="6"/>
                    <a:pt x="2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4" y="2"/>
                    <a:pt x="6" y="0"/>
                    <a:pt x="8" y="1"/>
                  </a:cubicBezTo>
                  <a:cubicBezTo>
                    <a:pt x="9" y="1"/>
                    <a:pt x="11" y="2"/>
                    <a:pt x="12" y="4"/>
                  </a:cubicBezTo>
                  <a:cubicBezTo>
                    <a:pt x="13" y="6"/>
                    <a:pt x="13" y="10"/>
                    <a:pt x="14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5573">
              <a:extLst>
                <a:ext uri="{FF2B5EF4-FFF2-40B4-BE49-F238E27FC236}">
                  <a16:creationId xmlns:a16="http://schemas.microsoft.com/office/drawing/2014/main" id="{3B7A13E3-D992-438C-82ED-46580EDC1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135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5574">
              <a:extLst>
                <a:ext uri="{FF2B5EF4-FFF2-40B4-BE49-F238E27FC236}">
                  <a16:creationId xmlns:a16="http://schemas.microsoft.com/office/drawing/2014/main" id="{45284768-D3F7-44FA-8EF1-AE964A54D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113"/>
              <a:ext cx="4" cy="16"/>
            </a:xfrm>
            <a:custGeom>
              <a:avLst/>
              <a:gdLst>
                <a:gd name="T0" fmla="*/ 16 w 2"/>
                <a:gd name="T1" fmla="*/ 64 h 8"/>
                <a:gd name="T2" fmla="*/ 0 w 2"/>
                <a:gd name="T3" fmla="*/ 32 h 8"/>
                <a:gd name="T4" fmla="*/ 0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6"/>
                    <a:pt x="0" y="6"/>
                    <a:pt x="0" y="4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5575">
              <a:extLst>
                <a:ext uri="{FF2B5EF4-FFF2-40B4-BE49-F238E27FC236}">
                  <a16:creationId xmlns:a16="http://schemas.microsoft.com/office/drawing/2014/main" id="{990B89CB-13D7-41F3-8A55-F27AE8174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127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5576">
              <a:extLst>
                <a:ext uri="{FF2B5EF4-FFF2-40B4-BE49-F238E27FC236}">
                  <a16:creationId xmlns:a16="http://schemas.microsoft.com/office/drawing/2014/main" id="{20D0E224-292D-4898-9B66-00E6EEB2A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183"/>
              <a:ext cx="30" cy="38"/>
            </a:xfrm>
            <a:custGeom>
              <a:avLst/>
              <a:gdLst>
                <a:gd name="T0" fmla="*/ 112 w 15"/>
                <a:gd name="T1" fmla="*/ 80 h 19"/>
                <a:gd name="T2" fmla="*/ 112 w 15"/>
                <a:gd name="T3" fmla="*/ 128 h 19"/>
                <a:gd name="T4" fmla="*/ 104 w 15"/>
                <a:gd name="T5" fmla="*/ 136 h 19"/>
                <a:gd name="T6" fmla="*/ 96 w 15"/>
                <a:gd name="T7" fmla="*/ 136 h 19"/>
                <a:gd name="T8" fmla="*/ 64 w 15"/>
                <a:gd name="T9" fmla="*/ 136 h 19"/>
                <a:gd name="T10" fmla="*/ 56 w 15"/>
                <a:gd name="T11" fmla="*/ 120 h 19"/>
                <a:gd name="T12" fmla="*/ 40 w 15"/>
                <a:gd name="T13" fmla="*/ 128 h 19"/>
                <a:gd name="T14" fmla="*/ 24 w 15"/>
                <a:gd name="T15" fmla="*/ 104 h 19"/>
                <a:gd name="T16" fmla="*/ 16 w 15"/>
                <a:gd name="T17" fmla="*/ 88 h 19"/>
                <a:gd name="T18" fmla="*/ 0 w 15"/>
                <a:gd name="T19" fmla="*/ 48 h 19"/>
                <a:gd name="T20" fmla="*/ 16 w 15"/>
                <a:gd name="T21" fmla="*/ 40 h 19"/>
                <a:gd name="T22" fmla="*/ 24 w 15"/>
                <a:gd name="T23" fmla="*/ 24 h 19"/>
                <a:gd name="T24" fmla="*/ 64 w 15"/>
                <a:gd name="T25" fmla="*/ 0 h 19"/>
                <a:gd name="T26" fmla="*/ 96 w 15"/>
                <a:gd name="T27" fmla="*/ 24 h 19"/>
                <a:gd name="T28" fmla="*/ 112 w 15"/>
                <a:gd name="T29" fmla="*/ 80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19">
                  <a:moveTo>
                    <a:pt x="14" y="10"/>
                  </a:moveTo>
                  <a:cubicBezTo>
                    <a:pt x="15" y="12"/>
                    <a:pt x="14" y="15"/>
                    <a:pt x="14" y="16"/>
                  </a:cubicBezTo>
                  <a:cubicBezTo>
                    <a:pt x="13" y="16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0" y="17"/>
                    <a:pt x="9" y="19"/>
                    <a:pt x="8" y="17"/>
                  </a:cubicBezTo>
                  <a:cubicBezTo>
                    <a:pt x="7" y="16"/>
                    <a:pt x="7" y="15"/>
                    <a:pt x="7" y="15"/>
                  </a:cubicBezTo>
                  <a:cubicBezTo>
                    <a:pt x="6" y="15"/>
                    <a:pt x="5" y="16"/>
                    <a:pt x="5" y="16"/>
                  </a:cubicBezTo>
                  <a:cubicBezTo>
                    <a:pt x="4" y="16"/>
                    <a:pt x="4" y="15"/>
                    <a:pt x="3" y="13"/>
                  </a:cubicBezTo>
                  <a:cubicBezTo>
                    <a:pt x="3" y="12"/>
                    <a:pt x="3" y="12"/>
                    <a:pt x="2" y="11"/>
                  </a:cubicBezTo>
                  <a:cubicBezTo>
                    <a:pt x="1" y="10"/>
                    <a:pt x="0" y="8"/>
                    <a:pt x="0" y="6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9" y="0"/>
                    <a:pt x="11" y="1"/>
                    <a:pt x="12" y="3"/>
                  </a:cubicBezTo>
                  <a:cubicBezTo>
                    <a:pt x="13" y="5"/>
                    <a:pt x="13" y="9"/>
                    <a:pt x="14" y="10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5577">
              <a:extLst>
                <a:ext uri="{FF2B5EF4-FFF2-40B4-BE49-F238E27FC236}">
                  <a16:creationId xmlns:a16="http://schemas.microsoft.com/office/drawing/2014/main" id="{19F6A9F0-3374-4745-90CE-534E5FE97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193"/>
              <a:ext cx="6" cy="14"/>
            </a:xfrm>
            <a:custGeom>
              <a:avLst/>
              <a:gdLst>
                <a:gd name="T0" fmla="*/ 16 w 3"/>
                <a:gd name="T1" fmla="*/ 0 h 7"/>
                <a:gd name="T2" fmla="*/ 0 w 3"/>
                <a:gd name="T3" fmla="*/ 8 h 7"/>
                <a:gd name="T4" fmla="*/ 0 w 3"/>
                <a:gd name="T5" fmla="*/ 24 h 7"/>
                <a:gd name="T6" fmla="*/ 24 w 3"/>
                <a:gd name="T7" fmla="*/ 56 h 7"/>
                <a:gd name="T8" fmla="*/ 16 w 3"/>
                <a:gd name="T9" fmla="*/ 40 h 7"/>
                <a:gd name="T10" fmla="*/ 16 w 3"/>
                <a:gd name="T11" fmla="*/ 24 h 7"/>
                <a:gd name="T12" fmla="*/ 8 w 3"/>
                <a:gd name="T13" fmla="*/ 16 h 7"/>
                <a:gd name="T14" fmla="*/ 16 w 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4"/>
                    <a:pt x="2" y="6"/>
                    <a:pt x="3" y="7"/>
                  </a:cubicBezTo>
                  <a:cubicBezTo>
                    <a:pt x="3" y="6"/>
                    <a:pt x="3" y="6"/>
                    <a:pt x="2" y="5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5578">
              <a:extLst>
                <a:ext uri="{FF2B5EF4-FFF2-40B4-BE49-F238E27FC236}">
                  <a16:creationId xmlns:a16="http://schemas.microsoft.com/office/drawing/2014/main" id="{099541E3-CF61-438D-BE65-93BD502B2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207"/>
              <a:ext cx="8" cy="6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24 h 3"/>
                <a:gd name="T4" fmla="*/ 16 w 4"/>
                <a:gd name="T5" fmla="*/ 16 h 3"/>
                <a:gd name="T6" fmla="*/ 32 w 4"/>
                <a:gd name="T7" fmla="*/ 16 h 3"/>
                <a:gd name="T8" fmla="*/ 16 w 4"/>
                <a:gd name="T9" fmla="*/ 16 h 3"/>
                <a:gd name="T10" fmla="*/ 8 w 4"/>
                <a:gd name="T11" fmla="*/ 8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1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5579">
              <a:extLst>
                <a:ext uri="{FF2B5EF4-FFF2-40B4-BE49-F238E27FC236}">
                  <a16:creationId xmlns:a16="http://schemas.microsoft.com/office/drawing/2014/main" id="{6240585C-0B2F-4C7C-A8C1-111E4F69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211"/>
              <a:ext cx="8" cy="8"/>
            </a:xfrm>
            <a:custGeom>
              <a:avLst/>
              <a:gdLst>
                <a:gd name="T0" fmla="*/ 16 w 4"/>
                <a:gd name="T1" fmla="*/ 8 h 4"/>
                <a:gd name="T2" fmla="*/ 0 w 4"/>
                <a:gd name="T3" fmla="*/ 8 h 4"/>
                <a:gd name="T4" fmla="*/ 16 w 4"/>
                <a:gd name="T5" fmla="*/ 24 h 4"/>
                <a:gd name="T6" fmla="*/ 32 w 4"/>
                <a:gd name="T7" fmla="*/ 16 h 4"/>
                <a:gd name="T8" fmla="*/ 16 w 4"/>
                <a:gd name="T9" fmla="*/ 16 h 4"/>
                <a:gd name="T10" fmla="*/ 16 w 4"/>
                <a:gd name="T11" fmla="*/ 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1" y="1"/>
                    <a:pt x="1" y="3"/>
                    <a:pt x="2" y="3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3" y="3"/>
                    <a:pt x="3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5580">
              <a:extLst>
                <a:ext uri="{FF2B5EF4-FFF2-40B4-BE49-F238E27FC236}">
                  <a16:creationId xmlns:a16="http://schemas.microsoft.com/office/drawing/2014/main" id="{F5B7E7B3-04BC-403F-ACFF-89D081826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209"/>
              <a:ext cx="8" cy="8"/>
            </a:xfrm>
            <a:custGeom>
              <a:avLst/>
              <a:gdLst>
                <a:gd name="T0" fmla="*/ 32 w 4"/>
                <a:gd name="T1" fmla="*/ 0 h 4"/>
                <a:gd name="T2" fmla="*/ 24 w 4"/>
                <a:gd name="T3" fmla="*/ 24 h 4"/>
                <a:gd name="T4" fmla="*/ 16 w 4"/>
                <a:gd name="T5" fmla="*/ 24 h 4"/>
                <a:gd name="T6" fmla="*/ 0 w 4"/>
                <a:gd name="T7" fmla="*/ 32 h 4"/>
                <a:gd name="T8" fmla="*/ 24 w 4"/>
                <a:gd name="T9" fmla="*/ 16 h 4"/>
                <a:gd name="T10" fmla="*/ 32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3" y="3"/>
                    <a:pt x="3" y="3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1" y="3"/>
                    <a:pt x="1" y="4"/>
                    <a:pt x="0" y="4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2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5581">
              <a:extLst>
                <a:ext uri="{FF2B5EF4-FFF2-40B4-BE49-F238E27FC236}">
                  <a16:creationId xmlns:a16="http://schemas.microsoft.com/office/drawing/2014/main" id="{BD124A2A-5195-41B1-B750-CB2BC0879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189"/>
              <a:ext cx="2" cy="14"/>
            </a:xfrm>
            <a:custGeom>
              <a:avLst/>
              <a:gdLst>
                <a:gd name="T0" fmla="*/ 0 w 1"/>
                <a:gd name="T1" fmla="*/ 8 h 7"/>
                <a:gd name="T2" fmla="*/ 0 w 1"/>
                <a:gd name="T3" fmla="*/ 32 h 7"/>
                <a:gd name="T4" fmla="*/ 8 w 1"/>
                <a:gd name="T5" fmla="*/ 56 h 7"/>
                <a:gd name="T6" fmla="*/ 8 w 1"/>
                <a:gd name="T7" fmla="*/ 32 h 7"/>
                <a:gd name="T8" fmla="*/ 8 w 1"/>
                <a:gd name="T9" fmla="*/ 16 h 7"/>
                <a:gd name="T10" fmla="*/ 0 w 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7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5582">
              <a:extLst>
                <a:ext uri="{FF2B5EF4-FFF2-40B4-BE49-F238E27FC236}">
                  <a16:creationId xmlns:a16="http://schemas.microsoft.com/office/drawing/2014/main" id="{4093B50F-B92E-4420-979A-640F77A3E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197"/>
              <a:ext cx="6" cy="8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8 h 4"/>
                <a:gd name="T4" fmla="*/ 8 w 3"/>
                <a:gd name="T5" fmla="*/ 16 h 4"/>
                <a:gd name="T6" fmla="*/ 16 w 3"/>
                <a:gd name="T7" fmla="*/ 32 h 4"/>
                <a:gd name="T8" fmla="*/ 16 w 3"/>
                <a:gd name="T9" fmla="*/ 16 h 4"/>
                <a:gd name="T10" fmla="*/ 8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Freeform 5583">
              <a:extLst>
                <a:ext uri="{FF2B5EF4-FFF2-40B4-BE49-F238E27FC236}">
                  <a16:creationId xmlns:a16="http://schemas.microsoft.com/office/drawing/2014/main" id="{0DCB52A4-8139-493E-A56A-9407B7059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211"/>
              <a:ext cx="4" cy="6"/>
            </a:xfrm>
            <a:custGeom>
              <a:avLst/>
              <a:gdLst>
                <a:gd name="T0" fmla="*/ 16 w 2"/>
                <a:gd name="T1" fmla="*/ 8 h 3"/>
                <a:gd name="T2" fmla="*/ 0 w 2"/>
                <a:gd name="T3" fmla="*/ 8 h 3"/>
                <a:gd name="T4" fmla="*/ 16 w 2"/>
                <a:gd name="T5" fmla="*/ 24 h 3"/>
                <a:gd name="T6" fmla="*/ 8 w 2"/>
                <a:gd name="T7" fmla="*/ 8 h 3"/>
                <a:gd name="T8" fmla="*/ 8 w 2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9" name="Freeform 5584">
              <a:extLst>
                <a:ext uri="{FF2B5EF4-FFF2-40B4-BE49-F238E27FC236}">
                  <a16:creationId xmlns:a16="http://schemas.microsoft.com/office/drawing/2014/main" id="{7C1465CD-36B1-4AF5-AB13-6F25ADD3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183"/>
              <a:ext cx="10" cy="6"/>
            </a:xfrm>
            <a:custGeom>
              <a:avLst/>
              <a:gdLst>
                <a:gd name="T0" fmla="*/ 40 w 5"/>
                <a:gd name="T1" fmla="*/ 8 h 3"/>
                <a:gd name="T2" fmla="*/ 16 w 5"/>
                <a:gd name="T3" fmla="*/ 8 h 3"/>
                <a:gd name="T4" fmla="*/ 0 w 5"/>
                <a:gd name="T5" fmla="*/ 24 h 3"/>
                <a:gd name="T6" fmla="*/ 24 w 5"/>
                <a:gd name="T7" fmla="*/ 8 h 3"/>
                <a:gd name="T8" fmla="*/ 40 w 5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1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5585">
              <a:extLst>
                <a:ext uri="{FF2B5EF4-FFF2-40B4-BE49-F238E27FC236}">
                  <a16:creationId xmlns:a16="http://schemas.microsoft.com/office/drawing/2014/main" id="{BF5A69DA-7C49-4EC6-9197-47AEA8AAE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191"/>
              <a:ext cx="4" cy="12"/>
            </a:xfrm>
            <a:custGeom>
              <a:avLst/>
              <a:gdLst>
                <a:gd name="T0" fmla="*/ 16 w 2"/>
                <a:gd name="T1" fmla="*/ 0 h 6"/>
                <a:gd name="T2" fmla="*/ 8 w 2"/>
                <a:gd name="T3" fmla="*/ 24 h 6"/>
                <a:gd name="T4" fmla="*/ 16 w 2"/>
                <a:gd name="T5" fmla="*/ 48 h 6"/>
                <a:gd name="T6" fmla="*/ 0 w 2"/>
                <a:gd name="T7" fmla="*/ 24 h 6"/>
                <a:gd name="T8" fmla="*/ 8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4"/>
                    <a:pt x="2" y="5"/>
                    <a:pt x="2" y="6"/>
                  </a:cubicBezTo>
                  <a:cubicBezTo>
                    <a:pt x="2" y="5"/>
                    <a:pt x="0" y="5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5586">
              <a:extLst>
                <a:ext uri="{FF2B5EF4-FFF2-40B4-BE49-F238E27FC236}">
                  <a16:creationId xmlns:a16="http://schemas.microsoft.com/office/drawing/2014/main" id="{88E50A16-3523-48BE-8F83-20A80BB5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183"/>
              <a:ext cx="30" cy="38"/>
            </a:xfrm>
            <a:custGeom>
              <a:avLst/>
              <a:gdLst>
                <a:gd name="T0" fmla="*/ 112 w 15"/>
                <a:gd name="T1" fmla="*/ 80 h 19"/>
                <a:gd name="T2" fmla="*/ 112 w 15"/>
                <a:gd name="T3" fmla="*/ 128 h 19"/>
                <a:gd name="T4" fmla="*/ 104 w 15"/>
                <a:gd name="T5" fmla="*/ 136 h 19"/>
                <a:gd name="T6" fmla="*/ 96 w 15"/>
                <a:gd name="T7" fmla="*/ 136 h 19"/>
                <a:gd name="T8" fmla="*/ 64 w 15"/>
                <a:gd name="T9" fmla="*/ 136 h 19"/>
                <a:gd name="T10" fmla="*/ 56 w 15"/>
                <a:gd name="T11" fmla="*/ 120 h 19"/>
                <a:gd name="T12" fmla="*/ 40 w 15"/>
                <a:gd name="T13" fmla="*/ 128 h 19"/>
                <a:gd name="T14" fmla="*/ 24 w 15"/>
                <a:gd name="T15" fmla="*/ 104 h 19"/>
                <a:gd name="T16" fmla="*/ 16 w 15"/>
                <a:gd name="T17" fmla="*/ 88 h 19"/>
                <a:gd name="T18" fmla="*/ 0 w 15"/>
                <a:gd name="T19" fmla="*/ 48 h 19"/>
                <a:gd name="T20" fmla="*/ 16 w 15"/>
                <a:gd name="T21" fmla="*/ 40 h 19"/>
                <a:gd name="T22" fmla="*/ 24 w 15"/>
                <a:gd name="T23" fmla="*/ 24 h 19"/>
                <a:gd name="T24" fmla="*/ 64 w 15"/>
                <a:gd name="T25" fmla="*/ 0 h 19"/>
                <a:gd name="T26" fmla="*/ 96 w 15"/>
                <a:gd name="T27" fmla="*/ 24 h 19"/>
                <a:gd name="T28" fmla="*/ 112 w 15"/>
                <a:gd name="T29" fmla="*/ 80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19">
                  <a:moveTo>
                    <a:pt x="14" y="10"/>
                  </a:moveTo>
                  <a:cubicBezTo>
                    <a:pt x="15" y="12"/>
                    <a:pt x="14" y="15"/>
                    <a:pt x="14" y="16"/>
                  </a:cubicBezTo>
                  <a:cubicBezTo>
                    <a:pt x="13" y="16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0" y="17"/>
                    <a:pt x="9" y="19"/>
                    <a:pt x="8" y="17"/>
                  </a:cubicBezTo>
                  <a:cubicBezTo>
                    <a:pt x="7" y="16"/>
                    <a:pt x="7" y="15"/>
                    <a:pt x="7" y="15"/>
                  </a:cubicBezTo>
                  <a:cubicBezTo>
                    <a:pt x="6" y="15"/>
                    <a:pt x="5" y="16"/>
                    <a:pt x="5" y="16"/>
                  </a:cubicBezTo>
                  <a:cubicBezTo>
                    <a:pt x="4" y="16"/>
                    <a:pt x="4" y="15"/>
                    <a:pt x="3" y="13"/>
                  </a:cubicBezTo>
                  <a:cubicBezTo>
                    <a:pt x="3" y="12"/>
                    <a:pt x="3" y="12"/>
                    <a:pt x="2" y="11"/>
                  </a:cubicBezTo>
                  <a:cubicBezTo>
                    <a:pt x="1" y="10"/>
                    <a:pt x="0" y="8"/>
                    <a:pt x="0" y="6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9" y="0"/>
                    <a:pt x="11" y="1"/>
                    <a:pt x="12" y="3"/>
                  </a:cubicBezTo>
                  <a:cubicBezTo>
                    <a:pt x="13" y="5"/>
                    <a:pt x="13" y="9"/>
                    <a:pt x="14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2" name="Freeform 5587">
              <a:extLst>
                <a:ext uri="{FF2B5EF4-FFF2-40B4-BE49-F238E27FC236}">
                  <a16:creationId xmlns:a16="http://schemas.microsoft.com/office/drawing/2014/main" id="{A622BC7F-8848-4FBE-A8AF-A313AA1F3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211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5588">
              <a:extLst>
                <a:ext uri="{FF2B5EF4-FFF2-40B4-BE49-F238E27FC236}">
                  <a16:creationId xmlns:a16="http://schemas.microsoft.com/office/drawing/2014/main" id="{83E599A0-2F89-4439-BF7F-9A76EAF82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189"/>
              <a:ext cx="4" cy="16"/>
            </a:xfrm>
            <a:custGeom>
              <a:avLst/>
              <a:gdLst>
                <a:gd name="T0" fmla="*/ 16 w 2"/>
                <a:gd name="T1" fmla="*/ 64 h 8"/>
                <a:gd name="T2" fmla="*/ 0 w 2"/>
                <a:gd name="T3" fmla="*/ 32 h 8"/>
                <a:gd name="T4" fmla="*/ 0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6"/>
                    <a:pt x="0" y="6"/>
                    <a:pt x="0" y="4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5589">
              <a:extLst>
                <a:ext uri="{FF2B5EF4-FFF2-40B4-BE49-F238E27FC236}">
                  <a16:creationId xmlns:a16="http://schemas.microsoft.com/office/drawing/2014/main" id="{F36CF332-BD0C-42A4-8869-62F1049B3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203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5590">
              <a:extLst>
                <a:ext uri="{FF2B5EF4-FFF2-40B4-BE49-F238E27FC236}">
                  <a16:creationId xmlns:a16="http://schemas.microsoft.com/office/drawing/2014/main" id="{08D9BBBF-C8E8-4E78-9F64-B53C0A456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103"/>
              <a:ext cx="60" cy="52"/>
            </a:xfrm>
            <a:custGeom>
              <a:avLst/>
              <a:gdLst>
                <a:gd name="T0" fmla="*/ 160 w 30"/>
                <a:gd name="T1" fmla="*/ 24 h 26"/>
                <a:gd name="T2" fmla="*/ 80 w 30"/>
                <a:gd name="T3" fmla="*/ 8 h 26"/>
                <a:gd name="T4" fmla="*/ 24 w 30"/>
                <a:gd name="T5" fmla="*/ 48 h 26"/>
                <a:gd name="T6" fmla="*/ 112 w 30"/>
                <a:gd name="T7" fmla="*/ 192 h 26"/>
                <a:gd name="T8" fmla="*/ 232 w 30"/>
                <a:gd name="T9" fmla="*/ 120 h 26"/>
                <a:gd name="T10" fmla="*/ 160 w 30"/>
                <a:gd name="T11" fmla="*/ 2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6">
                  <a:moveTo>
                    <a:pt x="20" y="3"/>
                  </a:moveTo>
                  <a:cubicBezTo>
                    <a:pt x="17" y="1"/>
                    <a:pt x="14" y="0"/>
                    <a:pt x="10" y="1"/>
                  </a:cubicBezTo>
                  <a:cubicBezTo>
                    <a:pt x="7" y="1"/>
                    <a:pt x="4" y="3"/>
                    <a:pt x="3" y="6"/>
                  </a:cubicBezTo>
                  <a:cubicBezTo>
                    <a:pt x="0" y="13"/>
                    <a:pt x="5" y="22"/>
                    <a:pt x="14" y="24"/>
                  </a:cubicBezTo>
                  <a:cubicBezTo>
                    <a:pt x="23" y="26"/>
                    <a:pt x="30" y="20"/>
                    <a:pt x="29" y="15"/>
                  </a:cubicBezTo>
                  <a:cubicBezTo>
                    <a:pt x="28" y="9"/>
                    <a:pt x="26" y="7"/>
                    <a:pt x="20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6" name="Freeform 5591">
              <a:extLst>
                <a:ext uri="{FF2B5EF4-FFF2-40B4-BE49-F238E27FC236}">
                  <a16:creationId xmlns:a16="http://schemas.microsoft.com/office/drawing/2014/main" id="{639D7E6B-4516-4A21-A87E-F68E8F1B0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103"/>
              <a:ext cx="60" cy="52"/>
            </a:xfrm>
            <a:custGeom>
              <a:avLst/>
              <a:gdLst>
                <a:gd name="T0" fmla="*/ 160 w 30"/>
                <a:gd name="T1" fmla="*/ 24 h 26"/>
                <a:gd name="T2" fmla="*/ 80 w 30"/>
                <a:gd name="T3" fmla="*/ 8 h 26"/>
                <a:gd name="T4" fmla="*/ 24 w 30"/>
                <a:gd name="T5" fmla="*/ 48 h 26"/>
                <a:gd name="T6" fmla="*/ 112 w 30"/>
                <a:gd name="T7" fmla="*/ 192 h 26"/>
                <a:gd name="T8" fmla="*/ 232 w 30"/>
                <a:gd name="T9" fmla="*/ 120 h 26"/>
                <a:gd name="T10" fmla="*/ 160 w 30"/>
                <a:gd name="T11" fmla="*/ 2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6">
                  <a:moveTo>
                    <a:pt x="20" y="3"/>
                  </a:moveTo>
                  <a:cubicBezTo>
                    <a:pt x="17" y="1"/>
                    <a:pt x="14" y="0"/>
                    <a:pt x="10" y="1"/>
                  </a:cubicBezTo>
                  <a:cubicBezTo>
                    <a:pt x="7" y="1"/>
                    <a:pt x="4" y="3"/>
                    <a:pt x="3" y="6"/>
                  </a:cubicBezTo>
                  <a:cubicBezTo>
                    <a:pt x="0" y="13"/>
                    <a:pt x="5" y="22"/>
                    <a:pt x="14" y="24"/>
                  </a:cubicBezTo>
                  <a:cubicBezTo>
                    <a:pt x="23" y="26"/>
                    <a:pt x="30" y="20"/>
                    <a:pt x="29" y="15"/>
                  </a:cubicBezTo>
                  <a:cubicBezTo>
                    <a:pt x="28" y="9"/>
                    <a:pt x="26" y="7"/>
                    <a:pt x="20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5592">
              <a:extLst>
                <a:ext uri="{FF2B5EF4-FFF2-40B4-BE49-F238E27FC236}">
                  <a16:creationId xmlns:a16="http://schemas.microsoft.com/office/drawing/2014/main" id="{4B74FE9C-BA4C-4E67-A096-0E6E363D0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115"/>
              <a:ext cx="32" cy="26"/>
            </a:xfrm>
            <a:custGeom>
              <a:avLst/>
              <a:gdLst>
                <a:gd name="T0" fmla="*/ 112 w 16"/>
                <a:gd name="T1" fmla="*/ 40 h 13"/>
                <a:gd name="T2" fmla="*/ 112 w 16"/>
                <a:gd name="T3" fmla="*/ 88 h 13"/>
                <a:gd name="T4" fmla="*/ 32 w 16"/>
                <a:gd name="T5" fmla="*/ 80 h 13"/>
                <a:gd name="T6" fmla="*/ 0 w 16"/>
                <a:gd name="T7" fmla="*/ 32 h 13"/>
                <a:gd name="T8" fmla="*/ 24 w 16"/>
                <a:gd name="T9" fmla="*/ 0 h 13"/>
                <a:gd name="T10" fmla="*/ 0 w 16"/>
                <a:gd name="T11" fmla="*/ 32 h 13"/>
                <a:gd name="T12" fmla="*/ 32 w 16"/>
                <a:gd name="T13" fmla="*/ 80 h 13"/>
                <a:gd name="T14" fmla="*/ 112 w 16"/>
                <a:gd name="T15" fmla="*/ 88 h 13"/>
                <a:gd name="T16" fmla="*/ 112 w 16"/>
                <a:gd name="T17" fmla="*/ 4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3">
                  <a:moveTo>
                    <a:pt x="14" y="5"/>
                  </a:moveTo>
                  <a:cubicBezTo>
                    <a:pt x="16" y="8"/>
                    <a:pt x="15" y="10"/>
                    <a:pt x="14" y="11"/>
                  </a:cubicBezTo>
                  <a:cubicBezTo>
                    <a:pt x="12" y="13"/>
                    <a:pt x="8" y="13"/>
                    <a:pt x="4" y="10"/>
                  </a:cubicBezTo>
                  <a:cubicBezTo>
                    <a:pt x="1" y="8"/>
                    <a:pt x="0" y="5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"/>
                    <a:pt x="0" y="8"/>
                    <a:pt x="4" y="10"/>
                  </a:cubicBezTo>
                  <a:cubicBezTo>
                    <a:pt x="8" y="13"/>
                    <a:pt x="12" y="13"/>
                    <a:pt x="14" y="11"/>
                  </a:cubicBezTo>
                  <a:cubicBezTo>
                    <a:pt x="15" y="10"/>
                    <a:pt x="16" y="8"/>
                    <a:pt x="14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5593">
              <a:extLst>
                <a:ext uri="{FF2B5EF4-FFF2-40B4-BE49-F238E27FC236}">
                  <a16:creationId xmlns:a16="http://schemas.microsoft.com/office/drawing/2014/main" id="{EFC3BDD8-CBDD-4D5D-9533-EA8045F58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53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8 h 23"/>
                <a:gd name="T6" fmla="*/ 48 w 22"/>
                <a:gd name="T7" fmla="*/ 144 h 23"/>
                <a:gd name="T8" fmla="*/ 160 w 22"/>
                <a:gd name="T9" fmla="*/ 136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5594">
              <a:extLst>
                <a:ext uri="{FF2B5EF4-FFF2-40B4-BE49-F238E27FC236}">
                  <a16:creationId xmlns:a16="http://schemas.microsoft.com/office/drawing/2014/main" id="{23BA410E-B65B-4308-8460-7D99EB2A4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53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8 h 23"/>
                <a:gd name="T6" fmla="*/ 48 w 22"/>
                <a:gd name="T7" fmla="*/ 144 h 23"/>
                <a:gd name="T8" fmla="*/ 160 w 22"/>
                <a:gd name="T9" fmla="*/ 136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5595">
              <a:extLst>
                <a:ext uri="{FF2B5EF4-FFF2-40B4-BE49-F238E27FC236}">
                  <a16:creationId xmlns:a16="http://schemas.microsoft.com/office/drawing/2014/main" id="{E0D84E79-96B4-4908-8878-0E9395C5C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261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8 w 11"/>
                <a:gd name="T7" fmla="*/ 16 h 12"/>
                <a:gd name="T8" fmla="*/ 32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5596">
              <a:extLst>
                <a:ext uri="{FF2B5EF4-FFF2-40B4-BE49-F238E27FC236}">
                  <a16:creationId xmlns:a16="http://schemas.microsoft.com/office/drawing/2014/main" id="{086D83E3-7B88-43DF-A66E-FBEADE2D6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343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16 h 23"/>
                <a:gd name="T6" fmla="*/ 48 w 22"/>
                <a:gd name="T7" fmla="*/ 144 h 23"/>
                <a:gd name="T8" fmla="*/ 160 w 22"/>
                <a:gd name="T9" fmla="*/ 136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5597">
              <a:extLst>
                <a:ext uri="{FF2B5EF4-FFF2-40B4-BE49-F238E27FC236}">
                  <a16:creationId xmlns:a16="http://schemas.microsoft.com/office/drawing/2014/main" id="{50F75601-010F-4B95-8614-B2F954A8A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343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16 h 23"/>
                <a:gd name="T6" fmla="*/ 48 w 22"/>
                <a:gd name="T7" fmla="*/ 144 h 23"/>
                <a:gd name="T8" fmla="*/ 160 w 22"/>
                <a:gd name="T9" fmla="*/ 136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5598">
              <a:extLst>
                <a:ext uri="{FF2B5EF4-FFF2-40B4-BE49-F238E27FC236}">
                  <a16:creationId xmlns:a16="http://schemas.microsoft.com/office/drawing/2014/main" id="{3866C0E9-A9D5-4715-A732-87897EF48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351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8 w 11"/>
                <a:gd name="T7" fmla="*/ 16 h 12"/>
                <a:gd name="T8" fmla="*/ 40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5599">
              <a:extLst>
                <a:ext uri="{FF2B5EF4-FFF2-40B4-BE49-F238E27FC236}">
                  <a16:creationId xmlns:a16="http://schemas.microsoft.com/office/drawing/2014/main" id="{3198AA3B-ABA8-4CD5-B040-8E41E1C6E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521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8 h 23"/>
                <a:gd name="T6" fmla="*/ 56 w 22"/>
                <a:gd name="T7" fmla="*/ 144 h 23"/>
                <a:gd name="T8" fmla="*/ 168 w 22"/>
                <a:gd name="T9" fmla="*/ 128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0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0" y="5"/>
                    <a:pt x="1" y="13"/>
                    <a:pt x="7" y="18"/>
                  </a:cubicBezTo>
                  <a:cubicBezTo>
                    <a:pt x="12" y="23"/>
                    <a:pt x="19" y="21"/>
                    <a:pt x="21" y="16"/>
                  </a:cubicBezTo>
                  <a:cubicBezTo>
                    <a:pt x="22" y="13"/>
                    <a:pt x="21" y="11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5600">
              <a:extLst>
                <a:ext uri="{FF2B5EF4-FFF2-40B4-BE49-F238E27FC236}">
                  <a16:creationId xmlns:a16="http://schemas.microsoft.com/office/drawing/2014/main" id="{ED4A6DA2-9938-4671-8D04-C4C33DC3C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521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8 h 23"/>
                <a:gd name="T6" fmla="*/ 56 w 22"/>
                <a:gd name="T7" fmla="*/ 144 h 23"/>
                <a:gd name="T8" fmla="*/ 168 w 22"/>
                <a:gd name="T9" fmla="*/ 128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0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0" y="5"/>
                    <a:pt x="1" y="13"/>
                    <a:pt x="7" y="18"/>
                  </a:cubicBezTo>
                  <a:cubicBezTo>
                    <a:pt x="12" y="23"/>
                    <a:pt x="19" y="21"/>
                    <a:pt x="21" y="16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5601">
              <a:extLst>
                <a:ext uri="{FF2B5EF4-FFF2-40B4-BE49-F238E27FC236}">
                  <a16:creationId xmlns:a16="http://schemas.microsoft.com/office/drawing/2014/main" id="{9A753B05-6F24-46A5-AAE5-4B2EDC7FA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529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16 w 11"/>
                <a:gd name="T7" fmla="*/ 16 h 12"/>
                <a:gd name="T8" fmla="*/ 40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Freeform 5602">
              <a:extLst>
                <a:ext uri="{FF2B5EF4-FFF2-40B4-BE49-F238E27FC236}">
                  <a16:creationId xmlns:a16="http://schemas.microsoft.com/office/drawing/2014/main" id="{1F63CC22-4F28-487C-A8A8-31EB5B6F4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457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0 h 23"/>
                <a:gd name="T4" fmla="*/ 40 w 22"/>
                <a:gd name="T5" fmla="*/ 16 h 23"/>
                <a:gd name="T6" fmla="*/ 48 w 22"/>
                <a:gd name="T7" fmla="*/ 144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8" name="Freeform 5603">
              <a:extLst>
                <a:ext uri="{FF2B5EF4-FFF2-40B4-BE49-F238E27FC236}">
                  <a16:creationId xmlns:a16="http://schemas.microsoft.com/office/drawing/2014/main" id="{DEC67704-67AA-4274-971F-82DD14EEA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457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0 h 23"/>
                <a:gd name="T4" fmla="*/ 40 w 22"/>
                <a:gd name="T5" fmla="*/ 16 h 23"/>
                <a:gd name="T6" fmla="*/ 48 w 22"/>
                <a:gd name="T7" fmla="*/ 144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9" name="Freeform 5604">
              <a:extLst>
                <a:ext uri="{FF2B5EF4-FFF2-40B4-BE49-F238E27FC236}">
                  <a16:creationId xmlns:a16="http://schemas.microsoft.com/office/drawing/2014/main" id="{024CCD8B-AA3E-4274-8801-6AD6D6B0D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465"/>
              <a:ext cx="22" cy="26"/>
            </a:xfrm>
            <a:custGeom>
              <a:avLst/>
              <a:gdLst>
                <a:gd name="T0" fmla="*/ 88 w 11"/>
                <a:gd name="T1" fmla="*/ 64 h 13"/>
                <a:gd name="T2" fmla="*/ 64 w 11"/>
                <a:gd name="T3" fmla="*/ 96 h 13"/>
                <a:gd name="T4" fmla="*/ 16 w 11"/>
                <a:gd name="T5" fmla="*/ 64 h 13"/>
                <a:gd name="T6" fmla="*/ 8 w 11"/>
                <a:gd name="T7" fmla="*/ 16 h 13"/>
                <a:gd name="T8" fmla="*/ 40 w 11"/>
                <a:gd name="T9" fmla="*/ 0 h 13"/>
                <a:gd name="T10" fmla="*/ 8 w 11"/>
                <a:gd name="T11" fmla="*/ 16 h 13"/>
                <a:gd name="T12" fmla="*/ 16 w 11"/>
                <a:gd name="T13" fmla="*/ 64 h 13"/>
                <a:gd name="T14" fmla="*/ 64 w 11"/>
                <a:gd name="T15" fmla="*/ 96 h 13"/>
                <a:gd name="T16" fmla="*/ 88 w 11"/>
                <a:gd name="T17" fmla="*/ 6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0" name="Freeform 5605">
              <a:extLst>
                <a:ext uri="{FF2B5EF4-FFF2-40B4-BE49-F238E27FC236}">
                  <a16:creationId xmlns:a16="http://schemas.microsoft.com/office/drawing/2014/main" id="{50F24F36-76E2-4A6F-97D1-D658CF2BF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377"/>
              <a:ext cx="50" cy="60"/>
            </a:xfrm>
            <a:custGeom>
              <a:avLst/>
              <a:gdLst>
                <a:gd name="T0" fmla="*/ 144 w 25"/>
                <a:gd name="T1" fmla="*/ 24 h 30"/>
                <a:gd name="T2" fmla="*/ 48 w 25"/>
                <a:gd name="T3" fmla="*/ 16 h 30"/>
                <a:gd name="T4" fmla="*/ 32 w 25"/>
                <a:gd name="T5" fmla="*/ 152 h 30"/>
                <a:gd name="T6" fmla="*/ 160 w 25"/>
                <a:gd name="T7" fmla="*/ 232 h 30"/>
                <a:gd name="T8" fmla="*/ 200 w 25"/>
                <a:gd name="T9" fmla="*/ 176 h 30"/>
                <a:gd name="T10" fmla="*/ 176 w 25"/>
                <a:gd name="T11" fmla="*/ 104 h 30"/>
                <a:gd name="T12" fmla="*/ 144 w 25"/>
                <a:gd name="T13" fmla="*/ 2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0">
                  <a:moveTo>
                    <a:pt x="18" y="3"/>
                  </a:moveTo>
                  <a:cubicBezTo>
                    <a:pt x="15" y="0"/>
                    <a:pt x="11" y="0"/>
                    <a:pt x="6" y="2"/>
                  </a:cubicBezTo>
                  <a:cubicBezTo>
                    <a:pt x="0" y="5"/>
                    <a:pt x="0" y="12"/>
                    <a:pt x="4" y="19"/>
                  </a:cubicBezTo>
                  <a:cubicBezTo>
                    <a:pt x="9" y="27"/>
                    <a:pt x="12" y="30"/>
                    <a:pt x="20" y="29"/>
                  </a:cubicBezTo>
                  <a:cubicBezTo>
                    <a:pt x="23" y="28"/>
                    <a:pt x="25" y="25"/>
                    <a:pt x="25" y="22"/>
                  </a:cubicBezTo>
                  <a:cubicBezTo>
                    <a:pt x="25" y="18"/>
                    <a:pt x="24" y="17"/>
                    <a:pt x="22" y="13"/>
                  </a:cubicBezTo>
                  <a:cubicBezTo>
                    <a:pt x="21" y="11"/>
                    <a:pt x="21" y="6"/>
                    <a:pt x="18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1" name="Freeform 5606">
              <a:extLst>
                <a:ext uri="{FF2B5EF4-FFF2-40B4-BE49-F238E27FC236}">
                  <a16:creationId xmlns:a16="http://schemas.microsoft.com/office/drawing/2014/main" id="{811C2953-2E97-41A4-8654-246D72C3B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377"/>
              <a:ext cx="50" cy="60"/>
            </a:xfrm>
            <a:custGeom>
              <a:avLst/>
              <a:gdLst>
                <a:gd name="T0" fmla="*/ 144 w 25"/>
                <a:gd name="T1" fmla="*/ 24 h 30"/>
                <a:gd name="T2" fmla="*/ 48 w 25"/>
                <a:gd name="T3" fmla="*/ 16 h 30"/>
                <a:gd name="T4" fmla="*/ 32 w 25"/>
                <a:gd name="T5" fmla="*/ 152 h 30"/>
                <a:gd name="T6" fmla="*/ 160 w 25"/>
                <a:gd name="T7" fmla="*/ 232 h 30"/>
                <a:gd name="T8" fmla="*/ 200 w 25"/>
                <a:gd name="T9" fmla="*/ 176 h 30"/>
                <a:gd name="T10" fmla="*/ 176 w 25"/>
                <a:gd name="T11" fmla="*/ 104 h 30"/>
                <a:gd name="T12" fmla="*/ 144 w 25"/>
                <a:gd name="T13" fmla="*/ 2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0">
                  <a:moveTo>
                    <a:pt x="18" y="3"/>
                  </a:moveTo>
                  <a:cubicBezTo>
                    <a:pt x="15" y="0"/>
                    <a:pt x="11" y="0"/>
                    <a:pt x="6" y="2"/>
                  </a:cubicBezTo>
                  <a:cubicBezTo>
                    <a:pt x="0" y="5"/>
                    <a:pt x="0" y="12"/>
                    <a:pt x="4" y="19"/>
                  </a:cubicBezTo>
                  <a:cubicBezTo>
                    <a:pt x="9" y="27"/>
                    <a:pt x="12" y="30"/>
                    <a:pt x="20" y="29"/>
                  </a:cubicBezTo>
                  <a:cubicBezTo>
                    <a:pt x="23" y="28"/>
                    <a:pt x="25" y="25"/>
                    <a:pt x="25" y="22"/>
                  </a:cubicBezTo>
                  <a:cubicBezTo>
                    <a:pt x="25" y="18"/>
                    <a:pt x="24" y="17"/>
                    <a:pt x="22" y="13"/>
                  </a:cubicBezTo>
                  <a:cubicBezTo>
                    <a:pt x="21" y="11"/>
                    <a:pt x="21" y="6"/>
                    <a:pt x="18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Freeform 5607">
              <a:extLst>
                <a:ext uri="{FF2B5EF4-FFF2-40B4-BE49-F238E27FC236}">
                  <a16:creationId xmlns:a16="http://schemas.microsoft.com/office/drawing/2014/main" id="{DAC930A8-340F-477D-9507-93B95656D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387"/>
              <a:ext cx="24" cy="34"/>
            </a:xfrm>
            <a:custGeom>
              <a:avLst/>
              <a:gdLst>
                <a:gd name="T0" fmla="*/ 96 w 12"/>
                <a:gd name="T1" fmla="*/ 128 h 17"/>
                <a:gd name="T2" fmla="*/ 80 w 12"/>
                <a:gd name="T3" fmla="*/ 136 h 17"/>
                <a:gd name="T4" fmla="*/ 16 w 12"/>
                <a:gd name="T5" fmla="*/ 72 h 17"/>
                <a:gd name="T6" fmla="*/ 16 w 12"/>
                <a:gd name="T7" fmla="*/ 8 h 17"/>
                <a:gd name="T8" fmla="*/ 48 w 12"/>
                <a:gd name="T9" fmla="*/ 16 h 17"/>
                <a:gd name="T10" fmla="*/ 16 w 12"/>
                <a:gd name="T11" fmla="*/ 8 h 17"/>
                <a:gd name="T12" fmla="*/ 16 w 12"/>
                <a:gd name="T13" fmla="*/ 72 h 17"/>
                <a:gd name="T14" fmla="*/ 80 w 12"/>
                <a:gd name="T15" fmla="*/ 136 h 17"/>
                <a:gd name="T16" fmla="*/ 96 w 12"/>
                <a:gd name="T17" fmla="*/ 12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7">
                  <a:moveTo>
                    <a:pt x="12" y="16"/>
                  </a:moveTo>
                  <a:cubicBezTo>
                    <a:pt x="11" y="16"/>
                    <a:pt x="11" y="17"/>
                    <a:pt x="10" y="17"/>
                  </a:cubicBezTo>
                  <a:cubicBezTo>
                    <a:pt x="9" y="17"/>
                    <a:pt x="6" y="15"/>
                    <a:pt x="2" y="9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5"/>
                    <a:pt x="2" y="9"/>
                  </a:cubicBezTo>
                  <a:cubicBezTo>
                    <a:pt x="5" y="15"/>
                    <a:pt x="9" y="17"/>
                    <a:pt x="10" y="17"/>
                  </a:cubicBezTo>
                  <a:cubicBezTo>
                    <a:pt x="11" y="17"/>
                    <a:pt x="11" y="17"/>
                    <a:pt x="12" y="1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3" name="Freeform 5608">
              <a:extLst>
                <a:ext uri="{FF2B5EF4-FFF2-40B4-BE49-F238E27FC236}">
                  <a16:creationId xmlns:a16="http://schemas.microsoft.com/office/drawing/2014/main" id="{EDDFEA48-03BD-49F3-B2C5-348DD9ED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455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56 w 22"/>
                <a:gd name="T7" fmla="*/ 152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4" name="Freeform 5609">
              <a:extLst>
                <a:ext uri="{FF2B5EF4-FFF2-40B4-BE49-F238E27FC236}">
                  <a16:creationId xmlns:a16="http://schemas.microsoft.com/office/drawing/2014/main" id="{F5D5E1AD-73F9-4AC5-86BB-64B3C298F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455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56 w 22"/>
                <a:gd name="T7" fmla="*/ 152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5" name="Freeform 5610">
              <a:extLst>
                <a:ext uri="{FF2B5EF4-FFF2-40B4-BE49-F238E27FC236}">
                  <a16:creationId xmlns:a16="http://schemas.microsoft.com/office/drawing/2014/main" id="{E8711BE4-1609-4553-8A73-0CD177480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465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88 h 12"/>
                <a:gd name="T4" fmla="*/ 16 w 11"/>
                <a:gd name="T5" fmla="*/ 56 h 12"/>
                <a:gd name="T6" fmla="*/ 8 w 11"/>
                <a:gd name="T7" fmla="*/ 16 h 12"/>
                <a:gd name="T8" fmla="*/ 40 w 11"/>
                <a:gd name="T9" fmla="*/ 0 h 12"/>
                <a:gd name="T10" fmla="*/ 8 w 11"/>
                <a:gd name="T11" fmla="*/ 8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4" y="11"/>
                    <a:pt x="2" y="7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1" y="2"/>
                    <a:pt x="0" y="4"/>
                    <a:pt x="2" y="8"/>
                  </a:cubicBezTo>
                  <a:cubicBezTo>
                    <a:pt x="4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6" name="Freeform 5611">
              <a:extLst>
                <a:ext uri="{FF2B5EF4-FFF2-40B4-BE49-F238E27FC236}">
                  <a16:creationId xmlns:a16="http://schemas.microsoft.com/office/drawing/2014/main" id="{FA176806-7E6A-45BA-B933-0E75F31E4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389"/>
              <a:ext cx="42" cy="46"/>
            </a:xfrm>
            <a:custGeom>
              <a:avLst/>
              <a:gdLst>
                <a:gd name="T0" fmla="*/ 136 w 21"/>
                <a:gd name="T1" fmla="*/ 48 h 23"/>
                <a:gd name="T2" fmla="*/ 88 w 21"/>
                <a:gd name="T3" fmla="*/ 8 h 23"/>
                <a:gd name="T4" fmla="*/ 32 w 21"/>
                <a:gd name="T5" fmla="*/ 16 h 23"/>
                <a:gd name="T6" fmla="*/ 48 w 21"/>
                <a:gd name="T7" fmla="*/ 152 h 23"/>
                <a:gd name="T8" fmla="*/ 160 w 21"/>
                <a:gd name="T9" fmla="*/ 136 h 23"/>
                <a:gd name="T10" fmla="*/ 136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4"/>
                    <a:pt x="14" y="1"/>
                    <a:pt x="11" y="1"/>
                  </a:cubicBezTo>
                  <a:cubicBezTo>
                    <a:pt x="9" y="0"/>
                    <a:pt x="7" y="1"/>
                    <a:pt x="4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1" y="11"/>
                    <a:pt x="17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7" name="Freeform 5612">
              <a:extLst>
                <a:ext uri="{FF2B5EF4-FFF2-40B4-BE49-F238E27FC236}">
                  <a16:creationId xmlns:a16="http://schemas.microsoft.com/office/drawing/2014/main" id="{276EC4C0-606C-4829-8AF1-34B7D76FD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389"/>
              <a:ext cx="42" cy="46"/>
            </a:xfrm>
            <a:custGeom>
              <a:avLst/>
              <a:gdLst>
                <a:gd name="T0" fmla="*/ 136 w 21"/>
                <a:gd name="T1" fmla="*/ 48 h 23"/>
                <a:gd name="T2" fmla="*/ 88 w 21"/>
                <a:gd name="T3" fmla="*/ 8 h 23"/>
                <a:gd name="T4" fmla="*/ 32 w 21"/>
                <a:gd name="T5" fmla="*/ 16 h 23"/>
                <a:gd name="T6" fmla="*/ 48 w 21"/>
                <a:gd name="T7" fmla="*/ 152 h 23"/>
                <a:gd name="T8" fmla="*/ 160 w 21"/>
                <a:gd name="T9" fmla="*/ 136 h 23"/>
                <a:gd name="T10" fmla="*/ 136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4"/>
                    <a:pt x="14" y="1"/>
                    <a:pt x="11" y="1"/>
                  </a:cubicBezTo>
                  <a:cubicBezTo>
                    <a:pt x="9" y="0"/>
                    <a:pt x="7" y="1"/>
                    <a:pt x="4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1" y="11"/>
                    <a:pt x="17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8" name="Freeform 5613">
              <a:extLst>
                <a:ext uri="{FF2B5EF4-FFF2-40B4-BE49-F238E27FC236}">
                  <a16:creationId xmlns:a16="http://schemas.microsoft.com/office/drawing/2014/main" id="{D7E8404B-4B09-4C34-B767-2A4F15DA3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399"/>
              <a:ext cx="20" cy="24"/>
            </a:xfrm>
            <a:custGeom>
              <a:avLst/>
              <a:gdLst>
                <a:gd name="T0" fmla="*/ 80 w 10"/>
                <a:gd name="T1" fmla="*/ 64 h 12"/>
                <a:gd name="T2" fmla="*/ 64 w 10"/>
                <a:gd name="T3" fmla="*/ 96 h 12"/>
                <a:gd name="T4" fmla="*/ 8 w 10"/>
                <a:gd name="T5" fmla="*/ 64 h 12"/>
                <a:gd name="T6" fmla="*/ 8 w 10"/>
                <a:gd name="T7" fmla="*/ 16 h 12"/>
                <a:gd name="T8" fmla="*/ 32 w 10"/>
                <a:gd name="T9" fmla="*/ 0 h 12"/>
                <a:gd name="T10" fmla="*/ 8 w 10"/>
                <a:gd name="T11" fmla="*/ 16 h 12"/>
                <a:gd name="T12" fmla="*/ 8 w 10"/>
                <a:gd name="T13" fmla="*/ 64 h 12"/>
                <a:gd name="T14" fmla="*/ 64 w 10"/>
                <a:gd name="T15" fmla="*/ 96 h 12"/>
                <a:gd name="T16" fmla="*/ 80 w 10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9" name="Freeform 5614">
              <a:extLst>
                <a:ext uri="{FF2B5EF4-FFF2-40B4-BE49-F238E27FC236}">
                  <a16:creationId xmlns:a16="http://schemas.microsoft.com/office/drawing/2014/main" id="{0362D476-E005-48FA-88F1-616CA49CC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429"/>
              <a:ext cx="42" cy="46"/>
            </a:xfrm>
            <a:custGeom>
              <a:avLst/>
              <a:gdLst>
                <a:gd name="T0" fmla="*/ 136 w 21"/>
                <a:gd name="T1" fmla="*/ 48 h 23"/>
                <a:gd name="T2" fmla="*/ 88 w 21"/>
                <a:gd name="T3" fmla="*/ 8 h 23"/>
                <a:gd name="T4" fmla="*/ 32 w 21"/>
                <a:gd name="T5" fmla="*/ 16 h 23"/>
                <a:gd name="T6" fmla="*/ 48 w 21"/>
                <a:gd name="T7" fmla="*/ 152 h 23"/>
                <a:gd name="T8" fmla="*/ 160 w 21"/>
                <a:gd name="T9" fmla="*/ 136 h 23"/>
                <a:gd name="T10" fmla="*/ 136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4"/>
                    <a:pt x="14" y="1"/>
                    <a:pt x="11" y="1"/>
                  </a:cubicBezTo>
                  <a:cubicBezTo>
                    <a:pt x="9" y="0"/>
                    <a:pt x="6" y="1"/>
                    <a:pt x="4" y="2"/>
                  </a:cubicBezTo>
                  <a:cubicBezTo>
                    <a:pt x="0" y="6"/>
                    <a:pt x="0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0" name="Freeform 5615">
              <a:extLst>
                <a:ext uri="{FF2B5EF4-FFF2-40B4-BE49-F238E27FC236}">
                  <a16:creationId xmlns:a16="http://schemas.microsoft.com/office/drawing/2014/main" id="{DEDE16AE-395B-4401-9397-E39E138A8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429"/>
              <a:ext cx="42" cy="46"/>
            </a:xfrm>
            <a:custGeom>
              <a:avLst/>
              <a:gdLst>
                <a:gd name="T0" fmla="*/ 136 w 21"/>
                <a:gd name="T1" fmla="*/ 48 h 23"/>
                <a:gd name="T2" fmla="*/ 88 w 21"/>
                <a:gd name="T3" fmla="*/ 8 h 23"/>
                <a:gd name="T4" fmla="*/ 32 w 21"/>
                <a:gd name="T5" fmla="*/ 16 h 23"/>
                <a:gd name="T6" fmla="*/ 48 w 21"/>
                <a:gd name="T7" fmla="*/ 152 h 23"/>
                <a:gd name="T8" fmla="*/ 160 w 21"/>
                <a:gd name="T9" fmla="*/ 136 h 23"/>
                <a:gd name="T10" fmla="*/ 136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4"/>
                    <a:pt x="14" y="1"/>
                    <a:pt x="11" y="1"/>
                  </a:cubicBezTo>
                  <a:cubicBezTo>
                    <a:pt x="9" y="0"/>
                    <a:pt x="6" y="1"/>
                    <a:pt x="4" y="2"/>
                  </a:cubicBezTo>
                  <a:cubicBezTo>
                    <a:pt x="0" y="6"/>
                    <a:pt x="0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1" name="Freeform 5616">
              <a:extLst>
                <a:ext uri="{FF2B5EF4-FFF2-40B4-BE49-F238E27FC236}">
                  <a16:creationId xmlns:a16="http://schemas.microsoft.com/office/drawing/2014/main" id="{8CD70FE5-61A4-4932-8844-5545DF44D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439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16 w 11"/>
                <a:gd name="T7" fmla="*/ 16 h 12"/>
                <a:gd name="T8" fmla="*/ 40 w 11"/>
                <a:gd name="T9" fmla="*/ 0 h 12"/>
                <a:gd name="T10" fmla="*/ 16 w 11"/>
                <a:gd name="T11" fmla="*/ 16 h 12"/>
                <a:gd name="T12" fmla="*/ 16 w 11"/>
                <a:gd name="T13" fmla="*/ 64 h 12"/>
                <a:gd name="T14" fmla="*/ 72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4" y="0"/>
                    <a:pt x="2" y="0"/>
                    <a:pt x="2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2" name="Freeform 5617">
              <a:extLst>
                <a:ext uri="{FF2B5EF4-FFF2-40B4-BE49-F238E27FC236}">
                  <a16:creationId xmlns:a16="http://schemas.microsoft.com/office/drawing/2014/main" id="{AE61BE1B-FF6D-44CB-ABB8-60C3439CE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513"/>
              <a:ext cx="42" cy="46"/>
            </a:xfrm>
            <a:custGeom>
              <a:avLst/>
              <a:gdLst>
                <a:gd name="T0" fmla="*/ 144 w 21"/>
                <a:gd name="T1" fmla="*/ 40 h 23"/>
                <a:gd name="T2" fmla="*/ 96 w 21"/>
                <a:gd name="T3" fmla="*/ 0 h 23"/>
                <a:gd name="T4" fmla="*/ 40 w 21"/>
                <a:gd name="T5" fmla="*/ 16 h 23"/>
                <a:gd name="T6" fmla="*/ 48 w 21"/>
                <a:gd name="T7" fmla="*/ 144 h 23"/>
                <a:gd name="T8" fmla="*/ 160 w 21"/>
                <a:gd name="T9" fmla="*/ 136 h 23"/>
                <a:gd name="T10" fmla="*/ 144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3" name="Freeform 5618">
              <a:extLst>
                <a:ext uri="{FF2B5EF4-FFF2-40B4-BE49-F238E27FC236}">
                  <a16:creationId xmlns:a16="http://schemas.microsoft.com/office/drawing/2014/main" id="{1F8C0133-06B3-4B9B-A564-EF7E429E1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513"/>
              <a:ext cx="42" cy="46"/>
            </a:xfrm>
            <a:custGeom>
              <a:avLst/>
              <a:gdLst>
                <a:gd name="T0" fmla="*/ 144 w 21"/>
                <a:gd name="T1" fmla="*/ 40 h 23"/>
                <a:gd name="T2" fmla="*/ 96 w 21"/>
                <a:gd name="T3" fmla="*/ 0 h 23"/>
                <a:gd name="T4" fmla="*/ 40 w 21"/>
                <a:gd name="T5" fmla="*/ 16 h 23"/>
                <a:gd name="T6" fmla="*/ 48 w 21"/>
                <a:gd name="T7" fmla="*/ 144 h 23"/>
                <a:gd name="T8" fmla="*/ 160 w 21"/>
                <a:gd name="T9" fmla="*/ 136 h 23"/>
                <a:gd name="T10" fmla="*/ 144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4" name="Freeform 5619">
              <a:extLst>
                <a:ext uri="{FF2B5EF4-FFF2-40B4-BE49-F238E27FC236}">
                  <a16:creationId xmlns:a16="http://schemas.microsoft.com/office/drawing/2014/main" id="{E951F8A5-E5B1-4B34-9D42-D65BC233E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521"/>
              <a:ext cx="20" cy="24"/>
            </a:xfrm>
            <a:custGeom>
              <a:avLst/>
              <a:gdLst>
                <a:gd name="T0" fmla="*/ 80 w 10"/>
                <a:gd name="T1" fmla="*/ 64 h 12"/>
                <a:gd name="T2" fmla="*/ 64 w 10"/>
                <a:gd name="T3" fmla="*/ 96 h 12"/>
                <a:gd name="T4" fmla="*/ 16 w 10"/>
                <a:gd name="T5" fmla="*/ 64 h 12"/>
                <a:gd name="T6" fmla="*/ 8 w 10"/>
                <a:gd name="T7" fmla="*/ 16 h 12"/>
                <a:gd name="T8" fmla="*/ 32 w 10"/>
                <a:gd name="T9" fmla="*/ 0 h 12"/>
                <a:gd name="T10" fmla="*/ 8 w 10"/>
                <a:gd name="T11" fmla="*/ 16 h 12"/>
                <a:gd name="T12" fmla="*/ 8 w 10"/>
                <a:gd name="T13" fmla="*/ 64 h 12"/>
                <a:gd name="T14" fmla="*/ 64 w 10"/>
                <a:gd name="T15" fmla="*/ 96 h 12"/>
                <a:gd name="T16" fmla="*/ 80 w 10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2"/>
                    <a:pt x="10" y="10"/>
                    <a:pt x="10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5" name="Freeform 5620">
              <a:extLst>
                <a:ext uri="{FF2B5EF4-FFF2-40B4-BE49-F238E27FC236}">
                  <a16:creationId xmlns:a16="http://schemas.microsoft.com/office/drawing/2014/main" id="{1D279F1A-C235-4C0D-A09D-6F6C8C29A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189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0 h 23"/>
                <a:gd name="T4" fmla="*/ 40 w 22"/>
                <a:gd name="T5" fmla="*/ 16 h 23"/>
                <a:gd name="T6" fmla="*/ 48 w 22"/>
                <a:gd name="T7" fmla="*/ 144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6" name="Freeform 5621">
              <a:extLst>
                <a:ext uri="{FF2B5EF4-FFF2-40B4-BE49-F238E27FC236}">
                  <a16:creationId xmlns:a16="http://schemas.microsoft.com/office/drawing/2014/main" id="{54821672-FA57-4544-BEDF-7F0FB345A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189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0 h 23"/>
                <a:gd name="T4" fmla="*/ 40 w 22"/>
                <a:gd name="T5" fmla="*/ 16 h 23"/>
                <a:gd name="T6" fmla="*/ 48 w 22"/>
                <a:gd name="T7" fmla="*/ 144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7" name="Freeform 5622">
              <a:extLst>
                <a:ext uri="{FF2B5EF4-FFF2-40B4-BE49-F238E27FC236}">
                  <a16:creationId xmlns:a16="http://schemas.microsoft.com/office/drawing/2014/main" id="{4D86ED2A-A4E5-45E3-902D-80E02F80B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197"/>
              <a:ext cx="22" cy="26"/>
            </a:xfrm>
            <a:custGeom>
              <a:avLst/>
              <a:gdLst>
                <a:gd name="T0" fmla="*/ 88 w 11"/>
                <a:gd name="T1" fmla="*/ 64 h 13"/>
                <a:gd name="T2" fmla="*/ 64 w 11"/>
                <a:gd name="T3" fmla="*/ 96 h 13"/>
                <a:gd name="T4" fmla="*/ 16 w 11"/>
                <a:gd name="T5" fmla="*/ 64 h 13"/>
                <a:gd name="T6" fmla="*/ 8 w 11"/>
                <a:gd name="T7" fmla="*/ 16 h 13"/>
                <a:gd name="T8" fmla="*/ 40 w 11"/>
                <a:gd name="T9" fmla="*/ 0 h 13"/>
                <a:gd name="T10" fmla="*/ 8 w 11"/>
                <a:gd name="T11" fmla="*/ 16 h 13"/>
                <a:gd name="T12" fmla="*/ 16 w 11"/>
                <a:gd name="T13" fmla="*/ 64 h 13"/>
                <a:gd name="T14" fmla="*/ 64 w 11"/>
                <a:gd name="T15" fmla="*/ 96 h 13"/>
                <a:gd name="T16" fmla="*/ 88 w 11"/>
                <a:gd name="T17" fmla="*/ 6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8" name="Freeform 5623">
              <a:extLst>
                <a:ext uri="{FF2B5EF4-FFF2-40B4-BE49-F238E27FC236}">
                  <a16:creationId xmlns:a16="http://schemas.microsoft.com/office/drawing/2014/main" id="{66D8507D-07B5-4E57-98D0-82E663E79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363"/>
              <a:ext cx="60" cy="54"/>
            </a:xfrm>
            <a:custGeom>
              <a:avLst/>
              <a:gdLst>
                <a:gd name="T0" fmla="*/ 168 w 30"/>
                <a:gd name="T1" fmla="*/ 32 h 27"/>
                <a:gd name="T2" fmla="*/ 88 w 30"/>
                <a:gd name="T3" fmla="*/ 8 h 27"/>
                <a:gd name="T4" fmla="*/ 32 w 30"/>
                <a:gd name="T5" fmla="*/ 56 h 27"/>
                <a:gd name="T6" fmla="*/ 120 w 30"/>
                <a:gd name="T7" fmla="*/ 200 h 27"/>
                <a:gd name="T8" fmla="*/ 240 w 30"/>
                <a:gd name="T9" fmla="*/ 128 h 27"/>
                <a:gd name="T10" fmla="*/ 168 w 30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4" y="7"/>
                  </a:cubicBezTo>
                  <a:cubicBezTo>
                    <a:pt x="0" y="14"/>
                    <a:pt x="6" y="23"/>
                    <a:pt x="15" y="25"/>
                  </a:cubicBezTo>
                  <a:cubicBezTo>
                    <a:pt x="24" y="27"/>
                    <a:pt x="30" y="21"/>
                    <a:pt x="30" y="16"/>
                  </a:cubicBezTo>
                  <a:cubicBezTo>
                    <a:pt x="29" y="10"/>
                    <a:pt x="27" y="8"/>
                    <a:pt x="21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9" name="Freeform 5624">
              <a:extLst>
                <a:ext uri="{FF2B5EF4-FFF2-40B4-BE49-F238E27FC236}">
                  <a16:creationId xmlns:a16="http://schemas.microsoft.com/office/drawing/2014/main" id="{7DD97124-A2E9-449E-8679-FF83C2671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363"/>
              <a:ext cx="60" cy="54"/>
            </a:xfrm>
            <a:custGeom>
              <a:avLst/>
              <a:gdLst>
                <a:gd name="T0" fmla="*/ 168 w 30"/>
                <a:gd name="T1" fmla="*/ 32 h 27"/>
                <a:gd name="T2" fmla="*/ 88 w 30"/>
                <a:gd name="T3" fmla="*/ 8 h 27"/>
                <a:gd name="T4" fmla="*/ 32 w 30"/>
                <a:gd name="T5" fmla="*/ 56 h 27"/>
                <a:gd name="T6" fmla="*/ 120 w 30"/>
                <a:gd name="T7" fmla="*/ 200 h 27"/>
                <a:gd name="T8" fmla="*/ 240 w 30"/>
                <a:gd name="T9" fmla="*/ 128 h 27"/>
                <a:gd name="T10" fmla="*/ 168 w 30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4" y="7"/>
                  </a:cubicBezTo>
                  <a:cubicBezTo>
                    <a:pt x="0" y="14"/>
                    <a:pt x="6" y="23"/>
                    <a:pt x="15" y="25"/>
                  </a:cubicBezTo>
                  <a:cubicBezTo>
                    <a:pt x="24" y="27"/>
                    <a:pt x="30" y="21"/>
                    <a:pt x="30" y="16"/>
                  </a:cubicBezTo>
                  <a:cubicBezTo>
                    <a:pt x="29" y="10"/>
                    <a:pt x="27" y="8"/>
                    <a:pt x="21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0" name="Freeform 5625">
              <a:extLst>
                <a:ext uri="{FF2B5EF4-FFF2-40B4-BE49-F238E27FC236}">
                  <a16:creationId xmlns:a16="http://schemas.microsoft.com/office/drawing/2014/main" id="{E2421B4D-BC71-4C80-96FC-137BE6E10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377"/>
              <a:ext cx="30" cy="26"/>
            </a:xfrm>
            <a:custGeom>
              <a:avLst/>
              <a:gdLst>
                <a:gd name="T0" fmla="*/ 112 w 15"/>
                <a:gd name="T1" fmla="*/ 40 h 13"/>
                <a:gd name="T2" fmla="*/ 104 w 15"/>
                <a:gd name="T3" fmla="*/ 88 h 13"/>
                <a:gd name="T4" fmla="*/ 32 w 15"/>
                <a:gd name="T5" fmla="*/ 80 h 13"/>
                <a:gd name="T6" fmla="*/ 0 w 15"/>
                <a:gd name="T7" fmla="*/ 32 h 13"/>
                <a:gd name="T8" fmla="*/ 24 w 15"/>
                <a:gd name="T9" fmla="*/ 0 h 13"/>
                <a:gd name="T10" fmla="*/ 0 w 15"/>
                <a:gd name="T11" fmla="*/ 32 h 13"/>
                <a:gd name="T12" fmla="*/ 32 w 15"/>
                <a:gd name="T13" fmla="*/ 80 h 13"/>
                <a:gd name="T14" fmla="*/ 112 w 15"/>
                <a:gd name="T15" fmla="*/ 88 h 13"/>
                <a:gd name="T16" fmla="*/ 112 w 15"/>
                <a:gd name="T17" fmla="*/ 4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3">
                  <a:moveTo>
                    <a:pt x="14" y="5"/>
                  </a:moveTo>
                  <a:cubicBezTo>
                    <a:pt x="15" y="8"/>
                    <a:pt x="15" y="10"/>
                    <a:pt x="13" y="11"/>
                  </a:cubicBezTo>
                  <a:cubicBezTo>
                    <a:pt x="12" y="13"/>
                    <a:pt x="8" y="13"/>
                    <a:pt x="4" y="10"/>
                  </a:cubicBezTo>
                  <a:cubicBezTo>
                    <a:pt x="0" y="8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"/>
                    <a:pt x="0" y="8"/>
                    <a:pt x="4" y="10"/>
                  </a:cubicBezTo>
                  <a:cubicBezTo>
                    <a:pt x="8" y="13"/>
                    <a:pt x="12" y="13"/>
                    <a:pt x="14" y="11"/>
                  </a:cubicBezTo>
                  <a:cubicBezTo>
                    <a:pt x="15" y="10"/>
                    <a:pt x="15" y="8"/>
                    <a:pt x="14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1" name="Freeform 5626">
              <a:extLst>
                <a:ext uri="{FF2B5EF4-FFF2-40B4-BE49-F238E27FC236}">
                  <a16:creationId xmlns:a16="http://schemas.microsoft.com/office/drawing/2014/main" id="{D922AA16-F59F-421D-ACD9-5F20CD533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401"/>
              <a:ext cx="60" cy="54"/>
            </a:xfrm>
            <a:custGeom>
              <a:avLst/>
              <a:gdLst>
                <a:gd name="T0" fmla="*/ 160 w 30"/>
                <a:gd name="T1" fmla="*/ 32 h 27"/>
                <a:gd name="T2" fmla="*/ 80 w 30"/>
                <a:gd name="T3" fmla="*/ 16 h 27"/>
                <a:gd name="T4" fmla="*/ 24 w 30"/>
                <a:gd name="T5" fmla="*/ 56 h 27"/>
                <a:gd name="T6" fmla="*/ 112 w 30"/>
                <a:gd name="T7" fmla="*/ 200 h 27"/>
                <a:gd name="T8" fmla="*/ 232 w 30"/>
                <a:gd name="T9" fmla="*/ 128 h 27"/>
                <a:gd name="T10" fmla="*/ 160 w 30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0" y="4"/>
                  </a:moveTo>
                  <a:cubicBezTo>
                    <a:pt x="17" y="2"/>
                    <a:pt x="14" y="0"/>
                    <a:pt x="10" y="2"/>
                  </a:cubicBezTo>
                  <a:cubicBezTo>
                    <a:pt x="7" y="2"/>
                    <a:pt x="4" y="4"/>
                    <a:pt x="3" y="7"/>
                  </a:cubicBezTo>
                  <a:cubicBezTo>
                    <a:pt x="0" y="14"/>
                    <a:pt x="5" y="23"/>
                    <a:pt x="14" y="25"/>
                  </a:cubicBezTo>
                  <a:cubicBezTo>
                    <a:pt x="23" y="27"/>
                    <a:pt x="30" y="21"/>
                    <a:pt x="29" y="16"/>
                  </a:cubicBezTo>
                  <a:cubicBezTo>
                    <a:pt x="29" y="10"/>
                    <a:pt x="27" y="8"/>
                    <a:pt x="20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2" name="Freeform 5627">
              <a:extLst>
                <a:ext uri="{FF2B5EF4-FFF2-40B4-BE49-F238E27FC236}">
                  <a16:creationId xmlns:a16="http://schemas.microsoft.com/office/drawing/2014/main" id="{D42D2A4F-5A34-422A-B4E9-7F6387588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401"/>
              <a:ext cx="60" cy="54"/>
            </a:xfrm>
            <a:custGeom>
              <a:avLst/>
              <a:gdLst>
                <a:gd name="T0" fmla="*/ 160 w 30"/>
                <a:gd name="T1" fmla="*/ 32 h 27"/>
                <a:gd name="T2" fmla="*/ 80 w 30"/>
                <a:gd name="T3" fmla="*/ 16 h 27"/>
                <a:gd name="T4" fmla="*/ 24 w 30"/>
                <a:gd name="T5" fmla="*/ 56 h 27"/>
                <a:gd name="T6" fmla="*/ 112 w 30"/>
                <a:gd name="T7" fmla="*/ 200 h 27"/>
                <a:gd name="T8" fmla="*/ 232 w 30"/>
                <a:gd name="T9" fmla="*/ 128 h 27"/>
                <a:gd name="T10" fmla="*/ 160 w 30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0" y="4"/>
                  </a:moveTo>
                  <a:cubicBezTo>
                    <a:pt x="17" y="2"/>
                    <a:pt x="14" y="0"/>
                    <a:pt x="10" y="2"/>
                  </a:cubicBezTo>
                  <a:cubicBezTo>
                    <a:pt x="7" y="2"/>
                    <a:pt x="4" y="4"/>
                    <a:pt x="3" y="7"/>
                  </a:cubicBezTo>
                  <a:cubicBezTo>
                    <a:pt x="0" y="14"/>
                    <a:pt x="5" y="23"/>
                    <a:pt x="14" y="25"/>
                  </a:cubicBezTo>
                  <a:cubicBezTo>
                    <a:pt x="23" y="27"/>
                    <a:pt x="30" y="21"/>
                    <a:pt x="29" y="16"/>
                  </a:cubicBezTo>
                  <a:cubicBezTo>
                    <a:pt x="29" y="10"/>
                    <a:pt x="27" y="8"/>
                    <a:pt x="20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3" name="Freeform 5628">
              <a:extLst>
                <a:ext uri="{FF2B5EF4-FFF2-40B4-BE49-F238E27FC236}">
                  <a16:creationId xmlns:a16="http://schemas.microsoft.com/office/drawing/2014/main" id="{399DB748-0AD4-4769-9411-6AE9A39F8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415"/>
              <a:ext cx="32" cy="26"/>
            </a:xfrm>
            <a:custGeom>
              <a:avLst/>
              <a:gdLst>
                <a:gd name="T0" fmla="*/ 120 w 16"/>
                <a:gd name="T1" fmla="*/ 40 h 13"/>
                <a:gd name="T2" fmla="*/ 112 w 16"/>
                <a:gd name="T3" fmla="*/ 88 h 13"/>
                <a:gd name="T4" fmla="*/ 32 w 16"/>
                <a:gd name="T5" fmla="*/ 80 h 13"/>
                <a:gd name="T6" fmla="*/ 0 w 16"/>
                <a:gd name="T7" fmla="*/ 32 h 13"/>
                <a:gd name="T8" fmla="*/ 24 w 16"/>
                <a:gd name="T9" fmla="*/ 0 h 13"/>
                <a:gd name="T10" fmla="*/ 0 w 16"/>
                <a:gd name="T11" fmla="*/ 32 h 13"/>
                <a:gd name="T12" fmla="*/ 32 w 16"/>
                <a:gd name="T13" fmla="*/ 80 h 13"/>
                <a:gd name="T14" fmla="*/ 112 w 16"/>
                <a:gd name="T15" fmla="*/ 88 h 13"/>
                <a:gd name="T16" fmla="*/ 120 w 16"/>
                <a:gd name="T17" fmla="*/ 4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3">
                  <a:moveTo>
                    <a:pt x="15" y="5"/>
                  </a:moveTo>
                  <a:cubicBezTo>
                    <a:pt x="16" y="8"/>
                    <a:pt x="15" y="10"/>
                    <a:pt x="14" y="11"/>
                  </a:cubicBezTo>
                  <a:cubicBezTo>
                    <a:pt x="12" y="13"/>
                    <a:pt x="8" y="13"/>
                    <a:pt x="4" y="10"/>
                  </a:cubicBezTo>
                  <a:cubicBezTo>
                    <a:pt x="1" y="8"/>
                    <a:pt x="0" y="5"/>
                    <a:pt x="0" y="4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"/>
                    <a:pt x="0" y="8"/>
                    <a:pt x="4" y="10"/>
                  </a:cubicBezTo>
                  <a:cubicBezTo>
                    <a:pt x="8" y="13"/>
                    <a:pt x="12" y="13"/>
                    <a:pt x="14" y="11"/>
                  </a:cubicBezTo>
                  <a:cubicBezTo>
                    <a:pt x="16" y="10"/>
                    <a:pt x="16" y="8"/>
                    <a:pt x="15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4" name="Freeform 5629">
              <a:extLst>
                <a:ext uri="{FF2B5EF4-FFF2-40B4-BE49-F238E27FC236}">
                  <a16:creationId xmlns:a16="http://schemas.microsoft.com/office/drawing/2014/main" id="{7061CCC9-6D56-4BDD-9AEB-97AB7CB40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259"/>
              <a:ext cx="60" cy="54"/>
            </a:xfrm>
            <a:custGeom>
              <a:avLst/>
              <a:gdLst>
                <a:gd name="T0" fmla="*/ 160 w 30"/>
                <a:gd name="T1" fmla="*/ 32 h 27"/>
                <a:gd name="T2" fmla="*/ 88 w 30"/>
                <a:gd name="T3" fmla="*/ 8 h 27"/>
                <a:gd name="T4" fmla="*/ 24 w 30"/>
                <a:gd name="T5" fmla="*/ 56 h 27"/>
                <a:gd name="T6" fmla="*/ 120 w 30"/>
                <a:gd name="T7" fmla="*/ 200 h 27"/>
                <a:gd name="T8" fmla="*/ 240 w 30"/>
                <a:gd name="T9" fmla="*/ 120 h 27"/>
                <a:gd name="T10" fmla="*/ 160 w 30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0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3" y="7"/>
                  </a:cubicBezTo>
                  <a:cubicBezTo>
                    <a:pt x="0" y="13"/>
                    <a:pt x="6" y="23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0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5" name="Freeform 5630">
              <a:extLst>
                <a:ext uri="{FF2B5EF4-FFF2-40B4-BE49-F238E27FC236}">
                  <a16:creationId xmlns:a16="http://schemas.microsoft.com/office/drawing/2014/main" id="{CD99AD35-10B6-42A3-9EA7-5D4D5F078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259"/>
              <a:ext cx="60" cy="54"/>
            </a:xfrm>
            <a:custGeom>
              <a:avLst/>
              <a:gdLst>
                <a:gd name="T0" fmla="*/ 160 w 30"/>
                <a:gd name="T1" fmla="*/ 32 h 27"/>
                <a:gd name="T2" fmla="*/ 88 w 30"/>
                <a:gd name="T3" fmla="*/ 8 h 27"/>
                <a:gd name="T4" fmla="*/ 24 w 30"/>
                <a:gd name="T5" fmla="*/ 56 h 27"/>
                <a:gd name="T6" fmla="*/ 120 w 30"/>
                <a:gd name="T7" fmla="*/ 200 h 27"/>
                <a:gd name="T8" fmla="*/ 240 w 30"/>
                <a:gd name="T9" fmla="*/ 120 h 27"/>
                <a:gd name="T10" fmla="*/ 160 w 30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0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3" y="7"/>
                  </a:cubicBezTo>
                  <a:cubicBezTo>
                    <a:pt x="0" y="13"/>
                    <a:pt x="6" y="23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0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6" name="Freeform 5631">
              <a:extLst>
                <a:ext uri="{FF2B5EF4-FFF2-40B4-BE49-F238E27FC236}">
                  <a16:creationId xmlns:a16="http://schemas.microsoft.com/office/drawing/2014/main" id="{20910BF7-CF5E-4461-9000-A25818F53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271"/>
              <a:ext cx="32" cy="28"/>
            </a:xfrm>
            <a:custGeom>
              <a:avLst/>
              <a:gdLst>
                <a:gd name="T0" fmla="*/ 120 w 16"/>
                <a:gd name="T1" fmla="*/ 48 h 14"/>
                <a:gd name="T2" fmla="*/ 112 w 16"/>
                <a:gd name="T3" fmla="*/ 96 h 14"/>
                <a:gd name="T4" fmla="*/ 40 w 16"/>
                <a:gd name="T5" fmla="*/ 88 h 14"/>
                <a:gd name="T6" fmla="*/ 8 w 16"/>
                <a:gd name="T7" fmla="*/ 32 h 14"/>
                <a:gd name="T8" fmla="*/ 24 w 16"/>
                <a:gd name="T9" fmla="*/ 0 h 14"/>
                <a:gd name="T10" fmla="*/ 0 w 16"/>
                <a:gd name="T11" fmla="*/ 32 h 14"/>
                <a:gd name="T12" fmla="*/ 32 w 16"/>
                <a:gd name="T13" fmla="*/ 88 h 14"/>
                <a:gd name="T14" fmla="*/ 112 w 16"/>
                <a:gd name="T15" fmla="*/ 96 h 14"/>
                <a:gd name="T16" fmla="*/ 120 w 16"/>
                <a:gd name="T17" fmla="*/ 4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4">
                  <a:moveTo>
                    <a:pt x="15" y="6"/>
                  </a:moveTo>
                  <a:cubicBezTo>
                    <a:pt x="16" y="8"/>
                    <a:pt x="16" y="10"/>
                    <a:pt x="14" y="12"/>
                  </a:cubicBezTo>
                  <a:cubicBezTo>
                    <a:pt x="12" y="13"/>
                    <a:pt x="8" y="14"/>
                    <a:pt x="5" y="11"/>
                  </a:cubicBezTo>
                  <a:cubicBezTo>
                    <a:pt x="1" y="8"/>
                    <a:pt x="1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2" y="1"/>
                    <a:pt x="1" y="2"/>
                    <a:pt x="0" y="4"/>
                  </a:cubicBezTo>
                  <a:cubicBezTo>
                    <a:pt x="0" y="6"/>
                    <a:pt x="1" y="8"/>
                    <a:pt x="4" y="11"/>
                  </a:cubicBezTo>
                  <a:cubicBezTo>
                    <a:pt x="8" y="14"/>
                    <a:pt x="12" y="13"/>
                    <a:pt x="14" y="12"/>
                  </a:cubicBezTo>
                  <a:cubicBezTo>
                    <a:pt x="16" y="10"/>
                    <a:pt x="16" y="8"/>
                    <a:pt x="15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7" name="Freeform 5632">
              <a:extLst>
                <a:ext uri="{FF2B5EF4-FFF2-40B4-BE49-F238E27FC236}">
                  <a16:creationId xmlns:a16="http://schemas.microsoft.com/office/drawing/2014/main" id="{24BCF08A-2B73-4D2B-B226-58DB1B9BD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089"/>
              <a:ext cx="60" cy="52"/>
            </a:xfrm>
            <a:custGeom>
              <a:avLst/>
              <a:gdLst>
                <a:gd name="T0" fmla="*/ 160 w 30"/>
                <a:gd name="T1" fmla="*/ 24 h 26"/>
                <a:gd name="T2" fmla="*/ 80 w 30"/>
                <a:gd name="T3" fmla="*/ 8 h 26"/>
                <a:gd name="T4" fmla="*/ 24 w 30"/>
                <a:gd name="T5" fmla="*/ 48 h 26"/>
                <a:gd name="T6" fmla="*/ 112 w 30"/>
                <a:gd name="T7" fmla="*/ 192 h 26"/>
                <a:gd name="T8" fmla="*/ 232 w 30"/>
                <a:gd name="T9" fmla="*/ 120 h 26"/>
                <a:gd name="T10" fmla="*/ 160 w 30"/>
                <a:gd name="T11" fmla="*/ 2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6">
                  <a:moveTo>
                    <a:pt x="20" y="3"/>
                  </a:moveTo>
                  <a:cubicBezTo>
                    <a:pt x="17" y="1"/>
                    <a:pt x="14" y="0"/>
                    <a:pt x="10" y="1"/>
                  </a:cubicBezTo>
                  <a:cubicBezTo>
                    <a:pt x="7" y="1"/>
                    <a:pt x="4" y="3"/>
                    <a:pt x="3" y="6"/>
                  </a:cubicBezTo>
                  <a:cubicBezTo>
                    <a:pt x="0" y="13"/>
                    <a:pt x="5" y="22"/>
                    <a:pt x="14" y="24"/>
                  </a:cubicBezTo>
                  <a:cubicBezTo>
                    <a:pt x="23" y="26"/>
                    <a:pt x="30" y="20"/>
                    <a:pt x="29" y="15"/>
                  </a:cubicBezTo>
                  <a:cubicBezTo>
                    <a:pt x="28" y="9"/>
                    <a:pt x="26" y="8"/>
                    <a:pt x="20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8" name="Freeform 5633">
              <a:extLst>
                <a:ext uri="{FF2B5EF4-FFF2-40B4-BE49-F238E27FC236}">
                  <a16:creationId xmlns:a16="http://schemas.microsoft.com/office/drawing/2014/main" id="{CC1BDF37-A270-497B-9685-5C01363EE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089"/>
              <a:ext cx="60" cy="52"/>
            </a:xfrm>
            <a:custGeom>
              <a:avLst/>
              <a:gdLst>
                <a:gd name="T0" fmla="*/ 160 w 30"/>
                <a:gd name="T1" fmla="*/ 24 h 26"/>
                <a:gd name="T2" fmla="*/ 80 w 30"/>
                <a:gd name="T3" fmla="*/ 8 h 26"/>
                <a:gd name="T4" fmla="*/ 24 w 30"/>
                <a:gd name="T5" fmla="*/ 48 h 26"/>
                <a:gd name="T6" fmla="*/ 112 w 30"/>
                <a:gd name="T7" fmla="*/ 192 h 26"/>
                <a:gd name="T8" fmla="*/ 232 w 30"/>
                <a:gd name="T9" fmla="*/ 120 h 26"/>
                <a:gd name="T10" fmla="*/ 160 w 30"/>
                <a:gd name="T11" fmla="*/ 2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6">
                  <a:moveTo>
                    <a:pt x="20" y="3"/>
                  </a:moveTo>
                  <a:cubicBezTo>
                    <a:pt x="17" y="1"/>
                    <a:pt x="14" y="0"/>
                    <a:pt x="10" y="1"/>
                  </a:cubicBezTo>
                  <a:cubicBezTo>
                    <a:pt x="7" y="1"/>
                    <a:pt x="4" y="3"/>
                    <a:pt x="3" y="6"/>
                  </a:cubicBezTo>
                  <a:cubicBezTo>
                    <a:pt x="0" y="13"/>
                    <a:pt x="5" y="22"/>
                    <a:pt x="14" y="24"/>
                  </a:cubicBezTo>
                  <a:cubicBezTo>
                    <a:pt x="23" y="26"/>
                    <a:pt x="30" y="20"/>
                    <a:pt x="29" y="15"/>
                  </a:cubicBezTo>
                  <a:cubicBezTo>
                    <a:pt x="28" y="9"/>
                    <a:pt x="26" y="8"/>
                    <a:pt x="20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9" name="Freeform 5634">
              <a:extLst>
                <a:ext uri="{FF2B5EF4-FFF2-40B4-BE49-F238E27FC236}">
                  <a16:creationId xmlns:a16="http://schemas.microsoft.com/office/drawing/2014/main" id="{563EC592-7398-47A8-9BEB-F4152EE49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101"/>
              <a:ext cx="32" cy="26"/>
            </a:xfrm>
            <a:custGeom>
              <a:avLst/>
              <a:gdLst>
                <a:gd name="T0" fmla="*/ 112 w 16"/>
                <a:gd name="T1" fmla="*/ 48 h 13"/>
                <a:gd name="T2" fmla="*/ 112 w 16"/>
                <a:gd name="T3" fmla="*/ 88 h 13"/>
                <a:gd name="T4" fmla="*/ 32 w 16"/>
                <a:gd name="T5" fmla="*/ 80 h 13"/>
                <a:gd name="T6" fmla="*/ 0 w 16"/>
                <a:gd name="T7" fmla="*/ 32 h 13"/>
                <a:gd name="T8" fmla="*/ 24 w 16"/>
                <a:gd name="T9" fmla="*/ 0 h 13"/>
                <a:gd name="T10" fmla="*/ 0 w 16"/>
                <a:gd name="T11" fmla="*/ 32 h 13"/>
                <a:gd name="T12" fmla="*/ 32 w 16"/>
                <a:gd name="T13" fmla="*/ 88 h 13"/>
                <a:gd name="T14" fmla="*/ 112 w 16"/>
                <a:gd name="T15" fmla="*/ 88 h 13"/>
                <a:gd name="T16" fmla="*/ 112 w 16"/>
                <a:gd name="T17" fmla="*/ 4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3">
                  <a:moveTo>
                    <a:pt x="14" y="6"/>
                  </a:moveTo>
                  <a:cubicBezTo>
                    <a:pt x="16" y="8"/>
                    <a:pt x="15" y="10"/>
                    <a:pt x="14" y="11"/>
                  </a:cubicBezTo>
                  <a:cubicBezTo>
                    <a:pt x="12" y="13"/>
                    <a:pt x="8" y="13"/>
                    <a:pt x="4" y="10"/>
                  </a:cubicBezTo>
                  <a:cubicBezTo>
                    <a:pt x="1" y="8"/>
                    <a:pt x="0" y="5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"/>
                    <a:pt x="0" y="8"/>
                    <a:pt x="4" y="11"/>
                  </a:cubicBezTo>
                  <a:cubicBezTo>
                    <a:pt x="8" y="13"/>
                    <a:pt x="12" y="13"/>
                    <a:pt x="14" y="11"/>
                  </a:cubicBezTo>
                  <a:cubicBezTo>
                    <a:pt x="15" y="10"/>
                    <a:pt x="16" y="8"/>
                    <a:pt x="14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0" name="Freeform 5635">
              <a:extLst>
                <a:ext uri="{FF2B5EF4-FFF2-40B4-BE49-F238E27FC236}">
                  <a16:creationId xmlns:a16="http://schemas.microsoft.com/office/drawing/2014/main" id="{6F0228E5-08F0-46BD-84B7-5EBE4ACDE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107"/>
              <a:ext cx="60" cy="54"/>
            </a:xfrm>
            <a:custGeom>
              <a:avLst/>
              <a:gdLst>
                <a:gd name="T0" fmla="*/ 160 w 30"/>
                <a:gd name="T1" fmla="*/ 32 h 27"/>
                <a:gd name="T2" fmla="*/ 80 w 30"/>
                <a:gd name="T3" fmla="*/ 8 h 27"/>
                <a:gd name="T4" fmla="*/ 24 w 30"/>
                <a:gd name="T5" fmla="*/ 56 h 27"/>
                <a:gd name="T6" fmla="*/ 112 w 30"/>
                <a:gd name="T7" fmla="*/ 200 h 27"/>
                <a:gd name="T8" fmla="*/ 232 w 30"/>
                <a:gd name="T9" fmla="*/ 120 h 27"/>
                <a:gd name="T10" fmla="*/ 160 w 30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0" y="4"/>
                  </a:moveTo>
                  <a:cubicBezTo>
                    <a:pt x="17" y="1"/>
                    <a:pt x="14" y="0"/>
                    <a:pt x="10" y="1"/>
                  </a:cubicBezTo>
                  <a:cubicBezTo>
                    <a:pt x="7" y="2"/>
                    <a:pt x="4" y="3"/>
                    <a:pt x="3" y="7"/>
                  </a:cubicBezTo>
                  <a:cubicBezTo>
                    <a:pt x="0" y="13"/>
                    <a:pt x="5" y="23"/>
                    <a:pt x="14" y="25"/>
                  </a:cubicBezTo>
                  <a:cubicBezTo>
                    <a:pt x="23" y="27"/>
                    <a:pt x="30" y="21"/>
                    <a:pt x="29" y="15"/>
                  </a:cubicBezTo>
                  <a:cubicBezTo>
                    <a:pt x="29" y="10"/>
                    <a:pt x="27" y="8"/>
                    <a:pt x="20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1" name="Freeform 5636">
              <a:extLst>
                <a:ext uri="{FF2B5EF4-FFF2-40B4-BE49-F238E27FC236}">
                  <a16:creationId xmlns:a16="http://schemas.microsoft.com/office/drawing/2014/main" id="{436B9E8C-B073-4ABD-8984-A48900B19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107"/>
              <a:ext cx="60" cy="54"/>
            </a:xfrm>
            <a:custGeom>
              <a:avLst/>
              <a:gdLst>
                <a:gd name="T0" fmla="*/ 160 w 30"/>
                <a:gd name="T1" fmla="*/ 32 h 27"/>
                <a:gd name="T2" fmla="*/ 80 w 30"/>
                <a:gd name="T3" fmla="*/ 8 h 27"/>
                <a:gd name="T4" fmla="*/ 24 w 30"/>
                <a:gd name="T5" fmla="*/ 56 h 27"/>
                <a:gd name="T6" fmla="*/ 112 w 30"/>
                <a:gd name="T7" fmla="*/ 200 h 27"/>
                <a:gd name="T8" fmla="*/ 232 w 30"/>
                <a:gd name="T9" fmla="*/ 120 h 27"/>
                <a:gd name="T10" fmla="*/ 160 w 30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0" y="4"/>
                  </a:moveTo>
                  <a:cubicBezTo>
                    <a:pt x="17" y="1"/>
                    <a:pt x="14" y="0"/>
                    <a:pt x="10" y="1"/>
                  </a:cubicBezTo>
                  <a:cubicBezTo>
                    <a:pt x="7" y="2"/>
                    <a:pt x="4" y="3"/>
                    <a:pt x="3" y="7"/>
                  </a:cubicBezTo>
                  <a:cubicBezTo>
                    <a:pt x="0" y="13"/>
                    <a:pt x="5" y="23"/>
                    <a:pt x="14" y="25"/>
                  </a:cubicBezTo>
                  <a:cubicBezTo>
                    <a:pt x="23" y="27"/>
                    <a:pt x="30" y="21"/>
                    <a:pt x="29" y="15"/>
                  </a:cubicBezTo>
                  <a:cubicBezTo>
                    <a:pt x="29" y="10"/>
                    <a:pt x="27" y="8"/>
                    <a:pt x="20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2" name="Freeform 5637">
              <a:extLst>
                <a:ext uri="{FF2B5EF4-FFF2-40B4-BE49-F238E27FC236}">
                  <a16:creationId xmlns:a16="http://schemas.microsoft.com/office/drawing/2014/main" id="{44A83DC4-738A-4662-8D10-9773D3161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119"/>
              <a:ext cx="32" cy="28"/>
            </a:xfrm>
            <a:custGeom>
              <a:avLst/>
              <a:gdLst>
                <a:gd name="T0" fmla="*/ 120 w 16"/>
                <a:gd name="T1" fmla="*/ 48 h 14"/>
                <a:gd name="T2" fmla="*/ 112 w 16"/>
                <a:gd name="T3" fmla="*/ 96 h 14"/>
                <a:gd name="T4" fmla="*/ 32 w 16"/>
                <a:gd name="T5" fmla="*/ 88 h 14"/>
                <a:gd name="T6" fmla="*/ 0 w 16"/>
                <a:gd name="T7" fmla="*/ 32 h 14"/>
                <a:gd name="T8" fmla="*/ 24 w 16"/>
                <a:gd name="T9" fmla="*/ 0 h 14"/>
                <a:gd name="T10" fmla="*/ 0 w 16"/>
                <a:gd name="T11" fmla="*/ 32 h 14"/>
                <a:gd name="T12" fmla="*/ 32 w 16"/>
                <a:gd name="T13" fmla="*/ 88 h 14"/>
                <a:gd name="T14" fmla="*/ 112 w 16"/>
                <a:gd name="T15" fmla="*/ 96 h 14"/>
                <a:gd name="T16" fmla="*/ 120 w 16"/>
                <a:gd name="T17" fmla="*/ 4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4">
                  <a:moveTo>
                    <a:pt x="15" y="6"/>
                  </a:moveTo>
                  <a:cubicBezTo>
                    <a:pt x="16" y="8"/>
                    <a:pt x="15" y="10"/>
                    <a:pt x="14" y="12"/>
                  </a:cubicBezTo>
                  <a:cubicBezTo>
                    <a:pt x="12" y="13"/>
                    <a:pt x="8" y="14"/>
                    <a:pt x="4" y="11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2" y="1"/>
                    <a:pt x="3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0" y="8"/>
                    <a:pt x="4" y="11"/>
                  </a:cubicBezTo>
                  <a:cubicBezTo>
                    <a:pt x="8" y="14"/>
                    <a:pt x="12" y="13"/>
                    <a:pt x="14" y="12"/>
                  </a:cubicBezTo>
                  <a:cubicBezTo>
                    <a:pt x="15" y="10"/>
                    <a:pt x="16" y="8"/>
                    <a:pt x="15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3" name="Freeform 5638">
              <a:extLst>
                <a:ext uri="{FF2B5EF4-FFF2-40B4-BE49-F238E27FC236}">
                  <a16:creationId xmlns:a16="http://schemas.microsoft.com/office/drawing/2014/main" id="{ACD987FD-3F2A-4EAA-804F-ACEA3227F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115"/>
              <a:ext cx="44" cy="58"/>
            </a:xfrm>
            <a:custGeom>
              <a:avLst/>
              <a:gdLst>
                <a:gd name="T0" fmla="*/ 144 w 22"/>
                <a:gd name="T1" fmla="*/ 48 h 29"/>
                <a:gd name="T2" fmla="*/ 96 w 22"/>
                <a:gd name="T3" fmla="*/ 8 h 29"/>
                <a:gd name="T4" fmla="*/ 16 w 22"/>
                <a:gd name="T5" fmla="*/ 128 h 29"/>
                <a:gd name="T6" fmla="*/ 120 w 22"/>
                <a:gd name="T7" fmla="*/ 224 h 29"/>
                <a:gd name="T8" fmla="*/ 176 w 22"/>
                <a:gd name="T9" fmla="*/ 168 h 29"/>
                <a:gd name="T10" fmla="*/ 160 w 22"/>
                <a:gd name="T11" fmla="*/ 96 h 29"/>
                <a:gd name="T12" fmla="*/ 144 w 22"/>
                <a:gd name="T13" fmla="*/ 4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8" y="6"/>
                  </a:moveTo>
                  <a:cubicBezTo>
                    <a:pt x="16" y="3"/>
                    <a:pt x="14" y="2"/>
                    <a:pt x="12" y="1"/>
                  </a:cubicBezTo>
                  <a:cubicBezTo>
                    <a:pt x="4" y="0"/>
                    <a:pt x="0" y="8"/>
                    <a:pt x="2" y="16"/>
                  </a:cubicBezTo>
                  <a:cubicBezTo>
                    <a:pt x="4" y="24"/>
                    <a:pt x="11" y="29"/>
                    <a:pt x="15" y="28"/>
                  </a:cubicBezTo>
                  <a:cubicBezTo>
                    <a:pt x="19" y="28"/>
                    <a:pt x="21" y="25"/>
                    <a:pt x="22" y="21"/>
                  </a:cubicBezTo>
                  <a:cubicBezTo>
                    <a:pt x="22" y="18"/>
                    <a:pt x="21" y="14"/>
                    <a:pt x="20" y="12"/>
                  </a:cubicBezTo>
                  <a:cubicBezTo>
                    <a:pt x="19" y="10"/>
                    <a:pt x="19" y="7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4" name="Freeform 5639">
              <a:extLst>
                <a:ext uri="{FF2B5EF4-FFF2-40B4-BE49-F238E27FC236}">
                  <a16:creationId xmlns:a16="http://schemas.microsoft.com/office/drawing/2014/main" id="{AA547823-25DF-412C-8659-11ED4B58F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115"/>
              <a:ext cx="44" cy="58"/>
            </a:xfrm>
            <a:custGeom>
              <a:avLst/>
              <a:gdLst>
                <a:gd name="T0" fmla="*/ 144 w 22"/>
                <a:gd name="T1" fmla="*/ 48 h 29"/>
                <a:gd name="T2" fmla="*/ 96 w 22"/>
                <a:gd name="T3" fmla="*/ 8 h 29"/>
                <a:gd name="T4" fmla="*/ 16 w 22"/>
                <a:gd name="T5" fmla="*/ 128 h 29"/>
                <a:gd name="T6" fmla="*/ 120 w 22"/>
                <a:gd name="T7" fmla="*/ 224 h 29"/>
                <a:gd name="T8" fmla="*/ 176 w 22"/>
                <a:gd name="T9" fmla="*/ 168 h 29"/>
                <a:gd name="T10" fmla="*/ 160 w 22"/>
                <a:gd name="T11" fmla="*/ 96 h 29"/>
                <a:gd name="T12" fmla="*/ 144 w 22"/>
                <a:gd name="T13" fmla="*/ 4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8" y="6"/>
                  </a:moveTo>
                  <a:cubicBezTo>
                    <a:pt x="16" y="3"/>
                    <a:pt x="14" y="2"/>
                    <a:pt x="12" y="1"/>
                  </a:cubicBezTo>
                  <a:cubicBezTo>
                    <a:pt x="4" y="0"/>
                    <a:pt x="0" y="8"/>
                    <a:pt x="2" y="16"/>
                  </a:cubicBezTo>
                  <a:cubicBezTo>
                    <a:pt x="4" y="24"/>
                    <a:pt x="11" y="29"/>
                    <a:pt x="15" y="28"/>
                  </a:cubicBezTo>
                  <a:cubicBezTo>
                    <a:pt x="19" y="28"/>
                    <a:pt x="21" y="25"/>
                    <a:pt x="22" y="21"/>
                  </a:cubicBezTo>
                  <a:cubicBezTo>
                    <a:pt x="22" y="18"/>
                    <a:pt x="21" y="14"/>
                    <a:pt x="20" y="12"/>
                  </a:cubicBezTo>
                  <a:cubicBezTo>
                    <a:pt x="19" y="10"/>
                    <a:pt x="19" y="7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5" name="Freeform 5640">
              <a:extLst>
                <a:ext uri="{FF2B5EF4-FFF2-40B4-BE49-F238E27FC236}">
                  <a16:creationId xmlns:a16="http://schemas.microsoft.com/office/drawing/2014/main" id="{DAAEC83B-1123-47D4-84EE-A74A56A41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129"/>
              <a:ext cx="16" cy="32"/>
            </a:xfrm>
            <a:custGeom>
              <a:avLst/>
              <a:gdLst>
                <a:gd name="T0" fmla="*/ 16 w 8"/>
                <a:gd name="T1" fmla="*/ 8 h 16"/>
                <a:gd name="T2" fmla="*/ 0 w 8"/>
                <a:gd name="T3" fmla="*/ 48 h 16"/>
                <a:gd name="T4" fmla="*/ 32 w 8"/>
                <a:gd name="T5" fmla="*/ 120 h 16"/>
                <a:gd name="T6" fmla="*/ 64 w 8"/>
                <a:gd name="T7" fmla="*/ 120 h 16"/>
                <a:gd name="T8" fmla="*/ 32 w 8"/>
                <a:gd name="T9" fmla="*/ 120 h 16"/>
                <a:gd name="T10" fmla="*/ 8 w 8"/>
                <a:gd name="T11" fmla="*/ 48 h 16"/>
                <a:gd name="T12" fmla="*/ 16 w 8"/>
                <a:gd name="T13" fmla="*/ 8 h 16"/>
                <a:gd name="T14" fmla="*/ 40 w 8"/>
                <a:gd name="T15" fmla="*/ 8 h 16"/>
                <a:gd name="T16" fmla="*/ 16 w 8"/>
                <a:gd name="T17" fmla="*/ 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6">
                  <a:moveTo>
                    <a:pt x="2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10"/>
                    <a:pt x="2" y="13"/>
                    <a:pt x="4" y="15"/>
                  </a:cubicBezTo>
                  <a:cubicBezTo>
                    <a:pt x="5" y="15"/>
                    <a:pt x="7" y="16"/>
                    <a:pt x="8" y="15"/>
                  </a:cubicBezTo>
                  <a:cubicBezTo>
                    <a:pt x="7" y="16"/>
                    <a:pt x="5" y="15"/>
                    <a:pt x="4" y="15"/>
                  </a:cubicBezTo>
                  <a:cubicBezTo>
                    <a:pt x="2" y="13"/>
                    <a:pt x="1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6" name="Freeform 5641">
              <a:extLst>
                <a:ext uri="{FF2B5EF4-FFF2-40B4-BE49-F238E27FC236}">
                  <a16:creationId xmlns:a16="http://schemas.microsoft.com/office/drawing/2014/main" id="{F4DC3349-FC0C-4FA2-B15B-2B39E191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095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48 w 22"/>
                <a:gd name="T7" fmla="*/ 152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7" name="Freeform 5642">
              <a:extLst>
                <a:ext uri="{FF2B5EF4-FFF2-40B4-BE49-F238E27FC236}">
                  <a16:creationId xmlns:a16="http://schemas.microsoft.com/office/drawing/2014/main" id="{E507F6E0-89F8-499D-9348-760799549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095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48 w 22"/>
                <a:gd name="T7" fmla="*/ 152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8" name="Freeform 5643">
              <a:extLst>
                <a:ext uri="{FF2B5EF4-FFF2-40B4-BE49-F238E27FC236}">
                  <a16:creationId xmlns:a16="http://schemas.microsoft.com/office/drawing/2014/main" id="{EC2D1900-63E0-4305-AE29-6BB3ABC7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105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88 h 12"/>
                <a:gd name="T4" fmla="*/ 16 w 11"/>
                <a:gd name="T5" fmla="*/ 56 h 12"/>
                <a:gd name="T6" fmla="*/ 8 w 11"/>
                <a:gd name="T7" fmla="*/ 16 h 12"/>
                <a:gd name="T8" fmla="*/ 32 w 11"/>
                <a:gd name="T9" fmla="*/ 0 h 12"/>
                <a:gd name="T10" fmla="*/ 8 w 11"/>
                <a:gd name="T11" fmla="*/ 8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4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9" name="Freeform 5644">
              <a:extLst>
                <a:ext uri="{FF2B5EF4-FFF2-40B4-BE49-F238E27FC236}">
                  <a16:creationId xmlns:a16="http://schemas.microsoft.com/office/drawing/2014/main" id="{C72DBDE7-7D3B-462F-8930-7CEC704E5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085"/>
              <a:ext cx="54" cy="56"/>
            </a:xfrm>
            <a:custGeom>
              <a:avLst/>
              <a:gdLst>
                <a:gd name="T0" fmla="*/ 136 w 27"/>
                <a:gd name="T1" fmla="*/ 208 h 28"/>
                <a:gd name="T2" fmla="*/ 192 w 27"/>
                <a:gd name="T3" fmla="*/ 80 h 28"/>
                <a:gd name="T4" fmla="*/ 48 w 27"/>
                <a:gd name="T5" fmla="*/ 40 h 28"/>
                <a:gd name="T6" fmla="*/ 136 w 27"/>
                <a:gd name="T7" fmla="*/ 20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17" y="26"/>
                  </a:moveTo>
                  <a:cubicBezTo>
                    <a:pt x="24" y="25"/>
                    <a:pt x="27" y="18"/>
                    <a:pt x="24" y="10"/>
                  </a:cubicBezTo>
                  <a:cubicBezTo>
                    <a:pt x="20" y="3"/>
                    <a:pt x="13" y="0"/>
                    <a:pt x="6" y="5"/>
                  </a:cubicBezTo>
                  <a:cubicBezTo>
                    <a:pt x="0" y="9"/>
                    <a:pt x="4" y="28"/>
                    <a:pt x="17" y="2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0" name="Freeform 5645">
              <a:extLst>
                <a:ext uri="{FF2B5EF4-FFF2-40B4-BE49-F238E27FC236}">
                  <a16:creationId xmlns:a16="http://schemas.microsoft.com/office/drawing/2014/main" id="{C5AFD431-633E-41A6-9319-869E39FDA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085"/>
              <a:ext cx="54" cy="56"/>
            </a:xfrm>
            <a:custGeom>
              <a:avLst/>
              <a:gdLst>
                <a:gd name="T0" fmla="*/ 136 w 27"/>
                <a:gd name="T1" fmla="*/ 208 h 28"/>
                <a:gd name="T2" fmla="*/ 192 w 27"/>
                <a:gd name="T3" fmla="*/ 80 h 28"/>
                <a:gd name="T4" fmla="*/ 48 w 27"/>
                <a:gd name="T5" fmla="*/ 40 h 28"/>
                <a:gd name="T6" fmla="*/ 136 w 27"/>
                <a:gd name="T7" fmla="*/ 20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17" y="26"/>
                  </a:moveTo>
                  <a:cubicBezTo>
                    <a:pt x="24" y="25"/>
                    <a:pt x="27" y="18"/>
                    <a:pt x="24" y="10"/>
                  </a:cubicBezTo>
                  <a:cubicBezTo>
                    <a:pt x="20" y="3"/>
                    <a:pt x="13" y="0"/>
                    <a:pt x="6" y="5"/>
                  </a:cubicBezTo>
                  <a:cubicBezTo>
                    <a:pt x="0" y="9"/>
                    <a:pt x="4" y="28"/>
                    <a:pt x="17" y="2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1" name="Freeform 5646">
              <a:extLst>
                <a:ext uri="{FF2B5EF4-FFF2-40B4-BE49-F238E27FC236}">
                  <a16:creationId xmlns:a16="http://schemas.microsoft.com/office/drawing/2014/main" id="{85DFE0C0-8B77-4D50-A7FD-BA31EA3ED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101"/>
              <a:ext cx="28" cy="26"/>
            </a:xfrm>
            <a:custGeom>
              <a:avLst/>
              <a:gdLst>
                <a:gd name="T0" fmla="*/ 104 w 14"/>
                <a:gd name="T1" fmla="*/ 24 h 13"/>
                <a:gd name="T2" fmla="*/ 104 w 14"/>
                <a:gd name="T3" fmla="*/ 72 h 13"/>
                <a:gd name="T4" fmla="*/ 56 w 14"/>
                <a:gd name="T5" fmla="*/ 96 h 13"/>
                <a:gd name="T6" fmla="*/ 8 w 14"/>
                <a:gd name="T7" fmla="*/ 64 h 13"/>
                <a:gd name="T8" fmla="*/ 16 w 14"/>
                <a:gd name="T9" fmla="*/ 0 h 13"/>
                <a:gd name="T10" fmla="*/ 8 w 14"/>
                <a:gd name="T11" fmla="*/ 64 h 13"/>
                <a:gd name="T12" fmla="*/ 56 w 14"/>
                <a:gd name="T13" fmla="*/ 96 h 13"/>
                <a:gd name="T14" fmla="*/ 104 w 14"/>
                <a:gd name="T15" fmla="*/ 72 h 13"/>
                <a:gd name="T16" fmla="*/ 104 w 14"/>
                <a:gd name="T17" fmla="*/ 2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3">
                  <a:moveTo>
                    <a:pt x="13" y="3"/>
                  </a:moveTo>
                  <a:cubicBezTo>
                    <a:pt x="14" y="4"/>
                    <a:pt x="14" y="7"/>
                    <a:pt x="13" y="9"/>
                  </a:cubicBezTo>
                  <a:cubicBezTo>
                    <a:pt x="11" y="11"/>
                    <a:pt x="9" y="12"/>
                    <a:pt x="7" y="12"/>
                  </a:cubicBezTo>
                  <a:cubicBezTo>
                    <a:pt x="5" y="12"/>
                    <a:pt x="3" y="10"/>
                    <a:pt x="1" y="8"/>
                  </a:cubicBezTo>
                  <a:cubicBezTo>
                    <a:pt x="0" y="5"/>
                    <a:pt x="0" y="2"/>
                    <a:pt x="2" y="0"/>
                  </a:cubicBezTo>
                  <a:cubicBezTo>
                    <a:pt x="0" y="2"/>
                    <a:pt x="0" y="5"/>
                    <a:pt x="1" y="8"/>
                  </a:cubicBezTo>
                  <a:cubicBezTo>
                    <a:pt x="2" y="10"/>
                    <a:pt x="5" y="12"/>
                    <a:pt x="7" y="12"/>
                  </a:cubicBezTo>
                  <a:cubicBezTo>
                    <a:pt x="9" y="13"/>
                    <a:pt x="12" y="11"/>
                    <a:pt x="13" y="9"/>
                  </a:cubicBezTo>
                  <a:cubicBezTo>
                    <a:pt x="14" y="7"/>
                    <a:pt x="14" y="4"/>
                    <a:pt x="13" y="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2" name="Freeform 5647">
              <a:extLst>
                <a:ext uri="{FF2B5EF4-FFF2-40B4-BE49-F238E27FC236}">
                  <a16:creationId xmlns:a16="http://schemas.microsoft.com/office/drawing/2014/main" id="{BFE71338-3564-4066-88F3-1FB5D4A5E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343"/>
              <a:ext cx="52" cy="60"/>
            </a:xfrm>
            <a:custGeom>
              <a:avLst/>
              <a:gdLst>
                <a:gd name="T0" fmla="*/ 144 w 26"/>
                <a:gd name="T1" fmla="*/ 24 h 30"/>
                <a:gd name="T2" fmla="*/ 80 w 26"/>
                <a:gd name="T3" fmla="*/ 0 h 30"/>
                <a:gd name="T4" fmla="*/ 32 w 26"/>
                <a:gd name="T5" fmla="*/ 136 h 30"/>
                <a:gd name="T6" fmla="*/ 168 w 26"/>
                <a:gd name="T7" fmla="*/ 224 h 30"/>
                <a:gd name="T8" fmla="*/ 208 w 26"/>
                <a:gd name="T9" fmla="*/ 152 h 30"/>
                <a:gd name="T10" fmla="*/ 176 w 26"/>
                <a:gd name="T11" fmla="*/ 80 h 30"/>
                <a:gd name="T12" fmla="*/ 144 w 26"/>
                <a:gd name="T13" fmla="*/ 2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0">
                  <a:moveTo>
                    <a:pt x="18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9"/>
                    <a:pt x="4" y="17"/>
                  </a:cubicBezTo>
                  <a:cubicBezTo>
                    <a:pt x="8" y="26"/>
                    <a:pt x="17" y="30"/>
                    <a:pt x="21" y="28"/>
                  </a:cubicBezTo>
                  <a:cubicBezTo>
                    <a:pt x="25" y="26"/>
                    <a:pt x="26" y="23"/>
                    <a:pt x="26" y="19"/>
                  </a:cubicBezTo>
                  <a:cubicBezTo>
                    <a:pt x="25" y="15"/>
                    <a:pt x="23" y="12"/>
                    <a:pt x="22" y="10"/>
                  </a:cubicBezTo>
                  <a:cubicBezTo>
                    <a:pt x="20" y="7"/>
                    <a:pt x="19" y="5"/>
                    <a:pt x="18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3" name="Freeform 5648">
              <a:extLst>
                <a:ext uri="{FF2B5EF4-FFF2-40B4-BE49-F238E27FC236}">
                  <a16:creationId xmlns:a16="http://schemas.microsoft.com/office/drawing/2014/main" id="{C4ACEA0D-F580-4553-B479-68E92E246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343"/>
              <a:ext cx="52" cy="60"/>
            </a:xfrm>
            <a:custGeom>
              <a:avLst/>
              <a:gdLst>
                <a:gd name="T0" fmla="*/ 144 w 26"/>
                <a:gd name="T1" fmla="*/ 24 h 30"/>
                <a:gd name="T2" fmla="*/ 80 w 26"/>
                <a:gd name="T3" fmla="*/ 0 h 30"/>
                <a:gd name="T4" fmla="*/ 32 w 26"/>
                <a:gd name="T5" fmla="*/ 136 h 30"/>
                <a:gd name="T6" fmla="*/ 168 w 26"/>
                <a:gd name="T7" fmla="*/ 224 h 30"/>
                <a:gd name="T8" fmla="*/ 208 w 26"/>
                <a:gd name="T9" fmla="*/ 152 h 30"/>
                <a:gd name="T10" fmla="*/ 176 w 26"/>
                <a:gd name="T11" fmla="*/ 80 h 30"/>
                <a:gd name="T12" fmla="*/ 144 w 26"/>
                <a:gd name="T13" fmla="*/ 2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0">
                  <a:moveTo>
                    <a:pt x="18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9"/>
                    <a:pt x="4" y="17"/>
                  </a:cubicBezTo>
                  <a:cubicBezTo>
                    <a:pt x="8" y="26"/>
                    <a:pt x="17" y="30"/>
                    <a:pt x="21" y="28"/>
                  </a:cubicBezTo>
                  <a:cubicBezTo>
                    <a:pt x="25" y="26"/>
                    <a:pt x="26" y="23"/>
                    <a:pt x="26" y="19"/>
                  </a:cubicBezTo>
                  <a:cubicBezTo>
                    <a:pt x="25" y="15"/>
                    <a:pt x="23" y="12"/>
                    <a:pt x="22" y="10"/>
                  </a:cubicBezTo>
                  <a:cubicBezTo>
                    <a:pt x="20" y="7"/>
                    <a:pt x="19" y="5"/>
                    <a:pt x="18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4" name="Freeform 5649">
              <a:extLst>
                <a:ext uri="{FF2B5EF4-FFF2-40B4-BE49-F238E27FC236}">
                  <a16:creationId xmlns:a16="http://schemas.microsoft.com/office/drawing/2014/main" id="{336D41FF-29D2-4D1F-848E-E8C320D7A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357"/>
              <a:ext cx="22" cy="30"/>
            </a:xfrm>
            <a:custGeom>
              <a:avLst/>
              <a:gdLst>
                <a:gd name="T0" fmla="*/ 16 w 11"/>
                <a:gd name="T1" fmla="*/ 0 h 15"/>
                <a:gd name="T2" fmla="*/ 8 w 11"/>
                <a:gd name="T3" fmla="*/ 48 h 15"/>
                <a:gd name="T4" fmla="*/ 56 w 11"/>
                <a:gd name="T5" fmla="*/ 120 h 15"/>
                <a:gd name="T6" fmla="*/ 88 w 11"/>
                <a:gd name="T7" fmla="*/ 120 h 15"/>
                <a:gd name="T8" fmla="*/ 56 w 11"/>
                <a:gd name="T9" fmla="*/ 112 h 15"/>
                <a:gd name="T10" fmla="*/ 8 w 11"/>
                <a:gd name="T11" fmla="*/ 48 h 15"/>
                <a:gd name="T12" fmla="*/ 16 w 11"/>
                <a:gd name="T13" fmla="*/ 8 h 15"/>
                <a:gd name="T14" fmla="*/ 32 w 11"/>
                <a:gd name="T15" fmla="*/ 0 h 15"/>
                <a:gd name="T16" fmla="*/ 16 w 11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5">
                  <a:moveTo>
                    <a:pt x="2" y="0"/>
                  </a:moveTo>
                  <a:cubicBezTo>
                    <a:pt x="0" y="1"/>
                    <a:pt x="0" y="4"/>
                    <a:pt x="1" y="6"/>
                  </a:cubicBezTo>
                  <a:cubicBezTo>
                    <a:pt x="2" y="10"/>
                    <a:pt x="5" y="13"/>
                    <a:pt x="7" y="15"/>
                  </a:cubicBezTo>
                  <a:cubicBezTo>
                    <a:pt x="9" y="15"/>
                    <a:pt x="10" y="15"/>
                    <a:pt x="11" y="15"/>
                  </a:cubicBezTo>
                  <a:cubicBezTo>
                    <a:pt x="10" y="15"/>
                    <a:pt x="9" y="15"/>
                    <a:pt x="7" y="14"/>
                  </a:cubicBezTo>
                  <a:cubicBezTo>
                    <a:pt x="5" y="13"/>
                    <a:pt x="3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5" name="Freeform 5650">
              <a:extLst>
                <a:ext uri="{FF2B5EF4-FFF2-40B4-BE49-F238E27FC236}">
                  <a16:creationId xmlns:a16="http://schemas.microsoft.com/office/drawing/2014/main" id="{AB4F2EB6-222D-4878-B108-0E3AD4303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183"/>
              <a:ext cx="56" cy="64"/>
            </a:xfrm>
            <a:custGeom>
              <a:avLst/>
              <a:gdLst>
                <a:gd name="T0" fmla="*/ 128 w 28"/>
                <a:gd name="T1" fmla="*/ 24 h 32"/>
                <a:gd name="T2" fmla="*/ 40 w 28"/>
                <a:gd name="T3" fmla="*/ 24 h 32"/>
                <a:gd name="T4" fmla="*/ 64 w 28"/>
                <a:gd name="T5" fmla="*/ 176 h 32"/>
                <a:gd name="T6" fmla="*/ 192 w 28"/>
                <a:gd name="T7" fmla="*/ 240 h 32"/>
                <a:gd name="T8" fmla="*/ 216 w 28"/>
                <a:gd name="T9" fmla="*/ 176 h 32"/>
                <a:gd name="T10" fmla="*/ 176 w 28"/>
                <a:gd name="T11" fmla="*/ 104 h 32"/>
                <a:gd name="T12" fmla="*/ 128 w 28"/>
                <a:gd name="T13" fmla="*/ 2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2">
                  <a:moveTo>
                    <a:pt x="16" y="3"/>
                  </a:moveTo>
                  <a:cubicBezTo>
                    <a:pt x="12" y="1"/>
                    <a:pt x="9" y="0"/>
                    <a:pt x="5" y="3"/>
                  </a:cubicBezTo>
                  <a:cubicBezTo>
                    <a:pt x="0" y="7"/>
                    <a:pt x="2" y="14"/>
                    <a:pt x="8" y="22"/>
                  </a:cubicBezTo>
                  <a:cubicBezTo>
                    <a:pt x="14" y="29"/>
                    <a:pt x="18" y="32"/>
                    <a:pt x="24" y="30"/>
                  </a:cubicBezTo>
                  <a:cubicBezTo>
                    <a:pt x="27" y="28"/>
                    <a:pt x="28" y="26"/>
                    <a:pt x="27" y="22"/>
                  </a:cubicBezTo>
                  <a:cubicBezTo>
                    <a:pt x="27" y="18"/>
                    <a:pt x="24" y="17"/>
                    <a:pt x="22" y="13"/>
                  </a:cubicBezTo>
                  <a:cubicBezTo>
                    <a:pt x="20" y="11"/>
                    <a:pt x="19" y="6"/>
                    <a:pt x="16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6" name="Freeform 5651">
              <a:extLst>
                <a:ext uri="{FF2B5EF4-FFF2-40B4-BE49-F238E27FC236}">
                  <a16:creationId xmlns:a16="http://schemas.microsoft.com/office/drawing/2014/main" id="{1D0EA6BB-2F8F-4743-86C7-EBC0C1D1F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183"/>
              <a:ext cx="56" cy="64"/>
            </a:xfrm>
            <a:custGeom>
              <a:avLst/>
              <a:gdLst>
                <a:gd name="T0" fmla="*/ 128 w 28"/>
                <a:gd name="T1" fmla="*/ 24 h 32"/>
                <a:gd name="T2" fmla="*/ 40 w 28"/>
                <a:gd name="T3" fmla="*/ 24 h 32"/>
                <a:gd name="T4" fmla="*/ 64 w 28"/>
                <a:gd name="T5" fmla="*/ 176 h 32"/>
                <a:gd name="T6" fmla="*/ 192 w 28"/>
                <a:gd name="T7" fmla="*/ 240 h 32"/>
                <a:gd name="T8" fmla="*/ 216 w 28"/>
                <a:gd name="T9" fmla="*/ 176 h 32"/>
                <a:gd name="T10" fmla="*/ 176 w 28"/>
                <a:gd name="T11" fmla="*/ 104 h 32"/>
                <a:gd name="T12" fmla="*/ 128 w 28"/>
                <a:gd name="T13" fmla="*/ 2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2">
                  <a:moveTo>
                    <a:pt x="16" y="3"/>
                  </a:moveTo>
                  <a:cubicBezTo>
                    <a:pt x="12" y="1"/>
                    <a:pt x="9" y="0"/>
                    <a:pt x="5" y="3"/>
                  </a:cubicBezTo>
                  <a:cubicBezTo>
                    <a:pt x="0" y="7"/>
                    <a:pt x="2" y="14"/>
                    <a:pt x="8" y="22"/>
                  </a:cubicBezTo>
                  <a:cubicBezTo>
                    <a:pt x="14" y="29"/>
                    <a:pt x="18" y="32"/>
                    <a:pt x="24" y="30"/>
                  </a:cubicBezTo>
                  <a:cubicBezTo>
                    <a:pt x="27" y="28"/>
                    <a:pt x="28" y="26"/>
                    <a:pt x="27" y="22"/>
                  </a:cubicBezTo>
                  <a:cubicBezTo>
                    <a:pt x="27" y="18"/>
                    <a:pt x="24" y="17"/>
                    <a:pt x="22" y="13"/>
                  </a:cubicBezTo>
                  <a:cubicBezTo>
                    <a:pt x="20" y="11"/>
                    <a:pt x="19" y="6"/>
                    <a:pt x="16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7" name="Freeform 5652">
              <a:extLst>
                <a:ext uri="{FF2B5EF4-FFF2-40B4-BE49-F238E27FC236}">
                  <a16:creationId xmlns:a16="http://schemas.microsoft.com/office/drawing/2014/main" id="{085EACB3-FDDA-47B3-AED7-79C024DDE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195"/>
              <a:ext cx="28" cy="36"/>
            </a:xfrm>
            <a:custGeom>
              <a:avLst/>
              <a:gdLst>
                <a:gd name="T0" fmla="*/ 112 w 14"/>
                <a:gd name="T1" fmla="*/ 128 h 18"/>
                <a:gd name="T2" fmla="*/ 104 w 14"/>
                <a:gd name="T3" fmla="*/ 136 h 18"/>
                <a:gd name="T4" fmla="*/ 32 w 14"/>
                <a:gd name="T5" fmla="*/ 80 h 18"/>
                <a:gd name="T6" fmla="*/ 16 w 14"/>
                <a:gd name="T7" fmla="*/ 8 h 18"/>
                <a:gd name="T8" fmla="*/ 40 w 14"/>
                <a:gd name="T9" fmla="*/ 8 h 18"/>
                <a:gd name="T10" fmla="*/ 8 w 14"/>
                <a:gd name="T11" fmla="*/ 8 h 18"/>
                <a:gd name="T12" fmla="*/ 32 w 14"/>
                <a:gd name="T13" fmla="*/ 80 h 18"/>
                <a:gd name="T14" fmla="*/ 104 w 14"/>
                <a:gd name="T15" fmla="*/ 136 h 18"/>
                <a:gd name="T16" fmla="*/ 112 w 14"/>
                <a:gd name="T17" fmla="*/ 12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8">
                  <a:moveTo>
                    <a:pt x="14" y="16"/>
                  </a:moveTo>
                  <a:cubicBezTo>
                    <a:pt x="14" y="16"/>
                    <a:pt x="14" y="17"/>
                    <a:pt x="13" y="17"/>
                  </a:cubicBezTo>
                  <a:cubicBezTo>
                    <a:pt x="12" y="17"/>
                    <a:pt x="9" y="16"/>
                    <a:pt x="4" y="10"/>
                  </a:cubicBezTo>
                  <a:cubicBezTo>
                    <a:pt x="1" y="5"/>
                    <a:pt x="1" y="2"/>
                    <a:pt x="2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5"/>
                    <a:pt x="4" y="10"/>
                  </a:cubicBezTo>
                  <a:cubicBezTo>
                    <a:pt x="8" y="16"/>
                    <a:pt x="12" y="18"/>
                    <a:pt x="13" y="17"/>
                  </a:cubicBezTo>
                  <a:cubicBezTo>
                    <a:pt x="14" y="17"/>
                    <a:pt x="14" y="16"/>
                    <a:pt x="14" y="1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8" name="Freeform 5653">
              <a:extLst>
                <a:ext uri="{FF2B5EF4-FFF2-40B4-BE49-F238E27FC236}">
                  <a16:creationId xmlns:a16="http://schemas.microsoft.com/office/drawing/2014/main" id="{0B57B101-D0EC-4613-91A8-3A3D9B6EF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147"/>
              <a:ext cx="46" cy="60"/>
            </a:xfrm>
            <a:custGeom>
              <a:avLst/>
              <a:gdLst>
                <a:gd name="T0" fmla="*/ 144 w 23"/>
                <a:gd name="T1" fmla="*/ 48 h 30"/>
                <a:gd name="T2" fmla="*/ 96 w 23"/>
                <a:gd name="T3" fmla="*/ 16 h 30"/>
                <a:gd name="T4" fmla="*/ 24 w 23"/>
                <a:gd name="T5" fmla="*/ 136 h 30"/>
                <a:gd name="T6" fmla="*/ 128 w 23"/>
                <a:gd name="T7" fmla="*/ 232 h 30"/>
                <a:gd name="T8" fmla="*/ 176 w 23"/>
                <a:gd name="T9" fmla="*/ 176 h 30"/>
                <a:gd name="T10" fmla="*/ 168 w 23"/>
                <a:gd name="T11" fmla="*/ 104 h 30"/>
                <a:gd name="T12" fmla="*/ 144 w 23"/>
                <a:gd name="T13" fmla="*/ 4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0">
                  <a:moveTo>
                    <a:pt x="18" y="6"/>
                  </a:moveTo>
                  <a:cubicBezTo>
                    <a:pt x="17" y="4"/>
                    <a:pt x="15" y="3"/>
                    <a:pt x="12" y="2"/>
                  </a:cubicBezTo>
                  <a:cubicBezTo>
                    <a:pt x="4" y="0"/>
                    <a:pt x="0" y="8"/>
                    <a:pt x="3" y="17"/>
                  </a:cubicBezTo>
                  <a:cubicBezTo>
                    <a:pt x="5" y="25"/>
                    <a:pt x="11" y="30"/>
                    <a:pt x="16" y="29"/>
                  </a:cubicBezTo>
                  <a:cubicBezTo>
                    <a:pt x="20" y="28"/>
                    <a:pt x="22" y="26"/>
                    <a:pt x="22" y="22"/>
                  </a:cubicBezTo>
                  <a:cubicBezTo>
                    <a:pt x="23" y="19"/>
                    <a:pt x="21" y="15"/>
                    <a:pt x="21" y="13"/>
                  </a:cubicBezTo>
                  <a:cubicBezTo>
                    <a:pt x="20" y="11"/>
                    <a:pt x="20" y="8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9" name="Freeform 5654">
              <a:extLst>
                <a:ext uri="{FF2B5EF4-FFF2-40B4-BE49-F238E27FC236}">
                  <a16:creationId xmlns:a16="http://schemas.microsoft.com/office/drawing/2014/main" id="{760842DC-A5A9-44F9-B4C8-EE1E4F191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147"/>
              <a:ext cx="46" cy="60"/>
            </a:xfrm>
            <a:custGeom>
              <a:avLst/>
              <a:gdLst>
                <a:gd name="T0" fmla="*/ 144 w 23"/>
                <a:gd name="T1" fmla="*/ 48 h 30"/>
                <a:gd name="T2" fmla="*/ 96 w 23"/>
                <a:gd name="T3" fmla="*/ 16 h 30"/>
                <a:gd name="T4" fmla="*/ 24 w 23"/>
                <a:gd name="T5" fmla="*/ 136 h 30"/>
                <a:gd name="T6" fmla="*/ 128 w 23"/>
                <a:gd name="T7" fmla="*/ 232 h 30"/>
                <a:gd name="T8" fmla="*/ 176 w 23"/>
                <a:gd name="T9" fmla="*/ 176 h 30"/>
                <a:gd name="T10" fmla="*/ 168 w 23"/>
                <a:gd name="T11" fmla="*/ 104 h 30"/>
                <a:gd name="T12" fmla="*/ 144 w 23"/>
                <a:gd name="T13" fmla="*/ 4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0">
                  <a:moveTo>
                    <a:pt x="18" y="6"/>
                  </a:moveTo>
                  <a:cubicBezTo>
                    <a:pt x="17" y="4"/>
                    <a:pt x="15" y="3"/>
                    <a:pt x="12" y="2"/>
                  </a:cubicBezTo>
                  <a:cubicBezTo>
                    <a:pt x="4" y="0"/>
                    <a:pt x="0" y="8"/>
                    <a:pt x="3" y="17"/>
                  </a:cubicBezTo>
                  <a:cubicBezTo>
                    <a:pt x="5" y="25"/>
                    <a:pt x="11" y="30"/>
                    <a:pt x="16" y="29"/>
                  </a:cubicBezTo>
                  <a:cubicBezTo>
                    <a:pt x="20" y="28"/>
                    <a:pt x="22" y="26"/>
                    <a:pt x="22" y="22"/>
                  </a:cubicBezTo>
                  <a:cubicBezTo>
                    <a:pt x="23" y="19"/>
                    <a:pt x="21" y="15"/>
                    <a:pt x="21" y="13"/>
                  </a:cubicBezTo>
                  <a:cubicBezTo>
                    <a:pt x="20" y="11"/>
                    <a:pt x="20" y="8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0" name="Freeform 5655">
              <a:extLst>
                <a:ext uri="{FF2B5EF4-FFF2-40B4-BE49-F238E27FC236}">
                  <a16:creationId xmlns:a16="http://schemas.microsoft.com/office/drawing/2014/main" id="{2A3B23DA-8943-4994-B4C2-1CDD80908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163"/>
              <a:ext cx="14" cy="30"/>
            </a:xfrm>
            <a:custGeom>
              <a:avLst/>
              <a:gdLst>
                <a:gd name="T0" fmla="*/ 16 w 7"/>
                <a:gd name="T1" fmla="*/ 8 h 15"/>
                <a:gd name="T2" fmla="*/ 0 w 7"/>
                <a:gd name="T3" fmla="*/ 48 h 15"/>
                <a:gd name="T4" fmla="*/ 32 w 7"/>
                <a:gd name="T5" fmla="*/ 112 h 15"/>
                <a:gd name="T6" fmla="*/ 56 w 7"/>
                <a:gd name="T7" fmla="*/ 120 h 15"/>
                <a:gd name="T8" fmla="*/ 32 w 7"/>
                <a:gd name="T9" fmla="*/ 112 h 15"/>
                <a:gd name="T10" fmla="*/ 0 w 7"/>
                <a:gd name="T11" fmla="*/ 48 h 15"/>
                <a:gd name="T12" fmla="*/ 16 w 7"/>
                <a:gd name="T13" fmla="*/ 8 h 15"/>
                <a:gd name="T14" fmla="*/ 40 w 7"/>
                <a:gd name="T15" fmla="*/ 8 h 15"/>
                <a:gd name="T16" fmla="*/ 16 w 7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15">
                  <a:moveTo>
                    <a:pt x="2" y="1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0" y="9"/>
                    <a:pt x="2" y="13"/>
                    <a:pt x="4" y="14"/>
                  </a:cubicBezTo>
                  <a:cubicBezTo>
                    <a:pt x="5" y="15"/>
                    <a:pt x="6" y="15"/>
                    <a:pt x="7" y="15"/>
                  </a:cubicBezTo>
                  <a:cubicBezTo>
                    <a:pt x="6" y="15"/>
                    <a:pt x="5" y="15"/>
                    <a:pt x="4" y="14"/>
                  </a:cubicBezTo>
                  <a:cubicBezTo>
                    <a:pt x="2" y="13"/>
                    <a:pt x="1" y="9"/>
                    <a:pt x="0" y="6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1" name="Freeform 5656">
              <a:extLst>
                <a:ext uri="{FF2B5EF4-FFF2-40B4-BE49-F238E27FC236}">
                  <a16:creationId xmlns:a16="http://schemas.microsoft.com/office/drawing/2014/main" id="{FB689714-0A81-4AEB-8A0C-FEFDE8086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155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8 h 23"/>
                <a:gd name="T6" fmla="*/ 48 w 22"/>
                <a:gd name="T7" fmla="*/ 144 h 23"/>
                <a:gd name="T8" fmla="*/ 160 w 22"/>
                <a:gd name="T9" fmla="*/ 136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2" name="Freeform 5657">
              <a:extLst>
                <a:ext uri="{FF2B5EF4-FFF2-40B4-BE49-F238E27FC236}">
                  <a16:creationId xmlns:a16="http://schemas.microsoft.com/office/drawing/2014/main" id="{F2FDB74D-B61A-442D-9450-C1A76A77D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155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8 h 23"/>
                <a:gd name="T6" fmla="*/ 48 w 22"/>
                <a:gd name="T7" fmla="*/ 144 h 23"/>
                <a:gd name="T8" fmla="*/ 160 w 22"/>
                <a:gd name="T9" fmla="*/ 136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3" name="Freeform 5658">
              <a:extLst>
                <a:ext uri="{FF2B5EF4-FFF2-40B4-BE49-F238E27FC236}">
                  <a16:creationId xmlns:a16="http://schemas.microsoft.com/office/drawing/2014/main" id="{C4C440B3-6A27-492D-81ED-8681C15B1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163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8 w 11"/>
                <a:gd name="T7" fmla="*/ 16 h 12"/>
                <a:gd name="T8" fmla="*/ 40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4" name="Freeform 5659">
              <a:extLst>
                <a:ext uri="{FF2B5EF4-FFF2-40B4-BE49-F238E27FC236}">
                  <a16:creationId xmlns:a16="http://schemas.microsoft.com/office/drawing/2014/main" id="{709FFFAB-4A44-43D3-8F89-5C5A41D1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323"/>
              <a:ext cx="48" cy="70"/>
            </a:xfrm>
            <a:custGeom>
              <a:avLst/>
              <a:gdLst>
                <a:gd name="T0" fmla="*/ 192 w 24"/>
                <a:gd name="T1" fmla="*/ 112 h 35"/>
                <a:gd name="T2" fmla="*/ 168 w 24"/>
                <a:gd name="T3" fmla="*/ 48 h 35"/>
                <a:gd name="T4" fmla="*/ 24 w 24"/>
                <a:gd name="T5" fmla="*/ 112 h 35"/>
                <a:gd name="T6" fmla="*/ 56 w 24"/>
                <a:gd name="T7" fmla="*/ 264 h 35"/>
                <a:gd name="T8" fmla="*/ 144 w 24"/>
                <a:gd name="T9" fmla="*/ 248 h 35"/>
                <a:gd name="T10" fmla="*/ 176 w 24"/>
                <a:gd name="T11" fmla="*/ 168 h 35"/>
                <a:gd name="T12" fmla="*/ 192 w 24"/>
                <a:gd name="T13" fmla="*/ 112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4"/>
                  </a:moveTo>
                  <a:cubicBezTo>
                    <a:pt x="23" y="11"/>
                    <a:pt x="23" y="8"/>
                    <a:pt x="21" y="6"/>
                  </a:cubicBezTo>
                  <a:cubicBezTo>
                    <a:pt x="14" y="0"/>
                    <a:pt x="6" y="5"/>
                    <a:pt x="3" y="14"/>
                  </a:cubicBezTo>
                  <a:cubicBezTo>
                    <a:pt x="0" y="22"/>
                    <a:pt x="3" y="31"/>
                    <a:pt x="7" y="33"/>
                  </a:cubicBezTo>
                  <a:cubicBezTo>
                    <a:pt x="11" y="35"/>
                    <a:pt x="15" y="34"/>
                    <a:pt x="18" y="31"/>
                  </a:cubicBezTo>
                  <a:cubicBezTo>
                    <a:pt x="20" y="28"/>
                    <a:pt x="21" y="24"/>
                    <a:pt x="22" y="21"/>
                  </a:cubicBezTo>
                  <a:cubicBezTo>
                    <a:pt x="22" y="19"/>
                    <a:pt x="24" y="16"/>
                    <a:pt x="24" y="1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5" name="Freeform 5660">
              <a:extLst>
                <a:ext uri="{FF2B5EF4-FFF2-40B4-BE49-F238E27FC236}">
                  <a16:creationId xmlns:a16="http://schemas.microsoft.com/office/drawing/2014/main" id="{F4E5CE74-45E2-4982-AFDB-525FAD1C5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323"/>
              <a:ext cx="48" cy="70"/>
            </a:xfrm>
            <a:custGeom>
              <a:avLst/>
              <a:gdLst>
                <a:gd name="T0" fmla="*/ 192 w 24"/>
                <a:gd name="T1" fmla="*/ 112 h 35"/>
                <a:gd name="T2" fmla="*/ 168 w 24"/>
                <a:gd name="T3" fmla="*/ 48 h 35"/>
                <a:gd name="T4" fmla="*/ 24 w 24"/>
                <a:gd name="T5" fmla="*/ 112 h 35"/>
                <a:gd name="T6" fmla="*/ 56 w 24"/>
                <a:gd name="T7" fmla="*/ 264 h 35"/>
                <a:gd name="T8" fmla="*/ 144 w 24"/>
                <a:gd name="T9" fmla="*/ 248 h 35"/>
                <a:gd name="T10" fmla="*/ 176 w 24"/>
                <a:gd name="T11" fmla="*/ 168 h 35"/>
                <a:gd name="T12" fmla="*/ 192 w 24"/>
                <a:gd name="T13" fmla="*/ 112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4"/>
                  </a:moveTo>
                  <a:cubicBezTo>
                    <a:pt x="23" y="11"/>
                    <a:pt x="23" y="8"/>
                    <a:pt x="21" y="6"/>
                  </a:cubicBezTo>
                  <a:cubicBezTo>
                    <a:pt x="14" y="0"/>
                    <a:pt x="6" y="5"/>
                    <a:pt x="3" y="14"/>
                  </a:cubicBezTo>
                  <a:cubicBezTo>
                    <a:pt x="0" y="22"/>
                    <a:pt x="3" y="31"/>
                    <a:pt x="7" y="33"/>
                  </a:cubicBezTo>
                  <a:cubicBezTo>
                    <a:pt x="11" y="35"/>
                    <a:pt x="15" y="34"/>
                    <a:pt x="18" y="31"/>
                  </a:cubicBezTo>
                  <a:cubicBezTo>
                    <a:pt x="20" y="28"/>
                    <a:pt x="21" y="24"/>
                    <a:pt x="22" y="21"/>
                  </a:cubicBezTo>
                  <a:cubicBezTo>
                    <a:pt x="22" y="19"/>
                    <a:pt x="24" y="16"/>
                    <a:pt x="24" y="1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6" name="Freeform 5661">
              <a:extLst>
                <a:ext uri="{FF2B5EF4-FFF2-40B4-BE49-F238E27FC236}">
                  <a16:creationId xmlns:a16="http://schemas.microsoft.com/office/drawing/2014/main" id="{12D48362-E139-4681-BE76-7F8AE085E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345"/>
              <a:ext cx="20" cy="32"/>
            </a:xfrm>
            <a:custGeom>
              <a:avLst/>
              <a:gdLst>
                <a:gd name="T0" fmla="*/ 56 w 10"/>
                <a:gd name="T1" fmla="*/ 0 h 16"/>
                <a:gd name="T2" fmla="*/ 16 w 10"/>
                <a:gd name="T3" fmla="*/ 24 h 16"/>
                <a:gd name="T4" fmla="*/ 8 w 10"/>
                <a:gd name="T5" fmla="*/ 112 h 16"/>
                <a:gd name="T6" fmla="*/ 24 w 10"/>
                <a:gd name="T7" fmla="*/ 128 h 16"/>
                <a:gd name="T8" fmla="*/ 8 w 10"/>
                <a:gd name="T9" fmla="*/ 112 h 16"/>
                <a:gd name="T10" fmla="*/ 24 w 10"/>
                <a:gd name="T11" fmla="*/ 32 h 16"/>
                <a:gd name="T12" fmla="*/ 56 w 10"/>
                <a:gd name="T13" fmla="*/ 0 h 16"/>
                <a:gd name="T14" fmla="*/ 80 w 10"/>
                <a:gd name="T15" fmla="*/ 16 h 16"/>
                <a:gd name="T16" fmla="*/ 56 w 10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6" y="0"/>
                    <a:pt x="4" y="1"/>
                    <a:pt x="2" y="3"/>
                  </a:cubicBezTo>
                  <a:cubicBezTo>
                    <a:pt x="1" y="7"/>
                    <a:pt x="0" y="11"/>
                    <a:pt x="1" y="14"/>
                  </a:cubicBezTo>
                  <a:cubicBezTo>
                    <a:pt x="1" y="15"/>
                    <a:pt x="2" y="16"/>
                    <a:pt x="3" y="16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1"/>
                    <a:pt x="1" y="7"/>
                    <a:pt x="3" y="4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9" y="1"/>
                    <a:pt x="8" y="0"/>
                    <a:pt x="7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7" name="Freeform 5662">
              <a:extLst>
                <a:ext uri="{FF2B5EF4-FFF2-40B4-BE49-F238E27FC236}">
                  <a16:creationId xmlns:a16="http://schemas.microsoft.com/office/drawing/2014/main" id="{00070B33-BBB8-49FA-8E3A-DC6332339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349"/>
              <a:ext cx="60" cy="62"/>
            </a:xfrm>
            <a:custGeom>
              <a:avLst/>
              <a:gdLst>
                <a:gd name="T0" fmla="*/ 120 w 30"/>
                <a:gd name="T1" fmla="*/ 24 h 31"/>
                <a:gd name="T2" fmla="*/ 40 w 30"/>
                <a:gd name="T3" fmla="*/ 24 h 31"/>
                <a:gd name="T4" fmla="*/ 72 w 30"/>
                <a:gd name="T5" fmla="*/ 176 h 31"/>
                <a:gd name="T6" fmla="*/ 208 w 30"/>
                <a:gd name="T7" fmla="*/ 224 h 31"/>
                <a:gd name="T8" fmla="*/ 232 w 30"/>
                <a:gd name="T9" fmla="*/ 160 h 31"/>
                <a:gd name="T10" fmla="*/ 176 w 30"/>
                <a:gd name="T11" fmla="*/ 88 h 31"/>
                <a:gd name="T12" fmla="*/ 120 w 30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1">
                  <a:moveTo>
                    <a:pt x="15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8"/>
                    <a:pt x="2" y="15"/>
                    <a:pt x="9" y="22"/>
                  </a:cubicBezTo>
                  <a:cubicBezTo>
                    <a:pt x="15" y="28"/>
                    <a:pt x="20" y="31"/>
                    <a:pt x="26" y="28"/>
                  </a:cubicBezTo>
                  <a:cubicBezTo>
                    <a:pt x="29" y="27"/>
                    <a:pt x="30" y="24"/>
                    <a:pt x="29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0" y="9"/>
                    <a:pt x="19" y="5"/>
                    <a:pt x="15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8" name="Freeform 5663">
              <a:extLst>
                <a:ext uri="{FF2B5EF4-FFF2-40B4-BE49-F238E27FC236}">
                  <a16:creationId xmlns:a16="http://schemas.microsoft.com/office/drawing/2014/main" id="{534276B9-98E7-45D6-8FCD-DE905E4A6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349"/>
              <a:ext cx="60" cy="62"/>
            </a:xfrm>
            <a:custGeom>
              <a:avLst/>
              <a:gdLst>
                <a:gd name="T0" fmla="*/ 120 w 30"/>
                <a:gd name="T1" fmla="*/ 24 h 31"/>
                <a:gd name="T2" fmla="*/ 40 w 30"/>
                <a:gd name="T3" fmla="*/ 24 h 31"/>
                <a:gd name="T4" fmla="*/ 72 w 30"/>
                <a:gd name="T5" fmla="*/ 176 h 31"/>
                <a:gd name="T6" fmla="*/ 208 w 30"/>
                <a:gd name="T7" fmla="*/ 224 h 31"/>
                <a:gd name="T8" fmla="*/ 232 w 30"/>
                <a:gd name="T9" fmla="*/ 160 h 31"/>
                <a:gd name="T10" fmla="*/ 176 w 30"/>
                <a:gd name="T11" fmla="*/ 88 h 31"/>
                <a:gd name="T12" fmla="*/ 120 w 30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1">
                  <a:moveTo>
                    <a:pt x="15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8"/>
                    <a:pt x="2" y="15"/>
                    <a:pt x="9" y="22"/>
                  </a:cubicBezTo>
                  <a:cubicBezTo>
                    <a:pt x="15" y="28"/>
                    <a:pt x="20" y="31"/>
                    <a:pt x="26" y="28"/>
                  </a:cubicBezTo>
                  <a:cubicBezTo>
                    <a:pt x="29" y="27"/>
                    <a:pt x="30" y="24"/>
                    <a:pt x="29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0" y="9"/>
                    <a:pt x="19" y="5"/>
                    <a:pt x="15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9" name="Freeform 5664">
              <a:extLst>
                <a:ext uri="{FF2B5EF4-FFF2-40B4-BE49-F238E27FC236}">
                  <a16:creationId xmlns:a16="http://schemas.microsoft.com/office/drawing/2014/main" id="{F122BA68-5E63-4DDD-B6EA-1CC10BDE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361"/>
              <a:ext cx="30" cy="32"/>
            </a:xfrm>
            <a:custGeom>
              <a:avLst/>
              <a:gdLst>
                <a:gd name="T0" fmla="*/ 120 w 15"/>
                <a:gd name="T1" fmla="*/ 112 h 16"/>
                <a:gd name="T2" fmla="*/ 112 w 15"/>
                <a:gd name="T3" fmla="*/ 128 h 16"/>
                <a:gd name="T4" fmla="*/ 40 w 15"/>
                <a:gd name="T5" fmla="*/ 72 h 16"/>
                <a:gd name="T6" fmla="*/ 8 w 15"/>
                <a:gd name="T7" fmla="*/ 8 h 16"/>
                <a:gd name="T8" fmla="*/ 40 w 15"/>
                <a:gd name="T9" fmla="*/ 8 h 16"/>
                <a:gd name="T10" fmla="*/ 8 w 15"/>
                <a:gd name="T11" fmla="*/ 8 h 16"/>
                <a:gd name="T12" fmla="*/ 32 w 15"/>
                <a:gd name="T13" fmla="*/ 72 h 16"/>
                <a:gd name="T14" fmla="*/ 112 w 15"/>
                <a:gd name="T15" fmla="*/ 128 h 16"/>
                <a:gd name="T16" fmla="*/ 120 w 15"/>
                <a:gd name="T17" fmla="*/ 112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6">
                  <a:moveTo>
                    <a:pt x="15" y="14"/>
                  </a:moveTo>
                  <a:cubicBezTo>
                    <a:pt x="15" y="15"/>
                    <a:pt x="15" y="15"/>
                    <a:pt x="14" y="16"/>
                  </a:cubicBezTo>
                  <a:cubicBezTo>
                    <a:pt x="13" y="16"/>
                    <a:pt x="10" y="15"/>
                    <a:pt x="5" y="9"/>
                  </a:cubicBezTo>
                  <a:cubicBezTo>
                    <a:pt x="1" y="5"/>
                    <a:pt x="1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1" y="5"/>
                    <a:pt x="4" y="9"/>
                  </a:cubicBezTo>
                  <a:cubicBezTo>
                    <a:pt x="9" y="15"/>
                    <a:pt x="13" y="16"/>
                    <a:pt x="14" y="16"/>
                  </a:cubicBezTo>
                  <a:cubicBezTo>
                    <a:pt x="15" y="16"/>
                    <a:pt x="15" y="15"/>
                    <a:pt x="15" y="1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0" name="Freeform 5665">
              <a:extLst>
                <a:ext uri="{FF2B5EF4-FFF2-40B4-BE49-F238E27FC236}">
                  <a16:creationId xmlns:a16="http://schemas.microsoft.com/office/drawing/2014/main" id="{F5B96302-B8D6-480A-8F02-55A1ACFD8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175"/>
              <a:ext cx="46" cy="58"/>
            </a:xfrm>
            <a:custGeom>
              <a:avLst/>
              <a:gdLst>
                <a:gd name="T0" fmla="*/ 136 w 23"/>
                <a:gd name="T1" fmla="*/ 40 h 29"/>
                <a:gd name="T2" fmla="*/ 88 w 23"/>
                <a:gd name="T3" fmla="*/ 8 h 29"/>
                <a:gd name="T4" fmla="*/ 16 w 23"/>
                <a:gd name="T5" fmla="*/ 128 h 29"/>
                <a:gd name="T6" fmla="*/ 128 w 23"/>
                <a:gd name="T7" fmla="*/ 224 h 29"/>
                <a:gd name="T8" fmla="*/ 184 w 23"/>
                <a:gd name="T9" fmla="*/ 160 h 29"/>
                <a:gd name="T10" fmla="*/ 160 w 23"/>
                <a:gd name="T11" fmla="*/ 88 h 29"/>
                <a:gd name="T12" fmla="*/ 136 w 23"/>
                <a:gd name="T13" fmla="*/ 4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7" y="5"/>
                  </a:moveTo>
                  <a:cubicBezTo>
                    <a:pt x="15" y="3"/>
                    <a:pt x="13" y="1"/>
                    <a:pt x="11" y="1"/>
                  </a:cubicBezTo>
                  <a:cubicBezTo>
                    <a:pt x="3" y="0"/>
                    <a:pt x="0" y="8"/>
                    <a:pt x="2" y="16"/>
                  </a:cubicBezTo>
                  <a:cubicBezTo>
                    <a:pt x="5" y="24"/>
                    <a:pt x="12" y="29"/>
                    <a:pt x="16" y="28"/>
                  </a:cubicBezTo>
                  <a:cubicBezTo>
                    <a:pt x="20" y="26"/>
                    <a:pt x="22" y="24"/>
                    <a:pt x="23" y="20"/>
                  </a:cubicBezTo>
                  <a:cubicBezTo>
                    <a:pt x="23" y="17"/>
                    <a:pt x="21" y="13"/>
                    <a:pt x="20" y="11"/>
                  </a:cubicBezTo>
                  <a:cubicBezTo>
                    <a:pt x="19" y="9"/>
                    <a:pt x="18" y="6"/>
                    <a:pt x="1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1" name="Freeform 5666">
              <a:extLst>
                <a:ext uri="{FF2B5EF4-FFF2-40B4-BE49-F238E27FC236}">
                  <a16:creationId xmlns:a16="http://schemas.microsoft.com/office/drawing/2014/main" id="{745697FA-A6D4-46A4-91CC-1226C80A4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175"/>
              <a:ext cx="46" cy="58"/>
            </a:xfrm>
            <a:custGeom>
              <a:avLst/>
              <a:gdLst>
                <a:gd name="T0" fmla="*/ 136 w 23"/>
                <a:gd name="T1" fmla="*/ 40 h 29"/>
                <a:gd name="T2" fmla="*/ 88 w 23"/>
                <a:gd name="T3" fmla="*/ 8 h 29"/>
                <a:gd name="T4" fmla="*/ 16 w 23"/>
                <a:gd name="T5" fmla="*/ 128 h 29"/>
                <a:gd name="T6" fmla="*/ 128 w 23"/>
                <a:gd name="T7" fmla="*/ 224 h 29"/>
                <a:gd name="T8" fmla="*/ 184 w 23"/>
                <a:gd name="T9" fmla="*/ 160 h 29"/>
                <a:gd name="T10" fmla="*/ 160 w 23"/>
                <a:gd name="T11" fmla="*/ 88 h 29"/>
                <a:gd name="T12" fmla="*/ 136 w 23"/>
                <a:gd name="T13" fmla="*/ 4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7" y="5"/>
                  </a:moveTo>
                  <a:cubicBezTo>
                    <a:pt x="15" y="3"/>
                    <a:pt x="13" y="1"/>
                    <a:pt x="11" y="1"/>
                  </a:cubicBezTo>
                  <a:cubicBezTo>
                    <a:pt x="3" y="0"/>
                    <a:pt x="0" y="8"/>
                    <a:pt x="2" y="16"/>
                  </a:cubicBezTo>
                  <a:cubicBezTo>
                    <a:pt x="5" y="24"/>
                    <a:pt x="12" y="29"/>
                    <a:pt x="16" y="28"/>
                  </a:cubicBezTo>
                  <a:cubicBezTo>
                    <a:pt x="20" y="26"/>
                    <a:pt x="22" y="24"/>
                    <a:pt x="23" y="20"/>
                  </a:cubicBezTo>
                  <a:cubicBezTo>
                    <a:pt x="23" y="17"/>
                    <a:pt x="21" y="13"/>
                    <a:pt x="20" y="11"/>
                  </a:cubicBezTo>
                  <a:cubicBezTo>
                    <a:pt x="19" y="9"/>
                    <a:pt x="18" y="6"/>
                    <a:pt x="1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2" name="Freeform 5667">
              <a:extLst>
                <a:ext uri="{FF2B5EF4-FFF2-40B4-BE49-F238E27FC236}">
                  <a16:creationId xmlns:a16="http://schemas.microsoft.com/office/drawing/2014/main" id="{08501D4E-4E97-4807-B5D3-0FDFB7588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189"/>
              <a:ext cx="18" cy="30"/>
            </a:xfrm>
            <a:custGeom>
              <a:avLst/>
              <a:gdLst>
                <a:gd name="T0" fmla="*/ 16 w 9"/>
                <a:gd name="T1" fmla="*/ 8 h 15"/>
                <a:gd name="T2" fmla="*/ 0 w 9"/>
                <a:gd name="T3" fmla="*/ 48 h 15"/>
                <a:gd name="T4" fmla="*/ 40 w 9"/>
                <a:gd name="T5" fmla="*/ 112 h 15"/>
                <a:gd name="T6" fmla="*/ 72 w 9"/>
                <a:gd name="T7" fmla="*/ 120 h 15"/>
                <a:gd name="T8" fmla="*/ 40 w 9"/>
                <a:gd name="T9" fmla="*/ 112 h 15"/>
                <a:gd name="T10" fmla="*/ 8 w 9"/>
                <a:gd name="T11" fmla="*/ 48 h 15"/>
                <a:gd name="T12" fmla="*/ 16 w 9"/>
                <a:gd name="T13" fmla="*/ 8 h 15"/>
                <a:gd name="T14" fmla="*/ 40 w 9"/>
                <a:gd name="T15" fmla="*/ 8 h 15"/>
                <a:gd name="T16" fmla="*/ 16 w 9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5">
                  <a:moveTo>
                    <a:pt x="2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10"/>
                    <a:pt x="3" y="13"/>
                    <a:pt x="5" y="14"/>
                  </a:cubicBezTo>
                  <a:cubicBezTo>
                    <a:pt x="6" y="15"/>
                    <a:pt x="7" y="15"/>
                    <a:pt x="9" y="15"/>
                  </a:cubicBezTo>
                  <a:cubicBezTo>
                    <a:pt x="7" y="15"/>
                    <a:pt x="6" y="15"/>
                    <a:pt x="5" y="14"/>
                  </a:cubicBezTo>
                  <a:cubicBezTo>
                    <a:pt x="3" y="13"/>
                    <a:pt x="1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3" name="Freeform 5668">
              <a:extLst>
                <a:ext uri="{FF2B5EF4-FFF2-40B4-BE49-F238E27FC236}">
                  <a16:creationId xmlns:a16="http://schemas.microsoft.com/office/drawing/2014/main" id="{F3724434-1427-421B-8E4C-3807E11ED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123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8 h 23"/>
                <a:gd name="T6" fmla="*/ 48 w 22"/>
                <a:gd name="T7" fmla="*/ 144 h 23"/>
                <a:gd name="T8" fmla="*/ 160 w 22"/>
                <a:gd name="T9" fmla="*/ 128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0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0" y="5"/>
                    <a:pt x="1" y="13"/>
                    <a:pt x="6" y="18"/>
                  </a:cubicBezTo>
                  <a:cubicBezTo>
                    <a:pt x="12" y="23"/>
                    <a:pt x="19" y="21"/>
                    <a:pt x="20" y="16"/>
                  </a:cubicBezTo>
                  <a:cubicBezTo>
                    <a:pt x="22" y="13"/>
                    <a:pt x="21" y="11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4" name="Freeform 5669">
              <a:extLst>
                <a:ext uri="{FF2B5EF4-FFF2-40B4-BE49-F238E27FC236}">
                  <a16:creationId xmlns:a16="http://schemas.microsoft.com/office/drawing/2014/main" id="{B1C297CE-70C1-46E2-A9E5-51ACEAB72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123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8 h 23"/>
                <a:gd name="T6" fmla="*/ 48 w 22"/>
                <a:gd name="T7" fmla="*/ 144 h 23"/>
                <a:gd name="T8" fmla="*/ 160 w 22"/>
                <a:gd name="T9" fmla="*/ 128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0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0" y="5"/>
                    <a:pt x="1" y="13"/>
                    <a:pt x="6" y="18"/>
                  </a:cubicBezTo>
                  <a:cubicBezTo>
                    <a:pt x="12" y="23"/>
                    <a:pt x="19" y="21"/>
                    <a:pt x="20" y="16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5" name="Freeform 5670">
              <a:extLst>
                <a:ext uri="{FF2B5EF4-FFF2-40B4-BE49-F238E27FC236}">
                  <a16:creationId xmlns:a16="http://schemas.microsoft.com/office/drawing/2014/main" id="{FF1F9EC6-D290-42E1-912B-4097A42C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131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8 w 11"/>
                <a:gd name="T7" fmla="*/ 16 h 12"/>
                <a:gd name="T8" fmla="*/ 40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6" name="Freeform 5671">
              <a:extLst>
                <a:ext uri="{FF2B5EF4-FFF2-40B4-BE49-F238E27FC236}">
                  <a16:creationId xmlns:a16="http://schemas.microsoft.com/office/drawing/2014/main" id="{201CBB36-ABB8-4E2C-BE27-052BC7851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25"/>
              <a:ext cx="50" cy="60"/>
            </a:xfrm>
            <a:custGeom>
              <a:avLst/>
              <a:gdLst>
                <a:gd name="T0" fmla="*/ 56 w 25"/>
                <a:gd name="T1" fmla="*/ 16 h 30"/>
                <a:gd name="T2" fmla="*/ 0 w 25"/>
                <a:gd name="T3" fmla="*/ 64 h 30"/>
                <a:gd name="T4" fmla="*/ 72 w 25"/>
                <a:gd name="T5" fmla="*/ 192 h 30"/>
                <a:gd name="T6" fmla="*/ 160 w 25"/>
                <a:gd name="T7" fmla="*/ 224 h 30"/>
                <a:gd name="T8" fmla="*/ 56 w 25"/>
                <a:gd name="T9" fmla="*/ 1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0">
                  <a:moveTo>
                    <a:pt x="7" y="2"/>
                  </a:moveTo>
                  <a:cubicBezTo>
                    <a:pt x="2" y="0"/>
                    <a:pt x="0" y="3"/>
                    <a:pt x="0" y="8"/>
                  </a:cubicBezTo>
                  <a:cubicBezTo>
                    <a:pt x="0" y="13"/>
                    <a:pt x="4" y="19"/>
                    <a:pt x="9" y="24"/>
                  </a:cubicBezTo>
                  <a:cubicBezTo>
                    <a:pt x="14" y="30"/>
                    <a:pt x="18" y="30"/>
                    <a:pt x="20" y="28"/>
                  </a:cubicBezTo>
                  <a:cubicBezTo>
                    <a:pt x="25" y="24"/>
                    <a:pt x="16" y="6"/>
                    <a:pt x="7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7" name="Freeform 5672">
              <a:extLst>
                <a:ext uri="{FF2B5EF4-FFF2-40B4-BE49-F238E27FC236}">
                  <a16:creationId xmlns:a16="http://schemas.microsoft.com/office/drawing/2014/main" id="{E93A0798-FA81-476D-B56E-6497C9D9D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25"/>
              <a:ext cx="50" cy="60"/>
            </a:xfrm>
            <a:custGeom>
              <a:avLst/>
              <a:gdLst>
                <a:gd name="T0" fmla="*/ 56 w 25"/>
                <a:gd name="T1" fmla="*/ 16 h 30"/>
                <a:gd name="T2" fmla="*/ 0 w 25"/>
                <a:gd name="T3" fmla="*/ 64 h 30"/>
                <a:gd name="T4" fmla="*/ 72 w 25"/>
                <a:gd name="T5" fmla="*/ 192 h 30"/>
                <a:gd name="T6" fmla="*/ 160 w 25"/>
                <a:gd name="T7" fmla="*/ 224 h 30"/>
                <a:gd name="T8" fmla="*/ 56 w 25"/>
                <a:gd name="T9" fmla="*/ 1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0">
                  <a:moveTo>
                    <a:pt x="7" y="2"/>
                  </a:moveTo>
                  <a:cubicBezTo>
                    <a:pt x="2" y="0"/>
                    <a:pt x="0" y="3"/>
                    <a:pt x="0" y="8"/>
                  </a:cubicBezTo>
                  <a:cubicBezTo>
                    <a:pt x="0" y="13"/>
                    <a:pt x="4" y="19"/>
                    <a:pt x="9" y="24"/>
                  </a:cubicBezTo>
                  <a:cubicBezTo>
                    <a:pt x="14" y="30"/>
                    <a:pt x="18" y="30"/>
                    <a:pt x="20" y="28"/>
                  </a:cubicBezTo>
                  <a:cubicBezTo>
                    <a:pt x="25" y="24"/>
                    <a:pt x="16" y="6"/>
                    <a:pt x="7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8" name="Freeform 5673">
              <a:extLst>
                <a:ext uri="{FF2B5EF4-FFF2-40B4-BE49-F238E27FC236}">
                  <a16:creationId xmlns:a16="http://schemas.microsoft.com/office/drawing/2014/main" id="{0EA6325A-5E41-4091-86FF-ED1D8DE9B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137"/>
              <a:ext cx="24" cy="34"/>
            </a:xfrm>
            <a:custGeom>
              <a:avLst/>
              <a:gdLst>
                <a:gd name="T0" fmla="*/ 8 w 12"/>
                <a:gd name="T1" fmla="*/ 0 h 17"/>
                <a:gd name="T2" fmla="*/ 8 w 12"/>
                <a:gd name="T3" fmla="*/ 56 h 17"/>
                <a:gd name="T4" fmla="*/ 64 w 12"/>
                <a:gd name="T5" fmla="*/ 128 h 17"/>
                <a:gd name="T6" fmla="*/ 96 w 12"/>
                <a:gd name="T7" fmla="*/ 136 h 17"/>
                <a:gd name="T8" fmla="*/ 64 w 12"/>
                <a:gd name="T9" fmla="*/ 128 h 17"/>
                <a:gd name="T10" fmla="*/ 8 w 12"/>
                <a:gd name="T11" fmla="*/ 56 h 17"/>
                <a:gd name="T12" fmla="*/ 8 w 12"/>
                <a:gd name="T13" fmla="*/ 0 h 17"/>
                <a:gd name="T14" fmla="*/ 32 w 12"/>
                <a:gd name="T15" fmla="*/ 8 h 17"/>
                <a:gd name="T16" fmla="*/ 8 w 12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7">
                  <a:moveTo>
                    <a:pt x="1" y="0"/>
                  </a:moveTo>
                  <a:cubicBezTo>
                    <a:pt x="0" y="1"/>
                    <a:pt x="0" y="3"/>
                    <a:pt x="1" y="7"/>
                  </a:cubicBezTo>
                  <a:cubicBezTo>
                    <a:pt x="2" y="10"/>
                    <a:pt x="5" y="14"/>
                    <a:pt x="8" y="16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1" y="17"/>
                    <a:pt x="10" y="17"/>
                    <a:pt x="8" y="16"/>
                  </a:cubicBezTo>
                  <a:cubicBezTo>
                    <a:pt x="5" y="14"/>
                    <a:pt x="2" y="10"/>
                    <a:pt x="1" y="7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9" name="Freeform 5674">
              <a:extLst>
                <a:ext uri="{FF2B5EF4-FFF2-40B4-BE49-F238E27FC236}">
                  <a16:creationId xmlns:a16="http://schemas.microsoft.com/office/drawing/2014/main" id="{E48FFF16-0598-48E2-8A39-791EC1C51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089"/>
              <a:ext cx="42" cy="66"/>
            </a:xfrm>
            <a:custGeom>
              <a:avLst/>
              <a:gdLst>
                <a:gd name="T0" fmla="*/ 72 w 21"/>
                <a:gd name="T1" fmla="*/ 24 h 33"/>
                <a:gd name="T2" fmla="*/ 8 w 21"/>
                <a:gd name="T3" fmla="*/ 56 h 33"/>
                <a:gd name="T4" fmla="*/ 40 w 21"/>
                <a:gd name="T5" fmla="*/ 200 h 33"/>
                <a:gd name="T6" fmla="*/ 120 w 21"/>
                <a:gd name="T7" fmla="*/ 256 h 33"/>
                <a:gd name="T8" fmla="*/ 72 w 21"/>
                <a:gd name="T9" fmla="*/ 2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3">
                  <a:moveTo>
                    <a:pt x="9" y="3"/>
                  </a:moveTo>
                  <a:cubicBezTo>
                    <a:pt x="5" y="0"/>
                    <a:pt x="2" y="2"/>
                    <a:pt x="1" y="7"/>
                  </a:cubicBezTo>
                  <a:cubicBezTo>
                    <a:pt x="0" y="11"/>
                    <a:pt x="2" y="19"/>
                    <a:pt x="5" y="25"/>
                  </a:cubicBezTo>
                  <a:cubicBezTo>
                    <a:pt x="9" y="32"/>
                    <a:pt x="12" y="33"/>
                    <a:pt x="15" y="32"/>
                  </a:cubicBezTo>
                  <a:cubicBezTo>
                    <a:pt x="21" y="29"/>
                    <a:pt x="17" y="9"/>
                    <a:pt x="9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0" name="Freeform 5675">
              <a:extLst>
                <a:ext uri="{FF2B5EF4-FFF2-40B4-BE49-F238E27FC236}">
                  <a16:creationId xmlns:a16="http://schemas.microsoft.com/office/drawing/2014/main" id="{E663AFC4-8DA6-4C27-BA21-095094643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089"/>
              <a:ext cx="42" cy="66"/>
            </a:xfrm>
            <a:custGeom>
              <a:avLst/>
              <a:gdLst>
                <a:gd name="T0" fmla="*/ 72 w 21"/>
                <a:gd name="T1" fmla="*/ 24 h 33"/>
                <a:gd name="T2" fmla="*/ 8 w 21"/>
                <a:gd name="T3" fmla="*/ 56 h 33"/>
                <a:gd name="T4" fmla="*/ 40 w 21"/>
                <a:gd name="T5" fmla="*/ 200 h 33"/>
                <a:gd name="T6" fmla="*/ 120 w 21"/>
                <a:gd name="T7" fmla="*/ 256 h 33"/>
                <a:gd name="T8" fmla="*/ 72 w 21"/>
                <a:gd name="T9" fmla="*/ 2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3">
                  <a:moveTo>
                    <a:pt x="9" y="3"/>
                  </a:moveTo>
                  <a:cubicBezTo>
                    <a:pt x="5" y="0"/>
                    <a:pt x="2" y="2"/>
                    <a:pt x="1" y="7"/>
                  </a:cubicBezTo>
                  <a:cubicBezTo>
                    <a:pt x="0" y="11"/>
                    <a:pt x="2" y="19"/>
                    <a:pt x="5" y="25"/>
                  </a:cubicBezTo>
                  <a:cubicBezTo>
                    <a:pt x="9" y="32"/>
                    <a:pt x="12" y="33"/>
                    <a:pt x="15" y="32"/>
                  </a:cubicBezTo>
                  <a:cubicBezTo>
                    <a:pt x="21" y="29"/>
                    <a:pt x="17" y="9"/>
                    <a:pt x="9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1" name="Freeform 5676">
              <a:extLst>
                <a:ext uri="{FF2B5EF4-FFF2-40B4-BE49-F238E27FC236}">
                  <a16:creationId xmlns:a16="http://schemas.microsoft.com/office/drawing/2014/main" id="{5F77E392-03E3-4839-8832-27E090227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101"/>
              <a:ext cx="16" cy="40"/>
            </a:xfrm>
            <a:custGeom>
              <a:avLst/>
              <a:gdLst>
                <a:gd name="T0" fmla="*/ 16 w 8"/>
                <a:gd name="T1" fmla="*/ 8 h 20"/>
                <a:gd name="T2" fmla="*/ 0 w 8"/>
                <a:gd name="T3" fmla="*/ 56 h 20"/>
                <a:gd name="T4" fmla="*/ 40 w 8"/>
                <a:gd name="T5" fmla="*/ 144 h 20"/>
                <a:gd name="T6" fmla="*/ 64 w 8"/>
                <a:gd name="T7" fmla="*/ 160 h 20"/>
                <a:gd name="T8" fmla="*/ 40 w 8"/>
                <a:gd name="T9" fmla="*/ 144 h 20"/>
                <a:gd name="T10" fmla="*/ 0 w 8"/>
                <a:gd name="T11" fmla="*/ 56 h 20"/>
                <a:gd name="T12" fmla="*/ 16 w 8"/>
                <a:gd name="T13" fmla="*/ 8 h 20"/>
                <a:gd name="T14" fmla="*/ 40 w 8"/>
                <a:gd name="T15" fmla="*/ 16 h 20"/>
                <a:gd name="T16" fmla="*/ 16 w 8"/>
                <a:gd name="T17" fmla="*/ 8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20">
                  <a:moveTo>
                    <a:pt x="2" y="1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0" y="10"/>
                    <a:pt x="2" y="15"/>
                    <a:pt x="5" y="18"/>
                  </a:cubicBezTo>
                  <a:cubicBezTo>
                    <a:pt x="6" y="19"/>
                    <a:pt x="7" y="20"/>
                    <a:pt x="8" y="20"/>
                  </a:cubicBezTo>
                  <a:cubicBezTo>
                    <a:pt x="7" y="20"/>
                    <a:pt x="6" y="19"/>
                    <a:pt x="5" y="18"/>
                  </a:cubicBezTo>
                  <a:cubicBezTo>
                    <a:pt x="2" y="15"/>
                    <a:pt x="1" y="10"/>
                    <a:pt x="0" y="7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2" name="Freeform 5677">
              <a:extLst>
                <a:ext uri="{FF2B5EF4-FFF2-40B4-BE49-F238E27FC236}">
                  <a16:creationId xmlns:a16="http://schemas.microsoft.com/office/drawing/2014/main" id="{79778B26-D4B9-4337-8512-00635FCFC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117"/>
              <a:ext cx="46" cy="58"/>
            </a:xfrm>
            <a:custGeom>
              <a:avLst/>
              <a:gdLst>
                <a:gd name="T0" fmla="*/ 144 w 23"/>
                <a:gd name="T1" fmla="*/ 48 h 29"/>
                <a:gd name="T2" fmla="*/ 96 w 23"/>
                <a:gd name="T3" fmla="*/ 16 h 29"/>
                <a:gd name="T4" fmla="*/ 16 w 23"/>
                <a:gd name="T5" fmla="*/ 128 h 29"/>
                <a:gd name="T6" fmla="*/ 120 w 23"/>
                <a:gd name="T7" fmla="*/ 224 h 29"/>
                <a:gd name="T8" fmla="*/ 176 w 23"/>
                <a:gd name="T9" fmla="*/ 168 h 29"/>
                <a:gd name="T10" fmla="*/ 160 w 23"/>
                <a:gd name="T11" fmla="*/ 96 h 29"/>
                <a:gd name="T12" fmla="*/ 144 w 23"/>
                <a:gd name="T13" fmla="*/ 4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8" y="6"/>
                  </a:moveTo>
                  <a:cubicBezTo>
                    <a:pt x="16" y="4"/>
                    <a:pt x="14" y="2"/>
                    <a:pt x="12" y="2"/>
                  </a:cubicBezTo>
                  <a:cubicBezTo>
                    <a:pt x="4" y="0"/>
                    <a:pt x="0" y="8"/>
                    <a:pt x="2" y="16"/>
                  </a:cubicBezTo>
                  <a:cubicBezTo>
                    <a:pt x="4" y="24"/>
                    <a:pt x="11" y="29"/>
                    <a:pt x="15" y="28"/>
                  </a:cubicBezTo>
                  <a:cubicBezTo>
                    <a:pt x="20" y="28"/>
                    <a:pt x="22" y="25"/>
                    <a:pt x="22" y="21"/>
                  </a:cubicBezTo>
                  <a:cubicBezTo>
                    <a:pt x="23" y="18"/>
                    <a:pt x="21" y="14"/>
                    <a:pt x="20" y="12"/>
                  </a:cubicBezTo>
                  <a:cubicBezTo>
                    <a:pt x="20" y="10"/>
                    <a:pt x="19" y="7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3" name="Freeform 5678">
              <a:extLst>
                <a:ext uri="{FF2B5EF4-FFF2-40B4-BE49-F238E27FC236}">
                  <a16:creationId xmlns:a16="http://schemas.microsoft.com/office/drawing/2014/main" id="{806FFEB3-A113-4D05-977D-60DDA4417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117"/>
              <a:ext cx="46" cy="58"/>
            </a:xfrm>
            <a:custGeom>
              <a:avLst/>
              <a:gdLst>
                <a:gd name="T0" fmla="*/ 144 w 23"/>
                <a:gd name="T1" fmla="*/ 48 h 29"/>
                <a:gd name="T2" fmla="*/ 96 w 23"/>
                <a:gd name="T3" fmla="*/ 16 h 29"/>
                <a:gd name="T4" fmla="*/ 16 w 23"/>
                <a:gd name="T5" fmla="*/ 128 h 29"/>
                <a:gd name="T6" fmla="*/ 120 w 23"/>
                <a:gd name="T7" fmla="*/ 224 h 29"/>
                <a:gd name="T8" fmla="*/ 176 w 23"/>
                <a:gd name="T9" fmla="*/ 168 h 29"/>
                <a:gd name="T10" fmla="*/ 160 w 23"/>
                <a:gd name="T11" fmla="*/ 96 h 29"/>
                <a:gd name="T12" fmla="*/ 144 w 23"/>
                <a:gd name="T13" fmla="*/ 4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8" y="6"/>
                  </a:moveTo>
                  <a:cubicBezTo>
                    <a:pt x="16" y="4"/>
                    <a:pt x="14" y="2"/>
                    <a:pt x="12" y="2"/>
                  </a:cubicBezTo>
                  <a:cubicBezTo>
                    <a:pt x="4" y="0"/>
                    <a:pt x="0" y="8"/>
                    <a:pt x="2" y="16"/>
                  </a:cubicBezTo>
                  <a:cubicBezTo>
                    <a:pt x="4" y="24"/>
                    <a:pt x="11" y="29"/>
                    <a:pt x="15" y="28"/>
                  </a:cubicBezTo>
                  <a:cubicBezTo>
                    <a:pt x="20" y="28"/>
                    <a:pt x="22" y="25"/>
                    <a:pt x="22" y="21"/>
                  </a:cubicBezTo>
                  <a:cubicBezTo>
                    <a:pt x="23" y="18"/>
                    <a:pt x="21" y="14"/>
                    <a:pt x="20" y="12"/>
                  </a:cubicBezTo>
                  <a:cubicBezTo>
                    <a:pt x="20" y="10"/>
                    <a:pt x="19" y="7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4" name="Freeform 5679">
              <a:extLst>
                <a:ext uri="{FF2B5EF4-FFF2-40B4-BE49-F238E27FC236}">
                  <a16:creationId xmlns:a16="http://schemas.microsoft.com/office/drawing/2014/main" id="{37B79369-CAC7-4D90-BDF2-3BCEFF4AD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133"/>
              <a:ext cx="14" cy="30"/>
            </a:xfrm>
            <a:custGeom>
              <a:avLst/>
              <a:gdLst>
                <a:gd name="T0" fmla="*/ 16 w 7"/>
                <a:gd name="T1" fmla="*/ 0 h 15"/>
                <a:gd name="T2" fmla="*/ 0 w 7"/>
                <a:gd name="T3" fmla="*/ 40 h 15"/>
                <a:gd name="T4" fmla="*/ 32 w 7"/>
                <a:gd name="T5" fmla="*/ 112 h 15"/>
                <a:gd name="T6" fmla="*/ 56 w 7"/>
                <a:gd name="T7" fmla="*/ 120 h 15"/>
                <a:gd name="T8" fmla="*/ 32 w 7"/>
                <a:gd name="T9" fmla="*/ 112 h 15"/>
                <a:gd name="T10" fmla="*/ 0 w 7"/>
                <a:gd name="T11" fmla="*/ 40 h 15"/>
                <a:gd name="T12" fmla="*/ 16 w 7"/>
                <a:gd name="T13" fmla="*/ 0 h 15"/>
                <a:gd name="T14" fmla="*/ 32 w 7"/>
                <a:gd name="T15" fmla="*/ 0 h 15"/>
                <a:gd name="T16" fmla="*/ 16 w 7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15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9"/>
                    <a:pt x="2" y="12"/>
                    <a:pt x="4" y="14"/>
                  </a:cubicBezTo>
                  <a:cubicBezTo>
                    <a:pt x="5" y="15"/>
                    <a:pt x="6" y="15"/>
                    <a:pt x="7" y="15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2" y="12"/>
                    <a:pt x="0" y="9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5" name="Freeform 5680">
              <a:extLst>
                <a:ext uri="{FF2B5EF4-FFF2-40B4-BE49-F238E27FC236}">
                  <a16:creationId xmlns:a16="http://schemas.microsoft.com/office/drawing/2014/main" id="{CC3D7D2A-FD06-4941-8CA3-E8C751341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107"/>
              <a:ext cx="42" cy="46"/>
            </a:xfrm>
            <a:custGeom>
              <a:avLst/>
              <a:gdLst>
                <a:gd name="T0" fmla="*/ 136 w 21"/>
                <a:gd name="T1" fmla="*/ 40 h 23"/>
                <a:gd name="T2" fmla="*/ 88 w 21"/>
                <a:gd name="T3" fmla="*/ 0 h 23"/>
                <a:gd name="T4" fmla="*/ 32 w 21"/>
                <a:gd name="T5" fmla="*/ 16 h 23"/>
                <a:gd name="T6" fmla="*/ 48 w 21"/>
                <a:gd name="T7" fmla="*/ 144 h 23"/>
                <a:gd name="T8" fmla="*/ 160 w 21"/>
                <a:gd name="T9" fmla="*/ 136 h 23"/>
                <a:gd name="T10" fmla="*/ 136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5"/>
                    <a:pt x="0" y="14"/>
                    <a:pt x="6" y="18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6" name="Freeform 5681">
              <a:extLst>
                <a:ext uri="{FF2B5EF4-FFF2-40B4-BE49-F238E27FC236}">
                  <a16:creationId xmlns:a16="http://schemas.microsoft.com/office/drawing/2014/main" id="{3FF3BBC6-F47B-4E3A-8F08-B6FA31CFD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107"/>
              <a:ext cx="42" cy="46"/>
            </a:xfrm>
            <a:custGeom>
              <a:avLst/>
              <a:gdLst>
                <a:gd name="T0" fmla="*/ 136 w 21"/>
                <a:gd name="T1" fmla="*/ 40 h 23"/>
                <a:gd name="T2" fmla="*/ 88 w 21"/>
                <a:gd name="T3" fmla="*/ 0 h 23"/>
                <a:gd name="T4" fmla="*/ 32 w 21"/>
                <a:gd name="T5" fmla="*/ 16 h 23"/>
                <a:gd name="T6" fmla="*/ 48 w 21"/>
                <a:gd name="T7" fmla="*/ 144 h 23"/>
                <a:gd name="T8" fmla="*/ 160 w 21"/>
                <a:gd name="T9" fmla="*/ 136 h 23"/>
                <a:gd name="T10" fmla="*/ 136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5"/>
                    <a:pt x="0" y="14"/>
                    <a:pt x="6" y="18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7" name="Freeform 5682">
              <a:extLst>
                <a:ext uri="{FF2B5EF4-FFF2-40B4-BE49-F238E27FC236}">
                  <a16:creationId xmlns:a16="http://schemas.microsoft.com/office/drawing/2014/main" id="{8F34B745-E968-48B1-8A01-0816994E0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115"/>
              <a:ext cx="20" cy="24"/>
            </a:xfrm>
            <a:custGeom>
              <a:avLst/>
              <a:gdLst>
                <a:gd name="T0" fmla="*/ 80 w 10"/>
                <a:gd name="T1" fmla="*/ 64 h 12"/>
                <a:gd name="T2" fmla="*/ 64 w 10"/>
                <a:gd name="T3" fmla="*/ 96 h 12"/>
                <a:gd name="T4" fmla="*/ 8 w 10"/>
                <a:gd name="T5" fmla="*/ 64 h 12"/>
                <a:gd name="T6" fmla="*/ 8 w 10"/>
                <a:gd name="T7" fmla="*/ 16 h 12"/>
                <a:gd name="T8" fmla="*/ 32 w 10"/>
                <a:gd name="T9" fmla="*/ 0 h 12"/>
                <a:gd name="T10" fmla="*/ 8 w 10"/>
                <a:gd name="T11" fmla="*/ 16 h 12"/>
                <a:gd name="T12" fmla="*/ 8 w 10"/>
                <a:gd name="T13" fmla="*/ 64 h 12"/>
                <a:gd name="T14" fmla="*/ 64 w 10"/>
                <a:gd name="T15" fmla="*/ 96 h 12"/>
                <a:gd name="T16" fmla="*/ 80 w 10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2"/>
                    <a:pt x="10" y="10"/>
                    <a:pt x="10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8" name="Freeform 5683">
              <a:extLst>
                <a:ext uri="{FF2B5EF4-FFF2-40B4-BE49-F238E27FC236}">
                  <a16:creationId xmlns:a16="http://schemas.microsoft.com/office/drawing/2014/main" id="{14B65692-9B81-44BE-A33D-7B4352E3C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413"/>
              <a:ext cx="56" cy="56"/>
            </a:xfrm>
            <a:custGeom>
              <a:avLst/>
              <a:gdLst>
                <a:gd name="T0" fmla="*/ 64 w 28"/>
                <a:gd name="T1" fmla="*/ 8 h 28"/>
                <a:gd name="T2" fmla="*/ 8 w 28"/>
                <a:gd name="T3" fmla="*/ 64 h 28"/>
                <a:gd name="T4" fmla="*/ 88 w 28"/>
                <a:gd name="T5" fmla="*/ 184 h 28"/>
                <a:gd name="T6" fmla="*/ 184 w 28"/>
                <a:gd name="T7" fmla="*/ 208 h 28"/>
                <a:gd name="T8" fmla="*/ 64 w 28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8" y="1"/>
                  </a:moveTo>
                  <a:cubicBezTo>
                    <a:pt x="2" y="0"/>
                    <a:pt x="0" y="3"/>
                    <a:pt x="1" y="8"/>
                  </a:cubicBezTo>
                  <a:cubicBezTo>
                    <a:pt x="2" y="13"/>
                    <a:pt x="6" y="19"/>
                    <a:pt x="11" y="23"/>
                  </a:cubicBezTo>
                  <a:cubicBezTo>
                    <a:pt x="17" y="28"/>
                    <a:pt x="21" y="28"/>
                    <a:pt x="23" y="26"/>
                  </a:cubicBezTo>
                  <a:cubicBezTo>
                    <a:pt x="28" y="22"/>
                    <a:pt x="17" y="4"/>
                    <a:pt x="8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9" name="Freeform 5684">
              <a:extLst>
                <a:ext uri="{FF2B5EF4-FFF2-40B4-BE49-F238E27FC236}">
                  <a16:creationId xmlns:a16="http://schemas.microsoft.com/office/drawing/2014/main" id="{3CE26EC2-3DD0-41DC-AA58-3612CFC7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413"/>
              <a:ext cx="56" cy="56"/>
            </a:xfrm>
            <a:custGeom>
              <a:avLst/>
              <a:gdLst>
                <a:gd name="T0" fmla="*/ 64 w 28"/>
                <a:gd name="T1" fmla="*/ 8 h 28"/>
                <a:gd name="T2" fmla="*/ 8 w 28"/>
                <a:gd name="T3" fmla="*/ 64 h 28"/>
                <a:gd name="T4" fmla="*/ 88 w 28"/>
                <a:gd name="T5" fmla="*/ 184 h 28"/>
                <a:gd name="T6" fmla="*/ 184 w 28"/>
                <a:gd name="T7" fmla="*/ 208 h 28"/>
                <a:gd name="T8" fmla="*/ 64 w 28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8" y="1"/>
                  </a:moveTo>
                  <a:cubicBezTo>
                    <a:pt x="2" y="0"/>
                    <a:pt x="0" y="3"/>
                    <a:pt x="1" y="8"/>
                  </a:cubicBezTo>
                  <a:cubicBezTo>
                    <a:pt x="2" y="13"/>
                    <a:pt x="6" y="19"/>
                    <a:pt x="11" y="23"/>
                  </a:cubicBezTo>
                  <a:cubicBezTo>
                    <a:pt x="17" y="28"/>
                    <a:pt x="21" y="28"/>
                    <a:pt x="23" y="26"/>
                  </a:cubicBezTo>
                  <a:cubicBezTo>
                    <a:pt x="28" y="22"/>
                    <a:pt x="17" y="4"/>
                    <a:pt x="8" y="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0" name="Freeform 5685">
              <a:extLst>
                <a:ext uri="{FF2B5EF4-FFF2-40B4-BE49-F238E27FC236}">
                  <a16:creationId xmlns:a16="http://schemas.microsoft.com/office/drawing/2014/main" id="{7EC23B8F-43A2-4FDC-9C2E-5D5AA9B13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23"/>
              <a:ext cx="26" cy="34"/>
            </a:xfrm>
            <a:custGeom>
              <a:avLst/>
              <a:gdLst>
                <a:gd name="T0" fmla="*/ 8 w 13"/>
                <a:gd name="T1" fmla="*/ 8 h 17"/>
                <a:gd name="T2" fmla="*/ 8 w 13"/>
                <a:gd name="T3" fmla="*/ 56 h 17"/>
                <a:gd name="T4" fmla="*/ 72 w 13"/>
                <a:gd name="T5" fmla="*/ 128 h 17"/>
                <a:gd name="T6" fmla="*/ 104 w 13"/>
                <a:gd name="T7" fmla="*/ 128 h 17"/>
                <a:gd name="T8" fmla="*/ 72 w 13"/>
                <a:gd name="T9" fmla="*/ 128 h 17"/>
                <a:gd name="T10" fmla="*/ 8 w 13"/>
                <a:gd name="T11" fmla="*/ 56 h 17"/>
                <a:gd name="T12" fmla="*/ 8 w 13"/>
                <a:gd name="T13" fmla="*/ 8 h 17"/>
                <a:gd name="T14" fmla="*/ 32 w 13"/>
                <a:gd name="T15" fmla="*/ 8 h 17"/>
                <a:gd name="T16" fmla="*/ 8 w 13"/>
                <a:gd name="T17" fmla="*/ 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7">
                  <a:moveTo>
                    <a:pt x="1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3" y="10"/>
                    <a:pt x="6" y="14"/>
                    <a:pt x="9" y="16"/>
                  </a:cubicBezTo>
                  <a:cubicBezTo>
                    <a:pt x="11" y="17"/>
                    <a:pt x="12" y="17"/>
                    <a:pt x="13" y="16"/>
                  </a:cubicBezTo>
                  <a:cubicBezTo>
                    <a:pt x="12" y="17"/>
                    <a:pt x="11" y="16"/>
                    <a:pt x="9" y="16"/>
                  </a:cubicBezTo>
                  <a:cubicBezTo>
                    <a:pt x="6" y="14"/>
                    <a:pt x="3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2" y="0"/>
                    <a:pt x="4" y="1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1" name="Freeform 5686">
              <a:extLst>
                <a:ext uri="{FF2B5EF4-FFF2-40B4-BE49-F238E27FC236}">
                  <a16:creationId xmlns:a16="http://schemas.microsoft.com/office/drawing/2014/main" id="{C902FB46-2E4D-4F12-AA55-17535B621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509"/>
              <a:ext cx="42" cy="46"/>
            </a:xfrm>
            <a:custGeom>
              <a:avLst/>
              <a:gdLst>
                <a:gd name="T0" fmla="*/ 136 w 21"/>
                <a:gd name="T1" fmla="*/ 40 h 23"/>
                <a:gd name="T2" fmla="*/ 96 w 21"/>
                <a:gd name="T3" fmla="*/ 0 h 23"/>
                <a:gd name="T4" fmla="*/ 32 w 21"/>
                <a:gd name="T5" fmla="*/ 16 h 23"/>
                <a:gd name="T6" fmla="*/ 48 w 21"/>
                <a:gd name="T7" fmla="*/ 144 h 23"/>
                <a:gd name="T8" fmla="*/ 160 w 21"/>
                <a:gd name="T9" fmla="*/ 136 h 23"/>
                <a:gd name="T10" fmla="*/ 136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4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2" name="Freeform 5687">
              <a:extLst>
                <a:ext uri="{FF2B5EF4-FFF2-40B4-BE49-F238E27FC236}">
                  <a16:creationId xmlns:a16="http://schemas.microsoft.com/office/drawing/2014/main" id="{AC8EA6FB-4395-4472-9859-585E3705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509"/>
              <a:ext cx="42" cy="46"/>
            </a:xfrm>
            <a:custGeom>
              <a:avLst/>
              <a:gdLst>
                <a:gd name="T0" fmla="*/ 136 w 21"/>
                <a:gd name="T1" fmla="*/ 40 h 23"/>
                <a:gd name="T2" fmla="*/ 96 w 21"/>
                <a:gd name="T3" fmla="*/ 0 h 23"/>
                <a:gd name="T4" fmla="*/ 32 w 21"/>
                <a:gd name="T5" fmla="*/ 16 h 23"/>
                <a:gd name="T6" fmla="*/ 48 w 21"/>
                <a:gd name="T7" fmla="*/ 144 h 23"/>
                <a:gd name="T8" fmla="*/ 160 w 21"/>
                <a:gd name="T9" fmla="*/ 136 h 23"/>
                <a:gd name="T10" fmla="*/ 136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4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3" name="Freeform 5688">
              <a:extLst>
                <a:ext uri="{FF2B5EF4-FFF2-40B4-BE49-F238E27FC236}">
                  <a16:creationId xmlns:a16="http://schemas.microsoft.com/office/drawing/2014/main" id="{6C5C605F-2CD5-443F-A800-F15E1C3F4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517"/>
              <a:ext cx="20" cy="24"/>
            </a:xfrm>
            <a:custGeom>
              <a:avLst/>
              <a:gdLst>
                <a:gd name="T0" fmla="*/ 80 w 10"/>
                <a:gd name="T1" fmla="*/ 64 h 12"/>
                <a:gd name="T2" fmla="*/ 64 w 10"/>
                <a:gd name="T3" fmla="*/ 96 h 12"/>
                <a:gd name="T4" fmla="*/ 8 w 10"/>
                <a:gd name="T5" fmla="*/ 64 h 12"/>
                <a:gd name="T6" fmla="*/ 8 w 10"/>
                <a:gd name="T7" fmla="*/ 16 h 12"/>
                <a:gd name="T8" fmla="*/ 32 w 10"/>
                <a:gd name="T9" fmla="*/ 0 h 12"/>
                <a:gd name="T10" fmla="*/ 8 w 10"/>
                <a:gd name="T11" fmla="*/ 16 h 12"/>
                <a:gd name="T12" fmla="*/ 8 w 10"/>
                <a:gd name="T13" fmla="*/ 64 h 12"/>
                <a:gd name="T14" fmla="*/ 64 w 10"/>
                <a:gd name="T15" fmla="*/ 96 h 12"/>
                <a:gd name="T16" fmla="*/ 80 w 10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2"/>
                    <a:pt x="10" y="10"/>
                    <a:pt x="10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4" name="Freeform 5689">
              <a:extLst>
                <a:ext uri="{FF2B5EF4-FFF2-40B4-BE49-F238E27FC236}">
                  <a16:creationId xmlns:a16="http://schemas.microsoft.com/office/drawing/2014/main" id="{5597F55F-B7EB-49E7-95E0-60E202AD3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35"/>
              <a:ext cx="62" cy="42"/>
            </a:xfrm>
            <a:custGeom>
              <a:avLst/>
              <a:gdLst>
                <a:gd name="T0" fmla="*/ 56 w 31"/>
                <a:gd name="T1" fmla="*/ 8 h 21"/>
                <a:gd name="T2" fmla="*/ 0 w 31"/>
                <a:gd name="T3" fmla="*/ 88 h 21"/>
                <a:gd name="T4" fmla="*/ 120 w 31"/>
                <a:gd name="T5" fmla="*/ 160 h 21"/>
                <a:gd name="T6" fmla="*/ 240 w 31"/>
                <a:gd name="T7" fmla="*/ 88 h 21"/>
                <a:gd name="T8" fmla="*/ 216 w 31"/>
                <a:gd name="T9" fmla="*/ 24 h 21"/>
                <a:gd name="T10" fmla="*/ 136 w 31"/>
                <a:gd name="T11" fmla="*/ 16 h 21"/>
                <a:gd name="T12" fmla="*/ 56 w 31"/>
                <a:gd name="T13" fmla="*/ 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1">
                  <a:moveTo>
                    <a:pt x="7" y="1"/>
                  </a:moveTo>
                  <a:cubicBezTo>
                    <a:pt x="3" y="3"/>
                    <a:pt x="0" y="6"/>
                    <a:pt x="0" y="11"/>
                  </a:cubicBezTo>
                  <a:cubicBezTo>
                    <a:pt x="0" y="18"/>
                    <a:pt x="6" y="21"/>
                    <a:pt x="15" y="20"/>
                  </a:cubicBezTo>
                  <a:cubicBezTo>
                    <a:pt x="24" y="20"/>
                    <a:pt x="28" y="18"/>
                    <a:pt x="30" y="11"/>
                  </a:cubicBezTo>
                  <a:cubicBezTo>
                    <a:pt x="31" y="7"/>
                    <a:pt x="30" y="4"/>
                    <a:pt x="27" y="3"/>
                  </a:cubicBezTo>
                  <a:cubicBezTo>
                    <a:pt x="23" y="1"/>
                    <a:pt x="21" y="2"/>
                    <a:pt x="17" y="2"/>
                  </a:cubicBezTo>
                  <a:cubicBezTo>
                    <a:pt x="14" y="2"/>
                    <a:pt x="10" y="0"/>
                    <a:pt x="7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5" name="Freeform 5690">
              <a:extLst>
                <a:ext uri="{FF2B5EF4-FFF2-40B4-BE49-F238E27FC236}">
                  <a16:creationId xmlns:a16="http://schemas.microsoft.com/office/drawing/2014/main" id="{A078114E-2D90-46B1-8830-F404A1B3A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35"/>
              <a:ext cx="62" cy="42"/>
            </a:xfrm>
            <a:custGeom>
              <a:avLst/>
              <a:gdLst>
                <a:gd name="T0" fmla="*/ 56 w 31"/>
                <a:gd name="T1" fmla="*/ 8 h 21"/>
                <a:gd name="T2" fmla="*/ 0 w 31"/>
                <a:gd name="T3" fmla="*/ 88 h 21"/>
                <a:gd name="T4" fmla="*/ 120 w 31"/>
                <a:gd name="T5" fmla="*/ 160 h 21"/>
                <a:gd name="T6" fmla="*/ 240 w 31"/>
                <a:gd name="T7" fmla="*/ 88 h 21"/>
                <a:gd name="T8" fmla="*/ 216 w 31"/>
                <a:gd name="T9" fmla="*/ 24 h 21"/>
                <a:gd name="T10" fmla="*/ 136 w 31"/>
                <a:gd name="T11" fmla="*/ 16 h 21"/>
                <a:gd name="T12" fmla="*/ 56 w 31"/>
                <a:gd name="T13" fmla="*/ 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1">
                  <a:moveTo>
                    <a:pt x="7" y="1"/>
                  </a:moveTo>
                  <a:cubicBezTo>
                    <a:pt x="3" y="3"/>
                    <a:pt x="0" y="6"/>
                    <a:pt x="0" y="11"/>
                  </a:cubicBezTo>
                  <a:cubicBezTo>
                    <a:pt x="0" y="18"/>
                    <a:pt x="6" y="21"/>
                    <a:pt x="15" y="20"/>
                  </a:cubicBezTo>
                  <a:cubicBezTo>
                    <a:pt x="24" y="20"/>
                    <a:pt x="28" y="18"/>
                    <a:pt x="30" y="11"/>
                  </a:cubicBezTo>
                  <a:cubicBezTo>
                    <a:pt x="31" y="7"/>
                    <a:pt x="30" y="4"/>
                    <a:pt x="27" y="3"/>
                  </a:cubicBezTo>
                  <a:cubicBezTo>
                    <a:pt x="23" y="1"/>
                    <a:pt x="21" y="2"/>
                    <a:pt x="17" y="2"/>
                  </a:cubicBezTo>
                  <a:cubicBezTo>
                    <a:pt x="14" y="2"/>
                    <a:pt x="10" y="0"/>
                    <a:pt x="7" y="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6" name="Freeform 5691">
              <a:extLst>
                <a:ext uri="{FF2B5EF4-FFF2-40B4-BE49-F238E27FC236}">
                  <a16:creationId xmlns:a16="http://schemas.microsoft.com/office/drawing/2014/main" id="{F55233CF-31A4-4D3B-9772-820348294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247"/>
              <a:ext cx="38" cy="14"/>
            </a:xfrm>
            <a:custGeom>
              <a:avLst/>
              <a:gdLst>
                <a:gd name="T0" fmla="*/ 144 w 19"/>
                <a:gd name="T1" fmla="*/ 8 h 7"/>
                <a:gd name="T2" fmla="*/ 152 w 19"/>
                <a:gd name="T3" fmla="*/ 24 h 7"/>
                <a:gd name="T4" fmla="*/ 64 w 19"/>
                <a:gd name="T5" fmla="*/ 56 h 7"/>
                <a:gd name="T6" fmla="*/ 8 w 19"/>
                <a:gd name="T7" fmla="*/ 24 h 7"/>
                <a:gd name="T8" fmla="*/ 24 w 19"/>
                <a:gd name="T9" fmla="*/ 0 h 7"/>
                <a:gd name="T10" fmla="*/ 8 w 19"/>
                <a:gd name="T11" fmla="*/ 24 h 7"/>
                <a:gd name="T12" fmla="*/ 64 w 19"/>
                <a:gd name="T13" fmla="*/ 56 h 7"/>
                <a:gd name="T14" fmla="*/ 152 w 19"/>
                <a:gd name="T15" fmla="*/ 24 h 7"/>
                <a:gd name="T16" fmla="*/ 144 w 19"/>
                <a:gd name="T17" fmla="*/ 8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18" y="1"/>
                  </a:moveTo>
                  <a:cubicBezTo>
                    <a:pt x="19" y="2"/>
                    <a:pt x="19" y="2"/>
                    <a:pt x="19" y="3"/>
                  </a:cubicBezTo>
                  <a:cubicBezTo>
                    <a:pt x="18" y="4"/>
                    <a:pt x="15" y="6"/>
                    <a:pt x="8" y="7"/>
                  </a:cubicBezTo>
                  <a:cubicBezTo>
                    <a:pt x="3" y="7"/>
                    <a:pt x="1" y="5"/>
                    <a:pt x="1" y="3"/>
                  </a:cubicBezTo>
                  <a:cubicBezTo>
                    <a:pt x="1" y="2"/>
                    <a:pt x="1" y="1"/>
                    <a:pt x="3" y="0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5"/>
                    <a:pt x="3" y="7"/>
                    <a:pt x="8" y="7"/>
                  </a:cubicBezTo>
                  <a:cubicBezTo>
                    <a:pt x="15" y="7"/>
                    <a:pt x="18" y="5"/>
                    <a:pt x="19" y="3"/>
                  </a:cubicBezTo>
                  <a:cubicBezTo>
                    <a:pt x="19" y="2"/>
                    <a:pt x="19" y="2"/>
                    <a:pt x="18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7" name="Freeform 5692">
              <a:extLst>
                <a:ext uri="{FF2B5EF4-FFF2-40B4-BE49-F238E27FC236}">
                  <a16:creationId xmlns:a16="http://schemas.microsoft.com/office/drawing/2014/main" id="{9D39F016-7501-44C8-A85F-2E271A5E4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343"/>
              <a:ext cx="36" cy="68"/>
            </a:xfrm>
            <a:custGeom>
              <a:avLst/>
              <a:gdLst>
                <a:gd name="T0" fmla="*/ 88 w 18"/>
                <a:gd name="T1" fmla="*/ 32 h 34"/>
                <a:gd name="T2" fmla="*/ 16 w 18"/>
                <a:gd name="T3" fmla="*/ 48 h 34"/>
                <a:gd name="T4" fmla="*/ 24 w 18"/>
                <a:gd name="T5" fmla="*/ 200 h 34"/>
                <a:gd name="T6" fmla="*/ 96 w 18"/>
                <a:gd name="T7" fmla="*/ 264 h 34"/>
                <a:gd name="T8" fmla="*/ 88 w 18"/>
                <a:gd name="T9" fmla="*/ 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4">
                  <a:moveTo>
                    <a:pt x="11" y="4"/>
                  </a:moveTo>
                  <a:cubicBezTo>
                    <a:pt x="7" y="0"/>
                    <a:pt x="4" y="2"/>
                    <a:pt x="2" y="6"/>
                  </a:cubicBezTo>
                  <a:cubicBezTo>
                    <a:pt x="0" y="11"/>
                    <a:pt x="1" y="19"/>
                    <a:pt x="3" y="25"/>
                  </a:cubicBezTo>
                  <a:cubicBezTo>
                    <a:pt x="6" y="32"/>
                    <a:pt x="9" y="34"/>
                    <a:pt x="12" y="33"/>
                  </a:cubicBezTo>
                  <a:cubicBezTo>
                    <a:pt x="18" y="32"/>
                    <a:pt x="17" y="11"/>
                    <a:pt x="11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8" name="Freeform 5693">
              <a:extLst>
                <a:ext uri="{FF2B5EF4-FFF2-40B4-BE49-F238E27FC236}">
                  <a16:creationId xmlns:a16="http://schemas.microsoft.com/office/drawing/2014/main" id="{8CA45AAC-7167-49BB-A9E8-0CA39E38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343"/>
              <a:ext cx="36" cy="68"/>
            </a:xfrm>
            <a:custGeom>
              <a:avLst/>
              <a:gdLst>
                <a:gd name="T0" fmla="*/ 88 w 18"/>
                <a:gd name="T1" fmla="*/ 32 h 34"/>
                <a:gd name="T2" fmla="*/ 16 w 18"/>
                <a:gd name="T3" fmla="*/ 48 h 34"/>
                <a:gd name="T4" fmla="*/ 24 w 18"/>
                <a:gd name="T5" fmla="*/ 200 h 34"/>
                <a:gd name="T6" fmla="*/ 96 w 18"/>
                <a:gd name="T7" fmla="*/ 264 h 34"/>
                <a:gd name="T8" fmla="*/ 88 w 18"/>
                <a:gd name="T9" fmla="*/ 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4">
                  <a:moveTo>
                    <a:pt x="11" y="4"/>
                  </a:moveTo>
                  <a:cubicBezTo>
                    <a:pt x="7" y="0"/>
                    <a:pt x="4" y="2"/>
                    <a:pt x="2" y="6"/>
                  </a:cubicBezTo>
                  <a:cubicBezTo>
                    <a:pt x="0" y="11"/>
                    <a:pt x="1" y="19"/>
                    <a:pt x="3" y="25"/>
                  </a:cubicBezTo>
                  <a:cubicBezTo>
                    <a:pt x="6" y="32"/>
                    <a:pt x="9" y="34"/>
                    <a:pt x="12" y="33"/>
                  </a:cubicBezTo>
                  <a:cubicBezTo>
                    <a:pt x="18" y="32"/>
                    <a:pt x="17" y="11"/>
                    <a:pt x="11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9" name="Freeform 5694">
              <a:extLst>
                <a:ext uri="{FF2B5EF4-FFF2-40B4-BE49-F238E27FC236}">
                  <a16:creationId xmlns:a16="http://schemas.microsoft.com/office/drawing/2014/main" id="{ACDBE0F3-01AF-484D-8558-9F89FBE95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357"/>
              <a:ext cx="12" cy="40"/>
            </a:xfrm>
            <a:custGeom>
              <a:avLst/>
              <a:gdLst>
                <a:gd name="T0" fmla="*/ 24 w 6"/>
                <a:gd name="T1" fmla="*/ 0 h 20"/>
                <a:gd name="T2" fmla="*/ 0 w 6"/>
                <a:gd name="T3" fmla="*/ 48 h 20"/>
                <a:gd name="T4" fmla="*/ 24 w 6"/>
                <a:gd name="T5" fmla="*/ 144 h 20"/>
                <a:gd name="T6" fmla="*/ 48 w 6"/>
                <a:gd name="T7" fmla="*/ 160 h 20"/>
                <a:gd name="T8" fmla="*/ 24 w 6"/>
                <a:gd name="T9" fmla="*/ 144 h 20"/>
                <a:gd name="T10" fmla="*/ 0 w 6"/>
                <a:gd name="T11" fmla="*/ 48 h 20"/>
                <a:gd name="T12" fmla="*/ 24 w 6"/>
                <a:gd name="T13" fmla="*/ 8 h 20"/>
                <a:gd name="T14" fmla="*/ 48 w 6"/>
                <a:gd name="T15" fmla="*/ 16 h 20"/>
                <a:gd name="T16" fmla="*/ 24 w 6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0">
                  <a:moveTo>
                    <a:pt x="3" y="0"/>
                  </a:moveTo>
                  <a:cubicBezTo>
                    <a:pt x="1" y="1"/>
                    <a:pt x="1" y="3"/>
                    <a:pt x="0" y="6"/>
                  </a:cubicBezTo>
                  <a:cubicBezTo>
                    <a:pt x="0" y="10"/>
                    <a:pt x="1" y="15"/>
                    <a:pt x="3" y="18"/>
                  </a:cubicBezTo>
                  <a:cubicBezTo>
                    <a:pt x="4" y="19"/>
                    <a:pt x="5" y="20"/>
                    <a:pt x="6" y="20"/>
                  </a:cubicBezTo>
                  <a:cubicBezTo>
                    <a:pt x="5" y="20"/>
                    <a:pt x="4" y="19"/>
                    <a:pt x="3" y="18"/>
                  </a:cubicBezTo>
                  <a:cubicBezTo>
                    <a:pt x="1" y="15"/>
                    <a:pt x="0" y="10"/>
                    <a:pt x="0" y="6"/>
                  </a:cubicBezTo>
                  <a:cubicBezTo>
                    <a:pt x="1" y="3"/>
                    <a:pt x="2" y="1"/>
                    <a:pt x="3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0" name="Freeform 5695">
              <a:extLst>
                <a:ext uri="{FF2B5EF4-FFF2-40B4-BE49-F238E27FC236}">
                  <a16:creationId xmlns:a16="http://schemas.microsoft.com/office/drawing/2014/main" id="{5C1B877E-3F4D-4F88-8DF9-3985B7F66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393"/>
              <a:ext cx="36" cy="68"/>
            </a:xfrm>
            <a:custGeom>
              <a:avLst/>
              <a:gdLst>
                <a:gd name="T0" fmla="*/ 88 w 18"/>
                <a:gd name="T1" fmla="*/ 32 h 34"/>
                <a:gd name="T2" fmla="*/ 16 w 18"/>
                <a:gd name="T3" fmla="*/ 48 h 34"/>
                <a:gd name="T4" fmla="*/ 24 w 18"/>
                <a:gd name="T5" fmla="*/ 200 h 34"/>
                <a:gd name="T6" fmla="*/ 96 w 18"/>
                <a:gd name="T7" fmla="*/ 264 h 34"/>
                <a:gd name="T8" fmla="*/ 88 w 18"/>
                <a:gd name="T9" fmla="*/ 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4">
                  <a:moveTo>
                    <a:pt x="11" y="4"/>
                  </a:moveTo>
                  <a:cubicBezTo>
                    <a:pt x="7" y="0"/>
                    <a:pt x="3" y="2"/>
                    <a:pt x="2" y="6"/>
                  </a:cubicBezTo>
                  <a:cubicBezTo>
                    <a:pt x="0" y="11"/>
                    <a:pt x="1" y="19"/>
                    <a:pt x="3" y="25"/>
                  </a:cubicBezTo>
                  <a:cubicBezTo>
                    <a:pt x="5" y="32"/>
                    <a:pt x="9" y="34"/>
                    <a:pt x="12" y="33"/>
                  </a:cubicBezTo>
                  <a:cubicBezTo>
                    <a:pt x="18" y="32"/>
                    <a:pt x="17" y="11"/>
                    <a:pt x="11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1" name="Freeform 5696">
              <a:extLst>
                <a:ext uri="{FF2B5EF4-FFF2-40B4-BE49-F238E27FC236}">
                  <a16:creationId xmlns:a16="http://schemas.microsoft.com/office/drawing/2014/main" id="{9FC067B3-1AB3-4F32-B1B8-4620AF037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393"/>
              <a:ext cx="36" cy="68"/>
            </a:xfrm>
            <a:custGeom>
              <a:avLst/>
              <a:gdLst>
                <a:gd name="T0" fmla="*/ 88 w 18"/>
                <a:gd name="T1" fmla="*/ 32 h 34"/>
                <a:gd name="T2" fmla="*/ 16 w 18"/>
                <a:gd name="T3" fmla="*/ 48 h 34"/>
                <a:gd name="T4" fmla="*/ 24 w 18"/>
                <a:gd name="T5" fmla="*/ 200 h 34"/>
                <a:gd name="T6" fmla="*/ 96 w 18"/>
                <a:gd name="T7" fmla="*/ 264 h 34"/>
                <a:gd name="T8" fmla="*/ 88 w 18"/>
                <a:gd name="T9" fmla="*/ 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4">
                  <a:moveTo>
                    <a:pt x="11" y="4"/>
                  </a:moveTo>
                  <a:cubicBezTo>
                    <a:pt x="7" y="0"/>
                    <a:pt x="3" y="2"/>
                    <a:pt x="2" y="6"/>
                  </a:cubicBezTo>
                  <a:cubicBezTo>
                    <a:pt x="0" y="11"/>
                    <a:pt x="1" y="19"/>
                    <a:pt x="3" y="25"/>
                  </a:cubicBezTo>
                  <a:cubicBezTo>
                    <a:pt x="5" y="32"/>
                    <a:pt x="9" y="34"/>
                    <a:pt x="12" y="33"/>
                  </a:cubicBezTo>
                  <a:cubicBezTo>
                    <a:pt x="18" y="32"/>
                    <a:pt x="17" y="11"/>
                    <a:pt x="11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2" name="Freeform 5697">
              <a:extLst>
                <a:ext uri="{FF2B5EF4-FFF2-40B4-BE49-F238E27FC236}">
                  <a16:creationId xmlns:a16="http://schemas.microsoft.com/office/drawing/2014/main" id="{1BE500C9-C556-401E-90DB-6BADCABDC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407"/>
              <a:ext cx="10" cy="40"/>
            </a:xfrm>
            <a:custGeom>
              <a:avLst/>
              <a:gdLst>
                <a:gd name="T0" fmla="*/ 24 w 5"/>
                <a:gd name="T1" fmla="*/ 0 h 20"/>
                <a:gd name="T2" fmla="*/ 0 w 5"/>
                <a:gd name="T3" fmla="*/ 48 h 20"/>
                <a:gd name="T4" fmla="*/ 24 w 5"/>
                <a:gd name="T5" fmla="*/ 144 h 20"/>
                <a:gd name="T6" fmla="*/ 40 w 5"/>
                <a:gd name="T7" fmla="*/ 160 h 20"/>
                <a:gd name="T8" fmla="*/ 24 w 5"/>
                <a:gd name="T9" fmla="*/ 144 h 20"/>
                <a:gd name="T10" fmla="*/ 0 w 5"/>
                <a:gd name="T11" fmla="*/ 48 h 20"/>
                <a:gd name="T12" fmla="*/ 24 w 5"/>
                <a:gd name="T13" fmla="*/ 8 h 20"/>
                <a:gd name="T14" fmla="*/ 40 w 5"/>
                <a:gd name="T15" fmla="*/ 16 h 20"/>
                <a:gd name="T16" fmla="*/ 24 w 5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20">
                  <a:moveTo>
                    <a:pt x="3" y="0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0" y="10"/>
                    <a:pt x="1" y="15"/>
                    <a:pt x="3" y="18"/>
                  </a:cubicBezTo>
                  <a:cubicBezTo>
                    <a:pt x="3" y="19"/>
                    <a:pt x="4" y="20"/>
                    <a:pt x="5" y="20"/>
                  </a:cubicBezTo>
                  <a:cubicBezTo>
                    <a:pt x="4" y="20"/>
                    <a:pt x="3" y="19"/>
                    <a:pt x="3" y="18"/>
                  </a:cubicBezTo>
                  <a:cubicBezTo>
                    <a:pt x="1" y="15"/>
                    <a:pt x="0" y="10"/>
                    <a:pt x="0" y="6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3" name="Freeform 5698">
              <a:extLst>
                <a:ext uri="{FF2B5EF4-FFF2-40B4-BE49-F238E27FC236}">
                  <a16:creationId xmlns:a16="http://schemas.microsoft.com/office/drawing/2014/main" id="{A83080F5-464D-42F1-B8D2-88CFED8AD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573"/>
              <a:ext cx="48" cy="66"/>
            </a:xfrm>
            <a:custGeom>
              <a:avLst/>
              <a:gdLst>
                <a:gd name="T0" fmla="*/ 160 w 24"/>
                <a:gd name="T1" fmla="*/ 64 h 33"/>
                <a:gd name="T2" fmla="*/ 112 w 24"/>
                <a:gd name="T3" fmla="*/ 24 h 33"/>
                <a:gd name="T4" fmla="*/ 16 w 24"/>
                <a:gd name="T5" fmla="*/ 144 h 33"/>
                <a:gd name="T6" fmla="*/ 120 w 24"/>
                <a:gd name="T7" fmla="*/ 264 h 33"/>
                <a:gd name="T8" fmla="*/ 192 w 24"/>
                <a:gd name="T9" fmla="*/ 200 h 33"/>
                <a:gd name="T10" fmla="*/ 176 w 24"/>
                <a:gd name="T11" fmla="*/ 120 h 33"/>
                <a:gd name="T12" fmla="*/ 160 w 24"/>
                <a:gd name="T13" fmla="*/ 64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20" y="8"/>
                  </a:moveTo>
                  <a:cubicBezTo>
                    <a:pt x="19" y="5"/>
                    <a:pt x="16" y="3"/>
                    <a:pt x="14" y="3"/>
                  </a:cubicBezTo>
                  <a:cubicBezTo>
                    <a:pt x="5" y="0"/>
                    <a:pt x="0" y="9"/>
                    <a:pt x="2" y="18"/>
                  </a:cubicBezTo>
                  <a:cubicBezTo>
                    <a:pt x="4" y="27"/>
                    <a:pt x="11" y="33"/>
                    <a:pt x="15" y="33"/>
                  </a:cubicBezTo>
                  <a:cubicBezTo>
                    <a:pt x="20" y="32"/>
                    <a:pt x="23" y="29"/>
                    <a:pt x="24" y="25"/>
                  </a:cubicBezTo>
                  <a:cubicBezTo>
                    <a:pt x="24" y="22"/>
                    <a:pt x="23" y="17"/>
                    <a:pt x="22" y="15"/>
                  </a:cubicBezTo>
                  <a:cubicBezTo>
                    <a:pt x="21" y="13"/>
                    <a:pt x="21" y="10"/>
                    <a:pt x="20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4" name="Freeform 5699">
              <a:extLst>
                <a:ext uri="{FF2B5EF4-FFF2-40B4-BE49-F238E27FC236}">
                  <a16:creationId xmlns:a16="http://schemas.microsoft.com/office/drawing/2014/main" id="{EE0C0B18-0C44-461B-B77A-5BBAF3727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573"/>
              <a:ext cx="48" cy="66"/>
            </a:xfrm>
            <a:custGeom>
              <a:avLst/>
              <a:gdLst>
                <a:gd name="T0" fmla="*/ 160 w 24"/>
                <a:gd name="T1" fmla="*/ 64 h 33"/>
                <a:gd name="T2" fmla="*/ 112 w 24"/>
                <a:gd name="T3" fmla="*/ 24 h 33"/>
                <a:gd name="T4" fmla="*/ 16 w 24"/>
                <a:gd name="T5" fmla="*/ 144 h 33"/>
                <a:gd name="T6" fmla="*/ 120 w 24"/>
                <a:gd name="T7" fmla="*/ 264 h 33"/>
                <a:gd name="T8" fmla="*/ 192 w 24"/>
                <a:gd name="T9" fmla="*/ 200 h 33"/>
                <a:gd name="T10" fmla="*/ 176 w 24"/>
                <a:gd name="T11" fmla="*/ 120 h 33"/>
                <a:gd name="T12" fmla="*/ 160 w 24"/>
                <a:gd name="T13" fmla="*/ 64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20" y="8"/>
                  </a:moveTo>
                  <a:cubicBezTo>
                    <a:pt x="19" y="5"/>
                    <a:pt x="16" y="3"/>
                    <a:pt x="14" y="3"/>
                  </a:cubicBezTo>
                  <a:cubicBezTo>
                    <a:pt x="5" y="0"/>
                    <a:pt x="0" y="9"/>
                    <a:pt x="2" y="18"/>
                  </a:cubicBezTo>
                  <a:cubicBezTo>
                    <a:pt x="4" y="27"/>
                    <a:pt x="11" y="33"/>
                    <a:pt x="15" y="33"/>
                  </a:cubicBezTo>
                  <a:cubicBezTo>
                    <a:pt x="20" y="32"/>
                    <a:pt x="23" y="29"/>
                    <a:pt x="24" y="25"/>
                  </a:cubicBezTo>
                  <a:cubicBezTo>
                    <a:pt x="24" y="22"/>
                    <a:pt x="23" y="17"/>
                    <a:pt x="22" y="15"/>
                  </a:cubicBezTo>
                  <a:cubicBezTo>
                    <a:pt x="21" y="13"/>
                    <a:pt x="21" y="10"/>
                    <a:pt x="20" y="8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5" name="Freeform 5700">
              <a:extLst>
                <a:ext uri="{FF2B5EF4-FFF2-40B4-BE49-F238E27FC236}">
                  <a16:creationId xmlns:a16="http://schemas.microsoft.com/office/drawing/2014/main" id="{2E62C56A-B792-4926-A327-A3A687555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591"/>
              <a:ext cx="16" cy="34"/>
            </a:xfrm>
            <a:custGeom>
              <a:avLst/>
              <a:gdLst>
                <a:gd name="T0" fmla="*/ 24 w 8"/>
                <a:gd name="T1" fmla="*/ 8 h 17"/>
                <a:gd name="T2" fmla="*/ 0 w 8"/>
                <a:gd name="T3" fmla="*/ 48 h 17"/>
                <a:gd name="T4" fmla="*/ 32 w 8"/>
                <a:gd name="T5" fmla="*/ 128 h 17"/>
                <a:gd name="T6" fmla="*/ 64 w 8"/>
                <a:gd name="T7" fmla="*/ 136 h 17"/>
                <a:gd name="T8" fmla="*/ 32 w 8"/>
                <a:gd name="T9" fmla="*/ 128 h 17"/>
                <a:gd name="T10" fmla="*/ 0 w 8"/>
                <a:gd name="T11" fmla="*/ 48 h 17"/>
                <a:gd name="T12" fmla="*/ 24 w 8"/>
                <a:gd name="T13" fmla="*/ 8 h 17"/>
                <a:gd name="T14" fmla="*/ 48 w 8"/>
                <a:gd name="T15" fmla="*/ 8 h 17"/>
                <a:gd name="T16" fmla="*/ 24 w 8"/>
                <a:gd name="T17" fmla="*/ 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7">
                  <a:moveTo>
                    <a:pt x="3" y="1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0" y="10"/>
                    <a:pt x="2" y="14"/>
                    <a:pt x="4" y="16"/>
                  </a:cubicBezTo>
                  <a:cubicBezTo>
                    <a:pt x="5" y="17"/>
                    <a:pt x="6" y="17"/>
                    <a:pt x="8" y="17"/>
                  </a:cubicBezTo>
                  <a:cubicBezTo>
                    <a:pt x="6" y="17"/>
                    <a:pt x="5" y="17"/>
                    <a:pt x="4" y="16"/>
                  </a:cubicBezTo>
                  <a:cubicBezTo>
                    <a:pt x="2" y="14"/>
                    <a:pt x="1" y="10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6" name="Freeform 5701">
              <a:extLst>
                <a:ext uri="{FF2B5EF4-FFF2-40B4-BE49-F238E27FC236}">
                  <a16:creationId xmlns:a16="http://schemas.microsoft.com/office/drawing/2014/main" id="{BC7CDDB8-073C-411C-894F-85395C45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459"/>
              <a:ext cx="56" cy="60"/>
            </a:xfrm>
            <a:custGeom>
              <a:avLst/>
              <a:gdLst>
                <a:gd name="T0" fmla="*/ 112 w 28"/>
                <a:gd name="T1" fmla="*/ 232 h 30"/>
                <a:gd name="T2" fmla="*/ 208 w 28"/>
                <a:gd name="T3" fmla="*/ 112 h 30"/>
                <a:gd name="T4" fmla="*/ 72 w 28"/>
                <a:gd name="T5" fmla="*/ 24 h 30"/>
                <a:gd name="T6" fmla="*/ 112 w 28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4"/>
                    <a:pt x="26" y="14"/>
                  </a:cubicBezTo>
                  <a:cubicBezTo>
                    <a:pt x="25" y="5"/>
                    <a:pt x="18" y="0"/>
                    <a:pt x="9" y="3"/>
                  </a:cubicBezTo>
                  <a:cubicBezTo>
                    <a:pt x="0" y="6"/>
                    <a:pt x="0" y="27"/>
                    <a:pt x="14" y="2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7" name="Freeform 5702">
              <a:extLst>
                <a:ext uri="{FF2B5EF4-FFF2-40B4-BE49-F238E27FC236}">
                  <a16:creationId xmlns:a16="http://schemas.microsoft.com/office/drawing/2014/main" id="{A4A54B1E-FF02-473B-9B32-E3315D351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459"/>
              <a:ext cx="56" cy="60"/>
            </a:xfrm>
            <a:custGeom>
              <a:avLst/>
              <a:gdLst>
                <a:gd name="T0" fmla="*/ 112 w 28"/>
                <a:gd name="T1" fmla="*/ 232 h 30"/>
                <a:gd name="T2" fmla="*/ 208 w 28"/>
                <a:gd name="T3" fmla="*/ 112 h 30"/>
                <a:gd name="T4" fmla="*/ 72 w 28"/>
                <a:gd name="T5" fmla="*/ 24 h 30"/>
                <a:gd name="T6" fmla="*/ 112 w 28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4"/>
                    <a:pt x="26" y="14"/>
                  </a:cubicBezTo>
                  <a:cubicBezTo>
                    <a:pt x="25" y="5"/>
                    <a:pt x="18" y="0"/>
                    <a:pt x="9" y="3"/>
                  </a:cubicBezTo>
                  <a:cubicBezTo>
                    <a:pt x="0" y="6"/>
                    <a:pt x="0" y="27"/>
                    <a:pt x="14" y="29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8" name="Freeform 5703">
              <a:extLst>
                <a:ext uri="{FF2B5EF4-FFF2-40B4-BE49-F238E27FC236}">
                  <a16:creationId xmlns:a16="http://schemas.microsoft.com/office/drawing/2014/main" id="{3924F5CD-CBF6-4CA9-8CFE-49B567C28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473"/>
              <a:ext cx="32" cy="32"/>
            </a:xfrm>
            <a:custGeom>
              <a:avLst/>
              <a:gdLst>
                <a:gd name="T0" fmla="*/ 120 w 16"/>
                <a:gd name="T1" fmla="*/ 56 h 16"/>
                <a:gd name="T2" fmla="*/ 104 w 16"/>
                <a:gd name="T3" fmla="*/ 104 h 16"/>
                <a:gd name="T4" fmla="*/ 40 w 16"/>
                <a:gd name="T5" fmla="*/ 120 h 16"/>
                <a:gd name="T6" fmla="*/ 8 w 16"/>
                <a:gd name="T7" fmla="*/ 64 h 16"/>
                <a:gd name="T8" fmla="*/ 24 w 16"/>
                <a:gd name="T9" fmla="*/ 0 h 16"/>
                <a:gd name="T10" fmla="*/ 8 w 16"/>
                <a:gd name="T11" fmla="*/ 64 h 16"/>
                <a:gd name="T12" fmla="*/ 40 w 16"/>
                <a:gd name="T13" fmla="*/ 120 h 16"/>
                <a:gd name="T14" fmla="*/ 104 w 16"/>
                <a:gd name="T15" fmla="*/ 104 h 16"/>
                <a:gd name="T16" fmla="*/ 120 w 16"/>
                <a:gd name="T17" fmla="*/ 5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6">
                  <a:moveTo>
                    <a:pt x="15" y="7"/>
                  </a:moveTo>
                  <a:cubicBezTo>
                    <a:pt x="15" y="9"/>
                    <a:pt x="15" y="11"/>
                    <a:pt x="13" y="13"/>
                  </a:cubicBezTo>
                  <a:cubicBezTo>
                    <a:pt x="11" y="15"/>
                    <a:pt x="8" y="16"/>
                    <a:pt x="5" y="15"/>
                  </a:cubicBezTo>
                  <a:cubicBezTo>
                    <a:pt x="3" y="14"/>
                    <a:pt x="1" y="12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1" y="12"/>
                    <a:pt x="3" y="14"/>
                    <a:pt x="5" y="15"/>
                  </a:cubicBezTo>
                  <a:cubicBezTo>
                    <a:pt x="8" y="16"/>
                    <a:pt x="11" y="15"/>
                    <a:pt x="13" y="13"/>
                  </a:cubicBezTo>
                  <a:cubicBezTo>
                    <a:pt x="15" y="11"/>
                    <a:pt x="16" y="9"/>
                    <a:pt x="15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9" name="Freeform 5704">
              <a:extLst>
                <a:ext uri="{FF2B5EF4-FFF2-40B4-BE49-F238E27FC236}">
                  <a16:creationId xmlns:a16="http://schemas.microsoft.com/office/drawing/2014/main" id="{21DD29F8-3DBE-4CD0-8461-E5910F49F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779"/>
              <a:ext cx="46" cy="58"/>
            </a:xfrm>
            <a:custGeom>
              <a:avLst/>
              <a:gdLst>
                <a:gd name="T0" fmla="*/ 136 w 23"/>
                <a:gd name="T1" fmla="*/ 40 h 29"/>
                <a:gd name="T2" fmla="*/ 88 w 23"/>
                <a:gd name="T3" fmla="*/ 8 h 29"/>
                <a:gd name="T4" fmla="*/ 16 w 23"/>
                <a:gd name="T5" fmla="*/ 136 h 29"/>
                <a:gd name="T6" fmla="*/ 128 w 23"/>
                <a:gd name="T7" fmla="*/ 224 h 29"/>
                <a:gd name="T8" fmla="*/ 184 w 23"/>
                <a:gd name="T9" fmla="*/ 160 h 29"/>
                <a:gd name="T10" fmla="*/ 160 w 23"/>
                <a:gd name="T11" fmla="*/ 88 h 29"/>
                <a:gd name="T12" fmla="*/ 136 w 23"/>
                <a:gd name="T13" fmla="*/ 4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7" y="5"/>
                  </a:moveTo>
                  <a:cubicBezTo>
                    <a:pt x="15" y="3"/>
                    <a:pt x="13" y="2"/>
                    <a:pt x="11" y="1"/>
                  </a:cubicBezTo>
                  <a:cubicBezTo>
                    <a:pt x="3" y="0"/>
                    <a:pt x="0" y="9"/>
                    <a:pt x="2" y="17"/>
                  </a:cubicBezTo>
                  <a:cubicBezTo>
                    <a:pt x="5" y="24"/>
                    <a:pt x="12" y="29"/>
                    <a:pt x="16" y="28"/>
                  </a:cubicBezTo>
                  <a:cubicBezTo>
                    <a:pt x="21" y="27"/>
                    <a:pt x="23" y="24"/>
                    <a:pt x="23" y="20"/>
                  </a:cubicBezTo>
                  <a:cubicBezTo>
                    <a:pt x="23" y="17"/>
                    <a:pt x="21" y="13"/>
                    <a:pt x="20" y="11"/>
                  </a:cubicBezTo>
                  <a:cubicBezTo>
                    <a:pt x="19" y="9"/>
                    <a:pt x="19" y="7"/>
                    <a:pt x="1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0" name="Freeform 5705">
              <a:extLst>
                <a:ext uri="{FF2B5EF4-FFF2-40B4-BE49-F238E27FC236}">
                  <a16:creationId xmlns:a16="http://schemas.microsoft.com/office/drawing/2014/main" id="{70A82DBB-A13E-4F5A-950F-34C4A7D8F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779"/>
              <a:ext cx="46" cy="58"/>
            </a:xfrm>
            <a:custGeom>
              <a:avLst/>
              <a:gdLst>
                <a:gd name="T0" fmla="*/ 136 w 23"/>
                <a:gd name="T1" fmla="*/ 40 h 29"/>
                <a:gd name="T2" fmla="*/ 88 w 23"/>
                <a:gd name="T3" fmla="*/ 8 h 29"/>
                <a:gd name="T4" fmla="*/ 16 w 23"/>
                <a:gd name="T5" fmla="*/ 136 h 29"/>
                <a:gd name="T6" fmla="*/ 128 w 23"/>
                <a:gd name="T7" fmla="*/ 224 h 29"/>
                <a:gd name="T8" fmla="*/ 184 w 23"/>
                <a:gd name="T9" fmla="*/ 160 h 29"/>
                <a:gd name="T10" fmla="*/ 160 w 23"/>
                <a:gd name="T11" fmla="*/ 88 h 29"/>
                <a:gd name="T12" fmla="*/ 136 w 23"/>
                <a:gd name="T13" fmla="*/ 4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7" y="5"/>
                  </a:moveTo>
                  <a:cubicBezTo>
                    <a:pt x="15" y="3"/>
                    <a:pt x="13" y="2"/>
                    <a:pt x="11" y="1"/>
                  </a:cubicBezTo>
                  <a:cubicBezTo>
                    <a:pt x="3" y="0"/>
                    <a:pt x="0" y="9"/>
                    <a:pt x="2" y="17"/>
                  </a:cubicBezTo>
                  <a:cubicBezTo>
                    <a:pt x="5" y="24"/>
                    <a:pt x="12" y="29"/>
                    <a:pt x="16" y="28"/>
                  </a:cubicBezTo>
                  <a:cubicBezTo>
                    <a:pt x="21" y="27"/>
                    <a:pt x="23" y="24"/>
                    <a:pt x="23" y="20"/>
                  </a:cubicBezTo>
                  <a:cubicBezTo>
                    <a:pt x="23" y="17"/>
                    <a:pt x="21" y="13"/>
                    <a:pt x="20" y="11"/>
                  </a:cubicBezTo>
                  <a:cubicBezTo>
                    <a:pt x="19" y="9"/>
                    <a:pt x="19" y="7"/>
                    <a:pt x="1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1" name="Freeform 5706">
              <a:extLst>
                <a:ext uri="{FF2B5EF4-FFF2-40B4-BE49-F238E27FC236}">
                  <a16:creationId xmlns:a16="http://schemas.microsoft.com/office/drawing/2014/main" id="{26370E25-A52F-4203-910F-553849828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793"/>
              <a:ext cx="18" cy="30"/>
            </a:xfrm>
            <a:custGeom>
              <a:avLst/>
              <a:gdLst>
                <a:gd name="T0" fmla="*/ 16 w 9"/>
                <a:gd name="T1" fmla="*/ 8 h 15"/>
                <a:gd name="T2" fmla="*/ 8 w 9"/>
                <a:gd name="T3" fmla="*/ 48 h 15"/>
                <a:gd name="T4" fmla="*/ 40 w 9"/>
                <a:gd name="T5" fmla="*/ 120 h 15"/>
                <a:gd name="T6" fmla="*/ 72 w 9"/>
                <a:gd name="T7" fmla="*/ 120 h 15"/>
                <a:gd name="T8" fmla="*/ 40 w 9"/>
                <a:gd name="T9" fmla="*/ 112 h 15"/>
                <a:gd name="T10" fmla="*/ 8 w 9"/>
                <a:gd name="T11" fmla="*/ 48 h 15"/>
                <a:gd name="T12" fmla="*/ 16 w 9"/>
                <a:gd name="T13" fmla="*/ 8 h 15"/>
                <a:gd name="T14" fmla="*/ 40 w 9"/>
                <a:gd name="T15" fmla="*/ 8 h 15"/>
                <a:gd name="T16" fmla="*/ 16 w 9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5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" y="10"/>
                    <a:pt x="3" y="13"/>
                    <a:pt x="5" y="15"/>
                  </a:cubicBezTo>
                  <a:cubicBezTo>
                    <a:pt x="6" y="15"/>
                    <a:pt x="7" y="15"/>
                    <a:pt x="9" y="15"/>
                  </a:cubicBezTo>
                  <a:cubicBezTo>
                    <a:pt x="8" y="15"/>
                    <a:pt x="6" y="15"/>
                    <a:pt x="5" y="14"/>
                  </a:cubicBezTo>
                  <a:cubicBezTo>
                    <a:pt x="3" y="13"/>
                    <a:pt x="1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2" name="Freeform 5707">
              <a:extLst>
                <a:ext uri="{FF2B5EF4-FFF2-40B4-BE49-F238E27FC236}">
                  <a16:creationId xmlns:a16="http://schemas.microsoft.com/office/drawing/2014/main" id="{95FC8E08-4C84-451D-B52A-30563CE40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109"/>
              <a:ext cx="57" cy="58"/>
            </a:xfrm>
            <a:custGeom>
              <a:avLst/>
              <a:gdLst>
                <a:gd name="T0" fmla="*/ 136 w 28"/>
                <a:gd name="T1" fmla="*/ 24 h 29"/>
                <a:gd name="T2" fmla="*/ 75 w 28"/>
                <a:gd name="T3" fmla="*/ 8 h 29"/>
                <a:gd name="T4" fmla="*/ 41 w 28"/>
                <a:gd name="T5" fmla="*/ 152 h 29"/>
                <a:gd name="T6" fmla="*/ 195 w 28"/>
                <a:gd name="T7" fmla="*/ 216 h 29"/>
                <a:gd name="T8" fmla="*/ 228 w 28"/>
                <a:gd name="T9" fmla="*/ 136 h 29"/>
                <a:gd name="T10" fmla="*/ 179 w 28"/>
                <a:gd name="T11" fmla="*/ 72 h 29"/>
                <a:gd name="T12" fmla="*/ 136 w 28"/>
                <a:gd name="T13" fmla="*/ 2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0" y="2"/>
                    <a:pt x="0" y="12"/>
                    <a:pt x="5" y="19"/>
                  </a:cubicBezTo>
                  <a:cubicBezTo>
                    <a:pt x="11" y="27"/>
                    <a:pt x="20" y="29"/>
                    <a:pt x="23" y="27"/>
                  </a:cubicBezTo>
                  <a:cubicBezTo>
                    <a:pt x="27" y="24"/>
                    <a:pt x="28" y="21"/>
                    <a:pt x="27" y="17"/>
                  </a:cubicBezTo>
                  <a:cubicBezTo>
                    <a:pt x="26" y="14"/>
                    <a:pt x="23" y="10"/>
                    <a:pt x="21" y="9"/>
                  </a:cubicBezTo>
                  <a:cubicBezTo>
                    <a:pt x="19" y="7"/>
                    <a:pt x="18" y="4"/>
                    <a:pt x="16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3" name="Freeform 5708">
              <a:extLst>
                <a:ext uri="{FF2B5EF4-FFF2-40B4-BE49-F238E27FC236}">
                  <a16:creationId xmlns:a16="http://schemas.microsoft.com/office/drawing/2014/main" id="{5E6C36E6-0682-40FC-9E47-007A531F6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109"/>
              <a:ext cx="57" cy="58"/>
            </a:xfrm>
            <a:custGeom>
              <a:avLst/>
              <a:gdLst>
                <a:gd name="T0" fmla="*/ 136 w 28"/>
                <a:gd name="T1" fmla="*/ 24 h 29"/>
                <a:gd name="T2" fmla="*/ 75 w 28"/>
                <a:gd name="T3" fmla="*/ 8 h 29"/>
                <a:gd name="T4" fmla="*/ 41 w 28"/>
                <a:gd name="T5" fmla="*/ 152 h 29"/>
                <a:gd name="T6" fmla="*/ 195 w 28"/>
                <a:gd name="T7" fmla="*/ 216 h 29"/>
                <a:gd name="T8" fmla="*/ 228 w 28"/>
                <a:gd name="T9" fmla="*/ 136 h 29"/>
                <a:gd name="T10" fmla="*/ 179 w 28"/>
                <a:gd name="T11" fmla="*/ 72 h 29"/>
                <a:gd name="T12" fmla="*/ 136 w 28"/>
                <a:gd name="T13" fmla="*/ 2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0" y="2"/>
                    <a:pt x="0" y="12"/>
                    <a:pt x="5" y="19"/>
                  </a:cubicBezTo>
                  <a:cubicBezTo>
                    <a:pt x="11" y="27"/>
                    <a:pt x="20" y="29"/>
                    <a:pt x="23" y="27"/>
                  </a:cubicBezTo>
                  <a:cubicBezTo>
                    <a:pt x="27" y="24"/>
                    <a:pt x="28" y="21"/>
                    <a:pt x="27" y="17"/>
                  </a:cubicBezTo>
                  <a:cubicBezTo>
                    <a:pt x="26" y="14"/>
                    <a:pt x="23" y="10"/>
                    <a:pt x="21" y="9"/>
                  </a:cubicBezTo>
                  <a:cubicBezTo>
                    <a:pt x="19" y="7"/>
                    <a:pt x="18" y="4"/>
                    <a:pt x="16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4" name="Freeform 5709">
              <a:extLst>
                <a:ext uri="{FF2B5EF4-FFF2-40B4-BE49-F238E27FC236}">
                  <a16:creationId xmlns:a16="http://schemas.microsoft.com/office/drawing/2014/main" id="{106EE132-EFE8-4887-B03A-A57B6E39B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123"/>
              <a:ext cx="27" cy="30"/>
            </a:xfrm>
            <a:custGeom>
              <a:avLst/>
              <a:gdLst>
                <a:gd name="T0" fmla="*/ 8 w 13"/>
                <a:gd name="T1" fmla="*/ 8 h 15"/>
                <a:gd name="T2" fmla="*/ 17 w 13"/>
                <a:gd name="T3" fmla="*/ 56 h 15"/>
                <a:gd name="T4" fmla="*/ 81 w 13"/>
                <a:gd name="T5" fmla="*/ 112 h 15"/>
                <a:gd name="T6" fmla="*/ 116 w 13"/>
                <a:gd name="T7" fmla="*/ 112 h 15"/>
                <a:gd name="T8" fmla="*/ 81 w 13"/>
                <a:gd name="T9" fmla="*/ 112 h 15"/>
                <a:gd name="T10" fmla="*/ 17 w 13"/>
                <a:gd name="T11" fmla="*/ 56 h 15"/>
                <a:gd name="T12" fmla="*/ 8 w 13"/>
                <a:gd name="T13" fmla="*/ 8 h 15"/>
                <a:gd name="T14" fmla="*/ 35 w 13"/>
                <a:gd name="T15" fmla="*/ 8 h 15"/>
                <a:gd name="T16" fmla="*/ 8 w 13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1" y="1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3" y="11"/>
                    <a:pt x="7" y="14"/>
                    <a:pt x="9" y="14"/>
                  </a:cubicBezTo>
                  <a:cubicBezTo>
                    <a:pt x="10" y="15"/>
                    <a:pt x="12" y="15"/>
                    <a:pt x="13" y="14"/>
                  </a:cubicBezTo>
                  <a:cubicBezTo>
                    <a:pt x="12" y="15"/>
                    <a:pt x="10" y="15"/>
                    <a:pt x="9" y="14"/>
                  </a:cubicBezTo>
                  <a:cubicBezTo>
                    <a:pt x="7" y="13"/>
                    <a:pt x="4" y="11"/>
                    <a:pt x="2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5" name="Freeform 5710">
              <a:extLst>
                <a:ext uri="{FF2B5EF4-FFF2-40B4-BE49-F238E27FC236}">
                  <a16:creationId xmlns:a16="http://schemas.microsoft.com/office/drawing/2014/main" id="{752B6285-79F0-4DBC-851E-F39E3F735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3095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0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6" name="Freeform 5711">
              <a:extLst>
                <a:ext uri="{FF2B5EF4-FFF2-40B4-BE49-F238E27FC236}">
                  <a16:creationId xmlns:a16="http://schemas.microsoft.com/office/drawing/2014/main" id="{D9806C38-C0AF-40AF-9BEE-384686986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3095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0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7" name="Freeform 5712">
              <a:extLst>
                <a:ext uri="{FF2B5EF4-FFF2-40B4-BE49-F238E27FC236}">
                  <a16:creationId xmlns:a16="http://schemas.microsoft.com/office/drawing/2014/main" id="{5A66713A-BAF7-4A77-9A6E-317D6674C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103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72 w 11"/>
                <a:gd name="T3" fmla="*/ 88 h 12"/>
                <a:gd name="T4" fmla="*/ 16 w 11"/>
                <a:gd name="T5" fmla="*/ 64 h 12"/>
                <a:gd name="T6" fmla="*/ 8 w 11"/>
                <a:gd name="T7" fmla="*/ 16 h 12"/>
                <a:gd name="T8" fmla="*/ 32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72 w 11"/>
                <a:gd name="T15" fmla="*/ 88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8" name="Freeform 5713">
              <a:extLst>
                <a:ext uri="{FF2B5EF4-FFF2-40B4-BE49-F238E27FC236}">
                  <a16:creationId xmlns:a16="http://schemas.microsoft.com/office/drawing/2014/main" id="{56805001-5C21-4837-A42A-F5DDC98FC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3023"/>
              <a:ext cx="44" cy="48"/>
            </a:xfrm>
            <a:custGeom>
              <a:avLst/>
              <a:gdLst>
                <a:gd name="T0" fmla="*/ 152 w 22"/>
                <a:gd name="T1" fmla="*/ 56 h 24"/>
                <a:gd name="T2" fmla="*/ 104 w 22"/>
                <a:gd name="T3" fmla="*/ 8 h 24"/>
                <a:gd name="T4" fmla="*/ 40 w 22"/>
                <a:gd name="T5" fmla="*/ 8 h 24"/>
                <a:gd name="T6" fmla="*/ 40 w 22"/>
                <a:gd name="T7" fmla="*/ 152 h 24"/>
                <a:gd name="T8" fmla="*/ 160 w 22"/>
                <a:gd name="T9" fmla="*/ 152 h 24"/>
                <a:gd name="T10" fmla="*/ 152 w 22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4">
                  <a:moveTo>
                    <a:pt x="19" y="7"/>
                  </a:moveTo>
                  <a:cubicBezTo>
                    <a:pt x="17" y="4"/>
                    <a:pt x="16" y="2"/>
                    <a:pt x="13" y="1"/>
                  </a:cubicBezTo>
                  <a:cubicBezTo>
                    <a:pt x="11" y="0"/>
                    <a:pt x="8" y="0"/>
                    <a:pt x="5" y="1"/>
                  </a:cubicBezTo>
                  <a:cubicBezTo>
                    <a:pt x="0" y="5"/>
                    <a:pt x="0" y="13"/>
                    <a:pt x="5" y="19"/>
                  </a:cubicBezTo>
                  <a:cubicBezTo>
                    <a:pt x="10" y="24"/>
                    <a:pt x="18" y="23"/>
                    <a:pt x="20" y="19"/>
                  </a:cubicBezTo>
                  <a:cubicBezTo>
                    <a:pt x="22" y="15"/>
                    <a:pt x="21" y="13"/>
                    <a:pt x="19" y="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9" name="Freeform 5714">
              <a:extLst>
                <a:ext uri="{FF2B5EF4-FFF2-40B4-BE49-F238E27FC236}">
                  <a16:creationId xmlns:a16="http://schemas.microsoft.com/office/drawing/2014/main" id="{ED5E14CA-71E7-4AB3-A4E3-5796F1A8E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3023"/>
              <a:ext cx="44" cy="48"/>
            </a:xfrm>
            <a:custGeom>
              <a:avLst/>
              <a:gdLst>
                <a:gd name="T0" fmla="*/ 152 w 22"/>
                <a:gd name="T1" fmla="*/ 56 h 24"/>
                <a:gd name="T2" fmla="*/ 104 w 22"/>
                <a:gd name="T3" fmla="*/ 8 h 24"/>
                <a:gd name="T4" fmla="*/ 40 w 22"/>
                <a:gd name="T5" fmla="*/ 8 h 24"/>
                <a:gd name="T6" fmla="*/ 40 w 22"/>
                <a:gd name="T7" fmla="*/ 152 h 24"/>
                <a:gd name="T8" fmla="*/ 160 w 22"/>
                <a:gd name="T9" fmla="*/ 152 h 24"/>
                <a:gd name="T10" fmla="*/ 152 w 22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4">
                  <a:moveTo>
                    <a:pt x="19" y="7"/>
                  </a:moveTo>
                  <a:cubicBezTo>
                    <a:pt x="17" y="4"/>
                    <a:pt x="16" y="2"/>
                    <a:pt x="13" y="1"/>
                  </a:cubicBezTo>
                  <a:cubicBezTo>
                    <a:pt x="11" y="0"/>
                    <a:pt x="8" y="0"/>
                    <a:pt x="5" y="1"/>
                  </a:cubicBezTo>
                  <a:cubicBezTo>
                    <a:pt x="0" y="5"/>
                    <a:pt x="0" y="13"/>
                    <a:pt x="5" y="19"/>
                  </a:cubicBezTo>
                  <a:cubicBezTo>
                    <a:pt x="10" y="24"/>
                    <a:pt x="18" y="23"/>
                    <a:pt x="20" y="19"/>
                  </a:cubicBezTo>
                  <a:cubicBezTo>
                    <a:pt x="22" y="15"/>
                    <a:pt x="21" y="13"/>
                    <a:pt x="19" y="7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0" name="Freeform 5715">
              <a:extLst>
                <a:ext uri="{FF2B5EF4-FFF2-40B4-BE49-F238E27FC236}">
                  <a16:creationId xmlns:a16="http://schemas.microsoft.com/office/drawing/2014/main" id="{97E40CEC-ADDF-4725-B402-BEA9015AD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033"/>
              <a:ext cx="22" cy="26"/>
            </a:xfrm>
            <a:custGeom>
              <a:avLst/>
              <a:gdLst>
                <a:gd name="T0" fmla="*/ 88 w 11"/>
                <a:gd name="T1" fmla="*/ 72 h 13"/>
                <a:gd name="T2" fmla="*/ 56 w 11"/>
                <a:gd name="T3" fmla="*/ 104 h 13"/>
                <a:gd name="T4" fmla="*/ 8 w 11"/>
                <a:gd name="T5" fmla="*/ 64 h 13"/>
                <a:gd name="T6" fmla="*/ 16 w 11"/>
                <a:gd name="T7" fmla="*/ 8 h 13"/>
                <a:gd name="T8" fmla="*/ 40 w 11"/>
                <a:gd name="T9" fmla="*/ 0 h 13"/>
                <a:gd name="T10" fmla="*/ 8 w 11"/>
                <a:gd name="T11" fmla="*/ 8 h 13"/>
                <a:gd name="T12" fmla="*/ 8 w 11"/>
                <a:gd name="T13" fmla="*/ 64 h 13"/>
                <a:gd name="T14" fmla="*/ 56 w 11"/>
                <a:gd name="T15" fmla="*/ 104 h 13"/>
                <a:gd name="T16" fmla="*/ 88 w 11"/>
                <a:gd name="T17" fmla="*/ 7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1" y="9"/>
                  </a:moveTo>
                  <a:cubicBezTo>
                    <a:pt x="10" y="11"/>
                    <a:pt x="9" y="12"/>
                    <a:pt x="7" y="13"/>
                  </a:cubicBezTo>
                  <a:cubicBezTo>
                    <a:pt x="5" y="13"/>
                    <a:pt x="3" y="11"/>
                    <a:pt x="1" y="8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8"/>
                  </a:cubicBezTo>
                  <a:cubicBezTo>
                    <a:pt x="2" y="11"/>
                    <a:pt x="5" y="13"/>
                    <a:pt x="7" y="13"/>
                  </a:cubicBezTo>
                  <a:cubicBezTo>
                    <a:pt x="9" y="13"/>
                    <a:pt x="10" y="11"/>
                    <a:pt x="11" y="9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1" name="Freeform 5716">
              <a:extLst>
                <a:ext uri="{FF2B5EF4-FFF2-40B4-BE49-F238E27FC236}">
                  <a16:creationId xmlns:a16="http://schemas.microsoft.com/office/drawing/2014/main" id="{5D97F8B3-4B6E-40A6-B502-733506273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049"/>
              <a:ext cx="45" cy="44"/>
            </a:xfrm>
            <a:custGeom>
              <a:avLst/>
              <a:gdLst>
                <a:gd name="T0" fmla="*/ 147 w 22"/>
                <a:gd name="T1" fmla="*/ 32 h 22"/>
                <a:gd name="T2" fmla="*/ 84 w 22"/>
                <a:gd name="T3" fmla="*/ 0 h 22"/>
                <a:gd name="T4" fmla="*/ 33 w 22"/>
                <a:gd name="T5" fmla="*/ 16 h 22"/>
                <a:gd name="T6" fmla="*/ 68 w 22"/>
                <a:gd name="T7" fmla="*/ 144 h 22"/>
                <a:gd name="T8" fmla="*/ 180 w 22"/>
                <a:gd name="T9" fmla="*/ 120 h 22"/>
                <a:gd name="T10" fmla="*/ 147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2" name="Freeform 5717">
              <a:extLst>
                <a:ext uri="{FF2B5EF4-FFF2-40B4-BE49-F238E27FC236}">
                  <a16:creationId xmlns:a16="http://schemas.microsoft.com/office/drawing/2014/main" id="{44147531-7B5A-4638-BBF2-41517D9A6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049"/>
              <a:ext cx="45" cy="44"/>
            </a:xfrm>
            <a:custGeom>
              <a:avLst/>
              <a:gdLst>
                <a:gd name="T0" fmla="*/ 147 w 22"/>
                <a:gd name="T1" fmla="*/ 32 h 22"/>
                <a:gd name="T2" fmla="*/ 84 w 22"/>
                <a:gd name="T3" fmla="*/ 0 h 22"/>
                <a:gd name="T4" fmla="*/ 33 w 22"/>
                <a:gd name="T5" fmla="*/ 16 h 22"/>
                <a:gd name="T6" fmla="*/ 68 w 22"/>
                <a:gd name="T7" fmla="*/ 144 h 22"/>
                <a:gd name="T8" fmla="*/ 180 w 22"/>
                <a:gd name="T9" fmla="*/ 120 h 22"/>
                <a:gd name="T10" fmla="*/ 147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3" name="Freeform 5718">
              <a:extLst>
                <a:ext uri="{FF2B5EF4-FFF2-40B4-BE49-F238E27FC236}">
                  <a16:creationId xmlns:a16="http://schemas.microsoft.com/office/drawing/2014/main" id="{389E7FF0-98A0-4182-8C33-EFF56E699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057"/>
              <a:ext cx="22" cy="24"/>
            </a:xfrm>
            <a:custGeom>
              <a:avLst/>
              <a:gdLst>
                <a:gd name="T0" fmla="*/ 88 w 11"/>
                <a:gd name="T1" fmla="*/ 56 h 12"/>
                <a:gd name="T2" fmla="*/ 72 w 11"/>
                <a:gd name="T3" fmla="*/ 88 h 12"/>
                <a:gd name="T4" fmla="*/ 16 w 11"/>
                <a:gd name="T5" fmla="*/ 64 h 12"/>
                <a:gd name="T6" fmla="*/ 8 w 11"/>
                <a:gd name="T7" fmla="*/ 16 h 12"/>
                <a:gd name="T8" fmla="*/ 32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72 w 11"/>
                <a:gd name="T15" fmla="*/ 88 h 12"/>
                <a:gd name="T16" fmla="*/ 88 w 11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4" name="Freeform 5719">
              <a:extLst>
                <a:ext uri="{FF2B5EF4-FFF2-40B4-BE49-F238E27FC236}">
                  <a16:creationId xmlns:a16="http://schemas.microsoft.com/office/drawing/2014/main" id="{D5D735E6-F371-4D91-BDF7-1D9779CFD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3045"/>
              <a:ext cx="56" cy="58"/>
            </a:xfrm>
            <a:custGeom>
              <a:avLst/>
              <a:gdLst>
                <a:gd name="T0" fmla="*/ 136 w 28"/>
                <a:gd name="T1" fmla="*/ 24 h 29"/>
                <a:gd name="T2" fmla="*/ 40 w 28"/>
                <a:gd name="T3" fmla="*/ 24 h 29"/>
                <a:gd name="T4" fmla="*/ 48 w 28"/>
                <a:gd name="T5" fmla="*/ 160 h 29"/>
                <a:gd name="T6" fmla="*/ 184 w 28"/>
                <a:gd name="T7" fmla="*/ 216 h 29"/>
                <a:gd name="T8" fmla="*/ 216 w 28"/>
                <a:gd name="T9" fmla="*/ 160 h 29"/>
                <a:gd name="T10" fmla="*/ 176 w 28"/>
                <a:gd name="T11" fmla="*/ 88 h 29"/>
                <a:gd name="T12" fmla="*/ 136 w 28"/>
                <a:gd name="T13" fmla="*/ 2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7" y="3"/>
                  </a:moveTo>
                  <a:cubicBezTo>
                    <a:pt x="14" y="0"/>
                    <a:pt x="10" y="0"/>
                    <a:pt x="5" y="3"/>
                  </a:cubicBezTo>
                  <a:cubicBezTo>
                    <a:pt x="0" y="7"/>
                    <a:pt x="1" y="14"/>
                    <a:pt x="6" y="20"/>
                  </a:cubicBezTo>
                  <a:cubicBezTo>
                    <a:pt x="12" y="27"/>
                    <a:pt x="16" y="29"/>
                    <a:pt x="23" y="27"/>
                  </a:cubicBezTo>
                  <a:cubicBezTo>
                    <a:pt x="26" y="26"/>
                    <a:pt x="28" y="23"/>
                    <a:pt x="27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1" y="9"/>
                    <a:pt x="20" y="5"/>
                    <a:pt x="17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5" name="Freeform 5720">
              <a:extLst>
                <a:ext uri="{FF2B5EF4-FFF2-40B4-BE49-F238E27FC236}">
                  <a16:creationId xmlns:a16="http://schemas.microsoft.com/office/drawing/2014/main" id="{358728BC-8A7B-4E36-9925-658A1F7A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3045"/>
              <a:ext cx="56" cy="58"/>
            </a:xfrm>
            <a:custGeom>
              <a:avLst/>
              <a:gdLst>
                <a:gd name="T0" fmla="*/ 136 w 28"/>
                <a:gd name="T1" fmla="*/ 24 h 29"/>
                <a:gd name="T2" fmla="*/ 40 w 28"/>
                <a:gd name="T3" fmla="*/ 24 h 29"/>
                <a:gd name="T4" fmla="*/ 48 w 28"/>
                <a:gd name="T5" fmla="*/ 160 h 29"/>
                <a:gd name="T6" fmla="*/ 184 w 28"/>
                <a:gd name="T7" fmla="*/ 216 h 29"/>
                <a:gd name="T8" fmla="*/ 216 w 28"/>
                <a:gd name="T9" fmla="*/ 160 h 29"/>
                <a:gd name="T10" fmla="*/ 176 w 28"/>
                <a:gd name="T11" fmla="*/ 88 h 29"/>
                <a:gd name="T12" fmla="*/ 136 w 28"/>
                <a:gd name="T13" fmla="*/ 2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7" y="3"/>
                  </a:moveTo>
                  <a:cubicBezTo>
                    <a:pt x="14" y="0"/>
                    <a:pt x="10" y="0"/>
                    <a:pt x="5" y="3"/>
                  </a:cubicBezTo>
                  <a:cubicBezTo>
                    <a:pt x="0" y="7"/>
                    <a:pt x="1" y="14"/>
                    <a:pt x="6" y="20"/>
                  </a:cubicBezTo>
                  <a:cubicBezTo>
                    <a:pt x="12" y="27"/>
                    <a:pt x="16" y="29"/>
                    <a:pt x="23" y="27"/>
                  </a:cubicBezTo>
                  <a:cubicBezTo>
                    <a:pt x="26" y="26"/>
                    <a:pt x="28" y="23"/>
                    <a:pt x="27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1" y="9"/>
                    <a:pt x="20" y="5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6" name="Freeform 5721">
              <a:extLst>
                <a:ext uri="{FF2B5EF4-FFF2-40B4-BE49-F238E27FC236}">
                  <a16:creationId xmlns:a16="http://schemas.microsoft.com/office/drawing/2014/main" id="{6AEB95FB-81CA-45A0-9A41-6E9B5BB2E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055"/>
              <a:ext cx="26" cy="34"/>
            </a:xfrm>
            <a:custGeom>
              <a:avLst/>
              <a:gdLst>
                <a:gd name="T0" fmla="*/ 104 w 13"/>
                <a:gd name="T1" fmla="*/ 120 h 17"/>
                <a:gd name="T2" fmla="*/ 104 w 13"/>
                <a:gd name="T3" fmla="*/ 128 h 17"/>
                <a:gd name="T4" fmla="*/ 24 w 13"/>
                <a:gd name="T5" fmla="*/ 72 h 17"/>
                <a:gd name="T6" fmla="*/ 16 w 13"/>
                <a:gd name="T7" fmla="*/ 8 h 17"/>
                <a:gd name="T8" fmla="*/ 48 w 13"/>
                <a:gd name="T9" fmla="*/ 8 h 17"/>
                <a:gd name="T10" fmla="*/ 16 w 13"/>
                <a:gd name="T11" fmla="*/ 8 h 17"/>
                <a:gd name="T12" fmla="*/ 24 w 13"/>
                <a:gd name="T13" fmla="*/ 80 h 17"/>
                <a:gd name="T14" fmla="*/ 104 w 13"/>
                <a:gd name="T15" fmla="*/ 128 h 17"/>
                <a:gd name="T16" fmla="*/ 104 w 13"/>
                <a:gd name="T17" fmla="*/ 12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7">
                  <a:moveTo>
                    <a:pt x="13" y="15"/>
                  </a:moveTo>
                  <a:cubicBezTo>
                    <a:pt x="13" y="15"/>
                    <a:pt x="13" y="16"/>
                    <a:pt x="13" y="16"/>
                  </a:cubicBezTo>
                  <a:cubicBezTo>
                    <a:pt x="11" y="16"/>
                    <a:pt x="8" y="15"/>
                    <a:pt x="3" y="9"/>
                  </a:cubicBezTo>
                  <a:cubicBezTo>
                    <a:pt x="0" y="5"/>
                    <a:pt x="1" y="3"/>
                    <a:pt x="2" y="1"/>
                  </a:cubicBezTo>
                  <a:cubicBezTo>
                    <a:pt x="3" y="1"/>
                    <a:pt x="4" y="0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0" y="3"/>
                    <a:pt x="0" y="5"/>
                    <a:pt x="3" y="10"/>
                  </a:cubicBezTo>
                  <a:cubicBezTo>
                    <a:pt x="7" y="15"/>
                    <a:pt x="11" y="17"/>
                    <a:pt x="13" y="16"/>
                  </a:cubicBezTo>
                  <a:cubicBezTo>
                    <a:pt x="13" y="16"/>
                    <a:pt x="13" y="15"/>
                    <a:pt x="13" y="1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7" name="Freeform 5722">
              <a:extLst>
                <a:ext uri="{FF2B5EF4-FFF2-40B4-BE49-F238E27FC236}">
                  <a16:creationId xmlns:a16="http://schemas.microsoft.com/office/drawing/2014/main" id="{13721C76-84B6-452B-8FFA-64A0CE278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033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8" name="Freeform 5723">
              <a:extLst>
                <a:ext uri="{FF2B5EF4-FFF2-40B4-BE49-F238E27FC236}">
                  <a16:creationId xmlns:a16="http://schemas.microsoft.com/office/drawing/2014/main" id="{46DA396E-D087-49E5-BE93-D8D318E67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033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8 w 22"/>
                <a:gd name="T3" fmla="*/ 0 h 22"/>
                <a:gd name="T4" fmla="*/ 32 w 22"/>
                <a:gd name="T5" fmla="*/ 24 h 22"/>
                <a:gd name="T6" fmla="*/ 64 w 22"/>
                <a:gd name="T7" fmla="*/ 152 h 22"/>
                <a:gd name="T8" fmla="*/ 176 w 22"/>
                <a:gd name="T9" fmla="*/ 120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9" name="Freeform 5724">
              <a:extLst>
                <a:ext uri="{FF2B5EF4-FFF2-40B4-BE49-F238E27FC236}">
                  <a16:creationId xmlns:a16="http://schemas.microsoft.com/office/drawing/2014/main" id="{2857A7F5-9E60-4E83-B13E-DA5D40818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3041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72 w 12"/>
                <a:gd name="T3" fmla="*/ 88 h 12"/>
                <a:gd name="T4" fmla="*/ 16 w 12"/>
                <a:gd name="T5" fmla="*/ 64 h 12"/>
                <a:gd name="T6" fmla="*/ 8 w 12"/>
                <a:gd name="T7" fmla="*/ 16 h 12"/>
                <a:gd name="T8" fmla="*/ 32 w 12"/>
                <a:gd name="T9" fmla="*/ 0 h 12"/>
                <a:gd name="T10" fmla="*/ 8 w 12"/>
                <a:gd name="T11" fmla="*/ 16 h 12"/>
                <a:gd name="T12" fmla="*/ 16 w 12"/>
                <a:gd name="T13" fmla="*/ 64 h 12"/>
                <a:gd name="T14" fmla="*/ 72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5"/>
                    <a:pt x="1" y="4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4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1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0" name="Freeform 5725">
              <a:extLst>
                <a:ext uri="{FF2B5EF4-FFF2-40B4-BE49-F238E27FC236}">
                  <a16:creationId xmlns:a16="http://schemas.microsoft.com/office/drawing/2014/main" id="{D8EBF363-E3D5-4F12-B3A2-EAF728C09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125"/>
              <a:ext cx="62" cy="60"/>
            </a:xfrm>
            <a:custGeom>
              <a:avLst/>
              <a:gdLst>
                <a:gd name="T0" fmla="*/ 120 w 31"/>
                <a:gd name="T1" fmla="*/ 16 h 30"/>
                <a:gd name="T2" fmla="*/ 32 w 31"/>
                <a:gd name="T3" fmla="*/ 32 h 30"/>
                <a:gd name="T4" fmla="*/ 80 w 31"/>
                <a:gd name="T5" fmla="*/ 176 h 30"/>
                <a:gd name="T6" fmla="*/ 224 w 31"/>
                <a:gd name="T7" fmla="*/ 216 h 30"/>
                <a:gd name="T8" fmla="*/ 240 w 31"/>
                <a:gd name="T9" fmla="*/ 152 h 30"/>
                <a:gd name="T10" fmla="*/ 176 w 31"/>
                <a:gd name="T11" fmla="*/ 80 h 30"/>
                <a:gd name="T12" fmla="*/ 120 w 31"/>
                <a:gd name="T13" fmla="*/ 1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15" y="2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9"/>
                    <a:pt x="3" y="15"/>
                    <a:pt x="10" y="22"/>
                  </a:cubicBezTo>
                  <a:cubicBezTo>
                    <a:pt x="17" y="28"/>
                    <a:pt x="22" y="30"/>
                    <a:pt x="28" y="27"/>
                  </a:cubicBezTo>
                  <a:cubicBezTo>
                    <a:pt x="30" y="25"/>
                    <a:pt x="31" y="22"/>
                    <a:pt x="30" y="19"/>
                  </a:cubicBezTo>
                  <a:cubicBezTo>
                    <a:pt x="28" y="15"/>
                    <a:pt x="26" y="14"/>
                    <a:pt x="22" y="10"/>
                  </a:cubicBezTo>
                  <a:cubicBezTo>
                    <a:pt x="21" y="9"/>
                    <a:pt x="19" y="4"/>
                    <a:pt x="15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1" name="Freeform 5726">
              <a:extLst>
                <a:ext uri="{FF2B5EF4-FFF2-40B4-BE49-F238E27FC236}">
                  <a16:creationId xmlns:a16="http://schemas.microsoft.com/office/drawing/2014/main" id="{0968D98F-8C47-46E7-ADB7-6D5BED4E0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125"/>
              <a:ext cx="62" cy="60"/>
            </a:xfrm>
            <a:custGeom>
              <a:avLst/>
              <a:gdLst>
                <a:gd name="T0" fmla="*/ 120 w 31"/>
                <a:gd name="T1" fmla="*/ 16 h 30"/>
                <a:gd name="T2" fmla="*/ 32 w 31"/>
                <a:gd name="T3" fmla="*/ 32 h 30"/>
                <a:gd name="T4" fmla="*/ 80 w 31"/>
                <a:gd name="T5" fmla="*/ 176 h 30"/>
                <a:gd name="T6" fmla="*/ 224 w 31"/>
                <a:gd name="T7" fmla="*/ 216 h 30"/>
                <a:gd name="T8" fmla="*/ 240 w 31"/>
                <a:gd name="T9" fmla="*/ 152 h 30"/>
                <a:gd name="T10" fmla="*/ 176 w 31"/>
                <a:gd name="T11" fmla="*/ 80 h 30"/>
                <a:gd name="T12" fmla="*/ 120 w 31"/>
                <a:gd name="T13" fmla="*/ 1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15" y="2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9"/>
                    <a:pt x="3" y="15"/>
                    <a:pt x="10" y="22"/>
                  </a:cubicBezTo>
                  <a:cubicBezTo>
                    <a:pt x="17" y="28"/>
                    <a:pt x="22" y="30"/>
                    <a:pt x="28" y="27"/>
                  </a:cubicBezTo>
                  <a:cubicBezTo>
                    <a:pt x="30" y="25"/>
                    <a:pt x="31" y="22"/>
                    <a:pt x="30" y="19"/>
                  </a:cubicBezTo>
                  <a:cubicBezTo>
                    <a:pt x="28" y="15"/>
                    <a:pt x="26" y="14"/>
                    <a:pt x="22" y="10"/>
                  </a:cubicBezTo>
                  <a:cubicBezTo>
                    <a:pt x="21" y="9"/>
                    <a:pt x="19" y="4"/>
                    <a:pt x="15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2" name="Freeform 5727">
              <a:extLst>
                <a:ext uri="{FF2B5EF4-FFF2-40B4-BE49-F238E27FC236}">
                  <a16:creationId xmlns:a16="http://schemas.microsoft.com/office/drawing/2014/main" id="{16401D26-1358-4D15-89D9-DBC2782B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137"/>
              <a:ext cx="30" cy="30"/>
            </a:xfrm>
            <a:custGeom>
              <a:avLst/>
              <a:gdLst>
                <a:gd name="T0" fmla="*/ 120 w 15"/>
                <a:gd name="T1" fmla="*/ 104 h 15"/>
                <a:gd name="T2" fmla="*/ 120 w 15"/>
                <a:gd name="T3" fmla="*/ 112 h 15"/>
                <a:gd name="T4" fmla="*/ 32 w 15"/>
                <a:gd name="T5" fmla="*/ 72 h 15"/>
                <a:gd name="T6" fmla="*/ 8 w 15"/>
                <a:gd name="T7" fmla="*/ 8 h 15"/>
                <a:gd name="T8" fmla="*/ 32 w 15"/>
                <a:gd name="T9" fmla="*/ 0 h 15"/>
                <a:gd name="T10" fmla="*/ 0 w 15"/>
                <a:gd name="T11" fmla="*/ 8 h 15"/>
                <a:gd name="T12" fmla="*/ 32 w 15"/>
                <a:gd name="T13" fmla="*/ 72 h 15"/>
                <a:gd name="T14" fmla="*/ 120 w 15"/>
                <a:gd name="T15" fmla="*/ 120 h 15"/>
                <a:gd name="T16" fmla="*/ 120 w 15"/>
                <a:gd name="T17" fmla="*/ 104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5">
                  <a:moveTo>
                    <a:pt x="15" y="13"/>
                  </a:moveTo>
                  <a:cubicBezTo>
                    <a:pt x="15" y="14"/>
                    <a:pt x="15" y="14"/>
                    <a:pt x="15" y="14"/>
                  </a:cubicBezTo>
                  <a:cubicBezTo>
                    <a:pt x="14" y="15"/>
                    <a:pt x="10" y="14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2"/>
                    <a:pt x="0" y="5"/>
                    <a:pt x="4" y="9"/>
                  </a:cubicBezTo>
                  <a:cubicBezTo>
                    <a:pt x="9" y="14"/>
                    <a:pt x="13" y="15"/>
                    <a:pt x="15" y="15"/>
                  </a:cubicBezTo>
                  <a:cubicBezTo>
                    <a:pt x="15" y="14"/>
                    <a:pt x="15" y="14"/>
                    <a:pt x="15" y="1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3" name="Freeform 5728">
              <a:extLst>
                <a:ext uri="{FF2B5EF4-FFF2-40B4-BE49-F238E27FC236}">
                  <a16:creationId xmlns:a16="http://schemas.microsoft.com/office/drawing/2014/main" id="{A6CD9D6A-5765-4718-8DB0-01FD6B863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3007"/>
              <a:ext cx="49" cy="54"/>
            </a:xfrm>
            <a:custGeom>
              <a:avLst/>
              <a:gdLst>
                <a:gd name="T0" fmla="*/ 145 w 24"/>
                <a:gd name="T1" fmla="*/ 24 h 27"/>
                <a:gd name="T2" fmla="*/ 84 w 24"/>
                <a:gd name="T3" fmla="*/ 0 h 27"/>
                <a:gd name="T4" fmla="*/ 25 w 24"/>
                <a:gd name="T5" fmla="*/ 128 h 27"/>
                <a:gd name="T6" fmla="*/ 155 w 24"/>
                <a:gd name="T7" fmla="*/ 208 h 27"/>
                <a:gd name="T8" fmla="*/ 204 w 24"/>
                <a:gd name="T9" fmla="*/ 144 h 27"/>
                <a:gd name="T10" fmla="*/ 172 w 24"/>
                <a:gd name="T11" fmla="*/ 72 h 27"/>
                <a:gd name="T12" fmla="*/ 145 w 24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7" y="24"/>
                    <a:pt x="14" y="27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1" y="11"/>
                    <a:pt x="20" y="9"/>
                  </a:cubicBezTo>
                  <a:cubicBezTo>
                    <a:pt x="19" y="7"/>
                    <a:pt x="19" y="5"/>
                    <a:pt x="17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4" name="Freeform 5729">
              <a:extLst>
                <a:ext uri="{FF2B5EF4-FFF2-40B4-BE49-F238E27FC236}">
                  <a16:creationId xmlns:a16="http://schemas.microsoft.com/office/drawing/2014/main" id="{4C568C95-3792-43EE-A953-2E597FC08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3007"/>
              <a:ext cx="49" cy="54"/>
            </a:xfrm>
            <a:custGeom>
              <a:avLst/>
              <a:gdLst>
                <a:gd name="T0" fmla="*/ 145 w 24"/>
                <a:gd name="T1" fmla="*/ 24 h 27"/>
                <a:gd name="T2" fmla="*/ 84 w 24"/>
                <a:gd name="T3" fmla="*/ 0 h 27"/>
                <a:gd name="T4" fmla="*/ 25 w 24"/>
                <a:gd name="T5" fmla="*/ 128 h 27"/>
                <a:gd name="T6" fmla="*/ 155 w 24"/>
                <a:gd name="T7" fmla="*/ 208 h 27"/>
                <a:gd name="T8" fmla="*/ 204 w 24"/>
                <a:gd name="T9" fmla="*/ 144 h 27"/>
                <a:gd name="T10" fmla="*/ 172 w 24"/>
                <a:gd name="T11" fmla="*/ 72 h 27"/>
                <a:gd name="T12" fmla="*/ 145 w 24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7" y="24"/>
                    <a:pt x="14" y="27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1" y="11"/>
                    <a:pt x="20" y="9"/>
                  </a:cubicBezTo>
                  <a:cubicBezTo>
                    <a:pt x="19" y="7"/>
                    <a:pt x="19" y="5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5" name="Freeform 5730">
              <a:extLst>
                <a:ext uri="{FF2B5EF4-FFF2-40B4-BE49-F238E27FC236}">
                  <a16:creationId xmlns:a16="http://schemas.microsoft.com/office/drawing/2014/main" id="{16585AFC-377B-49C9-B08E-0CF2AEC0E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019"/>
              <a:ext cx="19" cy="30"/>
            </a:xfrm>
            <a:custGeom>
              <a:avLst/>
              <a:gdLst>
                <a:gd name="T0" fmla="*/ 8 w 9"/>
                <a:gd name="T1" fmla="*/ 8 h 15"/>
                <a:gd name="T2" fmla="*/ 0 w 9"/>
                <a:gd name="T3" fmla="*/ 48 h 15"/>
                <a:gd name="T4" fmla="*/ 57 w 9"/>
                <a:gd name="T5" fmla="*/ 112 h 15"/>
                <a:gd name="T6" fmla="*/ 84 w 9"/>
                <a:gd name="T7" fmla="*/ 112 h 15"/>
                <a:gd name="T8" fmla="*/ 57 w 9"/>
                <a:gd name="T9" fmla="*/ 112 h 15"/>
                <a:gd name="T10" fmla="*/ 0 w 9"/>
                <a:gd name="T11" fmla="*/ 48 h 15"/>
                <a:gd name="T12" fmla="*/ 8 w 9"/>
                <a:gd name="T13" fmla="*/ 8 h 15"/>
                <a:gd name="T14" fmla="*/ 36 w 9"/>
                <a:gd name="T15" fmla="*/ 8 h 15"/>
                <a:gd name="T16" fmla="*/ 8 w 9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10"/>
                    <a:pt x="3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8" y="15"/>
                    <a:pt x="7" y="15"/>
                    <a:pt x="6" y="14"/>
                  </a:cubicBezTo>
                  <a:cubicBezTo>
                    <a:pt x="3" y="13"/>
                    <a:pt x="1" y="10"/>
                    <a:pt x="0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6" name="Freeform 5731">
              <a:extLst>
                <a:ext uri="{FF2B5EF4-FFF2-40B4-BE49-F238E27FC236}">
                  <a16:creationId xmlns:a16="http://schemas.microsoft.com/office/drawing/2014/main" id="{243BCA78-0CB4-4E80-A5F2-14BAA3390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3017"/>
              <a:ext cx="52" cy="42"/>
            </a:xfrm>
            <a:custGeom>
              <a:avLst/>
              <a:gdLst>
                <a:gd name="T0" fmla="*/ 128 w 26"/>
                <a:gd name="T1" fmla="*/ 16 h 21"/>
                <a:gd name="T2" fmla="*/ 56 w 26"/>
                <a:gd name="T3" fmla="*/ 16 h 21"/>
                <a:gd name="T4" fmla="*/ 16 w 26"/>
                <a:gd name="T5" fmla="*/ 56 h 21"/>
                <a:gd name="T6" fmla="*/ 112 w 26"/>
                <a:gd name="T7" fmla="*/ 168 h 21"/>
                <a:gd name="T8" fmla="*/ 200 w 26"/>
                <a:gd name="T9" fmla="*/ 88 h 21"/>
                <a:gd name="T10" fmla="*/ 128 w 26"/>
                <a:gd name="T11" fmla="*/ 1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16" y="2"/>
                  </a:moveTo>
                  <a:cubicBezTo>
                    <a:pt x="13" y="1"/>
                    <a:pt x="10" y="0"/>
                    <a:pt x="7" y="2"/>
                  </a:cubicBezTo>
                  <a:cubicBezTo>
                    <a:pt x="5" y="3"/>
                    <a:pt x="3" y="5"/>
                    <a:pt x="2" y="7"/>
                  </a:cubicBezTo>
                  <a:cubicBezTo>
                    <a:pt x="0" y="14"/>
                    <a:pt x="6" y="20"/>
                    <a:pt x="14" y="21"/>
                  </a:cubicBezTo>
                  <a:cubicBezTo>
                    <a:pt x="22" y="21"/>
                    <a:pt x="26" y="15"/>
                    <a:pt x="25" y="11"/>
                  </a:cubicBezTo>
                  <a:cubicBezTo>
                    <a:pt x="24" y="6"/>
                    <a:pt x="22" y="5"/>
                    <a:pt x="16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7" name="Freeform 5732">
              <a:extLst>
                <a:ext uri="{FF2B5EF4-FFF2-40B4-BE49-F238E27FC236}">
                  <a16:creationId xmlns:a16="http://schemas.microsoft.com/office/drawing/2014/main" id="{B04DF0AF-1812-4D61-B206-C220C4919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3017"/>
              <a:ext cx="52" cy="42"/>
            </a:xfrm>
            <a:custGeom>
              <a:avLst/>
              <a:gdLst>
                <a:gd name="T0" fmla="*/ 128 w 26"/>
                <a:gd name="T1" fmla="*/ 16 h 21"/>
                <a:gd name="T2" fmla="*/ 56 w 26"/>
                <a:gd name="T3" fmla="*/ 16 h 21"/>
                <a:gd name="T4" fmla="*/ 16 w 26"/>
                <a:gd name="T5" fmla="*/ 56 h 21"/>
                <a:gd name="T6" fmla="*/ 112 w 26"/>
                <a:gd name="T7" fmla="*/ 168 h 21"/>
                <a:gd name="T8" fmla="*/ 200 w 26"/>
                <a:gd name="T9" fmla="*/ 88 h 21"/>
                <a:gd name="T10" fmla="*/ 128 w 26"/>
                <a:gd name="T11" fmla="*/ 1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16" y="2"/>
                  </a:moveTo>
                  <a:cubicBezTo>
                    <a:pt x="13" y="1"/>
                    <a:pt x="10" y="0"/>
                    <a:pt x="7" y="2"/>
                  </a:cubicBezTo>
                  <a:cubicBezTo>
                    <a:pt x="5" y="3"/>
                    <a:pt x="3" y="5"/>
                    <a:pt x="2" y="7"/>
                  </a:cubicBezTo>
                  <a:cubicBezTo>
                    <a:pt x="0" y="14"/>
                    <a:pt x="6" y="20"/>
                    <a:pt x="14" y="21"/>
                  </a:cubicBezTo>
                  <a:cubicBezTo>
                    <a:pt x="22" y="21"/>
                    <a:pt x="26" y="15"/>
                    <a:pt x="25" y="11"/>
                  </a:cubicBezTo>
                  <a:cubicBezTo>
                    <a:pt x="24" y="6"/>
                    <a:pt x="22" y="5"/>
                    <a:pt x="16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8" name="Freeform 5733">
              <a:extLst>
                <a:ext uri="{FF2B5EF4-FFF2-40B4-BE49-F238E27FC236}">
                  <a16:creationId xmlns:a16="http://schemas.microsoft.com/office/drawing/2014/main" id="{75E8A7B3-B0DA-4BCE-996D-DF8D7E5E0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029"/>
              <a:ext cx="28" cy="20"/>
            </a:xfrm>
            <a:custGeom>
              <a:avLst/>
              <a:gdLst>
                <a:gd name="T0" fmla="*/ 96 w 14"/>
                <a:gd name="T1" fmla="*/ 24 h 10"/>
                <a:gd name="T2" fmla="*/ 96 w 14"/>
                <a:gd name="T3" fmla="*/ 64 h 10"/>
                <a:gd name="T4" fmla="*/ 32 w 14"/>
                <a:gd name="T5" fmla="*/ 64 h 10"/>
                <a:gd name="T6" fmla="*/ 0 w 14"/>
                <a:gd name="T7" fmla="*/ 32 h 10"/>
                <a:gd name="T8" fmla="*/ 16 w 14"/>
                <a:gd name="T9" fmla="*/ 0 h 10"/>
                <a:gd name="T10" fmla="*/ 0 w 14"/>
                <a:gd name="T11" fmla="*/ 32 h 10"/>
                <a:gd name="T12" fmla="*/ 32 w 14"/>
                <a:gd name="T13" fmla="*/ 72 h 10"/>
                <a:gd name="T14" fmla="*/ 96 w 14"/>
                <a:gd name="T15" fmla="*/ 64 h 10"/>
                <a:gd name="T16" fmla="*/ 96 w 14"/>
                <a:gd name="T17" fmla="*/ 24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0">
                  <a:moveTo>
                    <a:pt x="12" y="3"/>
                  </a:moveTo>
                  <a:cubicBezTo>
                    <a:pt x="13" y="5"/>
                    <a:pt x="13" y="7"/>
                    <a:pt x="12" y="8"/>
                  </a:cubicBezTo>
                  <a:cubicBezTo>
                    <a:pt x="11" y="9"/>
                    <a:pt x="8" y="10"/>
                    <a:pt x="4" y="8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8" y="10"/>
                    <a:pt x="11" y="10"/>
                    <a:pt x="12" y="8"/>
                  </a:cubicBezTo>
                  <a:cubicBezTo>
                    <a:pt x="14" y="7"/>
                    <a:pt x="13" y="5"/>
                    <a:pt x="12" y="3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9" name="Freeform 5734">
              <a:extLst>
                <a:ext uri="{FF2B5EF4-FFF2-40B4-BE49-F238E27FC236}">
                  <a16:creationId xmlns:a16="http://schemas.microsoft.com/office/drawing/2014/main" id="{FDE556DA-9B9A-422D-987C-2F0E9ED9A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897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16 h 23"/>
                <a:gd name="T6" fmla="*/ 64 w 22"/>
                <a:gd name="T7" fmla="*/ 152 h 23"/>
                <a:gd name="T8" fmla="*/ 176 w 22"/>
                <a:gd name="T9" fmla="*/ 128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2" y="15"/>
                    <a:pt x="8" y="19"/>
                  </a:cubicBezTo>
                  <a:cubicBezTo>
                    <a:pt x="14" y="23"/>
                    <a:pt x="20" y="20"/>
                    <a:pt x="22" y="16"/>
                  </a:cubicBezTo>
                  <a:cubicBezTo>
                    <a:pt x="22" y="12"/>
                    <a:pt x="22" y="10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0" name="Freeform 5735">
              <a:extLst>
                <a:ext uri="{FF2B5EF4-FFF2-40B4-BE49-F238E27FC236}">
                  <a16:creationId xmlns:a16="http://schemas.microsoft.com/office/drawing/2014/main" id="{0B2925AA-02AA-4374-9057-E72051509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897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16 h 23"/>
                <a:gd name="T6" fmla="*/ 64 w 22"/>
                <a:gd name="T7" fmla="*/ 152 h 23"/>
                <a:gd name="T8" fmla="*/ 176 w 22"/>
                <a:gd name="T9" fmla="*/ 128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2" y="15"/>
                    <a:pt x="8" y="19"/>
                  </a:cubicBezTo>
                  <a:cubicBezTo>
                    <a:pt x="14" y="23"/>
                    <a:pt x="20" y="20"/>
                    <a:pt x="22" y="16"/>
                  </a:cubicBezTo>
                  <a:cubicBezTo>
                    <a:pt x="22" y="12"/>
                    <a:pt x="22" y="10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1" name="Freeform 5736">
              <a:extLst>
                <a:ext uri="{FF2B5EF4-FFF2-40B4-BE49-F238E27FC236}">
                  <a16:creationId xmlns:a16="http://schemas.microsoft.com/office/drawing/2014/main" id="{F83C7E96-D7BD-4631-8388-4CDC2FB92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905"/>
              <a:ext cx="22" cy="26"/>
            </a:xfrm>
            <a:custGeom>
              <a:avLst/>
              <a:gdLst>
                <a:gd name="T0" fmla="*/ 80 w 11"/>
                <a:gd name="T1" fmla="*/ 64 h 13"/>
                <a:gd name="T2" fmla="*/ 64 w 11"/>
                <a:gd name="T3" fmla="*/ 96 h 13"/>
                <a:gd name="T4" fmla="*/ 16 w 11"/>
                <a:gd name="T5" fmla="*/ 64 h 13"/>
                <a:gd name="T6" fmla="*/ 8 w 11"/>
                <a:gd name="T7" fmla="*/ 16 h 13"/>
                <a:gd name="T8" fmla="*/ 32 w 11"/>
                <a:gd name="T9" fmla="*/ 0 h 13"/>
                <a:gd name="T10" fmla="*/ 8 w 11"/>
                <a:gd name="T11" fmla="*/ 16 h 13"/>
                <a:gd name="T12" fmla="*/ 8 w 11"/>
                <a:gd name="T13" fmla="*/ 64 h 13"/>
                <a:gd name="T14" fmla="*/ 64 w 11"/>
                <a:gd name="T15" fmla="*/ 96 h 13"/>
                <a:gd name="T16" fmla="*/ 80 w 11"/>
                <a:gd name="T17" fmla="*/ 6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0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2"/>
                    <a:pt x="2" y="8"/>
                  </a:cubicBezTo>
                  <a:cubicBezTo>
                    <a:pt x="0" y="5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5"/>
                    <a:pt x="1" y="8"/>
                  </a:cubicBezTo>
                  <a:cubicBezTo>
                    <a:pt x="4" y="12"/>
                    <a:pt x="6" y="13"/>
                    <a:pt x="8" y="12"/>
                  </a:cubicBezTo>
                  <a:cubicBezTo>
                    <a:pt x="10" y="11"/>
                    <a:pt x="11" y="10"/>
                    <a:pt x="10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2" name="Freeform 5737">
              <a:extLst>
                <a:ext uri="{FF2B5EF4-FFF2-40B4-BE49-F238E27FC236}">
                  <a16:creationId xmlns:a16="http://schemas.microsoft.com/office/drawing/2014/main" id="{94883AA0-552C-435E-9FF6-689AC6F7D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979"/>
              <a:ext cx="36" cy="66"/>
            </a:xfrm>
            <a:custGeom>
              <a:avLst/>
              <a:gdLst>
                <a:gd name="T0" fmla="*/ 88 w 18"/>
                <a:gd name="T1" fmla="*/ 24 h 33"/>
                <a:gd name="T2" fmla="*/ 16 w 18"/>
                <a:gd name="T3" fmla="*/ 48 h 33"/>
                <a:gd name="T4" fmla="*/ 24 w 18"/>
                <a:gd name="T5" fmla="*/ 200 h 33"/>
                <a:gd name="T6" fmla="*/ 96 w 18"/>
                <a:gd name="T7" fmla="*/ 264 h 33"/>
                <a:gd name="T8" fmla="*/ 88 w 18"/>
                <a:gd name="T9" fmla="*/ 2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1" y="3"/>
                  </a:moveTo>
                  <a:cubicBezTo>
                    <a:pt x="7" y="0"/>
                    <a:pt x="4" y="1"/>
                    <a:pt x="2" y="6"/>
                  </a:cubicBezTo>
                  <a:cubicBezTo>
                    <a:pt x="0" y="11"/>
                    <a:pt x="1" y="18"/>
                    <a:pt x="3" y="25"/>
                  </a:cubicBezTo>
                  <a:cubicBezTo>
                    <a:pt x="6" y="32"/>
                    <a:pt x="9" y="33"/>
                    <a:pt x="12" y="33"/>
                  </a:cubicBezTo>
                  <a:cubicBezTo>
                    <a:pt x="18" y="31"/>
                    <a:pt x="18" y="11"/>
                    <a:pt x="11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3" name="Freeform 5738">
              <a:extLst>
                <a:ext uri="{FF2B5EF4-FFF2-40B4-BE49-F238E27FC236}">
                  <a16:creationId xmlns:a16="http://schemas.microsoft.com/office/drawing/2014/main" id="{66DE65A1-D750-4479-956D-C1ECFA40D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979"/>
              <a:ext cx="36" cy="66"/>
            </a:xfrm>
            <a:custGeom>
              <a:avLst/>
              <a:gdLst>
                <a:gd name="T0" fmla="*/ 88 w 18"/>
                <a:gd name="T1" fmla="*/ 24 h 33"/>
                <a:gd name="T2" fmla="*/ 16 w 18"/>
                <a:gd name="T3" fmla="*/ 48 h 33"/>
                <a:gd name="T4" fmla="*/ 24 w 18"/>
                <a:gd name="T5" fmla="*/ 200 h 33"/>
                <a:gd name="T6" fmla="*/ 96 w 18"/>
                <a:gd name="T7" fmla="*/ 264 h 33"/>
                <a:gd name="T8" fmla="*/ 88 w 18"/>
                <a:gd name="T9" fmla="*/ 2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1" y="3"/>
                  </a:moveTo>
                  <a:cubicBezTo>
                    <a:pt x="7" y="0"/>
                    <a:pt x="4" y="1"/>
                    <a:pt x="2" y="6"/>
                  </a:cubicBezTo>
                  <a:cubicBezTo>
                    <a:pt x="0" y="11"/>
                    <a:pt x="1" y="18"/>
                    <a:pt x="3" y="25"/>
                  </a:cubicBezTo>
                  <a:cubicBezTo>
                    <a:pt x="6" y="32"/>
                    <a:pt x="9" y="33"/>
                    <a:pt x="12" y="33"/>
                  </a:cubicBezTo>
                  <a:cubicBezTo>
                    <a:pt x="18" y="31"/>
                    <a:pt x="18" y="11"/>
                    <a:pt x="11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4" name="Freeform 5739">
              <a:extLst>
                <a:ext uri="{FF2B5EF4-FFF2-40B4-BE49-F238E27FC236}">
                  <a16:creationId xmlns:a16="http://schemas.microsoft.com/office/drawing/2014/main" id="{C0B5B87B-762A-4EA0-9707-2CED2E901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993"/>
              <a:ext cx="12" cy="38"/>
            </a:xfrm>
            <a:custGeom>
              <a:avLst/>
              <a:gdLst>
                <a:gd name="T0" fmla="*/ 24 w 6"/>
                <a:gd name="T1" fmla="*/ 0 h 19"/>
                <a:gd name="T2" fmla="*/ 0 w 6"/>
                <a:gd name="T3" fmla="*/ 48 h 19"/>
                <a:gd name="T4" fmla="*/ 24 w 6"/>
                <a:gd name="T5" fmla="*/ 144 h 19"/>
                <a:gd name="T6" fmla="*/ 48 w 6"/>
                <a:gd name="T7" fmla="*/ 152 h 19"/>
                <a:gd name="T8" fmla="*/ 24 w 6"/>
                <a:gd name="T9" fmla="*/ 136 h 19"/>
                <a:gd name="T10" fmla="*/ 8 w 6"/>
                <a:gd name="T11" fmla="*/ 48 h 19"/>
                <a:gd name="T12" fmla="*/ 24 w 6"/>
                <a:gd name="T13" fmla="*/ 0 h 19"/>
                <a:gd name="T14" fmla="*/ 48 w 6"/>
                <a:gd name="T15" fmla="*/ 16 h 19"/>
                <a:gd name="T16" fmla="*/ 24 w 6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2" y="0"/>
                    <a:pt x="1" y="2"/>
                    <a:pt x="0" y="6"/>
                  </a:cubicBezTo>
                  <a:cubicBezTo>
                    <a:pt x="0" y="9"/>
                    <a:pt x="1" y="15"/>
                    <a:pt x="3" y="18"/>
                  </a:cubicBezTo>
                  <a:cubicBezTo>
                    <a:pt x="4" y="19"/>
                    <a:pt x="5" y="19"/>
                    <a:pt x="6" y="19"/>
                  </a:cubicBezTo>
                  <a:cubicBezTo>
                    <a:pt x="5" y="19"/>
                    <a:pt x="4" y="19"/>
                    <a:pt x="3" y="17"/>
                  </a:cubicBezTo>
                  <a:cubicBezTo>
                    <a:pt x="1" y="14"/>
                    <a:pt x="0" y="9"/>
                    <a:pt x="1" y="6"/>
                  </a:cubicBezTo>
                  <a:cubicBezTo>
                    <a:pt x="1" y="3"/>
                    <a:pt x="2" y="0"/>
                    <a:pt x="3" y="0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5" name="Freeform 5740">
              <a:extLst>
                <a:ext uri="{FF2B5EF4-FFF2-40B4-BE49-F238E27FC236}">
                  <a16:creationId xmlns:a16="http://schemas.microsoft.com/office/drawing/2014/main" id="{EF554C2D-BBC5-4993-B2B5-C0F560E0A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011"/>
              <a:ext cx="58" cy="60"/>
            </a:xfrm>
            <a:custGeom>
              <a:avLst/>
              <a:gdLst>
                <a:gd name="T0" fmla="*/ 120 w 29"/>
                <a:gd name="T1" fmla="*/ 16 h 30"/>
                <a:gd name="T2" fmla="*/ 32 w 29"/>
                <a:gd name="T3" fmla="*/ 24 h 30"/>
                <a:gd name="T4" fmla="*/ 64 w 29"/>
                <a:gd name="T5" fmla="*/ 168 h 30"/>
                <a:gd name="T6" fmla="*/ 200 w 29"/>
                <a:gd name="T7" fmla="*/ 216 h 30"/>
                <a:gd name="T8" fmla="*/ 224 w 29"/>
                <a:gd name="T9" fmla="*/ 160 h 30"/>
                <a:gd name="T10" fmla="*/ 176 w 29"/>
                <a:gd name="T11" fmla="*/ 88 h 30"/>
                <a:gd name="T12" fmla="*/ 120 w 29"/>
                <a:gd name="T13" fmla="*/ 1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0">
                  <a:moveTo>
                    <a:pt x="15" y="2"/>
                  </a:moveTo>
                  <a:cubicBezTo>
                    <a:pt x="11" y="0"/>
                    <a:pt x="7" y="0"/>
                    <a:pt x="4" y="3"/>
                  </a:cubicBezTo>
                  <a:cubicBezTo>
                    <a:pt x="0" y="7"/>
                    <a:pt x="2" y="14"/>
                    <a:pt x="8" y="21"/>
                  </a:cubicBezTo>
                  <a:cubicBezTo>
                    <a:pt x="15" y="28"/>
                    <a:pt x="19" y="30"/>
                    <a:pt x="25" y="27"/>
                  </a:cubicBezTo>
                  <a:cubicBezTo>
                    <a:pt x="28" y="26"/>
                    <a:pt x="29" y="23"/>
                    <a:pt x="28" y="20"/>
                  </a:cubicBezTo>
                  <a:cubicBezTo>
                    <a:pt x="27" y="16"/>
                    <a:pt x="25" y="14"/>
                    <a:pt x="22" y="11"/>
                  </a:cubicBezTo>
                  <a:cubicBezTo>
                    <a:pt x="20" y="9"/>
                    <a:pt x="18" y="4"/>
                    <a:pt x="15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6" name="Freeform 5741">
              <a:extLst>
                <a:ext uri="{FF2B5EF4-FFF2-40B4-BE49-F238E27FC236}">
                  <a16:creationId xmlns:a16="http://schemas.microsoft.com/office/drawing/2014/main" id="{B01E3D6B-965E-4302-854F-C61A63F3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011"/>
              <a:ext cx="58" cy="60"/>
            </a:xfrm>
            <a:custGeom>
              <a:avLst/>
              <a:gdLst>
                <a:gd name="T0" fmla="*/ 120 w 29"/>
                <a:gd name="T1" fmla="*/ 16 h 30"/>
                <a:gd name="T2" fmla="*/ 32 w 29"/>
                <a:gd name="T3" fmla="*/ 24 h 30"/>
                <a:gd name="T4" fmla="*/ 64 w 29"/>
                <a:gd name="T5" fmla="*/ 168 h 30"/>
                <a:gd name="T6" fmla="*/ 200 w 29"/>
                <a:gd name="T7" fmla="*/ 216 h 30"/>
                <a:gd name="T8" fmla="*/ 224 w 29"/>
                <a:gd name="T9" fmla="*/ 160 h 30"/>
                <a:gd name="T10" fmla="*/ 176 w 29"/>
                <a:gd name="T11" fmla="*/ 88 h 30"/>
                <a:gd name="T12" fmla="*/ 120 w 29"/>
                <a:gd name="T13" fmla="*/ 1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0">
                  <a:moveTo>
                    <a:pt x="15" y="2"/>
                  </a:moveTo>
                  <a:cubicBezTo>
                    <a:pt x="11" y="0"/>
                    <a:pt x="7" y="0"/>
                    <a:pt x="4" y="3"/>
                  </a:cubicBezTo>
                  <a:cubicBezTo>
                    <a:pt x="0" y="7"/>
                    <a:pt x="2" y="14"/>
                    <a:pt x="8" y="21"/>
                  </a:cubicBezTo>
                  <a:cubicBezTo>
                    <a:pt x="15" y="28"/>
                    <a:pt x="19" y="30"/>
                    <a:pt x="25" y="27"/>
                  </a:cubicBezTo>
                  <a:cubicBezTo>
                    <a:pt x="28" y="26"/>
                    <a:pt x="29" y="23"/>
                    <a:pt x="28" y="20"/>
                  </a:cubicBezTo>
                  <a:cubicBezTo>
                    <a:pt x="27" y="16"/>
                    <a:pt x="25" y="14"/>
                    <a:pt x="22" y="11"/>
                  </a:cubicBezTo>
                  <a:cubicBezTo>
                    <a:pt x="20" y="9"/>
                    <a:pt x="18" y="4"/>
                    <a:pt x="15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7" name="Freeform 5742">
              <a:extLst>
                <a:ext uri="{FF2B5EF4-FFF2-40B4-BE49-F238E27FC236}">
                  <a16:creationId xmlns:a16="http://schemas.microsoft.com/office/drawing/2014/main" id="{B2C147C2-91F4-49FD-A761-32EBFD2DB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021"/>
              <a:ext cx="30" cy="34"/>
            </a:xfrm>
            <a:custGeom>
              <a:avLst/>
              <a:gdLst>
                <a:gd name="T0" fmla="*/ 112 w 15"/>
                <a:gd name="T1" fmla="*/ 120 h 17"/>
                <a:gd name="T2" fmla="*/ 112 w 15"/>
                <a:gd name="T3" fmla="*/ 128 h 17"/>
                <a:gd name="T4" fmla="*/ 32 w 15"/>
                <a:gd name="T5" fmla="*/ 80 h 17"/>
                <a:gd name="T6" fmla="*/ 8 w 15"/>
                <a:gd name="T7" fmla="*/ 8 h 17"/>
                <a:gd name="T8" fmla="*/ 40 w 15"/>
                <a:gd name="T9" fmla="*/ 8 h 17"/>
                <a:gd name="T10" fmla="*/ 8 w 15"/>
                <a:gd name="T11" fmla="*/ 8 h 17"/>
                <a:gd name="T12" fmla="*/ 32 w 15"/>
                <a:gd name="T13" fmla="*/ 80 h 17"/>
                <a:gd name="T14" fmla="*/ 112 w 15"/>
                <a:gd name="T15" fmla="*/ 128 h 17"/>
                <a:gd name="T16" fmla="*/ 112 w 15"/>
                <a:gd name="T17" fmla="*/ 12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7">
                  <a:moveTo>
                    <a:pt x="14" y="15"/>
                  </a:moveTo>
                  <a:cubicBezTo>
                    <a:pt x="15" y="15"/>
                    <a:pt x="14" y="16"/>
                    <a:pt x="14" y="16"/>
                  </a:cubicBezTo>
                  <a:cubicBezTo>
                    <a:pt x="13" y="16"/>
                    <a:pt x="9" y="15"/>
                    <a:pt x="4" y="10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0" y="5"/>
                    <a:pt x="4" y="10"/>
                  </a:cubicBezTo>
                  <a:cubicBezTo>
                    <a:pt x="9" y="15"/>
                    <a:pt x="12" y="17"/>
                    <a:pt x="14" y="16"/>
                  </a:cubicBezTo>
                  <a:cubicBezTo>
                    <a:pt x="14" y="16"/>
                    <a:pt x="15" y="15"/>
                    <a:pt x="14" y="1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8" name="Freeform 5743">
              <a:extLst>
                <a:ext uri="{FF2B5EF4-FFF2-40B4-BE49-F238E27FC236}">
                  <a16:creationId xmlns:a16="http://schemas.microsoft.com/office/drawing/2014/main" id="{D3BEA6C3-AAAC-4AFF-AB57-E6369B168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957"/>
              <a:ext cx="46" cy="56"/>
            </a:xfrm>
            <a:custGeom>
              <a:avLst/>
              <a:gdLst>
                <a:gd name="T0" fmla="*/ 136 w 23"/>
                <a:gd name="T1" fmla="*/ 32 h 28"/>
                <a:gd name="T2" fmla="*/ 88 w 23"/>
                <a:gd name="T3" fmla="*/ 8 h 28"/>
                <a:gd name="T4" fmla="*/ 16 w 23"/>
                <a:gd name="T5" fmla="*/ 128 h 28"/>
                <a:gd name="T6" fmla="*/ 128 w 23"/>
                <a:gd name="T7" fmla="*/ 216 h 28"/>
                <a:gd name="T8" fmla="*/ 184 w 23"/>
                <a:gd name="T9" fmla="*/ 160 h 28"/>
                <a:gd name="T10" fmla="*/ 160 w 23"/>
                <a:gd name="T11" fmla="*/ 88 h 28"/>
                <a:gd name="T12" fmla="*/ 136 w 23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7" y="4"/>
                  </a:moveTo>
                  <a:cubicBezTo>
                    <a:pt x="16" y="2"/>
                    <a:pt x="13" y="1"/>
                    <a:pt x="11" y="1"/>
                  </a:cubicBezTo>
                  <a:cubicBezTo>
                    <a:pt x="3" y="0"/>
                    <a:pt x="0" y="8"/>
                    <a:pt x="2" y="16"/>
                  </a:cubicBezTo>
                  <a:cubicBezTo>
                    <a:pt x="5" y="24"/>
                    <a:pt x="12" y="28"/>
                    <a:pt x="16" y="27"/>
                  </a:cubicBezTo>
                  <a:cubicBezTo>
                    <a:pt x="21" y="26"/>
                    <a:pt x="23" y="23"/>
                    <a:pt x="23" y="20"/>
                  </a:cubicBezTo>
                  <a:cubicBezTo>
                    <a:pt x="23" y="16"/>
                    <a:pt x="21" y="13"/>
                    <a:pt x="20" y="11"/>
                  </a:cubicBezTo>
                  <a:cubicBezTo>
                    <a:pt x="19" y="9"/>
                    <a:pt x="19" y="6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9" name="Freeform 5744">
              <a:extLst>
                <a:ext uri="{FF2B5EF4-FFF2-40B4-BE49-F238E27FC236}">
                  <a16:creationId xmlns:a16="http://schemas.microsoft.com/office/drawing/2014/main" id="{B647F577-1112-4CC8-81CF-6FE56DA98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957"/>
              <a:ext cx="46" cy="56"/>
            </a:xfrm>
            <a:custGeom>
              <a:avLst/>
              <a:gdLst>
                <a:gd name="T0" fmla="*/ 136 w 23"/>
                <a:gd name="T1" fmla="*/ 32 h 28"/>
                <a:gd name="T2" fmla="*/ 88 w 23"/>
                <a:gd name="T3" fmla="*/ 8 h 28"/>
                <a:gd name="T4" fmla="*/ 16 w 23"/>
                <a:gd name="T5" fmla="*/ 128 h 28"/>
                <a:gd name="T6" fmla="*/ 128 w 23"/>
                <a:gd name="T7" fmla="*/ 216 h 28"/>
                <a:gd name="T8" fmla="*/ 184 w 23"/>
                <a:gd name="T9" fmla="*/ 160 h 28"/>
                <a:gd name="T10" fmla="*/ 160 w 23"/>
                <a:gd name="T11" fmla="*/ 88 h 28"/>
                <a:gd name="T12" fmla="*/ 136 w 23"/>
                <a:gd name="T13" fmla="*/ 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7" y="4"/>
                  </a:moveTo>
                  <a:cubicBezTo>
                    <a:pt x="16" y="2"/>
                    <a:pt x="13" y="1"/>
                    <a:pt x="11" y="1"/>
                  </a:cubicBezTo>
                  <a:cubicBezTo>
                    <a:pt x="3" y="0"/>
                    <a:pt x="0" y="8"/>
                    <a:pt x="2" y="16"/>
                  </a:cubicBezTo>
                  <a:cubicBezTo>
                    <a:pt x="5" y="24"/>
                    <a:pt x="12" y="28"/>
                    <a:pt x="16" y="27"/>
                  </a:cubicBezTo>
                  <a:cubicBezTo>
                    <a:pt x="21" y="26"/>
                    <a:pt x="23" y="23"/>
                    <a:pt x="23" y="20"/>
                  </a:cubicBezTo>
                  <a:cubicBezTo>
                    <a:pt x="23" y="16"/>
                    <a:pt x="21" y="13"/>
                    <a:pt x="20" y="11"/>
                  </a:cubicBezTo>
                  <a:cubicBezTo>
                    <a:pt x="19" y="9"/>
                    <a:pt x="19" y="6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0" name="Freeform 5745">
              <a:extLst>
                <a:ext uri="{FF2B5EF4-FFF2-40B4-BE49-F238E27FC236}">
                  <a16:creationId xmlns:a16="http://schemas.microsoft.com/office/drawing/2014/main" id="{04206EFF-DC78-44FC-97CC-B52448F62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971"/>
              <a:ext cx="18" cy="30"/>
            </a:xfrm>
            <a:custGeom>
              <a:avLst/>
              <a:gdLst>
                <a:gd name="T0" fmla="*/ 16 w 9"/>
                <a:gd name="T1" fmla="*/ 0 h 15"/>
                <a:gd name="T2" fmla="*/ 8 w 9"/>
                <a:gd name="T3" fmla="*/ 48 h 15"/>
                <a:gd name="T4" fmla="*/ 40 w 9"/>
                <a:gd name="T5" fmla="*/ 112 h 15"/>
                <a:gd name="T6" fmla="*/ 72 w 9"/>
                <a:gd name="T7" fmla="*/ 112 h 15"/>
                <a:gd name="T8" fmla="*/ 40 w 9"/>
                <a:gd name="T9" fmla="*/ 112 h 15"/>
                <a:gd name="T10" fmla="*/ 8 w 9"/>
                <a:gd name="T11" fmla="*/ 48 h 15"/>
                <a:gd name="T12" fmla="*/ 16 w 9"/>
                <a:gd name="T13" fmla="*/ 8 h 15"/>
                <a:gd name="T14" fmla="*/ 40 w 9"/>
                <a:gd name="T15" fmla="*/ 8 h 15"/>
                <a:gd name="T16" fmla="*/ 16 w 9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1" y="9"/>
                    <a:pt x="3" y="13"/>
                    <a:pt x="5" y="14"/>
                  </a:cubicBezTo>
                  <a:cubicBezTo>
                    <a:pt x="6" y="15"/>
                    <a:pt x="8" y="15"/>
                    <a:pt x="9" y="14"/>
                  </a:cubicBezTo>
                  <a:cubicBezTo>
                    <a:pt x="8" y="15"/>
                    <a:pt x="7" y="14"/>
                    <a:pt x="5" y="14"/>
                  </a:cubicBezTo>
                  <a:cubicBezTo>
                    <a:pt x="3" y="12"/>
                    <a:pt x="2" y="9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1" name="Freeform 5746">
              <a:extLst>
                <a:ext uri="{FF2B5EF4-FFF2-40B4-BE49-F238E27FC236}">
                  <a16:creationId xmlns:a16="http://schemas.microsoft.com/office/drawing/2014/main" id="{834A3491-C3B0-47B1-865D-AF4066789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985"/>
              <a:ext cx="62" cy="42"/>
            </a:xfrm>
            <a:custGeom>
              <a:avLst/>
              <a:gdLst>
                <a:gd name="T0" fmla="*/ 48 w 31"/>
                <a:gd name="T1" fmla="*/ 16 h 21"/>
                <a:gd name="T2" fmla="*/ 8 w 31"/>
                <a:gd name="T3" fmla="*/ 96 h 21"/>
                <a:gd name="T4" fmla="*/ 128 w 31"/>
                <a:gd name="T5" fmla="*/ 160 h 21"/>
                <a:gd name="T6" fmla="*/ 240 w 31"/>
                <a:gd name="T7" fmla="*/ 72 h 21"/>
                <a:gd name="T8" fmla="*/ 208 w 31"/>
                <a:gd name="T9" fmla="*/ 8 h 21"/>
                <a:gd name="T10" fmla="*/ 128 w 31"/>
                <a:gd name="T11" fmla="*/ 8 h 21"/>
                <a:gd name="T12" fmla="*/ 48 w 31"/>
                <a:gd name="T13" fmla="*/ 1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1">
                  <a:moveTo>
                    <a:pt x="6" y="2"/>
                  </a:moveTo>
                  <a:cubicBezTo>
                    <a:pt x="2" y="3"/>
                    <a:pt x="0" y="7"/>
                    <a:pt x="1" y="12"/>
                  </a:cubicBezTo>
                  <a:cubicBezTo>
                    <a:pt x="1" y="19"/>
                    <a:pt x="7" y="21"/>
                    <a:pt x="16" y="20"/>
                  </a:cubicBezTo>
                  <a:cubicBezTo>
                    <a:pt x="25" y="18"/>
                    <a:pt x="29" y="16"/>
                    <a:pt x="30" y="9"/>
                  </a:cubicBezTo>
                  <a:cubicBezTo>
                    <a:pt x="31" y="6"/>
                    <a:pt x="29" y="3"/>
                    <a:pt x="26" y="1"/>
                  </a:cubicBezTo>
                  <a:cubicBezTo>
                    <a:pt x="23" y="0"/>
                    <a:pt x="21" y="1"/>
                    <a:pt x="16" y="1"/>
                  </a:cubicBezTo>
                  <a:cubicBezTo>
                    <a:pt x="14" y="2"/>
                    <a:pt x="10" y="0"/>
                    <a:pt x="6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2" name="Freeform 5747">
              <a:extLst>
                <a:ext uri="{FF2B5EF4-FFF2-40B4-BE49-F238E27FC236}">
                  <a16:creationId xmlns:a16="http://schemas.microsoft.com/office/drawing/2014/main" id="{08BD253C-9620-42BB-8C70-A8090237F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985"/>
              <a:ext cx="62" cy="42"/>
            </a:xfrm>
            <a:custGeom>
              <a:avLst/>
              <a:gdLst>
                <a:gd name="T0" fmla="*/ 48 w 31"/>
                <a:gd name="T1" fmla="*/ 16 h 21"/>
                <a:gd name="T2" fmla="*/ 8 w 31"/>
                <a:gd name="T3" fmla="*/ 96 h 21"/>
                <a:gd name="T4" fmla="*/ 128 w 31"/>
                <a:gd name="T5" fmla="*/ 160 h 21"/>
                <a:gd name="T6" fmla="*/ 240 w 31"/>
                <a:gd name="T7" fmla="*/ 72 h 21"/>
                <a:gd name="T8" fmla="*/ 208 w 31"/>
                <a:gd name="T9" fmla="*/ 8 h 21"/>
                <a:gd name="T10" fmla="*/ 128 w 31"/>
                <a:gd name="T11" fmla="*/ 8 h 21"/>
                <a:gd name="T12" fmla="*/ 48 w 31"/>
                <a:gd name="T13" fmla="*/ 1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1">
                  <a:moveTo>
                    <a:pt x="6" y="2"/>
                  </a:moveTo>
                  <a:cubicBezTo>
                    <a:pt x="2" y="3"/>
                    <a:pt x="0" y="7"/>
                    <a:pt x="1" y="12"/>
                  </a:cubicBezTo>
                  <a:cubicBezTo>
                    <a:pt x="1" y="19"/>
                    <a:pt x="7" y="21"/>
                    <a:pt x="16" y="20"/>
                  </a:cubicBezTo>
                  <a:cubicBezTo>
                    <a:pt x="25" y="18"/>
                    <a:pt x="29" y="16"/>
                    <a:pt x="30" y="9"/>
                  </a:cubicBezTo>
                  <a:cubicBezTo>
                    <a:pt x="31" y="6"/>
                    <a:pt x="29" y="3"/>
                    <a:pt x="26" y="1"/>
                  </a:cubicBezTo>
                  <a:cubicBezTo>
                    <a:pt x="23" y="0"/>
                    <a:pt x="21" y="1"/>
                    <a:pt x="16" y="1"/>
                  </a:cubicBezTo>
                  <a:cubicBezTo>
                    <a:pt x="14" y="2"/>
                    <a:pt x="10" y="0"/>
                    <a:pt x="6" y="2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3" name="Freeform 5748">
              <a:extLst>
                <a:ext uri="{FF2B5EF4-FFF2-40B4-BE49-F238E27FC236}">
                  <a16:creationId xmlns:a16="http://schemas.microsoft.com/office/drawing/2014/main" id="{9A7EFB39-DC48-4ABE-AAF3-F8A76CCBE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997"/>
              <a:ext cx="38" cy="14"/>
            </a:xfrm>
            <a:custGeom>
              <a:avLst/>
              <a:gdLst>
                <a:gd name="T0" fmla="*/ 144 w 19"/>
                <a:gd name="T1" fmla="*/ 0 h 7"/>
                <a:gd name="T2" fmla="*/ 152 w 19"/>
                <a:gd name="T3" fmla="*/ 16 h 7"/>
                <a:gd name="T4" fmla="*/ 72 w 19"/>
                <a:gd name="T5" fmla="*/ 48 h 7"/>
                <a:gd name="T6" fmla="*/ 8 w 19"/>
                <a:gd name="T7" fmla="*/ 32 h 7"/>
                <a:gd name="T8" fmla="*/ 24 w 19"/>
                <a:gd name="T9" fmla="*/ 0 h 7"/>
                <a:gd name="T10" fmla="*/ 8 w 19"/>
                <a:gd name="T11" fmla="*/ 32 h 7"/>
                <a:gd name="T12" fmla="*/ 72 w 19"/>
                <a:gd name="T13" fmla="*/ 56 h 7"/>
                <a:gd name="T14" fmla="*/ 152 w 19"/>
                <a:gd name="T15" fmla="*/ 16 h 7"/>
                <a:gd name="T16" fmla="*/ 144 w 19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18" y="0"/>
                  </a:moveTo>
                  <a:cubicBezTo>
                    <a:pt x="18" y="1"/>
                    <a:pt x="19" y="1"/>
                    <a:pt x="19" y="2"/>
                  </a:cubicBezTo>
                  <a:cubicBezTo>
                    <a:pt x="18" y="3"/>
                    <a:pt x="15" y="6"/>
                    <a:pt x="9" y="6"/>
                  </a:cubicBezTo>
                  <a:cubicBezTo>
                    <a:pt x="3" y="7"/>
                    <a:pt x="1" y="5"/>
                    <a:pt x="1" y="4"/>
                  </a:cubicBezTo>
                  <a:cubicBezTo>
                    <a:pt x="1" y="2"/>
                    <a:pt x="1" y="1"/>
                    <a:pt x="3" y="0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6"/>
                    <a:pt x="3" y="7"/>
                    <a:pt x="9" y="7"/>
                  </a:cubicBezTo>
                  <a:cubicBezTo>
                    <a:pt x="15" y="6"/>
                    <a:pt x="18" y="4"/>
                    <a:pt x="19" y="2"/>
                  </a:cubicBezTo>
                  <a:cubicBezTo>
                    <a:pt x="19" y="1"/>
                    <a:pt x="19" y="1"/>
                    <a:pt x="18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4" name="Freeform 5749">
              <a:extLst>
                <a:ext uri="{FF2B5EF4-FFF2-40B4-BE49-F238E27FC236}">
                  <a16:creationId xmlns:a16="http://schemas.microsoft.com/office/drawing/2014/main" id="{E2178301-346F-4AA7-B658-D22E7AEDA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087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16 h 23"/>
                <a:gd name="T6" fmla="*/ 56 w 22"/>
                <a:gd name="T7" fmla="*/ 144 h 23"/>
                <a:gd name="T8" fmla="*/ 168 w 22"/>
                <a:gd name="T9" fmla="*/ 136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7" y="18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5" name="Freeform 5750">
              <a:extLst>
                <a:ext uri="{FF2B5EF4-FFF2-40B4-BE49-F238E27FC236}">
                  <a16:creationId xmlns:a16="http://schemas.microsoft.com/office/drawing/2014/main" id="{F5489F97-7D76-4B40-A68B-846B36C67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087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16 h 23"/>
                <a:gd name="T6" fmla="*/ 56 w 22"/>
                <a:gd name="T7" fmla="*/ 144 h 23"/>
                <a:gd name="T8" fmla="*/ 168 w 22"/>
                <a:gd name="T9" fmla="*/ 136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7" y="18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6" name="Freeform 5751">
              <a:extLst>
                <a:ext uri="{FF2B5EF4-FFF2-40B4-BE49-F238E27FC236}">
                  <a16:creationId xmlns:a16="http://schemas.microsoft.com/office/drawing/2014/main" id="{B9D50F9C-DCB8-4218-9B02-E2B41B36E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095"/>
              <a:ext cx="22" cy="26"/>
            </a:xfrm>
            <a:custGeom>
              <a:avLst/>
              <a:gdLst>
                <a:gd name="T0" fmla="*/ 88 w 11"/>
                <a:gd name="T1" fmla="*/ 64 h 13"/>
                <a:gd name="T2" fmla="*/ 64 w 11"/>
                <a:gd name="T3" fmla="*/ 96 h 13"/>
                <a:gd name="T4" fmla="*/ 16 w 11"/>
                <a:gd name="T5" fmla="*/ 64 h 13"/>
                <a:gd name="T6" fmla="*/ 16 w 11"/>
                <a:gd name="T7" fmla="*/ 16 h 13"/>
                <a:gd name="T8" fmla="*/ 40 w 11"/>
                <a:gd name="T9" fmla="*/ 0 h 13"/>
                <a:gd name="T10" fmla="*/ 8 w 11"/>
                <a:gd name="T11" fmla="*/ 16 h 13"/>
                <a:gd name="T12" fmla="*/ 16 w 11"/>
                <a:gd name="T13" fmla="*/ 64 h 13"/>
                <a:gd name="T14" fmla="*/ 64 w 11"/>
                <a:gd name="T15" fmla="*/ 96 h 13"/>
                <a:gd name="T16" fmla="*/ 88 w 11"/>
                <a:gd name="T17" fmla="*/ 6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3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7" name="Freeform 5752">
              <a:extLst>
                <a:ext uri="{FF2B5EF4-FFF2-40B4-BE49-F238E27FC236}">
                  <a16:creationId xmlns:a16="http://schemas.microsoft.com/office/drawing/2014/main" id="{108FBCA0-52A0-4795-94BD-D61F4662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095"/>
              <a:ext cx="60" cy="54"/>
            </a:xfrm>
            <a:custGeom>
              <a:avLst/>
              <a:gdLst>
                <a:gd name="T0" fmla="*/ 168 w 30"/>
                <a:gd name="T1" fmla="*/ 32 h 27"/>
                <a:gd name="T2" fmla="*/ 88 w 30"/>
                <a:gd name="T3" fmla="*/ 8 h 27"/>
                <a:gd name="T4" fmla="*/ 24 w 30"/>
                <a:gd name="T5" fmla="*/ 56 h 27"/>
                <a:gd name="T6" fmla="*/ 120 w 30"/>
                <a:gd name="T7" fmla="*/ 200 h 27"/>
                <a:gd name="T8" fmla="*/ 240 w 30"/>
                <a:gd name="T9" fmla="*/ 120 h 27"/>
                <a:gd name="T10" fmla="*/ 168 w 30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1"/>
                    <a:pt x="14" y="0"/>
                    <a:pt x="11" y="1"/>
                  </a:cubicBezTo>
                  <a:cubicBezTo>
                    <a:pt x="8" y="2"/>
                    <a:pt x="5" y="3"/>
                    <a:pt x="3" y="7"/>
                  </a:cubicBezTo>
                  <a:cubicBezTo>
                    <a:pt x="0" y="13"/>
                    <a:pt x="6" y="23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1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8" name="Freeform 5753">
              <a:extLst>
                <a:ext uri="{FF2B5EF4-FFF2-40B4-BE49-F238E27FC236}">
                  <a16:creationId xmlns:a16="http://schemas.microsoft.com/office/drawing/2014/main" id="{633C7339-D081-436C-877E-FDAF8A883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095"/>
              <a:ext cx="60" cy="54"/>
            </a:xfrm>
            <a:custGeom>
              <a:avLst/>
              <a:gdLst>
                <a:gd name="T0" fmla="*/ 168 w 30"/>
                <a:gd name="T1" fmla="*/ 32 h 27"/>
                <a:gd name="T2" fmla="*/ 88 w 30"/>
                <a:gd name="T3" fmla="*/ 8 h 27"/>
                <a:gd name="T4" fmla="*/ 24 w 30"/>
                <a:gd name="T5" fmla="*/ 56 h 27"/>
                <a:gd name="T6" fmla="*/ 120 w 30"/>
                <a:gd name="T7" fmla="*/ 200 h 27"/>
                <a:gd name="T8" fmla="*/ 240 w 30"/>
                <a:gd name="T9" fmla="*/ 120 h 27"/>
                <a:gd name="T10" fmla="*/ 168 w 30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1"/>
                    <a:pt x="14" y="0"/>
                    <a:pt x="11" y="1"/>
                  </a:cubicBezTo>
                  <a:cubicBezTo>
                    <a:pt x="8" y="2"/>
                    <a:pt x="5" y="3"/>
                    <a:pt x="3" y="7"/>
                  </a:cubicBezTo>
                  <a:cubicBezTo>
                    <a:pt x="0" y="13"/>
                    <a:pt x="6" y="23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1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9" name="Freeform 5754">
              <a:extLst>
                <a:ext uri="{FF2B5EF4-FFF2-40B4-BE49-F238E27FC236}">
                  <a16:creationId xmlns:a16="http://schemas.microsoft.com/office/drawing/2014/main" id="{6070F28C-CC50-4A50-86B1-0FC7E2254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107"/>
              <a:ext cx="32" cy="28"/>
            </a:xfrm>
            <a:custGeom>
              <a:avLst/>
              <a:gdLst>
                <a:gd name="T0" fmla="*/ 120 w 16"/>
                <a:gd name="T1" fmla="*/ 48 h 14"/>
                <a:gd name="T2" fmla="*/ 112 w 16"/>
                <a:gd name="T3" fmla="*/ 96 h 14"/>
                <a:gd name="T4" fmla="*/ 40 w 16"/>
                <a:gd name="T5" fmla="*/ 88 h 14"/>
                <a:gd name="T6" fmla="*/ 8 w 16"/>
                <a:gd name="T7" fmla="*/ 32 h 14"/>
                <a:gd name="T8" fmla="*/ 24 w 16"/>
                <a:gd name="T9" fmla="*/ 0 h 14"/>
                <a:gd name="T10" fmla="*/ 8 w 16"/>
                <a:gd name="T11" fmla="*/ 32 h 14"/>
                <a:gd name="T12" fmla="*/ 40 w 16"/>
                <a:gd name="T13" fmla="*/ 88 h 14"/>
                <a:gd name="T14" fmla="*/ 112 w 16"/>
                <a:gd name="T15" fmla="*/ 96 h 14"/>
                <a:gd name="T16" fmla="*/ 120 w 16"/>
                <a:gd name="T17" fmla="*/ 4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4">
                  <a:moveTo>
                    <a:pt x="15" y="6"/>
                  </a:moveTo>
                  <a:cubicBezTo>
                    <a:pt x="16" y="8"/>
                    <a:pt x="16" y="10"/>
                    <a:pt x="14" y="12"/>
                  </a:cubicBezTo>
                  <a:cubicBezTo>
                    <a:pt x="12" y="13"/>
                    <a:pt x="9" y="14"/>
                    <a:pt x="5" y="11"/>
                  </a:cubicBezTo>
                  <a:cubicBezTo>
                    <a:pt x="1" y="8"/>
                    <a:pt x="1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2" y="1"/>
                    <a:pt x="1" y="2"/>
                    <a:pt x="1" y="4"/>
                  </a:cubicBezTo>
                  <a:cubicBezTo>
                    <a:pt x="0" y="6"/>
                    <a:pt x="1" y="8"/>
                    <a:pt x="5" y="11"/>
                  </a:cubicBezTo>
                  <a:cubicBezTo>
                    <a:pt x="9" y="14"/>
                    <a:pt x="13" y="13"/>
                    <a:pt x="14" y="12"/>
                  </a:cubicBezTo>
                  <a:cubicBezTo>
                    <a:pt x="16" y="10"/>
                    <a:pt x="16" y="8"/>
                    <a:pt x="15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0" name="Freeform 5755">
              <a:extLst>
                <a:ext uri="{FF2B5EF4-FFF2-40B4-BE49-F238E27FC236}">
                  <a16:creationId xmlns:a16="http://schemas.microsoft.com/office/drawing/2014/main" id="{A1DA3989-C020-4AAC-96A9-C17EF603C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081"/>
              <a:ext cx="42" cy="46"/>
            </a:xfrm>
            <a:custGeom>
              <a:avLst/>
              <a:gdLst>
                <a:gd name="T0" fmla="*/ 136 w 21"/>
                <a:gd name="T1" fmla="*/ 48 h 23"/>
                <a:gd name="T2" fmla="*/ 88 w 21"/>
                <a:gd name="T3" fmla="*/ 8 h 23"/>
                <a:gd name="T4" fmla="*/ 32 w 21"/>
                <a:gd name="T5" fmla="*/ 16 h 23"/>
                <a:gd name="T6" fmla="*/ 48 w 21"/>
                <a:gd name="T7" fmla="*/ 152 h 23"/>
                <a:gd name="T8" fmla="*/ 160 w 21"/>
                <a:gd name="T9" fmla="*/ 136 h 23"/>
                <a:gd name="T10" fmla="*/ 136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7" y="0"/>
                    <a:pt x="4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1" name="Freeform 5756">
              <a:extLst>
                <a:ext uri="{FF2B5EF4-FFF2-40B4-BE49-F238E27FC236}">
                  <a16:creationId xmlns:a16="http://schemas.microsoft.com/office/drawing/2014/main" id="{933E48BE-259E-4FCF-8B3E-B21996C74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081"/>
              <a:ext cx="42" cy="46"/>
            </a:xfrm>
            <a:custGeom>
              <a:avLst/>
              <a:gdLst>
                <a:gd name="T0" fmla="*/ 136 w 21"/>
                <a:gd name="T1" fmla="*/ 48 h 23"/>
                <a:gd name="T2" fmla="*/ 88 w 21"/>
                <a:gd name="T3" fmla="*/ 8 h 23"/>
                <a:gd name="T4" fmla="*/ 32 w 21"/>
                <a:gd name="T5" fmla="*/ 16 h 23"/>
                <a:gd name="T6" fmla="*/ 48 w 21"/>
                <a:gd name="T7" fmla="*/ 152 h 23"/>
                <a:gd name="T8" fmla="*/ 160 w 21"/>
                <a:gd name="T9" fmla="*/ 136 h 23"/>
                <a:gd name="T10" fmla="*/ 136 w 21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7" y="0"/>
                    <a:pt x="4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2" name="Freeform 5757">
              <a:extLst>
                <a:ext uri="{FF2B5EF4-FFF2-40B4-BE49-F238E27FC236}">
                  <a16:creationId xmlns:a16="http://schemas.microsoft.com/office/drawing/2014/main" id="{58F6036D-0CF4-433E-BC06-EFCC9F9BC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89"/>
              <a:ext cx="20" cy="26"/>
            </a:xfrm>
            <a:custGeom>
              <a:avLst/>
              <a:gdLst>
                <a:gd name="T0" fmla="*/ 80 w 10"/>
                <a:gd name="T1" fmla="*/ 72 h 13"/>
                <a:gd name="T2" fmla="*/ 64 w 10"/>
                <a:gd name="T3" fmla="*/ 96 h 13"/>
                <a:gd name="T4" fmla="*/ 8 w 10"/>
                <a:gd name="T5" fmla="*/ 64 h 13"/>
                <a:gd name="T6" fmla="*/ 8 w 10"/>
                <a:gd name="T7" fmla="*/ 16 h 13"/>
                <a:gd name="T8" fmla="*/ 32 w 10"/>
                <a:gd name="T9" fmla="*/ 8 h 13"/>
                <a:gd name="T10" fmla="*/ 8 w 10"/>
                <a:gd name="T11" fmla="*/ 16 h 13"/>
                <a:gd name="T12" fmla="*/ 8 w 10"/>
                <a:gd name="T13" fmla="*/ 64 h 13"/>
                <a:gd name="T14" fmla="*/ 64 w 10"/>
                <a:gd name="T15" fmla="*/ 96 h 13"/>
                <a:gd name="T16" fmla="*/ 80 w 10"/>
                <a:gd name="T17" fmla="*/ 7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10" y="11"/>
                    <a:pt x="9" y="12"/>
                    <a:pt x="8" y="12"/>
                  </a:cubicBezTo>
                  <a:cubicBezTo>
                    <a:pt x="6" y="13"/>
                    <a:pt x="3" y="12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9" y="12"/>
                    <a:pt x="10" y="11"/>
                    <a:pt x="10" y="9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3" name="Freeform 5758">
              <a:extLst>
                <a:ext uri="{FF2B5EF4-FFF2-40B4-BE49-F238E27FC236}">
                  <a16:creationId xmlns:a16="http://schemas.microsoft.com/office/drawing/2014/main" id="{0691C722-7FB9-481A-A226-646AF27D7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191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8 h 23"/>
                <a:gd name="T6" fmla="*/ 56 w 22"/>
                <a:gd name="T7" fmla="*/ 144 h 23"/>
                <a:gd name="T8" fmla="*/ 168 w 22"/>
                <a:gd name="T9" fmla="*/ 136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0" y="5"/>
                    <a:pt x="1" y="13"/>
                    <a:pt x="7" y="18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4" name="Freeform 5759">
              <a:extLst>
                <a:ext uri="{FF2B5EF4-FFF2-40B4-BE49-F238E27FC236}">
                  <a16:creationId xmlns:a16="http://schemas.microsoft.com/office/drawing/2014/main" id="{96EE4345-675E-40F5-8DD9-052718A6D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191"/>
              <a:ext cx="44" cy="46"/>
            </a:xfrm>
            <a:custGeom>
              <a:avLst/>
              <a:gdLst>
                <a:gd name="T0" fmla="*/ 144 w 22"/>
                <a:gd name="T1" fmla="*/ 40 h 23"/>
                <a:gd name="T2" fmla="*/ 96 w 22"/>
                <a:gd name="T3" fmla="*/ 0 h 23"/>
                <a:gd name="T4" fmla="*/ 40 w 22"/>
                <a:gd name="T5" fmla="*/ 8 h 23"/>
                <a:gd name="T6" fmla="*/ 56 w 22"/>
                <a:gd name="T7" fmla="*/ 144 h 23"/>
                <a:gd name="T8" fmla="*/ 168 w 22"/>
                <a:gd name="T9" fmla="*/ 136 h 23"/>
                <a:gd name="T10" fmla="*/ 144 w 22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0" y="5"/>
                    <a:pt x="1" y="13"/>
                    <a:pt x="7" y="18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5" name="Freeform 5760">
              <a:extLst>
                <a:ext uri="{FF2B5EF4-FFF2-40B4-BE49-F238E27FC236}">
                  <a16:creationId xmlns:a16="http://schemas.microsoft.com/office/drawing/2014/main" id="{FBCFB37F-9687-40A9-8924-58CC4969C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199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16 w 11"/>
                <a:gd name="T7" fmla="*/ 16 h 12"/>
                <a:gd name="T8" fmla="*/ 40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6" name="Freeform 5761">
              <a:extLst>
                <a:ext uri="{FF2B5EF4-FFF2-40B4-BE49-F238E27FC236}">
                  <a16:creationId xmlns:a16="http://schemas.microsoft.com/office/drawing/2014/main" id="{BB37AE33-960F-4FAB-A655-2CB79B1EA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235"/>
              <a:ext cx="56" cy="62"/>
            </a:xfrm>
            <a:custGeom>
              <a:avLst/>
              <a:gdLst>
                <a:gd name="T0" fmla="*/ 120 w 28"/>
                <a:gd name="T1" fmla="*/ 24 h 31"/>
                <a:gd name="T2" fmla="*/ 40 w 28"/>
                <a:gd name="T3" fmla="*/ 24 h 31"/>
                <a:gd name="T4" fmla="*/ 56 w 28"/>
                <a:gd name="T5" fmla="*/ 168 h 31"/>
                <a:gd name="T6" fmla="*/ 192 w 28"/>
                <a:gd name="T7" fmla="*/ 232 h 31"/>
                <a:gd name="T8" fmla="*/ 216 w 28"/>
                <a:gd name="T9" fmla="*/ 176 h 31"/>
                <a:gd name="T10" fmla="*/ 168 w 28"/>
                <a:gd name="T11" fmla="*/ 96 h 31"/>
                <a:gd name="T12" fmla="*/ 120 w 28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5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1" y="14"/>
                    <a:pt x="7" y="21"/>
                  </a:cubicBezTo>
                  <a:cubicBezTo>
                    <a:pt x="13" y="28"/>
                    <a:pt x="17" y="31"/>
                    <a:pt x="24" y="29"/>
                  </a:cubicBezTo>
                  <a:cubicBezTo>
                    <a:pt x="27" y="28"/>
                    <a:pt x="28" y="25"/>
                    <a:pt x="27" y="22"/>
                  </a:cubicBezTo>
                  <a:cubicBezTo>
                    <a:pt x="26" y="18"/>
                    <a:pt x="24" y="16"/>
                    <a:pt x="21" y="12"/>
                  </a:cubicBezTo>
                  <a:cubicBezTo>
                    <a:pt x="20" y="10"/>
                    <a:pt x="19" y="5"/>
                    <a:pt x="15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7" name="Freeform 5762">
              <a:extLst>
                <a:ext uri="{FF2B5EF4-FFF2-40B4-BE49-F238E27FC236}">
                  <a16:creationId xmlns:a16="http://schemas.microsoft.com/office/drawing/2014/main" id="{4711C879-937C-4F88-ACA2-45D970091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235"/>
              <a:ext cx="56" cy="62"/>
            </a:xfrm>
            <a:custGeom>
              <a:avLst/>
              <a:gdLst>
                <a:gd name="T0" fmla="*/ 120 w 28"/>
                <a:gd name="T1" fmla="*/ 24 h 31"/>
                <a:gd name="T2" fmla="*/ 40 w 28"/>
                <a:gd name="T3" fmla="*/ 24 h 31"/>
                <a:gd name="T4" fmla="*/ 56 w 28"/>
                <a:gd name="T5" fmla="*/ 168 h 31"/>
                <a:gd name="T6" fmla="*/ 192 w 28"/>
                <a:gd name="T7" fmla="*/ 232 h 31"/>
                <a:gd name="T8" fmla="*/ 216 w 28"/>
                <a:gd name="T9" fmla="*/ 176 h 31"/>
                <a:gd name="T10" fmla="*/ 168 w 28"/>
                <a:gd name="T11" fmla="*/ 96 h 31"/>
                <a:gd name="T12" fmla="*/ 120 w 28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5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1" y="14"/>
                    <a:pt x="7" y="21"/>
                  </a:cubicBezTo>
                  <a:cubicBezTo>
                    <a:pt x="13" y="28"/>
                    <a:pt x="17" y="31"/>
                    <a:pt x="24" y="29"/>
                  </a:cubicBezTo>
                  <a:cubicBezTo>
                    <a:pt x="27" y="28"/>
                    <a:pt x="28" y="25"/>
                    <a:pt x="27" y="22"/>
                  </a:cubicBezTo>
                  <a:cubicBezTo>
                    <a:pt x="26" y="18"/>
                    <a:pt x="24" y="16"/>
                    <a:pt x="21" y="12"/>
                  </a:cubicBezTo>
                  <a:cubicBezTo>
                    <a:pt x="20" y="10"/>
                    <a:pt x="19" y="5"/>
                    <a:pt x="15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8" name="Freeform 5763">
              <a:extLst>
                <a:ext uri="{FF2B5EF4-FFF2-40B4-BE49-F238E27FC236}">
                  <a16:creationId xmlns:a16="http://schemas.microsoft.com/office/drawing/2014/main" id="{95FCEFE7-8C8F-41D0-873A-74B500477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247"/>
              <a:ext cx="28" cy="34"/>
            </a:xfrm>
            <a:custGeom>
              <a:avLst/>
              <a:gdLst>
                <a:gd name="T0" fmla="*/ 112 w 14"/>
                <a:gd name="T1" fmla="*/ 120 h 17"/>
                <a:gd name="T2" fmla="*/ 104 w 14"/>
                <a:gd name="T3" fmla="*/ 128 h 17"/>
                <a:gd name="T4" fmla="*/ 32 w 14"/>
                <a:gd name="T5" fmla="*/ 72 h 17"/>
                <a:gd name="T6" fmla="*/ 8 w 14"/>
                <a:gd name="T7" fmla="*/ 8 h 17"/>
                <a:gd name="T8" fmla="*/ 40 w 14"/>
                <a:gd name="T9" fmla="*/ 8 h 17"/>
                <a:gd name="T10" fmla="*/ 8 w 14"/>
                <a:gd name="T11" fmla="*/ 8 h 17"/>
                <a:gd name="T12" fmla="*/ 24 w 14"/>
                <a:gd name="T13" fmla="*/ 72 h 17"/>
                <a:gd name="T14" fmla="*/ 104 w 14"/>
                <a:gd name="T15" fmla="*/ 128 h 17"/>
                <a:gd name="T16" fmla="*/ 112 w 14"/>
                <a:gd name="T17" fmla="*/ 12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7">
                  <a:moveTo>
                    <a:pt x="14" y="15"/>
                  </a:moveTo>
                  <a:cubicBezTo>
                    <a:pt x="14" y="16"/>
                    <a:pt x="13" y="16"/>
                    <a:pt x="13" y="16"/>
                  </a:cubicBezTo>
                  <a:cubicBezTo>
                    <a:pt x="12" y="17"/>
                    <a:pt x="8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3" y="9"/>
                  </a:cubicBezTo>
                  <a:cubicBezTo>
                    <a:pt x="8" y="15"/>
                    <a:pt x="11" y="17"/>
                    <a:pt x="13" y="16"/>
                  </a:cubicBezTo>
                  <a:cubicBezTo>
                    <a:pt x="13" y="16"/>
                    <a:pt x="14" y="16"/>
                    <a:pt x="14" y="1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9" name="Freeform 5764">
              <a:extLst>
                <a:ext uri="{FF2B5EF4-FFF2-40B4-BE49-F238E27FC236}">
                  <a16:creationId xmlns:a16="http://schemas.microsoft.com/office/drawing/2014/main" id="{550BB959-086A-42B9-B7CD-BDFE1BB85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213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56 w 22"/>
                <a:gd name="T7" fmla="*/ 152 h 23"/>
                <a:gd name="T8" fmla="*/ 168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0" name="Freeform 5765">
              <a:extLst>
                <a:ext uri="{FF2B5EF4-FFF2-40B4-BE49-F238E27FC236}">
                  <a16:creationId xmlns:a16="http://schemas.microsoft.com/office/drawing/2014/main" id="{1E91E6C5-48DC-4792-8359-C487FFDF6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213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56 w 22"/>
                <a:gd name="T7" fmla="*/ 152 h 23"/>
                <a:gd name="T8" fmla="*/ 168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1" name="Freeform 5766">
              <a:extLst>
                <a:ext uri="{FF2B5EF4-FFF2-40B4-BE49-F238E27FC236}">
                  <a16:creationId xmlns:a16="http://schemas.microsoft.com/office/drawing/2014/main" id="{A5E65A9A-5DE2-4E82-8672-73BA44E81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221"/>
              <a:ext cx="22" cy="26"/>
            </a:xfrm>
            <a:custGeom>
              <a:avLst/>
              <a:gdLst>
                <a:gd name="T0" fmla="*/ 88 w 11"/>
                <a:gd name="T1" fmla="*/ 72 h 13"/>
                <a:gd name="T2" fmla="*/ 64 w 11"/>
                <a:gd name="T3" fmla="*/ 96 h 13"/>
                <a:gd name="T4" fmla="*/ 16 w 11"/>
                <a:gd name="T5" fmla="*/ 64 h 13"/>
                <a:gd name="T6" fmla="*/ 16 w 11"/>
                <a:gd name="T7" fmla="*/ 16 h 13"/>
                <a:gd name="T8" fmla="*/ 40 w 11"/>
                <a:gd name="T9" fmla="*/ 8 h 13"/>
                <a:gd name="T10" fmla="*/ 8 w 11"/>
                <a:gd name="T11" fmla="*/ 16 h 13"/>
                <a:gd name="T12" fmla="*/ 16 w 11"/>
                <a:gd name="T13" fmla="*/ 64 h 13"/>
                <a:gd name="T14" fmla="*/ 64 w 11"/>
                <a:gd name="T15" fmla="*/ 96 h 13"/>
                <a:gd name="T16" fmla="*/ 88 w 11"/>
                <a:gd name="T17" fmla="*/ 7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1" y="9"/>
                  </a:moveTo>
                  <a:cubicBezTo>
                    <a:pt x="11" y="11"/>
                    <a:pt x="10" y="12"/>
                    <a:pt x="8" y="12"/>
                  </a:cubicBezTo>
                  <a:cubicBezTo>
                    <a:pt x="7" y="13"/>
                    <a:pt x="4" y="12"/>
                    <a:pt x="2" y="8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2"/>
                    <a:pt x="7" y="13"/>
                    <a:pt x="8" y="12"/>
                  </a:cubicBezTo>
                  <a:cubicBezTo>
                    <a:pt x="10" y="12"/>
                    <a:pt x="11" y="11"/>
                    <a:pt x="11" y="9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0" name="Freeform 5767">
              <a:extLst>
                <a:ext uri="{FF2B5EF4-FFF2-40B4-BE49-F238E27FC236}">
                  <a16:creationId xmlns:a16="http://schemas.microsoft.com/office/drawing/2014/main" id="{1E1F0411-58D5-482B-9C40-AEE484C04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267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56 w 22"/>
                <a:gd name="T7" fmla="*/ 152 h 23"/>
                <a:gd name="T8" fmla="*/ 168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4"/>
                    <a:pt x="15" y="1"/>
                    <a:pt x="12" y="1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1" name="Freeform 5768">
              <a:extLst>
                <a:ext uri="{FF2B5EF4-FFF2-40B4-BE49-F238E27FC236}">
                  <a16:creationId xmlns:a16="http://schemas.microsoft.com/office/drawing/2014/main" id="{B5AE270C-ACEF-43E3-BE7E-647C3D565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267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56 w 22"/>
                <a:gd name="T7" fmla="*/ 152 h 23"/>
                <a:gd name="T8" fmla="*/ 168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4"/>
                    <a:pt x="15" y="1"/>
                    <a:pt x="12" y="1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2" name="Freeform 5769">
              <a:extLst>
                <a:ext uri="{FF2B5EF4-FFF2-40B4-BE49-F238E27FC236}">
                  <a16:creationId xmlns:a16="http://schemas.microsoft.com/office/drawing/2014/main" id="{DB114A4E-6667-4D58-9F20-89E719D72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277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16 w 11"/>
                <a:gd name="T7" fmla="*/ 16 h 12"/>
                <a:gd name="T8" fmla="*/ 40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3" name="Freeform 5770">
              <a:extLst>
                <a:ext uri="{FF2B5EF4-FFF2-40B4-BE49-F238E27FC236}">
                  <a16:creationId xmlns:a16="http://schemas.microsoft.com/office/drawing/2014/main" id="{B04899E0-B5DC-493E-B2E5-BE4D08C0B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323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48 w 22"/>
                <a:gd name="T7" fmla="*/ 152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4"/>
                    <a:pt x="15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4" name="Freeform 5771">
              <a:extLst>
                <a:ext uri="{FF2B5EF4-FFF2-40B4-BE49-F238E27FC236}">
                  <a16:creationId xmlns:a16="http://schemas.microsoft.com/office/drawing/2014/main" id="{23719BE0-F73B-4B21-BB15-1118C25E7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323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48 w 22"/>
                <a:gd name="T7" fmla="*/ 152 h 23"/>
                <a:gd name="T8" fmla="*/ 160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4"/>
                    <a:pt x="15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5" name="Freeform 5772">
              <a:extLst>
                <a:ext uri="{FF2B5EF4-FFF2-40B4-BE49-F238E27FC236}">
                  <a16:creationId xmlns:a16="http://schemas.microsoft.com/office/drawing/2014/main" id="{FC612E5B-97D9-4639-AFF6-69CF0BDF0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33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8 w 11"/>
                <a:gd name="T7" fmla="*/ 16 h 12"/>
                <a:gd name="T8" fmla="*/ 32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6" name="Freeform 5773">
              <a:extLst>
                <a:ext uri="{FF2B5EF4-FFF2-40B4-BE49-F238E27FC236}">
                  <a16:creationId xmlns:a16="http://schemas.microsoft.com/office/drawing/2014/main" id="{EFAA097C-E363-4EA5-904F-3A11F1AED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189"/>
              <a:ext cx="42" cy="46"/>
            </a:xfrm>
            <a:custGeom>
              <a:avLst/>
              <a:gdLst>
                <a:gd name="T0" fmla="*/ 136 w 21"/>
                <a:gd name="T1" fmla="*/ 40 h 23"/>
                <a:gd name="T2" fmla="*/ 88 w 21"/>
                <a:gd name="T3" fmla="*/ 0 h 23"/>
                <a:gd name="T4" fmla="*/ 32 w 21"/>
                <a:gd name="T5" fmla="*/ 8 h 23"/>
                <a:gd name="T6" fmla="*/ 48 w 21"/>
                <a:gd name="T7" fmla="*/ 144 h 23"/>
                <a:gd name="T8" fmla="*/ 160 w 21"/>
                <a:gd name="T9" fmla="*/ 136 h 23"/>
                <a:gd name="T10" fmla="*/ 136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0" y="5"/>
                    <a:pt x="0" y="13"/>
                    <a:pt x="6" y="18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7" name="Freeform 5774">
              <a:extLst>
                <a:ext uri="{FF2B5EF4-FFF2-40B4-BE49-F238E27FC236}">
                  <a16:creationId xmlns:a16="http://schemas.microsoft.com/office/drawing/2014/main" id="{C7BC4B5D-708F-4D5D-AF69-76A76E76A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189"/>
              <a:ext cx="42" cy="46"/>
            </a:xfrm>
            <a:custGeom>
              <a:avLst/>
              <a:gdLst>
                <a:gd name="T0" fmla="*/ 136 w 21"/>
                <a:gd name="T1" fmla="*/ 40 h 23"/>
                <a:gd name="T2" fmla="*/ 88 w 21"/>
                <a:gd name="T3" fmla="*/ 0 h 23"/>
                <a:gd name="T4" fmla="*/ 32 w 21"/>
                <a:gd name="T5" fmla="*/ 8 h 23"/>
                <a:gd name="T6" fmla="*/ 48 w 21"/>
                <a:gd name="T7" fmla="*/ 144 h 23"/>
                <a:gd name="T8" fmla="*/ 160 w 21"/>
                <a:gd name="T9" fmla="*/ 136 h 23"/>
                <a:gd name="T10" fmla="*/ 136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0" y="5"/>
                    <a:pt x="0" y="13"/>
                    <a:pt x="6" y="18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8" name="Freeform 5775">
              <a:extLst>
                <a:ext uri="{FF2B5EF4-FFF2-40B4-BE49-F238E27FC236}">
                  <a16:creationId xmlns:a16="http://schemas.microsoft.com/office/drawing/2014/main" id="{190EFB16-9080-47CC-98A0-E98534F4A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197"/>
              <a:ext cx="20" cy="24"/>
            </a:xfrm>
            <a:custGeom>
              <a:avLst/>
              <a:gdLst>
                <a:gd name="T0" fmla="*/ 80 w 10"/>
                <a:gd name="T1" fmla="*/ 64 h 12"/>
                <a:gd name="T2" fmla="*/ 64 w 10"/>
                <a:gd name="T3" fmla="*/ 96 h 12"/>
                <a:gd name="T4" fmla="*/ 8 w 10"/>
                <a:gd name="T5" fmla="*/ 64 h 12"/>
                <a:gd name="T6" fmla="*/ 8 w 10"/>
                <a:gd name="T7" fmla="*/ 16 h 12"/>
                <a:gd name="T8" fmla="*/ 32 w 10"/>
                <a:gd name="T9" fmla="*/ 0 h 12"/>
                <a:gd name="T10" fmla="*/ 8 w 10"/>
                <a:gd name="T11" fmla="*/ 16 h 12"/>
                <a:gd name="T12" fmla="*/ 8 w 10"/>
                <a:gd name="T13" fmla="*/ 64 h 12"/>
                <a:gd name="T14" fmla="*/ 64 w 10"/>
                <a:gd name="T15" fmla="*/ 96 h 12"/>
                <a:gd name="T16" fmla="*/ 80 w 10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89" name="Freeform 5776">
              <a:extLst>
                <a:ext uri="{FF2B5EF4-FFF2-40B4-BE49-F238E27FC236}">
                  <a16:creationId xmlns:a16="http://schemas.microsoft.com/office/drawing/2014/main" id="{BFE95F7F-0A24-4CFF-9893-7DAA0C115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083"/>
              <a:ext cx="46" cy="52"/>
            </a:xfrm>
            <a:custGeom>
              <a:avLst/>
              <a:gdLst>
                <a:gd name="T0" fmla="*/ 96 w 23"/>
                <a:gd name="T1" fmla="*/ 200 h 26"/>
                <a:gd name="T2" fmla="*/ 176 w 23"/>
                <a:gd name="T3" fmla="*/ 104 h 26"/>
                <a:gd name="T4" fmla="*/ 64 w 23"/>
                <a:gd name="T5" fmla="*/ 24 h 26"/>
                <a:gd name="T6" fmla="*/ 96 w 23"/>
                <a:gd name="T7" fmla="*/ 20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6">
                  <a:moveTo>
                    <a:pt x="12" y="25"/>
                  </a:moveTo>
                  <a:cubicBezTo>
                    <a:pt x="19" y="26"/>
                    <a:pt x="23" y="20"/>
                    <a:pt x="22" y="13"/>
                  </a:cubicBezTo>
                  <a:cubicBezTo>
                    <a:pt x="21" y="5"/>
                    <a:pt x="15" y="0"/>
                    <a:pt x="8" y="3"/>
                  </a:cubicBezTo>
                  <a:cubicBezTo>
                    <a:pt x="1" y="5"/>
                    <a:pt x="0" y="23"/>
                    <a:pt x="12" y="2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0" name="Freeform 5777">
              <a:extLst>
                <a:ext uri="{FF2B5EF4-FFF2-40B4-BE49-F238E27FC236}">
                  <a16:creationId xmlns:a16="http://schemas.microsoft.com/office/drawing/2014/main" id="{66CB8616-E28D-4A43-80DF-1A78D054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083"/>
              <a:ext cx="46" cy="52"/>
            </a:xfrm>
            <a:custGeom>
              <a:avLst/>
              <a:gdLst>
                <a:gd name="T0" fmla="*/ 96 w 23"/>
                <a:gd name="T1" fmla="*/ 200 h 26"/>
                <a:gd name="T2" fmla="*/ 176 w 23"/>
                <a:gd name="T3" fmla="*/ 104 h 26"/>
                <a:gd name="T4" fmla="*/ 64 w 23"/>
                <a:gd name="T5" fmla="*/ 24 h 26"/>
                <a:gd name="T6" fmla="*/ 96 w 23"/>
                <a:gd name="T7" fmla="*/ 20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6">
                  <a:moveTo>
                    <a:pt x="12" y="25"/>
                  </a:moveTo>
                  <a:cubicBezTo>
                    <a:pt x="19" y="26"/>
                    <a:pt x="23" y="20"/>
                    <a:pt x="22" y="13"/>
                  </a:cubicBezTo>
                  <a:cubicBezTo>
                    <a:pt x="21" y="5"/>
                    <a:pt x="15" y="0"/>
                    <a:pt x="8" y="3"/>
                  </a:cubicBezTo>
                  <a:cubicBezTo>
                    <a:pt x="1" y="5"/>
                    <a:pt x="0" y="23"/>
                    <a:pt x="12" y="2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1" name="Freeform 5778">
              <a:extLst>
                <a:ext uri="{FF2B5EF4-FFF2-40B4-BE49-F238E27FC236}">
                  <a16:creationId xmlns:a16="http://schemas.microsoft.com/office/drawing/2014/main" id="{274D1F90-E7B3-4166-86F0-F4F18F04D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097"/>
              <a:ext cx="26" cy="26"/>
            </a:xfrm>
            <a:custGeom>
              <a:avLst/>
              <a:gdLst>
                <a:gd name="T0" fmla="*/ 96 w 13"/>
                <a:gd name="T1" fmla="*/ 40 h 13"/>
                <a:gd name="T2" fmla="*/ 88 w 13"/>
                <a:gd name="T3" fmla="*/ 80 h 13"/>
                <a:gd name="T4" fmla="*/ 40 w 13"/>
                <a:gd name="T5" fmla="*/ 96 h 13"/>
                <a:gd name="T6" fmla="*/ 8 w 13"/>
                <a:gd name="T7" fmla="*/ 48 h 13"/>
                <a:gd name="T8" fmla="*/ 24 w 13"/>
                <a:gd name="T9" fmla="*/ 0 h 13"/>
                <a:gd name="T10" fmla="*/ 8 w 13"/>
                <a:gd name="T11" fmla="*/ 48 h 13"/>
                <a:gd name="T12" fmla="*/ 40 w 13"/>
                <a:gd name="T13" fmla="*/ 96 h 13"/>
                <a:gd name="T14" fmla="*/ 88 w 13"/>
                <a:gd name="T15" fmla="*/ 80 h 13"/>
                <a:gd name="T16" fmla="*/ 96 w 13"/>
                <a:gd name="T17" fmla="*/ 4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2" y="5"/>
                  </a:moveTo>
                  <a:cubicBezTo>
                    <a:pt x="13" y="7"/>
                    <a:pt x="13" y="9"/>
                    <a:pt x="11" y="10"/>
                  </a:cubicBezTo>
                  <a:cubicBezTo>
                    <a:pt x="9" y="12"/>
                    <a:pt x="7" y="13"/>
                    <a:pt x="5" y="12"/>
                  </a:cubicBezTo>
                  <a:cubicBezTo>
                    <a:pt x="3" y="11"/>
                    <a:pt x="1" y="9"/>
                    <a:pt x="1" y="6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1" y="1"/>
                    <a:pt x="0" y="4"/>
                    <a:pt x="1" y="6"/>
                  </a:cubicBezTo>
                  <a:cubicBezTo>
                    <a:pt x="1" y="9"/>
                    <a:pt x="3" y="11"/>
                    <a:pt x="5" y="12"/>
                  </a:cubicBezTo>
                  <a:cubicBezTo>
                    <a:pt x="7" y="13"/>
                    <a:pt x="9" y="12"/>
                    <a:pt x="11" y="10"/>
                  </a:cubicBezTo>
                  <a:cubicBezTo>
                    <a:pt x="13" y="9"/>
                    <a:pt x="13" y="7"/>
                    <a:pt x="12" y="5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2" name="Freeform 5779">
              <a:extLst>
                <a:ext uri="{FF2B5EF4-FFF2-40B4-BE49-F238E27FC236}">
                  <a16:creationId xmlns:a16="http://schemas.microsoft.com/office/drawing/2014/main" id="{69591574-81D2-4077-A08A-C604017C4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075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0 w 22"/>
                <a:gd name="T3" fmla="*/ 0 h 22"/>
                <a:gd name="T4" fmla="*/ 24 w 22"/>
                <a:gd name="T5" fmla="*/ 24 h 22"/>
                <a:gd name="T6" fmla="*/ 72 w 22"/>
                <a:gd name="T7" fmla="*/ 152 h 22"/>
                <a:gd name="T8" fmla="*/ 176 w 22"/>
                <a:gd name="T9" fmla="*/ 112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8"/>
                    <a:pt x="2" y="16"/>
                    <a:pt x="9" y="19"/>
                  </a:cubicBezTo>
                  <a:cubicBezTo>
                    <a:pt x="15" y="22"/>
                    <a:pt x="21" y="18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3" name="Freeform 5780">
              <a:extLst>
                <a:ext uri="{FF2B5EF4-FFF2-40B4-BE49-F238E27FC236}">
                  <a16:creationId xmlns:a16="http://schemas.microsoft.com/office/drawing/2014/main" id="{2DF52D48-346B-4742-9C28-B1140E981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075"/>
              <a:ext cx="44" cy="44"/>
            </a:xfrm>
            <a:custGeom>
              <a:avLst/>
              <a:gdLst>
                <a:gd name="T0" fmla="*/ 136 w 22"/>
                <a:gd name="T1" fmla="*/ 32 h 22"/>
                <a:gd name="T2" fmla="*/ 80 w 22"/>
                <a:gd name="T3" fmla="*/ 0 h 22"/>
                <a:gd name="T4" fmla="*/ 24 w 22"/>
                <a:gd name="T5" fmla="*/ 24 h 22"/>
                <a:gd name="T6" fmla="*/ 72 w 22"/>
                <a:gd name="T7" fmla="*/ 152 h 22"/>
                <a:gd name="T8" fmla="*/ 176 w 22"/>
                <a:gd name="T9" fmla="*/ 112 h 22"/>
                <a:gd name="T10" fmla="*/ 136 w 2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8"/>
                    <a:pt x="2" y="16"/>
                    <a:pt x="9" y="19"/>
                  </a:cubicBezTo>
                  <a:cubicBezTo>
                    <a:pt x="15" y="22"/>
                    <a:pt x="21" y="18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4" name="Freeform 5781">
              <a:extLst>
                <a:ext uri="{FF2B5EF4-FFF2-40B4-BE49-F238E27FC236}">
                  <a16:creationId xmlns:a16="http://schemas.microsoft.com/office/drawing/2014/main" id="{2372D751-9E87-4C7B-AFAA-2CF95C1AD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083"/>
              <a:ext cx="24" cy="24"/>
            </a:xfrm>
            <a:custGeom>
              <a:avLst/>
              <a:gdLst>
                <a:gd name="T0" fmla="*/ 88 w 12"/>
                <a:gd name="T1" fmla="*/ 56 h 12"/>
                <a:gd name="T2" fmla="*/ 80 w 12"/>
                <a:gd name="T3" fmla="*/ 88 h 12"/>
                <a:gd name="T4" fmla="*/ 24 w 12"/>
                <a:gd name="T5" fmla="*/ 64 h 12"/>
                <a:gd name="T6" fmla="*/ 8 w 12"/>
                <a:gd name="T7" fmla="*/ 24 h 12"/>
                <a:gd name="T8" fmla="*/ 24 w 12"/>
                <a:gd name="T9" fmla="*/ 0 h 12"/>
                <a:gd name="T10" fmla="*/ 8 w 12"/>
                <a:gd name="T11" fmla="*/ 24 h 12"/>
                <a:gd name="T12" fmla="*/ 16 w 12"/>
                <a:gd name="T13" fmla="*/ 64 h 12"/>
                <a:gd name="T14" fmla="*/ 80 w 12"/>
                <a:gd name="T15" fmla="*/ 88 h 12"/>
                <a:gd name="T16" fmla="*/ 88 w 12"/>
                <a:gd name="T17" fmla="*/ 5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8"/>
                    <a:pt x="11" y="10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2" y="9"/>
                    <a:pt x="11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5" name="Freeform 5782">
              <a:extLst>
                <a:ext uri="{FF2B5EF4-FFF2-40B4-BE49-F238E27FC236}">
                  <a16:creationId xmlns:a16="http://schemas.microsoft.com/office/drawing/2014/main" id="{73327822-9CB1-4915-8087-DFCA106E8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179"/>
              <a:ext cx="54" cy="52"/>
            </a:xfrm>
            <a:custGeom>
              <a:avLst/>
              <a:gdLst>
                <a:gd name="T0" fmla="*/ 128 w 27"/>
                <a:gd name="T1" fmla="*/ 8 h 26"/>
                <a:gd name="T2" fmla="*/ 64 w 27"/>
                <a:gd name="T3" fmla="*/ 0 h 26"/>
                <a:gd name="T4" fmla="*/ 48 w 27"/>
                <a:gd name="T5" fmla="*/ 136 h 26"/>
                <a:gd name="T6" fmla="*/ 184 w 27"/>
                <a:gd name="T7" fmla="*/ 184 h 26"/>
                <a:gd name="T8" fmla="*/ 208 w 27"/>
                <a:gd name="T9" fmla="*/ 112 h 26"/>
                <a:gd name="T10" fmla="*/ 160 w 27"/>
                <a:gd name="T11" fmla="*/ 48 h 26"/>
                <a:gd name="T12" fmla="*/ 128 w 27"/>
                <a:gd name="T13" fmla="*/ 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1"/>
                  </a:moveTo>
                  <a:cubicBezTo>
                    <a:pt x="13" y="0"/>
                    <a:pt x="11" y="0"/>
                    <a:pt x="8" y="0"/>
                  </a:cubicBezTo>
                  <a:cubicBezTo>
                    <a:pt x="0" y="2"/>
                    <a:pt x="0" y="11"/>
                    <a:pt x="6" y="17"/>
                  </a:cubicBezTo>
                  <a:cubicBezTo>
                    <a:pt x="11" y="24"/>
                    <a:pt x="19" y="26"/>
                    <a:pt x="23" y="23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2" y="8"/>
                    <a:pt x="20" y="6"/>
                  </a:cubicBezTo>
                  <a:cubicBezTo>
                    <a:pt x="19" y="5"/>
                    <a:pt x="17" y="2"/>
                    <a:pt x="16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6" name="Freeform 5783">
              <a:extLst>
                <a:ext uri="{FF2B5EF4-FFF2-40B4-BE49-F238E27FC236}">
                  <a16:creationId xmlns:a16="http://schemas.microsoft.com/office/drawing/2014/main" id="{6EF1380D-5E27-4B0F-AB8F-569C43479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179"/>
              <a:ext cx="54" cy="52"/>
            </a:xfrm>
            <a:custGeom>
              <a:avLst/>
              <a:gdLst>
                <a:gd name="T0" fmla="*/ 128 w 27"/>
                <a:gd name="T1" fmla="*/ 8 h 26"/>
                <a:gd name="T2" fmla="*/ 64 w 27"/>
                <a:gd name="T3" fmla="*/ 0 h 26"/>
                <a:gd name="T4" fmla="*/ 48 w 27"/>
                <a:gd name="T5" fmla="*/ 136 h 26"/>
                <a:gd name="T6" fmla="*/ 184 w 27"/>
                <a:gd name="T7" fmla="*/ 184 h 26"/>
                <a:gd name="T8" fmla="*/ 208 w 27"/>
                <a:gd name="T9" fmla="*/ 112 h 26"/>
                <a:gd name="T10" fmla="*/ 160 w 27"/>
                <a:gd name="T11" fmla="*/ 48 h 26"/>
                <a:gd name="T12" fmla="*/ 128 w 27"/>
                <a:gd name="T13" fmla="*/ 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1"/>
                  </a:moveTo>
                  <a:cubicBezTo>
                    <a:pt x="13" y="0"/>
                    <a:pt x="11" y="0"/>
                    <a:pt x="8" y="0"/>
                  </a:cubicBezTo>
                  <a:cubicBezTo>
                    <a:pt x="0" y="2"/>
                    <a:pt x="0" y="11"/>
                    <a:pt x="6" y="17"/>
                  </a:cubicBezTo>
                  <a:cubicBezTo>
                    <a:pt x="11" y="24"/>
                    <a:pt x="19" y="26"/>
                    <a:pt x="23" y="23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2" y="8"/>
                    <a:pt x="20" y="6"/>
                  </a:cubicBezTo>
                  <a:cubicBezTo>
                    <a:pt x="19" y="5"/>
                    <a:pt x="17" y="2"/>
                    <a:pt x="16" y="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7" name="Freeform 5784">
              <a:extLst>
                <a:ext uri="{FF2B5EF4-FFF2-40B4-BE49-F238E27FC236}">
                  <a16:creationId xmlns:a16="http://schemas.microsoft.com/office/drawing/2014/main" id="{20C1806D-5561-4F5F-83CC-BA1878839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191"/>
              <a:ext cx="24" cy="26"/>
            </a:xfrm>
            <a:custGeom>
              <a:avLst/>
              <a:gdLst>
                <a:gd name="T0" fmla="*/ 8 w 12"/>
                <a:gd name="T1" fmla="*/ 8 h 13"/>
                <a:gd name="T2" fmla="*/ 8 w 12"/>
                <a:gd name="T3" fmla="*/ 56 h 13"/>
                <a:gd name="T4" fmla="*/ 72 w 12"/>
                <a:gd name="T5" fmla="*/ 104 h 13"/>
                <a:gd name="T6" fmla="*/ 96 w 12"/>
                <a:gd name="T7" fmla="*/ 96 h 13"/>
                <a:gd name="T8" fmla="*/ 72 w 12"/>
                <a:gd name="T9" fmla="*/ 104 h 13"/>
                <a:gd name="T10" fmla="*/ 16 w 12"/>
                <a:gd name="T11" fmla="*/ 56 h 13"/>
                <a:gd name="T12" fmla="*/ 8 w 12"/>
                <a:gd name="T13" fmla="*/ 8 h 13"/>
                <a:gd name="T14" fmla="*/ 24 w 12"/>
                <a:gd name="T15" fmla="*/ 0 h 13"/>
                <a:gd name="T16" fmla="*/ 8 w 12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3" y="10"/>
                    <a:pt x="6" y="12"/>
                    <a:pt x="9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1" y="13"/>
                    <a:pt x="10" y="13"/>
                    <a:pt x="9" y="13"/>
                  </a:cubicBezTo>
                  <a:cubicBezTo>
                    <a:pt x="6" y="12"/>
                    <a:pt x="3" y="10"/>
                    <a:pt x="2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8" name="Freeform 5785">
              <a:extLst>
                <a:ext uri="{FF2B5EF4-FFF2-40B4-BE49-F238E27FC236}">
                  <a16:creationId xmlns:a16="http://schemas.microsoft.com/office/drawing/2014/main" id="{EABAA18F-5971-4577-A48A-DFA7A0AC5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233"/>
              <a:ext cx="42" cy="46"/>
            </a:xfrm>
            <a:custGeom>
              <a:avLst/>
              <a:gdLst>
                <a:gd name="T0" fmla="*/ 144 w 21"/>
                <a:gd name="T1" fmla="*/ 40 h 23"/>
                <a:gd name="T2" fmla="*/ 96 w 21"/>
                <a:gd name="T3" fmla="*/ 0 h 23"/>
                <a:gd name="T4" fmla="*/ 40 w 21"/>
                <a:gd name="T5" fmla="*/ 8 h 23"/>
                <a:gd name="T6" fmla="*/ 48 w 21"/>
                <a:gd name="T7" fmla="*/ 144 h 23"/>
                <a:gd name="T8" fmla="*/ 160 w 21"/>
                <a:gd name="T9" fmla="*/ 128 h 23"/>
                <a:gd name="T10" fmla="*/ 144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5"/>
                  </a:moveTo>
                  <a:cubicBezTo>
                    <a:pt x="16" y="3"/>
                    <a:pt x="15" y="0"/>
                    <a:pt x="12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0" y="5"/>
                    <a:pt x="1" y="13"/>
                    <a:pt x="6" y="18"/>
                  </a:cubicBezTo>
                  <a:cubicBezTo>
                    <a:pt x="12" y="23"/>
                    <a:pt x="19" y="20"/>
                    <a:pt x="20" y="16"/>
                  </a:cubicBezTo>
                  <a:cubicBezTo>
                    <a:pt x="21" y="12"/>
                    <a:pt x="21" y="10"/>
                    <a:pt x="18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9" name="Freeform 5786">
              <a:extLst>
                <a:ext uri="{FF2B5EF4-FFF2-40B4-BE49-F238E27FC236}">
                  <a16:creationId xmlns:a16="http://schemas.microsoft.com/office/drawing/2014/main" id="{12259CDF-40D1-4619-8CC5-310AE97A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233"/>
              <a:ext cx="42" cy="46"/>
            </a:xfrm>
            <a:custGeom>
              <a:avLst/>
              <a:gdLst>
                <a:gd name="T0" fmla="*/ 144 w 21"/>
                <a:gd name="T1" fmla="*/ 40 h 23"/>
                <a:gd name="T2" fmla="*/ 96 w 21"/>
                <a:gd name="T3" fmla="*/ 0 h 23"/>
                <a:gd name="T4" fmla="*/ 40 w 21"/>
                <a:gd name="T5" fmla="*/ 8 h 23"/>
                <a:gd name="T6" fmla="*/ 48 w 21"/>
                <a:gd name="T7" fmla="*/ 144 h 23"/>
                <a:gd name="T8" fmla="*/ 160 w 21"/>
                <a:gd name="T9" fmla="*/ 128 h 23"/>
                <a:gd name="T10" fmla="*/ 144 w 21"/>
                <a:gd name="T11" fmla="*/ 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5"/>
                  </a:moveTo>
                  <a:cubicBezTo>
                    <a:pt x="16" y="3"/>
                    <a:pt x="15" y="0"/>
                    <a:pt x="12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0" y="5"/>
                    <a:pt x="1" y="13"/>
                    <a:pt x="6" y="18"/>
                  </a:cubicBezTo>
                  <a:cubicBezTo>
                    <a:pt x="12" y="23"/>
                    <a:pt x="19" y="20"/>
                    <a:pt x="20" y="16"/>
                  </a:cubicBezTo>
                  <a:cubicBezTo>
                    <a:pt x="21" y="12"/>
                    <a:pt x="21" y="10"/>
                    <a:pt x="18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0" name="Freeform 5787">
              <a:extLst>
                <a:ext uri="{FF2B5EF4-FFF2-40B4-BE49-F238E27FC236}">
                  <a16:creationId xmlns:a16="http://schemas.microsoft.com/office/drawing/2014/main" id="{CDD88311-4DD0-4F66-9BAC-211851673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241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96 h 12"/>
                <a:gd name="T4" fmla="*/ 16 w 11"/>
                <a:gd name="T5" fmla="*/ 64 h 12"/>
                <a:gd name="T6" fmla="*/ 8 w 11"/>
                <a:gd name="T7" fmla="*/ 16 h 12"/>
                <a:gd name="T8" fmla="*/ 32 w 11"/>
                <a:gd name="T9" fmla="*/ 0 h 12"/>
                <a:gd name="T10" fmla="*/ 8 w 11"/>
                <a:gd name="T11" fmla="*/ 16 h 12"/>
                <a:gd name="T12" fmla="*/ 16 w 11"/>
                <a:gd name="T13" fmla="*/ 64 h 12"/>
                <a:gd name="T14" fmla="*/ 64 w 11"/>
                <a:gd name="T15" fmla="*/ 96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1" name="Freeform 5788">
              <a:extLst>
                <a:ext uri="{FF2B5EF4-FFF2-40B4-BE49-F238E27FC236}">
                  <a16:creationId xmlns:a16="http://schemas.microsoft.com/office/drawing/2014/main" id="{559BD2AB-CAB2-4A83-825A-7A0912FB2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253"/>
              <a:ext cx="56" cy="60"/>
            </a:xfrm>
            <a:custGeom>
              <a:avLst/>
              <a:gdLst>
                <a:gd name="T0" fmla="*/ 112 w 28"/>
                <a:gd name="T1" fmla="*/ 232 h 30"/>
                <a:gd name="T2" fmla="*/ 216 w 28"/>
                <a:gd name="T3" fmla="*/ 112 h 30"/>
                <a:gd name="T4" fmla="*/ 80 w 28"/>
                <a:gd name="T5" fmla="*/ 24 h 30"/>
                <a:gd name="T6" fmla="*/ 112 w 28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4"/>
                    <a:pt x="27" y="14"/>
                  </a:cubicBezTo>
                  <a:cubicBezTo>
                    <a:pt x="25" y="5"/>
                    <a:pt x="19" y="0"/>
                    <a:pt x="10" y="3"/>
                  </a:cubicBezTo>
                  <a:cubicBezTo>
                    <a:pt x="1" y="6"/>
                    <a:pt x="0" y="27"/>
                    <a:pt x="14" y="2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2" name="Freeform 5789">
              <a:extLst>
                <a:ext uri="{FF2B5EF4-FFF2-40B4-BE49-F238E27FC236}">
                  <a16:creationId xmlns:a16="http://schemas.microsoft.com/office/drawing/2014/main" id="{84B90F96-890A-4F45-A55F-965E2881E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253"/>
              <a:ext cx="56" cy="60"/>
            </a:xfrm>
            <a:custGeom>
              <a:avLst/>
              <a:gdLst>
                <a:gd name="T0" fmla="*/ 112 w 28"/>
                <a:gd name="T1" fmla="*/ 232 h 30"/>
                <a:gd name="T2" fmla="*/ 216 w 28"/>
                <a:gd name="T3" fmla="*/ 112 h 30"/>
                <a:gd name="T4" fmla="*/ 80 w 28"/>
                <a:gd name="T5" fmla="*/ 24 h 30"/>
                <a:gd name="T6" fmla="*/ 112 w 28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4"/>
                    <a:pt x="27" y="14"/>
                  </a:cubicBezTo>
                  <a:cubicBezTo>
                    <a:pt x="25" y="5"/>
                    <a:pt x="19" y="0"/>
                    <a:pt x="10" y="3"/>
                  </a:cubicBezTo>
                  <a:cubicBezTo>
                    <a:pt x="1" y="6"/>
                    <a:pt x="0" y="27"/>
                    <a:pt x="14" y="29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3" name="Freeform 5790">
              <a:extLst>
                <a:ext uri="{FF2B5EF4-FFF2-40B4-BE49-F238E27FC236}">
                  <a16:creationId xmlns:a16="http://schemas.microsoft.com/office/drawing/2014/main" id="{19DBA99A-8D83-493F-9FBA-8F1781B15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267"/>
              <a:ext cx="30" cy="32"/>
            </a:xfrm>
            <a:custGeom>
              <a:avLst/>
              <a:gdLst>
                <a:gd name="T0" fmla="*/ 112 w 15"/>
                <a:gd name="T1" fmla="*/ 48 h 16"/>
                <a:gd name="T2" fmla="*/ 96 w 15"/>
                <a:gd name="T3" fmla="*/ 104 h 16"/>
                <a:gd name="T4" fmla="*/ 40 w 15"/>
                <a:gd name="T5" fmla="*/ 120 h 16"/>
                <a:gd name="T6" fmla="*/ 0 w 15"/>
                <a:gd name="T7" fmla="*/ 64 h 16"/>
                <a:gd name="T8" fmla="*/ 24 w 15"/>
                <a:gd name="T9" fmla="*/ 0 h 16"/>
                <a:gd name="T10" fmla="*/ 0 w 15"/>
                <a:gd name="T11" fmla="*/ 64 h 16"/>
                <a:gd name="T12" fmla="*/ 40 w 15"/>
                <a:gd name="T13" fmla="*/ 120 h 16"/>
                <a:gd name="T14" fmla="*/ 104 w 15"/>
                <a:gd name="T15" fmla="*/ 104 h 16"/>
                <a:gd name="T16" fmla="*/ 112 w 15"/>
                <a:gd name="T17" fmla="*/ 4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6">
                  <a:moveTo>
                    <a:pt x="14" y="6"/>
                  </a:moveTo>
                  <a:cubicBezTo>
                    <a:pt x="15" y="9"/>
                    <a:pt x="14" y="11"/>
                    <a:pt x="12" y="13"/>
                  </a:cubicBezTo>
                  <a:cubicBezTo>
                    <a:pt x="10" y="15"/>
                    <a:pt x="7" y="16"/>
                    <a:pt x="5" y="15"/>
                  </a:cubicBezTo>
                  <a:cubicBezTo>
                    <a:pt x="3" y="14"/>
                    <a:pt x="1" y="12"/>
                    <a:pt x="0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1" y="12"/>
                    <a:pt x="3" y="14"/>
                    <a:pt x="5" y="15"/>
                  </a:cubicBezTo>
                  <a:cubicBezTo>
                    <a:pt x="7" y="16"/>
                    <a:pt x="10" y="15"/>
                    <a:pt x="13" y="13"/>
                  </a:cubicBezTo>
                  <a:cubicBezTo>
                    <a:pt x="15" y="11"/>
                    <a:pt x="15" y="9"/>
                    <a:pt x="14" y="6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4" name="Freeform 5791">
              <a:extLst>
                <a:ext uri="{FF2B5EF4-FFF2-40B4-BE49-F238E27FC236}">
                  <a16:creationId xmlns:a16="http://schemas.microsoft.com/office/drawing/2014/main" id="{7329BBE8-7D4A-4CCB-953A-2DB5BF060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405"/>
              <a:ext cx="54" cy="56"/>
            </a:xfrm>
            <a:custGeom>
              <a:avLst/>
              <a:gdLst>
                <a:gd name="T0" fmla="*/ 56 w 27"/>
                <a:gd name="T1" fmla="*/ 40 h 28"/>
                <a:gd name="T2" fmla="*/ 184 w 27"/>
                <a:gd name="T3" fmla="*/ 64 h 28"/>
                <a:gd name="T4" fmla="*/ 152 w 27"/>
                <a:gd name="T5" fmla="*/ 200 h 28"/>
                <a:gd name="T6" fmla="*/ 56 w 27"/>
                <a:gd name="T7" fmla="*/ 4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7" y="5"/>
                  </a:moveTo>
                  <a:cubicBezTo>
                    <a:pt x="11" y="0"/>
                    <a:pt x="19" y="1"/>
                    <a:pt x="23" y="8"/>
                  </a:cubicBezTo>
                  <a:cubicBezTo>
                    <a:pt x="27" y="15"/>
                    <a:pt x="26" y="23"/>
                    <a:pt x="19" y="25"/>
                  </a:cubicBezTo>
                  <a:cubicBezTo>
                    <a:pt x="12" y="28"/>
                    <a:pt x="0" y="14"/>
                    <a:pt x="7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5" name="Freeform 5792">
              <a:extLst>
                <a:ext uri="{FF2B5EF4-FFF2-40B4-BE49-F238E27FC236}">
                  <a16:creationId xmlns:a16="http://schemas.microsoft.com/office/drawing/2014/main" id="{9D539DC4-8663-4914-BC22-D9D16491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405"/>
              <a:ext cx="54" cy="56"/>
            </a:xfrm>
            <a:custGeom>
              <a:avLst/>
              <a:gdLst>
                <a:gd name="T0" fmla="*/ 56 w 27"/>
                <a:gd name="T1" fmla="*/ 40 h 28"/>
                <a:gd name="T2" fmla="*/ 184 w 27"/>
                <a:gd name="T3" fmla="*/ 64 h 28"/>
                <a:gd name="T4" fmla="*/ 152 w 27"/>
                <a:gd name="T5" fmla="*/ 200 h 28"/>
                <a:gd name="T6" fmla="*/ 56 w 27"/>
                <a:gd name="T7" fmla="*/ 4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7" y="5"/>
                  </a:moveTo>
                  <a:cubicBezTo>
                    <a:pt x="11" y="0"/>
                    <a:pt x="19" y="1"/>
                    <a:pt x="23" y="8"/>
                  </a:cubicBezTo>
                  <a:cubicBezTo>
                    <a:pt x="27" y="15"/>
                    <a:pt x="26" y="23"/>
                    <a:pt x="19" y="25"/>
                  </a:cubicBezTo>
                  <a:cubicBezTo>
                    <a:pt x="12" y="28"/>
                    <a:pt x="0" y="14"/>
                    <a:pt x="7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6" name="Freeform 5793">
              <a:extLst>
                <a:ext uri="{FF2B5EF4-FFF2-40B4-BE49-F238E27FC236}">
                  <a16:creationId xmlns:a16="http://schemas.microsoft.com/office/drawing/2014/main" id="{ED9350CD-004E-4DE4-BF25-2D8C401E8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419"/>
              <a:ext cx="24" cy="30"/>
            </a:xfrm>
            <a:custGeom>
              <a:avLst/>
              <a:gdLst>
                <a:gd name="T0" fmla="*/ 96 w 12"/>
                <a:gd name="T1" fmla="*/ 32 h 15"/>
                <a:gd name="T2" fmla="*/ 56 w 12"/>
                <a:gd name="T3" fmla="*/ 8 h 15"/>
                <a:gd name="T4" fmla="*/ 8 w 12"/>
                <a:gd name="T5" fmla="*/ 24 h 15"/>
                <a:gd name="T6" fmla="*/ 16 w 12"/>
                <a:gd name="T7" fmla="*/ 88 h 15"/>
                <a:gd name="T8" fmla="*/ 64 w 12"/>
                <a:gd name="T9" fmla="*/ 120 h 15"/>
                <a:gd name="T10" fmla="*/ 16 w 12"/>
                <a:gd name="T11" fmla="*/ 88 h 15"/>
                <a:gd name="T12" fmla="*/ 8 w 12"/>
                <a:gd name="T13" fmla="*/ 24 h 15"/>
                <a:gd name="T14" fmla="*/ 56 w 12"/>
                <a:gd name="T15" fmla="*/ 8 h 15"/>
                <a:gd name="T16" fmla="*/ 96 w 12"/>
                <a:gd name="T17" fmla="*/ 32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5">
                  <a:moveTo>
                    <a:pt x="12" y="4"/>
                  </a:moveTo>
                  <a:cubicBezTo>
                    <a:pt x="11" y="2"/>
                    <a:pt x="9" y="1"/>
                    <a:pt x="7" y="1"/>
                  </a:cubicBezTo>
                  <a:cubicBezTo>
                    <a:pt x="5" y="1"/>
                    <a:pt x="2" y="2"/>
                    <a:pt x="1" y="3"/>
                  </a:cubicBezTo>
                  <a:cubicBezTo>
                    <a:pt x="0" y="5"/>
                    <a:pt x="1" y="8"/>
                    <a:pt x="2" y="11"/>
                  </a:cubicBezTo>
                  <a:cubicBezTo>
                    <a:pt x="4" y="13"/>
                    <a:pt x="6" y="15"/>
                    <a:pt x="8" y="15"/>
                  </a:cubicBezTo>
                  <a:cubicBezTo>
                    <a:pt x="6" y="15"/>
                    <a:pt x="3" y="13"/>
                    <a:pt x="2" y="11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2" y="1"/>
                    <a:pt x="4" y="0"/>
                    <a:pt x="7" y="1"/>
                  </a:cubicBezTo>
                  <a:cubicBezTo>
                    <a:pt x="9" y="1"/>
                    <a:pt x="11" y="2"/>
                    <a:pt x="12" y="4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7" name="Freeform 5794">
              <a:extLst>
                <a:ext uri="{FF2B5EF4-FFF2-40B4-BE49-F238E27FC236}">
                  <a16:creationId xmlns:a16="http://schemas.microsoft.com/office/drawing/2014/main" id="{8DC75D09-4CA0-4A73-8A6A-8686F7178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295"/>
              <a:ext cx="44" cy="58"/>
            </a:xfrm>
            <a:custGeom>
              <a:avLst/>
              <a:gdLst>
                <a:gd name="T0" fmla="*/ 136 w 22"/>
                <a:gd name="T1" fmla="*/ 48 h 29"/>
                <a:gd name="T2" fmla="*/ 88 w 22"/>
                <a:gd name="T3" fmla="*/ 16 h 29"/>
                <a:gd name="T4" fmla="*/ 16 w 22"/>
                <a:gd name="T5" fmla="*/ 128 h 29"/>
                <a:gd name="T6" fmla="*/ 120 w 22"/>
                <a:gd name="T7" fmla="*/ 232 h 29"/>
                <a:gd name="T8" fmla="*/ 176 w 22"/>
                <a:gd name="T9" fmla="*/ 168 h 29"/>
                <a:gd name="T10" fmla="*/ 160 w 22"/>
                <a:gd name="T11" fmla="*/ 96 h 29"/>
                <a:gd name="T12" fmla="*/ 136 w 22"/>
                <a:gd name="T13" fmla="*/ 4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7" y="6"/>
                  </a:moveTo>
                  <a:cubicBezTo>
                    <a:pt x="16" y="4"/>
                    <a:pt x="14" y="2"/>
                    <a:pt x="11" y="2"/>
                  </a:cubicBezTo>
                  <a:cubicBezTo>
                    <a:pt x="3" y="0"/>
                    <a:pt x="0" y="8"/>
                    <a:pt x="2" y="16"/>
                  </a:cubicBezTo>
                  <a:cubicBezTo>
                    <a:pt x="4" y="24"/>
                    <a:pt x="10" y="29"/>
                    <a:pt x="15" y="29"/>
                  </a:cubicBezTo>
                  <a:cubicBezTo>
                    <a:pt x="19" y="28"/>
                    <a:pt x="21" y="25"/>
                    <a:pt x="22" y="21"/>
                  </a:cubicBezTo>
                  <a:cubicBezTo>
                    <a:pt x="22" y="18"/>
                    <a:pt x="20" y="15"/>
                    <a:pt x="20" y="12"/>
                  </a:cubicBezTo>
                  <a:cubicBezTo>
                    <a:pt x="19" y="10"/>
                    <a:pt x="19" y="8"/>
                    <a:pt x="17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8" name="Freeform 5795">
              <a:extLst>
                <a:ext uri="{FF2B5EF4-FFF2-40B4-BE49-F238E27FC236}">
                  <a16:creationId xmlns:a16="http://schemas.microsoft.com/office/drawing/2014/main" id="{64BE4303-C3E0-4FAA-A9AA-5D0CAD7C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295"/>
              <a:ext cx="44" cy="58"/>
            </a:xfrm>
            <a:custGeom>
              <a:avLst/>
              <a:gdLst>
                <a:gd name="T0" fmla="*/ 136 w 22"/>
                <a:gd name="T1" fmla="*/ 48 h 29"/>
                <a:gd name="T2" fmla="*/ 88 w 22"/>
                <a:gd name="T3" fmla="*/ 16 h 29"/>
                <a:gd name="T4" fmla="*/ 16 w 22"/>
                <a:gd name="T5" fmla="*/ 128 h 29"/>
                <a:gd name="T6" fmla="*/ 120 w 22"/>
                <a:gd name="T7" fmla="*/ 232 h 29"/>
                <a:gd name="T8" fmla="*/ 176 w 22"/>
                <a:gd name="T9" fmla="*/ 168 h 29"/>
                <a:gd name="T10" fmla="*/ 160 w 22"/>
                <a:gd name="T11" fmla="*/ 96 h 29"/>
                <a:gd name="T12" fmla="*/ 136 w 22"/>
                <a:gd name="T13" fmla="*/ 4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7" y="6"/>
                  </a:moveTo>
                  <a:cubicBezTo>
                    <a:pt x="16" y="4"/>
                    <a:pt x="14" y="2"/>
                    <a:pt x="11" y="2"/>
                  </a:cubicBezTo>
                  <a:cubicBezTo>
                    <a:pt x="3" y="0"/>
                    <a:pt x="0" y="8"/>
                    <a:pt x="2" y="16"/>
                  </a:cubicBezTo>
                  <a:cubicBezTo>
                    <a:pt x="4" y="24"/>
                    <a:pt x="10" y="29"/>
                    <a:pt x="15" y="29"/>
                  </a:cubicBezTo>
                  <a:cubicBezTo>
                    <a:pt x="19" y="28"/>
                    <a:pt x="21" y="25"/>
                    <a:pt x="22" y="21"/>
                  </a:cubicBezTo>
                  <a:cubicBezTo>
                    <a:pt x="22" y="18"/>
                    <a:pt x="20" y="15"/>
                    <a:pt x="20" y="12"/>
                  </a:cubicBezTo>
                  <a:cubicBezTo>
                    <a:pt x="19" y="10"/>
                    <a:pt x="19" y="8"/>
                    <a:pt x="17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9" name="Freeform 5796">
              <a:extLst>
                <a:ext uri="{FF2B5EF4-FFF2-40B4-BE49-F238E27FC236}">
                  <a16:creationId xmlns:a16="http://schemas.microsoft.com/office/drawing/2014/main" id="{F88BF99F-ABFE-41F8-BC13-0C583271D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311"/>
              <a:ext cx="14" cy="30"/>
            </a:xfrm>
            <a:custGeom>
              <a:avLst/>
              <a:gdLst>
                <a:gd name="T0" fmla="*/ 16 w 7"/>
                <a:gd name="T1" fmla="*/ 0 h 15"/>
                <a:gd name="T2" fmla="*/ 0 w 7"/>
                <a:gd name="T3" fmla="*/ 40 h 15"/>
                <a:gd name="T4" fmla="*/ 32 w 7"/>
                <a:gd name="T5" fmla="*/ 112 h 15"/>
                <a:gd name="T6" fmla="*/ 56 w 7"/>
                <a:gd name="T7" fmla="*/ 120 h 15"/>
                <a:gd name="T8" fmla="*/ 32 w 7"/>
                <a:gd name="T9" fmla="*/ 112 h 15"/>
                <a:gd name="T10" fmla="*/ 0 w 7"/>
                <a:gd name="T11" fmla="*/ 40 h 15"/>
                <a:gd name="T12" fmla="*/ 16 w 7"/>
                <a:gd name="T13" fmla="*/ 0 h 15"/>
                <a:gd name="T14" fmla="*/ 40 w 7"/>
                <a:gd name="T15" fmla="*/ 8 h 15"/>
                <a:gd name="T16" fmla="*/ 16 w 7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15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9"/>
                    <a:pt x="2" y="12"/>
                    <a:pt x="4" y="14"/>
                  </a:cubicBezTo>
                  <a:cubicBezTo>
                    <a:pt x="5" y="15"/>
                    <a:pt x="6" y="15"/>
                    <a:pt x="7" y="15"/>
                  </a:cubicBezTo>
                  <a:cubicBezTo>
                    <a:pt x="6" y="15"/>
                    <a:pt x="5" y="15"/>
                    <a:pt x="4" y="14"/>
                  </a:cubicBezTo>
                  <a:cubicBezTo>
                    <a:pt x="2" y="12"/>
                    <a:pt x="1" y="9"/>
                    <a:pt x="0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0" name="Freeform 5797">
              <a:extLst>
                <a:ext uri="{FF2B5EF4-FFF2-40B4-BE49-F238E27FC236}">
                  <a16:creationId xmlns:a16="http://schemas.microsoft.com/office/drawing/2014/main" id="{75FF7E2F-89A1-499E-8E98-AA8C593EA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285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56 w 22"/>
                <a:gd name="T7" fmla="*/ 152 h 23"/>
                <a:gd name="T8" fmla="*/ 168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1" name="Freeform 5798">
              <a:extLst>
                <a:ext uri="{FF2B5EF4-FFF2-40B4-BE49-F238E27FC236}">
                  <a16:creationId xmlns:a16="http://schemas.microsoft.com/office/drawing/2014/main" id="{CD5D4470-F4E9-44B3-9BCB-E1D50F010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285"/>
              <a:ext cx="44" cy="46"/>
            </a:xfrm>
            <a:custGeom>
              <a:avLst/>
              <a:gdLst>
                <a:gd name="T0" fmla="*/ 144 w 22"/>
                <a:gd name="T1" fmla="*/ 48 h 23"/>
                <a:gd name="T2" fmla="*/ 96 w 22"/>
                <a:gd name="T3" fmla="*/ 8 h 23"/>
                <a:gd name="T4" fmla="*/ 40 w 22"/>
                <a:gd name="T5" fmla="*/ 16 h 23"/>
                <a:gd name="T6" fmla="*/ 56 w 22"/>
                <a:gd name="T7" fmla="*/ 152 h 23"/>
                <a:gd name="T8" fmla="*/ 168 w 22"/>
                <a:gd name="T9" fmla="*/ 136 h 23"/>
                <a:gd name="T10" fmla="*/ 144 w 22"/>
                <a:gd name="T11" fmla="*/ 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2" name="Freeform 5799">
              <a:extLst>
                <a:ext uri="{FF2B5EF4-FFF2-40B4-BE49-F238E27FC236}">
                  <a16:creationId xmlns:a16="http://schemas.microsoft.com/office/drawing/2014/main" id="{7654E9DB-7DC6-44B7-97A3-13946FA1C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295"/>
              <a:ext cx="22" cy="24"/>
            </a:xfrm>
            <a:custGeom>
              <a:avLst/>
              <a:gdLst>
                <a:gd name="T0" fmla="*/ 88 w 11"/>
                <a:gd name="T1" fmla="*/ 64 h 12"/>
                <a:gd name="T2" fmla="*/ 64 w 11"/>
                <a:gd name="T3" fmla="*/ 88 h 12"/>
                <a:gd name="T4" fmla="*/ 16 w 11"/>
                <a:gd name="T5" fmla="*/ 56 h 12"/>
                <a:gd name="T6" fmla="*/ 16 w 11"/>
                <a:gd name="T7" fmla="*/ 8 h 12"/>
                <a:gd name="T8" fmla="*/ 40 w 11"/>
                <a:gd name="T9" fmla="*/ 0 h 12"/>
                <a:gd name="T10" fmla="*/ 8 w 11"/>
                <a:gd name="T11" fmla="*/ 8 h 12"/>
                <a:gd name="T12" fmla="*/ 16 w 11"/>
                <a:gd name="T13" fmla="*/ 56 h 12"/>
                <a:gd name="T14" fmla="*/ 64 w 11"/>
                <a:gd name="T15" fmla="*/ 88 h 12"/>
                <a:gd name="T16" fmla="*/ 88 w 11"/>
                <a:gd name="T17" fmla="*/ 6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4" y="11"/>
                    <a:pt x="2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1" y="2"/>
                    <a:pt x="0" y="4"/>
                    <a:pt x="2" y="7"/>
                  </a:cubicBezTo>
                  <a:cubicBezTo>
                    <a:pt x="4" y="11"/>
                    <a:pt x="6" y="12"/>
                    <a:pt x="8" y="11"/>
                  </a:cubicBezTo>
                  <a:cubicBezTo>
                    <a:pt x="10" y="11"/>
                    <a:pt x="11" y="10"/>
                    <a:pt x="11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3" name="Freeform 5800">
              <a:extLst>
                <a:ext uri="{FF2B5EF4-FFF2-40B4-BE49-F238E27FC236}">
                  <a16:creationId xmlns:a16="http://schemas.microsoft.com/office/drawing/2014/main" id="{57CF203F-130D-49EA-9DCA-AD196887C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323"/>
              <a:ext cx="62" cy="42"/>
            </a:xfrm>
            <a:custGeom>
              <a:avLst/>
              <a:gdLst>
                <a:gd name="T0" fmla="*/ 48 w 31"/>
                <a:gd name="T1" fmla="*/ 8 h 21"/>
                <a:gd name="T2" fmla="*/ 0 w 31"/>
                <a:gd name="T3" fmla="*/ 88 h 21"/>
                <a:gd name="T4" fmla="*/ 120 w 31"/>
                <a:gd name="T5" fmla="*/ 160 h 21"/>
                <a:gd name="T6" fmla="*/ 240 w 31"/>
                <a:gd name="T7" fmla="*/ 88 h 21"/>
                <a:gd name="T8" fmla="*/ 208 w 31"/>
                <a:gd name="T9" fmla="*/ 24 h 21"/>
                <a:gd name="T10" fmla="*/ 128 w 31"/>
                <a:gd name="T11" fmla="*/ 16 h 21"/>
                <a:gd name="T12" fmla="*/ 48 w 31"/>
                <a:gd name="T13" fmla="*/ 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1">
                  <a:moveTo>
                    <a:pt x="6" y="1"/>
                  </a:moveTo>
                  <a:cubicBezTo>
                    <a:pt x="2" y="3"/>
                    <a:pt x="0" y="6"/>
                    <a:pt x="0" y="11"/>
                  </a:cubicBezTo>
                  <a:cubicBezTo>
                    <a:pt x="0" y="18"/>
                    <a:pt x="6" y="21"/>
                    <a:pt x="15" y="20"/>
                  </a:cubicBezTo>
                  <a:cubicBezTo>
                    <a:pt x="23" y="20"/>
                    <a:pt x="28" y="18"/>
                    <a:pt x="30" y="11"/>
                  </a:cubicBezTo>
                  <a:cubicBezTo>
                    <a:pt x="31" y="7"/>
                    <a:pt x="29" y="4"/>
                    <a:pt x="26" y="3"/>
                  </a:cubicBezTo>
                  <a:cubicBezTo>
                    <a:pt x="23" y="1"/>
                    <a:pt x="21" y="2"/>
                    <a:pt x="16" y="2"/>
                  </a:cubicBezTo>
                  <a:cubicBezTo>
                    <a:pt x="14" y="2"/>
                    <a:pt x="10" y="0"/>
                    <a:pt x="6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4" name="Freeform 5801">
              <a:extLst>
                <a:ext uri="{FF2B5EF4-FFF2-40B4-BE49-F238E27FC236}">
                  <a16:creationId xmlns:a16="http://schemas.microsoft.com/office/drawing/2014/main" id="{84A668A8-9892-4AEE-9D05-21649E21A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323"/>
              <a:ext cx="62" cy="42"/>
            </a:xfrm>
            <a:custGeom>
              <a:avLst/>
              <a:gdLst>
                <a:gd name="T0" fmla="*/ 48 w 31"/>
                <a:gd name="T1" fmla="*/ 8 h 21"/>
                <a:gd name="T2" fmla="*/ 0 w 31"/>
                <a:gd name="T3" fmla="*/ 88 h 21"/>
                <a:gd name="T4" fmla="*/ 120 w 31"/>
                <a:gd name="T5" fmla="*/ 160 h 21"/>
                <a:gd name="T6" fmla="*/ 240 w 31"/>
                <a:gd name="T7" fmla="*/ 88 h 21"/>
                <a:gd name="T8" fmla="*/ 208 w 31"/>
                <a:gd name="T9" fmla="*/ 24 h 21"/>
                <a:gd name="T10" fmla="*/ 128 w 31"/>
                <a:gd name="T11" fmla="*/ 16 h 21"/>
                <a:gd name="T12" fmla="*/ 48 w 31"/>
                <a:gd name="T13" fmla="*/ 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1">
                  <a:moveTo>
                    <a:pt x="6" y="1"/>
                  </a:moveTo>
                  <a:cubicBezTo>
                    <a:pt x="2" y="3"/>
                    <a:pt x="0" y="6"/>
                    <a:pt x="0" y="11"/>
                  </a:cubicBezTo>
                  <a:cubicBezTo>
                    <a:pt x="0" y="18"/>
                    <a:pt x="6" y="21"/>
                    <a:pt x="15" y="20"/>
                  </a:cubicBezTo>
                  <a:cubicBezTo>
                    <a:pt x="23" y="20"/>
                    <a:pt x="28" y="18"/>
                    <a:pt x="30" y="11"/>
                  </a:cubicBezTo>
                  <a:cubicBezTo>
                    <a:pt x="31" y="7"/>
                    <a:pt x="29" y="4"/>
                    <a:pt x="26" y="3"/>
                  </a:cubicBezTo>
                  <a:cubicBezTo>
                    <a:pt x="23" y="1"/>
                    <a:pt x="21" y="2"/>
                    <a:pt x="16" y="2"/>
                  </a:cubicBezTo>
                  <a:cubicBezTo>
                    <a:pt x="14" y="2"/>
                    <a:pt x="10" y="0"/>
                    <a:pt x="6" y="1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5" name="Freeform 5802">
              <a:extLst>
                <a:ext uri="{FF2B5EF4-FFF2-40B4-BE49-F238E27FC236}">
                  <a16:creationId xmlns:a16="http://schemas.microsoft.com/office/drawing/2014/main" id="{7227508E-4E19-4D31-8628-DB17DC183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335"/>
              <a:ext cx="38" cy="14"/>
            </a:xfrm>
            <a:custGeom>
              <a:avLst/>
              <a:gdLst>
                <a:gd name="T0" fmla="*/ 144 w 19"/>
                <a:gd name="T1" fmla="*/ 16 h 7"/>
                <a:gd name="T2" fmla="*/ 144 w 19"/>
                <a:gd name="T3" fmla="*/ 24 h 7"/>
                <a:gd name="T4" fmla="*/ 64 w 19"/>
                <a:gd name="T5" fmla="*/ 56 h 7"/>
                <a:gd name="T6" fmla="*/ 0 w 19"/>
                <a:gd name="T7" fmla="*/ 32 h 7"/>
                <a:gd name="T8" fmla="*/ 16 w 19"/>
                <a:gd name="T9" fmla="*/ 0 h 7"/>
                <a:gd name="T10" fmla="*/ 0 w 19"/>
                <a:gd name="T11" fmla="*/ 32 h 7"/>
                <a:gd name="T12" fmla="*/ 64 w 19"/>
                <a:gd name="T13" fmla="*/ 56 h 7"/>
                <a:gd name="T14" fmla="*/ 144 w 19"/>
                <a:gd name="T15" fmla="*/ 24 h 7"/>
                <a:gd name="T16" fmla="*/ 144 w 19"/>
                <a:gd name="T17" fmla="*/ 16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18" y="2"/>
                  </a:moveTo>
                  <a:cubicBezTo>
                    <a:pt x="18" y="2"/>
                    <a:pt x="18" y="2"/>
                    <a:pt x="18" y="3"/>
                  </a:cubicBezTo>
                  <a:cubicBezTo>
                    <a:pt x="18" y="4"/>
                    <a:pt x="15" y="7"/>
                    <a:pt x="8" y="7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2" y="7"/>
                    <a:pt x="8" y="7"/>
                  </a:cubicBezTo>
                  <a:cubicBezTo>
                    <a:pt x="14" y="7"/>
                    <a:pt x="18" y="5"/>
                    <a:pt x="18" y="3"/>
                  </a:cubicBezTo>
                  <a:cubicBezTo>
                    <a:pt x="19" y="2"/>
                    <a:pt x="18" y="2"/>
                    <a:pt x="18" y="2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6" name="Freeform 5803">
              <a:extLst>
                <a:ext uri="{FF2B5EF4-FFF2-40B4-BE49-F238E27FC236}">
                  <a16:creationId xmlns:a16="http://schemas.microsoft.com/office/drawing/2014/main" id="{F3F73E59-97D8-4DEB-A677-59CE85ABA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193"/>
              <a:ext cx="36" cy="48"/>
            </a:xfrm>
            <a:custGeom>
              <a:avLst/>
              <a:gdLst>
                <a:gd name="T0" fmla="*/ 112 w 18"/>
                <a:gd name="T1" fmla="*/ 152 h 24"/>
                <a:gd name="T2" fmla="*/ 128 w 18"/>
                <a:gd name="T3" fmla="*/ 184 h 24"/>
                <a:gd name="T4" fmla="*/ 112 w 18"/>
                <a:gd name="T5" fmla="*/ 192 h 24"/>
                <a:gd name="T6" fmla="*/ 96 w 18"/>
                <a:gd name="T7" fmla="*/ 184 h 24"/>
                <a:gd name="T8" fmla="*/ 80 w 18"/>
                <a:gd name="T9" fmla="*/ 192 h 24"/>
                <a:gd name="T10" fmla="*/ 56 w 18"/>
                <a:gd name="T11" fmla="*/ 176 h 24"/>
                <a:gd name="T12" fmla="*/ 40 w 18"/>
                <a:gd name="T13" fmla="*/ 144 h 24"/>
                <a:gd name="T14" fmla="*/ 24 w 18"/>
                <a:gd name="T15" fmla="*/ 128 h 24"/>
                <a:gd name="T16" fmla="*/ 16 w 18"/>
                <a:gd name="T17" fmla="*/ 112 h 24"/>
                <a:gd name="T18" fmla="*/ 16 w 18"/>
                <a:gd name="T19" fmla="*/ 80 h 24"/>
                <a:gd name="T20" fmla="*/ 0 w 18"/>
                <a:gd name="T21" fmla="*/ 56 h 24"/>
                <a:gd name="T22" fmla="*/ 40 w 18"/>
                <a:gd name="T23" fmla="*/ 16 h 24"/>
                <a:gd name="T24" fmla="*/ 64 w 18"/>
                <a:gd name="T25" fmla="*/ 8 h 24"/>
                <a:gd name="T26" fmla="*/ 88 w 18"/>
                <a:gd name="T27" fmla="*/ 16 h 24"/>
                <a:gd name="T28" fmla="*/ 112 w 18"/>
                <a:gd name="T29" fmla="*/ 8 h 24"/>
                <a:gd name="T30" fmla="*/ 120 w 18"/>
                <a:gd name="T31" fmla="*/ 24 h 24"/>
                <a:gd name="T32" fmla="*/ 96 w 18"/>
                <a:gd name="T33" fmla="*/ 32 h 24"/>
                <a:gd name="T34" fmla="*/ 112 w 18"/>
                <a:gd name="T35" fmla="*/ 56 h 24"/>
                <a:gd name="T36" fmla="*/ 104 w 18"/>
                <a:gd name="T37" fmla="*/ 72 h 24"/>
                <a:gd name="T38" fmla="*/ 104 w 18"/>
                <a:gd name="T39" fmla="*/ 96 h 24"/>
                <a:gd name="T40" fmla="*/ 104 w 18"/>
                <a:gd name="T41" fmla="*/ 120 h 24"/>
                <a:gd name="T42" fmla="*/ 112 w 18"/>
                <a:gd name="T43" fmla="*/ 152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" h="24">
                  <a:moveTo>
                    <a:pt x="14" y="19"/>
                  </a:moveTo>
                  <a:cubicBezTo>
                    <a:pt x="15" y="21"/>
                    <a:pt x="18" y="20"/>
                    <a:pt x="16" y="23"/>
                  </a:cubicBezTo>
                  <a:cubicBezTo>
                    <a:pt x="16" y="23"/>
                    <a:pt x="15" y="24"/>
                    <a:pt x="14" y="24"/>
                  </a:cubicBezTo>
                  <a:cubicBezTo>
                    <a:pt x="13" y="24"/>
                    <a:pt x="13" y="23"/>
                    <a:pt x="12" y="23"/>
                  </a:cubicBezTo>
                  <a:cubicBezTo>
                    <a:pt x="11" y="22"/>
                    <a:pt x="11" y="24"/>
                    <a:pt x="10" y="24"/>
                  </a:cubicBezTo>
                  <a:cubicBezTo>
                    <a:pt x="9" y="24"/>
                    <a:pt x="8" y="22"/>
                    <a:pt x="7" y="22"/>
                  </a:cubicBezTo>
                  <a:cubicBezTo>
                    <a:pt x="6" y="22"/>
                    <a:pt x="6" y="19"/>
                    <a:pt x="5" y="18"/>
                  </a:cubicBezTo>
                  <a:cubicBezTo>
                    <a:pt x="5" y="17"/>
                    <a:pt x="4" y="17"/>
                    <a:pt x="3" y="16"/>
                  </a:cubicBezTo>
                  <a:cubicBezTo>
                    <a:pt x="2" y="16"/>
                    <a:pt x="2" y="15"/>
                    <a:pt x="2" y="14"/>
                  </a:cubicBezTo>
                  <a:cubicBezTo>
                    <a:pt x="1" y="12"/>
                    <a:pt x="2" y="12"/>
                    <a:pt x="2" y="10"/>
                  </a:cubicBezTo>
                  <a:cubicBezTo>
                    <a:pt x="2" y="9"/>
                    <a:pt x="1" y="9"/>
                    <a:pt x="0" y="7"/>
                  </a:cubicBezTo>
                  <a:cubicBezTo>
                    <a:pt x="0" y="5"/>
                    <a:pt x="3" y="3"/>
                    <a:pt x="5" y="2"/>
                  </a:cubicBezTo>
                  <a:cubicBezTo>
                    <a:pt x="6" y="2"/>
                    <a:pt x="7" y="1"/>
                    <a:pt x="8" y="1"/>
                  </a:cubicBezTo>
                  <a:cubicBezTo>
                    <a:pt x="9" y="0"/>
                    <a:pt x="10" y="1"/>
                    <a:pt x="11" y="2"/>
                  </a:cubicBezTo>
                  <a:cubicBezTo>
                    <a:pt x="13" y="2"/>
                    <a:pt x="12" y="1"/>
                    <a:pt x="14" y="1"/>
                  </a:cubicBezTo>
                  <a:cubicBezTo>
                    <a:pt x="15" y="1"/>
                    <a:pt x="16" y="2"/>
                    <a:pt x="15" y="3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2" y="5"/>
                    <a:pt x="14" y="6"/>
                    <a:pt x="14" y="7"/>
                  </a:cubicBezTo>
                  <a:cubicBezTo>
                    <a:pt x="14" y="8"/>
                    <a:pt x="13" y="8"/>
                    <a:pt x="13" y="9"/>
                  </a:cubicBezTo>
                  <a:cubicBezTo>
                    <a:pt x="12" y="10"/>
                    <a:pt x="13" y="10"/>
                    <a:pt x="13" y="12"/>
                  </a:cubicBezTo>
                  <a:cubicBezTo>
                    <a:pt x="14" y="13"/>
                    <a:pt x="13" y="14"/>
                    <a:pt x="13" y="15"/>
                  </a:cubicBezTo>
                  <a:cubicBezTo>
                    <a:pt x="11" y="17"/>
                    <a:pt x="14" y="17"/>
                    <a:pt x="14" y="19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7" name="Freeform 5804">
              <a:extLst>
                <a:ext uri="{FF2B5EF4-FFF2-40B4-BE49-F238E27FC236}">
                  <a16:creationId xmlns:a16="http://schemas.microsoft.com/office/drawing/2014/main" id="{7533465B-1929-407A-9390-125E762BE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197"/>
              <a:ext cx="8" cy="16"/>
            </a:xfrm>
            <a:custGeom>
              <a:avLst/>
              <a:gdLst>
                <a:gd name="T0" fmla="*/ 24 w 4"/>
                <a:gd name="T1" fmla="*/ 8 h 8"/>
                <a:gd name="T2" fmla="*/ 0 w 4"/>
                <a:gd name="T3" fmla="*/ 40 h 8"/>
                <a:gd name="T4" fmla="*/ 8 w 4"/>
                <a:gd name="T5" fmla="*/ 64 h 8"/>
                <a:gd name="T6" fmla="*/ 16 w 4"/>
                <a:gd name="T7" fmla="*/ 48 h 8"/>
                <a:gd name="T8" fmla="*/ 8 w 4"/>
                <a:gd name="T9" fmla="*/ 40 h 8"/>
                <a:gd name="T10" fmla="*/ 24 w 4"/>
                <a:gd name="T11" fmla="*/ 24 h 8"/>
                <a:gd name="T12" fmla="*/ 32 w 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2" y="7"/>
                    <a:pt x="1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6"/>
                    <a:pt x="1" y="6"/>
                    <a:pt x="1" y="5"/>
                  </a:cubicBezTo>
                  <a:cubicBezTo>
                    <a:pt x="1" y="3"/>
                    <a:pt x="3" y="4"/>
                    <a:pt x="3" y="3"/>
                  </a:cubicBezTo>
                  <a:cubicBezTo>
                    <a:pt x="4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8" name="Freeform 5805">
              <a:extLst>
                <a:ext uri="{FF2B5EF4-FFF2-40B4-BE49-F238E27FC236}">
                  <a16:creationId xmlns:a16="http://schemas.microsoft.com/office/drawing/2014/main" id="{DA164E9E-38F4-46D2-B2DD-2AFE7D43E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217"/>
              <a:ext cx="8" cy="12"/>
            </a:xfrm>
            <a:custGeom>
              <a:avLst/>
              <a:gdLst>
                <a:gd name="T0" fmla="*/ 8 w 4"/>
                <a:gd name="T1" fmla="*/ 0 h 6"/>
                <a:gd name="T2" fmla="*/ 16 w 4"/>
                <a:gd name="T3" fmla="*/ 32 h 6"/>
                <a:gd name="T4" fmla="*/ 32 w 4"/>
                <a:gd name="T5" fmla="*/ 48 h 6"/>
                <a:gd name="T6" fmla="*/ 24 w 4"/>
                <a:gd name="T7" fmla="*/ 32 h 6"/>
                <a:gd name="T8" fmla="*/ 8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5"/>
                    <a:pt x="3" y="5"/>
                    <a:pt x="4" y="6"/>
                  </a:cubicBezTo>
                  <a:cubicBezTo>
                    <a:pt x="4" y="5"/>
                    <a:pt x="4" y="4"/>
                    <a:pt x="3" y="4"/>
                  </a:cubicBezTo>
                  <a:cubicBezTo>
                    <a:pt x="2" y="3"/>
                    <a:pt x="0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9" name="Freeform 5806">
              <a:extLst>
                <a:ext uri="{FF2B5EF4-FFF2-40B4-BE49-F238E27FC236}">
                  <a16:creationId xmlns:a16="http://schemas.microsoft.com/office/drawing/2014/main" id="{DD4854FE-4846-4A95-9482-11657177C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213"/>
              <a:ext cx="6" cy="10"/>
            </a:xfrm>
            <a:custGeom>
              <a:avLst/>
              <a:gdLst>
                <a:gd name="T0" fmla="*/ 16 w 3"/>
                <a:gd name="T1" fmla="*/ 8 h 5"/>
                <a:gd name="T2" fmla="*/ 16 w 3"/>
                <a:gd name="T3" fmla="*/ 16 h 5"/>
                <a:gd name="T4" fmla="*/ 16 w 3"/>
                <a:gd name="T5" fmla="*/ 24 h 5"/>
                <a:gd name="T6" fmla="*/ 24 w 3"/>
                <a:gd name="T7" fmla="*/ 40 h 5"/>
                <a:gd name="T8" fmla="*/ 8 w 3"/>
                <a:gd name="T9" fmla="*/ 16 h 5"/>
                <a:gd name="T10" fmla="*/ 16 w 3"/>
                <a:gd name="T11" fmla="*/ 8 h 5"/>
                <a:gd name="T12" fmla="*/ 24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4"/>
                    <a:pt x="2" y="5"/>
                    <a:pt x="3" y="5"/>
                  </a:cubicBezTo>
                  <a:cubicBezTo>
                    <a:pt x="2" y="4"/>
                    <a:pt x="0" y="4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0"/>
                    <a:pt x="2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0" name="Freeform 5807">
              <a:extLst>
                <a:ext uri="{FF2B5EF4-FFF2-40B4-BE49-F238E27FC236}">
                  <a16:creationId xmlns:a16="http://schemas.microsoft.com/office/drawing/2014/main" id="{3C9E2BBB-1F6D-4731-A085-4CA3E0A53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231"/>
              <a:ext cx="12" cy="10"/>
            </a:xfrm>
            <a:custGeom>
              <a:avLst/>
              <a:gdLst>
                <a:gd name="T0" fmla="*/ 0 w 6"/>
                <a:gd name="T1" fmla="*/ 0 h 5"/>
                <a:gd name="T2" fmla="*/ 8 w 6"/>
                <a:gd name="T3" fmla="*/ 16 h 5"/>
                <a:gd name="T4" fmla="*/ 16 w 6"/>
                <a:gd name="T5" fmla="*/ 24 h 5"/>
                <a:gd name="T6" fmla="*/ 24 w 6"/>
                <a:gd name="T7" fmla="*/ 32 h 5"/>
                <a:gd name="T8" fmla="*/ 48 w 6"/>
                <a:gd name="T9" fmla="*/ 24 h 5"/>
                <a:gd name="T10" fmla="*/ 40 w 6"/>
                <a:gd name="T11" fmla="*/ 24 h 5"/>
                <a:gd name="T12" fmla="*/ 24 w 6"/>
                <a:gd name="T13" fmla="*/ 16 h 5"/>
                <a:gd name="T14" fmla="*/ 16 w 6"/>
                <a:gd name="T15" fmla="*/ 8 h 5"/>
                <a:gd name="T16" fmla="*/ 0 w 6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4" y="5"/>
                    <a:pt x="5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4" y="3"/>
                    <a:pt x="4" y="3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1" name="Freeform 5808">
              <a:extLst>
                <a:ext uri="{FF2B5EF4-FFF2-40B4-BE49-F238E27FC236}">
                  <a16:creationId xmlns:a16="http://schemas.microsoft.com/office/drawing/2014/main" id="{8F1FC371-C4DD-4667-AD5F-9B3E5298A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235"/>
              <a:ext cx="8" cy="4"/>
            </a:xfrm>
            <a:custGeom>
              <a:avLst/>
              <a:gdLst>
                <a:gd name="T0" fmla="*/ 32 w 4"/>
                <a:gd name="T1" fmla="*/ 8 h 2"/>
                <a:gd name="T2" fmla="*/ 16 w 4"/>
                <a:gd name="T3" fmla="*/ 16 h 2"/>
                <a:gd name="T4" fmla="*/ 0 w 4"/>
                <a:gd name="T5" fmla="*/ 0 h 2"/>
                <a:gd name="T6" fmla="*/ 24 w 4"/>
                <a:gd name="T7" fmla="*/ 8 h 2"/>
                <a:gd name="T8" fmla="*/ 32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3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2" y="1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2" name="Freeform 5809">
              <a:extLst>
                <a:ext uri="{FF2B5EF4-FFF2-40B4-BE49-F238E27FC236}">
                  <a16:creationId xmlns:a16="http://schemas.microsoft.com/office/drawing/2014/main" id="{6AAA25C0-B422-42FF-9F2A-FCB08B899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215"/>
              <a:ext cx="2" cy="4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8 h 2"/>
                <a:gd name="T4" fmla="*/ 8 w 1"/>
                <a:gd name="T5" fmla="*/ 16 h 2"/>
                <a:gd name="T6" fmla="*/ 0 w 1"/>
                <a:gd name="T7" fmla="*/ 8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3" name="Freeform 5810">
              <a:extLst>
                <a:ext uri="{FF2B5EF4-FFF2-40B4-BE49-F238E27FC236}">
                  <a16:creationId xmlns:a16="http://schemas.microsoft.com/office/drawing/2014/main" id="{44EA6165-A006-4536-8052-4DD7035E8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197"/>
              <a:ext cx="6" cy="4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4" name="Freeform 5811">
              <a:extLst>
                <a:ext uri="{FF2B5EF4-FFF2-40B4-BE49-F238E27FC236}">
                  <a16:creationId xmlns:a16="http://schemas.microsoft.com/office/drawing/2014/main" id="{2044DE59-F13E-498D-A4C9-25E161166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203"/>
              <a:ext cx="4" cy="10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4 h 5"/>
                <a:gd name="T4" fmla="*/ 16 w 2"/>
                <a:gd name="T5" fmla="*/ 40 h 5"/>
                <a:gd name="T6" fmla="*/ 8 w 2"/>
                <a:gd name="T7" fmla="*/ 24 h 5"/>
                <a:gd name="T8" fmla="*/ 8 w 2"/>
                <a:gd name="T9" fmla="*/ 16 h 5"/>
                <a:gd name="T10" fmla="*/ 8 w 2"/>
                <a:gd name="T11" fmla="*/ 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4"/>
                    <a:pt x="2" y="5"/>
                  </a:cubicBezTo>
                  <a:cubicBezTo>
                    <a:pt x="1" y="4"/>
                    <a:pt x="2" y="3"/>
                    <a:pt x="1" y="3"/>
                  </a:cubicBezTo>
                  <a:cubicBezTo>
                    <a:pt x="1" y="2"/>
                    <a:pt x="1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5" name="Freeform 5812">
              <a:extLst>
                <a:ext uri="{FF2B5EF4-FFF2-40B4-BE49-F238E27FC236}">
                  <a16:creationId xmlns:a16="http://schemas.microsoft.com/office/drawing/2014/main" id="{27554652-C2B2-4DB2-9E3D-DA504039E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235"/>
              <a:ext cx="10" cy="4"/>
            </a:xfrm>
            <a:custGeom>
              <a:avLst/>
              <a:gdLst>
                <a:gd name="T0" fmla="*/ 0 w 5"/>
                <a:gd name="T1" fmla="*/ 0 h 2"/>
                <a:gd name="T2" fmla="*/ 16 w 5"/>
                <a:gd name="T3" fmla="*/ 16 h 2"/>
                <a:gd name="T4" fmla="*/ 40 w 5"/>
                <a:gd name="T5" fmla="*/ 8 h 2"/>
                <a:gd name="T6" fmla="*/ 24 w 5"/>
                <a:gd name="T7" fmla="*/ 8 h 2"/>
                <a:gd name="T8" fmla="*/ 16 w 5"/>
                <a:gd name="T9" fmla="*/ 8 h 2"/>
                <a:gd name="T10" fmla="*/ 8 w 5"/>
                <a:gd name="T11" fmla="*/ 0 h 2"/>
                <a:gd name="T12" fmla="*/ 0 w 5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1" y="2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6" name="Freeform 5813">
              <a:extLst>
                <a:ext uri="{FF2B5EF4-FFF2-40B4-BE49-F238E27FC236}">
                  <a16:creationId xmlns:a16="http://schemas.microsoft.com/office/drawing/2014/main" id="{EC73FFB9-6719-4F29-8A92-CCE2F13E0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237"/>
              <a:ext cx="6" cy="2"/>
            </a:xfrm>
            <a:custGeom>
              <a:avLst/>
              <a:gdLst>
                <a:gd name="T0" fmla="*/ 24 w 3"/>
                <a:gd name="T1" fmla="*/ 0 h 1"/>
                <a:gd name="T2" fmla="*/ 16 w 3"/>
                <a:gd name="T3" fmla="*/ 8 h 1"/>
                <a:gd name="T4" fmla="*/ 0 w 3"/>
                <a:gd name="T5" fmla="*/ 8 h 1"/>
                <a:gd name="T6" fmla="*/ 24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7" name="Freeform 5814">
              <a:extLst>
                <a:ext uri="{FF2B5EF4-FFF2-40B4-BE49-F238E27FC236}">
                  <a16:creationId xmlns:a16="http://schemas.microsoft.com/office/drawing/2014/main" id="{8977CD39-1725-44CF-9B37-70ED04D27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223"/>
              <a:ext cx="6" cy="6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24 h 3"/>
                <a:gd name="T4" fmla="*/ 16 w 3"/>
                <a:gd name="T5" fmla="*/ 8 h 3"/>
                <a:gd name="T6" fmla="*/ 0 w 3"/>
                <a:gd name="T7" fmla="*/ 8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8" name="Freeform 5815">
              <a:extLst>
                <a:ext uri="{FF2B5EF4-FFF2-40B4-BE49-F238E27FC236}">
                  <a16:creationId xmlns:a16="http://schemas.microsoft.com/office/drawing/2014/main" id="{4068B1E9-FB28-4578-8183-6A08EDB59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223"/>
              <a:ext cx="8" cy="10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24 h 5"/>
                <a:gd name="T4" fmla="*/ 32 w 4"/>
                <a:gd name="T5" fmla="*/ 40 h 5"/>
                <a:gd name="T6" fmla="*/ 8 w 4"/>
                <a:gd name="T7" fmla="*/ 24 h 5"/>
                <a:gd name="T8" fmla="*/ 0 w 4"/>
                <a:gd name="T9" fmla="*/ 16 h 5"/>
                <a:gd name="T10" fmla="*/ 8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4"/>
                    <a:pt x="3" y="5"/>
                    <a:pt x="4" y="5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9" name="Freeform 5816">
              <a:extLst>
                <a:ext uri="{FF2B5EF4-FFF2-40B4-BE49-F238E27FC236}">
                  <a16:creationId xmlns:a16="http://schemas.microsoft.com/office/drawing/2014/main" id="{228A57FC-1CE3-444B-AD71-C113A7C35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201"/>
              <a:ext cx="6" cy="8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32 h 4"/>
                <a:gd name="T4" fmla="*/ 8 w 3"/>
                <a:gd name="T5" fmla="*/ 24 h 4"/>
                <a:gd name="T6" fmla="*/ 0 w 3"/>
                <a:gd name="T7" fmla="*/ 16 h 4"/>
                <a:gd name="T8" fmla="*/ 0 w 3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3" y="3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0" name="Freeform 5817">
              <a:extLst>
                <a:ext uri="{FF2B5EF4-FFF2-40B4-BE49-F238E27FC236}">
                  <a16:creationId xmlns:a16="http://schemas.microsoft.com/office/drawing/2014/main" id="{6B9EE200-FF39-4297-A355-FDA73B587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193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0 w 4"/>
                <a:gd name="T3" fmla="*/ 16 h 2"/>
                <a:gd name="T4" fmla="*/ 16 w 4"/>
                <a:gd name="T5" fmla="*/ 16 h 2"/>
                <a:gd name="T6" fmla="*/ 24 w 4"/>
                <a:gd name="T7" fmla="*/ 16 h 2"/>
                <a:gd name="T8" fmla="*/ 24 w 4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1" y="0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1" name="Freeform 5818">
              <a:extLst>
                <a:ext uri="{FF2B5EF4-FFF2-40B4-BE49-F238E27FC236}">
                  <a16:creationId xmlns:a16="http://schemas.microsoft.com/office/drawing/2014/main" id="{9718A55C-8899-46E0-8ADF-4A955CD92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193"/>
              <a:ext cx="36" cy="48"/>
            </a:xfrm>
            <a:custGeom>
              <a:avLst/>
              <a:gdLst>
                <a:gd name="T0" fmla="*/ 112 w 18"/>
                <a:gd name="T1" fmla="*/ 152 h 24"/>
                <a:gd name="T2" fmla="*/ 128 w 18"/>
                <a:gd name="T3" fmla="*/ 184 h 24"/>
                <a:gd name="T4" fmla="*/ 112 w 18"/>
                <a:gd name="T5" fmla="*/ 192 h 24"/>
                <a:gd name="T6" fmla="*/ 96 w 18"/>
                <a:gd name="T7" fmla="*/ 184 h 24"/>
                <a:gd name="T8" fmla="*/ 80 w 18"/>
                <a:gd name="T9" fmla="*/ 192 h 24"/>
                <a:gd name="T10" fmla="*/ 56 w 18"/>
                <a:gd name="T11" fmla="*/ 176 h 24"/>
                <a:gd name="T12" fmla="*/ 40 w 18"/>
                <a:gd name="T13" fmla="*/ 144 h 24"/>
                <a:gd name="T14" fmla="*/ 24 w 18"/>
                <a:gd name="T15" fmla="*/ 128 h 24"/>
                <a:gd name="T16" fmla="*/ 16 w 18"/>
                <a:gd name="T17" fmla="*/ 112 h 24"/>
                <a:gd name="T18" fmla="*/ 16 w 18"/>
                <a:gd name="T19" fmla="*/ 80 h 24"/>
                <a:gd name="T20" fmla="*/ 0 w 18"/>
                <a:gd name="T21" fmla="*/ 56 h 24"/>
                <a:gd name="T22" fmla="*/ 40 w 18"/>
                <a:gd name="T23" fmla="*/ 16 h 24"/>
                <a:gd name="T24" fmla="*/ 64 w 18"/>
                <a:gd name="T25" fmla="*/ 8 h 24"/>
                <a:gd name="T26" fmla="*/ 88 w 18"/>
                <a:gd name="T27" fmla="*/ 16 h 24"/>
                <a:gd name="T28" fmla="*/ 112 w 18"/>
                <a:gd name="T29" fmla="*/ 8 h 24"/>
                <a:gd name="T30" fmla="*/ 120 w 18"/>
                <a:gd name="T31" fmla="*/ 24 h 24"/>
                <a:gd name="T32" fmla="*/ 96 w 18"/>
                <a:gd name="T33" fmla="*/ 32 h 24"/>
                <a:gd name="T34" fmla="*/ 112 w 18"/>
                <a:gd name="T35" fmla="*/ 56 h 24"/>
                <a:gd name="T36" fmla="*/ 104 w 18"/>
                <a:gd name="T37" fmla="*/ 72 h 24"/>
                <a:gd name="T38" fmla="*/ 104 w 18"/>
                <a:gd name="T39" fmla="*/ 96 h 24"/>
                <a:gd name="T40" fmla="*/ 104 w 18"/>
                <a:gd name="T41" fmla="*/ 120 h 24"/>
                <a:gd name="T42" fmla="*/ 112 w 18"/>
                <a:gd name="T43" fmla="*/ 152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" h="24">
                  <a:moveTo>
                    <a:pt x="14" y="19"/>
                  </a:moveTo>
                  <a:cubicBezTo>
                    <a:pt x="15" y="21"/>
                    <a:pt x="18" y="20"/>
                    <a:pt x="16" y="23"/>
                  </a:cubicBezTo>
                  <a:cubicBezTo>
                    <a:pt x="16" y="23"/>
                    <a:pt x="15" y="24"/>
                    <a:pt x="14" y="24"/>
                  </a:cubicBezTo>
                  <a:cubicBezTo>
                    <a:pt x="13" y="24"/>
                    <a:pt x="13" y="23"/>
                    <a:pt x="12" y="23"/>
                  </a:cubicBezTo>
                  <a:cubicBezTo>
                    <a:pt x="11" y="22"/>
                    <a:pt x="11" y="24"/>
                    <a:pt x="10" y="24"/>
                  </a:cubicBezTo>
                  <a:cubicBezTo>
                    <a:pt x="9" y="24"/>
                    <a:pt x="8" y="22"/>
                    <a:pt x="7" y="22"/>
                  </a:cubicBezTo>
                  <a:cubicBezTo>
                    <a:pt x="6" y="22"/>
                    <a:pt x="6" y="19"/>
                    <a:pt x="5" y="18"/>
                  </a:cubicBezTo>
                  <a:cubicBezTo>
                    <a:pt x="5" y="17"/>
                    <a:pt x="4" y="17"/>
                    <a:pt x="3" y="16"/>
                  </a:cubicBezTo>
                  <a:cubicBezTo>
                    <a:pt x="2" y="16"/>
                    <a:pt x="2" y="15"/>
                    <a:pt x="2" y="14"/>
                  </a:cubicBezTo>
                  <a:cubicBezTo>
                    <a:pt x="1" y="12"/>
                    <a:pt x="2" y="12"/>
                    <a:pt x="2" y="10"/>
                  </a:cubicBezTo>
                  <a:cubicBezTo>
                    <a:pt x="2" y="9"/>
                    <a:pt x="1" y="9"/>
                    <a:pt x="0" y="7"/>
                  </a:cubicBezTo>
                  <a:cubicBezTo>
                    <a:pt x="0" y="5"/>
                    <a:pt x="3" y="3"/>
                    <a:pt x="5" y="2"/>
                  </a:cubicBezTo>
                  <a:cubicBezTo>
                    <a:pt x="6" y="2"/>
                    <a:pt x="7" y="1"/>
                    <a:pt x="8" y="1"/>
                  </a:cubicBezTo>
                  <a:cubicBezTo>
                    <a:pt x="9" y="0"/>
                    <a:pt x="10" y="1"/>
                    <a:pt x="11" y="2"/>
                  </a:cubicBezTo>
                  <a:cubicBezTo>
                    <a:pt x="13" y="2"/>
                    <a:pt x="12" y="1"/>
                    <a:pt x="14" y="1"/>
                  </a:cubicBezTo>
                  <a:cubicBezTo>
                    <a:pt x="15" y="1"/>
                    <a:pt x="16" y="2"/>
                    <a:pt x="15" y="3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2" y="5"/>
                    <a:pt x="14" y="6"/>
                    <a:pt x="14" y="7"/>
                  </a:cubicBezTo>
                  <a:cubicBezTo>
                    <a:pt x="14" y="8"/>
                    <a:pt x="13" y="8"/>
                    <a:pt x="13" y="9"/>
                  </a:cubicBezTo>
                  <a:cubicBezTo>
                    <a:pt x="12" y="10"/>
                    <a:pt x="13" y="10"/>
                    <a:pt x="13" y="12"/>
                  </a:cubicBezTo>
                  <a:cubicBezTo>
                    <a:pt x="14" y="13"/>
                    <a:pt x="13" y="14"/>
                    <a:pt x="13" y="15"/>
                  </a:cubicBezTo>
                  <a:cubicBezTo>
                    <a:pt x="11" y="17"/>
                    <a:pt x="14" y="17"/>
                    <a:pt x="14" y="1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2" name="Freeform 5819">
              <a:extLst>
                <a:ext uri="{FF2B5EF4-FFF2-40B4-BE49-F238E27FC236}">
                  <a16:creationId xmlns:a16="http://schemas.microsoft.com/office/drawing/2014/main" id="{FBA0F338-7760-43B1-B107-075D49F6D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209"/>
              <a:ext cx="2" cy="6"/>
            </a:xfrm>
            <a:custGeom>
              <a:avLst/>
              <a:gdLst>
                <a:gd name="T0" fmla="*/ 0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3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3" name="Freeform 5820">
              <a:extLst>
                <a:ext uri="{FF2B5EF4-FFF2-40B4-BE49-F238E27FC236}">
                  <a16:creationId xmlns:a16="http://schemas.microsoft.com/office/drawing/2014/main" id="{22996654-95D5-4CA2-B822-0DA6CA68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213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4" name="Freeform 5821">
              <a:extLst>
                <a:ext uri="{FF2B5EF4-FFF2-40B4-BE49-F238E27FC236}">
                  <a16:creationId xmlns:a16="http://schemas.microsoft.com/office/drawing/2014/main" id="{45F19B5F-6B62-46E7-9D10-F37CF7A4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211"/>
              <a:ext cx="4" cy="12"/>
            </a:xfrm>
            <a:custGeom>
              <a:avLst/>
              <a:gdLst>
                <a:gd name="T0" fmla="*/ 16 w 2"/>
                <a:gd name="T1" fmla="*/ 48 h 6"/>
                <a:gd name="T2" fmla="*/ 0 w 2"/>
                <a:gd name="T3" fmla="*/ 24 h 6"/>
                <a:gd name="T4" fmla="*/ 0 w 2"/>
                <a:gd name="T5" fmla="*/ 8 h 6"/>
                <a:gd name="T6" fmla="*/ 8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6"/>
                    <a:pt x="0" y="5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5" name="Freeform 5822">
              <a:extLst>
                <a:ext uri="{FF2B5EF4-FFF2-40B4-BE49-F238E27FC236}">
                  <a16:creationId xmlns:a16="http://schemas.microsoft.com/office/drawing/2014/main" id="{65AB60F6-BDDD-453E-B112-2386A0EC2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237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6" name="Freeform 5823">
              <a:extLst>
                <a:ext uri="{FF2B5EF4-FFF2-40B4-BE49-F238E27FC236}">
                  <a16:creationId xmlns:a16="http://schemas.microsoft.com/office/drawing/2014/main" id="{C71BBD32-D0B3-418F-A86E-30414C31E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481"/>
              <a:ext cx="34" cy="38"/>
            </a:xfrm>
            <a:custGeom>
              <a:avLst/>
              <a:gdLst>
                <a:gd name="T0" fmla="*/ 128 w 17"/>
                <a:gd name="T1" fmla="*/ 88 h 19"/>
                <a:gd name="T2" fmla="*/ 120 w 17"/>
                <a:gd name="T3" fmla="*/ 112 h 19"/>
                <a:gd name="T4" fmla="*/ 112 w 17"/>
                <a:gd name="T5" fmla="*/ 120 h 19"/>
                <a:gd name="T6" fmla="*/ 104 w 17"/>
                <a:gd name="T7" fmla="*/ 136 h 19"/>
                <a:gd name="T8" fmla="*/ 96 w 17"/>
                <a:gd name="T9" fmla="*/ 128 h 19"/>
                <a:gd name="T10" fmla="*/ 80 w 17"/>
                <a:gd name="T11" fmla="*/ 136 h 19"/>
                <a:gd name="T12" fmla="*/ 56 w 17"/>
                <a:gd name="T13" fmla="*/ 144 h 19"/>
                <a:gd name="T14" fmla="*/ 40 w 17"/>
                <a:gd name="T15" fmla="*/ 128 h 19"/>
                <a:gd name="T16" fmla="*/ 24 w 17"/>
                <a:gd name="T17" fmla="*/ 112 h 19"/>
                <a:gd name="T18" fmla="*/ 8 w 17"/>
                <a:gd name="T19" fmla="*/ 88 h 19"/>
                <a:gd name="T20" fmla="*/ 24 w 17"/>
                <a:gd name="T21" fmla="*/ 72 h 19"/>
                <a:gd name="T22" fmla="*/ 8 w 17"/>
                <a:gd name="T23" fmla="*/ 56 h 19"/>
                <a:gd name="T24" fmla="*/ 16 w 17"/>
                <a:gd name="T25" fmla="*/ 32 h 19"/>
                <a:gd name="T26" fmla="*/ 40 w 17"/>
                <a:gd name="T27" fmla="*/ 16 h 19"/>
                <a:gd name="T28" fmla="*/ 72 w 17"/>
                <a:gd name="T29" fmla="*/ 0 h 19"/>
                <a:gd name="T30" fmla="*/ 96 w 17"/>
                <a:gd name="T31" fmla="*/ 0 h 19"/>
                <a:gd name="T32" fmla="*/ 104 w 17"/>
                <a:gd name="T33" fmla="*/ 16 h 19"/>
                <a:gd name="T34" fmla="*/ 120 w 17"/>
                <a:gd name="T35" fmla="*/ 24 h 19"/>
                <a:gd name="T36" fmla="*/ 136 w 17"/>
                <a:gd name="T37" fmla="*/ 40 h 19"/>
                <a:gd name="T38" fmla="*/ 120 w 17"/>
                <a:gd name="T39" fmla="*/ 64 h 19"/>
                <a:gd name="T40" fmla="*/ 128 w 17"/>
                <a:gd name="T41" fmla="*/ 8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6" y="13"/>
                    <a:pt x="16" y="13"/>
                    <a:pt x="15" y="14"/>
                  </a:cubicBezTo>
                  <a:cubicBezTo>
                    <a:pt x="15" y="15"/>
                    <a:pt x="14" y="14"/>
                    <a:pt x="14" y="15"/>
                  </a:cubicBezTo>
                  <a:cubicBezTo>
                    <a:pt x="14" y="15"/>
                    <a:pt x="14" y="17"/>
                    <a:pt x="13" y="17"/>
                  </a:cubicBez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7"/>
                    <a:pt x="10" y="17"/>
                  </a:cubicBezTo>
                  <a:cubicBezTo>
                    <a:pt x="9" y="18"/>
                    <a:pt x="8" y="19"/>
                    <a:pt x="7" y="18"/>
                  </a:cubicBezTo>
                  <a:cubicBezTo>
                    <a:pt x="6" y="17"/>
                    <a:pt x="6" y="16"/>
                    <a:pt x="5" y="16"/>
                  </a:cubicBezTo>
                  <a:cubicBezTo>
                    <a:pt x="3" y="15"/>
                    <a:pt x="3" y="15"/>
                    <a:pt x="3" y="14"/>
                  </a:cubicBezTo>
                  <a:cubicBezTo>
                    <a:pt x="2" y="13"/>
                    <a:pt x="1" y="12"/>
                    <a:pt x="1" y="11"/>
                  </a:cubicBezTo>
                  <a:cubicBezTo>
                    <a:pt x="0" y="10"/>
                    <a:pt x="2" y="10"/>
                    <a:pt x="3" y="9"/>
                  </a:cubicBezTo>
                  <a:cubicBezTo>
                    <a:pt x="3" y="8"/>
                    <a:pt x="1" y="7"/>
                    <a:pt x="1" y="7"/>
                  </a:cubicBezTo>
                  <a:cubicBezTo>
                    <a:pt x="1" y="6"/>
                    <a:pt x="1" y="4"/>
                    <a:pt x="2" y="4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10" y="0"/>
                    <a:pt x="12" y="0"/>
                    <a:pt x="12" y="0"/>
                  </a:cubicBezTo>
                  <a:cubicBezTo>
                    <a:pt x="13" y="1"/>
                    <a:pt x="12" y="2"/>
                    <a:pt x="13" y="2"/>
                  </a:cubicBezTo>
                  <a:cubicBezTo>
                    <a:pt x="13" y="3"/>
                    <a:pt x="14" y="3"/>
                    <a:pt x="15" y="3"/>
                  </a:cubicBezTo>
                  <a:cubicBezTo>
                    <a:pt x="16" y="3"/>
                    <a:pt x="16" y="4"/>
                    <a:pt x="17" y="5"/>
                  </a:cubicBezTo>
                  <a:cubicBezTo>
                    <a:pt x="17" y="7"/>
                    <a:pt x="16" y="7"/>
                    <a:pt x="15" y="8"/>
                  </a:cubicBezTo>
                  <a:cubicBezTo>
                    <a:pt x="15" y="9"/>
                    <a:pt x="16" y="10"/>
                    <a:pt x="16" y="11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7" name="Freeform 5824">
              <a:extLst>
                <a:ext uri="{FF2B5EF4-FFF2-40B4-BE49-F238E27FC236}">
                  <a16:creationId xmlns:a16="http://schemas.microsoft.com/office/drawing/2014/main" id="{E7FF2FB9-ED95-4430-A79F-06F054BDD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85"/>
              <a:ext cx="10" cy="12"/>
            </a:xfrm>
            <a:custGeom>
              <a:avLst/>
              <a:gdLst>
                <a:gd name="T0" fmla="*/ 40 w 5"/>
                <a:gd name="T1" fmla="*/ 0 h 6"/>
                <a:gd name="T2" fmla="*/ 8 w 5"/>
                <a:gd name="T3" fmla="*/ 16 h 6"/>
                <a:gd name="T4" fmla="*/ 16 w 5"/>
                <a:gd name="T5" fmla="*/ 48 h 6"/>
                <a:gd name="T6" fmla="*/ 16 w 5"/>
                <a:gd name="T7" fmla="*/ 24 h 6"/>
                <a:gd name="T8" fmla="*/ 32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4" y="1"/>
                    <a:pt x="2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8" name="Freeform 5825">
              <a:extLst>
                <a:ext uri="{FF2B5EF4-FFF2-40B4-BE49-F238E27FC236}">
                  <a16:creationId xmlns:a16="http://schemas.microsoft.com/office/drawing/2014/main" id="{85C85EC8-C459-4677-83B5-2C63ADA91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99"/>
              <a:ext cx="6" cy="10"/>
            </a:xfrm>
            <a:custGeom>
              <a:avLst/>
              <a:gdLst>
                <a:gd name="T0" fmla="*/ 16 w 3"/>
                <a:gd name="T1" fmla="*/ 0 h 5"/>
                <a:gd name="T2" fmla="*/ 0 w 3"/>
                <a:gd name="T3" fmla="*/ 24 h 5"/>
                <a:gd name="T4" fmla="*/ 16 w 3"/>
                <a:gd name="T5" fmla="*/ 40 h 5"/>
                <a:gd name="T6" fmla="*/ 8 w 3"/>
                <a:gd name="T7" fmla="*/ 16 h 5"/>
                <a:gd name="T8" fmla="*/ 16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1"/>
                    <a:pt x="0" y="1"/>
                    <a:pt x="0" y="3"/>
                  </a:cubicBezTo>
                  <a:cubicBezTo>
                    <a:pt x="1" y="3"/>
                    <a:pt x="2" y="4"/>
                    <a:pt x="2" y="5"/>
                  </a:cubicBezTo>
                  <a:cubicBezTo>
                    <a:pt x="2" y="4"/>
                    <a:pt x="2" y="3"/>
                    <a:pt x="1" y="2"/>
                  </a:cubicBezTo>
                  <a:cubicBezTo>
                    <a:pt x="1" y="2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9" name="Freeform 5826">
              <a:extLst>
                <a:ext uri="{FF2B5EF4-FFF2-40B4-BE49-F238E27FC236}">
                  <a16:creationId xmlns:a16="http://schemas.microsoft.com/office/drawing/2014/main" id="{976DDE93-E706-4EAA-A3C7-2E34ADDF1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509"/>
              <a:ext cx="18" cy="10"/>
            </a:xfrm>
            <a:custGeom>
              <a:avLst/>
              <a:gdLst>
                <a:gd name="T0" fmla="*/ 72 w 9"/>
                <a:gd name="T1" fmla="*/ 16 h 5"/>
                <a:gd name="T2" fmla="*/ 32 w 9"/>
                <a:gd name="T3" fmla="*/ 24 h 5"/>
                <a:gd name="T4" fmla="*/ 16 w 9"/>
                <a:gd name="T5" fmla="*/ 16 h 5"/>
                <a:gd name="T6" fmla="*/ 0 w 9"/>
                <a:gd name="T7" fmla="*/ 0 h 5"/>
                <a:gd name="T8" fmla="*/ 24 w 9"/>
                <a:gd name="T9" fmla="*/ 8 h 5"/>
                <a:gd name="T10" fmla="*/ 32 w 9"/>
                <a:gd name="T11" fmla="*/ 16 h 5"/>
                <a:gd name="T12" fmla="*/ 40 w 9"/>
                <a:gd name="T13" fmla="*/ 16 h 5"/>
                <a:gd name="T14" fmla="*/ 64 w 9"/>
                <a:gd name="T15" fmla="*/ 8 h 5"/>
                <a:gd name="T16" fmla="*/ 72 w 9"/>
                <a:gd name="T17" fmla="*/ 16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5">
                  <a:moveTo>
                    <a:pt x="9" y="2"/>
                  </a:moveTo>
                  <a:cubicBezTo>
                    <a:pt x="8" y="1"/>
                    <a:pt x="6" y="5"/>
                    <a:pt x="4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2" y="1"/>
                    <a:pt x="3" y="1"/>
                  </a:cubicBezTo>
                  <a:cubicBezTo>
                    <a:pt x="3" y="1"/>
                    <a:pt x="3" y="1"/>
                    <a:pt x="4" y="2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6" y="3"/>
                    <a:pt x="6" y="1"/>
                    <a:pt x="8" y="1"/>
                  </a:cubicBezTo>
                  <a:cubicBezTo>
                    <a:pt x="8" y="1"/>
                    <a:pt x="9" y="2"/>
                    <a:pt x="9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0" name="Freeform 5827">
              <a:extLst>
                <a:ext uri="{FF2B5EF4-FFF2-40B4-BE49-F238E27FC236}">
                  <a16:creationId xmlns:a16="http://schemas.microsoft.com/office/drawing/2014/main" id="{75FC7A52-0B19-4039-9A0F-F066D6807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89"/>
              <a:ext cx="4" cy="10"/>
            </a:xfrm>
            <a:custGeom>
              <a:avLst/>
              <a:gdLst>
                <a:gd name="T0" fmla="*/ 16 w 2"/>
                <a:gd name="T1" fmla="*/ 8 h 5"/>
                <a:gd name="T2" fmla="*/ 8 w 2"/>
                <a:gd name="T3" fmla="*/ 24 h 5"/>
                <a:gd name="T4" fmla="*/ 8 w 2"/>
                <a:gd name="T5" fmla="*/ 40 h 5"/>
                <a:gd name="T6" fmla="*/ 0 w 2"/>
                <a:gd name="T7" fmla="*/ 16 h 5"/>
                <a:gd name="T8" fmla="*/ 16 w 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1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1" name="Freeform 5828">
              <a:extLst>
                <a:ext uri="{FF2B5EF4-FFF2-40B4-BE49-F238E27FC236}">
                  <a16:creationId xmlns:a16="http://schemas.microsoft.com/office/drawing/2014/main" id="{F415CA4A-DA7F-4D52-BDD8-D2F140195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483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2" name="Freeform 5829">
              <a:extLst>
                <a:ext uri="{FF2B5EF4-FFF2-40B4-BE49-F238E27FC236}">
                  <a16:creationId xmlns:a16="http://schemas.microsoft.com/office/drawing/2014/main" id="{71F40B9A-B0CA-40FF-8576-FA9B306CF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501"/>
              <a:ext cx="6" cy="6"/>
            </a:xfrm>
            <a:custGeom>
              <a:avLst/>
              <a:gdLst>
                <a:gd name="T0" fmla="*/ 16 w 3"/>
                <a:gd name="T1" fmla="*/ 8 h 3"/>
                <a:gd name="T2" fmla="*/ 8 w 3"/>
                <a:gd name="T3" fmla="*/ 16 h 3"/>
                <a:gd name="T4" fmla="*/ 0 w 3"/>
                <a:gd name="T5" fmla="*/ 24 h 3"/>
                <a:gd name="T6" fmla="*/ 16 w 3"/>
                <a:gd name="T7" fmla="*/ 16 h 3"/>
                <a:gd name="T8" fmla="*/ 16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2" y="2"/>
                    <a:pt x="2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3" name="Freeform 5830">
              <a:extLst>
                <a:ext uri="{FF2B5EF4-FFF2-40B4-BE49-F238E27FC236}">
                  <a16:creationId xmlns:a16="http://schemas.microsoft.com/office/drawing/2014/main" id="{1DC59FAA-F423-45FD-9E6F-055681F3F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513"/>
              <a:ext cx="12" cy="4"/>
            </a:xfrm>
            <a:custGeom>
              <a:avLst/>
              <a:gdLst>
                <a:gd name="T0" fmla="*/ 40 w 6"/>
                <a:gd name="T1" fmla="*/ 0 h 2"/>
                <a:gd name="T2" fmla="*/ 24 w 6"/>
                <a:gd name="T3" fmla="*/ 16 h 2"/>
                <a:gd name="T4" fmla="*/ 16 w 6"/>
                <a:gd name="T5" fmla="*/ 8 h 2"/>
                <a:gd name="T6" fmla="*/ 0 w 6"/>
                <a:gd name="T7" fmla="*/ 0 h 2"/>
                <a:gd name="T8" fmla="*/ 24 w 6"/>
                <a:gd name="T9" fmla="*/ 8 h 2"/>
                <a:gd name="T10" fmla="*/ 48 w 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">
                  <a:moveTo>
                    <a:pt x="5" y="0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4" name="Freeform 5831">
              <a:extLst>
                <a:ext uri="{FF2B5EF4-FFF2-40B4-BE49-F238E27FC236}">
                  <a16:creationId xmlns:a16="http://schemas.microsoft.com/office/drawing/2014/main" id="{24F6AD8C-AD7D-4834-A4AA-50F89BB64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99"/>
              <a:ext cx="6" cy="4"/>
            </a:xfrm>
            <a:custGeom>
              <a:avLst/>
              <a:gdLst>
                <a:gd name="T0" fmla="*/ 16 w 3"/>
                <a:gd name="T1" fmla="*/ 0 h 2"/>
                <a:gd name="T2" fmla="*/ 8 w 3"/>
                <a:gd name="T3" fmla="*/ 16 h 2"/>
                <a:gd name="T4" fmla="*/ 0 w 3"/>
                <a:gd name="T5" fmla="*/ 16 h 2"/>
                <a:gd name="T6" fmla="*/ 8 w 3"/>
                <a:gd name="T7" fmla="*/ 16 h 2"/>
                <a:gd name="T8" fmla="*/ 16 w 3"/>
                <a:gd name="T9" fmla="*/ 16 h 2"/>
                <a:gd name="T10" fmla="*/ 16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0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5" name="Freeform 5832">
              <a:extLst>
                <a:ext uri="{FF2B5EF4-FFF2-40B4-BE49-F238E27FC236}">
                  <a16:creationId xmlns:a16="http://schemas.microsoft.com/office/drawing/2014/main" id="{1AE78084-1450-4DB5-9357-A76CC584E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489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8 h 3"/>
                <a:gd name="T4" fmla="*/ 8 w 1"/>
                <a:gd name="T5" fmla="*/ 24 h 3"/>
                <a:gd name="T6" fmla="*/ 0 w 1"/>
                <a:gd name="T7" fmla="*/ 16 h 3"/>
                <a:gd name="T8" fmla="*/ 8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6" name="Freeform 5833">
              <a:extLst>
                <a:ext uri="{FF2B5EF4-FFF2-40B4-BE49-F238E27FC236}">
                  <a16:creationId xmlns:a16="http://schemas.microsoft.com/office/drawing/2014/main" id="{CDB11B52-A88F-4B40-980B-62A0C161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85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16 w 4"/>
                <a:gd name="T3" fmla="*/ 8 h 2"/>
                <a:gd name="T4" fmla="*/ 0 w 4"/>
                <a:gd name="T5" fmla="*/ 0 h 2"/>
                <a:gd name="T6" fmla="*/ 16 w 4"/>
                <a:gd name="T7" fmla="*/ 16 h 2"/>
                <a:gd name="T8" fmla="*/ 32 w 4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1"/>
                    <a:pt x="1" y="1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7" name="Freeform 5834">
              <a:extLst>
                <a:ext uri="{FF2B5EF4-FFF2-40B4-BE49-F238E27FC236}">
                  <a16:creationId xmlns:a16="http://schemas.microsoft.com/office/drawing/2014/main" id="{8D7DE07A-0347-4FAD-8E81-920D2693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481"/>
              <a:ext cx="34" cy="38"/>
            </a:xfrm>
            <a:custGeom>
              <a:avLst/>
              <a:gdLst>
                <a:gd name="T0" fmla="*/ 128 w 17"/>
                <a:gd name="T1" fmla="*/ 88 h 19"/>
                <a:gd name="T2" fmla="*/ 120 w 17"/>
                <a:gd name="T3" fmla="*/ 112 h 19"/>
                <a:gd name="T4" fmla="*/ 112 w 17"/>
                <a:gd name="T5" fmla="*/ 120 h 19"/>
                <a:gd name="T6" fmla="*/ 104 w 17"/>
                <a:gd name="T7" fmla="*/ 136 h 19"/>
                <a:gd name="T8" fmla="*/ 96 w 17"/>
                <a:gd name="T9" fmla="*/ 128 h 19"/>
                <a:gd name="T10" fmla="*/ 80 w 17"/>
                <a:gd name="T11" fmla="*/ 136 h 19"/>
                <a:gd name="T12" fmla="*/ 56 w 17"/>
                <a:gd name="T13" fmla="*/ 144 h 19"/>
                <a:gd name="T14" fmla="*/ 40 w 17"/>
                <a:gd name="T15" fmla="*/ 128 h 19"/>
                <a:gd name="T16" fmla="*/ 24 w 17"/>
                <a:gd name="T17" fmla="*/ 112 h 19"/>
                <a:gd name="T18" fmla="*/ 8 w 17"/>
                <a:gd name="T19" fmla="*/ 88 h 19"/>
                <a:gd name="T20" fmla="*/ 24 w 17"/>
                <a:gd name="T21" fmla="*/ 72 h 19"/>
                <a:gd name="T22" fmla="*/ 8 w 17"/>
                <a:gd name="T23" fmla="*/ 56 h 19"/>
                <a:gd name="T24" fmla="*/ 16 w 17"/>
                <a:gd name="T25" fmla="*/ 32 h 19"/>
                <a:gd name="T26" fmla="*/ 40 w 17"/>
                <a:gd name="T27" fmla="*/ 16 h 19"/>
                <a:gd name="T28" fmla="*/ 72 w 17"/>
                <a:gd name="T29" fmla="*/ 0 h 19"/>
                <a:gd name="T30" fmla="*/ 96 w 17"/>
                <a:gd name="T31" fmla="*/ 0 h 19"/>
                <a:gd name="T32" fmla="*/ 104 w 17"/>
                <a:gd name="T33" fmla="*/ 16 h 19"/>
                <a:gd name="T34" fmla="*/ 120 w 17"/>
                <a:gd name="T35" fmla="*/ 24 h 19"/>
                <a:gd name="T36" fmla="*/ 136 w 17"/>
                <a:gd name="T37" fmla="*/ 40 h 19"/>
                <a:gd name="T38" fmla="*/ 120 w 17"/>
                <a:gd name="T39" fmla="*/ 64 h 19"/>
                <a:gd name="T40" fmla="*/ 128 w 17"/>
                <a:gd name="T41" fmla="*/ 8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6" y="13"/>
                    <a:pt x="16" y="13"/>
                    <a:pt x="15" y="14"/>
                  </a:cubicBezTo>
                  <a:cubicBezTo>
                    <a:pt x="15" y="15"/>
                    <a:pt x="14" y="14"/>
                    <a:pt x="14" y="15"/>
                  </a:cubicBezTo>
                  <a:cubicBezTo>
                    <a:pt x="14" y="15"/>
                    <a:pt x="14" y="17"/>
                    <a:pt x="13" y="17"/>
                  </a:cubicBez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7"/>
                    <a:pt x="10" y="17"/>
                  </a:cubicBezTo>
                  <a:cubicBezTo>
                    <a:pt x="9" y="18"/>
                    <a:pt x="8" y="19"/>
                    <a:pt x="7" y="18"/>
                  </a:cubicBezTo>
                  <a:cubicBezTo>
                    <a:pt x="6" y="17"/>
                    <a:pt x="6" y="16"/>
                    <a:pt x="5" y="16"/>
                  </a:cubicBezTo>
                  <a:cubicBezTo>
                    <a:pt x="3" y="15"/>
                    <a:pt x="3" y="15"/>
                    <a:pt x="3" y="14"/>
                  </a:cubicBezTo>
                  <a:cubicBezTo>
                    <a:pt x="2" y="13"/>
                    <a:pt x="1" y="12"/>
                    <a:pt x="1" y="11"/>
                  </a:cubicBezTo>
                  <a:cubicBezTo>
                    <a:pt x="0" y="10"/>
                    <a:pt x="2" y="10"/>
                    <a:pt x="3" y="9"/>
                  </a:cubicBezTo>
                  <a:cubicBezTo>
                    <a:pt x="3" y="8"/>
                    <a:pt x="1" y="7"/>
                    <a:pt x="1" y="7"/>
                  </a:cubicBezTo>
                  <a:cubicBezTo>
                    <a:pt x="1" y="6"/>
                    <a:pt x="1" y="4"/>
                    <a:pt x="2" y="4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10" y="0"/>
                    <a:pt x="12" y="0"/>
                    <a:pt x="12" y="0"/>
                  </a:cubicBezTo>
                  <a:cubicBezTo>
                    <a:pt x="13" y="1"/>
                    <a:pt x="12" y="2"/>
                    <a:pt x="13" y="2"/>
                  </a:cubicBezTo>
                  <a:cubicBezTo>
                    <a:pt x="13" y="3"/>
                    <a:pt x="14" y="3"/>
                    <a:pt x="15" y="3"/>
                  </a:cubicBezTo>
                  <a:cubicBezTo>
                    <a:pt x="16" y="3"/>
                    <a:pt x="16" y="4"/>
                    <a:pt x="17" y="5"/>
                  </a:cubicBezTo>
                  <a:cubicBezTo>
                    <a:pt x="17" y="7"/>
                    <a:pt x="16" y="7"/>
                    <a:pt x="15" y="8"/>
                  </a:cubicBezTo>
                  <a:cubicBezTo>
                    <a:pt x="15" y="9"/>
                    <a:pt x="16" y="10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8" name="Freeform 5835">
              <a:extLst>
                <a:ext uri="{FF2B5EF4-FFF2-40B4-BE49-F238E27FC236}">
                  <a16:creationId xmlns:a16="http://schemas.microsoft.com/office/drawing/2014/main" id="{E8278B05-E738-4332-93B4-AF39FC357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497"/>
              <a:ext cx="2" cy="6"/>
            </a:xfrm>
            <a:custGeom>
              <a:avLst/>
              <a:gdLst>
                <a:gd name="T0" fmla="*/ 8 w 1"/>
                <a:gd name="T1" fmla="*/ 24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9" name="Freeform 5836">
              <a:extLst>
                <a:ext uri="{FF2B5EF4-FFF2-40B4-BE49-F238E27FC236}">
                  <a16:creationId xmlns:a16="http://schemas.microsoft.com/office/drawing/2014/main" id="{92C2555B-7C3F-4D2E-AC43-7A7A83773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501"/>
              <a:ext cx="6" cy="6"/>
            </a:xfrm>
            <a:custGeom>
              <a:avLst/>
              <a:gdLst>
                <a:gd name="T0" fmla="*/ 0 w 3"/>
                <a:gd name="T1" fmla="*/ 24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0" name="Freeform 5837">
              <a:extLst>
                <a:ext uri="{FF2B5EF4-FFF2-40B4-BE49-F238E27FC236}">
                  <a16:creationId xmlns:a16="http://schemas.microsoft.com/office/drawing/2014/main" id="{DD7660C1-0B1F-49D9-91E9-6E9C522C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483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1" name="Freeform 5838">
              <a:extLst>
                <a:ext uri="{FF2B5EF4-FFF2-40B4-BE49-F238E27FC236}">
                  <a16:creationId xmlns:a16="http://schemas.microsoft.com/office/drawing/2014/main" id="{48B85E02-37FA-4152-B445-8B6A6872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671"/>
              <a:ext cx="34" cy="38"/>
            </a:xfrm>
            <a:custGeom>
              <a:avLst/>
              <a:gdLst>
                <a:gd name="T0" fmla="*/ 128 w 17"/>
                <a:gd name="T1" fmla="*/ 88 h 19"/>
                <a:gd name="T2" fmla="*/ 128 w 17"/>
                <a:gd name="T3" fmla="*/ 112 h 19"/>
                <a:gd name="T4" fmla="*/ 120 w 17"/>
                <a:gd name="T5" fmla="*/ 112 h 19"/>
                <a:gd name="T6" fmla="*/ 112 w 17"/>
                <a:gd name="T7" fmla="*/ 128 h 19"/>
                <a:gd name="T8" fmla="*/ 104 w 17"/>
                <a:gd name="T9" fmla="*/ 128 h 19"/>
                <a:gd name="T10" fmla="*/ 96 w 17"/>
                <a:gd name="T11" fmla="*/ 144 h 19"/>
                <a:gd name="T12" fmla="*/ 72 w 17"/>
                <a:gd name="T13" fmla="*/ 152 h 19"/>
                <a:gd name="T14" fmla="*/ 48 w 17"/>
                <a:gd name="T15" fmla="*/ 136 h 19"/>
                <a:gd name="T16" fmla="*/ 32 w 17"/>
                <a:gd name="T17" fmla="*/ 128 h 19"/>
                <a:gd name="T18" fmla="*/ 8 w 17"/>
                <a:gd name="T19" fmla="*/ 104 h 19"/>
                <a:gd name="T20" fmla="*/ 24 w 17"/>
                <a:gd name="T21" fmla="*/ 88 h 19"/>
                <a:gd name="T22" fmla="*/ 8 w 17"/>
                <a:gd name="T23" fmla="*/ 72 h 19"/>
                <a:gd name="T24" fmla="*/ 8 w 17"/>
                <a:gd name="T25" fmla="*/ 48 h 19"/>
                <a:gd name="T26" fmla="*/ 32 w 17"/>
                <a:gd name="T27" fmla="*/ 24 h 19"/>
                <a:gd name="T28" fmla="*/ 56 w 17"/>
                <a:gd name="T29" fmla="*/ 8 h 19"/>
                <a:gd name="T30" fmla="*/ 88 w 17"/>
                <a:gd name="T31" fmla="*/ 8 h 19"/>
                <a:gd name="T32" fmla="*/ 96 w 17"/>
                <a:gd name="T33" fmla="*/ 24 h 19"/>
                <a:gd name="T34" fmla="*/ 112 w 17"/>
                <a:gd name="T35" fmla="*/ 24 h 19"/>
                <a:gd name="T36" fmla="*/ 128 w 17"/>
                <a:gd name="T37" fmla="*/ 40 h 19"/>
                <a:gd name="T38" fmla="*/ 120 w 17"/>
                <a:gd name="T39" fmla="*/ 64 h 19"/>
                <a:gd name="T40" fmla="*/ 128 w 17"/>
                <a:gd name="T41" fmla="*/ 8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7" y="12"/>
                    <a:pt x="17" y="13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5"/>
                    <a:pt x="16" y="16"/>
                    <a:pt x="14" y="16"/>
                  </a:cubicBezTo>
                  <a:cubicBezTo>
                    <a:pt x="14" y="17"/>
                    <a:pt x="13" y="16"/>
                    <a:pt x="13" y="16"/>
                  </a:cubicBezTo>
                  <a:cubicBezTo>
                    <a:pt x="12" y="16"/>
                    <a:pt x="12" y="17"/>
                    <a:pt x="12" y="18"/>
                  </a:cubicBezTo>
                  <a:cubicBezTo>
                    <a:pt x="11" y="19"/>
                    <a:pt x="10" y="19"/>
                    <a:pt x="9" y="19"/>
                  </a:cubicBezTo>
                  <a:cubicBezTo>
                    <a:pt x="8" y="18"/>
                    <a:pt x="7" y="18"/>
                    <a:pt x="6" y="17"/>
                  </a:cubicBezTo>
                  <a:cubicBezTo>
                    <a:pt x="4" y="17"/>
                    <a:pt x="4" y="17"/>
                    <a:pt x="4" y="16"/>
                  </a:cubicBezTo>
                  <a:cubicBezTo>
                    <a:pt x="3" y="15"/>
                    <a:pt x="2" y="14"/>
                    <a:pt x="1" y="13"/>
                  </a:cubicBezTo>
                  <a:cubicBezTo>
                    <a:pt x="1" y="12"/>
                    <a:pt x="3" y="12"/>
                    <a:pt x="3" y="11"/>
                  </a:cubicBezTo>
                  <a:cubicBezTo>
                    <a:pt x="3" y="9"/>
                    <a:pt x="1" y="9"/>
                    <a:pt x="1" y="9"/>
                  </a:cubicBezTo>
                  <a:cubicBezTo>
                    <a:pt x="0" y="8"/>
                    <a:pt x="1" y="6"/>
                    <a:pt x="1" y="6"/>
                  </a:cubicBezTo>
                  <a:cubicBezTo>
                    <a:pt x="2" y="5"/>
                    <a:pt x="3" y="4"/>
                    <a:pt x="4" y="3"/>
                  </a:cubicBezTo>
                  <a:cubicBezTo>
                    <a:pt x="5" y="2"/>
                    <a:pt x="6" y="1"/>
                    <a:pt x="7" y="1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1" y="1"/>
                    <a:pt x="11" y="2"/>
                    <a:pt x="12" y="3"/>
                  </a:cubicBezTo>
                  <a:cubicBezTo>
                    <a:pt x="12" y="3"/>
                    <a:pt x="13" y="3"/>
                    <a:pt x="14" y="3"/>
                  </a:cubicBez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10"/>
                    <a:pt x="16" y="11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2" name="Freeform 5839">
              <a:extLst>
                <a:ext uri="{FF2B5EF4-FFF2-40B4-BE49-F238E27FC236}">
                  <a16:creationId xmlns:a16="http://schemas.microsoft.com/office/drawing/2014/main" id="{CB12FDEB-2B4F-4445-9E3C-B74417C2F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677"/>
              <a:ext cx="8" cy="12"/>
            </a:xfrm>
            <a:custGeom>
              <a:avLst/>
              <a:gdLst>
                <a:gd name="T0" fmla="*/ 32 w 4"/>
                <a:gd name="T1" fmla="*/ 0 h 6"/>
                <a:gd name="T2" fmla="*/ 8 w 4"/>
                <a:gd name="T3" fmla="*/ 24 h 6"/>
                <a:gd name="T4" fmla="*/ 16 w 4"/>
                <a:gd name="T5" fmla="*/ 48 h 6"/>
                <a:gd name="T6" fmla="*/ 16 w 4"/>
                <a:gd name="T7" fmla="*/ 32 h 6"/>
                <a:gd name="T8" fmla="*/ 24 w 4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1" y="2"/>
                    <a:pt x="1" y="3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2" y="5"/>
                    <a:pt x="1" y="5"/>
                    <a:pt x="2" y="4"/>
                  </a:cubicBezTo>
                  <a:cubicBezTo>
                    <a:pt x="2" y="3"/>
                    <a:pt x="3" y="2"/>
                    <a:pt x="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3" name="Freeform 5840">
              <a:extLst>
                <a:ext uri="{FF2B5EF4-FFF2-40B4-BE49-F238E27FC236}">
                  <a16:creationId xmlns:a16="http://schemas.microsoft.com/office/drawing/2014/main" id="{D7FFA303-91F7-41F0-BA8E-D75C02554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693"/>
              <a:ext cx="6" cy="10"/>
            </a:xfrm>
            <a:custGeom>
              <a:avLst/>
              <a:gdLst>
                <a:gd name="T0" fmla="*/ 24 w 3"/>
                <a:gd name="T1" fmla="*/ 0 h 5"/>
                <a:gd name="T2" fmla="*/ 8 w 3"/>
                <a:gd name="T3" fmla="*/ 16 h 5"/>
                <a:gd name="T4" fmla="*/ 24 w 3"/>
                <a:gd name="T5" fmla="*/ 40 h 5"/>
                <a:gd name="T6" fmla="*/ 16 w 3"/>
                <a:gd name="T7" fmla="*/ 16 h 5"/>
                <a:gd name="T8" fmla="*/ 24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1"/>
                    <a:pt x="0" y="1"/>
                    <a:pt x="1" y="2"/>
                  </a:cubicBezTo>
                  <a:cubicBezTo>
                    <a:pt x="2" y="3"/>
                    <a:pt x="3" y="4"/>
                    <a:pt x="3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4" name="Freeform 5841">
              <a:extLst>
                <a:ext uri="{FF2B5EF4-FFF2-40B4-BE49-F238E27FC236}">
                  <a16:creationId xmlns:a16="http://schemas.microsoft.com/office/drawing/2014/main" id="{84EDC245-248F-4F88-8BE0-A362A83CE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701"/>
              <a:ext cx="20" cy="10"/>
            </a:xfrm>
            <a:custGeom>
              <a:avLst/>
              <a:gdLst>
                <a:gd name="T0" fmla="*/ 80 w 10"/>
                <a:gd name="T1" fmla="*/ 8 h 5"/>
                <a:gd name="T2" fmla="*/ 40 w 10"/>
                <a:gd name="T3" fmla="*/ 24 h 5"/>
                <a:gd name="T4" fmla="*/ 16 w 10"/>
                <a:gd name="T5" fmla="*/ 16 h 5"/>
                <a:gd name="T6" fmla="*/ 0 w 10"/>
                <a:gd name="T7" fmla="*/ 0 h 5"/>
                <a:gd name="T8" fmla="*/ 24 w 10"/>
                <a:gd name="T9" fmla="*/ 8 h 5"/>
                <a:gd name="T10" fmla="*/ 32 w 10"/>
                <a:gd name="T11" fmla="*/ 16 h 5"/>
                <a:gd name="T12" fmla="*/ 40 w 10"/>
                <a:gd name="T13" fmla="*/ 16 h 5"/>
                <a:gd name="T14" fmla="*/ 64 w 10"/>
                <a:gd name="T15" fmla="*/ 8 h 5"/>
                <a:gd name="T16" fmla="*/ 72 w 10"/>
                <a:gd name="T17" fmla="*/ 8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">
                  <a:moveTo>
                    <a:pt x="10" y="1"/>
                  </a:moveTo>
                  <a:cubicBezTo>
                    <a:pt x="8" y="0"/>
                    <a:pt x="7" y="5"/>
                    <a:pt x="5" y="3"/>
                  </a:cubicBezTo>
                  <a:cubicBezTo>
                    <a:pt x="4" y="3"/>
                    <a:pt x="3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7" y="1"/>
                    <a:pt x="8" y="1"/>
                  </a:cubicBezTo>
                  <a:cubicBezTo>
                    <a:pt x="8" y="0"/>
                    <a:pt x="9" y="1"/>
                    <a:pt x="9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5" name="Freeform 5842">
              <a:extLst>
                <a:ext uri="{FF2B5EF4-FFF2-40B4-BE49-F238E27FC236}">
                  <a16:creationId xmlns:a16="http://schemas.microsoft.com/office/drawing/2014/main" id="{B91155DE-E1F6-40FF-9840-C70E0B30C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679"/>
              <a:ext cx="4" cy="8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16 h 4"/>
                <a:gd name="T4" fmla="*/ 8 w 2"/>
                <a:gd name="T5" fmla="*/ 32 h 4"/>
                <a:gd name="T6" fmla="*/ 0 w 2"/>
                <a:gd name="T7" fmla="*/ 16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6" name="Freeform 5843">
              <a:extLst>
                <a:ext uri="{FF2B5EF4-FFF2-40B4-BE49-F238E27FC236}">
                  <a16:creationId xmlns:a16="http://schemas.microsoft.com/office/drawing/2014/main" id="{82F1A513-3772-4D05-B996-0F6213BBE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673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7" name="Freeform 5844">
              <a:extLst>
                <a:ext uri="{FF2B5EF4-FFF2-40B4-BE49-F238E27FC236}">
                  <a16:creationId xmlns:a16="http://schemas.microsoft.com/office/drawing/2014/main" id="{A7CC0F63-FB42-4493-BC7C-51BDACCC4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91"/>
              <a:ext cx="6" cy="6"/>
            </a:xfrm>
            <a:custGeom>
              <a:avLst/>
              <a:gdLst>
                <a:gd name="T0" fmla="*/ 16 w 3"/>
                <a:gd name="T1" fmla="*/ 0 h 3"/>
                <a:gd name="T2" fmla="*/ 16 w 3"/>
                <a:gd name="T3" fmla="*/ 16 h 3"/>
                <a:gd name="T4" fmla="*/ 0 w 3"/>
                <a:gd name="T5" fmla="*/ 24 h 3"/>
                <a:gd name="T6" fmla="*/ 24 w 3"/>
                <a:gd name="T7" fmla="*/ 16 h 3"/>
                <a:gd name="T8" fmla="*/ 24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8" name="Freeform 5845">
              <a:extLst>
                <a:ext uri="{FF2B5EF4-FFF2-40B4-BE49-F238E27FC236}">
                  <a16:creationId xmlns:a16="http://schemas.microsoft.com/office/drawing/2014/main" id="{3DD1B40D-B34B-4FD2-A199-82FA72388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705"/>
              <a:ext cx="10" cy="2"/>
            </a:xfrm>
            <a:custGeom>
              <a:avLst/>
              <a:gdLst>
                <a:gd name="T0" fmla="*/ 40 w 5"/>
                <a:gd name="T1" fmla="*/ 0 h 1"/>
                <a:gd name="T2" fmla="*/ 24 w 5"/>
                <a:gd name="T3" fmla="*/ 8 h 1"/>
                <a:gd name="T4" fmla="*/ 8 w 5"/>
                <a:gd name="T5" fmla="*/ 8 h 1"/>
                <a:gd name="T6" fmla="*/ 0 w 5"/>
                <a:gd name="T7" fmla="*/ 0 h 1"/>
                <a:gd name="T8" fmla="*/ 24 w 5"/>
                <a:gd name="T9" fmla="*/ 8 h 1"/>
                <a:gd name="T10" fmla="*/ 40 w 5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0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9" name="Freeform 5846">
              <a:extLst>
                <a:ext uri="{FF2B5EF4-FFF2-40B4-BE49-F238E27FC236}">
                  <a16:creationId xmlns:a16="http://schemas.microsoft.com/office/drawing/2014/main" id="{0B72F51B-B76C-4ED1-B9CE-F675AF99E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693"/>
              <a:ext cx="6" cy="4"/>
            </a:xfrm>
            <a:custGeom>
              <a:avLst/>
              <a:gdLst>
                <a:gd name="T0" fmla="*/ 16 w 3"/>
                <a:gd name="T1" fmla="*/ 0 h 2"/>
                <a:gd name="T2" fmla="*/ 8 w 3"/>
                <a:gd name="T3" fmla="*/ 16 h 2"/>
                <a:gd name="T4" fmla="*/ 8 w 3"/>
                <a:gd name="T5" fmla="*/ 16 h 2"/>
                <a:gd name="T6" fmla="*/ 8 w 3"/>
                <a:gd name="T7" fmla="*/ 16 h 2"/>
                <a:gd name="T8" fmla="*/ 24 w 3"/>
                <a:gd name="T9" fmla="*/ 8 h 2"/>
                <a:gd name="T10" fmla="*/ 24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0" name="Freeform 5847">
              <a:extLst>
                <a:ext uri="{FF2B5EF4-FFF2-40B4-BE49-F238E27FC236}">
                  <a16:creationId xmlns:a16="http://schemas.microsoft.com/office/drawing/2014/main" id="{567B9054-960D-49BD-B43F-B9E0B435F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681"/>
              <a:ext cx="4" cy="8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16 h 4"/>
                <a:gd name="T4" fmla="*/ 16 w 2"/>
                <a:gd name="T5" fmla="*/ 32 h 4"/>
                <a:gd name="T6" fmla="*/ 8 w 2"/>
                <a:gd name="T7" fmla="*/ 24 h 4"/>
                <a:gd name="T8" fmla="*/ 8 w 2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1" name="Freeform 5848">
              <a:extLst>
                <a:ext uri="{FF2B5EF4-FFF2-40B4-BE49-F238E27FC236}">
                  <a16:creationId xmlns:a16="http://schemas.microsoft.com/office/drawing/2014/main" id="{83E4A0D9-9D29-46F9-A0DF-FB17C2E85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675"/>
              <a:ext cx="8" cy="4"/>
            </a:xfrm>
            <a:custGeom>
              <a:avLst/>
              <a:gdLst>
                <a:gd name="T0" fmla="*/ 32 w 4"/>
                <a:gd name="T1" fmla="*/ 8 h 2"/>
                <a:gd name="T2" fmla="*/ 16 w 4"/>
                <a:gd name="T3" fmla="*/ 8 h 2"/>
                <a:gd name="T4" fmla="*/ 0 w 4"/>
                <a:gd name="T5" fmla="*/ 0 h 2"/>
                <a:gd name="T6" fmla="*/ 16 w 4"/>
                <a:gd name="T7" fmla="*/ 16 h 2"/>
                <a:gd name="T8" fmla="*/ 32 w 4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2" name="Freeform 5849">
              <a:extLst>
                <a:ext uri="{FF2B5EF4-FFF2-40B4-BE49-F238E27FC236}">
                  <a16:creationId xmlns:a16="http://schemas.microsoft.com/office/drawing/2014/main" id="{48694747-F100-438A-92AA-A07941077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671"/>
              <a:ext cx="34" cy="38"/>
            </a:xfrm>
            <a:custGeom>
              <a:avLst/>
              <a:gdLst>
                <a:gd name="T0" fmla="*/ 128 w 17"/>
                <a:gd name="T1" fmla="*/ 88 h 19"/>
                <a:gd name="T2" fmla="*/ 128 w 17"/>
                <a:gd name="T3" fmla="*/ 112 h 19"/>
                <a:gd name="T4" fmla="*/ 120 w 17"/>
                <a:gd name="T5" fmla="*/ 112 h 19"/>
                <a:gd name="T6" fmla="*/ 112 w 17"/>
                <a:gd name="T7" fmla="*/ 128 h 19"/>
                <a:gd name="T8" fmla="*/ 104 w 17"/>
                <a:gd name="T9" fmla="*/ 128 h 19"/>
                <a:gd name="T10" fmla="*/ 96 w 17"/>
                <a:gd name="T11" fmla="*/ 144 h 19"/>
                <a:gd name="T12" fmla="*/ 72 w 17"/>
                <a:gd name="T13" fmla="*/ 152 h 19"/>
                <a:gd name="T14" fmla="*/ 48 w 17"/>
                <a:gd name="T15" fmla="*/ 136 h 19"/>
                <a:gd name="T16" fmla="*/ 32 w 17"/>
                <a:gd name="T17" fmla="*/ 128 h 19"/>
                <a:gd name="T18" fmla="*/ 8 w 17"/>
                <a:gd name="T19" fmla="*/ 104 h 19"/>
                <a:gd name="T20" fmla="*/ 24 w 17"/>
                <a:gd name="T21" fmla="*/ 88 h 19"/>
                <a:gd name="T22" fmla="*/ 8 w 17"/>
                <a:gd name="T23" fmla="*/ 72 h 19"/>
                <a:gd name="T24" fmla="*/ 8 w 17"/>
                <a:gd name="T25" fmla="*/ 48 h 19"/>
                <a:gd name="T26" fmla="*/ 32 w 17"/>
                <a:gd name="T27" fmla="*/ 24 h 19"/>
                <a:gd name="T28" fmla="*/ 56 w 17"/>
                <a:gd name="T29" fmla="*/ 8 h 19"/>
                <a:gd name="T30" fmla="*/ 88 w 17"/>
                <a:gd name="T31" fmla="*/ 8 h 19"/>
                <a:gd name="T32" fmla="*/ 96 w 17"/>
                <a:gd name="T33" fmla="*/ 24 h 19"/>
                <a:gd name="T34" fmla="*/ 112 w 17"/>
                <a:gd name="T35" fmla="*/ 24 h 19"/>
                <a:gd name="T36" fmla="*/ 128 w 17"/>
                <a:gd name="T37" fmla="*/ 40 h 19"/>
                <a:gd name="T38" fmla="*/ 120 w 17"/>
                <a:gd name="T39" fmla="*/ 64 h 19"/>
                <a:gd name="T40" fmla="*/ 128 w 17"/>
                <a:gd name="T41" fmla="*/ 8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7" y="12"/>
                    <a:pt x="17" y="13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5"/>
                    <a:pt x="16" y="16"/>
                    <a:pt x="14" y="16"/>
                  </a:cubicBezTo>
                  <a:cubicBezTo>
                    <a:pt x="14" y="17"/>
                    <a:pt x="13" y="16"/>
                    <a:pt x="13" y="16"/>
                  </a:cubicBezTo>
                  <a:cubicBezTo>
                    <a:pt x="12" y="16"/>
                    <a:pt x="12" y="17"/>
                    <a:pt x="12" y="18"/>
                  </a:cubicBezTo>
                  <a:cubicBezTo>
                    <a:pt x="11" y="19"/>
                    <a:pt x="10" y="19"/>
                    <a:pt x="9" y="19"/>
                  </a:cubicBezTo>
                  <a:cubicBezTo>
                    <a:pt x="8" y="18"/>
                    <a:pt x="7" y="18"/>
                    <a:pt x="6" y="17"/>
                  </a:cubicBezTo>
                  <a:cubicBezTo>
                    <a:pt x="4" y="17"/>
                    <a:pt x="4" y="17"/>
                    <a:pt x="4" y="16"/>
                  </a:cubicBezTo>
                  <a:cubicBezTo>
                    <a:pt x="3" y="15"/>
                    <a:pt x="2" y="14"/>
                    <a:pt x="1" y="13"/>
                  </a:cubicBezTo>
                  <a:cubicBezTo>
                    <a:pt x="1" y="12"/>
                    <a:pt x="3" y="12"/>
                    <a:pt x="3" y="11"/>
                  </a:cubicBezTo>
                  <a:cubicBezTo>
                    <a:pt x="3" y="9"/>
                    <a:pt x="1" y="9"/>
                    <a:pt x="1" y="9"/>
                  </a:cubicBezTo>
                  <a:cubicBezTo>
                    <a:pt x="0" y="8"/>
                    <a:pt x="1" y="6"/>
                    <a:pt x="1" y="6"/>
                  </a:cubicBezTo>
                  <a:cubicBezTo>
                    <a:pt x="2" y="5"/>
                    <a:pt x="3" y="4"/>
                    <a:pt x="4" y="3"/>
                  </a:cubicBezTo>
                  <a:cubicBezTo>
                    <a:pt x="5" y="2"/>
                    <a:pt x="6" y="1"/>
                    <a:pt x="7" y="1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1" y="1"/>
                    <a:pt x="11" y="2"/>
                    <a:pt x="12" y="3"/>
                  </a:cubicBezTo>
                  <a:cubicBezTo>
                    <a:pt x="12" y="3"/>
                    <a:pt x="13" y="3"/>
                    <a:pt x="14" y="3"/>
                  </a:cubicBez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10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3" name="Freeform 5850">
              <a:extLst>
                <a:ext uri="{FF2B5EF4-FFF2-40B4-BE49-F238E27FC236}">
                  <a16:creationId xmlns:a16="http://schemas.microsoft.com/office/drawing/2014/main" id="{60F5C38D-7FCB-4F53-9186-6C122BC39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691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4" name="Freeform 5851">
              <a:extLst>
                <a:ext uri="{FF2B5EF4-FFF2-40B4-BE49-F238E27FC236}">
                  <a16:creationId xmlns:a16="http://schemas.microsoft.com/office/drawing/2014/main" id="{4014AA69-A0E9-434E-8492-54AF41FC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91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5" name="Freeform 5852">
              <a:extLst>
                <a:ext uri="{FF2B5EF4-FFF2-40B4-BE49-F238E27FC236}">
                  <a16:creationId xmlns:a16="http://schemas.microsoft.com/office/drawing/2014/main" id="{4D845D96-9E5A-4398-80F2-1AD9F664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675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6" name="Freeform 5853">
              <a:extLst>
                <a:ext uri="{FF2B5EF4-FFF2-40B4-BE49-F238E27FC236}">
                  <a16:creationId xmlns:a16="http://schemas.microsoft.com/office/drawing/2014/main" id="{28606142-F80D-4B17-8AAB-1A650A75E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967"/>
              <a:ext cx="32" cy="38"/>
            </a:xfrm>
            <a:custGeom>
              <a:avLst/>
              <a:gdLst>
                <a:gd name="T0" fmla="*/ 120 w 16"/>
                <a:gd name="T1" fmla="*/ 88 h 19"/>
                <a:gd name="T2" fmla="*/ 120 w 16"/>
                <a:gd name="T3" fmla="*/ 112 h 19"/>
                <a:gd name="T4" fmla="*/ 120 w 16"/>
                <a:gd name="T5" fmla="*/ 112 h 19"/>
                <a:gd name="T6" fmla="*/ 112 w 16"/>
                <a:gd name="T7" fmla="*/ 128 h 19"/>
                <a:gd name="T8" fmla="*/ 96 w 16"/>
                <a:gd name="T9" fmla="*/ 128 h 19"/>
                <a:gd name="T10" fmla="*/ 88 w 16"/>
                <a:gd name="T11" fmla="*/ 144 h 19"/>
                <a:gd name="T12" fmla="*/ 64 w 16"/>
                <a:gd name="T13" fmla="*/ 152 h 19"/>
                <a:gd name="T14" fmla="*/ 40 w 16"/>
                <a:gd name="T15" fmla="*/ 136 h 19"/>
                <a:gd name="T16" fmla="*/ 24 w 16"/>
                <a:gd name="T17" fmla="*/ 128 h 19"/>
                <a:gd name="T18" fmla="*/ 8 w 16"/>
                <a:gd name="T19" fmla="*/ 104 h 19"/>
                <a:gd name="T20" fmla="*/ 16 w 16"/>
                <a:gd name="T21" fmla="*/ 88 h 19"/>
                <a:gd name="T22" fmla="*/ 0 w 16"/>
                <a:gd name="T23" fmla="*/ 72 h 19"/>
                <a:gd name="T24" fmla="*/ 8 w 16"/>
                <a:gd name="T25" fmla="*/ 48 h 19"/>
                <a:gd name="T26" fmla="*/ 24 w 16"/>
                <a:gd name="T27" fmla="*/ 24 h 19"/>
                <a:gd name="T28" fmla="*/ 56 w 16"/>
                <a:gd name="T29" fmla="*/ 8 h 19"/>
                <a:gd name="T30" fmla="*/ 80 w 16"/>
                <a:gd name="T31" fmla="*/ 8 h 19"/>
                <a:gd name="T32" fmla="*/ 88 w 16"/>
                <a:gd name="T33" fmla="*/ 24 h 19"/>
                <a:gd name="T34" fmla="*/ 104 w 16"/>
                <a:gd name="T35" fmla="*/ 24 h 19"/>
                <a:gd name="T36" fmla="*/ 120 w 16"/>
                <a:gd name="T37" fmla="*/ 40 h 19"/>
                <a:gd name="T38" fmla="*/ 120 w 16"/>
                <a:gd name="T39" fmla="*/ 64 h 19"/>
                <a:gd name="T40" fmla="*/ 120 w 16"/>
                <a:gd name="T41" fmla="*/ 8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9">
                  <a:moveTo>
                    <a:pt x="15" y="11"/>
                  </a:moveTo>
                  <a:cubicBezTo>
                    <a:pt x="16" y="12"/>
                    <a:pt x="16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5"/>
                    <a:pt x="15" y="16"/>
                    <a:pt x="14" y="16"/>
                  </a:cubicBezTo>
                  <a:cubicBezTo>
                    <a:pt x="13" y="17"/>
                    <a:pt x="13" y="16"/>
                    <a:pt x="12" y="16"/>
                  </a:cubicBezTo>
                  <a:cubicBezTo>
                    <a:pt x="12" y="16"/>
                    <a:pt x="12" y="17"/>
                    <a:pt x="11" y="18"/>
                  </a:cubicBezTo>
                  <a:cubicBezTo>
                    <a:pt x="10" y="19"/>
                    <a:pt x="9" y="19"/>
                    <a:pt x="8" y="19"/>
                  </a:cubicBezTo>
                  <a:cubicBezTo>
                    <a:pt x="7" y="18"/>
                    <a:pt x="7" y="18"/>
                    <a:pt x="5" y="17"/>
                  </a:cubicBezTo>
                  <a:cubicBezTo>
                    <a:pt x="4" y="17"/>
                    <a:pt x="4" y="17"/>
                    <a:pt x="3" y="16"/>
                  </a:cubicBezTo>
                  <a:cubicBezTo>
                    <a:pt x="2" y="15"/>
                    <a:pt x="1" y="14"/>
                    <a:pt x="1" y="13"/>
                  </a:cubicBezTo>
                  <a:cubicBezTo>
                    <a:pt x="0" y="12"/>
                    <a:pt x="2" y="12"/>
                    <a:pt x="2" y="11"/>
                  </a:cubicBezTo>
                  <a:cubicBezTo>
                    <a:pt x="3" y="9"/>
                    <a:pt x="1" y="9"/>
                    <a:pt x="0" y="9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1" y="5"/>
                    <a:pt x="2" y="4"/>
                    <a:pt x="3" y="3"/>
                  </a:cubicBezTo>
                  <a:cubicBezTo>
                    <a:pt x="4" y="2"/>
                    <a:pt x="5" y="1"/>
                    <a:pt x="7" y="1"/>
                  </a:cubicBezTo>
                  <a:cubicBezTo>
                    <a:pt x="8" y="0"/>
                    <a:pt x="10" y="0"/>
                    <a:pt x="10" y="1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12" y="3"/>
                    <a:pt x="12" y="3"/>
                    <a:pt x="13" y="3"/>
                  </a:cubicBezTo>
                  <a:cubicBezTo>
                    <a:pt x="14" y="3"/>
                    <a:pt x="15" y="4"/>
                    <a:pt x="15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5" y="10"/>
                    <a:pt x="15" y="11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7" name="Freeform 5854">
              <a:extLst>
                <a:ext uri="{FF2B5EF4-FFF2-40B4-BE49-F238E27FC236}">
                  <a16:creationId xmlns:a16="http://schemas.microsoft.com/office/drawing/2014/main" id="{F6B368C3-FD55-41A0-809E-E6A4B657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973"/>
              <a:ext cx="8" cy="12"/>
            </a:xfrm>
            <a:custGeom>
              <a:avLst/>
              <a:gdLst>
                <a:gd name="T0" fmla="*/ 32 w 4"/>
                <a:gd name="T1" fmla="*/ 0 h 6"/>
                <a:gd name="T2" fmla="*/ 8 w 4"/>
                <a:gd name="T3" fmla="*/ 24 h 6"/>
                <a:gd name="T4" fmla="*/ 24 w 4"/>
                <a:gd name="T5" fmla="*/ 48 h 6"/>
                <a:gd name="T6" fmla="*/ 16 w 4"/>
                <a:gd name="T7" fmla="*/ 32 h 6"/>
                <a:gd name="T8" fmla="*/ 32 w 4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2" y="2"/>
                    <a:pt x="1" y="3"/>
                  </a:cubicBezTo>
                  <a:cubicBezTo>
                    <a:pt x="0" y="5"/>
                    <a:pt x="2" y="5"/>
                    <a:pt x="3" y="6"/>
                  </a:cubicBezTo>
                  <a:cubicBezTo>
                    <a:pt x="2" y="5"/>
                    <a:pt x="1" y="5"/>
                    <a:pt x="2" y="4"/>
                  </a:cubicBezTo>
                  <a:cubicBezTo>
                    <a:pt x="3" y="3"/>
                    <a:pt x="3" y="2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8" name="Freeform 5855">
              <a:extLst>
                <a:ext uri="{FF2B5EF4-FFF2-40B4-BE49-F238E27FC236}">
                  <a16:creationId xmlns:a16="http://schemas.microsoft.com/office/drawing/2014/main" id="{16517D03-E606-4015-843D-E47F5DC48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89"/>
              <a:ext cx="6" cy="10"/>
            </a:xfrm>
            <a:custGeom>
              <a:avLst/>
              <a:gdLst>
                <a:gd name="T0" fmla="*/ 16 w 3"/>
                <a:gd name="T1" fmla="*/ 0 h 5"/>
                <a:gd name="T2" fmla="*/ 0 w 3"/>
                <a:gd name="T3" fmla="*/ 16 h 5"/>
                <a:gd name="T4" fmla="*/ 16 w 3"/>
                <a:gd name="T5" fmla="*/ 40 h 5"/>
                <a:gd name="T6" fmla="*/ 16 w 3"/>
                <a:gd name="T7" fmla="*/ 16 h 5"/>
                <a:gd name="T8" fmla="*/ 16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1" y="3"/>
                    <a:pt x="2" y="4"/>
                    <a:pt x="2" y="5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1" y="1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9" name="Freeform 5856">
              <a:extLst>
                <a:ext uri="{FF2B5EF4-FFF2-40B4-BE49-F238E27FC236}">
                  <a16:creationId xmlns:a16="http://schemas.microsoft.com/office/drawing/2014/main" id="{B66604F6-C423-4CE0-886C-AFEA31E9C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997"/>
              <a:ext cx="20" cy="10"/>
            </a:xfrm>
            <a:custGeom>
              <a:avLst/>
              <a:gdLst>
                <a:gd name="T0" fmla="*/ 80 w 10"/>
                <a:gd name="T1" fmla="*/ 8 h 5"/>
                <a:gd name="T2" fmla="*/ 40 w 10"/>
                <a:gd name="T3" fmla="*/ 24 h 5"/>
                <a:gd name="T4" fmla="*/ 24 w 10"/>
                <a:gd name="T5" fmla="*/ 16 h 5"/>
                <a:gd name="T6" fmla="*/ 0 w 10"/>
                <a:gd name="T7" fmla="*/ 0 h 5"/>
                <a:gd name="T8" fmla="*/ 24 w 10"/>
                <a:gd name="T9" fmla="*/ 8 h 5"/>
                <a:gd name="T10" fmla="*/ 40 w 10"/>
                <a:gd name="T11" fmla="*/ 16 h 5"/>
                <a:gd name="T12" fmla="*/ 48 w 10"/>
                <a:gd name="T13" fmla="*/ 16 h 5"/>
                <a:gd name="T14" fmla="*/ 64 w 10"/>
                <a:gd name="T15" fmla="*/ 8 h 5"/>
                <a:gd name="T16" fmla="*/ 80 w 10"/>
                <a:gd name="T17" fmla="*/ 8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">
                  <a:moveTo>
                    <a:pt x="10" y="1"/>
                  </a:moveTo>
                  <a:cubicBezTo>
                    <a:pt x="8" y="0"/>
                    <a:pt x="7" y="5"/>
                    <a:pt x="5" y="3"/>
                  </a:cubicBezTo>
                  <a:cubicBezTo>
                    <a:pt x="4" y="3"/>
                    <a:pt x="4" y="2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5" y="2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7" y="2"/>
                    <a:pt x="7" y="1"/>
                    <a:pt x="8" y="1"/>
                  </a:cubicBezTo>
                  <a:cubicBezTo>
                    <a:pt x="9" y="0"/>
                    <a:pt x="9" y="1"/>
                    <a:pt x="1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0" name="Freeform 5857">
              <a:extLst>
                <a:ext uri="{FF2B5EF4-FFF2-40B4-BE49-F238E27FC236}">
                  <a16:creationId xmlns:a16="http://schemas.microsoft.com/office/drawing/2014/main" id="{B541E185-E225-41C6-B3E1-8605DAB87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975"/>
              <a:ext cx="4" cy="8"/>
            </a:xfrm>
            <a:custGeom>
              <a:avLst/>
              <a:gdLst>
                <a:gd name="T0" fmla="*/ 16 w 2"/>
                <a:gd name="T1" fmla="*/ 0 h 4"/>
                <a:gd name="T2" fmla="*/ 8 w 2"/>
                <a:gd name="T3" fmla="*/ 16 h 4"/>
                <a:gd name="T4" fmla="*/ 8 w 2"/>
                <a:gd name="T5" fmla="*/ 32 h 4"/>
                <a:gd name="T6" fmla="*/ 0 w 2"/>
                <a:gd name="T7" fmla="*/ 16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2" y="2"/>
                    <a:pt x="1" y="2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1" name="Freeform 5858">
              <a:extLst>
                <a:ext uri="{FF2B5EF4-FFF2-40B4-BE49-F238E27FC236}">
                  <a16:creationId xmlns:a16="http://schemas.microsoft.com/office/drawing/2014/main" id="{282B6B13-DB03-4FB5-B44C-5A88009A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969"/>
              <a:ext cx="6" cy="2"/>
            </a:xfrm>
            <a:custGeom>
              <a:avLst/>
              <a:gdLst>
                <a:gd name="T0" fmla="*/ 16 w 3"/>
                <a:gd name="T1" fmla="*/ 8 h 1"/>
                <a:gd name="T2" fmla="*/ 0 w 3"/>
                <a:gd name="T3" fmla="*/ 0 h 1"/>
                <a:gd name="T4" fmla="*/ 24 w 3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2" name="Freeform 5859">
              <a:extLst>
                <a:ext uri="{FF2B5EF4-FFF2-40B4-BE49-F238E27FC236}">
                  <a16:creationId xmlns:a16="http://schemas.microsoft.com/office/drawing/2014/main" id="{4C1C1E39-25D3-4BDF-BA84-0F6A43332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987"/>
              <a:ext cx="4" cy="6"/>
            </a:xfrm>
            <a:custGeom>
              <a:avLst/>
              <a:gdLst>
                <a:gd name="T0" fmla="*/ 16 w 2"/>
                <a:gd name="T1" fmla="*/ 0 h 3"/>
                <a:gd name="T2" fmla="*/ 8 w 2"/>
                <a:gd name="T3" fmla="*/ 16 h 3"/>
                <a:gd name="T4" fmla="*/ 0 w 2"/>
                <a:gd name="T5" fmla="*/ 24 h 3"/>
                <a:gd name="T6" fmla="*/ 16 w 2"/>
                <a:gd name="T7" fmla="*/ 16 h 3"/>
                <a:gd name="T8" fmla="*/ 16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3" name="Freeform 5860">
              <a:extLst>
                <a:ext uri="{FF2B5EF4-FFF2-40B4-BE49-F238E27FC236}">
                  <a16:creationId xmlns:a16="http://schemas.microsoft.com/office/drawing/2014/main" id="{2D791822-CAB7-45D1-B1C5-50AB6D61D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3001"/>
              <a:ext cx="12" cy="2"/>
            </a:xfrm>
            <a:custGeom>
              <a:avLst/>
              <a:gdLst>
                <a:gd name="T0" fmla="*/ 40 w 6"/>
                <a:gd name="T1" fmla="*/ 0 h 1"/>
                <a:gd name="T2" fmla="*/ 24 w 6"/>
                <a:gd name="T3" fmla="*/ 8 h 1"/>
                <a:gd name="T4" fmla="*/ 16 w 6"/>
                <a:gd name="T5" fmla="*/ 8 h 1"/>
                <a:gd name="T6" fmla="*/ 0 w 6"/>
                <a:gd name="T7" fmla="*/ 0 h 1"/>
                <a:gd name="T8" fmla="*/ 24 w 6"/>
                <a:gd name="T9" fmla="*/ 8 h 1"/>
                <a:gd name="T10" fmla="*/ 48 w 6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">
                  <a:moveTo>
                    <a:pt x="5" y="0"/>
                  </a:moveTo>
                  <a:cubicBezTo>
                    <a:pt x="5" y="0"/>
                    <a:pt x="4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0"/>
                    <a:pt x="5" y="0"/>
                    <a:pt x="6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4" name="Freeform 5861">
              <a:extLst>
                <a:ext uri="{FF2B5EF4-FFF2-40B4-BE49-F238E27FC236}">
                  <a16:creationId xmlns:a16="http://schemas.microsoft.com/office/drawing/2014/main" id="{4FB7E75A-F53C-4D99-8A49-97C7C6A97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89"/>
              <a:ext cx="6" cy="4"/>
            </a:xfrm>
            <a:custGeom>
              <a:avLst/>
              <a:gdLst>
                <a:gd name="T0" fmla="*/ 16 w 3"/>
                <a:gd name="T1" fmla="*/ 0 h 2"/>
                <a:gd name="T2" fmla="*/ 8 w 3"/>
                <a:gd name="T3" fmla="*/ 16 h 2"/>
                <a:gd name="T4" fmla="*/ 0 w 3"/>
                <a:gd name="T5" fmla="*/ 16 h 2"/>
                <a:gd name="T6" fmla="*/ 8 w 3"/>
                <a:gd name="T7" fmla="*/ 16 h 2"/>
                <a:gd name="T8" fmla="*/ 16 w 3"/>
                <a:gd name="T9" fmla="*/ 8 h 2"/>
                <a:gd name="T10" fmla="*/ 16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0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5" name="Freeform 5862">
              <a:extLst>
                <a:ext uri="{FF2B5EF4-FFF2-40B4-BE49-F238E27FC236}">
                  <a16:creationId xmlns:a16="http://schemas.microsoft.com/office/drawing/2014/main" id="{D3E64C6C-B39A-463A-86E2-47A90A465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77"/>
              <a:ext cx="2" cy="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16 h 4"/>
                <a:gd name="T4" fmla="*/ 8 w 1"/>
                <a:gd name="T5" fmla="*/ 32 h 4"/>
                <a:gd name="T6" fmla="*/ 0 w 1"/>
                <a:gd name="T7" fmla="*/ 24 h 4"/>
                <a:gd name="T8" fmla="*/ 0 w 1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6" name="Freeform 5863">
              <a:extLst>
                <a:ext uri="{FF2B5EF4-FFF2-40B4-BE49-F238E27FC236}">
                  <a16:creationId xmlns:a16="http://schemas.microsoft.com/office/drawing/2014/main" id="{DD564432-CB9F-4BB0-92FE-16F199CD1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971"/>
              <a:ext cx="10" cy="4"/>
            </a:xfrm>
            <a:custGeom>
              <a:avLst/>
              <a:gdLst>
                <a:gd name="T0" fmla="*/ 40 w 5"/>
                <a:gd name="T1" fmla="*/ 8 h 2"/>
                <a:gd name="T2" fmla="*/ 16 w 5"/>
                <a:gd name="T3" fmla="*/ 8 h 2"/>
                <a:gd name="T4" fmla="*/ 0 w 5"/>
                <a:gd name="T5" fmla="*/ 0 h 2"/>
                <a:gd name="T6" fmla="*/ 16 w 5"/>
                <a:gd name="T7" fmla="*/ 16 h 2"/>
                <a:gd name="T8" fmla="*/ 32 w 5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2"/>
                    <a:pt x="4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7" name="Freeform 5864">
              <a:extLst>
                <a:ext uri="{FF2B5EF4-FFF2-40B4-BE49-F238E27FC236}">
                  <a16:creationId xmlns:a16="http://schemas.microsoft.com/office/drawing/2014/main" id="{8E38CF8D-930C-48FC-8F82-EA7CA1B0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967"/>
              <a:ext cx="32" cy="38"/>
            </a:xfrm>
            <a:custGeom>
              <a:avLst/>
              <a:gdLst>
                <a:gd name="T0" fmla="*/ 120 w 16"/>
                <a:gd name="T1" fmla="*/ 88 h 19"/>
                <a:gd name="T2" fmla="*/ 120 w 16"/>
                <a:gd name="T3" fmla="*/ 112 h 19"/>
                <a:gd name="T4" fmla="*/ 120 w 16"/>
                <a:gd name="T5" fmla="*/ 112 h 19"/>
                <a:gd name="T6" fmla="*/ 112 w 16"/>
                <a:gd name="T7" fmla="*/ 128 h 19"/>
                <a:gd name="T8" fmla="*/ 96 w 16"/>
                <a:gd name="T9" fmla="*/ 128 h 19"/>
                <a:gd name="T10" fmla="*/ 88 w 16"/>
                <a:gd name="T11" fmla="*/ 144 h 19"/>
                <a:gd name="T12" fmla="*/ 64 w 16"/>
                <a:gd name="T13" fmla="*/ 152 h 19"/>
                <a:gd name="T14" fmla="*/ 40 w 16"/>
                <a:gd name="T15" fmla="*/ 136 h 19"/>
                <a:gd name="T16" fmla="*/ 24 w 16"/>
                <a:gd name="T17" fmla="*/ 128 h 19"/>
                <a:gd name="T18" fmla="*/ 8 w 16"/>
                <a:gd name="T19" fmla="*/ 104 h 19"/>
                <a:gd name="T20" fmla="*/ 16 w 16"/>
                <a:gd name="T21" fmla="*/ 88 h 19"/>
                <a:gd name="T22" fmla="*/ 0 w 16"/>
                <a:gd name="T23" fmla="*/ 72 h 19"/>
                <a:gd name="T24" fmla="*/ 8 w 16"/>
                <a:gd name="T25" fmla="*/ 48 h 19"/>
                <a:gd name="T26" fmla="*/ 24 w 16"/>
                <a:gd name="T27" fmla="*/ 24 h 19"/>
                <a:gd name="T28" fmla="*/ 56 w 16"/>
                <a:gd name="T29" fmla="*/ 8 h 19"/>
                <a:gd name="T30" fmla="*/ 80 w 16"/>
                <a:gd name="T31" fmla="*/ 8 h 19"/>
                <a:gd name="T32" fmla="*/ 88 w 16"/>
                <a:gd name="T33" fmla="*/ 24 h 19"/>
                <a:gd name="T34" fmla="*/ 104 w 16"/>
                <a:gd name="T35" fmla="*/ 24 h 19"/>
                <a:gd name="T36" fmla="*/ 120 w 16"/>
                <a:gd name="T37" fmla="*/ 40 h 19"/>
                <a:gd name="T38" fmla="*/ 120 w 16"/>
                <a:gd name="T39" fmla="*/ 64 h 19"/>
                <a:gd name="T40" fmla="*/ 120 w 16"/>
                <a:gd name="T41" fmla="*/ 8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9">
                  <a:moveTo>
                    <a:pt x="15" y="11"/>
                  </a:moveTo>
                  <a:cubicBezTo>
                    <a:pt x="16" y="12"/>
                    <a:pt x="16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5"/>
                    <a:pt x="15" y="16"/>
                    <a:pt x="14" y="16"/>
                  </a:cubicBezTo>
                  <a:cubicBezTo>
                    <a:pt x="13" y="17"/>
                    <a:pt x="13" y="16"/>
                    <a:pt x="12" y="16"/>
                  </a:cubicBezTo>
                  <a:cubicBezTo>
                    <a:pt x="12" y="16"/>
                    <a:pt x="12" y="17"/>
                    <a:pt x="11" y="18"/>
                  </a:cubicBezTo>
                  <a:cubicBezTo>
                    <a:pt x="10" y="19"/>
                    <a:pt x="9" y="19"/>
                    <a:pt x="8" y="19"/>
                  </a:cubicBezTo>
                  <a:cubicBezTo>
                    <a:pt x="7" y="18"/>
                    <a:pt x="7" y="18"/>
                    <a:pt x="5" y="17"/>
                  </a:cubicBezTo>
                  <a:cubicBezTo>
                    <a:pt x="4" y="17"/>
                    <a:pt x="4" y="17"/>
                    <a:pt x="3" y="16"/>
                  </a:cubicBezTo>
                  <a:cubicBezTo>
                    <a:pt x="2" y="15"/>
                    <a:pt x="1" y="14"/>
                    <a:pt x="1" y="13"/>
                  </a:cubicBezTo>
                  <a:cubicBezTo>
                    <a:pt x="0" y="12"/>
                    <a:pt x="2" y="12"/>
                    <a:pt x="2" y="11"/>
                  </a:cubicBezTo>
                  <a:cubicBezTo>
                    <a:pt x="3" y="9"/>
                    <a:pt x="1" y="9"/>
                    <a:pt x="0" y="9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1" y="5"/>
                    <a:pt x="2" y="4"/>
                    <a:pt x="3" y="3"/>
                  </a:cubicBezTo>
                  <a:cubicBezTo>
                    <a:pt x="4" y="2"/>
                    <a:pt x="5" y="1"/>
                    <a:pt x="7" y="1"/>
                  </a:cubicBezTo>
                  <a:cubicBezTo>
                    <a:pt x="8" y="0"/>
                    <a:pt x="10" y="0"/>
                    <a:pt x="10" y="1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12" y="3"/>
                    <a:pt x="12" y="3"/>
                    <a:pt x="13" y="3"/>
                  </a:cubicBezTo>
                  <a:cubicBezTo>
                    <a:pt x="14" y="3"/>
                    <a:pt x="15" y="4"/>
                    <a:pt x="15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5" y="10"/>
                    <a:pt x="15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8" name="Freeform 5865">
              <a:extLst>
                <a:ext uri="{FF2B5EF4-FFF2-40B4-BE49-F238E27FC236}">
                  <a16:creationId xmlns:a16="http://schemas.microsoft.com/office/drawing/2014/main" id="{199666DC-2C3A-4A2A-8E53-1B98AB364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987"/>
              <a:ext cx="4" cy="4"/>
            </a:xfrm>
            <a:custGeom>
              <a:avLst/>
              <a:gdLst>
                <a:gd name="T0" fmla="*/ 8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9" name="Freeform 5866">
              <a:extLst>
                <a:ext uri="{FF2B5EF4-FFF2-40B4-BE49-F238E27FC236}">
                  <a16:creationId xmlns:a16="http://schemas.microsoft.com/office/drawing/2014/main" id="{DF811261-F64C-4316-8C71-55CF2CCBD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987"/>
              <a:ext cx="6" cy="6"/>
            </a:xfrm>
            <a:custGeom>
              <a:avLst/>
              <a:gdLst>
                <a:gd name="T0" fmla="*/ 0 w 3"/>
                <a:gd name="T1" fmla="*/ 24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0" name="Freeform 5867">
              <a:extLst>
                <a:ext uri="{FF2B5EF4-FFF2-40B4-BE49-F238E27FC236}">
                  <a16:creationId xmlns:a16="http://schemas.microsoft.com/office/drawing/2014/main" id="{48C95D1F-E737-471E-9C84-E4843C1F7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971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1" name="Freeform 5868">
              <a:extLst>
                <a:ext uri="{FF2B5EF4-FFF2-40B4-BE49-F238E27FC236}">
                  <a16:creationId xmlns:a16="http://schemas.microsoft.com/office/drawing/2014/main" id="{61D19961-2E01-404C-ACB1-EFCA5C385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747"/>
              <a:ext cx="34" cy="38"/>
            </a:xfrm>
            <a:custGeom>
              <a:avLst/>
              <a:gdLst>
                <a:gd name="T0" fmla="*/ 128 w 17"/>
                <a:gd name="T1" fmla="*/ 88 h 19"/>
                <a:gd name="T2" fmla="*/ 128 w 17"/>
                <a:gd name="T3" fmla="*/ 112 h 19"/>
                <a:gd name="T4" fmla="*/ 120 w 17"/>
                <a:gd name="T5" fmla="*/ 112 h 19"/>
                <a:gd name="T6" fmla="*/ 112 w 17"/>
                <a:gd name="T7" fmla="*/ 128 h 19"/>
                <a:gd name="T8" fmla="*/ 104 w 17"/>
                <a:gd name="T9" fmla="*/ 128 h 19"/>
                <a:gd name="T10" fmla="*/ 96 w 17"/>
                <a:gd name="T11" fmla="*/ 144 h 19"/>
                <a:gd name="T12" fmla="*/ 72 w 17"/>
                <a:gd name="T13" fmla="*/ 152 h 19"/>
                <a:gd name="T14" fmla="*/ 48 w 17"/>
                <a:gd name="T15" fmla="*/ 136 h 19"/>
                <a:gd name="T16" fmla="*/ 32 w 17"/>
                <a:gd name="T17" fmla="*/ 120 h 19"/>
                <a:gd name="T18" fmla="*/ 8 w 17"/>
                <a:gd name="T19" fmla="*/ 104 h 19"/>
                <a:gd name="T20" fmla="*/ 24 w 17"/>
                <a:gd name="T21" fmla="*/ 88 h 19"/>
                <a:gd name="T22" fmla="*/ 8 w 17"/>
                <a:gd name="T23" fmla="*/ 72 h 19"/>
                <a:gd name="T24" fmla="*/ 8 w 17"/>
                <a:gd name="T25" fmla="*/ 48 h 19"/>
                <a:gd name="T26" fmla="*/ 32 w 17"/>
                <a:gd name="T27" fmla="*/ 24 h 19"/>
                <a:gd name="T28" fmla="*/ 56 w 17"/>
                <a:gd name="T29" fmla="*/ 8 h 19"/>
                <a:gd name="T30" fmla="*/ 88 w 17"/>
                <a:gd name="T31" fmla="*/ 8 h 19"/>
                <a:gd name="T32" fmla="*/ 96 w 17"/>
                <a:gd name="T33" fmla="*/ 16 h 19"/>
                <a:gd name="T34" fmla="*/ 112 w 17"/>
                <a:gd name="T35" fmla="*/ 24 h 19"/>
                <a:gd name="T36" fmla="*/ 128 w 17"/>
                <a:gd name="T37" fmla="*/ 40 h 19"/>
                <a:gd name="T38" fmla="*/ 120 w 17"/>
                <a:gd name="T39" fmla="*/ 64 h 19"/>
                <a:gd name="T40" fmla="*/ 128 w 17"/>
                <a:gd name="T41" fmla="*/ 8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7" y="12"/>
                    <a:pt x="17" y="13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5"/>
                    <a:pt x="16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2" y="16"/>
                    <a:pt x="12" y="17"/>
                    <a:pt x="12" y="18"/>
                  </a:cubicBezTo>
                  <a:cubicBezTo>
                    <a:pt x="11" y="18"/>
                    <a:pt x="10" y="19"/>
                    <a:pt x="9" y="19"/>
                  </a:cubicBezTo>
                  <a:cubicBezTo>
                    <a:pt x="8" y="18"/>
                    <a:pt x="7" y="18"/>
                    <a:pt x="6" y="17"/>
                  </a:cubicBezTo>
                  <a:cubicBezTo>
                    <a:pt x="4" y="17"/>
                    <a:pt x="4" y="17"/>
                    <a:pt x="4" y="15"/>
                  </a:cubicBezTo>
                  <a:cubicBezTo>
                    <a:pt x="3" y="15"/>
                    <a:pt x="2" y="14"/>
                    <a:pt x="1" y="13"/>
                  </a:cubicBezTo>
                  <a:cubicBezTo>
                    <a:pt x="1" y="12"/>
                    <a:pt x="3" y="12"/>
                    <a:pt x="3" y="11"/>
                  </a:cubicBezTo>
                  <a:cubicBezTo>
                    <a:pt x="3" y="9"/>
                    <a:pt x="1" y="9"/>
                    <a:pt x="1" y="9"/>
                  </a:cubicBezTo>
                  <a:cubicBezTo>
                    <a:pt x="0" y="8"/>
                    <a:pt x="1" y="6"/>
                    <a:pt x="1" y="6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6" y="1"/>
                    <a:pt x="7" y="1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1" y="1"/>
                    <a:pt x="11" y="2"/>
                    <a:pt x="12" y="2"/>
                  </a:cubicBezTo>
                  <a:cubicBezTo>
                    <a:pt x="12" y="3"/>
                    <a:pt x="13" y="3"/>
                    <a:pt x="14" y="3"/>
                  </a:cubicBezTo>
                  <a:cubicBezTo>
                    <a:pt x="15" y="3"/>
                    <a:pt x="16" y="3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10"/>
                    <a:pt x="16" y="11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2" name="Freeform 5869">
              <a:extLst>
                <a:ext uri="{FF2B5EF4-FFF2-40B4-BE49-F238E27FC236}">
                  <a16:creationId xmlns:a16="http://schemas.microsoft.com/office/drawing/2014/main" id="{7B8A954F-BB0F-474E-ADEB-6C2A63A9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753"/>
              <a:ext cx="8" cy="12"/>
            </a:xfrm>
            <a:custGeom>
              <a:avLst/>
              <a:gdLst>
                <a:gd name="T0" fmla="*/ 32 w 4"/>
                <a:gd name="T1" fmla="*/ 0 h 6"/>
                <a:gd name="T2" fmla="*/ 8 w 4"/>
                <a:gd name="T3" fmla="*/ 24 h 6"/>
                <a:gd name="T4" fmla="*/ 16 w 4"/>
                <a:gd name="T5" fmla="*/ 48 h 6"/>
                <a:gd name="T6" fmla="*/ 16 w 4"/>
                <a:gd name="T7" fmla="*/ 24 h 6"/>
                <a:gd name="T8" fmla="*/ 24 w 4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1"/>
                    <a:pt x="1" y="2"/>
                    <a:pt x="1" y="3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2" y="5"/>
                    <a:pt x="1" y="5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3" name="Freeform 5870">
              <a:extLst>
                <a:ext uri="{FF2B5EF4-FFF2-40B4-BE49-F238E27FC236}">
                  <a16:creationId xmlns:a16="http://schemas.microsoft.com/office/drawing/2014/main" id="{BACABF6A-DAA2-4A6B-A758-E494E140F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769"/>
              <a:ext cx="6" cy="10"/>
            </a:xfrm>
            <a:custGeom>
              <a:avLst/>
              <a:gdLst>
                <a:gd name="T0" fmla="*/ 24 w 3"/>
                <a:gd name="T1" fmla="*/ 0 h 5"/>
                <a:gd name="T2" fmla="*/ 8 w 3"/>
                <a:gd name="T3" fmla="*/ 16 h 5"/>
                <a:gd name="T4" fmla="*/ 24 w 3"/>
                <a:gd name="T5" fmla="*/ 40 h 5"/>
                <a:gd name="T6" fmla="*/ 16 w 3"/>
                <a:gd name="T7" fmla="*/ 16 h 5"/>
                <a:gd name="T8" fmla="*/ 24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1"/>
                    <a:pt x="0" y="1"/>
                    <a:pt x="1" y="2"/>
                  </a:cubicBezTo>
                  <a:cubicBezTo>
                    <a:pt x="2" y="3"/>
                    <a:pt x="3" y="4"/>
                    <a:pt x="3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4" name="Freeform 5871">
              <a:extLst>
                <a:ext uri="{FF2B5EF4-FFF2-40B4-BE49-F238E27FC236}">
                  <a16:creationId xmlns:a16="http://schemas.microsoft.com/office/drawing/2014/main" id="{186DDA31-62C1-4643-BFFC-85F70E482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777"/>
              <a:ext cx="20" cy="10"/>
            </a:xfrm>
            <a:custGeom>
              <a:avLst/>
              <a:gdLst>
                <a:gd name="T0" fmla="*/ 80 w 10"/>
                <a:gd name="T1" fmla="*/ 8 h 5"/>
                <a:gd name="T2" fmla="*/ 40 w 10"/>
                <a:gd name="T3" fmla="*/ 24 h 5"/>
                <a:gd name="T4" fmla="*/ 16 w 10"/>
                <a:gd name="T5" fmla="*/ 16 h 5"/>
                <a:gd name="T6" fmla="*/ 0 w 10"/>
                <a:gd name="T7" fmla="*/ 0 h 5"/>
                <a:gd name="T8" fmla="*/ 24 w 10"/>
                <a:gd name="T9" fmla="*/ 8 h 5"/>
                <a:gd name="T10" fmla="*/ 32 w 10"/>
                <a:gd name="T11" fmla="*/ 8 h 5"/>
                <a:gd name="T12" fmla="*/ 40 w 10"/>
                <a:gd name="T13" fmla="*/ 16 h 5"/>
                <a:gd name="T14" fmla="*/ 64 w 10"/>
                <a:gd name="T15" fmla="*/ 8 h 5"/>
                <a:gd name="T16" fmla="*/ 72 w 10"/>
                <a:gd name="T17" fmla="*/ 8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">
                  <a:moveTo>
                    <a:pt x="10" y="1"/>
                  </a:moveTo>
                  <a:cubicBezTo>
                    <a:pt x="8" y="0"/>
                    <a:pt x="7" y="5"/>
                    <a:pt x="5" y="3"/>
                  </a:cubicBezTo>
                  <a:cubicBezTo>
                    <a:pt x="4" y="3"/>
                    <a:pt x="3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7" y="1"/>
                    <a:pt x="8" y="1"/>
                  </a:cubicBezTo>
                  <a:cubicBezTo>
                    <a:pt x="8" y="0"/>
                    <a:pt x="9" y="1"/>
                    <a:pt x="9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5" name="Freeform 5872">
              <a:extLst>
                <a:ext uri="{FF2B5EF4-FFF2-40B4-BE49-F238E27FC236}">
                  <a16:creationId xmlns:a16="http://schemas.microsoft.com/office/drawing/2014/main" id="{3F51BA91-7145-4C96-A10B-5EF3AC69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755"/>
              <a:ext cx="4" cy="8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16 h 4"/>
                <a:gd name="T4" fmla="*/ 8 w 2"/>
                <a:gd name="T5" fmla="*/ 32 h 4"/>
                <a:gd name="T6" fmla="*/ 0 w 2"/>
                <a:gd name="T7" fmla="*/ 16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6" name="Freeform 5873">
              <a:extLst>
                <a:ext uri="{FF2B5EF4-FFF2-40B4-BE49-F238E27FC236}">
                  <a16:creationId xmlns:a16="http://schemas.microsoft.com/office/drawing/2014/main" id="{075D6DBF-8280-4E1A-BCBA-30590107E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749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7" name="Freeform 5874">
              <a:extLst>
                <a:ext uri="{FF2B5EF4-FFF2-40B4-BE49-F238E27FC236}">
                  <a16:creationId xmlns:a16="http://schemas.microsoft.com/office/drawing/2014/main" id="{9F31BEB6-A487-4A87-A388-95B5DC01D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67"/>
              <a:ext cx="6" cy="6"/>
            </a:xfrm>
            <a:custGeom>
              <a:avLst/>
              <a:gdLst>
                <a:gd name="T0" fmla="*/ 16 w 3"/>
                <a:gd name="T1" fmla="*/ 0 h 3"/>
                <a:gd name="T2" fmla="*/ 16 w 3"/>
                <a:gd name="T3" fmla="*/ 8 h 3"/>
                <a:gd name="T4" fmla="*/ 0 w 3"/>
                <a:gd name="T5" fmla="*/ 24 h 3"/>
                <a:gd name="T6" fmla="*/ 24 w 3"/>
                <a:gd name="T7" fmla="*/ 16 h 3"/>
                <a:gd name="T8" fmla="*/ 24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8" name="Freeform 5875">
              <a:extLst>
                <a:ext uri="{FF2B5EF4-FFF2-40B4-BE49-F238E27FC236}">
                  <a16:creationId xmlns:a16="http://schemas.microsoft.com/office/drawing/2014/main" id="{9D8A0AD1-C09E-4D72-9313-AA6CE46A9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779"/>
              <a:ext cx="10" cy="4"/>
            </a:xfrm>
            <a:custGeom>
              <a:avLst/>
              <a:gdLst>
                <a:gd name="T0" fmla="*/ 40 w 5"/>
                <a:gd name="T1" fmla="*/ 8 h 2"/>
                <a:gd name="T2" fmla="*/ 24 w 5"/>
                <a:gd name="T3" fmla="*/ 16 h 2"/>
                <a:gd name="T4" fmla="*/ 8 w 5"/>
                <a:gd name="T5" fmla="*/ 16 h 2"/>
                <a:gd name="T6" fmla="*/ 0 w 5"/>
                <a:gd name="T7" fmla="*/ 8 h 2"/>
                <a:gd name="T8" fmla="*/ 24 w 5"/>
                <a:gd name="T9" fmla="*/ 16 h 2"/>
                <a:gd name="T10" fmla="*/ 40 w 5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4" y="1"/>
                    <a:pt x="3" y="2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4" y="1"/>
                    <a:pt x="4" y="1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9" name="Freeform 5876">
              <a:extLst>
                <a:ext uri="{FF2B5EF4-FFF2-40B4-BE49-F238E27FC236}">
                  <a16:creationId xmlns:a16="http://schemas.microsoft.com/office/drawing/2014/main" id="{CA0B6E35-EE9E-488E-B56F-8C1E389B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769"/>
              <a:ext cx="6" cy="4"/>
            </a:xfrm>
            <a:custGeom>
              <a:avLst/>
              <a:gdLst>
                <a:gd name="T0" fmla="*/ 16 w 3"/>
                <a:gd name="T1" fmla="*/ 0 h 2"/>
                <a:gd name="T2" fmla="*/ 8 w 3"/>
                <a:gd name="T3" fmla="*/ 16 h 2"/>
                <a:gd name="T4" fmla="*/ 8 w 3"/>
                <a:gd name="T5" fmla="*/ 16 h 2"/>
                <a:gd name="T6" fmla="*/ 8 w 3"/>
                <a:gd name="T7" fmla="*/ 16 h 2"/>
                <a:gd name="T8" fmla="*/ 24 w 3"/>
                <a:gd name="T9" fmla="*/ 8 h 2"/>
                <a:gd name="T10" fmla="*/ 24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0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0" name="Freeform 5877">
              <a:extLst>
                <a:ext uri="{FF2B5EF4-FFF2-40B4-BE49-F238E27FC236}">
                  <a16:creationId xmlns:a16="http://schemas.microsoft.com/office/drawing/2014/main" id="{C32A0E15-1BF7-4951-A609-043A587CB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757"/>
              <a:ext cx="4" cy="8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16 h 4"/>
                <a:gd name="T4" fmla="*/ 16 w 2"/>
                <a:gd name="T5" fmla="*/ 32 h 4"/>
                <a:gd name="T6" fmla="*/ 8 w 2"/>
                <a:gd name="T7" fmla="*/ 24 h 4"/>
                <a:gd name="T8" fmla="*/ 8 w 2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1" name="Freeform 5878">
              <a:extLst>
                <a:ext uri="{FF2B5EF4-FFF2-40B4-BE49-F238E27FC236}">
                  <a16:creationId xmlns:a16="http://schemas.microsoft.com/office/drawing/2014/main" id="{DDA6D7CE-9E23-4659-ACC1-58C8AA14C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751"/>
              <a:ext cx="8" cy="4"/>
            </a:xfrm>
            <a:custGeom>
              <a:avLst/>
              <a:gdLst>
                <a:gd name="T0" fmla="*/ 32 w 4"/>
                <a:gd name="T1" fmla="*/ 8 h 2"/>
                <a:gd name="T2" fmla="*/ 16 w 4"/>
                <a:gd name="T3" fmla="*/ 8 h 2"/>
                <a:gd name="T4" fmla="*/ 0 w 4"/>
                <a:gd name="T5" fmla="*/ 0 h 2"/>
                <a:gd name="T6" fmla="*/ 16 w 4"/>
                <a:gd name="T7" fmla="*/ 16 h 2"/>
                <a:gd name="T8" fmla="*/ 32 w 4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2" name="Freeform 5879">
              <a:extLst>
                <a:ext uri="{FF2B5EF4-FFF2-40B4-BE49-F238E27FC236}">
                  <a16:creationId xmlns:a16="http://schemas.microsoft.com/office/drawing/2014/main" id="{B7A0463C-D4BD-4FB5-875B-2AF6EBB60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747"/>
              <a:ext cx="34" cy="38"/>
            </a:xfrm>
            <a:custGeom>
              <a:avLst/>
              <a:gdLst>
                <a:gd name="T0" fmla="*/ 128 w 17"/>
                <a:gd name="T1" fmla="*/ 88 h 19"/>
                <a:gd name="T2" fmla="*/ 128 w 17"/>
                <a:gd name="T3" fmla="*/ 112 h 19"/>
                <a:gd name="T4" fmla="*/ 120 w 17"/>
                <a:gd name="T5" fmla="*/ 112 h 19"/>
                <a:gd name="T6" fmla="*/ 112 w 17"/>
                <a:gd name="T7" fmla="*/ 128 h 19"/>
                <a:gd name="T8" fmla="*/ 104 w 17"/>
                <a:gd name="T9" fmla="*/ 128 h 19"/>
                <a:gd name="T10" fmla="*/ 96 w 17"/>
                <a:gd name="T11" fmla="*/ 144 h 19"/>
                <a:gd name="T12" fmla="*/ 72 w 17"/>
                <a:gd name="T13" fmla="*/ 152 h 19"/>
                <a:gd name="T14" fmla="*/ 48 w 17"/>
                <a:gd name="T15" fmla="*/ 136 h 19"/>
                <a:gd name="T16" fmla="*/ 32 w 17"/>
                <a:gd name="T17" fmla="*/ 120 h 19"/>
                <a:gd name="T18" fmla="*/ 8 w 17"/>
                <a:gd name="T19" fmla="*/ 104 h 19"/>
                <a:gd name="T20" fmla="*/ 24 w 17"/>
                <a:gd name="T21" fmla="*/ 88 h 19"/>
                <a:gd name="T22" fmla="*/ 8 w 17"/>
                <a:gd name="T23" fmla="*/ 72 h 19"/>
                <a:gd name="T24" fmla="*/ 8 w 17"/>
                <a:gd name="T25" fmla="*/ 48 h 19"/>
                <a:gd name="T26" fmla="*/ 32 w 17"/>
                <a:gd name="T27" fmla="*/ 24 h 19"/>
                <a:gd name="T28" fmla="*/ 56 w 17"/>
                <a:gd name="T29" fmla="*/ 8 h 19"/>
                <a:gd name="T30" fmla="*/ 88 w 17"/>
                <a:gd name="T31" fmla="*/ 8 h 19"/>
                <a:gd name="T32" fmla="*/ 96 w 17"/>
                <a:gd name="T33" fmla="*/ 16 h 19"/>
                <a:gd name="T34" fmla="*/ 112 w 17"/>
                <a:gd name="T35" fmla="*/ 24 h 19"/>
                <a:gd name="T36" fmla="*/ 128 w 17"/>
                <a:gd name="T37" fmla="*/ 40 h 19"/>
                <a:gd name="T38" fmla="*/ 120 w 17"/>
                <a:gd name="T39" fmla="*/ 64 h 19"/>
                <a:gd name="T40" fmla="*/ 128 w 17"/>
                <a:gd name="T41" fmla="*/ 8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7" y="12"/>
                    <a:pt x="17" y="13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5"/>
                    <a:pt x="16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2" y="16"/>
                    <a:pt x="12" y="17"/>
                    <a:pt x="12" y="18"/>
                  </a:cubicBezTo>
                  <a:cubicBezTo>
                    <a:pt x="11" y="18"/>
                    <a:pt x="10" y="19"/>
                    <a:pt x="9" y="19"/>
                  </a:cubicBezTo>
                  <a:cubicBezTo>
                    <a:pt x="8" y="18"/>
                    <a:pt x="7" y="18"/>
                    <a:pt x="6" y="17"/>
                  </a:cubicBezTo>
                  <a:cubicBezTo>
                    <a:pt x="4" y="17"/>
                    <a:pt x="4" y="17"/>
                    <a:pt x="4" y="15"/>
                  </a:cubicBezTo>
                  <a:cubicBezTo>
                    <a:pt x="3" y="15"/>
                    <a:pt x="2" y="14"/>
                    <a:pt x="1" y="13"/>
                  </a:cubicBezTo>
                  <a:cubicBezTo>
                    <a:pt x="1" y="12"/>
                    <a:pt x="3" y="12"/>
                    <a:pt x="3" y="11"/>
                  </a:cubicBezTo>
                  <a:cubicBezTo>
                    <a:pt x="3" y="9"/>
                    <a:pt x="1" y="9"/>
                    <a:pt x="1" y="9"/>
                  </a:cubicBezTo>
                  <a:cubicBezTo>
                    <a:pt x="0" y="8"/>
                    <a:pt x="1" y="6"/>
                    <a:pt x="1" y="6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6" y="1"/>
                    <a:pt x="7" y="1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1" y="1"/>
                    <a:pt x="11" y="2"/>
                    <a:pt x="12" y="2"/>
                  </a:cubicBezTo>
                  <a:cubicBezTo>
                    <a:pt x="12" y="3"/>
                    <a:pt x="13" y="3"/>
                    <a:pt x="14" y="3"/>
                  </a:cubicBezTo>
                  <a:cubicBezTo>
                    <a:pt x="15" y="3"/>
                    <a:pt x="16" y="3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10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3" name="Freeform 5880">
              <a:extLst>
                <a:ext uri="{FF2B5EF4-FFF2-40B4-BE49-F238E27FC236}">
                  <a16:creationId xmlns:a16="http://schemas.microsoft.com/office/drawing/2014/main" id="{5D3433F7-34F8-49B7-BE4F-B4CC56B75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767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4" name="Freeform 5881">
              <a:extLst>
                <a:ext uri="{FF2B5EF4-FFF2-40B4-BE49-F238E27FC236}">
                  <a16:creationId xmlns:a16="http://schemas.microsoft.com/office/drawing/2014/main" id="{B2BC268B-A487-46A4-BF16-9C769FA31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65"/>
              <a:ext cx="4" cy="8"/>
            </a:xfrm>
            <a:custGeom>
              <a:avLst/>
              <a:gdLst>
                <a:gd name="T0" fmla="*/ 0 w 2"/>
                <a:gd name="T1" fmla="*/ 32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5" name="Freeform 5882">
              <a:extLst>
                <a:ext uri="{FF2B5EF4-FFF2-40B4-BE49-F238E27FC236}">
                  <a16:creationId xmlns:a16="http://schemas.microsoft.com/office/drawing/2014/main" id="{969369B3-218C-4C38-AFEF-7AE27F321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751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6" name="Freeform 5883">
              <a:extLst>
                <a:ext uri="{FF2B5EF4-FFF2-40B4-BE49-F238E27FC236}">
                  <a16:creationId xmlns:a16="http://schemas.microsoft.com/office/drawing/2014/main" id="{3E11C48E-ABD2-4F92-8B43-08099DBEE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275"/>
              <a:ext cx="32" cy="38"/>
            </a:xfrm>
            <a:custGeom>
              <a:avLst/>
              <a:gdLst>
                <a:gd name="T0" fmla="*/ 120 w 16"/>
                <a:gd name="T1" fmla="*/ 88 h 19"/>
                <a:gd name="T2" fmla="*/ 120 w 16"/>
                <a:gd name="T3" fmla="*/ 112 h 19"/>
                <a:gd name="T4" fmla="*/ 120 w 16"/>
                <a:gd name="T5" fmla="*/ 112 h 19"/>
                <a:gd name="T6" fmla="*/ 112 w 16"/>
                <a:gd name="T7" fmla="*/ 128 h 19"/>
                <a:gd name="T8" fmla="*/ 96 w 16"/>
                <a:gd name="T9" fmla="*/ 128 h 19"/>
                <a:gd name="T10" fmla="*/ 88 w 16"/>
                <a:gd name="T11" fmla="*/ 144 h 19"/>
                <a:gd name="T12" fmla="*/ 64 w 16"/>
                <a:gd name="T13" fmla="*/ 152 h 19"/>
                <a:gd name="T14" fmla="*/ 40 w 16"/>
                <a:gd name="T15" fmla="*/ 136 h 19"/>
                <a:gd name="T16" fmla="*/ 24 w 16"/>
                <a:gd name="T17" fmla="*/ 128 h 19"/>
                <a:gd name="T18" fmla="*/ 8 w 16"/>
                <a:gd name="T19" fmla="*/ 104 h 19"/>
                <a:gd name="T20" fmla="*/ 16 w 16"/>
                <a:gd name="T21" fmla="*/ 88 h 19"/>
                <a:gd name="T22" fmla="*/ 0 w 16"/>
                <a:gd name="T23" fmla="*/ 72 h 19"/>
                <a:gd name="T24" fmla="*/ 8 w 16"/>
                <a:gd name="T25" fmla="*/ 48 h 19"/>
                <a:gd name="T26" fmla="*/ 24 w 16"/>
                <a:gd name="T27" fmla="*/ 24 h 19"/>
                <a:gd name="T28" fmla="*/ 56 w 16"/>
                <a:gd name="T29" fmla="*/ 8 h 19"/>
                <a:gd name="T30" fmla="*/ 80 w 16"/>
                <a:gd name="T31" fmla="*/ 8 h 19"/>
                <a:gd name="T32" fmla="*/ 88 w 16"/>
                <a:gd name="T33" fmla="*/ 24 h 19"/>
                <a:gd name="T34" fmla="*/ 104 w 16"/>
                <a:gd name="T35" fmla="*/ 24 h 19"/>
                <a:gd name="T36" fmla="*/ 120 w 16"/>
                <a:gd name="T37" fmla="*/ 40 h 19"/>
                <a:gd name="T38" fmla="*/ 120 w 16"/>
                <a:gd name="T39" fmla="*/ 64 h 19"/>
                <a:gd name="T40" fmla="*/ 120 w 16"/>
                <a:gd name="T41" fmla="*/ 8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9">
                  <a:moveTo>
                    <a:pt x="15" y="11"/>
                  </a:moveTo>
                  <a:cubicBezTo>
                    <a:pt x="16" y="12"/>
                    <a:pt x="16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5"/>
                    <a:pt x="15" y="16"/>
                    <a:pt x="14" y="16"/>
                  </a:cubicBezTo>
                  <a:cubicBezTo>
                    <a:pt x="13" y="17"/>
                    <a:pt x="13" y="16"/>
                    <a:pt x="12" y="16"/>
                  </a:cubicBezTo>
                  <a:cubicBezTo>
                    <a:pt x="12" y="16"/>
                    <a:pt x="12" y="17"/>
                    <a:pt x="11" y="18"/>
                  </a:cubicBezTo>
                  <a:cubicBezTo>
                    <a:pt x="10" y="19"/>
                    <a:pt x="9" y="19"/>
                    <a:pt x="8" y="19"/>
                  </a:cubicBezTo>
                  <a:cubicBezTo>
                    <a:pt x="7" y="18"/>
                    <a:pt x="7" y="18"/>
                    <a:pt x="5" y="17"/>
                  </a:cubicBezTo>
                  <a:cubicBezTo>
                    <a:pt x="4" y="17"/>
                    <a:pt x="4" y="17"/>
                    <a:pt x="3" y="16"/>
                  </a:cubicBezTo>
                  <a:cubicBezTo>
                    <a:pt x="2" y="15"/>
                    <a:pt x="1" y="14"/>
                    <a:pt x="1" y="13"/>
                  </a:cubicBezTo>
                  <a:cubicBezTo>
                    <a:pt x="0" y="12"/>
                    <a:pt x="2" y="12"/>
                    <a:pt x="2" y="11"/>
                  </a:cubicBezTo>
                  <a:cubicBezTo>
                    <a:pt x="3" y="9"/>
                    <a:pt x="1" y="9"/>
                    <a:pt x="0" y="9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1" y="5"/>
                    <a:pt x="2" y="4"/>
                    <a:pt x="3" y="3"/>
                  </a:cubicBezTo>
                  <a:cubicBezTo>
                    <a:pt x="4" y="2"/>
                    <a:pt x="5" y="1"/>
                    <a:pt x="7" y="1"/>
                  </a:cubicBezTo>
                  <a:cubicBezTo>
                    <a:pt x="8" y="0"/>
                    <a:pt x="10" y="0"/>
                    <a:pt x="10" y="1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12" y="3"/>
                    <a:pt x="12" y="3"/>
                    <a:pt x="13" y="3"/>
                  </a:cubicBezTo>
                  <a:cubicBezTo>
                    <a:pt x="14" y="3"/>
                    <a:pt x="15" y="4"/>
                    <a:pt x="15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5" y="10"/>
                    <a:pt x="15" y="11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7" name="Freeform 5884">
              <a:extLst>
                <a:ext uri="{FF2B5EF4-FFF2-40B4-BE49-F238E27FC236}">
                  <a16:creationId xmlns:a16="http://schemas.microsoft.com/office/drawing/2014/main" id="{21ECDCCD-B8A6-4F02-ADAC-33C86AC47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281"/>
              <a:ext cx="8" cy="12"/>
            </a:xfrm>
            <a:custGeom>
              <a:avLst/>
              <a:gdLst>
                <a:gd name="T0" fmla="*/ 32 w 4"/>
                <a:gd name="T1" fmla="*/ 0 h 6"/>
                <a:gd name="T2" fmla="*/ 8 w 4"/>
                <a:gd name="T3" fmla="*/ 24 h 6"/>
                <a:gd name="T4" fmla="*/ 24 w 4"/>
                <a:gd name="T5" fmla="*/ 48 h 6"/>
                <a:gd name="T6" fmla="*/ 16 w 4"/>
                <a:gd name="T7" fmla="*/ 32 h 6"/>
                <a:gd name="T8" fmla="*/ 32 w 4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2" y="2"/>
                    <a:pt x="1" y="3"/>
                  </a:cubicBezTo>
                  <a:cubicBezTo>
                    <a:pt x="0" y="5"/>
                    <a:pt x="2" y="5"/>
                    <a:pt x="3" y="6"/>
                  </a:cubicBezTo>
                  <a:cubicBezTo>
                    <a:pt x="2" y="5"/>
                    <a:pt x="1" y="5"/>
                    <a:pt x="2" y="4"/>
                  </a:cubicBezTo>
                  <a:cubicBezTo>
                    <a:pt x="3" y="3"/>
                    <a:pt x="3" y="2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8" name="Freeform 5885">
              <a:extLst>
                <a:ext uri="{FF2B5EF4-FFF2-40B4-BE49-F238E27FC236}">
                  <a16:creationId xmlns:a16="http://schemas.microsoft.com/office/drawing/2014/main" id="{0F7130C1-9952-476B-87CD-55F08BA04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297"/>
              <a:ext cx="6" cy="10"/>
            </a:xfrm>
            <a:custGeom>
              <a:avLst/>
              <a:gdLst>
                <a:gd name="T0" fmla="*/ 16 w 3"/>
                <a:gd name="T1" fmla="*/ 0 h 5"/>
                <a:gd name="T2" fmla="*/ 0 w 3"/>
                <a:gd name="T3" fmla="*/ 16 h 5"/>
                <a:gd name="T4" fmla="*/ 16 w 3"/>
                <a:gd name="T5" fmla="*/ 40 h 5"/>
                <a:gd name="T6" fmla="*/ 16 w 3"/>
                <a:gd name="T7" fmla="*/ 16 h 5"/>
                <a:gd name="T8" fmla="*/ 16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1" y="3"/>
                    <a:pt x="2" y="4"/>
                    <a:pt x="2" y="5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1" y="1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9" name="Freeform 5886">
              <a:extLst>
                <a:ext uri="{FF2B5EF4-FFF2-40B4-BE49-F238E27FC236}">
                  <a16:creationId xmlns:a16="http://schemas.microsoft.com/office/drawing/2014/main" id="{78E2F409-0C24-4FCA-B561-BBF7AEA1B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305"/>
              <a:ext cx="20" cy="10"/>
            </a:xfrm>
            <a:custGeom>
              <a:avLst/>
              <a:gdLst>
                <a:gd name="T0" fmla="*/ 80 w 10"/>
                <a:gd name="T1" fmla="*/ 8 h 5"/>
                <a:gd name="T2" fmla="*/ 40 w 10"/>
                <a:gd name="T3" fmla="*/ 24 h 5"/>
                <a:gd name="T4" fmla="*/ 24 w 10"/>
                <a:gd name="T5" fmla="*/ 16 h 5"/>
                <a:gd name="T6" fmla="*/ 0 w 10"/>
                <a:gd name="T7" fmla="*/ 0 h 5"/>
                <a:gd name="T8" fmla="*/ 24 w 10"/>
                <a:gd name="T9" fmla="*/ 8 h 5"/>
                <a:gd name="T10" fmla="*/ 32 w 10"/>
                <a:gd name="T11" fmla="*/ 16 h 5"/>
                <a:gd name="T12" fmla="*/ 48 w 10"/>
                <a:gd name="T13" fmla="*/ 16 h 5"/>
                <a:gd name="T14" fmla="*/ 64 w 10"/>
                <a:gd name="T15" fmla="*/ 8 h 5"/>
                <a:gd name="T16" fmla="*/ 80 w 10"/>
                <a:gd name="T17" fmla="*/ 8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">
                  <a:moveTo>
                    <a:pt x="10" y="1"/>
                  </a:moveTo>
                  <a:cubicBezTo>
                    <a:pt x="8" y="0"/>
                    <a:pt x="7" y="5"/>
                    <a:pt x="5" y="3"/>
                  </a:cubicBezTo>
                  <a:cubicBezTo>
                    <a:pt x="4" y="3"/>
                    <a:pt x="4" y="2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7" y="2"/>
                    <a:pt x="7" y="1"/>
                    <a:pt x="8" y="1"/>
                  </a:cubicBezTo>
                  <a:cubicBezTo>
                    <a:pt x="9" y="0"/>
                    <a:pt x="9" y="1"/>
                    <a:pt x="1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0" name="Freeform 5887">
              <a:extLst>
                <a:ext uri="{FF2B5EF4-FFF2-40B4-BE49-F238E27FC236}">
                  <a16:creationId xmlns:a16="http://schemas.microsoft.com/office/drawing/2014/main" id="{CBE75D21-0E9E-4DEF-833F-A115FB744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283"/>
              <a:ext cx="4" cy="8"/>
            </a:xfrm>
            <a:custGeom>
              <a:avLst/>
              <a:gdLst>
                <a:gd name="T0" fmla="*/ 16 w 2"/>
                <a:gd name="T1" fmla="*/ 0 h 4"/>
                <a:gd name="T2" fmla="*/ 8 w 2"/>
                <a:gd name="T3" fmla="*/ 16 h 4"/>
                <a:gd name="T4" fmla="*/ 8 w 2"/>
                <a:gd name="T5" fmla="*/ 32 h 4"/>
                <a:gd name="T6" fmla="*/ 0 w 2"/>
                <a:gd name="T7" fmla="*/ 16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2" y="2"/>
                    <a:pt x="1" y="2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1" name="Freeform 5888">
              <a:extLst>
                <a:ext uri="{FF2B5EF4-FFF2-40B4-BE49-F238E27FC236}">
                  <a16:creationId xmlns:a16="http://schemas.microsoft.com/office/drawing/2014/main" id="{CD56864A-C7D8-4AF9-9D95-E94C3FC8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277"/>
              <a:ext cx="6" cy="2"/>
            </a:xfrm>
            <a:custGeom>
              <a:avLst/>
              <a:gdLst>
                <a:gd name="T0" fmla="*/ 16 w 3"/>
                <a:gd name="T1" fmla="*/ 8 h 1"/>
                <a:gd name="T2" fmla="*/ 0 w 3"/>
                <a:gd name="T3" fmla="*/ 0 h 1"/>
                <a:gd name="T4" fmla="*/ 24 w 3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2" name="Freeform 5889">
              <a:extLst>
                <a:ext uri="{FF2B5EF4-FFF2-40B4-BE49-F238E27FC236}">
                  <a16:creationId xmlns:a16="http://schemas.microsoft.com/office/drawing/2014/main" id="{FA548F13-F999-4D01-AD4C-EE912EFDB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95"/>
              <a:ext cx="4" cy="6"/>
            </a:xfrm>
            <a:custGeom>
              <a:avLst/>
              <a:gdLst>
                <a:gd name="T0" fmla="*/ 16 w 2"/>
                <a:gd name="T1" fmla="*/ 0 h 3"/>
                <a:gd name="T2" fmla="*/ 8 w 2"/>
                <a:gd name="T3" fmla="*/ 16 h 3"/>
                <a:gd name="T4" fmla="*/ 0 w 2"/>
                <a:gd name="T5" fmla="*/ 24 h 3"/>
                <a:gd name="T6" fmla="*/ 16 w 2"/>
                <a:gd name="T7" fmla="*/ 16 h 3"/>
                <a:gd name="T8" fmla="*/ 16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3" name="Freeform 5890">
              <a:extLst>
                <a:ext uri="{FF2B5EF4-FFF2-40B4-BE49-F238E27FC236}">
                  <a16:creationId xmlns:a16="http://schemas.microsoft.com/office/drawing/2014/main" id="{461A099B-6306-456F-8204-A59BA040B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309"/>
              <a:ext cx="12" cy="2"/>
            </a:xfrm>
            <a:custGeom>
              <a:avLst/>
              <a:gdLst>
                <a:gd name="T0" fmla="*/ 40 w 6"/>
                <a:gd name="T1" fmla="*/ 0 h 1"/>
                <a:gd name="T2" fmla="*/ 24 w 6"/>
                <a:gd name="T3" fmla="*/ 8 h 1"/>
                <a:gd name="T4" fmla="*/ 16 w 6"/>
                <a:gd name="T5" fmla="*/ 8 h 1"/>
                <a:gd name="T6" fmla="*/ 0 w 6"/>
                <a:gd name="T7" fmla="*/ 0 h 1"/>
                <a:gd name="T8" fmla="*/ 24 w 6"/>
                <a:gd name="T9" fmla="*/ 8 h 1"/>
                <a:gd name="T10" fmla="*/ 48 w 6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">
                  <a:moveTo>
                    <a:pt x="5" y="0"/>
                  </a:moveTo>
                  <a:cubicBezTo>
                    <a:pt x="5" y="0"/>
                    <a:pt x="4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0"/>
                    <a:pt x="5" y="0"/>
                    <a:pt x="6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4" name="Freeform 5891">
              <a:extLst>
                <a:ext uri="{FF2B5EF4-FFF2-40B4-BE49-F238E27FC236}">
                  <a16:creationId xmlns:a16="http://schemas.microsoft.com/office/drawing/2014/main" id="{6609B4BF-8CEC-4887-84BE-D121CA253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297"/>
              <a:ext cx="6" cy="4"/>
            </a:xfrm>
            <a:custGeom>
              <a:avLst/>
              <a:gdLst>
                <a:gd name="T0" fmla="*/ 16 w 3"/>
                <a:gd name="T1" fmla="*/ 0 h 2"/>
                <a:gd name="T2" fmla="*/ 8 w 3"/>
                <a:gd name="T3" fmla="*/ 16 h 2"/>
                <a:gd name="T4" fmla="*/ 0 w 3"/>
                <a:gd name="T5" fmla="*/ 16 h 2"/>
                <a:gd name="T6" fmla="*/ 8 w 3"/>
                <a:gd name="T7" fmla="*/ 16 h 2"/>
                <a:gd name="T8" fmla="*/ 16 w 3"/>
                <a:gd name="T9" fmla="*/ 8 h 2"/>
                <a:gd name="T10" fmla="*/ 16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0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5" name="Freeform 5892">
              <a:extLst>
                <a:ext uri="{FF2B5EF4-FFF2-40B4-BE49-F238E27FC236}">
                  <a16:creationId xmlns:a16="http://schemas.microsoft.com/office/drawing/2014/main" id="{815563E0-C634-426B-855E-64C2C9832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285"/>
              <a:ext cx="2" cy="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16 h 4"/>
                <a:gd name="T4" fmla="*/ 8 w 1"/>
                <a:gd name="T5" fmla="*/ 32 h 4"/>
                <a:gd name="T6" fmla="*/ 0 w 1"/>
                <a:gd name="T7" fmla="*/ 24 h 4"/>
                <a:gd name="T8" fmla="*/ 0 w 1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6" name="Freeform 5893">
              <a:extLst>
                <a:ext uri="{FF2B5EF4-FFF2-40B4-BE49-F238E27FC236}">
                  <a16:creationId xmlns:a16="http://schemas.microsoft.com/office/drawing/2014/main" id="{FEFA80ED-55B8-4473-91E9-00DE6CF10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79"/>
              <a:ext cx="10" cy="4"/>
            </a:xfrm>
            <a:custGeom>
              <a:avLst/>
              <a:gdLst>
                <a:gd name="T0" fmla="*/ 40 w 5"/>
                <a:gd name="T1" fmla="*/ 8 h 2"/>
                <a:gd name="T2" fmla="*/ 16 w 5"/>
                <a:gd name="T3" fmla="*/ 8 h 2"/>
                <a:gd name="T4" fmla="*/ 0 w 5"/>
                <a:gd name="T5" fmla="*/ 0 h 2"/>
                <a:gd name="T6" fmla="*/ 16 w 5"/>
                <a:gd name="T7" fmla="*/ 16 h 2"/>
                <a:gd name="T8" fmla="*/ 32 w 5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2"/>
                    <a:pt x="4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7" name="Freeform 5894">
              <a:extLst>
                <a:ext uri="{FF2B5EF4-FFF2-40B4-BE49-F238E27FC236}">
                  <a16:creationId xmlns:a16="http://schemas.microsoft.com/office/drawing/2014/main" id="{30475FAD-CC64-42A5-BF1D-64545F423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275"/>
              <a:ext cx="32" cy="38"/>
            </a:xfrm>
            <a:custGeom>
              <a:avLst/>
              <a:gdLst>
                <a:gd name="T0" fmla="*/ 120 w 16"/>
                <a:gd name="T1" fmla="*/ 88 h 19"/>
                <a:gd name="T2" fmla="*/ 120 w 16"/>
                <a:gd name="T3" fmla="*/ 112 h 19"/>
                <a:gd name="T4" fmla="*/ 120 w 16"/>
                <a:gd name="T5" fmla="*/ 112 h 19"/>
                <a:gd name="T6" fmla="*/ 112 w 16"/>
                <a:gd name="T7" fmla="*/ 128 h 19"/>
                <a:gd name="T8" fmla="*/ 96 w 16"/>
                <a:gd name="T9" fmla="*/ 128 h 19"/>
                <a:gd name="T10" fmla="*/ 88 w 16"/>
                <a:gd name="T11" fmla="*/ 144 h 19"/>
                <a:gd name="T12" fmla="*/ 64 w 16"/>
                <a:gd name="T13" fmla="*/ 152 h 19"/>
                <a:gd name="T14" fmla="*/ 40 w 16"/>
                <a:gd name="T15" fmla="*/ 136 h 19"/>
                <a:gd name="T16" fmla="*/ 24 w 16"/>
                <a:gd name="T17" fmla="*/ 128 h 19"/>
                <a:gd name="T18" fmla="*/ 8 w 16"/>
                <a:gd name="T19" fmla="*/ 104 h 19"/>
                <a:gd name="T20" fmla="*/ 16 w 16"/>
                <a:gd name="T21" fmla="*/ 88 h 19"/>
                <a:gd name="T22" fmla="*/ 0 w 16"/>
                <a:gd name="T23" fmla="*/ 72 h 19"/>
                <a:gd name="T24" fmla="*/ 8 w 16"/>
                <a:gd name="T25" fmla="*/ 48 h 19"/>
                <a:gd name="T26" fmla="*/ 24 w 16"/>
                <a:gd name="T27" fmla="*/ 24 h 19"/>
                <a:gd name="T28" fmla="*/ 56 w 16"/>
                <a:gd name="T29" fmla="*/ 8 h 19"/>
                <a:gd name="T30" fmla="*/ 80 w 16"/>
                <a:gd name="T31" fmla="*/ 8 h 19"/>
                <a:gd name="T32" fmla="*/ 88 w 16"/>
                <a:gd name="T33" fmla="*/ 24 h 19"/>
                <a:gd name="T34" fmla="*/ 104 w 16"/>
                <a:gd name="T35" fmla="*/ 24 h 19"/>
                <a:gd name="T36" fmla="*/ 120 w 16"/>
                <a:gd name="T37" fmla="*/ 40 h 19"/>
                <a:gd name="T38" fmla="*/ 120 w 16"/>
                <a:gd name="T39" fmla="*/ 64 h 19"/>
                <a:gd name="T40" fmla="*/ 120 w 16"/>
                <a:gd name="T41" fmla="*/ 8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9">
                  <a:moveTo>
                    <a:pt x="15" y="11"/>
                  </a:moveTo>
                  <a:cubicBezTo>
                    <a:pt x="16" y="12"/>
                    <a:pt x="16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5"/>
                    <a:pt x="15" y="16"/>
                    <a:pt x="14" y="16"/>
                  </a:cubicBezTo>
                  <a:cubicBezTo>
                    <a:pt x="13" y="17"/>
                    <a:pt x="13" y="16"/>
                    <a:pt x="12" y="16"/>
                  </a:cubicBezTo>
                  <a:cubicBezTo>
                    <a:pt x="12" y="16"/>
                    <a:pt x="12" y="17"/>
                    <a:pt x="11" y="18"/>
                  </a:cubicBezTo>
                  <a:cubicBezTo>
                    <a:pt x="10" y="19"/>
                    <a:pt x="9" y="19"/>
                    <a:pt x="8" y="19"/>
                  </a:cubicBezTo>
                  <a:cubicBezTo>
                    <a:pt x="7" y="18"/>
                    <a:pt x="7" y="18"/>
                    <a:pt x="5" y="17"/>
                  </a:cubicBezTo>
                  <a:cubicBezTo>
                    <a:pt x="4" y="17"/>
                    <a:pt x="4" y="17"/>
                    <a:pt x="3" y="16"/>
                  </a:cubicBezTo>
                  <a:cubicBezTo>
                    <a:pt x="2" y="15"/>
                    <a:pt x="1" y="14"/>
                    <a:pt x="1" y="13"/>
                  </a:cubicBezTo>
                  <a:cubicBezTo>
                    <a:pt x="0" y="12"/>
                    <a:pt x="2" y="12"/>
                    <a:pt x="2" y="11"/>
                  </a:cubicBezTo>
                  <a:cubicBezTo>
                    <a:pt x="3" y="9"/>
                    <a:pt x="1" y="9"/>
                    <a:pt x="0" y="9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1" y="5"/>
                    <a:pt x="2" y="4"/>
                    <a:pt x="3" y="3"/>
                  </a:cubicBezTo>
                  <a:cubicBezTo>
                    <a:pt x="4" y="2"/>
                    <a:pt x="5" y="1"/>
                    <a:pt x="7" y="1"/>
                  </a:cubicBezTo>
                  <a:cubicBezTo>
                    <a:pt x="8" y="0"/>
                    <a:pt x="10" y="0"/>
                    <a:pt x="10" y="1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12" y="3"/>
                    <a:pt x="12" y="3"/>
                    <a:pt x="13" y="3"/>
                  </a:cubicBezTo>
                  <a:cubicBezTo>
                    <a:pt x="14" y="3"/>
                    <a:pt x="15" y="4"/>
                    <a:pt x="15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5" y="10"/>
                    <a:pt x="15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8" name="Freeform 5895">
              <a:extLst>
                <a:ext uri="{FF2B5EF4-FFF2-40B4-BE49-F238E27FC236}">
                  <a16:creationId xmlns:a16="http://schemas.microsoft.com/office/drawing/2014/main" id="{3CE5D891-C442-4E5D-BE1B-796DA6C38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295"/>
              <a:ext cx="4" cy="4"/>
            </a:xfrm>
            <a:custGeom>
              <a:avLst/>
              <a:gdLst>
                <a:gd name="T0" fmla="*/ 8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9" name="Freeform 5896">
              <a:extLst>
                <a:ext uri="{FF2B5EF4-FFF2-40B4-BE49-F238E27FC236}">
                  <a16:creationId xmlns:a16="http://schemas.microsoft.com/office/drawing/2014/main" id="{E8BD376A-9975-4B69-AEB1-AF44125E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295"/>
              <a:ext cx="6" cy="6"/>
            </a:xfrm>
            <a:custGeom>
              <a:avLst/>
              <a:gdLst>
                <a:gd name="T0" fmla="*/ 0 w 3"/>
                <a:gd name="T1" fmla="*/ 24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0" name="Freeform 5897">
              <a:extLst>
                <a:ext uri="{FF2B5EF4-FFF2-40B4-BE49-F238E27FC236}">
                  <a16:creationId xmlns:a16="http://schemas.microsoft.com/office/drawing/2014/main" id="{EAEEB56A-5ED0-41D0-882A-375DCEE60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279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1" name="Freeform 5898">
              <a:extLst>
                <a:ext uri="{FF2B5EF4-FFF2-40B4-BE49-F238E27FC236}">
                  <a16:creationId xmlns:a16="http://schemas.microsoft.com/office/drawing/2014/main" id="{1C9FC319-1B68-4ED2-963D-1F904906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991"/>
              <a:ext cx="32" cy="38"/>
            </a:xfrm>
            <a:custGeom>
              <a:avLst/>
              <a:gdLst>
                <a:gd name="T0" fmla="*/ 120 w 16"/>
                <a:gd name="T1" fmla="*/ 80 h 19"/>
                <a:gd name="T2" fmla="*/ 120 w 16"/>
                <a:gd name="T3" fmla="*/ 120 h 19"/>
                <a:gd name="T4" fmla="*/ 112 w 16"/>
                <a:gd name="T5" fmla="*/ 136 h 19"/>
                <a:gd name="T6" fmla="*/ 112 w 16"/>
                <a:gd name="T7" fmla="*/ 128 h 19"/>
                <a:gd name="T8" fmla="*/ 80 w 16"/>
                <a:gd name="T9" fmla="*/ 136 h 19"/>
                <a:gd name="T10" fmla="*/ 64 w 16"/>
                <a:gd name="T11" fmla="*/ 120 h 19"/>
                <a:gd name="T12" fmla="*/ 48 w 16"/>
                <a:gd name="T13" fmla="*/ 128 h 19"/>
                <a:gd name="T14" fmla="*/ 40 w 16"/>
                <a:gd name="T15" fmla="*/ 112 h 19"/>
                <a:gd name="T16" fmla="*/ 24 w 16"/>
                <a:gd name="T17" fmla="*/ 96 h 19"/>
                <a:gd name="T18" fmla="*/ 0 w 16"/>
                <a:gd name="T19" fmla="*/ 64 h 19"/>
                <a:gd name="T20" fmla="*/ 16 w 16"/>
                <a:gd name="T21" fmla="*/ 48 h 19"/>
                <a:gd name="T22" fmla="*/ 24 w 16"/>
                <a:gd name="T23" fmla="*/ 32 h 19"/>
                <a:gd name="T24" fmla="*/ 56 w 16"/>
                <a:gd name="T25" fmla="*/ 0 h 19"/>
                <a:gd name="T26" fmla="*/ 96 w 16"/>
                <a:gd name="T27" fmla="*/ 24 h 19"/>
                <a:gd name="T28" fmla="*/ 120 w 16"/>
                <a:gd name="T29" fmla="*/ 80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9">
                  <a:moveTo>
                    <a:pt x="15" y="10"/>
                  </a:moveTo>
                  <a:cubicBezTo>
                    <a:pt x="16" y="10"/>
                    <a:pt x="16" y="14"/>
                    <a:pt x="15" y="15"/>
                  </a:cubicBezTo>
                  <a:cubicBezTo>
                    <a:pt x="15" y="16"/>
                    <a:pt x="15" y="16"/>
                    <a:pt x="14" y="17"/>
                  </a:cubicBezTo>
                  <a:cubicBezTo>
                    <a:pt x="14" y="17"/>
                    <a:pt x="14" y="16"/>
                    <a:pt x="14" y="16"/>
                  </a:cubicBezTo>
                  <a:cubicBezTo>
                    <a:pt x="12" y="17"/>
                    <a:pt x="12" y="19"/>
                    <a:pt x="10" y="17"/>
                  </a:cubicBezTo>
                  <a:cubicBezTo>
                    <a:pt x="9" y="16"/>
                    <a:pt x="9" y="15"/>
                    <a:pt x="8" y="15"/>
                  </a:cubicBezTo>
                  <a:cubicBezTo>
                    <a:pt x="7" y="15"/>
                    <a:pt x="7" y="16"/>
                    <a:pt x="6" y="16"/>
                  </a:cubicBezTo>
                  <a:cubicBezTo>
                    <a:pt x="5" y="17"/>
                    <a:pt x="5" y="15"/>
                    <a:pt x="5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2"/>
                    <a:pt x="0" y="10"/>
                    <a:pt x="0" y="8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4" y="2"/>
                    <a:pt x="5" y="0"/>
                    <a:pt x="7" y="0"/>
                  </a:cubicBezTo>
                  <a:cubicBezTo>
                    <a:pt x="8" y="0"/>
                    <a:pt x="11" y="1"/>
                    <a:pt x="12" y="3"/>
                  </a:cubicBezTo>
                  <a:cubicBezTo>
                    <a:pt x="13" y="5"/>
                    <a:pt x="14" y="8"/>
                    <a:pt x="15" y="10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2" name="Freeform 5899">
              <a:extLst>
                <a:ext uri="{FF2B5EF4-FFF2-40B4-BE49-F238E27FC236}">
                  <a16:creationId xmlns:a16="http://schemas.microsoft.com/office/drawing/2014/main" id="{0569CBA6-DC74-4AB2-B85C-7D6579159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003"/>
              <a:ext cx="6" cy="14"/>
            </a:xfrm>
            <a:custGeom>
              <a:avLst/>
              <a:gdLst>
                <a:gd name="T0" fmla="*/ 8 w 3"/>
                <a:gd name="T1" fmla="*/ 0 h 7"/>
                <a:gd name="T2" fmla="*/ 0 w 3"/>
                <a:gd name="T3" fmla="*/ 16 h 7"/>
                <a:gd name="T4" fmla="*/ 0 w 3"/>
                <a:gd name="T5" fmla="*/ 32 h 7"/>
                <a:gd name="T6" fmla="*/ 24 w 3"/>
                <a:gd name="T7" fmla="*/ 56 h 7"/>
                <a:gd name="T8" fmla="*/ 16 w 3"/>
                <a:gd name="T9" fmla="*/ 40 h 7"/>
                <a:gd name="T10" fmla="*/ 16 w 3"/>
                <a:gd name="T11" fmla="*/ 24 h 7"/>
                <a:gd name="T12" fmla="*/ 8 w 3"/>
                <a:gd name="T13" fmla="*/ 16 h 7"/>
                <a:gd name="T14" fmla="*/ 8 w 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2" y="6"/>
                    <a:pt x="3" y="7"/>
                  </a:cubicBezTo>
                  <a:cubicBezTo>
                    <a:pt x="3" y="6"/>
                    <a:pt x="3" y="6"/>
                    <a:pt x="2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3" name="Freeform 5900">
              <a:extLst>
                <a:ext uri="{FF2B5EF4-FFF2-40B4-BE49-F238E27FC236}">
                  <a16:creationId xmlns:a16="http://schemas.microsoft.com/office/drawing/2014/main" id="{6D775C76-E1A4-4ECA-A303-86755B758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3017"/>
              <a:ext cx="8" cy="6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24 h 3"/>
                <a:gd name="T4" fmla="*/ 16 w 4"/>
                <a:gd name="T5" fmla="*/ 16 h 3"/>
                <a:gd name="T6" fmla="*/ 32 w 4"/>
                <a:gd name="T7" fmla="*/ 8 h 3"/>
                <a:gd name="T8" fmla="*/ 16 w 4"/>
                <a:gd name="T9" fmla="*/ 16 h 3"/>
                <a:gd name="T10" fmla="*/ 0 w 4"/>
                <a:gd name="T11" fmla="*/ 8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4" name="Freeform 5901">
              <a:extLst>
                <a:ext uri="{FF2B5EF4-FFF2-40B4-BE49-F238E27FC236}">
                  <a16:creationId xmlns:a16="http://schemas.microsoft.com/office/drawing/2014/main" id="{78A7882E-3551-4B0A-90E3-DCDB6AEBA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021"/>
              <a:ext cx="8" cy="6"/>
            </a:xfrm>
            <a:custGeom>
              <a:avLst/>
              <a:gdLst>
                <a:gd name="T0" fmla="*/ 8 w 4"/>
                <a:gd name="T1" fmla="*/ 0 h 3"/>
                <a:gd name="T2" fmla="*/ 0 w 4"/>
                <a:gd name="T3" fmla="*/ 0 h 3"/>
                <a:gd name="T4" fmla="*/ 16 w 4"/>
                <a:gd name="T5" fmla="*/ 16 h 3"/>
                <a:gd name="T6" fmla="*/ 32 w 4"/>
                <a:gd name="T7" fmla="*/ 8 h 3"/>
                <a:gd name="T8" fmla="*/ 16 w 4"/>
                <a:gd name="T9" fmla="*/ 8 h 3"/>
                <a:gd name="T10" fmla="*/ 8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2"/>
                    <a:pt x="2" y="2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3" y="1"/>
                    <a:pt x="3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5" name="Freeform 5902">
              <a:extLst>
                <a:ext uri="{FF2B5EF4-FFF2-40B4-BE49-F238E27FC236}">
                  <a16:creationId xmlns:a16="http://schemas.microsoft.com/office/drawing/2014/main" id="{BDB76DD2-2932-4F2A-9C79-F869B140D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015"/>
              <a:ext cx="6" cy="10"/>
            </a:xfrm>
            <a:custGeom>
              <a:avLst/>
              <a:gdLst>
                <a:gd name="T0" fmla="*/ 24 w 3"/>
                <a:gd name="T1" fmla="*/ 8 h 5"/>
                <a:gd name="T2" fmla="*/ 24 w 3"/>
                <a:gd name="T3" fmla="*/ 24 h 5"/>
                <a:gd name="T4" fmla="*/ 8 w 3"/>
                <a:gd name="T5" fmla="*/ 32 h 5"/>
                <a:gd name="T6" fmla="*/ 0 w 3"/>
                <a:gd name="T7" fmla="*/ 40 h 5"/>
                <a:gd name="T8" fmla="*/ 16 w 3"/>
                <a:gd name="T9" fmla="*/ 24 h 5"/>
                <a:gd name="T10" fmla="*/ 24 w 3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3" y="1"/>
                    <a:pt x="3" y="3"/>
                    <a:pt x="3" y="3"/>
                  </a:cubicBezTo>
                  <a:cubicBezTo>
                    <a:pt x="2" y="4"/>
                    <a:pt x="2" y="3"/>
                    <a:pt x="1" y="4"/>
                  </a:cubicBezTo>
                  <a:cubicBezTo>
                    <a:pt x="1" y="4"/>
                    <a:pt x="1" y="5"/>
                    <a:pt x="0" y="5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6" name="Freeform 5903">
              <a:extLst>
                <a:ext uri="{FF2B5EF4-FFF2-40B4-BE49-F238E27FC236}">
                  <a16:creationId xmlns:a16="http://schemas.microsoft.com/office/drawing/2014/main" id="{3F1AC7BD-77DE-4F8C-BF15-CA4A87656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997"/>
              <a:ext cx="4" cy="14"/>
            </a:xfrm>
            <a:custGeom>
              <a:avLst/>
              <a:gdLst>
                <a:gd name="T0" fmla="*/ 0 w 2"/>
                <a:gd name="T1" fmla="*/ 8 h 7"/>
                <a:gd name="T2" fmla="*/ 0 w 2"/>
                <a:gd name="T3" fmla="*/ 32 h 7"/>
                <a:gd name="T4" fmla="*/ 16 w 2"/>
                <a:gd name="T5" fmla="*/ 56 h 7"/>
                <a:gd name="T6" fmla="*/ 8 w 2"/>
                <a:gd name="T7" fmla="*/ 24 h 7"/>
                <a:gd name="T8" fmla="*/ 8 w 2"/>
                <a:gd name="T9" fmla="*/ 16 h 7"/>
                <a:gd name="T10" fmla="*/ 0 w 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7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1" y="6"/>
                    <a:pt x="1" y="5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7" name="Freeform 5904">
              <a:extLst>
                <a:ext uri="{FF2B5EF4-FFF2-40B4-BE49-F238E27FC236}">
                  <a16:creationId xmlns:a16="http://schemas.microsoft.com/office/drawing/2014/main" id="{BE4AC827-73EA-47C9-BDDD-A8F87C1CA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009"/>
              <a:ext cx="6" cy="6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8 h 3"/>
                <a:gd name="T4" fmla="*/ 8 w 3"/>
                <a:gd name="T5" fmla="*/ 16 h 3"/>
                <a:gd name="T6" fmla="*/ 16 w 3"/>
                <a:gd name="T7" fmla="*/ 24 h 3"/>
                <a:gd name="T8" fmla="*/ 16 w 3"/>
                <a:gd name="T9" fmla="*/ 16 h 3"/>
                <a:gd name="T10" fmla="*/ 0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8" name="Freeform 5905">
              <a:extLst>
                <a:ext uri="{FF2B5EF4-FFF2-40B4-BE49-F238E27FC236}">
                  <a16:creationId xmlns:a16="http://schemas.microsoft.com/office/drawing/2014/main" id="{21F4D480-5636-440E-9678-CFCDBB7C3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019"/>
              <a:ext cx="4" cy="6"/>
            </a:xfrm>
            <a:custGeom>
              <a:avLst/>
              <a:gdLst>
                <a:gd name="T0" fmla="*/ 8 w 2"/>
                <a:gd name="T1" fmla="*/ 8 h 3"/>
                <a:gd name="T2" fmla="*/ 0 w 2"/>
                <a:gd name="T3" fmla="*/ 8 h 3"/>
                <a:gd name="T4" fmla="*/ 16 w 2"/>
                <a:gd name="T5" fmla="*/ 24 h 3"/>
                <a:gd name="T6" fmla="*/ 8 w 2"/>
                <a:gd name="T7" fmla="*/ 8 h 3"/>
                <a:gd name="T8" fmla="*/ 8 w 2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2" y="0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9" name="Freeform 5906">
              <a:extLst>
                <a:ext uri="{FF2B5EF4-FFF2-40B4-BE49-F238E27FC236}">
                  <a16:creationId xmlns:a16="http://schemas.microsoft.com/office/drawing/2014/main" id="{5C69C657-B5BA-4D68-8596-CD0EEA2E0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993"/>
              <a:ext cx="12" cy="6"/>
            </a:xfrm>
            <a:custGeom>
              <a:avLst/>
              <a:gdLst>
                <a:gd name="T0" fmla="*/ 48 w 6"/>
                <a:gd name="T1" fmla="*/ 0 h 3"/>
                <a:gd name="T2" fmla="*/ 16 w 6"/>
                <a:gd name="T3" fmla="*/ 0 h 3"/>
                <a:gd name="T4" fmla="*/ 0 w 6"/>
                <a:gd name="T5" fmla="*/ 24 h 3"/>
                <a:gd name="T6" fmla="*/ 24 w 6"/>
                <a:gd name="T7" fmla="*/ 8 h 3"/>
                <a:gd name="T8" fmla="*/ 40 w 6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0"/>
                    <a:pt x="4" y="0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0" name="Freeform 5907">
              <a:extLst>
                <a:ext uri="{FF2B5EF4-FFF2-40B4-BE49-F238E27FC236}">
                  <a16:creationId xmlns:a16="http://schemas.microsoft.com/office/drawing/2014/main" id="{2FD9105F-D9DB-4B36-B889-0299B5B5A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999"/>
              <a:ext cx="4" cy="12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24 h 6"/>
                <a:gd name="T4" fmla="*/ 16 w 2"/>
                <a:gd name="T5" fmla="*/ 48 h 6"/>
                <a:gd name="T6" fmla="*/ 0 w 2"/>
                <a:gd name="T7" fmla="*/ 32 h 6"/>
                <a:gd name="T8" fmla="*/ 0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1" y="5"/>
                    <a:pt x="2" y="6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1" name="Freeform 5908">
              <a:extLst>
                <a:ext uri="{FF2B5EF4-FFF2-40B4-BE49-F238E27FC236}">
                  <a16:creationId xmlns:a16="http://schemas.microsoft.com/office/drawing/2014/main" id="{D5E39CDB-2ACF-4AD8-B36A-A2DBCBAF6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991"/>
              <a:ext cx="32" cy="38"/>
            </a:xfrm>
            <a:custGeom>
              <a:avLst/>
              <a:gdLst>
                <a:gd name="T0" fmla="*/ 120 w 16"/>
                <a:gd name="T1" fmla="*/ 80 h 19"/>
                <a:gd name="T2" fmla="*/ 120 w 16"/>
                <a:gd name="T3" fmla="*/ 120 h 19"/>
                <a:gd name="T4" fmla="*/ 112 w 16"/>
                <a:gd name="T5" fmla="*/ 136 h 19"/>
                <a:gd name="T6" fmla="*/ 112 w 16"/>
                <a:gd name="T7" fmla="*/ 128 h 19"/>
                <a:gd name="T8" fmla="*/ 80 w 16"/>
                <a:gd name="T9" fmla="*/ 136 h 19"/>
                <a:gd name="T10" fmla="*/ 64 w 16"/>
                <a:gd name="T11" fmla="*/ 120 h 19"/>
                <a:gd name="T12" fmla="*/ 48 w 16"/>
                <a:gd name="T13" fmla="*/ 128 h 19"/>
                <a:gd name="T14" fmla="*/ 40 w 16"/>
                <a:gd name="T15" fmla="*/ 112 h 19"/>
                <a:gd name="T16" fmla="*/ 24 w 16"/>
                <a:gd name="T17" fmla="*/ 96 h 19"/>
                <a:gd name="T18" fmla="*/ 0 w 16"/>
                <a:gd name="T19" fmla="*/ 64 h 19"/>
                <a:gd name="T20" fmla="*/ 16 w 16"/>
                <a:gd name="T21" fmla="*/ 48 h 19"/>
                <a:gd name="T22" fmla="*/ 24 w 16"/>
                <a:gd name="T23" fmla="*/ 32 h 19"/>
                <a:gd name="T24" fmla="*/ 56 w 16"/>
                <a:gd name="T25" fmla="*/ 0 h 19"/>
                <a:gd name="T26" fmla="*/ 96 w 16"/>
                <a:gd name="T27" fmla="*/ 24 h 19"/>
                <a:gd name="T28" fmla="*/ 120 w 16"/>
                <a:gd name="T29" fmla="*/ 80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9">
                  <a:moveTo>
                    <a:pt x="15" y="10"/>
                  </a:moveTo>
                  <a:cubicBezTo>
                    <a:pt x="16" y="10"/>
                    <a:pt x="16" y="14"/>
                    <a:pt x="15" y="15"/>
                  </a:cubicBezTo>
                  <a:cubicBezTo>
                    <a:pt x="15" y="16"/>
                    <a:pt x="15" y="16"/>
                    <a:pt x="14" y="17"/>
                  </a:cubicBezTo>
                  <a:cubicBezTo>
                    <a:pt x="14" y="17"/>
                    <a:pt x="14" y="16"/>
                    <a:pt x="14" y="16"/>
                  </a:cubicBezTo>
                  <a:cubicBezTo>
                    <a:pt x="12" y="17"/>
                    <a:pt x="12" y="19"/>
                    <a:pt x="10" y="17"/>
                  </a:cubicBezTo>
                  <a:cubicBezTo>
                    <a:pt x="9" y="16"/>
                    <a:pt x="9" y="15"/>
                    <a:pt x="8" y="15"/>
                  </a:cubicBezTo>
                  <a:cubicBezTo>
                    <a:pt x="7" y="15"/>
                    <a:pt x="7" y="16"/>
                    <a:pt x="6" y="16"/>
                  </a:cubicBezTo>
                  <a:cubicBezTo>
                    <a:pt x="5" y="17"/>
                    <a:pt x="5" y="15"/>
                    <a:pt x="5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2"/>
                    <a:pt x="0" y="10"/>
                    <a:pt x="0" y="8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4" y="2"/>
                    <a:pt x="5" y="0"/>
                    <a:pt x="7" y="0"/>
                  </a:cubicBezTo>
                  <a:cubicBezTo>
                    <a:pt x="8" y="0"/>
                    <a:pt x="11" y="1"/>
                    <a:pt x="12" y="3"/>
                  </a:cubicBezTo>
                  <a:cubicBezTo>
                    <a:pt x="13" y="5"/>
                    <a:pt x="14" y="8"/>
                    <a:pt x="15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2" name="Freeform 5909">
              <a:extLst>
                <a:ext uri="{FF2B5EF4-FFF2-40B4-BE49-F238E27FC236}">
                  <a16:creationId xmlns:a16="http://schemas.microsoft.com/office/drawing/2014/main" id="{CF398754-BFC3-4104-851B-913400437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3019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3" name="Freeform 5910">
              <a:extLst>
                <a:ext uri="{FF2B5EF4-FFF2-40B4-BE49-F238E27FC236}">
                  <a16:creationId xmlns:a16="http://schemas.microsoft.com/office/drawing/2014/main" id="{8108CDB9-F078-4C9C-B911-037D4151F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997"/>
              <a:ext cx="4" cy="14"/>
            </a:xfrm>
            <a:custGeom>
              <a:avLst/>
              <a:gdLst>
                <a:gd name="T0" fmla="*/ 16 w 2"/>
                <a:gd name="T1" fmla="*/ 56 h 7"/>
                <a:gd name="T2" fmla="*/ 0 w 2"/>
                <a:gd name="T3" fmla="*/ 32 h 7"/>
                <a:gd name="T4" fmla="*/ 0 w 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6"/>
                    <a:pt x="0" y="6"/>
                    <a:pt x="0" y="4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4" name="Freeform 5911">
              <a:extLst>
                <a:ext uri="{FF2B5EF4-FFF2-40B4-BE49-F238E27FC236}">
                  <a16:creationId xmlns:a16="http://schemas.microsoft.com/office/drawing/2014/main" id="{F8CD0081-F683-4399-BA32-C406B402B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3013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5" name="Freeform 5912">
              <a:extLst>
                <a:ext uri="{FF2B5EF4-FFF2-40B4-BE49-F238E27FC236}">
                  <a16:creationId xmlns:a16="http://schemas.microsoft.com/office/drawing/2014/main" id="{60052029-095D-4652-A464-F8BE8B5B8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341"/>
              <a:ext cx="38" cy="40"/>
            </a:xfrm>
            <a:custGeom>
              <a:avLst/>
              <a:gdLst>
                <a:gd name="T0" fmla="*/ 144 w 19"/>
                <a:gd name="T1" fmla="*/ 128 h 20"/>
                <a:gd name="T2" fmla="*/ 120 w 19"/>
                <a:gd name="T3" fmla="*/ 152 h 20"/>
                <a:gd name="T4" fmla="*/ 104 w 19"/>
                <a:gd name="T5" fmla="*/ 152 h 20"/>
                <a:gd name="T6" fmla="*/ 96 w 19"/>
                <a:gd name="T7" fmla="*/ 152 h 20"/>
                <a:gd name="T8" fmla="*/ 72 w 19"/>
                <a:gd name="T9" fmla="*/ 152 h 20"/>
                <a:gd name="T10" fmla="*/ 40 w 19"/>
                <a:gd name="T11" fmla="*/ 144 h 20"/>
                <a:gd name="T12" fmla="*/ 40 w 19"/>
                <a:gd name="T13" fmla="*/ 120 h 20"/>
                <a:gd name="T14" fmla="*/ 8 w 19"/>
                <a:gd name="T15" fmla="*/ 112 h 20"/>
                <a:gd name="T16" fmla="*/ 16 w 19"/>
                <a:gd name="T17" fmla="*/ 80 h 20"/>
                <a:gd name="T18" fmla="*/ 0 w 19"/>
                <a:gd name="T19" fmla="*/ 56 h 20"/>
                <a:gd name="T20" fmla="*/ 16 w 19"/>
                <a:gd name="T21" fmla="*/ 40 h 20"/>
                <a:gd name="T22" fmla="*/ 32 w 19"/>
                <a:gd name="T23" fmla="*/ 24 h 20"/>
                <a:gd name="T24" fmla="*/ 88 w 19"/>
                <a:gd name="T25" fmla="*/ 8 h 20"/>
                <a:gd name="T26" fmla="*/ 112 w 19"/>
                <a:gd name="T27" fmla="*/ 24 h 20"/>
                <a:gd name="T28" fmla="*/ 128 w 19"/>
                <a:gd name="T29" fmla="*/ 48 h 20"/>
                <a:gd name="T30" fmla="*/ 128 w 19"/>
                <a:gd name="T31" fmla="*/ 64 h 20"/>
                <a:gd name="T32" fmla="*/ 144 w 19"/>
                <a:gd name="T33" fmla="*/ 72 h 20"/>
                <a:gd name="T34" fmla="*/ 152 w 19"/>
                <a:gd name="T35" fmla="*/ 96 h 20"/>
                <a:gd name="T36" fmla="*/ 144 w 19"/>
                <a:gd name="T37" fmla="*/ 128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18" y="16"/>
                  </a:moveTo>
                  <a:cubicBezTo>
                    <a:pt x="18" y="17"/>
                    <a:pt x="16" y="19"/>
                    <a:pt x="15" y="19"/>
                  </a:cubicBezTo>
                  <a:cubicBezTo>
                    <a:pt x="14" y="20"/>
                    <a:pt x="14" y="19"/>
                    <a:pt x="13" y="19"/>
                  </a:cubicBezTo>
                  <a:cubicBezTo>
                    <a:pt x="12" y="18"/>
                    <a:pt x="13" y="19"/>
                    <a:pt x="12" y="19"/>
                  </a:cubicBezTo>
                  <a:cubicBezTo>
                    <a:pt x="11" y="20"/>
                    <a:pt x="10" y="19"/>
                    <a:pt x="9" y="19"/>
                  </a:cubicBezTo>
                  <a:cubicBezTo>
                    <a:pt x="7" y="19"/>
                    <a:pt x="6" y="20"/>
                    <a:pt x="5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4" y="14"/>
                    <a:pt x="2" y="15"/>
                    <a:pt x="1" y="14"/>
                  </a:cubicBezTo>
                  <a:cubicBezTo>
                    <a:pt x="0" y="12"/>
                    <a:pt x="1" y="12"/>
                    <a:pt x="2" y="10"/>
                  </a:cubicBezTo>
                  <a:cubicBezTo>
                    <a:pt x="2" y="9"/>
                    <a:pt x="1" y="8"/>
                    <a:pt x="0" y="7"/>
                  </a:cubicBezTo>
                  <a:cubicBezTo>
                    <a:pt x="0" y="6"/>
                    <a:pt x="2" y="6"/>
                    <a:pt x="2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5" y="4"/>
                    <a:pt x="16" y="4"/>
                    <a:pt x="16" y="6"/>
                  </a:cubicBezTo>
                  <a:cubicBezTo>
                    <a:pt x="16" y="6"/>
                    <a:pt x="16" y="7"/>
                    <a:pt x="16" y="8"/>
                  </a:cubicBezTo>
                  <a:cubicBezTo>
                    <a:pt x="17" y="8"/>
                    <a:pt x="18" y="8"/>
                    <a:pt x="18" y="9"/>
                  </a:cubicBezTo>
                  <a:cubicBezTo>
                    <a:pt x="19" y="10"/>
                    <a:pt x="19" y="11"/>
                    <a:pt x="19" y="12"/>
                  </a:cubicBezTo>
                  <a:cubicBezTo>
                    <a:pt x="19" y="13"/>
                    <a:pt x="19" y="15"/>
                    <a:pt x="18" y="16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6" name="Freeform 5913">
              <a:extLst>
                <a:ext uri="{FF2B5EF4-FFF2-40B4-BE49-F238E27FC236}">
                  <a16:creationId xmlns:a16="http://schemas.microsoft.com/office/drawing/2014/main" id="{24E6FE5C-5F64-4E25-AE9E-E5904707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351"/>
              <a:ext cx="16" cy="18"/>
            </a:xfrm>
            <a:custGeom>
              <a:avLst/>
              <a:gdLst>
                <a:gd name="T0" fmla="*/ 24 w 8"/>
                <a:gd name="T1" fmla="*/ 0 h 9"/>
                <a:gd name="T2" fmla="*/ 0 w 8"/>
                <a:gd name="T3" fmla="*/ 16 h 9"/>
                <a:gd name="T4" fmla="*/ 8 w 8"/>
                <a:gd name="T5" fmla="*/ 40 h 9"/>
                <a:gd name="T6" fmla="*/ 0 w 8"/>
                <a:gd name="T7" fmla="*/ 56 h 9"/>
                <a:gd name="T8" fmla="*/ 24 w 8"/>
                <a:gd name="T9" fmla="*/ 72 h 9"/>
                <a:gd name="T10" fmla="*/ 16 w 8"/>
                <a:gd name="T11" fmla="*/ 48 h 9"/>
                <a:gd name="T12" fmla="*/ 32 w 8"/>
                <a:gd name="T13" fmla="*/ 32 h 9"/>
                <a:gd name="T14" fmla="*/ 40 w 8"/>
                <a:gd name="T15" fmla="*/ 16 h 9"/>
                <a:gd name="T16" fmla="*/ 64 w 8"/>
                <a:gd name="T17" fmla="*/ 16 h 9"/>
                <a:gd name="T18" fmla="*/ 40 w 8"/>
                <a:gd name="T19" fmla="*/ 8 h 9"/>
                <a:gd name="T20" fmla="*/ 16 w 8"/>
                <a:gd name="T21" fmla="*/ 16 h 9"/>
                <a:gd name="T22" fmla="*/ 24 w 8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2" y="9"/>
                    <a:pt x="1" y="7"/>
                    <a:pt x="2" y="6"/>
                  </a:cubicBezTo>
                  <a:cubicBezTo>
                    <a:pt x="2" y="5"/>
                    <a:pt x="4" y="5"/>
                    <a:pt x="4" y="4"/>
                  </a:cubicBezTo>
                  <a:cubicBezTo>
                    <a:pt x="5" y="3"/>
                    <a:pt x="4" y="3"/>
                    <a:pt x="5" y="2"/>
                  </a:cubicBezTo>
                  <a:cubicBezTo>
                    <a:pt x="6" y="2"/>
                    <a:pt x="7" y="2"/>
                    <a:pt x="8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1"/>
                    <a:pt x="3" y="4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7" name="Freeform 5914">
              <a:extLst>
                <a:ext uri="{FF2B5EF4-FFF2-40B4-BE49-F238E27FC236}">
                  <a16:creationId xmlns:a16="http://schemas.microsoft.com/office/drawing/2014/main" id="{0BF988A3-B7EF-4CA2-A4CF-89AF442E3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73"/>
              <a:ext cx="14" cy="6"/>
            </a:xfrm>
            <a:custGeom>
              <a:avLst/>
              <a:gdLst>
                <a:gd name="T0" fmla="*/ 8 w 7"/>
                <a:gd name="T1" fmla="*/ 0 h 3"/>
                <a:gd name="T2" fmla="*/ 8 w 7"/>
                <a:gd name="T3" fmla="*/ 16 h 3"/>
                <a:gd name="T4" fmla="*/ 24 w 7"/>
                <a:gd name="T5" fmla="*/ 24 h 3"/>
                <a:gd name="T6" fmla="*/ 56 w 7"/>
                <a:gd name="T7" fmla="*/ 16 h 3"/>
                <a:gd name="T8" fmla="*/ 40 w 7"/>
                <a:gd name="T9" fmla="*/ 16 h 3"/>
                <a:gd name="T10" fmla="*/ 24 w 7"/>
                <a:gd name="T11" fmla="*/ 16 h 3"/>
                <a:gd name="T12" fmla="*/ 16 w 7"/>
                <a:gd name="T13" fmla="*/ 8 h 3"/>
                <a:gd name="T14" fmla="*/ 8 w 7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4" y="2"/>
                    <a:pt x="6" y="3"/>
                    <a:pt x="7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3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8" name="Freeform 5915">
              <a:extLst>
                <a:ext uri="{FF2B5EF4-FFF2-40B4-BE49-F238E27FC236}">
                  <a16:creationId xmlns:a16="http://schemas.microsoft.com/office/drawing/2014/main" id="{9BF4AE5C-5775-4BF0-9B95-922B48D0C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367"/>
              <a:ext cx="10" cy="12"/>
            </a:xfrm>
            <a:custGeom>
              <a:avLst/>
              <a:gdLst>
                <a:gd name="T0" fmla="*/ 32 w 5"/>
                <a:gd name="T1" fmla="*/ 8 h 6"/>
                <a:gd name="T2" fmla="*/ 16 w 5"/>
                <a:gd name="T3" fmla="*/ 32 h 6"/>
                <a:gd name="T4" fmla="*/ 8 w 5"/>
                <a:gd name="T5" fmla="*/ 48 h 6"/>
                <a:gd name="T6" fmla="*/ 0 w 5"/>
                <a:gd name="T7" fmla="*/ 40 h 6"/>
                <a:gd name="T8" fmla="*/ 16 w 5"/>
                <a:gd name="T9" fmla="*/ 24 h 6"/>
                <a:gd name="T10" fmla="*/ 32 w 5"/>
                <a:gd name="T11" fmla="*/ 16 h 6"/>
                <a:gd name="T12" fmla="*/ 40 w 5"/>
                <a:gd name="T13" fmla="*/ 0 h 6"/>
                <a:gd name="T14" fmla="*/ 32 w 5"/>
                <a:gd name="T15" fmla="*/ 8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4" y="3"/>
                    <a:pt x="3" y="4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1" y="5"/>
                    <a:pt x="2" y="4"/>
                    <a:pt x="2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5" y="0"/>
                    <a:pt x="5" y="1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9" name="Freeform 5916">
              <a:extLst>
                <a:ext uri="{FF2B5EF4-FFF2-40B4-BE49-F238E27FC236}">
                  <a16:creationId xmlns:a16="http://schemas.microsoft.com/office/drawing/2014/main" id="{C77F068F-C291-4EB9-8E63-949E05080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357"/>
              <a:ext cx="6" cy="6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24 h 3"/>
                <a:gd name="T4" fmla="*/ 16 w 3"/>
                <a:gd name="T5" fmla="*/ 16 h 3"/>
                <a:gd name="T6" fmla="*/ 8 w 3"/>
                <a:gd name="T7" fmla="*/ 16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3" y="1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0" name="Freeform 5917">
              <a:extLst>
                <a:ext uri="{FF2B5EF4-FFF2-40B4-BE49-F238E27FC236}">
                  <a16:creationId xmlns:a16="http://schemas.microsoft.com/office/drawing/2014/main" id="{57672722-60C5-4D73-9274-61013B77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365"/>
              <a:ext cx="6" cy="8"/>
            </a:xfrm>
            <a:custGeom>
              <a:avLst/>
              <a:gdLst>
                <a:gd name="T0" fmla="*/ 16 w 3"/>
                <a:gd name="T1" fmla="*/ 8 h 4"/>
                <a:gd name="T2" fmla="*/ 16 w 3"/>
                <a:gd name="T3" fmla="*/ 16 h 4"/>
                <a:gd name="T4" fmla="*/ 0 w 3"/>
                <a:gd name="T5" fmla="*/ 24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1" name="Freeform 5918">
              <a:extLst>
                <a:ext uri="{FF2B5EF4-FFF2-40B4-BE49-F238E27FC236}">
                  <a16:creationId xmlns:a16="http://schemas.microsoft.com/office/drawing/2014/main" id="{33137BCA-A5BB-4358-8E37-1291ABF0D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357"/>
              <a:ext cx="4" cy="6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16 h 3"/>
                <a:gd name="T4" fmla="*/ 0 w 2"/>
                <a:gd name="T5" fmla="*/ 24 h 3"/>
                <a:gd name="T6" fmla="*/ 8 w 2"/>
                <a:gd name="T7" fmla="*/ 16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2" name="Freeform 5919">
              <a:extLst>
                <a:ext uri="{FF2B5EF4-FFF2-40B4-BE49-F238E27FC236}">
                  <a16:creationId xmlns:a16="http://schemas.microsoft.com/office/drawing/2014/main" id="{2E3E4010-318E-40B7-9E5E-1E42FF215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343"/>
              <a:ext cx="18" cy="8"/>
            </a:xfrm>
            <a:custGeom>
              <a:avLst/>
              <a:gdLst>
                <a:gd name="T0" fmla="*/ 0 w 9"/>
                <a:gd name="T1" fmla="*/ 8 h 4"/>
                <a:gd name="T2" fmla="*/ 40 w 9"/>
                <a:gd name="T3" fmla="*/ 8 h 4"/>
                <a:gd name="T4" fmla="*/ 56 w 9"/>
                <a:gd name="T5" fmla="*/ 24 h 4"/>
                <a:gd name="T6" fmla="*/ 72 w 9"/>
                <a:gd name="T7" fmla="*/ 32 h 4"/>
                <a:gd name="T8" fmla="*/ 64 w 9"/>
                <a:gd name="T9" fmla="*/ 32 h 4"/>
                <a:gd name="T10" fmla="*/ 56 w 9"/>
                <a:gd name="T11" fmla="*/ 24 h 4"/>
                <a:gd name="T12" fmla="*/ 40 w 9"/>
                <a:gd name="T13" fmla="*/ 16 h 4"/>
                <a:gd name="T14" fmla="*/ 0 w 9"/>
                <a:gd name="T15" fmla="*/ 8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2"/>
                    <a:pt x="7" y="3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3"/>
                    <a:pt x="7" y="4"/>
                    <a:pt x="7" y="3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3" name="Freeform 5920">
              <a:extLst>
                <a:ext uri="{FF2B5EF4-FFF2-40B4-BE49-F238E27FC236}">
                  <a16:creationId xmlns:a16="http://schemas.microsoft.com/office/drawing/2014/main" id="{9F42EBE6-7C17-4060-8669-9901A2EE2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357"/>
              <a:ext cx="8" cy="2"/>
            </a:xfrm>
            <a:custGeom>
              <a:avLst/>
              <a:gdLst>
                <a:gd name="T0" fmla="*/ 32 w 4"/>
                <a:gd name="T1" fmla="*/ 0 h 1"/>
                <a:gd name="T2" fmla="*/ 24 w 4"/>
                <a:gd name="T3" fmla="*/ 0 h 1"/>
                <a:gd name="T4" fmla="*/ 16 w 4"/>
                <a:gd name="T5" fmla="*/ 0 h 1"/>
                <a:gd name="T6" fmla="*/ 0 w 4"/>
                <a:gd name="T7" fmla="*/ 8 h 1"/>
                <a:gd name="T8" fmla="*/ 16 w 4"/>
                <a:gd name="T9" fmla="*/ 8 h 1"/>
                <a:gd name="T10" fmla="*/ 32 w 4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4" name="Freeform 5921">
              <a:extLst>
                <a:ext uri="{FF2B5EF4-FFF2-40B4-BE49-F238E27FC236}">
                  <a16:creationId xmlns:a16="http://schemas.microsoft.com/office/drawing/2014/main" id="{9F9BCAF9-AA30-4E74-84A6-B2D6CACC3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365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w 1"/>
                <a:gd name="T5" fmla="*/ 16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5" name="Freeform 5922">
              <a:extLst>
                <a:ext uri="{FF2B5EF4-FFF2-40B4-BE49-F238E27FC236}">
                  <a16:creationId xmlns:a16="http://schemas.microsoft.com/office/drawing/2014/main" id="{545D701C-6DF8-4B74-BBB9-BC157E6BC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353"/>
              <a:ext cx="6" cy="10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24 h 5"/>
                <a:gd name="T4" fmla="*/ 8 w 3"/>
                <a:gd name="T5" fmla="*/ 40 h 5"/>
                <a:gd name="T6" fmla="*/ 16 w 3"/>
                <a:gd name="T7" fmla="*/ 32 h 5"/>
                <a:gd name="T8" fmla="*/ 16 w 3"/>
                <a:gd name="T9" fmla="*/ 24 h 5"/>
                <a:gd name="T10" fmla="*/ 16 w 3"/>
                <a:gd name="T11" fmla="*/ 24 h 5"/>
                <a:gd name="T12" fmla="*/ 16 w 3"/>
                <a:gd name="T13" fmla="*/ 24 h 5"/>
                <a:gd name="T14" fmla="*/ 8 w 3"/>
                <a:gd name="T15" fmla="*/ 16 h 5"/>
                <a:gd name="T16" fmla="*/ 0 w 3"/>
                <a:gd name="T17" fmla="*/ 8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6" name="Freeform 5923">
              <a:extLst>
                <a:ext uri="{FF2B5EF4-FFF2-40B4-BE49-F238E27FC236}">
                  <a16:creationId xmlns:a16="http://schemas.microsoft.com/office/drawing/2014/main" id="{AF7B4D8C-3F95-435B-81C2-C7321DCC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373"/>
              <a:ext cx="2" cy="6"/>
            </a:xfrm>
            <a:custGeom>
              <a:avLst/>
              <a:gdLst>
                <a:gd name="T0" fmla="*/ 0 w 1"/>
                <a:gd name="T1" fmla="*/ 8 h 3"/>
                <a:gd name="T2" fmla="*/ 0 w 1"/>
                <a:gd name="T3" fmla="*/ 16 h 3"/>
                <a:gd name="T4" fmla="*/ 8 w 1"/>
                <a:gd name="T5" fmla="*/ 24 h 3"/>
                <a:gd name="T6" fmla="*/ 8 w 1"/>
                <a:gd name="T7" fmla="*/ 8 h 3"/>
                <a:gd name="T8" fmla="*/ 8 w 1"/>
                <a:gd name="T9" fmla="*/ 0 h 3"/>
                <a:gd name="T10" fmla="*/ 0 w 1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7" name="Freeform 5924">
              <a:extLst>
                <a:ext uri="{FF2B5EF4-FFF2-40B4-BE49-F238E27FC236}">
                  <a16:creationId xmlns:a16="http://schemas.microsoft.com/office/drawing/2014/main" id="{3F2B2736-D807-49F9-ACDE-9CFB5E10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373"/>
              <a:ext cx="8" cy="6"/>
            </a:xfrm>
            <a:custGeom>
              <a:avLst/>
              <a:gdLst>
                <a:gd name="T0" fmla="*/ 32 w 4"/>
                <a:gd name="T1" fmla="*/ 0 h 3"/>
                <a:gd name="T2" fmla="*/ 24 w 4"/>
                <a:gd name="T3" fmla="*/ 8 h 3"/>
                <a:gd name="T4" fmla="*/ 16 w 4"/>
                <a:gd name="T5" fmla="*/ 16 h 3"/>
                <a:gd name="T6" fmla="*/ 8 w 4"/>
                <a:gd name="T7" fmla="*/ 24 h 3"/>
                <a:gd name="T8" fmla="*/ 0 w 4"/>
                <a:gd name="T9" fmla="*/ 16 h 3"/>
                <a:gd name="T10" fmla="*/ 16 w 4"/>
                <a:gd name="T11" fmla="*/ 16 h 3"/>
                <a:gd name="T12" fmla="*/ 24 w 4"/>
                <a:gd name="T13" fmla="*/ 8 h 3"/>
                <a:gd name="T14" fmla="*/ 32 w 4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0"/>
                    <a:pt x="3" y="0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8" name="Freeform 5925">
              <a:extLst>
                <a:ext uri="{FF2B5EF4-FFF2-40B4-BE49-F238E27FC236}">
                  <a16:creationId xmlns:a16="http://schemas.microsoft.com/office/drawing/2014/main" id="{330F9FA3-4953-4621-A76F-2662C3ED3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341"/>
              <a:ext cx="38" cy="40"/>
            </a:xfrm>
            <a:custGeom>
              <a:avLst/>
              <a:gdLst>
                <a:gd name="T0" fmla="*/ 144 w 19"/>
                <a:gd name="T1" fmla="*/ 128 h 20"/>
                <a:gd name="T2" fmla="*/ 120 w 19"/>
                <a:gd name="T3" fmla="*/ 152 h 20"/>
                <a:gd name="T4" fmla="*/ 104 w 19"/>
                <a:gd name="T5" fmla="*/ 152 h 20"/>
                <a:gd name="T6" fmla="*/ 96 w 19"/>
                <a:gd name="T7" fmla="*/ 152 h 20"/>
                <a:gd name="T8" fmla="*/ 72 w 19"/>
                <a:gd name="T9" fmla="*/ 152 h 20"/>
                <a:gd name="T10" fmla="*/ 40 w 19"/>
                <a:gd name="T11" fmla="*/ 144 h 20"/>
                <a:gd name="T12" fmla="*/ 40 w 19"/>
                <a:gd name="T13" fmla="*/ 120 h 20"/>
                <a:gd name="T14" fmla="*/ 8 w 19"/>
                <a:gd name="T15" fmla="*/ 112 h 20"/>
                <a:gd name="T16" fmla="*/ 16 w 19"/>
                <a:gd name="T17" fmla="*/ 80 h 20"/>
                <a:gd name="T18" fmla="*/ 0 w 19"/>
                <a:gd name="T19" fmla="*/ 56 h 20"/>
                <a:gd name="T20" fmla="*/ 16 w 19"/>
                <a:gd name="T21" fmla="*/ 40 h 20"/>
                <a:gd name="T22" fmla="*/ 32 w 19"/>
                <a:gd name="T23" fmla="*/ 24 h 20"/>
                <a:gd name="T24" fmla="*/ 88 w 19"/>
                <a:gd name="T25" fmla="*/ 8 h 20"/>
                <a:gd name="T26" fmla="*/ 112 w 19"/>
                <a:gd name="T27" fmla="*/ 24 h 20"/>
                <a:gd name="T28" fmla="*/ 128 w 19"/>
                <a:gd name="T29" fmla="*/ 48 h 20"/>
                <a:gd name="T30" fmla="*/ 128 w 19"/>
                <a:gd name="T31" fmla="*/ 64 h 20"/>
                <a:gd name="T32" fmla="*/ 144 w 19"/>
                <a:gd name="T33" fmla="*/ 72 h 20"/>
                <a:gd name="T34" fmla="*/ 152 w 19"/>
                <a:gd name="T35" fmla="*/ 96 h 20"/>
                <a:gd name="T36" fmla="*/ 144 w 19"/>
                <a:gd name="T37" fmla="*/ 128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18" y="16"/>
                  </a:moveTo>
                  <a:cubicBezTo>
                    <a:pt x="18" y="17"/>
                    <a:pt x="16" y="19"/>
                    <a:pt x="15" y="19"/>
                  </a:cubicBezTo>
                  <a:cubicBezTo>
                    <a:pt x="14" y="20"/>
                    <a:pt x="14" y="19"/>
                    <a:pt x="13" y="19"/>
                  </a:cubicBezTo>
                  <a:cubicBezTo>
                    <a:pt x="12" y="18"/>
                    <a:pt x="13" y="19"/>
                    <a:pt x="12" y="19"/>
                  </a:cubicBezTo>
                  <a:cubicBezTo>
                    <a:pt x="11" y="20"/>
                    <a:pt x="10" y="19"/>
                    <a:pt x="9" y="19"/>
                  </a:cubicBezTo>
                  <a:cubicBezTo>
                    <a:pt x="7" y="19"/>
                    <a:pt x="6" y="20"/>
                    <a:pt x="5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4" y="14"/>
                    <a:pt x="2" y="15"/>
                    <a:pt x="1" y="14"/>
                  </a:cubicBezTo>
                  <a:cubicBezTo>
                    <a:pt x="0" y="12"/>
                    <a:pt x="1" y="12"/>
                    <a:pt x="2" y="10"/>
                  </a:cubicBezTo>
                  <a:cubicBezTo>
                    <a:pt x="2" y="9"/>
                    <a:pt x="1" y="8"/>
                    <a:pt x="0" y="7"/>
                  </a:cubicBezTo>
                  <a:cubicBezTo>
                    <a:pt x="0" y="6"/>
                    <a:pt x="2" y="6"/>
                    <a:pt x="2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5" y="4"/>
                    <a:pt x="16" y="4"/>
                    <a:pt x="16" y="6"/>
                  </a:cubicBezTo>
                  <a:cubicBezTo>
                    <a:pt x="16" y="6"/>
                    <a:pt x="16" y="7"/>
                    <a:pt x="16" y="8"/>
                  </a:cubicBezTo>
                  <a:cubicBezTo>
                    <a:pt x="17" y="8"/>
                    <a:pt x="18" y="8"/>
                    <a:pt x="18" y="9"/>
                  </a:cubicBezTo>
                  <a:cubicBezTo>
                    <a:pt x="19" y="10"/>
                    <a:pt x="19" y="11"/>
                    <a:pt x="19" y="12"/>
                  </a:cubicBezTo>
                  <a:cubicBezTo>
                    <a:pt x="19" y="13"/>
                    <a:pt x="19" y="15"/>
                    <a:pt x="18" y="1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9" name="Freeform 5926">
              <a:extLst>
                <a:ext uri="{FF2B5EF4-FFF2-40B4-BE49-F238E27FC236}">
                  <a16:creationId xmlns:a16="http://schemas.microsoft.com/office/drawing/2014/main" id="{658DADCE-3580-43A9-A477-6BEBD0B1E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371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1"/>
                    <a:pt x="3" y="1"/>
                    <a:pt x="4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40" name="Freeform 5927">
              <a:extLst>
                <a:ext uri="{FF2B5EF4-FFF2-40B4-BE49-F238E27FC236}">
                  <a16:creationId xmlns:a16="http://schemas.microsoft.com/office/drawing/2014/main" id="{52292059-3BB6-46E9-9BB6-EC6DC0DF1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355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41" name="Freeform 5928">
              <a:extLst>
                <a:ext uri="{FF2B5EF4-FFF2-40B4-BE49-F238E27FC236}">
                  <a16:creationId xmlns:a16="http://schemas.microsoft.com/office/drawing/2014/main" id="{560111F5-D06E-45D7-A71C-6864FC76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355"/>
              <a:ext cx="12" cy="8"/>
            </a:xfrm>
            <a:custGeom>
              <a:avLst/>
              <a:gdLst>
                <a:gd name="T0" fmla="*/ 48 w 6"/>
                <a:gd name="T1" fmla="*/ 16 h 4"/>
                <a:gd name="T2" fmla="*/ 32 w 6"/>
                <a:gd name="T3" fmla="*/ 0 h 4"/>
                <a:gd name="T4" fmla="*/ 24 w 6"/>
                <a:gd name="T5" fmla="*/ 8 h 4"/>
                <a:gd name="T6" fmla="*/ 16 w 6"/>
                <a:gd name="T7" fmla="*/ 0 h 4"/>
                <a:gd name="T8" fmla="*/ 0 w 6"/>
                <a:gd name="T9" fmla="*/ 8 h 4"/>
                <a:gd name="T10" fmla="*/ 0 w 6"/>
                <a:gd name="T11" fmla="*/ 3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42" name="Freeform 5929">
              <a:extLst>
                <a:ext uri="{FF2B5EF4-FFF2-40B4-BE49-F238E27FC236}">
                  <a16:creationId xmlns:a16="http://schemas.microsoft.com/office/drawing/2014/main" id="{408C30FC-196F-4385-A89A-50ABE97C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363"/>
              <a:ext cx="4" cy="10"/>
            </a:xfrm>
            <a:custGeom>
              <a:avLst/>
              <a:gdLst>
                <a:gd name="T0" fmla="*/ 0 w 2"/>
                <a:gd name="T1" fmla="*/ 32 h 5"/>
                <a:gd name="T2" fmla="*/ 16 w 2"/>
                <a:gd name="T3" fmla="*/ 16 h 5"/>
                <a:gd name="T4" fmla="*/ 8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4"/>
                  </a:moveTo>
                  <a:cubicBezTo>
                    <a:pt x="2" y="5"/>
                    <a:pt x="2" y="3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43" name="Freeform 5930">
              <a:extLst>
                <a:ext uri="{FF2B5EF4-FFF2-40B4-BE49-F238E27FC236}">
                  <a16:creationId xmlns:a16="http://schemas.microsoft.com/office/drawing/2014/main" id="{501A8F64-0CA1-4D5F-823D-4FF806101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765"/>
              <a:ext cx="38" cy="38"/>
            </a:xfrm>
            <a:custGeom>
              <a:avLst/>
              <a:gdLst>
                <a:gd name="T0" fmla="*/ 144 w 19"/>
                <a:gd name="T1" fmla="*/ 120 h 19"/>
                <a:gd name="T2" fmla="*/ 120 w 19"/>
                <a:gd name="T3" fmla="*/ 152 h 19"/>
                <a:gd name="T4" fmla="*/ 104 w 19"/>
                <a:gd name="T5" fmla="*/ 144 h 19"/>
                <a:gd name="T6" fmla="*/ 96 w 19"/>
                <a:gd name="T7" fmla="*/ 144 h 19"/>
                <a:gd name="T8" fmla="*/ 72 w 19"/>
                <a:gd name="T9" fmla="*/ 144 h 19"/>
                <a:gd name="T10" fmla="*/ 40 w 19"/>
                <a:gd name="T11" fmla="*/ 144 h 19"/>
                <a:gd name="T12" fmla="*/ 40 w 19"/>
                <a:gd name="T13" fmla="*/ 112 h 19"/>
                <a:gd name="T14" fmla="*/ 8 w 19"/>
                <a:gd name="T15" fmla="*/ 104 h 19"/>
                <a:gd name="T16" fmla="*/ 16 w 19"/>
                <a:gd name="T17" fmla="*/ 80 h 19"/>
                <a:gd name="T18" fmla="*/ 0 w 19"/>
                <a:gd name="T19" fmla="*/ 56 h 19"/>
                <a:gd name="T20" fmla="*/ 16 w 19"/>
                <a:gd name="T21" fmla="*/ 40 h 19"/>
                <a:gd name="T22" fmla="*/ 32 w 19"/>
                <a:gd name="T23" fmla="*/ 16 h 19"/>
                <a:gd name="T24" fmla="*/ 88 w 19"/>
                <a:gd name="T25" fmla="*/ 8 h 19"/>
                <a:gd name="T26" fmla="*/ 112 w 19"/>
                <a:gd name="T27" fmla="*/ 24 h 19"/>
                <a:gd name="T28" fmla="*/ 128 w 19"/>
                <a:gd name="T29" fmla="*/ 40 h 19"/>
                <a:gd name="T30" fmla="*/ 128 w 19"/>
                <a:gd name="T31" fmla="*/ 56 h 19"/>
                <a:gd name="T32" fmla="*/ 144 w 19"/>
                <a:gd name="T33" fmla="*/ 64 h 19"/>
                <a:gd name="T34" fmla="*/ 152 w 19"/>
                <a:gd name="T35" fmla="*/ 96 h 19"/>
                <a:gd name="T36" fmla="*/ 144 w 19"/>
                <a:gd name="T37" fmla="*/ 12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19">
                  <a:moveTo>
                    <a:pt x="18" y="15"/>
                  </a:moveTo>
                  <a:cubicBezTo>
                    <a:pt x="18" y="16"/>
                    <a:pt x="16" y="19"/>
                    <a:pt x="15" y="19"/>
                  </a:cubicBezTo>
                  <a:cubicBezTo>
                    <a:pt x="14" y="19"/>
                    <a:pt x="14" y="18"/>
                    <a:pt x="13" y="18"/>
                  </a:cubicBezTo>
                  <a:cubicBezTo>
                    <a:pt x="12" y="18"/>
                    <a:pt x="13" y="18"/>
                    <a:pt x="12" y="18"/>
                  </a:cubicBezTo>
                  <a:cubicBezTo>
                    <a:pt x="11" y="19"/>
                    <a:pt x="10" y="18"/>
                    <a:pt x="9" y="18"/>
                  </a:cubicBezTo>
                  <a:cubicBezTo>
                    <a:pt x="7" y="18"/>
                    <a:pt x="6" y="19"/>
                    <a:pt x="5" y="18"/>
                  </a:cubicBezTo>
                  <a:cubicBezTo>
                    <a:pt x="5" y="16"/>
                    <a:pt x="6" y="16"/>
                    <a:pt x="5" y="14"/>
                  </a:cubicBezTo>
                  <a:cubicBezTo>
                    <a:pt x="4" y="13"/>
                    <a:pt x="2" y="14"/>
                    <a:pt x="1" y="13"/>
                  </a:cubicBezTo>
                  <a:cubicBezTo>
                    <a:pt x="0" y="12"/>
                    <a:pt x="1" y="11"/>
                    <a:pt x="2" y="10"/>
                  </a:cubicBezTo>
                  <a:cubicBezTo>
                    <a:pt x="2" y="8"/>
                    <a:pt x="1" y="8"/>
                    <a:pt x="0" y="7"/>
                  </a:cubicBezTo>
                  <a:cubicBezTo>
                    <a:pt x="0" y="5"/>
                    <a:pt x="2" y="5"/>
                    <a:pt x="2" y="5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6" y="0"/>
                    <a:pt x="9" y="0"/>
                    <a:pt x="11" y="1"/>
                  </a:cubicBezTo>
                  <a:cubicBezTo>
                    <a:pt x="12" y="1"/>
                    <a:pt x="13" y="2"/>
                    <a:pt x="14" y="3"/>
                  </a:cubicBez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7" y="8"/>
                    <a:pt x="18" y="8"/>
                    <a:pt x="18" y="8"/>
                  </a:cubicBezTo>
                  <a:cubicBezTo>
                    <a:pt x="19" y="9"/>
                    <a:pt x="19" y="10"/>
                    <a:pt x="19" y="12"/>
                  </a:cubicBezTo>
                  <a:cubicBezTo>
                    <a:pt x="19" y="13"/>
                    <a:pt x="19" y="14"/>
                    <a:pt x="18" y="15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44" name="Freeform 5931">
              <a:extLst>
                <a:ext uri="{FF2B5EF4-FFF2-40B4-BE49-F238E27FC236}">
                  <a16:creationId xmlns:a16="http://schemas.microsoft.com/office/drawing/2014/main" id="{C543CC9C-6700-42F6-9B67-211B7BFF4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773"/>
              <a:ext cx="16" cy="18"/>
            </a:xfrm>
            <a:custGeom>
              <a:avLst/>
              <a:gdLst>
                <a:gd name="T0" fmla="*/ 24 w 8"/>
                <a:gd name="T1" fmla="*/ 8 h 9"/>
                <a:gd name="T2" fmla="*/ 0 w 8"/>
                <a:gd name="T3" fmla="*/ 16 h 9"/>
                <a:gd name="T4" fmla="*/ 8 w 8"/>
                <a:gd name="T5" fmla="*/ 40 h 9"/>
                <a:gd name="T6" fmla="*/ 0 w 8"/>
                <a:gd name="T7" fmla="*/ 56 h 9"/>
                <a:gd name="T8" fmla="*/ 24 w 8"/>
                <a:gd name="T9" fmla="*/ 72 h 9"/>
                <a:gd name="T10" fmla="*/ 16 w 8"/>
                <a:gd name="T11" fmla="*/ 56 h 9"/>
                <a:gd name="T12" fmla="*/ 32 w 8"/>
                <a:gd name="T13" fmla="*/ 40 h 9"/>
                <a:gd name="T14" fmla="*/ 40 w 8"/>
                <a:gd name="T15" fmla="*/ 16 h 9"/>
                <a:gd name="T16" fmla="*/ 64 w 8"/>
                <a:gd name="T17" fmla="*/ 16 h 9"/>
                <a:gd name="T18" fmla="*/ 40 w 8"/>
                <a:gd name="T19" fmla="*/ 8 h 9"/>
                <a:gd name="T20" fmla="*/ 16 w 8"/>
                <a:gd name="T21" fmla="*/ 24 h 9"/>
                <a:gd name="T22" fmla="*/ 24 w 8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9"/>
                    <a:pt x="2" y="9"/>
                    <a:pt x="3" y="9"/>
                  </a:cubicBezTo>
                  <a:cubicBezTo>
                    <a:pt x="2" y="9"/>
                    <a:pt x="1" y="8"/>
                    <a:pt x="2" y="7"/>
                  </a:cubicBezTo>
                  <a:cubicBezTo>
                    <a:pt x="2" y="6"/>
                    <a:pt x="4" y="6"/>
                    <a:pt x="4" y="5"/>
                  </a:cubicBezTo>
                  <a:cubicBezTo>
                    <a:pt x="5" y="4"/>
                    <a:pt x="4" y="3"/>
                    <a:pt x="5" y="2"/>
                  </a:cubicBezTo>
                  <a:cubicBezTo>
                    <a:pt x="6" y="2"/>
                    <a:pt x="7" y="2"/>
                    <a:pt x="8" y="2"/>
                  </a:cubicBezTo>
                  <a:cubicBezTo>
                    <a:pt x="7" y="2"/>
                    <a:pt x="6" y="1"/>
                    <a:pt x="5" y="1"/>
                  </a:cubicBezTo>
                  <a:cubicBezTo>
                    <a:pt x="4" y="1"/>
                    <a:pt x="3" y="4"/>
                    <a:pt x="2" y="3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45" name="Freeform 5932">
              <a:extLst>
                <a:ext uri="{FF2B5EF4-FFF2-40B4-BE49-F238E27FC236}">
                  <a16:creationId xmlns:a16="http://schemas.microsoft.com/office/drawing/2014/main" id="{6039E20A-4027-46E6-B19C-6D92C57B9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795"/>
              <a:ext cx="14" cy="6"/>
            </a:xfrm>
            <a:custGeom>
              <a:avLst/>
              <a:gdLst>
                <a:gd name="T0" fmla="*/ 8 w 7"/>
                <a:gd name="T1" fmla="*/ 0 h 3"/>
                <a:gd name="T2" fmla="*/ 8 w 7"/>
                <a:gd name="T3" fmla="*/ 16 h 3"/>
                <a:gd name="T4" fmla="*/ 24 w 7"/>
                <a:gd name="T5" fmla="*/ 24 h 3"/>
                <a:gd name="T6" fmla="*/ 56 w 7"/>
                <a:gd name="T7" fmla="*/ 24 h 3"/>
                <a:gd name="T8" fmla="*/ 40 w 7"/>
                <a:gd name="T9" fmla="*/ 16 h 3"/>
                <a:gd name="T10" fmla="*/ 24 w 7"/>
                <a:gd name="T11" fmla="*/ 16 h 3"/>
                <a:gd name="T12" fmla="*/ 16 w 7"/>
                <a:gd name="T13" fmla="*/ 8 h 3"/>
                <a:gd name="T14" fmla="*/ 8 w 7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4" y="3"/>
                    <a:pt x="6" y="3"/>
                    <a:pt x="7" y="3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3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46" name="Freeform 5933">
              <a:extLst>
                <a:ext uri="{FF2B5EF4-FFF2-40B4-BE49-F238E27FC236}">
                  <a16:creationId xmlns:a16="http://schemas.microsoft.com/office/drawing/2014/main" id="{7D1DB69B-2BB0-40ED-B1A4-9B2CB81D2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789"/>
              <a:ext cx="10" cy="12"/>
            </a:xfrm>
            <a:custGeom>
              <a:avLst/>
              <a:gdLst>
                <a:gd name="T0" fmla="*/ 32 w 5"/>
                <a:gd name="T1" fmla="*/ 16 h 6"/>
                <a:gd name="T2" fmla="*/ 16 w 5"/>
                <a:gd name="T3" fmla="*/ 40 h 6"/>
                <a:gd name="T4" fmla="*/ 8 w 5"/>
                <a:gd name="T5" fmla="*/ 48 h 6"/>
                <a:gd name="T6" fmla="*/ 0 w 5"/>
                <a:gd name="T7" fmla="*/ 40 h 6"/>
                <a:gd name="T8" fmla="*/ 16 w 5"/>
                <a:gd name="T9" fmla="*/ 32 h 6"/>
                <a:gd name="T10" fmla="*/ 32 w 5"/>
                <a:gd name="T11" fmla="*/ 16 h 6"/>
                <a:gd name="T12" fmla="*/ 40 w 5"/>
                <a:gd name="T13" fmla="*/ 0 h 6"/>
                <a:gd name="T14" fmla="*/ 32 w 5"/>
                <a:gd name="T15" fmla="*/ 16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4" y="2"/>
                  </a:moveTo>
                  <a:cubicBezTo>
                    <a:pt x="4" y="3"/>
                    <a:pt x="3" y="4"/>
                    <a:pt x="2" y="5"/>
                  </a:cubicBezTo>
                  <a:cubicBezTo>
                    <a:pt x="2" y="5"/>
                    <a:pt x="2" y="6"/>
                    <a:pt x="1" y="6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4" y="1"/>
                    <a:pt x="4" y="1"/>
                    <a:pt x="5" y="0"/>
                  </a:cubicBezTo>
                  <a:cubicBezTo>
                    <a:pt x="5" y="1"/>
                    <a:pt x="5" y="1"/>
                    <a:pt x="4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47" name="Freeform 5934">
              <a:extLst>
                <a:ext uri="{FF2B5EF4-FFF2-40B4-BE49-F238E27FC236}">
                  <a16:creationId xmlns:a16="http://schemas.microsoft.com/office/drawing/2014/main" id="{106FDA57-2297-43C0-A626-6BF94A66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781"/>
              <a:ext cx="6" cy="4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16 h 2"/>
                <a:gd name="T4" fmla="*/ 16 w 3"/>
                <a:gd name="T5" fmla="*/ 8 h 2"/>
                <a:gd name="T6" fmla="*/ 8 w 3"/>
                <a:gd name="T7" fmla="*/ 8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3" y="1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48" name="Freeform 5935">
              <a:extLst>
                <a:ext uri="{FF2B5EF4-FFF2-40B4-BE49-F238E27FC236}">
                  <a16:creationId xmlns:a16="http://schemas.microsoft.com/office/drawing/2014/main" id="{7127CDC9-CB56-4C1C-B533-CD62DD6B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787"/>
              <a:ext cx="6" cy="8"/>
            </a:xfrm>
            <a:custGeom>
              <a:avLst/>
              <a:gdLst>
                <a:gd name="T0" fmla="*/ 16 w 3"/>
                <a:gd name="T1" fmla="*/ 16 h 4"/>
                <a:gd name="T2" fmla="*/ 16 w 3"/>
                <a:gd name="T3" fmla="*/ 24 h 4"/>
                <a:gd name="T4" fmla="*/ 0 w 3"/>
                <a:gd name="T5" fmla="*/ 32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49" name="Freeform 5936">
              <a:extLst>
                <a:ext uri="{FF2B5EF4-FFF2-40B4-BE49-F238E27FC236}">
                  <a16:creationId xmlns:a16="http://schemas.microsoft.com/office/drawing/2014/main" id="{3553E6AB-9F3A-4C8F-A6C6-935F2FCAD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79"/>
              <a:ext cx="4" cy="8"/>
            </a:xfrm>
            <a:custGeom>
              <a:avLst/>
              <a:gdLst>
                <a:gd name="T0" fmla="*/ 8 w 2"/>
                <a:gd name="T1" fmla="*/ 0 h 4"/>
                <a:gd name="T2" fmla="*/ 16 w 2"/>
                <a:gd name="T3" fmla="*/ 16 h 4"/>
                <a:gd name="T4" fmla="*/ 0 w 2"/>
                <a:gd name="T5" fmla="*/ 32 h 4"/>
                <a:gd name="T6" fmla="*/ 8 w 2"/>
                <a:gd name="T7" fmla="*/ 16 h 4"/>
                <a:gd name="T8" fmla="*/ 0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2" y="3"/>
                    <a:pt x="1" y="4"/>
                    <a:pt x="0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0" name="Freeform 5937">
              <a:extLst>
                <a:ext uri="{FF2B5EF4-FFF2-40B4-BE49-F238E27FC236}">
                  <a16:creationId xmlns:a16="http://schemas.microsoft.com/office/drawing/2014/main" id="{F74C73D3-988B-427E-8316-943885A63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765"/>
              <a:ext cx="18" cy="10"/>
            </a:xfrm>
            <a:custGeom>
              <a:avLst/>
              <a:gdLst>
                <a:gd name="T0" fmla="*/ 0 w 9"/>
                <a:gd name="T1" fmla="*/ 8 h 5"/>
                <a:gd name="T2" fmla="*/ 40 w 9"/>
                <a:gd name="T3" fmla="*/ 16 h 5"/>
                <a:gd name="T4" fmla="*/ 56 w 9"/>
                <a:gd name="T5" fmla="*/ 24 h 5"/>
                <a:gd name="T6" fmla="*/ 72 w 9"/>
                <a:gd name="T7" fmla="*/ 40 h 5"/>
                <a:gd name="T8" fmla="*/ 64 w 9"/>
                <a:gd name="T9" fmla="*/ 32 h 5"/>
                <a:gd name="T10" fmla="*/ 56 w 9"/>
                <a:gd name="T11" fmla="*/ 32 h 5"/>
                <a:gd name="T12" fmla="*/ 40 w 9"/>
                <a:gd name="T13" fmla="*/ 16 h 5"/>
                <a:gd name="T14" fmla="*/ 0 w 9"/>
                <a:gd name="T15" fmla="*/ 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6" y="2"/>
                    <a:pt x="6" y="3"/>
                    <a:pt x="7" y="3"/>
                  </a:cubicBezTo>
                  <a:cubicBezTo>
                    <a:pt x="8" y="4"/>
                    <a:pt x="9" y="4"/>
                    <a:pt x="9" y="5"/>
                  </a:cubicBezTo>
                  <a:cubicBezTo>
                    <a:pt x="9" y="5"/>
                    <a:pt x="9" y="4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1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1" name="Freeform 5938">
              <a:extLst>
                <a:ext uri="{FF2B5EF4-FFF2-40B4-BE49-F238E27FC236}">
                  <a16:creationId xmlns:a16="http://schemas.microsoft.com/office/drawing/2014/main" id="{AD8EAC8B-69E1-4915-A2E4-F1E7A668A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779"/>
              <a:ext cx="8" cy="2"/>
            </a:xfrm>
            <a:custGeom>
              <a:avLst/>
              <a:gdLst>
                <a:gd name="T0" fmla="*/ 32 w 4"/>
                <a:gd name="T1" fmla="*/ 0 h 1"/>
                <a:gd name="T2" fmla="*/ 24 w 4"/>
                <a:gd name="T3" fmla="*/ 0 h 1"/>
                <a:gd name="T4" fmla="*/ 16 w 4"/>
                <a:gd name="T5" fmla="*/ 0 h 1"/>
                <a:gd name="T6" fmla="*/ 0 w 4"/>
                <a:gd name="T7" fmla="*/ 8 h 1"/>
                <a:gd name="T8" fmla="*/ 16 w 4"/>
                <a:gd name="T9" fmla="*/ 8 h 1"/>
                <a:gd name="T10" fmla="*/ 32 w 4"/>
                <a:gd name="T11" fmla="*/ 8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3" y="1"/>
                    <a:pt x="3" y="0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2" name="Freeform 5939">
              <a:extLst>
                <a:ext uri="{FF2B5EF4-FFF2-40B4-BE49-F238E27FC236}">
                  <a16:creationId xmlns:a16="http://schemas.microsoft.com/office/drawing/2014/main" id="{F4D78F1E-5C8D-4835-829E-F74A212D4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787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w 1"/>
                <a:gd name="T5" fmla="*/ 16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3" name="Freeform 5940">
              <a:extLst>
                <a:ext uri="{FF2B5EF4-FFF2-40B4-BE49-F238E27FC236}">
                  <a16:creationId xmlns:a16="http://schemas.microsoft.com/office/drawing/2014/main" id="{00EE4211-DD79-4FD1-8839-8BD283BA6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777"/>
              <a:ext cx="6" cy="10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16 h 5"/>
                <a:gd name="T4" fmla="*/ 8 w 3"/>
                <a:gd name="T5" fmla="*/ 40 h 5"/>
                <a:gd name="T6" fmla="*/ 16 w 3"/>
                <a:gd name="T7" fmla="*/ 24 h 5"/>
                <a:gd name="T8" fmla="*/ 16 w 3"/>
                <a:gd name="T9" fmla="*/ 24 h 5"/>
                <a:gd name="T10" fmla="*/ 16 w 3"/>
                <a:gd name="T11" fmla="*/ 16 h 5"/>
                <a:gd name="T12" fmla="*/ 16 w 3"/>
                <a:gd name="T13" fmla="*/ 16 h 5"/>
                <a:gd name="T14" fmla="*/ 8 w 3"/>
                <a:gd name="T15" fmla="*/ 16 h 5"/>
                <a:gd name="T16" fmla="*/ 0 w 3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1" y="4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4" name="Freeform 5941">
              <a:extLst>
                <a:ext uri="{FF2B5EF4-FFF2-40B4-BE49-F238E27FC236}">
                  <a16:creationId xmlns:a16="http://schemas.microsoft.com/office/drawing/2014/main" id="{7FFD30FB-DD67-4017-921F-BA9BEA4D9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795"/>
              <a:ext cx="2" cy="6"/>
            </a:xfrm>
            <a:custGeom>
              <a:avLst/>
              <a:gdLst>
                <a:gd name="T0" fmla="*/ 0 w 1"/>
                <a:gd name="T1" fmla="*/ 8 h 3"/>
                <a:gd name="T2" fmla="*/ 0 w 1"/>
                <a:gd name="T3" fmla="*/ 16 h 3"/>
                <a:gd name="T4" fmla="*/ 8 w 1"/>
                <a:gd name="T5" fmla="*/ 24 h 3"/>
                <a:gd name="T6" fmla="*/ 8 w 1"/>
                <a:gd name="T7" fmla="*/ 8 h 3"/>
                <a:gd name="T8" fmla="*/ 8 w 1"/>
                <a:gd name="T9" fmla="*/ 0 h 3"/>
                <a:gd name="T10" fmla="*/ 0 w 1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5" name="Freeform 5942">
              <a:extLst>
                <a:ext uri="{FF2B5EF4-FFF2-40B4-BE49-F238E27FC236}">
                  <a16:creationId xmlns:a16="http://schemas.microsoft.com/office/drawing/2014/main" id="{C6971FA1-AB24-4ED3-B8B0-45F269EFA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795"/>
              <a:ext cx="8" cy="6"/>
            </a:xfrm>
            <a:custGeom>
              <a:avLst/>
              <a:gdLst>
                <a:gd name="T0" fmla="*/ 32 w 4"/>
                <a:gd name="T1" fmla="*/ 0 h 3"/>
                <a:gd name="T2" fmla="*/ 24 w 4"/>
                <a:gd name="T3" fmla="*/ 8 h 3"/>
                <a:gd name="T4" fmla="*/ 16 w 4"/>
                <a:gd name="T5" fmla="*/ 24 h 3"/>
                <a:gd name="T6" fmla="*/ 8 w 4"/>
                <a:gd name="T7" fmla="*/ 24 h 3"/>
                <a:gd name="T8" fmla="*/ 0 w 4"/>
                <a:gd name="T9" fmla="*/ 16 h 3"/>
                <a:gd name="T10" fmla="*/ 16 w 4"/>
                <a:gd name="T11" fmla="*/ 16 h 3"/>
                <a:gd name="T12" fmla="*/ 24 w 4"/>
                <a:gd name="T13" fmla="*/ 8 h 3"/>
                <a:gd name="T14" fmla="*/ 32 w 4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6" name="Freeform 5943">
              <a:extLst>
                <a:ext uri="{FF2B5EF4-FFF2-40B4-BE49-F238E27FC236}">
                  <a16:creationId xmlns:a16="http://schemas.microsoft.com/office/drawing/2014/main" id="{1AF01B5A-24E9-445B-AA10-207676DE8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765"/>
              <a:ext cx="38" cy="38"/>
            </a:xfrm>
            <a:custGeom>
              <a:avLst/>
              <a:gdLst>
                <a:gd name="T0" fmla="*/ 144 w 19"/>
                <a:gd name="T1" fmla="*/ 120 h 19"/>
                <a:gd name="T2" fmla="*/ 120 w 19"/>
                <a:gd name="T3" fmla="*/ 152 h 19"/>
                <a:gd name="T4" fmla="*/ 104 w 19"/>
                <a:gd name="T5" fmla="*/ 144 h 19"/>
                <a:gd name="T6" fmla="*/ 96 w 19"/>
                <a:gd name="T7" fmla="*/ 144 h 19"/>
                <a:gd name="T8" fmla="*/ 72 w 19"/>
                <a:gd name="T9" fmla="*/ 144 h 19"/>
                <a:gd name="T10" fmla="*/ 40 w 19"/>
                <a:gd name="T11" fmla="*/ 144 h 19"/>
                <a:gd name="T12" fmla="*/ 40 w 19"/>
                <a:gd name="T13" fmla="*/ 112 h 19"/>
                <a:gd name="T14" fmla="*/ 8 w 19"/>
                <a:gd name="T15" fmla="*/ 104 h 19"/>
                <a:gd name="T16" fmla="*/ 16 w 19"/>
                <a:gd name="T17" fmla="*/ 80 h 19"/>
                <a:gd name="T18" fmla="*/ 0 w 19"/>
                <a:gd name="T19" fmla="*/ 56 h 19"/>
                <a:gd name="T20" fmla="*/ 16 w 19"/>
                <a:gd name="T21" fmla="*/ 40 h 19"/>
                <a:gd name="T22" fmla="*/ 32 w 19"/>
                <a:gd name="T23" fmla="*/ 16 h 19"/>
                <a:gd name="T24" fmla="*/ 88 w 19"/>
                <a:gd name="T25" fmla="*/ 8 h 19"/>
                <a:gd name="T26" fmla="*/ 112 w 19"/>
                <a:gd name="T27" fmla="*/ 24 h 19"/>
                <a:gd name="T28" fmla="*/ 128 w 19"/>
                <a:gd name="T29" fmla="*/ 40 h 19"/>
                <a:gd name="T30" fmla="*/ 128 w 19"/>
                <a:gd name="T31" fmla="*/ 56 h 19"/>
                <a:gd name="T32" fmla="*/ 144 w 19"/>
                <a:gd name="T33" fmla="*/ 64 h 19"/>
                <a:gd name="T34" fmla="*/ 152 w 19"/>
                <a:gd name="T35" fmla="*/ 96 h 19"/>
                <a:gd name="T36" fmla="*/ 144 w 19"/>
                <a:gd name="T37" fmla="*/ 12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19">
                  <a:moveTo>
                    <a:pt x="18" y="15"/>
                  </a:moveTo>
                  <a:cubicBezTo>
                    <a:pt x="18" y="16"/>
                    <a:pt x="16" y="19"/>
                    <a:pt x="15" y="19"/>
                  </a:cubicBezTo>
                  <a:cubicBezTo>
                    <a:pt x="14" y="19"/>
                    <a:pt x="14" y="18"/>
                    <a:pt x="13" y="18"/>
                  </a:cubicBezTo>
                  <a:cubicBezTo>
                    <a:pt x="12" y="18"/>
                    <a:pt x="13" y="18"/>
                    <a:pt x="12" y="18"/>
                  </a:cubicBezTo>
                  <a:cubicBezTo>
                    <a:pt x="11" y="19"/>
                    <a:pt x="10" y="18"/>
                    <a:pt x="9" y="18"/>
                  </a:cubicBezTo>
                  <a:cubicBezTo>
                    <a:pt x="7" y="18"/>
                    <a:pt x="6" y="19"/>
                    <a:pt x="5" y="18"/>
                  </a:cubicBezTo>
                  <a:cubicBezTo>
                    <a:pt x="5" y="16"/>
                    <a:pt x="6" y="16"/>
                    <a:pt x="5" y="14"/>
                  </a:cubicBezTo>
                  <a:cubicBezTo>
                    <a:pt x="4" y="13"/>
                    <a:pt x="2" y="14"/>
                    <a:pt x="1" y="13"/>
                  </a:cubicBezTo>
                  <a:cubicBezTo>
                    <a:pt x="0" y="12"/>
                    <a:pt x="1" y="11"/>
                    <a:pt x="2" y="10"/>
                  </a:cubicBezTo>
                  <a:cubicBezTo>
                    <a:pt x="2" y="8"/>
                    <a:pt x="1" y="8"/>
                    <a:pt x="0" y="7"/>
                  </a:cubicBezTo>
                  <a:cubicBezTo>
                    <a:pt x="0" y="5"/>
                    <a:pt x="2" y="5"/>
                    <a:pt x="2" y="5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6" y="0"/>
                    <a:pt x="9" y="0"/>
                    <a:pt x="11" y="1"/>
                  </a:cubicBezTo>
                  <a:cubicBezTo>
                    <a:pt x="12" y="1"/>
                    <a:pt x="13" y="2"/>
                    <a:pt x="14" y="3"/>
                  </a:cubicBez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7" y="8"/>
                    <a:pt x="18" y="8"/>
                    <a:pt x="18" y="8"/>
                  </a:cubicBezTo>
                  <a:cubicBezTo>
                    <a:pt x="19" y="9"/>
                    <a:pt x="19" y="10"/>
                    <a:pt x="19" y="12"/>
                  </a:cubicBezTo>
                  <a:cubicBezTo>
                    <a:pt x="19" y="13"/>
                    <a:pt x="19" y="14"/>
                    <a:pt x="18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7" name="Freeform 5944">
              <a:extLst>
                <a:ext uri="{FF2B5EF4-FFF2-40B4-BE49-F238E27FC236}">
                  <a16:creationId xmlns:a16="http://schemas.microsoft.com/office/drawing/2014/main" id="{3FF05EE0-568D-42FF-8FD0-53B239CAC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93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1"/>
                    <a:pt x="3" y="1"/>
                    <a:pt x="4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8" name="Freeform 5945">
              <a:extLst>
                <a:ext uri="{FF2B5EF4-FFF2-40B4-BE49-F238E27FC236}">
                  <a16:creationId xmlns:a16="http://schemas.microsoft.com/office/drawing/2014/main" id="{B0F901A3-D038-4BDD-B4A2-5A9BF055E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777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9" name="Freeform 5946">
              <a:extLst>
                <a:ext uri="{FF2B5EF4-FFF2-40B4-BE49-F238E27FC236}">
                  <a16:creationId xmlns:a16="http://schemas.microsoft.com/office/drawing/2014/main" id="{91AB624B-7499-4A74-BB05-D7D30DA87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779"/>
              <a:ext cx="12" cy="6"/>
            </a:xfrm>
            <a:custGeom>
              <a:avLst/>
              <a:gdLst>
                <a:gd name="T0" fmla="*/ 48 w 6"/>
                <a:gd name="T1" fmla="*/ 8 h 3"/>
                <a:gd name="T2" fmla="*/ 32 w 6"/>
                <a:gd name="T3" fmla="*/ 0 h 3"/>
                <a:gd name="T4" fmla="*/ 24 w 6"/>
                <a:gd name="T5" fmla="*/ 0 h 3"/>
                <a:gd name="T6" fmla="*/ 16 w 6"/>
                <a:gd name="T7" fmla="*/ 0 h 3"/>
                <a:gd name="T8" fmla="*/ 0 w 6"/>
                <a:gd name="T9" fmla="*/ 0 h 3"/>
                <a:gd name="T10" fmla="*/ 0 w 6"/>
                <a:gd name="T11" fmla="*/ 24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3"/>
                    <a:pt x="0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0" name="Freeform 5947">
              <a:extLst>
                <a:ext uri="{FF2B5EF4-FFF2-40B4-BE49-F238E27FC236}">
                  <a16:creationId xmlns:a16="http://schemas.microsoft.com/office/drawing/2014/main" id="{C401B707-01C5-480F-8C2F-EA8D25418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785"/>
              <a:ext cx="4" cy="10"/>
            </a:xfrm>
            <a:custGeom>
              <a:avLst/>
              <a:gdLst>
                <a:gd name="T0" fmla="*/ 0 w 2"/>
                <a:gd name="T1" fmla="*/ 32 h 5"/>
                <a:gd name="T2" fmla="*/ 16 w 2"/>
                <a:gd name="T3" fmla="*/ 16 h 5"/>
                <a:gd name="T4" fmla="*/ 8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4"/>
                  </a:moveTo>
                  <a:cubicBezTo>
                    <a:pt x="2" y="5"/>
                    <a:pt x="2" y="3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1" name="Freeform 5948">
              <a:extLst>
                <a:ext uri="{FF2B5EF4-FFF2-40B4-BE49-F238E27FC236}">
                  <a16:creationId xmlns:a16="http://schemas.microsoft.com/office/drawing/2014/main" id="{BC503C4B-F69F-4D3F-90E0-7ABF0FA78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967"/>
              <a:ext cx="38" cy="40"/>
            </a:xfrm>
            <a:custGeom>
              <a:avLst/>
              <a:gdLst>
                <a:gd name="T0" fmla="*/ 144 w 19"/>
                <a:gd name="T1" fmla="*/ 120 h 20"/>
                <a:gd name="T2" fmla="*/ 120 w 19"/>
                <a:gd name="T3" fmla="*/ 152 h 20"/>
                <a:gd name="T4" fmla="*/ 104 w 19"/>
                <a:gd name="T5" fmla="*/ 144 h 20"/>
                <a:gd name="T6" fmla="*/ 96 w 19"/>
                <a:gd name="T7" fmla="*/ 152 h 20"/>
                <a:gd name="T8" fmla="*/ 72 w 19"/>
                <a:gd name="T9" fmla="*/ 152 h 20"/>
                <a:gd name="T10" fmla="*/ 40 w 19"/>
                <a:gd name="T11" fmla="*/ 144 h 20"/>
                <a:gd name="T12" fmla="*/ 40 w 19"/>
                <a:gd name="T13" fmla="*/ 120 h 20"/>
                <a:gd name="T14" fmla="*/ 8 w 19"/>
                <a:gd name="T15" fmla="*/ 104 h 20"/>
                <a:gd name="T16" fmla="*/ 16 w 19"/>
                <a:gd name="T17" fmla="*/ 80 h 20"/>
                <a:gd name="T18" fmla="*/ 0 w 19"/>
                <a:gd name="T19" fmla="*/ 56 h 20"/>
                <a:gd name="T20" fmla="*/ 16 w 19"/>
                <a:gd name="T21" fmla="*/ 40 h 20"/>
                <a:gd name="T22" fmla="*/ 32 w 19"/>
                <a:gd name="T23" fmla="*/ 16 h 20"/>
                <a:gd name="T24" fmla="*/ 88 w 19"/>
                <a:gd name="T25" fmla="*/ 8 h 20"/>
                <a:gd name="T26" fmla="*/ 112 w 19"/>
                <a:gd name="T27" fmla="*/ 24 h 20"/>
                <a:gd name="T28" fmla="*/ 128 w 19"/>
                <a:gd name="T29" fmla="*/ 40 h 20"/>
                <a:gd name="T30" fmla="*/ 128 w 19"/>
                <a:gd name="T31" fmla="*/ 56 h 20"/>
                <a:gd name="T32" fmla="*/ 144 w 19"/>
                <a:gd name="T33" fmla="*/ 72 h 20"/>
                <a:gd name="T34" fmla="*/ 152 w 19"/>
                <a:gd name="T35" fmla="*/ 96 h 20"/>
                <a:gd name="T36" fmla="*/ 144 w 19"/>
                <a:gd name="T37" fmla="*/ 120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18" y="15"/>
                  </a:moveTo>
                  <a:cubicBezTo>
                    <a:pt x="18" y="16"/>
                    <a:pt x="16" y="19"/>
                    <a:pt x="15" y="19"/>
                  </a:cubicBezTo>
                  <a:cubicBezTo>
                    <a:pt x="14" y="19"/>
                    <a:pt x="14" y="18"/>
                    <a:pt x="13" y="18"/>
                  </a:cubicBezTo>
                  <a:cubicBezTo>
                    <a:pt x="12" y="18"/>
                    <a:pt x="13" y="18"/>
                    <a:pt x="12" y="19"/>
                  </a:cubicBezTo>
                  <a:cubicBezTo>
                    <a:pt x="11" y="19"/>
                    <a:pt x="10" y="19"/>
                    <a:pt x="9" y="19"/>
                  </a:cubicBezTo>
                  <a:cubicBezTo>
                    <a:pt x="7" y="19"/>
                    <a:pt x="6" y="20"/>
                    <a:pt x="5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4" y="14"/>
                    <a:pt x="2" y="14"/>
                    <a:pt x="1" y="13"/>
                  </a:cubicBezTo>
                  <a:cubicBezTo>
                    <a:pt x="0" y="12"/>
                    <a:pt x="1" y="11"/>
                    <a:pt x="2" y="10"/>
                  </a:cubicBezTo>
                  <a:cubicBezTo>
                    <a:pt x="2" y="9"/>
                    <a:pt x="1" y="8"/>
                    <a:pt x="0" y="7"/>
                  </a:cubicBezTo>
                  <a:cubicBezTo>
                    <a:pt x="0" y="6"/>
                    <a:pt x="2" y="5"/>
                    <a:pt x="2" y="5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2" y="1"/>
                    <a:pt x="13" y="3"/>
                    <a:pt x="14" y="3"/>
                  </a:cubicBezTo>
                  <a:cubicBezTo>
                    <a:pt x="15" y="4"/>
                    <a:pt x="16" y="4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7" y="8"/>
                    <a:pt x="18" y="8"/>
                    <a:pt x="18" y="9"/>
                  </a:cubicBezTo>
                  <a:cubicBezTo>
                    <a:pt x="19" y="10"/>
                    <a:pt x="19" y="11"/>
                    <a:pt x="19" y="12"/>
                  </a:cubicBezTo>
                  <a:cubicBezTo>
                    <a:pt x="19" y="13"/>
                    <a:pt x="19" y="14"/>
                    <a:pt x="18" y="15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2" name="Freeform 5949">
              <a:extLst>
                <a:ext uri="{FF2B5EF4-FFF2-40B4-BE49-F238E27FC236}">
                  <a16:creationId xmlns:a16="http://schemas.microsoft.com/office/drawing/2014/main" id="{F5777D3A-FF56-4163-8FD9-E841746E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977"/>
              <a:ext cx="16" cy="18"/>
            </a:xfrm>
            <a:custGeom>
              <a:avLst/>
              <a:gdLst>
                <a:gd name="T0" fmla="*/ 24 w 8"/>
                <a:gd name="T1" fmla="*/ 0 h 9"/>
                <a:gd name="T2" fmla="*/ 0 w 8"/>
                <a:gd name="T3" fmla="*/ 8 h 9"/>
                <a:gd name="T4" fmla="*/ 8 w 8"/>
                <a:gd name="T5" fmla="*/ 32 h 9"/>
                <a:gd name="T6" fmla="*/ 0 w 8"/>
                <a:gd name="T7" fmla="*/ 56 h 9"/>
                <a:gd name="T8" fmla="*/ 24 w 8"/>
                <a:gd name="T9" fmla="*/ 72 h 9"/>
                <a:gd name="T10" fmla="*/ 16 w 8"/>
                <a:gd name="T11" fmla="*/ 48 h 9"/>
                <a:gd name="T12" fmla="*/ 32 w 8"/>
                <a:gd name="T13" fmla="*/ 32 h 9"/>
                <a:gd name="T14" fmla="*/ 40 w 8"/>
                <a:gd name="T15" fmla="*/ 16 h 9"/>
                <a:gd name="T16" fmla="*/ 64 w 8"/>
                <a:gd name="T17" fmla="*/ 16 h 9"/>
                <a:gd name="T18" fmla="*/ 40 w 8"/>
                <a:gd name="T19" fmla="*/ 8 h 9"/>
                <a:gd name="T20" fmla="*/ 16 w 8"/>
                <a:gd name="T21" fmla="*/ 16 h 9"/>
                <a:gd name="T22" fmla="*/ 24 w 8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0" y="2"/>
                    <a:pt x="1" y="3"/>
                    <a:pt x="1" y="4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2" y="9"/>
                    <a:pt x="1" y="7"/>
                    <a:pt x="2" y="6"/>
                  </a:cubicBezTo>
                  <a:cubicBezTo>
                    <a:pt x="2" y="5"/>
                    <a:pt x="4" y="5"/>
                    <a:pt x="4" y="4"/>
                  </a:cubicBezTo>
                  <a:cubicBezTo>
                    <a:pt x="5" y="3"/>
                    <a:pt x="4" y="2"/>
                    <a:pt x="5" y="2"/>
                  </a:cubicBezTo>
                  <a:cubicBezTo>
                    <a:pt x="6" y="1"/>
                    <a:pt x="7" y="2"/>
                    <a:pt x="8" y="2"/>
                  </a:cubicBezTo>
                  <a:cubicBezTo>
                    <a:pt x="7" y="1"/>
                    <a:pt x="6" y="0"/>
                    <a:pt x="5" y="1"/>
                  </a:cubicBezTo>
                  <a:cubicBezTo>
                    <a:pt x="4" y="1"/>
                    <a:pt x="3" y="3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3" name="Freeform 5950">
              <a:extLst>
                <a:ext uri="{FF2B5EF4-FFF2-40B4-BE49-F238E27FC236}">
                  <a16:creationId xmlns:a16="http://schemas.microsoft.com/office/drawing/2014/main" id="{E2B02066-41E8-4845-BBF5-D77CB9609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997"/>
              <a:ext cx="14" cy="8"/>
            </a:xfrm>
            <a:custGeom>
              <a:avLst/>
              <a:gdLst>
                <a:gd name="T0" fmla="*/ 8 w 7"/>
                <a:gd name="T1" fmla="*/ 8 h 4"/>
                <a:gd name="T2" fmla="*/ 8 w 7"/>
                <a:gd name="T3" fmla="*/ 24 h 4"/>
                <a:gd name="T4" fmla="*/ 24 w 7"/>
                <a:gd name="T5" fmla="*/ 24 h 4"/>
                <a:gd name="T6" fmla="*/ 56 w 7"/>
                <a:gd name="T7" fmla="*/ 24 h 4"/>
                <a:gd name="T8" fmla="*/ 40 w 7"/>
                <a:gd name="T9" fmla="*/ 24 h 4"/>
                <a:gd name="T10" fmla="*/ 24 w 7"/>
                <a:gd name="T11" fmla="*/ 16 h 4"/>
                <a:gd name="T12" fmla="*/ 16 w 7"/>
                <a:gd name="T13" fmla="*/ 8 h 4"/>
                <a:gd name="T14" fmla="*/ 8 w 7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4" y="3"/>
                    <a:pt x="6" y="4"/>
                    <a:pt x="7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3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4" name="Freeform 5951">
              <a:extLst>
                <a:ext uri="{FF2B5EF4-FFF2-40B4-BE49-F238E27FC236}">
                  <a16:creationId xmlns:a16="http://schemas.microsoft.com/office/drawing/2014/main" id="{3B12BFEB-E565-44E4-A5A0-FDFF7D5E4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991"/>
              <a:ext cx="10" cy="12"/>
            </a:xfrm>
            <a:custGeom>
              <a:avLst/>
              <a:gdLst>
                <a:gd name="T0" fmla="*/ 32 w 5"/>
                <a:gd name="T1" fmla="*/ 16 h 6"/>
                <a:gd name="T2" fmla="*/ 16 w 5"/>
                <a:gd name="T3" fmla="*/ 40 h 6"/>
                <a:gd name="T4" fmla="*/ 8 w 5"/>
                <a:gd name="T5" fmla="*/ 48 h 6"/>
                <a:gd name="T6" fmla="*/ 0 w 5"/>
                <a:gd name="T7" fmla="*/ 40 h 6"/>
                <a:gd name="T8" fmla="*/ 16 w 5"/>
                <a:gd name="T9" fmla="*/ 32 h 6"/>
                <a:gd name="T10" fmla="*/ 32 w 5"/>
                <a:gd name="T11" fmla="*/ 16 h 6"/>
                <a:gd name="T12" fmla="*/ 40 w 5"/>
                <a:gd name="T13" fmla="*/ 0 h 6"/>
                <a:gd name="T14" fmla="*/ 32 w 5"/>
                <a:gd name="T15" fmla="*/ 16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4" y="2"/>
                  </a:moveTo>
                  <a:cubicBezTo>
                    <a:pt x="4" y="3"/>
                    <a:pt x="3" y="4"/>
                    <a:pt x="2" y="5"/>
                  </a:cubicBezTo>
                  <a:cubicBezTo>
                    <a:pt x="2" y="6"/>
                    <a:pt x="2" y="6"/>
                    <a:pt x="1" y="6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4" y="2"/>
                    <a:pt x="4" y="1"/>
                    <a:pt x="5" y="0"/>
                  </a:cubicBezTo>
                  <a:cubicBezTo>
                    <a:pt x="5" y="1"/>
                    <a:pt x="5" y="2"/>
                    <a:pt x="4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5" name="Freeform 5952">
              <a:extLst>
                <a:ext uri="{FF2B5EF4-FFF2-40B4-BE49-F238E27FC236}">
                  <a16:creationId xmlns:a16="http://schemas.microsoft.com/office/drawing/2014/main" id="{ECDFBEF5-2B5E-42F6-8783-3F7BDD414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983"/>
              <a:ext cx="6" cy="4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16 h 2"/>
                <a:gd name="T4" fmla="*/ 16 w 3"/>
                <a:gd name="T5" fmla="*/ 16 h 2"/>
                <a:gd name="T6" fmla="*/ 8 w 3"/>
                <a:gd name="T7" fmla="*/ 8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3" y="1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6" name="Freeform 5953">
              <a:extLst>
                <a:ext uri="{FF2B5EF4-FFF2-40B4-BE49-F238E27FC236}">
                  <a16:creationId xmlns:a16="http://schemas.microsoft.com/office/drawing/2014/main" id="{E531CF05-B5CD-4E39-B1B2-5EF8CECE8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991"/>
              <a:ext cx="6" cy="8"/>
            </a:xfrm>
            <a:custGeom>
              <a:avLst/>
              <a:gdLst>
                <a:gd name="T0" fmla="*/ 16 w 3"/>
                <a:gd name="T1" fmla="*/ 8 h 4"/>
                <a:gd name="T2" fmla="*/ 16 w 3"/>
                <a:gd name="T3" fmla="*/ 16 h 4"/>
                <a:gd name="T4" fmla="*/ 0 w 3"/>
                <a:gd name="T5" fmla="*/ 24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2" y="4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7" name="Freeform 5954">
              <a:extLst>
                <a:ext uri="{FF2B5EF4-FFF2-40B4-BE49-F238E27FC236}">
                  <a16:creationId xmlns:a16="http://schemas.microsoft.com/office/drawing/2014/main" id="{FD12847B-6CBD-4ACC-8ACF-CCCAD4E14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981"/>
              <a:ext cx="4" cy="8"/>
            </a:xfrm>
            <a:custGeom>
              <a:avLst/>
              <a:gdLst>
                <a:gd name="T0" fmla="*/ 8 w 2"/>
                <a:gd name="T1" fmla="*/ 0 h 4"/>
                <a:gd name="T2" fmla="*/ 16 w 2"/>
                <a:gd name="T3" fmla="*/ 24 h 4"/>
                <a:gd name="T4" fmla="*/ 0 w 2"/>
                <a:gd name="T5" fmla="*/ 32 h 4"/>
                <a:gd name="T6" fmla="*/ 8 w 2"/>
                <a:gd name="T7" fmla="*/ 24 h 4"/>
                <a:gd name="T8" fmla="*/ 0 w 2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2" y="3"/>
                    <a:pt x="1" y="4"/>
                    <a:pt x="0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8" name="Freeform 5955">
              <a:extLst>
                <a:ext uri="{FF2B5EF4-FFF2-40B4-BE49-F238E27FC236}">
                  <a16:creationId xmlns:a16="http://schemas.microsoft.com/office/drawing/2014/main" id="{AB93E198-4054-4C3E-88B5-2E2E4A6C4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969"/>
              <a:ext cx="18" cy="8"/>
            </a:xfrm>
            <a:custGeom>
              <a:avLst/>
              <a:gdLst>
                <a:gd name="T0" fmla="*/ 0 w 9"/>
                <a:gd name="T1" fmla="*/ 8 h 4"/>
                <a:gd name="T2" fmla="*/ 40 w 9"/>
                <a:gd name="T3" fmla="*/ 8 h 4"/>
                <a:gd name="T4" fmla="*/ 56 w 9"/>
                <a:gd name="T5" fmla="*/ 16 h 4"/>
                <a:gd name="T6" fmla="*/ 72 w 9"/>
                <a:gd name="T7" fmla="*/ 32 h 4"/>
                <a:gd name="T8" fmla="*/ 64 w 9"/>
                <a:gd name="T9" fmla="*/ 24 h 4"/>
                <a:gd name="T10" fmla="*/ 56 w 9"/>
                <a:gd name="T11" fmla="*/ 24 h 4"/>
                <a:gd name="T12" fmla="*/ 40 w 9"/>
                <a:gd name="T13" fmla="*/ 8 h 4"/>
                <a:gd name="T14" fmla="*/ 0 w 9"/>
                <a:gd name="T15" fmla="*/ 8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1"/>
                    <a:pt x="6" y="2"/>
                    <a:pt x="7" y="2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9" y="4"/>
                    <a:pt x="9" y="4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6" y="3"/>
                    <a:pt x="5" y="2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9" name="Freeform 5956">
              <a:extLst>
                <a:ext uri="{FF2B5EF4-FFF2-40B4-BE49-F238E27FC236}">
                  <a16:creationId xmlns:a16="http://schemas.microsoft.com/office/drawing/2014/main" id="{357A4F38-C75C-48AA-888B-C94CB721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981"/>
              <a:ext cx="8" cy="2"/>
            </a:xfrm>
            <a:custGeom>
              <a:avLst/>
              <a:gdLst>
                <a:gd name="T0" fmla="*/ 32 w 4"/>
                <a:gd name="T1" fmla="*/ 8 h 1"/>
                <a:gd name="T2" fmla="*/ 24 w 4"/>
                <a:gd name="T3" fmla="*/ 8 h 1"/>
                <a:gd name="T4" fmla="*/ 16 w 4"/>
                <a:gd name="T5" fmla="*/ 8 h 1"/>
                <a:gd name="T6" fmla="*/ 0 w 4"/>
                <a:gd name="T7" fmla="*/ 8 h 1"/>
                <a:gd name="T8" fmla="*/ 16 w 4"/>
                <a:gd name="T9" fmla="*/ 8 h 1"/>
                <a:gd name="T10" fmla="*/ 32 w 4"/>
                <a:gd name="T11" fmla="*/ 8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0" y="0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70" name="Freeform 5957">
              <a:extLst>
                <a:ext uri="{FF2B5EF4-FFF2-40B4-BE49-F238E27FC236}">
                  <a16:creationId xmlns:a16="http://schemas.microsoft.com/office/drawing/2014/main" id="{1140FCDA-FC23-4539-8670-764AE98D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989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16 h 3"/>
                <a:gd name="T4" fmla="*/ 0 w 1"/>
                <a:gd name="T5" fmla="*/ 24 h 3"/>
                <a:gd name="T6" fmla="*/ 0 w 1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2"/>
                    <a:pt x="1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71" name="Freeform 5958">
              <a:extLst>
                <a:ext uri="{FF2B5EF4-FFF2-40B4-BE49-F238E27FC236}">
                  <a16:creationId xmlns:a16="http://schemas.microsoft.com/office/drawing/2014/main" id="{71A89E6A-8C74-4AC9-9371-48EA19387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979"/>
              <a:ext cx="6" cy="10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24 h 5"/>
                <a:gd name="T4" fmla="*/ 8 w 3"/>
                <a:gd name="T5" fmla="*/ 40 h 5"/>
                <a:gd name="T6" fmla="*/ 16 w 3"/>
                <a:gd name="T7" fmla="*/ 32 h 5"/>
                <a:gd name="T8" fmla="*/ 16 w 3"/>
                <a:gd name="T9" fmla="*/ 24 h 5"/>
                <a:gd name="T10" fmla="*/ 16 w 3"/>
                <a:gd name="T11" fmla="*/ 24 h 5"/>
                <a:gd name="T12" fmla="*/ 16 w 3"/>
                <a:gd name="T13" fmla="*/ 24 h 5"/>
                <a:gd name="T14" fmla="*/ 8 w 3"/>
                <a:gd name="T15" fmla="*/ 16 h 5"/>
                <a:gd name="T16" fmla="*/ 0 w 3"/>
                <a:gd name="T17" fmla="*/ 8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72" name="Freeform 5959">
              <a:extLst>
                <a:ext uri="{FF2B5EF4-FFF2-40B4-BE49-F238E27FC236}">
                  <a16:creationId xmlns:a16="http://schemas.microsoft.com/office/drawing/2014/main" id="{B76C0534-EBF4-47F8-8ECF-ED6CA887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997"/>
              <a:ext cx="2" cy="6"/>
            </a:xfrm>
            <a:custGeom>
              <a:avLst/>
              <a:gdLst>
                <a:gd name="T0" fmla="*/ 0 w 1"/>
                <a:gd name="T1" fmla="*/ 8 h 3"/>
                <a:gd name="T2" fmla="*/ 0 w 1"/>
                <a:gd name="T3" fmla="*/ 24 h 3"/>
                <a:gd name="T4" fmla="*/ 8 w 1"/>
                <a:gd name="T5" fmla="*/ 24 h 3"/>
                <a:gd name="T6" fmla="*/ 8 w 1"/>
                <a:gd name="T7" fmla="*/ 16 h 3"/>
                <a:gd name="T8" fmla="*/ 8 w 1"/>
                <a:gd name="T9" fmla="*/ 8 h 3"/>
                <a:gd name="T10" fmla="*/ 0 w 1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73" name="Freeform 5960">
              <a:extLst>
                <a:ext uri="{FF2B5EF4-FFF2-40B4-BE49-F238E27FC236}">
                  <a16:creationId xmlns:a16="http://schemas.microsoft.com/office/drawing/2014/main" id="{4F41377C-969D-4BEE-B744-2A5B0BD7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997"/>
              <a:ext cx="8" cy="8"/>
            </a:xfrm>
            <a:custGeom>
              <a:avLst/>
              <a:gdLst>
                <a:gd name="T0" fmla="*/ 32 w 4"/>
                <a:gd name="T1" fmla="*/ 0 h 4"/>
                <a:gd name="T2" fmla="*/ 24 w 4"/>
                <a:gd name="T3" fmla="*/ 16 h 4"/>
                <a:gd name="T4" fmla="*/ 16 w 4"/>
                <a:gd name="T5" fmla="*/ 24 h 4"/>
                <a:gd name="T6" fmla="*/ 8 w 4"/>
                <a:gd name="T7" fmla="*/ 32 h 4"/>
                <a:gd name="T8" fmla="*/ 0 w 4"/>
                <a:gd name="T9" fmla="*/ 24 h 4"/>
                <a:gd name="T10" fmla="*/ 16 w 4"/>
                <a:gd name="T11" fmla="*/ 16 h 4"/>
                <a:gd name="T12" fmla="*/ 24 w 4"/>
                <a:gd name="T13" fmla="*/ 8 h 4"/>
                <a:gd name="T14" fmla="*/ 32 w 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3" y="1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74" name="Freeform 5961">
              <a:extLst>
                <a:ext uri="{FF2B5EF4-FFF2-40B4-BE49-F238E27FC236}">
                  <a16:creationId xmlns:a16="http://schemas.microsoft.com/office/drawing/2014/main" id="{FAEA2DAC-BF6F-488C-BD92-8CAF40729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967"/>
              <a:ext cx="38" cy="40"/>
            </a:xfrm>
            <a:custGeom>
              <a:avLst/>
              <a:gdLst>
                <a:gd name="T0" fmla="*/ 144 w 19"/>
                <a:gd name="T1" fmla="*/ 120 h 20"/>
                <a:gd name="T2" fmla="*/ 120 w 19"/>
                <a:gd name="T3" fmla="*/ 152 h 20"/>
                <a:gd name="T4" fmla="*/ 104 w 19"/>
                <a:gd name="T5" fmla="*/ 144 h 20"/>
                <a:gd name="T6" fmla="*/ 96 w 19"/>
                <a:gd name="T7" fmla="*/ 152 h 20"/>
                <a:gd name="T8" fmla="*/ 72 w 19"/>
                <a:gd name="T9" fmla="*/ 152 h 20"/>
                <a:gd name="T10" fmla="*/ 40 w 19"/>
                <a:gd name="T11" fmla="*/ 144 h 20"/>
                <a:gd name="T12" fmla="*/ 40 w 19"/>
                <a:gd name="T13" fmla="*/ 120 h 20"/>
                <a:gd name="T14" fmla="*/ 8 w 19"/>
                <a:gd name="T15" fmla="*/ 104 h 20"/>
                <a:gd name="T16" fmla="*/ 16 w 19"/>
                <a:gd name="T17" fmla="*/ 80 h 20"/>
                <a:gd name="T18" fmla="*/ 0 w 19"/>
                <a:gd name="T19" fmla="*/ 56 h 20"/>
                <a:gd name="T20" fmla="*/ 16 w 19"/>
                <a:gd name="T21" fmla="*/ 40 h 20"/>
                <a:gd name="T22" fmla="*/ 32 w 19"/>
                <a:gd name="T23" fmla="*/ 16 h 20"/>
                <a:gd name="T24" fmla="*/ 88 w 19"/>
                <a:gd name="T25" fmla="*/ 8 h 20"/>
                <a:gd name="T26" fmla="*/ 112 w 19"/>
                <a:gd name="T27" fmla="*/ 24 h 20"/>
                <a:gd name="T28" fmla="*/ 128 w 19"/>
                <a:gd name="T29" fmla="*/ 40 h 20"/>
                <a:gd name="T30" fmla="*/ 128 w 19"/>
                <a:gd name="T31" fmla="*/ 56 h 20"/>
                <a:gd name="T32" fmla="*/ 144 w 19"/>
                <a:gd name="T33" fmla="*/ 72 h 20"/>
                <a:gd name="T34" fmla="*/ 152 w 19"/>
                <a:gd name="T35" fmla="*/ 96 h 20"/>
                <a:gd name="T36" fmla="*/ 144 w 19"/>
                <a:gd name="T37" fmla="*/ 120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18" y="15"/>
                  </a:moveTo>
                  <a:cubicBezTo>
                    <a:pt x="18" y="16"/>
                    <a:pt x="16" y="19"/>
                    <a:pt x="15" y="19"/>
                  </a:cubicBezTo>
                  <a:cubicBezTo>
                    <a:pt x="14" y="19"/>
                    <a:pt x="14" y="18"/>
                    <a:pt x="13" y="18"/>
                  </a:cubicBezTo>
                  <a:cubicBezTo>
                    <a:pt x="12" y="18"/>
                    <a:pt x="13" y="18"/>
                    <a:pt x="12" y="19"/>
                  </a:cubicBezTo>
                  <a:cubicBezTo>
                    <a:pt x="11" y="19"/>
                    <a:pt x="10" y="19"/>
                    <a:pt x="9" y="19"/>
                  </a:cubicBezTo>
                  <a:cubicBezTo>
                    <a:pt x="7" y="19"/>
                    <a:pt x="6" y="20"/>
                    <a:pt x="5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4" y="14"/>
                    <a:pt x="2" y="14"/>
                    <a:pt x="1" y="13"/>
                  </a:cubicBezTo>
                  <a:cubicBezTo>
                    <a:pt x="0" y="12"/>
                    <a:pt x="1" y="11"/>
                    <a:pt x="2" y="10"/>
                  </a:cubicBezTo>
                  <a:cubicBezTo>
                    <a:pt x="2" y="9"/>
                    <a:pt x="1" y="8"/>
                    <a:pt x="0" y="7"/>
                  </a:cubicBezTo>
                  <a:cubicBezTo>
                    <a:pt x="0" y="6"/>
                    <a:pt x="2" y="5"/>
                    <a:pt x="2" y="5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2" y="1"/>
                    <a:pt x="13" y="3"/>
                    <a:pt x="14" y="3"/>
                  </a:cubicBezTo>
                  <a:cubicBezTo>
                    <a:pt x="15" y="4"/>
                    <a:pt x="16" y="4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7" y="8"/>
                    <a:pt x="18" y="8"/>
                    <a:pt x="18" y="9"/>
                  </a:cubicBezTo>
                  <a:cubicBezTo>
                    <a:pt x="19" y="10"/>
                    <a:pt x="19" y="11"/>
                    <a:pt x="19" y="12"/>
                  </a:cubicBezTo>
                  <a:cubicBezTo>
                    <a:pt x="19" y="13"/>
                    <a:pt x="19" y="14"/>
                    <a:pt x="18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75" name="Freeform 5962">
              <a:extLst>
                <a:ext uri="{FF2B5EF4-FFF2-40B4-BE49-F238E27FC236}">
                  <a16:creationId xmlns:a16="http://schemas.microsoft.com/office/drawing/2014/main" id="{6D7C4A27-35E6-4587-B476-6C70C63E7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995"/>
              <a:ext cx="8" cy="6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1"/>
                    <a:pt x="4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76" name="Freeform 5963">
              <a:extLst>
                <a:ext uri="{FF2B5EF4-FFF2-40B4-BE49-F238E27FC236}">
                  <a16:creationId xmlns:a16="http://schemas.microsoft.com/office/drawing/2014/main" id="{6CF04C14-DE61-4497-89AB-5944A5514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979"/>
              <a:ext cx="2" cy="6"/>
            </a:xfrm>
            <a:custGeom>
              <a:avLst/>
              <a:gdLst>
                <a:gd name="T0" fmla="*/ 8 w 1"/>
                <a:gd name="T1" fmla="*/ 24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77" name="Freeform 5964">
              <a:extLst>
                <a:ext uri="{FF2B5EF4-FFF2-40B4-BE49-F238E27FC236}">
                  <a16:creationId xmlns:a16="http://schemas.microsoft.com/office/drawing/2014/main" id="{3F995664-0D00-4434-9029-175422BAE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981"/>
              <a:ext cx="12" cy="8"/>
            </a:xfrm>
            <a:custGeom>
              <a:avLst/>
              <a:gdLst>
                <a:gd name="T0" fmla="*/ 48 w 6"/>
                <a:gd name="T1" fmla="*/ 8 h 4"/>
                <a:gd name="T2" fmla="*/ 32 w 6"/>
                <a:gd name="T3" fmla="*/ 0 h 4"/>
                <a:gd name="T4" fmla="*/ 24 w 6"/>
                <a:gd name="T5" fmla="*/ 0 h 4"/>
                <a:gd name="T6" fmla="*/ 16 w 6"/>
                <a:gd name="T7" fmla="*/ 0 h 4"/>
                <a:gd name="T8" fmla="*/ 0 w 6"/>
                <a:gd name="T9" fmla="*/ 8 h 4"/>
                <a:gd name="T10" fmla="*/ 0 w 6"/>
                <a:gd name="T11" fmla="*/ 3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4">
                  <a:moveTo>
                    <a:pt x="6" y="1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78" name="Freeform 5965">
              <a:extLst>
                <a:ext uri="{FF2B5EF4-FFF2-40B4-BE49-F238E27FC236}">
                  <a16:creationId xmlns:a16="http://schemas.microsoft.com/office/drawing/2014/main" id="{528D3ABD-2B39-4CC7-B10A-0EDF56F16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987"/>
              <a:ext cx="4" cy="10"/>
            </a:xfrm>
            <a:custGeom>
              <a:avLst/>
              <a:gdLst>
                <a:gd name="T0" fmla="*/ 0 w 2"/>
                <a:gd name="T1" fmla="*/ 40 h 5"/>
                <a:gd name="T2" fmla="*/ 16 w 2"/>
                <a:gd name="T3" fmla="*/ 16 h 5"/>
                <a:gd name="T4" fmla="*/ 8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5"/>
                    <a:pt x="2" y="3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79" name="Freeform 5966">
              <a:extLst>
                <a:ext uri="{FF2B5EF4-FFF2-40B4-BE49-F238E27FC236}">
                  <a16:creationId xmlns:a16="http://schemas.microsoft.com/office/drawing/2014/main" id="{C167A476-507E-4D75-961A-E5CCB4540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447"/>
              <a:ext cx="56" cy="56"/>
            </a:xfrm>
            <a:custGeom>
              <a:avLst/>
              <a:gdLst>
                <a:gd name="T0" fmla="*/ 168 w 28"/>
                <a:gd name="T1" fmla="*/ 40 h 28"/>
                <a:gd name="T2" fmla="*/ 96 w 28"/>
                <a:gd name="T3" fmla="*/ 8 h 28"/>
                <a:gd name="T4" fmla="*/ 32 w 28"/>
                <a:gd name="T5" fmla="*/ 40 h 28"/>
                <a:gd name="T6" fmla="*/ 88 w 28"/>
                <a:gd name="T7" fmla="*/ 192 h 28"/>
                <a:gd name="T8" fmla="*/ 216 w 28"/>
                <a:gd name="T9" fmla="*/ 136 h 28"/>
                <a:gd name="T10" fmla="*/ 168 w 28"/>
                <a:gd name="T11" fmla="*/ 4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1" y="5"/>
                  </a:moveTo>
                  <a:cubicBezTo>
                    <a:pt x="18" y="2"/>
                    <a:pt x="16" y="0"/>
                    <a:pt x="12" y="1"/>
                  </a:cubicBezTo>
                  <a:cubicBezTo>
                    <a:pt x="9" y="1"/>
                    <a:pt x="6" y="2"/>
                    <a:pt x="4" y="5"/>
                  </a:cubicBezTo>
                  <a:cubicBezTo>
                    <a:pt x="0" y="11"/>
                    <a:pt x="3" y="21"/>
                    <a:pt x="11" y="24"/>
                  </a:cubicBezTo>
                  <a:cubicBezTo>
                    <a:pt x="19" y="28"/>
                    <a:pt x="26" y="23"/>
                    <a:pt x="27" y="17"/>
                  </a:cubicBezTo>
                  <a:cubicBezTo>
                    <a:pt x="28" y="12"/>
                    <a:pt x="26" y="10"/>
                    <a:pt x="21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0" name="Freeform 5967">
              <a:extLst>
                <a:ext uri="{FF2B5EF4-FFF2-40B4-BE49-F238E27FC236}">
                  <a16:creationId xmlns:a16="http://schemas.microsoft.com/office/drawing/2014/main" id="{4493CF21-64B5-4DDC-B9B5-8266A0FC3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447"/>
              <a:ext cx="56" cy="56"/>
            </a:xfrm>
            <a:custGeom>
              <a:avLst/>
              <a:gdLst>
                <a:gd name="T0" fmla="*/ 168 w 28"/>
                <a:gd name="T1" fmla="*/ 40 h 28"/>
                <a:gd name="T2" fmla="*/ 96 w 28"/>
                <a:gd name="T3" fmla="*/ 8 h 28"/>
                <a:gd name="T4" fmla="*/ 32 w 28"/>
                <a:gd name="T5" fmla="*/ 40 h 28"/>
                <a:gd name="T6" fmla="*/ 88 w 28"/>
                <a:gd name="T7" fmla="*/ 192 h 28"/>
                <a:gd name="T8" fmla="*/ 216 w 28"/>
                <a:gd name="T9" fmla="*/ 136 h 28"/>
                <a:gd name="T10" fmla="*/ 168 w 28"/>
                <a:gd name="T11" fmla="*/ 4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1" y="5"/>
                  </a:moveTo>
                  <a:cubicBezTo>
                    <a:pt x="18" y="2"/>
                    <a:pt x="16" y="0"/>
                    <a:pt x="12" y="1"/>
                  </a:cubicBezTo>
                  <a:cubicBezTo>
                    <a:pt x="9" y="1"/>
                    <a:pt x="6" y="2"/>
                    <a:pt x="4" y="5"/>
                  </a:cubicBezTo>
                  <a:cubicBezTo>
                    <a:pt x="0" y="11"/>
                    <a:pt x="3" y="21"/>
                    <a:pt x="11" y="24"/>
                  </a:cubicBezTo>
                  <a:cubicBezTo>
                    <a:pt x="19" y="28"/>
                    <a:pt x="26" y="23"/>
                    <a:pt x="27" y="17"/>
                  </a:cubicBezTo>
                  <a:cubicBezTo>
                    <a:pt x="28" y="12"/>
                    <a:pt x="26" y="10"/>
                    <a:pt x="21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1" name="Freeform 5968">
              <a:extLst>
                <a:ext uri="{FF2B5EF4-FFF2-40B4-BE49-F238E27FC236}">
                  <a16:creationId xmlns:a16="http://schemas.microsoft.com/office/drawing/2014/main" id="{F23D9530-13A1-4C48-8802-20A5C7651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459"/>
              <a:ext cx="28" cy="28"/>
            </a:xfrm>
            <a:custGeom>
              <a:avLst/>
              <a:gdLst>
                <a:gd name="T0" fmla="*/ 104 w 14"/>
                <a:gd name="T1" fmla="*/ 56 h 14"/>
                <a:gd name="T2" fmla="*/ 88 w 14"/>
                <a:gd name="T3" fmla="*/ 104 h 14"/>
                <a:gd name="T4" fmla="*/ 24 w 14"/>
                <a:gd name="T5" fmla="*/ 80 h 14"/>
                <a:gd name="T6" fmla="*/ 8 w 14"/>
                <a:gd name="T7" fmla="*/ 24 h 14"/>
                <a:gd name="T8" fmla="*/ 32 w 14"/>
                <a:gd name="T9" fmla="*/ 0 h 14"/>
                <a:gd name="T10" fmla="*/ 0 w 14"/>
                <a:gd name="T11" fmla="*/ 24 h 14"/>
                <a:gd name="T12" fmla="*/ 24 w 14"/>
                <a:gd name="T13" fmla="*/ 80 h 14"/>
                <a:gd name="T14" fmla="*/ 96 w 14"/>
                <a:gd name="T15" fmla="*/ 104 h 14"/>
                <a:gd name="T16" fmla="*/ 104 w 14"/>
                <a:gd name="T17" fmla="*/ 5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4" y="10"/>
                    <a:pt x="13" y="12"/>
                    <a:pt x="11" y="13"/>
                  </a:cubicBezTo>
                  <a:cubicBezTo>
                    <a:pt x="9" y="14"/>
                    <a:pt x="6" y="13"/>
                    <a:pt x="3" y="10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5"/>
                    <a:pt x="0" y="7"/>
                    <a:pt x="3" y="10"/>
                  </a:cubicBezTo>
                  <a:cubicBezTo>
                    <a:pt x="6" y="14"/>
                    <a:pt x="9" y="14"/>
                    <a:pt x="12" y="13"/>
                  </a:cubicBezTo>
                  <a:cubicBezTo>
                    <a:pt x="13" y="12"/>
                    <a:pt x="14" y="10"/>
                    <a:pt x="13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2" name="Freeform 5969">
              <a:extLst>
                <a:ext uri="{FF2B5EF4-FFF2-40B4-BE49-F238E27FC236}">
                  <a16:creationId xmlns:a16="http://schemas.microsoft.com/office/drawing/2014/main" id="{16A4D0D5-5019-4593-A5EA-D88CA8360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285"/>
              <a:ext cx="56" cy="54"/>
            </a:xfrm>
            <a:custGeom>
              <a:avLst/>
              <a:gdLst>
                <a:gd name="T0" fmla="*/ 176 w 28"/>
                <a:gd name="T1" fmla="*/ 32 h 27"/>
                <a:gd name="T2" fmla="*/ 104 w 28"/>
                <a:gd name="T3" fmla="*/ 0 h 27"/>
                <a:gd name="T4" fmla="*/ 40 w 28"/>
                <a:gd name="T5" fmla="*/ 40 h 27"/>
                <a:gd name="T6" fmla="*/ 96 w 28"/>
                <a:gd name="T7" fmla="*/ 192 h 27"/>
                <a:gd name="T8" fmla="*/ 224 w 28"/>
                <a:gd name="T9" fmla="*/ 136 h 27"/>
                <a:gd name="T10" fmla="*/ 176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2" y="4"/>
                  </a:moveTo>
                  <a:cubicBezTo>
                    <a:pt x="19" y="2"/>
                    <a:pt x="17" y="0"/>
                    <a:pt x="13" y="0"/>
                  </a:cubicBezTo>
                  <a:cubicBezTo>
                    <a:pt x="10" y="1"/>
                    <a:pt x="7" y="2"/>
                    <a:pt x="5" y="5"/>
                  </a:cubicBezTo>
                  <a:cubicBezTo>
                    <a:pt x="0" y="11"/>
                    <a:pt x="4" y="20"/>
                    <a:pt x="12" y="24"/>
                  </a:cubicBezTo>
                  <a:cubicBezTo>
                    <a:pt x="19" y="27"/>
                    <a:pt x="27" y="23"/>
                    <a:pt x="28" y="17"/>
                  </a:cubicBezTo>
                  <a:cubicBezTo>
                    <a:pt x="28" y="12"/>
                    <a:pt x="27" y="10"/>
                    <a:pt x="22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3" name="Freeform 5970">
              <a:extLst>
                <a:ext uri="{FF2B5EF4-FFF2-40B4-BE49-F238E27FC236}">
                  <a16:creationId xmlns:a16="http://schemas.microsoft.com/office/drawing/2014/main" id="{0FF366E0-2862-4BC5-BE60-FAF84FC9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285"/>
              <a:ext cx="56" cy="54"/>
            </a:xfrm>
            <a:custGeom>
              <a:avLst/>
              <a:gdLst>
                <a:gd name="T0" fmla="*/ 176 w 28"/>
                <a:gd name="T1" fmla="*/ 32 h 27"/>
                <a:gd name="T2" fmla="*/ 104 w 28"/>
                <a:gd name="T3" fmla="*/ 0 h 27"/>
                <a:gd name="T4" fmla="*/ 40 w 28"/>
                <a:gd name="T5" fmla="*/ 40 h 27"/>
                <a:gd name="T6" fmla="*/ 96 w 28"/>
                <a:gd name="T7" fmla="*/ 192 h 27"/>
                <a:gd name="T8" fmla="*/ 224 w 28"/>
                <a:gd name="T9" fmla="*/ 136 h 27"/>
                <a:gd name="T10" fmla="*/ 176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2" y="4"/>
                  </a:moveTo>
                  <a:cubicBezTo>
                    <a:pt x="19" y="2"/>
                    <a:pt x="17" y="0"/>
                    <a:pt x="13" y="0"/>
                  </a:cubicBezTo>
                  <a:cubicBezTo>
                    <a:pt x="10" y="1"/>
                    <a:pt x="7" y="2"/>
                    <a:pt x="5" y="5"/>
                  </a:cubicBezTo>
                  <a:cubicBezTo>
                    <a:pt x="0" y="11"/>
                    <a:pt x="4" y="20"/>
                    <a:pt x="12" y="24"/>
                  </a:cubicBezTo>
                  <a:cubicBezTo>
                    <a:pt x="19" y="27"/>
                    <a:pt x="27" y="23"/>
                    <a:pt x="28" y="17"/>
                  </a:cubicBezTo>
                  <a:cubicBezTo>
                    <a:pt x="28" y="12"/>
                    <a:pt x="27" y="10"/>
                    <a:pt x="22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4" name="Freeform 5971">
              <a:extLst>
                <a:ext uri="{FF2B5EF4-FFF2-40B4-BE49-F238E27FC236}">
                  <a16:creationId xmlns:a16="http://schemas.microsoft.com/office/drawing/2014/main" id="{2B776EDB-269F-4A5B-8A4C-3798A1C77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297"/>
              <a:ext cx="30" cy="28"/>
            </a:xfrm>
            <a:custGeom>
              <a:avLst/>
              <a:gdLst>
                <a:gd name="T0" fmla="*/ 112 w 15"/>
                <a:gd name="T1" fmla="*/ 56 h 14"/>
                <a:gd name="T2" fmla="*/ 96 w 15"/>
                <a:gd name="T3" fmla="*/ 96 h 14"/>
                <a:gd name="T4" fmla="*/ 24 w 15"/>
                <a:gd name="T5" fmla="*/ 80 h 14"/>
                <a:gd name="T6" fmla="*/ 8 w 15"/>
                <a:gd name="T7" fmla="*/ 24 h 14"/>
                <a:gd name="T8" fmla="*/ 40 w 15"/>
                <a:gd name="T9" fmla="*/ 0 h 14"/>
                <a:gd name="T10" fmla="*/ 8 w 15"/>
                <a:gd name="T11" fmla="*/ 24 h 14"/>
                <a:gd name="T12" fmla="*/ 24 w 15"/>
                <a:gd name="T13" fmla="*/ 80 h 14"/>
                <a:gd name="T14" fmla="*/ 96 w 15"/>
                <a:gd name="T15" fmla="*/ 96 h 14"/>
                <a:gd name="T16" fmla="*/ 112 w 15"/>
                <a:gd name="T17" fmla="*/ 5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14" y="7"/>
                  </a:moveTo>
                  <a:cubicBezTo>
                    <a:pt x="15" y="9"/>
                    <a:pt x="14" y="11"/>
                    <a:pt x="12" y="12"/>
                  </a:cubicBezTo>
                  <a:cubicBezTo>
                    <a:pt x="10" y="13"/>
                    <a:pt x="6" y="13"/>
                    <a:pt x="3" y="10"/>
                  </a:cubicBezTo>
                  <a:cubicBezTo>
                    <a:pt x="1" y="7"/>
                    <a:pt x="1" y="4"/>
                    <a:pt x="1" y="3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1" y="4"/>
                    <a:pt x="0" y="7"/>
                    <a:pt x="3" y="10"/>
                  </a:cubicBezTo>
                  <a:cubicBezTo>
                    <a:pt x="6" y="13"/>
                    <a:pt x="10" y="14"/>
                    <a:pt x="12" y="12"/>
                  </a:cubicBezTo>
                  <a:cubicBezTo>
                    <a:pt x="14" y="11"/>
                    <a:pt x="15" y="9"/>
                    <a:pt x="14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5" name="Freeform 5972">
              <a:extLst>
                <a:ext uri="{FF2B5EF4-FFF2-40B4-BE49-F238E27FC236}">
                  <a16:creationId xmlns:a16="http://schemas.microsoft.com/office/drawing/2014/main" id="{D92368F8-E8B2-4BC4-8145-278A9C659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523"/>
              <a:ext cx="56" cy="54"/>
            </a:xfrm>
            <a:custGeom>
              <a:avLst/>
              <a:gdLst>
                <a:gd name="T0" fmla="*/ 168 w 28"/>
                <a:gd name="T1" fmla="*/ 32 h 27"/>
                <a:gd name="T2" fmla="*/ 104 w 28"/>
                <a:gd name="T3" fmla="*/ 0 h 27"/>
                <a:gd name="T4" fmla="*/ 32 w 28"/>
                <a:gd name="T5" fmla="*/ 32 h 27"/>
                <a:gd name="T6" fmla="*/ 88 w 28"/>
                <a:gd name="T7" fmla="*/ 192 h 27"/>
                <a:gd name="T8" fmla="*/ 216 w 28"/>
                <a:gd name="T9" fmla="*/ 136 h 27"/>
                <a:gd name="T10" fmla="*/ 168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4"/>
                  </a:moveTo>
                  <a:cubicBezTo>
                    <a:pt x="19" y="2"/>
                    <a:pt x="16" y="0"/>
                    <a:pt x="13" y="0"/>
                  </a:cubicBezTo>
                  <a:cubicBezTo>
                    <a:pt x="10" y="0"/>
                    <a:pt x="7" y="2"/>
                    <a:pt x="4" y="4"/>
                  </a:cubicBezTo>
                  <a:cubicBezTo>
                    <a:pt x="0" y="10"/>
                    <a:pt x="3" y="20"/>
                    <a:pt x="11" y="24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8" y="12"/>
                    <a:pt x="26" y="9"/>
                    <a:pt x="21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6" name="Freeform 5973">
              <a:extLst>
                <a:ext uri="{FF2B5EF4-FFF2-40B4-BE49-F238E27FC236}">
                  <a16:creationId xmlns:a16="http://schemas.microsoft.com/office/drawing/2014/main" id="{FF8358BE-291E-45A3-A724-054FB74A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523"/>
              <a:ext cx="56" cy="54"/>
            </a:xfrm>
            <a:custGeom>
              <a:avLst/>
              <a:gdLst>
                <a:gd name="T0" fmla="*/ 168 w 28"/>
                <a:gd name="T1" fmla="*/ 32 h 27"/>
                <a:gd name="T2" fmla="*/ 104 w 28"/>
                <a:gd name="T3" fmla="*/ 0 h 27"/>
                <a:gd name="T4" fmla="*/ 32 w 28"/>
                <a:gd name="T5" fmla="*/ 32 h 27"/>
                <a:gd name="T6" fmla="*/ 88 w 28"/>
                <a:gd name="T7" fmla="*/ 192 h 27"/>
                <a:gd name="T8" fmla="*/ 216 w 28"/>
                <a:gd name="T9" fmla="*/ 136 h 27"/>
                <a:gd name="T10" fmla="*/ 168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4"/>
                  </a:moveTo>
                  <a:cubicBezTo>
                    <a:pt x="19" y="2"/>
                    <a:pt x="16" y="0"/>
                    <a:pt x="13" y="0"/>
                  </a:cubicBezTo>
                  <a:cubicBezTo>
                    <a:pt x="10" y="0"/>
                    <a:pt x="7" y="2"/>
                    <a:pt x="4" y="4"/>
                  </a:cubicBezTo>
                  <a:cubicBezTo>
                    <a:pt x="0" y="10"/>
                    <a:pt x="3" y="20"/>
                    <a:pt x="11" y="24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8" y="12"/>
                    <a:pt x="26" y="9"/>
                    <a:pt x="21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7" name="Freeform 5974">
              <a:extLst>
                <a:ext uri="{FF2B5EF4-FFF2-40B4-BE49-F238E27FC236}">
                  <a16:creationId xmlns:a16="http://schemas.microsoft.com/office/drawing/2014/main" id="{06690DD2-0689-44ED-94FB-B9E9A86E6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533"/>
              <a:ext cx="28" cy="28"/>
            </a:xfrm>
            <a:custGeom>
              <a:avLst/>
              <a:gdLst>
                <a:gd name="T0" fmla="*/ 112 w 14"/>
                <a:gd name="T1" fmla="*/ 64 h 14"/>
                <a:gd name="T2" fmla="*/ 96 w 14"/>
                <a:gd name="T3" fmla="*/ 104 h 14"/>
                <a:gd name="T4" fmla="*/ 24 w 14"/>
                <a:gd name="T5" fmla="*/ 80 h 14"/>
                <a:gd name="T6" fmla="*/ 8 w 14"/>
                <a:gd name="T7" fmla="*/ 32 h 14"/>
                <a:gd name="T8" fmla="*/ 32 w 14"/>
                <a:gd name="T9" fmla="*/ 0 h 14"/>
                <a:gd name="T10" fmla="*/ 8 w 14"/>
                <a:gd name="T11" fmla="*/ 24 h 14"/>
                <a:gd name="T12" fmla="*/ 24 w 14"/>
                <a:gd name="T13" fmla="*/ 88 h 14"/>
                <a:gd name="T14" fmla="*/ 96 w 14"/>
                <a:gd name="T15" fmla="*/ 104 h 14"/>
                <a:gd name="T16" fmla="*/ 112 w 14"/>
                <a:gd name="T17" fmla="*/ 6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14" y="8"/>
                  </a:moveTo>
                  <a:cubicBezTo>
                    <a:pt x="14" y="10"/>
                    <a:pt x="13" y="12"/>
                    <a:pt x="12" y="13"/>
                  </a:cubicBezTo>
                  <a:cubicBezTo>
                    <a:pt x="10" y="14"/>
                    <a:pt x="6" y="14"/>
                    <a:pt x="3" y="10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5"/>
                    <a:pt x="0" y="8"/>
                    <a:pt x="3" y="11"/>
                  </a:cubicBezTo>
                  <a:cubicBezTo>
                    <a:pt x="6" y="14"/>
                    <a:pt x="10" y="14"/>
                    <a:pt x="12" y="13"/>
                  </a:cubicBezTo>
                  <a:cubicBezTo>
                    <a:pt x="14" y="12"/>
                    <a:pt x="14" y="10"/>
                    <a:pt x="14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8" name="Freeform 5975">
              <a:extLst>
                <a:ext uri="{FF2B5EF4-FFF2-40B4-BE49-F238E27FC236}">
                  <a16:creationId xmlns:a16="http://schemas.microsoft.com/office/drawing/2014/main" id="{90E23DD2-6933-4CF7-ABA3-90C77E914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527"/>
              <a:ext cx="56" cy="56"/>
            </a:xfrm>
            <a:custGeom>
              <a:avLst/>
              <a:gdLst>
                <a:gd name="T0" fmla="*/ 168 w 28"/>
                <a:gd name="T1" fmla="*/ 40 h 28"/>
                <a:gd name="T2" fmla="*/ 104 w 28"/>
                <a:gd name="T3" fmla="*/ 8 h 28"/>
                <a:gd name="T4" fmla="*/ 40 w 28"/>
                <a:gd name="T5" fmla="*/ 40 h 28"/>
                <a:gd name="T6" fmla="*/ 88 w 28"/>
                <a:gd name="T7" fmla="*/ 192 h 28"/>
                <a:gd name="T8" fmla="*/ 224 w 28"/>
                <a:gd name="T9" fmla="*/ 136 h 28"/>
                <a:gd name="T10" fmla="*/ 168 w 28"/>
                <a:gd name="T11" fmla="*/ 4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1" y="5"/>
                  </a:moveTo>
                  <a:cubicBezTo>
                    <a:pt x="19" y="2"/>
                    <a:pt x="16" y="0"/>
                    <a:pt x="13" y="1"/>
                  </a:cubicBezTo>
                  <a:cubicBezTo>
                    <a:pt x="10" y="1"/>
                    <a:pt x="7" y="2"/>
                    <a:pt x="5" y="5"/>
                  </a:cubicBezTo>
                  <a:cubicBezTo>
                    <a:pt x="0" y="11"/>
                    <a:pt x="3" y="21"/>
                    <a:pt x="11" y="24"/>
                  </a:cubicBezTo>
                  <a:cubicBezTo>
                    <a:pt x="19" y="28"/>
                    <a:pt x="27" y="23"/>
                    <a:pt x="28" y="17"/>
                  </a:cubicBezTo>
                  <a:cubicBezTo>
                    <a:pt x="28" y="12"/>
                    <a:pt x="27" y="10"/>
                    <a:pt x="21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9" name="Freeform 5976">
              <a:extLst>
                <a:ext uri="{FF2B5EF4-FFF2-40B4-BE49-F238E27FC236}">
                  <a16:creationId xmlns:a16="http://schemas.microsoft.com/office/drawing/2014/main" id="{FEE171DF-13DE-4B23-9174-5015E6C7F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527"/>
              <a:ext cx="56" cy="56"/>
            </a:xfrm>
            <a:custGeom>
              <a:avLst/>
              <a:gdLst>
                <a:gd name="T0" fmla="*/ 168 w 28"/>
                <a:gd name="T1" fmla="*/ 40 h 28"/>
                <a:gd name="T2" fmla="*/ 104 w 28"/>
                <a:gd name="T3" fmla="*/ 8 h 28"/>
                <a:gd name="T4" fmla="*/ 40 w 28"/>
                <a:gd name="T5" fmla="*/ 40 h 28"/>
                <a:gd name="T6" fmla="*/ 88 w 28"/>
                <a:gd name="T7" fmla="*/ 192 h 28"/>
                <a:gd name="T8" fmla="*/ 224 w 28"/>
                <a:gd name="T9" fmla="*/ 136 h 28"/>
                <a:gd name="T10" fmla="*/ 168 w 28"/>
                <a:gd name="T11" fmla="*/ 4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1" y="5"/>
                  </a:moveTo>
                  <a:cubicBezTo>
                    <a:pt x="19" y="2"/>
                    <a:pt x="16" y="0"/>
                    <a:pt x="13" y="1"/>
                  </a:cubicBezTo>
                  <a:cubicBezTo>
                    <a:pt x="10" y="1"/>
                    <a:pt x="7" y="2"/>
                    <a:pt x="5" y="5"/>
                  </a:cubicBezTo>
                  <a:cubicBezTo>
                    <a:pt x="0" y="11"/>
                    <a:pt x="3" y="21"/>
                    <a:pt x="11" y="24"/>
                  </a:cubicBezTo>
                  <a:cubicBezTo>
                    <a:pt x="19" y="28"/>
                    <a:pt x="27" y="23"/>
                    <a:pt x="28" y="17"/>
                  </a:cubicBezTo>
                  <a:cubicBezTo>
                    <a:pt x="28" y="12"/>
                    <a:pt x="27" y="10"/>
                    <a:pt x="21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0" name="Freeform 5977">
              <a:extLst>
                <a:ext uri="{FF2B5EF4-FFF2-40B4-BE49-F238E27FC236}">
                  <a16:creationId xmlns:a16="http://schemas.microsoft.com/office/drawing/2014/main" id="{24790215-C038-4841-8C8C-A273E984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539"/>
              <a:ext cx="28" cy="28"/>
            </a:xfrm>
            <a:custGeom>
              <a:avLst/>
              <a:gdLst>
                <a:gd name="T0" fmla="*/ 112 w 14"/>
                <a:gd name="T1" fmla="*/ 56 h 14"/>
                <a:gd name="T2" fmla="*/ 96 w 14"/>
                <a:gd name="T3" fmla="*/ 104 h 14"/>
                <a:gd name="T4" fmla="*/ 24 w 14"/>
                <a:gd name="T5" fmla="*/ 80 h 14"/>
                <a:gd name="T6" fmla="*/ 8 w 14"/>
                <a:gd name="T7" fmla="*/ 24 h 14"/>
                <a:gd name="T8" fmla="*/ 32 w 14"/>
                <a:gd name="T9" fmla="*/ 0 h 14"/>
                <a:gd name="T10" fmla="*/ 8 w 14"/>
                <a:gd name="T11" fmla="*/ 24 h 14"/>
                <a:gd name="T12" fmla="*/ 24 w 14"/>
                <a:gd name="T13" fmla="*/ 80 h 14"/>
                <a:gd name="T14" fmla="*/ 96 w 14"/>
                <a:gd name="T15" fmla="*/ 104 h 14"/>
                <a:gd name="T16" fmla="*/ 112 w 14"/>
                <a:gd name="T17" fmla="*/ 5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14" y="7"/>
                  </a:moveTo>
                  <a:cubicBezTo>
                    <a:pt x="14" y="10"/>
                    <a:pt x="14" y="12"/>
                    <a:pt x="12" y="13"/>
                  </a:cubicBezTo>
                  <a:cubicBezTo>
                    <a:pt x="10" y="14"/>
                    <a:pt x="6" y="13"/>
                    <a:pt x="3" y="10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5"/>
                    <a:pt x="0" y="7"/>
                    <a:pt x="3" y="10"/>
                  </a:cubicBezTo>
                  <a:cubicBezTo>
                    <a:pt x="6" y="14"/>
                    <a:pt x="10" y="14"/>
                    <a:pt x="12" y="13"/>
                  </a:cubicBezTo>
                  <a:cubicBezTo>
                    <a:pt x="14" y="12"/>
                    <a:pt x="14" y="10"/>
                    <a:pt x="14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1" name="Freeform 5978">
              <a:extLst>
                <a:ext uri="{FF2B5EF4-FFF2-40B4-BE49-F238E27FC236}">
                  <a16:creationId xmlns:a16="http://schemas.microsoft.com/office/drawing/2014/main" id="{0B779A60-F6B4-4B2E-8892-6E96B6B5D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189"/>
              <a:ext cx="56" cy="54"/>
            </a:xfrm>
            <a:custGeom>
              <a:avLst/>
              <a:gdLst>
                <a:gd name="T0" fmla="*/ 168 w 28"/>
                <a:gd name="T1" fmla="*/ 40 h 27"/>
                <a:gd name="T2" fmla="*/ 96 w 28"/>
                <a:gd name="T3" fmla="*/ 0 h 27"/>
                <a:gd name="T4" fmla="*/ 32 w 28"/>
                <a:gd name="T5" fmla="*/ 40 h 27"/>
                <a:gd name="T6" fmla="*/ 88 w 28"/>
                <a:gd name="T7" fmla="*/ 192 h 27"/>
                <a:gd name="T8" fmla="*/ 216 w 28"/>
                <a:gd name="T9" fmla="*/ 136 h 27"/>
                <a:gd name="T10" fmla="*/ 168 w 28"/>
                <a:gd name="T11" fmla="*/ 4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5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1"/>
                    <a:pt x="6" y="2"/>
                    <a:pt x="4" y="5"/>
                  </a:cubicBezTo>
                  <a:cubicBezTo>
                    <a:pt x="0" y="11"/>
                    <a:pt x="3" y="20"/>
                    <a:pt x="11" y="24"/>
                  </a:cubicBezTo>
                  <a:cubicBezTo>
                    <a:pt x="19" y="27"/>
                    <a:pt x="26" y="23"/>
                    <a:pt x="27" y="17"/>
                  </a:cubicBezTo>
                  <a:cubicBezTo>
                    <a:pt x="28" y="12"/>
                    <a:pt x="26" y="10"/>
                    <a:pt x="21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2" name="Freeform 5979">
              <a:extLst>
                <a:ext uri="{FF2B5EF4-FFF2-40B4-BE49-F238E27FC236}">
                  <a16:creationId xmlns:a16="http://schemas.microsoft.com/office/drawing/2014/main" id="{9487ED0F-5198-4303-947E-B4875BC4C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189"/>
              <a:ext cx="56" cy="54"/>
            </a:xfrm>
            <a:custGeom>
              <a:avLst/>
              <a:gdLst>
                <a:gd name="T0" fmla="*/ 168 w 28"/>
                <a:gd name="T1" fmla="*/ 40 h 27"/>
                <a:gd name="T2" fmla="*/ 96 w 28"/>
                <a:gd name="T3" fmla="*/ 0 h 27"/>
                <a:gd name="T4" fmla="*/ 32 w 28"/>
                <a:gd name="T5" fmla="*/ 40 h 27"/>
                <a:gd name="T6" fmla="*/ 88 w 28"/>
                <a:gd name="T7" fmla="*/ 192 h 27"/>
                <a:gd name="T8" fmla="*/ 216 w 28"/>
                <a:gd name="T9" fmla="*/ 136 h 27"/>
                <a:gd name="T10" fmla="*/ 168 w 28"/>
                <a:gd name="T11" fmla="*/ 4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5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1"/>
                    <a:pt x="6" y="2"/>
                    <a:pt x="4" y="5"/>
                  </a:cubicBezTo>
                  <a:cubicBezTo>
                    <a:pt x="0" y="11"/>
                    <a:pt x="3" y="20"/>
                    <a:pt x="11" y="24"/>
                  </a:cubicBezTo>
                  <a:cubicBezTo>
                    <a:pt x="19" y="27"/>
                    <a:pt x="26" y="23"/>
                    <a:pt x="27" y="17"/>
                  </a:cubicBezTo>
                  <a:cubicBezTo>
                    <a:pt x="28" y="12"/>
                    <a:pt x="26" y="10"/>
                    <a:pt x="21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3" name="Freeform 5980">
              <a:extLst>
                <a:ext uri="{FF2B5EF4-FFF2-40B4-BE49-F238E27FC236}">
                  <a16:creationId xmlns:a16="http://schemas.microsoft.com/office/drawing/2014/main" id="{F4C1D263-7745-4A84-A3BA-5CAB8AF72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01"/>
              <a:ext cx="28" cy="28"/>
            </a:xfrm>
            <a:custGeom>
              <a:avLst/>
              <a:gdLst>
                <a:gd name="T0" fmla="*/ 104 w 14"/>
                <a:gd name="T1" fmla="*/ 56 h 14"/>
                <a:gd name="T2" fmla="*/ 88 w 14"/>
                <a:gd name="T3" fmla="*/ 96 h 14"/>
                <a:gd name="T4" fmla="*/ 24 w 14"/>
                <a:gd name="T5" fmla="*/ 80 h 14"/>
                <a:gd name="T6" fmla="*/ 8 w 14"/>
                <a:gd name="T7" fmla="*/ 24 h 14"/>
                <a:gd name="T8" fmla="*/ 32 w 14"/>
                <a:gd name="T9" fmla="*/ 0 h 14"/>
                <a:gd name="T10" fmla="*/ 0 w 14"/>
                <a:gd name="T11" fmla="*/ 24 h 14"/>
                <a:gd name="T12" fmla="*/ 24 w 14"/>
                <a:gd name="T13" fmla="*/ 80 h 14"/>
                <a:gd name="T14" fmla="*/ 96 w 14"/>
                <a:gd name="T15" fmla="*/ 104 h 14"/>
                <a:gd name="T16" fmla="*/ 104 w 14"/>
                <a:gd name="T17" fmla="*/ 5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4" y="9"/>
                    <a:pt x="13" y="11"/>
                    <a:pt x="11" y="12"/>
                  </a:cubicBezTo>
                  <a:cubicBezTo>
                    <a:pt x="9" y="14"/>
                    <a:pt x="6" y="13"/>
                    <a:pt x="3" y="10"/>
                  </a:cubicBezTo>
                  <a:cubicBezTo>
                    <a:pt x="0" y="7"/>
                    <a:pt x="0" y="4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6" y="13"/>
                    <a:pt x="9" y="14"/>
                    <a:pt x="12" y="13"/>
                  </a:cubicBezTo>
                  <a:cubicBezTo>
                    <a:pt x="13" y="11"/>
                    <a:pt x="14" y="9"/>
                    <a:pt x="13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4" name="Freeform 5981">
              <a:extLst>
                <a:ext uri="{FF2B5EF4-FFF2-40B4-BE49-F238E27FC236}">
                  <a16:creationId xmlns:a16="http://schemas.microsoft.com/office/drawing/2014/main" id="{92ABB7A4-541B-4388-B09B-05F716806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237"/>
              <a:ext cx="56" cy="54"/>
            </a:xfrm>
            <a:custGeom>
              <a:avLst/>
              <a:gdLst>
                <a:gd name="T0" fmla="*/ 168 w 28"/>
                <a:gd name="T1" fmla="*/ 40 h 27"/>
                <a:gd name="T2" fmla="*/ 96 w 28"/>
                <a:gd name="T3" fmla="*/ 0 h 27"/>
                <a:gd name="T4" fmla="*/ 32 w 28"/>
                <a:gd name="T5" fmla="*/ 40 h 27"/>
                <a:gd name="T6" fmla="*/ 88 w 28"/>
                <a:gd name="T7" fmla="*/ 192 h 27"/>
                <a:gd name="T8" fmla="*/ 216 w 28"/>
                <a:gd name="T9" fmla="*/ 136 h 27"/>
                <a:gd name="T10" fmla="*/ 168 w 28"/>
                <a:gd name="T11" fmla="*/ 4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5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1"/>
                    <a:pt x="6" y="2"/>
                    <a:pt x="4" y="5"/>
                  </a:cubicBezTo>
                  <a:cubicBezTo>
                    <a:pt x="0" y="11"/>
                    <a:pt x="3" y="20"/>
                    <a:pt x="11" y="24"/>
                  </a:cubicBezTo>
                  <a:cubicBezTo>
                    <a:pt x="19" y="27"/>
                    <a:pt x="26" y="23"/>
                    <a:pt x="27" y="17"/>
                  </a:cubicBezTo>
                  <a:cubicBezTo>
                    <a:pt x="28" y="12"/>
                    <a:pt x="26" y="10"/>
                    <a:pt x="21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5" name="Freeform 5982">
              <a:extLst>
                <a:ext uri="{FF2B5EF4-FFF2-40B4-BE49-F238E27FC236}">
                  <a16:creationId xmlns:a16="http://schemas.microsoft.com/office/drawing/2014/main" id="{D2A38311-299D-4611-94C3-F569F13B9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237"/>
              <a:ext cx="56" cy="54"/>
            </a:xfrm>
            <a:custGeom>
              <a:avLst/>
              <a:gdLst>
                <a:gd name="T0" fmla="*/ 168 w 28"/>
                <a:gd name="T1" fmla="*/ 40 h 27"/>
                <a:gd name="T2" fmla="*/ 96 w 28"/>
                <a:gd name="T3" fmla="*/ 0 h 27"/>
                <a:gd name="T4" fmla="*/ 32 w 28"/>
                <a:gd name="T5" fmla="*/ 40 h 27"/>
                <a:gd name="T6" fmla="*/ 88 w 28"/>
                <a:gd name="T7" fmla="*/ 192 h 27"/>
                <a:gd name="T8" fmla="*/ 216 w 28"/>
                <a:gd name="T9" fmla="*/ 136 h 27"/>
                <a:gd name="T10" fmla="*/ 168 w 28"/>
                <a:gd name="T11" fmla="*/ 4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5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1"/>
                    <a:pt x="6" y="2"/>
                    <a:pt x="4" y="5"/>
                  </a:cubicBezTo>
                  <a:cubicBezTo>
                    <a:pt x="0" y="11"/>
                    <a:pt x="3" y="20"/>
                    <a:pt x="11" y="24"/>
                  </a:cubicBezTo>
                  <a:cubicBezTo>
                    <a:pt x="19" y="27"/>
                    <a:pt x="26" y="23"/>
                    <a:pt x="27" y="17"/>
                  </a:cubicBezTo>
                  <a:cubicBezTo>
                    <a:pt x="28" y="12"/>
                    <a:pt x="26" y="10"/>
                    <a:pt x="21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6" name="Freeform 5983">
              <a:extLst>
                <a:ext uri="{FF2B5EF4-FFF2-40B4-BE49-F238E27FC236}">
                  <a16:creationId xmlns:a16="http://schemas.microsoft.com/office/drawing/2014/main" id="{F9A49614-6B2D-414C-97CF-4E069583F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249"/>
              <a:ext cx="28" cy="28"/>
            </a:xfrm>
            <a:custGeom>
              <a:avLst/>
              <a:gdLst>
                <a:gd name="T0" fmla="*/ 104 w 14"/>
                <a:gd name="T1" fmla="*/ 56 h 14"/>
                <a:gd name="T2" fmla="*/ 88 w 14"/>
                <a:gd name="T3" fmla="*/ 96 h 14"/>
                <a:gd name="T4" fmla="*/ 24 w 14"/>
                <a:gd name="T5" fmla="*/ 80 h 14"/>
                <a:gd name="T6" fmla="*/ 8 w 14"/>
                <a:gd name="T7" fmla="*/ 24 h 14"/>
                <a:gd name="T8" fmla="*/ 32 w 14"/>
                <a:gd name="T9" fmla="*/ 0 h 14"/>
                <a:gd name="T10" fmla="*/ 0 w 14"/>
                <a:gd name="T11" fmla="*/ 24 h 14"/>
                <a:gd name="T12" fmla="*/ 24 w 14"/>
                <a:gd name="T13" fmla="*/ 80 h 14"/>
                <a:gd name="T14" fmla="*/ 96 w 14"/>
                <a:gd name="T15" fmla="*/ 104 h 14"/>
                <a:gd name="T16" fmla="*/ 104 w 14"/>
                <a:gd name="T17" fmla="*/ 5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4" y="9"/>
                    <a:pt x="13" y="11"/>
                    <a:pt x="11" y="12"/>
                  </a:cubicBezTo>
                  <a:cubicBezTo>
                    <a:pt x="9" y="14"/>
                    <a:pt x="6" y="13"/>
                    <a:pt x="3" y="10"/>
                  </a:cubicBezTo>
                  <a:cubicBezTo>
                    <a:pt x="0" y="7"/>
                    <a:pt x="0" y="4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6" y="13"/>
                    <a:pt x="9" y="14"/>
                    <a:pt x="12" y="13"/>
                  </a:cubicBezTo>
                  <a:cubicBezTo>
                    <a:pt x="13" y="11"/>
                    <a:pt x="14" y="9"/>
                    <a:pt x="13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7" name="Freeform 5984">
              <a:extLst>
                <a:ext uri="{FF2B5EF4-FFF2-40B4-BE49-F238E27FC236}">
                  <a16:creationId xmlns:a16="http://schemas.microsoft.com/office/drawing/2014/main" id="{23861554-3262-4C76-A0A9-24E09F035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199"/>
              <a:ext cx="56" cy="54"/>
            </a:xfrm>
            <a:custGeom>
              <a:avLst/>
              <a:gdLst>
                <a:gd name="T0" fmla="*/ 168 w 28"/>
                <a:gd name="T1" fmla="*/ 32 h 27"/>
                <a:gd name="T2" fmla="*/ 104 w 28"/>
                <a:gd name="T3" fmla="*/ 0 h 27"/>
                <a:gd name="T4" fmla="*/ 40 w 28"/>
                <a:gd name="T5" fmla="*/ 32 h 27"/>
                <a:gd name="T6" fmla="*/ 88 w 28"/>
                <a:gd name="T7" fmla="*/ 192 h 27"/>
                <a:gd name="T8" fmla="*/ 224 w 28"/>
                <a:gd name="T9" fmla="*/ 136 h 27"/>
                <a:gd name="T10" fmla="*/ 168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4"/>
                  </a:moveTo>
                  <a:cubicBezTo>
                    <a:pt x="19" y="2"/>
                    <a:pt x="16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10"/>
                    <a:pt x="3" y="20"/>
                    <a:pt x="11" y="24"/>
                  </a:cubicBezTo>
                  <a:cubicBezTo>
                    <a:pt x="19" y="27"/>
                    <a:pt x="27" y="22"/>
                    <a:pt x="28" y="17"/>
                  </a:cubicBezTo>
                  <a:cubicBezTo>
                    <a:pt x="28" y="12"/>
                    <a:pt x="27" y="9"/>
                    <a:pt x="21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8" name="Freeform 5985">
              <a:extLst>
                <a:ext uri="{FF2B5EF4-FFF2-40B4-BE49-F238E27FC236}">
                  <a16:creationId xmlns:a16="http://schemas.microsoft.com/office/drawing/2014/main" id="{DFA75EEB-B5BC-42B3-A7BF-EFCA48BC0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199"/>
              <a:ext cx="56" cy="54"/>
            </a:xfrm>
            <a:custGeom>
              <a:avLst/>
              <a:gdLst>
                <a:gd name="T0" fmla="*/ 168 w 28"/>
                <a:gd name="T1" fmla="*/ 32 h 27"/>
                <a:gd name="T2" fmla="*/ 104 w 28"/>
                <a:gd name="T3" fmla="*/ 0 h 27"/>
                <a:gd name="T4" fmla="*/ 40 w 28"/>
                <a:gd name="T5" fmla="*/ 32 h 27"/>
                <a:gd name="T6" fmla="*/ 88 w 28"/>
                <a:gd name="T7" fmla="*/ 192 h 27"/>
                <a:gd name="T8" fmla="*/ 224 w 28"/>
                <a:gd name="T9" fmla="*/ 136 h 27"/>
                <a:gd name="T10" fmla="*/ 168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4"/>
                  </a:moveTo>
                  <a:cubicBezTo>
                    <a:pt x="19" y="2"/>
                    <a:pt x="16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10"/>
                    <a:pt x="3" y="20"/>
                    <a:pt x="11" y="24"/>
                  </a:cubicBezTo>
                  <a:cubicBezTo>
                    <a:pt x="19" y="27"/>
                    <a:pt x="27" y="22"/>
                    <a:pt x="28" y="17"/>
                  </a:cubicBezTo>
                  <a:cubicBezTo>
                    <a:pt x="28" y="12"/>
                    <a:pt x="27" y="9"/>
                    <a:pt x="21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9" name="Freeform 5986">
              <a:extLst>
                <a:ext uri="{FF2B5EF4-FFF2-40B4-BE49-F238E27FC236}">
                  <a16:creationId xmlns:a16="http://schemas.microsoft.com/office/drawing/2014/main" id="{A3720206-31C9-45CC-B890-3DD3A11E2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09"/>
              <a:ext cx="28" cy="28"/>
            </a:xfrm>
            <a:custGeom>
              <a:avLst/>
              <a:gdLst>
                <a:gd name="T0" fmla="*/ 112 w 14"/>
                <a:gd name="T1" fmla="*/ 64 h 14"/>
                <a:gd name="T2" fmla="*/ 96 w 14"/>
                <a:gd name="T3" fmla="*/ 104 h 14"/>
                <a:gd name="T4" fmla="*/ 24 w 14"/>
                <a:gd name="T5" fmla="*/ 88 h 14"/>
                <a:gd name="T6" fmla="*/ 8 w 14"/>
                <a:gd name="T7" fmla="*/ 32 h 14"/>
                <a:gd name="T8" fmla="*/ 32 w 14"/>
                <a:gd name="T9" fmla="*/ 0 h 14"/>
                <a:gd name="T10" fmla="*/ 8 w 14"/>
                <a:gd name="T11" fmla="*/ 32 h 14"/>
                <a:gd name="T12" fmla="*/ 24 w 14"/>
                <a:gd name="T13" fmla="*/ 88 h 14"/>
                <a:gd name="T14" fmla="*/ 96 w 14"/>
                <a:gd name="T15" fmla="*/ 104 h 14"/>
                <a:gd name="T16" fmla="*/ 112 w 14"/>
                <a:gd name="T17" fmla="*/ 6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14" y="8"/>
                  </a:moveTo>
                  <a:cubicBezTo>
                    <a:pt x="14" y="10"/>
                    <a:pt x="14" y="12"/>
                    <a:pt x="12" y="13"/>
                  </a:cubicBezTo>
                  <a:cubicBezTo>
                    <a:pt x="10" y="14"/>
                    <a:pt x="6" y="14"/>
                    <a:pt x="3" y="11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0" y="5"/>
                    <a:pt x="0" y="8"/>
                    <a:pt x="3" y="11"/>
                  </a:cubicBezTo>
                  <a:cubicBezTo>
                    <a:pt x="6" y="14"/>
                    <a:pt x="10" y="14"/>
                    <a:pt x="12" y="13"/>
                  </a:cubicBezTo>
                  <a:cubicBezTo>
                    <a:pt x="14" y="12"/>
                    <a:pt x="14" y="10"/>
                    <a:pt x="14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00" name="Freeform 5987">
              <a:extLst>
                <a:ext uri="{FF2B5EF4-FFF2-40B4-BE49-F238E27FC236}">
                  <a16:creationId xmlns:a16="http://schemas.microsoft.com/office/drawing/2014/main" id="{56C40706-1486-4B25-B47A-09BC0CD70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283"/>
              <a:ext cx="56" cy="54"/>
            </a:xfrm>
            <a:custGeom>
              <a:avLst/>
              <a:gdLst>
                <a:gd name="T0" fmla="*/ 168 w 28"/>
                <a:gd name="T1" fmla="*/ 32 h 27"/>
                <a:gd name="T2" fmla="*/ 96 w 28"/>
                <a:gd name="T3" fmla="*/ 0 h 27"/>
                <a:gd name="T4" fmla="*/ 32 w 28"/>
                <a:gd name="T5" fmla="*/ 32 h 27"/>
                <a:gd name="T6" fmla="*/ 88 w 28"/>
                <a:gd name="T7" fmla="*/ 192 h 27"/>
                <a:gd name="T8" fmla="*/ 216 w 28"/>
                <a:gd name="T9" fmla="*/ 136 h 27"/>
                <a:gd name="T10" fmla="*/ 168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4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0" y="10"/>
                    <a:pt x="3" y="20"/>
                    <a:pt x="11" y="24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8" y="12"/>
                    <a:pt x="26" y="9"/>
                    <a:pt x="21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01" name="Freeform 5988">
              <a:extLst>
                <a:ext uri="{FF2B5EF4-FFF2-40B4-BE49-F238E27FC236}">
                  <a16:creationId xmlns:a16="http://schemas.microsoft.com/office/drawing/2014/main" id="{BE4574CA-D608-40C7-897D-27CA45EB8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283"/>
              <a:ext cx="56" cy="54"/>
            </a:xfrm>
            <a:custGeom>
              <a:avLst/>
              <a:gdLst>
                <a:gd name="T0" fmla="*/ 168 w 28"/>
                <a:gd name="T1" fmla="*/ 32 h 27"/>
                <a:gd name="T2" fmla="*/ 96 w 28"/>
                <a:gd name="T3" fmla="*/ 0 h 27"/>
                <a:gd name="T4" fmla="*/ 32 w 28"/>
                <a:gd name="T5" fmla="*/ 32 h 27"/>
                <a:gd name="T6" fmla="*/ 88 w 28"/>
                <a:gd name="T7" fmla="*/ 192 h 27"/>
                <a:gd name="T8" fmla="*/ 216 w 28"/>
                <a:gd name="T9" fmla="*/ 136 h 27"/>
                <a:gd name="T10" fmla="*/ 168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4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0" y="10"/>
                    <a:pt x="3" y="20"/>
                    <a:pt x="11" y="24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8" y="12"/>
                    <a:pt x="26" y="9"/>
                    <a:pt x="21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02" name="Freeform 5989">
              <a:extLst>
                <a:ext uri="{FF2B5EF4-FFF2-40B4-BE49-F238E27FC236}">
                  <a16:creationId xmlns:a16="http://schemas.microsoft.com/office/drawing/2014/main" id="{01C8DE0D-86D5-4107-A421-AACDEC251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293"/>
              <a:ext cx="28" cy="28"/>
            </a:xfrm>
            <a:custGeom>
              <a:avLst/>
              <a:gdLst>
                <a:gd name="T0" fmla="*/ 112 w 14"/>
                <a:gd name="T1" fmla="*/ 64 h 14"/>
                <a:gd name="T2" fmla="*/ 88 w 14"/>
                <a:gd name="T3" fmla="*/ 104 h 14"/>
                <a:gd name="T4" fmla="*/ 24 w 14"/>
                <a:gd name="T5" fmla="*/ 88 h 14"/>
                <a:gd name="T6" fmla="*/ 8 w 14"/>
                <a:gd name="T7" fmla="*/ 32 h 14"/>
                <a:gd name="T8" fmla="*/ 32 w 14"/>
                <a:gd name="T9" fmla="*/ 0 h 14"/>
                <a:gd name="T10" fmla="*/ 0 w 14"/>
                <a:gd name="T11" fmla="*/ 32 h 14"/>
                <a:gd name="T12" fmla="*/ 24 w 14"/>
                <a:gd name="T13" fmla="*/ 88 h 14"/>
                <a:gd name="T14" fmla="*/ 96 w 14"/>
                <a:gd name="T15" fmla="*/ 104 h 14"/>
                <a:gd name="T16" fmla="*/ 112 w 14"/>
                <a:gd name="T17" fmla="*/ 6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14" y="8"/>
                  </a:moveTo>
                  <a:cubicBezTo>
                    <a:pt x="14" y="10"/>
                    <a:pt x="13" y="12"/>
                    <a:pt x="11" y="13"/>
                  </a:cubicBezTo>
                  <a:cubicBezTo>
                    <a:pt x="9" y="14"/>
                    <a:pt x="6" y="14"/>
                    <a:pt x="3" y="11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3" y="1"/>
                    <a:pt x="1" y="2"/>
                    <a:pt x="0" y="4"/>
                  </a:cubicBezTo>
                  <a:cubicBezTo>
                    <a:pt x="0" y="5"/>
                    <a:pt x="0" y="8"/>
                    <a:pt x="3" y="11"/>
                  </a:cubicBezTo>
                  <a:cubicBezTo>
                    <a:pt x="6" y="14"/>
                    <a:pt x="9" y="14"/>
                    <a:pt x="12" y="13"/>
                  </a:cubicBezTo>
                  <a:cubicBezTo>
                    <a:pt x="13" y="12"/>
                    <a:pt x="14" y="10"/>
                    <a:pt x="14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03" name="Freeform 5990">
              <a:extLst>
                <a:ext uri="{FF2B5EF4-FFF2-40B4-BE49-F238E27FC236}">
                  <a16:creationId xmlns:a16="http://schemas.microsoft.com/office/drawing/2014/main" id="{0C964ED9-A51B-40C9-B999-6B0922049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315"/>
              <a:ext cx="56" cy="56"/>
            </a:xfrm>
            <a:custGeom>
              <a:avLst/>
              <a:gdLst>
                <a:gd name="T0" fmla="*/ 176 w 28"/>
                <a:gd name="T1" fmla="*/ 40 h 28"/>
                <a:gd name="T2" fmla="*/ 104 w 28"/>
                <a:gd name="T3" fmla="*/ 8 h 28"/>
                <a:gd name="T4" fmla="*/ 40 w 28"/>
                <a:gd name="T5" fmla="*/ 40 h 28"/>
                <a:gd name="T6" fmla="*/ 96 w 28"/>
                <a:gd name="T7" fmla="*/ 192 h 28"/>
                <a:gd name="T8" fmla="*/ 224 w 28"/>
                <a:gd name="T9" fmla="*/ 136 h 28"/>
                <a:gd name="T10" fmla="*/ 176 w 28"/>
                <a:gd name="T11" fmla="*/ 4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2" y="5"/>
                  </a:moveTo>
                  <a:cubicBezTo>
                    <a:pt x="19" y="2"/>
                    <a:pt x="17" y="0"/>
                    <a:pt x="13" y="1"/>
                  </a:cubicBezTo>
                  <a:cubicBezTo>
                    <a:pt x="10" y="1"/>
                    <a:pt x="7" y="2"/>
                    <a:pt x="5" y="5"/>
                  </a:cubicBezTo>
                  <a:cubicBezTo>
                    <a:pt x="0" y="11"/>
                    <a:pt x="4" y="21"/>
                    <a:pt x="12" y="24"/>
                  </a:cubicBezTo>
                  <a:cubicBezTo>
                    <a:pt x="19" y="28"/>
                    <a:pt x="27" y="23"/>
                    <a:pt x="28" y="17"/>
                  </a:cubicBezTo>
                  <a:cubicBezTo>
                    <a:pt x="28" y="12"/>
                    <a:pt x="27" y="10"/>
                    <a:pt x="22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04" name="Freeform 5991">
              <a:extLst>
                <a:ext uri="{FF2B5EF4-FFF2-40B4-BE49-F238E27FC236}">
                  <a16:creationId xmlns:a16="http://schemas.microsoft.com/office/drawing/2014/main" id="{1F8B4756-D0EB-4DEB-9851-C60B9BCE0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315"/>
              <a:ext cx="56" cy="56"/>
            </a:xfrm>
            <a:custGeom>
              <a:avLst/>
              <a:gdLst>
                <a:gd name="T0" fmla="*/ 176 w 28"/>
                <a:gd name="T1" fmla="*/ 40 h 28"/>
                <a:gd name="T2" fmla="*/ 104 w 28"/>
                <a:gd name="T3" fmla="*/ 8 h 28"/>
                <a:gd name="T4" fmla="*/ 40 w 28"/>
                <a:gd name="T5" fmla="*/ 40 h 28"/>
                <a:gd name="T6" fmla="*/ 96 w 28"/>
                <a:gd name="T7" fmla="*/ 192 h 28"/>
                <a:gd name="T8" fmla="*/ 224 w 28"/>
                <a:gd name="T9" fmla="*/ 136 h 28"/>
                <a:gd name="T10" fmla="*/ 176 w 28"/>
                <a:gd name="T11" fmla="*/ 4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2" y="5"/>
                  </a:moveTo>
                  <a:cubicBezTo>
                    <a:pt x="19" y="2"/>
                    <a:pt x="17" y="0"/>
                    <a:pt x="13" y="1"/>
                  </a:cubicBezTo>
                  <a:cubicBezTo>
                    <a:pt x="10" y="1"/>
                    <a:pt x="7" y="2"/>
                    <a:pt x="5" y="5"/>
                  </a:cubicBezTo>
                  <a:cubicBezTo>
                    <a:pt x="0" y="11"/>
                    <a:pt x="4" y="21"/>
                    <a:pt x="12" y="24"/>
                  </a:cubicBezTo>
                  <a:cubicBezTo>
                    <a:pt x="19" y="28"/>
                    <a:pt x="27" y="23"/>
                    <a:pt x="28" y="17"/>
                  </a:cubicBezTo>
                  <a:cubicBezTo>
                    <a:pt x="28" y="12"/>
                    <a:pt x="27" y="10"/>
                    <a:pt x="22" y="5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05" name="Freeform 5992">
              <a:extLst>
                <a:ext uri="{FF2B5EF4-FFF2-40B4-BE49-F238E27FC236}">
                  <a16:creationId xmlns:a16="http://schemas.microsoft.com/office/drawing/2014/main" id="{31822C20-6D9F-4E74-B150-96D389D1F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327"/>
              <a:ext cx="30" cy="28"/>
            </a:xfrm>
            <a:custGeom>
              <a:avLst/>
              <a:gdLst>
                <a:gd name="T0" fmla="*/ 112 w 15"/>
                <a:gd name="T1" fmla="*/ 56 h 14"/>
                <a:gd name="T2" fmla="*/ 96 w 15"/>
                <a:gd name="T3" fmla="*/ 104 h 14"/>
                <a:gd name="T4" fmla="*/ 24 w 15"/>
                <a:gd name="T5" fmla="*/ 80 h 14"/>
                <a:gd name="T6" fmla="*/ 8 w 15"/>
                <a:gd name="T7" fmla="*/ 24 h 14"/>
                <a:gd name="T8" fmla="*/ 40 w 15"/>
                <a:gd name="T9" fmla="*/ 0 h 14"/>
                <a:gd name="T10" fmla="*/ 8 w 15"/>
                <a:gd name="T11" fmla="*/ 24 h 14"/>
                <a:gd name="T12" fmla="*/ 24 w 15"/>
                <a:gd name="T13" fmla="*/ 80 h 14"/>
                <a:gd name="T14" fmla="*/ 96 w 15"/>
                <a:gd name="T15" fmla="*/ 104 h 14"/>
                <a:gd name="T16" fmla="*/ 112 w 15"/>
                <a:gd name="T17" fmla="*/ 5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14" y="7"/>
                  </a:moveTo>
                  <a:cubicBezTo>
                    <a:pt x="15" y="10"/>
                    <a:pt x="14" y="12"/>
                    <a:pt x="12" y="13"/>
                  </a:cubicBezTo>
                  <a:cubicBezTo>
                    <a:pt x="10" y="14"/>
                    <a:pt x="6" y="14"/>
                    <a:pt x="3" y="10"/>
                  </a:cubicBezTo>
                  <a:cubicBezTo>
                    <a:pt x="1" y="7"/>
                    <a:pt x="1" y="5"/>
                    <a:pt x="1" y="3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1" y="5"/>
                    <a:pt x="0" y="7"/>
                    <a:pt x="3" y="10"/>
                  </a:cubicBezTo>
                  <a:cubicBezTo>
                    <a:pt x="6" y="14"/>
                    <a:pt x="10" y="14"/>
                    <a:pt x="12" y="13"/>
                  </a:cubicBezTo>
                  <a:cubicBezTo>
                    <a:pt x="14" y="12"/>
                    <a:pt x="15" y="10"/>
                    <a:pt x="14" y="7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06" name="Freeform 5993">
              <a:extLst>
                <a:ext uri="{FF2B5EF4-FFF2-40B4-BE49-F238E27FC236}">
                  <a16:creationId xmlns:a16="http://schemas.microsoft.com/office/drawing/2014/main" id="{ACDC2B23-2BF8-4306-B298-947F875E2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355"/>
              <a:ext cx="56" cy="54"/>
            </a:xfrm>
            <a:custGeom>
              <a:avLst/>
              <a:gdLst>
                <a:gd name="T0" fmla="*/ 168 w 28"/>
                <a:gd name="T1" fmla="*/ 32 h 27"/>
                <a:gd name="T2" fmla="*/ 96 w 28"/>
                <a:gd name="T3" fmla="*/ 0 h 27"/>
                <a:gd name="T4" fmla="*/ 32 w 28"/>
                <a:gd name="T5" fmla="*/ 32 h 27"/>
                <a:gd name="T6" fmla="*/ 88 w 28"/>
                <a:gd name="T7" fmla="*/ 192 h 27"/>
                <a:gd name="T8" fmla="*/ 216 w 28"/>
                <a:gd name="T9" fmla="*/ 136 h 27"/>
                <a:gd name="T10" fmla="*/ 168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4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0" y="10"/>
                    <a:pt x="3" y="20"/>
                    <a:pt x="11" y="24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8" y="12"/>
                    <a:pt x="26" y="9"/>
                    <a:pt x="21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07" name="Freeform 5994">
              <a:extLst>
                <a:ext uri="{FF2B5EF4-FFF2-40B4-BE49-F238E27FC236}">
                  <a16:creationId xmlns:a16="http://schemas.microsoft.com/office/drawing/2014/main" id="{E59AE62E-019E-47EC-92B9-1A2B2D5BC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355"/>
              <a:ext cx="56" cy="54"/>
            </a:xfrm>
            <a:custGeom>
              <a:avLst/>
              <a:gdLst>
                <a:gd name="T0" fmla="*/ 168 w 28"/>
                <a:gd name="T1" fmla="*/ 32 h 27"/>
                <a:gd name="T2" fmla="*/ 96 w 28"/>
                <a:gd name="T3" fmla="*/ 0 h 27"/>
                <a:gd name="T4" fmla="*/ 32 w 28"/>
                <a:gd name="T5" fmla="*/ 32 h 27"/>
                <a:gd name="T6" fmla="*/ 88 w 28"/>
                <a:gd name="T7" fmla="*/ 192 h 27"/>
                <a:gd name="T8" fmla="*/ 216 w 28"/>
                <a:gd name="T9" fmla="*/ 136 h 27"/>
                <a:gd name="T10" fmla="*/ 168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4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0" y="10"/>
                    <a:pt x="3" y="20"/>
                    <a:pt x="11" y="24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8" y="12"/>
                    <a:pt x="26" y="9"/>
                    <a:pt x="21" y="4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08" name="Freeform 5995">
              <a:extLst>
                <a:ext uri="{FF2B5EF4-FFF2-40B4-BE49-F238E27FC236}">
                  <a16:creationId xmlns:a16="http://schemas.microsoft.com/office/drawing/2014/main" id="{4721AFE7-9F20-43CB-957B-815B56634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365"/>
              <a:ext cx="28" cy="28"/>
            </a:xfrm>
            <a:custGeom>
              <a:avLst/>
              <a:gdLst>
                <a:gd name="T0" fmla="*/ 104 w 14"/>
                <a:gd name="T1" fmla="*/ 64 h 14"/>
                <a:gd name="T2" fmla="*/ 88 w 14"/>
                <a:gd name="T3" fmla="*/ 104 h 14"/>
                <a:gd name="T4" fmla="*/ 24 w 14"/>
                <a:gd name="T5" fmla="*/ 88 h 14"/>
                <a:gd name="T6" fmla="*/ 8 w 14"/>
                <a:gd name="T7" fmla="*/ 32 h 14"/>
                <a:gd name="T8" fmla="*/ 32 w 14"/>
                <a:gd name="T9" fmla="*/ 0 h 14"/>
                <a:gd name="T10" fmla="*/ 0 w 14"/>
                <a:gd name="T11" fmla="*/ 32 h 14"/>
                <a:gd name="T12" fmla="*/ 24 w 14"/>
                <a:gd name="T13" fmla="*/ 88 h 14"/>
                <a:gd name="T14" fmla="*/ 96 w 14"/>
                <a:gd name="T15" fmla="*/ 104 h 14"/>
                <a:gd name="T16" fmla="*/ 104 w 14"/>
                <a:gd name="T17" fmla="*/ 6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4" y="10"/>
                    <a:pt x="13" y="12"/>
                    <a:pt x="11" y="13"/>
                  </a:cubicBezTo>
                  <a:cubicBezTo>
                    <a:pt x="9" y="14"/>
                    <a:pt x="6" y="14"/>
                    <a:pt x="3" y="11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3" y="1"/>
                    <a:pt x="1" y="2"/>
                    <a:pt x="0" y="4"/>
                  </a:cubicBezTo>
                  <a:cubicBezTo>
                    <a:pt x="0" y="5"/>
                    <a:pt x="0" y="8"/>
                    <a:pt x="3" y="11"/>
                  </a:cubicBezTo>
                  <a:cubicBezTo>
                    <a:pt x="6" y="14"/>
                    <a:pt x="9" y="14"/>
                    <a:pt x="12" y="13"/>
                  </a:cubicBezTo>
                  <a:cubicBezTo>
                    <a:pt x="13" y="12"/>
                    <a:pt x="14" y="10"/>
                    <a:pt x="13" y="8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09" name="Freeform 5996">
              <a:extLst>
                <a:ext uri="{FF2B5EF4-FFF2-40B4-BE49-F238E27FC236}">
                  <a16:creationId xmlns:a16="http://schemas.microsoft.com/office/drawing/2014/main" id="{B47DC98E-37DE-43F5-93E3-F504E17A8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531"/>
              <a:ext cx="48" cy="54"/>
            </a:xfrm>
            <a:custGeom>
              <a:avLst/>
              <a:gdLst>
                <a:gd name="T0" fmla="*/ 144 w 24"/>
                <a:gd name="T1" fmla="*/ 24 h 27"/>
                <a:gd name="T2" fmla="*/ 88 w 24"/>
                <a:gd name="T3" fmla="*/ 0 h 27"/>
                <a:gd name="T4" fmla="*/ 32 w 24"/>
                <a:gd name="T5" fmla="*/ 128 h 27"/>
                <a:gd name="T6" fmla="*/ 152 w 24"/>
                <a:gd name="T7" fmla="*/ 208 h 27"/>
                <a:gd name="T8" fmla="*/ 192 w 24"/>
                <a:gd name="T9" fmla="*/ 144 h 27"/>
                <a:gd name="T10" fmla="*/ 168 w 24"/>
                <a:gd name="T11" fmla="*/ 72 h 27"/>
                <a:gd name="T12" fmla="*/ 144 w 24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3" y="0"/>
                    <a:pt x="0" y="8"/>
                    <a:pt x="4" y="16"/>
                  </a:cubicBezTo>
                  <a:cubicBezTo>
                    <a:pt x="7" y="24"/>
                    <a:pt x="15" y="27"/>
                    <a:pt x="19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1"/>
                    <a:pt x="21" y="9"/>
                  </a:cubicBezTo>
                  <a:cubicBezTo>
                    <a:pt x="20" y="7"/>
                    <a:pt x="19" y="5"/>
                    <a:pt x="18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10" name="Freeform 5997">
              <a:extLst>
                <a:ext uri="{FF2B5EF4-FFF2-40B4-BE49-F238E27FC236}">
                  <a16:creationId xmlns:a16="http://schemas.microsoft.com/office/drawing/2014/main" id="{6EAECF67-31B9-4597-A84D-512F915F9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531"/>
              <a:ext cx="48" cy="54"/>
            </a:xfrm>
            <a:custGeom>
              <a:avLst/>
              <a:gdLst>
                <a:gd name="T0" fmla="*/ 144 w 24"/>
                <a:gd name="T1" fmla="*/ 24 h 27"/>
                <a:gd name="T2" fmla="*/ 88 w 24"/>
                <a:gd name="T3" fmla="*/ 0 h 27"/>
                <a:gd name="T4" fmla="*/ 32 w 24"/>
                <a:gd name="T5" fmla="*/ 128 h 27"/>
                <a:gd name="T6" fmla="*/ 152 w 24"/>
                <a:gd name="T7" fmla="*/ 208 h 27"/>
                <a:gd name="T8" fmla="*/ 192 w 24"/>
                <a:gd name="T9" fmla="*/ 144 h 27"/>
                <a:gd name="T10" fmla="*/ 168 w 24"/>
                <a:gd name="T11" fmla="*/ 72 h 27"/>
                <a:gd name="T12" fmla="*/ 144 w 24"/>
                <a:gd name="T13" fmla="*/ 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3" y="0"/>
                    <a:pt x="0" y="8"/>
                    <a:pt x="4" y="16"/>
                  </a:cubicBezTo>
                  <a:cubicBezTo>
                    <a:pt x="7" y="24"/>
                    <a:pt x="15" y="27"/>
                    <a:pt x="19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1"/>
                    <a:pt x="21" y="9"/>
                  </a:cubicBezTo>
                  <a:cubicBezTo>
                    <a:pt x="20" y="7"/>
                    <a:pt x="19" y="5"/>
                    <a:pt x="18" y="3"/>
                  </a:cubicBezTo>
                  <a:close/>
                </a:path>
              </a:pathLst>
            </a:custGeom>
            <a:noFill/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11" name="Freeform 5998">
              <a:extLst>
                <a:ext uri="{FF2B5EF4-FFF2-40B4-BE49-F238E27FC236}">
                  <a16:creationId xmlns:a16="http://schemas.microsoft.com/office/drawing/2014/main" id="{94728BAE-2EE5-444C-9256-285F61F49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543"/>
              <a:ext cx="18" cy="30"/>
            </a:xfrm>
            <a:custGeom>
              <a:avLst/>
              <a:gdLst>
                <a:gd name="T0" fmla="*/ 16 w 9"/>
                <a:gd name="T1" fmla="*/ 8 h 15"/>
                <a:gd name="T2" fmla="*/ 8 w 9"/>
                <a:gd name="T3" fmla="*/ 48 h 15"/>
                <a:gd name="T4" fmla="*/ 48 w 9"/>
                <a:gd name="T5" fmla="*/ 112 h 15"/>
                <a:gd name="T6" fmla="*/ 72 w 9"/>
                <a:gd name="T7" fmla="*/ 112 h 15"/>
                <a:gd name="T8" fmla="*/ 48 w 9"/>
                <a:gd name="T9" fmla="*/ 112 h 15"/>
                <a:gd name="T10" fmla="*/ 8 w 9"/>
                <a:gd name="T11" fmla="*/ 48 h 15"/>
                <a:gd name="T12" fmla="*/ 16 w 9"/>
                <a:gd name="T13" fmla="*/ 8 h 15"/>
                <a:gd name="T14" fmla="*/ 32 w 9"/>
                <a:gd name="T15" fmla="*/ 8 h 15"/>
                <a:gd name="T16" fmla="*/ 16 w 9"/>
                <a:gd name="T17" fmla="*/ 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5">
                  <a:moveTo>
                    <a:pt x="2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8" y="15"/>
                    <a:pt x="7" y="15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12" name="Freeform 5999">
              <a:extLst>
                <a:ext uri="{FF2B5EF4-FFF2-40B4-BE49-F238E27FC236}">
                  <a16:creationId xmlns:a16="http://schemas.microsoft.com/office/drawing/2014/main" id="{024061DD-70CE-446E-9F09-AFDBE031F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36"/>
              <a:ext cx="40" cy="28"/>
            </a:xfrm>
            <a:custGeom>
              <a:avLst/>
              <a:gdLst>
                <a:gd name="T0" fmla="*/ 0 w 20"/>
                <a:gd name="T1" fmla="*/ 0 h 14"/>
                <a:gd name="T2" fmla="*/ 160 w 20"/>
                <a:gd name="T3" fmla="*/ 5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4" y="6"/>
                    <a:pt x="12" y="14"/>
                    <a:pt x="2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13" name="Freeform 6000">
              <a:extLst>
                <a:ext uri="{FF2B5EF4-FFF2-40B4-BE49-F238E27FC236}">
                  <a16:creationId xmlns:a16="http://schemas.microsoft.com/office/drawing/2014/main" id="{6A17872D-8A3B-4A87-9602-884624438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972"/>
              <a:ext cx="42" cy="18"/>
            </a:xfrm>
            <a:custGeom>
              <a:avLst/>
              <a:gdLst>
                <a:gd name="T0" fmla="*/ 0 w 21"/>
                <a:gd name="T1" fmla="*/ 0 h 9"/>
                <a:gd name="T2" fmla="*/ 168 w 21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0"/>
                  </a:moveTo>
                  <a:cubicBezTo>
                    <a:pt x="3" y="9"/>
                    <a:pt x="15" y="6"/>
                    <a:pt x="21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14" name="Freeform 6001">
              <a:extLst>
                <a:ext uri="{FF2B5EF4-FFF2-40B4-BE49-F238E27FC236}">
                  <a16:creationId xmlns:a16="http://schemas.microsoft.com/office/drawing/2014/main" id="{39156750-FABC-4FDA-B6A5-B267C8F36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952"/>
              <a:ext cx="36" cy="34"/>
            </a:xfrm>
            <a:custGeom>
              <a:avLst/>
              <a:gdLst>
                <a:gd name="T0" fmla="*/ 144 w 18"/>
                <a:gd name="T1" fmla="*/ 104 h 17"/>
                <a:gd name="T2" fmla="*/ 0 w 18"/>
                <a:gd name="T3" fmla="*/ 48 h 17"/>
                <a:gd name="T4" fmla="*/ 8 w 1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13"/>
                  </a:moveTo>
                  <a:cubicBezTo>
                    <a:pt x="10" y="15"/>
                    <a:pt x="3" y="17"/>
                    <a:pt x="0" y="6"/>
                  </a:cubicBezTo>
                  <a:cubicBezTo>
                    <a:pt x="0" y="4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15" name="Freeform 6002">
              <a:extLst>
                <a:ext uri="{FF2B5EF4-FFF2-40B4-BE49-F238E27FC236}">
                  <a16:creationId xmlns:a16="http://schemas.microsoft.com/office/drawing/2014/main" id="{42DC5975-EEEC-4B99-A228-B0AF898FB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918"/>
              <a:ext cx="42" cy="24"/>
            </a:xfrm>
            <a:custGeom>
              <a:avLst/>
              <a:gdLst>
                <a:gd name="T0" fmla="*/ 0 w 21"/>
                <a:gd name="T1" fmla="*/ 24 h 12"/>
                <a:gd name="T2" fmla="*/ 168 w 2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0" y="3"/>
                  </a:moveTo>
                  <a:cubicBezTo>
                    <a:pt x="6" y="12"/>
                    <a:pt x="16" y="7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16" name="Freeform 6003">
              <a:extLst>
                <a:ext uri="{FF2B5EF4-FFF2-40B4-BE49-F238E27FC236}">
                  <a16:creationId xmlns:a16="http://schemas.microsoft.com/office/drawing/2014/main" id="{1CE53B0E-A3CC-4729-B5CB-F67BFC6EE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908"/>
              <a:ext cx="24" cy="18"/>
            </a:xfrm>
            <a:custGeom>
              <a:avLst/>
              <a:gdLst>
                <a:gd name="T0" fmla="*/ 0 w 12"/>
                <a:gd name="T1" fmla="*/ 0 h 9"/>
                <a:gd name="T2" fmla="*/ 96 w 12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1" y="6"/>
                    <a:pt x="7" y="9"/>
                    <a:pt x="12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17" name="Freeform 6004">
              <a:extLst>
                <a:ext uri="{FF2B5EF4-FFF2-40B4-BE49-F238E27FC236}">
                  <a16:creationId xmlns:a16="http://schemas.microsoft.com/office/drawing/2014/main" id="{B7A56571-4F48-4D4D-8384-E15D1E80F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962"/>
              <a:ext cx="36" cy="26"/>
            </a:xfrm>
            <a:custGeom>
              <a:avLst/>
              <a:gdLst>
                <a:gd name="T0" fmla="*/ 0 w 18"/>
                <a:gd name="T1" fmla="*/ 0 h 13"/>
                <a:gd name="T2" fmla="*/ 144 w 18"/>
                <a:gd name="T3" fmla="*/ 5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cubicBezTo>
                    <a:pt x="1" y="8"/>
                    <a:pt x="11" y="13"/>
                    <a:pt x="18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18" name="Freeform 6005">
              <a:extLst>
                <a:ext uri="{FF2B5EF4-FFF2-40B4-BE49-F238E27FC236}">
                  <a16:creationId xmlns:a16="http://schemas.microsoft.com/office/drawing/2014/main" id="{483A4208-4A10-4ECB-B496-9C4E05B4D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912"/>
              <a:ext cx="38" cy="30"/>
            </a:xfrm>
            <a:custGeom>
              <a:avLst/>
              <a:gdLst>
                <a:gd name="T0" fmla="*/ 0 w 19"/>
                <a:gd name="T1" fmla="*/ 0 h 15"/>
                <a:gd name="T2" fmla="*/ 152 w 19"/>
                <a:gd name="T3" fmla="*/ 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0" y="0"/>
                  </a:moveTo>
                  <a:cubicBezTo>
                    <a:pt x="4" y="10"/>
                    <a:pt x="8" y="15"/>
                    <a:pt x="19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19" name="Freeform 6006">
              <a:extLst>
                <a:ext uri="{FF2B5EF4-FFF2-40B4-BE49-F238E27FC236}">
                  <a16:creationId xmlns:a16="http://schemas.microsoft.com/office/drawing/2014/main" id="{7778F90C-F484-4B58-A029-AB47E6308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894"/>
              <a:ext cx="44" cy="20"/>
            </a:xfrm>
            <a:custGeom>
              <a:avLst/>
              <a:gdLst>
                <a:gd name="T0" fmla="*/ 0 w 22"/>
                <a:gd name="T1" fmla="*/ 0 h 10"/>
                <a:gd name="T2" fmla="*/ 176 w 22"/>
                <a:gd name="T3" fmla="*/ 2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8" y="8"/>
                    <a:pt x="12" y="10"/>
                    <a:pt x="22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20" name="Freeform 6007">
              <a:extLst>
                <a:ext uri="{FF2B5EF4-FFF2-40B4-BE49-F238E27FC236}">
                  <a16:creationId xmlns:a16="http://schemas.microsoft.com/office/drawing/2014/main" id="{00ED4B98-A8AD-4E99-9AC3-884342636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850"/>
              <a:ext cx="54" cy="66"/>
            </a:xfrm>
            <a:custGeom>
              <a:avLst/>
              <a:gdLst>
                <a:gd name="T0" fmla="*/ 0 w 27"/>
                <a:gd name="T1" fmla="*/ 144 h 33"/>
                <a:gd name="T2" fmla="*/ 112 w 27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0" y="18"/>
                  </a:moveTo>
                  <a:cubicBezTo>
                    <a:pt x="2" y="33"/>
                    <a:pt x="27" y="11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21" name="Freeform 6008">
              <a:extLst>
                <a:ext uri="{FF2B5EF4-FFF2-40B4-BE49-F238E27FC236}">
                  <a16:creationId xmlns:a16="http://schemas.microsoft.com/office/drawing/2014/main" id="{B461E364-40EF-4917-A257-7E3C0830E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896"/>
              <a:ext cx="24" cy="38"/>
            </a:xfrm>
            <a:custGeom>
              <a:avLst/>
              <a:gdLst>
                <a:gd name="T0" fmla="*/ 88 w 12"/>
                <a:gd name="T1" fmla="*/ 0 h 19"/>
                <a:gd name="T2" fmla="*/ 0 w 12"/>
                <a:gd name="T3" fmla="*/ 9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1" y="0"/>
                  </a:moveTo>
                  <a:cubicBezTo>
                    <a:pt x="12" y="5"/>
                    <a:pt x="5" y="19"/>
                    <a:pt x="0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22" name="Freeform 6009">
              <a:extLst>
                <a:ext uri="{FF2B5EF4-FFF2-40B4-BE49-F238E27FC236}">
                  <a16:creationId xmlns:a16="http://schemas.microsoft.com/office/drawing/2014/main" id="{268E1421-3EEB-440D-96F3-35484C2EA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960"/>
              <a:ext cx="30" cy="24"/>
            </a:xfrm>
            <a:custGeom>
              <a:avLst/>
              <a:gdLst>
                <a:gd name="T0" fmla="*/ 0 w 15"/>
                <a:gd name="T1" fmla="*/ 48 h 12"/>
                <a:gd name="T2" fmla="*/ 120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4" y="12"/>
                    <a:pt x="13" y="5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23" name="Freeform 6010">
              <a:extLst>
                <a:ext uri="{FF2B5EF4-FFF2-40B4-BE49-F238E27FC236}">
                  <a16:creationId xmlns:a16="http://schemas.microsoft.com/office/drawing/2014/main" id="{A95A36B6-BDF3-48B5-9F5E-8812F62CB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976"/>
              <a:ext cx="34" cy="16"/>
            </a:xfrm>
            <a:custGeom>
              <a:avLst/>
              <a:gdLst>
                <a:gd name="T0" fmla="*/ 8 w 17"/>
                <a:gd name="T1" fmla="*/ 0 h 8"/>
                <a:gd name="T2" fmla="*/ 72 w 17"/>
                <a:gd name="T3" fmla="*/ 56 h 8"/>
                <a:gd name="T4" fmla="*/ 136 w 17"/>
                <a:gd name="T5" fmla="*/ 3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" y="0"/>
                  </a:moveTo>
                  <a:cubicBezTo>
                    <a:pt x="0" y="4"/>
                    <a:pt x="6" y="7"/>
                    <a:pt x="9" y="7"/>
                  </a:cubicBezTo>
                  <a:cubicBezTo>
                    <a:pt x="12" y="8"/>
                    <a:pt x="15" y="6"/>
                    <a:pt x="17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24" name="Freeform 6011">
              <a:extLst>
                <a:ext uri="{FF2B5EF4-FFF2-40B4-BE49-F238E27FC236}">
                  <a16:creationId xmlns:a16="http://schemas.microsoft.com/office/drawing/2014/main" id="{749FD2D4-8E19-4CC3-A50A-5CA0D23E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82"/>
              <a:ext cx="60" cy="28"/>
            </a:xfrm>
            <a:custGeom>
              <a:avLst/>
              <a:gdLst>
                <a:gd name="T0" fmla="*/ 32 w 30"/>
                <a:gd name="T1" fmla="*/ 24 h 14"/>
                <a:gd name="T2" fmla="*/ 56 w 30"/>
                <a:gd name="T3" fmla="*/ 96 h 14"/>
                <a:gd name="T4" fmla="*/ 208 w 3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">
                  <a:moveTo>
                    <a:pt x="4" y="3"/>
                  </a:moveTo>
                  <a:cubicBezTo>
                    <a:pt x="0" y="7"/>
                    <a:pt x="2" y="11"/>
                    <a:pt x="7" y="12"/>
                  </a:cubicBezTo>
                  <a:cubicBezTo>
                    <a:pt x="13" y="14"/>
                    <a:pt x="30" y="8"/>
                    <a:pt x="2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25" name="Freeform 6012">
              <a:extLst>
                <a:ext uri="{FF2B5EF4-FFF2-40B4-BE49-F238E27FC236}">
                  <a16:creationId xmlns:a16="http://schemas.microsoft.com/office/drawing/2014/main" id="{EAEADE5D-88BE-49A4-ABD2-7C2DDFDF9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992"/>
              <a:ext cx="16" cy="8"/>
            </a:xfrm>
            <a:custGeom>
              <a:avLst/>
              <a:gdLst>
                <a:gd name="T0" fmla="*/ 0 w 8"/>
                <a:gd name="T1" fmla="*/ 0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0" y="4"/>
                    <a:pt x="6" y="1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26" name="Freeform 6013">
              <a:extLst>
                <a:ext uri="{FF2B5EF4-FFF2-40B4-BE49-F238E27FC236}">
                  <a16:creationId xmlns:a16="http://schemas.microsoft.com/office/drawing/2014/main" id="{066F880F-0EC5-4974-8FF3-3152620C2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1958"/>
              <a:ext cx="14" cy="8"/>
            </a:xfrm>
            <a:custGeom>
              <a:avLst/>
              <a:gdLst>
                <a:gd name="T0" fmla="*/ 0 w 7"/>
                <a:gd name="T1" fmla="*/ 0 h 4"/>
                <a:gd name="T2" fmla="*/ 56 w 7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4"/>
                    <a:pt x="5" y="4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27" name="Freeform 6014">
              <a:extLst>
                <a:ext uri="{FF2B5EF4-FFF2-40B4-BE49-F238E27FC236}">
                  <a16:creationId xmlns:a16="http://schemas.microsoft.com/office/drawing/2014/main" id="{8BDA1A6A-B651-4DB8-8C8E-9DF3CBF92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876"/>
              <a:ext cx="36" cy="16"/>
            </a:xfrm>
            <a:custGeom>
              <a:avLst/>
              <a:gdLst>
                <a:gd name="T0" fmla="*/ 0 w 18"/>
                <a:gd name="T1" fmla="*/ 8 h 8"/>
                <a:gd name="T2" fmla="*/ 144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1"/>
                  </a:moveTo>
                  <a:cubicBezTo>
                    <a:pt x="5" y="8"/>
                    <a:pt x="13" y="4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28" name="Freeform 6015">
              <a:extLst>
                <a:ext uri="{FF2B5EF4-FFF2-40B4-BE49-F238E27FC236}">
                  <a16:creationId xmlns:a16="http://schemas.microsoft.com/office/drawing/2014/main" id="{BB409CFC-615F-4F9E-883B-25A51671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868"/>
              <a:ext cx="46" cy="18"/>
            </a:xfrm>
            <a:custGeom>
              <a:avLst/>
              <a:gdLst>
                <a:gd name="T0" fmla="*/ 0 w 23"/>
                <a:gd name="T1" fmla="*/ 0 h 9"/>
                <a:gd name="T2" fmla="*/ 184 w 23"/>
                <a:gd name="T3" fmla="*/ 2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0"/>
                  </a:moveTo>
                  <a:cubicBezTo>
                    <a:pt x="5" y="9"/>
                    <a:pt x="14" y="7"/>
                    <a:pt x="23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29" name="Freeform 6016">
              <a:extLst>
                <a:ext uri="{FF2B5EF4-FFF2-40B4-BE49-F238E27FC236}">
                  <a16:creationId xmlns:a16="http://schemas.microsoft.com/office/drawing/2014/main" id="{06B117E3-5D45-436C-BAB1-ECB93CB4A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834"/>
              <a:ext cx="42" cy="16"/>
            </a:xfrm>
            <a:custGeom>
              <a:avLst/>
              <a:gdLst>
                <a:gd name="T0" fmla="*/ 0 w 21"/>
                <a:gd name="T1" fmla="*/ 0 h 8"/>
                <a:gd name="T2" fmla="*/ 168 w 21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0"/>
                  </a:moveTo>
                  <a:cubicBezTo>
                    <a:pt x="5" y="8"/>
                    <a:pt x="13" y="6"/>
                    <a:pt x="21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30" name="Freeform 6017">
              <a:extLst>
                <a:ext uri="{FF2B5EF4-FFF2-40B4-BE49-F238E27FC236}">
                  <a16:creationId xmlns:a16="http://schemas.microsoft.com/office/drawing/2014/main" id="{D16D4AD7-DA60-44C1-A6C2-4791D14A7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808"/>
              <a:ext cx="44" cy="34"/>
            </a:xfrm>
            <a:custGeom>
              <a:avLst/>
              <a:gdLst>
                <a:gd name="T0" fmla="*/ 0 w 22"/>
                <a:gd name="T1" fmla="*/ 80 h 17"/>
                <a:gd name="T2" fmla="*/ 152 w 2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7">
                  <a:moveTo>
                    <a:pt x="0" y="10"/>
                  </a:moveTo>
                  <a:cubicBezTo>
                    <a:pt x="5" y="17"/>
                    <a:pt x="22" y="7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31" name="Freeform 6018">
              <a:extLst>
                <a:ext uri="{FF2B5EF4-FFF2-40B4-BE49-F238E27FC236}">
                  <a16:creationId xmlns:a16="http://schemas.microsoft.com/office/drawing/2014/main" id="{3B21794A-6E81-44DB-A680-CB1A0181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802"/>
              <a:ext cx="34" cy="14"/>
            </a:xfrm>
            <a:custGeom>
              <a:avLst/>
              <a:gdLst>
                <a:gd name="T0" fmla="*/ 0 w 17"/>
                <a:gd name="T1" fmla="*/ 0 h 7"/>
                <a:gd name="T2" fmla="*/ 13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1" y="7"/>
                    <a:pt x="14" y="2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32" name="Freeform 6019">
              <a:extLst>
                <a:ext uri="{FF2B5EF4-FFF2-40B4-BE49-F238E27FC236}">
                  <a16:creationId xmlns:a16="http://schemas.microsoft.com/office/drawing/2014/main" id="{E95EF8B1-84F4-48D9-9056-E3AE07DD8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806"/>
              <a:ext cx="48" cy="34"/>
            </a:xfrm>
            <a:custGeom>
              <a:avLst/>
              <a:gdLst>
                <a:gd name="T0" fmla="*/ 32 w 24"/>
                <a:gd name="T1" fmla="*/ 40 h 17"/>
                <a:gd name="T2" fmla="*/ 56 w 24"/>
                <a:gd name="T3" fmla="*/ 120 h 17"/>
                <a:gd name="T4" fmla="*/ 152 w 2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4" y="5"/>
                  </a:moveTo>
                  <a:cubicBezTo>
                    <a:pt x="0" y="8"/>
                    <a:pt x="2" y="14"/>
                    <a:pt x="7" y="15"/>
                  </a:cubicBezTo>
                  <a:cubicBezTo>
                    <a:pt x="15" y="17"/>
                    <a:pt x="24" y="7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33" name="Freeform 6020">
              <a:extLst>
                <a:ext uri="{FF2B5EF4-FFF2-40B4-BE49-F238E27FC236}">
                  <a16:creationId xmlns:a16="http://schemas.microsoft.com/office/drawing/2014/main" id="{79B3C1C5-C0A4-48ED-82A3-7013AF0F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880"/>
              <a:ext cx="40" cy="22"/>
            </a:xfrm>
            <a:custGeom>
              <a:avLst/>
              <a:gdLst>
                <a:gd name="T0" fmla="*/ 16 w 20"/>
                <a:gd name="T1" fmla="*/ 0 h 11"/>
                <a:gd name="T2" fmla="*/ 64 w 20"/>
                <a:gd name="T3" fmla="*/ 88 h 11"/>
                <a:gd name="T4" fmla="*/ 144 w 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2" y="0"/>
                  </a:moveTo>
                  <a:cubicBezTo>
                    <a:pt x="0" y="4"/>
                    <a:pt x="4" y="10"/>
                    <a:pt x="8" y="11"/>
                  </a:cubicBezTo>
                  <a:cubicBezTo>
                    <a:pt x="13" y="11"/>
                    <a:pt x="20" y="6"/>
                    <a:pt x="18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34" name="Freeform 6021">
              <a:extLst>
                <a:ext uri="{FF2B5EF4-FFF2-40B4-BE49-F238E27FC236}">
                  <a16:creationId xmlns:a16="http://schemas.microsoft.com/office/drawing/2014/main" id="{A5CE5286-87E7-405F-8B20-EFBB7FD89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906"/>
              <a:ext cx="50" cy="28"/>
            </a:xfrm>
            <a:custGeom>
              <a:avLst/>
              <a:gdLst>
                <a:gd name="T0" fmla="*/ 16 w 25"/>
                <a:gd name="T1" fmla="*/ 8 h 14"/>
                <a:gd name="T2" fmla="*/ 40 w 25"/>
                <a:gd name="T3" fmla="*/ 96 h 14"/>
                <a:gd name="T4" fmla="*/ 144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2" y="1"/>
                  </a:moveTo>
                  <a:cubicBezTo>
                    <a:pt x="0" y="5"/>
                    <a:pt x="0" y="11"/>
                    <a:pt x="5" y="12"/>
                  </a:cubicBezTo>
                  <a:cubicBezTo>
                    <a:pt x="11" y="14"/>
                    <a:pt x="25" y="7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35" name="Freeform 6022">
              <a:extLst>
                <a:ext uri="{FF2B5EF4-FFF2-40B4-BE49-F238E27FC236}">
                  <a16:creationId xmlns:a16="http://schemas.microsoft.com/office/drawing/2014/main" id="{20596925-AB5F-40D2-A7CA-4E8361F63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938"/>
              <a:ext cx="26" cy="16"/>
            </a:xfrm>
            <a:custGeom>
              <a:avLst/>
              <a:gdLst>
                <a:gd name="T0" fmla="*/ 8 w 13"/>
                <a:gd name="T1" fmla="*/ 0 h 8"/>
                <a:gd name="T2" fmla="*/ 104 w 13"/>
                <a:gd name="T3" fmla="*/ 4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" y="0"/>
                  </a:moveTo>
                  <a:cubicBezTo>
                    <a:pt x="0" y="7"/>
                    <a:pt x="8" y="8"/>
                    <a:pt x="13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36" name="Freeform 6023">
              <a:extLst>
                <a:ext uri="{FF2B5EF4-FFF2-40B4-BE49-F238E27FC236}">
                  <a16:creationId xmlns:a16="http://schemas.microsoft.com/office/drawing/2014/main" id="{EF88969D-CD04-4DC4-BC29-354B42C04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92"/>
              <a:ext cx="40" cy="22"/>
            </a:xfrm>
            <a:custGeom>
              <a:avLst/>
              <a:gdLst>
                <a:gd name="T0" fmla="*/ 0 w 20"/>
                <a:gd name="T1" fmla="*/ 24 h 11"/>
                <a:gd name="T2" fmla="*/ 160 w 2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3"/>
                  </a:moveTo>
                  <a:cubicBezTo>
                    <a:pt x="3" y="11"/>
                    <a:pt x="19" y="7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37" name="Freeform 6024">
              <a:extLst>
                <a:ext uri="{FF2B5EF4-FFF2-40B4-BE49-F238E27FC236}">
                  <a16:creationId xmlns:a16="http://schemas.microsoft.com/office/drawing/2014/main" id="{0848D7E5-5F85-447C-838B-9B7646731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998"/>
              <a:ext cx="36" cy="18"/>
            </a:xfrm>
            <a:custGeom>
              <a:avLst/>
              <a:gdLst>
                <a:gd name="T0" fmla="*/ 0 w 18"/>
                <a:gd name="T1" fmla="*/ 8 h 9"/>
                <a:gd name="T2" fmla="*/ 144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1"/>
                  </a:moveTo>
                  <a:cubicBezTo>
                    <a:pt x="2" y="9"/>
                    <a:pt x="15" y="3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38" name="Freeform 6025">
              <a:extLst>
                <a:ext uri="{FF2B5EF4-FFF2-40B4-BE49-F238E27FC236}">
                  <a16:creationId xmlns:a16="http://schemas.microsoft.com/office/drawing/2014/main" id="{0779D404-04C7-4924-814E-5F0E3F67B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008"/>
              <a:ext cx="22" cy="28"/>
            </a:xfrm>
            <a:custGeom>
              <a:avLst/>
              <a:gdLst>
                <a:gd name="T0" fmla="*/ 72 w 11"/>
                <a:gd name="T1" fmla="*/ 0 h 14"/>
                <a:gd name="T2" fmla="*/ 0 w 11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9" y="0"/>
                  </a:moveTo>
                  <a:cubicBezTo>
                    <a:pt x="11" y="7"/>
                    <a:pt x="8" y="14"/>
                    <a:pt x="0" y="1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39" name="Freeform 6026">
              <a:extLst>
                <a:ext uri="{FF2B5EF4-FFF2-40B4-BE49-F238E27FC236}">
                  <a16:creationId xmlns:a16="http://schemas.microsoft.com/office/drawing/2014/main" id="{78F20936-AD16-49D3-A1FE-3C3938240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020"/>
              <a:ext cx="42" cy="20"/>
            </a:xfrm>
            <a:custGeom>
              <a:avLst/>
              <a:gdLst>
                <a:gd name="T0" fmla="*/ 8 w 21"/>
                <a:gd name="T1" fmla="*/ 8 h 10"/>
                <a:gd name="T2" fmla="*/ 168 w 2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">
                  <a:moveTo>
                    <a:pt x="1" y="1"/>
                  </a:moveTo>
                  <a:cubicBezTo>
                    <a:pt x="0" y="10"/>
                    <a:pt x="18" y="3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40" name="Freeform 6027">
              <a:extLst>
                <a:ext uri="{FF2B5EF4-FFF2-40B4-BE49-F238E27FC236}">
                  <a16:creationId xmlns:a16="http://schemas.microsoft.com/office/drawing/2014/main" id="{9306E6E0-0FFA-43C3-82E4-E1B4C3F0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067"/>
              <a:ext cx="42" cy="30"/>
            </a:xfrm>
            <a:custGeom>
              <a:avLst/>
              <a:gdLst>
                <a:gd name="T0" fmla="*/ 0 w 21"/>
                <a:gd name="T1" fmla="*/ 40 h 15"/>
                <a:gd name="T2" fmla="*/ 128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5"/>
                  </a:moveTo>
                  <a:cubicBezTo>
                    <a:pt x="2" y="15"/>
                    <a:pt x="21" y="7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41" name="Freeform 6028">
              <a:extLst>
                <a:ext uri="{FF2B5EF4-FFF2-40B4-BE49-F238E27FC236}">
                  <a16:creationId xmlns:a16="http://schemas.microsoft.com/office/drawing/2014/main" id="{C29482F8-E49E-434F-A3E7-DA0D3E93E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048"/>
              <a:ext cx="40" cy="27"/>
            </a:xfrm>
            <a:custGeom>
              <a:avLst/>
              <a:gdLst>
                <a:gd name="T0" fmla="*/ 16 w 20"/>
                <a:gd name="T1" fmla="*/ 0 h 13"/>
                <a:gd name="T2" fmla="*/ 160 w 20"/>
                <a:gd name="T3" fmla="*/ 1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2" y="0"/>
                  </a:moveTo>
                  <a:cubicBezTo>
                    <a:pt x="0" y="13"/>
                    <a:pt x="20" y="9"/>
                    <a:pt x="2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42" name="Freeform 6029">
              <a:extLst>
                <a:ext uri="{FF2B5EF4-FFF2-40B4-BE49-F238E27FC236}">
                  <a16:creationId xmlns:a16="http://schemas.microsoft.com/office/drawing/2014/main" id="{D2752FCF-1CCB-4FC4-9158-AA566681F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042"/>
              <a:ext cx="34" cy="21"/>
            </a:xfrm>
            <a:custGeom>
              <a:avLst/>
              <a:gdLst>
                <a:gd name="T0" fmla="*/ 0 w 17"/>
                <a:gd name="T1" fmla="*/ 0 h 10"/>
                <a:gd name="T2" fmla="*/ 120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1" y="10"/>
                    <a:pt x="17" y="6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43" name="Freeform 6030">
              <a:extLst>
                <a:ext uri="{FF2B5EF4-FFF2-40B4-BE49-F238E27FC236}">
                  <a16:creationId xmlns:a16="http://schemas.microsoft.com/office/drawing/2014/main" id="{A46134E5-1806-4331-866E-6B900401C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006"/>
              <a:ext cx="38" cy="20"/>
            </a:xfrm>
            <a:custGeom>
              <a:avLst/>
              <a:gdLst>
                <a:gd name="T0" fmla="*/ 40 w 19"/>
                <a:gd name="T1" fmla="*/ 0 h 10"/>
                <a:gd name="T2" fmla="*/ 136 w 19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5" y="0"/>
                  </a:moveTo>
                  <a:cubicBezTo>
                    <a:pt x="0" y="9"/>
                    <a:pt x="19" y="10"/>
                    <a:pt x="1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44" name="Freeform 6031">
              <a:extLst>
                <a:ext uri="{FF2B5EF4-FFF2-40B4-BE49-F238E27FC236}">
                  <a16:creationId xmlns:a16="http://schemas.microsoft.com/office/drawing/2014/main" id="{320409EB-9273-44D2-9550-A4883AB28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924"/>
              <a:ext cx="44" cy="38"/>
            </a:xfrm>
            <a:custGeom>
              <a:avLst/>
              <a:gdLst>
                <a:gd name="T0" fmla="*/ 56 w 22"/>
                <a:gd name="T1" fmla="*/ 16 h 19"/>
                <a:gd name="T2" fmla="*/ 16 w 22"/>
                <a:gd name="T3" fmla="*/ 72 h 19"/>
                <a:gd name="T4" fmla="*/ 112 w 22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7" y="2"/>
                  </a:moveTo>
                  <a:cubicBezTo>
                    <a:pt x="3" y="0"/>
                    <a:pt x="0" y="6"/>
                    <a:pt x="2" y="9"/>
                  </a:cubicBezTo>
                  <a:cubicBezTo>
                    <a:pt x="9" y="19"/>
                    <a:pt x="22" y="5"/>
                    <a:pt x="14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45" name="Freeform 6032">
              <a:extLst>
                <a:ext uri="{FF2B5EF4-FFF2-40B4-BE49-F238E27FC236}">
                  <a16:creationId xmlns:a16="http://schemas.microsoft.com/office/drawing/2014/main" id="{E9A5D16E-7815-4EF1-9E6C-DD66AAA1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838"/>
              <a:ext cx="62" cy="26"/>
            </a:xfrm>
            <a:custGeom>
              <a:avLst/>
              <a:gdLst>
                <a:gd name="T0" fmla="*/ 72 w 31"/>
                <a:gd name="T1" fmla="*/ 16 h 13"/>
                <a:gd name="T2" fmla="*/ 120 w 31"/>
                <a:gd name="T3" fmla="*/ 104 h 13"/>
                <a:gd name="T4" fmla="*/ 192 w 3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3">
                  <a:moveTo>
                    <a:pt x="9" y="2"/>
                  </a:moveTo>
                  <a:cubicBezTo>
                    <a:pt x="0" y="7"/>
                    <a:pt x="7" y="13"/>
                    <a:pt x="15" y="13"/>
                  </a:cubicBezTo>
                  <a:cubicBezTo>
                    <a:pt x="20" y="13"/>
                    <a:pt x="31" y="5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46" name="Freeform 6033">
              <a:extLst>
                <a:ext uri="{FF2B5EF4-FFF2-40B4-BE49-F238E27FC236}">
                  <a16:creationId xmlns:a16="http://schemas.microsoft.com/office/drawing/2014/main" id="{817587B1-5D9E-4A8F-A683-59461174F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862"/>
              <a:ext cx="62" cy="34"/>
            </a:xfrm>
            <a:custGeom>
              <a:avLst/>
              <a:gdLst>
                <a:gd name="T0" fmla="*/ 80 w 31"/>
                <a:gd name="T1" fmla="*/ 0 h 17"/>
                <a:gd name="T2" fmla="*/ 224 w 31"/>
                <a:gd name="T3" fmla="*/ 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7">
                  <a:moveTo>
                    <a:pt x="10" y="0"/>
                  </a:moveTo>
                  <a:cubicBezTo>
                    <a:pt x="0" y="9"/>
                    <a:pt x="31" y="17"/>
                    <a:pt x="28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47" name="Freeform 6034">
              <a:extLst>
                <a:ext uri="{FF2B5EF4-FFF2-40B4-BE49-F238E27FC236}">
                  <a16:creationId xmlns:a16="http://schemas.microsoft.com/office/drawing/2014/main" id="{9DB8F66D-41C9-4FE5-A7ED-1DEAED8FA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880"/>
              <a:ext cx="42" cy="30"/>
            </a:xfrm>
            <a:custGeom>
              <a:avLst/>
              <a:gdLst>
                <a:gd name="T0" fmla="*/ 32 w 21"/>
                <a:gd name="T1" fmla="*/ 8 h 15"/>
                <a:gd name="T2" fmla="*/ 16 w 21"/>
                <a:gd name="T3" fmla="*/ 64 h 15"/>
                <a:gd name="T4" fmla="*/ 168 w 21"/>
                <a:gd name="T5" fmla="*/ 3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4" y="1"/>
                  </a:moveTo>
                  <a:cubicBezTo>
                    <a:pt x="1" y="0"/>
                    <a:pt x="0" y="5"/>
                    <a:pt x="2" y="8"/>
                  </a:cubicBezTo>
                  <a:cubicBezTo>
                    <a:pt x="5" y="15"/>
                    <a:pt x="21" y="11"/>
                    <a:pt x="21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48" name="Freeform 6035">
              <a:extLst>
                <a:ext uri="{FF2B5EF4-FFF2-40B4-BE49-F238E27FC236}">
                  <a16:creationId xmlns:a16="http://schemas.microsoft.com/office/drawing/2014/main" id="{FF60B719-BD52-4AD4-8A5E-885629016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870"/>
              <a:ext cx="52" cy="26"/>
            </a:xfrm>
            <a:custGeom>
              <a:avLst/>
              <a:gdLst>
                <a:gd name="T0" fmla="*/ 32 w 26"/>
                <a:gd name="T1" fmla="*/ 0 h 13"/>
                <a:gd name="T2" fmla="*/ 56 w 26"/>
                <a:gd name="T3" fmla="*/ 88 h 13"/>
                <a:gd name="T4" fmla="*/ 192 w 26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4" y="0"/>
                  </a:moveTo>
                  <a:cubicBezTo>
                    <a:pt x="0" y="3"/>
                    <a:pt x="3" y="9"/>
                    <a:pt x="7" y="11"/>
                  </a:cubicBezTo>
                  <a:cubicBezTo>
                    <a:pt x="12" y="13"/>
                    <a:pt x="26" y="8"/>
                    <a:pt x="2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49" name="Freeform 6036">
              <a:extLst>
                <a:ext uri="{FF2B5EF4-FFF2-40B4-BE49-F238E27FC236}">
                  <a16:creationId xmlns:a16="http://schemas.microsoft.com/office/drawing/2014/main" id="{D6621881-704C-43E7-AC8B-F75716A78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838"/>
              <a:ext cx="44" cy="34"/>
            </a:xfrm>
            <a:custGeom>
              <a:avLst/>
              <a:gdLst>
                <a:gd name="T0" fmla="*/ 48 w 22"/>
                <a:gd name="T1" fmla="*/ 8 h 17"/>
                <a:gd name="T2" fmla="*/ 0 w 22"/>
                <a:gd name="T3" fmla="*/ 56 h 17"/>
                <a:gd name="T4" fmla="*/ 176 w 22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6" y="1"/>
                  </a:moveTo>
                  <a:cubicBezTo>
                    <a:pt x="2" y="0"/>
                    <a:pt x="0" y="4"/>
                    <a:pt x="0" y="7"/>
                  </a:cubicBezTo>
                  <a:cubicBezTo>
                    <a:pt x="2" y="17"/>
                    <a:pt x="19" y="13"/>
                    <a:pt x="22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50" name="Freeform 6037">
              <a:extLst>
                <a:ext uri="{FF2B5EF4-FFF2-40B4-BE49-F238E27FC236}">
                  <a16:creationId xmlns:a16="http://schemas.microsoft.com/office/drawing/2014/main" id="{9DDD222E-4CE3-4A5C-BD2F-ADE76BB03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982"/>
              <a:ext cx="80" cy="36"/>
            </a:xfrm>
            <a:custGeom>
              <a:avLst/>
              <a:gdLst>
                <a:gd name="T0" fmla="*/ 112 w 40"/>
                <a:gd name="T1" fmla="*/ 0 h 18"/>
                <a:gd name="T2" fmla="*/ 272 w 40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14" y="0"/>
                  </a:moveTo>
                  <a:cubicBezTo>
                    <a:pt x="0" y="14"/>
                    <a:pt x="40" y="18"/>
                    <a:pt x="34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51" name="Freeform 6038">
              <a:extLst>
                <a:ext uri="{FF2B5EF4-FFF2-40B4-BE49-F238E27FC236}">
                  <a16:creationId xmlns:a16="http://schemas.microsoft.com/office/drawing/2014/main" id="{6B1434D1-B636-463C-9C7F-2BA6FCA9C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014"/>
              <a:ext cx="52" cy="26"/>
            </a:xfrm>
            <a:custGeom>
              <a:avLst/>
              <a:gdLst>
                <a:gd name="T0" fmla="*/ 40 w 26"/>
                <a:gd name="T1" fmla="*/ 40 h 13"/>
                <a:gd name="T2" fmla="*/ 112 w 26"/>
                <a:gd name="T3" fmla="*/ 96 h 13"/>
                <a:gd name="T4" fmla="*/ 160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5" y="5"/>
                  </a:moveTo>
                  <a:cubicBezTo>
                    <a:pt x="0" y="11"/>
                    <a:pt x="10" y="13"/>
                    <a:pt x="14" y="12"/>
                  </a:cubicBezTo>
                  <a:cubicBezTo>
                    <a:pt x="18" y="10"/>
                    <a:pt x="26" y="4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52" name="Freeform 6039">
              <a:extLst>
                <a:ext uri="{FF2B5EF4-FFF2-40B4-BE49-F238E27FC236}">
                  <a16:creationId xmlns:a16="http://schemas.microsoft.com/office/drawing/2014/main" id="{06DEA36A-7F2D-4286-8750-ECE06745D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038"/>
              <a:ext cx="54" cy="43"/>
            </a:xfrm>
            <a:custGeom>
              <a:avLst/>
              <a:gdLst>
                <a:gd name="T0" fmla="*/ 16 w 27"/>
                <a:gd name="T1" fmla="*/ 33 h 21"/>
                <a:gd name="T2" fmla="*/ 176 w 2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1">
                  <a:moveTo>
                    <a:pt x="2" y="4"/>
                  </a:moveTo>
                  <a:cubicBezTo>
                    <a:pt x="0" y="21"/>
                    <a:pt x="27" y="9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53" name="Freeform 6040">
              <a:extLst>
                <a:ext uri="{FF2B5EF4-FFF2-40B4-BE49-F238E27FC236}">
                  <a16:creationId xmlns:a16="http://schemas.microsoft.com/office/drawing/2014/main" id="{15D70637-6486-4373-8CAC-EB6F2B3F5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030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54" name="Freeform 6041">
              <a:extLst>
                <a:ext uri="{FF2B5EF4-FFF2-40B4-BE49-F238E27FC236}">
                  <a16:creationId xmlns:a16="http://schemas.microsoft.com/office/drawing/2014/main" id="{ABD3C1E2-DE41-4916-8D9E-C671AD51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926"/>
              <a:ext cx="18" cy="8"/>
            </a:xfrm>
            <a:custGeom>
              <a:avLst/>
              <a:gdLst>
                <a:gd name="T0" fmla="*/ 0 w 9"/>
                <a:gd name="T1" fmla="*/ 0 h 4"/>
                <a:gd name="T2" fmla="*/ 56 w 9"/>
                <a:gd name="T3" fmla="*/ 32 h 4"/>
                <a:gd name="T4" fmla="*/ 72 w 9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0"/>
                    <a:pt x="7" y="1"/>
                    <a:pt x="7" y="4"/>
                  </a:cubicBezTo>
                  <a:cubicBezTo>
                    <a:pt x="7" y="2"/>
                    <a:pt x="8" y="2"/>
                    <a:pt x="9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55" name="Freeform 6042">
              <a:extLst>
                <a:ext uri="{FF2B5EF4-FFF2-40B4-BE49-F238E27FC236}">
                  <a16:creationId xmlns:a16="http://schemas.microsoft.com/office/drawing/2014/main" id="{E9D1DD72-F87B-433C-ADEA-027513D5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850"/>
              <a:ext cx="16" cy="8"/>
            </a:xfrm>
            <a:custGeom>
              <a:avLst/>
              <a:gdLst>
                <a:gd name="T0" fmla="*/ 0 w 8"/>
                <a:gd name="T1" fmla="*/ 32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1" y="0"/>
                    <a:pt x="5" y="0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56" name="Freeform 6043">
              <a:extLst>
                <a:ext uri="{FF2B5EF4-FFF2-40B4-BE49-F238E27FC236}">
                  <a16:creationId xmlns:a16="http://schemas.microsoft.com/office/drawing/2014/main" id="{C6034116-1C8A-4AF5-A36B-F5B259DBE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966"/>
              <a:ext cx="40" cy="30"/>
            </a:xfrm>
            <a:custGeom>
              <a:avLst/>
              <a:gdLst>
                <a:gd name="T0" fmla="*/ 0 w 20"/>
                <a:gd name="T1" fmla="*/ 40 h 15"/>
                <a:gd name="T2" fmla="*/ 120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0" y="5"/>
                  </a:moveTo>
                  <a:cubicBezTo>
                    <a:pt x="0" y="15"/>
                    <a:pt x="20" y="10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57" name="Freeform 6044">
              <a:extLst>
                <a:ext uri="{FF2B5EF4-FFF2-40B4-BE49-F238E27FC236}">
                  <a16:creationId xmlns:a16="http://schemas.microsoft.com/office/drawing/2014/main" id="{7604BB9B-571C-4A9C-A2D1-16D7911C7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938"/>
              <a:ext cx="46" cy="28"/>
            </a:xfrm>
            <a:custGeom>
              <a:avLst/>
              <a:gdLst>
                <a:gd name="T0" fmla="*/ 32 w 23"/>
                <a:gd name="T1" fmla="*/ 40 h 14"/>
                <a:gd name="T2" fmla="*/ 72 w 23"/>
                <a:gd name="T3" fmla="*/ 112 h 14"/>
                <a:gd name="T4" fmla="*/ 136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4" y="5"/>
                  </a:moveTo>
                  <a:cubicBezTo>
                    <a:pt x="0" y="9"/>
                    <a:pt x="6" y="14"/>
                    <a:pt x="9" y="14"/>
                  </a:cubicBezTo>
                  <a:cubicBezTo>
                    <a:pt x="16" y="14"/>
                    <a:pt x="23" y="5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58" name="Freeform 6045">
              <a:extLst>
                <a:ext uri="{FF2B5EF4-FFF2-40B4-BE49-F238E27FC236}">
                  <a16:creationId xmlns:a16="http://schemas.microsoft.com/office/drawing/2014/main" id="{3EB1E1A4-56AF-45F5-BF7E-CDD2FDAFD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057"/>
              <a:ext cx="70" cy="40"/>
            </a:xfrm>
            <a:custGeom>
              <a:avLst/>
              <a:gdLst>
                <a:gd name="T0" fmla="*/ 40 w 35"/>
                <a:gd name="T1" fmla="*/ 48 h 20"/>
                <a:gd name="T2" fmla="*/ 152 w 3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0">
                  <a:moveTo>
                    <a:pt x="5" y="6"/>
                  </a:moveTo>
                  <a:cubicBezTo>
                    <a:pt x="0" y="20"/>
                    <a:pt x="35" y="10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59" name="Freeform 6046">
              <a:extLst>
                <a:ext uri="{FF2B5EF4-FFF2-40B4-BE49-F238E27FC236}">
                  <a16:creationId xmlns:a16="http://schemas.microsoft.com/office/drawing/2014/main" id="{8DF0C1CE-2995-4C11-A3F8-281C3BBBD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020"/>
              <a:ext cx="52" cy="51"/>
            </a:xfrm>
            <a:custGeom>
              <a:avLst/>
              <a:gdLst>
                <a:gd name="T0" fmla="*/ 0 w 26"/>
                <a:gd name="T1" fmla="*/ 137 h 25"/>
                <a:gd name="T2" fmla="*/ 112 w 2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0" y="16"/>
                  </a:moveTo>
                  <a:cubicBezTo>
                    <a:pt x="9" y="25"/>
                    <a:pt x="26" y="9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60" name="Freeform 6047">
              <a:extLst>
                <a:ext uri="{FF2B5EF4-FFF2-40B4-BE49-F238E27FC236}">
                  <a16:creationId xmlns:a16="http://schemas.microsoft.com/office/drawing/2014/main" id="{46F5FA20-E251-462B-8BCE-603422F35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024"/>
              <a:ext cx="60" cy="43"/>
            </a:xfrm>
            <a:custGeom>
              <a:avLst/>
              <a:gdLst>
                <a:gd name="T0" fmla="*/ 8 w 30"/>
                <a:gd name="T1" fmla="*/ 76 h 21"/>
                <a:gd name="T2" fmla="*/ 136 w 3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1">
                  <a:moveTo>
                    <a:pt x="1" y="9"/>
                  </a:moveTo>
                  <a:cubicBezTo>
                    <a:pt x="0" y="21"/>
                    <a:pt x="30" y="10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61" name="Freeform 6048">
              <a:extLst>
                <a:ext uri="{FF2B5EF4-FFF2-40B4-BE49-F238E27FC236}">
                  <a16:creationId xmlns:a16="http://schemas.microsoft.com/office/drawing/2014/main" id="{3A0D001F-DDA7-4A5A-8193-79E90D957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061"/>
              <a:ext cx="26" cy="18"/>
            </a:xfrm>
            <a:custGeom>
              <a:avLst/>
              <a:gdLst>
                <a:gd name="T0" fmla="*/ 0 w 13"/>
                <a:gd name="T1" fmla="*/ 0 h 9"/>
                <a:gd name="T2" fmla="*/ 104 w 13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0" y="7"/>
                    <a:pt x="7" y="9"/>
                    <a:pt x="13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62" name="Freeform 6049">
              <a:extLst>
                <a:ext uri="{FF2B5EF4-FFF2-40B4-BE49-F238E27FC236}">
                  <a16:creationId xmlns:a16="http://schemas.microsoft.com/office/drawing/2014/main" id="{57845B60-3763-49B5-8840-9E9297E1F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046"/>
              <a:ext cx="12" cy="6"/>
            </a:xfrm>
            <a:custGeom>
              <a:avLst/>
              <a:gdLst>
                <a:gd name="T0" fmla="*/ 0 w 6"/>
                <a:gd name="T1" fmla="*/ 0 h 3"/>
                <a:gd name="T2" fmla="*/ 48 w 6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0" y="3"/>
                    <a:pt x="3" y="3"/>
                    <a:pt x="6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63" name="Freeform 6050">
              <a:extLst>
                <a:ext uri="{FF2B5EF4-FFF2-40B4-BE49-F238E27FC236}">
                  <a16:creationId xmlns:a16="http://schemas.microsoft.com/office/drawing/2014/main" id="{2E8D43D4-4436-4FB2-92B2-D1F1AFE6C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992"/>
              <a:ext cx="14" cy="4"/>
            </a:xfrm>
            <a:custGeom>
              <a:avLst/>
              <a:gdLst>
                <a:gd name="T0" fmla="*/ 0 w 7"/>
                <a:gd name="T1" fmla="*/ 0 h 2"/>
                <a:gd name="T2" fmla="*/ 5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64" name="Freeform 6051">
              <a:extLst>
                <a:ext uri="{FF2B5EF4-FFF2-40B4-BE49-F238E27FC236}">
                  <a16:creationId xmlns:a16="http://schemas.microsoft.com/office/drawing/2014/main" id="{3D1FEEDD-5535-4967-A1F2-2E4A49F3B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972"/>
              <a:ext cx="14" cy="4"/>
            </a:xfrm>
            <a:custGeom>
              <a:avLst/>
              <a:gdLst>
                <a:gd name="T0" fmla="*/ 0 w 7"/>
                <a:gd name="T1" fmla="*/ 0 h 2"/>
                <a:gd name="T2" fmla="*/ 5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65" name="Freeform 6052">
              <a:extLst>
                <a:ext uri="{FF2B5EF4-FFF2-40B4-BE49-F238E27FC236}">
                  <a16:creationId xmlns:a16="http://schemas.microsoft.com/office/drawing/2014/main" id="{2C24EA9B-B824-42F6-A277-5DE111486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904"/>
              <a:ext cx="16" cy="12"/>
            </a:xfrm>
            <a:custGeom>
              <a:avLst/>
              <a:gdLst>
                <a:gd name="T0" fmla="*/ 0 w 8"/>
                <a:gd name="T1" fmla="*/ 32 h 6"/>
                <a:gd name="T2" fmla="*/ 16 w 8"/>
                <a:gd name="T3" fmla="*/ 48 h 6"/>
                <a:gd name="T4" fmla="*/ 64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1" y="5"/>
                    <a:pt x="1" y="6"/>
                    <a:pt x="2" y="6"/>
                  </a:cubicBezTo>
                  <a:cubicBezTo>
                    <a:pt x="5" y="5"/>
                    <a:pt x="8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66" name="Freeform 6053">
              <a:extLst>
                <a:ext uri="{FF2B5EF4-FFF2-40B4-BE49-F238E27FC236}">
                  <a16:creationId xmlns:a16="http://schemas.microsoft.com/office/drawing/2014/main" id="{CF970DFE-56A1-493F-9C31-7807AB2B0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884"/>
              <a:ext cx="12" cy="8"/>
            </a:xfrm>
            <a:custGeom>
              <a:avLst/>
              <a:gdLst>
                <a:gd name="T0" fmla="*/ 0 w 6"/>
                <a:gd name="T1" fmla="*/ 24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3" y="4"/>
                    <a:pt x="4" y="2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67" name="Freeform 6054">
              <a:extLst>
                <a:ext uri="{FF2B5EF4-FFF2-40B4-BE49-F238E27FC236}">
                  <a16:creationId xmlns:a16="http://schemas.microsoft.com/office/drawing/2014/main" id="{6895DBDD-BDA0-4A37-A28F-3FAF090F4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874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2"/>
                    <a:pt x="2" y="2"/>
                    <a:pt x="4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68" name="Freeform 6055">
              <a:extLst>
                <a:ext uri="{FF2B5EF4-FFF2-40B4-BE49-F238E27FC236}">
                  <a16:creationId xmlns:a16="http://schemas.microsoft.com/office/drawing/2014/main" id="{65AB4590-E778-4BBD-A747-E8F17290D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866"/>
              <a:ext cx="14" cy="6"/>
            </a:xfrm>
            <a:custGeom>
              <a:avLst/>
              <a:gdLst>
                <a:gd name="T0" fmla="*/ 0 w 7"/>
                <a:gd name="T1" fmla="*/ 0 h 3"/>
                <a:gd name="T2" fmla="*/ 56 w 7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3"/>
                    <a:pt x="4" y="2"/>
                    <a:pt x="7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69" name="Freeform 6056">
              <a:extLst>
                <a:ext uri="{FF2B5EF4-FFF2-40B4-BE49-F238E27FC236}">
                  <a16:creationId xmlns:a16="http://schemas.microsoft.com/office/drawing/2014/main" id="{F48B7754-50B1-413D-8A13-014CEC846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860"/>
              <a:ext cx="12" cy="8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3"/>
                    <a:pt x="3" y="4"/>
                    <a:pt x="6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70" name="Freeform 6057">
              <a:extLst>
                <a:ext uri="{FF2B5EF4-FFF2-40B4-BE49-F238E27FC236}">
                  <a16:creationId xmlns:a16="http://schemas.microsoft.com/office/drawing/2014/main" id="{58E2FF2D-D775-498C-A06D-16BE73F8D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848"/>
              <a:ext cx="18" cy="8"/>
            </a:xfrm>
            <a:custGeom>
              <a:avLst/>
              <a:gdLst>
                <a:gd name="T0" fmla="*/ 24 w 9"/>
                <a:gd name="T1" fmla="*/ 0 h 4"/>
                <a:gd name="T2" fmla="*/ 72 w 9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3" y="0"/>
                  </a:moveTo>
                  <a:cubicBezTo>
                    <a:pt x="0" y="4"/>
                    <a:pt x="7" y="4"/>
                    <a:pt x="9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71" name="Freeform 6058">
              <a:extLst>
                <a:ext uri="{FF2B5EF4-FFF2-40B4-BE49-F238E27FC236}">
                  <a16:creationId xmlns:a16="http://schemas.microsoft.com/office/drawing/2014/main" id="{1EFDAD2C-BF65-48EF-984C-37D781564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032"/>
              <a:ext cx="10" cy="12"/>
            </a:xfrm>
            <a:custGeom>
              <a:avLst/>
              <a:gdLst>
                <a:gd name="T0" fmla="*/ 0 w 5"/>
                <a:gd name="T1" fmla="*/ 24 h 6"/>
                <a:gd name="T2" fmla="*/ 4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1" y="6"/>
                    <a:pt x="5" y="3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72" name="Freeform 6059">
              <a:extLst>
                <a:ext uri="{FF2B5EF4-FFF2-40B4-BE49-F238E27FC236}">
                  <a16:creationId xmlns:a16="http://schemas.microsoft.com/office/drawing/2014/main" id="{FFA4E211-E218-4DF9-8E44-AF8062E0D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944"/>
              <a:ext cx="48" cy="30"/>
            </a:xfrm>
            <a:custGeom>
              <a:avLst/>
              <a:gdLst>
                <a:gd name="T0" fmla="*/ 192 w 24"/>
                <a:gd name="T1" fmla="*/ 24 h 15"/>
                <a:gd name="T2" fmla="*/ 0 w 2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24" y="3"/>
                  </a:moveTo>
                  <a:cubicBezTo>
                    <a:pt x="16" y="15"/>
                    <a:pt x="6" y="6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73" name="Freeform 6060">
              <a:extLst>
                <a:ext uri="{FF2B5EF4-FFF2-40B4-BE49-F238E27FC236}">
                  <a16:creationId xmlns:a16="http://schemas.microsoft.com/office/drawing/2014/main" id="{0D0E1563-8FD6-4E8B-9506-B8624E4D5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936"/>
              <a:ext cx="40" cy="28"/>
            </a:xfrm>
            <a:custGeom>
              <a:avLst/>
              <a:gdLst>
                <a:gd name="T0" fmla="*/ 160 w 20"/>
                <a:gd name="T1" fmla="*/ 0 h 14"/>
                <a:gd name="T2" fmla="*/ 0 w 20"/>
                <a:gd name="T3" fmla="*/ 5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20" y="0"/>
                  </a:moveTo>
                  <a:cubicBezTo>
                    <a:pt x="16" y="6"/>
                    <a:pt x="8" y="14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74" name="Freeform 6061">
              <a:extLst>
                <a:ext uri="{FF2B5EF4-FFF2-40B4-BE49-F238E27FC236}">
                  <a16:creationId xmlns:a16="http://schemas.microsoft.com/office/drawing/2014/main" id="{F646938D-9243-42C8-BE3F-0400DFC4E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972"/>
              <a:ext cx="42" cy="18"/>
            </a:xfrm>
            <a:custGeom>
              <a:avLst/>
              <a:gdLst>
                <a:gd name="T0" fmla="*/ 168 w 21"/>
                <a:gd name="T1" fmla="*/ 0 h 9"/>
                <a:gd name="T2" fmla="*/ 0 w 21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21" y="0"/>
                  </a:moveTo>
                  <a:cubicBezTo>
                    <a:pt x="17" y="9"/>
                    <a:pt x="5" y="6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75" name="Freeform 6062">
              <a:extLst>
                <a:ext uri="{FF2B5EF4-FFF2-40B4-BE49-F238E27FC236}">
                  <a16:creationId xmlns:a16="http://schemas.microsoft.com/office/drawing/2014/main" id="{5735A3FF-CB91-4D6F-AD14-381B3AC2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918"/>
              <a:ext cx="40" cy="24"/>
            </a:xfrm>
            <a:custGeom>
              <a:avLst/>
              <a:gdLst>
                <a:gd name="T0" fmla="*/ 160 w 20"/>
                <a:gd name="T1" fmla="*/ 24 h 12"/>
                <a:gd name="T2" fmla="*/ 0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20" y="3"/>
                  </a:moveTo>
                  <a:cubicBezTo>
                    <a:pt x="15" y="12"/>
                    <a:pt x="4" y="7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76" name="Freeform 6063">
              <a:extLst>
                <a:ext uri="{FF2B5EF4-FFF2-40B4-BE49-F238E27FC236}">
                  <a16:creationId xmlns:a16="http://schemas.microsoft.com/office/drawing/2014/main" id="{7C546AFB-73CB-4D2F-90C1-7B5EF79DB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908"/>
              <a:ext cx="24" cy="18"/>
            </a:xfrm>
            <a:custGeom>
              <a:avLst/>
              <a:gdLst>
                <a:gd name="T0" fmla="*/ 96 w 12"/>
                <a:gd name="T1" fmla="*/ 0 h 9"/>
                <a:gd name="T2" fmla="*/ 0 w 12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0" y="6"/>
                    <a:pt x="5" y="9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77" name="Freeform 6064">
              <a:extLst>
                <a:ext uri="{FF2B5EF4-FFF2-40B4-BE49-F238E27FC236}">
                  <a16:creationId xmlns:a16="http://schemas.microsoft.com/office/drawing/2014/main" id="{541D66C4-46DB-41C0-8E6F-6B25AEA7A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962"/>
              <a:ext cx="36" cy="26"/>
            </a:xfrm>
            <a:custGeom>
              <a:avLst/>
              <a:gdLst>
                <a:gd name="T0" fmla="*/ 144 w 18"/>
                <a:gd name="T1" fmla="*/ 0 h 13"/>
                <a:gd name="T2" fmla="*/ 0 w 18"/>
                <a:gd name="T3" fmla="*/ 5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7" y="8"/>
                    <a:pt x="7" y="13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78" name="Freeform 6065">
              <a:extLst>
                <a:ext uri="{FF2B5EF4-FFF2-40B4-BE49-F238E27FC236}">
                  <a16:creationId xmlns:a16="http://schemas.microsoft.com/office/drawing/2014/main" id="{8B822A53-B437-477C-91E2-379CC3BEE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912"/>
              <a:ext cx="36" cy="30"/>
            </a:xfrm>
            <a:custGeom>
              <a:avLst/>
              <a:gdLst>
                <a:gd name="T0" fmla="*/ 144 w 18"/>
                <a:gd name="T1" fmla="*/ 0 h 15"/>
                <a:gd name="T2" fmla="*/ 0 w 18"/>
                <a:gd name="T3" fmla="*/ 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18" y="0"/>
                  </a:moveTo>
                  <a:cubicBezTo>
                    <a:pt x="14" y="10"/>
                    <a:pt x="10" y="15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79" name="Freeform 6066">
              <a:extLst>
                <a:ext uri="{FF2B5EF4-FFF2-40B4-BE49-F238E27FC236}">
                  <a16:creationId xmlns:a16="http://schemas.microsoft.com/office/drawing/2014/main" id="{2FFD84B1-CDB8-476A-82B7-4826CC96C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894"/>
              <a:ext cx="44" cy="20"/>
            </a:xfrm>
            <a:custGeom>
              <a:avLst/>
              <a:gdLst>
                <a:gd name="T0" fmla="*/ 176 w 22"/>
                <a:gd name="T1" fmla="*/ 0 h 10"/>
                <a:gd name="T2" fmla="*/ 0 w 22"/>
                <a:gd name="T3" fmla="*/ 2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cubicBezTo>
                    <a:pt x="14" y="8"/>
                    <a:pt x="9" y="10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80" name="Freeform 6067">
              <a:extLst>
                <a:ext uri="{FF2B5EF4-FFF2-40B4-BE49-F238E27FC236}">
                  <a16:creationId xmlns:a16="http://schemas.microsoft.com/office/drawing/2014/main" id="{36163BE7-DA60-4FB4-B95D-A66E37093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886"/>
              <a:ext cx="36" cy="28"/>
            </a:xfrm>
            <a:custGeom>
              <a:avLst/>
              <a:gdLst>
                <a:gd name="T0" fmla="*/ 144 w 18"/>
                <a:gd name="T1" fmla="*/ 64 h 14"/>
                <a:gd name="T2" fmla="*/ 48 w 18"/>
                <a:gd name="T3" fmla="*/ 96 h 14"/>
                <a:gd name="T4" fmla="*/ 0 w 1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8" y="8"/>
                  </a:moveTo>
                  <a:cubicBezTo>
                    <a:pt x="15" y="13"/>
                    <a:pt x="11" y="14"/>
                    <a:pt x="6" y="12"/>
                  </a:cubicBezTo>
                  <a:cubicBezTo>
                    <a:pt x="1" y="9"/>
                    <a:pt x="2" y="4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81" name="Freeform 6068">
              <a:extLst>
                <a:ext uri="{FF2B5EF4-FFF2-40B4-BE49-F238E27FC236}">
                  <a16:creationId xmlns:a16="http://schemas.microsoft.com/office/drawing/2014/main" id="{25CEC376-66D7-42C0-9C99-DD41C0B07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854"/>
              <a:ext cx="54" cy="62"/>
            </a:xfrm>
            <a:custGeom>
              <a:avLst/>
              <a:gdLst>
                <a:gd name="T0" fmla="*/ 216 w 27"/>
                <a:gd name="T1" fmla="*/ 128 h 31"/>
                <a:gd name="T2" fmla="*/ 112 w 27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1">
                  <a:moveTo>
                    <a:pt x="27" y="16"/>
                  </a:moveTo>
                  <a:cubicBezTo>
                    <a:pt x="25" y="31"/>
                    <a:pt x="0" y="11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82" name="Freeform 6069">
              <a:extLst>
                <a:ext uri="{FF2B5EF4-FFF2-40B4-BE49-F238E27FC236}">
                  <a16:creationId xmlns:a16="http://schemas.microsoft.com/office/drawing/2014/main" id="{C3304C04-23D6-4BFF-98D5-CEE33B81D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896"/>
              <a:ext cx="26" cy="38"/>
            </a:xfrm>
            <a:custGeom>
              <a:avLst/>
              <a:gdLst>
                <a:gd name="T0" fmla="*/ 16 w 13"/>
                <a:gd name="T1" fmla="*/ 0 h 19"/>
                <a:gd name="T2" fmla="*/ 104 w 13"/>
                <a:gd name="T3" fmla="*/ 9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2" y="0"/>
                  </a:moveTo>
                  <a:cubicBezTo>
                    <a:pt x="0" y="5"/>
                    <a:pt x="8" y="19"/>
                    <a:pt x="13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83" name="Freeform 6070">
              <a:extLst>
                <a:ext uri="{FF2B5EF4-FFF2-40B4-BE49-F238E27FC236}">
                  <a16:creationId xmlns:a16="http://schemas.microsoft.com/office/drawing/2014/main" id="{C776854D-B0E6-4930-86D2-47CF66EB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924"/>
              <a:ext cx="38" cy="26"/>
            </a:xfrm>
            <a:custGeom>
              <a:avLst/>
              <a:gdLst>
                <a:gd name="T0" fmla="*/ 152 w 19"/>
                <a:gd name="T1" fmla="*/ 104 h 13"/>
                <a:gd name="T2" fmla="*/ 16 w 1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19" y="13"/>
                  </a:moveTo>
                  <a:cubicBezTo>
                    <a:pt x="12" y="12"/>
                    <a:pt x="0" y="12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84" name="Freeform 6071">
              <a:extLst>
                <a:ext uri="{FF2B5EF4-FFF2-40B4-BE49-F238E27FC236}">
                  <a16:creationId xmlns:a16="http://schemas.microsoft.com/office/drawing/2014/main" id="{A52AAC56-3A67-4AF3-845C-7247627F4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960"/>
              <a:ext cx="30" cy="24"/>
            </a:xfrm>
            <a:custGeom>
              <a:avLst/>
              <a:gdLst>
                <a:gd name="T0" fmla="*/ 120 w 15"/>
                <a:gd name="T1" fmla="*/ 48 h 12"/>
                <a:gd name="T2" fmla="*/ 0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15" y="6"/>
                  </a:moveTo>
                  <a:cubicBezTo>
                    <a:pt x="11" y="12"/>
                    <a:pt x="3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85" name="Freeform 6072">
              <a:extLst>
                <a:ext uri="{FF2B5EF4-FFF2-40B4-BE49-F238E27FC236}">
                  <a16:creationId xmlns:a16="http://schemas.microsoft.com/office/drawing/2014/main" id="{5A577E0D-9642-4A14-BB33-FC8D475BF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976"/>
              <a:ext cx="34" cy="16"/>
            </a:xfrm>
            <a:custGeom>
              <a:avLst/>
              <a:gdLst>
                <a:gd name="T0" fmla="*/ 136 w 17"/>
                <a:gd name="T1" fmla="*/ 0 h 8"/>
                <a:gd name="T2" fmla="*/ 72 w 17"/>
                <a:gd name="T3" fmla="*/ 56 h 8"/>
                <a:gd name="T4" fmla="*/ 0 w 17"/>
                <a:gd name="T5" fmla="*/ 3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7" y="4"/>
                    <a:pt x="12" y="7"/>
                    <a:pt x="9" y="7"/>
                  </a:cubicBezTo>
                  <a:cubicBezTo>
                    <a:pt x="6" y="8"/>
                    <a:pt x="2" y="6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86" name="Freeform 6073">
              <a:extLst>
                <a:ext uri="{FF2B5EF4-FFF2-40B4-BE49-F238E27FC236}">
                  <a16:creationId xmlns:a16="http://schemas.microsoft.com/office/drawing/2014/main" id="{D2D060FB-D69E-459D-991C-E6B2A172E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990"/>
              <a:ext cx="28" cy="24"/>
            </a:xfrm>
            <a:custGeom>
              <a:avLst/>
              <a:gdLst>
                <a:gd name="T0" fmla="*/ 112 w 14"/>
                <a:gd name="T1" fmla="*/ 64 h 12"/>
                <a:gd name="T2" fmla="*/ 0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4" y="8"/>
                  </a:moveTo>
                  <a:cubicBezTo>
                    <a:pt x="9" y="12"/>
                    <a:pt x="0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87" name="Freeform 6074">
              <a:extLst>
                <a:ext uri="{FF2B5EF4-FFF2-40B4-BE49-F238E27FC236}">
                  <a16:creationId xmlns:a16="http://schemas.microsoft.com/office/drawing/2014/main" id="{7D2554E1-278B-4102-9F34-2CC456B6A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982"/>
              <a:ext cx="58" cy="28"/>
            </a:xfrm>
            <a:custGeom>
              <a:avLst/>
              <a:gdLst>
                <a:gd name="T0" fmla="*/ 208 w 29"/>
                <a:gd name="T1" fmla="*/ 24 h 14"/>
                <a:gd name="T2" fmla="*/ 184 w 29"/>
                <a:gd name="T3" fmla="*/ 96 h 14"/>
                <a:gd name="T4" fmla="*/ 32 w 2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4">
                  <a:moveTo>
                    <a:pt x="26" y="3"/>
                  </a:moveTo>
                  <a:cubicBezTo>
                    <a:pt x="29" y="7"/>
                    <a:pt x="27" y="11"/>
                    <a:pt x="23" y="12"/>
                  </a:cubicBezTo>
                  <a:cubicBezTo>
                    <a:pt x="17" y="14"/>
                    <a:pt x="0" y="8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88" name="Freeform 6075">
              <a:extLst>
                <a:ext uri="{FF2B5EF4-FFF2-40B4-BE49-F238E27FC236}">
                  <a16:creationId xmlns:a16="http://schemas.microsoft.com/office/drawing/2014/main" id="{CC201930-DA47-4841-AC2D-68E5F6406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992"/>
              <a:ext cx="16" cy="8"/>
            </a:xfrm>
            <a:custGeom>
              <a:avLst/>
              <a:gdLst>
                <a:gd name="T0" fmla="*/ 64 w 8"/>
                <a:gd name="T1" fmla="*/ 0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8" y="4"/>
                    <a:pt x="1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89" name="Freeform 6076">
              <a:extLst>
                <a:ext uri="{FF2B5EF4-FFF2-40B4-BE49-F238E27FC236}">
                  <a16:creationId xmlns:a16="http://schemas.microsoft.com/office/drawing/2014/main" id="{837918D6-D636-464F-861F-8654DE0EE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868"/>
              <a:ext cx="46" cy="18"/>
            </a:xfrm>
            <a:custGeom>
              <a:avLst/>
              <a:gdLst>
                <a:gd name="T0" fmla="*/ 184 w 23"/>
                <a:gd name="T1" fmla="*/ 0 h 9"/>
                <a:gd name="T2" fmla="*/ 0 w 23"/>
                <a:gd name="T3" fmla="*/ 2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23" y="0"/>
                  </a:moveTo>
                  <a:cubicBezTo>
                    <a:pt x="18" y="9"/>
                    <a:pt x="8" y="7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90" name="Freeform 6077">
              <a:extLst>
                <a:ext uri="{FF2B5EF4-FFF2-40B4-BE49-F238E27FC236}">
                  <a16:creationId xmlns:a16="http://schemas.microsoft.com/office/drawing/2014/main" id="{EFCCE177-1239-4C93-8F1D-DE33010E4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844"/>
              <a:ext cx="32" cy="26"/>
            </a:xfrm>
            <a:custGeom>
              <a:avLst/>
              <a:gdLst>
                <a:gd name="T0" fmla="*/ 128 w 16"/>
                <a:gd name="T1" fmla="*/ 64 h 13"/>
                <a:gd name="T2" fmla="*/ 0 w 1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16" y="8"/>
                  </a:moveTo>
                  <a:cubicBezTo>
                    <a:pt x="11" y="13"/>
                    <a:pt x="1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91" name="Freeform 6078">
              <a:extLst>
                <a:ext uri="{FF2B5EF4-FFF2-40B4-BE49-F238E27FC236}">
                  <a16:creationId xmlns:a16="http://schemas.microsoft.com/office/drawing/2014/main" id="{0028565B-AD97-41A5-8660-28CA4A6BA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834"/>
              <a:ext cx="42" cy="16"/>
            </a:xfrm>
            <a:custGeom>
              <a:avLst/>
              <a:gdLst>
                <a:gd name="T0" fmla="*/ 168 w 21"/>
                <a:gd name="T1" fmla="*/ 0 h 8"/>
                <a:gd name="T2" fmla="*/ 0 w 21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21" y="0"/>
                  </a:moveTo>
                  <a:cubicBezTo>
                    <a:pt x="15" y="8"/>
                    <a:pt x="8" y="6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92" name="Freeform 6079">
              <a:extLst>
                <a:ext uri="{FF2B5EF4-FFF2-40B4-BE49-F238E27FC236}">
                  <a16:creationId xmlns:a16="http://schemas.microsoft.com/office/drawing/2014/main" id="{EEA0DC42-2FEC-483B-9D41-4C7D70080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808"/>
              <a:ext cx="44" cy="36"/>
            </a:xfrm>
            <a:custGeom>
              <a:avLst/>
              <a:gdLst>
                <a:gd name="T0" fmla="*/ 176 w 22"/>
                <a:gd name="T1" fmla="*/ 64 h 18"/>
                <a:gd name="T2" fmla="*/ 24 w 2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8">
                  <a:moveTo>
                    <a:pt x="22" y="8"/>
                  </a:moveTo>
                  <a:cubicBezTo>
                    <a:pt x="17" y="18"/>
                    <a:pt x="0" y="7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93" name="Freeform 6080">
              <a:extLst>
                <a:ext uri="{FF2B5EF4-FFF2-40B4-BE49-F238E27FC236}">
                  <a16:creationId xmlns:a16="http://schemas.microsoft.com/office/drawing/2014/main" id="{99920E56-ED48-4CD6-95DE-DDEE8D2C8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802"/>
              <a:ext cx="34" cy="14"/>
            </a:xfrm>
            <a:custGeom>
              <a:avLst/>
              <a:gdLst>
                <a:gd name="T0" fmla="*/ 136 w 17"/>
                <a:gd name="T1" fmla="*/ 0 h 7"/>
                <a:gd name="T2" fmla="*/ 0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6" y="7"/>
                    <a:pt x="3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94" name="Freeform 6081">
              <a:extLst>
                <a:ext uri="{FF2B5EF4-FFF2-40B4-BE49-F238E27FC236}">
                  <a16:creationId xmlns:a16="http://schemas.microsoft.com/office/drawing/2014/main" id="{50BB9C23-5342-4CE7-AD8C-F056AD58B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806"/>
              <a:ext cx="48" cy="34"/>
            </a:xfrm>
            <a:custGeom>
              <a:avLst/>
              <a:gdLst>
                <a:gd name="T0" fmla="*/ 160 w 24"/>
                <a:gd name="T1" fmla="*/ 40 h 17"/>
                <a:gd name="T2" fmla="*/ 136 w 24"/>
                <a:gd name="T3" fmla="*/ 120 h 17"/>
                <a:gd name="T4" fmla="*/ 40 w 2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20" y="5"/>
                  </a:moveTo>
                  <a:cubicBezTo>
                    <a:pt x="24" y="8"/>
                    <a:pt x="22" y="14"/>
                    <a:pt x="17" y="15"/>
                  </a:cubicBezTo>
                  <a:cubicBezTo>
                    <a:pt x="8" y="17"/>
                    <a:pt x="0" y="7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95" name="Freeform 6082">
              <a:extLst>
                <a:ext uri="{FF2B5EF4-FFF2-40B4-BE49-F238E27FC236}">
                  <a16:creationId xmlns:a16="http://schemas.microsoft.com/office/drawing/2014/main" id="{7516EB16-3324-442A-991E-7C8E89250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880"/>
              <a:ext cx="38" cy="22"/>
            </a:xfrm>
            <a:custGeom>
              <a:avLst/>
              <a:gdLst>
                <a:gd name="T0" fmla="*/ 144 w 19"/>
                <a:gd name="T1" fmla="*/ 0 h 11"/>
                <a:gd name="T2" fmla="*/ 88 w 19"/>
                <a:gd name="T3" fmla="*/ 88 h 11"/>
                <a:gd name="T4" fmla="*/ 8 w 1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18" y="0"/>
                  </a:moveTo>
                  <a:cubicBezTo>
                    <a:pt x="19" y="4"/>
                    <a:pt x="15" y="10"/>
                    <a:pt x="11" y="11"/>
                  </a:cubicBezTo>
                  <a:cubicBezTo>
                    <a:pt x="6" y="11"/>
                    <a:pt x="0" y="6"/>
                    <a:pt x="1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96" name="Freeform 6083">
              <a:extLst>
                <a:ext uri="{FF2B5EF4-FFF2-40B4-BE49-F238E27FC236}">
                  <a16:creationId xmlns:a16="http://schemas.microsoft.com/office/drawing/2014/main" id="{6B14A773-D339-4691-9ED0-09554E053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938"/>
              <a:ext cx="24" cy="16"/>
            </a:xfrm>
            <a:custGeom>
              <a:avLst/>
              <a:gdLst>
                <a:gd name="T0" fmla="*/ 88 w 12"/>
                <a:gd name="T1" fmla="*/ 0 h 8"/>
                <a:gd name="T2" fmla="*/ 0 w 12"/>
                <a:gd name="T3" fmla="*/ 4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1" y="0"/>
                  </a:moveTo>
                  <a:cubicBezTo>
                    <a:pt x="12" y="7"/>
                    <a:pt x="5" y="8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97" name="Freeform 6084">
              <a:extLst>
                <a:ext uri="{FF2B5EF4-FFF2-40B4-BE49-F238E27FC236}">
                  <a16:creationId xmlns:a16="http://schemas.microsoft.com/office/drawing/2014/main" id="{A21365DA-CC88-42FF-AEEB-1473FF2C2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998"/>
              <a:ext cx="34" cy="18"/>
            </a:xfrm>
            <a:custGeom>
              <a:avLst/>
              <a:gdLst>
                <a:gd name="T0" fmla="*/ 136 w 17"/>
                <a:gd name="T1" fmla="*/ 8 h 9"/>
                <a:gd name="T2" fmla="*/ 0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17" y="1"/>
                  </a:moveTo>
                  <a:cubicBezTo>
                    <a:pt x="16" y="9"/>
                    <a:pt x="3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98" name="Freeform 6085">
              <a:extLst>
                <a:ext uri="{FF2B5EF4-FFF2-40B4-BE49-F238E27FC236}">
                  <a16:creationId xmlns:a16="http://schemas.microsoft.com/office/drawing/2014/main" id="{AB65D30F-9DAD-429B-A2EB-6871DBC14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008"/>
              <a:ext cx="22" cy="28"/>
            </a:xfrm>
            <a:custGeom>
              <a:avLst/>
              <a:gdLst>
                <a:gd name="T0" fmla="*/ 16 w 11"/>
                <a:gd name="T1" fmla="*/ 0 h 14"/>
                <a:gd name="T2" fmla="*/ 88 w 11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2" y="0"/>
                  </a:moveTo>
                  <a:cubicBezTo>
                    <a:pt x="0" y="7"/>
                    <a:pt x="3" y="14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99" name="Freeform 6086">
              <a:extLst>
                <a:ext uri="{FF2B5EF4-FFF2-40B4-BE49-F238E27FC236}">
                  <a16:creationId xmlns:a16="http://schemas.microsoft.com/office/drawing/2014/main" id="{37B1C4B1-C4E5-46D5-9FC4-D17CFC2C8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014"/>
              <a:ext cx="36" cy="24"/>
            </a:xfrm>
            <a:custGeom>
              <a:avLst/>
              <a:gdLst>
                <a:gd name="T0" fmla="*/ 144 w 18"/>
                <a:gd name="T1" fmla="*/ 40 h 12"/>
                <a:gd name="T2" fmla="*/ 16 w 1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18" y="5"/>
                  </a:moveTo>
                  <a:cubicBezTo>
                    <a:pt x="14" y="12"/>
                    <a:pt x="0" y="4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00" name="Freeform 6087">
              <a:extLst>
                <a:ext uri="{FF2B5EF4-FFF2-40B4-BE49-F238E27FC236}">
                  <a16:creationId xmlns:a16="http://schemas.microsoft.com/office/drawing/2014/main" id="{0B388CA3-8C2A-479A-B9E1-DF2919ED1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020"/>
              <a:ext cx="40" cy="20"/>
            </a:xfrm>
            <a:custGeom>
              <a:avLst/>
              <a:gdLst>
                <a:gd name="T0" fmla="*/ 152 w 20"/>
                <a:gd name="T1" fmla="*/ 8 h 10"/>
                <a:gd name="T2" fmla="*/ 0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19" y="1"/>
                  </a:moveTo>
                  <a:cubicBezTo>
                    <a:pt x="20" y="10"/>
                    <a:pt x="2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01" name="Freeform 6088">
              <a:extLst>
                <a:ext uri="{FF2B5EF4-FFF2-40B4-BE49-F238E27FC236}">
                  <a16:creationId xmlns:a16="http://schemas.microsoft.com/office/drawing/2014/main" id="{0D3E0C8C-D548-467D-8ED2-798B51040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067"/>
              <a:ext cx="44" cy="30"/>
            </a:xfrm>
            <a:custGeom>
              <a:avLst/>
              <a:gdLst>
                <a:gd name="T0" fmla="*/ 176 w 22"/>
                <a:gd name="T1" fmla="*/ 40 h 15"/>
                <a:gd name="T2" fmla="*/ 40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22" y="5"/>
                  </a:moveTo>
                  <a:cubicBezTo>
                    <a:pt x="20" y="15"/>
                    <a:pt x="0" y="7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02" name="Freeform 6089">
              <a:extLst>
                <a:ext uri="{FF2B5EF4-FFF2-40B4-BE49-F238E27FC236}">
                  <a16:creationId xmlns:a16="http://schemas.microsoft.com/office/drawing/2014/main" id="{2CDF7649-7541-49EF-A50A-2BB067BA8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048"/>
              <a:ext cx="38" cy="27"/>
            </a:xfrm>
            <a:custGeom>
              <a:avLst/>
              <a:gdLst>
                <a:gd name="T0" fmla="*/ 136 w 19"/>
                <a:gd name="T1" fmla="*/ 0 h 13"/>
                <a:gd name="T2" fmla="*/ 0 w 19"/>
                <a:gd name="T3" fmla="*/ 1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17" y="0"/>
                  </a:moveTo>
                  <a:cubicBezTo>
                    <a:pt x="19" y="13"/>
                    <a:pt x="0" y="9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03" name="Freeform 6090">
              <a:extLst>
                <a:ext uri="{FF2B5EF4-FFF2-40B4-BE49-F238E27FC236}">
                  <a16:creationId xmlns:a16="http://schemas.microsoft.com/office/drawing/2014/main" id="{2CAE8F3F-8144-41C7-997C-FAE0920FB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42"/>
              <a:ext cx="34" cy="21"/>
            </a:xfrm>
            <a:custGeom>
              <a:avLst/>
              <a:gdLst>
                <a:gd name="T0" fmla="*/ 136 w 17"/>
                <a:gd name="T1" fmla="*/ 0 h 10"/>
                <a:gd name="T2" fmla="*/ 16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17" y="0"/>
                  </a:moveTo>
                  <a:cubicBezTo>
                    <a:pt x="15" y="10"/>
                    <a:pt x="0" y="6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04" name="Freeform 6091">
              <a:extLst>
                <a:ext uri="{FF2B5EF4-FFF2-40B4-BE49-F238E27FC236}">
                  <a16:creationId xmlns:a16="http://schemas.microsoft.com/office/drawing/2014/main" id="{54F43E6C-AE42-4294-B728-35514C923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006"/>
              <a:ext cx="36" cy="20"/>
            </a:xfrm>
            <a:custGeom>
              <a:avLst/>
              <a:gdLst>
                <a:gd name="T0" fmla="*/ 112 w 18"/>
                <a:gd name="T1" fmla="*/ 0 h 10"/>
                <a:gd name="T2" fmla="*/ 8 w 18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14" y="0"/>
                  </a:moveTo>
                  <a:cubicBezTo>
                    <a:pt x="18" y="9"/>
                    <a:pt x="0" y="10"/>
                    <a:pt x="1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05" name="Freeform 6092">
              <a:extLst>
                <a:ext uri="{FF2B5EF4-FFF2-40B4-BE49-F238E27FC236}">
                  <a16:creationId xmlns:a16="http://schemas.microsoft.com/office/drawing/2014/main" id="{1F62EE7D-D654-44DC-B09F-B913345C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908"/>
              <a:ext cx="42" cy="28"/>
            </a:xfrm>
            <a:custGeom>
              <a:avLst/>
              <a:gdLst>
                <a:gd name="T0" fmla="*/ 168 w 21"/>
                <a:gd name="T1" fmla="*/ 56 h 14"/>
                <a:gd name="T2" fmla="*/ 40 w 2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21" y="7"/>
                  </a:moveTo>
                  <a:cubicBezTo>
                    <a:pt x="16" y="14"/>
                    <a:pt x="0" y="9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06" name="Freeform 6093">
              <a:extLst>
                <a:ext uri="{FF2B5EF4-FFF2-40B4-BE49-F238E27FC236}">
                  <a16:creationId xmlns:a16="http://schemas.microsoft.com/office/drawing/2014/main" id="{4A66B5DF-E8ED-42F0-B5D0-E61B29C42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862"/>
              <a:ext cx="64" cy="34"/>
            </a:xfrm>
            <a:custGeom>
              <a:avLst/>
              <a:gdLst>
                <a:gd name="T0" fmla="*/ 176 w 32"/>
                <a:gd name="T1" fmla="*/ 0 h 17"/>
                <a:gd name="T2" fmla="*/ 32 w 32"/>
                <a:gd name="T3" fmla="*/ 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22" y="0"/>
                  </a:moveTo>
                  <a:cubicBezTo>
                    <a:pt x="32" y="9"/>
                    <a:pt x="0" y="17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07" name="Freeform 6094">
              <a:extLst>
                <a:ext uri="{FF2B5EF4-FFF2-40B4-BE49-F238E27FC236}">
                  <a16:creationId xmlns:a16="http://schemas.microsoft.com/office/drawing/2014/main" id="{0E9D29AA-120D-40C1-B01C-50C861E3E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880"/>
              <a:ext cx="42" cy="30"/>
            </a:xfrm>
            <a:custGeom>
              <a:avLst/>
              <a:gdLst>
                <a:gd name="T0" fmla="*/ 136 w 21"/>
                <a:gd name="T1" fmla="*/ 8 h 15"/>
                <a:gd name="T2" fmla="*/ 160 w 21"/>
                <a:gd name="T3" fmla="*/ 64 h 15"/>
                <a:gd name="T4" fmla="*/ 0 w 21"/>
                <a:gd name="T5" fmla="*/ 3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17" y="1"/>
                  </a:moveTo>
                  <a:cubicBezTo>
                    <a:pt x="21" y="0"/>
                    <a:pt x="21" y="5"/>
                    <a:pt x="20" y="8"/>
                  </a:cubicBezTo>
                  <a:cubicBezTo>
                    <a:pt x="16" y="15"/>
                    <a:pt x="1" y="11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08" name="Freeform 6095">
              <a:extLst>
                <a:ext uri="{FF2B5EF4-FFF2-40B4-BE49-F238E27FC236}">
                  <a16:creationId xmlns:a16="http://schemas.microsoft.com/office/drawing/2014/main" id="{CB6E7757-D94A-4E85-B969-8536FBC00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896"/>
              <a:ext cx="52" cy="26"/>
            </a:xfrm>
            <a:custGeom>
              <a:avLst/>
              <a:gdLst>
                <a:gd name="T0" fmla="*/ 176 w 26"/>
                <a:gd name="T1" fmla="*/ 0 h 13"/>
                <a:gd name="T2" fmla="*/ 152 w 26"/>
                <a:gd name="T3" fmla="*/ 80 h 13"/>
                <a:gd name="T4" fmla="*/ 16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2" y="0"/>
                  </a:moveTo>
                  <a:cubicBezTo>
                    <a:pt x="26" y="3"/>
                    <a:pt x="23" y="9"/>
                    <a:pt x="19" y="10"/>
                  </a:cubicBezTo>
                  <a:cubicBezTo>
                    <a:pt x="14" y="13"/>
                    <a:pt x="0" y="8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09" name="Freeform 6096">
              <a:extLst>
                <a:ext uri="{FF2B5EF4-FFF2-40B4-BE49-F238E27FC236}">
                  <a16:creationId xmlns:a16="http://schemas.microsoft.com/office/drawing/2014/main" id="{F4EF80E0-930D-4E91-A888-F90D8E77B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838"/>
              <a:ext cx="46" cy="34"/>
            </a:xfrm>
            <a:custGeom>
              <a:avLst/>
              <a:gdLst>
                <a:gd name="T0" fmla="*/ 128 w 23"/>
                <a:gd name="T1" fmla="*/ 8 h 17"/>
                <a:gd name="T2" fmla="*/ 176 w 23"/>
                <a:gd name="T3" fmla="*/ 56 h 17"/>
                <a:gd name="T4" fmla="*/ 0 w 23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16" y="1"/>
                  </a:moveTo>
                  <a:cubicBezTo>
                    <a:pt x="20" y="0"/>
                    <a:pt x="23" y="4"/>
                    <a:pt x="22" y="7"/>
                  </a:cubicBezTo>
                  <a:cubicBezTo>
                    <a:pt x="21" y="17"/>
                    <a:pt x="4" y="13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10" name="Freeform 6097">
              <a:extLst>
                <a:ext uri="{FF2B5EF4-FFF2-40B4-BE49-F238E27FC236}">
                  <a16:creationId xmlns:a16="http://schemas.microsoft.com/office/drawing/2014/main" id="{AC2E327F-A820-4258-8021-E1B5A9628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982"/>
              <a:ext cx="82" cy="36"/>
            </a:xfrm>
            <a:custGeom>
              <a:avLst/>
              <a:gdLst>
                <a:gd name="T0" fmla="*/ 208 w 41"/>
                <a:gd name="T1" fmla="*/ 0 h 18"/>
                <a:gd name="T2" fmla="*/ 56 w 41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8">
                  <a:moveTo>
                    <a:pt x="26" y="0"/>
                  </a:moveTo>
                  <a:cubicBezTo>
                    <a:pt x="41" y="14"/>
                    <a:pt x="0" y="18"/>
                    <a:pt x="7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11" name="Freeform 6098">
              <a:extLst>
                <a:ext uri="{FF2B5EF4-FFF2-40B4-BE49-F238E27FC236}">
                  <a16:creationId xmlns:a16="http://schemas.microsoft.com/office/drawing/2014/main" id="{567FEDB8-3A75-4DC4-9C3D-7B578715B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014"/>
              <a:ext cx="52" cy="26"/>
            </a:xfrm>
            <a:custGeom>
              <a:avLst/>
              <a:gdLst>
                <a:gd name="T0" fmla="*/ 168 w 26"/>
                <a:gd name="T1" fmla="*/ 40 h 13"/>
                <a:gd name="T2" fmla="*/ 88 w 26"/>
                <a:gd name="T3" fmla="*/ 96 h 13"/>
                <a:gd name="T4" fmla="*/ 48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1" y="5"/>
                  </a:moveTo>
                  <a:cubicBezTo>
                    <a:pt x="26" y="11"/>
                    <a:pt x="15" y="13"/>
                    <a:pt x="11" y="12"/>
                  </a:cubicBezTo>
                  <a:cubicBezTo>
                    <a:pt x="7" y="10"/>
                    <a:pt x="0" y="4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12" name="Freeform 6099">
              <a:extLst>
                <a:ext uri="{FF2B5EF4-FFF2-40B4-BE49-F238E27FC236}">
                  <a16:creationId xmlns:a16="http://schemas.microsoft.com/office/drawing/2014/main" id="{09F3291D-4D24-4C8D-BA18-7F58AA88F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038"/>
              <a:ext cx="54" cy="43"/>
            </a:xfrm>
            <a:custGeom>
              <a:avLst/>
              <a:gdLst>
                <a:gd name="T0" fmla="*/ 200 w 27"/>
                <a:gd name="T1" fmla="*/ 33 h 21"/>
                <a:gd name="T2" fmla="*/ 48 w 2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1">
                  <a:moveTo>
                    <a:pt x="25" y="4"/>
                  </a:moveTo>
                  <a:cubicBezTo>
                    <a:pt x="27" y="21"/>
                    <a:pt x="0" y="9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13" name="Freeform 6100">
              <a:extLst>
                <a:ext uri="{FF2B5EF4-FFF2-40B4-BE49-F238E27FC236}">
                  <a16:creationId xmlns:a16="http://schemas.microsoft.com/office/drawing/2014/main" id="{78903D4F-17C6-4A66-85C9-A8710FD17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030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14" name="Freeform 6101">
              <a:extLst>
                <a:ext uri="{FF2B5EF4-FFF2-40B4-BE49-F238E27FC236}">
                  <a16:creationId xmlns:a16="http://schemas.microsoft.com/office/drawing/2014/main" id="{FF35D42E-C5DD-44E9-996C-16B8C75E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926"/>
              <a:ext cx="18" cy="8"/>
            </a:xfrm>
            <a:custGeom>
              <a:avLst/>
              <a:gdLst>
                <a:gd name="T0" fmla="*/ 72 w 9"/>
                <a:gd name="T1" fmla="*/ 0 h 4"/>
                <a:gd name="T2" fmla="*/ 24 w 9"/>
                <a:gd name="T3" fmla="*/ 32 h 4"/>
                <a:gd name="T4" fmla="*/ 0 w 9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0"/>
                    <a:pt x="3" y="1"/>
                    <a:pt x="3" y="4"/>
                  </a:cubicBezTo>
                  <a:cubicBezTo>
                    <a:pt x="3" y="2"/>
                    <a:pt x="2" y="2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15" name="Freeform 6102">
              <a:extLst>
                <a:ext uri="{FF2B5EF4-FFF2-40B4-BE49-F238E27FC236}">
                  <a16:creationId xmlns:a16="http://schemas.microsoft.com/office/drawing/2014/main" id="{3DF27EDF-1643-47BB-85AE-59117BBF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850"/>
              <a:ext cx="16" cy="8"/>
            </a:xfrm>
            <a:custGeom>
              <a:avLst/>
              <a:gdLst>
                <a:gd name="T0" fmla="*/ 64 w 8"/>
                <a:gd name="T1" fmla="*/ 32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7" y="0"/>
                    <a:pt x="3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16" name="Freeform 6103">
              <a:extLst>
                <a:ext uri="{FF2B5EF4-FFF2-40B4-BE49-F238E27FC236}">
                  <a16:creationId xmlns:a16="http://schemas.microsoft.com/office/drawing/2014/main" id="{B0517CA2-233F-4781-88EB-BA9C09A4A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1966"/>
              <a:ext cx="40" cy="30"/>
            </a:xfrm>
            <a:custGeom>
              <a:avLst/>
              <a:gdLst>
                <a:gd name="T0" fmla="*/ 160 w 20"/>
                <a:gd name="T1" fmla="*/ 40 h 15"/>
                <a:gd name="T2" fmla="*/ 40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20" y="5"/>
                  </a:moveTo>
                  <a:cubicBezTo>
                    <a:pt x="19" y="15"/>
                    <a:pt x="0" y="10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17" name="Freeform 6104">
              <a:extLst>
                <a:ext uri="{FF2B5EF4-FFF2-40B4-BE49-F238E27FC236}">
                  <a16:creationId xmlns:a16="http://schemas.microsoft.com/office/drawing/2014/main" id="{42B92920-8070-44F8-9222-7A22A6573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938"/>
              <a:ext cx="46" cy="28"/>
            </a:xfrm>
            <a:custGeom>
              <a:avLst/>
              <a:gdLst>
                <a:gd name="T0" fmla="*/ 152 w 23"/>
                <a:gd name="T1" fmla="*/ 40 h 14"/>
                <a:gd name="T2" fmla="*/ 104 w 23"/>
                <a:gd name="T3" fmla="*/ 112 h 14"/>
                <a:gd name="T4" fmla="*/ 48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19" y="5"/>
                  </a:moveTo>
                  <a:cubicBezTo>
                    <a:pt x="23" y="9"/>
                    <a:pt x="17" y="14"/>
                    <a:pt x="13" y="14"/>
                  </a:cubicBezTo>
                  <a:cubicBezTo>
                    <a:pt x="7" y="14"/>
                    <a:pt x="0" y="5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18" name="Freeform 6105">
              <a:extLst>
                <a:ext uri="{FF2B5EF4-FFF2-40B4-BE49-F238E27FC236}">
                  <a16:creationId xmlns:a16="http://schemas.microsoft.com/office/drawing/2014/main" id="{D51208C5-8EED-4616-8EA4-8FF0A1404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020"/>
              <a:ext cx="52" cy="51"/>
            </a:xfrm>
            <a:custGeom>
              <a:avLst/>
              <a:gdLst>
                <a:gd name="T0" fmla="*/ 208 w 26"/>
                <a:gd name="T1" fmla="*/ 137 h 25"/>
                <a:gd name="T2" fmla="*/ 96 w 2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26" y="16"/>
                  </a:moveTo>
                  <a:cubicBezTo>
                    <a:pt x="18" y="25"/>
                    <a:pt x="0" y="9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19" name="Freeform 6106">
              <a:extLst>
                <a:ext uri="{FF2B5EF4-FFF2-40B4-BE49-F238E27FC236}">
                  <a16:creationId xmlns:a16="http://schemas.microsoft.com/office/drawing/2014/main" id="{6135E60E-71E6-423B-8059-026516B7C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024"/>
              <a:ext cx="60" cy="43"/>
            </a:xfrm>
            <a:custGeom>
              <a:avLst/>
              <a:gdLst>
                <a:gd name="T0" fmla="*/ 224 w 30"/>
                <a:gd name="T1" fmla="*/ 76 h 21"/>
                <a:gd name="T2" fmla="*/ 96 w 3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1">
                  <a:moveTo>
                    <a:pt x="28" y="9"/>
                  </a:moveTo>
                  <a:cubicBezTo>
                    <a:pt x="30" y="21"/>
                    <a:pt x="0" y="10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20" name="Freeform 6107">
              <a:extLst>
                <a:ext uri="{FF2B5EF4-FFF2-40B4-BE49-F238E27FC236}">
                  <a16:creationId xmlns:a16="http://schemas.microsoft.com/office/drawing/2014/main" id="{D04B3B95-D93F-4BAB-BCA8-C8065DFB0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998"/>
              <a:ext cx="60" cy="32"/>
            </a:xfrm>
            <a:custGeom>
              <a:avLst/>
              <a:gdLst>
                <a:gd name="T0" fmla="*/ 176 w 30"/>
                <a:gd name="T1" fmla="*/ 32 h 16"/>
                <a:gd name="T2" fmla="*/ 48 w 3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22" y="4"/>
                  </a:moveTo>
                  <a:cubicBezTo>
                    <a:pt x="30" y="15"/>
                    <a:pt x="0" y="16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21" name="Freeform 6108">
              <a:extLst>
                <a:ext uri="{FF2B5EF4-FFF2-40B4-BE49-F238E27FC236}">
                  <a16:creationId xmlns:a16="http://schemas.microsoft.com/office/drawing/2014/main" id="{41696BFF-4163-42F5-A569-51D714866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65"/>
              <a:ext cx="34" cy="24"/>
            </a:xfrm>
            <a:custGeom>
              <a:avLst/>
              <a:gdLst>
                <a:gd name="T0" fmla="*/ 128 w 17"/>
                <a:gd name="T1" fmla="*/ 16 h 12"/>
                <a:gd name="T2" fmla="*/ 0 w 1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16" y="2"/>
                  </a:moveTo>
                  <a:cubicBezTo>
                    <a:pt x="17" y="12"/>
                    <a:pt x="1" y="9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22" name="Freeform 6109">
              <a:extLst>
                <a:ext uri="{FF2B5EF4-FFF2-40B4-BE49-F238E27FC236}">
                  <a16:creationId xmlns:a16="http://schemas.microsoft.com/office/drawing/2014/main" id="{27A4D932-1C71-4838-A28A-47A4F8564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061"/>
              <a:ext cx="26" cy="18"/>
            </a:xfrm>
            <a:custGeom>
              <a:avLst/>
              <a:gdLst>
                <a:gd name="T0" fmla="*/ 104 w 13"/>
                <a:gd name="T1" fmla="*/ 0 h 9"/>
                <a:gd name="T2" fmla="*/ 0 w 13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7"/>
                    <a:pt x="7" y="9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23" name="Freeform 6110">
              <a:extLst>
                <a:ext uri="{FF2B5EF4-FFF2-40B4-BE49-F238E27FC236}">
                  <a16:creationId xmlns:a16="http://schemas.microsoft.com/office/drawing/2014/main" id="{4AF58AC2-EF99-4A31-979B-B76D63254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046"/>
              <a:ext cx="10" cy="6"/>
            </a:xfrm>
            <a:custGeom>
              <a:avLst/>
              <a:gdLst>
                <a:gd name="T0" fmla="*/ 40 w 5"/>
                <a:gd name="T1" fmla="*/ 0 h 3"/>
                <a:gd name="T2" fmla="*/ 0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3"/>
                    <a:pt x="2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24" name="Freeform 6111">
              <a:extLst>
                <a:ext uri="{FF2B5EF4-FFF2-40B4-BE49-F238E27FC236}">
                  <a16:creationId xmlns:a16="http://schemas.microsoft.com/office/drawing/2014/main" id="{A0C5EF58-54B0-4522-844C-C43B0B238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884"/>
              <a:ext cx="12" cy="8"/>
            </a:xfrm>
            <a:custGeom>
              <a:avLst/>
              <a:gdLst>
                <a:gd name="T0" fmla="*/ 48 w 6"/>
                <a:gd name="T1" fmla="*/ 24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3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25" name="Freeform 6112">
              <a:extLst>
                <a:ext uri="{FF2B5EF4-FFF2-40B4-BE49-F238E27FC236}">
                  <a16:creationId xmlns:a16="http://schemas.microsoft.com/office/drawing/2014/main" id="{D1ACAC1D-F9D8-4962-BE9F-9BBC9A22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1900"/>
              <a:ext cx="8" cy="4"/>
            </a:xfrm>
            <a:custGeom>
              <a:avLst/>
              <a:gdLst>
                <a:gd name="T0" fmla="*/ 32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2"/>
                    <a:pt x="2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26" name="Freeform 6113">
              <a:extLst>
                <a:ext uri="{FF2B5EF4-FFF2-40B4-BE49-F238E27FC236}">
                  <a16:creationId xmlns:a16="http://schemas.microsoft.com/office/drawing/2014/main" id="{A87C2629-CE31-4C2C-952E-7D0418C7C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866"/>
              <a:ext cx="12" cy="6"/>
            </a:xfrm>
            <a:custGeom>
              <a:avLst/>
              <a:gdLst>
                <a:gd name="T0" fmla="*/ 48 w 6"/>
                <a:gd name="T1" fmla="*/ 0 h 3"/>
                <a:gd name="T2" fmla="*/ 0 w 6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3"/>
                    <a:pt x="2" y="2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27" name="Freeform 6114">
              <a:extLst>
                <a:ext uri="{FF2B5EF4-FFF2-40B4-BE49-F238E27FC236}">
                  <a16:creationId xmlns:a16="http://schemas.microsoft.com/office/drawing/2014/main" id="{A0896125-CE6C-4EE3-8FB7-441D0AA64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860"/>
              <a:ext cx="14" cy="8"/>
            </a:xfrm>
            <a:custGeom>
              <a:avLst/>
              <a:gdLst>
                <a:gd name="T0" fmla="*/ 56 w 7"/>
                <a:gd name="T1" fmla="*/ 0 h 4"/>
                <a:gd name="T2" fmla="*/ 0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6" y="3"/>
                    <a:pt x="3" y="4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28" name="Freeform 6115">
              <a:extLst>
                <a:ext uri="{FF2B5EF4-FFF2-40B4-BE49-F238E27FC236}">
                  <a16:creationId xmlns:a16="http://schemas.microsoft.com/office/drawing/2014/main" id="{4819D728-9D8E-44CA-9BD0-81A655405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942"/>
              <a:ext cx="6" cy="1"/>
            </a:xfrm>
            <a:custGeom>
              <a:avLst/>
              <a:gdLst>
                <a:gd name="T0" fmla="*/ 24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29" name="Freeform 6116">
              <a:extLst>
                <a:ext uri="{FF2B5EF4-FFF2-40B4-BE49-F238E27FC236}">
                  <a16:creationId xmlns:a16="http://schemas.microsoft.com/office/drawing/2014/main" id="{B5672E11-3020-4772-ACA2-F13D0A79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032"/>
              <a:ext cx="12" cy="12"/>
            </a:xfrm>
            <a:custGeom>
              <a:avLst/>
              <a:gdLst>
                <a:gd name="T0" fmla="*/ 48 w 6"/>
                <a:gd name="T1" fmla="*/ 24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30" name="Freeform 6117">
              <a:extLst>
                <a:ext uri="{FF2B5EF4-FFF2-40B4-BE49-F238E27FC236}">
                  <a16:creationId xmlns:a16="http://schemas.microsoft.com/office/drawing/2014/main" id="{691BC443-09A6-4044-8C6D-D122ED367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028"/>
              <a:ext cx="8" cy="6"/>
            </a:xfrm>
            <a:custGeom>
              <a:avLst/>
              <a:gdLst>
                <a:gd name="T0" fmla="*/ 32 w 4"/>
                <a:gd name="T1" fmla="*/ 0 h 3"/>
                <a:gd name="T2" fmla="*/ 0 w 4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2"/>
                    <a:pt x="2" y="3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31" name="Freeform 6118">
              <a:extLst>
                <a:ext uri="{FF2B5EF4-FFF2-40B4-BE49-F238E27FC236}">
                  <a16:creationId xmlns:a16="http://schemas.microsoft.com/office/drawing/2014/main" id="{69C60981-69FE-4005-94A5-C6149B06A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834"/>
              <a:ext cx="52" cy="40"/>
            </a:xfrm>
            <a:custGeom>
              <a:avLst/>
              <a:gdLst>
                <a:gd name="T0" fmla="*/ 0 w 26"/>
                <a:gd name="T1" fmla="*/ 40 h 20"/>
                <a:gd name="T2" fmla="*/ 136 w 2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0">
                  <a:moveTo>
                    <a:pt x="0" y="5"/>
                  </a:moveTo>
                  <a:cubicBezTo>
                    <a:pt x="1" y="20"/>
                    <a:pt x="26" y="12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32" name="Freeform 6119">
              <a:extLst>
                <a:ext uri="{FF2B5EF4-FFF2-40B4-BE49-F238E27FC236}">
                  <a16:creationId xmlns:a16="http://schemas.microsoft.com/office/drawing/2014/main" id="{61B9A74B-74C6-4B3E-8D60-210EA4374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830"/>
              <a:ext cx="28" cy="34"/>
            </a:xfrm>
            <a:custGeom>
              <a:avLst/>
              <a:gdLst>
                <a:gd name="T0" fmla="*/ 0 w 14"/>
                <a:gd name="T1" fmla="*/ 64 h 17"/>
                <a:gd name="T2" fmla="*/ 104 w 1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0" y="8"/>
                  </a:moveTo>
                  <a:cubicBezTo>
                    <a:pt x="5" y="17"/>
                    <a:pt x="14" y="7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33" name="Freeform 6120">
              <a:extLst>
                <a:ext uri="{FF2B5EF4-FFF2-40B4-BE49-F238E27FC236}">
                  <a16:creationId xmlns:a16="http://schemas.microsoft.com/office/drawing/2014/main" id="{5FBF3841-95C0-4BD9-9BE9-E76D370FC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806"/>
              <a:ext cx="40" cy="34"/>
            </a:xfrm>
            <a:custGeom>
              <a:avLst/>
              <a:gdLst>
                <a:gd name="T0" fmla="*/ 0 w 20"/>
                <a:gd name="T1" fmla="*/ 56 h 17"/>
                <a:gd name="T2" fmla="*/ 112 w 20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0" y="7"/>
                  </a:moveTo>
                  <a:cubicBezTo>
                    <a:pt x="3" y="17"/>
                    <a:pt x="20" y="7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34" name="Freeform 6121">
              <a:extLst>
                <a:ext uri="{FF2B5EF4-FFF2-40B4-BE49-F238E27FC236}">
                  <a16:creationId xmlns:a16="http://schemas.microsoft.com/office/drawing/2014/main" id="{4BDB543D-FB23-4E5A-B390-0B9CBFD7D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788"/>
              <a:ext cx="36" cy="18"/>
            </a:xfrm>
            <a:custGeom>
              <a:avLst/>
              <a:gdLst>
                <a:gd name="T0" fmla="*/ 0 w 18"/>
                <a:gd name="T1" fmla="*/ 24 h 9"/>
                <a:gd name="T2" fmla="*/ 72 w 18"/>
                <a:gd name="T3" fmla="*/ 72 h 9"/>
                <a:gd name="T4" fmla="*/ 144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3"/>
                  </a:moveTo>
                  <a:cubicBezTo>
                    <a:pt x="1" y="8"/>
                    <a:pt x="5" y="9"/>
                    <a:pt x="9" y="9"/>
                  </a:cubicBezTo>
                  <a:cubicBezTo>
                    <a:pt x="15" y="9"/>
                    <a:pt x="18" y="6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35" name="Freeform 6122">
              <a:extLst>
                <a:ext uri="{FF2B5EF4-FFF2-40B4-BE49-F238E27FC236}">
                  <a16:creationId xmlns:a16="http://schemas.microsoft.com/office/drawing/2014/main" id="{CAE7A219-ABC8-4848-BFCD-F7B1BEA44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822"/>
              <a:ext cx="36" cy="24"/>
            </a:xfrm>
            <a:custGeom>
              <a:avLst/>
              <a:gdLst>
                <a:gd name="T0" fmla="*/ 24 w 18"/>
                <a:gd name="T1" fmla="*/ 0 h 12"/>
                <a:gd name="T2" fmla="*/ 32 w 18"/>
                <a:gd name="T3" fmla="*/ 64 h 12"/>
                <a:gd name="T4" fmla="*/ 144 w 18"/>
                <a:gd name="T5" fmla="*/ 4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3" y="0"/>
                  </a:moveTo>
                  <a:cubicBezTo>
                    <a:pt x="0" y="2"/>
                    <a:pt x="2" y="6"/>
                    <a:pt x="4" y="8"/>
                  </a:cubicBezTo>
                  <a:cubicBezTo>
                    <a:pt x="8" y="12"/>
                    <a:pt x="14" y="10"/>
                    <a:pt x="18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36" name="Freeform 6123">
              <a:extLst>
                <a:ext uri="{FF2B5EF4-FFF2-40B4-BE49-F238E27FC236}">
                  <a16:creationId xmlns:a16="http://schemas.microsoft.com/office/drawing/2014/main" id="{CE0C1AF0-9743-44A7-822D-6201821C7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804"/>
              <a:ext cx="44" cy="24"/>
            </a:xfrm>
            <a:custGeom>
              <a:avLst/>
              <a:gdLst>
                <a:gd name="T0" fmla="*/ 24 w 22"/>
                <a:gd name="T1" fmla="*/ 0 h 12"/>
                <a:gd name="T2" fmla="*/ 24 w 22"/>
                <a:gd name="T3" fmla="*/ 72 h 12"/>
                <a:gd name="T4" fmla="*/ 160 w 22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3" y="0"/>
                  </a:moveTo>
                  <a:cubicBezTo>
                    <a:pt x="0" y="2"/>
                    <a:pt x="0" y="7"/>
                    <a:pt x="3" y="9"/>
                  </a:cubicBezTo>
                  <a:cubicBezTo>
                    <a:pt x="7" y="12"/>
                    <a:pt x="22" y="8"/>
                    <a:pt x="2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37" name="Freeform 6124">
              <a:extLst>
                <a:ext uri="{FF2B5EF4-FFF2-40B4-BE49-F238E27FC236}">
                  <a16:creationId xmlns:a16="http://schemas.microsoft.com/office/drawing/2014/main" id="{564BC7B7-DB9C-4695-81E2-5FD41A29D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86"/>
              <a:ext cx="44" cy="20"/>
            </a:xfrm>
            <a:custGeom>
              <a:avLst/>
              <a:gdLst>
                <a:gd name="T0" fmla="*/ 32 w 22"/>
                <a:gd name="T1" fmla="*/ 8 h 10"/>
                <a:gd name="T2" fmla="*/ 80 w 22"/>
                <a:gd name="T3" fmla="*/ 80 h 10"/>
                <a:gd name="T4" fmla="*/ 152 w 2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">
                  <a:moveTo>
                    <a:pt x="4" y="1"/>
                  </a:moveTo>
                  <a:cubicBezTo>
                    <a:pt x="0" y="5"/>
                    <a:pt x="6" y="10"/>
                    <a:pt x="10" y="10"/>
                  </a:cubicBezTo>
                  <a:cubicBezTo>
                    <a:pt x="15" y="10"/>
                    <a:pt x="22" y="6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38" name="Freeform 6125">
              <a:extLst>
                <a:ext uri="{FF2B5EF4-FFF2-40B4-BE49-F238E27FC236}">
                  <a16:creationId xmlns:a16="http://schemas.microsoft.com/office/drawing/2014/main" id="{F076646B-38A3-4BB2-80B5-ED47CD17E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770"/>
              <a:ext cx="42" cy="20"/>
            </a:xfrm>
            <a:custGeom>
              <a:avLst/>
              <a:gdLst>
                <a:gd name="T0" fmla="*/ 40 w 21"/>
                <a:gd name="T1" fmla="*/ 0 h 10"/>
                <a:gd name="T2" fmla="*/ 64 w 21"/>
                <a:gd name="T3" fmla="*/ 64 h 10"/>
                <a:gd name="T4" fmla="*/ 168 w 2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5" y="0"/>
                  </a:moveTo>
                  <a:cubicBezTo>
                    <a:pt x="0" y="3"/>
                    <a:pt x="5" y="7"/>
                    <a:pt x="8" y="8"/>
                  </a:cubicBezTo>
                  <a:cubicBezTo>
                    <a:pt x="14" y="10"/>
                    <a:pt x="21" y="8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39" name="Freeform 6126">
              <a:extLst>
                <a:ext uri="{FF2B5EF4-FFF2-40B4-BE49-F238E27FC236}">
                  <a16:creationId xmlns:a16="http://schemas.microsoft.com/office/drawing/2014/main" id="{510B00F9-2A0D-4A24-A146-88956CE10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788"/>
              <a:ext cx="44" cy="30"/>
            </a:xfrm>
            <a:custGeom>
              <a:avLst/>
              <a:gdLst>
                <a:gd name="T0" fmla="*/ 0 w 22"/>
                <a:gd name="T1" fmla="*/ 24 h 15"/>
                <a:gd name="T2" fmla="*/ 136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3"/>
                  </a:moveTo>
                  <a:cubicBezTo>
                    <a:pt x="2" y="15"/>
                    <a:pt x="22" y="7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40" name="Freeform 6127">
              <a:extLst>
                <a:ext uri="{FF2B5EF4-FFF2-40B4-BE49-F238E27FC236}">
                  <a16:creationId xmlns:a16="http://schemas.microsoft.com/office/drawing/2014/main" id="{3C664181-A518-4AA7-8A93-A80C0B3E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828"/>
              <a:ext cx="30" cy="16"/>
            </a:xfrm>
            <a:custGeom>
              <a:avLst/>
              <a:gdLst>
                <a:gd name="T0" fmla="*/ 0 w 15"/>
                <a:gd name="T1" fmla="*/ 8 h 8"/>
                <a:gd name="T2" fmla="*/ 120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1"/>
                  </a:moveTo>
                  <a:cubicBezTo>
                    <a:pt x="2" y="8"/>
                    <a:pt x="15" y="8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41" name="Freeform 6128">
              <a:extLst>
                <a:ext uri="{FF2B5EF4-FFF2-40B4-BE49-F238E27FC236}">
                  <a16:creationId xmlns:a16="http://schemas.microsoft.com/office/drawing/2014/main" id="{9CAE83B0-A15A-4932-B5D7-7A4946AAC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12"/>
              <a:ext cx="52" cy="26"/>
            </a:xfrm>
            <a:custGeom>
              <a:avLst/>
              <a:gdLst>
                <a:gd name="T0" fmla="*/ 40 w 26"/>
                <a:gd name="T1" fmla="*/ 8 h 13"/>
                <a:gd name="T2" fmla="*/ 168 w 2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5" y="1"/>
                  </a:moveTo>
                  <a:cubicBezTo>
                    <a:pt x="0" y="13"/>
                    <a:pt x="26" y="10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42" name="Freeform 6129">
              <a:extLst>
                <a:ext uri="{FF2B5EF4-FFF2-40B4-BE49-F238E27FC236}">
                  <a16:creationId xmlns:a16="http://schemas.microsoft.com/office/drawing/2014/main" id="{2FDF07A6-D448-4735-BA93-3091F9A1F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924"/>
              <a:ext cx="40" cy="20"/>
            </a:xfrm>
            <a:custGeom>
              <a:avLst/>
              <a:gdLst>
                <a:gd name="T0" fmla="*/ 24 w 20"/>
                <a:gd name="T1" fmla="*/ 0 h 10"/>
                <a:gd name="T2" fmla="*/ 48 w 20"/>
                <a:gd name="T3" fmla="*/ 72 h 10"/>
                <a:gd name="T4" fmla="*/ 144 w 20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3" y="0"/>
                  </a:moveTo>
                  <a:cubicBezTo>
                    <a:pt x="0" y="3"/>
                    <a:pt x="3" y="8"/>
                    <a:pt x="6" y="9"/>
                  </a:cubicBezTo>
                  <a:cubicBezTo>
                    <a:pt x="9" y="10"/>
                    <a:pt x="20" y="8"/>
                    <a:pt x="18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43" name="Freeform 6130">
              <a:extLst>
                <a:ext uri="{FF2B5EF4-FFF2-40B4-BE49-F238E27FC236}">
                  <a16:creationId xmlns:a16="http://schemas.microsoft.com/office/drawing/2014/main" id="{D496D8E8-26C1-43A1-A865-05488D823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868"/>
              <a:ext cx="50" cy="42"/>
            </a:xfrm>
            <a:custGeom>
              <a:avLst/>
              <a:gdLst>
                <a:gd name="T0" fmla="*/ 0 w 25"/>
                <a:gd name="T1" fmla="*/ 72 h 21"/>
                <a:gd name="T2" fmla="*/ 128 w 2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1">
                  <a:moveTo>
                    <a:pt x="0" y="9"/>
                  </a:moveTo>
                  <a:cubicBezTo>
                    <a:pt x="0" y="21"/>
                    <a:pt x="25" y="8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44" name="Freeform 6131">
              <a:extLst>
                <a:ext uri="{FF2B5EF4-FFF2-40B4-BE49-F238E27FC236}">
                  <a16:creationId xmlns:a16="http://schemas.microsoft.com/office/drawing/2014/main" id="{0FC0FD72-CA31-43D0-A316-4D1E9E1A2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878"/>
              <a:ext cx="14" cy="6"/>
            </a:xfrm>
            <a:custGeom>
              <a:avLst/>
              <a:gdLst>
                <a:gd name="T0" fmla="*/ 0 w 7"/>
                <a:gd name="T1" fmla="*/ 24 h 3"/>
                <a:gd name="T2" fmla="*/ 56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45" name="Freeform 6132">
              <a:extLst>
                <a:ext uri="{FF2B5EF4-FFF2-40B4-BE49-F238E27FC236}">
                  <a16:creationId xmlns:a16="http://schemas.microsoft.com/office/drawing/2014/main" id="{9325AD65-489C-44C9-98E7-E121101D0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844"/>
              <a:ext cx="20" cy="12"/>
            </a:xfrm>
            <a:custGeom>
              <a:avLst/>
              <a:gdLst>
                <a:gd name="T0" fmla="*/ 0 w 10"/>
                <a:gd name="T1" fmla="*/ 16 h 6"/>
                <a:gd name="T2" fmla="*/ 8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cubicBezTo>
                    <a:pt x="2" y="6"/>
                    <a:pt x="8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46" name="Freeform 6133">
              <a:extLst>
                <a:ext uri="{FF2B5EF4-FFF2-40B4-BE49-F238E27FC236}">
                  <a16:creationId xmlns:a16="http://schemas.microsoft.com/office/drawing/2014/main" id="{F884598E-C65C-411C-A514-74BD42B46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810"/>
              <a:ext cx="10" cy="6"/>
            </a:xfrm>
            <a:custGeom>
              <a:avLst/>
              <a:gdLst>
                <a:gd name="T0" fmla="*/ 0 w 5"/>
                <a:gd name="T1" fmla="*/ 16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47" name="Freeform 6134">
              <a:extLst>
                <a:ext uri="{FF2B5EF4-FFF2-40B4-BE49-F238E27FC236}">
                  <a16:creationId xmlns:a16="http://schemas.microsoft.com/office/drawing/2014/main" id="{BA9FA8CD-8E63-4E28-9480-777BEE026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814"/>
              <a:ext cx="14" cy="10"/>
            </a:xfrm>
            <a:custGeom>
              <a:avLst/>
              <a:gdLst>
                <a:gd name="T0" fmla="*/ 16 w 7"/>
                <a:gd name="T1" fmla="*/ 0 h 5"/>
                <a:gd name="T2" fmla="*/ 56 w 7"/>
                <a:gd name="T3" fmla="*/ 3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3"/>
                    <a:pt x="4" y="5"/>
                    <a:pt x="7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48" name="Freeform 6135">
              <a:extLst>
                <a:ext uri="{FF2B5EF4-FFF2-40B4-BE49-F238E27FC236}">
                  <a16:creationId xmlns:a16="http://schemas.microsoft.com/office/drawing/2014/main" id="{25E43BA1-DE12-4951-BDE8-934B08C9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962"/>
              <a:ext cx="48" cy="36"/>
            </a:xfrm>
            <a:custGeom>
              <a:avLst/>
              <a:gdLst>
                <a:gd name="T0" fmla="*/ 160 w 24"/>
                <a:gd name="T1" fmla="*/ 40 h 18"/>
                <a:gd name="T2" fmla="*/ 136 w 24"/>
                <a:gd name="T3" fmla="*/ 128 h 18"/>
                <a:gd name="T4" fmla="*/ 40 w 2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20" y="5"/>
                  </a:moveTo>
                  <a:cubicBezTo>
                    <a:pt x="24" y="9"/>
                    <a:pt x="22" y="14"/>
                    <a:pt x="17" y="16"/>
                  </a:cubicBezTo>
                  <a:cubicBezTo>
                    <a:pt x="8" y="18"/>
                    <a:pt x="0" y="7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49" name="Freeform 6136">
              <a:extLst>
                <a:ext uri="{FF2B5EF4-FFF2-40B4-BE49-F238E27FC236}">
                  <a16:creationId xmlns:a16="http://schemas.microsoft.com/office/drawing/2014/main" id="{1A3460DE-4DAB-4B46-AB52-D41D74CD9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018"/>
              <a:ext cx="64" cy="34"/>
            </a:xfrm>
            <a:custGeom>
              <a:avLst/>
              <a:gdLst>
                <a:gd name="T0" fmla="*/ 176 w 32"/>
                <a:gd name="T1" fmla="*/ 0 h 17"/>
                <a:gd name="T2" fmla="*/ 32 w 32"/>
                <a:gd name="T3" fmla="*/ 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22" y="0"/>
                  </a:moveTo>
                  <a:cubicBezTo>
                    <a:pt x="32" y="10"/>
                    <a:pt x="0" y="17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50" name="Freeform 6137">
              <a:extLst>
                <a:ext uri="{FF2B5EF4-FFF2-40B4-BE49-F238E27FC236}">
                  <a16:creationId xmlns:a16="http://schemas.microsoft.com/office/drawing/2014/main" id="{24AE1A98-1BDF-4085-A3F7-79FBDBF8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996"/>
              <a:ext cx="46" cy="34"/>
            </a:xfrm>
            <a:custGeom>
              <a:avLst/>
              <a:gdLst>
                <a:gd name="T0" fmla="*/ 128 w 23"/>
                <a:gd name="T1" fmla="*/ 0 h 17"/>
                <a:gd name="T2" fmla="*/ 176 w 23"/>
                <a:gd name="T3" fmla="*/ 56 h 17"/>
                <a:gd name="T4" fmla="*/ 0 w 23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16" y="0"/>
                  </a:moveTo>
                  <a:cubicBezTo>
                    <a:pt x="20" y="0"/>
                    <a:pt x="23" y="3"/>
                    <a:pt x="22" y="7"/>
                  </a:cubicBezTo>
                  <a:cubicBezTo>
                    <a:pt x="21" y="17"/>
                    <a:pt x="4" y="13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51" name="Freeform 6138">
              <a:extLst>
                <a:ext uri="{FF2B5EF4-FFF2-40B4-BE49-F238E27FC236}">
                  <a16:creationId xmlns:a16="http://schemas.microsoft.com/office/drawing/2014/main" id="{BA1A0EE2-6BEB-4E87-8FDF-1A5690C9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024"/>
              <a:ext cx="12" cy="4"/>
            </a:xfrm>
            <a:custGeom>
              <a:avLst/>
              <a:gdLst>
                <a:gd name="T0" fmla="*/ 48 w 6"/>
                <a:gd name="T1" fmla="*/ 0 h 2"/>
                <a:gd name="T2" fmla="*/ 0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5" y="2"/>
                    <a:pt x="2" y="2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52" name="Freeform 6139">
              <a:extLst>
                <a:ext uri="{FF2B5EF4-FFF2-40B4-BE49-F238E27FC236}">
                  <a16:creationId xmlns:a16="http://schemas.microsoft.com/office/drawing/2014/main" id="{00D0B87D-C6D3-458E-8705-55EEDD69C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62"/>
              <a:ext cx="40" cy="36"/>
            </a:xfrm>
            <a:custGeom>
              <a:avLst/>
              <a:gdLst>
                <a:gd name="T0" fmla="*/ 0 w 20"/>
                <a:gd name="T1" fmla="*/ 56 h 18"/>
                <a:gd name="T2" fmla="*/ 112 w 2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7"/>
                  </a:moveTo>
                  <a:cubicBezTo>
                    <a:pt x="3" y="18"/>
                    <a:pt x="20" y="7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53" name="Freeform 6140">
              <a:extLst>
                <a:ext uri="{FF2B5EF4-FFF2-40B4-BE49-F238E27FC236}">
                  <a16:creationId xmlns:a16="http://schemas.microsoft.com/office/drawing/2014/main" id="{D58CCD3B-862C-49D0-8DF3-6D1BD5CDA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002"/>
              <a:ext cx="20" cy="12"/>
            </a:xfrm>
            <a:custGeom>
              <a:avLst/>
              <a:gdLst>
                <a:gd name="T0" fmla="*/ 0 w 10"/>
                <a:gd name="T1" fmla="*/ 16 h 6"/>
                <a:gd name="T2" fmla="*/ 8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cubicBezTo>
                    <a:pt x="2" y="6"/>
                    <a:pt x="8" y="2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54" name="Freeform 6141">
              <a:extLst>
                <a:ext uri="{FF2B5EF4-FFF2-40B4-BE49-F238E27FC236}">
                  <a16:creationId xmlns:a16="http://schemas.microsoft.com/office/drawing/2014/main" id="{3920BB11-E709-466F-BFAD-24522CEB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968"/>
              <a:ext cx="10" cy="6"/>
            </a:xfrm>
            <a:custGeom>
              <a:avLst/>
              <a:gdLst>
                <a:gd name="T0" fmla="*/ 0 w 5"/>
                <a:gd name="T1" fmla="*/ 8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3"/>
                    <a:pt x="4" y="1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55" name="Freeform 6142">
              <a:extLst>
                <a:ext uri="{FF2B5EF4-FFF2-40B4-BE49-F238E27FC236}">
                  <a16:creationId xmlns:a16="http://schemas.microsoft.com/office/drawing/2014/main" id="{62E98EE0-1FE5-497C-98FC-5BA933B36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970"/>
              <a:ext cx="14" cy="12"/>
            </a:xfrm>
            <a:custGeom>
              <a:avLst/>
              <a:gdLst>
                <a:gd name="T0" fmla="*/ 16 w 7"/>
                <a:gd name="T1" fmla="*/ 0 h 6"/>
                <a:gd name="T2" fmla="*/ 56 w 7"/>
                <a:gd name="T3" fmla="*/ 4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4"/>
                    <a:pt x="4" y="6"/>
                    <a:pt x="7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56" name="Freeform 6143">
              <a:extLst>
                <a:ext uri="{FF2B5EF4-FFF2-40B4-BE49-F238E27FC236}">
                  <a16:creationId xmlns:a16="http://schemas.microsoft.com/office/drawing/2014/main" id="{651C2E80-0EE1-4499-948C-28B6C837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834"/>
              <a:ext cx="34" cy="34"/>
            </a:xfrm>
            <a:custGeom>
              <a:avLst/>
              <a:gdLst>
                <a:gd name="T0" fmla="*/ 48 w 17"/>
                <a:gd name="T1" fmla="*/ 0 h 17"/>
                <a:gd name="T2" fmla="*/ 136 w 17"/>
                <a:gd name="T3" fmla="*/ 7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6" y="0"/>
                  </a:moveTo>
                  <a:cubicBezTo>
                    <a:pt x="0" y="7"/>
                    <a:pt x="11" y="17"/>
                    <a:pt x="17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57" name="Freeform 6144">
              <a:extLst>
                <a:ext uri="{FF2B5EF4-FFF2-40B4-BE49-F238E27FC236}">
                  <a16:creationId xmlns:a16="http://schemas.microsoft.com/office/drawing/2014/main" id="{F7111F2C-51C0-4699-915A-59B350522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848"/>
              <a:ext cx="14" cy="4"/>
            </a:xfrm>
            <a:custGeom>
              <a:avLst/>
              <a:gdLst>
                <a:gd name="T0" fmla="*/ 0 w 7"/>
                <a:gd name="T1" fmla="*/ 0 h 2"/>
                <a:gd name="T2" fmla="*/ 5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58" name="Freeform 6145">
              <a:extLst>
                <a:ext uri="{FF2B5EF4-FFF2-40B4-BE49-F238E27FC236}">
                  <a16:creationId xmlns:a16="http://schemas.microsoft.com/office/drawing/2014/main" id="{F27506F7-2E8C-4DC4-B5CC-BE2BBBF20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874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5"/>
                    <a:pt x="8" y="4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59" name="Freeform 6146">
              <a:extLst>
                <a:ext uri="{FF2B5EF4-FFF2-40B4-BE49-F238E27FC236}">
                  <a16:creationId xmlns:a16="http://schemas.microsoft.com/office/drawing/2014/main" id="{C68B8E12-257F-473A-B2E7-C8980D45B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922"/>
              <a:ext cx="12" cy="4"/>
            </a:xfrm>
            <a:custGeom>
              <a:avLst/>
              <a:gdLst>
                <a:gd name="T0" fmla="*/ 0 w 6"/>
                <a:gd name="T1" fmla="*/ 0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60" name="Freeform 6147">
              <a:extLst>
                <a:ext uri="{FF2B5EF4-FFF2-40B4-BE49-F238E27FC236}">
                  <a16:creationId xmlns:a16="http://schemas.microsoft.com/office/drawing/2014/main" id="{7E1C8247-1AAE-41B4-89DF-1697397C8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966"/>
              <a:ext cx="16" cy="10"/>
            </a:xfrm>
            <a:custGeom>
              <a:avLst/>
              <a:gdLst>
                <a:gd name="T0" fmla="*/ 0 w 8"/>
                <a:gd name="T1" fmla="*/ 24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3" y="5"/>
                    <a:pt x="8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61" name="Freeform 6148">
              <a:extLst>
                <a:ext uri="{FF2B5EF4-FFF2-40B4-BE49-F238E27FC236}">
                  <a16:creationId xmlns:a16="http://schemas.microsoft.com/office/drawing/2014/main" id="{6F3A1256-3D3F-4477-8B20-3E92ED101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067"/>
              <a:ext cx="16" cy="8"/>
            </a:xfrm>
            <a:custGeom>
              <a:avLst/>
              <a:gdLst>
                <a:gd name="T0" fmla="*/ 8 w 8"/>
                <a:gd name="T1" fmla="*/ 0 h 4"/>
                <a:gd name="T2" fmla="*/ 64 w 8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4"/>
                    <a:pt x="6" y="2"/>
                    <a:pt x="8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62" name="Freeform 6149">
              <a:extLst>
                <a:ext uri="{FF2B5EF4-FFF2-40B4-BE49-F238E27FC236}">
                  <a16:creationId xmlns:a16="http://schemas.microsoft.com/office/drawing/2014/main" id="{7227A0BF-1264-4104-B83C-D0488058B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046"/>
              <a:ext cx="38" cy="37"/>
            </a:xfrm>
            <a:custGeom>
              <a:avLst/>
              <a:gdLst>
                <a:gd name="T0" fmla="*/ 56 w 19"/>
                <a:gd name="T1" fmla="*/ 0 h 18"/>
                <a:gd name="T2" fmla="*/ 152 w 19"/>
                <a:gd name="T3" fmla="*/ 8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7" y="0"/>
                  </a:moveTo>
                  <a:cubicBezTo>
                    <a:pt x="0" y="4"/>
                    <a:pt x="10" y="18"/>
                    <a:pt x="19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63" name="Freeform 6150">
              <a:extLst>
                <a:ext uri="{FF2B5EF4-FFF2-40B4-BE49-F238E27FC236}">
                  <a16:creationId xmlns:a16="http://schemas.microsoft.com/office/drawing/2014/main" id="{634AC2CE-E492-4E39-BC55-66A7CD1D5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055"/>
              <a:ext cx="6" cy="6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3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64" name="Freeform 6151">
              <a:extLst>
                <a:ext uri="{FF2B5EF4-FFF2-40B4-BE49-F238E27FC236}">
                  <a16:creationId xmlns:a16="http://schemas.microsoft.com/office/drawing/2014/main" id="{54307EFF-6648-469E-A4B0-1518458D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978"/>
              <a:ext cx="42" cy="22"/>
            </a:xfrm>
            <a:custGeom>
              <a:avLst/>
              <a:gdLst>
                <a:gd name="T0" fmla="*/ 16 w 21"/>
                <a:gd name="T1" fmla="*/ 40 h 11"/>
                <a:gd name="T2" fmla="*/ 88 w 21"/>
                <a:gd name="T3" fmla="*/ 80 h 11"/>
                <a:gd name="T4" fmla="*/ 128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2" y="5"/>
                  </a:moveTo>
                  <a:cubicBezTo>
                    <a:pt x="0" y="11"/>
                    <a:pt x="8" y="10"/>
                    <a:pt x="11" y="10"/>
                  </a:cubicBezTo>
                  <a:cubicBezTo>
                    <a:pt x="13" y="9"/>
                    <a:pt x="21" y="2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65" name="Freeform 6152">
              <a:extLst>
                <a:ext uri="{FF2B5EF4-FFF2-40B4-BE49-F238E27FC236}">
                  <a16:creationId xmlns:a16="http://schemas.microsoft.com/office/drawing/2014/main" id="{F9F74B4D-3927-47E8-B2D7-E285526E8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926"/>
              <a:ext cx="12" cy="8"/>
            </a:xfrm>
            <a:custGeom>
              <a:avLst/>
              <a:gdLst>
                <a:gd name="T0" fmla="*/ 8 w 6"/>
                <a:gd name="T1" fmla="*/ 0 h 4"/>
                <a:gd name="T2" fmla="*/ 48 w 6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3"/>
                    <a:pt x="3" y="4"/>
                    <a:pt x="6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66" name="Freeform 6153">
              <a:extLst>
                <a:ext uri="{FF2B5EF4-FFF2-40B4-BE49-F238E27FC236}">
                  <a16:creationId xmlns:a16="http://schemas.microsoft.com/office/drawing/2014/main" id="{32760B3C-1F9A-4BD9-90B0-2D437EABD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930"/>
              <a:ext cx="28" cy="26"/>
            </a:xfrm>
            <a:custGeom>
              <a:avLst/>
              <a:gdLst>
                <a:gd name="T0" fmla="*/ 32 w 14"/>
                <a:gd name="T1" fmla="*/ 0 h 13"/>
                <a:gd name="T2" fmla="*/ 0 w 14"/>
                <a:gd name="T3" fmla="*/ 40 h 13"/>
                <a:gd name="T4" fmla="*/ 112 w 14"/>
                <a:gd name="T5" fmla="*/ 8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2"/>
                    <a:pt x="0" y="5"/>
                  </a:cubicBezTo>
                  <a:cubicBezTo>
                    <a:pt x="0" y="13"/>
                    <a:pt x="9" y="13"/>
                    <a:pt x="14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67" name="Freeform 6154">
              <a:extLst>
                <a:ext uri="{FF2B5EF4-FFF2-40B4-BE49-F238E27FC236}">
                  <a16:creationId xmlns:a16="http://schemas.microsoft.com/office/drawing/2014/main" id="{90E8802F-7A16-47C8-9525-67451EDF0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936"/>
              <a:ext cx="6" cy="6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3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68" name="Freeform 6155">
              <a:extLst>
                <a:ext uri="{FF2B5EF4-FFF2-40B4-BE49-F238E27FC236}">
                  <a16:creationId xmlns:a16="http://schemas.microsoft.com/office/drawing/2014/main" id="{FC415763-7792-4E98-B8F9-54354F971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948"/>
              <a:ext cx="20" cy="10"/>
            </a:xfrm>
            <a:custGeom>
              <a:avLst/>
              <a:gdLst>
                <a:gd name="T0" fmla="*/ 0 w 10"/>
                <a:gd name="T1" fmla="*/ 8 h 5"/>
                <a:gd name="T2" fmla="*/ 8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2" y="5"/>
                    <a:pt x="9" y="4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69" name="Freeform 6156">
              <a:extLst>
                <a:ext uri="{FF2B5EF4-FFF2-40B4-BE49-F238E27FC236}">
                  <a16:creationId xmlns:a16="http://schemas.microsoft.com/office/drawing/2014/main" id="{CF5BD626-4064-4727-9A1F-1D423C642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926"/>
              <a:ext cx="8" cy="10"/>
            </a:xfrm>
            <a:custGeom>
              <a:avLst/>
              <a:gdLst>
                <a:gd name="T0" fmla="*/ 32 w 4"/>
                <a:gd name="T1" fmla="*/ 0 h 5"/>
                <a:gd name="T2" fmla="*/ 0 w 4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1" y="0"/>
                    <a:pt x="0" y="2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70" name="Freeform 6157">
              <a:extLst>
                <a:ext uri="{FF2B5EF4-FFF2-40B4-BE49-F238E27FC236}">
                  <a16:creationId xmlns:a16="http://schemas.microsoft.com/office/drawing/2014/main" id="{F9D0B960-69AD-40B0-A101-53BA2BF55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016"/>
              <a:ext cx="38" cy="39"/>
            </a:xfrm>
            <a:custGeom>
              <a:avLst/>
              <a:gdLst>
                <a:gd name="T0" fmla="*/ 64 w 19"/>
                <a:gd name="T1" fmla="*/ 16 h 19"/>
                <a:gd name="T2" fmla="*/ 24 w 19"/>
                <a:gd name="T3" fmla="*/ 105 h 19"/>
                <a:gd name="T4" fmla="*/ 152 w 19"/>
                <a:gd name="T5" fmla="*/ 7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8" y="2"/>
                  </a:moveTo>
                  <a:cubicBezTo>
                    <a:pt x="0" y="0"/>
                    <a:pt x="0" y="8"/>
                    <a:pt x="3" y="12"/>
                  </a:cubicBezTo>
                  <a:cubicBezTo>
                    <a:pt x="8" y="19"/>
                    <a:pt x="17" y="16"/>
                    <a:pt x="19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71" name="Freeform 6158">
              <a:extLst>
                <a:ext uri="{FF2B5EF4-FFF2-40B4-BE49-F238E27FC236}">
                  <a16:creationId xmlns:a16="http://schemas.microsoft.com/office/drawing/2014/main" id="{95A31E38-ABFE-456B-942B-D8573A55C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020"/>
              <a:ext cx="16" cy="18"/>
            </a:xfrm>
            <a:custGeom>
              <a:avLst/>
              <a:gdLst>
                <a:gd name="T0" fmla="*/ 0 w 8"/>
                <a:gd name="T1" fmla="*/ 0 h 9"/>
                <a:gd name="T2" fmla="*/ 64 w 8"/>
                <a:gd name="T3" fmla="*/ 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4"/>
                    <a:pt x="4" y="9"/>
                    <a:pt x="8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72" name="Freeform 6159">
              <a:extLst>
                <a:ext uri="{FF2B5EF4-FFF2-40B4-BE49-F238E27FC236}">
                  <a16:creationId xmlns:a16="http://schemas.microsoft.com/office/drawing/2014/main" id="{57BA2C55-34A6-4469-A4F9-04B26FE41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034"/>
              <a:ext cx="32" cy="27"/>
            </a:xfrm>
            <a:custGeom>
              <a:avLst/>
              <a:gdLst>
                <a:gd name="T0" fmla="*/ 32 w 16"/>
                <a:gd name="T1" fmla="*/ 0 h 13"/>
                <a:gd name="T2" fmla="*/ 8 w 16"/>
                <a:gd name="T3" fmla="*/ 64 h 13"/>
                <a:gd name="T4" fmla="*/ 128 w 16"/>
                <a:gd name="T5" fmla="*/ 5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4" y="0"/>
                  </a:moveTo>
                  <a:cubicBezTo>
                    <a:pt x="1" y="0"/>
                    <a:pt x="0" y="4"/>
                    <a:pt x="1" y="7"/>
                  </a:cubicBezTo>
                  <a:cubicBezTo>
                    <a:pt x="4" y="13"/>
                    <a:pt x="13" y="10"/>
                    <a:pt x="16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73" name="Freeform 6160">
              <a:extLst>
                <a:ext uri="{FF2B5EF4-FFF2-40B4-BE49-F238E27FC236}">
                  <a16:creationId xmlns:a16="http://schemas.microsoft.com/office/drawing/2014/main" id="{8A90931A-4C22-4D81-BC00-95D1BA967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032"/>
              <a:ext cx="38" cy="20"/>
            </a:xfrm>
            <a:custGeom>
              <a:avLst/>
              <a:gdLst>
                <a:gd name="T0" fmla="*/ 32 w 19"/>
                <a:gd name="T1" fmla="*/ 0 h 10"/>
                <a:gd name="T2" fmla="*/ 80 w 19"/>
                <a:gd name="T3" fmla="*/ 72 h 10"/>
                <a:gd name="T4" fmla="*/ 144 w 19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4" y="0"/>
                  </a:moveTo>
                  <a:cubicBezTo>
                    <a:pt x="0" y="3"/>
                    <a:pt x="6" y="9"/>
                    <a:pt x="10" y="9"/>
                  </a:cubicBezTo>
                  <a:cubicBezTo>
                    <a:pt x="13" y="10"/>
                    <a:pt x="19" y="6"/>
                    <a:pt x="18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74" name="Freeform 6161">
              <a:extLst>
                <a:ext uri="{FF2B5EF4-FFF2-40B4-BE49-F238E27FC236}">
                  <a16:creationId xmlns:a16="http://schemas.microsoft.com/office/drawing/2014/main" id="{5E11EF87-AB6A-4BB2-B621-6B5B14A5B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040"/>
              <a:ext cx="6" cy="8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1" y="3"/>
                    <a:pt x="3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75" name="Freeform 6162">
              <a:extLst>
                <a:ext uri="{FF2B5EF4-FFF2-40B4-BE49-F238E27FC236}">
                  <a16:creationId xmlns:a16="http://schemas.microsoft.com/office/drawing/2014/main" id="{34B54ACF-6C43-4C6C-86B9-0E46A85B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052"/>
              <a:ext cx="54" cy="27"/>
            </a:xfrm>
            <a:custGeom>
              <a:avLst/>
              <a:gdLst>
                <a:gd name="T0" fmla="*/ 48 w 27"/>
                <a:gd name="T1" fmla="*/ 0 h 13"/>
                <a:gd name="T2" fmla="*/ 192 w 2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3">
                  <a:moveTo>
                    <a:pt x="6" y="0"/>
                  </a:moveTo>
                  <a:cubicBezTo>
                    <a:pt x="0" y="13"/>
                    <a:pt x="27" y="8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76" name="Freeform 6163">
              <a:extLst>
                <a:ext uri="{FF2B5EF4-FFF2-40B4-BE49-F238E27FC236}">
                  <a16:creationId xmlns:a16="http://schemas.microsoft.com/office/drawing/2014/main" id="{4184DD07-12C2-45B5-99DF-2F20373D3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59"/>
              <a:ext cx="6" cy="2"/>
            </a:xfrm>
            <a:custGeom>
              <a:avLst/>
              <a:gdLst>
                <a:gd name="T0" fmla="*/ 0 w 3"/>
                <a:gd name="T1" fmla="*/ 0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77" name="Freeform 6164">
              <a:extLst>
                <a:ext uri="{FF2B5EF4-FFF2-40B4-BE49-F238E27FC236}">
                  <a16:creationId xmlns:a16="http://schemas.microsoft.com/office/drawing/2014/main" id="{67D6D4BE-77F8-40B3-934B-D49A3BE97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038"/>
              <a:ext cx="56" cy="33"/>
            </a:xfrm>
            <a:custGeom>
              <a:avLst/>
              <a:gdLst>
                <a:gd name="T0" fmla="*/ 32 w 28"/>
                <a:gd name="T1" fmla="*/ 0 h 16"/>
                <a:gd name="T2" fmla="*/ 192 w 28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">
                  <a:moveTo>
                    <a:pt x="4" y="0"/>
                  </a:moveTo>
                  <a:cubicBezTo>
                    <a:pt x="0" y="16"/>
                    <a:pt x="28" y="12"/>
                    <a:pt x="24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78" name="Freeform 6165">
              <a:extLst>
                <a:ext uri="{FF2B5EF4-FFF2-40B4-BE49-F238E27FC236}">
                  <a16:creationId xmlns:a16="http://schemas.microsoft.com/office/drawing/2014/main" id="{209B4C97-8C65-4101-BAC5-A2618136F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042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56 w 7"/>
                <a:gd name="T3" fmla="*/ 2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4"/>
                    <a:pt x="4" y="5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79" name="Freeform 6166">
              <a:extLst>
                <a:ext uri="{FF2B5EF4-FFF2-40B4-BE49-F238E27FC236}">
                  <a16:creationId xmlns:a16="http://schemas.microsoft.com/office/drawing/2014/main" id="{D63AE29B-1A1D-4A75-A1FD-3BA8556C2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022"/>
              <a:ext cx="16" cy="12"/>
            </a:xfrm>
            <a:custGeom>
              <a:avLst/>
              <a:gdLst>
                <a:gd name="T0" fmla="*/ 0 w 8"/>
                <a:gd name="T1" fmla="*/ 24 h 6"/>
                <a:gd name="T2" fmla="*/ 64 w 8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4" y="0"/>
                    <a:pt x="6" y="4"/>
                    <a:pt x="8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80" name="Freeform 6167">
              <a:extLst>
                <a:ext uri="{FF2B5EF4-FFF2-40B4-BE49-F238E27FC236}">
                  <a16:creationId xmlns:a16="http://schemas.microsoft.com/office/drawing/2014/main" id="{5317F12B-720B-4B94-8B0E-C12EAE7EA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996"/>
              <a:ext cx="28" cy="22"/>
            </a:xfrm>
            <a:custGeom>
              <a:avLst/>
              <a:gdLst>
                <a:gd name="T0" fmla="*/ 32 w 14"/>
                <a:gd name="T1" fmla="*/ 0 h 11"/>
                <a:gd name="T2" fmla="*/ 112 w 14"/>
                <a:gd name="T3" fmla="*/ 5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4" y="0"/>
                  </a:moveTo>
                  <a:cubicBezTo>
                    <a:pt x="0" y="7"/>
                    <a:pt x="8" y="11"/>
                    <a:pt x="14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81" name="Freeform 6168">
              <a:extLst>
                <a:ext uri="{FF2B5EF4-FFF2-40B4-BE49-F238E27FC236}">
                  <a16:creationId xmlns:a16="http://schemas.microsoft.com/office/drawing/2014/main" id="{9F7A7815-34EE-46A1-8B21-450900898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988"/>
              <a:ext cx="18" cy="12"/>
            </a:xfrm>
            <a:custGeom>
              <a:avLst/>
              <a:gdLst>
                <a:gd name="T0" fmla="*/ 0 w 9"/>
                <a:gd name="T1" fmla="*/ 24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3"/>
                  </a:moveTo>
                  <a:cubicBezTo>
                    <a:pt x="2" y="6"/>
                    <a:pt x="7" y="2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82" name="Freeform 6169">
              <a:extLst>
                <a:ext uri="{FF2B5EF4-FFF2-40B4-BE49-F238E27FC236}">
                  <a16:creationId xmlns:a16="http://schemas.microsoft.com/office/drawing/2014/main" id="{36D3A6D1-E1F7-4FA3-9EB8-B6810CD67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016"/>
              <a:ext cx="10" cy="8"/>
            </a:xfrm>
            <a:custGeom>
              <a:avLst/>
              <a:gdLst>
                <a:gd name="T0" fmla="*/ 0 w 5"/>
                <a:gd name="T1" fmla="*/ 8 h 4"/>
                <a:gd name="T2" fmla="*/ 40 w 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2" y="0"/>
                    <a:pt x="4" y="1"/>
                    <a:pt x="5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83" name="Freeform 6170">
              <a:extLst>
                <a:ext uri="{FF2B5EF4-FFF2-40B4-BE49-F238E27FC236}">
                  <a16:creationId xmlns:a16="http://schemas.microsoft.com/office/drawing/2014/main" id="{80EF889C-88DA-41CB-A85C-ACEC50381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008"/>
              <a:ext cx="22" cy="12"/>
            </a:xfrm>
            <a:custGeom>
              <a:avLst/>
              <a:gdLst>
                <a:gd name="T0" fmla="*/ 0 w 11"/>
                <a:gd name="T1" fmla="*/ 16 h 6"/>
                <a:gd name="T2" fmla="*/ 88 w 1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4" y="0"/>
                    <a:pt x="10" y="1"/>
                    <a:pt x="11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84" name="Freeform 6171">
              <a:extLst>
                <a:ext uri="{FF2B5EF4-FFF2-40B4-BE49-F238E27FC236}">
                  <a16:creationId xmlns:a16="http://schemas.microsoft.com/office/drawing/2014/main" id="{961516E1-55A5-4BB9-A8C3-2B60F7AC4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020"/>
              <a:ext cx="14" cy="6"/>
            </a:xfrm>
            <a:custGeom>
              <a:avLst/>
              <a:gdLst>
                <a:gd name="T0" fmla="*/ 0 w 7"/>
                <a:gd name="T1" fmla="*/ 0 h 3"/>
                <a:gd name="T2" fmla="*/ 56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4" y="2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85" name="Freeform 6172">
              <a:extLst>
                <a:ext uri="{FF2B5EF4-FFF2-40B4-BE49-F238E27FC236}">
                  <a16:creationId xmlns:a16="http://schemas.microsoft.com/office/drawing/2014/main" id="{BBF678EC-E40C-4004-9EE9-A8D6603CC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934"/>
              <a:ext cx="26" cy="16"/>
            </a:xfrm>
            <a:custGeom>
              <a:avLst/>
              <a:gdLst>
                <a:gd name="T0" fmla="*/ 24 w 13"/>
                <a:gd name="T1" fmla="*/ 0 h 8"/>
                <a:gd name="T2" fmla="*/ 104 w 13"/>
                <a:gd name="T3" fmla="*/ 3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3" y="0"/>
                  </a:moveTo>
                  <a:cubicBezTo>
                    <a:pt x="0" y="6"/>
                    <a:pt x="11" y="8"/>
                    <a:pt x="13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86" name="Freeform 6173">
              <a:extLst>
                <a:ext uri="{FF2B5EF4-FFF2-40B4-BE49-F238E27FC236}">
                  <a16:creationId xmlns:a16="http://schemas.microsoft.com/office/drawing/2014/main" id="{02437D85-9F35-4EE6-B7CC-520BB4974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890"/>
              <a:ext cx="24" cy="12"/>
            </a:xfrm>
            <a:custGeom>
              <a:avLst/>
              <a:gdLst>
                <a:gd name="T0" fmla="*/ 0 w 12"/>
                <a:gd name="T1" fmla="*/ 0 h 6"/>
                <a:gd name="T2" fmla="*/ 96 w 12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0" y="6"/>
                    <a:pt x="7" y="6"/>
                    <a:pt x="12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87" name="Freeform 6174">
              <a:extLst>
                <a:ext uri="{FF2B5EF4-FFF2-40B4-BE49-F238E27FC236}">
                  <a16:creationId xmlns:a16="http://schemas.microsoft.com/office/drawing/2014/main" id="{D5433503-F02D-4E1D-BC18-E69375B20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808"/>
              <a:ext cx="14" cy="6"/>
            </a:xfrm>
            <a:custGeom>
              <a:avLst/>
              <a:gdLst>
                <a:gd name="T0" fmla="*/ 0 w 7"/>
                <a:gd name="T1" fmla="*/ 0 h 3"/>
                <a:gd name="T2" fmla="*/ 56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0" y="3"/>
                    <a:pt x="6" y="1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88" name="Freeform 6175">
              <a:extLst>
                <a:ext uri="{FF2B5EF4-FFF2-40B4-BE49-F238E27FC236}">
                  <a16:creationId xmlns:a16="http://schemas.microsoft.com/office/drawing/2014/main" id="{739E9CED-CBCE-4F68-BDEB-521490DA4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770"/>
              <a:ext cx="34" cy="24"/>
            </a:xfrm>
            <a:custGeom>
              <a:avLst/>
              <a:gdLst>
                <a:gd name="T0" fmla="*/ 8 w 17"/>
                <a:gd name="T1" fmla="*/ 16 h 12"/>
                <a:gd name="T2" fmla="*/ 136 w 1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1" y="2"/>
                  </a:moveTo>
                  <a:cubicBezTo>
                    <a:pt x="0" y="12"/>
                    <a:pt x="17" y="10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89" name="Freeform 6176">
              <a:extLst>
                <a:ext uri="{FF2B5EF4-FFF2-40B4-BE49-F238E27FC236}">
                  <a16:creationId xmlns:a16="http://schemas.microsoft.com/office/drawing/2014/main" id="{CB42DCA1-F6B5-4E2A-BD2A-5DB958727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758"/>
              <a:ext cx="34" cy="22"/>
            </a:xfrm>
            <a:custGeom>
              <a:avLst/>
              <a:gdLst>
                <a:gd name="T0" fmla="*/ 16 w 17"/>
                <a:gd name="T1" fmla="*/ 0 h 11"/>
                <a:gd name="T2" fmla="*/ 16 w 17"/>
                <a:gd name="T3" fmla="*/ 48 h 11"/>
                <a:gd name="T4" fmla="*/ 136 w 17"/>
                <a:gd name="T5" fmla="*/ 7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2" y="0"/>
                  </a:moveTo>
                  <a:cubicBezTo>
                    <a:pt x="0" y="1"/>
                    <a:pt x="1" y="4"/>
                    <a:pt x="2" y="6"/>
                  </a:cubicBezTo>
                  <a:cubicBezTo>
                    <a:pt x="5" y="11"/>
                    <a:pt x="12" y="11"/>
                    <a:pt x="17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0" name="Freeform 6177">
              <a:extLst>
                <a:ext uri="{FF2B5EF4-FFF2-40B4-BE49-F238E27FC236}">
                  <a16:creationId xmlns:a16="http://schemas.microsoft.com/office/drawing/2014/main" id="{B420ED97-BF12-41E5-9FF0-9DA656072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768"/>
              <a:ext cx="30" cy="30"/>
            </a:xfrm>
            <a:custGeom>
              <a:avLst/>
              <a:gdLst>
                <a:gd name="T0" fmla="*/ 40 w 15"/>
                <a:gd name="T1" fmla="*/ 0 h 15"/>
                <a:gd name="T2" fmla="*/ 16 w 15"/>
                <a:gd name="T3" fmla="*/ 80 h 15"/>
                <a:gd name="T4" fmla="*/ 120 w 15"/>
                <a:gd name="T5" fmla="*/ 9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5" y="0"/>
                  </a:moveTo>
                  <a:cubicBezTo>
                    <a:pt x="2" y="3"/>
                    <a:pt x="0" y="6"/>
                    <a:pt x="2" y="10"/>
                  </a:cubicBezTo>
                  <a:cubicBezTo>
                    <a:pt x="4" y="15"/>
                    <a:pt x="11" y="14"/>
                    <a:pt x="15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1" name="Freeform 6178">
              <a:extLst>
                <a:ext uri="{FF2B5EF4-FFF2-40B4-BE49-F238E27FC236}">
                  <a16:creationId xmlns:a16="http://schemas.microsoft.com/office/drawing/2014/main" id="{7B747649-AC58-45AC-8829-3B0298FA3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778"/>
              <a:ext cx="22" cy="12"/>
            </a:xfrm>
            <a:custGeom>
              <a:avLst/>
              <a:gdLst>
                <a:gd name="T0" fmla="*/ 0 w 11"/>
                <a:gd name="T1" fmla="*/ 8 h 6"/>
                <a:gd name="T2" fmla="*/ 88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6"/>
                    <a:pt x="8" y="2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2" name="Freeform 6179">
              <a:extLst>
                <a:ext uri="{FF2B5EF4-FFF2-40B4-BE49-F238E27FC236}">
                  <a16:creationId xmlns:a16="http://schemas.microsoft.com/office/drawing/2014/main" id="{93CFB2E5-BCCB-4B10-8E93-9CF2BF933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846"/>
              <a:ext cx="18" cy="8"/>
            </a:xfrm>
            <a:custGeom>
              <a:avLst/>
              <a:gdLst>
                <a:gd name="T0" fmla="*/ 24 w 9"/>
                <a:gd name="T1" fmla="*/ 0 h 4"/>
                <a:gd name="T2" fmla="*/ 72 w 9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3" y="0"/>
                  </a:moveTo>
                  <a:cubicBezTo>
                    <a:pt x="0" y="4"/>
                    <a:pt x="7" y="3"/>
                    <a:pt x="9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3" name="Freeform 6180">
              <a:extLst>
                <a:ext uri="{FF2B5EF4-FFF2-40B4-BE49-F238E27FC236}">
                  <a16:creationId xmlns:a16="http://schemas.microsoft.com/office/drawing/2014/main" id="{11ED2B9C-75BC-430E-B6A3-4F47FCAC4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1922"/>
              <a:ext cx="8" cy="12"/>
            </a:xfrm>
            <a:custGeom>
              <a:avLst/>
              <a:gdLst>
                <a:gd name="T0" fmla="*/ 32 w 4"/>
                <a:gd name="T1" fmla="*/ 0 h 6"/>
                <a:gd name="T2" fmla="*/ 8 w 4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0" y="3"/>
                    <a:pt x="1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4" name="Freeform 6181">
              <a:extLst>
                <a:ext uri="{FF2B5EF4-FFF2-40B4-BE49-F238E27FC236}">
                  <a16:creationId xmlns:a16="http://schemas.microsoft.com/office/drawing/2014/main" id="{271351C5-18BB-42CD-BCCA-8D531FF95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928"/>
              <a:ext cx="12" cy="10"/>
            </a:xfrm>
            <a:custGeom>
              <a:avLst/>
              <a:gdLst>
                <a:gd name="T0" fmla="*/ 0 w 6"/>
                <a:gd name="T1" fmla="*/ 32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2" y="5"/>
                    <a:pt x="6" y="3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5" name="Freeform 6182">
              <a:extLst>
                <a:ext uri="{FF2B5EF4-FFF2-40B4-BE49-F238E27FC236}">
                  <a16:creationId xmlns:a16="http://schemas.microsoft.com/office/drawing/2014/main" id="{3C195080-4F3B-4354-8200-AD9AD1B6B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990"/>
              <a:ext cx="18" cy="12"/>
            </a:xfrm>
            <a:custGeom>
              <a:avLst/>
              <a:gdLst>
                <a:gd name="T0" fmla="*/ 0 w 9"/>
                <a:gd name="T1" fmla="*/ 16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2" y="6"/>
                    <a:pt x="7" y="3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6" name="Freeform 6183">
              <a:extLst>
                <a:ext uri="{FF2B5EF4-FFF2-40B4-BE49-F238E27FC236}">
                  <a16:creationId xmlns:a16="http://schemas.microsoft.com/office/drawing/2014/main" id="{AC44F7E1-4EF2-46DD-A82C-B8E93A14A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057"/>
              <a:ext cx="10" cy="14"/>
            </a:xfrm>
            <a:custGeom>
              <a:avLst/>
              <a:gdLst>
                <a:gd name="T0" fmla="*/ 16 w 5"/>
                <a:gd name="T1" fmla="*/ 0 h 7"/>
                <a:gd name="T2" fmla="*/ 40 w 5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3"/>
                    <a:pt x="1" y="7"/>
                    <a:pt x="5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7" name="Freeform 6184">
              <a:extLst>
                <a:ext uri="{FF2B5EF4-FFF2-40B4-BE49-F238E27FC236}">
                  <a16:creationId xmlns:a16="http://schemas.microsoft.com/office/drawing/2014/main" id="{53818FCE-BB8E-49BA-878C-E9A06858E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052"/>
              <a:ext cx="4" cy="9"/>
            </a:xfrm>
            <a:custGeom>
              <a:avLst/>
              <a:gdLst>
                <a:gd name="T0" fmla="*/ 0 w 2"/>
                <a:gd name="T1" fmla="*/ 0 h 4"/>
                <a:gd name="T2" fmla="*/ 16 w 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2"/>
                    <a:pt x="2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8" name="Freeform 6185">
              <a:extLst>
                <a:ext uri="{FF2B5EF4-FFF2-40B4-BE49-F238E27FC236}">
                  <a16:creationId xmlns:a16="http://schemas.microsoft.com/office/drawing/2014/main" id="{847BCACD-E19F-4E11-95A1-860CB033F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3382"/>
              <a:ext cx="32" cy="22"/>
            </a:xfrm>
            <a:custGeom>
              <a:avLst/>
              <a:gdLst>
                <a:gd name="T0" fmla="*/ 0 w 16"/>
                <a:gd name="T1" fmla="*/ 0 h 11"/>
                <a:gd name="T2" fmla="*/ 128 w 16"/>
                <a:gd name="T3" fmla="*/ 7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0"/>
                  </a:moveTo>
                  <a:cubicBezTo>
                    <a:pt x="2" y="7"/>
                    <a:pt x="9" y="11"/>
                    <a:pt x="16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9" name="Freeform 6186">
              <a:extLst>
                <a:ext uri="{FF2B5EF4-FFF2-40B4-BE49-F238E27FC236}">
                  <a16:creationId xmlns:a16="http://schemas.microsoft.com/office/drawing/2014/main" id="{F642C55D-0716-4AD4-98D0-6DBD1BFF1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442"/>
              <a:ext cx="48" cy="36"/>
            </a:xfrm>
            <a:custGeom>
              <a:avLst/>
              <a:gdLst>
                <a:gd name="T0" fmla="*/ 0 w 24"/>
                <a:gd name="T1" fmla="*/ 0 h 18"/>
                <a:gd name="T2" fmla="*/ 192 w 24"/>
                <a:gd name="T3" fmla="*/ 8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0"/>
                  </a:moveTo>
                  <a:cubicBezTo>
                    <a:pt x="1" y="11"/>
                    <a:pt x="14" y="18"/>
                    <a:pt x="24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0" name="Freeform 6187">
              <a:extLst>
                <a:ext uri="{FF2B5EF4-FFF2-40B4-BE49-F238E27FC236}">
                  <a16:creationId xmlns:a16="http://schemas.microsoft.com/office/drawing/2014/main" id="{694EF144-4097-44F9-B6A4-41C517B66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3386"/>
              <a:ext cx="50" cy="40"/>
            </a:xfrm>
            <a:custGeom>
              <a:avLst/>
              <a:gdLst>
                <a:gd name="T0" fmla="*/ 0 w 25"/>
                <a:gd name="T1" fmla="*/ 0 h 20"/>
                <a:gd name="T2" fmla="*/ 200 w 25"/>
                <a:gd name="T3" fmla="*/ 8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5" y="13"/>
                    <a:pt x="11" y="20"/>
                    <a:pt x="25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1" name="Freeform 6188">
              <a:extLst>
                <a:ext uri="{FF2B5EF4-FFF2-40B4-BE49-F238E27FC236}">
                  <a16:creationId xmlns:a16="http://schemas.microsoft.com/office/drawing/2014/main" id="{53353BEF-93D9-4A59-943E-93532BCC6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328"/>
              <a:ext cx="60" cy="24"/>
            </a:xfrm>
            <a:custGeom>
              <a:avLst/>
              <a:gdLst>
                <a:gd name="T0" fmla="*/ 0 w 30"/>
                <a:gd name="T1" fmla="*/ 0 h 12"/>
                <a:gd name="T2" fmla="*/ 240 w 30"/>
                <a:gd name="T3" fmla="*/ 3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2">
                  <a:moveTo>
                    <a:pt x="0" y="0"/>
                  </a:moveTo>
                  <a:cubicBezTo>
                    <a:pt x="7" y="12"/>
                    <a:pt x="19" y="9"/>
                    <a:pt x="3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2" name="Freeform 6189">
              <a:extLst>
                <a:ext uri="{FF2B5EF4-FFF2-40B4-BE49-F238E27FC236}">
                  <a16:creationId xmlns:a16="http://schemas.microsoft.com/office/drawing/2014/main" id="{37BF2C9F-7C6A-42D2-8849-66CC0E7D9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3248"/>
              <a:ext cx="58" cy="44"/>
            </a:xfrm>
            <a:custGeom>
              <a:avLst/>
              <a:gdLst>
                <a:gd name="T0" fmla="*/ 0 w 29"/>
                <a:gd name="T1" fmla="*/ 112 h 22"/>
                <a:gd name="T2" fmla="*/ 200 w 2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2">
                  <a:moveTo>
                    <a:pt x="0" y="14"/>
                  </a:moveTo>
                  <a:cubicBezTo>
                    <a:pt x="6" y="22"/>
                    <a:pt x="29" y="9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3" name="Freeform 6190">
              <a:extLst>
                <a:ext uri="{FF2B5EF4-FFF2-40B4-BE49-F238E27FC236}">
                  <a16:creationId xmlns:a16="http://schemas.microsoft.com/office/drawing/2014/main" id="{992C0F6B-73C4-4652-8EF7-9138A588E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3244"/>
              <a:ext cx="64" cy="48"/>
            </a:xfrm>
            <a:custGeom>
              <a:avLst/>
              <a:gdLst>
                <a:gd name="T0" fmla="*/ 48 w 32"/>
                <a:gd name="T1" fmla="*/ 48 h 24"/>
                <a:gd name="T2" fmla="*/ 80 w 32"/>
                <a:gd name="T3" fmla="*/ 168 h 24"/>
                <a:gd name="T4" fmla="*/ 200 w 3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6" y="6"/>
                  </a:moveTo>
                  <a:cubicBezTo>
                    <a:pt x="0" y="11"/>
                    <a:pt x="3" y="19"/>
                    <a:pt x="10" y="21"/>
                  </a:cubicBezTo>
                  <a:cubicBezTo>
                    <a:pt x="21" y="24"/>
                    <a:pt x="32" y="9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4" name="Freeform 6191">
              <a:extLst>
                <a:ext uri="{FF2B5EF4-FFF2-40B4-BE49-F238E27FC236}">
                  <a16:creationId xmlns:a16="http://schemas.microsoft.com/office/drawing/2014/main" id="{E606F999-0623-456D-B6A1-3A7689D90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378"/>
              <a:ext cx="68" cy="38"/>
            </a:xfrm>
            <a:custGeom>
              <a:avLst/>
              <a:gdLst>
                <a:gd name="T0" fmla="*/ 24 w 34"/>
                <a:gd name="T1" fmla="*/ 16 h 19"/>
                <a:gd name="T2" fmla="*/ 56 w 34"/>
                <a:gd name="T3" fmla="*/ 128 h 19"/>
                <a:gd name="T4" fmla="*/ 192 w 3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9">
                  <a:moveTo>
                    <a:pt x="3" y="2"/>
                  </a:moveTo>
                  <a:cubicBezTo>
                    <a:pt x="0" y="7"/>
                    <a:pt x="1" y="14"/>
                    <a:pt x="7" y="16"/>
                  </a:cubicBezTo>
                  <a:cubicBezTo>
                    <a:pt x="15" y="19"/>
                    <a:pt x="34" y="9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5" name="Freeform 6192">
              <a:extLst>
                <a:ext uri="{FF2B5EF4-FFF2-40B4-BE49-F238E27FC236}">
                  <a16:creationId xmlns:a16="http://schemas.microsoft.com/office/drawing/2014/main" id="{A22D2997-2537-4D86-94FD-573F6F41C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446"/>
              <a:ext cx="50" cy="28"/>
            </a:xfrm>
            <a:custGeom>
              <a:avLst/>
              <a:gdLst>
                <a:gd name="T0" fmla="*/ 32 w 25"/>
                <a:gd name="T1" fmla="*/ 24 h 14"/>
                <a:gd name="T2" fmla="*/ 96 w 25"/>
                <a:gd name="T3" fmla="*/ 104 h 14"/>
                <a:gd name="T4" fmla="*/ 144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4" y="3"/>
                  </a:moveTo>
                  <a:cubicBezTo>
                    <a:pt x="0" y="8"/>
                    <a:pt x="7" y="14"/>
                    <a:pt x="12" y="13"/>
                  </a:cubicBezTo>
                  <a:cubicBezTo>
                    <a:pt x="16" y="13"/>
                    <a:pt x="25" y="2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6" name="Freeform 6193">
              <a:extLst>
                <a:ext uri="{FF2B5EF4-FFF2-40B4-BE49-F238E27FC236}">
                  <a16:creationId xmlns:a16="http://schemas.microsoft.com/office/drawing/2014/main" id="{E55366A4-4651-4E6F-BAA4-8F30B1065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3402"/>
              <a:ext cx="60" cy="50"/>
            </a:xfrm>
            <a:custGeom>
              <a:avLst/>
              <a:gdLst>
                <a:gd name="T0" fmla="*/ 80 w 30"/>
                <a:gd name="T1" fmla="*/ 24 h 25"/>
                <a:gd name="T2" fmla="*/ 24 w 30"/>
                <a:gd name="T3" fmla="*/ 104 h 25"/>
                <a:gd name="T4" fmla="*/ 152 w 30"/>
                <a:gd name="T5" fmla="*/ 2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5">
                  <a:moveTo>
                    <a:pt x="10" y="3"/>
                  </a:moveTo>
                  <a:cubicBezTo>
                    <a:pt x="4" y="0"/>
                    <a:pt x="0" y="8"/>
                    <a:pt x="3" y="13"/>
                  </a:cubicBezTo>
                  <a:cubicBezTo>
                    <a:pt x="12" y="25"/>
                    <a:pt x="30" y="7"/>
                    <a:pt x="19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7" name="Freeform 6194">
              <a:extLst>
                <a:ext uri="{FF2B5EF4-FFF2-40B4-BE49-F238E27FC236}">
                  <a16:creationId xmlns:a16="http://schemas.microsoft.com/office/drawing/2014/main" id="{3A71AA94-6EDC-470A-99DB-178060CF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380"/>
              <a:ext cx="54" cy="38"/>
            </a:xfrm>
            <a:custGeom>
              <a:avLst/>
              <a:gdLst>
                <a:gd name="T0" fmla="*/ 0 w 27"/>
                <a:gd name="T1" fmla="*/ 72 h 19"/>
                <a:gd name="T2" fmla="*/ 168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9"/>
                  </a:moveTo>
                  <a:cubicBezTo>
                    <a:pt x="6" y="19"/>
                    <a:pt x="27" y="12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8" name="Freeform 6195">
              <a:extLst>
                <a:ext uri="{FF2B5EF4-FFF2-40B4-BE49-F238E27FC236}">
                  <a16:creationId xmlns:a16="http://schemas.microsoft.com/office/drawing/2014/main" id="{7C393086-D4B9-4D1B-85E8-E14428CC9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3286"/>
              <a:ext cx="80" cy="38"/>
            </a:xfrm>
            <a:custGeom>
              <a:avLst/>
              <a:gdLst>
                <a:gd name="T0" fmla="*/ 88 w 40"/>
                <a:gd name="T1" fmla="*/ 32 h 19"/>
                <a:gd name="T2" fmla="*/ 152 w 40"/>
                <a:gd name="T3" fmla="*/ 144 h 19"/>
                <a:gd name="T4" fmla="*/ 256 w 4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9">
                  <a:moveTo>
                    <a:pt x="11" y="4"/>
                  </a:moveTo>
                  <a:cubicBezTo>
                    <a:pt x="0" y="10"/>
                    <a:pt x="9" y="19"/>
                    <a:pt x="19" y="18"/>
                  </a:cubicBezTo>
                  <a:cubicBezTo>
                    <a:pt x="26" y="18"/>
                    <a:pt x="40" y="8"/>
                    <a:pt x="3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9" name="Freeform 6196">
              <a:extLst>
                <a:ext uri="{FF2B5EF4-FFF2-40B4-BE49-F238E27FC236}">
                  <a16:creationId xmlns:a16="http://schemas.microsoft.com/office/drawing/2014/main" id="{6C3A8B1B-82D6-4F2E-AE29-EA9D59C09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344"/>
              <a:ext cx="56" cy="38"/>
            </a:xfrm>
            <a:custGeom>
              <a:avLst/>
              <a:gdLst>
                <a:gd name="T0" fmla="*/ 48 w 28"/>
                <a:gd name="T1" fmla="*/ 8 h 19"/>
                <a:gd name="T2" fmla="*/ 16 w 28"/>
                <a:gd name="T3" fmla="*/ 80 h 19"/>
                <a:gd name="T4" fmla="*/ 224 w 28"/>
                <a:gd name="T5" fmla="*/ 4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9">
                  <a:moveTo>
                    <a:pt x="6" y="1"/>
                  </a:moveTo>
                  <a:cubicBezTo>
                    <a:pt x="1" y="0"/>
                    <a:pt x="0" y="7"/>
                    <a:pt x="2" y="10"/>
                  </a:cubicBezTo>
                  <a:cubicBezTo>
                    <a:pt x="7" y="19"/>
                    <a:pt x="28" y="15"/>
                    <a:pt x="28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0" name="Freeform 6197">
              <a:extLst>
                <a:ext uri="{FF2B5EF4-FFF2-40B4-BE49-F238E27FC236}">
                  <a16:creationId xmlns:a16="http://schemas.microsoft.com/office/drawing/2014/main" id="{6A00AC48-12F9-4A4A-9403-0A01CE44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288"/>
              <a:ext cx="60" cy="46"/>
            </a:xfrm>
            <a:custGeom>
              <a:avLst/>
              <a:gdLst>
                <a:gd name="T0" fmla="*/ 72 w 30"/>
                <a:gd name="T1" fmla="*/ 8 h 23"/>
                <a:gd name="T2" fmla="*/ 8 w 30"/>
                <a:gd name="T3" fmla="*/ 80 h 23"/>
                <a:gd name="T4" fmla="*/ 240 w 30"/>
                <a:gd name="T5" fmla="*/ 7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9" y="1"/>
                  </a:moveTo>
                  <a:cubicBezTo>
                    <a:pt x="4" y="0"/>
                    <a:pt x="0" y="5"/>
                    <a:pt x="1" y="10"/>
                  </a:cubicBezTo>
                  <a:cubicBezTo>
                    <a:pt x="3" y="23"/>
                    <a:pt x="25" y="17"/>
                    <a:pt x="3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1" name="Freeform 6198">
              <a:extLst>
                <a:ext uri="{FF2B5EF4-FFF2-40B4-BE49-F238E27FC236}">
                  <a16:creationId xmlns:a16="http://schemas.microsoft.com/office/drawing/2014/main" id="{404C0D1E-526F-4CBD-AFDD-7EF090D84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3404"/>
              <a:ext cx="24" cy="12"/>
            </a:xfrm>
            <a:custGeom>
              <a:avLst/>
              <a:gdLst>
                <a:gd name="T0" fmla="*/ 0 w 12"/>
                <a:gd name="T1" fmla="*/ 8 h 6"/>
                <a:gd name="T2" fmla="*/ 72 w 12"/>
                <a:gd name="T3" fmla="*/ 48 h 6"/>
                <a:gd name="T4" fmla="*/ 96 w 12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4" y="0"/>
                    <a:pt x="9" y="1"/>
                    <a:pt x="9" y="6"/>
                  </a:cubicBezTo>
                  <a:cubicBezTo>
                    <a:pt x="8" y="3"/>
                    <a:pt x="10" y="3"/>
                    <a:pt x="12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2" name="Freeform 6199">
              <a:extLst>
                <a:ext uri="{FF2B5EF4-FFF2-40B4-BE49-F238E27FC236}">
                  <a16:creationId xmlns:a16="http://schemas.microsoft.com/office/drawing/2014/main" id="{02C68194-2C13-41A5-938C-36572BEC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304"/>
              <a:ext cx="22" cy="10"/>
            </a:xfrm>
            <a:custGeom>
              <a:avLst/>
              <a:gdLst>
                <a:gd name="T0" fmla="*/ 0 w 11"/>
                <a:gd name="T1" fmla="*/ 40 h 5"/>
                <a:gd name="T2" fmla="*/ 88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1" y="0"/>
                    <a:pt x="7" y="0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3" name="Freeform 6200">
              <a:extLst>
                <a:ext uri="{FF2B5EF4-FFF2-40B4-BE49-F238E27FC236}">
                  <a16:creationId xmlns:a16="http://schemas.microsoft.com/office/drawing/2014/main" id="{0E1130F9-718B-40A6-821A-5BCE1EBB1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458"/>
              <a:ext cx="54" cy="42"/>
            </a:xfrm>
            <a:custGeom>
              <a:avLst/>
              <a:gdLst>
                <a:gd name="T0" fmla="*/ 0 w 27"/>
                <a:gd name="T1" fmla="*/ 48 h 21"/>
                <a:gd name="T2" fmla="*/ 160 w 2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1">
                  <a:moveTo>
                    <a:pt x="0" y="6"/>
                  </a:moveTo>
                  <a:cubicBezTo>
                    <a:pt x="1" y="21"/>
                    <a:pt x="27" y="14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4" name="Freeform 6201">
              <a:extLst>
                <a:ext uri="{FF2B5EF4-FFF2-40B4-BE49-F238E27FC236}">
                  <a16:creationId xmlns:a16="http://schemas.microsoft.com/office/drawing/2014/main" id="{45D05C01-5848-461E-AA73-23445CE08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466"/>
              <a:ext cx="18" cy="6"/>
            </a:xfrm>
            <a:custGeom>
              <a:avLst/>
              <a:gdLst>
                <a:gd name="T0" fmla="*/ 0 w 9"/>
                <a:gd name="T1" fmla="*/ 0 h 3"/>
                <a:gd name="T2" fmla="*/ 7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3"/>
                    <a:pt x="6" y="2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5" name="Freeform 6202">
              <a:extLst>
                <a:ext uri="{FF2B5EF4-FFF2-40B4-BE49-F238E27FC236}">
                  <a16:creationId xmlns:a16="http://schemas.microsoft.com/office/drawing/2014/main" id="{3625B0B1-FFD0-4333-A9C9-291CEC9DC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374"/>
              <a:ext cx="20" cy="18"/>
            </a:xfrm>
            <a:custGeom>
              <a:avLst/>
              <a:gdLst>
                <a:gd name="T0" fmla="*/ 0 w 10"/>
                <a:gd name="T1" fmla="*/ 48 h 9"/>
                <a:gd name="T2" fmla="*/ 16 w 10"/>
                <a:gd name="T3" fmla="*/ 72 h 9"/>
                <a:gd name="T4" fmla="*/ 80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0" y="7"/>
                    <a:pt x="1" y="8"/>
                    <a:pt x="2" y="9"/>
                  </a:cubicBezTo>
                  <a:cubicBezTo>
                    <a:pt x="6" y="8"/>
                    <a:pt x="10" y="4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6" name="Freeform 6203">
              <a:extLst>
                <a:ext uri="{FF2B5EF4-FFF2-40B4-BE49-F238E27FC236}">
                  <a16:creationId xmlns:a16="http://schemas.microsoft.com/office/drawing/2014/main" id="{9F797AAA-F65B-44B7-84FB-F1AB578E7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3350"/>
              <a:ext cx="16" cy="10"/>
            </a:xfrm>
            <a:custGeom>
              <a:avLst/>
              <a:gdLst>
                <a:gd name="T0" fmla="*/ 0 w 8"/>
                <a:gd name="T1" fmla="*/ 32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4"/>
                  </a:moveTo>
                  <a:cubicBezTo>
                    <a:pt x="3" y="5"/>
                    <a:pt x="6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7" name="Freeform 6204">
              <a:extLst>
                <a:ext uri="{FF2B5EF4-FFF2-40B4-BE49-F238E27FC236}">
                  <a16:creationId xmlns:a16="http://schemas.microsoft.com/office/drawing/2014/main" id="{CA68CBC6-D38E-4A29-B399-FCCF5936D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316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64 w 8"/>
                <a:gd name="T3" fmla="*/ 4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4"/>
                    <a:pt x="4" y="6"/>
                    <a:pt x="8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8" name="Freeform 6205">
              <a:extLst>
                <a:ext uri="{FF2B5EF4-FFF2-40B4-BE49-F238E27FC236}">
                  <a16:creationId xmlns:a16="http://schemas.microsoft.com/office/drawing/2014/main" id="{8CEB5275-2492-4654-AEAD-ED777DE1E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300"/>
              <a:ext cx="24" cy="12"/>
            </a:xfrm>
            <a:custGeom>
              <a:avLst/>
              <a:gdLst>
                <a:gd name="T0" fmla="*/ 32 w 12"/>
                <a:gd name="T1" fmla="*/ 0 h 6"/>
                <a:gd name="T2" fmla="*/ 96 w 12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4" y="0"/>
                  </a:moveTo>
                  <a:cubicBezTo>
                    <a:pt x="0" y="5"/>
                    <a:pt x="9" y="6"/>
                    <a:pt x="12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9" name="Freeform 6206">
              <a:extLst>
                <a:ext uri="{FF2B5EF4-FFF2-40B4-BE49-F238E27FC236}">
                  <a16:creationId xmlns:a16="http://schemas.microsoft.com/office/drawing/2014/main" id="{116121E4-B51E-4593-BC1B-5118693D9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3418"/>
              <a:ext cx="54" cy="38"/>
            </a:xfrm>
            <a:custGeom>
              <a:avLst/>
              <a:gdLst>
                <a:gd name="T0" fmla="*/ 216 w 27"/>
                <a:gd name="T1" fmla="*/ 0 h 19"/>
                <a:gd name="T2" fmla="*/ 0 w 27"/>
                <a:gd name="T3" fmla="*/ 7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cubicBezTo>
                    <a:pt x="21" y="8"/>
                    <a:pt x="10" y="19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0" name="Freeform 6207">
              <a:extLst>
                <a:ext uri="{FF2B5EF4-FFF2-40B4-BE49-F238E27FC236}">
                  <a16:creationId xmlns:a16="http://schemas.microsoft.com/office/drawing/2014/main" id="{08825247-AB3D-417F-98E0-0CAFD4888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394"/>
              <a:ext cx="42" cy="30"/>
            </a:xfrm>
            <a:custGeom>
              <a:avLst/>
              <a:gdLst>
                <a:gd name="T0" fmla="*/ 168 w 21"/>
                <a:gd name="T1" fmla="*/ 32 h 15"/>
                <a:gd name="T2" fmla="*/ 0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21" y="4"/>
                  </a:moveTo>
                  <a:cubicBezTo>
                    <a:pt x="13" y="15"/>
                    <a:pt x="6" y="9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1" name="Freeform 6208">
              <a:extLst>
                <a:ext uri="{FF2B5EF4-FFF2-40B4-BE49-F238E27FC236}">
                  <a16:creationId xmlns:a16="http://schemas.microsoft.com/office/drawing/2014/main" id="{2ECE3DF8-885E-4D30-AD3F-EDD0F042D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382"/>
              <a:ext cx="32" cy="22"/>
            </a:xfrm>
            <a:custGeom>
              <a:avLst/>
              <a:gdLst>
                <a:gd name="T0" fmla="*/ 128 w 16"/>
                <a:gd name="T1" fmla="*/ 0 h 11"/>
                <a:gd name="T2" fmla="*/ 0 w 16"/>
                <a:gd name="T3" fmla="*/ 7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14" y="7"/>
                    <a:pt x="7" y="11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2" name="Freeform 6209">
              <a:extLst>
                <a:ext uri="{FF2B5EF4-FFF2-40B4-BE49-F238E27FC236}">
                  <a16:creationId xmlns:a16="http://schemas.microsoft.com/office/drawing/2014/main" id="{24C433EB-8721-41BB-B1DA-305C9EC01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452"/>
              <a:ext cx="48" cy="36"/>
            </a:xfrm>
            <a:custGeom>
              <a:avLst/>
              <a:gdLst>
                <a:gd name="T0" fmla="*/ 192 w 24"/>
                <a:gd name="T1" fmla="*/ 0 h 18"/>
                <a:gd name="T2" fmla="*/ 0 w 24"/>
                <a:gd name="T3" fmla="*/ 8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24" y="0"/>
                  </a:moveTo>
                  <a:cubicBezTo>
                    <a:pt x="23" y="12"/>
                    <a:pt x="10" y="18"/>
                    <a:pt x="0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3" name="Freeform 6210">
              <a:extLst>
                <a:ext uri="{FF2B5EF4-FFF2-40B4-BE49-F238E27FC236}">
                  <a16:creationId xmlns:a16="http://schemas.microsoft.com/office/drawing/2014/main" id="{081BACB5-41F8-42E7-A93A-1288291D6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424"/>
              <a:ext cx="50" cy="28"/>
            </a:xfrm>
            <a:custGeom>
              <a:avLst/>
              <a:gdLst>
                <a:gd name="T0" fmla="*/ 200 w 25"/>
                <a:gd name="T1" fmla="*/ 0 h 14"/>
                <a:gd name="T2" fmla="*/ 0 w 25"/>
                <a:gd name="T3" fmla="*/ 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cubicBezTo>
                    <a:pt x="23" y="14"/>
                    <a:pt x="7" y="9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4" name="Freeform 6211">
              <a:extLst>
                <a:ext uri="{FF2B5EF4-FFF2-40B4-BE49-F238E27FC236}">
                  <a16:creationId xmlns:a16="http://schemas.microsoft.com/office/drawing/2014/main" id="{6BEF3CD9-2491-44FF-A736-CD537F0E5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362"/>
              <a:ext cx="60" cy="28"/>
            </a:xfrm>
            <a:custGeom>
              <a:avLst/>
              <a:gdLst>
                <a:gd name="T0" fmla="*/ 240 w 30"/>
                <a:gd name="T1" fmla="*/ 0 h 14"/>
                <a:gd name="T2" fmla="*/ 0 w 30"/>
                <a:gd name="T3" fmla="*/ 3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4">
                  <a:moveTo>
                    <a:pt x="30" y="0"/>
                  </a:moveTo>
                  <a:cubicBezTo>
                    <a:pt x="19" y="11"/>
                    <a:pt x="13" y="14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5" name="Freeform 6212">
              <a:extLst>
                <a:ext uri="{FF2B5EF4-FFF2-40B4-BE49-F238E27FC236}">
                  <a16:creationId xmlns:a16="http://schemas.microsoft.com/office/drawing/2014/main" id="{DCBDE5BD-47B3-47E5-8BC7-86C2FCB7A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352"/>
              <a:ext cx="46" cy="38"/>
            </a:xfrm>
            <a:custGeom>
              <a:avLst/>
              <a:gdLst>
                <a:gd name="T0" fmla="*/ 184 w 23"/>
                <a:gd name="T1" fmla="*/ 80 h 19"/>
                <a:gd name="T2" fmla="*/ 64 w 23"/>
                <a:gd name="T3" fmla="*/ 128 h 19"/>
                <a:gd name="T4" fmla="*/ 0 w 2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23" y="10"/>
                  </a:moveTo>
                  <a:cubicBezTo>
                    <a:pt x="20" y="17"/>
                    <a:pt x="14" y="19"/>
                    <a:pt x="8" y="16"/>
                  </a:cubicBezTo>
                  <a:cubicBezTo>
                    <a:pt x="1" y="12"/>
                    <a:pt x="2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6" name="Freeform 6213">
              <a:extLst>
                <a:ext uri="{FF2B5EF4-FFF2-40B4-BE49-F238E27FC236}">
                  <a16:creationId xmlns:a16="http://schemas.microsoft.com/office/drawing/2014/main" id="{A54774D2-29A6-455D-A323-C678BFDBD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338"/>
              <a:ext cx="46" cy="22"/>
            </a:xfrm>
            <a:custGeom>
              <a:avLst/>
              <a:gdLst>
                <a:gd name="T0" fmla="*/ 184 w 23"/>
                <a:gd name="T1" fmla="*/ 16 h 11"/>
                <a:gd name="T2" fmla="*/ 0 w 2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2"/>
                  </a:moveTo>
                  <a:cubicBezTo>
                    <a:pt x="17" y="11"/>
                    <a:pt x="7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7" name="Freeform 6214">
              <a:extLst>
                <a:ext uri="{FF2B5EF4-FFF2-40B4-BE49-F238E27FC236}">
                  <a16:creationId xmlns:a16="http://schemas.microsoft.com/office/drawing/2014/main" id="{243105C9-03CD-4868-A725-6FE0A0240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328"/>
              <a:ext cx="60" cy="24"/>
            </a:xfrm>
            <a:custGeom>
              <a:avLst/>
              <a:gdLst>
                <a:gd name="T0" fmla="*/ 240 w 30"/>
                <a:gd name="T1" fmla="*/ 0 h 12"/>
                <a:gd name="T2" fmla="*/ 0 w 30"/>
                <a:gd name="T3" fmla="*/ 3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2">
                  <a:moveTo>
                    <a:pt x="30" y="0"/>
                  </a:moveTo>
                  <a:cubicBezTo>
                    <a:pt x="23" y="12"/>
                    <a:pt x="11" y="9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8" name="Freeform 6215">
              <a:extLst>
                <a:ext uri="{FF2B5EF4-FFF2-40B4-BE49-F238E27FC236}">
                  <a16:creationId xmlns:a16="http://schemas.microsoft.com/office/drawing/2014/main" id="{6E3EF465-8308-4D11-AB5D-31F6DD1B2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296"/>
              <a:ext cx="42" cy="34"/>
            </a:xfrm>
            <a:custGeom>
              <a:avLst/>
              <a:gdLst>
                <a:gd name="T0" fmla="*/ 168 w 21"/>
                <a:gd name="T1" fmla="*/ 88 h 17"/>
                <a:gd name="T2" fmla="*/ 0 w 2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21" y="11"/>
                  </a:moveTo>
                  <a:cubicBezTo>
                    <a:pt x="14" y="17"/>
                    <a:pt x="2" y="7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9" name="Freeform 6216">
              <a:extLst>
                <a:ext uri="{FF2B5EF4-FFF2-40B4-BE49-F238E27FC236}">
                  <a16:creationId xmlns:a16="http://schemas.microsoft.com/office/drawing/2014/main" id="{341A1BE3-6037-4F9E-B86C-D15697576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248"/>
              <a:ext cx="56" cy="48"/>
            </a:xfrm>
            <a:custGeom>
              <a:avLst/>
              <a:gdLst>
                <a:gd name="T0" fmla="*/ 224 w 28"/>
                <a:gd name="T1" fmla="*/ 80 h 24"/>
                <a:gd name="T2" fmla="*/ 24 w 2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4">
                  <a:moveTo>
                    <a:pt x="28" y="10"/>
                  </a:moveTo>
                  <a:cubicBezTo>
                    <a:pt x="21" y="24"/>
                    <a:pt x="0" y="9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0" name="Freeform 6217">
              <a:extLst>
                <a:ext uri="{FF2B5EF4-FFF2-40B4-BE49-F238E27FC236}">
                  <a16:creationId xmlns:a16="http://schemas.microsoft.com/office/drawing/2014/main" id="{F6166777-12BB-436A-A207-43F423644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240"/>
              <a:ext cx="46" cy="18"/>
            </a:xfrm>
            <a:custGeom>
              <a:avLst/>
              <a:gdLst>
                <a:gd name="T0" fmla="*/ 184 w 23"/>
                <a:gd name="T1" fmla="*/ 0 h 9"/>
                <a:gd name="T2" fmla="*/ 0 w 2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23" y="0"/>
                  </a:moveTo>
                  <a:cubicBezTo>
                    <a:pt x="21" y="9"/>
                    <a:pt x="4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1" name="Freeform 6218">
              <a:extLst>
                <a:ext uri="{FF2B5EF4-FFF2-40B4-BE49-F238E27FC236}">
                  <a16:creationId xmlns:a16="http://schemas.microsoft.com/office/drawing/2014/main" id="{668D74BC-E880-495C-8D1E-6E1E64D6D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378"/>
              <a:ext cx="68" cy="38"/>
            </a:xfrm>
            <a:custGeom>
              <a:avLst/>
              <a:gdLst>
                <a:gd name="T0" fmla="*/ 256 w 34"/>
                <a:gd name="T1" fmla="*/ 16 h 19"/>
                <a:gd name="T2" fmla="*/ 216 w 34"/>
                <a:gd name="T3" fmla="*/ 128 h 19"/>
                <a:gd name="T4" fmla="*/ 80 w 3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9">
                  <a:moveTo>
                    <a:pt x="32" y="2"/>
                  </a:moveTo>
                  <a:cubicBezTo>
                    <a:pt x="34" y="7"/>
                    <a:pt x="33" y="14"/>
                    <a:pt x="27" y="16"/>
                  </a:cubicBezTo>
                  <a:cubicBezTo>
                    <a:pt x="19" y="19"/>
                    <a:pt x="0" y="9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2" name="Freeform 6219">
              <a:extLst>
                <a:ext uri="{FF2B5EF4-FFF2-40B4-BE49-F238E27FC236}">
                  <a16:creationId xmlns:a16="http://schemas.microsoft.com/office/drawing/2014/main" id="{3E48BF34-D99F-4211-9DDD-A663EC49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452"/>
              <a:ext cx="50" cy="26"/>
            </a:xfrm>
            <a:custGeom>
              <a:avLst/>
              <a:gdLst>
                <a:gd name="T0" fmla="*/ 168 w 25"/>
                <a:gd name="T1" fmla="*/ 24 h 13"/>
                <a:gd name="T2" fmla="*/ 104 w 25"/>
                <a:gd name="T3" fmla="*/ 104 h 13"/>
                <a:gd name="T4" fmla="*/ 56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1" y="3"/>
                  </a:moveTo>
                  <a:cubicBezTo>
                    <a:pt x="25" y="7"/>
                    <a:pt x="18" y="13"/>
                    <a:pt x="13" y="13"/>
                  </a:cubicBezTo>
                  <a:cubicBezTo>
                    <a:pt x="9" y="12"/>
                    <a:pt x="0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3" name="Freeform 6220">
              <a:extLst>
                <a:ext uri="{FF2B5EF4-FFF2-40B4-BE49-F238E27FC236}">
                  <a16:creationId xmlns:a16="http://schemas.microsoft.com/office/drawing/2014/main" id="{177E7D16-807B-4C6A-A510-CF9FFD4EB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402"/>
              <a:ext cx="62" cy="50"/>
            </a:xfrm>
            <a:custGeom>
              <a:avLst/>
              <a:gdLst>
                <a:gd name="T0" fmla="*/ 160 w 31"/>
                <a:gd name="T1" fmla="*/ 24 h 25"/>
                <a:gd name="T2" fmla="*/ 216 w 31"/>
                <a:gd name="T3" fmla="*/ 104 h 25"/>
                <a:gd name="T4" fmla="*/ 96 w 31"/>
                <a:gd name="T5" fmla="*/ 2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20" y="3"/>
                  </a:moveTo>
                  <a:cubicBezTo>
                    <a:pt x="26" y="0"/>
                    <a:pt x="31" y="8"/>
                    <a:pt x="27" y="13"/>
                  </a:cubicBezTo>
                  <a:cubicBezTo>
                    <a:pt x="18" y="25"/>
                    <a:pt x="0" y="7"/>
                    <a:pt x="12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4" name="Freeform 6221">
              <a:extLst>
                <a:ext uri="{FF2B5EF4-FFF2-40B4-BE49-F238E27FC236}">
                  <a16:creationId xmlns:a16="http://schemas.microsoft.com/office/drawing/2014/main" id="{4CEC16EF-222A-4B18-AB34-2406895F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380"/>
              <a:ext cx="54" cy="38"/>
            </a:xfrm>
            <a:custGeom>
              <a:avLst/>
              <a:gdLst>
                <a:gd name="T0" fmla="*/ 216 w 27"/>
                <a:gd name="T1" fmla="*/ 72 h 19"/>
                <a:gd name="T2" fmla="*/ 56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7" y="9"/>
                  </a:moveTo>
                  <a:cubicBezTo>
                    <a:pt x="21" y="19"/>
                    <a:pt x="0" y="1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5" name="Freeform 6222">
              <a:extLst>
                <a:ext uri="{FF2B5EF4-FFF2-40B4-BE49-F238E27FC236}">
                  <a16:creationId xmlns:a16="http://schemas.microsoft.com/office/drawing/2014/main" id="{16C9C0E0-9784-4943-8CA0-DFCEE6E3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286"/>
              <a:ext cx="82" cy="38"/>
            </a:xfrm>
            <a:custGeom>
              <a:avLst/>
              <a:gdLst>
                <a:gd name="T0" fmla="*/ 232 w 41"/>
                <a:gd name="T1" fmla="*/ 32 h 19"/>
                <a:gd name="T2" fmla="*/ 168 w 41"/>
                <a:gd name="T3" fmla="*/ 144 h 19"/>
                <a:gd name="T4" fmla="*/ 72 w 4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9">
                  <a:moveTo>
                    <a:pt x="29" y="4"/>
                  </a:moveTo>
                  <a:cubicBezTo>
                    <a:pt x="41" y="10"/>
                    <a:pt x="32" y="19"/>
                    <a:pt x="21" y="18"/>
                  </a:cubicBezTo>
                  <a:cubicBezTo>
                    <a:pt x="14" y="18"/>
                    <a:pt x="0" y="8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6" name="Freeform 6223">
              <a:extLst>
                <a:ext uri="{FF2B5EF4-FFF2-40B4-BE49-F238E27FC236}">
                  <a16:creationId xmlns:a16="http://schemas.microsoft.com/office/drawing/2014/main" id="{E7FFB2BE-BC51-411F-8617-A5F1E2622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318"/>
              <a:ext cx="84" cy="46"/>
            </a:xfrm>
            <a:custGeom>
              <a:avLst/>
              <a:gdLst>
                <a:gd name="T0" fmla="*/ 232 w 42"/>
                <a:gd name="T1" fmla="*/ 0 h 23"/>
                <a:gd name="T2" fmla="*/ 40 w 42"/>
                <a:gd name="T3" fmla="*/ 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3">
                  <a:moveTo>
                    <a:pt x="29" y="0"/>
                  </a:moveTo>
                  <a:cubicBezTo>
                    <a:pt x="42" y="13"/>
                    <a:pt x="0" y="23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7" name="Freeform 6224">
              <a:extLst>
                <a:ext uri="{FF2B5EF4-FFF2-40B4-BE49-F238E27FC236}">
                  <a16:creationId xmlns:a16="http://schemas.microsoft.com/office/drawing/2014/main" id="{51754319-B238-45F4-A7AF-07D59BACA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3344"/>
              <a:ext cx="56" cy="38"/>
            </a:xfrm>
            <a:custGeom>
              <a:avLst/>
              <a:gdLst>
                <a:gd name="T0" fmla="*/ 184 w 28"/>
                <a:gd name="T1" fmla="*/ 8 h 19"/>
                <a:gd name="T2" fmla="*/ 208 w 28"/>
                <a:gd name="T3" fmla="*/ 80 h 19"/>
                <a:gd name="T4" fmla="*/ 0 w 28"/>
                <a:gd name="T5" fmla="*/ 4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9">
                  <a:moveTo>
                    <a:pt x="23" y="1"/>
                  </a:moveTo>
                  <a:cubicBezTo>
                    <a:pt x="28" y="0"/>
                    <a:pt x="28" y="7"/>
                    <a:pt x="26" y="10"/>
                  </a:cubicBezTo>
                  <a:cubicBezTo>
                    <a:pt x="21" y="19"/>
                    <a:pt x="1" y="15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8" name="Freeform 6225">
              <a:extLst>
                <a:ext uri="{FF2B5EF4-FFF2-40B4-BE49-F238E27FC236}">
                  <a16:creationId xmlns:a16="http://schemas.microsoft.com/office/drawing/2014/main" id="{42B87E6C-40DE-4BF1-9C59-21B5A0C29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3364"/>
              <a:ext cx="68" cy="36"/>
            </a:xfrm>
            <a:custGeom>
              <a:avLst/>
              <a:gdLst>
                <a:gd name="T0" fmla="*/ 224 w 34"/>
                <a:gd name="T1" fmla="*/ 0 h 18"/>
                <a:gd name="T2" fmla="*/ 200 w 34"/>
                <a:gd name="T3" fmla="*/ 112 h 18"/>
                <a:gd name="T4" fmla="*/ 16 w 34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8">
                  <a:moveTo>
                    <a:pt x="28" y="0"/>
                  </a:moveTo>
                  <a:cubicBezTo>
                    <a:pt x="34" y="4"/>
                    <a:pt x="30" y="12"/>
                    <a:pt x="25" y="14"/>
                  </a:cubicBezTo>
                  <a:cubicBezTo>
                    <a:pt x="18" y="18"/>
                    <a:pt x="0" y="11"/>
                    <a:pt x="2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9" name="Freeform 6226">
              <a:extLst>
                <a:ext uri="{FF2B5EF4-FFF2-40B4-BE49-F238E27FC236}">
                  <a16:creationId xmlns:a16="http://schemas.microsoft.com/office/drawing/2014/main" id="{2C8850A7-B256-41E4-8DB8-EC9BFD502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3288"/>
              <a:ext cx="60" cy="46"/>
            </a:xfrm>
            <a:custGeom>
              <a:avLst/>
              <a:gdLst>
                <a:gd name="T0" fmla="*/ 176 w 30"/>
                <a:gd name="T1" fmla="*/ 8 h 23"/>
                <a:gd name="T2" fmla="*/ 232 w 30"/>
                <a:gd name="T3" fmla="*/ 80 h 23"/>
                <a:gd name="T4" fmla="*/ 0 w 30"/>
                <a:gd name="T5" fmla="*/ 7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22" y="1"/>
                  </a:moveTo>
                  <a:cubicBezTo>
                    <a:pt x="27" y="0"/>
                    <a:pt x="30" y="5"/>
                    <a:pt x="29" y="10"/>
                  </a:cubicBezTo>
                  <a:cubicBezTo>
                    <a:pt x="27" y="23"/>
                    <a:pt x="5" y="17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0" name="Freeform 6227">
              <a:extLst>
                <a:ext uri="{FF2B5EF4-FFF2-40B4-BE49-F238E27FC236}">
                  <a16:creationId xmlns:a16="http://schemas.microsoft.com/office/drawing/2014/main" id="{7E49B371-87D8-40B3-9C21-71EA61E9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3480"/>
              <a:ext cx="106" cy="46"/>
            </a:xfrm>
            <a:custGeom>
              <a:avLst/>
              <a:gdLst>
                <a:gd name="T0" fmla="*/ 272 w 53"/>
                <a:gd name="T1" fmla="*/ 0 h 23"/>
                <a:gd name="T2" fmla="*/ 64 w 53"/>
                <a:gd name="T3" fmla="*/ 4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3">
                  <a:moveTo>
                    <a:pt x="34" y="0"/>
                  </a:moveTo>
                  <a:cubicBezTo>
                    <a:pt x="53" y="19"/>
                    <a:pt x="0" y="23"/>
                    <a:pt x="8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1" name="Freeform 6228">
              <a:extLst>
                <a:ext uri="{FF2B5EF4-FFF2-40B4-BE49-F238E27FC236}">
                  <a16:creationId xmlns:a16="http://schemas.microsoft.com/office/drawing/2014/main" id="{D7D5BAB5-38A7-43E6-B413-C524C1B80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3404"/>
              <a:ext cx="24" cy="12"/>
            </a:xfrm>
            <a:custGeom>
              <a:avLst/>
              <a:gdLst>
                <a:gd name="T0" fmla="*/ 96 w 12"/>
                <a:gd name="T1" fmla="*/ 8 h 6"/>
                <a:gd name="T2" fmla="*/ 32 w 12"/>
                <a:gd name="T3" fmla="*/ 48 h 6"/>
                <a:gd name="T4" fmla="*/ 0 w 12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1"/>
                  </a:moveTo>
                  <a:cubicBezTo>
                    <a:pt x="9" y="0"/>
                    <a:pt x="4" y="1"/>
                    <a:pt x="4" y="6"/>
                  </a:cubicBezTo>
                  <a:cubicBezTo>
                    <a:pt x="4" y="3"/>
                    <a:pt x="2" y="3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2" name="Freeform 6229">
              <a:extLst>
                <a:ext uri="{FF2B5EF4-FFF2-40B4-BE49-F238E27FC236}">
                  <a16:creationId xmlns:a16="http://schemas.microsoft.com/office/drawing/2014/main" id="{1CF7FA09-DF5F-494A-9FD5-B8DED008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304"/>
              <a:ext cx="20" cy="10"/>
            </a:xfrm>
            <a:custGeom>
              <a:avLst/>
              <a:gdLst>
                <a:gd name="T0" fmla="*/ 80 w 10"/>
                <a:gd name="T1" fmla="*/ 40 h 5"/>
                <a:gd name="T2" fmla="*/ 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9" y="0"/>
                    <a:pt x="4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3" name="Freeform 6230">
              <a:extLst>
                <a:ext uri="{FF2B5EF4-FFF2-40B4-BE49-F238E27FC236}">
                  <a16:creationId xmlns:a16="http://schemas.microsoft.com/office/drawing/2014/main" id="{ACF15D44-307A-4079-ACA5-36EA336D6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3458"/>
              <a:ext cx="52" cy="42"/>
            </a:xfrm>
            <a:custGeom>
              <a:avLst/>
              <a:gdLst>
                <a:gd name="T0" fmla="*/ 208 w 26"/>
                <a:gd name="T1" fmla="*/ 48 h 21"/>
                <a:gd name="T2" fmla="*/ 48 w 26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26" y="6"/>
                  </a:moveTo>
                  <a:cubicBezTo>
                    <a:pt x="25" y="21"/>
                    <a:pt x="0" y="14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4" name="Freeform 6231">
              <a:extLst>
                <a:ext uri="{FF2B5EF4-FFF2-40B4-BE49-F238E27FC236}">
                  <a16:creationId xmlns:a16="http://schemas.microsoft.com/office/drawing/2014/main" id="{EC7CEE70-49E8-40C4-9201-CCBED4303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422"/>
              <a:ext cx="62" cy="38"/>
            </a:xfrm>
            <a:custGeom>
              <a:avLst/>
              <a:gdLst>
                <a:gd name="T0" fmla="*/ 208 w 31"/>
                <a:gd name="T1" fmla="*/ 48 h 19"/>
                <a:gd name="T2" fmla="*/ 144 w 31"/>
                <a:gd name="T3" fmla="*/ 144 h 19"/>
                <a:gd name="T4" fmla="*/ 64 w 3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26" y="6"/>
                  </a:moveTo>
                  <a:cubicBezTo>
                    <a:pt x="31" y="11"/>
                    <a:pt x="23" y="18"/>
                    <a:pt x="18" y="18"/>
                  </a:cubicBezTo>
                  <a:cubicBezTo>
                    <a:pt x="10" y="19"/>
                    <a:pt x="0" y="6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5" name="Freeform 6232">
              <a:extLst>
                <a:ext uri="{FF2B5EF4-FFF2-40B4-BE49-F238E27FC236}">
                  <a16:creationId xmlns:a16="http://schemas.microsoft.com/office/drawing/2014/main" id="{14B1D0D5-00DF-4F9D-8A22-6891B69E0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500"/>
              <a:ext cx="68" cy="44"/>
            </a:xfrm>
            <a:custGeom>
              <a:avLst/>
              <a:gdLst>
                <a:gd name="T0" fmla="*/ 240 w 34"/>
                <a:gd name="T1" fmla="*/ 40 h 22"/>
                <a:gd name="T2" fmla="*/ 64 w 3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2">
                  <a:moveTo>
                    <a:pt x="30" y="5"/>
                  </a:moveTo>
                  <a:cubicBezTo>
                    <a:pt x="34" y="13"/>
                    <a:pt x="0" y="2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6" name="Freeform 6233">
              <a:extLst>
                <a:ext uri="{FF2B5EF4-FFF2-40B4-BE49-F238E27FC236}">
                  <a16:creationId xmlns:a16="http://schemas.microsoft.com/office/drawing/2014/main" id="{FEFF0CE3-0AED-4A98-8F79-0AB2B82A2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466"/>
              <a:ext cx="18" cy="6"/>
            </a:xfrm>
            <a:custGeom>
              <a:avLst/>
              <a:gdLst>
                <a:gd name="T0" fmla="*/ 72 w 9"/>
                <a:gd name="T1" fmla="*/ 0 h 3"/>
                <a:gd name="T2" fmla="*/ 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7" y="3"/>
                    <a:pt x="3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7" name="Freeform 6234">
              <a:extLst>
                <a:ext uri="{FF2B5EF4-FFF2-40B4-BE49-F238E27FC236}">
                  <a16:creationId xmlns:a16="http://schemas.microsoft.com/office/drawing/2014/main" id="{884FFD0E-90BD-49C4-83AA-55BBAE2EC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374"/>
              <a:ext cx="20" cy="18"/>
            </a:xfrm>
            <a:custGeom>
              <a:avLst/>
              <a:gdLst>
                <a:gd name="T0" fmla="*/ 80 w 10"/>
                <a:gd name="T1" fmla="*/ 48 h 9"/>
                <a:gd name="T2" fmla="*/ 64 w 10"/>
                <a:gd name="T3" fmla="*/ 72 h 9"/>
                <a:gd name="T4" fmla="*/ 0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6"/>
                  </a:moveTo>
                  <a:cubicBezTo>
                    <a:pt x="10" y="7"/>
                    <a:pt x="9" y="8"/>
                    <a:pt x="8" y="9"/>
                  </a:cubicBezTo>
                  <a:cubicBezTo>
                    <a:pt x="5" y="8"/>
                    <a:pt x="0" y="4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8" name="Freeform 6235">
              <a:extLst>
                <a:ext uri="{FF2B5EF4-FFF2-40B4-BE49-F238E27FC236}">
                  <a16:creationId xmlns:a16="http://schemas.microsoft.com/office/drawing/2014/main" id="{B1967CBA-DC62-4A73-9291-0DB2243B7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50"/>
              <a:ext cx="16" cy="10"/>
            </a:xfrm>
            <a:custGeom>
              <a:avLst/>
              <a:gdLst>
                <a:gd name="T0" fmla="*/ 64 w 8"/>
                <a:gd name="T1" fmla="*/ 32 h 5"/>
                <a:gd name="T2" fmla="*/ 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4"/>
                  </a:move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9" name="Freeform 6236">
              <a:extLst>
                <a:ext uri="{FF2B5EF4-FFF2-40B4-BE49-F238E27FC236}">
                  <a16:creationId xmlns:a16="http://schemas.microsoft.com/office/drawing/2014/main" id="{BF3FF900-9021-4115-84FC-AA6C85B14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3370"/>
              <a:ext cx="10" cy="6"/>
            </a:xfrm>
            <a:custGeom>
              <a:avLst/>
              <a:gdLst>
                <a:gd name="T0" fmla="*/ 40 w 5"/>
                <a:gd name="T1" fmla="*/ 0 h 3"/>
                <a:gd name="T2" fmla="*/ 0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0" name="Freeform 6237">
              <a:extLst>
                <a:ext uri="{FF2B5EF4-FFF2-40B4-BE49-F238E27FC236}">
                  <a16:creationId xmlns:a16="http://schemas.microsoft.com/office/drawing/2014/main" id="{485C2D33-80B9-45B7-8F9E-5B4FCBD71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3326"/>
              <a:ext cx="16" cy="6"/>
            </a:xfrm>
            <a:custGeom>
              <a:avLst/>
              <a:gdLst>
                <a:gd name="T0" fmla="*/ 64 w 8"/>
                <a:gd name="T1" fmla="*/ 0 h 3"/>
                <a:gd name="T2" fmla="*/ 0 w 8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7" y="3"/>
                    <a:pt x="3" y="2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1" name="Freeform 6238">
              <a:extLst>
                <a:ext uri="{FF2B5EF4-FFF2-40B4-BE49-F238E27FC236}">
                  <a16:creationId xmlns:a16="http://schemas.microsoft.com/office/drawing/2014/main" id="{C8875328-D31A-4687-B640-ED159FF61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316"/>
              <a:ext cx="18" cy="12"/>
            </a:xfrm>
            <a:custGeom>
              <a:avLst/>
              <a:gdLst>
                <a:gd name="T0" fmla="*/ 72 w 9"/>
                <a:gd name="T1" fmla="*/ 0 h 6"/>
                <a:gd name="T2" fmla="*/ 0 w 9"/>
                <a:gd name="T3" fmla="*/ 4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8" y="4"/>
                    <a:pt x="4" y="6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2" name="Freeform 6239">
              <a:extLst>
                <a:ext uri="{FF2B5EF4-FFF2-40B4-BE49-F238E27FC236}">
                  <a16:creationId xmlns:a16="http://schemas.microsoft.com/office/drawing/2014/main" id="{CFA5C010-5F52-4DD1-A52D-8EA668E2C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300"/>
              <a:ext cx="24" cy="12"/>
            </a:xfrm>
            <a:custGeom>
              <a:avLst/>
              <a:gdLst>
                <a:gd name="T0" fmla="*/ 64 w 12"/>
                <a:gd name="T1" fmla="*/ 0 h 6"/>
                <a:gd name="T2" fmla="*/ 0 w 12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8" y="0"/>
                  </a:moveTo>
                  <a:cubicBezTo>
                    <a:pt x="12" y="5"/>
                    <a:pt x="3" y="6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3" name="Freeform 6240">
              <a:extLst>
                <a:ext uri="{FF2B5EF4-FFF2-40B4-BE49-F238E27FC236}">
                  <a16:creationId xmlns:a16="http://schemas.microsoft.com/office/drawing/2014/main" id="{3CAF2DB0-D92D-43D4-8F45-3E4696DB8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3282"/>
              <a:ext cx="69" cy="54"/>
            </a:xfrm>
            <a:custGeom>
              <a:avLst/>
              <a:gdLst>
                <a:gd name="T0" fmla="*/ 0 w 34"/>
                <a:gd name="T1" fmla="*/ 48 h 27"/>
                <a:gd name="T2" fmla="*/ 193 w 3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7">
                  <a:moveTo>
                    <a:pt x="0" y="6"/>
                  </a:moveTo>
                  <a:cubicBezTo>
                    <a:pt x="1" y="27"/>
                    <a:pt x="34" y="15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4" name="Freeform 6241">
              <a:extLst>
                <a:ext uri="{FF2B5EF4-FFF2-40B4-BE49-F238E27FC236}">
                  <a16:creationId xmlns:a16="http://schemas.microsoft.com/office/drawing/2014/main" id="{CA2F785E-79D9-4EBD-BA00-00A3B93CC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306"/>
              <a:ext cx="48" cy="28"/>
            </a:xfrm>
            <a:custGeom>
              <a:avLst/>
              <a:gdLst>
                <a:gd name="T0" fmla="*/ 16 w 24"/>
                <a:gd name="T1" fmla="*/ 32 h 14"/>
                <a:gd name="T2" fmla="*/ 16 w 24"/>
                <a:gd name="T3" fmla="*/ 72 h 14"/>
                <a:gd name="T4" fmla="*/ 112 w 24"/>
                <a:gd name="T5" fmla="*/ 104 h 14"/>
                <a:gd name="T6" fmla="*/ 160 w 2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2" y="4"/>
                  </a:moveTo>
                  <a:cubicBezTo>
                    <a:pt x="0" y="6"/>
                    <a:pt x="1" y="7"/>
                    <a:pt x="2" y="9"/>
                  </a:cubicBezTo>
                  <a:cubicBezTo>
                    <a:pt x="5" y="14"/>
                    <a:pt x="9" y="14"/>
                    <a:pt x="14" y="13"/>
                  </a:cubicBezTo>
                  <a:cubicBezTo>
                    <a:pt x="20" y="10"/>
                    <a:pt x="24" y="6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5" name="Freeform 6242">
              <a:extLst>
                <a:ext uri="{FF2B5EF4-FFF2-40B4-BE49-F238E27FC236}">
                  <a16:creationId xmlns:a16="http://schemas.microsoft.com/office/drawing/2014/main" id="{D6B93657-0A8D-4EEE-B3D5-FBA3AAB7C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244"/>
              <a:ext cx="54" cy="46"/>
            </a:xfrm>
            <a:custGeom>
              <a:avLst/>
              <a:gdLst>
                <a:gd name="T0" fmla="*/ 0 w 27"/>
                <a:gd name="T1" fmla="*/ 72 h 23"/>
                <a:gd name="T2" fmla="*/ 152 w 2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3">
                  <a:moveTo>
                    <a:pt x="0" y="9"/>
                  </a:moveTo>
                  <a:cubicBezTo>
                    <a:pt x="5" y="23"/>
                    <a:pt x="27" y="9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6" name="Freeform 6243">
              <a:extLst>
                <a:ext uri="{FF2B5EF4-FFF2-40B4-BE49-F238E27FC236}">
                  <a16:creationId xmlns:a16="http://schemas.microsoft.com/office/drawing/2014/main" id="{7F30BCA1-E97D-4A75-A499-BBB031451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248"/>
              <a:ext cx="50" cy="22"/>
            </a:xfrm>
            <a:custGeom>
              <a:avLst/>
              <a:gdLst>
                <a:gd name="T0" fmla="*/ 0 w 25"/>
                <a:gd name="T1" fmla="*/ 0 h 11"/>
                <a:gd name="T2" fmla="*/ 96 w 25"/>
                <a:gd name="T3" fmla="*/ 80 h 11"/>
                <a:gd name="T4" fmla="*/ 184 w 25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0" y="8"/>
                    <a:pt x="4" y="11"/>
                    <a:pt x="12" y="10"/>
                  </a:cubicBezTo>
                  <a:cubicBezTo>
                    <a:pt x="17" y="10"/>
                    <a:pt x="25" y="7"/>
                    <a:pt x="23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7" name="Freeform 6244">
              <a:extLst>
                <a:ext uri="{FF2B5EF4-FFF2-40B4-BE49-F238E27FC236}">
                  <a16:creationId xmlns:a16="http://schemas.microsoft.com/office/drawing/2014/main" id="{ADA6A094-3C6B-406F-822D-7AD04E1F3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242"/>
              <a:ext cx="56" cy="32"/>
            </a:xfrm>
            <a:custGeom>
              <a:avLst/>
              <a:gdLst>
                <a:gd name="T0" fmla="*/ 24 w 28"/>
                <a:gd name="T1" fmla="*/ 0 h 16"/>
                <a:gd name="T2" fmla="*/ 32 w 28"/>
                <a:gd name="T3" fmla="*/ 96 h 16"/>
                <a:gd name="T4" fmla="*/ 208 w 28"/>
                <a:gd name="T5" fmla="*/ 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3" y="0"/>
                  </a:moveTo>
                  <a:cubicBezTo>
                    <a:pt x="0" y="2"/>
                    <a:pt x="0" y="9"/>
                    <a:pt x="4" y="12"/>
                  </a:cubicBezTo>
                  <a:cubicBezTo>
                    <a:pt x="9" y="16"/>
                    <a:pt x="28" y="10"/>
                    <a:pt x="26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8" name="Freeform 6245">
              <a:extLst>
                <a:ext uri="{FF2B5EF4-FFF2-40B4-BE49-F238E27FC236}">
                  <a16:creationId xmlns:a16="http://schemas.microsoft.com/office/drawing/2014/main" id="{6B112728-3BF6-464F-9370-CC5419329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218"/>
              <a:ext cx="59" cy="28"/>
            </a:xfrm>
            <a:custGeom>
              <a:avLst/>
              <a:gdLst>
                <a:gd name="T0" fmla="*/ 41 w 29"/>
                <a:gd name="T1" fmla="*/ 16 h 14"/>
                <a:gd name="T2" fmla="*/ 108 w 29"/>
                <a:gd name="T3" fmla="*/ 112 h 14"/>
                <a:gd name="T4" fmla="*/ 212 w 2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4">
                  <a:moveTo>
                    <a:pt x="5" y="2"/>
                  </a:moveTo>
                  <a:cubicBezTo>
                    <a:pt x="0" y="7"/>
                    <a:pt x="8" y="14"/>
                    <a:pt x="13" y="14"/>
                  </a:cubicBezTo>
                  <a:cubicBezTo>
                    <a:pt x="20" y="14"/>
                    <a:pt x="29" y="8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9" name="Freeform 6246">
              <a:extLst>
                <a:ext uri="{FF2B5EF4-FFF2-40B4-BE49-F238E27FC236}">
                  <a16:creationId xmlns:a16="http://schemas.microsoft.com/office/drawing/2014/main" id="{8886DA70-BEAB-4917-8B04-B26F0E239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198"/>
              <a:ext cx="56" cy="24"/>
            </a:xfrm>
            <a:custGeom>
              <a:avLst/>
              <a:gdLst>
                <a:gd name="T0" fmla="*/ 56 w 28"/>
                <a:gd name="T1" fmla="*/ 0 h 12"/>
                <a:gd name="T2" fmla="*/ 88 w 28"/>
                <a:gd name="T3" fmla="*/ 80 h 12"/>
                <a:gd name="T4" fmla="*/ 224 w 2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2">
                  <a:moveTo>
                    <a:pt x="7" y="0"/>
                  </a:moveTo>
                  <a:cubicBezTo>
                    <a:pt x="0" y="3"/>
                    <a:pt x="6" y="9"/>
                    <a:pt x="11" y="10"/>
                  </a:cubicBezTo>
                  <a:cubicBezTo>
                    <a:pt x="19" y="12"/>
                    <a:pt x="28" y="9"/>
                    <a:pt x="2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0" name="Freeform 6247">
              <a:extLst>
                <a:ext uri="{FF2B5EF4-FFF2-40B4-BE49-F238E27FC236}">
                  <a16:creationId xmlns:a16="http://schemas.microsoft.com/office/drawing/2014/main" id="{90EBAC0A-C807-4037-96F5-108A34050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220"/>
              <a:ext cx="58" cy="40"/>
            </a:xfrm>
            <a:custGeom>
              <a:avLst/>
              <a:gdLst>
                <a:gd name="T0" fmla="*/ 0 w 29"/>
                <a:gd name="T1" fmla="*/ 40 h 20"/>
                <a:gd name="T2" fmla="*/ 184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0" y="5"/>
                  </a:moveTo>
                  <a:cubicBezTo>
                    <a:pt x="2" y="20"/>
                    <a:pt x="29" y="10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1" name="Freeform 6248">
              <a:extLst>
                <a:ext uri="{FF2B5EF4-FFF2-40B4-BE49-F238E27FC236}">
                  <a16:creationId xmlns:a16="http://schemas.microsoft.com/office/drawing/2014/main" id="{3F5473A4-27FB-408B-BD59-16A77CE5E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370"/>
              <a:ext cx="49" cy="34"/>
            </a:xfrm>
            <a:custGeom>
              <a:avLst/>
              <a:gdLst>
                <a:gd name="T0" fmla="*/ 0 w 24"/>
                <a:gd name="T1" fmla="*/ 80 h 17"/>
                <a:gd name="T2" fmla="*/ 180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10"/>
                  </a:moveTo>
                  <a:cubicBezTo>
                    <a:pt x="1" y="17"/>
                    <a:pt x="24" y="9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2" name="Freeform 6249">
              <a:extLst>
                <a:ext uri="{FF2B5EF4-FFF2-40B4-BE49-F238E27FC236}">
                  <a16:creationId xmlns:a16="http://schemas.microsoft.com/office/drawing/2014/main" id="{6CF5792E-A28F-45B3-80A2-841254DD7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386"/>
              <a:ext cx="69" cy="34"/>
            </a:xfrm>
            <a:custGeom>
              <a:avLst/>
              <a:gdLst>
                <a:gd name="T0" fmla="*/ 57 w 34"/>
                <a:gd name="T1" fmla="*/ 16 h 17"/>
                <a:gd name="T2" fmla="*/ 227 w 3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7">
                  <a:moveTo>
                    <a:pt x="7" y="2"/>
                  </a:moveTo>
                  <a:cubicBezTo>
                    <a:pt x="0" y="17"/>
                    <a:pt x="34" y="14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3" name="Freeform 6250">
              <a:extLst>
                <a:ext uri="{FF2B5EF4-FFF2-40B4-BE49-F238E27FC236}">
                  <a16:creationId xmlns:a16="http://schemas.microsoft.com/office/drawing/2014/main" id="{16A97993-4CC0-4F6F-B709-62D6CC08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3402"/>
              <a:ext cx="52" cy="28"/>
            </a:xfrm>
            <a:custGeom>
              <a:avLst/>
              <a:gdLst>
                <a:gd name="T0" fmla="*/ 24 w 26"/>
                <a:gd name="T1" fmla="*/ 0 h 14"/>
                <a:gd name="T2" fmla="*/ 56 w 26"/>
                <a:gd name="T3" fmla="*/ 96 h 14"/>
                <a:gd name="T4" fmla="*/ 192 w 26"/>
                <a:gd name="T5" fmla="*/ 3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3" y="0"/>
                  </a:moveTo>
                  <a:cubicBezTo>
                    <a:pt x="0" y="4"/>
                    <a:pt x="3" y="10"/>
                    <a:pt x="7" y="12"/>
                  </a:cubicBezTo>
                  <a:cubicBezTo>
                    <a:pt x="12" y="14"/>
                    <a:pt x="26" y="11"/>
                    <a:pt x="24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4" name="Freeform 6251">
              <a:extLst>
                <a:ext uri="{FF2B5EF4-FFF2-40B4-BE49-F238E27FC236}">
                  <a16:creationId xmlns:a16="http://schemas.microsoft.com/office/drawing/2014/main" id="{03A947F1-42BB-4FFB-A5A4-AC7805A95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3328"/>
              <a:ext cx="68" cy="56"/>
            </a:xfrm>
            <a:custGeom>
              <a:avLst/>
              <a:gdLst>
                <a:gd name="T0" fmla="*/ 8 w 34"/>
                <a:gd name="T1" fmla="*/ 88 h 28"/>
                <a:gd name="T2" fmla="*/ 176 w 3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8">
                  <a:moveTo>
                    <a:pt x="1" y="11"/>
                  </a:moveTo>
                  <a:cubicBezTo>
                    <a:pt x="0" y="28"/>
                    <a:pt x="34" y="10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5" name="Freeform 6252">
              <a:extLst>
                <a:ext uri="{FF2B5EF4-FFF2-40B4-BE49-F238E27FC236}">
                  <a16:creationId xmlns:a16="http://schemas.microsoft.com/office/drawing/2014/main" id="{35A5B36E-4B76-4EA6-91FA-59B40C2F7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340"/>
              <a:ext cx="20" cy="10"/>
            </a:xfrm>
            <a:custGeom>
              <a:avLst/>
              <a:gdLst>
                <a:gd name="T0" fmla="*/ 0 w 10"/>
                <a:gd name="T1" fmla="*/ 32 h 5"/>
                <a:gd name="T2" fmla="*/ 8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4" y="5"/>
                    <a:pt x="8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6" name="Freeform 6253">
              <a:extLst>
                <a:ext uri="{FF2B5EF4-FFF2-40B4-BE49-F238E27FC236}">
                  <a16:creationId xmlns:a16="http://schemas.microsoft.com/office/drawing/2014/main" id="{3A86ED8D-C750-4CC6-84B8-80615D12A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3296"/>
              <a:ext cx="24" cy="16"/>
            </a:xfrm>
            <a:custGeom>
              <a:avLst/>
              <a:gdLst>
                <a:gd name="T0" fmla="*/ 0 w 12"/>
                <a:gd name="T1" fmla="*/ 24 h 8"/>
                <a:gd name="T2" fmla="*/ 96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3"/>
                  </a:moveTo>
                  <a:cubicBezTo>
                    <a:pt x="2" y="8"/>
                    <a:pt x="10" y="3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7" name="Freeform 6254">
              <a:extLst>
                <a:ext uri="{FF2B5EF4-FFF2-40B4-BE49-F238E27FC236}">
                  <a16:creationId xmlns:a16="http://schemas.microsoft.com/office/drawing/2014/main" id="{D80B66C4-1D1F-4E99-A0FA-080F4B61A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50"/>
              <a:ext cx="14" cy="8"/>
            </a:xfrm>
            <a:custGeom>
              <a:avLst/>
              <a:gdLst>
                <a:gd name="T0" fmla="*/ 0 w 7"/>
                <a:gd name="T1" fmla="*/ 16 h 4"/>
                <a:gd name="T2" fmla="*/ 56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8" name="Freeform 6255">
              <a:extLst>
                <a:ext uri="{FF2B5EF4-FFF2-40B4-BE49-F238E27FC236}">
                  <a16:creationId xmlns:a16="http://schemas.microsoft.com/office/drawing/2014/main" id="{87E46FDC-E65D-4D24-926A-CE0C9FE7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490"/>
              <a:ext cx="82" cy="36"/>
            </a:xfrm>
            <a:custGeom>
              <a:avLst/>
              <a:gdLst>
                <a:gd name="T0" fmla="*/ 232 w 41"/>
                <a:gd name="T1" fmla="*/ 24 h 18"/>
                <a:gd name="T2" fmla="*/ 168 w 41"/>
                <a:gd name="T3" fmla="*/ 144 h 18"/>
                <a:gd name="T4" fmla="*/ 72 w 4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29" y="3"/>
                  </a:moveTo>
                  <a:cubicBezTo>
                    <a:pt x="41" y="9"/>
                    <a:pt x="32" y="18"/>
                    <a:pt x="21" y="18"/>
                  </a:cubicBezTo>
                  <a:cubicBezTo>
                    <a:pt x="14" y="17"/>
                    <a:pt x="0" y="7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9" name="Freeform 6256">
              <a:extLst>
                <a:ext uri="{FF2B5EF4-FFF2-40B4-BE49-F238E27FC236}">
                  <a16:creationId xmlns:a16="http://schemas.microsoft.com/office/drawing/2014/main" id="{96365F84-5759-471E-9E6A-DE61EB6F2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480"/>
              <a:ext cx="59" cy="46"/>
            </a:xfrm>
            <a:custGeom>
              <a:avLst/>
              <a:gdLst>
                <a:gd name="T0" fmla="*/ 177 w 29"/>
                <a:gd name="T1" fmla="*/ 8 h 23"/>
                <a:gd name="T2" fmla="*/ 244 w 29"/>
                <a:gd name="T3" fmla="*/ 80 h 23"/>
                <a:gd name="T4" fmla="*/ 0 w 29"/>
                <a:gd name="T5" fmla="*/ 7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3">
                  <a:moveTo>
                    <a:pt x="21" y="1"/>
                  </a:moveTo>
                  <a:cubicBezTo>
                    <a:pt x="26" y="0"/>
                    <a:pt x="29" y="5"/>
                    <a:pt x="29" y="10"/>
                  </a:cubicBezTo>
                  <a:cubicBezTo>
                    <a:pt x="27" y="23"/>
                    <a:pt x="4" y="17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0" name="Freeform 6257">
              <a:extLst>
                <a:ext uri="{FF2B5EF4-FFF2-40B4-BE49-F238E27FC236}">
                  <a16:creationId xmlns:a16="http://schemas.microsoft.com/office/drawing/2014/main" id="{C45BFCD8-1F99-4B15-8A42-1B19E7206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3502"/>
              <a:ext cx="24" cy="12"/>
            </a:xfrm>
            <a:custGeom>
              <a:avLst/>
              <a:gdLst>
                <a:gd name="T0" fmla="*/ 64 w 12"/>
                <a:gd name="T1" fmla="*/ 0 h 6"/>
                <a:gd name="T2" fmla="*/ 0 w 12"/>
                <a:gd name="T3" fmla="*/ 1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8" y="0"/>
                  </a:moveTo>
                  <a:cubicBezTo>
                    <a:pt x="12" y="6"/>
                    <a:pt x="3" y="6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1" name="Freeform 6258">
              <a:extLst>
                <a:ext uri="{FF2B5EF4-FFF2-40B4-BE49-F238E27FC236}">
                  <a16:creationId xmlns:a16="http://schemas.microsoft.com/office/drawing/2014/main" id="{B614C056-B245-4BAE-9063-BECF8A9C0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454"/>
              <a:ext cx="55" cy="46"/>
            </a:xfrm>
            <a:custGeom>
              <a:avLst/>
              <a:gdLst>
                <a:gd name="T0" fmla="*/ 0 w 27"/>
                <a:gd name="T1" fmla="*/ 72 h 23"/>
                <a:gd name="T2" fmla="*/ 161 w 2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3">
                  <a:moveTo>
                    <a:pt x="0" y="9"/>
                  </a:moveTo>
                  <a:cubicBezTo>
                    <a:pt x="5" y="23"/>
                    <a:pt x="27" y="9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2" name="Freeform 6259">
              <a:extLst>
                <a:ext uri="{FF2B5EF4-FFF2-40B4-BE49-F238E27FC236}">
                  <a16:creationId xmlns:a16="http://schemas.microsoft.com/office/drawing/2014/main" id="{331D7A26-820E-450F-97A0-FEDD8D02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3488"/>
              <a:ext cx="27" cy="16"/>
            </a:xfrm>
            <a:custGeom>
              <a:avLst/>
              <a:gdLst>
                <a:gd name="T0" fmla="*/ 0 w 13"/>
                <a:gd name="T1" fmla="*/ 24 h 8"/>
                <a:gd name="T2" fmla="*/ 116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3" y="8"/>
                    <a:pt x="10" y="4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3" name="Freeform 6260">
              <a:extLst>
                <a:ext uri="{FF2B5EF4-FFF2-40B4-BE49-F238E27FC236}">
                  <a16:creationId xmlns:a16="http://schemas.microsoft.com/office/drawing/2014/main" id="{13EC4B6E-6DFE-467E-860B-809357281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3460"/>
              <a:ext cx="12" cy="8"/>
            </a:xfrm>
            <a:custGeom>
              <a:avLst/>
              <a:gdLst>
                <a:gd name="T0" fmla="*/ 0 w 6"/>
                <a:gd name="T1" fmla="*/ 16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4" name="Freeform 6261">
              <a:extLst>
                <a:ext uri="{FF2B5EF4-FFF2-40B4-BE49-F238E27FC236}">
                  <a16:creationId xmlns:a16="http://schemas.microsoft.com/office/drawing/2014/main" id="{C3ABFE21-8557-4E6A-A712-D351CC25E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282"/>
              <a:ext cx="46" cy="46"/>
            </a:xfrm>
            <a:custGeom>
              <a:avLst/>
              <a:gdLst>
                <a:gd name="T0" fmla="*/ 64 w 23"/>
                <a:gd name="T1" fmla="*/ 0 h 23"/>
                <a:gd name="T2" fmla="*/ 184 w 23"/>
                <a:gd name="T3" fmla="*/ 9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3">
                  <a:moveTo>
                    <a:pt x="8" y="0"/>
                  </a:moveTo>
                  <a:cubicBezTo>
                    <a:pt x="0" y="10"/>
                    <a:pt x="15" y="23"/>
                    <a:pt x="23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5" name="Freeform 6262">
              <a:extLst>
                <a:ext uri="{FF2B5EF4-FFF2-40B4-BE49-F238E27FC236}">
                  <a16:creationId xmlns:a16="http://schemas.microsoft.com/office/drawing/2014/main" id="{2016467D-7071-4D9C-9366-B2D8CE003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300"/>
              <a:ext cx="16" cy="6"/>
            </a:xfrm>
            <a:custGeom>
              <a:avLst/>
              <a:gdLst>
                <a:gd name="T0" fmla="*/ 0 w 8"/>
                <a:gd name="T1" fmla="*/ 0 h 3"/>
                <a:gd name="T2" fmla="*/ 64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3"/>
                    <a:pt x="5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6" name="Freeform 6263">
              <a:extLst>
                <a:ext uri="{FF2B5EF4-FFF2-40B4-BE49-F238E27FC236}">
                  <a16:creationId xmlns:a16="http://schemas.microsoft.com/office/drawing/2014/main" id="{1A8D458D-AE89-45C9-8022-97AE83DC7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396"/>
              <a:ext cx="16" cy="4"/>
            </a:xfrm>
            <a:custGeom>
              <a:avLst/>
              <a:gdLst>
                <a:gd name="T0" fmla="*/ 0 w 8"/>
                <a:gd name="T1" fmla="*/ 0 h 2"/>
                <a:gd name="T2" fmla="*/ 64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7" name="Freeform 6264">
              <a:extLst>
                <a:ext uri="{FF2B5EF4-FFF2-40B4-BE49-F238E27FC236}">
                  <a16:creationId xmlns:a16="http://schemas.microsoft.com/office/drawing/2014/main" id="{6F79AFEB-21F8-4A2E-8717-485C1FE95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458"/>
              <a:ext cx="20" cy="14"/>
            </a:xfrm>
            <a:custGeom>
              <a:avLst/>
              <a:gdLst>
                <a:gd name="T0" fmla="*/ 0 w 10"/>
                <a:gd name="T1" fmla="*/ 32 h 7"/>
                <a:gd name="T2" fmla="*/ 80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4"/>
                  </a:moveTo>
                  <a:cubicBezTo>
                    <a:pt x="4" y="7"/>
                    <a:pt x="10" y="4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8" name="Freeform 6265">
              <a:extLst>
                <a:ext uri="{FF2B5EF4-FFF2-40B4-BE49-F238E27FC236}">
                  <a16:creationId xmlns:a16="http://schemas.microsoft.com/office/drawing/2014/main" id="{DFDBA363-71AF-4BEE-B829-7D87AEBF5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440"/>
              <a:ext cx="52" cy="34"/>
            </a:xfrm>
            <a:custGeom>
              <a:avLst/>
              <a:gdLst>
                <a:gd name="T0" fmla="*/ 72 w 26"/>
                <a:gd name="T1" fmla="*/ 0 h 17"/>
                <a:gd name="T2" fmla="*/ 136 w 26"/>
                <a:gd name="T3" fmla="*/ 120 h 17"/>
                <a:gd name="T4" fmla="*/ 208 w 26"/>
                <a:gd name="T5" fmla="*/ 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7">
                  <a:moveTo>
                    <a:pt x="9" y="0"/>
                  </a:moveTo>
                  <a:cubicBezTo>
                    <a:pt x="0" y="3"/>
                    <a:pt x="8" y="17"/>
                    <a:pt x="17" y="15"/>
                  </a:cubicBezTo>
                  <a:cubicBezTo>
                    <a:pt x="21" y="14"/>
                    <a:pt x="25" y="11"/>
                    <a:pt x="26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9" name="Freeform 6266">
              <a:extLst>
                <a:ext uri="{FF2B5EF4-FFF2-40B4-BE49-F238E27FC236}">
                  <a16:creationId xmlns:a16="http://schemas.microsoft.com/office/drawing/2014/main" id="{44B471D3-DF4E-4426-8F36-BC91D1584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406"/>
              <a:ext cx="14" cy="10"/>
            </a:xfrm>
            <a:custGeom>
              <a:avLst/>
              <a:gdLst>
                <a:gd name="T0" fmla="*/ 16 w 7"/>
                <a:gd name="T1" fmla="*/ 0 h 5"/>
                <a:gd name="T2" fmla="*/ 56 w 7"/>
                <a:gd name="T3" fmla="*/ 2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4"/>
                    <a:pt x="4" y="5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0" name="Freeform 6267">
              <a:extLst>
                <a:ext uri="{FF2B5EF4-FFF2-40B4-BE49-F238E27FC236}">
                  <a16:creationId xmlns:a16="http://schemas.microsoft.com/office/drawing/2014/main" id="{FBB5FFE7-7D6F-49E1-8114-C4E1DD56C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3410"/>
              <a:ext cx="38" cy="36"/>
            </a:xfrm>
            <a:custGeom>
              <a:avLst/>
              <a:gdLst>
                <a:gd name="T0" fmla="*/ 40 w 19"/>
                <a:gd name="T1" fmla="*/ 0 h 18"/>
                <a:gd name="T2" fmla="*/ 8 w 19"/>
                <a:gd name="T3" fmla="*/ 48 h 18"/>
                <a:gd name="T4" fmla="*/ 152 w 19"/>
                <a:gd name="T5" fmla="*/ 10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5" y="0"/>
                  </a:moveTo>
                  <a:cubicBezTo>
                    <a:pt x="1" y="0"/>
                    <a:pt x="0" y="3"/>
                    <a:pt x="1" y="6"/>
                  </a:cubicBezTo>
                  <a:cubicBezTo>
                    <a:pt x="1" y="18"/>
                    <a:pt x="12" y="17"/>
                    <a:pt x="19" y="1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1" name="Freeform 6268">
              <a:extLst>
                <a:ext uri="{FF2B5EF4-FFF2-40B4-BE49-F238E27FC236}">
                  <a16:creationId xmlns:a16="http://schemas.microsoft.com/office/drawing/2014/main" id="{64477E54-1BDD-4368-92A5-A9E349C14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418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3"/>
                    <a:pt x="2" y="4"/>
                    <a:pt x="4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2" name="Freeform 6269">
              <a:extLst>
                <a:ext uri="{FF2B5EF4-FFF2-40B4-BE49-F238E27FC236}">
                  <a16:creationId xmlns:a16="http://schemas.microsoft.com/office/drawing/2014/main" id="{F786F3C4-25C9-4990-8D5C-11E2F4399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3434"/>
              <a:ext cx="29" cy="12"/>
            </a:xfrm>
            <a:custGeom>
              <a:avLst/>
              <a:gdLst>
                <a:gd name="T0" fmla="*/ 0 w 14"/>
                <a:gd name="T1" fmla="*/ 8 h 6"/>
                <a:gd name="T2" fmla="*/ 124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1"/>
                  </a:moveTo>
                  <a:cubicBezTo>
                    <a:pt x="3" y="6"/>
                    <a:pt x="13" y="6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3" name="Freeform 6270">
              <a:extLst>
                <a:ext uri="{FF2B5EF4-FFF2-40B4-BE49-F238E27FC236}">
                  <a16:creationId xmlns:a16="http://schemas.microsoft.com/office/drawing/2014/main" id="{D8CBFF28-EA55-4570-A44F-A32EC48BE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404"/>
              <a:ext cx="12" cy="14"/>
            </a:xfrm>
            <a:custGeom>
              <a:avLst/>
              <a:gdLst>
                <a:gd name="T0" fmla="*/ 48 w 6"/>
                <a:gd name="T1" fmla="*/ 0 h 7"/>
                <a:gd name="T2" fmla="*/ 0 w 6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2" y="0"/>
                    <a:pt x="1" y="4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4" name="Freeform 6271">
              <a:extLst>
                <a:ext uri="{FF2B5EF4-FFF2-40B4-BE49-F238E27FC236}">
                  <a16:creationId xmlns:a16="http://schemas.microsoft.com/office/drawing/2014/main" id="{7FBE19EE-CBCB-484F-8C2E-8934A215F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488"/>
              <a:ext cx="24" cy="16"/>
            </a:xfrm>
            <a:custGeom>
              <a:avLst/>
              <a:gdLst>
                <a:gd name="T0" fmla="*/ 0 w 12"/>
                <a:gd name="T1" fmla="*/ 24 h 8"/>
                <a:gd name="T2" fmla="*/ 96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3"/>
                  </a:moveTo>
                  <a:cubicBezTo>
                    <a:pt x="3" y="8"/>
                    <a:pt x="10" y="2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5" name="Freeform 6272">
              <a:extLst>
                <a:ext uri="{FF2B5EF4-FFF2-40B4-BE49-F238E27FC236}">
                  <a16:creationId xmlns:a16="http://schemas.microsoft.com/office/drawing/2014/main" id="{D54C5C3B-3E43-4A07-BA5B-69C740EDE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3416"/>
              <a:ext cx="34" cy="22"/>
            </a:xfrm>
            <a:custGeom>
              <a:avLst/>
              <a:gdLst>
                <a:gd name="T0" fmla="*/ 24 w 17"/>
                <a:gd name="T1" fmla="*/ 0 h 11"/>
                <a:gd name="T2" fmla="*/ 136 w 17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3" y="0"/>
                  </a:moveTo>
                  <a:cubicBezTo>
                    <a:pt x="0" y="8"/>
                    <a:pt x="14" y="11"/>
                    <a:pt x="17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6" name="Freeform 6273">
              <a:extLst>
                <a:ext uri="{FF2B5EF4-FFF2-40B4-BE49-F238E27FC236}">
                  <a16:creationId xmlns:a16="http://schemas.microsoft.com/office/drawing/2014/main" id="{BDCD9617-93DA-405C-AA2C-C519C3138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3388"/>
              <a:ext cx="10" cy="6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7" name="Freeform 6274">
              <a:extLst>
                <a:ext uri="{FF2B5EF4-FFF2-40B4-BE49-F238E27FC236}">
                  <a16:creationId xmlns:a16="http://schemas.microsoft.com/office/drawing/2014/main" id="{DDFAFC06-4C7A-43CF-80C0-AE247FBFF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3252"/>
              <a:ext cx="18" cy="6"/>
            </a:xfrm>
            <a:custGeom>
              <a:avLst/>
              <a:gdLst>
                <a:gd name="T0" fmla="*/ 0 w 9"/>
                <a:gd name="T1" fmla="*/ 0 h 3"/>
                <a:gd name="T2" fmla="*/ 7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3"/>
                    <a:pt x="6" y="2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8" name="Freeform 6275">
              <a:extLst>
                <a:ext uri="{FF2B5EF4-FFF2-40B4-BE49-F238E27FC236}">
                  <a16:creationId xmlns:a16="http://schemas.microsoft.com/office/drawing/2014/main" id="{C290CEB5-9020-41D5-AF6E-9C0D993AD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3212"/>
              <a:ext cx="50" cy="30"/>
            </a:xfrm>
            <a:custGeom>
              <a:avLst/>
              <a:gdLst>
                <a:gd name="T0" fmla="*/ 24 w 25"/>
                <a:gd name="T1" fmla="*/ 8 h 15"/>
                <a:gd name="T2" fmla="*/ 48 w 25"/>
                <a:gd name="T3" fmla="*/ 88 h 15"/>
                <a:gd name="T4" fmla="*/ 200 w 2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5">
                  <a:moveTo>
                    <a:pt x="3" y="1"/>
                  </a:moveTo>
                  <a:cubicBezTo>
                    <a:pt x="0" y="4"/>
                    <a:pt x="2" y="9"/>
                    <a:pt x="6" y="11"/>
                  </a:cubicBezTo>
                  <a:cubicBezTo>
                    <a:pt x="12" y="15"/>
                    <a:pt x="25" y="8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9" name="Freeform 6276">
              <a:extLst>
                <a:ext uri="{FF2B5EF4-FFF2-40B4-BE49-F238E27FC236}">
                  <a16:creationId xmlns:a16="http://schemas.microsoft.com/office/drawing/2014/main" id="{5CA1E64D-ABBA-4BF8-9CFD-93C7BEC1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246"/>
              <a:ext cx="18" cy="10"/>
            </a:xfrm>
            <a:custGeom>
              <a:avLst/>
              <a:gdLst>
                <a:gd name="T0" fmla="*/ 0 w 9"/>
                <a:gd name="T1" fmla="*/ 0 h 5"/>
                <a:gd name="T2" fmla="*/ 72 w 9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5"/>
                    <a:pt x="7" y="2"/>
                    <a:pt x="9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0" name="Freeform 6277">
              <a:extLst>
                <a:ext uri="{FF2B5EF4-FFF2-40B4-BE49-F238E27FC236}">
                  <a16:creationId xmlns:a16="http://schemas.microsoft.com/office/drawing/2014/main" id="{909A8903-7E16-41C2-A096-95488CEE8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198"/>
              <a:ext cx="45" cy="30"/>
            </a:xfrm>
            <a:custGeom>
              <a:avLst/>
              <a:gdLst>
                <a:gd name="T0" fmla="*/ 0 w 22"/>
                <a:gd name="T1" fmla="*/ 16 h 15"/>
                <a:gd name="T2" fmla="*/ 188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2"/>
                  </a:moveTo>
                  <a:cubicBezTo>
                    <a:pt x="0" y="15"/>
                    <a:pt x="22" y="13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1" name="Freeform 6278">
              <a:extLst>
                <a:ext uri="{FF2B5EF4-FFF2-40B4-BE49-F238E27FC236}">
                  <a16:creationId xmlns:a16="http://schemas.microsoft.com/office/drawing/2014/main" id="{02072DDD-FCAE-477A-B887-E6228744F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179"/>
              <a:ext cx="42" cy="31"/>
            </a:xfrm>
            <a:custGeom>
              <a:avLst/>
              <a:gdLst>
                <a:gd name="T0" fmla="*/ 16 w 21"/>
                <a:gd name="T1" fmla="*/ 0 h 15"/>
                <a:gd name="T2" fmla="*/ 16 w 21"/>
                <a:gd name="T3" fmla="*/ 72 h 15"/>
                <a:gd name="T4" fmla="*/ 168 w 21"/>
                <a:gd name="T5" fmla="*/ 10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2" y="0"/>
                  </a:moveTo>
                  <a:cubicBezTo>
                    <a:pt x="0" y="2"/>
                    <a:pt x="1" y="6"/>
                    <a:pt x="2" y="8"/>
                  </a:cubicBezTo>
                  <a:cubicBezTo>
                    <a:pt x="6" y="15"/>
                    <a:pt x="15" y="15"/>
                    <a:pt x="21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2" name="Freeform 6279">
              <a:extLst>
                <a:ext uri="{FF2B5EF4-FFF2-40B4-BE49-F238E27FC236}">
                  <a16:creationId xmlns:a16="http://schemas.microsoft.com/office/drawing/2014/main" id="{357DA095-0FCE-458A-9501-C987BF0C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3194"/>
              <a:ext cx="42" cy="40"/>
            </a:xfrm>
            <a:custGeom>
              <a:avLst/>
              <a:gdLst>
                <a:gd name="T0" fmla="*/ 56 w 21"/>
                <a:gd name="T1" fmla="*/ 0 h 20"/>
                <a:gd name="T2" fmla="*/ 24 w 21"/>
                <a:gd name="T3" fmla="*/ 104 h 20"/>
                <a:gd name="T4" fmla="*/ 168 w 21"/>
                <a:gd name="T5" fmla="*/ 12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7" y="0"/>
                  </a:moveTo>
                  <a:cubicBezTo>
                    <a:pt x="3" y="4"/>
                    <a:pt x="0" y="8"/>
                    <a:pt x="3" y="13"/>
                  </a:cubicBezTo>
                  <a:cubicBezTo>
                    <a:pt x="5" y="20"/>
                    <a:pt x="15" y="19"/>
                    <a:pt x="21" y="1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3" name="Freeform 6280">
              <a:extLst>
                <a:ext uri="{FF2B5EF4-FFF2-40B4-BE49-F238E27FC236}">
                  <a16:creationId xmlns:a16="http://schemas.microsoft.com/office/drawing/2014/main" id="{21CE5D9D-F463-407F-8CB4-6ABB4B944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3208"/>
              <a:ext cx="26" cy="16"/>
            </a:xfrm>
            <a:custGeom>
              <a:avLst/>
              <a:gdLst>
                <a:gd name="T0" fmla="*/ 0 w 13"/>
                <a:gd name="T1" fmla="*/ 8 h 8"/>
                <a:gd name="T2" fmla="*/ 104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1"/>
                  </a:moveTo>
                  <a:cubicBezTo>
                    <a:pt x="1" y="8"/>
                    <a:pt x="10" y="2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4" name="Freeform 6281">
              <a:extLst>
                <a:ext uri="{FF2B5EF4-FFF2-40B4-BE49-F238E27FC236}">
                  <a16:creationId xmlns:a16="http://schemas.microsoft.com/office/drawing/2014/main" id="{6386D509-74B3-4B5E-9D00-B922AE8C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298"/>
              <a:ext cx="22" cy="10"/>
            </a:xfrm>
            <a:custGeom>
              <a:avLst/>
              <a:gdLst>
                <a:gd name="T0" fmla="*/ 32 w 11"/>
                <a:gd name="T1" fmla="*/ 0 h 5"/>
                <a:gd name="T2" fmla="*/ 88 w 11"/>
                <a:gd name="T3" fmla="*/ 3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4" y="0"/>
                  </a:moveTo>
                  <a:cubicBezTo>
                    <a:pt x="0" y="5"/>
                    <a:pt x="9" y="4"/>
                    <a:pt x="11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5" name="Freeform 6282">
              <a:extLst>
                <a:ext uri="{FF2B5EF4-FFF2-40B4-BE49-F238E27FC236}">
                  <a16:creationId xmlns:a16="http://schemas.microsoft.com/office/drawing/2014/main" id="{47E06ED6-93AB-4C4A-8F26-BB5317630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3400"/>
              <a:ext cx="12" cy="16"/>
            </a:xfrm>
            <a:custGeom>
              <a:avLst/>
              <a:gdLst>
                <a:gd name="T0" fmla="*/ 48 w 6"/>
                <a:gd name="T1" fmla="*/ 0 h 8"/>
                <a:gd name="T2" fmla="*/ 8 w 6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2" y="2"/>
                    <a:pt x="0" y="3"/>
                    <a:pt x="1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6" name="Freeform 6283">
              <a:extLst>
                <a:ext uri="{FF2B5EF4-FFF2-40B4-BE49-F238E27FC236}">
                  <a16:creationId xmlns:a16="http://schemas.microsoft.com/office/drawing/2014/main" id="{AF34F2E6-2EDA-4876-9E0E-04FF723E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256"/>
              <a:ext cx="64" cy="32"/>
            </a:xfrm>
            <a:custGeom>
              <a:avLst/>
              <a:gdLst>
                <a:gd name="T0" fmla="*/ 40 w 32"/>
                <a:gd name="T1" fmla="*/ 0 h 16"/>
                <a:gd name="T2" fmla="*/ 64 w 32"/>
                <a:gd name="T3" fmla="*/ 104 h 16"/>
                <a:gd name="T4" fmla="*/ 240 w 32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5" y="0"/>
                  </a:moveTo>
                  <a:cubicBezTo>
                    <a:pt x="0" y="4"/>
                    <a:pt x="3" y="11"/>
                    <a:pt x="8" y="13"/>
                  </a:cubicBezTo>
                  <a:cubicBezTo>
                    <a:pt x="15" y="16"/>
                    <a:pt x="32" y="10"/>
                    <a:pt x="3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7" name="Freeform 6284">
              <a:extLst>
                <a:ext uri="{FF2B5EF4-FFF2-40B4-BE49-F238E27FC236}">
                  <a16:creationId xmlns:a16="http://schemas.microsoft.com/office/drawing/2014/main" id="{2ADDE25E-7865-4EEB-A633-C22F20838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200"/>
              <a:ext cx="60" cy="46"/>
            </a:xfrm>
            <a:custGeom>
              <a:avLst/>
              <a:gdLst>
                <a:gd name="T0" fmla="*/ 72 w 30"/>
                <a:gd name="T1" fmla="*/ 8 h 23"/>
                <a:gd name="T2" fmla="*/ 8 w 30"/>
                <a:gd name="T3" fmla="*/ 80 h 23"/>
                <a:gd name="T4" fmla="*/ 240 w 30"/>
                <a:gd name="T5" fmla="*/ 7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9" y="1"/>
                  </a:moveTo>
                  <a:cubicBezTo>
                    <a:pt x="4" y="0"/>
                    <a:pt x="0" y="5"/>
                    <a:pt x="1" y="10"/>
                  </a:cubicBezTo>
                  <a:cubicBezTo>
                    <a:pt x="3" y="23"/>
                    <a:pt x="26" y="17"/>
                    <a:pt x="3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8" name="Freeform 6285">
              <a:extLst>
                <a:ext uri="{FF2B5EF4-FFF2-40B4-BE49-F238E27FC236}">
                  <a16:creationId xmlns:a16="http://schemas.microsoft.com/office/drawing/2014/main" id="{834DF47E-4C30-4960-BCF2-97CACE98C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3262"/>
              <a:ext cx="10" cy="6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2" y="3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9" name="Freeform 6286">
              <a:extLst>
                <a:ext uri="{FF2B5EF4-FFF2-40B4-BE49-F238E27FC236}">
                  <a16:creationId xmlns:a16="http://schemas.microsoft.com/office/drawing/2014/main" id="{3EFF788D-FCC4-478E-B5FA-58625A945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288"/>
              <a:ext cx="68" cy="36"/>
            </a:xfrm>
            <a:custGeom>
              <a:avLst/>
              <a:gdLst>
                <a:gd name="T0" fmla="*/ 224 w 34"/>
                <a:gd name="T1" fmla="*/ 0 h 18"/>
                <a:gd name="T2" fmla="*/ 200 w 34"/>
                <a:gd name="T3" fmla="*/ 112 h 18"/>
                <a:gd name="T4" fmla="*/ 16 w 34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8">
                  <a:moveTo>
                    <a:pt x="28" y="0"/>
                  </a:moveTo>
                  <a:cubicBezTo>
                    <a:pt x="34" y="4"/>
                    <a:pt x="30" y="12"/>
                    <a:pt x="25" y="14"/>
                  </a:cubicBezTo>
                  <a:cubicBezTo>
                    <a:pt x="18" y="18"/>
                    <a:pt x="0" y="11"/>
                    <a:pt x="2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0" name="Freeform 6287">
              <a:extLst>
                <a:ext uri="{FF2B5EF4-FFF2-40B4-BE49-F238E27FC236}">
                  <a16:creationId xmlns:a16="http://schemas.microsoft.com/office/drawing/2014/main" id="{55B12809-D6AC-4E4C-9929-A92A0412C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206"/>
              <a:ext cx="60" cy="52"/>
            </a:xfrm>
            <a:custGeom>
              <a:avLst/>
              <a:gdLst>
                <a:gd name="T0" fmla="*/ 176 w 30"/>
                <a:gd name="T1" fmla="*/ 8 h 26"/>
                <a:gd name="T2" fmla="*/ 232 w 30"/>
                <a:gd name="T3" fmla="*/ 104 h 26"/>
                <a:gd name="T4" fmla="*/ 0 w 30"/>
                <a:gd name="T5" fmla="*/ 9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22" y="1"/>
                  </a:moveTo>
                  <a:cubicBezTo>
                    <a:pt x="27" y="0"/>
                    <a:pt x="30" y="8"/>
                    <a:pt x="29" y="13"/>
                  </a:cubicBezTo>
                  <a:cubicBezTo>
                    <a:pt x="27" y="26"/>
                    <a:pt x="5" y="20"/>
                    <a:pt x="0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1" name="Freeform 6288">
              <a:extLst>
                <a:ext uri="{FF2B5EF4-FFF2-40B4-BE49-F238E27FC236}">
                  <a16:creationId xmlns:a16="http://schemas.microsoft.com/office/drawing/2014/main" id="{58927F00-BE5B-4AA1-8A46-A7F5C4D9F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294"/>
              <a:ext cx="10" cy="6"/>
            </a:xfrm>
            <a:custGeom>
              <a:avLst/>
              <a:gdLst>
                <a:gd name="T0" fmla="*/ 40 w 5"/>
                <a:gd name="T1" fmla="*/ 0 h 3"/>
                <a:gd name="T2" fmla="*/ 0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2" name="Freeform 6289">
              <a:extLst>
                <a:ext uri="{FF2B5EF4-FFF2-40B4-BE49-F238E27FC236}">
                  <a16:creationId xmlns:a16="http://schemas.microsoft.com/office/drawing/2014/main" id="{05941C44-A7A3-4C07-87E2-4A6207B28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230"/>
              <a:ext cx="48" cy="28"/>
            </a:xfrm>
            <a:custGeom>
              <a:avLst/>
              <a:gdLst>
                <a:gd name="T0" fmla="*/ 16 w 24"/>
                <a:gd name="T1" fmla="*/ 32 h 14"/>
                <a:gd name="T2" fmla="*/ 16 w 24"/>
                <a:gd name="T3" fmla="*/ 72 h 14"/>
                <a:gd name="T4" fmla="*/ 112 w 24"/>
                <a:gd name="T5" fmla="*/ 104 h 14"/>
                <a:gd name="T6" fmla="*/ 160 w 2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2" y="4"/>
                  </a:moveTo>
                  <a:cubicBezTo>
                    <a:pt x="0" y="6"/>
                    <a:pt x="1" y="7"/>
                    <a:pt x="2" y="9"/>
                  </a:cubicBezTo>
                  <a:cubicBezTo>
                    <a:pt x="5" y="14"/>
                    <a:pt x="9" y="14"/>
                    <a:pt x="14" y="13"/>
                  </a:cubicBezTo>
                  <a:cubicBezTo>
                    <a:pt x="20" y="10"/>
                    <a:pt x="24" y="6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3" name="Freeform 6290">
              <a:extLst>
                <a:ext uri="{FF2B5EF4-FFF2-40B4-BE49-F238E27FC236}">
                  <a16:creationId xmlns:a16="http://schemas.microsoft.com/office/drawing/2014/main" id="{4DC6F0CF-7BB2-4409-A669-F6C4175B2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200"/>
              <a:ext cx="38" cy="46"/>
            </a:xfrm>
            <a:custGeom>
              <a:avLst/>
              <a:gdLst>
                <a:gd name="T0" fmla="*/ 0 w 19"/>
                <a:gd name="T1" fmla="*/ 88 h 23"/>
                <a:gd name="T2" fmla="*/ 136 w 1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11"/>
                  </a:moveTo>
                  <a:cubicBezTo>
                    <a:pt x="6" y="23"/>
                    <a:pt x="19" y="10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4" name="Freeform 6291">
              <a:extLst>
                <a:ext uri="{FF2B5EF4-FFF2-40B4-BE49-F238E27FC236}">
                  <a16:creationId xmlns:a16="http://schemas.microsoft.com/office/drawing/2014/main" id="{34E855E8-AE63-49CA-AF74-6E4EBADE0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310"/>
              <a:ext cx="68" cy="34"/>
            </a:xfrm>
            <a:custGeom>
              <a:avLst/>
              <a:gdLst>
                <a:gd name="T0" fmla="*/ 56 w 34"/>
                <a:gd name="T1" fmla="*/ 16 h 17"/>
                <a:gd name="T2" fmla="*/ 216 w 3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7">
                  <a:moveTo>
                    <a:pt x="7" y="2"/>
                  </a:moveTo>
                  <a:cubicBezTo>
                    <a:pt x="0" y="17"/>
                    <a:pt x="34" y="14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5" name="Freeform 6292">
              <a:extLst>
                <a:ext uri="{FF2B5EF4-FFF2-40B4-BE49-F238E27FC236}">
                  <a16:creationId xmlns:a16="http://schemas.microsoft.com/office/drawing/2014/main" id="{7F80E8CA-2954-4F64-AAAB-B1340B232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252"/>
              <a:ext cx="68" cy="56"/>
            </a:xfrm>
            <a:custGeom>
              <a:avLst/>
              <a:gdLst>
                <a:gd name="T0" fmla="*/ 8 w 34"/>
                <a:gd name="T1" fmla="*/ 88 h 28"/>
                <a:gd name="T2" fmla="*/ 176 w 3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8">
                  <a:moveTo>
                    <a:pt x="1" y="11"/>
                  </a:moveTo>
                  <a:cubicBezTo>
                    <a:pt x="0" y="28"/>
                    <a:pt x="34" y="10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6" name="Freeform 6293">
              <a:extLst>
                <a:ext uri="{FF2B5EF4-FFF2-40B4-BE49-F238E27FC236}">
                  <a16:creationId xmlns:a16="http://schemas.microsoft.com/office/drawing/2014/main" id="{DEDC8795-475F-4C41-AA8E-8A088244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264"/>
              <a:ext cx="20" cy="10"/>
            </a:xfrm>
            <a:custGeom>
              <a:avLst/>
              <a:gdLst>
                <a:gd name="T0" fmla="*/ 0 w 10"/>
                <a:gd name="T1" fmla="*/ 32 h 5"/>
                <a:gd name="T2" fmla="*/ 8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4" y="5"/>
                    <a:pt x="8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7" name="Freeform 6294">
              <a:extLst>
                <a:ext uri="{FF2B5EF4-FFF2-40B4-BE49-F238E27FC236}">
                  <a16:creationId xmlns:a16="http://schemas.microsoft.com/office/drawing/2014/main" id="{07D383AB-5A76-42A3-A35D-5A892AD6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312"/>
              <a:ext cx="10" cy="6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8" name="Freeform 6295">
              <a:extLst>
                <a:ext uri="{FF2B5EF4-FFF2-40B4-BE49-F238E27FC236}">
                  <a16:creationId xmlns:a16="http://schemas.microsoft.com/office/drawing/2014/main" id="{74629B74-C327-44EE-B71C-9D5155C37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282"/>
              <a:ext cx="30" cy="16"/>
            </a:xfrm>
            <a:custGeom>
              <a:avLst/>
              <a:gdLst>
                <a:gd name="T0" fmla="*/ 0 w 15"/>
                <a:gd name="T1" fmla="*/ 0 h 8"/>
                <a:gd name="T2" fmla="*/ 120 w 15"/>
                <a:gd name="T3" fmla="*/ 4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0" y="8"/>
                    <a:pt x="10" y="7"/>
                    <a:pt x="15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9" name="Freeform 6296">
              <a:extLst>
                <a:ext uri="{FF2B5EF4-FFF2-40B4-BE49-F238E27FC236}">
                  <a16:creationId xmlns:a16="http://schemas.microsoft.com/office/drawing/2014/main" id="{A1F17302-3D65-4B6D-9AC1-4AA92045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210"/>
              <a:ext cx="22" cy="10"/>
            </a:xfrm>
            <a:custGeom>
              <a:avLst/>
              <a:gdLst>
                <a:gd name="T0" fmla="*/ 24 w 11"/>
                <a:gd name="T1" fmla="*/ 0 h 5"/>
                <a:gd name="T2" fmla="*/ 88 w 11"/>
                <a:gd name="T3" fmla="*/ 3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3" y="0"/>
                  </a:moveTo>
                  <a:cubicBezTo>
                    <a:pt x="0" y="5"/>
                    <a:pt x="8" y="4"/>
                    <a:pt x="11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0" name="Freeform 6297">
              <a:extLst>
                <a:ext uri="{FF2B5EF4-FFF2-40B4-BE49-F238E27FC236}">
                  <a16:creationId xmlns:a16="http://schemas.microsoft.com/office/drawing/2014/main" id="{43D90868-606F-44C8-8873-27DD9216C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324"/>
              <a:ext cx="12" cy="16"/>
            </a:xfrm>
            <a:custGeom>
              <a:avLst/>
              <a:gdLst>
                <a:gd name="T0" fmla="*/ 48 w 6"/>
                <a:gd name="T1" fmla="*/ 0 h 8"/>
                <a:gd name="T2" fmla="*/ 8 w 6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2" y="2"/>
                    <a:pt x="0" y="3"/>
                    <a:pt x="1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1" name="Freeform 6298">
              <a:extLst>
                <a:ext uri="{FF2B5EF4-FFF2-40B4-BE49-F238E27FC236}">
                  <a16:creationId xmlns:a16="http://schemas.microsoft.com/office/drawing/2014/main" id="{CD2D89A0-D6D4-45D9-A0AE-2C5291441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3408"/>
              <a:ext cx="16" cy="14"/>
            </a:xfrm>
            <a:custGeom>
              <a:avLst/>
              <a:gdLst>
                <a:gd name="T0" fmla="*/ 0 w 8"/>
                <a:gd name="T1" fmla="*/ 40 h 7"/>
                <a:gd name="T2" fmla="*/ 64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3" y="7"/>
                    <a:pt x="8" y="4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2" name="Freeform 6299">
              <a:extLst>
                <a:ext uri="{FF2B5EF4-FFF2-40B4-BE49-F238E27FC236}">
                  <a16:creationId xmlns:a16="http://schemas.microsoft.com/office/drawing/2014/main" id="{578B54F2-D9BE-402D-9786-F9CE3C029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490"/>
              <a:ext cx="24" cy="16"/>
            </a:xfrm>
            <a:custGeom>
              <a:avLst/>
              <a:gdLst>
                <a:gd name="T0" fmla="*/ 0 w 12"/>
                <a:gd name="T1" fmla="*/ 24 h 8"/>
                <a:gd name="T2" fmla="*/ 96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3"/>
                  </a:moveTo>
                  <a:cubicBezTo>
                    <a:pt x="3" y="8"/>
                    <a:pt x="10" y="4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3" name="Freeform 6300">
              <a:extLst>
                <a:ext uri="{FF2B5EF4-FFF2-40B4-BE49-F238E27FC236}">
                  <a16:creationId xmlns:a16="http://schemas.microsoft.com/office/drawing/2014/main" id="{E4D008F2-D1DE-4BBE-BF5D-DE5B7324B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063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4" name="Freeform 6301">
              <a:extLst>
                <a:ext uri="{FF2B5EF4-FFF2-40B4-BE49-F238E27FC236}">
                  <a16:creationId xmlns:a16="http://schemas.microsoft.com/office/drawing/2014/main" id="{50F8D4E1-FCC8-425C-AB92-AC9108B82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067"/>
              <a:ext cx="14" cy="8"/>
            </a:xfrm>
            <a:custGeom>
              <a:avLst/>
              <a:gdLst>
                <a:gd name="T0" fmla="*/ 8 w 7"/>
                <a:gd name="T1" fmla="*/ 0 h 4"/>
                <a:gd name="T2" fmla="*/ 56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cubicBezTo>
                    <a:pt x="0" y="4"/>
                    <a:pt x="5" y="1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5" name="Freeform 6302">
              <a:extLst>
                <a:ext uri="{FF2B5EF4-FFF2-40B4-BE49-F238E27FC236}">
                  <a16:creationId xmlns:a16="http://schemas.microsoft.com/office/drawing/2014/main" id="{B227D39A-2CDB-48FB-A752-873055529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320"/>
              <a:ext cx="54" cy="40"/>
            </a:xfrm>
            <a:custGeom>
              <a:avLst/>
              <a:gdLst>
                <a:gd name="T0" fmla="*/ 0 w 27"/>
                <a:gd name="T1" fmla="*/ 40 h 20"/>
                <a:gd name="T2" fmla="*/ 208 w 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5"/>
                  </a:moveTo>
                  <a:cubicBezTo>
                    <a:pt x="1" y="20"/>
                    <a:pt x="27" y="14"/>
                    <a:pt x="2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6" name="Freeform 6303">
              <a:extLst>
                <a:ext uri="{FF2B5EF4-FFF2-40B4-BE49-F238E27FC236}">
                  <a16:creationId xmlns:a16="http://schemas.microsoft.com/office/drawing/2014/main" id="{842E3D39-4BBD-48BD-BC69-535BEE94F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3326"/>
              <a:ext cx="18" cy="12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6"/>
                    <a:pt x="6" y="1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7" name="Freeform 6304">
              <a:extLst>
                <a:ext uri="{FF2B5EF4-FFF2-40B4-BE49-F238E27FC236}">
                  <a16:creationId xmlns:a16="http://schemas.microsoft.com/office/drawing/2014/main" id="{C22AE8A3-D4CC-4545-833F-0F9CFE6BC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3350"/>
              <a:ext cx="56" cy="34"/>
            </a:xfrm>
            <a:custGeom>
              <a:avLst/>
              <a:gdLst>
                <a:gd name="T0" fmla="*/ 0 w 28"/>
                <a:gd name="T1" fmla="*/ 32 h 17"/>
                <a:gd name="T2" fmla="*/ 184 w 2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4"/>
                  </a:moveTo>
                  <a:cubicBezTo>
                    <a:pt x="4" y="17"/>
                    <a:pt x="28" y="9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8" name="Freeform 6305">
              <a:extLst>
                <a:ext uri="{FF2B5EF4-FFF2-40B4-BE49-F238E27FC236}">
                  <a16:creationId xmlns:a16="http://schemas.microsoft.com/office/drawing/2014/main" id="{54D3CE55-75F4-4A61-870E-5002028F1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220"/>
              <a:ext cx="70" cy="34"/>
            </a:xfrm>
            <a:custGeom>
              <a:avLst/>
              <a:gdLst>
                <a:gd name="T0" fmla="*/ 48 w 35"/>
                <a:gd name="T1" fmla="*/ 0 h 17"/>
                <a:gd name="T2" fmla="*/ 72 w 35"/>
                <a:gd name="T3" fmla="*/ 112 h 17"/>
                <a:gd name="T4" fmla="*/ 264 w 35"/>
                <a:gd name="T5" fmla="*/ 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6" y="0"/>
                  </a:moveTo>
                  <a:cubicBezTo>
                    <a:pt x="0" y="4"/>
                    <a:pt x="4" y="12"/>
                    <a:pt x="9" y="14"/>
                  </a:cubicBezTo>
                  <a:cubicBezTo>
                    <a:pt x="16" y="17"/>
                    <a:pt x="35" y="11"/>
                    <a:pt x="33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9" name="Freeform 6306">
              <a:extLst>
                <a:ext uri="{FF2B5EF4-FFF2-40B4-BE49-F238E27FC236}">
                  <a16:creationId xmlns:a16="http://schemas.microsoft.com/office/drawing/2014/main" id="{9448F161-5837-407D-B1AF-0C6881206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226"/>
              <a:ext cx="10" cy="6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0" name="Freeform 6307">
              <a:extLst>
                <a:ext uri="{FF2B5EF4-FFF2-40B4-BE49-F238E27FC236}">
                  <a16:creationId xmlns:a16="http://schemas.microsoft.com/office/drawing/2014/main" id="{5A170390-157A-4F81-A2B1-E8B7422DE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260"/>
              <a:ext cx="48" cy="34"/>
            </a:xfrm>
            <a:custGeom>
              <a:avLst/>
              <a:gdLst>
                <a:gd name="T0" fmla="*/ 0 w 24"/>
                <a:gd name="T1" fmla="*/ 80 h 17"/>
                <a:gd name="T2" fmla="*/ 168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10"/>
                  </a:moveTo>
                  <a:cubicBezTo>
                    <a:pt x="1" y="17"/>
                    <a:pt x="24" y="9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1" name="Freeform 6308">
              <a:extLst>
                <a:ext uri="{FF2B5EF4-FFF2-40B4-BE49-F238E27FC236}">
                  <a16:creationId xmlns:a16="http://schemas.microsoft.com/office/drawing/2014/main" id="{C24EB5ED-C45A-4920-9CCE-CEA7B8E9B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276"/>
              <a:ext cx="68" cy="34"/>
            </a:xfrm>
            <a:custGeom>
              <a:avLst/>
              <a:gdLst>
                <a:gd name="T0" fmla="*/ 56 w 34"/>
                <a:gd name="T1" fmla="*/ 16 h 17"/>
                <a:gd name="T2" fmla="*/ 216 w 3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7">
                  <a:moveTo>
                    <a:pt x="7" y="2"/>
                  </a:moveTo>
                  <a:cubicBezTo>
                    <a:pt x="0" y="17"/>
                    <a:pt x="34" y="14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2" name="Freeform 6309">
              <a:extLst>
                <a:ext uri="{FF2B5EF4-FFF2-40B4-BE49-F238E27FC236}">
                  <a16:creationId xmlns:a16="http://schemas.microsoft.com/office/drawing/2014/main" id="{DAAB97E5-79EE-4440-8277-DDDF55410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278"/>
              <a:ext cx="10" cy="6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3" name="Freeform 6310">
              <a:extLst>
                <a:ext uri="{FF2B5EF4-FFF2-40B4-BE49-F238E27FC236}">
                  <a16:creationId xmlns:a16="http://schemas.microsoft.com/office/drawing/2014/main" id="{B2FAEBBC-1090-43F5-87ED-602680E4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348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64 w 8"/>
                <a:gd name="T3" fmla="*/ 3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1" y="4"/>
                    <a:pt x="5" y="5"/>
                    <a:pt x="8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4" name="Freeform 6311">
              <a:extLst>
                <a:ext uri="{FF2B5EF4-FFF2-40B4-BE49-F238E27FC236}">
                  <a16:creationId xmlns:a16="http://schemas.microsoft.com/office/drawing/2014/main" id="{9F090C3F-17DE-435A-858D-F87294EC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183"/>
              <a:ext cx="76" cy="39"/>
            </a:xfrm>
            <a:custGeom>
              <a:avLst/>
              <a:gdLst>
                <a:gd name="T0" fmla="*/ 88 w 38"/>
                <a:gd name="T1" fmla="*/ 8 h 19"/>
                <a:gd name="T2" fmla="*/ 272 w 3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9">
                  <a:moveTo>
                    <a:pt x="11" y="1"/>
                  </a:moveTo>
                  <a:cubicBezTo>
                    <a:pt x="0" y="10"/>
                    <a:pt x="38" y="19"/>
                    <a:pt x="3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5" name="Freeform 6312">
              <a:extLst>
                <a:ext uri="{FF2B5EF4-FFF2-40B4-BE49-F238E27FC236}">
                  <a16:creationId xmlns:a16="http://schemas.microsoft.com/office/drawing/2014/main" id="{ED2BE43F-DCA1-4C57-96F0-B727EA774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187"/>
              <a:ext cx="14" cy="7"/>
            </a:xfrm>
            <a:custGeom>
              <a:avLst/>
              <a:gdLst>
                <a:gd name="T0" fmla="*/ 0 w 7"/>
                <a:gd name="T1" fmla="*/ 0 h 3"/>
                <a:gd name="T2" fmla="*/ 56 w 7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1" y="3"/>
                    <a:pt x="5" y="3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6" name="Freeform 6313">
              <a:extLst>
                <a:ext uri="{FF2B5EF4-FFF2-40B4-BE49-F238E27FC236}">
                  <a16:creationId xmlns:a16="http://schemas.microsoft.com/office/drawing/2014/main" id="{FBBE5BE2-5200-4BEC-88ED-AC220723D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171"/>
              <a:ext cx="62" cy="43"/>
            </a:xfrm>
            <a:custGeom>
              <a:avLst/>
              <a:gdLst>
                <a:gd name="T0" fmla="*/ 112 w 31"/>
                <a:gd name="T1" fmla="*/ 8 h 21"/>
                <a:gd name="T2" fmla="*/ 24 w 31"/>
                <a:gd name="T3" fmla="*/ 104 h 21"/>
                <a:gd name="T4" fmla="*/ 224 w 31"/>
                <a:gd name="T5" fmla="*/ 2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14" y="1"/>
                  </a:moveTo>
                  <a:cubicBezTo>
                    <a:pt x="9" y="0"/>
                    <a:pt x="0" y="5"/>
                    <a:pt x="3" y="12"/>
                  </a:cubicBezTo>
                  <a:cubicBezTo>
                    <a:pt x="8" y="21"/>
                    <a:pt x="31" y="15"/>
                    <a:pt x="28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7" name="Freeform 6314">
              <a:extLst>
                <a:ext uri="{FF2B5EF4-FFF2-40B4-BE49-F238E27FC236}">
                  <a16:creationId xmlns:a16="http://schemas.microsoft.com/office/drawing/2014/main" id="{12D03EE1-DF24-4CC1-BC74-6174712DF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3185"/>
              <a:ext cx="16" cy="7"/>
            </a:xfrm>
            <a:custGeom>
              <a:avLst/>
              <a:gdLst>
                <a:gd name="T0" fmla="*/ 0 w 8"/>
                <a:gd name="T1" fmla="*/ 0 h 3"/>
                <a:gd name="T2" fmla="*/ 64 w 8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1" y="3"/>
                    <a:pt x="5" y="2"/>
                    <a:pt x="8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8" name="Freeform 6315">
              <a:extLst>
                <a:ext uri="{FF2B5EF4-FFF2-40B4-BE49-F238E27FC236}">
                  <a16:creationId xmlns:a16="http://schemas.microsoft.com/office/drawing/2014/main" id="{251B39FE-A886-409C-93A6-1C1E6303C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204"/>
              <a:ext cx="24" cy="16"/>
            </a:xfrm>
            <a:custGeom>
              <a:avLst/>
              <a:gdLst>
                <a:gd name="T0" fmla="*/ 0 w 12"/>
                <a:gd name="T1" fmla="*/ 64 h 8"/>
                <a:gd name="T2" fmla="*/ 96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0" y="3"/>
                    <a:pt x="8" y="0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9" name="Freeform 6316">
              <a:extLst>
                <a:ext uri="{FF2B5EF4-FFF2-40B4-BE49-F238E27FC236}">
                  <a16:creationId xmlns:a16="http://schemas.microsoft.com/office/drawing/2014/main" id="{BCBE2976-DFED-40D6-8565-5D4897E8D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206"/>
              <a:ext cx="24" cy="16"/>
            </a:xfrm>
            <a:custGeom>
              <a:avLst/>
              <a:gdLst>
                <a:gd name="T0" fmla="*/ 32 w 12"/>
                <a:gd name="T1" fmla="*/ 0 h 8"/>
                <a:gd name="T2" fmla="*/ 96 w 12"/>
                <a:gd name="T3" fmla="*/ 4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4" y="0"/>
                  </a:moveTo>
                  <a:cubicBezTo>
                    <a:pt x="0" y="5"/>
                    <a:pt x="8" y="8"/>
                    <a:pt x="12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0" name="Freeform 6317">
              <a:extLst>
                <a:ext uri="{FF2B5EF4-FFF2-40B4-BE49-F238E27FC236}">
                  <a16:creationId xmlns:a16="http://schemas.microsoft.com/office/drawing/2014/main" id="{EAED0BA5-E0FD-4A23-9949-0417A4A50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177"/>
              <a:ext cx="75" cy="33"/>
            </a:xfrm>
            <a:custGeom>
              <a:avLst/>
              <a:gdLst>
                <a:gd name="T0" fmla="*/ 91 w 37"/>
                <a:gd name="T1" fmla="*/ 8 h 16"/>
                <a:gd name="T2" fmla="*/ 259 w 3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11" y="1"/>
                  </a:moveTo>
                  <a:cubicBezTo>
                    <a:pt x="0" y="13"/>
                    <a:pt x="37" y="16"/>
                    <a:pt x="3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1" name="Freeform 6318">
              <a:extLst>
                <a:ext uri="{FF2B5EF4-FFF2-40B4-BE49-F238E27FC236}">
                  <a16:creationId xmlns:a16="http://schemas.microsoft.com/office/drawing/2014/main" id="{267521B4-145C-4F13-B1BC-E154545D8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183"/>
              <a:ext cx="10" cy="2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2" name="Freeform 6319">
              <a:extLst>
                <a:ext uri="{FF2B5EF4-FFF2-40B4-BE49-F238E27FC236}">
                  <a16:creationId xmlns:a16="http://schemas.microsoft.com/office/drawing/2014/main" id="{66E13D16-C2B9-4B12-ADA4-6C3B1EAF9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192"/>
              <a:ext cx="58" cy="30"/>
            </a:xfrm>
            <a:custGeom>
              <a:avLst/>
              <a:gdLst>
                <a:gd name="T0" fmla="*/ 8 w 29"/>
                <a:gd name="T1" fmla="*/ 0 h 15"/>
                <a:gd name="T2" fmla="*/ 48 w 29"/>
                <a:gd name="T3" fmla="*/ 88 h 15"/>
                <a:gd name="T4" fmla="*/ 232 w 29"/>
                <a:gd name="T5" fmla="*/ 4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1" y="0"/>
                  </a:moveTo>
                  <a:cubicBezTo>
                    <a:pt x="0" y="4"/>
                    <a:pt x="3" y="9"/>
                    <a:pt x="6" y="11"/>
                  </a:cubicBezTo>
                  <a:cubicBezTo>
                    <a:pt x="13" y="15"/>
                    <a:pt x="23" y="9"/>
                    <a:pt x="29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3" name="Freeform 6320">
              <a:extLst>
                <a:ext uri="{FF2B5EF4-FFF2-40B4-BE49-F238E27FC236}">
                  <a16:creationId xmlns:a16="http://schemas.microsoft.com/office/drawing/2014/main" id="{EFBB2BA6-778C-4F4E-A97E-8DB63A04A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196"/>
              <a:ext cx="18" cy="8"/>
            </a:xfrm>
            <a:custGeom>
              <a:avLst/>
              <a:gdLst>
                <a:gd name="T0" fmla="*/ 0 w 9"/>
                <a:gd name="T1" fmla="*/ 0 h 4"/>
                <a:gd name="T2" fmla="*/ 72 w 9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1" y="4"/>
                    <a:pt x="6" y="4"/>
                    <a:pt x="9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4" name="Freeform 6321">
              <a:extLst>
                <a:ext uri="{FF2B5EF4-FFF2-40B4-BE49-F238E27FC236}">
                  <a16:creationId xmlns:a16="http://schemas.microsoft.com/office/drawing/2014/main" id="{81555EF4-B832-4933-AD2D-5C64F6840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187"/>
              <a:ext cx="68" cy="39"/>
            </a:xfrm>
            <a:custGeom>
              <a:avLst/>
              <a:gdLst>
                <a:gd name="T0" fmla="*/ 16 w 34"/>
                <a:gd name="T1" fmla="*/ 0 h 19"/>
                <a:gd name="T2" fmla="*/ 232 w 34"/>
                <a:gd name="T3" fmla="*/ 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9">
                  <a:moveTo>
                    <a:pt x="2" y="0"/>
                  </a:moveTo>
                  <a:cubicBezTo>
                    <a:pt x="0" y="19"/>
                    <a:pt x="34" y="10"/>
                    <a:pt x="29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5" name="Freeform 6322">
              <a:extLst>
                <a:ext uri="{FF2B5EF4-FFF2-40B4-BE49-F238E27FC236}">
                  <a16:creationId xmlns:a16="http://schemas.microsoft.com/office/drawing/2014/main" id="{C688DF35-7133-4EF6-9016-C73418046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192"/>
              <a:ext cx="12" cy="6"/>
            </a:xfrm>
            <a:custGeom>
              <a:avLst/>
              <a:gdLst>
                <a:gd name="T0" fmla="*/ 0 w 6"/>
                <a:gd name="T1" fmla="*/ 0 h 3"/>
                <a:gd name="T2" fmla="*/ 48 w 6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3"/>
                    <a:pt x="4" y="2"/>
                    <a:pt x="6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6" name="Freeform 6323">
              <a:extLst>
                <a:ext uri="{FF2B5EF4-FFF2-40B4-BE49-F238E27FC236}">
                  <a16:creationId xmlns:a16="http://schemas.microsoft.com/office/drawing/2014/main" id="{F599938D-E01F-4C22-A389-75B397369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220"/>
              <a:ext cx="52" cy="28"/>
            </a:xfrm>
            <a:custGeom>
              <a:avLst/>
              <a:gdLst>
                <a:gd name="T0" fmla="*/ 32 w 26"/>
                <a:gd name="T1" fmla="*/ 0 h 14"/>
                <a:gd name="T2" fmla="*/ 208 w 26"/>
                <a:gd name="T3" fmla="*/ 4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4" y="0"/>
                  </a:moveTo>
                  <a:cubicBezTo>
                    <a:pt x="0" y="14"/>
                    <a:pt x="19" y="10"/>
                    <a:pt x="26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7" name="Freeform 6324">
              <a:extLst>
                <a:ext uri="{FF2B5EF4-FFF2-40B4-BE49-F238E27FC236}">
                  <a16:creationId xmlns:a16="http://schemas.microsoft.com/office/drawing/2014/main" id="{136345DF-A6C7-4304-8D73-2B975C44C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3222"/>
              <a:ext cx="10" cy="6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2" y="3"/>
                    <a:pt x="5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8" name="Freeform 6325">
              <a:extLst>
                <a:ext uri="{FF2B5EF4-FFF2-40B4-BE49-F238E27FC236}">
                  <a16:creationId xmlns:a16="http://schemas.microsoft.com/office/drawing/2014/main" id="{B77DB1E4-0F9B-4B35-8B09-105F891D1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256"/>
              <a:ext cx="46" cy="28"/>
            </a:xfrm>
            <a:custGeom>
              <a:avLst/>
              <a:gdLst>
                <a:gd name="T0" fmla="*/ 16 w 23"/>
                <a:gd name="T1" fmla="*/ 0 h 14"/>
                <a:gd name="T2" fmla="*/ 184 w 2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4">
                  <a:moveTo>
                    <a:pt x="2" y="0"/>
                  </a:moveTo>
                  <a:cubicBezTo>
                    <a:pt x="0" y="14"/>
                    <a:pt x="21" y="10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9" name="Freeform 6326">
              <a:extLst>
                <a:ext uri="{FF2B5EF4-FFF2-40B4-BE49-F238E27FC236}">
                  <a16:creationId xmlns:a16="http://schemas.microsoft.com/office/drawing/2014/main" id="{F3110D88-22B0-4DE9-A23A-6FB3344C2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3256"/>
              <a:ext cx="10" cy="4"/>
            </a:xfrm>
            <a:custGeom>
              <a:avLst/>
              <a:gdLst>
                <a:gd name="T0" fmla="*/ 0 w 5"/>
                <a:gd name="T1" fmla="*/ 0 h 2"/>
                <a:gd name="T2" fmla="*/ 4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3" y="2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0" name="Freeform 6327">
              <a:extLst>
                <a:ext uri="{FF2B5EF4-FFF2-40B4-BE49-F238E27FC236}">
                  <a16:creationId xmlns:a16="http://schemas.microsoft.com/office/drawing/2014/main" id="{308F7681-ED1D-4395-9712-F2A896016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194"/>
              <a:ext cx="54" cy="26"/>
            </a:xfrm>
            <a:custGeom>
              <a:avLst/>
              <a:gdLst>
                <a:gd name="T0" fmla="*/ 24 w 27"/>
                <a:gd name="T1" fmla="*/ 8 h 13"/>
                <a:gd name="T2" fmla="*/ 136 w 27"/>
                <a:gd name="T3" fmla="*/ 96 h 13"/>
                <a:gd name="T4" fmla="*/ 216 w 2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3">
                  <a:moveTo>
                    <a:pt x="3" y="1"/>
                  </a:moveTo>
                  <a:cubicBezTo>
                    <a:pt x="0" y="8"/>
                    <a:pt x="11" y="13"/>
                    <a:pt x="17" y="12"/>
                  </a:cubicBezTo>
                  <a:cubicBezTo>
                    <a:pt x="22" y="10"/>
                    <a:pt x="26" y="5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1" name="Freeform 6328">
              <a:extLst>
                <a:ext uri="{FF2B5EF4-FFF2-40B4-BE49-F238E27FC236}">
                  <a16:creationId xmlns:a16="http://schemas.microsoft.com/office/drawing/2014/main" id="{16AD3E73-86F6-496E-98EA-5629F06E3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198"/>
              <a:ext cx="14" cy="8"/>
            </a:xfrm>
            <a:custGeom>
              <a:avLst/>
              <a:gdLst>
                <a:gd name="T0" fmla="*/ 0 w 7"/>
                <a:gd name="T1" fmla="*/ 0 h 4"/>
                <a:gd name="T2" fmla="*/ 56 w 7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3"/>
                    <a:pt x="4" y="4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2" name="Freeform 6329">
              <a:extLst>
                <a:ext uri="{FF2B5EF4-FFF2-40B4-BE49-F238E27FC236}">
                  <a16:creationId xmlns:a16="http://schemas.microsoft.com/office/drawing/2014/main" id="{B911823B-71B0-4F58-9568-8B7DD202C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3224"/>
              <a:ext cx="22" cy="10"/>
            </a:xfrm>
            <a:custGeom>
              <a:avLst/>
              <a:gdLst>
                <a:gd name="T0" fmla="*/ 0 w 11"/>
                <a:gd name="T1" fmla="*/ 0 h 5"/>
                <a:gd name="T2" fmla="*/ 88 w 11"/>
                <a:gd name="T3" fmla="*/ 2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5"/>
                    <a:pt x="7" y="4"/>
                    <a:pt x="11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3" name="Freeform 6330">
              <a:extLst>
                <a:ext uri="{FF2B5EF4-FFF2-40B4-BE49-F238E27FC236}">
                  <a16:creationId xmlns:a16="http://schemas.microsoft.com/office/drawing/2014/main" id="{3D3D83BE-3291-47E3-9569-F8766FF01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262"/>
              <a:ext cx="16" cy="10"/>
            </a:xfrm>
            <a:custGeom>
              <a:avLst/>
              <a:gdLst>
                <a:gd name="T0" fmla="*/ 0 w 8"/>
                <a:gd name="T1" fmla="*/ 8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1"/>
                  </a:moveTo>
                  <a:cubicBezTo>
                    <a:pt x="2" y="5"/>
                    <a:pt x="6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4" name="Freeform 6331">
              <a:extLst>
                <a:ext uri="{FF2B5EF4-FFF2-40B4-BE49-F238E27FC236}">
                  <a16:creationId xmlns:a16="http://schemas.microsoft.com/office/drawing/2014/main" id="{283BA8FB-2EFD-4A23-A3AC-5FA6F7F28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266"/>
              <a:ext cx="26" cy="16"/>
            </a:xfrm>
            <a:custGeom>
              <a:avLst/>
              <a:gdLst>
                <a:gd name="T0" fmla="*/ 16 w 13"/>
                <a:gd name="T1" fmla="*/ 0 h 8"/>
                <a:gd name="T2" fmla="*/ 104 w 13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2" y="0"/>
                  </a:moveTo>
                  <a:cubicBezTo>
                    <a:pt x="0" y="8"/>
                    <a:pt x="10" y="4"/>
                    <a:pt x="13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5" name="Freeform 6332">
              <a:extLst>
                <a:ext uri="{FF2B5EF4-FFF2-40B4-BE49-F238E27FC236}">
                  <a16:creationId xmlns:a16="http://schemas.microsoft.com/office/drawing/2014/main" id="{D4D2A5F6-A3D9-4212-8546-298A369F6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198"/>
              <a:ext cx="14" cy="8"/>
            </a:xfrm>
            <a:custGeom>
              <a:avLst/>
              <a:gdLst>
                <a:gd name="T0" fmla="*/ 0 w 7"/>
                <a:gd name="T1" fmla="*/ 0 h 4"/>
                <a:gd name="T2" fmla="*/ 56 w 7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4"/>
                    <a:pt x="4" y="3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6" name="Freeform 6333">
              <a:extLst>
                <a:ext uri="{FF2B5EF4-FFF2-40B4-BE49-F238E27FC236}">
                  <a16:creationId xmlns:a16="http://schemas.microsoft.com/office/drawing/2014/main" id="{D73FFD78-F728-4EC2-B643-F7EEBD185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362"/>
              <a:ext cx="16" cy="4"/>
            </a:xfrm>
            <a:custGeom>
              <a:avLst/>
              <a:gdLst>
                <a:gd name="T0" fmla="*/ 0 w 8"/>
                <a:gd name="T1" fmla="*/ 0 h 2"/>
                <a:gd name="T2" fmla="*/ 64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5" y="2"/>
                    <a:pt x="8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7" name="Freeform 6334">
              <a:extLst>
                <a:ext uri="{FF2B5EF4-FFF2-40B4-BE49-F238E27FC236}">
                  <a16:creationId xmlns:a16="http://schemas.microsoft.com/office/drawing/2014/main" id="{75DFA7A8-3B63-4AB5-AB78-AF95CF546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137"/>
              <a:ext cx="413" cy="30"/>
            </a:xfrm>
            <a:custGeom>
              <a:avLst/>
              <a:gdLst>
                <a:gd name="T0" fmla="*/ 1660 w 206"/>
                <a:gd name="T1" fmla="*/ 120 h 15"/>
                <a:gd name="T2" fmla="*/ 992 w 206"/>
                <a:gd name="T3" fmla="*/ 88 h 15"/>
                <a:gd name="T4" fmla="*/ 0 w 206"/>
                <a:gd name="T5" fmla="*/ 48 h 15"/>
                <a:gd name="T6" fmla="*/ 587 w 206"/>
                <a:gd name="T7" fmla="*/ 24 h 15"/>
                <a:gd name="T8" fmla="*/ 1193 w 206"/>
                <a:gd name="T9" fmla="*/ 24 h 15"/>
                <a:gd name="T10" fmla="*/ 1660 w 206"/>
                <a:gd name="T11" fmla="*/ 12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5">
                  <a:moveTo>
                    <a:pt x="206" y="15"/>
                  </a:moveTo>
                  <a:cubicBezTo>
                    <a:pt x="177" y="10"/>
                    <a:pt x="156" y="8"/>
                    <a:pt x="123" y="11"/>
                  </a:cubicBezTo>
                  <a:cubicBezTo>
                    <a:pt x="79" y="14"/>
                    <a:pt x="42" y="7"/>
                    <a:pt x="0" y="6"/>
                  </a:cubicBezTo>
                  <a:cubicBezTo>
                    <a:pt x="26" y="1"/>
                    <a:pt x="50" y="6"/>
                    <a:pt x="73" y="3"/>
                  </a:cubicBezTo>
                  <a:cubicBezTo>
                    <a:pt x="97" y="1"/>
                    <a:pt x="119" y="0"/>
                    <a:pt x="148" y="3"/>
                  </a:cubicBezTo>
                  <a:cubicBezTo>
                    <a:pt x="178" y="6"/>
                    <a:pt x="206" y="15"/>
                    <a:pt x="206" y="15"/>
                  </a:cubicBezTo>
                </a:path>
              </a:pathLst>
            </a:custGeom>
            <a:solidFill>
              <a:srgbClr val="F5B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8" name="Freeform 6335">
              <a:extLst>
                <a:ext uri="{FF2B5EF4-FFF2-40B4-BE49-F238E27FC236}">
                  <a16:creationId xmlns:a16="http://schemas.microsoft.com/office/drawing/2014/main" id="{37C37B6A-E379-4BC3-ADC1-7ACC72EC9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137"/>
              <a:ext cx="413" cy="30"/>
            </a:xfrm>
            <a:custGeom>
              <a:avLst/>
              <a:gdLst>
                <a:gd name="T0" fmla="*/ 1660 w 206"/>
                <a:gd name="T1" fmla="*/ 120 h 15"/>
                <a:gd name="T2" fmla="*/ 992 w 206"/>
                <a:gd name="T3" fmla="*/ 88 h 15"/>
                <a:gd name="T4" fmla="*/ 0 w 206"/>
                <a:gd name="T5" fmla="*/ 48 h 15"/>
                <a:gd name="T6" fmla="*/ 587 w 206"/>
                <a:gd name="T7" fmla="*/ 24 h 15"/>
                <a:gd name="T8" fmla="*/ 1193 w 206"/>
                <a:gd name="T9" fmla="*/ 24 h 15"/>
                <a:gd name="T10" fmla="*/ 1660 w 206"/>
                <a:gd name="T11" fmla="*/ 12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5">
                  <a:moveTo>
                    <a:pt x="206" y="15"/>
                  </a:moveTo>
                  <a:cubicBezTo>
                    <a:pt x="177" y="10"/>
                    <a:pt x="156" y="8"/>
                    <a:pt x="123" y="11"/>
                  </a:cubicBezTo>
                  <a:cubicBezTo>
                    <a:pt x="79" y="14"/>
                    <a:pt x="42" y="7"/>
                    <a:pt x="0" y="6"/>
                  </a:cubicBezTo>
                  <a:cubicBezTo>
                    <a:pt x="26" y="1"/>
                    <a:pt x="50" y="6"/>
                    <a:pt x="73" y="3"/>
                  </a:cubicBezTo>
                  <a:cubicBezTo>
                    <a:pt x="97" y="1"/>
                    <a:pt x="119" y="0"/>
                    <a:pt x="148" y="3"/>
                  </a:cubicBezTo>
                  <a:cubicBezTo>
                    <a:pt x="178" y="6"/>
                    <a:pt x="206" y="15"/>
                    <a:pt x="206" y="15"/>
                  </a:cubicBezTo>
                </a:path>
              </a:pathLst>
            </a:custGeom>
            <a:solidFill>
              <a:srgbClr val="F7C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9" name="Freeform 6336">
              <a:extLst>
                <a:ext uri="{FF2B5EF4-FFF2-40B4-BE49-F238E27FC236}">
                  <a16:creationId xmlns:a16="http://schemas.microsoft.com/office/drawing/2014/main" id="{182332C0-DB3D-455F-B441-49F594649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3137"/>
              <a:ext cx="102" cy="18"/>
            </a:xfrm>
            <a:custGeom>
              <a:avLst/>
              <a:gdLst>
                <a:gd name="T0" fmla="*/ 0 w 51"/>
                <a:gd name="T1" fmla="*/ 56 h 9"/>
                <a:gd name="T2" fmla="*/ 216 w 51"/>
                <a:gd name="T3" fmla="*/ 56 h 9"/>
                <a:gd name="T4" fmla="*/ 408 w 51"/>
                <a:gd name="T5" fmla="*/ 48 h 9"/>
                <a:gd name="T6" fmla="*/ 192 w 51"/>
                <a:gd name="T7" fmla="*/ 16 h 9"/>
                <a:gd name="T8" fmla="*/ 16 w 5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9">
                  <a:moveTo>
                    <a:pt x="0" y="7"/>
                  </a:moveTo>
                  <a:cubicBezTo>
                    <a:pt x="7" y="9"/>
                    <a:pt x="20" y="8"/>
                    <a:pt x="27" y="7"/>
                  </a:cubicBezTo>
                  <a:cubicBezTo>
                    <a:pt x="36" y="6"/>
                    <a:pt x="42" y="6"/>
                    <a:pt x="51" y="6"/>
                  </a:cubicBezTo>
                  <a:cubicBezTo>
                    <a:pt x="45" y="0"/>
                    <a:pt x="32" y="2"/>
                    <a:pt x="24" y="2"/>
                  </a:cubicBezTo>
                  <a:cubicBezTo>
                    <a:pt x="17" y="3"/>
                    <a:pt x="8" y="9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0" name="Freeform 6337">
              <a:extLst>
                <a:ext uri="{FF2B5EF4-FFF2-40B4-BE49-F238E27FC236}">
                  <a16:creationId xmlns:a16="http://schemas.microsoft.com/office/drawing/2014/main" id="{56B40197-65F5-4021-91C8-E5C36A373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306"/>
              <a:ext cx="60" cy="62"/>
            </a:xfrm>
            <a:custGeom>
              <a:avLst/>
              <a:gdLst>
                <a:gd name="T0" fmla="*/ 0 w 30"/>
                <a:gd name="T1" fmla="*/ 160 h 31"/>
                <a:gd name="T2" fmla="*/ 168 w 3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1">
                  <a:moveTo>
                    <a:pt x="0" y="20"/>
                  </a:moveTo>
                  <a:cubicBezTo>
                    <a:pt x="5" y="31"/>
                    <a:pt x="30" y="14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1" name="Freeform 6338">
              <a:extLst>
                <a:ext uri="{FF2B5EF4-FFF2-40B4-BE49-F238E27FC236}">
                  <a16:creationId xmlns:a16="http://schemas.microsoft.com/office/drawing/2014/main" id="{BF37EBCF-872E-4AB2-929D-5E782A963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320"/>
              <a:ext cx="12" cy="14"/>
            </a:xfrm>
            <a:custGeom>
              <a:avLst/>
              <a:gdLst>
                <a:gd name="T0" fmla="*/ 32 w 6"/>
                <a:gd name="T1" fmla="*/ 0 h 7"/>
                <a:gd name="T2" fmla="*/ 0 w 6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6" y="2"/>
                    <a:pt x="2" y="6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2" name="Freeform 6339">
              <a:extLst>
                <a:ext uri="{FF2B5EF4-FFF2-40B4-BE49-F238E27FC236}">
                  <a16:creationId xmlns:a16="http://schemas.microsoft.com/office/drawing/2014/main" id="{C6D1A45E-A928-4B64-B1D8-44E6A2C04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3220"/>
              <a:ext cx="28" cy="50"/>
            </a:xfrm>
            <a:custGeom>
              <a:avLst/>
              <a:gdLst>
                <a:gd name="T0" fmla="*/ 72 w 14"/>
                <a:gd name="T1" fmla="*/ 0 h 25"/>
                <a:gd name="T2" fmla="*/ 112 w 14"/>
                <a:gd name="T3" fmla="*/ 112 h 25"/>
                <a:gd name="T4" fmla="*/ 0 w 14"/>
                <a:gd name="T5" fmla="*/ 17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9" y="0"/>
                  </a:moveTo>
                  <a:cubicBezTo>
                    <a:pt x="13" y="1"/>
                    <a:pt x="14" y="10"/>
                    <a:pt x="14" y="14"/>
                  </a:cubicBezTo>
                  <a:cubicBezTo>
                    <a:pt x="13" y="20"/>
                    <a:pt x="6" y="25"/>
                    <a:pt x="0" y="2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3" name="Freeform 6340">
              <a:extLst>
                <a:ext uri="{FF2B5EF4-FFF2-40B4-BE49-F238E27FC236}">
                  <a16:creationId xmlns:a16="http://schemas.microsoft.com/office/drawing/2014/main" id="{5D7176C5-AE6B-4134-A431-D8ACF2B2B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3238"/>
              <a:ext cx="6" cy="6"/>
            </a:xfrm>
            <a:custGeom>
              <a:avLst/>
              <a:gdLst>
                <a:gd name="T0" fmla="*/ 16 w 3"/>
                <a:gd name="T1" fmla="*/ 0 h 3"/>
                <a:gd name="T2" fmla="*/ 0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2"/>
                    <a:pt x="2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4" name="Freeform 6341">
              <a:extLst>
                <a:ext uri="{FF2B5EF4-FFF2-40B4-BE49-F238E27FC236}">
                  <a16:creationId xmlns:a16="http://schemas.microsoft.com/office/drawing/2014/main" id="{8892C41C-3E07-4C6E-A9A5-E46E610A1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291"/>
              <a:ext cx="223" cy="516"/>
            </a:xfrm>
            <a:custGeom>
              <a:avLst/>
              <a:gdLst>
                <a:gd name="T0" fmla="*/ 0 w 111"/>
                <a:gd name="T1" fmla="*/ 0 h 258"/>
                <a:gd name="T2" fmla="*/ 169 w 111"/>
                <a:gd name="T3" fmla="*/ 568 h 258"/>
                <a:gd name="T4" fmla="*/ 331 w 111"/>
                <a:gd name="T5" fmla="*/ 968 h 258"/>
                <a:gd name="T6" fmla="*/ 520 w 111"/>
                <a:gd name="T7" fmla="*/ 1384 h 258"/>
                <a:gd name="T8" fmla="*/ 699 w 111"/>
                <a:gd name="T9" fmla="*/ 1776 h 258"/>
                <a:gd name="T10" fmla="*/ 900 w 111"/>
                <a:gd name="T11" fmla="*/ 2064 h 258"/>
                <a:gd name="T12" fmla="*/ 528 w 111"/>
                <a:gd name="T13" fmla="*/ 1656 h 258"/>
                <a:gd name="T14" fmla="*/ 315 w 111"/>
                <a:gd name="T15" fmla="*/ 1120 h 258"/>
                <a:gd name="T16" fmla="*/ 88 w 111"/>
                <a:gd name="T17" fmla="*/ 512 h 258"/>
                <a:gd name="T18" fmla="*/ 0 w 111"/>
                <a:gd name="T19" fmla="*/ 0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258">
                  <a:moveTo>
                    <a:pt x="0" y="0"/>
                  </a:moveTo>
                  <a:cubicBezTo>
                    <a:pt x="9" y="23"/>
                    <a:pt x="15" y="50"/>
                    <a:pt x="21" y="71"/>
                  </a:cubicBezTo>
                  <a:cubicBezTo>
                    <a:pt x="26" y="92"/>
                    <a:pt x="34" y="101"/>
                    <a:pt x="41" y="121"/>
                  </a:cubicBezTo>
                  <a:cubicBezTo>
                    <a:pt x="48" y="140"/>
                    <a:pt x="59" y="153"/>
                    <a:pt x="64" y="173"/>
                  </a:cubicBezTo>
                  <a:cubicBezTo>
                    <a:pt x="70" y="192"/>
                    <a:pt x="78" y="213"/>
                    <a:pt x="86" y="222"/>
                  </a:cubicBezTo>
                  <a:cubicBezTo>
                    <a:pt x="94" y="233"/>
                    <a:pt x="107" y="242"/>
                    <a:pt x="111" y="258"/>
                  </a:cubicBezTo>
                  <a:cubicBezTo>
                    <a:pt x="101" y="249"/>
                    <a:pt x="76" y="229"/>
                    <a:pt x="65" y="207"/>
                  </a:cubicBezTo>
                  <a:cubicBezTo>
                    <a:pt x="54" y="185"/>
                    <a:pt x="47" y="159"/>
                    <a:pt x="39" y="140"/>
                  </a:cubicBezTo>
                  <a:cubicBezTo>
                    <a:pt x="31" y="120"/>
                    <a:pt x="19" y="94"/>
                    <a:pt x="11" y="64"/>
                  </a:cubicBezTo>
                  <a:cubicBezTo>
                    <a:pt x="4" y="34"/>
                    <a:pt x="0" y="0"/>
                    <a:pt x="0" y="0"/>
                  </a:cubicBezTo>
                </a:path>
              </a:pathLst>
            </a:custGeom>
            <a:solidFill>
              <a:srgbClr val="F7C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5" name="Freeform 6342">
              <a:extLst>
                <a:ext uri="{FF2B5EF4-FFF2-40B4-BE49-F238E27FC236}">
                  <a16:creationId xmlns:a16="http://schemas.microsoft.com/office/drawing/2014/main" id="{136188B5-F89D-40A0-87DD-F98E4C5FC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503"/>
              <a:ext cx="75" cy="184"/>
            </a:xfrm>
            <a:custGeom>
              <a:avLst/>
              <a:gdLst>
                <a:gd name="T0" fmla="*/ 0 w 37"/>
                <a:gd name="T1" fmla="*/ 0 h 92"/>
                <a:gd name="T2" fmla="*/ 308 w 37"/>
                <a:gd name="T3" fmla="*/ 736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92">
                  <a:moveTo>
                    <a:pt x="0" y="0"/>
                  </a:moveTo>
                  <a:cubicBezTo>
                    <a:pt x="11" y="15"/>
                    <a:pt x="32" y="67"/>
                    <a:pt x="37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6" name="Freeform 6343">
              <a:extLst>
                <a:ext uri="{FF2B5EF4-FFF2-40B4-BE49-F238E27FC236}">
                  <a16:creationId xmlns:a16="http://schemas.microsoft.com/office/drawing/2014/main" id="{85A0BAD4-CD17-481E-9696-4460AE297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703"/>
              <a:ext cx="16" cy="16"/>
            </a:xfrm>
            <a:custGeom>
              <a:avLst/>
              <a:gdLst>
                <a:gd name="T0" fmla="*/ 8 w 8"/>
                <a:gd name="T1" fmla="*/ 0 h 8"/>
                <a:gd name="T2" fmla="*/ 40 w 8"/>
                <a:gd name="T3" fmla="*/ 64 h 8"/>
                <a:gd name="T4" fmla="*/ 48 w 8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0"/>
                  </a:moveTo>
                  <a:cubicBezTo>
                    <a:pt x="0" y="4"/>
                    <a:pt x="1" y="7"/>
                    <a:pt x="5" y="8"/>
                  </a:cubicBezTo>
                  <a:cubicBezTo>
                    <a:pt x="8" y="8"/>
                    <a:pt x="6" y="2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7" name="Freeform 6344">
              <a:extLst>
                <a:ext uri="{FF2B5EF4-FFF2-40B4-BE49-F238E27FC236}">
                  <a16:creationId xmlns:a16="http://schemas.microsoft.com/office/drawing/2014/main" id="{B682CFB8-E95B-4CC1-B65E-AE3702AE1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303"/>
              <a:ext cx="36" cy="30"/>
            </a:xfrm>
            <a:custGeom>
              <a:avLst/>
              <a:gdLst>
                <a:gd name="T0" fmla="*/ 0 w 18"/>
                <a:gd name="T1" fmla="*/ 0 h 15"/>
                <a:gd name="T2" fmla="*/ 144 w 18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0"/>
                  </a:moveTo>
                  <a:cubicBezTo>
                    <a:pt x="5" y="0"/>
                    <a:pt x="16" y="10"/>
                    <a:pt x="18" y="1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8" name="Freeform 6345">
              <a:extLst>
                <a:ext uri="{FF2B5EF4-FFF2-40B4-BE49-F238E27FC236}">
                  <a16:creationId xmlns:a16="http://schemas.microsoft.com/office/drawing/2014/main" id="{FA3B270A-78FE-4A57-B632-2542A6A15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311"/>
              <a:ext cx="46" cy="150"/>
            </a:xfrm>
            <a:custGeom>
              <a:avLst/>
              <a:gdLst>
                <a:gd name="T0" fmla="*/ 80 w 23"/>
                <a:gd name="T1" fmla="*/ 0 h 75"/>
                <a:gd name="T2" fmla="*/ 112 w 23"/>
                <a:gd name="T3" fmla="*/ 280 h 75"/>
                <a:gd name="T4" fmla="*/ 152 w 23"/>
                <a:gd name="T5" fmla="*/ 456 h 75"/>
                <a:gd name="T6" fmla="*/ 184 w 23"/>
                <a:gd name="T7" fmla="*/ 60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75">
                  <a:moveTo>
                    <a:pt x="10" y="0"/>
                  </a:moveTo>
                  <a:cubicBezTo>
                    <a:pt x="0" y="0"/>
                    <a:pt x="14" y="31"/>
                    <a:pt x="14" y="35"/>
                  </a:cubicBezTo>
                  <a:cubicBezTo>
                    <a:pt x="16" y="43"/>
                    <a:pt x="17" y="50"/>
                    <a:pt x="19" y="57"/>
                  </a:cubicBezTo>
                  <a:cubicBezTo>
                    <a:pt x="21" y="63"/>
                    <a:pt x="23" y="70"/>
                    <a:pt x="23" y="7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9" name="Freeform 6346">
              <a:extLst>
                <a:ext uri="{FF2B5EF4-FFF2-40B4-BE49-F238E27FC236}">
                  <a16:creationId xmlns:a16="http://schemas.microsoft.com/office/drawing/2014/main" id="{DD23D53D-89B4-4D36-AA13-AFFFBCFC3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295"/>
              <a:ext cx="8" cy="16"/>
            </a:xfrm>
            <a:custGeom>
              <a:avLst/>
              <a:gdLst>
                <a:gd name="T0" fmla="*/ 0 w 4"/>
                <a:gd name="T1" fmla="*/ 64 h 8"/>
                <a:gd name="T2" fmla="*/ 24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3" y="7"/>
                    <a:pt x="4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0" name="Freeform 6347">
              <a:extLst>
                <a:ext uri="{FF2B5EF4-FFF2-40B4-BE49-F238E27FC236}">
                  <a16:creationId xmlns:a16="http://schemas.microsoft.com/office/drawing/2014/main" id="{D941EC22-2491-4624-91F2-09FFCE5FF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097"/>
              <a:ext cx="14" cy="68"/>
            </a:xfrm>
            <a:custGeom>
              <a:avLst/>
              <a:gdLst>
                <a:gd name="T0" fmla="*/ 56 w 7"/>
                <a:gd name="T1" fmla="*/ 272 h 34"/>
                <a:gd name="T2" fmla="*/ 40 w 7"/>
                <a:gd name="T3" fmla="*/ 144 h 34"/>
                <a:gd name="T4" fmla="*/ 0 w 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4">
                  <a:moveTo>
                    <a:pt x="7" y="34"/>
                  </a:moveTo>
                  <a:cubicBezTo>
                    <a:pt x="6" y="29"/>
                    <a:pt x="5" y="24"/>
                    <a:pt x="5" y="18"/>
                  </a:cubicBezTo>
                  <a:cubicBezTo>
                    <a:pt x="4" y="14"/>
                    <a:pt x="0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1" name="Freeform 6348">
              <a:extLst>
                <a:ext uri="{FF2B5EF4-FFF2-40B4-BE49-F238E27FC236}">
                  <a16:creationId xmlns:a16="http://schemas.microsoft.com/office/drawing/2014/main" id="{8A8EECAD-4A43-41CB-9B3B-2BDA3339B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153"/>
              <a:ext cx="2" cy="28"/>
            </a:xfrm>
            <a:custGeom>
              <a:avLst/>
              <a:gdLst>
                <a:gd name="T0" fmla="*/ 8 w 1"/>
                <a:gd name="T1" fmla="*/ 0 h 14"/>
                <a:gd name="T2" fmla="*/ 0 w 1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1" y="0"/>
                  </a:moveTo>
                  <a:cubicBezTo>
                    <a:pt x="1" y="5"/>
                    <a:pt x="0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2" name="Freeform 6349">
              <a:extLst>
                <a:ext uri="{FF2B5EF4-FFF2-40B4-BE49-F238E27FC236}">
                  <a16:creationId xmlns:a16="http://schemas.microsoft.com/office/drawing/2014/main" id="{9563B01C-E882-4948-B504-8CF37EB9B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151"/>
              <a:ext cx="10" cy="6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3" name="Freeform 6350">
              <a:extLst>
                <a:ext uri="{FF2B5EF4-FFF2-40B4-BE49-F238E27FC236}">
                  <a16:creationId xmlns:a16="http://schemas.microsoft.com/office/drawing/2014/main" id="{DC4ACE2C-1C2B-4B90-8DFC-61B9D3BA0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53"/>
              <a:ext cx="26" cy="20"/>
            </a:xfrm>
            <a:custGeom>
              <a:avLst/>
              <a:gdLst>
                <a:gd name="T0" fmla="*/ 0 w 13"/>
                <a:gd name="T1" fmla="*/ 0 h 10"/>
                <a:gd name="T2" fmla="*/ 104 w 13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8"/>
                    <a:pt x="7" y="7"/>
                    <a:pt x="13" y="1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4" name="Freeform 6351">
              <a:extLst>
                <a:ext uri="{FF2B5EF4-FFF2-40B4-BE49-F238E27FC236}">
                  <a16:creationId xmlns:a16="http://schemas.microsoft.com/office/drawing/2014/main" id="{218FB161-5A42-400C-BBC8-79CAA1C1F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271"/>
              <a:ext cx="8" cy="20"/>
            </a:xfrm>
            <a:custGeom>
              <a:avLst/>
              <a:gdLst>
                <a:gd name="T0" fmla="*/ 24 w 4"/>
                <a:gd name="T1" fmla="*/ 0 h 10"/>
                <a:gd name="T2" fmla="*/ 32 w 4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0" y="2"/>
                    <a:pt x="2" y="6"/>
                    <a:pt x="4" y="1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5" name="Freeform 6352">
              <a:extLst>
                <a:ext uri="{FF2B5EF4-FFF2-40B4-BE49-F238E27FC236}">
                  <a16:creationId xmlns:a16="http://schemas.microsoft.com/office/drawing/2014/main" id="{FE36775E-6630-4D1F-9E9A-ABE1EAB59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010"/>
              <a:ext cx="26" cy="85"/>
            </a:xfrm>
            <a:custGeom>
              <a:avLst/>
              <a:gdLst>
                <a:gd name="T0" fmla="*/ 0 w 13"/>
                <a:gd name="T1" fmla="*/ 348 h 42"/>
                <a:gd name="T2" fmla="*/ 104 w 13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0" y="42"/>
                  </a:moveTo>
                  <a:cubicBezTo>
                    <a:pt x="0" y="26"/>
                    <a:pt x="1" y="11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6" name="Freeform 6353">
              <a:extLst>
                <a:ext uri="{FF2B5EF4-FFF2-40B4-BE49-F238E27FC236}">
                  <a16:creationId xmlns:a16="http://schemas.microsoft.com/office/drawing/2014/main" id="{CBF862FA-7FCC-4D25-BF44-05F03CA1C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014"/>
              <a:ext cx="6" cy="10"/>
            </a:xfrm>
            <a:custGeom>
              <a:avLst/>
              <a:gdLst>
                <a:gd name="T0" fmla="*/ 8 w 3"/>
                <a:gd name="T1" fmla="*/ 0 h 5"/>
                <a:gd name="T2" fmla="*/ 24 w 3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7" name="Freeform 6354">
              <a:extLst>
                <a:ext uri="{FF2B5EF4-FFF2-40B4-BE49-F238E27FC236}">
                  <a16:creationId xmlns:a16="http://schemas.microsoft.com/office/drawing/2014/main" id="{CCD8E6F4-F781-4BAA-93EC-6854B087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936"/>
              <a:ext cx="24" cy="10"/>
            </a:xfrm>
            <a:custGeom>
              <a:avLst/>
              <a:gdLst>
                <a:gd name="T0" fmla="*/ 0 w 12"/>
                <a:gd name="T1" fmla="*/ 40 h 5"/>
                <a:gd name="T2" fmla="*/ 96 w 12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0"/>
                    <a:pt x="8" y="1"/>
                    <a:pt x="12" y="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8" name="Freeform 6355">
              <a:extLst>
                <a:ext uri="{FF2B5EF4-FFF2-40B4-BE49-F238E27FC236}">
                  <a16:creationId xmlns:a16="http://schemas.microsoft.com/office/drawing/2014/main" id="{8FD55D87-4E22-4E51-97BA-4AF743728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924"/>
              <a:ext cx="6" cy="16"/>
            </a:xfrm>
            <a:custGeom>
              <a:avLst/>
              <a:gdLst>
                <a:gd name="T0" fmla="*/ 8 w 3"/>
                <a:gd name="T1" fmla="*/ 0 h 8"/>
                <a:gd name="T2" fmla="*/ 24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3"/>
                    <a:pt x="0" y="6"/>
                    <a:pt x="3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9" name="Freeform 6356">
              <a:extLst>
                <a:ext uri="{FF2B5EF4-FFF2-40B4-BE49-F238E27FC236}">
                  <a16:creationId xmlns:a16="http://schemas.microsoft.com/office/drawing/2014/main" id="{2C6CC784-1948-4F10-A0FE-076272168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840"/>
              <a:ext cx="4" cy="40"/>
            </a:xfrm>
            <a:custGeom>
              <a:avLst/>
              <a:gdLst>
                <a:gd name="T0" fmla="*/ 0 w 2"/>
                <a:gd name="T1" fmla="*/ 0 h 20"/>
                <a:gd name="T2" fmla="*/ 8 w 2"/>
                <a:gd name="T3" fmla="*/ 16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2" y="6"/>
                    <a:pt x="2" y="13"/>
                    <a:pt x="1" y="2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0" name="Freeform 6357">
              <a:extLst>
                <a:ext uri="{FF2B5EF4-FFF2-40B4-BE49-F238E27FC236}">
                  <a16:creationId xmlns:a16="http://schemas.microsoft.com/office/drawing/2014/main" id="{405F04C0-A999-43B1-9A42-0A3E75848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856"/>
              <a:ext cx="16" cy="4"/>
            </a:xfrm>
            <a:custGeom>
              <a:avLst/>
              <a:gdLst>
                <a:gd name="T0" fmla="*/ 0 w 8"/>
                <a:gd name="T1" fmla="*/ 0 h 2"/>
                <a:gd name="T2" fmla="*/ 64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1" name="Freeform 6358">
              <a:extLst>
                <a:ext uri="{FF2B5EF4-FFF2-40B4-BE49-F238E27FC236}">
                  <a16:creationId xmlns:a16="http://schemas.microsoft.com/office/drawing/2014/main" id="{23487D88-E556-4690-92B5-9CACE876B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764"/>
              <a:ext cx="12" cy="28"/>
            </a:xfrm>
            <a:custGeom>
              <a:avLst/>
              <a:gdLst>
                <a:gd name="T0" fmla="*/ 24 w 6"/>
                <a:gd name="T1" fmla="*/ 112 h 14"/>
                <a:gd name="T2" fmla="*/ 0 w 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3" y="14"/>
                  </a:moveTo>
                  <a:cubicBezTo>
                    <a:pt x="6" y="9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2" name="Freeform 6359">
              <a:extLst>
                <a:ext uri="{FF2B5EF4-FFF2-40B4-BE49-F238E27FC236}">
                  <a16:creationId xmlns:a16="http://schemas.microsoft.com/office/drawing/2014/main" id="{2561D3B0-FFDC-442D-B84B-5DDB42B29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770"/>
              <a:ext cx="16" cy="14"/>
            </a:xfrm>
            <a:custGeom>
              <a:avLst/>
              <a:gdLst>
                <a:gd name="T0" fmla="*/ 0 w 8"/>
                <a:gd name="T1" fmla="*/ 16 h 7"/>
                <a:gd name="T2" fmla="*/ 64 w 8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4" y="0"/>
                    <a:pt x="7" y="3"/>
                    <a:pt x="8" y="7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3" name="Freeform 6360">
              <a:extLst>
                <a:ext uri="{FF2B5EF4-FFF2-40B4-BE49-F238E27FC236}">
                  <a16:creationId xmlns:a16="http://schemas.microsoft.com/office/drawing/2014/main" id="{94BD18A8-CDBC-4295-9B66-2BFAC76F7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776"/>
              <a:ext cx="28" cy="8"/>
            </a:xfrm>
            <a:custGeom>
              <a:avLst/>
              <a:gdLst>
                <a:gd name="T0" fmla="*/ 0 w 14"/>
                <a:gd name="T1" fmla="*/ 0 h 4"/>
                <a:gd name="T2" fmla="*/ 112 w 14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5" y="1"/>
                    <a:pt x="9" y="4"/>
                    <a:pt x="14" y="2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4" name="Freeform 6361">
              <a:extLst>
                <a:ext uri="{FF2B5EF4-FFF2-40B4-BE49-F238E27FC236}">
                  <a16:creationId xmlns:a16="http://schemas.microsoft.com/office/drawing/2014/main" id="{F449A315-DC40-4B88-BE22-1FBE7F8A4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736"/>
              <a:ext cx="26" cy="24"/>
            </a:xfrm>
            <a:custGeom>
              <a:avLst/>
              <a:gdLst>
                <a:gd name="T0" fmla="*/ 0 w 13"/>
                <a:gd name="T1" fmla="*/ 96 h 12"/>
                <a:gd name="T2" fmla="*/ 104 w 1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12"/>
                  </a:moveTo>
                  <a:cubicBezTo>
                    <a:pt x="7" y="9"/>
                    <a:pt x="10" y="6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5" name="Freeform 6362">
              <a:extLst>
                <a:ext uri="{FF2B5EF4-FFF2-40B4-BE49-F238E27FC236}">
                  <a16:creationId xmlns:a16="http://schemas.microsoft.com/office/drawing/2014/main" id="{DAB6C3A3-13D9-4FD1-B15D-049DD69CE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736"/>
              <a:ext cx="10" cy="16"/>
            </a:xfrm>
            <a:custGeom>
              <a:avLst/>
              <a:gdLst>
                <a:gd name="T0" fmla="*/ 0 w 5"/>
                <a:gd name="T1" fmla="*/ 0 h 8"/>
                <a:gd name="T2" fmla="*/ 16 w 5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4" y="1"/>
                    <a:pt x="5" y="5"/>
                    <a:pt x="2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6" name="Freeform 6363">
              <a:extLst>
                <a:ext uri="{FF2B5EF4-FFF2-40B4-BE49-F238E27FC236}">
                  <a16:creationId xmlns:a16="http://schemas.microsoft.com/office/drawing/2014/main" id="{2AE0F514-BCD2-4736-8E6E-2BFC4AB09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752"/>
              <a:ext cx="34" cy="20"/>
            </a:xfrm>
            <a:custGeom>
              <a:avLst/>
              <a:gdLst>
                <a:gd name="T0" fmla="*/ 0 w 17"/>
                <a:gd name="T1" fmla="*/ 80 h 10"/>
                <a:gd name="T2" fmla="*/ 136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7" y="10"/>
                    <a:pt x="12" y="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7" name="Freeform 6364">
              <a:extLst>
                <a:ext uri="{FF2B5EF4-FFF2-40B4-BE49-F238E27FC236}">
                  <a16:creationId xmlns:a16="http://schemas.microsoft.com/office/drawing/2014/main" id="{7DF569B2-FBBE-4300-B974-1FC40F789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766"/>
              <a:ext cx="10" cy="18"/>
            </a:xfrm>
            <a:custGeom>
              <a:avLst/>
              <a:gdLst>
                <a:gd name="T0" fmla="*/ 8 w 5"/>
                <a:gd name="T1" fmla="*/ 0 h 9"/>
                <a:gd name="T2" fmla="*/ 40 w 5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4"/>
                    <a:pt x="2" y="7"/>
                    <a:pt x="5" y="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8" name="Freeform 6365">
              <a:extLst>
                <a:ext uri="{FF2B5EF4-FFF2-40B4-BE49-F238E27FC236}">
                  <a16:creationId xmlns:a16="http://schemas.microsoft.com/office/drawing/2014/main" id="{7AC46BAB-FFBF-473B-BA19-4419AFA4C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816"/>
              <a:ext cx="30" cy="6"/>
            </a:xfrm>
            <a:custGeom>
              <a:avLst/>
              <a:gdLst>
                <a:gd name="T0" fmla="*/ 0 w 15"/>
                <a:gd name="T1" fmla="*/ 8 h 3"/>
                <a:gd name="T2" fmla="*/ 120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1"/>
                  </a:moveTo>
                  <a:cubicBezTo>
                    <a:pt x="5" y="3"/>
                    <a:pt x="10" y="1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9" name="Freeform 6366">
              <a:extLst>
                <a:ext uri="{FF2B5EF4-FFF2-40B4-BE49-F238E27FC236}">
                  <a16:creationId xmlns:a16="http://schemas.microsoft.com/office/drawing/2014/main" id="{B85CB2BE-7CBE-4F5F-BA9F-A353AEB8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820"/>
              <a:ext cx="4" cy="16"/>
            </a:xfrm>
            <a:custGeom>
              <a:avLst/>
              <a:gdLst>
                <a:gd name="T0" fmla="*/ 8 w 2"/>
                <a:gd name="T1" fmla="*/ 0 h 8"/>
                <a:gd name="T2" fmla="*/ 16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0" name="Freeform 6367">
              <a:extLst>
                <a:ext uri="{FF2B5EF4-FFF2-40B4-BE49-F238E27FC236}">
                  <a16:creationId xmlns:a16="http://schemas.microsoft.com/office/drawing/2014/main" id="{2D49F0C2-B2DD-4B0B-AA65-2646471AC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892"/>
              <a:ext cx="38" cy="18"/>
            </a:xfrm>
            <a:custGeom>
              <a:avLst/>
              <a:gdLst>
                <a:gd name="T0" fmla="*/ 0 w 19"/>
                <a:gd name="T1" fmla="*/ 0 h 9"/>
                <a:gd name="T2" fmla="*/ 152 w 19"/>
                <a:gd name="T3" fmla="*/ 6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7" y="3"/>
                    <a:pt x="10" y="9"/>
                    <a:pt x="19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1" name="Freeform 6368">
              <a:extLst>
                <a:ext uri="{FF2B5EF4-FFF2-40B4-BE49-F238E27FC236}">
                  <a16:creationId xmlns:a16="http://schemas.microsoft.com/office/drawing/2014/main" id="{ED668702-85A3-426F-AED7-F47632452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902"/>
              <a:ext cx="10" cy="10"/>
            </a:xfrm>
            <a:custGeom>
              <a:avLst/>
              <a:gdLst>
                <a:gd name="T0" fmla="*/ 40 w 5"/>
                <a:gd name="T1" fmla="*/ 8 h 5"/>
                <a:gd name="T2" fmla="*/ 0 w 5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2" y="0"/>
                    <a:pt x="1" y="2"/>
                    <a:pt x="0" y="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2" name="Freeform 6369">
              <a:extLst>
                <a:ext uri="{FF2B5EF4-FFF2-40B4-BE49-F238E27FC236}">
                  <a16:creationId xmlns:a16="http://schemas.microsoft.com/office/drawing/2014/main" id="{B012ED5A-20D2-4AFC-B481-E0CD4FD6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970"/>
              <a:ext cx="16" cy="54"/>
            </a:xfrm>
            <a:custGeom>
              <a:avLst/>
              <a:gdLst>
                <a:gd name="T0" fmla="*/ 48 w 8"/>
                <a:gd name="T1" fmla="*/ 0 h 27"/>
                <a:gd name="T2" fmla="*/ 0 w 8"/>
                <a:gd name="T3" fmla="*/ 21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6" y="0"/>
                  </a:moveTo>
                  <a:cubicBezTo>
                    <a:pt x="8" y="10"/>
                    <a:pt x="2" y="18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3" name="Freeform 6370">
              <a:extLst>
                <a:ext uri="{FF2B5EF4-FFF2-40B4-BE49-F238E27FC236}">
                  <a16:creationId xmlns:a16="http://schemas.microsoft.com/office/drawing/2014/main" id="{4BDAE35F-F839-4DA7-966B-D310DD457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996"/>
              <a:ext cx="10" cy="2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1"/>
                    <a:pt x="5" y="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4" name="Freeform 6371">
              <a:extLst>
                <a:ext uri="{FF2B5EF4-FFF2-40B4-BE49-F238E27FC236}">
                  <a16:creationId xmlns:a16="http://schemas.microsoft.com/office/drawing/2014/main" id="{034973EB-C5CB-46F4-AD9A-B0EDF8F78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908"/>
              <a:ext cx="18" cy="48"/>
            </a:xfrm>
            <a:custGeom>
              <a:avLst/>
              <a:gdLst>
                <a:gd name="T0" fmla="*/ 8 w 9"/>
                <a:gd name="T1" fmla="*/ 0 h 24"/>
                <a:gd name="T2" fmla="*/ 40 w 9"/>
                <a:gd name="T3" fmla="*/ 88 h 24"/>
                <a:gd name="T4" fmla="*/ 72 w 9"/>
                <a:gd name="T5" fmla="*/ 19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1" y="0"/>
                  </a:moveTo>
                  <a:cubicBezTo>
                    <a:pt x="0" y="3"/>
                    <a:pt x="4" y="7"/>
                    <a:pt x="5" y="11"/>
                  </a:cubicBezTo>
                  <a:cubicBezTo>
                    <a:pt x="6" y="16"/>
                    <a:pt x="6" y="19"/>
                    <a:pt x="9" y="2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5" name="Freeform 6372">
              <a:extLst>
                <a:ext uri="{FF2B5EF4-FFF2-40B4-BE49-F238E27FC236}">
                  <a16:creationId xmlns:a16="http://schemas.microsoft.com/office/drawing/2014/main" id="{BC9016E9-12AC-4CB7-9CA3-952EAEADF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818"/>
              <a:ext cx="12" cy="12"/>
            </a:xfrm>
            <a:custGeom>
              <a:avLst/>
              <a:gdLst>
                <a:gd name="T0" fmla="*/ 0 w 6"/>
                <a:gd name="T1" fmla="*/ 0 h 6"/>
                <a:gd name="T2" fmla="*/ 48 w 6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3" y="1"/>
                    <a:pt x="4" y="4"/>
                    <a:pt x="6" y="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6" name="Freeform 6373">
              <a:extLst>
                <a:ext uri="{FF2B5EF4-FFF2-40B4-BE49-F238E27FC236}">
                  <a16:creationId xmlns:a16="http://schemas.microsoft.com/office/drawing/2014/main" id="{8835A9F9-256E-49E8-96F5-77020C2B1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101"/>
              <a:ext cx="24" cy="50"/>
            </a:xfrm>
            <a:custGeom>
              <a:avLst/>
              <a:gdLst>
                <a:gd name="T0" fmla="*/ 0 w 12"/>
                <a:gd name="T1" fmla="*/ 0 h 25"/>
                <a:gd name="T2" fmla="*/ 48 w 12"/>
                <a:gd name="T3" fmla="*/ 96 h 25"/>
                <a:gd name="T4" fmla="*/ 96 w 12"/>
                <a:gd name="T5" fmla="*/ 20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1" y="4"/>
                    <a:pt x="5" y="8"/>
                    <a:pt x="6" y="12"/>
                  </a:cubicBezTo>
                  <a:cubicBezTo>
                    <a:pt x="8" y="17"/>
                    <a:pt x="8" y="21"/>
                    <a:pt x="12" y="2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7" name="Freeform 6374">
              <a:extLst>
                <a:ext uri="{FF2B5EF4-FFF2-40B4-BE49-F238E27FC236}">
                  <a16:creationId xmlns:a16="http://schemas.microsoft.com/office/drawing/2014/main" id="{3CEEAC43-9061-4F27-808B-AC26AFF3F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157"/>
              <a:ext cx="54" cy="120"/>
            </a:xfrm>
            <a:custGeom>
              <a:avLst/>
              <a:gdLst>
                <a:gd name="T0" fmla="*/ 0 w 27"/>
                <a:gd name="T1" fmla="*/ 0 h 60"/>
                <a:gd name="T2" fmla="*/ 80 w 27"/>
                <a:gd name="T3" fmla="*/ 160 h 60"/>
                <a:gd name="T4" fmla="*/ 128 w 27"/>
                <a:gd name="T5" fmla="*/ 280 h 60"/>
                <a:gd name="T6" fmla="*/ 192 w 27"/>
                <a:gd name="T7" fmla="*/ 400 h 60"/>
                <a:gd name="T8" fmla="*/ 216 w 27"/>
                <a:gd name="T9" fmla="*/ 48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0">
                  <a:moveTo>
                    <a:pt x="0" y="0"/>
                  </a:moveTo>
                  <a:cubicBezTo>
                    <a:pt x="4" y="7"/>
                    <a:pt x="8" y="13"/>
                    <a:pt x="10" y="20"/>
                  </a:cubicBezTo>
                  <a:cubicBezTo>
                    <a:pt x="12" y="25"/>
                    <a:pt x="14" y="30"/>
                    <a:pt x="16" y="35"/>
                  </a:cubicBezTo>
                  <a:cubicBezTo>
                    <a:pt x="19" y="40"/>
                    <a:pt x="21" y="45"/>
                    <a:pt x="24" y="50"/>
                  </a:cubicBezTo>
                  <a:cubicBezTo>
                    <a:pt x="26" y="53"/>
                    <a:pt x="25" y="58"/>
                    <a:pt x="27" y="6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8" name="Freeform 6375">
              <a:extLst>
                <a:ext uri="{FF2B5EF4-FFF2-40B4-BE49-F238E27FC236}">
                  <a16:creationId xmlns:a16="http://schemas.microsoft.com/office/drawing/2014/main" id="{5AC7ACE3-D616-47FD-A232-4D11FF849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804"/>
              <a:ext cx="28" cy="42"/>
            </a:xfrm>
            <a:custGeom>
              <a:avLst/>
              <a:gdLst>
                <a:gd name="T0" fmla="*/ 0 w 14"/>
                <a:gd name="T1" fmla="*/ 168 h 21"/>
                <a:gd name="T2" fmla="*/ 112 w 1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0" y="21"/>
                  </a:moveTo>
                  <a:cubicBezTo>
                    <a:pt x="3" y="13"/>
                    <a:pt x="9" y="6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9" name="Freeform 6376">
              <a:extLst>
                <a:ext uri="{FF2B5EF4-FFF2-40B4-BE49-F238E27FC236}">
                  <a16:creationId xmlns:a16="http://schemas.microsoft.com/office/drawing/2014/main" id="{C2E04A77-BCDD-4AE4-B435-FF2AFDF3D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94"/>
              <a:ext cx="18" cy="38"/>
            </a:xfrm>
            <a:custGeom>
              <a:avLst/>
              <a:gdLst>
                <a:gd name="T0" fmla="*/ 8 w 9"/>
                <a:gd name="T1" fmla="*/ 152 h 19"/>
                <a:gd name="T2" fmla="*/ 72 w 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1" y="19"/>
                  </a:moveTo>
                  <a:cubicBezTo>
                    <a:pt x="0" y="15"/>
                    <a:pt x="6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90" name="Freeform 6377">
              <a:extLst>
                <a:ext uri="{FF2B5EF4-FFF2-40B4-BE49-F238E27FC236}">
                  <a16:creationId xmlns:a16="http://schemas.microsoft.com/office/drawing/2014/main" id="{A5659EEF-7CAD-4634-A3BC-AF6CE0823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405"/>
              <a:ext cx="18" cy="14"/>
            </a:xfrm>
            <a:custGeom>
              <a:avLst/>
              <a:gdLst>
                <a:gd name="T0" fmla="*/ 0 w 9"/>
                <a:gd name="T1" fmla="*/ 8 h 7"/>
                <a:gd name="T2" fmla="*/ 7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1"/>
                  </a:moveTo>
                  <a:cubicBezTo>
                    <a:pt x="1" y="7"/>
                    <a:pt x="7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91" name="Freeform 6378">
              <a:extLst>
                <a:ext uri="{FF2B5EF4-FFF2-40B4-BE49-F238E27FC236}">
                  <a16:creationId xmlns:a16="http://schemas.microsoft.com/office/drawing/2014/main" id="{35371D4B-B9C3-4C19-97BB-CB079DCC4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413"/>
              <a:ext cx="16" cy="6"/>
            </a:xfrm>
            <a:custGeom>
              <a:avLst/>
              <a:gdLst>
                <a:gd name="T0" fmla="*/ 64 w 8"/>
                <a:gd name="T1" fmla="*/ 8 h 3"/>
                <a:gd name="T2" fmla="*/ 0 w 8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1"/>
                  </a:moveTo>
                  <a:cubicBezTo>
                    <a:pt x="5" y="0"/>
                    <a:pt x="1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92" name="Freeform 6379">
              <a:extLst>
                <a:ext uri="{FF2B5EF4-FFF2-40B4-BE49-F238E27FC236}">
                  <a16:creationId xmlns:a16="http://schemas.microsoft.com/office/drawing/2014/main" id="{C8128818-D5C2-4CFD-B344-52EEF484F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413"/>
              <a:ext cx="22" cy="74"/>
            </a:xfrm>
            <a:custGeom>
              <a:avLst/>
              <a:gdLst>
                <a:gd name="T0" fmla="*/ 0 w 11"/>
                <a:gd name="T1" fmla="*/ 184 h 37"/>
                <a:gd name="T2" fmla="*/ 32 w 11"/>
                <a:gd name="T3" fmla="*/ 272 h 37"/>
                <a:gd name="T4" fmla="*/ 88 w 11"/>
                <a:gd name="T5" fmla="*/ 216 h 37"/>
                <a:gd name="T6" fmla="*/ 56 w 11"/>
                <a:gd name="T7" fmla="*/ 112 h 37"/>
                <a:gd name="T8" fmla="*/ 32 w 1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7">
                  <a:moveTo>
                    <a:pt x="0" y="23"/>
                  </a:moveTo>
                  <a:cubicBezTo>
                    <a:pt x="1" y="25"/>
                    <a:pt x="2" y="32"/>
                    <a:pt x="4" y="34"/>
                  </a:cubicBezTo>
                  <a:cubicBezTo>
                    <a:pt x="10" y="37"/>
                    <a:pt x="11" y="29"/>
                    <a:pt x="11" y="27"/>
                  </a:cubicBezTo>
                  <a:cubicBezTo>
                    <a:pt x="11" y="22"/>
                    <a:pt x="9" y="18"/>
                    <a:pt x="7" y="14"/>
                  </a:cubicBezTo>
                  <a:cubicBezTo>
                    <a:pt x="6" y="9"/>
                    <a:pt x="6" y="5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93" name="Freeform 6380">
              <a:extLst>
                <a:ext uri="{FF2B5EF4-FFF2-40B4-BE49-F238E27FC236}">
                  <a16:creationId xmlns:a16="http://schemas.microsoft.com/office/drawing/2014/main" id="{ACFB19C3-26B8-492C-AFA5-4D68A16D2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483"/>
              <a:ext cx="30" cy="60"/>
            </a:xfrm>
            <a:custGeom>
              <a:avLst/>
              <a:gdLst>
                <a:gd name="T0" fmla="*/ 24 w 15"/>
                <a:gd name="T1" fmla="*/ 0 h 30"/>
                <a:gd name="T2" fmla="*/ 40 w 15"/>
                <a:gd name="T3" fmla="*/ 120 h 30"/>
                <a:gd name="T4" fmla="*/ 88 w 15"/>
                <a:gd name="T5" fmla="*/ 240 h 30"/>
                <a:gd name="T6" fmla="*/ 120 w 15"/>
                <a:gd name="T7" fmla="*/ 24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0">
                  <a:moveTo>
                    <a:pt x="3" y="0"/>
                  </a:moveTo>
                  <a:cubicBezTo>
                    <a:pt x="0" y="1"/>
                    <a:pt x="4" y="12"/>
                    <a:pt x="5" y="15"/>
                  </a:cubicBezTo>
                  <a:cubicBezTo>
                    <a:pt x="7" y="20"/>
                    <a:pt x="10" y="25"/>
                    <a:pt x="11" y="30"/>
                  </a:cubicBezTo>
                  <a:cubicBezTo>
                    <a:pt x="12" y="30"/>
                    <a:pt x="14" y="30"/>
                    <a:pt x="15" y="3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94" name="Freeform 6381">
              <a:extLst>
                <a:ext uri="{FF2B5EF4-FFF2-40B4-BE49-F238E27FC236}">
                  <a16:creationId xmlns:a16="http://schemas.microsoft.com/office/drawing/2014/main" id="{4C4D6E9E-5189-4512-A65F-80A8CBA2B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543"/>
              <a:ext cx="32" cy="68"/>
            </a:xfrm>
            <a:custGeom>
              <a:avLst/>
              <a:gdLst>
                <a:gd name="T0" fmla="*/ 16 w 16"/>
                <a:gd name="T1" fmla="*/ 0 h 34"/>
                <a:gd name="T2" fmla="*/ 32 w 16"/>
                <a:gd name="T3" fmla="*/ 160 h 34"/>
                <a:gd name="T4" fmla="*/ 128 w 16"/>
                <a:gd name="T5" fmla="*/ 23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4">
                  <a:moveTo>
                    <a:pt x="2" y="0"/>
                  </a:moveTo>
                  <a:cubicBezTo>
                    <a:pt x="0" y="7"/>
                    <a:pt x="2" y="13"/>
                    <a:pt x="4" y="20"/>
                  </a:cubicBezTo>
                  <a:cubicBezTo>
                    <a:pt x="6" y="27"/>
                    <a:pt x="9" y="34"/>
                    <a:pt x="16" y="2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95" name="Freeform 6382">
              <a:extLst>
                <a:ext uri="{FF2B5EF4-FFF2-40B4-BE49-F238E27FC236}">
                  <a16:creationId xmlns:a16="http://schemas.microsoft.com/office/drawing/2014/main" id="{C3E1531D-E31F-4B6C-8322-ABD6792E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655"/>
              <a:ext cx="34" cy="44"/>
            </a:xfrm>
            <a:custGeom>
              <a:avLst/>
              <a:gdLst>
                <a:gd name="T0" fmla="*/ 16 w 17"/>
                <a:gd name="T1" fmla="*/ 0 h 22"/>
                <a:gd name="T2" fmla="*/ 80 w 17"/>
                <a:gd name="T3" fmla="*/ 176 h 22"/>
                <a:gd name="T4" fmla="*/ 136 w 17"/>
                <a:gd name="T5" fmla="*/ 16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2" y="0"/>
                  </a:moveTo>
                  <a:cubicBezTo>
                    <a:pt x="0" y="8"/>
                    <a:pt x="7" y="15"/>
                    <a:pt x="10" y="22"/>
                  </a:cubicBezTo>
                  <a:cubicBezTo>
                    <a:pt x="12" y="22"/>
                    <a:pt x="15" y="22"/>
                    <a:pt x="17" y="2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96" name="Freeform 6383">
              <a:extLst>
                <a:ext uri="{FF2B5EF4-FFF2-40B4-BE49-F238E27FC236}">
                  <a16:creationId xmlns:a16="http://schemas.microsoft.com/office/drawing/2014/main" id="{887B9651-DCAF-455B-BB2A-5AF3E3814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701"/>
              <a:ext cx="50" cy="68"/>
            </a:xfrm>
            <a:custGeom>
              <a:avLst/>
              <a:gdLst>
                <a:gd name="T0" fmla="*/ 16 w 25"/>
                <a:gd name="T1" fmla="*/ 0 h 34"/>
                <a:gd name="T2" fmla="*/ 64 w 25"/>
                <a:gd name="T3" fmla="*/ 168 h 34"/>
                <a:gd name="T4" fmla="*/ 112 w 25"/>
                <a:gd name="T5" fmla="*/ 256 h 34"/>
                <a:gd name="T6" fmla="*/ 200 w 25"/>
                <a:gd name="T7" fmla="*/ 24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2" y="0"/>
                  </a:moveTo>
                  <a:cubicBezTo>
                    <a:pt x="0" y="5"/>
                    <a:pt x="6" y="16"/>
                    <a:pt x="8" y="21"/>
                  </a:cubicBezTo>
                  <a:cubicBezTo>
                    <a:pt x="9" y="24"/>
                    <a:pt x="12" y="31"/>
                    <a:pt x="14" y="32"/>
                  </a:cubicBezTo>
                  <a:cubicBezTo>
                    <a:pt x="17" y="34"/>
                    <a:pt x="24" y="33"/>
                    <a:pt x="25" y="3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97" name="Freeform 6384">
              <a:extLst>
                <a:ext uri="{FF2B5EF4-FFF2-40B4-BE49-F238E27FC236}">
                  <a16:creationId xmlns:a16="http://schemas.microsoft.com/office/drawing/2014/main" id="{8CF4BCAB-3DAB-4772-8208-132455DC5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771"/>
              <a:ext cx="42" cy="38"/>
            </a:xfrm>
            <a:custGeom>
              <a:avLst/>
              <a:gdLst>
                <a:gd name="T0" fmla="*/ 0 w 21"/>
                <a:gd name="T1" fmla="*/ 0 h 19"/>
                <a:gd name="T2" fmla="*/ 168 w 21"/>
                <a:gd name="T3" fmla="*/ 1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0"/>
                  </a:moveTo>
                  <a:cubicBezTo>
                    <a:pt x="6" y="8"/>
                    <a:pt x="10" y="19"/>
                    <a:pt x="21" y="1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98" name="Freeform 6385">
              <a:extLst>
                <a:ext uri="{FF2B5EF4-FFF2-40B4-BE49-F238E27FC236}">
                  <a16:creationId xmlns:a16="http://schemas.microsoft.com/office/drawing/2014/main" id="{3FAE778C-B21B-4054-A121-B0C3F5EF8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797"/>
              <a:ext cx="46" cy="70"/>
            </a:xfrm>
            <a:custGeom>
              <a:avLst/>
              <a:gdLst>
                <a:gd name="T0" fmla="*/ 0 w 23"/>
                <a:gd name="T1" fmla="*/ 0 h 35"/>
                <a:gd name="T2" fmla="*/ 72 w 23"/>
                <a:gd name="T3" fmla="*/ 176 h 35"/>
                <a:gd name="T4" fmla="*/ 104 w 23"/>
                <a:gd name="T5" fmla="*/ 264 h 35"/>
                <a:gd name="T6" fmla="*/ 184 w 23"/>
                <a:gd name="T7" fmla="*/ 25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0" y="0"/>
                  </a:moveTo>
                  <a:cubicBezTo>
                    <a:pt x="2" y="7"/>
                    <a:pt x="6" y="15"/>
                    <a:pt x="9" y="22"/>
                  </a:cubicBezTo>
                  <a:cubicBezTo>
                    <a:pt x="10" y="24"/>
                    <a:pt x="11" y="32"/>
                    <a:pt x="13" y="33"/>
                  </a:cubicBezTo>
                  <a:cubicBezTo>
                    <a:pt x="15" y="35"/>
                    <a:pt x="22" y="33"/>
                    <a:pt x="23" y="3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99" name="Freeform 6386">
              <a:extLst>
                <a:ext uri="{FF2B5EF4-FFF2-40B4-BE49-F238E27FC236}">
                  <a16:creationId xmlns:a16="http://schemas.microsoft.com/office/drawing/2014/main" id="{80B98D7F-0BF7-421D-8517-1AAA01FA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867"/>
              <a:ext cx="38" cy="62"/>
            </a:xfrm>
            <a:custGeom>
              <a:avLst/>
              <a:gdLst>
                <a:gd name="T0" fmla="*/ 16 w 19"/>
                <a:gd name="T1" fmla="*/ 0 h 31"/>
                <a:gd name="T2" fmla="*/ 48 w 19"/>
                <a:gd name="T3" fmla="*/ 160 h 31"/>
                <a:gd name="T4" fmla="*/ 72 w 19"/>
                <a:gd name="T5" fmla="*/ 232 h 31"/>
                <a:gd name="T6" fmla="*/ 152 w 19"/>
                <a:gd name="T7" fmla="*/ 21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1">
                  <a:moveTo>
                    <a:pt x="2" y="0"/>
                  </a:moveTo>
                  <a:cubicBezTo>
                    <a:pt x="0" y="4"/>
                    <a:pt x="5" y="15"/>
                    <a:pt x="6" y="20"/>
                  </a:cubicBezTo>
                  <a:cubicBezTo>
                    <a:pt x="6" y="23"/>
                    <a:pt x="6" y="28"/>
                    <a:pt x="9" y="29"/>
                  </a:cubicBezTo>
                  <a:cubicBezTo>
                    <a:pt x="11" y="31"/>
                    <a:pt x="18" y="29"/>
                    <a:pt x="19" y="2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00" name="Freeform 6387">
              <a:extLst>
                <a:ext uri="{FF2B5EF4-FFF2-40B4-BE49-F238E27FC236}">
                  <a16:creationId xmlns:a16="http://schemas.microsoft.com/office/drawing/2014/main" id="{879B6464-27B3-410A-882F-E1E746215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927"/>
              <a:ext cx="42" cy="60"/>
            </a:xfrm>
            <a:custGeom>
              <a:avLst/>
              <a:gdLst>
                <a:gd name="T0" fmla="*/ 0 w 21"/>
                <a:gd name="T1" fmla="*/ 0 h 30"/>
                <a:gd name="T2" fmla="*/ 56 w 21"/>
                <a:gd name="T3" fmla="*/ 168 h 30"/>
                <a:gd name="T4" fmla="*/ 168 w 21"/>
                <a:gd name="T5" fmla="*/ 18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0">
                  <a:moveTo>
                    <a:pt x="0" y="0"/>
                  </a:moveTo>
                  <a:cubicBezTo>
                    <a:pt x="2" y="7"/>
                    <a:pt x="3" y="15"/>
                    <a:pt x="7" y="21"/>
                  </a:cubicBezTo>
                  <a:cubicBezTo>
                    <a:pt x="10" y="26"/>
                    <a:pt x="18" y="30"/>
                    <a:pt x="21" y="2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01" name="Freeform 6388">
              <a:extLst>
                <a:ext uri="{FF2B5EF4-FFF2-40B4-BE49-F238E27FC236}">
                  <a16:creationId xmlns:a16="http://schemas.microsoft.com/office/drawing/2014/main" id="{DE60DFF2-1490-444B-BC5B-A1AB6838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979"/>
              <a:ext cx="42" cy="56"/>
            </a:xfrm>
            <a:custGeom>
              <a:avLst/>
              <a:gdLst>
                <a:gd name="T0" fmla="*/ 0 w 21"/>
                <a:gd name="T1" fmla="*/ 0 h 28"/>
                <a:gd name="T2" fmla="*/ 40 w 21"/>
                <a:gd name="T3" fmla="*/ 56 h 28"/>
                <a:gd name="T4" fmla="*/ 80 w 21"/>
                <a:gd name="T5" fmla="*/ 144 h 28"/>
                <a:gd name="T6" fmla="*/ 96 w 21"/>
                <a:gd name="T7" fmla="*/ 224 h 28"/>
                <a:gd name="T8" fmla="*/ 168 w 21"/>
                <a:gd name="T9" fmla="*/ 20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">
                  <a:moveTo>
                    <a:pt x="0" y="0"/>
                  </a:moveTo>
                  <a:cubicBezTo>
                    <a:pt x="0" y="3"/>
                    <a:pt x="3" y="5"/>
                    <a:pt x="5" y="7"/>
                  </a:cubicBezTo>
                  <a:cubicBezTo>
                    <a:pt x="7" y="10"/>
                    <a:pt x="9" y="14"/>
                    <a:pt x="10" y="18"/>
                  </a:cubicBezTo>
                  <a:cubicBezTo>
                    <a:pt x="11" y="20"/>
                    <a:pt x="10" y="26"/>
                    <a:pt x="12" y="28"/>
                  </a:cubicBezTo>
                  <a:cubicBezTo>
                    <a:pt x="13" y="28"/>
                    <a:pt x="21" y="25"/>
                    <a:pt x="21" y="2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02" name="Freeform 6389">
              <a:extLst>
                <a:ext uri="{FF2B5EF4-FFF2-40B4-BE49-F238E27FC236}">
                  <a16:creationId xmlns:a16="http://schemas.microsoft.com/office/drawing/2014/main" id="{3FFF6685-3737-48E2-A16A-BE5B4371B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033"/>
              <a:ext cx="36" cy="72"/>
            </a:xfrm>
            <a:custGeom>
              <a:avLst/>
              <a:gdLst>
                <a:gd name="T0" fmla="*/ 0 w 18"/>
                <a:gd name="T1" fmla="*/ 0 h 36"/>
                <a:gd name="T2" fmla="*/ 24 w 18"/>
                <a:gd name="T3" fmla="*/ 192 h 36"/>
                <a:gd name="T4" fmla="*/ 56 w 18"/>
                <a:gd name="T5" fmla="*/ 272 h 36"/>
                <a:gd name="T6" fmla="*/ 144 w 18"/>
                <a:gd name="T7" fmla="*/ 264 h 36"/>
                <a:gd name="T8" fmla="*/ 136 w 18"/>
                <a:gd name="T9" fmla="*/ 25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6">
                  <a:moveTo>
                    <a:pt x="0" y="0"/>
                  </a:moveTo>
                  <a:cubicBezTo>
                    <a:pt x="2" y="7"/>
                    <a:pt x="2" y="17"/>
                    <a:pt x="3" y="24"/>
                  </a:cubicBezTo>
                  <a:cubicBezTo>
                    <a:pt x="4" y="27"/>
                    <a:pt x="4" y="32"/>
                    <a:pt x="7" y="34"/>
                  </a:cubicBezTo>
                  <a:cubicBezTo>
                    <a:pt x="11" y="36"/>
                    <a:pt x="15" y="33"/>
                    <a:pt x="18" y="33"/>
                  </a:cubicBezTo>
                  <a:cubicBezTo>
                    <a:pt x="18" y="32"/>
                    <a:pt x="18" y="32"/>
                    <a:pt x="17" y="3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03" name="Freeform 6390">
              <a:extLst>
                <a:ext uri="{FF2B5EF4-FFF2-40B4-BE49-F238E27FC236}">
                  <a16:creationId xmlns:a16="http://schemas.microsoft.com/office/drawing/2014/main" id="{1856E375-E2C8-4E55-8556-6126FAFC0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3101"/>
              <a:ext cx="46" cy="48"/>
            </a:xfrm>
            <a:custGeom>
              <a:avLst/>
              <a:gdLst>
                <a:gd name="T0" fmla="*/ 0 w 23"/>
                <a:gd name="T1" fmla="*/ 8 h 24"/>
                <a:gd name="T2" fmla="*/ 8 w 23"/>
                <a:gd name="T3" fmla="*/ 8 h 24"/>
                <a:gd name="T4" fmla="*/ 40 w 23"/>
                <a:gd name="T5" fmla="*/ 80 h 24"/>
                <a:gd name="T6" fmla="*/ 64 w 23"/>
                <a:gd name="T7" fmla="*/ 160 h 24"/>
                <a:gd name="T8" fmla="*/ 184 w 23"/>
                <a:gd name="T9" fmla="*/ 16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1" y="4"/>
                    <a:pt x="4" y="7"/>
                    <a:pt x="5" y="10"/>
                  </a:cubicBezTo>
                  <a:cubicBezTo>
                    <a:pt x="6" y="13"/>
                    <a:pt x="6" y="18"/>
                    <a:pt x="8" y="20"/>
                  </a:cubicBezTo>
                  <a:cubicBezTo>
                    <a:pt x="11" y="23"/>
                    <a:pt x="21" y="24"/>
                    <a:pt x="23" y="2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04" name="Freeform 6391">
              <a:extLst>
                <a:ext uri="{FF2B5EF4-FFF2-40B4-BE49-F238E27FC236}">
                  <a16:creationId xmlns:a16="http://schemas.microsoft.com/office/drawing/2014/main" id="{0688B860-904E-4726-B649-CB8C07587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145"/>
              <a:ext cx="30" cy="38"/>
            </a:xfrm>
            <a:custGeom>
              <a:avLst/>
              <a:gdLst>
                <a:gd name="T0" fmla="*/ 8 w 15"/>
                <a:gd name="T1" fmla="*/ 0 h 19"/>
                <a:gd name="T2" fmla="*/ 120 w 15"/>
                <a:gd name="T3" fmla="*/ 152 h 19"/>
                <a:gd name="T4" fmla="*/ 112 w 15"/>
                <a:gd name="T5" fmla="*/ 14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" y="0"/>
                  </a:moveTo>
                  <a:cubicBezTo>
                    <a:pt x="0" y="5"/>
                    <a:pt x="10" y="16"/>
                    <a:pt x="15" y="19"/>
                  </a:cubicBezTo>
                  <a:cubicBezTo>
                    <a:pt x="15" y="19"/>
                    <a:pt x="14" y="19"/>
                    <a:pt x="14" y="1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05" name="Freeform 6392">
              <a:extLst>
                <a:ext uri="{FF2B5EF4-FFF2-40B4-BE49-F238E27FC236}">
                  <a16:creationId xmlns:a16="http://schemas.microsoft.com/office/drawing/2014/main" id="{772597B2-C740-4005-A433-4671F1479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981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06" name="Freeform 6393">
              <a:extLst>
                <a:ext uri="{FF2B5EF4-FFF2-40B4-BE49-F238E27FC236}">
                  <a16:creationId xmlns:a16="http://schemas.microsoft.com/office/drawing/2014/main" id="{99B3F1F2-7B5F-464C-BE6B-DEDA92CB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607"/>
              <a:ext cx="40" cy="50"/>
            </a:xfrm>
            <a:custGeom>
              <a:avLst/>
              <a:gdLst>
                <a:gd name="T0" fmla="*/ 24 w 20"/>
                <a:gd name="T1" fmla="*/ 0 h 25"/>
                <a:gd name="T2" fmla="*/ 56 w 20"/>
                <a:gd name="T3" fmla="*/ 128 h 25"/>
                <a:gd name="T4" fmla="*/ 144 w 20"/>
                <a:gd name="T5" fmla="*/ 184 h 25"/>
                <a:gd name="T6" fmla="*/ 144 w 20"/>
                <a:gd name="T7" fmla="*/ 18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3" y="0"/>
                  </a:moveTo>
                  <a:cubicBezTo>
                    <a:pt x="0" y="4"/>
                    <a:pt x="5" y="12"/>
                    <a:pt x="7" y="16"/>
                  </a:cubicBezTo>
                  <a:cubicBezTo>
                    <a:pt x="10" y="22"/>
                    <a:pt x="12" y="25"/>
                    <a:pt x="18" y="23"/>
                  </a:cubicBezTo>
                  <a:cubicBezTo>
                    <a:pt x="20" y="23"/>
                    <a:pt x="18" y="23"/>
                    <a:pt x="18" y="2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07" name="Freeform 6394">
              <a:extLst>
                <a:ext uri="{FF2B5EF4-FFF2-40B4-BE49-F238E27FC236}">
                  <a16:creationId xmlns:a16="http://schemas.microsoft.com/office/drawing/2014/main" id="{925A628F-C371-4CFA-BD55-CD7B59F54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227"/>
              <a:ext cx="20" cy="80"/>
            </a:xfrm>
            <a:custGeom>
              <a:avLst/>
              <a:gdLst>
                <a:gd name="T0" fmla="*/ 64 w 10"/>
                <a:gd name="T1" fmla="*/ 0 h 40"/>
                <a:gd name="T2" fmla="*/ 24 w 10"/>
                <a:gd name="T3" fmla="*/ 152 h 40"/>
                <a:gd name="T4" fmla="*/ 64 w 10"/>
                <a:gd name="T5" fmla="*/ 320 h 40"/>
                <a:gd name="T6" fmla="*/ 80 w 10"/>
                <a:gd name="T7" fmla="*/ 31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0">
                  <a:moveTo>
                    <a:pt x="8" y="0"/>
                  </a:moveTo>
                  <a:cubicBezTo>
                    <a:pt x="0" y="5"/>
                    <a:pt x="1" y="10"/>
                    <a:pt x="3" y="19"/>
                  </a:cubicBezTo>
                  <a:cubicBezTo>
                    <a:pt x="5" y="26"/>
                    <a:pt x="7" y="32"/>
                    <a:pt x="8" y="40"/>
                  </a:cubicBezTo>
                  <a:cubicBezTo>
                    <a:pt x="9" y="40"/>
                    <a:pt x="9" y="39"/>
                    <a:pt x="10" y="3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08" name="Freeform 6395">
              <a:extLst>
                <a:ext uri="{FF2B5EF4-FFF2-40B4-BE49-F238E27FC236}">
                  <a16:creationId xmlns:a16="http://schemas.microsoft.com/office/drawing/2014/main" id="{90E2FD6A-1A1A-4E69-BCC3-C396D030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167"/>
              <a:ext cx="24" cy="66"/>
            </a:xfrm>
            <a:custGeom>
              <a:avLst/>
              <a:gdLst>
                <a:gd name="T0" fmla="*/ 0 w 12"/>
                <a:gd name="T1" fmla="*/ 0 h 33"/>
                <a:gd name="T2" fmla="*/ 96 w 12"/>
                <a:gd name="T3" fmla="*/ 26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0" y="0"/>
                  </a:moveTo>
                  <a:cubicBezTo>
                    <a:pt x="2" y="8"/>
                    <a:pt x="3" y="31"/>
                    <a:pt x="12" y="3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09" name="Freeform 6396">
              <a:extLst>
                <a:ext uri="{FF2B5EF4-FFF2-40B4-BE49-F238E27FC236}">
                  <a16:creationId xmlns:a16="http://schemas.microsoft.com/office/drawing/2014/main" id="{EA028AFB-CE13-4F66-A503-27BC3EEFE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159"/>
              <a:ext cx="20" cy="8"/>
            </a:xfrm>
            <a:custGeom>
              <a:avLst/>
              <a:gdLst>
                <a:gd name="T0" fmla="*/ 0 w 10"/>
                <a:gd name="T1" fmla="*/ 32 h 4"/>
                <a:gd name="T2" fmla="*/ 80 w 10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1"/>
                    <a:pt x="7" y="0"/>
                    <a:pt x="10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10" name="Freeform 6397">
              <a:extLst>
                <a:ext uri="{FF2B5EF4-FFF2-40B4-BE49-F238E27FC236}">
                  <a16:creationId xmlns:a16="http://schemas.microsoft.com/office/drawing/2014/main" id="{7B491E8B-5BB5-4600-A70F-6B577E756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145"/>
              <a:ext cx="18" cy="16"/>
            </a:xfrm>
            <a:custGeom>
              <a:avLst/>
              <a:gdLst>
                <a:gd name="T0" fmla="*/ 0 w 9"/>
                <a:gd name="T1" fmla="*/ 0 h 8"/>
                <a:gd name="T2" fmla="*/ 72 w 9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3" y="4"/>
                    <a:pt x="4" y="6"/>
                    <a:pt x="9" y="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11" name="Freeform 6398">
              <a:extLst>
                <a:ext uri="{FF2B5EF4-FFF2-40B4-BE49-F238E27FC236}">
                  <a16:creationId xmlns:a16="http://schemas.microsoft.com/office/drawing/2014/main" id="{70A1362B-39B7-4E67-BBE6-50FE30AAD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211"/>
              <a:ext cx="10" cy="6"/>
            </a:xfrm>
            <a:custGeom>
              <a:avLst/>
              <a:gdLst>
                <a:gd name="T0" fmla="*/ 0 w 5"/>
                <a:gd name="T1" fmla="*/ 16 h 3"/>
                <a:gd name="T2" fmla="*/ 0 w 5"/>
                <a:gd name="T3" fmla="*/ 24 h 3"/>
                <a:gd name="T4" fmla="*/ 4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12" name="Freeform 6399">
              <a:extLst>
                <a:ext uri="{FF2B5EF4-FFF2-40B4-BE49-F238E27FC236}">
                  <a16:creationId xmlns:a16="http://schemas.microsoft.com/office/drawing/2014/main" id="{B6510115-0BA9-4110-9C6E-A1B5EAD09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89"/>
              <a:ext cx="24" cy="34"/>
            </a:xfrm>
            <a:custGeom>
              <a:avLst/>
              <a:gdLst>
                <a:gd name="T0" fmla="*/ 0 w 12"/>
                <a:gd name="T1" fmla="*/ 0 h 17"/>
                <a:gd name="T2" fmla="*/ 96 w 12"/>
                <a:gd name="T3" fmla="*/ 11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2" y="4"/>
                    <a:pt x="5" y="17"/>
                    <a:pt x="12" y="1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13" name="Freeform 6400">
              <a:extLst>
                <a:ext uri="{FF2B5EF4-FFF2-40B4-BE49-F238E27FC236}">
                  <a16:creationId xmlns:a16="http://schemas.microsoft.com/office/drawing/2014/main" id="{FA70B1F4-6FD8-492E-B090-5BAA8C1BA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313"/>
              <a:ext cx="36" cy="72"/>
            </a:xfrm>
            <a:custGeom>
              <a:avLst/>
              <a:gdLst>
                <a:gd name="T0" fmla="*/ 0 w 18"/>
                <a:gd name="T1" fmla="*/ 32 h 36"/>
                <a:gd name="T2" fmla="*/ 80 w 18"/>
                <a:gd name="T3" fmla="*/ 144 h 36"/>
                <a:gd name="T4" fmla="*/ 72 w 18"/>
                <a:gd name="T5" fmla="*/ 28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0" y="4"/>
                  </a:moveTo>
                  <a:cubicBezTo>
                    <a:pt x="8" y="0"/>
                    <a:pt x="9" y="13"/>
                    <a:pt x="10" y="18"/>
                  </a:cubicBezTo>
                  <a:cubicBezTo>
                    <a:pt x="12" y="23"/>
                    <a:pt x="18" y="34"/>
                    <a:pt x="9" y="3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14" name="Freeform 6401">
              <a:extLst>
                <a:ext uri="{FF2B5EF4-FFF2-40B4-BE49-F238E27FC236}">
                  <a16:creationId xmlns:a16="http://schemas.microsoft.com/office/drawing/2014/main" id="{A9421995-854C-48A6-90BA-2C038B444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377"/>
              <a:ext cx="29" cy="62"/>
            </a:xfrm>
            <a:custGeom>
              <a:avLst/>
              <a:gdLst>
                <a:gd name="T0" fmla="*/ 0 w 14"/>
                <a:gd name="T1" fmla="*/ 0 h 31"/>
                <a:gd name="T2" fmla="*/ 17 w 14"/>
                <a:gd name="T3" fmla="*/ 248 h 31"/>
                <a:gd name="T4" fmla="*/ 17 w 14"/>
                <a:gd name="T5" fmla="*/ 24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0" y="0"/>
                  </a:moveTo>
                  <a:cubicBezTo>
                    <a:pt x="2" y="5"/>
                    <a:pt x="14" y="31"/>
                    <a:pt x="2" y="31"/>
                  </a:cubicBezTo>
                  <a:cubicBezTo>
                    <a:pt x="2" y="31"/>
                    <a:pt x="2" y="30"/>
                    <a:pt x="2" y="3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15" name="Freeform 6402">
              <a:extLst>
                <a:ext uri="{FF2B5EF4-FFF2-40B4-BE49-F238E27FC236}">
                  <a16:creationId xmlns:a16="http://schemas.microsoft.com/office/drawing/2014/main" id="{21683417-832D-4937-AE5D-F2C60275C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429"/>
              <a:ext cx="14" cy="50"/>
            </a:xfrm>
            <a:custGeom>
              <a:avLst/>
              <a:gdLst>
                <a:gd name="T0" fmla="*/ 0 w 7"/>
                <a:gd name="T1" fmla="*/ 0 h 25"/>
                <a:gd name="T2" fmla="*/ 48 w 7"/>
                <a:gd name="T3" fmla="*/ 112 h 25"/>
                <a:gd name="T4" fmla="*/ 24 w 7"/>
                <a:gd name="T5" fmla="*/ 18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5">
                  <a:moveTo>
                    <a:pt x="0" y="0"/>
                  </a:moveTo>
                  <a:cubicBezTo>
                    <a:pt x="2" y="5"/>
                    <a:pt x="5" y="8"/>
                    <a:pt x="6" y="14"/>
                  </a:cubicBezTo>
                  <a:cubicBezTo>
                    <a:pt x="7" y="16"/>
                    <a:pt x="6" y="25"/>
                    <a:pt x="3" y="2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16" name="Freeform 6403">
              <a:extLst>
                <a:ext uri="{FF2B5EF4-FFF2-40B4-BE49-F238E27FC236}">
                  <a16:creationId xmlns:a16="http://schemas.microsoft.com/office/drawing/2014/main" id="{BD8463BB-3DA2-47EE-96D5-987FDEBB9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467"/>
              <a:ext cx="24" cy="56"/>
            </a:xfrm>
            <a:custGeom>
              <a:avLst/>
              <a:gdLst>
                <a:gd name="T0" fmla="*/ 0 w 12"/>
                <a:gd name="T1" fmla="*/ 0 h 28"/>
                <a:gd name="T2" fmla="*/ 96 w 12"/>
                <a:gd name="T3" fmla="*/ 192 h 28"/>
                <a:gd name="T4" fmla="*/ 48 w 12"/>
                <a:gd name="T5" fmla="*/ 22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8">
                  <a:moveTo>
                    <a:pt x="0" y="0"/>
                  </a:moveTo>
                  <a:cubicBezTo>
                    <a:pt x="5" y="3"/>
                    <a:pt x="12" y="18"/>
                    <a:pt x="12" y="24"/>
                  </a:cubicBezTo>
                  <a:cubicBezTo>
                    <a:pt x="10" y="25"/>
                    <a:pt x="8" y="28"/>
                    <a:pt x="6" y="2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17" name="Freeform 6404">
              <a:extLst>
                <a:ext uri="{FF2B5EF4-FFF2-40B4-BE49-F238E27FC236}">
                  <a16:creationId xmlns:a16="http://schemas.microsoft.com/office/drawing/2014/main" id="{FB67E4AF-2022-417C-89DA-7336CB3F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475"/>
              <a:ext cx="12" cy="2"/>
            </a:xfrm>
            <a:custGeom>
              <a:avLst/>
              <a:gdLst>
                <a:gd name="T0" fmla="*/ 0 w 6"/>
                <a:gd name="T1" fmla="*/ 0 h 1"/>
                <a:gd name="T2" fmla="*/ 48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3" y="0"/>
                    <a:pt x="5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18" name="Freeform 6405">
              <a:extLst>
                <a:ext uri="{FF2B5EF4-FFF2-40B4-BE49-F238E27FC236}">
                  <a16:creationId xmlns:a16="http://schemas.microsoft.com/office/drawing/2014/main" id="{65C2A5DA-0381-4A3B-98D5-C2174F66C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517"/>
              <a:ext cx="40" cy="80"/>
            </a:xfrm>
            <a:custGeom>
              <a:avLst/>
              <a:gdLst>
                <a:gd name="T0" fmla="*/ 0 w 20"/>
                <a:gd name="T1" fmla="*/ 0 h 40"/>
                <a:gd name="T2" fmla="*/ 88 w 20"/>
                <a:gd name="T3" fmla="*/ 160 h 40"/>
                <a:gd name="T4" fmla="*/ 88 w 20"/>
                <a:gd name="T5" fmla="*/ 32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0">
                  <a:moveTo>
                    <a:pt x="0" y="0"/>
                  </a:moveTo>
                  <a:cubicBezTo>
                    <a:pt x="5" y="3"/>
                    <a:pt x="8" y="15"/>
                    <a:pt x="11" y="20"/>
                  </a:cubicBezTo>
                  <a:cubicBezTo>
                    <a:pt x="14" y="26"/>
                    <a:pt x="20" y="36"/>
                    <a:pt x="11" y="4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19" name="Freeform 6406">
              <a:extLst>
                <a:ext uri="{FF2B5EF4-FFF2-40B4-BE49-F238E27FC236}">
                  <a16:creationId xmlns:a16="http://schemas.microsoft.com/office/drawing/2014/main" id="{AC8E6AA6-BB3E-488B-8812-0DFB31B49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591"/>
              <a:ext cx="28" cy="82"/>
            </a:xfrm>
            <a:custGeom>
              <a:avLst/>
              <a:gdLst>
                <a:gd name="T0" fmla="*/ 0 w 14"/>
                <a:gd name="T1" fmla="*/ 0 h 41"/>
                <a:gd name="T2" fmla="*/ 88 w 14"/>
                <a:gd name="T3" fmla="*/ 152 h 41"/>
                <a:gd name="T4" fmla="*/ 112 w 14"/>
                <a:gd name="T5" fmla="*/ 256 h 41"/>
                <a:gd name="T6" fmla="*/ 72 w 14"/>
                <a:gd name="T7" fmla="*/ 32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1">
                  <a:moveTo>
                    <a:pt x="0" y="0"/>
                  </a:moveTo>
                  <a:cubicBezTo>
                    <a:pt x="7" y="1"/>
                    <a:pt x="10" y="14"/>
                    <a:pt x="11" y="19"/>
                  </a:cubicBezTo>
                  <a:cubicBezTo>
                    <a:pt x="12" y="23"/>
                    <a:pt x="14" y="28"/>
                    <a:pt x="14" y="32"/>
                  </a:cubicBezTo>
                  <a:cubicBezTo>
                    <a:pt x="14" y="35"/>
                    <a:pt x="12" y="41"/>
                    <a:pt x="9" y="4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20" name="Freeform 6407">
              <a:extLst>
                <a:ext uri="{FF2B5EF4-FFF2-40B4-BE49-F238E27FC236}">
                  <a16:creationId xmlns:a16="http://schemas.microsoft.com/office/drawing/2014/main" id="{33760DEA-8DAB-4ECF-923C-02D2E38B6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659"/>
              <a:ext cx="34" cy="72"/>
            </a:xfrm>
            <a:custGeom>
              <a:avLst/>
              <a:gdLst>
                <a:gd name="T0" fmla="*/ 0 w 17"/>
                <a:gd name="T1" fmla="*/ 0 h 36"/>
                <a:gd name="T2" fmla="*/ 88 w 17"/>
                <a:gd name="T3" fmla="*/ 160 h 36"/>
                <a:gd name="T4" fmla="*/ 136 w 17"/>
                <a:gd name="T5" fmla="*/ 224 h 36"/>
                <a:gd name="T6" fmla="*/ 96 w 17"/>
                <a:gd name="T7" fmla="*/ 28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0" y="0"/>
                  </a:moveTo>
                  <a:cubicBezTo>
                    <a:pt x="5" y="2"/>
                    <a:pt x="7" y="14"/>
                    <a:pt x="11" y="20"/>
                  </a:cubicBezTo>
                  <a:cubicBezTo>
                    <a:pt x="13" y="22"/>
                    <a:pt x="17" y="25"/>
                    <a:pt x="17" y="28"/>
                  </a:cubicBezTo>
                  <a:cubicBezTo>
                    <a:pt x="17" y="31"/>
                    <a:pt x="14" y="36"/>
                    <a:pt x="12" y="3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21" name="Freeform 6408">
              <a:extLst>
                <a:ext uri="{FF2B5EF4-FFF2-40B4-BE49-F238E27FC236}">
                  <a16:creationId xmlns:a16="http://schemas.microsoft.com/office/drawing/2014/main" id="{CEA1A988-1641-470B-8867-4C1133348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717"/>
              <a:ext cx="32" cy="50"/>
            </a:xfrm>
            <a:custGeom>
              <a:avLst/>
              <a:gdLst>
                <a:gd name="T0" fmla="*/ 0 w 16"/>
                <a:gd name="T1" fmla="*/ 0 h 25"/>
                <a:gd name="T2" fmla="*/ 96 w 16"/>
                <a:gd name="T3" fmla="*/ 88 h 25"/>
                <a:gd name="T4" fmla="*/ 128 w 16"/>
                <a:gd name="T5" fmla="*/ 152 h 25"/>
                <a:gd name="T6" fmla="*/ 88 w 16"/>
                <a:gd name="T7" fmla="*/ 20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5" y="0"/>
                    <a:pt x="9" y="8"/>
                    <a:pt x="12" y="11"/>
                  </a:cubicBezTo>
                  <a:cubicBezTo>
                    <a:pt x="14" y="14"/>
                    <a:pt x="16" y="16"/>
                    <a:pt x="16" y="19"/>
                  </a:cubicBezTo>
                  <a:cubicBezTo>
                    <a:pt x="16" y="22"/>
                    <a:pt x="12" y="25"/>
                    <a:pt x="11" y="2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22" name="Freeform 6409">
              <a:extLst>
                <a:ext uri="{FF2B5EF4-FFF2-40B4-BE49-F238E27FC236}">
                  <a16:creationId xmlns:a16="http://schemas.microsoft.com/office/drawing/2014/main" id="{1679E129-DE86-4A87-B5C0-694A7BF64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757"/>
              <a:ext cx="30" cy="58"/>
            </a:xfrm>
            <a:custGeom>
              <a:avLst/>
              <a:gdLst>
                <a:gd name="T0" fmla="*/ 0 w 15"/>
                <a:gd name="T1" fmla="*/ 16 h 29"/>
                <a:gd name="T2" fmla="*/ 120 w 15"/>
                <a:gd name="T3" fmla="*/ 176 h 29"/>
                <a:gd name="T4" fmla="*/ 88 w 15"/>
                <a:gd name="T5" fmla="*/ 208 h 29"/>
                <a:gd name="T6" fmla="*/ 64 w 15"/>
                <a:gd name="T7" fmla="*/ 22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9">
                  <a:moveTo>
                    <a:pt x="0" y="2"/>
                  </a:moveTo>
                  <a:cubicBezTo>
                    <a:pt x="8" y="0"/>
                    <a:pt x="13" y="16"/>
                    <a:pt x="15" y="22"/>
                  </a:cubicBezTo>
                  <a:cubicBezTo>
                    <a:pt x="13" y="24"/>
                    <a:pt x="12" y="25"/>
                    <a:pt x="11" y="26"/>
                  </a:cubicBezTo>
                  <a:cubicBezTo>
                    <a:pt x="10" y="27"/>
                    <a:pt x="6" y="29"/>
                    <a:pt x="8" y="2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23" name="Freeform 6410">
              <a:extLst>
                <a:ext uri="{FF2B5EF4-FFF2-40B4-BE49-F238E27FC236}">
                  <a16:creationId xmlns:a16="http://schemas.microsoft.com/office/drawing/2014/main" id="{4919C74F-22BD-4524-BB87-6A548BB98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807"/>
              <a:ext cx="30" cy="68"/>
            </a:xfrm>
            <a:custGeom>
              <a:avLst/>
              <a:gdLst>
                <a:gd name="T0" fmla="*/ 0 w 15"/>
                <a:gd name="T1" fmla="*/ 0 h 34"/>
                <a:gd name="T2" fmla="*/ 88 w 15"/>
                <a:gd name="T3" fmla="*/ 120 h 34"/>
                <a:gd name="T4" fmla="*/ 120 w 15"/>
                <a:gd name="T5" fmla="*/ 200 h 34"/>
                <a:gd name="T6" fmla="*/ 88 w 15"/>
                <a:gd name="T7" fmla="*/ 25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4">
                  <a:moveTo>
                    <a:pt x="0" y="0"/>
                  </a:moveTo>
                  <a:cubicBezTo>
                    <a:pt x="5" y="4"/>
                    <a:pt x="8" y="8"/>
                    <a:pt x="11" y="15"/>
                  </a:cubicBezTo>
                  <a:cubicBezTo>
                    <a:pt x="13" y="18"/>
                    <a:pt x="14" y="22"/>
                    <a:pt x="15" y="25"/>
                  </a:cubicBezTo>
                  <a:cubicBezTo>
                    <a:pt x="15" y="27"/>
                    <a:pt x="13" y="34"/>
                    <a:pt x="11" y="3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24" name="Freeform 6411">
              <a:extLst>
                <a:ext uri="{FF2B5EF4-FFF2-40B4-BE49-F238E27FC236}">
                  <a16:creationId xmlns:a16="http://schemas.microsoft.com/office/drawing/2014/main" id="{CFC2AAE0-3D87-4844-9551-82B24D961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865"/>
              <a:ext cx="28" cy="74"/>
            </a:xfrm>
            <a:custGeom>
              <a:avLst/>
              <a:gdLst>
                <a:gd name="T0" fmla="*/ 0 w 14"/>
                <a:gd name="T1" fmla="*/ 0 h 37"/>
                <a:gd name="T2" fmla="*/ 48 w 14"/>
                <a:gd name="T3" fmla="*/ 56 h 37"/>
                <a:gd name="T4" fmla="*/ 88 w 14"/>
                <a:gd name="T5" fmla="*/ 136 h 37"/>
                <a:gd name="T6" fmla="*/ 104 w 14"/>
                <a:gd name="T7" fmla="*/ 224 h 37"/>
                <a:gd name="T8" fmla="*/ 48 w 14"/>
                <a:gd name="T9" fmla="*/ 28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0" y="1"/>
                    <a:pt x="5" y="4"/>
                    <a:pt x="6" y="7"/>
                  </a:cubicBezTo>
                  <a:cubicBezTo>
                    <a:pt x="8" y="10"/>
                    <a:pt x="10" y="13"/>
                    <a:pt x="11" y="17"/>
                  </a:cubicBezTo>
                  <a:cubicBezTo>
                    <a:pt x="12" y="21"/>
                    <a:pt x="14" y="24"/>
                    <a:pt x="13" y="28"/>
                  </a:cubicBezTo>
                  <a:cubicBezTo>
                    <a:pt x="13" y="31"/>
                    <a:pt x="9" y="37"/>
                    <a:pt x="6" y="3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25" name="Freeform 6412">
              <a:extLst>
                <a:ext uri="{FF2B5EF4-FFF2-40B4-BE49-F238E27FC236}">
                  <a16:creationId xmlns:a16="http://schemas.microsoft.com/office/drawing/2014/main" id="{B5C0B22C-A979-42AE-A9B0-17444C156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925"/>
              <a:ext cx="14" cy="60"/>
            </a:xfrm>
            <a:custGeom>
              <a:avLst/>
              <a:gdLst>
                <a:gd name="T0" fmla="*/ 0 w 7"/>
                <a:gd name="T1" fmla="*/ 0 h 30"/>
                <a:gd name="T2" fmla="*/ 32 w 7"/>
                <a:gd name="T3" fmla="*/ 144 h 30"/>
                <a:gd name="T4" fmla="*/ 56 w 7"/>
                <a:gd name="T5" fmla="*/ 208 h 30"/>
                <a:gd name="T6" fmla="*/ 16 w 7"/>
                <a:gd name="T7" fmla="*/ 24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0">
                  <a:moveTo>
                    <a:pt x="0" y="0"/>
                  </a:moveTo>
                  <a:cubicBezTo>
                    <a:pt x="3" y="6"/>
                    <a:pt x="2" y="12"/>
                    <a:pt x="4" y="18"/>
                  </a:cubicBezTo>
                  <a:cubicBezTo>
                    <a:pt x="5" y="20"/>
                    <a:pt x="7" y="24"/>
                    <a:pt x="7" y="26"/>
                  </a:cubicBezTo>
                  <a:cubicBezTo>
                    <a:pt x="6" y="27"/>
                    <a:pt x="1" y="30"/>
                    <a:pt x="2" y="3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26" name="Freeform 6413">
              <a:extLst>
                <a:ext uri="{FF2B5EF4-FFF2-40B4-BE49-F238E27FC236}">
                  <a16:creationId xmlns:a16="http://schemas.microsoft.com/office/drawing/2014/main" id="{94837C50-4063-478F-A662-C9CDA6014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977"/>
              <a:ext cx="28" cy="60"/>
            </a:xfrm>
            <a:custGeom>
              <a:avLst/>
              <a:gdLst>
                <a:gd name="T0" fmla="*/ 0 w 14"/>
                <a:gd name="T1" fmla="*/ 0 h 30"/>
                <a:gd name="T2" fmla="*/ 88 w 14"/>
                <a:gd name="T3" fmla="*/ 112 h 30"/>
                <a:gd name="T4" fmla="*/ 72 w 14"/>
                <a:gd name="T5" fmla="*/ 232 h 30"/>
                <a:gd name="T6" fmla="*/ 72 w 14"/>
                <a:gd name="T7" fmla="*/ 2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0">
                  <a:moveTo>
                    <a:pt x="0" y="0"/>
                  </a:moveTo>
                  <a:cubicBezTo>
                    <a:pt x="4" y="5"/>
                    <a:pt x="8" y="9"/>
                    <a:pt x="11" y="14"/>
                  </a:cubicBezTo>
                  <a:cubicBezTo>
                    <a:pt x="14" y="21"/>
                    <a:pt x="14" y="23"/>
                    <a:pt x="9" y="29"/>
                  </a:cubicBezTo>
                  <a:cubicBezTo>
                    <a:pt x="9" y="30"/>
                    <a:pt x="9" y="29"/>
                    <a:pt x="9" y="2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27" name="Freeform 6414">
              <a:extLst>
                <a:ext uri="{FF2B5EF4-FFF2-40B4-BE49-F238E27FC236}">
                  <a16:creationId xmlns:a16="http://schemas.microsoft.com/office/drawing/2014/main" id="{BFA845F2-3759-488F-97EC-6F25AAA65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017"/>
              <a:ext cx="38" cy="68"/>
            </a:xfrm>
            <a:custGeom>
              <a:avLst/>
              <a:gdLst>
                <a:gd name="T0" fmla="*/ 0 w 19"/>
                <a:gd name="T1" fmla="*/ 0 h 34"/>
                <a:gd name="T2" fmla="*/ 72 w 19"/>
                <a:gd name="T3" fmla="*/ 144 h 34"/>
                <a:gd name="T4" fmla="*/ 80 w 19"/>
                <a:gd name="T5" fmla="*/ 27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0" y="0"/>
                  </a:moveTo>
                  <a:cubicBezTo>
                    <a:pt x="7" y="3"/>
                    <a:pt x="7" y="12"/>
                    <a:pt x="9" y="18"/>
                  </a:cubicBezTo>
                  <a:cubicBezTo>
                    <a:pt x="11" y="22"/>
                    <a:pt x="19" y="32"/>
                    <a:pt x="10" y="3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28" name="Freeform 6415">
              <a:extLst>
                <a:ext uri="{FF2B5EF4-FFF2-40B4-BE49-F238E27FC236}">
                  <a16:creationId xmlns:a16="http://schemas.microsoft.com/office/drawing/2014/main" id="{263C1677-FD41-4F18-97E4-6F4A85EC8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069"/>
              <a:ext cx="44" cy="64"/>
            </a:xfrm>
            <a:custGeom>
              <a:avLst/>
              <a:gdLst>
                <a:gd name="T0" fmla="*/ 8 w 22"/>
                <a:gd name="T1" fmla="*/ 0 h 32"/>
                <a:gd name="T2" fmla="*/ 8 w 22"/>
                <a:gd name="T3" fmla="*/ 16 h 32"/>
                <a:gd name="T4" fmla="*/ 0 w 22"/>
                <a:gd name="T5" fmla="*/ 16 h 32"/>
                <a:gd name="T6" fmla="*/ 128 w 22"/>
                <a:gd name="T7" fmla="*/ 128 h 32"/>
                <a:gd name="T8" fmla="*/ 168 w 22"/>
                <a:gd name="T9" fmla="*/ 192 h 32"/>
                <a:gd name="T10" fmla="*/ 120 w 22"/>
                <a:gd name="T11" fmla="*/ 248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6" y="1"/>
                    <a:pt x="13" y="11"/>
                    <a:pt x="16" y="16"/>
                  </a:cubicBezTo>
                  <a:cubicBezTo>
                    <a:pt x="18" y="18"/>
                    <a:pt x="22" y="22"/>
                    <a:pt x="21" y="24"/>
                  </a:cubicBezTo>
                  <a:cubicBezTo>
                    <a:pt x="21" y="27"/>
                    <a:pt x="15" y="32"/>
                    <a:pt x="15" y="3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29" name="Freeform 6416">
              <a:extLst>
                <a:ext uri="{FF2B5EF4-FFF2-40B4-BE49-F238E27FC236}">
                  <a16:creationId xmlns:a16="http://schemas.microsoft.com/office/drawing/2014/main" id="{12AD00D4-59A4-4A1B-BCBB-1E5D88467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3113"/>
              <a:ext cx="22" cy="56"/>
            </a:xfrm>
            <a:custGeom>
              <a:avLst/>
              <a:gdLst>
                <a:gd name="T0" fmla="*/ 8 w 11"/>
                <a:gd name="T1" fmla="*/ 0 h 28"/>
                <a:gd name="T2" fmla="*/ 64 w 11"/>
                <a:gd name="T3" fmla="*/ 96 h 28"/>
                <a:gd name="T4" fmla="*/ 80 w 11"/>
                <a:gd name="T5" fmla="*/ 216 h 28"/>
                <a:gd name="T6" fmla="*/ 32 w 11"/>
                <a:gd name="T7" fmla="*/ 224 h 28"/>
                <a:gd name="T8" fmla="*/ 32 w 11"/>
                <a:gd name="T9" fmla="*/ 21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1" y="0"/>
                  </a:moveTo>
                  <a:cubicBezTo>
                    <a:pt x="0" y="3"/>
                    <a:pt x="7" y="8"/>
                    <a:pt x="8" y="12"/>
                  </a:cubicBezTo>
                  <a:cubicBezTo>
                    <a:pt x="9" y="16"/>
                    <a:pt x="11" y="23"/>
                    <a:pt x="10" y="27"/>
                  </a:cubicBezTo>
                  <a:cubicBezTo>
                    <a:pt x="8" y="26"/>
                    <a:pt x="6" y="27"/>
                    <a:pt x="4" y="28"/>
                  </a:cubicBezTo>
                  <a:cubicBezTo>
                    <a:pt x="4" y="28"/>
                    <a:pt x="4" y="28"/>
                    <a:pt x="4" y="2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30" name="Freeform 6417">
              <a:extLst>
                <a:ext uri="{FF2B5EF4-FFF2-40B4-BE49-F238E27FC236}">
                  <a16:creationId xmlns:a16="http://schemas.microsoft.com/office/drawing/2014/main" id="{23EAE074-B0BC-4663-8515-B2188DBC5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165"/>
              <a:ext cx="14" cy="25"/>
            </a:xfrm>
            <a:custGeom>
              <a:avLst/>
              <a:gdLst>
                <a:gd name="T0" fmla="*/ 0 w 7"/>
                <a:gd name="T1" fmla="*/ 0 h 12"/>
                <a:gd name="T2" fmla="*/ 40 w 7"/>
                <a:gd name="T3" fmla="*/ 44 h 12"/>
                <a:gd name="T4" fmla="*/ 56 w 7"/>
                <a:gd name="T5" fmla="*/ 10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2"/>
                    <a:pt x="4" y="3"/>
                    <a:pt x="5" y="5"/>
                  </a:cubicBezTo>
                  <a:cubicBezTo>
                    <a:pt x="6" y="7"/>
                    <a:pt x="5" y="12"/>
                    <a:pt x="7" y="1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31" name="Freeform 6418">
              <a:extLst>
                <a:ext uri="{FF2B5EF4-FFF2-40B4-BE49-F238E27FC236}">
                  <a16:creationId xmlns:a16="http://schemas.microsoft.com/office/drawing/2014/main" id="{8AC37388-DCF3-4353-A4C4-11794A09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187"/>
              <a:ext cx="22" cy="27"/>
            </a:xfrm>
            <a:custGeom>
              <a:avLst/>
              <a:gdLst>
                <a:gd name="T0" fmla="*/ 0 w 11"/>
                <a:gd name="T1" fmla="*/ 108 h 13"/>
                <a:gd name="T2" fmla="*/ 40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12"/>
                  </a:moveTo>
                  <a:cubicBezTo>
                    <a:pt x="11" y="13"/>
                    <a:pt x="8" y="7"/>
                    <a:pt x="5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32" name="Freeform 6419">
              <a:extLst>
                <a:ext uri="{FF2B5EF4-FFF2-40B4-BE49-F238E27FC236}">
                  <a16:creationId xmlns:a16="http://schemas.microsoft.com/office/drawing/2014/main" id="{A8C7B0E2-BF70-4169-A375-B9B8240C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3206"/>
              <a:ext cx="24" cy="82"/>
            </a:xfrm>
            <a:custGeom>
              <a:avLst/>
              <a:gdLst>
                <a:gd name="T0" fmla="*/ 40 w 12"/>
                <a:gd name="T1" fmla="*/ 16 h 41"/>
                <a:gd name="T2" fmla="*/ 96 w 12"/>
                <a:gd name="T3" fmla="*/ 184 h 41"/>
                <a:gd name="T4" fmla="*/ 80 w 12"/>
                <a:gd name="T5" fmla="*/ 288 h 41"/>
                <a:gd name="T6" fmla="*/ 0 w 12"/>
                <a:gd name="T7" fmla="*/ 31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1">
                  <a:moveTo>
                    <a:pt x="5" y="2"/>
                  </a:moveTo>
                  <a:cubicBezTo>
                    <a:pt x="12" y="0"/>
                    <a:pt x="12" y="19"/>
                    <a:pt x="12" y="23"/>
                  </a:cubicBezTo>
                  <a:cubicBezTo>
                    <a:pt x="12" y="27"/>
                    <a:pt x="12" y="32"/>
                    <a:pt x="10" y="36"/>
                  </a:cubicBezTo>
                  <a:cubicBezTo>
                    <a:pt x="8" y="38"/>
                    <a:pt x="3" y="41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33" name="Freeform 6420">
              <a:extLst>
                <a:ext uri="{FF2B5EF4-FFF2-40B4-BE49-F238E27FC236}">
                  <a16:creationId xmlns:a16="http://schemas.microsoft.com/office/drawing/2014/main" id="{5143AECC-2E42-489E-9030-012158B1C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3280"/>
              <a:ext cx="52" cy="60"/>
            </a:xfrm>
            <a:custGeom>
              <a:avLst/>
              <a:gdLst>
                <a:gd name="T0" fmla="*/ 208 w 26"/>
                <a:gd name="T1" fmla="*/ 0 h 30"/>
                <a:gd name="T2" fmla="*/ 112 w 26"/>
                <a:gd name="T3" fmla="*/ 144 h 30"/>
                <a:gd name="T4" fmla="*/ 72 w 26"/>
                <a:gd name="T5" fmla="*/ 208 h 30"/>
                <a:gd name="T6" fmla="*/ 0 w 26"/>
                <a:gd name="T7" fmla="*/ 208 h 30"/>
                <a:gd name="T8" fmla="*/ 0 w 26"/>
                <a:gd name="T9" fmla="*/ 20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26" y="0"/>
                  </a:moveTo>
                  <a:cubicBezTo>
                    <a:pt x="22" y="4"/>
                    <a:pt x="17" y="13"/>
                    <a:pt x="14" y="18"/>
                  </a:cubicBezTo>
                  <a:cubicBezTo>
                    <a:pt x="12" y="20"/>
                    <a:pt x="10" y="24"/>
                    <a:pt x="9" y="26"/>
                  </a:cubicBezTo>
                  <a:cubicBezTo>
                    <a:pt x="5" y="30"/>
                    <a:pt x="4" y="27"/>
                    <a:pt x="0" y="26"/>
                  </a:cubicBezTo>
                  <a:cubicBezTo>
                    <a:pt x="0" y="25"/>
                    <a:pt x="0" y="25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34" name="Freeform 6421">
              <a:extLst>
                <a:ext uri="{FF2B5EF4-FFF2-40B4-BE49-F238E27FC236}">
                  <a16:creationId xmlns:a16="http://schemas.microsoft.com/office/drawing/2014/main" id="{B1427012-DD41-4D30-8933-4AEABDB5C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3284"/>
              <a:ext cx="4" cy="16"/>
            </a:xfrm>
            <a:custGeom>
              <a:avLst/>
              <a:gdLst>
                <a:gd name="T0" fmla="*/ 0 w 2"/>
                <a:gd name="T1" fmla="*/ 0 h 8"/>
                <a:gd name="T2" fmla="*/ 8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3"/>
                    <a:pt x="2" y="5"/>
                    <a:pt x="1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35" name="Freeform 6422">
              <a:extLst>
                <a:ext uri="{FF2B5EF4-FFF2-40B4-BE49-F238E27FC236}">
                  <a16:creationId xmlns:a16="http://schemas.microsoft.com/office/drawing/2014/main" id="{A583124D-4514-401C-BB09-10B72010C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338"/>
              <a:ext cx="36" cy="60"/>
            </a:xfrm>
            <a:custGeom>
              <a:avLst/>
              <a:gdLst>
                <a:gd name="T0" fmla="*/ 0 w 18"/>
                <a:gd name="T1" fmla="*/ 208 h 30"/>
                <a:gd name="T2" fmla="*/ 80 w 18"/>
                <a:gd name="T3" fmla="*/ 224 h 30"/>
                <a:gd name="T4" fmla="*/ 96 w 18"/>
                <a:gd name="T5" fmla="*/ 136 h 30"/>
                <a:gd name="T6" fmla="*/ 136 w 18"/>
                <a:gd name="T7" fmla="*/ 56 h 30"/>
                <a:gd name="T8" fmla="*/ 136 w 18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0">
                  <a:moveTo>
                    <a:pt x="0" y="26"/>
                  </a:moveTo>
                  <a:cubicBezTo>
                    <a:pt x="2" y="28"/>
                    <a:pt x="8" y="30"/>
                    <a:pt x="10" y="28"/>
                  </a:cubicBezTo>
                  <a:cubicBezTo>
                    <a:pt x="12" y="26"/>
                    <a:pt x="11" y="20"/>
                    <a:pt x="12" y="17"/>
                  </a:cubicBezTo>
                  <a:cubicBezTo>
                    <a:pt x="14" y="14"/>
                    <a:pt x="16" y="11"/>
                    <a:pt x="17" y="7"/>
                  </a:cubicBezTo>
                  <a:cubicBezTo>
                    <a:pt x="18" y="4"/>
                    <a:pt x="17" y="2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36" name="Freeform 6423">
              <a:extLst>
                <a:ext uri="{FF2B5EF4-FFF2-40B4-BE49-F238E27FC236}">
                  <a16:creationId xmlns:a16="http://schemas.microsoft.com/office/drawing/2014/main" id="{E1767395-BD32-4D4D-82DE-C62050CFF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394"/>
              <a:ext cx="34" cy="68"/>
            </a:xfrm>
            <a:custGeom>
              <a:avLst/>
              <a:gdLst>
                <a:gd name="T0" fmla="*/ 0 w 17"/>
                <a:gd name="T1" fmla="*/ 184 h 34"/>
                <a:gd name="T2" fmla="*/ 128 w 17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">
                  <a:moveTo>
                    <a:pt x="0" y="23"/>
                  </a:moveTo>
                  <a:cubicBezTo>
                    <a:pt x="11" y="34"/>
                    <a:pt x="17" y="6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37" name="Freeform 6424">
              <a:extLst>
                <a:ext uri="{FF2B5EF4-FFF2-40B4-BE49-F238E27FC236}">
                  <a16:creationId xmlns:a16="http://schemas.microsoft.com/office/drawing/2014/main" id="{1B1D138C-1A14-4690-AEF3-921D3F77C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520"/>
              <a:ext cx="68" cy="34"/>
            </a:xfrm>
            <a:custGeom>
              <a:avLst/>
              <a:gdLst>
                <a:gd name="T0" fmla="*/ 0 w 34"/>
                <a:gd name="T1" fmla="*/ 0 h 17"/>
                <a:gd name="T2" fmla="*/ 40 w 34"/>
                <a:gd name="T3" fmla="*/ 72 h 17"/>
                <a:gd name="T4" fmla="*/ 128 w 34"/>
                <a:gd name="T5" fmla="*/ 104 h 17"/>
                <a:gd name="T6" fmla="*/ 272 w 34"/>
                <a:gd name="T7" fmla="*/ 4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0" y="6"/>
                    <a:pt x="1" y="7"/>
                    <a:pt x="5" y="9"/>
                  </a:cubicBezTo>
                  <a:cubicBezTo>
                    <a:pt x="9" y="10"/>
                    <a:pt x="12" y="12"/>
                    <a:pt x="16" y="13"/>
                  </a:cubicBezTo>
                  <a:cubicBezTo>
                    <a:pt x="24" y="17"/>
                    <a:pt x="33" y="16"/>
                    <a:pt x="34" y="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38" name="Freeform 6425">
              <a:extLst>
                <a:ext uri="{FF2B5EF4-FFF2-40B4-BE49-F238E27FC236}">
                  <a16:creationId xmlns:a16="http://schemas.microsoft.com/office/drawing/2014/main" id="{4EDC2CBD-7C1D-4729-A6A0-3D92F28E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3532"/>
              <a:ext cx="66" cy="26"/>
            </a:xfrm>
            <a:custGeom>
              <a:avLst/>
              <a:gdLst>
                <a:gd name="T0" fmla="*/ 0 w 33"/>
                <a:gd name="T1" fmla="*/ 72 h 13"/>
                <a:gd name="T2" fmla="*/ 168 w 33"/>
                <a:gd name="T3" fmla="*/ 88 h 13"/>
                <a:gd name="T4" fmla="*/ 248 w 33"/>
                <a:gd name="T5" fmla="*/ 72 h 13"/>
                <a:gd name="T6" fmla="*/ 256 w 33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3">
                  <a:moveTo>
                    <a:pt x="0" y="9"/>
                  </a:moveTo>
                  <a:cubicBezTo>
                    <a:pt x="5" y="13"/>
                    <a:pt x="15" y="11"/>
                    <a:pt x="21" y="11"/>
                  </a:cubicBezTo>
                  <a:cubicBezTo>
                    <a:pt x="23" y="11"/>
                    <a:pt x="29" y="12"/>
                    <a:pt x="31" y="9"/>
                  </a:cubicBezTo>
                  <a:cubicBezTo>
                    <a:pt x="33" y="7"/>
                    <a:pt x="30" y="3"/>
                    <a:pt x="32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39" name="Freeform 6426">
              <a:extLst>
                <a:ext uri="{FF2B5EF4-FFF2-40B4-BE49-F238E27FC236}">
                  <a16:creationId xmlns:a16="http://schemas.microsoft.com/office/drawing/2014/main" id="{B0CB8A95-3311-41E5-9FB1-A35098A79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3544"/>
              <a:ext cx="10" cy="16"/>
            </a:xfrm>
            <a:custGeom>
              <a:avLst/>
              <a:gdLst>
                <a:gd name="T0" fmla="*/ 0 w 5"/>
                <a:gd name="T1" fmla="*/ 0 h 8"/>
                <a:gd name="T2" fmla="*/ 40 w 5"/>
                <a:gd name="T3" fmla="*/ 4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2"/>
                    <a:pt x="3" y="8"/>
                    <a:pt x="5" y="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40" name="Freeform 6427">
              <a:extLst>
                <a:ext uri="{FF2B5EF4-FFF2-40B4-BE49-F238E27FC236}">
                  <a16:creationId xmlns:a16="http://schemas.microsoft.com/office/drawing/2014/main" id="{5A90375D-FD6B-4232-817C-6673B8A7C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3516"/>
              <a:ext cx="72" cy="42"/>
            </a:xfrm>
            <a:custGeom>
              <a:avLst/>
              <a:gdLst>
                <a:gd name="T0" fmla="*/ 0 w 36"/>
                <a:gd name="T1" fmla="*/ 144 h 21"/>
                <a:gd name="T2" fmla="*/ 184 w 36"/>
                <a:gd name="T3" fmla="*/ 112 h 21"/>
                <a:gd name="T4" fmla="*/ 256 w 3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0" y="18"/>
                  </a:moveTo>
                  <a:cubicBezTo>
                    <a:pt x="6" y="21"/>
                    <a:pt x="18" y="16"/>
                    <a:pt x="23" y="14"/>
                  </a:cubicBezTo>
                  <a:cubicBezTo>
                    <a:pt x="32" y="10"/>
                    <a:pt x="36" y="9"/>
                    <a:pt x="32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41" name="Freeform 6428">
              <a:extLst>
                <a:ext uri="{FF2B5EF4-FFF2-40B4-BE49-F238E27FC236}">
                  <a16:creationId xmlns:a16="http://schemas.microsoft.com/office/drawing/2014/main" id="{793AFB69-3C60-43DE-B7CC-5F9DFD1BC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480"/>
              <a:ext cx="56" cy="54"/>
            </a:xfrm>
            <a:custGeom>
              <a:avLst/>
              <a:gdLst>
                <a:gd name="T0" fmla="*/ 0 w 28"/>
                <a:gd name="T1" fmla="*/ 184 h 27"/>
                <a:gd name="T2" fmla="*/ 160 w 28"/>
                <a:gd name="T3" fmla="*/ 136 h 27"/>
                <a:gd name="T4" fmla="*/ 192 w 2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7">
                  <a:moveTo>
                    <a:pt x="0" y="23"/>
                  </a:moveTo>
                  <a:cubicBezTo>
                    <a:pt x="5" y="27"/>
                    <a:pt x="15" y="20"/>
                    <a:pt x="20" y="17"/>
                  </a:cubicBezTo>
                  <a:cubicBezTo>
                    <a:pt x="26" y="12"/>
                    <a:pt x="28" y="7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42" name="Freeform 6429">
              <a:extLst>
                <a:ext uri="{FF2B5EF4-FFF2-40B4-BE49-F238E27FC236}">
                  <a16:creationId xmlns:a16="http://schemas.microsoft.com/office/drawing/2014/main" id="{077C9838-874E-4401-91A1-A7B5C5CCD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446"/>
              <a:ext cx="52" cy="54"/>
            </a:xfrm>
            <a:custGeom>
              <a:avLst/>
              <a:gdLst>
                <a:gd name="T0" fmla="*/ 208 w 26"/>
                <a:gd name="T1" fmla="*/ 0 h 27"/>
                <a:gd name="T2" fmla="*/ 112 w 26"/>
                <a:gd name="T3" fmla="*/ 120 h 27"/>
                <a:gd name="T4" fmla="*/ 0 w 26"/>
                <a:gd name="T5" fmla="*/ 21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26" y="0"/>
                  </a:moveTo>
                  <a:cubicBezTo>
                    <a:pt x="26" y="6"/>
                    <a:pt x="19" y="12"/>
                    <a:pt x="14" y="15"/>
                  </a:cubicBezTo>
                  <a:cubicBezTo>
                    <a:pt x="11" y="18"/>
                    <a:pt x="3" y="27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43" name="Freeform 6430">
              <a:extLst>
                <a:ext uri="{FF2B5EF4-FFF2-40B4-BE49-F238E27FC236}">
                  <a16:creationId xmlns:a16="http://schemas.microsoft.com/office/drawing/2014/main" id="{784D954C-854C-4F23-9AA2-4CB27D9C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3187"/>
              <a:ext cx="40" cy="67"/>
            </a:xfrm>
            <a:custGeom>
              <a:avLst/>
              <a:gdLst>
                <a:gd name="T0" fmla="*/ 88 w 20"/>
                <a:gd name="T1" fmla="*/ 0 h 33"/>
                <a:gd name="T2" fmla="*/ 160 w 20"/>
                <a:gd name="T3" fmla="*/ 27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3">
                  <a:moveTo>
                    <a:pt x="11" y="0"/>
                  </a:moveTo>
                  <a:cubicBezTo>
                    <a:pt x="16" y="11"/>
                    <a:pt x="0" y="33"/>
                    <a:pt x="20" y="3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44" name="Freeform 6431">
              <a:extLst>
                <a:ext uri="{FF2B5EF4-FFF2-40B4-BE49-F238E27FC236}">
                  <a16:creationId xmlns:a16="http://schemas.microsoft.com/office/drawing/2014/main" id="{84978145-2B2D-4F28-BB58-28EA06552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3252"/>
              <a:ext cx="34" cy="84"/>
            </a:xfrm>
            <a:custGeom>
              <a:avLst/>
              <a:gdLst>
                <a:gd name="T0" fmla="*/ 72 w 17"/>
                <a:gd name="T1" fmla="*/ 0 h 42"/>
                <a:gd name="T2" fmla="*/ 136 w 17"/>
                <a:gd name="T3" fmla="*/ 2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2">
                  <a:moveTo>
                    <a:pt x="9" y="0"/>
                  </a:moveTo>
                  <a:cubicBezTo>
                    <a:pt x="0" y="3"/>
                    <a:pt x="6" y="42"/>
                    <a:pt x="17" y="3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45" name="Freeform 6432">
              <a:extLst>
                <a:ext uri="{FF2B5EF4-FFF2-40B4-BE49-F238E27FC236}">
                  <a16:creationId xmlns:a16="http://schemas.microsoft.com/office/drawing/2014/main" id="{F57751F8-0640-41FC-B95B-31D574973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318"/>
              <a:ext cx="56" cy="60"/>
            </a:xfrm>
            <a:custGeom>
              <a:avLst/>
              <a:gdLst>
                <a:gd name="T0" fmla="*/ 64 w 28"/>
                <a:gd name="T1" fmla="*/ 0 h 30"/>
                <a:gd name="T2" fmla="*/ 88 w 28"/>
                <a:gd name="T3" fmla="*/ 176 h 30"/>
                <a:gd name="T4" fmla="*/ 144 w 28"/>
                <a:gd name="T5" fmla="*/ 240 h 30"/>
                <a:gd name="T6" fmla="*/ 224 w 28"/>
                <a:gd name="T7" fmla="*/ 20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8" y="0"/>
                  </a:moveTo>
                  <a:cubicBezTo>
                    <a:pt x="0" y="3"/>
                    <a:pt x="8" y="17"/>
                    <a:pt x="11" y="22"/>
                  </a:cubicBezTo>
                  <a:cubicBezTo>
                    <a:pt x="12" y="25"/>
                    <a:pt x="14" y="29"/>
                    <a:pt x="18" y="30"/>
                  </a:cubicBezTo>
                  <a:cubicBezTo>
                    <a:pt x="21" y="30"/>
                    <a:pt x="28" y="29"/>
                    <a:pt x="28" y="2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46" name="Freeform 6433">
              <a:extLst>
                <a:ext uri="{FF2B5EF4-FFF2-40B4-BE49-F238E27FC236}">
                  <a16:creationId xmlns:a16="http://schemas.microsoft.com/office/drawing/2014/main" id="{7B26B309-9C49-48BC-A199-745933480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3376"/>
              <a:ext cx="58" cy="40"/>
            </a:xfrm>
            <a:custGeom>
              <a:avLst/>
              <a:gdLst>
                <a:gd name="T0" fmla="*/ 0 w 29"/>
                <a:gd name="T1" fmla="*/ 0 h 20"/>
                <a:gd name="T2" fmla="*/ 104 w 29"/>
                <a:gd name="T3" fmla="*/ 120 h 20"/>
                <a:gd name="T4" fmla="*/ 168 w 29"/>
                <a:gd name="T5" fmla="*/ 152 h 20"/>
                <a:gd name="T6" fmla="*/ 232 w 29"/>
                <a:gd name="T7" fmla="*/ 12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0" y="0"/>
                  </a:moveTo>
                  <a:cubicBezTo>
                    <a:pt x="2" y="6"/>
                    <a:pt x="8" y="11"/>
                    <a:pt x="13" y="15"/>
                  </a:cubicBezTo>
                  <a:cubicBezTo>
                    <a:pt x="15" y="16"/>
                    <a:pt x="19" y="19"/>
                    <a:pt x="21" y="19"/>
                  </a:cubicBezTo>
                  <a:cubicBezTo>
                    <a:pt x="25" y="20"/>
                    <a:pt x="27" y="17"/>
                    <a:pt x="29" y="1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47" name="Freeform 6434">
              <a:extLst>
                <a:ext uri="{FF2B5EF4-FFF2-40B4-BE49-F238E27FC236}">
                  <a16:creationId xmlns:a16="http://schemas.microsoft.com/office/drawing/2014/main" id="{1596350E-023A-4DC1-A8CA-5866EF07A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412"/>
              <a:ext cx="46" cy="46"/>
            </a:xfrm>
            <a:custGeom>
              <a:avLst/>
              <a:gdLst>
                <a:gd name="T0" fmla="*/ 0 w 23"/>
                <a:gd name="T1" fmla="*/ 0 h 23"/>
                <a:gd name="T2" fmla="*/ 56 w 23"/>
                <a:gd name="T3" fmla="*/ 128 h 23"/>
                <a:gd name="T4" fmla="*/ 112 w 23"/>
                <a:gd name="T5" fmla="*/ 176 h 23"/>
                <a:gd name="T6" fmla="*/ 184 w 23"/>
                <a:gd name="T7" fmla="*/ 144 h 23"/>
                <a:gd name="T8" fmla="*/ 184 w 23"/>
                <a:gd name="T9" fmla="*/ 13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0" y="0"/>
                  </a:moveTo>
                  <a:cubicBezTo>
                    <a:pt x="4" y="4"/>
                    <a:pt x="4" y="11"/>
                    <a:pt x="7" y="16"/>
                  </a:cubicBezTo>
                  <a:cubicBezTo>
                    <a:pt x="9" y="18"/>
                    <a:pt x="11" y="21"/>
                    <a:pt x="14" y="22"/>
                  </a:cubicBezTo>
                  <a:cubicBezTo>
                    <a:pt x="18" y="23"/>
                    <a:pt x="20" y="19"/>
                    <a:pt x="23" y="18"/>
                  </a:cubicBezTo>
                  <a:cubicBezTo>
                    <a:pt x="23" y="18"/>
                    <a:pt x="23" y="17"/>
                    <a:pt x="23" y="17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48" name="Freeform 6435">
              <a:extLst>
                <a:ext uri="{FF2B5EF4-FFF2-40B4-BE49-F238E27FC236}">
                  <a16:creationId xmlns:a16="http://schemas.microsoft.com/office/drawing/2014/main" id="{25F1BFB8-D017-4C10-8443-8602005D5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3456"/>
              <a:ext cx="54" cy="32"/>
            </a:xfrm>
            <a:custGeom>
              <a:avLst/>
              <a:gdLst>
                <a:gd name="T0" fmla="*/ 0 w 27"/>
                <a:gd name="T1" fmla="*/ 0 h 16"/>
                <a:gd name="T2" fmla="*/ 96 w 27"/>
                <a:gd name="T3" fmla="*/ 96 h 16"/>
                <a:gd name="T4" fmla="*/ 216 w 27"/>
                <a:gd name="T5" fmla="*/ 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2" y="6"/>
                    <a:pt x="7" y="9"/>
                    <a:pt x="12" y="12"/>
                  </a:cubicBezTo>
                  <a:cubicBezTo>
                    <a:pt x="20" y="16"/>
                    <a:pt x="22" y="15"/>
                    <a:pt x="27" y="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49" name="Freeform 6436">
              <a:extLst>
                <a:ext uri="{FF2B5EF4-FFF2-40B4-BE49-F238E27FC236}">
                  <a16:creationId xmlns:a16="http://schemas.microsoft.com/office/drawing/2014/main" id="{BA16E8EF-4B29-4406-8EFF-AFCB8BD22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482"/>
              <a:ext cx="62" cy="34"/>
            </a:xfrm>
            <a:custGeom>
              <a:avLst/>
              <a:gdLst>
                <a:gd name="T0" fmla="*/ 0 w 31"/>
                <a:gd name="T1" fmla="*/ 0 h 17"/>
                <a:gd name="T2" fmla="*/ 40 w 31"/>
                <a:gd name="T3" fmla="*/ 56 h 17"/>
                <a:gd name="T4" fmla="*/ 160 w 31"/>
                <a:gd name="T5" fmla="*/ 120 h 17"/>
                <a:gd name="T6" fmla="*/ 248 w 31"/>
                <a:gd name="T7" fmla="*/ 5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7">
                  <a:moveTo>
                    <a:pt x="0" y="0"/>
                  </a:moveTo>
                  <a:cubicBezTo>
                    <a:pt x="1" y="3"/>
                    <a:pt x="3" y="7"/>
                    <a:pt x="5" y="7"/>
                  </a:cubicBezTo>
                  <a:cubicBezTo>
                    <a:pt x="8" y="9"/>
                    <a:pt x="16" y="15"/>
                    <a:pt x="20" y="15"/>
                  </a:cubicBezTo>
                  <a:cubicBezTo>
                    <a:pt x="25" y="17"/>
                    <a:pt x="28" y="11"/>
                    <a:pt x="31" y="7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50" name="Freeform 6437">
              <a:extLst>
                <a:ext uri="{FF2B5EF4-FFF2-40B4-BE49-F238E27FC236}">
                  <a16:creationId xmlns:a16="http://schemas.microsoft.com/office/drawing/2014/main" id="{829096C9-CF65-4FE5-82EA-E2DF1D840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3512"/>
              <a:ext cx="56" cy="18"/>
            </a:xfrm>
            <a:custGeom>
              <a:avLst/>
              <a:gdLst>
                <a:gd name="T0" fmla="*/ 0 w 28"/>
                <a:gd name="T1" fmla="*/ 8 h 9"/>
                <a:gd name="T2" fmla="*/ 120 w 28"/>
                <a:gd name="T3" fmla="*/ 64 h 9"/>
                <a:gd name="T4" fmla="*/ 192 w 28"/>
                <a:gd name="T5" fmla="*/ 56 h 9"/>
                <a:gd name="T6" fmla="*/ 224 w 2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">
                  <a:moveTo>
                    <a:pt x="0" y="1"/>
                  </a:moveTo>
                  <a:cubicBezTo>
                    <a:pt x="3" y="5"/>
                    <a:pt x="10" y="8"/>
                    <a:pt x="15" y="8"/>
                  </a:cubicBezTo>
                  <a:cubicBezTo>
                    <a:pt x="17" y="8"/>
                    <a:pt x="22" y="9"/>
                    <a:pt x="24" y="7"/>
                  </a:cubicBezTo>
                  <a:cubicBezTo>
                    <a:pt x="27" y="6"/>
                    <a:pt x="27" y="3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51" name="Freeform 6438">
              <a:extLst>
                <a:ext uri="{FF2B5EF4-FFF2-40B4-BE49-F238E27FC236}">
                  <a16:creationId xmlns:a16="http://schemas.microsoft.com/office/drawing/2014/main" id="{B0A5FC3E-599C-4CE3-BD30-BE2953DD5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526"/>
              <a:ext cx="59" cy="14"/>
            </a:xfrm>
            <a:custGeom>
              <a:avLst/>
              <a:gdLst>
                <a:gd name="T0" fmla="*/ 0 w 29"/>
                <a:gd name="T1" fmla="*/ 0 h 7"/>
                <a:gd name="T2" fmla="*/ 128 w 29"/>
                <a:gd name="T3" fmla="*/ 16 h 7"/>
                <a:gd name="T4" fmla="*/ 244 w 29"/>
                <a:gd name="T5" fmla="*/ 3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">
                  <a:moveTo>
                    <a:pt x="0" y="0"/>
                  </a:moveTo>
                  <a:cubicBezTo>
                    <a:pt x="1" y="6"/>
                    <a:pt x="11" y="2"/>
                    <a:pt x="15" y="2"/>
                  </a:cubicBezTo>
                  <a:cubicBezTo>
                    <a:pt x="18" y="2"/>
                    <a:pt x="27" y="7"/>
                    <a:pt x="29" y="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52" name="Freeform 6439">
              <a:extLst>
                <a:ext uri="{FF2B5EF4-FFF2-40B4-BE49-F238E27FC236}">
                  <a16:creationId xmlns:a16="http://schemas.microsoft.com/office/drawing/2014/main" id="{18ABCF6F-81E0-48EC-AEE6-C44F8EFF6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822"/>
              <a:ext cx="60" cy="124"/>
            </a:xfrm>
            <a:custGeom>
              <a:avLst/>
              <a:gdLst>
                <a:gd name="T0" fmla="*/ 0 w 30"/>
                <a:gd name="T1" fmla="*/ 496 h 62"/>
                <a:gd name="T2" fmla="*/ 200 w 30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2">
                  <a:moveTo>
                    <a:pt x="0" y="62"/>
                  </a:moveTo>
                  <a:cubicBezTo>
                    <a:pt x="13" y="44"/>
                    <a:pt x="30" y="23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53" name="Freeform 6440">
              <a:extLst>
                <a:ext uri="{FF2B5EF4-FFF2-40B4-BE49-F238E27FC236}">
                  <a16:creationId xmlns:a16="http://schemas.microsoft.com/office/drawing/2014/main" id="{D9AAE0C9-2BD1-46B8-91B1-8E19DB84B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764"/>
              <a:ext cx="38" cy="94"/>
            </a:xfrm>
            <a:custGeom>
              <a:avLst/>
              <a:gdLst>
                <a:gd name="T0" fmla="*/ 0 w 19"/>
                <a:gd name="T1" fmla="*/ 376 h 47"/>
                <a:gd name="T2" fmla="*/ 120 w 19"/>
                <a:gd name="T3" fmla="*/ 184 h 47"/>
                <a:gd name="T4" fmla="*/ 152 w 1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7">
                  <a:moveTo>
                    <a:pt x="0" y="47"/>
                  </a:moveTo>
                  <a:cubicBezTo>
                    <a:pt x="6" y="41"/>
                    <a:pt x="12" y="31"/>
                    <a:pt x="15" y="23"/>
                  </a:cubicBezTo>
                  <a:cubicBezTo>
                    <a:pt x="18" y="16"/>
                    <a:pt x="16" y="6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54" name="Freeform 6441">
              <a:extLst>
                <a:ext uri="{FF2B5EF4-FFF2-40B4-BE49-F238E27FC236}">
                  <a16:creationId xmlns:a16="http://schemas.microsoft.com/office/drawing/2014/main" id="{3BEA5E98-FBC0-4493-AFD9-824CB170E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716"/>
              <a:ext cx="70" cy="78"/>
            </a:xfrm>
            <a:custGeom>
              <a:avLst/>
              <a:gdLst>
                <a:gd name="T0" fmla="*/ 0 w 35"/>
                <a:gd name="T1" fmla="*/ 312 h 39"/>
                <a:gd name="T2" fmla="*/ 280 w 35"/>
                <a:gd name="T3" fmla="*/ 0 h 39"/>
                <a:gd name="T4" fmla="*/ 16 w 35"/>
                <a:gd name="T5" fmla="*/ 19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4" y="28"/>
                    <a:pt x="26" y="14"/>
                    <a:pt x="35" y="0"/>
                  </a:cubicBezTo>
                  <a:cubicBezTo>
                    <a:pt x="22" y="5"/>
                    <a:pt x="12" y="14"/>
                    <a:pt x="2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55" name="Freeform 6442">
              <a:extLst>
                <a:ext uri="{FF2B5EF4-FFF2-40B4-BE49-F238E27FC236}">
                  <a16:creationId xmlns:a16="http://schemas.microsoft.com/office/drawing/2014/main" id="{CE75C3F7-BE43-4AA7-A12A-6B94B11BF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766"/>
              <a:ext cx="90" cy="178"/>
            </a:xfrm>
            <a:custGeom>
              <a:avLst/>
              <a:gdLst>
                <a:gd name="T0" fmla="*/ 8 w 45"/>
                <a:gd name="T1" fmla="*/ 712 h 89"/>
                <a:gd name="T2" fmla="*/ 96 w 45"/>
                <a:gd name="T3" fmla="*/ 416 h 89"/>
                <a:gd name="T4" fmla="*/ 192 w 45"/>
                <a:gd name="T5" fmla="*/ 232 h 89"/>
                <a:gd name="T6" fmla="*/ 208 w 45"/>
                <a:gd name="T7" fmla="*/ 240 h 89"/>
                <a:gd name="T8" fmla="*/ 216 w 45"/>
                <a:gd name="T9" fmla="*/ 208 h 89"/>
                <a:gd name="T10" fmla="*/ 264 w 45"/>
                <a:gd name="T11" fmla="*/ 120 h 89"/>
                <a:gd name="T12" fmla="*/ 360 w 45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9">
                  <a:moveTo>
                    <a:pt x="1" y="89"/>
                  </a:moveTo>
                  <a:cubicBezTo>
                    <a:pt x="0" y="77"/>
                    <a:pt x="8" y="63"/>
                    <a:pt x="12" y="52"/>
                  </a:cubicBezTo>
                  <a:cubicBezTo>
                    <a:pt x="14" y="43"/>
                    <a:pt x="19" y="36"/>
                    <a:pt x="24" y="29"/>
                  </a:cubicBezTo>
                  <a:cubicBezTo>
                    <a:pt x="25" y="30"/>
                    <a:pt x="25" y="30"/>
                    <a:pt x="26" y="30"/>
                  </a:cubicBezTo>
                  <a:cubicBezTo>
                    <a:pt x="28" y="29"/>
                    <a:pt x="26" y="29"/>
                    <a:pt x="27" y="26"/>
                  </a:cubicBezTo>
                  <a:cubicBezTo>
                    <a:pt x="28" y="22"/>
                    <a:pt x="31" y="19"/>
                    <a:pt x="33" y="15"/>
                  </a:cubicBezTo>
                  <a:cubicBezTo>
                    <a:pt x="37" y="11"/>
                    <a:pt x="44" y="5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56" name="Freeform 6443">
              <a:extLst>
                <a:ext uri="{FF2B5EF4-FFF2-40B4-BE49-F238E27FC236}">
                  <a16:creationId xmlns:a16="http://schemas.microsoft.com/office/drawing/2014/main" id="{91B33C1A-6B50-411D-91D8-1CFB63269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840"/>
              <a:ext cx="48" cy="82"/>
            </a:xfrm>
            <a:custGeom>
              <a:avLst/>
              <a:gdLst>
                <a:gd name="T0" fmla="*/ 0 w 24"/>
                <a:gd name="T1" fmla="*/ 328 h 41"/>
                <a:gd name="T2" fmla="*/ 184 w 24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1">
                  <a:moveTo>
                    <a:pt x="0" y="41"/>
                  </a:moveTo>
                  <a:cubicBezTo>
                    <a:pt x="13" y="35"/>
                    <a:pt x="24" y="14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57" name="Freeform 6444">
              <a:extLst>
                <a:ext uri="{FF2B5EF4-FFF2-40B4-BE49-F238E27FC236}">
                  <a16:creationId xmlns:a16="http://schemas.microsoft.com/office/drawing/2014/main" id="{B4B8E045-2D36-4C9A-8B9A-9E35AD77B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778"/>
              <a:ext cx="44" cy="92"/>
            </a:xfrm>
            <a:custGeom>
              <a:avLst/>
              <a:gdLst>
                <a:gd name="T0" fmla="*/ 0 w 22"/>
                <a:gd name="T1" fmla="*/ 368 h 46"/>
                <a:gd name="T2" fmla="*/ 136 w 22"/>
                <a:gd name="T3" fmla="*/ 128 h 46"/>
                <a:gd name="T4" fmla="*/ 176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0" y="46"/>
                  </a:moveTo>
                  <a:cubicBezTo>
                    <a:pt x="7" y="37"/>
                    <a:pt x="14" y="27"/>
                    <a:pt x="17" y="16"/>
                  </a:cubicBezTo>
                  <a:cubicBezTo>
                    <a:pt x="19" y="11"/>
                    <a:pt x="20" y="5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58" name="Freeform 6445">
              <a:extLst>
                <a:ext uri="{FF2B5EF4-FFF2-40B4-BE49-F238E27FC236}">
                  <a16:creationId xmlns:a16="http://schemas.microsoft.com/office/drawing/2014/main" id="{A872B6F9-A566-415F-BEAF-26EDC3EED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66"/>
              <a:ext cx="98" cy="60"/>
            </a:xfrm>
            <a:custGeom>
              <a:avLst/>
              <a:gdLst>
                <a:gd name="T0" fmla="*/ 0 w 49"/>
                <a:gd name="T1" fmla="*/ 240 h 30"/>
                <a:gd name="T2" fmla="*/ 392 w 49"/>
                <a:gd name="T3" fmla="*/ 0 h 30"/>
                <a:gd name="T4" fmla="*/ 224 w 49"/>
                <a:gd name="T5" fmla="*/ 120 h 30"/>
                <a:gd name="T6" fmla="*/ 104 w 49"/>
                <a:gd name="T7" fmla="*/ 20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0">
                  <a:moveTo>
                    <a:pt x="0" y="30"/>
                  </a:moveTo>
                  <a:cubicBezTo>
                    <a:pt x="13" y="13"/>
                    <a:pt x="29" y="6"/>
                    <a:pt x="49" y="0"/>
                  </a:cubicBezTo>
                  <a:cubicBezTo>
                    <a:pt x="42" y="5"/>
                    <a:pt x="35" y="10"/>
                    <a:pt x="28" y="15"/>
                  </a:cubicBezTo>
                  <a:cubicBezTo>
                    <a:pt x="24" y="19"/>
                    <a:pt x="18" y="23"/>
                    <a:pt x="13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59" name="Freeform 6446">
              <a:extLst>
                <a:ext uri="{FF2B5EF4-FFF2-40B4-BE49-F238E27FC236}">
                  <a16:creationId xmlns:a16="http://schemas.microsoft.com/office/drawing/2014/main" id="{53CBA119-64E1-4F23-B611-3C47DF766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88"/>
              <a:ext cx="72" cy="66"/>
            </a:xfrm>
            <a:custGeom>
              <a:avLst/>
              <a:gdLst>
                <a:gd name="T0" fmla="*/ 0 w 36"/>
                <a:gd name="T1" fmla="*/ 264 h 33"/>
                <a:gd name="T2" fmla="*/ 288 w 3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33"/>
                  </a:moveTo>
                  <a:cubicBezTo>
                    <a:pt x="16" y="26"/>
                    <a:pt x="26" y="12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60" name="Freeform 6447">
              <a:extLst>
                <a:ext uri="{FF2B5EF4-FFF2-40B4-BE49-F238E27FC236}">
                  <a16:creationId xmlns:a16="http://schemas.microsoft.com/office/drawing/2014/main" id="{9211D893-5D29-44AB-A550-9EA595B11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744"/>
              <a:ext cx="56" cy="88"/>
            </a:xfrm>
            <a:custGeom>
              <a:avLst/>
              <a:gdLst>
                <a:gd name="T0" fmla="*/ 0 w 28"/>
                <a:gd name="T1" fmla="*/ 352 h 44"/>
                <a:gd name="T2" fmla="*/ 152 w 28"/>
                <a:gd name="T3" fmla="*/ 176 h 44"/>
                <a:gd name="T4" fmla="*/ 224 w 28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4">
                  <a:moveTo>
                    <a:pt x="0" y="44"/>
                  </a:moveTo>
                  <a:cubicBezTo>
                    <a:pt x="6" y="36"/>
                    <a:pt x="13" y="30"/>
                    <a:pt x="19" y="22"/>
                  </a:cubicBezTo>
                  <a:cubicBezTo>
                    <a:pt x="23" y="17"/>
                    <a:pt x="25" y="5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61" name="Freeform 6448">
              <a:extLst>
                <a:ext uri="{FF2B5EF4-FFF2-40B4-BE49-F238E27FC236}">
                  <a16:creationId xmlns:a16="http://schemas.microsoft.com/office/drawing/2014/main" id="{F385D36B-A590-4175-AE4B-77B8B2133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640"/>
              <a:ext cx="108" cy="28"/>
            </a:xfrm>
            <a:custGeom>
              <a:avLst/>
              <a:gdLst>
                <a:gd name="T0" fmla="*/ 0 w 54"/>
                <a:gd name="T1" fmla="*/ 112 h 14"/>
                <a:gd name="T2" fmla="*/ 184 w 54"/>
                <a:gd name="T3" fmla="*/ 16 h 14"/>
                <a:gd name="T4" fmla="*/ 432 w 54"/>
                <a:gd name="T5" fmla="*/ 40 h 14"/>
                <a:gd name="T6" fmla="*/ 200 w 54"/>
                <a:gd name="T7" fmla="*/ 96 h 14"/>
                <a:gd name="T8" fmla="*/ 8 w 54"/>
                <a:gd name="T9" fmla="*/ 11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0" y="14"/>
                  </a:moveTo>
                  <a:cubicBezTo>
                    <a:pt x="5" y="7"/>
                    <a:pt x="15" y="4"/>
                    <a:pt x="23" y="2"/>
                  </a:cubicBezTo>
                  <a:cubicBezTo>
                    <a:pt x="34" y="0"/>
                    <a:pt x="44" y="4"/>
                    <a:pt x="54" y="5"/>
                  </a:cubicBezTo>
                  <a:cubicBezTo>
                    <a:pt x="46" y="3"/>
                    <a:pt x="33" y="10"/>
                    <a:pt x="25" y="12"/>
                  </a:cubicBezTo>
                  <a:cubicBezTo>
                    <a:pt x="18" y="14"/>
                    <a:pt x="8" y="11"/>
                    <a:pt x="1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62" name="Freeform 6449">
              <a:extLst>
                <a:ext uri="{FF2B5EF4-FFF2-40B4-BE49-F238E27FC236}">
                  <a16:creationId xmlns:a16="http://schemas.microsoft.com/office/drawing/2014/main" id="{A77672B5-97E8-4BA5-8063-6932CD262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634"/>
              <a:ext cx="96" cy="16"/>
            </a:xfrm>
            <a:custGeom>
              <a:avLst/>
              <a:gdLst>
                <a:gd name="T0" fmla="*/ 24 w 48"/>
                <a:gd name="T1" fmla="*/ 48 h 8"/>
                <a:gd name="T2" fmla="*/ 384 w 48"/>
                <a:gd name="T3" fmla="*/ 40 h 8"/>
                <a:gd name="T4" fmla="*/ 168 w 48"/>
                <a:gd name="T5" fmla="*/ 8 h 8"/>
                <a:gd name="T6" fmla="*/ 0 w 48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8">
                  <a:moveTo>
                    <a:pt x="3" y="6"/>
                  </a:moveTo>
                  <a:cubicBezTo>
                    <a:pt x="18" y="8"/>
                    <a:pt x="33" y="7"/>
                    <a:pt x="48" y="5"/>
                  </a:cubicBezTo>
                  <a:cubicBezTo>
                    <a:pt x="42" y="0"/>
                    <a:pt x="29" y="1"/>
                    <a:pt x="21" y="1"/>
                  </a:cubicBezTo>
                  <a:cubicBezTo>
                    <a:pt x="14" y="1"/>
                    <a:pt x="7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63" name="Freeform 6450">
              <a:extLst>
                <a:ext uri="{FF2B5EF4-FFF2-40B4-BE49-F238E27FC236}">
                  <a16:creationId xmlns:a16="http://schemas.microsoft.com/office/drawing/2014/main" id="{CA3E5027-9877-4F9A-B5EA-43A15B074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650"/>
              <a:ext cx="82" cy="30"/>
            </a:xfrm>
            <a:custGeom>
              <a:avLst/>
              <a:gdLst>
                <a:gd name="T0" fmla="*/ 0 w 41"/>
                <a:gd name="T1" fmla="*/ 64 h 15"/>
                <a:gd name="T2" fmla="*/ 328 w 4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5">
                  <a:moveTo>
                    <a:pt x="0" y="8"/>
                  </a:moveTo>
                  <a:cubicBezTo>
                    <a:pt x="10" y="15"/>
                    <a:pt x="34" y="7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64" name="Freeform 6451">
              <a:extLst>
                <a:ext uri="{FF2B5EF4-FFF2-40B4-BE49-F238E27FC236}">
                  <a16:creationId xmlns:a16="http://schemas.microsoft.com/office/drawing/2014/main" id="{28F39685-D572-4F29-8C15-959C7D685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668"/>
              <a:ext cx="72" cy="56"/>
            </a:xfrm>
            <a:custGeom>
              <a:avLst/>
              <a:gdLst>
                <a:gd name="T0" fmla="*/ 0 w 36"/>
                <a:gd name="T1" fmla="*/ 216 h 28"/>
                <a:gd name="T2" fmla="*/ 216 w 36"/>
                <a:gd name="T3" fmla="*/ 88 h 28"/>
                <a:gd name="T4" fmla="*/ 288 w 3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0" y="27"/>
                  </a:moveTo>
                  <a:cubicBezTo>
                    <a:pt x="8" y="28"/>
                    <a:pt x="22" y="17"/>
                    <a:pt x="27" y="11"/>
                  </a:cubicBezTo>
                  <a:cubicBezTo>
                    <a:pt x="30" y="8"/>
                    <a:pt x="33" y="3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65" name="Freeform 6452">
              <a:extLst>
                <a:ext uri="{FF2B5EF4-FFF2-40B4-BE49-F238E27FC236}">
                  <a16:creationId xmlns:a16="http://schemas.microsoft.com/office/drawing/2014/main" id="{F0082381-5BB8-43D5-813D-D382BFCF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672"/>
              <a:ext cx="82" cy="42"/>
            </a:xfrm>
            <a:custGeom>
              <a:avLst/>
              <a:gdLst>
                <a:gd name="T0" fmla="*/ 0 w 41"/>
                <a:gd name="T1" fmla="*/ 160 h 21"/>
                <a:gd name="T2" fmla="*/ 232 w 41"/>
                <a:gd name="T3" fmla="*/ 48 h 21"/>
                <a:gd name="T4" fmla="*/ 328 w 4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">
                  <a:moveTo>
                    <a:pt x="0" y="20"/>
                  </a:moveTo>
                  <a:cubicBezTo>
                    <a:pt x="12" y="21"/>
                    <a:pt x="20" y="11"/>
                    <a:pt x="29" y="6"/>
                  </a:cubicBezTo>
                  <a:cubicBezTo>
                    <a:pt x="33" y="3"/>
                    <a:pt x="38" y="3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66" name="Freeform 6453">
              <a:extLst>
                <a:ext uri="{FF2B5EF4-FFF2-40B4-BE49-F238E27FC236}">
                  <a16:creationId xmlns:a16="http://schemas.microsoft.com/office/drawing/2014/main" id="{FA81A933-C455-4F44-BB46-CA5570325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718"/>
              <a:ext cx="52" cy="60"/>
            </a:xfrm>
            <a:custGeom>
              <a:avLst/>
              <a:gdLst>
                <a:gd name="T0" fmla="*/ 0 w 26"/>
                <a:gd name="T1" fmla="*/ 240 h 30"/>
                <a:gd name="T2" fmla="*/ 208 w 2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0">
                  <a:moveTo>
                    <a:pt x="0" y="30"/>
                  </a:moveTo>
                  <a:cubicBezTo>
                    <a:pt x="15" y="25"/>
                    <a:pt x="19" y="11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67" name="Freeform 6454">
              <a:extLst>
                <a:ext uri="{FF2B5EF4-FFF2-40B4-BE49-F238E27FC236}">
                  <a16:creationId xmlns:a16="http://schemas.microsoft.com/office/drawing/2014/main" id="{AB652288-DF0F-4D86-9CF1-3998C156B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920"/>
              <a:ext cx="45" cy="82"/>
            </a:xfrm>
            <a:custGeom>
              <a:avLst/>
              <a:gdLst>
                <a:gd name="T0" fmla="*/ 76 w 22"/>
                <a:gd name="T1" fmla="*/ 96 h 41"/>
                <a:gd name="T2" fmla="*/ 25 w 22"/>
                <a:gd name="T3" fmla="*/ 328 h 41"/>
                <a:gd name="T4" fmla="*/ 129 w 22"/>
                <a:gd name="T5" fmla="*/ 160 h 41"/>
                <a:gd name="T6" fmla="*/ 172 w 2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9" y="12"/>
                  </a:moveTo>
                  <a:cubicBezTo>
                    <a:pt x="3" y="20"/>
                    <a:pt x="0" y="32"/>
                    <a:pt x="3" y="41"/>
                  </a:cubicBezTo>
                  <a:cubicBezTo>
                    <a:pt x="2" y="34"/>
                    <a:pt x="11" y="26"/>
                    <a:pt x="15" y="20"/>
                  </a:cubicBezTo>
                  <a:cubicBezTo>
                    <a:pt x="17" y="16"/>
                    <a:pt x="22" y="5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68" name="Freeform 6455">
              <a:extLst>
                <a:ext uri="{FF2B5EF4-FFF2-40B4-BE49-F238E27FC236}">
                  <a16:creationId xmlns:a16="http://schemas.microsoft.com/office/drawing/2014/main" id="{05FF989C-09EA-410B-A089-9E1D58A44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978"/>
              <a:ext cx="41" cy="101"/>
            </a:xfrm>
            <a:custGeom>
              <a:avLst/>
              <a:gdLst>
                <a:gd name="T0" fmla="*/ 113 w 20"/>
                <a:gd name="T1" fmla="*/ 81 h 50"/>
                <a:gd name="T2" fmla="*/ 59 w 20"/>
                <a:gd name="T3" fmla="*/ 412 h 50"/>
                <a:gd name="T4" fmla="*/ 96 w 20"/>
                <a:gd name="T5" fmla="*/ 323 h 50"/>
                <a:gd name="T6" fmla="*/ 164 w 20"/>
                <a:gd name="T7" fmla="*/ 156 h 50"/>
                <a:gd name="T8" fmla="*/ 164 w 20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0">
                  <a:moveTo>
                    <a:pt x="13" y="10"/>
                  </a:moveTo>
                  <a:cubicBezTo>
                    <a:pt x="9" y="21"/>
                    <a:pt x="0" y="39"/>
                    <a:pt x="7" y="50"/>
                  </a:cubicBezTo>
                  <a:cubicBezTo>
                    <a:pt x="6" y="46"/>
                    <a:pt x="9" y="42"/>
                    <a:pt x="11" y="39"/>
                  </a:cubicBezTo>
                  <a:cubicBezTo>
                    <a:pt x="15" y="32"/>
                    <a:pt x="18" y="27"/>
                    <a:pt x="19" y="19"/>
                  </a:cubicBezTo>
                  <a:cubicBezTo>
                    <a:pt x="20" y="12"/>
                    <a:pt x="19" y="6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69" name="Freeform 6456">
              <a:extLst>
                <a:ext uri="{FF2B5EF4-FFF2-40B4-BE49-F238E27FC236}">
                  <a16:creationId xmlns:a16="http://schemas.microsoft.com/office/drawing/2014/main" id="{E06513A3-3BB4-426D-B870-4328AB066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075"/>
              <a:ext cx="4" cy="20"/>
            </a:xfrm>
            <a:custGeom>
              <a:avLst/>
              <a:gdLst>
                <a:gd name="T0" fmla="*/ 16 w 2"/>
                <a:gd name="T1" fmla="*/ 0 h 10"/>
                <a:gd name="T2" fmla="*/ 8 w 2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4"/>
                    <a:pt x="0" y="7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70" name="Freeform 6457">
              <a:extLst>
                <a:ext uri="{FF2B5EF4-FFF2-40B4-BE49-F238E27FC236}">
                  <a16:creationId xmlns:a16="http://schemas.microsoft.com/office/drawing/2014/main" id="{EB1CB4E8-5C25-4CF0-8873-E4BE1F52A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055"/>
              <a:ext cx="14" cy="42"/>
            </a:xfrm>
            <a:custGeom>
              <a:avLst/>
              <a:gdLst>
                <a:gd name="T0" fmla="*/ 16 w 7"/>
                <a:gd name="T1" fmla="*/ 0 h 21"/>
                <a:gd name="T2" fmla="*/ 56 w 7"/>
                <a:gd name="T3" fmla="*/ 16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2" y="0"/>
                  </a:moveTo>
                  <a:cubicBezTo>
                    <a:pt x="0" y="6"/>
                    <a:pt x="5" y="15"/>
                    <a:pt x="7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71" name="Freeform 6458">
              <a:extLst>
                <a:ext uri="{FF2B5EF4-FFF2-40B4-BE49-F238E27FC236}">
                  <a16:creationId xmlns:a16="http://schemas.microsoft.com/office/drawing/2014/main" id="{A10C4356-806D-4B09-A684-4FD2AA834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016"/>
              <a:ext cx="10" cy="81"/>
            </a:xfrm>
            <a:custGeom>
              <a:avLst/>
              <a:gdLst>
                <a:gd name="T0" fmla="*/ 0 w 5"/>
                <a:gd name="T1" fmla="*/ 332 h 40"/>
                <a:gd name="T2" fmla="*/ 0 w 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0">
                  <a:moveTo>
                    <a:pt x="0" y="40"/>
                  </a:moveTo>
                  <a:cubicBezTo>
                    <a:pt x="5" y="27"/>
                    <a:pt x="3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72" name="Freeform 6459">
              <a:extLst>
                <a:ext uri="{FF2B5EF4-FFF2-40B4-BE49-F238E27FC236}">
                  <a16:creationId xmlns:a16="http://schemas.microsoft.com/office/drawing/2014/main" id="{7B49058A-F1B4-4127-A43C-B7E244C46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948"/>
              <a:ext cx="28" cy="72"/>
            </a:xfrm>
            <a:custGeom>
              <a:avLst/>
              <a:gdLst>
                <a:gd name="T0" fmla="*/ 0 w 14"/>
                <a:gd name="T1" fmla="*/ 288 h 36"/>
                <a:gd name="T2" fmla="*/ 64 w 1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cubicBezTo>
                    <a:pt x="4" y="26"/>
                    <a:pt x="14" y="1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73" name="Freeform 6460">
              <a:extLst>
                <a:ext uri="{FF2B5EF4-FFF2-40B4-BE49-F238E27FC236}">
                  <a16:creationId xmlns:a16="http://schemas.microsoft.com/office/drawing/2014/main" id="{FA7E5CBF-3987-46EA-B6A0-537918036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906"/>
              <a:ext cx="20" cy="74"/>
            </a:xfrm>
            <a:custGeom>
              <a:avLst/>
              <a:gdLst>
                <a:gd name="T0" fmla="*/ 0 w 10"/>
                <a:gd name="T1" fmla="*/ 296 h 37"/>
                <a:gd name="T2" fmla="*/ 80 w 10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0" y="37"/>
                  </a:moveTo>
                  <a:cubicBezTo>
                    <a:pt x="9" y="26"/>
                    <a:pt x="10" y="1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74" name="Freeform 6461">
              <a:extLst>
                <a:ext uri="{FF2B5EF4-FFF2-40B4-BE49-F238E27FC236}">
                  <a16:creationId xmlns:a16="http://schemas.microsoft.com/office/drawing/2014/main" id="{571C0065-3626-4605-B513-D6E4B66A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864"/>
              <a:ext cx="32" cy="90"/>
            </a:xfrm>
            <a:custGeom>
              <a:avLst/>
              <a:gdLst>
                <a:gd name="T0" fmla="*/ 0 w 16"/>
                <a:gd name="T1" fmla="*/ 360 h 45"/>
                <a:gd name="T2" fmla="*/ 88 w 16"/>
                <a:gd name="T3" fmla="*/ 240 h 45"/>
                <a:gd name="T4" fmla="*/ 128 w 16"/>
                <a:gd name="T5" fmla="*/ 96 h 45"/>
                <a:gd name="T6" fmla="*/ 112 w 1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5">
                  <a:moveTo>
                    <a:pt x="0" y="45"/>
                  </a:moveTo>
                  <a:cubicBezTo>
                    <a:pt x="3" y="39"/>
                    <a:pt x="8" y="36"/>
                    <a:pt x="11" y="30"/>
                  </a:cubicBezTo>
                  <a:cubicBezTo>
                    <a:pt x="14" y="25"/>
                    <a:pt x="16" y="18"/>
                    <a:pt x="16" y="12"/>
                  </a:cubicBezTo>
                  <a:cubicBezTo>
                    <a:pt x="16" y="8"/>
                    <a:pt x="16" y="3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75" name="Freeform 6462">
              <a:extLst>
                <a:ext uri="{FF2B5EF4-FFF2-40B4-BE49-F238E27FC236}">
                  <a16:creationId xmlns:a16="http://schemas.microsoft.com/office/drawing/2014/main" id="{FD73FE2B-FFD8-40FC-99B2-4A6D0F6EE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668"/>
              <a:ext cx="88" cy="38"/>
            </a:xfrm>
            <a:custGeom>
              <a:avLst/>
              <a:gdLst>
                <a:gd name="T0" fmla="*/ 0 w 44"/>
                <a:gd name="T1" fmla="*/ 128 h 19"/>
                <a:gd name="T2" fmla="*/ 240 w 44"/>
                <a:gd name="T3" fmla="*/ 80 h 19"/>
                <a:gd name="T4" fmla="*/ 352 w 4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9">
                  <a:moveTo>
                    <a:pt x="0" y="16"/>
                  </a:moveTo>
                  <a:cubicBezTo>
                    <a:pt x="9" y="19"/>
                    <a:pt x="21" y="14"/>
                    <a:pt x="30" y="10"/>
                  </a:cubicBezTo>
                  <a:cubicBezTo>
                    <a:pt x="35" y="7"/>
                    <a:pt x="39" y="3"/>
                    <a:pt x="4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76" name="Freeform 6463">
              <a:extLst>
                <a:ext uri="{FF2B5EF4-FFF2-40B4-BE49-F238E27FC236}">
                  <a16:creationId xmlns:a16="http://schemas.microsoft.com/office/drawing/2014/main" id="{BA2CFDF2-AAEA-46BB-AB74-31716B233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708"/>
              <a:ext cx="64" cy="52"/>
            </a:xfrm>
            <a:custGeom>
              <a:avLst/>
              <a:gdLst>
                <a:gd name="T0" fmla="*/ 0 w 32"/>
                <a:gd name="T1" fmla="*/ 208 h 26"/>
                <a:gd name="T2" fmla="*/ 88 w 32"/>
                <a:gd name="T3" fmla="*/ 152 h 26"/>
                <a:gd name="T4" fmla="*/ 192 w 32"/>
                <a:gd name="T5" fmla="*/ 88 h 26"/>
                <a:gd name="T6" fmla="*/ 256 w 3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6">
                  <a:moveTo>
                    <a:pt x="0" y="26"/>
                  </a:moveTo>
                  <a:cubicBezTo>
                    <a:pt x="4" y="24"/>
                    <a:pt x="6" y="21"/>
                    <a:pt x="11" y="19"/>
                  </a:cubicBezTo>
                  <a:cubicBezTo>
                    <a:pt x="16" y="17"/>
                    <a:pt x="20" y="16"/>
                    <a:pt x="24" y="11"/>
                  </a:cubicBezTo>
                  <a:cubicBezTo>
                    <a:pt x="27" y="8"/>
                    <a:pt x="29" y="3"/>
                    <a:pt x="3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77" name="Freeform 6464">
              <a:extLst>
                <a:ext uri="{FF2B5EF4-FFF2-40B4-BE49-F238E27FC236}">
                  <a16:creationId xmlns:a16="http://schemas.microsoft.com/office/drawing/2014/main" id="{D2EE7E1E-F014-4588-9789-64D770F24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702"/>
              <a:ext cx="66" cy="38"/>
            </a:xfrm>
            <a:custGeom>
              <a:avLst/>
              <a:gdLst>
                <a:gd name="T0" fmla="*/ 0 w 33"/>
                <a:gd name="T1" fmla="*/ 152 h 19"/>
                <a:gd name="T2" fmla="*/ 200 w 33"/>
                <a:gd name="T3" fmla="*/ 64 h 19"/>
                <a:gd name="T4" fmla="*/ 264 w 3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0" y="19"/>
                  </a:moveTo>
                  <a:cubicBezTo>
                    <a:pt x="10" y="16"/>
                    <a:pt x="17" y="15"/>
                    <a:pt x="25" y="8"/>
                  </a:cubicBezTo>
                  <a:cubicBezTo>
                    <a:pt x="28" y="5"/>
                    <a:pt x="30" y="2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78" name="Freeform 6465">
              <a:extLst>
                <a:ext uri="{FF2B5EF4-FFF2-40B4-BE49-F238E27FC236}">
                  <a16:creationId xmlns:a16="http://schemas.microsoft.com/office/drawing/2014/main" id="{D09A274F-3023-483B-9AD1-01102AD09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832"/>
              <a:ext cx="26" cy="68"/>
            </a:xfrm>
            <a:custGeom>
              <a:avLst/>
              <a:gdLst>
                <a:gd name="T0" fmla="*/ 0 w 13"/>
                <a:gd name="T1" fmla="*/ 272 h 34"/>
                <a:gd name="T2" fmla="*/ 88 w 13"/>
                <a:gd name="T3" fmla="*/ 104 h 34"/>
                <a:gd name="T4" fmla="*/ 104 w 1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0" y="34"/>
                  </a:moveTo>
                  <a:cubicBezTo>
                    <a:pt x="4" y="26"/>
                    <a:pt x="10" y="21"/>
                    <a:pt x="11" y="13"/>
                  </a:cubicBezTo>
                  <a:cubicBezTo>
                    <a:pt x="12" y="9"/>
                    <a:pt x="13" y="2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79" name="Freeform 6466">
              <a:extLst>
                <a:ext uri="{FF2B5EF4-FFF2-40B4-BE49-F238E27FC236}">
                  <a16:creationId xmlns:a16="http://schemas.microsoft.com/office/drawing/2014/main" id="{9A73FE54-04B5-48CE-8F02-9144017A7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786"/>
              <a:ext cx="42" cy="78"/>
            </a:xfrm>
            <a:custGeom>
              <a:avLst/>
              <a:gdLst>
                <a:gd name="T0" fmla="*/ 0 w 21"/>
                <a:gd name="T1" fmla="*/ 312 h 39"/>
                <a:gd name="T2" fmla="*/ 168 w 2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9">
                  <a:moveTo>
                    <a:pt x="0" y="39"/>
                  </a:moveTo>
                  <a:cubicBezTo>
                    <a:pt x="12" y="28"/>
                    <a:pt x="19" y="16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80" name="Freeform 6467">
              <a:extLst>
                <a:ext uri="{FF2B5EF4-FFF2-40B4-BE49-F238E27FC236}">
                  <a16:creationId xmlns:a16="http://schemas.microsoft.com/office/drawing/2014/main" id="{9298FED1-29C9-4BE7-9F97-F63D46B44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756"/>
              <a:ext cx="48" cy="72"/>
            </a:xfrm>
            <a:custGeom>
              <a:avLst/>
              <a:gdLst>
                <a:gd name="T0" fmla="*/ 0 w 24"/>
                <a:gd name="T1" fmla="*/ 288 h 36"/>
                <a:gd name="T2" fmla="*/ 168 w 24"/>
                <a:gd name="T3" fmla="*/ 88 h 36"/>
                <a:gd name="T4" fmla="*/ 192 w 24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6">
                  <a:moveTo>
                    <a:pt x="0" y="36"/>
                  </a:moveTo>
                  <a:cubicBezTo>
                    <a:pt x="7" y="29"/>
                    <a:pt x="18" y="21"/>
                    <a:pt x="21" y="11"/>
                  </a:cubicBezTo>
                  <a:cubicBezTo>
                    <a:pt x="22" y="8"/>
                    <a:pt x="22" y="3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81" name="Freeform 6468">
              <a:extLst>
                <a:ext uri="{FF2B5EF4-FFF2-40B4-BE49-F238E27FC236}">
                  <a16:creationId xmlns:a16="http://schemas.microsoft.com/office/drawing/2014/main" id="{AC838009-518C-4437-8E1D-B702B8976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738"/>
              <a:ext cx="58" cy="52"/>
            </a:xfrm>
            <a:custGeom>
              <a:avLst/>
              <a:gdLst>
                <a:gd name="T0" fmla="*/ 0 w 29"/>
                <a:gd name="T1" fmla="*/ 208 h 26"/>
                <a:gd name="T2" fmla="*/ 232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11" y="19"/>
                    <a:pt x="23" y="11"/>
                    <a:pt x="2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82" name="Freeform 6469">
              <a:extLst>
                <a:ext uri="{FF2B5EF4-FFF2-40B4-BE49-F238E27FC236}">
                  <a16:creationId xmlns:a16="http://schemas.microsoft.com/office/drawing/2014/main" id="{27151FB4-1130-4DEE-87BA-6CE35CF6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726"/>
              <a:ext cx="62" cy="50"/>
            </a:xfrm>
            <a:custGeom>
              <a:avLst/>
              <a:gdLst>
                <a:gd name="T0" fmla="*/ 0 w 31"/>
                <a:gd name="T1" fmla="*/ 200 h 25"/>
                <a:gd name="T2" fmla="*/ 88 w 31"/>
                <a:gd name="T3" fmla="*/ 176 h 25"/>
                <a:gd name="T4" fmla="*/ 168 w 31"/>
                <a:gd name="T5" fmla="*/ 120 h 25"/>
                <a:gd name="T6" fmla="*/ 248 w 31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0" y="25"/>
                  </a:moveTo>
                  <a:cubicBezTo>
                    <a:pt x="3" y="23"/>
                    <a:pt x="8" y="23"/>
                    <a:pt x="11" y="22"/>
                  </a:cubicBezTo>
                  <a:cubicBezTo>
                    <a:pt x="15" y="20"/>
                    <a:pt x="18" y="18"/>
                    <a:pt x="21" y="15"/>
                  </a:cubicBezTo>
                  <a:cubicBezTo>
                    <a:pt x="28" y="11"/>
                    <a:pt x="29" y="7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83" name="Freeform 6470">
              <a:extLst>
                <a:ext uri="{FF2B5EF4-FFF2-40B4-BE49-F238E27FC236}">
                  <a16:creationId xmlns:a16="http://schemas.microsoft.com/office/drawing/2014/main" id="{DE5C77DB-D216-49F1-8FE3-E792F60C8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804"/>
              <a:ext cx="60" cy="60"/>
            </a:xfrm>
            <a:custGeom>
              <a:avLst/>
              <a:gdLst>
                <a:gd name="T0" fmla="*/ 0 w 30"/>
                <a:gd name="T1" fmla="*/ 240 h 30"/>
                <a:gd name="T2" fmla="*/ 240 w 3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cubicBezTo>
                    <a:pt x="19" y="30"/>
                    <a:pt x="25" y="14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84" name="Freeform 6471">
              <a:extLst>
                <a:ext uri="{FF2B5EF4-FFF2-40B4-BE49-F238E27FC236}">
                  <a16:creationId xmlns:a16="http://schemas.microsoft.com/office/drawing/2014/main" id="{E63E4665-C752-4171-9DA6-08F7F942B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772"/>
              <a:ext cx="54" cy="44"/>
            </a:xfrm>
            <a:custGeom>
              <a:avLst/>
              <a:gdLst>
                <a:gd name="T0" fmla="*/ 0 w 27"/>
                <a:gd name="T1" fmla="*/ 128 h 22"/>
                <a:gd name="T2" fmla="*/ 208 w 2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2">
                  <a:moveTo>
                    <a:pt x="0" y="16"/>
                  </a:moveTo>
                  <a:cubicBezTo>
                    <a:pt x="5" y="22"/>
                    <a:pt x="27" y="5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85" name="Freeform 6472">
              <a:extLst>
                <a:ext uri="{FF2B5EF4-FFF2-40B4-BE49-F238E27FC236}">
                  <a16:creationId xmlns:a16="http://schemas.microsoft.com/office/drawing/2014/main" id="{3E626114-2D27-49A3-8EB9-58D3BCDBC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990"/>
              <a:ext cx="22" cy="79"/>
            </a:xfrm>
            <a:custGeom>
              <a:avLst/>
              <a:gdLst>
                <a:gd name="T0" fmla="*/ 0 w 11"/>
                <a:gd name="T1" fmla="*/ 324 h 39"/>
                <a:gd name="T2" fmla="*/ 32 w 1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9">
                  <a:moveTo>
                    <a:pt x="0" y="39"/>
                  </a:moveTo>
                  <a:cubicBezTo>
                    <a:pt x="5" y="31"/>
                    <a:pt x="11" y="8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86" name="Freeform 6473">
              <a:extLst>
                <a:ext uri="{FF2B5EF4-FFF2-40B4-BE49-F238E27FC236}">
                  <a16:creationId xmlns:a16="http://schemas.microsoft.com/office/drawing/2014/main" id="{C050EAE3-59D2-49CB-AEFD-78BC01509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952"/>
              <a:ext cx="18" cy="80"/>
            </a:xfrm>
            <a:custGeom>
              <a:avLst/>
              <a:gdLst>
                <a:gd name="T0" fmla="*/ 0 w 9"/>
                <a:gd name="T1" fmla="*/ 320 h 40"/>
                <a:gd name="T2" fmla="*/ 64 w 9"/>
                <a:gd name="T3" fmla="*/ 112 h 40"/>
                <a:gd name="T4" fmla="*/ 64 w 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0">
                  <a:moveTo>
                    <a:pt x="0" y="40"/>
                  </a:moveTo>
                  <a:cubicBezTo>
                    <a:pt x="5" y="34"/>
                    <a:pt x="8" y="23"/>
                    <a:pt x="8" y="14"/>
                  </a:cubicBezTo>
                  <a:cubicBezTo>
                    <a:pt x="9" y="10"/>
                    <a:pt x="6" y="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87" name="Freeform 6474">
              <a:extLst>
                <a:ext uri="{FF2B5EF4-FFF2-40B4-BE49-F238E27FC236}">
                  <a16:creationId xmlns:a16="http://schemas.microsoft.com/office/drawing/2014/main" id="{C3A94CB7-31A8-4693-A54D-57313DAA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922"/>
              <a:ext cx="26" cy="70"/>
            </a:xfrm>
            <a:custGeom>
              <a:avLst/>
              <a:gdLst>
                <a:gd name="T0" fmla="*/ 0 w 13"/>
                <a:gd name="T1" fmla="*/ 280 h 35"/>
                <a:gd name="T2" fmla="*/ 72 w 13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35"/>
                  </a:moveTo>
                  <a:cubicBezTo>
                    <a:pt x="7" y="26"/>
                    <a:pt x="13" y="1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88" name="Freeform 6475">
              <a:extLst>
                <a:ext uri="{FF2B5EF4-FFF2-40B4-BE49-F238E27FC236}">
                  <a16:creationId xmlns:a16="http://schemas.microsoft.com/office/drawing/2014/main" id="{E01AFC39-6AF3-4C4B-B1A2-BBA5275AF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878"/>
              <a:ext cx="34" cy="82"/>
            </a:xfrm>
            <a:custGeom>
              <a:avLst/>
              <a:gdLst>
                <a:gd name="T0" fmla="*/ 0 w 17"/>
                <a:gd name="T1" fmla="*/ 328 h 41"/>
                <a:gd name="T2" fmla="*/ 88 w 17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0" y="41"/>
                  </a:moveTo>
                  <a:cubicBezTo>
                    <a:pt x="7" y="30"/>
                    <a:pt x="17" y="1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89" name="Freeform 6476">
              <a:extLst>
                <a:ext uri="{FF2B5EF4-FFF2-40B4-BE49-F238E27FC236}">
                  <a16:creationId xmlns:a16="http://schemas.microsoft.com/office/drawing/2014/main" id="{0F48DF94-82FE-448A-9A4D-93248469C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856"/>
              <a:ext cx="44" cy="70"/>
            </a:xfrm>
            <a:custGeom>
              <a:avLst/>
              <a:gdLst>
                <a:gd name="T0" fmla="*/ 0 w 22"/>
                <a:gd name="T1" fmla="*/ 280 h 35"/>
                <a:gd name="T2" fmla="*/ 56 w 22"/>
                <a:gd name="T3" fmla="*/ 216 h 35"/>
                <a:gd name="T4" fmla="*/ 120 w 22"/>
                <a:gd name="T5" fmla="*/ 120 h 35"/>
                <a:gd name="T6" fmla="*/ 176 w 2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0" y="35"/>
                  </a:moveTo>
                  <a:cubicBezTo>
                    <a:pt x="1" y="32"/>
                    <a:pt x="5" y="30"/>
                    <a:pt x="7" y="27"/>
                  </a:cubicBezTo>
                  <a:cubicBezTo>
                    <a:pt x="10" y="23"/>
                    <a:pt x="13" y="19"/>
                    <a:pt x="15" y="15"/>
                  </a:cubicBezTo>
                  <a:cubicBezTo>
                    <a:pt x="18" y="10"/>
                    <a:pt x="20" y="5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90" name="Freeform 6477">
              <a:extLst>
                <a:ext uri="{FF2B5EF4-FFF2-40B4-BE49-F238E27FC236}">
                  <a16:creationId xmlns:a16="http://schemas.microsoft.com/office/drawing/2014/main" id="{35AA3B08-28C2-4F30-A212-CE5DD96CB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924"/>
              <a:ext cx="28" cy="92"/>
            </a:xfrm>
            <a:custGeom>
              <a:avLst/>
              <a:gdLst>
                <a:gd name="T0" fmla="*/ 88 w 14"/>
                <a:gd name="T1" fmla="*/ 0 h 46"/>
                <a:gd name="T2" fmla="*/ 24 w 14"/>
                <a:gd name="T3" fmla="*/ 368 h 46"/>
                <a:gd name="T4" fmla="*/ 8 w 14"/>
                <a:gd name="T5" fmla="*/ 13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6">
                  <a:moveTo>
                    <a:pt x="11" y="0"/>
                  </a:moveTo>
                  <a:cubicBezTo>
                    <a:pt x="14" y="12"/>
                    <a:pt x="9" y="36"/>
                    <a:pt x="3" y="46"/>
                  </a:cubicBezTo>
                  <a:cubicBezTo>
                    <a:pt x="3" y="37"/>
                    <a:pt x="0" y="26"/>
                    <a:pt x="1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91" name="Freeform 6478">
              <a:extLst>
                <a:ext uri="{FF2B5EF4-FFF2-40B4-BE49-F238E27FC236}">
                  <a16:creationId xmlns:a16="http://schemas.microsoft.com/office/drawing/2014/main" id="{3747C0BF-802A-4B1F-8A2F-03C319B8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978"/>
              <a:ext cx="22" cy="83"/>
            </a:xfrm>
            <a:custGeom>
              <a:avLst/>
              <a:gdLst>
                <a:gd name="T0" fmla="*/ 24 w 11"/>
                <a:gd name="T1" fmla="*/ 0 h 41"/>
                <a:gd name="T2" fmla="*/ 32 w 11"/>
                <a:gd name="T3" fmla="*/ 156 h 41"/>
                <a:gd name="T4" fmla="*/ 72 w 11"/>
                <a:gd name="T5" fmla="*/ 340 h 41"/>
                <a:gd name="T6" fmla="*/ 88 w 11"/>
                <a:gd name="T7" fmla="*/ 14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1">
                  <a:moveTo>
                    <a:pt x="3" y="0"/>
                  </a:moveTo>
                  <a:cubicBezTo>
                    <a:pt x="0" y="7"/>
                    <a:pt x="2" y="12"/>
                    <a:pt x="4" y="19"/>
                  </a:cubicBezTo>
                  <a:cubicBezTo>
                    <a:pt x="6" y="26"/>
                    <a:pt x="6" y="35"/>
                    <a:pt x="9" y="41"/>
                  </a:cubicBezTo>
                  <a:cubicBezTo>
                    <a:pt x="9" y="33"/>
                    <a:pt x="11" y="24"/>
                    <a:pt x="11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92" name="Freeform 6479">
              <a:extLst>
                <a:ext uri="{FF2B5EF4-FFF2-40B4-BE49-F238E27FC236}">
                  <a16:creationId xmlns:a16="http://schemas.microsoft.com/office/drawing/2014/main" id="{20E9ACF6-B1ED-4DBD-B3B1-69A64B2A2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008"/>
              <a:ext cx="42" cy="51"/>
            </a:xfrm>
            <a:custGeom>
              <a:avLst/>
              <a:gdLst>
                <a:gd name="T0" fmla="*/ 152 w 21"/>
                <a:gd name="T1" fmla="*/ 0 h 25"/>
                <a:gd name="T2" fmla="*/ 0 w 21"/>
                <a:gd name="T3" fmla="*/ 21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5">
                  <a:moveTo>
                    <a:pt x="19" y="0"/>
                  </a:moveTo>
                  <a:cubicBezTo>
                    <a:pt x="21" y="10"/>
                    <a:pt x="9" y="20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93" name="Freeform 6480">
              <a:extLst>
                <a:ext uri="{FF2B5EF4-FFF2-40B4-BE49-F238E27FC236}">
                  <a16:creationId xmlns:a16="http://schemas.microsoft.com/office/drawing/2014/main" id="{B158AF18-8D3E-4283-87E1-2FE13FDC1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034"/>
              <a:ext cx="26" cy="57"/>
            </a:xfrm>
            <a:custGeom>
              <a:avLst/>
              <a:gdLst>
                <a:gd name="T0" fmla="*/ 16 w 13"/>
                <a:gd name="T1" fmla="*/ 0 h 28"/>
                <a:gd name="T2" fmla="*/ 16 w 13"/>
                <a:gd name="T3" fmla="*/ 128 h 28"/>
                <a:gd name="T4" fmla="*/ 80 w 13"/>
                <a:gd name="T5" fmla="*/ 236 h 28"/>
                <a:gd name="T6" fmla="*/ 104 w 13"/>
                <a:gd name="T7" fmla="*/ 12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2" y="0"/>
                  </a:moveTo>
                  <a:cubicBezTo>
                    <a:pt x="0" y="5"/>
                    <a:pt x="0" y="10"/>
                    <a:pt x="2" y="15"/>
                  </a:cubicBezTo>
                  <a:cubicBezTo>
                    <a:pt x="3" y="18"/>
                    <a:pt x="6" y="28"/>
                    <a:pt x="10" y="28"/>
                  </a:cubicBezTo>
                  <a:cubicBezTo>
                    <a:pt x="11" y="23"/>
                    <a:pt x="11" y="19"/>
                    <a:pt x="13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94" name="Freeform 6481">
              <a:extLst>
                <a:ext uri="{FF2B5EF4-FFF2-40B4-BE49-F238E27FC236}">
                  <a16:creationId xmlns:a16="http://schemas.microsoft.com/office/drawing/2014/main" id="{57612BBB-868A-45F6-AC7B-A753DE3BB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050"/>
              <a:ext cx="1" cy="45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18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8"/>
                    <a:pt x="0" y="15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95" name="Freeform 6482">
              <a:extLst>
                <a:ext uri="{FF2B5EF4-FFF2-40B4-BE49-F238E27FC236}">
                  <a16:creationId xmlns:a16="http://schemas.microsoft.com/office/drawing/2014/main" id="{CFCA201A-37CD-4FBD-AEB0-97A5ED9ED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716"/>
              <a:ext cx="86" cy="36"/>
            </a:xfrm>
            <a:custGeom>
              <a:avLst/>
              <a:gdLst>
                <a:gd name="T0" fmla="*/ 0 w 43"/>
                <a:gd name="T1" fmla="*/ 144 h 18"/>
                <a:gd name="T2" fmla="*/ 344 w 43"/>
                <a:gd name="T3" fmla="*/ 56 h 18"/>
                <a:gd name="T4" fmla="*/ 64 w 43"/>
                <a:gd name="T5" fmla="*/ 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0" y="18"/>
                  </a:moveTo>
                  <a:cubicBezTo>
                    <a:pt x="15" y="18"/>
                    <a:pt x="29" y="11"/>
                    <a:pt x="43" y="7"/>
                  </a:cubicBezTo>
                  <a:cubicBezTo>
                    <a:pt x="33" y="4"/>
                    <a:pt x="17" y="0"/>
                    <a:pt x="8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96" name="Freeform 6483">
              <a:extLst>
                <a:ext uri="{FF2B5EF4-FFF2-40B4-BE49-F238E27FC236}">
                  <a16:creationId xmlns:a16="http://schemas.microsoft.com/office/drawing/2014/main" id="{2AD65F30-A171-4009-8182-2E96D5B5A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702"/>
              <a:ext cx="56" cy="20"/>
            </a:xfrm>
            <a:custGeom>
              <a:avLst/>
              <a:gdLst>
                <a:gd name="T0" fmla="*/ 0 w 28"/>
                <a:gd name="T1" fmla="*/ 8 h 10"/>
                <a:gd name="T2" fmla="*/ 224 w 28"/>
                <a:gd name="T3" fmla="*/ 8 h 10"/>
                <a:gd name="T4" fmla="*/ 64 w 28"/>
                <a:gd name="T5" fmla="*/ 8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0" y="1"/>
                  </a:moveTo>
                  <a:cubicBezTo>
                    <a:pt x="9" y="0"/>
                    <a:pt x="18" y="1"/>
                    <a:pt x="28" y="1"/>
                  </a:cubicBezTo>
                  <a:cubicBezTo>
                    <a:pt x="23" y="3"/>
                    <a:pt x="12" y="9"/>
                    <a:pt x="8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97" name="Freeform 6484">
              <a:extLst>
                <a:ext uri="{FF2B5EF4-FFF2-40B4-BE49-F238E27FC236}">
                  <a16:creationId xmlns:a16="http://schemas.microsoft.com/office/drawing/2014/main" id="{376EFB1E-504B-483F-A614-6E5A0033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822"/>
              <a:ext cx="60" cy="124"/>
            </a:xfrm>
            <a:custGeom>
              <a:avLst/>
              <a:gdLst>
                <a:gd name="T0" fmla="*/ 240 w 30"/>
                <a:gd name="T1" fmla="*/ 496 h 62"/>
                <a:gd name="T2" fmla="*/ 40 w 30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2">
                  <a:moveTo>
                    <a:pt x="30" y="62"/>
                  </a:moveTo>
                  <a:cubicBezTo>
                    <a:pt x="17" y="44"/>
                    <a:pt x="0" y="2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98" name="Freeform 6485">
              <a:extLst>
                <a:ext uri="{FF2B5EF4-FFF2-40B4-BE49-F238E27FC236}">
                  <a16:creationId xmlns:a16="http://schemas.microsoft.com/office/drawing/2014/main" id="{8AEF4492-2FC4-41F8-882B-5EBAE3DA2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764"/>
              <a:ext cx="38" cy="94"/>
            </a:xfrm>
            <a:custGeom>
              <a:avLst/>
              <a:gdLst>
                <a:gd name="T0" fmla="*/ 152 w 19"/>
                <a:gd name="T1" fmla="*/ 376 h 47"/>
                <a:gd name="T2" fmla="*/ 32 w 19"/>
                <a:gd name="T3" fmla="*/ 184 h 47"/>
                <a:gd name="T4" fmla="*/ 0 w 1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7">
                  <a:moveTo>
                    <a:pt x="19" y="47"/>
                  </a:moveTo>
                  <a:cubicBezTo>
                    <a:pt x="13" y="41"/>
                    <a:pt x="7" y="31"/>
                    <a:pt x="4" y="23"/>
                  </a:cubicBezTo>
                  <a:cubicBezTo>
                    <a:pt x="1" y="16"/>
                    <a:pt x="3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999" name="Freeform 6486">
              <a:extLst>
                <a:ext uri="{FF2B5EF4-FFF2-40B4-BE49-F238E27FC236}">
                  <a16:creationId xmlns:a16="http://schemas.microsoft.com/office/drawing/2014/main" id="{DC192AC8-F24C-49FF-B7EA-69BA697BC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716"/>
              <a:ext cx="70" cy="78"/>
            </a:xfrm>
            <a:custGeom>
              <a:avLst/>
              <a:gdLst>
                <a:gd name="T0" fmla="*/ 280 w 35"/>
                <a:gd name="T1" fmla="*/ 312 h 39"/>
                <a:gd name="T2" fmla="*/ 0 w 35"/>
                <a:gd name="T3" fmla="*/ 0 h 39"/>
                <a:gd name="T4" fmla="*/ 264 w 35"/>
                <a:gd name="T5" fmla="*/ 19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9">
                  <a:moveTo>
                    <a:pt x="35" y="39"/>
                  </a:moveTo>
                  <a:cubicBezTo>
                    <a:pt x="21" y="28"/>
                    <a:pt x="9" y="14"/>
                    <a:pt x="0" y="0"/>
                  </a:cubicBezTo>
                  <a:cubicBezTo>
                    <a:pt x="14" y="5"/>
                    <a:pt x="24" y="14"/>
                    <a:pt x="33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00" name="Freeform 6487">
              <a:extLst>
                <a:ext uri="{FF2B5EF4-FFF2-40B4-BE49-F238E27FC236}">
                  <a16:creationId xmlns:a16="http://schemas.microsoft.com/office/drawing/2014/main" id="{DC80143A-5B96-4C3C-8F7B-D85360A52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766"/>
              <a:ext cx="90" cy="178"/>
            </a:xfrm>
            <a:custGeom>
              <a:avLst/>
              <a:gdLst>
                <a:gd name="T0" fmla="*/ 352 w 45"/>
                <a:gd name="T1" fmla="*/ 712 h 89"/>
                <a:gd name="T2" fmla="*/ 272 w 45"/>
                <a:gd name="T3" fmla="*/ 416 h 89"/>
                <a:gd name="T4" fmla="*/ 168 w 45"/>
                <a:gd name="T5" fmla="*/ 232 h 89"/>
                <a:gd name="T6" fmla="*/ 152 w 45"/>
                <a:gd name="T7" fmla="*/ 240 h 89"/>
                <a:gd name="T8" fmla="*/ 144 w 45"/>
                <a:gd name="T9" fmla="*/ 208 h 89"/>
                <a:gd name="T10" fmla="*/ 96 w 45"/>
                <a:gd name="T11" fmla="*/ 120 h 89"/>
                <a:gd name="T12" fmla="*/ 0 w 45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9">
                  <a:moveTo>
                    <a:pt x="44" y="89"/>
                  </a:moveTo>
                  <a:cubicBezTo>
                    <a:pt x="45" y="77"/>
                    <a:pt x="37" y="63"/>
                    <a:pt x="34" y="52"/>
                  </a:cubicBezTo>
                  <a:cubicBezTo>
                    <a:pt x="31" y="43"/>
                    <a:pt x="26" y="36"/>
                    <a:pt x="21" y="29"/>
                  </a:cubicBezTo>
                  <a:cubicBezTo>
                    <a:pt x="20" y="30"/>
                    <a:pt x="20" y="30"/>
                    <a:pt x="19" y="30"/>
                  </a:cubicBezTo>
                  <a:cubicBezTo>
                    <a:pt x="17" y="29"/>
                    <a:pt x="19" y="29"/>
                    <a:pt x="18" y="26"/>
                  </a:cubicBezTo>
                  <a:cubicBezTo>
                    <a:pt x="17" y="22"/>
                    <a:pt x="14" y="19"/>
                    <a:pt x="12" y="15"/>
                  </a:cubicBezTo>
                  <a:cubicBezTo>
                    <a:pt x="8" y="11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01" name="Freeform 6488">
              <a:extLst>
                <a:ext uri="{FF2B5EF4-FFF2-40B4-BE49-F238E27FC236}">
                  <a16:creationId xmlns:a16="http://schemas.microsoft.com/office/drawing/2014/main" id="{AC334691-1C69-408A-9B5A-F93C2D83D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840"/>
              <a:ext cx="48" cy="82"/>
            </a:xfrm>
            <a:custGeom>
              <a:avLst/>
              <a:gdLst>
                <a:gd name="T0" fmla="*/ 192 w 24"/>
                <a:gd name="T1" fmla="*/ 328 h 41"/>
                <a:gd name="T2" fmla="*/ 8 w 24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1">
                  <a:moveTo>
                    <a:pt x="24" y="41"/>
                  </a:moveTo>
                  <a:cubicBezTo>
                    <a:pt x="11" y="35"/>
                    <a:pt x="0" y="1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02" name="Freeform 6489">
              <a:extLst>
                <a:ext uri="{FF2B5EF4-FFF2-40B4-BE49-F238E27FC236}">
                  <a16:creationId xmlns:a16="http://schemas.microsoft.com/office/drawing/2014/main" id="{8A0B3791-37C6-4D95-9EA1-380ADE4F4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778"/>
              <a:ext cx="42" cy="92"/>
            </a:xfrm>
            <a:custGeom>
              <a:avLst/>
              <a:gdLst>
                <a:gd name="T0" fmla="*/ 168 w 21"/>
                <a:gd name="T1" fmla="*/ 368 h 46"/>
                <a:gd name="T2" fmla="*/ 32 w 21"/>
                <a:gd name="T3" fmla="*/ 128 h 46"/>
                <a:gd name="T4" fmla="*/ 0 w 21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6">
                  <a:moveTo>
                    <a:pt x="21" y="46"/>
                  </a:moveTo>
                  <a:cubicBezTo>
                    <a:pt x="14" y="37"/>
                    <a:pt x="7" y="27"/>
                    <a:pt x="4" y="16"/>
                  </a:cubicBezTo>
                  <a:cubicBezTo>
                    <a:pt x="2" y="11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03" name="Freeform 6490">
              <a:extLst>
                <a:ext uri="{FF2B5EF4-FFF2-40B4-BE49-F238E27FC236}">
                  <a16:creationId xmlns:a16="http://schemas.microsoft.com/office/drawing/2014/main" id="{AB225C9C-83FB-4A92-AED8-7C2D3078D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666"/>
              <a:ext cx="98" cy="60"/>
            </a:xfrm>
            <a:custGeom>
              <a:avLst/>
              <a:gdLst>
                <a:gd name="T0" fmla="*/ 392 w 49"/>
                <a:gd name="T1" fmla="*/ 240 h 30"/>
                <a:gd name="T2" fmla="*/ 0 w 49"/>
                <a:gd name="T3" fmla="*/ 0 h 30"/>
                <a:gd name="T4" fmla="*/ 168 w 49"/>
                <a:gd name="T5" fmla="*/ 120 h 30"/>
                <a:gd name="T6" fmla="*/ 296 w 49"/>
                <a:gd name="T7" fmla="*/ 20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0">
                  <a:moveTo>
                    <a:pt x="49" y="30"/>
                  </a:moveTo>
                  <a:cubicBezTo>
                    <a:pt x="36" y="13"/>
                    <a:pt x="20" y="6"/>
                    <a:pt x="0" y="0"/>
                  </a:cubicBezTo>
                  <a:cubicBezTo>
                    <a:pt x="7" y="5"/>
                    <a:pt x="14" y="10"/>
                    <a:pt x="21" y="15"/>
                  </a:cubicBezTo>
                  <a:cubicBezTo>
                    <a:pt x="25" y="19"/>
                    <a:pt x="31" y="23"/>
                    <a:pt x="37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04" name="Freeform 6491">
              <a:extLst>
                <a:ext uri="{FF2B5EF4-FFF2-40B4-BE49-F238E27FC236}">
                  <a16:creationId xmlns:a16="http://schemas.microsoft.com/office/drawing/2014/main" id="{F442EC04-FBCA-47DA-AA92-B2B50C5EA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688"/>
              <a:ext cx="70" cy="66"/>
            </a:xfrm>
            <a:custGeom>
              <a:avLst/>
              <a:gdLst>
                <a:gd name="T0" fmla="*/ 280 w 35"/>
                <a:gd name="T1" fmla="*/ 264 h 33"/>
                <a:gd name="T2" fmla="*/ 0 w 3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3">
                  <a:moveTo>
                    <a:pt x="35" y="33"/>
                  </a:moveTo>
                  <a:cubicBezTo>
                    <a:pt x="19" y="26"/>
                    <a:pt x="9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05" name="Freeform 6492">
              <a:extLst>
                <a:ext uri="{FF2B5EF4-FFF2-40B4-BE49-F238E27FC236}">
                  <a16:creationId xmlns:a16="http://schemas.microsoft.com/office/drawing/2014/main" id="{6F362534-BBD8-4148-8355-F4DB41497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744"/>
              <a:ext cx="56" cy="88"/>
            </a:xfrm>
            <a:custGeom>
              <a:avLst/>
              <a:gdLst>
                <a:gd name="T0" fmla="*/ 224 w 28"/>
                <a:gd name="T1" fmla="*/ 352 h 44"/>
                <a:gd name="T2" fmla="*/ 72 w 28"/>
                <a:gd name="T3" fmla="*/ 176 h 44"/>
                <a:gd name="T4" fmla="*/ 0 w 28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22" y="36"/>
                    <a:pt x="15" y="30"/>
                    <a:pt x="9" y="22"/>
                  </a:cubicBezTo>
                  <a:cubicBezTo>
                    <a:pt x="5" y="17"/>
                    <a:pt x="3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06" name="Freeform 6493">
              <a:extLst>
                <a:ext uri="{FF2B5EF4-FFF2-40B4-BE49-F238E27FC236}">
                  <a16:creationId xmlns:a16="http://schemas.microsoft.com/office/drawing/2014/main" id="{D486087C-4B74-415B-BEFC-18187B035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668"/>
              <a:ext cx="70" cy="56"/>
            </a:xfrm>
            <a:custGeom>
              <a:avLst/>
              <a:gdLst>
                <a:gd name="T0" fmla="*/ 280 w 35"/>
                <a:gd name="T1" fmla="*/ 216 h 28"/>
                <a:gd name="T2" fmla="*/ 64 w 35"/>
                <a:gd name="T3" fmla="*/ 88 h 28"/>
                <a:gd name="T4" fmla="*/ 0 w 3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35" y="27"/>
                  </a:moveTo>
                  <a:cubicBezTo>
                    <a:pt x="27" y="28"/>
                    <a:pt x="13" y="17"/>
                    <a:pt x="8" y="11"/>
                  </a:cubicBezTo>
                  <a:cubicBezTo>
                    <a:pt x="5" y="8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07" name="Freeform 6494">
              <a:extLst>
                <a:ext uri="{FF2B5EF4-FFF2-40B4-BE49-F238E27FC236}">
                  <a16:creationId xmlns:a16="http://schemas.microsoft.com/office/drawing/2014/main" id="{834D18DC-15CB-4118-A524-143EE8CB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718"/>
              <a:ext cx="52" cy="60"/>
            </a:xfrm>
            <a:custGeom>
              <a:avLst/>
              <a:gdLst>
                <a:gd name="T0" fmla="*/ 208 w 26"/>
                <a:gd name="T1" fmla="*/ 240 h 30"/>
                <a:gd name="T2" fmla="*/ 0 w 2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0">
                  <a:moveTo>
                    <a:pt x="26" y="30"/>
                  </a:moveTo>
                  <a:cubicBezTo>
                    <a:pt x="11" y="25"/>
                    <a:pt x="7" y="1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08" name="Freeform 6495">
              <a:extLst>
                <a:ext uri="{FF2B5EF4-FFF2-40B4-BE49-F238E27FC236}">
                  <a16:creationId xmlns:a16="http://schemas.microsoft.com/office/drawing/2014/main" id="{4D5FE59D-107D-498C-867B-D6D92B771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20"/>
              <a:ext cx="44" cy="82"/>
            </a:xfrm>
            <a:custGeom>
              <a:avLst/>
              <a:gdLst>
                <a:gd name="T0" fmla="*/ 104 w 22"/>
                <a:gd name="T1" fmla="*/ 96 h 41"/>
                <a:gd name="T2" fmla="*/ 152 w 22"/>
                <a:gd name="T3" fmla="*/ 328 h 41"/>
                <a:gd name="T4" fmla="*/ 64 w 22"/>
                <a:gd name="T5" fmla="*/ 160 h 41"/>
                <a:gd name="T6" fmla="*/ 16 w 2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13" y="12"/>
                  </a:moveTo>
                  <a:cubicBezTo>
                    <a:pt x="19" y="20"/>
                    <a:pt x="22" y="32"/>
                    <a:pt x="19" y="41"/>
                  </a:cubicBezTo>
                  <a:cubicBezTo>
                    <a:pt x="20" y="34"/>
                    <a:pt x="11" y="26"/>
                    <a:pt x="8" y="20"/>
                  </a:cubicBezTo>
                  <a:cubicBezTo>
                    <a:pt x="5" y="16"/>
                    <a:pt x="0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09" name="Freeform 6496">
              <a:extLst>
                <a:ext uri="{FF2B5EF4-FFF2-40B4-BE49-F238E27FC236}">
                  <a16:creationId xmlns:a16="http://schemas.microsoft.com/office/drawing/2014/main" id="{BD05C07F-D645-4DB1-8A53-F4848FE8B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978"/>
              <a:ext cx="40" cy="101"/>
            </a:xfrm>
            <a:custGeom>
              <a:avLst/>
              <a:gdLst>
                <a:gd name="T0" fmla="*/ 56 w 20"/>
                <a:gd name="T1" fmla="*/ 81 h 50"/>
                <a:gd name="T2" fmla="*/ 104 w 20"/>
                <a:gd name="T3" fmla="*/ 412 h 50"/>
                <a:gd name="T4" fmla="*/ 72 w 20"/>
                <a:gd name="T5" fmla="*/ 323 h 50"/>
                <a:gd name="T6" fmla="*/ 8 w 20"/>
                <a:gd name="T7" fmla="*/ 156 h 50"/>
                <a:gd name="T8" fmla="*/ 8 w 20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0">
                  <a:moveTo>
                    <a:pt x="7" y="10"/>
                  </a:moveTo>
                  <a:cubicBezTo>
                    <a:pt x="11" y="21"/>
                    <a:pt x="20" y="39"/>
                    <a:pt x="13" y="50"/>
                  </a:cubicBezTo>
                  <a:cubicBezTo>
                    <a:pt x="14" y="46"/>
                    <a:pt x="11" y="42"/>
                    <a:pt x="9" y="39"/>
                  </a:cubicBezTo>
                  <a:cubicBezTo>
                    <a:pt x="5" y="32"/>
                    <a:pt x="2" y="27"/>
                    <a:pt x="1" y="19"/>
                  </a:cubicBezTo>
                  <a:cubicBezTo>
                    <a:pt x="0" y="12"/>
                    <a:pt x="1" y="6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10" name="Freeform 6497">
              <a:extLst>
                <a:ext uri="{FF2B5EF4-FFF2-40B4-BE49-F238E27FC236}">
                  <a16:creationId xmlns:a16="http://schemas.microsoft.com/office/drawing/2014/main" id="{AB437954-7505-433A-AEFC-E1EE540F9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075"/>
              <a:ext cx="4" cy="20"/>
            </a:xfrm>
            <a:custGeom>
              <a:avLst/>
              <a:gdLst>
                <a:gd name="T0" fmla="*/ 0 w 2"/>
                <a:gd name="T1" fmla="*/ 0 h 10"/>
                <a:gd name="T2" fmla="*/ 8 w 2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1" y="4"/>
                    <a:pt x="2" y="7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11" name="Freeform 6498">
              <a:extLst>
                <a:ext uri="{FF2B5EF4-FFF2-40B4-BE49-F238E27FC236}">
                  <a16:creationId xmlns:a16="http://schemas.microsoft.com/office/drawing/2014/main" id="{2C62602F-C765-4A50-9B7E-CC9E9733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055"/>
              <a:ext cx="14" cy="42"/>
            </a:xfrm>
            <a:custGeom>
              <a:avLst/>
              <a:gdLst>
                <a:gd name="T0" fmla="*/ 40 w 7"/>
                <a:gd name="T1" fmla="*/ 0 h 21"/>
                <a:gd name="T2" fmla="*/ 0 w 7"/>
                <a:gd name="T3" fmla="*/ 16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5" y="0"/>
                  </a:moveTo>
                  <a:cubicBezTo>
                    <a:pt x="7" y="6"/>
                    <a:pt x="2" y="15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12" name="Freeform 6499">
              <a:extLst>
                <a:ext uri="{FF2B5EF4-FFF2-40B4-BE49-F238E27FC236}">
                  <a16:creationId xmlns:a16="http://schemas.microsoft.com/office/drawing/2014/main" id="{D7697AC2-4CB2-4746-9183-CB41A4EB5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016"/>
              <a:ext cx="10" cy="81"/>
            </a:xfrm>
            <a:custGeom>
              <a:avLst/>
              <a:gdLst>
                <a:gd name="T0" fmla="*/ 40 w 5"/>
                <a:gd name="T1" fmla="*/ 332 h 40"/>
                <a:gd name="T2" fmla="*/ 40 w 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0">
                  <a:moveTo>
                    <a:pt x="5" y="40"/>
                  </a:moveTo>
                  <a:cubicBezTo>
                    <a:pt x="0" y="27"/>
                    <a:pt x="2" y="1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13" name="Freeform 6500">
              <a:extLst>
                <a:ext uri="{FF2B5EF4-FFF2-40B4-BE49-F238E27FC236}">
                  <a16:creationId xmlns:a16="http://schemas.microsoft.com/office/drawing/2014/main" id="{989E5D44-E0CE-4619-9D56-FEF8CAB25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948"/>
              <a:ext cx="28" cy="72"/>
            </a:xfrm>
            <a:custGeom>
              <a:avLst/>
              <a:gdLst>
                <a:gd name="T0" fmla="*/ 112 w 14"/>
                <a:gd name="T1" fmla="*/ 288 h 36"/>
                <a:gd name="T2" fmla="*/ 48 w 1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6">
                  <a:moveTo>
                    <a:pt x="14" y="36"/>
                  </a:moveTo>
                  <a:cubicBezTo>
                    <a:pt x="10" y="26"/>
                    <a:pt x="0" y="1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14" name="Freeform 6501">
              <a:extLst>
                <a:ext uri="{FF2B5EF4-FFF2-40B4-BE49-F238E27FC236}">
                  <a16:creationId xmlns:a16="http://schemas.microsoft.com/office/drawing/2014/main" id="{920CF4FB-6249-4704-A7AD-5EEE594E1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906"/>
              <a:ext cx="20" cy="74"/>
            </a:xfrm>
            <a:custGeom>
              <a:avLst/>
              <a:gdLst>
                <a:gd name="T0" fmla="*/ 80 w 10"/>
                <a:gd name="T1" fmla="*/ 296 h 37"/>
                <a:gd name="T2" fmla="*/ 0 w 10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10" y="37"/>
                  </a:moveTo>
                  <a:cubicBezTo>
                    <a:pt x="2" y="26"/>
                    <a:pt x="0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15" name="Freeform 6502">
              <a:extLst>
                <a:ext uri="{FF2B5EF4-FFF2-40B4-BE49-F238E27FC236}">
                  <a16:creationId xmlns:a16="http://schemas.microsoft.com/office/drawing/2014/main" id="{5ACE0D55-6B28-4AF4-855C-0D49B5071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864"/>
              <a:ext cx="32" cy="90"/>
            </a:xfrm>
            <a:custGeom>
              <a:avLst/>
              <a:gdLst>
                <a:gd name="T0" fmla="*/ 128 w 16"/>
                <a:gd name="T1" fmla="*/ 360 h 45"/>
                <a:gd name="T2" fmla="*/ 40 w 16"/>
                <a:gd name="T3" fmla="*/ 240 h 45"/>
                <a:gd name="T4" fmla="*/ 0 w 16"/>
                <a:gd name="T5" fmla="*/ 96 h 45"/>
                <a:gd name="T6" fmla="*/ 16 w 1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5">
                  <a:moveTo>
                    <a:pt x="16" y="45"/>
                  </a:moveTo>
                  <a:cubicBezTo>
                    <a:pt x="13" y="39"/>
                    <a:pt x="8" y="36"/>
                    <a:pt x="5" y="30"/>
                  </a:cubicBezTo>
                  <a:cubicBezTo>
                    <a:pt x="2" y="25"/>
                    <a:pt x="0" y="18"/>
                    <a:pt x="0" y="12"/>
                  </a:cubicBezTo>
                  <a:cubicBezTo>
                    <a:pt x="0" y="8"/>
                    <a:pt x="0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16" name="Freeform 6503">
              <a:extLst>
                <a:ext uri="{FF2B5EF4-FFF2-40B4-BE49-F238E27FC236}">
                  <a16:creationId xmlns:a16="http://schemas.microsoft.com/office/drawing/2014/main" id="{F61F14A5-1AF7-4BC3-935C-B1ACECB86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704"/>
              <a:ext cx="66" cy="56"/>
            </a:xfrm>
            <a:custGeom>
              <a:avLst/>
              <a:gdLst>
                <a:gd name="T0" fmla="*/ 264 w 33"/>
                <a:gd name="T1" fmla="*/ 224 h 28"/>
                <a:gd name="T2" fmla="*/ 176 w 33"/>
                <a:gd name="T3" fmla="*/ 184 h 28"/>
                <a:gd name="T4" fmla="*/ 56 w 33"/>
                <a:gd name="T5" fmla="*/ 128 h 28"/>
                <a:gd name="T6" fmla="*/ 0 w 33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">
                  <a:moveTo>
                    <a:pt x="33" y="28"/>
                  </a:moveTo>
                  <a:cubicBezTo>
                    <a:pt x="29" y="26"/>
                    <a:pt x="26" y="24"/>
                    <a:pt x="22" y="23"/>
                  </a:cubicBezTo>
                  <a:cubicBezTo>
                    <a:pt x="16" y="20"/>
                    <a:pt x="11" y="20"/>
                    <a:pt x="7" y="16"/>
                  </a:cubicBezTo>
                  <a:cubicBezTo>
                    <a:pt x="4" y="12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17" name="Freeform 6504">
              <a:extLst>
                <a:ext uri="{FF2B5EF4-FFF2-40B4-BE49-F238E27FC236}">
                  <a16:creationId xmlns:a16="http://schemas.microsoft.com/office/drawing/2014/main" id="{5E8DDEE2-22B7-49CC-A363-8F193A18B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1832"/>
              <a:ext cx="26" cy="68"/>
            </a:xfrm>
            <a:custGeom>
              <a:avLst/>
              <a:gdLst>
                <a:gd name="T0" fmla="*/ 104 w 13"/>
                <a:gd name="T1" fmla="*/ 272 h 34"/>
                <a:gd name="T2" fmla="*/ 16 w 13"/>
                <a:gd name="T3" fmla="*/ 104 h 34"/>
                <a:gd name="T4" fmla="*/ 0 w 1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13" y="34"/>
                  </a:moveTo>
                  <a:cubicBezTo>
                    <a:pt x="9" y="26"/>
                    <a:pt x="3" y="21"/>
                    <a:pt x="2" y="13"/>
                  </a:cubicBezTo>
                  <a:cubicBezTo>
                    <a:pt x="1" y="9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18" name="Freeform 6505">
              <a:extLst>
                <a:ext uri="{FF2B5EF4-FFF2-40B4-BE49-F238E27FC236}">
                  <a16:creationId xmlns:a16="http://schemas.microsoft.com/office/drawing/2014/main" id="{3874DBAF-EEE5-45B4-94DA-D2605DFFC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786"/>
              <a:ext cx="42" cy="78"/>
            </a:xfrm>
            <a:custGeom>
              <a:avLst/>
              <a:gdLst>
                <a:gd name="T0" fmla="*/ 168 w 21"/>
                <a:gd name="T1" fmla="*/ 312 h 39"/>
                <a:gd name="T2" fmla="*/ 0 w 2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9">
                  <a:moveTo>
                    <a:pt x="21" y="39"/>
                  </a:moveTo>
                  <a:cubicBezTo>
                    <a:pt x="9" y="28"/>
                    <a:pt x="2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19" name="Freeform 6506">
              <a:extLst>
                <a:ext uri="{FF2B5EF4-FFF2-40B4-BE49-F238E27FC236}">
                  <a16:creationId xmlns:a16="http://schemas.microsoft.com/office/drawing/2014/main" id="{E33AAFAB-D00F-4501-8BC2-43FFF15C4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756"/>
              <a:ext cx="48" cy="72"/>
            </a:xfrm>
            <a:custGeom>
              <a:avLst/>
              <a:gdLst>
                <a:gd name="T0" fmla="*/ 192 w 24"/>
                <a:gd name="T1" fmla="*/ 288 h 36"/>
                <a:gd name="T2" fmla="*/ 24 w 24"/>
                <a:gd name="T3" fmla="*/ 88 h 36"/>
                <a:gd name="T4" fmla="*/ 0 w 24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6">
                  <a:moveTo>
                    <a:pt x="24" y="36"/>
                  </a:moveTo>
                  <a:cubicBezTo>
                    <a:pt x="17" y="29"/>
                    <a:pt x="6" y="21"/>
                    <a:pt x="3" y="11"/>
                  </a:cubicBezTo>
                  <a:cubicBezTo>
                    <a:pt x="2" y="8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20" name="Freeform 6507">
              <a:extLst>
                <a:ext uri="{FF2B5EF4-FFF2-40B4-BE49-F238E27FC236}">
                  <a16:creationId xmlns:a16="http://schemas.microsoft.com/office/drawing/2014/main" id="{F02EE324-D54E-4E63-8526-719C76CFD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738"/>
              <a:ext cx="58" cy="52"/>
            </a:xfrm>
            <a:custGeom>
              <a:avLst/>
              <a:gdLst>
                <a:gd name="T0" fmla="*/ 232 w 29"/>
                <a:gd name="T1" fmla="*/ 208 h 26"/>
                <a:gd name="T2" fmla="*/ 0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29" y="26"/>
                  </a:moveTo>
                  <a:cubicBezTo>
                    <a:pt x="18" y="19"/>
                    <a:pt x="6" y="1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21" name="Freeform 6508">
              <a:extLst>
                <a:ext uri="{FF2B5EF4-FFF2-40B4-BE49-F238E27FC236}">
                  <a16:creationId xmlns:a16="http://schemas.microsoft.com/office/drawing/2014/main" id="{5E7C2503-9828-4F5A-88D3-AFA2CB47F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726"/>
              <a:ext cx="62" cy="50"/>
            </a:xfrm>
            <a:custGeom>
              <a:avLst/>
              <a:gdLst>
                <a:gd name="T0" fmla="*/ 248 w 31"/>
                <a:gd name="T1" fmla="*/ 200 h 25"/>
                <a:gd name="T2" fmla="*/ 160 w 31"/>
                <a:gd name="T3" fmla="*/ 176 h 25"/>
                <a:gd name="T4" fmla="*/ 80 w 31"/>
                <a:gd name="T5" fmla="*/ 120 h 25"/>
                <a:gd name="T6" fmla="*/ 0 w 31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31" y="25"/>
                  </a:moveTo>
                  <a:cubicBezTo>
                    <a:pt x="28" y="23"/>
                    <a:pt x="24" y="23"/>
                    <a:pt x="20" y="22"/>
                  </a:cubicBezTo>
                  <a:cubicBezTo>
                    <a:pt x="16" y="20"/>
                    <a:pt x="13" y="18"/>
                    <a:pt x="10" y="15"/>
                  </a:cubicBezTo>
                  <a:cubicBezTo>
                    <a:pt x="3" y="11"/>
                    <a:pt x="2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22" name="Freeform 6509">
              <a:extLst>
                <a:ext uri="{FF2B5EF4-FFF2-40B4-BE49-F238E27FC236}">
                  <a16:creationId xmlns:a16="http://schemas.microsoft.com/office/drawing/2014/main" id="{7163175D-24E6-4105-80B9-402A01D62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804"/>
              <a:ext cx="60" cy="60"/>
            </a:xfrm>
            <a:custGeom>
              <a:avLst/>
              <a:gdLst>
                <a:gd name="T0" fmla="*/ 240 w 30"/>
                <a:gd name="T1" fmla="*/ 240 h 30"/>
                <a:gd name="T2" fmla="*/ 0 w 3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">
                  <a:moveTo>
                    <a:pt x="30" y="30"/>
                  </a:moveTo>
                  <a:cubicBezTo>
                    <a:pt x="11" y="30"/>
                    <a:pt x="5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23" name="Freeform 6510">
              <a:extLst>
                <a:ext uri="{FF2B5EF4-FFF2-40B4-BE49-F238E27FC236}">
                  <a16:creationId xmlns:a16="http://schemas.microsoft.com/office/drawing/2014/main" id="{3918ED81-F638-4EA6-8E12-45B62395B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772"/>
              <a:ext cx="54" cy="40"/>
            </a:xfrm>
            <a:custGeom>
              <a:avLst/>
              <a:gdLst>
                <a:gd name="T0" fmla="*/ 216 w 27"/>
                <a:gd name="T1" fmla="*/ 128 h 20"/>
                <a:gd name="T2" fmla="*/ 0 w 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27" y="16"/>
                  </a:moveTo>
                  <a:cubicBezTo>
                    <a:pt x="22" y="20"/>
                    <a:pt x="0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24" name="Freeform 6511">
              <a:extLst>
                <a:ext uri="{FF2B5EF4-FFF2-40B4-BE49-F238E27FC236}">
                  <a16:creationId xmlns:a16="http://schemas.microsoft.com/office/drawing/2014/main" id="{31696E1C-9FBD-49B5-81B5-892D7DEC5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990"/>
              <a:ext cx="22" cy="79"/>
            </a:xfrm>
            <a:custGeom>
              <a:avLst/>
              <a:gdLst>
                <a:gd name="T0" fmla="*/ 88 w 11"/>
                <a:gd name="T1" fmla="*/ 324 h 39"/>
                <a:gd name="T2" fmla="*/ 56 w 1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9">
                  <a:moveTo>
                    <a:pt x="11" y="39"/>
                  </a:moveTo>
                  <a:cubicBezTo>
                    <a:pt x="6" y="31"/>
                    <a:pt x="0" y="8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25" name="Freeform 6512">
              <a:extLst>
                <a:ext uri="{FF2B5EF4-FFF2-40B4-BE49-F238E27FC236}">
                  <a16:creationId xmlns:a16="http://schemas.microsoft.com/office/drawing/2014/main" id="{4F010CA5-76E0-4443-A521-CD68E3192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952"/>
              <a:ext cx="18" cy="80"/>
            </a:xfrm>
            <a:custGeom>
              <a:avLst/>
              <a:gdLst>
                <a:gd name="T0" fmla="*/ 72 w 9"/>
                <a:gd name="T1" fmla="*/ 320 h 40"/>
                <a:gd name="T2" fmla="*/ 8 w 9"/>
                <a:gd name="T3" fmla="*/ 112 h 40"/>
                <a:gd name="T4" fmla="*/ 8 w 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0">
                  <a:moveTo>
                    <a:pt x="9" y="40"/>
                  </a:moveTo>
                  <a:cubicBezTo>
                    <a:pt x="4" y="34"/>
                    <a:pt x="1" y="23"/>
                    <a:pt x="1" y="14"/>
                  </a:cubicBezTo>
                  <a:cubicBezTo>
                    <a:pt x="0" y="10"/>
                    <a:pt x="3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26" name="Freeform 6513">
              <a:extLst>
                <a:ext uri="{FF2B5EF4-FFF2-40B4-BE49-F238E27FC236}">
                  <a16:creationId xmlns:a16="http://schemas.microsoft.com/office/drawing/2014/main" id="{848E95FB-396D-4676-A2EB-7BDD12534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922"/>
              <a:ext cx="26" cy="70"/>
            </a:xfrm>
            <a:custGeom>
              <a:avLst/>
              <a:gdLst>
                <a:gd name="T0" fmla="*/ 104 w 13"/>
                <a:gd name="T1" fmla="*/ 280 h 35"/>
                <a:gd name="T2" fmla="*/ 24 w 13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13" y="35"/>
                  </a:moveTo>
                  <a:cubicBezTo>
                    <a:pt x="5" y="26"/>
                    <a:pt x="0" y="1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27" name="Freeform 6514">
              <a:extLst>
                <a:ext uri="{FF2B5EF4-FFF2-40B4-BE49-F238E27FC236}">
                  <a16:creationId xmlns:a16="http://schemas.microsoft.com/office/drawing/2014/main" id="{05E4F007-0DFE-44CA-BEF8-7E16DC25C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1878"/>
              <a:ext cx="34" cy="82"/>
            </a:xfrm>
            <a:custGeom>
              <a:avLst/>
              <a:gdLst>
                <a:gd name="T0" fmla="*/ 136 w 17"/>
                <a:gd name="T1" fmla="*/ 328 h 41"/>
                <a:gd name="T2" fmla="*/ 48 w 17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17" y="41"/>
                  </a:moveTo>
                  <a:cubicBezTo>
                    <a:pt x="10" y="30"/>
                    <a:pt x="0" y="14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28" name="Freeform 6515">
              <a:extLst>
                <a:ext uri="{FF2B5EF4-FFF2-40B4-BE49-F238E27FC236}">
                  <a16:creationId xmlns:a16="http://schemas.microsoft.com/office/drawing/2014/main" id="{0BE57DEB-30DF-4951-975D-2A8828D82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856"/>
              <a:ext cx="44" cy="70"/>
            </a:xfrm>
            <a:custGeom>
              <a:avLst/>
              <a:gdLst>
                <a:gd name="T0" fmla="*/ 176 w 22"/>
                <a:gd name="T1" fmla="*/ 280 h 35"/>
                <a:gd name="T2" fmla="*/ 120 w 22"/>
                <a:gd name="T3" fmla="*/ 216 h 35"/>
                <a:gd name="T4" fmla="*/ 56 w 22"/>
                <a:gd name="T5" fmla="*/ 120 h 35"/>
                <a:gd name="T6" fmla="*/ 0 w 2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22" y="35"/>
                  </a:moveTo>
                  <a:cubicBezTo>
                    <a:pt x="21" y="32"/>
                    <a:pt x="18" y="30"/>
                    <a:pt x="15" y="27"/>
                  </a:cubicBezTo>
                  <a:cubicBezTo>
                    <a:pt x="12" y="23"/>
                    <a:pt x="9" y="19"/>
                    <a:pt x="7" y="15"/>
                  </a:cubicBez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29" name="Freeform 6516">
              <a:extLst>
                <a:ext uri="{FF2B5EF4-FFF2-40B4-BE49-F238E27FC236}">
                  <a16:creationId xmlns:a16="http://schemas.microsoft.com/office/drawing/2014/main" id="{BFDA7970-98B1-4652-9452-D9814A51A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924"/>
              <a:ext cx="28" cy="92"/>
            </a:xfrm>
            <a:custGeom>
              <a:avLst/>
              <a:gdLst>
                <a:gd name="T0" fmla="*/ 24 w 14"/>
                <a:gd name="T1" fmla="*/ 0 h 46"/>
                <a:gd name="T2" fmla="*/ 88 w 14"/>
                <a:gd name="T3" fmla="*/ 368 h 46"/>
                <a:gd name="T4" fmla="*/ 104 w 14"/>
                <a:gd name="T5" fmla="*/ 13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6">
                  <a:moveTo>
                    <a:pt x="3" y="0"/>
                  </a:moveTo>
                  <a:cubicBezTo>
                    <a:pt x="0" y="12"/>
                    <a:pt x="8" y="26"/>
                    <a:pt x="11" y="46"/>
                  </a:cubicBezTo>
                  <a:cubicBezTo>
                    <a:pt x="11" y="37"/>
                    <a:pt x="14" y="26"/>
                    <a:pt x="13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30" name="Freeform 6517">
              <a:extLst>
                <a:ext uri="{FF2B5EF4-FFF2-40B4-BE49-F238E27FC236}">
                  <a16:creationId xmlns:a16="http://schemas.microsoft.com/office/drawing/2014/main" id="{5E5C9F34-33EC-45BA-BC43-78C369A8C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978"/>
              <a:ext cx="22" cy="83"/>
            </a:xfrm>
            <a:custGeom>
              <a:avLst/>
              <a:gdLst>
                <a:gd name="T0" fmla="*/ 64 w 11"/>
                <a:gd name="T1" fmla="*/ 0 h 41"/>
                <a:gd name="T2" fmla="*/ 56 w 11"/>
                <a:gd name="T3" fmla="*/ 156 h 41"/>
                <a:gd name="T4" fmla="*/ 16 w 11"/>
                <a:gd name="T5" fmla="*/ 340 h 41"/>
                <a:gd name="T6" fmla="*/ 0 w 11"/>
                <a:gd name="T7" fmla="*/ 14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1">
                  <a:moveTo>
                    <a:pt x="8" y="0"/>
                  </a:moveTo>
                  <a:cubicBezTo>
                    <a:pt x="11" y="7"/>
                    <a:pt x="9" y="12"/>
                    <a:pt x="7" y="19"/>
                  </a:cubicBezTo>
                  <a:cubicBezTo>
                    <a:pt x="5" y="26"/>
                    <a:pt x="5" y="35"/>
                    <a:pt x="2" y="41"/>
                  </a:cubicBezTo>
                  <a:cubicBezTo>
                    <a:pt x="2" y="33"/>
                    <a:pt x="0" y="24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31" name="Freeform 6518">
              <a:extLst>
                <a:ext uri="{FF2B5EF4-FFF2-40B4-BE49-F238E27FC236}">
                  <a16:creationId xmlns:a16="http://schemas.microsoft.com/office/drawing/2014/main" id="{7542D5A5-A16C-4484-A5A7-E6569C730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008"/>
              <a:ext cx="42" cy="51"/>
            </a:xfrm>
            <a:custGeom>
              <a:avLst/>
              <a:gdLst>
                <a:gd name="T0" fmla="*/ 16 w 21"/>
                <a:gd name="T1" fmla="*/ 0 h 25"/>
                <a:gd name="T2" fmla="*/ 168 w 21"/>
                <a:gd name="T3" fmla="*/ 21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5">
                  <a:moveTo>
                    <a:pt x="2" y="0"/>
                  </a:moveTo>
                  <a:cubicBezTo>
                    <a:pt x="0" y="10"/>
                    <a:pt x="12" y="20"/>
                    <a:pt x="21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32" name="Freeform 6519">
              <a:extLst>
                <a:ext uri="{FF2B5EF4-FFF2-40B4-BE49-F238E27FC236}">
                  <a16:creationId xmlns:a16="http://schemas.microsoft.com/office/drawing/2014/main" id="{38EB171C-1A4A-488C-9EDB-6A3E8D13E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034"/>
              <a:ext cx="26" cy="57"/>
            </a:xfrm>
            <a:custGeom>
              <a:avLst/>
              <a:gdLst>
                <a:gd name="T0" fmla="*/ 88 w 13"/>
                <a:gd name="T1" fmla="*/ 0 h 28"/>
                <a:gd name="T2" fmla="*/ 88 w 13"/>
                <a:gd name="T3" fmla="*/ 128 h 28"/>
                <a:gd name="T4" fmla="*/ 24 w 13"/>
                <a:gd name="T5" fmla="*/ 236 h 28"/>
                <a:gd name="T6" fmla="*/ 0 w 13"/>
                <a:gd name="T7" fmla="*/ 12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11" y="0"/>
                  </a:moveTo>
                  <a:cubicBezTo>
                    <a:pt x="13" y="5"/>
                    <a:pt x="13" y="10"/>
                    <a:pt x="11" y="15"/>
                  </a:cubicBezTo>
                  <a:cubicBezTo>
                    <a:pt x="10" y="18"/>
                    <a:pt x="7" y="28"/>
                    <a:pt x="3" y="28"/>
                  </a:cubicBezTo>
                  <a:cubicBezTo>
                    <a:pt x="2" y="23"/>
                    <a:pt x="2" y="1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33" name="Freeform 6520">
              <a:extLst>
                <a:ext uri="{FF2B5EF4-FFF2-40B4-BE49-F238E27FC236}">
                  <a16:creationId xmlns:a16="http://schemas.microsoft.com/office/drawing/2014/main" id="{0B28F4EA-6F02-426D-93B8-4C46E869F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050"/>
              <a:ext cx="1" cy="45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18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8"/>
                    <a:pt x="0" y="15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34" name="Freeform 6521">
              <a:extLst>
                <a:ext uri="{FF2B5EF4-FFF2-40B4-BE49-F238E27FC236}">
                  <a16:creationId xmlns:a16="http://schemas.microsoft.com/office/drawing/2014/main" id="{FDFA5767-8AC7-4B4D-9357-66F1A234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718"/>
              <a:ext cx="54" cy="18"/>
            </a:xfrm>
            <a:custGeom>
              <a:avLst/>
              <a:gdLst>
                <a:gd name="T0" fmla="*/ 0 w 27"/>
                <a:gd name="T1" fmla="*/ 48 h 9"/>
                <a:gd name="T2" fmla="*/ 216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6"/>
                  </a:moveTo>
                  <a:cubicBezTo>
                    <a:pt x="7" y="9"/>
                    <a:pt x="21" y="5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35" name="Freeform 6522">
              <a:extLst>
                <a:ext uri="{FF2B5EF4-FFF2-40B4-BE49-F238E27FC236}">
                  <a16:creationId xmlns:a16="http://schemas.microsoft.com/office/drawing/2014/main" id="{645EAEAF-64EF-40F4-834C-6EA961CA5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704"/>
              <a:ext cx="74" cy="18"/>
            </a:xfrm>
            <a:custGeom>
              <a:avLst/>
              <a:gdLst>
                <a:gd name="T0" fmla="*/ 0 w 37"/>
                <a:gd name="T1" fmla="*/ 0 h 9"/>
                <a:gd name="T2" fmla="*/ 144 w 37"/>
                <a:gd name="T3" fmla="*/ 40 h 9"/>
                <a:gd name="T4" fmla="*/ 296 w 37"/>
                <a:gd name="T5" fmla="*/ 4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">
                  <a:moveTo>
                    <a:pt x="0" y="0"/>
                  </a:moveTo>
                  <a:cubicBezTo>
                    <a:pt x="6" y="2"/>
                    <a:pt x="11" y="4"/>
                    <a:pt x="18" y="5"/>
                  </a:cubicBezTo>
                  <a:cubicBezTo>
                    <a:pt x="23" y="6"/>
                    <a:pt x="33" y="9"/>
                    <a:pt x="37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36" name="Freeform 6523">
              <a:extLst>
                <a:ext uri="{FF2B5EF4-FFF2-40B4-BE49-F238E27FC236}">
                  <a16:creationId xmlns:a16="http://schemas.microsoft.com/office/drawing/2014/main" id="{F0460A5F-F559-4C09-ABAD-47CAEB71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708"/>
              <a:ext cx="74" cy="46"/>
            </a:xfrm>
            <a:custGeom>
              <a:avLst/>
              <a:gdLst>
                <a:gd name="T0" fmla="*/ 0 w 37"/>
                <a:gd name="T1" fmla="*/ 0 h 23"/>
                <a:gd name="T2" fmla="*/ 296 w 37"/>
                <a:gd name="T3" fmla="*/ 15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3">
                  <a:moveTo>
                    <a:pt x="0" y="0"/>
                  </a:moveTo>
                  <a:cubicBezTo>
                    <a:pt x="3" y="12"/>
                    <a:pt x="25" y="23"/>
                    <a:pt x="37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37" name="Freeform 6524">
              <a:extLst>
                <a:ext uri="{FF2B5EF4-FFF2-40B4-BE49-F238E27FC236}">
                  <a16:creationId xmlns:a16="http://schemas.microsoft.com/office/drawing/2014/main" id="{B5E52B05-ED78-4CFD-AF22-159B08B71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692"/>
              <a:ext cx="138" cy="34"/>
            </a:xfrm>
            <a:custGeom>
              <a:avLst/>
              <a:gdLst>
                <a:gd name="T0" fmla="*/ 0 w 69"/>
                <a:gd name="T1" fmla="*/ 48 h 17"/>
                <a:gd name="T2" fmla="*/ 216 w 69"/>
                <a:gd name="T3" fmla="*/ 24 h 17"/>
                <a:gd name="T4" fmla="*/ 272 w 69"/>
                <a:gd name="T5" fmla="*/ 64 h 17"/>
                <a:gd name="T6" fmla="*/ 552 w 69"/>
                <a:gd name="T7" fmla="*/ 1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7">
                  <a:moveTo>
                    <a:pt x="0" y="6"/>
                  </a:moveTo>
                  <a:cubicBezTo>
                    <a:pt x="8" y="3"/>
                    <a:pt x="19" y="0"/>
                    <a:pt x="27" y="3"/>
                  </a:cubicBezTo>
                  <a:cubicBezTo>
                    <a:pt x="29" y="4"/>
                    <a:pt x="32" y="6"/>
                    <a:pt x="34" y="8"/>
                  </a:cubicBezTo>
                  <a:cubicBezTo>
                    <a:pt x="39" y="3"/>
                    <a:pt x="66" y="9"/>
                    <a:pt x="69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38" name="Freeform 6525">
              <a:extLst>
                <a:ext uri="{FF2B5EF4-FFF2-40B4-BE49-F238E27FC236}">
                  <a16:creationId xmlns:a16="http://schemas.microsoft.com/office/drawing/2014/main" id="{D95FEEB4-375B-48A3-810C-F4DFD8FF7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712"/>
              <a:ext cx="32" cy="26"/>
            </a:xfrm>
            <a:custGeom>
              <a:avLst/>
              <a:gdLst>
                <a:gd name="T0" fmla="*/ 8 w 16"/>
                <a:gd name="T1" fmla="*/ 72 h 13"/>
                <a:gd name="T2" fmla="*/ 0 w 16"/>
                <a:gd name="T3" fmla="*/ 0 h 13"/>
                <a:gd name="T4" fmla="*/ 128 w 16"/>
                <a:gd name="T5" fmla="*/ 10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1" y="9"/>
                  </a:moveTo>
                  <a:cubicBezTo>
                    <a:pt x="1" y="6"/>
                    <a:pt x="0" y="3"/>
                    <a:pt x="0" y="0"/>
                  </a:cubicBezTo>
                  <a:cubicBezTo>
                    <a:pt x="6" y="1"/>
                    <a:pt x="13" y="8"/>
                    <a:pt x="1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39" name="Freeform 6526">
              <a:extLst>
                <a:ext uri="{FF2B5EF4-FFF2-40B4-BE49-F238E27FC236}">
                  <a16:creationId xmlns:a16="http://schemas.microsoft.com/office/drawing/2014/main" id="{452492FB-D440-4D4D-9B38-9D881A70F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650"/>
              <a:ext cx="68" cy="46"/>
            </a:xfrm>
            <a:custGeom>
              <a:avLst/>
              <a:gdLst>
                <a:gd name="T0" fmla="*/ 0 w 34"/>
                <a:gd name="T1" fmla="*/ 136 h 23"/>
                <a:gd name="T2" fmla="*/ 272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17"/>
                  </a:moveTo>
                  <a:cubicBezTo>
                    <a:pt x="12" y="23"/>
                    <a:pt x="28" y="8"/>
                    <a:pt x="3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40" name="Freeform 6527">
              <a:extLst>
                <a:ext uri="{FF2B5EF4-FFF2-40B4-BE49-F238E27FC236}">
                  <a16:creationId xmlns:a16="http://schemas.microsoft.com/office/drawing/2014/main" id="{2C52273A-BE5A-445F-A675-79C725817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36"/>
              <a:ext cx="84" cy="36"/>
            </a:xfrm>
            <a:custGeom>
              <a:avLst/>
              <a:gdLst>
                <a:gd name="T0" fmla="*/ 8 w 42"/>
                <a:gd name="T1" fmla="*/ 40 h 18"/>
                <a:gd name="T2" fmla="*/ 336 w 42"/>
                <a:gd name="T3" fmla="*/ 112 h 18"/>
                <a:gd name="T4" fmla="*/ 0 w 42"/>
                <a:gd name="T5" fmla="*/ 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1" y="5"/>
                  </a:moveTo>
                  <a:cubicBezTo>
                    <a:pt x="12" y="0"/>
                    <a:pt x="34" y="6"/>
                    <a:pt x="42" y="14"/>
                  </a:cubicBezTo>
                  <a:cubicBezTo>
                    <a:pt x="31" y="18"/>
                    <a:pt x="4" y="18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41" name="Freeform 6528">
              <a:extLst>
                <a:ext uri="{FF2B5EF4-FFF2-40B4-BE49-F238E27FC236}">
                  <a16:creationId xmlns:a16="http://schemas.microsoft.com/office/drawing/2014/main" id="{B094AED8-A5A4-43C4-B8EC-9C26149EE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668"/>
              <a:ext cx="68" cy="36"/>
            </a:xfrm>
            <a:custGeom>
              <a:avLst/>
              <a:gdLst>
                <a:gd name="T0" fmla="*/ 0 w 34"/>
                <a:gd name="T1" fmla="*/ 0 h 18"/>
                <a:gd name="T2" fmla="*/ 160 w 34"/>
                <a:gd name="T3" fmla="*/ 128 h 18"/>
                <a:gd name="T4" fmla="*/ 272 w 34"/>
                <a:gd name="T5" fmla="*/ 14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6" y="6"/>
                    <a:pt x="11" y="12"/>
                    <a:pt x="20" y="16"/>
                  </a:cubicBezTo>
                  <a:cubicBezTo>
                    <a:pt x="24" y="18"/>
                    <a:pt x="30" y="16"/>
                    <a:pt x="34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42" name="Freeform 6529">
              <a:extLst>
                <a:ext uri="{FF2B5EF4-FFF2-40B4-BE49-F238E27FC236}">
                  <a16:creationId xmlns:a16="http://schemas.microsoft.com/office/drawing/2014/main" id="{0B1A7227-B6D8-4A90-B96C-C0A2EB6E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672"/>
              <a:ext cx="76" cy="6"/>
            </a:xfrm>
            <a:custGeom>
              <a:avLst/>
              <a:gdLst>
                <a:gd name="T0" fmla="*/ 0 w 38"/>
                <a:gd name="T1" fmla="*/ 16 h 3"/>
                <a:gd name="T2" fmla="*/ 88 w 38"/>
                <a:gd name="T3" fmla="*/ 8 h 3"/>
                <a:gd name="T4" fmla="*/ 208 w 38"/>
                <a:gd name="T5" fmla="*/ 24 h 3"/>
                <a:gd name="T6" fmla="*/ 304 w 38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">
                  <a:moveTo>
                    <a:pt x="0" y="2"/>
                  </a:moveTo>
                  <a:cubicBezTo>
                    <a:pt x="3" y="3"/>
                    <a:pt x="7" y="0"/>
                    <a:pt x="11" y="1"/>
                  </a:cubicBezTo>
                  <a:cubicBezTo>
                    <a:pt x="16" y="1"/>
                    <a:pt x="21" y="3"/>
                    <a:pt x="26" y="3"/>
                  </a:cubicBezTo>
                  <a:cubicBezTo>
                    <a:pt x="30" y="3"/>
                    <a:pt x="34" y="2"/>
                    <a:pt x="38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43" name="Freeform 6530">
              <a:extLst>
                <a:ext uri="{FF2B5EF4-FFF2-40B4-BE49-F238E27FC236}">
                  <a16:creationId xmlns:a16="http://schemas.microsoft.com/office/drawing/2014/main" id="{81DB2FEE-1707-4E66-BF82-42508DFAC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78"/>
              <a:ext cx="76" cy="32"/>
            </a:xfrm>
            <a:custGeom>
              <a:avLst/>
              <a:gdLst>
                <a:gd name="T0" fmla="*/ 0 w 38"/>
                <a:gd name="T1" fmla="*/ 0 h 16"/>
                <a:gd name="T2" fmla="*/ 200 w 38"/>
                <a:gd name="T3" fmla="*/ 128 h 16"/>
                <a:gd name="T4" fmla="*/ 304 w 38"/>
                <a:gd name="T5" fmla="*/ 1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1" y="9"/>
                    <a:pt x="17" y="15"/>
                    <a:pt x="25" y="16"/>
                  </a:cubicBezTo>
                  <a:cubicBezTo>
                    <a:pt x="29" y="16"/>
                    <a:pt x="35" y="16"/>
                    <a:pt x="38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44" name="Freeform 6531">
              <a:extLst>
                <a:ext uri="{FF2B5EF4-FFF2-40B4-BE49-F238E27FC236}">
                  <a16:creationId xmlns:a16="http://schemas.microsoft.com/office/drawing/2014/main" id="{91A0EB1B-E595-4107-A17D-ABDC2706E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678"/>
              <a:ext cx="12" cy="16"/>
            </a:xfrm>
            <a:custGeom>
              <a:avLst/>
              <a:gdLst>
                <a:gd name="T0" fmla="*/ 0 w 6"/>
                <a:gd name="T1" fmla="*/ 0 h 8"/>
                <a:gd name="T2" fmla="*/ 48 w 6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4"/>
                    <a:pt x="2" y="8"/>
                    <a:pt x="6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45" name="Freeform 6532">
              <a:extLst>
                <a:ext uri="{FF2B5EF4-FFF2-40B4-BE49-F238E27FC236}">
                  <a16:creationId xmlns:a16="http://schemas.microsoft.com/office/drawing/2014/main" id="{75FE9F9F-A3BE-4BD6-840B-4D84CF6A7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728"/>
              <a:ext cx="50" cy="8"/>
            </a:xfrm>
            <a:custGeom>
              <a:avLst/>
              <a:gdLst>
                <a:gd name="T0" fmla="*/ 0 w 25"/>
                <a:gd name="T1" fmla="*/ 0 h 4"/>
                <a:gd name="T2" fmla="*/ 200 w 25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0"/>
                  </a:moveTo>
                  <a:cubicBezTo>
                    <a:pt x="8" y="4"/>
                    <a:pt x="16" y="3"/>
                    <a:pt x="25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46" name="Freeform 6533">
              <a:extLst>
                <a:ext uri="{FF2B5EF4-FFF2-40B4-BE49-F238E27FC236}">
                  <a16:creationId xmlns:a16="http://schemas.microsoft.com/office/drawing/2014/main" id="{3499D578-91D6-49A5-8B5D-BE1661D98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3470"/>
              <a:ext cx="58" cy="94"/>
            </a:xfrm>
            <a:custGeom>
              <a:avLst/>
              <a:gdLst>
                <a:gd name="T0" fmla="*/ 232 w 29"/>
                <a:gd name="T1" fmla="*/ 0 h 47"/>
                <a:gd name="T2" fmla="*/ 64 w 29"/>
                <a:gd name="T3" fmla="*/ 37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7">
                  <a:moveTo>
                    <a:pt x="29" y="0"/>
                  </a:moveTo>
                  <a:cubicBezTo>
                    <a:pt x="10" y="19"/>
                    <a:pt x="0" y="23"/>
                    <a:pt x="8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47" name="Freeform 6534">
              <a:extLst>
                <a:ext uri="{FF2B5EF4-FFF2-40B4-BE49-F238E27FC236}">
                  <a16:creationId xmlns:a16="http://schemas.microsoft.com/office/drawing/2014/main" id="{A3743E76-EC36-44CD-89BA-867366696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540"/>
              <a:ext cx="56" cy="98"/>
            </a:xfrm>
            <a:custGeom>
              <a:avLst/>
              <a:gdLst>
                <a:gd name="T0" fmla="*/ 224 w 28"/>
                <a:gd name="T1" fmla="*/ 0 h 49"/>
                <a:gd name="T2" fmla="*/ 64 w 28"/>
                <a:gd name="T3" fmla="*/ 200 h 49"/>
                <a:gd name="T4" fmla="*/ 0 w 28"/>
                <a:gd name="T5" fmla="*/ 39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9">
                  <a:moveTo>
                    <a:pt x="28" y="0"/>
                  </a:moveTo>
                  <a:cubicBezTo>
                    <a:pt x="20" y="6"/>
                    <a:pt x="12" y="17"/>
                    <a:pt x="8" y="25"/>
                  </a:cubicBezTo>
                  <a:cubicBezTo>
                    <a:pt x="3" y="33"/>
                    <a:pt x="4" y="43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48" name="Freeform 6535">
              <a:extLst>
                <a:ext uri="{FF2B5EF4-FFF2-40B4-BE49-F238E27FC236}">
                  <a16:creationId xmlns:a16="http://schemas.microsoft.com/office/drawing/2014/main" id="{D51A71DD-232F-4223-8B9B-7E069B407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608"/>
              <a:ext cx="96" cy="84"/>
            </a:xfrm>
            <a:custGeom>
              <a:avLst/>
              <a:gdLst>
                <a:gd name="T0" fmla="*/ 384 w 48"/>
                <a:gd name="T1" fmla="*/ 0 h 42"/>
                <a:gd name="T2" fmla="*/ 0 w 48"/>
                <a:gd name="T3" fmla="*/ 336 h 42"/>
                <a:gd name="T4" fmla="*/ 368 w 48"/>
                <a:gd name="T5" fmla="*/ 128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">
                  <a:moveTo>
                    <a:pt x="48" y="0"/>
                  </a:moveTo>
                  <a:cubicBezTo>
                    <a:pt x="29" y="11"/>
                    <a:pt x="12" y="26"/>
                    <a:pt x="0" y="42"/>
                  </a:cubicBezTo>
                  <a:cubicBezTo>
                    <a:pt x="18" y="36"/>
                    <a:pt x="32" y="26"/>
                    <a:pt x="46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49" name="Freeform 6536">
              <a:extLst>
                <a:ext uri="{FF2B5EF4-FFF2-40B4-BE49-F238E27FC236}">
                  <a16:creationId xmlns:a16="http://schemas.microsoft.com/office/drawing/2014/main" id="{A9C3120D-18FC-4031-A847-AA1629A86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3470"/>
              <a:ext cx="66" cy="88"/>
            </a:xfrm>
            <a:custGeom>
              <a:avLst/>
              <a:gdLst>
                <a:gd name="T0" fmla="*/ 264 w 33"/>
                <a:gd name="T1" fmla="*/ 0 h 44"/>
                <a:gd name="T2" fmla="*/ 16 w 33"/>
                <a:gd name="T3" fmla="*/ 352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4">
                  <a:moveTo>
                    <a:pt x="33" y="0"/>
                  </a:moveTo>
                  <a:cubicBezTo>
                    <a:pt x="15" y="7"/>
                    <a:pt x="0" y="29"/>
                    <a:pt x="2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50" name="Freeform 6537">
              <a:extLst>
                <a:ext uri="{FF2B5EF4-FFF2-40B4-BE49-F238E27FC236}">
                  <a16:creationId xmlns:a16="http://schemas.microsoft.com/office/drawing/2014/main" id="{52ADB7CA-87DB-4EF4-84B6-8F4C9734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526"/>
              <a:ext cx="62" cy="98"/>
            </a:xfrm>
            <a:custGeom>
              <a:avLst/>
              <a:gdLst>
                <a:gd name="T0" fmla="*/ 248 w 31"/>
                <a:gd name="T1" fmla="*/ 0 h 49"/>
                <a:gd name="T2" fmla="*/ 48 w 31"/>
                <a:gd name="T3" fmla="*/ 256 h 49"/>
                <a:gd name="T4" fmla="*/ 0 w 31"/>
                <a:gd name="T5" fmla="*/ 39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20" y="9"/>
                    <a:pt x="11" y="20"/>
                    <a:pt x="6" y="32"/>
                  </a:cubicBezTo>
                  <a:cubicBezTo>
                    <a:pt x="4" y="37"/>
                    <a:pt x="3" y="43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51" name="Freeform 6538">
              <a:extLst>
                <a:ext uri="{FF2B5EF4-FFF2-40B4-BE49-F238E27FC236}">
                  <a16:creationId xmlns:a16="http://schemas.microsoft.com/office/drawing/2014/main" id="{5C1392ED-A1DD-42D2-B583-4E36C1F78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680"/>
              <a:ext cx="134" cy="64"/>
            </a:xfrm>
            <a:custGeom>
              <a:avLst/>
              <a:gdLst>
                <a:gd name="T0" fmla="*/ 536 w 67"/>
                <a:gd name="T1" fmla="*/ 0 h 32"/>
                <a:gd name="T2" fmla="*/ 0 w 67"/>
                <a:gd name="T3" fmla="*/ 256 h 32"/>
                <a:gd name="T4" fmla="*/ 232 w 67"/>
                <a:gd name="T5" fmla="*/ 128 h 32"/>
                <a:gd name="T6" fmla="*/ 400 w 67"/>
                <a:gd name="T7" fmla="*/ 4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32">
                  <a:moveTo>
                    <a:pt x="67" y="0"/>
                  </a:moveTo>
                  <a:cubicBezTo>
                    <a:pt x="49" y="18"/>
                    <a:pt x="28" y="26"/>
                    <a:pt x="0" y="32"/>
                  </a:cubicBezTo>
                  <a:cubicBezTo>
                    <a:pt x="9" y="27"/>
                    <a:pt x="19" y="21"/>
                    <a:pt x="29" y="16"/>
                  </a:cubicBezTo>
                  <a:cubicBezTo>
                    <a:pt x="35" y="12"/>
                    <a:pt x="43" y="8"/>
                    <a:pt x="5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52" name="Freeform 6539">
              <a:extLst>
                <a:ext uri="{FF2B5EF4-FFF2-40B4-BE49-F238E27FC236}">
                  <a16:creationId xmlns:a16="http://schemas.microsoft.com/office/drawing/2014/main" id="{1666E983-74E4-4BAA-8055-44F817FD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3650"/>
              <a:ext cx="98" cy="72"/>
            </a:xfrm>
            <a:custGeom>
              <a:avLst/>
              <a:gdLst>
                <a:gd name="T0" fmla="*/ 392 w 49"/>
                <a:gd name="T1" fmla="*/ 0 h 36"/>
                <a:gd name="T2" fmla="*/ 0 w 49"/>
                <a:gd name="T3" fmla="*/ 28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6">
                  <a:moveTo>
                    <a:pt x="49" y="0"/>
                  </a:moveTo>
                  <a:cubicBezTo>
                    <a:pt x="26" y="7"/>
                    <a:pt x="13" y="23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53" name="Freeform 6540">
              <a:extLst>
                <a:ext uri="{FF2B5EF4-FFF2-40B4-BE49-F238E27FC236}">
                  <a16:creationId xmlns:a16="http://schemas.microsoft.com/office/drawing/2014/main" id="{CE21F06C-BF32-45F6-9BA7-9CF95AEA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566"/>
              <a:ext cx="78" cy="94"/>
            </a:xfrm>
            <a:custGeom>
              <a:avLst/>
              <a:gdLst>
                <a:gd name="T0" fmla="*/ 312 w 39"/>
                <a:gd name="T1" fmla="*/ 0 h 47"/>
                <a:gd name="T2" fmla="*/ 96 w 39"/>
                <a:gd name="T3" fmla="*/ 192 h 47"/>
                <a:gd name="T4" fmla="*/ 0 w 39"/>
                <a:gd name="T5" fmla="*/ 37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7">
                  <a:moveTo>
                    <a:pt x="39" y="0"/>
                  </a:moveTo>
                  <a:cubicBezTo>
                    <a:pt x="31" y="9"/>
                    <a:pt x="21" y="15"/>
                    <a:pt x="12" y="24"/>
                  </a:cubicBezTo>
                  <a:cubicBezTo>
                    <a:pt x="7" y="29"/>
                    <a:pt x="4" y="42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54" name="Freeform 6541">
              <a:extLst>
                <a:ext uri="{FF2B5EF4-FFF2-40B4-BE49-F238E27FC236}">
                  <a16:creationId xmlns:a16="http://schemas.microsoft.com/office/drawing/2014/main" id="{F5151F0A-5B4E-417B-AD5D-57E6E3503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3742"/>
              <a:ext cx="144" cy="32"/>
            </a:xfrm>
            <a:custGeom>
              <a:avLst/>
              <a:gdLst>
                <a:gd name="T0" fmla="*/ 576 w 72"/>
                <a:gd name="T1" fmla="*/ 0 h 16"/>
                <a:gd name="T2" fmla="*/ 320 w 72"/>
                <a:gd name="T3" fmla="*/ 104 h 16"/>
                <a:gd name="T4" fmla="*/ 0 w 72"/>
                <a:gd name="T5" fmla="*/ 88 h 16"/>
                <a:gd name="T6" fmla="*/ 296 w 72"/>
                <a:gd name="T7" fmla="*/ 16 h 16"/>
                <a:gd name="T8" fmla="*/ 560 w 72"/>
                <a:gd name="T9" fmla="*/ 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6">
                  <a:moveTo>
                    <a:pt x="72" y="0"/>
                  </a:moveTo>
                  <a:cubicBezTo>
                    <a:pt x="66" y="8"/>
                    <a:pt x="51" y="11"/>
                    <a:pt x="40" y="13"/>
                  </a:cubicBezTo>
                  <a:cubicBezTo>
                    <a:pt x="25" y="16"/>
                    <a:pt x="14" y="13"/>
                    <a:pt x="0" y="11"/>
                  </a:cubicBezTo>
                  <a:cubicBezTo>
                    <a:pt x="11" y="14"/>
                    <a:pt x="26" y="5"/>
                    <a:pt x="37" y="2"/>
                  </a:cubicBezTo>
                  <a:cubicBezTo>
                    <a:pt x="48" y="0"/>
                    <a:pt x="60" y="3"/>
                    <a:pt x="7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55" name="Freeform 6542">
              <a:extLst>
                <a:ext uri="{FF2B5EF4-FFF2-40B4-BE49-F238E27FC236}">
                  <a16:creationId xmlns:a16="http://schemas.microsoft.com/office/drawing/2014/main" id="{E13837DE-585D-4A90-9B75-E32ECC808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3762"/>
              <a:ext cx="135" cy="16"/>
            </a:xfrm>
            <a:custGeom>
              <a:avLst/>
              <a:gdLst>
                <a:gd name="T0" fmla="*/ 516 w 67"/>
                <a:gd name="T1" fmla="*/ 24 h 8"/>
                <a:gd name="T2" fmla="*/ 0 w 67"/>
                <a:gd name="T3" fmla="*/ 24 h 8"/>
                <a:gd name="T4" fmla="*/ 312 w 67"/>
                <a:gd name="T5" fmla="*/ 64 h 8"/>
                <a:gd name="T6" fmla="*/ 548 w 67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">
                  <a:moveTo>
                    <a:pt x="63" y="3"/>
                  </a:moveTo>
                  <a:cubicBezTo>
                    <a:pt x="42" y="0"/>
                    <a:pt x="21" y="2"/>
                    <a:pt x="0" y="3"/>
                  </a:cubicBezTo>
                  <a:cubicBezTo>
                    <a:pt x="9" y="8"/>
                    <a:pt x="27" y="7"/>
                    <a:pt x="38" y="8"/>
                  </a:cubicBezTo>
                  <a:cubicBezTo>
                    <a:pt x="48" y="8"/>
                    <a:pt x="58" y="5"/>
                    <a:pt x="6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56" name="Freeform 6543">
              <a:extLst>
                <a:ext uri="{FF2B5EF4-FFF2-40B4-BE49-F238E27FC236}">
                  <a16:creationId xmlns:a16="http://schemas.microsoft.com/office/drawing/2014/main" id="{858BA459-D99D-414F-B4E7-E52985E76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730"/>
              <a:ext cx="114" cy="32"/>
            </a:xfrm>
            <a:custGeom>
              <a:avLst/>
              <a:gdLst>
                <a:gd name="T0" fmla="*/ 456 w 57"/>
                <a:gd name="T1" fmla="*/ 56 h 16"/>
                <a:gd name="T2" fmla="*/ 0 w 57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6">
                  <a:moveTo>
                    <a:pt x="57" y="7"/>
                  </a:moveTo>
                  <a:cubicBezTo>
                    <a:pt x="43" y="0"/>
                    <a:pt x="10" y="9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57" name="Freeform 6544">
              <a:extLst>
                <a:ext uri="{FF2B5EF4-FFF2-40B4-BE49-F238E27FC236}">
                  <a16:creationId xmlns:a16="http://schemas.microsoft.com/office/drawing/2014/main" id="{D00BE3D6-EFEB-4963-8C33-73B6F1098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3682"/>
              <a:ext cx="98" cy="62"/>
            </a:xfrm>
            <a:custGeom>
              <a:avLst/>
              <a:gdLst>
                <a:gd name="T0" fmla="*/ 392 w 49"/>
                <a:gd name="T1" fmla="*/ 8 h 31"/>
                <a:gd name="T2" fmla="*/ 88 w 49"/>
                <a:gd name="T3" fmla="*/ 144 h 31"/>
                <a:gd name="T4" fmla="*/ 0 w 49"/>
                <a:gd name="T5" fmla="*/ 24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49" y="1"/>
                  </a:moveTo>
                  <a:cubicBezTo>
                    <a:pt x="38" y="0"/>
                    <a:pt x="19" y="12"/>
                    <a:pt x="11" y="18"/>
                  </a:cubicBezTo>
                  <a:cubicBezTo>
                    <a:pt x="7" y="22"/>
                    <a:pt x="3" y="27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58" name="Freeform 6545">
              <a:extLst>
                <a:ext uri="{FF2B5EF4-FFF2-40B4-BE49-F238E27FC236}">
                  <a16:creationId xmlns:a16="http://schemas.microsoft.com/office/drawing/2014/main" id="{B114FA8E-5404-4156-B1E4-6305D4728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694"/>
              <a:ext cx="114" cy="44"/>
            </a:xfrm>
            <a:custGeom>
              <a:avLst/>
              <a:gdLst>
                <a:gd name="T0" fmla="*/ 456 w 57"/>
                <a:gd name="T1" fmla="*/ 8 h 22"/>
                <a:gd name="T2" fmla="*/ 144 w 57"/>
                <a:gd name="T3" fmla="*/ 128 h 22"/>
                <a:gd name="T4" fmla="*/ 0 w 57"/>
                <a:gd name="T5" fmla="*/ 17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2">
                  <a:moveTo>
                    <a:pt x="57" y="1"/>
                  </a:moveTo>
                  <a:cubicBezTo>
                    <a:pt x="42" y="0"/>
                    <a:pt x="30" y="10"/>
                    <a:pt x="18" y="16"/>
                  </a:cubicBezTo>
                  <a:cubicBezTo>
                    <a:pt x="12" y="19"/>
                    <a:pt x="6" y="19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59" name="Freeform 6546">
              <a:extLst>
                <a:ext uri="{FF2B5EF4-FFF2-40B4-BE49-F238E27FC236}">
                  <a16:creationId xmlns:a16="http://schemas.microsoft.com/office/drawing/2014/main" id="{724B692C-A3F4-460E-931F-A0D4BF1F3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3624"/>
              <a:ext cx="70" cy="66"/>
            </a:xfrm>
            <a:custGeom>
              <a:avLst/>
              <a:gdLst>
                <a:gd name="T0" fmla="*/ 280 w 35"/>
                <a:gd name="T1" fmla="*/ 0 h 33"/>
                <a:gd name="T2" fmla="*/ 0 w 35"/>
                <a:gd name="T3" fmla="*/ 26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3">
                  <a:moveTo>
                    <a:pt x="35" y="0"/>
                  </a:moveTo>
                  <a:cubicBezTo>
                    <a:pt x="16" y="6"/>
                    <a:pt x="10" y="20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60" name="Freeform 6547">
              <a:extLst>
                <a:ext uri="{FF2B5EF4-FFF2-40B4-BE49-F238E27FC236}">
                  <a16:creationId xmlns:a16="http://schemas.microsoft.com/office/drawing/2014/main" id="{E2813B52-0BA9-447F-9D80-62770E00A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3284"/>
              <a:ext cx="18" cy="44"/>
            </a:xfrm>
            <a:custGeom>
              <a:avLst/>
              <a:gdLst>
                <a:gd name="T0" fmla="*/ 56 w 9"/>
                <a:gd name="T1" fmla="*/ 176 h 22"/>
                <a:gd name="T2" fmla="*/ 0 w 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7" y="22"/>
                  </a:moveTo>
                  <a:cubicBezTo>
                    <a:pt x="9" y="16"/>
                    <a:pt x="3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61" name="Freeform 6548">
              <a:extLst>
                <a:ext uri="{FF2B5EF4-FFF2-40B4-BE49-F238E27FC236}">
                  <a16:creationId xmlns:a16="http://schemas.microsoft.com/office/drawing/2014/main" id="{70FAA46B-CA8B-4F3D-AE00-C7C585D91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284"/>
              <a:ext cx="16" cy="84"/>
            </a:xfrm>
            <a:custGeom>
              <a:avLst/>
              <a:gdLst>
                <a:gd name="T0" fmla="*/ 64 w 8"/>
                <a:gd name="T1" fmla="*/ 0 h 42"/>
                <a:gd name="T2" fmla="*/ 64 w 8"/>
                <a:gd name="T3" fmla="*/ 336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2">
                  <a:moveTo>
                    <a:pt x="8" y="0"/>
                  </a:moveTo>
                  <a:cubicBezTo>
                    <a:pt x="0" y="13"/>
                    <a:pt x="3" y="28"/>
                    <a:pt x="8" y="4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62" name="Freeform 6549">
              <a:extLst>
                <a:ext uri="{FF2B5EF4-FFF2-40B4-BE49-F238E27FC236}">
                  <a16:creationId xmlns:a16="http://schemas.microsoft.com/office/drawing/2014/main" id="{1856C50E-1BBC-4A6D-B4AC-A6FDA372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364"/>
              <a:ext cx="40" cy="76"/>
            </a:xfrm>
            <a:custGeom>
              <a:avLst/>
              <a:gdLst>
                <a:gd name="T0" fmla="*/ 160 w 20"/>
                <a:gd name="T1" fmla="*/ 0 h 38"/>
                <a:gd name="T2" fmla="*/ 64 w 20"/>
                <a:gd name="T3" fmla="*/ 30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8">
                  <a:moveTo>
                    <a:pt x="20" y="0"/>
                  </a:moveTo>
                  <a:cubicBezTo>
                    <a:pt x="14" y="11"/>
                    <a:pt x="0" y="26"/>
                    <a:pt x="8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63" name="Freeform 6550">
              <a:extLst>
                <a:ext uri="{FF2B5EF4-FFF2-40B4-BE49-F238E27FC236}">
                  <a16:creationId xmlns:a16="http://schemas.microsoft.com/office/drawing/2014/main" id="{B49882F1-1A2C-45FD-810C-186760973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408"/>
              <a:ext cx="28" cy="78"/>
            </a:xfrm>
            <a:custGeom>
              <a:avLst/>
              <a:gdLst>
                <a:gd name="T0" fmla="*/ 112 w 14"/>
                <a:gd name="T1" fmla="*/ 0 h 39"/>
                <a:gd name="T2" fmla="*/ 0 w 14"/>
                <a:gd name="T3" fmla="*/ 31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14" y="0"/>
                  </a:moveTo>
                  <a:cubicBezTo>
                    <a:pt x="2" y="11"/>
                    <a:pt x="0" y="27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64" name="Freeform 6551">
              <a:extLst>
                <a:ext uri="{FF2B5EF4-FFF2-40B4-BE49-F238E27FC236}">
                  <a16:creationId xmlns:a16="http://schemas.microsoft.com/office/drawing/2014/main" id="{06C08804-BBD3-49B5-A345-5A5FE97D7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3436"/>
              <a:ext cx="44" cy="96"/>
            </a:xfrm>
            <a:custGeom>
              <a:avLst/>
              <a:gdLst>
                <a:gd name="T0" fmla="*/ 176 w 22"/>
                <a:gd name="T1" fmla="*/ 0 h 48"/>
                <a:gd name="T2" fmla="*/ 48 w 22"/>
                <a:gd name="T3" fmla="*/ 128 h 48"/>
                <a:gd name="T4" fmla="*/ 0 w 22"/>
                <a:gd name="T5" fmla="*/ 280 h 48"/>
                <a:gd name="T6" fmla="*/ 24 w 22"/>
                <a:gd name="T7" fmla="*/ 38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8">
                  <a:moveTo>
                    <a:pt x="22" y="0"/>
                  </a:moveTo>
                  <a:cubicBezTo>
                    <a:pt x="18" y="6"/>
                    <a:pt x="11" y="10"/>
                    <a:pt x="6" y="16"/>
                  </a:cubicBezTo>
                  <a:cubicBezTo>
                    <a:pt x="2" y="21"/>
                    <a:pt x="0" y="28"/>
                    <a:pt x="0" y="35"/>
                  </a:cubicBezTo>
                  <a:cubicBezTo>
                    <a:pt x="0" y="39"/>
                    <a:pt x="0" y="44"/>
                    <a:pt x="3" y="4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65" name="Freeform 6552">
              <a:extLst>
                <a:ext uri="{FF2B5EF4-FFF2-40B4-BE49-F238E27FC236}">
                  <a16:creationId xmlns:a16="http://schemas.microsoft.com/office/drawing/2014/main" id="{7DC8670E-2A00-4048-ABF3-5FEAB9DCA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3702"/>
              <a:ext cx="122" cy="40"/>
            </a:xfrm>
            <a:custGeom>
              <a:avLst/>
              <a:gdLst>
                <a:gd name="T0" fmla="*/ 488 w 61"/>
                <a:gd name="T1" fmla="*/ 24 h 20"/>
                <a:gd name="T2" fmla="*/ 160 w 61"/>
                <a:gd name="T3" fmla="*/ 72 h 20"/>
                <a:gd name="T4" fmla="*/ 0 w 61"/>
                <a:gd name="T5" fmla="*/ 1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">
                  <a:moveTo>
                    <a:pt x="61" y="3"/>
                  </a:moveTo>
                  <a:cubicBezTo>
                    <a:pt x="48" y="0"/>
                    <a:pt x="31" y="5"/>
                    <a:pt x="20" y="9"/>
                  </a:cubicBezTo>
                  <a:cubicBezTo>
                    <a:pt x="12" y="12"/>
                    <a:pt x="6" y="17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66" name="Freeform 6553">
              <a:extLst>
                <a:ext uri="{FF2B5EF4-FFF2-40B4-BE49-F238E27FC236}">
                  <a16:creationId xmlns:a16="http://schemas.microsoft.com/office/drawing/2014/main" id="{EFE993C0-9553-44AF-82E6-C53EABB4C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644"/>
              <a:ext cx="90" cy="56"/>
            </a:xfrm>
            <a:custGeom>
              <a:avLst/>
              <a:gdLst>
                <a:gd name="T0" fmla="*/ 360 w 45"/>
                <a:gd name="T1" fmla="*/ 0 h 28"/>
                <a:gd name="T2" fmla="*/ 232 w 45"/>
                <a:gd name="T3" fmla="*/ 64 h 28"/>
                <a:gd name="T4" fmla="*/ 88 w 45"/>
                <a:gd name="T5" fmla="*/ 128 h 28"/>
                <a:gd name="T6" fmla="*/ 0 w 45"/>
                <a:gd name="T7" fmla="*/ 22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8">
                  <a:moveTo>
                    <a:pt x="45" y="0"/>
                  </a:moveTo>
                  <a:cubicBezTo>
                    <a:pt x="39" y="2"/>
                    <a:pt x="36" y="6"/>
                    <a:pt x="29" y="8"/>
                  </a:cubicBezTo>
                  <a:cubicBezTo>
                    <a:pt x="22" y="10"/>
                    <a:pt x="16" y="11"/>
                    <a:pt x="11" y="16"/>
                  </a:cubicBezTo>
                  <a:cubicBezTo>
                    <a:pt x="6" y="20"/>
                    <a:pt x="5" y="25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67" name="Freeform 6554">
              <a:extLst>
                <a:ext uri="{FF2B5EF4-FFF2-40B4-BE49-F238E27FC236}">
                  <a16:creationId xmlns:a16="http://schemas.microsoft.com/office/drawing/2014/main" id="{DD0FB1B5-44DA-4F22-9C10-D617F7F8C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3666"/>
              <a:ext cx="92" cy="42"/>
            </a:xfrm>
            <a:custGeom>
              <a:avLst/>
              <a:gdLst>
                <a:gd name="T0" fmla="*/ 368 w 46"/>
                <a:gd name="T1" fmla="*/ 0 h 21"/>
                <a:gd name="T2" fmla="*/ 88 w 46"/>
                <a:gd name="T3" fmla="*/ 96 h 21"/>
                <a:gd name="T4" fmla="*/ 0 w 46"/>
                <a:gd name="T5" fmla="*/ 16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1">
                  <a:moveTo>
                    <a:pt x="46" y="0"/>
                  </a:moveTo>
                  <a:cubicBezTo>
                    <a:pt x="32" y="3"/>
                    <a:pt x="22" y="4"/>
                    <a:pt x="11" y="12"/>
                  </a:cubicBezTo>
                  <a:cubicBezTo>
                    <a:pt x="7" y="14"/>
                    <a:pt x="4" y="18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68" name="Freeform 6555">
              <a:extLst>
                <a:ext uri="{FF2B5EF4-FFF2-40B4-BE49-F238E27FC236}">
                  <a16:creationId xmlns:a16="http://schemas.microsoft.com/office/drawing/2014/main" id="{235D9669-1502-4D31-8484-94A211372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3494"/>
              <a:ext cx="38" cy="72"/>
            </a:xfrm>
            <a:custGeom>
              <a:avLst/>
              <a:gdLst>
                <a:gd name="T0" fmla="*/ 152 w 19"/>
                <a:gd name="T1" fmla="*/ 0 h 36"/>
                <a:gd name="T2" fmla="*/ 24 w 19"/>
                <a:gd name="T3" fmla="*/ 176 h 36"/>
                <a:gd name="T4" fmla="*/ 0 w 19"/>
                <a:gd name="T5" fmla="*/ 28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19" y="0"/>
                  </a:moveTo>
                  <a:cubicBezTo>
                    <a:pt x="13" y="8"/>
                    <a:pt x="5" y="13"/>
                    <a:pt x="3" y="22"/>
                  </a:cubicBezTo>
                  <a:cubicBezTo>
                    <a:pt x="2" y="26"/>
                    <a:pt x="0" y="34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69" name="Freeform 6556">
              <a:extLst>
                <a:ext uri="{FF2B5EF4-FFF2-40B4-BE49-F238E27FC236}">
                  <a16:creationId xmlns:a16="http://schemas.microsoft.com/office/drawing/2014/main" id="{548472CC-8A32-4637-8A39-686759136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532"/>
              <a:ext cx="60" cy="84"/>
            </a:xfrm>
            <a:custGeom>
              <a:avLst/>
              <a:gdLst>
                <a:gd name="T0" fmla="*/ 240 w 30"/>
                <a:gd name="T1" fmla="*/ 0 h 42"/>
                <a:gd name="T2" fmla="*/ 0 w 30"/>
                <a:gd name="T3" fmla="*/ 336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2">
                  <a:moveTo>
                    <a:pt x="30" y="0"/>
                  </a:moveTo>
                  <a:cubicBezTo>
                    <a:pt x="13" y="12"/>
                    <a:pt x="3" y="25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70" name="Freeform 6557">
              <a:extLst>
                <a:ext uri="{FF2B5EF4-FFF2-40B4-BE49-F238E27FC236}">
                  <a16:creationId xmlns:a16="http://schemas.microsoft.com/office/drawing/2014/main" id="{A5EF13C8-D9A5-4E9D-B977-F0FDD2BEC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3570"/>
              <a:ext cx="64" cy="78"/>
            </a:xfrm>
            <a:custGeom>
              <a:avLst/>
              <a:gdLst>
                <a:gd name="T0" fmla="*/ 256 w 32"/>
                <a:gd name="T1" fmla="*/ 0 h 39"/>
                <a:gd name="T2" fmla="*/ 24 w 32"/>
                <a:gd name="T3" fmla="*/ 216 h 39"/>
                <a:gd name="T4" fmla="*/ 0 w 32"/>
                <a:gd name="T5" fmla="*/ 31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32" y="0"/>
                  </a:moveTo>
                  <a:cubicBezTo>
                    <a:pt x="22" y="7"/>
                    <a:pt x="8" y="16"/>
                    <a:pt x="3" y="27"/>
                  </a:cubicBezTo>
                  <a:cubicBezTo>
                    <a:pt x="2" y="31"/>
                    <a:pt x="2" y="36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71" name="Freeform 6558">
              <a:extLst>
                <a:ext uri="{FF2B5EF4-FFF2-40B4-BE49-F238E27FC236}">
                  <a16:creationId xmlns:a16="http://schemas.microsoft.com/office/drawing/2014/main" id="{6B77C0EC-77F9-4DF9-ACE2-FB2959DCF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612"/>
              <a:ext cx="82" cy="56"/>
            </a:xfrm>
            <a:custGeom>
              <a:avLst/>
              <a:gdLst>
                <a:gd name="T0" fmla="*/ 328 w 41"/>
                <a:gd name="T1" fmla="*/ 0 h 28"/>
                <a:gd name="T2" fmla="*/ 0 w 41"/>
                <a:gd name="T3" fmla="*/ 22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8">
                  <a:moveTo>
                    <a:pt x="41" y="0"/>
                  </a:moveTo>
                  <a:cubicBezTo>
                    <a:pt x="25" y="7"/>
                    <a:pt x="9" y="16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72" name="Freeform 6559">
              <a:extLst>
                <a:ext uri="{FF2B5EF4-FFF2-40B4-BE49-F238E27FC236}">
                  <a16:creationId xmlns:a16="http://schemas.microsoft.com/office/drawing/2014/main" id="{BE83736E-3112-4725-9ECE-ADF21C4B7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3626"/>
              <a:ext cx="86" cy="54"/>
            </a:xfrm>
            <a:custGeom>
              <a:avLst/>
              <a:gdLst>
                <a:gd name="T0" fmla="*/ 344 w 43"/>
                <a:gd name="T1" fmla="*/ 0 h 27"/>
                <a:gd name="T2" fmla="*/ 240 w 43"/>
                <a:gd name="T3" fmla="*/ 48 h 27"/>
                <a:gd name="T4" fmla="*/ 144 w 43"/>
                <a:gd name="T5" fmla="*/ 96 h 27"/>
                <a:gd name="T6" fmla="*/ 0 w 43"/>
                <a:gd name="T7" fmla="*/ 21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7">
                  <a:moveTo>
                    <a:pt x="43" y="0"/>
                  </a:moveTo>
                  <a:cubicBezTo>
                    <a:pt x="39" y="2"/>
                    <a:pt x="35" y="4"/>
                    <a:pt x="30" y="6"/>
                  </a:cubicBezTo>
                  <a:cubicBezTo>
                    <a:pt x="25" y="7"/>
                    <a:pt x="23" y="9"/>
                    <a:pt x="18" y="12"/>
                  </a:cubicBezTo>
                  <a:cubicBezTo>
                    <a:pt x="9" y="16"/>
                    <a:pt x="3" y="20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73" name="Freeform 6560">
              <a:extLst>
                <a:ext uri="{FF2B5EF4-FFF2-40B4-BE49-F238E27FC236}">
                  <a16:creationId xmlns:a16="http://schemas.microsoft.com/office/drawing/2014/main" id="{68EF8ABC-7AE2-4050-8517-27F0FE181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3532"/>
              <a:ext cx="78" cy="64"/>
            </a:xfrm>
            <a:custGeom>
              <a:avLst/>
              <a:gdLst>
                <a:gd name="T0" fmla="*/ 312 w 39"/>
                <a:gd name="T1" fmla="*/ 0 h 32"/>
                <a:gd name="T2" fmla="*/ 0 w 39"/>
                <a:gd name="T3" fmla="*/ 25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39" y="0"/>
                  </a:moveTo>
                  <a:cubicBezTo>
                    <a:pt x="12" y="0"/>
                    <a:pt x="6" y="17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74" name="Freeform 6561">
              <a:extLst>
                <a:ext uri="{FF2B5EF4-FFF2-40B4-BE49-F238E27FC236}">
                  <a16:creationId xmlns:a16="http://schemas.microsoft.com/office/drawing/2014/main" id="{D6C94967-1E74-4E27-8A2D-B6E61B62A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582"/>
              <a:ext cx="74" cy="48"/>
            </a:xfrm>
            <a:custGeom>
              <a:avLst/>
              <a:gdLst>
                <a:gd name="T0" fmla="*/ 296 w 37"/>
                <a:gd name="T1" fmla="*/ 56 h 24"/>
                <a:gd name="T2" fmla="*/ 0 w 37"/>
                <a:gd name="T3" fmla="*/ 19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4">
                  <a:moveTo>
                    <a:pt x="37" y="7"/>
                  </a:moveTo>
                  <a:cubicBezTo>
                    <a:pt x="30" y="0"/>
                    <a:pt x="0" y="1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75" name="Freeform 6562">
              <a:extLst>
                <a:ext uri="{FF2B5EF4-FFF2-40B4-BE49-F238E27FC236}">
                  <a16:creationId xmlns:a16="http://schemas.microsoft.com/office/drawing/2014/main" id="{0828498F-5F93-457D-A2EA-676C022FA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312"/>
              <a:ext cx="32" cy="86"/>
            </a:xfrm>
            <a:custGeom>
              <a:avLst/>
              <a:gdLst>
                <a:gd name="T0" fmla="*/ 128 w 16"/>
                <a:gd name="T1" fmla="*/ 0 h 43"/>
                <a:gd name="T2" fmla="*/ 80 w 16"/>
                <a:gd name="T3" fmla="*/ 34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3">
                  <a:moveTo>
                    <a:pt x="16" y="0"/>
                  </a:moveTo>
                  <a:cubicBezTo>
                    <a:pt x="8" y="9"/>
                    <a:pt x="0" y="34"/>
                    <a:pt x="10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76" name="Freeform 6563">
              <a:extLst>
                <a:ext uri="{FF2B5EF4-FFF2-40B4-BE49-F238E27FC236}">
                  <a16:creationId xmlns:a16="http://schemas.microsoft.com/office/drawing/2014/main" id="{B4340B05-68FB-4D78-99F8-FAE99C59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350"/>
              <a:ext cx="24" cy="88"/>
            </a:xfrm>
            <a:custGeom>
              <a:avLst/>
              <a:gdLst>
                <a:gd name="T0" fmla="*/ 96 w 12"/>
                <a:gd name="T1" fmla="*/ 0 h 44"/>
                <a:gd name="T2" fmla="*/ 0 w 12"/>
                <a:gd name="T3" fmla="*/ 224 h 44"/>
                <a:gd name="T4" fmla="*/ 8 w 12"/>
                <a:gd name="T5" fmla="*/ 35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12" y="0"/>
                  </a:moveTo>
                  <a:cubicBezTo>
                    <a:pt x="4" y="8"/>
                    <a:pt x="0" y="19"/>
                    <a:pt x="0" y="28"/>
                  </a:cubicBezTo>
                  <a:cubicBezTo>
                    <a:pt x="0" y="33"/>
                    <a:pt x="3" y="41"/>
                    <a:pt x="1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77" name="Freeform 6564">
              <a:extLst>
                <a:ext uri="{FF2B5EF4-FFF2-40B4-BE49-F238E27FC236}">
                  <a16:creationId xmlns:a16="http://schemas.microsoft.com/office/drawing/2014/main" id="{EA14E670-C656-49C3-88A4-E186D8264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3394"/>
              <a:ext cx="36" cy="76"/>
            </a:xfrm>
            <a:custGeom>
              <a:avLst/>
              <a:gdLst>
                <a:gd name="T0" fmla="*/ 144 w 18"/>
                <a:gd name="T1" fmla="*/ 0 h 38"/>
                <a:gd name="T2" fmla="*/ 48 w 18"/>
                <a:gd name="T3" fmla="*/ 30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8" y="0"/>
                  </a:moveTo>
                  <a:cubicBezTo>
                    <a:pt x="8" y="10"/>
                    <a:pt x="0" y="25"/>
                    <a:pt x="6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78" name="Freeform 6565">
              <a:extLst>
                <a:ext uri="{FF2B5EF4-FFF2-40B4-BE49-F238E27FC236}">
                  <a16:creationId xmlns:a16="http://schemas.microsoft.com/office/drawing/2014/main" id="{F5BE155C-8137-47EE-B317-A306C4E77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3430"/>
              <a:ext cx="48" cy="86"/>
            </a:xfrm>
            <a:custGeom>
              <a:avLst/>
              <a:gdLst>
                <a:gd name="T0" fmla="*/ 192 w 24"/>
                <a:gd name="T1" fmla="*/ 0 h 43"/>
                <a:gd name="T2" fmla="*/ 64 w 24"/>
                <a:gd name="T3" fmla="*/ 34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4" y="11"/>
                    <a:pt x="0" y="29"/>
                    <a:pt x="8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79" name="Freeform 6566">
              <a:extLst>
                <a:ext uri="{FF2B5EF4-FFF2-40B4-BE49-F238E27FC236}">
                  <a16:creationId xmlns:a16="http://schemas.microsoft.com/office/drawing/2014/main" id="{21329BF5-4D14-46B2-B225-1F2371F3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370"/>
              <a:ext cx="38" cy="96"/>
            </a:xfrm>
            <a:custGeom>
              <a:avLst/>
              <a:gdLst>
                <a:gd name="T0" fmla="*/ 32 w 19"/>
                <a:gd name="T1" fmla="*/ 384 h 48"/>
                <a:gd name="T2" fmla="*/ 128 w 19"/>
                <a:gd name="T3" fmla="*/ 0 h 48"/>
                <a:gd name="T4" fmla="*/ 152 w 19"/>
                <a:gd name="T5" fmla="*/ 24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8">
                  <a:moveTo>
                    <a:pt x="4" y="48"/>
                  </a:moveTo>
                  <a:cubicBezTo>
                    <a:pt x="0" y="36"/>
                    <a:pt x="6" y="10"/>
                    <a:pt x="16" y="0"/>
                  </a:cubicBezTo>
                  <a:cubicBezTo>
                    <a:pt x="16" y="9"/>
                    <a:pt x="19" y="21"/>
                    <a:pt x="19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80" name="Freeform 6567">
              <a:extLst>
                <a:ext uri="{FF2B5EF4-FFF2-40B4-BE49-F238E27FC236}">
                  <a16:creationId xmlns:a16="http://schemas.microsoft.com/office/drawing/2014/main" id="{AA3CBAAE-2228-49B2-A47E-F11238CF0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322"/>
              <a:ext cx="32" cy="88"/>
            </a:xfrm>
            <a:custGeom>
              <a:avLst/>
              <a:gdLst>
                <a:gd name="T0" fmla="*/ 96 w 16"/>
                <a:gd name="T1" fmla="*/ 352 h 44"/>
                <a:gd name="T2" fmla="*/ 88 w 16"/>
                <a:gd name="T3" fmla="*/ 184 h 44"/>
                <a:gd name="T4" fmla="*/ 32 w 16"/>
                <a:gd name="T5" fmla="*/ 0 h 44"/>
                <a:gd name="T6" fmla="*/ 0 w 16"/>
                <a:gd name="T7" fmla="*/ 20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4">
                  <a:moveTo>
                    <a:pt x="12" y="44"/>
                  </a:moveTo>
                  <a:cubicBezTo>
                    <a:pt x="16" y="36"/>
                    <a:pt x="13" y="30"/>
                    <a:pt x="11" y="23"/>
                  </a:cubicBezTo>
                  <a:cubicBezTo>
                    <a:pt x="8" y="16"/>
                    <a:pt x="8" y="6"/>
                    <a:pt x="4" y="0"/>
                  </a:cubicBezTo>
                  <a:cubicBezTo>
                    <a:pt x="3" y="8"/>
                    <a:pt x="0" y="18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81" name="Freeform 6568">
              <a:extLst>
                <a:ext uri="{FF2B5EF4-FFF2-40B4-BE49-F238E27FC236}">
                  <a16:creationId xmlns:a16="http://schemas.microsoft.com/office/drawing/2014/main" id="{31F5B48E-C145-49C9-B0DA-AEF7FC38A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3324"/>
              <a:ext cx="56" cy="54"/>
            </a:xfrm>
            <a:custGeom>
              <a:avLst/>
              <a:gdLst>
                <a:gd name="T0" fmla="*/ 16 w 28"/>
                <a:gd name="T1" fmla="*/ 216 h 27"/>
                <a:gd name="T2" fmla="*/ 224 w 28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2" y="27"/>
                  </a:moveTo>
                  <a:cubicBezTo>
                    <a:pt x="0" y="15"/>
                    <a:pt x="17" y="5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82" name="Freeform 6569">
              <a:extLst>
                <a:ext uri="{FF2B5EF4-FFF2-40B4-BE49-F238E27FC236}">
                  <a16:creationId xmlns:a16="http://schemas.microsoft.com/office/drawing/2014/main" id="{ED01F537-D255-4820-BBC6-0D0C276F9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288"/>
              <a:ext cx="36" cy="62"/>
            </a:xfrm>
            <a:custGeom>
              <a:avLst/>
              <a:gdLst>
                <a:gd name="T0" fmla="*/ 120 w 18"/>
                <a:gd name="T1" fmla="*/ 248 h 31"/>
                <a:gd name="T2" fmla="*/ 120 w 18"/>
                <a:gd name="T3" fmla="*/ 120 h 31"/>
                <a:gd name="T4" fmla="*/ 32 w 18"/>
                <a:gd name="T5" fmla="*/ 0 h 31"/>
                <a:gd name="T6" fmla="*/ 0 w 18"/>
                <a:gd name="T7" fmla="*/ 12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1">
                  <a:moveTo>
                    <a:pt x="15" y="31"/>
                  </a:moveTo>
                  <a:cubicBezTo>
                    <a:pt x="18" y="25"/>
                    <a:pt x="17" y="20"/>
                    <a:pt x="15" y="15"/>
                  </a:cubicBezTo>
                  <a:cubicBezTo>
                    <a:pt x="14" y="11"/>
                    <a:pt x="8" y="1"/>
                    <a:pt x="4" y="0"/>
                  </a:cubicBezTo>
                  <a:cubicBezTo>
                    <a:pt x="2" y="6"/>
                    <a:pt x="2" y="10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83" name="Freeform 6570">
              <a:extLst>
                <a:ext uri="{FF2B5EF4-FFF2-40B4-BE49-F238E27FC236}">
                  <a16:creationId xmlns:a16="http://schemas.microsoft.com/office/drawing/2014/main" id="{9DBD37F4-53C7-41DF-B9F2-959F1BC98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3656"/>
              <a:ext cx="120" cy="34"/>
            </a:xfrm>
            <a:custGeom>
              <a:avLst/>
              <a:gdLst>
                <a:gd name="T0" fmla="*/ 480 w 60"/>
                <a:gd name="T1" fmla="*/ 8 h 17"/>
                <a:gd name="T2" fmla="*/ 0 w 60"/>
                <a:gd name="T3" fmla="*/ 72 h 17"/>
                <a:gd name="T4" fmla="*/ 376 w 60"/>
                <a:gd name="T5" fmla="*/ 1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7">
                  <a:moveTo>
                    <a:pt x="60" y="1"/>
                  </a:moveTo>
                  <a:cubicBezTo>
                    <a:pt x="39" y="0"/>
                    <a:pt x="19" y="5"/>
                    <a:pt x="0" y="9"/>
                  </a:cubicBezTo>
                  <a:cubicBezTo>
                    <a:pt x="12" y="13"/>
                    <a:pt x="35" y="17"/>
                    <a:pt x="47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84" name="Freeform 6571">
              <a:extLst>
                <a:ext uri="{FF2B5EF4-FFF2-40B4-BE49-F238E27FC236}">
                  <a16:creationId xmlns:a16="http://schemas.microsoft.com/office/drawing/2014/main" id="{D04E7ED3-0BA1-465B-81DC-B355D563E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684"/>
              <a:ext cx="76" cy="20"/>
            </a:xfrm>
            <a:custGeom>
              <a:avLst/>
              <a:gdLst>
                <a:gd name="T0" fmla="*/ 304 w 38"/>
                <a:gd name="T1" fmla="*/ 80 h 10"/>
                <a:gd name="T2" fmla="*/ 0 w 38"/>
                <a:gd name="T3" fmla="*/ 80 h 10"/>
                <a:gd name="T4" fmla="*/ 208 w 3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">
                  <a:moveTo>
                    <a:pt x="38" y="10"/>
                  </a:moveTo>
                  <a:cubicBezTo>
                    <a:pt x="26" y="10"/>
                    <a:pt x="13" y="10"/>
                    <a:pt x="0" y="10"/>
                  </a:cubicBezTo>
                  <a:cubicBezTo>
                    <a:pt x="6" y="8"/>
                    <a:pt x="22" y="1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85" name="Freeform 6572">
              <a:extLst>
                <a:ext uri="{FF2B5EF4-FFF2-40B4-BE49-F238E27FC236}">
                  <a16:creationId xmlns:a16="http://schemas.microsoft.com/office/drawing/2014/main" id="{55473B6D-918F-40B4-872D-59CDA275E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3444"/>
              <a:ext cx="86" cy="132"/>
            </a:xfrm>
            <a:custGeom>
              <a:avLst/>
              <a:gdLst>
                <a:gd name="T0" fmla="*/ 0 w 43"/>
                <a:gd name="T1" fmla="*/ 0 h 66"/>
                <a:gd name="T2" fmla="*/ 280 w 43"/>
                <a:gd name="T3" fmla="*/ 528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6">
                  <a:moveTo>
                    <a:pt x="0" y="0"/>
                  </a:moveTo>
                  <a:cubicBezTo>
                    <a:pt x="19" y="20"/>
                    <a:pt x="43" y="42"/>
                    <a:pt x="35" y="6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86" name="Freeform 6573">
              <a:extLst>
                <a:ext uri="{FF2B5EF4-FFF2-40B4-BE49-F238E27FC236}">
                  <a16:creationId xmlns:a16="http://schemas.microsoft.com/office/drawing/2014/main" id="{9554A217-36CB-4E09-81B5-A2E3F4EFE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540"/>
              <a:ext cx="52" cy="100"/>
            </a:xfrm>
            <a:custGeom>
              <a:avLst/>
              <a:gdLst>
                <a:gd name="T0" fmla="*/ 0 w 26"/>
                <a:gd name="T1" fmla="*/ 0 h 50"/>
                <a:gd name="T2" fmla="*/ 160 w 26"/>
                <a:gd name="T3" fmla="*/ 200 h 50"/>
                <a:gd name="T4" fmla="*/ 208 w 26"/>
                <a:gd name="T5" fmla="*/ 40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0"/>
                  </a:moveTo>
                  <a:cubicBezTo>
                    <a:pt x="8" y="6"/>
                    <a:pt x="16" y="17"/>
                    <a:pt x="20" y="25"/>
                  </a:cubicBezTo>
                  <a:cubicBezTo>
                    <a:pt x="25" y="33"/>
                    <a:pt x="22" y="43"/>
                    <a:pt x="26" y="5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87" name="Freeform 6574">
              <a:extLst>
                <a:ext uri="{FF2B5EF4-FFF2-40B4-BE49-F238E27FC236}">
                  <a16:creationId xmlns:a16="http://schemas.microsoft.com/office/drawing/2014/main" id="{4DB08C18-638A-467C-943B-B04683183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3608"/>
              <a:ext cx="96" cy="84"/>
            </a:xfrm>
            <a:custGeom>
              <a:avLst/>
              <a:gdLst>
                <a:gd name="T0" fmla="*/ 0 w 48"/>
                <a:gd name="T1" fmla="*/ 0 h 42"/>
                <a:gd name="T2" fmla="*/ 384 w 48"/>
                <a:gd name="T3" fmla="*/ 336 h 42"/>
                <a:gd name="T4" fmla="*/ 0 w 48"/>
                <a:gd name="T5" fmla="*/ 12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">
                  <a:moveTo>
                    <a:pt x="0" y="0"/>
                  </a:moveTo>
                  <a:cubicBezTo>
                    <a:pt x="19" y="11"/>
                    <a:pt x="35" y="26"/>
                    <a:pt x="48" y="42"/>
                  </a:cubicBezTo>
                  <a:cubicBezTo>
                    <a:pt x="25" y="41"/>
                    <a:pt x="13" y="2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88" name="Freeform 6575">
              <a:extLst>
                <a:ext uri="{FF2B5EF4-FFF2-40B4-BE49-F238E27FC236}">
                  <a16:creationId xmlns:a16="http://schemas.microsoft.com/office/drawing/2014/main" id="{93EA258A-4772-4DEA-80F2-C31838AA5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3446"/>
              <a:ext cx="124" cy="192"/>
            </a:xfrm>
            <a:custGeom>
              <a:avLst/>
              <a:gdLst>
                <a:gd name="T0" fmla="*/ 0 w 62"/>
                <a:gd name="T1" fmla="*/ 0 h 96"/>
                <a:gd name="T2" fmla="*/ 136 w 62"/>
                <a:gd name="T3" fmla="*/ 296 h 96"/>
                <a:gd name="T4" fmla="*/ 264 w 62"/>
                <a:gd name="T5" fmla="*/ 512 h 96"/>
                <a:gd name="T6" fmla="*/ 280 w 62"/>
                <a:gd name="T7" fmla="*/ 504 h 96"/>
                <a:gd name="T8" fmla="*/ 288 w 62"/>
                <a:gd name="T9" fmla="*/ 536 h 96"/>
                <a:gd name="T10" fmla="*/ 360 w 62"/>
                <a:gd name="T11" fmla="*/ 632 h 96"/>
                <a:gd name="T12" fmla="*/ 496 w 62"/>
                <a:gd name="T13" fmla="*/ 768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96">
                  <a:moveTo>
                    <a:pt x="0" y="0"/>
                  </a:moveTo>
                  <a:cubicBezTo>
                    <a:pt x="4" y="13"/>
                    <a:pt x="12" y="25"/>
                    <a:pt x="17" y="37"/>
                  </a:cubicBezTo>
                  <a:cubicBezTo>
                    <a:pt x="21" y="46"/>
                    <a:pt x="29" y="53"/>
                    <a:pt x="33" y="64"/>
                  </a:cubicBezTo>
                  <a:cubicBezTo>
                    <a:pt x="34" y="64"/>
                    <a:pt x="34" y="63"/>
                    <a:pt x="35" y="63"/>
                  </a:cubicBezTo>
                  <a:cubicBezTo>
                    <a:pt x="39" y="65"/>
                    <a:pt x="35" y="65"/>
                    <a:pt x="36" y="67"/>
                  </a:cubicBezTo>
                  <a:cubicBezTo>
                    <a:pt x="39" y="72"/>
                    <a:pt x="42" y="75"/>
                    <a:pt x="45" y="79"/>
                  </a:cubicBezTo>
                  <a:cubicBezTo>
                    <a:pt x="50" y="84"/>
                    <a:pt x="60" y="90"/>
                    <a:pt x="62" y="9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89" name="Freeform 6576">
              <a:extLst>
                <a:ext uri="{FF2B5EF4-FFF2-40B4-BE49-F238E27FC236}">
                  <a16:creationId xmlns:a16="http://schemas.microsoft.com/office/drawing/2014/main" id="{96C2485A-5CD9-43EF-9523-5AB666D0E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470"/>
              <a:ext cx="66" cy="88"/>
            </a:xfrm>
            <a:custGeom>
              <a:avLst/>
              <a:gdLst>
                <a:gd name="T0" fmla="*/ 0 w 33"/>
                <a:gd name="T1" fmla="*/ 0 h 44"/>
                <a:gd name="T2" fmla="*/ 248 w 33"/>
                <a:gd name="T3" fmla="*/ 352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4">
                  <a:moveTo>
                    <a:pt x="0" y="0"/>
                  </a:moveTo>
                  <a:cubicBezTo>
                    <a:pt x="18" y="7"/>
                    <a:pt x="33" y="29"/>
                    <a:pt x="31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90" name="Freeform 6577">
              <a:extLst>
                <a:ext uri="{FF2B5EF4-FFF2-40B4-BE49-F238E27FC236}">
                  <a16:creationId xmlns:a16="http://schemas.microsoft.com/office/drawing/2014/main" id="{0E21D79B-E9BA-4DFA-92AE-670949F34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3526"/>
              <a:ext cx="62" cy="98"/>
            </a:xfrm>
            <a:custGeom>
              <a:avLst/>
              <a:gdLst>
                <a:gd name="T0" fmla="*/ 0 w 31"/>
                <a:gd name="T1" fmla="*/ 0 h 49"/>
                <a:gd name="T2" fmla="*/ 200 w 31"/>
                <a:gd name="T3" fmla="*/ 256 h 49"/>
                <a:gd name="T4" fmla="*/ 248 w 31"/>
                <a:gd name="T5" fmla="*/ 39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9">
                  <a:moveTo>
                    <a:pt x="0" y="0"/>
                  </a:moveTo>
                  <a:cubicBezTo>
                    <a:pt x="11" y="9"/>
                    <a:pt x="20" y="20"/>
                    <a:pt x="25" y="32"/>
                  </a:cubicBezTo>
                  <a:cubicBezTo>
                    <a:pt x="27" y="37"/>
                    <a:pt x="28" y="43"/>
                    <a:pt x="31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91" name="Freeform 6578">
              <a:extLst>
                <a:ext uri="{FF2B5EF4-FFF2-40B4-BE49-F238E27FC236}">
                  <a16:creationId xmlns:a16="http://schemas.microsoft.com/office/drawing/2014/main" id="{E3F09C96-0DB7-4088-9C15-2C50E0F01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3682"/>
              <a:ext cx="140" cy="62"/>
            </a:xfrm>
            <a:custGeom>
              <a:avLst/>
              <a:gdLst>
                <a:gd name="T0" fmla="*/ 0 w 70"/>
                <a:gd name="T1" fmla="*/ 0 h 31"/>
                <a:gd name="T2" fmla="*/ 560 w 70"/>
                <a:gd name="T3" fmla="*/ 248 h 31"/>
                <a:gd name="T4" fmla="*/ 328 w 70"/>
                <a:gd name="T5" fmla="*/ 120 h 31"/>
                <a:gd name="T6" fmla="*/ 152 w 70"/>
                <a:gd name="T7" fmla="*/ 4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1">
                  <a:moveTo>
                    <a:pt x="0" y="0"/>
                  </a:moveTo>
                  <a:cubicBezTo>
                    <a:pt x="18" y="18"/>
                    <a:pt x="42" y="25"/>
                    <a:pt x="70" y="31"/>
                  </a:cubicBezTo>
                  <a:cubicBezTo>
                    <a:pt x="61" y="26"/>
                    <a:pt x="51" y="20"/>
                    <a:pt x="41" y="15"/>
                  </a:cubicBezTo>
                  <a:cubicBezTo>
                    <a:pt x="35" y="11"/>
                    <a:pt x="27" y="7"/>
                    <a:pt x="19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92" name="Freeform 6579">
              <a:extLst>
                <a:ext uri="{FF2B5EF4-FFF2-40B4-BE49-F238E27FC236}">
                  <a16:creationId xmlns:a16="http://schemas.microsoft.com/office/drawing/2014/main" id="{451BEF8B-BB4A-4CBA-A65C-909C3764B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650"/>
              <a:ext cx="98" cy="72"/>
            </a:xfrm>
            <a:custGeom>
              <a:avLst/>
              <a:gdLst>
                <a:gd name="T0" fmla="*/ 0 w 49"/>
                <a:gd name="T1" fmla="*/ 0 h 36"/>
                <a:gd name="T2" fmla="*/ 392 w 49"/>
                <a:gd name="T3" fmla="*/ 28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6">
                  <a:moveTo>
                    <a:pt x="0" y="0"/>
                  </a:moveTo>
                  <a:cubicBezTo>
                    <a:pt x="23" y="7"/>
                    <a:pt x="36" y="23"/>
                    <a:pt x="49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93" name="Freeform 6580">
              <a:extLst>
                <a:ext uri="{FF2B5EF4-FFF2-40B4-BE49-F238E27FC236}">
                  <a16:creationId xmlns:a16="http://schemas.microsoft.com/office/drawing/2014/main" id="{A23E40A9-60D7-4245-A0AC-544746E1B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3566"/>
              <a:ext cx="78" cy="94"/>
            </a:xfrm>
            <a:custGeom>
              <a:avLst/>
              <a:gdLst>
                <a:gd name="T0" fmla="*/ 0 w 39"/>
                <a:gd name="T1" fmla="*/ 0 h 47"/>
                <a:gd name="T2" fmla="*/ 216 w 39"/>
                <a:gd name="T3" fmla="*/ 192 h 47"/>
                <a:gd name="T4" fmla="*/ 312 w 39"/>
                <a:gd name="T5" fmla="*/ 37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7">
                  <a:moveTo>
                    <a:pt x="0" y="0"/>
                  </a:moveTo>
                  <a:cubicBezTo>
                    <a:pt x="8" y="9"/>
                    <a:pt x="18" y="15"/>
                    <a:pt x="27" y="24"/>
                  </a:cubicBezTo>
                  <a:cubicBezTo>
                    <a:pt x="32" y="29"/>
                    <a:pt x="35" y="42"/>
                    <a:pt x="39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94" name="Freeform 6581">
              <a:extLst>
                <a:ext uri="{FF2B5EF4-FFF2-40B4-BE49-F238E27FC236}">
                  <a16:creationId xmlns:a16="http://schemas.microsoft.com/office/drawing/2014/main" id="{BC73B9B0-FE63-443D-B61A-B2F29311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3682"/>
              <a:ext cx="98" cy="62"/>
            </a:xfrm>
            <a:custGeom>
              <a:avLst/>
              <a:gdLst>
                <a:gd name="T0" fmla="*/ 0 w 49"/>
                <a:gd name="T1" fmla="*/ 8 h 31"/>
                <a:gd name="T2" fmla="*/ 304 w 49"/>
                <a:gd name="T3" fmla="*/ 144 h 31"/>
                <a:gd name="T4" fmla="*/ 392 w 49"/>
                <a:gd name="T5" fmla="*/ 24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0" y="1"/>
                  </a:moveTo>
                  <a:cubicBezTo>
                    <a:pt x="11" y="0"/>
                    <a:pt x="30" y="12"/>
                    <a:pt x="38" y="18"/>
                  </a:cubicBezTo>
                  <a:cubicBezTo>
                    <a:pt x="42" y="22"/>
                    <a:pt x="46" y="27"/>
                    <a:pt x="49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95" name="Freeform 6582">
              <a:extLst>
                <a:ext uri="{FF2B5EF4-FFF2-40B4-BE49-F238E27FC236}">
                  <a16:creationId xmlns:a16="http://schemas.microsoft.com/office/drawing/2014/main" id="{ECEC0BFF-C117-4328-ADDB-F7F6EC841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624"/>
              <a:ext cx="68" cy="66"/>
            </a:xfrm>
            <a:custGeom>
              <a:avLst/>
              <a:gdLst>
                <a:gd name="T0" fmla="*/ 0 w 34"/>
                <a:gd name="T1" fmla="*/ 0 h 33"/>
                <a:gd name="T2" fmla="*/ 272 w 34"/>
                <a:gd name="T3" fmla="*/ 26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3">
                  <a:moveTo>
                    <a:pt x="0" y="0"/>
                  </a:moveTo>
                  <a:cubicBezTo>
                    <a:pt x="19" y="6"/>
                    <a:pt x="25" y="20"/>
                    <a:pt x="34" y="3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96" name="Freeform 6583">
              <a:extLst>
                <a:ext uri="{FF2B5EF4-FFF2-40B4-BE49-F238E27FC236}">
                  <a16:creationId xmlns:a16="http://schemas.microsoft.com/office/drawing/2014/main" id="{2720C2DB-ABA9-48FB-A0D5-A52BD19F3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3384"/>
              <a:ext cx="60" cy="88"/>
            </a:xfrm>
            <a:custGeom>
              <a:avLst/>
              <a:gdLst>
                <a:gd name="T0" fmla="*/ 88 w 30"/>
                <a:gd name="T1" fmla="*/ 248 h 44"/>
                <a:gd name="T2" fmla="*/ 24 w 30"/>
                <a:gd name="T3" fmla="*/ 0 h 44"/>
                <a:gd name="T4" fmla="*/ 152 w 30"/>
                <a:gd name="T5" fmla="*/ 176 h 44"/>
                <a:gd name="T6" fmla="*/ 208 w 30"/>
                <a:gd name="T7" fmla="*/ 35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4">
                  <a:moveTo>
                    <a:pt x="11" y="31"/>
                  </a:moveTo>
                  <a:cubicBezTo>
                    <a:pt x="4" y="23"/>
                    <a:pt x="0" y="9"/>
                    <a:pt x="3" y="0"/>
                  </a:cubicBezTo>
                  <a:cubicBezTo>
                    <a:pt x="2" y="7"/>
                    <a:pt x="15" y="16"/>
                    <a:pt x="19" y="22"/>
                  </a:cubicBezTo>
                  <a:cubicBezTo>
                    <a:pt x="23" y="27"/>
                    <a:pt x="30" y="39"/>
                    <a:pt x="26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97" name="Freeform 6584">
              <a:extLst>
                <a:ext uri="{FF2B5EF4-FFF2-40B4-BE49-F238E27FC236}">
                  <a16:creationId xmlns:a16="http://schemas.microsoft.com/office/drawing/2014/main" id="{5DFC5E2D-4E01-4DC4-993F-1B1A5E252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302"/>
              <a:ext cx="54" cy="108"/>
            </a:xfrm>
            <a:custGeom>
              <a:avLst/>
              <a:gdLst>
                <a:gd name="T0" fmla="*/ 136 w 27"/>
                <a:gd name="T1" fmla="*/ 344 h 54"/>
                <a:gd name="T2" fmla="*/ 80 w 27"/>
                <a:gd name="T3" fmla="*/ 0 h 54"/>
                <a:gd name="T4" fmla="*/ 112 w 27"/>
                <a:gd name="T5" fmla="*/ 96 h 54"/>
                <a:gd name="T6" fmla="*/ 208 w 27"/>
                <a:gd name="T7" fmla="*/ 272 h 54"/>
                <a:gd name="T8" fmla="*/ 200 w 27"/>
                <a:gd name="T9" fmla="*/ 43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4">
                  <a:moveTo>
                    <a:pt x="17" y="43"/>
                  </a:moveTo>
                  <a:cubicBezTo>
                    <a:pt x="12" y="31"/>
                    <a:pt x="0" y="12"/>
                    <a:pt x="10" y="0"/>
                  </a:cubicBezTo>
                  <a:cubicBezTo>
                    <a:pt x="8" y="4"/>
                    <a:pt x="12" y="9"/>
                    <a:pt x="14" y="12"/>
                  </a:cubicBezTo>
                  <a:cubicBezTo>
                    <a:pt x="20" y="20"/>
                    <a:pt x="24" y="25"/>
                    <a:pt x="26" y="34"/>
                  </a:cubicBezTo>
                  <a:cubicBezTo>
                    <a:pt x="27" y="40"/>
                    <a:pt x="26" y="47"/>
                    <a:pt x="25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98" name="Freeform 6585">
              <a:extLst>
                <a:ext uri="{FF2B5EF4-FFF2-40B4-BE49-F238E27FC236}">
                  <a16:creationId xmlns:a16="http://schemas.microsoft.com/office/drawing/2014/main" id="{8CA07DFC-8638-4180-856C-1D06E5F1B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284"/>
              <a:ext cx="18" cy="44"/>
            </a:xfrm>
            <a:custGeom>
              <a:avLst/>
              <a:gdLst>
                <a:gd name="T0" fmla="*/ 16 w 9"/>
                <a:gd name="T1" fmla="*/ 176 h 22"/>
                <a:gd name="T2" fmla="*/ 72 w 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2" y="22"/>
                  </a:moveTo>
                  <a:cubicBezTo>
                    <a:pt x="0" y="16"/>
                    <a:pt x="6" y="5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099" name="Freeform 6586">
              <a:extLst>
                <a:ext uri="{FF2B5EF4-FFF2-40B4-BE49-F238E27FC236}">
                  <a16:creationId xmlns:a16="http://schemas.microsoft.com/office/drawing/2014/main" id="{1D8C9DE1-B655-49D9-9F48-5C52254BD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3284"/>
              <a:ext cx="16" cy="84"/>
            </a:xfrm>
            <a:custGeom>
              <a:avLst/>
              <a:gdLst>
                <a:gd name="T0" fmla="*/ 0 w 8"/>
                <a:gd name="T1" fmla="*/ 0 h 42"/>
                <a:gd name="T2" fmla="*/ 0 w 8"/>
                <a:gd name="T3" fmla="*/ 336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2">
                  <a:moveTo>
                    <a:pt x="0" y="0"/>
                  </a:moveTo>
                  <a:cubicBezTo>
                    <a:pt x="8" y="13"/>
                    <a:pt x="5" y="28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00" name="Freeform 6587">
              <a:extLst>
                <a:ext uri="{FF2B5EF4-FFF2-40B4-BE49-F238E27FC236}">
                  <a16:creationId xmlns:a16="http://schemas.microsoft.com/office/drawing/2014/main" id="{CDECA9BC-213F-46C8-B342-3A25FF685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364"/>
              <a:ext cx="40" cy="76"/>
            </a:xfrm>
            <a:custGeom>
              <a:avLst/>
              <a:gdLst>
                <a:gd name="T0" fmla="*/ 0 w 20"/>
                <a:gd name="T1" fmla="*/ 0 h 38"/>
                <a:gd name="T2" fmla="*/ 96 w 20"/>
                <a:gd name="T3" fmla="*/ 30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8">
                  <a:moveTo>
                    <a:pt x="0" y="0"/>
                  </a:moveTo>
                  <a:cubicBezTo>
                    <a:pt x="6" y="11"/>
                    <a:pt x="20" y="26"/>
                    <a:pt x="12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01" name="Freeform 6588">
              <a:extLst>
                <a:ext uri="{FF2B5EF4-FFF2-40B4-BE49-F238E27FC236}">
                  <a16:creationId xmlns:a16="http://schemas.microsoft.com/office/drawing/2014/main" id="{34F8E58E-1F0F-4E20-A426-A7FDF5DB9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408"/>
              <a:ext cx="28" cy="78"/>
            </a:xfrm>
            <a:custGeom>
              <a:avLst/>
              <a:gdLst>
                <a:gd name="T0" fmla="*/ 0 w 14"/>
                <a:gd name="T1" fmla="*/ 0 h 39"/>
                <a:gd name="T2" fmla="*/ 112 w 14"/>
                <a:gd name="T3" fmla="*/ 31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0" y="0"/>
                  </a:moveTo>
                  <a:cubicBezTo>
                    <a:pt x="12" y="11"/>
                    <a:pt x="14" y="27"/>
                    <a:pt x="14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02" name="Freeform 6589">
              <a:extLst>
                <a:ext uri="{FF2B5EF4-FFF2-40B4-BE49-F238E27FC236}">
                  <a16:creationId xmlns:a16="http://schemas.microsoft.com/office/drawing/2014/main" id="{F96D79D2-6245-470D-9DE3-AFBA45B2B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3436"/>
              <a:ext cx="44" cy="96"/>
            </a:xfrm>
            <a:custGeom>
              <a:avLst/>
              <a:gdLst>
                <a:gd name="T0" fmla="*/ 0 w 22"/>
                <a:gd name="T1" fmla="*/ 0 h 48"/>
                <a:gd name="T2" fmla="*/ 128 w 22"/>
                <a:gd name="T3" fmla="*/ 128 h 48"/>
                <a:gd name="T4" fmla="*/ 176 w 22"/>
                <a:gd name="T5" fmla="*/ 280 h 48"/>
                <a:gd name="T6" fmla="*/ 152 w 22"/>
                <a:gd name="T7" fmla="*/ 38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8">
                  <a:moveTo>
                    <a:pt x="0" y="0"/>
                  </a:moveTo>
                  <a:cubicBezTo>
                    <a:pt x="4" y="6"/>
                    <a:pt x="11" y="10"/>
                    <a:pt x="16" y="16"/>
                  </a:cubicBezTo>
                  <a:cubicBezTo>
                    <a:pt x="20" y="21"/>
                    <a:pt x="22" y="28"/>
                    <a:pt x="22" y="35"/>
                  </a:cubicBezTo>
                  <a:cubicBezTo>
                    <a:pt x="22" y="39"/>
                    <a:pt x="22" y="44"/>
                    <a:pt x="19" y="4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03" name="Freeform 6590">
              <a:extLst>
                <a:ext uri="{FF2B5EF4-FFF2-40B4-BE49-F238E27FC236}">
                  <a16:creationId xmlns:a16="http://schemas.microsoft.com/office/drawing/2014/main" id="{1D006EB8-4B4E-492B-8B9A-2CA418FB2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644"/>
              <a:ext cx="94" cy="60"/>
            </a:xfrm>
            <a:custGeom>
              <a:avLst/>
              <a:gdLst>
                <a:gd name="T0" fmla="*/ 0 w 47"/>
                <a:gd name="T1" fmla="*/ 0 h 30"/>
                <a:gd name="T2" fmla="*/ 136 w 47"/>
                <a:gd name="T3" fmla="*/ 48 h 30"/>
                <a:gd name="T4" fmla="*/ 296 w 47"/>
                <a:gd name="T5" fmla="*/ 104 h 30"/>
                <a:gd name="T6" fmla="*/ 376 w 47"/>
                <a:gd name="T7" fmla="*/ 24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0">
                  <a:moveTo>
                    <a:pt x="0" y="0"/>
                  </a:moveTo>
                  <a:cubicBezTo>
                    <a:pt x="6" y="2"/>
                    <a:pt x="11" y="4"/>
                    <a:pt x="17" y="6"/>
                  </a:cubicBezTo>
                  <a:cubicBezTo>
                    <a:pt x="24" y="8"/>
                    <a:pt x="31" y="8"/>
                    <a:pt x="37" y="13"/>
                  </a:cubicBezTo>
                  <a:cubicBezTo>
                    <a:pt x="41" y="17"/>
                    <a:pt x="42" y="27"/>
                    <a:pt x="47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04" name="Freeform 6591">
              <a:extLst>
                <a:ext uri="{FF2B5EF4-FFF2-40B4-BE49-F238E27FC236}">
                  <a16:creationId xmlns:a16="http://schemas.microsoft.com/office/drawing/2014/main" id="{B66B4EB2-7705-4BE8-8D08-07CBBCF29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3494"/>
              <a:ext cx="38" cy="72"/>
            </a:xfrm>
            <a:custGeom>
              <a:avLst/>
              <a:gdLst>
                <a:gd name="T0" fmla="*/ 0 w 19"/>
                <a:gd name="T1" fmla="*/ 0 h 36"/>
                <a:gd name="T2" fmla="*/ 128 w 19"/>
                <a:gd name="T3" fmla="*/ 176 h 36"/>
                <a:gd name="T4" fmla="*/ 152 w 19"/>
                <a:gd name="T5" fmla="*/ 28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0"/>
                  </a:moveTo>
                  <a:cubicBezTo>
                    <a:pt x="6" y="8"/>
                    <a:pt x="14" y="13"/>
                    <a:pt x="16" y="22"/>
                  </a:cubicBezTo>
                  <a:cubicBezTo>
                    <a:pt x="17" y="26"/>
                    <a:pt x="19" y="34"/>
                    <a:pt x="19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05" name="Freeform 6592">
              <a:extLst>
                <a:ext uri="{FF2B5EF4-FFF2-40B4-BE49-F238E27FC236}">
                  <a16:creationId xmlns:a16="http://schemas.microsoft.com/office/drawing/2014/main" id="{8844206B-2CAB-4ADD-BBD5-C157EAC96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3532"/>
              <a:ext cx="60" cy="84"/>
            </a:xfrm>
            <a:custGeom>
              <a:avLst/>
              <a:gdLst>
                <a:gd name="T0" fmla="*/ 0 w 30"/>
                <a:gd name="T1" fmla="*/ 0 h 42"/>
                <a:gd name="T2" fmla="*/ 240 w 30"/>
                <a:gd name="T3" fmla="*/ 336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2">
                  <a:moveTo>
                    <a:pt x="0" y="0"/>
                  </a:moveTo>
                  <a:cubicBezTo>
                    <a:pt x="17" y="12"/>
                    <a:pt x="26" y="25"/>
                    <a:pt x="30" y="4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06" name="Freeform 6593">
              <a:extLst>
                <a:ext uri="{FF2B5EF4-FFF2-40B4-BE49-F238E27FC236}">
                  <a16:creationId xmlns:a16="http://schemas.microsoft.com/office/drawing/2014/main" id="{B36E20EA-B942-4183-BEE9-5DB430A67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3570"/>
              <a:ext cx="64" cy="78"/>
            </a:xfrm>
            <a:custGeom>
              <a:avLst/>
              <a:gdLst>
                <a:gd name="T0" fmla="*/ 0 w 32"/>
                <a:gd name="T1" fmla="*/ 0 h 39"/>
                <a:gd name="T2" fmla="*/ 232 w 32"/>
                <a:gd name="T3" fmla="*/ 216 h 39"/>
                <a:gd name="T4" fmla="*/ 256 w 32"/>
                <a:gd name="T5" fmla="*/ 31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0" y="0"/>
                  </a:moveTo>
                  <a:cubicBezTo>
                    <a:pt x="10" y="7"/>
                    <a:pt x="24" y="16"/>
                    <a:pt x="29" y="27"/>
                  </a:cubicBezTo>
                  <a:cubicBezTo>
                    <a:pt x="30" y="31"/>
                    <a:pt x="30" y="36"/>
                    <a:pt x="32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07" name="Freeform 6594">
              <a:extLst>
                <a:ext uri="{FF2B5EF4-FFF2-40B4-BE49-F238E27FC236}">
                  <a16:creationId xmlns:a16="http://schemas.microsoft.com/office/drawing/2014/main" id="{BB229878-191F-4AAD-BCB5-71EF90212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612"/>
              <a:ext cx="82" cy="56"/>
            </a:xfrm>
            <a:custGeom>
              <a:avLst/>
              <a:gdLst>
                <a:gd name="T0" fmla="*/ 0 w 41"/>
                <a:gd name="T1" fmla="*/ 0 h 28"/>
                <a:gd name="T2" fmla="*/ 328 w 41"/>
                <a:gd name="T3" fmla="*/ 22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8">
                  <a:moveTo>
                    <a:pt x="0" y="0"/>
                  </a:moveTo>
                  <a:cubicBezTo>
                    <a:pt x="15" y="7"/>
                    <a:pt x="32" y="16"/>
                    <a:pt x="41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08" name="Freeform 6595">
              <a:extLst>
                <a:ext uri="{FF2B5EF4-FFF2-40B4-BE49-F238E27FC236}">
                  <a16:creationId xmlns:a16="http://schemas.microsoft.com/office/drawing/2014/main" id="{6EF4AC31-99F3-4AF1-BD27-3F6989D7A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3626"/>
              <a:ext cx="86" cy="54"/>
            </a:xfrm>
            <a:custGeom>
              <a:avLst/>
              <a:gdLst>
                <a:gd name="T0" fmla="*/ 0 w 43"/>
                <a:gd name="T1" fmla="*/ 0 h 27"/>
                <a:gd name="T2" fmla="*/ 120 w 43"/>
                <a:gd name="T3" fmla="*/ 32 h 27"/>
                <a:gd name="T4" fmla="*/ 232 w 43"/>
                <a:gd name="T5" fmla="*/ 88 h 27"/>
                <a:gd name="T6" fmla="*/ 344 w 43"/>
                <a:gd name="T7" fmla="*/ 21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7">
                  <a:moveTo>
                    <a:pt x="0" y="0"/>
                  </a:moveTo>
                  <a:cubicBezTo>
                    <a:pt x="4" y="2"/>
                    <a:pt x="10" y="2"/>
                    <a:pt x="15" y="4"/>
                  </a:cubicBezTo>
                  <a:cubicBezTo>
                    <a:pt x="20" y="6"/>
                    <a:pt x="25" y="8"/>
                    <a:pt x="29" y="11"/>
                  </a:cubicBezTo>
                  <a:cubicBezTo>
                    <a:pt x="38" y="15"/>
                    <a:pt x="40" y="20"/>
                    <a:pt x="43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09" name="Freeform 6596">
              <a:extLst>
                <a:ext uri="{FF2B5EF4-FFF2-40B4-BE49-F238E27FC236}">
                  <a16:creationId xmlns:a16="http://schemas.microsoft.com/office/drawing/2014/main" id="{96A64B97-62E5-4FE5-A6E1-E3ECA41ED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3532"/>
              <a:ext cx="84" cy="64"/>
            </a:xfrm>
            <a:custGeom>
              <a:avLst/>
              <a:gdLst>
                <a:gd name="T0" fmla="*/ 0 w 42"/>
                <a:gd name="T1" fmla="*/ 0 h 32"/>
                <a:gd name="T2" fmla="*/ 336 w 42"/>
                <a:gd name="T3" fmla="*/ 25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2">
                  <a:moveTo>
                    <a:pt x="0" y="0"/>
                  </a:moveTo>
                  <a:cubicBezTo>
                    <a:pt x="27" y="0"/>
                    <a:pt x="35" y="17"/>
                    <a:pt x="42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10" name="Freeform 6597">
              <a:extLst>
                <a:ext uri="{FF2B5EF4-FFF2-40B4-BE49-F238E27FC236}">
                  <a16:creationId xmlns:a16="http://schemas.microsoft.com/office/drawing/2014/main" id="{C8A88D5A-2D6D-4496-9B25-3869F3899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588"/>
              <a:ext cx="76" cy="42"/>
            </a:xfrm>
            <a:custGeom>
              <a:avLst/>
              <a:gdLst>
                <a:gd name="T0" fmla="*/ 0 w 38"/>
                <a:gd name="T1" fmla="*/ 32 h 21"/>
                <a:gd name="T2" fmla="*/ 304 w 38"/>
                <a:gd name="T3" fmla="*/ 16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1">
                  <a:moveTo>
                    <a:pt x="0" y="4"/>
                  </a:moveTo>
                  <a:cubicBezTo>
                    <a:pt x="6" y="0"/>
                    <a:pt x="38" y="16"/>
                    <a:pt x="38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11" name="Freeform 6598">
              <a:extLst>
                <a:ext uri="{FF2B5EF4-FFF2-40B4-BE49-F238E27FC236}">
                  <a16:creationId xmlns:a16="http://schemas.microsoft.com/office/drawing/2014/main" id="{405EFB2C-C019-4134-A488-53E85DDFA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312"/>
              <a:ext cx="32" cy="86"/>
            </a:xfrm>
            <a:custGeom>
              <a:avLst/>
              <a:gdLst>
                <a:gd name="T0" fmla="*/ 0 w 16"/>
                <a:gd name="T1" fmla="*/ 0 h 43"/>
                <a:gd name="T2" fmla="*/ 40 w 16"/>
                <a:gd name="T3" fmla="*/ 34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3">
                  <a:moveTo>
                    <a:pt x="0" y="0"/>
                  </a:moveTo>
                  <a:cubicBezTo>
                    <a:pt x="8" y="9"/>
                    <a:pt x="16" y="34"/>
                    <a:pt x="5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12" name="Freeform 6599">
              <a:extLst>
                <a:ext uri="{FF2B5EF4-FFF2-40B4-BE49-F238E27FC236}">
                  <a16:creationId xmlns:a16="http://schemas.microsoft.com/office/drawing/2014/main" id="{BF5AF9F9-D7AB-4F5C-887E-E99A57886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3350"/>
              <a:ext cx="24" cy="88"/>
            </a:xfrm>
            <a:custGeom>
              <a:avLst/>
              <a:gdLst>
                <a:gd name="T0" fmla="*/ 0 w 12"/>
                <a:gd name="T1" fmla="*/ 0 h 44"/>
                <a:gd name="T2" fmla="*/ 96 w 12"/>
                <a:gd name="T3" fmla="*/ 224 h 44"/>
                <a:gd name="T4" fmla="*/ 88 w 12"/>
                <a:gd name="T5" fmla="*/ 35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0" y="0"/>
                  </a:moveTo>
                  <a:cubicBezTo>
                    <a:pt x="8" y="8"/>
                    <a:pt x="12" y="19"/>
                    <a:pt x="12" y="28"/>
                  </a:cubicBezTo>
                  <a:cubicBezTo>
                    <a:pt x="12" y="33"/>
                    <a:pt x="9" y="41"/>
                    <a:pt x="11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13" name="Freeform 6600">
              <a:extLst>
                <a:ext uri="{FF2B5EF4-FFF2-40B4-BE49-F238E27FC236}">
                  <a16:creationId xmlns:a16="http://schemas.microsoft.com/office/drawing/2014/main" id="{5E94D7E1-89B0-4F6B-BFAC-BF22BA41F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394"/>
              <a:ext cx="38" cy="76"/>
            </a:xfrm>
            <a:custGeom>
              <a:avLst/>
              <a:gdLst>
                <a:gd name="T0" fmla="*/ 0 w 19"/>
                <a:gd name="T1" fmla="*/ 0 h 38"/>
                <a:gd name="T2" fmla="*/ 104 w 19"/>
                <a:gd name="T3" fmla="*/ 30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8">
                  <a:moveTo>
                    <a:pt x="0" y="0"/>
                  </a:moveTo>
                  <a:cubicBezTo>
                    <a:pt x="11" y="10"/>
                    <a:pt x="19" y="25"/>
                    <a:pt x="13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14" name="Freeform 6601">
              <a:extLst>
                <a:ext uri="{FF2B5EF4-FFF2-40B4-BE49-F238E27FC236}">
                  <a16:creationId xmlns:a16="http://schemas.microsoft.com/office/drawing/2014/main" id="{D3429B01-942D-486F-B374-B33FC01D1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430"/>
              <a:ext cx="48" cy="86"/>
            </a:xfrm>
            <a:custGeom>
              <a:avLst/>
              <a:gdLst>
                <a:gd name="T0" fmla="*/ 0 w 24"/>
                <a:gd name="T1" fmla="*/ 0 h 43"/>
                <a:gd name="T2" fmla="*/ 128 w 24"/>
                <a:gd name="T3" fmla="*/ 34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cubicBezTo>
                    <a:pt x="10" y="11"/>
                    <a:pt x="24" y="29"/>
                    <a:pt x="16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15" name="Freeform 6602">
              <a:extLst>
                <a:ext uri="{FF2B5EF4-FFF2-40B4-BE49-F238E27FC236}">
                  <a16:creationId xmlns:a16="http://schemas.microsoft.com/office/drawing/2014/main" id="{2B904030-9D26-4C50-AF9D-DD87FFDBB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3464"/>
              <a:ext cx="60" cy="76"/>
            </a:xfrm>
            <a:custGeom>
              <a:avLst/>
              <a:gdLst>
                <a:gd name="T0" fmla="*/ 0 w 30"/>
                <a:gd name="T1" fmla="*/ 0 h 38"/>
                <a:gd name="T2" fmla="*/ 80 w 30"/>
                <a:gd name="T3" fmla="*/ 72 h 38"/>
                <a:gd name="T4" fmla="*/ 176 w 30"/>
                <a:gd name="T5" fmla="*/ 176 h 38"/>
                <a:gd name="T6" fmla="*/ 240 w 30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8">
                  <a:moveTo>
                    <a:pt x="0" y="0"/>
                  </a:moveTo>
                  <a:cubicBezTo>
                    <a:pt x="2" y="4"/>
                    <a:pt x="7" y="6"/>
                    <a:pt x="10" y="9"/>
                  </a:cubicBezTo>
                  <a:cubicBezTo>
                    <a:pt x="15" y="13"/>
                    <a:pt x="18" y="17"/>
                    <a:pt x="22" y="22"/>
                  </a:cubicBezTo>
                  <a:cubicBezTo>
                    <a:pt x="25" y="27"/>
                    <a:pt x="28" y="33"/>
                    <a:pt x="30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16" name="Freeform 6603">
              <a:extLst>
                <a:ext uri="{FF2B5EF4-FFF2-40B4-BE49-F238E27FC236}">
                  <a16:creationId xmlns:a16="http://schemas.microsoft.com/office/drawing/2014/main" id="{7A82A1E2-4031-4952-923A-2417D94B3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668"/>
              <a:ext cx="76" cy="20"/>
            </a:xfrm>
            <a:custGeom>
              <a:avLst/>
              <a:gdLst>
                <a:gd name="T0" fmla="*/ 304 w 38"/>
                <a:gd name="T1" fmla="*/ 32 h 10"/>
                <a:gd name="T2" fmla="*/ 0 w 38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38" y="4"/>
                  </a:moveTo>
                  <a:cubicBezTo>
                    <a:pt x="28" y="0"/>
                    <a:pt x="8" y="5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17" name="Freeform 6604">
              <a:extLst>
                <a:ext uri="{FF2B5EF4-FFF2-40B4-BE49-F238E27FC236}">
                  <a16:creationId xmlns:a16="http://schemas.microsoft.com/office/drawing/2014/main" id="{9144AADC-2A8E-4373-B221-87BE7AC2D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3686"/>
              <a:ext cx="103" cy="18"/>
            </a:xfrm>
            <a:custGeom>
              <a:avLst/>
              <a:gdLst>
                <a:gd name="T0" fmla="*/ 420 w 51"/>
                <a:gd name="T1" fmla="*/ 72 h 9"/>
                <a:gd name="T2" fmla="*/ 216 w 51"/>
                <a:gd name="T3" fmla="*/ 24 h 9"/>
                <a:gd name="T4" fmla="*/ 0 w 51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9">
                  <a:moveTo>
                    <a:pt x="51" y="9"/>
                  </a:moveTo>
                  <a:cubicBezTo>
                    <a:pt x="43" y="6"/>
                    <a:pt x="35" y="4"/>
                    <a:pt x="26" y="3"/>
                  </a:cubicBezTo>
                  <a:cubicBezTo>
                    <a:pt x="19" y="3"/>
                    <a:pt x="6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18" name="Freeform 6605">
              <a:extLst>
                <a:ext uri="{FF2B5EF4-FFF2-40B4-BE49-F238E27FC236}">
                  <a16:creationId xmlns:a16="http://schemas.microsoft.com/office/drawing/2014/main" id="{D738DD9A-0C72-4440-BC34-809D7AE4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650"/>
              <a:ext cx="102" cy="50"/>
            </a:xfrm>
            <a:custGeom>
              <a:avLst/>
              <a:gdLst>
                <a:gd name="T0" fmla="*/ 408 w 51"/>
                <a:gd name="T1" fmla="*/ 200 h 25"/>
                <a:gd name="T2" fmla="*/ 0 w 51"/>
                <a:gd name="T3" fmla="*/ 4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5">
                  <a:moveTo>
                    <a:pt x="51" y="25"/>
                  </a:moveTo>
                  <a:cubicBezTo>
                    <a:pt x="47" y="12"/>
                    <a:pt x="16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19" name="Freeform 6606">
              <a:extLst>
                <a:ext uri="{FF2B5EF4-FFF2-40B4-BE49-F238E27FC236}">
                  <a16:creationId xmlns:a16="http://schemas.microsoft.com/office/drawing/2014/main" id="{648961EF-698A-4BC6-AA09-BEEDB078C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3680"/>
              <a:ext cx="193" cy="38"/>
            </a:xfrm>
            <a:custGeom>
              <a:avLst/>
              <a:gdLst>
                <a:gd name="T0" fmla="*/ 780 w 96"/>
                <a:gd name="T1" fmla="*/ 96 h 19"/>
                <a:gd name="T2" fmla="*/ 480 w 96"/>
                <a:gd name="T3" fmla="*/ 120 h 19"/>
                <a:gd name="T4" fmla="*/ 400 w 96"/>
                <a:gd name="T5" fmla="*/ 80 h 19"/>
                <a:gd name="T6" fmla="*/ 0 w 9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19">
                  <a:moveTo>
                    <a:pt x="96" y="12"/>
                  </a:moveTo>
                  <a:cubicBezTo>
                    <a:pt x="86" y="16"/>
                    <a:pt x="70" y="19"/>
                    <a:pt x="59" y="15"/>
                  </a:cubicBezTo>
                  <a:cubicBezTo>
                    <a:pt x="56" y="14"/>
                    <a:pt x="52" y="11"/>
                    <a:pt x="49" y="10"/>
                  </a:cubicBezTo>
                  <a:cubicBezTo>
                    <a:pt x="42" y="15"/>
                    <a:pt x="4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20" name="Freeform 6607">
              <a:extLst>
                <a:ext uri="{FF2B5EF4-FFF2-40B4-BE49-F238E27FC236}">
                  <a16:creationId xmlns:a16="http://schemas.microsoft.com/office/drawing/2014/main" id="{B8FDA73E-C264-45D3-B0DD-6DAA9E784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3668"/>
              <a:ext cx="44" cy="26"/>
            </a:xfrm>
            <a:custGeom>
              <a:avLst/>
              <a:gdLst>
                <a:gd name="T0" fmla="*/ 160 w 22"/>
                <a:gd name="T1" fmla="*/ 32 h 13"/>
                <a:gd name="T2" fmla="*/ 176 w 22"/>
                <a:gd name="T3" fmla="*/ 104 h 13"/>
                <a:gd name="T4" fmla="*/ 0 w 2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20" y="4"/>
                  </a:moveTo>
                  <a:cubicBezTo>
                    <a:pt x="21" y="7"/>
                    <a:pt x="22" y="10"/>
                    <a:pt x="22" y="13"/>
                  </a:cubicBezTo>
                  <a:cubicBezTo>
                    <a:pt x="14" y="12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21" name="Freeform 6608">
              <a:extLst>
                <a:ext uri="{FF2B5EF4-FFF2-40B4-BE49-F238E27FC236}">
                  <a16:creationId xmlns:a16="http://schemas.microsoft.com/office/drawing/2014/main" id="{F163BFDD-4E80-4DAA-A92E-42E59A088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712"/>
              <a:ext cx="94" cy="50"/>
            </a:xfrm>
            <a:custGeom>
              <a:avLst/>
              <a:gdLst>
                <a:gd name="T0" fmla="*/ 376 w 47"/>
                <a:gd name="T1" fmla="*/ 56 h 25"/>
                <a:gd name="T2" fmla="*/ 0 w 47"/>
                <a:gd name="T3" fmla="*/ 20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5">
                  <a:moveTo>
                    <a:pt x="47" y="7"/>
                  </a:moveTo>
                  <a:cubicBezTo>
                    <a:pt x="31" y="0"/>
                    <a:pt x="9" y="16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22" name="Freeform 6609">
              <a:extLst>
                <a:ext uri="{FF2B5EF4-FFF2-40B4-BE49-F238E27FC236}">
                  <a16:creationId xmlns:a16="http://schemas.microsoft.com/office/drawing/2014/main" id="{98A3A979-05DD-4631-948A-F6ED6A684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738"/>
              <a:ext cx="116" cy="38"/>
            </a:xfrm>
            <a:custGeom>
              <a:avLst/>
              <a:gdLst>
                <a:gd name="T0" fmla="*/ 456 w 58"/>
                <a:gd name="T1" fmla="*/ 112 h 19"/>
                <a:gd name="T2" fmla="*/ 0 w 58"/>
                <a:gd name="T3" fmla="*/ 40 h 19"/>
                <a:gd name="T4" fmla="*/ 464 w 58"/>
                <a:gd name="T5" fmla="*/ 10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">
                  <a:moveTo>
                    <a:pt x="57" y="14"/>
                  </a:moveTo>
                  <a:cubicBezTo>
                    <a:pt x="41" y="19"/>
                    <a:pt x="12" y="14"/>
                    <a:pt x="0" y="5"/>
                  </a:cubicBezTo>
                  <a:cubicBezTo>
                    <a:pt x="15" y="1"/>
                    <a:pt x="53" y="0"/>
                    <a:pt x="58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23" name="Freeform 6610">
              <a:extLst>
                <a:ext uri="{FF2B5EF4-FFF2-40B4-BE49-F238E27FC236}">
                  <a16:creationId xmlns:a16="http://schemas.microsoft.com/office/drawing/2014/main" id="{8D8BB672-8D23-48A5-B978-8CBBE6B5E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704"/>
              <a:ext cx="94" cy="38"/>
            </a:xfrm>
            <a:custGeom>
              <a:avLst/>
              <a:gdLst>
                <a:gd name="T0" fmla="*/ 376 w 47"/>
                <a:gd name="T1" fmla="*/ 152 h 19"/>
                <a:gd name="T2" fmla="*/ 160 w 47"/>
                <a:gd name="T3" fmla="*/ 16 h 19"/>
                <a:gd name="T4" fmla="*/ 0 w 4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9">
                  <a:moveTo>
                    <a:pt x="47" y="19"/>
                  </a:moveTo>
                  <a:cubicBezTo>
                    <a:pt x="39" y="12"/>
                    <a:pt x="31" y="6"/>
                    <a:pt x="20" y="2"/>
                  </a:cubicBezTo>
                  <a:cubicBezTo>
                    <a:pt x="13" y="0"/>
                    <a:pt x="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24" name="Freeform 6611">
              <a:extLst>
                <a:ext uri="{FF2B5EF4-FFF2-40B4-BE49-F238E27FC236}">
                  <a16:creationId xmlns:a16="http://schemas.microsoft.com/office/drawing/2014/main" id="{92FE4129-5AD0-47FD-9363-D592640FC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732"/>
              <a:ext cx="107" cy="6"/>
            </a:xfrm>
            <a:custGeom>
              <a:avLst/>
              <a:gdLst>
                <a:gd name="T0" fmla="*/ 436 w 53"/>
                <a:gd name="T1" fmla="*/ 8 h 3"/>
                <a:gd name="T2" fmla="*/ 305 w 53"/>
                <a:gd name="T3" fmla="*/ 16 h 3"/>
                <a:gd name="T4" fmla="*/ 131 w 53"/>
                <a:gd name="T5" fmla="*/ 0 h 3"/>
                <a:gd name="T6" fmla="*/ 0 w 53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">
                  <a:moveTo>
                    <a:pt x="53" y="1"/>
                  </a:moveTo>
                  <a:cubicBezTo>
                    <a:pt x="48" y="0"/>
                    <a:pt x="42" y="3"/>
                    <a:pt x="37" y="2"/>
                  </a:cubicBezTo>
                  <a:cubicBezTo>
                    <a:pt x="30" y="2"/>
                    <a:pt x="23" y="0"/>
                    <a:pt x="16" y="0"/>
                  </a:cubicBezTo>
                  <a:cubicBezTo>
                    <a:pt x="10" y="0"/>
                    <a:pt x="5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25" name="Freeform 6612">
              <a:extLst>
                <a:ext uri="{FF2B5EF4-FFF2-40B4-BE49-F238E27FC236}">
                  <a16:creationId xmlns:a16="http://schemas.microsoft.com/office/drawing/2014/main" id="{91C6DDBD-60F5-40FA-8EC2-45404811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698"/>
              <a:ext cx="108" cy="34"/>
            </a:xfrm>
            <a:custGeom>
              <a:avLst/>
              <a:gdLst>
                <a:gd name="T0" fmla="*/ 432 w 54"/>
                <a:gd name="T1" fmla="*/ 136 h 17"/>
                <a:gd name="T2" fmla="*/ 152 w 54"/>
                <a:gd name="T3" fmla="*/ 0 h 17"/>
                <a:gd name="T4" fmla="*/ 0 w 54"/>
                <a:gd name="T5" fmla="*/ 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">
                  <a:moveTo>
                    <a:pt x="54" y="17"/>
                  </a:moveTo>
                  <a:cubicBezTo>
                    <a:pt x="51" y="7"/>
                    <a:pt x="30" y="1"/>
                    <a:pt x="19" y="0"/>
                  </a:cubicBezTo>
                  <a:cubicBezTo>
                    <a:pt x="13" y="0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26" name="Freeform 6613">
              <a:extLst>
                <a:ext uri="{FF2B5EF4-FFF2-40B4-BE49-F238E27FC236}">
                  <a16:creationId xmlns:a16="http://schemas.microsoft.com/office/drawing/2014/main" id="{A6198E6B-D7DD-4388-8A50-08D136AAC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714"/>
              <a:ext cx="18" cy="18"/>
            </a:xfrm>
            <a:custGeom>
              <a:avLst/>
              <a:gdLst>
                <a:gd name="T0" fmla="*/ 72 w 9"/>
                <a:gd name="T1" fmla="*/ 72 h 9"/>
                <a:gd name="T2" fmla="*/ 0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7" y="5"/>
                    <a:pt x="5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27" name="Freeform 6614">
              <a:extLst>
                <a:ext uri="{FF2B5EF4-FFF2-40B4-BE49-F238E27FC236}">
                  <a16:creationId xmlns:a16="http://schemas.microsoft.com/office/drawing/2014/main" id="{0718C55B-0630-4CB1-8ED8-349628E11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670"/>
              <a:ext cx="69" cy="8"/>
            </a:xfrm>
            <a:custGeom>
              <a:avLst/>
              <a:gdLst>
                <a:gd name="T0" fmla="*/ 284 w 34"/>
                <a:gd name="T1" fmla="*/ 32 h 4"/>
                <a:gd name="T2" fmla="*/ 0 w 3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">
                  <a:moveTo>
                    <a:pt x="34" y="4"/>
                  </a:moveTo>
                  <a:cubicBezTo>
                    <a:pt x="23" y="0"/>
                    <a:pt x="11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28" name="Freeform 6615">
              <a:extLst>
                <a:ext uri="{FF2B5EF4-FFF2-40B4-BE49-F238E27FC236}">
                  <a16:creationId xmlns:a16="http://schemas.microsoft.com/office/drawing/2014/main" id="{2BF61E47-7D16-40CD-8058-15DC68F51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099"/>
              <a:ext cx="25" cy="40"/>
            </a:xfrm>
            <a:custGeom>
              <a:avLst/>
              <a:gdLst>
                <a:gd name="T0" fmla="*/ 0 w 12"/>
                <a:gd name="T1" fmla="*/ 8 h 20"/>
                <a:gd name="T2" fmla="*/ 100 w 12"/>
                <a:gd name="T3" fmla="*/ 160 h 20"/>
                <a:gd name="T4" fmla="*/ 108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0" y="1"/>
                  </a:moveTo>
                  <a:cubicBezTo>
                    <a:pt x="1" y="8"/>
                    <a:pt x="5" y="16"/>
                    <a:pt x="11" y="20"/>
                  </a:cubicBezTo>
                  <a:cubicBezTo>
                    <a:pt x="11" y="13"/>
                    <a:pt x="10" y="6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29" name="Freeform 6616">
              <a:extLst>
                <a:ext uri="{FF2B5EF4-FFF2-40B4-BE49-F238E27FC236}">
                  <a16:creationId xmlns:a16="http://schemas.microsoft.com/office/drawing/2014/main" id="{D5C56760-9747-47EB-823C-B07950586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097"/>
              <a:ext cx="28" cy="26"/>
            </a:xfrm>
            <a:custGeom>
              <a:avLst/>
              <a:gdLst>
                <a:gd name="T0" fmla="*/ 112 w 14"/>
                <a:gd name="T1" fmla="*/ 0 h 13"/>
                <a:gd name="T2" fmla="*/ 24 w 14"/>
                <a:gd name="T3" fmla="*/ 88 h 13"/>
                <a:gd name="T4" fmla="*/ 0 w 14"/>
                <a:gd name="T5" fmla="*/ 10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0"/>
                  </a:moveTo>
                  <a:cubicBezTo>
                    <a:pt x="12" y="4"/>
                    <a:pt x="7" y="8"/>
                    <a:pt x="3" y="11"/>
                  </a:cubicBezTo>
                  <a:cubicBezTo>
                    <a:pt x="2" y="12"/>
                    <a:pt x="0" y="13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30" name="Freeform 6617">
              <a:extLst>
                <a:ext uri="{FF2B5EF4-FFF2-40B4-BE49-F238E27FC236}">
                  <a16:creationId xmlns:a16="http://schemas.microsoft.com/office/drawing/2014/main" id="{0FF28E5E-CB3A-4A35-B985-B259C5307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125"/>
              <a:ext cx="23" cy="62"/>
            </a:xfrm>
            <a:custGeom>
              <a:avLst/>
              <a:gdLst>
                <a:gd name="T0" fmla="*/ 17 w 11"/>
                <a:gd name="T1" fmla="*/ 0 h 31"/>
                <a:gd name="T2" fmla="*/ 8 w 11"/>
                <a:gd name="T3" fmla="*/ 88 h 31"/>
                <a:gd name="T4" fmla="*/ 56 w 11"/>
                <a:gd name="T5" fmla="*/ 248 h 31"/>
                <a:gd name="T6" fmla="*/ 75 w 11"/>
                <a:gd name="T7" fmla="*/ 4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1">
                  <a:moveTo>
                    <a:pt x="2" y="0"/>
                  </a:moveTo>
                  <a:cubicBezTo>
                    <a:pt x="0" y="3"/>
                    <a:pt x="0" y="8"/>
                    <a:pt x="1" y="11"/>
                  </a:cubicBezTo>
                  <a:cubicBezTo>
                    <a:pt x="1" y="18"/>
                    <a:pt x="4" y="25"/>
                    <a:pt x="6" y="31"/>
                  </a:cubicBezTo>
                  <a:cubicBezTo>
                    <a:pt x="7" y="23"/>
                    <a:pt x="11" y="14"/>
                    <a:pt x="8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31" name="Freeform 6618">
              <a:extLst>
                <a:ext uri="{FF2B5EF4-FFF2-40B4-BE49-F238E27FC236}">
                  <a16:creationId xmlns:a16="http://schemas.microsoft.com/office/drawing/2014/main" id="{7C7F5570-464A-4E51-9597-2DC49955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167"/>
              <a:ext cx="20" cy="72"/>
            </a:xfrm>
            <a:custGeom>
              <a:avLst/>
              <a:gdLst>
                <a:gd name="T0" fmla="*/ 8 w 10"/>
                <a:gd name="T1" fmla="*/ 80 h 36"/>
                <a:gd name="T2" fmla="*/ 24 w 10"/>
                <a:gd name="T3" fmla="*/ 184 h 36"/>
                <a:gd name="T4" fmla="*/ 40 w 10"/>
                <a:gd name="T5" fmla="*/ 256 h 36"/>
                <a:gd name="T6" fmla="*/ 56 w 10"/>
                <a:gd name="T7" fmla="*/ 288 h 36"/>
                <a:gd name="T8" fmla="*/ 72 w 10"/>
                <a:gd name="T9" fmla="*/ 240 h 36"/>
                <a:gd name="T10" fmla="*/ 64 w 10"/>
                <a:gd name="T11" fmla="*/ 104 h 36"/>
                <a:gd name="T12" fmla="*/ 32 w 10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6">
                  <a:moveTo>
                    <a:pt x="1" y="10"/>
                  </a:moveTo>
                  <a:cubicBezTo>
                    <a:pt x="0" y="14"/>
                    <a:pt x="2" y="19"/>
                    <a:pt x="3" y="23"/>
                  </a:cubicBezTo>
                  <a:cubicBezTo>
                    <a:pt x="3" y="26"/>
                    <a:pt x="4" y="29"/>
                    <a:pt x="5" y="32"/>
                  </a:cubicBezTo>
                  <a:cubicBezTo>
                    <a:pt x="6" y="33"/>
                    <a:pt x="6" y="36"/>
                    <a:pt x="7" y="36"/>
                  </a:cubicBezTo>
                  <a:cubicBezTo>
                    <a:pt x="8" y="34"/>
                    <a:pt x="9" y="32"/>
                    <a:pt x="9" y="30"/>
                  </a:cubicBezTo>
                  <a:cubicBezTo>
                    <a:pt x="10" y="25"/>
                    <a:pt x="9" y="18"/>
                    <a:pt x="8" y="13"/>
                  </a:cubicBezTo>
                  <a:cubicBezTo>
                    <a:pt x="7" y="8"/>
                    <a:pt x="6" y="5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32" name="Freeform 6619">
              <a:extLst>
                <a:ext uri="{FF2B5EF4-FFF2-40B4-BE49-F238E27FC236}">
                  <a16:creationId xmlns:a16="http://schemas.microsoft.com/office/drawing/2014/main" id="{5303EF9A-417B-4420-BCC2-7F581EA2D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121"/>
              <a:ext cx="20" cy="66"/>
            </a:xfrm>
            <a:custGeom>
              <a:avLst/>
              <a:gdLst>
                <a:gd name="T0" fmla="*/ 32 w 10"/>
                <a:gd name="T1" fmla="*/ 264 h 33"/>
                <a:gd name="T2" fmla="*/ 56 w 10"/>
                <a:gd name="T3" fmla="*/ 80 h 33"/>
                <a:gd name="T4" fmla="*/ 0 w 1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3">
                  <a:moveTo>
                    <a:pt x="4" y="33"/>
                  </a:moveTo>
                  <a:cubicBezTo>
                    <a:pt x="7" y="25"/>
                    <a:pt x="10" y="18"/>
                    <a:pt x="7" y="10"/>
                  </a:cubicBezTo>
                  <a:cubicBezTo>
                    <a:pt x="5" y="6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33" name="Freeform 6620">
              <a:extLst>
                <a:ext uri="{FF2B5EF4-FFF2-40B4-BE49-F238E27FC236}">
                  <a16:creationId xmlns:a16="http://schemas.microsoft.com/office/drawing/2014/main" id="{2D8EEE8A-4C8F-4EC1-9B99-ABD402499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095"/>
              <a:ext cx="30" cy="32"/>
            </a:xfrm>
            <a:custGeom>
              <a:avLst/>
              <a:gdLst>
                <a:gd name="T0" fmla="*/ 120 w 15"/>
                <a:gd name="T1" fmla="*/ 0 h 16"/>
                <a:gd name="T2" fmla="*/ 104 w 15"/>
                <a:gd name="T3" fmla="*/ 56 h 16"/>
                <a:gd name="T4" fmla="*/ 64 w 15"/>
                <a:gd name="T5" fmla="*/ 128 h 16"/>
                <a:gd name="T6" fmla="*/ 24 w 15"/>
                <a:gd name="T7" fmla="*/ 72 h 16"/>
                <a:gd name="T8" fmla="*/ 0 w 15"/>
                <a:gd name="T9" fmla="*/ 2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4" y="2"/>
                    <a:pt x="14" y="4"/>
                    <a:pt x="13" y="7"/>
                  </a:cubicBezTo>
                  <a:cubicBezTo>
                    <a:pt x="12" y="9"/>
                    <a:pt x="11" y="14"/>
                    <a:pt x="8" y="16"/>
                  </a:cubicBezTo>
                  <a:cubicBezTo>
                    <a:pt x="6" y="14"/>
                    <a:pt x="5" y="11"/>
                    <a:pt x="3" y="9"/>
                  </a:cubicBezTo>
                  <a:cubicBezTo>
                    <a:pt x="2" y="8"/>
                    <a:pt x="0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34" name="Freeform 6621">
              <a:extLst>
                <a:ext uri="{FF2B5EF4-FFF2-40B4-BE49-F238E27FC236}">
                  <a16:creationId xmlns:a16="http://schemas.microsoft.com/office/drawing/2014/main" id="{421B9679-D1A9-4901-8994-7C591D7A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101"/>
              <a:ext cx="22" cy="64"/>
            </a:xfrm>
            <a:custGeom>
              <a:avLst/>
              <a:gdLst>
                <a:gd name="T0" fmla="*/ 40 w 11"/>
                <a:gd name="T1" fmla="*/ 0 h 32"/>
                <a:gd name="T2" fmla="*/ 88 w 11"/>
                <a:gd name="T3" fmla="*/ 112 h 32"/>
                <a:gd name="T4" fmla="*/ 88 w 11"/>
                <a:gd name="T5" fmla="*/ 256 h 32"/>
                <a:gd name="T6" fmla="*/ 24 w 11"/>
                <a:gd name="T7" fmla="*/ 152 h 32"/>
                <a:gd name="T8" fmla="*/ 0 w 11"/>
                <a:gd name="T9" fmla="*/ 10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2">
                  <a:moveTo>
                    <a:pt x="5" y="0"/>
                  </a:moveTo>
                  <a:cubicBezTo>
                    <a:pt x="9" y="0"/>
                    <a:pt x="10" y="12"/>
                    <a:pt x="11" y="14"/>
                  </a:cubicBezTo>
                  <a:cubicBezTo>
                    <a:pt x="11" y="20"/>
                    <a:pt x="11" y="26"/>
                    <a:pt x="11" y="32"/>
                  </a:cubicBezTo>
                  <a:cubicBezTo>
                    <a:pt x="8" y="28"/>
                    <a:pt x="6" y="24"/>
                    <a:pt x="3" y="19"/>
                  </a:cubicBezTo>
                  <a:cubicBezTo>
                    <a:pt x="1" y="17"/>
                    <a:pt x="1" y="1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35" name="Freeform 6622">
              <a:extLst>
                <a:ext uri="{FF2B5EF4-FFF2-40B4-BE49-F238E27FC236}">
                  <a16:creationId xmlns:a16="http://schemas.microsoft.com/office/drawing/2014/main" id="{8A0AC9B3-4165-4CE3-B7A3-A0D345A51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153"/>
              <a:ext cx="30" cy="88"/>
            </a:xfrm>
            <a:custGeom>
              <a:avLst/>
              <a:gdLst>
                <a:gd name="T0" fmla="*/ 0 w 15"/>
                <a:gd name="T1" fmla="*/ 0 h 44"/>
                <a:gd name="T2" fmla="*/ 0 w 15"/>
                <a:gd name="T3" fmla="*/ 40 h 44"/>
                <a:gd name="T4" fmla="*/ 8 w 15"/>
                <a:gd name="T5" fmla="*/ 176 h 44"/>
                <a:gd name="T6" fmla="*/ 72 w 15"/>
                <a:gd name="T7" fmla="*/ 312 h 44"/>
                <a:gd name="T8" fmla="*/ 112 w 15"/>
                <a:gd name="T9" fmla="*/ 352 h 44"/>
                <a:gd name="T10" fmla="*/ 120 w 15"/>
                <a:gd name="T11" fmla="*/ 336 h 44"/>
                <a:gd name="T12" fmla="*/ 104 w 15"/>
                <a:gd name="T13" fmla="*/ 248 h 44"/>
                <a:gd name="T14" fmla="*/ 80 w 15"/>
                <a:gd name="T15" fmla="*/ 128 h 44"/>
                <a:gd name="T16" fmla="*/ 64 w 15"/>
                <a:gd name="T17" fmla="*/ 56 h 44"/>
                <a:gd name="T18" fmla="*/ 48 w 15"/>
                <a:gd name="T19" fmla="*/ 1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44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11"/>
                    <a:pt x="0" y="16"/>
                    <a:pt x="1" y="22"/>
                  </a:cubicBezTo>
                  <a:cubicBezTo>
                    <a:pt x="3" y="28"/>
                    <a:pt x="5" y="34"/>
                    <a:pt x="9" y="39"/>
                  </a:cubicBezTo>
                  <a:cubicBezTo>
                    <a:pt x="11" y="41"/>
                    <a:pt x="13" y="42"/>
                    <a:pt x="14" y="44"/>
                  </a:cubicBezTo>
                  <a:cubicBezTo>
                    <a:pt x="15" y="44"/>
                    <a:pt x="15" y="43"/>
                    <a:pt x="15" y="42"/>
                  </a:cubicBezTo>
                  <a:cubicBezTo>
                    <a:pt x="14" y="38"/>
                    <a:pt x="13" y="35"/>
                    <a:pt x="13" y="31"/>
                  </a:cubicBezTo>
                  <a:cubicBezTo>
                    <a:pt x="12" y="26"/>
                    <a:pt x="11" y="21"/>
                    <a:pt x="10" y="16"/>
                  </a:cubicBezTo>
                  <a:cubicBezTo>
                    <a:pt x="10" y="13"/>
                    <a:pt x="9" y="10"/>
                    <a:pt x="8" y="7"/>
                  </a:cubicBezTo>
                  <a:cubicBezTo>
                    <a:pt x="7" y="6"/>
                    <a:pt x="5" y="3"/>
                    <a:pt x="6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36" name="Freeform 6623">
              <a:extLst>
                <a:ext uri="{FF2B5EF4-FFF2-40B4-BE49-F238E27FC236}">
                  <a16:creationId xmlns:a16="http://schemas.microsoft.com/office/drawing/2014/main" id="{7B652258-A9FB-4F23-9C90-0943C7CD6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111"/>
              <a:ext cx="28" cy="74"/>
            </a:xfrm>
            <a:custGeom>
              <a:avLst/>
              <a:gdLst>
                <a:gd name="T0" fmla="*/ 0 w 14"/>
                <a:gd name="T1" fmla="*/ 0 h 37"/>
                <a:gd name="T2" fmla="*/ 0 w 14"/>
                <a:gd name="T3" fmla="*/ 56 h 37"/>
                <a:gd name="T4" fmla="*/ 40 w 14"/>
                <a:gd name="T5" fmla="*/ 176 h 37"/>
                <a:gd name="T6" fmla="*/ 96 w 14"/>
                <a:gd name="T7" fmla="*/ 264 h 37"/>
                <a:gd name="T8" fmla="*/ 112 w 14"/>
                <a:gd name="T9" fmla="*/ 29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1" y="12"/>
                    <a:pt x="2" y="17"/>
                    <a:pt x="5" y="22"/>
                  </a:cubicBezTo>
                  <a:cubicBezTo>
                    <a:pt x="7" y="26"/>
                    <a:pt x="9" y="29"/>
                    <a:pt x="12" y="33"/>
                  </a:cubicBezTo>
                  <a:cubicBezTo>
                    <a:pt x="12" y="34"/>
                    <a:pt x="14" y="37"/>
                    <a:pt x="14" y="3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37" name="Freeform 6624">
              <a:extLst>
                <a:ext uri="{FF2B5EF4-FFF2-40B4-BE49-F238E27FC236}">
                  <a16:creationId xmlns:a16="http://schemas.microsoft.com/office/drawing/2014/main" id="{5416A349-DAD0-440A-B389-831A99530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103"/>
              <a:ext cx="16" cy="82"/>
            </a:xfrm>
            <a:custGeom>
              <a:avLst/>
              <a:gdLst>
                <a:gd name="T0" fmla="*/ 56 w 8"/>
                <a:gd name="T1" fmla="*/ 0 h 41"/>
                <a:gd name="T2" fmla="*/ 64 w 8"/>
                <a:gd name="T3" fmla="*/ 128 h 41"/>
                <a:gd name="T4" fmla="*/ 40 w 8"/>
                <a:gd name="T5" fmla="*/ 272 h 41"/>
                <a:gd name="T6" fmla="*/ 16 w 8"/>
                <a:gd name="T7" fmla="*/ 312 h 41"/>
                <a:gd name="T8" fmla="*/ 0 w 8"/>
                <a:gd name="T9" fmla="*/ 32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1">
                  <a:moveTo>
                    <a:pt x="7" y="0"/>
                  </a:moveTo>
                  <a:cubicBezTo>
                    <a:pt x="8" y="6"/>
                    <a:pt x="8" y="11"/>
                    <a:pt x="8" y="16"/>
                  </a:cubicBezTo>
                  <a:cubicBezTo>
                    <a:pt x="7" y="22"/>
                    <a:pt x="8" y="29"/>
                    <a:pt x="5" y="34"/>
                  </a:cubicBezTo>
                  <a:cubicBezTo>
                    <a:pt x="4" y="36"/>
                    <a:pt x="3" y="38"/>
                    <a:pt x="2" y="39"/>
                  </a:cubicBezTo>
                  <a:cubicBezTo>
                    <a:pt x="1" y="40"/>
                    <a:pt x="0" y="40"/>
                    <a:pt x="0" y="4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38" name="Freeform 6625">
              <a:extLst>
                <a:ext uri="{FF2B5EF4-FFF2-40B4-BE49-F238E27FC236}">
                  <a16:creationId xmlns:a16="http://schemas.microsoft.com/office/drawing/2014/main" id="{81862C04-A095-46BA-8CD0-35A54A294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161"/>
              <a:ext cx="42" cy="50"/>
            </a:xfrm>
            <a:custGeom>
              <a:avLst/>
              <a:gdLst>
                <a:gd name="T0" fmla="*/ 0 w 21"/>
                <a:gd name="T1" fmla="*/ 0 h 25"/>
                <a:gd name="T2" fmla="*/ 120 w 21"/>
                <a:gd name="T3" fmla="*/ 176 h 25"/>
                <a:gd name="T4" fmla="*/ 168 w 21"/>
                <a:gd name="T5" fmla="*/ 20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0"/>
                  </a:moveTo>
                  <a:cubicBezTo>
                    <a:pt x="3" y="8"/>
                    <a:pt x="6" y="17"/>
                    <a:pt x="15" y="22"/>
                  </a:cubicBezTo>
                  <a:cubicBezTo>
                    <a:pt x="16" y="23"/>
                    <a:pt x="19" y="25"/>
                    <a:pt x="21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39" name="Freeform 6626">
              <a:extLst>
                <a:ext uri="{FF2B5EF4-FFF2-40B4-BE49-F238E27FC236}">
                  <a16:creationId xmlns:a16="http://schemas.microsoft.com/office/drawing/2014/main" id="{883B72DC-E24D-4124-98B5-EBD982E56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231"/>
              <a:ext cx="30" cy="100"/>
            </a:xfrm>
            <a:custGeom>
              <a:avLst/>
              <a:gdLst>
                <a:gd name="T0" fmla="*/ 16 w 15"/>
                <a:gd name="T1" fmla="*/ 32 h 50"/>
                <a:gd name="T2" fmla="*/ 8 w 15"/>
                <a:gd name="T3" fmla="*/ 168 h 50"/>
                <a:gd name="T4" fmla="*/ 48 w 15"/>
                <a:gd name="T5" fmla="*/ 312 h 50"/>
                <a:gd name="T6" fmla="*/ 80 w 15"/>
                <a:gd name="T7" fmla="*/ 400 h 50"/>
                <a:gd name="T8" fmla="*/ 80 w 15"/>
                <a:gd name="T9" fmla="*/ 120 h 50"/>
                <a:gd name="T10" fmla="*/ 32 w 15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50">
                  <a:moveTo>
                    <a:pt x="2" y="4"/>
                  </a:moveTo>
                  <a:cubicBezTo>
                    <a:pt x="1" y="9"/>
                    <a:pt x="0" y="15"/>
                    <a:pt x="1" y="21"/>
                  </a:cubicBezTo>
                  <a:cubicBezTo>
                    <a:pt x="2" y="27"/>
                    <a:pt x="4" y="33"/>
                    <a:pt x="6" y="39"/>
                  </a:cubicBezTo>
                  <a:cubicBezTo>
                    <a:pt x="7" y="42"/>
                    <a:pt x="7" y="48"/>
                    <a:pt x="10" y="50"/>
                  </a:cubicBezTo>
                  <a:cubicBezTo>
                    <a:pt x="15" y="39"/>
                    <a:pt x="11" y="26"/>
                    <a:pt x="10" y="15"/>
                  </a:cubicBezTo>
                  <a:cubicBezTo>
                    <a:pt x="9" y="9"/>
                    <a:pt x="7" y="5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40" name="Freeform 6627">
              <a:extLst>
                <a:ext uri="{FF2B5EF4-FFF2-40B4-BE49-F238E27FC236}">
                  <a16:creationId xmlns:a16="http://schemas.microsoft.com/office/drawing/2014/main" id="{BF45EB4A-E6D1-4F11-9C2F-D74E39FE4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181"/>
              <a:ext cx="22" cy="92"/>
            </a:xfrm>
            <a:custGeom>
              <a:avLst/>
              <a:gdLst>
                <a:gd name="T0" fmla="*/ 48 w 11"/>
                <a:gd name="T1" fmla="*/ 368 h 46"/>
                <a:gd name="T2" fmla="*/ 0 w 11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6" y="46"/>
                  </a:moveTo>
                  <a:cubicBezTo>
                    <a:pt x="11" y="33"/>
                    <a:pt x="9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41" name="Freeform 6628">
              <a:extLst>
                <a:ext uri="{FF2B5EF4-FFF2-40B4-BE49-F238E27FC236}">
                  <a16:creationId xmlns:a16="http://schemas.microsoft.com/office/drawing/2014/main" id="{B04D9ACB-59D9-4058-B226-A6AC6993E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187"/>
              <a:ext cx="14" cy="64"/>
            </a:xfrm>
            <a:custGeom>
              <a:avLst/>
              <a:gdLst>
                <a:gd name="T0" fmla="*/ 16 w 7"/>
                <a:gd name="T1" fmla="*/ 0 h 32"/>
                <a:gd name="T2" fmla="*/ 32 w 7"/>
                <a:gd name="T3" fmla="*/ 160 h 32"/>
                <a:gd name="T4" fmla="*/ 0 w 7"/>
                <a:gd name="T5" fmla="*/ 25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2" y="0"/>
                  </a:moveTo>
                  <a:cubicBezTo>
                    <a:pt x="7" y="5"/>
                    <a:pt x="5" y="14"/>
                    <a:pt x="4" y="20"/>
                  </a:cubicBezTo>
                  <a:cubicBezTo>
                    <a:pt x="3" y="23"/>
                    <a:pt x="2" y="31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42" name="Freeform 6629">
              <a:extLst>
                <a:ext uri="{FF2B5EF4-FFF2-40B4-BE49-F238E27FC236}">
                  <a16:creationId xmlns:a16="http://schemas.microsoft.com/office/drawing/2014/main" id="{AEC6975A-3FF0-4551-98D0-5350502AA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233"/>
              <a:ext cx="26" cy="86"/>
            </a:xfrm>
            <a:custGeom>
              <a:avLst/>
              <a:gdLst>
                <a:gd name="T0" fmla="*/ 56 w 13"/>
                <a:gd name="T1" fmla="*/ 0 h 43"/>
                <a:gd name="T2" fmla="*/ 104 w 13"/>
                <a:gd name="T3" fmla="*/ 344 h 43"/>
                <a:gd name="T4" fmla="*/ 0 w 13"/>
                <a:gd name="T5" fmla="*/ 16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3">
                  <a:moveTo>
                    <a:pt x="7" y="0"/>
                  </a:moveTo>
                  <a:cubicBezTo>
                    <a:pt x="13" y="14"/>
                    <a:pt x="13" y="28"/>
                    <a:pt x="13" y="43"/>
                  </a:cubicBezTo>
                  <a:cubicBezTo>
                    <a:pt x="10" y="35"/>
                    <a:pt x="3" y="2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43" name="Freeform 6630">
              <a:extLst>
                <a:ext uri="{FF2B5EF4-FFF2-40B4-BE49-F238E27FC236}">
                  <a16:creationId xmlns:a16="http://schemas.microsoft.com/office/drawing/2014/main" id="{0ED7FA7F-5203-4979-95DD-793278DE5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209"/>
              <a:ext cx="20" cy="96"/>
            </a:xfrm>
            <a:custGeom>
              <a:avLst/>
              <a:gdLst>
                <a:gd name="T0" fmla="*/ 32 w 10"/>
                <a:gd name="T1" fmla="*/ 0 h 48"/>
                <a:gd name="T2" fmla="*/ 32 w 10"/>
                <a:gd name="T3" fmla="*/ 280 h 48"/>
                <a:gd name="T4" fmla="*/ 0 w 10"/>
                <a:gd name="T5" fmla="*/ 38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8">
                  <a:moveTo>
                    <a:pt x="4" y="0"/>
                  </a:moveTo>
                  <a:cubicBezTo>
                    <a:pt x="10" y="8"/>
                    <a:pt x="7" y="26"/>
                    <a:pt x="4" y="35"/>
                  </a:cubicBezTo>
                  <a:cubicBezTo>
                    <a:pt x="3" y="40"/>
                    <a:pt x="2" y="44"/>
                    <a:pt x="0" y="4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44" name="Freeform 6631">
              <a:extLst>
                <a:ext uri="{FF2B5EF4-FFF2-40B4-BE49-F238E27FC236}">
                  <a16:creationId xmlns:a16="http://schemas.microsoft.com/office/drawing/2014/main" id="{198585E5-ABB9-4BAA-9CCA-6549FFA9A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231"/>
              <a:ext cx="34" cy="114"/>
            </a:xfrm>
            <a:custGeom>
              <a:avLst/>
              <a:gdLst>
                <a:gd name="T0" fmla="*/ 8 w 17"/>
                <a:gd name="T1" fmla="*/ 0 h 57"/>
                <a:gd name="T2" fmla="*/ 0 w 17"/>
                <a:gd name="T3" fmla="*/ 112 h 57"/>
                <a:gd name="T4" fmla="*/ 24 w 17"/>
                <a:gd name="T5" fmla="*/ 256 h 57"/>
                <a:gd name="T6" fmla="*/ 136 w 17"/>
                <a:gd name="T7" fmla="*/ 456 h 57"/>
                <a:gd name="T8" fmla="*/ 128 w 17"/>
                <a:gd name="T9" fmla="*/ 360 h 57"/>
                <a:gd name="T10" fmla="*/ 96 w 17"/>
                <a:gd name="T11" fmla="*/ 184 h 57"/>
                <a:gd name="T12" fmla="*/ 40 w 17"/>
                <a:gd name="T13" fmla="*/ 4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7">
                  <a:moveTo>
                    <a:pt x="1" y="0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1" y="20"/>
                    <a:pt x="2" y="27"/>
                    <a:pt x="3" y="32"/>
                  </a:cubicBezTo>
                  <a:cubicBezTo>
                    <a:pt x="5" y="41"/>
                    <a:pt x="11" y="51"/>
                    <a:pt x="17" y="57"/>
                  </a:cubicBezTo>
                  <a:cubicBezTo>
                    <a:pt x="16" y="54"/>
                    <a:pt x="17" y="49"/>
                    <a:pt x="16" y="45"/>
                  </a:cubicBezTo>
                  <a:cubicBezTo>
                    <a:pt x="15" y="38"/>
                    <a:pt x="14" y="30"/>
                    <a:pt x="12" y="23"/>
                  </a:cubicBezTo>
                  <a:cubicBezTo>
                    <a:pt x="10" y="17"/>
                    <a:pt x="7" y="11"/>
                    <a:pt x="5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45" name="Freeform 6632">
              <a:extLst>
                <a:ext uri="{FF2B5EF4-FFF2-40B4-BE49-F238E27FC236}">
                  <a16:creationId xmlns:a16="http://schemas.microsoft.com/office/drawing/2014/main" id="{15763E63-22F3-49AF-958C-DB61446D7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265"/>
              <a:ext cx="22" cy="66"/>
            </a:xfrm>
            <a:custGeom>
              <a:avLst/>
              <a:gdLst>
                <a:gd name="T0" fmla="*/ 8 w 11"/>
                <a:gd name="T1" fmla="*/ 0 h 33"/>
                <a:gd name="T2" fmla="*/ 8 w 11"/>
                <a:gd name="T3" fmla="*/ 128 h 33"/>
                <a:gd name="T4" fmla="*/ 88 w 11"/>
                <a:gd name="T5" fmla="*/ 264 h 33"/>
                <a:gd name="T6" fmla="*/ 88 w 11"/>
                <a:gd name="T7" fmla="*/ 16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3">
                  <a:moveTo>
                    <a:pt x="1" y="0"/>
                  </a:moveTo>
                  <a:cubicBezTo>
                    <a:pt x="1" y="5"/>
                    <a:pt x="0" y="11"/>
                    <a:pt x="1" y="16"/>
                  </a:cubicBezTo>
                  <a:cubicBezTo>
                    <a:pt x="3" y="23"/>
                    <a:pt x="7" y="27"/>
                    <a:pt x="11" y="33"/>
                  </a:cubicBezTo>
                  <a:cubicBezTo>
                    <a:pt x="11" y="29"/>
                    <a:pt x="9" y="22"/>
                    <a:pt x="11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46" name="Freeform 6633">
              <a:extLst>
                <a:ext uri="{FF2B5EF4-FFF2-40B4-BE49-F238E27FC236}">
                  <a16:creationId xmlns:a16="http://schemas.microsoft.com/office/drawing/2014/main" id="{26CADCA7-7346-4BF6-B028-DB69B5BE9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311"/>
              <a:ext cx="26" cy="86"/>
            </a:xfrm>
            <a:custGeom>
              <a:avLst/>
              <a:gdLst>
                <a:gd name="T0" fmla="*/ 0 w 13"/>
                <a:gd name="T1" fmla="*/ 80 h 43"/>
                <a:gd name="T2" fmla="*/ 56 w 13"/>
                <a:gd name="T3" fmla="*/ 344 h 43"/>
                <a:gd name="T4" fmla="*/ 72 w 13"/>
                <a:gd name="T5" fmla="*/ 272 h 43"/>
                <a:gd name="T6" fmla="*/ 96 w 13"/>
                <a:gd name="T7" fmla="*/ 144 h 43"/>
                <a:gd name="T8" fmla="*/ 96 w 13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0" y="10"/>
                  </a:moveTo>
                  <a:cubicBezTo>
                    <a:pt x="0" y="20"/>
                    <a:pt x="0" y="35"/>
                    <a:pt x="7" y="43"/>
                  </a:cubicBezTo>
                  <a:cubicBezTo>
                    <a:pt x="8" y="40"/>
                    <a:pt x="8" y="37"/>
                    <a:pt x="9" y="34"/>
                  </a:cubicBezTo>
                  <a:cubicBezTo>
                    <a:pt x="10" y="29"/>
                    <a:pt x="11" y="23"/>
                    <a:pt x="12" y="18"/>
                  </a:cubicBezTo>
                  <a:cubicBezTo>
                    <a:pt x="13" y="12"/>
                    <a:pt x="13" y="6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47" name="Freeform 6634">
              <a:extLst>
                <a:ext uri="{FF2B5EF4-FFF2-40B4-BE49-F238E27FC236}">
                  <a16:creationId xmlns:a16="http://schemas.microsoft.com/office/drawing/2014/main" id="{187ECAC6-8AD4-4C30-85F2-48C462918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313"/>
              <a:ext cx="34" cy="68"/>
            </a:xfrm>
            <a:custGeom>
              <a:avLst/>
              <a:gdLst>
                <a:gd name="T0" fmla="*/ 0 w 17"/>
                <a:gd name="T1" fmla="*/ 0 h 34"/>
                <a:gd name="T2" fmla="*/ 24 w 17"/>
                <a:gd name="T3" fmla="*/ 120 h 34"/>
                <a:gd name="T4" fmla="*/ 72 w 17"/>
                <a:gd name="T5" fmla="*/ 272 h 34"/>
                <a:gd name="T6" fmla="*/ 128 w 17"/>
                <a:gd name="T7" fmla="*/ 160 h 34"/>
                <a:gd name="T8" fmla="*/ 128 w 17"/>
                <a:gd name="T9" fmla="*/ 4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4">
                  <a:moveTo>
                    <a:pt x="0" y="0"/>
                  </a:moveTo>
                  <a:cubicBezTo>
                    <a:pt x="0" y="5"/>
                    <a:pt x="2" y="10"/>
                    <a:pt x="3" y="15"/>
                  </a:cubicBezTo>
                  <a:cubicBezTo>
                    <a:pt x="4" y="21"/>
                    <a:pt x="5" y="30"/>
                    <a:pt x="9" y="34"/>
                  </a:cubicBezTo>
                  <a:cubicBezTo>
                    <a:pt x="9" y="29"/>
                    <a:pt x="15" y="25"/>
                    <a:pt x="16" y="20"/>
                  </a:cubicBezTo>
                  <a:cubicBezTo>
                    <a:pt x="17" y="15"/>
                    <a:pt x="16" y="11"/>
                    <a:pt x="16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48" name="Freeform 6635">
              <a:extLst>
                <a:ext uri="{FF2B5EF4-FFF2-40B4-BE49-F238E27FC236}">
                  <a16:creationId xmlns:a16="http://schemas.microsoft.com/office/drawing/2014/main" id="{3D24B253-1EF3-4F85-B3F3-CC6F1A9A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393"/>
              <a:ext cx="28" cy="86"/>
            </a:xfrm>
            <a:custGeom>
              <a:avLst/>
              <a:gdLst>
                <a:gd name="T0" fmla="*/ 0 w 14"/>
                <a:gd name="T1" fmla="*/ 8 h 43"/>
                <a:gd name="T2" fmla="*/ 24 w 14"/>
                <a:gd name="T3" fmla="*/ 200 h 43"/>
                <a:gd name="T4" fmla="*/ 80 w 14"/>
                <a:gd name="T5" fmla="*/ 344 h 43"/>
                <a:gd name="T6" fmla="*/ 104 w 14"/>
                <a:gd name="T7" fmla="*/ 288 h 43"/>
                <a:gd name="T8" fmla="*/ 64 w 14"/>
                <a:gd name="T9" fmla="*/ 112 h 43"/>
                <a:gd name="T10" fmla="*/ 8 w 14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3">
                  <a:moveTo>
                    <a:pt x="0" y="1"/>
                  </a:moveTo>
                  <a:cubicBezTo>
                    <a:pt x="0" y="9"/>
                    <a:pt x="1" y="17"/>
                    <a:pt x="3" y="25"/>
                  </a:cubicBezTo>
                  <a:cubicBezTo>
                    <a:pt x="5" y="31"/>
                    <a:pt x="6" y="38"/>
                    <a:pt x="10" y="43"/>
                  </a:cubicBezTo>
                  <a:cubicBezTo>
                    <a:pt x="11" y="41"/>
                    <a:pt x="12" y="38"/>
                    <a:pt x="13" y="36"/>
                  </a:cubicBezTo>
                  <a:cubicBezTo>
                    <a:pt x="14" y="29"/>
                    <a:pt x="11" y="21"/>
                    <a:pt x="8" y="14"/>
                  </a:cubicBezTo>
                  <a:cubicBezTo>
                    <a:pt x="7" y="10"/>
                    <a:pt x="1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49" name="Freeform 6636">
              <a:extLst>
                <a:ext uri="{FF2B5EF4-FFF2-40B4-BE49-F238E27FC236}">
                  <a16:creationId xmlns:a16="http://schemas.microsoft.com/office/drawing/2014/main" id="{098D8010-E6FA-48B0-AE68-3DC37D3C7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379"/>
              <a:ext cx="8" cy="80"/>
            </a:xfrm>
            <a:custGeom>
              <a:avLst/>
              <a:gdLst>
                <a:gd name="T0" fmla="*/ 16 w 4"/>
                <a:gd name="T1" fmla="*/ 0 h 40"/>
                <a:gd name="T2" fmla="*/ 24 w 4"/>
                <a:gd name="T3" fmla="*/ 224 h 40"/>
                <a:gd name="T4" fmla="*/ 0 w 4"/>
                <a:gd name="T5" fmla="*/ 32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0">
                  <a:moveTo>
                    <a:pt x="2" y="0"/>
                  </a:moveTo>
                  <a:cubicBezTo>
                    <a:pt x="2" y="10"/>
                    <a:pt x="4" y="19"/>
                    <a:pt x="3" y="28"/>
                  </a:cubicBezTo>
                  <a:cubicBezTo>
                    <a:pt x="3" y="31"/>
                    <a:pt x="3" y="38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50" name="Freeform 6637">
              <a:extLst>
                <a:ext uri="{FF2B5EF4-FFF2-40B4-BE49-F238E27FC236}">
                  <a16:creationId xmlns:a16="http://schemas.microsoft.com/office/drawing/2014/main" id="{2DD9A0EA-5178-46E9-93D6-EDD27D827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351"/>
              <a:ext cx="22" cy="88"/>
            </a:xfrm>
            <a:custGeom>
              <a:avLst/>
              <a:gdLst>
                <a:gd name="T0" fmla="*/ 0 w 11"/>
                <a:gd name="T1" fmla="*/ 352 h 44"/>
                <a:gd name="T2" fmla="*/ 72 w 11"/>
                <a:gd name="T3" fmla="*/ 120 h 44"/>
                <a:gd name="T4" fmla="*/ 56 w 11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4">
                  <a:moveTo>
                    <a:pt x="0" y="44"/>
                  </a:moveTo>
                  <a:cubicBezTo>
                    <a:pt x="6" y="36"/>
                    <a:pt x="11" y="25"/>
                    <a:pt x="9" y="15"/>
                  </a:cubicBezTo>
                  <a:cubicBezTo>
                    <a:pt x="8" y="10"/>
                    <a:pt x="6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51" name="Freeform 6638">
              <a:extLst>
                <a:ext uri="{FF2B5EF4-FFF2-40B4-BE49-F238E27FC236}">
                  <a16:creationId xmlns:a16="http://schemas.microsoft.com/office/drawing/2014/main" id="{3788B689-E2A8-418E-BE40-A122789BC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27"/>
              <a:ext cx="36" cy="94"/>
            </a:xfrm>
            <a:custGeom>
              <a:avLst/>
              <a:gdLst>
                <a:gd name="T0" fmla="*/ 0 w 18"/>
                <a:gd name="T1" fmla="*/ 0 h 47"/>
                <a:gd name="T2" fmla="*/ 0 w 18"/>
                <a:gd name="T3" fmla="*/ 64 h 47"/>
                <a:gd name="T4" fmla="*/ 32 w 18"/>
                <a:gd name="T5" fmla="*/ 184 h 47"/>
                <a:gd name="T6" fmla="*/ 136 w 18"/>
                <a:gd name="T7" fmla="*/ 376 h 47"/>
                <a:gd name="T8" fmla="*/ 128 w 18"/>
                <a:gd name="T9" fmla="*/ 312 h 47"/>
                <a:gd name="T10" fmla="*/ 104 w 18"/>
                <a:gd name="T11" fmla="*/ 192 h 47"/>
                <a:gd name="T12" fmla="*/ 56 w 18"/>
                <a:gd name="T13" fmla="*/ 6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7">
                  <a:moveTo>
                    <a:pt x="0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0" y="13"/>
                    <a:pt x="2" y="18"/>
                    <a:pt x="4" y="23"/>
                  </a:cubicBezTo>
                  <a:cubicBezTo>
                    <a:pt x="7" y="32"/>
                    <a:pt x="12" y="41"/>
                    <a:pt x="17" y="47"/>
                  </a:cubicBezTo>
                  <a:cubicBezTo>
                    <a:pt x="18" y="45"/>
                    <a:pt x="17" y="41"/>
                    <a:pt x="16" y="39"/>
                  </a:cubicBezTo>
                  <a:cubicBezTo>
                    <a:pt x="15" y="34"/>
                    <a:pt x="15" y="29"/>
                    <a:pt x="13" y="24"/>
                  </a:cubicBezTo>
                  <a:cubicBezTo>
                    <a:pt x="12" y="18"/>
                    <a:pt x="9" y="13"/>
                    <a:pt x="7" y="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52" name="Freeform 6639">
              <a:extLst>
                <a:ext uri="{FF2B5EF4-FFF2-40B4-BE49-F238E27FC236}">
                  <a16:creationId xmlns:a16="http://schemas.microsoft.com/office/drawing/2014/main" id="{D10BEAAB-EF14-442F-840D-8C4571728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371"/>
              <a:ext cx="26" cy="54"/>
            </a:xfrm>
            <a:custGeom>
              <a:avLst/>
              <a:gdLst>
                <a:gd name="T0" fmla="*/ 0 w 13"/>
                <a:gd name="T1" fmla="*/ 0 h 27"/>
                <a:gd name="T2" fmla="*/ 104 w 13"/>
                <a:gd name="T3" fmla="*/ 216 h 27"/>
                <a:gd name="T4" fmla="*/ 96 w 13"/>
                <a:gd name="T5" fmla="*/ 4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2" y="9"/>
                    <a:pt x="5" y="22"/>
                    <a:pt x="13" y="27"/>
                  </a:cubicBezTo>
                  <a:cubicBezTo>
                    <a:pt x="11" y="21"/>
                    <a:pt x="11" y="12"/>
                    <a:pt x="12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53" name="Freeform 6640">
              <a:extLst>
                <a:ext uri="{FF2B5EF4-FFF2-40B4-BE49-F238E27FC236}">
                  <a16:creationId xmlns:a16="http://schemas.microsoft.com/office/drawing/2014/main" id="{981DD08E-F6BD-4C59-ACD7-B7984AEEA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431"/>
              <a:ext cx="24" cy="90"/>
            </a:xfrm>
            <a:custGeom>
              <a:avLst/>
              <a:gdLst>
                <a:gd name="T0" fmla="*/ 0 w 12"/>
                <a:gd name="T1" fmla="*/ 208 h 45"/>
                <a:gd name="T2" fmla="*/ 96 w 12"/>
                <a:gd name="T3" fmla="*/ 360 h 45"/>
                <a:gd name="T4" fmla="*/ 96 w 12"/>
                <a:gd name="T5" fmla="*/ 200 h 45"/>
                <a:gd name="T6" fmla="*/ 88 w 12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5">
                  <a:moveTo>
                    <a:pt x="0" y="26"/>
                  </a:moveTo>
                  <a:cubicBezTo>
                    <a:pt x="1" y="34"/>
                    <a:pt x="5" y="41"/>
                    <a:pt x="12" y="45"/>
                  </a:cubicBezTo>
                  <a:cubicBezTo>
                    <a:pt x="11" y="38"/>
                    <a:pt x="10" y="32"/>
                    <a:pt x="12" y="25"/>
                  </a:cubicBezTo>
                  <a:cubicBezTo>
                    <a:pt x="12" y="10"/>
                    <a:pt x="11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54" name="Freeform 6641">
              <a:extLst>
                <a:ext uri="{FF2B5EF4-FFF2-40B4-BE49-F238E27FC236}">
                  <a16:creationId xmlns:a16="http://schemas.microsoft.com/office/drawing/2014/main" id="{FDB35C74-DB74-4E97-8C0A-C88F7804C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509"/>
              <a:ext cx="22" cy="60"/>
            </a:xfrm>
            <a:custGeom>
              <a:avLst/>
              <a:gdLst>
                <a:gd name="T0" fmla="*/ 8 w 11"/>
                <a:gd name="T1" fmla="*/ 0 h 30"/>
                <a:gd name="T2" fmla="*/ 8 w 11"/>
                <a:gd name="T3" fmla="*/ 88 h 30"/>
                <a:gd name="T4" fmla="*/ 64 w 11"/>
                <a:gd name="T5" fmla="*/ 240 h 30"/>
                <a:gd name="T6" fmla="*/ 64 w 11"/>
                <a:gd name="T7" fmla="*/ 4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0">
                  <a:moveTo>
                    <a:pt x="1" y="0"/>
                  </a:moveTo>
                  <a:cubicBezTo>
                    <a:pt x="0" y="3"/>
                    <a:pt x="0" y="8"/>
                    <a:pt x="1" y="11"/>
                  </a:cubicBezTo>
                  <a:cubicBezTo>
                    <a:pt x="2" y="18"/>
                    <a:pt x="5" y="24"/>
                    <a:pt x="8" y="30"/>
                  </a:cubicBezTo>
                  <a:cubicBezTo>
                    <a:pt x="8" y="23"/>
                    <a:pt x="11" y="13"/>
                    <a:pt x="8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55" name="Freeform 6642">
              <a:extLst>
                <a:ext uri="{FF2B5EF4-FFF2-40B4-BE49-F238E27FC236}">
                  <a16:creationId xmlns:a16="http://schemas.microsoft.com/office/drawing/2014/main" id="{553894E4-1C8A-46ED-9CDB-CB018E60E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549"/>
              <a:ext cx="22" cy="72"/>
            </a:xfrm>
            <a:custGeom>
              <a:avLst/>
              <a:gdLst>
                <a:gd name="T0" fmla="*/ 8 w 11"/>
                <a:gd name="T1" fmla="*/ 80 h 36"/>
                <a:gd name="T2" fmla="*/ 24 w 11"/>
                <a:gd name="T3" fmla="*/ 184 h 36"/>
                <a:gd name="T4" fmla="*/ 48 w 11"/>
                <a:gd name="T5" fmla="*/ 256 h 36"/>
                <a:gd name="T6" fmla="*/ 64 w 11"/>
                <a:gd name="T7" fmla="*/ 288 h 36"/>
                <a:gd name="T8" fmla="*/ 80 w 11"/>
                <a:gd name="T9" fmla="*/ 240 h 36"/>
                <a:gd name="T10" fmla="*/ 64 w 11"/>
                <a:gd name="T11" fmla="*/ 104 h 36"/>
                <a:gd name="T12" fmla="*/ 16 w 11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6">
                  <a:moveTo>
                    <a:pt x="1" y="10"/>
                  </a:moveTo>
                  <a:cubicBezTo>
                    <a:pt x="0" y="14"/>
                    <a:pt x="2" y="20"/>
                    <a:pt x="3" y="23"/>
                  </a:cubicBezTo>
                  <a:cubicBezTo>
                    <a:pt x="4" y="26"/>
                    <a:pt x="5" y="29"/>
                    <a:pt x="6" y="32"/>
                  </a:cubicBezTo>
                  <a:cubicBezTo>
                    <a:pt x="6" y="33"/>
                    <a:pt x="7" y="36"/>
                    <a:pt x="8" y="36"/>
                  </a:cubicBezTo>
                  <a:cubicBezTo>
                    <a:pt x="9" y="34"/>
                    <a:pt x="9" y="32"/>
                    <a:pt x="10" y="30"/>
                  </a:cubicBezTo>
                  <a:cubicBezTo>
                    <a:pt x="11" y="25"/>
                    <a:pt x="9" y="18"/>
                    <a:pt x="8" y="13"/>
                  </a:cubicBezTo>
                  <a:cubicBezTo>
                    <a:pt x="7" y="8"/>
                    <a:pt x="5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56" name="Freeform 6643">
              <a:extLst>
                <a:ext uri="{FF2B5EF4-FFF2-40B4-BE49-F238E27FC236}">
                  <a16:creationId xmlns:a16="http://schemas.microsoft.com/office/drawing/2014/main" id="{B4D7FE86-88CC-4D02-B844-C4A21E872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503"/>
              <a:ext cx="22" cy="66"/>
            </a:xfrm>
            <a:custGeom>
              <a:avLst/>
              <a:gdLst>
                <a:gd name="T0" fmla="*/ 48 w 11"/>
                <a:gd name="T1" fmla="*/ 264 h 33"/>
                <a:gd name="T2" fmla="*/ 64 w 11"/>
                <a:gd name="T3" fmla="*/ 80 h 33"/>
                <a:gd name="T4" fmla="*/ 0 w 1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6" y="33"/>
                  </a:moveTo>
                  <a:cubicBezTo>
                    <a:pt x="9" y="25"/>
                    <a:pt x="11" y="17"/>
                    <a:pt x="8" y="10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57" name="Freeform 6644">
              <a:extLst>
                <a:ext uri="{FF2B5EF4-FFF2-40B4-BE49-F238E27FC236}">
                  <a16:creationId xmlns:a16="http://schemas.microsoft.com/office/drawing/2014/main" id="{15F6428E-132A-40A7-A3F4-0445E570B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455"/>
              <a:ext cx="38" cy="90"/>
            </a:xfrm>
            <a:custGeom>
              <a:avLst/>
              <a:gdLst>
                <a:gd name="T0" fmla="*/ 136 w 19"/>
                <a:gd name="T1" fmla="*/ 216 h 45"/>
                <a:gd name="T2" fmla="*/ 152 w 19"/>
                <a:gd name="T3" fmla="*/ 360 h 45"/>
                <a:gd name="T4" fmla="*/ 80 w 19"/>
                <a:gd name="T5" fmla="*/ 256 h 45"/>
                <a:gd name="T6" fmla="*/ 48 w 19"/>
                <a:gd name="T7" fmla="*/ 208 h 45"/>
                <a:gd name="T8" fmla="*/ 16 w 19"/>
                <a:gd name="T9" fmla="*/ 0 h 45"/>
                <a:gd name="T10" fmla="*/ 136 w 19"/>
                <a:gd name="T11" fmla="*/ 216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5">
                  <a:moveTo>
                    <a:pt x="17" y="27"/>
                  </a:moveTo>
                  <a:cubicBezTo>
                    <a:pt x="18" y="33"/>
                    <a:pt x="19" y="38"/>
                    <a:pt x="19" y="45"/>
                  </a:cubicBezTo>
                  <a:cubicBezTo>
                    <a:pt x="16" y="41"/>
                    <a:pt x="13" y="36"/>
                    <a:pt x="10" y="32"/>
                  </a:cubicBezTo>
                  <a:cubicBezTo>
                    <a:pt x="8" y="30"/>
                    <a:pt x="8" y="28"/>
                    <a:pt x="6" y="26"/>
                  </a:cubicBezTo>
                  <a:cubicBezTo>
                    <a:pt x="0" y="16"/>
                    <a:pt x="2" y="0"/>
                    <a:pt x="2" y="0"/>
                  </a:cubicBezTo>
                  <a:cubicBezTo>
                    <a:pt x="2" y="0"/>
                    <a:pt x="17" y="24"/>
                    <a:pt x="17" y="27"/>
                  </a:cubicBezTo>
                  <a:close/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58" name="Freeform 6645">
              <a:extLst>
                <a:ext uri="{FF2B5EF4-FFF2-40B4-BE49-F238E27FC236}">
                  <a16:creationId xmlns:a16="http://schemas.microsoft.com/office/drawing/2014/main" id="{09831F4F-D0F3-4B84-B57C-B61076F8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531"/>
              <a:ext cx="36" cy="88"/>
            </a:xfrm>
            <a:custGeom>
              <a:avLst/>
              <a:gdLst>
                <a:gd name="T0" fmla="*/ 0 w 18"/>
                <a:gd name="T1" fmla="*/ 0 h 44"/>
                <a:gd name="T2" fmla="*/ 0 w 18"/>
                <a:gd name="T3" fmla="*/ 48 h 44"/>
                <a:gd name="T4" fmla="*/ 24 w 18"/>
                <a:gd name="T5" fmla="*/ 176 h 44"/>
                <a:gd name="T6" fmla="*/ 96 w 18"/>
                <a:gd name="T7" fmla="*/ 312 h 44"/>
                <a:gd name="T8" fmla="*/ 136 w 18"/>
                <a:gd name="T9" fmla="*/ 352 h 44"/>
                <a:gd name="T10" fmla="*/ 136 w 18"/>
                <a:gd name="T11" fmla="*/ 336 h 44"/>
                <a:gd name="T12" fmla="*/ 120 w 18"/>
                <a:gd name="T13" fmla="*/ 248 h 44"/>
                <a:gd name="T14" fmla="*/ 88 w 18"/>
                <a:gd name="T15" fmla="*/ 128 h 44"/>
                <a:gd name="T16" fmla="*/ 64 w 18"/>
                <a:gd name="T17" fmla="*/ 64 h 44"/>
                <a:gd name="T18" fmla="*/ 48 w 18"/>
                <a:gd name="T19" fmla="*/ 1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11"/>
                    <a:pt x="1" y="17"/>
                    <a:pt x="3" y="22"/>
                  </a:cubicBezTo>
                  <a:cubicBezTo>
                    <a:pt x="5" y="28"/>
                    <a:pt x="7" y="34"/>
                    <a:pt x="12" y="39"/>
                  </a:cubicBezTo>
                  <a:cubicBezTo>
                    <a:pt x="13" y="41"/>
                    <a:pt x="16" y="42"/>
                    <a:pt x="17" y="44"/>
                  </a:cubicBezTo>
                  <a:cubicBezTo>
                    <a:pt x="18" y="43"/>
                    <a:pt x="17" y="43"/>
                    <a:pt x="17" y="42"/>
                  </a:cubicBezTo>
                  <a:cubicBezTo>
                    <a:pt x="17" y="38"/>
                    <a:pt x="15" y="35"/>
                    <a:pt x="15" y="31"/>
                  </a:cubicBezTo>
                  <a:cubicBezTo>
                    <a:pt x="14" y="26"/>
                    <a:pt x="13" y="21"/>
                    <a:pt x="11" y="16"/>
                  </a:cubicBezTo>
                  <a:cubicBezTo>
                    <a:pt x="11" y="13"/>
                    <a:pt x="10" y="10"/>
                    <a:pt x="8" y="8"/>
                  </a:cubicBezTo>
                  <a:cubicBezTo>
                    <a:pt x="8" y="6"/>
                    <a:pt x="6" y="4"/>
                    <a:pt x="6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59" name="Freeform 6646">
              <a:extLst>
                <a:ext uri="{FF2B5EF4-FFF2-40B4-BE49-F238E27FC236}">
                  <a16:creationId xmlns:a16="http://schemas.microsoft.com/office/drawing/2014/main" id="{3BF42A3A-320C-4F06-AC46-66AAFC4E8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489"/>
              <a:ext cx="36" cy="76"/>
            </a:xfrm>
            <a:custGeom>
              <a:avLst/>
              <a:gdLst>
                <a:gd name="T0" fmla="*/ 0 w 18"/>
                <a:gd name="T1" fmla="*/ 0 h 38"/>
                <a:gd name="T2" fmla="*/ 24 w 18"/>
                <a:gd name="T3" fmla="*/ 64 h 38"/>
                <a:gd name="T4" fmla="*/ 64 w 18"/>
                <a:gd name="T5" fmla="*/ 184 h 38"/>
                <a:gd name="T6" fmla="*/ 128 w 18"/>
                <a:gd name="T7" fmla="*/ 272 h 38"/>
                <a:gd name="T8" fmla="*/ 144 w 18"/>
                <a:gd name="T9" fmla="*/ 30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8">
                  <a:moveTo>
                    <a:pt x="0" y="0"/>
                  </a:moveTo>
                  <a:cubicBezTo>
                    <a:pt x="1" y="2"/>
                    <a:pt x="3" y="6"/>
                    <a:pt x="3" y="8"/>
                  </a:cubicBezTo>
                  <a:cubicBezTo>
                    <a:pt x="4" y="13"/>
                    <a:pt x="5" y="18"/>
                    <a:pt x="8" y="23"/>
                  </a:cubicBezTo>
                  <a:cubicBezTo>
                    <a:pt x="10" y="27"/>
                    <a:pt x="13" y="30"/>
                    <a:pt x="16" y="34"/>
                  </a:cubicBezTo>
                  <a:cubicBezTo>
                    <a:pt x="16" y="35"/>
                    <a:pt x="18" y="37"/>
                    <a:pt x="18" y="3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60" name="Freeform 6647">
              <a:extLst>
                <a:ext uri="{FF2B5EF4-FFF2-40B4-BE49-F238E27FC236}">
                  <a16:creationId xmlns:a16="http://schemas.microsoft.com/office/drawing/2014/main" id="{367EACDB-E149-45DF-A570-03DA7C8D6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453"/>
              <a:ext cx="28" cy="114"/>
            </a:xfrm>
            <a:custGeom>
              <a:avLst/>
              <a:gdLst>
                <a:gd name="T0" fmla="*/ 48 w 14"/>
                <a:gd name="T1" fmla="*/ 456 h 57"/>
                <a:gd name="T2" fmla="*/ 64 w 14"/>
                <a:gd name="T3" fmla="*/ 440 h 57"/>
                <a:gd name="T4" fmla="*/ 88 w 14"/>
                <a:gd name="T5" fmla="*/ 400 h 57"/>
                <a:gd name="T6" fmla="*/ 104 w 14"/>
                <a:gd name="T7" fmla="*/ 256 h 57"/>
                <a:gd name="T8" fmla="*/ 96 w 14"/>
                <a:gd name="T9" fmla="*/ 128 h 57"/>
                <a:gd name="T10" fmla="*/ 0 w 14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7">
                  <a:moveTo>
                    <a:pt x="6" y="57"/>
                  </a:moveTo>
                  <a:cubicBezTo>
                    <a:pt x="6" y="56"/>
                    <a:pt x="7" y="56"/>
                    <a:pt x="8" y="55"/>
                  </a:cubicBezTo>
                  <a:cubicBezTo>
                    <a:pt x="9" y="54"/>
                    <a:pt x="10" y="52"/>
                    <a:pt x="11" y="50"/>
                  </a:cubicBezTo>
                  <a:cubicBezTo>
                    <a:pt x="14" y="45"/>
                    <a:pt x="12" y="37"/>
                    <a:pt x="13" y="32"/>
                  </a:cubicBezTo>
                  <a:cubicBezTo>
                    <a:pt x="13" y="26"/>
                    <a:pt x="13" y="21"/>
                    <a:pt x="12" y="16"/>
                  </a:cubicBezTo>
                  <a:cubicBezTo>
                    <a:pt x="9" y="6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61" name="Freeform 6648">
              <a:extLst>
                <a:ext uri="{FF2B5EF4-FFF2-40B4-BE49-F238E27FC236}">
                  <a16:creationId xmlns:a16="http://schemas.microsoft.com/office/drawing/2014/main" id="{57D14736-A04B-4E53-892A-60FFF75CE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541"/>
              <a:ext cx="42" cy="50"/>
            </a:xfrm>
            <a:custGeom>
              <a:avLst/>
              <a:gdLst>
                <a:gd name="T0" fmla="*/ 0 w 21"/>
                <a:gd name="T1" fmla="*/ 0 h 25"/>
                <a:gd name="T2" fmla="*/ 120 w 21"/>
                <a:gd name="T3" fmla="*/ 176 h 25"/>
                <a:gd name="T4" fmla="*/ 168 w 21"/>
                <a:gd name="T5" fmla="*/ 20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0"/>
                  </a:moveTo>
                  <a:cubicBezTo>
                    <a:pt x="3" y="9"/>
                    <a:pt x="7" y="18"/>
                    <a:pt x="15" y="22"/>
                  </a:cubicBezTo>
                  <a:cubicBezTo>
                    <a:pt x="17" y="23"/>
                    <a:pt x="19" y="24"/>
                    <a:pt x="21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62" name="Freeform 6649">
              <a:extLst>
                <a:ext uri="{FF2B5EF4-FFF2-40B4-BE49-F238E27FC236}">
                  <a16:creationId xmlns:a16="http://schemas.microsoft.com/office/drawing/2014/main" id="{530FB515-ABF8-49D9-A6D3-32EA4A1F4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613"/>
              <a:ext cx="30" cy="98"/>
            </a:xfrm>
            <a:custGeom>
              <a:avLst/>
              <a:gdLst>
                <a:gd name="T0" fmla="*/ 0 w 15"/>
                <a:gd name="T1" fmla="*/ 32 h 49"/>
                <a:gd name="T2" fmla="*/ 8 w 15"/>
                <a:gd name="T3" fmla="*/ 168 h 49"/>
                <a:gd name="T4" fmla="*/ 48 w 15"/>
                <a:gd name="T5" fmla="*/ 304 h 49"/>
                <a:gd name="T6" fmla="*/ 88 w 15"/>
                <a:gd name="T7" fmla="*/ 392 h 49"/>
                <a:gd name="T8" fmla="*/ 72 w 15"/>
                <a:gd name="T9" fmla="*/ 112 h 49"/>
                <a:gd name="T10" fmla="*/ 24 w 15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9">
                  <a:moveTo>
                    <a:pt x="0" y="4"/>
                  </a:moveTo>
                  <a:cubicBezTo>
                    <a:pt x="0" y="10"/>
                    <a:pt x="0" y="16"/>
                    <a:pt x="1" y="21"/>
                  </a:cubicBezTo>
                  <a:cubicBezTo>
                    <a:pt x="2" y="27"/>
                    <a:pt x="4" y="33"/>
                    <a:pt x="6" y="38"/>
                  </a:cubicBezTo>
                  <a:cubicBezTo>
                    <a:pt x="7" y="42"/>
                    <a:pt x="8" y="47"/>
                    <a:pt x="11" y="49"/>
                  </a:cubicBezTo>
                  <a:cubicBezTo>
                    <a:pt x="15" y="38"/>
                    <a:pt x="11" y="25"/>
                    <a:pt x="9" y="14"/>
                  </a:cubicBezTo>
                  <a:cubicBezTo>
                    <a:pt x="8" y="9"/>
                    <a:pt x="5" y="5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63" name="Freeform 6650">
              <a:extLst>
                <a:ext uri="{FF2B5EF4-FFF2-40B4-BE49-F238E27FC236}">
                  <a16:creationId xmlns:a16="http://schemas.microsoft.com/office/drawing/2014/main" id="{EFB8E33B-AAEA-4F05-B3AA-29A096337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563"/>
              <a:ext cx="26" cy="92"/>
            </a:xfrm>
            <a:custGeom>
              <a:avLst/>
              <a:gdLst>
                <a:gd name="T0" fmla="*/ 64 w 13"/>
                <a:gd name="T1" fmla="*/ 368 h 46"/>
                <a:gd name="T2" fmla="*/ 0 w 13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6">
                  <a:moveTo>
                    <a:pt x="8" y="46"/>
                  </a:moveTo>
                  <a:cubicBezTo>
                    <a:pt x="13" y="32"/>
                    <a:pt x="10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64" name="Freeform 6651">
              <a:extLst>
                <a:ext uri="{FF2B5EF4-FFF2-40B4-BE49-F238E27FC236}">
                  <a16:creationId xmlns:a16="http://schemas.microsoft.com/office/drawing/2014/main" id="{9B265350-5313-459D-A6A8-79E8E66FC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567"/>
              <a:ext cx="10" cy="64"/>
            </a:xfrm>
            <a:custGeom>
              <a:avLst/>
              <a:gdLst>
                <a:gd name="T0" fmla="*/ 8 w 5"/>
                <a:gd name="T1" fmla="*/ 0 h 32"/>
                <a:gd name="T2" fmla="*/ 24 w 5"/>
                <a:gd name="T3" fmla="*/ 160 h 32"/>
                <a:gd name="T4" fmla="*/ 0 w 5"/>
                <a:gd name="T5" fmla="*/ 25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1" y="0"/>
                  </a:moveTo>
                  <a:cubicBezTo>
                    <a:pt x="5" y="5"/>
                    <a:pt x="4" y="14"/>
                    <a:pt x="3" y="20"/>
                  </a:cubicBezTo>
                  <a:cubicBezTo>
                    <a:pt x="3" y="23"/>
                    <a:pt x="2" y="31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65" name="Freeform 6652">
              <a:extLst>
                <a:ext uri="{FF2B5EF4-FFF2-40B4-BE49-F238E27FC236}">
                  <a16:creationId xmlns:a16="http://schemas.microsoft.com/office/drawing/2014/main" id="{08A6C5C5-C19C-45B9-9923-B3E154CC3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613"/>
              <a:ext cx="28" cy="86"/>
            </a:xfrm>
            <a:custGeom>
              <a:avLst/>
              <a:gdLst>
                <a:gd name="T0" fmla="*/ 48 w 14"/>
                <a:gd name="T1" fmla="*/ 0 h 43"/>
                <a:gd name="T2" fmla="*/ 112 w 14"/>
                <a:gd name="T3" fmla="*/ 344 h 43"/>
                <a:gd name="T4" fmla="*/ 0 w 14"/>
                <a:gd name="T5" fmla="*/ 16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6" y="0"/>
                  </a:moveTo>
                  <a:cubicBezTo>
                    <a:pt x="12" y="14"/>
                    <a:pt x="13" y="28"/>
                    <a:pt x="14" y="43"/>
                  </a:cubicBezTo>
                  <a:cubicBezTo>
                    <a:pt x="11" y="35"/>
                    <a:pt x="3" y="3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66" name="Freeform 6653">
              <a:extLst>
                <a:ext uri="{FF2B5EF4-FFF2-40B4-BE49-F238E27FC236}">
                  <a16:creationId xmlns:a16="http://schemas.microsoft.com/office/drawing/2014/main" id="{D33B54C8-D9A6-4377-8F81-C3CE0013A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587"/>
              <a:ext cx="16" cy="98"/>
            </a:xfrm>
            <a:custGeom>
              <a:avLst/>
              <a:gdLst>
                <a:gd name="T0" fmla="*/ 16 w 8"/>
                <a:gd name="T1" fmla="*/ 0 h 49"/>
                <a:gd name="T2" fmla="*/ 32 w 8"/>
                <a:gd name="T3" fmla="*/ 288 h 49"/>
                <a:gd name="T4" fmla="*/ 0 w 8"/>
                <a:gd name="T5" fmla="*/ 39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9">
                  <a:moveTo>
                    <a:pt x="2" y="0"/>
                  </a:moveTo>
                  <a:cubicBezTo>
                    <a:pt x="8" y="8"/>
                    <a:pt x="6" y="26"/>
                    <a:pt x="4" y="36"/>
                  </a:cubicBezTo>
                  <a:cubicBezTo>
                    <a:pt x="3" y="40"/>
                    <a:pt x="2" y="44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67" name="Freeform 6654">
              <a:extLst>
                <a:ext uri="{FF2B5EF4-FFF2-40B4-BE49-F238E27FC236}">
                  <a16:creationId xmlns:a16="http://schemas.microsoft.com/office/drawing/2014/main" id="{8F2614D6-FAC9-4144-82F6-79701DDAD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609"/>
              <a:ext cx="38" cy="112"/>
            </a:xfrm>
            <a:custGeom>
              <a:avLst/>
              <a:gdLst>
                <a:gd name="T0" fmla="*/ 8 w 19"/>
                <a:gd name="T1" fmla="*/ 0 h 56"/>
                <a:gd name="T2" fmla="*/ 8 w 19"/>
                <a:gd name="T3" fmla="*/ 112 h 56"/>
                <a:gd name="T4" fmla="*/ 32 w 19"/>
                <a:gd name="T5" fmla="*/ 256 h 56"/>
                <a:gd name="T6" fmla="*/ 152 w 19"/>
                <a:gd name="T7" fmla="*/ 448 h 56"/>
                <a:gd name="T8" fmla="*/ 144 w 19"/>
                <a:gd name="T9" fmla="*/ 352 h 56"/>
                <a:gd name="T10" fmla="*/ 96 w 19"/>
                <a:gd name="T11" fmla="*/ 184 h 56"/>
                <a:gd name="T12" fmla="*/ 40 w 19"/>
                <a:gd name="T13" fmla="*/ 4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6">
                  <a:moveTo>
                    <a:pt x="1" y="0"/>
                  </a:moveTo>
                  <a:cubicBezTo>
                    <a:pt x="1" y="4"/>
                    <a:pt x="0" y="9"/>
                    <a:pt x="1" y="14"/>
                  </a:cubicBezTo>
                  <a:cubicBezTo>
                    <a:pt x="1" y="20"/>
                    <a:pt x="2" y="27"/>
                    <a:pt x="4" y="32"/>
                  </a:cubicBezTo>
                  <a:cubicBezTo>
                    <a:pt x="7" y="41"/>
                    <a:pt x="13" y="51"/>
                    <a:pt x="19" y="56"/>
                  </a:cubicBezTo>
                  <a:cubicBezTo>
                    <a:pt x="18" y="53"/>
                    <a:pt x="19" y="48"/>
                    <a:pt x="18" y="44"/>
                  </a:cubicBezTo>
                  <a:cubicBezTo>
                    <a:pt x="17" y="37"/>
                    <a:pt x="15" y="30"/>
                    <a:pt x="12" y="23"/>
                  </a:cubicBezTo>
                  <a:cubicBezTo>
                    <a:pt x="10" y="17"/>
                    <a:pt x="7" y="11"/>
                    <a:pt x="5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68" name="Freeform 6655">
              <a:extLst>
                <a:ext uri="{FF2B5EF4-FFF2-40B4-BE49-F238E27FC236}">
                  <a16:creationId xmlns:a16="http://schemas.microsoft.com/office/drawing/2014/main" id="{35573CA5-CC54-4CD5-8F17-A07463B2B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643"/>
              <a:ext cx="24" cy="66"/>
            </a:xfrm>
            <a:custGeom>
              <a:avLst/>
              <a:gdLst>
                <a:gd name="T0" fmla="*/ 0 w 12"/>
                <a:gd name="T1" fmla="*/ 0 h 33"/>
                <a:gd name="T2" fmla="*/ 8 w 12"/>
                <a:gd name="T3" fmla="*/ 136 h 33"/>
                <a:gd name="T4" fmla="*/ 96 w 12"/>
                <a:gd name="T5" fmla="*/ 264 h 33"/>
                <a:gd name="T6" fmla="*/ 96 w 12"/>
                <a:gd name="T7" fmla="*/ 15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3">
                  <a:moveTo>
                    <a:pt x="0" y="0"/>
                  </a:moveTo>
                  <a:cubicBezTo>
                    <a:pt x="1" y="6"/>
                    <a:pt x="0" y="11"/>
                    <a:pt x="1" y="17"/>
                  </a:cubicBezTo>
                  <a:cubicBezTo>
                    <a:pt x="3" y="23"/>
                    <a:pt x="8" y="27"/>
                    <a:pt x="12" y="33"/>
                  </a:cubicBezTo>
                  <a:cubicBezTo>
                    <a:pt x="11" y="29"/>
                    <a:pt x="10" y="22"/>
                    <a:pt x="12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69" name="Freeform 6656">
              <a:extLst>
                <a:ext uri="{FF2B5EF4-FFF2-40B4-BE49-F238E27FC236}">
                  <a16:creationId xmlns:a16="http://schemas.microsoft.com/office/drawing/2014/main" id="{50155F7F-D351-4D41-9203-359BE6DB0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691"/>
              <a:ext cx="28" cy="86"/>
            </a:xfrm>
            <a:custGeom>
              <a:avLst/>
              <a:gdLst>
                <a:gd name="T0" fmla="*/ 0 w 14"/>
                <a:gd name="T1" fmla="*/ 80 h 43"/>
                <a:gd name="T2" fmla="*/ 64 w 14"/>
                <a:gd name="T3" fmla="*/ 344 h 43"/>
                <a:gd name="T4" fmla="*/ 80 w 14"/>
                <a:gd name="T5" fmla="*/ 272 h 43"/>
                <a:gd name="T6" fmla="*/ 104 w 14"/>
                <a:gd name="T7" fmla="*/ 144 h 43"/>
                <a:gd name="T8" fmla="*/ 96 w 1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3">
                  <a:moveTo>
                    <a:pt x="0" y="10"/>
                  </a:moveTo>
                  <a:cubicBezTo>
                    <a:pt x="0" y="20"/>
                    <a:pt x="1" y="35"/>
                    <a:pt x="8" y="43"/>
                  </a:cubicBezTo>
                  <a:cubicBezTo>
                    <a:pt x="10" y="40"/>
                    <a:pt x="10" y="37"/>
                    <a:pt x="10" y="34"/>
                  </a:cubicBezTo>
                  <a:cubicBezTo>
                    <a:pt x="11" y="28"/>
                    <a:pt x="12" y="23"/>
                    <a:pt x="13" y="18"/>
                  </a:cubicBezTo>
                  <a:cubicBezTo>
                    <a:pt x="14" y="12"/>
                    <a:pt x="13" y="6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70" name="Freeform 6657">
              <a:extLst>
                <a:ext uri="{FF2B5EF4-FFF2-40B4-BE49-F238E27FC236}">
                  <a16:creationId xmlns:a16="http://schemas.microsoft.com/office/drawing/2014/main" id="{0BE38938-4DEA-4B1F-AF3C-210ED7DED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693"/>
              <a:ext cx="34" cy="68"/>
            </a:xfrm>
            <a:custGeom>
              <a:avLst/>
              <a:gdLst>
                <a:gd name="T0" fmla="*/ 0 w 17"/>
                <a:gd name="T1" fmla="*/ 0 h 34"/>
                <a:gd name="T2" fmla="*/ 24 w 17"/>
                <a:gd name="T3" fmla="*/ 120 h 34"/>
                <a:gd name="T4" fmla="*/ 80 w 17"/>
                <a:gd name="T5" fmla="*/ 272 h 34"/>
                <a:gd name="T6" fmla="*/ 136 w 17"/>
                <a:gd name="T7" fmla="*/ 144 h 34"/>
                <a:gd name="T8" fmla="*/ 128 w 17"/>
                <a:gd name="T9" fmla="*/ 4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4">
                  <a:moveTo>
                    <a:pt x="0" y="0"/>
                  </a:moveTo>
                  <a:cubicBezTo>
                    <a:pt x="0" y="5"/>
                    <a:pt x="2" y="10"/>
                    <a:pt x="3" y="15"/>
                  </a:cubicBezTo>
                  <a:cubicBezTo>
                    <a:pt x="4" y="20"/>
                    <a:pt x="6" y="30"/>
                    <a:pt x="10" y="34"/>
                  </a:cubicBezTo>
                  <a:cubicBezTo>
                    <a:pt x="10" y="28"/>
                    <a:pt x="16" y="24"/>
                    <a:pt x="17" y="18"/>
                  </a:cubicBezTo>
                  <a:cubicBezTo>
                    <a:pt x="17" y="14"/>
                    <a:pt x="16" y="9"/>
                    <a:pt x="16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71" name="Freeform 6658">
              <a:extLst>
                <a:ext uri="{FF2B5EF4-FFF2-40B4-BE49-F238E27FC236}">
                  <a16:creationId xmlns:a16="http://schemas.microsoft.com/office/drawing/2014/main" id="{4F1B6573-686B-425A-9A67-06E9F7FAC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773"/>
              <a:ext cx="30" cy="86"/>
            </a:xfrm>
            <a:custGeom>
              <a:avLst/>
              <a:gdLst>
                <a:gd name="T0" fmla="*/ 0 w 15"/>
                <a:gd name="T1" fmla="*/ 8 h 43"/>
                <a:gd name="T2" fmla="*/ 32 w 15"/>
                <a:gd name="T3" fmla="*/ 200 h 43"/>
                <a:gd name="T4" fmla="*/ 104 w 15"/>
                <a:gd name="T5" fmla="*/ 344 h 43"/>
                <a:gd name="T6" fmla="*/ 112 w 15"/>
                <a:gd name="T7" fmla="*/ 280 h 43"/>
                <a:gd name="T8" fmla="*/ 72 w 15"/>
                <a:gd name="T9" fmla="*/ 112 h 43"/>
                <a:gd name="T10" fmla="*/ 8 w 1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3">
                  <a:moveTo>
                    <a:pt x="0" y="1"/>
                  </a:moveTo>
                  <a:cubicBezTo>
                    <a:pt x="0" y="9"/>
                    <a:pt x="2" y="17"/>
                    <a:pt x="4" y="25"/>
                  </a:cubicBezTo>
                  <a:cubicBezTo>
                    <a:pt x="6" y="31"/>
                    <a:pt x="8" y="38"/>
                    <a:pt x="13" y="43"/>
                  </a:cubicBezTo>
                  <a:cubicBezTo>
                    <a:pt x="13" y="40"/>
                    <a:pt x="14" y="38"/>
                    <a:pt x="14" y="35"/>
                  </a:cubicBezTo>
                  <a:cubicBezTo>
                    <a:pt x="15" y="28"/>
                    <a:pt x="12" y="20"/>
                    <a:pt x="9" y="14"/>
                  </a:cubicBezTo>
                  <a:cubicBezTo>
                    <a:pt x="7" y="9"/>
                    <a:pt x="1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72" name="Freeform 6659">
              <a:extLst>
                <a:ext uri="{FF2B5EF4-FFF2-40B4-BE49-F238E27FC236}">
                  <a16:creationId xmlns:a16="http://schemas.microsoft.com/office/drawing/2014/main" id="{91165A59-975F-4261-A258-87CCD0E3C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759"/>
              <a:ext cx="8" cy="78"/>
            </a:xfrm>
            <a:custGeom>
              <a:avLst/>
              <a:gdLst>
                <a:gd name="T0" fmla="*/ 0 w 4"/>
                <a:gd name="T1" fmla="*/ 0 h 39"/>
                <a:gd name="T2" fmla="*/ 24 w 4"/>
                <a:gd name="T3" fmla="*/ 216 h 39"/>
                <a:gd name="T4" fmla="*/ 0 w 4"/>
                <a:gd name="T5" fmla="*/ 31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9">
                  <a:moveTo>
                    <a:pt x="0" y="0"/>
                  </a:moveTo>
                  <a:cubicBezTo>
                    <a:pt x="1" y="9"/>
                    <a:pt x="3" y="18"/>
                    <a:pt x="3" y="27"/>
                  </a:cubicBezTo>
                  <a:cubicBezTo>
                    <a:pt x="3" y="30"/>
                    <a:pt x="4" y="38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73" name="Freeform 6660">
              <a:extLst>
                <a:ext uri="{FF2B5EF4-FFF2-40B4-BE49-F238E27FC236}">
                  <a16:creationId xmlns:a16="http://schemas.microsoft.com/office/drawing/2014/main" id="{3A05D421-3A6A-4234-B481-7FAC9C1FC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729"/>
              <a:ext cx="20" cy="90"/>
            </a:xfrm>
            <a:custGeom>
              <a:avLst/>
              <a:gdLst>
                <a:gd name="T0" fmla="*/ 0 w 10"/>
                <a:gd name="T1" fmla="*/ 360 h 45"/>
                <a:gd name="T2" fmla="*/ 56 w 10"/>
                <a:gd name="T3" fmla="*/ 112 h 45"/>
                <a:gd name="T4" fmla="*/ 32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0" y="45"/>
                  </a:moveTo>
                  <a:cubicBezTo>
                    <a:pt x="6" y="36"/>
                    <a:pt x="10" y="25"/>
                    <a:pt x="7" y="14"/>
                  </a:cubicBezTo>
                  <a:cubicBezTo>
                    <a:pt x="6" y="10"/>
                    <a:pt x="4" y="5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74" name="Freeform 6661">
              <a:extLst>
                <a:ext uri="{FF2B5EF4-FFF2-40B4-BE49-F238E27FC236}">
                  <a16:creationId xmlns:a16="http://schemas.microsoft.com/office/drawing/2014/main" id="{02377970-F51D-4FFA-B3E4-49E81F4B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703"/>
              <a:ext cx="42" cy="94"/>
            </a:xfrm>
            <a:custGeom>
              <a:avLst/>
              <a:gdLst>
                <a:gd name="T0" fmla="*/ 0 w 21"/>
                <a:gd name="T1" fmla="*/ 0 h 47"/>
                <a:gd name="T2" fmla="*/ 0 w 21"/>
                <a:gd name="T3" fmla="*/ 64 h 47"/>
                <a:gd name="T4" fmla="*/ 40 w 21"/>
                <a:gd name="T5" fmla="*/ 192 h 47"/>
                <a:gd name="T6" fmla="*/ 160 w 21"/>
                <a:gd name="T7" fmla="*/ 376 h 47"/>
                <a:gd name="T8" fmla="*/ 144 w 21"/>
                <a:gd name="T9" fmla="*/ 304 h 47"/>
                <a:gd name="T10" fmla="*/ 120 w 21"/>
                <a:gd name="T11" fmla="*/ 192 h 47"/>
                <a:gd name="T12" fmla="*/ 64 w 21"/>
                <a:gd name="T13" fmla="*/ 6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47">
                  <a:moveTo>
                    <a:pt x="0" y="0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1" y="14"/>
                    <a:pt x="3" y="19"/>
                    <a:pt x="5" y="24"/>
                  </a:cubicBezTo>
                  <a:cubicBezTo>
                    <a:pt x="9" y="32"/>
                    <a:pt x="14" y="40"/>
                    <a:pt x="20" y="47"/>
                  </a:cubicBezTo>
                  <a:cubicBezTo>
                    <a:pt x="21" y="45"/>
                    <a:pt x="19" y="40"/>
                    <a:pt x="18" y="38"/>
                  </a:cubicBezTo>
                  <a:cubicBezTo>
                    <a:pt x="17" y="33"/>
                    <a:pt x="16" y="29"/>
                    <a:pt x="15" y="24"/>
                  </a:cubicBezTo>
                  <a:cubicBezTo>
                    <a:pt x="13" y="18"/>
                    <a:pt x="10" y="13"/>
                    <a:pt x="8" y="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75" name="Freeform 6662">
              <a:extLst>
                <a:ext uri="{FF2B5EF4-FFF2-40B4-BE49-F238E27FC236}">
                  <a16:creationId xmlns:a16="http://schemas.microsoft.com/office/drawing/2014/main" id="{440FA601-367E-4BA5-A044-E5D0C3EC2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49"/>
              <a:ext cx="28" cy="52"/>
            </a:xfrm>
            <a:custGeom>
              <a:avLst/>
              <a:gdLst>
                <a:gd name="T0" fmla="*/ 0 w 14"/>
                <a:gd name="T1" fmla="*/ 0 h 26"/>
                <a:gd name="T2" fmla="*/ 112 w 14"/>
                <a:gd name="T3" fmla="*/ 208 h 26"/>
                <a:gd name="T4" fmla="*/ 88 w 14"/>
                <a:gd name="T5" fmla="*/ 4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6">
                  <a:moveTo>
                    <a:pt x="0" y="0"/>
                  </a:moveTo>
                  <a:cubicBezTo>
                    <a:pt x="1" y="8"/>
                    <a:pt x="5" y="22"/>
                    <a:pt x="14" y="26"/>
                  </a:cubicBezTo>
                  <a:cubicBezTo>
                    <a:pt x="12" y="21"/>
                    <a:pt x="11" y="11"/>
                    <a:pt x="11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76" name="Freeform 6663">
              <a:extLst>
                <a:ext uri="{FF2B5EF4-FFF2-40B4-BE49-F238E27FC236}">
                  <a16:creationId xmlns:a16="http://schemas.microsoft.com/office/drawing/2014/main" id="{C95AF52A-4365-44B4-BA39-4A270EA3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425"/>
              <a:ext cx="12" cy="34"/>
            </a:xfrm>
            <a:custGeom>
              <a:avLst/>
              <a:gdLst>
                <a:gd name="T0" fmla="*/ 0 w 6"/>
                <a:gd name="T1" fmla="*/ 0 h 17"/>
                <a:gd name="T2" fmla="*/ 48 w 6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3" y="9"/>
                    <a:pt x="6" y="17"/>
                    <a:pt x="6" y="1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77" name="Freeform 6664">
              <a:extLst>
                <a:ext uri="{FF2B5EF4-FFF2-40B4-BE49-F238E27FC236}">
                  <a16:creationId xmlns:a16="http://schemas.microsoft.com/office/drawing/2014/main" id="{DF79EE2D-A969-4136-86B2-E4D465D8F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425"/>
              <a:ext cx="16" cy="78"/>
            </a:xfrm>
            <a:custGeom>
              <a:avLst/>
              <a:gdLst>
                <a:gd name="T0" fmla="*/ 0 w 8"/>
                <a:gd name="T1" fmla="*/ 0 h 39"/>
                <a:gd name="T2" fmla="*/ 64 w 8"/>
                <a:gd name="T3" fmla="*/ 31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cubicBezTo>
                    <a:pt x="5" y="10"/>
                    <a:pt x="8" y="30"/>
                    <a:pt x="8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78" name="Freeform 6665">
              <a:extLst>
                <a:ext uri="{FF2B5EF4-FFF2-40B4-BE49-F238E27FC236}">
                  <a16:creationId xmlns:a16="http://schemas.microsoft.com/office/drawing/2014/main" id="{1E0231B1-7ADA-45A5-8CE4-B22BA1A1C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425"/>
              <a:ext cx="8" cy="72"/>
            </a:xfrm>
            <a:custGeom>
              <a:avLst/>
              <a:gdLst>
                <a:gd name="T0" fmla="*/ 16 w 4"/>
                <a:gd name="T1" fmla="*/ 288 h 36"/>
                <a:gd name="T2" fmla="*/ 0 w 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2" y="36"/>
                  </a:moveTo>
                  <a:cubicBezTo>
                    <a:pt x="4" y="22"/>
                    <a:pt x="4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79" name="Freeform 6666">
              <a:extLst>
                <a:ext uri="{FF2B5EF4-FFF2-40B4-BE49-F238E27FC236}">
                  <a16:creationId xmlns:a16="http://schemas.microsoft.com/office/drawing/2014/main" id="{D3F61C76-DEBF-450E-8526-832BAFB6F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835"/>
              <a:ext cx="28" cy="86"/>
            </a:xfrm>
            <a:custGeom>
              <a:avLst/>
              <a:gdLst>
                <a:gd name="T0" fmla="*/ 0 w 14"/>
                <a:gd name="T1" fmla="*/ 88 h 43"/>
                <a:gd name="T2" fmla="*/ 80 w 14"/>
                <a:gd name="T3" fmla="*/ 344 h 43"/>
                <a:gd name="T4" fmla="*/ 88 w 14"/>
                <a:gd name="T5" fmla="*/ 272 h 43"/>
                <a:gd name="T6" fmla="*/ 104 w 14"/>
                <a:gd name="T7" fmla="*/ 144 h 43"/>
                <a:gd name="T8" fmla="*/ 48 w 1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3">
                  <a:moveTo>
                    <a:pt x="0" y="11"/>
                  </a:moveTo>
                  <a:cubicBezTo>
                    <a:pt x="1" y="21"/>
                    <a:pt x="3" y="36"/>
                    <a:pt x="10" y="43"/>
                  </a:cubicBezTo>
                  <a:cubicBezTo>
                    <a:pt x="11" y="41"/>
                    <a:pt x="11" y="37"/>
                    <a:pt x="11" y="34"/>
                  </a:cubicBezTo>
                  <a:cubicBezTo>
                    <a:pt x="12" y="29"/>
                    <a:pt x="13" y="23"/>
                    <a:pt x="13" y="18"/>
                  </a:cubicBezTo>
                  <a:cubicBezTo>
                    <a:pt x="14" y="12"/>
                    <a:pt x="8" y="5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80" name="Freeform 6667">
              <a:extLst>
                <a:ext uri="{FF2B5EF4-FFF2-40B4-BE49-F238E27FC236}">
                  <a16:creationId xmlns:a16="http://schemas.microsoft.com/office/drawing/2014/main" id="{50B4151F-4FE3-40B8-8CE9-5429BE90C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919"/>
              <a:ext cx="34" cy="82"/>
            </a:xfrm>
            <a:custGeom>
              <a:avLst/>
              <a:gdLst>
                <a:gd name="T0" fmla="*/ 0 w 17"/>
                <a:gd name="T1" fmla="*/ 0 h 41"/>
                <a:gd name="T2" fmla="*/ 48 w 17"/>
                <a:gd name="T3" fmla="*/ 192 h 41"/>
                <a:gd name="T4" fmla="*/ 128 w 17"/>
                <a:gd name="T5" fmla="*/ 328 h 41"/>
                <a:gd name="T6" fmla="*/ 136 w 17"/>
                <a:gd name="T7" fmla="*/ 272 h 41"/>
                <a:gd name="T8" fmla="*/ 88 w 17"/>
                <a:gd name="T9" fmla="*/ 104 h 41"/>
                <a:gd name="T10" fmla="*/ 16 w 17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1">
                  <a:moveTo>
                    <a:pt x="0" y="0"/>
                  </a:moveTo>
                  <a:cubicBezTo>
                    <a:pt x="1" y="8"/>
                    <a:pt x="3" y="16"/>
                    <a:pt x="6" y="24"/>
                  </a:cubicBezTo>
                  <a:cubicBezTo>
                    <a:pt x="9" y="30"/>
                    <a:pt x="11" y="37"/>
                    <a:pt x="16" y="41"/>
                  </a:cubicBezTo>
                  <a:cubicBezTo>
                    <a:pt x="16" y="39"/>
                    <a:pt x="17" y="36"/>
                    <a:pt x="17" y="34"/>
                  </a:cubicBezTo>
                  <a:cubicBezTo>
                    <a:pt x="17" y="27"/>
                    <a:pt x="14" y="19"/>
                    <a:pt x="11" y="13"/>
                  </a:cubicBezTo>
                  <a:cubicBezTo>
                    <a:pt x="8" y="8"/>
                    <a:pt x="3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81" name="Freeform 6668">
              <a:extLst>
                <a:ext uri="{FF2B5EF4-FFF2-40B4-BE49-F238E27FC236}">
                  <a16:creationId xmlns:a16="http://schemas.microsoft.com/office/drawing/2014/main" id="{B1DF466C-3810-4DCD-BBE9-B03292539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901"/>
              <a:ext cx="10" cy="80"/>
            </a:xfrm>
            <a:custGeom>
              <a:avLst/>
              <a:gdLst>
                <a:gd name="T0" fmla="*/ 0 w 5"/>
                <a:gd name="T1" fmla="*/ 0 h 40"/>
                <a:gd name="T2" fmla="*/ 32 w 5"/>
                <a:gd name="T3" fmla="*/ 224 h 40"/>
                <a:gd name="T4" fmla="*/ 16 w 5"/>
                <a:gd name="T5" fmla="*/ 32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0">
                  <a:moveTo>
                    <a:pt x="0" y="0"/>
                  </a:moveTo>
                  <a:cubicBezTo>
                    <a:pt x="1" y="9"/>
                    <a:pt x="4" y="18"/>
                    <a:pt x="4" y="28"/>
                  </a:cubicBezTo>
                  <a:cubicBezTo>
                    <a:pt x="4" y="31"/>
                    <a:pt x="5" y="38"/>
                    <a:pt x="2" y="4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82" name="Freeform 6669">
              <a:extLst>
                <a:ext uri="{FF2B5EF4-FFF2-40B4-BE49-F238E27FC236}">
                  <a16:creationId xmlns:a16="http://schemas.microsoft.com/office/drawing/2014/main" id="{6408B1E1-4B06-4CB5-AA62-978D3E3AC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871"/>
              <a:ext cx="16" cy="90"/>
            </a:xfrm>
            <a:custGeom>
              <a:avLst/>
              <a:gdLst>
                <a:gd name="T0" fmla="*/ 0 w 8"/>
                <a:gd name="T1" fmla="*/ 360 h 45"/>
                <a:gd name="T2" fmla="*/ 48 w 8"/>
                <a:gd name="T3" fmla="*/ 112 h 45"/>
                <a:gd name="T4" fmla="*/ 16 w 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5">
                  <a:moveTo>
                    <a:pt x="0" y="45"/>
                  </a:moveTo>
                  <a:cubicBezTo>
                    <a:pt x="5" y="36"/>
                    <a:pt x="8" y="24"/>
                    <a:pt x="6" y="14"/>
                  </a:cubicBezTo>
                  <a:cubicBezTo>
                    <a:pt x="4" y="10"/>
                    <a:pt x="2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83" name="Freeform 6670">
              <a:extLst>
                <a:ext uri="{FF2B5EF4-FFF2-40B4-BE49-F238E27FC236}">
                  <a16:creationId xmlns:a16="http://schemas.microsoft.com/office/drawing/2014/main" id="{2D625659-E9A4-42DB-AF09-D60A64ED5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845"/>
              <a:ext cx="48" cy="90"/>
            </a:xfrm>
            <a:custGeom>
              <a:avLst/>
              <a:gdLst>
                <a:gd name="T0" fmla="*/ 0 w 24"/>
                <a:gd name="T1" fmla="*/ 0 h 45"/>
                <a:gd name="T2" fmla="*/ 16 w 24"/>
                <a:gd name="T3" fmla="*/ 64 h 45"/>
                <a:gd name="T4" fmla="*/ 56 w 24"/>
                <a:gd name="T5" fmla="*/ 184 h 45"/>
                <a:gd name="T6" fmla="*/ 184 w 24"/>
                <a:gd name="T7" fmla="*/ 360 h 45"/>
                <a:gd name="T8" fmla="*/ 168 w 24"/>
                <a:gd name="T9" fmla="*/ 296 h 45"/>
                <a:gd name="T10" fmla="*/ 136 w 24"/>
                <a:gd name="T11" fmla="*/ 184 h 45"/>
                <a:gd name="T12" fmla="*/ 72 w 24"/>
                <a:gd name="T13" fmla="*/ 5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2" y="2"/>
                    <a:pt x="1" y="6"/>
                    <a:pt x="2" y="8"/>
                  </a:cubicBezTo>
                  <a:cubicBezTo>
                    <a:pt x="3" y="13"/>
                    <a:pt x="5" y="18"/>
                    <a:pt x="7" y="23"/>
                  </a:cubicBezTo>
                  <a:cubicBezTo>
                    <a:pt x="11" y="31"/>
                    <a:pt x="17" y="39"/>
                    <a:pt x="23" y="45"/>
                  </a:cubicBezTo>
                  <a:cubicBezTo>
                    <a:pt x="24" y="43"/>
                    <a:pt x="22" y="39"/>
                    <a:pt x="21" y="37"/>
                  </a:cubicBezTo>
                  <a:cubicBezTo>
                    <a:pt x="20" y="32"/>
                    <a:pt x="19" y="28"/>
                    <a:pt x="17" y="23"/>
                  </a:cubicBezTo>
                  <a:cubicBezTo>
                    <a:pt x="15" y="17"/>
                    <a:pt x="11" y="12"/>
                    <a:pt x="9" y="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84" name="Freeform 6671">
              <a:extLst>
                <a:ext uri="{FF2B5EF4-FFF2-40B4-BE49-F238E27FC236}">
                  <a16:creationId xmlns:a16="http://schemas.microsoft.com/office/drawing/2014/main" id="{42D572E1-8EE5-4E5A-843E-2A5C289D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891"/>
              <a:ext cx="30" cy="50"/>
            </a:xfrm>
            <a:custGeom>
              <a:avLst/>
              <a:gdLst>
                <a:gd name="T0" fmla="*/ 0 w 15"/>
                <a:gd name="T1" fmla="*/ 0 h 25"/>
                <a:gd name="T2" fmla="*/ 120 w 15"/>
                <a:gd name="T3" fmla="*/ 200 h 25"/>
                <a:gd name="T4" fmla="*/ 96 w 15"/>
                <a:gd name="T5" fmla="*/ 3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2" y="8"/>
                    <a:pt x="7" y="21"/>
                    <a:pt x="15" y="25"/>
                  </a:cubicBezTo>
                  <a:cubicBezTo>
                    <a:pt x="13" y="20"/>
                    <a:pt x="12" y="10"/>
                    <a:pt x="12" y="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85" name="Freeform 6672">
              <a:extLst>
                <a:ext uri="{FF2B5EF4-FFF2-40B4-BE49-F238E27FC236}">
                  <a16:creationId xmlns:a16="http://schemas.microsoft.com/office/drawing/2014/main" id="{A57F8352-82C8-40F1-9DAA-318C162F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951"/>
              <a:ext cx="28" cy="88"/>
            </a:xfrm>
            <a:custGeom>
              <a:avLst/>
              <a:gdLst>
                <a:gd name="T0" fmla="*/ 0 w 14"/>
                <a:gd name="T1" fmla="*/ 224 h 44"/>
                <a:gd name="T2" fmla="*/ 112 w 14"/>
                <a:gd name="T3" fmla="*/ 352 h 44"/>
                <a:gd name="T4" fmla="*/ 96 w 14"/>
                <a:gd name="T5" fmla="*/ 200 h 44"/>
                <a:gd name="T6" fmla="*/ 64 w 14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4">
                  <a:moveTo>
                    <a:pt x="0" y="28"/>
                  </a:moveTo>
                  <a:cubicBezTo>
                    <a:pt x="3" y="34"/>
                    <a:pt x="8" y="42"/>
                    <a:pt x="14" y="44"/>
                  </a:cubicBezTo>
                  <a:cubicBezTo>
                    <a:pt x="13" y="38"/>
                    <a:pt x="11" y="31"/>
                    <a:pt x="12" y="25"/>
                  </a:cubicBezTo>
                  <a:cubicBezTo>
                    <a:pt x="11" y="9"/>
                    <a:pt x="8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86" name="Freeform 6673">
              <a:extLst>
                <a:ext uri="{FF2B5EF4-FFF2-40B4-BE49-F238E27FC236}">
                  <a16:creationId xmlns:a16="http://schemas.microsoft.com/office/drawing/2014/main" id="{F48630ED-05C6-4BE9-BFC0-2D6FA5A5C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3003"/>
              <a:ext cx="36" cy="86"/>
            </a:xfrm>
            <a:custGeom>
              <a:avLst/>
              <a:gdLst>
                <a:gd name="T0" fmla="*/ 8 w 18"/>
                <a:gd name="T1" fmla="*/ 0 h 43"/>
                <a:gd name="T2" fmla="*/ 40 w 18"/>
                <a:gd name="T3" fmla="*/ 208 h 43"/>
                <a:gd name="T4" fmla="*/ 136 w 18"/>
                <a:gd name="T5" fmla="*/ 344 h 43"/>
                <a:gd name="T6" fmla="*/ 120 w 18"/>
                <a:gd name="T7" fmla="*/ 14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3">
                  <a:moveTo>
                    <a:pt x="1" y="0"/>
                  </a:moveTo>
                  <a:cubicBezTo>
                    <a:pt x="0" y="3"/>
                    <a:pt x="4" y="23"/>
                    <a:pt x="5" y="26"/>
                  </a:cubicBezTo>
                  <a:cubicBezTo>
                    <a:pt x="7" y="33"/>
                    <a:pt x="13" y="37"/>
                    <a:pt x="17" y="43"/>
                  </a:cubicBezTo>
                  <a:cubicBezTo>
                    <a:pt x="17" y="35"/>
                    <a:pt x="18" y="25"/>
                    <a:pt x="15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87" name="Freeform 6674">
              <a:extLst>
                <a:ext uri="{FF2B5EF4-FFF2-40B4-BE49-F238E27FC236}">
                  <a16:creationId xmlns:a16="http://schemas.microsoft.com/office/drawing/2014/main" id="{01F3F59B-1C36-4EB1-AA41-BC4DD1AB9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069"/>
              <a:ext cx="26" cy="94"/>
            </a:xfrm>
            <a:custGeom>
              <a:avLst/>
              <a:gdLst>
                <a:gd name="T0" fmla="*/ 8 w 13"/>
                <a:gd name="T1" fmla="*/ 80 h 47"/>
                <a:gd name="T2" fmla="*/ 16 w 13"/>
                <a:gd name="T3" fmla="*/ 200 h 47"/>
                <a:gd name="T4" fmla="*/ 96 w 13"/>
                <a:gd name="T5" fmla="*/ 368 h 47"/>
                <a:gd name="T6" fmla="*/ 88 w 13"/>
                <a:gd name="T7" fmla="*/ 280 h 47"/>
                <a:gd name="T8" fmla="*/ 96 w 13"/>
                <a:gd name="T9" fmla="*/ 232 h 47"/>
                <a:gd name="T10" fmla="*/ 64 w 13"/>
                <a:gd name="T11" fmla="*/ 96 h 47"/>
                <a:gd name="T12" fmla="*/ 8 w 13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7">
                  <a:moveTo>
                    <a:pt x="1" y="10"/>
                  </a:moveTo>
                  <a:cubicBezTo>
                    <a:pt x="0" y="14"/>
                    <a:pt x="1" y="22"/>
                    <a:pt x="2" y="25"/>
                  </a:cubicBezTo>
                  <a:cubicBezTo>
                    <a:pt x="3" y="28"/>
                    <a:pt x="11" y="44"/>
                    <a:pt x="12" y="46"/>
                  </a:cubicBezTo>
                  <a:cubicBezTo>
                    <a:pt x="13" y="47"/>
                    <a:pt x="10" y="34"/>
                    <a:pt x="11" y="35"/>
                  </a:cubicBezTo>
                  <a:cubicBezTo>
                    <a:pt x="11" y="33"/>
                    <a:pt x="12" y="31"/>
                    <a:pt x="12" y="29"/>
                  </a:cubicBezTo>
                  <a:cubicBezTo>
                    <a:pt x="12" y="23"/>
                    <a:pt x="10" y="17"/>
                    <a:pt x="8" y="12"/>
                  </a:cubicBezTo>
                  <a:cubicBezTo>
                    <a:pt x="7" y="7"/>
                    <a:pt x="4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88" name="Freeform 6675">
              <a:extLst>
                <a:ext uri="{FF2B5EF4-FFF2-40B4-BE49-F238E27FC236}">
                  <a16:creationId xmlns:a16="http://schemas.microsoft.com/office/drawing/2014/main" id="{4A78D9A5-F21E-49E0-8817-3898F834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3023"/>
              <a:ext cx="24" cy="62"/>
            </a:xfrm>
            <a:custGeom>
              <a:avLst/>
              <a:gdLst>
                <a:gd name="T0" fmla="*/ 72 w 12"/>
                <a:gd name="T1" fmla="*/ 248 h 31"/>
                <a:gd name="T2" fmla="*/ 64 w 12"/>
                <a:gd name="T3" fmla="*/ 64 h 31"/>
                <a:gd name="T4" fmla="*/ 0 w 1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1">
                  <a:moveTo>
                    <a:pt x="9" y="31"/>
                  </a:moveTo>
                  <a:cubicBezTo>
                    <a:pt x="11" y="24"/>
                    <a:pt x="12" y="16"/>
                    <a:pt x="8" y="8"/>
                  </a:cubicBez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89" name="Freeform 6676">
              <a:extLst>
                <a:ext uri="{FF2B5EF4-FFF2-40B4-BE49-F238E27FC236}">
                  <a16:creationId xmlns:a16="http://schemas.microsoft.com/office/drawing/2014/main" id="{B8D76150-596D-4575-8176-FDA29CF82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969"/>
              <a:ext cx="48" cy="86"/>
            </a:xfrm>
            <a:custGeom>
              <a:avLst/>
              <a:gdLst>
                <a:gd name="T0" fmla="*/ 176 w 24"/>
                <a:gd name="T1" fmla="*/ 192 h 43"/>
                <a:gd name="T2" fmla="*/ 176 w 24"/>
                <a:gd name="T3" fmla="*/ 344 h 43"/>
                <a:gd name="T4" fmla="*/ 96 w 24"/>
                <a:gd name="T5" fmla="*/ 256 h 43"/>
                <a:gd name="T6" fmla="*/ 64 w 24"/>
                <a:gd name="T7" fmla="*/ 208 h 43"/>
                <a:gd name="T8" fmla="*/ 0 w 24"/>
                <a:gd name="T9" fmla="*/ 0 h 43"/>
                <a:gd name="T10" fmla="*/ 176 w 24"/>
                <a:gd name="T11" fmla="*/ 19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3">
                  <a:moveTo>
                    <a:pt x="22" y="24"/>
                  </a:moveTo>
                  <a:cubicBezTo>
                    <a:pt x="24" y="29"/>
                    <a:pt x="22" y="37"/>
                    <a:pt x="22" y="43"/>
                  </a:cubicBezTo>
                  <a:cubicBezTo>
                    <a:pt x="19" y="39"/>
                    <a:pt x="15" y="35"/>
                    <a:pt x="12" y="32"/>
                  </a:cubicBezTo>
                  <a:cubicBezTo>
                    <a:pt x="10" y="30"/>
                    <a:pt x="9" y="28"/>
                    <a:pt x="8" y="26"/>
                  </a:cubicBezTo>
                  <a:cubicBezTo>
                    <a:pt x="1" y="17"/>
                    <a:pt x="0" y="0"/>
                    <a:pt x="0" y="0"/>
                  </a:cubicBezTo>
                  <a:cubicBezTo>
                    <a:pt x="0" y="0"/>
                    <a:pt x="21" y="21"/>
                    <a:pt x="22" y="24"/>
                  </a:cubicBezTo>
                  <a:close/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90" name="Freeform 6677">
              <a:extLst>
                <a:ext uri="{FF2B5EF4-FFF2-40B4-BE49-F238E27FC236}">
                  <a16:creationId xmlns:a16="http://schemas.microsoft.com/office/drawing/2014/main" id="{9BA6D654-A834-40F0-95B7-90379C2D7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045"/>
              <a:ext cx="44" cy="82"/>
            </a:xfrm>
            <a:custGeom>
              <a:avLst/>
              <a:gdLst>
                <a:gd name="T0" fmla="*/ 0 w 22"/>
                <a:gd name="T1" fmla="*/ 0 h 41"/>
                <a:gd name="T2" fmla="*/ 8 w 22"/>
                <a:gd name="T3" fmla="*/ 40 h 41"/>
                <a:gd name="T4" fmla="*/ 40 w 22"/>
                <a:gd name="T5" fmla="*/ 168 h 41"/>
                <a:gd name="T6" fmla="*/ 128 w 22"/>
                <a:gd name="T7" fmla="*/ 288 h 41"/>
                <a:gd name="T8" fmla="*/ 176 w 22"/>
                <a:gd name="T9" fmla="*/ 328 h 41"/>
                <a:gd name="T10" fmla="*/ 168 w 22"/>
                <a:gd name="T11" fmla="*/ 312 h 41"/>
                <a:gd name="T12" fmla="*/ 144 w 22"/>
                <a:gd name="T13" fmla="*/ 232 h 41"/>
                <a:gd name="T14" fmla="*/ 120 w 22"/>
                <a:gd name="T15" fmla="*/ 104 h 41"/>
                <a:gd name="T16" fmla="*/ 88 w 22"/>
                <a:gd name="T17" fmla="*/ 32 h 41"/>
                <a:gd name="T18" fmla="*/ 48 w 22"/>
                <a:gd name="T19" fmla="*/ 8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1">
                  <a:moveTo>
                    <a:pt x="0" y="0"/>
                  </a:moveTo>
                  <a:cubicBezTo>
                    <a:pt x="1" y="1"/>
                    <a:pt x="1" y="3"/>
                    <a:pt x="1" y="5"/>
                  </a:cubicBezTo>
                  <a:cubicBezTo>
                    <a:pt x="2" y="10"/>
                    <a:pt x="3" y="16"/>
                    <a:pt x="5" y="21"/>
                  </a:cubicBezTo>
                  <a:cubicBezTo>
                    <a:pt x="7" y="27"/>
                    <a:pt x="11" y="33"/>
                    <a:pt x="16" y="36"/>
                  </a:cubicBezTo>
                  <a:cubicBezTo>
                    <a:pt x="18" y="38"/>
                    <a:pt x="20" y="39"/>
                    <a:pt x="22" y="41"/>
                  </a:cubicBezTo>
                  <a:cubicBezTo>
                    <a:pt x="22" y="40"/>
                    <a:pt x="22" y="40"/>
                    <a:pt x="21" y="39"/>
                  </a:cubicBezTo>
                  <a:cubicBezTo>
                    <a:pt x="21" y="35"/>
                    <a:pt x="19" y="32"/>
                    <a:pt x="18" y="29"/>
                  </a:cubicBezTo>
                  <a:cubicBezTo>
                    <a:pt x="16" y="24"/>
                    <a:pt x="17" y="17"/>
                    <a:pt x="15" y="13"/>
                  </a:cubicBezTo>
                  <a:cubicBezTo>
                    <a:pt x="14" y="10"/>
                    <a:pt x="12" y="7"/>
                    <a:pt x="11" y="4"/>
                  </a:cubicBezTo>
                  <a:cubicBezTo>
                    <a:pt x="10" y="3"/>
                    <a:pt x="6" y="2"/>
                    <a:pt x="6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91" name="Freeform 6678">
              <a:extLst>
                <a:ext uri="{FF2B5EF4-FFF2-40B4-BE49-F238E27FC236}">
                  <a16:creationId xmlns:a16="http://schemas.microsoft.com/office/drawing/2014/main" id="{09210FAA-FD5E-4CB8-B1BA-C1C77B895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005"/>
              <a:ext cx="46" cy="72"/>
            </a:xfrm>
            <a:custGeom>
              <a:avLst/>
              <a:gdLst>
                <a:gd name="T0" fmla="*/ 0 w 23"/>
                <a:gd name="T1" fmla="*/ 0 h 36"/>
                <a:gd name="T2" fmla="*/ 32 w 23"/>
                <a:gd name="T3" fmla="*/ 64 h 36"/>
                <a:gd name="T4" fmla="*/ 88 w 23"/>
                <a:gd name="T5" fmla="*/ 176 h 36"/>
                <a:gd name="T6" fmla="*/ 160 w 23"/>
                <a:gd name="T7" fmla="*/ 256 h 36"/>
                <a:gd name="T8" fmla="*/ 184 w 23"/>
                <a:gd name="T9" fmla="*/ 28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6">
                  <a:moveTo>
                    <a:pt x="0" y="0"/>
                  </a:moveTo>
                  <a:cubicBezTo>
                    <a:pt x="1" y="2"/>
                    <a:pt x="4" y="6"/>
                    <a:pt x="4" y="8"/>
                  </a:cubicBezTo>
                  <a:cubicBezTo>
                    <a:pt x="6" y="13"/>
                    <a:pt x="8" y="18"/>
                    <a:pt x="11" y="22"/>
                  </a:cubicBezTo>
                  <a:cubicBezTo>
                    <a:pt x="14" y="25"/>
                    <a:pt x="17" y="28"/>
                    <a:pt x="20" y="32"/>
                  </a:cubicBezTo>
                  <a:cubicBezTo>
                    <a:pt x="20" y="33"/>
                    <a:pt x="23" y="35"/>
                    <a:pt x="23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92" name="Freeform 6679">
              <a:extLst>
                <a:ext uri="{FF2B5EF4-FFF2-40B4-BE49-F238E27FC236}">
                  <a16:creationId xmlns:a16="http://schemas.microsoft.com/office/drawing/2014/main" id="{991D5E5D-6D22-4A44-A31E-D23AD83FE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973"/>
              <a:ext cx="38" cy="112"/>
            </a:xfrm>
            <a:custGeom>
              <a:avLst/>
              <a:gdLst>
                <a:gd name="T0" fmla="*/ 104 w 19"/>
                <a:gd name="T1" fmla="*/ 448 h 56"/>
                <a:gd name="T2" fmla="*/ 120 w 19"/>
                <a:gd name="T3" fmla="*/ 424 h 56"/>
                <a:gd name="T4" fmla="*/ 136 w 19"/>
                <a:gd name="T5" fmla="*/ 384 h 56"/>
                <a:gd name="T6" fmla="*/ 136 w 19"/>
                <a:gd name="T7" fmla="*/ 240 h 56"/>
                <a:gd name="T8" fmla="*/ 112 w 19"/>
                <a:gd name="T9" fmla="*/ 112 h 56"/>
                <a:gd name="T10" fmla="*/ 0 w 19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6">
                  <a:moveTo>
                    <a:pt x="13" y="56"/>
                  </a:moveTo>
                  <a:cubicBezTo>
                    <a:pt x="13" y="55"/>
                    <a:pt x="14" y="54"/>
                    <a:pt x="15" y="53"/>
                  </a:cubicBezTo>
                  <a:cubicBezTo>
                    <a:pt x="16" y="52"/>
                    <a:pt x="17" y="50"/>
                    <a:pt x="17" y="48"/>
                  </a:cubicBezTo>
                  <a:cubicBezTo>
                    <a:pt x="19" y="42"/>
                    <a:pt x="17" y="36"/>
                    <a:pt x="17" y="30"/>
                  </a:cubicBezTo>
                  <a:cubicBezTo>
                    <a:pt x="16" y="24"/>
                    <a:pt x="16" y="19"/>
                    <a:pt x="14" y="14"/>
                  </a:cubicBezTo>
                  <a:cubicBezTo>
                    <a:pt x="11" y="5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93" name="Freeform 6680">
              <a:extLst>
                <a:ext uri="{FF2B5EF4-FFF2-40B4-BE49-F238E27FC236}">
                  <a16:creationId xmlns:a16="http://schemas.microsoft.com/office/drawing/2014/main" id="{AB0D8915-9322-4E1A-BD25-26C3A9E24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057"/>
              <a:ext cx="50" cy="44"/>
            </a:xfrm>
            <a:custGeom>
              <a:avLst/>
              <a:gdLst>
                <a:gd name="T0" fmla="*/ 0 w 25"/>
                <a:gd name="T1" fmla="*/ 0 h 22"/>
                <a:gd name="T2" fmla="*/ 144 w 25"/>
                <a:gd name="T3" fmla="*/ 160 h 22"/>
                <a:gd name="T4" fmla="*/ 200 w 25"/>
                <a:gd name="T5" fmla="*/ 17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0" y="0"/>
                  </a:moveTo>
                  <a:cubicBezTo>
                    <a:pt x="4" y="8"/>
                    <a:pt x="9" y="17"/>
                    <a:pt x="18" y="20"/>
                  </a:cubicBezTo>
                  <a:cubicBezTo>
                    <a:pt x="20" y="21"/>
                    <a:pt x="22" y="22"/>
                    <a:pt x="25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94" name="Freeform 6681">
              <a:extLst>
                <a:ext uri="{FF2B5EF4-FFF2-40B4-BE49-F238E27FC236}">
                  <a16:creationId xmlns:a16="http://schemas.microsoft.com/office/drawing/2014/main" id="{EC5678B9-EC11-49E6-BBFC-F55FFE279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3129"/>
              <a:ext cx="22" cy="40"/>
            </a:xfrm>
            <a:custGeom>
              <a:avLst/>
              <a:gdLst>
                <a:gd name="T0" fmla="*/ 88 w 11"/>
                <a:gd name="T1" fmla="*/ 160 h 20"/>
                <a:gd name="T2" fmla="*/ 0 w 1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9" y="14"/>
                    <a:pt x="3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95" name="Freeform 6682">
              <a:extLst>
                <a:ext uri="{FF2B5EF4-FFF2-40B4-BE49-F238E27FC236}">
                  <a16:creationId xmlns:a16="http://schemas.microsoft.com/office/drawing/2014/main" id="{1AB83ACC-0FE4-4F51-B448-052FFD73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137"/>
              <a:ext cx="8" cy="44"/>
            </a:xfrm>
            <a:custGeom>
              <a:avLst/>
              <a:gdLst>
                <a:gd name="T0" fmla="*/ 0 w 4"/>
                <a:gd name="T1" fmla="*/ 0 h 22"/>
                <a:gd name="T2" fmla="*/ 24 w 4"/>
                <a:gd name="T3" fmla="*/ 144 h 22"/>
                <a:gd name="T4" fmla="*/ 32 w 4"/>
                <a:gd name="T5" fmla="*/ 17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2">
                  <a:moveTo>
                    <a:pt x="0" y="0"/>
                  </a:moveTo>
                  <a:cubicBezTo>
                    <a:pt x="0" y="6"/>
                    <a:pt x="1" y="12"/>
                    <a:pt x="3" y="18"/>
                  </a:cubicBezTo>
                  <a:cubicBezTo>
                    <a:pt x="3" y="19"/>
                    <a:pt x="4" y="20"/>
                    <a:pt x="4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96" name="Freeform 6683">
              <a:extLst>
                <a:ext uri="{FF2B5EF4-FFF2-40B4-BE49-F238E27FC236}">
                  <a16:creationId xmlns:a16="http://schemas.microsoft.com/office/drawing/2014/main" id="{A04CA86A-F14B-47EB-A019-ADEF7D478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081"/>
              <a:ext cx="32" cy="88"/>
            </a:xfrm>
            <a:custGeom>
              <a:avLst/>
              <a:gdLst>
                <a:gd name="T0" fmla="*/ 104 w 16"/>
                <a:gd name="T1" fmla="*/ 352 h 44"/>
                <a:gd name="T2" fmla="*/ 0 w 16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4">
                  <a:moveTo>
                    <a:pt x="13" y="44"/>
                  </a:moveTo>
                  <a:cubicBezTo>
                    <a:pt x="16" y="30"/>
                    <a:pt x="10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97" name="Freeform 6684">
              <a:extLst>
                <a:ext uri="{FF2B5EF4-FFF2-40B4-BE49-F238E27FC236}">
                  <a16:creationId xmlns:a16="http://schemas.microsoft.com/office/drawing/2014/main" id="{5651D672-9CAB-44ED-99C5-0BC113FE4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3081"/>
              <a:ext cx="10" cy="64"/>
            </a:xfrm>
            <a:custGeom>
              <a:avLst/>
              <a:gdLst>
                <a:gd name="T0" fmla="*/ 0 w 5"/>
                <a:gd name="T1" fmla="*/ 0 h 32"/>
                <a:gd name="T2" fmla="*/ 32 w 5"/>
                <a:gd name="T3" fmla="*/ 160 h 32"/>
                <a:gd name="T4" fmla="*/ 24 w 5"/>
                <a:gd name="T5" fmla="*/ 25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0" y="0"/>
                  </a:moveTo>
                  <a:cubicBezTo>
                    <a:pt x="5" y="5"/>
                    <a:pt x="5" y="14"/>
                    <a:pt x="4" y="20"/>
                  </a:cubicBezTo>
                  <a:cubicBezTo>
                    <a:pt x="4" y="23"/>
                    <a:pt x="4" y="31"/>
                    <a:pt x="3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98" name="Freeform 6685">
              <a:extLst>
                <a:ext uri="{FF2B5EF4-FFF2-40B4-BE49-F238E27FC236}">
                  <a16:creationId xmlns:a16="http://schemas.microsoft.com/office/drawing/2014/main" id="{441C0E84-C03A-4BE8-94FA-A6C6D26F9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3127"/>
              <a:ext cx="28" cy="58"/>
            </a:xfrm>
            <a:custGeom>
              <a:avLst/>
              <a:gdLst>
                <a:gd name="T0" fmla="*/ 24 w 14"/>
                <a:gd name="T1" fmla="*/ 0 h 29"/>
                <a:gd name="T2" fmla="*/ 112 w 14"/>
                <a:gd name="T3" fmla="*/ 232 h 29"/>
                <a:gd name="T4" fmla="*/ 0 w 14"/>
                <a:gd name="T5" fmla="*/ 16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3" y="0"/>
                  </a:moveTo>
                  <a:cubicBezTo>
                    <a:pt x="11" y="13"/>
                    <a:pt x="11" y="15"/>
                    <a:pt x="14" y="29"/>
                  </a:cubicBezTo>
                  <a:cubicBezTo>
                    <a:pt x="9" y="22"/>
                    <a:pt x="4" y="2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199" name="Freeform 6686">
              <a:extLst>
                <a:ext uri="{FF2B5EF4-FFF2-40B4-BE49-F238E27FC236}">
                  <a16:creationId xmlns:a16="http://schemas.microsoft.com/office/drawing/2014/main" id="{717C7B6D-AC72-4994-9BAC-61B1CF275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3099"/>
              <a:ext cx="14" cy="80"/>
            </a:xfrm>
            <a:custGeom>
              <a:avLst/>
              <a:gdLst>
                <a:gd name="T0" fmla="*/ 0 w 7"/>
                <a:gd name="T1" fmla="*/ 0 h 40"/>
                <a:gd name="T2" fmla="*/ 32 w 7"/>
                <a:gd name="T3" fmla="*/ 32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0" y="0"/>
                  </a:moveTo>
                  <a:cubicBezTo>
                    <a:pt x="7" y="7"/>
                    <a:pt x="5" y="30"/>
                    <a:pt x="4" y="4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00" name="Freeform 6687">
              <a:extLst>
                <a:ext uri="{FF2B5EF4-FFF2-40B4-BE49-F238E27FC236}">
                  <a16:creationId xmlns:a16="http://schemas.microsoft.com/office/drawing/2014/main" id="{D328C667-2922-4D0D-9A79-FFDCCD5CC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3127"/>
              <a:ext cx="28" cy="56"/>
            </a:xfrm>
            <a:custGeom>
              <a:avLst/>
              <a:gdLst>
                <a:gd name="T0" fmla="*/ 112 w 14"/>
                <a:gd name="T1" fmla="*/ 224 h 28"/>
                <a:gd name="T2" fmla="*/ 72 w 14"/>
                <a:gd name="T3" fmla="*/ 120 h 28"/>
                <a:gd name="T4" fmla="*/ 0 w 1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14" y="28"/>
                  </a:moveTo>
                  <a:cubicBezTo>
                    <a:pt x="12" y="21"/>
                    <a:pt x="13" y="21"/>
                    <a:pt x="9" y="15"/>
                  </a:cubicBezTo>
                  <a:cubicBezTo>
                    <a:pt x="7" y="9"/>
                    <a:pt x="3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01" name="Freeform 6688">
              <a:extLst>
                <a:ext uri="{FF2B5EF4-FFF2-40B4-BE49-F238E27FC236}">
                  <a16:creationId xmlns:a16="http://schemas.microsoft.com/office/drawing/2014/main" id="{611A387C-2D02-4E8F-A864-4202DB202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117"/>
              <a:ext cx="14" cy="64"/>
            </a:xfrm>
            <a:custGeom>
              <a:avLst/>
              <a:gdLst>
                <a:gd name="T0" fmla="*/ 0 w 7"/>
                <a:gd name="T1" fmla="*/ 0 h 32"/>
                <a:gd name="T2" fmla="*/ 8 w 7"/>
                <a:gd name="T3" fmla="*/ 120 h 32"/>
                <a:gd name="T4" fmla="*/ 56 w 7"/>
                <a:gd name="T5" fmla="*/ 25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0" y="0"/>
                  </a:moveTo>
                  <a:cubicBezTo>
                    <a:pt x="1" y="5"/>
                    <a:pt x="0" y="10"/>
                    <a:pt x="1" y="15"/>
                  </a:cubicBezTo>
                  <a:cubicBezTo>
                    <a:pt x="3" y="20"/>
                    <a:pt x="4" y="27"/>
                    <a:pt x="7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02" name="Freeform 6689">
              <a:extLst>
                <a:ext uri="{FF2B5EF4-FFF2-40B4-BE49-F238E27FC236}">
                  <a16:creationId xmlns:a16="http://schemas.microsoft.com/office/drawing/2014/main" id="{FF3B33AD-B8F7-4F41-A428-37A965508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149"/>
              <a:ext cx="6" cy="32"/>
            </a:xfrm>
            <a:custGeom>
              <a:avLst/>
              <a:gdLst>
                <a:gd name="T0" fmla="*/ 0 w 3"/>
                <a:gd name="T1" fmla="*/ 0 h 16"/>
                <a:gd name="T2" fmla="*/ 24 w 3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1" y="5"/>
                    <a:pt x="1" y="11"/>
                    <a:pt x="3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03" name="Freeform 6690">
              <a:extLst>
                <a:ext uri="{FF2B5EF4-FFF2-40B4-BE49-F238E27FC236}">
                  <a16:creationId xmlns:a16="http://schemas.microsoft.com/office/drawing/2014/main" id="{7C92E49C-19AC-43B4-9DE4-9C07542B0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941"/>
              <a:ext cx="16" cy="32"/>
            </a:xfrm>
            <a:custGeom>
              <a:avLst/>
              <a:gdLst>
                <a:gd name="T0" fmla="*/ 0 w 8"/>
                <a:gd name="T1" fmla="*/ 0 h 16"/>
                <a:gd name="T2" fmla="*/ 64 w 8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4" y="8"/>
                    <a:pt x="8" y="16"/>
                    <a:pt x="8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04" name="Freeform 6691">
              <a:extLst>
                <a:ext uri="{FF2B5EF4-FFF2-40B4-BE49-F238E27FC236}">
                  <a16:creationId xmlns:a16="http://schemas.microsoft.com/office/drawing/2014/main" id="{812C9DC6-C939-4E3A-939C-6086C9F15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939"/>
              <a:ext cx="32" cy="68"/>
            </a:xfrm>
            <a:custGeom>
              <a:avLst/>
              <a:gdLst>
                <a:gd name="T0" fmla="*/ 0 w 16"/>
                <a:gd name="T1" fmla="*/ 0 h 34"/>
                <a:gd name="T2" fmla="*/ 128 w 16"/>
                <a:gd name="T3" fmla="*/ 27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4">
                  <a:moveTo>
                    <a:pt x="0" y="0"/>
                  </a:moveTo>
                  <a:cubicBezTo>
                    <a:pt x="6" y="9"/>
                    <a:pt x="14" y="25"/>
                    <a:pt x="16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05" name="Freeform 6692">
              <a:extLst>
                <a:ext uri="{FF2B5EF4-FFF2-40B4-BE49-F238E27FC236}">
                  <a16:creationId xmlns:a16="http://schemas.microsoft.com/office/drawing/2014/main" id="{1A65242D-64CC-4836-AEF1-F7F9A4CE1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941"/>
              <a:ext cx="12" cy="72"/>
            </a:xfrm>
            <a:custGeom>
              <a:avLst/>
              <a:gdLst>
                <a:gd name="T0" fmla="*/ 48 w 6"/>
                <a:gd name="T1" fmla="*/ 288 h 36"/>
                <a:gd name="T2" fmla="*/ 0 w 6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36"/>
                  </a:moveTo>
                  <a:cubicBezTo>
                    <a:pt x="6" y="21"/>
                    <a:pt x="5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06" name="Freeform 6693">
              <a:extLst>
                <a:ext uri="{FF2B5EF4-FFF2-40B4-BE49-F238E27FC236}">
                  <a16:creationId xmlns:a16="http://schemas.microsoft.com/office/drawing/2014/main" id="{B60BADD4-1836-4836-84E9-80BB4A9D1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859"/>
              <a:ext cx="34" cy="44"/>
            </a:xfrm>
            <a:custGeom>
              <a:avLst/>
              <a:gdLst>
                <a:gd name="T0" fmla="*/ 0 w 17"/>
                <a:gd name="T1" fmla="*/ 32 h 22"/>
                <a:gd name="T2" fmla="*/ 64 w 17"/>
                <a:gd name="T3" fmla="*/ 128 h 22"/>
                <a:gd name="T4" fmla="*/ 80 w 17"/>
                <a:gd name="T5" fmla="*/ 176 h 22"/>
                <a:gd name="T6" fmla="*/ 112 w 17"/>
                <a:gd name="T7" fmla="*/ 0 h 22"/>
                <a:gd name="T8" fmla="*/ 136 w 17"/>
                <a:gd name="T9" fmla="*/ 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0" y="4"/>
                  </a:moveTo>
                  <a:cubicBezTo>
                    <a:pt x="2" y="8"/>
                    <a:pt x="6" y="11"/>
                    <a:pt x="8" y="16"/>
                  </a:cubicBezTo>
                  <a:cubicBezTo>
                    <a:pt x="9" y="18"/>
                    <a:pt x="9" y="21"/>
                    <a:pt x="10" y="22"/>
                  </a:cubicBezTo>
                  <a:cubicBezTo>
                    <a:pt x="8" y="17"/>
                    <a:pt x="12" y="5"/>
                    <a:pt x="14" y="0"/>
                  </a:cubicBezTo>
                  <a:cubicBezTo>
                    <a:pt x="15" y="2"/>
                    <a:pt x="16" y="6"/>
                    <a:pt x="17" y="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07" name="Freeform 6694">
              <a:extLst>
                <a:ext uri="{FF2B5EF4-FFF2-40B4-BE49-F238E27FC236}">
                  <a16:creationId xmlns:a16="http://schemas.microsoft.com/office/drawing/2014/main" id="{BFCB7C07-57CF-4DA3-A7FD-0E87BAECF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845"/>
              <a:ext cx="12" cy="32"/>
            </a:xfrm>
            <a:custGeom>
              <a:avLst/>
              <a:gdLst>
                <a:gd name="T0" fmla="*/ 8 w 6"/>
                <a:gd name="T1" fmla="*/ 128 h 16"/>
                <a:gd name="T2" fmla="*/ 48 w 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1" y="16"/>
                  </a:moveTo>
                  <a:cubicBezTo>
                    <a:pt x="0" y="13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08" name="Freeform 6695">
              <a:extLst>
                <a:ext uri="{FF2B5EF4-FFF2-40B4-BE49-F238E27FC236}">
                  <a16:creationId xmlns:a16="http://schemas.microsoft.com/office/drawing/2014/main" id="{CA374C2E-46E7-4A60-9371-734D95BB8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845"/>
              <a:ext cx="20" cy="16"/>
            </a:xfrm>
            <a:custGeom>
              <a:avLst/>
              <a:gdLst>
                <a:gd name="T0" fmla="*/ 0 w 10"/>
                <a:gd name="T1" fmla="*/ 0 h 8"/>
                <a:gd name="T2" fmla="*/ 80 w 10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3" y="0"/>
                    <a:pt x="8" y="5"/>
                    <a:pt x="10" y="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09" name="Freeform 6696">
              <a:extLst>
                <a:ext uri="{FF2B5EF4-FFF2-40B4-BE49-F238E27FC236}">
                  <a16:creationId xmlns:a16="http://schemas.microsoft.com/office/drawing/2014/main" id="{CFE8662D-5267-4825-942E-18EDCC498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793"/>
              <a:ext cx="26" cy="76"/>
            </a:xfrm>
            <a:custGeom>
              <a:avLst/>
              <a:gdLst>
                <a:gd name="T0" fmla="*/ 80 w 13"/>
                <a:gd name="T1" fmla="*/ 304 h 38"/>
                <a:gd name="T2" fmla="*/ 72 w 13"/>
                <a:gd name="T3" fmla="*/ 152 h 38"/>
                <a:gd name="T4" fmla="*/ 8 w 13"/>
                <a:gd name="T5" fmla="*/ 0 h 38"/>
                <a:gd name="T6" fmla="*/ 8 w 13"/>
                <a:gd name="T7" fmla="*/ 64 h 38"/>
                <a:gd name="T8" fmla="*/ 24 w 13"/>
                <a:gd name="T9" fmla="*/ 160 h 38"/>
                <a:gd name="T10" fmla="*/ 56 w 13"/>
                <a:gd name="T11" fmla="*/ 27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8">
                  <a:moveTo>
                    <a:pt x="10" y="38"/>
                  </a:moveTo>
                  <a:cubicBezTo>
                    <a:pt x="13" y="34"/>
                    <a:pt x="10" y="23"/>
                    <a:pt x="9" y="19"/>
                  </a:cubicBezTo>
                  <a:cubicBezTo>
                    <a:pt x="8" y="13"/>
                    <a:pt x="4" y="6"/>
                    <a:pt x="1" y="0"/>
                  </a:cubicBezTo>
                  <a:cubicBezTo>
                    <a:pt x="0" y="2"/>
                    <a:pt x="1" y="6"/>
                    <a:pt x="1" y="8"/>
                  </a:cubicBezTo>
                  <a:cubicBezTo>
                    <a:pt x="0" y="12"/>
                    <a:pt x="1" y="16"/>
                    <a:pt x="3" y="20"/>
                  </a:cubicBezTo>
                  <a:cubicBezTo>
                    <a:pt x="4" y="24"/>
                    <a:pt x="7" y="30"/>
                    <a:pt x="7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10" name="Freeform 6697">
              <a:extLst>
                <a:ext uri="{FF2B5EF4-FFF2-40B4-BE49-F238E27FC236}">
                  <a16:creationId xmlns:a16="http://schemas.microsoft.com/office/drawing/2014/main" id="{05E25DAD-9877-473D-A053-06BE6D15C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799"/>
              <a:ext cx="26" cy="48"/>
            </a:xfrm>
            <a:custGeom>
              <a:avLst/>
              <a:gdLst>
                <a:gd name="T0" fmla="*/ 0 w 13"/>
                <a:gd name="T1" fmla="*/ 0 h 24"/>
                <a:gd name="T2" fmla="*/ 56 w 13"/>
                <a:gd name="T3" fmla="*/ 120 h 24"/>
                <a:gd name="T4" fmla="*/ 104 w 13"/>
                <a:gd name="T5" fmla="*/ 19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3" y="5"/>
                    <a:pt x="4" y="10"/>
                    <a:pt x="7" y="15"/>
                  </a:cubicBezTo>
                  <a:cubicBezTo>
                    <a:pt x="9" y="17"/>
                    <a:pt x="11" y="23"/>
                    <a:pt x="13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11" name="Freeform 6698">
              <a:extLst>
                <a:ext uri="{FF2B5EF4-FFF2-40B4-BE49-F238E27FC236}">
                  <a16:creationId xmlns:a16="http://schemas.microsoft.com/office/drawing/2014/main" id="{FCD049DC-E007-44E3-86E7-2D778FFE0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91"/>
              <a:ext cx="8" cy="82"/>
            </a:xfrm>
            <a:custGeom>
              <a:avLst/>
              <a:gdLst>
                <a:gd name="T0" fmla="*/ 0 w 4"/>
                <a:gd name="T1" fmla="*/ 0 h 41"/>
                <a:gd name="T2" fmla="*/ 24 w 4"/>
                <a:gd name="T3" fmla="*/ 216 h 41"/>
                <a:gd name="T4" fmla="*/ 16 w 4"/>
                <a:gd name="T5" fmla="*/ 32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3" y="9"/>
                    <a:pt x="4" y="18"/>
                    <a:pt x="3" y="27"/>
                  </a:cubicBezTo>
                  <a:cubicBezTo>
                    <a:pt x="2" y="32"/>
                    <a:pt x="3" y="37"/>
                    <a:pt x="2" y="4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12" name="Freeform 6699">
              <a:extLst>
                <a:ext uri="{FF2B5EF4-FFF2-40B4-BE49-F238E27FC236}">
                  <a16:creationId xmlns:a16="http://schemas.microsoft.com/office/drawing/2014/main" id="{3133D455-C64F-4C23-A103-479107BB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793"/>
              <a:ext cx="24" cy="68"/>
            </a:xfrm>
            <a:custGeom>
              <a:avLst/>
              <a:gdLst>
                <a:gd name="T0" fmla="*/ 0 w 12"/>
                <a:gd name="T1" fmla="*/ 0 h 34"/>
                <a:gd name="T2" fmla="*/ 96 w 12"/>
                <a:gd name="T3" fmla="*/ 27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0" y="0"/>
                  </a:moveTo>
                  <a:cubicBezTo>
                    <a:pt x="7" y="10"/>
                    <a:pt x="9" y="22"/>
                    <a:pt x="12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13" name="Freeform 6700">
              <a:extLst>
                <a:ext uri="{FF2B5EF4-FFF2-40B4-BE49-F238E27FC236}">
                  <a16:creationId xmlns:a16="http://schemas.microsoft.com/office/drawing/2014/main" id="{4750AB23-DA93-4EEB-98A9-8D0854D2C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097"/>
              <a:ext cx="38" cy="42"/>
            </a:xfrm>
            <a:custGeom>
              <a:avLst/>
              <a:gdLst>
                <a:gd name="T0" fmla="*/ 0 w 19"/>
                <a:gd name="T1" fmla="*/ 16 h 21"/>
                <a:gd name="T2" fmla="*/ 152 w 19"/>
                <a:gd name="T3" fmla="*/ 168 h 21"/>
                <a:gd name="T4" fmla="*/ 152 w 1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2"/>
                  </a:moveTo>
                  <a:cubicBezTo>
                    <a:pt x="3" y="9"/>
                    <a:pt x="12" y="19"/>
                    <a:pt x="19" y="21"/>
                  </a:cubicBezTo>
                  <a:cubicBezTo>
                    <a:pt x="17" y="14"/>
                    <a:pt x="19" y="7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14" name="Freeform 6701">
              <a:extLst>
                <a:ext uri="{FF2B5EF4-FFF2-40B4-BE49-F238E27FC236}">
                  <a16:creationId xmlns:a16="http://schemas.microsoft.com/office/drawing/2014/main" id="{07AB1B7D-C7D5-4AC6-8F9C-CF7CF4B3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091"/>
              <a:ext cx="22" cy="32"/>
            </a:xfrm>
            <a:custGeom>
              <a:avLst/>
              <a:gdLst>
                <a:gd name="T0" fmla="*/ 88 w 11"/>
                <a:gd name="T1" fmla="*/ 0 h 16"/>
                <a:gd name="T2" fmla="*/ 24 w 11"/>
                <a:gd name="T3" fmla="*/ 104 h 16"/>
                <a:gd name="T4" fmla="*/ 0 w 11"/>
                <a:gd name="T5" fmla="*/ 1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0" y="5"/>
                    <a:pt x="6" y="10"/>
                    <a:pt x="3" y="13"/>
                  </a:cubicBezTo>
                  <a:cubicBezTo>
                    <a:pt x="2" y="14"/>
                    <a:pt x="1" y="16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15" name="Freeform 6702">
              <a:extLst>
                <a:ext uri="{FF2B5EF4-FFF2-40B4-BE49-F238E27FC236}">
                  <a16:creationId xmlns:a16="http://schemas.microsoft.com/office/drawing/2014/main" id="{BDA80BE3-F216-4DDD-BF93-3CA86E0A6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121"/>
              <a:ext cx="36" cy="66"/>
            </a:xfrm>
            <a:custGeom>
              <a:avLst/>
              <a:gdLst>
                <a:gd name="T0" fmla="*/ 8 w 18"/>
                <a:gd name="T1" fmla="*/ 0 h 33"/>
                <a:gd name="T2" fmla="*/ 48 w 18"/>
                <a:gd name="T3" fmla="*/ 128 h 33"/>
                <a:gd name="T4" fmla="*/ 144 w 18"/>
                <a:gd name="T5" fmla="*/ 264 h 33"/>
                <a:gd name="T6" fmla="*/ 112 w 18"/>
                <a:gd name="T7" fmla="*/ 7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3">
                  <a:moveTo>
                    <a:pt x="1" y="0"/>
                  </a:moveTo>
                  <a:cubicBezTo>
                    <a:pt x="0" y="3"/>
                    <a:pt x="5" y="13"/>
                    <a:pt x="6" y="16"/>
                  </a:cubicBezTo>
                  <a:cubicBezTo>
                    <a:pt x="8" y="23"/>
                    <a:pt x="14" y="28"/>
                    <a:pt x="18" y="33"/>
                  </a:cubicBezTo>
                  <a:cubicBezTo>
                    <a:pt x="17" y="26"/>
                    <a:pt x="18" y="16"/>
                    <a:pt x="14" y="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16" name="Freeform 6703">
              <a:extLst>
                <a:ext uri="{FF2B5EF4-FFF2-40B4-BE49-F238E27FC236}">
                  <a16:creationId xmlns:a16="http://schemas.microsoft.com/office/drawing/2014/main" id="{D2982802-6AE1-4CC5-850D-B9497DC37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167"/>
              <a:ext cx="28" cy="82"/>
            </a:xfrm>
            <a:custGeom>
              <a:avLst/>
              <a:gdLst>
                <a:gd name="T0" fmla="*/ 0 w 14"/>
                <a:gd name="T1" fmla="*/ 80 h 41"/>
                <a:gd name="T2" fmla="*/ 32 w 14"/>
                <a:gd name="T3" fmla="*/ 216 h 41"/>
                <a:gd name="T4" fmla="*/ 72 w 14"/>
                <a:gd name="T5" fmla="*/ 280 h 41"/>
                <a:gd name="T6" fmla="*/ 112 w 14"/>
                <a:gd name="T7" fmla="*/ 328 h 41"/>
                <a:gd name="T8" fmla="*/ 96 w 14"/>
                <a:gd name="T9" fmla="*/ 224 h 41"/>
                <a:gd name="T10" fmla="*/ 56 w 14"/>
                <a:gd name="T11" fmla="*/ 96 h 41"/>
                <a:gd name="T12" fmla="*/ 0 w 14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1">
                  <a:moveTo>
                    <a:pt x="0" y="10"/>
                  </a:moveTo>
                  <a:cubicBezTo>
                    <a:pt x="0" y="14"/>
                    <a:pt x="2" y="24"/>
                    <a:pt x="4" y="27"/>
                  </a:cubicBezTo>
                  <a:cubicBezTo>
                    <a:pt x="6" y="30"/>
                    <a:pt x="7" y="32"/>
                    <a:pt x="9" y="35"/>
                  </a:cubicBezTo>
                  <a:cubicBezTo>
                    <a:pt x="10" y="36"/>
                    <a:pt x="12" y="41"/>
                    <a:pt x="14" y="41"/>
                  </a:cubicBezTo>
                  <a:cubicBezTo>
                    <a:pt x="14" y="39"/>
                    <a:pt x="12" y="30"/>
                    <a:pt x="12" y="28"/>
                  </a:cubicBezTo>
                  <a:cubicBezTo>
                    <a:pt x="12" y="23"/>
                    <a:pt x="9" y="17"/>
                    <a:pt x="7" y="12"/>
                  </a:cubicBezTo>
                  <a:cubicBezTo>
                    <a:pt x="5" y="7"/>
                    <a:pt x="2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17" name="Freeform 6704">
              <a:extLst>
                <a:ext uri="{FF2B5EF4-FFF2-40B4-BE49-F238E27FC236}">
                  <a16:creationId xmlns:a16="http://schemas.microsoft.com/office/drawing/2014/main" id="{E31F9883-4130-45D6-91FD-88C44D920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121"/>
              <a:ext cx="28" cy="64"/>
            </a:xfrm>
            <a:custGeom>
              <a:avLst/>
              <a:gdLst>
                <a:gd name="T0" fmla="*/ 104 w 14"/>
                <a:gd name="T1" fmla="*/ 256 h 32"/>
                <a:gd name="T2" fmla="*/ 72 w 14"/>
                <a:gd name="T3" fmla="*/ 64 h 32"/>
                <a:gd name="T4" fmla="*/ 0 w 1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13" y="32"/>
                  </a:moveTo>
                  <a:cubicBezTo>
                    <a:pt x="14" y="24"/>
                    <a:pt x="13" y="15"/>
                    <a:pt x="9" y="8"/>
                  </a:cubicBez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18" name="Freeform 6705">
              <a:extLst>
                <a:ext uri="{FF2B5EF4-FFF2-40B4-BE49-F238E27FC236}">
                  <a16:creationId xmlns:a16="http://schemas.microsoft.com/office/drawing/2014/main" id="{E4313C49-249D-4BB7-A85C-3DC400C49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095"/>
              <a:ext cx="26" cy="20"/>
            </a:xfrm>
            <a:custGeom>
              <a:avLst/>
              <a:gdLst>
                <a:gd name="T0" fmla="*/ 104 w 13"/>
                <a:gd name="T1" fmla="*/ 0 h 10"/>
                <a:gd name="T2" fmla="*/ 88 w 13"/>
                <a:gd name="T3" fmla="*/ 80 h 10"/>
                <a:gd name="T4" fmla="*/ 40 w 13"/>
                <a:gd name="T5" fmla="*/ 40 h 10"/>
                <a:gd name="T6" fmla="*/ 0 w 1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13" y="3"/>
                    <a:pt x="13" y="8"/>
                    <a:pt x="11" y="10"/>
                  </a:cubicBezTo>
                  <a:cubicBezTo>
                    <a:pt x="9" y="9"/>
                    <a:pt x="7" y="7"/>
                    <a:pt x="5" y="5"/>
                  </a:cubicBezTo>
                  <a:cubicBezTo>
                    <a:pt x="3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19" name="Freeform 6706">
              <a:extLst>
                <a:ext uri="{FF2B5EF4-FFF2-40B4-BE49-F238E27FC236}">
                  <a16:creationId xmlns:a16="http://schemas.microsoft.com/office/drawing/2014/main" id="{51346578-1114-4121-9570-E3C95F6EF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099"/>
              <a:ext cx="8" cy="84"/>
            </a:xfrm>
            <a:custGeom>
              <a:avLst/>
              <a:gdLst>
                <a:gd name="T0" fmla="*/ 0 w 4"/>
                <a:gd name="T1" fmla="*/ 0 h 42"/>
                <a:gd name="T2" fmla="*/ 8 w 4"/>
                <a:gd name="T3" fmla="*/ 120 h 42"/>
                <a:gd name="T4" fmla="*/ 24 w 4"/>
                <a:gd name="T5" fmla="*/ 264 h 42"/>
                <a:gd name="T6" fmla="*/ 8 w 4"/>
                <a:gd name="T7" fmla="*/ 304 h 42"/>
                <a:gd name="T8" fmla="*/ 8 w 4"/>
                <a:gd name="T9" fmla="*/ 33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2">
                  <a:moveTo>
                    <a:pt x="0" y="0"/>
                  </a:moveTo>
                  <a:cubicBezTo>
                    <a:pt x="2" y="5"/>
                    <a:pt x="0" y="9"/>
                    <a:pt x="1" y="15"/>
                  </a:cubicBezTo>
                  <a:cubicBezTo>
                    <a:pt x="2" y="20"/>
                    <a:pt x="4" y="27"/>
                    <a:pt x="3" y="33"/>
                  </a:cubicBezTo>
                  <a:cubicBezTo>
                    <a:pt x="2" y="35"/>
                    <a:pt x="2" y="37"/>
                    <a:pt x="1" y="38"/>
                  </a:cubicBezTo>
                  <a:cubicBezTo>
                    <a:pt x="0" y="39"/>
                    <a:pt x="1" y="40"/>
                    <a:pt x="1" y="4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20" name="Freeform 6707">
              <a:extLst>
                <a:ext uri="{FF2B5EF4-FFF2-40B4-BE49-F238E27FC236}">
                  <a16:creationId xmlns:a16="http://schemas.microsoft.com/office/drawing/2014/main" id="{B69941B8-CB61-4D13-BAAC-F4EB88858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153"/>
              <a:ext cx="53" cy="40"/>
            </a:xfrm>
            <a:custGeom>
              <a:avLst/>
              <a:gdLst>
                <a:gd name="T0" fmla="*/ 0 w 26"/>
                <a:gd name="T1" fmla="*/ 0 h 20"/>
                <a:gd name="T2" fmla="*/ 171 w 26"/>
                <a:gd name="T3" fmla="*/ 144 h 20"/>
                <a:gd name="T4" fmla="*/ 220 w 26"/>
                <a:gd name="T5" fmla="*/ 1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0"/>
                  </a:moveTo>
                  <a:cubicBezTo>
                    <a:pt x="5" y="8"/>
                    <a:pt x="11" y="16"/>
                    <a:pt x="20" y="18"/>
                  </a:cubicBezTo>
                  <a:cubicBezTo>
                    <a:pt x="22" y="19"/>
                    <a:pt x="24" y="20"/>
                    <a:pt x="26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21" name="Freeform 6708">
              <a:extLst>
                <a:ext uri="{FF2B5EF4-FFF2-40B4-BE49-F238E27FC236}">
                  <a16:creationId xmlns:a16="http://schemas.microsoft.com/office/drawing/2014/main" id="{229570DA-917D-4911-B815-2C468C381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221"/>
              <a:ext cx="46" cy="98"/>
            </a:xfrm>
            <a:custGeom>
              <a:avLst/>
              <a:gdLst>
                <a:gd name="T0" fmla="*/ 8 w 23"/>
                <a:gd name="T1" fmla="*/ 48 h 49"/>
                <a:gd name="T2" fmla="*/ 40 w 23"/>
                <a:gd name="T3" fmla="*/ 184 h 49"/>
                <a:gd name="T4" fmla="*/ 112 w 23"/>
                <a:gd name="T5" fmla="*/ 312 h 49"/>
                <a:gd name="T6" fmla="*/ 168 w 23"/>
                <a:gd name="T7" fmla="*/ 392 h 49"/>
                <a:gd name="T8" fmla="*/ 96 w 23"/>
                <a:gd name="T9" fmla="*/ 120 h 49"/>
                <a:gd name="T10" fmla="*/ 0 w 23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9">
                  <a:moveTo>
                    <a:pt x="1" y="6"/>
                  </a:moveTo>
                  <a:cubicBezTo>
                    <a:pt x="2" y="12"/>
                    <a:pt x="3" y="18"/>
                    <a:pt x="5" y="23"/>
                  </a:cubicBezTo>
                  <a:cubicBezTo>
                    <a:pt x="8" y="29"/>
                    <a:pt x="11" y="34"/>
                    <a:pt x="14" y="39"/>
                  </a:cubicBezTo>
                  <a:cubicBezTo>
                    <a:pt x="15" y="42"/>
                    <a:pt x="17" y="48"/>
                    <a:pt x="21" y="49"/>
                  </a:cubicBezTo>
                  <a:cubicBezTo>
                    <a:pt x="23" y="37"/>
                    <a:pt x="16" y="25"/>
                    <a:pt x="12" y="15"/>
                  </a:cubicBezTo>
                  <a:cubicBezTo>
                    <a:pt x="10" y="10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22" name="Freeform 6709">
              <a:extLst>
                <a:ext uri="{FF2B5EF4-FFF2-40B4-BE49-F238E27FC236}">
                  <a16:creationId xmlns:a16="http://schemas.microsoft.com/office/drawing/2014/main" id="{B1F77082-904D-472A-8827-33C526B9E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177"/>
              <a:ext cx="38" cy="86"/>
            </a:xfrm>
            <a:custGeom>
              <a:avLst/>
              <a:gdLst>
                <a:gd name="T0" fmla="*/ 128 w 19"/>
                <a:gd name="T1" fmla="*/ 344 h 43"/>
                <a:gd name="T2" fmla="*/ 0 w 19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3">
                  <a:moveTo>
                    <a:pt x="16" y="43"/>
                  </a:moveTo>
                  <a:cubicBezTo>
                    <a:pt x="19" y="28"/>
                    <a:pt x="11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23" name="Freeform 6710">
              <a:extLst>
                <a:ext uri="{FF2B5EF4-FFF2-40B4-BE49-F238E27FC236}">
                  <a16:creationId xmlns:a16="http://schemas.microsoft.com/office/drawing/2014/main" id="{AB764D87-AEFE-4878-A0DE-99CA90577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177"/>
              <a:ext cx="14" cy="62"/>
            </a:xfrm>
            <a:custGeom>
              <a:avLst/>
              <a:gdLst>
                <a:gd name="T0" fmla="*/ 0 w 7"/>
                <a:gd name="T1" fmla="*/ 0 h 31"/>
                <a:gd name="T2" fmla="*/ 48 w 7"/>
                <a:gd name="T3" fmla="*/ 152 h 31"/>
                <a:gd name="T4" fmla="*/ 40 w 7"/>
                <a:gd name="T5" fmla="*/ 24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1">
                  <a:moveTo>
                    <a:pt x="0" y="0"/>
                  </a:moveTo>
                  <a:cubicBezTo>
                    <a:pt x="5" y="4"/>
                    <a:pt x="6" y="13"/>
                    <a:pt x="6" y="19"/>
                  </a:cubicBezTo>
                  <a:cubicBezTo>
                    <a:pt x="6" y="21"/>
                    <a:pt x="7" y="30"/>
                    <a:pt x="5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24" name="Freeform 6711">
              <a:extLst>
                <a:ext uri="{FF2B5EF4-FFF2-40B4-BE49-F238E27FC236}">
                  <a16:creationId xmlns:a16="http://schemas.microsoft.com/office/drawing/2014/main" id="{AD5ED8DA-F952-4F14-84A2-134169FFC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221"/>
              <a:ext cx="37" cy="80"/>
            </a:xfrm>
            <a:custGeom>
              <a:avLst/>
              <a:gdLst>
                <a:gd name="T0" fmla="*/ 16 w 18"/>
                <a:gd name="T1" fmla="*/ 0 h 40"/>
                <a:gd name="T2" fmla="*/ 156 w 18"/>
                <a:gd name="T3" fmla="*/ 320 h 40"/>
                <a:gd name="T4" fmla="*/ 0 w 18"/>
                <a:gd name="T5" fmla="*/ 16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0">
                  <a:moveTo>
                    <a:pt x="2" y="0"/>
                  </a:moveTo>
                  <a:cubicBezTo>
                    <a:pt x="11" y="12"/>
                    <a:pt x="15" y="26"/>
                    <a:pt x="18" y="40"/>
                  </a:cubicBezTo>
                  <a:cubicBezTo>
                    <a:pt x="13" y="33"/>
                    <a:pt x="5" y="2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25" name="Freeform 6712">
              <a:extLst>
                <a:ext uri="{FF2B5EF4-FFF2-40B4-BE49-F238E27FC236}">
                  <a16:creationId xmlns:a16="http://schemas.microsoft.com/office/drawing/2014/main" id="{F8D67D41-DBF1-43D9-AFEB-F0D211895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91"/>
              <a:ext cx="21" cy="96"/>
            </a:xfrm>
            <a:custGeom>
              <a:avLst/>
              <a:gdLst>
                <a:gd name="T0" fmla="*/ 0 w 10"/>
                <a:gd name="T1" fmla="*/ 0 h 48"/>
                <a:gd name="T2" fmla="*/ 84 w 10"/>
                <a:gd name="T3" fmla="*/ 272 h 48"/>
                <a:gd name="T4" fmla="*/ 76 w 10"/>
                <a:gd name="T5" fmla="*/ 38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8">
                  <a:moveTo>
                    <a:pt x="0" y="0"/>
                  </a:moveTo>
                  <a:cubicBezTo>
                    <a:pt x="8" y="7"/>
                    <a:pt x="10" y="25"/>
                    <a:pt x="9" y="34"/>
                  </a:cubicBezTo>
                  <a:cubicBezTo>
                    <a:pt x="9" y="39"/>
                    <a:pt x="9" y="43"/>
                    <a:pt x="8" y="4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26" name="Freeform 6713">
              <a:extLst>
                <a:ext uri="{FF2B5EF4-FFF2-40B4-BE49-F238E27FC236}">
                  <a16:creationId xmlns:a16="http://schemas.microsoft.com/office/drawing/2014/main" id="{3758A62F-206F-4F7C-B9AE-C33D29D95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239"/>
              <a:ext cx="38" cy="64"/>
            </a:xfrm>
            <a:custGeom>
              <a:avLst/>
              <a:gdLst>
                <a:gd name="T0" fmla="*/ 0 w 19"/>
                <a:gd name="T1" fmla="*/ 0 h 32"/>
                <a:gd name="T2" fmla="*/ 40 w 19"/>
                <a:gd name="T3" fmla="*/ 152 h 32"/>
                <a:gd name="T4" fmla="*/ 152 w 19"/>
                <a:gd name="T5" fmla="*/ 256 h 32"/>
                <a:gd name="T6" fmla="*/ 128 w 19"/>
                <a:gd name="T7" fmla="*/ 15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2">
                  <a:moveTo>
                    <a:pt x="0" y="0"/>
                  </a:moveTo>
                  <a:cubicBezTo>
                    <a:pt x="1" y="6"/>
                    <a:pt x="2" y="13"/>
                    <a:pt x="5" y="19"/>
                  </a:cubicBezTo>
                  <a:cubicBezTo>
                    <a:pt x="8" y="24"/>
                    <a:pt x="14" y="28"/>
                    <a:pt x="19" y="32"/>
                  </a:cubicBezTo>
                  <a:cubicBezTo>
                    <a:pt x="18" y="29"/>
                    <a:pt x="15" y="23"/>
                    <a:pt x="16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27" name="Freeform 6714">
              <a:extLst>
                <a:ext uri="{FF2B5EF4-FFF2-40B4-BE49-F238E27FC236}">
                  <a16:creationId xmlns:a16="http://schemas.microsoft.com/office/drawing/2014/main" id="{A9601C14-4147-46CA-B59F-D2D3A01DD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295"/>
              <a:ext cx="39" cy="84"/>
            </a:xfrm>
            <a:custGeom>
              <a:avLst/>
              <a:gdLst>
                <a:gd name="T0" fmla="*/ 0 w 19"/>
                <a:gd name="T1" fmla="*/ 80 h 42"/>
                <a:gd name="T2" fmla="*/ 156 w 19"/>
                <a:gd name="T3" fmla="*/ 336 h 42"/>
                <a:gd name="T4" fmla="*/ 156 w 19"/>
                <a:gd name="T5" fmla="*/ 264 h 42"/>
                <a:gd name="T6" fmla="*/ 156 w 19"/>
                <a:gd name="T7" fmla="*/ 128 h 42"/>
                <a:gd name="T8" fmla="*/ 113 w 19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0" y="10"/>
                  </a:moveTo>
                  <a:cubicBezTo>
                    <a:pt x="2" y="19"/>
                    <a:pt x="10" y="36"/>
                    <a:pt x="18" y="42"/>
                  </a:cubicBezTo>
                  <a:cubicBezTo>
                    <a:pt x="19" y="39"/>
                    <a:pt x="18" y="36"/>
                    <a:pt x="18" y="33"/>
                  </a:cubicBezTo>
                  <a:cubicBezTo>
                    <a:pt x="18" y="28"/>
                    <a:pt x="18" y="22"/>
                    <a:pt x="18" y="16"/>
                  </a:cubicBezTo>
                  <a:cubicBezTo>
                    <a:pt x="17" y="11"/>
                    <a:pt x="16" y="5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28" name="Freeform 6715">
              <a:extLst>
                <a:ext uri="{FF2B5EF4-FFF2-40B4-BE49-F238E27FC236}">
                  <a16:creationId xmlns:a16="http://schemas.microsoft.com/office/drawing/2014/main" id="{E66A17D4-E333-49A5-BEC6-E6E9A07D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295"/>
              <a:ext cx="40" cy="62"/>
            </a:xfrm>
            <a:custGeom>
              <a:avLst/>
              <a:gdLst>
                <a:gd name="T0" fmla="*/ 0 w 20"/>
                <a:gd name="T1" fmla="*/ 0 h 31"/>
                <a:gd name="T2" fmla="*/ 40 w 20"/>
                <a:gd name="T3" fmla="*/ 112 h 31"/>
                <a:gd name="T4" fmla="*/ 128 w 20"/>
                <a:gd name="T5" fmla="*/ 248 h 31"/>
                <a:gd name="T6" fmla="*/ 152 w 20"/>
                <a:gd name="T7" fmla="*/ 120 h 31"/>
                <a:gd name="T8" fmla="*/ 136 w 20"/>
                <a:gd name="T9" fmla="*/ 1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1" y="5"/>
                    <a:pt x="3" y="10"/>
                    <a:pt x="5" y="14"/>
                  </a:cubicBezTo>
                  <a:cubicBezTo>
                    <a:pt x="8" y="19"/>
                    <a:pt x="11" y="28"/>
                    <a:pt x="16" y="31"/>
                  </a:cubicBezTo>
                  <a:cubicBezTo>
                    <a:pt x="15" y="26"/>
                    <a:pt x="20" y="21"/>
                    <a:pt x="19" y="15"/>
                  </a:cubicBezTo>
                  <a:cubicBezTo>
                    <a:pt x="19" y="10"/>
                    <a:pt x="17" y="6"/>
                    <a:pt x="17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29" name="Freeform 6716">
              <a:extLst>
                <a:ext uri="{FF2B5EF4-FFF2-40B4-BE49-F238E27FC236}">
                  <a16:creationId xmlns:a16="http://schemas.microsoft.com/office/drawing/2014/main" id="{EF8168EF-36C7-483F-98BC-9E6BB904A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375"/>
              <a:ext cx="46" cy="80"/>
            </a:xfrm>
            <a:custGeom>
              <a:avLst/>
              <a:gdLst>
                <a:gd name="T0" fmla="*/ 0 w 23"/>
                <a:gd name="T1" fmla="*/ 0 h 40"/>
                <a:gd name="T2" fmla="*/ 88 w 23"/>
                <a:gd name="T3" fmla="*/ 192 h 40"/>
                <a:gd name="T4" fmla="*/ 184 w 23"/>
                <a:gd name="T5" fmla="*/ 320 h 40"/>
                <a:gd name="T6" fmla="*/ 184 w 23"/>
                <a:gd name="T7" fmla="*/ 256 h 40"/>
                <a:gd name="T8" fmla="*/ 112 w 23"/>
                <a:gd name="T9" fmla="*/ 96 h 40"/>
                <a:gd name="T10" fmla="*/ 24 w 23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0">
                  <a:moveTo>
                    <a:pt x="0" y="0"/>
                  </a:moveTo>
                  <a:cubicBezTo>
                    <a:pt x="2" y="7"/>
                    <a:pt x="7" y="17"/>
                    <a:pt x="11" y="24"/>
                  </a:cubicBezTo>
                  <a:cubicBezTo>
                    <a:pt x="14" y="30"/>
                    <a:pt x="17" y="36"/>
                    <a:pt x="23" y="40"/>
                  </a:cubicBezTo>
                  <a:cubicBezTo>
                    <a:pt x="22" y="37"/>
                    <a:pt x="23" y="35"/>
                    <a:pt x="23" y="32"/>
                  </a:cubicBezTo>
                  <a:cubicBezTo>
                    <a:pt x="22" y="25"/>
                    <a:pt x="18" y="18"/>
                    <a:pt x="14" y="12"/>
                  </a:cubicBezTo>
                  <a:cubicBezTo>
                    <a:pt x="11" y="8"/>
                    <a:pt x="5" y="5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30" name="Freeform 6717">
              <a:extLst>
                <a:ext uri="{FF2B5EF4-FFF2-40B4-BE49-F238E27FC236}">
                  <a16:creationId xmlns:a16="http://schemas.microsoft.com/office/drawing/2014/main" id="{F743E575-178E-44B2-8F1C-F2DB9D61A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355"/>
              <a:ext cx="20" cy="78"/>
            </a:xfrm>
            <a:custGeom>
              <a:avLst/>
              <a:gdLst>
                <a:gd name="T0" fmla="*/ 0 w 10"/>
                <a:gd name="T1" fmla="*/ 0 h 39"/>
                <a:gd name="T2" fmla="*/ 64 w 10"/>
                <a:gd name="T3" fmla="*/ 216 h 39"/>
                <a:gd name="T4" fmla="*/ 56 w 10"/>
                <a:gd name="T5" fmla="*/ 31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2" y="9"/>
                    <a:pt x="6" y="18"/>
                    <a:pt x="8" y="27"/>
                  </a:cubicBezTo>
                  <a:cubicBezTo>
                    <a:pt x="9" y="30"/>
                    <a:pt x="10" y="37"/>
                    <a:pt x="7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31" name="Freeform 6718">
              <a:extLst>
                <a:ext uri="{FF2B5EF4-FFF2-40B4-BE49-F238E27FC236}">
                  <a16:creationId xmlns:a16="http://schemas.microsoft.com/office/drawing/2014/main" id="{2638AE2E-57EA-4254-B9C6-130C4DA64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325"/>
              <a:ext cx="20" cy="88"/>
            </a:xfrm>
            <a:custGeom>
              <a:avLst/>
              <a:gdLst>
                <a:gd name="T0" fmla="*/ 32 w 10"/>
                <a:gd name="T1" fmla="*/ 352 h 44"/>
                <a:gd name="T2" fmla="*/ 48 w 10"/>
                <a:gd name="T3" fmla="*/ 104 h 44"/>
                <a:gd name="T4" fmla="*/ 0 w 1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4">
                  <a:moveTo>
                    <a:pt x="4" y="44"/>
                  </a:moveTo>
                  <a:cubicBezTo>
                    <a:pt x="8" y="35"/>
                    <a:pt x="10" y="23"/>
                    <a:pt x="6" y="13"/>
                  </a:cubicBezTo>
                  <a:cubicBezTo>
                    <a:pt x="4" y="9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32" name="Freeform 6719">
              <a:extLst>
                <a:ext uri="{FF2B5EF4-FFF2-40B4-BE49-F238E27FC236}">
                  <a16:creationId xmlns:a16="http://schemas.microsoft.com/office/drawing/2014/main" id="{ADF9024D-1517-46C4-AA07-445099ED3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343"/>
              <a:ext cx="38" cy="44"/>
            </a:xfrm>
            <a:custGeom>
              <a:avLst/>
              <a:gdLst>
                <a:gd name="T0" fmla="*/ 0 w 19"/>
                <a:gd name="T1" fmla="*/ 0 h 22"/>
                <a:gd name="T2" fmla="*/ 152 w 19"/>
                <a:gd name="T3" fmla="*/ 1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3" y="8"/>
                    <a:pt x="10" y="20"/>
                    <a:pt x="19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33" name="Freeform 6720">
              <a:extLst>
                <a:ext uri="{FF2B5EF4-FFF2-40B4-BE49-F238E27FC236}">
                  <a16:creationId xmlns:a16="http://schemas.microsoft.com/office/drawing/2014/main" id="{8F0BC4A7-431B-4B7C-80FB-A59DA843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401"/>
              <a:ext cx="36" cy="88"/>
            </a:xfrm>
            <a:custGeom>
              <a:avLst/>
              <a:gdLst>
                <a:gd name="T0" fmla="*/ 0 w 18"/>
                <a:gd name="T1" fmla="*/ 216 h 44"/>
                <a:gd name="T2" fmla="*/ 144 w 18"/>
                <a:gd name="T3" fmla="*/ 352 h 44"/>
                <a:gd name="T4" fmla="*/ 112 w 18"/>
                <a:gd name="T5" fmla="*/ 200 h 44"/>
                <a:gd name="T6" fmla="*/ 48 w 18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4">
                  <a:moveTo>
                    <a:pt x="0" y="27"/>
                  </a:moveTo>
                  <a:cubicBezTo>
                    <a:pt x="4" y="34"/>
                    <a:pt x="12" y="42"/>
                    <a:pt x="18" y="44"/>
                  </a:cubicBezTo>
                  <a:cubicBezTo>
                    <a:pt x="16" y="37"/>
                    <a:pt x="14" y="31"/>
                    <a:pt x="14" y="25"/>
                  </a:cubicBezTo>
                  <a:cubicBezTo>
                    <a:pt x="10" y="10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34" name="Freeform 6721">
              <a:extLst>
                <a:ext uri="{FF2B5EF4-FFF2-40B4-BE49-F238E27FC236}">
                  <a16:creationId xmlns:a16="http://schemas.microsoft.com/office/drawing/2014/main" id="{4CE96A81-5536-431D-B646-31F18D163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469"/>
              <a:ext cx="38" cy="68"/>
            </a:xfrm>
            <a:custGeom>
              <a:avLst/>
              <a:gdLst>
                <a:gd name="T0" fmla="*/ 8 w 19"/>
                <a:gd name="T1" fmla="*/ 0 h 34"/>
                <a:gd name="T2" fmla="*/ 64 w 19"/>
                <a:gd name="T3" fmla="*/ 136 h 34"/>
                <a:gd name="T4" fmla="*/ 152 w 19"/>
                <a:gd name="T5" fmla="*/ 272 h 34"/>
                <a:gd name="T6" fmla="*/ 112 w 19"/>
                <a:gd name="T7" fmla="*/ 8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4">
                  <a:moveTo>
                    <a:pt x="1" y="0"/>
                  </a:moveTo>
                  <a:cubicBezTo>
                    <a:pt x="0" y="3"/>
                    <a:pt x="7" y="14"/>
                    <a:pt x="8" y="17"/>
                  </a:cubicBezTo>
                  <a:cubicBezTo>
                    <a:pt x="11" y="23"/>
                    <a:pt x="15" y="29"/>
                    <a:pt x="19" y="34"/>
                  </a:cubicBezTo>
                  <a:cubicBezTo>
                    <a:pt x="18" y="27"/>
                    <a:pt x="18" y="16"/>
                    <a:pt x="14" y="1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35" name="Freeform 6722">
              <a:extLst>
                <a:ext uri="{FF2B5EF4-FFF2-40B4-BE49-F238E27FC236}">
                  <a16:creationId xmlns:a16="http://schemas.microsoft.com/office/drawing/2014/main" id="{B2A69E30-8AA6-489B-B8F6-85D65156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517"/>
              <a:ext cx="28" cy="68"/>
            </a:xfrm>
            <a:custGeom>
              <a:avLst/>
              <a:gdLst>
                <a:gd name="T0" fmla="*/ 0 w 14"/>
                <a:gd name="T1" fmla="*/ 80 h 34"/>
                <a:gd name="T2" fmla="*/ 48 w 14"/>
                <a:gd name="T3" fmla="*/ 176 h 34"/>
                <a:gd name="T4" fmla="*/ 88 w 14"/>
                <a:gd name="T5" fmla="*/ 240 h 34"/>
                <a:gd name="T6" fmla="*/ 112 w 14"/>
                <a:gd name="T7" fmla="*/ 272 h 34"/>
                <a:gd name="T8" fmla="*/ 112 w 14"/>
                <a:gd name="T9" fmla="*/ 216 h 34"/>
                <a:gd name="T10" fmla="*/ 64 w 14"/>
                <a:gd name="T11" fmla="*/ 88 h 34"/>
                <a:gd name="T12" fmla="*/ 0 w 1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4">
                  <a:moveTo>
                    <a:pt x="0" y="10"/>
                  </a:moveTo>
                  <a:cubicBezTo>
                    <a:pt x="0" y="14"/>
                    <a:pt x="4" y="19"/>
                    <a:pt x="6" y="22"/>
                  </a:cubicBezTo>
                  <a:cubicBezTo>
                    <a:pt x="7" y="25"/>
                    <a:pt x="9" y="27"/>
                    <a:pt x="11" y="30"/>
                  </a:cubicBezTo>
                  <a:cubicBezTo>
                    <a:pt x="11" y="31"/>
                    <a:pt x="13" y="33"/>
                    <a:pt x="14" y="34"/>
                  </a:cubicBezTo>
                  <a:cubicBezTo>
                    <a:pt x="14" y="31"/>
                    <a:pt x="14" y="29"/>
                    <a:pt x="14" y="27"/>
                  </a:cubicBezTo>
                  <a:cubicBezTo>
                    <a:pt x="13" y="22"/>
                    <a:pt x="10" y="16"/>
                    <a:pt x="8" y="11"/>
                  </a:cubicBezTo>
                  <a:cubicBezTo>
                    <a:pt x="6" y="7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36" name="Freeform 6723">
              <a:extLst>
                <a:ext uri="{FF2B5EF4-FFF2-40B4-BE49-F238E27FC236}">
                  <a16:creationId xmlns:a16="http://schemas.microsoft.com/office/drawing/2014/main" id="{DB41A745-4EBF-42AA-86B3-91FDB6F21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473"/>
              <a:ext cx="30" cy="60"/>
            </a:xfrm>
            <a:custGeom>
              <a:avLst/>
              <a:gdLst>
                <a:gd name="T0" fmla="*/ 104 w 15"/>
                <a:gd name="T1" fmla="*/ 240 h 30"/>
                <a:gd name="T2" fmla="*/ 72 w 15"/>
                <a:gd name="T3" fmla="*/ 56 h 30"/>
                <a:gd name="T4" fmla="*/ 0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3" y="30"/>
                  </a:moveTo>
                  <a:cubicBezTo>
                    <a:pt x="14" y="22"/>
                    <a:pt x="15" y="14"/>
                    <a:pt x="9" y="7"/>
                  </a:cubicBez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37" name="Freeform 6724">
              <a:extLst>
                <a:ext uri="{FF2B5EF4-FFF2-40B4-BE49-F238E27FC236}">
                  <a16:creationId xmlns:a16="http://schemas.microsoft.com/office/drawing/2014/main" id="{BA02DAF3-8A86-4351-BCF5-24C29807B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451"/>
              <a:ext cx="54" cy="64"/>
            </a:xfrm>
            <a:custGeom>
              <a:avLst/>
              <a:gdLst>
                <a:gd name="T0" fmla="*/ 0 w 27"/>
                <a:gd name="T1" fmla="*/ 0 h 32"/>
                <a:gd name="T2" fmla="*/ 40 w 27"/>
                <a:gd name="T3" fmla="*/ 56 h 32"/>
                <a:gd name="T4" fmla="*/ 112 w 27"/>
                <a:gd name="T5" fmla="*/ 160 h 32"/>
                <a:gd name="T6" fmla="*/ 192 w 27"/>
                <a:gd name="T7" fmla="*/ 232 h 32"/>
                <a:gd name="T8" fmla="*/ 216 w 27"/>
                <a:gd name="T9" fmla="*/ 25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0" y="0"/>
                  </a:moveTo>
                  <a:cubicBezTo>
                    <a:pt x="1" y="2"/>
                    <a:pt x="5" y="5"/>
                    <a:pt x="5" y="7"/>
                  </a:cubicBezTo>
                  <a:cubicBezTo>
                    <a:pt x="7" y="12"/>
                    <a:pt x="10" y="16"/>
                    <a:pt x="14" y="20"/>
                  </a:cubicBezTo>
                  <a:cubicBezTo>
                    <a:pt x="17" y="24"/>
                    <a:pt x="21" y="26"/>
                    <a:pt x="24" y="29"/>
                  </a:cubicBezTo>
                  <a:cubicBezTo>
                    <a:pt x="24" y="30"/>
                    <a:pt x="27" y="32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38" name="Freeform 6725">
              <a:extLst>
                <a:ext uri="{FF2B5EF4-FFF2-40B4-BE49-F238E27FC236}">
                  <a16:creationId xmlns:a16="http://schemas.microsoft.com/office/drawing/2014/main" id="{98758943-0C2E-42DC-86A2-FACBBB5C1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423"/>
              <a:ext cx="48" cy="108"/>
            </a:xfrm>
            <a:custGeom>
              <a:avLst/>
              <a:gdLst>
                <a:gd name="T0" fmla="*/ 160 w 24"/>
                <a:gd name="T1" fmla="*/ 432 h 54"/>
                <a:gd name="T2" fmla="*/ 176 w 24"/>
                <a:gd name="T3" fmla="*/ 408 h 54"/>
                <a:gd name="T4" fmla="*/ 184 w 24"/>
                <a:gd name="T5" fmla="*/ 368 h 54"/>
                <a:gd name="T6" fmla="*/ 160 w 24"/>
                <a:gd name="T7" fmla="*/ 224 h 54"/>
                <a:gd name="T8" fmla="*/ 128 w 24"/>
                <a:gd name="T9" fmla="*/ 96 h 54"/>
                <a:gd name="T10" fmla="*/ 0 w 24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4">
                  <a:moveTo>
                    <a:pt x="20" y="54"/>
                  </a:moveTo>
                  <a:cubicBezTo>
                    <a:pt x="20" y="53"/>
                    <a:pt x="21" y="52"/>
                    <a:pt x="22" y="51"/>
                  </a:cubicBezTo>
                  <a:cubicBezTo>
                    <a:pt x="22" y="50"/>
                    <a:pt x="23" y="48"/>
                    <a:pt x="23" y="46"/>
                  </a:cubicBezTo>
                  <a:cubicBezTo>
                    <a:pt x="24" y="40"/>
                    <a:pt x="22" y="33"/>
                    <a:pt x="20" y="28"/>
                  </a:cubicBezTo>
                  <a:cubicBezTo>
                    <a:pt x="19" y="22"/>
                    <a:pt x="18" y="17"/>
                    <a:pt x="16" y="12"/>
                  </a:cubicBezTo>
                  <a:cubicBezTo>
                    <a:pt x="11" y="4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39" name="Freeform 6726">
              <a:extLst>
                <a:ext uri="{FF2B5EF4-FFF2-40B4-BE49-F238E27FC236}">
                  <a16:creationId xmlns:a16="http://schemas.microsoft.com/office/drawing/2014/main" id="{EA2F30E2-6667-4254-AD50-5DBB807C8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503"/>
              <a:ext cx="54" cy="36"/>
            </a:xfrm>
            <a:custGeom>
              <a:avLst/>
              <a:gdLst>
                <a:gd name="T0" fmla="*/ 0 w 27"/>
                <a:gd name="T1" fmla="*/ 0 h 18"/>
                <a:gd name="T2" fmla="*/ 160 w 27"/>
                <a:gd name="T3" fmla="*/ 136 h 18"/>
                <a:gd name="T4" fmla="*/ 216 w 27"/>
                <a:gd name="T5" fmla="*/ 14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5" y="7"/>
                    <a:pt x="11" y="15"/>
                    <a:pt x="20" y="17"/>
                  </a:cubicBezTo>
                  <a:cubicBezTo>
                    <a:pt x="22" y="18"/>
                    <a:pt x="24" y="18"/>
                    <a:pt x="27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40" name="Freeform 6727">
              <a:extLst>
                <a:ext uri="{FF2B5EF4-FFF2-40B4-BE49-F238E27FC236}">
                  <a16:creationId xmlns:a16="http://schemas.microsoft.com/office/drawing/2014/main" id="{B3950A38-AC66-44B1-8909-63A5C9DB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573"/>
              <a:ext cx="46" cy="92"/>
            </a:xfrm>
            <a:custGeom>
              <a:avLst/>
              <a:gdLst>
                <a:gd name="T0" fmla="*/ 0 w 23"/>
                <a:gd name="T1" fmla="*/ 40 h 46"/>
                <a:gd name="T2" fmla="*/ 56 w 23"/>
                <a:gd name="T3" fmla="*/ 176 h 46"/>
                <a:gd name="T4" fmla="*/ 120 w 23"/>
                <a:gd name="T5" fmla="*/ 288 h 46"/>
                <a:gd name="T6" fmla="*/ 176 w 23"/>
                <a:gd name="T7" fmla="*/ 368 h 46"/>
                <a:gd name="T8" fmla="*/ 88 w 23"/>
                <a:gd name="T9" fmla="*/ 104 h 46"/>
                <a:gd name="T10" fmla="*/ 8 w 23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6">
                  <a:moveTo>
                    <a:pt x="0" y="5"/>
                  </a:moveTo>
                  <a:cubicBezTo>
                    <a:pt x="1" y="11"/>
                    <a:pt x="4" y="16"/>
                    <a:pt x="7" y="22"/>
                  </a:cubicBezTo>
                  <a:cubicBezTo>
                    <a:pt x="9" y="27"/>
                    <a:pt x="12" y="31"/>
                    <a:pt x="15" y="36"/>
                  </a:cubicBezTo>
                  <a:cubicBezTo>
                    <a:pt x="17" y="39"/>
                    <a:pt x="18" y="45"/>
                    <a:pt x="22" y="46"/>
                  </a:cubicBezTo>
                  <a:cubicBezTo>
                    <a:pt x="23" y="35"/>
                    <a:pt x="15" y="23"/>
                    <a:pt x="11" y="13"/>
                  </a:cubicBezTo>
                  <a:cubicBezTo>
                    <a:pt x="8" y="8"/>
                    <a:pt x="5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41" name="Freeform 6728">
              <a:extLst>
                <a:ext uri="{FF2B5EF4-FFF2-40B4-BE49-F238E27FC236}">
                  <a16:creationId xmlns:a16="http://schemas.microsoft.com/office/drawing/2014/main" id="{FC7AA421-23CF-447F-9154-8D9852938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525"/>
              <a:ext cx="40" cy="86"/>
            </a:xfrm>
            <a:custGeom>
              <a:avLst/>
              <a:gdLst>
                <a:gd name="T0" fmla="*/ 152 w 20"/>
                <a:gd name="T1" fmla="*/ 344 h 43"/>
                <a:gd name="T2" fmla="*/ 0 w 20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3">
                  <a:moveTo>
                    <a:pt x="19" y="43"/>
                  </a:moveTo>
                  <a:cubicBezTo>
                    <a:pt x="20" y="28"/>
                    <a:pt x="12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42" name="Freeform 6729">
              <a:extLst>
                <a:ext uri="{FF2B5EF4-FFF2-40B4-BE49-F238E27FC236}">
                  <a16:creationId xmlns:a16="http://schemas.microsoft.com/office/drawing/2014/main" id="{93052A76-6D89-416A-ADF4-9F662BDC3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525"/>
              <a:ext cx="16" cy="62"/>
            </a:xfrm>
            <a:custGeom>
              <a:avLst/>
              <a:gdLst>
                <a:gd name="T0" fmla="*/ 0 w 8"/>
                <a:gd name="T1" fmla="*/ 0 h 31"/>
                <a:gd name="T2" fmla="*/ 56 w 8"/>
                <a:gd name="T3" fmla="*/ 152 h 31"/>
                <a:gd name="T4" fmla="*/ 56 w 8"/>
                <a:gd name="T5" fmla="*/ 24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1">
                  <a:moveTo>
                    <a:pt x="0" y="0"/>
                  </a:moveTo>
                  <a:cubicBezTo>
                    <a:pt x="5" y="3"/>
                    <a:pt x="6" y="12"/>
                    <a:pt x="7" y="19"/>
                  </a:cubicBezTo>
                  <a:cubicBezTo>
                    <a:pt x="7" y="21"/>
                    <a:pt x="8" y="29"/>
                    <a:pt x="7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43" name="Freeform 6730">
              <a:extLst>
                <a:ext uri="{FF2B5EF4-FFF2-40B4-BE49-F238E27FC236}">
                  <a16:creationId xmlns:a16="http://schemas.microsoft.com/office/drawing/2014/main" id="{D047DD93-C438-4C13-9589-167C60C00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569"/>
              <a:ext cx="38" cy="78"/>
            </a:xfrm>
            <a:custGeom>
              <a:avLst/>
              <a:gdLst>
                <a:gd name="T0" fmla="*/ 8 w 19"/>
                <a:gd name="T1" fmla="*/ 0 h 39"/>
                <a:gd name="T2" fmla="*/ 152 w 19"/>
                <a:gd name="T3" fmla="*/ 312 h 39"/>
                <a:gd name="T4" fmla="*/ 0 w 19"/>
                <a:gd name="T5" fmla="*/ 16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9">
                  <a:moveTo>
                    <a:pt x="1" y="0"/>
                  </a:moveTo>
                  <a:cubicBezTo>
                    <a:pt x="10" y="11"/>
                    <a:pt x="15" y="25"/>
                    <a:pt x="19" y="39"/>
                  </a:cubicBezTo>
                  <a:cubicBezTo>
                    <a:pt x="14" y="32"/>
                    <a:pt x="5" y="2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44" name="Freeform 6731">
              <a:extLst>
                <a:ext uri="{FF2B5EF4-FFF2-40B4-BE49-F238E27FC236}">
                  <a16:creationId xmlns:a16="http://schemas.microsoft.com/office/drawing/2014/main" id="{273391DE-5B49-40F6-BE36-4CF236273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537"/>
              <a:ext cx="22" cy="96"/>
            </a:xfrm>
            <a:custGeom>
              <a:avLst/>
              <a:gdLst>
                <a:gd name="T0" fmla="*/ 0 w 11"/>
                <a:gd name="T1" fmla="*/ 0 h 48"/>
                <a:gd name="T2" fmla="*/ 80 w 11"/>
                <a:gd name="T3" fmla="*/ 272 h 48"/>
                <a:gd name="T4" fmla="*/ 80 w 11"/>
                <a:gd name="T5" fmla="*/ 38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8" y="7"/>
                    <a:pt x="10" y="25"/>
                    <a:pt x="10" y="34"/>
                  </a:cubicBezTo>
                  <a:cubicBezTo>
                    <a:pt x="10" y="39"/>
                    <a:pt x="11" y="43"/>
                    <a:pt x="10" y="4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45" name="Freeform 6732">
              <a:extLst>
                <a:ext uri="{FF2B5EF4-FFF2-40B4-BE49-F238E27FC236}">
                  <a16:creationId xmlns:a16="http://schemas.microsoft.com/office/drawing/2014/main" id="{0CFC5282-D9C4-4E0D-AC01-DA17B5CCB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589"/>
              <a:ext cx="38" cy="58"/>
            </a:xfrm>
            <a:custGeom>
              <a:avLst/>
              <a:gdLst>
                <a:gd name="T0" fmla="*/ 0 w 19"/>
                <a:gd name="T1" fmla="*/ 0 h 29"/>
                <a:gd name="T2" fmla="*/ 40 w 19"/>
                <a:gd name="T3" fmla="*/ 128 h 29"/>
                <a:gd name="T4" fmla="*/ 152 w 19"/>
                <a:gd name="T5" fmla="*/ 232 h 29"/>
                <a:gd name="T6" fmla="*/ 120 w 19"/>
                <a:gd name="T7" fmla="*/ 12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9">
                  <a:moveTo>
                    <a:pt x="0" y="0"/>
                  </a:moveTo>
                  <a:cubicBezTo>
                    <a:pt x="1" y="6"/>
                    <a:pt x="2" y="11"/>
                    <a:pt x="5" y="16"/>
                  </a:cubicBezTo>
                  <a:cubicBezTo>
                    <a:pt x="8" y="22"/>
                    <a:pt x="14" y="25"/>
                    <a:pt x="19" y="29"/>
                  </a:cubicBezTo>
                  <a:cubicBezTo>
                    <a:pt x="18" y="26"/>
                    <a:pt x="14" y="20"/>
                    <a:pt x="15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46" name="Freeform 6733">
              <a:extLst>
                <a:ext uri="{FF2B5EF4-FFF2-40B4-BE49-F238E27FC236}">
                  <a16:creationId xmlns:a16="http://schemas.microsoft.com/office/drawing/2014/main" id="{92F4F6FE-47FF-4D00-AA23-A42107B1E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641"/>
              <a:ext cx="34" cy="84"/>
            </a:xfrm>
            <a:custGeom>
              <a:avLst/>
              <a:gdLst>
                <a:gd name="T0" fmla="*/ 0 w 17"/>
                <a:gd name="T1" fmla="*/ 96 h 42"/>
                <a:gd name="T2" fmla="*/ 128 w 17"/>
                <a:gd name="T3" fmla="*/ 336 h 42"/>
                <a:gd name="T4" fmla="*/ 128 w 17"/>
                <a:gd name="T5" fmla="*/ 264 h 42"/>
                <a:gd name="T6" fmla="*/ 112 w 17"/>
                <a:gd name="T7" fmla="*/ 128 h 42"/>
                <a:gd name="T8" fmla="*/ 72 w 1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2">
                  <a:moveTo>
                    <a:pt x="0" y="12"/>
                  </a:moveTo>
                  <a:cubicBezTo>
                    <a:pt x="3" y="22"/>
                    <a:pt x="10" y="31"/>
                    <a:pt x="16" y="42"/>
                  </a:cubicBezTo>
                  <a:cubicBezTo>
                    <a:pt x="17" y="39"/>
                    <a:pt x="16" y="35"/>
                    <a:pt x="16" y="33"/>
                  </a:cubicBezTo>
                  <a:cubicBezTo>
                    <a:pt x="15" y="27"/>
                    <a:pt x="15" y="22"/>
                    <a:pt x="14" y="16"/>
                  </a:cubicBezTo>
                  <a:cubicBezTo>
                    <a:pt x="14" y="10"/>
                    <a:pt x="12" y="5"/>
                    <a:pt x="9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47" name="Freeform 6734">
              <a:extLst>
                <a:ext uri="{FF2B5EF4-FFF2-40B4-BE49-F238E27FC236}">
                  <a16:creationId xmlns:a16="http://schemas.microsoft.com/office/drawing/2014/main" id="{2110C1A9-578F-4E28-80F6-BE7D39DB1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641"/>
              <a:ext cx="42" cy="60"/>
            </a:xfrm>
            <a:custGeom>
              <a:avLst/>
              <a:gdLst>
                <a:gd name="T0" fmla="*/ 0 w 21"/>
                <a:gd name="T1" fmla="*/ 0 h 30"/>
                <a:gd name="T2" fmla="*/ 48 w 21"/>
                <a:gd name="T3" fmla="*/ 112 h 30"/>
                <a:gd name="T4" fmla="*/ 144 w 21"/>
                <a:gd name="T5" fmla="*/ 240 h 30"/>
                <a:gd name="T6" fmla="*/ 160 w 21"/>
                <a:gd name="T7" fmla="*/ 112 h 30"/>
                <a:gd name="T8" fmla="*/ 136 w 21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0">
                  <a:moveTo>
                    <a:pt x="0" y="0"/>
                  </a:moveTo>
                  <a:cubicBezTo>
                    <a:pt x="1" y="5"/>
                    <a:pt x="4" y="9"/>
                    <a:pt x="6" y="14"/>
                  </a:cubicBezTo>
                  <a:cubicBezTo>
                    <a:pt x="9" y="19"/>
                    <a:pt x="13" y="28"/>
                    <a:pt x="18" y="30"/>
                  </a:cubicBezTo>
                  <a:cubicBezTo>
                    <a:pt x="16" y="25"/>
                    <a:pt x="21" y="19"/>
                    <a:pt x="20" y="14"/>
                  </a:cubicBezTo>
                  <a:cubicBezTo>
                    <a:pt x="20" y="9"/>
                    <a:pt x="17" y="5"/>
                    <a:pt x="17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48" name="Freeform 6735">
              <a:extLst>
                <a:ext uri="{FF2B5EF4-FFF2-40B4-BE49-F238E27FC236}">
                  <a16:creationId xmlns:a16="http://schemas.microsoft.com/office/drawing/2014/main" id="{CF47526C-A9FE-4F58-8EDC-1FDDBA820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721"/>
              <a:ext cx="46" cy="78"/>
            </a:xfrm>
            <a:custGeom>
              <a:avLst/>
              <a:gdLst>
                <a:gd name="T0" fmla="*/ 0 w 23"/>
                <a:gd name="T1" fmla="*/ 8 h 39"/>
                <a:gd name="T2" fmla="*/ 104 w 23"/>
                <a:gd name="T3" fmla="*/ 184 h 39"/>
                <a:gd name="T4" fmla="*/ 184 w 23"/>
                <a:gd name="T5" fmla="*/ 312 h 39"/>
                <a:gd name="T6" fmla="*/ 184 w 23"/>
                <a:gd name="T7" fmla="*/ 248 h 39"/>
                <a:gd name="T8" fmla="*/ 96 w 23"/>
                <a:gd name="T9" fmla="*/ 88 h 39"/>
                <a:gd name="T10" fmla="*/ 8 w 23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9">
                  <a:moveTo>
                    <a:pt x="0" y="1"/>
                  </a:moveTo>
                  <a:cubicBezTo>
                    <a:pt x="3" y="9"/>
                    <a:pt x="8" y="16"/>
                    <a:pt x="13" y="23"/>
                  </a:cubicBezTo>
                  <a:cubicBezTo>
                    <a:pt x="16" y="28"/>
                    <a:pt x="17" y="35"/>
                    <a:pt x="23" y="39"/>
                  </a:cubicBezTo>
                  <a:cubicBezTo>
                    <a:pt x="23" y="36"/>
                    <a:pt x="23" y="33"/>
                    <a:pt x="23" y="31"/>
                  </a:cubicBezTo>
                  <a:cubicBezTo>
                    <a:pt x="22" y="24"/>
                    <a:pt x="17" y="17"/>
                    <a:pt x="12" y="11"/>
                  </a:cubicBezTo>
                  <a:cubicBezTo>
                    <a:pt x="9" y="8"/>
                    <a:pt x="3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49" name="Freeform 6736">
              <a:extLst>
                <a:ext uri="{FF2B5EF4-FFF2-40B4-BE49-F238E27FC236}">
                  <a16:creationId xmlns:a16="http://schemas.microsoft.com/office/drawing/2014/main" id="{4ED58B14-49A6-49B6-8794-BB6E5D993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699"/>
              <a:ext cx="24" cy="78"/>
            </a:xfrm>
            <a:custGeom>
              <a:avLst/>
              <a:gdLst>
                <a:gd name="T0" fmla="*/ 0 w 12"/>
                <a:gd name="T1" fmla="*/ 0 h 39"/>
                <a:gd name="T2" fmla="*/ 72 w 12"/>
                <a:gd name="T3" fmla="*/ 216 h 39"/>
                <a:gd name="T4" fmla="*/ 72 w 12"/>
                <a:gd name="T5" fmla="*/ 31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9">
                  <a:moveTo>
                    <a:pt x="0" y="0"/>
                  </a:moveTo>
                  <a:cubicBezTo>
                    <a:pt x="2" y="9"/>
                    <a:pt x="7" y="18"/>
                    <a:pt x="9" y="27"/>
                  </a:cubicBezTo>
                  <a:cubicBezTo>
                    <a:pt x="10" y="29"/>
                    <a:pt x="12" y="37"/>
                    <a:pt x="9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50" name="Freeform 6737">
              <a:extLst>
                <a:ext uri="{FF2B5EF4-FFF2-40B4-BE49-F238E27FC236}">
                  <a16:creationId xmlns:a16="http://schemas.microsoft.com/office/drawing/2014/main" id="{DC8F470B-045D-4B3C-B9A7-B9CBAB8AF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667"/>
              <a:ext cx="22" cy="90"/>
            </a:xfrm>
            <a:custGeom>
              <a:avLst/>
              <a:gdLst>
                <a:gd name="T0" fmla="*/ 48 w 11"/>
                <a:gd name="T1" fmla="*/ 360 h 45"/>
                <a:gd name="T2" fmla="*/ 48 w 11"/>
                <a:gd name="T3" fmla="*/ 112 h 45"/>
                <a:gd name="T4" fmla="*/ 0 w 11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5">
                  <a:moveTo>
                    <a:pt x="6" y="45"/>
                  </a:moveTo>
                  <a:cubicBezTo>
                    <a:pt x="10" y="35"/>
                    <a:pt x="11" y="23"/>
                    <a:pt x="6" y="14"/>
                  </a:cubicBezTo>
                  <a:cubicBezTo>
                    <a:pt x="4" y="9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51" name="Freeform 6738">
              <a:extLst>
                <a:ext uri="{FF2B5EF4-FFF2-40B4-BE49-F238E27FC236}">
                  <a16:creationId xmlns:a16="http://schemas.microsoft.com/office/drawing/2014/main" id="{652B02DA-12B0-49F3-A063-958FE87ED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685"/>
              <a:ext cx="40" cy="44"/>
            </a:xfrm>
            <a:custGeom>
              <a:avLst/>
              <a:gdLst>
                <a:gd name="T0" fmla="*/ 0 w 20"/>
                <a:gd name="T1" fmla="*/ 0 h 22"/>
                <a:gd name="T2" fmla="*/ 160 w 20"/>
                <a:gd name="T3" fmla="*/ 176 h 22"/>
                <a:gd name="T4" fmla="*/ 104 w 20"/>
                <a:gd name="T5" fmla="*/ 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4" y="8"/>
                    <a:pt x="11" y="20"/>
                    <a:pt x="20" y="22"/>
                  </a:cubicBezTo>
                  <a:cubicBezTo>
                    <a:pt x="17" y="18"/>
                    <a:pt x="14" y="8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52" name="Freeform 6739">
              <a:extLst>
                <a:ext uri="{FF2B5EF4-FFF2-40B4-BE49-F238E27FC236}">
                  <a16:creationId xmlns:a16="http://schemas.microsoft.com/office/drawing/2014/main" id="{87B1A48A-8291-4C68-91C5-8FC6926FA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385"/>
              <a:ext cx="20" cy="72"/>
            </a:xfrm>
            <a:custGeom>
              <a:avLst/>
              <a:gdLst>
                <a:gd name="T0" fmla="*/ 80 w 10"/>
                <a:gd name="T1" fmla="*/ 288 h 36"/>
                <a:gd name="T2" fmla="*/ 0 w 10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10" y="36"/>
                  </a:moveTo>
                  <a:cubicBezTo>
                    <a:pt x="8" y="22"/>
                    <a:pt x="6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53" name="Freeform 6740">
              <a:extLst>
                <a:ext uri="{FF2B5EF4-FFF2-40B4-BE49-F238E27FC236}">
                  <a16:creationId xmlns:a16="http://schemas.microsoft.com/office/drawing/2014/main" id="{FD11D49B-14A0-4509-A307-FE9517BEF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773"/>
              <a:ext cx="32" cy="82"/>
            </a:xfrm>
            <a:custGeom>
              <a:avLst/>
              <a:gdLst>
                <a:gd name="T0" fmla="*/ 0 w 16"/>
                <a:gd name="T1" fmla="*/ 96 h 41"/>
                <a:gd name="T2" fmla="*/ 128 w 16"/>
                <a:gd name="T3" fmla="*/ 328 h 41"/>
                <a:gd name="T4" fmla="*/ 120 w 16"/>
                <a:gd name="T5" fmla="*/ 256 h 41"/>
                <a:gd name="T6" fmla="*/ 104 w 16"/>
                <a:gd name="T7" fmla="*/ 128 h 41"/>
                <a:gd name="T8" fmla="*/ 8 w 16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1">
                  <a:moveTo>
                    <a:pt x="0" y="12"/>
                  </a:moveTo>
                  <a:cubicBezTo>
                    <a:pt x="4" y="21"/>
                    <a:pt x="9" y="35"/>
                    <a:pt x="16" y="41"/>
                  </a:cubicBezTo>
                  <a:cubicBezTo>
                    <a:pt x="16" y="39"/>
                    <a:pt x="15" y="35"/>
                    <a:pt x="15" y="32"/>
                  </a:cubicBezTo>
                  <a:cubicBezTo>
                    <a:pt x="14" y="27"/>
                    <a:pt x="14" y="21"/>
                    <a:pt x="13" y="16"/>
                  </a:cubicBezTo>
                  <a:cubicBezTo>
                    <a:pt x="12" y="10"/>
                    <a:pt x="5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54" name="Freeform 6741">
              <a:extLst>
                <a:ext uri="{FF2B5EF4-FFF2-40B4-BE49-F238E27FC236}">
                  <a16:creationId xmlns:a16="http://schemas.microsoft.com/office/drawing/2014/main" id="{B84600B0-16D1-494F-A329-4ED5DEBB1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853"/>
              <a:ext cx="50" cy="76"/>
            </a:xfrm>
            <a:custGeom>
              <a:avLst/>
              <a:gdLst>
                <a:gd name="T0" fmla="*/ 0 w 25"/>
                <a:gd name="T1" fmla="*/ 8 h 38"/>
                <a:gd name="T2" fmla="*/ 104 w 25"/>
                <a:gd name="T3" fmla="*/ 176 h 38"/>
                <a:gd name="T4" fmla="*/ 184 w 25"/>
                <a:gd name="T5" fmla="*/ 304 h 38"/>
                <a:gd name="T6" fmla="*/ 192 w 25"/>
                <a:gd name="T7" fmla="*/ 232 h 38"/>
                <a:gd name="T8" fmla="*/ 104 w 25"/>
                <a:gd name="T9" fmla="*/ 80 h 38"/>
                <a:gd name="T10" fmla="*/ 8 w 25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8">
                  <a:moveTo>
                    <a:pt x="0" y="1"/>
                  </a:moveTo>
                  <a:cubicBezTo>
                    <a:pt x="3" y="8"/>
                    <a:pt x="8" y="15"/>
                    <a:pt x="13" y="22"/>
                  </a:cubicBezTo>
                  <a:cubicBezTo>
                    <a:pt x="17" y="28"/>
                    <a:pt x="17" y="34"/>
                    <a:pt x="23" y="38"/>
                  </a:cubicBezTo>
                  <a:cubicBezTo>
                    <a:pt x="23" y="35"/>
                    <a:pt x="25" y="32"/>
                    <a:pt x="24" y="29"/>
                  </a:cubicBezTo>
                  <a:cubicBezTo>
                    <a:pt x="23" y="22"/>
                    <a:pt x="17" y="15"/>
                    <a:pt x="13" y="10"/>
                  </a:cubicBezTo>
                  <a:cubicBezTo>
                    <a:pt x="10" y="7"/>
                    <a:pt x="3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55" name="Freeform 6742">
              <a:extLst>
                <a:ext uri="{FF2B5EF4-FFF2-40B4-BE49-F238E27FC236}">
                  <a16:creationId xmlns:a16="http://schemas.microsoft.com/office/drawing/2014/main" id="{98BE0F57-8202-416F-AE77-0497DD29C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829"/>
              <a:ext cx="28" cy="76"/>
            </a:xfrm>
            <a:custGeom>
              <a:avLst/>
              <a:gdLst>
                <a:gd name="T0" fmla="*/ 0 w 14"/>
                <a:gd name="T1" fmla="*/ 0 h 38"/>
                <a:gd name="T2" fmla="*/ 88 w 14"/>
                <a:gd name="T3" fmla="*/ 208 h 38"/>
                <a:gd name="T4" fmla="*/ 88 w 14"/>
                <a:gd name="T5" fmla="*/ 30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8">
                  <a:moveTo>
                    <a:pt x="0" y="0"/>
                  </a:moveTo>
                  <a:cubicBezTo>
                    <a:pt x="3" y="9"/>
                    <a:pt x="8" y="17"/>
                    <a:pt x="11" y="26"/>
                  </a:cubicBezTo>
                  <a:cubicBezTo>
                    <a:pt x="11" y="29"/>
                    <a:pt x="14" y="36"/>
                    <a:pt x="11" y="3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56" name="Freeform 6743">
              <a:extLst>
                <a:ext uri="{FF2B5EF4-FFF2-40B4-BE49-F238E27FC236}">
                  <a16:creationId xmlns:a16="http://schemas.microsoft.com/office/drawing/2014/main" id="{25FEA167-9161-453C-9576-67295C34D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797"/>
              <a:ext cx="24" cy="88"/>
            </a:xfrm>
            <a:custGeom>
              <a:avLst/>
              <a:gdLst>
                <a:gd name="T0" fmla="*/ 72 w 12"/>
                <a:gd name="T1" fmla="*/ 352 h 44"/>
                <a:gd name="T2" fmla="*/ 56 w 12"/>
                <a:gd name="T3" fmla="*/ 104 h 44"/>
                <a:gd name="T4" fmla="*/ 0 w 1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9" y="44"/>
                  </a:moveTo>
                  <a:cubicBezTo>
                    <a:pt x="12" y="34"/>
                    <a:pt x="12" y="22"/>
                    <a:pt x="7" y="13"/>
                  </a:cubicBezTo>
                  <a:cubicBezTo>
                    <a:pt x="5" y="9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57" name="Freeform 6744">
              <a:extLst>
                <a:ext uri="{FF2B5EF4-FFF2-40B4-BE49-F238E27FC236}">
                  <a16:creationId xmlns:a16="http://schemas.microsoft.com/office/drawing/2014/main" id="{D413C6FB-78DB-4367-AE11-F8975140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769"/>
              <a:ext cx="60" cy="90"/>
            </a:xfrm>
            <a:custGeom>
              <a:avLst/>
              <a:gdLst>
                <a:gd name="T0" fmla="*/ 0 w 30"/>
                <a:gd name="T1" fmla="*/ 0 h 45"/>
                <a:gd name="T2" fmla="*/ 24 w 30"/>
                <a:gd name="T3" fmla="*/ 64 h 45"/>
                <a:gd name="T4" fmla="*/ 96 w 30"/>
                <a:gd name="T5" fmla="*/ 168 h 45"/>
                <a:gd name="T6" fmla="*/ 240 w 30"/>
                <a:gd name="T7" fmla="*/ 360 h 45"/>
                <a:gd name="T8" fmla="*/ 208 w 30"/>
                <a:gd name="T9" fmla="*/ 256 h 45"/>
                <a:gd name="T10" fmla="*/ 136 w 30"/>
                <a:gd name="T11" fmla="*/ 152 h 45"/>
                <a:gd name="T12" fmla="*/ 80 w 30"/>
                <a:gd name="T13" fmla="*/ 4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5">
                  <a:moveTo>
                    <a:pt x="0" y="0"/>
                  </a:moveTo>
                  <a:cubicBezTo>
                    <a:pt x="2" y="2"/>
                    <a:pt x="2" y="5"/>
                    <a:pt x="3" y="8"/>
                  </a:cubicBezTo>
                  <a:cubicBezTo>
                    <a:pt x="6" y="12"/>
                    <a:pt x="9" y="17"/>
                    <a:pt x="12" y="21"/>
                  </a:cubicBezTo>
                  <a:cubicBezTo>
                    <a:pt x="18" y="27"/>
                    <a:pt x="22" y="40"/>
                    <a:pt x="30" y="45"/>
                  </a:cubicBezTo>
                  <a:cubicBezTo>
                    <a:pt x="30" y="42"/>
                    <a:pt x="27" y="34"/>
                    <a:pt x="26" y="32"/>
                  </a:cubicBezTo>
                  <a:cubicBezTo>
                    <a:pt x="23" y="28"/>
                    <a:pt x="20" y="23"/>
                    <a:pt x="17" y="19"/>
                  </a:cubicBezTo>
                  <a:cubicBezTo>
                    <a:pt x="14" y="14"/>
                    <a:pt x="14" y="9"/>
                    <a:pt x="10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58" name="Freeform 6745">
              <a:extLst>
                <a:ext uri="{FF2B5EF4-FFF2-40B4-BE49-F238E27FC236}">
                  <a16:creationId xmlns:a16="http://schemas.microsoft.com/office/drawing/2014/main" id="{53481A7E-E015-44D9-A438-5B5C53B32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813"/>
              <a:ext cx="36" cy="50"/>
            </a:xfrm>
            <a:custGeom>
              <a:avLst/>
              <a:gdLst>
                <a:gd name="T0" fmla="*/ 0 w 18"/>
                <a:gd name="T1" fmla="*/ 0 h 25"/>
                <a:gd name="T2" fmla="*/ 144 w 18"/>
                <a:gd name="T3" fmla="*/ 200 h 25"/>
                <a:gd name="T4" fmla="*/ 104 w 18"/>
                <a:gd name="T5" fmla="*/ 1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4" y="8"/>
                    <a:pt x="8" y="24"/>
                    <a:pt x="18" y="25"/>
                  </a:cubicBezTo>
                  <a:cubicBezTo>
                    <a:pt x="14" y="21"/>
                    <a:pt x="14" y="8"/>
                    <a:pt x="13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59" name="Freeform 6746">
              <a:extLst>
                <a:ext uri="{FF2B5EF4-FFF2-40B4-BE49-F238E27FC236}">
                  <a16:creationId xmlns:a16="http://schemas.microsoft.com/office/drawing/2014/main" id="{E20731FF-DC6D-4070-8CCF-B4A435AC2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079"/>
              <a:ext cx="38" cy="64"/>
            </a:xfrm>
            <a:custGeom>
              <a:avLst/>
              <a:gdLst>
                <a:gd name="T0" fmla="*/ 0 w 19"/>
                <a:gd name="T1" fmla="*/ 0 h 32"/>
                <a:gd name="T2" fmla="*/ 80 w 19"/>
                <a:gd name="T3" fmla="*/ 176 h 32"/>
                <a:gd name="T4" fmla="*/ 120 w 19"/>
                <a:gd name="T5" fmla="*/ 232 h 32"/>
                <a:gd name="T6" fmla="*/ 152 w 19"/>
                <a:gd name="T7" fmla="*/ 256 h 32"/>
                <a:gd name="T8" fmla="*/ 144 w 19"/>
                <a:gd name="T9" fmla="*/ 208 h 32"/>
                <a:gd name="T10" fmla="*/ 88 w 19"/>
                <a:gd name="T11" fmla="*/ 80 h 32"/>
                <a:gd name="T12" fmla="*/ 8 w 19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0" y="0"/>
                  </a:moveTo>
                  <a:cubicBezTo>
                    <a:pt x="1" y="4"/>
                    <a:pt x="7" y="18"/>
                    <a:pt x="10" y="22"/>
                  </a:cubicBezTo>
                  <a:cubicBezTo>
                    <a:pt x="11" y="24"/>
                    <a:pt x="13" y="26"/>
                    <a:pt x="15" y="29"/>
                  </a:cubicBezTo>
                  <a:cubicBezTo>
                    <a:pt x="16" y="29"/>
                    <a:pt x="18" y="32"/>
                    <a:pt x="19" y="32"/>
                  </a:cubicBezTo>
                  <a:cubicBezTo>
                    <a:pt x="19" y="30"/>
                    <a:pt x="19" y="28"/>
                    <a:pt x="18" y="26"/>
                  </a:cubicBezTo>
                  <a:cubicBezTo>
                    <a:pt x="17" y="20"/>
                    <a:pt x="13" y="15"/>
                    <a:pt x="11" y="10"/>
                  </a:cubicBezTo>
                  <a:cubicBezTo>
                    <a:pt x="8" y="6"/>
                    <a:pt x="5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60" name="Freeform 6747">
              <a:extLst>
                <a:ext uri="{FF2B5EF4-FFF2-40B4-BE49-F238E27FC236}">
                  <a16:creationId xmlns:a16="http://schemas.microsoft.com/office/drawing/2014/main" id="{CB489AE1-BD47-4260-9CD7-11754853C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037"/>
              <a:ext cx="34" cy="56"/>
            </a:xfrm>
            <a:custGeom>
              <a:avLst/>
              <a:gdLst>
                <a:gd name="T0" fmla="*/ 136 w 17"/>
                <a:gd name="T1" fmla="*/ 224 h 28"/>
                <a:gd name="T2" fmla="*/ 80 w 17"/>
                <a:gd name="T3" fmla="*/ 48 h 28"/>
                <a:gd name="T4" fmla="*/ 0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7" y="28"/>
                  </a:moveTo>
                  <a:cubicBezTo>
                    <a:pt x="17" y="20"/>
                    <a:pt x="16" y="12"/>
                    <a:pt x="10" y="6"/>
                  </a:cubicBezTo>
                  <a:cubicBezTo>
                    <a:pt x="7" y="3"/>
                    <a:pt x="4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61" name="Freeform 6748">
              <a:extLst>
                <a:ext uri="{FF2B5EF4-FFF2-40B4-BE49-F238E27FC236}">
                  <a16:creationId xmlns:a16="http://schemas.microsoft.com/office/drawing/2014/main" id="{EE721745-7BEC-4DFB-B041-CFA5FE01E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7"/>
              <a:ext cx="64" cy="72"/>
            </a:xfrm>
            <a:custGeom>
              <a:avLst/>
              <a:gdLst>
                <a:gd name="T0" fmla="*/ 192 w 32"/>
                <a:gd name="T1" fmla="*/ 160 h 36"/>
                <a:gd name="T2" fmla="*/ 256 w 32"/>
                <a:gd name="T3" fmla="*/ 288 h 36"/>
                <a:gd name="T4" fmla="*/ 152 w 32"/>
                <a:gd name="T5" fmla="*/ 216 h 36"/>
                <a:gd name="T6" fmla="*/ 104 w 32"/>
                <a:gd name="T7" fmla="*/ 184 h 36"/>
                <a:gd name="T8" fmla="*/ 0 w 32"/>
                <a:gd name="T9" fmla="*/ 0 h 36"/>
                <a:gd name="T10" fmla="*/ 192 w 32"/>
                <a:gd name="T11" fmla="*/ 16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24" y="20"/>
                  </a:moveTo>
                  <a:cubicBezTo>
                    <a:pt x="27" y="25"/>
                    <a:pt x="29" y="30"/>
                    <a:pt x="32" y="36"/>
                  </a:cubicBezTo>
                  <a:cubicBezTo>
                    <a:pt x="27" y="33"/>
                    <a:pt x="23" y="30"/>
                    <a:pt x="19" y="27"/>
                  </a:cubicBezTo>
                  <a:cubicBezTo>
                    <a:pt x="16" y="26"/>
                    <a:pt x="15" y="25"/>
                    <a:pt x="13" y="23"/>
                  </a:cubicBezTo>
                  <a:cubicBezTo>
                    <a:pt x="4" y="16"/>
                    <a:pt x="0" y="0"/>
                    <a:pt x="0" y="0"/>
                  </a:cubicBezTo>
                  <a:cubicBezTo>
                    <a:pt x="0" y="0"/>
                    <a:pt x="23" y="18"/>
                    <a:pt x="24" y="20"/>
                  </a:cubicBezTo>
                  <a:close/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62" name="Freeform 6749">
              <a:extLst>
                <a:ext uri="{FF2B5EF4-FFF2-40B4-BE49-F238E27FC236}">
                  <a16:creationId xmlns:a16="http://schemas.microsoft.com/office/drawing/2014/main" id="{D70EDA25-3985-4988-9276-6D0969891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041"/>
              <a:ext cx="62" cy="70"/>
            </a:xfrm>
            <a:custGeom>
              <a:avLst/>
              <a:gdLst>
                <a:gd name="T0" fmla="*/ 0 w 31"/>
                <a:gd name="T1" fmla="*/ 0 h 35"/>
                <a:gd name="T2" fmla="*/ 16 w 31"/>
                <a:gd name="T3" fmla="*/ 40 h 35"/>
                <a:gd name="T4" fmla="*/ 80 w 31"/>
                <a:gd name="T5" fmla="*/ 160 h 35"/>
                <a:gd name="T6" fmla="*/ 192 w 31"/>
                <a:gd name="T7" fmla="*/ 256 h 35"/>
                <a:gd name="T8" fmla="*/ 248 w 31"/>
                <a:gd name="T9" fmla="*/ 280 h 35"/>
                <a:gd name="T10" fmla="*/ 240 w 31"/>
                <a:gd name="T11" fmla="*/ 264 h 35"/>
                <a:gd name="T12" fmla="*/ 192 w 31"/>
                <a:gd name="T13" fmla="*/ 192 h 35"/>
                <a:gd name="T14" fmla="*/ 128 w 31"/>
                <a:gd name="T15" fmla="*/ 88 h 35"/>
                <a:gd name="T16" fmla="*/ 80 w 31"/>
                <a:gd name="T17" fmla="*/ 32 h 35"/>
                <a:gd name="T18" fmla="*/ 48 w 31"/>
                <a:gd name="T19" fmla="*/ 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4" y="10"/>
                    <a:pt x="7" y="15"/>
                    <a:pt x="10" y="20"/>
                  </a:cubicBezTo>
                  <a:cubicBezTo>
                    <a:pt x="14" y="25"/>
                    <a:pt x="18" y="30"/>
                    <a:pt x="24" y="32"/>
                  </a:cubicBezTo>
                  <a:cubicBezTo>
                    <a:pt x="26" y="33"/>
                    <a:pt x="29" y="34"/>
                    <a:pt x="31" y="35"/>
                  </a:cubicBezTo>
                  <a:cubicBezTo>
                    <a:pt x="31" y="35"/>
                    <a:pt x="31" y="34"/>
                    <a:pt x="30" y="33"/>
                  </a:cubicBezTo>
                  <a:cubicBezTo>
                    <a:pt x="28" y="30"/>
                    <a:pt x="26" y="27"/>
                    <a:pt x="24" y="24"/>
                  </a:cubicBezTo>
                  <a:cubicBezTo>
                    <a:pt x="22" y="20"/>
                    <a:pt x="19" y="15"/>
                    <a:pt x="16" y="11"/>
                  </a:cubicBezTo>
                  <a:cubicBezTo>
                    <a:pt x="14" y="9"/>
                    <a:pt x="12" y="6"/>
                    <a:pt x="10" y="4"/>
                  </a:cubicBezTo>
                  <a:cubicBezTo>
                    <a:pt x="9" y="3"/>
                    <a:pt x="6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63" name="Freeform 6750">
              <a:extLst>
                <a:ext uri="{FF2B5EF4-FFF2-40B4-BE49-F238E27FC236}">
                  <a16:creationId xmlns:a16="http://schemas.microsoft.com/office/drawing/2014/main" id="{5AA48AA4-488F-433A-91F5-9FD37BCCA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013"/>
              <a:ext cx="62" cy="58"/>
            </a:xfrm>
            <a:custGeom>
              <a:avLst/>
              <a:gdLst>
                <a:gd name="T0" fmla="*/ 0 w 31"/>
                <a:gd name="T1" fmla="*/ 0 h 29"/>
                <a:gd name="T2" fmla="*/ 48 w 31"/>
                <a:gd name="T3" fmla="*/ 48 h 29"/>
                <a:gd name="T4" fmla="*/ 128 w 31"/>
                <a:gd name="T5" fmla="*/ 152 h 29"/>
                <a:gd name="T6" fmla="*/ 216 w 31"/>
                <a:gd name="T7" fmla="*/ 208 h 29"/>
                <a:gd name="T8" fmla="*/ 248 w 31"/>
                <a:gd name="T9" fmla="*/ 2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9">
                  <a:moveTo>
                    <a:pt x="0" y="0"/>
                  </a:moveTo>
                  <a:cubicBezTo>
                    <a:pt x="2" y="1"/>
                    <a:pt x="5" y="5"/>
                    <a:pt x="6" y="6"/>
                  </a:cubicBezTo>
                  <a:cubicBezTo>
                    <a:pt x="9" y="11"/>
                    <a:pt x="12" y="15"/>
                    <a:pt x="16" y="19"/>
                  </a:cubicBezTo>
                  <a:cubicBezTo>
                    <a:pt x="19" y="21"/>
                    <a:pt x="23" y="23"/>
                    <a:pt x="27" y="26"/>
                  </a:cubicBezTo>
                  <a:cubicBezTo>
                    <a:pt x="28" y="27"/>
                    <a:pt x="30" y="29"/>
                    <a:pt x="31" y="2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64" name="Freeform 6751">
              <a:extLst>
                <a:ext uri="{FF2B5EF4-FFF2-40B4-BE49-F238E27FC236}">
                  <a16:creationId xmlns:a16="http://schemas.microsoft.com/office/drawing/2014/main" id="{ECB06D59-2A10-4C0E-9128-1B56AECF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989"/>
              <a:ext cx="56" cy="102"/>
            </a:xfrm>
            <a:custGeom>
              <a:avLst/>
              <a:gdLst>
                <a:gd name="T0" fmla="*/ 200 w 28"/>
                <a:gd name="T1" fmla="*/ 408 h 51"/>
                <a:gd name="T2" fmla="*/ 216 w 28"/>
                <a:gd name="T3" fmla="*/ 384 h 51"/>
                <a:gd name="T4" fmla="*/ 224 w 28"/>
                <a:gd name="T5" fmla="*/ 344 h 51"/>
                <a:gd name="T6" fmla="*/ 184 w 28"/>
                <a:gd name="T7" fmla="*/ 200 h 51"/>
                <a:gd name="T8" fmla="*/ 128 w 28"/>
                <a:gd name="T9" fmla="*/ 80 h 51"/>
                <a:gd name="T10" fmla="*/ 0 w 28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1">
                  <a:moveTo>
                    <a:pt x="25" y="51"/>
                  </a:moveTo>
                  <a:cubicBezTo>
                    <a:pt x="25" y="50"/>
                    <a:pt x="26" y="49"/>
                    <a:pt x="27" y="48"/>
                  </a:cubicBezTo>
                  <a:cubicBezTo>
                    <a:pt x="27" y="47"/>
                    <a:pt x="28" y="45"/>
                    <a:pt x="28" y="43"/>
                  </a:cubicBezTo>
                  <a:cubicBezTo>
                    <a:pt x="28" y="37"/>
                    <a:pt x="25" y="31"/>
                    <a:pt x="23" y="25"/>
                  </a:cubicBezTo>
                  <a:cubicBezTo>
                    <a:pt x="21" y="20"/>
                    <a:pt x="19" y="15"/>
                    <a:pt x="16" y="10"/>
                  </a:cubicBezTo>
                  <a:cubicBezTo>
                    <a:pt x="11" y="2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65" name="Freeform 6752">
              <a:extLst>
                <a:ext uri="{FF2B5EF4-FFF2-40B4-BE49-F238E27FC236}">
                  <a16:creationId xmlns:a16="http://schemas.microsoft.com/office/drawing/2014/main" id="{6597760F-4657-4201-AA42-E184FAC9D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3063"/>
              <a:ext cx="58" cy="30"/>
            </a:xfrm>
            <a:custGeom>
              <a:avLst/>
              <a:gdLst>
                <a:gd name="T0" fmla="*/ 0 w 29"/>
                <a:gd name="T1" fmla="*/ 0 h 15"/>
                <a:gd name="T2" fmla="*/ 176 w 29"/>
                <a:gd name="T3" fmla="*/ 120 h 15"/>
                <a:gd name="T4" fmla="*/ 232 w 29"/>
                <a:gd name="T5" fmla="*/ 1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0" y="0"/>
                  </a:moveTo>
                  <a:cubicBezTo>
                    <a:pt x="6" y="7"/>
                    <a:pt x="13" y="13"/>
                    <a:pt x="22" y="15"/>
                  </a:cubicBezTo>
                  <a:cubicBezTo>
                    <a:pt x="25" y="15"/>
                    <a:pt x="27" y="15"/>
                    <a:pt x="29" y="1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66" name="Freeform 6753">
              <a:extLst>
                <a:ext uri="{FF2B5EF4-FFF2-40B4-BE49-F238E27FC236}">
                  <a16:creationId xmlns:a16="http://schemas.microsoft.com/office/drawing/2014/main" id="{21FDE8CC-921E-4E14-8BF0-F53A8786C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3141"/>
              <a:ext cx="18" cy="40"/>
            </a:xfrm>
            <a:custGeom>
              <a:avLst/>
              <a:gdLst>
                <a:gd name="T0" fmla="*/ 0 w 9"/>
                <a:gd name="T1" fmla="*/ 0 h 20"/>
                <a:gd name="T2" fmla="*/ 56 w 9"/>
                <a:gd name="T3" fmla="*/ 136 h 20"/>
                <a:gd name="T4" fmla="*/ 72 w 9"/>
                <a:gd name="T5" fmla="*/ 1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2" y="6"/>
                    <a:pt x="4" y="12"/>
                    <a:pt x="7" y="17"/>
                  </a:cubicBezTo>
                  <a:cubicBezTo>
                    <a:pt x="7" y="18"/>
                    <a:pt x="8" y="19"/>
                    <a:pt x="9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67" name="Freeform 6754">
              <a:extLst>
                <a:ext uri="{FF2B5EF4-FFF2-40B4-BE49-F238E27FC236}">
                  <a16:creationId xmlns:a16="http://schemas.microsoft.com/office/drawing/2014/main" id="{E38329E3-B2C3-4FEA-9B11-487416A33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3087"/>
              <a:ext cx="48" cy="78"/>
            </a:xfrm>
            <a:custGeom>
              <a:avLst/>
              <a:gdLst>
                <a:gd name="T0" fmla="*/ 192 w 24"/>
                <a:gd name="T1" fmla="*/ 312 h 39"/>
                <a:gd name="T2" fmla="*/ 0 w 24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9">
                  <a:moveTo>
                    <a:pt x="24" y="39"/>
                  </a:moveTo>
                  <a:cubicBezTo>
                    <a:pt x="24" y="24"/>
                    <a:pt x="13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68" name="Freeform 6755">
              <a:extLst>
                <a:ext uri="{FF2B5EF4-FFF2-40B4-BE49-F238E27FC236}">
                  <a16:creationId xmlns:a16="http://schemas.microsoft.com/office/drawing/2014/main" id="{780DF060-EFD4-4D09-B002-5CBE2C607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3083"/>
              <a:ext cx="24" cy="60"/>
            </a:xfrm>
            <a:custGeom>
              <a:avLst/>
              <a:gdLst>
                <a:gd name="T0" fmla="*/ 0 w 12"/>
                <a:gd name="T1" fmla="*/ 0 h 30"/>
                <a:gd name="T2" fmla="*/ 80 w 12"/>
                <a:gd name="T3" fmla="*/ 136 h 30"/>
                <a:gd name="T4" fmla="*/ 88 w 12"/>
                <a:gd name="T5" fmla="*/ 24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6" y="3"/>
                    <a:pt x="9" y="11"/>
                    <a:pt x="10" y="17"/>
                  </a:cubicBezTo>
                  <a:cubicBezTo>
                    <a:pt x="10" y="20"/>
                    <a:pt x="12" y="28"/>
                    <a:pt x="11" y="3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69" name="Freeform 6756">
              <a:extLst>
                <a:ext uri="{FF2B5EF4-FFF2-40B4-BE49-F238E27FC236}">
                  <a16:creationId xmlns:a16="http://schemas.microsoft.com/office/drawing/2014/main" id="{C684BFB0-DCC6-40A4-8C3D-84DBE1A1E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093"/>
              <a:ext cx="26" cy="76"/>
            </a:xfrm>
            <a:custGeom>
              <a:avLst/>
              <a:gdLst>
                <a:gd name="T0" fmla="*/ 0 w 13"/>
                <a:gd name="T1" fmla="*/ 0 h 38"/>
                <a:gd name="T2" fmla="*/ 104 w 13"/>
                <a:gd name="T3" fmla="*/ 30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0" y="0"/>
                  </a:moveTo>
                  <a:cubicBezTo>
                    <a:pt x="9" y="5"/>
                    <a:pt x="12" y="29"/>
                    <a:pt x="13" y="3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70" name="Freeform 6757">
              <a:extLst>
                <a:ext uri="{FF2B5EF4-FFF2-40B4-BE49-F238E27FC236}">
                  <a16:creationId xmlns:a16="http://schemas.microsoft.com/office/drawing/2014/main" id="{BB772236-E9C2-41E3-85DB-CB85227B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111"/>
              <a:ext cx="44" cy="68"/>
            </a:xfrm>
            <a:custGeom>
              <a:avLst/>
              <a:gdLst>
                <a:gd name="T0" fmla="*/ 176 w 22"/>
                <a:gd name="T1" fmla="*/ 272 h 34"/>
                <a:gd name="T2" fmla="*/ 88 w 22"/>
                <a:gd name="T3" fmla="*/ 112 h 34"/>
                <a:gd name="T4" fmla="*/ 0 w 2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4">
                  <a:moveTo>
                    <a:pt x="22" y="34"/>
                  </a:moveTo>
                  <a:cubicBezTo>
                    <a:pt x="18" y="28"/>
                    <a:pt x="16" y="20"/>
                    <a:pt x="11" y="14"/>
                  </a:cubicBezTo>
                  <a:cubicBezTo>
                    <a:pt x="7" y="9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71" name="Freeform 6758">
              <a:extLst>
                <a:ext uri="{FF2B5EF4-FFF2-40B4-BE49-F238E27FC236}">
                  <a16:creationId xmlns:a16="http://schemas.microsoft.com/office/drawing/2014/main" id="{D1312338-4E07-4591-AB30-49D7DBF7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105"/>
              <a:ext cx="54" cy="74"/>
            </a:xfrm>
            <a:custGeom>
              <a:avLst/>
              <a:gdLst>
                <a:gd name="T0" fmla="*/ 0 w 27"/>
                <a:gd name="T1" fmla="*/ 0 h 37"/>
                <a:gd name="T2" fmla="*/ 40 w 27"/>
                <a:gd name="T3" fmla="*/ 104 h 37"/>
                <a:gd name="T4" fmla="*/ 216 w 27"/>
                <a:gd name="T5" fmla="*/ 29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7">
                  <a:moveTo>
                    <a:pt x="0" y="0"/>
                  </a:moveTo>
                  <a:cubicBezTo>
                    <a:pt x="2" y="4"/>
                    <a:pt x="3" y="9"/>
                    <a:pt x="5" y="13"/>
                  </a:cubicBezTo>
                  <a:cubicBezTo>
                    <a:pt x="8" y="19"/>
                    <a:pt x="21" y="31"/>
                    <a:pt x="27" y="3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72" name="Freeform 6759">
              <a:extLst>
                <a:ext uri="{FF2B5EF4-FFF2-40B4-BE49-F238E27FC236}">
                  <a16:creationId xmlns:a16="http://schemas.microsoft.com/office/drawing/2014/main" id="{802CDF97-17D0-446F-AB49-E7735DF5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951"/>
              <a:ext cx="22" cy="28"/>
            </a:xfrm>
            <a:custGeom>
              <a:avLst/>
              <a:gdLst>
                <a:gd name="T0" fmla="*/ 0 w 11"/>
                <a:gd name="T1" fmla="*/ 0 h 14"/>
                <a:gd name="T2" fmla="*/ 88 w 11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5" y="8"/>
                    <a:pt x="11" y="14"/>
                    <a:pt x="11" y="1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73" name="Freeform 6760">
              <a:extLst>
                <a:ext uri="{FF2B5EF4-FFF2-40B4-BE49-F238E27FC236}">
                  <a16:creationId xmlns:a16="http://schemas.microsoft.com/office/drawing/2014/main" id="{7FDDFBFD-3D67-4486-A0FF-E3A91F526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45"/>
              <a:ext cx="44" cy="68"/>
            </a:xfrm>
            <a:custGeom>
              <a:avLst/>
              <a:gdLst>
                <a:gd name="T0" fmla="*/ 0 w 22"/>
                <a:gd name="T1" fmla="*/ 0 h 34"/>
                <a:gd name="T2" fmla="*/ 176 w 22"/>
                <a:gd name="T3" fmla="*/ 27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9" y="7"/>
                    <a:pt x="18" y="25"/>
                    <a:pt x="22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74" name="Freeform 6761">
              <a:extLst>
                <a:ext uri="{FF2B5EF4-FFF2-40B4-BE49-F238E27FC236}">
                  <a16:creationId xmlns:a16="http://schemas.microsoft.com/office/drawing/2014/main" id="{85B6A41C-435B-46D6-B791-8FC959CDD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953"/>
              <a:ext cx="28" cy="66"/>
            </a:xfrm>
            <a:custGeom>
              <a:avLst/>
              <a:gdLst>
                <a:gd name="T0" fmla="*/ 112 w 14"/>
                <a:gd name="T1" fmla="*/ 264 h 33"/>
                <a:gd name="T2" fmla="*/ 0 w 14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14" y="33"/>
                  </a:moveTo>
                  <a:cubicBezTo>
                    <a:pt x="10" y="19"/>
                    <a:pt x="6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75" name="Freeform 6762">
              <a:extLst>
                <a:ext uri="{FF2B5EF4-FFF2-40B4-BE49-F238E27FC236}">
                  <a16:creationId xmlns:a16="http://schemas.microsoft.com/office/drawing/2014/main" id="{02BD1991-CF0A-4D10-AF3C-E0D28D4FC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785"/>
              <a:ext cx="36" cy="46"/>
            </a:xfrm>
            <a:custGeom>
              <a:avLst/>
              <a:gdLst>
                <a:gd name="T0" fmla="*/ 0 w 18"/>
                <a:gd name="T1" fmla="*/ 64 h 23"/>
                <a:gd name="T2" fmla="*/ 88 w 18"/>
                <a:gd name="T3" fmla="*/ 144 h 23"/>
                <a:gd name="T4" fmla="*/ 112 w 18"/>
                <a:gd name="T5" fmla="*/ 184 h 23"/>
                <a:gd name="T6" fmla="*/ 104 w 18"/>
                <a:gd name="T7" fmla="*/ 0 h 23"/>
                <a:gd name="T8" fmla="*/ 144 w 18"/>
                <a:gd name="T9" fmla="*/ 6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8"/>
                  </a:moveTo>
                  <a:cubicBezTo>
                    <a:pt x="3" y="12"/>
                    <a:pt x="8" y="14"/>
                    <a:pt x="11" y="18"/>
                  </a:cubicBezTo>
                  <a:cubicBezTo>
                    <a:pt x="12" y="20"/>
                    <a:pt x="13" y="22"/>
                    <a:pt x="14" y="23"/>
                  </a:cubicBezTo>
                  <a:cubicBezTo>
                    <a:pt x="11" y="19"/>
                    <a:pt x="12" y="6"/>
                    <a:pt x="13" y="0"/>
                  </a:cubicBezTo>
                  <a:cubicBezTo>
                    <a:pt x="14" y="2"/>
                    <a:pt x="16" y="6"/>
                    <a:pt x="18" y="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76" name="Freeform 6763">
              <a:extLst>
                <a:ext uri="{FF2B5EF4-FFF2-40B4-BE49-F238E27FC236}">
                  <a16:creationId xmlns:a16="http://schemas.microsoft.com/office/drawing/2014/main" id="{7E3954E4-7D82-4D25-9703-BC24F33EB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769"/>
              <a:ext cx="6" cy="34"/>
            </a:xfrm>
            <a:custGeom>
              <a:avLst/>
              <a:gdLst>
                <a:gd name="T0" fmla="*/ 16 w 3"/>
                <a:gd name="T1" fmla="*/ 136 h 17"/>
                <a:gd name="T2" fmla="*/ 24 w 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2" y="17"/>
                  </a:moveTo>
                  <a:cubicBezTo>
                    <a:pt x="0" y="14"/>
                    <a:pt x="1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77" name="Freeform 6764">
              <a:extLst>
                <a:ext uri="{FF2B5EF4-FFF2-40B4-BE49-F238E27FC236}">
                  <a16:creationId xmlns:a16="http://schemas.microsoft.com/office/drawing/2014/main" id="{E2B6AD59-1A1E-411D-9C7E-E8699409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767"/>
              <a:ext cx="22" cy="12"/>
            </a:xfrm>
            <a:custGeom>
              <a:avLst/>
              <a:gdLst>
                <a:gd name="T0" fmla="*/ 0 w 11"/>
                <a:gd name="T1" fmla="*/ 0 h 6"/>
                <a:gd name="T2" fmla="*/ 88 w 1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3" y="0"/>
                    <a:pt x="9" y="4"/>
                    <a:pt x="11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78" name="Freeform 6765">
              <a:extLst>
                <a:ext uri="{FF2B5EF4-FFF2-40B4-BE49-F238E27FC236}">
                  <a16:creationId xmlns:a16="http://schemas.microsoft.com/office/drawing/2014/main" id="{3CA290DF-5849-46B9-88E9-36ABCE536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727"/>
              <a:ext cx="38" cy="40"/>
            </a:xfrm>
            <a:custGeom>
              <a:avLst/>
              <a:gdLst>
                <a:gd name="T0" fmla="*/ 0 w 19"/>
                <a:gd name="T1" fmla="*/ 0 h 20"/>
                <a:gd name="T2" fmla="*/ 88 w 19"/>
                <a:gd name="T3" fmla="*/ 104 h 20"/>
                <a:gd name="T4" fmla="*/ 152 w 19"/>
                <a:gd name="T5" fmla="*/ 1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4" y="4"/>
                    <a:pt x="7" y="9"/>
                    <a:pt x="11" y="13"/>
                  </a:cubicBezTo>
                  <a:cubicBezTo>
                    <a:pt x="13" y="15"/>
                    <a:pt x="17" y="20"/>
                    <a:pt x="19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79" name="Freeform 6766">
              <a:extLst>
                <a:ext uri="{FF2B5EF4-FFF2-40B4-BE49-F238E27FC236}">
                  <a16:creationId xmlns:a16="http://schemas.microsoft.com/office/drawing/2014/main" id="{7E82DE4C-460F-4668-97A2-602E52031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27"/>
              <a:ext cx="22" cy="78"/>
            </a:xfrm>
            <a:custGeom>
              <a:avLst/>
              <a:gdLst>
                <a:gd name="T0" fmla="*/ 0 w 11"/>
                <a:gd name="T1" fmla="*/ 0 h 39"/>
                <a:gd name="T2" fmla="*/ 72 w 11"/>
                <a:gd name="T3" fmla="*/ 200 h 39"/>
                <a:gd name="T4" fmla="*/ 88 w 11"/>
                <a:gd name="T5" fmla="*/ 31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9">
                  <a:moveTo>
                    <a:pt x="0" y="0"/>
                  </a:moveTo>
                  <a:cubicBezTo>
                    <a:pt x="5" y="8"/>
                    <a:pt x="8" y="16"/>
                    <a:pt x="9" y="25"/>
                  </a:cubicBezTo>
                  <a:cubicBezTo>
                    <a:pt x="10" y="30"/>
                    <a:pt x="11" y="35"/>
                    <a:pt x="11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80" name="Freeform 6767">
              <a:extLst>
                <a:ext uri="{FF2B5EF4-FFF2-40B4-BE49-F238E27FC236}">
                  <a16:creationId xmlns:a16="http://schemas.microsoft.com/office/drawing/2014/main" id="{F324131F-D69D-4A18-AD93-0151D489E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27"/>
              <a:ext cx="40" cy="60"/>
            </a:xfrm>
            <a:custGeom>
              <a:avLst/>
              <a:gdLst>
                <a:gd name="T0" fmla="*/ 0 w 20"/>
                <a:gd name="T1" fmla="*/ 0 h 30"/>
                <a:gd name="T2" fmla="*/ 160 w 20"/>
                <a:gd name="T3" fmla="*/ 24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0">
                  <a:moveTo>
                    <a:pt x="0" y="0"/>
                  </a:moveTo>
                  <a:cubicBezTo>
                    <a:pt x="9" y="9"/>
                    <a:pt x="14" y="20"/>
                    <a:pt x="20" y="3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81" name="Freeform 6768">
              <a:extLst>
                <a:ext uri="{FF2B5EF4-FFF2-40B4-BE49-F238E27FC236}">
                  <a16:creationId xmlns:a16="http://schemas.microsoft.com/office/drawing/2014/main" id="{95C4EF5E-06BE-454C-884A-88A778CA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177"/>
              <a:ext cx="4" cy="48"/>
            </a:xfrm>
            <a:custGeom>
              <a:avLst/>
              <a:gdLst>
                <a:gd name="T0" fmla="*/ 0 w 2"/>
                <a:gd name="T1" fmla="*/ 0 h 24"/>
                <a:gd name="T2" fmla="*/ 0 w 2"/>
                <a:gd name="T3" fmla="*/ 112 h 24"/>
                <a:gd name="T4" fmla="*/ 16 w 2"/>
                <a:gd name="T5" fmla="*/ 19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4">
                  <a:moveTo>
                    <a:pt x="0" y="0"/>
                  </a:moveTo>
                  <a:cubicBezTo>
                    <a:pt x="0" y="5"/>
                    <a:pt x="0" y="10"/>
                    <a:pt x="0" y="14"/>
                  </a:cubicBezTo>
                  <a:cubicBezTo>
                    <a:pt x="0" y="18"/>
                    <a:pt x="2" y="21"/>
                    <a:pt x="2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82" name="Freeform 6769">
              <a:extLst>
                <a:ext uri="{FF2B5EF4-FFF2-40B4-BE49-F238E27FC236}">
                  <a16:creationId xmlns:a16="http://schemas.microsoft.com/office/drawing/2014/main" id="{1A30A1FB-CD1F-497C-8E69-A2BECFAA9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115"/>
              <a:ext cx="16" cy="68"/>
            </a:xfrm>
            <a:custGeom>
              <a:avLst/>
              <a:gdLst>
                <a:gd name="T0" fmla="*/ 0 w 8"/>
                <a:gd name="T1" fmla="*/ 0 h 34"/>
                <a:gd name="T2" fmla="*/ 48 w 8"/>
                <a:gd name="T3" fmla="*/ 216 h 34"/>
                <a:gd name="T4" fmla="*/ 56 w 8"/>
                <a:gd name="T5" fmla="*/ 27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4">
                  <a:moveTo>
                    <a:pt x="0" y="0"/>
                  </a:moveTo>
                  <a:cubicBezTo>
                    <a:pt x="2" y="9"/>
                    <a:pt x="5" y="18"/>
                    <a:pt x="6" y="27"/>
                  </a:cubicBezTo>
                  <a:cubicBezTo>
                    <a:pt x="7" y="29"/>
                    <a:pt x="8" y="33"/>
                    <a:pt x="7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83" name="Freeform 6770">
              <a:extLst>
                <a:ext uri="{FF2B5EF4-FFF2-40B4-BE49-F238E27FC236}">
                  <a16:creationId xmlns:a16="http://schemas.microsoft.com/office/drawing/2014/main" id="{691AE822-36AC-4E52-BE05-6A1C8215F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101"/>
              <a:ext cx="33" cy="90"/>
            </a:xfrm>
            <a:custGeom>
              <a:avLst/>
              <a:gdLst>
                <a:gd name="T0" fmla="*/ 140 w 16"/>
                <a:gd name="T1" fmla="*/ 360 h 45"/>
                <a:gd name="T2" fmla="*/ 60 w 16"/>
                <a:gd name="T3" fmla="*/ 128 h 45"/>
                <a:gd name="T4" fmla="*/ 0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45"/>
                  </a:moveTo>
                  <a:cubicBezTo>
                    <a:pt x="16" y="35"/>
                    <a:pt x="11" y="26"/>
                    <a:pt x="7" y="16"/>
                  </a:cubicBezTo>
                  <a:cubicBezTo>
                    <a:pt x="5" y="10"/>
                    <a:pt x="3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84" name="Freeform 6771">
              <a:extLst>
                <a:ext uri="{FF2B5EF4-FFF2-40B4-BE49-F238E27FC236}">
                  <a16:creationId xmlns:a16="http://schemas.microsoft.com/office/drawing/2014/main" id="{3FBDB222-86DE-4E23-BF98-AD24CDA98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93"/>
              <a:ext cx="44" cy="90"/>
            </a:xfrm>
            <a:custGeom>
              <a:avLst/>
              <a:gdLst>
                <a:gd name="T0" fmla="*/ 0 w 22"/>
                <a:gd name="T1" fmla="*/ 0 h 45"/>
                <a:gd name="T2" fmla="*/ 128 w 22"/>
                <a:gd name="T3" fmla="*/ 216 h 45"/>
                <a:gd name="T4" fmla="*/ 176 w 22"/>
                <a:gd name="T5" fmla="*/ 36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5">
                  <a:moveTo>
                    <a:pt x="0" y="0"/>
                  </a:moveTo>
                  <a:cubicBezTo>
                    <a:pt x="8" y="5"/>
                    <a:pt x="13" y="18"/>
                    <a:pt x="16" y="27"/>
                  </a:cubicBezTo>
                  <a:cubicBezTo>
                    <a:pt x="18" y="32"/>
                    <a:pt x="21" y="39"/>
                    <a:pt x="22" y="4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85" name="Freeform 6772">
              <a:extLst>
                <a:ext uri="{FF2B5EF4-FFF2-40B4-BE49-F238E27FC236}">
                  <a16:creationId xmlns:a16="http://schemas.microsoft.com/office/drawing/2014/main" id="{792DFC40-3B84-4732-B318-40E2CA576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277"/>
              <a:ext cx="52" cy="112"/>
            </a:xfrm>
            <a:custGeom>
              <a:avLst/>
              <a:gdLst>
                <a:gd name="T0" fmla="*/ 0 w 26"/>
                <a:gd name="T1" fmla="*/ 0 h 56"/>
                <a:gd name="T2" fmla="*/ 144 w 26"/>
                <a:gd name="T3" fmla="*/ 280 h 56"/>
                <a:gd name="T4" fmla="*/ 176 w 26"/>
                <a:gd name="T5" fmla="*/ 368 h 56"/>
                <a:gd name="T6" fmla="*/ 208 w 26"/>
                <a:gd name="T7" fmla="*/ 448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6">
                  <a:moveTo>
                    <a:pt x="0" y="0"/>
                  </a:moveTo>
                  <a:cubicBezTo>
                    <a:pt x="8" y="11"/>
                    <a:pt x="13" y="23"/>
                    <a:pt x="18" y="35"/>
                  </a:cubicBezTo>
                  <a:cubicBezTo>
                    <a:pt x="20" y="39"/>
                    <a:pt x="21" y="42"/>
                    <a:pt x="22" y="46"/>
                  </a:cubicBezTo>
                  <a:cubicBezTo>
                    <a:pt x="24" y="49"/>
                    <a:pt x="26" y="52"/>
                    <a:pt x="26" y="5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86" name="Freeform 6773">
              <a:extLst>
                <a:ext uri="{FF2B5EF4-FFF2-40B4-BE49-F238E27FC236}">
                  <a16:creationId xmlns:a16="http://schemas.microsoft.com/office/drawing/2014/main" id="{BA6FF1B4-8B0F-430F-BEBE-137652229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387"/>
              <a:ext cx="60" cy="104"/>
            </a:xfrm>
            <a:custGeom>
              <a:avLst/>
              <a:gdLst>
                <a:gd name="T0" fmla="*/ 0 w 30"/>
                <a:gd name="T1" fmla="*/ 0 h 52"/>
                <a:gd name="T2" fmla="*/ 88 w 30"/>
                <a:gd name="T3" fmla="*/ 120 h 52"/>
                <a:gd name="T4" fmla="*/ 168 w 30"/>
                <a:gd name="T5" fmla="*/ 256 h 52"/>
                <a:gd name="T6" fmla="*/ 240 w 30"/>
                <a:gd name="T7" fmla="*/ 41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2">
                  <a:moveTo>
                    <a:pt x="0" y="0"/>
                  </a:moveTo>
                  <a:cubicBezTo>
                    <a:pt x="6" y="3"/>
                    <a:pt x="7" y="10"/>
                    <a:pt x="11" y="15"/>
                  </a:cubicBezTo>
                  <a:cubicBezTo>
                    <a:pt x="14" y="21"/>
                    <a:pt x="18" y="26"/>
                    <a:pt x="21" y="32"/>
                  </a:cubicBezTo>
                  <a:cubicBezTo>
                    <a:pt x="24" y="38"/>
                    <a:pt x="27" y="46"/>
                    <a:pt x="30" y="5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87" name="Freeform 6774">
              <a:extLst>
                <a:ext uri="{FF2B5EF4-FFF2-40B4-BE49-F238E27FC236}">
                  <a16:creationId xmlns:a16="http://schemas.microsoft.com/office/drawing/2014/main" id="{08139619-75F9-4A81-B1CD-8E7F5FC97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489"/>
              <a:ext cx="20" cy="52"/>
            </a:xfrm>
            <a:custGeom>
              <a:avLst/>
              <a:gdLst>
                <a:gd name="T0" fmla="*/ 0 w 10"/>
                <a:gd name="T1" fmla="*/ 0 h 26"/>
                <a:gd name="T2" fmla="*/ 40 w 10"/>
                <a:gd name="T3" fmla="*/ 128 h 26"/>
                <a:gd name="T4" fmla="*/ 80 w 10"/>
                <a:gd name="T5" fmla="*/ 20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0" y="5"/>
                    <a:pt x="4" y="11"/>
                    <a:pt x="5" y="16"/>
                  </a:cubicBezTo>
                  <a:cubicBezTo>
                    <a:pt x="6" y="18"/>
                    <a:pt x="9" y="25"/>
                    <a:pt x="10" y="2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88" name="Freeform 6775">
              <a:extLst>
                <a:ext uri="{FF2B5EF4-FFF2-40B4-BE49-F238E27FC236}">
                  <a16:creationId xmlns:a16="http://schemas.microsoft.com/office/drawing/2014/main" id="{BCB440A9-7460-4EEA-8B12-0B291DFC4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489"/>
              <a:ext cx="44" cy="76"/>
            </a:xfrm>
            <a:custGeom>
              <a:avLst/>
              <a:gdLst>
                <a:gd name="T0" fmla="*/ 0 w 22"/>
                <a:gd name="T1" fmla="*/ 0 h 38"/>
                <a:gd name="T2" fmla="*/ 128 w 22"/>
                <a:gd name="T3" fmla="*/ 184 h 38"/>
                <a:gd name="T4" fmla="*/ 176 w 22"/>
                <a:gd name="T5" fmla="*/ 30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8">
                  <a:moveTo>
                    <a:pt x="0" y="0"/>
                  </a:moveTo>
                  <a:cubicBezTo>
                    <a:pt x="7" y="4"/>
                    <a:pt x="12" y="16"/>
                    <a:pt x="16" y="23"/>
                  </a:cubicBezTo>
                  <a:cubicBezTo>
                    <a:pt x="19" y="28"/>
                    <a:pt x="21" y="33"/>
                    <a:pt x="22" y="3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89" name="Freeform 6776">
              <a:extLst>
                <a:ext uri="{FF2B5EF4-FFF2-40B4-BE49-F238E27FC236}">
                  <a16:creationId xmlns:a16="http://schemas.microsoft.com/office/drawing/2014/main" id="{F00A3548-464D-4077-A01A-D9C52063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557"/>
              <a:ext cx="40" cy="72"/>
            </a:xfrm>
            <a:custGeom>
              <a:avLst/>
              <a:gdLst>
                <a:gd name="T0" fmla="*/ 0 w 20"/>
                <a:gd name="T1" fmla="*/ 0 h 36"/>
                <a:gd name="T2" fmla="*/ 56 w 20"/>
                <a:gd name="T3" fmla="*/ 48 h 36"/>
                <a:gd name="T4" fmla="*/ 112 w 20"/>
                <a:gd name="T5" fmla="*/ 168 h 36"/>
                <a:gd name="T6" fmla="*/ 160 w 20"/>
                <a:gd name="T7" fmla="*/ 28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6">
                  <a:moveTo>
                    <a:pt x="0" y="0"/>
                  </a:moveTo>
                  <a:cubicBezTo>
                    <a:pt x="3" y="2"/>
                    <a:pt x="5" y="2"/>
                    <a:pt x="7" y="6"/>
                  </a:cubicBezTo>
                  <a:cubicBezTo>
                    <a:pt x="11" y="10"/>
                    <a:pt x="12" y="15"/>
                    <a:pt x="14" y="21"/>
                  </a:cubicBezTo>
                  <a:cubicBezTo>
                    <a:pt x="16" y="26"/>
                    <a:pt x="19" y="31"/>
                    <a:pt x="20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90" name="Freeform 6777">
              <a:extLst>
                <a:ext uri="{FF2B5EF4-FFF2-40B4-BE49-F238E27FC236}">
                  <a16:creationId xmlns:a16="http://schemas.microsoft.com/office/drawing/2014/main" id="{A344FF53-6FF7-43F3-8CC4-BB819455B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585"/>
              <a:ext cx="34" cy="58"/>
            </a:xfrm>
            <a:custGeom>
              <a:avLst/>
              <a:gdLst>
                <a:gd name="T0" fmla="*/ 0 w 17"/>
                <a:gd name="T1" fmla="*/ 0 h 29"/>
                <a:gd name="T2" fmla="*/ 112 w 17"/>
                <a:gd name="T3" fmla="*/ 160 h 29"/>
                <a:gd name="T4" fmla="*/ 136 w 17"/>
                <a:gd name="T5" fmla="*/ 23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8" y="2"/>
                    <a:pt x="11" y="14"/>
                    <a:pt x="14" y="20"/>
                  </a:cubicBezTo>
                  <a:cubicBezTo>
                    <a:pt x="15" y="23"/>
                    <a:pt x="16" y="26"/>
                    <a:pt x="17" y="2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91" name="Freeform 6778">
              <a:extLst>
                <a:ext uri="{FF2B5EF4-FFF2-40B4-BE49-F238E27FC236}">
                  <a16:creationId xmlns:a16="http://schemas.microsoft.com/office/drawing/2014/main" id="{C3681AAC-5F32-483C-A317-69FB1515E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373"/>
              <a:ext cx="36" cy="82"/>
            </a:xfrm>
            <a:custGeom>
              <a:avLst/>
              <a:gdLst>
                <a:gd name="T0" fmla="*/ 0 w 18"/>
                <a:gd name="T1" fmla="*/ 0 h 41"/>
                <a:gd name="T2" fmla="*/ 24 w 18"/>
                <a:gd name="T3" fmla="*/ 72 h 41"/>
                <a:gd name="T4" fmla="*/ 72 w 18"/>
                <a:gd name="T5" fmla="*/ 208 h 41"/>
                <a:gd name="T6" fmla="*/ 144 w 18"/>
                <a:gd name="T7" fmla="*/ 328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1">
                  <a:moveTo>
                    <a:pt x="0" y="0"/>
                  </a:moveTo>
                  <a:cubicBezTo>
                    <a:pt x="2" y="3"/>
                    <a:pt x="2" y="6"/>
                    <a:pt x="3" y="9"/>
                  </a:cubicBezTo>
                  <a:cubicBezTo>
                    <a:pt x="4" y="15"/>
                    <a:pt x="6" y="20"/>
                    <a:pt x="9" y="26"/>
                  </a:cubicBezTo>
                  <a:cubicBezTo>
                    <a:pt x="12" y="31"/>
                    <a:pt x="15" y="36"/>
                    <a:pt x="18" y="4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92" name="Freeform 6779">
              <a:extLst>
                <a:ext uri="{FF2B5EF4-FFF2-40B4-BE49-F238E27FC236}">
                  <a16:creationId xmlns:a16="http://schemas.microsoft.com/office/drawing/2014/main" id="{1787AA95-7444-495F-8921-4944F345D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319"/>
              <a:ext cx="31" cy="54"/>
            </a:xfrm>
            <a:custGeom>
              <a:avLst/>
              <a:gdLst>
                <a:gd name="T0" fmla="*/ 0 w 15"/>
                <a:gd name="T1" fmla="*/ 0 h 27"/>
                <a:gd name="T2" fmla="*/ 52 w 15"/>
                <a:gd name="T3" fmla="*/ 32 h 27"/>
                <a:gd name="T4" fmla="*/ 99 w 15"/>
                <a:gd name="T5" fmla="*/ 112 h 27"/>
                <a:gd name="T6" fmla="*/ 124 w 15"/>
                <a:gd name="T7" fmla="*/ 21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7">
                  <a:moveTo>
                    <a:pt x="0" y="0"/>
                  </a:moveTo>
                  <a:cubicBezTo>
                    <a:pt x="2" y="1"/>
                    <a:pt x="4" y="2"/>
                    <a:pt x="6" y="4"/>
                  </a:cubicBezTo>
                  <a:cubicBezTo>
                    <a:pt x="8" y="7"/>
                    <a:pt x="10" y="10"/>
                    <a:pt x="11" y="14"/>
                  </a:cubicBezTo>
                  <a:cubicBezTo>
                    <a:pt x="12" y="17"/>
                    <a:pt x="15" y="24"/>
                    <a:pt x="14" y="2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93" name="Freeform 6780">
              <a:extLst>
                <a:ext uri="{FF2B5EF4-FFF2-40B4-BE49-F238E27FC236}">
                  <a16:creationId xmlns:a16="http://schemas.microsoft.com/office/drawing/2014/main" id="{5AE50040-E7AF-4452-95D2-AFD487B47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905"/>
              <a:ext cx="46" cy="90"/>
            </a:xfrm>
            <a:custGeom>
              <a:avLst/>
              <a:gdLst>
                <a:gd name="T0" fmla="*/ 0 w 23"/>
                <a:gd name="T1" fmla="*/ 96 h 45"/>
                <a:gd name="T2" fmla="*/ 64 w 23"/>
                <a:gd name="T3" fmla="*/ 232 h 45"/>
                <a:gd name="T4" fmla="*/ 168 w 23"/>
                <a:gd name="T5" fmla="*/ 360 h 45"/>
                <a:gd name="T6" fmla="*/ 144 w 23"/>
                <a:gd name="T7" fmla="*/ 192 h 45"/>
                <a:gd name="T8" fmla="*/ 64 w 23"/>
                <a:gd name="T9" fmla="*/ 64 h 45"/>
                <a:gd name="T10" fmla="*/ 16 w 23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5">
                  <a:moveTo>
                    <a:pt x="0" y="12"/>
                  </a:moveTo>
                  <a:cubicBezTo>
                    <a:pt x="3" y="17"/>
                    <a:pt x="5" y="23"/>
                    <a:pt x="8" y="29"/>
                  </a:cubicBezTo>
                  <a:cubicBezTo>
                    <a:pt x="11" y="34"/>
                    <a:pt x="16" y="41"/>
                    <a:pt x="21" y="45"/>
                  </a:cubicBezTo>
                  <a:cubicBezTo>
                    <a:pt x="23" y="38"/>
                    <a:pt x="22" y="30"/>
                    <a:pt x="18" y="24"/>
                  </a:cubicBezTo>
                  <a:cubicBezTo>
                    <a:pt x="15" y="18"/>
                    <a:pt x="12" y="13"/>
                    <a:pt x="8" y="8"/>
                  </a:cubicBezTo>
                  <a:cubicBezTo>
                    <a:pt x="6" y="5"/>
                    <a:pt x="3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94" name="Freeform 6781">
              <a:extLst>
                <a:ext uri="{FF2B5EF4-FFF2-40B4-BE49-F238E27FC236}">
                  <a16:creationId xmlns:a16="http://schemas.microsoft.com/office/drawing/2014/main" id="{98AF3CAA-70CE-4447-8283-4B00A2DA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861"/>
              <a:ext cx="36" cy="98"/>
            </a:xfrm>
            <a:custGeom>
              <a:avLst/>
              <a:gdLst>
                <a:gd name="T0" fmla="*/ 128 w 18"/>
                <a:gd name="T1" fmla="*/ 392 h 49"/>
                <a:gd name="T2" fmla="*/ 128 w 18"/>
                <a:gd name="T3" fmla="*/ 280 h 49"/>
                <a:gd name="T4" fmla="*/ 56 w 18"/>
                <a:gd name="T5" fmla="*/ 88 h 49"/>
                <a:gd name="T6" fmla="*/ 0 w 18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9">
                  <a:moveTo>
                    <a:pt x="16" y="49"/>
                  </a:moveTo>
                  <a:cubicBezTo>
                    <a:pt x="18" y="44"/>
                    <a:pt x="17" y="39"/>
                    <a:pt x="16" y="35"/>
                  </a:cubicBezTo>
                  <a:cubicBezTo>
                    <a:pt x="15" y="26"/>
                    <a:pt x="11" y="19"/>
                    <a:pt x="7" y="11"/>
                  </a:cubicBezTo>
                  <a:cubicBezTo>
                    <a:pt x="5" y="8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95" name="Freeform 6782">
              <a:extLst>
                <a:ext uri="{FF2B5EF4-FFF2-40B4-BE49-F238E27FC236}">
                  <a16:creationId xmlns:a16="http://schemas.microsoft.com/office/drawing/2014/main" id="{3D775DC4-3DFA-4991-9DE5-BD9EE4F80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863"/>
              <a:ext cx="18" cy="72"/>
            </a:xfrm>
            <a:custGeom>
              <a:avLst/>
              <a:gdLst>
                <a:gd name="T0" fmla="*/ 0 w 9"/>
                <a:gd name="T1" fmla="*/ 0 h 36"/>
                <a:gd name="T2" fmla="*/ 72 w 9"/>
                <a:gd name="T3" fmla="*/ 168 h 36"/>
                <a:gd name="T4" fmla="*/ 56 w 9"/>
                <a:gd name="T5" fmla="*/ 28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6">
                  <a:moveTo>
                    <a:pt x="0" y="0"/>
                  </a:moveTo>
                  <a:cubicBezTo>
                    <a:pt x="7" y="2"/>
                    <a:pt x="8" y="15"/>
                    <a:pt x="9" y="21"/>
                  </a:cubicBezTo>
                  <a:cubicBezTo>
                    <a:pt x="9" y="26"/>
                    <a:pt x="9" y="31"/>
                    <a:pt x="7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96" name="Freeform 6783">
              <a:extLst>
                <a:ext uri="{FF2B5EF4-FFF2-40B4-BE49-F238E27FC236}">
                  <a16:creationId xmlns:a16="http://schemas.microsoft.com/office/drawing/2014/main" id="{53C8BC11-B6FC-47D6-BBB9-6EA116C8C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639"/>
              <a:ext cx="42" cy="54"/>
            </a:xfrm>
            <a:custGeom>
              <a:avLst/>
              <a:gdLst>
                <a:gd name="T0" fmla="*/ 0 w 21"/>
                <a:gd name="T1" fmla="*/ 0 h 27"/>
                <a:gd name="T2" fmla="*/ 168 w 21"/>
                <a:gd name="T3" fmla="*/ 21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0" y="0"/>
                  </a:moveTo>
                  <a:cubicBezTo>
                    <a:pt x="12" y="2"/>
                    <a:pt x="15" y="19"/>
                    <a:pt x="21" y="2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97" name="Freeform 6784">
              <a:extLst>
                <a:ext uri="{FF2B5EF4-FFF2-40B4-BE49-F238E27FC236}">
                  <a16:creationId xmlns:a16="http://schemas.microsoft.com/office/drawing/2014/main" id="{7671AB48-5E0F-4D2B-9873-AE320416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689"/>
              <a:ext cx="48" cy="78"/>
            </a:xfrm>
            <a:custGeom>
              <a:avLst/>
              <a:gdLst>
                <a:gd name="T0" fmla="*/ 0 w 24"/>
                <a:gd name="T1" fmla="*/ 0 h 39"/>
                <a:gd name="T2" fmla="*/ 136 w 24"/>
                <a:gd name="T3" fmla="*/ 200 h 39"/>
                <a:gd name="T4" fmla="*/ 192 w 24"/>
                <a:gd name="T5" fmla="*/ 31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9">
                  <a:moveTo>
                    <a:pt x="0" y="0"/>
                  </a:moveTo>
                  <a:cubicBezTo>
                    <a:pt x="8" y="6"/>
                    <a:pt x="12" y="16"/>
                    <a:pt x="17" y="25"/>
                  </a:cubicBezTo>
                  <a:cubicBezTo>
                    <a:pt x="20" y="29"/>
                    <a:pt x="22" y="34"/>
                    <a:pt x="24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98" name="Freeform 6785">
              <a:extLst>
                <a:ext uri="{FF2B5EF4-FFF2-40B4-BE49-F238E27FC236}">
                  <a16:creationId xmlns:a16="http://schemas.microsoft.com/office/drawing/2014/main" id="{6417D2F7-8065-4D9A-BA80-0DB1EE628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857"/>
              <a:ext cx="26" cy="50"/>
            </a:xfrm>
            <a:custGeom>
              <a:avLst/>
              <a:gdLst>
                <a:gd name="T0" fmla="*/ 0 w 13"/>
                <a:gd name="T1" fmla="*/ 40 h 25"/>
                <a:gd name="T2" fmla="*/ 40 w 13"/>
                <a:gd name="T3" fmla="*/ 120 h 25"/>
                <a:gd name="T4" fmla="*/ 104 w 13"/>
                <a:gd name="T5" fmla="*/ 200 h 25"/>
                <a:gd name="T6" fmla="*/ 64 w 13"/>
                <a:gd name="T7" fmla="*/ 40 h 25"/>
                <a:gd name="T8" fmla="*/ 48 w 1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0" y="5"/>
                  </a:moveTo>
                  <a:cubicBezTo>
                    <a:pt x="0" y="8"/>
                    <a:pt x="3" y="12"/>
                    <a:pt x="5" y="15"/>
                  </a:cubicBezTo>
                  <a:cubicBezTo>
                    <a:pt x="7" y="18"/>
                    <a:pt x="10" y="24"/>
                    <a:pt x="13" y="25"/>
                  </a:cubicBezTo>
                  <a:cubicBezTo>
                    <a:pt x="11" y="18"/>
                    <a:pt x="9" y="12"/>
                    <a:pt x="8" y="5"/>
                  </a:cubicBezTo>
                  <a:cubicBezTo>
                    <a:pt x="7" y="3"/>
                    <a:pt x="7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299" name="Freeform 6786">
              <a:extLst>
                <a:ext uri="{FF2B5EF4-FFF2-40B4-BE49-F238E27FC236}">
                  <a16:creationId xmlns:a16="http://schemas.microsoft.com/office/drawing/2014/main" id="{1D81F179-05EF-4E52-AF30-0A56A66C9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929"/>
              <a:ext cx="18" cy="60"/>
            </a:xfrm>
            <a:custGeom>
              <a:avLst/>
              <a:gdLst>
                <a:gd name="T0" fmla="*/ 0 w 9"/>
                <a:gd name="T1" fmla="*/ 0 h 30"/>
                <a:gd name="T2" fmla="*/ 72 w 9"/>
                <a:gd name="T3" fmla="*/ 176 h 30"/>
                <a:gd name="T4" fmla="*/ 72 w 9"/>
                <a:gd name="T5" fmla="*/ 24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6" y="3"/>
                    <a:pt x="9" y="16"/>
                    <a:pt x="9" y="22"/>
                  </a:cubicBezTo>
                  <a:cubicBezTo>
                    <a:pt x="9" y="25"/>
                    <a:pt x="9" y="27"/>
                    <a:pt x="9" y="3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00" name="Freeform 6787">
              <a:extLst>
                <a:ext uri="{FF2B5EF4-FFF2-40B4-BE49-F238E27FC236}">
                  <a16:creationId xmlns:a16="http://schemas.microsoft.com/office/drawing/2014/main" id="{0EC60F99-C655-4F03-BAF1-F61D004BA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925"/>
              <a:ext cx="26" cy="32"/>
            </a:xfrm>
            <a:custGeom>
              <a:avLst/>
              <a:gdLst>
                <a:gd name="T0" fmla="*/ 104 w 13"/>
                <a:gd name="T1" fmla="*/ 128 h 16"/>
                <a:gd name="T2" fmla="*/ 0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13" y="16"/>
                  </a:moveTo>
                  <a:cubicBezTo>
                    <a:pt x="11" y="9"/>
                    <a:pt x="3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01" name="Freeform 6788">
              <a:extLst>
                <a:ext uri="{FF2B5EF4-FFF2-40B4-BE49-F238E27FC236}">
                  <a16:creationId xmlns:a16="http://schemas.microsoft.com/office/drawing/2014/main" id="{9FABDF2E-E702-484F-B967-D281276B7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905"/>
              <a:ext cx="10" cy="50"/>
            </a:xfrm>
            <a:custGeom>
              <a:avLst/>
              <a:gdLst>
                <a:gd name="T0" fmla="*/ 40 w 5"/>
                <a:gd name="T1" fmla="*/ 200 h 25"/>
                <a:gd name="T2" fmla="*/ 24 w 5"/>
                <a:gd name="T3" fmla="*/ 72 h 25"/>
                <a:gd name="T4" fmla="*/ 0 w 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5">
                  <a:moveTo>
                    <a:pt x="5" y="25"/>
                  </a:moveTo>
                  <a:cubicBezTo>
                    <a:pt x="5" y="19"/>
                    <a:pt x="4" y="14"/>
                    <a:pt x="3" y="9"/>
                  </a:cubicBezTo>
                  <a:cubicBezTo>
                    <a:pt x="2" y="6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02" name="Freeform 6789">
              <a:extLst>
                <a:ext uri="{FF2B5EF4-FFF2-40B4-BE49-F238E27FC236}">
                  <a16:creationId xmlns:a16="http://schemas.microsoft.com/office/drawing/2014/main" id="{694EE4A5-6D7A-4E44-A16B-7672D7C48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907"/>
              <a:ext cx="30" cy="42"/>
            </a:xfrm>
            <a:custGeom>
              <a:avLst/>
              <a:gdLst>
                <a:gd name="T0" fmla="*/ 0 w 15"/>
                <a:gd name="T1" fmla="*/ 0 h 21"/>
                <a:gd name="T2" fmla="*/ 40 w 15"/>
                <a:gd name="T3" fmla="*/ 48 h 21"/>
                <a:gd name="T4" fmla="*/ 80 w 15"/>
                <a:gd name="T5" fmla="*/ 112 h 21"/>
                <a:gd name="T6" fmla="*/ 120 w 15"/>
                <a:gd name="T7" fmla="*/ 16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2" y="1"/>
                    <a:pt x="3" y="4"/>
                    <a:pt x="5" y="6"/>
                  </a:cubicBezTo>
                  <a:cubicBezTo>
                    <a:pt x="6" y="9"/>
                    <a:pt x="9" y="11"/>
                    <a:pt x="10" y="14"/>
                  </a:cubicBezTo>
                  <a:cubicBezTo>
                    <a:pt x="12" y="16"/>
                    <a:pt x="14" y="19"/>
                    <a:pt x="15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03" name="Freeform 6790">
              <a:extLst>
                <a:ext uri="{FF2B5EF4-FFF2-40B4-BE49-F238E27FC236}">
                  <a16:creationId xmlns:a16="http://schemas.microsoft.com/office/drawing/2014/main" id="{7C023C74-857D-48B6-BF96-BD1FC5706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865"/>
              <a:ext cx="46" cy="88"/>
            </a:xfrm>
            <a:custGeom>
              <a:avLst/>
              <a:gdLst>
                <a:gd name="T0" fmla="*/ 0 w 23"/>
                <a:gd name="T1" fmla="*/ 0 h 44"/>
                <a:gd name="T2" fmla="*/ 144 w 23"/>
                <a:gd name="T3" fmla="*/ 232 h 44"/>
                <a:gd name="T4" fmla="*/ 184 w 23"/>
                <a:gd name="T5" fmla="*/ 35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4">
                  <a:moveTo>
                    <a:pt x="0" y="0"/>
                  </a:moveTo>
                  <a:cubicBezTo>
                    <a:pt x="7" y="10"/>
                    <a:pt x="14" y="18"/>
                    <a:pt x="18" y="29"/>
                  </a:cubicBezTo>
                  <a:cubicBezTo>
                    <a:pt x="20" y="34"/>
                    <a:pt x="23" y="39"/>
                    <a:pt x="23" y="4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04" name="Freeform 6791">
              <a:extLst>
                <a:ext uri="{FF2B5EF4-FFF2-40B4-BE49-F238E27FC236}">
                  <a16:creationId xmlns:a16="http://schemas.microsoft.com/office/drawing/2014/main" id="{B27263D6-2A0B-4520-B427-CC1E84EF9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971"/>
              <a:ext cx="30" cy="68"/>
            </a:xfrm>
            <a:custGeom>
              <a:avLst/>
              <a:gdLst>
                <a:gd name="T0" fmla="*/ 0 w 15"/>
                <a:gd name="T1" fmla="*/ 96 h 34"/>
                <a:gd name="T2" fmla="*/ 120 w 15"/>
                <a:gd name="T3" fmla="*/ 264 h 34"/>
                <a:gd name="T4" fmla="*/ 96 w 15"/>
                <a:gd name="T5" fmla="*/ 192 h 34"/>
                <a:gd name="T6" fmla="*/ 72 w 15"/>
                <a:gd name="T7" fmla="*/ 88 h 34"/>
                <a:gd name="T8" fmla="*/ 0 w 1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4">
                  <a:moveTo>
                    <a:pt x="0" y="12"/>
                  </a:moveTo>
                  <a:cubicBezTo>
                    <a:pt x="1" y="18"/>
                    <a:pt x="5" y="34"/>
                    <a:pt x="15" y="33"/>
                  </a:cubicBezTo>
                  <a:cubicBezTo>
                    <a:pt x="15" y="30"/>
                    <a:pt x="13" y="27"/>
                    <a:pt x="12" y="24"/>
                  </a:cubicBezTo>
                  <a:cubicBezTo>
                    <a:pt x="11" y="19"/>
                    <a:pt x="10" y="15"/>
                    <a:pt x="9" y="11"/>
                  </a:cubicBezTo>
                  <a:cubicBezTo>
                    <a:pt x="7" y="6"/>
                    <a:pt x="4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05" name="Freeform 6792">
              <a:extLst>
                <a:ext uri="{FF2B5EF4-FFF2-40B4-BE49-F238E27FC236}">
                  <a16:creationId xmlns:a16="http://schemas.microsoft.com/office/drawing/2014/main" id="{08F35E73-20B7-4C12-8DA5-0FC78558E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3035"/>
              <a:ext cx="28" cy="46"/>
            </a:xfrm>
            <a:custGeom>
              <a:avLst/>
              <a:gdLst>
                <a:gd name="T0" fmla="*/ 0 w 14"/>
                <a:gd name="T1" fmla="*/ 0 h 23"/>
                <a:gd name="T2" fmla="*/ 64 w 14"/>
                <a:gd name="T3" fmla="*/ 128 h 23"/>
                <a:gd name="T4" fmla="*/ 112 w 14"/>
                <a:gd name="T5" fmla="*/ 18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2" y="6"/>
                    <a:pt x="4" y="11"/>
                    <a:pt x="8" y="16"/>
                  </a:cubicBezTo>
                  <a:cubicBezTo>
                    <a:pt x="10" y="19"/>
                    <a:pt x="12" y="20"/>
                    <a:pt x="14" y="2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06" name="Freeform 6793">
              <a:extLst>
                <a:ext uri="{FF2B5EF4-FFF2-40B4-BE49-F238E27FC236}">
                  <a16:creationId xmlns:a16="http://schemas.microsoft.com/office/drawing/2014/main" id="{AE813F58-1FB2-445A-9F63-CD6B70037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3131"/>
              <a:ext cx="46" cy="61"/>
            </a:xfrm>
            <a:custGeom>
              <a:avLst/>
              <a:gdLst>
                <a:gd name="T0" fmla="*/ 0 w 23"/>
                <a:gd name="T1" fmla="*/ 0 h 30"/>
                <a:gd name="T2" fmla="*/ 32 w 23"/>
                <a:gd name="T3" fmla="*/ 24 h 30"/>
                <a:gd name="T4" fmla="*/ 88 w 23"/>
                <a:gd name="T5" fmla="*/ 75 h 30"/>
                <a:gd name="T6" fmla="*/ 144 w 23"/>
                <a:gd name="T7" fmla="*/ 161 h 30"/>
                <a:gd name="T8" fmla="*/ 168 w 23"/>
                <a:gd name="T9" fmla="*/ 211 h 30"/>
                <a:gd name="T10" fmla="*/ 184 w 23"/>
                <a:gd name="T11" fmla="*/ 23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0">
                  <a:moveTo>
                    <a:pt x="0" y="0"/>
                  </a:moveTo>
                  <a:cubicBezTo>
                    <a:pt x="1" y="2"/>
                    <a:pt x="2" y="2"/>
                    <a:pt x="4" y="3"/>
                  </a:cubicBezTo>
                  <a:cubicBezTo>
                    <a:pt x="7" y="4"/>
                    <a:pt x="9" y="6"/>
                    <a:pt x="11" y="9"/>
                  </a:cubicBezTo>
                  <a:cubicBezTo>
                    <a:pt x="14" y="12"/>
                    <a:pt x="16" y="15"/>
                    <a:pt x="18" y="19"/>
                  </a:cubicBezTo>
                  <a:cubicBezTo>
                    <a:pt x="20" y="21"/>
                    <a:pt x="20" y="23"/>
                    <a:pt x="21" y="25"/>
                  </a:cubicBezTo>
                  <a:cubicBezTo>
                    <a:pt x="22" y="25"/>
                    <a:pt x="23" y="30"/>
                    <a:pt x="23" y="2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07" name="Freeform 6794">
              <a:extLst>
                <a:ext uri="{FF2B5EF4-FFF2-40B4-BE49-F238E27FC236}">
                  <a16:creationId xmlns:a16="http://schemas.microsoft.com/office/drawing/2014/main" id="{06A3C8E1-1163-490F-8692-BA78910D5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093"/>
              <a:ext cx="44" cy="88"/>
            </a:xfrm>
            <a:custGeom>
              <a:avLst/>
              <a:gdLst>
                <a:gd name="T0" fmla="*/ 48 w 22"/>
                <a:gd name="T1" fmla="*/ 0 h 44"/>
                <a:gd name="T2" fmla="*/ 176 w 22"/>
                <a:gd name="T3" fmla="*/ 352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4">
                  <a:moveTo>
                    <a:pt x="6" y="0"/>
                  </a:moveTo>
                  <a:cubicBezTo>
                    <a:pt x="0" y="17"/>
                    <a:pt x="14" y="32"/>
                    <a:pt x="22" y="4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08" name="Freeform 6795">
              <a:extLst>
                <a:ext uri="{FF2B5EF4-FFF2-40B4-BE49-F238E27FC236}">
                  <a16:creationId xmlns:a16="http://schemas.microsoft.com/office/drawing/2014/main" id="{0E2732CA-2B4E-48FD-B6D7-070DA1E84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147"/>
              <a:ext cx="26" cy="34"/>
            </a:xfrm>
            <a:custGeom>
              <a:avLst/>
              <a:gdLst>
                <a:gd name="T0" fmla="*/ 0 w 13"/>
                <a:gd name="T1" fmla="*/ 0 h 17"/>
                <a:gd name="T2" fmla="*/ 88 w 13"/>
                <a:gd name="T3" fmla="*/ 104 h 17"/>
                <a:gd name="T4" fmla="*/ 104 w 13"/>
                <a:gd name="T5" fmla="*/ 1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4"/>
                    <a:pt x="8" y="8"/>
                    <a:pt x="11" y="13"/>
                  </a:cubicBezTo>
                  <a:cubicBezTo>
                    <a:pt x="12" y="14"/>
                    <a:pt x="13" y="16"/>
                    <a:pt x="13" y="1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09" name="Freeform 6796">
              <a:extLst>
                <a:ext uri="{FF2B5EF4-FFF2-40B4-BE49-F238E27FC236}">
                  <a16:creationId xmlns:a16="http://schemas.microsoft.com/office/drawing/2014/main" id="{05692EC0-D8C6-4EF9-AD52-E9EC79327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127"/>
              <a:ext cx="6" cy="34"/>
            </a:xfrm>
            <a:custGeom>
              <a:avLst/>
              <a:gdLst>
                <a:gd name="T0" fmla="*/ 8 w 3"/>
                <a:gd name="T1" fmla="*/ 136 h 17"/>
                <a:gd name="T2" fmla="*/ 0 w 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1" y="17"/>
                  </a:moveTo>
                  <a:cubicBezTo>
                    <a:pt x="3" y="11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10" name="Freeform 6797">
              <a:extLst>
                <a:ext uri="{FF2B5EF4-FFF2-40B4-BE49-F238E27FC236}">
                  <a16:creationId xmlns:a16="http://schemas.microsoft.com/office/drawing/2014/main" id="{B35F19DC-1969-4836-B146-F211CEED9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141"/>
              <a:ext cx="8" cy="18"/>
            </a:xfrm>
            <a:custGeom>
              <a:avLst/>
              <a:gdLst>
                <a:gd name="T0" fmla="*/ 0 w 4"/>
                <a:gd name="T1" fmla="*/ 72 h 9"/>
                <a:gd name="T2" fmla="*/ 32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3" y="6"/>
                    <a:pt x="3" y="3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11" name="Freeform 6798">
              <a:extLst>
                <a:ext uri="{FF2B5EF4-FFF2-40B4-BE49-F238E27FC236}">
                  <a16:creationId xmlns:a16="http://schemas.microsoft.com/office/drawing/2014/main" id="{876F4B1E-BD91-4A49-BAE4-697835BDF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440"/>
              <a:ext cx="60" cy="100"/>
            </a:xfrm>
            <a:custGeom>
              <a:avLst/>
              <a:gdLst>
                <a:gd name="T0" fmla="*/ 224 w 30"/>
                <a:gd name="T1" fmla="*/ 0 h 50"/>
                <a:gd name="T2" fmla="*/ 80 w 30"/>
                <a:gd name="T3" fmla="*/ 240 h 50"/>
                <a:gd name="T4" fmla="*/ 0 w 30"/>
                <a:gd name="T5" fmla="*/ 400 h 50"/>
                <a:gd name="T6" fmla="*/ 56 w 30"/>
                <a:gd name="T7" fmla="*/ 376 h 50"/>
                <a:gd name="T8" fmla="*/ 144 w 30"/>
                <a:gd name="T9" fmla="*/ 296 h 50"/>
                <a:gd name="T10" fmla="*/ 240 w 30"/>
                <a:gd name="T11" fmla="*/ 11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0">
                  <a:moveTo>
                    <a:pt x="28" y="0"/>
                  </a:moveTo>
                  <a:cubicBezTo>
                    <a:pt x="23" y="5"/>
                    <a:pt x="13" y="23"/>
                    <a:pt x="10" y="30"/>
                  </a:cubicBezTo>
                  <a:cubicBezTo>
                    <a:pt x="6" y="38"/>
                    <a:pt x="6" y="42"/>
                    <a:pt x="0" y="50"/>
                  </a:cubicBezTo>
                  <a:cubicBezTo>
                    <a:pt x="2" y="48"/>
                    <a:pt x="5" y="48"/>
                    <a:pt x="7" y="47"/>
                  </a:cubicBezTo>
                  <a:cubicBezTo>
                    <a:pt x="12" y="44"/>
                    <a:pt x="15" y="41"/>
                    <a:pt x="18" y="37"/>
                  </a:cubicBezTo>
                  <a:cubicBezTo>
                    <a:pt x="25" y="29"/>
                    <a:pt x="27" y="23"/>
                    <a:pt x="3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12" name="Freeform 6799">
              <a:extLst>
                <a:ext uri="{FF2B5EF4-FFF2-40B4-BE49-F238E27FC236}">
                  <a16:creationId xmlns:a16="http://schemas.microsoft.com/office/drawing/2014/main" id="{30A2B16C-FFB4-43DD-A6B8-E21796A58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542"/>
              <a:ext cx="64" cy="54"/>
            </a:xfrm>
            <a:custGeom>
              <a:avLst/>
              <a:gdLst>
                <a:gd name="T0" fmla="*/ 8 w 32"/>
                <a:gd name="T1" fmla="*/ 216 h 27"/>
                <a:gd name="T2" fmla="*/ 120 w 32"/>
                <a:gd name="T3" fmla="*/ 96 h 27"/>
                <a:gd name="T4" fmla="*/ 232 w 32"/>
                <a:gd name="T5" fmla="*/ 0 h 27"/>
                <a:gd name="T6" fmla="*/ 240 w 32"/>
                <a:gd name="T7" fmla="*/ 8 h 27"/>
                <a:gd name="T8" fmla="*/ 256 w 32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" y="27"/>
                  </a:moveTo>
                  <a:cubicBezTo>
                    <a:pt x="0" y="23"/>
                    <a:pt x="11" y="15"/>
                    <a:pt x="15" y="12"/>
                  </a:cubicBezTo>
                  <a:cubicBezTo>
                    <a:pt x="19" y="7"/>
                    <a:pt x="23" y="2"/>
                    <a:pt x="29" y="0"/>
                  </a:cubicBezTo>
                  <a:cubicBezTo>
                    <a:pt x="29" y="0"/>
                    <a:pt x="30" y="1"/>
                    <a:pt x="30" y="1"/>
                  </a:cubicBezTo>
                  <a:cubicBezTo>
                    <a:pt x="30" y="0"/>
                    <a:pt x="31" y="0"/>
                    <a:pt x="3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13" name="Freeform 6800">
              <a:extLst>
                <a:ext uri="{FF2B5EF4-FFF2-40B4-BE49-F238E27FC236}">
                  <a16:creationId xmlns:a16="http://schemas.microsoft.com/office/drawing/2014/main" id="{EE74DBF1-EA64-4351-9CC1-68117B4A2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622"/>
              <a:ext cx="70" cy="32"/>
            </a:xfrm>
            <a:custGeom>
              <a:avLst/>
              <a:gdLst>
                <a:gd name="T0" fmla="*/ 0 w 35"/>
                <a:gd name="T1" fmla="*/ 128 h 16"/>
                <a:gd name="T2" fmla="*/ 208 w 35"/>
                <a:gd name="T3" fmla="*/ 16 h 16"/>
                <a:gd name="T4" fmla="*/ 280 w 3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8" y="10"/>
                    <a:pt x="16" y="6"/>
                    <a:pt x="26" y="2"/>
                  </a:cubicBezTo>
                  <a:cubicBezTo>
                    <a:pt x="29" y="1"/>
                    <a:pt x="32" y="0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14" name="Freeform 6801">
              <a:extLst>
                <a:ext uri="{FF2B5EF4-FFF2-40B4-BE49-F238E27FC236}">
                  <a16:creationId xmlns:a16="http://schemas.microsoft.com/office/drawing/2014/main" id="{9A72ED8F-EBC5-4FB5-AE3C-38F7E4457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770"/>
              <a:ext cx="121" cy="20"/>
            </a:xfrm>
            <a:custGeom>
              <a:avLst/>
              <a:gdLst>
                <a:gd name="T0" fmla="*/ 0 w 60"/>
                <a:gd name="T1" fmla="*/ 0 h 10"/>
                <a:gd name="T2" fmla="*/ 321 w 60"/>
                <a:gd name="T3" fmla="*/ 72 h 10"/>
                <a:gd name="T4" fmla="*/ 492 w 60"/>
                <a:gd name="T5" fmla="*/ 4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0">
                  <a:moveTo>
                    <a:pt x="0" y="0"/>
                  </a:moveTo>
                  <a:cubicBezTo>
                    <a:pt x="8" y="7"/>
                    <a:pt x="28" y="10"/>
                    <a:pt x="39" y="9"/>
                  </a:cubicBezTo>
                  <a:cubicBezTo>
                    <a:pt x="43" y="9"/>
                    <a:pt x="59" y="8"/>
                    <a:pt x="6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15" name="Freeform 6802">
              <a:extLst>
                <a:ext uri="{FF2B5EF4-FFF2-40B4-BE49-F238E27FC236}">
                  <a16:creationId xmlns:a16="http://schemas.microsoft.com/office/drawing/2014/main" id="{7665169B-7257-476E-93C7-F559A338F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3726"/>
              <a:ext cx="120" cy="50"/>
            </a:xfrm>
            <a:custGeom>
              <a:avLst/>
              <a:gdLst>
                <a:gd name="T0" fmla="*/ 0 w 60"/>
                <a:gd name="T1" fmla="*/ 0 h 25"/>
                <a:gd name="T2" fmla="*/ 480 w 60"/>
                <a:gd name="T3" fmla="*/ 17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5">
                  <a:moveTo>
                    <a:pt x="0" y="0"/>
                  </a:moveTo>
                  <a:cubicBezTo>
                    <a:pt x="13" y="14"/>
                    <a:pt x="41" y="25"/>
                    <a:pt x="6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16" name="Freeform 6803">
              <a:extLst>
                <a:ext uri="{FF2B5EF4-FFF2-40B4-BE49-F238E27FC236}">
                  <a16:creationId xmlns:a16="http://schemas.microsoft.com/office/drawing/2014/main" id="{46C57EF8-FEBC-4BB2-992A-26A148C9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222"/>
              <a:ext cx="24" cy="94"/>
            </a:xfrm>
            <a:custGeom>
              <a:avLst/>
              <a:gdLst>
                <a:gd name="T0" fmla="*/ 48 w 12"/>
                <a:gd name="T1" fmla="*/ 376 h 47"/>
                <a:gd name="T2" fmla="*/ 8 w 12"/>
                <a:gd name="T3" fmla="*/ 200 h 47"/>
                <a:gd name="T4" fmla="*/ 0 w 12"/>
                <a:gd name="T5" fmla="*/ 88 h 47"/>
                <a:gd name="T6" fmla="*/ 16 w 12"/>
                <a:gd name="T7" fmla="*/ 0 h 47"/>
                <a:gd name="T8" fmla="*/ 80 w 12"/>
                <a:gd name="T9" fmla="*/ 216 h 47"/>
                <a:gd name="T10" fmla="*/ 80 w 12"/>
                <a:gd name="T11" fmla="*/ 352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7">
                  <a:moveTo>
                    <a:pt x="6" y="47"/>
                  </a:moveTo>
                  <a:cubicBezTo>
                    <a:pt x="5" y="39"/>
                    <a:pt x="2" y="33"/>
                    <a:pt x="1" y="25"/>
                  </a:cubicBezTo>
                  <a:cubicBezTo>
                    <a:pt x="1" y="20"/>
                    <a:pt x="0" y="16"/>
                    <a:pt x="0" y="11"/>
                  </a:cubicBezTo>
                  <a:cubicBezTo>
                    <a:pt x="0" y="7"/>
                    <a:pt x="2" y="3"/>
                    <a:pt x="2" y="0"/>
                  </a:cubicBezTo>
                  <a:cubicBezTo>
                    <a:pt x="4" y="9"/>
                    <a:pt x="9" y="17"/>
                    <a:pt x="10" y="27"/>
                  </a:cubicBezTo>
                  <a:cubicBezTo>
                    <a:pt x="11" y="31"/>
                    <a:pt x="12" y="40"/>
                    <a:pt x="10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17" name="Freeform 6804">
              <a:extLst>
                <a:ext uri="{FF2B5EF4-FFF2-40B4-BE49-F238E27FC236}">
                  <a16:creationId xmlns:a16="http://schemas.microsoft.com/office/drawing/2014/main" id="{F99C4FA1-E3DD-4D5B-A213-055A8F5CD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183"/>
              <a:ext cx="26" cy="35"/>
            </a:xfrm>
            <a:custGeom>
              <a:avLst/>
              <a:gdLst>
                <a:gd name="T0" fmla="*/ 8 w 13"/>
                <a:gd name="T1" fmla="*/ 8 h 17"/>
                <a:gd name="T2" fmla="*/ 24 w 13"/>
                <a:gd name="T3" fmla="*/ 148 h 17"/>
                <a:gd name="T4" fmla="*/ 104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" y="1"/>
                  </a:moveTo>
                  <a:cubicBezTo>
                    <a:pt x="0" y="6"/>
                    <a:pt x="0" y="12"/>
                    <a:pt x="3" y="17"/>
                  </a:cubicBezTo>
                  <a:cubicBezTo>
                    <a:pt x="8" y="13"/>
                    <a:pt x="11" y="6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18" name="Freeform 6805">
              <a:extLst>
                <a:ext uri="{FF2B5EF4-FFF2-40B4-BE49-F238E27FC236}">
                  <a16:creationId xmlns:a16="http://schemas.microsoft.com/office/drawing/2014/main" id="{7D064321-D493-4873-A311-1D2684473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3190"/>
              <a:ext cx="22" cy="68"/>
            </a:xfrm>
            <a:custGeom>
              <a:avLst/>
              <a:gdLst>
                <a:gd name="T0" fmla="*/ 88 w 11"/>
                <a:gd name="T1" fmla="*/ 0 h 34"/>
                <a:gd name="T2" fmla="*/ 40 w 11"/>
                <a:gd name="T3" fmla="*/ 176 h 34"/>
                <a:gd name="T4" fmla="*/ 0 w 11"/>
                <a:gd name="T5" fmla="*/ 27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4">
                  <a:moveTo>
                    <a:pt x="11" y="0"/>
                  </a:moveTo>
                  <a:cubicBezTo>
                    <a:pt x="8" y="7"/>
                    <a:pt x="9" y="15"/>
                    <a:pt x="5" y="22"/>
                  </a:cubicBezTo>
                  <a:cubicBezTo>
                    <a:pt x="3" y="26"/>
                    <a:pt x="2" y="30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19" name="Freeform 6806">
              <a:extLst>
                <a:ext uri="{FF2B5EF4-FFF2-40B4-BE49-F238E27FC236}">
                  <a16:creationId xmlns:a16="http://schemas.microsoft.com/office/drawing/2014/main" id="{5AEE0B82-734A-4FCA-A436-24E9F3D5A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187"/>
              <a:ext cx="36" cy="87"/>
            </a:xfrm>
            <a:custGeom>
              <a:avLst/>
              <a:gdLst>
                <a:gd name="T0" fmla="*/ 88 w 18"/>
                <a:gd name="T1" fmla="*/ 0 h 43"/>
                <a:gd name="T2" fmla="*/ 128 w 18"/>
                <a:gd name="T3" fmla="*/ 225 h 43"/>
                <a:gd name="T4" fmla="*/ 136 w 18"/>
                <a:gd name="T5" fmla="*/ 356 h 43"/>
                <a:gd name="T6" fmla="*/ 0 w 18"/>
                <a:gd name="T7" fmla="*/ 107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3">
                  <a:moveTo>
                    <a:pt x="11" y="0"/>
                  </a:moveTo>
                  <a:cubicBezTo>
                    <a:pt x="14" y="8"/>
                    <a:pt x="15" y="18"/>
                    <a:pt x="16" y="27"/>
                  </a:cubicBezTo>
                  <a:cubicBezTo>
                    <a:pt x="16" y="32"/>
                    <a:pt x="18" y="38"/>
                    <a:pt x="17" y="43"/>
                  </a:cubicBezTo>
                  <a:cubicBezTo>
                    <a:pt x="11" y="33"/>
                    <a:pt x="3" y="24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20" name="Freeform 6807">
              <a:extLst>
                <a:ext uri="{FF2B5EF4-FFF2-40B4-BE49-F238E27FC236}">
                  <a16:creationId xmlns:a16="http://schemas.microsoft.com/office/drawing/2014/main" id="{CCD30CDC-A19D-4823-880C-912D0B0AD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3252"/>
              <a:ext cx="12" cy="34"/>
            </a:xfrm>
            <a:custGeom>
              <a:avLst/>
              <a:gdLst>
                <a:gd name="T0" fmla="*/ 0 w 6"/>
                <a:gd name="T1" fmla="*/ 136 h 17"/>
                <a:gd name="T2" fmla="*/ 32 w 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17"/>
                  </a:moveTo>
                  <a:cubicBezTo>
                    <a:pt x="3" y="13"/>
                    <a:pt x="6" y="4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21" name="Freeform 6808">
              <a:extLst>
                <a:ext uri="{FF2B5EF4-FFF2-40B4-BE49-F238E27FC236}">
                  <a16:creationId xmlns:a16="http://schemas.microsoft.com/office/drawing/2014/main" id="{662D883F-F5C3-4BEA-923A-4FD1F2EBB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3187"/>
              <a:ext cx="28" cy="63"/>
            </a:xfrm>
            <a:custGeom>
              <a:avLst/>
              <a:gdLst>
                <a:gd name="T0" fmla="*/ 96 w 14"/>
                <a:gd name="T1" fmla="*/ 8 h 31"/>
                <a:gd name="T2" fmla="*/ 112 w 14"/>
                <a:gd name="T3" fmla="*/ 260 h 31"/>
                <a:gd name="T4" fmla="*/ 0 w 1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12" y="1"/>
                  </a:moveTo>
                  <a:cubicBezTo>
                    <a:pt x="11" y="11"/>
                    <a:pt x="13" y="21"/>
                    <a:pt x="14" y="31"/>
                  </a:cubicBezTo>
                  <a:cubicBezTo>
                    <a:pt x="9" y="21"/>
                    <a:pt x="1" y="1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22" name="Freeform 6809">
              <a:extLst>
                <a:ext uri="{FF2B5EF4-FFF2-40B4-BE49-F238E27FC236}">
                  <a16:creationId xmlns:a16="http://schemas.microsoft.com/office/drawing/2014/main" id="{097671C1-45DD-4A05-AFCE-61B93D787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3185"/>
              <a:ext cx="10" cy="37"/>
            </a:xfrm>
            <a:custGeom>
              <a:avLst/>
              <a:gdLst>
                <a:gd name="T0" fmla="*/ 0 w 5"/>
                <a:gd name="T1" fmla="*/ 156 h 18"/>
                <a:gd name="T2" fmla="*/ 40 w 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18"/>
                  </a:moveTo>
                  <a:cubicBezTo>
                    <a:pt x="2" y="12"/>
                    <a:pt x="4" y="4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23" name="Freeform 6810">
              <a:extLst>
                <a:ext uri="{FF2B5EF4-FFF2-40B4-BE49-F238E27FC236}">
                  <a16:creationId xmlns:a16="http://schemas.microsoft.com/office/drawing/2014/main" id="{7A4BDC50-4B71-4D43-BCD6-A02F1F92C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3274"/>
              <a:ext cx="18" cy="76"/>
            </a:xfrm>
            <a:custGeom>
              <a:avLst/>
              <a:gdLst>
                <a:gd name="T0" fmla="*/ 0 w 9"/>
                <a:gd name="T1" fmla="*/ 0 h 38"/>
                <a:gd name="T2" fmla="*/ 56 w 9"/>
                <a:gd name="T3" fmla="*/ 200 h 38"/>
                <a:gd name="T4" fmla="*/ 56 w 9"/>
                <a:gd name="T5" fmla="*/ 30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8">
                  <a:moveTo>
                    <a:pt x="0" y="0"/>
                  </a:moveTo>
                  <a:cubicBezTo>
                    <a:pt x="5" y="7"/>
                    <a:pt x="7" y="15"/>
                    <a:pt x="7" y="25"/>
                  </a:cubicBezTo>
                  <a:cubicBezTo>
                    <a:pt x="7" y="28"/>
                    <a:pt x="9" y="36"/>
                    <a:pt x="7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24" name="Freeform 6811">
              <a:extLst>
                <a:ext uri="{FF2B5EF4-FFF2-40B4-BE49-F238E27FC236}">
                  <a16:creationId xmlns:a16="http://schemas.microsoft.com/office/drawing/2014/main" id="{B8D0E1AD-845B-4C21-B1F8-6C01E28B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226"/>
              <a:ext cx="16" cy="68"/>
            </a:xfrm>
            <a:custGeom>
              <a:avLst/>
              <a:gdLst>
                <a:gd name="T0" fmla="*/ 32 w 8"/>
                <a:gd name="T1" fmla="*/ 0 h 34"/>
                <a:gd name="T2" fmla="*/ 0 w 8"/>
                <a:gd name="T3" fmla="*/ 27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4">
                  <a:moveTo>
                    <a:pt x="4" y="0"/>
                  </a:moveTo>
                  <a:cubicBezTo>
                    <a:pt x="8" y="9"/>
                    <a:pt x="6" y="26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25" name="Freeform 6812">
              <a:extLst>
                <a:ext uri="{FF2B5EF4-FFF2-40B4-BE49-F238E27FC236}">
                  <a16:creationId xmlns:a16="http://schemas.microsoft.com/office/drawing/2014/main" id="{255022AF-E937-457E-B197-AB265C305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3278"/>
              <a:ext cx="12" cy="92"/>
            </a:xfrm>
            <a:custGeom>
              <a:avLst/>
              <a:gdLst>
                <a:gd name="T0" fmla="*/ 0 w 6"/>
                <a:gd name="T1" fmla="*/ 0 h 46"/>
                <a:gd name="T2" fmla="*/ 40 w 6"/>
                <a:gd name="T3" fmla="*/ 256 h 46"/>
                <a:gd name="T4" fmla="*/ 40 w 6"/>
                <a:gd name="T5" fmla="*/ 36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6">
                  <a:moveTo>
                    <a:pt x="0" y="0"/>
                  </a:moveTo>
                  <a:cubicBezTo>
                    <a:pt x="4" y="10"/>
                    <a:pt x="6" y="21"/>
                    <a:pt x="5" y="32"/>
                  </a:cubicBezTo>
                  <a:cubicBezTo>
                    <a:pt x="5" y="36"/>
                    <a:pt x="4" y="45"/>
                    <a:pt x="5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26" name="Freeform 6813">
              <a:extLst>
                <a:ext uri="{FF2B5EF4-FFF2-40B4-BE49-F238E27FC236}">
                  <a16:creationId xmlns:a16="http://schemas.microsoft.com/office/drawing/2014/main" id="{F1D475D7-2240-4B40-9BF6-24659BA01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3250"/>
              <a:ext cx="40" cy="98"/>
            </a:xfrm>
            <a:custGeom>
              <a:avLst/>
              <a:gdLst>
                <a:gd name="T0" fmla="*/ 64 w 20"/>
                <a:gd name="T1" fmla="*/ 0 h 49"/>
                <a:gd name="T2" fmla="*/ 96 w 20"/>
                <a:gd name="T3" fmla="*/ 168 h 49"/>
                <a:gd name="T4" fmla="*/ 160 w 20"/>
                <a:gd name="T5" fmla="*/ 392 h 49"/>
                <a:gd name="T6" fmla="*/ 0 w 20"/>
                <a:gd name="T7" fmla="*/ 12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9">
                  <a:moveTo>
                    <a:pt x="8" y="0"/>
                  </a:moveTo>
                  <a:cubicBezTo>
                    <a:pt x="9" y="7"/>
                    <a:pt x="10" y="14"/>
                    <a:pt x="12" y="21"/>
                  </a:cubicBezTo>
                  <a:cubicBezTo>
                    <a:pt x="14" y="29"/>
                    <a:pt x="19" y="41"/>
                    <a:pt x="20" y="49"/>
                  </a:cubicBezTo>
                  <a:cubicBezTo>
                    <a:pt x="12" y="40"/>
                    <a:pt x="3" y="2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27" name="Freeform 6814">
              <a:extLst>
                <a:ext uri="{FF2B5EF4-FFF2-40B4-BE49-F238E27FC236}">
                  <a16:creationId xmlns:a16="http://schemas.microsoft.com/office/drawing/2014/main" id="{EA190F2B-969D-4160-99D1-86025D62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344"/>
              <a:ext cx="14" cy="86"/>
            </a:xfrm>
            <a:custGeom>
              <a:avLst/>
              <a:gdLst>
                <a:gd name="T0" fmla="*/ 0 w 7"/>
                <a:gd name="T1" fmla="*/ 0 h 43"/>
                <a:gd name="T2" fmla="*/ 40 w 7"/>
                <a:gd name="T3" fmla="*/ 34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3">
                  <a:moveTo>
                    <a:pt x="0" y="0"/>
                  </a:moveTo>
                  <a:cubicBezTo>
                    <a:pt x="7" y="12"/>
                    <a:pt x="5" y="30"/>
                    <a:pt x="5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28" name="Freeform 6815">
              <a:extLst>
                <a:ext uri="{FF2B5EF4-FFF2-40B4-BE49-F238E27FC236}">
                  <a16:creationId xmlns:a16="http://schemas.microsoft.com/office/drawing/2014/main" id="{0897C9E3-ECDB-4C1F-8EDF-03BB65C00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370"/>
              <a:ext cx="58" cy="112"/>
            </a:xfrm>
            <a:custGeom>
              <a:avLst/>
              <a:gdLst>
                <a:gd name="T0" fmla="*/ 0 w 29"/>
                <a:gd name="T1" fmla="*/ 0 h 56"/>
                <a:gd name="T2" fmla="*/ 88 w 29"/>
                <a:gd name="T3" fmla="*/ 152 h 56"/>
                <a:gd name="T4" fmla="*/ 160 w 29"/>
                <a:gd name="T5" fmla="*/ 280 h 56"/>
                <a:gd name="T6" fmla="*/ 232 w 29"/>
                <a:gd name="T7" fmla="*/ 448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6">
                  <a:moveTo>
                    <a:pt x="0" y="0"/>
                  </a:moveTo>
                  <a:cubicBezTo>
                    <a:pt x="5" y="4"/>
                    <a:pt x="8" y="13"/>
                    <a:pt x="11" y="19"/>
                  </a:cubicBezTo>
                  <a:cubicBezTo>
                    <a:pt x="13" y="24"/>
                    <a:pt x="16" y="30"/>
                    <a:pt x="20" y="35"/>
                  </a:cubicBezTo>
                  <a:cubicBezTo>
                    <a:pt x="23" y="42"/>
                    <a:pt x="29" y="49"/>
                    <a:pt x="29" y="5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29" name="Freeform 6816">
              <a:extLst>
                <a:ext uri="{FF2B5EF4-FFF2-40B4-BE49-F238E27FC236}">
                  <a16:creationId xmlns:a16="http://schemas.microsoft.com/office/drawing/2014/main" id="{F927F4CB-C92C-4581-BAF9-E50463B9A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556"/>
              <a:ext cx="52" cy="76"/>
            </a:xfrm>
            <a:custGeom>
              <a:avLst/>
              <a:gdLst>
                <a:gd name="T0" fmla="*/ 0 w 26"/>
                <a:gd name="T1" fmla="*/ 304 h 38"/>
                <a:gd name="T2" fmla="*/ 208 w 26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12" y="31"/>
                    <a:pt x="24" y="13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30" name="Freeform 6817">
              <a:extLst>
                <a:ext uri="{FF2B5EF4-FFF2-40B4-BE49-F238E27FC236}">
                  <a16:creationId xmlns:a16="http://schemas.microsoft.com/office/drawing/2014/main" id="{8B1074C2-DABE-4D07-9BC0-C83C87BED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472"/>
              <a:ext cx="48" cy="94"/>
            </a:xfrm>
            <a:custGeom>
              <a:avLst/>
              <a:gdLst>
                <a:gd name="T0" fmla="*/ 0 w 24"/>
                <a:gd name="T1" fmla="*/ 376 h 47"/>
                <a:gd name="T2" fmla="*/ 176 w 24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7">
                  <a:moveTo>
                    <a:pt x="0" y="47"/>
                  </a:moveTo>
                  <a:cubicBezTo>
                    <a:pt x="9" y="33"/>
                    <a:pt x="24" y="18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31" name="Freeform 6818">
              <a:extLst>
                <a:ext uri="{FF2B5EF4-FFF2-40B4-BE49-F238E27FC236}">
                  <a16:creationId xmlns:a16="http://schemas.microsoft.com/office/drawing/2014/main" id="{B632C02F-2D94-4949-B965-B23E44178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366"/>
              <a:ext cx="32" cy="106"/>
            </a:xfrm>
            <a:custGeom>
              <a:avLst/>
              <a:gdLst>
                <a:gd name="T0" fmla="*/ 0 w 16"/>
                <a:gd name="T1" fmla="*/ 288 h 53"/>
                <a:gd name="T2" fmla="*/ 0 w 16"/>
                <a:gd name="T3" fmla="*/ 424 h 53"/>
                <a:gd name="T4" fmla="*/ 112 w 16"/>
                <a:gd name="T5" fmla="*/ 160 h 53"/>
                <a:gd name="T6" fmla="*/ 120 w 16"/>
                <a:gd name="T7" fmla="*/ 56 h 53"/>
                <a:gd name="T8" fmla="*/ 104 w 16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3">
                  <a:moveTo>
                    <a:pt x="0" y="36"/>
                  </a:moveTo>
                  <a:cubicBezTo>
                    <a:pt x="0" y="41"/>
                    <a:pt x="2" y="47"/>
                    <a:pt x="0" y="53"/>
                  </a:cubicBezTo>
                  <a:cubicBezTo>
                    <a:pt x="7" y="44"/>
                    <a:pt x="11" y="31"/>
                    <a:pt x="14" y="20"/>
                  </a:cubicBezTo>
                  <a:cubicBezTo>
                    <a:pt x="15" y="16"/>
                    <a:pt x="16" y="11"/>
                    <a:pt x="15" y="7"/>
                  </a:cubicBezTo>
                  <a:cubicBezTo>
                    <a:pt x="15" y="4"/>
                    <a:pt x="13" y="2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32" name="Freeform 6819">
              <a:extLst>
                <a:ext uri="{FF2B5EF4-FFF2-40B4-BE49-F238E27FC236}">
                  <a16:creationId xmlns:a16="http://schemas.microsoft.com/office/drawing/2014/main" id="{E8E7A6A8-0070-40F4-9268-648A45BC7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3328"/>
              <a:ext cx="14" cy="56"/>
            </a:xfrm>
            <a:custGeom>
              <a:avLst/>
              <a:gdLst>
                <a:gd name="T0" fmla="*/ 56 w 7"/>
                <a:gd name="T1" fmla="*/ 0 h 28"/>
                <a:gd name="T2" fmla="*/ 0 w 7"/>
                <a:gd name="T3" fmla="*/ 22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7" y="0"/>
                  </a:moveTo>
                  <a:cubicBezTo>
                    <a:pt x="7" y="9"/>
                    <a:pt x="4" y="20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33" name="Freeform 6820">
              <a:extLst>
                <a:ext uri="{FF2B5EF4-FFF2-40B4-BE49-F238E27FC236}">
                  <a16:creationId xmlns:a16="http://schemas.microsoft.com/office/drawing/2014/main" id="{4761FC9E-CE85-4B16-B51F-D22CC5577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3222"/>
              <a:ext cx="32" cy="80"/>
            </a:xfrm>
            <a:custGeom>
              <a:avLst/>
              <a:gdLst>
                <a:gd name="T0" fmla="*/ 16 w 16"/>
                <a:gd name="T1" fmla="*/ 264 h 40"/>
                <a:gd name="T2" fmla="*/ 48 w 16"/>
                <a:gd name="T3" fmla="*/ 0 h 40"/>
                <a:gd name="T4" fmla="*/ 64 w 16"/>
                <a:gd name="T5" fmla="*/ 32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2" y="33"/>
                  </a:moveTo>
                  <a:cubicBezTo>
                    <a:pt x="0" y="24"/>
                    <a:pt x="1" y="7"/>
                    <a:pt x="6" y="0"/>
                  </a:cubicBezTo>
                  <a:cubicBezTo>
                    <a:pt x="11" y="11"/>
                    <a:pt x="16" y="28"/>
                    <a:pt x="8" y="4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34" name="Freeform 6821">
              <a:extLst>
                <a:ext uri="{FF2B5EF4-FFF2-40B4-BE49-F238E27FC236}">
                  <a16:creationId xmlns:a16="http://schemas.microsoft.com/office/drawing/2014/main" id="{DCDEEA5D-76AC-4DB4-BEE5-825B1CD0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185"/>
              <a:ext cx="24" cy="37"/>
            </a:xfrm>
            <a:custGeom>
              <a:avLst/>
              <a:gdLst>
                <a:gd name="T0" fmla="*/ 8 w 12"/>
                <a:gd name="T1" fmla="*/ 8 h 18"/>
                <a:gd name="T2" fmla="*/ 16 w 12"/>
                <a:gd name="T3" fmla="*/ 156 h 18"/>
                <a:gd name="T4" fmla="*/ 96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1"/>
                  </a:moveTo>
                  <a:cubicBezTo>
                    <a:pt x="0" y="6"/>
                    <a:pt x="0" y="13"/>
                    <a:pt x="2" y="18"/>
                  </a:cubicBezTo>
                  <a:cubicBezTo>
                    <a:pt x="6" y="12"/>
                    <a:pt x="11" y="7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35" name="Freeform 6822">
              <a:extLst>
                <a:ext uri="{FF2B5EF4-FFF2-40B4-BE49-F238E27FC236}">
                  <a16:creationId xmlns:a16="http://schemas.microsoft.com/office/drawing/2014/main" id="{ECE240ED-EF36-435B-8BC2-F079D2E38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185"/>
              <a:ext cx="30" cy="43"/>
            </a:xfrm>
            <a:custGeom>
              <a:avLst/>
              <a:gdLst>
                <a:gd name="T0" fmla="*/ 120 w 15"/>
                <a:gd name="T1" fmla="*/ 8 h 21"/>
                <a:gd name="T2" fmla="*/ 56 w 15"/>
                <a:gd name="T3" fmla="*/ 180 h 21"/>
                <a:gd name="T4" fmla="*/ 0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1"/>
                  </a:moveTo>
                  <a:cubicBezTo>
                    <a:pt x="15" y="7"/>
                    <a:pt x="10" y="16"/>
                    <a:pt x="7" y="21"/>
                  </a:cubicBezTo>
                  <a:cubicBezTo>
                    <a:pt x="3" y="16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36" name="Freeform 6823">
              <a:extLst>
                <a:ext uri="{FF2B5EF4-FFF2-40B4-BE49-F238E27FC236}">
                  <a16:creationId xmlns:a16="http://schemas.microsoft.com/office/drawing/2014/main" id="{529A4F58-2C02-4E27-A780-4EEE0B78B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185"/>
              <a:ext cx="26" cy="37"/>
            </a:xfrm>
            <a:custGeom>
              <a:avLst/>
              <a:gdLst>
                <a:gd name="T0" fmla="*/ 104 w 13"/>
                <a:gd name="T1" fmla="*/ 0 h 18"/>
                <a:gd name="T2" fmla="*/ 0 w 13"/>
                <a:gd name="T3" fmla="*/ 15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13" y="0"/>
                  </a:moveTo>
                  <a:cubicBezTo>
                    <a:pt x="11" y="8"/>
                    <a:pt x="5" y="13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37" name="Freeform 6824">
              <a:extLst>
                <a:ext uri="{FF2B5EF4-FFF2-40B4-BE49-F238E27FC236}">
                  <a16:creationId xmlns:a16="http://schemas.microsoft.com/office/drawing/2014/main" id="{3F0AA54D-537B-4187-9911-EEEE84B86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185"/>
              <a:ext cx="28" cy="33"/>
            </a:xfrm>
            <a:custGeom>
              <a:avLst/>
              <a:gdLst>
                <a:gd name="T0" fmla="*/ 0 w 14"/>
                <a:gd name="T1" fmla="*/ 8 h 16"/>
                <a:gd name="T2" fmla="*/ 48 w 14"/>
                <a:gd name="T3" fmla="*/ 140 h 16"/>
                <a:gd name="T4" fmla="*/ 112 w 1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0" y="1"/>
                  </a:moveTo>
                  <a:cubicBezTo>
                    <a:pt x="3" y="5"/>
                    <a:pt x="5" y="11"/>
                    <a:pt x="6" y="16"/>
                  </a:cubicBezTo>
                  <a:cubicBezTo>
                    <a:pt x="10" y="12"/>
                    <a:pt x="13" y="6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38" name="Freeform 6825">
              <a:extLst>
                <a:ext uri="{FF2B5EF4-FFF2-40B4-BE49-F238E27FC236}">
                  <a16:creationId xmlns:a16="http://schemas.microsoft.com/office/drawing/2014/main" id="{58B38EB9-3D5B-4042-BCF7-7DB6F148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190"/>
              <a:ext cx="32" cy="124"/>
            </a:xfrm>
            <a:custGeom>
              <a:avLst/>
              <a:gdLst>
                <a:gd name="T0" fmla="*/ 32 w 16"/>
                <a:gd name="T1" fmla="*/ 120 h 62"/>
                <a:gd name="T2" fmla="*/ 88 w 16"/>
                <a:gd name="T3" fmla="*/ 496 h 62"/>
                <a:gd name="T4" fmla="*/ 120 w 16"/>
                <a:gd name="T5" fmla="*/ 208 h 62"/>
                <a:gd name="T6" fmla="*/ 104 w 16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2">
                  <a:moveTo>
                    <a:pt x="4" y="15"/>
                  </a:moveTo>
                  <a:cubicBezTo>
                    <a:pt x="0" y="28"/>
                    <a:pt x="5" y="51"/>
                    <a:pt x="11" y="62"/>
                  </a:cubicBezTo>
                  <a:cubicBezTo>
                    <a:pt x="16" y="52"/>
                    <a:pt x="15" y="37"/>
                    <a:pt x="15" y="26"/>
                  </a:cubicBezTo>
                  <a:cubicBezTo>
                    <a:pt x="15" y="18"/>
                    <a:pt x="16" y="7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39" name="Freeform 6826">
              <a:extLst>
                <a:ext uri="{FF2B5EF4-FFF2-40B4-BE49-F238E27FC236}">
                  <a16:creationId xmlns:a16="http://schemas.microsoft.com/office/drawing/2014/main" id="{37F0EDF1-6B55-4A9C-8DFD-B16A9E72F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234"/>
              <a:ext cx="36" cy="98"/>
            </a:xfrm>
            <a:custGeom>
              <a:avLst/>
              <a:gdLst>
                <a:gd name="T0" fmla="*/ 0 w 18"/>
                <a:gd name="T1" fmla="*/ 392 h 49"/>
                <a:gd name="T2" fmla="*/ 8 w 18"/>
                <a:gd name="T3" fmla="*/ 240 h 49"/>
                <a:gd name="T4" fmla="*/ 80 w 18"/>
                <a:gd name="T5" fmla="*/ 88 h 49"/>
                <a:gd name="T6" fmla="*/ 144 w 18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9">
                  <a:moveTo>
                    <a:pt x="0" y="49"/>
                  </a:moveTo>
                  <a:cubicBezTo>
                    <a:pt x="1" y="43"/>
                    <a:pt x="0" y="36"/>
                    <a:pt x="1" y="30"/>
                  </a:cubicBezTo>
                  <a:cubicBezTo>
                    <a:pt x="3" y="23"/>
                    <a:pt x="6" y="17"/>
                    <a:pt x="10" y="11"/>
                  </a:cubicBezTo>
                  <a:cubicBezTo>
                    <a:pt x="13" y="7"/>
                    <a:pt x="16" y="4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40" name="Freeform 6827">
              <a:extLst>
                <a:ext uri="{FF2B5EF4-FFF2-40B4-BE49-F238E27FC236}">
                  <a16:creationId xmlns:a16="http://schemas.microsoft.com/office/drawing/2014/main" id="{74C506C6-D0CC-4DD4-B338-50E1643FB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220"/>
              <a:ext cx="24" cy="94"/>
            </a:xfrm>
            <a:custGeom>
              <a:avLst/>
              <a:gdLst>
                <a:gd name="T0" fmla="*/ 96 w 12"/>
                <a:gd name="T1" fmla="*/ 0 h 47"/>
                <a:gd name="T2" fmla="*/ 88 w 12"/>
                <a:gd name="T3" fmla="*/ 37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12" y="0"/>
                  </a:moveTo>
                  <a:cubicBezTo>
                    <a:pt x="0" y="10"/>
                    <a:pt x="5" y="35"/>
                    <a:pt x="11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41" name="Freeform 6828">
              <a:extLst>
                <a:ext uri="{FF2B5EF4-FFF2-40B4-BE49-F238E27FC236}">
                  <a16:creationId xmlns:a16="http://schemas.microsoft.com/office/drawing/2014/main" id="{CF0AC527-6FF4-43BC-9C61-E2299DC37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274"/>
              <a:ext cx="22" cy="26"/>
            </a:xfrm>
            <a:custGeom>
              <a:avLst/>
              <a:gdLst>
                <a:gd name="T0" fmla="*/ 0 w 11"/>
                <a:gd name="T1" fmla="*/ 0 h 13"/>
                <a:gd name="T2" fmla="*/ 88 w 11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4" y="4"/>
                    <a:pt x="8" y="8"/>
                    <a:pt x="11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42" name="Freeform 6829">
              <a:extLst>
                <a:ext uri="{FF2B5EF4-FFF2-40B4-BE49-F238E27FC236}">
                  <a16:creationId xmlns:a16="http://schemas.microsoft.com/office/drawing/2014/main" id="{79115F62-994A-4EA4-9205-A5EB90237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034"/>
              <a:ext cx="32" cy="65"/>
            </a:xfrm>
            <a:custGeom>
              <a:avLst/>
              <a:gdLst>
                <a:gd name="T0" fmla="*/ 32 w 16"/>
                <a:gd name="T1" fmla="*/ 268 h 32"/>
                <a:gd name="T2" fmla="*/ 128 w 1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4" y="32"/>
                  </a:moveTo>
                  <a:cubicBezTo>
                    <a:pt x="0" y="16"/>
                    <a:pt x="3" y="8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43" name="Freeform 6830">
              <a:extLst>
                <a:ext uri="{FF2B5EF4-FFF2-40B4-BE49-F238E27FC236}">
                  <a16:creationId xmlns:a16="http://schemas.microsoft.com/office/drawing/2014/main" id="{B647780E-13AE-4844-BE2F-18C9CFEC5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984"/>
              <a:ext cx="37" cy="64"/>
            </a:xfrm>
            <a:custGeom>
              <a:avLst/>
              <a:gdLst>
                <a:gd name="T0" fmla="*/ 25 w 18"/>
                <a:gd name="T1" fmla="*/ 256 h 32"/>
                <a:gd name="T2" fmla="*/ 156 w 18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3" y="32"/>
                  </a:moveTo>
                  <a:cubicBezTo>
                    <a:pt x="3" y="18"/>
                    <a:pt x="0" y="0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44" name="Freeform 6831">
              <a:extLst>
                <a:ext uri="{FF2B5EF4-FFF2-40B4-BE49-F238E27FC236}">
                  <a16:creationId xmlns:a16="http://schemas.microsoft.com/office/drawing/2014/main" id="{4F52DF35-E523-4FE3-A609-4BB31B120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069"/>
              <a:ext cx="22" cy="26"/>
            </a:xfrm>
            <a:custGeom>
              <a:avLst/>
              <a:gdLst>
                <a:gd name="T0" fmla="*/ 0 w 11"/>
                <a:gd name="T1" fmla="*/ 104 h 13"/>
                <a:gd name="T2" fmla="*/ 32 w 11"/>
                <a:gd name="T3" fmla="*/ 24 h 13"/>
                <a:gd name="T4" fmla="*/ 88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9"/>
                    <a:pt x="0" y="5"/>
                    <a:pt x="4" y="3"/>
                  </a:cubicBezTo>
                  <a:cubicBezTo>
                    <a:pt x="6" y="1"/>
                    <a:pt x="10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45" name="Freeform 6832">
              <a:extLst>
                <a:ext uri="{FF2B5EF4-FFF2-40B4-BE49-F238E27FC236}">
                  <a16:creationId xmlns:a16="http://schemas.microsoft.com/office/drawing/2014/main" id="{4E2C58D9-2C57-48B5-B605-C682B5A18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032"/>
              <a:ext cx="30" cy="41"/>
            </a:xfrm>
            <a:custGeom>
              <a:avLst/>
              <a:gdLst>
                <a:gd name="T0" fmla="*/ 16 w 15"/>
                <a:gd name="T1" fmla="*/ 172 h 20"/>
                <a:gd name="T2" fmla="*/ 48 w 15"/>
                <a:gd name="T3" fmla="*/ 16 h 20"/>
                <a:gd name="T4" fmla="*/ 96 w 15"/>
                <a:gd name="T5" fmla="*/ 0 h 20"/>
                <a:gd name="T6" fmla="*/ 120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2" y="20"/>
                  </a:moveTo>
                  <a:cubicBezTo>
                    <a:pt x="3" y="14"/>
                    <a:pt x="0" y="6"/>
                    <a:pt x="6" y="2"/>
                  </a:cubicBezTo>
                  <a:cubicBezTo>
                    <a:pt x="8" y="1"/>
                    <a:pt x="10" y="0"/>
                    <a:pt x="12" y="0"/>
                  </a:cubicBezTo>
                  <a:cubicBezTo>
                    <a:pt x="13" y="0"/>
                    <a:pt x="15" y="0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46" name="Freeform 6833">
              <a:extLst>
                <a:ext uri="{FF2B5EF4-FFF2-40B4-BE49-F238E27FC236}">
                  <a16:creationId xmlns:a16="http://schemas.microsoft.com/office/drawing/2014/main" id="{060C4F08-07A2-4BD5-B616-9A26DFE74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044"/>
              <a:ext cx="20" cy="6"/>
            </a:xfrm>
            <a:custGeom>
              <a:avLst/>
              <a:gdLst>
                <a:gd name="T0" fmla="*/ 0 w 10"/>
                <a:gd name="T1" fmla="*/ 24 h 3"/>
                <a:gd name="T2" fmla="*/ 80 w 10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0"/>
                    <a:pt x="7" y="1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47" name="Freeform 6834">
              <a:extLst>
                <a:ext uri="{FF2B5EF4-FFF2-40B4-BE49-F238E27FC236}">
                  <a16:creationId xmlns:a16="http://schemas.microsoft.com/office/drawing/2014/main" id="{4B4A7F01-A5B7-4BE3-818C-8A0622774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996"/>
              <a:ext cx="20" cy="46"/>
            </a:xfrm>
            <a:custGeom>
              <a:avLst/>
              <a:gdLst>
                <a:gd name="T0" fmla="*/ 0 w 10"/>
                <a:gd name="T1" fmla="*/ 16 h 23"/>
                <a:gd name="T2" fmla="*/ 64 w 10"/>
                <a:gd name="T3" fmla="*/ 16 h 23"/>
                <a:gd name="T4" fmla="*/ 72 w 10"/>
                <a:gd name="T5" fmla="*/ 88 h 23"/>
                <a:gd name="T6" fmla="*/ 56 w 10"/>
                <a:gd name="T7" fmla="*/ 18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0" y="2"/>
                  </a:moveTo>
                  <a:cubicBezTo>
                    <a:pt x="3" y="1"/>
                    <a:pt x="6" y="0"/>
                    <a:pt x="8" y="2"/>
                  </a:cubicBezTo>
                  <a:cubicBezTo>
                    <a:pt x="10" y="4"/>
                    <a:pt x="9" y="9"/>
                    <a:pt x="9" y="11"/>
                  </a:cubicBezTo>
                  <a:cubicBezTo>
                    <a:pt x="8" y="15"/>
                    <a:pt x="8" y="19"/>
                    <a:pt x="7" y="2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48" name="Freeform 6835">
              <a:extLst>
                <a:ext uri="{FF2B5EF4-FFF2-40B4-BE49-F238E27FC236}">
                  <a16:creationId xmlns:a16="http://schemas.microsoft.com/office/drawing/2014/main" id="{8C6D2BBD-F861-4372-B231-6DC80026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000"/>
              <a:ext cx="22" cy="4"/>
            </a:xfrm>
            <a:custGeom>
              <a:avLst/>
              <a:gdLst>
                <a:gd name="T0" fmla="*/ 0 w 11"/>
                <a:gd name="T1" fmla="*/ 16 h 2"/>
                <a:gd name="T2" fmla="*/ 88 w 1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1"/>
                    <a:pt x="7" y="0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49" name="Freeform 6836">
              <a:extLst>
                <a:ext uri="{FF2B5EF4-FFF2-40B4-BE49-F238E27FC236}">
                  <a16:creationId xmlns:a16="http://schemas.microsoft.com/office/drawing/2014/main" id="{F861AE4D-6584-46F3-8F86-FE250A640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938"/>
              <a:ext cx="35" cy="52"/>
            </a:xfrm>
            <a:custGeom>
              <a:avLst/>
              <a:gdLst>
                <a:gd name="T0" fmla="*/ 0 w 17"/>
                <a:gd name="T1" fmla="*/ 208 h 26"/>
                <a:gd name="T2" fmla="*/ 60 w 17"/>
                <a:gd name="T3" fmla="*/ 24 h 26"/>
                <a:gd name="T4" fmla="*/ 148 w 17"/>
                <a:gd name="T5" fmla="*/ 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0" y="26"/>
                  </a:moveTo>
                  <a:cubicBezTo>
                    <a:pt x="4" y="19"/>
                    <a:pt x="0" y="8"/>
                    <a:pt x="7" y="3"/>
                  </a:cubicBezTo>
                  <a:cubicBezTo>
                    <a:pt x="10" y="1"/>
                    <a:pt x="15" y="0"/>
                    <a:pt x="17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50" name="Freeform 6837">
              <a:extLst>
                <a:ext uri="{FF2B5EF4-FFF2-40B4-BE49-F238E27FC236}">
                  <a16:creationId xmlns:a16="http://schemas.microsoft.com/office/drawing/2014/main" id="{4A648719-89FD-415E-829E-70F33C589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954"/>
              <a:ext cx="24" cy="48"/>
            </a:xfrm>
            <a:custGeom>
              <a:avLst/>
              <a:gdLst>
                <a:gd name="T0" fmla="*/ 96 w 12"/>
                <a:gd name="T1" fmla="*/ 0 h 24"/>
                <a:gd name="T2" fmla="*/ 16 w 12"/>
                <a:gd name="T3" fmla="*/ 56 h 24"/>
                <a:gd name="T4" fmla="*/ 0 w 12"/>
                <a:gd name="T5" fmla="*/ 19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6" y="0"/>
                    <a:pt x="4" y="1"/>
                    <a:pt x="2" y="7"/>
                  </a:cubicBezTo>
                  <a:cubicBezTo>
                    <a:pt x="0" y="13"/>
                    <a:pt x="0" y="18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51" name="Freeform 6838">
              <a:extLst>
                <a:ext uri="{FF2B5EF4-FFF2-40B4-BE49-F238E27FC236}">
                  <a16:creationId xmlns:a16="http://schemas.microsoft.com/office/drawing/2014/main" id="{BF09E193-E4BA-424F-BBC7-43956F3B5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948"/>
              <a:ext cx="26" cy="14"/>
            </a:xfrm>
            <a:custGeom>
              <a:avLst/>
              <a:gdLst>
                <a:gd name="T0" fmla="*/ 0 w 13"/>
                <a:gd name="T1" fmla="*/ 0 h 7"/>
                <a:gd name="T2" fmla="*/ 104 w 13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4" y="0"/>
                    <a:pt x="11" y="3"/>
                    <a:pt x="13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52" name="Freeform 6839">
              <a:extLst>
                <a:ext uri="{FF2B5EF4-FFF2-40B4-BE49-F238E27FC236}">
                  <a16:creationId xmlns:a16="http://schemas.microsoft.com/office/drawing/2014/main" id="{E3A57485-02D1-487A-BBF9-F5A0F57CA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992"/>
              <a:ext cx="12" cy="10"/>
            </a:xfrm>
            <a:custGeom>
              <a:avLst/>
              <a:gdLst>
                <a:gd name="T0" fmla="*/ 0 w 6"/>
                <a:gd name="T1" fmla="*/ 40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4"/>
                    <a:pt x="5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53" name="Freeform 6840">
              <a:extLst>
                <a:ext uri="{FF2B5EF4-FFF2-40B4-BE49-F238E27FC236}">
                  <a16:creationId xmlns:a16="http://schemas.microsoft.com/office/drawing/2014/main" id="{62F4BB0A-FF38-4B0D-8337-9A0B62955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034"/>
              <a:ext cx="10" cy="12"/>
            </a:xfrm>
            <a:custGeom>
              <a:avLst/>
              <a:gdLst>
                <a:gd name="T0" fmla="*/ 0 w 5"/>
                <a:gd name="T1" fmla="*/ 0 h 6"/>
                <a:gd name="T2" fmla="*/ 4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4" y="0"/>
                    <a:pt x="5" y="3"/>
                    <a:pt x="5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54" name="Freeform 6841">
              <a:extLst>
                <a:ext uri="{FF2B5EF4-FFF2-40B4-BE49-F238E27FC236}">
                  <a16:creationId xmlns:a16="http://schemas.microsoft.com/office/drawing/2014/main" id="{6283FCF1-6E25-40EB-A3E5-BCEABC247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044"/>
              <a:ext cx="10" cy="4"/>
            </a:xfrm>
            <a:custGeom>
              <a:avLst/>
              <a:gdLst>
                <a:gd name="T0" fmla="*/ 0 w 5"/>
                <a:gd name="T1" fmla="*/ 0 h 2"/>
                <a:gd name="T2" fmla="*/ 4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5" y="0"/>
                    <a:pt x="5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55" name="Freeform 6842">
              <a:extLst>
                <a:ext uri="{FF2B5EF4-FFF2-40B4-BE49-F238E27FC236}">
                  <a16:creationId xmlns:a16="http://schemas.microsoft.com/office/drawing/2014/main" id="{71CE23A8-CB39-4C8B-9ADA-75970C510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892"/>
              <a:ext cx="31" cy="50"/>
            </a:xfrm>
            <a:custGeom>
              <a:avLst/>
              <a:gdLst>
                <a:gd name="T0" fmla="*/ 0 w 15"/>
                <a:gd name="T1" fmla="*/ 200 h 25"/>
                <a:gd name="T2" fmla="*/ 25 w 15"/>
                <a:gd name="T3" fmla="*/ 88 h 25"/>
                <a:gd name="T4" fmla="*/ 60 w 15"/>
                <a:gd name="T5" fmla="*/ 16 h 25"/>
                <a:gd name="T6" fmla="*/ 132 w 15"/>
                <a:gd name="T7" fmla="*/ 2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0" y="25"/>
                  </a:moveTo>
                  <a:cubicBezTo>
                    <a:pt x="1" y="20"/>
                    <a:pt x="2" y="16"/>
                    <a:pt x="3" y="11"/>
                  </a:cubicBezTo>
                  <a:cubicBezTo>
                    <a:pt x="4" y="9"/>
                    <a:pt x="5" y="4"/>
                    <a:pt x="7" y="2"/>
                  </a:cubicBezTo>
                  <a:cubicBezTo>
                    <a:pt x="9" y="0"/>
                    <a:pt x="13" y="3"/>
                    <a:pt x="15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56" name="Freeform 6843">
              <a:extLst>
                <a:ext uri="{FF2B5EF4-FFF2-40B4-BE49-F238E27FC236}">
                  <a16:creationId xmlns:a16="http://schemas.microsoft.com/office/drawing/2014/main" id="{169A0FFB-20C5-4C66-BD27-AC7517E51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840"/>
              <a:ext cx="47" cy="54"/>
            </a:xfrm>
            <a:custGeom>
              <a:avLst/>
              <a:gdLst>
                <a:gd name="T0" fmla="*/ 41 w 23"/>
                <a:gd name="T1" fmla="*/ 216 h 27"/>
                <a:gd name="T2" fmla="*/ 112 w 23"/>
                <a:gd name="T3" fmla="*/ 32 h 27"/>
                <a:gd name="T4" fmla="*/ 196 w 23"/>
                <a:gd name="T5" fmla="*/ 3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5" y="27"/>
                  </a:moveTo>
                  <a:cubicBezTo>
                    <a:pt x="0" y="22"/>
                    <a:pt x="11" y="8"/>
                    <a:pt x="13" y="4"/>
                  </a:cubicBezTo>
                  <a:cubicBezTo>
                    <a:pt x="16" y="0"/>
                    <a:pt x="19" y="0"/>
                    <a:pt x="23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57" name="Freeform 6844">
              <a:extLst>
                <a:ext uri="{FF2B5EF4-FFF2-40B4-BE49-F238E27FC236}">
                  <a16:creationId xmlns:a16="http://schemas.microsoft.com/office/drawing/2014/main" id="{E11370D7-D331-4CBD-8B16-83263487C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794"/>
              <a:ext cx="52" cy="48"/>
            </a:xfrm>
            <a:custGeom>
              <a:avLst/>
              <a:gdLst>
                <a:gd name="T0" fmla="*/ 40 w 26"/>
                <a:gd name="T1" fmla="*/ 192 h 24"/>
                <a:gd name="T2" fmla="*/ 120 w 26"/>
                <a:gd name="T3" fmla="*/ 24 h 24"/>
                <a:gd name="T4" fmla="*/ 168 w 26"/>
                <a:gd name="T5" fmla="*/ 16 h 24"/>
                <a:gd name="T6" fmla="*/ 208 w 26"/>
                <a:gd name="T7" fmla="*/ 4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5" y="24"/>
                  </a:moveTo>
                  <a:cubicBezTo>
                    <a:pt x="0" y="20"/>
                    <a:pt x="12" y="6"/>
                    <a:pt x="15" y="3"/>
                  </a:cubicBezTo>
                  <a:cubicBezTo>
                    <a:pt x="18" y="1"/>
                    <a:pt x="18" y="0"/>
                    <a:pt x="21" y="2"/>
                  </a:cubicBezTo>
                  <a:cubicBezTo>
                    <a:pt x="23" y="3"/>
                    <a:pt x="26" y="5"/>
                    <a:pt x="26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58" name="Freeform 6845">
              <a:extLst>
                <a:ext uri="{FF2B5EF4-FFF2-40B4-BE49-F238E27FC236}">
                  <a16:creationId xmlns:a16="http://schemas.microsoft.com/office/drawing/2014/main" id="{56050364-7103-4656-9293-543FC48F2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904"/>
              <a:ext cx="16" cy="48"/>
            </a:xfrm>
            <a:custGeom>
              <a:avLst/>
              <a:gdLst>
                <a:gd name="T0" fmla="*/ 16 w 8"/>
                <a:gd name="T1" fmla="*/ 192 h 24"/>
                <a:gd name="T2" fmla="*/ 64 w 8"/>
                <a:gd name="T3" fmla="*/ 64 h 24"/>
                <a:gd name="T4" fmla="*/ 0 w 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4">
                  <a:moveTo>
                    <a:pt x="2" y="24"/>
                  </a:moveTo>
                  <a:cubicBezTo>
                    <a:pt x="4" y="19"/>
                    <a:pt x="8" y="13"/>
                    <a:pt x="8" y="8"/>
                  </a:cubicBezTo>
                  <a:cubicBezTo>
                    <a:pt x="8" y="1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59" name="Freeform 6846">
              <a:extLst>
                <a:ext uri="{FF2B5EF4-FFF2-40B4-BE49-F238E27FC236}">
                  <a16:creationId xmlns:a16="http://schemas.microsoft.com/office/drawing/2014/main" id="{059998D6-038A-47BE-933E-A76C3627C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914"/>
              <a:ext cx="24" cy="10"/>
            </a:xfrm>
            <a:custGeom>
              <a:avLst/>
              <a:gdLst>
                <a:gd name="T0" fmla="*/ 0 w 12"/>
                <a:gd name="T1" fmla="*/ 24 h 5"/>
                <a:gd name="T2" fmla="*/ 96 w 1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3" y="0"/>
                    <a:pt x="10" y="2"/>
                    <a:pt x="12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0" name="Freeform 6847">
              <a:extLst>
                <a:ext uri="{FF2B5EF4-FFF2-40B4-BE49-F238E27FC236}">
                  <a16:creationId xmlns:a16="http://schemas.microsoft.com/office/drawing/2014/main" id="{938B6059-D9A7-4731-8F3C-6B40CF06C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946"/>
              <a:ext cx="12" cy="8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2"/>
                    <a:pt x="4" y="4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1" name="Freeform 6848">
              <a:extLst>
                <a:ext uri="{FF2B5EF4-FFF2-40B4-BE49-F238E27FC236}">
                  <a16:creationId xmlns:a16="http://schemas.microsoft.com/office/drawing/2014/main" id="{E3651B1F-57B3-4E24-B786-C8BF7D4B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864"/>
              <a:ext cx="20" cy="52"/>
            </a:xfrm>
            <a:custGeom>
              <a:avLst/>
              <a:gdLst>
                <a:gd name="T0" fmla="*/ 16 w 10"/>
                <a:gd name="T1" fmla="*/ 208 h 26"/>
                <a:gd name="T2" fmla="*/ 56 w 10"/>
                <a:gd name="T3" fmla="*/ 128 h 26"/>
                <a:gd name="T4" fmla="*/ 80 w 10"/>
                <a:gd name="T5" fmla="*/ 56 h 26"/>
                <a:gd name="T6" fmla="*/ 0 w 10"/>
                <a:gd name="T7" fmla="*/ 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2" y="26"/>
                  </a:moveTo>
                  <a:cubicBezTo>
                    <a:pt x="4" y="23"/>
                    <a:pt x="5" y="19"/>
                    <a:pt x="7" y="16"/>
                  </a:cubicBezTo>
                  <a:cubicBezTo>
                    <a:pt x="8" y="13"/>
                    <a:pt x="10" y="10"/>
                    <a:pt x="10" y="7"/>
                  </a:cubicBezTo>
                  <a:cubicBezTo>
                    <a:pt x="9" y="4"/>
                    <a:pt x="3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2" name="Freeform 6849">
              <a:extLst>
                <a:ext uri="{FF2B5EF4-FFF2-40B4-BE49-F238E27FC236}">
                  <a16:creationId xmlns:a16="http://schemas.microsoft.com/office/drawing/2014/main" id="{78F03C8D-8A13-4E2E-8828-5FBC12233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880"/>
              <a:ext cx="15" cy="4"/>
            </a:xfrm>
            <a:custGeom>
              <a:avLst/>
              <a:gdLst>
                <a:gd name="T0" fmla="*/ 0 w 7"/>
                <a:gd name="T1" fmla="*/ 0 h 2"/>
                <a:gd name="T2" fmla="*/ 69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6" y="1"/>
                    <a:pt x="7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3" name="Freeform 6850">
              <a:extLst>
                <a:ext uri="{FF2B5EF4-FFF2-40B4-BE49-F238E27FC236}">
                  <a16:creationId xmlns:a16="http://schemas.microsoft.com/office/drawing/2014/main" id="{80C140C1-AE45-4859-BC83-B5EAA9744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824"/>
              <a:ext cx="19" cy="44"/>
            </a:xfrm>
            <a:custGeom>
              <a:avLst/>
              <a:gdLst>
                <a:gd name="T0" fmla="*/ 0 w 9"/>
                <a:gd name="T1" fmla="*/ 176 h 22"/>
                <a:gd name="T2" fmla="*/ 84 w 9"/>
                <a:gd name="T3" fmla="*/ 48 h 22"/>
                <a:gd name="T4" fmla="*/ 27 w 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0" y="22"/>
                  </a:moveTo>
                  <a:cubicBezTo>
                    <a:pt x="2" y="18"/>
                    <a:pt x="9" y="11"/>
                    <a:pt x="9" y="6"/>
                  </a:cubicBezTo>
                  <a:cubicBezTo>
                    <a:pt x="9" y="3"/>
                    <a:pt x="4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4" name="Freeform 6851">
              <a:extLst>
                <a:ext uri="{FF2B5EF4-FFF2-40B4-BE49-F238E27FC236}">
                  <a16:creationId xmlns:a16="http://schemas.microsoft.com/office/drawing/2014/main" id="{9927C7FD-2365-4A54-9E73-7C49699FA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842"/>
              <a:ext cx="22" cy="10"/>
            </a:xfrm>
            <a:custGeom>
              <a:avLst/>
              <a:gdLst>
                <a:gd name="T0" fmla="*/ 0 w 11"/>
                <a:gd name="T1" fmla="*/ 0 h 5"/>
                <a:gd name="T2" fmla="*/ 88 w 1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4" y="0"/>
                    <a:pt x="9" y="2"/>
                    <a:pt x="11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5" name="Freeform 6852">
              <a:extLst>
                <a:ext uri="{FF2B5EF4-FFF2-40B4-BE49-F238E27FC236}">
                  <a16:creationId xmlns:a16="http://schemas.microsoft.com/office/drawing/2014/main" id="{BCA104A5-CF67-4676-AED9-CA757A180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832"/>
              <a:ext cx="12" cy="14"/>
            </a:xfrm>
            <a:custGeom>
              <a:avLst/>
              <a:gdLst>
                <a:gd name="T0" fmla="*/ 0 w 6"/>
                <a:gd name="T1" fmla="*/ 56 h 7"/>
                <a:gd name="T2" fmla="*/ 4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6"/>
                    <a:pt x="4" y="3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6" name="Freeform 6853">
              <a:extLst>
                <a:ext uri="{FF2B5EF4-FFF2-40B4-BE49-F238E27FC236}">
                  <a16:creationId xmlns:a16="http://schemas.microsoft.com/office/drawing/2014/main" id="{63E5EBAF-19A8-45A6-B8BE-105D56020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798"/>
              <a:ext cx="38" cy="34"/>
            </a:xfrm>
            <a:custGeom>
              <a:avLst/>
              <a:gdLst>
                <a:gd name="T0" fmla="*/ 0 w 19"/>
                <a:gd name="T1" fmla="*/ 136 h 17"/>
                <a:gd name="T2" fmla="*/ 96 w 19"/>
                <a:gd name="T3" fmla="*/ 0 h 17"/>
                <a:gd name="T4" fmla="*/ 152 w 19"/>
                <a:gd name="T5" fmla="*/ 4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17"/>
                  </a:moveTo>
                  <a:cubicBezTo>
                    <a:pt x="2" y="12"/>
                    <a:pt x="5" y="1"/>
                    <a:pt x="12" y="0"/>
                  </a:cubicBezTo>
                  <a:cubicBezTo>
                    <a:pt x="14" y="0"/>
                    <a:pt x="19" y="4"/>
                    <a:pt x="19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7" name="Freeform 6854">
              <a:extLst>
                <a:ext uri="{FF2B5EF4-FFF2-40B4-BE49-F238E27FC236}">
                  <a16:creationId xmlns:a16="http://schemas.microsoft.com/office/drawing/2014/main" id="{0546857F-D24B-431C-B037-2DD1B2F8F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786"/>
              <a:ext cx="14" cy="12"/>
            </a:xfrm>
            <a:custGeom>
              <a:avLst/>
              <a:gdLst>
                <a:gd name="T0" fmla="*/ 56 w 7"/>
                <a:gd name="T1" fmla="*/ 48 h 6"/>
                <a:gd name="T2" fmla="*/ 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6" y="4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8" name="Freeform 6855">
              <a:extLst>
                <a:ext uri="{FF2B5EF4-FFF2-40B4-BE49-F238E27FC236}">
                  <a16:creationId xmlns:a16="http://schemas.microsoft.com/office/drawing/2014/main" id="{AFD604BE-65F5-433B-BFB1-65664C3E5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756"/>
              <a:ext cx="40" cy="40"/>
            </a:xfrm>
            <a:custGeom>
              <a:avLst/>
              <a:gdLst>
                <a:gd name="T0" fmla="*/ 0 w 20"/>
                <a:gd name="T1" fmla="*/ 160 h 20"/>
                <a:gd name="T2" fmla="*/ 40 w 20"/>
                <a:gd name="T3" fmla="*/ 80 h 20"/>
                <a:gd name="T4" fmla="*/ 96 w 20"/>
                <a:gd name="T5" fmla="*/ 16 h 20"/>
                <a:gd name="T6" fmla="*/ 160 w 20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2" y="17"/>
                    <a:pt x="3" y="13"/>
                    <a:pt x="5" y="10"/>
                  </a:cubicBezTo>
                  <a:cubicBezTo>
                    <a:pt x="6" y="8"/>
                    <a:pt x="9" y="3"/>
                    <a:pt x="12" y="2"/>
                  </a:cubicBezTo>
                  <a:cubicBezTo>
                    <a:pt x="15" y="0"/>
                    <a:pt x="19" y="5"/>
                    <a:pt x="2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9" name="Freeform 6856">
              <a:extLst>
                <a:ext uri="{FF2B5EF4-FFF2-40B4-BE49-F238E27FC236}">
                  <a16:creationId xmlns:a16="http://schemas.microsoft.com/office/drawing/2014/main" id="{1496E8F2-2F9F-4A33-99EC-5C3A47B69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30"/>
              <a:ext cx="42" cy="30"/>
            </a:xfrm>
            <a:custGeom>
              <a:avLst/>
              <a:gdLst>
                <a:gd name="T0" fmla="*/ 0 w 21"/>
                <a:gd name="T1" fmla="*/ 120 h 15"/>
                <a:gd name="T2" fmla="*/ 112 w 21"/>
                <a:gd name="T3" fmla="*/ 0 h 15"/>
                <a:gd name="T4" fmla="*/ 168 w 21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2" y="11"/>
                    <a:pt x="9" y="0"/>
                    <a:pt x="14" y="0"/>
                  </a:cubicBezTo>
                  <a:cubicBezTo>
                    <a:pt x="16" y="0"/>
                    <a:pt x="21" y="5"/>
                    <a:pt x="21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0" name="Freeform 6857">
              <a:extLst>
                <a:ext uri="{FF2B5EF4-FFF2-40B4-BE49-F238E27FC236}">
                  <a16:creationId xmlns:a16="http://schemas.microsoft.com/office/drawing/2014/main" id="{6FA7298C-C36A-42B6-B97D-327DADD03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696"/>
              <a:ext cx="44" cy="34"/>
            </a:xfrm>
            <a:custGeom>
              <a:avLst/>
              <a:gdLst>
                <a:gd name="T0" fmla="*/ 0 w 22"/>
                <a:gd name="T1" fmla="*/ 136 h 17"/>
                <a:gd name="T2" fmla="*/ 128 w 22"/>
                <a:gd name="T3" fmla="*/ 8 h 17"/>
                <a:gd name="T4" fmla="*/ 176 w 22"/>
                <a:gd name="T5" fmla="*/ 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17"/>
                  </a:moveTo>
                  <a:cubicBezTo>
                    <a:pt x="0" y="13"/>
                    <a:pt x="11" y="1"/>
                    <a:pt x="16" y="1"/>
                  </a:cubicBezTo>
                  <a:cubicBezTo>
                    <a:pt x="18" y="0"/>
                    <a:pt x="22" y="4"/>
                    <a:pt x="22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1" name="Freeform 6858">
              <a:extLst>
                <a:ext uri="{FF2B5EF4-FFF2-40B4-BE49-F238E27FC236}">
                  <a16:creationId xmlns:a16="http://schemas.microsoft.com/office/drawing/2014/main" id="{F3E81F93-A23B-42F4-B981-CBF94B86B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764"/>
              <a:ext cx="40" cy="34"/>
            </a:xfrm>
            <a:custGeom>
              <a:avLst/>
              <a:gdLst>
                <a:gd name="T0" fmla="*/ 0 w 20"/>
                <a:gd name="T1" fmla="*/ 136 h 17"/>
                <a:gd name="T2" fmla="*/ 88 w 20"/>
                <a:gd name="T3" fmla="*/ 8 h 17"/>
                <a:gd name="T4" fmla="*/ 160 w 20"/>
                <a:gd name="T5" fmla="*/ 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0" y="17"/>
                  </a:moveTo>
                  <a:cubicBezTo>
                    <a:pt x="1" y="13"/>
                    <a:pt x="7" y="2"/>
                    <a:pt x="11" y="1"/>
                  </a:cubicBezTo>
                  <a:cubicBezTo>
                    <a:pt x="14" y="0"/>
                    <a:pt x="20" y="3"/>
                    <a:pt x="2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2" name="Freeform 6859">
              <a:extLst>
                <a:ext uri="{FF2B5EF4-FFF2-40B4-BE49-F238E27FC236}">
                  <a16:creationId xmlns:a16="http://schemas.microsoft.com/office/drawing/2014/main" id="{DDCFEFFE-0C19-4E5C-BE9F-5719FE3AF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730"/>
              <a:ext cx="46" cy="36"/>
            </a:xfrm>
            <a:custGeom>
              <a:avLst/>
              <a:gdLst>
                <a:gd name="T0" fmla="*/ 0 w 23"/>
                <a:gd name="T1" fmla="*/ 144 h 18"/>
                <a:gd name="T2" fmla="*/ 120 w 23"/>
                <a:gd name="T3" fmla="*/ 0 h 18"/>
                <a:gd name="T4" fmla="*/ 184 w 23"/>
                <a:gd name="T5" fmla="*/ 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18"/>
                  </a:moveTo>
                  <a:cubicBezTo>
                    <a:pt x="1" y="13"/>
                    <a:pt x="9" y="0"/>
                    <a:pt x="15" y="0"/>
                  </a:cubicBezTo>
                  <a:cubicBezTo>
                    <a:pt x="17" y="0"/>
                    <a:pt x="23" y="5"/>
                    <a:pt x="23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3" name="Freeform 6860">
              <a:extLst>
                <a:ext uri="{FF2B5EF4-FFF2-40B4-BE49-F238E27FC236}">
                  <a16:creationId xmlns:a16="http://schemas.microsoft.com/office/drawing/2014/main" id="{B976D8AB-C316-43D2-A275-BAC861192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698"/>
              <a:ext cx="42" cy="30"/>
            </a:xfrm>
            <a:custGeom>
              <a:avLst/>
              <a:gdLst>
                <a:gd name="T0" fmla="*/ 0 w 21"/>
                <a:gd name="T1" fmla="*/ 120 h 15"/>
                <a:gd name="T2" fmla="*/ 112 w 21"/>
                <a:gd name="T3" fmla="*/ 8 h 15"/>
                <a:gd name="T4" fmla="*/ 168 w 21"/>
                <a:gd name="T5" fmla="*/ 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1" y="10"/>
                    <a:pt x="9" y="1"/>
                    <a:pt x="14" y="1"/>
                  </a:cubicBezTo>
                  <a:cubicBezTo>
                    <a:pt x="17" y="0"/>
                    <a:pt x="21" y="4"/>
                    <a:pt x="21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4" name="Freeform 6861">
              <a:extLst>
                <a:ext uri="{FF2B5EF4-FFF2-40B4-BE49-F238E27FC236}">
                  <a16:creationId xmlns:a16="http://schemas.microsoft.com/office/drawing/2014/main" id="{A045E48A-7403-4FE4-B438-028F2E4AE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742"/>
              <a:ext cx="14" cy="14"/>
            </a:xfrm>
            <a:custGeom>
              <a:avLst/>
              <a:gdLst>
                <a:gd name="T0" fmla="*/ 56 w 7"/>
                <a:gd name="T1" fmla="*/ 56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5" name="Freeform 6862">
              <a:extLst>
                <a:ext uri="{FF2B5EF4-FFF2-40B4-BE49-F238E27FC236}">
                  <a16:creationId xmlns:a16="http://schemas.microsoft.com/office/drawing/2014/main" id="{F43170E1-82C7-4700-82CD-E9DF6645C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706"/>
              <a:ext cx="16" cy="12"/>
            </a:xfrm>
            <a:custGeom>
              <a:avLst/>
              <a:gdLst>
                <a:gd name="T0" fmla="*/ 64 w 8"/>
                <a:gd name="T1" fmla="*/ 48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7" y="2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6" name="Freeform 6863">
              <a:extLst>
                <a:ext uri="{FF2B5EF4-FFF2-40B4-BE49-F238E27FC236}">
                  <a16:creationId xmlns:a16="http://schemas.microsoft.com/office/drawing/2014/main" id="{4C5CDF5A-D927-42CB-B3AC-E5EE8D6AF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718"/>
              <a:ext cx="14" cy="16"/>
            </a:xfrm>
            <a:custGeom>
              <a:avLst/>
              <a:gdLst>
                <a:gd name="T0" fmla="*/ 0 w 7"/>
                <a:gd name="T1" fmla="*/ 64 h 8"/>
                <a:gd name="T2" fmla="*/ 5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1" y="3"/>
                    <a:pt x="4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7" name="Freeform 6864">
              <a:extLst>
                <a:ext uri="{FF2B5EF4-FFF2-40B4-BE49-F238E27FC236}">
                  <a16:creationId xmlns:a16="http://schemas.microsoft.com/office/drawing/2014/main" id="{67C22992-6B07-43B6-AD99-B3E42B27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48"/>
              <a:ext cx="12" cy="12"/>
            </a:xfrm>
            <a:custGeom>
              <a:avLst/>
              <a:gdLst>
                <a:gd name="T0" fmla="*/ 0 w 6"/>
                <a:gd name="T1" fmla="*/ 48 h 6"/>
                <a:gd name="T2" fmla="*/ 4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3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8" name="Freeform 6865">
              <a:extLst>
                <a:ext uri="{FF2B5EF4-FFF2-40B4-BE49-F238E27FC236}">
                  <a16:creationId xmlns:a16="http://schemas.microsoft.com/office/drawing/2014/main" id="{EF96F15C-322B-4554-A261-4099F22CC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786"/>
              <a:ext cx="4" cy="16"/>
            </a:xfrm>
            <a:custGeom>
              <a:avLst/>
              <a:gdLst>
                <a:gd name="T0" fmla="*/ 0 w 2"/>
                <a:gd name="T1" fmla="*/ 0 h 8"/>
                <a:gd name="T2" fmla="*/ 16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2"/>
                    <a:pt x="0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9" name="Freeform 6866">
              <a:extLst>
                <a:ext uri="{FF2B5EF4-FFF2-40B4-BE49-F238E27FC236}">
                  <a16:creationId xmlns:a16="http://schemas.microsoft.com/office/drawing/2014/main" id="{85877075-4CDE-4E91-B10A-A1D62273D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638"/>
              <a:ext cx="58" cy="34"/>
            </a:xfrm>
            <a:custGeom>
              <a:avLst/>
              <a:gdLst>
                <a:gd name="T0" fmla="*/ 0 w 29"/>
                <a:gd name="T1" fmla="*/ 136 h 17"/>
                <a:gd name="T2" fmla="*/ 232 w 29"/>
                <a:gd name="T3" fmla="*/ 1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12" y="11"/>
                    <a:pt x="20" y="0"/>
                    <a:pt x="29" y="1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80" name="Freeform 6867">
              <a:extLst>
                <a:ext uri="{FF2B5EF4-FFF2-40B4-BE49-F238E27FC236}">
                  <a16:creationId xmlns:a16="http://schemas.microsoft.com/office/drawing/2014/main" id="{3736ACFB-891D-42DF-9302-C6D8B525E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616"/>
              <a:ext cx="50" cy="40"/>
            </a:xfrm>
            <a:custGeom>
              <a:avLst/>
              <a:gdLst>
                <a:gd name="T0" fmla="*/ 160 w 25"/>
                <a:gd name="T1" fmla="*/ 0 h 20"/>
                <a:gd name="T2" fmla="*/ 192 w 25"/>
                <a:gd name="T3" fmla="*/ 56 h 20"/>
                <a:gd name="T4" fmla="*/ 128 w 25"/>
                <a:gd name="T5" fmla="*/ 104 h 20"/>
                <a:gd name="T6" fmla="*/ 64 w 25"/>
                <a:gd name="T7" fmla="*/ 152 h 20"/>
                <a:gd name="T8" fmla="*/ 0 w 25"/>
                <a:gd name="T9" fmla="*/ 11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0" y="0"/>
                  </a:moveTo>
                  <a:cubicBezTo>
                    <a:pt x="22" y="2"/>
                    <a:pt x="25" y="4"/>
                    <a:pt x="24" y="7"/>
                  </a:cubicBezTo>
                  <a:cubicBezTo>
                    <a:pt x="23" y="10"/>
                    <a:pt x="18" y="11"/>
                    <a:pt x="16" y="13"/>
                  </a:cubicBezTo>
                  <a:cubicBezTo>
                    <a:pt x="13" y="14"/>
                    <a:pt x="12" y="17"/>
                    <a:pt x="8" y="19"/>
                  </a:cubicBezTo>
                  <a:cubicBezTo>
                    <a:pt x="6" y="20"/>
                    <a:pt x="0" y="1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81" name="Freeform 6868">
              <a:extLst>
                <a:ext uri="{FF2B5EF4-FFF2-40B4-BE49-F238E27FC236}">
                  <a16:creationId xmlns:a16="http://schemas.microsoft.com/office/drawing/2014/main" id="{EF16F55E-88C4-44FB-A4BC-3681A103C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634"/>
              <a:ext cx="12" cy="18"/>
            </a:xfrm>
            <a:custGeom>
              <a:avLst/>
              <a:gdLst>
                <a:gd name="T0" fmla="*/ 0 w 6"/>
                <a:gd name="T1" fmla="*/ 0 h 9"/>
                <a:gd name="T2" fmla="*/ 48 w 6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2" y="3"/>
                    <a:pt x="5" y="5"/>
                    <a:pt x="6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82" name="Freeform 6869">
              <a:extLst>
                <a:ext uri="{FF2B5EF4-FFF2-40B4-BE49-F238E27FC236}">
                  <a16:creationId xmlns:a16="http://schemas.microsoft.com/office/drawing/2014/main" id="{97537409-EB35-47B0-A650-F7493E9E7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634"/>
              <a:ext cx="58" cy="18"/>
            </a:xfrm>
            <a:custGeom>
              <a:avLst/>
              <a:gdLst>
                <a:gd name="T0" fmla="*/ 0 w 29"/>
                <a:gd name="T1" fmla="*/ 72 h 9"/>
                <a:gd name="T2" fmla="*/ 192 w 29"/>
                <a:gd name="T3" fmla="*/ 32 h 9"/>
                <a:gd name="T4" fmla="*/ 224 w 29"/>
                <a:gd name="T5" fmla="*/ 6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9">
                  <a:moveTo>
                    <a:pt x="0" y="9"/>
                  </a:moveTo>
                  <a:cubicBezTo>
                    <a:pt x="8" y="9"/>
                    <a:pt x="15" y="0"/>
                    <a:pt x="24" y="4"/>
                  </a:cubicBezTo>
                  <a:cubicBezTo>
                    <a:pt x="27" y="5"/>
                    <a:pt x="29" y="6"/>
                    <a:pt x="28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83" name="Freeform 6870">
              <a:extLst>
                <a:ext uri="{FF2B5EF4-FFF2-40B4-BE49-F238E27FC236}">
                  <a16:creationId xmlns:a16="http://schemas.microsoft.com/office/drawing/2014/main" id="{A3C6FA7A-BBED-4A7A-B53A-9279C2C70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626"/>
              <a:ext cx="54" cy="18"/>
            </a:xfrm>
            <a:custGeom>
              <a:avLst/>
              <a:gdLst>
                <a:gd name="T0" fmla="*/ 216 w 27"/>
                <a:gd name="T1" fmla="*/ 56 h 9"/>
                <a:gd name="T2" fmla="*/ 128 w 27"/>
                <a:gd name="T3" fmla="*/ 16 h 9"/>
                <a:gd name="T4" fmla="*/ 0 w 27"/>
                <a:gd name="T5" fmla="*/ 7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27" y="7"/>
                  </a:moveTo>
                  <a:cubicBezTo>
                    <a:pt x="25" y="2"/>
                    <a:pt x="23" y="0"/>
                    <a:pt x="16" y="2"/>
                  </a:cubicBezTo>
                  <a:cubicBezTo>
                    <a:pt x="10" y="3"/>
                    <a:pt x="5" y="6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84" name="Freeform 6871">
              <a:extLst>
                <a:ext uri="{FF2B5EF4-FFF2-40B4-BE49-F238E27FC236}">
                  <a16:creationId xmlns:a16="http://schemas.microsoft.com/office/drawing/2014/main" id="{4603BBEA-9E58-491A-8B0A-4E797DC1B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598"/>
              <a:ext cx="6" cy="30"/>
            </a:xfrm>
            <a:custGeom>
              <a:avLst/>
              <a:gdLst>
                <a:gd name="T0" fmla="*/ 0 w 3"/>
                <a:gd name="T1" fmla="*/ 0 h 15"/>
                <a:gd name="T2" fmla="*/ 8 w 3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2" y="4"/>
                    <a:pt x="3" y="12"/>
                    <a:pt x="1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85" name="Freeform 6872">
              <a:extLst>
                <a:ext uri="{FF2B5EF4-FFF2-40B4-BE49-F238E27FC236}">
                  <a16:creationId xmlns:a16="http://schemas.microsoft.com/office/drawing/2014/main" id="{C02682BD-BD1D-47C7-A8D1-BDA227D6B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632"/>
              <a:ext cx="14" cy="4"/>
            </a:xfrm>
            <a:custGeom>
              <a:avLst/>
              <a:gdLst>
                <a:gd name="T0" fmla="*/ 0 w 7"/>
                <a:gd name="T1" fmla="*/ 0 h 2"/>
                <a:gd name="T2" fmla="*/ 56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4" y="2"/>
                    <a:pt x="7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86" name="Freeform 6873">
              <a:extLst>
                <a:ext uri="{FF2B5EF4-FFF2-40B4-BE49-F238E27FC236}">
                  <a16:creationId xmlns:a16="http://schemas.microsoft.com/office/drawing/2014/main" id="{124AE37C-13B2-40F2-B890-AFFF880CB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628"/>
              <a:ext cx="54" cy="14"/>
            </a:xfrm>
            <a:custGeom>
              <a:avLst/>
              <a:gdLst>
                <a:gd name="T0" fmla="*/ 0 w 27"/>
                <a:gd name="T1" fmla="*/ 56 h 7"/>
                <a:gd name="T2" fmla="*/ 112 w 27"/>
                <a:gd name="T3" fmla="*/ 16 h 7"/>
                <a:gd name="T4" fmla="*/ 184 w 27"/>
                <a:gd name="T5" fmla="*/ 8 h 7"/>
                <a:gd name="T6" fmla="*/ 216 w 27"/>
                <a:gd name="T7" fmla="*/ 5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7">
                  <a:moveTo>
                    <a:pt x="0" y="7"/>
                  </a:moveTo>
                  <a:cubicBezTo>
                    <a:pt x="5" y="5"/>
                    <a:pt x="9" y="3"/>
                    <a:pt x="14" y="2"/>
                  </a:cubicBezTo>
                  <a:cubicBezTo>
                    <a:pt x="17" y="2"/>
                    <a:pt x="21" y="0"/>
                    <a:pt x="23" y="1"/>
                  </a:cubicBezTo>
                  <a:cubicBezTo>
                    <a:pt x="27" y="2"/>
                    <a:pt x="26" y="5"/>
                    <a:pt x="27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87" name="Freeform 6874">
              <a:extLst>
                <a:ext uri="{FF2B5EF4-FFF2-40B4-BE49-F238E27FC236}">
                  <a16:creationId xmlns:a16="http://schemas.microsoft.com/office/drawing/2014/main" id="{A491D209-1003-4DEC-AF82-632E06D8C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616"/>
              <a:ext cx="62" cy="18"/>
            </a:xfrm>
            <a:custGeom>
              <a:avLst/>
              <a:gdLst>
                <a:gd name="T0" fmla="*/ 0 w 31"/>
                <a:gd name="T1" fmla="*/ 48 h 9"/>
                <a:gd name="T2" fmla="*/ 200 w 31"/>
                <a:gd name="T3" fmla="*/ 16 h 9"/>
                <a:gd name="T4" fmla="*/ 240 w 31"/>
                <a:gd name="T5" fmla="*/ 7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0" y="6"/>
                  </a:moveTo>
                  <a:cubicBezTo>
                    <a:pt x="2" y="0"/>
                    <a:pt x="20" y="2"/>
                    <a:pt x="25" y="2"/>
                  </a:cubicBezTo>
                  <a:cubicBezTo>
                    <a:pt x="30" y="3"/>
                    <a:pt x="31" y="3"/>
                    <a:pt x="30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88" name="Freeform 6875">
              <a:extLst>
                <a:ext uri="{FF2B5EF4-FFF2-40B4-BE49-F238E27FC236}">
                  <a16:creationId xmlns:a16="http://schemas.microsoft.com/office/drawing/2014/main" id="{EE758173-9953-4BAE-A2E3-34B160C32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610"/>
              <a:ext cx="54" cy="30"/>
            </a:xfrm>
            <a:custGeom>
              <a:avLst/>
              <a:gdLst>
                <a:gd name="T0" fmla="*/ 0 w 27"/>
                <a:gd name="T1" fmla="*/ 48 h 15"/>
                <a:gd name="T2" fmla="*/ 184 w 27"/>
                <a:gd name="T3" fmla="*/ 32 h 15"/>
                <a:gd name="T4" fmla="*/ 216 w 27"/>
                <a:gd name="T5" fmla="*/ 72 h 15"/>
                <a:gd name="T6" fmla="*/ 208 w 27"/>
                <a:gd name="T7" fmla="*/ 12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0" y="6"/>
                  </a:moveTo>
                  <a:cubicBezTo>
                    <a:pt x="1" y="0"/>
                    <a:pt x="19" y="3"/>
                    <a:pt x="23" y="4"/>
                  </a:cubicBezTo>
                  <a:cubicBezTo>
                    <a:pt x="26" y="5"/>
                    <a:pt x="27" y="5"/>
                    <a:pt x="27" y="9"/>
                  </a:cubicBezTo>
                  <a:cubicBezTo>
                    <a:pt x="27" y="11"/>
                    <a:pt x="27" y="14"/>
                    <a:pt x="26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89" name="Freeform 6876">
              <a:extLst>
                <a:ext uri="{FF2B5EF4-FFF2-40B4-BE49-F238E27FC236}">
                  <a16:creationId xmlns:a16="http://schemas.microsoft.com/office/drawing/2014/main" id="{EA2F23E8-4599-41CC-A7B5-B01CB8123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588"/>
              <a:ext cx="46" cy="26"/>
            </a:xfrm>
            <a:custGeom>
              <a:avLst/>
              <a:gdLst>
                <a:gd name="T0" fmla="*/ 0 w 23"/>
                <a:gd name="T1" fmla="*/ 104 h 13"/>
                <a:gd name="T2" fmla="*/ 136 w 23"/>
                <a:gd name="T3" fmla="*/ 80 h 13"/>
                <a:gd name="T4" fmla="*/ 160 w 2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0" y="13"/>
                  </a:moveTo>
                  <a:cubicBezTo>
                    <a:pt x="5" y="13"/>
                    <a:pt x="13" y="13"/>
                    <a:pt x="17" y="10"/>
                  </a:cubicBezTo>
                  <a:cubicBezTo>
                    <a:pt x="23" y="8"/>
                    <a:pt x="19" y="4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0" name="Freeform 6877">
              <a:extLst>
                <a:ext uri="{FF2B5EF4-FFF2-40B4-BE49-F238E27FC236}">
                  <a16:creationId xmlns:a16="http://schemas.microsoft.com/office/drawing/2014/main" id="{ED01F200-4F49-4936-8450-436B06086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608"/>
              <a:ext cx="10" cy="24"/>
            </a:xfrm>
            <a:custGeom>
              <a:avLst/>
              <a:gdLst>
                <a:gd name="T0" fmla="*/ 0 w 5"/>
                <a:gd name="T1" fmla="*/ 0 h 12"/>
                <a:gd name="T2" fmla="*/ 40 w 5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4" y="2"/>
                    <a:pt x="5" y="9"/>
                    <a:pt x="5" y="1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1" name="Freeform 6878">
              <a:extLst>
                <a:ext uri="{FF2B5EF4-FFF2-40B4-BE49-F238E27FC236}">
                  <a16:creationId xmlns:a16="http://schemas.microsoft.com/office/drawing/2014/main" id="{119EB8FC-A640-4466-8483-2CD759B20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614"/>
              <a:ext cx="4" cy="16"/>
            </a:xfrm>
            <a:custGeom>
              <a:avLst/>
              <a:gdLst>
                <a:gd name="T0" fmla="*/ 16 w 2"/>
                <a:gd name="T1" fmla="*/ 0 h 8"/>
                <a:gd name="T2" fmla="*/ 8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2" name="Freeform 6879">
              <a:extLst>
                <a:ext uri="{FF2B5EF4-FFF2-40B4-BE49-F238E27FC236}">
                  <a16:creationId xmlns:a16="http://schemas.microsoft.com/office/drawing/2014/main" id="{9F3C9B2E-6FE8-4F89-86DC-FB2C10C3D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582"/>
              <a:ext cx="44" cy="30"/>
            </a:xfrm>
            <a:custGeom>
              <a:avLst/>
              <a:gdLst>
                <a:gd name="T0" fmla="*/ 0 w 22"/>
                <a:gd name="T1" fmla="*/ 120 h 15"/>
                <a:gd name="T2" fmla="*/ 88 w 22"/>
                <a:gd name="T3" fmla="*/ 104 h 15"/>
                <a:gd name="T4" fmla="*/ 160 w 22"/>
                <a:gd name="T5" fmla="*/ 88 h 15"/>
                <a:gd name="T6" fmla="*/ 168 w 2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5">
                  <a:moveTo>
                    <a:pt x="0" y="15"/>
                  </a:moveTo>
                  <a:cubicBezTo>
                    <a:pt x="4" y="15"/>
                    <a:pt x="7" y="13"/>
                    <a:pt x="11" y="13"/>
                  </a:cubicBezTo>
                  <a:cubicBezTo>
                    <a:pt x="14" y="13"/>
                    <a:pt x="18" y="13"/>
                    <a:pt x="20" y="11"/>
                  </a:cubicBezTo>
                  <a:cubicBezTo>
                    <a:pt x="22" y="9"/>
                    <a:pt x="22" y="2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3" name="Freeform 6880">
              <a:extLst>
                <a:ext uri="{FF2B5EF4-FFF2-40B4-BE49-F238E27FC236}">
                  <a16:creationId xmlns:a16="http://schemas.microsoft.com/office/drawing/2014/main" id="{FC959821-1441-4F41-97E4-C720B1C21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606"/>
              <a:ext cx="4" cy="14"/>
            </a:xfrm>
            <a:custGeom>
              <a:avLst/>
              <a:gdLst>
                <a:gd name="T0" fmla="*/ 0 w 2"/>
                <a:gd name="T1" fmla="*/ 0 h 7"/>
                <a:gd name="T2" fmla="*/ 8 w 2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2"/>
                    <a:pt x="2" y="6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4" name="Freeform 6881">
              <a:extLst>
                <a:ext uri="{FF2B5EF4-FFF2-40B4-BE49-F238E27FC236}">
                  <a16:creationId xmlns:a16="http://schemas.microsoft.com/office/drawing/2014/main" id="{32BAA94E-16E4-4C69-B62D-881C3C951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578"/>
              <a:ext cx="42" cy="22"/>
            </a:xfrm>
            <a:custGeom>
              <a:avLst/>
              <a:gdLst>
                <a:gd name="T0" fmla="*/ 0 w 21"/>
                <a:gd name="T1" fmla="*/ 64 h 11"/>
                <a:gd name="T2" fmla="*/ 144 w 21"/>
                <a:gd name="T3" fmla="*/ 64 h 11"/>
                <a:gd name="T4" fmla="*/ 168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8"/>
                  </a:moveTo>
                  <a:cubicBezTo>
                    <a:pt x="4" y="8"/>
                    <a:pt x="14" y="11"/>
                    <a:pt x="18" y="8"/>
                  </a:cubicBezTo>
                  <a:cubicBezTo>
                    <a:pt x="21" y="7"/>
                    <a:pt x="21" y="1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5" name="Freeform 6882">
              <a:extLst>
                <a:ext uri="{FF2B5EF4-FFF2-40B4-BE49-F238E27FC236}">
                  <a16:creationId xmlns:a16="http://schemas.microsoft.com/office/drawing/2014/main" id="{F5DDF215-1A99-41BC-A816-A0347AD21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596"/>
              <a:ext cx="4" cy="24"/>
            </a:xfrm>
            <a:custGeom>
              <a:avLst/>
              <a:gdLst>
                <a:gd name="T0" fmla="*/ 0 w 2"/>
                <a:gd name="T1" fmla="*/ 0 h 12"/>
                <a:gd name="T2" fmla="*/ 0 w 2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3"/>
                    <a:pt x="2" y="9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6" name="Freeform 6883">
              <a:extLst>
                <a:ext uri="{FF2B5EF4-FFF2-40B4-BE49-F238E27FC236}">
                  <a16:creationId xmlns:a16="http://schemas.microsoft.com/office/drawing/2014/main" id="{31C19B26-4C51-459D-84F2-98EEFBE1A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612"/>
              <a:ext cx="18" cy="2"/>
            </a:xfrm>
            <a:custGeom>
              <a:avLst/>
              <a:gdLst>
                <a:gd name="T0" fmla="*/ 0 w 9"/>
                <a:gd name="T1" fmla="*/ 0 h 1"/>
                <a:gd name="T2" fmla="*/ 72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1"/>
                    <a:pt x="6" y="1"/>
                    <a:pt x="9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7" name="Freeform 6884">
              <a:extLst>
                <a:ext uri="{FF2B5EF4-FFF2-40B4-BE49-F238E27FC236}">
                  <a16:creationId xmlns:a16="http://schemas.microsoft.com/office/drawing/2014/main" id="{95D9196A-1E9D-44F7-9600-8A3593C5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586"/>
              <a:ext cx="44" cy="26"/>
            </a:xfrm>
            <a:custGeom>
              <a:avLst/>
              <a:gdLst>
                <a:gd name="T0" fmla="*/ 0 w 22"/>
                <a:gd name="T1" fmla="*/ 24 h 13"/>
                <a:gd name="T2" fmla="*/ 160 w 22"/>
                <a:gd name="T3" fmla="*/ 40 h 13"/>
                <a:gd name="T4" fmla="*/ 160 w 22"/>
                <a:gd name="T5" fmla="*/ 10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5" y="3"/>
                    <a:pt x="16" y="0"/>
                    <a:pt x="20" y="5"/>
                  </a:cubicBezTo>
                  <a:cubicBezTo>
                    <a:pt x="22" y="7"/>
                    <a:pt x="21" y="13"/>
                    <a:pt x="20" y="1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8" name="Freeform 6885">
              <a:extLst>
                <a:ext uri="{FF2B5EF4-FFF2-40B4-BE49-F238E27FC236}">
                  <a16:creationId xmlns:a16="http://schemas.microsoft.com/office/drawing/2014/main" id="{ED9B325F-617B-4D26-9306-EEF7AC556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76"/>
              <a:ext cx="6" cy="18"/>
            </a:xfrm>
            <a:custGeom>
              <a:avLst/>
              <a:gdLst>
                <a:gd name="T0" fmla="*/ 0 w 3"/>
                <a:gd name="T1" fmla="*/ 72 h 9"/>
                <a:gd name="T2" fmla="*/ 1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7"/>
                    <a:pt x="3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9" name="Freeform 6886">
              <a:extLst>
                <a:ext uri="{FF2B5EF4-FFF2-40B4-BE49-F238E27FC236}">
                  <a16:creationId xmlns:a16="http://schemas.microsoft.com/office/drawing/2014/main" id="{23F26B8F-B3A0-40F7-9949-6E784ECD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22"/>
              <a:ext cx="50" cy="22"/>
            </a:xfrm>
            <a:custGeom>
              <a:avLst/>
              <a:gdLst>
                <a:gd name="T0" fmla="*/ 0 w 25"/>
                <a:gd name="T1" fmla="*/ 8 h 11"/>
                <a:gd name="T2" fmla="*/ 88 w 25"/>
                <a:gd name="T3" fmla="*/ 8 h 11"/>
                <a:gd name="T4" fmla="*/ 176 w 25"/>
                <a:gd name="T5" fmla="*/ 16 h 11"/>
                <a:gd name="T6" fmla="*/ 184 w 25"/>
                <a:gd name="T7" fmla="*/ 8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"/>
                  </a:moveTo>
                  <a:cubicBezTo>
                    <a:pt x="4" y="1"/>
                    <a:pt x="7" y="0"/>
                    <a:pt x="11" y="1"/>
                  </a:cubicBezTo>
                  <a:cubicBezTo>
                    <a:pt x="13" y="1"/>
                    <a:pt x="20" y="1"/>
                    <a:pt x="22" y="2"/>
                  </a:cubicBezTo>
                  <a:cubicBezTo>
                    <a:pt x="25" y="5"/>
                    <a:pt x="24" y="8"/>
                    <a:pt x="23" y="1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00" name="Freeform 6887">
              <a:extLst>
                <a:ext uri="{FF2B5EF4-FFF2-40B4-BE49-F238E27FC236}">
                  <a16:creationId xmlns:a16="http://schemas.microsoft.com/office/drawing/2014/main" id="{345D1D03-8D56-446E-A4D3-D1C9C3675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630"/>
              <a:ext cx="42" cy="30"/>
            </a:xfrm>
            <a:custGeom>
              <a:avLst/>
              <a:gdLst>
                <a:gd name="T0" fmla="*/ 0 w 21"/>
                <a:gd name="T1" fmla="*/ 0 h 15"/>
                <a:gd name="T2" fmla="*/ 160 w 21"/>
                <a:gd name="T3" fmla="*/ 40 h 15"/>
                <a:gd name="T4" fmla="*/ 144 w 21"/>
                <a:gd name="T5" fmla="*/ 1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0"/>
                  </a:moveTo>
                  <a:cubicBezTo>
                    <a:pt x="4" y="0"/>
                    <a:pt x="18" y="1"/>
                    <a:pt x="20" y="5"/>
                  </a:cubicBezTo>
                  <a:cubicBezTo>
                    <a:pt x="21" y="7"/>
                    <a:pt x="19" y="13"/>
                    <a:pt x="18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01" name="Freeform 6888">
              <a:extLst>
                <a:ext uri="{FF2B5EF4-FFF2-40B4-BE49-F238E27FC236}">
                  <a16:creationId xmlns:a16="http://schemas.microsoft.com/office/drawing/2014/main" id="{4F54E02F-08DC-4E34-B6B7-450448E21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1594"/>
              <a:ext cx="42" cy="28"/>
            </a:xfrm>
            <a:custGeom>
              <a:avLst/>
              <a:gdLst>
                <a:gd name="T0" fmla="*/ 0 w 21"/>
                <a:gd name="T1" fmla="*/ 16 h 14"/>
                <a:gd name="T2" fmla="*/ 152 w 21"/>
                <a:gd name="T3" fmla="*/ 24 h 14"/>
                <a:gd name="T4" fmla="*/ 152 w 21"/>
                <a:gd name="T5" fmla="*/ 1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0" y="2"/>
                  </a:moveTo>
                  <a:cubicBezTo>
                    <a:pt x="4" y="1"/>
                    <a:pt x="15" y="0"/>
                    <a:pt x="19" y="3"/>
                  </a:cubicBezTo>
                  <a:cubicBezTo>
                    <a:pt x="21" y="5"/>
                    <a:pt x="21" y="12"/>
                    <a:pt x="19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02" name="Freeform 6889">
              <a:extLst>
                <a:ext uri="{FF2B5EF4-FFF2-40B4-BE49-F238E27FC236}">
                  <a16:creationId xmlns:a16="http://schemas.microsoft.com/office/drawing/2014/main" id="{8C045058-7D21-45B4-94FD-669C5A7EE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600"/>
              <a:ext cx="48" cy="30"/>
            </a:xfrm>
            <a:custGeom>
              <a:avLst/>
              <a:gdLst>
                <a:gd name="T0" fmla="*/ 0 w 24"/>
                <a:gd name="T1" fmla="*/ 8 h 15"/>
                <a:gd name="T2" fmla="*/ 184 w 24"/>
                <a:gd name="T3" fmla="*/ 40 h 15"/>
                <a:gd name="T4" fmla="*/ 176 w 24"/>
                <a:gd name="T5" fmla="*/ 1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1"/>
                  </a:moveTo>
                  <a:cubicBezTo>
                    <a:pt x="5" y="0"/>
                    <a:pt x="21" y="0"/>
                    <a:pt x="23" y="5"/>
                  </a:cubicBezTo>
                  <a:cubicBezTo>
                    <a:pt x="24" y="6"/>
                    <a:pt x="23" y="15"/>
                    <a:pt x="22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03" name="Freeform 6890">
              <a:extLst>
                <a:ext uri="{FF2B5EF4-FFF2-40B4-BE49-F238E27FC236}">
                  <a16:creationId xmlns:a16="http://schemas.microsoft.com/office/drawing/2014/main" id="{E708A4C1-1BB1-4C21-A601-6102F2835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608"/>
              <a:ext cx="42" cy="30"/>
            </a:xfrm>
            <a:custGeom>
              <a:avLst/>
              <a:gdLst>
                <a:gd name="T0" fmla="*/ 0 w 21"/>
                <a:gd name="T1" fmla="*/ 8 h 15"/>
                <a:gd name="T2" fmla="*/ 160 w 21"/>
                <a:gd name="T3" fmla="*/ 48 h 15"/>
                <a:gd name="T4" fmla="*/ 152 w 21"/>
                <a:gd name="T5" fmla="*/ 1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"/>
                  </a:moveTo>
                  <a:cubicBezTo>
                    <a:pt x="5" y="0"/>
                    <a:pt x="17" y="2"/>
                    <a:pt x="20" y="6"/>
                  </a:cubicBezTo>
                  <a:cubicBezTo>
                    <a:pt x="21" y="9"/>
                    <a:pt x="21" y="15"/>
                    <a:pt x="19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04" name="Freeform 6891">
              <a:extLst>
                <a:ext uri="{FF2B5EF4-FFF2-40B4-BE49-F238E27FC236}">
                  <a16:creationId xmlns:a16="http://schemas.microsoft.com/office/drawing/2014/main" id="{55B285E1-B39C-46EE-B01D-3B46215C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580"/>
              <a:ext cx="4" cy="20"/>
            </a:xfrm>
            <a:custGeom>
              <a:avLst/>
              <a:gdLst>
                <a:gd name="T0" fmla="*/ 0 w 2"/>
                <a:gd name="T1" fmla="*/ 80 h 10"/>
                <a:gd name="T2" fmla="*/ 16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1" y="6"/>
                    <a:pt x="2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05" name="Freeform 6892">
              <a:extLst>
                <a:ext uri="{FF2B5EF4-FFF2-40B4-BE49-F238E27FC236}">
                  <a16:creationId xmlns:a16="http://schemas.microsoft.com/office/drawing/2014/main" id="{C21E1541-7CCA-4973-9388-0B66B4D17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594"/>
              <a:ext cx="4" cy="16"/>
            </a:xfrm>
            <a:custGeom>
              <a:avLst/>
              <a:gdLst>
                <a:gd name="T0" fmla="*/ 0 w 2"/>
                <a:gd name="T1" fmla="*/ 64 h 8"/>
                <a:gd name="T2" fmla="*/ 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2" y="5"/>
                    <a:pt x="1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06" name="Freeform 6893">
              <a:extLst>
                <a:ext uri="{FF2B5EF4-FFF2-40B4-BE49-F238E27FC236}">
                  <a16:creationId xmlns:a16="http://schemas.microsoft.com/office/drawing/2014/main" id="{0BFBCB03-60FB-4D68-8EC7-CF8944EF1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630"/>
              <a:ext cx="20" cy="8"/>
            </a:xfrm>
            <a:custGeom>
              <a:avLst/>
              <a:gdLst>
                <a:gd name="T0" fmla="*/ 0 w 10"/>
                <a:gd name="T1" fmla="*/ 8 h 4"/>
                <a:gd name="T2" fmla="*/ 80 w 10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4" y="0"/>
                    <a:pt x="7" y="2"/>
                    <a:pt x="1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07" name="Freeform 6894">
              <a:extLst>
                <a:ext uri="{FF2B5EF4-FFF2-40B4-BE49-F238E27FC236}">
                  <a16:creationId xmlns:a16="http://schemas.microsoft.com/office/drawing/2014/main" id="{86E58365-3047-431F-8E2E-6F5428516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624"/>
              <a:ext cx="16" cy="6"/>
            </a:xfrm>
            <a:custGeom>
              <a:avLst/>
              <a:gdLst>
                <a:gd name="T0" fmla="*/ 0 w 8"/>
                <a:gd name="T1" fmla="*/ 0 h 3"/>
                <a:gd name="T2" fmla="*/ 64 w 8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6" y="1"/>
                    <a:pt x="8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08" name="Freeform 6895">
              <a:extLst>
                <a:ext uri="{FF2B5EF4-FFF2-40B4-BE49-F238E27FC236}">
                  <a16:creationId xmlns:a16="http://schemas.microsoft.com/office/drawing/2014/main" id="{99CFA798-92BD-4456-9FFE-2B61F90D9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24"/>
              <a:ext cx="12" cy="12"/>
            </a:xfrm>
            <a:custGeom>
              <a:avLst/>
              <a:gdLst>
                <a:gd name="T0" fmla="*/ 48 w 6"/>
                <a:gd name="T1" fmla="*/ 0 h 6"/>
                <a:gd name="T2" fmla="*/ 0 w 6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0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09" name="Freeform 6896">
              <a:extLst>
                <a:ext uri="{FF2B5EF4-FFF2-40B4-BE49-F238E27FC236}">
                  <a16:creationId xmlns:a16="http://schemas.microsoft.com/office/drawing/2014/main" id="{75C19664-0D34-443E-9410-40130BCE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670"/>
              <a:ext cx="42" cy="28"/>
            </a:xfrm>
            <a:custGeom>
              <a:avLst/>
              <a:gdLst>
                <a:gd name="T0" fmla="*/ 0 w 21"/>
                <a:gd name="T1" fmla="*/ 112 h 14"/>
                <a:gd name="T2" fmla="*/ 112 w 21"/>
                <a:gd name="T3" fmla="*/ 8 h 14"/>
                <a:gd name="T4" fmla="*/ 168 w 21"/>
                <a:gd name="T5" fmla="*/ 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4" y="5"/>
                    <a:pt x="12" y="0"/>
                    <a:pt x="14" y="1"/>
                  </a:cubicBezTo>
                  <a:cubicBezTo>
                    <a:pt x="17" y="2"/>
                    <a:pt x="21" y="10"/>
                    <a:pt x="21" y="1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0" name="Freeform 6897">
              <a:extLst>
                <a:ext uri="{FF2B5EF4-FFF2-40B4-BE49-F238E27FC236}">
                  <a16:creationId xmlns:a16="http://schemas.microsoft.com/office/drawing/2014/main" id="{728FCD4A-18AA-4E30-A1EA-F8F709F58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670"/>
              <a:ext cx="12" cy="30"/>
            </a:xfrm>
            <a:custGeom>
              <a:avLst/>
              <a:gdLst>
                <a:gd name="T0" fmla="*/ 16 w 6"/>
                <a:gd name="T1" fmla="*/ 120 h 15"/>
                <a:gd name="T2" fmla="*/ 48 w 6"/>
                <a:gd name="T3" fmla="*/ 72 h 15"/>
                <a:gd name="T4" fmla="*/ 0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2" y="15"/>
                  </a:moveTo>
                  <a:cubicBezTo>
                    <a:pt x="6" y="12"/>
                    <a:pt x="6" y="10"/>
                    <a:pt x="6" y="9"/>
                  </a:cubicBezTo>
                  <a:cubicBezTo>
                    <a:pt x="6" y="8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1" name="Freeform 6898">
              <a:extLst>
                <a:ext uri="{FF2B5EF4-FFF2-40B4-BE49-F238E27FC236}">
                  <a16:creationId xmlns:a16="http://schemas.microsoft.com/office/drawing/2014/main" id="{C767ABF3-58DD-4CFB-94B2-800001360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654"/>
              <a:ext cx="36" cy="34"/>
            </a:xfrm>
            <a:custGeom>
              <a:avLst/>
              <a:gdLst>
                <a:gd name="T0" fmla="*/ 0 w 18"/>
                <a:gd name="T1" fmla="*/ 136 h 17"/>
                <a:gd name="T2" fmla="*/ 144 w 1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cubicBezTo>
                    <a:pt x="5" y="14"/>
                    <a:pt x="17" y="2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2" name="Freeform 6899">
              <a:extLst>
                <a:ext uri="{FF2B5EF4-FFF2-40B4-BE49-F238E27FC236}">
                  <a16:creationId xmlns:a16="http://schemas.microsoft.com/office/drawing/2014/main" id="{EDC529B3-26DF-456A-8A9E-0F7A9182A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666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56 w 7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4" y="2"/>
                    <a:pt x="7" y="7"/>
                    <a:pt x="7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3" name="Freeform 6900">
              <a:extLst>
                <a:ext uri="{FF2B5EF4-FFF2-40B4-BE49-F238E27FC236}">
                  <a16:creationId xmlns:a16="http://schemas.microsoft.com/office/drawing/2014/main" id="{A8CD907A-DD25-40FC-BE3D-45338EE85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034"/>
              <a:ext cx="33" cy="65"/>
            </a:xfrm>
            <a:custGeom>
              <a:avLst/>
              <a:gdLst>
                <a:gd name="T0" fmla="*/ 107 w 16"/>
                <a:gd name="T1" fmla="*/ 268 h 32"/>
                <a:gd name="T2" fmla="*/ 0 w 1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12" y="32"/>
                  </a:moveTo>
                  <a:cubicBezTo>
                    <a:pt x="16" y="16"/>
                    <a:pt x="13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4" name="Freeform 6901">
              <a:extLst>
                <a:ext uri="{FF2B5EF4-FFF2-40B4-BE49-F238E27FC236}">
                  <a16:creationId xmlns:a16="http://schemas.microsoft.com/office/drawing/2014/main" id="{B2E1BA59-966C-4C80-956B-859C6872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984"/>
              <a:ext cx="37" cy="64"/>
            </a:xfrm>
            <a:custGeom>
              <a:avLst/>
              <a:gdLst>
                <a:gd name="T0" fmla="*/ 132 w 18"/>
                <a:gd name="T1" fmla="*/ 256 h 32"/>
                <a:gd name="T2" fmla="*/ 0 w 18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15" y="32"/>
                  </a:moveTo>
                  <a:cubicBezTo>
                    <a:pt x="15" y="18"/>
                    <a:pt x="18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5" name="Freeform 6902">
              <a:extLst>
                <a:ext uri="{FF2B5EF4-FFF2-40B4-BE49-F238E27FC236}">
                  <a16:creationId xmlns:a16="http://schemas.microsoft.com/office/drawing/2014/main" id="{71894096-CFAB-4DAE-AB44-7D8EA2AC0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069"/>
              <a:ext cx="22" cy="26"/>
            </a:xfrm>
            <a:custGeom>
              <a:avLst/>
              <a:gdLst>
                <a:gd name="T0" fmla="*/ 88 w 11"/>
                <a:gd name="T1" fmla="*/ 104 h 13"/>
                <a:gd name="T2" fmla="*/ 56 w 11"/>
                <a:gd name="T3" fmla="*/ 24 h 13"/>
                <a:gd name="T4" fmla="*/ 0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1" y="13"/>
                  </a:moveTo>
                  <a:cubicBezTo>
                    <a:pt x="11" y="9"/>
                    <a:pt x="11" y="5"/>
                    <a:pt x="7" y="3"/>
                  </a:cubicBezTo>
                  <a:cubicBezTo>
                    <a:pt x="5" y="1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6" name="Freeform 6903">
              <a:extLst>
                <a:ext uri="{FF2B5EF4-FFF2-40B4-BE49-F238E27FC236}">
                  <a16:creationId xmlns:a16="http://schemas.microsoft.com/office/drawing/2014/main" id="{31ACFEEB-CD5F-4196-9A43-368A56827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32"/>
              <a:ext cx="31" cy="41"/>
            </a:xfrm>
            <a:custGeom>
              <a:avLst/>
              <a:gdLst>
                <a:gd name="T0" fmla="*/ 116 w 15"/>
                <a:gd name="T1" fmla="*/ 172 h 20"/>
                <a:gd name="T2" fmla="*/ 81 w 15"/>
                <a:gd name="T3" fmla="*/ 16 h 20"/>
                <a:gd name="T4" fmla="*/ 25 w 15"/>
                <a:gd name="T5" fmla="*/ 0 h 20"/>
                <a:gd name="T6" fmla="*/ 0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3" y="20"/>
                  </a:moveTo>
                  <a:cubicBezTo>
                    <a:pt x="12" y="14"/>
                    <a:pt x="15" y="6"/>
                    <a:pt x="9" y="2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2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7" name="Freeform 6904">
              <a:extLst>
                <a:ext uri="{FF2B5EF4-FFF2-40B4-BE49-F238E27FC236}">
                  <a16:creationId xmlns:a16="http://schemas.microsoft.com/office/drawing/2014/main" id="{C4C63609-1A13-41E9-AC2C-281B85990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044"/>
              <a:ext cx="20" cy="6"/>
            </a:xfrm>
            <a:custGeom>
              <a:avLst/>
              <a:gdLst>
                <a:gd name="T0" fmla="*/ 80 w 10"/>
                <a:gd name="T1" fmla="*/ 24 h 3"/>
                <a:gd name="T2" fmla="*/ 0 w 10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7" y="0"/>
                    <a:pt x="3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8" name="Freeform 6905">
              <a:extLst>
                <a:ext uri="{FF2B5EF4-FFF2-40B4-BE49-F238E27FC236}">
                  <a16:creationId xmlns:a16="http://schemas.microsoft.com/office/drawing/2014/main" id="{AFAF5994-18B1-4759-8934-5E974438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996"/>
              <a:ext cx="20" cy="46"/>
            </a:xfrm>
            <a:custGeom>
              <a:avLst/>
              <a:gdLst>
                <a:gd name="T0" fmla="*/ 80 w 10"/>
                <a:gd name="T1" fmla="*/ 16 h 23"/>
                <a:gd name="T2" fmla="*/ 16 w 10"/>
                <a:gd name="T3" fmla="*/ 16 h 23"/>
                <a:gd name="T4" fmla="*/ 8 w 10"/>
                <a:gd name="T5" fmla="*/ 88 h 23"/>
                <a:gd name="T6" fmla="*/ 24 w 10"/>
                <a:gd name="T7" fmla="*/ 18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10" y="2"/>
                  </a:moveTo>
                  <a:cubicBezTo>
                    <a:pt x="7" y="1"/>
                    <a:pt x="4" y="0"/>
                    <a:pt x="2" y="2"/>
                  </a:cubicBezTo>
                  <a:cubicBezTo>
                    <a:pt x="0" y="4"/>
                    <a:pt x="1" y="9"/>
                    <a:pt x="1" y="11"/>
                  </a:cubicBezTo>
                  <a:cubicBezTo>
                    <a:pt x="2" y="15"/>
                    <a:pt x="2" y="19"/>
                    <a:pt x="3" y="2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9" name="Freeform 6906">
              <a:extLst>
                <a:ext uri="{FF2B5EF4-FFF2-40B4-BE49-F238E27FC236}">
                  <a16:creationId xmlns:a16="http://schemas.microsoft.com/office/drawing/2014/main" id="{47D3835D-93BB-4B88-8C55-81639D75D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000"/>
              <a:ext cx="23" cy="4"/>
            </a:xfrm>
            <a:custGeom>
              <a:avLst/>
              <a:gdLst>
                <a:gd name="T0" fmla="*/ 100 w 11"/>
                <a:gd name="T1" fmla="*/ 16 h 2"/>
                <a:gd name="T2" fmla="*/ 0 w 1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7" y="1"/>
                    <a:pt x="4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0" name="Freeform 6907">
              <a:extLst>
                <a:ext uri="{FF2B5EF4-FFF2-40B4-BE49-F238E27FC236}">
                  <a16:creationId xmlns:a16="http://schemas.microsoft.com/office/drawing/2014/main" id="{ADBB9276-46D0-4062-BCAE-9C67638F0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938"/>
              <a:ext cx="34" cy="52"/>
            </a:xfrm>
            <a:custGeom>
              <a:avLst/>
              <a:gdLst>
                <a:gd name="T0" fmla="*/ 136 w 17"/>
                <a:gd name="T1" fmla="*/ 208 h 26"/>
                <a:gd name="T2" fmla="*/ 80 w 17"/>
                <a:gd name="T3" fmla="*/ 24 h 26"/>
                <a:gd name="T4" fmla="*/ 0 w 17"/>
                <a:gd name="T5" fmla="*/ 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17" y="26"/>
                  </a:moveTo>
                  <a:cubicBezTo>
                    <a:pt x="13" y="19"/>
                    <a:pt x="17" y="8"/>
                    <a:pt x="10" y="3"/>
                  </a:cubicBezTo>
                  <a:cubicBezTo>
                    <a:pt x="7" y="1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1" name="Freeform 6908">
              <a:extLst>
                <a:ext uri="{FF2B5EF4-FFF2-40B4-BE49-F238E27FC236}">
                  <a16:creationId xmlns:a16="http://schemas.microsoft.com/office/drawing/2014/main" id="{EF134922-C498-47C1-93A6-8F34AE62E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954"/>
              <a:ext cx="25" cy="48"/>
            </a:xfrm>
            <a:custGeom>
              <a:avLst/>
              <a:gdLst>
                <a:gd name="T0" fmla="*/ 0 w 12"/>
                <a:gd name="T1" fmla="*/ 0 h 24"/>
                <a:gd name="T2" fmla="*/ 92 w 12"/>
                <a:gd name="T3" fmla="*/ 56 h 24"/>
                <a:gd name="T4" fmla="*/ 108 w 12"/>
                <a:gd name="T5" fmla="*/ 19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6" y="0"/>
                    <a:pt x="8" y="1"/>
                    <a:pt x="10" y="7"/>
                  </a:cubicBezTo>
                  <a:cubicBezTo>
                    <a:pt x="12" y="13"/>
                    <a:pt x="12" y="18"/>
                    <a:pt x="12" y="2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2" name="Freeform 6909">
              <a:extLst>
                <a:ext uri="{FF2B5EF4-FFF2-40B4-BE49-F238E27FC236}">
                  <a16:creationId xmlns:a16="http://schemas.microsoft.com/office/drawing/2014/main" id="{77B8B1C5-49DF-4E9F-88AF-A2350EE3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948"/>
              <a:ext cx="27" cy="14"/>
            </a:xfrm>
            <a:custGeom>
              <a:avLst/>
              <a:gdLst>
                <a:gd name="T0" fmla="*/ 116 w 13"/>
                <a:gd name="T1" fmla="*/ 0 h 7"/>
                <a:gd name="T2" fmla="*/ 0 w 13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13" y="0"/>
                  </a:moveTo>
                  <a:cubicBezTo>
                    <a:pt x="9" y="0"/>
                    <a:pt x="2" y="3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3" name="Freeform 6910">
              <a:extLst>
                <a:ext uri="{FF2B5EF4-FFF2-40B4-BE49-F238E27FC236}">
                  <a16:creationId xmlns:a16="http://schemas.microsoft.com/office/drawing/2014/main" id="{85072EFC-B53D-4DDD-974D-253277A34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992"/>
              <a:ext cx="12" cy="10"/>
            </a:xfrm>
            <a:custGeom>
              <a:avLst/>
              <a:gdLst>
                <a:gd name="T0" fmla="*/ 48 w 6"/>
                <a:gd name="T1" fmla="*/ 40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3" y="4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4" name="Freeform 6911">
              <a:extLst>
                <a:ext uri="{FF2B5EF4-FFF2-40B4-BE49-F238E27FC236}">
                  <a16:creationId xmlns:a16="http://schemas.microsoft.com/office/drawing/2014/main" id="{95EAFA54-2817-4331-BD93-C79FFB0D1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34"/>
              <a:ext cx="11" cy="12"/>
            </a:xfrm>
            <a:custGeom>
              <a:avLst/>
              <a:gdLst>
                <a:gd name="T0" fmla="*/ 53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1" y="0"/>
                    <a:pt x="0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5" name="Freeform 6912">
              <a:extLst>
                <a:ext uri="{FF2B5EF4-FFF2-40B4-BE49-F238E27FC236}">
                  <a16:creationId xmlns:a16="http://schemas.microsoft.com/office/drawing/2014/main" id="{088FBEDF-9481-4669-98BC-129C13147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044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0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6" name="Freeform 6913">
              <a:extLst>
                <a:ext uri="{FF2B5EF4-FFF2-40B4-BE49-F238E27FC236}">
                  <a16:creationId xmlns:a16="http://schemas.microsoft.com/office/drawing/2014/main" id="{44F68BDF-DF59-41A1-9A48-E0F475A6C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92"/>
              <a:ext cx="30" cy="50"/>
            </a:xfrm>
            <a:custGeom>
              <a:avLst/>
              <a:gdLst>
                <a:gd name="T0" fmla="*/ 120 w 15"/>
                <a:gd name="T1" fmla="*/ 200 h 25"/>
                <a:gd name="T2" fmla="*/ 96 w 15"/>
                <a:gd name="T3" fmla="*/ 88 h 25"/>
                <a:gd name="T4" fmla="*/ 64 w 15"/>
                <a:gd name="T5" fmla="*/ 16 h 25"/>
                <a:gd name="T6" fmla="*/ 0 w 15"/>
                <a:gd name="T7" fmla="*/ 2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15" y="25"/>
                  </a:moveTo>
                  <a:cubicBezTo>
                    <a:pt x="14" y="20"/>
                    <a:pt x="13" y="16"/>
                    <a:pt x="12" y="11"/>
                  </a:cubicBezTo>
                  <a:cubicBezTo>
                    <a:pt x="11" y="9"/>
                    <a:pt x="10" y="4"/>
                    <a:pt x="8" y="2"/>
                  </a:cubicBezTo>
                  <a:cubicBezTo>
                    <a:pt x="6" y="0"/>
                    <a:pt x="2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7" name="Freeform 6914">
              <a:extLst>
                <a:ext uri="{FF2B5EF4-FFF2-40B4-BE49-F238E27FC236}">
                  <a16:creationId xmlns:a16="http://schemas.microsoft.com/office/drawing/2014/main" id="{FC621254-0750-46F8-B13A-C226DD1F5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840"/>
              <a:ext cx="46" cy="54"/>
            </a:xfrm>
            <a:custGeom>
              <a:avLst/>
              <a:gdLst>
                <a:gd name="T0" fmla="*/ 144 w 23"/>
                <a:gd name="T1" fmla="*/ 216 h 27"/>
                <a:gd name="T2" fmla="*/ 80 w 23"/>
                <a:gd name="T3" fmla="*/ 32 h 27"/>
                <a:gd name="T4" fmla="*/ 0 w 23"/>
                <a:gd name="T5" fmla="*/ 3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8" y="27"/>
                  </a:moveTo>
                  <a:cubicBezTo>
                    <a:pt x="23" y="22"/>
                    <a:pt x="12" y="8"/>
                    <a:pt x="10" y="4"/>
                  </a:cubicBezTo>
                  <a:cubicBezTo>
                    <a:pt x="7" y="0"/>
                    <a:pt x="4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8" name="Freeform 6915">
              <a:extLst>
                <a:ext uri="{FF2B5EF4-FFF2-40B4-BE49-F238E27FC236}">
                  <a16:creationId xmlns:a16="http://schemas.microsoft.com/office/drawing/2014/main" id="{DA16EE92-A52E-413D-AB22-0CCAAB56C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794"/>
              <a:ext cx="52" cy="48"/>
            </a:xfrm>
            <a:custGeom>
              <a:avLst/>
              <a:gdLst>
                <a:gd name="T0" fmla="*/ 168 w 26"/>
                <a:gd name="T1" fmla="*/ 192 h 24"/>
                <a:gd name="T2" fmla="*/ 88 w 26"/>
                <a:gd name="T3" fmla="*/ 24 h 24"/>
                <a:gd name="T4" fmla="*/ 40 w 26"/>
                <a:gd name="T5" fmla="*/ 16 h 24"/>
                <a:gd name="T6" fmla="*/ 0 w 26"/>
                <a:gd name="T7" fmla="*/ 4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21" y="24"/>
                  </a:moveTo>
                  <a:cubicBezTo>
                    <a:pt x="26" y="20"/>
                    <a:pt x="14" y="6"/>
                    <a:pt x="11" y="3"/>
                  </a:cubicBezTo>
                  <a:cubicBezTo>
                    <a:pt x="8" y="1"/>
                    <a:pt x="8" y="0"/>
                    <a:pt x="5" y="2"/>
                  </a:cubicBezTo>
                  <a:cubicBezTo>
                    <a:pt x="3" y="3"/>
                    <a:pt x="0" y="5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9" name="Freeform 6916">
              <a:extLst>
                <a:ext uri="{FF2B5EF4-FFF2-40B4-BE49-F238E27FC236}">
                  <a16:creationId xmlns:a16="http://schemas.microsoft.com/office/drawing/2014/main" id="{7FCF85F7-860D-4A0C-8775-42575BE4E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904"/>
              <a:ext cx="17" cy="48"/>
            </a:xfrm>
            <a:custGeom>
              <a:avLst/>
              <a:gdLst>
                <a:gd name="T0" fmla="*/ 60 w 8"/>
                <a:gd name="T1" fmla="*/ 192 h 24"/>
                <a:gd name="T2" fmla="*/ 0 w 8"/>
                <a:gd name="T3" fmla="*/ 64 h 24"/>
                <a:gd name="T4" fmla="*/ 77 w 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4">
                  <a:moveTo>
                    <a:pt x="6" y="24"/>
                  </a:moveTo>
                  <a:cubicBezTo>
                    <a:pt x="4" y="19"/>
                    <a:pt x="0" y="13"/>
                    <a:pt x="0" y="8"/>
                  </a:cubicBezTo>
                  <a:cubicBezTo>
                    <a:pt x="0" y="1"/>
                    <a:pt x="5" y="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0" name="Freeform 6917">
              <a:extLst>
                <a:ext uri="{FF2B5EF4-FFF2-40B4-BE49-F238E27FC236}">
                  <a16:creationId xmlns:a16="http://schemas.microsoft.com/office/drawing/2014/main" id="{D1821FFA-247F-4606-9B22-FF975C017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914"/>
              <a:ext cx="24" cy="10"/>
            </a:xfrm>
            <a:custGeom>
              <a:avLst/>
              <a:gdLst>
                <a:gd name="T0" fmla="*/ 96 w 12"/>
                <a:gd name="T1" fmla="*/ 24 h 5"/>
                <a:gd name="T2" fmla="*/ 0 w 1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3"/>
                  </a:moveTo>
                  <a:cubicBezTo>
                    <a:pt x="9" y="0"/>
                    <a:pt x="2" y="2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1" name="Freeform 6918">
              <a:extLst>
                <a:ext uri="{FF2B5EF4-FFF2-40B4-BE49-F238E27FC236}">
                  <a16:creationId xmlns:a16="http://schemas.microsoft.com/office/drawing/2014/main" id="{B0AFD456-598B-4A04-94E4-65BA9D303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946"/>
              <a:ext cx="13" cy="8"/>
            </a:xfrm>
            <a:custGeom>
              <a:avLst/>
              <a:gdLst>
                <a:gd name="T0" fmla="*/ 61 w 6"/>
                <a:gd name="T1" fmla="*/ 0 h 4"/>
                <a:gd name="T2" fmla="*/ 0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5" y="2"/>
                    <a:pt x="2" y="4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2" name="Freeform 6919">
              <a:extLst>
                <a:ext uri="{FF2B5EF4-FFF2-40B4-BE49-F238E27FC236}">
                  <a16:creationId xmlns:a16="http://schemas.microsoft.com/office/drawing/2014/main" id="{83ED07E9-F35E-4487-9B28-596C08166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864"/>
              <a:ext cx="20" cy="52"/>
            </a:xfrm>
            <a:custGeom>
              <a:avLst/>
              <a:gdLst>
                <a:gd name="T0" fmla="*/ 64 w 10"/>
                <a:gd name="T1" fmla="*/ 208 h 26"/>
                <a:gd name="T2" fmla="*/ 24 w 10"/>
                <a:gd name="T3" fmla="*/ 128 h 26"/>
                <a:gd name="T4" fmla="*/ 0 w 10"/>
                <a:gd name="T5" fmla="*/ 56 h 26"/>
                <a:gd name="T6" fmla="*/ 80 w 10"/>
                <a:gd name="T7" fmla="*/ 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8" y="26"/>
                  </a:moveTo>
                  <a:cubicBezTo>
                    <a:pt x="6" y="23"/>
                    <a:pt x="5" y="19"/>
                    <a:pt x="3" y="16"/>
                  </a:cubicBezTo>
                  <a:cubicBezTo>
                    <a:pt x="2" y="13"/>
                    <a:pt x="0" y="10"/>
                    <a:pt x="0" y="7"/>
                  </a:cubicBezTo>
                  <a:cubicBezTo>
                    <a:pt x="1" y="4"/>
                    <a:pt x="7" y="0"/>
                    <a:pt x="10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3" name="Freeform 6920">
              <a:extLst>
                <a:ext uri="{FF2B5EF4-FFF2-40B4-BE49-F238E27FC236}">
                  <a16:creationId xmlns:a16="http://schemas.microsoft.com/office/drawing/2014/main" id="{1DBF2D77-D492-4A2D-A8AC-5E4145956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880"/>
              <a:ext cx="14" cy="4"/>
            </a:xfrm>
            <a:custGeom>
              <a:avLst/>
              <a:gdLst>
                <a:gd name="T0" fmla="*/ 56 w 7"/>
                <a:gd name="T1" fmla="*/ 0 h 2"/>
                <a:gd name="T2" fmla="*/ 0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5" y="0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4" name="Freeform 6921">
              <a:extLst>
                <a:ext uri="{FF2B5EF4-FFF2-40B4-BE49-F238E27FC236}">
                  <a16:creationId xmlns:a16="http://schemas.microsoft.com/office/drawing/2014/main" id="{B7BE93DC-0907-40DB-A767-5DEA668F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824"/>
              <a:ext cx="18" cy="44"/>
            </a:xfrm>
            <a:custGeom>
              <a:avLst/>
              <a:gdLst>
                <a:gd name="T0" fmla="*/ 72 w 9"/>
                <a:gd name="T1" fmla="*/ 176 h 22"/>
                <a:gd name="T2" fmla="*/ 0 w 9"/>
                <a:gd name="T3" fmla="*/ 48 h 22"/>
                <a:gd name="T4" fmla="*/ 48 w 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9" y="22"/>
                  </a:moveTo>
                  <a:cubicBezTo>
                    <a:pt x="7" y="18"/>
                    <a:pt x="0" y="11"/>
                    <a:pt x="0" y="6"/>
                  </a:cubicBezTo>
                  <a:cubicBezTo>
                    <a:pt x="0" y="3"/>
                    <a:pt x="5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5" name="Freeform 6922">
              <a:extLst>
                <a:ext uri="{FF2B5EF4-FFF2-40B4-BE49-F238E27FC236}">
                  <a16:creationId xmlns:a16="http://schemas.microsoft.com/office/drawing/2014/main" id="{0F88A594-F6FA-459D-8969-0FCFF4FE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842"/>
              <a:ext cx="22" cy="10"/>
            </a:xfrm>
            <a:custGeom>
              <a:avLst/>
              <a:gdLst>
                <a:gd name="T0" fmla="*/ 88 w 11"/>
                <a:gd name="T1" fmla="*/ 0 h 5"/>
                <a:gd name="T2" fmla="*/ 0 w 1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1" y="0"/>
                  </a:moveTo>
                  <a:cubicBezTo>
                    <a:pt x="7" y="0"/>
                    <a:pt x="2" y="2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6" name="Freeform 6923">
              <a:extLst>
                <a:ext uri="{FF2B5EF4-FFF2-40B4-BE49-F238E27FC236}">
                  <a16:creationId xmlns:a16="http://schemas.microsoft.com/office/drawing/2014/main" id="{BF023146-246F-4BFD-9587-E8D3B5C40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32"/>
              <a:ext cx="12" cy="14"/>
            </a:xfrm>
            <a:custGeom>
              <a:avLst/>
              <a:gdLst>
                <a:gd name="T0" fmla="*/ 48 w 6"/>
                <a:gd name="T1" fmla="*/ 56 h 7"/>
                <a:gd name="T2" fmla="*/ 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6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7" name="Freeform 6924">
              <a:extLst>
                <a:ext uri="{FF2B5EF4-FFF2-40B4-BE49-F238E27FC236}">
                  <a16:creationId xmlns:a16="http://schemas.microsoft.com/office/drawing/2014/main" id="{52816274-3BBF-4482-BDDF-1BE78CF76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798"/>
              <a:ext cx="38" cy="34"/>
            </a:xfrm>
            <a:custGeom>
              <a:avLst/>
              <a:gdLst>
                <a:gd name="T0" fmla="*/ 152 w 19"/>
                <a:gd name="T1" fmla="*/ 136 h 17"/>
                <a:gd name="T2" fmla="*/ 56 w 19"/>
                <a:gd name="T3" fmla="*/ 0 h 17"/>
                <a:gd name="T4" fmla="*/ 0 w 19"/>
                <a:gd name="T5" fmla="*/ 4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7"/>
                  </a:moveTo>
                  <a:cubicBezTo>
                    <a:pt x="17" y="12"/>
                    <a:pt x="14" y="1"/>
                    <a:pt x="7" y="0"/>
                  </a:cubicBezTo>
                  <a:cubicBezTo>
                    <a:pt x="5" y="0"/>
                    <a:pt x="0" y="4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8" name="Freeform 6925">
              <a:extLst>
                <a:ext uri="{FF2B5EF4-FFF2-40B4-BE49-F238E27FC236}">
                  <a16:creationId xmlns:a16="http://schemas.microsoft.com/office/drawing/2014/main" id="{2C9AA766-3242-446D-B662-DFBCA45D5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786"/>
              <a:ext cx="14" cy="12"/>
            </a:xfrm>
            <a:custGeom>
              <a:avLst/>
              <a:gdLst>
                <a:gd name="T0" fmla="*/ 0 w 7"/>
                <a:gd name="T1" fmla="*/ 48 h 6"/>
                <a:gd name="T2" fmla="*/ 5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4"/>
                    <a:pt x="5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9" name="Freeform 6926">
              <a:extLst>
                <a:ext uri="{FF2B5EF4-FFF2-40B4-BE49-F238E27FC236}">
                  <a16:creationId xmlns:a16="http://schemas.microsoft.com/office/drawing/2014/main" id="{78DDF77C-7098-4DE4-B0DE-111BF3DE4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756"/>
              <a:ext cx="40" cy="40"/>
            </a:xfrm>
            <a:custGeom>
              <a:avLst/>
              <a:gdLst>
                <a:gd name="T0" fmla="*/ 160 w 20"/>
                <a:gd name="T1" fmla="*/ 160 h 20"/>
                <a:gd name="T2" fmla="*/ 120 w 20"/>
                <a:gd name="T3" fmla="*/ 80 h 20"/>
                <a:gd name="T4" fmla="*/ 64 w 20"/>
                <a:gd name="T5" fmla="*/ 16 h 20"/>
                <a:gd name="T6" fmla="*/ 0 w 20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20" y="20"/>
                  </a:moveTo>
                  <a:cubicBezTo>
                    <a:pt x="18" y="17"/>
                    <a:pt x="17" y="13"/>
                    <a:pt x="15" y="10"/>
                  </a:cubicBezTo>
                  <a:cubicBezTo>
                    <a:pt x="14" y="8"/>
                    <a:pt x="11" y="3"/>
                    <a:pt x="8" y="2"/>
                  </a:cubicBezTo>
                  <a:cubicBezTo>
                    <a:pt x="5" y="0"/>
                    <a:pt x="1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0" name="Freeform 6927">
              <a:extLst>
                <a:ext uri="{FF2B5EF4-FFF2-40B4-BE49-F238E27FC236}">
                  <a16:creationId xmlns:a16="http://schemas.microsoft.com/office/drawing/2014/main" id="{C011D406-C61A-477F-A2BB-C6CEE78FB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730"/>
              <a:ext cx="42" cy="30"/>
            </a:xfrm>
            <a:custGeom>
              <a:avLst/>
              <a:gdLst>
                <a:gd name="T0" fmla="*/ 168 w 21"/>
                <a:gd name="T1" fmla="*/ 120 h 15"/>
                <a:gd name="T2" fmla="*/ 56 w 21"/>
                <a:gd name="T3" fmla="*/ 0 h 15"/>
                <a:gd name="T4" fmla="*/ 0 w 21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21" y="15"/>
                  </a:moveTo>
                  <a:cubicBezTo>
                    <a:pt x="19" y="11"/>
                    <a:pt x="12" y="0"/>
                    <a:pt x="7" y="0"/>
                  </a:cubicBezTo>
                  <a:cubicBezTo>
                    <a:pt x="5" y="0"/>
                    <a:pt x="0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1" name="Freeform 6928">
              <a:extLst>
                <a:ext uri="{FF2B5EF4-FFF2-40B4-BE49-F238E27FC236}">
                  <a16:creationId xmlns:a16="http://schemas.microsoft.com/office/drawing/2014/main" id="{47C2CFC7-65E7-477A-ADA8-DA62927B3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696"/>
              <a:ext cx="46" cy="34"/>
            </a:xfrm>
            <a:custGeom>
              <a:avLst/>
              <a:gdLst>
                <a:gd name="T0" fmla="*/ 184 w 23"/>
                <a:gd name="T1" fmla="*/ 136 h 17"/>
                <a:gd name="T2" fmla="*/ 56 w 23"/>
                <a:gd name="T3" fmla="*/ 8 h 17"/>
                <a:gd name="T4" fmla="*/ 0 w 23"/>
                <a:gd name="T5" fmla="*/ 6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23" y="17"/>
                  </a:moveTo>
                  <a:cubicBezTo>
                    <a:pt x="23" y="13"/>
                    <a:pt x="12" y="1"/>
                    <a:pt x="7" y="1"/>
                  </a:cubicBezTo>
                  <a:cubicBezTo>
                    <a:pt x="5" y="0"/>
                    <a:pt x="0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2" name="Freeform 6929">
              <a:extLst>
                <a:ext uri="{FF2B5EF4-FFF2-40B4-BE49-F238E27FC236}">
                  <a16:creationId xmlns:a16="http://schemas.microsoft.com/office/drawing/2014/main" id="{0A907D7F-7BD2-4629-9333-32757F3C3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764"/>
              <a:ext cx="40" cy="34"/>
            </a:xfrm>
            <a:custGeom>
              <a:avLst/>
              <a:gdLst>
                <a:gd name="T0" fmla="*/ 160 w 20"/>
                <a:gd name="T1" fmla="*/ 136 h 17"/>
                <a:gd name="T2" fmla="*/ 72 w 20"/>
                <a:gd name="T3" fmla="*/ 8 h 17"/>
                <a:gd name="T4" fmla="*/ 0 w 20"/>
                <a:gd name="T5" fmla="*/ 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20" y="17"/>
                  </a:moveTo>
                  <a:cubicBezTo>
                    <a:pt x="19" y="13"/>
                    <a:pt x="13" y="2"/>
                    <a:pt x="9" y="1"/>
                  </a:cubicBezTo>
                  <a:cubicBezTo>
                    <a:pt x="6" y="0"/>
                    <a:pt x="0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3" name="Freeform 6930">
              <a:extLst>
                <a:ext uri="{FF2B5EF4-FFF2-40B4-BE49-F238E27FC236}">
                  <a16:creationId xmlns:a16="http://schemas.microsoft.com/office/drawing/2014/main" id="{F4B82394-7C9A-4C11-8D0E-08DEA5F64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730"/>
              <a:ext cx="46" cy="36"/>
            </a:xfrm>
            <a:custGeom>
              <a:avLst/>
              <a:gdLst>
                <a:gd name="T0" fmla="*/ 184 w 23"/>
                <a:gd name="T1" fmla="*/ 144 h 18"/>
                <a:gd name="T2" fmla="*/ 64 w 23"/>
                <a:gd name="T3" fmla="*/ 0 h 18"/>
                <a:gd name="T4" fmla="*/ 0 w 23"/>
                <a:gd name="T5" fmla="*/ 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23" y="18"/>
                  </a:moveTo>
                  <a:cubicBezTo>
                    <a:pt x="22" y="13"/>
                    <a:pt x="14" y="0"/>
                    <a:pt x="8" y="0"/>
                  </a:cubicBezTo>
                  <a:cubicBezTo>
                    <a:pt x="6" y="0"/>
                    <a:pt x="0" y="5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4" name="Freeform 6931">
              <a:extLst>
                <a:ext uri="{FF2B5EF4-FFF2-40B4-BE49-F238E27FC236}">
                  <a16:creationId xmlns:a16="http://schemas.microsoft.com/office/drawing/2014/main" id="{5B7A1644-CF91-4BBE-BE6E-3FCA30BD1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698"/>
              <a:ext cx="42" cy="30"/>
            </a:xfrm>
            <a:custGeom>
              <a:avLst/>
              <a:gdLst>
                <a:gd name="T0" fmla="*/ 168 w 21"/>
                <a:gd name="T1" fmla="*/ 120 h 15"/>
                <a:gd name="T2" fmla="*/ 56 w 21"/>
                <a:gd name="T3" fmla="*/ 8 h 15"/>
                <a:gd name="T4" fmla="*/ 0 w 21"/>
                <a:gd name="T5" fmla="*/ 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21" y="15"/>
                  </a:moveTo>
                  <a:cubicBezTo>
                    <a:pt x="20" y="10"/>
                    <a:pt x="12" y="1"/>
                    <a:pt x="7" y="1"/>
                  </a:cubicBezTo>
                  <a:cubicBezTo>
                    <a:pt x="4" y="0"/>
                    <a:pt x="0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5" name="Freeform 6932">
              <a:extLst>
                <a:ext uri="{FF2B5EF4-FFF2-40B4-BE49-F238E27FC236}">
                  <a16:creationId xmlns:a16="http://schemas.microsoft.com/office/drawing/2014/main" id="{92D1AF50-D9A3-4B58-B485-6CF3D0D38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742"/>
              <a:ext cx="14" cy="14"/>
            </a:xfrm>
            <a:custGeom>
              <a:avLst/>
              <a:gdLst>
                <a:gd name="T0" fmla="*/ 0 w 7"/>
                <a:gd name="T1" fmla="*/ 56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4"/>
                    <a:pt x="4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6" name="Freeform 6933">
              <a:extLst>
                <a:ext uri="{FF2B5EF4-FFF2-40B4-BE49-F238E27FC236}">
                  <a16:creationId xmlns:a16="http://schemas.microsoft.com/office/drawing/2014/main" id="{04C12B3A-7CA9-4327-A5FD-E5292C901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706"/>
              <a:ext cx="16" cy="12"/>
            </a:xfrm>
            <a:custGeom>
              <a:avLst/>
              <a:gdLst>
                <a:gd name="T0" fmla="*/ 0 w 8"/>
                <a:gd name="T1" fmla="*/ 48 h 6"/>
                <a:gd name="T2" fmla="*/ 64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1" y="2"/>
                    <a:pt x="6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7" name="Freeform 6934">
              <a:extLst>
                <a:ext uri="{FF2B5EF4-FFF2-40B4-BE49-F238E27FC236}">
                  <a16:creationId xmlns:a16="http://schemas.microsoft.com/office/drawing/2014/main" id="{03517BA3-23A3-4887-9230-DE2A06179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718"/>
              <a:ext cx="14" cy="16"/>
            </a:xfrm>
            <a:custGeom>
              <a:avLst/>
              <a:gdLst>
                <a:gd name="T0" fmla="*/ 56 w 7"/>
                <a:gd name="T1" fmla="*/ 64 h 8"/>
                <a:gd name="T2" fmla="*/ 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8"/>
                  </a:moveTo>
                  <a:cubicBezTo>
                    <a:pt x="6" y="3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8" name="Freeform 6935">
              <a:extLst>
                <a:ext uri="{FF2B5EF4-FFF2-40B4-BE49-F238E27FC236}">
                  <a16:creationId xmlns:a16="http://schemas.microsoft.com/office/drawing/2014/main" id="{3CEE1E1F-7E08-4CD9-A435-0066AD07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748"/>
              <a:ext cx="12" cy="12"/>
            </a:xfrm>
            <a:custGeom>
              <a:avLst/>
              <a:gdLst>
                <a:gd name="T0" fmla="*/ 48 w 6"/>
                <a:gd name="T1" fmla="*/ 48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4" y="4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9" name="Freeform 6936">
              <a:extLst>
                <a:ext uri="{FF2B5EF4-FFF2-40B4-BE49-F238E27FC236}">
                  <a16:creationId xmlns:a16="http://schemas.microsoft.com/office/drawing/2014/main" id="{4F45FEEE-75DC-48DB-A61C-BBBCA081F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786"/>
              <a:ext cx="4" cy="16"/>
            </a:xfrm>
            <a:custGeom>
              <a:avLst/>
              <a:gdLst>
                <a:gd name="T0" fmla="*/ 16 w 2"/>
                <a:gd name="T1" fmla="*/ 0 h 8"/>
                <a:gd name="T2" fmla="*/ 0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2"/>
                    <a:pt x="2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0" name="Freeform 6937">
              <a:extLst>
                <a:ext uri="{FF2B5EF4-FFF2-40B4-BE49-F238E27FC236}">
                  <a16:creationId xmlns:a16="http://schemas.microsoft.com/office/drawing/2014/main" id="{5FDB437A-BA75-48AA-8C61-F44F13151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674"/>
              <a:ext cx="42" cy="24"/>
            </a:xfrm>
            <a:custGeom>
              <a:avLst/>
              <a:gdLst>
                <a:gd name="T0" fmla="*/ 168 w 21"/>
                <a:gd name="T1" fmla="*/ 96 h 12"/>
                <a:gd name="T2" fmla="*/ 56 w 21"/>
                <a:gd name="T3" fmla="*/ 8 h 12"/>
                <a:gd name="T4" fmla="*/ 0 w 21"/>
                <a:gd name="T5" fmla="*/ 6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1" y="12"/>
                  </a:moveTo>
                  <a:cubicBezTo>
                    <a:pt x="17" y="3"/>
                    <a:pt x="9" y="0"/>
                    <a:pt x="7" y="1"/>
                  </a:cubicBezTo>
                  <a:cubicBezTo>
                    <a:pt x="5" y="2"/>
                    <a:pt x="0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1" name="Freeform 6938">
              <a:extLst>
                <a:ext uri="{FF2B5EF4-FFF2-40B4-BE49-F238E27FC236}">
                  <a16:creationId xmlns:a16="http://schemas.microsoft.com/office/drawing/2014/main" id="{F1350423-0992-4CA8-A248-28429C654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670"/>
              <a:ext cx="12" cy="30"/>
            </a:xfrm>
            <a:custGeom>
              <a:avLst/>
              <a:gdLst>
                <a:gd name="T0" fmla="*/ 32 w 6"/>
                <a:gd name="T1" fmla="*/ 120 h 15"/>
                <a:gd name="T2" fmla="*/ 0 w 6"/>
                <a:gd name="T3" fmla="*/ 72 h 15"/>
                <a:gd name="T4" fmla="*/ 48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4" y="15"/>
                  </a:moveTo>
                  <a:cubicBezTo>
                    <a:pt x="0" y="12"/>
                    <a:pt x="0" y="10"/>
                    <a:pt x="0" y="9"/>
                  </a:cubicBezTo>
                  <a:cubicBezTo>
                    <a:pt x="0" y="8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2" name="Freeform 6939">
              <a:extLst>
                <a:ext uri="{FF2B5EF4-FFF2-40B4-BE49-F238E27FC236}">
                  <a16:creationId xmlns:a16="http://schemas.microsoft.com/office/drawing/2014/main" id="{6F2672AF-4CD6-408A-BC0C-9BA8CDE40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654"/>
              <a:ext cx="36" cy="34"/>
            </a:xfrm>
            <a:custGeom>
              <a:avLst/>
              <a:gdLst>
                <a:gd name="T0" fmla="*/ 144 w 18"/>
                <a:gd name="T1" fmla="*/ 136 h 17"/>
                <a:gd name="T2" fmla="*/ 0 w 1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18" y="17"/>
                  </a:moveTo>
                  <a:cubicBezTo>
                    <a:pt x="13" y="14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3" name="Freeform 6940">
              <a:extLst>
                <a:ext uri="{FF2B5EF4-FFF2-40B4-BE49-F238E27FC236}">
                  <a16:creationId xmlns:a16="http://schemas.microsoft.com/office/drawing/2014/main" id="{2ACF470C-FB01-4505-A04A-56B7AAF5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666"/>
              <a:ext cx="14" cy="14"/>
            </a:xfrm>
            <a:custGeom>
              <a:avLst/>
              <a:gdLst>
                <a:gd name="T0" fmla="*/ 56 w 7"/>
                <a:gd name="T1" fmla="*/ 0 h 7"/>
                <a:gd name="T2" fmla="*/ 0 w 7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3" y="2"/>
                    <a:pt x="0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4" name="Freeform 6941">
              <a:extLst>
                <a:ext uri="{FF2B5EF4-FFF2-40B4-BE49-F238E27FC236}">
                  <a16:creationId xmlns:a16="http://schemas.microsoft.com/office/drawing/2014/main" id="{EDCDF9B0-D62F-4EA0-B8DE-8F071DC8D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650"/>
              <a:ext cx="4" cy="10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0" y="2"/>
                    <a:pt x="0" y="5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5" name="Freeform 6942">
              <a:extLst>
                <a:ext uri="{FF2B5EF4-FFF2-40B4-BE49-F238E27FC236}">
                  <a16:creationId xmlns:a16="http://schemas.microsoft.com/office/drawing/2014/main" id="{60FDEB91-EA25-47B7-8D57-A48634F8E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636"/>
              <a:ext cx="36" cy="40"/>
            </a:xfrm>
            <a:custGeom>
              <a:avLst/>
              <a:gdLst>
                <a:gd name="T0" fmla="*/ 0 w 18"/>
                <a:gd name="T1" fmla="*/ 16 h 20"/>
                <a:gd name="T2" fmla="*/ 104 w 18"/>
                <a:gd name="T3" fmla="*/ 40 h 20"/>
                <a:gd name="T4" fmla="*/ 120 w 18"/>
                <a:gd name="T5" fmla="*/ 1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0" y="2"/>
                  </a:moveTo>
                  <a:cubicBezTo>
                    <a:pt x="6" y="0"/>
                    <a:pt x="9" y="1"/>
                    <a:pt x="13" y="5"/>
                  </a:cubicBezTo>
                  <a:cubicBezTo>
                    <a:pt x="18" y="9"/>
                    <a:pt x="17" y="14"/>
                    <a:pt x="15" y="2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6" name="Freeform 6943">
              <a:extLst>
                <a:ext uri="{FF2B5EF4-FFF2-40B4-BE49-F238E27FC236}">
                  <a16:creationId xmlns:a16="http://schemas.microsoft.com/office/drawing/2014/main" id="{ADD18E64-4404-49C2-9E16-E8F532DFA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652"/>
              <a:ext cx="38" cy="22"/>
            </a:xfrm>
            <a:custGeom>
              <a:avLst/>
              <a:gdLst>
                <a:gd name="T0" fmla="*/ 0 w 19"/>
                <a:gd name="T1" fmla="*/ 0 h 11"/>
                <a:gd name="T2" fmla="*/ 152 w 19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7" y="2"/>
                    <a:pt x="17" y="3"/>
                    <a:pt x="19" y="1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7" name="Freeform 6944">
              <a:extLst>
                <a:ext uri="{FF2B5EF4-FFF2-40B4-BE49-F238E27FC236}">
                  <a16:creationId xmlns:a16="http://schemas.microsoft.com/office/drawing/2014/main" id="{7EB1A436-3ED3-484E-A3AF-ECBA21CEF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626"/>
              <a:ext cx="32" cy="32"/>
            </a:xfrm>
            <a:custGeom>
              <a:avLst/>
              <a:gdLst>
                <a:gd name="T0" fmla="*/ 0 w 16"/>
                <a:gd name="T1" fmla="*/ 0 h 16"/>
                <a:gd name="T2" fmla="*/ 112 w 16"/>
                <a:gd name="T3" fmla="*/ 48 h 16"/>
                <a:gd name="T4" fmla="*/ 112 w 16"/>
                <a:gd name="T5" fmla="*/ 1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4" y="0"/>
                    <a:pt x="11" y="3"/>
                    <a:pt x="14" y="6"/>
                  </a:cubicBezTo>
                  <a:cubicBezTo>
                    <a:pt x="16" y="9"/>
                    <a:pt x="16" y="13"/>
                    <a:pt x="14" y="1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8" name="Freeform 6945">
              <a:extLst>
                <a:ext uri="{FF2B5EF4-FFF2-40B4-BE49-F238E27FC236}">
                  <a16:creationId xmlns:a16="http://schemas.microsoft.com/office/drawing/2014/main" id="{A1231EEC-3EE0-43F2-8BB9-21A353C3A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640"/>
              <a:ext cx="34" cy="14"/>
            </a:xfrm>
            <a:custGeom>
              <a:avLst/>
              <a:gdLst>
                <a:gd name="T0" fmla="*/ 0 w 17"/>
                <a:gd name="T1" fmla="*/ 0 h 7"/>
                <a:gd name="T2" fmla="*/ 136 w 17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5" y="0"/>
                    <a:pt x="15" y="3"/>
                    <a:pt x="17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9" name="Freeform 6946">
              <a:extLst>
                <a:ext uri="{FF2B5EF4-FFF2-40B4-BE49-F238E27FC236}">
                  <a16:creationId xmlns:a16="http://schemas.microsoft.com/office/drawing/2014/main" id="{33CE5E86-15A5-4665-BB2C-CA3966960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640"/>
              <a:ext cx="8" cy="14"/>
            </a:xfrm>
            <a:custGeom>
              <a:avLst/>
              <a:gdLst>
                <a:gd name="T0" fmla="*/ 0 w 4"/>
                <a:gd name="T1" fmla="*/ 56 h 7"/>
                <a:gd name="T2" fmla="*/ 32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2" y="5"/>
                    <a:pt x="2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0" name="Freeform 6947">
              <a:extLst>
                <a:ext uri="{FF2B5EF4-FFF2-40B4-BE49-F238E27FC236}">
                  <a16:creationId xmlns:a16="http://schemas.microsoft.com/office/drawing/2014/main" id="{1A2E1E79-CB9E-437C-94B3-C4126ADC0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618"/>
              <a:ext cx="4" cy="14"/>
            </a:xfrm>
            <a:custGeom>
              <a:avLst/>
              <a:gdLst>
                <a:gd name="T0" fmla="*/ 0 w 2"/>
                <a:gd name="T1" fmla="*/ 56 h 7"/>
                <a:gd name="T2" fmla="*/ 16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1" y="5"/>
                    <a:pt x="2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1" name="Freeform 6948">
              <a:extLst>
                <a:ext uri="{FF2B5EF4-FFF2-40B4-BE49-F238E27FC236}">
                  <a16:creationId xmlns:a16="http://schemas.microsoft.com/office/drawing/2014/main" id="{0E9DBC40-225D-48DF-9FFF-F107DF84B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276"/>
              <a:ext cx="34" cy="62"/>
            </a:xfrm>
            <a:custGeom>
              <a:avLst/>
              <a:gdLst>
                <a:gd name="T0" fmla="*/ 96 w 17"/>
                <a:gd name="T1" fmla="*/ 0 h 31"/>
                <a:gd name="T2" fmla="*/ 0 w 17"/>
                <a:gd name="T3" fmla="*/ 24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12" y="0"/>
                  </a:moveTo>
                  <a:cubicBezTo>
                    <a:pt x="17" y="16"/>
                    <a:pt x="14" y="23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2" name="Freeform 6949">
              <a:extLst>
                <a:ext uri="{FF2B5EF4-FFF2-40B4-BE49-F238E27FC236}">
                  <a16:creationId xmlns:a16="http://schemas.microsoft.com/office/drawing/2014/main" id="{3285EE6E-3610-4E4E-BD8C-C48C9DB68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326"/>
              <a:ext cx="32" cy="64"/>
            </a:xfrm>
            <a:custGeom>
              <a:avLst/>
              <a:gdLst>
                <a:gd name="T0" fmla="*/ 120 w 16"/>
                <a:gd name="T1" fmla="*/ 0 h 32"/>
                <a:gd name="T2" fmla="*/ 0 w 16"/>
                <a:gd name="T3" fmla="*/ 24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15" y="0"/>
                  </a:moveTo>
                  <a:cubicBezTo>
                    <a:pt x="15" y="13"/>
                    <a:pt x="16" y="32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3" name="Freeform 6950">
              <a:extLst>
                <a:ext uri="{FF2B5EF4-FFF2-40B4-BE49-F238E27FC236}">
                  <a16:creationId xmlns:a16="http://schemas.microsoft.com/office/drawing/2014/main" id="{1A526AD9-3653-4305-99FA-5E04DAAB4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278"/>
              <a:ext cx="26" cy="26"/>
            </a:xfrm>
            <a:custGeom>
              <a:avLst/>
              <a:gdLst>
                <a:gd name="T0" fmla="*/ 104 w 13"/>
                <a:gd name="T1" fmla="*/ 0 h 13"/>
                <a:gd name="T2" fmla="*/ 72 w 13"/>
                <a:gd name="T3" fmla="*/ 88 h 13"/>
                <a:gd name="T4" fmla="*/ 0 w 13"/>
                <a:gd name="T5" fmla="*/ 10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13" y="4"/>
                    <a:pt x="13" y="8"/>
                    <a:pt x="9" y="11"/>
                  </a:cubicBezTo>
                  <a:cubicBezTo>
                    <a:pt x="6" y="12"/>
                    <a:pt x="2" y="12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4" name="Freeform 6951">
              <a:extLst>
                <a:ext uri="{FF2B5EF4-FFF2-40B4-BE49-F238E27FC236}">
                  <a16:creationId xmlns:a16="http://schemas.microsoft.com/office/drawing/2014/main" id="{72FD0AC4-315D-4195-AEB0-D130A90A3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3300"/>
              <a:ext cx="34" cy="40"/>
            </a:xfrm>
            <a:custGeom>
              <a:avLst/>
              <a:gdLst>
                <a:gd name="T0" fmla="*/ 120 w 17"/>
                <a:gd name="T1" fmla="*/ 0 h 20"/>
                <a:gd name="T2" fmla="*/ 80 w 17"/>
                <a:gd name="T3" fmla="*/ 144 h 20"/>
                <a:gd name="T4" fmla="*/ 24 w 17"/>
                <a:gd name="T5" fmla="*/ 160 h 20"/>
                <a:gd name="T6" fmla="*/ 0 w 17"/>
                <a:gd name="T7" fmla="*/ 16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5" y="0"/>
                  </a:moveTo>
                  <a:cubicBezTo>
                    <a:pt x="14" y="6"/>
                    <a:pt x="17" y="15"/>
                    <a:pt x="10" y="18"/>
                  </a:cubicBezTo>
                  <a:cubicBezTo>
                    <a:pt x="7" y="20"/>
                    <a:pt x="5" y="20"/>
                    <a:pt x="3" y="20"/>
                  </a:cubicBezTo>
                  <a:cubicBezTo>
                    <a:pt x="2" y="20"/>
                    <a:pt x="0" y="20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5" name="Freeform 6952">
              <a:extLst>
                <a:ext uri="{FF2B5EF4-FFF2-40B4-BE49-F238E27FC236}">
                  <a16:creationId xmlns:a16="http://schemas.microsoft.com/office/drawing/2014/main" id="{F608BC03-E1D4-4CCC-AF9B-C4DF57D69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324"/>
              <a:ext cx="22" cy="4"/>
            </a:xfrm>
            <a:custGeom>
              <a:avLst/>
              <a:gdLst>
                <a:gd name="T0" fmla="*/ 88 w 11"/>
                <a:gd name="T1" fmla="*/ 0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8" y="2"/>
                    <a:pt x="4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6" name="Freeform 6953">
              <a:extLst>
                <a:ext uri="{FF2B5EF4-FFF2-40B4-BE49-F238E27FC236}">
                  <a16:creationId xmlns:a16="http://schemas.microsoft.com/office/drawing/2014/main" id="{CDF451E4-F8A9-4C3C-B55A-C0E6D23D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332"/>
              <a:ext cx="22" cy="46"/>
            </a:xfrm>
            <a:custGeom>
              <a:avLst/>
              <a:gdLst>
                <a:gd name="T0" fmla="*/ 88 w 11"/>
                <a:gd name="T1" fmla="*/ 168 h 23"/>
                <a:gd name="T2" fmla="*/ 8 w 11"/>
                <a:gd name="T3" fmla="*/ 160 h 23"/>
                <a:gd name="T4" fmla="*/ 8 w 11"/>
                <a:gd name="T5" fmla="*/ 88 h 23"/>
                <a:gd name="T6" fmla="*/ 24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1" y="21"/>
                  </a:moveTo>
                  <a:cubicBezTo>
                    <a:pt x="8" y="21"/>
                    <a:pt x="4" y="23"/>
                    <a:pt x="1" y="20"/>
                  </a:cubicBezTo>
                  <a:cubicBezTo>
                    <a:pt x="0" y="18"/>
                    <a:pt x="0" y="14"/>
                    <a:pt x="1" y="11"/>
                  </a:cubicBezTo>
                  <a:cubicBezTo>
                    <a:pt x="1" y="7"/>
                    <a:pt x="2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7" name="Freeform 6954">
              <a:extLst>
                <a:ext uri="{FF2B5EF4-FFF2-40B4-BE49-F238E27FC236}">
                  <a16:creationId xmlns:a16="http://schemas.microsoft.com/office/drawing/2014/main" id="{F55E4F78-4894-4E69-888B-A12F50748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370"/>
              <a:ext cx="28" cy="4"/>
            </a:xfrm>
            <a:custGeom>
              <a:avLst/>
              <a:gdLst>
                <a:gd name="T0" fmla="*/ 112 w 14"/>
                <a:gd name="T1" fmla="*/ 0 h 2"/>
                <a:gd name="T2" fmla="*/ 0 w 1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14" y="0"/>
                  </a:moveTo>
                  <a:cubicBezTo>
                    <a:pt x="9" y="0"/>
                    <a:pt x="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8" name="Freeform 6955">
              <a:extLst>
                <a:ext uri="{FF2B5EF4-FFF2-40B4-BE49-F238E27FC236}">
                  <a16:creationId xmlns:a16="http://schemas.microsoft.com/office/drawing/2014/main" id="{EB47026C-621D-42B8-AA22-759336F53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384"/>
              <a:ext cx="34" cy="52"/>
            </a:xfrm>
            <a:custGeom>
              <a:avLst/>
              <a:gdLst>
                <a:gd name="T0" fmla="*/ 128 w 17"/>
                <a:gd name="T1" fmla="*/ 0 h 26"/>
                <a:gd name="T2" fmla="*/ 64 w 17"/>
                <a:gd name="T3" fmla="*/ 184 h 26"/>
                <a:gd name="T4" fmla="*/ 0 w 17"/>
                <a:gd name="T5" fmla="*/ 19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16" y="0"/>
                  </a:moveTo>
                  <a:cubicBezTo>
                    <a:pt x="12" y="7"/>
                    <a:pt x="17" y="17"/>
                    <a:pt x="8" y="23"/>
                  </a:cubicBezTo>
                  <a:cubicBezTo>
                    <a:pt x="5" y="25"/>
                    <a:pt x="2" y="26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9" name="Freeform 6956">
              <a:extLst>
                <a:ext uri="{FF2B5EF4-FFF2-40B4-BE49-F238E27FC236}">
                  <a16:creationId xmlns:a16="http://schemas.microsoft.com/office/drawing/2014/main" id="{5742B66F-96B7-4625-9A96-C6F7844F5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370"/>
              <a:ext cx="28" cy="50"/>
            </a:xfrm>
            <a:custGeom>
              <a:avLst/>
              <a:gdLst>
                <a:gd name="T0" fmla="*/ 0 w 14"/>
                <a:gd name="T1" fmla="*/ 192 h 25"/>
                <a:gd name="T2" fmla="*/ 88 w 14"/>
                <a:gd name="T3" fmla="*/ 144 h 25"/>
                <a:gd name="T4" fmla="*/ 112 w 1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0" y="24"/>
                  </a:moveTo>
                  <a:cubicBezTo>
                    <a:pt x="7" y="25"/>
                    <a:pt x="9" y="24"/>
                    <a:pt x="11" y="18"/>
                  </a:cubicBezTo>
                  <a:cubicBezTo>
                    <a:pt x="13" y="12"/>
                    <a:pt x="14" y="6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0" name="Freeform 6957">
              <a:extLst>
                <a:ext uri="{FF2B5EF4-FFF2-40B4-BE49-F238E27FC236}">
                  <a16:creationId xmlns:a16="http://schemas.microsoft.com/office/drawing/2014/main" id="{2A9DF1C8-2688-4E49-AB45-9BC640E11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412"/>
              <a:ext cx="30" cy="14"/>
            </a:xfrm>
            <a:custGeom>
              <a:avLst/>
              <a:gdLst>
                <a:gd name="T0" fmla="*/ 120 w 15"/>
                <a:gd name="T1" fmla="*/ 56 h 7"/>
                <a:gd name="T2" fmla="*/ 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0" y="7"/>
                    <a:pt x="2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1" name="Freeform 6958">
              <a:extLst>
                <a:ext uri="{FF2B5EF4-FFF2-40B4-BE49-F238E27FC236}">
                  <a16:creationId xmlns:a16="http://schemas.microsoft.com/office/drawing/2014/main" id="{D1E2E992-9DB7-4072-B9AA-A647A48C8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372"/>
              <a:ext cx="12" cy="10"/>
            </a:xfrm>
            <a:custGeom>
              <a:avLst/>
              <a:gdLst>
                <a:gd name="T0" fmla="*/ 48 w 6"/>
                <a:gd name="T1" fmla="*/ 0 h 5"/>
                <a:gd name="T2" fmla="*/ 0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2" name="Freeform 6959">
              <a:extLst>
                <a:ext uri="{FF2B5EF4-FFF2-40B4-BE49-F238E27FC236}">
                  <a16:creationId xmlns:a16="http://schemas.microsoft.com/office/drawing/2014/main" id="{BDD1DB44-A685-463A-9B0C-29CC89E3A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326"/>
              <a:ext cx="12" cy="14"/>
            </a:xfrm>
            <a:custGeom>
              <a:avLst/>
              <a:gdLst>
                <a:gd name="T0" fmla="*/ 48 w 6"/>
                <a:gd name="T1" fmla="*/ 56 h 7"/>
                <a:gd name="T2" fmla="*/ 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3" name="Freeform 6960">
              <a:extLst>
                <a:ext uri="{FF2B5EF4-FFF2-40B4-BE49-F238E27FC236}">
                  <a16:creationId xmlns:a16="http://schemas.microsoft.com/office/drawing/2014/main" id="{8AAAB6F9-12AD-4395-9F81-9BFEB95F9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326"/>
              <a:ext cx="12" cy="4"/>
            </a:xfrm>
            <a:custGeom>
              <a:avLst/>
              <a:gdLst>
                <a:gd name="T0" fmla="*/ 48 w 6"/>
                <a:gd name="T1" fmla="*/ 8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4" name="Freeform 6961">
              <a:extLst>
                <a:ext uri="{FF2B5EF4-FFF2-40B4-BE49-F238E27FC236}">
                  <a16:creationId xmlns:a16="http://schemas.microsoft.com/office/drawing/2014/main" id="{DEEEA71D-890A-43A4-AA90-436BB8721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430"/>
              <a:ext cx="34" cy="52"/>
            </a:xfrm>
            <a:custGeom>
              <a:avLst/>
              <a:gdLst>
                <a:gd name="T0" fmla="*/ 136 w 17"/>
                <a:gd name="T1" fmla="*/ 0 h 26"/>
                <a:gd name="T2" fmla="*/ 104 w 17"/>
                <a:gd name="T3" fmla="*/ 120 h 26"/>
                <a:gd name="T4" fmla="*/ 72 w 17"/>
                <a:gd name="T5" fmla="*/ 192 h 26"/>
                <a:gd name="T6" fmla="*/ 0 w 17"/>
                <a:gd name="T7" fmla="*/ 18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6" y="5"/>
                    <a:pt x="15" y="10"/>
                    <a:pt x="13" y="15"/>
                  </a:cubicBezTo>
                  <a:cubicBezTo>
                    <a:pt x="12" y="17"/>
                    <a:pt x="11" y="22"/>
                    <a:pt x="9" y="24"/>
                  </a:cubicBezTo>
                  <a:cubicBezTo>
                    <a:pt x="7" y="26"/>
                    <a:pt x="2" y="23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5" name="Freeform 6962">
              <a:extLst>
                <a:ext uri="{FF2B5EF4-FFF2-40B4-BE49-F238E27FC236}">
                  <a16:creationId xmlns:a16="http://schemas.microsoft.com/office/drawing/2014/main" id="{FF1C89B1-6FBD-477B-8925-5D95DB230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480"/>
              <a:ext cx="48" cy="56"/>
            </a:xfrm>
            <a:custGeom>
              <a:avLst/>
              <a:gdLst>
                <a:gd name="T0" fmla="*/ 144 w 24"/>
                <a:gd name="T1" fmla="*/ 0 h 28"/>
                <a:gd name="T2" fmla="*/ 64 w 24"/>
                <a:gd name="T3" fmla="*/ 184 h 28"/>
                <a:gd name="T4" fmla="*/ 0 w 24"/>
                <a:gd name="T5" fmla="*/ 19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18" y="0"/>
                  </a:moveTo>
                  <a:cubicBezTo>
                    <a:pt x="24" y="4"/>
                    <a:pt x="11" y="19"/>
                    <a:pt x="8" y="23"/>
                  </a:cubicBezTo>
                  <a:cubicBezTo>
                    <a:pt x="5" y="27"/>
                    <a:pt x="4" y="28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6" name="Freeform 6963">
              <a:extLst>
                <a:ext uri="{FF2B5EF4-FFF2-40B4-BE49-F238E27FC236}">
                  <a16:creationId xmlns:a16="http://schemas.microsoft.com/office/drawing/2014/main" id="{787B825D-CD84-422D-9E44-F4B9E880E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422"/>
              <a:ext cx="20" cy="48"/>
            </a:xfrm>
            <a:custGeom>
              <a:avLst/>
              <a:gdLst>
                <a:gd name="T0" fmla="*/ 64 w 10"/>
                <a:gd name="T1" fmla="*/ 0 h 24"/>
                <a:gd name="T2" fmla="*/ 8 w 10"/>
                <a:gd name="T3" fmla="*/ 128 h 24"/>
                <a:gd name="T4" fmla="*/ 80 w 10"/>
                <a:gd name="T5" fmla="*/ 19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8" y="0"/>
                  </a:moveTo>
                  <a:cubicBezTo>
                    <a:pt x="5" y="5"/>
                    <a:pt x="1" y="11"/>
                    <a:pt x="1" y="16"/>
                  </a:cubicBezTo>
                  <a:cubicBezTo>
                    <a:pt x="0" y="22"/>
                    <a:pt x="6" y="21"/>
                    <a:pt x="10" y="2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7" name="Freeform 6964">
              <a:extLst>
                <a:ext uri="{FF2B5EF4-FFF2-40B4-BE49-F238E27FC236}">
                  <a16:creationId xmlns:a16="http://schemas.microsoft.com/office/drawing/2014/main" id="{F14EFD3A-2D07-4D56-8B2E-0BEA2027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3450"/>
              <a:ext cx="28" cy="10"/>
            </a:xfrm>
            <a:custGeom>
              <a:avLst/>
              <a:gdLst>
                <a:gd name="T0" fmla="*/ 112 w 14"/>
                <a:gd name="T1" fmla="*/ 16 h 5"/>
                <a:gd name="T2" fmla="*/ 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14" y="2"/>
                  </a:moveTo>
                  <a:cubicBezTo>
                    <a:pt x="10" y="5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8" name="Freeform 6965">
              <a:extLst>
                <a:ext uri="{FF2B5EF4-FFF2-40B4-BE49-F238E27FC236}">
                  <a16:creationId xmlns:a16="http://schemas.microsoft.com/office/drawing/2014/main" id="{037678B1-F31E-4291-9D5A-730D2256E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420"/>
              <a:ext cx="16" cy="8"/>
            </a:xfrm>
            <a:custGeom>
              <a:avLst/>
              <a:gdLst>
                <a:gd name="T0" fmla="*/ 64 w 8"/>
                <a:gd name="T1" fmla="*/ 32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7" y="2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9" name="Freeform 6966">
              <a:extLst>
                <a:ext uri="{FF2B5EF4-FFF2-40B4-BE49-F238E27FC236}">
                  <a16:creationId xmlns:a16="http://schemas.microsoft.com/office/drawing/2014/main" id="{E722E329-8C44-470D-9D2E-656C7EB3D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458"/>
              <a:ext cx="22" cy="52"/>
            </a:xfrm>
            <a:custGeom>
              <a:avLst/>
              <a:gdLst>
                <a:gd name="T0" fmla="*/ 72 w 11"/>
                <a:gd name="T1" fmla="*/ 0 h 26"/>
                <a:gd name="T2" fmla="*/ 32 w 11"/>
                <a:gd name="T3" fmla="*/ 80 h 26"/>
                <a:gd name="T4" fmla="*/ 8 w 11"/>
                <a:gd name="T5" fmla="*/ 152 h 26"/>
                <a:gd name="T6" fmla="*/ 88 w 11"/>
                <a:gd name="T7" fmla="*/ 20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9" y="0"/>
                  </a:moveTo>
                  <a:cubicBezTo>
                    <a:pt x="7" y="3"/>
                    <a:pt x="6" y="7"/>
                    <a:pt x="4" y="10"/>
                  </a:cubicBezTo>
                  <a:cubicBezTo>
                    <a:pt x="3" y="13"/>
                    <a:pt x="0" y="16"/>
                    <a:pt x="1" y="19"/>
                  </a:cubicBezTo>
                  <a:cubicBezTo>
                    <a:pt x="2" y="22"/>
                    <a:pt x="9" y="26"/>
                    <a:pt x="11" y="25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80" name="Freeform 6967">
              <a:extLst>
                <a:ext uri="{FF2B5EF4-FFF2-40B4-BE49-F238E27FC236}">
                  <a16:creationId xmlns:a16="http://schemas.microsoft.com/office/drawing/2014/main" id="{143638E4-92F0-4996-802A-0BE0770FA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490"/>
              <a:ext cx="14" cy="4"/>
            </a:xfrm>
            <a:custGeom>
              <a:avLst/>
              <a:gdLst>
                <a:gd name="T0" fmla="*/ 56 w 7"/>
                <a:gd name="T1" fmla="*/ 16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81" name="Freeform 6968">
              <a:extLst>
                <a:ext uri="{FF2B5EF4-FFF2-40B4-BE49-F238E27FC236}">
                  <a16:creationId xmlns:a16="http://schemas.microsoft.com/office/drawing/2014/main" id="{FADB24CB-489B-4532-83DB-908CE0B99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506"/>
              <a:ext cx="22" cy="46"/>
            </a:xfrm>
            <a:custGeom>
              <a:avLst/>
              <a:gdLst>
                <a:gd name="T0" fmla="*/ 88 w 11"/>
                <a:gd name="T1" fmla="*/ 0 h 23"/>
                <a:gd name="T2" fmla="*/ 8 w 11"/>
                <a:gd name="T3" fmla="*/ 128 h 23"/>
                <a:gd name="T4" fmla="*/ 64 w 11"/>
                <a:gd name="T5" fmla="*/ 18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9" y="4"/>
                    <a:pt x="0" y="11"/>
                    <a:pt x="1" y="16"/>
                  </a:cubicBezTo>
                  <a:cubicBezTo>
                    <a:pt x="1" y="19"/>
                    <a:pt x="6" y="22"/>
                    <a:pt x="8" y="23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82" name="Freeform 6969">
              <a:extLst>
                <a:ext uri="{FF2B5EF4-FFF2-40B4-BE49-F238E27FC236}">
                  <a16:creationId xmlns:a16="http://schemas.microsoft.com/office/drawing/2014/main" id="{4EB0F67E-408D-4701-B87F-9C9734D7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522"/>
              <a:ext cx="26" cy="12"/>
            </a:xfrm>
            <a:custGeom>
              <a:avLst/>
              <a:gdLst>
                <a:gd name="T0" fmla="*/ 104 w 13"/>
                <a:gd name="T1" fmla="*/ 40 h 6"/>
                <a:gd name="T2" fmla="*/ 0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5"/>
                  </a:moveTo>
                  <a:cubicBezTo>
                    <a:pt x="8" y="6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83" name="Freeform 6970">
              <a:extLst>
                <a:ext uri="{FF2B5EF4-FFF2-40B4-BE49-F238E27FC236}">
                  <a16:creationId xmlns:a16="http://schemas.microsoft.com/office/drawing/2014/main" id="{02F1192A-BA86-4282-AB52-07490E076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528"/>
              <a:ext cx="12" cy="14"/>
            </a:xfrm>
            <a:custGeom>
              <a:avLst/>
              <a:gdLst>
                <a:gd name="T0" fmla="*/ 48 w 6"/>
                <a:gd name="T1" fmla="*/ 0 h 7"/>
                <a:gd name="T2" fmla="*/ 0 w 6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3" y="1"/>
                    <a:pt x="2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84" name="Freeform 6971">
              <a:extLst>
                <a:ext uri="{FF2B5EF4-FFF2-40B4-BE49-F238E27FC236}">
                  <a16:creationId xmlns:a16="http://schemas.microsoft.com/office/drawing/2014/main" id="{96182CA2-C657-40B4-8538-5EE59DC98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542"/>
              <a:ext cx="44" cy="34"/>
            </a:xfrm>
            <a:custGeom>
              <a:avLst/>
              <a:gdLst>
                <a:gd name="T0" fmla="*/ 176 w 22"/>
                <a:gd name="T1" fmla="*/ 0 h 17"/>
                <a:gd name="T2" fmla="*/ 64 w 22"/>
                <a:gd name="T3" fmla="*/ 136 h 17"/>
                <a:gd name="T4" fmla="*/ 0 w 22"/>
                <a:gd name="T5" fmla="*/ 9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22" y="0"/>
                  </a:moveTo>
                  <a:cubicBezTo>
                    <a:pt x="19" y="5"/>
                    <a:pt x="15" y="16"/>
                    <a:pt x="8" y="17"/>
                  </a:cubicBezTo>
                  <a:cubicBezTo>
                    <a:pt x="5" y="17"/>
                    <a:pt x="0" y="14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85" name="Freeform 6972">
              <a:extLst>
                <a:ext uri="{FF2B5EF4-FFF2-40B4-BE49-F238E27FC236}">
                  <a16:creationId xmlns:a16="http://schemas.microsoft.com/office/drawing/2014/main" id="{679BBBDC-4020-4043-9B56-548B4B5C1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576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2"/>
                    <a:pt x="5" y="6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86" name="Freeform 6973">
              <a:extLst>
                <a:ext uri="{FF2B5EF4-FFF2-40B4-BE49-F238E27FC236}">
                  <a16:creationId xmlns:a16="http://schemas.microsoft.com/office/drawing/2014/main" id="{7D5BBB6F-D0D3-4A1F-96AA-937CD5D06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3672"/>
              <a:ext cx="54" cy="40"/>
            </a:xfrm>
            <a:custGeom>
              <a:avLst/>
              <a:gdLst>
                <a:gd name="T0" fmla="*/ 216 w 27"/>
                <a:gd name="T1" fmla="*/ 0 h 20"/>
                <a:gd name="T2" fmla="*/ 40 w 27"/>
                <a:gd name="T3" fmla="*/ 160 h 20"/>
                <a:gd name="T4" fmla="*/ 0 w 27"/>
                <a:gd name="T5" fmla="*/ 14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26" y="5"/>
                    <a:pt x="12" y="19"/>
                    <a:pt x="5" y="20"/>
                  </a:cubicBezTo>
                  <a:cubicBezTo>
                    <a:pt x="2" y="20"/>
                    <a:pt x="0" y="20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87" name="Freeform 6974">
              <a:extLst>
                <a:ext uri="{FF2B5EF4-FFF2-40B4-BE49-F238E27FC236}">
                  <a16:creationId xmlns:a16="http://schemas.microsoft.com/office/drawing/2014/main" id="{E5EC9D91-3359-4B0D-922F-75B478F69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578"/>
              <a:ext cx="36" cy="32"/>
            </a:xfrm>
            <a:custGeom>
              <a:avLst/>
              <a:gdLst>
                <a:gd name="T0" fmla="*/ 144 w 18"/>
                <a:gd name="T1" fmla="*/ 0 h 16"/>
                <a:gd name="T2" fmla="*/ 48 w 18"/>
                <a:gd name="T3" fmla="*/ 120 h 16"/>
                <a:gd name="T4" fmla="*/ 0 w 18"/>
                <a:gd name="T5" fmla="*/ 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cubicBezTo>
                    <a:pt x="17" y="4"/>
                    <a:pt x="11" y="14"/>
                    <a:pt x="6" y="15"/>
                  </a:cubicBezTo>
                  <a:cubicBezTo>
                    <a:pt x="3" y="16"/>
                    <a:pt x="0" y="15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88" name="Freeform 6975">
              <a:extLst>
                <a:ext uri="{FF2B5EF4-FFF2-40B4-BE49-F238E27FC236}">
                  <a16:creationId xmlns:a16="http://schemas.microsoft.com/office/drawing/2014/main" id="{6DFDC5E6-D2B8-4479-A402-95B176704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610"/>
              <a:ext cx="44" cy="36"/>
            </a:xfrm>
            <a:custGeom>
              <a:avLst/>
              <a:gdLst>
                <a:gd name="T0" fmla="*/ 176 w 22"/>
                <a:gd name="T1" fmla="*/ 0 h 18"/>
                <a:gd name="T2" fmla="*/ 40 w 22"/>
                <a:gd name="T3" fmla="*/ 144 h 18"/>
                <a:gd name="T4" fmla="*/ 0 w 22"/>
                <a:gd name="T5" fmla="*/ 10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22" y="0"/>
                  </a:moveTo>
                  <a:cubicBezTo>
                    <a:pt x="21" y="4"/>
                    <a:pt x="11" y="18"/>
                    <a:pt x="5" y="18"/>
                  </a:cubicBezTo>
                  <a:cubicBezTo>
                    <a:pt x="3" y="18"/>
                    <a:pt x="0" y="14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89" name="Freeform 6976">
              <a:extLst>
                <a:ext uri="{FF2B5EF4-FFF2-40B4-BE49-F238E27FC236}">
                  <a16:creationId xmlns:a16="http://schemas.microsoft.com/office/drawing/2014/main" id="{D5950422-ABB0-439A-B1E2-EA05F6E97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3676"/>
              <a:ext cx="58" cy="34"/>
            </a:xfrm>
            <a:custGeom>
              <a:avLst/>
              <a:gdLst>
                <a:gd name="T0" fmla="*/ 232 w 29"/>
                <a:gd name="T1" fmla="*/ 0 h 17"/>
                <a:gd name="T2" fmla="*/ 80 w 29"/>
                <a:gd name="T3" fmla="*/ 136 h 17"/>
                <a:gd name="T4" fmla="*/ 0 w 29"/>
                <a:gd name="T5" fmla="*/ 8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29" y="0"/>
                  </a:moveTo>
                  <a:cubicBezTo>
                    <a:pt x="27" y="5"/>
                    <a:pt x="17" y="16"/>
                    <a:pt x="10" y="17"/>
                  </a:cubicBezTo>
                  <a:cubicBezTo>
                    <a:pt x="7" y="17"/>
                    <a:pt x="0" y="12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90" name="Freeform 6977">
              <a:extLst>
                <a:ext uri="{FF2B5EF4-FFF2-40B4-BE49-F238E27FC236}">
                  <a16:creationId xmlns:a16="http://schemas.microsoft.com/office/drawing/2014/main" id="{CCFCB46E-1843-4338-A6B2-EC04B01C0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618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3"/>
                    <a:pt x="4" y="5"/>
                    <a:pt x="8" y="7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91" name="Freeform 6978">
              <a:extLst>
                <a:ext uri="{FF2B5EF4-FFF2-40B4-BE49-F238E27FC236}">
                  <a16:creationId xmlns:a16="http://schemas.microsoft.com/office/drawing/2014/main" id="{0FA67BA8-75F2-456C-B539-F4EB8734A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688"/>
              <a:ext cx="22" cy="14"/>
            </a:xfrm>
            <a:custGeom>
              <a:avLst/>
              <a:gdLst>
                <a:gd name="T0" fmla="*/ 0 w 11"/>
                <a:gd name="T1" fmla="*/ 0 h 7"/>
                <a:gd name="T2" fmla="*/ 88 w 1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2" y="4"/>
                    <a:pt x="9" y="6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92" name="Freeform 6979">
              <a:extLst>
                <a:ext uri="{FF2B5EF4-FFF2-40B4-BE49-F238E27FC236}">
                  <a16:creationId xmlns:a16="http://schemas.microsoft.com/office/drawing/2014/main" id="{8C52CC27-B1ED-4BC2-8E2A-14A1E9F54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740"/>
              <a:ext cx="76" cy="40"/>
            </a:xfrm>
            <a:custGeom>
              <a:avLst/>
              <a:gdLst>
                <a:gd name="T0" fmla="*/ 304 w 38"/>
                <a:gd name="T1" fmla="*/ 0 h 20"/>
                <a:gd name="T2" fmla="*/ 0 w 38"/>
                <a:gd name="T3" fmla="*/ 1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0">
                  <a:moveTo>
                    <a:pt x="38" y="0"/>
                  </a:moveTo>
                  <a:cubicBezTo>
                    <a:pt x="23" y="8"/>
                    <a:pt x="12" y="2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93" name="Freeform 6980">
              <a:extLst>
                <a:ext uri="{FF2B5EF4-FFF2-40B4-BE49-F238E27FC236}">
                  <a16:creationId xmlns:a16="http://schemas.microsoft.com/office/drawing/2014/main" id="{29A8C77C-79C7-4B0B-906F-8547E8B36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760"/>
              <a:ext cx="66" cy="46"/>
            </a:xfrm>
            <a:custGeom>
              <a:avLst/>
              <a:gdLst>
                <a:gd name="T0" fmla="*/ 48 w 33"/>
                <a:gd name="T1" fmla="*/ 184 h 23"/>
                <a:gd name="T2" fmla="*/ 8 w 33"/>
                <a:gd name="T3" fmla="*/ 112 h 23"/>
                <a:gd name="T4" fmla="*/ 88 w 33"/>
                <a:gd name="T5" fmla="*/ 64 h 23"/>
                <a:gd name="T6" fmla="*/ 176 w 33"/>
                <a:gd name="T7" fmla="*/ 8 h 23"/>
                <a:gd name="T8" fmla="*/ 264 w 33"/>
                <a:gd name="T9" fmla="*/ 4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3">
                  <a:moveTo>
                    <a:pt x="6" y="23"/>
                  </a:moveTo>
                  <a:cubicBezTo>
                    <a:pt x="3" y="20"/>
                    <a:pt x="0" y="18"/>
                    <a:pt x="1" y="14"/>
                  </a:cubicBezTo>
                  <a:cubicBezTo>
                    <a:pt x="3" y="11"/>
                    <a:pt x="8" y="10"/>
                    <a:pt x="11" y="8"/>
                  </a:cubicBezTo>
                  <a:cubicBezTo>
                    <a:pt x="16" y="6"/>
                    <a:pt x="17" y="3"/>
                    <a:pt x="22" y="1"/>
                  </a:cubicBezTo>
                  <a:cubicBezTo>
                    <a:pt x="25" y="0"/>
                    <a:pt x="33" y="6"/>
                    <a:pt x="33" y="6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94" name="Freeform 6981">
              <a:extLst>
                <a:ext uri="{FF2B5EF4-FFF2-40B4-BE49-F238E27FC236}">
                  <a16:creationId xmlns:a16="http://schemas.microsoft.com/office/drawing/2014/main" id="{0451174F-AE2F-4EF2-8C9E-AFCC1CAD9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762"/>
              <a:ext cx="18" cy="24"/>
            </a:xfrm>
            <a:custGeom>
              <a:avLst/>
              <a:gdLst>
                <a:gd name="T0" fmla="*/ 72 w 9"/>
                <a:gd name="T1" fmla="*/ 96 h 12"/>
                <a:gd name="T2" fmla="*/ 0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12"/>
                  </a:moveTo>
                  <a:cubicBezTo>
                    <a:pt x="5" y="8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95" name="Freeform 6982">
              <a:extLst>
                <a:ext uri="{FF2B5EF4-FFF2-40B4-BE49-F238E27FC236}">
                  <a16:creationId xmlns:a16="http://schemas.microsoft.com/office/drawing/2014/main" id="{461F7A46-204A-4DB1-8C2F-E8B62D96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764"/>
              <a:ext cx="76" cy="20"/>
            </a:xfrm>
            <a:custGeom>
              <a:avLst/>
              <a:gdLst>
                <a:gd name="T0" fmla="*/ 304 w 38"/>
                <a:gd name="T1" fmla="*/ 0 h 10"/>
                <a:gd name="T2" fmla="*/ 48 w 38"/>
                <a:gd name="T3" fmla="*/ 48 h 10"/>
                <a:gd name="T4" fmla="*/ 0 w 38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">
                  <a:moveTo>
                    <a:pt x="38" y="0"/>
                  </a:moveTo>
                  <a:cubicBezTo>
                    <a:pt x="27" y="0"/>
                    <a:pt x="17" y="10"/>
                    <a:pt x="6" y="6"/>
                  </a:cubicBezTo>
                  <a:cubicBezTo>
                    <a:pt x="2" y="4"/>
                    <a:pt x="0" y="4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96" name="Freeform 6983">
              <a:extLst>
                <a:ext uri="{FF2B5EF4-FFF2-40B4-BE49-F238E27FC236}">
                  <a16:creationId xmlns:a16="http://schemas.microsoft.com/office/drawing/2014/main" id="{6E95A20D-3246-4BFA-AC92-475B3BCEF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3774"/>
              <a:ext cx="72" cy="20"/>
            </a:xfrm>
            <a:custGeom>
              <a:avLst/>
              <a:gdLst>
                <a:gd name="T0" fmla="*/ 0 w 36"/>
                <a:gd name="T1" fmla="*/ 16 h 10"/>
                <a:gd name="T2" fmla="*/ 112 w 36"/>
                <a:gd name="T3" fmla="*/ 64 h 10"/>
                <a:gd name="T4" fmla="*/ 288 w 3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0" y="2"/>
                  </a:moveTo>
                  <a:cubicBezTo>
                    <a:pt x="4" y="8"/>
                    <a:pt x="6" y="10"/>
                    <a:pt x="14" y="8"/>
                  </a:cubicBezTo>
                  <a:cubicBezTo>
                    <a:pt x="22" y="6"/>
                    <a:pt x="29" y="4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97" name="Freeform 6984">
              <a:extLst>
                <a:ext uri="{FF2B5EF4-FFF2-40B4-BE49-F238E27FC236}">
                  <a16:creationId xmlns:a16="http://schemas.microsoft.com/office/drawing/2014/main" id="{3230D339-9DF5-4481-9618-E6E9D9BE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792"/>
              <a:ext cx="8" cy="34"/>
            </a:xfrm>
            <a:custGeom>
              <a:avLst/>
              <a:gdLst>
                <a:gd name="T0" fmla="*/ 32 w 4"/>
                <a:gd name="T1" fmla="*/ 136 h 17"/>
                <a:gd name="T2" fmla="*/ 24 w 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17"/>
                  </a:moveTo>
                  <a:cubicBezTo>
                    <a:pt x="1" y="13"/>
                    <a:pt x="0" y="4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98" name="Freeform 6985">
              <a:extLst>
                <a:ext uri="{FF2B5EF4-FFF2-40B4-BE49-F238E27FC236}">
                  <a16:creationId xmlns:a16="http://schemas.microsoft.com/office/drawing/2014/main" id="{67281AB7-419D-49A7-848C-C6047F6EA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782"/>
              <a:ext cx="18" cy="6"/>
            </a:xfrm>
            <a:custGeom>
              <a:avLst/>
              <a:gdLst>
                <a:gd name="T0" fmla="*/ 72 w 9"/>
                <a:gd name="T1" fmla="*/ 24 h 3"/>
                <a:gd name="T2" fmla="*/ 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7" y="1"/>
                    <a:pt x="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99" name="Freeform 6986">
              <a:extLst>
                <a:ext uri="{FF2B5EF4-FFF2-40B4-BE49-F238E27FC236}">
                  <a16:creationId xmlns:a16="http://schemas.microsoft.com/office/drawing/2014/main" id="{E724F341-219C-40AE-96A6-140A86D24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774"/>
              <a:ext cx="70" cy="18"/>
            </a:xfrm>
            <a:custGeom>
              <a:avLst/>
              <a:gdLst>
                <a:gd name="T0" fmla="*/ 280 w 35"/>
                <a:gd name="T1" fmla="*/ 8 h 9"/>
                <a:gd name="T2" fmla="*/ 128 w 35"/>
                <a:gd name="T3" fmla="*/ 48 h 9"/>
                <a:gd name="T4" fmla="*/ 32 w 35"/>
                <a:gd name="T5" fmla="*/ 64 h 9"/>
                <a:gd name="T6" fmla="*/ 0 w 3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">
                  <a:moveTo>
                    <a:pt x="35" y="1"/>
                  </a:moveTo>
                  <a:cubicBezTo>
                    <a:pt x="28" y="3"/>
                    <a:pt x="23" y="5"/>
                    <a:pt x="16" y="6"/>
                  </a:cubicBezTo>
                  <a:cubicBezTo>
                    <a:pt x="13" y="7"/>
                    <a:pt x="7" y="9"/>
                    <a:pt x="4" y="8"/>
                  </a:cubicBez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00" name="Freeform 6987">
              <a:extLst>
                <a:ext uri="{FF2B5EF4-FFF2-40B4-BE49-F238E27FC236}">
                  <a16:creationId xmlns:a16="http://schemas.microsoft.com/office/drawing/2014/main" id="{69A14A64-29D4-48FF-A7A9-6E5D54BDA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780"/>
              <a:ext cx="84" cy="26"/>
            </a:xfrm>
            <a:custGeom>
              <a:avLst/>
              <a:gdLst>
                <a:gd name="T0" fmla="*/ 336 w 42"/>
                <a:gd name="T1" fmla="*/ 40 h 13"/>
                <a:gd name="T2" fmla="*/ 80 w 42"/>
                <a:gd name="T3" fmla="*/ 80 h 13"/>
                <a:gd name="T4" fmla="*/ 16 w 4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3">
                  <a:moveTo>
                    <a:pt x="42" y="5"/>
                  </a:moveTo>
                  <a:cubicBezTo>
                    <a:pt x="39" y="13"/>
                    <a:pt x="16" y="10"/>
                    <a:pt x="10" y="10"/>
                  </a:cubicBezTo>
                  <a:cubicBezTo>
                    <a:pt x="2" y="10"/>
                    <a:pt x="0" y="6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01" name="Freeform 6988">
              <a:extLst>
                <a:ext uri="{FF2B5EF4-FFF2-40B4-BE49-F238E27FC236}">
                  <a16:creationId xmlns:a16="http://schemas.microsoft.com/office/drawing/2014/main" id="{235DB689-4645-4AAD-80FF-A11E217F6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3786"/>
              <a:ext cx="77" cy="26"/>
            </a:xfrm>
            <a:custGeom>
              <a:avLst/>
              <a:gdLst>
                <a:gd name="T0" fmla="*/ 316 w 38"/>
                <a:gd name="T1" fmla="*/ 56 h 13"/>
                <a:gd name="T2" fmla="*/ 57 w 38"/>
                <a:gd name="T3" fmla="*/ 64 h 13"/>
                <a:gd name="T4" fmla="*/ 16 w 38"/>
                <a:gd name="T5" fmla="*/ 24 h 13"/>
                <a:gd name="T6" fmla="*/ 16 w 3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3">
                  <a:moveTo>
                    <a:pt x="38" y="7"/>
                  </a:moveTo>
                  <a:cubicBezTo>
                    <a:pt x="37" y="13"/>
                    <a:pt x="13" y="10"/>
                    <a:pt x="7" y="8"/>
                  </a:cubicBezTo>
                  <a:cubicBezTo>
                    <a:pt x="3" y="7"/>
                    <a:pt x="2" y="7"/>
                    <a:pt x="2" y="3"/>
                  </a:cubicBezTo>
                  <a:cubicBezTo>
                    <a:pt x="2" y="1"/>
                    <a:pt x="0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02" name="Freeform 6989">
              <a:extLst>
                <a:ext uri="{FF2B5EF4-FFF2-40B4-BE49-F238E27FC236}">
                  <a16:creationId xmlns:a16="http://schemas.microsoft.com/office/drawing/2014/main" id="{77D6BF28-9780-4BB1-A9D9-268C67BFE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808"/>
              <a:ext cx="60" cy="30"/>
            </a:xfrm>
            <a:custGeom>
              <a:avLst/>
              <a:gdLst>
                <a:gd name="T0" fmla="*/ 240 w 30"/>
                <a:gd name="T1" fmla="*/ 0 h 15"/>
                <a:gd name="T2" fmla="*/ 56 w 30"/>
                <a:gd name="T3" fmla="*/ 24 h 15"/>
                <a:gd name="T4" fmla="*/ 32 w 30"/>
                <a:gd name="T5" fmla="*/ 1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0"/>
                  </a:moveTo>
                  <a:cubicBezTo>
                    <a:pt x="23" y="0"/>
                    <a:pt x="14" y="0"/>
                    <a:pt x="7" y="3"/>
                  </a:cubicBezTo>
                  <a:cubicBezTo>
                    <a:pt x="0" y="6"/>
                    <a:pt x="5" y="10"/>
                    <a:pt x="4" y="15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03" name="Freeform 6990">
              <a:extLst>
                <a:ext uri="{FF2B5EF4-FFF2-40B4-BE49-F238E27FC236}">
                  <a16:creationId xmlns:a16="http://schemas.microsoft.com/office/drawing/2014/main" id="{5E1E02FE-EE1C-47F3-A904-680F8D688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786"/>
              <a:ext cx="14" cy="28"/>
            </a:xfrm>
            <a:custGeom>
              <a:avLst/>
              <a:gdLst>
                <a:gd name="T0" fmla="*/ 56 w 7"/>
                <a:gd name="T1" fmla="*/ 112 h 14"/>
                <a:gd name="T2" fmla="*/ 8 w 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14"/>
                  </a:moveTo>
                  <a:cubicBezTo>
                    <a:pt x="2" y="12"/>
                    <a:pt x="0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04" name="Freeform 6991">
              <a:extLst>
                <a:ext uri="{FF2B5EF4-FFF2-40B4-BE49-F238E27FC236}">
                  <a16:creationId xmlns:a16="http://schemas.microsoft.com/office/drawing/2014/main" id="{2B2AC438-51D7-43C5-A744-9FA956904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790"/>
              <a:ext cx="4" cy="18"/>
            </a:xfrm>
            <a:custGeom>
              <a:avLst/>
              <a:gdLst>
                <a:gd name="T0" fmla="*/ 0 w 2"/>
                <a:gd name="T1" fmla="*/ 72 h 9"/>
                <a:gd name="T2" fmla="*/ 8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2" y="7"/>
                    <a:pt x="2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05" name="Freeform 6992">
              <a:extLst>
                <a:ext uri="{FF2B5EF4-FFF2-40B4-BE49-F238E27FC236}">
                  <a16:creationId xmlns:a16="http://schemas.microsoft.com/office/drawing/2014/main" id="{FD42F926-AFCE-4E14-B5DE-5BC889F6D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812"/>
              <a:ext cx="60" cy="32"/>
            </a:xfrm>
            <a:custGeom>
              <a:avLst/>
              <a:gdLst>
                <a:gd name="T0" fmla="*/ 240 w 30"/>
                <a:gd name="T1" fmla="*/ 0 h 16"/>
                <a:gd name="T2" fmla="*/ 120 w 30"/>
                <a:gd name="T3" fmla="*/ 8 h 16"/>
                <a:gd name="T4" fmla="*/ 24 w 30"/>
                <a:gd name="T5" fmla="*/ 32 h 16"/>
                <a:gd name="T6" fmla="*/ 16 w 30"/>
                <a:gd name="T7" fmla="*/ 1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5" y="0"/>
                    <a:pt x="20" y="1"/>
                    <a:pt x="15" y="1"/>
                  </a:cubicBezTo>
                  <a:cubicBezTo>
                    <a:pt x="11" y="2"/>
                    <a:pt x="6" y="1"/>
                    <a:pt x="3" y="4"/>
                  </a:cubicBezTo>
                  <a:cubicBezTo>
                    <a:pt x="0" y="6"/>
                    <a:pt x="0" y="14"/>
                    <a:pt x="2" y="16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06" name="Freeform 6993">
              <a:extLst>
                <a:ext uri="{FF2B5EF4-FFF2-40B4-BE49-F238E27FC236}">
                  <a16:creationId xmlns:a16="http://schemas.microsoft.com/office/drawing/2014/main" id="{CDCB3585-6078-44AC-AE2B-22CE438DA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800"/>
              <a:ext cx="6" cy="18"/>
            </a:xfrm>
            <a:custGeom>
              <a:avLst/>
              <a:gdLst>
                <a:gd name="T0" fmla="*/ 24 w 3"/>
                <a:gd name="T1" fmla="*/ 72 h 9"/>
                <a:gd name="T2" fmla="*/ 8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1" y="6"/>
                    <a:pt x="0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07" name="Freeform 6994">
              <a:extLst>
                <a:ext uri="{FF2B5EF4-FFF2-40B4-BE49-F238E27FC236}">
                  <a16:creationId xmlns:a16="http://schemas.microsoft.com/office/drawing/2014/main" id="{3E6CD7E9-228D-4E21-A2F6-3904618A5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3824"/>
              <a:ext cx="58" cy="26"/>
            </a:xfrm>
            <a:custGeom>
              <a:avLst/>
              <a:gdLst>
                <a:gd name="T0" fmla="*/ 232 w 29"/>
                <a:gd name="T1" fmla="*/ 24 h 13"/>
                <a:gd name="T2" fmla="*/ 32 w 29"/>
                <a:gd name="T3" fmla="*/ 32 h 13"/>
                <a:gd name="T4" fmla="*/ 8 w 29"/>
                <a:gd name="T5" fmla="*/ 10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3">
                  <a:moveTo>
                    <a:pt x="29" y="3"/>
                  </a:moveTo>
                  <a:cubicBezTo>
                    <a:pt x="22" y="3"/>
                    <a:pt x="9" y="0"/>
                    <a:pt x="4" y="4"/>
                  </a:cubicBezTo>
                  <a:cubicBezTo>
                    <a:pt x="1" y="5"/>
                    <a:pt x="0" y="12"/>
                    <a:pt x="1" y="13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08" name="Freeform 6995">
              <a:extLst>
                <a:ext uri="{FF2B5EF4-FFF2-40B4-BE49-F238E27FC236}">
                  <a16:creationId xmlns:a16="http://schemas.microsoft.com/office/drawing/2014/main" id="{B5017CB1-8EC5-46D7-9D87-BCE670C00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802"/>
              <a:ext cx="8" cy="28"/>
            </a:xfrm>
            <a:custGeom>
              <a:avLst/>
              <a:gdLst>
                <a:gd name="T0" fmla="*/ 32 w 4"/>
                <a:gd name="T1" fmla="*/ 112 h 14"/>
                <a:gd name="T2" fmla="*/ 24 w 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14"/>
                  </a:moveTo>
                  <a:cubicBezTo>
                    <a:pt x="1" y="10"/>
                    <a:pt x="0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09" name="Freeform 6996">
              <a:extLst>
                <a:ext uri="{FF2B5EF4-FFF2-40B4-BE49-F238E27FC236}">
                  <a16:creationId xmlns:a16="http://schemas.microsoft.com/office/drawing/2014/main" id="{CA04B768-2DDE-49C5-9B9D-D3DEFB090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3806"/>
              <a:ext cx="24" cy="4"/>
            </a:xfrm>
            <a:custGeom>
              <a:avLst/>
              <a:gdLst>
                <a:gd name="T0" fmla="*/ 96 w 12"/>
                <a:gd name="T1" fmla="*/ 16 h 2"/>
                <a:gd name="T2" fmla="*/ 0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9" y="0"/>
                    <a:pt x="4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10" name="Freeform 6997">
              <a:extLst>
                <a:ext uri="{FF2B5EF4-FFF2-40B4-BE49-F238E27FC236}">
                  <a16:creationId xmlns:a16="http://schemas.microsoft.com/office/drawing/2014/main" id="{53202F05-46DC-405E-9E66-D298983A3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810"/>
              <a:ext cx="58" cy="32"/>
            </a:xfrm>
            <a:custGeom>
              <a:avLst/>
              <a:gdLst>
                <a:gd name="T0" fmla="*/ 232 w 29"/>
                <a:gd name="T1" fmla="*/ 96 h 16"/>
                <a:gd name="T2" fmla="*/ 16 w 29"/>
                <a:gd name="T3" fmla="*/ 80 h 16"/>
                <a:gd name="T4" fmla="*/ 16 w 2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29" y="12"/>
                  </a:moveTo>
                  <a:cubicBezTo>
                    <a:pt x="22" y="12"/>
                    <a:pt x="7" y="16"/>
                    <a:pt x="2" y="10"/>
                  </a:cubicBezTo>
                  <a:cubicBezTo>
                    <a:pt x="0" y="7"/>
                    <a:pt x="1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11" name="Freeform 6998">
              <a:extLst>
                <a:ext uri="{FF2B5EF4-FFF2-40B4-BE49-F238E27FC236}">
                  <a16:creationId xmlns:a16="http://schemas.microsoft.com/office/drawing/2014/main" id="{9E880A87-9383-4BA2-9C0B-177044081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832"/>
              <a:ext cx="9" cy="20"/>
            </a:xfrm>
            <a:custGeom>
              <a:avLst/>
              <a:gdLst>
                <a:gd name="T0" fmla="*/ 45 w 4"/>
                <a:gd name="T1" fmla="*/ 0 h 10"/>
                <a:gd name="T2" fmla="*/ 11 w 4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2"/>
                    <a:pt x="0" y="8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12" name="Freeform 6999">
              <a:extLst>
                <a:ext uri="{FF2B5EF4-FFF2-40B4-BE49-F238E27FC236}">
                  <a16:creationId xmlns:a16="http://schemas.microsoft.com/office/drawing/2014/main" id="{29D01178-F685-40CA-B308-D2176786A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3774"/>
              <a:ext cx="66" cy="24"/>
            </a:xfrm>
            <a:custGeom>
              <a:avLst/>
              <a:gdLst>
                <a:gd name="T0" fmla="*/ 264 w 33"/>
                <a:gd name="T1" fmla="*/ 88 h 12"/>
                <a:gd name="T2" fmla="*/ 144 w 33"/>
                <a:gd name="T3" fmla="*/ 96 h 12"/>
                <a:gd name="T4" fmla="*/ 32 w 33"/>
                <a:gd name="T5" fmla="*/ 80 h 12"/>
                <a:gd name="T6" fmla="*/ 24 w 3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2">
                  <a:moveTo>
                    <a:pt x="33" y="11"/>
                  </a:moveTo>
                  <a:cubicBezTo>
                    <a:pt x="28" y="11"/>
                    <a:pt x="23" y="12"/>
                    <a:pt x="18" y="12"/>
                  </a:cubicBezTo>
                  <a:cubicBezTo>
                    <a:pt x="15" y="11"/>
                    <a:pt x="7" y="12"/>
                    <a:pt x="4" y="10"/>
                  </a:cubicBezTo>
                  <a:cubicBezTo>
                    <a:pt x="0" y="7"/>
                    <a:pt x="1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13" name="Freeform 7000">
              <a:extLst>
                <a:ext uri="{FF2B5EF4-FFF2-40B4-BE49-F238E27FC236}">
                  <a16:creationId xmlns:a16="http://schemas.microsoft.com/office/drawing/2014/main" id="{34DB4396-2243-47E8-8DFE-BE37873AB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3764"/>
              <a:ext cx="56" cy="26"/>
            </a:xfrm>
            <a:custGeom>
              <a:avLst/>
              <a:gdLst>
                <a:gd name="T0" fmla="*/ 224 w 28"/>
                <a:gd name="T1" fmla="*/ 96 h 13"/>
                <a:gd name="T2" fmla="*/ 16 w 28"/>
                <a:gd name="T3" fmla="*/ 56 h 13"/>
                <a:gd name="T4" fmla="*/ 16 w 2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8" y="12"/>
                  </a:moveTo>
                  <a:cubicBezTo>
                    <a:pt x="23" y="13"/>
                    <a:pt x="5" y="12"/>
                    <a:pt x="2" y="7"/>
                  </a:cubicBezTo>
                  <a:cubicBezTo>
                    <a:pt x="1" y="4"/>
                    <a:pt x="0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14" name="Freeform 7001">
              <a:extLst>
                <a:ext uri="{FF2B5EF4-FFF2-40B4-BE49-F238E27FC236}">
                  <a16:creationId xmlns:a16="http://schemas.microsoft.com/office/drawing/2014/main" id="{C24A91A0-5EE3-4336-A584-048F75EF8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798"/>
              <a:ext cx="57" cy="32"/>
            </a:xfrm>
            <a:custGeom>
              <a:avLst/>
              <a:gdLst>
                <a:gd name="T0" fmla="*/ 236 w 28"/>
                <a:gd name="T1" fmla="*/ 112 h 16"/>
                <a:gd name="T2" fmla="*/ 24 w 28"/>
                <a:gd name="T3" fmla="*/ 104 h 16"/>
                <a:gd name="T4" fmla="*/ 16 w 2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28" y="14"/>
                  </a:moveTo>
                  <a:cubicBezTo>
                    <a:pt x="23" y="16"/>
                    <a:pt x="7" y="16"/>
                    <a:pt x="3" y="13"/>
                  </a:cubicBezTo>
                  <a:cubicBezTo>
                    <a:pt x="0" y="10"/>
                    <a:pt x="0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15" name="Freeform 7002">
              <a:extLst>
                <a:ext uri="{FF2B5EF4-FFF2-40B4-BE49-F238E27FC236}">
                  <a16:creationId xmlns:a16="http://schemas.microsoft.com/office/drawing/2014/main" id="{A65FE66D-A33E-4C04-BF35-13E305E0A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3790"/>
              <a:ext cx="64" cy="34"/>
            </a:xfrm>
            <a:custGeom>
              <a:avLst/>
              <a:gdLst>
                <a:gd name="T0" fmla="*/ 256 w 32"/>
                <a:gd name="T1" fmla="*/ 128 h 17"/>
                <a:gd name="T2" fmla="*/ 8 w 32"/>
                <a:gd name="T3" fmla="*/ 96 h 17"/>
                <a:gd name="T4" fmla="*/ 24 w 3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32" y="16"/>
                  </a:moveTo>
                  <a:cubicBezTo>
                    <a:pt x="26" y="17"/>
                    <a:pt x="5" y="17"/>
                    <a:pt x="1" y="12"/>
                  </a:cubicBezTo>
                  <a:cubicBezTo>
                    <a:pt x="0" y="10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16" name="Freeform 7003">
              <a:extLst>
                <a:ext uri="{FF2B5EF4-FFF2-40B4-BE49-F238E27FC236}">
                  <a16:creationId xmlns:a16="http://schemas.microsoft.com/office/drawing/2014/main" id="{F3347828-7D9B-4F8D-92BF-50804C849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780"/>
              <a:ext cx="56" cy="34"/>
            </a:xfrm>
            <a:custGeom>
              <a:avLst/>
              <a:gdLst>
                <a:gd name="T0" fmla="*/ 224 w 28"/>
                <a:gd name="T1" fmla="*/ 128 h 17"/>
                <a:gd name="T2" fmla="*/ 16 w 28"/>
                <a:gd name="T3" fmla="*/ 80 h 17"/>
                <a:gd name="T4" fmla="*/ 24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28" y="16"/>
                  </a:moveTo>
                  <a:cubicBezTo>
                    <a:pt x="22" y="17"/>
                    <a:pt x="5" y="15"/>
                    <a:pt x="2" y="10"/>
                  </a:cubicBezTo>
                  <a:cubicBezTo>
                    <a:pt x="0" y="7"/>
                    <a:pt x="1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17" name="Freeform 7004">
              <a:extLst>
                <a:ext uri="{FF2B5EF4-FFF2-40B4-BE49-F238E27FC236}">
                  <a16:creationId xmlns:a16="http://schemas.microsoft.com/office/drawing/2014/main" id="{4086C91D-91AD-40D1-BE1D-C1CA0BD1E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826"/>
              <a:ext cx="6" cy="22"/>
            </a:xfrm>
            <a:custGeom>
              <a:avLst/>
              <a:gdLst>
                <a:gd name="T0" fmla="*/ 24 w 3"/>
                <a:gd name="T1" fmla="*/ 0 h 11"/>
                <a:gd name="T2" fmla="*/ 0 w 3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18" name="Freeform 7005">
              <a:extLst>
                <a:ext uri="{FF2B5EF4-FFF2-40B4-BE49-F238E27FC236}">
                  <a16:creationId xmlns:a16="http://schemas.microsoft.com/office/drawing/2014/main" id="{F6FE3C14-CE09-4AA4-84C1-0A30A5E71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812"/>
              <a:ext cx="6" cy="20"/>
            </a:xfrm>
            <a:custGeom>
              <a:avLst/>
              <a:gdLst>
                <a:gd name="T0" fmla="*/ 24 w 3"/>
                <a:gd name="T1" fmla="*/ 0 h 10"/>
                <a:gd name="T2" fmla="*/ 16 w 3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4"/>
                    <a:pt x="2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19" name="Freeform 7006">
              <a:extLst>
                <a:ext uri="{FF2B5EF4-FFF2-40B4-BE49-F238E27FC236}">
                  <a16:creationId xmlns:a16="http://schemas.microsoft.com/office/drawing/2014/main" id="{B6FC2A47-0F9E-4B03-8B1E-19A161D50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780"/>
              <a:ext cx="30" cy="8"/>
            </a:xfrm>
            <a:custGeom>
              <a:avLst/>
              <a:gdLst>
                <a:gd name="T0" fmla="*/ 120 w 15"/>
                <a:gd name="T1" fmla="*/ 24 h 4"/>
                <a:gd name="T2" fmla="*/ 0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3"/>
                  </a:moveTo>
                  <a:cubicBezTo>
                    <a:pt x="9" y="4"/>
                    <a:pt x="6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20" name="Freeform 7007">
              <a:extLst>
                <a:ext uri="{FF2B5EF4-FFF2-40B4-BE49-F238E27FC236}">
                  <a16:creationId xmlns:a16="http://schemas.microsoft.com/office/drawing/2014/main" id="{339C6764-F026-4D51-B78B-D9D144AF7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3790"/>
              <a:ext cx="22" cy="6"/>
            </a:xfrm>
            <a:custGeom>
              <a:avLst/>
              <a:gdLst>
                <a:gd name="T0" fmla="*/ 88 w 11"/>
                <a:gd name="T1" fmla="*/ 24 h 3"/>
                <a:gd name="T2" fmla="*/ 0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7" y="2"/>
                    <a:pt x="4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21" name="Freeform 7008">
              <a:extLst>
                <a:ext uri="{FF2B5EF4-FFF2-40B4-BE49-F238E27FC236}">
                  <a16:creationId xmlns:a16="http://schemas.microsoft.com/office/drawing/2014/main" id="{B18C4909-022A-4C83-98FF-B5F03C50F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712"/>
              <a:ext cx="50" cy="30"/>
            </a:xfrm>
            <a:custGeom>
              <a:avLst/>
              <a:gdLst>
                <a:gd name="T0" fmla="*/ 200 w 25"/>
                <a:gd name="T1" fmla="*/ 0 h 15"/>
                <a:gd name="T2" fmla="*/ 40 w 25"/>
                <a:gd name="T3" fmla="*/ 112 h 15"/>
                <a:gd name="T4" fmla="*/ 0 w 25"/>
                <a:gd name="T5" fmla="*/ 6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5">
                  <a:moveTo>
                    <a:pt x="25" y="0"/>
                  </a:moveTo>
                  <a:cubicBezTo>
                    <a:pt x="19" y="9"/>
                    <a:pt x="8" y="15"/>
                    <a:pt x="5" y="14"/>
                  </a:cubicBezTo>
                  <a:cubicBezTo>
                    <a:pt x="2" y="13"/>
                    <a:pt x="0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22" name="Freeform 7009">
              <a:extLst>
                <a:ext uri="{FF2B5EF4-FFF2-40B4-BE49-F238E27FC236}">
                  <a16:creationId xmlns:a16="http://schemas.microsoft.com/office/drawing/2014/main" id="{7D3065CB-997B-4F6C-AC92-FD920D965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3710"/>
              <a:ext cx="18" cy="34"/>
            </a:xfrm>
            <a:custGeom>
              <a:avLst/>
              <a:gdLst>
                <a:gd name="T0" fmla="*/ 48 w 9"/>
                <a:gd name="T1" fmla="*/ 0 h 17"/>
                <a:gd name="T2" fmla="*/ 8 w 9"/>
                <a:gd name="T3" fmla="*/ 48 h 17"/>
                <a:gd name="T4" fmla="*/ 72 w 9"/>
                <a:gd name="T5" fmla="*/ 1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6" y="0"/>
                  </a:moveTo>
                  <a:cubicBezTo>
                    <a:pt x="1" y="3"/>
                    <a:pt x="0" y="5"/>
                    <a:pt x="1" y="6"/>
                  </a:cubicBezTo>
                  <a:cubicBezTo>
                    <a:pt x="1" y="7"/>
                    <a:pt x="9" y="17"/>
                    <a:pt x="9" y="17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23" name="Freeform 7010">
              <a:extLst>
                <a:ext uri="{FF2B5EF4-FFF2-40B4-BE49-F238E27FC236}">
                  <a16:creationId xmlns:a16="http://schemas.microsoft.com/office/drawing/2014/main" id="{4DADAC9A-95BA-4606-BA35-EE1289D44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3722"/>
              <a:ext cx="48" cy="38"/>
            </a:xfrm>
            <a:custGeom>
              <a:avLst/>
              <a:gdLst>
                <a:gd name="T0" fmla="*/ 192 w 24"/>
                <a:gd name="T1" fmla="*/ 0 h 19"/>
                <a:gd name="T2" fmla="*/ 0 w 24"/>
                <a:gd name="T3" fmla="*/ 1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24" y="0"/>
                  </a:moveTo>
                  <a:cubicBezTo>
                    <a:pt x="16" y="4"/>
                    <a:pt x="1" y="18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24" name="Freeform 7011">
              <a:extLst>
                <a:ext uri="{FF2B5EF4-FFF2-40B4-BE49-F238E27FC236}">
                  <a16:creationId xmlns:a16="http://schemas.microsoft.com/office/drawing/2014/main" id="{FC58F35C-F85C-4B26-B735-D5BEF5AE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732"/>
              <a:ext cx="16" cy="16"/>
            </a:xfrm>
            <a:custGeom>
              <a:avLst/>
              <a:gdLst>
                <a:gd name="T0" fmla="*/ 64 w 8"/>
                <a:gd name="T1" fmla="*/ 64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3" y="5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25" name="Freeform 7012">
              <a:extLst>
                <a:ext uri="{FF2B5EF4-FFF2-40B4-BE49-F238E27FC236}">
                  <a16:creationId xmlns:a16="http://schemas.microsoft.com/office/drawing/2014/main" id="{0ED3834B-3ECC-4BB8-8945-AD1A734DB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3183"/>
              <a:ext cx="34" cy="69"/>
            </a:xfrm>
            <a:custGeom>
              <a:avLst/>
              <a:gdLst>
                <a:gd name="T0" fmla="*/ 40 w 17"/>
                <a:gd name="T1" fmla="*/ 0 h 34"/>
                <a:gd name="T2" fmla="*/ 136 w 17"/>
                <a:gd name="T3" fmla="*/ 28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">
                  <a:moveTo>
                    <a:pt x="5" y="0"/>
                  </a:moveTo>
                  <a:cubicBezTo>
                    <a:pt x="0" y="18"/>
                    <a:pt x="1" y="25"/>
                    <a:pt x="17" y="3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26" name="Freeform 7013">
              <a:extLst>
                <a:ext uri="{FF2B5EF4-FFF2-40B4-BE49-F238E27FC236}">
                  <a16:creationId xmlns:a16="http://schemas.microsoft.com/office/drawing/2014/main" id="{40AA1DE2-FD30-4282-9CE4-5FEA19F36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242"/>
              <a:ext cx="36" cy="68"/>
            </a:xfrm>
            <a:custGeom>
              <a:avLst/>
              <a:gdLst>
                <a:gd name="T0" fmla="*/ 40 w 18"/>
                <a:gd name="T1" fmla="*/ 0 h 34"/>
                <a:gd name="T2" fmla="*/ 144 w 18"/>
                <a:gd name="T3" fmla="*/ 27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4">
                  <a:moveTo>
                    <a:pt x="5" y="0"/>
                  </a:moveTo>
                  <a:cubicBezTo>
                    <a:pt x="5" y="15"/>
                    <a:pt x="0" y="34"/>
                    <a:pt x="18" y="3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27" name="Freeform 7014">
              <a:extLst>
                <a:ext uri="{FF2B5EF4-FFF2-40B4-BE49-F238E27FC236}">
                  <a16:creationId xmlns:a16="http://schemas.microsoft.com/office/drawing/2014/main" id="{4C85A26B-D517-4AF7-919C-D222D6135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187"/>
              <a:ext cx="30" cy="29"/>
            </a:xfrm>
            <a:custGeom>
              <a:avLst/>
              <a:gdLst>
                <a:gd name="T0" fmla="*/ 0 w 15"/>
                <a:gd name="T1" fmla="*/ 0 h 14"/>
                <a:gd name="T2" fmla="*/ 40 w 15"/>
                <a:gd name="T3" fmla="*/ 108 h 14"/>
                <a:gd name="T4" fmla="*/ 120 w 15"/>
                <a:gd name="T5" fmla="*/ 1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1" y="4"/>
                    <a:pt x="0" y="9"/>
                    <a:pt x="5" y="12"/>
                  </a:cubicBezTo>
                  <a:cubicBezTo>
                    <a:pt x="8" y="13"/>
                    <a:pt x="13" y="14"/>
                    <a:pt x="15" y="1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28" name="Freeform 7015">
              <a:extLst>
                <a:ext uri="{FF2B5EF4-FFF2-40B4-BE49-F238E27FC236}">
                  <a16:creationId xmlns:a16="http://schemas.microsoft.com/office/drawing/2014/main" id="{1C6197F7-9946-4548-BA3E-2D2616C1B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212"/>
              <a:ext cx="40" cy="48"/>
            </a:xfrm>
            <a:custGeom>
              <a:avLst/>
              <a:gdLst>
                <a:gd name="T0" fmla="*/ 24 w 20"/>
                <a:gd name="T1" fmla="*/ 0 h 24"/>
                <a:gd name="T2" fmla="*/ 72 w 20"/>
                <a:gd name="T3" fmla="*/ 168 h 24"/>
                <a:gd name="T4" fmla="*/ 136 w 20"/>
                <a:gd name="T5" fmla="*/ 184 h 24"/>
                <a:gd name="T6" fmla="*/ 160 w 20"/>
                <a:gd name="T7" fmla="*/ 19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4">
                  <a:moveTo>
                    <a:pt x="3" y="0"/>
                  </a:moveTo>
                  <a:cubicBezTo>
                    <a:pt x="4" y="7"/>
                    <a:pt x="0" y="17"/>
                    <a:pt x="9" y="21"/>
                  </a:cubicBezTo>
                  <a:cubicBezTo>
                    <a:pt x="11" y="23"/>
                    <a:pt x="14" y="23"/>
                    <a:pt x="17" y="23"/>
                  </a:cubicBezTo>
                  <a:cubicBezTo>
                    <a:pt x="18" y="24"/>
                    <a:pt x="20" y="23"/>
                    <a:pt x="20" y="2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29" name="Freeform 7016">
              <a:extLst>
                <a:ext uri="{FF2B5EF4-FFF2-40B4-BE49-F238E27FC236}">
                  <a16:creationId xmlns:a16="http://schemas.microsoft.com/office/drawing/2014/main" id="{72238670-4BDD-4721-95FC-441639148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240"/>
              <a:ext cx="28" cy="4"/>
            </a:xfrm>
            <a:custGeom>
              <a:avLst/>
              <a:gdLst>
                <a:gd name="T0" fmla="*/ 0 w 14"/>
                <a:gd name="T1" fmla="*/ 0 h 2"/>
                <a:gd name="T2" fmla="*/ 112 w 1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0"/>
                  </a:moveTo>
                  <a:cubicBezTo>
                    <a:pt x="4" y="2"/>
                    <a:pt x="10" y="1"/>
                    <a:pt x="14" y="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30" name="Freeform 7017">
              <a:extLst>
                <a:ext uri="{FF2B5EF4-FFF2-40B4-BE49-F238E27FC236}">
                  <a16:creationId xmlns:a16="http://schemas.microsoft.com/office/drawing/2014/main" id="{12D76669-492A-4E02-8348-F5C567250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248"/>
              <a:ext cx="26" cy="54"/>
            </a:xfrm>
            <a:custGeom>
              <a:avLst/>
              <a:gdLst>
                <a:gd name="T0" fmla="*/ 0 w 13"/>
                <a:gd name="T1" fmla="*/ 200 h 27"/>
                <a:gd name="T2" fmla="*/ 88 w 13"/>
                <a:gd name="T3" fmla="*/ 192 h 27"/>
                <a:gd name="T4" fmla="*/ 88 w 13"/>
                <a:gd name="T5" fmla="*/ 112 h 27"/>
                <a:gd name="T6" fmla="*/ 72 w 13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0" y="25"/>
                  </a:moveTo>
                  <a:cubicBezTo>
                    <a:pt x="3" y="25"/>
                    <a:pt x="8" y="27"/>
                    <a:pt x="11" y="24"/>
                  </a:cubicBezTo>
                  <a:cubicBezTo>
                    <a:pt x="13" y="22"/>
                    <a:pt x="12" y="16"/>
                    <a:pt x="11" y="14"/>
                  </a:cubicBezTo>
                  <a:cubicBezTo>
                    <a:pt x="11" y="9"/>
                    <a:pt x="10" y="5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31" name="Freeform 7018">
              <a:extLst>
                <a:ext uri="{FF2B5EF4-FFF2-40B4-BE49-F238E27FC236}">
                  <a16:creationId xmlns:a16="http://schemas.microsoft.com/office/drawing/2014/main" id="{711B49D0-8F1C-42C1-90F5-6B11CD63E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292"/>
              <a:ext cx="32" cy="4"/>
            </a:xfrm>
            <a:custGeom>
              <a:avLst/>
              <a:gdLst>
                <a:gd name="T0" fmla="*/ 0 w 16"/>
                <a:gd name="T1" fmla="*/ 0 h 2"/>
                <a:gd name="T2" fmla="*/ 128 w 1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6" y="1"/>
                    <a:pt x="10" y="2"/>
                    <a:pt x="16" y="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32" name="Freeform 7019">
              <a:extLst>
                <a:ext uri="{FF2B5EF4-FFF2-40B4-BE49-F238E27FC236}">
                  <a16:creationId xmlns:a16="http://schemas.microsoft.com/office/drawing/2014/main" id="{ED7F8213-AD7D-4AE6-82FA-B22EDE914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308"/>
              <a:ext cx="32" cy="50"/>
            </a:xfrm>
            <a:custGeom>
              <a:avLst/>
              <a:gdLst>
                <a:gd name="T0" fmla="*/ 24 w 16"/>
                <a:gd name="T1" fmla="*/ 0 h 25"/>
                <a:gd name="T2" fmla="*/ 80 w 16"/>
                <a:gd name="T3" fmla="*/ 184 h 25"/>
                <a:gd name="T4" fmla="*/ 128 w 16"/>
                <a:gd name="T5" fmla="*/ 18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3" y="0"/>
                  </a:moveTo>
                  <a:cubicBezTo>
                    <a:pt x="9" y="8"/>
                    <a:pt x="0" y="17"/>
                    <a:pt x="10" y="23"/>
                  </a:cubicBezTo>
                  <a:cubicBezTo>
                    <a:pt x="13" y="25"/>
                    <a:pt x="13" y="25"/>
                    <a:pt x="16" y="23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33" name="Freeform 7020">
              <a:extLst>
                <a:ext uri="{FF2B5EF4-FFF2-40B4-BE49-F238E27FC236}">
                  <a16:creationId xmlns:a16="http://schemas.microsoft.com/office/drawing/2014/main" id="{9FDC2321-432F-4DFA-A579-6D8408C3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294"/>
              <a:ext cx="34" cy="56"/>
            </a:xfrm>
            <a:custGeom>
              <a:avLst/>
              <a:gdLst>
                <a:gd name="T0" fmla="*/ 136 w 17"/>
                <a:gd name="T1" fmla="*/ 224 h 28"/>
                <a:gd name="T2" fmla="*/ 32 w 17"/>
                <a:gd name="T3" fmla="*/ 160 h 28"/>
                <a:gd name="T4" fmla="*/ 0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7" y="28"/>
                  </a:moveTo>
                  <a:cubicBezTo>
                    <a:pt x="9" y="28"/>
                    <a:pt x="6" y="27"/>
                    <a:pt x="4" y="20"/>
                  </a:cubicBezTo>
                  <a:cubicBezTo>
                    <a:pt x="1" y="13"/>
                    <a:pt x="0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34" name="Freeform 7021">
              <a:extLst>
                <a:ext uri="{FF2B5EF4-FFF2-40B4-BE49-F238E27FC236}">
                  <a16:creationId xmlns:a16="http://schemas.microsoft.com/office/drawing/2014/main" id="{C5A62B11-0CE3-4D3D-9F62-5831F8C30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296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56 w 7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1"/>
                    <a:pt x="5" y="3"/>
                    <a:pt x="7" y="5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35" name="Freeform 7022">
              <a:extLst>
                <a:ext uri="{FF2B5EF4-FFF2-40B4-BE49-F238E27FC236}">
                  <a16:creationId xmlns:a16="http://schemas.microsoft.com/office/drawing/2014/main" id="{840CD15D-0E26-4733-86C2-00386E06A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244"/>
              <a:ext cx="12" cy="14"/>
            </a:xfrm>
            <a:custGeom>
              <a:avLst/>
              <a:gdLst>
                <a:gd name="T0" fmla="*/ 0 w 6"/>
                <a:gd name="T1" fmla="*/ 56 h 7"/>
                <a:gd name="T2" fmla="*/ 4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4" y="6"/>
                    <a:pt x="5" y="3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36" name="Freeform 7023">
              <a:extLst>
                <a:ext uri="{FF2B5EF4-FFF2-40B4-BE49-F238E27FC236}">
                  <a16:creationId xmlns:a16="http://schemas.microsoft.com/office/drawing/2014/main" id="{2D647001-22EF-48A0-A50C-36D7D8CF0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242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3" y="2"/>
                    <a:pt x="5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37" name="Freeform 7024">
              <a:extLst>
                <a:ext uri="{FF2B5EF4-FFF2-40B4-BE49-F238E27FC236}">
                  <a16:creationId xmlns:a16="http://schemas.microsoft.com/office/drawing/2014/main" id="{18CB7420-431D-40FE-BF20-B1089C941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3436"/>
              <a:ext cx="38" cy="48"/>
            </a:xfrm>
            <a:custGeom>
              <a:avLst/>
              <a:gdLst>
                <a:gd name="T0" fmla="*/ 0 w 19"/>
                <a:gd name="T1" fmla="*/ 0 h 24"/>
                <a:gd name="T2" fmla="*/ 56 w 19"/>
                <a:gd name="T3" fmla="*/ 96 h 24"/>
                <a:gd name="T4" fmla="*/ 96 w 19"/>
                <a:gd name="T5" fmla="*/ 176 h 24"/>
                <a:gd name="T6" fmla="*/ 152 w 19"/>
                <a:gd name="T7" fmla="*/ 17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0"/>
                  </a:moveTo>
                  <a:cubicBezTo>
                    <a:pt x="1" y="5"/>
                    <a:pt x="5" y="6"/>
                    <a:pt x="7" y="12"/>
                  </a:cubicBezTo>
                  <a:cubicBezTo>
                    <a:pt x="8" y="15"/>
                    <a:pt x="9" y="20"/>
                    <a:pt x="12" y="22"/>
                  </a:cubicBezTo>
                  <a:cubicBezTo>
                    <a:pt x="15" y="24"/>
                    <a:pt x="16" y="22"/>
                    <a:pt x="19" y="22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38" name="Freeform 7025">
              <a:extLst>
                <a:ext uri="{FF2B5EF4-FFF2-40B4-BE49-F238E27FC236}">
                  <a16:creationId xmlns:a16="http://schemas.microsoft.com/office/drawing/2014/main" id="{810CD37A-EC8F-4ECC-912F-1E081C383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3482"/>
              <a:ext cx="54" cy="66"/>
            </a:xfrm>
            <a:custGeom>
              <a:avLst/>
              <a:gdLst>
                <a:gd name="T0" fmla="*/ 48 w 27"/>
                <a:gd name="T1" fmla="*/ 0 h 33"/>
                <a:gd name="T2" fmla="*/ 136 w 27"/>
                <a:gd name="T3" fmla="*/ 216 h 33"/>
                <a:gd name="T4" fmla="*/ 216 w 27"/>
                <a:gd name="T5" fmla="*/ 23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6" y="0"/>
                  </a:moveTo>
                  <a:cubicBezTo>
                    <a:pt x="0" y="6"/>
                    <a:pt x="14" y="22"/>
                    <a:pt x="17" y="27"/>
                  </a:cubicBezTo>
                  <a:cubicBezTo>
                    <a:pt x="21" y="32"/>
                    <a:pt x="22" y="33"/>
                    <a:pt x="27" y="29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39" name="Freeform 7026">
              <a:extLst>
                <a:ext uri="{FF2B5EF4-FFF2-40B4-BE49-F238E27FC236}">
                  <a16:creationId xmlns:a16="http://schemas.microsoft.com/office/drawing/2014/main" id="{2A6DAAEC-A124-4B95-A3A2-FB923EDAA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544"/>
              <a:ext cx="60" cy="54"/>
            </a:xfrm>
            <a:custGeom>
              <a:avLst/>
              <a:gdLst>
                <a:gd name="T0" fmla="*/ 48 w 30"/>
                <a:gd name="T1" fmla="*/ 0 h 27"/>
                <a:gd name="T2" fmla="*/ 152 w 30"/>
                <a:gd name="T3" fmla="*/ 192 h 27"/>
                <a:gd name="T4" fmla="*/ 216 w 30"/>
                <a:gd name="T5" fmla="*/ 200 h 27"/>
                <a:gd name="T6" fmla="*/ 240 w 30"/>
                <a:gd name="T7" fmla="*/ 18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7">
                  <a:moveTo>
                    <a:pt x="6" y="0"/>
                  </a:moveTo>
                  <a:cubicBezTo>
                    <a:pt x="0" y="4"/>
                    <a:pt x="15" y="20"/>
                    <a:pt x="19" y="24"/>
                  </a:cubicBezTo>
                  <a:cubicBezTo>
                    <a:pt x="22" y="26"/>
                    <a:pt x="23" y="27"/>
                    <a:pt x="27" y="25"/>
                  </a:cubicBezTo>
                  <a:cubicBezTo>
                    <a:pt x="29" y="24"/>
                    <a:pt x="29" y="25"/>
                    <a:pt x="30" y="23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40" name="Freeform 7027">
              <a:extLst>
                <a:ext uri="{FF2B5EF4-FFF2-40B4-BE49-F238E27FC236}">
                  <a16:creationId xmlns:a16="http://schemas.microsoft.com/office/drawing/2014/main" id="{DE7C42E7-A1BC-404B-AA37-3C55601F7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416"/>
              <a:ext cx="22" cy="56"/>
            </a:xfrm>
            <a:custGeom>
              <a:avLst/>
              <a:gdLst>
                <a:gd name="T0" fmla="*/ 16 w 11"/>
                <a:gd name="T1" fmla="*/ 0 h 28"/>
                <a:gd name="T2" fmla="*/ 80 w 11"/>
                <a:gd name="T3" fmla="*/ 152 h 28"/>
                <a:gd name="T4" fmla="*/ 0 w 11"/>
                <a:gd name="T5" fmla="*/ 22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2" y="0"/>
                  </a:moveTo>
                  <a:cubicBezTo>
                    <a:pt x="5" y="5"/>
                    <a:pt x="10" y="13"/>
                    <a:pt x="10" y="19"/>
                  </a:cubicBezTo>
                  <a:cubicBezTo>
                    <a:pt x="11" y="26"/>
                    <a:pt x="4" y="24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41" name="Freeform 7028">
              <a:extLst>
                <a:ext uri="{FF2B5EF4-FFF2-40B4-BE49-F238E27FC236}">
                  <a16:creationId xmlns:a16="http://schemas.microsoft.com/office/drawing/2014/main" id="{9BCFAE6C-C36A-4ADF-9781-7DB30A54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448"/>
              <a:ext cx="32" cy="12"/>
            </a:xfrm>
            <a:custGeom>
              <a:avLst/>
              <a:gdLst>
                <a:gd name="T0" fmla="*/ 0 w 16"/>
                <a:gd name="T1" fmla="*/ 24 h 6"/>
                <a:gd name="T2" fmla="*/ 128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3"/>
                  </a:moveTo>
                  <a:cubicBezTo>
                    <a:pt x="4" y="6"/>
                    <a:pt x="13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42" name="Freeform 7029">
              <a:extLst>
                <a:ext uri="{FF2B5EF4-FFF2-40B4-BE49-F238E27FC236}">
                  <a16:creationId xmlns:a16="http://schemas.microsoft.com/office/drawing/2014/main" id="{F2D9E4F9-8557-4161-8375-CF5AD9D96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414"/>
              <a:ext cx="18" cy="10"/>
            </a:xfrm>
            <a:custGeom>
              <a:avLst/>
              <a:gdLst>
                <a:gd name="T0" fmla="*/ 0 w 9"/>
                <a:gd name="T1" fmla="*/ 40 h 5"/>
                <a:gd name="T2" fmla="*/ 7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2"/>
                    <a:pt x="6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43" name="Freeform 7030">
              <a:extLst>
                <a:ext uri="{FF2B5EF4-FFF2-40B4-BE49-F238E27FC236}">
                  <a16:creationId xmlns:a16="http://schemas.microsoft.com/office/drawing/2014/main" id="{BFCCD77D-41AB-43D4-B4E0-325D33802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458"/>
              <a:ext cx="28" cy="58"/>
            </a:xfrm>
            <a:custGeom>
              <a:avLst/>
              <a:gdLst>
                <a:gd name="T0" fmla="*/ 24 w 14"/>
                <a:gd name="T1" fmla="*/ 0 h 29"/>
                <a:gd name="T2" fmla="*/ 72 w 14"/>
                <a:gd name="T3" fmla="*/ 96 h 29"/>
                <a:gd name="T4" fmla="*/ 104 w 14"/>
                <a:gd name="T5" fmla="*/ 176 h 29"/>
                <a:gd name="T6" fmla="*/ 0 w 14"/>
                <a:gd name="T7" fmla="*/ 2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9">
                  <a:moveTo>
                    <a:pt x="3" y="0"/>
                  </a:moveTo>
                  <a:cubicBezTo>
                    <a:pt x="6" y="3"/>
                    <a:pt x="7" y="8"/>
                    <a:pt x="9" y="12"/>
                  </a:cubicBezTo>
                  <a:cubicBezTo>
                    <a:pt x="10" y="15"/>
                    <a:pt x="14" y="18"/>
                    <a:pt x="13" y="22"/>
                  </a:cubicBezTo>
                  <a:cubicBezTo>
                    <a:pt x="12" y="25"/>
                    <a:pt x="4" y="2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44" name="Freeform 7031">
              <a:extLst>
                <a:ext uri="{FF2B5EF4-FFF2-40B4-BE49-F238E27FC236}">
                  <a16:creationId xmlns:a16="http://schemas.microsoft.com/office/drawing/2014/main" id="{AA8260C7-7460-41AD-817B-8B9F5E664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3494"/>
              <a:ext cx="18" cy="6"/>
            </a:xfrm>
            <a:custGeom>
              <a:avLst/>
              <a:gdLst>
                <a:gd name="T0" fmla="*/ 0 w 9"/>
                <a:gd name="T1" fmla="*/ 24 h 3"/>
                <a:gd name="T2" fmla="*/ 7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8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45" name="Freeform 7032">
              <a:extLst>
                <a:ext uri="{FF2B5EF4-FFF2-40B4-BE49-F238E27FC236}">
                  <a16:creationId xmlns:a16="http://schemas.microsoft.com/office/drawing/2014/main" id="{601754E3-9983-4E89-93AE-5890BB243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3512"/>
              <a:ext cx="24" cy="54"/>
            </a:xfrm>
            <a:custGeom>
              <a:avLst/>
              <a:gdLst>
                <a:gd name="T0" fmla="*/ 0 w 12"/>
                <a:gd name="T1" fmla="*/ 0 h 27"/>
                <a:gd name="T2" fmla="*/ 96 w 12"/>
                <a:gd name="T3" fmla="*/ 152 h 27"/>
                <a:gd name="T4" fmla="*/ 32 w 12"/>
                <a:gd name="T5" fmla="*/ 21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0" y="0"/>
                  </a:moveTo>
                  <a:cubicBezTo>
                    <a:pt x="3" y="5"/>
                    <a:pt x="12" y="14"/>
                    <a:pt x="12" y="19"/>
                  </a:cubicBezTo>
                  <a:cubicBezTo>
                    <a:pt x="12" y="22"/>
                    <a:pt x="6" y="26"/>
                    <a:pt x="4" y="27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46" name="Freeform 7033">
              <a:extLst>
                <a:ext uri="{FF2B5EF4-FFF2-40B4-BE49-F238E27FC236}">
                  <a16:creationId xmlns:a16="http://schemas.microsoft.com/office/drawing/2014/main" id="{36F9550F-F911-4577-A4E9-4741EC22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3530"/>
              <a:ext cx="28" cy="14"/>
            </a:xfrm>
            <a:custGeom>
              <a:avLst/>
              <a:gdLst>
                <a:gd name="T0" fmla="*/ 0 w 14"/>
                <a:gd name="T1" fmla="*/ 56 h 7"/>
                <a:gd name="T2" fmla="*/ 112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5" y="7"/>
                    <a:pt x="12" y="4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47" name="Freeform 7034">
              <a:extLst>
                <a:ext uri="{FF2B5EF4-FFF2-40B4-BE49-F238E27FC236}">
                  <a16:creationId xmlns:a16="http://schemas.microsoft.com/office/drawing/2014/main" id="{42B6AC85-A8CD-4252-9C46-971EA54B9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538"/>
              <a:ext cx="14" cy="16"/>
            </a:xfrm>
            <a:custGeom>
              <a:avLst/>
              <a:gdLst>
                <a:gd name="T0" fmla="*/ 0 w 7"/>
                <a:gd name="T1" fmla="*/ 0 h 8"/>
                <a:gd name="T2" fmla="*/ 56 w 7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2"/>
                    <a:pt x="5" y="5"/>
                    <a:pt x="7" y="8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48" name="Freeform 7035">
              <a:extLst>
                <a:ext uri="{FF2B5EF4-FFF2-40B4-BE49-F238E27FC236}">
                  <a16:creationId xmlns:a16="http://schemas.microsoft.com/office/drawing/2014/main" id="{27D8B4DE-511D-482B-A0E4-54E027B8D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554"/>
              <a:ext cx="52" cy="40"/>
            </a:xfrm>
            <a:custGeom>
              <a:avLst/>
              <a:gdLst>
                <a:gd name="T0" fmla="*/ 0 w 26"/>
                <a:gd name="T1" fmla="*/ 0 h 20"/>
                <a:gd name="T2" fmla="*/ 128 w 26"/>
                <a:gd name="T3" fmla="*/ 160 h 20"/>
                <a:gd name="T4" fmla="*/ 200 w 26"/>
                <a:gd name="T5" fmla="*/ 1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0"/>
                  </a:moveTo>
                  <a:cubicBezTo>
                    <a:pt x="3" y="6"/>
                    <a:pt x="7" y="19"/>
                    <a:pt x="16" y="20"/>
                  </a:cubicBezTo>
                  <a:cubicBezTo>
                    <a:pt x="19" y="20"/>
                    <a:pt x="26" y="16"/>
                    <a:pt x="25" y="1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49" name="Freeform 7036">
              <a:extLst>
                <a:ext uri="{FF2B5EF4-FFF2-40B4-BE49-F238E27FC236}">
                  <a16:creationId xmlns:a16="http://schemas.microsoft.com/office/drawing/2014/main" id="{F258E085-E1EE-4F9E-8956-A4F59BC89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594"/>
              <a:ext cx="16" cy="14"/>
            </a:xfrm>
            <a:custGeom>
              <a:avLst/>
              <a:gdLst>
                <a:gd name="T0" fmla="*/ 64 w 8"/>
                <a:gd name="T1" fmla="*/ 0 h 7"/>
                <a:gd name="T2" fmla="*/ 0 w 8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7" y="2"/>
                    <a:pt x="2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50" name="Freeform 7037">
              <a:extLst>
                <a:ext uri="{FF2B5EF4-FFF2-40B4-BE49-F238E27FC236}">
                  <a16:creationId xmlns:a16="http://schemas.microsoft.com/office/drawing/2014/main" id="{AD4FE2D6-F20E-4A4B-8CB7-EA2BECF22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596"/>
              <a:ext cx="56" cy="46"/>
            </a:xfrm>
            <a:custGeom>
              <a:avLst/>
              <a:gdLst>
                <a:gd name="T0" fmla="*/ 0 w 28"/>
                <a:gd name="T1" fmla="*/ 0 h 23"/>
                <a:gd name="T2" fmla="*/ 56 w 28"/>
                <a:gd name="T3" fmla="*/ 96 h 23"/>
                <a:gd name="T4" fmla="*/ 128 w 28"/>
                <a:gd name="T5" fmla="*/ 168 h 23"/>
                <a:gd name="T6" fmla="*/ 224 w 28"/>
                <a:gd name="T7" fmla="*/ 12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3">
                  <a:moveTo>
                    <a:pt x="0" y="0"/>
                  </a:moveTo>
                  <a:cubicBezTo>
                    <a:pt x="3" y="4"/>
                    <a:pt x="4" y="8"/>
                    <a:pt x="7" y="12"/>
                  </a:cubicBezTo>
                  <a:cubicBezTo>
                    <a:pt x="9" y="14"/>
                    <a:pt x="13" y="20"/>
                    <a:pt x="16" y="21"/>
                  </a:cubicBezTo>
                  <a:cubicBezTo>
                    <a:pt x="21" y="23"/>
                    <a:pt x="25" y="18"/>
                    <a:pt x="28" y="15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51" name="Freeform 7038">
              <a:extLst>
                <a:ext uri="{FF2B5EF4-FFF2-40B4-BE49-F238E27FC236}">
                  <a16:creationId xmlns:a16="http://schemas.microsoft.com/office/drawing/2014/main" id="{29CC562B-8BDB-4D90-B5DA-D59E4D4B3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640"/>
              <a:ext cx="48" cy="34"/>
            </a:xfrm>
            <a:custGeom>
              <a:avLst/>
              <a:gdLst>
                <a:gd name="T0" fmla="*/ 0 w 24"/>
                <a:gd name="T1" fmla="*/ 0 h 17"/>
                <a:gd name="T2" fmla="*/ 144 w 24"/>
                <a:gd name="T3" fmla="*/ 128 h 17"/>
                <a:gd name="T4" fmla="*/ 192 w 24"/>
                <a:gd name="T5" fmla="*/ 9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2" y="4"/>
                    <a:pt x="11" y="17"/>
                    <a:pt x="18" y="16"/>
                  </a:cubicBezTo>
                  <a:cubicBezTo>
                    <a:pt x="21" y="16"/>
                    <a:pt x="23" y="14"/>
                    <a:pt x="24" y="12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52" name="Freeform 7039">
              <a:extLst>
                <a:ext uri="{FF2B5EF4-FFF2-40B4-BE49-F238E27FC236}">
                  <a16:creationId xmlns:a16="http://schemas.microsoft.com/office/drawing/2014/main" id="{922A1F70-B835-4EAA-A16D-10ADEBE9E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3672"/>
              <a:ext cx="58" cy="40"/>
            </a:xfrm>
            <a:custGeom>
              <a:avLst/>
              <a:gdLst>
                <a:gd name="T0" fmla="*/ 0 w 29"/>
                <a:gd name="T1" fmla="*/ 0 h 20"/>
                <a:gd name="T2" fmla="*/ 176 w 29"/>
                <a:gd name="T3" fmla="*/ 160 h 20"/>
                <a:gd name="T4" fmla="*/ 232 w 29"/>
                <a:gd name="T5" fmla="*/ 1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0"/>
                  </a:moveTo>
                  <a:cubicBezTo>
                    <a:pt x="1" y="5"/>
                    <a:pt x="15" y="19"/>
                    <a:pt x="22" y="20"/>
                  </a:cubicBezTo>
                  <a:cubicBezTo>
                    <a:pt x="25" y="20"/>
                    <a:pt x="28" y="16"/>
                    <a:pt x="29" y="1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53" name="Freeform 7040">
              <a:extLst>
                <a:ext uri="{FF2B5EF4-FFF2-40B4-BE49-F238E27FC236}">
                  <a16:creationId xmlns:a16="http://schemas.microsoft.com/office/drawing/2014/main" id="{4AD769EB-F837-447B-8320-E58671336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3596"/>
              <a:ext cx="52" cy="38"/>
            </a:xfrm>
            <a:custGeom>
              <a:avLst/>
              <a:gdLst>
                <a:gd name="T0" fmla="*/ 0 w 26"/>
                <a:gd name="T1" fmla="*/ 0 h 19"/>
                <a:gd name="T2" fmla="*/ 112 w 26"/>
                <a:gd name="T3" fmla="*/ 144 h 19"/>
                <a:gd name="T4" fmla="*/ 208 w 26"/>
                <a:gd name="T5" fmla="*/ 9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cubicBezTo>
                    <a:pt x="1" y="4"/>
                    <a:pt x="8" y="16"/>
                    <a:pt x="14" y="18"/>
                  </a:cubicBezTo>
                  <a:cubicBezTo>
                    <a:pt x="18" y="19"/>
                    <a:pt x="26" y="15"/>
                    <a:pt x="26" y="12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54" name="Freeform 7041">
              <a:extLst>
                <a:ext uri="{FF2B5EF4-FFF2-40B4-BE49-F238E27FC236}">
                  <a16:creationId xmlns:a16="http://schemas.microsoft.com/office/drawing/2014/main" id="{5C2C9D1D-EF8A-451B-95AC-3D14EC129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632"/>
              <a:ext cx="62" cy="42"/>
            </a:xfrm>
            <a:custGeom>
              <a:avLst/>
              <a:gdLst>
                <a:gd name="T0" fmla="*/ 0 w 31"/>
                <a:gd name="T1" fmla="*/ 0 h 21"/>
                <a:gd name="T2" fmla="*/ 160 w 31"/>
                <a:gd name="T3" fmla="*/ 168 h 21"/>
                <a:gd name="T4" fmla="*/ 248 w 31"/>
                <a:gd name="T5" fmla="*/ 11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2" y="5"/>
                    <a:pt x="13" y="21"/>
                    <a:pt x="20" y="21"/>
                  </a:cubicBezTo>
                  <a:cubicBezTo>
                    <a:pt x="22" y="21"/>
                    <a:pt x="31" y="15"/>
                    <a:pt x="31" y="1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55" name="Freeform 7042">
              <a:extLst>
                <a:ext uri="{FF2B5EF4-FFF2-40B4-BE49-F238E27FC236}">
                  <a16:creationId xmlns:a16="http://schemas.microsoft.com/office/drawing/2014/main" id="{FA08AB85-EBB3-450C-B17B-5F3404218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3676"/>
              <a:ext cx="58" cy="34"/>
            </a:xfrm>
            <a:custGeom>
              <a:avLst/>
              <a:gdLst>
                <a:gd name="T0" fmla="*/ 0 w 29"/>
                <a:gd name="T1" fmla="*/ 0 h 17"/>
                <a:gd name="T2" fmla="*/ 152 w 29"/>
                <a:gd name="T3" fmla="*/ 136 h 17"/>
                <a:gd name="T4" fmla="*/ 232 w 29"/>
                <a:gd name="T5" fmla="*/ 8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cubicBezTo>
                    <a:pt x="2" y="5"/>
                    <a:pt x="12" y="16"/>
                    <a:pt x="19" y="17"/>
                  </a:cubicBezTo>
                  <a:cubicBezTo>
                    <a:pt x="23" y="17"/>
                    <a:pt x="29" y="12"/>
                    <a:pt x="29" y="1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56" name="Freeform 7043">
              <a:extLst>
                <a:ext uri="{FF2B5EF4-FFF2-40B4-BE49-F238E27FC236}">
                  <a16:creationId xmlns:a16="http://schemas.microsoft.com/office/drawing/2014/main" id="{3FA5F675-C252-427A-8231-B01EE4386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3644"/>
              <a:ext cx="20" cy="14"/>
            </a:xfrm>
            <a:custGeom>
              <a:avLst/>
              <a:gdLst>
                <a:gd name="T0" fmla="*/ 80 w 10"/>
                <a:gd name="T1" fmla="*/ 0 h 7"/>
                <a:gd name="T2" fmla="*/ 0 w 10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7" y="2"/>
                    <a:pt x="4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57" name="Freeform 7044">
              <a:extLst>
                <a:ext uri="{FF2B5EF4-FFF2-40B4-BE49-F238E27FC236}">
                  <a16:creationId xmlns:a16="http://schemas.microsoft.com/office/drawing/2014/main" id="{04FC020C-7423-4A08-B103-EFE098147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688"/>
              <a:ext cx="22" cy="14"/>
            </a:xfrm>
            <a:custGeom>
              <a:avLst/>
              <a:gdLst>
                <a:gd name="T0" fmla="*/ 88 w 11"/>
                <a:gd name="T1" fmla="*/ 0 h 7"/>
                <a:gd name="T2" fmla="*/ 0 w 1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9" y="4"/>
                    <a:pt x="2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58" name="Freeform 7045">
              <a:extLst>
                <a:ext uri="{FF2B5EF4-FFF2-40B4-BE49-F238E27FC236}">
                  <a16:creationId xmlns:a16="http://schemas.microsoft.com/office/drawing/2014/main" id="{518D719F-4B1B-4BFA-9668-3DC32316D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3670"/>
              <a:ext cx="20" cy="18"/>
            </a:xfrm>
            <a:custGeom>
              <a:avLst/>
              <a:gdLst>
                <a:gd name="T0" fmla="*/ 0 w 10"/>
                <a:gd name="T1" fmla="*/ 0 h 9"/>
                <a:gd name="T2" fmla="*/ 80 w 10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2" y="5"/>
                    <a:pt x="6" y="6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59" name="Freeform 7046">
              <a:extLst>
                <a:ext uri="{FF2B5EF4-FFF2-40B4-BE49-F238E27FC236}">
                  <a16:creationId xmlns:a16="http://schemas.microsoft.com/office/drawing/2014/main" id="{4C8C8463-DE27-4E90-9C41-9275827DD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3638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3"/>
                    <a:pt x="4" y="6"/>
                    <a:pt x="8" y="7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60" name="Freeform 7047">
              <a:extLst>
                <a:ext uri="{FF2B5EF4-FFF2-40B4-BE49-F238E27FC236}">
                  <a16:creationId xmlns:a16="http://schemas.microsoft.com/office/drawing/2014/main" id="{0321E29C-7E99-4FEB-8C7B-AD864DEA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592"/>
              <a:ext cx="6" cy="18"/>
            </a:xfrm>
            <a:custGeom>
              <a:avLst/>
              <a:gdLst>
                <a:gd name="T0" fmla="*/ 16 w 3"/>
                <a:gd name="T1" fmla="*/ 72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2" y="9"/>
                  </a:moveTo>
                  <a:cubicBezTo>
                    <a:pt x="1" y="5"/>
                    <a:pt x="0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61" name="Freeform 7048">
              <a:extLst>
                <a:ext uri="{FF2B5EF4-FFF2-40B4-BE49-F238E27FC236}">
                  <a16:creationId xmlns:a16="http://schemas.microsoft.com/office/drawing/2014/main" id="{38CFB68F-2B60-4DA2-8D89-89358ACDF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3712"/>
              <a:ext cx="56" cy="28"/>
            </a:xfrm>
            <a:custGeom>
              <a:avLst/>
              <a:gdLst>
                <a:gd name="T0" fmla="*/ 0 w 28"/>
                <a:gd name="T1" fmla="*/ 0 h 14"/>
                <a:gd name="T2" fmla="*/ 152 w 28"/>
                <a:gd name="T3" fmla="*/ 96 h 14"/>
                <a:gd name="T4" fmla="*/ 224 w 28"/>
                <a:gd name="T5" fmla="*/ 3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cubicBezTo>
                    <a:pt x="7" y="9"/>
                    <a:pt x="16" y="14"/>
                    <a:pt x="19" y="12"/>
                  </a:cubicBezTo>
                  <a:cubicBezTo>
                    <a:pt x="22" y="11"/>
                    <a:pt x="28" y="4"/>
                    <a:pt x="28" y="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62" name="Freeform 7049">
              <a:extLst>
                <a:ext uri="{FF2B5EF4-FFF2-40B4-BE49-F238E27FC236}">
                  <a16:creationId xmlns:a16="http://schemas.microsoft.com/office/drawing/2014/main" id="{47B5CBAC-DE3F-4F7A-964F-0BFF67BE3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3710"/>
              <a:ext cx="18" cy="34"/>
            </a:xfrm>
            <a:custGeom>
              <a:avLst/>
              <a:gdLst>
                <a:gd name="T0" fmla="*/ 24 w 9"/>
                <a:gd name="T1" fmla="*/ 0 h 17"/>
                <a:gd name="T2" fmla="*/ 64 w 9"/>
                <a:gd name="T3" fmla="*/ 48 h 17"/>
                <a:gd name="T4" fmla="*/ 0 w 9"/>
                <a:gd name="T5" fmla="*/ 1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8" y="3"/>
                    <a:pt x="9" y="5"/>
                    <a:pt x="8" y="6"/>
                  </a:cubicBezTo>
                  <a:cubicBezTo>
                    <a:pt x="8" y="7"/>
                    <a:pt x="0" y="17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63" name="Freeform 7050">
              <a:extLst>
                <a:ext uri="{FF2B5EF4-FFF2-40B4-BE49-F238E27FC236}">
                  <a16:creationId xmlns:a16="http://schemas.microsoft.com/office/drawing/2014/main" id="{92F9D518-B10E-4056-A7E9-235CDFCD3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3722"/>
              <a:ext cx="48" cy="38"/>
            </a:xfrm>
            <a:custGeom>
              <a:avLst/>
              <a:gdLst>
                <a:gd name="T0" fmla="*/ 0 w 24"/>
                <a:gd name="T1" fmla="*/ 0 h 19"/>
                <a:gd name="T2" fmla="*/ 192 w 24"/>
                <a:gd name="T3" fmla="*/ 1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0" y="0"/>
                  </a:moveTo>
                  <a:cubicBezTo>
                    <a:pt x="8" y="4"/>
                    <a:pt x="23" y="18"/>
                    <a:pt x="24" y="19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64" name="Freeform 7051">
              <a:extLst>
                <a:ext uri="{FF2B5EF4-FFF2-40B4-BE49-F238E27FC236}">
                  <a16:creationId xmlns:a16="http://schemas.microsoft.com/office/drawing/2014/main" id="{373D4696-E00D-436C-8B1B-273C6E947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732"/>
              <a:ext cx="18" cy="16"/>
            </a:xfrm>
            <a:custGeom>
              <a:avLst/>
              <a:gdLst>
                <a:gd name="T0" fmla="*/ 0 w 9"/>
                <a:gd name="T1" fmla="*/ 64 h 8"/>
                <a:gd name="T2" fmla="*/ 72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5" y="5"/>
                    <a:pt x="9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65" name="Freeform 7052">
              <a:extLst>
                <a:ext uri="{FF2B5EF4-FFF2-40B4-BE49-F238E27FC236}">
                  <a16:creationId xmlns:a16="http://schemas.microsoft.com/office/drawing/2014/main" id="{50955F4A-9613-461A-825E-C1DE57440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3756"/>
              <a:ext cx="4" cy="12"/>
            </a:xfrm>
            <a:custGeom>
              <a:avLst/>
              <a:gdLst>
                <a:gd name="T0" fmla="*/ 0 w 2"/>
                <a:gd name="T1" fmla="*/ 48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3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66" name="Freeform 7053">
              <a:extLst>
                <a:ext uri="{FF2B5EF4-FFF2-40B4-BE49-F238E27FC236}">
                  <a16:creationId xmlns:a16="http://schemas.microsoft.com/office/drawing/2014/main" id="{77DF001D-103C-4990-86D2-BBCC925DB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3746"/>
              <a:ext cx="46" cy="36"/>
            </a:xfrm>
            <a:custGeom>
              <a:avLst/>
              <a:gdLst>
                <a:gd name="T0" fmla="*/ 184 w 23"/>
                <a:gd name="T1" fmla="*/ 128 h 18"/>
                <a:gd name="T2" fmla="*/ 56 w 23"/>
                <a:gd name="T3" fmla="*/ 104 h 18"/>
                <a:gd name="T4" fmla="*/ 16 w 2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23" y="16"/>
                  </a:moveTo>
                  <a:cubicBezTo>
                    <a:pt x="16" y="18"/>
                    <a:pt x="11" y="17"/>
                    <a:pt x="7" y="13"/>
                  </a:cubicBezTo>
                  <a:cubicBezTo>
                    <a:pt x="0" y="7"/>
                    <a:pt x="0" y="7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67" name="Freeform 7054">
              <a:extLst>
                <a:ext uri="{FF2B5EF4-FFF2-40B4-BE49-F238E27FC236}">
                  <a16:creationId xmlns:a16="http://schemas.microsoft.com/office/drawing/2014/main" id="{0A8A2632-A92D-455E-BF52-D37C71E04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738"/>
              <a:ext cx="48" cy="26"/>
            </a:xfrm>
            <a:custGeom>
              <a:avLst/>
              <a:gdLst>
                <a:gd name="T0" fmla="*/ 192 w 24"/>
                <a:gd name="T1" fmla="*/ 104 h 13"/>
                <a:gd name="T2" fmla="*/ 0 w 2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24" y="13"/>
                  </a:moveTo>
                  <a:cubicBezTo>
                    <a:pt x="16" y="10"/>
                    <a:pt x="2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68" name="Freeform 7055">
              <a:extLst>
                <a:ext uri="{FF2B5EF4-FFF2-40B4-BE49-F238E27FC236}">
                  <a16:creationId xmlns:a16="http://schemas.microsoft.com/office/drawing/2014/main" id="{495873AC-2080-47E2-8FAB-29C9C3134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758"/>
              <a:ext cx="44" cy="36"/>
            </a:xfrm>
            <a:custGeom>
              <a:avLst/>
              <a:gdLst>
                <a:gd name="T0" fmla="*/ 176 w 22"/>
                <a:gd name="T1" fmla="*/ 144 h 18"/>
                <a:gd name="T2" fmla="*/ 24 w 22"/>
                <a:gd name="T3" fmla="*/ 88 h 18"/>
                <a:gd name="T4" fmla="*/ 24 w 2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22" y="18"/>
                  </a:moveTo>
                  <a:cubicBezTo>
                    <a:pt x="17" y="18"/>
                    <a:pt x="7" y="15"/>
                    <a:pt x="3" y="11"/>
                  </a:cubicBezTo>
                  <a:cubicBezTo>
                    <a:pt x="0" y="8"/>
                    <a:pt x="1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69" name="Freeform 7056">
              <a:extLst>
                <a:ext uri="{FF2B5EF4-FFF2-40B4-BE49-F238E27FC236}">
                  <a16:creationId xmlns:a16="http://schemas.microsoft.com/office/drawing/2014/main" id="{700DDD49-05CC-4796-94EC-66FDA5DA5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3762"/>
              <a:ext cx="46" cy="16"/>
            </a:xfrm>
            <a:custGeom>
              <a:avLst/>
              <a:gdLst>
                <a:gd name="T0" fmla="*/ 184 w 23"/>
                <a:gd name="T1" fmla="*/ 64 h 8"/>
                <a:gd name="T2" fmla="*/ 0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23" y="8"/>
                  </a:moveTo>
                  <a:cubicBezTo>
                    <a:pt x="16" y="8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70" name="Freeform 7057">
              <a:extLst>
                <a:ext uri="{FF2B5EF4-FFF2-40B4-BE49-F238E27FC236}">
                  <a16:creationId xmlns:a16="http://schemas.microsoft.com/office/drawing/2014/main" id="{B7DFB44B-14EE-44BD-A3A5-9B22A24D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3760"/>
              <a:ext cx="10" cy="18"/>
            </a:xfrm>
            <a:custGeom>
              <a:avLst/>
              <a:gdLst>
                <a:gd name="T0" fmla="*/ 40 w 5"/>
                <a:gd name="T1" fmla="*/ 0 h 9"/>
                <a:gd name="T2" fmla="*/ 0 w 5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3"/>
                    <a:pt x="3" y="7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71" name="Freeform 7058">
              <a:extLst>
                <a:ext uri="{FF2B5EF4-FFF2-40B4-BE49-F238E27FC236}">
                  <a16:creationId xmlns:a16="http://schemas.microsoft.com/office/drawing/2014/main" id="{F8F5B59B-42E4-4E6E-A442-2C1C5B202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3788"/>
              <a:ext cx="6" cy="16"/>
            </a:xfrm>
            <a:custGeom>
              <a:avLst/>
              <a:gdLst>
                <a:gd name="T0" fmla="*/ 24 w 3"/>
                <a:gd name="T1" fmla="*/ 0 h 8"/>
                <a:gd name="T2" fmla="*/ 0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2"/>
                    <a:pt x="1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72" name="Freeform 7059">
              <a:extLst>
                <a:ext uri="{FF2B5EF4-FFF2-40B4-BE49-F238E27FC236}">
                  <a16:creationId xmlns:a16="http://schemas.microsoft.com/office/drawing/2014/main" id="{DB3E66B9-B17E-47DC-8008-64D0FD4F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644"/>
              <a:ext cx="34" cy="34"/>
            </a:xfrm>
            <a:custGeom>
              <a:avLst/>
              <a:gdLst>
                <a:gd name="T0" fmla="*/ 0 w 17"/>
                <a:gd name="T1" fmla="*/ 136 h 17"/>
                <a:gd name="T2" fmla="*/ 80 w 17"/>
                <a:gd name="T3" fmla="*/ 48 h 17"/>
                <a:gd name="T4" fmla="*/ 136 w 1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3" y="13"/>
                    <a:pt x="6" y="9"/>
                    <a:pt x="10" y="6"/>
                  </a:cubicBezTo>
                  <a:cubicBezTo>
                    <a:pt x="13" y="4"/>
                    <a:pt x="15" y="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73" name="Freeform 7060">
              <a:extLst>
                <a:ext uri="{FF2B5EF4-FFF2-40B4-BE49-F238E27FC236}">
                  <a16:creationId xmlns:a16="http://schemas.microsoft.com/office/drawing/2014/main" id="{216ED314-D5E7-4769-AE54-AFB85DA52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660"/>
              <a:ext cx="44" cy="14"/>
            </a:xfrm>
            <a:custGeom>
              <a:avLst/>
              <a:gdLst>
                <a:gd name="T0" fmla="*/ 0 w 22"/>
                <a:gd name="T1" fmla="*/ 32 h 7"/>
                <a:gd name="T2" fmla="*/ 16 w 22"/>
                <a:gd name="T3" fmla="*/ 48 h 7"/>
                <a:gd name="T4" fmla="*/ 112 w 22"/>
                <a:gd name="T5" fmla="*/ 0 h 7"/>
                <a:gd name="T6" fmla="*/ 176 w 22"/>
                <a:gd name="T7" fmla="*/ 5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4"/>
                  </a:moveTo>
                  <a:cubicBezTo>
                    <a:pt x="1" y="5"/>
                    <a:pt x="2" y="5"/>
                    <a:pt x="2" y="6"/>
                  </a:cubicBezTo>
                  <a:cubicBezTo>
                    <a:pt x="5" y="5"/>
                    <a:pt x="11" y="0"/>
                    <a:pt x="14" y="0"/>
                  </a:cubicBezTo>
                  <a:cubicBezTo>
                    <a:pt x="17" y="1"/>
                    <a:pt x="21" y="6"/>
                    <a:pt x="22" y="7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74" name="Freeform 7061">
              <a:extLst>
                <a:ext uri="{FF2B5EF4-FFF2-40B4-BE49-F238E27FC236}">
                  <a16:creationId xmlns:a16="http://schemas.microsoft.com/office/drawing/2014/main" id="{047DC2E8-0C06-40B8-A842-13F1C9176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540"/>
              <a:ext cx="110" cy="120"/>
            </a:xfrm>
            <a:custGeom>
              <a:avLst/>
              <a:gdLst>
                <a:gd name="T0" fmla="*/ 0 w 55"/>
                <a:gd name="T1" fmla="*/ 480 h 60"/>
                <a:gd name="T2" fmla="*/ 152 w 55"/>
                <a:gd name="T3" fmla="*/ 392 h 60"/>
                <a:gd name="T4" fmla="*/ 272 w 55"/>
                <a:gd name="T5" fmla="*/ 248 h 60"/>
                <a:gd name="T6" fmla="*/ 288 w 55"/>
                <a:gd name="T7" fmla="*/ 240 h 60"/>
                <a:gd name="T8" fmla="*/ 304 w 55"/>
                <a:gd name="T9" fmla="*/ 184 h 60"/>
                <a:gd name="T10" fmla="*/ 368 w 55"/>
                <a:gd name="T11" fmla="*/ 112 h 60"/>
                <a:gd name="T12" fmla="*/ 440 w 55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60">
                  <a:moveTo>
                    <a:pt x="0" y="60"/>
                  </a:moveTo>
                  <a:cubicBezTo>
                    <a:pt x="4" y="58"/>
                    <a:pt x="14" y="46"/>
                    <a:pt x="19" y="49"/>
                  </a:cubicBezTo>
                  <a:cubicBezTo>
                    <a:pt x="19" y="39"/>
                    <a:pt x="27" y="37"/>
                    <a:pt x="34" y="31"/>
                  </a:cubicBezTo>
                  <a:cubicBezTo>
                    <a:pt x="34" y="31"/>
                    <a:pt x="35" y="31"/>
                    <a:pt x="36" y="30"/>
                  </a:cubicBezTo>
                  <a:cubicBezTo>
                    <a:pt x="37" y="29"/>
                    <a:pt x="37" y="25"/>
                    <a:pt x="38" y="23"/>
                  </a:cubicBezTo>
                  <a:cubicBezTo>
                    <a:pt x="40" y="21"/>
                    <a:pt x="44" y="14"/>
                    <a:pt x="46" y="14"/>
                  </a:cubicBezTo>
                  <a:cubicBezTo>
                    <a:pt x="50" y="10"/>
                    <a:pt x="51" y="4"/>
                    <a:pt x="55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75" name="Freeform 7062">
              <a:extLst>
                <a:ext uri="{FF2B5EF4-FFF2-40B4-BE49-F238E27FC236}">
                  <a16:creationId xmlns:a16="http://schemas.microsoft.com/office/drawing/2014/main" id="{BE429245-7AE0-4AAD-A8A2-D90D3107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3564"/>
              <a:ext cx="18" cy="12"/>
            </a:xfrm>
            <a:custGeom>
              <a:avLst/>
              <a:gdLst>
                <a:gd name="T0" fmla="*/ 72 w 9"/>
                <a:gd name="T1" fmla="*/ 48 h 6"/>
                <a:gd name="T2" fmla="*/ 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5" y="4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76" name="Freeform 7063">
              <a:extLst>
                <a:ext uri="{FF2B5EF4-FFF2-40B4-BE49-F238E27FC236}">
                  <a16:creationId xmlns:a16="http://schemas.microsoft.com/office/drawing/2014/main" id="{6803064A-7CEF-4708-BA30-84C89F60E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606"/>
              <a:ext cx="8" cy="10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2"/>
                    <a:pt x="3" y="3"/>
                    <a:pt x="4" y="5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77" name="Freeform 7064">
              <a:extLst>
                <a:ext uri="{FF2B5EF4-FFF2-40B4-BE49-F238E27FC236}">
                  <a16:creationId xmlns:a16="http://schemas.microsoft.com/office/drawing/2014/main" id="{3954C733-2C5A-43C1-98E8-CEE0DBAA1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640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3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78" name="Freeform 7065">
              <a:extLst>
                <a:ext uri="{FF2B5EF4-FFF2-40B4-BE49-F238E27FC236}">
                  <a16:creationId xmlns:a16="http://schemas.microsoft.com/office/drawing/2014/main" id="{C740C7C4-88B4-44E2-B1A1-AD5168D7C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3652"/>
              <a:ext cx="22" cy="20"/>
            </a:xfrm>
            <a:custGeom>
              <a:avLst/>
              <a:gdLst>
                <a:gd name="T0" fmla="*/ 0 w 11"/>
                <a:gd name="T1" fmla="*/ 8 h 10"/>
                <a:gd name="T2" fmla="*/ 88 w 11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"/>
                  </a:moveTo>
                  <a:cubicBezTo>
                    <a:pt x="4" y="0"/>
                    <a:pt x="9" y="7"/>
                    <a:pt x="11" y="1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79" name="Freeform 7066">
              <a:extLst>
                <a:ext uri="{FF2B5EF4-FFF2-40B4-BE49-F238E27FC236}">
                  <a16:creationId xmlns:a16="http://schemas.microsoft.com/office/drawing/2014/main" id="{DD6CC681-E171-4E96-AB24-C27BD0430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644"/>
              <a:ext cx="6" cy="12"/>
            </a:xfrm>
            <a:custGeom>
              <a:avLst/>
              <a:gdLst>
                <a:gd name="T0" fmla="*/ 8 w 3"/>
                <a:gd name="T1" fmla="*/ 48 h 6"/>
                <a:gd name="T2" fmla="*/ 24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80" name="Freeform 7067">
              <a:extLst>
                <a:ext uri="{FF2B5EF4-FFF2-40B4-BE49-F238E27FC236}">
                  <a16:creationId xmlns:a16="http://schemas.microsoft.com/office/drawing/2014/main" id="{4AF6B8F3-F0C2-45A4-92FA-204EFDDCF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272"/>
              <a:ext cx="12" cy="2"/>
            </a:xfrm>
            <a:custGeom>
              <a:avLst/>
              <a:gdLst>
                <a:gd name="T0" fmla="*/ 0 w 6"/>
                <a:gd name="T1" fmla="*/ 0 h 1"/>
                <a:gd name="T2" fmla="*/ 48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81" name="Freeform 7068">
              <a:extLst>
                <a:ext uri="{FF2B5EF4-FFF2-40B4-BE49-F238E27FC236}">
                  <a16:creationId xmlns:a16="http://schemas.microsoft.com/office/drawing/2014/main" id="{E5FDCA3C-2C0E-4491-82C4-99F98A297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226"/>
              <a:ext cx="18" cy="48"/>
            </a:xfrm>
            <a:custGeom>
              <a:avLst/>
              <a:gdLst>
                <a:gd name="T0" fmla="*/ 40 w 9"/>
                <a:gd name="T1" fmla="*/ 192 h 24"/>
                <a:gd name="T2" fmla="*/ 56 w 9"/>
                <a:gd name="T3" fmla="*/ 112 h 24"/>
                <a:gd name="T4" fmla="*/ 72 w 9"/>
                <a:gd name="T5" fmla="*/ 48 h 24"/>
                <a:gd name="T6" fmla="*/ 0 w 9"/>
                <a:gd name="T7" fmla="*/ 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4">
                  <a:moveTo>
                    <a:pt x="5" y="24"/>
                  </a:moveTo>
                  <a:cubicBezTo>
                    <a:pt x="7" y="22"/>
                    <a:pt x="6" y="18"/>
                    <a:pt x="7" y="14"/>
                  </a:cubicBezTo>
                  <a:cubicBezTo>
                    <a:pt x="7" y="11"/>
                    <a:pt x="9" y="9"/>
                    <a:pt x="9" y="6"/>
                  </a:cubicBezTo>
                  <a:cubicBezTo>
                    <a:pt x="8" y="1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82" name="Freeform 7069">
              <a:extLst>
                <a:ext uri="{FF2B5EF4-FFF2-40B4-BE49-F238E27FC236}">
                  <a16:creationId xmlns:a16="http://schemas.microsoft.com/office/drawing/2014/main" id="{126A0800-49F2-4201-B33C-E82D3790B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187"/>
              <a:ext cx="4" cy="45"/>
            </a:xfrm>
            <a:custGeom>
              <a:avLst/>
              <a:gdLst>
                <a:gd name="T0" fmla="*/ 0 w 2"/>
                <a:gd name="T1" fmla="*/ 188 h 22"/>
                <a:gd name="T2" fmla="*/ 8 w 2"/>
                <a:gd name="T3" fmla="*/ 51 h 22"/>
                <a:gd name="T4" fmla="*/ 8 w 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2">
                  <a:moveTo>
                    <a:pt x="0" y="22"/>
                  </a:moveTo>
                  <a:cubicBezTo>
                    <a:pt x="2" y="18"/>
                    <a:pt x="1" y="11"/>
                    <a:pt x="1" y="6"/>
                  </a:cubicBezTo>
                  <a:cubicBezTo>
                    <a:pt x="1" y="4"/>
                    <a:pt x="1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83" name="Freeform 7070">
              <a:extLst>
                <a:ext uri="{FF2B5EF4-FFF2-40B4-BE49-F238E27FC236}">
                  <a16:creationId xmlns:a16="http://schemas.microsoft.com/office/drawing/2014/main" id="{FA06004D-C339-452D-84D3-6B6E372CB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240"/>
              <a:ext cx="26" cy="40"/>
            </a:xfrm>
            <a:custGeom>
              <a:avLst/>
              <a:gdLst>
                <a:gd name="T0" fmla="*/ 80 w 13"/>
                <a:gd name="T1" fmla="*/ 160 h 20"/>
                <a:gd name="T2" fmla="*/ 88 w 13"/>
                <a:gd name="T3" fmla="*/ 32 h 20"/>
                <a:gd name="T4" fmla="*/ 0 w 13"/>
                <a:gd name="T5" fmla="*/ 2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0" y="20"/>
                  </a:moveTo>
                  <a:cubicBezTo>
                    <a:pt x="11" y="17"/>
                    <a:pt x="13" y="6"/>
                    <a:pt x="11" y="4"/>
                  </a:cubicBezTo>
                  <a:cubicBezTo>
                    <a:pt x="9" y="0"/>
                    <a:pt x="4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84" name="Freeform 7071">
              <a:extLst>
                <a:ext uri="{FF2B5EF4-FFF2-40B4-BE49-F238E27FC236}">
                  <a16:creationId xmlns:a16="http://schemas.microsoft.com/office/drawing/2014/main" id="{76F52391-23AA-4611-9558-D1BCF577C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202"/>
              <a:ext cx="26" cy="46"/>
            </a:xfrm>
            <a:custGeom>
              <a:avLst/>
              <a:gdLst>
                <a:gd name="T0" fmla="*/ 88 w 13"/>
                <a:gd name="T1" fmla="*/ 184 h 23"/>
                <a:gd name="T2" fmla="*/ 88 w 13"/>
                <a:gd name="T3" fmla="*/ 56 h 23"/>
                <a:gd name="T4" fmla="*/ 0 w 13"/>
                <a:gd name="T5" fmla="*/ 2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11" y="23"/>
                  </a:moveTo>
                  <a:cubicBezTo>
                    <a:pt x="11" y="17"/>
                    <a:pt x="13" y="12"/>
                    <a:pt x="11" y="7"/>
                  </a:cubicBezTo>
                  <a:cubicBezTo>
                    <a:pt x="9" y="0"/>
                    <a:pt x="6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85" name="Freeform 7072">
              <a:extLst>
                <a:ext uri="{FF2B5EF4-FFF2-40B4-BE49-F238E27FC236}">
                  <a16:creationId xmlns:a16="http://schemas.microsoft.com/office/drawing/2014/main" id="{F8071FE3-4328-4ED1-B9EC-E090D76FD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3187"/>
              <a:ext cx="4" cy="23"/>
            </a:xfrm>
            <a:custGeom>
              <a:avLst/>
              <a:gdLst>
                <a:gd name="T0" fmla="*/ 0 w 2"/>
                <a:gd name="T1" fmla="*/ 100 h 11"/>
                <a:gd name="T2" fmla="*/ 16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11"/>
                  </a:moveTo>
                  <a:cubicBezTo>
                    <a:pt x="2" y="7"/>
                    <a:pt x="2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86" name="Freeform 7073">
              <a:extLst>
                <a:ext uri="{FF2B5EF4-FFF2-40B4-BE49-F238E27FC236}">
                  <a16:creationId xmlns:a16="http://schemas.microsoft.com/office/drawing/2014/main" id="{5643ADB0-1ECE-4E17-862B-CEE718BDC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272"/>
              <a:ext cx="20" cy="2"/>
            </a:xfrm>
            <a:custGeom>
              <a:avLst/>
              <a:gdLst>
                <a:gd name="T0" fmla="*/ 0 w 10"/>
                <a:gd name="T1" fmla="*/ 8 h 1"/>
                <a:gd name="T2" fmla="*/ 80 w 10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0"/>
                    <a:pt x="7" y="0"/>
                    <a:pt x="10" y="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87" name="Freeform 7074">
              <a:extLst>
                <a:ext uri="{FF2B5EF4-FFF2-40B4-BE49-F238E27FC236}">
                  <a16:creationId xmlns:a16="http://schemas.microsoft.com/office/drawing/2014/main" id="{674F3A50-F938-4605-9D79-4C43E1005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224"/>
              <a:ext cx="22" cy="6"/>
            </a:xfrm>
            <a:custGeom>
              <a:avLst/>
              <a:gdLst>
                <a:gd name="T0" fmla="*/ 0 w 11"/>
                <a:gd name="T1" fmla="*/ 24 h 3"/>
                <a:gd name="T2" fmla="*/ 88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1"/>
                    <a:pt x="9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88" name="Freeform 7075">
              <a:extLst>
                <a:ext uri="{FF2B5EF4-FFF2-40B4-BE49-F238E27FC236}">
                  <a16:creationId xmlns:a16="http://schemas.microsoft.com/office/drawing/2014/main" id="{A32F7938-B2D1-4D29-AC3D-876A5F37E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216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4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89" name="Freeform 7076">
              <a:extLst>
                <a:ext uri="{FF2B5EF4-FFF2-40B4-BE49-F238E27FC236}">
                  <a16:creationId xmlns:a16="http://schemas.microsoft.com/office/drawing/2014/main" id="{9A09A440-805B-4FD3-98A5-27D8C41C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302"/>
              <a:ext cx="12" cy="12"/>
            </a:xfrm>
            <a:custGeom>
              <a:avLst/>
              <a:gdLst>
                <a:gd name="T0" fmla="*/ 0 w 6"/>
                <a:gd name="T1" fmla="*/ 16 h 6"/>
                <a:gd name="T2" fmla="*/ 48 w 6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3" y="0"/>
                    <a:pt x="5" y="3"/>
                    <a:pt x="6" y="6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90" name="Freeform 7077">
              <a:extLst>
                <a:ext uri="{FF2B5EF4-FFF2-40B4-BE49-F238E27FC236}">
                  <a16:creationId xmlns:a16="http://schemas.microsoft.com/office/drawing/2014/main" id="{2D307FCC-1287-44FD-8B3E-0F61501E9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260"/>
              <a:ext cx="12" cy="12"/>
            </a:xfrm>
            <a:custGeom>
              <a:avLst/>
              <a:gdLst>
                <a:gd name="T0" fmla="*/ 0 w 6"/>
                <a:gd name="T1" fmla="*/ 48 h 6"/>
                <a:gd name="T2" fmla="*/ 4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5"/>
                    <a:pt x="3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91" name="Freeform 7078">
              <a:extLst>
                <a:ext uri="{FF2B5EF4-FFF2-40B4-BE49-F238E27FC236}">
                  <a16:creationId xmlns:a16="http://schemas.microsoft.com/office/drawing/2014/main" id="{621E9816-A292-4284-BF22-CDA360402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728"/>
              <a:ext cx="22" cy="6"/>
            </a:xfrm>
            <a:custGeom>
              <a:avLst/>
              <a:gdLst>
                <a:gd name="T0" fmla="*/ 0 w 11"/>
                <a:gd name="T1" fmla="*/ 24 h 3"/>
                <a:gd name="T2" fmla="*/ 88 w 11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3" y="1"/>
                    <a:pt x="8" y="0"/>
                    <a:pt x="11" y="2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92" name="Freeform 7079">
              <a:extLst>
                <a:ext uri="{FF2B5EF4-FFF2-40B4-BE49-F238E27FC236}">
                  <a16:creationId xmlns:a16="http://schemas.microsoft.com/office/drawing/2014/main" id="{BE4E8962-B8B1-40BA-B081-68CBC66C7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3410"/>
              <a:ext cx="32" cy="26"/>
            </a:xfrm>
            <a:custGeom>
              <a:avLst/>
              <a:gdLst>
                <a:gd name="T0" fmla="*/ 0 w 16"/>
                <a:gd name="T1" fmla="*/ 16 h 13"/>
                <a:gd name="T2" fmla="*/ 88 w 16"/>
                <a:gd name="T3" fmla="*/ 104 h 13"/>
                <a:gd name="T4" fmla="*/ 128 w 16"/>
                <a:gd name="T5" fmla="*/ 6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2"/>
                  </a:moveTo>
                  <a:cubicBezTo>
                    <a:pt x="6" y="0"/>
                    <a:pt x="10" y="8"/>
                    <a:pt x="11" y="13"/>
                  </a:cubicBezTo>
                  <a:cubicBezTo>
                    <a:pt x="11" y="10"/>
                    <a:pt x="14" y="8"/>
                    <a:pt x="16" y="8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93" name="Freeform 7080">
              <a:extLst>
                <a:ext uri="{FF2B5EF4-FFF2-40B4-BE49-F238E27FC236}">
                  <a16:creationId xmlns:a16="http://schemas.microsoft.com/office/drawing/2014/main" id="{3C8AFD60-F27F-45E5-8519-C7E52621F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356"/>
              <a:ext cx="14" cy="56"/>
            </a:xfrm>
            <a:custGeom>
              <a:avLst/>
              <a:gdLst>
                <a:gd name="T0" fmla="*/ 56 w 7"/>
                <a:gd name="T1" fmla="*/ 224 h 28"/>
                <a:gd name="T2" fmla="*/ 16 w 7"/>
                <a:gd name="T3" fmla="*/ 136 h 28"/>
                <a:gd name="T4" fmla="*/ 16 w 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8">
                  <a:moveTo>
                    <a:pt x="7" y="28"/>
                  </a:moveTo>
                  <a:cubicBezTo>
                    <a:pt x="6" y="24"/>
                    <a:pt x="3" y="21"/>
                    <a:pt x="2" y="17"/>
                  </a:cubicBezTo>
                  <a:cubicBezTo>
                    <a:pt x="0" y="11"/>
                    <a:pt x="1" y="6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94" name="Freeform 7081">
              <a:extLst>
                <a:ext uri="{FF2B5EF4-FFF2-40B4-BE49-F238E27FC236}">
                  <a16:creationId xmlns:a16="http://schemas.microsoft.com/office/drawing/2014/main" id="{0FF647D0-53E2-4A0E-BAFB-1DFECEB5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412"/>
              <a:ext cx="14" cy="6"/>
            </a:xfrm>
            <a:custGeom>
              <a:avLst/>
              <a:gdLst>
                <a:gd name="T0" fmla="*/ 0 w 7"/>
                <a:gd name="T1" fmla="*/ 24 h 3"/>
                <a:gd name="T2" fmla="*/ 56 w 7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0"/>
                    <a:pt x="6" y="0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95" name="Freeform 7082">
              <a:extLst>
                <a:ext uri="{FF2B5EF4-FFF2-40B4-BE49-F238E27FC236}">
                  <a16:creationId xmlns:a16="http://schemas.microsoft.com/office/drawing/2014/main" id="{16993E74-B86F-4C86-921A-B3032CC63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370"/>
              <a:ext cx="34" cy="44"/>
            </a:xfrm>
            <a:custGeom>
              <a:avLst/>
              <a:gdLst>
                <a:gd name="T0" fmla="*/ 128 w 17"/>
                <a:gd name="T1" fmla="*/ 176 h 22"/>
                <a:gd name="T2" fmla="*/ 88 w 17"/>
                <a:gd name="T3" fmla="*/ 32 h 22"/>
                <a:gd name="T4" fmla="*/ 0 w 17"/>
                <a:gd name="T5" fmla="*/ 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16" y="22"/>
                  </a:moveTo>
                  <a:cubicBezTo>
                    <a:pt x="17" y="17"/>
                    <a:pt x="14" y="8"/>
                    <a:pt x="11" y="4"/>
                  </a:cubicBezTo>
                  <a:cubicBezTo>
                    <a:pt x="8" y="0"/>
                    <a:pt x="3" y="1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96" name="Freeform 7083">
              <a:extLst>
                <a:ext uri="{FF2B5EF4-FFF2-40B4-BE49-F238E27FC236}">
                  <a16:creationId xmlns:a16="http://schemas.microsoft.com/office/drawing/2014/main" id="{CAE22701-922D-431D-B15A-EEFE7639A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340"/>
              <a:ext cx="4" cy="34"/>
            </a:xfrm>
            <a:custGeom>
              <a:avLst/>
              <a:gdLst>
                <a:gd name="T0" fmla="*/ 0 w 2"/>
                <a:gd name="T1" fmla="*/ 136 h 17"/>
                <a:gd name="T2" fmla="*/ 16 w 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17"/>
                  </a:moveTo>
                  <a:cubicBezTo>
                    <a:pt x="1" y="11"/>
                    <a:pt x="2" y="6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97" name="Freeform 7084">
              <a:extLst>
                <a:ext uri="{FF2B5EF4-FFF2-40B4-BE49-F238E27FC236}">
                  <a16:creationId xmlns:a16="http://schemas.microsoft.com/office/drawing/2014/main" id="{D0772F21-DCA8-4187-A425-A92CCD1C9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348"/>
              <a:ext cx="12" cy="8"/>
            </a:xfrm>
            <a:custGeom>
              <a:avLst/>
              <a:gdLst>
                <a:gd name="T0" fmla="*/ 0 w 6"/>
                <a:gd name="T1" fmla="*/ 32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98" name="Freeform 7085">
              <a:extLst>
                <a:ext uri="{FF2B5EF4-FFF2-40B4-BE49-F238E27FC236}">
                  <a16:creationId xmlns:a16="http://schemas.microsoft.com/office/drawing/2014/main" id="{89981BF4-CD69-4EC7-BC84-F7106101A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3352"/>
              <a:ext cx="6" cy="12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2"/>
                    <a:pt x="3" y="4"/>
                    <a:pt x="3" y="6"/>
                  </a:cubicBezTo>
                </a:path>
              </a:pathLst>
            </a:custGeom>
            <a:noFill/>
            <a:ln w="6350" cap="rnd">
              <a:solidFill>
                <a:srgbClr val="F8E3D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599" name="Freeform 7086">
              <a:extLst>
                <a:ext uri="{FF2B5EF4-FFF2-40B4-BE49-F238E27FC236}">
                  <a16:creationId xmlns:a16="http://schemas.microsoft.com/office/drawing/2014/main" id="{37C08B1B-27C8-4BDB-A1F0-358685E3E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097"/>
              <a:ext cx="16" cy="48"/>
            </a:xfrm>
            <a:custGeom>
              <a:avLst/>
              <a:gdLst>
                <a:gd name="T0" fmla="*/ 32 w 8"/>
                <a:gd name="T1" fmla="*/ 0 h 24"/>
                <a:gd name="T2" fmla="*/ 64 w 8"/>
                <a:gd name="T3" fmla="*/ 152 h 24"/>
                <a:gd name="T4" fmla="*/ 0 w 8"/>
                <a:gd name="T5" fmla="*/ 19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4">
                  <a:moveTo>
                    <a:pt x="4" y="0"/>
                  </a:moveTo>
                  <a:cubicBezTo>
                    <a:pt x="7" y="7"/>
                    <a:pt x="6" y="11"/>
                    <a:pt x="8" y="19"/>
                  </a:cubicBezTo>
                  <a:cubicBezTo>
                    <a:pt x="7" y="23"/>
                    <a:pt x="0" y="23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00" name="Freeform 7087">
              <a:extLst>
                <a:ext uri="{FF2B5EF4-FFF2-40B4-BE49-F238E27FC236}">
                  <a16:creationId xmlns:a16="http://schemas.microsoft.com/office/drawing/2014/main" id="{855A8015-ABA5-4D1E-AA13-64563D8A3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139"/>
              <a:ext cx="16" cy="62"/>
            </a:xfrm>
            <a:custGeom>
              <a:avLst/>
              <a:gdLst>
                <a:gd name="T0" fmla="*/ 16 w 8"/>
                <a:gd name="T1" fmla="*/ 0 h 31"/>
                <a:gd name="T2" fmla="*/ 32 w 8"/>
                <a:gd name="T3" fmla="*/ 56 h 31"/>
                <a:gd name="T4" fmla="*/ 56 w 8"/>
                <a:gd name="T5" fmla="*/ 152 h 31"/>
                <a:gd name="T6" fmla="*/ 48 w 8"/>
                <a:gd name="T7" fmla="*/ 208 h 31"/>
                <a:gd name="T8" fmla="*/ 0 w 8"/>
                <a:gd name="T9" fmla="*/ 24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1">
                  <a:moveTo>
                    <a:pt x="2" y="0"/>
                  </a:moveTo>
                  <a:cubicBezTo>
                    <a:pt x="3" y="2"/>
                    <a:pt x="3" y="5"/>
                    <a:pt x="4" y="7"/>
                  </a:cubicBezTo>
                  <a:cubicBezTo>
                    <a:pt x="4" y="11"/>
                    <a:pt x="6" y="15"/>
                    <a:pt x="7" y="19"/>
                  </a:cubicBezTo>
                  <a:cubicBezTo>
                    <a:pt x="7" y="22"/>
                    <a:pt x="8" y="24"/>
                    <a:pt x="6" y="26"/>
                  </a:cubicBezTo>
                  <a:cubicBezTo>
                    <a:pt x="6" y="28"/>
                    <a:pt x="2" y="31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01" name="Freeform 7088">
              <a:extLst>
                <a:ext uri="{FF2B5EF4-FFF2-40B4-BE49-F238E27FC236}">
                  <a16:creationId xmlns:a16="http://schemas.microsoft.com/office/drawing/2014/main" id="{52C51B0D-6AC9-4C24-84AF-399043CDD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91"/>
              <a:ext cx="16" cy="52"/>
            </a:xfrm>
            <a:custGeom>
              <a:avLst/>
              <a:gdLst>
                <a:gd name="T0" fmla="*/ 32 w 8"/>
                <a:gd name="T1" fmla="*/ 0 h 26"/>
                <a:gd name="T2" fmla="*/ 64 w 8"/>
                <a:gd name="T3" fmla="*/ 152 h 26"/>
                <a:gd name="T4" fmla="*/ 56 w 8"/>
                <a:gd name="T5" fmla="*/ 192 h 26"/>
                <a:gd name="T6" fmla="*/ 8 w 8"/>
                <a:gd name="T7" fmla="*/ 208 h 26"/>
                <a:gd name="T8" fmla="*/ 8 w 8"/>
                <a:gd name="T9" fmla="*/ 20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6">
                  <a:moveTo>
                    <a:pt x="4" y="0"/>
                  </a:moveTo>
                  <a:cubicBezTo>
                    <a:pt x="6" y="7"/>
                    <a:pt x="7" y="12"/>
                    <a:pt x="8" y="19"/>
                  </a:cubicBezTo>
                  <a:cubicBezTo>
                    <a:pt x="8" y="20"/>
                    <a:pt x="8" y="23"/>
                    <a:pt x="7" y="24"/>
                  </a:cubicBezTo>
                  <a:cubicBezTo>
                    <a:pt x="6" y="25"/>
                    <a:pt x="2" y="26"/>
                    <a:pt x="1" y="26"/>
                  </a:cubicBezTo>
                  <a:cubicBezTo>
                    <a:pt x="0" y="26"/>
                    <a:pt x="1" y="26"/>
                    <a:pt x="1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02" name="Freeform 7089">
              <a:extLst>
                <a:ext uri="{FF2B5EF4-FFF2-40B4-BE49-F238E27FC236}">
                  <a16:creationId xmlns:a16="http://schemas.microsoft.com/office/drawing/2014/main" id="{02329C6A-D942-4714-8FF6-CCE6EB04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241"/>
              <a:ext cx="14" cy="46"/>
            </a:xfrm>
            <a:custGeom>
              <a:avLst/>
              <a:gdLst>
                <a:gd name="T0" fmla="*/ 8 w 7"/>
                <a:gd name="T1" fmla="*/ 0 h 23"/>
                <a:gd name="T2" fmla="*/ 48 w 7"/>
                <a:gd name="T3" fmla="*/ 136 h 23"/>
                <a:gd name="T4" fmla="*/ 48 w 7"/>
                <a:gd name="T5" fmla="*/ 168 h 23"/>
                <a:gd name="T6" fmla="*/ 0 w 7"/>
                <a:gd name="T7" fmla="*/ 18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3">
                  <a:moveTo>
                    <a:pt x="1" y="0"/>
                  </a:moveTo>
                  <a:cubicBezTo>
                    <a:pt x="2" y="6"/>
                    <a:pt x="5" y="11"/>
                    <a:pt x="6" y="17"/>
                  </a:cubicBezTo>
                  <a:cubicBezTo>
                    <a:pt x="7" y="20"/>
                    <a:pt x="7" y="20"/>
                    <a:pt x="6" y="21"/>
                  </a:cubicBezTo>
                  <a:cubicBezTo>
                    <a:pt x="5" y="22"/>
                    <a:pt x="1" y="23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03" name="Freeform 7090">
              <a:extLst>
                <a:ext uri="{FF2B5EF4-FFF2-40B4-BE49-F238E27FC236}">
                  <a16:creationId xmlns:a16="http://schemas.microsoft.com/office/drawing/2014/main" id="{ED7D2FE0-A5E5-4402-932C-E229387F5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285"/>
              <a:ext cx="16" cy="48"/>
            </a:xfrm>
            <a:custGeom>
              <a:avLst/>
              <a:gdLst>
                <a:gd name="T0" fmla="*/ 16 w 8"/>
                <a:gd name="T1" fmla="*/ 0 h 24"/>
                <a:gd name="T2" fmla="*/ 56 w 8"/>
                <a:gd name="T3" fmla="*/ 144 h 24"/>
                <a:gd name="T4" fmla="*/ 0 w 8"/>
                <a:gd name="T5" fmla="*/ 17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4">
                  <a:moveTo>
                    <a:pt x="2" y="0"/>
                  </a:moveTo>
                  <a:cubicBezTo>
                    <a:pt x="4" y="5"/>
                    <a:pt x="8" y="12"/>
                    <a:pt x="7" y="18"/>
                  </a:cubicBezTo>
                  <a:cubicBezTo>
                    <a:pt x="7" y="20"/>
                    <a:pt x="1" y="24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04" name="Freeform 7091">
              <a:extLst>
                <a:ext uri="{FF2B5EF4-FFF2-40B4-BE49-F238E27FC236}">
                  <a16:creationId xmlns:a16="http://schemas.microsoft.com/office/drawing/2014/main" id="{E11751B3-7A7C-49EC-B648-F13CDD0BD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101"/>
              <a:ext cx="28" cy="38"/>
            </a:xfrm>
            <a:custGeom>
              <a:avLst/>
              <a:gdLst>
                <a:gd name="T0" fmla="*/ 88 w 14"/>
                <a:gd name="T1" fmla="*/ 0 h 19"/>
                <a:gd name="T2" fmla="*/ 104 w 14"/>
                <a:gd name="T3" fmla="*/ 104 h 19"/>
                <a:gd name="T4" fmla="*/ 72 w 14"/>
                <a:gd name="T5" fmla="*/ 152 h 19"/>
                <a:gd name="T6" fmla="*/ 16 w 14"/>
                <a:gd name="T7" fmla="*/ 88 h 19"/>
                <a:gd name="T8" fmla="*/ 0 w 14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11" y="0"/>
                  </a:moveTo>
                  <a:cubicBezTo>
                    <a:pt x="11" y="4"/>
                    <a:pt x="13" y="9"/>
                    <a:pt x="13" y="13"/>
                  </a:cubicBezTo>
                  <a:cubicBezTo>
                    <a:pt x="14" y="17"/>
                    <a:pt x="13" y="19"/>
                    <a:pt x="9" y="19"/>
                  </a:cubicBezTo>
                  <a:cubicBezTo>
                    <a:pt x="3" y="18"/>
                    <a:pt x="3" y="17"/>
                    <a:pt x="2" y="11"/>
                  </a:cubicBezTo>
                  <a:cubicBezTo>
                    <a:pt x="1" y="8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05" name="Freeform 7092">
              <a:extLst>
                <a:ext uri="{FF2B5EF4-FFF2-40B4-BE49-F238E27FC236}">
                  <a16:creationId xmlns:a16="http://schemas.microsoft.com/office/drawing/2014/main" id="{B64FFF3A-7E92-4344-930B-D777F36EC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125"/>
              <a:ext cx="20" cy="4"/>
            </a:xfrm>
            <a:custGeom>
              <a:avLst/>
              <a:gdLst>
                <a:gd name="T0" fmla="*/ 0 w 10"/>
                <a:gd name="T1" fmla="*/ 16 h 2"/>
                <a:gd name="T2" fmla="*/ 8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4" y="2"/>
                    <a:pt x="6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06" name="Freeform 7093">
              <a:extLst>
                <a:ext uri="{FF2B5EF4-FFF2-40B4-BE49-F238E27FC236}">
                  <a16:creationId xmlns:a16="http://schemas.microsoft.com/office/drawing/2014/main" id="{E4B4BE54-1E39-4CCE-B98F-6C7FC98C8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137"/>
              <a:ext cx="22" cy="30"/>
            </a:xfrm>
            <a:custGeom>
              <a:avLst/>
              <a:gdLst>
                <a:gd name="T0" fmla="*/ 64 w 11"/>
                <a:gd name="T1" fmla="*/ 0 h 15"/>
                <a:gd name="T2" fmla="*/ 64 w 11"/>
                <a:gd name="T3" fmla="*/ 96 h 15"/>
                <a:gd name="T4" fmla="*/ 0 w 11"/>
                <a:gd name="T5" fmla="*/ 1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8" y="0"/>
                  </a:moveTo>
                  <a:cubicBezTo>
                    <a:pt x="7" y="3"/>
                    <a:pt x="11" y="9"/>
                    <a:pt x="8" y="12"/>
                  </a:cubicBezTo>
                  <a:cubicBezTo>
                    <a:pt x="7" y="14"/>
                    <a:pt x="2" y="15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07" name="Freeform 7094">
              <a:extLst>
                <a:ext uri="{FF2B5EF4-FFF2-40B4-BE49-F238E27FC236}">
                  <a16:creationId xmlns:a16="http://schemas.microsoft.com/office/drawing/2014/main" id="{3658ED2E-F8CF-4286-9185-9FFE9A102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159"/>
              <a:ext cx="23" cy="16"/>
            </a:xfrm>
            <a:custGeom>
              <a:avLst/>
              <a:gdLst>
                <a:gd name="T0" fmla="*/ 0 w 11"/>
                <a:gd name="T1" fmla="*/ 0 h 8"/>
                <a:gd name="T2" fmla="*/ 36 w 11"/>
                <a:gd name="T3" fmla="*/ 64 h 8"/>
                <a:gd name="T4" fmla="*/ 100 w 11"/>
                <a:gd name="T5" fmla="*/ 4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0" y="3"/>
                    <a:pt x="0" y="7"/>
                    <a:pt x="4" y="8"/>
                  </a:cubicBezTo>
                  <a:cubicBezTo>
                    <a:pt x="6" y="8"/>
                    <a:pt x="9" y="7"/>
                    <a:pt x="11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08" name="Freeform 7095">
              <a:extLst>
                <a:ext uri="{FF2B5EF4-FFF2-40B4-BE49-F238E27FC236}">
                  <a16:creationId xmlns:a16="http://schemas.microsoft.com/office/drawing/2014/main" id="{5EF556E8-537E-4338-BB89-61C8D2253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175"/>
              <a:ext cx="21" cy="42"/>
            </a:xfrm>
            <a:custGeom>
              <a:avLst/>
              <a:gdLst>
                <a:gd name="T0" fmla="*/ 0 w 10"/>
                <a:gd name="T1" fmla="*/ 0 h 21"/>
                <a:gd name="T2" fmla="*/ 36 w 10"/>
                <a:gd name="T3" fmla="*/ 136 h 21"/>
                <a:gd name="T4" fmla="*/ 92 w 10"/>
                <a:gd name="T5" fmla="*/ 16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2" y="5"/>
                    <a:pt x="2" y="12"/>
                    <a:pt x="4" y="17"/>
                  </a:cubicBezTo>
                  <a:cubicBezTo>
                    <a:pt x="5" y="21"/>
                    <a:pt x="7" y="20"/>
                    <a:pt x="1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09" name="Freeform 7096">
              <a:extLst>
                <a:ext uri="{FF2B5EF4-FFF2-40B4-BE49-F238E27FC236}">
                  <a16:creationId xmlns:a16="http://schemas.microsoft.com/office/drawing/2014/main" id="{14F129FB-35A9-42A6-88F0-3D740216B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215"/>
              <a:ext cx="29" cy="48"/>
            </a:xfrm>
            <a:custGeom>
              <a:avLst/>
              <a:gdLst>
                <a:gd name="T0" fmla="*/ 17 w 14"/>
                <a:gd name="T1" fmla="*/ 0 h 24"/>
                <a:gd name="T2" fmla="*/ 17 w 14"/>
                <a:gd name="T3" fmla="*/ 128 h 24"/>
                <a:gd name="T4" fmla="*/ 81 w 14"/>
                <a:gd name="T5" fmla="*/ 160 h 24"/>
                <a:gd name="T6" fmla="*/ 73 w 14"/>
                <a:gd name="T7" fmla="*/ 1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2" y="0"/>
                  </a:moveTo>
                  <a:cubicBezTo>
                    <a:pt x="0" y="4"/>
                    <a:pt x="1" y="12"/>
                    <a:pt x="2" y="16"/>
                  </a:cubicBezTo>
                  <a:cubicBezTo>
                    <a:pt x="3" y="21"/>
                    <a:pt x="4" y="24"/>
                    <a:pt x="9" y="20"/>
                  </a:cubicBezTo>
                  <a:cubicBezTo>
                    <a:pt x="14" y="16"/>
                    <a:pt x="9" y="7"/>
                    <a:pt x="8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10" name="Freeform 7097">
              <a:extLst>
                <a:ext uri="{FF2B5EF4-FFF2-40B4-BE49-F238E27FC236}">
                  <a16:creationId xmlns:a16="http://schemas.microsoft.com/office/drawing/2014/main" id="{3A6B27BC-EDA6-4B18-B8DA-A8B465C0F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173"/>
              <a:ext cx="10" cy="40"/>
            </a:xfrm>
            <a:custGeom>
              <a:avLst/>
              <a:gdLst>
                <a:gd name="T0" fmla="*/ 8 w 5"/>
                <a:gd name="T1" fmla="*/ 0 h 20"/>
                <a:gd name="T2" fmla="*/ 40 w 5"/>
                <a:gd name="T3" fmla="*/ 16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1" y="0"/>
                  </a:moveTo>
                  <a:cubicBezTo>
                    <a:pt x="4" y="5"/>
                    <a:pt x="0" y="15"/>
                    <a:pt x="5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11" name="Freeform 7098">
              <a:extLst>
                <a:ext uri="{FF2B5EF4-FFF2-40B4-BE49-F238E27FC236}">
                  <a16:creationId xmlns:a16="http://schemas.microsoft.com/office/drawing/2014/main" id="{8DACD283-3102-4F68-A858-69ADDB70D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139"/>
              <a:ext cx="11" cy="32"/>
            </a:xfrm>
            <a:custGeom>
              <a:avLst/>
              <a:gdLst>
                <a:gd name="T0" fmla="*/ 9 w 5"/>
                <a:gd name="T1" fmla="*/ 0 h 16"/>
                <a:gd name="T2" fmla="*/ 53 w 5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1" y="0"/>
                  </a:moveTo>
                  <a:cubicBezTo>
                    <a:pt x="0" y="5"/>
                    <a:pt x="3" y="12"/>
                    <a:pt x="5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12" name="Freeform 7099">
              <a:extLst>
                <a:ext uri="{FF2B5EF4-FFF2-40B4-BE49-F238E27FC236}">
                  <a16:creationId xmlns:a16="http://schemas.microsoft.com/office/drawing/2014/main" id="{75B026EE-0E43-4CAB-B0FB-7B4DE06B2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197"/>
              <a:ext cx="24" cy="16"/>
            </a:xfrm>
            <a:custGeom>
              <a:avLst/>
              <a:gdLst>
                <a:gd name="T0" fmla="*/ 0 w 12"/>
                <a:gd name="T1" fmla="*/ 32 h 8"/>
                <a:gd name="T2" fmla="*/ 96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2" y="8"/>
                    <a:pt x="10" y="2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13" name="Freeform 7100">
              <a:extLst>
                <a:ext uri="{FF2B5EF4-FFF2-40B4-BE49-F238E27FC236}">
                  <a16:creationId xmlns:a16="http://schemas.microsoft.com/office/drawing/2014/main" id="{CE210B0C-243E-4033-A7DD-403A9BED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173"/>
              <a:ext cx="6" cy="26"/>
            </a:xfrm>
            <a:custGeom>
              <a:avLst/>
              <a:gdLst>
                <a:gd name="T0" fmla="*/ 0 w 3"/>
                <a:gd name="T1" fmla="*/ 0 h 13"/>
                <a:gd name="T2" fmla="*/ 24 w 3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4"/>
                    <a:pt x="3" y="9"/>
                    <a:pt x="3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14" name="Freeform 7101">
              <a:extLst>
                <a:ext uri="{FF2B5EF4-FFF2-40B4-BE49-F238E27FC236}">
                  <a16:creationId xmlns:a16="http://schemas.microsoft.com/office/drawing/2014/main" id="{2B2D5FB0-9E81-42C5-A2C8-AF0153C51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237"/>
              <a:ext cx="26" cy="10"/>
            </a:xfrm>
            <a:custGeom>
              <a:avLst/>
              <a:gdLst>
                <a:gd name="T0" fmla="*/ 0 w 13"/>
                <a:gd name="T1" fmla="*/ 40 h 5"/>
                <a:gd name="T2" fmla="*/ 104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5" y="5"/>
                    <a:pt x="9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15" name="Freeform 7102">
              <a:extLst>
                <a:ext uri="{FF2B5EF4-FFF2-40B4-BE49-F238E27FC236}">
                  <a16:creationId xmlns:a16="http://schemas.microsoft.com/office/drawing/2014/main" id="{719B8736-7A8C-4FA6-87B5-0C8D24B71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207"/>
              <a:ext cx="10" cy="16"/>
            </a:xfrm>
            <a:custGeom>
              <a:avLst/>
              <a:gdLst>
                <a:gd name="T0" fmla="*/ 40 w 5"/>
                <a:gd name="T1" fmla="*/ 0 h 8"/>
                <a:gd name="T2" fmla="*/ 8 w 5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1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16" name="Freeform 7103">
              <a:extLst>
                <a:ext uri="{FF2B5EF4-FFF2-40B4-BE49-F238E27FC236}">
                  <a16:creationId xmlns:a16="http://schemas.microsoft.com/office/drawing/2014/main" id="{7CD35B8D-3122-4BF9-803D-76338AF84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259"/>
              <a:ext cx="23" cy="34"/>
            </a:xfrm>
            <a:custGeom>
              <a:avLst/>
              <a:gdLst>
                <a:gd name="T0" fmla="*/ 0 w 11"/>
                <a:gd name="T1" fmla="*/ 136 h 17"/>
                <a:gd name="T2" fmla="*/ 100 w 11"/>
                <a:gd name="T3" fmla="*/ 80 h 17"/>
                <a:gd name="T4" fmla="*/ 92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17"/>
                  </a:moveTo>
                  <a:cubicBezTo>
                    <a:pt x="4" y="17"/>
                    <a:pt x="11" y="15"/>
                    <a:pt x="11" y="10"/>
                  </a:cubicBezTo>
                  <a:cubicBezTo>
                    <a:pt x="11" y="7"/>
                    <a:pt x="10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17" name="Freeform 7104">
              <a:extLst>
                <a:ext uri="{FF2B5EF4-FFF2-40B4-BE49-F238E27FC236}">
                  <a16:creationId xmlns:a16="http://schemas.microsoft.com/office/drawing/2014/main" id="{1DF16655-7BE0-4DB0-8845-B55432352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279"/>
              <a:ext cx="4" cy="14"/>
            </a:xfrm>
            <a:custGeom>
              <a:avLst/>
              <a:gdLst>
                <a:gd name="T0" fmla="*/ 0 w 2"/>
                <a:gd name="T1" fmla="*/ 0 h 7"/>
                <a:gd name="T2" fmla="*/ 16 w 2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18" name="Freeform 7105">
              <a:extLst>
                <a:ext uri="{FF2B5EF4-FFF2-40B4-BE49-F238E27FC236}">
                  <a16:creationId xmlns:a16="http://schemas.microsoft.com/office/drawing/2014/main" id="{6A05443A-DBD0-4574-83A7-11F863DCF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143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32 w 7"/>
                <a:gd name="T3" fmla="*/ 16 h 5"/>
                <a:gd name="T4" fmla="*/ 56 w 7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5" y="2"/>
                    <a:pt x="6" y="4"/>
                    <a:pt x="7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19" name="Freeform 7106">
              <a:extLst>
                <a:ext uri="{FF2B5EF4-FFF2-40B4-BE49-F238E27FC236}">
                  <a16:creationId xmlns:a16="http://schemas.microsoft.com/office/drawing/2014/main" id="{B99B9D49-85F0-4800-9BE8-F26322AD8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285"/>
              <a:ext cx="22" cy="8"/>
            </a:xfrm>
            <a:custGeom>
              <a:avLst/>
              <a:gdLst>
                <a:gd name="T0" fmla="*/ 0 w 11"/>
                <a:gd name="T1" fmla="*/ 0 h 4"/>
                <a:gd name="T2" fmla="*/ 48 w 11"/>
                <a:gd name="T3" fmla="*/ 32 h 4"/>
                <a:gd name="T4" fmla="*/ 88 w 11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2" y="3"/>
                    <a:pt x="2" y="4"/>
                    <a:pt x="6" y="4"/>
                  </a:cubicBezTo>
                  <a:cubicBezTo>
                    <a:pt x="7" y="4"/>
                    <a:pt x="9" y="3"/>
                    <a:pt x="11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20" name="Freeform 7107">
              <a:extLst>
                <a:ext uri="{FF2B5EF4-FFF2-40B4-BE49-F238E27FC236}">
                  <a16:creationId xmlns:a16="http://schemas.microsoft.com/office/drawing/2014/main" id="{0F11D739-65EB-4307-9BA3-B0F6C6D3E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249"/>
              <a:ext cx="22" cy="82"/>
            </a:xfrm>
            <a:custGeom>
              <a:avLst/>
              <a:gdLst>
                <a:gd name="T0" fmla="*/ 8 w 11"/>
                <a:gd name="T1" fmla="*/ 184 h 41"/>
                <a:gd name="T2" fmla="*/ 32 w 11"/>
                <a:gd name="T3" fmla="*/ 320 h 41"/>
                <a:gd name="T4" fmla="*/ 88 w 11"/>
                <a:gd name="T5" fmla="*/ 312 h 41"/>
                <a:gd name="T6" fmla="*/ 48 w 11"/>
                <a:gd name="T7" fmla="*/ 160 h 41"/>
                <a:gd name="T8" fmla="*/ 32 w 11"/>
                <a:gd name="T9" fmla="*/ 56 h 41"/>
                <a:gd name="T10" fmla="*/ 32 w 11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1">
                  <a:moveTo>
                    <a:pt x="1" y="23"/>
                  </a:moveTo>
                  <a:cubicBezTo>
                    <a:pt x="0" y="25"/>
                    <a:pt x="2" y="38"/>
                    <a:pt x="4" y="40"/>
                  </a:cubicBezTo>
                  <a:cubicBezTo>
                    <a:pt x="6" y="41"/>
                    <a:pt x="9" y="40"/>
                    <a:pt x="11" y="39"/>
                  </a:cubicBezTo>
                  <a:cubicBezTo>
                    <a:pt x="9" y="33"/>
                    <a:pt x="8" y="26"/>
                    <a:pt x="6" y="20"/>
                  </a:cubicBezTo>
                  <a:cubicBezTo>
                    <a:pt x="5" y="16"/>
                    <a:pt x="4" y="12"/>
                    <a:pt x="4" y="7"/>
                  </a:cubicBezTo>
                  <a:cubicBezTo>
                    <a:pt x="4" y="5"/>
                    <a:pt x="4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21" name="Freeform 7108">
              <a:extLst>
                <a:ext uri="{FF2B5EF4-FFF2-40B4-BE49-F238E27FC236}">
                  <a16:creationId xmlns:a16="http://schemas.microsoft.com/office/drawing/2014/main" id="{F4EAA71A-F765-4F83-8223-E71401835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329"/>
              <a:ext cx="24" cy="48"/>
            </a:xfrm>
            <a:custGeom>
              <a:avLst/>
              <a:gdLst>
                <a:gd name="T0" fmla="*/ 8 w 12"/>
                <a:gd name="T1" fmla="*/ 0 h 24"/>
                <a:gd name="T2" fmla="*/ 8 w 12"/>
                <a:gd name="T3" fmla="*/ 56 h 24"/>
                <a:gd name="T4" fmla="*/ 24 w 12"/>
                <a:gd name="T5" fmla="*/ 136 h 24"/>
                <a:gd name="T6" fmla="*/ 80 w 12"/>
                <a:gd name="T7" fmla="*/ 168 h 24"/>
                <a:gd name="T8" fmla="*/ 80 w 12"/>
                <a:gd name="T9" fmla="*/ 88 h 24"/>
                <a:gd name="T10" fmla="*/ 64 w 12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4">
                  <a:moveTo>
                    <a:pt x="1" y="0"/>
                  </a:moveTo>
                  <a:cubicBezTo>
                    <a:pt x="0" y="2"/>
                    <a:pt x="1" y="5"/>
                    <a:pt x="1" y="7"/>
                  </a:cubicBezTo>
                  <a:cubicBezTo>
                    <a:pt x="2" y="10"/>
                    <a:pt x="2" y="14"/>
                    <a:pt x="3" y="17"/>
                  </a:cubicBezTo>
                  <a:cubicBezTo>
                    <a:pt x="3" y="21"/>
                    <a:pt x="6" y="24"/>
                    <a:pt x="10" y="21"/>
                  </a:cubicBezTo>
                  <a:cubicBezTo>
                    <a:pt x="12" y="20"/>
                    <a:pt x="10" y="14"/>
                    <a:pt x="10" y="11"/>
                  </a:cubicBezTo>
                  <a:cubicBezTo>
                    <a:pt x="10" y="7"/>
                    <a:pt x="10" y="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22" name="Freeform 7109">
              <a:extLst>
                <a:ext uri="{FF2B5EF4-FFF2-40B4-BE49-F238E27FC236}">
                  <a16:creationId xmlns:a16="http://schemas.microsoft.com/office/drawing/2014/main" id="{9182562B-8566-4D19-8AC7-CFA4114D4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369"/>
              <a:ext cx="24" cy="44"/>
            </a:xfrm>
            <a:custGeom>
              <a:avLst/>
              <a:gdLst>
                <a:gd name="T0" fmla="*/ 0 w 12"/>
                <a:gd name="T1" fmla="*/ 8 h 22"/>
                <a:gd name="T2" fmla="*/ 32 w 12"/>
                <a:gd name="T3" fmla="*/ 176 h 22"/>
                <a:gd name="T4" fmla="*/ 88 w 12"/>
                <a:gd name="T5" fmla="*/ 112 h 22"/>
                <a:gd name="T6" fmla="*/ 72 w 12"/>
                <a:gd name="T7" fmla="*/ 72 h 22"/>
                <a:gd name="T8" fmla="*/ 48 w 1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0" y="1"/>
                  </a:moveTo>
                  <a:cubicBezTo>
                    <a:pt x="0" y="8"/>
                    <a:pt x="1" y="15"/>
                    <a:pt x="4" y="22"/>
                  </a:cubicBezTo>
                  <a:cubicBezTo>
                    <a:pt x="8" y="18"/>
                    <a:pt x="12" y="22"/>
                    <a:pt x="11" y="14"/>
                  </a:cubicBezTo>
                  <a:cubicBezTo>
                    <a:pt x="11" y="12"/>
                    <a:pt x="10" y="11"/>
                    <a:pt x="9" y="9"/>
                  </a:cubicBezTo>
                  <a:cubicBezTo>
                    <a:pt x="7" y="6"/>
                    <a:pt x="7" y="3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23" name="Freeform 7110">
              <a:extLst>
                <a:ext uri="{FF2B5EF4-FFF2-40B4-BE49-F238E27FC236}">
                  <a16:creationId xmlns:a16="http://schemas.microsoft.com/office/drawing/2014/main" id="{9C031151-9D39-47E5-BAC3-6B27C183C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321"/>
              <a:ext cx="19" cy="52"/>
            </a:xfrm>
            <a:custGeom>
              <a:avLst/>
              <a:gdLst>
                <a:gd name="T0" fmla="*/ 27 w 9"/>
                <a:gd name="T1" fmla="*/ 0 h 26"/>
                <a:gd name="T2" fmla="*/ 57 w 9"/>
                <a:gd name="T3" fmla="*/ 88 h 26"/>
                <a:gd name="T4" fmla="*/ 76 w 9"/>
                <a:gd name="T5" fmla="*/ 176 h 26"/>
                <a:gd name="T6" fmla="*/ 0 w 9"/>
                <a:gd name="T7" fmla="*/ 20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6">
                  <a:moveTo>
                    <a:pt x="3" y="0"/>
                  </a:moveTo>
                  <a:cubicBezTo>
                    <a:pt x="4" y="4"/>
                    <a:pt x="5" y="8"/>
                    <a:pt x="6" y="11"/>
                  </a:cubicBezTo>
                  <a:cubicBezTo>
                    <a:pt x="6" y="13"/>
                    <a:pt x="9" y="20"/>
                    <a:pt x="8" y="22"/>
                  </a:cubicBezTo>
                  <a:cubicBezTo>
                    <a:pt x="6" y="24"/>
                    <a:pt x="2" y="26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24" name="Freeform 7111">
              <a:extLst>
                <a:ext uri="{FF2B5EF4-FFF2-40B4-BE49-F238E27FC236}">
                  <a16:creationId xmlns:a16="http://schemas.microsoft.com/office/drawing/2014/main" id="{82A0ED15-9C79-4004-930A-7F9983F8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331"/>
              <a:ext cx="27" cy="10"/>
            </a:xfrm>
            <a:custGeom>
              <a:avLst/>
              <a:gdLst>
                <a:gd name="T0" fmla="*/ 0 w 13"/>
                <a:gd name="T1" fmla="*/ 32 h 5"/>
                <a:gd name="T2" fmla="*/ 116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4"/>
                  </a:moveTo>
                  <a:cubicBezTo>
                    <a:pt x="4" y="5"/>
                    <a:pt x="10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25" name="Freeform 7112">
              <a:extLst>
                <a:ext uri="{FF2B5EF4-FFF2-40B4-BE49-F238E27FC236}">
                  <a16:creationId xmlns:a16="http://schemas.microsoft.com/office/drawing/2014/main" id="{E7A1F385-CB4E-4349-835A-538CC078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291"/>
              <a:ext cx="6" cy="18"/>
            </a:xfrm>
            <a:custGeom>
              <a:avLst/>
              <a:gdLst>
                <a:gd name="T0" fmla="*/ 0 w 3"/>
                <a:gd name="T1" fmla="*/ 72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26" name="Freeform 7113">
              <a:extLst>
                <a:ext uri="{FF2B5EF4-FFF2-40B4-BE49-F238E27FC236}">
                  <a16:creationId xmlns:a16="http://schemas.microsoft.com/office/drawing/2014/main" id="{D61B4FC9-1628-4BB3-9B12-B59921C12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361"/>
              <a:ext cx="21" cy="40"/>
            </a:xfrm>
            <a:custGeom>
              <a:avLst/>
              <a:gdLst>
                <a:gd name="T0" fmla="*/ 48 w 10"/>
                <a:gd name="T1" fmla="*/ 0 h 20"/>
                <a:gd name="T2" fmla="*/ 67 w 10"/>
                <a:gd name="T3" fmla="*/ 64 h 20"/>
                <a:gd name="T4" fmla="*/ 84 w 10"/>
                <a:gd name="T5" fmla="*/ 128 h 20"/>
                <a:gd name="T6" fmla="*/ 0 w 10"/>
                <a:gd name="T7" fmla="*/ 15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5" y="0"/>
                  </a:moveTo>
                  <a:cubicBezTo>
                    <a:pt x="6" y="3"/>
                    <a:pt x="7" y="6"/>
                    <a:pt x="7" y="8"/>
                  </a:cubicBezTo>
                  <a:cubicBezTo>
                    <a:pt x="8" y="10"/>
                    <a:pt x="10" y="14"/>
                    <a:pt x="9" y="16"/>
                  </a:cubicBezTo>
                  <a:cubicBezTo>
                    <a:pt x="8" y="19"/>
                    <a:pt x="3" y="20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27" name="Freeform 7114">
              <a:extLst>
                <a:ext uri="{FF2B5EF4-FFF2-40B4-BE49-F238E27FC236}">
                  <a16:creationId xmlns:a16="http://schemas.microsoft.com/office/drawing/2014/main" id="{57EDFACB-6A57-4C8C-9656-085E2E372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389"/>
              <a:ext cx="27" cy="48"/>
            </a:xfrm>
            <a:custGeom>
              <a:avLst/>
              <a:gdLst>
                <a:gd name="T0" fmla="*/ 44 w 13"/>
                <a:gd name="T1" fmla="*/ 16 h 24"/>
                <a:gd name="T2" fmla="*/ 81 w 13"/>
                <a:gd name="T3" fmla="*/ 72 h 24"/>
                <a:gd name="T4" fmla="*/ 108 w 13"/>
                <a:gd name="T5" fmla="*/ 160 h 24"/>
                <a:gd name="T6" fmla="*/ 0 w 13"/>
                <a:gd name="T7" fmla="*/ 19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5" y="2"/>
                  </a:moveTo>
                  <a:cubicBezTo>
                    <a:pt x="8" y="0"/>
                    <a:pt x="9" y="8"/>
                    <a:pt x="9" y="9"/>
                  </a:cubicBezTo>
                  <a:cubicBezTo>
                    <a:pt x="10" y="12"/>
                    <a:pt x="13" y="18"/>
                    <a:pt x="12" y="20"/>
                  </a:cubicBezTo>
                  <a:cubicBezTo>
                    <a:pt x="10" y="24"/>
                    <a:pt x="3" y="24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28" name="Freeform 7115">
              <a:extLst>
                <a:ext uri="{FF2B5EF4-FFF2-40B4-BE49-F238E27FC236}">
                  <a16:creationId xmlns:a16="http://schemas.microsoft.com/office/drawing/2014/main" id="{6FC51A2A-75C6-4AE1-A88A-56AD94156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433"/>
              <a:ext cx="18" cy="42"/>
            </a:xfrm>
            <a:custGeom>
              <a:avLst/>
              <a:gdLst>
                <a:gd name="T0" fmla="*/ 40 w 9"/>
                <a:gd name="T1" fmla="*/ 0 h 21"/>
                <a:gd name="T2" fmla="*/ 56 w 9"/>
                <a:gd name="T3" fmla="*/ 80 h 21"/>
                <a:gd name="T4" fmla="*/ 64 w 9"/>
                <a:gd name="T5" fmla="*/ 136 h 21"/>
                <a:gd name="T6" fmla="*/ 0 w 9"/>
                <a:gd name="T7" fmla="*/ 16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1">
                  <a:moveTo>
                    <a:pt x="5" y="0"/>
                  </a:moveTo>
                  <a:cubicBezTo>
                    <a:pt x="6" y="4"/>
                    <a:pt x="7" y="7"/>
                    <a:pt x="7" y="10"/>
                  </a:cubicBezTo>
                  <a:cubicBezTo>
                    <a:pt x="7" y="11"/>
                    <a:pt x="9" y="15"/>
                    <a:pt x="8" y="17"/>
                  </a:cubicBezTo>
                  <a:cubicBezTo>
                    <a:pt x="7" y="19"/>
                    <a:pt x="2" y="21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29" name="Freeform 7116">
              <a:extLst>
                <a:ext uri="{FF2B5EF4-FFF2-40B4-BE49-F238E27FC236}">
                  <a16:creationId xmlns:a16="http://schemas.microsoft.com/office/drawing/2014/main" id="{233142A7-BA83-4275-B692-243358CE7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471"/>
              <a:ext cx="18" cy="48"/>
            </a:xfrm>
            <a:custGeom>
              <a:avLst/>
              <a:gdLst>
                <a:gd name="T0" fmla="*/ 32 w 9"/>
                <a:gd name="T1" fmla="*/ 0 h 24"/>
                <a:gd name="T2" fmla="*/ 56 w 9"/>
                <a:gd name="T3" fmla="*/ 104 h 24"/>
                <a:gd name="T4" fmla="*/ 64 w 9"/>
                <a:gd name="T5" fmla="*/ 168 h 24"/>
                <a:gd name="T6" fmla="*/ 0 w 9"/>
                <a:gd name="T7" fmla="*/ 19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4">
                  <a:moveTo>
                    <a:pt x="4" y="0"/>
                  </a:moveTo>
                  <a:cubicBezTo>
                    <a:pt x="5" y="4"/>
                    <a:pt x="6" y="9"/>
                    <a:pt x="7" y="13"/>
                  </a:cubicBezTo>
                  <a:cubicBezTo>
                    <a:pt x="7" y="15"/>
                    <a:pt x="9" y="19"/>
                    <a:pt x="8" y="21"/>
                  </a:cubicBezTo>
                  <a:cubicBezTo>
                    <a:pt x="7" y="23"/>
                    <a:pt x="3" y="24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30" name="Freeform 7117">
              <a:extLst>
                <a:ext uri="{FF2B5EF4-FFF2-40B4-BE49-F238E27FC236}">
                  <a16:creationId xmlns:a16="http://schemas.microsoft.com/office/drawing/2014/main" id="{4D632FBA-4851-4C29-81ED-541842890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415"/>
              <a:ext cx="28" cy="32"/>
            </a:xfrm>
            <a:custGeom>
              <a:avLst/>
              <a:gdLst>
                <a:gd name="T0" fmla="*/ 16 w 14"/>
                <a:gd name="T1" fmla="*/ 0 h 16"/>
                <a:gd name="T2" fmla="*/ 0 w 14"/>
                <a:gd name="T3" fmla="*/ 24 h 16"/>
                <a:gd name="T4" fmla="*/ 16 w 14"/>
                <a:gd name="T5" fmla="*/ 96 h 16"/>
                <a:gd name="T6" fmla="*/ 112 w 14"/>
                <a:gd name="T7" fmla="*/ 10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2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4"/>
                    <a:pt x="2" y="11"/>
                    <a:pt x="2" y="12"/>
                  </a:cubicBezTo>
                  <a:cubicBezTo>
                    <a:pt x="4" y="16"/>
                    <a:pt x="11" y="15"/>
                    <a:pt x="14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31" name="Freeform 7118">
              <a:extLst>
                <a:ext uri="{FF2B5EF4-FFF2-40B4-BE49-F238E27FC236}">
                  <a16:creationId xmlns:a16="http://schemas.microsoft.com/office/drawing/2014/main" id="{A06A660A-8B94-4DC9-AB85-AA1FAC800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447"/>
              <a:ext cx="24" cy="36"/>
            </a:xfrm>
            <a:custGeom>
              <a:avLst/>
              <a:gdLst>
                <a:gd name="T0" fmla="*/ 0 w 12"/>
                <a:gd name="T1" fmla="*/ 0 h 18"/>
                <a:gd name="T2" fmla="*/ 16 w 12"/>
                <a:gd name="T3" fmla="*/ 72 h 18"/>
                <a:gd name="T4" fmla="*/ 40 w 12"/>
                <a:gd name="T5" fmla="*/ 144 h 18"/>
                <a:gd name="T6" fmla="*/ 96 w 12"/>
                <a:gd name="T7" fmla="*/ 12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0" y="3"/>
                    <a:pt x="2" y="6"/>
                    <a:pt x="2" y="9"/>
                  </a:cubicBezTo>
                  <a:cubicBezTo>
                    <a:pt x="3" y="11"/>
                    <a:pt x="3" y="17"/>
                    <a:pt x="5" y="18"/>
                  </a:cubicBezTo>
                  <a:cubicBezTo>
                    <a:pt x="7" y="18"/>
                    <a:pt x="11" y="16"/>
                    <a:pt x="12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32" name="Freeform 7119">
              <a:extLst>
                <a:ext uri="{FF2B5EF4-FFF2-40B4-BE49-F238E27FC236}">
                  <a16:creationId xmlns:a16="http://schemas.microsoft.com/office/drawing/2014/main" id="{A4FE8D51-738B-402A-B4F2-4F354E7A8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407"/>
              <a:ext cx="6" cy="34"/>
            </a:xfrm>
            <a:custGeom>
              <a:avLst/>
              <a:gdLst>
                <a:gd name="T0" fmla="*/ 0 w 3"/>
                <a:gd name="T1" fmla="*/ 0 h 17"/>
                <a:gd name="T2" fmla="*/ 24 w 3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1" y="6"/>
                    <a:pt x="2" y="12"/>
                    <a:pt x="3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33" name="Freeform 7120">
              <a:extLst>
                <a:ext uri="{FF2B5EF4-FFF2-40B4-BE49-F238E27FC236}">
                  <a16:creationId xmlns:a16="http://schemas.microsoft.com/office/drawing/2014/main" id="{84573EB0-75A3-4991-A913-885FFCBAE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443"/>
              <a:ext cx="10" cy="36"/>
            </a:xfrm>
            <a:custGeom>
              <a:avLst/>
              <a:gdLst>
                <a:gd name="T0" fmla="*/ 0 w 5"/>
                <a:gd name="T1" fmla="*/ 0 h 18"/>
                <a:gd name="T2" fmla="*/ 32 w 5"/>
                <a:gd name="T3" fmla="*/ 14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0"/>
                  </a:moveTo>
                  <a:cubicBezTo>
                    <a:pt x="1" y="5"/>
                    <a:pt x="5" y="13"/>
                    <a:pt x="4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34" name="Freeform 7121">
              <a:extLst>
                <a:ext uri="{FF2B5EF4-FFF2-40B4-BE49-F238E27FC236}">
                  <a16:creationId xmlns:a16="http://schemas.microsoft.com/office/drawing/2014/main" id="{B627341F-60E8-4D02-A2ED-3DE975256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477"/>
              <a:ext cx="30" cy="60"/>
            </a:xfrm>
            <a:custGeom>
              <a:avLst/>
              <a:gdLst>
                <a:gd name="T0" fmla="*/ 64 w 15"/>
                <a:gd name="T1" fmla="*/ 0 h 30"/>
                <a:gd name="T2" fmla="*/ 112 w 15"/>
                <a:gd name="T3" fmla="*/ 112 h 30"/>
                <a:gd name="T4" fmla="*/ 88 w 15"/>
                <a:gd name="T5" fmla="*/ 192 h 30"/>
                <a:gd name="T6" fmla="*/ 0 w 15"/>
                <a:gd name="T7" fmla="*/ 3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0">
                  <a:moveTo>
                    <a:pt x="8" y="0"/>
                  </a:moveTo>
                  <a:cubicBezTo>
                    <a:pt x="9" y="5"/>
                    <a:pt x="12" y="9"/>
                    <a:pt x="14" y="14"/>
                  </a:cubicBezTo>
                  <a:cubicBezTo>
                    <a:pt x="15" y="17"/>
                    <a:pt x="13" y="22"/>
                    <a:pt x="11" y="24"/>
                  </a:cubicBezTo>
                  <a:cubicBezTo>
                    <a:pt x="4" y="30"/>
                    <a:pt x="2" y="7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35" name="Freeform 7122">
              <a:extLst>
                <a:ext uri="{FF2B5EF4-FFF2-40B4-BE49-F238E27FC236}">
                  <a16:creationId xmlns:a16="http://schemas.microsoft.com/office/drawing/2014/main" id="{E6D9D513-EE8F-494B-B5C3-AE45EB415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371"/>
              <a:ext cx="22" cy="8"/>
            </a:xfrm>
            <a:custGeom>
              <a:avLst/>
              <a:gdLst>
                <a:gd name="T0" fmla="*/ 0 w 11"/>
                <a:gd name="T1" fmla="*/ 24 h 4"/>
                <a:gd name="T2" fmla="*/ 88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3"/>
                  </a:moveTo>
                  <a:cubicBezTo>
                    <a:pt x="4" y="4"/>
                    <a:pt x="8" y="2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36" name="Freeform 7123">
              <a:extLst>
                <a:ext uri="{FF2B5EF4-FFF2-40B4-BE49-F238E27FC236}">
                  <a16:creationId xmlns:a16="http://schemas.microsoft.com/office/drawing/2014/main" id="{F5BE97E4-2F23-4E30-B338-EBD9BBA95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415"/>
              <a:ext cx="12" cy="4"/>
            </a:xfrm>
            <a:custGeom>
              <a:avLst/>
              <a:gdLst>
                <a:gd name="T0" fmla="*/ 0 w 6"/>
                <a:gd name="T1" fmla="*/ 16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37" name="Freeform 7124">
              <a:extLst>
                <a:ext uri="{FF2B5EF4-FFF2-40B4-BE49-F238E27FC236}">
                  <a16:creationId xmlns:a16="http://schemas.microsoft.com/office/drawing/2014/main" id="{D803AE0A-50BC-4897-8D38-53ECF3466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377"/>
              <a:ext cx="4" cy="16"/>
            </a:xfrm>
            <a:custGeom>
              <a:avLst/>
              <a:gdLst>
                <a:gd name="T0" fmla="*/ 16 w 2"/>
                <a:gd name="T1" fmla="*/ 0 h 8"/>
                <a:gd name="T2" fmla="*/ 8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2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38" name="Freeform 7125">
              <a:extLst>
                <a:ext uri="{FF2B5EF4-FFF2-40B4-BE49-F238E27FC236}">
                  <a16:creationId xmlns:a16="http://schemas.microsoft.com/office/drawing/2014/main" id="{E23454CF-F0C2-4726-BC32-83F754AA7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459"/>
              <a:ext cx="24" cy="10"/>
            </a:xfrm>
            <a:custGeom>
              <a:avLst/>
              <a:gdLst>
                <a:gd name="T0" fmla="*/ 0 w 12"/>
                <a:gd name="T1" fmla="*/ 8 h 5"/>
                <a:gd name="T2" fmla="*/ 96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1"/>
                  </a:moveTo>
                  <a:cubicBezTo>
                    <a:pt x="3" y="5"/>
                    <a:pt x="8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39" name="Freeform 7126">
              <a:extLst>
                <a:ext uri="{FF2B5EF4-FFF2-40B4-BE49-F238E27FC236}">
                  <a16:creationId xmlns:a16="http://schemas.microsoft.com/office/drawing/2014/main" id="{CB93EA71-8F94-47AC-965D-1D0E7452E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425"/>
              <a:ext cx="10" cy="6"/>
            </a:xfrm>
            <a:custGeom>
              <a:avLst/>
              <a:gdLst>
                <a:gd name="T0" fmla="*/ 0 w 5"/>
                <a:gd name="T1" fmla="*/ 24 h 3"/>
                <a:gd name="T2" fmla="*/ 40 w 5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40" name="Freeform 7127">
              <a:extLst>
                <a:ext uri="{FF2B5EF4-FFF2-40B4-BE49-F238E27FC236}">
                  <a16:creationId xmlns:a16="http://schemas.microsoft.com/office/drawing/2014/main" id="{24D79A7A-9F38-41FE-BB71-5BBF3A00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499"/>
              <a:ext cx="30" cy="14"/>
            </a:xfrm>
            <a:custGeom>
              <a:avLst/>
              <a:gdLst>
                <a:gd name="T0" fmla="*/ 0 w 15"/>
                <a:gd name="T1" fmla="*/ 32 h 7"/>
                <a:gd name="T2" fmla="*/ 12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5" y="7"/>
                    <a:pt x="11" y="3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41" name="Freeform 7128">
              <a:extLst>
                <a:ext uri="{FF2B5EF4-FFF2-40B4-BE49-F238E27FC236}">
                  <a16:creationId xmlns:a16="http://schemas.microsoft.com/office/drawing/2014/main" id="{91475A9C-55F8-4E03-A684-93FCC3CD7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337"/>
              <a:ext cx="12" cy="8"/>
            </a:xfrm>
            <a:custGeom>
              <a:avLst/>
              <a:gdLst>
                <a:gd name="T0" fmla="*/ 0 w 6"/>
                <a:gd name="T1" fmla="*/ 8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5" y="2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42" name="Freeform 7129">
              <a:extLst>
                <a:ext uri="{FF2B5EF4-FFF2-40B4-BE49-F238E27FC236}">
                  <a16:creationId xmlns:a16="http://schemas.microsoft.com/office/drawing/2014/main" id="{B75C1B69-4CCC-4086-A341-261B6E081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13"/>
              <a:ext cx="16" cy="56"/>
            </a:xfrm>
            <a:custGeom>
              <a:avLst/>
              <a:gdLst>
                <a:gd name="T0" fmla="*/ 0 w 8"/>
                <a:gd name="T1" fmla="*/ 0 h 28"/>
                <a:gd name="T2" fmla="*/ 64 w 8"/>
                <a:gd name="T3" fmla="*/ 192 h 28"/>
                <a:gd name="T4" fmla="*/ 0 w 8"/>
                <a:gd name="T5" fmla="*/ 22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4" y="7"/>
                    <a:pt x="6" y="16"/>
                    <a:pt x="8" y="24"/>
                  </a:cubicBezTo>
                  <a:cubicBezTo>
                    <a:pt x="7" y="28"/>
                    <a:pt x="0" y="28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43" name="Freeform 7130">
              <a:extLst>
                <a:ext uri="{FF2B5EF4-FFF2-40B4-BE49-F238E27FC236}">
                  <a16:creationId xmlns:a16="http://schemas.microsoft.com/office/drawing/2014/main" id="{2248EAA4-CB43-4DAE-80D8-106E9F194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563"/>
              <a:ext cx="18" cy="62"/>
            </a:xfrm>
            <a:custGeom>
              <a:avLst/>
              <a:gdLst>
                <a:gd name="T0" fmla="*/ 16 w 9"/>
                <a:gd name="T1" fmla="*/ 0 h 31"/>
                <a:gd name="T2" fmla="*/ 40 w 9"/>
                <a:gd name="T3" fmla="*/ 64 h 31"/>
                <a:gd name="T4" fmla="*/ 64 w 9"/>
                <a:gd name="T5" fmla="*/ 152 h 31"/>
                <a:gd name="T6" fmla="*/ 64 w 9"/>
                <a:gd name="T7" fmla="*/ 216 h 31"/>
                <a:gd name="T8" fmla="*/ 0 w 9"/>
                <a:gd name="T9" fmla="*/ 24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1">
                  <a:moveTo>
                    <a:pt x="2" y="0"/>
                  </a:moveTo>
                  <a:cubicBezTo>
                    <a:pt x="4" y="2"/>
                    <a:pt x="4" y="5"/>
                    <a:pt x="5" y="8"/>
                  </a:cubicBezTo>
                  <a:cubicBezTo>
                    <a:pt x="6" y="12"/>
                    <a:pt x="7" y="15"/>
                    <a:pt x="8" y="19"/>
                  </a:cubicBezTo>
                  <a:cubicBezTo>
                    <a:pt x="9" y="22"/>
                    <a:pt x="9" y="24"/>
                    <a:pt x="8" y="27"/>
                  </a:cubicBezTo>
                  <a:cubicBezTo>
                    <a:pt x="7" y="28"/>
                    <a:pt x="2" y="31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44" name="Freeform 7131">
              <a:extLst>
                <a:ext uri="{FF2B5EF4-FFF2-40B4-BE49-F238E27FC236}">
                  <a16:creationId xmlns:a16="http://schemas.microsoft.com/office/drawing/2014/main" id="{EB1A32B0-C355-4AFA-BB0A-FF196D77B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617"/>
              <a:ext cx="14" cy="50"/>
            </a:xfrm>
            <a:custGeom>
              <a:avLst/>
              <a:gdLst>
                <a:gd name="T0" fmla="*/ 16 w 7"/>
                <a:gd name="T1" fmla="*/ 0 h 25"/>
                <a:gd name="T2" fmla="*/ 56 w 7"/>
                <a:gd name="T3" fmla="*/ 144 h 25"/>
                <a:gd name="T4" fmla="*/ 56 w 7"/>
                <a:gd name="T5" fmla="*/ 184 h 25"/>
                <a:gd name="T6" fmla="*/ 0 w 7"/>
                <a:gd name="T7" fmla="*/ 200 h 25"/>
                <a:gd name="T8" fmla="*/ 0 w 7"/>
                <a:gd name="T9" fmla="*/ 20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">
                  <a:moveTo>
                    <a:pt x="2" y="0"/>
                  </a:moveTo>
                  <a:cubicBezTo>
                    <a:pt x="4" y="6"/>
                    <a:pt x="6" y="11"/>
                    <a:pt x="7" y="18"/>
                  </a:cubicBezTo>
                  <a:cubicBezTo>
                    <a:pt x="7" y="19"/>
                    <a:pt x="7" y="22"/>
                    <a:pt x="7" y="23"/>
                  </a:cubicBezTo>
                  <a:cubicBezTo>
                    <a:pt x="6" y="24"/>
                    <a:pt x="2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45" name="Freeform 7132">
              <a:extLst>
                <a:ext uri="{FF2B5EF4-FFF2-40B4-BE49-F238E27FC236}">
                  <a16:creationId xmlns:a16="http://schemas.microsoft.com/office/drawing/2014/main" id="{50EE1FEF-D1E1-4546-B82F-10C83694E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665"/>
              <a:ext cx="20" cy="46"/>
            </a:xfrm>
            <a:custGeom>
              <a:avLst/>
              <a:gdLst>
                <a:gd name="T0" fmla="*/ 32 w 10"/>
                <a:gd name="T1" fmla="*/ 0 h 23"/>
                <a:gd name="T2" fmla="*/ 72 w 10"/>
                <a:gd name="T3" fmla="*/ 136 h 23"/>
                <a:gd name="T4" fmla="*/ 72 w 10"/>
                <a:gd name="T5" fmla="*/ 168 h 23"/>
                <a:gd name="T6" fmla="*/ 0 w 10"/>
                <a:gd name="T7" fmla="*/ 18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4" y="0"/>
                  </a:moveTo>
                  <a:cubicBezTo>
                    <a:pt x="5" y="6"/>
                    <a:pt x="8" y="11"/>
                    <a:pt x="9" y="17"/>
                  </a:cubicBezTo>
                  <a:cubicBezTo>
                    <a:pt x="10" y="20"/>
                    <a:pt x="10" y="19"/>
                    <a:pt x="9" y="21"/>
                  </a:cubicBezTo>
                  <a:cubicBezTo>
                    <a:pt x="8" y="22"/>
                    <a:pt x="2" y="23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46" name="Freeform 7133">
              <a:extLst>
                <a:ext uri="{FF2B5EF4-FFF2-40B4-BE49-F238E27FC236}">
                  <a16:creationId xmlns:a16="http://schemas.microsoft.com/office/drawing/2014/main" id="{2922DA96-F801-42AC-9043-6D4F56923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709"/>
              <a:ext cx="22" cy="50"/>
            </a:xfrm>
            <a:custGeom>
              <a:avLst/>
              <a:gdLst>
                <a:gd name="T0" fmla="*/ 32 w 11"/>
                <a:gd name="T1" fmla="*/ 0 h 25"/>
                <a:gd name="T2" fmla="*/ 80 w 11"/>
                <a:gd name="T3" fmla="*/ 144 h 25"/>
                <a:gd name="T4" fmla="*/ 0 w 11"/>
                <a:gd name="T5" fmla="*/ 17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4" y="0"/>
                  </a:moveTo>
                  <a:cubicBezTo>
                    <a:pt x="6" y="5"/>
                    <a:pt x="11" y="11"/>
                    <a:pt x="10" y="18"/>
                  </a:cubicBezTo>
                  <a:cubicBezTo>
                    <a:pt x="9" y="20"/>
                    <a:pt x="2" y="25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47" name="Freeform 7134">
              <a:extLst>
                <a:ext uri="{FF2B5EF4-FFF2-40B4-BE49-F238E27FC236}">
                  <a16:creationId xmlns:a16="http://schemas.microsoft.com/office/drawing/2014/main" id="{C13FA711-201D-491B-8057-275BE125C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523"/>
              <a:ext cx="24" cy="40"/>
            </a:xfrm>
            <a:custGeom>
              <a:avLst/>
              <a:gdLst>
                <a:gd name="T0" fmla="*/ 72 w 12"/>
                <a:gd name="T1" fmla="*/ 8 h 20"/>
                <a:gd name="T2" fmla="*/ 96 w 12"/>
                <a:gd name="T3" fmla="*/ 112 h 20"/>
                <a:gd name="T4" fmla="*/ 64 w 12"/>
                <a:gd name="T5" fmla="*/ 152 h 20"/>
                <a:gd name="T6" fmla="*/ 0 w 12"/>
                <a:gd name="T7" fmla="*/ 96 h 20"/>
                <a:gd name="T8" fmla="*/ 8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9" y="1"/>
                  </a:moveTo>
                  <a:cubicBezTo>
                    <a:pt x="10" y="5"/>
                    <a:pt x="11" y="9"/>
                    <a:pt x="12" y="14"/>
                  </a:cubicBezTo>
                  <a:cubicBezTo>
                    <a:pt x="12" y="18"/>
                    <a:pt x="12" y="20"/>
                    <a:pt x="8" y="19"/>
                  </a:cubicBezTo>
                  <a:cubicBezTo>
                    <a:pt x="2" y="19"/>
                    <a:pt x="2" y="18"/>
                    <a:pt x="0" y="12"/>
                  </a:cubicBezTo>
                  <a:cubicBezTo>
                    <a:pt x="0" y="9"/>
                    <a:pt x="2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48" name="Freeform 7135">
              <a:extLst>
                <a:ext uri="{FF2B5EF4-FFF2-40B4-BE49-F238E27FC236}">
                  <a16:creationId xmlns:a16="http://schemas.microsoft.com/office/drawing/2014/main" id="{C2E9A34B-8090-4324-A008-93CD63917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549"/>
              <a:ext cx="18" cy="6"/>
            </a:xfrm>
            <a:custGeom>
              <a:avLst/>
              <a:gdLst>
                <a:gd name="T0" fmla="*/ 0 w 9"/>
                <a:gd name="T1" fmla="*/ 24 h 3"/>
                <a:gd name="T2" fmla="*/ 7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6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49" name="Freeform 7136">
              <a:extLst>
                <a:ext uri="{FF2B5EF4-FFF2-40B4-BE49-F238E27FC236}">
                  <a16:creationId xmlns:a16="http://schemas.microsoft.com/office/drawing/2014/main" id="{36BD4175-B7BA-4CF6-95A4-EE8D33821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559"/>
              <a:ext cx="22" cy="32"/>
            </a:xfrm>
            <a:custGeom>
              <a:avLst/>
              <a:gdLst>
                <a:gd name="T0" fmla="*/ 56 w 11"/>
                <a:gd name="T1" fmla="*/ 0 h 16"/>
                <a:gd name="T2" fmla="*/ 64 w 11"/>
                <a:gd name="T3" fmla="*/ 104 h 16"/>
                <a:gd name="T4" fmla="*/ 0 w 11"/>
                <a:gd name="T5" fmla="*/ 1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7" y="0"/>
                  </a:moveTo>
                  <a:cubicBezTo>
                    <a:pt x="7" y="4"/>
                    <a:pt x="11" y="10"/>
                    <a:pt x="8" y="13"/>
                  </a:cubicBezTo>
                  <a:cubicBezTo>
                    <a:pt x="7" y="15"/>
                    <a:pt x="2" y="16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50" name="Freeform 7137">
              <a:extLst>
                <a:ext uri="{FF2B5EF4-FFF2-40B4-BE49-F238E27FC236}">
                  <a16:creationId xmlns:a16="http://schemas.microsoft.com/office/drawing/2014/main" id="{BC1B486B-5036-460A-A9BF-44614C64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583"/>
              <a:ext cx="24" cy="16"/>
            </a:xfrm>
            <a:custGeom>
              <a:avLst/>
              <a:gdLst>
                <a:gd name="T0" fmla="*/ 0 w 12"/>
                <a:gd name="T1" fmla="*/ 0 h 8"/>
                <a:gd name="T2" fmla="*/ 32 w 12"/>
                <a:gd name="T3" fmla="*/ 64 h 8"/>
                <a:gd name="T4" fmla="*/ 96 w 12"/>
                <a:gd name="T5" fmla="*/ 4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1" y="3"/>
                    <a:pt x="0" y="7"/>
                    <a:pt x="4" y="8"/>
                  </a:cubicBezTo>
                  <a:cubicBezTo>
                    <a:pt x="6" y="8"/>
                    <a:pt x="10" y="7"/>
                    <a:pt x="12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51" name="Freeform 7138">
              <a:extLst>
                <a:ext uri="{FF2B5EF4-FFF2-40B4-BE49-F238E27FC236}">
                  <a16:creationId xmlns:a16="http://schemas.microsoft.com/office/drawing/2014/main" id="{169CCA4E-FA72-4838-9F32-AC4D12535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599"/>
              <a:ext cx="22" cy="42"/>
            </a:xfrm>
            <a:custGeom>
              <a:avLst/>
              <a:gdLst>
                <a:gd name="T0" fmla="*/ 0 w 11"/>
                <a:gd name="T1" fmla="*/ 0 h 21"/>
                <a:gd name="T2" fmla="*/ 24 w 11"/>
                <a:gd name="T3" fmla="*/ 136 h 21"/>
                <a:gd name="T4" fmla="*/ 88 w 11"/>
                <a:gd name="T5" fmla="*/ 15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2" y="5"/>
                    <a:pt x="1" y="11"/>
                    <a:pt x="3" y="17"/>
                  </a:cubicBezTo>
                  <a:cubicBezTo>
                    <a:pt x="5" y="21"/>
                    <a:pt x="7" y="20"/>
                    <a:pt x="11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52" name="Freeform 7139">
              <a:extLst>
                <a:ext uri="{FF2B5EF4-FFF2-40B4-BE49-F238E27FC236}">
                  <a16:creationId xmlns:a16="http://schemas.microsoft.com/office/drawing/2014/main" id="{3812B281-F2D9-45AB-B76D-F9204E458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639"/>
              <a:ext cx="30" cy="46"/>
            </a:xfrm>
            <a:custGeom>
              <a:avLst/>
              <a:gdLst>
                <a:gd name="T0" fmla="*/ 16 w 15"/>
                <a:gd name="T1" fmla="*/ 0 h 23"/>
                <a:gd name="T2" fmla="*/ 16 w 15"/>
                <a:gd name="T3" fmla="*/ 128 h 23"/>
                <a:gd name="T4" fmla="*/ 80 w 15"/>
                <a:gd name="T5" fmla="*/ 152 h 23"/>
                <a:gd name="T6" fmla="*/ 64 w 15"/>
                <a:gd name="T7" fmla="*/ 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2" y="0"/>
                  </a:moveTo>
                  <a:cubicBezTo>
                    <a:pt x="0" y="4"/>
                    <a:pt x="1" y="12"/>
                    <a:pt x="2" y="16"/>
                  </a:cubicBezTo>
                  <a:cubicBezTo>
                    <a:pt x="3" y="21"/>
                    <a:pt x="5" y="23"/>
                    <a:pt x="10" y="19"/>
                  </a:cubicBezTo>
                  <a:cubicBezTo>
                    <a:pt x="15" y="15"/>
                    <a:pt x="9" y="6"/>
                    <a:pt x="8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53" name="Freeform 7140">
              <a:extLst>
                <a:ext uri="{FF2B5EF4-FFF2-40B4-BE49-F238E27FC236}">
                  <a16:creationId xmlns:a16="http://schemas.microsoft.com/office/drawing/2014/main" id="{1D285E8E-41FE-477D-BFE8-0B53F23A0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595"/>
              <a:ext cx="10" cy="40"/>
            </a:xfrm>
            <a:custGeom>
              <a:avLst/>
              <a:gdLst>
                <a:gd name="T0" fmla="*/ 0 w 5"/>
                <a:gd name="T1" fmla="*/ 0 h 20"/>
                <a:gd name="T2" fmla="*/ 40 w 5"/>
                <a:gd name="T3" fmla="*/ 16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3" y="5"/>
                    <a:pt x="0" y="16"/>
                    <a:pt x="5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54" name="Freeform 7141">
              <a:extLst>
                <a:ext uri="{FF2B5EF4-FFF2-40B4-BE49-F238E27FC236}">
                  <a16:creationId xmlns:a16="http://schemas.microsoft.com/office/drawing/2014/main" id="{DBFBC5F7-63C8-4418-85AD-9DD977F06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561"/>
              <a:ext cx="10" cy="32"/>
            </a:xfrm>
            <a:custGeom>
              <a:avLst/>
              <a:gdLst>
                <a:gd name="T0" fmla="*/ 0 w 5"/>
                <a:gd name="T1" fmla="*/ 0 h 16"/>
                <a:gd name="T2" fmla="*/ 40 w 5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0" y="6"/>
                    <a:pt x="3" y="12"/>
                    <a:pt x="5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55" name="Freeform 7142">
              <a:extLst>
                <a:ext uri="{FF2B5EF4-FFF2-40B4-BE49-F238E27FC236}">
                  <a16:creationId xmlns:a16="http://schemas.microsoft.com/office/drawing/2014/main" id="{A566BD20-CE19-4A7B-92DC-055309BE1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621"/>
              <a:ext cx="24" cy="16"/>
            </a:xfrm>
            <a:custGeom>
              <a:avLst/>
              <a:gdLst>
                <a:gd name="T0" fmla="*/ 0 w 12"/>
                <a:gd name="T1" fmla="*/ 32 h 8"/>
                <a:gd name="T2" fmla="*/ 96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2" y="8"/>
                    <a:pt x="9" y="2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56" name="Freeform 7143">
              <a:extLst>
                <a:ext uri="{FF2B5EF4-FFF2-40B4-BE49-F238E27FC236}">
                  <a16:creationId xmlns:a16="http://schemas.microsoft.com/office/drawing/2014/main" id="{9B7811B7-1F5D-416B-946D-3B28593CF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597"/>
              <a:ext cx="8" cy="24"/>
            </a:xfrm>
            <a:custGeom>
              <a:avLst/>
              <a:gdLst>
                <a:gd name="T0" fmla="*/ 0 w 4"/>
                <a:gd name="T1" fmla="*/ 0 h 12"/>
                <a:gd name="T2" fmla="*/ 32 w 4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1" y="4"/>
                    <a:pt x="3" y="8"/>
                    <a:pt x="4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57" name="Freeform 7144">
              <a:extLst>
                <a:ext uri="{FF2B5EF4-FFF2-40B4-BE49-F238E27FC236}">
                  <a16:creationId xmlns:a16="http://schemas.microsoft.com/office/drawing/2014/main" id="{7AC6D68C-8A9B-453B-A083-581D6615F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659"/>
              <a:ext cx="26" cy="12"/>
            </a:xfrm>
            <a:custGeom>
              <a:avLst/>
              <a:gdLst>
                <a:gd name="T0" fmla="*/ 0 w 13"/>
                <a:gd name="T1" fmla="*/ 48 h 6"/>
                <a:gd name="T2" fmla="*/ 10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5" y="6"/>
                    <a:pt x="10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58" name="Freeform 7145">
              <a:extLst>
                <a:ext uri="{FF2B5EF4-FFF2-40B4-BE49-F238E27FC236}">
                  <a16:creationId xmlns:a16="http://schemas.microsoft.com/office/drawing/2014/main" id="{842E5A3B-E282-41BB-9DB2-A65DDE04B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631"/>
              <a:ext cx="10" cy="16"/>
            </a:xfrm>
            <a:custGeom>
              <a:avLst/>
              <a:gdLst>
                <a:gd name="T0" fmla="*/ 40 w 5"/>
                <a:gd name="T1" fmla="*/ 0 h 8"/>
                <a:gd name="T2" fmla="*/ 16 w 5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1"/>
                    <a:pt x="0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59" name="Freeform 7146">
              <a:extLst>
                <a:ext uri="{FF2B5EF4-FFF2-40B4-BE49-F238E27FC236}">
                  <a16:creationId xmlns:a16="http://schemas.microsoft.com/office/drawing/2014/main" id="{18DD4366-8E1F-4E9C-A493-96CA7E01F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681"/>
              <a:ext cx="22" cy="36"/>
            </a:xfrm>
            <a:custGeom>
              <a:avLst/>
              <a:gdLst>
                <a:gd name="T0" fmla="*/ 0 w 11"/>
                <a:gd name="T1" fmla="*/ 144 h 18"/>
                <a:gd name="T2" fmla="*/ 88 w 11"/>
                <a:gd name="T3" fmla="*/ 88 h 18"/>
                <a:gd name="T4" fmla="*/ 72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18"/>
                  </a:moveTo>
                  <a:cubicBezTo>
                    <a:pt x="4" y="18"/>
                    <a:pt x="11" y="15"/>
                    <a:pt x="11" y="11"/>
                  </a:cubicBezTo>
                  <a:cubicBezTo>
                    <a:pt x="11" y="7"/>
                    <a:pt x="9" y="4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60" name="Freeform 7147">
              <a:extLst>
                <a:ext uri="{FF2B5EF4-FFF2-40B4-BE49-F238E27FC236}">
                  <a16:creationId xmlns:a16="http://schemas.microsoft.com/office/drawing/2014/main" id="{402F31C3-1833-4130-AB47-9E815852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703"/>
              <a:ext cx="4" cy="12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61" name="Freeform 7148">
              <a:extLst>
                <a:ext uri="{FF2B5EF4-FFF2-40B4-BE49-F238E27FC236}">
                  <a16:creationId xmlns:a16="http://schemas.microsoft.com/office/drawing/2014/main" id="{17EE63C2-ECFD-4963-877B-194EB9880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569"/>
              <a:ext cx="14" cy="8"/>
            </a:xfrm>
            <a:custGeom>
              <a:avLst/>
              <a:gdLst>
                <a:gd name="T0" fmla="*/ 0 w 7"/>
                <a:gd name="T1" fmla="*/ 0 h 4"/>
                <a:gd name="T2" fmla="*/ 32 w 7"/>
                <a:gd name="T3" fmla="*/ 8 h 4"/>
                <a:gd name="T4" fmla="*/ 56 w 7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6" y="3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62" name="Freeform 7149">
              <a:extLst>
                <a:ext uri="{FF2B5EF4-FFF2-40B4-BE49-F238E27FC236}">
                  <a16:creationId xmlns:a16="http://schemas.microsoft.com/office/drawing/2014/main" id="{E58B7962-6463-474E-B52F-64FCEBB80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707"/>
              <a:ext cx="20" cy="10"/>
            </a:xfrm>
            <a:custGeom>
              <a:avLst/>
              <a:gdLst>
                <a:gd name="T0" fmla="*/ 0 w 10"/>
                <a:gd name="T1" fmla="*/ 0 h 5"/>
                <a:gd name="T2" fmla="*/ 40 w 10"/>
                <a:gd name="T3" fmla="*/ 32 h 5"/>
                <a:gd name="T4" fmla="*/ 80 w 10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1" y="3"/>
                    <a:pt x="1" y="5"/>
                    <a:pt x="5" y="4"/>
                  </a:cubicBezTo>
                  <a:cubicBezTo>
                    <a:pt x="7" y="4"/>
                    <a:pt x="9" y="3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63" name="Freeform 7150">
              <a:extLst>
                <a:ext uri="{FF2B5EF4-FFF2-40B4-BE49-F238E27FC236}">
                  <a16:creationId xmlns:a16="http://schemas.microsoft.com/office/drawing/2014/main" id="{D35D3B0C-EC11-4A47-A631-0CA3C3BC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671"/>
              <a:ext cx="22" cy="82"/>
            </a:xfrm>
            <a:custGeom>
              <a:avLst/>
              <a:gdLst>
                <a:gd name="T0" fmla="*/ 0 w 11"/>
                <a:gd name="T1" fmla="*/ 184 h 41"/>
                <a:gd name="T2" fmla="*/ 32 w 11"/>
                <a:gd name="T3" fmla="*/ 320 h 41"/>
                <a:gd name="T4" fmla="*/ 88 w 11"/>
                <a:gd name="T5" fmla="*/ 312 h 41"/>
                <a:gd name="T6" fmla="*/ 56 w 11"/>
                <a:gd name="T7" fmla="*/ 160 h 41"/>
                <a:gd name="T8" fmla="*/ 32 w 11"/>
                <a:gd name="T9" fmla="*/ 56 h 41"/>
                <a:gd name="T10" fmla="*/ 24 w 11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1">
                  <a:moveTo>
                    <a:pt x="0" y="23"/>
                  </a:moveTo>
                  <a:cubicBezTo>
                    <a:pt x="0" y="25"/>
                    <a:pt x="2" y="38"/>
                    <a:pt x="4" y="40"/>
                  </a:cubicBezTo>
                  <a:cubicBezTo>
                    <a:pt x="6" y="41"/>
                    <a:pt x="9" y="40"/>
                    <a:pt x="11" y="39"/>
                  </a:cubicBezTo>
                  <a:cubicBezTo>
                    <a:pt x="8" y="33"/>
                    <a:pt x="10" y="25"/>
                    <a:pt x="7" y="20"/>
                  </a:cubicBezTo>
                  <a:cubicBezTo>
                    <a:pt x="6" y="15"/>
                    <a:pt x="5" y="12"/>
                    <a:pt x="4" y="7"/>
                  </a:cubicBezTo>
                  <a:cubicBezTo>
                    <a:pt x="4" y="5"/>
                    <a:pt x="3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64" name="Freeform 7151">
              <a:extLst>
                <a:ext uri="{FF2B5EF4-FFF2-40B4-BE49-F238E27FC236}">
                  <a16:creationId xmlns:a16="http://schemas.microsoft.com/office/drawing/2014/main" id="{A74CFE06-DB3D-4EA9-992D-ECE8824E9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751"/>
              <a:ext cx="30" cy="48"/>
            </a:xfrm>
            <a:custGeom>
              <a:avLst/>
              <a:gdLst>
                <a:gd name="T0" fmla="*/ 8 w 15"/>
                <a:gd name="T1" fmla="*/ 8 h 24"/>
                <a:gd name="T2" fmla="*/ 16 w 15"/>
                <a:gd name="T3" fmla="*/ 56 h 24"/>
                <a:gd name="T4" fmla="*/ 24 w 15"/>
                <a:gd name="T5" fmla="*/ 144 h 24"/>
                <a:gd name="T6" fmla="*/ 104 w 15"/>
                <a:gd name="T7" fmla="*/ 168 h 24"/>
                <a:gd name="T8" fmla="*/ 96 w 15"/>
                <a:gd name="T9" fmla="*/ 88 h 24"/>
                <a:gd name="T10" fmla="*/ 64 w 15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4">
                  <a:moveTo>
                    <a:pt x="1" y="1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2" y="10"/>
                    <a:pt x="2" y="14"/>
                    <a:pt x="3" y="18"/>
                  </a:cubicBezTo>
                  <a:cubicBezTo>
                    <a:pt x="4" y="21"/>
                    <a:pt x="9" y="24"/>
                    <a:pt x="13" y="21"/>
                  </a:cubicBezTo>
                  <a:cubicBezTo>
                    <a:pt x="15" y="19"/>
                    <a:pt x="13" y="14"/>
                    <a:pt x="12" y="11"/>
                  </a:cubicBezTo>
                  <a:cubicBezTo>
                    <a:pt x="12" y="7"/>
                    <a:pt x="10" y="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65" name="Freeform 7152">
              <a:extLst>
                <a:ext uri="{FF2B5EF4-FFF2-40B4-BE49-F238E27FC236}">
                  <a16:creationId xmlns:a16="http://schemas.microsoft.com/office/drawing/2014/main" id="{E6FA13A6-DBEB-473F-BB4F-D37D34FE5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791"/>
              <a:ext cx="32" cy="44"/>
            </a:xfrm>
            <a:custGeom>
              <a:avLst/>
              <a:gdLst>
                <a:gd name="T0" fmla="*/ 0 w 16"/>
                <a:gd name="T1" fmla="*/ 8 h 22"/>
                <a:gd name="T2" fmla="*/ 40 w 16"/>
                <a:gd name="T3" fmla="*/ 176 h 22"/>
                <a:gd name="T4" fmla="*/ 120 w 16"/>
                <a:gd name="T5" fmla="*/ 112 h 22"/>
                <a:gd name="T6" fmla="*/ 96 w 16"/>
                <a:gd name="T7" fmla="*/ 72 h 22"/>
                <a:gd name="T8" fmla="*/ 72 w 1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0" y="1"/>
                  </a:moveTo>
                  <a:cubicBezTo>
                    <a:pt x="0" y="8"/>
                    <a:pt x="2" y="15"/>
                    <a:pt x="5" y="22"/>
                  </a:cubicBezTo>
                  <a:cubicBezTo>
                    <a:pt x="9" y="18"/>
                    <a:pt x="16" y="21"/>
                    <a:pt x="15" y="14"/>
                  </a:cubicBezTo>
                  <a:cubicBezTo>
                    <a:pt x="14" y="12"/>
                    <a:pt x="13" y="10"/>
                    <a:pt x="12" y="9"/>
                  </a:cubicBezTo>
                  <a:cubicBezTo>
                    <a:pt x="11" y="6"/>
                    <a:pt x="10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66" name="Freeform 7153">
              <a:extLst>
                <a:ext uri="{FF2B5EF4-FFF2-40B4-BE49-F238E27FC236}">
                  <a16:creationId xmlns:a16="http://schemas.microsoft.com/office/drawing/2014/main" id="{B9D231BC-D0E3-4E3A-AE57-FFC0001A9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745"/>
              <a:ext cx="20" cy="52"/>
            </a:xfrm>
            <a:custGeom>
              <a:avLst/>
              <a:gdLst>
                <a:gd name="T0" fmla="*/ 32 w 10"/>
                <a:gd name="T1" fmla="*/ 0 h 26"/>
                <a:gd name="T2" fmla="*/ 56 w 10"/>
                <a:gd name="T3" fmla="*/ 88 h 26"/>
                <a:gd name="T4" fmla="*/ 72 w 10"/>
                <a:gd name="T5" fmla="*/ 176 h 26"/>
                <a:gd name="T6" fmla="*/ 0 w 10"/>
                <a:gd name="T7" fmla="*/ 20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4" y="0"/>
                  </a:moveTo>
                  <a:cubicBezTo>
                    <a:pt x="5" y="4"/>
                    <a:pt x="6" y="7"/>
                    <a:pt x="7" y="11"/>
                  </a:cubicBezTo>
                  <a:cubicBezTo>
                    <a:pt x="7" y="13"/>
                    <a:pt x="10" y="20"/>
                    <a:pt x="9" y="22"/>
                  </a:cubicBezTo>
                  <a:cubicBezTo>
                    <a:pt x="8" y="24"/>
                    <a:pt x="1" y="26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67" name="Freeform 7154">
              <a:extLst>
                <a:ext uri="{FF2B5EF4-FFF2-40B4-BE49-F238E27FC236}">
                  <a16:creationId xmlns:a16="http://schemas.microsoft.com/office/drawing/2014/main" id="{BFD73B56-BB9D-4291-9BEB-F9652CC7D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755"/>
              <a:ext cx="26" cy="8"/>
            </a:xfrm>
            <a:custGeom>
              <a:avLst/>
              <a:gdLst>
                <a:gd name="T0" fmla="*/ 0 w 13"/>
                <a:gd name="T1" fmla="*/ 24 h 4"/>
                <a:gd name="T2" fmla="*/ 104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3"/>
                  </a:moveTo>
                  <a:cubicBezTo>
                    <a:pt x="4" y="4"/>
                    <a:pt x="10" y="2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68" name="Freeform 7155">
              <a:extLst>
                <a:ext uri="{FF2B5EF4-FFF2-40B4-BE49-F238E27FC236}">
                  <a16:creationId xmlns:a16="http://schemas.microsoft.com/office/drawing/2014/main" id="{2E2C47FA-0613-4E46-9B56-FAB220AD7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713"/>
              <a:ext cx="6" cy="20"/>
            </a:xfrm>
            <a:custGeom>
              <a:avLst/>
              <a:gdLst>
                <a:gd name="T0" fmla="*/ 0 w 3"/>
                <a:gd name="T1" fmla="*/ 80 h 10"/>
                <a:gd name="T2" fmla="*/ 24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0" y="6"/>
                    <a:pt x="0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69" name="Freeform 7156">
              <a:extLst>
                <a:ext uri="{FF2B5EF4-FFF2-40B4-BE49-F238E27FC236}">
                  <a16:creationId xmlns:a16="http://schemas.microsoft.com/office/drawing/2014/main" id="{7D4E3808-8D61-4B14-A1D9-6760BF49C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785"/>
              <a:ext cx="24" cy="40"/>
            </a:xfrm>
            <a:custGeom>
              <a:avLst/>
              <a:gdLst>
                <a:gd name="T0" fmla="*/ 56 w 12"/>
                <a:gd name="T1" fmla="*/ 0 h 20"/>
                <a:gd name="T2" fmla="*/ 72 w 12"/>
                <a:gd name="T3" fmla="*/ 64 h 20"/>
                <a:gd name="T4" fmla="*/ 88 w 12"/>
                <a:gd name="T5" fmla="*/ 120 h 20"/>
                <a:gd name="T6" fmla="*/ 0 w 12"/>
                <a:gd name="T7" fmla="*/ 16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7" y="0"/>
                  </a:moveTo>
                  <a:cubicBezTo>
                    <a:pt x="8" y="2"/>
                    <a:pt x="8" y="5"/>
                    <a:pt x="9" y="8"/>
                  </a:cubicBezTo>
                  <a:cubicBezTo>
                    <a:pt x="10" y="9"/>
                    <a:pt x="12" y="13"/>
                    <a:pt x="11" y="15"/>
                  </a:cubicBezTo>
                  <a:cubicBezTo>
                    <a:pt x="10" y="19"/>
                    <a:pt x="3" y="20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70" name="Freeform 7157">
              <a:extLst>
                <a:ext uri="{FF2B5EF4-FFF2-40B4-BE49-F238E27FC236}">
                  <a16:creationId xmlns:a16="http://schemas.microsoft.com/office/drawing/2014/main" id="{9DB06C8B-045D-4349-95D5-D346E64B3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811"/>
              <a:ext cx="26" cy="48"/>
            </a:xfrm>
            <a:custGeom>
              <a:avLst/>
              <a:gdLst>
                <a:gd name="T0" fmla="*/ 32 w 13"/>
                <a:gd name="T1" fmla="*/ 16 h 24"/>
                <a:gd name="T2" fmla="*/ 72 w 13"/>
                <a:gd name="T3" fmla="*/ 80 h 24"/>
                <a:gd name="T4" fmla="*/ 88 w 13"/>
                <a:gd name="T5" fmla="*/ 160 h 24"/>
                <a:gd name="T6" fmla="*/ 0 w 13"/>
                <a:gd name="T7" fmla="*/ 19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4" y="2"/>
                  </a:moveTo>
                  <a:cubicBezTo>
                    <a:pt x="7" y="0"/>
                    <a:pt x="8" y="8"/>
                    <a:pt x="9" y="10"/>
                  </a:cubicBezTo>
                  <a:cubicBezTo>
                    <a:pt x="10" y="12"/>
                    <a:pt x="13" y="18"/>
                    <a:pt x="11" y="20"/>
                  </a:cubicBezTo>
                  <a:cubicBezTo>
                    <a:pt x="10" y="24"/>
                    <a:pt x="3" y="24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71" name="Freeform 7158">
              <a:extLst>
                <a:ext uri="{FF2B5EF4-FFF2-40B4-BE49-F238E27FC236}">
                  <a16:creationId xmlns:a16="http://schemas.microsoft.com/office/drawing/2014/main" id="{20890B2C-9E2C-409E-AE61-E966733F6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857"/>
              <a:ext cx="18" cy="40"/>
            </a:xfrm>
            <a:custGeom>
              <a:avLst/>
              <a:gdLst>
                <a:gd name="T0" fmla="*/ 40 w 9"/>
                <a:gd name="T1" fmla="*/ 0 h 20"/>
                <a:gd name="T2" fmla="*/ 56 w 9"/>
                <a:gd name="T3" fmla="*/ 72 h 20"/>
                <a:gd name="T4" fmla="*/ 64 w 9"/>
                <a:gd name="T5" fmla="*/ 128 h 20"/>
                <a:gd name="T6" fmla="*/ 0 w 9"/>
                <a:gd name="T7" fmla="*/ 15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6" y="3"/>
                    <a:pt x="6" y="6"/>
                    <a:pt x="7" y="9"/>
                  </a:cubicBezTo>
                  <a:cubicBezTo>
                    <a:pt x="7" y="10"/>
                    <a:pt x="9" y="14"/>
                    <a:pt x="8" y="16"/>
                  </a:cubicBezTo>
                  <a:cubicBezTo>
                    <a:pt x="7" y="18"/>
                    <a:pt x="3" y="20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72" name="Freeform 7159">
              <a:extLst>
                <a:ext uri="{FF2B5EF4-FFF2-40B4-BE49-F238E27FC236}">
                  <a16:creationId xmlns:a16="http://schemas.microsoft.com/office/drawing/2014/main" id="{9E4F6D70-4667-4044-BED9-D3C663604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893"/>
              <a:ext cx="20" cy="48"/>
            </a:xfrm>
            <a:custGeom>
              <a:avLst/>
              <a:gdLst>
                <a:gd name="T0" fmla="*/ 24 w 10"/>
                <a:gd name="T1" fmla="*/ 0 h 24"/>
                <a:gd name="T2" fmla="*/ 64 w 10"/>
                <a:gd name="T3" fmla="*/ 104 h 24"/>
                <a:gd name="T4" fmla="*/ 72 w 10"/>
                <a:gd name="T5" fmla="*/ 168 h 24"/>
                <a:gd name="T6" fmla="*/ 0 w 10"/>
                <a:gd name="T7" fmla="*/ 19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3" y="0"/>
                  </a:moveTo>
                  <a:cubicBezTo>
                    <a:pt x="4" y="5"/>
                    <a:pt x="7" y="9"/>
                    <a:pt x="8" y="13"/>
                  </a:cubicBezTo>
                  <a:cubicBezTo>
                    <a:pt x="8" y="15"/>
                    <a:pt x="10" y="19"/>
                    <a:pt x="9" y="21"/>
                  </a:cubicBezTo>
                  <a:cubicBezTo>
                    <a:pt x="8" y="23"/>
                    <a:pt x="2" y="24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73" name="Freeform 7160">
              <a:extLst>
                <a:ext uri="{FF2B5EF4-FFF2-40B4-BE49-F238E27FC236}">
                  <a16:creationId xmlns:a16="http://schemas.microsoft.com/office/drawing/2014/main" id="{0AD1DBD7-EDCF-49DD-9677-5C1FBE869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837"/>
              <a:ext cx="34" cy="30"/>
            </a:xfrm>
            <a:custGeom>
              <a:avLst/>
              <a:gdLst>
                <a:gd name="T0" fmla="*/ 24 w 17"/>
                <a:gd name="T1" fmla="*/ 0 h 15"/>
                <a:gd name="T2" fmla="*/ 8 w 17"/>
                <a:gd name="T3" fmla="*/ 24 h 15"/>
                <a:gd name="T4" fmla="*/ 24 w 17"/>
                <a:gd name="T5" fmla="*/ 96 h 15"/>
                <a:gd name="T6" fmla="*/ 136 w 17"/>
                <a:gd name="T7" fmla="*/ 9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3" y="0"/>
                  </a:moveTo>
                  <a:cubicBezTo>
                    <a:pt x="1" y="0"/>
                    <a:pt x="1" y="1"/>
                    <a:pt x="1" y="3"/>
                  </a:cubicBezTo>
                  <a:cubicBezTo>
                    <a:pt x="0" y="4"/>
                    <a:pt x="2" y="11"/>
                    <a:pt x="3" y="12"/>
                  </a:cubicBezTo>
                  <a:cubicBezTo>
                    <a:pt x="5" y="15"/>
                    <a:pt x="15" y="15"/>
                    <a:pt x="1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74" name="Freeform 7161">
              <a:extLst>
                <a:ext uri="{FF2B5EF4-FFF2-40B4-BE49-F238E27FC236}">
                  <a16:creationId xmlns:a16="http://schemas.microsoft.com/office/drawing/2014/main" id="{63C618FB-0672-4852-8DB4-04ACCD8E9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867"/>
              <a:ext cx="28" cy="38"/>
            </a:xfrm>
            <a:custGeom>
              <a:avLst/>
              <a:gdLst>
                <a:gd name="T0" fmla="*/ 0 w 14"/>
                <a:gd name="T1" fmla="*/ 0 h 19"/>
                <a:gd name="T2" fmla="*/ 24 w 14"/>
                <a:gd name="T3" fmla="*/ 80 h 19"/>
                <a:gd name="T4" fmla="*/ 48 w 14"/>
                <a:gd name="T5" fmla="*/ 144 h 19"/>
                <a:gd name="T6" fmla="*/ 112 w 14"/>
                <a:gd name="T7" fmla="*/ 1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0" y="0"/>
                  </a:moveTo>
                  <a:cubicBezTo>
                    <a:pt x="0" y="3"/>
                    <a:pt x="2" y="7"/>
                    <a:pt x="3" y="10"/>
                  </a:cubicBezTo>
                  <a:cubicBezTo>
                    <a:pt x="3" y="12"/>
                    <a:pt x="3" y="18"/>
                    <a:pt x="6" y="18"/>
                  </a:cubicBezTo>
                  <a:cubicBezTo>
                    <a:pt x="7" y="19"/>
                    <a:pt x="13" y="17"/>
                    <a:pt x="14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75" name="Freeform 7162">
              <a:extLst>
                <a:ext uri="{FF2B5EF4-FFF2-40B4-BE49-F238E27FC236}">
                  <a16:creationId xmlns:a16="http://schemas.microsoft.com/office/drawing/2014/main" id="{307F9762-6E2D-40B6-8919-1B38CDAC5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827"/>
              <a:ext cx="8" cy="34"/>
            </a:xfrm>
            <a:custGeom>
              <a:avLst/>
              <a:gdLst>
                <a:gd name="T0" fmla="*/ 0 w 4"/>
                <a:gd name="T1" fmla="*/ 0 h 17"/>
                <a:gd name="T2" fmla="*/ 32 w 4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1" y="6"/>
                    <a:pt x="2" y="12"/>
                    <a:pt x="4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76" name="Freeform 7163">
              <a:extLst>
                <a:ext uri="{FF2B5EF4-FFF2-40B4-BE49-F238E27FC236}">
                  <a16:creationId xmlns:a16="http://schemas.microsoft.com/office/drawing/2014/main" id="{F5E9BD58-AE24-4B0A-913E-C3DF0C1EB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863"/>
              <a:ext cx="10" cy="34"/>
            </a:xfrm>
            <a:custGeom>
              <a:avLst/>
              <a:gdLst>
                <a:gd name="T0" fmla="*/ 0 w 5"/>
                <a:gd name="T1" fmla="*/ 0 h 17"/>
                <a:gd name="T2" fmla="*/ 40 w 5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1" y="5"/>
                    <a:pt x="5" y="12"/>
                    <a:pt x="5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77" name="Freeform 7164">
              <a:extLst>
                <a:ext uri="{FF2B5EF4-FFF2-40B4-BE49-F238E27FC236}">
                  <a16:creationId xmlns:a16="http://schemas.microsoft.com/office/drawing/2014/main" id="{70857C19-1958-45CD-9AE5-579A11523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899"/>
              <a:ext cx="34" cy="60"/>
            </a:xfrm>
            <a:custGeom>
              <a:avLst/>
              <a:gdLst>
                <a:gd name="T0" fmla="*/ 72 w 17"/>
                <a:gd name="T1" fmla="*/ 0 h 30"/>
                <a:gd name="T2" fmla="*/ 128 w 17"/>
                <a:gd name="T3" fmla="*/ 104 h 30"/>
                <a:gd name="T4" fmla="*/ 88 w 17"/>
                <a:gd name="T5" fmla="*/ 192 h 30"/>
                <a:gd name="T6" fmla="*/ 0 w 17"/>
                <a:gd name="T7" fmla="*/ 2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0">
                  <a:moveTo>
                    <a:pt x="9" y="0"/>
                  </a:moveTo>
                  <a:cubicBezTo>
                    <a:pt x="11" y="4"/>
                    <a:pt x="14" y="9"/>
                    <a:pt x="16" y="13"/>
                  </a:cubicBezTo>
                  <a:cubicBezTo>
                    <a:pt x="17" y="16"/>
                    <a:pt x="13" y="22"/>
                    <a:pt x="11" y="24"/>
                  </a:cubicBezTo>
                  <a:cubicBezTo>
                    <a:pt x="4" y="30"/>
                    <a:pt x="1" y="7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78" name="Freeform 7165">
              <a:extLst>
                <a:ext uri="{FF2B5EF4-FFF2-40B4-BE49-F238E27FC236}">
                  <a16:creationId xmlns:a16="http://schemas.microsoft.com/office/drawing/2014/main" id="{CBA5317B-003B-4A2A-89BD-3A1F66A0F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793"/>
              <a:ext cx="20" cy="8"/>
            </a:xfrm>
            <a:custGeom>
              <a:avLst/>
              <a:gdLst>
                <a:gd name="T0" fmla="*/ 0 w 10"/>
                <a:gd name="T1" fmla="*/ 24 h 4"/>
                <a:gd name="T2" fmla="*/ 8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3"/>
                  </a:moveTo>
                  <a:cubicBezTo>
                    <a:pt x="3" y="4"/>
                    <a:pt x="8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79" name="Freeform 7166">
              <a:extLst>
                <a:ext uri="{FF2B5EF4-FFF2-40B4-BE49-F238E27FC236}">
                  <a16:creationId xmlns:a16="http://schemas.microsoft.com/office/drawing/2014/main" id="{C81369BC-8EE8-44C8-96B7-81BBAF59C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837"/>
              <a:ext cx="12" cy="4"/>
            </a:xfrm>
            <a:custGeom>
              <a:avLst/>
              <a:gdLst>
                <a:gd name="T0" fmla="*/ 0 w 6"/>
                <a:gd name="T1" fmla="*/ 16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80" name="Freeform 7167">
              <a:extLst>
                <a:ext uri="{FF2B5EF4-FFF2-40B4-BE49-F238E27FC236}">
                  <a16:creationId xmlns:a16="http://schemas.microsoft.com/office/drawing/2014/main" id="{0D1EC175-DEE1-4F4B-A2C5-DC950CB3A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799"/>
              <a:ext cx="4" cy="16"/>
            </a:xfrm>
            <a:custGeom>
              <a:avLst/>
              <a:gdLst>
                <a:gd name="T0" fmla="*/ 16 w 2"/>
                <a:gd name="T1" fmla="*/ 0 h 8"/>
                <a:gd name="T2" fmla="*/ 8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81" name="Freeform 7168">
              <a:extLst>
                <a:ext uri="{FF2B5EF4-FFF2-40B4-BE49-F238E27FC236}">
                  <a16:creationId xmlns:a16="http://schemas.microsoft.com/office/drawing/2014/main" id="{9AFB77A3-6C2E-46AB-9EEA-E403D62B5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879"/>
              <a:ext cx="24" cy="12"/>
            </a:xfrm>
            <a:custGeom>
              <a:avLst/>
              <a:gdLst>
                <a:gd name="T0" fmla="*/ 0 w 12"/>
                <a:gd name="T1" fmla="*/ 24 h 6"/>
                <a:gd name="T2" fmla="*/ 96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4" y="6"/>
                    <a:pt x="8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82" name="Freeform 7169">
              <a:extLst>
                <a:ext uri="{FF2B5EF4-FFF2-40B4-BE49-F238E27FC236}">
                  <a16:creationId xmlns:a16="http://schemas.microsoft.com/office/drawing/2014/main" id="{E1BA4A12-13D3-489B-8428-35A5D6354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847"/>
              <a:ext cx="10" cy="6"/>
            </a:xfrm>
            <a:custGeom>
              <a:avLst/>
              <a:gdLst>
                <a:gd name="T0" fmla="*/ 0 w 5"/>
                <a:gd name="T1" fmla="*/ 24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2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83" name="Freeform 7170">
              <a:extLst>
                <a:ext uri="{FF2B5EF4-FFF2-40B4-BE49-F238E27FC236}">
                  <a16:creationId xmlns:a16="http://schemas.microsoft.com/office/drawing/2014/main" id="{44AD8BA2-8317-40B0-8F5F-CAB5CFBB0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921"/>
              <a:ext cx="26" cy="12"/>
            </a:xfrm>
            <a:custGeom>
              <a:avLst/>
              <a:gdLst>
                <a:gd name="T0" fmla="*/ 0 w 13"/>
                <a:gd name="T1" fmla="*/ 24 h 6"/>
                <a:gd name="T2" fmla="*/ 10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3"/>
                  </a:moveTo>
                  <a:cubicBezTo>
                    <a:pt x="5" y="6"/>
                    <a:pt x="9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84" name="Freeform 7171">
              <a:extLst>
                <a:ext uri="{FF2B5EF4-FFF2-40B4-BE49-F238E27FC236}">
                  <a16:creationId xmlns:a16="http://schemas.microsoft.com/office/drawing/2014/main" id="{F4B7DBCA-F182-44C2-B9F9-F2FC98BE5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759"/>
              <a:ext cx="12" cy="8"/>
            </a:xfrm>
            <a:custGeom>
              <a:avLst/>
              <a:gdLst>
                <a:gd name="T0" fmla="*/ 0 w 6"/>
                <a:gd name="T1" fmla="*/ 8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5" y="2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85" name="Freeform 7172">
              <a:extLst>
                <a:ext uri="{FF2B5EF4-FFF2-40B4-BE49-F238E27FC236}">
                  <a16:creationId xmlns:a16="http://schemas.microsoft.com/office/drawing/2014/main" id="{3ED5334D-7533-45F4-979E-565350C64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507"/>
              <a:ext cx="6" cy="20"/>
            </a:xfrm>
            <a:custGeom>
              <a:avLst/>
              <a:gdLst>
                <a:gd name="T0" fmla="*/ 0 w 3"/>
                <a:gd name="T1" fmla="*/ 80 h 10"/>
                <a:gd name="T2" fmla="*/ 24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0" y="7"/>
                    <a:pt x="0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86" name="Freeform 7173">
              <a:extLst>
                <a:ext uri="{FF2B5EF4-FFF2-40B4-BE49-F238E27FC236}">
                  <a16:creationId xmlns:a16="http://schemas.microsoft.com/office/drawing/2014/main" id="{2E4C72F0-2C16-433D-B3D5-97104162F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935"/>
              <a:ext cx="16" cy="56"/>
            </a:xfrm>
            <a:custGeom>
              <a:avLst/>
              <a:gdLst>
                <a:gd name="T0" fmla="*/ 0 w 8"/>
                <a:gd name="T1" fmla="*/ 0 h 28"/>
                <a:gd name="T2" fmla="*/ 64 w 8"/>
                <a:gd name="T3" fmla="*/ 160 h 28"/>
                <a:gd name="T4" fmla="*/ 48 w 8"/>
                <a:gd name="T5" fmla="*/ 208 h 28"/>
                <a:gd name="T6" fmla="*/ 0 w 8"/>
                <a:gd name="T7" fmla="*/ 22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1" y="7"/>
                    <a:pt x="6" y="13"/>
                    <a:pt x="8" y="20"/>
                  </a:cubicBezTo>
                  <a:cubicBezTo>
                    <a:pt x="8" y="23"/>
                    <a:pt x="8" y="24"/>
                    <a:pt x="6" y="26"/>
                  </a:cubicBezTo>
                  <a:cubicBezTo>
                    <a:pt x="5" y="27"/>
                    <a:pt x="2" y="28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87" name="Freeform 7174">
              <a:extLst>
                <a:ext uri="{FF2B5EF4-FFF2-40B4-BE49-F238E27FC236}">
                  <a16:creationId xmlns:a16="http://schemas.microsoft.com/office/drawing/2014/main" id="{19EEC3F3-1563-4C08-A140-2255077CD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987"/>
              <a:ext cx="16" cy="50"/>
            </a:xfrm>
            <a:custGeom>
              <a:avLst/>
              <a:gdLst>
                <a:gd name="T0" fmla="*/ 0 w 8"/>
                <a:gd name="T1" fmla="*/ 0 h 25"/>
                <a:gd name="T2" fmla="*/ 56 w 8"/>
                <a:gd name="T3" fmla="*/ 144 h 25"/>
                <a:gd name="T4" fmla="*/ 8 w 8"/>
                <a:gd name="T5" fmla="*/ 200 h 25"/>
                <a:gd name="T6" fmla="*/ 8 w 8"/>
                <a:gd name="T7" fmla="*/ 1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5">
                  <a:moveTo>
                    <a:pt x="0" y="0"/>
                  </a:moveTo>
                  <a:cubicBezTo>
                    <a:pt x="4" y="5"/>
                    <a:pt x="7" y="12"/>
                    <a:pt x="7" y="18"/>
                  </a:cubicBezTo>
                  <a:cubicBezTo>
                    <a:pt x="8" y="23"/>
                    <a:pt x="5" y="24"/>
                    <a:pt x="1" y="25"/>
                  </a:cubicBezTo>
                  <a:cubicBezTo>
                    <a:pt x="0" y="25"/>
                    <a:pt x="1" y="25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88" name="Freeform 7175">
              <a:extLst>
                <a:ext uri="{FF2B5EF4-FFF2-40B4-BE49-F238E27FC236}">
                  <a16:creationId xmlns:a16="http://schemas.microsoft.com/office/drawing/2014/main" id="{42F99FF7-85DA-40B9-A197-E8D64869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3029"/>
              <a:ext cx="18" cy="48"/>
            </a:xfrm>
            <a:custGeom>
              <a:avLst/>
              <a:gdLst>
                <a:gd name="T0" fmla="*/ 0 w 9"/>
                <a:gd name="T1" fmla="*/ 0 h 24"/>
                <a:gd name="T2" fmla="*/ 64 w 9"/>
                <a:gd name="T3" fmla="*/ 152 h 24"/>
                <a:gd name="T4" fmla="*/ 8 w 9"/>
                <a:gd name="T5" fmla="*/ 19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2" y="6"/>
                    <a:pt x="9" y="13"/>
                    <a:pt x="8" y="19"/>
                  </a:cubicBezTo>
                  <a:cubicBezTo>
                    <a:pt x="8" y="22"/>
                    <a:pt x="4" y="24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89" name="Freeform 7176">
              <a:extLst>
                <a:ext uri="{FF2B5EF4-FFF2-40B4-BE49-F238E27FC236}">
                  <a16:creationId xmlns:a16="http://schemas.microsoft.com/office/drawing/2014/main" id="{B1918BB9-386E-4B11-B8D0-0A261E91D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069"/>
              <a:ext cx="18" cy="38"/>
            </a:xfrm>
            <a:custGeom>
              <a:avLst/>
              <a:gdLst>
                <a:gd name="T0" fmla="*/ 8 w 9"/>
                <a:gd name="T1" fmla="*/ 0 h 19"/>
                <a:gd name="T2" fmla="*/ 64 w 9"/>
                <a:gd name="T3" fmla="*/ 120 h 19"/>
                <a:gd name="T4" fmla="*/ 0 w 9"/>
                <a:gd name="T5" fmla="*/ 14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1" y="0"/>
                  </a:moveTo>
                  <a:cubicBezTo>
                    <a:pt x="3" y="3"/>
                    <a:pt x="9" y="11"/>
                    <a:pt x="8" y="15"/>
                  </a:cubicBezTo>
                  <a:cubicBezTo>
                    <a:pt x="7" y="17"/>
                    <a:pt x="1" y="19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90" name="Freeform 7177">
              <a:extLst>
                <a:ext uri="{FF2B5EF4-FFF2-40B4-BE49-F238E27FC236}">
                  <a16:creationId xmlns:a16="http://schemas.microsoft.com/office/drawing/2014/main" id="{9F319F97-7D72-49F3-9C69-C4A02A4C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3099"/>
              <a:ext cx="18" cy="44"/>
            </a:xfrm>
            <a:custGeom>
              <a:avLst/>
              <a:gdLst>
                <a:gd name="T0" fmla="*/ 8 w 9"/>
                <a:gd name="T1" fmla="*/ 0 h 22"/>
                <a:gd name="T2" fmla="*/ 48 w 9"/>
                <a:gd name="T3" fmla="*/ 64 h 22"/>
                <a:gd name="T4" fmla="*/ 72 w 9"/>
                <a:gd name="T5" fmla="*/ 144 h 22"/>
                <a:gd name="T6" fmla="*/ 0 w 9"/>
                <a:gd name="T7" fmla="*/ 176 h 22"/>
                <a:gd name="T8" fmla="*/ 8 w 9"/>
                <a:gd name="T9" fmla="*/ 1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2">
                  <a:moveTo>
                    <a:pt x="1" y="0"/>
                  </a:moveTo>
                  <a:cubicBezTo>
                    <a:pt x="3" y="3"/>
                    <a:pt x="5" y="5"/>
                    <a:pt x="6" y="8"/>
                  </a:cubicBezTo>
                  <a:cubicBezTo>
                    <a:pt x="7" y="11"/>
                    <a:pt x="9" y="15"/>
                    <a:pt x="9" y="18"/>
                  </a:cubicBezTo>
                  <a:cubicBezTo>
                    <a:pt x="9" y="22"/>
                    <a:pt x="4" y="22"/>
                    <a:pt x="0" y="22"/>
                  </a:cubicBezTo>
                  <a:cubicBezTo>
                    <a:pt x="0" y="22"/>
                    <a:pt x="1" y="22"/>
                    <a:pt x="1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91" name="Freeform 7178">
              <a:extLst>
                <a:ext uri="{FF2B5EF4-FFF2-40B4-BE49-F238E27FC236}">
                  <a16:creationId xmlns:a16="http://schemas.microsoft.com/office/drawing/2014/main" id="{86CFDCF2-22BF-43F2-8E0D-67F9D6B77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3135"/>
              <a:ext cx="22" cy="40"/>
            </a:xfrm>
            <a:custGeom>
              <a:avLst/>
              <a:gdLst>
                <a:gd name="T0" fmla="*/ 32 w 11"/>
                <a:gd name="T1" fmla="*/ 0 h 20"/>
                <a:gd name="T2" fmla="*/ 56 w 11"/>
                <a:gd name="T3" fmla="*/ 64 h 20"/>
                <a:gd name="T4" fmla="*/ 88 w 11"/>
                <a:gd name="T5" fmla="*/ 144 h 20"/>
                <a:gd name="T6" fmla="*/ 64 w 11"/>
                <a:gd name="T7" fmla="*/ 152 h 20"/>
                <a:gd name="T8" fmla="*/ 0 w 11"/>
                <a:gd name="T9" fmla="*/ 160 h 20"/>
                <a:gd name="T10" fmla="*/ 0 w 11"/>
                <a:gd name="T11" fmla="*/ 15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0">
                  <a:moveTo>
                    <a:pt x="4" y="0"/>
                  </a:moveTo>
                  <a:cubicBezTo>
                    <a:pt x="4" y="3"/>
                    <a:pt x="6" y="5"/>
                    <a:pt x="7" y="8"/>
                  </a:cubicBezTo>
                  <a:cubicBezTo>
                    <a:pt x="9" y="11"/>
                    <a:pt x="10" y="15"/>
                    <a:pt x="11" y="18"/>
                  </a:cubicBezTo>
                  <a:cubicBezTo>
                    <a:pt x="10" y="19"/>
                    <a:pt x="9" y="19"/>
                    <a:pt x="8" y="19"/>
                  </a:cubicBezTo>
                  <a:cubicBezTo>
                    <a:pt x="5" y="19"/>
                    <a:pt x="3" y="19"/>
                    <a:pt x="0" y="20"/>
                  </a:cubicBezTo>
                  <a:cubicBezTo>
                    <a:pt x="0" y="20"/>
                    <a:pt x="0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92" name="Freeform 7179">
              <a:extLst>
                <a:ext uri="{FF2B5EF4-FFF2-40B4-BE49-F238E27FC236}">
                  <a16:creationId xmlns:a16="http://schemas.microsoft.com/office/drawing/2014/main" id="{E11CF8BF-84FE-4A1E-BDEB-9BF269159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173"/>
              <a:ext cx="4" cy="10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93" name="Freeform 7180">
              <a:extLst>
                <a:ext uri="{FF2B5EF4-FFF2-40B4-BE49-F238E27FC236}">
                  <a16:creationId xmlns:a16="http://schemas.microsoft.com/office/drawing/2014/main" id="{6EDE4F57-E04F-494E-8EDB-965F06A13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949"/>
              <a:ext cx="28" cy="32"/>
            </a:xfrm>
            <a:custGeom>
              <a:avLst/>
              <a:gdLst>
                <a:gd name="T0" fmla="*/ 0 w 14"/>
                <a:gd name="T1" fmla="*/ 0 h 16"/>
                <a:gd name="T2" fmla="*/ 64 w 14"/>
                <a:gd name="T3" fmla="*/ 128 h 16"/>
                <a:gd name="T4" fmla="*/ 112 w 14"/>
                <a:gd name="T5" fmla="*/ 1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3" y="3"/>
                    <a:pt x="3" y="14"/>
                    <a:pt x="8" y="16"/>
                  </a:cubicBezTo>
                  <a:cubicBezTo>
                    <a:pt x="9" y="16"/>
                    <a:pt x="14" y="15"/>
                    <a:pt x="14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94" name="Freeform 7181">
              <a:extLst>
                <a:ext uri="{FF2B5EF4-FFF2-40B4-BE49-F238E27FC236}">
                  <a16:creationId xmlns:a16="http://schemas.microsoft.com/office/drawing/2014/main" id="{9ECED2E5-58D8-454E-8648-C658025F1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981"/>
              <a:ext cx="26" cy="36"/>
            </a:xfrm>
            <a:custGeom>
              <a:avLst/>
              <a:gdLst>
                <a:gd name="T0" fmla="*/ 0 w 13"/>
                <a:gd name="T1" fmla="*/ 0 h 18"/>
                <a:gd name="T2" fmla="*/ 32 w 13"/>
                <a:gd name="T3" fmla="*/ 104 h 18"/>
                <a:gd name="T4" fmla="*/ 48 w 13"/>
                <a:gd name="T5" fmla="*/ 144 h 18"/>
                <a:gd name="T6" fmla="*/ 104 w 13"/>
                <a:gd name="T7" fmla="*/ 1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0" y="0"/>
                  </a:moveTo>
                  <a:cubicBezTo>
                    <a:pt x="1" y="5"/>
                    <a:pt x="3" y="9"/>
                    <a:pt x="4" y="13"/>
                  </a:cubicBezTo>
                  <a:cubicBezTo>
                    <a:pt x="4" y="15"/>
                    <a:pt x="4" y="17"/>
                    <a:pt x="6" y="18"/>
                  </a:cubicBezTo>
                  <a:cubicBezTo>
                    <a:pt x="8" y="18"/>
                    <a:pt x="11" y="16"/>
                    <a:pt x="13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95" name="Freeform 7182">
              <a:extLst>
                <a:ext uri="{FF2B5EF4-FFF2-40B4-BE49-F238E27FC236}">
                  <a16:creationId xmlns:a16="http://schemas.microsoft.com/office/drawing/2014/main" id="{8A6AC4F9-2957-47B5-B630-79253508F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931"/>
              <a:ext cx="24" cy="78"/>
            </a:xfrm>
            <a:custGeom>
              <a:avLst/>
              <a:gdLst>
                <a:gd name="T0" fmla="*/ 0 w 12"/>
                <a:gd name="T1" fmla="*/ 0 h 39"/>
                <a:gd name="T2" fmla="*/ 96 w 12"/>
                <a:gd name="T3" fmla="*/ 31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0" y="0"/>
                  </a:moveTo>
                  <a:cubicBezTo>
                    <a:pt x="5" y="13"/>
                    <a:pt x="9" y="26"/>
                    <a:pt x="12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96" name="Freeform 7183">
              <a:extLst>
                <a:ext uri="{FF2B5EF4-FFF2-40B4-BE49-F238E27FC236}">
                  <a16:creationId xmlns:a16="http://schemas.microsoft.com/office/drawing/2014/main" id="{D163B88D-B927-47D6-9AA5-77658481C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3013"/>
              <a:ext cx="34" cy="42"/>
            </a:xfrm>
            <a:custGeom>
              <a:avLst/>
              <a:gdLst>
                <a:gd name="T0" fmla="*/ 40 w 17"/>
                <a:gd name="T1" fmla="*/ 16 h 21"/>
                <a:gd name="T2" fmla="*/ 40 w 17"/>
                <a:gd name="T3" fmla="*/ 96 h 21"/>
                <a:gd name="T4" fmla="*/ 88 w 17"/>
                <a:gd name="T5" fmla="*/ 168 h 21"/>
                <a:gd name="T6" fmla="*/ 136 w 17"/>
                <a:gd name="T7" fmla="*/ 144 h 21"/>
                <a:gd name="T8" fmla="*/ 112 w 17"/>
                <a:gd name="T9" fmla="*/ 64 h 21"/>
                <a:gd name="T10" fmla="*/ 88 w 17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">
                  <a:moveTo>
                    <a:pt x="5" y="2"/>
                  </a:moveTo>
                  <a:cubicBezTo>
                    <a:pt x="0" y="4"/>
                    <a:pt x="3" y="8"/>
                    <a:pt x="5" y="12"/>
                  </a:cubicBezTo>
                  <a:cubicBezTo>
                    <a:pt x="7" y="16"/>
                    <a:pt x="7" y="21"/>
                    <a:pt x="11" y="21"/>
                  </a:cubicBezTo>
                  <a:cubicBezTo>
                    <a:pt x="14" y="21"/>
                    <a:pt x="17" y="20"/>
                    <a:pt x="17" y="18"/>
                  </a:cubicBezTo>
                  <a:cubicBezTo>
                    <a:pt x="17" y="16"/>
                    <a:pt x="15" y="10"/>
                    <a:pt x="14" y="8"/>
                  </a:cubicBezTo>
                  <a:cubicBezTo>
                    <a:pt x="13" y="5"/>
                    <a:pt x="12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97" name="Freeform 7184">
              <a:extLst>
                <a:ext uri="{FF2B5EF4-FFF2-40B4-BE49-F238E27FC236}">
                  <a16:creationId xmlns:a16="http://schemas.microsoft.com/office/drawing/2014/main" id="{DFAC5F2A-7E6B-448F-A42D-CE5C5B7C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3051"/>
              <a:ext cx="32" cy="46"/>
            </a:xfrm>
            <a:custGeom>
              <a:avLst/>
              <a:gdLst>
                <a:gd name="T0" fmla="*/ 0 w 16"/>
                <a:gd name="T1" fmla="*/ 16 h 23"/>
                <a:gd name="T2" fmla="*/ 72 w 16"/>
                <a:gd name="T3" fmla="*/ 184 h 23"/>
                <a:gd name="T4" fmla="*/ 128 w 16"/>
                <a:gd name="T5" fmla="*/ 160 h 23"/>
                <a:gd name="T6" fmla="*/ 80 w 16"/>
                <a:gd name="T7" fmla="*/ 48 h 23"/>
                <a:gd name="T8" fmla="*/ 56 w 1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0" y="2"/>
                  </a:moveTo>
                  <a:cubicBezTo>
                    <a:pt x="0" y="11"/>
                    <a:pt x="5" y="17"/>
                    <a:pt x="9" y="23"/>
                  </a:cubicBezTo>
                  <a:cubicBezTo>
                    <a:pt x="12" y="22"/>
                    <a:pt x="16" y="22"/>
                    <a:pt x="16" y="20"/>
                  </a:cubicBezTo>
                  <a:cubicBezTo>
                    <a:pt x="16" y="16"/>
                    <a:pt x="11" y="10"/>
                    <a:pt x="10" y="6"/>
                  </a:cubicBezTo>
                  <a:cubicBezTo>
                    <a:pt x="9" y="4"/>
                    <a:pt x="8" y="1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98" name="Freeform 7185">
              <a:extLst>
                <a:ext uri="{FF2B5EF4-FFF2-40B4-BE49-F238E27FC236}">
                  <a16:creationId xmlns:a16="http://schemas.microsoft.com/office/drawing/2014/main" id="{571F814D-2F1A-4EB5-9BB6-FE57BFAE9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3091"/>
              <a:ext cx="36" cy="40"/>
            </a:xfrm>
            <a:custGeom>
              <a:avLst/>
              <a:gdLst>
                <a:gd name="T0" fmla="*/ 32 w 18"/>
                <a:gd name="T1" fmla="*/ 24 h 20"/>
                <a:gd name="T2" fmla="*/ 40 w 18"/>
                <a:gd name="T3" fmla="*/ 120 h 20"/>
                <a:gd name="T4" fmla="*/ 104 w 18"/>
                <a:gd name="T5" fmla="*/ 152 h 20"/>
                <a:gd name="T6" fmla="*/ 136 w 18"/>
                <a:gd name="T7" fmla="*/ 112 h 20"/>
                <a:gd name="T8" fmla="*/ 80 w 18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4" y="3"/>
                  </a:moveTo>
                  <a:cubicBezTo>
                    <a:pt x="0" y="6"/>
                    <a:pt x="3" y="11"/>
                    <a:pt x="5" y="15"/>
                  </a:cubicBezTo>
                  <a:cubicBezTo>
                    <a:pt x="7" y="20"/>
                    <a:pt x="8" y="20"/>
                    <a:pt x="13" y="19"/>
                  </a:cubicBezTo>
                  <a:cubicBezTo>
                    <a:pt x="17" y="18"/>
                    <a:pt x="18" y="18"/>
                    <a:pt x="17" y="14"/>
                  </a:cubicBezTo>
                  <a:cubicBezTo>
                    <a:pt x="15" y="9"/>
                    <a:pt x="12" y="4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699" name="Freeform 7186">
              <a:extLst>
                <a:ext uri="{FF2B5EF4-FFF2-40B4-BE49-F238E27FC236}">
                  <a16:creationId xmlns:a16="http://schemas.microsoft.com/office/drawing/2014/main" id="{77D5EEB6-6116-4662-8F19-708571262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123"/>
              <a:ext cx="30" cy="44"/>
            </a:xfrm>
            <a:custGeom>
              <a:avLst/>
              <a:gdLst>
                <a:gd name="T0" fmla="*/ 0 w 15"/>
                <a:gd name="T1" fmla="*/ 32 h 22"/>
                <a:gd name="T2" fmla="*/ 104 w 15"/>
                <a:gd name="T3" fmla="*/ 120 h 22"/>
                <a:gd name="T4" fmla="*/ 112 w 15"/>
                <a:gd name="T5" fmla="*/ 96 h 22"/>
                <a:gd name="T6" fmla="*/ 80 w 15"/>
                <a:gd name="T7" fmla="*/ 40 h 22"/>
                <a:gd name="T8" fmla="*/ 72 w 1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4"/>
                  </a:moveTo>
                  <a:cubicBezTo>
                    <a:pt x="1" y="11"/>
                    <a:pt x="6" y="22"/>
                    <a:pt x="13" y="15"/>
                  </a:cubicBezTo>
                  <a:cubicBezTo>
                    <a:pt x="15" y="14"/>
                    <a:pt x="15" y="15"/>
                    <a:pt x="14" y="12"/>
                  </a:cubicBezTo>
                  <a:cubicBezTo>
                    <a:pt x="14" y="9"/>
                    <a:pt x="11" y="7"/>
                    <a:pt x="10" y="5"/>
                  </a:cubicBezTo>
                  <a:cubicBezTo>
                    <a:pt x="9" y="3"/>
                    <a:pt x="10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00" name="Freeform 7187">
              <a:extLst>
                <a:ext uri="{FF2B5EF4-FFF2-40B4-BE49-F238E27FC236}">
                  <a16:creationId xmlns:a16="http://schemas.microsoft.com/office/drawing/2014/main" id="{9646F59A-FDFA-4EEB-B59D-A721E23F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161"/>
              <a:ext cx="6" cy="22"/>
            </a:xfrm>
            <a:custGeom>
              <a:avLst/>
              <a:gdLst>
                <a:gd name="T0" fmla="*/ 0 w 3"/>
                <a:gd name="T1" fmla="*/ 0 h 11"/>
                <a:gd name="T2" fmla="*/ 24 w 3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1" y="4"/>
                    <a:pt x="3" y="6"/>
                    <a:pt x="3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01" name="Freeform 7188">
              <a:extLst>
                <a:ext uri="{FF2B5EF4-FFF2-40B4-BE49-F238E27FC236}">
                  <a16:creationId xmlns:a16="http://schemas.microsoft.com/office/drawing/2014/main" id="{566E5945-B576-45EB-B643-4AF0DF664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3149"/>
              <a:ext cx="24" cy="6"/>
            </a:xfrm>
            <a:custGeom>
              <a:avLst/>
              <a:gdLst>
                <a:gd name="T0" fmla="*/ 0 w 12"/>
                <a:gd name="T1" fmla="*/ 24 h 3"/>
                <a:gd name="T2" fmla="*/ 96 w 12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2"/>
                    <a:pt x="10" y="0"/>
                    <a:pt x="12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02" name="Freeform 7189">
              <a:extLst>
                <a:ext uri="{FF2B5EF4-FFF2-40B4-BE49-F238E27FC236}">
                  <a16:creationId xmlns:a16="http://schemas.microsoft.com/office/drawing/2014/main" id="{30A12110-AFF1-4632-A531-818957D9D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113"/>
              <a:ext cx="18" cy="4"/>
            </a:xfrm>
            <a:custGeom>
              <a:avLst/>
              <a:gdLst>
                <a:gd name="T0" fmla="*/ 0 w 9"/>
                <a:gd name="T1" fmla="*/ 16 h 2"/>
                <a:gd name="T2" fmla="*/ 7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03" name="Freeform 7190">
              <a:extLst>
                <a:ext uri="{FF2B5EF4-FFF2-40B4-BE49-F238E27FC236}">
                  <a16:creationId xmlns:a16="http://schemas.microsoft.com/office/drawing/2014/main" id="{F1CFDDD0-07CC-4E0C-8FCB-1208E9D2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3073"/>
              <a:ext cx="20" cy="10"/>
            </a:xfrm>
            <a:custGeom>
              <a:avLst/>
              <a:gdLst>
                <a:gd name="T0" fmla="*/ 0 w 10"/>
                <a:gd name="T1" fmla="*/ 40 h 5"/>
                <a:gd name="T2" fmla="*/ 8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3"/>
                    <a:pt x="10" y="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04" name="Freeform 7191">
              <a:extLst>
                <a:ext uri="{FF2B5EF4-FFF2-40B4-BE49-F238E27FC236}">
                  <a16:creationId xmlns:a16="http://schemas.microsoft.com/office/drawing/2014/main" id="{3672BB91-1F61-46CB-9944-4FE92E752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037"/>
              <a:ext cx="24" cy="10"/>
            </a:xfrm>
            <a:custGeom>
              <a:avLst/>
              <a:gdLst>
                <a:gd name="T0" fmla="*/ 0 w 12"/>
                <a:gd name="T1" fmla="*/ 40 h 5"/>
                <a:gd name="T2" fmla="*/ 96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3"/>
                    <a:pt x="8" y="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05" name="Freeform 7192">
              <a:extLst>
                <a:ext uri="{FF2B5EF4-FFF2-40B4-BE49-F238E27FC236}">
                  <a16:creationId xmlns:a16="http://schemas.microsoft.com/office/drawing/2014/main" id="{27626715-576D-4AC3-AF6F-6264A8ECF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995"/>
              <a:ext cx="30" cy="14"/>
            </a:xfrm>
            <a:custGeom>
              <a:avLst/>
              <a:gdLst>
                <a:gd name="T0" fmla="*/ 0 w 15"/>
                <a:gd name="T1" fmla="*/ 56 h 7"/>
                <a:gd name="T2" fmla="*/ 12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5" y="3"/>
                    <a:pt x="10" y="1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06" name="Freeform 7193">
              <a:extLst>
                <a:ext uri="{FF2B5EF4-FFF2-40B4-BE49-F238E27FC236}">
                  <a16:creationId xmlns:a16="http://schemas.microsoft.com/office/drawing/2014/main" id="{5F998E36-6093-41F9-94DD-B8FF45CC7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957"/>
              <a:ext cx="24" cy="10"/>
            </a:xfrm>
            <a:custGeom>
              <a:avLst/>
              <a:gdLst>
                <a:gd name="T0" fmla="*/ 0 w 12"/>
                <a:gd name="T1" fmla="*/ 40 h 5"/>
                <a:gd name="T2" fmla="*/ 96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07" name="Freeform 7194">
              <a:extLst>
                <a:ext uri="{FF2B5EF4-FFF2-40B4-BE49-F238E27FC236}">
                  <a16:creationId xmlns:a16="http://schemas.microsoft.com/office/drawing/2014/main" id="{958379DC-E314-4DB7-AAD4-DEB169D35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945"/>
              <a:ext cx="6" cy="14"/>
            </a:xfrm>
            <a:custGeom>
              <a:avLst/>
              <a:gdLst>
                <a:gd name="T0" fmla="*/ 0 w 3"/>
                <a:gd name="T1" fmla="*/ 0 h 7"/>
                <a:gd name="T2" fmla="*/ 16 w 3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3" y="5"/>
                    <a:pt x="2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08" name="Freeform 7195">
              <a:extLst>
                <a:ext uri="{FF2B5EF4-FFF2-40B4-BE49-F238E27FC236}">
                  <a16:creationId xmlns:a16="http://schemas.microsoft.com/office/drawing/2014/main" id="{98EDEF51-08BA-4094-8E51-FB8590C95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979"/>
              <a:ext cx="8" cy="18"/>
            </a:xfrm>
            <a:custGeom>
              <a:avLst/>
              <a:gdLst>
                <a:gd name="T0" fmla="*/ 0 w 4"/>
                <a:gd name="T1" fmla="*/ 72 h 9"/>
                <a:gd name="T2" fmla="*/ 16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4" y="6"/>
                    <a:pt x="2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09" name="Freeform 7196">
              <a:extLst>
                <a:ext uri="{FF2B5EF4-FFF2-40B4-BE49-F238E27FC236}">
                  <a16:creationId xmlns:a16="http://schemas.microsoft.com/office/drawing/2014/main" id="{CBE4745F-5F17-4731-A37D-AE2049C6D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045"/>
              <a:ext cx="8" cy="18"/>
            </a:xfrm>
            <a:custGeom>
              <a:avLst/>
              <a:gdLst>
                <a:gd name="T0" fmla="*/ 32 w 4"/>
                <a:gd name="T1" fmla="*/ 0 h 9"/>
                <a:gd name="T2" fmla="*/ 8 w 4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6"/>
                    <a:pt x="1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10" name="Freeform 7197">
              <a:extLst>
                <a:ext uri="{FF2B5EF4-FFF2-40B4-BE49-F238E27FC236}">
                  <a16:creationId xmlns:a16="http://schemas.microsoft.com/office/drawing/2014/main" id="{997E8381-B6E6-4278-A779-397D537E4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3077"/>
              <a:ext cx="18" cy="10"/>
            </a:xfrm>
            <a:custGeom>
              <a:avLst/>
              <a:gdLst>
                <a:gd name="T0" fmla="*/ 0 w 9"/>
                <a:gd name="T1" fmla="*/ 8 h 5"/>
                <a:gd name="T2" fmla="*/ 72 w 9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5" y="0"/>
                    <a:pt x="6" y="1"/>
                    <a:pt x="9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11" name="Freeform 7198">
              <a:extLst>
                <a:ext uri="{FF2B5EF4-FFF2-40B4-BE49-F238E27FC236}">
                  <a16:creationId xmlns:a16="http://schemas.microsoft.com/office/drawing/2014/main" id="{70F80A0F-A059-45EA-989B-359CC644C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3117"/>
              <a:ext cx="8" cy="20"/>
            </a:xfrm>
            <a:custGeom>
              <a:avLst/>
              <a:gdLst>
                <a:gd name="T0" fmla="*/ 32 w 4"/>
                <a:gd name="T1" fmla="*/ 0 h 10"/>
                <a:gd name="T2" fmla="*/ 8 w 4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1" y="2"/>
                    <a:pt x="0" y="6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12" name="Freeform 7199">
              <a:extLst>
                <a:ext uri="{FF2B5EF4-FFF2-40B4-BE49-F238E27FC236}">
                  <a16:creationId xmlns:a16="http://schemas.microsoft.com/office/drawing/2014/main" id="{4B8CB4DF-710D-4738-BB34-B2307DEB1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3135"/>
              <a:ext cx="6" cy="16"/>
            </a:xfrm>
            <a:custGeom>
              <a:avLst/>
              <a:gdLst>
                <a:gd name="T0" fmla="*/ 0 w 3"/>
                <a:gd name="T1" fmla="*/ 64 h 8"/>
                <a:gd name="T2" fmla="*/ 24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3" y="6"/>
                    <a:pt x="2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13" name="Freeform 7200">
              <a:extLst>
                <a:ext uri="{FF2B5EF4-FFF2-40B4-BE49-F238E27FC236}">
                  <a16:creationId xmlns:a16="http://schemas.microsoft.com/office/drawing/2014/main" id="{DFA85A6D-DB67-4962-9DAA-1F8E5E82F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929"/>
              <a:ext cx="8" cy="16"/>
            </a:xfrm>
            <a:custGeom>
              <a:avLst/>
              <a:gdLst>
                <a:gd name="T0" fmla="*/ 8 w 4"/>
                <a:gd name="T1" fmla="*/ 64 h 8"/>
                <a:gd name="T2" fmla="*/ 32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1" y="8"/>
                  </a:moveTo>
                  <a:cubicBezTo>
                    <a:pt x="0" y="5"/>
                    <a:pt x="2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14" name="Freeform 7201">
              <a:extLst>
                <a:ext uri="{FF2B5EF4-FFF2-40B4-BE49-F238E27FC236}">
                  <a16:creationId xmlns:a16="http://schemas.microsoft.com/office/drawing/2014/main" id="{310A5D65-528A-4D89-9CE8-D8AD0B4AD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883"/>
              <a:ext cx="12" cy="10"/>
            </a:xfrm>
            <a:custGeom>
              <a:avLst/>
              <a:gdLst>
                <a:gd name="T0" fmla="*/ 0 w 6"/>
                <a:gd name="T1" fmla="*/ 0 h 5"/>
                <a:gd name="T2" fmla="*/ 48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2"/>
                    <a:pt x="5" y="2"/>
                    <a:pt x="6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15" name="Freeform 7202">
              <a:extLst>
                <a:ext uri="{FF2B5EF4-FFF2-40B4-BE49-F238E27FC236}">
                  <a16:creationId xmlns:a16="http://schemas.microsoft.com/office/drawing/2014/main" id="{AD4E0010-48F2-4141-BCB2-3BE6259FD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905"/>
              <a:ext cx="8" cy="12"/>
            </a:xfrm>
            <a:custGeom>
              <a:avLst/>
              <a:gdLst>
                <a:gd name="T0" fmla="*/ 32 w 4"/>
                <a:gd name="T1" fmla="*/ 0 h 6"/>
                <a:gd name="T2" fmla="*/ 0 w 4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16" name="Freeform 7203">
              <a:extLst>
                <a:ext uri="{FF2B5EF4-FFF2-40B4-BE49-F238E27FC236}">
                  <a16:creationId xmlns:a16="http://schemas.microsoft.com/office/drawing/2014/main" id="{AC2E533B-0B18-451B-B0C3-8CCC2717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989"/>
              <a:ext cx="10" cy="14"/>
            </a:xfrm>
            <a:custGeom>
              <a:avLst/>
              <a:gdLst>
                <a:gd name="T0" fmla="*/ 0 w 5"/>
                <a:gd name="T1" fmla="*/ 56 h 7"/>
                <a:gd name="T2" fmla="*/ 4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0" y="4"/>
                    <a:pt x="3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17" name="Freeform 7204">
              <a:extLst>
                <a:ext uri="{FF2B5EF4-FFF2-40B4-BE49-F238E27FC236}">
                  <a16:creationId xmlns:a16="http://schemas.microsoft.com/office/drawing/2014/main" id="{5B7B9915-A8FE-4FDE-850D-147332172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153"/>
              <a:ext cx="12" cy="24"/>
            </a:xfrm>
            <a:custGeom>
              <a:avLst/>
              <a:gdLst>
                <a:gd name="T0" fmla="*/ 0 w 6"/>
                <a:gd name="T1" fmla="*/ 0 h 12"/>
                <a:gd name="T2" fmla="*/ 48 w 6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2" y="4"/>
                    <a:pt x="4" y="8"/>
                    <a:pt x="6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18" name="Freeform 7205">
              <a:extLst>
                <a:ext uri="{FF2B5EF4-FFF2-40B4-BE49-F238E27FC236}">
                  <a16:creationId xmlns:a16="http://schemas.microsoft.com/office/drawing/2014/main" id="{CFDC6B01-4659-42A5-A01C-0E1B27E3E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103"/>
              <a:ext cx="19" cy="48"/>
            </a:xfrm>
            <a:custGeom>
              <a:avLst/>
              <a:gdLst>
                <a:gd name="T0" fmla="*/ 0 w 9"/>
                <a:gd name="T1" fmla="*/ 0 h 24"/>
                <a:gd name="T2" fmla="*/ 84 w 9"/>
                <a:gd name="T3" fmla="*/ 144 h 24"/>
                <a:gd name="T4" fmla="*/ 17 w 9"/>
                <a:gd name="T5" fmla="*/ 19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5" y="6"/>
                    <a:pt x="5" y="11"/>
                    <a:pt x="9" y="18"/>
                  </a:cubicBezTo>
                  <a:cubicBezTo>
                    <a:pt x="9" y="22"/>
                    <a:pt x="2" y="24"/>
                    <a:pt x="2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19" name="Freeform 7206">
              <a:extLst>
                <a:ext uri="{FF2B5EF4-FFF2-40B4-BE49-F238E27FC236}">
                  <a16:creationId xmlns:a16="http://schemas.microsoft.com/office/drawing/2014/main" id="{A515FE00-F1B5-4CA2-9B91-D7C04C228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143"/>
              <a:ext cx="24" cy="60"/>
            </a:xfrm>
            <a:custGeom>
              <a:avLst/>
              <a:gdLst>
                <a:gd name="T0" fmla="*/ 0 w 12"/>
                <a:gd name="T1" fmla="*/ 0 h 30"/>
                <a:gd name="T2" fmla="*/ 32 w 12"/>
                <a:gd name="T3" fmla="*/ 48 h 30"/>
                <a:gd name="T4" fmla="*/ 80 w 12"/>
                <a:gd name="T5" fmla="*/ 136 h 30"/>
                <a:gd name="T6" fmla="*/ 88 w 12"/>
                <a:gd name="T7" fmla="*/ 192 h 30"/>
                <a:gd name="T8" fmla="*/ 56 w 12"/>
                <a:gd name="T9" fmla="*/ 24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2" y="1"/>
                    <a:pt x="3" y="4"/>
                    <a:pt x="4" y="6"/>
                  </a:cubicBezTo>
                  <a:cubicBezTo>
                    <a:pt x="6" y="10"/>
                    <a:pt x="8" y="13"/>
                    <a:pt x="10" y="17"/>
                  </a:cubicBezTo>
                  <a:cubicBezTo>
                    <a:pt x="11" y="19"/>
                    <a:pt x="12" y="21"/>
                    <a:pt x="11" y="24"/>
                  </a:cubicBezTo>
                  <a:cubicBezTo>
                    <a:pt x="11" y="26"/>
                    <a:pt x="9" y="30"/>
                    <a:pt x="7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20" name="Freeform 7207">
              <a:extLst>
                <a:ext uri="{FF2B5EF4-FFF2-40B4-BE49-F238E27FC236}">
                  <a16:creationId xmlns:a16="http://schemas.microsoft.com/office/drawing/2014/main" id="{07DF84D1-66FA-4B0E-92D9-7F696EF54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191"/>
              <a:ext cx="20" cy="52"/>
            </a:xfrm>
            <a:custGeom>
              <a:avLst/>
              <a:gdLst>
                <a:gd name="T0" fmla="*/ 0 w 10"/>
                <a:gd name="T1" fmla="*/ 0 h 26"/>
                <a:gd name="T2" fmla="*/ 64 w 10"/>
                <a:gd name="T3" fmla="*/ 136 h 26"/>
                <a:gd name="T4" fmla="*/ 72 w 10"/>
                <a:gd name="T5" fmla="*/ 176 h 26"/>
                <a:gd name="T6" fmla="*/ 24 w 10"/>
                <a:gd name="T7" fmla="*/ 208 h 26"/>
                <a:gd name="T8" fmla="*/ 24 w 10"/>
                <a:gd name="T9" fmla="*/ 20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3" y="6"/>
                    <a:pt x="6" y="11"/>
                    <a:pt x="8" y="17"/>
                  </a:cubicBezTo>
                  <a:cubicBezTo>
                    <a:pt x="9" y="18"/>
                    <a:pt x="10" y="20"/>
                    <a:pt x="9" y="22"/>
                  </a:cubicBezTo>
                  <a:cubicBezTo>
                    <a:pt x="9" y="23"/>
                    <a:pt x="5" y="25"/>
                    <a:pt x="3" y="26"/>
                  </a:cubicBezTo>
                  <a:cubicBezTo>
                    <a:pt x="3" y="25"/>
                    <a:pt x="3" y="25"/>
                    <a:pt x="3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21" name="Freeform 7208">
              <a:extLst>
                <a:ext uri="{FF2B5EF4-FFF2-40B4-BE49-F238E27FC236}">
                  <a16:creationId xmlns:a16="http://schemas.microsoft.com/office/drawing/2014/main" id="{AE63FDEC-D1DB-4C71-9461-7A75EF3B7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235"/>
              <a:ext cx="22" cy="46"/>
            </a:xfrm>
            <a:custGeom>
              <a:avLst/>
              <a:gdLst>
                <a:gd name="T0" fmla="*/ 0 w 11"/>
                <a:gd name="T1" fmla="*/ 0 h 23"/>
                <a:gd name="T2" fmla="*/ 80 w 11"/>
                <a:gd name="T3" fmla="*/ 128 h 23"/>
                <a:gd name="T4" fmla="*/ 80 w 11"/>
                <a:gd name="T5" fmla="*/ 160 h 23"/>
                <a:gd name="T6" fmla="*/ 40 w 11"/>
                <a:gd name="T7" fmla="*/ 18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2" y="6"/>
                    <a:pt x="7" y="11"/>
                    <a:pt x="10" y="16"/>
                  </a:cubicBezTo>
                  <a:cubicBezTo>
                    <a:pt x="11" y="18"/>
                    <a:pt x="11" y="18"/>
                    <a:pt x="10" y="20"/>
                  </a:cubicBezTo>
                  <a:cubicBezTo>
                    <a:pt x="10" y="21"/>
                    <a:pt x="6" y="23"/>
                    <a:pt x="5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22" name="Freeform 7209">
              <a:extLst>
                <a:ext uri="{FF2B5EF4-FFF2-40B4-BE49-F238E27FC236}">
                  <a16:creationId xmlns:a16="http://schemas.microsoft.com/office/drawing/2014/main" id="{29A5604D-6E16-46CA-9188-E8AF1BACF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277"/>
              <a:ext cx="20" cy="48"/>
            </a:xfrm>
            <a:custGeom>
              <a:avLst/>
              <a:gdLst>
                <a:gd name="T0" fmla="*/ 0 w 10"/>
                <a:gd name="T1" fmla="*/ 0 h 24"/>
                <a:gd name="T2" fmla="*/ 80 w 10"/>
                <a:gd name="T3" fmla="*/ 128 h 24"/>
                <a:gd name="T4" fmla="*/ 32 w 10"/>
                <a:gd name="T5" fmla="*/ 17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3" y="4"/>
                    <a:pt x="9" y="10"/>
                    <a:pt x="10" y="16"/>
                  </a:cubicBezTo>
                  <a:cubicBezTo>
                    <a:pt x="10" y="18"/>
                    <a:pt x="6" y="24"/>
                    <a:pt x="4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23" name="Freeform 7210">
              <a:extLst>
                <a:ext uri="{FF2B5EF4-FFF2-40B4-BE49-F238E27FC236}">
                  <a16:creationId xmlns:a16="http://schemas.microsoft.com/office/drawing/2014/main" id="{5461F01C-E021-4C31-826F-87739000F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095"/>
              <a:ext cx="36" cy="40"/>
            </a:xfrm>
            <a:custGeom>
              <a:avLst/>
              <a:gdLst>
                <a:gd name="T0" fmla="*/ 88 w 18"/>
                <a:gd name="T1" fmla="*/ 0 h 20"/>
                <a:gd name="T2" fmla="*/ 136 w 18"/>
                <a:gd name="T3" fmla="*/ 96 h 20"/>
                <a:gd name="T4" fmla="*/ 112 w 18"/>
                <a:gd name="T5" fmla="*/ 152 h 20"/>
                <a:gd name="T6" fmla="*/ 40 w 18"/>
                <a:gd name="T7" fmla="*/ 104 h 20"/>
                <a:gd name="T8" fmla="*/ 0 w 18"/>
                <a:gd name="T9" fmla="*/ 2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1" y="0"/>
                  </a:moveTo>
                  <a:cubicBezTo>
                    <a:pt x="13" y="5"/>
                    <a:pt x="15" y="8"/>
                    <a:pt x="17" y="12"/>
                  </a:cubicBezTo>
                  <a:cubicBezTo>
                    <a:pt x="18" y="17"/>
                    <a:pt x="18" y="18"/>
                    <a:pt x="14" y="19"/>
                  </a:cubicBezTo>
                  <a:cubicBezTo>
                    <a:pt x="8" y="20"/>
                    <a:pt x="8" y="19"/>
                    <a:pt x="5" y="13"/>
                  </a:cubicBezTo>
                  <a:cubicBezTo>
                    <a:pt x="4" y="10"/>
                    <a:pt x="2" y="6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24" name="Freeform 7211">
              <a:extLst>
                <a:ext uri="{FF2B5EF4-FFF2-40B4-BE49-F238E27FC236}">
                  <a16:creationId xmlns:a16="http://schemas.microsoft.com/office/drawing/2014/main" id="{8A7A8033-C725-4078-A731-AE1ADA0F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125"/>
              <a:ext cx="16" cy="8"/>
            </a:xfrm>
            <a:custGeom>
              <a:avLst/>
              <a:gdLst>
                <a:gd name="T0" fmla="*/ 0 w 8"/>
                <a:gd name="T1" fmla="*/ 32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25" name="Freeform 7212">
              <a:extLst>
                <a:ext uri="{FF2B5EF4-FFF2-40B4-BE49-F238E27FC236}">
                  <a16:creationId xmlns:a16="http://schemas.microsoft.com/office/drawing/2014/main" id="{F3152ED8-D771-44C5-8147-8C1BA91CD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133"/>
              <a:ext cx="20" cy="34"/>
            </a:xfrm>
            <a:custGeom>
              <a:avLst/>
              <a:gdLst>
                <a:gd name="T0" fmla="*/ 32 w 10"/>
                <a:gd name="T1" fmla="*/ 0 h 17"/>
                <a:gd name="T2" fmla="*/ 64 w 10"/>
                <a:gd name="T3" fmla="*/ 96 h 17"/>
                <a:gd name="T4" fmla="*/ 0 w 10"/>
                <a:gd name="T5" fmla="*/ 1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4" y="0"/>
                  </a:moveTo>
                  <a:cubicBezTo>
                    <a:pt x="5" y="4"/>
                    <a:pt x="10" y="8"/>
                    <a:pt x="8" y="12"/>
                  </a:cubicBezTo>
                  <a:cubicBezTo>
                    <a:pt x="7" y="14"/>
                    <a:pt x="3" y="17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26" name="Freeform 7213">
              <a:extLst>
                <a:ext uri="{FF2B5EF4-FFF2-40B4-BE49-F238E27FC236}">
                  <a16:creationId xmlns:a16="http://schemas.microsoft.com/office/drawing/2014/main" id="{8311DEB1-A50E-44CE-A915-3B893FBC2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153"/>
              <a:ext cx="26" cy="16"/>
            </a:xfrm>
            <a:custGeom>
              <a:avLst/>
              <a:gdLst>
                <a:gd name="T0" fmla="*/ 0 w 13"/>
                <a:gd name="T1" fmla="*/ 0 h 8"/>
                <a:gd name="T2" fmla="*/ 48 w 13"/>
                <a:gd name="T3" fmla="*/ 56 h 8"/>
                <a:gd name="T4" fmla="*/ 104 w 13"/>
                <a:gd name="T5" fmla="*/ 3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2" y="4"/>
                    <a:pt x="2" y="8"/>
                    <a:pt x="6" y="7"/>
                  </a:cubicBezTo>
                  <a:cubicBezTo>
                    <a:pt x="8" y="7"/>
                    <a:pt x="11" y="5"/>
                    <a:pt x="13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27" name="Freeform 7214">
              <a:extLst>
                <a:ext uri="{FF2B5EF4-FFF2-40B4-BE49-F238E27FC236}">
                  <a16:creationId xmlns:a16="http://schemas.microsoft.com/office/drawing/2014/main" id="{AD027317-9C24-4388-85FE-A9CF4D5BF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167"/>
              <a:ext cx="30" cy="40"/>
            </a:xfrm>
            <a:custGeom>
              <a:avLst/>
              <a:gdLst>
                <a:gd name="T0" fmla="*/ 0 w 15"/>
                <a:gd name="T1" fmla="*/ 0 h 20"/>
                <a:gd name="T2" fmla="*/ 56 w 15"/>
                <a:gd name="T3" fmla="*/ 128 h 20"/>
                <a:gd name="T4" fmla="*/ 120 w 15"/>
                <a:gd name="T5" fmla="*/ 13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0" y="0"/>
                  </a:moveTo>
                  <a:cubicBezTo>
                    <a:pt x="3" y="5"/>
                    <a:pt x="4" y="11"/>
                    <a:pt x="7" y="16"/>
                  </a:cubicBezTo>
                  <a:cubicBezTo>
                    <a:pt x="10" y="20"/>
                    <a:pt x="11" y="18"/>
                    <a:pt x="15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28" name="Freeform 7215">
              <a:extLst>
                <a:ext uri="{FF2B5EF4-FFF2-40B4-BE49-F238E27FC236}">
                  <a16:creationId xmlns:a16="http://schemas.microsoft.com/office/drawing/2014/main" id="{BB241B83-5D3C-481A-9EFF-F67224F72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205"/>
              <a:ext cx="34" cy="44"/>
            </a:xfrm>
            <a:custGeom>
              <a:avLst/>
              <a:gdLst>
                <a:gd name="T0" fmla="*/ 8 w 17"/>
                <a:gd name="T1" fmla="*/ 0 h 22"/>
                <a:gd name="T2" fmla="*/ 40 w 17"/>
                <a:gd name="T3" fmla="*/ 120 h 22"/>
                <a:gd name="T4" fmla="*/ 104 w 17"/>
                <a:gd name="T5" fmla="*/ 136 h 22"/>
                <a:gd name="T6" fmla="*/ 56 w 17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1" y="0"/>
                  </a:moveTo>
                  <a:cubicBezTo>
                    <a:pt x="0" y="4"/>
                    <a:pt x="3" y="11"/>
                    <a:pt x="5" y="15"/>
                  </a:cubicBezTo>
                  <a:cubicBezTo>
                    <a:pt x="7" y="20"/>
                    <a:pt x="9" y="22"/>
                    <a:pt x="13" y="17"/>
                  </a:cubicBezTo>
                  <a:cubicBezTo>
                    <a:pt x="17" y="11"/>
                    <a:pt x="10" y="4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29" name="Freeform 7216">
              <a:extLst>
                <a:ext uri="{FF2B5EF4-FFF2-40B4-BE49-F238E27FC236}">
                  <a16:creationId xmlns:a16="http://schemas.microsoft.com/office/drawing/2014/main" id="{B81F306F-D162-4A86-96B8-FDB5C4C79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161"/>
              <a:ext cx="18" cy="38"/>
            </a:xfrm>
            <a:custGeom>
              <a:avLst/>
              <a:gdLst>
                <a:gd name="T0" fmla="*/ 0 w 9"/>
                <a:gd name="T1" fmla="*/ 0 h 19"/>
                <a:gd name="T2" fmla="*/ 72 w 9"/>
                <a:gd name="T3" fmla="*/ 1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0" y="0"/>
                  </a:moveTo>
                  <a:cubicBezTo>
                    <a:pt x="4" y="5"/>
                    <a:pt x="3" y="16"/>
                    <a:pt x="9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30" name="Freeform 7217">
              <a:extLst>
                <a:ext uri="{FF2B5EF4-FFF2-40B4-BE49-F238E27FC236}">
                  <a16:creationId xmlns:a16="http://schemas.microsoft.com/office/drawing/2014/main" id="{C9C62ECE-5DE8-4517-9882-B82E7778A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131"/>
              <a:ext cx="16" cy="30"/>
            </a:xfrm>
            <a:custGeom>
              <a:avLst/>
              <a:gdLst>
                <a:gd name="T0" fmla="*/ 0 w 8"/>
                <a:gd name="T1" fmla="*/ 0 h 15"/>
                <a:gd name="T2" fmla="*/ 64 w 8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2" y="5"/>
                    <a:pt x="6" y="11"/>
                    <a:pt x="8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31" name="Freeform 7218">
              <a:extLst>
                <a:ext uri="{FF2B5EF4-FFF2-40B4-BE49-F238E27FC236}">
                  <a16:creationId xmlns:a16="http://schemas.microsoft.com/office/drawing/2014/main" id="{2A1588D9-4C73-4F52-BA42-0861D5262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189"/>
              <a:ext cx="20" cy="20"/>
            </a:xfrm>
            <a:custGeom>
              <a:avLst/>
              <a:gdLst>
                <a:gd name="T0" fmla="*/ 0 w 10"/>
                <a:gd name="T1" fmla="*/ 48 h 10"/>
                <a:gd name="T2" fmla="*/ 8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2" y="10"/>
                    <a:pt x="8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32" name="Freeform 7219">
              <a:extLst>
                <a:ext uri="{FF2B5EF4-FFF2-40B4-BE49-F238E27FC236}">
                  <a16:creationId xmlns:a16="http://schemas.microsoft.com/office/drawing/2014/main" id="{8EE6461B-7C7C-4926-93F4-19BB8EACB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167"/>
              <a:ext cx="14" cy="24"/>
            </a:xfrm>
            <a:custGeom>
              <a:avLst/>
              <a:gdLst>
                <a:gd name="T0" fmla="*/ 0 w 7"/>
                <a:gd name="T1" fmla="*/ 0 h 12"/>
                <a:gd name="T2" fmla="*/ 56 w 7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33" name="Freeform 7220">
              <a:extLst>
                <a:ext uri="{FF2B5EF4-FFF2-40B4-BE49-F238E27FC236}">
                  <a16:creationId xmlns:a16="http://schemas.microsoft.com/office/drawing/2014/main" id="{856A3ABE-3CD6-469D-8951-86FAB394D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225"/>
              <a:ext cx="22" cy="16"/>
            </a:xfrm>
            <a:custGeom>
              <a:avLst/>
              <a:gdLst>
                <a:gd name="T0" fmla="*/ 0 w 11"/>
                <a:gd name="T1" fmla="*/ 64 h 8"/>
                <a:gd name="T2" fmla="*/ 88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4" y="7"/>
                    <a:pt x="8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34" name="Freeform 7221">
              <a:extLst>
                <a:ext uri="{FF2B5EF4-FFF2-40B4-BE49-F238E27FC236}">
                  <a16:creationId xmlns:a16="http://schemas.microsoft.com/office/drawing/2014/main" id="{6C7FB4ED-CDEF-4A4D-8D10-CD3A7AEF6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203"/>
              <a:ext cx="8" cy="16"/>
            </a:xfrm>
            <a:custGeom>
              <a:avLst/>
              <a:gdLst>
                <a:gd name="T0" fmla="*/ 32 w 4"/>
                <a:gd name="T1" fmla="*/ 0 h 8"/>
                <a:gd name="T2" fmla="*/ 16 w 4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1"/>
                    <a:pt x="0" y="7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35" name="Freeform 7222">
              <a:extLst>
                <a:ext uri="{FF2B5EF4-FFF2-40B4-BE49-F238E27FC236}">
                  <a16:creationId xmlns:a16="http://schemas.microsoft.com/office/drawing/2014/main" id="{CAB1D5D1-015C-4079-9AE8-6D456FC8F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45"/>
              <a:ext cx="20" cy="40"/>
            </a:xfrm>
            <a:custGeom>
              <a:avLst/>
              <a:gdLst>
                <a:gd name="T0" fmla="*/ 0 w 10"/>
                <a:gd name="T1" fmla="*/ 160 h 20"/>
                <a:gd name="T2" fmla="*/ 72 w 10"/>
                <a:gd name="T3" fmla="*/ 80 h 20"/>
                <a:gd name="T4" fmla="*/ 40 w 10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0" y="20"/>
                  </a:moveTo>
                  <a:cubicBezTo>
                    <a:pt x="3" y="18"/>
                    <a:pt x="10" y="14"/>
                    <a:pt x="9" y="10"/>
                  </a:cubicBezTo>
                  <a:cubicBezTo>
                    <a:pt x="8" y="7"/>
                    <a:pt x="5" y="4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36" name="Freeform 7223">
              <a:extLst>
                <a:ext uri="{FF2B5EF4-FFF2-40B4-BE49-F238E27FC236}">
                  <a16:creationId xmlns:a16="http://schemas.microsoft.com/office/drawing/2014/main" id="{64DFAFF5-EC9E-4C28-996B-BF22306F7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271"/>
              <a:ext cx="6" cy="12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4"/>
                    <a:pt x="3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37" name="Freeform 7224">
              <a:extLst>
                <a:ext uri="{FF2B5EF4-FFF2-40B4-BE49-F238E27FC236}">
                  <a16:creationId xmlns:a16="http://schemas.microsoft.com/office/drawing/2014/main" id="{56E08F1C-C7F8-413F-981D-07F39AF0F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49"/>
              <a:ext cx="16" cy="6"/>
            </a:xfrm>
            <a:custGeom>
              <a:avLst/>
              <a:gdLst>
                <a:gd name="T0" fmla="*/ 0 w 8"/>
                <a:gd name="T1" fmla="*/ 0 h 3"/>
                <a:gd name="T2" fmla="*/ 40 w 8"/>
                <a:gd name="T3" fmla="*/ 0 h 3"/>
                <a:gd name="T4" fmla="*/ 64 w 8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2"/>
                    <a:pt x="8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38" name="Freeform 7225">
              <a:extLst>
                <a:ext uri="{FF2B5EF4-FFF2-40B4-BE49-F238E27FC236}">
                  <a16:creationId xmlns:a16="http://schemas.microsoft.com/office/drawing/2014/main" id="{2D3C9B77-C4C6-4A14-8944-D0FA40000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69"/>
              <a:ext cx="22" cy="10"/>
            </a:xfrm>
            <a:custGeom>
              <a:avLst/>
              <a:gdLst>
                <a:gd name="T0" fmla="*/ 0 w 11"/>
                <a:gd name="T1" fmla="*/ 0 h 5"/>
                <a:gd name="T2" fmla="*/ 48 w 11"/>
                <a:gd name="T3" fmla="*/ 24 h 5"/>
                <a:gd name="T4" fmla="*/ 88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2" y="3"/>
                    <a:pt x="3" y="5"/>
                    <a:pt x="6" y="3"/>
                  </a:cubicBezTo>
                  <a:cubicBezTo>
                    <a:pt x="8" y="2"/>
                    <a:pt x="10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39" name="Freeform 7226">
              <a:extLst>
                <a:ext uri="{FF2B5EF4-FFF2-40B4-BE49-F238E27FC236}">
                  <a16:creationId xmlns:a16="http://schemas.microsoft.com/office/drawing/2014/main" id="{76FB0CEB-999D-4A9B-839C-28EBF7C6F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231"/>
              <a:ext cx="32" cy="80"/>
            </a:xfrm>
            <a:custGeom>
              <a:avLst/>
              <a:gdLst>
                <a:gd name="T0" fmla="*/ 16 w 16"/>
                <a:gd name="T1" fmla="*/ 184 h 40"/>
                <a:gd name="T2" fmla="*/ 72 w 16"/>
                <a:gd name="T3" fmla="*/ 312 h 40"/>
                <a:gd name="T4" fmla="*/ 128 w 16"/>
                <a:gd name="T5" fmla="*/ 288 h 40"/>
                <a:gd name="T6" fmla="*/ 56 w 16"/>
                <a:gd name="T7" fmla="*/ 160 h 40"/>
                <a:gd name="T8" fmla="*/ 8 w 16"/>
                <a:gd name="T9" fmla="*/ 56 h 40"/>
                <a:gd name="T10" fmla="*/ 0 w 16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0">
                  <a:moveTo>
                    <a:pt x="2" y="23"/>
                  </a:moveTo>
                  <a:cubicBezTo>
                    <a:pt x="2" y="26"/>
                    <a:pt x="6" y="37"/>
                    <a:pt x="9" y="39"/>
                  </a:cubicBezTo>
                  <a:cubicBezTo>
                    <a:pt x="11" y="40"/>
                    <a:pt x="14" y="38"/>
                    <a:pt x="16" y="36"/>
                  </a:cubicBezTo>
                  <a:cubicBezTo>
                    <a:pt x="12" y="31"/>
                    <a:pt x="10" y="25"/>
                    <a:pt x="7" y="20"/>
                  </a:cubicBezTo>
                  <a:cubicBezTo>
                    <a:pt x="4" y="16"/>
                    <a:pt x="3" y="12"/>
                    <a:pt x="1" y="7"/>
                  </a:cubicBezTo>
                  <a:cubicBezTo>
                    <a:pt x="0" y="5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40" name="Freeform 7227">
              <a:extLst>
                <a:ext uri="{FF2B5EF4-FFF2-40B4-BE49-F238E27FC236}">
                  <a16:creationId xmlns:a16="http://schemas.microsoft.com/office/drawing/2014/main" id="{6E9A3C2C-AF45-40D6-9F00-8EAA8BB5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307"/>
              <a:ext cx="32" cy="46"/>
            </a:xfrm>
            <a:custGeom>
              <a:avLst/>
              <a:gdLst>
                <a:gd name="T0" fmla="*/ 8 w 16"/>
                <a:gd name="T1" fmla="*/ 8 h 23"/>
                <a:gd name="T2" fmla="*/ 16 w 16"/>
                <a:gd name="T3" fmla="*/ 64 h 23"/>
                <a:gd name="T4" fmla="*/ 48 w 16"/>
                <a:gd name="T5" fmla="*/ 144 h 23"/>
                <a:gd name="T6" fmla="*/ 112 w 16"/>
                <a:gd name="T7" fmla="*/ 160 h 23"/>
                <a:gd name="T8" fmla="*/ 96 w 16"/>
                <a:gd name="T9" fmla="*/ 72 h 23"/>
                <a:gd name="T10" fmla="*/ 56 w 16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3">
                  <a:moveTo>
                    <a:pt x="1" y="1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4" y="11"/>
                    <a:pt x="5" y="14"/>
                    <a:pt x="6" y="18"/>
                  </a:cubicBezTo>
                  <a:cubicBezTo>
                    <a:pt x="8" y="20"/>
                    <a:pt x="11" y="23"/>
                    <a:pt x="14" y="20"/>
                  </a:cubicBezTo>
                  <a:cubicBezTo>
                    <a:pt x="16" y="17"/>
                    <a:pt x="12" y="12"/>
                    <a:pt x="12" y="9"/>
                  </a:cubicBezTo>
                  <a:cubicBezTo>
                    <a:pt x="10" y="6"/>
                    <a:pt x="10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41" name="Freeform 7228">
              <a:extLst>
                <a:ext uri="{FF2B5EF4-FFF2-40B4-BE49-F238E27FC236}">
                  <a16:creationId xmlns:a16="http://schemas.microsoft.com/office/drawing/2014/main" id="{E4DD9E5F-9ADC-4D24-A8F4-8D4196643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343"/>
              <a:ext cx="36" cy="44"/>
            </a:xfrm>
            <a:custGeom>
              <a:avLst/>
              <a:gdLst>
                <a:gd name="T0" fmla="*/ 0 w 18"/>
                <a:gd name="T1" fmla="*/ 24 h 22"/>
                <a:gd name="T2" fmla="*/ 72 w 18"/>
                <a:gd name="T3" fmla="*/ 176 h 22"/>
                <a:gd name="T4" fmla="*/ 120 w 18"/>
                <a:gd name="T5" fmla="*/ 104 h 22"/>
                <a:gd name="T6" fmla="*/ 88 w 18"/>
                <a:gd name="T7" fmla="*/ 64 h 22"/>
                <a:gd name="T8" fmla="*/ 48 w 1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">
                  <a:moveTo>
                    <a:pt x="0" y="3"/>
                  </a:moveTo>
                  <a:cubicBezTo>
                    <a:pt x="2" y="9"/>
                    <a:pt x="5" y="16"/>
                    <a:pt x="9" y="22"/>
                  </a:cubicBezTo>
                  <a:cubicBezTo>
                    <a:pt x="12" y="17"/>
                    <a:pt x="18" y="19"/>
                    <a:pt x="15" y="13"/>
                  </a:cubicBezTo>
                  <a:cubicBezTo>
                    <a:pt x="14" y="11"/>
                    <a:pt x="12" y="9"/>
                    <a:pt x="11" y="8"/>
                  </a:cubicBezTo>
                  <a:cubicBezTo>
                    <a:pt x="9" y="5"/>
                    <a:pt x="8" y="3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42" name="Freeform 7229">
              <a:extLst>
                <a:ext uri="{FF2B5EF4-FFF2-40B4-BE49-F238E27FC236}">
                  <a16:creationId xmlns:a16="http://schemas.microsoft.com/office/drawing/2014/main" id="{56FE4232-D4A8-43F5-BB1C-60721B9F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311"/>
              <a:ext cx="20" cy="48"/>
            </a:xfrm>
            <a:custGeom>
              <a:avLst/>
              <a:gdLst>
                <a:gd name="T0" fmla="*/ 0 w 10"/>
                <a:gd name="T1" fmla="*/ 0 h 24"/>
                <a:gd name="T2" fmla="*/ 40 w 10"/>
                <a:gd name="T3" fmla="*/ 80 h 24"/>
                <a:gd name="T4" fmla="*/ 80 w 10"/>
                <a:gd name="T5" fmla="*/ 160 h 24"/>
                <a:gd name="T6" fmla="*/ 24 w 10"/>
                <a:gd name="T7" fmla="*/ 19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2" y="3"/>
                    <a:pt x="3" y="6"/>
                    <a:pt x="5" y="10"/>
                  </a:cubicBezTo>
                  <a:cubicBezTo>
                    <a:pt x="6" y="11"/>
                    <a:pt x="10" y="18"/>
                    <a:pt x="10" y="20"/>
                  </a:cubicBezTo>
                  <a:cubicBezTo>
                    <a:pt x="9" y="22"/>
                    <a:pt x="5" y="24"/>
                    <a:pt x="3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43" name="Freeform 7230">
              <a:extLst>
                <a:ext uri="{FF2B5EF4-FFF2-40B4-BE49-F238E27FC236}">
                  <a16:creationId xmlns:a16="http://schemas.microsoft.com/office/drawing/2014/main" id="{5ACC05FE-69B9-48EB-9A6B-08924CBD5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313"/>
              <a:ext cx="22" cy="12"/>
            </a:xfrm>
            <a:custGeom>
              <a:avLst/>
              <a:gdLst>
                <a:gd name="T0" fmla="*/ 0 w 11"/>
                <a:gd name="T1" fmla="*/ 48 h 6"/>
                <a:gd name="T2" fmla="*/ 88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6"/>
                    <a:pt x="9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44" name="Freeform 7231">
              <a:extLst>
                <a:ext uri="{FF2B5EF4-FFF2-40B4-BE49-F238E27FC236}">
                  <a16:creationId xmlns:a16="http://schemas.microsoft.com/office/drawing/2014/main" id="{696DE846-C3B2-49E8-B932-045611765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279"/>
              <a:ext cx="4" cy="20"/>
            </a:xfrm>
            <a:custGeom>
              <a:avLst/>
              <a:gdLst>
                <a:gd name="T0" fmla="*/ 16 w 2"/>
                <a:gd name="T1" fmla="*/ 80 h 10"/>
                <a:gd name="T2" fmla="*/ 16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1" y="6"/>
                    <a:pt x="0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45" name="Freeform 7232">
              <a:extLst>
                <a:ext uri="{FF2B5EF4-FFF2-40B4-BE49-F238E27FC236}">
                  <a16:creationId xmlns:a16="http://schemas.microsoft.com/office/drawing/2014/main" id="{5897E453-3255-49FB-B724-DE438530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347"/>
              <a:ext cx="16" cy="38"/>
            </a:xfrm>
            <a:custGeom>
              <a:avLst/>
              <a:gdLst>
                <a:gd name="T0" fmla="*/ 0 w 8"/>
                <a:gd name="T1" fmla="*/ 0 h 19"/>
                <a:gd name="T2" fmla="*/ 32 w 8"/>
                <a:gd name="T3" fmla="*/ 56 h 19"/>
                <a:gd name="T4" fmla="*/ 56 w 8"/>
                <a:gd name="T5" fmla="*/ 104 h 19"/>
                <a:gd name="T6" fmla="*/ 0 w 8"/>
                <a:gd name="T7" fmla="*/ 15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2" y="2"/>
                    <a:pt x="3" y="4"/>
                    <a:pt x="4" y="7"/>
                  </a:cubicBezTo>
                  <a:cubicBezTo>
                    <a:pt x="5" y="8"/>
                    <a:pt x="8" y="12"/>
                    <a:pt x="7" y="13"/>
                  </a:cubicBezTo>
                  <a:cubicBezTo>
                    <a:pt x="7" y="17"/>
                    <a:pt x="2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46" name="Freeform 7233">
              <a:extLst>
                <a:ext uri="{FF2B5EF4-FFF2-40B4-BE49-F238E27FC236}">
                  <a16:creationId xmlns:a16="http://schemas.microsoft.com/office/drawing/2014/main" id="{28E5BA16-663D-4508-9BB8-DA6343C9E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369"/>
              <a:ext cx="22" cy="50"/>
            </a:xfrm>
            <a:custGeom>
              <a:avLst/>
              <a:gdLst>
                <a:gd name="T0" fmla="*/ 0 w 11"/>
                <a:gd name="T1" fmla="*/ 24 h 25"/>
                <a:gd name="T2" fmla="*/ 48 w 11"/>
                <a:gd name="T3" fmla="*/ 72 h 25"/>
                <a:gd name="T4" fmla="*/ 88 w 11"/>
                <a:gd name="T5" fmla="*/ 152 h 25"/>
                <a:gd name="T6" fmla="*/ 0 w 11"/>
                <a:gd name="T7" fmla="*/ 20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3"/>
                  </a:moveTo>
                  <a:cubicBezTo>
                    <a:pt x="2" y="0"/>
                    <a:pt x="5" y="7"/>
                    <a:pt x="6" y="9"/>
                  </a:cubicBezTo>
                  <a:cubicBezTo>
                    <a:pt x="7" y="11"/>
                    <a:pt x="11" y="16"/>
                    <a:pt x="11" y="19"/>
                  </a:cubicBezTo>
                  <a:cubicBezTo>
                    <a:pt x="10" y="23"/>
                    <a:pt x="3" y="24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47" name="Freeform 7234">
              <a:extLst>
                <a:ext uri="{FF2B5EF4-FFF2-40B4-BE49-F238E27FC236}">
                  <a16:creationId xmlns:a16="http://schemas.microsoft.com/office/drawing/2014/main" id="{7B891EFA-AB25-4B3E-961F-43605C566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413"/>
              <a:ext cx="16" cy="40"/>
            </a:xfrm>
            <a:custGeom>
              <a:avLst/>
              <a:gdLst>
                <a:gd name="T0" fmla="*/ 8 w 8"/>
                <a:gd name="T1" fmla="*/ 0 h 20"/>
                <a:gd name="T2" fmla="*/ 40 w 8"/>
                <a:gd name="T3" fmla="*/ 64 h 20"/>
                <a:gd name="T4" fmla="*/ 64 w 8"/>
                <a:gd name="T5" fmla="*/ 120 h 20"/>
                <a:gd name="T6" fmla="*/ 0 w 8"/>
                <a:gd name="T7" fmla="*/ 15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1" y="0"/>
                  </a:moveTo>
                  <a:cubicBezTo>
                    <a:pt x="2" y="2"/>
                    <a:pt x="4" y="5"/>
                    <a:pt x="5" y="8"/>
                  </a:cubicBezTo>
                  <a:cubicBezTo>
                    <a:pt x="5" y="9"/>
                    <a:pt x="8" y="13"/>
                    <a:pt x="8" y="15"/>
                  </a:cubicBezTo>
                  <a:cubicBezTo>
                    <a:pt x="7" y="17"/>
                    <a:pt x="3" y="20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48" name="Freeform 7235">
              <a:extLst>
                <a:ext uri="{FF2B5EF4-FFF2-40B4-BE49-F238E27FC236}">
                  <a16:creationId xmlns:a16="http://schemas.microsoft.com/office/drawing/2014/main" id="{7F47884A-1910-4BCD-A3FA-2F36789FE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447"/>
              <a:ext cx="20" cy="44"/>
            </a:xfrm>
            <a:custGeom>
              <a:avLst/>
              <a:gdLst>
                <a:gd name="T0" fmla="*/ 0 w 10"/>
                <a:gd name="T1" fmla="*/ 0 h 22"/>
                <a:gd name="T2" fmla="*/ 48 w 10"/>
                <a:gd name="T3" fmla="*/ 96 h 22"/>
                <a:gd name="T4" fmla="*/ 72 w 10"/>
                <a:gd name="T5" fmla="*/ 152 h 22"/>
                <a:gd name="T6" fmla="*/ 40 w 10"/>
                <a:gd name="T7" fmla="*/ 17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3" y="4"/>
                    <a:pt x="4" y="8"/>
                    <a:pt x="6" y="12"/>
                  </a:cubicBezTo>
                  <a:cubicBezTo>
                    <a:pt x="7" y="14"/>
                    <a:pt x="10" y="17"/>
                    <a:pt x="9" y="19"/>
                  </a:cubicBezTo>
                  <a:cubicBezTo>
                    <a:pt x="9" y="21"/>
                    <a:pt x="7" y="21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49" name="Freeform 7236">
              <a:extLst>
                <a:ext uri="{FF2B5EF4-FFF2-40B4-BE49-F238E27FC236}">
                  <a16:creationId xmlns:a16="http://schemas.microsoft.com/office/drawing/2014/main" id="{87F5A697-1DCC-4C15-935A-9D32D56AC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2389"/>
              <a:ext cx="34" cy="30"/>
            </a:xfrm>
            <a:custGeom>
              <a:avLst/>
              <a:gdLst>
                <a:gd name="T0" fmla="*/ 16 w 17"/>
                <a:gd name="T1" fmla="*/ 0 h 15"/>
                <a:gd name="T2" fmla="*/ 8 w 17"/>
                <a:gd name="T3" fmla="*/ 24 h 15"/>
                <a:gd name="T4" fmla="*/ 40 w 17"/>
                <a:gd name="T5" fmla="*/ 88 h 15"/>
                <a:gd name="T6" fmla="*/ 136 w 17"/>
                <a:gd name="T7" fmla="*/ 7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2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1" y="4"/>
                    <a:pt x="4" y="10"/>
                    <a:pt x="5" y="11"/>
                  </a:cubicBezTo>
                  <a:cubicBezTo>
                    <a:pt x="8" y="15"/>
                    <a:pt x="15" y="13"/>
                    <a:pt x="17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50" name="Freeform 7237">
              <a:extLst>
                <a:ext uri="{FF2B5EF4-FFF2-40B4-BE49-F238E27FC236}">
                  <a16:creationId xmlns:a16="http://schemas.microsoft.com/office/drawing/2014/main" id="{6F8258CB-99F0-487F-9B86-D61ED4C0A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417"/>
              <a:ext cx="30" cy="34"/>
            </a:xfrm>
            <a:custGeom>
              <a:avLst/>
              <a:gdLst>
                <a:gd name="T0" fmla="*/ 0 w 15"/>
                <a:gd name="T1" fmla="*/ 0 h 17"/>
                <a:gd name="T2" fmla="*/ 32 w 15"/>
                <a:gd name="T3" fmla="*/ 72 h 17"/>
                <a:gd name="T4" fmla="*/ 72 w 15"/>
                <a:gd name="T5" fmla="*/ 128 h 17"/>
                <a:gd name="T6" fmla="*/ 120 w 15"/>
                <a:gd name="T7" fmla="*/ 10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1" y="3"/>
                    <a:pt x="3" y="6"/>
                    <a:pt x="4" y="9"/>
                  </a:cubicBezTo>
                  <a:cubicBezTo>
                    <a:pt x="5" y="11"/>
                    <a:pt x="7" y="16"/>
                    <a:pt x="9" y="16"/>
                  </a:cubicBezTo>
                  <a:cubicBezTo>
                    <a:pt x="11" y="17"/>
                    <a:pt x="14" y="14"/>
                    <a:pt x="15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51" name="Freeform 7238">
              <a:extLst>
                <a:ext uri="{FF2B5EF4-FFF2-40B4-BE49-F238E27FC236}">
                  <a16:creationId xmlns:a16="http://schemas.microsoft.com/office/drawing/2014/main" id="{808E7224-E9F9-4B6B-B64E-A067DBDF3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379"/>
              <a:ext cx="14" cy="30"/>
            </a:xfrm>
            <a:custGeom>
              <a:avLst/>
              <a:gdLst>
                <a:gd name="T0" fmla="*/ 0 w 7"/>
                <a:gd name="T1" fmla="*/ 0 h 15"/>
                <a:gd name="T2" fmla="*/ 56 w 7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5"/>
                    <a:pt x="5" y="11"/>
                    <a:pt x="7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52" name="Freeform 7239">
              <a:extLst>
                <a:ext uri="{FF2B5EF4-FFF2-40B4-BE49-F238E27FC236}">
                  <a16:creationId xmlns:a16="http://schemas.microsoft.com/office/drawing/2014/main" id="{18D0AAFF-7F8F-4C1B-9F99-40CD62928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409"/>
              <a:ext cx="18" cy="34"/>
            </a:xfrm>
            <a:custGeom>
              <a:avLst/>
              <a:gdLst>
                <a:gd name="T0" fmla="*/ 0 w 9"/>
                <a:gd name="T1" fmla="*/ 0 h 17"/>
                <a:gd name="T2" fmla="*/ 72 w 9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2" y="6"/>
                    <a:pt x="8" y="12"/>
                    <a:pt x="9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53" name="Freeform 7240">
              <a:extLst>
                <a:ext uri="{FF2B5EF4-FFF2-40B4-BE49-F238E27FC236}">
                  <a16:creationId xmlns:a16="http://schemas.microsoft.com/office/drawing/2014/main" id="{4BC71DB6-5ABF-4625-9312-1A6D1A4B6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441"/>
              <a:ext cx="34" cy="60"/>
            </a:xfrm>
            <a:custGeom>
              <a:avLst/>
              <a:gdLst>
                <a:gd name="T0" fmla="*/ 48 w 17"/>
                <a:gd name="T1" fmla="*/ 0 h 30"/>
                <a:gd name="T2" fmla="*/ 120 w 17"/>
                <a:gd name="T3" fmla="*/ 96 h 30"/>
                <a:gd name="T4" fmla="*/ 120 w 17"/>
                <a:gd name="T5" fmla="*/ 184 h 30"/>
                <a:gd name="T6" fmla="*/ 0 w 17"/>
                <a:gd name="T7" fmla="*/ 4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0">
                  <a:moveTo>
                    <a:pt x="6" y="0"/>
                  </a:moveTo>
                  <a:cubicBezTo>
                    <a:pt x="8" y="4"/>
                    <a:pt x="12" y="8"/>
                    <a:pt x="15" y="12"/>
                  </a:cubicBezTo>
                  <a:cubicBezTo>
                    <a:pt x="17" y="15"/>
                    <a:pt x="17" y="20"/>
                    <a:pt x="15" y="23"/>
                  </a:cubicBezTo>
                  <a:cubicBezTo>
                    <a:pt x="10" y="30"/>
                    <a:pt x="2" y="8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54" name="Freeform 7241">
              <a:extLst>
                <a:ext uri="{FF2B5EF4-FFF2-40B4-BE49-F238E27FC236}">
                  <a16:creationId xmlns:a16="http://schemas.microsoft.com/office/drawing/2014/main" id="{A563A7FA-63F5-4399-B8E3-B975E7C90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349"/>
              <a:ext cx="18" cy="12"/>
            </a:xfrm>
            <a:custGeom>
              <a:avLst/>
              <a:gdLst>
                <a:gd name="T0" fmla="*/ 0 w 9"/>
                <a:gd name="T1" fmla="*/ 40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6"/>
                    <a:pt x="7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55" name="Freeform 7242">
              <a:extLst>
                <a:ext uri="{FF2B5EF4-FFF2-40B4-BE49-F238E27FC236}">
                  <a16:creationId xmlns:a16="http://schemas.microsoft.com/office/drawing/2014/main" id="{865C28ED-B4D0-4F6E-983E-51E11B017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391"/>
              <a:ext cx="12" cy="4"/>
            </a:xfrm>
            <a:custGeom>
              <a:avLst/>
              <a:gdLst>
                <a:gd name="T0" fmla="*/ 0 w 6"/>
                <a:gd name="T1" fmla="*/ 16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56" name="Freeform 7243">
              <a:extLst>
                <a:ext uri="{FF2B5EF4-FFF2-40B4-BE49-F238E27FC236}">
                  <a16:creationId xmlns:a16="http://schemas.microsoft.com/office/drawing/2014/main" id="{BB2034D6-8AA7-42B3-BB96-12D56EB42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357"/>
              <a:ext cx="6" cy="16"/>
            </a:xfrm>
            <a:custGeom>
              <a:avLst/>
              <a:gdLst>
                <a:gd name="T0" fmla="*/ 16 w 3"/>
                <a:gd name="T1" fmla="*/ 0 h 8"/>
                <a:gd name="T2" fmla="*/ 24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0" y="2"/>
                    <a:pt x="1" y="6"/>
                    <a:pt x="3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57" name="Freeform 7244">
              <a:extLst>
                <a:ext uri="{FF2B5EF4-FFF2-40B4-BE49-F238E27FC236}">
                  <a16:creationId xmlns:a16="http://schemas.microsoft.com/office/drawing/2014/main" id="{4873FEB0-4B26-4EAE-A91D-D350BE62A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429"/>
              <a:ext cx="22" cy="14"/>
            </a:xfrm>
            <a:custGeom>
              <a:avLst/>
              <a:gdLst>
                <a:gd name="T0" fmla="*/ 0 w 11"/>
                <a:gd name="T1" fmla="*/ 32 h 7"/>
                <a:gd name="T2" fmla="*/ 88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4" y="7"/>
                    <a:pt x="7" y="2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58" name="Freeform 7245">
              <a:extLst>
                <a:ext uri="{FF2B5EF4-FFF2-40B4-BE49-F238E27FC236}">
                  <a16:creationId xmlns:a16="http://schemas.microsoft.com/office/drawing/2014/main" id="{D268AE5B-1F50-4DF1-A430-A4A0A5EF6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399"/>
              <a:ext cx="8" cy="8"/>
            </a:xfrm>
            <a:custGeom>
              <a:avLst/>
              <a:gdLst>
                <a:gd name="T0" fmla="*/ 0 w 4"/>
                <a:gd name="T1" fmla="*/ 32 h 4"/>
                <a:gd name="T2" fmla="*/ 32 w 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2"/>
                    <a:pt x="2" y="0"/>
                    <a:pt x="4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59" name="Freeform 7246">
              <a:extLst>
                <a:ext uri="{FF2B5EF4-FFF2-40B4-BE49-F238E27FC236}">
                  <a16:creationId xmlns:a16="http://schemas.microsoft.com/office/drawing/2014/main" id="{04944381-15C7-4208-8E0E-5B534A9C1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465"/>
              <a:ext cx="26" cy="18"/>
            </a:xfrm>
            <a:custGeom>
              <a:avLst/>
              <a:gdLst>
                <a:gd name="T0" fmla="*/ 0 w 13"/>
                <a:gd name="T1" fmla="*/ 56 h 9"/>
                <a:gd name="T2" fmla="*/ 104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5" y="9"/>
                    <a:pt x="10" y="4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60" name="Freeform 7247">
              <a:extLst>
                <a:ext uri="{FF2B5EF4-FFF2-40B4-BE49-F238E27FC236}">
                  <a16:creationId xmlns:a16="http://schemas.microsoft.com/office/drawing/2014/main" id="{5E4CE873-C693-4FE3-98B8-5552C70C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319"/>
              <a:ext cx="14" cy="6"/>
            </a:xfrm>
            <a:custGeom>
              <a:avLst/>
              <a:gdLst>
                <a:gd name="T0" fmla="*/ 0 w 7"/>
                <a:gd name="T1" fmla="*/ 8 h 3"/>
                <a:gd name="T2" fmla="*/ 56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2" y="0"/>
                    <a:pt x="6" y="1"/>
                    <a:pt x="7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61" name="Freeform 7248">
              <a:extLst>
                <a:ext uri="{FF2B5EF4-FFF2-40B4-BE49-F238E27FC236}">
                  <a16:creationId xmlns:a16="http://schemas.microsoft.com/office/drawing/2014/main" id="{9264CC42-2731-4DCF-B363-2E5A2589D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485"/>
              <a:ext cx="28" cy="54"/>
            </a:xfrm>
            <a:custGeom>
              <a:avLst/>
              <a:gdLst>
                <a:gd name="T0" fmla="*/ 0 w 14"/>
                <a:gd name="T1" fmla="*/ 0 h 27"/>
                <a:gd name="T2" fmla="*/ 104 w 14"/>
                <a:gd name="T3" fmla="*/ 168 h 27"/>
                <a:gd name="T4" fmla="*/ 88 w 14"/>
                <a:gd name="T5" fmla="*/ 21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6" y="7"/>
                    <a:pt x="10" y="14"/>
                    <a:pt x="13" y="21"/>
                  </a:cubicBezTo>
                  <a:cubicBezTo>
                    <a:pt x="14" y="26"/>
                    <a:pt x="11" y="26"/>
                    <a:pt x="11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62" name="Freeform 7249">
              <a:extLst>
                <a:ext uri="{FF2B5EF4-FFF2-40B4-BE49-F238E27FC236}">
                  <a16:creationId xmlns:a16="http://schemas.microsoft.com/office/drawing/2014/main" id="{C6216742-8FB2-4D79-95D7-5C0A6B9A6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599"/>
              <a:ext cx="26" cy="60"/>
            </a:xfrm>
            <a:custGeom>
              <a:avLst/>
              <a:gdLst>
                <a:gd name="T0" fmla="*/ 0 w 13"/>
                <a:gd name="T1" fmla="*/ 0 h 30"/>
                <a:gd name="T2" fmla="*/ 32 w 13"/>
                <a:gd name="T3" fmla="*/ 48 h 30"/>
                <a:gd name="T4" fmla="*/ 88 w 13"/>
                <a:gd name="T5" fmla="*/ 128 h 30"/>
                <a:gd name="T6" fmla="*/ 104 w 13"/>
                <a:gd name="T7" fmla="*/ 184 h 30"/>
                <a:gd name="T8" fmla="*/ 40 w 13"/>
                <a:gd name="T9" fmla="*/ 24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0">
                  <a:moveTo>
                    <a:pt x="0" y="0"/>
                  </a:moveTo>
                  <a:cubicBezTo>
                    <a:pt x="2" y="1"/>
                    <a:pt x="3" y="4"/>
                    <a:pt x="4" y="6"/>
                  </a:cubicBezTo>
                  <a:cubicBezTo>
                    <a:pt x="6" y="9"/>
                    <a:pt x="9" y="13"/>
                    <a:pt x="11" y="16"/>
                  </a:cubicBezTo>
                  <a:cubicBezTo>
                    <a:pt x="12" y="19"/>
                    <a:pt x="13" y="21"/>
                    <a:pt x="13" y="23"/>
                  </a:cubicBezTo>
                  <a:cubicBezTo>
                    <a:pt x="12" y="25"/>
                    <a:pt x="7" y="30"/>
                    <a:pt x="5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63" name="Freeform 7250">
              <a:extLst>
                <a:ext uri="{FF2B5EF4-FFF2-40B4-BE49-F238E27FC236}">
                  <a16:creationId xmlns:a16="http://schemas.microsoft.com/office/drawing/2014/main" id="{4A2D6195-A35F-4911-8164-5E08EEA2D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645"/>
              <a:ext cx="20" cy="52"/>
            </a:xfrm>
            <a:custGeom>
              <a:avLst/>
              <a:gdLst>
                <a:gd name="T0" fmla="*/ 0 w 10"/>
                <a:gd name="T1" fmla="*/ 0 h 26"/>
                <a:gd name="T2" fmla="*/ 72 w 10"/>
                <a:gd name="T3" fmla="*/ 136 h 26"/>
                <a:gd name="T4" fmla="*/ 80 w 10"/>
                <a:gd name="T5" fmla="*/ 176 h 26"/>
                <a:gd name="T6" fmla="*/ 32 w 10"/>
                <a:gd name="T7" fmla="*/ 208 h 26"/>
                <a:gd name="T8" fmla="*/ 32 w 10"/>
                <a:gd name="T9" fmla="*/ 20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3" y="6"/>
                    <a:pt x="6" y="11"/>
                    <a:pt x="9" y="17"/>
                  </a:cubicBezTo>
                  <a:cubicBezTo>
                    <a:pt x="9" y="18"/>
                    <a:pt x="10" y="20"/>
                    <a:pt x="10" y="22"/>
                  </a:cubicBezTo>
                  <a:cubicBezTo>
                    <a:pt x="9" y="23"/>
                    <a:pt x="6" y="25"/>
                    <a:pt x="4" y="26"/>
                  </a:cubicBezTo>
                  <a:cubicBezTo>
                    <a:pt x="4" y="25"/>
                    <a:pt x="4" y="25"/>
                    <a:pt x="4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64" name="Freeform 7251">
              <a:extLst>
                <a:ext uri="{FF2B5EF4-FFF2-40B4-BE49-F238E27FC236}">
                  <a16:creationId xmlns:a16="http://schemas.microsoft.com/office/drawing/2014/main" id="{E3B596C2-028D-4E1A-9159-72EE3768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689"/>
              <a:ext cx="22" cy="46"/>
            </a:xfrm>
            <a:custGeom>
              <a:avLst/>
              <a:gdLst>
                <a:gd name="T0" fmla="*/ 0 w 11"/>
                <a:gd name="T1" fmla="*/ 0 h 23"/>
                <a:gd name="T2" fmla="*/ 80 w 11"/>
                <a:gd name="T3" fmla="*/ 128 h 23"/>
                <a:gd name="T4" fmla="*/ 88 w 11"/>
                <a:gd name="T5" fmla="*/ 160 h 23"/>
                <a:gd name="T6" fmla="*/ 48 w 11"/>
                <a:gd name="T7" fmla="*/ 18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2" y="6"/>
                    <a:pt x="7" y="10"/>
                    <a:pt x="10" y="16"/>
                  </a:cubicBezTo>
                  <a:cubicBezTo>
                    <a:pt x="11" y="18"/>
                    <a:pt x="11" y="18"/>
                    <a:pt x="11" y="20"/>
                  </a:cubicBezTo>
                  <a:cubicBezTo>
                    <a:pt x="10" y="21"/>
                    <a:pt x="7" y="22"/>
                    <a:pt x="6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65" name="Freeform 7252">
              <a:extLst>
                <a:ext uri="{FF2B5EF4-FFF2-40B4-BE49-F238E27FC236}">
                  <a16:creationId xmlns:a16="http://schemas.microsoft.com/office/drawing/2014/main" id="{5C19397B-FAC4-4724-A93D-9D62EF7A0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729"/>
              <a:ext cx="20" cy="44"/>
            </a:xfrm>
            <a:custGeom>
              <a:avLst/>
              <a:gdLst>
                <a:gd name="T0" fmla="*/ 0 w 10"/>
                <a:gd name="T1" fmla="*/ 0 h 22"/>
                <a:gd name="T2" fmla="*/ 80 w 10"/>
                <a:gd name="T3" fmla="*/ 128 h 22"/>
                <a:gd name="T4" fmla="*/ 24 w 10"/>
                <a:gd name="T5" fmla="*/ 16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3" y="5"/>
                    <a:pt x="9" y="10"/>
                    <a:pt x="10" y="16"/>
                  </a:cubicBezTo>
                  <a:cubicBezTo>
                    <a:pt x="10" y="19"/>
                    <a:pt x="5" y="22"/>
                    <a:pt x="3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66" name="Freeform 7253">
              <a:extLst>
                <a:ext uri="{FF2B5EF4-FFF2-40B4-BE49-F238E27FC236}">
                  <a16:creationId xmlns:a16="http://schemas.microsoft.com/office/drawing/2014/main" id="{9D4F140B-4832-4092-A4CB-78579B7A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483"/>
              <a:ext cx="32" cy="40"/>
            </a:xfrm>
            <a:custGeom>
              <a:avLst/>
              <a:gdLst>
                <a:gd name="T0" fmla="*/ 64 w 16"/>
                <a:gd name="T1" fmla="*/ 0 h 20"/>
                <a:gd name="T2" fmla="*/ 112 w 16"/>
                <a:gd name="T3" fmla="*/ 96 h 20"/>
                <a:gd name="T4" fmla="*/ 88 w 16"/>
                <a:gd name="T5" fmla="*/ 152 h 20"/>
                <a:gd name="T6" fmla="*/ 16 w 16"/>
                <a:gd name="T7" fmla="*/ 104 h 20"/>
                <a:gd name="T8" fmla="*/ 0 w 16"/>
                <a:gd name="T9" fmla="*/ 1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0">
                  <a:moveTo>
                    <a:pt x="8" y="0"/>
                  </a:moveTo>
                  <a:cubicBezTo>
                    <a:pt x="10" y="4"/>
                    <a:pt x="12" y="8"/>
                    <a:pt x="14" y="12"/>
                  </a:cubicBezTo>
                  <a:cubicBezTo>
                    <a:pt x="15" y="16"/>
                    <a:pt x="16" y="18"/>
                    <a:pt x="11" y="19"/>
                  </a:cubicBezTo>
                  <a:cubicBezTo>
                    <a:pt x="6" y="20"/>
                    <a:pt x="5" y="19"/>
                    <a:pt x="2" y="13"/>
                  </a:cubicBezTo>
                  <a:cubicBezTo>
                    <a:pt x="1" y="11"/>
                    <a:pt x="2" y="4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67" name="Freeform 7254">
              <a:extLst>
                <a:ext uri="{FF2B5EF4-FFF2-40B4-BE49-F238E27FC236}">
                  <a16:creationId xmlns:a16="http://schemas.microsoft.com/office/drawing/2014/main" id="{04E129D3-564F-4918-AFAB-73A8FF13C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513"/>
              <a:ext cx="16" cy="8"/>
            </a:xfrm>
            <a:custGeom>
              <a:avLst/>
              <a:gdLst>
                <a:gd name="T0" fmla="*/ 0 w 8"/>
                <a:gd name="T1" fmla="*/ 32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68" name="Freeform 7255">
              <a:extLst>
                <a:ext uri="{FF2B5EF4-FFF2-40B4-BE49-F238E27FC236}">
                  <a16:creationId xmlns:a16="http://schemas.microsoft.com/office/drawing/2014/main" id="{C0242391-148C-473B-8113-0043AEE4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521"/>
              <a:ext cx="20" cy="34"/>
            </a:xfrm>
            <a:custGeom>
              <a:avLst/>
              <a:gdLst>
                <a:gd name="T0" fmla="*/ 32 w 10"/>
                <a:gd name="T1" fmla="*/ 0 h 17"/>
                <a:gd name="T2" fmla="*/ 64 w 10"/>
                <a:gd name="T3" fmla="*/ 96 h 17"/>
                <a:gd name="T4" fmla="*/ 0 w 10"/>
                <a:gd name="T5" fmla="*/ 1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4" y="0"/>
                  </a:moveTo>
                  <a:cubicBezTo>
                    <a:pt x="5" y="4"/>
                    <a:pt x="10" y="8"/>
                    <a:pt x="8" y="12"/>
                  </a:cubicBezTo>
                  <a:cubicBezTo>
                    <a:pt x="7" y="14"/>
                    <a:pt x="3" y="17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69" name="Freeform 7256">
              <a:extLst>
                <a:ext uri="{FF2B5EF4-FFF2-40B4-BE49-F238E27FC236}">
                  <a16:creationId xmlns:a16="http://schemas.microsoft.com/office/drawing/2014/main" id="{D1CB439A-47DA-4091-91D6-EA05B482E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541"/>
              <a:ext cx="26" cy="16"/>
            </a:xfrm>
            <a:custGeom>
              <a:avLst/>
              <a:gdLst>
                <a:gd name="T0" fmla="*/ 0 w 13"/>
                <a:gd name="T1" fmla="*/ 0 h 8"/>
                <a:gd name="T2" fmla="*/ 48 w 13"/>
                <a:gd name="T3" fmla="*/ 56 h 8"/>
                <a:gd name="T4" fmla="*/ 104 w 13"/>
                <a:gd name="T5" fmla="*/ 2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2" y="4"/>
                    <a:pt x="2" y="8"/>
                    <a:pt x="6" y="7"/>
                  </a:cubicBezTo>
                  <a:cubicBezTo>
                    <a:pt x="8" y="6"/>
                    <a:pt x="11" y="4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70" name="Freeform 7257">
              <a:extLst>
                <a:ext uri="{FF2B5EF4-FFF2-40B4-BE49-F238E27FC236}">
                  <a16:creationId xmlns:a16="http://schemas.microsoft.com/office/drawing/2014/main" id="{6DE1EA18-E3DC-4789-AE5B-58F9DD84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621"/>
              <a:ext cx="30" cy="38"/>
            </a:xfrm>
            <a:custGeom>
              <a:avLst/>
              <a:gdLst>
                <a:gd name="T0" fmla="*/ 0 w 15"/>
                <a:gd name="T1" fmla="*/ 0 h 19"/>
                <a:gd name="T2" fmla="*/ 56 w 15"/>
                <a:gd name="T3" fmla="*/ 128 h 19"/>
                <a:gd name="T4" fmla="*/ 120 w 15"/>
                <a:gd name="T5" fmla="*/ 12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0"/>
                  </a:moveTo>
                  <a:cubicBezTo>
                    <a:pt x="3" y="5"/>
                    <a:pt x="4" y="11"/>
                    <a:pt x="7" y="16"/>
                  </a:cubicBezTo>
                  <a:cubicBezTo>
                    <a:pt x="10" y="19"/>
                    <a:pt x="11" y="18"/>
                    <a:pt x="15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71" name="Freeform 7258">
              <a:extLst>
                <a:ext uri="{FF2B5EF4-FFF2-40B4-BE49-F238E27FC236}">
                  <a16:creationId xmlns:a16="http://schemas.microsoft.com/office/drawing/2014/main" id="{5C3DABD1-8063-4054-8A62-F2668122A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657"/>
              <a:ext cx="34" cy="44"/>
            </a:xfrm>
            <a:custGeom>
              <a:avLst/>
              <a:gdLst>
                <a:gd name="T0" fmla="*/ 8 w 17"/>
                <a:gd name="T1" fmla="*/ 0 h 22"/>
                <a:gd name="T2" fmla="*/ 40 w 17"/>
                <a:gd name="T3" fmla="*/ 128 h 22"/>
                <a:gd name="T4" fmla="*/ 104 w 17"/>
                <a:gd name="T5" fmla="*/ 136 h 22"/>
                <a:gd name="T6" fmla="*/ 56 w 17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1" y="0"/>
                  </a:moveTo>
                  <a:cubicBezTo>
                    <a:pt x="0" y="5"/>
                    <a:pt x="3" y="12"/>
                    <a:pt x="5" y="16"/>
                  </a:cubicBezTo>
                  <a:cubicBezTo>
                    <a:pt x="7" y="20"/>
                    <a:pt x="9" y="22"/>
                    <a:pt x="13" y="17"/>
                  </a:cubicBezTo>
                  <a:cubicBezTo>
                    <a:pt x="17" y="11"/>
                    <a:pt x="9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72" name="Freeform 7259">
              <a:extLst>
                <a:ext uri="{FF2B5EF4-FFF2-40B4-BE49-F238E27FC236}">
                  <a16:creationId xmlns:a16="http://schemas.microsoft.com/office/drawing/2014/main" id="{65BA39C3-C105-45B9-AAAE-260B9301A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615"/>
              <a:ext cx="20" cy="36"/>
            </a:xfrm>
            <a:custGeom>
              <a:avLst/>
              <a:gdLst>
                <a:gd name="T0" fmla="*/ 0 w 10"/>
                <a:gd name="T1" fmla="*/ 0 h 18"/>
                <a:gd name="T2" fmla="*/ 80 w 10"/>
                <a:gd name="T3" fmla="*/ 14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4" y="4"/>
                    <a:pt x="4" y="15"/>
                    <a:pt x="10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73" name="Freeform 7260">
              <a:extLst>
                <a:ext uri="{FF2B5EF4-FFF2-40B4-BE49-F238E27FC236}">
                  <a16:creationId xmlns:a16="http://schemas.microsoft.com/office/drawing/2014/main" id="{49B6889D-DA02-4678-9D58-E29A28E7C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643"/>
              <a:ext cx="20" cy="20"/>
            </a:xfrm>
            <a:custGeom>
              <a:avLst/>
              <a:gdLst>
                <a:gd name="T0" fmla="*/ 0 w 10"/>
                <a:gd name="T1" fmla="*/ 48 h 10"/>
                <a:gd name="T2" fmla="*/ 8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3" y="10"/>
                    <a:pt x="8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74" name="Freeform 7261">
              <a:extLst>
                <a:ext uri="{FF2B5EF4-FFF2-40B4-BE49-F238E27FC236}">
                  <a16:creationId xmlns:a16="http://schemas.microsoft.com/office/drawing/2014/main" id="{8A43542D-929A-48DA-A0E5-87EB7CB2A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679"/>
              <a:ext cx="22" cy="16"/>
            </a:xfrm>
            <a:custGeom>
              <a:avLst/>
              <a:gdLst>
                <a:gd name="T0" fmla="*/ 0 w 11"/>
                <a:gd name="T1" fmla="*/ 64 h 8"/>
                <a:gd name="T2" fmla="*/ 88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5" y="7"/>
                    <a:pt x="9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75" name="Freeform 7262">
              <a:extLst>
                <a:ext uri="{FF2B5EF4-FFF2-40B4-BE49-F238E27FC236}">
                  <a16:creationId xmlns:a16="http://schemas.microsoft.com/office/drawing/2014/main" id="{6F6AE286-8441-44C3-8E1D-A1A05B82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657"/>
              <a:ext cx="6" cy="16"/>
            </a:xfrm>
            <a:custGeom>
              <a:avLst/>
              <a:gdLst>
                <a:gd name="T0" fmla="*/ 24 w 3"/>
                <a:gd name="T1" fmla="*/ 0 h 8"/>
                <a:gd name="T2" fmla="*/ 16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1"/>
                    <a:pt x="0" y="7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76" name="Freeform 7263">
              <a:extLst>
                <a:ext uri="{FF2B5EF4-FFF2-40B4-BE49-F238E27FC236}">
                  <a16:creationId xmlns:a16="http://schemas.microsoft.com/office/drawing/2014/main" id="{C0A14722-93B8-4195-8A0A-AD55BF129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699"/>
              <a:ext cx="20" cy="38"/>
            </a:xfrm>
            <a:custGeom>
              <a:avLst/>
              <a:gdLst>
                <a:gd name="T0" fmla="*/ 0 w 10"/>
                <a:gd name="T1" fmla="*/ 152 h 19"/>
                <a:gd name="T2" fmla="*/ 72 w 10"/>
                <a:gd name="T3" fmla="*/ 72 h 19"/>
                <a:gd name="T4" fmla="*/ 40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4" y="18"/>
                    <a:pt x="10" y="14"/>
                    <a:pt x="9" y="9"/>
                  </a:cubicBezTo>
                  <a:cubicBezTo>
                    <a:pt x="8" y="6"/>
                    <a:pt x="5" y="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77" name="Freeform 7264">
              <a:extLst>
                <a:ext uri="{FF2B5EF4-FFF2-40B4-BE49-F238E27FC236}">
                  <a16:creationId xmlns:a16="http://schemas.microsoft.com/office/drawing/2014/main" id="{F19C8103-FE5D-4382-859A-F13BDEEC1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723"/>
              <a:ext cx="8" cy="12"/>
            </a:xfrm>
            <a:custGeom>
              <a:avLst/>
              <a:gdLst>
                <a:gd name="T0" fmla="*/ 0 w 4"/>
                <a:gd name="T1" fmla="*/ 0 h 6"/>
                <a:gd name="T2" fmla="*/ 32 w 4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3"/>
                    <a:pt x="2" y="4"/>
                    <a:pt x="4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78" name="Freeform 7265">
              <a:extLst>
                <a:ext uri="{FF2B5EF4-FFF2-40B4-BE49-F238E27FC236}">
                  <a16:creationId xmlns:a16="http://schemas.microsoft.com/office/drawing/2014/main" id="{DFD5A40C-0617-4B5F-9D78-1139FA396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537"/>
              <a:ext cx="16" cy="6"/>
            </a:xfrm>
            <a:custGeom>
              <a:avLst/>
              <a:gdLst>
                <a:gd name="T0" fmla="*/ 0 w 8"/>
                <a:gd name="T1" fmla="*/ 8 h 3"/>
                <a:gd name="T2" fmla="*/ 32 w 8"/>
                <a:gd name="T3" fmla="*/ 8 h 3"/>
                <a:gd name="T4" fmla="*/ 64 w 8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5" y="1"/>
                    <a:pt x="7" y="3"/>
                    <a:pt x="8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79" name="Freeform 7266">
              <a:extLst>
                <a:ext uri="{FF2B5EF4-FFF2-40B4-BE49-F238E27FC236}">
                  <a16:creationId xmlns:a16="http://schemas.microsoft.com/office/drawing/2014/main" id="{65233F22-4554-430C-97B2-3AB56B8ED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721"/>
              <a:ext cx="22" cy="10"/>
            </a:xfrm>
            <a:custGeom>
              <a:avLst/>
              <a:gdLst>
                <a:gd name="T0" fmla="*/ 0 w 11"/>
                <a:gd name="T1" fmla="*/ 8 h 5"/>
                <a:gd name="T2" fmla="*/ 48 w 11"/>
                <a:gd name="T3" fmla="*/ 24 h 5"/>
                <a:gd name="T4" fmla="*/ 88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0" y="1"/>
                  </a:moveTo>
                  <a:cubicBezTo>
                    <a:pt x="2" y="3"/>
                    <a:pt x="2" y="5"/>
                    <a:pt x="6" y="3"/>
                  </a:cubicBezTo>
                  <a:cubicBezTo>
                    <a:pt x="8" y="2"/>
                    <a:pt x="9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80" name="Freeform 7267">
              <a:extLst>
                <a:ext uri="{FF2B5EF4-FFF2-40B4-BE49-F238E27FC236}">
                  <a16:creationId xmlns:a16="http://schemas.microsoft.com/office/drawing/2014/main" id="{C91EAF9D-C444-4843-BB43-D1383E396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685"/>
              <a:ext cx="36" cy="76"/>
            </a:xfrm>
            <a:custGeom>
              <a:avLst/>
              <a:gdLst>
                <a:gd name="T0" fmla="*/ 24 w 18"/>
                <a:gd name="T1" fmla="*/ 176 h 38"/>
                <a:gd name="T2" fmla="*/ 88 w 18"/>
                <a:gd name="T3" fmla="*/ 296 h 38"/>
                <a:gd name="T4" fmla="*/ 144 w 18"/>
                <a:gd name="T5" fmla="*/ 280 h 38"/>
                <a:gd name="T6" fmla="*/ 72 w 18"/>
                <a:gd name="T7" fmla="*/ 136 h 38"/>
                <a:gd name="T8" fmla="*/ 24 w 18"/>
                <a:gd name="T9" fmla="*/ 48 h 38"/>
                <a:gd name="T10" fmla="*/ 0 w 18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8">
                  <a:moveTo>
                    <a:pt x="3" y="22"/>
                  </a:moveTo>
                  <a:cubicBezTo>
                    <a:pt x="3" y="25"/>
                    <a:pt x="8" y="36"/>
                    <a:pt x="11" y="37"/>
                  </a:cubicBezTo>
                  <a:cubicBezTo>
                    <a:pt x="13" y="38"/>
                    <a:pt x="16" y="36"/>
                    <a:pt x="18" y="35"/>
                  </a:cubicBezTo>
                  <a:cubicBezTo>
                    <a:pt x="14" y="30"/>
                    <a:pt x="13" y="22"/>
                    <a:pt x="9" y="17"/>
                  </a:cubicBezTo>
                  <a:cubicBezTo>
                    <a:pt x="7" y="13"/>
                    <a:pt x="5" y="10"/>
                    <a:pt x="3" y="6"/>
                  </a:cubicBez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81" name="Freeform 7268">
              <a:extLst>
                <a:ext uri="{FF2B5EF4-FFF2-40B4-BE49-F238E27FC236}">
                  <a16:creationId xmlns:a16="http://schemas.microsoft.com/office/drawing/2014/main" id="{0F70A1A3-69CA-4C32-AF1F-6A88EED1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2757"/>
              <a:ext cx="38" cy="46"/>
            </a:xfrm>
            <a:custGeom>
              <a:avLst/>
              <a:gdLst>
                <a:gd name="T0" fmla="*/ 8 w 19"/>
                <a:gd name="T1" fmla="*/ 16 h 23"/>
                <a:gd name="T2" fmla="*/ 16 w 19"/>
                <a:gd name="T3" fmla="*/ 64 h 23"/>
                <a:gd name="T4" fmla="*/ 56 w 19"/>
                <a:gd name="T5" fmla="*/ 144 h 23"/>
                <a:gd name="T6" fmla="*/ 136 w 19"/>
                <a:gd name="T7" fmla="*/ 152 h 23"/>
                <a:gd name="T8" fmla="*/ 112 w 19"/>
                <a:gd name="T9" fmla="*/ 72 h 23"/>
                <a:gd name="T10" fmla="*/ 56 w 1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1" y="2"/>
                  </a:moveTo>
                  <a:cubicBezTo>
                    <a:pt x="0" y="4"/>
                    <a:pt x="2" y="6"/>
                    <a:pt x="2" y="8"/>
                  </a:cubicBezTo>
                  <a:cubicBezTo>
                    <a:pt x="4" y="11"/>
                    <a:pt x="5" y="15"/>
                    <a:pt x="7" y="18"/>
                  </a:cubicBezTo>
                  <a:cubicBezTo>
                    <a:pt x="8" y="21"/>
                    <a:pt x="14" y="23"/>
                    <a:pt x="17" y="19"/>
                  </a:cubicBezTo>
                  <a:cubicBezTo>
                    <a:pt x="19" y="17"/>
                    <a:pt x="15" y="12"/>
                    <a:pt x="14" y="9"/>
                  </a:cubicBezTo>
                  <a:cubicBezTo>
                    <a:pt x="13" y="6"/>
                    <a:pt x="10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82" name="Freeform 7269">
              <a:extLst>
                <a:ext uri="{FF2B5EF4-FFF2-40B4-BE49-F238E27FC236}">
                  <a16:creationId xmlns:a16="http://schemas.microsoft.com/office/drawing/2014/main" id="{D3FD3A71-DFCE-4575-8188-E6141EC99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793"/>
              <a:ext cx="40" cy="44"/>
            </a:xfrm>
            <a:custGeom>
              <a:avLst/>
              <a:gdLst>
                <a:gd name="T0" fmla="*/ 0 w 20"/>
                <a:gd name="T1" fmla="*/ 24 h 22"/>
                <a:gd name="T2" fmla="*/ 80 w 20"/>
                <a:gd name="T3" fmla="*/ 176 h 22"/>
                <a:gd name="T4" fmla="*/ 136 w 20"/>
                <a:gd name="T5" fmla="*/ 96 h 22"/>
                <a:gd name="T6" fmla="*/ 104 w 20"/>
                <a:gd name="T7" fmla="*/ 56 h 22"/>
                <a:gd name="T8" fmla="*/ 64 w 2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0" y="3"/>
                  </a:moveTo>
                  <a:cubicBezTo>
                    <a:pt x="2" y="10"/>
                    <a:pt x="5" y="16"/>
                    <a:pt x="10" y="22"/>
                  </a:cubicBezTo>
                  <a:cubicBezTo>
                    <a:pt x="12" y="17"/>
                    <a:pt x="20" y="18"/>
                    <a:pt x="17" y="12"/>
                  </a:cubicBezTo>
                  <a:cubicBezTo>
                    <a:pt x="16" y="10"/>
                    <a:pt x="14" y="9"/>
                    <a:pt x="13" y="7"/>
                  </a:cubicBezTo>
                  <a:cubicBezTo>
                    <a:pt x="11" y="5"/>
                    <a:pt x="10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83" name="Freeform 7270">
              <a:extLst>
                <a:ext uri="{FF2B5EF4-FFF2-40B4-BE49-F238E27FC236}">
                  <a16:creationId xmlns:a16="http://schemas.microsoft.com/office/drawing/2014/main" id="{6F42D80C-F9CD-407A-8C1D-8C55738AB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63"/>
              <a:ext cx="22" cy="44"/>
            </a:xfrm>
            <a:custGeom>
              <a:avLst/>
              <a:gdLst>
                <a:gd name="T0" fmla="*/ 0 w 11"/>
                <a:gd name="T1" fmla="*/ 0 h 22"/>
                <a:gd name="T2" fmla="*/ 48 w 11"/>
                <a:gd name="T3" fmla="*/ 80 h 22"/>
                <a:gd name="T4" fmla="*/ 80 w 11"/>
                <a:gd name="T5" fmla="*/ 160 h 22"/>
                <a:gd name="T6" fmla="*/ 56 w 11"/>
                <a:gd name="T7" fmla="*/ 17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2" y="3"/>
                    <a:pt x="4" y="6"/>
                    <a:pt x="6" y="10"/>
                  </a:cubicBezTo>
                  <a:cubicBezTo>
                    <a:pt x="7" y="12"/>
                    <a:pt x="11" y="17"/>
                    <a:pt x="10" y="20"/>
                  </a:cubicBezTo>
                  <a:cubicBezTo>
                    <a:pt x="10" y="22"/>
                    <a:pt x="8" y="22"/>
                    <a:pt x="7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84" name="Freeform 7271">
              <a:extLst>
                <a:ext uri="{FF2B5EF4-FFF2-40B4-BE49-F238E27FC236}">
                  <a16:creationId xmlns:a16="http://schemas.microsoft.com/office/drawing/2014/main" id="{FE009FA8-395B-402C-BD98-0DE026F02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63"/>
              <a:ext cx="22" cy="14"/>
            </a:xfrm>
            <a:custGeom>
              <a:avLst/>
              <a:gdLst>
                <a:gd name="T0" fmla="*/ 0 w 11"/>
                <a:gd name="T1" fmla="*/ 56 h 7"/>
                <a:gd name="T2" fmla="*/ 88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7"/>
                    <a:pt x="10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85" name="Freeform 7272">
              <a:extLst>
                <a:ext uri="{FF2B5EF4-FFF2-40B4-BE49-F238E27FC236}">
                  <a16:creationId xmlns:a16="http://schemas.microsoft.com/office/drawing/2014/main" id="{6F7F5B2B-710E-43F2-BD67-6A4C42347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1"/>
              <a:ext cx="4" cy="20"/>
            </a:xfrm>
            <a:custGeom>
              <a:avLst/>
              <a:gdLst>
                <a:gd name="T0" fmla="*/ 8 w 2"/>
                <a:gd name="T1" fmla="*/ 80 h 10"/>
                <a:gd name="T2" fmla="*/ 16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10"/>
                  </a:moveTo>
                  <a:cubicBezTo>
                    <a:pt x="0" y="7"/>
                    <a:pt x="0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86" name="Freeform 7273">
              <a:extLst>
                <a:ext uri="{FF2B5EF4-FFF2-40B4-BE49-F238E27FC236}">
                  <a16:creationId xmlns:a16="http://schemas.microsoft.com/office/drawing/2014/main" id="{98D854EB-67C2-49FA-B118-20609E3B0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799"/>
              <a:ext cx="14" cy="34"/>
            </a:xfrm>
            <a:custGeom>
              <a:avLst/>
              <a:gdLst>
                <a:gd name="T0" fmla="*/ 0 w 7"/>
                <a:gd name="T1" fmla="*/ 0 h 17"/>
                <a:gd name="T2" fmla="*/ 32 w 7"/>
                <a:gd name="T3" fmla="*/ 56 h 17"/>
                <a:gd name="T4" fmla="*/ 56 w 7"/>
                <a:gd name="T5" fmla="*/ 104 h 17"/>
                <a:gd name="T6" fmla="*/ 32 w 7"/>
                <a:gd name="T7" fmla="*/ 1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1" y="2"/>
                    <a:pt x="3" y="4"/>
                    <a:pt x="4" y="7"/>
                  </a:cubicBezTo>
                  <a:cubicBezTo>
                    <a:pt x="5" y="8"/>
                    <a:pt x="7" y="11"/>
                    <a:pt x="7" y="13"/>
                  </a:cubicBezTo>
                  <a:cubicBezTo>
                    <a:pt x="7" y="17"/>
                    <a:pt x="6" y="17"/>
                    <a:pt x="4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87" name="Freeform 7274">
              <a:extLst>
                <a:ext uri="{FF2B5EF4-FFF2-40B4-BE49-F238E27FC236}">
                  <a16:creationId xmlns:a16="http://schemas.microsoft.com/office/drawing/2014/main" id="{61FC3388-738B-4E3A-986A-FAD73CA34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821"/>
              <a:ext cx="24" cy="46"/>
            </a:xfrm>
            <a:custGeom>
              <a:avLst/>
              <a:gdLst>
                <a:gd name="T0" fmla="*/ 0 w 12"/>
                <a:gd name="T1" fmla="*/ 16 h 23"/>
                <a:gd name="T2" fmla="*/ 48 w 12"/>
                <a:gd name="T3" fmla="*/ 64 h 23"/>
                <a:gd name="T4" fmla="*/ 88 w 12"/>
                <a:gd name="T5" fmla="*/ 144 h 23"/>
                <a:gd name="T6" fmla="*/ 24 w 12"/>
                <a:gd name="T7" fmla="*/ 18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0" y="2"/>
                  </a:moveTo>
                  <a:cubicBezTo>
                    <a:pt x="2" y="0"/>
                    <a:pt x="5" y="7"/>
                    <a:pt x="6" y="8"/>
                  </a:cubicBezTo>
                  <a:cubicBezTo>
                    <a:pt x="7" y="11"/>
                    <a:pt x="12" y="15"/>
                    <a:pt x="11" y="18"/>
                  </a:cubicBezTo>
                  <a:cubicBezTo>
                    <a:pt x="11" y="22"/>
                    <a:pt x="5" y="22"/>
                    <a:pt x="3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88" name="Freeform 7275">
              <a:extLst>
                <a:ext uri="{FF2B5EF4-FFF2-40B4-BE49-F238E27FC236}">
                  <a16:creationId xmlns:a16="http://schemas.microsoft.com/office/drawing/2014/main" id="{35A9C459-555D-496F-9DED-52FF0685B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863"/>
              <a:ext cx="16" cy="38"/>
            </a:xfrm>
            <a:custGeom>
              <a:avLst/>
              <a:gdLst>
                <a:gd name="T0" fmla="*/ 0 w 8"/>
                <a:gd name="T1" fmla="*/ 0 h 19"/>
                <a:gd name="T2" fmla="*/ 40 w 8"/>
                <a:gd name="T3" fmla="*/ 64 h 19"/>
                <a:gd name="T4" fmla="*/ 64 w 8"/>
                <a:gd name="T5" fmla="*/ 120 h 19"/>
                <a:gd name="T6" fmla="*/ 40 w 8"/>
                <a:gd name="T7" fmla="*/ 15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2" y="3"/>
                    <a:pt x="3" y="5"/>
                    <a:pt x="5" y="8"/>
                  </a:cubicBezTo>
                  <a:cubicBezTo>
                    <a:pt x="5" y="10"/>
                    <a:pt x="8" y="13"/>
                    <a:pt x="8" y="15"/>
                  </a:cubicBezTo>
                  <a:cubicBezTo>
                    <a:pt x="7" y="18"/>
                    <a:pt x="7" y="19"/>
                    <a:pt x="5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89" name="Freeform 7276">
              <a:extLst>
                <a:ext uri="{FF2B5EF4-FFF2-40B4-BE49-F238E27FC236}">
                  <a16:creationId xmlns:a16="http://schemas.microsoft.com/office/drawing/2014/main" id="{BEB2CB67-0010-4608-B08A-E0D1EE974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97"/>
              <a:ext cx="22" cy="46"/>
            </a:xfrm>
            <a:custGeom>
              <a:avLst/>
              <a:gdLst>
                <a:gd name="T0" fmla="*/ 0 w 11"/>
                <a:gd name="T1" fmla="*/ 0 h 23"/>
                <a:gd name="T2" fmla="*/ 64 w 11"/>
                <a:gd name="T3" fmla="*/ 96 h 23"/>
                <a:gd name="T4" fmla="*/ 88 w 11"/>
                <a:gd name="T5" fmla="*/ 152 h 23"/>
                <a:gd name="T6" fmla="*/ 48 w 11"/>
                <a:gd name="T7" fmla="*/ 18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2" y="4"/>
                    <a:pt x="6" y="7"/>
                    <a:pt x="8" y="12"/>
                  </a:cubicBezTo>
                  <a:cubicBezTo>
                    <a:pt x="9" y="13"/>
                    <a:pt x="11" y="16"/>
                    <a:pt x="11" y="19"/>
                  </a:cubicBezTo>
                  <a:cubicBezTo>
                    <a:pt x="11" y="21"/>
                    <a:pt x="8" y="22"/>
                    <a:pt x="6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90" name="Freeform 7277">
              <a:extLst>
                <a:ext uri="{FF2B5EF4-FFF2-40B4-BE49-F238E27FC236}">
                  <a16:creationId xmlns:a16="http://schemas.microsoft.com/office/drawing/2014/main" id="{5AF06AAC-A8FB-4CED-BBCC-5B1FF6467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839"/>
              <a:ext cx="38" cy="28"/>
            </a:xfrm>
            <a:custGeom>
              <a:avLst/>
              <a:gdLst>
                <a:gd name="T0" fmla="*/ 8 w 19"/>
                <a:gd name="T1" fmla="*/ 0 h 14"/>
                <a:gd name="T2" fmla="*/ 0 w 19"/>
                <a:gd name="T3" fmla="*/ 24 h 14"/>
                <a:gd name="T4" fmla="*/ 40 w 19"/>
                <a:gd name="T5" fmla="*/ 96 h 14"/>
                <a:gd name="T6" fmla="*/ 152 w 19"/>
                <a:gd name="T7" fmla="*/ 6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5"/>
                    <a:pt x="4" y="10"/>
                    <a:pt x="5" y="12"/>
                  </a:cubicBezTo>
                  <a:cubicBezTo>
                    <a:pt x="7" y="14"/>
                    <a:pt x="17" y="12"/>
                    <a:pt x="19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91" name="Freeform 7278">
              <a:extLst>
                <a:ext uri="{FF2B5EF4-FFF2-40B4-BE49-F238E27FC236}">
                  <a16:creationId xmlns:a16="http://schemas.microsoft.com/office/drawing/2014/main" id="{AAA81B36-0881-4F0D-B32A-2472FDE95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67"/>
              <a:ext cx="34" cy="32"/>
            </a:xfrm>
            <a:custGeom>
              <a:avLst/>
              <a:gdLst>
                <a:gd name="T0" fmla="*/ 0 w 17"/>
                <a:gd name="T1" fmla="*/ 0 h 16"/>
                <a:gd name="T2" fmla="*/ 32 w 17"/>
                <a:gd name="T3" fmla="*/ 72 h 16"/>
                <a:gd name="T4" fmla="*/ 72 w 17"/>
                <a:gd name="T5" fmla="*/ 128 h 16"/>
                <a:gd name="T6" fmla="*/ 136 w 17"/>
                <a:gd name="T7" fmla="*/ 8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1" y="3"/>
                    <a:pt x="3" y="6"/>
                    <a:pt x="4" y="9"/>
                  </a:cubicBezTo>
                  <a:cubicBezTo>
                    <a:pt x="5" y="10"/>
                    <a:pt x="7" y="16"/>
                    <a:pt x="9" y="16"/>
                  </a:cubicBezTo>
                  <a:cubicBezTo>
                    <a:pt x="11" y="16"/>
                    <a:pt x="16" y="13"/>
                    <a:pt x="17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92" name="Freeform 7279">
              <a:extLst>
                <a:ext uri="{FF2B5EF4-FFF2-40B4-BE49-F238E27FC236}">
                  <a16:creationId xmlns:a16="http://schemas.microsoft.com/office/drawing/2014/main" id="{1AC9DBB5-70C5-4A99-8294-89E0C3722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825"/>
              <a:ext cx="16" cy="30"/>
            </a:xfrm>
            <a:custGeom>
              <a:avLst/>
              <a:gdLst>
                <a:gd name="T0" fmla="*/ 0 w 8"/>
                <a:gd name="T1" fmla="*/ 0 h 15"/>
                <a:gd name="T2" fmla="*/ 64 w 8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2" y="5"/>
                    <a:pt x="5" y="11"/>
                    <a:pt x="8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93" name="Freeform 7280">
              <a:extLst>
                <a:ext uri="{FF2B5EF4-FFF2-40B4-BE49-F238E27FC236}">
                  <a16:creationId xmlns:a16="http://schemas.microsoft.com/office/drawing/2014/main" id="{21EE8F66-3324-4114-BCB0-8113D8D2F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855"/>
              <a:ext cx="18" cy="32"/>
            </a:xfrm>
            <a:custGeom>
              <a:avLst/>
              <a:gdLst>
                <a:gd name="T0" fmla="*/ 0 w 9"/>
                <a:gd name="T1" fmla="*/ 0 h 16"/>
                <a:gd name="T2" fmla="*/ 72 w 9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6"/>
                    <a:pt x="8" y="12"/>
                    <a:pt x="9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94" name="Freeform 7281">
              <a:extLst>
                <a:ext uri="{FF2B5EF4-FFF2-40B4-BE49-F238E27FC236}">
                  <a16:creationId xmlns:a16="http://schemas.microsoft.com/office/drawing/2014/main" id="{AABA6CF2-A314-4370-A392-740488CC9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889"/>
              <a:ext cx="40" cy="60"/>
            </a:xfrm>
            <a:custGeom>
              <a:avLst/>
              <a:gdLst>
                <a:gd name="T0" fmla="*/ 64 w 20"/>
                <a:gd name="T1" fmla="*/ 0 h 30"/>
                <a:gd name="T2" fmla="*/ 144 w 20"/>
                <a:gd name="T3" fmla="*/ 88 h 30"/>
                <a:gd name="T4" fmla="*/ 128 w 20"/>
                <a:gd name="T5" fmla="*/ 184 h 30"/>
                <a:gd name="T6" fmla="*/ 0 w 20"/>
                <a:gd name="T7" fmla="*/ 4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0">
                  <a:moveTo>
                    <a:pt x="8" y="0"/>
                  </a:moveTo>
                  <a:cubicBezTo>
                    <a:pt x="11" y="4"/>
                    <a:pt x="15" y="7"/>
                    <a:pt x="18" y="11"/>
                  </a:cubicBezTo>
                  <a:cubicBezTo>
                    <a:pt x="20" y="14"/>
                    <a:pt x="17" y="20"/>
                    <a:pt x="16" y="23"/>
                  </a:cubicBezTo>
                  <a:cubicBezTo>
                    <a:pt x="11" y="30"/>
                    <a:pt x="2" y="9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95" name="Freeform 7282">
              <a:extLst>
                <a:ext uri="{FF2B5EF4-FFF2-40B4-BE49-F238E27FC236}">
                  <a16:creationId xmlns:a16="http://schemas.microsoft.com/office/drawing/2014/main" id="{3A168F59-2475-49C5-886C-93E84CDB2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801"/>
              <a:ext cx="18" cy="10"/>
            </a:xfrm>
            <a:custGeom>
              <a:avLst/>
              <a:gdLst>
                <a:gd name="T0" fmla="*/ 0 w 9"/>
                <a:gd name="T1" fmla="*/ 40 h 5"/>
                <a:gd name="T2" fmla="*/ 7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7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96" name="Freeform 7283">
              <a:extLst>
                <a:ext uri="{FF2B5EF4-FFF2-40B4-BE49-F238E27FC236}">
                  <a16:creationId xmlns:a16="http://schemas.microsoft.com/office/drawing/2014/main" id="{4929F90C-92F7-4E83-951D-5C18DE27E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841"/>
              <a:ext cx="10" cy="6"/>
            </a:xfrm>
            <a:custGeom>
              <a:avLst/>
              <a:gdLst>
                <a:gd name="T0" fmla="*/ 0 w 5"/>
                <a:gd name="T1" fmla="*/ 24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97" name="Freeform 7284">
              <a:extLst>
                <a:ext uri="{FF2B5EF4-FFF2-40B4-BE49-F238E27FC236}">
                  <a16:creationId xmlns:a16="http://schemas.microsoft.com/office/drawing/2014/main" id="{7C659962-DFB7-4A6C-853A-8ADF05A06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809"/>
              <a:ext cx="6" cy="14"/>
            </a:xfrm>
            <a:custGeom>
              <a:avLst/>
              <a:gdLst>
                <a:gd name="T0" fmla="*/ 16 w 3"/>
                <a:gd name="T1" fmla="*/ 0 h 7"/>
                <a:gd name="T2" fmla="*/ 24 w 3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0" y="2"/>
                    <a:pt x="1" y="6"/>
                    <a:pt x="3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98" name="Freeform 7285">
              <a:extLst>
                <a:ext uri="{FF2B5EF4-FFF2-40B4-BE49-F238E27FC236}">
                  <a16:creationId xmlns:a16="http://schemas.microsoft.com/office/drawing/2014/main" id="{5428C6F9-2430-475D-843B-680B53BE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879"/>
              <a:ext cx="22" cy="14"/>
            </a:xfrm>
            <a:custGeom>
              <a:avLst/>
              <a:gdLst>
                <a:gd name="T0" fmla="*/ 0 w 11"/>
                <a:gd name="T1" fmla="*/ 40 h 7"/>
                <a:gd name="T2" fmla="*/ 88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5"/>
                  </a:moveTo>
                  <a:cubicBezTo>
                    <a:pt x="4" y="7"/>
                    <a:pt x="7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799" name="Freeform 7286">
              <a:extLst>
                <a:ext uri="{FF2B5EF4-FFF2-40B4-BE49-F238E27FC236}">
                  <a16:creationId xmlns:a16="http://schemas.microsoft.com/office/drawing/2014/main" id="{B276A06A-8B86-4CEA-BF35-95857103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851"/>
              <a:ext cx="8" cy="8"/>
            </a:xfrm>
            <a:custGeom>
              <a:avLst/>
              <a:gdLst>
                <a:gd name="T0" fmla="*/ 0 w 4"/>
                <a:gd name="T1" fmla="*/ 32 h 4"/>
                <a:gd name="T2" fmla="*/ 32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1"/>
                    <a:pt x="1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00" name="Freeform 7287">
              <a:extLst>
                <a:ext uri="{FF2B5EF4-FFF2-40B4-BE49-F238E27FC236}">
                  <a16:creationId xmlns:a16="http://schemas.microsoft.com/office/drawing/2014/main" id="{4BF1137D-3733-44AA-BCD3-4D3F1D577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915"/>
              <a:ext cx="22" cy="16"/>
            </a:xfrm>
            <a:custGeom>
              <a:avLst/>
              <a:gdLst>
                <a:gd name="T0" fmla="*/ 0 w 11"/>
                <a:gd name="T1" fmla="*/ 48 h 8"/>
                <a:gd name="T2" fmla="*/ 88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6" y="8"/>
                    <a:pt x="9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01" name="Freeform 7288">
              <a:extLst>
                <a:ext uri="{FF2B5EF4-FFF2-40B4-BE49-F238E27FC236}">
                  <a16:creationId xmlns:a16="http://schemas.microsoft.com/office/drawing/2014/main" id="{CCA4318E-3B1F-4AE4-922C-C766AA1D4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769"/>
              <a:ext cx="14" cy="8"/>
            </a:xfrm>
            <a:custGeom>
              <a:avLst/>
              <a:gdLst>
                <a:gd name="T0" fmla="*/ 0 w 7"/>
                <a:gd name="T1" fmla="*/ 16 h 4"/>
                <a:gd name="T2" fmla="*/ 56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0"/>
                    <a:pt x="6" y="2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02" name="Freeform 7289">
              <a:extLst>
                <a:ext uri="{FF2B5EF4-FFF2-40B4-BE49-F238E27FC236}">
                  <a16:creationId xmlns:a16="http://schemas.microsoft.com/office/drawing/2014/main" id="{5D8E47CA-5F58-440B-921A-0E14F7DAD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477"/>
              <a:ext cx="6" cy="20"/>
            </a:xfrm>
            <a:custGeom>
              <a:avLst/>
              <a:gdLst>
                <a:gd name="T0" fmla="*/ 24 w 3"/>
                <a:gd name="T1" fmla="*/ 80 h 10"/>
                <a:gd name="T2" fmla="*/ 24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2" y="7"/>
                    <a:pt x="0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03" name="Freeform 7290">
              <a:extLst>
                <a:ext uri="{FF2B5EF4-FFF2-40B4-BE49-F238E27FC236}">
                  <a16:creationId xmlns:a16="http://schemas.microsoft.com/office/drawing/2014/main" id="{0B45E6A5-EA9A-4445-A0C2-1C066B48A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935"/>
              <a:ext cx="28" cy="54"/>
            </a:xfrm>
            <a:custGeom>
              <a:avLst/>
              <a:gdLst>
                <a:gd name="T0" fmla="*/ 0 w 14"/>
                <a:gd name="T1" fmla="*/ 0 h 27"/>
                <a:gd name="T2" fmla="*/ 96 w 14"/>
                <a:gd name="T3" fmla="*/ 136 h 27"/>
                <a:gd name="T4" fmla="*/ 104 w 14"/>
                <a:gd name="T5" fmla="*/ 184 h 27"/>
                <a:gd name="T6" fmla="*/ 56 w 14"/>
                <a:gd name="T7" fmla="*/ 20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2" y="6"/>
                    <a:pt x="9" y="10"/>
                    <a:pt x="12" y="17"/>
                  </a:cubicBezTo>
                  <a:cubicBezTo>
                    <a:pt x="14" y="19"/>
                    <a:pt x="14" y="20"/>
                    <a:pt x="13" y="23"/>
                  </a:cubicBezTo>
                  <a:cubicBezTo>
                    <a:pt x="12" y="24"/>
                    <a:pt x="9" y="27"/>
                    <a:pt x="7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04" name="Freeform 7291">
              <a:extLst>
                <a:ext uri="{FF2B5EF4-FFF2-40B4-BE49-F238E27FC236}">
                  <a16:creationId xmlns:a16="http://schemas.microsoft.com/office/drawing/2014/main" id="{02145BFD-42CA-4016-B145-9314C150E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981"/>
              <a:ext cx="28" cy="48"/>
            </a:xfrm>
            <a:custGeom>
              <a:avLst/>
              <a:gdLst>
                <a:gd name="T0" fmla="*/ 0 w 14"/>
                <a:gd name="T1" fmla="*/ 0 h 24"/>
                <a:gd name="T2" fmla="*/ 96 w 14"/>
                <a:gd name="T3" fmla="*/ 128 h 24"/>
                <a:gd name="T4" fmla="*/ 64 w 14"/>
                <a:gd name="T5" fmla="*/ 192 h 24"/>
                <a:gd name="T6" fmla="*/ 56 w 14"/>
                <a:gd name="T7" fmla="*/ 18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6" y="4"/>
                    <a:pt x="10" y="10"/>
                    <a:pt x="12" y="16"/>
                  </a:cubicBezTo>
                  <a:cubicBezTo>
                    <a:pt x="14" y="20"/>
                    <a:pt x="11" y="22"/>
                    <a:pt x="8" y="24"/>
                  </a:cubicBezTo>
                  <a:cubicBezTo>
                    <a:pt x="7" y="24"/>
                    <a:pt x="7" y="24"/>
                    <a:pt x="7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05" name="Freeform 7292">
              <a:extLst>
                <a:ext uri="{FF2B5EF4-FFF2-40B4-BE49-F238E27FC236}">
                  <a16:creationId xmlns:a16="http://schemas.microsoft.com/office/drawing/2014/main" id="{58EFA1FE-0169-48DE-88A6-AC514D24F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019"/>
              <a:ext cx="24" cy="44"/>
            </a:xfrm>
            <a:custGeom>
              <a:avLst/>
              <a:gdLst>
                <a:gd name="T0" fmla="*/ 0 w 12"/>
                <a:gd name="T1" fmla="*/ 0 h 22"/>
                <a:gd name="T2" fmla="*/ 96 w 12"/>
                <a:gd name="T3" fmla="*/ 128 h 22"/>
                <a:gd name="T4" fmla="*/ 56 w 12"/>
                <a:gd name="T5" fmla="*/ 17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3" y="5"/>
                    <a:pt x="11" y="9"/>
                    <a:pt x="12" y="16"/>
                  </a:cubicBezTo>
                  <a:cubicBezTo>
                    <a:pt x="12" y="18"/>
                    <a:pt x="9" y="22"/>
                    <a:pt x="7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06" name="Freeform 7293">
              <a:extLst>
                <a:ext uri="{FF2B5EF4-FFF2-40B4-BE49-F238E27FC236}">
                  <a16:creationId xmlns:a16="http://schemas.microsoft.com/office/drawing/2014/main" id="{E3219451-383E-4D34-BBBF-8C4F36983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053"/>
              <a:ext cx="20" cy="40"/>
            </a:xfrm>
            <a:custGeom>
              <a:avLst/>
              <a:gdLst>
                <a:gd name="T0" fmla="*/ 0 w 10"/>
                <a:gd name="T1" fmla="*/ 0 h 20"/>
                <a:gd name="T2" fmla="*/ 80 w 10"/>
                <a:gd name="T3" fmla="*/ 96 h 20"/>
                <a:gd name="T4" fmla="*/ 16 w 10"/>
                <a:gd name="T5" fmla="*/ 15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2" y="3"/>
                    <a:pt x="10" y="8"/>
                    <a:pt x="10" y="12"/>
                  </a:cubicBezTo>
                  <a:cubicBezTo>
                    <a:pt x="10" y="15"/>
                    <a:pt x="4" y="20"/>
                    <a:pt x="2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07" name="Freeform 7294">
              <a:extLst>
                <a:ext uri="{FF2B5EF4-FFF2-40B4-BE49-F238E27FC236}">
                  <a16:creationId xmlns:a16="http://schemas.microsoft.com/office/drawing/2014/main" id="{F5BDA56B-90A7-47C1-AB4D-AB5C43282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079"/>
              <a:ext cx="26" cy="46"/>
            </a:xfrm>
            <a:custGeom>
              <a:avLst/>
              <a:gdLst>
                <a:gd name="T0" fmla="*/ 0 w 13"/>
                <a:gd name="T1" fmla="*/ 0 h 23"/>
                <a:gd name="T2" fmla="*/ 56 w 13"/>
                <a:gd name="T3" fmla="*/ 48 h 23"/>
                <a:gd name="T4" fmla="*/ 96 w 13"/>
                <a:gd name="T5" fmla="*/ 120 h 23"/>
                <a:gd name="T6" fmla="*/ 24 w 13"/>
                <a:gd name="T7" fmla="*/ 184 h 23"/>
                <a:gd name="T8" fmla="*/ 32 w 13"/>
                <a:gd name="T9" fmla="*/ 17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2" y="2"/>
                    <a:pt x="5" y="4"/>
                    <a:pt x="7" y="6"/>
                  </a:cubicBezTo>
                  <a:cubicBezTo>
                    <a:pt x="8" y="8"/>
                    <a:pt x="12" y="12"/>
                    <a:pt x="12" y="15"/>
                  </a:cubicBezTo>
                  <a:cubicBezTo>
                    <a:pt x="13" y="19"/>
                    <a:pt x="7" y="22"/>
                    <a:pt x="3" y="23"/>
                  </a:cubicBezTo>
                  <a:cubicBezTo>
                    <a:pt x="3" y="22"/>
                    <a:pt x="4" y="22"/>
                    <a:pt x="4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08" name="Freeform 7295">
              <a:extLst>
                <a:ext uri="{FF2B5EF4-FFF2-40B4-BE49-F238E27FC236}">
                  <a16:creationId xmlns:a16="http://schemas.microsoft.com/office/drawing/2014/main" id="{85E3A084-D140-4884-BEC0-C88792769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109"/>
              <a:ext cx="24" cy="42"/>
            </a:xfrm>
            <a:custGeom>
              <a:avLst/>
              <a:gdLst>
                <a:gd name="T0" fmla="*/ 0 w 12"/>
                <a:gd name="T1" fmla="*/ 0 h 21"/>
                <a:gd name="T2" fmla="*/ 40 w 12"/>
                <a:gd name="T3" fmla="*/ 48 h 21"/>
                <a:gd name="T4" fmla="*/ 96 w 12"/>
                <a:gd name="T5" fmla="*/ 120 h 21"/>
                <a:gd name="T6" fmla="*/ 64 w 12"/>
                <a:gd name="T7" fmla="*/ 136 h 21"/>
                <a:gd name="T8" fmla="*/ 0 w 12"/>
                <a:gd name="T9" fmla="*/ 16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0" y="3"/>
                    <a:pt x="3" y="4"/>
                    <a:pt x="5" y="6"/>
                  </a:cubicBezTo>
                  <a:cubicBezTo>
                    <a:pt x="7" y="9"/>
                    <a:pt x="9" y="13"/>
                    <a:pt x="12" y="15"/>
                  </a:cubicBezTo>
                  <a:cubicBezTo>
                    <a:pt x="11" y="17"/>
                    <a:pt x="10" y="17"/>
                    <a:pt x="8" y="17"/>
                  </a:cubicBezTo>
                  <a:cubicBezTo>
                    <a:pt x="5" y="18"/>
                    <a:pt x="3" y="2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09" name="Freeform 7296">
              <a:extLst>
                <a:ext uri="{FF2B5EF4-FFF2-40B4-BE49-F238E27FC236}">
                  <a16:creationId xmlns:a16="http://schemas.microsoft.com/office/drawing/2014/main" id="{6D36CD95-CB6A-4506-A504-0EAB19D83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141"/>
              <a:ext cx="4" cy="10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2" y="3"/>
                    <a:pt x="2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10" name="Freeform 7297">
              <a:extLst>
                <a:ext uri="{FF2B5EF4-FFF2-40B4-BE49-F238E27FC236}">
                  <a16:creationId xmlns:a16="http://schemas.microsoft.com/office/drawing/2014/main" id="{7B8B82E1-0D59-4260-830F-8EEF7E41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937"/>
              <a:ext cx="36" cy="28"/>
            </a:xfrm>
            <a:custGeom>
              <a:avLst/>
              <a:gdLst>
                <a:gd name="T0" fmla="*/ 0 w 18"/>
                <a:gd name="T1" fmla="*/ 0 h 14"/>
                <a:gd name="T2" fmla="*/ 96 w 18"/>
                <a:gd name="T3" fmla="*/ 112 h 14"/>
                <a:gd name="T4" fmla="*/ 144 w 18"/>
                <a:gd name="T5" fmla="*/ 9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cubicBezTo>
                    <a:pt x="3" y="3"/>
                    <a:pt x="7" y="14"/>
                    <a:pt x="12" y="14"/>
                  </a:cubicBezTo>
                  <a:cubicBezTo>
                    <a:pt x="13" y="14"/>
                    <a:pt x="17" y="12"/>
                    <a:pt x="18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11" name="Freeform 7298">
              <a:extLst>
                <a:ext uri="{FF2B5EF4-FFF2-40B4-BE49-F238E27FC236}">
                  <a16:creationId xmlns:a16="http://schemas.microsoft.com/office/drawing/2014/main" id="{FA412EF7-08F3-40B5-9889-F0EDBD58B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965"/>
              <a:ext cx="32" cy="32"/>
            </a:xfrm>
            <a:custGeom>
              <a:avLst/>
              <a:gdLst>
                <a:gd name="T0" fmla="*/ 0 w 16"/>
                <a:gd name="T1" fmla="*/ 0 h 16"/>
                <a:gd name="T2" fmla="*/ 56 w 16"/>
                <a:gd name="T3" fmla="*/ 96 h 16"/>
                <a:gd name="T4" fmla="*/ 80 w 16"/>
                <a:gd name="T5" fmla="*/ 128 h 16"/>
                <a:gd name="T6" fmla="*/ 128 w 16"/>
                <a:gd name="T7" fmla="*/ 9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  <a:cubicBezTo>
                    <a:pt x="8" y="14"/>
                    <a:pt x="8" y="16"/>
                    <a:pt x="10" y="16"/>
                  </a:cubicBezTo>
                  <a:cubicBezTo>
                    <a:pt x="12" y="16"/>
                    <a:pt x="15" y="13"/>
                    <a:pt x="16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12" name="Freeform 7299">
              <a:extLst>
                <a:ext uri="{FF2B5EF4-FFF2-40B4-BE49-F238E27FC236}">
                  <a16:creationId xmlns:a16="http://schemas.microsoft.com/office/drawing/2014/main" id="{75ADDC02-70B4-4749-94D3-56D55316B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917"/>
              <a:ext cx="44" cy="68"/>
            </a:xfrm>
            <a:custGeom>
              <a:avLst/>
              <a:gdLst>
                <a:gd name="T0" fmla="*/ 0 w 22"/>
                <a:gd name="T1" fmla="*/ 0 h 34"/>
                <a:gd name="T2" fmla="*/ 176 w 22"/>
                <a:gd name="T3" fmla="*/ 27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8" y="11"/>
                    <a:pt x="16" y="23"/>
                    <a:pt x="22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13" name="Freeform 7300">
              <a:extLst>
                <a:ext uri="{FF2B5EF4-FFF2-40B4-BE49-F238E27FC236}">
                  <a16:creationId xmlns:a16="http://schemas.microsoft.com/office/drawing/2014/main" id="{BC654054-CF52-4C63-A0D2-347453A34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991"/>
              <a:ext cx="40" cy="42"/>
            </a:xfrm>
            <a:custGeom>
              <a:avLst/>
              <a:gdLst>
                <a:gd name="T0" fmla="*/ 32 w 20"/>
                <a:gd name="T1" fmla="*/ 24 h 21"/>
                <a:gd name="T2" fmla="*/ 48 w 20"/>
                <a:gd name="T3" fmla="*/ 96 h 21"/>
                <a:gd name="T4" fmla="*/ 120 w 20"/>
                <a:gd name="T5" fmla="*/ 160 h 21"/>
                <a:gd name="T6" fmla="*/ 160 w 20"/>
                <a:gd name="T7" fmla="*/ 120 h 21"/>
                <a:gd name="T8" fmla="*/ 112 w 20"/>
                <a:gd name="T9" fmla="*/ 48 h 21"/>
                <a:gd name="T10" fmla="*/ 72 w 20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1">
                  <a:moveTo>
                    <a:pt x="4" y="3"/>
                  </a:moveTo>
                  <a:cubicBezTo>
                    <a:pt x="0" y="6"/>
                    <a:pt x="4" y="9"/>
                    <a:pt x="6" y="12"/>
                  </a:cubicBezTo>
                  <a:cubicBezTo>
                    <a:pt x="9" y="16"/>
                    <a:pt x="11" y="21"/>
                    <a:pt x="15" y="20"/>
                  </a:cubicBezTo>
                  <a:cubicBezTo>
                    <a:pt x="18" y="19"/>
                    <a:pt x="20" y="18"/>
                    <a:pt x="20" y="15"/>
                  </a:cubicBezTo>
                  <a:cubicBezTo>
                    <a:pt x="20" y="13"/>
                    <a:pt x="16" y="8"/>
                    <a:pt x="14" y="6"/>
                  </a:cubicBezTo>
                  <a:cubicBezTo>
                    <a:pt x="13" y="4"/>
                    <a:pt x="11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14" name="Freeform 7301">
              <a:extLst>
                <a:ext uri="{FF2B5EF4-FFF2-40B4-BE49-F238E27FC236}">
                  <a16:creationId xmlns:a16="http://schemas.microsoft.com/office/drawing/2014/main" id="{BE6EC535-F192-49E0-8001-1FFE36E6D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13"/>
              <a:ext cx="16" cy="12"/>
            </a:xfrm>
            <a:custGeom>
              <a:avLst/>
              <a:gdLst>
                <a:gd name="T0" fmla="*/ 0 w 8"/>
                <a:gd name="T1" fmla="*/ 48 h 6"/>
                <a:gd name="T2" fmla="*/ 64 w 8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4"/>
                    <a:pt x="5" y="0"/>
                    <a:pt x="8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15" name="Freeform 7302">
              <a:extLst>
                <a:ext uri="{FF2B5EF4-FFF2-40B4-BE49-F238E27FC236}">
                  <a16:creationId xmlns:a16="http://schemas.microsoft.com/office/drawing/2014/main" id="{DE3B66CC-F3DE-4D1D-97C0-AFD05947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083"/>
              <a:ext cx="16" cy="10"/>
            </a:xfrm>
            <a:custGeom>
              <a:avLst/>
              <a:gdLst>
                <a:gd name="T0" fmla="*/ 0 w 8"/>
                <a:gd name="T1" fmla="*/ 40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5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16" name="Freeform 7303">
              <a:extLst>
                <a:ext uri="{FF2B5EF4-FFF2-40B4-BE49-F238E27FC236}">
                  <a16:creationId xmlns:a16="http://schemas.microsoft.com/office/drawing/2014/main" id="{BAC0F63F-EB9A-44FD-B384-08F4DE83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3047"/>
              <a:ext cx="16" cy="16"/>
            </a:xfrm>
            <a:custGeom>
              <a:avLst/>
              <a:gdLst>
                <a:gd name="T0" fmla="*/ 0 w 8"/>
                <a:gd name="T1" fmla="*/ 64 h 8"/>
                <a:gd name="T2" fmla="*/ 64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1" y="6"/>
                    <a:pt x="8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17" name="Freeform 7304">
              <a:extLst>
                <a:ext uri="{FF2B5EF4-FFF2-40B4-BE49-F238E27FC236}">
                  <a16:creationId xmlns:a16="http://schemas.microsoft.com/office/drawing/2014/main" id="{001176D4-91F8-4838-9FFA-52926A2BB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017"/>
              <a:ext cx="20" cy="16"/>
            </a:xfrm>
            <a:custGeom>
              <a:avLst/>
              <a:gdLst>
                <a:gd name="T0" fmla="*/ 0 w 10"/>
                <a:gd name="T1" fmla="*/ 64 h 8"/>
                <a:gd name="T2" fmla="*/ 80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5"/>
                    <a:pt x="6" y="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18" name="Freeform 7305">
              <a:extLst>
                <a:ext uri="{FF2B5EF4-FFF2-40B4-BE49-F238E27FC236}">
                  <a16:creationId xmlns:a16="http://schemas.microsoft.com/office/drawing/2014/main" id="{72E2B441-542B-4271-B00C-C3D4DA394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979"/>
              <a:ext cx="24" cy="20"/>
            </a:xfrm>
            <a:custGeom>
              <a:avLst/>
              <a:gdLst>
                <a:gd name="T0" fmla="*/ 0 w 12"/>
                <a:gd name="T1" fmla="*/ 80 h 10"/>
                <a:gd name="T2" fmla="*/ 96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3" y="5"/>
                    <a:pt x="8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19" name="Freeform 7306">
              <a:extLst>
                <a:ext uri="{FF2B5EF4-FFF2-40B4-BE49-F238E27FC236}">
                  <a16:creationId xmlns:a16="http://schemas.microsoft.com/office/drawing/2014/main" id="{BDDFA362-E2F7-4B48-81B7-9F47DFBB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945"/>
              <a:ext cx="22" cy="16"/>
            </a:xfrm>
            <a:custGeom>
              <a:avLst/>
              <a:gdLst>
                <a:gd name="T0" fmla="*/ 0 w 11"/>
                <a:gd name="T1" fmla="*/ 64 h 8"/>
                <a:gd name="T2" fmla="*/ 88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3" y="5"/>
                    <a:pt x="6" y="2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20" name="Freeform 7307">
              <a:extLst>
                <a:ext uri="{FF2B5EF4-FFF2-40B4-BE49-F238E27FC236}">
                  <a16:creationId xmlns:a16="http://schemas.microsoft.com/office/drawing/2014/main" id="{3F87603D-43B0-440F-8A05-54F7D611A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935"/>
              <a:ext cx="8" cy="14"/>
            </a:xfrm>
            <a:custGeom>
              <a:avLst/>
              <a:gdLst>
                <a:gd name="T0" fmla="*/ 0 w 4"/>
                <a:gd name="T1" fmla="*/ 0 h 7"/>
                <a:gd name="T2" fmla="*/ 24 w 4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4" y="5"/>
                    <a:pt x="3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21" name="Freeform 7308">
              <a:extLst>
                <a:ext uri="{FF2B5EF4-FFF2-40B4-BE49-F238E27FC236}">
                  <a16:creationId xmlns:a16="http://schemas.microsoft.com/office/drawing/2014/main" id="{5EE4C851-0971-4098-9476-E07C6AE6C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963"/>
              <a:ext cx="8" cy="20"/>
            </a:xfrm>
            <a:custGeom>
              <a:avLst/>
              <a:gdLst>
                <a:gd name="T0" fmla="*/ 8 w 4"/>
                <a:gd name="T1" fmla="*/ 80 h 10"/>
                <a:gd name="T2" fmla="*/ 0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10"/>
                  </a:moveTo>
                  <a:cubicBezTo>
                    <a:pt x="4" y="7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22" name="Freeform 7309">
              <a:extLst>
                <a:ext uri="{FF2B5EF4-FFF2-40B4-BE49-F238E27FC236}">
                  <a16:creationId xmlns:a16="http://schemas.microsoft.com/office/drawing/2014/main" id="{C97AD111-AB8C-4CE9-865F-E90E3041B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027"/>
              <a:ext cx="4" cy="20"/>
            </a:xfrm>
            <a:custGeom>
              <a:avLst/>
              <a:gdLst>
                <a:gd name="T0" fmla="*/ 16 w 2"/>
                <a:gd name="T1" fmla="*/ 0 h 10"/>
                <a:gd name="T2" fmla="*/ 16 w 2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23" name="Freeform 7310">
              <a:extLst>
                <a:ext uri="{FF2B5EF4-FFF2-40B4-BE49-F238E27FC236}">
                  <a16:creationId xmlns:a16="http://schemas.microsoft.com/office/drawing/2014/main" id="{54F4BB08-CB1F-4496-AD4C-AF0686228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051"/>
              <a:ext cx="18" cy="8"/>
            </a:xfrm>
            <a:custGeom>
              <a:avLst/>
              <a:gdLst>
                <a:gd name="T0" fmla="*/ 0 w 9"/>
                <a:gd name="T1" fmla="*/ 16 h 4"/>
                <a:gd name="T2" fmla="*/ 72 w 9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4" y="0"/>
                    <a:pt x="6" y="1"/>
                    <a:pt x="9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24" name="Freeform 7311">
              <a:extLst>
                <a:ext uri="{FF2B5EF4-FFF2-40B4-BE49-F238E27FC236}">
                  <a16:creationId xmlns:a16="http://schemas.microsoft.com/office/drawing/2014/main" id="{C86F438C-C830-404D-BFB3-272C59875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3089"/>
              <a:ext cx="4" cy="20"/>
            </a:xfrm>
            <a:custGeom>
              <a:avLst/>
              <a:gdLst>
                <a:gd name="T0" fmla="*/ 16 w 2"/>
                <a:gd name="T1" fmla="*/ 0 h 10"/>
                <a:gd name="T2" fmla="*/ 16 w 2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3"/>
                    <a:pt x="0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25" name="Freeform 7312">
              <a:extLst>
                <a:ext uri="{FF2B5EF4-FFF2-40B4-BE49-F238E27FC236}">
                  <a16:creationId xmlns:a16="http://schemas.microsoft.com/office/drawing/2014/main" id="{C881C046-2C34-4602-A0FE-959744F1D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3103"/>
              <a:ext cx="6" cy="16"/>
            </a:xfrm>
            <a:custGeom>
              <a:avLst/>
              <a:gdLst>
                <a:gd name="T0" fmla="*/ 0 w 3"/>
                <a:gd name="T1" fmla="*/ 64 h 8"/>
                <a:gd name="T2" fmla="*/ 1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3" y="5"/>
                    <a:pt x="2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26" name="Freeform 7313">
              <a:extLst>
                <a:ext uri="{FF2B5EF4-FFF2-40B4-BE49-F238E27FC236}">
                  <a16:creationId xmlns:a16="http://schemas.microsoft.com/office/drawing/2014/main" id="{3319B37B-7EDB-485D-ADA8-17B3EEB62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925"/>
              <a:ext cx="6" cy="18"/>
            </a:xfrm>
            <a:custGeom>
              <a:avLst/>
              <a:gdLst>
                <a:gd name="T0" fmla="*/ 16 w 3"/>
                <a:gd name="T1" fmla="*/ 72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2" y="9"/>
                  </a:moveTo>
                  <a:cubicBezTo>
                    <a:pt x="0" y="6"/>
                    <a:pt x="2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27" name="Freeform 7314">
              <a:extLst>
                <a:ext uri="{FF2B5EF4-FFF2-40B4-BE49-F238E27FC236}">
                  <a16:creationId xmlns:a16="http://schemas.microsoft.com/office/drawing/2014/main" id="{E27344E4-93B9-428B-AEE2-1C887C4A9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83"/>
              <a:ext cx="14" cy="6"/>
            </a:xfrm>
            <a:custGeom>
              <a:avLst/>
              <a:gdLst>
                <a:gd name="T0" fmla="*/ 0 w 7"/>
                <a:gd name="T1" fmla="*/ 0 h 3"/>
                <a:gd name="T2" fmla="*/ 56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3" y="1"/>
                    <a:pt x="5" y="1"/>
                    <a:pt x="7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28" name="Freeform 7315">
              <a:extLst>
                <a:ext uri="{FF2B5EF4-FFF2-40B4-BE49-F238E27FC236}">
                  <a16:creationId xmlns:a16="http://schemas.microsoft.com/office/drawing/2014/main" id="{8BD95609-F160-4D9A-99EA-9105D8626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897"/>
              <a:ext cx="4" cy="14"/>
            </a:xfrm>
            <a:custGeom>
              <a:avLst/>
              <a:gdLst>
                <a:gd name="T0" fmla="*/ 16 w 2"/>
                <a:gd name="T1" fmla="*/ 0 h 7"/>
                <a:gd name="T2" fmla="*/ 8 w 2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0" y="4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29" name="Freeform 7316">
              <a:extLst>
                <a:ext uri="{FF2B5EF4-FFF2-40B4-BE49-F238E27FC236}">
                  <a16:creationId xmlns:a16="http://schemas.microsoft.com/office/drawing/2014/main" id="{1B57F5C2-7BA9-494B-B565-C1B9DF858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983"/>
              <a:ext cx="6" cy="16"/>
            </a:xfrm>
            <a:custGeom>
              <a:avLst/>
              <a:gdLst>
                <a:gd name="T0" fmla="*/ 8 w 3"/>
                <a:gd name="T1" fmla="*/ 64 h 8"/>
                <a:gd name="T2" fmla="*/ 24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2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30" name="Freeform 7317">
              <a:extLst>
                <a:ext uri="{FF2B5EF4-FFF2-40B4-BE49-F238E27FC236}">
                  <a16:creationId xmlns:a16="http://schemas.microsoft.com/office/drawing/2014/main" id="{524D03F0-14D9-4AF7-8902-6061904CE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031"/>
              <a:ext cx="38" cy="40"/>
            </a:xfrm>
            <a:custGeom>
              <a:avLst/>
              <a:gdLst>
                <a:gd name="T0" fmla="*/ 0 w 19"/>
                <a:gd name="T1" fmla="*/ 0 h 20"/>
                <a:gd name="T2" fmla="*/ 72 w 19"/>
                <a:gd name="T3" fmla="*/ 128 h 20"/>
                <a:gd name="T4" fmla="*/ 152 w 19"/>
                <a:gd name="T5" fmla="*/ 12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7"/>
                    <a:pt x="5" y="11"/>
                    <a:pt x="9" y="16"/>
                  </a:cubicBezTo>
                  <a:cubicBezTo>
                    <a:pt x="12" y="20"/>
                    <a:pt x="16" y="18"/>
                    <a:pt x="19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31" name="Freeform 7318">
              <a:extLst>
                <a:ext uri="{FF2B5EF4-FFF2-40B4-BE49-F238E27FC236}">
                  <a16:creationId xmlns:a16="http://schemas.microsoft.com/office/drawing/2014/main" id="{17000AFF-5035-476A-95C9-46DBC088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067"/>
              <a:ext cx="28" cy="32"/>
            </a:xfrm>
            <a:custGeom>
              <a:avLst/>
              <a:gdLst>
                <a:gd name="T0" fmla="*/ 0 w 14"/>
                <a:gd name="T1" fmla="*/ 0 h 16"/>
                <a:gd name="T2" fmla="*/ 24 w 14"/>
                <a:gd name="T3" fmla="*/ 72 h 16"/>
                <a:gd name="T4" fmla="*/ 56 w 14"/>
                <a:gd name="T5" fmla="*/ 120 h 16"/>
                <a:gd name="T6" fmla="*/ 88 w 14"/>
                <a:gd name="T7" fmla="*/ 120 h 16"/>
                <a:gd name="T8" fmla="*/ 112 w 14"/>
                <a:gd name="T9" fmla="*/ 112 h 16"/>
                <a:gd name="T10" fmla="*/ 104 w 14"/>
                <a:gd name="T11" fmla="*/ 112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1" y="2"/>
                    <a:pt x="2" y="6"/>
                    <a:pt x="3" y="9"/>
                  </a:cubicBezTo>
                  <a:cubicBezTo>
                    <a:pt x="4" y="11"/>
                    <a:pt x="5" y="14"/>
                    <a:pt x="7" y="15"/>
                  </a:cubicBezTo>
                  <a:cubicBezTo>
                    <a:pt x="9" y="16"/>
                    <a:pt x="9" y="16"/>
                    <a:pt x="11" y="15"/>
                  </a:cubicBezTo>
                  <a:cubicBezTo>
                    <a:pt x="12" y="15"/>
                    <a:pt x="13" y="14"/>
                    <a:pt x="14" y="14"/>
                  </a:cubicBezTo>
                  <a:cubicBezTo>
                    <a:pt x="14" y="14"/>
                    <a:pt x="14" y="14"/>
                    <a:pt x="13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32" name="Freeform 7319">
              <a:extLst>
                <a:ext uri="{FF2B5EF4-FFF2-40B4-BE49-F238E27FC236}">
                  <a16:creationId xmlns:a16="http://schemas.microsoft.com/office/drawing/2014/main" id="{AA988605-CC00-4F7E-875C-F74C51EA4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099"/>
              <a:ext cx="30" cy="38"/>
            </a:xfrm>
            <a:custGeom>
              <a:avLst/>
              <a:gdLst>
                <a:gd name="T0" fmla="*/ 0 w 15"/>
                <a:gd name="T1" fmla="*/ 0 h 19"/>
                <a:gd name="T2" fmla="*/ 24 w 15"/>
                <a:gd name="T3" fmla="*/ 56 h 19"/>
                <a:gd name="T4" fmla="*/ 64 w 15"/>
                <a:gd name="T5" fmla="*/ 128 h 19"/>
                <a:gd name="T6" fmla="*/ 120 w 15"/>
                <a:gd name="T7" fmla="*/ 1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0" y="0"/>
                  </a:moveTo>
                  <a:cubicBezTo>
                    <a:pt x="0" y="2"/>
                    <a:pt x="2" y="4"/>
                    <a:pt x="3" y="7"/>
                  </a:cubicBezTo>
                  <a:cubicBezTo>
                    <a:pt x="4" y="10"/>
                    <a:pt x="6" y="13"/>
                    <a:pt x="8" y="16"/>
                  </a:cubicBezTo>
                  <a:cubicBezTo>
                    <a:pt x="10" y="19"/>
                    <a:pt x="13" y="19"/>
                    <a:pt x="15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33" name="Freeform 7320">
              <a:extLst>
                <a:ext uri="{FF2B5EF4-FFF2-40B4-BE49-F238E27FC236}">
                  <a16:creationId xmlns:a16="http://schemas.microsoft.com/office/drawing/2014/main" id="{7A221603-5E04-4FD6-BFA9-72B65994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3137"/>
              <a:ext cx="26" cy="24"/>
            </a:xfrm>
            <a:custGeom>
              <a:avLst/>
              <a:gdLst>
                <a:gd name="T0" fmla="*/ 0 w 13"/>
                <a:gd name="T1" fmla="*/ 0 h 12"/>
                <a:gd name="T2" fmla="*/ 56 w 13"/>
                <a:gd name="T3" fmla="*/ 96 h 12"/>
                <a:gd name="T4" fmla="*/ 104 w 13"/>
                <a:gd name="T5" fmla="*/ 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3"/>
                    <a:pt x="2" y="11"/>
                    <a:pt x="7" y="12"/>
                  </a:cubicBezTo>
                  <a:cubicBezTo>
                    <a:pt x="9" y="12"/>
                    <a:pt x="11" y="11"/>
                    <a:pt x="13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34" name="Freeform 7321">
              <a:extLst>
                <a:ext uri="{FF2B5EF4-FFF2-40B4-BE49-F238E27FC236}">
                  <a16:creationId xmlns:a16="http://schemas.microsoft.com/office/drawing/2014/main" id="{4CCB4C9A-C0B3-45B2-9579-D9A49954E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159"/>
              <a:ext cx="4" cy="22"/>
            </a:xfrm>
            <a:custGeom>
              <a:avLst/>
              <a:gdLst>
                <a:gd name="T0" fmla="*/ 0 w 2"/>
                <a:gd name="T1" fmla="*/ 0 h 11"/>
                <a:gd name="T2" fmla="*/ 8 w 2"/>
                <a:gd name="T3" fmla="*/ 48 h 11"/>
                <a:gd name="T4" fmla="*/ 16 w 2"/>
                <a:gd name="T5" fmla="*/ 8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1" y="8"/>
                    <a:pt x="2" y="10"/>
                    <a:pt x="2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35" name="Freeform 7322">
              <a:extLst>
                <a:ext uri="{FF2B5EF4-FFF2-40B4-BE49-F238E27FC236}">
                  <a16:creationId xmlns:a16="http://schemas.microsoft.com/office/drawing/2014/main" id="{7FB27ABC-44AB-499A-93C1-C0A14FA2B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149"/>
              <a:ext cx="18" cy="6"/>
            </a:xfrm>
            <a:custGeom>
              <a:avLst/>
              <a:gdLst>
                <a:gd name="T0" fmla="*/ 0 w 9"/>
                <a:gd name="T1" fmla="*/ 8 h 3"/>
                <a:gd name="T2" fmla="*/ 48 w 9"/>
                <a:gd name="T3" fmla="*/ 16 h 3"/>
                <a:gd name="T4" fmla="*/ 72 w 9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1" y="3"/>
                    <a:pt x="5" y="3"/>
                    <a:pt x="6" y="2"/>
                  </a:cubicBezTo>
                  <a:cubicBezTo>
                    <a:pt x="8" y="2"/>
                    <a:pt x="8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36" name="Freeform 7323">
              <a:extLst>
                <a:ext uri="{FF2B5EF4-FFF2-40B4-BE49-F238E27FC236}">
                  <a16:creationId xmlns:a16="http://schemas.microsoft.com/office/drawing/2014/main" id="{261E649F-9D54-49E1-905C-B40CD817D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3151"/>
              <a:ext cx="24" cy="22"/>
            </a:xfrm>
            <a:custGeom>
              <a:avLst/>
              <a:gdLst>
                <a:gd name="T0" fmla="*/ 80 w 12"/>
                <a:gd name="T1" fmla="*/ 0 h 11"/>
                <a:gd name="T2" fmla="*/ 96 w 12"/>
                <a:gd name="T3" fmla="*/ 40 h 11"/>
                <a:gd name="T4" fmla="*/ 96 w 12"/>
                <a:gd name="T5" fmla="*/ 80 h 11"/>
                <a:gd name="T6" fmla="*/ 88 w 12"/>
                <a:gd name="T7" fmla="*/ 80 h 11"/>
                <a:gd name="T8" fmla="*/ 48 w 12"/>
                <a:gd name="T9" fmla="*/ 88 h 11"/>
                <a:gd name="T10" fmla="*/ 0 w 12"/>
                <a:gd name="T11" fmla="*/ 8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10" y="0"/>
                  </a:moveTo>
                  <a:cubicBezTo>
                    <a:pt x="10" y="2"/>
                    <a:pt x="11" y="3"/>
                    <a:pt x="12" y="5"/>
                  </a:cubicBezTo>
                  <a:cubicBezTo>
                    <a:pt x="12" y="7"/>
                    <a:pt x="12" y="9"/>
                    <a:pt x="12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9" y="11"/>
                    <a:pt x="8" y="11"/>
                    <a:pt x="6" y="11"/>
                  </a:cubicBezTo>
                  <a:cubicBezTo>
                    <a:pt x="5" y="11"/>
                    <a:pt x="2" y="11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37" name="Freeform 7324">
              <a:extLst>
                <a:ext uri="{FF2B5EF4-FFF2-40B4-BE49-F238E27FC236}">
                  <a16:creationId xmlns:a16="http://schemas.microsoft.com/office/drawing/2014/main" id="{709D47FE-0289-4140-BD1B-CC6805D3B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173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2"/>
                    <a:pt x="1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38" name="Freeform 7325">
              <a:extLst>
                <a:ext uri="{FF2B5EF4-FFF2-40B4-BE49-F238E27FC236}">
                  <a16:creationId xmlns:a16="http://schemas.microsoft.com/office/drawing/2014/main" id="{78FCBB19-EB4A-4251-B11C-21BAD8C5F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119"/>
              <a:ext cx="14" cy="2"/>
            </a:xfrm>
            <a:custGeom>
              <a:avLst/>
              <a:gdLst>
                <a:gd name="T0" fmla="*/ 0 w 7"/>
                <a:gd name="T1" fmla="*/ 0 h 1"/>
                <a:gd name="T2" fmla="*/ 40 w 7"/>
                <a:gd name="T3" fmla="*/ 0 h 1"/>
                <a:gd name="T4" fmla="*/ 56 w 7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6" y="0"/>
                    <a:pt x="7" y="1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39" name="Freeform 7326">
              <a:extLst>
                <a:ext uri="{FF2B5EF4-FFF2-40B4-BE49-F238E27FC236}">
                  <a16:creationId xmlns:a16="http://schemas.microsoft.com/office/drawing/2014/main" id="{558F6EAD-BA45-4352-BC7F-7DC29A55B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155"/>
              <a:ext cx="6" cy="12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1"/>
                    <a:pt x="0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40" name="Freeform 7327">
              <a:extLst>
                <a:ext uri="{FF2B5EF4-FFF2-40B4-BE49-F238E27FC236}">
                  <a16:creationId xmlns:a16="http://schemas.microsoft.com/office/drawing/2014/main" id="{A30B692C-2E5D-4E60-A103-B47E904EA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543"/>
              <a:ext cx="22" cy="34"/>
            </a:xfrm>
            <a:custGeom>
              <a:avLst/>
              <a:gdLst>
                <a:gd name="T0" fmla="*/ 0 w 11"/>
                <a:gd name="T1" fmla="*/ 0 h 17"/>
                <a:gd name="T2" fmla="*/ 8 w 11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4"/>
                    <a:pt x="11" y="17"/>
                    <a:pt x="1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41" name="Freeform 7328">
              <a:extLst>
                <a:ext uri="{FF2B5EF4-FFF2-40B4-BE49-F238E27FC236}">
                  <a16:creationId xmlns:a16="http://schemas.microsoft.com/office/drawing/2014/main" id="{0373401C-2834-4CDA-8B58-01FDBF48F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569"/>
              <a:ext cx="28" cy="38"/>
            </a:xfrm>
            <a:custGeom>
              <a:avLst/>
              <a:gdLst>
                <a:gd name="T0" fmla="*/ 0 w 14"/>
                <a:gd name="T1" fmla="*/ 24 h 19"/>
                <a:gd name="T2" fmla="*/ 112 w 14"/>
                <a:gd name="T3" fmla="*/ 120 h 19"/>
                <a:gd name="T4" fmla="*/ 48 w 14"/>
                <a:gd name="T5" fmla="*/ 15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0" y="3"/>
                  </a:moveTo>
                  <a:cubicBezTo>
                    <a:pt x="4" y="0"/>
                    <a:pt x="13" y="11"/>
                    <a:pt x="14" y="15"/>
                  </a:cubicBezTo>
                  <a:cubicBezTo>
                    <a:pt x="11" y="16"/>
                    <a:pt x="9" y="19"/>
                    <a:pt x="6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42" name="Freeform 7329">
              <a:extLst>
                <a:ext uri="{FF2B5EF4-FFF2-40B4-BE49-F238E27FC236}">
                  <a16:creationId xmlns:a16="http://schemas.microsoft.com/office/drawing/2014/main" id="{3C09C0BD-7AD6-4F1A-9F9F-4854B0B5F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555"/>
              <a:ext cx="18" cy="30"/>
            </a:xfrm>
            <a:custGeom>
              <a:avLst/>
              <a:gdLst>
                <a:gd name="T0" fmla="*/ 0 w 9"/>
                <a:gd name="T1" fmla="*/ 120 h 15"/>
                <a:gd name="T2" fmla="*/ 0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15"/>
                  </a:moveTo>
                  <a:cubicBezTo>
                    <a:pt x="9" y="13"/>
                    <a:pt x="2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43" name="Freeform 7330">
              <a:extLst>
                <a:ext uri="{FF2B5EF4-FFF2-40B4-BE49-F238E27FC236}">
                  <a16:creationId xmlns:a16="http://schemas.microsoft.com/office/drawing/2014/main" id="{FC123983-F9E9-42A1-B4AB-4C68D96BF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75"/>
              <a:ext cx="30" cy="16"/>
            </a:xfrm>
            <a:custGeom>
              <a:avLst/>
              <a:gdLst>
                <a:gd name="T0" fmla="*/ 0 w 15"/>
                <a:gd name="T1" fmla="*/ 0 h 8"/>
                <a:gd name="T2" fmla="*/ 72 w 15"/>
                <a:gd name="T3" fmla="*/ 56 h 8"/>
                <a:gd name="T4" fmla="*/ 120 w 15"/>
                <a:gd name="T5" fmla="*/ 2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2" y="3"/>
                    <a:pt x="5" y="8"/>
                    <a:pt x="9" y="7"/>
                  </a:cubicBezTo>
                  <a:cubicBezTo>
                    <a:pt x="10" y="7"/>
                    <a:pt x="15" y="4"/>
                    <a:pt x="15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44" name="Freeform 7331">
              <a:extLst>
                <a:ext uri="{FF2B5EF4-FFF2-40B4-BE49-F238E27FC236}">
                  <a16:creationId xmlns:a16="http://schemas.microsoft.com/office/drawing/2014/main" id="{00D38BFF-20CC-430F-8E50-4E15A6AAB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591"/>
              <a:ext cx="34" cy="30"/>
            </a:xfrm>
            <a:custGeom>
              <a:avLst/>
              <a:gdLst>
                <a:gd name="T0" fmla="*/ 0 w 17"/>
                <a:gd name="T1" fmla="*/ 0 h 15"/>
                <a:gd name="T2" fmla="*/ 40 w 17"/>
                <a:gd name="T3" fmla="*/ 64 h 15"/>
                <a:gd name="T4" fmla="*/ 88 w 17"/>
                <a:gd name="T5" fmla="*/ 112 h 15"/>
                <a:gd name="T6" fmla="*/ 136 w 17"/>
                <a:gd name="T7" fmla="*/ 8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1" y="3"/>
                    <a:pt x="4" y="5"/>
                    <a:pt x="5" y="8"/>
                  </a:cubicBezTo>
                  <a:cubicBezTo>
                    <a:pt x="7" y="9"/>
                    <a:pt x="9" y="13"/>
                    <a:pt x="11" y="14"/>
                  </a:cubicBezTo>
                  <a:cubicBezTo>
                    <a:pt x="14" y="15"/>
                    <a:pt x="15" y="12"/>
                    <a:pt x="17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45" name="Freeform 7332">
              <a:extLst>
                <a:ext uri="{FF2B5EF4-FFF2-40B4-BE49-F238E27FC236}">
                  <a16:creationId xmlns:a16="http://schemas.microsoft.com/office/drawing/2014/main" id="{A030E91B-4E4B-412F-9211-C81044F6A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613"/>
              <a:ext cx="18" cy="12"/>
            </a:xfrm>
            <a:custGeom>
              <a:avLst/>
              <a:gdLst>
                <a:gd name="T0" fmla="*/ 0 w 9"/>
                <a:gd name="T1" fmla="*/ 48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3" y="5"/>
                    <a:pt x="6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46" name="Freeform 7333">
              <a:extLst>
                <a:ext uri="{FF2B5EF4-FFF2-40B4-BE49-F238E27FC236}">
                  <a16:creationId xmlns:a16="http://schemas.microsoft.com/office/drawing/2014/main" id="{0DC390B5-8B3F-49A9-BF81-DE44DB375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943"/>
              <a:ext cx="26" cy="48"/>
            </a:xfrm>
            <a:custGeom>
              <a:avLst/>
              <a:gdLst>
                <a:gd name="T0" fmla="*/ 8 w 13"/>
                <a:gd name="T1" fmla="*/ 0 h 24"/>
                <a:gd name="T2" fmla="*/ 64 w 13"/>
                <a:gd name="T3" fmla="*/ 104 h 24"/>
                <a:gd name="T4" fmla="*/ 104 w 13"/>
                <a:gd name="T5" fmla="*/ 19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1" y="0"/>
                  </a:moveTo>
                  <a:cubicBezTo>
                    <a:pt x="0" y="4"/>
                    <a:pt x="5" y="9"/>
                    <a:pt x="8" y="13"/>
                  </a:cubicBezTo>
                  <a:cubicBezTo>
                    <a:pt x="10" y="16"/>
                    <a:pt x="11" y="21"/>
                    <a:pt x="13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47" name="Freeform 7334">
              <a:extLst>
                <a:ext uri="{FF2B5EF4-FFF2-40B4-BE49-F238E27FC236}">
                  <a16:creationId xmlns:a16="http://schemas.microsoft.com/office/drawing/2014/main" id="{22226B2D-7049-4CC8-8229-4254812A4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609"/>
              <a:ext cx="46" cy="86"/>
            </a:xfrm>
            <a:custGeom>
              <a:avLst/>
              <a:gdLst>
                <a:gd name="T0" fmla="*/ 0 w 23"/>
                <a:gd name="T1" fmla="*/ 0 h 43"/>
                <a:gd name="T2" fmla="*/ 32 w 23"/>
                <a:gd name="T3" fmla="*/ 80 h 43"/>
                <a:gd name="T4" fmla="*/ 40 w 23"/>
                <a:gd name="T5" fmla="*/ 120 h 43"/>
                <a:gd name="T6" fmla="*/ 88 w 23"/>
                <a:gd name="T7" fmla="*/ 192 h 43"/>
                <a:gd name="T8" fmla="*/ 184 w 23"/>
                <a:gd name="T9" fmla="*/ 34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0" y="0"/>
                  </a:moveTo>
                  <a:cubicBezTo>
                    <a:pt x="1" y="3"/>
                    <a:pt x="3" y="6"/>
                    <a:pt x="4" y="10"/>
                  </a:cubicBezTo>
                  <a:cubicBezTo>
                    <a:pt x="4" y="11"/>
                    <a:pt x="5" y="13"/>
                    <a:pt x="5" y="15"/>
                  </a:cubicBezTo>
                  <a:cubicBezTo>
                    <a:pt x="7" y="19"/>
                    <a:pt x="9" y="21"/>
                    <a:pt x="11" y="24"/>
                  </a:cubicBezTo>
                  <a:cubicBezTo>
                    <a:pt x="13" y="32"/>
                    <a:pt x="17" y="38"/>
                    <a:pt x="23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48" name="Freeform 7335">
              <a:extLst>
                <a:ext uri="{FF2B5EF4-FFF2-40B4-BE49-F238E27FC236}">
                  <a16:creationId xmlns:a16="http://schemas.microsoft.com/office/drawing/2014/main" id="{58C85F7B-5C0F-4A75-B82A-5779B9735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719"/>
              <a:ext cx="26" cy="52"/>
            </a:xfrm>
            <a:custGeom>
              <a:avLst/>
              <a:gdLst>
                <a:gd name="T0" fmla="*/ 0 w 13"/>
                <a:gd name="T1" fmla="*/ 0 h 26"/>
                <a:gd name="T2" fmla="*/ 64 w 13"/>
                <a:gd name="T3" fmla="*/ 112 h 26"/>
                <a:gd name="T4" fmla="*/ 104 w 13"/>
                <a:gd name="T5" fmla="*/ 20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4" y="4"/>
                    <a:pt x="5" y="9"/>
                    <a:pt x="8" y="14"/>
                  </a:cubicBezTo>
                  <a:cubicBezTo>
                    <a:pt x="10" y="17"/>
                    <a:pt x="10" y="23"/>
                    <a:pt x="13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49" name="Freeform 7336">
              <a:extLst>
                <a:ext uri="{FF2B5EF4-FFF2-40B4-BE49-F238E27FC236}">
                  <a16:creationId xmlns:a16="http://schemas.microsoft.com/office/drawing/2014/main" id="{ECD8005F-E504-4029-9B47-5F93A8950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769"/>
              <a:ext cx="40" cy="62"/>
            </a:xfrm>
            <a:custGeom>
              <a:avLst/>
              <a:gdLst>
                <a:gd name="T0" fmla="*/ 0 w 20"/>
                <a:gd name="T1" fmla="*/ 0 h 31"/>
                <a:gd name="T2" fmla="*/ 64 w 20"/>
                <a:gd name="T3" fmla="*/ 72 h 31"/>
                <a:gd name="T4" fmla="*/ 104 w 20"/>
                <a:gd name="T5" fmla="*/ 152 h 31"/>
                <a:gd name="T6" fmla="*/ 136 w 20"/>
                <a:gd name="T7" fmla="*/ 200 h 31"/>
                <a:gd name="T8" fmla="*/ 160 w 20"/>
                <a:gd name="T9" fmla="*/ 24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3" y="3"/>
                    <a:pt x="6" y="5"/>
                    <a:pt x="8" y="9"/>
                  </a:cubicBezTo>
                  <a:cubicBezTo>
                    <a:pt x="9" y="12"/>
                    <a:pt x="11" y="15"/>
                    <a:pt x="13" y="19"/>
                  </a:cubicBezTo>
                  <a:cubicBezTo>
                    <a:pt x="14" y="21"/>
                    <a:pt x="15" y="23"/>
                    <a:pt x="17" y="25"/>
                  </a:cubicBezTo>
                  <a:cubicBezTo>
                    <a:pt x="18" y="27"/>
                    <a:pt x="20" y="30"/>
                    <a:pt x="20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50" name="Freeform 7337">
              <a:extLst>
                <a:ext uri="{FF2B5EF4-FFF2-40B4-BE49-F238E27FC236}">
                  <a16:creationId xmlns:a16="http://schemas.microsoft.com/office/drawing/2014/main" id="{E732A203-D411-4009-8434-D6168C2BA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2835"/>
              <a:ext cx="10" cy="32"/>
            </a:xfrm>
            <a:custGeom>
              <a:avLst/>
              <a:gdLst>
                <a:gd name="T0" fmla="*/ 0 w 5"/>
                <a:gd name="T1" fmla="*/ 0 h 16"/>
                <a:gd name="T2" fmla="*/ 32 w 5"/>
                <a:gd name="T3" fmla="*/ 88 h 16"/>
                <a:gd name="T4" fmla="*/ 40 w 5"/>
                <a:gd name="T5" fmla="*/ 1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2" y="3"/>
                    <a:pt x="3" y="7"/>
                    <a:pt x="4" y="11"/>
                  </a:cubicBezTo>
                  <a:cubicBezTo>
                    <a:pt x="4" y="13"/>
                    <a:pt x="4" y="15"/>
                    <a:pt x="5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51" name="Freeform 7338">
              <a:extLst>
                <a:ext uri="{FF2B5EF4-FFF2-40B4-BE49-F238E27FC236}">
                  <a16:creationId xmlns:a16="http://schemas.microsoft.com/office/drawing/2014/main" id="{EF36C8C2-9319-4D57-B3E1-368BB2BE6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869"/>
              <a:ext cx="42" cy="76"/>
            </a:xfrm>
            <a:custGeom>
              <a:avLst/>
              <a:gdLst>
                <a:gd name="T0" fmla="*/ 0 w 21"/>
                <a:gd name="T1" fmla="*/ 0 h 38"/>
                <a:gd name="T2" fmla="*/ 40 w 21"/>
                <a:gd name="T3" fmla="*/ 40 h 38"/>
                <a:gd name="T4" fmla="*/ 72 w 21"/>
                <a:gd name="T5" fmla="*/ 96 h 38"/>
                <a:gd name="T6" fmla="*/ 104 w 21"/>
                <a:gd name="T7" fmla="*/ 160 h 38"/>
                <a:gd name="T8" fmla="*/ 144 w 21"/>
                <a:gd name="T9" fmla="*/ 248 h 38"/>
                <a:gd name="T10" fmla="*/ 168 w 21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8">
                  <a:moveTo>
                    <a:pt x="0" y="0"/>
                  </a:moveTo>
                  <a:cubicBezTo>
                    <a:pt x="1" y="2"/>
                    <a:pt x="4" y="3"/>
                    <a:pt x="5" y="5"/>
                  </a:cubicBezTo>
                  <a:cubicBezTo>
                    <a:pt x="7" y="7"/>
                    <a:pt x="8" y="10"/>
                    <a:pt x="9" y="12"/>
                  </a:cubicBezTo>
                  <a:cubicBezTo>
                    <a:pt x="10" y="15"/>
                    <a:pt x="12" y="18"/>
                    <a:pt x="13" y="20"/>
                  </a:cubicBezTo>
                  <a:cubicBezTo>
                    <a:pt x="16" y="24"/>
                    <a:pt x="17" y="27"/>
                    <a:pt x="18" y="31"/>
                  </a:cubicBezTo>
                  <a:cubicBezTo>
                    <a:pt x="19" y="33"/>
                    <a:pt x="20" y="36"/>
                    <a:pt x="21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52" name="Freeform 7339">
              <a:extLst>
                <a:ext uri="{FF2B5EF4-FFF2-40B4-BE49-F238E27FC236}">
                  <a16:creationId xmlns:a16="http://schemas.microsoft.com/office/drawing/2014/main" id="{A74EC695-8346-40A5-A02E-754C8D7B4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45"/>
              <a:ext cx="26" cy="42"/>
            </a:xfrm>
            <a:custGeom>
              <a:avLst/>
              <a:gdLst>
                <a:gd name="T0" fmla="*/ 0 w 13"/>
                <a:gd name="T1" fmla="*/ 0 h 21"/>
                <a:gd name="T2" fmla="*/ 24 w 13"/>
                <a:gd name="T3" fmla="*/ 40 h 21"/>
                <a:gd name="T4" fmla="*/ 64 w 13"/>
                <a:gd name="T5" fmla="*/ 104 h 21"/>
                <a:gd name="T6" fmla="*/ 104 w 13"/>
                <a:gd name="T7" fmla="*/ 16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0" y="2"/>
                    <a:pt x="2" y="3"/>
                    <a:pt x="3" y="5"/>
                  </a:cubicBezTo>
                  <a:cubicBezTo>
                    <a:pt x="5" y="8"/>
                    <a:pt x="6" y="10"/>
                    <a:pt x="8" y="13"/>
                  </a:cubicBezTo>
                  <a:cubicBezTo>
                    <a:pt x="10" y="16"/>
                    <a:pt x="11" y="19"/>
                    <a:pt x="13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53" name="Freeform 7340">
              <a:extLst>
                <a:ext uri="{FF2B5EF4-FFF2-40B4-BE49-F238E27FC236}">
                  <a16:creationId xmlns:a16="http://schemas.microsoft.com/office/drawing/2014/main" id="{520006AF-C530-4804-BE71-A24CF7A5A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995"/>
              <a:ext cx="20" cy="34"/>
            </a:xfrm>
            <a:custGeom>
              <a:avLst/>
              <a:gdLst>
                <a:gd name="T0" fmla="*/ 0 w 10"/>
                <a:gd name="T1" fmla="*/ 0 h 17"/>
                <a:gd name="T2" fmla="*/ 40 w 10"/>
                <a:gd name="T3" fmla="*/ 80 h 17"/>
                <a:gd name="T4" fmla="*/ 56 w 10"/>
                <a:gd name="T5" fmla="*/ 128 h 17"/>
                <a:gd name="T6" fmla="*/ 80 w 10"/>
                <a:gd name="T7" fmla="*/ 1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2" y="3"/>
                    <a:pt x="4" y="7"/>
                    <a:pt x="5" y="10"/>
                  </a:cubicBezTo>
                  <a:cubicBezTo>
                    <a:pt x="6" y="12"/>
                    <a:pt x="6" y="14"/>
                    <a:pt x="7" y="16"/>
                  </a:cubicBezTo>
                  <a:cubicBezTo>
                    <a:pt x="8" y="17"/>
                    <a:pt x="9" y="16"/>
                    <a:pt x="1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54" name="Freeform 7341">
              <a:extLst>
                <a:ext uri="{FF2B5EF4-FFF2-40B4-BE49-F238E27FC236}">
                  <a16:creationId xmlns:a16="http://schemas.microsoft.com/office/drawing/2014/main" id="{B740E5B4-A714-49F6-97C4-EEDF18CB9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029"/>
              <a:ext cx="24" cy="30"/>
            </a:xfrm>
            <a:custGeom>
              <a:avLst/>
              <a:gdLst>
                <a:gd name="T0" fmla="*/ 0 w 12"/>
                <a:gd name="T1" fmla="*/ 0 h 15"/>
                <a:gd name="T2" fmla="*/ 64 w 12"/>
                <a:gd name="T3" fmla="*/ 88 h 15"/>
                <a:gd name="T4" fmla="*/ 96 w 12"/>
                <a:gd name="T5" fmla="*/ 1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2" y="5"/>
                    <a:pt x="4" y="7"/>
                    <a:pt x="8" y="11"/>
                  </a:cubicBezTo>
                  <a:cubicBezTo>
                    <a:pt x="9" y="12"/>
                    <a:pt x="11" y="15"/>
                    <a:pt x="12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55" name="Freeform 7342">
              <a:extLst>
                <a:ext uri="{FF2B5EF4-FFF2-40B4-BE49-F238E27FC236}">
                  <a16:creationId xmlns:a16="http://schemas.microsoft.com/office/drawing/2014/main" id="{39C26743-CDBA-469A-A8C9-EF8EBE23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063"/>
              <a:ext cx="16" cy="26"/>
            </a:xfrm>
            <a:custGeom>
              <a:avLst/>
              <a:gdLst>
                <a:gd name="T0" fmla="*/ 0 w 8"/>
                <a:gd name="T1" fmla="*/ 0 h 13"/>
                <a:gd name="T2" fmla="*/ 64 w 8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2" y="4"/>
                    <a:pt x="5" y="10"/>
                    <a:pt x="8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56" name="Freeform 7343">
              <a:extLst>
                <a:ext uri="{FF2B5EF4-FFF2-40B4-BE49-F238E27FC236}">
                  <a16:creationId xmlns:a16="http://schemas.microsoft.com/office/drawing/2014/main" id="{008E87F8-FA3A-4D30-8ACF-A096E87CD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093"/>
              <a:ext cx="48" cy="78"/>
            </a:xfrm>
            <a:custGeom>
              <a:avLst/>
              <a:gdLst>
                <a:gd name="T0" fmla="*/ 0 w 24"/>
                <a:gd name="T1" fmla="*/ 0 h 39"/>
                <a:gd name="T2" fmla="*/ 64 w 24"/>
                <a:gd name="T3" fmla="*/ 104 h 39"/>
                <a:gd name="T4" fmla="*/ 128 w 24"/>
                <a:gd name="T5" fmla="*/ 176 h 39"/>
                <a:gd name="T6" fmla="*/ 168 w 24"/>
                <a:gd name="T7" fmla="*/ 240 h 39"/>
                <a:gd name="T8" fmla="*/ 192 w 24"/>
                <a:gd name="T9" fmla="*/ 31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9">
                  <a:moveTo>
                    <a:pt x="0" y="0"/>
                  </a:moveTo>
                  <a:cubicBezTo>
                    <a:pt x="3" y="4"/>
                    <a:pt x="5" y="9"/>
                    <a:pt x="8" y="13"/>
                  </a:cubicBezTo>
                  <a:cubicBezTo>
                    <a:pt x="11" y="16"/>
                    <a:pt x="14" y="18"/>
                    <a:pt x="16" y="22"/>
                  </a:cubicBezTo>
                  <a:cubicBezTo>
                    <a:pt x="18" y="25"/>
                    <a:pt x="19" y="28"/>
                    <a:pt x="21" y="30"/>
                  </a:cubicBezTo>
                  <a:cubicBezTo>
                    <a:pt x="22" y="33"/>
                    <a:pt x="23" y="36"/>
                    <a:pt x="24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57" name="Freeform 7344">
              <a:extLst>
                <a:ext uri="{FF2B5EF4-FFF2-40B4-BE49-F238E27FC236}">
                  <a16:creationId xmlns:a16="http://schemas.microsoft.com/office/drawing/2014/main" id="{F8EC9DEC-A9E1-40BA-9BDC-172335213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579"/>
              <a:ext cx="20" cy="28"/>
            </a:xfrm>
            <a:custGeom>
              <a:avLst/>
              <a:gdLst>
                <a:gd name="T0" fmla="*/ 0 w 10"/>
                <a:gd name="T1" fmla="*/ 0 h 14"/>
                <a:gd name="T2" fmla="*/ 80 w 10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3" y="5"/>
                    <a:pt x="8" y="9"/>
                    <a:pt x="1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58" name="Freeform 7345">
              <a:extLst>
                <a:ext uri="{FF2B5EF4-FFF2-40B4-BE49-F238E27FC236}">
                  <a16:creationId xmlns:a16="http://schemas.microsoft.com/office/drawing/2014/main" id="{DF7A87A6-8B3D-4BFF-914C-578235F6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539"/>
              <a:ext cx="20" cy="40"/>
            </a:xfrm>
            <a:custGeom>
              <a:avLst/>
              <a:gdLst>
                <a:gd name="T0" fmla="*/ 0 w 10"/>
                <a:gd name="T1" fmla="*/ 0 h 20"/>
                <a:gd name="T2" fmla="*/ 48 w 10"/>
                <a:gd name="T3" fmla="*/ 104 h 20"/>
                <a:gd name="T4" fmla="*/ 80 w 10"/>
                <a:gd name="T5" fmla="*/ 1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2" y="4"/>
                    <a:pt x="5" y="8"/>
                    <a:pt x="6" y="13"/>
                  </a:cubicBezTo>
                  <a:cubicBezTo>
                    <a:pt x="7" y="15"/>
                    <a:pt x="8" y="18"/>
                    <a:pt x="1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59" name="Freeform 7346">
              <a:extLst>
                <a:ext uri="{FF2B5EF4-FFF2-40B4-BE49-F238E27FC236}">
                  <a16:creationId xmlns:a16="http://schemas.microsoft.com/office/drawing/2014/main" id="{15E9E82E-C9BA-45CB-A59F-28C74F93C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491"/>
              <a:ext cx="26" cy="46"/>
            </a:xfrm>
            <a:custGeom>
              <a:avLst/>
              <a:gdLst>
                <a:gd name="T0" fmla="*/ 0 w 13"/>
                <a:gd name="T1" fmla="*/ 0 h 23"/>
                <a:gd name="T2" fmla="*/ 72 w 13"/>
                <a:gd name="T3" fmla="*/ 104 h 23"/>
                <a:gd name="T4" fmla="*/ 104 w 13"/>
                <a:gd name="T5" fmla="*/ 18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3" y="5"/>
                    <a:pt x="6" y="9"/>
                    <a:pt x="9" y="13"/>
                  </a:cubicBezTo>
                  <a:cubicBezTo>
                    <a:pt x="11" y="16"/>
                    <a:pt x="11" y="20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60" name="Freeform 7347">
              <a:extLst>
                <a:ext uri="{FF2B5EF4-FFF2-40B4-BE49-F238E27FC236}">
                  <a16:creationId xmlns:a16="http://schemas.microsoft.com/office/drawing/2014/main" id="{95094D2E-07CA-42A3-81E1-22BE483F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421"/>
              <a:ext cx="40" cy="68"/>
            </a:xfrm>
            <a:custGeom>
              <a:avLst/>
              <a:gdLst>
                <a:gd name="T0" fmla="*/ 0 w 20"/>
                <a:gd name="T1" fmla="*/ 0 h 34"/>
                <a:gd name="T2" fmla="*/ 88 w 20"/>
                <a:gd name="T3" fmla="*/ 160 h 34"/>
                <a:gd name="T4" fmla="*/ 112 w 20"/>
                <a:gd name="T5" fmla="*/ 224 h 34"/>
                <a:gd name="T6" fmla="*/ 160 w 20"/>
                <a:gd name="T7" fmla="*/ 27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5" y="6"/>
                    <a:pt x="8" y="13"/>
                    <a:pt x="11" y="20"/>
                  </a:cubicBezTo>
                  <a:cubicBezTo>
                    <a:pt x="13" y="22"/>
                    <a:pt x="13" y="26"/>
                    <a:pt x="14" y="28"/>
                  </a:cubicBezTo>
                  <a:cubicBezTo>
                    <a:pt x="16" y="31"/>
                    <a:pt x="18" y="32"/>
                    <a:pt x="2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61" name="Freeform 7348">
              <a:extLst>
                <a:ext uri="{FF2B5EF4-FFF2-40B4-BE49-F238E27FC236}">
                  <a16:creationId xmlns:a16="http://schemas.microsoft.com/office/drawing/2014/main" id="{FB1A1BCD-D996-47FE-8753-A129F5FD5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275"/>
              <a:ext cx="74" cy="144"/>
            </a:xfrm>
            <a:custGeom>
              <a:avLst/>
              <a:gdLst>
                <a:gd name="T0" fmla="*/ 0 w 37"/>
                <a:gd name="T1" fmla="*/ 0 h 72"/>
                <a:gd name="T2" fmla="*/ 104 w 37"/>
                <a:gd name="T3" fmla="*/ 176 h 72"/>
                <a:gd name="T4" fmla="*/ 160 w 37"/>
                <a:gd name="T5" fmla="*/ 336 h 72"/>
                <a:gd name="T6" fmla="*/ 216 w 37"/>
                <a:gd name="T7" fmla="*/ 432 h 72"/>
                <a:gd name="T8" fmla="*/ 296 w 37"/>
                <a:gd name="T9" fmla="*/ 57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72">
                  <a:moveTo>
                    <a:pt x="0" y="0"/>
                  </a:moveTo>
                  <a:cubicBezTo>
                    <a:pt x="5" y="7"/>
                    <a:pt x="9" y="14"/>
                    <a:pt x="13" y="22"/>
                  </a:cubicBezTo>
                  <a:cubicBezTo>
                    <a:pt x="16" y="28"/>
                    <a:pt x="17" y="35"/>
                    <a:pt x="20" y="42"/>
                  </a:cubicBezTo>
                  <a:cubicBezTo>
                    <a:pt x="22" y="47"/>
                    <a:pt x="24" y="50"/>
                    <a:pt x="27" y="54"/>
                  </a:cubicBezTo>
                  <a:cubicBezTo>
                    <a:pt x="31" y="59"/>
                    <a:pt x="35" y="66"/>
                    <a:pt x="37" y="7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62" name="Freeform 7349">
              <a:extLst>
                <a:ext uri="{FF2B5EF4-FFF2-40B4-BE49-F238E27FC236}">
                  <a16:creationId xmlns:a16="http://schemas.microsoft.com/office/drawing/2014/main" id="{55615B8D-4478-41C6-B7C6-3508F61DF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361"/>
              <a:ext cx="10" cy="1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63" name="Freeform 7350">
              <a:extLst>
                <a:ext uri="{FF2B5EF4-FFF2-40B4-BE49-F238E27FC236}">
                  <a16:creationId xmlns:a16="http://schemas.microsoft.com/office/drawing/2014/main" id="{B7A0767C-6982-448D-BF58-121344E98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281"/>
              <a:ext cx="6" cy="2"/>
            </a:xfrm>
            <a:custGeom>
              <a:avLst/>
              <a:gdLst>
                <a:gd name="T0" fmla="*/ 0 w 3"/>
                <a:gd name="T1" fmla="*/ 8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64" name="Freeform 7351">
              <a:extLst>
                <a:ext uri="{FF2B5EF4-FFF2-40B4-BE49-F238E27FC236}">
                  <a16:creationId xmlns:a16="http://schemas.microsoft.com/office/drawing/2014/main" id="{FA9B9284-5F86-44D7-B0D8-2B3F6DC4F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207"/>
              <a:ext cx="28" cy="70"/>
            </a:xfrm>
            <a:custGeom>
              <a:avLst/>
              <a:gdLst>
                <a:gd name="T0" fmla="*/ 0 w 14"/>
                <a:gd name="T1" fmla="*/ 0 h 35"/>
                <a:gd name="T2" fmla="*/ 72 w 14"/>
                <a:gd name="T3" fmla="*/ 152 h 35"/>
                <a:gd name="T4" fmla="*/ 112 w 14"/>
                <a:gd name="T5" fmla="*/ 28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5">
                  <a:moveTo>
                    <a:pt x="0" y="0"/>
                  </a:moveTo>
                  <a:cubicBezTo>
                    <a:pt x="3" y="6"/>
                    <a:pt x="7" y="12"/>
                    <a:pt x="9" y="19"/>
                  </a:cubicBezTo>
                  <a:cubicBezTo>
                    <a:pt x="11" y="24"/>
                    <a:pt x="12" y="30"/>
                    <a:pt x="14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65" name="Freeform 7352">
              <a:extLst>
                <a:ext uri="{FF2B5EF4-FFF2-40B4-BE49-F238E27FC236}">
                  <a16:creationId xmlns:a16="http://schemas.microsoft.com/office/drawing/2014/main" id="{B216F5A1-5168-4E65-B6C7-E76E3629E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03"/>
              <a:ext cx="51" cy="106"/>
            </a:xfrm>
            <a:custGeom>
              <a:avLst/>
              <a:gdLst>
                <a:gd name="T0" fmla="*/ 0 w 25"/>
                <a:gd name="T1" fmla="*/ 0 h 53"/>
                <a:gd name="T2" fmla="*/ 120 w 25"/>
                <a:gd name="T3" fmla="*/ 256 h 53"/>
                <a:gd name="T4" fmla="*/ 145 w 25"/>
                <a:gd name="T5" fmla="*/ 352 h 53"/>
                <a:gd name="T6" fmla="*/ 188 w 25"/>
                <a:gd name="T7" fmla="*/ 376 h 53"/>
                <a:gd name="T8" fmla="*/ 212 w 25"/>
                <a:gd name="T9" fmla="*/ 42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3">
                  <a:moveTo>
                    <a:pt x="0" y="0"/>
                  </a:moveTo>
                  <a:cubicBezTo>
                    <a:pt x="6" y="11"/>
                    <a:pt x="11" y="21"/>
                    <a:pt x="14" y="32"/>
                  </a:cubicBezTo>
                  <a:cubicBezTo>
                    <a:pt x="14" y="36"/>
                    <a:pt x="15" y="42"/>
                    <a:pt x="17" y="44"/>
                  </a:cubicBezTo>
                  <a:cubicBezTo>
                    <a:pt x="18" y="45"/>
                    <a:pt x="21" y="46"/>
                    <a:pt x="22" y="47"/>
                  </a:cubicBezTo>
                  <a:cubicBezTo>
                    <a:pt x="24" y="49"/>
                    <a:pt x="24" y="51"/>
                    <a:pt x="25" y="5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66" name="Freeform 7353">
              <a:extLst>
                <a:ext uri="{FF2B5EF4-FFF2-40B4-BE49-F238E27FC236}">
                  <a16:creationId xmlns:a16="http://schemas.microsoft.com/office/drawing/2014/main" id="{80E5F3D8-7195-4A2A-A506-819AEBC83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714"/>
              <a:ext cx="22" cy="10"/>
            </a:xfrm>
            <a:custGeom>
              <a:avLst/>
              <a:gdLst>
                <a:gd name="T0" fmla="*/ 32 w 11"/>
                <a:gd name="T1" fmla="*/ 8 h 5"/>
                <a:gd name="T2" fmla="*/ 32 w 11"/>
                <a:gd name="T3" fmla="*/ 32 h 5"/>
                <a:gd name="T4" fmla="*/ 56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4" y="1"/>
                  </a:moveTo>
                  <a:cubicBezTo>
                    <a:pt x="0" y="0"/>
                    <a:pt x="1" y="3"/>
                    <a:pt x="4" y="4"/>
                  </a:cubicBezTo>
                  <a:cubicBezTo>
                    <a:pt x="7" y="5"/>
                    <a:pt x="11" y="3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67" name="Freeform 7354">
              <a:extLst>
                <a:ext uri="{FF2B5EF4-FFF2-40B4-BE49-F238E27FC236}">
                  <a16:creationId xmlns:a16="http://schemas.microsoft.com/office/drawing/2014/main" id="{0918E89A-514E-4C78-94B1-B6FF2D1F7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702"/>
              <a:ext cx="16" cy="8"/>
            </a:xfrm>
            <a:custGeom>
              <a:avLst/>
              <a:gdLst>
                <a:gd name="T0" fmla="*/ 16 w 8"/>
                <a:gd name="T1" fmla="*/ 8 h 4"/>
                <a:gd name="T2" fmla="*/ 0 w 8"/>
                <a:gd name="T3" fmla="*/ 8 h 4"/>
                <a:gd name="T4" fmla="*/ 40 w 8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4"/>
                    <a:pt x="8" y="4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68" name="Freeform 7355">
              <a:extLst>
                <a:ext uri="{FF2B5EF4-FFF2-40B4-BE49-F238E27FC236}">
                  <a16:creationId xmlns:a16="http://schemas.microsoft.com/office/drawing/2014/main" id="{399BA5BA-F78E-42C7-B6F4-DE0A30684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86"/>
              <a:ext cx="22" cy="14"/>
            </a:xfrm>
            <a:custGeom>
              <a:avLst/>
              <a:gdLst>
                <a:gd name="T0" fmla="*/ 24 w 11"/>
                <a:gd name="T1" fmla="*/ 8 h 7"/>
                <a:gd name="T2" fmla="*/ 0 w 11"/>
                <a:gd name="T3" fmla="*/ 0 h 7"/>
                <a:gd name="T4" fmla="*/ 40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7"/>
                    <a:pt x="11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69" name="Freeform 7356">
              <a:extLst>
                <a:ext uri="{FF2B5EF4-FFF2-40B4-BE49-F238E27FC236}">
                  <a16:creationId xmlns:a16="http://schemas.microsoft.com/office/drawing/2014/main" id="{15287D29-5216-4563-B8AB-38DD50C48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718"/>
              <a:ext cx="16" cy="16"/>
            </a:xfrm>
            <a:custGeom>
              <a:avLst/>
              <a:gdLst>
                <a:gd name="T0" fmla="*/ 32 w 8"/>
                <a:gd name="T1" fmla="*/ 8 h 8"/>
                <a:gd name="T2" fmla="*/ 24 w 8"/>
                <a:gd name="T3" fmla="*/ 56 h 8"/>
                <a:gd name="T4" fmla="*/ 48 w 8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0" y="0"/>
                    <a:pt x="0" y="5"/>
                    <a:pt x="3" y="7"/>
                  </a:cubicBezTo>
                  <a:cubicBezTo>
                    <a:pt x="6" y="8"/>
                    <a:pt x="8" y="4"/>
                    <a:pt x="6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70" name="Freeform 7357">
              <a:extLst>
                <a:ext uri="{FF2B5EF4-FFF2-40B4-BE49-F238E27FC236}">
                  <a16:creationId xmlns:a16="http://schemas.microsoft.com/office/drawing/2014/main" id="{DCFE306E-F652-4A57-B63F-6783B4844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686"/>
              <a:ext cx="12" cy="8"/>
            </a:xfrm>
            <a:custGeom>
              <a:avLst/>
              <a:gdLst>
                <a:gd name="T0" fmla="*/ 8 w 6"/>
                <a:gd name="T1" fmla="*/ 8 h 4"/>
                <a:gd name="T2" fmla="*/ 0 w 6"/>
                <a:gd name="T3" fmla="*/ 16 h 4"/>
                <a:gd name="T4" fmla="*/ 48 w 6"/>
                <a:gd name="T5" fmla="*/ 24 h 4"/>
                <a:gd name="T6" fmla="*/ 24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4" y="4"/>
                    <a:pt x="6" y="3"/>
                  </a:cubicBezTo>
                  <a:cubicBezTo>
                    <a:pt x="6" y="2"/>
                    <a:pt x="5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71" name="Freeform 7358">
              <a:extLst>
                <a:ext uri="{FF2B5EF4-FFF2-40B4-BE49-F238E27FC236}">
                  <a16:creationId xmlns:a16="http://schemas.microsoft.com/office/drawing/2014/main" id="{0783FE87-EB35-4FF0-9B54-9E07CE15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1676"/>
              <a:ext cx="24" cy="14"/>
            </a:xfrm>
            <a:custGeom>
              <a:avLst/>
              <a:gdLst>
                <a:gd name="T0" fmla="*/ 40 w 12"/>
                <a:gd name="T1" fmla="*/ 0 h 7"/>
                <a:gd name="T2" fmla="*/ 56 w 12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0" y="5"/>
                    <a:pt x="12" y="7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72" name="Freeform 7359">
              <a:extLst>
                <a:ext uri="{FF2B5EF4-FFF2-40B4-BE49-F238E27FC236}">
                  <a16:creationId xmlns:a16="http://schemas.microsoft.com/office/drawing/2014/main" id="{7B38AA93-A63A-492C-80AD-B43A87AE3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58"/>
              <a:ext cx="22" cy="14"/>
            </a:xfrm>
            <a:custGeom>
              <a:avLst/>
              <a:gdLst>
                <a:gd name="T0" fmla="*/ 56 w 11"/>
                <a:gd name="T1" fmla="*/ 8 h 7"/>
                <a:gd name="T2" fmla="*/ 88 w 11"/>
                <a:gd name="T3" fmla="*/ 1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7" y="1"/>
                  </a:moveTo>
                  <a:cubicBezTo>
                    <a:pt x="0" y="0"/>
                    <a:pt x="6" y="7"/>
                    <a:pt x="1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73" name="Freeform 7360">
              <a:extLst>
                <a:ext uri="{FF2B5EF4-FFF2-40B4-BE49-F238E27FC236}">
                  <a16:creationId xmlns:a16="http://schemas.microsoft.com/office/drawing/2014/main" id="{4C6A83CD-D9E5-4B3B-A6FE-D0CC8DA62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730"/>
              <a:ext cx="16" cy="12"/>
            </a:xfrm>
            <a:custGeom>
              <a:avLst/>
              <a:gdLst>
                <a:gd name="T0" fmla="*/ 40 w 8"/>
                <a:gd name="T1" fmla="*/ 16 h 6"/>
                <a:gd name="T2" fmla="*/ 8 w 8"/>
                <a:gd name="T3" fmla="*/ 32 h 6"/>
                <a:gd name="T4" fmla="*/ 48 w 8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2"/>
                  </a:moveTo>
                  <a:cubicBezTo>
                    <a:pt x="4" y="0"/>
                    <a:pt x="0" y="1"/>
                    <a:pt x="1" y="4"/>
                  </a:cubicBezTo>
                  <a:cubicBezTo>
                    <a:pt x="1" y="6"/>
                    <a:pt x="8" y="4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74" name="Freeform 7361">
              <a:extLst>
                <a:ext uri="{FF2B5EF4-FFF2-40B4-BE49-F238E27FC236}">
                  <a16:creationId xmlns:a16="http://schemas.microsoft.com/office/drawing/2014/main" id="{EB3D53B6-06BC-4109-9F38-9EC39C2D0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710"/>
              <a:ext cx="8" cy="10"/>
            </a:xfrm>
            <a:custGeom>
              <a:avLst/>
              <a:gdLst>
                <a:gd name="T0" fmla="*/ 0 w 4"/>
                <a:gd name="T1" fmla="*/ 8 h 5"/>
                <a:gd name="T2" fmla="*/ 24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5"/>
                    <a:pt x="4" y="3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75" name="Freeform 7362">
              <a:extLst>
                <a:ext uri="{FF2B5EF4-FFF2-40B4-BE49-F238E27FC236}">
                  <a16:creationId xmlns:a16="http://schemas.microsoft.com/office/drawing/2014/main" id="{F9496BF4-F335-4B3D-867C-8DAC67A4F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692"/>
              <a:ext cx="30" cy="12"/>
            </a:xfrm>
            <a:custGeom>
              <a:avLst/>
              <a:gdLst>
                <a:gd name="T0" fmla="*/ 64 w 15"/>
                <a:gd name="T1" fmla="*/ 0 h 6"/>
                <a:gd name="T2" fmla="*/ 88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8" y="0"/>
                  </a:moveTo>
                  <a:cubicBezTo>
                    <a:pt x="0" y="0"/>
                    <a:pt x="15" y="6"/>
                    <a:pt x="1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76" name="Freeform 7363">
              <a:extLst>
                <a:ext uri="{FF2B5EF4-FFF2-40B4-BE49-F238E27FC236}">
                  <a16:creationId xmlns:a16="http://schemas.microsoft.com/office/drawing/2014/main" id="{47D73ED8-76A3-4FCD-9C87-85B5CDE77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680"/>
              <a:ext cx="16" cy="12"/>
            </a:xfrm>
            <a:custGeom>
              <a:avLst/>
              <a:gdLst>
                <a:gd name="T0" fmla="*/ 40 w 8"/>
                <a:gd name="T1" fmla="*/ 16 h 6"/>
                <a:gd name="T2" fmla="*/ 32 w 8"/>
                <a:gd name="T3" fmla="*/ 0 h 6"/>
                <a:gd name="T4" fmla="*/ 56 w 8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2"/>
                  </a:moveTo>
                  <a:cubicBezTo>
                    <a:pt x="5" y="1"/>
                    <a:pt x="4" y="1"/>
                    <a:pt x="4" y="0"/>
                  </a:cubicBezTo>
                  <a:cubicBezTo>
                    <a:pt x="0" y="3"/>
                    <a:pt x="8" y="6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77" name="Freeform 7364">
              <a:extLst>
                <a:ext uri="{FF2B5EF4-FFF2-40B4-BE49-F238E27FC236}">
                  <a16:creationId xmlns:a16="http://schemas.microsoft.com/office/drawing/2014/main" id="{AEBCDB25-31CF-49BE-A78C-DE2053508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710"/>
              <a:ext cx="12" cy="12"/>
            </a:xfrm>
            <a:custGeom>
              <a:avLst/>
              <a:gdLst>
                <a:gd name="T0" fmla="*/ 8 w 6"/>
                <a:gd name="T1" fmla="*/ 24 h 6"/>
                <a:gd name="T2" fmla="*/ 0 w 6"/>
                <a:gd name="T3" fmla="*/ 48 h 6"/>
                <a:gd name="T4" fmla="*/ 48 w 6"/>
                <a:gd name="T5" fmla="*/ 32 h 6"/>
                <a:gd name="T6" fmla="*/ 16 w 6"/>
                <a:gd name="T7" fmla="*/ 1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2" y="6"/>
                    <a:pt x="4" y="4"/>
                    <a:pt x="6" y="4"/>
                  </a:cubicBezTo>
                  <a:cubicBezTo>
                    <a:pt x="6" y="2"/>
                    <a:pt x="3" y="0"/>
                    <a:pt x="2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78" name="Freeform 7365">
              <a:extLst>
                <a:ext uri="{FF2B5EF4-FFF2-40B4-BE49-F238E27FC236}">
                  <a16:creationId xmlns:a16="http://schemas.microsoft.com/office/drawing/2014/main" id="{0005CD0E-9864-4282-82C9-580A73359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674"/>
              <a:ext cx="12" cy="12"/>
            </a:xfrm>
            <a:custGeom>
              <a:avLst/>
              <a:gdLst>
                <a:gd name="T0" fmla="*/ 8 w 6"/>
                <a:gd name="T1" fmla="*/ 24 h 6"/>
                <a:gd name="T2" fmla="*/ 8 w 6"/>
                <a:gd name="T3" fmla="*/ 48 h 6"/>
                <a:gd name="T4" fmla="*/ 24 w 6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5" y="6"/>
                    <a:pt x="6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79" name="Freeform 7366">
              <a:extLst>
                <a:ext uri="{FF2B5EF4-FFF2-40B4-BE49-F238E27FC236}">
                  <a16:creationId xmlns:a16="http://schemas.microsoft.com/office/drawing/2014/main" id="{5FF354EE-1AF7-4211-948D-FB38C123E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756"/>
              <a:ext cx="14" cy="10"/>
            </a:xfrm>
            <a:custGeom>
              <a:avLst/>
              <a:gdLst>
                <a:gd name="T0" fmla="*/ 16 w 7"/>
                <a:gd name="T1" fmla="*/ 8 h 5"/>
                <a:gd name="T2" fmla="*/ 0 w 7"/>
                <a:gd name="T3" fmla="*/ 40 h 5"/>
                <a:gd name="T4" fmla="*/ 2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7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80" name="Freeform 7367">
              <a:extLst>
                <a:ext uri="{FF2B5EF4-FFF2-40B4-BE49-F238E27FC236}">
                  <a16:creationId xmlns:a16="http://schemas.microsoft.com/office/drawing/2014/main" id="{5EEC7ACE-6BB3-43B2-8342-3B42A662E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726"/>
              <a:ext cx="28" cy="18"/>
            </a:xfrm>
            <a:custGeom>
              <a:avLst/>
              <a:gdLst>
                <a:gd name="T0" fmla="*/ 56 w 14"/>
                <a:gd name="T1" fmla="*/ 0 h 9"/>
                <a:gd name="T2" fmla="*/ 56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0" y="9"/>
                    <a:pt x="14" y="1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81" name="Freeform 7368">
              <a:extLst>
                <a:ext uri="{FF2B5EF4-FFF2-40B4-BE49-F238E27FC236}">
                  <a16:creationId xmlns:a16="http://schemas.microsoft.com/office/drawing/2014/main" id="{1B778644-145C-477E-B3D9-634E0C35B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90"/>
              <a:ext cx="16" cy="12"/>
            </a:xfrm>
            <a:custGeom>
              <a:avLst/>
              <a:gdLst>
                <a:gd name="T0" fmla="*/ 24 w 8"/>
                <a:gd name="T1" fmla="*/ 8 h 6"/>
                <a:gd name="T2" fmla="*/ 4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0" y="6"/>
                    <a:pt x="8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82" name="Freeform 7369">
              <a:extLst>
                <a:ext uri="{FF2B5EF4-FFF2-40B4-BE49-F238E27FC236}">
                  <a16:creationId xmlns:a16="http://schemas.microsoft.com/office/drawing/2014/main" id="{EA0A3B9E-96FB-43BD-834C-F57D82EC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742"/>
              <a:ext cx="24" cy="20"/>
            </a:xfrm>
            <a:custGeom>
              <a:avLst/>
              <a:gdLst>
                <a:gd name="T0" fmla="*/ 24 w 12"/>
                <a:gd name="T1" fmla="*/ 32 h 10"/>
                <a:gd name="T2" fmla="*/ 40 w 12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3" y="4"/>
                  </a:moveTo>
                  <a:cubicBezTo>
                    <a:pt x="0" y="10"/>
                    <a:pt x="12" y="0"/>
                    <a:pt x="5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83" name="Freeform 7370">
              <a:extLst>
                <a:ext uri="{FF2B5EF4-FFF2-40B4-BE49-F238E27FC236}">
                  <a16:creationId xmlns:a16="http://schemas.microsoft.com/office/drawing/2014/main" id="{BCFAAF36-DBCD-41FA-B0B0-0551F981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782"/>
              <a:ext cx="12" cy="14"/>
            </a:xfrm>
            <a:custGeom>
              <a:avLst/>
              <a:gdLst>
                <a:gd name="T0" fmla="*/ 24 w 6"/>
                <a:gd name="T1" fmla="*/ 16 h 7"/>
                <a:gd name="T2" fmla="*/ 32 w 6"/>
                <a:gd name="T3" fmla="*/ 40 h 7"/>
                <a:gd name="T4" fmla="*/ 24 w 6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2"/>
                  </a:moveTo>
                  <a:cubicBezTo>
                    <a:pt x="0" y="2"/>
                    <a:pt x="1" y="7"/>
                    <a:pt x="4" y="5"/>
                  </a:cubicBezTo>
                  <a:cubicBezTo>
                    <a:pt x="6" y="3"/>
                    <a:pt x="6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84" name="Freeform 7371">
              <a:extLst>
                <a:ext uri="{FF2B5EF4-FFF2-40B4-BE49-F238E27FC236}">
                  <a16:creationId xmlns:a16="http://schemas.microsoft.com/office/drawing/2014/main" id="{79D73712-DDB3-4E4E-9A7B-5A32FD1E5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776"/>
              <a:ext cx="10" cy="12"/>
            </a:xfrm>
            <a:custGeom>
              <a:avLst/>
              <a:gdLst>
                <a:gd name="T0" fmla="*/ 8 w 5"/>
                <a:gd name="T1" fmla="*/ 16 h 6"/>
                <a:gd name="T2" fmla="*/ 8 w 5"/>
                <a:gd name="T3" fmla="*/ 48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3"/>
                    <a:pt x="0" y="5"/>
                    <a:pt x="1" y="6"/>
                  </a:cubicBezTo>
                  <a:cubicBezTo>
                    <a:pt x="5" y="5"/>
                    <a:pt x="5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85" name="Freeform 7372">
              <a:extLst>
                <a:ext uri="{FF2B5EF4-FFF2-40B4-BE49-F238E27FC236}">
                  <a16:creationId xmlns:a16="http://schemas.microsoft.com/office/drawing/2014/main" id="{986C0F67-3E92-44C9-A82A-BFEA80FB6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756"/>
              <a:ext cx="28" cy="12"/>
            </a:xfrm>
            <a:custGeom>
              <a:avLst/>
              <a:gdLst>
                <a:gd name="T0" fmla="*/ 80 w 14"/>
                <a:gd name="T1" fmla="*/ 0 h 6"/>
                <a:gd name="T2" fmla="*/ 96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0" y="0"/>
                  </a:moveTo>
                  <a:cubicBezTo>
                    <a:pt x="0" y="6"/>
                    <a:pt x="14" y="5"/>
                    <a:pt x="1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86" name="Freeform 7373">
              <a:extLst>
                <a:ext uri="{FF2B5EF4-FFF2-40B4-BE49-F238E27FC236}">
                  <a16:creationId xmlns:a16="http://schemas.microsoft.com/office/drawing/2014/main" id="{598C9398-1EFB-426F-A967-97D47CE03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1814"/>
              <a:ext cx="12" cy="10"/>
            </a:xfrm>
            <a:custGeom>
              <a:avLst/>
              <a:gdLst>
                <a:gd name="T0" fmla="*/ 16 w 6"/>
                <a:gd name="T1" fmla="*/ 0 h 5"/>
                <a:gd name="T2" fmla="*/ 8 w 6"/>
                <a:gd name="T3" fmla="*/ 40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3" y="5"/>
                    <a:pt x="6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87" name="Freeform 7374">
              <a:extLst>
                <a:ext uri="{FF2B5EF4-FFF2-40B4-BE49-F238E27FC236}">
                  <a16:creationId xmlns:a16="http://schemas.microsoft.com/office/drawing/2014/main" id="{4D7FA52B-CBA2-4500-9B5D-033C420D6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824"/>
              <a:ext cx="10" cy="12"/>
            </a:xfrm>
            <a:custGeom>
              <a:avLst/>
              <a:gdLst>
                <a:gd name="T0" fmla="*/ 16 w 5"/>
                <a:gd name="T1" fmla="*/ 16 h 6"/>
                <a:gd name="T2" fmla="*/ 8 w 5"/>
                <a:gd name="T3" fmla="*/ 48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1" y="3"/>
                    <a:pt x="0" y="5"/>
                    <a:pt x="1" y="6"/>
                  </a:cubicBezTo>
                  <a:cubicBezTo>
                    <a:pt x="4" y="6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88" name="Freeform 7375">
              <a:extLst>
                <a:ext uri="{FF2B5EF4-FFF2-40B4-BE49-F238E27FC236}">
                  <a16:creationId xmlns:a16="http://schemas.microsoft.com/office/drawing/2014/main" id="{F31A4598-BF52-4E77-A5F5-37F14C400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834"/>
              <a:ext cx="10" cy="8"/>
            </a:xfrm>
            <a:custGeom>
              <a:avLst/>
              <a:gdLst>
                <a:gd name="T0" fmla="*/ 0 w 5"/>
                <a:gd name="T1" fmla="*/ 8 h 4"/>
                <a:gd name="T2" fmla="*/ 8 w 5"/>
                <a:gd name="T3" fmla="*/ 32 h 4"/>
                <a:gd name="T4" fmla="*/ 40 w 5"/>
                <a:gd name="T5" fmla="*/ 0 h 4"/>
                <a:gd name="T6" fmla="*/ 32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2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89" name="Freeform 7376">
              <a:extLst>
                <a:ext uri="{FF2B5EF4-FFF2-40B4-BE49-F238E27FC236}">
                  <a16:creationId xmlns:a16="http://schemas.microsoft.com/office/drawing/2014/main" id="{50752AF8-512C-444D-BC80-3869B847B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878"/>
              <a:ext cx="16" cy="14"/>
            </a:xfrm>
            <a:custGeom>
              <a:avLst/>
              <a:gdLst>
                <a:gd name="T0" fmla="*/ 24 w 8"/>
                <a:gd name="T1" fmla="*/ 0 h 7"/>
                <a:gd name="T2" fmla="*/ 40 w 8"/>
                <a:gd name="T3" fmla="*/ 40 h 7"/>
                <a:gd name="T4" fmla="*/ 48 w 8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0" y="2"/>
                    <a:pt x="1" y="7"/>
                    <a:pt x="5" y="5"/>
                  </a:cubicBezTo>
                  <a:cubicBezTo>
                    <a:pt x="7" y="4"/>
                    <a:pt x="8" y="1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90" name="Freeform 7377">
              <a:extLst>
                <a:ext uri="{FF2B5EF4-FFF2-40B4-BE49-F238E27FC236}">
                  <a16:creationId xmlns:a16="http://schemas.microsoft.com/office/drawing/2014/main" id="{45BA44FF-92C5-4463-827B-D8F276452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908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40 h 5"/>
                <a:gd name="T4" fmla="*/ 32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91" name="Freeform 7378">
              <a:extLst>
                <a:ext uri="{FF2B5EF4-FFF2-40B4-BE49-F238E27FC236}">
                  <a16:creationId xmlns:a16="http://schemas.microsoft.com/office/drawing/2014/main" id="{F0762F4C-D17B-4500-BCB8-9E71E2BCB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958"/>
              <a:ext cx="8" cy="12"/>
            </a:xfrm>
            <a:custGeom>
              <a:avLst/>
              <a:gdLst>
                <a:gd name="T0" fmla="*/ 16 w 4"/>
                <a:gd name="T1" fmla="*/ 0 h 6"/>
                <a:gd name="T2" fmla="*/ 0 w 4"/>
                <a:gd name="T3" fmla="*/ 48 h 6"/>
                <a:gd name="T4" fmla="*/ 16 w 4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1"/>
                    <a:pt x="0" y="4"/>
                    <a:pt x="0" y="6"/>
                  </a:cubicBezTo>
                  <a:cubicBezTo>
                    <a:pt x="3" y="5"/>
                    <a:pt x="4" y="3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92" name="Freeform 7379">
              <a:extLst>
                <a:ext uri="{FF2B5EF4-FFF2-40B4-BE49-F238E27FC236}">
                  <a16:creationId xmlns:a16="http://schemas.microsoft.com/office/drawing/2014/main" id="{C0918C7A-C9FB-4C96-B0D8-A64486DDF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994"/>
              <a:ext cx="6" cy="8"/>
            </a:xfrm>
            <a:custGeom>
              <a:avLst/>
              <a:gdLst>
                <a:gd name="T0" fmla="*/ 8 w 3"/>
                <a:gd name="T1" fmla="*/ 8 h 4"/>
                <a:gd name="T2" fmla="*/ 8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2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93" name="Freeform 7380">
              <a:extLst>
                <a:ext uri="{FF2B5EF4-FFF2-40B4-BE49-F238E27FC236}">
                  <a16:creationId xmlns:a16="http://schemas.microsoft.com/office/drawing/2014/main" id="{50456175-F18C-456A-AEFF-BDA7037E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042"/>
              <a:ext cx="8" cy="13"/>
            </a:xfrm>
            <a:custGeom>
              <a:avLst/>
              <a:gdLst>
                <a:gd name="T0" fmla="*/ 24 w 4"/>
                <a:gd name="T1" fmla="*/ 0 h 6"/>
                <a:gd name="T2" fmla="*/ 8 w 4"/>
                <a:gd name="T3" fmla="*/ 61 h 6"/>
                <a:gd name="T4" fmla="*/ 16 w 4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0" y="1"/>
                    <a:pt x="0" y="4"/>
                    <a:pt x="1" y="6"/>
                  </a:cubicBezTo>
                  <a:cubicBezTo>
                    <a:pt x="4" y="6"/>
                    <a:pt x="4" y="3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94" name="Freeform 7381">
              <a:extLst>
                <a:ext uri="{FF2B5EF4-FFF2-40B4-BE49-F238E27FC236}">
                  <a16:creationId xmlns:a16="http://schemas.microsoft.com/office/drawing/2014/main" id="{17957FBB-2AFD-4885-802C-E15426491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014"/>
              <a:ext cx="8" cy="8"/>
            </a:xfrm>
            <a:custGeom>
              <a:avLst/>
              <a:gdLst>
                <a:gd name="T0" fmla="*/ 8 w 4"/>
                <a:gd name="T1" fmla="*/ 16 h 4"/>
                <a:gd name="T2" fmla="*/ 8 w 4"/>
                <a:gd name="T3" fmla="*/ 32 h 4"/>
                <a:gd name="T4" fmla="*/ 8 w 4"/>
                <a:gd name="T5" fmla="*/ 0 h 4"/>
                <a:gd name="T6" fmla="*/ 0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4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95" name="Freeform 7382">
              <a:extLst>
                <a:ext uri="{FF2B5EF4-FFF2-40B4-BE49-F238E27FC236}">
                  <a16:creationId xmlns:a16="http://schemas.microsoft.com/office/drawing/2014/main" id="{37D6A587-361A-40CA-91E7-F5FB84179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069"/>
              <a:ext cx="12" cy="10"/>
            </a:xfrm>
            <a:custGeom>
              <a:avLst/>
              <a:gdLst>
                <a:gd name="T0" fmla="*/ 24 w 6"/>
                <a:gd name="T1" fmla="*/ 8 h 5"/>
                <a:gd name="T2" fmla="*/ 24 w 6"/>
                <a:gd name="T3" fmla="*/ 40 h 5"/>
                <a:gd name="T4" fmla="*/ 32 w 6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0"/>
                    <a:pt x="0" y="5"/>
                    <a:pt x="3" y="5"/>
                  </a:cubicBezTo>
                  <a:cubicBezTo>
                    <a:pt x="6" y="5"/>
                    <a:pt x="5" y="2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96" name="Freeform 7383">
              <a:extLst>
                <a:ext uri="{FF2B5EF4-FFF2-40B4-BE49-F238E27FC236}">
                  <a16:creationId xmlns:a16="http://schemas.microsoft.com/office/drawing/2014/main" id="{29DC4F31-FBEF-45B1-BF20-DDF6A8029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050"/>
              <a:ext cx="8" cy="11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53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4"/>
                    <a:pt x="4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97" name="Freeform 7384">
              <a:extLst>
                <a:ext uri="{FF2B5EF4-FFF2-40B4-BE49-F238E27FC236}">
                  <a16:creationId xmlns:a16="http://schemas.microsoft.com/office/drawing/2014/main" id="{4925DBAD-EE94-4087-A37E-2E00A33F3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022"/>
              <a:ext cx="10" cy="10"/>
            </a:xfrm>
            <a:custGeom>
              <a:avLst/>
              <a:gdLst>
                <a:gd name="T0" fmla="*/ 16 w 5"/>
                <a:gd name="T1" fmla="*/ 0 h 5"/>
                <a:gd name="T2" fmla="*/ 24 w 5"/>
                <a:gd name="T3" fmla="*/ 32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5"/>
                    <a:pt x="3" y="4"/>
                  </a:cubicBezTo>
                  <a:cubicBezTo>
                    <a:pt x="5" y="3"/>
                    <a:pt x="4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98" name="Freeform 7385">
              <a:extLst>
                <a:ext uri="{FF2B5EF4-FFF2-40B4-BE49-F238E27FC236}">
                  <a16:creationId xmlns:a16="http://schemas.microsoft.com/office/drawing/2014/main" id="{0A91E273-4F83-4E3D-A1F8-A7AA896A5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984"/>
              <a:ext cx="10" cy="14"/>
            </a:xfrm>
            <a:custGeom>
              <a:avLst/>
              <a:gdLst>
                <a:gd name="T0" fmla="*/ 16 w 5"/>
                <a:gd name="T1" fmla="*/ 24 h 7"/>
                <a:gd name="T2" fmla="*/ 16 w 5"/>
                <a:gd name="T3" fmla="*/ 8 h 7"/>
                <a:gd name="T4" fmla="*/ 0 w 5"/>
                <a:gd name="T5" fmla="*/ 4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3"/>
                  </a:moveTo>
                  <a:cubicBezTo>
                    <a:pt x="0" y="3"/>
                    <a:pt x="0" y="0"/>
                    <a:pt x="2" y="1"/>
                  </a:cubicBezTo>
                  <a:cubicBezTo>
                    <a:pt x="5" y="2"/>
                    <a:pt x="3" y="7"/>
                    <a:pt x="0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899" name="Freeform 7386">
              <a:extLst>
                <a:ext uri="{FF2B5EF4-FFF2-40B4-BE49-F238E27FC236}">
                  <a16:creationId xmlns:a16="http://schemas.microsoft.com/office/drawing/2014/main" id="{5C952B65-8A9B-47F8-953B-BD0B4704F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950"/>
              <a:ext cx="12" cy="20"/>
            </a:xfrm>
            <a:custGeom>
              <a:avLst/>
              <a:gdLst>
                <a:gd name="T0" fmla="*/ 24 w 6"/>
                <a:gd name="T1" fmla="*/ 8 h 10"/>
                <a:gd name="T2" fmla="*/ 48 w 6"/>
                <a:gd name="T3" fmla="*/ 2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3" y="1"/>
                  </a:moveTo>
                  <a:cubicBezTo>
                    <a:pt x="0" y="0"/>
                    <a:pt x="1" y="10"/>
                    <a:pt x="6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00" name="Freeform 7387">
              <a:extLst>
                <a:ext uri="{FF2B5EF4-FFF2-40B4-BE49-F238E27FC236}">
                  <a16:creationId xmlns:a16="http://schemas.microsoft.com/office/drawing/2014/main" id="{CD15E270-07B9-4208-B0A6-B78BF650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902"/>
              <a:ext cx="12" cy="12"/>
            </a:xfrm>
            <a:custGeom>
              <a:avLst/>
              <a:gdLst>
                <a:gd name="T0" fmla="*/ 24 w 6"/>
                <a:gd name="T1" fmla="*/ 8 h 6"/>
                <a:gd name="T2" fmla="*/ 16 w 6"/>
                <a:gd name="T3" fmla="*/ 48 h 6"/>
                <a:gd name="T4" fmla="*/ 32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6" y="5"/>
                    <a:pt x="5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01" name="Freeform 7388">
              <a:extLst>
                <a:ext uri="{FF2B5EF4-FFF2-40B4-BE49-F238E27FC236}">
                  <a16:creationId xmlns:a16="http://schemas.microsoft.com/office/drawing/2014/main" id="{9E7186DE-B512-4A4D-94C9-825F0074A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874"/>
              <a:ext cx="8" cy="6"/>
            </a:xfrm>
            <a:custGeom>
              <a:avLst/>
              <a:gdLst>
                <a:gd name="T0" fmla="*/ 16 w 4"/>
                <a:gd name="T1" fmla="*/ 0 h 3"/>
                <a:gd name="T2" fmla="*/ 16 w 4"/>
                <a:gd name="T3" fmla="*/ 24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4" y="3"/>
                    <a:pt x="4" y="2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02" name="Freeform 7389">
              <a:extLst>
                <a:ext uri="{FF2B5EF4-FFF2-40B4-BE49-F238E27FC236}">
                  <a16:creationId xmlns:a16="http://schemas.microsoft.com/office/drawing/2014/main" id="{3FDD8218-905E-4EE3-BCAA-29A6C7C8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802"/>
              <a:ext cx="10" cy="14"/>
            </a:xfrm>
            <a:custGeom>
              <a:avLst/>
              <a:gdLst>
                <a:gd name="T0" fmla="*/ 24 w 5"/>
                <a:gd name="T1" fmla="*/ 0 h 7"/>
                <a:gd name="T2" fmla="*/ 0 w 5"/>
                <a:gd name="T3" fmla="*/ 24 h 7"/>
                <a:gd name="T4" fmla="*/ 40 w 5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2" y="7"/>
                    <a:pt x="4" y="4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03" name="Freeform 7390">
              <a:extLst>
                <a:ext uri="{FF2B5EF4-FFF2-40B4-BE49-F238E27FC236}">
                  <a16:creationId xmlns:a16="http://schemas.microsoft.com/office/drawing/2014/main" id="{7AD94A5D-BAD4-4CE5-8FC2-8F61EF5F7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860"/>
              <a:ext cx="12" cy="16"/>
            </a:xfrm>
            <a:custGeom>
              <a:avLst/>
              <a:gdLst>
                <a:gd name="T0" fmla="*/ 32 w 6"/>
                <a:gd name="T1" fmla="*/ 8 h 8"/>
                <a:gd name="T2" fmla="*/ 0 w 6"/>
                <a:gd name="T3" fmla="*/ 40 h 8"/>
                <a:gd name="T4" fmla="*/ 4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1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3" y="8"/>
                    <a:pt x="6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04" name="Freeform 7391">
              <a:extLst>
                <a:ext uri="{FF2B5EF4-FFF2-40B4-BE49-F238E27FC236}">
                  <a16:creationId xmlns:a16="http://schemas.microsoft.com/office/drawing/2014/main" id="{C03B22F5-4DAC-4548-80B6-D22C7D9DC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946"/>
              <a:ext cx="6" cy="6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4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2" y="3"/>
                    <a:pt x="3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05" name="Freeform 7392">
              <a:extLst>
                <a:ext uri="{FF2B5EF4-FFF2-40B4-BE49-F238E27FC236}">
                  <a16:creationId xmlns:a16="http://schemas.microsoft.com/office/drawing/2014/main" id="{6EC6D260-21A0-4CA4-8C06-BF26962F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974"/>
              <a:ext cx="8" cy="10"/>
            </a:xfrm>
            <a:custGeom>
              <a:avLst/>
              <a:gdLst>
                <a:gd name="T0" fmla="*/ 8 w 4"/>
                <a:gd name="T1" fmla="*/ 8 h 5"/>
                <a:gd name="T2" fmla="*/ 16 w 4"/>
                <a:gd name="T3" fmla="*/ 32 h 5"/>
                <a:gd name="T4" fmla="*/ 8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5"/>
                    <a:pt x="2" y="4"/>
                  </a:cubicBezTo>
                  <a:cubicBezTo>
                    <a:pt x="4" y="3"/>
                    <a:pt x="3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06" name="Freeform 7393">
              <a:extLst>
                <a:ext uri="{FF2B5EF4-FFF2-40B4-BE49-F238E27FC236}">
                  <a16:creationId xmlns:a16="http://schemas.microsoft.com/office/drawing/2014/main" id="{3CEFA183-D622-4FA0-AD1C-3AA117B07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012"/>
              <a:ext cx="10" cy="12"/>
            </a:xfrm>
            <a:custGeom>
              <a:avLst/>
              <a:gdLst>
                <a:gd name="T0" fmla="*/ 8 w 5"/>
                <a:gd name="T1" fmla="*/ 8 h 6"/>
                <a:gd name="T2" fmla="*/ 8 w 5"/>
                <a:gd name="T3" fmla="*/ 40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4" y="6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07" name="Freeform 7394">
              <a:extLst>
                <a:ext uri="{FF2B5EF4-FFF2-40B4-BE49-F238E27FC236}">
                  <a16:creationId xmlns:a16="http://schemas.microsoft.com/office/drawing/2014/main" id="{713D2F15-9E62-456C-88FF-7CD96BF83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694"/>
              <a:ext cx="6" cy="6"/>
            </a:xfrm>
            <a:custGeom>
              <a:avLst/>
              <a:gdLst>
                <a:gd name="T0" fmla="*/ 8 w 3"/>
                <a:gd name="T1" fmla="*/ 8 h 3"/>
                <a:gd name="T2" fmla="*/ 8 w 3"/>
                <a:gd name="T3" fmla="*/ 24 h 3"/>
                <a:gd name="T4" fmla="*/ 24 w 3"/>
                <a:gd name="T5" fmla="*/ 0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3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08" name="Freeform 7395">
              <a:extLst>
                <a:ext uri="{FF2B5EF4-FFF2-40B4-BE49-F238E27FC236}">
                  <a16:creationId xmlns:a16="http://schemas.microsoft.com/office/drawing/2014/main" id="{31F8DA18-B886-47A2-AA5C-4972FB800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16"/>
              <a:ext cx="12" cy="8"/>
            </a:xfrm>
            <a:custGeom>
              <a:avLst/>
              <a:gdLst>
                <a:gd name="T0" fmla="*/ 24 w 6"/>
                <a:gd name="T1" fmla="*/ 8 h 4"/>
                <a:gd name="T2" fmla="*/ 8 w 6"/>
                <a:gd name="T3" fmla="*/ 32 h 4"/>
                <a:gd name="T4" fmla="*/ 24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3" y="4"/>
                    <a:pt x="6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09" name="Freeform 7396">
              <a:extLst>
                <a:ext uri="{FF2B5EF4-FFF2-40B4-BE49-F238E27FC236}">
                  <a16:creationId xmlns:a16="http://schemas.microsoft.com/office/drawing/2014/main" id="{8B249293-CE9E-46A9-BD25-B35C26FC5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650"/>
              <a:ext cx="14" cy="12"/>
            </a:xfrm>
            <a:custGeom>
              <a:avLst/>
              <a:gdLst>
                <a:gd name="T0" fmla="*/ 40 w 7"/>
                <a:gd name="T1" fmla="*/ 0 h 6"/>
                <a:gd name="T2" fmla="*/ 16 w 7"/>
                <a:gd name="T3" fmla="*/ 32 h 6"/>
                <a:gd name="T4" fmla="*/ 48 w 7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3" y="0"/>
                    <a:pt x="0" y="3"/>
                    <a:pt x="2" y="4"/>
                  </a:cubicBezTo>
                  <a:cubicBezTo>
                    <a:pt x="4" y="6"/>
                    <a:pt x="7" y="3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10" name="Freeform 7397">
              <a:extLst>
                <a:ext uri="{FF2B5EF4-FFF2-40B4-BE49-F238E27FC236}">
                  <a16:creationId xmlns:a16="http://schemas.microsoft.com/office/drawing/2014/main" id="{A6576A70-E69F-45EA-A730-171F84510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656"/>
              <a:ext cx="6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16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11" name="Freeform 7398">
              <a:extLst>
                <a:ext uri="{FF2B5EF4-FFF2-40B4-BE49-F238E27FC236}">
                  <a16:creationId xmlns:a16="http://schemas.microsoft.com/office/drawing/2014/main" id="{5997AD2E-B823-4171-8A4A-BEAD5D0D4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638"/>
              <a:ext cx="8" cy="8"/>
            </a:xfrm>
            <a:custGeom>
              <a:avLst/>
              <a:gdLst>
                <a:gd name="T0" fmla="*/ 24 w 4"/>
                <a:gd name="T1" fmla="*/ 0 h 4"/>
                <a:gd name="T2" fmla="*/ 32 w 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0" y="2"/>
                    <a:pt x="4" y="4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12" name="Freeform 7399">
              <a:extLst>
                <a:ext uri="{FF2B5EF4-FFF2-40B4-BE49-F238E27FC236}">
                  <a16:creationId xmlns:a16="http://schemas.microsoft.com/office/drawing/2014/main" id="{D3550862-3DD7-4264-A0B2-DB8FD09B5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650"/>
              <a:ext cx="34" cy="12"/>
            </a:xfrm>
            <a:custGeom>
              <a:avLst/>
              <a:gdLst>
                <a:gd name="T0" fmla="*/ 64 w 17"/>
                <a:gd name="T1" fmla="*/ 0 h 6"/>
                <a:gd name="T2" fmla="*/ 80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8" y="0"/>
                  </a:moveTo>
                  <a:cubicBezTo>
                    <a:pt x="0" y="3"/>
                    <a:pt x="17" y="6"/>
                    <a:pt x="1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13" name="Freeform 7400">
              <a:extLst>
                <a:ext uri="{FF2B5EF4-FFF2-40B4-BE49-F238E27FC236}">
                  <a16:creationId xmlns:a16="http://schemas.microsoft.com/office/drawing/2014/main" id="{6B2B94BE-B1F3-4084-A3DB-2E0BA2736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686"/>
              <a:ext cx="18" cy="10"/>
            </a:xfrm>
            <a:custGeom>
              <a:avLst/>
              <a:gdLst>
                <a:gd name="T0" fmla="*/ 24 w 9"/>
                <a:gd name="T1" fmla="*/ 0 h 5"/>
                <a:gd name="T2" fmla="*/ 4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14" name="Freeform 7401">
              <a:extLst>
                <a:ext uri="{FF2B5EF4-FFF2-40B4-BE49-F238E27FC236}">
                  <a16:creationId xmlns:a16="http://schemas.microsoft.com/office/drawing/2014/main" id="{C922BA4C-5ECB-4DB6-941D-BBE788AB3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728"/>
              <a:ext cx="10" cy="8"/>
            </a:xfrm>
            <a:custGeom>
              <a:avLst/>
              <a:gdLst>
                <a:gd name="T0" fmla="*/ 8 w 5"/>
                <a:gd name="T1" fmla="*/ 8 h 4"/>
                <a:gd name="T2" fmla="*/ 8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4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15" name="Freeform 7402">
              <a:extLst>
                <a:ext uri="{FF2B5EF4-FFF2-40B4-BE49-F238E27FC236}">
                  <a16:creationId xmlns:a16="http://schemas.microsoft.com/office/drawing/2014/main" id="{7314B086-4EE1-4692-A632-61D047CA3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740"/>
              <a:ext cx="28" cy="8"/>
            </a:xfrm>
            <a:custGeom>
              <a:avLst/>
              <a:gdLst>
                <a:gd name="T0" fmla="*/ 48 w 14"/>
                <a:gd name="T1" fmla="*/ 0 h 4"/>
                <a:gd name="T2" fmla="*/ 64 w 1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6" y="0"/>
                  </a:moveTo>
                  <a:cubicBezTo>
                    <a:pt x="0" y="4"/>
                    <a:pt x="14" y="4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16" name="Freeform 7403">
              <a:extLst>
                <a:ext uri="{FF2B5EF4-FFF2-40B4-BE49-F238E27FC236}">
                  <a16:creationId xmlns:a16="http://schemas.microsoft.com/office/drawing/2014/main" id="{1DD315A0-47F3-4F8F-9A8C-267FCE175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58"/>
              <a:ext cx="8" cy="8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4" y="3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17" name="Freeform 7404">
              <a:extLst>
                <a:ext uri="{FF2B5EF4-FFF2-40B4-BE49-F238E27FC236}">
                  <a16:creationId xmlns:a16="http://schemas.microsoft.com/office/drawing/2014/main" id="{095DD843-5AA6-40E4-8E0F-84FD877A8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746"/>
              <a:ext cx="8" cy="8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3"/>
                    <a:pt x="4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18" name="Freeform 7405">
              <a:extLst>
                <a:ext uri="{FF2B5EF4-FFF2-40B4-BE49-F238E27FC236}">
                  <a16:creationId xmlns:a16="http://schemas.microsoft.com/office/drawing/2014/main" id="{A4616E70-0C61-49EF-9F12-2E06A1D81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718"/>
              <a:ext cx="4" cy="6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24 h 3"/>
                <a:gd name="T4" fmla="*/ 16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19" name="Freeform 7406">
              <a:extLst>
                <a:ext uri="{FF2B5EF4-FFF2-40B4-BE49-F238E27FC236}">
                  <a16:creationId xmlns:a16="http://schemas.microsoft.com/office/drawing/2014/main" id="{41523F5B-F314-4F70-9821-48BE0C368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696"/>
              <a:ext cx="10" cy="8"/>
            </a:xfrm>
            <a:custGeom>
              <a:avLst/>
              <a:gdLst>
                <a:gd name="T0" fmla="*/ 24 w 5"/>
                <a:gd name="T1" fmla="*/ 8 h 4"/>
                <a:gd name="T2" fmla="*/ 0 w 5"/>
                <a:gd name="T3" fmla="*/ 0 h 4"/>
                <a:gd name="T4" fmla="*/ 40 w 5"/>
                <a:gd name="T5" fmla="*/ 2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0" y="3"/>
                    <a:pt x="3" y="4"/>
                    <a:pt x="5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20" name="Freeform 7407">
              <a:extLst>
                <a:ext uri="{FF2B5EF4-FFF2-40B4-BE49-F238E27FC236}">
                  <a16:creationId xmlns:a16="http://schemas.microsoft.com/office/drawing/2014/main" id="{04D00F53-24CD-4762-BF7E-7D0F9B35E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752"/>
              <a:ext cx="30" cy="10"/>
            </a:xfrm>
            <a:custGeom>
              <a:avLst/>
              <a:gdLst>
                <a:gd name="T0" fmla="*/ 48 w 15"/>
                <a:gd name="T1" fmla="*/ 0 h 5"/>
                <a:gd name="T2" fmla="*/ 72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6" y="0"/>
                  </a:moveTo>
                  <a:cubicBezTo>
                    <a:pt x="0" y="3"/>
                    <a:pt x="15" y="5"/>
                    <a:pt x="9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21" name="Freeform 7408">
              <a:extLst>
                <a:ext uri="{FF2B5EF4-FFF2-40B4-BE49-F238E27FC236}">
                  <a16:creationId xmlns:a16="http://schemas.microsoft.com/office/drawing/2014/main" id="{9447D9CF-0D67-4319-9E26-4CF5B01F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802"/>
              <a:ext cx="18" cy="12"/>
            </a:xfrm>
            <a:custGeom>
              <a:avLst/>
              <a:gdLst>
                <a:gd name="T0" fmla="*/ 32 w 9"/>
                <a:gd name="T1" fmla="*/ 0 h 6"/>
                <a:gd name="T2" fmla="*/ 56 w 9"/>
                <a:gd name="T3" fmla="*/ 1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4" y="0"/>
                  </a:moveTo>
                  <a:cubicBezTo>
                    <a:pt x="0" y="6"/>
                    <a:pt x="9" y="5"/>
                    <a:pt x="7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22" name="Freeform 7409">
              <a:extLst>
                <a:ext uri="{FF2B5EF4-FFF2-40B4-BE49-F238E27FC236}">
                  <a16:creationId xmlns:a16="http://schemas.microsoft.com/office/drawing/2014/main" id="{C0DC520F-13DB-46C8-A0DD-B7276C081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868"/>
              <a:ext cx="14" cy="10"/>
            </a:xfrm>
            <a:custGeom>
              <a:avLst/>
              <a:gdLst>
                <a:gd name="T0" fmla="*/ 40 w 7"/>
                <a:gd name="T1" fmla="*/ 8 h 5"/>
                <a:gd name="T2" fmla="*/ 32 w 7"/>
                <a:gd name="T3" fmla="*/ 0 h 5"/>
                <a:gd name="T4" fmla="*/ 56 w 7"/>
                <a:gd name="T5" fmla="*/ 32 h 5"/>
                <a:gd name="T6" fmla="*/ 48 w 7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4" y="5"/>
                    <a:pt x="7" y="4"/>
                  </a:cubicBezTo>
                  <a:cubicBezTo>
                    <a:pt x="7" y="3"/>
                    <a:pt x="7" y="1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23" name="Freeform 7410">
              <a:extLst>
                <a:ext uri="{FF2B5EF4-FFF2-40B4-BE49-F238E27FC236}">
                  <a16:creationId xmlns:a16="http://schemas.microsoft.com/office/drawing/2014/main" id="{96F0782E-6513-42C6-A410-8E0B68A09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878"/>
              <a:ext cx="8" cy="6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3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24" name="Freeform 7411">
              <a:extLst>
                <a:ext uri="{FF2B5EF4-FFF2-40B4-BE49-F238E27FC236}">
                  <a16:creationId xmlns:a16="http://schemas.microsoft.com/office/drawing/2014/main" id="{46895D9B-6AF0-4D6D-83B5-9895493C0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904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40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0"/>
                    <a:pt x="0" y="3"/>
                    <a:pt x="1" y="5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25" name="Freeform 7412">
              <a:extLst>
                <a:ext uri="{FF2B5EF4-FFF2-40B4-BE49-F238E27FC236}">
                  <a16:creationId xmlns:a16="http://schemas.microsoft.com/office/drawing/2014/main" id="{33FAC16F-0AB8-416E-9476-529A07E37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860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32 w 4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3"/>
                    <a:pt x="4" y="5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26" name="Freeform 7413">
              <a:extLst>
                <a:ext uri="{FF2B5EF4-FFF2-40B4-BE49-F238E27FC236}">
                  <a16:creationId xmlns:a16="http://schemas.microsoft.com/office/drawing/2014/main" id="{B5C4093B-366C-4B3D-BF71-C11A104E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828"/>
              <a:ext cx="22" cy="12"/>
            </a:xfrm>
            <a:custGeom>
              <a:avLst/>
              <a:gdLst>
                <a:gd name="T0" fmla="*/ 40 w 11"/>
                <a:gd name="T1" fmla="*/ 0 h 6"/>
                <a:gd name="T2" fmla="*/ 64 w 11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3"/>
                    <a:pt x="11" y="6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27" name="Freeform 7414">
              <a:extLst>
                <a:ext uri="{FF2B5EF4-FFF2-40B4-BE49-F238E27FC236}">
                  <a16:creationId xmlns:a16="http://schemas.microsoft.com/office/drawing/2014/main" id="{A977793A-6FFE-4941-B64B-A9BB8FE5D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822"/>
              <a:ext cx="22" cy="10"/>
            </a:xfrm>
            <a:custGeom>
              <a:avLst/>
              <a:gdLst>
                <a:gd name="T0" fmla="*/ 40 w 11"/>
                <a:gd name="T1" fmla="*/ 0 h 5"/>
                <a:gd name="T2" fmla="*/ 56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0"/>
                  </a:moveTo>
                  <a:cubicBezTo>
                    <a:pt x="0" y="3"/>
                    <a:pt x="11" y="5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28" name="Freeform 7415">
              <a:extLst>
                <a:ext uri="{FF2B5EF4-FFF2-40B4-BE49-F238E27FC236}">
                  <a16:creationId xmlns:a16="http://schemas.microsoft.com/office/drawing/2014/main" id="{60AF320F-74A6-4025-946D-6DB91428C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780"/>
              <a:ext cx="18" cy="18"/>
            </a:xfrm>
            <a:custGeom>
              <a:avLst/>
              <a:gdLst>
                <a:gd name="T0" fmla="*/ 16 w 9"/>
                <a:gd name="T1" fmla="*/ 0 h 9"/>
                <a:gd name="T2" fmla="*/ 24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2" y="0"/>
                  </a:moveTo>
                  <a:cubicBezTo>
                    <a:pt x="0" y="9"/>
                    <a:pt x="9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29" name="Freeform 7416">
              <a:extLst>
                <a:ext uri="{FF2B5EF4-FFF2-40B4-BE49-F238E27FC236}">
                  <a16:creationId xmlns:a16="http://schemas.microsoft.com/office/drawing/2014/main" id="{DFCC47AE-71BD-428D-919A-DE3B5B7B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784"/>
              <a:ext cx="14" cy="12"/>
            </a:xfrm>
            <a:custGeom>
              <a:avLst/>
              <a:gdLst>
                <a:gd name="T0" fmla="*/ 24 w 7"/>
                <a:gd name="T1" fmla="*/ 0 h 6"/>
                <a:gd name="T2" fmla="*/ 32 w 7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6"/>
                    <a:pt x="7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30" name="Freeform 7417">
              <a:extLst>
                <a:ext uri="{FF2B5EF4-FFF2-40B4-BE49-F238E27FC236}">
                  <a16:creationId xmlns:a16="http://schemas.microsoft.com/office/drawing/2014/main" id="{3AFBED2B-DEF7-4E49-ADB1-92A4681A8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786"/>
              <a:ext cx="12" cy="8"/>
            </a:xfrm>
            <a:custGeom>
              <a:avLst/>
              <a:gdLst>
                <a:gd name="T0" fmla="*/ 32 w 6"/>
                <a:gd name="T1" fmla="*/ 0 h 4"/>
                <a:gd name="T2" fmla="*/ 24 w 6"/>
                <a:gd name="T3" fmla="*/ 32 h 4"/>
                <a:gd name="T4" fmla="*/ 24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4"/>
                    <a:pt x="3" y="4"/>
                  </a:cubicBezTo>
                  <a:cubicBezTo>
                    <a:pt x="6" y="3"/>
                    <a:pt x="4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31" name="Freeform 7418">
              <a:extLst>
                <a:ext uri="{FF2B5EF4-FFF2-40B4-BE49-F238E27FC236}">
                  <a16:creationId xmlns:a16="http://schemas.microsoft.com/office/drawing/2014/main" id="{1B8F15B0-2866-469B-932E-588B67EFD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826"/>
              <a:ext cx="30" cy="16"/>
            </a:xfrm>
            <a:custGeom>
              <a:avLst/>
              <a:gdLst>
                <a:gd name="T0" fmla="*/ 48 w 15"/>
                <a:gd name="T1" fmla="*/ 0 h 8"/>
                <a:gd name="T2" fmla="*/ 56 w 15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6" y="0"/>
                  </a:moveTo>
                  <a:cubicBezTo>
                    <a:pt x="0" y="8"/>
                    <a:pt x="15" y="4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32" name="Freeform 7419">
              <a:extLst>
                <a:ext uri="{FF2B5EF4-FFF2-40B4-BE49-F238E27FC236}">
                  <a16:creationId xmlns:a16="http://schemas.microsoft.com/office/drawing/2014/main" id="{97B25BCB-4BA8-4915-AAB8-22449BB9A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664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0 w 5"/>
                <a:gd name="T3" fmla="*/ 40 h 5"/>
                <a:gd name="T4" fmla="*/ 8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5"/>
                    <a:pt x="5" y="0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33" name="Freeform 7420">
              <a:extLst>
                <a:ext uri="{FF2B5EF4-FFF2-40B4-BE49-F238E27FC236}">
                  <a16:creationId xmlns:a16="http://schemas.microsoft.com/office/drawing/2014/main" id="{CBF0B938-7388-4231-B001-C6617FF95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882"/>
              <a:ext cx="14" cy="10"/>
            </a:xfrm>
            <a:custGeom>
              <a:avLst/>
              <a:gdLst>
                <a:gd name="T0" fmla="*/ 40 w 7"/>
                <a:gd name="T1" fmla="*/ 8 h 5"/>
                <a:gd name="T2" fmla="*/ 24 w 7"/>
                <a:gd name="T3" fmla="*/ 40 h 5"/>
                <a:gd name="T4" fmla="*/ 40 w 7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2" y="0"/>
                    <a:pt x="0" y="4"/>
                    <a:pt x="3" y="5"/>
                  </a:cubicBezTo>
                  <a:cubicBezTo>
                    <a:pt x="6" y="5"/>
                    <a:pt x="7" y="2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34" name="Freeform 7421">
              <a:extLst>
                <a:ext uri="{FF2B5EF4-FFF2-40B4-BE49-F238E27FC236}">
                  <a16:creationId xmlns:a16="http://schemas.microsoft.com/office/drawing/2014/main" id="{90F56AD1-6AC7-407E-AAAE-1BB5C1148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918"/>
              <a:ext cx="18" cy="10"/>
            </a:xfrm>
            <a:custGeom>
              <a:avLst/>
              <a:gdLst>
                <a:gd name="T0" fmla="*/ 32 w 9"/>
                <a:gd name="T1" fmla="*/ 0 h 5"/>
                <a:gd name="T2" fmla="*/ 4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5"/>
                    <a:pt x="9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35" name="Freeform 7422">
              <a:extLst>
                <a:ext uri="{FF2B5EF4-FFF2-40B4-BE49-F238E27FC236}">
                  <a16:creationId xmlns:a16="http://schemas.microsoft.com/office/drawing/2014/main" id="{12917EC5-4EFE-4B78-81C0-1CFE0C802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954"/>
              <a:ext cx="8" cy="8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36" name="Freeform 7423">
              <a:extLst>
                <a:ext uri="{FF2B5EF4-FFF2-40B4-BE49-F238E27FC236}">
                  <a16:creationId xmlns:a16="http://schemas.microsoft.com/office/drawing/2014/main" id="{1E1B8F36-1D2B-4087-A545-14438D07A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934"/>
              <a:ext cx="10" cy="8"/>
            </a:xfrm>
            <a:custGeom>
              <a:avLst/>
              <a:gdLst>
                <a:gd name="T0" fmla="*/ 24 w 5"/>
                <a:gd name="T1" fmla="*/ 0 h 4"/>
                <a:gd name="T2" fmla="*/ 16 w 5"/>
                <a:gd name="T3" fmla="*/ 24 h 4"/>
                <a:gd name="T4" fmla="*/ 32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4"/>
                    <a:pt x="5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37" name="Freeform 7424">
              <a:extLst>
                <a:ext uri="{FF2B5EF4-FFF2-40B4-BE49-F238E27FC236}">
                  <a16:creationId xmlns:a16="http://schemas.microsoft.com/office/drawing/2014/main" id="{E917F7DF-D2DD-4E3C-A1B6-1D19A783A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948"/>
              <a:ext cx="8" cy="8"/>
            </a:xfrm>
            <a:custGeom>
              <a:avLst/>
              <a:gdLst>
                <a:gd name="T0" fmla="*/ 16 w 4"/>
                <a:gd name="T1" fmla="*/ 0 h 4"/>
                <a:gd name="T2" fmla="*/ 16 w 4"/>
                <a:gd name="T3" fmla="*/ 32 h 4"/>
                <a:gd name="T4" fmla="*/ 24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4"/>
                    <a:pt x="4" y="3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38" name="Freeform 7425">
              <a:extLst>
                <a:ext uri="{FF2B5EF4-FFF2-40B4-BE49-F238E27FC236}">
                  <a16:creationId xmlns:a16="http://schemas.microsoft.com/office/drawing/2014/main" id="{8797CEAE-641D-4452-8C3F-881E73A4C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978"/>
              <a:ext cx="10" cy="12"/>
            </a:xfrm>
            <a:custGeom>
              <a:avLst/>
              <a:gdLst>
                <a:gd name="T0" fmla="*/ 24 w 5"/>
                <a:gd name="T1" fmla="*/ 8 h 6"/>
                <a:gd name="T2" fmla="*/ 8 w 5"/>
                <a:gd name="T3" fmla="*/ 0 h 6"/>
                <a:gd name="T4" fmla="*/ 40 w 5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2"/>
                    <a:pt x="3" y="6"/>
                    <a:pt x="5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39" name="Freeform 7426">
              <a:extLst>
                <a:ext uri="{FF2B5EF4-FFF2-40B4-BE49-F238E27FC236}">
                  <a16:creationId xmlns:a16="http://schemas.microsoft.com/office/drawing/2014/main" id="{641D2E82-8E82-4AC0-9CF2-5E4DA5EBA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014"/>
              <a:ext cx="8" cy="10"/>
            </a:xfrm>
            <a:custGeom>
              <a:avLst/>
              <a:gdLst>
                <a:gd name="T0" fmla="*/ 32 w 4"/>
                <a:gd name="T1" fmla="*/ 8 h 5"/>
                <a:gd name="T2" fmla="*/ 8 w 4"/>
                <a:gd name="T3" fmla="*/ 40 h 5"/>
                <a:gd name="T4" fmla="*/ 32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3" y="5"/>
                    <a:pt x="4" y="4"/>
                    <a:pt x="4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40" name="Freeform 7427">
              <a:extLst>
                <a:ext uri="{FF2B5EF4-FFF2-40B4-BE49-F238E27FC236}">
                  <a16:creationId xmlns:a16="http://schemas.microsoft.com/office/drawing/2014/main" id="{FCE7C890-8C14-4EE7-8326-F71A6404C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057"/>
              <a:ext cx="14" cy="14"/>
            </a:xfrm>
            <a:custGeom>
              <a:avLst/>
              <a:gdLst>
                <a:gd name="T0" fmla="*/ 48 w 7"/>
                <a:gd name="T1" fmla="*/ 8 h 7"/>
                <a:gd name="T2" fmla="*/ 32 w 7"/>
                <a:gd name="T3" fmla="*/ 0 h 7"/>
                <a:gd name="T4" fmla="*/ 48 w 7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4"/>
                    <a:pt x="7" y="7"/>
                    <a:pt x="6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41" name="Freeform 7428">
              <a:extLst>
                <a:ext uri="{FF2B5EF4-FFF2-40B4-BE49-F238E27FC236}">
                  <a16:creationId xmlns:a16="http://schemas.microsoft.com/office/drawing/2014/main" id="{4F7899DA-D807-4863-A6C9-404597B18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16"/>
              <a:ext cx="20" cy="16"/>
            </a:xfrm>
            <a:custGeom>
              <a:avLst/>
              <a:gdLst>
                <a:gd name="T0" fmla="*/ 32 w 10"/>
                <a:gd name="T1" fmla="*/ 0 h 8"/>
                <a:gd name="T2" fmla="*/ 56 w 10"/>
                <a:gd name="T3" fmla="*/ 2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0" y="5"/>
                    <a:pt x="10" y="8"/>
                    <a:pt x="7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42" name="Freeform 7429">
              <a:extLst>
                <a:ext uri="{FF2B5EF4-FFF2-40B4-BE49-F238E27FC236}">
                  <a16:creationId xmlns:a16="http://schemas.microsoft.com/office/drawing/2014/main" id="{3C5ACE91-1F36-4A1D-A4C2-05D504DBB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992"/>
              <a:ext cx="12" cy="10"/>
            </a:xfrm>
            <a:custGeom>
              <a:avLst/>
              <a:gdLst>
                <a:gd name="T0" fmla="*/ 24 w 6"/>
                <a:gd name="T1" fmla="*/ 0 h 5"/>
                <a:gd name="T2" fmla="*/ 48 w 6"/>
                <a:gd name="T3" fmla="*/ 8 h 5"/>
                <a:gd name="T4" fmla="*/ 4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3"/>
                    <a:pt x="6" y="5"/>
                    <a:pt x="6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43" name="Freeform 7430">
              <a:extLst>
                <a:ext uri="{FF2B5EF4-FFF2-40B4-BE49-F238E27FC236}">
                  <a16:creationId xmlns:a16="http://schemas.microsoft.com/office/drawing/2014/main" id="{2931B5F7-FBD4-43B7-AB0A-7648ACF81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020"/>
              <a:ext cx="20" cy="12"/>
            </a:xfrm>
            <a:custGeom>
              <a:avLst/>
              <a:gdLst>
                <a:gd name="T0" fmla="*/ 40 w 10"/>
                <a:gd name="T1" fmla="*/ 0 h 6"/>
                <a:gd name="T2" fmla="*/ 32 w 10"/>
                <a:gd name="T3" fmla="*/ 0 h 6"/>
                <a:gd name="T4" fmla="*/ 48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10" y="6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44" name="Freeform 7431">
              <a:extLst>
                <a:ext uri="{FF2B5EF4-FFF2-40B4-BE49-F238E27FC236}">
                  <a16:creationId xmlns:a16="http://schemas.microsoft.com/office/drawing/2014/main" id="{4F344C6D-C6CE-4130-BF08-35B9C556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050"/>
              <a:ext cx="6" cy="9"/>
            </a:xfrm>
            <a:custGeom>
              <a:avLst/>
              <a:gdLst>
                <a:gd name="T0" fmla="*/ 16 w 3"/>
                <a:gd name="T1" fmla="*/ 11 h 4"/>
                <a:gd name="T2" fmla="*/ 8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45" name="Freeform 7432">
              <a:extLst>
                <a:ext uri="{FF2B5EF4-FFF2-40B4-BE49-F238E27FC236}">
                  <a16:creationId xmlns:a16="http://schemas.microsoft.com/office/drawing/2014/main" id="{0FF3E2C3-4EAD-403B-8A26-BB892837E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069"/>
              <a:ext cx="20" cy="22"/>
            </a:xfrm>
            <a:custGeom>
              <a:avLst/>
              <a:gdLst>
                <a:gd name="T0" fmla="*/ 32 w 10"/>
                <a:gd name="T1" fmla="*/ 72 h 11"/>
                <a:gd name="T2" fmla="*/ 24 w 10"/>
                <a:gd name="T3" fmla="*/ 72 h 11"/>
                <a:gd name="T4" fmla="*/ 32 w 10"/>
                <a:gd name="T5" fmla="*/ 8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4" y="9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0" y="0"/>
                    <a:pt x="10" y="8"/>
                    <a:pt x="4" y="1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46" name="Freeform 7433">
              <a:extLst>
                <a:ext uri="{FF2B5EF4-FFF2-40B4-BE49-F238E27FC236}">
                  <a16:creationId xmlns:a16="http://schemas.microsoft.com/office/drawing/2014/main" id="{C81B9AA4-591F-4B11-93B1-81AA2731E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077"/>
              <a:ext cx="6" cy="10"/>
            </a:xfrm>
            <a:custGeom>
              <a:avLst/>
              <a:gdLst>
                <a:gd name="T0" fmla="*/ 16 w 3"/>
                <a:gd name="T1" fmla="*/ 0 h 5"/>
                <a:gd name="T2" fmla="*/ 16 w 3"/>
                <a:gd name="T3" fmla="*/ 40 h 5"/>
                <a:gd name="T4" fmla="*/ 24 w 3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3" y="4"/>
                    <a:pt x="3" y="3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47" name="Freeform 7434">
              <a:extLst>
                <a:ext uri="{FF2B5EF4-FFF2-40B4-BE49-F238E27FC236}">
                  <a16:creationId xmlns:a16="http://schemas.microsoft.com/office/drawing/2014/main" id="{7BDC43E5-3270-4289-A5EC-1BE4460A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996"/>
              <a:ext cx="12" cy="10"/>
            </a:xfrm>
            <a:custGeom>
              <a:avLst/>
              <a:gdLst>
                <a:gd name="T0" fmla="*/ 8 w 6"/>
                <a:gd name="T1" fmla="*/ 8 h 5"/>
                <a:gd name="T2" fmla="*/ 24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0" y="5"/>
                    <a:pt x="6" y="3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48" name="Freeform 7435">
              <a:extLst>
                <a:ext uri="{FF2B5EF4-FFF2-40B4-BE49-F238E27FC236}">
                  <a16:creationId xmlns:a16="http://schemas.microsoft.com/office/drawing/2014/main" id="{C158E664-608E-4A61-97B9-9DCE65EFE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958"/>
              <a:ext cx="16" cy="10"/>
            </a:xfrm>
            <a:custGeom>
              <a:avLst/>
              <a:gdLst>
                <a:gd name="T0" fmla="*/ 8 w 8"/>
                <a:gd name="T1" fmla="*/ 0 h 5"/>
                <a:gd name="T2" fmla="*/ 2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0" y="5"/>
                    <a:pt x="8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49" name="Freeform 7436">
              <a:extLst>
                <a:ext uri="{FF2B5EF4-FFF2-40B4-BE49-F238E27FC236}">
                  <a16:creationId xmlns:a16="http://schemas.microsoft.com/office/drawing/2014/main" id="{AF122F9E-20FE-4BF7-A60F-F2FC7782B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087"/>
              <a:ext cx="10" cy="6"/>
            </a:xfrm>
            <a:custGeom>
              <a:avLst/>
              <a:gdLst>
                <a:gd name="T0" fmla="*/ 16 w 5"/>
                <a:gd name="T1" fmla="*/ 24 h 3"/>
                <a:gd name="T2" fmla="*/ 32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3"/>
                  </a:moveTo>
                  <a:cubicBezTo>
                    <a:pt x="0" y="0"/>
                    <a:pt x="5" y="0"/>
                    <a:pt x="4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50" name="Freeform 7437">
              <a:extLst>
                <a:ext uri="{FF2B5EF4-FFF2-40B4-BE49-F238E27FC236}">
                  <a16:creationId xmlns:a16="http://schemas.microsoft.com/office/drawing/2014/main" id="{65DBDB22-7C07-45F9-A6EF-9C35A3B92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431"/>
              <a:ext cx="10" cy="14"/>
            </a:xfrm>
            <a:custGeom>
              <a:avLst/>
              <a:gdLst>
                <a:gd name="T0" fmla="*/ 16 w 5"/>
                <a:gd name="T1" fmla="*/ 0 h 7"/>
                <a:gd name="T2" fmla="*/ 16 w 5"/>
                <a:gd name="T3" fmla="*/ 56 h 7"/>
                <a:gd name="T4" fmla="*/ 32 w 5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5" y="6"/>
                    <a:pt x="5" y="3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51" name="Freeform 7438">
              <a:extLst>
                <a:ext uri="{FF2B5EF4-FFF2-40B4-BE49-F238E27FC236}">
                  <a16:creationId xmlns:a16="http://schemas.microsoft.com/office/drawing/2014/main" id="{ADC4BDDA-8EEC-4281-BBF8-299545F55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485"/>
              <a:ext cx="14" cy="18"/>
            </a:xfrm>
            <a:custGeom>
              <a:avLst/>
              <a:gdLst>
                <a:gd name="T0" fmla="*/ 0 w 7"/>
                <a:gd name="T1" fmla="*/ 32 h 9"/>
                <a:gd name="T2" fmla="*/ 32 w 7"/>
                <a:gd name="T3" fmla="*/ 72 h 9"/>
                <a:gd name="T4" fmla="*/ 16 w 7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1" y="7"/>
                    <a:pt x="2" y="8"/>
                    <a:pt x="4" y="9"/>
                  </a:cubicBezTo>
                  <a:cubicBezTo>
                    <a:pt x="7" y="6"/>
                    <a:pt x="6" y="0"/>
                    <a:pt x="2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52" name="Freeform 7439">
              <a:extLst>
                <a:ext uri="{FF2B5EF4-FFF2-40B4-BE49-F238E27FC236}">
                  <a16:creationId xmlns:a16="http://schemas.microsoft.com/office/drawing/2014/main" id="{084B63BA-72E9-4E68-B824-97491B3B7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551"/>
              <a:ext cx="8" cy="8"/>
            </a:xfrm>
            <a:custGeom>
              <a:avLst/>
              <a:gdLst>
                <a:gd name="T0" fmla="*/ 0 w 4"/>
                <a:gd name="T1" fmla="*/ 8 h 4"/>
                <a:gd name="T2" fmla="*/ 16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4" y="3"/>
                    <a:pt x="4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53" name="Freeform 7440">
              <a:extLst>
                <a:ext uri="{FF2B5EF4-FFF2-40B4-BE49-F238E27FC236}">
                  <a16:creationId xmlns:a16="http://schemas.microsoft.com/office/drawing/2014/main" id="{BAADB208-5D22-4E85-A1E3-66B839176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497"/>
              <a:ext cx="10" cy="14"/>
            </a:xfrm>
            <a:custGeom>
              <a:avLst/>
              <a:gdLst>
                <a:gd name="T0" fmla="*/ 0 w 5"/>
                <a:gd name="T1" fmla="*/ 0 h 7"/>
                <a:gd name="T2" fmla="*/ 32 w 5"/>
                <a:gd name="T3" fmla="*/ 56 h 7"/>
                <a:gd name="T4" fmla="*/ 16 w 5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2"/>
                    <a:pt x="1" y="6"/>
                    <a:pt x="4" y="7"/>
                  </a:cubicBezTo>
                  <a:cubicBezTo>
                    <a:pt x="5" y="5"/>
                    <a:pt x="4" y="3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54" name="Freeform 7441">
              <a:extLst>
                <a:ext uri="{FF2B5EF4-FFF2-40B4-BE49-F238E27FC236}">
                  <a16:creationId xmlns:a16="http://schemas.microsoft.com/office/drawing/2014/main" id="{66077220-EA7E-4875-B711-ED8E10F5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443"/>
              <a:ext cx="8" cy="14"/>
            </a:xfrm>
            <a:custGeom>
              <a:avLst/>
              <a:gdLst>
                <a:gd name="T0" fmla="*/ 8 w 4"/>
                <a:gd name="T1" fmla="*/ 24 h 7"/>
                <a:gd name="T2" fmla="*/ 16 w 4"/>
                <a:gd name="T3" fmla="*/ 56 h 7"/>
                <a:gd name="T4" fmla="*/ 0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3"/>
                  </a:moveTo>
                  <a:cubicBezTo>
                    <a:pt x="1" y="5"/>
                    <a:pt x="0" y="6"/>
                    <a:pt x="2" y="7"/>
                  </a:cubicBezTo>
                  <a:cubicBezTo>
                    <a:pt x="4" y="5"/>
                    <a:pt x="3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55" name="Freeform 7442">
              <a:extLst>
                <a:ext uri="{FF2B5EF4-FFF2-40B4-BE49-F238E27FC236}">
                  <a16:creationId xmlns:a16="http://schemas.microsoft.com/office/drawing/2014/main" id="{619DE592-A73D-4D6F-BE12-9A7F31FAF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369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4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3"/>
                    <a:pt x="0" y="4"/>
                    <a:pt x="3" y="5"/>
                  </a:cubicBezTo>
                  <a:cubicBezTo>
                    <a:pt x="5" y="3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56" name="Freeform 7443">
              <a:extLst>
                <a:ext uri="{FF2B5EF4-FFF2-40B4-BE49-F238E27FC236}">
                  <a16:creationId xmlns:a16="http://schemas.microsoft.com/office/drawing/2014/main" id="{A2CEF3CC-5431-4E56-BB25-D7349D8FC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291"/>
              <a:ext cx="8" cy="10"/>
            </a:xfrm>
            <a:custGeom>
              <a:avLst/>
              <a:gdLst>
                <a:gd name="T0" fmla="*/ 0 w 4"/>
                <a:gd name="T1" fmla="*/ 0 h 5"/>
                <a:gd name="T2" fmla="*/ 16 w 4"/>
                <a:gd name="T3" fmla="*/ 40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2"/>
                    <a:pt x="3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57" name="Freeform 7444">
              <a:extLst>
                <a:ext uri="{FF2B5EF4-FFF2-40B4-BE49-F238E27FC236}">
                  <a16:creationId xmlns:a16="http://schemas.microsoft.com/office/drawing/2014/main" id="{9A7FAAB6-709F-4434-9338-3B26A323E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325"/>
              <a:ext cx="4" cy="14"/>
            </a:xfrm>
            <a:custGeom>
              <a:avLst/>
              <a:gdLst>
                <a:gd name="T0" fmla="*/ 8 w 2"/>
                <a:gd name="T1" fmla="*/ 0 h 7"/>
                <a:gd name="T2" fmla="*/ 8 w 2"/>
                <a:gd name="T3" fmla="*/ 56 h 7"/>
                <a:gd name="T4" fmla="*/ 16 w 2"/>
                <a:gd name="T5" fmla="*/ 3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2" y="6"/>
                    <a:pt x="2" y="5"/>
                    <a:pt x="2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58" name="Freeform 7445">
              <a:extLst>
                <a:ext uri="{FF2B5EF4-FFF2-40B4-BE49-F238E27FC236}">
                  <a16:creationId xmlns:a16="http://schemas.microsoft.com/office/drawing/2014/main" id="{C8C5ADDE-3AE7-49E0-B1EA-F1D9CF68D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329"/>
              <a:ext cx="12" cy="12"/>
            </a:xfrm>
            <a:custGeom>
              <a:avLst/>
              <a:gdLst>
                <a:gd name="T0" fmla="*/ 16 w 6"/>
                <a:gd name="T1" fmla="*/ 0 h 6"/>
                <a:gd name="T2" fmla="*/ 8 w 6"/>
                <a:gd name="T3" fmla="*/ 40 h 6"/>
                <a:gd name="T4" fmla="*/ 32 w 6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6"/>
                    <a:pt x="6" y="3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59" name="Freeform 7446">
              <a:extLst>
                <a:ext uri="{FF2B5EF4-FFF2-40B4-BE49-F238E27FC236}">
                  <a16:creationId xmlns:a16="http://schemas.microsoft.com/office/drawing/2014/main" id="{882BAC73-B786-42CA-9009-4E65F7DEE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381"/>
              <a:ext cx="10" cy="12"/>
            </a:xfrm>
            <a:custGeom>
              <a:avLst/>
              <a:gdLst>
                <a:gd name="T0" fmla="*/ 24 w 5"/>
                <a:gd name="T1" fmla="*/ 0 h 6"/>
                <a:gd name="T2" fmla="*/ 8 w 5"/>
                <a:gd name="T3" fmla="*/ 40 h 6"/>
                <a:gd name="T4" fmla="*/ 40 w 5"/>
                <a:gd name="T5" fmla="*/ 3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6"/>
                    <a:pt x="3" y="5"/>
                    <a:pt x="5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60" name="Freeform 7447">
              <a:extLst>
                <a:ext uri="{FF2B5EF4-FFF2-40B4-BE49-F238E27FC236}">
                  <a16:creationId xmlns:a16="http://schemas.microsoft.com/office/drawing/2014/main" id="{A33E3443-D52D-4B12-BE34-B2C6ED8EE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389"/>
              <a:ext cx="8" cy="10"/>
            </a:xfrm>
            <a:custGeom>
              <a:avLst/>
              <a:gdLst>
                <a:gd name="T0" fmla="*/ 0 w 4"/>
                <a:gd name="T1" fmla="*/ 0 h 5"/>
                <a:gd name="T2" fmla="*/ 16 w 4"/>
                <a:gd name="T3" fmla="*/ 40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61" name="Freeform 7448">
              <a:extLst>
                <a:ext uri="{FF2B5EF4-FFF2-40B4-BE49-F238E27FC236}">
                  <a16:creationId xmlns:a16="http://schemas.microsoft.com/office/drawing/2014/main" id="{F247B4FB-5BB3-4270-B15E-A011FD9F4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437"/>
              <a:ext cx="6" cy="8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32 h 4"/>
                <a:gd name="T4" fmla="*/ 24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2" y="3"/>
                    <a:pt x="3" y="3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62" name="Freeform 7449">
              <a:extLst>
                <a:ext uri="{FF2B5EF4-FFF2-40B4-BE49-F238E27FC236}">
                  <a16:creationId xmlns:a16="http://schemas.microsoft.com/office/drawing/2014/main" id="{D28D83BA-29D5-4B5E-8474-DC677A099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537"/>
              <a:ext cx="4" cy="8"/>
            </a:xfrm>
            <a:custGeom>
              <a:avLst/>
              <a:gdLst>
                <a:gd name="T0" fmla="*/ 16 w 2"/>
                <a:gd name="T1" fmla="*/ 0 h 4"/>
                <a:gd name="T2" fmla="*/ 16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2"/>
                    <a:pt x="0" y="3"/>
                    <a:pt x="2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63" name="Freeform 7450">
              <a:extLst>
                <a:ext uri="{FF2B5EF4-FFF2-40B4-BE49-F238E27FC236}">
                  <a16:creationId xmlns:a16="http://schemas.microsoft.com/office/drawing/2014/main" id="{0E122F8B-4D69-4119-A106-D30A38B66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583"/>
              <a:ext cx="10" cy="10"/>
            </a:xfrm>
            <a:custGeom>
              <a:avLst/>
              <a:gdLst>
                <a:gd name="T0" fmla="*/ 24 w 5"/>
                <a:gd name="T1" fmla="*/ 0 h 5"/>
                <a:gd name="T2" fmla="*/ 24 w 5"/>
                <a:gd name="T3" fmla="*/ 40 h 5"/>
                <a:gd name="T4" fmla="*/ 32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1"/>
                    <a:pt x="0" y="3"/>
                    <a:pt x="3" y="5"/>
                  </a:cubicBezTo>
                  <a:cubicBezTo>
                    <a:pt x="5" y="4"/>
                    <a:pt x="5" y="3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64" name="Freeform 7451">
              <a:extLst>
                <a:ext uri="{FF2B5EF4-FFF2-40B4-BE49-F238E27FC236}">
                  <a16:creationId xmlns:a16="http://schemas.microsoft.com/office/drawing/2014/main" id="{748E8F16-D7C6-4F05-93F8-C67D4358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609"/>
              <a:ext cx="10" cy="12"/>
            </a:xfrm>
            <a:custGeom>
              <a:avLst/>
              <a:gdLst>
                <a:gd name="T0" fmla="*/ 24 w 5"/>
                <a:gd name="T1" fmla="*/ 0 h 6"/>
                <a:gd name="T2" fmla="*/ 16 w 5"/>
                <a:gd name="T3" fmla="*/ 48 h 6"/>
                <a:gd name="T4" fmla="*/ 24 w 5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1"/>
                    <a:pt x="0" y="4"/>
                    <a:pt x="2" y="6"/>
                  </a:cubicBezTo>
                  <a:cubicBezTo>
                    <a:pt x="4" y="6"/>
                    <a:pt x="5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65" name="Freeform 7452">
              <a:extLst>
                <a:ext uri="{FF2B5EF4-FFF2-40B4-BE49-F238E27FC236}">
                  <a16:creationId xmlns:a16="http://schemas.microsoft.com/office/drawing/2014/main" id="{AA1C9B69-8F73-4CD3-A2F9-4753D0346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569"/>
              <a:ext cx="12" cy="14"/>
            </a:xfrm>
            <a:custGeom>
              <a:avLst/>
              <a:gdLst>
                <a:gd name="T0" fmla="*/ 24 w 6"/>
                <a:gd name="T1" fmla="*/ 0 h 7"/>
                <a:gd name="T2" fmla="*/ 48 w 6"/>
                <a:gd name="T3" fmla="*/ 4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3"/>
                    <a:pt x="2" y="7"/>
                    <a:pt x="6" y="6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66" name="Freeform 7453">
              <a:extLst>
                <a:ext uri="{FF2B5EF4-FFF2-40B4-BE49-F238E27FC236}">
                  <a16:creationId xmlns:a16="http://schemas.microsoft.com/office/drawing/2014/main" id="{348636E2-85BB-4DB0-B9C4-5774803E2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659"/>
              <a:ext cx="8" cy="8"/>
            </a:xfrm>
            <a:custGeom>
              <a:avLst/>
              <a:gdLst>
                <a:gd name="T0" fmla="*/ 0 w 4"/>
                <a:gd name="T1" fmla="*/ 0 h 4"/>
                <a:gd name="T2" fmla="*/ 24 w 4"/>
                <a:gd name="T3" fmla="*/ 32 h 4"/>
                <a:gd name="T4" fmla="*/ 3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1" y="3"/>
                    <a:pt x="3" y="4"/>
                  </a:cubicBezTo>
                  <a:cubicBezTo>
                    <a:pt x="4" y="3"/>
                    <a:pt x="4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67" name="Freeform 7454">
              <a:extLst>
                <a:ext uri="{FF2B5EF4-FFF2-40B4-BE49-F238E27FC236}">
                  <a16:creationId xmlns:a16="http://schemas.microsoft.com/office/drawing/2014/main" id="{81899846-C1E0-4F31-B171-528515E8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709"/>
              <a:ext cx="14" cy="12"/>
            </a:xfrm>
            <a:custGeom>
              <a:avLst/>
              <a:gdLst>
                <a:gd name="T0" fmla="*/ 32 w 7"/>
                <a:gd name="T1" fmla="*/ 0 h 6"/>
                <a:gd name="T2" fmla="*/ 24 w 7"/>
                <a:gd name="T3" fmla="*/ 40 h 6"/>
                <a:gd name="T4" fmla="*/ 4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2" y="1"/>
                    <a:pt x="0" y="4"/>
                    <a:pt x="3" y="5"/>
                  </a:cubicBezTo>
                  <a:cubicBezTo>
                    <a:pt x="6" y="6"/>
                    <a:pt x="7" y="1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68" name="Freeform 7455">
              <a:extLst>
                <a:ext uri="{FF2B5EF4-FFF2-40B4-BE49-F238E27FC236}">
                  <a16:creationId xmlns:a16="http://schemas.microsoft.com/office/drawing/2014/main" id="{6F19087A-A476-46E6-9926-995287E2B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709"/>
              <a:ext cx="10" cy="12"/>
            </a:xfrm>
            <a:custGeom>
              <a:avLst/>
              <a:gdLst>
                <a:gd name="T0" fmla="*/ 16 w 5"/>
                <a:gd name="T1" fmla="*/ 0 h 6"/>
                <a:gd name="T2" fmla="*/ 24 w 5"/>
                <a:gd name="T3" fmla="*/ 48 h 6"/>
                <a:gd name="T4" fmla="*/ 3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1" y="6"/>
                    <a:pt x="3" y="6"/>
                  </a:cubicBezTo>
                  <a:cubicBezTo>
                    <a:pt x="5" y="4"/>
                    <a:pt x="5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69" name="Freeform 7456">
              <a:extLst>
                <a:ext uri="{FF2B5EF4-FFF2-40B4-BE49-F238E27FC236}">
                  <a16:creationId xmlns:a16="http://schemas.microsoft.com/office/drawing/2014/main" id="{3C5CFE5A-91B3-4952-ACDC-2FD2481B0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661"/>
              <a:ext cx="8" cy="10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3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1" y="5"/>
                    <a:pt x="4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70" name="Freeform 7457">
              <a:extLst>
                <a:ext uri="{FF2B5EF4-FFF2-40B4-BE49-F238E27FC236}">
                  <a16:creationId xmlns:a16="http://schemas.microsoft.com/office/drawing/2014/main" id="{AA4CF456-0278-47E1-A890-1AC669EA4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737"/>
              <a:ext cx="4" cy="8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32 h 4"/>
                <a:gd name="T4" fmla="*/ 16 w 2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71" name="Freeform 7458">
              <a:extLst>
                <a:ext uri="{FF2B5EF4-FFF2-40B4-BE49-F238E27FC236}">
                  <a16:creationId xmlns:a16="http://schemas.microsoft.com/office/drawing/2014/main" id="{C5DFA31F-5091-4005-B306-F583B760D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737"/>
              <a:ext cx="10" cy="10"/>
            </a:xfrm>
            <a:custGeom>
              <a:avLst/>
              <a:gdLst>
                <a:gd name="T0" fmla="*/ 24 w 5"/>
                <a:gd name="T1" fmla="*/ 0 h 5"/>
                <a:gd name="T2" fmla="*/ 32 w 5"/>
                <a:gd name="T3" fmla="*/ 40 h 5"/>
                <a:gd name="T4" fmla="*/ 32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2" y="5"/>
                    <a:pt x="4" y="5"/>
                  </a:cubicBezTo>
                  <a:cubicBezTo>
                    <a:pt x="5" y="4"/>
                    <a:pt x="5" y="2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72" name="Freeform 7459">
              <a:extLst>
                <a:ext uri="{FF2B5EF4-FFF2-40B4-BE49-F238E27FC236}">
                  <a16:creationId xmlns:a16="http://schemas.microsoft.com/office/drawing/2014/main" id="{CD881477-9DC5-44C7-B9BA-C7EC2656A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767"/>
              <a:ext cx="8" cy="8"/>
            </a:xfrm>
            <a:custGeom>
              <a:avLst/>
              <a:gdLst>
                <a:gd name="T0" fmla="*/ 0 w 4"/>
                <a:gd name="T1" fmla="*/ 8 h 4"/>
                <a:gd name="T2" fmla="*/ 16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73" name="Freeform 7460">
              <a:extLst>
                <a:ext uri="{FF2B5EF4-FFF2-40B4-BE49-F238E27FC236}">
                  <a16:creationId xmlns:a16="http://schemas.microsoft.com/office/drawing/2014/main" id="{45348943-825F-447D-978F-805B6EB5D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761"/>
              <a:ext cx="8" cy="10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40 h 5"/>
                <a:gd name="T4" fmla="*/ 8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74" name="Freeform 7461">
              <a:extLst>
                <a:ext uri="{FF2B5EF4-FFF2-40B4-BE49-F238E27FC236}">
                  <a16:creationId xmlns:a16="http://schemas.microsoft.com/office/drawing/2014/main" id="{667E7CC2-F09E-4C2E-A5BD-A057AA078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817"/>
              <a:ext cx="4" cy="6"/>
            </a:xfrm>
            <a:custGeom>
              <a:avLst/>
              <a:gdLst>
                <a:gd name="T0" fmla="*/ 8 w 2"/>
                <a:gd name="T1" fmla="*/ 24 h 3"/>
                <a:gd name="T2" fmla="*/ 0 w 2"/>
                <a:gd name="T3" fmla="*/ 0 h 3"/>
                <a:gd name="T4" fmla="*/ 16 w 2"/>
                <a:gd name="T5" fmla="*/ 16 h 3"/>
                <a:gd name="T6" fmla="*/ 8 w 2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75" name="Freeform 7462">
              <a:extLst>
                <a:ext uri="{FF2B5EF4-FFF2-40B4-BE49-F238E27FC236}">
                  <a16:creationId xmlns:a16="http://schemas.microsoft.com/office/drawing/2014/main" id="{528192E8-8F89-4902-8179-74F19E1EF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825"/>
              <a:ext cx="8" cy="12"/>
            </a:xfrm>
            <a:custGeom>
              <a:avLst/>
              <a:gdLst>
                <a:gd name="T0" fmla="*/ 16 w 4"/>
                <a:gd name="T1" fmla="*/ 0 h 6"/>
                <a:gd name="T2" fmla="*/ 0 w 4"/>
                <a:gd name="T3" fmla="*/ 32 h 6"/>
                <a:gd name="T4" fmla="*/ 24 w 4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6"/>
                    <a:pt x="4" y="4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76" name="Freeform 7463">
              <a:extLst>
                <a:ext uri="{FF2B5EF4-FFF2-40B4-BE49-F238E27FC236}">
                  <a16:creationId xmlns:a16="http://schemas.microsoft.com/office/drawing/2014/main" id="{9D054331-2317-4741-8290-F3CA8757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821"/>
              <a:ext cx="8" cy="12"/>
            </a:xfrm>
            <a:custGeom>
              <a:avLst/>
              <a:gdLst>
                <a:gd name="T0" fmla="*/ 0 w 4"/>
                <a:gd name="T1" fmla="*/ 8 h 6"/>
                <a:gd name="T2" fmla="*/ 24 w 4"/>
                <a:gd name="T3" fmla="*/ 48 h 6"/>
                <a:gd name="T4" fmla="*/ 8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4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77" name="Freeform 7464">
              <a:extLst>
                <a:ext uri="{FF2B5EF4-FFF2-40B4-BE49-F238E27FC236}">
                  <a16:creationId xmlns:a16="http://schemas.microsoft.com/office/drawing/2014/main" id="{B00A8CEA-22F5-474B-BA04-36AE1FA57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799"/>
              <a:ext cx="6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78" name="Freeform 7465">
              <a:extLst>
                <a:ext uri="{FF2B5EF4-FFF2-40B4-BE49-F238E27FC236}">
                  <a16:creationId xmlns:a16="http://schemas.microsoft.com/office/drawing/2014/main" id="{A2760812-DF08-485D-9359-7656F5C44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473"/>
              <a:ext cx="14" cy="16"/>
            </a:xfrm>
            <a:custGeom>
              <a:avLst/>
              <a:gdLst>
                <a:gd name="T0" fmla="*/ 0 w 7"/>
                <a:gd name="T1" fmla="*/ 8 h 8"/>
                <a:gd name="T2" fmla="*/ 24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2" y="8"/>
                    <a:pt x="7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79" name="Freeform 7466">
              <a:extLst>
                <a:ext uri="{FF2B5EF4-FFF2-40B4-BE49-F238E27FC236}">
                  <a16:creationId xmlns:a16="http://schemas.microsoft.com/office/drawing/2014/main" id="{AE495A9B-B31B-4800-8B5D-715566316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271"/>
              <a:ext cx="8" cy="10"/>
            </a:xfrm>
            <a:custGeom>
              <a:avLst/>
              <a:gdLst>
                <a:gd name="T0" fmla="*/ 0 w 4"/>
                <a:gd name="T1" fmla="*/ 24 h 5"/>
                <a:gd name="T2" fmla="*/ 16 w 4"/>
                <a:gd name="T3" fmla="*/ 40 h 5"/>
                <a:gd name="T4" fmla="*/ 32 w 4"/>
                <a:gd name="T5" fmla="*/ 8 h 5"/>
                <a:gd name="T6" fmla="*/ 16 w 4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3" y="4"/>
                    <a:pt x="4" y="2"/>
                    <a:pt x="4" y="1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80" name="Freeform 7467">
              <a:extLst>
                <a:ext uri="{FF2B5EF4-FFF2-40B4-BE49-F238E27FC236}">
                  <a16:creationId xmlns:a16="http://schemas.microsoft.com/office/drawing/2014/main" id="{D9994D08-8963-4878-9D86-973984165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67"/>
              <a:ext cx="8" cy="10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40 h 5"/>
                <a:gd name="T4" fmla="*/ 16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81" name="Freeform 7468">
              <a:extLst>
                <a:ext uri="{FF2B5EF4-FFF2-40B4-BE49-F238E27FC236}">
                  <a16:creationId xmlns:a16="http://schemas.microsoft.com/office/drawing/2014/main" id="{94959313-DF54-40A0-9C17-04E962564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27"/>
              <a:ext cx="10" cy="14"/>
            </a:xfrm>
            <a:custGeom>
              <a:avLst/>
              <a:gdLst>
                <a:gd name="T0" fmla="*/ 16 w 5"/>
                <a:gd name="T1" fmla="*/ 0 h 7"/>
                <a:gd name="T2" fmla="*/ 24 w 5"/>
                <a:gd name="T3" fmla="*/ 56 h 7"/>
                <a:gd name="T4" fmla="*/ 24 w 5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2"/>
                    <a:pt x="0" y="7"/>
                    <a:pt x="3" y="7"/>
                  </a:cubicBezTo>
                  <a:cubicBezTo>
                    <a:pt x="5" y="7"/>
                    <a:pt x="4" y="3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82" name="Freeform 7469">
              <a:extLst>
                <a:ext uri="{FF2B5EF4-FFF2-40B4-BE49-F238E27FC236}">
                  <a16:creationId xmlns:a16="http://schemas.microsoft.com/office/drawing/2014/main" id="{C6550466-96DD-4494-8F1B-0868DD8D1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147"/>
              <a:ext cx="10" cy="12"/>
            </a:xfrm>
            <a:custGeom>
              <a:avLst/>
              <a:gdLst>
                <a:gd name="T0" fmla="*/ 16 w 5"/>
                <a:gd name="T1" fmla="*/ 0 h 6"/>
                <a:gd name="T2" fmla="*/ 40 w 5"/>
                <a:gd name="T3" fmla="*/ 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3"/>
                    <a:pt x="5" y="6"/>
                    <a:pt x="5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83" name="Freeform 7470">
              <a:extLst>
                <a:ext uri="{FF2B5EF4-FFF2-40B4-BE49-F238E27FC236}">
                  <a16:creationId xmlns:a16="http://schemas.microsoft.com/office/drawing/2014/main" id="{C58ABC3F-C518-4683-A4C6-0A6078ED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171"/>
              <a:ext cx="8" cy="8"/>
            </a:xfrm>
            <a:custGeom>
              <a:avLst/>
              <a:gdLst>
                <a:gd name="T0" fmla="*/ 8 w 4"/>
                <a:gd name="T1" fmla="*/ 0 h 4"/>
                <a:gd name="T2" fmla="*/ 24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1" y="4"/>
                    <a:pt x="3" y="4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84" name="Freeform 7471">
              <a:extLst>
                <a:ext uri="{FF2B5EF4-FFF2-40B4-BE49-F238E27FC236}">
                  <a16:creationId xmlns:a16="http://schemas.microsoft.com/office/drawing/2014/main" id="{6AED118F-AC86-4DDB-B274-A8CA15FC4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183"/>
              <a:ext cx="6" cy="10"/>
            </a:xfrm>
            <a:custGeom>
              <a:avLst/>
              <a:gdLst>
                <a:gd name="T0" fmla="*/ 24 w 3"/>
                <a:gd name="T1" fmla="*/ 8 h 5"/>
                <a:gd name="T2" fmla="*/ 16 w 3"/>
                <a:gd name="T3" fmla="*/ 40 h 5"/>
                <a:gd name="T4" fmla="*/ 16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3" y="4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85" name="Freeform 7472">
              <a:extLst>
                <a:ext uri="{FF2B5EF4-FFF2-40B4-BE49-F238E27FC236}">
                  <a16:creationId xmlns:a16="http://schemas.microsoft.com/office/drawing/2014/main" id="{852E413C-CAB2-4EC8-BE3E-728784DA5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211"/>
              <a:ext cx="6" cy="8"/>
            </a:xfrm>
            <a:custGeom>
              <a:avLst/>
              <a:gdLst>
                <a:gd name="T0" fmla="*/ 8 w 3"/>
                <a:gd name="T1" fmla="*/ 8 h 4"/>
                <a:gd name="T2" fmla="*/ 8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86" name="Freeform 7473">
              <a:extLst>
                <a:ext uri="{FF2B5EF4-FFF2-40B4-BE49-F238E27FC236}">
                  <a16:creationId xmlns:a16="http://schemas.microsoft.com/office/drawing/2014/main" id="{F40DE4DA-8A72-4599-89EA-190511BE5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139"/>
              <a:ext cx="18" cy="10"/>
            </a:xfrm>
            <a:custGeom>
              <a:avLst/>
              <a:gdLst>
                <a:gd name="T0" fmla="*/ 24 w 9"/>
                <a:gd name="T1" fmla="*/ 0 h 5"/>
                <a:gd name="T2" fmla="*/ 3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87" name="Freeform 7474">
              <a:extLst>
                <a:ext uri="{FF2B5EF4-FFF2-40B4-BE49-F238E27FC236}">
                  <a16:creationId xmlns:a16="http://schemas.microsoft.com/office/drawing/2014/main" id="{5BFFD922-FBFE-47B5-85EF-3DC555109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123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8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2" y="2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88" name="Freeform 7475">
              <a:extLst>
                <a:ext uri="{FF2B5EF4-FFF2-40B4-BE49-F238E27FC236}">
                  <a16:creationId xmlns:a16="http://schemas.microsoft.com/office/drawing/2014/main" id="{C8B5DAFA-A805-45D2-9FCC-A9859F831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199"/>
              <a:ext cx="4" cy="6"/>
            </a:xfrm>
            <a:custGeom>
              <a:avLst/>
              <a:gdLst>
                <a:gd name="T0" fmla="*/ 8 w 2"/>
                <a:gd name="T1" fmla="*/ 16 h 3"/>
                <a:gd name="T2" fmla="*/ 8 w 2"/>
                <a:gd name="T3" fmla="*/ 24 h 3"/>
                <a:gd name="T4" fmla="*/ 16 w 2"/>
                <a:gd name="T5" fmla="*/ 0 h 3"/>
                <a:gd name="T6" fmla="*/ 0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89" name="Freeform 7476">
              <a:extLst>
                <a:ext uri="{FF2B5EF4-FFF2-40B4-BE49-F238E27FC236}">
                  <a16:creationId xmlns:a16="http://schemas.microsoft.com/office/drawing/2014/main" id="{2D00048A-BCFD-4172-9C06-A20953F33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653"/>
              <a:ext cx="6" cy="10"/>
            </a:xfrm>
            <a:custGeom>
              <a:avLst/>
              <a:gdLst>
                <a:gd name="T0" fmla="*/ 8 w 3"/>
                <a:gd name="T1" fmla="*/ 24 h 5"/>
                <a:gd name="T2" fmla="*/ 8 w 3"/>
                <a:gd name="T3" fmla="*/ 40 h 5"/>
                <a:gd name="T4" fmla="*/ 0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3" y="3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90" name="Freeform 7477">
              <a:extLst>
                <a:ext uri="{FF2B5EF4-FFF2-40B4-BE49-F238E27FC236}">
                  <a16:creationId xmlns:a16="http://schemas.microsoft.com/office/drawing/2014/main" id="{2A56AC6B-5C28-477E-B040-B0833771D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597"/>
              <a:ext cx="6" cy="8"/>
            </a:xfrm>
            <a:custGeom>
              <a:avLst/>
              <a:gdLst>
                <a:gd name="T0" fmla="*/ 0 w 3"/>
                <a:gd name="T1" fmla="*/ 16 h 4"/>
                <a:gd name="T2" fmla="*/ 8 w 3"/>
                <a:gd name="T3" fmla="*/ 32 h 4"/>
                <a:gd name="T4" fmla="*/ 8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3" y="4"/>
                    <a:pt x="3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91" name="Freeform 7478">
              <a:extLst>
                <a:ext uri="{FF2B5EF4-FFF2-40B4-BE49-F238E27FC236}">
                  <a16:creationId xmlns:a16="http://schemas.microsoft.com/office/drawing/2014/main" id="{7D5314D2-97C9-4555-A01B-49CE5A32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647"/>
              <a:ext cx="8" cy="14"/>
            </a:xfrm>
            <a:custGeom>
              <a:avLst/>
              <a:gdLst>
                <a:gd name="T0" fmla="*/ 8 w 4"/>
                <a:gd name="T1" fmla="*/ 32 h 7"/>
                <a:gd name="T2" fmla="*/ 16 w 4"/>
                <a:gd name="T3" fmla="*/ 56 h 7"/>
                <a:gd name="T4" fmla="*/ 0 w 4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5"/>
                    <a:pt x="1" y="6"/>
                    <a:pt x="2" y="7"/>
                  </a:cubicBezTo>
                  <a:cubicBezTo>
                    <a:pt x="4" y="5"/>
                    <a:pt x="2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92" name="Freeform 7479">
              <a:extLst>
                <a:ext uri="{FF2B5EF4-FFF2-40B4-BE49-F238E27FC236}">
                  <a16:creationId xmlns:a16="http://schemas.microsoft.com/office/drawing/2014/main" id="{F5ED9A34-7E4A-4E31-B9E6-A236D7B1B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583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24 h 3"/>
                <a:gd name="T4" fmla="*/ 24 w 3"/>
                <a:gd name="T5" fmla="*/ 8 h 3"/>
                <a:gd name="T6" fmla="*/ 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93" name="Freeform 7480">
              <a:extLst>
                <a:ext uri="{FF2B5EF4-FFF2-40B4-BE49-F238E27FC236}">
                  <a16:creationId xmlns:a16="http://schemas.microsoft.com/office/drawing/2014/main" id="{431C2625-21DE-478A-9D9B-0C59ABC25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907"/>
              <a:ext cx="10" cy="10"/>
            </a:xfrm>
            <a:custGeom>
              <a:avLst/>
              <a:gdLst>
                <a:gd name="T0" fmla="*/ 16 w 5"/>
                <a:gd name="T1" fmla="*/ 0 h 5"/>
                <a:gd name="T2" fmla="*/ 24 w 5"/>
                <a:gd name="T3" fmla="*/ 40 h 5"/>
                <a:gd name="T4" fmla="*/ 3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1" y="4"/>
                    <a:pt x="3" y="5"/>
                  </a:cubicBezTo>
                  <a:cubicBezTo>
                    <a:pt x="5" y="5"/>
                    <a:pt x="5" y="1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94" name="Freeform 7481">
              <a:extLst>
                <a:ext uri="{FF2B5EF4-FFF2-40B4-BE49-F238E27FC236}">
                  <a16:creationId xmlns:a16="http://schemas.microsoft.com/office/drawing/2014/main" id="{D9207D86-1B40-4376-8C70-EFDBC22DC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903"/>
              <a:ext cx="6" cy="12"/>
            </a:xfrm>
            <a:custGeom>
              <a:avLst/>
              <a:gdLst>
                <a:gd name="T0" fmla="*/ 0 w 3"/>
                <a:gd name="T1" fmla="*/ 8 h 6"/>
                <a:gd name="T2" fmla="*/ 16 w 3"/>
                <a:gd name="T3" fmla="*/ 48 h 6"/>
                <a:gd name="T4" fmla="*/ 8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95" name="Freeform 7482">
              <a:extLst>
                <a:ext uri="{FF2B5EF4-FFF2-40B4-BE49-F238E27FC236}">
                  <a16:creationId xmlns:a16="http://schemas.microsoft.com/office/drawing/2014/main" id="{C78232FF-AE57-4D07-8654-03DA3064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895"/>
              <a:ext cx="14" cy="16"/>
            </a:xfrm>
            <a:custGeom>
              <a:avLst/>
              <a:gdLst>
                <a:gd name="T0" fmla="*/ 8 w 7"/>
                <a:gd name="T1" fmla="*/ 0 h 8"/>
                <a:gd name="T2" fmla="*/ 1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8"/>
                    <a:pt x="7" y="3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96" name="Freeform 7483">
              <a:extLst>
                <a:ext uri="{FF2B5EF4-FFF2-40B4-BE49-F238E27FC236}">
                  <a16:creationId xmlns:a16="http://schemas.microsoft.com/office/drawing/2014/main" id="{951B9D9B-EA40-4F80-B900-796FDACE5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881"/>
              <a:ext cx="14" cy="10"/>
            </a:xfrm>
            <a:custGeom>
              <a:avLst/>
              <a:gdLst>
                <a:gd name="T0" fmla="*/ 16 w 7"/>
                <a:gd name="T1" fmla="*/ 0 h 5"/>
                <a:gd name="T2" fmla="*/ 24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5"/>
                    <a:pt x="7" y="3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97" name="Freeform 7484">
              <a:extLst>
                <a:ext uri="{FF2B5EF4-FFF2-40B4-BE49-F238E27FC236}">
                  <a16:creationId xmlns:a16="http://schemas.microsoft.com/office/drawing/2014/main" id="{B7D514AE-0ACB-49AA-864C-D5277A44F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953"/>
              <a:ext cx="16" cy="16"/>
            </a:xfrm>
            <a:custGeom>
              <a:avLst/>
              <a:gdLst>
                <a:gd name="T0" fmla="*/ 0 w 8"/>
                <a:gd name="T1" fmla="*/ 8 h 8"/>
                <a:gd name="T2" fmla="*/ 16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0" y="8"/>
                    <a:pt x="8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98" name="Freeform 7485">
              <a:extLst>
                <a:ext uri="{FF2B5EF4-FFF2-40B4-BE49-F238E27FC236}">
                  <a16:creationId xmlns:a16="http://schemas.microsoft.com/office/drawing/2014/main" id="{D9B07D1C-C638-4CB7-8829-0B0C15BFC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003"/>
              <a:ext cx="6" cy="10"/>
            </a:xfrm>
            <a:custGeom>
              <a:avLst/>
              <a:gdLst>
                <a:gd name="T0" fmla="*/ 0 w 3"/>
                <a:gd name="T1" fmla="*/ 8 h 5"/>
                <a:gd name="T2" fmla="*/ 16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999" name="Freeform 7486">
              <a:extLst>
                <a:ext uri="{FF2B5EF4-FFF2-40B4-BE49-F238E27FC236}">
                  <a16:creationId xmlns:a16="http://schemas.microsoft.com/office/drawing/2014/main" id="{A2190800-BE77-4624-907F-8A8B48E5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993"/>
              <a:ext cx="8" cy="12"/>
            </a:xfrm>
            <a:custGeom>
              <a:avLst/>
              <a:gdLst>
                <a:gd name="T0" fmla="*/ 0 w 4"/>
                <a:gd name="T1" fmla="*/ 32 h 6"/>
                <a:gd name="T2" fmla="*/ 8 w 4"/>
                <a:gd name="T3" fmla="*/ 48 h 6"/>
                <a:gd name="T4" fmla="*/ 0 w 4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0" y="5"/>
                    <a:pt x="0" y="5"/>
                    <a:pt x="1" y="6"/>
                  </a:cubicBezTo>
                  <a:cubicBezTo>
                    <a:pt x="4" y="5"/>
                    <a:pt x="3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00" name="Freeform 7487">
              <a:extLst>
                <a:ext uri="{FF2B5EF4-FFF2-40B4-BE49-F238E27FC236}">
                  <a16:creationId xmlns:a16="http://schemas.microsoft.com/office/drawing/2014/main" id="{B83D9CEE-8E52-4318-8CF8-9A1C7947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965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0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01" name="Freeform 7488">
              <a:extLst>
                <a:ext uri="{FF2B5EF4-FFF2-40B4-BE49-F238E27FC236}">
                  <a16:creationId xmlns:a16="http://schemas.microsoft.com/office/drawing/2014/main" id="{871DCBBA-CD14-4C63-B9E7-403E36E16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873"/>
              <a:ext cx="8" cy="6"/>
            </a:xfrm>
            <a:custGeom>
              <a:avLst/>
              <a:gdLst>
                <a:gd name="T0" fmla="*/ 0 w 4"/>
                <a:gd name="T1" fmla="*/ 16 h 3"/>
                <a:gd name="T2" fmla="*/ 8 w 4"/>
                <a:gd name="T3" fmla="*/ 24 h 3"/>
                <a:gd name="T4" fmla="*/ 8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02" name="Freeform 7489">
              <a:extLst>
                <a:ext uri="{FF2B5EF4-FFF2-40B4-BE49-F238E27FC236}">
                  <a16:creationId xmlns:a16="http://schemas.microsoft.com/office/drawing/2014/main" id="{E738DC7C-BA7F-48AA-8866-2F510F879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055"/>
              <a:ext cx="4" cy="6"/>
            </a:xfrm>
            <a:custGeom>
              <a:avLst/>
              <a:gdLst>
                <a:gd name="T0" fmla="*/ 0 w 2"/>
                <a:gd name="T1" fmla="*/ 8 h 3"/>
                <a:gd name="T2" fmla="*/ 0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03" name="Freeform 7490">
              <a:extLst>
                <a:ext uri="{FF2B5EF4-FFF2-40B4-BE49-F238E27FC236}">
                  <a16:creationId xmlns:a16="http://schemas.microsoft.com/office/drawing/2014/main" id="{D3054792-2FBF-4564-8095-6B6A4DDD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109"/>
              <a:ext cx="6" cy="12"/>
            </a:xfrm>
            <a:custGeom>
              <a:avLst/>
              <a:gdLst>
                <a:gd name="T0" fmla="*/ 0 w 3"/>
                <a:gd name="T1" fmla="*/ 24 h 6"/>
                <a:gd name="T2" fmla="*/ 16 w 3"/>
                <a:gd name="T3" fmla="*/ 48 h 6"/>
                <a:gd name="T4" fmla="*/ 0 w 3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5"/>
                    <a:pt x="1" y="6"/>
                    <a:pt x="2" y="6"/>
                  </a:cubicBezTo>
                  <a:cubicBezTo>
                    <a:pt x="3" y="4"/>
                    <a:pt x="3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04" name="Freeform 7491">
              <a:extLst>
                <a:ext uri="{FF2B5EF4-FFF2-40B4-BE49-F238E27FC236}">
                  <a16:creationId xmlns:a16="http://schemas.microsoft.com/office/drawing/2014/main" id="{5B14DAEF-30AE-4AD5-BFA0-FDA500F95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097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16 h 2"/>
                <a:gd name="T4" fmla="*/ 8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05" name="Freeform 7492">
              <a:extLst>
                <a:ext uri="{FF2B5EF4-FFF2-40B4-BE49-F238E27FC236}">
                  <a16:creationId xmlns:a16="http://schemas.microsoft.com/office/drawing/2014/main" id="{74AD794B-2363-4C0F-8DED-9F7F4A1E0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113"/>
              <a:ext cx="12" cy="12"/>
            </a:xfrm>
            <a:custGeom>
              <a:avLst/>
              <a:gdLst>
                <a:gd name="T0" fmla="*/ 24 w 6"/>
                <a:gd name="T1" fmla="*/ 0 h 6"/>
                <a:gd name="T2" fmla="*/ 32 w 6"/>
                <a:gd name="T3" fmla="*/ 48 h 6"/>
                <a:gd name="T4" fmla="*/ 32 w 6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1"/>
                    <a:pt x="0" y="6"/>
                    <a:pt x="4" y="6"/>
                  </a:cubicBezTo>
                  <a:cubicBezTo>
                    <a:pt x="6" y="5"/>
                    <a:pt x="6" y="2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06" name="Freeform 7493">
              <a:extLst>
                <a:ext uri="{FF2B5EF4-FFF2-40B4-BE49-F238E27FC236}">
                  <a16:creationId xmlns:a16="http://schemas.microsoft.com/office/drawing/2014/main" id="{EC2DB4D3-78AA-4D6A-8866-84566E463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081"/>
              <a:ext cx="6" cy="10"/>
            </a:xfrm>
            <a:custGeom>
              <a:avLst/>
              <a:gdLst>
                <a:gd name="T0" fmla="*/ 8 w 3"/>
                <a:gd name="T1" fmla="*/ 0 h 5"/>
                <a:gd name="T2" fmla="*/ 24 w 3"/>
                <a:gd name="T3" fmla="*/ 40 h 5"/>
                <a:gd name="T4" fmla="*/ 16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5"/>
                    <a:pt x="3" y="5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07" name="Freeform 7494">
              <a:extLst>
                <a:ext uri="{FF2B5EF4-FFF2-40B4-BE49-F238E27FC236}">
                  <a16:creationId xmlns:a16="http://schemas.microsoft.com/office/drawing/2014/main" id="{C6071A86-8BFD-461F-942C-48ECBD47F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061"/>
              <a:ext cx="8" cy="8"/>
            </a:xfrm>
            <a:custGeom>
              <a:avLst/>
              <a:gdLst>
                <a:gd name="T0" fmla="*/ 0 w 4"/>
                <a:gd name="T1" fmla="*/ 8 h 4"/>
                <a:gd name="T2" fmla="*/ 16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3"/>
                    <a:pt x="1" y="3"/>
                    <a:pt x="2" y="4"/>
                  </a:cubicBezTo>
                  <a:cubicBezTo>
                    <a:pt x="4" y="3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08" name="Freeform 7495">
              <a:extLst>
                <a:ext uri="{FF2B5EF4-FFF2-40B4-BE49-F238E27FC236}">
                  <a16:creationId xmlns:a16="http://schemas.microsoft.com/office/drawing/2014/main" id="{7F1E12CF-97CC-43DE-B613-AE71CCD94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3039"/>
              <a:ext cx="6" cy="6"/>
            </a:xfrm>
            <a:custGeom>
              <a:avLst/>
              <a:gdLst>
                <a:gd name="T0" fmla="*/ 0 w 3"/>
                <a:gd name="T1" fmla="*/ 8 h 3"/>
                <a:gd name="T2" fmla="*/ 16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09" name="Freeform 7496">
              <a:extLst>
                <a:ext uri="{FF2B5EF4-FFF2-40B4-BE49-F238E27FC236}">
                  <a16:creationId xmlns:a16="http://schemas.microsoft.com/office/drawing/2014/main" id="{F8AED966-578E-48D3-8AE2-3BA2A1745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997"/>
              <a:ext cx="14" cy="12"/>
            </a:xfrm>
            <a:custGeom>
              <a:avLst/>
              <a:gdLst>
                <a:gd name="T0" fmla="*/ 16 w 7"/>
                <a:gd name="T1" fmla="*/ 0 h 6"/>
                <a:gd name="T2" fmla="*/ 40 w 7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6"/>
                    <a:pt x="7" y="5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10" name="Freeform 7497">
              <a:extLst>
                <a:ext uri="{FF2B5EF4-FFF2-40B4-BE49-F238E27FC236}">
                  <a16:creationId xmlns:a16="http://schemas.microsoft.com/office/drawing/2014/main" id="{66B2CA1B-2943-463D-BE27-CBBF55485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949"/>
              <a:ext cx="16" cy="18"/>
            </a:xfrm>
            <a:custGeom>
              <a:avLst/>
              <a:gdLst>
                <a:gd name="T0" fmla="*/ 8 w 8"/>
                <a:gd name="T1" fmla="*/ 8 h 9"/>
                <a:gd name="T2" fmla="*/ 16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1" y="1"/>
                  </a:moveTo>
                  <a:cubicBezTo>
                    <a:pt x="0" y="9"/>
                    <a:pt x="8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11" name="Freeform 7498">
              <a:extLst>
                <a:ext uri="{FF2B5EF4-FFF2-40B4-BE49-F238E27FC236}">
                  <a16:creationId xmlns:a16="http://schemas.microsoft.com/office/drawing/2014/main" id="{82C75019-629A-4B29-AE75-515582DA1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3157"/>
              <a:ext cx="12" cy="14"/>
            </a:xfrm>
            <a:custGeom>
              <a:avLst/>
              <a:gdLst>
                <a:gd name="T0" fmla="*/ 0 w 6"/>
                <a:gd name="T1" fmla="*/ 8 h 7"/>
                <a:gd name="T2" fmla="*/ 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0" y="7"/>
                    <a:pt x="6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12" name="Freeform 7499">
              <a:extLst>
                <a:ext uri="{FF2B5EF4-FFF2-40B4-BE49-F238E27FC236}">
                  <a16:creationId xmlns:a16="http://schemas.microsoft.com/office/drawing/2014/main" id="{AA3124D3-68AD-42B3-9F07-A320F4B73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3159"/>
              <a:ext cx="6" cy="8"/>
            </a:xfrm>
            <a:custGeom>
              <a:avLst/>
              <a:gdLst>
                <a:gd name="T0" fmla="*/ 8 w 3"/>
                <a:gd name="T1" fmla="*/ 8 h 4"/>
                <a:gd name="T2" fmla="*/ 16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2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13" name="Freeform 7500">
              <a:extLst>
                <a:ext uri="{FF2B5EF4-FFF2-40B4-BE49-F238E27FC236}">
                  <a16:creationId xmlns:a16="http://schemas.microsoft.com/office/drawing/2014/main" id="{C0790B34-E9E3-4309-BC15-0C3B2AB3C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3159"/>
              <a:ext cx="6" cy="8"/>
            </a:xfrm>
            <a:custGeom>
              <a:avLst/>
              <a:gdLst>
                <a:gd name="T0" fmla="*/ 0 w 3"/>
                <a:gd name="T1" fmla="*/ 16 h 4"/>
                <a:gd name="T2" fmla="*/ 8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14" name="Freeform 7501">
              <a:extLst>
                <a:ext uri="{FF2B5EF4-FFF2-40B4-BE49-F238E27FC236}">
                  <a16:creationId xmlns:a16="http://schemas.microsoft.com/office/drawing/2014/main" id="{78FFECBB-0698-4412-8E40-C271EBA01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159"/>
              <a:ext cx="4" cy="6"/>
            </a:xfrm>
            <a:custGeom>
              <a:avLst/>
              <a:gdLst>
                <a:gd name="T0" fmla="*/ 0 w 2"/>
                <a:gd name="T1" fmla="*/ 8 h 3"/>
                <a:gd name="T2" fmla="*/ 8 w 2"/>
                <a:gd name="T3" fmla="*/ 24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15" name="Freeform 7502">
              <a:extLst>
                <a:ext uri="{FF2B5EF4-FFF2-40B4-BE49-F238E27FC236}">
                  <a16:creationId xmlns:a16="http://schemas.microsoft.com/office/drawing/2014/main" id="{B78247A1-4E58-4F91-AA29-121ED72A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113"/>
              <a:ext cx="6" cy="10"/>
            </a:xfrm>
            <a:custGeom>
              <a:avLst/>
              <a:gdLst>
                <a:gd name="T0" fmla="*/ 0 w 3"/>
                <a:gd name="T1" fmla="*/ 24 h 5"/>
                <a:gd name="T2" fmla="*/ 8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1" y="4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16" name="Freeform 7503">
              <a:extLst>
                <a:ext uri="{FF2B5EF4-FFF2-40B4-BE49-F238E27FC236}">
                  <a16:creationId xmlns:a16="http://schemas.microsoft.com/office/drawing/2014/main" id="{665F09A7-3814-46F7-B259-EE71545F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051"/>
              <a:ext cx="6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16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2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17" name="Freeform 7504">
              <a:extLst>
                <a:ext uri="{FF2B5EF4-FFF2-40B4-BE49-F238E27FC236}">
                  <a16:creationId xmlns:a16="http://schemas.microsoft.com/office/drawing/2014/main" id="{05C3145E-1EDF-4D14-86E3-4C51D4018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49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3"/>
                    <a:pt x="1" y="4"/>
                  </a:cubicBezTo>
                  <a:cubicBezTo>
                    <a:pt x="3" y="3"/>
                    <a:pt x="4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18" name="Freeform 7505">
              <a:extLst>
                <a:ext uri="{FF2B5EF4-FFF2-40B4-BE49-F238E27FC236}">
                  <a16:creationId xmlns:a16="http://schemas.microsoft.com/office/drawing/2014/main" id="{6E899A2D-2BF6-4A0D-8CF5-1E8DA5A98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149"/>
              <a:ext cx="8" cy="12"/>
            </a:xfrm>
            <a:custGeom>
              <a:avLst/>
              <a:gdLst>
                <a:gd name="T0" fmla="*/ 8 w 4"/>
                <a:gd name="T1" fmla="*/ 0 h 6"/>
                <a:gd name="T2" fmla="*/ 16 w 4"/>
                <a:gd name="T3" fmla="*/ 48 h 6"/>
                <a:gd name="T4" fmla="*/ 16 w 4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5"/>
                    <a:pt x="4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19" name="Freeform 7506">
              <a:extLst>
                <a:ext uri="{FF2B5EF4-FFF2-40B4-BE49-F238E27FC236}">
                  <a16:creationId xmlns:a16="http://schemas.microsoft.com/office/drawing/2014/main" id="{EED6ABA7-9038-4787-A262-DB880E210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123"/>
              <a:ext cx="4" cy="6"/>
            </a:xfrm>
            <a:custGeom>
              <a:avLst/>
              <a:gdLst>
                <a:gd name="T0" fmla="*/ 0 w 2"/>
                <a:gd name="T1" fmla="*/ 8 h 3"/>
                <a:gd name="T2" fmla="*/ 0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20" name="Freeform 7507">
              <a:extLst>
                <a:ext uri="{FF2B5EF4-FFF2-40B4-BE49-F238E27FC236}">
                  <a16:creationId xmlns:a16="http://schemas.microsoft.com/office/drawing/2014/main" id="{5986048A-F6C8-4C76-A7ED-91E56C2B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133"/>
              <a:ext cx="10" cy="12"/>
            </a:xfrm>
            <a:custGeom>
              <a:avLst/>
              <a:gdLst>
                <a:gd name="T0" fmla="*/ 24 w 5"/>
                <a:gd name="T1" fmla="*/ 0 h 6"/>
                <a:gd name="T2" fmla="*/ 16 w 5"/>
                <a:gd name="T3" fmla="*/ 0 h 6"/>
                <a:gd name="T4" fmla="*/ 24 w 5"/>
                <a:gd name="T5" fmla="*/ 48 h 6"/>
                <a:gd name="T6" fmla="*/ 32 w 5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0" y="2"/>
                    <a:pt x="0" y="5"/>
                    <a:pt x="3" y="6"/>
                  </a:cubicBezTo>
                  <a:cubicBezTo>
                    <a:pt x="4" y="4"/>
                    <a:pt x="5" y="2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21" name="Freeform 7508">
              <a:extLst>
                <a:ext uri="{FF2B5EF4-FFF2-40B4-BE49-F238E27FC236}">
                  <a16:creationId xmlns:a16="http://schemas.microsoft.com/office/drawing/2014/main" id="{1A289DAB-321E-4498-8FB6-5165A335B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159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40 h 5"/>
                <a:gd name="T4" fmla="*/ 16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4" y="4"/>
                    <a:pt x="4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22" name="Freeform 7509">
              <a:extLst>
                <a:ext uri="{FF2B5EF4-FFF2-40B4-BE49-F238E27FC236}">
                  <a16:creationId xmlns:a16="http://schemas.microsoft.com/office/drawing/2014/main" id="{C51AFB01-9BC3-446F-82BD-A49324080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211"/>
              <a:ext cx="23" cy="14"/>
            </a:xfrm>
            <a:custGeom>
              <a:avLst/>
              <a:gdLst>
                <a:gd name="T0" fmla="*/ 65 w 11"/>
                <a:gd name="T1" fmla="*/ 0 h 7"/>
                <a:gd name="T2" fmla="*/ 75 w 11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7" y="0"/>
                  </a:moveTo>
                  <a:cubicBezTo>
                    <a:pt x="0" y="3"/>
                    <a:pt x="11" y="7"/>
                    <a:pt x="8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23" name="Freeform 7510">
              <a:extLst>
                <a:ext uri="{FF2B5EF4-FFF2-40B4-BE49-F238E27FC236}">
                  <a16:creationId xmlns:a16="http://schemas.microsoft.com/office/drawing/2014/main" id="{9D5F4C5C-B708-4AAD-9A8A-6EC5DE721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245"/>
              <a:ext cx="8" cy="10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40 h 5"/>
                <a:gd name="T4" fmla="*/ 24 w 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3" y="3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24" name="Freeform 7511">
              <a:extLst>
                <a:ext uri="{FF2B5EF4-FFF2-40B4-BE49-F238E27FC236}">
                  <a16:creationId xmlns:a16="http://schemas.microsoft.com/office/drawing/2014/main" id="{9AD16743-1990-4371-9BF9-757BCA622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305"/>
              <a:ext cx="8" cy="8"/>
            </a:xfrm>
            <a:custGeom>
              <a:avLst/>
              <a:gdLst>
                <a:gd name="T0" fmla="*/ 0 w 4"/>
                <a:gd name="T1" fmla="*/ 0 h 4"/>
                <a:gd name="T2" fmla="*/ 8 w 4"/>
                <a:gd name="T3" fmla="*/ 32 h 4"/>
                <a:gd name="T4" fmla="*/ 8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4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25" name="Freeform 7512">
              <a:extLst>
                <a:ext uri="{FF2B5EF4-FFF2-40B4-BE49-F238E27FC236}">
                  <a16:creationId xmlns:a16="http://schemas.microsoft.com/office/drawing/2014/main" id="{9300DB16-B394-41C9-A48F-D0E10F8A8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303"/>
              <a:ext cx="17" cy="14"/>
            </a:xfrm>
            <a:custGeom>
              <a:avLst/>
              <a:gdLst>
                <a:gd name="T0" fmla="*/ 49 w 8"/>
                <a:gd name="T1" fmla="*/ 0 h 7"/>
                <a:gd name="T2" fmla="*/ 60 w 8"/>
                <a:gd name="T3" fmla="*/ 1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0" y="5"/>
                    <a:pt x="8" y="7"/>
                    <a:pt x="6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26" name="Freeform 7513">
              <a:extLst>
                <a:ext uri="{FF2B5EF4-FFF2-40B4-BE49-F238E27FC236}">
                  <a16:creationId xmlns:a16="http://schemas.microsoft.com/office/drawing/2014/main" id="{4120A75F-0440-41A6-A032-F2800D41D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259"/>
              <a:ext cx="9" cy="10"/>
            </a:xfrm>
            <a:custGeom>
              <a:avLst/>
              <a:gdLst>
                <a:gd name="T0" fmla="*/ 11 w 4"/>
                <a:gd name="T1" fmla="*/ 24 h 5"/>
                <a:gd name="T2" fmla="*/ 11 w 4"/>
                <a:gd name="T3" fmla="*/ 40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0" y="4"/>
                    <a:pt x="1" y="4"/>
                    <a:pt x="1" y="5"/>
                  </a:cubicBezTo>
                  <a:cubicBezTo>
                    <a:pt x="4" y="5"/>
                    <a:pt x="3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27" name="Freeform 7514">
              <a:extLst>
                <a:ext uri="{FF2B5EF4-FFF2-40B4-BE49-F238E27FC236}">
                  <a16:creationId xmlns:a16="http://schemas.microsoft.com/office/drawing/2014/main" id="{3E046635-6E2E-4185-AAD5-E6E978EC9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207"/>
              <a:ext cx="8" cy="10"/>
            </a:xfrm>
            <a:custGeom>
              <a:avLst/>
              <a:gdLst>
                <a:gd name="T0" fmla="*/ 0 w 4"/>
                <a:gd name="T1" fmla="*/ 0 h 5"/>
                <a:gd name="T2" fmla="*/ 24 w 4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4" y="5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28" name="Freeform 7515">
              <a:extLst>
                <a:ext uri="{FF2B5EF4-FFF2-40B4-BE49-F238E27FC236}">
                  <a16:creationId xmlns:a16="http://schemas.microsoft.com/office/drawing/2014/main" id="{5E5E13E5-3D44-4E90-9A84-D66400BA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193"/>
              <a:ext cx="8" cy="8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32 h 4"/>
                <a:gd name="T4" fmla="*/ 24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3"/>
                    <a:pt x="4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29" name="Freeform 7516">
              <a:extLst>
                <a:ext uri="{FF2B5EF4-FFF2-40B4-BE49-F238E27FC236}">
                  <a16:creationId xmlns:a16="http://schemas.microsoft.com/office/drawing/2014/main" id="{CBA16396-6914-4922-9F10-A8906154F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261"/>
              <a:ext cx="6" cy="8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30" name="Freeform 7517">
              <a:extLst>
                <a:ext uri="{FF2B5EF4-FFF2-40B4-BE49-F238E27FC236}">
                  <a16:creationId xmlns:a16="http://schemas.microsoft.com/office/drawing/2014/main" id="{0E8FBFE6-8C1A-4F60-BFA8-6FCD3E0F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203"/>
              <a:ext cx="6" cy="6"/>
            </a:xfrm>
            <a:custGeom>
              <a:avLst/>
              <a:gdLst>
                <a:gd name="T0" fmla="*/ 0 w 3"/>
                <a:gd name="T1" fmla="*/ 8 h 3"/>
                <a:gd name="T2" fmla="*/ 16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3" y="1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31" name="Freeform 7518">
              <a:extLst>
                <a:ext uri="{FF2B5EF4-FFF2-40B4-BE49-F238E27FC236}">
                  <a16:creationId xmlns:a16="http://schemas.microsoft.com/office/drawing/2014/main" id="{23AB3C97-7632-4715-8A67-2FDCAD627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361"/>
              <a:ext cx="12" cy="12"/>
            </a:xfrm>
            <a:custGeom>
              <a:avLst/>
              <a:gdLst>
                <a:gd name="T0" fmla="*/ 16 w 6"/>
                <a:gd name="T1" fmla="*/ 0 h 6"/>
                <a:gd name="T2" fmla="*/ 24 w 6"/>
                <a:gd name="T3" fmla="*/ 48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1"/>
                    <a:pt x="0" y="6"/>
                    <a:pt x="3" y="6"/>
                  </a:cubicBezTo>
                  <a:cubicBezTo>
                    <a:pt x="6" y="5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32" name="Freeform 7519">
              <a:extLst>
                <a:ext uri="{FF2B5EF4-FFF2-40B4-BE49-F238E27FC236}">
                  <a16:creationId xmlns:a16="http://schemas.microsoft.com/office/drawing/2014/main" id="{17DBBA7A-4BFD-432F-848E-A9BE39C9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367"/>
              <a:ext cx="6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33" name="Freeform 7520">
              <a:extLst>
                <a:ext uri="{FF2B5EF4-FFF2-40B4-BE49-F238E27FC236}">
                  <a16:creationId xmlns:a16="http://schemas.microsoft.com/office/drawing/2014/main" id="{52082EB6-9AA7-46BD-BAEB-115815C7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445"/>
              <a:ext cx="8" cy="10"/>
            </a:xfrm>
            <a:custGeom>
              <a:avLst/>
              <a:gdLst>
                <a:gd name="T0" fmla="*/ 8 w 4"/>
                <a:gd name="T1" fmla="*/ 8 h 5"/>
                <a:gd name="T2" fmla="*/ 16 w 4"/>
                <a:gd name="T3" fmla="*/ 40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34" name="Freeform 7521">
              <a:extLst>
                <a:ext uri="{FF2B5EF4-FFF2-40B4-BE49-F238E27FC236}">
                  <a16:creationId xmlns:a16="http://schemas.microsoft.com/office/drawing/2014/main" id="{63B3C5FF-F0FB-4743-99D1-6397A3DE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451"/>
              <a:ext cx="28" cy="12"/>
            </a:xfrm>
            <a:custGeom>
              <a:avLst/>
              <a:gdLst>
                <a:gd name="T0" fmla="*/ 48 w 14"/>
                <a:gd name="T1" fmla="*/ 0 h 6"/>
                <a:gd name="T2" fmla="*/ 56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6" y="0"/>
                  </a:moveTo>
                  <a:cubicBezTo>
                    <a:pt x="0" y="6"/>
                    <a:pt x="14" y="3"/>
                    <a:pt x="7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35" name="Freeform 7522">
              <a:extLst>
                <a:ext uri="{FF2B5EF4-FFF2-40B4-BE49-F238E27FC236}">
                  <a16:creationId xmlns:a16="http://schemas.microsoft.com/office/drawing/2014/main" id="{5F2505AF-0C07-4BAE-89A3-3C4C15EF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405"/>
              <a:ext cx="6" cy="8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4"/>
                    <a:pt x="3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36" name="Freeform 7523">
              <a:extLst>
                <a:ext uri="{FF2B5EF4-FFF2-40B4-BE49-F238E27FC236}">
                  <a16:creationId xmlns:a16="http://schemas.microsoft.com/office/drawing/2014/main" id="{1ABE52A7-5817-4BEE-806E-4BC73E596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455"/>
              <a:ext cx="8" cy="8"/>
            </a:xfrm>
            <a:custGeom>
              <a:avLst/>
              <a:gdLst>
                <a:gd name="T0" fmla="*/ 16 w 4"/>
                <a:gd name="T1" fmla="*/ 0 h 4"/>
                <a:gd name="T2" fmla="*/ 16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3" y="3"/>
                    <a:pt x="4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37" name="Freeform 7524">
              <a:extLst>
                <a:ext uri="{FF2B5EF4-FFF2-40B4-BE49-F238E27FC236}">
                  <a16:creationId xmlns:a16="http://schemas.microsoft.com/office/drawing/2014/main" id="{C070959F-3266-424A-B3B4-8B77C4FD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331"/>
              <a:ext cx="4" cy="8"/>
            </a:xfrm>
            <a:custGeom>
              <a:avLst/>
              <a:gdLst>
                <a:gd name="T0" fmla="*/ 8 w 2"/>
                <a:gd name="T1" fmla="*/ 16 h 4"/>
                <a:gd name="T2" fmla="*/ 0 w 2"/>
                <a:gd name="T3" fmla="*/ 32 h 4"/>
                <a:gd name="T4" fmla="*/ 8 w 2"/>
                <a:gd name="T5" fmla="*/ 8 h 4"/>
                <a:gd name="T6" fmla="*/ 0 w 2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2" y="3"/>
                    <a:pt x="2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38" name="Freeform 7525">
              <a:extLst>
                <a:ext uri="{FF2B5EF4-FFF2-40B4-BE49-F238E27FC236}">
                  <a16:creationId xmlns:a16="http://schemas.microsoft.com/office/drawing/2014/main" id="{05A81C90-6243-4143-9371-2A6D8F4BE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397"/>
              <a:ext cx="6" cy="8"/>
            </a:xfrm>
            <a:custGeom>
              <a:avLst/>
              <a:gdLst>
                <a:gd name="T0" fmla="*/ 16 w 3"/>
                <a:gd name="T1" fmla="*/ 0 h 4"/>
                <a:gd name="T2" fmla="*/ 16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39" name="Freeform 7526">
              <a:extLst>
                <a:ext uri="{FF2B5EF4-FFF2-40B4-BE49-F238E27FC236}">
                  <a16:creationId xmlns:a16="http://schemas.microsoft.com/office/drawing/2014/main" id="{88C9A1A7-4A8E-488C-B47B-9749528C4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415"/>
              <a:ext cx="6" cy="8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32 h 4"/>
                <a:gd name="T4" fmla="*/ 24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3" y="3"/>
                    <a:pt x="3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40" name="Freeform 7527">
              <a:extLst>
                <a:ext uri="{FF2B5EF4-FFF2-40B4-BE49-F238E27FC236}">
                  <a16:creationId xmlns:a16="http://schemas.microsoft.com/office/drawing/2014/main" id="{991A14D9-6FB5-4BDE-82CF-0CDAA5EA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343"/>
              <a:ext cx="6" cy="6"/>
            </a:xfrm>
            <a:custGeom>
              <a:avLst/>
              <a:gdLst>
                <a:gd name="T0" fmla="*/ 0 w 3"/>
                <a:gd name="T1" fmla="*/ 16 h 3"/>
                <a:gd name="T2" fmla="*/ 16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41" name="Freeform 7528">
              <a:extLst>
                <a:ext uri="{FF2B5EF4-FFF2-40B4-BE49-F238E27FC236}">
                  <a16:creationId xmlns:a16="http://schemas.microsoft.com/office/drawing/2014/main" id="{FC461291-53EB-42D8-930B-737B108F5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545"/>
              <a:ext cx="6" cy="8"/>
            </a:xfrm>
            <a:custGeom>
              <a:avLst/>
              <a:gdLst>
                <a:gd name="T0" fmla="*/ 0 w 3"/>
                <a:gd name="T1" fmla="*/ 8 h 4"/>
                <a:gd name="T2" fmla="*/ 8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42" name="Freeform 7529">
              <a:extLst>
                <a:ext uri="{FF2B5EF4-FFF2-40B4-BE49-F238E27FC236}">
                  <a16:creationId xmlns:a16="http://schemas.microsoft.com/office/drawing/2014/main" id="{B73244B3-8E6B-4759-BA3C-C810CD43F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553"/>
              <a:ext cx="10" cy="12"/>
            </a:xfrm>
            <a:custGeom>
              <a:avLst/>
              <a:gdLst>
                <a:gd name="T0" fmla="*/ 8 w 5"/>
                <a:gd name="T1" fmla="*/ 0 h 6"/>
                <a:gd name="T2" fmla="*/ 24 w 5"/>
                <a:gd name="T3" fmla="*/ 48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1" y="5"/>
                    <a:pt x="3" y="6"/>
                  </a:cubicBezTo>
                  <a:cubicBezTo>
                    <a:pt x="5" y="5"/>
                    <a:pt x="5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43" name="Freeform 7530">
              <a:extLst>
                <a:ext uri="{FF2B5EF4-FFF2-40B4-BE49-F238E27FC236}">
                  <a16:creationId xmlns:a16="http://schemas.microsoft.com/office/drawing/2014/main" id="{52F2354F-CF67-4FEC-91AF-F3B7DB001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541"/>
              <a:ext cx="6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44" name="Freeform 7531">
              <a:extLst>
                <a:ext uri="{FF2B5EF4-FFF2-40B4-BE49-F238E27FC236}">
                  <a16:creationId xmlns:a16="http://schemas.microsoft.com/office/drawing/2014/main" id="{DC95BBBE-3517-470A-A6DE-FFF70FCAB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09"/>
              <a:ext cx="12" cy="12"/>
            </a:xfrm>
            <a:custGeom>
              <a:avLst/>
              <a:gdLst>
                <a:gd name="T0" fmla="*/ 24 w 6"/>
                <a:gd name="T1" fmla="*/ 0 h 6"/>
                <a:gd name="T2" fmla="*/ 8 w 6"/>
                <a:gd name="T3" fmla="*/ 32 h 6"/>
                <a:gd name="T4" fmla="*/ 48 w 6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1"/>
                    <a:pt x="1" y="4"/>
                  </a:cubicBezTo>
                  <a:cubicBezTo>
                    <a:pt x="2" y="6"/>
                    <a:pt x="6" y="4"/>
                    <a:pt x="6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45" name="Freeform 7532">
              <a:extLst>
                <a:ext uri="{FF2B5EF4-FFF2-40B4-BE49-F238E27FC236}">
                  <a16:creationId xmlns:a16="http://schemas.microsoft.com/office/drawing/2014/main" id="{EB1AFF1D-65CF-4ED4-860D-1D6D8C145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501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16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2" y="5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46" name="Freeform 7533">
              <a:extLst>
                <a:ext uri="{FF2B5EF4-FFF2-40B4-BE49-F238E27FC236}">
                  <a16:creationId xmlns:a16="http://schemas.microsoft.com/office/drawing/2014/main" id="{5A00490E-0F2C-4921-8B43-FB060B60B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499"/>
              <a:ext cx="6" cy="6"/>
            </a:xfrm>
            <a:custGeom>
              <a:avLst/>
              <a:gdLst>
                <a:gd name="T0" fmla="*/ 0 w 3"/>
                <a:gd name="T1" fmla="*/ 8 h 3"/>
                <a:gd name="T2" fmla="*/ 0 w 3"/>
                <a:gd name="T3" fmla="*/ 24 h 3"/>
                <a:gd name="T4" fmla="*/ 24 w 3"/>
                <a:gd name="T5" fmla="*/ 8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47" name="Freeform 7534">
              <a:extLst>
                <a:ext uri="{FF2B5EF4-FFF2-40B4-BE49-F238E27FC236}">
                  <a16:creationId xmlns:a16="http://schemas.microsoft.com/office/drawing/2014/main" id="{6D8D45AD-DAA0-415C-9852-8B29F00B2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605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48" name="Freeform 7535">
              <a:extLst>
                <a:ext uri="{FF2B5EF4-FFF2-40B4-BE49-F238E27FC236}">
                  <a16:creationId xmlns:a16="http://schemas.microsoft.com/office/drawing/2014/main" id="{2B376032-E943-4D54-8991-8041A835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603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40 h 5"/>
                <a:gd name="T4" fmla="*/ 3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4" y="4"/>
                    <a:pt x="5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49" name="Freeform 7536">
              <a:extLst>
                <a:ext uri="{FF2B5EF4-FFF2-40B4-BE49-F238E27FC236}">
                  <a16:creationId xmlns:a16="http://schemas.microsoft.com/office/drawing/2014/main" id="{372A3613-B898-4CDF-BD41-0797000B2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561"/>
              <a:ext cx="4" cy="10"/>
            </a:xfrm>
            <a:custGeom>
              <a:avLst/>
              <a:gdLst>
                <a:gd name="T0" fmla="*/ 0 w 2"/>
                <a:gd name="T1" fmla="*/ 0 h 5"/>
                <a:gd name="T2" fmla="*/ 8 w 2"/>
                <a:gd name="T3" fmla="*/ 40 h 5"/>
                <a:gd name="T4" fmla="*/ 8 w 2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4"/>
                    <a:pt x="2" y="2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50" name="Freeform 7537">
              <a:extLst>
                <a:ext uri="{FF2B5EF4-FFF2-40B4-BE49-F238E27FC236}">
                  <a16:creationId xmlns:a16="http://schemas.microsoft.com/office/drawing/2014/main" id="{C758EA28-9682-485E-8606-DE3D50A3D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585"/>
              <a:ext cx="6" cy="8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32 h 4"/>
                <a:gd name="T4" fmla="*/ 8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0"/>
                    <a:pt x="0" y="2"/>
                    <a:pt x="0" y="4"/>
                  </a:cubicBezTo>
                  <a:cubicBezTo>
                    <a:pt x="2" y="4"/>
                    <a:pt x="3" y="2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51" name="Freeform 7538">
              <a:extLst>
                <a:ext uri="{FF2B5EF4-FFF2-40B4-BE49-F238E27FC236}">
                  <a16:creationId xmlns:a16="http://schemas.microsoft.com/office/drawing/2014/main" id="{5AC9969F-5243-48AB-8C24-27511F147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665"/>
              <a:ext cx="8" cy="10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40 h 5"/>
                <a:gd name="T4" fmla="*/ 32 w 4"/>
                <a:gd name="T5" fmla="*/ 16 h 5"/>
                <a:gd name="T6" fmla="*/ 16 w 4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3" y="4"/>
                    <a:pt x="4" y="4"/>
                    <a:pt x="4" y="2"/>
                  </a:cubicBezTo>
                  <a:cubicBezTo>
                    <a:pt x="4" y="2"/>
                    <a:pt x="3" y="1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52" name="Freeform 7539">
              <a:extLst>
                <a:ext uri="{FF2B5EF4-FFF2-40B4-BE49-F238E27FC236}">
                  <a16:creationId xmlns:a16="http://schemas.microsoft.com/office/drawing/2014/main" id="{915D8D75-9FEA-499E-BFDE-E2FA40F4A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623"/>
              <a:ext cx="4" cy="6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24 h 3"/>
                <a:gd name="T4" fmla="*/ 8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1" y="2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53" name="Freeform 7540">
              <a:extLst>
                <a:ext uri="{FF2B5EF4-FFF2-40B4-BE49-F238E27FC236}">
                  <a16:creationId xmlns:a16="http://schemas.microsoft.com/office/drawing/2014/main" id="{595B0E02-2F61-450B-A1EA-410D90182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41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2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54" name="Freeform 7541">
              <a:extLst>
                <a:ext uri="{FF2B5EF4-FFF2-40B4-BE49-F238E27FC236}">
                  <a16:creationId xmlns:a16="http://schemas.microsoft.com/office/drawing/2014/main" id="{E91C13C4-2F9C-4E06-B7C4-451A38575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651"/>
              <a:ext cx="34" cy="18"/>
            </a:xfrm>
            <a:custGeom>
              <a:avLst/>
              <a:gdLst>
                <a:gd name="T0" fmla="*/ 48 w 17"/>
                <a:gd name="T1" fmla="*/ 0 h 9"/>
                <a:gd name="T2" fmla="*/ 64 w 17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6" y="0"/>
                  </a:moveTo>
                  <a:cubicBezTo>
                    <a:pt x="0" y="9"/>
                    <a:pt x="17" y="4"/>
                    <a:pt x="8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55" name="Freeform 7542">
              <a:extLst>
                <a:ext uri="{FF2B5EF4-FFF2-40B4-BE49-F238E27FC236}">
                  <a16:creationId xmlns:a16="http://schemas.microsoft.com/office/drawing/2014/main" id="{AE9C4ACE-6F8D-4089-86A3-B7CB77F55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705"/>
              <a:ext cx="8" cy="10"/>
            </a:xfrm>
            <a:custGeom>
              <a:avLst/>
              <a:gdLst>
                <a:gd name="T0" fmla="*/ 16 w 4"/>
                <a:gd name="T1" fmla="*/ 8 h 5"/>
                <a:gd name="T2" fmla="*/ 8 w 4"/>
                <a:gd name="T3" fmla="*/ 0 h 5"/>
                <a:gd name="T4" fmla="*/ 24 w 4"/>
                <a:gd name="T5" fmla="*/ 40 h 5"/>
                <a:gd name="T6" fmla="*/ 16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2"/>
                    <a:pt x="1" y="4"/>
                    <a:pt x="3" y="5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56" name="Freeform 7543">
              <a:extLst>
                <a:ext uri="{FF2B5EF4-FFF2-40B4-BE49-F238E27FC236}">
                  <a16:creationId xmlns:a16="http://schemas.microsoft.com/office/drawing/2014/main" id="{40BB8A5C-F2D8-4755-87E0-E112396D3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701"/>
              <a:ext cx="8" cy="8"/>
            </a:xfrm>
            <a:custGeom>
              <a:avLst/>
              <a:gdLst>
                <a:gd name="T0" fmla="*/ 16 w 4"/>
                <a:gd name="T1" fmla="*/ 0 h 4"/>
                <a:gd name="T2" fmla="*/ 16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4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57" name="Freeform 7544">
              <a:extLst>
                <a:ext uri="{FF2B5EF4-FFF2-40B4-BE49-F238E27FC236}">
                  <a16:creationId xmlns:a16="http://schemas.microsoft.com/office/drawing/2014/main" id="{727965EA-E3D9-4D64-BC61-467C84B70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669"/>
              <a:ext cx="8" cy="10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40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4" y="3"/>
                    <a:pt x="4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58" name="Freeform 7545">
              <a:extLst>
                <a:ext uri="{FF2B5EF4-FFF2-40B4-BE49-F238E27FC236}">
                  <a16:creationId xmlns:a16="http://schemas.microsoft.com/office/drawing/2014/main" id="{744C8656-9372-44A0-B8E6-142EEB6C8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753"/>
              <a:ext cx="6" cy="8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32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59" name="Freeform 7546">
              <a:extLst>
                <a:ext uri="{FF2B5EF4-FFF2-40B4-BE49-F238E27FC236}">
                  <a16:creationId xmlns:a16="http://schemas.microsoft.com/office/drawing/2014/main" id="{94569933-3809-4DD9-A3D7-9611C04BC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61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40 h 5"/>
                <a:gd name="T4" fmla="*/ 16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4"/>
                    <a:pt x="4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60" name="Freeform 7547">
              <a:extLst>
                <a:ext uri="{FF2B5EF4-FFF2-40B4-BE49-F238E27FC236}">
                  <a16:creationId xmlns:a16="http://schemas.microsoft.com/office/drawing/2014/main" id="{1E505CFC-0DBB-49FB-9E23-7EF801CD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785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16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61" name="Freeform 7548">
              <a:extLst>
                <a:ext uri="{FF2B5EF4-FFF2-40B4-BE49-F238E27FC236}">
                  <a16:creationId xmlns:a16="http://schemas.microsoft.com/office/drawing/2014/main" id="{37579402-B5DD-406F-9770-7A80A7D63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749"/>
              <a:ext cx="12" cy="12"/>
            </a:xfrm>
            <a:custGeom>
              <a:avLst/>
              <a:gdLst>
                <a:gd name="T0" fmla="*/ 24 w 6"/>
                <a:gd name="T1" fmla="*/ 0 h 6"/>
                <a:gd name="T2" fmla="*/ 24 w 6"/>
                <a:gd name="T3" fmla="*/ 48 h 6"/>
                <a:gd name="T4" fmla="*/ 40 w 6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6" y="6"/>
                    <a:pt x="6" y="2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62" name="Freeform 7549">
              <a:extLst>
                <a:ext uri="{FF2B5EF4-FFF2-40B4-BE49-F238E27FC236}">
                  <a16:creationId xmlns:a16="http://schemas.microsoft.com/office/drawing/2014/main" id="{D394CEE3-88D0-421E-8442-A3BC1784D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17"/>
              <a:ext cx="4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63" name="Freeform 7550">
              <a:extLst>
                <a:ext uri="{FF2B5EF4-FFF2-40B4-BE49-F238E27FC236}">
                  <a16:creationId xmlns:a16="http://schemas.microsoft.com/office/drawing/2014/main" id="{D79251D4-7FA7-4980-9284-670E52630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803"/>
              <a:ext cx="14" cy="12"/>
            </a:xfrm>
            <a:custGeom>
              <a:avLst/>
              <a:gdLst>
                <a:gd name="T0" fmla="*/ 32 w 7"/>
                <a:gd name="T1" fmla="*/ 0 h 6"/>
                <a:gd name="T2" fmla="*/ 40 w 7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0" y="3"/>
                    <a:pt x="7" y="6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64" name="Freeform 7551">
              <a:extLst>
                <a:ext uri="{FF2B5EF4-FFF2-40B4-BE49-F238E27FC236}">
                  <a16:creationId xmlns:a16="http://schemas.microsoft.com/office/drawing/2014/main" id="{78D36151-EE84-41D8-908B-40107CA2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781"/>
              <a:ext cx="6" cy="8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32 h 4"/>
                <a:gd name="T4" fmla="*/ 16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65" name="Freeform 7552">
              <a:extLst>
                <a:ext uri="{FF2B5EF4-FFF2-40B4-BE49-F238E27FC236}">
                  <a16:creationId xmlns:a16="http://schemas.microsoft.com/office/drawing/2014/main" id="{22115FC9-A2F2-44CE-8F2A-7F9F74CD1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29"/>
              <a:ext cx="8" cy="10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40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66" name="Freeform 7553">
              <a:extLst>
                <a:ext uri="{FF2B5EF4-FFF2-40B4-BE49-F238E27FC236}">
                  <a16:creationId xmlns:a16="http://schemas.microsoft.com/office/drawing/2014/main" id="{5F62A35D-6F63-4F8B-A604-3E4CDC798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827"/>
              <a:ext cx="8" cy="10"/>
            </a:xfrm>
            <a:custGeom>
              <a:avLst/>
              <a:gdLst>
                <a:gd name="T0" fmla="*/ 0 w 4"/>
                <a:gd name="T1" fmla="*/ 0 h 5"/>
                <a:gd name="T2" fmla="*/ 16 w 4"/>
                <a:gd name="T3" fmla="*/ 40 h 5"/>
                <a:gd name="T4" fmla="*/ 16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3" y="3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67" name="Freeform 7554">
              <a:extLst>
                <a:ext uri="{FF2B5EF4-FFF2-40B4-BE49-F238E27FC236}">
                  <a16:creationId xmlns:a16="http://schemas.microsoft.com/office/drawing/2014/main" id="{C6E9CCDA-14F5-4984-92E9-DBCDF911A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05"/>
              <a:ext cx="24" cy="18"/>
            </a:xfrm>
            <a:custGeom>
              <a:avLst/>
              <a:gdLst>
                <a:gd name="T0" fmla="*/ 24 w 12"/>
                <a:gd name="T1" fmla="*/ 8 h 9"/>
                <a:gd name="T2" fmla="*/ 4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3" y="1"/>
                  </a:moveTo>
                  <a:cubicBezTo>
                    <a:pt x="0" y="9"/>
                    <a:pt x="12" y="1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68" name="Freeform 7555">
              <a:extLst>
                <a:ext uri="{FF2B5EF4-FFF2-40B4-BE49-F238E27FC236}">
                  <a16:creationId xmlns:a16="http://schemas.microsoft.com/office/drawing/2014/main" id="{A8F811E1-15FA-44E8-ABBB-4E99139DB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885"/>
              <a:ext cx="4" cy="6"/>
            </a:xfrm>
            <a:custGeom>
              <a:avLst/>
              <a:gdLst>
                <a:gd name="T0" fmla="*/ 8 w 2"/>
                <a:gd name="T1" fmla="*/ 8 h 3"/>
                <a:gd name="T2" fmla="*/ 8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69" name="Freeform 7556">
              <a:extLst>
                <a:ext uri="{FF2B5EF4-FFF2-40B4-BE49-F238E27FC236}">
                  <a16:creationId xmlns:a16="http://schemas.microsoft.com/office/drawing/2014/main" id="{0FE3D592-E7F1-49F8-8B97-6211F0500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895"/>
              <a:ext cx="14" cy="16"/>
            </a:xfrm>
            <a:custGeom>
              <a:avLst/>
              <a:gdLst>
                <a:gd name="T0" fmla="*/ 40 w 7"/>
                <a:gd name="T1" fmla="*/ 8 h 8"/>
                <a:gd name="T2" fmla="*/ 40 w 7"/>
                <a:gd name="T3" fmla="*/ 64 h 8"/>
                <a:gd name="T4" fmla="*/ 48 w 7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0" y="0"/>
                    <a:pt x="2" y="7"/>
                    <a:pt x="5" y="8"/>
                  </a:cubicBezTo>
                  <a:cubicBezTo>
                    <a:pt x="7" y="6"/>
                    <a:pt x="7" y="3"/>
                    <a:pt x="6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70" name="Freeform 7557">
              <a:extLst>
                <a:ext uri="{FF2B5EF4-FFF2-40B4-BE49-F238E27FC236}">
                  <a16:creationId xmlns:a16="http://schemas.microsoft.com/office/drawing/2014/main" id="{3E05645E-E18C-42DF-B078-AE907258B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879"/>
              <a:ext cx="8" cy="6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24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4" y="3"/>
                    <a:pt x="3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71" name="Freeform 7558">
              <a:extLst>
                <a:ext uri="{FF2B5EF4-FFF2-40B4-BE49-F238E27FC236}">
                  <a16:creationId xmlns:a16="http://schemas.microsoft.com/office/drawing/2014/main" id="{531C1727-9454-4979-A219-8BD6B0E93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865"/>
              <a:ext cx="10" cy="12"/>
            </a:xfrm>
            <a:custGeom>
              <a:avLst/>
              <a:gdLst>
                <a:gd name="T0" fmla="*/ 0 w 5"/>
                <a:gd name="T1" fmla="*/ 8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1" y="6"/>
                    <a:pt x="5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72" name="Freeform 7559">
              <a:extLst>
                <a:ext uri="{FF2B5EF4-FFF2-40B4-BE49-F238E27FC236}">
                  <a16:creationId xmlns:a16="http://schemas.microsoft.com/office/drawing/2014/main" id="{A57FACDF-4D26-4DD4-9BF2-C7CAF8A4E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915"/>
              <a:ext cx="8" cy="8"/>
            </a:xfrm>
            <a:custGeom>
              <a:avLst/>
              <a:gdLst>
                <a:gd name="T0" fmla="*/ 16 w 4"/>
                <a:gd name="T1" fmla="*/ 8 h 4"/>
                <a:gd name="T2" fmla="*/ 8 w 4"/>
                <a:gd name="T3" fmla="*/ 8 h 4"/>
                <a:gd name="T4" fmla="*/ 16 w 4"/>
                <a:gd name="T5" fmla="*/ 32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73" name="Freeform 7560">
              <a:extLst>
                <a:ext uri="{FF2B5EF4-FFF2-40B4-BE49-F238E27FC236}">
                  <a16:creationId xmlns:a16="http://schemas.microsoft.com/office/drawing/2014/main" id="{839A8E08-BE77-4EBF-AF22-3299D095B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951"/>
              <a:ext cx="12" cy="12"/>
            </a:xfrm>
            <a:custGeom>
              <a:avLst/>
              <a:gdLst>
                <a:gd name="T0" fmla="*/ 32 w 6"/>
                <a:gd name="T1" fmla="*/ 0 h 6"/>
                <a:gd name="T2" fmla="*/ 24 w 6"/>
                <a:gd name="T3" fmla="*/ 40 h 6"/>
                <a:gd name="T4" fmla="*/ 4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0"/>
                    <a:pt x="0" y="4"/>
                    <a:pt x="3" y="5"/>
                  </a:cubicBezTo>
                  <a:cubicBezTo>
                    <a:pt x="6" y="6"/>
                    <a:pt x="6" y="1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74" name="Freeform 7561">
              <a:extLst>
                <a:ext uri="{FF2B5EF4-FFF2-40B4-BE49-F238E27FC236}">
                  <a16:creationId xmlns:a16="http://schemas.microsoft.com/office/drawing/2014/main" id="{E660D02F-A95D-4B09-8164-BCEEE8B65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907"/>
              <a:ext cx="14" cy="10"/>
            </a:xfrm>
            <a:custGeom>
              <a:avLst/>
              <a:gdLst>
                <a:gd name="T0" fmla="*/ 16 w 7"/>
                <a:gd name="T1" fmla="*/ 0 h 5"/>
                <a:gd name="T2" fmla="*/ 24 w 7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5"/>
                    <a:pt x="7" y="4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75" name="Freeform 7562">
              <a:extLst>
                <a:ext uri="{FF2B5EF4-FFF2-40B4-BE49-F238E27FC236}">
                  <a16:creationId xmlns:a16="http://schemas.microsoft.com/office/drawing/2014/main" id="{ABBB64FA-BB10-4C04-B08D-BFCD5783D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973"/>
              <a:ext cx="10" cy="10"/>
            </a:xfrm>
            <a:custGeom>
              <a:avLst/>
              <a:gdLst>
                <a:gd name="T0" fmla="*/ 8 w 5"/>
                <a:gd name="T1" fmla="*/ 8 h 5"/>
                <a:gd name="T2" fmla="*/ 8 w 5"/>
                <a:gd name="T3" fmla="*/ 40 h 5"/>
                <a:gd name="T4" fmla="*/ 8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5" y="4"/>
                    <a:pt x="4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76" name="Freeform 7563">
              <a:extLst>
                <a:ext uri="{FF2B5EF4-FFF2-40B4-BE49-F238E27FC236}">
                  <a16:creationId xmlns:a16="http://schemas.microsoft.com/office/drawing/2014/main" id="{4634416E-9698-4989-841C-E862ED023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009"/>
              <a:ext cx="10" cy="12"/>
            </a:xfrm>
            <a:custGeom>
              <a:avLst/>
              <a:gdLst>
                <a:gd name="T0" fmla="*/ 8 w 5"/>
                <a:gd name="T1" fmla="*/ 0 h 6"/>
                <a:gd name="T2" fmla="*/ 24 w 5"/>
                <a:gd name="T3" fmla="*/ 48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1" y="5"/>
                    <a:pt x="3" y="6"/>
                  </a:cubicBezTo>
                  <a:cubicBezTo>
                    <a:pt x="5" y="4"/>
                    <a:pt x="4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77" name="Freeform 7564">
              <a:extLst>
                <a:ext uri="{FF2B5EF4-FFF2-40B4-BE49-F238E27FC236}">
                  <a16:creationId xmlns:a16="http://schemas.microsoft.com/office/drawing/2014/main" id="{181298D7-6B4D-4AD4-B091-14747C30F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03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78" name="Freeform 7565">
              <a:extLst>
                <a:ext uri="{FF2B5EF4-FFF2-40B4-BE49-F238E27FC236}">
                  <a16:creationId xmlns:a16="http://schemas.microsoft.com/office/drawing/2014/main" id="{895BE8BB-2355-4800-80BE-38362F823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957"/>
              <a:ext cx="14" cy="14"/>
            </a:xfrm>
            <a:custGeom>
              <a:avLst/>
              <a:gdLst>
                <a:gd name="T0" fmla="*/ 24 w 7"/>
                <a:gd name="T1" fmla="*/ 0 h 7"/>
                <a:gd name="T2" fmla="*/ 48 w 7"/>
                <a:gd name="T3" fmla="*/ 32 h 7"/>
                <a:gd name="T4" fmla="*/ 24 w 7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0" y="2"/>
                    <a:pt x="4" y="7"/>
                    <a:pt x="6" y="4"/>
                  </a:cubicBezTo>
                  <a:cubicBezTo>
                    <a:pt x="7" y="1"/>
                    <a:pt x="4" y="0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79" name="Freeform 7566">
              <a:extLst>
                <a:ext uri="{FF2B5EF4-FFF2-40B4-BE49-F238E27FC236}">
                  <a16:creationId xmlns:a16="http://schemas.microsoft.com/office/drawing/2014/main" id="{03D2D5D7-1816-48D2-9FCB-E0D9E713B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2957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16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80" name="Freeform 7567">
              <a:extLst>
                <a:ext uri="{FF2B5EF4-FFF2-40B4-BE49-F238E27FC236}">
                  <a16:creationId xmlns:a16="http://schemas.microsoft.com/office/drawing/2014/main" id="{975DDF3E-4E16-4763-ABDC-20720015C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009"/>
              <a:ext cx="10" cy="10"/>
            </a:xfrm>
            <a:custGeom>
              <a:avLst/>
              <a:gdLst>
                <a:gd name="T0" fmla="*/ 24 w 5"/>
                <a:gd name="T1" fmla="*/ 8 h 5"/>
                <a:gd name="T2" fmla="*/ 8 w 5"/>
                <a:gd name="T3" fmla="*/ 8 h 5"/>
                <a:gd name="T4" fmla="*/ 24 w 5"/>
                <a:gd name="T5" fmla="*/ 40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1" y="4"/>
                    <a:pt x="3" y="5"/>
                  </a:cubicBezTo>
                  <a:cubicBezTo>
                    <a:pt x="5" y="3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81" name="Freeform 7568">
              <a:extLst>
                <a:ext uri="{FF2B5EF4-FFF2-40B4-BE49-F238E27FC236}">
                  <a16:creationId xmlns:a16="http://schemas.microsoft.com/office/drawing/2014/main" id="{2A574AC8-13B1-44F0-97AB-EB15AF09E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3039"/>
              <a:ext cx="6" cy="8"/>
            </a:xfrm>
            <a:custGeom>
              <a:avLst/>
              <a:gdLst>
                <a:gd name="T0" fmla="*/ 8 w 3"/>
                <a:gd name="T1" fmla="*/ 0 h 4"/>
                <a:gd name="T2" fmla="*/ 0 w 3"/>
                <a:gd name="T3" fmla="*/ 24 h 4"/>
                <a:gd name="T4" fmla="*/ 24 w 3"/>
                <a:gd name="T5" fmla="*/ 8 h 4"/>
                <a:gd name="T6" fmla="*/ 16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3" y="3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82" name="Freeform 7569">
              <a:extLst>
                <a:ext uri="{FF2B5EF4-FFF2-40B4-BE49-F238E27FC236}">
                  <a16:creationId xmlns:a16="http://schemas.microsoft.com/office/drawing/2014/main" id="{63A6EE9B-0FB6-4329-B434-05D0DC024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071"/>
              <a:ext cx="10" cy="10"/>
            </a:xfrm>
            <a:custGeom>
              <a:avLst/>
              <a:gdLst>
                <a:gd name="T0" fmla="*/ 16 w 5"/>
                <a:gd name="T1" fmla="*/ 0 h 5"/>
                <a:gd name="T2" fmla="*/ 16 w 5"/>
                <a:gd name="T3" fmla="*/ 40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83" name="Freeform 7570">
              <a:extLst>
                <a:ext uri="{FF2B5EF4-FFF2-40B4-BE49-F238E27FC236}">
                  <a16:creationId xmlns:a16="http://schemas.microsoft.com/office/drawing/2014/main" id="{426AD0EB-359D-439C-9DBC-A49BE683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123"/>
              <a:ext cx="6" cy="8"/>
            </a:xfrm>
            <a:custGeom>
              <a:avLst/>
              <a:gdLst>
                <a:gd name="T0" fmla="*/ 8 w 3"/>
                <a:gd name="T1" fmla="*/ 8 h 4"/>
                <a:gd name="T2" fmla="*/ 8 w 3"/>
                <a:gd name="T3" fmla="*/ 32 h 4"/>
                <a:gd name="T4" fmla="*/ 16 w 3"/>
                <a:gd name="T5" fmla="*/ 0 h 4"/>
                <a:gd name="T6" fmla="*/ 8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2" y="3"/>
                    <a:pt x="3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84" name="Freeform 7571">
              <a:extLst>
                <a:ext uri="{FF2B5EF4-FFF2-40B4-BE49-F238E27FC236}">
                  <a16:creationId xmlns:a16="http://schemas.microsoft.com/office/drawing/2014/main" id="{D0044373-1A0D-45B6-8DB3-1D0DCCD35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113"/>
              <a:ext cx="12" cy="12"/>
            </a:xfrm>
            <a:custGeom>
              <a:avLst/>
              <a:gdLst>
                <a:gd name="T0" fmla="*/ 40 w 6"/>
                <a:gd name="T1" fmla="*/ 0 h 6"/>
                <a:gd name="T2" fmla="*/ 4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0" y="1"/>
                    <a:pt x="6" y="6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85" name="Freeform 7572">
              <a:extLst>
                <a:ext uri="{FF2B5EF4-FFF2-40B4-BE49-F238E27FC236}">
                  <a16:creationId xmlns:a16="http://schemas.microsoft.com/office/drawing/2014/main" id="{49B11CB3-B03F-4D1D-9F3F-5C9C26519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125"/>
              <a:ext cx="6" cy="8"/>
            </a:xfrm>
            <a:custGeom>
              <a:avLst/>
              <a:gdLst>
                <a:gd name="T0" fmla="*/ 8 w 3"/>
                <a:gd name="T1" fmla="*/ 0 h 4"/>
                <a:gd name="T2" fmla="*/ 0 w 3"/>
                <a:gd name="T3" fmla="*/ 8 h 4"/>
                <a:gd name="T4" fmla="*/ 8 w 3"/>
                <a:gd name="T5" fmla="*/ 32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86" name="Freeform 7573">
              <a:extLst>
                <a:ext uri="{FF2B5EF4-FFF2-40B4-BE49-F238E27FC236}">
                  <a16:creationId xmlns:a16="http://schemas.microsoft.com/office/drawing/2014/main" id="{EAFD3023-38C5-4FD1-BCA3-3ACA220E8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3109"/>
              <a:ext cx="12" cy="16"/>
            </a:xfrm>
            <a:custGeom>
              <a:avLst/>
              <a:gdLst>
                <a:gd name="T0" fmla="*/ 16 w 6"/>
                <a:gd name="T1" fmla="*/ 16 h 8"/>
                <a:gd name="T2" fmla="*/ 32 w 6"/>
                <a:gd name="T3" fmla="*/ 48 h 8"/>
                <a:gd name="T4" fmla="*/ 24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2"/>
                  </a:moveTo>
                  <a:cubicBezTo>
                    <a:pt x="0" y="3"/>
                    <a:pt x="2" y="8"/>
                    <a:pt x="4" y="6"/>
                  </a:cubicBezTo>
                  <a:cubicBezTo>
                    <a:pt x="6" y="4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87" name="Freeform 7574">
              <a:extLst>
                <a:ext uri="{FF2B5EF4-FFF2-40B4-BE49-F238E27FC236}">
                  <a16:creationId xmlns:a16="http://schemas.microsoft.com/office/drawing/2014/main" id="{7FE8DECA-D4CA-4877-A0D4-94325C80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3097"/>
              <a:ext cx="6" cy="8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32 h 4"/>
                <a:gd name="T4" fmla="*/ 16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88" name="Freeform 7575">
              <a:extLst>
                <a:ext uri="{FF2B5EF4-FFF2-40B4-BE49-F238E27FC236}">
                  <a16:creationId xmlns:a16="http://schemas.microsoft.com/office/drawing/2014/main" id="{33D644F5-D38E-48CE-A5D4-A0EF4807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061"/>
              <a:ext cx="14" cy="12"/>
            </a:xfrm>
            <a:custGeom>
              <a:avLst/>
              <a:gdLst>
                <a:gd name="T0" fmla="*/ 32 w 7"/>
                <a:gd name="T1" fmla="*/ 8 h 6"/>
                <a:gd name="T2" fmla="*/ 24 w 7"/>
                <a:gd name="T3" fmla="*/ 48 h 6"/>
                <a:gd name="T4" fmla="*/ 48 w 7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5" y="6"/>
                    <a:pt x="7" y="3"/>
                    <a:pt x="6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89" name="Freeform 7576">
              <a:extLst>
                <a:ext uri="{FF2B5EF4-FFF2-40B4-BE49-F238E27FC236}">
                  <a16:creationId xmlns:a16="http://schemas.microsoft.com/office/drawing/2014/main" id="{E80D72E5-D500-42F7-AFA6-66992CBD3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3059"/>
              <a:ext cx="12" cy="10"/>
            </a:xfrm>
            <a:custGeom>
              <a:avLst/>
              <a:gdLst>
                <a:gd name="T0" fmla="*/ 0 w 6"/>
                <a:gd name="T1" fmla="*/ 16 h 5"/>
                <a:gd name="T2" fmla="*/ 8 w 6"/>
                <a:gd name="T3" fmla="*/ 40 h 5"/>
                <a:gd name="T4" fmla="*/ 16 w 6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6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90" name="Freeform 7577">
              <a:extLst>
                <a:ext uri="{FF2B5EF4-FFF2-40B4-BE49-F238E27FC236}">
                  <a16:creationId xmlns:a16="http://schemas.microsoft.com/office/drawing/2014/main" id="{ED34D11F-CCFE-4B61-9248-14AE8431B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151"/>
              <a:ext cx="8" cy="14"/>
            </a:xfrm>
            <a:custGeom>
              <a:avLst/>
              <a:gdLst>
                <a:gd name="T0" fmla="*/ 16 w 4"/>
                <a:gd name="T1" fmla="*/ 0 h 7"/>
                <a:gd name="T2" fmla="*/ 16 w 4"/>
                <a:gd name="T3" fmla="*/ 56 h 7"/>
                <a:gd name="T4" fmla="*/ 24 w 4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0" y="3"/>
                    <a:pt x="0" y="6"/>
                    <a:pt x="2" y="7"/>
                  </a:cubicBezTo>
                  <a:cubicBezTo>
                    <a:pt x="4" y="7"/>
                    <a:pt x="4" y="5"/>
                    <a:pt x="3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91" name="Freeform 7578">
              <a:extLst>
                <a:ext uri="{FF2B5EF4-FFF2-40B4-BE49-F238E27FC236}">
                  <a16:creationId xmlns:a16="http://schemas.microsoft.com/office/drawing/2014/main" id="{68A9B57A-93A3-43D8-9C22-78CCD8F90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167"/>
              <a:ext cx="4" cy="8"/>
            </a:xfrm>
            <a:custGeom>
              <a:avLst/>
              <a:gdLst>
                <a:gd name="T0" fmla="*/ 0 w 2"/>
                <a:gd name="T1" fmla="*/ 16 h 4"/>
                <a:gd name="T2" fmla="*/ 8 w 2"/>
                <a:gd name="T3" fmla="*/ 32 h 4"/>
                <a:gd name="T4" fmla="*/ 16 w 2"/>
                <a:gd name="T5" fmla="*/ 8 h 4"/>
                <a:gd name="T6" fmla="*/ 8 w 2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4"/>
                    <a:pt x="2" y="3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92" name="Freeform 7579">
              <a:extLst>
                <a:ext uri="{FF2B5EF4-FFF2-40B4-BE49-F238E27FC236}">
                  <a16:creationId xmlns:a16="http://schemas.microsoft.com/office/drawing/2014/main" id="{6E139B2B-0802-44D5-8B05-154D6A358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167"/>
              <a:ext cx="16" cy="12"/>
            </a:xfrm>
            <a:custGeom>
              <a:avLst/>
              <a:gdLst>
                <a:gd name="T0" fmla="*/ 40 w 8"/>
                <a:gd name="T1" fmla="*/ 0 h 6"/>
                <a:gd name="T2" fmla="*/ 56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0" y="2"/>
                    <a:pt x="8" y="6"/>
                    <a:pt x="7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93" name="Freeform 7580">
              <a:extLst>
                <a:ext uri="{FF2B5EF4-FFF2-40B4-BE49-F238E27FC236}">
                  <a16:creationId xmlns:a16="http://schemas.microsoft.com/office/drawing/2014/main" id="{653B1FAC-63F9-456B-A0FE-B0AFFCC9D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3115"/>
              <a:ext cx="8" cy="6"/>
            </a:xfrm>
            <a:custGeom>
              <a:avLst/>
              <a:gdLst>
                <a:gd name="T0" fmla="*/ 8 w 4"/>
                <a:gd name="T1" fmla="*/ 0 h 3"/>
                <a:gd name="T2" fmla="*/ 0 w 4"/>
                <a:gd name="T3" fmla="*/ 16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2" y="3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94" name="Freeform 7581">
              <a:extLst>
                <a:ext uri="{FF2B5EF4-FFF2-40B4-BE49-F238E27FC236}">
                  <a16:creationId xmlns:a16="http://schemas.microsoft.com/office/drawing/2014/main" id="{F2A8BBE6-2BD1-4FAC-A62A-92543B694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414"/>
              <a:ext cx="20" cy="18"/>
            </a:xfrm>
            <a:custGeom>
              <a:avLst/>
              <a:gdLst>
                <a:gd name="T0" fmla="*/ 48 w 10"/>
                <a:gd name="T1" fmla="*/ 0 h 9"/>
                <a:gd name="T2" fmla="*/ 16 w 10"/>
                <a:gd name="T3" fmla="*/ 72 h 9"/>
                <a:gd name="T4" fmla="*/ 56 w 10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2" y="1"/>
                    <a:pt x="0" y="5"/>
                    <a:pt x="2" y="9"/>
                  </a:cubicBezTo>
                  <a:cubicBezTo>
                    <a:pt x="6" y="8"/>
                    <a:pt x="10" y="4"/>
                    <a:pt x="7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95" name="Freeform 7582">
              <a:extLst>
                <a:ext uri="{FF2B5EF4-FFF2-40B4-BE49-F238E27FC236}">
                  <a16:creationId xmlns:a16="http://schemas.microsoft.com/office/drawing/2014/main" id="{BABB5724-0A65-4EC5-B6EA-40F9CCD2B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468"/>
              <a:ext cx="14" cy="18"/>
            </a:xfrm>
            <a:custGeom>
              <a:avLst/>
              <a:gdLst>
                <a:gd name="T0" fmla="*/ 16 w 7"/>
                <a:gd name="T1" fmla="*/ 0 h 9"/>
                <a:gd name="T2" fmla="*/ 24 w 7"/>
                <a:gd name="T3" fmla="*/ 72 h 9"/>
                <a:gd name="T4" fmla="*/ 40 w 7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0" y="3"/>
                    <a:pt x="0" y="6"/>
                    <a:pt x="3" y="9"/>
                  </a:cubicBezTo>
                  <a:cubicBezTo>
                    <a:pt x="7" y="8"/>
                    <a:pt x="7" y="4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96" name="Freeform 7583">
              <a:extLst>
                <a:ext uri="{FF2B5EF4-FFF2-40B4-BE49-F238E27FC236}">
                  <a16:creationId xmlns:a16="http://schemas.microsoft.com/office/drawing/2014/main" id="{DDCEDFAF-ADA5-4C4C-A86D-0E33C11B2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474"/>
              <a:ext cx="18" cy="18"/>
            </a:xfrm>
            <a:custGeom>
              <a:avLst/>
              <a:gdLst>
                <a:gd name="T0" fmla="*/ 40 w 9"/>
                <a:gd name="T1" fmla="*/ 0 h 9"/>
                <a:gd name="T2" fmla="*/ 8 w 9"/>
                <a:gd name="T3" fmla="*/ 64 h 9"/>
                <a:gd name="T4" fmla="*/ 56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2" y="1"/>
                    <a:pt x="0" y="4"/>
                    <a:pt x="1" y="8"/>
                  </a:cubicBezTo>
                  <a:cubicBezTo>
                    <a:pt x="6" y="9"/>
                    <a:pt x="9" y="4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97" name="Freeform 7584">
              <a:extLst>
                <a:ext uri="{FF2B5EF4-FFF2-40B4-BE49-F238E27FC236}">
                  <a16:creationId xmlns:a16="http://schemas.microsoft.com/office/drawing/2014/main" id="{A1C6D240-60BB-4071-A6E1-B817C6147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426"/>
              <a:ext cx="8" cy="10"/>
            </a:xfrm>
            <a:custGeom>
              <a:avLst/>
              <a:gdLst>
                <a:gd name="T0" fmla="*/ 24 w 4"/>
                <a:gd name="T1" fmla="*/ 0 h 5"/>
                <a:gd name="T2" fmla="*/ 8 w 4"/>
                <a:gd name="T3" fmla="*/ 40 h 5"/>
                <a:gd name="T4" fmla="*/ 32 w 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5"/>
                    <a:pt x="3" y="4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98" name="Freeform 7585">
              <a:extLst>
                <a:ext uri="{FF2B5EF4-FFF2-40B4-BE49-F238E27FC236}">
                  <a16:creationId xmlns:a16="http://schemas.microsoft.com/office/drawing/2014/main" id="{F9559FFD-1F6A-4FCF-B46F-F2951614F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392"/>
              <a:ext cx="50" cy="18"/>
            </a:xfrm>
            <a:custGeom>
              <a:avLst/>
              <a:gdLst>
                <a:gd name="T0" fmla="*/ 112 w 25"/>
                <a:gd name="T1" fmla="*/ 0 h 9"/>
                <a:gd name="T2" fmla="*/ 128 w 2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14" y="0"/>
                  </a:moveTo>
                  <a:cubicBezTo>
                    <a:pt x="0" y="6"/>
                    <a:pt x="25" y="9"/>
                    <a:pt x="1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099" name="Freeform 7586">
              <a:extLst>
                <a:ext uri="{FF2B5EF4-FFF2-40B4-BE49-F238E27FC236}">
                  <a16:creationId xmlns:a16="http://schemas.microsoft.com/office/drawing/2014/main" id="{FC7FE613-A2F1-4F12-B5D2-EB6A709B4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354"/>
              <a:ext cx="12" cy="14"/>
            </a:xfrm>
            <a:custGeom>
              <a:avLst/>
              <a:gdLst>
                <a:gd name="T0" fmla="*/ 24 w 6"/>
                <a:gd name="T1" fmla="*/ 0 h 7"/>
                <a:gd name="T2" fmla="*/ 8 w 6"/>
                <a:gd name="T3" fmla="*/ 56 h 7"/>
                <a:gd name="T4" fmla="*/ 3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4" y="7"/>
                    <a:pt x="6" y="4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00" name="Freeform 7587">
              <a:extLst>
                <a:ext uri="{FF2B5EF4-FFF2-40B4-BE49-F238E27FC236}">
                  <a16:creationId xmlns:a16="http://schemas.microsoft.com/office/drawing/2014/main" id="{0685F117-1F49-4FBD-9A4A-24B2F9A98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320"/>
              <a:ext cx="32" cy="30"/>
            </a:xfrm>
            <a:custGeom>
              <a:avLst/>
              <a:gdLst>
                <a:gd name="T0" fmla="*/ 48 w 16"/>
                <a:gd name="T1" fmla="*/ 0 h 15"/>
                <a:gd name="T2" fmla="*/ 64 w 16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6" y="0"/>
                  </a:moveTo>
                  <a:cubicBezTo>
                    <a:pt x="0" y="15"/>
                    <a:pt x="16" y="9"/>
                    <a:pt x="8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01" name="Freeform 7588">
              <a:extLst>
                <a:ext uri="{FF2B5EF4-FFF2-40B4-BE49-F238E27FC236}">
                  <a16:creationId xmlns:a16="http://schemas.microsoft.com/office/drawing/2014/main" id="{0BABA828-C96A-4FFA-AEA8-A0AF4F6D8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278"/>
              <a:ext cx="14" cy="14"/>
            </a:xfrm>
            <a:custGeom>
              <a:avLst/>
              <a:gdLst>
                <a:gd name="T0" fmla="*/ 24 w 7"/>
                <a:gd name="T1" fmla="*/ 0 h 7"/>
                <a:gd name="T2" fmla="*/ 8 w 7"/>
                <a:gd name="T3" fmla="*/ 56 h 7"/>
                <a:gd name="T4" fmla="*/ 4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5" y="7"/>
                    <a:pt x="7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02" name="Freeform 7589">
              <a:extLst>
                <a:ext uri="{FF2B5EF4-FFF2-40B4-BE49-F238E27FC236}">
                  <a16:creationId xmlns:a16="http://schemas.microsoft.com/office/drawing/2014/main" id="{0EEB283E-5B17-45A3-BE3D-BC18423E9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3242"/>
              <a:ext cx="14" cy="16"/>
            </a:xfrm>
            <a:custGeom>
              <a:avLst/>
              <a:gdLst>
                <a:gd name="T0" fmla="*/ 32 w 7"/>
                <a:gd name="T1" fmla="*/ 0 h 8"/>
                <a:gd name="T2" fmla="*/ 16 w 7"/>
                <a:gd name="T3" fmla="*/ 64 h 8"/>
                <a:gd name="T4" fmla="*/ 40 w 7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2" y="1"/>
                    <a:pt x="0" y="6"/>
                    <a:pt x="2" y="8"/>
                  </a:cubicBezTo>
                  <a:cubicBezTo>
                    <a:pt x="6" y="7"/>
                    <a:pt x="7" y="5"/>
                    <a:pt x="5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03" name="Freeform 7590">
              <a:extLst>
                <a:ext uri="{FF2B5EF4-FFF2-40B4-BE49-F238E27FC236}">
                  <a16:creationId xmlns:a16="http://schemas.microsoft.com/office/drawing/2014/main" id="{D5088113-4AFD-4330-A506-9D712374F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236"/>
              <a:ext cx="56" cy="22"/>
            </a:xfrm>
            <a:custGeom>
              <a:avLst/>
              <a:gdLst>
                <a:gd name="T0" fmla="*/ 136 w 28"/>
                <a:gd name="T1" fmla="*/ 0 h 11"/>
                <a:gd name="T2" fmla="*/ 152 w 28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1">
                  <a:moveTo>
                    <a:pt x="17" y="0"/>
                  </a:moveTo>
                  <a:cubicBezTo>
                    <a:pt x="0" y="8"/>
                    <a:pt x="28" y="11"/>
                    <a:pt x="19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04" name="Freeform 7591">
              <a:extLst>
                <a:ext uri="{FF2B5EF4-FFF2-40B4-BE49-F238E27FC236}">
                  <a16:creationId xmlns:a16="http://schemas.microsoft.com/office/drawing/2014/main" id="{E96F1A94-1A0B-41BC-961D-1DF7D8DC8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306"/>
              <a:ext cx="16" cy="12"/>
            </a:xfrm>
            <a:custGeom>
              <a:avLst/>
              <a:gdLst>
                <a:gd name="T0" fmla="*/ 8 w 8"/>
                <a:gd name="T1" fmla="*/ 0 h 6"/>
                <a:gd name="T2" fmla="*/ 32 w 8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0" y="6"/>
                    <a:pt x="8" y="6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05" name="Freeform 7592">
              <a:extLst>
                <a:ext uri="{FF2B5EF4-FFF2-40B4-BE49-F238E27FC236}">
                  <a16:creationId xmlns:a16="http://schemas.microsoft.com/office/drawing/2014/main" id="{510C975C-462A-4D38-BE1C-4B7DA4DC1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324"/>
              <a:ext cx="12" cy="14"/>
            </a:xfrm>
            <a:custGeom>
              <a:avLst/>
              <a:gdLst>
                <a:gd name="T0" fmla="*/ 8 w 6"/>
                <a:gd name="T1" fmla="*/ 8 h 7"/>
                <a:gd name="T2" fmla="*/ 24 w 6"/>
                <a:gd name="T3" fmla="*/ 56 h 7"/>
                <a:gd name="T4" fmla="*/ 32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4"/>
                    <a:pt x="1" y="6"/>
                    <a:pt x="3" y="7"/>
                  </a:cubicBezTo>
                  <a:cubicBezTo>
                    <a:pt x="6" y="6"/>
                    <a:pt x="6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06" name="Freeform 7593">
              <a:extLst>
                <a:ext uri="{FF2B5EF4-FFF2-40B4-BE49-F238E27FC236}">
                  <a16:creationId xmlns:a16="http://schemas.microsoft.com/office/drawing/2014/main" id="{57E30E7C-9D2B-4176-BFD7-8830DC490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3266"/>
              <a:ext cx="8" cy="8"/>
            </a:xfrm>
            <a:custGeom>
              <a:avLst/>
              <a:gdLst>
                <a:gd name="T0" fmla="*/ 16 w 4"/>
                <a:gd name="T1" fmla="*/ 0 h 4"/>
                <a:gd name="T2" fmla="*/ 0 w 4"/>
                <a:gd name="T3" fmla="*/ 24 h 4"/>
                <a:gd name="T4" fmla="*/ 32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4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07" name="Freeform 7594">
              <a:extLst>
                <a:ext uri="{FF2B5EF4-FFF2-40B4-BE49-F238E27FC236}">
                  <a16:creationId xmlns:a16="http://schemas.microsoft.com/office/drawing/2014/main" id="{2FACDE1F-4D7D-4B0F-8AC6-F09F98128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224"/>
              <a:ext cx="10" cy="10"/>
            </a:xfrm>
            <a:custGeom>
              <a:avLst/>
              <a:gdLst>
                <a:gd name="T0" fmla="*/ 16 w 5"/>
                <a:gd name="T1" fmla="*/ 0 h 5"/>
                <a:gd name="T2" fmla="*/ 32 w 5"/>
                <a:gd name="T3" fmla="*/ 32 h 5"/>
                <a:gd name="T4" fmla="*/ 24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3"/>
                    <a:pt x="1" y="5"/>
                    <a:pt x="4" y="4"/>
                  </a:cubicBezTo>
                  <a:cubicBezTo>
                    <a:pt x="5" y="3"/>
                    <a:pt x="4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08" name="Freeform 7595">
              <a:extLst>
                <a:ext uri="{FF2B5EF4-FFF2-40B4-BE49-F238E27FC236}">
                  <a16:creationId xmlns:a16="http://schemas.microsoft.com/office/drawing/2014/main" id="{14D36614-7B68-4B80-82A2-986699F0E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3482"/>
              <a:ext cx="12" cy="12"/>
            </a:xfrm>
            <a:custGeom>
              <a:avLst/>
              <a:gdLst>
                <a:gd name="T0" fmla="*/ 16 w 6"/>
                <a:gd name="T1" fmla="*/ 16 h 6"/>
                <a:gd name="T2" fmla="*/ 0 w 6"/>
                <a:gd name="T3" fmla="*/ 48 h 6"/>
                <a:gd name="T4" fmla="*/ 16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4" y="5"/>
                    <a:pt x="6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09" name="Freeform 7596">
              <a:extLst>
                <a:ext uri="{FF2B5EF4-FFF2-40B4-BE49-F238E27FC236}">
                  <a16:creationId xmlns:a16="http://schemas.microsoft.com/office/drawing/2014/main" id="{B814911F-7545-45D5-8DE7-35AF731B5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552"/>
              <a:ext cx="10" cy="12"/>
            </a:xfrm>
            <a:custGeom>
              <a:avLst/>
              <a:gdLst>
                <a:gd name="T0" fmla="*/ 24 w 5"/>
                <a:gd name="T1" fmla="*/ 8 h 6"/>
                <a:gd name="T2" fmla="*/ 8 w 5"/>
                <a:gd name="T3" fmla="*/ 40 h 6"/>
                <a:gd name="T4" fmla="*/ 40 w 5"/>
                <a:gd name="T5" fmla="*/ 8 h 6"/>
                <a:gd name="T6" fmla="*/ 24 w 5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6"/>
                    <a:pt x="5" y="4"/>
                    <a:pt x="5" y="1"/>
                  </a:cubicBezTo>
                  <a:cubicBezTo>
                    <a:pt x="5" y="0"/>
                    <a:pt x="4" y="1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10" name="Freeform 7597">
              <a:extLst>
                <a:ext uri="{FF2B5EF4-FFF2-40B4-BE49-F238E27FC236}">
                  <a16:creationId xmlns:a16="http://schemas.microsoft.com/office/drawing/2014/main" id="{A8439C2C-0643-4B62-B652-DED2E259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562"/>
              <a:ext cx="18" cy="18"/>
            </a:xfrm>
            <a:custGeom>
              <a:avLst/>
              <a:gdLst>
                <a:gd name="T0" fmla="*/ 64 w 9"/>
                <a:gd name="T1" fmla="*/ 8 h 9"/>
                <a:gd name="T2" fmla="*/ 32 w 9"/>
                <a:gd name="T3" fmla="*/ 56 h 9"/>
                <a:gd name="T4" fmla="*/ 64 w 9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8" y="1"/>
                  </a:moveTo>
                  <a:cubicBezTo>
                    <a:pt x="4" y="0"/>
                    <a:pt x="0" y="5"/>
                    <a:pt x="4" y="7"/>
                  </a:cubicBezTo>
                  <a:cubicBezTo>
                    <a:pt x="7" y="9"/>
                    <a:pt x="9" y="3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11" name="Freeform 7598">
              <a:extLst>
                <a:ext uri="{FF2B5EF4-FFF2-40B4-BE49-F238E27FC236}">
                  <a16:creationId xmlns:a16="http://schemas.microsoft.com/office/drawing/2014/main" id="{913F42A2-6A0C-4C99-BC5E-F20A54B48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578"/>
              <a:ext cx="10" cy="10"/>
            </a:xfrm>
            <a:custGeom>
              <a:avLst/>
              <a:gdLst>
                <a:gd name="T0" fmla="*/ 40 w 5"/>
                <a:gd name="T1" fmla="*/ 0 h 5"/>
                <a:gd name="T2" fmla="*/ 8 w 5"/>
                <a:gd name="T3" fmla="*/ 40 h 5"/>
                <a:gd name="T4" fmla="*/ 32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2" y="0"/>
                    <a:pt x="0" y="2"/>
                    <a:pt x="1" y="5"/>
                  </a:cubicBezTo>
                  <a:cubicBezTo>
                    <a:pt x="3" y="4"/>
                    <a:pt x="4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12" name="Freeform 7599">
              <a:extLst>
                <a:ext uri="{FF2B5EF4-FFF2-40B4-BE49-F238E27FC236}">
                  <a16:creationId xmlns:a16="http://schemas.microsoft.com/office/drawing/2014/main" id="{063E4C44-AAFD-4BDB-A74B-7C4285EB3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578"/>
              <a:ext cx="12" cy="14"/>
            </a:xfrm>
            <a:custGeom>
              <a:avLst/>
              <a:gdLst>
                <a:gd name="T0" fmla="*/ 16 w 6"/>
                <a:gd name="T1" fmla="*/ 8 h 7"/>
                <a:gd name="T2" fmla="*/ 8 w 6"/>
                <a:gd name="T3" fmla="*/ 56 h 7"/>
                <a:gd name="T4" fmla="*/ 4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4" y="6"/>
                    <a:pt x="6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13" name="Freeform 7600">
              <a:extLst>
                <a:ext uri="{FF2B5EF4-FFF2-40B4-BE49-F238E27FC236}">
                  <a16:creationId xmlns:a16="http://schemas.microsoft.com/office/drawing/2014/main" id="{BF6898A5-EC34-41BB-AEAB-2AFDF5654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514"/>
              <a:ext cx="16" cy="14"/>
            </a:xfrm>
            <a:custGeom>
              <a:avLst/>
              <a:gdLst>
                <a:gd name="T0" fmla="*/ 24 w 8"/>
                <a:gd name="T1" fmla="*/ 16 h 7"/>
                <a:gd name="T2" fmla="*/ 16 w 8"/>
                <a:gd name="T3" fmla="*/ 56 h 7"/>
                <a:gd name="T4" fmla="*/ 40 w 8"/>
                <a:gd name="T5" fmla="*/ 0 h 7"/>
                <a:gd name="T6" fmla="*/ 24 w 8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2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6" y="7"/>
                    <a:pt x="8" y="3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14" name="Freeform 7601">
              <a:extLst>
                <a:ext uri="{FF2B5EF4-FFF2-40B4-BE49-F238E27FC236}">
                  <a16:creationId xmlns:a16="http://schemas.microsoft.com/office/drawing/2014/main" id="{8A433C63-01D3-481D-8916-5701D04B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452"/>
              <a:ext cx="10" cy="10"/>
            </a:xfrm>
            <a:custGeom>
              <a:avLst/>
              <a:gdLst>
                <a:gd name="T0" fmla="*/ 8 w 5"/>
                <a:gd name="T1" fmla="*/ 8 h 5"/>
                <a:gd name="T2" fmla="*/ 8 w 5"/>
                <a:gd name="T3" fmla="*/ 40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15" name="Freeform 7602">
              <a:extLst>
                <a:ext uri="{FF2B5EF4-FFF2-40B4-BE49-F238E27FC236}">
                  <a16:creationId xmlns:a16="http://schemas.microsoft.com/office/drawing/2014/main" id="{9D945994-1D54-417A-B936-E82FD65E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410"/>
              <a:ext cx="46" cy="24"/>
            </a:xfrm>
            <a:custGeom>
              <a:avLst/>
              <a:gdLst>
                <a:gd name="T0" fmla="*/ 72 w 23"/>
                <a:gd name="T1" fmla="*/ 0 h 12"/>
                <a:gd name="T2" fmla="*/ 72 w 2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9" y="0"/>
                  </a:moveTo>
                  <a:cubicBezTo>
                    <a:pt x="0" y="12"/>
                    <a:pt x="23" y="1"/>
                    <a:pt x="9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16" name="Freeform 7603">
              <a:extLst>
                <a:ext uri="{FF2B5EF4-FFF2-40B4-BE49-F238E27FC236}">
                  <a16:creationId xmlns:a16="http://schemas.microsoft.com/office/drawing/2014/main" id="{C10050BB-4403-4775-9381-EABC96566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634"/>
              <a:ext cx="10" cy="12"/>
            </a:xfrm>
            <a:custGeom>
              <a:avLst/>
              <a:gdLst>
                <a:gd name="T0" fmla="*/ 0 w 5"/>
                <a:gd name="T1" fmla="*/ 32 h 6"/>
                <a:gd name="T2" fmla="*/ 0 w 5"/>
                <a:gd name="T3" fmla="*/ 48 h 6"/>
                <a:gd name="T4" fmla="*/ 3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4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3" y="6"/>
                    <a:pt x="5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17" name="Freeform 7604">
              <a:extLst>
                <a:ext uri="{FF2B5EF4-FFF2-40B4-BE49-F238E27FC236}">
                  <a16:creationId xmlns:a16="http://schemas.microsoft.com/office/drawing/2014/main" id="{8D1F082B-5715-4778-B9AB-F2B85179B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650"/>
              <a:ext cx="16" cy="14"/>
            </a:xfrm>
            <a:custGeom>
              <a:avLst/>
              <a:gdLst>
                <a:gd name="T0" fmla="*/ 32 w 8"/>
                <a:gd name="T1" fmla="*/ 0 h 7"/>
                <a:gd name="T2" fmla="*/ 0 w 8"/>
                <a:gd name="T3" fmla="*/ 48 h 7"/>
                <a:gd name="T4" fmla="*/ 48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2" y="1"/>
                    <a:pt x="0" y="3"/>
                    <a:pt x="0" y="6"/>
                  </a:cubicBezTo>
                  <a:cubicBezTo>
                    <a:pt x="4" y="7"/>
                    <a:pt x="8" y="4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18" name="Freeform 7605">
              <a:extLst>
                <a:ext uri="{FF2B5EF4-FFF2-40B4-BE49-F238E27FC236}">
                  <a16:creationId xmlns:a16="http://schemas.microsoft.com/office/drawing/2014/main" id="{1A2D4697-F6F4-4017-8EE5-AB4502FD6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684"/>
              <a:ext cx="24" cy="16"/>
            </a:xfrm>
            <a:custGeom>
              <a:avLst/>
              <a:gdLst>
                <a:gd name="T0" fmla="*/ 16 w 12"/>
                <a:gd name="T1" fmla="*/ 24 h 8"/>
                <a:gd name="T2" fmla="*/ 56 w 12"/>
                <a:gd name="T3" fmla="*/ 56 h 8"/>
                <a:gd name="T4" fmla="*/ 56 w 12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2" y="3"/>
                  </a:moveTo>
                  <a:cubicBezTo>
                    <a:pt x="0" y="6"/>
                    <a:pt x="3" y="8"/>
                    <a:pt x="7" y="7"/>
                  </a:cubicBezTo>
                  <a:cubicBezTo>
                    <a:pt x="10" y="6"/>
                    <a:pt x="12" y="0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19" name="Freeform 7606">
              <a:extLst>
                <a:ext uri="{FF2B5EF4-FFF2-40B4-BE49-F238E27FC236}">
                  <a16:creationId xmlns:a16="http://schemas.microsoft.com/office/drawing/2014/main" id="{F0BE2F6C-B53C-4C9C-A2FF-7CE4C6A6F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3722"/>
              <a:ext cx="12" cy="10"/>
            </a:xfrm>
            <a:custGeom>
              <a:avLst/>
              <a:gdLst>
                <a:gd name="T0" fmla="*/ 16 w 6"/>
                <a:gd name="T1" fmla="*/ 8 h 5"/>
                <a:gd name="T2" fmla="*/ 8 w 6"/>
                <a:gd name="T3" fmla="*/ 40 h 5"/>
                <a:gd name="T4" fmla="*/ 3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4"/>
                    <a:pt x="6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20" name="Freeform 7607">
              <a:extLst>
                <a:ext uri="{FF2B5EF4-FFF2-40B4-BE49-F238E27FC236}">
                  <a16:creationId xmlns:a16="http://schemas.microsoft.com/office/drawing/2014/main" id="{09FDCAA1-353F-4B20-90FD-9A7C94C4E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710"/>
              <a:ext cx="24" cy="20"/>
            </a:xfrm>
            <a:custGeom>
              <a:avLst/>
              <a:gdLst>
                <a:gd name="T0" fmla="*/ 40 w 12"/>
                <a:gd name="T1" fmla="*/ 24 h 10"/>
                <a:gd name="T2" fmla="*/ 56 w 12"/>
                <a:gd name="T3" fmla="*/ 64 h 10"/>
                <a:gd name="T4" fmla="*/ 64 w 12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5" y="3"/>
                  </a:moveTo>
                  <a:cubicBezTo>
                    <a:pt x="0" y="5"/>
                    <a:pt x="2" y="10"/>
                    <a:pt x="7" y="8"/>
                  </a:cubicBezTo>
                  <a:cubicBezTo>
                    <a:pt x="10" y="7"/>
                    <a:pt x="12" y="0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21" name="Freeform 7608">
              <a:extLst>
                <a:ext uri="{FF2B5EF4-FFF2-40B4-BE49-F238E27FC236}">
                  <a16:creationId xmlns:a16="http://schemas.microsoft.com/office/drawing/2014/main" id="{FFEB1DC2-242A-4A4A-AA0E-2BE740318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670"/>
              <a:ext cx="18" cy="12"/>
            </a:xfrm>
            <a:custGeom>
              <a:avLst/>
              <a:gdLst>
                <a:gd name="T0" fmla="*/ 24 w 9"/>
                <a:gd name="T1" fmla="*/ 0 h 6"/>
                <a:gd name="T2" fmla="*/ 24 w 9"/>
                <a:gd name="T3" fmla="*/ 48 h 6"/>
                <a:gd name="T4" fmla="*/ 40 w 9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1" y="1"/>
                    <a:pt x="0" y="5"/>
                    <a:pt x="3" y="6"/>
                  </a:cubicBezTo>
                  <a:cubicBezTo>
                    <a:pt x="6" y="6"/>
                    <a:pt x="9" y="2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22" name="Freeform 7609">
              <a:extLst>
                <a:ext uri="{FF2B5EF4-FFF2-40B4-BE49-F238E27FC236}">
                  <a16:creationId xmlns:a16="http://schemas.microsoft.com/office/drawing/2014/main" id="{8F79E42F-3FC6-44DF-B6FF-09CBD483A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680"/>
              <a:ext cx="8" cy="10"/>
            </a:xfrm>
            <a:custGeom>
              <a:avLst/>
              <a:gdLst>
                <a:gd name="T0" fmla="*/ 8 w 4"/>
                <a:gd name="T1" fmla="*/ 16 h 5"/>
                <a:gd name="T2" fmla="*/ 0 w 4"/>
                <a:gd name="T3" fmla="*/ 32 h 5"/>
                <a:gd name="T4" fmla="*/ 3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5"/>
                    <a:pt x="4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23" name="Freeform 7610">
              <a:extLst>
                <a:ext uri="{FF2B5EF4-FFF2-40B4-BE49-F238E27FC236}">
                  <a16:creationId xmlns:a16="http://schemas.microsoft.com/office/drawing/2014/main" id="{55047A56-9746-4475-9B90-46130A02E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646"/>
              <a:ext cx="18" cy="10"/>
            </a:xfrm>
            <a:custGeom>
              <a:avLst/>
              <a:gdLst>
                <a:gd name="T0" fmla="*/ 32 w 9"/>
                <a:gd name="T1" fmla="*/ 0 h 5"/>
                <a:gd name="T2" fmla="*/ 16 w 9"/>
                <a:gd name="T3" fmla="*/ 40 h 5"/>
                <a:gd name="T4" fmla="*/ 56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5" y="5"/>
                    <a:pt x="9" y="2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24" name="Freeform 7611">
              <a:extLst>
                <a:ext uri="{FF2B5EF4-FFF2-40B4-BE49-F238E27FC236}">
                  <a16:creationId xmlns:a16="http://schemas.microsoft.com/office/drawing/2014/main" id="{978A0810-9CDC-456E-A1AA-4C4293A55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3618"/>
              <a:ext cx="14" cy="12"/>
            </a:xfrm>
            <a:custGeom>
              <a:avLst/>
              <a:gdLst>
                <a:gd name="T0" fmla="*/ 8 w 7"/>
                <a:gd name="T1" fmla="*/ 0 h 6"/>
                <a:gd name="T2" fmla="*/ 8 w 7"/>
                <a:gd name="T3" fmla="*/ 48 h 6"/>
                <a:gd name="T4" fmla="*/ 3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5"/>
                    <a:pt x="7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25" name="Freeform 7612">
              <a:extLst>
                <a:ext uri="{FF2B5EF4-FFF2-40B4-BE49-F238E27FC236}">
                  <a16:creationId xmlns:a16="http://schemas.microsoft.com/office/drawing/2014/main" id="{991AFA21-EF4E-47A0-BC4F-29D90A229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612"/>
              <a:ext cx="8" cy="8"/>
            </a:xfrm>
            <a:custGeom>
              <a:avLst/>
              <a:gdLst>
                <a:gd name="T0" fmla="*/ 8 w 4"/>
                <a:gd name="T1" fmla="*/ 0 h 4"/>
                <a:gd name="T2" fmla="*/ 24 w 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4"/>
                    <a:pt x="4" y="4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26" name="Freeform 7613">
              <a:extLst>
                <a:ext uri="{FF2B5EF4-FFF2-40B4-BE49-F238E27FC236}">
                  <a16:creationId xmlns:a16="http://schemas.microsoft.com/office/drawing/2014/main" id="{09B0F68C-B0D2-4763-9E75-1F28F0339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606"/>
              <a:ext cx="12" cy="8"/>
            </a:xfrm>
            <a:custGeom>
              <a:avLst/>
              <a:gdLst>
                <a:gd name="T0" fmla="*/ 8 w 6"/>
                <a:gd name="T1" fmla="*/ 0 h 4"/>
                <a:gd name="T2" fmla="*/ 32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4"/>
                    <a:pt x="6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27" name="Freeform 7614">
              <a:extLst>
                <a:ext uri="{FF2B5EF4-FFF2-40B4-BE49-F238E27FC236}">
                  <a16:creationId xmlns:a16="http://schemas.microsoft.com/office/drawing/2014/main" id="{7A5A53CA-E472-4A5F-B697-A1A81DB15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582"/>
              <a:ext cx="6" cy="4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8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28" name="Freeform 7615">
              <a:extLst>
                <a:ext uri="{FF2B5EF4-FFF2-40B4-BE49-F238E27FC236}">
                  <a16:creationId xmlns:a16="http://schemas.microsoft.com/office/drawing/2014/main" id="{A6AA1AC5-79AA-4CB2-94F8-4F9FF0B1B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636"/>
              <a:ext cx="10" cy="12"/>
            </a:xfrm>
            <a:custGeom>
              <a:avLst/>
              <a:gdLst>
                <a:gd name="T0" fmla="*/ 16 w 5"/>
                <a:gd name="T1" fmla="*/ 8 h 6"/>
                <a:gd name="T2" fmla="*/ 40 w 5"/>
                <a:gd name="T3" fmla="*/ 8 h 6"/>
                <a:gd name="T4" fmla="*/ 32 w 5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6"/>
                    <a:pt x="5" y="5"/>
                    <a:pt x="5" y="1"/>
                  </a:cubicBezTo>
                  <a:cubicBezTo>
                    <a:pt x="5" y="1"/>
                    <a:pt x="4" y="0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29" name="Freeform 7616">
              <a:extLst>
                <a:ext uri="{FF2B5EF4-FFF2-40B4-BE49-F238E27FC236}">
                  <a16:creationId xmlns:a16="http://schemas.microsoft.com/office/drawing/2014/main" id="{50077F7B-4099-42E1-BA44-BFB32C7FD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674"/>
              <a:ext cx="14" cy="8"/>
            </a:xfrm>
            <a:custGeom>
              <a:avLst/>
              <a:gdLst>
                <a:gd name="T0" fmla="*/ 8 w 7"/>
                <a:gd name="T1" fmla="*/ 8 h 4"/>
                <a:gd name="T2" fmla="*/ 8 w 7"/>
                <a:gd name="T3" fmla="*/ 24 h 4"/>
                <a:gd name="T4" fmla="*/ 24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5" y="4"/>
                    <a:pt x="7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30" name="Freeform 7617">
              <a:extLst>
                <a:ext uri="{FF2B5EF4-FFF2-40B4-BE49-F238E27FC236}">
                  <a16:creationId xmlns:a16="http://schemas.microsoft.com/office/drawing/2014/main" id="{34C72950-6294-4ECA-B461-8C17F061C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696"/>
              <a:ext cx="8" cy="4"/>
            </a:xfrm>
            <a:custGeom>
              <a:avLst/>
              <a:gdLst>
                <a:gd name="T0" fmla="*/ 0 w 4"/>
                <a:gd name="T1" fmla="*/ 8 h 2"/>
                <a:gd name="T2" fmla="*/ 32 w 4"/>
                <a:gd name="T3" fmla="*/ 8 h 2"/>
                <a:gd name="T4" fmla="*/ 0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2" y="2"/>
                    <a:pt x="4" y="1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31" name="Freeform 7618">
              <a:extLst>
                <a:ext uri="{FF2B5EF4-FFF2-40B4-BE49-F238E27FC236}">
                  <a16:creationId xmlns:a16="http://schemas.microsoft.com/office/drawing/2014/main" id="{2E4A68CC-33A5-4083-8D6C-29E9FD756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3680"/>
              <a:ext cx="22" cy="14"/>
            </a:xfrm>
            <a:custGeom>
              <a:avLst/>
              <a:gdLst>
                <a:gd name="T0" fmla="*/ 48 w 11"/>
                <a:gd name="T1" fmla="*/ 0 h 7"/>
                <a:gd name="T2" fmla="*/ 64 w 11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6" y="0"/>
                  </a:moveTo>
                  <a:cubicBezTo>
                    <a:pt x="0" y="4"/>
                    <a:pt x="11" y="7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32" name="Freeform 7619">
              <a:extLst>
                <a:ext uri="{FF2B5EF4-FFF2-40B4-BE49-F238E27FC236}">
                  <a16:creationId xmlns:a16="http://schemas.microsoft.com/office/drawing/2014/main" id="{1DC237AA-4768-4D49-8C5B-E2922AE4B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3700"/>
              <a:ext cx="18" cy="12"/>
            </a:xfrm>
            <a:custGeom>
              <a:avLst/>
              <a:gdLst>
                <a:gd name="T0" fmla="*/ 40 w 9"/>
                <a:gd name="T1" fmla="*/ 0 h 6"/>
                <a:gd name="T2" fmla="*/ 72 w 9"/>
                <a:gd name="T3" fmla="*/ 16 h 6"/>
                <a:gd name="T4" fmla="*/ 64 w 9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0" y="3"/>
                    <a:pt x="6" y="6"/>
                    <a:pt x="9" y="2"/>
                  </a:cubicBezTo>
                  <a:cubicBezTo>
                    <a:pt x="9" y="1"/>
                    <a:pt x="9" y="1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33" name="Freeform 7620">
              <a:extLst>
                <a:ext uri="{FF2B5EF4-FFF2-40B4-BE49-F238E27FC236}">
                  <a16:creationId xmlns:a16="http://schemas.microsoft.com/office/drawing/2014/main" id="{36FCA078-FEF0-4211-8611-C30012167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718"/>
              <a:ext cx="16" cy="10"/>
            </a:xfrm>
            <a:custGeom>
              <a:avLst/>
              <a:gdLst>
                <a:gd name="T0" fmla="*/ 8 w 8"/>
                <a:gd name="T1" fmla="*/ 0 h 5"/>
                <a:gd name="T2" fmla="*/ 32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0" y="5"/>
                    <a:pt x="8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34" name="Freeform 7621">
              <a:extLst>
                <a:ext uri="{FF2B5EF4-FFF2-40B4-BE49-F238E27FC236}">
                  <a16:creationId xmlns:a16="http://schemas.microsoft.com/office/drawing/2014/main" id="{CFB6A533-6AAD-46F5-80C1-DB5FAAE53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740"/>
              <a:ext cx="17" cy="20"/>
            </a:xfrm>
            <a:custGeom>
              <a:avLst/>
              <a:gdLst>
                <a:gd name="T0" fmla="*/ 68 w 8"/>
                <a:gd name="T1" fmla="*/ 24 h 10"/>
                <a:gd name="T2" fmla="*/ 19 w 8"/>
                <a:gd name="T3" fmla="*/ 56 h 10"/>
                <a:gd name="T4" fmla="*/ 68 w 8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7" y="3"/>
                  </a:moveTo>
                  <a:cubicBezTo>
                    <a:pt x="4" y="0"/>
                    <a:pt x="0" y="5"/>
                    <a:pt x="2" y="7"/>
                  </a:cubicBezTo>
                  <a:cubicBezTo>
                    <a:pt x="5" y="10"/>
                    <a:pt x="8" y="5"/>
                    <a:pt x="7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35" name="Freeform 7622">
              <a:extLst>
                <a:ext uri="{FF2B5EF4-FFF2-40B4-BE49-F238E27FC236}">
                  <a16:creationId xmlns:a16="http://schemas.microsoft.com/office/drawing/2014/main" id="{57F90664-AA10-4190-86D6-E917BD287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3738"/>
              <a:ext cx="8" cy="6"/>
            </a:xfrm>
            <a:custGeom>
              <a:avLst/>
              <a:gdLst>
                <a:gd name="T0" fmla="*/ 24 w 4"/>
                <a:gd name="T1" fmla="*/ 0 h 3"/>
                <a:gd name="T2" fmla="*/ 8 w 4"/>
                <a:gd name="T3" fmla="*/ 24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1"/>
                    <a:pt x="0" y="1"/>
                    <a:pt x="1" y="3"/>
                  </a:cubicBezTo>
                  <a:cubicBezTo>
                    <a:pt x="3" y="2"/>
                    <a:pt x="4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36" name="Freeform 7623">
              <a:extLst>
                <a:ext uri="{FF2B5EF4-FFF2-40B4-BE49-F238E27FC236}">
                  <a16:creationId xmlns:a16="http://schemas.microsoft.com/office/drawing/2014/main" id="{865F214A-DFC6-406D-9025-4366333B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722"/>
              <a:ext cx="20" cy="14"/>
            </a:xfrm>
            <a:custGeom>
              <a:avLst/>
              <a:gdLst>
                <a:gd name="T0" fmla="*/ 24 w 10"/>
                <a:gd name="T1" fmla="*/ 16 h 7"/>
                <a:gd name="T2" fmla="*/ 8 w 10"/>
                <a:gd name="T3" fmla="*/ 16 h 7"/>
                <a:gd name="T4" fmla="*/ 80 w 10"/>
                <a:gd name="T5" fmla="*/ 0 h 7"/>
                <a:gd name="T6" fmla="*/ 48 w 10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3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7"/>
                    <a:pt x="9" y="4"/>
                    <a:pt x="10" y="0"/>
                  </a:cubicBezTo>
                  <a:cubicBezTo>
                    <a:pt x="8" y="0"/>
                    <a:pt x="7" y="0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37" name="Freeform 7624">
              <a:extLst>
                <a:ext uri="{FF2B5EF4-FFF2-40B4-BE49-F238E27FC236}">
                  <a16:creationId xmlns:a16="http://schemas.microsoft.com/office/drawing/2014/main" id="{36C2A7D5-4D2F-4592-A34A-828F75442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710"/>
              <a:ext cx="6" cy="6"/>
            </a:xfrm>
            <a:custGeom>
              <a:avLst/>
              <a:gdLst>
                <a:gd name="T0" fmla="*/ 8 w 3"/>
                <a:gd name="T1" fmla="*/ 8 h 3"/>
                <a:gd name="T2" fmla="*/ 0 w 3"/>
                <a:gd name="T3" fmla="*/ 24 h 3"/>
                <a:gd name="T4" fmla="*/ 24 w 3"/>
                <a:gd name="T5" fmla="*/ 16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38" name="Freeform 7625">
              <a:extLst>
                <a:ext uri="{FF2B5EF4-FFF2-40B4-BE49-F238E27FC236}">
                  <a16:creationId xmlns:a16="http://schemas.microsoft.com/office/drawing/2014/main" id="{F4BE23A7-5C5C-417A-81D1-D957E08B3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744"/>
              <a:ext cx="14" cy="12"/>
            </a:xfrm>
            <a:custGeom>
              <a:avLst/>
              <a:gdLst>
                <a:gd name="T0" fmla="*/ 40 w 7"/>
                <a:gd name="T1" fmla="*/ 8 h 6"/>
                <a:gd name="T2" fmla="*/ 0 w 7"/>
                <a:gd name="T3" fmla="*/ 16 h 6"/>
                <a:gd name="T4" fmla="*/ 48 w 7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1" y="5"/>
                    <a:pt x="7" y="6"/>
                    <a:pt x="6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39" name="Freeform 7626">
              <a:extLst>
                <a:ext uri="{FF2B5EF4-FFF2-40B4-BE49-F238E27FC236}">
                  <a16:creationId xmlns:a16="http://schemas.microsoft.com/office/drawing/2014/main" id="{89C119CD-B9E1-43B4-B828-FA30F4FC6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756"/>
              <a:ext cx="18" cy="8"/>
            </a:xfrm>
            <a:custGeom>
              <a:avLst/>
              <a:gdLst>
                <a:gd name="T0" fmla="*/ 40 w 9"/>
                <a:gd name="T1" fmla="*/ 0 h 4"/>
                <a:gd name="T2" fmla="*/ 32 w 9"/>
                <a:gd name="T3" fmla="*/ 32 h 4"/>
                <a:gd name="T4" fmla="*/ 64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5" y="0"/>
                  </a:moveTo>
                  <a:cubicBezTo>
                    <a:pt x="2" y="0"/>
                    <a:pt x="0" y="3"/>
                    <a:pt x="4" y="4"/>
                  </a:cubicBezTo>
                  <a:cubicBezTo>
                    <a:pt x="7" y="4"/>
                    <a:pt x="9" y="2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40" name="Freeform 7627">
              <a:extLst>
                <a:ext uri="{FF2B5EF4-FFF2-40B4-BE49-F238E27FC236}">
                  <a16:creationId xmlns:a16="http://schemas.microsoft.com/office/drawing/2014/main" id="{E3284087-AA11-43CC-B655-AAF6E12D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3774"/>
              <a:ext cx="14" cy="12"/>
            </a:xfrm>
            <a:custGeom>
              <a:avLst/>
              <a:gdLst>
                <a:gd name="T0" fmla="*/ 24 w 7"/>
                <a:gd name="T1" fmla="*/ 0 h 6"/>
                <a:gd name="T2" fmla="*/ 40 w 7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4"/>
                    <a:pt x="7" y="6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41" name="Freeform 7628">
              <a:extLst>
                <a:ext uri="{FF2B5EF4-FFF2-40B4-BE49-F238E27FC236}">
                  <a16:creationId xmlns:a16="http://schemas.microsoft.com/office/drawing/2014/main" id="{9DFEE8FA-FAD5-4502-92CF-C7CE478FF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748"/>
              <a:ext cx="18" cy="14"/>
            </a:xfrm>
            <a:custGeom>
              <a:avLst/>
              <a:gdLst>
                <a:gd name="T0" fmla="*/ 24 w 9"/>
                <a:gd name="T1" fmla="*/ 8 h 7"/>
                <a:gd name="T2" fmla="*/ 0 w 9"/>
                <a:gd name="T3" fmla="*/ 16 h 7"/>
                <a:gd name="T4" fmla="*/ 72 w 9"/>
                <a:gd name="T5" fmla="*/ 8 h 7"/>
                <a:gd name="T6" fmla="*/ 56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3" y="1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7"/>
                    <a:pt x="7" y="4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42" name="Freeform 7629">
              <a:extLst>
                <a:ext uri="{FF2B5EF4-FFF2-40B4-BE49-F238E27FC236}">
                  <a16:creationId xmlns:a16="http://schemas.microsoft.com/office/drawing/2014/main" id="{117EC551-BBFE-4566-B339-F40B17D94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716"/>
              <a:ext cx="24" cy="16"/>
            </a:xfrm>
            <a:custGeom>
              <a:avLst/>
              <a:gdLst>
                <a:gd name="T0" fmla="*/ 64 w 12"/>
                <a:gd name="T1" fmla="*/ 0 h 8"/>
                <a:gd name="T2" fmla="*/ 80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0" y="2"/>
                    <a:pt x="12" y="8"/>
                    <a:pt x="1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43" name="Freeform 7630">
              <a:extLst>
                <a:ext uri="{FF2B5EF4-FFF2-40B4-BE49-F238E27FC236}">
                  <a16:creationId xmlns:a16="http://schemas.microsoft.com/office/drawing/2014/main" id="{C73CB616-B459-4567-8209-0663B43A5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676"/>
              <a:ext cx="20" cy="14"/>
            </a:xfrm>
            <a:custGeom>
              <a:avLst/>
              <a:gdLst>
                <a:gd name="T0" fmla="*/ 32 w 10"/>
                <a:gd name="T1" fmla="*/ 0 h 7"/>
                <a:gd name="T2" fmla="*/ 16 w 10"/>
                <a:gd name="T3" fmla="*/ 40 h 7"/>
                <a:gd name="T4" fmla="*/ 64 w 10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0"/>
                  </a:moveTo>
                  <a:cubicBezTo>
                    <a:pt x="1" y="0"/>
                    <a:pt x="0" y="3"/>
                    <a:pt x="2" y="5"/>
                  </a:cubicBezTo>
                  <a:cubicBezTo>
                    <a:pt x="5" y="7"/>
                    <a:pt x="10" y="5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44" name="Freeform 7631">
              <a:extLst>
                <a:ext uri="{FF2B5EF4-FFF2-40B4-BE49-F238E27FC236}">
                  <a16:creationId xmlns:a16="http://schemas.microsoft.com/office/drawing/2014/main" id="{BDC422CB-05C5-4314-9556-571A366ED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676"/>
              <a:ext cx="11" cy="10"/>
            </a:xfrm>
            <a:custGeom>
              <a:avLst/>
              <a:gdLst>
                <a:gd name="T0" fmla="*/ 20 w 5"/>
                <a:gd name="T1" fmla="*/ 8 h 5"/>
                <a:gd name="T2" fmla="*/ 0 w 5"/>
                <a:gd name="T3" fmla="*/ 16 h 5"/>
                <a:gd name="T4" fmla="*/ 53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1" y="5"/>
                    <a:pt x="4" y="4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45" name="Freeform 7632">
              <a:extLst>
                <a:ext uri="{FF2B5EF4-FFF2-40B4-BE49-F238E27FC236}">
                  <a16:creationId xmlns:a16="http://schemas.microsoft.com/office/drawing/2014/main" id="{E063591D-BB19-43C7-BB64-CBD9455C6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766"/>
              <a:ext cx="8" cy="8"/>
            </a:xfrm>
            <a:custGeom>
              <a:avLst/>
              <a:gdLst>
                <a:gd name="T0" fmla="*/ 0 w 4"/>
                <a:gd name="T1" fmla="*/ 24 h 4"/>
                <a:gd name="T2" fmla="*/ 0 w 4"/>
                <a:gd name="T3" fmla="*/ 8 h 4"/>
                <a:gd name="T4" fmla="*/ 0 w 4"/>
                <a:gd name="T5" fmla="*/ 32 h 4"/>
                <a:gd name="T6" fmla="*/ 32 w 4"/>
                <a:gd name="T7" fmla="*/ 8 h 4"/>
                <a:gd name="T8" fmla="*/ 16 w 4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3" y="3"/>
                    <a:pt x="4" y="1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46" name="Freeform 7633">
              <a:extLst>
                <a:ext uri="{FF2B5EF4-FFF2-40B4-BE49-F238E27FC236}">
                  <a16:creationId xmlns:a16="http://schemas.microsoft.com/office/drawing/2014/main" id="{E1F6EDDA-5366-4701-A789-5279132AC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648"/>
              <a:ext cx="10" cy="12"/>
            </a:xfrm>
            <a:custGeom>
              <a:avLst/>
              <a:gdLst>
                <a:gd name="T0" fmla="*/ 16 w 5"/>
                <a:gd name="T1" fmla="*/ 0 h 6"/>
                <a:gd name="T2" fmla="*/ 24 w 5"/>
                <a:gd name="T3" fmla="*/ 48 h 6"/>
                <a:gd name="T4" fmla="*/ 24 w 5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1" y="5"/>
                    <a:pt x="3" y="6"/>
                  </a:cubicBezTo>
                  <a:cubicBezTo>
                    <a:pt x="5" y="4"/>
                    <a:pt x="5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47" name="Freeform 7634">
              <a:extLst>
                <a:ext uri="{FF2B5EF4-FFF2-40B4-BE49-F238E27FC236}">
                  <a16:creationId xmlns:a16="http://schemas.microsoft.com/office/drawing/2014/main" id="{96BF3571-85E2-4659-A9A7-598DD0186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674"/>
              <a:ext cx="36" cy="22"/>
            </a:xfrm>
            <a:custGeom>
              <a:avLst/>
              <a:gdLst>
                <a:gd name="T0" fmla="*/ 48 w 18"/>
                <a:gd name="T1" fmla="*/ 8 h 11"/>
                <a:gd name="T2" fmla="*/ 32 w 18"/>
                <a:gd name="T3" fmla="*/ 0 h 11"/>
                <a:gd name="T4" fmla="*/ 56 w 1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6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11"/>
                    <a:pt x="18" y="2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48" name="Freeform 7635">
              <a:extLst>
                <a:ext uri="{FF2B5EF4-FFF2-40B4-BE49-F238E27FC236}">
                  <a16:creationId xmlns:a16="http://schemas.microsoft.com/office/drawing/2014/main" id="{3BB678CC-54CB-42AD-8971-24EFD1F42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658"/>
              <a:ext cx="8" cy="8"/>
            </a:xfrm>
            <a:custGeom>
              <a:avLst/>
              <a:gdLst>
                <a:gd name="T0" fmla="*/ 0 w 4"/>
                <a:gd name="T1" fmla="*/ 0 h 4"/>
                <a:gd name="T2" fmla="*/ 8 w 4"/>
                <a:gd name="T3" fmla="*/ 32 h 4"/>
                <a:gd name="T4" fmla="*/ 32 w 4"/>
                <a:gd name="T5" fmla="*/ 16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3" y="3"/>
                    <a:pt x="4" y="2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49" name="Freeform 7636">
              <a:extLst>
                <a:ext uri="{FF2B5EF4-FFF2-40B4-BE49-F238E27FC236}">
                  <a16:creationId xmlns:a16="http://schemas.microsoft.com/office/drawing/2014/main" id="{C9B10A79-EA59-4EF6-97C7-BCD8663AC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714"/>
              <a:ext cx="6" cy="10"/>
            </a:xfrm>
            <a:custGeom>
              <a:avLst/>
              <a:gdLst>
                <a:gd name="T0" fmla="*/ 16 w 3"/>
                <a:gd name="T1" fmla="*/ 0 h 5"/>
                <a:gd name="T2" fmla="*/ 24 w 3"/>
                <a:gd name="T3" fmla="*/ 40 h 5"/>
                <a:gd name="T4" fmla="*/ 24 w 3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2"/>
                    <a:pt x="0" y="4"/>
                    <a:pt x="3" y="5"/>
                  </a:cubicBezTo>
                  <a:cubicBezTo>
                    <a:pt x="3" y="4"/>
                    <a:pt x="3" y="3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50" name="Freeform 7637">
              <a:extLst>
                <a:ext uri="{FF2B5EF4-FFF2-40B4-BE49-F238E27FC236}">
                  <a16:creationId xmlns:a16="http://schemas.microsoft.com/office/drawing/2014/main" id="{90F8384A-CAE8-44A8-95F1-2840CE238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722"/>
              <a:ext cx="18" cy="12"/>
            </a:xfrm>
            <a:custGeom>
              <a:avLst/>
              <a:gdLst>
                <a:gd name="T0" fmla="*/ 40 w 9"/>
                <a:gd name="T1" fmla="*/ 0 h 6"/>
                <a:gd name="T2" fmla="*/ 40 w 9"/>
                <a:gd name="T3" fmla="*/ 48 h 6"/>
                <a:gd name="T4" fmla="*/ 40 w 9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2" y="1"/>
                    <a:pt x="0" y="6"/>
                    <a:pt x="5" y="6"/>
                  </a:cubicBezTo>
                  <a:cubicBezTo>
                    <a:pt x="8" y="6"/>
                    <a:pt x="9" y="1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51" name="Freeform 7638">
              <a:extLst>
                <a:ext uri="{FF2B5EF4-FFF2-40B4-BE49-F238E27FC236}">
                  <a16:creationId xmlns:a16="http://schemas.microsoft.com/office/drawing/2014/main" id="{73B79904-35B4-41C4-8B52-3991FCE0E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750"/>
              <a:ext cx="8" cy="4"/>
            </a:xfrm>
            <a:custGeom>
              <a:avLst/>
              <a:gdLst>
                <a:gd name="T0" fmla="*/ 8 w 4"/>
                <a:gd name="T1" fmla="*/ 0 h 2"/>
                <a:gd name="T2" fmla="*/ 8 w 4"/>
                <a:gd name="T3" fmla="*/ 16 h 2"/>
                <a:gd name="T4" fmla="*/ 32 w 4"/>
                <a:gd name="T5" fmla="*/ 8 h 2"/>
                <a:gd name="T6" fmla="*/ 24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52" name="Freeform 7639">
              <a:extLst>
                <a:ext uri="{FF2B5EF4-FFF2-40B4-BE49-F238E27FC236}">
                  <a16:creationId xmlns:a16="http://schemas.microsoft.com/office/drawing/2014/main" id="{BF69359C-CDAE-4583-A292-67C3305F5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710"/>
              <a:ext cx="32" cy="8"/>
            </a:xfrm>
            <a:custGeom>
              <a:avLst/>
              <a:gdLst>
                <a:gd name="T0" fmla="*/ 56 w 16"/>
                <a:gd name="T1" fmla="*/ 0 h 4"/>
                <a:gd name="T2" fmla="*/ 64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7" y="0"/>
                  </a:moveTo>
                  <a:cubicBezTo>
                    <a:pt x="0" y="4"/>
                    <a:pt x="16" y="3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53" name="Freeform 7640">
              <a:extLst>
                <a:ext uri="{FF2B5EF4-FFF2-40B4-BE49-F238E27FC236}">
                  <a16:creationId xmlns:a16="http://schemas.microsoft.com/office/drawing/2014/main" id="{5D214921-102B-4248-8C7B-3FFC2CD57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678"/>
              <a:ext cx="10" cy="8"/>
            </a:xfrm>
            <a:custGeom>
              <a:avLst/>
              <a:gdLst>
                <a:gd name="T0" fmla="*/ 8 w 5"/>
                <a:gd name="T1" fmla="*/ 0 h 4"/>
                <a:gd name="T2" fmla="*/ 8 w 5"/>
                <a:gd name="T3" fmla="*/ 32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54" name="Freeform 7641">
              <a:extLst>
                <a:ext uri="{FF2B5EF4-FFF2-40B4-BE49-F238E27FC236}">
                  <a16:creationId xmlns:a16="http://schemas.microsoft.com/office/drawing/2014/main" id="{8BCD560E-B4DA-4DD8-8A2E-BD432F9D1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3634"/>
              <a:ext cx="10" cy="10"/>
            </a:xfrm>
            <a:custGeom>
              <a:avLst/>
              <a:gdLst>
                <a:gd name="T0" fmla="*/ 16 w 5"/>
                <a:gd name="T1" fmla="*/ 8 h 5"/>
                <a:gd name="T2" fmla="*/ 0 w 5"/>
                <a:gd name="T3" fmla="*/ 24 h 5"/>
                <a:gd name="T4" fmla="*/ 40 w 5"/>
                <a:gd name="T5" fmla="*/ 8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5"/>
                    <a:pt x="5" y="3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55" name="Freeform 7642">
              <a:extLst>
                <a:ext uri="{FF2B5EF4-FFF2-40B4-BE49-F238E27FC236}">
                  <a16:creationId xmlns:a16="http://schemas.microsoft.com/office/drawing/2014/main" id="{CFA1D5F8-F9E0-4811-B815-19DC1ABFD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610"/>
              <a:ext cx="8" cy="8"/>
            </a:xfrm>
            <a:custGeom>
              <a:avLst/>
              <a:gdLst>
                <a:gd name="T0" fmla="*/ 8 w 4"/>
                <a:gd name="T1" fmla="*/ 16 h 4"/>
                <a:gd name="T2" fmla="*/ 16 w 4"/>
                <a:gd name="T3" fmla="*/ 32 h 4"/>
                <a:gd name="T4" fmla="*/ 8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3"/>
                    <a:pt x="0" y="3"/>
                    <a:pt x="2" y="4"/>
                  </a:cubicBezTo>
                  <a:cubicBezTo>
                    <a:pt x="4" y="2"/>
                    <a:pt x="3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56" name="Freeform 7643">
              <a:extLst>
                <a:ext uri="{FF2B5EF4-FFF2-40B4-BE49-F238E27FC236}">
                  <a16:creationId xmlns:a16="http://schemas.microsoft.com/office/drawing/2014/main" id="{FE933769-D403-4D30-AA9E-38D292EA0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556"/>
              <a:ext cx="8" cy="8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32 h 4"/>
                <a:gd name="T4" fmla="*/ 16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4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57" name="Freeform 7644">
              <a:extLst>
                <a:ext uri="{FF2B5EF4-FFF2-40B4-BE49-F238E27FC236}">
                  <a16:creationId xmlns:a16="http://schemas.microsoft.com/office/drawing/2014/main" id="{02302A93-10BE-4860-B393-F4E122B8A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604"/>
              <a:ext cx="10" cy="12"/>
            </a:xfrm>
            <a:custGeom>
              <a:avLst/>
              <a:gdLst>
                <a:gd name="T0" fmla="*/ 8 w 5"/>
                <a:gd name="T1" fmla="*/ 0 h 6"/>
                <a:gd name="T2" fmla="*/ 16 w 5"/>
                <a:gd name="T3" fmla="*/ 48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5" y="4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58" name="Freeform 7645">
              <a:extLst>
                <a:ext uri="{FF2B5EF4-FFF2-40B4-BE49-F238E27FC236}">
                  <a16:creationId xmlns:a16="http://schemas.microsoft.com/office/drawing/2014/main" id="{157E3725-75AB-47C0-932F-65B455F71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566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32 h 4"/>
                <a:gd name="T4" fmla="*/ 32 w 4"/>
                <a:gd name="T5" fmla="*/ 8 h 4"/>
                <a:gd name="T6" fmla="*/ 8 w 4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3" y="4"/>
                    <a:pt x="4" y="3"/>
                    <a:pt x="4" y="1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59" name="Freeform 7646">
              <a:extLst>
                <a:ext uri="{FF2B5EF4-FFF2-40B4-BE49-F238E27FC236}">
                  <a16:creationId xmlns:a16="http://schemas.microsoft.com/office/drawing/2014/main" id="{5253A3D9-8E62-4077-B5D2-B97B00E9C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3610"/>
              <a:ext cx="28" cy="28"/>
            </a:xfrm>
            <a:custGeom>
              <a:avLst/>
              <a:gdLst>
                <a:gd name="T0" fmla="*/ 32 w 14"/>
                <a:gd name="T1" fmla="*/ 8 h 14"/>
                <a:gd name="T2" fmla="*/ 16 w 14"/>
                <a:gd name="T3" fmla="*/ 0 h 14"/>
                <a:gd name="T4" fmla="*/ 40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0" y="14"/>
                    <a:pt x="14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60" name="Freeform 7647">
              <a:extLst>
                <a:ext uri="{FF2B5EF4-FFF2-40B4-BE49-F238E27FC236}">
                  <a16:creationId xmlns:a16="http://schemas.microsoft.com/office/drawing/2014/main" id="{13DB400A-C0CA-41A2-A4D8-FA8D7E001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642"/>
              <a:ext cx="12" cy="12"/>
            </a:xfrm>
            <a:custGeom>
              <a:avLst/>
              <a:gdLst>
                <a:gd name="T0" fmla="*/ 0 w 6"/>
                <a:gd name="T1" fmla="*/ 16 h 6"/>
                <a:gd name="T2" fmla="*/ 48 w 6"/>
                <a:gd name="T3" fmla="*/ 8 h 6"/>
                <a:gd name="T4" fmla="*/ 16 w 6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6"/>
                    <a:pt x="6" y="6"/>
                    <a:pt x="6" y="1"/>
                  </a:cubicBezTo>
                  <a:cubicBezTo>
                    <a:pt x="5" y="0"/>
                    <a:pt x="4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61" name="Freeform 7648">
              <a:extLst>
                <a:ext uri="{FF2B5EF4-FFF2-40B4-BE49-F238E27FC236}">
                  <a16:creationId xmlns:a16="http://schemas.microsoft.com/office/drawing/2014/main" id="{687044AF-0CC3-4449-AD88-FE871E8AA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3586"/>
              <a:ext cx="8" cy="10"/>
            </a:xfrm>
            <a:custGeom>
              <a:avLst/>
              <a:gdLst>
                <a:gd name="T0" fmla="*/ 0 w 4"/>
                <a:gd name="T1" fmla="*/ 16 h 5"/>
                <a:gd name="T2" fmla="*/ 8 w 4"/>
                <a:gd name="T3" fmla="*/ 40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62" name="Freeform 7649">
              <a:extLst>
                <a:ext uri="{FF2B5EF4-FFF2-40B4-BE49-F238E27FC236}">
                  <a16:creationId xmlns:a16="http://schemas.microsoft.com/office/drawing/2014/main" id="{7233ABF8-5B2C-48F2-9CF4-BB873E64C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3580"/>
              <a:ext cx="20" cy="16"/>
            </a:xfrm>
            <a:custGeom>
              <a:avLst/>
              <a:gdLst>
                <a:gd name="T0" fmla="*/ 32 w 10"/>
                <a:gd name="T1" fmla="*/ 16 h 8"/>
                <a:gd name="T2" fmla="*/ 24 w 10"/>
                <a:gd name="T3" fmla="*/ 8 h 8"/>
                <a:gd name="T4" fmla="*/ 56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0" y="8"/>
                    <a:pt x="10" y="8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63" name="Freeform 7650">
              <a:extLst>
                <a:ext uri="{FF2B5EF4-FFF2-40B4-BE49-F238E27FC236}">
                  <a16:creationId xmlns:a16="http://schemas.microsoft.com/office/drawing/2014/main" id="{915A3DA7-339B-4BD6-882B-445D57B6D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3526"/>
              <a:ext cx="10" cy="12"/>
            </a:xfrm>
            <a:custGeom>
              <a:avLst/>
              <a:gdLst>
                <a:gd name="T0" fmla="*/ 16 w 5"/>
                <a:gd name="T1" fmla="*/ 0 h 6"/>
                <a:gd name="T2" fmla="*/ 16 w 5"/>
                <a:gd name="T3" fmla="*/ 48 h 6"/>
                <a:gd name="T4" fmla="*/ 24 w 5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5" y="5"/>
                    <a:pt x="5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64" name="Freeform 7651">
              <a:extLst>
                <a:ext uri="{FF2B5EF4-FFF2-40B4-BE49-F238E27FC236}">
                  <a16:creationId xmlns:a16="http://schemas.microsoft.com/office/drawing/2014/main" id="{DE793575-0093-49EC-8E23-430D09882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512"/>
              <a:ext cx="8" cy="8"/>
            </a:xfrm>
            <a:custGeom>
              <a:avLst/>
              <a:gdLst>
                <a:gd name="T0" fmla="*/ 8 w 4"/>
                <a:gd name="T1" fmla="*/ 0 h 4"/>
                <a:gd name="T2" fmla="*/ 24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4" y="3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65" name="Freeform 7652">
              <a:extLst>
                <a:ext uri="{FF2B5EF4-FFF2-40B4-BE49-F238E27FC236}">
                  <a16:creationId xmlns:a16="http://schemas.microsoft.com/office/drawing/2014/main" id="{08B2AB0B-8209-4832-B764-0918BAA1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472"/>
              <a:ext cx="20" cy="16"/>
            </a:xfrm>
            <a:custGeom>
              <a:avLst/>
              <a:gdLst>
                <a:gd name="T0" fmla="*/ 16 w 10"/>
                <a:gd name="T1" fmla="*/ 0 h 8"/>
                <a:gd name="T2" fmla="*/ 40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0" y="8"/>
                    <a:pt x="10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66" name="Freeform 7653">
              <a:extLst>
                <a:ext uri="{FF2B5EF4-FFF2-40B4-BE49-F238E27FC236}">
                  <a16:creationId xmlns:a16="http://schemas.microsoft.com/office/drawing/2014/main" id="{53765273-45F8-49E3-A148-4ACBD4778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3434"/>
              <a:ext cx="10" cy="10"/>
            </a:xfrm>
            <a:custGeom>
              <a:avLst/>
              <a:gdLst>
                <a:gd name="T0" fmla="*/ 16 w 5"/>
                <a:gd name="T1" fmla="*/ 0 h 5"/>
                <a:gd name="T2" fmla="*/ 24 w 5"/>
                <a:gd name="T3" fmla="*/ 4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4"/>
                    <a:pt x="3" y="5"/>
                  </a:cubicBezTo>
                  <a:cubicBezTo>
                    <a:pt x="5" y="4"/>
                    <a:pt x="4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67" name="Freeform 7654">
              <a:extLst>
                <a:ext uri="{FF2B5EF4-FFF2-40B4-BE49-F238E27FC236}">
                  <a16:creationId xmlns:a16="http://schemas.microsoft.com/office/drawing/2014/main" id="{5DBAD190-DCBF-48F3-BDC6-A5933E225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464"/>
              <a:ext cx="8" cy="10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40 h 5"/>
                <a:gd name="T4" fmla="*/ 24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3"/>
                    <a:pt x="2" y="5"/>
                  </a:cubicBezTo>
                  <a:cubicBezTo>
                    <a:pt x="4" y="4"/>
                    <a:pt x="4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68" name="Freeform 7655">
              <a:extLst>
                <a:ext uri="{FF2B5EF4-FFF2-40B4-BE49-F238E27FC236}">
                  <a16:creationId xmlns:a16="http://schemas.microsoft.com/office/drawing/2014/main" id="{A5A1EC43-898E-42EF-9C80-A7AF38395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500"/>
              <a:ext cx="8" cy="12"/>
            </a:xfrm>
            <a:custGeom>
              <a:avLst/>
              <a:gdLst>
                <a:gd name="T0" fmla="*/ 16 w 4"/>
                <a:gd name="T1" fmla="*/ 0 h 6"/>
                <a:gd name="T2" fmla="*/ 8 w 4"/>
                <a:gd name="T3" fmla="*/ 48 h 6"/>
                <a:gd name="T4" fmla="*/ 24 w 4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5"/>
                    <a:pt x="4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69" name="Freeform 7656">
              <a:extLst>
                <a:ext uri="{FF2B5EF4-FFF2-40B4-BE49-F238E27FC236}">
                  <a16:creationId xmlns:a16="http://schemas.microsoft.com/office/drawing/2014/main" id="{7651CDA7-7AF6-4425-A6BE-C031E5B4F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3428"/>
              <a:ext cx="8" cy="8"/>
            </a:xfrm>
            <a:custGeom>
              <a:avLst/>
              <a:gdLst>
                <a:gd name="T0" fmla="*/ 8 w 4"/>
                <a:gd name="T1" fmla="*/ 8 h 4"/>
                <a:gd name="T2" fmla="*/ 8 w 4"/>
                <a:gd name="T3" fmla="*/ 32 h 4"/>
                <a:gd name="T4" fmla="*/ 16 w 4"/>
                <a:gd name="T5" fmla="*/ 32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70" name="Freeform 7657">
              <a:extLst>
                <a:ext uri="{FF2B5EF4-FFF2-40B4-BE49-F238E27FC236}">
                  <a16:creationId xmlns:a16="http://schemas.microsoft.com/office/drawing/2014/main" id="{F2A268B9-D3CF-4699-8D2B-24F14A67E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366"/>
              <a:ext cx="26" cy="18"/>
            </a:xfrm>
            <a:custGeom>
              <a:avLst/>
              <a:gdLst>
                <a:gd name="T0" fmla="*/ 32 w 13"/>
                <a:gd name="T1" fmla="*/ 16 h 9"/>
                <a:gd name="T2" fmla="*/ 40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4" y="2"/>
                  </a:moveTo>
                  <a:cubicBezTo>
                    <a:pt x="0" y="9"/>
                    <a:pt x="13" y="7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71" name="Freeform 7658">
              <a:extLst>
                <a:ext uri="{FF2B5EF4-FFF2-40B4-BE49-F238E27FC236}">
                  <a16:creationId xmlns:a16="http://schemas.microsoft.com/office/drawing/2014/main" id="{CB8ADDAF-DE34-47A6-A9AF-15B665040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3390"/>
              <a:ext cx="8" cy="10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40 h 5"/>
                <a:gd name="T4" fmla="*/ 24 w 4"/>
                <a:gd name="T5" fmla="*/ 16 h 5"/>
                <a:gd name="T6" fmla="*/ 8 w 4"/>
                <a:gd name="T7" fmla="*/ 2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3"/>
                    <a:pt x="3" y="2"/>
                  </a:cubicBezTo>
                  <a:cubicBezTo>
                    <a:pt x="2" y="2"/>
                    <a:pt x="2" y="2"/>
                    <a:pt x="1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72" name="Freeform 7659">
              <a:extLst>
                <a:ext uri="{FF2B5EF4-FFF2-40B4-BE49-F238E27FC236}">
                  <a16:creationId xmlns:a16="http://schemas.microsoft.com/office/drawing/2014/main" id="{C1A07D6B-7BC8-45DE-9C1A-613CFBC70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448"/>
              <a:ext cx="10" cy="12"/>
            </a:xfrm>
            <a:custGeom>
              <a:avLst/>
              <a:gdLst>
                <a:gd name="T0" fmla="*/ 16 w 5"/>
                <a:gd name="T1" fmla="*/ 16 h 6"/>
                <a:gd name="T2" fmla="*/ 0 w 5"/>
                <a:gd name="T3" fmla="*/ 16 h 6"/>
                <a:gd name="T4" fmla="*/ 8 w 5"/>
                <a:gd name="T5" fmla="*/ 48 h 6"/>
                <a:gd name="T6" fmla="*/ 24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73" name="Freeform 7660">
              <a:extLst>
                <a:ext uri="{FF2B5EF4-FFF2-40B4-BE49-F238E27FC236}">
                  <a16:creationId xmlns:a16="http://schemas.microsoft.com/office/drawing/2014/main" id="{67873037-798B-448B-83B3-A9725F96F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430"/>
              <a:ext cx="6" cy="10"/>
            </a:xfrm>
            <a:custGeom>
              <a:avLst/>
              <a:gdLst>
                <a:gd name="T0" fmla="*/ 0 w 3"/>
                <a:gd name="T1" fmla="*/ 0 h 5"/>
                <a:gd name="T2" fmla="*/ 16 w 3"/>
                <a:gd name="T3" fmla="*/ 40 h 5"/>
                <a:gd name="T4" fmla="*/ 16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74" name="Freeform 7661">
              <a:extLst>
                <a:ext uri="{FF2B5EF4-FFF2-40B4-BE49-F238E27FC236}">
                  <a16:creationId xmlns:a16="http://schemas.microsoft.com/office/drawing/2014/main" id="{F70DFE29-DD2B-439C-A38D-BBEC5C335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402"/>
              <a:ext cx="8" cy="8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32 h 4"/>
                <a:gd name="T4" fmla="*/ 16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4" y="3"/>
                    <a:pt x="3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75" name="Freeform 7662">
              <a:extLst>
                <a:ext uri="{FF2B5EF4-FFF2-40B4-BE49-F238E27FC236}">
                  <a16:creationId xmlns:a16="http://schemas.microsoft.com/office/drawing/2014/main" id="{006C9A93-1868-4ABD-9880-FB011D6A5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356"/>
              <a:ext cx="18" cy="18"/>
            </a:xfrm>
            <a:custGeom>
              <a:avLst/>
              <a:gdLst>
                <a:gd name="T0" fmla="*/ 8 w 9"/>
                <a:gd name="T1" fmla="*/ 8 h 9"/>
                <a:gd name="T2" fmla="*/ 16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1" y="1"/>
                  </a:moveTo>
                  <a:cubicBezTo>
                    <a:pt x="0" y="9"/>
                    <a:pt x="9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76" name="Freeform 7663">
              <a:extLst>
                <a:ext uri="{FF2B5EF4-FFF2-40B4-BE49-F238E27FC236}">
                  <a16:creationId xmlns:a16="http://schemas.microsoft.com/office/drawing/2014/main" id="{F5AEF72D-3312-4BB2-A75C-38BFDF155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358"/>
              <a:ext cx="16" cy="20"/>
            </a:xfrm>
            <a:custGeom>
              <a:avLst/>
              <a:gdLst>
                <a:gd name="T0" fmla="*/ 0 w 8"/>
                <a:gd name="T1" fmla="*/ 16 h 10"/>
                <a:gd name="T2" fmla="*/ 8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0" y="10"/>
                    <a:pt x="8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77" name="Freeform 7664">
              <a:extLst>
                <a:ext uri="{FF2B5EF4-FFF2-40B4-BE49-F238E27FC236}">
                  <a16:creationId xmlns:a16="http://schemas.microsoft.com/office/drawing/2014/main" id="{900406B9-6FDA-434A-A073-3050C8AA5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312"/>
              <a:ext cx="8" cy="12"/>
            </a:xfrm>
            <a:custGeom>
              <a:avLst/>
              <a:gdLst>
                <a:gd name="T0" fmla="*/ 0 w 4"/>
                <a:gd name="T1" fmla="*/ 16 h 6"/>
                <a:gd name="T2" fmla="*/ 8 w 4"/>
                <a:gd name="T3" fmla="*/ 48 h 6"/>
                <a:gd name="T4" fmla="*/ 0 w 4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" y="4"/>
                    <a:pt x="3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78" name="Freeform 7665">
              <a:extLst>
                <a:ext uri="{FF2B5EF4-FFF2-40B4-BE49-F238E27FC236}">
                  <a16:creationId xmlns:a16="http://schemas.microsoft.com/office/drawing/2014/main" id="{6D81B72D-BFD0-48AB-9C37-CD1104937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3260"/>
              <a:ext cx="14" cy="12"/>
            </a:xfrm>
            <a:custGeom>
              <a:avLst/>
              <a:gdLst>
                <a:gd name="T0" fmla="*/ 24 w 7"/>
                <a:gd name="T1" fmla="*/ 0 h 6"/>
                <a:gd name="T2" fmla="*/ 24 w 7"/>
                <a:gd name="T3" fmla="*/ 48 h 6"/>
                <a:gd name="T4" fmla="*/ 2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1"/>
                    <a:pt x="0" y="4"/>
                    <a:pt x="3" y="6"/>
                  </a:cubicBezTo>
                  <a:cubicBezTo>
                    <a:pt x="5" y="4"/>
                    <a:pt x="7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79" name="Freeform 7666">
              <a:extLst>
                <a:ext uri="{FF2B5EF4-FFF2-40B4-BE49-F238E27FC236}">
                  <a16:creationId xmlns:a16="http://schemas.microsoft.com/office/drawing/2014/main" id="{59B803A4-8A0A-40CF-9609-6D84E7E4E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288"/>
              <a:ext cx="10" cy="14"/>
            </a:xfrm>
            <a:custGeom>
              <a:avLst/>
              <a:gdLst>
                <a:gd name="T0" fmla="*/ 8 w 5"/>
                <a:gd name="T1" fmla="*/ 8 h 7"/>
                <a:gd name="T2" fmla="*/ 16 w 5"/>
                <a:gd name="T3" fmla="*/ 56 h 7"/>
                <a:gd name="T4" fmla="*/ 16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5" y="6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80" name="Freeform 7667">
              <a:extLst>
                <a:ext uri="{FF2B5EF4-FFF2-40B4-BE49-F238E27FC236}">
                  <a16:creationId xmlns:a16="http://schemas.microsoft.com/office/drawing/2014/main" id="{08CF210A-362C-4F0D-8911-9C02C51A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252"/>
              <a:ext cx="28" cy="16"/>
            </a:xfrm>
            <a:custGeom>
              <a:avLst/>
              <a:gdLst>
                <a:gd name="T0" fmla="*/ 48 w 14"/>
                <a:gd name="T1" fmla="*/ 0 h 8"/>
                <a:gd name="T2" fmla="*/ 56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6" y="0"/>
                  </a:moveTo>
                  <a:cubicBezTo>
                    <a:pt x="0" y="8"/>
                    <a:pt x="14" y="1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81" name="Freeform 7668">
              <a:extLst>
                <a:ext uri="{FF2B5EF4-FFF2-40B4-BE49-F238E27FC236}">
                  <a16:creationId xmlns:a16="http://schemas.microsoft.com/office/drawing/2014/main" id="{EDDD43B2-B67A-4292-B55A-C3F5FD4A0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3310"/>
              <a:ext cx="6" cy="10"/>
            </a:xfrm>
            <a:custGeom>
              <a:avLst/>
              <a:gdLst>
                <a:gd name="T0" fmla="*/ 0 w 3"/>
                <a:gd name="T1" fmla="*/ 16 h 5"/>
                <a:gd name="T2" fmla="*/ 8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2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82" name="Freeform 7669">
              <a:extLst>
                <a:ext uri="{FF2B5EF4-FFF2-40B4-BE49-F238E27FC236}">
                  <a16:creationId xmlns:a16="http://schemas.microsoft.com/office/drawing/2014/main" id="{C7C4C628-289E-4C7B-B15C-D02A39715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3282"/>
              <a:ext cx="8" cy="8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83" name="Freeform 7670">
              <a:extLst>
                <a:ext uri="{FF2B5EF4-FFF2-40B4-BE49-F238E27FC236}">
                  <a16:creationId xmlns:a16="http://schemas.microsoft.com/office/drawing/2014/main" id="{C53755BA-53F6-4BA5-AB12-950CB15F3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278"/>
              <a:ext cx="6" cy="8"/>
            </a:xfrm>
            <a:custGeom>
              <a:avLst/>
              <a:gdLst>
                <a:gd name="T0" fmla="*/ 0 w 3"/>
                <a:gd name="T1" fmla="*/ 8 h 4"/>
                <a:gd name="T2" fmla="*/ 0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3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84" name="Freeform 7671">
              <a:extLst>
                <a:ext uri="{FF2B5EF4-FFF2-40B4-BE49-F238E27FC236}">
                  <a16:creationId xmlns:a16="http://schemas.microsoft.com/office/drawing/2014/main" id="{EE9E5961-7D66-4684-8A9E-2CAFE298B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214"/>
              <a:ext cx="10" cy="10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40 h 5"/>
                <a:gd name="T4" fmla="*/ 3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3"/>
                    <a:pt x="2" y="5"/>
                  </a:cubicBezTo>
                  <a:cubicBezTo>
                    <a:pt x="5" y="4"/>
                    <a:pt x="5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85" name="Freeform 7672">
              <a:extLst>
                <a:ext uri="{FF2B5EF4-FFF2-40B4-BE49-F238E27FC236}">
                  <a16:creationId xmlns:a16="http://schemas.microsoft.com/office/drawing/2014/main" id="{0D86EFDC-31AF-4FBE-AC98-7F778AE35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216"/>
              <a:ext cx="18" cy="16"/>
            </a:xfrm>
            <a:custGeom>
              <a:avLst/>
              <a:gdLst>
                <a:gd name="T0" fmla="*/ 32 w 9"/>
                <a:gd name="T1" fmla="*/ 0 h 8"/>
                <a:gd name="T2" fmla="*/ 40 w 9"/>
                <a:gd name="T3" fmla="*/ 64 h 8"/>
                <a:gd name="T4" fmla="*/ 32 w 9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0" y="1"/>
                    <a:pt x="0" y="8"/>
                    <a:pt x="5" y="8"/>
                  </a:cubicBezTo>
                  <a:cubicBezTo>
                    <a:pt x="9" y="7"/>
                    <a:pt x="8" y="0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86" name="Freeform 7673">
              <a:extLst>
                <a:ext uri="{FF2B5EF4-FFF2-40B4-BE49-F238E27FC236}">
                  <a16:creationId xmlns:a16="http://schemas.microsoft.com/office/drawing/2014/main" id="{C1332A6B-8129-4813-9340-03319A5A3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3198"/>
              <a:ext cx="6" cy="8"/>
            </a:xfrm>
            <a:custGeom>
              <a:avLst/>
              <a:gdLst>
                <a:gd name="T0" fmla="*/ 0 w 3"/>
                <a:gd name="T1" fmla="*/ 16 h 4"/>
                <a:gd name="T2" fmla="*/ 8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87" name="Freeform 7674">
              <a:extLst>
                <a:ext uri="{FF2B5EF4-FFF2-40B4-BE49-F238E27FC236}">
                  <a16:creationId xmlns:a16="http://schemas.microsoft.com/office/drawing/2014/main" id="{AA442F23-EDB8-4CF7-AB2A-9975737E4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520"/>
              <a:ext cx="12" cy="14"/>
            </a:xfrm>
            <a:custGeom>
              <a:avLst/>
              <a:gdLst>
                <a:gd name="T0" fmla="*/ 8 w 6"/>
                <a:gd name="T1" fmla="*/ 24 h 7"/>
                <a:gd name="T2" fmla="*/ 8 w 6"/>
                <a:gd name="T3" fmla="*/ 56 h 7"/>
                <a:gd name="T4" fmla="*/ 32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0" y="4"/>
                    <a:pt x="0" y="5"/>
                    <a:pt x="1" y="7"/>
                  </a:cubicBezTo>
                  <a:cubicBezTo>
                    <a:pt x="5" y="6"/>
                    <a:pt x="6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88" name="Freeform 7675">
              <a:extLst>
                <a:ext uri="{FF2B5EF4-FFF2-40B4-BE49-F238E27FC236}">
                  <a16:creationId xmlns:a16="http://schemas.microsoft.com/office/drawing/2014/main" id="{900FC957-56D5-4392-9B42-43718BF55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512"/>
              <a:ext cx="10" cy="10"/>
            </a:xfrm>
            <a:custGeom>
              <a:avLst/>
              <a:gdLst>
                <a:gd name="T0" fmla="*/ 8 w 5"/>
                <a:gd name="T1" fmla="*/ 16 h 5"/>
                <a:gd name="T2" fmla="*/ 16 w 5"/>
                <a:gd name="T3" fmla="*/ 40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5" y="2"/>
                    <a:pt x="5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89" name="Freeform 7676">
              <a:extLst>
                <a:ext uri="{FF2B5EF4-FFF2-40B4-BE49-F238E27FC236}">
                  <a16:creationId xmlns:a16="http://schemas.microsoft.com/office/drawing/2014/main" id="{AE75F41D-231F-469C-AD79-A2FC631D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528"/>
              <a:ext cx="12" cy="10"/>
            </a:xfrm>
            <a:custGeom>
              <a:avLst/>
              <a:gdLst>
                <a:gd name="T0" fmla="*/ 8 w 6"/>
                <a:gd name="T1" fmla="*/ 0 h 5"/>
                <a:gd name="T2" fmla="*/ 0 w 6"/>
                <a:gd name="T3" fmla="*/ 40 h 5"/>
                <a:gd name="T4" fmla="*/ 16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5" y="5"/>
                    <a:pt x="6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90" name="Freeform 7677">
              <a:extLst>
                <a:ext uri="{FF2B5EF4-FFF2-40B4-BE49-F238E27FC236}">
                  <a16:creationId xmlns:a16="http://schemas.microsoft.com/office/drawing/2014/main" id="{F0234183-A99A-47EE-9DB6-B5A6C152F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3220"/>
              <a:ext cx="18" cy="20"/>
            </a:xfrm>
            <a:custGeom>
              <a:avLst/>
              <a:gdLst>
                <a:gd name="T0" fmla="*/ 24 w 9"/>
                <a:gd name="T1" fmla="*/ 8 h 10"/>
                <a:gd name="T2" fmla="*/ 32 w 9"/>
                <a:gd name="T3" fmla="*/ 80 h 10"/>
                <a:gd name="T4" fmla="*/ 3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1"/>
                  </a:moveTo>
                  <a:cubicBezTo>
                    <a:pt x="1" y="2"/>
                    <a:pt x="0" y="9"/>
                    <a:pt x="4" y="10"/>
                  </a:cubicBezTo>
                  <a:cubicBezTo>
                    <a:pt x="9" y="10"/>
                    <a:pt x="7" y="2"/>
                    <a:pt x="4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91" name="Freeform 7678">
              <a:extLst>
                <a:ext uri="{FF2B5EF4-FFF2-40B4-BE49-F238E27FC236}">
                  <a16:creationId xmlns:a16="http://schemas.microsoft.com/office/drawing/2014/main" id="{3BBF5CB7-C80B-4362-BAB0-3A369DA07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3420"/>
              <a:ext cx="20" cy="36"/>
            </a:xfrm>
            <a:custGeom>
              <a:avLst/>
              <a:gdLst>
                <a:gd name="T0" fmla="*/ 0 w 10"/>
                <a:gd name="T1" fmla="*/ 16 h 18"/>
                <a:gd name="T2" fmla="*/ 72 w 10"/>
                <a:gd name="T3" fmla="*/ 88 h 18"/>
                <a:gd name="T4" fmla="*/ 8 w 10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2"/>
                  </a:moveTo>
                  <a:cubicBezTo>
                    <a:pt x="0" y="5"/>
                    <a:pt x="6" y="18"/>
                    <a:pt x="9" y="11"/>
                  </a:cubicBezTo>
                  <a:cubicBezTo>
                    <a:pt x="10" y="7"/>
                    <a:pt x="4" y="0"/>
                    <a:pt x="1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92" name="Freeform 7679">
              <a:extLst>
                <a:ext uri="{FF2B5EF4-FFF2-40B4-BE49-F238E27FC236}">
                  <a16:creationId xmlns:a16="http://schemas.microsoft.com/office/drawing/2014/main" id="{52D7A580-D30E-4015-B484-B85E11A8B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484"/>
              <a:ext cx="26" cy="24"/>
            </a:xfrm>
            <a:custGeom>
              <a:avLst/>
              <a:gdLst>
                <a:gd name="T0" fmla="*/ 104 w 13"/>
                <a:gd name="T1" fmla="*/ 8 h 12"/>
                <a:gd name="T2" fmla="*/ 0 w 13"/>
                <a:gd name="T3" fmla="*/ 72 h 12"/>
                <a:gd name="T4" fmla="*/ 96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1"/>
                  </a:moveTo>
                  <a:cubicBezTo>
                    <a:pt x="11" y="6"/>
                    <a:pt x="5" y="12"/>
                    <a:pt x="0" y="9"/>
                  </a:cubicBezTo>
                  <a:cubicBezTo>
                    <a:pt x="1" y="5"/>
                    <a:pt x="7" y="1"/>
                    <a:pt x="1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93" name="Freeform 7680">
              <a:extLst>
                <a:ext uri="{FF2B5EF4-FFF2-40B4-BE49-F238E27FC236}">
                  <a16:creationId xmlns:a16="http://schemas.microsoft.com/office/drawing/2014/main" id="{2F0632FD-10A7-4F31-8C34-6C8CDE86C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506"/>
              <a:ext cx="28" cy="18"/>
            </a:xfrm>
            <a:custGeom>
              <a:avLst/>
              <a:gdLst>
                <a:gd name="T0" fmla="*/ 0 w 14"/>
                <a:gd name="T1" fmla="*/ 16 h 9"/>
                <a:gd name="T2" fmla="*/ 112 w 14"/>
                <a:gd name="T3" fmla="*/ 48 h 9"/>
                <a:gd name="T4" fmla="*/ 16 w 1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2"/>
                  </a:moveTo>
                  <a:cubicBezTo>
                    <a:pt x="3" y="6"/>
                    <a:pt x="10" y="9"/>
                    <a:pt x="14" y="6"/>
                  </a:cubicBezTo>
                  <a:cubicBezTo>
                    <a:pt x="11" y="2"/>
                    <a:pt x="6" y="0"/>
                    <a:pt x="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94" name="Freeform 7681">
              <a:extLst>
                <a:ext uri="{FF2B5EF4-FFF2-40B4-BE49-F238E27FC236}">
                  <a16:creationId xmlns:a16="http://schemas.microsoft.com/office/drawing/2014/main" id="{26E312F6-56C4-4F91-BD1C-71ED68018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185"/>
              <a:ext cx="6" cy="11"/>
            </a:xfrm>
            <a:custGeom>
              <a:avLst/>
              <a:gdLst>
                <a:gd name="T0" fmla="*/ 8 w 3"/>
                <a:gd name="T1" fmla="*/ 9 h 5"/>
                <a:gd name="T2" fmla="*/ 16 w 3"/>
                <a:gd name="T3" fmla="*/ 53 h 5"/>
                <a:gd name="T4" fmla="*/ 24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5"/>
                    <a:pt x="2" y="5"/>
                  </a:cubicBezTo>
                  <a:cubicBezTo>
                    <a:pt x="3" y="5"/>
                    <a:pt x="3" y="1"/>
                    <a:pt x="3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95" name="Freeform 7682">
              <a:extLst>
                <a:ext uri="{FF2B5EF4-FFF2-40B4-BE49-F238E27FC236}">
                  <a16:creationId xmlns:a16="http://schemas.microsoft.com/office/drawing/2014/main" id="{D2DF65EE-8166-4DD2-AF4D-640F81B30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173"/>
              <a:ext cx="6" cy="10"/>
            </a:xfrm>
            <a:custGeom>
              <a:avLst/>
              <a:gdLst>
                <a:gd name="T0" fmla="*/ 8 w 3"/>
                <a:gd name="T1" fmla="*/ 40 h 5"/>
                <a:gd name="T2" fmla="*/ 8 w 3"/>
                <a:gd name="T3" fmla="*/ 0 h 5"/>
                <a:gd name="T4" fmla="*/ 24 w 3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0" y="4"/>
                    <a:pt x="0" y="1"/>
                    <a:pt x="1" y="0"/>
                  </a:cubicBezTo>
                  <a:cubicBezTo>
                    <a:pt x="2" y="2"/>
                    <a:pt x="3" y="3"/>
                    <a:pt x="3" y="5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96" name="Freeform 7683">
              <a:extLst>
                <a:ext uri="{FF2B5EF4-FFF2-40B4-BE49-F238E27FC236}">
                  <a16:creationId xmlns:a16="http://schemas.microsoft.com/office/drawing/2014/main" id="{1CA7A6DB-9474-48C0-B097-607DBA355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360"/>
              <a:ext cx="22" cy="16"/>
            </a:xfrm>
            <a:custGeom>
              <a:avLst/>
              <a:gdLst>
                <a:gd name="T0" fmla="*/ 56 w 11"/>
                <a:gd name="T1" fmla="*/ 0 h 8"/>
                <a:gd name="T2" fmla="*/ 32 w 11"/>
                <a:gd name="T3" fmla="*/ 64 h 8"/>
                <a:gd name="T4" fmla="*/ 64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0"/>
                  </a:moveTo>
                  <a:cubicBezTo>
                    <a:pt x="4" y="2"/>
                    <a:pt x="0" y="6"/>
                    <a:pt x="4" y="8"/>
                  </a:cubicBezTo>
                  <a:cubicBezTo>
                    <a:pt x="8" y="6"/>
                    <a:pt x="11" y="2"/>
                    <a:pt x="8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97" name="Freeform 7684">
              <a:extLst>
                <a:ext uri="{FF2B5EF4-FFF2-40B4-BE49-F238E27FC236}">
                  <a16:creationId xmlns:a16="http://schemas.microsoft.com/office/drawing/2014/main" id="{80622DCF-4460-4DFD-9D62-0A5CB4BF2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456"/>
              <a:ext cx="16" cy="20"/>
            </a:xfrm>
            <a:custGeom>
              <a:avLst/>
              <a:gdLst>
                <a:gd name="T0" fmla="*/ 56 w 8"/>
                <a:gd name="T1" fmla="*/ 0 h 10"/>
                <a:gd name="T2" fmla="*/ 0 w 8"/>
                <a:gd name="T3" fmla="*/ 80 h 10"/>
                <a:gd name="T4" fmla="*/ 64 w 8"/>
                <a:gd name="T5" fmla="*/ 8 h 10"/>
                <a:gd name="T6" fmla="*/ 56 w 8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7" y="0"/>
                  </a:moveTo>
                  <a:cubicBezTo>
                    <a:pt x="4" y="3"/>
                    <a:pt x="0" y="6"/>
                    <a:pt x="0" y="10"/>
                  </a:cubicBezTo>
                  <a:cubicBezTo>
                    <a:pt x="3" y="9"/>
                    <a:pt x="6" y="5"/>
                    <a:pt x="8" y="1"/>
                  </a:cubicBezTo>
                  <a:cubicBezTo>
                    <a:pt x="7" y="0"/>
                    <a:pt x="7" y="1"/>
                    <a:pt x="7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98" name="Freeform 7685">
              <a:extLst>
                <a:ext uri="{FF2B5EF4-FFF2-40B4-BE49-F238E27FC236}">
                  <a16:creationId xmlns:a16="http://schemas.microsoft.com/office/drawing/2014/main" id="{42F40C93-1CDD-4A71-B2C6-C6AEE6AA5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498"/>
              <a:ext cx="22" cy="18"/>
            </a:xfrm>
            <a:custGeom>
              <a:avLst/>
              <a:gdLst>
                <a:gd name="T0" fmla="*/ 56 w 11"/>
                <a:gd name="T1" fmla="*/ 16 h 9"/>
                <a:gd name="T2" fmla="*/ 16 w 11"/>
                <a:gd name="T3" fmla="*/ 72 h 9"/>
                <a:gd name="T4" fmla="*/ 88 w 11"/>
                <a:gd name="T5" fmla="*/ 8 h 9"/>
                <a:gd name="T6" fmla="*/ 64 w 11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7" y="2"/>
                  </a:moveTo>
                  <a:cubicBezTo>
                    <a:pt x="3" y="3"/>
                    <a:pt x="0" y="6"/>
                    <a:pt x="2" y="9"/>
                  </a:cubicBezTo>
                  <a:cubicBezTo>
                    <a:pt x="6" y="8"/>
                    <a:pt x="9" y="5"/>
                    <a:pt x="11" y="1"/>
                  </a:cubicBezTo>
                  <a:cubicBezTo>
                    <a:pt x="10" y="0"/>
                    <a:pt x="9" y="1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199" name="Freeform 7686">
              <a:extLst>
                <a:ext uri="{FF2B5EF4-FFF2-40B4-BE49-F238E27FC236}">
                  <a16:creationId xmlns:a16="http://schemas.microsoft.com/office/drawing/2014/main" id="{AB7BD0E9-C2FA-4F96-B601-7650FE468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534"/>
              <a:ext cx="18" cy="14"/>
            </a:xfrm>
            <a:custGeom>
              <a:avLst/>
              <a:gdLst>
                <a:gd name="T0" fmla="*/ 0 w 9"/>
                <a:gd name="T1" fmla="*/ 56 h 7"/>
                <a:gd name="T2" fmla="*/ 72 w 9"/>
                <a:gd name="T3" fmla="*/ 24 h 7"/>
                <a:gd name="T4" fmla="*/ 0 w 9"/>
                <a:gd name="T5" fmla="*/ 4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6"/>
                    <a:pt x="7" y="6"/>
                    <a:pt x="9" y="3"/>
                  </a:cubicBezTo>
                  <a:cubicBezTo>
                    <a:pt x="7" y="0"/>
                    <a:pt x="1" y="2"/>
                    <a:pt x="0" y="5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00" name="Freeform 7687">
              <a:extLst>
                <a:ext uri="{FF2B5EF4-FFF2-40B4-BE49-F238E27FC236}">
                  <a16:creationId xmlns:a16="http://schemas.microsoft.com/office/drawing/2014/main" id="{19A2318F-0762-4A3C-B1F2-643DAB550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3053"/>
              <a:ext cx="18" cy="24"/>
            </a:xfrm>
            <a:custGeom>
              <a:avLst/>
              <a:gdLst>
                <a:gd name="T0" fmla="*/ 8 w 9"/>
                <a:gd name="T1" fmla="*/ 24 h 12"/>
                <a:gd name="T2" fmla="*/ 40 w 9"/>
                <a:gd name="T3" fmla="*/ 96 h 12"/>
                <a:gd name="T4" fmla="*/ 16 w 9"/>
                <a:gd name="T5" fmla="*/ 0 h 12"/>
                <a:gd name="T6" fmla="*/ 8 w 9"/>
                <a:gd name="T7" fmla="*/ 2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0" y="6"/>
                    <a:pt x="2" y="11"/>
                    <a:pt x="5" y="12"/>
                  </a:cubicBezTo>
                  <a:cubicBezTo>
                    <a:pt x="9" y="9"/>
                    <a:pt x="5" y="2"/>
                    <a:pt x="2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01" name="Freeform 7688">
              <a:extLst>
                <a:ext uri="{FF2B5EF4-FFF2-40B4-BE49-F238E27FC236}">
                  <a16:creationId xmlns:a16="http://schemas.microsoft.com/office/drawing/2014/main" id="{779FEFDA-31DB-42DA-B1BA-5089B13A5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885"/>
              <a:ext cx="16" cy="26"/>
            </a:xfrm>
            <a:custGeom>
              <a:avLst/>
              <a:gdLst>
                <a:gd name="T0" fmla="*/ 0 w 8"/>
                <a:gd name="T1" fmla="*/ 40 h 13"/>
                <a:gd name="T2" fmla="*/ 56 w 8"/>
                <a:gd name="T3" fmla="*/ 104 h 13"/>
                <a:gd name="T4" fmla="*/ 16 w 8"/>
                <a:gd name="T5" fmla="*/ 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5"/>
                  </a:moveTo>
                  <a:cubicBezTo>
                    <a:pt x="1" y="7"/>
                    <a:pt x="3" y="13"/>
                    <a:pt x="7" y="13"/>
                  </a:cubicBezTo>
                  <a:cubicBezTo>
                    <a:pt x="8" y="10"/>
                    <a:pt x="6" y="0"/>
                    <a:pt x="2" y="2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02" name="Freeform 7689">
              <a:extLst>
                <a:ext uri="{FF2B5EF4-FFF2-40B4-BE49-F238E27FC236}">
                  <a16:creationId xmlns:a16="http://schemas.microsoft.com/office/drawing/2014/main" id="{5F12E221-F106-4DC6-AC4C-8DCD63203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689"/>
              <a:ext cx="12" cy="16"/>
            </a:xfrm>
            <a:custGeom>
              <a:avLst/>
              <a:gdLst>
                <a:gd name="T0" fmla="*/ 0 w 6"/>
                <a:gd name="T1" fmla="*/ 0 h 8"/>
                <a:gd name="T2" fmla="*/ 40 w 6"/>
                <a:gd name="T3" fmla="*/ 64 h 8"/>
                <a:gd name="T4" fmla="*/ 8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3"/>
                    <a:pt x="2" y="8"/>
                    <a:pt x="5" y="8"/>
                  </a:cubicBezTo>
                  <a:cubicBezTo>
                    <a:pt x="6" y="5"/>
                    <a:pt x="4" y="0"/>
                    <a:pt x="1" y="0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03" name="Freeform 7690">
              <a:extLst>
                <a:ext uri="{FF2B5EF4-FFF2-40B4-BE49-F238E27FC236}">
                  <a16:creationId xmlns:a16="http://schemas.microsoft.com/office/drawing/2014/main" id="{584732D9-4602-4F32-8392-F3ADC6953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537"/>
              <a:ext cx="20" cy="30"/>
            </a:xfrm>
            <a:custGeom>
              <a:avLst/>
              <a:gdLst>
                <a:gd name="T0" fmla="*/ 8 w 10"/>
                <a:gd name="T1" fmla="*/ 32 h 15"/>
                <a:gd name="T2" fmla="*/ 56 w 10"/>
                <a:gd name="T3" fmla="*/ 112 h 15"/>
                <a:gd name="T4" fmla="*/ 0 w 10"/>
                <a:gd name="T5" fmla="*/ 3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" y="4"/>
                  </a:moveTo>
                  <a:cubicBezTo>
                    <a:pt x="1" y="7"/>
                    <a:pt x="3" y="15"/>
                    <a:pt x="7" y="14"/>
                  </a:cubicBezTo>
                  <a:cubicBezTo>
                    <a:pt x="10" y="12"/>
                    <a:pt x="5" y="0"/>
                    <a:pt x="0" y="4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04" name="Freeform 7691">
              <a:extLst>
                <a:ext uri="{FF2B5EF4-FFF2-40B4-BE49-F238E27FC236}">
                  <a16:creationId xmlns:a16="http://schemas.microsoft.com/office/drawing/2014/main" id="{6B7D9DA4-B639-4C4B-A18B-A550962E4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943"/>
              <a:ext cx="26" cy="30"/>
            </a:xfrm>
            <a:custGeom>
              <a:avLst/>
              <a:gdLst>
                <a:gd name="T0" fmla="*/ 8 w 13"/>
                <a:gd name="T1" fmla="*/ 0 h 15"/>
                <a:gd name="T2" fmla="*/ 64 w 13"/>
                <a:gd name="T3" fmla="*/ 96 h 15"/>
                <a:gd name="T4" fmla="*/ 4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" y="0"/>
                  </a:moveTo>
                  <a:cubicBezTo>
                    <a:pt x="0" y="3"/>
                    <a:pt x="3" y="15"/>
                    <a:pt x="8" y="12"/>
                  </a:cubicBezTo>
                  <a:cubicBezTo>
                    <a:pt x="13" y="10"/>
                    <a:pt x="8" y="1"/>
                    <a:pt x="5" y="0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05" name="Freeform 7692">
              <a:extLst>
                <a:ext uri="{FF2B5EF4-FFF2-40B4-BE49-F238E27FC236}">
                  <a16:creationId xmlns:a16="http://schemas.microsoft.com/office/drawing/2014/main" id="{688737E4-608B-4C8B-BBAC-70297D786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815"/>
              <a:ext cx="22" cy="24"/>
            </a:xfrm>
            <a:custGeom>
              <a:avLst/>
              <a:gdLst>
                <a:gd name="T0" fmla="*/ 8 w 11"/>
                <a:gd name="T1" fmla="*/ 8 h 12"/>
                <a:gd name="T2" fmla="*/ 40 w 11"/>
                <a:gd name="T3" fmla="*/ 96 h 12"/>
                <a:gd name="T4" fmla="*/ 16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1"/>
                  </a:moveTo>
                  <a:cubicBezTo>
                    <a:pt x="0" y="5"/>
                    <a:pt x="2" y="10"/>
                    <a:pt x="5" y="12"/>
                  </a:cubicBezTo>
                  <a:cubicBezTo>
                    <a:pt x="11" y="10"/>
                    <a:pt x="6" y="0"/>
                    <a:pt x="2" y="0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06" name="Freeform 7693">
              <a:extLst>
                <a:ext uri="{FF2B5EF4-FFF2-40B4-BE49-F238E27FC236}">
                  <a16:creationId xmlns:a16="http://schemas.microsoft.com/office/drawing/2014/main" id="{40B13500-3194-4805-9192-865D8B65F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717"/>
              <a:ext cx="22" cy="26"/>
            </a:xfrm>
            <a:custGeom>
              <a:avLst/>
              <a:gdLst>
                <a:gd name="T0" fmla="*/ 16 w 11"/>
                <a:gd name="T1" fmla="*/ 0 h 13"/>
                <a:gd name="T2" fmla="*/ 64 w 11"/>
                <a:gd name="T3" fmla="*/ 104 h 13"/>
                <a:gd name="T4" fmla="*/ 24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2" y="0"/>
                  </a:moveTo>
                  <a:cubicBezTo>
                    <a:pt x="0" y="4"/>
                    <a:pt x="2" y="12"/>
                    <a:pt x="8" y="13"/>
                  </a:cubicBezTo>
                  <a:cubicBezTo>
                    <a:pt x="11" y="9"/>
                    <a:pt x="8" y="2"/>
                    <a:pt x="3" y="0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07" name="Freeform 7694">
              <a:extLst>
                <a:ext uri="{FF2B5EF4-FFF2-40B4-BE49-F238E27FC236}">
                  <a16:creationId xmlns:a16="http://schemas.microsoft.com/office/drawing/2014/main" id="{BAB67DA1-7515-4DEC-9D93-063889859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569"/>
              <a:ext cx="18" cy="20"/>
            </a:xfrm>
            <a:custGeom>
              <a:avLst/>
              <a:gdLst>
                <a:gd name="T0" fmla="*/ 0 w 9"/>
                <a:gd name="T1" fmla="*/ 8 h 10"/>
                <a:gd name="T2" fmla="*/ 48 w 9"/>
                <a:gd name="T3" fmla="*/ 80 h 10"/>
                <a:gd name="T4" fmla="*/ 16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9" y="6"/>
                    <a:pt x="6" y="1"/>
                    <a:pt x="2" y="0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08" name="Freeform 7695">
              <a:extLst>
                <a:ext uri="{FF2B5EF4-FFF2-40B4-BE49-F238E27FC236}">
                  <a16:creationId xmlns:a16="http://schemas.microsoft.com/office/drawing/2014/main" id="{DE22CE2C-6AF3-4749-90D3-AF9CC9EF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89"/>
              <a:ext cx="22" cy="26"/>
            </a:xfrm>
            <a:custGeom>
              <a:avLst/>
              <a:gdLst>
                <a:gd name="T0" fmla="*/ 16 w 11"/>
                <a:gd name="T1" fmla="*/ 0 h 13"/>
                <a:gd name="T2" fmla="*/ 56 w 11"/>
                <a:gd name="T3" fmla="*/ 104 h 13"/>
                <a:gd name="T4" fmla="*/ 40 w 11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2" y="0"/>
                  </a:moveTo>
                  <a:cubicBezTo>
                    <a:pt x="0" y="4"/>
                    <a:pt x="3" y="11"/>
                    <a:pt x="7" y="13"/>
                  </a:cubicBezTo>
                  <a:cubicBezTo>
                    <a:pt x="11" y="10"/>
                    <a:pt x="8" y="4"/>
                    <a:pt x="5" y="1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09" name="Freeform 7696">
              <a:extLst>
                <a:ext uri="{FF2B5EF4-FFF2-40B4-BE49-F238E27FC236}">
                  <a16:creationId xmlns:a16="http://schemas.microsoft.com/office/drawing/2014/main" id="{151192E6-26E3-4619-8701-B095C53E9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353"/>
              <a:ext cx="16" cy="26"/>
            </a:xfrm>
            <a:custGeom>
              <a:avLst/>
              <a:gdLst>
                <a:gd name="T0" fmla="*/ 8 w 8"/>
                <a:gd name="T1" fmla="*/ 8 h 13"/>
                <a:gd name="T2" fmla="*/ 40 w 8"/>
                <a:gd name="T3" fmla="*/ 104 h 13"/>
                <a:gd name="T4" fmla="*/ 0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1"/>
                  </a:moveTo>
                  <a:cubicBezTo>
                    <a:pt x="0" y="5"/>
                    <a:pt x="1" y="13"/>
                    <a:pt x="5" y="13"/>
                  </a:cubicBezTo>
                  <a:cubicBezTo>
                    <a:pt x="8" y="9"/>
                    <a:pt x="4" y="0"/>
                    <a:pt x="0" y="0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10" name="Freeform 7697">
              <a:extLst>
                <a:ext uri="{FF2B5EF4-FFF2-40B4-BE49-F238E27FC236}">
                  <a16:creationId xmlns:a16="http://schemas.microsoft.com/office/drawing/2014/main" id="{19FE0008-1B16-4976-9551-8E7D902DF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239"/>
              <a:ext cx="18" cy="22"/>
            </a:xfrm>
            <a:custGeom>
              <a:avLst/>
              <a:gdLst>
                <a:gd name="T0" fmla="*/ 0 w 9"/>
                <a:gd name="T1" fmla="*/ 8 h 11"/>
                <a:gd name="T2" fmla="*/ 32 w 9"/>
                <a:gd name="T3" fmla="*/ 80 h 11"/>
                <a:gd name="T4" fmla="*/ 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0" y="4"/>
                    <a:pt x="0" y="11"/>
                    <a:pt x="4" y="10"/>
                  </a:cubicBezTo>
                  <a:cubicBezTo>
                    <a:pt x="9" y="8"/>
                    <a:pt x="2" y="0"/>
                    <a:pt x="0" y="0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11" name="Freeform 7698">
              <a:extLst>
                <a:ext uri="{FF2B5EF4-FFF2-40B4-BE49-F238E27FC236}">
                  <a16:creationId xmlns:a16="http://schemas.microsoft.com/office/drawing/2014/main" id="{AFE7F3D8-4178-4FC7-8BA5-ABBCF3100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295"/>
              <a:ext cx="26" cy="28"/>
            </a:xfrm>
            <a:custGeom>
              <a:avLst/>
              <a:gdLst>
                <a:gd name="T0" fmla="*/ 8 w 13"/>
                <a:gd name="T1" fmla="*/ 0 h 14"/>
                <a:gd name="T2" fmla="*/ 24 w 13"/>
                <a:gd name="T3" fmla="*/ 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" y="0"/>
                  </a:moveTo>
                  <a:cubicBezTo>
                    <a:pt x="0" y="14"/>
                    <a:pt x="13" y="4"/>
                    <a:pt x="3" y="1"/>
                  </a:cubicBezTo>
                </a:path>
              </a:pathLst>
            </a:custGeom>
            <a:solidFill>
              <a:srgbClr val="DBA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12" name="Freeform 7699">
              <a:extLst>
                <a:ext uri="{FF2B5EF4-FFF2-40B4-BE49-F238E27FC236}">
                  <a16:creationId xmlns:a16="http://schemas.microsoft.com/office/drawing/2014/main" id="{F8353E43-95C0-4BDB-91F9-6AC2BEB5C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880"/>
              <a:ext cx="22" cy="30"/>
            </a:xfrm>
            <a:custGeom>
              <a:avLst/>
              <a:gdLst>
                <a:gd name="T0" fmla="*/ 56 w 11"/>
                <a:gd name="T1" fmla="*/ 8 h 15"/>
                <a:gd name="T2" fmla="*/ 24 w 11"/>
                <a:gd name="T3" fmla="*/ 88 h 15"/>
                <a:gd name="T4" fmla="*/ 80 w 11"/>
                <a:gd name="T5" fmla="*/ 0 h 15"/>
                <a:gd name="T6" fmla="*/ 64 w 11"/>
                <a:gd name="T7" fmla="*/ 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7" y="1"/>
                  </a:moveTo>
                  <a:cubicBezTo>
                    <a:pt x="4" y="2"/>
                    <a:pt x="0" y="8"/>
                    <a:pt x="3" y="11"/>
                  </a:cubicBezTo>
                  <a:cubicBezTo>
                    <a:pt x="6" y="15"/>
                    <a:pt x="11" y="3"/>
                    <a:pt x="10" y="0"/>
                  </a:cubicBezTo>
                  <a:cubicBezTo>
                    <a:pt x="9" y="0"/>
                    <a:pt x="9" y="0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13" name="Freeform 7700">
              <a:extLst>
                <a:ext uri="{FF2B5EF4-FFF2-40B4-BE49-F238E27FC236}">
                  <a16:creationId xmlns:a16="http://schemas.microsoft.com/office/drawing/2014/main" id="{A4294F57-ED64-4072-B230-4C4D96D9F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816"/>
              <a:ext cx="18" cy="20"/>
            </a:xfrm>
            <a:custGeom>
              <a:avLst/>
              <a:gdLst>
                <a:gd name="T0" fmla="*/ 56 w 9"/>
                <a:gd name="T1" fmla="*/ 8 h 10"/>
                <a:gd name="T2" fmla="*/ 32 w 9"/>
                <a:gd name="T3" fmla="*/ 80 h 10"/>
                <a:gd name="T4" fmla="*/ 72 w 9"/>
                <a:gd name="T5" fmla="*/ 8 h 10"/>
                <a:gd name="T6" fmla="*/ 64 w 9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7" y="1"/>
                  </a:moveTo>
                  <a:cubicBezTo>
                    <a:pt x="4" y="3"/>
                    <a:pt x="0" y="8"/>
                    <a:pt x="4" y="10"/>
                  </a:cubicBezTo>
                  <a:cubicBezTo>
                    <a:pt x="7" y="9"/>
                    <a:pt x="9" y="4"/>
                    <a:pt x="9" y="1"/>
                  </a:cubicBezTo>
                  <a:cubicBezTo>
                    <a:pt x="8" y="0"/>
                    <a:pt x="8" y="1"/>
                    <a:pt x="8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14" name="Freeform 7701">
              <a:extLst>
                <a:ext uri="{FF2B5EF4-FFF2-40B4-BE49-F238E27FC236}">
                  <a16:creationId xmlns:a16="http://schemas.microsoft.com/office/drawing/2014/main" id="{D776636F-B068-4CCA-AB7A-20DB34F40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744"/>
              <a:ext cx="26" cy="22"/>
            </a:xfrm>
            <a:custGeom>
              <a:avLst/>
              <a:gdLst>
                <a:gd name="T0" fmla="*/ 72 w 13"/>
                <a:gd name="T1" fmla="*/ 0 h 11"/>
                <a:gd name="T2" fmla="*/ 16 w 13"/>
                <a:gd name="T3" fmla="*/ 48 h 11"/>
                <a:gd name="T4" fmla="*/ 104 w 13"/>
                <a:gd name="T5" fmla="*/ 0 h 11"/>
                <a:gd name="T6" fmla="*/ 96 w 1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9" y="0"/>
                  </a:moveTo>
                  <a:cubicBezTo>
                    <a:pt x="6" y="0"/>
                    <a:pt x="0" y="2"/>
                    <a:pt x="2" y="6"/>
                  </a:cubicBezTo>
                  <a:cubicBezTo>
                    <a:pt x="4" y="11"/>
                    <a:pt x="12" y="3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15" name="Freeform 7702">
              <a:extLst>
                <a:ext uri="{FF2B5EF4-FFF2-40B4-BE49-F238E27FC236}">
                  <a16:creationId xmlns:a16="http://schemas.microsoft.com/office/drawing/2014/main" id="{43DC44D6-E463-4B5A-A910-A9BFD0908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744"/>
              <a:ext cx="40" cy="20"/>
            </a:xfrm>
            <a:custGeom>
              <a:avLst/>
              <a:gdLst>
                <a:gd name="T0" fmla="*/ 88 w 20"/>
                <a:gd name="T1" fmla="*/ 16 h 10"/>
                <a:gd name="T2" fmla="*/ 40 w 20"/>
                <a:gd name="T3" fmla="*/ 48 h 10"/>
                <a:gd name="T4" fmla="*/ 112 w 20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11" y="2"/>
                  </a:moveTo>
                  <a:cubicBezTo>
                    <a:pt x="7" y="0"/>
                    <a:pt x="0" y="1"/>
                    <a:pt x="5" y="6"/>
                  </a:cubicBezTo>
                  <a:cubicBezTo>
                    <a:pt x="8" y="10"/>
                    <a:pt x="20" y="6"/>
                    <a:pt x="14" y="3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16" name="Freeform 7703">
              <a:extLst>
                <a:ext uri="{FF2B5EF4-FFF2-40B4-BE49-F238E27FC236}">
                  <a16:creationId xmlns:a16="http://schemas.microsoft.com/office/drawing/2014/main" id="{0AC0B6A7-1BF2-4B87-8242-54E33AF27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766"/>
              <a:ext cx="28" cy="20"/>
            </a:xfrm>
            <a:custGeom>
              <a:avLst/>
              <a:gdLst>
                <a:gd name="T0" fmla="*/ 80 w 14"/>
                <a:gd name="T1" fmla="*/ 24 h 10"/>
                <a:gd name="T2" fmla="*/ 8 w 14"/>
                <a:gd name="T3" fmla="*/ 32 h 10"/>
                <a:gd name="T4" fmla="*/ 112 w 14"/>
                <a:gd name="T5" fmla="*/ 48 h 10"/>
                <a:gd name="T6" fmla="*/ 104 w 14"/>
                <a:gd name="T7" fmla="*/ 4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0" y="3"/>
                  </a:moveTo>
                  <a:cubicBezTo>
                    <a:pt x="8" y="2"/>
                    <a:pt x="2" y="0"/>
                    <a:pt x="1" y="4"/>
                  </a:cubicBezTo>
                  <a:cubicBezTo>
                    <a:pt x="0" y="10"/>
                    <a:pt x="12" y="10"/>
                    <a:pt x="14" y="6"/>
                  </a:cubicBezTo>
                  <a:cubicBezTo>
                    <a:pt x="14" y="5"/>
                    <a:pt x="13" y="5"/>
                    <a:pt x="13" y="5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17" name="Freeform 7704">
              <a:extLst>
                <a:ext uri="{FF2B5EF4-FFF2-40B4-BE49-F238E27FC236}">
                  <a16:creationId xmlns:a16="http://schemas.microsoft.com/office/drawing/2014/main" id="{753B9E79-2B96-4353-8DEC-A5A28A8D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922"/>
              <a:ext cx="16" cy="26"/>
            </a:xfrm>
            <a:custGeom>
              <a:avLst/>
              <a:gdLst>
                <a:gd name="T0" fmla="*/ 0 w 8"/>
                <a:gd name="T1" fmla="*/ 16 h 13"/>
                <a:gd name="T2" fmla="*/ 48 w 8"/>
                <a:gd name="T3" fmla="*/ 72 h 13"/>
                <a:gd name="T4" fmla="*/ 16 w 8"/>
                <a:gd name="T5" fmla="*/ 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2"/>
                  </a:moveTo>
                  <a:cubicBezTo>
                    <a:pt x="1" y="4"/>
                    <a:pt x="2" y="13"/>
                    <a:pt x="6" y="9"/>
                  </a:cubicBezTo>
                  <a:cubicBezTo>
                    <a:pt x="8" y="7"/>
                    <a:pt x="4" y="0"/>
                    <a:pt x="2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18" name="Freeform 7705">
              <a:extLst>
                <a:ext uri="{FF2B5EF4-FFF2-40B4-BE49-F238E27FC236}">
                  <a16:creationId xmlns:a16="http://schemas.microsoft.com/office/drawing/2014/main" id="{A92C80B9-EDBA-4BA2-AE13-316BCEAFC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050"/>
              <a:ext cx="16" cy="27"/>
            </a:xfrm>
            <a:custGeom>
              <a:avLst/>
              <a:gdLst>
                <a:gd name="T0" fmla="*/ 32 w 8"/>
                <a:gd name="T1" fmla="*/ 8 h 13"/>
                <a:gd name="T2" fmla="*/ 32 w 8"/>
                <a:gd name="T3" fmla="*/ 116 h 13"/>
                <a:gd name="T4" fmla="*/ 32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4" y="1"/>
                  </a:moveTo>
                  <a:cubicBezTo>
                    <a:pt x="0" y="3"/>
                    <a:pt x="1" y="10"/>
                    <a:pt x="4" y="13"/>
                  </a:cubicBezTo>
                  <a:cubicBezTo>
                    <a:pt x="8" y="11"/>
                    <a:pt x="8" y="1"/>
                    <a:pt x="4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19" name="Freeform 7706">
              <a:extLst>
                <a:ext uri="{FF2B5EF4-FFF2-40B4-BE49-F238E27FC236}">
                  <a16:creationId xmlns:a16="http://schemas.microsoft.com/office/drawing/2014/main" id="{68759E33-AF28-4C5E-9096-42402C77B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057"/>
              <a:ext cx="18" cy="24"/>
            </a:xfrm>
            <a:custGeom>
              <a:avLst/>
              <a:gdLst>
                <a:gd name="T0" fmla="*/ 32 w 9"/>
                <a:gd name="T1" fmla="*/ 8 h 12"/>
                <a:gd name="T2" fmla="*/ 40 w 9"/>
                <a:gd name="T3" fmla="*/ 96 h 12"/>
                <a:gd name="T4" fmla="*/ 40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1"/>
                  </a:moveTo>
                  <a:cubicBezTo>
                    <a:pt x="2" y="4"/>
                    <a:pt x="0" y="10"/>
                    <a:pt x="5" y="12"/>
                  </a:cubicBezTo>
                  <a:cubicBezTo>
                    <a:pt x="8" y="9"/>
                    <a:pt x="9" y="3"/>
                    <a:pt x="5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20" name="Freeform 7707">
              <a:extLst>
                <a:ext uri="{FF2B5EF4-FFF2-40B4-BE49-F238E27FC236}">
                  <a16:creationId xmlns:a16="http://schemas.microsoft.com/office/drawing/2014/main" id="{997E9169-1564-4CFB-AF88-4163CD948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862"/>
              <a:ext cx="14" cy="20"/>
            </a:xfrm>
            <a:custGeom>
              <a:avLst/>
              <a:gdLst>
                <a:gd name="T0" fmla="*/ 8 w 7"/>
                <a:gd name="T1" fmla="*/ 0 h 10"/>
                <a:gd name="T2" fmla="*/ 32 w 7"/>
                <a:gd name="T3" fmla="*/ 80 h 10"/>
                <a:gd name="T4" fmla="*/ 8 w 7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1" y="2"/>
                    <a:pt x="0" y="10"/>
                    <a:pt x="4" y="10"/>
                  </a:cubicBezTo>
                  <a:cubicBezTo>
                    <a:pt x="7" y="9"/>
                    <a:pt x="4" y="0"/>
                    <a:pt x="1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21" name="Freeform 7708">
              <a:extLst>
                <a:ext uri="{FF2B5EF4-FFF2-40B4-BE49-F238E27FC236}">
                  <a16:creationId xmlns:a16="http://schemas.microsoft.com/office/drawing/2014/main" id="{7CC8EA3D-1519-4715-AAA7-A02F5E630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933"/>
              <a:ext cx="22" cy="16"/>
            </a:xfrm>
            <a:custGeom>
              <a:avLst/>
              <a:gdLst>
                <a:gd name="T0" fmla="*/ 40 w 11"/>
                <a:gd name="T1" fmla="*/ 0 h 8"/>
                <a:gd name="T2" fmla="*/ 56 w 11"/>
                <a:gd name="T3" fmla="*/ 56 h 8"/>
                <a:gd name="T4" fmla="*/ 32 w 11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5" y="0"/>
                  </a:moveTo>
                  <a:cubicBezTo>
                    <a:pt x="0" y="2"/>
                    <a:pt x="3" y="8"/>
                    <a:pt x="7" y="7"/>
                  </a:cubicBezTo>
                  <a:cubicBezTo>
                    <a:pt x="11" y="5"/>
                    <a:pt x="8" y="1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22" name="Freeform 7709">
              <a:extLst>
                <a:ext uri="{FF2B5EF4-FFF2-40B4-BE49-F238E27FC236}">
                  <a16:creationId xmlns:a16="http://schemas.microsoft.com/office/drawing/2014/main" id="{23247DFF-0A94-451E-8AA9-8D046C3C9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963"/>
              <a:ext cx="14" cy="18"/>
            </a:xfrm>
            <a:custGeom>
              <a:avLst/>
              <a:gdLst>
                <a:gd name="T0" fmla="*/ 8 w 7"/>
                <a:gd name="T1" fmla="*/ 0 h 9"/>
                <a:gd name="T2" fmla="*/ 24 w 7"/>
                <a:gd name="T3" fmla="*/ 72 h 9"/>
                <a:gd name="T4" fmla="*/ 24 w 7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0" y="4"/>
                    <a:pt x="0" y="7"/>
                    <a:pt x="3" y="9"/>
                  </a:cubicBezTo>
                  <a:cubicBezTo>
                    <a:pt x="6" y="6"/>
                    <a:pt x="7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23" name="Freeform 7710">
              <a:extLst>
                <a:ext uri="{FF2B5EF4-FFF2-40B4-BE49-F238E27FC236}">
                  <a16:creationId xmlns:a16="http://schemas.microsoft.com/office/drawing/2014/main" id="{C2C43663-4C93-4E8B-B499-54755B012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999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40 h 5"/>
                <a:gd name="T4" fmla="*/ 24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5" y="5"/>
                    <a:pt x="3" y="4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24" name="Freeform 7711">
              <a:extLst>
                <a:ext uri="{FF2B5EF4-FFF2-40B4-BE49-F238E27FC236}">
                  <a16:creationId xmlns:a16="http://schemas.microsoft.com/office/drawing/2014/main" id="{172F983A-A475-4271-99BD-3EEFB1241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033"/>
              <a:ext cx="12" cy="14"/>
            </a:xfrm>
            <a:custGeom>
              <a:avLst/>
              <a:gdLst>
                <a:gd name="T0" fmla="*/ 16 w 6"/>
                <a:gd name="T1" fmla="*/ 0 h 7"/>
                <a:gd name="T2" fmla="*/ 32 w 6"/>
                <a:gd name="T3" fmla="*/ 56 h 7"/>
                <a:gd name="T4" fmla="*/ 40 w 6"/>
                <a:gd name="T5" fmla="*/ 3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3"/>
                    <a:pt x="1" y="6"/>
                    <a:pt x="4" y="7"/>
                  </a:cubicBezTo>
                  <a:cubicBezTo>
                    <a:pt x="6" y="6"/>
                    <a:pt x="5" y="5"/>
                    <a:pt x="5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25" name="Freeform 7712">
              <a:extLst>
                <a:ext uri="{FF2B5EF4-FFF2-40B4-BE49-F238E27FC236}">
                  <a16:creationId xmlns:a16="http://schemas.microsoft.com/office/drawing/2014/main" id="{B0BFE7C9-A124-475C-83E2-F74471D8A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007"/>
              <a:ext cx="4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4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1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26" name="Freeform 7713">
              <a:extLst>
                <a:ext uri="{FF2B5EF4-FFF2-40B4-BE49-F238E27FC236}">
                  <a16:creationId xmlns:a16="http://schemas.microsoft.com/office/drawing/2014/main" id="{7A52BDF7-7054-4CF6-BA8D-D0372EA8A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067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40 h 5"/>
                <a:gd name="T4" fmla="*/ 3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4" y="4"/>
                    <a:pt x="4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27" name="Freeform 7714">
              <a:extLst>
                <a:ext uri="{FF2B5EF4-FFF2-40B4-BE49-F238E27FC236}">
                  <a16:creationId xmlns:a16="http://schemas.microsoft.com/office/drawing/2014/main" id="{F5A39751-717A-4AE8-9465-2129CBC41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99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16 w 5"/>
                <a:gd name="T3" fmla="*/ 32 h 4"/>
                <a:gd name="T4" fmla="*/ 32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2" y="2"/>
                    <a:pt x="0" y="2"/>
                    <a:pt x="2" y="4"/>
                  </a:cubicBezTo>
                  <a:cubicBezTo>
                    <a:pt x="5" y="4"/>
                    <a:pt x="4" y="2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28" name="Freeform 7715">
              <a:extLst>
                <a:ext uri="{FF2B5EF4-FFF2-40B4-BE49-F238E27FC236}">
                  <a16:creationId xmlns:a16="http://schemas.microsoft.com/office/drawing/2014/main" id="{180B0C1B-CEC5-4F36-BB24-25129F41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01"/>
              <a:ext cx="8" cy="10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40 h 5"/>
                <a:gd name="T4" fmla="*/ 32 w 4"/>
                <a:gd name="T5" fmla="*/ 24 h 5"/>
                <a:gd name="T6" fmla="*/ 24 w 4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4" y="2"/>
                    <a:pt x="4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29" name="Freeform 7716">
              <a:extLst>
                <a:ext uri="{FF2B5EF4-FFF2-40B4-BE49-F238E27FC236}">
                  <a16:creationId xmlns:a16="http://schemas.microsoft.com/office/drawing/2014/main" id="{A73BC117-FE25-45E8-A9D7-5E3F80563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3127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24 w 5"/>
                <a:gd name="T3" fmla="*/ 40 h 5"/>
                <a:gd name="T4" fmla="*/ 40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2"/>
                    <a:pt x="0" y="4"/>
                    <a:pt x="3" y="5"/>
                  </a:cubicBezTo>
                  <a:cubicBezTo>
                    <a:pt x="4" y="4"/>
                    <a:pt x="4" y="3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30" name="Freeform 7717">
              <a:extLst>
                <a:ext uri="{FF2B5EF4-FFF2-40B4-BE49-F238E27FC236}">
                  <a16:creationId xmlns:a16="http://schemas.microsoft.com/office/drawing/2014/main" id="{2820346F-4011-48F5-A228-044EB3B55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131"/>
              <a:ext cx="6" cy="8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2"/>
                    <a:pt x="1" y="4"/>
                    <a:pt x="3" y="4"/>
                  </a:cubicBezTo>
                  <a:cubicBezTo>
                    <a:pt x="3" y="2"/>
                    <a:pt x="2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31" name="Freeform 7718">
              <a:extLst>
                <a:ext uri="{FF2B5EF4-FFF2-40B4-BE49-F238E27FC236}">
                  <a16:creationId xmlns:a16="http://schemas.microsoft.com/office/drawing/2014/main" id="{5E818BCE-83C3-42F5-B386-77A98F096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159"/>
              <a:ext cx="6" cy="10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32 h 5"/>
                <a:gd name="T4" fmla="*/ 24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5"/>
                    <a:pt x="2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32" name="Freeform 7719">
              <a:extLst>
                <a:ext uri="{FF2B5EF4-FFF2-40B4-BE49-F238E27FC236}">
                  <a16:creationId xmlns:a16="http://schemas.microsoft.com/office/drawing/2014/main" id="{F9AD6F1E-3A03-4AFA-A3D7-1E6D60832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033"/>
              <a:ext cx="8" cy="8"/>
            </a:xfrm>
            <a:custGeom>
              <a:avLst/>
              <a:gdLst>
                <a:gd name="T0" fmla="*/ 0 w 4"/>
                <a:gd name="T1" fmla="*/ 16 h 4"/>
                <a:gd name="T2" fmla="*/ 16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" y="2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33" name="Freeform 7720">
              <a:extLst>
                <a:ext uri="{FF2B5EF4-FFF2-40B4-BE49-F238E27FC236}">
                  <a16:creationId xmlns:a16="http://schemas.microsoft.com/office/drawing/2014/main" id="{9CF0D026-0E52-46B7-9CEF-87C1E5E7D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867"/>
              <a:ext cx="12" cy="14"/>
            </a:xfrm>
            <a:custGeom>
              <a:avLst/>
              <a:gdLst>
                <a:gd name="T0" fmla="*/ 0 w 6"/>
                <a:gd name="T1" fmla="*/ 0 h 7"/>
                <a:gd name="T2" fmla="*/ 24 w 6"/>
                <a:gd name="T3" fmla="*/ 56 h 7"/>
                <a:gd name="T4" fmla="*/ 3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5"/>
                    <a:pt x="4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34" name="Freeform 7721">
              <a:extLst>
                <a:ext uri="{FF2B5EF4-FFF2-40B4-BE49-F238E27FC236}">
                  <a16:creationId xmlns:a16="http://schemas.microsoft.com/office/drawing/2014/main" id="{45E2CD19-01D1-4482-A9CA-1DC453413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39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4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3"/>
                    <a:pt x="0" y="3"/>
                    <a:pt x="2" y="5"/>
                  </a:cubicBezTo>
                  <a:cubicBezTo>
                    <a:pt x="5" y="3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35" name="Freeform 7722">
              <a:extLst>
                <a:ext uri="{FF2B5EF4-FFF2-40B4-BE49-F238E27FC236}">
                  <a16:creationId xmlns:a16="http://schemas.microsoft.com/office/drawing/2014/main" id="{6772A98B-8162-4262-889A-16DDFF7D1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873"/>
              <a:ext cx="10" cy="8"/>
            </a:xfrm>
            <a:custGeom>
              <a:avLst/>
              <a:gdLst>
                <a:gd name="T0" fmla="*/ 24 w 5"/>
                <a:gd name="T1" fmla="*/ 8 h 4"/>
                <a:gd name="T2" fmla="*/ 8 w 5"/>
                <a:gd name="T3" fmla="*/ 32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5" y="3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36" name="Freeform 7723">
              <a:extLst>
                <a:ext uri="{FF2B5EF4-FFF2-40B4-BE49-F238E27FC236}">
                  <a16:creationId xmlns:a16="http://schemas.microsoft.com/office/drawing/2014/main" id="{9EE42020-D404-4117-AD44-1E20BE705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99"/>
              <a:ext cx="26" cy="24"/>
            </a:xfrm>
            <a:custGeom>
              <a:avLst/>
              <a:gdLst>
                <a:gd name="T0" fmla="*/ 16 w 13"/>
                <a:gd name="T1" fmla="*/ 0 h 12"/>
                <a:gd name="T2" fmla="*/ 40 w 13"/>
                <a:gd name="T3" fmla="*/ 1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2" y="0"/>
                  </a:moveTo>
                  <a:cubicBezTo>
                    <a:pt x="0" y="12"/>
                    <a:pt x="13" y="7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37" name="Freeform 7724">
              <a:extLst>
                <a:ext uri="{FF2B5EF4-FFF2-40B4-BE49-F238E27FC236}">
                  <a16:creationId xmlns:a16="http://schemas.microsoft.com/office/drawing/2014/main" id="{E0D07999-EDF5-4747-901C-A0120FFDC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907"/>
              <a:ext cx="10" cy="10"/>
            </a:xfrm>
            <a:custGeom>
              <a:avLst/>
              <a:gdLst>
                <a:gd name="T0" fmla="*/ 0 w 5"/>
                <a:gd name="T1" fmla="*/ 8 h 5"/>
                <a:gd name="T2" fmla="*/ 16 w 5"/>
                <a:gd name="T3" fmla="*/ 4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1" y="2"/>
                    <a:pt x="1" y="3"/>
                    <a:pt x="2" y="5"/>
                  </a:cubicBezTo>
                  <a:cubicBezTo>
                    <a:pt x="5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38" name="Freeform 7725">
              <a:extLst>
                <a:ext uri="{FF2B5EF4-FFF2-40B4-BE49-F238E27FC236}">
                  <a16:creationId xmlns:a16="http://schemas.microsoft.com/office/drawing/2014/main" id="{7E06CC5D-297A-4E82-99CE-8D8CFDDB5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937"/>
              <a:ext cx="10" cy="14"/>
            </a:xfrm>
            <a:custGeom>
              <a:avLst/>
              <a:gdLst>
                <a:gd name="T0" fmla="*/ 8 w 5"/>
                <a:gd name="T1" fmla="*/ 0 h 7"/>
                <a:gd name="T2" fmla="*/ 24 w 5"/>
                <a:gd name="T3" fmla="*/ 56 h 7"/>
                <a:gd name="T4" fmla="*/ 24 w 5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3"/>
                    <a:pt x="0" y="6"/>
                    <a:pt x="3" y="7"/>
                  </a:cubicBezTo>
                  <a:cubicBezTo>
                    <a:pt x="5" y="6"/>
                    <a:pt x="4" y="5"/>
                    <a:pt x="3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39" name="Freeform 7726">
              <a:extLst>
                <a:ext uri="{FF2B5EF4-FFF2-40B4-BE49-F238E27FC236}">
                  <a16:creationId xmlns:a16="http://schemas.microsoft.com/office/drawing/2014/main" id="{C4DE5E11-949F-4ECC-ABD5-A325C74E8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813"/>
              <a:ext cx="10" cy="10"/>
            </a:xfrm>
            <a:custGeom>
              <a:avLst/>
              <a:gdLst>
                <a:gd name="T0" fmla="*/ 8 w 5"/>
                <a:gd name="T1" fmla="*/ 8 h 5"/>
                <a:gd name="T2" fmla="*/ 16 w 5"/>
                <a:gd name="T3" fmla="*/ 40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3"/>
                    <a:pt x="5" y="3"/>
                    <a:pt x="2" y="5"/>
                  </a:cubicBezTo>
                  <a:cubicBezTo>
                    <a:pt x="0" y="3"/>
                    <a:pt x="1" y="3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40" name="Freeform 7727">
              <a:extLst>
                <a:ext uri="{FF2B5EF4-FFF2-40B4-BE49-F238E27FC236}">
                  <a16:creationId xmlns:a16="http://schemas.microsoft.com/office/drawing/2014/main" id="{24A221E6-483F-4FB8-BF1E-780F0CC53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773"/>
              <a:ext cx="8" cy="8"/>
            </a:xfrm>
            <a:custGeom>
              <a:avLst/>
              <a:gdLst>
                <a:gd name="T0" fmla="*/ 0 w 4"/>
                <a:gd name="T1" fmla="*/ 8 h 4"/>
                <a:gd name="T2" fmla="*/ 24 w 4"/>
                <a:gd name="T3" fmla="*/ 32 h 4"/>
                <a:gd name="T4" fmla="*/ 24 w 4"/>
                <a:gd name="T5" fmla="*/ 0 h 4"/>
                <a:gd name="T6" fmla="*/ 0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3"/>
                    <a:pt x="1" y="4"/>
                    <a:pt x="3" y="4"/>
                  </a:cubicBezTo>
                  <a:cubicBezTo>
                    <a:pt x="4" y="2"/>
                    <a:pt x="3" y="2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41" name="Freeform 7728">
              <a:extLst>
                <a:ext uri="{FF2B5EF4-FFF2-40B4-BE49-F238E27FC236}">
                  <a16:creationId xmlns:a16="http://schemas.microsoft.com/office/drawing/2014/main" id="{DD65FF8E-87B9-477F-81D3-AF569FEE0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783"/>
              <a:ext cx="8" cy="12"/>
            </a:xfrm>
            <a:custGeom>
              <a:avLst/>
              <a:gdLst>
                <a:gd name="T0" fmla="*/ 8 w 4"/>
                <a:gd name="T1" fmla="*/ 32 h 6"/>
                <a:gd name="T2" fmla="*/ 16 w 4"/>
                <a:gd name="T3" fmla="*/ 48 h 6"/>
                <a:gd name="T4" fmla="*/ 24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4"/>
                  </a:moveTo>
                  <a:cubicBezTo>
                    <a:pt x="1" y="5"/>
                    <a:pt x="0" y="6"/>
                    <a:pt x="2" y="6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42" name="Freeform 7729">
              <a:extLst>
                <a:ext uri="{FF2B5EF4-FFF2-40B4-BE49-F238E27FC236}">
                  <a16:creationId xmlns:a16="http://schemas.microsoft.com/office/drawing/2014/main" id="{C6D0A7AE-2310-40BA-9571-3E8A483E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699"/>
              <a:ext cx="10" cy="8"/>
            </a:xfrm>
            <a:custGeom>
              <a:avLst/>
              <a:gdLst>
                <a:gd name="T0" fmla="*/ 8 w 5"/>
                <a:gd name="T1" fmla="*/ 8 h 4"/>
                <a:gd name="T2" fmla="*/ 8 w 5"/>
                <a:gd name="T3" fmla="*/ 32 h 4"/>
                <a:gd name="T4" fmla="*/ 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5" y="3"/>
                    <a:pt x="3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43" name="Freeform 7730">
              <a:extLst>
                <a:ext uri="{FF2B5EF4-FFF2-40B4-BE49-F238E27FC236}">
                  <a16:creationId xmlns:a16="http://schemas.microsoft.com/office/drawing/2014/main" id="{09A114F0-3639-4093-A5ED-372F74358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703"/>
              <a:ext cx="10" cy="12"/>
            </a:xfrm>
            <a:custGeom>
              <a:avLst/>
              <a:gdLst>
                <a:gd name="T0" fmla="*/ 8 w 5"/>
                <a:gd name="T1" fmla="*/ 16 h 6"/>
                <a:gd name="T2" fmla="*/ 8 w 5"/>
                <a:gd name="T3" fmla="*/ 48 h 6"/>
                <a:gd name="T4" fmla="*/ 0 w 5"/>
                <a:gd name="T5" fmla="*/ 3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3"/>
                    <a:pt x="1" y="4"/>
                    <a:pt x="1" y="6"/>
                  </a:cubicBezTo>
                  <a:cubicBezTo>
                    <a:pt x="5" y="4"/>
                    <a:pt x="3" y="0"/>
                    <a:pt x="0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44" name="Freeform 7731">
              <a:extLst>
                <a:ext uri="{FF2B5EF4-FFF2-40B4-BE49-F238E27FC236}">
                  <a16:creationId xmlns:a16="http://schemas.microsoft.com/office/drawing/2014/main" id="{E931DD31-0944-4347-9AF5-227CF1960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43"/>
              <a:ext cx="10" cy="8"/>
            </a:xfrm>
            <a:custGeom>
              <a:avLst/>
              <a:gdLst>
                <a:gd name="T0" fmla="*/ 0 w 5"/>
                <a:gd name="T1" fmla="*/ 8 h 4"/>
                <a:gd name="T2" fmla="*/ 16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5" y="3"/>
                    <a:pt x="2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45" name="Freeform 7732">
              <a:extLst>
                <a:ext uri="{FF2B5EF4-FFF2-40B4-BE49-F238E27FC236}">
                  <a16:creationId xmlns:a16="http://schemas.microsoft.com/office/drawing/2014/main" id="{840F9EA4-D35D-4A66-BD6E-CECB2D545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703"/>
              <a:ext cx="8" cy="10"/>
            </a:xfrm>
            <a:custGeom>
              <a:avLst/>
              <a:gdLst>
                <a:gd name="T0" fmla="*/ 8 w 4"/>
                <a:gd name="T1" fmla="*/ 16 h 5"/>
                <a:gd name="T2" fmla="*/ 24 w 4"/>
                <a:gd name="T3" fmla="*/ 40 h 5"/>
                <a:gd name="T4" fmla="*/ 16 w 4"/>
                <a:gd name="T5" fmla="*/ 0 h 5"/>
                <a:gd name="T6" fmla="*/ 0 w 4"/>
                <a:gd name="T7" fmla="*/ 2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2" y="3"/>
                    <a:pt x="2" y="4"/>
                    <a:pt x="3" y="5"/>
                  </a:cubicBezTo>
                  <a:cubicBezTo>
                    <a:pt x="4" y="2"/>
                    <a:pt x="3" y="2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46" name="Freeform 7733">
              <a:extLst>
                <a:ext uri="{FF2B5EF4-FFF2-40B4-BE49-F238E27FC236}">
                  <a16:creationId xmlns:a16="http://schemas.microsoft.com/office/drawing/2014/main" id="{6F88D9E6-DF5A-488F-B32A-62CDF9049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667"/>
              <a:ext cx="6" cy="10"/>
            </a:xfrm>
            <a:custGeom>
              <a:avLst/>
              <a:gdLst>
                <a:gd name="T0" fmla="*/ 8 w 3"/>
                <a:gd name="T1" fmla="*/ 8 h 5"/>
                <a:gd name="T2" fmla="*/ 8 w 3"/>
                <a:gd name="T3" fmla="*/ 40 h 5"/>
                <a:gd name="T4" fmla="*/ 24 w 3"/>
                <a:gd name="T5" fmla="*/ 8 h 5"/>
                <a:gd name="T6" fmla="*/ 8 w 3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3"/>
                    <a:pt x="2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47" name="Freeform 7734">
              <a:extLst>
                <a:ext uri="{FF2B5EF4-FFF2-40B4-BE49-F238E27FC236}">
                  <a16:creationId xmlns:a16="http://schemas.microsoft.com/office/drawing/2014/main" id="{4908216D-EEA9-47E4-A715-3F74CF599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629"/>
              <a:ext cx="6" cy="12"/>
            </a:xfrm>
            <a:custGeom>
              <a:avLst/>
              <a:gdLst>
                <a:gd name="T0" fmla="*/ 0 w 3"/>
                <a:gd name="T1" fmla="*/ 24 h 6"/>
                <a:gd name="T2" fmla="*/ 8 w 3"/>
                <a:gd name="T3" fmla="*/ 48 h 6"/>
                <a:gd name="T4" fmla="*/ 16 w 3"/>
                <a:gd name="T5" fmla="*/ 0 h 6"/>
                <a:gd name="T6" fmla="*/ 0 w 3"/>
                <a:gd name="T7" fmla="*/ 1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48" name="Freeform 7735">
              <a:extLst>
                <a:ext uri="{FF2B5EF4-FFF2-40B4-BE49-F238E27FC236}">
                  <a16:creationId xmlns:a16="http://schemas.microsoft.com/office/drawing/2014/main" id="{A572BF70-E32C-4C7C-87E5-E47CE769A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621"/>
              <a:ext cx="8" cy="10"/>
            </a:xfrm>
            <a:custGeom>
              <a:avLst/>
              <a:gdLst>
                <a:gd name="T0" fmla="*/ 0 w 4"/>
                <a:gd name="T1" fmla="*/ 8 h 5"/>
                <a:gd name="T2" fmla="*/ 16 w 4"/>
                <a:gd name="T3" fmla="*/ 40 h 5"/>
                <a:gd name="T4" fmla="*/ 32 w 4"/>
                <a:gd name="T5" fmla="*/ 16 h 5"/>
                <a:gd name="T6" fmla="*/ 8 w 4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4" y="3"/>
                    <a:pt x="3" y="4"/>
                    <a:pt x="4" y="2"/>
                  </a:cubicBezTo>
                  <a:cubicBezTo>
                    <a:pt x="2" y="0"/>
                    <a:pt x="2" y="2"/>
                    <a:pt x="1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49" name="Freeform 7736">
              <a:extLst>
                <a:ext uri="{FF2B5EF4-FFF2-40B4-BE49-F238E27FC236}">
                  <a16:creationId xmlns:a16="http://schemas.microsoft.com/office/drawing/2014/main" id="{62DD38BD-0C00-4916-8322-C00130268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671"/>
              <a:ext cx="8" cy="10"/>
            </a:xfrm>
            <a:custGeom>
              <a:avLst/>
              <a:gdLst>
                <a:gd name="T0" fmla="*/ 0 w 4"/>
                <a:gd name="T1" fmla="*/ 8 h 5"/>
                <a:gd name="T2" fmla="*/ 16 w 4"/>
                <a:gd name="T3" fmla="*/ 40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3"/>
                    <a:pt x="0" y="4"/>
                    <a:pt x="2" y="5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50" name="Freeform 7737">
              <a:extLst>
                <a:ext uri="{FF2B5EF4-FFF2-40B4-BE49-F238E27FC236}">
                  <a16:creationId xmlns:a16="http://schemas.microsoft.com/office/drawing/2014/main" id="{BAA6362A-3B10-435D-85D7-0D10600FA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601"/>
              <a:ext cx="10" cy="8"/>
            </a:xfrm>
            <a:custGeom>
              <a:avLst/>
              <a:gdLst>
                <a:gd name="T0" fmla="*/ 0 w 5"/>
                <a:gd name="T1" fmla="*/ 8 h 4"/>
                <a:gd name="T2" fmla="*/ 16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5" y="2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51" name="Freeform 7738">
              <a:extLst>
                <a:ext uri="{FF2B5EF4-FFF2-40B4-BE49-F238E27FC236}">
                  <a16:creationId xmlns:a16="http://schemas.microsoft.com/office/drawing/2014/main" id="{0FFC9B47-8523-4562-95B5-E5AB5A2A2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601"/>
              <a:ext cx="6" cy="8"/>
            </a:xfrm>
            <a:custGeom>
              <a:avLst/>
              <a:gdLst>
                <a:gd name="T0" fmla="*/ 16 w 3"/>
                <a:gd name="T1" fmla="*/ 8 h 4"/>
                <a:gd name="T2" fmla="*/ 0 w 3"/>
                <a:gd name="T3" fmla="*/ 32 h 4"/>
                <a:gd name="T4" fmla="*/ 24 w 3"/>
                <a:gd name="T5" fmla="*/ 16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4"/>
                    <a:pt x="2" y="4"/>
                    <a:pt x="3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52" name="Freeform 7739">
              <a:extLst>
                <a:ext uri="{FF2B5EF4-FFF2-40B4-BE49-F238E27FC236}">
                  <a16:creationId xmlns:a16="http://schemas.microsoft.com/office/drawing/2014/main" id="{4F12393E-D4E9-4F7C-8667-4A2E4F6B7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563"/>
              <a:ext cx="4" cy="6"/>
            </a:xfrm>
            <a:custGeom>
              <a:avLst/>
              <a:gdLst>
                <a:gd name="T0" fmla="*/ 0 w 2"/>
                <a:gd name="T1" fmla="*/ 8 h 3"/>
                <a:gd name="T2" fmla="*/ 8 w 2"/>
                <a:gd name="T3" fmla="*/ 24 h 3"/>
                <a:gd name="T4" fmla="*/ 16 w 2"/>
                <a:gd name="T5" fmla="*/ 8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3"/>
                    <a:pt x="2" y="1"/>
                  </a:cubicBezTo>
                  <a:cubicBezTo>
                    <a:pt x="2" y="1"/>
                    <a:pt x="0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53" name="Freeform 7740">
              <a:extLst>
                <a:ext uri="{FF2B5EF4-FFF2-40B4-BE49-F238E27FC236}">
                  <a16:creationId xmlns:a16="http://schemas.microsoft.com/office/drawing/2014/main" id="{0DD5D910-C326-41A9-BFB2-D5A17AF09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555"/>
              <a:ext cx="4" cy="8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32 h 4"/>
                <a:gd name="T4" fmla="*/ 16 w 2"/>
                <a:gd name="T5" fmla="*/ 0 h 4"/>
                <a:gd name="T6" fmla="*/ 0 w 2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0" y="0"/>
                    <a:pt x="1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54" name="Freeform 7741">
              <a:extLst>
                <a:ext uri="{FF2B5EF4-FFF2-40B4-BE49-F238E27FC236}">
                  <a16:creationId xmlns:a16="http://schemas.microsoft.com/office/drawing/2014/main" id="{54FA7CF7-A8EA-4DE9-A8FA-3835B77B5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583"/>
              <a:ext cx="8" cy="10"/>
            </a:xfrm>
            <a:custGeom>
              <a:avLst/>
              <a:gdLst>
                <a:gd name="T0" fmla="*/ 0 w 4"/>
                <a:gd name="T1" fmla="*/ 16 h 5"/>
                <a:gd name="T2" fmla="*/ 8 w 4"/>
                <a:gd name="T3" fmla="*/ 40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3"/>
                    <a:pt x="3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55" name="Freeform 7742">
              <a:extLst>
                <a:ext uri="{FF2B5EF4-FFF2-40B4-BE49-F238E27FC236}">
                  <a16:creationId xmlns:a16="http://schemas.microsoft.com/office/drawing/2014/main" id="{8CA87A86-CF10-4111-AA60-057FEEC6F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559"/>
              <a:ext cx="4" cy="6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24 h 3"/>
                <a:gd name="T4" fmla="*/ 16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2"/>
                    <a:pt x="2" y="1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56" name="Freeform 7743">
              <a:extLst>
                <a:ext uri="{FF2B5EF4-FFF2-40B4-BE49-F238E27FC236}">
                  <a16:creationId xmlns:a16="http://schemas.microsoft.com/office/drawing/2014/main" id="{C8FE469B-E058-4519-8A67-44BDD6C4B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527"/>
              <a:ext cx="6" cy="6"/>
            </a:xfrm>
            <a:custGeom>
              <a:avLst/>
              <a:gdLst>
                <a:gd name="T0" fmla="*/ 8 w 3"/>
                <a:gd name="T1" fmla="*/ 8 h 3"/>
                <a:gd name="T2" fmla="*/ 8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57" name="Freeform 7744">
              <a:extLst>
                <a:ext uri="{FF2B5EF4-FFF2-40B4-BE49-F238E27FC236}">
                  <a16:creationId xmlns:a16="http://schemas.microsoft.com/office/drawing/2014/main" id="{537F3D95-2B61-4756-8288-D61C21D66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499"/>
              <a:ext cx="10" cy="8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32 h 4"/>
                <a:gd name="T4" fmla="*/ 32 w 5"/>
                <a:gd name="T5" fmla="*/ 24 h 4"/>
                <a:gd name="T6" fmla="*/ 24 w 5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5" y="1"/>
                    <a:pt x="3" y="2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58" name="Freeform 7745">
              <a:extLst>
                <a:ext uri="{FF2B5EF4-FFF2-40B4-BE49-F238E27FC236}">
                  <a16:creationId xmlns:a16="http://schemas.microsoft.com/office/drawing/2014/main" id="{44AE31AA-2C45-4B32-8654-EDF4FCC7E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533"/>
              <a:ext cx="18" cy="18"/>
            </a:xfrm>
            <a:custGeom>
              <a:avLst/>
              <a:gdLst>
                <a:gd name="T0" fmla="*/ 56 w 9"/>
                <a:gd name="T1" fmla="*/ 0 h 9"/>
                <a:gd name="T2" fmla="*/ 72 w 9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0" y="1"/>
                    <a:pt x="6" y="9"/>
                    <a:pt x="9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59" name="Freeform 7746">
              <a:extLst>
                <a:ext uri="{FF2B5EF4-FFF2-40B4-BE49-F238E27FC236}">
                  <a16:creationId xmlns:a16="http://schemas.microsoft.com/office/drawing/2014/main" id="{5F925500-BBE0-4F78-84CF-E790FC9AE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299"/>
              <a:ext cx="6" cy="8"/>
            </a:xfrm>
            <a:custGeom>
              <a:avLst/>
              <a:gdLst>
                <a:gd name="T0" fmla="*/ 0 w 3"/>
                <a:gd name="T1" fmla="*/ 8 h 4"/>
                <a:gd name="T2" fmla="*/ 8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60" name="Freeform 7747">
              <a:extLst>
                <a:ext uri="{FF2B5EF4-FFF2-40B4-BE49-F238E27FC236}">
                  <a16:creationId xmlns:a16="http://schemas.microsoft.com/office/drawing/2014/main" id="{096E5E37-6ECF-48CA-9829-F4734BE3C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299"/>
              <a:ext cx="22" cy="12"/>
            </a:xfrm>
            <a:custGeom>
              <a:avLst/>
              <a:gdLst>
                <a:gd name="T0" fmla="*/ 32 w 11"/>
                <a:gd name="T1" fmla="*/ 0 h 6"/>
                <a:gd name="T2" fmla="*/ 40 w 11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4" y="0"/>
                  </a:moveTo>
                  <a:cubicBezTo>
                    <a:pt x="0" y="5"/>
                    <a:pt x="11" y="6"/>
                    <a:pt x="5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61" name="Freeform 7748">
              <a:extLst>
                <a:ext uri="{FF2B5EF4-FFF2-40B4-BE49-F238E27FC236}">
                  <a16:creationId xmlns:a16="http://schemas.microsoft.com/office/drawing/2014/main" id="{CCE241E0-4189-4566-A674-DF2654B1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337"/>
              <a:ext cx="6" cy="10"/>
            </a:xfrm>
            <a:custGeom>
              <a:avLst/>
              <a:gdLst>
                <a:gd name="T0" fmla="*/ 8 w 3"/>
                <a:gd name="T1" fmla="*/ 16 h 5"/>
                <a:gd name="T2" fmla="*/ 16 w 3"/>
                <a:gd name="T3" fmla="*/ 40 h 5"/>
                <a:gd name="T4" fmla="*/ 8 w 3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3"/>
                    <a:pt x="0" y="4"/>
                    <a:pt x="2" y="5"/>
                  </a:cubicBezTo>
                  <a:cubicBezTo>
                    <a:pt x="3" y="3"/>
                    <a:pt x="2" y="0"/>
                    <a:pt x="1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62" name="Freeform 7749">
              <a:extLst>
                <a:ext uri="{FF2B5EF4-FFF2-40B4-BE49-F238E27FC236}">
                  <a16:creationId xmlns:a16="http://schemas.microsoft.com/office/drawing/2014/main" id="{025CFD14-B911-4340-A358-5C07EBA58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325"/>
              <a:ext cx="8" cy="8"/>
            </a:xfrm>
            <a:custGeom>
              <a:avLst/>
              <a:gdLst>
                <a:gd name="T0" fmla="*/ 0 w 4"/>
                <a:gd name="T1" fmla="*/ 8 h 4"/>
                <a:gd name="T2" fmla="*/ 16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63" name="Freeform 7750">
              <a:extLst>
                <a:ext uri="{FF2B5EF4-FFF2-40B4-BE49-F238E27FC236}">
                  <a16:creationId xmlns:a16="http://schemas.microsoft.com/office/drawing/2014/main" id="{4C51F463-2786-4E1C-92B2-A1D88FE1F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359"/>
              <a:ext cx="6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24 h 3"/>
                <a:gd name="T4" fmla="*/ 16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3"/>
                    <a:pt x="2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64" name="Freeform 7751">
              <a:extLst>
                <a:ext uri="{FF2B5EF4-FFF2-40B4-BE49-F238E27FC236}">
                  <a16:creationId xmlns:a16="http://schemas.microsoft.com/office/drawing/2014/main" id="{520E5709-13EB-418E-AC63-A7C6086D7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363"/>
              <a:ext cx="6" cy="6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2"/>
                    <a:pt x="0" y="2"/>
                    <a:pt x="2" y="3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65" name="Freeform 7752">
              <a:extLst>
                <a:ext uri="{FF2B5EF4-FFF2-40B4-BE49-F238E27FC236}">
                  <a16:creationId xmlns:a16="http://schemas.microsoft.com/office/drawing/2014/main" id="{C3F12B09-46BF-4C69-9B42-0E1A3FC20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393"/>
              <a:ext cx="6" cy="8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32 h 4"/>
                <a:gd name="T4" fmla="*/ 16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2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66" name="Freeform 7753">
              <a:extLst>
                <a:ext uri="{FF2B5EF4-FFF2-40B4-BE49-F238E27FC236}">
                  <a16:creationId xmlns:a16="http://schemas.microsoft.com/office/drawing/2014/main" id="{29D730D7-9A30-4FB9-B824-EC26CDFAB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2417"/>
              <a:ext cx="6" cy="8"/>
            </a:xfrm>
            <a:custGeom>
              <a:avLst/>
              <a:gdLst>
                <a:gd name="T0" fmla="*/ 0 w 3"/>
                <a:gd name="T1" fmla="*/ 8 h 4"/>
                <a:gd name="T2" fmla="*/ 8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3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67" name="Freeform 7754">
              <a:extLst>
                <a:ext uri="{FF2B5EF4-FFF2-40B4-BE49-F238E27FC236}">
                  <a16:creationId xmlns:a16="http://schemas.microsoft.com/office/drawing/2014/main" id="{585CBB72-C425-4AA8-8689-49CEA0C36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393"/>
              <a:ext cx="8" cy="10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40 h 5"/>
                <a:gd name="T4" fmla="*/ 16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68" name="Freeform 7755">
              <a:extLst>
                <a:ext uri="{FF2B5EF4-FFF2-40B4-BE49-F238E27FC236}">
                  <a16:creationId xmlns:a16="http://schemas.microsoft.com/office/drawing/2014/main" id="{9C7F9B6A-8EA2-457F-89BF-C09B951D5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433"/>
              <a:ext cx="8" cy="6"/>
            </a:xfrm>
            <a:custGeom>
              <a:avLst/>
              <a:gdLst>
                <a:gd name="T0" fmla="*/ 24 w 4"/>
                <a:gd name="T1" fmla="*/ 0 h 3"/>
                <a:gd name="T2" fmla="*/ 0 w 4"/>
                <a:gd name="T3" fmla="*/ 16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1" y="0"/>
                    <a:pt x="0" y="2"/>
                  </a:cubicBezTo>
                  <a:cubicBezTo>
                    <a:pt x="2" y="3"/>
                    <a:pt x="3" y="2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69" name="Freeform 7756">
              <a:extLst>
                <a:ext uri="{FF2B5EF4-FFF2-40B4-BE49-F238E27FC236}">
                  <a16:creationId xmlns:a16="http://schemas.microsoft.com/office/drawing/2014/main" id="{660BEC33-42DB-4E3C-8D50-3D6A563C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457"/>
              <a:ext cx="6" cy="8"/>
            </a:xfrm>
            <a:custGeom>
              <a:avLst/>
              <a:gdLst>
                <a:gd name="T0" fmla="*/ 8 w 3"/>
                <a:gd name="T1" fmla="*/ 16 h 4"/>
                <a:gd name="T2" fmla="*/ 8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70" name="Freeform 7757">
              <a:extLst>
                <a:ext uri="{FF2B5EF4-FFF2-40B4-BE49-F238E27FC236}">
                  <a16:creationId xmlns:a16="http://schemas.microsoft.com/office/drawing/2014/main" id="{1B39A4AC-B7C7-41E6-B3B8-831C5E5E2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449"/>
              <a:ext cx="28" cy="16"/>
            </a:xfrm>
            <a:custGeom>
              <a:avLst/>
              <a:gdLst>
                <a:gd name="T0" fmla="*/ 40 w 14"/>
                <a:gd name="T1" fmla="*/ 0 h 8"/>
                <a:gd name="T2" fmla="*/ 56 w 14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5" y="0"/>
                  </a:moveTo>
                  <a:cubicBezTo>
                    <a:pt x="0" y="8"/>
                    <a:pt x="14" y="4"/>
                    <a:pt x="7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71" name="Freeform 7758">
              <a:extLst>
                <a:ext uri="{FF2B5EF4-FFF2-40B4-BE49-F238E27FC236}">
                  <a16:creationId xmlns:a16="http://schemas.microsoft.com/office/drawing/2014/main" id="{B1E4F6D0-0CC5-42A4-8909-92A2917A7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487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8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4" y="4"/>
                    <a:pt x="5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72" name="Freeform 7759">
              <a:extLst>
                <a:ext uri="{FF2B5EF4-FFF2-40B4-BE49-F238E27FC236}">
                  <a16:creationId xmlns:a16="http://schemas.microsoft.com/office/drawing/2014/main" id="{E6008295-6DC8-4BE4-B6CE-25E22C021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461"/>
              <a:ext cx="8" cy="10"/>
            </a:xfrm>
            <a:custGeom>
              <a:avLst/>
              <a:gdLst>
                <a:gd name="T0" fmla="*/ 8 w 4"/>
                <a:gd name="T1" fmla="*/ 0 h 5"/>
                <a:gd name="T2" fmla="*/ 32 w 4"/>
                <a:gd name="T3" fmla="*/ 24 h 5"/>
                <a:gd name="T4" fmla="*/ 24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3"/>
                    <a:pt x="2" y="5"/>
                    <a:pt x="4" y="3"/>
                  </a:cubicBezTo>
                  <a:cubicBezTo>
                    <a:pt x="4" y="2"/>
                    <a:pt x="4" y="1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73" name="Freeform 7760">
              <a:extLst>
                <a:ext uri="{FF2B5EF4-FFF2-40B4-BE49-F238E27FC236}">
                  <a16:creationId xmlns:a16="http://schemas.microsoft.com/office/drawing/2014/main" id="{CF9C9980-6B24-4612-BFA1-93F0139F0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427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3" y="3"/>
                    <a:pt x="4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74" name="Freeform 7761">
              <a:extLst>
                <a:ext uri="{FF2B5EF4-FFF2-40B4-BE49-F238E27FC236}">
                  <a16:creationId xmlns:a16="http://schemas.microsoft.com/office/drawing/2014/main" id="{53C47472-F240-4986-A048-6DFBAB334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331"/>
              <a:ext cx="24" cy="16"/>
            </a:xfrm>
            <a:custGeom>
              <a:avLst/>
              <a:gdLst>
                <a:gd name="T0" fmla="*/ 40 w 12"/>
                <a:gd name="T1" fmla="*/ 0 h 8"/>
                <a:gd name="T2" fmla="*/ 72 w 12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5" y="0"/>
                  </a:moveTo>
                  <a:cubicBezTo>
                    <a:pt x="0" y="5"/>
                    <a:pt x="12" y="8"/>
                    <a:pt x="9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75" name="Freeform 7762">
              <a:extLst>
                <a:ext uri="{FF2B5EF4-FFF2-40B4-BE49-F238E27FC236}">
                  <a16:creationId xmlns:a16="http://schemas.microsoft.com/office/drawing/2014/main" id="{042173A3-A3CB-4A61-A182-230E597F2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247"/>
              <a:ext cx="20" cy="12"/>
            </a:xfrm>
            <a:custGeom>
              <a:avLst/>
              <a:gdLst>
                <a:gd name="T0" fmla="*/ 24 w 10"/>
                <a:gd name="T1" fmla="*/ 0 h 6"/>
                <a:gd name="T2" fmla="*/ 4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3" y="0"/>
                  </a:moveTo>
                  <a:cubicBezTo>
                    <a:pt x="0" y="6"/>
                    <a:pt x="10" y="5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76" name="Freeform 7763">
              <a:extLst>
                <a:ext uri="{FF2B5EF4-FFF2-40B4-BE49-F238E27FC236}">
                  <a16:creationId xmlns:a16="http://schemas.microsoft.com/office/drawing/2014/main" id="{E4DD44CF-95B0-4808-845D-17F419892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255"/>
              <a:ext cx="8" cy="8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32 h 4"/>
                <a:gd name="T4" fmla="*/ 16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77" name="Freeform 7764">
              <a:extLst>
                <a:ext uri="{FF2B5EF4-FFF2-40B4-BE49-F238E27FC236}">
                  <a16:creationId xmlns:a16="http://schemas.microsoft.com/office/drawing/2014/main" id="{A0587A30-CF4C-43EB-990B-60C89682A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211"/>
              <a:ext cx="4" cy="8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32 h 4"/>
                <a:gd name="T4" fmla="*/ 8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78" name="Freeform 7765">
              <a:extLst>
                <a:ext uri="{FF2B5EF4-FFF2-40B4-BE49-F238E27FC236}">
                  <a16:creationId xmlns:a16="http://schemas.microsoft.com/office/drawing/2014/main" id="{1C586BF6-F26E-4E05-B3BF-4FE60DEA7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213"/>
              <a:ext cx="32" cy="14"/>
            </a:xfrm>
            <a:custGeom>
              <a:avLst/>
              <a:gdLst>
                <a:gd name="T0" fmla="*/ 80 w 16"/>
                <a:gd name="T1" fmla="*/ 0 h 7"/>
                <a:gd name="T2" fmla="*/ 80 w 16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10" y="0"/>
                  </a:moveTo>
                  <a:cubicBezTo>
                    <a:pt x="0" y="4"/>
                    <a:pt x="16" y="7"/>
                    <a:pt x="1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79" name="Freeform 7766">
              <a:extLst>
                <a:ext uri="{FF2B5EF4-FFF2-40B4-BE49-F238E27FC236}">
                  <a16:creationId xmlns:a16="http://schemas.microsoft.com/office/drawing/2014/main" id="{951630D8-26F5-476F-86E7-F7D8D57F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179"/>
              <a:ext cx="14" cy="12"/>
            </a:xfrm>
            <a:custGeom>
              <a:avLst/>
              <a:gdLst>
                <a:gd name="T0" fmla="*/ 16 w 7"/>
                <a:gd name="T1" fmla="*/ 16 h 6"/>
                <a:gd name="T2" fmla="*/ 0 w 7"/>
                <a:gd name="T3" fmla="*/ 24 h 6"/>
                <a:gd name="T4" fmla="*/ 2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1" y="2"/>
                    <a:pt x="1" y="1"/>
                    <a:pt x="0" y="3"/>
                  </a:cubicBezTo>
                  <a:cubicBezTo>
                    <a:pt x="3" y="6"/>
                    <a:pt x="7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80" name="Freeform 7767">
              <a:extLst>
                <a:ext uri="{FF2B5EF4-FFF2-40B4-BE49-F238E27FC236}">
                  <a16:creationId xmlns:a16="http://schemas.microsoft.com/office/drawing/2014/main" id="{EAF512E5-BF6D-45AE-BAA1-D4CCF7445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169"/>
              <a:ext cx="10" cy="10"/>
            </a:xfrm>
            <a:custGeom>
              <a:avLst/>
              <a:gdLst>
                <a:gd name="T0" fmla="*/ 24 w 5"/>
                <a:gd name="T1" fmla="*/ 0 h 5"/>
                <a:gd name="T2" fmla="*/ 8 w 5"/>
                <a:gd name="T3" fmla="*/ 4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5"/>
                    <a:pt x="5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81" name="Freeform 7768">
              <a:extLst>
                <a:ext uri="{FF2B5EF4-FFF2-40B4-BE49-F238E27FC236}">
                  <a16:creationId xmlns:a16="http://schemas.microsoft.com/office/drawing/2014/main" id="{75BE847B-2600-4A65-8223-62416CA4C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125"/>
              <a:ext cx="7" cy="10"/>
            </a:xfrm>
            <a:custGeom>
              <a:avLst/>
              <a:gdLst>
                <a:gd name="T0" fmla="*/ 12 w 3"/>
                <a:gd name="T1" fmla="*/ 16 h 5"/>
                <a:gd name="T2" fmla="*/ 0 w 3"/>
                <a:gd name="T3" fmla="*/ 16 h 5"/>
                <a:gd name="T4" fmla="*/ 28 w 3"/>
                <a:gd name="T5" fmla="*/ 40 h 5"/>
                <a:gd name="T6" fmla="*/ 12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4"/>
                    <a:pt x="0" y="4"/>
                    <a:pt x="2" y="5"/>
                  </a:cubicBezTo>
                  <a:cubicBezTo>
                    <a:pt x="3" y="3"/>
                    <a:pt x="3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82" name="Freeform 7769">
              <a:extLst>
                <a:ext uri="{FF2B5EF4-FFF2-40B4-BE49-F238E27FC236}">
                  <a16:creationId xmlns:a16="http://schemas.microsoft.com/office/drawing/2014/main" id="{95E9C493-C55C-4AE4-8A23-A0D67A674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111"/>
              <a:ext cx="6" cy="6"/>
            </a:xfrm>
            <a:custGeom>
              <a:avLst/>
              <a:gdLst>
                <a:gd name="T0" fmla="*/ 8 w 3"/>
                <a:gd name="T1" fmla="*/ 8 h 3"/>
                <a:gd name="T2" fmla="*/ 8 w 3"/>
                <a:gd name="T3" fmla="*/ 24 h 3"/>
                <a:gd name="T4" fmla="*/ 16 w 3"/>
                <a:gd name="T5" fmla="*/ 24 h 3"/>
                <a:gd name="T6" fmla="*/ 16 w 3"/>
                <a:gd name="T7" fmla="*/ 0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83" name="Freeform 7770">
              <a:extLst>
                <a:ext uri="{FF2B5EF4-FFF2-40B4-BE49-F238E27FC236}">
                  <a16:creationId xmlns:a16="http://schemas.microsoft.com/office/drawing/2014/main" id="{D156EFA1-AC4C-4304-8C9A-3A2FF7900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111"/>
              <a:ext cx="6" cy="10"/>
            </a:xfrm>
            <a:custGeom>
              <a:avLst/>
              <a:gdLst>
                <a:gd name="T0" fmla="*/ 8 w 3"/>
                <a:gd name="T1" fmla="*/ 8 h 5"/>
                <a:gd name="T2" fmla="*/ 16 w 3"/>
                <a:gd name="T3" fmla="*/ 40 h 5"/>
                <a:gd name="T4" fmla="*/ 0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3"/>
                    <a:pt x="0" y="4"/>
                    <a:pt x="2" y="5"/>
                  </a:cubicBezTo>
                  <a:cubicBezTo>
                    <a:pt x="3" y="3"/>
                    <a:pt x="2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84" name="Freeform 7771">
              <a:extLst>
                <a:ext uri="{FF2B5EF4-FFF2-40B4-BE49-F238E27FC236}">
                  <a16:creationId xmlns:a16="http://schemas.microsoft.com/office/drawing/2014/main" id="{7EBB3A3D-D086-434C-806A-31390EA0B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143"/>
              <a:ext cx="14" cy="12"/>
            </a:xfrm>
            <a:custGeom>
              <a:avLst/>
              <a:gdLst>
                <a:gd name="T0" fmla="*/ 32 w 7"/>
                <a:gd name="T1" fmla="*/ 0 h 6"/>
                <a:gd name="T2" fmla="*/ 16 w 7"/>
                <a:gd name="T3" fmla="*/ 32 h 6"/>
                <a:gd name="T4" fmla="*/ 32 w 7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4" y="6"/>
                    <a:pt x="7" y="3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85" name="Freeform 7772">
              <a:extLst>
                <a:ext uri="{FF2B5EF4-FFF2-40B4-BE49-F238E27FC236}">
                  <a16:creationId xmlns:a16="http://schemas.microsoft.com/office/drawing/2014/main" id="{0826904E-B529-4C44-8D32-0920563A1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145"/>
              <a:ext cx="8" cy="8"/>
            </a:xfrm>
            <a:custGeom>
              <a:avLst/>
              <a:gdLst>
                <a:gd name="T0" fmla="*/ 8 w 4"/>
                <a:gd name="T1" fmla="*/ 8 h 4"/>
                <a:gd name="T2" fmla="*/ 16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86" name="Freeform 7773">
              <a:extLst>
                <a:ext uri="{FF2B5EF4-FFF2-40B4-BE49-F238E27FC236}">
                  <a16:creationId xmlns:a16="http://schemas.microsoft.com/office/drawing/2014/main" id="{C82B5A69-0F7B-4025-B2E8-16DCC67D7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671"/>
              <a:ext cx="8" cy="10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40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87" name="Freeform 7774">
              <a:extLst>
                <a:ext uri="{FF2B5EF4-FFF2-40B4-BE49-F238E27FC236}">
                  <a16:creationId xmlns:a16="http://schemas.microsoft.com/office/drawing/2014/main" id="{7731A1CF-EE54-4E02-A287-6B925FF77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115"/>
              <a:ext cx="6" cy="8"/>
            </a:xfrm>
            <a:custGeom>
              <a:avLst/>
              <a:gdLst>
                <a:gd name="T0" fmla="*/ 8 w 3"/>
                <a:gd name="T1" fmla="*/ 16 h 4"/>
                <a:gd name="T2" fmla="*/ 0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4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88" name="Freeform 7775">
              <a:extLst>
                <a:ext uri="{FF2B5EF4-FFF2-40B4-BE49-F238E27FC236}">
                  <a16:creationId xmlns:a16="http://schemas.microsoft.com/office/drawing/2014/main" id="{8BBCA9C5-DFC5-40DE-9FE2-55F028634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141"/>
              <a:ext cx="10" cy="8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32 h 4"/>
                <a:gd name="T4" fmla="*/ 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5" y="3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89" name="Freeform 7776">
              <a:extLst>
                <a:ext uri="{FF2B5EF4-FFF2-40B4-BE49-F238E27FC236}">
                  <a16:creationId xmlns:a16="http://schemas.microsoft.com/office/drawing/2014/main" id="{37423E27-F989-4253-BD6B-A5A83AB61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179"/>
              <a:ext cx="12" cy="14"/>
            </a:xfrm>
            <a:custGeom>
              <a:avLst/>
              <a:gdLst>
                <a:gd name="T0" fmla="*/ 32 w 6"/>
                <a:gd name="T1" fmla="*/ 0 h 7"/>
                <a:gd name="T2" fmla="*/ 24 w 6"/>
                <a:gd name="T3" fmla="*/ 40 h 7"/>
                <a:gd name="T4" fmla="*/ 40 w 6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0"/>
                    <a:pt x="0" y="4"/>
                    <a:pt x="3" y="5"/>
                  </a:cubicBezTo>
                  <a:cubicBezTo>
                    <a:pt x="5" y="7"/>
                    <a:pt x="6" y="3"/>
                    <a:pt x="5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90" name="Freeform 7777">
              <a:extLst>
                <a:ext uri="{FF2B5EF4-FFF2-40B4-BE49-F238E27FC236}">
                  <a16:creationId xmlns:a16="http://schemas.microsoft.com/office/drawing/2014/main" id="{6A6C1E26-6940-4E0A-8FF7-196760CA0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219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40 h 5"/>
                <a:gd name="T4" fmla="*/ 24 w 4"/>
                <a:gd name="T5" fmla="*/ 16 h 5"/>
                <a:gd name="T6" fmla="*/ 8 w 4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5"/>
                    <a:pt x="4" y="3"/>
                    <a:pt x="3" y="2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91" name="Freeform 7778">
              <a:extLst>
                <a:ext uri="{FF2B5EF4-FFF2-40B4-BE49-F238E27FC236}">
                  <a16:creationId xmlns:a16="http://schemas.microsoft.com/office/drawing/2014/main" id="{E63475AF-9F6C-4304-A029-968A1C7FD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257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24 w 5"/>
                <a:gd name="T3" fmla="*/ 4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4"/>
                    <a:pt x="5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92" name="Freeform 7779">
              <a:extLst>
                <a:ext uri="{FF2B5EF4-FFF2-40B4-BE49-F238E27FC236}">
                  <a16:creationId xmlns:a16="http://schemas.microsoft.com/office/drawing/2014/main" id="{89E9CE46-3777-48FF-90DD-5639EFC81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211"/>
              <a:ext cx="4" cy="10"/>
            </a:xfrm>
            <a:custGeom>
              <a:avLst/>
              <a:gdLst>
                <a:gd name="T0" fmla="*/ 0 w 2"/>
                <a:gd name="T1" fmla="*/ 24 h 5"/>
                <a:gd name="T2" fmla="*/ 8 w 2"/>
                <a:gd name="T3" fmla="*/ 40 h 5"/>
                <a:gd name="T4" fmla="*/ 0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3"/>
                  </a:moveTo>
                  <a:cubicBezTo>
                    <a:pt x="0" y="4"/>
                    <a:pt x="0" y="4"/>
                    <a:pt x="1" y="5"/>
                  </a:cubicBezTo>
                  <a:cubicBezTo>
                    <a:pt x="2" y="3"/>
                    <a:pt x="2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93" name="Freeform 7780">
              <a:extLst>
                <a:ext uri="{FF2B5EF4-FFF2-40B4-BE49-F238E27FC236}">
                  <a16:creationId xmlns:a16="http://schemas.microsoft.com/office/drawing/2014/main" id="{52B33134-8D06-4AA4-829E-DD9E43BF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173"/>
              <a:ext cx="10" cy="8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32 h 4"/>
                <a:gd name="T4" fmla="*/ 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5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94" name="Freeform 7781">
              <a:extLst>
                <a:ext uri="{FF2B5EF4-FFF2-40B4-BE49-F238E27FC236}">
                  <a16:creationId xmlns:a16="http://schemas.microsoft.com/office/drawing/2014/main" id="{3D4791CB-AD0E-4C63-9DDD-50F47D78B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11"/>
              <a:ext cx="8" cy="8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32 h 4"/>
                <a:gd name="T4" fmla="*/ 24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4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95" name="Freeform 7782">
              <a:extLst>
                <a:ext uri="{FF2B5EF4-FFF2-40B4-BE49-F238E27FC236}">
                  <a16:creationId xmlns:a16="http://schemas.microsoft.com/office/drawing/2014/main" id="{559143E0-9D2C-466F-9B0D-9D2D6D98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115"/>
              <a:ext cx="10" cy="8"/>
            </a:xfrm>
            <a:custGeom>
              <a:avLst/>
              <a:gdLst>
                <a:gd name="T0" fmla="*/ 32 w 5"/>
                <a:gd name="T1" fmla="*/ 0 h 4"/>
                <a:gd name="T2" fmla="*/ 24 w 5"/>
                <a:gd name="T3" fmla="*/ 32 h 4"/>
                <a:gd name="T4" fmla="*/ 32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1" y="0"/>
                    <a:pt x="0" y="3"/>
                    <a:pt x="3" y="4"/>
                  </a:cubicBezTo>
                  <a:cubicBezTo>
                    <a:pt x="5" y="3"/>
                    <a:pt x="5" y="2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96" name="Freeform 7783">
              <a:extLst>
                <a:ext uri="{FF2B5EF4-FFF2-40B4-BE49-F238E27FC236}">
                  <a16:creationId xmlns:a16="http://schemas.microsoft.com/office/drawing/2014/main" id="{6D9102EE-FD9D-4AD2-A751-A64A00D64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149"/>
              <a:ext cx="10" cy="10"/>
            </a:xfrm>
            <a:custGeom>
              <a:avLst/>
              <a:gdLst>
                <a:gd name="T0" fmla="*/ 16 w 5"/>
                <a:gd name="T1" fmla="*/ 0 h 5"/>
                <a:gd name="T2" fmla="*/ 16 w 5"/>
                <a:gd name="T3" fmla="*/ 40 h 5"/>
                <a:gd name="T4" fmla="*/ 24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4" y="4"/>
                    <a:pt x="5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97" name="Freeform 7784">
              <a:extLst>
                <a:ext uri="{FF2B5EF4-FFF2-40B4-BE49-F238E27FC236}">
                  <a16:creationId xmlns:a16="http://schemas.microsoft.com/office/drawing/2014/main" id="{93193A72-6FD0-4D44-AD2E-17B8F8250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187"/>
              <a:ext cx="9" cy="6"/>
            </a:xfrm>
            <a:custGeom>
              <a:avLst/>
              <a:gdLst>
                <a:gd name="T0" fmla="*/ 11 w 4"/>
                <a:gd name="T1" fmla="*/ 0 h 3"/>
                <a:gd name="T2" fmla="*/ 0 w 4"/>
                <a:gd name="T3" fmla="*/ 8 h 3"/>
                <a:gd name="T4" fmla="*/ 2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2" y="3"/>
                    <a:pt x="4" y="3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98" name="Freeform 7785">
              <a:extLst>
                <a:ext uri="{FF2B5EF4-FFF2-40B4-BE49-F238E27FC236}">
                  <a16:creationId xmlns:a16="http://schemas.microsoft.com/office/drawing/2014/main" id="{20CEF8A0-9F9A-4D96-A81F-817DA7BE6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235"/>
              <a:ext cx="8" cy="8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32 h 4"/>
                <a:gd name="T4" fmla="*/ 16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4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299" name="Freeform 7786">
              <a:extLst>
                <a:ext uri="{FF2B5EF4-FFF2-40B4-BE49-F238E27FC236}">
                  <a16:creationId xmlns:a16="http://schemas.microsoft.com/office/drawing/2014/main" id="{3FED2E76-257B-460E-848E-41477A58E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267"/>
              <a:ext cx="4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4 h 3"/>
                <a:gd name="T4" fmla="*/ 16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00" name="Freeform 7787">
              <a:extLst>
                <a:ext uri="{FF2B5EF4-FFF2-40B4-BE49-F238E27FC236}">
                  <a16:creationId xmlns:a16="http://schemas.microsoft.com/office/drawing/2014/main" id="{E5CC1E3F-92B2-4DE5-AE4E-8AFA09665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265"/>
              <a:ext cx="6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24 h 3"/>
                <a:gd name="T4" fmla="*/ 24 w 3"/>
                <a:gd name="T5" fmla="*/ 16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01" name="Freeform 7788">
              <a:extLst>
                <a:ext uri="{FF2B5EF4-FFF2-40B4-BE49-F238E27FC236}">
                  <a16:creationId xmlns:a16="http://schemas.microsoft.com/office/drawing/2014/main" id="{4267DE14-84E6-470D-9820-0DC1E2EE8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301"/>
              <a:ext cx="4" cy="6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24 h 3"/>
                <a:gd name="T4" fmla="*/ 8 w 2"/>
                <a:gd name="T5" fmla="*/ 0 h 3"/>
                <a:gd name="T6" fmla="*/ 0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02" name="Freeform 7789">
              <a:extLst>
                <a:ext uri="{FF2B5EF4-FFF2-40B4-BE49-F238E27FC236}">
                  <a16:creationId xmlns:a16="http://schemas.microsoft.com/office/drawing/2014/main" id="{60089D9C-75A5-4120-BC4E-0AD649280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311"/>
              <a:ext cx="9" cy="12"/>
            </a:xfrm>
            <a:custGeom>
              <a:avLst/>
              <a:gdLst>
                <a:gd name="T0" fmla="*/ 11 w 4"/>
                <a:gd name="T1" fmla="*/ 0 h 6"/>
                <a:gd name="T2" fmla="*/ 25 w 4"/>
                <a:gd name="T3" fmla="*/ 48 h 6"/>
                <a:gd name="T4" fmla="*/ 11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5"/>
                    <a:pt x="2" y="6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03" name="Freeform 7790">
              <a:extLst>
                <a:ext uri="{FF2B5EF4-FFF2-40B4-BE49-F238E27FC236}">
                  <a16:creationId xmlns:a16="http://schemas.microsoft.com/office/drawing/2014/main" id="{374DA83C-454C-41F5-B8EE-2818E368F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313"/>
              <a:ext cx="4" cy="6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24 h 3"/>
                <a:gd name="T4" fmla="*/ 16 w 2"/>
                <a:gd name="T5" fmla="*/ 0 h 3"/>
                <a:gd name="T6" fmla="*/ 0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04" name="Freeform 7791">
              <a:extLst>
                <a:ext uri="{FF2B5EF4-FFF2-40B4-BE49-F238E27FC236}">
                  <a16:creationId xmlns:a16="http://schemas.microsoft.com/office/drawing/2014/main" id="{E06F64B7-32D6-4AFC-B93D-3BCE71BD2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343"/>
              <a:ext cx="4" cy="8"/>
            </a:xfrm>
            <a:custGeom>
              <a:avLst/>
              <a:gdLst>
                <a:gd name="T0" fmla="*/ 0 w 2"/>
                <a:gd name="T1" fmla="*/ 8 h 4"/>
                <a:gd name="T2" fmla="*/ 8 w 2"/>
                <a:gd name="T3" fmla="*/ 32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05" name="Freeform 7792">
              <a:extLst>
                <a:ext uri="{FF2B5EF4-FFF2-40B4-BE49-F238E27FC236}">
                  <a16:creationId xmlns:a16="http://schemas.microsoft.com/office/drawing/2014/main" id="{B570AD25-49A1-49D6-87B0-3377A7F7F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351"/>
              <a:ext cx="27" cy="14"/>
            </a:xfrm>
            <a:custGeom>
              <a:avLst/>
              <a:gdLst>
                <a:gd name="T0" fmla="*/ 52 w 13"/>
                <a:gd name="T1" fmla="*/ 0 h 7"/>
                <a:gd name="T2" fmla="*/ 73 w 13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6" y="0"/>
                  </a:moveTo>
                  <a:cubicBezTo>
                    <a:pt x="0" y="7"/>
                    <a:pt x="13" y="5"/>
                    <a:pt x="8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06" name="Freeform 7793">
              <a:extLst>
                <a:ext uri="{FF2B5EF4-FFF2-40B4-BE49-F238E27FC236}">
                  <a16:creationId xmlns:a16="http://schemas.microsoft.com/office/drawing/2014/main" id="{5BEDD272-B46E-4437-B827-F668CF846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353"/>
              <a:ext cx="8" cy="8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07" name="Freeform 7794">
              <a:extLst>
                <a:ext uri="{FF2B5EF4-FFF2-40B4-BE49-F238E27FC236}">
                  <a16:creationId xmlns:a16="http://schemas.microsoft.com/office/drawing/2014/main" id="{5DE15C10-13A2-46E5-9553-9C6F896A6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381"/>
              <a:ext cx="8" cy="8"/>
            </a:xfrm>
            <a:custGeom>
              <a:avLst/>
              <a:gdLst>
                <a:gd name="T0" fmla="*/ 16 w 4"/>
                <a:gd name="T1" fmla="*/ 0 h 4"/>
                <a:gd name="T2" fmla="*/ 0 w 4"/>
                <a:gd name="T3" fmla="*/ 16 h 4"/>
                <a:gd name="T4" fmla="*/ 32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2" y="4"/>
                    <a:pt x="3" y="3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08" name="Freeform 7795">
              <a:extLst>
                <a:ext uri="{FF2B5EF4-FFF2-40B4-BE49-F238E27FC236}">
                  <a16:creationId xmlns:a16="http://schemas.microsoft.com/office/drawing/2014/main" id="{6D21DEC1-8020-4B14-AD16-79C25D8F2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385"/>
              <a:ext cx="8" cy="8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32 h 4"/>
                <a:gd name="T4" fmla="*/ 24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4"/>
                    <a:pt x="4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09" name="Freeform 7796">
              <a:extLst>
                <a:ext uri="{FF2B5EF4-FFF2-40B4-BE49-F238E27FC236}">
                  <a16:creationId xmlns:a16="http://schemas.microsoft.com/office/drawing/2014/main" id="{5BABBB2D-A4D2-4860-B4A3-4EC44A75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387"/>
              <a:ext cx="6" cy="8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32 h 4"/>
                <a:gd name="T4" fmla="*/ 24 w 3"/>
                <a:gd name="T5" fmla="*/ 8 h 4"/>
                <a:gd name="T6" fmla="*/ 8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10" name="Freeform 7797">
              <a:extLst>
                <a:ext uri="{FF2B5EF4-FFF2-40B4-BE49-F238E27FC236}">
                  <a16:creationId xmlns:a16="http://schemas.microsoft.com/office/drawing/2014/main" id="{4C802B9C-37C5-4129-9C9D-691F16138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427"/>
              <a:ext cx="4" cy="6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24 h 3"/>
                <a:gd name="T4" fmla="*/ 16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11" name="Freeform 7798">
              <a:extLst>
                <a:ext uri="{FF2B5EF4-FFF2-40B4-BE49-F238E27FC236}">
                  <a16:creationId xmlns:a16="http://schemas.microsoft.com/office/drawing/2014/main" id="{BB162055-7213-43C1-8166-7D0AFB38B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447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8 w 5"/>
                <a:gd name="T3" fmla="*/ 40 h 5"/>
                <a:gd name="T4" fmla="*/ 24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3" y="5"/>
                    <a:pt x="5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12" name="Freeform 7799">
              <a:extLst>
                <a:ext uri="{FF2B5EF4-FFF2-40B4-BE49-F238E27FC236}">
                  <a16:creationId xmlns:a16="http://schemas.microsoft.com/office/drawing/2014/main" id="{969FD4A6-864D-479C-8505-CFC98ABC1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447"/>
              <a:ext cx="6" cy="10"/>
            </a:xfrm>
            <a:custGeom>
              <a:avLst/>
              <a:gdLst>
                <a:gd name="T0" fmla="*/ 0 w 3"/>
                <a:gd name="T1" fmla="*/ 16 h 5"/>
                <a:gd name="T2" fmla="*/ 8 w 3"/>
                <a:gd name="T3" fmla="*/ 40 h 5"/>
                <a:gd name="T4" fmla="*/ 16 w 3"/>
                <a:gd name="T5" fmla="*/ 0 h 5"/>
                <a:gd name="T6" fmla="*/ 8 w 3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4"/>
                    <a:pt x="3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13" name="Freeform 7800">
              <a:extLst>
                <a:ext uri="{FF2B5EF4-FFF2-40B4-BE49-F238E27FC236}">
                  <a16:creationId xmlns:a16="http://schemas.microsoft.com/office/drawing/2014/main" id="{65F407BE-23E7-46BB-B9FC-11BC93505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415"/>
              <a:ext cx="11" cy="12"/>
            </a:xfrm>
            <a:custGeom>
              <a:avLst/>
              <a:gdLst>
                <a:gd name="T0" fmla="*/ 20 w 5"/>
                <a:gd name="T1" fmla="*/ 0 h 6"/>
                <a:gd name="T2" fmla="*/ 33 w 5"/>
                <a:gd name="T3" fmla="*/ 48 h 6"/>
                <a:gd name="T4" fmla="*/ 33 w 5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1" y="5"/>
                    <a:pt x="3" y="6"/>
                  </a:cubicBezTo>
                  <a:cubicBezTo>
                    <a:pt x="5" y="4"/>
                    <a:pt x="5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14" name="Freeform 7801">
              <a:extLst>
                <a:ext uri="{FF2B5EF4-FFF2-40B4-BE49-F238E27FC236}">
                  <a16:creationId xmlns:a16="http://schemas.microsoft.com/office/drawing/2014/main" id="{BF9F8276-25AF-4EC9-B186-ADCC0F24A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483"/>
              <a:ext cx="14" cy="16"/>
            </a:xfrm>
            <a:custGeom>
              <a:avLst/>
              <a:gdLst>
                <a:gd name="T0" fmla="*/ 40 w 7"/>
                <a:gd name="T1" fmla="*/ 0 h 8"/>
                <a:gd name="T2" fmla="*/ 56 w 7"/>
                <a:gd name="T3" fmla="*/ 24 h 8"/>
                <a:gd name="T4" fmla="*/ 40 w 7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0" y="1"/>
                    <a:pt x="4" y="8"/>
                    <a:pt x="7" y="3"/>
                  </a:cubicBezTo>
                  <a:cubicBezTo>
                    <a:pt x="6" y="2"/>
                    <a:pt x="6" y="2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15" name="Freeform 7802">
              <a:extLst>
                <a:ext uri="{FF2B5EF4-FFF2-40B4-BE49-F238E27FC236}">
                  <a16:creationId xmlns:a16="http://schemas.microsoft.com/office/drawing/2014/main" id="{805FEBAE-5166-4680-B6C4-AD6631DCB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463"/>
              <a:ext cx="6" cy="4"/>
            </a:xfrm>
            <a:custGeom>
              <a:avLst/>
              <a:gdLst>
                <a:gd name="T0" fmla="*/ 16 w 3"/>
                <a:gd name="T1" fmla="*/ 0 h 2"/>
                <a:gd name="T2" fmla="*/ 8 w 3"/>
                <a:gd name="T3" fmla="*/ 8 h 2"/>
                <a:gd name="T4" fmla="*/ 16 w 3"/>
                <a:gd name="T5" fmla="*/ 16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16" name="Freeform 7803">
              <a:extLst>
                <a:ext uri="{FF2B5EF4-FFF2-40B4-BE49-F238E27FC236}">
                  <a16:creationId xmlns:a16="http://schemas.microsoft.com/office/drawing/2014/main" id="{493FB1FA-FA43-46C6-BF51-FC76FFB6F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499"/>
              <a:ext cx="24" cy="14"/>
            </a:xfrm>
            <a:custGeom>
              <a:avLst/>
              <a:gdLst>
                <a:gd name="T0" fmla="*/ 56 w 12"/>
                <a:gd name="T1" fmla="*/ 0 h 7"/>
                <a:gd name="T2" fmla="*/ 40 w 12"/>
                <a:gd name="T3" fmla="*/ 0 h 7"/>
                <a:gd name="T4" fmla="*/ 56 w 12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7" y="0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0" y="7"/>
                    <a:pt x="12" y="4"/>
                    <a:pt x="7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17" name="Freeform 7804">
              <a:extLst>
                <a:ext uri="{FF2B5EF4-FFF2-40B4-BE49-F238E27FC236}">
                  <a16:creationId xmlns:a16="http://schemas.microsoft.com/office/drawing/2014/main" id="{3D39436B-20D1-4FF7-AEC5-BEBCEB980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489"/>
              <a:ext cx="10" cy="10"/>
            </a:xfrm>
            <a:custGeom>
              <a:avLst/>
              <a:gdLst>
                <a:gd name="T0" fmla="*/ 16 w 5"/>
                <a:gd name="T1" fmla="*/ 0 h 5"/>
                <a:gd name="T2" fmla="*/ 0 w 5"/>
                <a:gd name="T3" fmla="*/ 32 h 5"/>
                <a:gd name="T4" fmla="*/ 40 w 5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3" y="5"/>
                    <a:pt x="5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18" name="Freeform 7805">
              <a:extLst>
                <a:ext uri="{FF2B5EF4-FFF2-40B4-BE49-F238E27FC236}">
                  <a16:creationId xmlns:a16="http://schemas.microsoft.com/office/drawing/2014/main" id="{3E30D834-19E5-4DF4-9ADF-FBD2DF405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537"/>
              <a:ext cx="6" cy="8"/>
            </a:xfrm>
            <a:custGeom>
              <a:avLst/>
              <a:gdLst>
                <a:gd name="T0" fmla="*/ 8 w 3"/>
                <a:gd name="T1" fmla="*/ 8 h 4"/>
                <a:gd name="T2" fmla="*/ 16 w 3"/>
                <a:gd name="T3" fmla="*/ 32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19" name="Freeform 7806">
              <a:extLst>
                <a:ext uri="{FF2B5EF4-FFF2-40B4-BE49-F238E27FC236}">
                  <a16:creationId xmlns:a16="http://schemas.microsoft.com/office/drawing/2014/main" id="{CFC3BACE-603D-4B97-BEA2-E13A2621B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525"/>
              <a:ext cx="8" cy="8"/>
            </a:xfrm>
            <a:custGeom>
              <a:avLst/>
              <a:gdLst>
                <a:gd name="T0" fmla="*/ 8 w 4"/>
                <a:gd name="T1" fmla="*/ 8 h 4"/>
                <a:gd name="T2" fmla="*/ 8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3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20" name="Freeform 7807">
              <a:extLst>
                <a:ext uri="{FF2B5EF4-FFF2-40B4-BE49-F238E27FC236}">
                  <a16:creationId xmlns:a16="http://schemas.microsoft.com/office/drawing/2014/main" id="{30EFA414-8915-4480-965A-23A066106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537"/>
              <a:ext cx="6" cy="8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32 h 4"/>
                <a:gd name="T4" fmla="*/ 24 w 3"/>
                <a:gd name="T5" fmla="*/ 16 h 4"/>
                <a:gd name="T6" fmla="*/ 16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2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21" name="Freeform 7808">
              <a:extLst>
                <a:ext uri="{FF2B5EF4-FFF2-40B4-BE49-F238E27FC236}">
                  <a16:creationId xmlns:a16="http://schemas.microsoft.com/office/drawing/2014/main" id="{47DFDFFC-74C1-4439-994C-11E52B7EC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573"/>
              <a:ext cx="8" cy="8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32 h 4"/>
                <a:gd name="T4" fmla="*/ 32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0"/>
                    <a:pt x="0" y="2"/>
                    <a:pt x="1" y="4"/>
                  </a:cubicBezTo>
                  <a:cubicBezTo>
                    <a:pt x="3" y="4"/>
                    <a:pt x="4" y="3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22" name="Freeform 7809">
              <a:extLst>
                <a:ext uri="{FF2B5EF4-FFF2-40B4-BE49-F238E27FC236}">
                  <a16:creationId xmlns:a16="http://schemas.microsoft.com/office/drawing/2014/main" id="{A1275BA9-C47A-4F6C-A855-517766331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601"/>
              <a:ext cx="10" cy="12"/>
            </a:xfrm>
            <a:custGeom>
              <a:avLst/>
              <a:gdLst>
                <a:gd name="T0" fmla="*/ 32 w 5"/>
                <a:gd name="T1" fmla="*/ 8 h 6"/>
                <a:gd name="T2" fmla="*/ 16 w 5"/>
                <a:gd name="T3" fmla="*/ 48 h 6"/>
                <a:gd name="T4" fmla="*/ 24 w 5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0" y="0"/>
                    <a:pt x="0" y="5"/>
                    <a:pt x="2" y="6"/>
                  </a:cubicBezTo>
                  <a:cubicBezTo>
                    <a:pt x="5" y="6"/>
                    <a:pt x="5" y="3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23" name="Freeform 7810">
              <a:extLst>
                <a:ext uri="{FF2B5EF4-FFF2-40B4-BE49-F238E27FC236}">
                  <a16:creationId xmlns:a16="http://schemas.microsoft.com/office/drawing/2014/main" id="{20CB2DAF-28B3-44A0-B319-B57ECD2DE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591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24 w 4"/>
                <a:gd name="T3" fmla="*/ 40 h 5"/>
                <a:gd name="T4" fmla="*/ 24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3" y="5"/>
                  </a:cubicBezTo>
                  <a:cubicBezTo>
                    <a:pt x="4" y="4"/>
                    <a:pt x="4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24" name="Freeform 7811">
              <a:extLst>
                <a:ext uri="{FF2B5EF4-FFF2-40B4-BE49-F238E27FC236}">
                  <a16:creationId xmlns:a16="http://schemas.microsoft.com/office/drawing/2014/main" id="{95B5B3EA-3C58-463D-8B2B-A608248DE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583"/>
              <a:ext cx="12" cy="10"/>
            </a:xfrm>
            <a:custGeom>
              <a:avLst/>
              <a:gdLst>
                <a:gd name="T0" fmla="*/ 16 w 6"/>
                <a:gd name="T1" fmla="*/ 0 h 5"/>
                <a:gd name="T2" fmla="*/ 24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5"/>
                    <a:pt x="6" y="3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25" name="Freeform 7812">
              <a:extLst>
                <a:ext uri="{FF2B5EF4-FFF2-40B4-BE49-F238E27FC236}">
                  <a16:creationId xmlns:a16="http://schemas.microsoft.com/office/drawing/2014/main" id="{4676854E-867A-4EDF-B951-E508F3369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615"/>
              <a:ext cx="6" cy="4"/>
            </a:xfrm>
            <a:custGeom>
              <a:avLst/>
              <a:gdLst>
                <a:gd name="T0" fmla="*/ 0 w 3"/>
                <a:gd name="T1" fmla="*/ 0 h 2"/>
                <a:gd name="T2" fmla="*/ 8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26" name="Freeform 7813">
              <a:extLst>
                <a:ext uri="{FF2B5EF4-FFF2-40B4-BE49-F238E27FC236}">
                  <a16:creationId xmlns:a16="http://schemas.microsoft.com/office/drawing/2014/main" id="{2328313D-6980-4A0F-AED0-0D3E20844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647"/>
              <a:ext cx="8" cy="10"/>
            </a:xfrm>
            <a:custGeom>
              <a:avLst/>
              <a:gdLst>
                <a:gd name="T0" fmla="*/ 0 w 4"/>
                <a:gd name="T1" fmla="*/ 8 h 5"/>
                <a:gd name="T2" fmla="*/ 8 w 4"/>
                <a:gd name="T3" fmla="*/ 40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27" name="Freeform 7814">
              <a:extLst>
                <a:ext uri="{FF2B5EF4-FFF2-40B4-BE49-F238E27FC236}">
                  <a16:creationId xmlns:a16="http://schemas.microsoft.com/office/drawing/2014/main" id="{87D85C13-8354-4487-8858-2E135BFD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661"/>
              <a:ext cx="6" cy="8"/>
            </a:xfrm>
            <a:custGeom>
              <a:avLst/>
              <a:gdLst>
                <a:gd name="T0" fmla="*/ 8 w 3"/>
                <a:gd name="T1" fmla="*/ 8 h 4"/>
                <a:gd name="T2" fmla="*/ 16 w 3"/>
                <a:gd name="T3" fmla="*/ 32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3"/>
                    <a:pt x="0" y="3"/>
                    <a:pt x="2" y="4"/>
                  </a:cubicBezTo>
                  <a:cubicBezTo>
                    <a:pt x="3" y="2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28" name="Freeform 7815">
              <a:extLst>
                <a:ext uri="{FF2B5EF4-FFF2-40B4-BE49-F238E27FC236}">
                  <a16:creationId xmlns:a16="http://schemas.microsoft.com/office/drawing/2014/main" id="{D5FDAF41-ADD1-4CAE-BDC7-95DC1F81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41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40 h 5"/>
                <a:gd name="T4" fmla="*/ 32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4"/>
                    <a:pt x="3" y="4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29" name="Freeform 7816">
              <a:extLst>
                <a:ext uri="{FF2B5EF4-FFF2-40B4-BE49-F238E27FC236}">
                  <a16:creationId xmlns:a16="http://schemas.microsoft.com/office/drawing/2014/main" id="{000F3FD0-4610-4271-9882-174AA2707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677"/>
              <a:ext cx="18" cy="22"/>
            </a:xfrm>
            <a:custGeom>
              <a:avLst/>
              <a:gdLst>
                <a:gd name="T0" fmla="*/ 48 w 9"/>
                <a:gd name="T1" fmla="*/ 8 h 11"/>
                <a:gd name="T2" fmla="*/ 72 w 9"/>
                <a:gd name="T3" fmla="*/ 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6" y="1"/>
                  </a:moveTo>
                  <a:cubicBezTo>
                    <a:pt x="0" y="0"/>
                    <a:pt x="7" y="11"/>
                    <a:pt x="9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30" name="Freeform 7817">
              <a:extLst>
                <a:ext uri="{FF2B5EF4-FFF2-40B4-BE49-F238E27FC236}">
                  <a16:creationId xmlns:a16="http://schemas.microsoft.com/office/drawing/2014/main" id="{7A66B6B3-8CED-45FF-96D8-46F0E8DC5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683"/>
              <a:ext cx="8" cy="10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40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1" y="3"/>
                    <a:pt x="2" y="5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31" name="Freeform 7818">
              <a:extLst>
                <a:ext uri="{FF2B5EF4-FFF2-40B4-BE49-F238E27FC236}">
                  <a16:creationId xmlns:a16="http://schemas.microsoft.com/office/drawing/2014/main" id="{55687AF2-445A-4799-B1C4-84F838297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693"/>
              <a:ext cx="8" cy="8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2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32" name="Freeform 7819">
              <a:extLst>
                <a:ext uri="{FF2B5EF4-FFF2-40B4-BE49-F238E27FC236}">
                  <a16:creationId xmlns:a16="http://schemas.microsoft.com/office/drawing/2014/main" id="{D242CF1B-7075-4882-BA5D-95C2A39B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739"/>
              <a:ext cx="8" cy="8"/>
            </a:xfrm>
            <a:custGeom>
              <a:avLst/>
              <a:gdLst>
                <a:gd name="T0" fmla="*/ 24 w 4"/>
                <a:gd name="T1" fmla="*/ 0 h 4"/>
                <a:gd name="T2" fmla="*/ 24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4"/>
                    <a:pt x="3" y="4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33" name="Freeform 7820">
              <a:extLst>
                <a:ext uri="{FF2B5EF4-FFF2-40B4-BE49-F238E27FC236}">
                  <a16:creationId xmlns:a16="http://schemas.microsoft.com/office/drawing/2014/main" id="{FCCF7991-26C9-4521-97A6-36FDD410A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721"/>
              <a:ext cx="4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4 h 3"/>
                <a:gd name="T4" fmla="*/ 8 w 2"/>
                <a:gd name="T5" fmla="*/ 24 h 3"/>
                <a:gd name="T6" fmla="*/ 16 w 2"/>
                <a:gd name="T7" fmla="*/ 8 h 3"/>
                <a:gd name="T8" fmla="*/ 8 w 2"/>
                <a:gd name="T9" fmla="*/ 0 h 3"/>
                <a:gd name="T10" fmla="*/ 0 w 2"/>
                <a:gd name="T11" fmla="*/ 24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34" name="Freeform 7821">
              <a:extLst>
                <a:ext uri="{FF2B5EF4-FFF2-40B4-BE49-F238E27FC236}">
                  <a16:creationId xmlns:a16="http://schemas.microsoft.com/office/drawing/2014/main" id="{AEB28335-9D94-4B4D-AC8A-BFA92E7D8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769"/>
              <a:ext cx="10" cy="10"/>
            </a:xfrm>
            <a:custGeom>
              <a:avLst/>
              <a:gdLst>
                <a:gd name="T0" fmla="*/ 16 w 5"/>
                <a:gd name="T1" fmla="*/ 0 h 5"/>
                <a:gd name="T2" fmla="*/ 0 w 5"/>
                <a:gd name="T3" fmla="*/ 0 h 5"/>
                <a:gd name="T4" fmla="*/ 32 w 5"/>
                <a:gd name="T5" fmla="*/ 32 h 5"/>
                <a:gd name="T6" fmla="*/ 16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"/>
                    <a:pt x="1" y="5"/>
                    <a:pt x="4" y="4"/>
                  </a:cubicBezTo>
                  <a:cubicBezTo>
                    <a:pt x="5" y="2"/>
                    <a:pt x="4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35" name="Freeform 7822">
              <a:extLst>
                <a:ext uri="{FF2B5EF4-FFF2-40B4-BE49-F238E27FC236}">
                  <a16:creationId xmlns:a16="http://schemas.microsoft.com/office/drawing/2014/main" id="{B3572E1B-01A2-4438-828E-9AF6683EB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773"/>
              <a:ext cx="8" cy="10"/>
            </a:xfrm>
            <a:custGeom>
              <a:avLst/>
              <a:gdLst>
                <a:gd name="T0" fmla="*/ 0 w 4"/>
                <a:gd name="T1" fmla="*/ 8 h 5"/>
                <a:gd name="T2" fmla="*/ 16 w 4"/>
                <a:gd name="T3" fmla="*/ 40 h 5"/>
                <a:gd name="T4" fmla="*/ 8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1" y="5"/>
                    <a:pt x="2" y="5"/>
                  </a:cubicBezTo>
                  <a:cubicBezTo>
                    <a:pt x="4" y="3"/>
                    <a:pt x="3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36" name="Freeform 7823">
              <a:extLst>
                <a:ext uri="{FF2B5EF4-FFF2-40B4-BE49-F238E27FC236}">
                  <a16:creationId xmlns:a16="http://schemas.microsoft.com/office/drawing/2014/main" id="{DCCC5772-330B-4BB6-A564-F32191557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777"/>
              <a:ext cx="8" cy="10"/>
            </a:xfrm>
            <a:custGeom>
              <a:avLst/>
              <a:gdLst>
                <a:gd name="T0" fmla="*/ 24 w 4"/>
                <a:gd name="T1" fmla="*/ 24 h 5"/>
                <a:gd name="T2" fmla="*/ 24 w 4"/>
                <a:gd name="T3" fmla="*/ 40 h 5"/>
                <a:gd name="T4" fmla="*/ 16 w 4"/>
                <a:gd name="T5" fmla="*/ 0 h 5"/>
                <a:gd name="T6" fmla="*/ 0 w 4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3"/>
                  </a:moveTo>
                  <a:cubicBezTo>
                    <a:pt x="3" y="4"/>
                    <a:pt x="2" y="4"/>
                    <a:pt x="3" y="5"/>
                  </a:cubicBezTo>
                  <a:cubicBezTo>
                    <a:pt x="4" y="3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37" name="Freeform 7824">
              <a:extLst>
                <a:ext uri="{FF2B5EF4-FFF2-40B4-BE49-F238E27FC236}">
                  <a16:creationId xmlns:a16="http://schemas.microsoft.com/office/drawing/2014/main" id="{86885E39-F298-4DA5-AE4B-BA6144E56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723"/>
              <a:ext cx="6" cy="10"/>
            </a:xfrm>
            <a:custGeom>
              <a:avLst/>
              <a:gdLst>
                <a:gd name="T0" fmla="*/ 0 w 3"/>
                <a:gd name="T1" fmla="*/ 16 h 5"/>
                <a:gd name="T2" fmla="*/ 16 w 3"/>
                <a:gd name="T3" fmla="*/ 40 h 5"/>
                <a:gd name="T4" fmla="*/ 8 w 3"/>
                <a:gd name="T5" fmla="*/ 0 h 5"/>
                <a:gd name="T6" fmla="*/ 0 w 3"/>
                <a:gd name="T7" fmla="*/ 2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4"/>
                    <a:pt x="0" y="5"/>
                    <a:pt x="2" y="5"/>
                  </a:cubicBezTo>
                  <a:cubicBezTo>
                    <a:pt x="3" y="3"/>
                    <a:pt x="3" y="1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38" name="Freeform 7825">
              <a:extLst>
                <a:ext uri="{FF2B5EF4-FFF2-40B4-BE49-F238E27FC236}">
                  <a16:creationId xmlns:a16="http://schemas.microsoft.com/office/drawing/2014/main" id="{B3CE3ADF-2436-400A-AB4B-5BC688897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829"/>
              <a:ext cx="16" cy="16"/>
            </a:xfrm>
            <a:custGeom>
              <a:avLst/>
              <a:gdLst>
                <a:gd name="T0" fmla="*/ 32 w 8"/>
                <a:gd name="T1" fmla="*/ 8 h 8"/>
                <a:gd name="T2" fmla="*/ 40 w 8"/>
                <a:gd name="T3" fmla="*/ 56 h 8"/>
                <a:gd name="T4" fmla="*/ 4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1" y="3"/>
                    <a:pt x="0" y="8"/>
                    <a:pt x="5" y="7"/>
                  </a:cubicBezTo>
                  <a:cubicBezTo>
                    <a:pt x="8" y="6"/>
                    <a:pt x="7" y="2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39" name="Freeform 7826">
              <a:extLst>
                <a:ext uri="{FF2B5EF4-FFF2-40B4-BE49-F238E27FC236}">
                  <a16:creationId xmlns:a16="http://schemas.microsoft.com/office/drawing/2014/main" id="{72BE9C12-0302-4DA7-9BE3-73C745359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807"/>
              <a:ext cx="6" cy="8"/>
            </a:xfrm>
            <a:custGeom>
              <a:avLst/>
              <a:gdLst>
                <a:gd name="T0" fmla="*/ 8 w 3"/>
                <a:gd name="T1" fmla="*/ 8 h 4"/>
                <a:gd name="T2" fmla="*/ 8 w 3"/>
                <a:gd name="T3" fmla="*/ 32 h 4"/>
                <a:gd name="T4" fmla="*/ 24 w 3"/>
                <a:gd name="T5" fmla="*/ 8 h 4"/>
                <a:gd name="T6" fmla="*/ 16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3" y="3"/>
                    <a:pt x="3" y="1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0" name="Freeform 7827">
              <a:extLst>
                <a:ext uri="{FF2B5EF4-FFF2-40B4-BE49-F238E27FC236}">
                  <a16:creationId xmlns:a16="http://schemas.microsoft.com/office/drawing/2014/main" id="{17411180-E49D-412F-94B0-BD84B8007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845"/>
              <a:ext cx="8" cy="10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40 h 5"/>
                <a:gd name="T4" fmla="*/ 8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4" y="3"/>
                    <a:pt x="4" y="2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1" name="Freeform 7828">
              <a:extLst>
                <a:ext uri="{FF2B5EF4-FFF2-40B4-BE49-F238E27FC236}">
                  <a16:creationId xmlns:a16="http://schemas.microsoft.com/office/drawing/2014/main" id="{31F7C263-C85A-49A4-8C99-943D6CA83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875"/>
              <a:ext cx="8" cy="10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40 h 5"/>
                <a:gd name="T4" fmla="*/ 16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4" y="4"/>
                    <a:pt x="4" y="1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2" name="Freeform 7829">
              <a:extLst>
                <a:ext uri="{FF2B5EF4-FFF2-40B4-BE49-F238E27FC236}">
                  <a16:creationId xmlns:a16="http://schemas.microsoft.com/office/drawing/2014/main" id="{9566CAC3-72AA-49A8-9187-64CA103DF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899"/>
              <a:ext cx="14" cy="14"/>
            </a:xfrm>
            <a:custGeom>
              <a:avLst/>
              <a:gdLst>
                <a:gd name="T0" fmla="*/ 16 w 7"/>
                <a:gd name="T1" fmla="*/ 0 h 7"/>
                <a:gd name="T2" fmla="*/ 32 w 7"/>
                <a:gd name="T3" fmla="*/ 48 h 7"/>
                <a:gd name="T4" fmla="*/ 16 w 7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1" y="1"/>
                    <a:pt x="0" y="7"/>
                    <a:pt x="4" y="6"/>
                  </a:cubicBezTo>
                  <a:cubicBezTo>
                    <a:pt x="7" y="5"/>
                    <a:pt x="5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3" name="Freeform 7830">
              <a:extLst>
                <a:ext uri="{FF2B5EF4-FFF2-40B4-BE49-F238E27FC236}">
                  <a16:creationId xmlns:a16="http://schemas.microsoft.com/office/drawing/2014/main" id="{C14206C4-62EA-45B4-ABEB-7C441E9B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885"/>
              <a:ext cx="6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4" name="Freeform 7831">
              <a:extLst>
                <a:ext uri="{FF2B5EF4-FFF2-40B4-BE49-F238E27FC236}">
                  <a16:creationId xmlns:a16="http://schemas.microsoft.com/office/drawing/2014/main" id="{2B0EA4FE-AD08-40FE-9972-DE48C4088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919"/>
              <a:ext cx="14" cy="16"/>
            </a:xfrm>
            <a:custGeom>
              <a:avLst/>
              <a:gdLst>
                <a:gd name="T0" fmla="*/ 32 w 7"/>
                <a:gd name="T1" fmla="*/ 0 h 8"/>
                <a:gd name="T2" fmla="*/ 56 w 7"/>
                <a:gd name="T3" fmla="*/ 40 h 8"/>
                <a:gd name="T4" fmla="*/ 40 w 7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0" y="2"/>
                    <a:pt x="3" y="8"/>
                    <a:pt x="7" y="5"/>
                  </a:cubicBezTo>
                  <a:cubicBezTo>
                    <a:pt x="7" y="4"/>
                    <a:pt x="6" y="2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5" name="Freeform 7832">
              <a:extLst>
                <a:ext uri="{FF2B5EF4-FFF2-40B4-BE49-F238E27FC236}">
                  <a16:creationId xmlns:a16="http://schemas.microsoft.com/office/drawing/2014/main" id="{C7D7305C-49CA-46B1-A17E-EF9F97C8E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939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24 w 5"/>
                <a:gd name="T3" fmla="*/ 4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4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6" name="Freeform 7833">
              <a:extLst>
                <a:ext uri="{FF2B5EF4-FFF2-40B4-BE49-F238E27FC236}">
                  <a16:creationId xmlns:a16="http://schemas.microsoft.com/office/drawing/2014/main" id="{15DA693E-CF72-4658-936B-73880FFF1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975"/>
              <a:ext cx="8" cy="12"/>
            </a:xfrm>
            <a:custGeom>
              <a:avLst/>
              <a:gdLst>
                <a:gd name="T0" fmla="*/ 24 w 4"/>
                <a:gd name="T1" fmla="*/ 0 h 6"/>
                <a:gd name="T2" fmla="*/ 16 w 4"/>
                <a:gd name="T3" fmla="*/ 48 h 6"/>
                <a:gd name="T4" fmla="*/ 32 w 4"/>
                <a:gd name="T5" fmla="*/ 16 h 6"/>
                <a:gd name="T6" fmla="*/ 24 w 4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3" y="5"/>
                    <a:pt x="4" y="4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7" name="Freeform 7834">
              <a:extLst>
                <a:ext uri="{FF2B5EF4-FFF2-40B4-BE49-F238E27FC236}">
                  <a16:creationId xmlns:a16="http://schemas.microsoft.com/office/drawing/2014/main" id="{EB44AE0A-A6C9-47FF-8EBC-DE13EF0C0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959"/>
              <a:ext cx="8" cy="8"/>
            </a:xfrm>
            <a:custGeom>
              <a:avLst/>
              <a:gdLst>
                <a:gd name="T0" fmla="*/ 16 w 4"/>
                <a:gd name="T1" fmla="*/ 0 h 4"/>
                <a:gd name="T2" fmla="*/ 16 w 4"/>
                <a:gd name="T3" fmla="*/ 32 h 4"/>
                <a:gd name="T4" fmla="*/ 16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2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8" name="Freeform 7835">
              <a:extLst>
                <a:ext uri="{FF2B5EF4-FFF2-40B4-BE49-F238E27FC236}">
                  <a16:creationId xmlns:a16="http://schemas.microsoft.com/office/drawing/2014/main" id="{10512922-B6CD-409E-A27C-3D5AB5705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991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24 h 4"/>
                <a:gd name="T4" fmla="*/ 24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3"/>
                    <a:pt x="2" y="4"/>
                    <a:pt x="4" y="3"/>
                  </a:cubicBezTo>
                  <a:cubicBezTo>
                    <a:pt x="4" y="2"/>
                    <a:pt x="3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9" name="Freeform 7836">
              <a:extLst>
                <a:ext uri="{FF2B5EF4-FFF2-40B4-BE49-F238E27FC236}">
                  <a16:creationId xmlns:a16="http://schemas.microsoft.com/office/drawing/2014/main" id="{6C9A2172-FAD1-4CB2-9D11-59D40B54D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009"/>
              <a:ext cx="10" cy="12"/>
            </a:xfrm>
            <a:custGeom>
              <a:avLst/>
              <a:gdLst>
                <a:gd name="T0" fmla="*/ 8 w 5"/>
                <a:gd name="T1" fmla="*/ 8 h 6"/>
                <a:gd name="T2" fmla="*/ 16 w 5"/>
                <a:gd name="T3" fmla="*/ 48 h 6"/>
                <a:gd name="T4" fmla="*/ 8 w 5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5" y="4"/>
                    <a:pt x="4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50" name="Freeform 7837">
              <a:extLst>
                <a:ext uri="{FF2B5EF4-FFF2-40B4-BE49-F238E27FC236}">
                  <a16:creationId xmlns:a16="http://schemas.microsoft.com/office/drawing/2014/main" id="{62AED9FA-ACA2-4EC3-92EC-F1291871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3049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40 h 5"/>
                <a:gd name="T4" fmla="*/ 24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51" name="Freeform 7838">
              <a:extLst>
                <a:ext uri="{FF2B5EF4-FFF2-40B4-BE49-F238E27FC236}">
                  <a16:creationId xmlns:a16="http://schemas.microsoft.com/office/drawing/2014/main" id="{D74DE2DA-89F8-4739-8A62-08D61E1DB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3049"/>
              <a:ext cx="6" cy="10"/>
            </a:xfrm>
            <a:custGeom>
              <a:avLst/>
              <a:gdLst>
                <a:gd name="T0" fmla="*/ 0 w 3"/>
                <a:gd name="T1" fmla="*/ 8 h 5"/>
                <a:gd name="T2" fmla="*/ 8 w 3"/>
                <a:gd name="T3" fmla="*/ 40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3"/>
                    <a:pt x="2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52" name="Freeform 7839">
              <a:extLst>
                <a:ext uri="{FF2B5EF4-FFF2-40B4-BE49-F238E27FC236}">
                  <a16:creationId xmlns:a16="http://schemas.microsoft.com/office/drawing/2014/main" id="{66904F87-1DE2-4D76-B9FD-4E51CE0E1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011"/>
              <a:ext cx="12" cy="18"/>
            </a:xfrm>
            <a:custGeom>
              <a:avLst/>
              <a:gdLst>
                <a:gd name="T0" fmla="*/ 16 w 6"/>
                <a:gd name="T1" fmla="*/ 8 h 9"/>
                <a:gd name="T2" fmla="*/ 32 w 6"/>
                <a:gd name="T3" fmla="*/ 48 h 9"/>
                <a:gd name="T4" fmla="*/ 16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1"/>
                  </a:moveTo>
                  <a:cubicBezTo>
                    <a:pt x="0" y="3"/>
                    <a:pt x="1" y="9"/>
                    <a:pt x="4" y="6"/>
                  </a:cubicBezTo>
                  <a:cubicBezTo>
                    <a:pt x="6" y="4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53" name="Freeform 7840">
              <a:extLst>
                <a:ext uri="{FF2B5EF4-FFF2-40B4-BE49-F238E27FC236}">
                  <a16:creationId xmlns:a16="http://schemas.microsoft.com/office/drawing/2014/main" id="{79B426E3-1011-494D-8F1B-3DC9241EA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961"/>
              <a:ext cx="10" cy="10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40 h 5"/>
                <a:gd name="T4" fmla="*/ 3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3"/>
                    <a:pt x="2" y="5"/>
                  </a:cubicBezTo>
                  <a:cubicBezTo>
                    <a:pt x="5" y="4"/>
                    <a:pt x="5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54" name="Freeform 7841">
              <a:extLst>
                <a:ext uri="{FF2B5EF4-FFF2-40B4-BE49-F238E27FC236}">
                  <a16:creationId xmlns:a16="http://schemas.microsoft.com/office/drawing/2014/main" id="{6A0CA442-62A4-4B85-9ACB-55E96AFA5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913"/>
              <a:ext cx="8" cy="8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32 h 4"/>
                <a:gd name="T4" fmla="*/ 32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4"/>
                    <a:pt x="4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55" name="Freeform 7842">
              <a:extLst>
                <a:ext uri="{FF2B5EF4-FFF2-40B4-BE49-F238E27FC236}">
                  <a16:creationId xmlns:a16="http://schemas.microsoft.com/office/drawing/2014/main" id="{9D923B0E-5606-41FE-B149-DB613DED2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085"/>
              <a:ext cx="12" cy="16"/>
            </a:xfrm>
            <a:custGeom>
              <a:avLst/>
              <a:gdLst>
                <a:gd name="T0" fmla="*/ 40 w 6"/>
                <a:gd name="T1" fmla="*/ 24 h 8"/>
                <a:gd name="T2" fmla="*/ 8 w 6"/>
                <a:gd name="T3" fmla="*/ 40 h 8"/>
                <a:gd name="T4" fmla="*/ 48 w 6"/>
                <a:gd name="T5" fmla="*/ 3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4" y="0"/>
                    <a:pt x="0" y="2"/>
                    <a:pt x="1" y="5"/>
                  </a:cubicBezTo>
                  <a:cubicBezTo>
                    <a:pt x="2" y="8"/>
                    <a:pt x="6" y="6"/>
                    <a:pt x="6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56" name="Freeform 7843">
              <a:extLst>
                <a:ext uri="{FF2B5EF4-FFF2-40B4-BE49-F238E27FC236}">
                  <a16:creationId xmlns:a16="http://schemas.microsoft.com/office/drawing/2014/main" id="{C964CC94-6158-464E-A76D-DED362654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071"/>
              <a:ext cx="8" cy="8"/>
            </a:xfrm>
            <a:custGeom>
              <a:avLst/>
              <a:gdLst>
                <a:gd name="T0" fmla="*/ 8 w 4"/>
                <a:gd name="T1" fmla="*/ 0 h 4"/>
                <a:gd name="T2" fmla="*/ 24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4" y="2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57" name="Freeform 7844">
              <a:extLst>
                <a:ext uri="{FF2B5EF4-FFF2-40B4-BE49-F238E27FC236}">
                  <a16:creationId xmlns:a16="http://schemas.microsoft.com/office/drawing/2014/main" id="{4101FE06-2CF1-4D35-A77A-AC0639851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3031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4 h 3"/>
                <a:gd name="T4" fmla="*/ 16 w 2"/>
                <a:gd name="T5" fmla="*/ 24 h 3"/>
                <a:gd name="T6" fmla="*/ 16 w 2"/>
                <a:gd name="T7" fmla="*/ 0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58" name="Freeform 7845">
              <a:extLst>
                <a:ext uri="{FF2B5EF4-FFF2-40B4-BE49-F238E27FC236}">
                  <a16:creationId xmlns:a16="http://schemas.microsoft.com/office/drawing/2014/main" id="{A648ACED-F48B-4AEC-B284-C647BFD65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085"/>
              <a:ext cx="6" cy="10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40 h 5"/>
                <a:gd name="T4" fmla="*/ 16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59" name="Freeform 7846">
              <a:extLst>
                <a:ext uri="{FF2B5EF4-FFF2-40B4-BE49-F238E27FC236}">
                  <a16:creationId xmlns:a16="http://schemas.microsoft.com/office/drawing/2014/main" id="{9EB156F6-40DB-447D-A1D6-C897BA580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121"/>
              <a:ext cx="12" cy="16"/>
            </a:xfrm>
            <a:custGeom>
              <a:avLst/>
              <a:gdLst>
                <a:gd name="T0" fmla="*/ 16 w 6"/>
                <a:gd name="T1" fmla="*/ 8 h 8"/>
                <a:gd name="T2" fmla="*/ 32 w 6"/>
                <a:gd name="T3" fmla="*/ 48 h 8"/>
                <a:gd name="T4" fmla="*/ 24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0" y="3"/>
                    <a:pt x="2" y="8"/>
                    <a:pt x="4" y="6"/>
                  </a:cubicBezTo>
                  <a:cubicBezTo>
                    <a:pt x="6" y="4"/>
                    <a:pt x="5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0" name="Freeform 7847">
              <a:extLst>
                <a:ext uri="{FF2B5EF4-FFF2-40B4-BE49-F238E27FC236}">
                  <a16:creationId xmlns:a16="http://schemas.microsoft.com/office/drawing/2014/main" id="{A6436284-244C-42EC-BC63-01CFD3F4D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131"/>
              <a:ext cx="8" cy="12"/>
            </a:xfrm>
            <a:custGeom>
              <a:avLst/>
              <a:gdLst>
                <a:gd name="T0" fmla="*/ 8 w 4"/>
                <a:gd name="T1" fmla="*/ 8 h 6"/>
                <a:gd name="T2" fmla="*/ 8 w 4"/>
                <a:gd name="T3" fmla="*/ 48 h 6"/>
                <a:gd name="T4" fmla="*/ 8 w 4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5"/>
                    <a:pt x="4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1" name="Freeform 7848">
              <a:extLst>
                <a:ext uri="{FF2B5EF4-FFF2-40B4-BE49-F238E27FC236}">
                  <a16:creationId xmlns:a16="http://schemas.microsoft.com/office/drawing/2014/main" id="{BACA48E3-0CA1-4615-93AA-03F784BEA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113"/>
              <a:ext cx="8" cy="8"/>
            </a:xfrm>
            <a:custGeom>
              <a:avLst/>
              <a:gdLst>
                <a:gd name="T0" fmla="*/ 0 w 4"/>
                <a:gd name="T1" fmla="*/ 0 h 4"/>
                <a:gd name="T2" fmla="*/ 8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2" name="Freeform 7849">
              <a:extLst>
                <a:ext uri="{FF2B5EF4-FFF2-40B4-BE49-F238E27FC236}">
                  <a16:creationId xmlns:a16="http://schemas.microsoft.com/office/drawing/2014/main" id="{3B0531C6-7B9C-4F91-9F61-B84FB4DB0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139"/>
              <a:ext cx="8" cy="10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40 h 5"/>
                <a:gd name="T4" fmla="*/ 32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3" y="5"/>
                    <a:pt x="3" y="4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3" name="Freeform 7850">
              <a:extLst>
                <a:ext uri="{FF2B5EF4-FFF2-40B4-BE49-F238E27FC236}">
                  <a16:creationId xmlns:a16="http://schemas.microsoft.com/office/drawing/2014/main" id="{428073FF-9F92-4CE2-8CDE-A4A9A509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167"/>
              <a:ext cx="6" cy="6"/>
            </a:xfrm>
            <a:custGeom>
              <a:avLst/>
              <a:gdLst>
                <a:gd name="T0" fmla="*/ 16 w 3"/>
                <a:gd name="T1" fmla="*/ 0 h 3"/>
                <a:gd name="T2" fmla="*/ 16 w 3"/>
                <a:gd name="T3" fmla="*/ 24 h 3"/>
                <a:gd name="T4" fmla="*/ 24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4" name="Freeform 7851">
              <a:extLst>
                <a:ext uri="{FF2B5EF4-FFF2-40B4-BE49-F238E27FC236}">
                  <a16:creationId xmlns:a16="http://schemas.microsoft.com/office/drawing/2014/main" id="{1BCD6B6E-6CBF-4F33-936C-CB29C7B01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3155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5" name="Freeform 7852">
              <a:extLst>
                <a:ext uri="{FF2B5EF4-FFF2-40B4-BE49-F238E27FC236}">
                  <a16:creationId xmlns:a16="http://schemas.microsoft.com/office/drawing/2014/main" id="{C02D72A3-C62C-4FC1-96A0-6CE08BE7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163"/>
              <a:ext cx="8" cy="8"/>
            </a:xfrm>
            <a:custGeom>
              <a:avLst/>
              <a:gdLst>
                <a:gd name="T0" fmla="*/ 8 w 4"/>
                <a:gd name="T1" fmla="*/ 16 h 4"/>
                <a:gd name="T2" fmla="*/ 8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6" name="Freeform 7853">
              <a:extLst>
                <a:ext uri="{FF2B5EF4-FFF2-40B4-BE49-F238E27FC236}">
                  <a16:creationId xmlns:a16="http://schemas.microsoft.com/office/drawing/2014/main" id="{57A53AEB-0C6A-48FE-9E19-38A5C23B3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3252"/>
              <a:ext cx="24" cy="26"/>
            </a:xfrm>
            <a:custGeom>
              <a:avLst/>
              <a:gdLst>
                <a:gd name="T0" fmla="*/ 16 w 12"/>
                <a:gd name="T1" fmla="*/ 80 h 13"/>
                <a:gd name="T2" fmla="*/ 16 w 12"/>
                <a:gd name="T3" fmla="*/ 104 h 13"/>
                <a:gd name="T4" fmla="*/ 8 w 12"/>
                <a:gd name="T5" fmla="*/ 5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2" y="10"/>
                  </a:moveTo>
                  <a:cubicBezTo>
                    <a:pt x="1" y="11"/>
                    <a:pt x="0" y="12"/>
                    <a:pt x="2" y="13"/>
                  </a:cubicBezTo>
                  <a:cubicBezTo>
                    <a:pt x="12" y="10"/>
                    <a:pt x="0" y="0"/>
                    <a:pt x="1" y="7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7" name="Freeform 7854">
              <a:extLst>
                <a:ext uri="{FF2B5EF4-FFF2-40B4-BE49-F238E27FC236}">
                  <a16:creationId xmlns:a16="http://schemas.microsoft.com/office/drawing/2014/main" id="{0D5F239A-1C1A-4640-9D4F-460579223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322"/>
              <a:ext cx="26" cy="18"/>
            </a:xfrm>
            <a:custGeom>
              <a:avLst/>
              <a:gdLst>
                <a:gd name="T0" fmla="*/ 56 w 13"/>
                <a:gd name="T1" fmla="*/ 0 h 9"/>
                <a:gd name="T2" fmla="*/ 72 w 13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7" y="0"/>
                  </a:moveTo>
                  <a:cubicBezTo>
                    <a:pt x="0" y="4"/>
                    <a:pt x="13" y="9"/>
                    <a:pt x="9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8" name="Freeform 7855">
              <a:extLst>
                <a:ext uri="{FF2B5EF4-FFF2-40B4-BE49-F238E27FC236}">
                  <a16:creationId xmlns:a16="http://schemas.microsoft.com/office/drawing/2014/main" id="{8D415BE8-6D41-45CC-8C6E-3D0BBF2C8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3276"/>
              <a:ext cx="14" cy="10"/>
            </a:xfrm>
            <a:custGeom>
              <a:avLst/>
              <a:gdLst>
                <a:gd name="T0" fmla="*/ 8 w 7"/>
                <a:gd name="T1" fmla="*/ 8 h 5"/>
                <a:gd name="T2" fmla="*/ 16 w 7"/>
                <a:gd name="T3" fmla="*/ 40 h 5"/>
                <a:gd name="T4" fmla="*/ 32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5" y="5"/>
                    <a:pt x="7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9" name="Freeform 7856">
              <a:extLst>
                <a:ext uri="{FF2B5EF4-FFF2-40B4-BE49-F238E27FC236}">
                  <a16:creationId xmlns:a16="http://schemas.microsoft.com/office/drawing/2014/main" id="{16B04C46-B13F-4C51-B40B-4F81D5752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236"/>
              <a:ext cx="4" cy="8"/>
            </a:xfrm>
            <a:custGeom>
              <a:avLst/>
              <a:gdLst>
                <a:gd name="T0" fmla="*/ 0 w 2"/>
                <a:gd name="T1" fmla="*/ 8 h 4"/>
                <a:gd name="T2" fmla="*/ 0 w 2"/>
                <a:gd name="T3" fmla="*/ 32 h 4"/>
                <a:gd name="T4" fmla="*/ 16 w 2"/>
                <a:gd name="T5" fmla="*/ 8 h 4"/>
                <a:gd name="T6" fmla="*/ 0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70" name="Freeform 7857">
              <a:extLst>
                <a:ext uri="{FF2B5EF4-FFF2-40B4-BE49-F238E27FC236}">
                  <a16:creationId xmlns:a16="http://schemas.microsoft.com/office/drawing/2014/main" id="{417735ED-A91D-440C-A0C2-18BC0448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212"/>
              <a:ext cx="12" cy="10"/>
            </a:xfrm>
            <a:custGeom>
              <a:avLst/>
              <a:gdLst>
                <a:gd name="T0" fmla="*/ 8 w 6"/>
                <a:gd name="T1" fmla="*/ 8 h 5"/>
                <a:gd name="T2" fmla="*/ 8 w 6"/>
                <a:gd name="T3" fmla="*/ 40 h 5"/>
                <a:gd name="T4" fmla="*/ 16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5"/>
                    <a:pt x="6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71" name="Freeform 7858">
              <a:extLst>
                <a:ext uri="{FF2B5EF4-FFF2-40B4-BE49-F238E27FC236}">
                  <a16:creationId xmlns:a16="http://schemas.microsoft.com/office/drawing/2014/main" id="{A4F24ED7-D8DB-4A66-9711-64FCDE94A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196"/>
              <a:ext cx="8" cy="8"/>
            </a:xfrm>
            <a:custGeom>
              <a:avLst/>
              <a:gdLst>
                <a:gd name="T0" fmla="*/ 16 w 4"/>
                <a:gd name="T1" fmla="*/ 0 h 4"/>
                <a:gd name="T2" fmla="*/ 32 w 4"/>
                <a:gd name="T3" fmla="*/ 8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2" y="4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72" name="Freeform 7859">
              <a:extLst>
                <a:ext uri="{FF2B5EF4-FFF2-40B4-BE49-F238E27FC236}">
                  <a16:creationId xmlns:a16="http://schemas.microsoft.com/office/drawing/2014/main" id="{E53874AE-4603-4130-920B-FDC5A2E3E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216"/>
              <a:ext cx="6" cy="8"/>
            </a:xfrm>
            <a:custGeom>
              <a:avLst/>
              <a:gdLst>
                <a:gd name="T0" fmla="*/ 0 w 3"/>
                <a:gd name="T1" fmla="*/ 8 h 4"/>
                <a:gd name="T2" fmla="*/ 0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3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73" name="Freeform 7860">
              <a:extLst>
                <a:ext uri="{FF2B5EF4-FFF2-40B4-BE49-F238E27FC236}">
                  <a16:creationId xmlns:a16="http://schemas.microsoft.com/office/drawing/2014/main" id="{CF093FBE-07B1-4A60-9BF0-AF09B4B0B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3284"/>
              <a:ext cx="6" cy="6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4 h 3"/>
                <a:gd name="T4" fmla="*/ 24 w 3"/>
                <a:gd name="T5" fmla="*/ 16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2" y="3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74" name="Freeform 7861">
              <a:extLst>
                <a:ext uri="{FF2B5EF4-FFF2-40B4-BE49-F238E27FC236}">
                  <a16:creationId xmlns:a16="http://schemas.microsoft.com/office/drawing/2014/main" id="{8265558C-CFF4-49E9-A3D5-9D7717C18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320"/>
              <a:ext cx="20" cy="14"/>
            </a:xfrm>
            <a:custGeom>
              <a:avLst/>
              <a:gdLst>
                <a:gd name="T0" fmla="*/ 40 w 10"/>
                <a:gd name="T1" fmla="*/ 0 h 7"/>
                <a:gd name="T2" fmla="*/ 48 w 10"/>
                <a:gd name="T3" fmla="*/ 1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5" y="0"/>
                  </a:moveTo>
                  <a:cubicBezTo>
                    <a:pt x="0" y="7"/>
                    <a:pt x="10" y="6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75" name="Freeform 7862">
              <a:extLst>
                <a:ext uri="{FF2B5EF4-FFF2-40B4-BE49-F238E27FC236}">
                  <a16:creationId xmlns:a16="http://schemas.microsoft.com/office/drawing/2014/main" id="{01F53FA3-35A9-4233-89A2-4B5988147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376"/>
              <a:ext cx="8" cy="8"/>
            </a:xfrm>
            <a:custGeom>
              <a:avLst/>
              <a:gdLst>
                <a:gd name="T0" fmla="*/ 16 w 4"/>
                <a:gd name="T1" fmla="*/ 16 h 4"/>
                <a:gd name="T2" fmla="*/ 16 w 4"/>
                <a:gd name="T3" fmla="*/ 0 h 4"/>
                <a:gd name="T4" fmla="*/ 8 w 4"/>
                <a:gd name="T5" fmla="*/ 32 h 4"/>
                <a:gd name="T6" fmla="*/ 24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0"/>
                    <a:pt x="0" y="2"/>
                    <a:pt x="1" y="4"/>
                  </a:cubicBezTo>
                  <a:cubicBezTo>
                    <a:pt x="3" y="4"/>
                    <a:pt x="4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76" name="Freeform 7863">
              <a:extLst>
                <a:ext uri="{FF2B5EF4-FFF2-40B4-BE49-F238E27FC236}">
                  <a16:creationId xmlns:a16="http://schemas.microsoft.com/office/drawing/2014/main" id="{FACE993C-20BE-45D7-8749-F5E0D3A8B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384"/>
              <a:ext cx="12" cy="18"/>
            </a:xfrm>
            <a:custGeom>
              <a:avLst/>
              <a:gdLst>
                <a:gd name="T0" fmla="*/ 16 w 6"/>
                <a:gd name="T1" fmla="*/ 8 h 9"/>
                <a:gd name="T2" fmla="*/ 32 w 6"/>
                <a:gd name="T3" fmla="*/ 48 h 9"/>
                <a:gd name="T4" fmla="*/ 16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1"/>
                  </a:moveTo>
                  <a:cubicBezTo>
                    <a:pt x="0" y="3"/>
                    <a:pt x="1" y="9"/>
                    <a:pt x="4" y="6"/>
                  </a:cubicBezTo>
                  <a:cubicBezTo>
                    <a:pt x="6" y="4"/>
                    <a:pt x="5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77" name="Freeform 7864">
              <a:extLst>
                <a:ext uri="{FF2B5EF4-FFF2-40B4-BE49-F238E27FC236}">
                  <a16:creationId xmlns:a16="http://schemas.microsoft.com/office/drawing/2014/main" id="{915017A3-C23A-4A53-89A5-B98169A00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432"/>
              <a:ext cx="8" cy="16"/>
            </a:xfrm>
            <a:custGeom>
              <a:avLst/>
              <a:gdLst>
                <a:gd name="T0" fmla="*/ 8 w 4"/>
                <a:gd name="T1" fmla="*/ 40 h 8"/>
                <a:gd name="T2" fmla="*/ 8 w 4"/>
                <a:gd name="T3" fmla="*/ 64 h 8"/>
                <a:gd name="T4" fmla="*/ 0 w 4"/>
                <a:gd name="T5" fmla="*/ 2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5"/>
                  </a:moveTo>
                  <a:cubicBezTo>
                    <a:pt x="0" y="6"/>
                    <a:pt x="0" y="7"/>
                    <a:pt x="1" y="8"/>
                  </a:cubicBezTo>
                  <a:cubicBezTo>
                    <a:pt x="4" y="6"/>
                    <a:pt x="2" y="0"/>
                    <a:pt x="0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78" name="Freeform 7865">
              <a:extLst>
                <a:ext uri="{FF2B5EF4-FFF2-40B4-BE49-F238E27FC236}">
                  <a16:creationId xmlns:a16="http://schemas.microsoft.com/office/drawing/2014/main" id="{DA91CFEA-9DE7-4DA1-933F-7B421C9B1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3466"/>
              <a:ext cx="14" cy="16"/>
            </a:xfrm>
            <a:custGeom>
              <a:avLst/>
              <a:gdLst>
                <a:gd name="T0" fmla="*/ 32 w 7"/>
                <a:gd name="T1" fmla="*/ 24 h 8"/>
                <a:gd name="T2" fmla="*/ 48 w 7"/>
                <a:gd name="T3" fmla="*/ 40 h 8"/>
                <a:gd name="T4" fmla="*/ 32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3"/>
                  </a:moveTo>
                  <a:cubicBezTo>
                    <a:pt x="0" y="5"/>
                    <a:pt x="4" y="8"/>
                    <a:pt x="6" y="5"/>
                  </a:cubicBezTo>
                  <a:cubicBezTo>
                    <a:pt x="7" y="3"/>
                    <a:pt x="6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79" name="Freeform 7866">
              <a:extLst>
                <a:ext uri="{FF2B5EF4-FFF2-40B4-BE49-F238E27FC236}">
                  <a16:creationId xmlns:a16="http://schemas.microsoft.com/office/drawing/2014/main" id="{D6CB01D2-CB9A-4C41-84C4-ED6C05D70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444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16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0" name="Freeform 7867">
              <a:extLst>
                <a:ext uri="{FF2B5EF4-FFF2-40B4-BE49-F238E27FC236}">
                  <a16:creationId xmlns:a16="http://schemas.microsoft.com/office/drawing/2014/main" id="{F3FF031F-107F-445B-9859-591480A9A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3434"/>
              <a:ext cx="6" cy="8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1" name="Freeform 7868">
              <a:extLst>
                <a:ext uri="{FF2B5EF4-FFF2-40B4-BE49-F238E27FC236}">
                  <a16:creationId xmlns:a16="http://schemas.microsoft.com/office/drawing/2014/main" id="{7FC8F513-FDF1-441C-976C-EE92812B3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398"/>
              <a:ext cx="12" cy="10"/>
            </a:xfrm>
            <a:custGeom>
              <a:avLst/>
              <a:gdLst>
                <a:gd name="T0" fmla="*/ 16 w 6"/>
                <a:gd name="T1" fmla="*/ 0 h 5"/>
                <a:gd name="T2" fmla="*/ 8 w 6"/>
                <a:gd name="T3" fmla="*/ 40 h 5"/>
                <a:gd name="T4" fmla="*/ 24 w 6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6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2" name="Freeform 7869">
              <a:extLst>
                <a:ext uri="{FF2B5EF4-FFF2-40B4-BE49-F238E27FC236}">
                  <a16:creationId xmlns:a16="http://schemas.microsoft.com/office/drawing/2014/main" id="{52E3ADAB-1CFD-4592-8815-23F7DF405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488"/>
              <a:ext cx="20" cy="16"/>
            </a:xfrm>
            <a:custGeom>
              <a:avLst/>
              <a:gdLst>
                <a:gd name="T0" fmla="*/ 48 w 10"/>
                <a:gd name="T1" fmla="*/ 0 h 8"/>
                <a:gd name="T2" fmla="*/ 64 w 10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6" y="0"/>
                  </a:moveTo>
                  <a:cubicBezTo>
                    <a:pt x="0" y="3"/>
                    <a:pt x="10" y="8"/>
                    <a:pt x="8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3" name="Freeform 7870">
              <a:extLst>
                <a:ext uri="{FF2B5EF4-FFF2-40B4-BE49-F238E27FC236}">
                  <a16:creationId xmlns:a16="http://schemas.microsoft.com/office/drawing/2014/main" id="{F6057FD5-C730-4757-B17D-3EA7DA4A8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506"/>
              <a:ext cx="14" cy="16"/>
            </a:xfrm>
            <a:custGeom>
              <a:avLst/>
              <a:gdLst>
                <a:gd name="T0" fmla="*/ 40 w 7"/>
                <a:gd name="T1" fmla="*/ 0 h 8"/>
                <a:gd name="T2" fmla="*/ 24 w 7"/>
                <a:gd name="T3" fmla="*/ 48 h 8"/>
                <a:gd name="T4" fmla="*/ 40 w 7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2" y="0"/>
                    <a:pt x="0" y="5"/>
                    <a:pt x="3" y="6"/>
                  </a:cubicBezTo>
                  <a:cubicBezTo>
                    <a:pt x="7" y="8"/>
                    <a:pt x="7" y="3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4" name="Freeform 7871">
              <a:extLst>
                <a:ext uri="{FF2B5EF4-FFF2-40B4-BE49-F238E27FC236}">
                  <a16:creationId xmlns:a16="http://schemas.microsoft.com/office/drawing/2014/main" id="{A9ABF633-F1A4-4755-9F1F-C6A4295CB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3504"/>
              <a:ext cx="32" cy="16"/>
            </a:xfrm>
            <a:custGeom>
              <a:avLst/>
              <a:gdLst>
                <a:gd name="T0" fmla="*/ 48 w 16"/>
                <a:gd name="T1" fmla="*/ 0 h 8"/>
                <a:gd name="T2" fmla="*/ 64 w 16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6" y="0"/>
                  </a:moveTo>
                  <a:cubicBezTo>
                    <a:pt x="0" y="8"/>
                    <a:pt x="16" y="4"/>
                    <a:pt x="8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5" name="Freeform 7872">
              <a:extLst>
                <a:ext uri="{FF2B5EF4-FFF2-40B4-BE49-F238E27FC236}">
                  <a16:creationId xmlns:a16="http://schemas.microsoft.com/office/drawing/2014/main" id="{D4FC5C92-DF26-41BE-B4CC-C4D5D1B9E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560"/>
              <a:ext cx="12" cy="8"/>
            </a:xfrm>
            <a:custGeom>
              <a:avLst/>
              <a:gdLst>
                <a:gd name="T0" fmla="*/ 24 w 6"/>
                <a:gd name="T1" fmla="*/ 8 h 4"/>
                <a:gd name="T2" fmla="*/ 8 w 6"/>
                <a:gd name="T3" fmla="*/ 8 h 4"/>
                <a:gd name="T4" fmla="*/ 32 w 6"/>
                <a:gd name="T5" fmla="*/ 32 h 4"/>
                <a:gd name="T6" fmla="*/ 32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2" y="4"/>
                    <a:pt x="4" y="4"/>
                  </a:cubicBezTo>
                  <a:cubicBezTo>
                    <a:pt x="6" y="2"/>
                    <a:pt x="5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6" name="Freeform 7873">
              <a:extLst>
                <a:ext uri="{FF2B5EF4-FFF2-40B4-BE49-F238E27FC236}">
                  <a16:creationId xmlns:a16="http://schemas.microsoft.com/office/drawing/2014/main" id="{54DC68A6-5C38-4847-9164-E2EBB91A7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558"/>
              <a:ext cx="26" cy="20"/>
            </a:xfrm>
            <a:custGeom>
              <a:avLst/>
              <a:gdLst>
                <a:gd name="T0" fmla="*/ 24 w 13"/>
                <a:gd name="T1" fmla="*/ 8 h 10"/>
                <a:gd name="T2" fmla="*/ 40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3" y="1"/>
                  </a:moveTo>
                  <a:cubicBezTo>
                    <a:pt x="0" y="10"/>
                    <a:pt x="13" y="0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7" name="Freeform 7874">
              <a:extLst>
                <a:ext uri="{FF2B5EF4-FFF2-40B4-BE49-F238E27FC236}">
                  <a16:creationId xmlns:a16="http://schemas.microsoft.com/office/drawing/2014/main" id="{15BC46A7-70AF-4EDA-94D9-C1605DBC0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3604"/>
              <a:ext cx="10" cy="12"/>
            </a:xfrm>
            <a:custGeom>
              <a:avLst/>
              <a:gdLst>
                <a:gd name="T0" fmla="*/ 8 w 5"/>
                <a:gd name="T1" fmla="*/ 24 h 6"/>
                <a:gd name="T2" fmla="*/ 0 w 5"/>
                <a:gd name="T3" fmla="*/ 48 h 6"/>
                <a:gd name="T4" fmla="*/ 32 w 5"/>
                <a:gd name="T5" fmla="*/ 0 h 6"/>
                <a:gd name="T6" fmla="*/ 8 w 5"/>
                <a:gd name="T7" fmla="*/ 1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2" y="6"/>
                    <a:pt x="5" y="3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8" name="Freeform 7875">
              <a:extLst>
                <a:ext uri="{FF2B5EF4-FFF2-40B4-BE49-F238E27FC236}">
                  <a16:creationId xmlns:a16="http://schemas.microsoft.com/office/drawing/2014/main" id="{6FBD49A4-8815-45AC-93CE-F3173CAE2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610"/>
              <a:ext cx="8" cy="12"/>
            </a:xfrm>
            <a:custGeom>
              <a:avLst/>
              <a:gdLst>
                <a:gd name="T0" fmla="*/ 0 w 4"/>
                <a:gd name="T1" fmla="*/ 8 h 6"/>
                <a:gd name="T2" fmla="*/ 16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6"/>
                    <a:pt x="4" y="4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9" name="Freeform 7876">
              <a:extLst>
                <a:ext uri="{FF2B5EF4-FFF2-40B4-BE49-F238E27FC236}">
                  <a16:creationId xmlns:a16="http://schemas.microsoft.com/office/drawing/2014/main" id="{CED655BF-5AD4-465A-99E6-DB511B6B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642"/>
              <a:ext cx="34" cy="20"/>
            </a:xfrm>
            <a:custGeom>
              <a:avLst/>
              <a:gdLst>
                <a:gd name="T0" fmla="*/ 64 w 17"/>
                <a:gd name="T1" fmla="*/ 0 h 10"/>
                <a:gd name="T2" fmla="*/ 80 w 17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8" y="0"/>
                  </a:moveTo>
                  <a:cubicBezTo>
                    <a:pt x="0" y="10"/>
                    <a:pt x="17" y="6"/>
                    <a:pt x="1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0" name="Freeform 7877">
              <a:extLst>
                <a:ext uri="{FF2B5EF4-FFF2-40B4-BE49-F238E27FC236}">
                  <a16:creationId xmlns:a16="http://schemas.microsoft.com/office/drawing/2014/main" id="{1F477014-3ACE-4145-9B5A-627DA660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3676"/>
              <a:ext cx="8" cy="10"/>
            </a:xfrm>
            <a:custGeom>
              <a:avLst/>
              <a:gdLst>
                <a:gd name="T0" fmla="*/ 0 w 4"/>
                <a:gd name="T1" fmla="*/ 16 h 5"/>
                <a:gd name="T2" fmla="*/ 8 w 4"/>
                <a:gd name="T3" fmla="*/ 40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1" name="Freeform 7878">
              <a:extLst>
                <a:ext uri="{FF2B5EF4-FFF2-40B4-BE49-F238E27FC236}">
                  <a16:creationId xmlns:a16="http://schemas.microsoft.com/office/drawing/2014/main" id="{494E722A-ABDE-486E-8E52-5DDDA7213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3652"/>
              <a:ext cx="8" cy="10"/>
            </a:xfrm>
            <a:custGeom>
              <a:avLst/>
              <a:gdLst>
                <a:gd name="T0" fmla="*/ 0 w 4"/>
                <a:gd name="T1" fmla="*/ 8 h 5"/>
                <a:gd name="T2" fmla="*/ 32 w 4"/>
                <a:gd name="T3" fmla="*/ 0 h 5"/>
                <a:gd name="T4" fmla="*/ 24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5"/>
                    <a:pt x="4" y="3"/>
                    <a:pt x="4" y="0"/>
                  </a:cubicBezTo>
                  <a:cubicBezTo>
                    <a:pt x="3" y="0"/>
                    <a:pt x="3" y="0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2" name="Freeform 7879">
              <a:extLst>
                <a:ext uri="{FF2B5EF4-FFF2-40B4-BE49-F238E27FC236}">
                  <a16:creationId xmlns:a16="http://schemas.microsoft.com/office/drawing/2014/main" id="{20A7C883-9777-47ED-AB0A-E8ECB7842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3684"/>
              <a:ext cx="20" cy="14"/>
            </a:xfrm>
            <a:custGeom>
              <a:avLst/>
              <a:gdLst>
                <a:gd name="T0" fmla="*/ 24 w 10"/>
                <a:gd name="T1" fmla="*/ 0 h 7"/>
                <a:gd name="T2" fmla="*/ 40 w 10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cubicBezTo>
                    <a:pt x="0" y="7"/>
                    <a:pt x="10" y="4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3" name="Freeform 7880">
              <a:extLst>
                <a:ext uri="{FF2B5EF4-FFF2-40B4-BE49-F238E27FC236}">
                  <a16:creationId xmlns:a16="http://schemas.microsoft.com/office/drawing/2014/main" id="{72DC7AFD-9FF7-4CB0-B486-F0B6EF955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3722"/>
              <a:ext cx="12" cy="12"/>
            </a:xfrm>
            <a:custGeom>
              <a:avLst/>
              <a:gdLst>
                <a:gd name="T0" fmla="*/ 16 w 6"/>
                <a:gd name="T1" fmla="*/ 0 h 6"/>
                <a:gd name="T2" fmla="*/ 48 w 6"/>
                <a:gd name="T3" fmla="*/ 16 h 6"/>
                <a:gd name="T4" fmla="*/ 32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4"/>
                    <a:pt x="5" y="6"/>
                    <a:pt x="6" y="2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4" name="Freeform 7881">
              <a:extLst>
                <a:ext uri="{FF2B5EF4-FFF2-40B4-BE49-F238E27FC236}">
                  <a16:creationId xmlns:a16="http://schemas.microsoft.com/office/drawing/2014/main" id="{16A95E04-5AB3-416F-96EC-728F1BB53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3718"/>
              <a:ext cx="30" cy="16"/>
            </a:xfrm>
            <a:custGeom>
              <a:avLst/>
              <a:gdLst>
                <a:gd name="T0" fmla="*/ 48 w 15"/>
                <a:gd name="T1" fmla="*/ 0 h 8"/>
                <a:gd name="T2" fmla="*/ 56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6" y="0"/>
                  </a:moveTo>
                  <a:cubicBezTo>
                    <a:pt x="0" y="8"/>
                    <a:pt x="15" y="1"/>
                    <a:pt x="7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5" name="Freeform 7882">
              <a:extLst>
                <a:ext uri="{FF2B5EF4-FFF2-40B4-BE49-F238E27FC236}">
                  <a16:creationId xmlns:a16="http://schemas.microsoft.com/office/drawing/2014/main" id="{CF4555CA-4295-425B-A55E-0F81FD35D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738"/>
              <a:ext cx="8" cy="8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32 h 4"/>
                <a:gd name="T4" fmla="*/ 32 w 4"/>
                <a:gd name="T5" fmla="*/ 8 h 4"/>
                <a:gd name="T6" fmla="*/ 24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3"/>
                    <a:pt x="4" y="3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6" name="Freeform 7883">
              <a:extLst>
                <a:ext uri="{FF2B5EF4-FFF2-40B4-BE49-F238E27FC236}">
                  <a16:creationId xmlns:a16="http://schemas.microsoft.com/office/drawing/2014/main" id="{A999A6B3-4CBF-405E-B450-4EAE2FEB3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750"/>
              <a:ext cx="14" cy="16"/>
            </a:xfrm>
            <a:custGeom>
              <a:avLst/>
              <a:gdLst>
                <a:gd name="T0" fmla="*/ 32 w 7"/>
                <a:gd name="T1" fmla="*/ 0 h 8"/>
                <a:gd name="T2" fmla="*/ 24 w 7"/>
                <a:gd name="T3" fmla="*/ 48 h 8"/>
                <a:gd name="T4" fmla="*/ 40 w 7"/>
                <a:gd name="T5" fmla="*/ 2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2" y="1"/>
                    <a:pt x="0" y="5"/>
                    <a:pt x="3" y="6"/>
                  </a:cubicBezTo>
                  <a:cubicBezTo>
                    <a:pt x="5" y="8"/>
                    <a:pt x="7" y="5"/>
                    <a:pt x="5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7" name="Freeform 7884">
              <a:extLst>
                <a:ext uri="{FF2B5EF4-FFF2-40B4-BE49-F238E27FC236}">
                  <a16:creationId xmlns:a16="http://schemas.microsoft.com/office/drawing/2014/main" id="{256B0C82-CA3B-4B5E-9C15-27B3CB801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748"/>
              <a:ext cx="8" cy="10"/>
            </a:xfrm>
            <a:custGeom>
              <a:avLst/>
              <a:gdLst>
                <a:gd name="T0" fmla="*/ 0 w 4"/>
                <a:gd name="T1" fmla="*/ 24 h 5"/>
                <a:gd name="T2" fmla="*/ 16 w 4"/>
                <a:gd name="T3" fmla="*/ 40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8" name="Freeform 7885">
              <a:extLst>
                <a:ext uri="{FF2B5EF4-FFF2-40B4-BE49-F238E27FC236}">
                  <a16:creationId xmlns:a16="http://schemas.microsoft.com/office/drawing/2014/main" id="{5CF40893-0F09-46C1-BA2E-72AB5E129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3716"/>
              <a:ext cx="6" cy="6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9" name="Freeform 7886">
              <a:extLst>
                <a:ext uri="{FF2B5EF4-FFF2-40B4-BE49-F238E27FC236}">
                  <a16:creationId xmlns:a16="http://schemas.microsoft.com/office/drawing/2014/main" id="{F6C85829-99CC-4370-9707-DB5A3CE2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3678"/>
              <a:ext cx="6" cy="6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24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2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0" name="Freeform 7887">
              <a:extLst>
                <a:ext uri="{FF2B5EF4-FFF2-40B4-BE49-F238E27FC236}">
                  <a16:creationId xmlns:a16="http://schemas.microsoft.com/office/drawing/2014/main" id="{4582E24F-DD8F-4FA4-86E1-706E54409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782"/>
              <a:ext cx="6" cy="10"/>
            </a:xfrm>
            <a:custGeom>
              <a:avLst/>
              <a:gdLst>
                <a:gd name="T0" fmla="*/ 0 w 3"/>
                <a:gd name="T1" fmla="*/ 8 h 5"/>
                <a:gd name="T2" fmla="*/ 0 w 3"/>
                <a:gd name="T3" fmla="*/ 32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5"/>
                    <a:pt x="3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1" name="Freeform 7888">
              <a:extLst>
                <a:ext uri="{FF2B5EF4-FFF2-40B4-BE49-F238E27FC236}">
                  <a16:creationId xmlns:a16="http://schemas.microsoft.com/office/drawing/2014/main" id="{648E85EC-DB3F-4FAD-996C-0D6C5DBFE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770"/>
              <a:ext cx="12" cy="12"/>
            </a:xfrm>
            <a:custGeom>
              <a:avLst/>
              <a:gdLst>
                <a:gd name="T0" fmla="*/ 24 w 6"/>
                <a:gd name="T1" fmla="*/ 0 h 6"/>
                <a:gd name="T2" fmla="*/ 32 w 6"/>
                <a:gd name="T3" fmla="*/ 32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0" y="2"/>
                    <a:pt x="2" y="6"/>
                    <a:pt x="4" y="4"/>
                  </a:cubicBezTo>
                  <a:cubicBezTo>
                    <a:pt x="6" y="3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2" name="Freeform 7889">
              <a:extLst>
                <a:ext uri="{FF2B5EF4-FFF2-40B4-BE49-F238E27FC236}">
                  <a16:creationId xmlns:a16="http://schemas.microsoft.com/office/drawing/2014/main" id="{26541422-C533-40A6-A909-313D6349A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760"/>
              <a:ext cx="8" cy="10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40 h 5"/>
                <a:gd name="T4" fmla="*/ 32 w 4"/>
                <a:gd name="T5" fmla="*/ 24 h 5"/>
                <a:gd name="T6" fmla="*/ 24 w 4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4" y="2"/>
                    <a:pt x="3" y="2"/>
                    <a:pt x="3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3" name="Freeform 7890">
              <a:extLst>
                <a:ext uri="{FF2B5EF4-FFF2-40B4-BE49-F238E27FC236}">
                  <a16:creationId xmlns:a16="http://schemas.microsoft.com/office/drawing/2014/main" id="{D32ABBFD-E8EC-42BA-BCEC-FDCCE9354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796"/>
              <a:ext cx="22" cy="12"/>
            </a:xfrm>
            <a:custGeom>
              <a:avLst/>
              <a:gdLst>
                <a:gd name="T0" fmla="*/ 48 w 11"/>
                <a:gd name="T1" fmla="*/ 0 h 6"/>
                <a:gd name="T2" fmla="*/ 64 w 11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6" y="0"/>
                  </a:moveTo>
                  <a:cubicBezTo>
                    <a:pt x="0" y="5"/>
                    <a:pt x="11" y="6"/>
                    <a:pt x="8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4" name="Freeform 7891">
              <a:extLst>
                <a:ext uri="{FF2B5EF4-FFF2-40B4-BE49-F238E27FC236}">
                  <a16:creationId xmlns:a16="http://schemas.microsoft.com/office/drawing/2014/main" id="{DB16963E-BE06-40F2-86E5-16303B790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776"/>
              <a:ext cx="8" cy="6"/>
            </a:xfrm>
            <a:custGeom>
              <a:avLst/>
              <a:gdLst>
                <a:gd name="T0" fmla="*/ 0 w 4"/>
                <a:gd name="T1" fmla="*/ 8 h 3"/>
                <a:gd name="T2" fmla="*/ 16 w 4"/>
                <a:gd name="T3" fmla="*/ 24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5" name="Freeform 7892">
              <a:extLst>
                <a:ext uri="{FF2B5EF4-FFF2-40B4-BE49-F238E27FC236}">
                  <a16:creationId xmlns:a16="http://schemas.microsoft.com/office/drawing/2014/main" id="{D997E9FB-68B3-496D-A5CA-099FBFC3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804"/>
              <a:ext cx="16" cy="20"/>
            </a:xfrm>
            <a:custGeom>
              <a:avLst/>
              <a:gdLst>
                <a:gd name="T0" fmla="*/ 56 w 8"/>
                <a:gd name="T1" fmla="*/ 16 h 10"/>
                <a:gd name="T2" fmla="*/ 64 w 8"/>
                <a:gd name="T3" fmla="*/ 40 h 10"/>
                <a:gd name="T4" fmla="*/ 48 w 8"/>
                <a:gd name="T5" fmla="*/ 3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7" y="2"/>
                  </a:moveTo>
                  <a:cubicBezTo>
                    <a:pt x="0" y="0"/>
                    <a:pt x="4" y="10"/>
                    <a:pt x="8" y="5"/>
                  </a:cubicBezTo>
                  <a:cubicBezTo>
                    <a:pt x="8" y="4"/>
                    <a:pt x="7" y="4"/>
                    <a:pt x="6" y="4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6" name="Freeform 7893">
              <a:extLst>
                <a:ext uri="{FF2B5EF4-FFF2-40B4-BE49-F238E27FC236}">
                  <a16:creationId xmlns:a16="http://schemas.microsoft.com/office/drawing/2014/main" id="{9D2B0B88-D1BF-479F-98D2-2CA555B6E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810"/>
              <a:ext cx="8" cy="6"/>
            </a:xfrm>
            <a:custGeom>
              <a:avLst/>
              <a:gdLst>
                <a:gd name="T0" fmla="*/ 0 w 4"/>
                <a:gd name="T1" fmla="*/ 0 h 3"/>
                <a:gd name="T2" fmla="*/ 0 w 4"/>
                <a:gd name="T3" fmla="*/ 24 h 3"/>
                <a:gd name="T4" fmla="*/ 16 w 4"/>
                <a:gd name="T5" fmla="*/ 0 h 3"/>
                <a:gd name="T6" fmla="*/ 8 w 4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4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7" name="Freeform 7894">
              <a:extLst>
                <a:ext uri="{FF2B5EF4-FFF2-40B4-BE49-F238E27FC236}">
                  <a16:creationId xmlns:a16="http://schemas.microsoft.com/office/drawing/2014/main" id="{6D0B36A6-D4DD-43A7-B419-708C6FA97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794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0 w 8"/>
                <a:gd name="T3" fmla="*/ 32 h 5"/>
                <a:gd name="T4" fmla="*/ 24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4" y="5"/>
                    <a:pt x="8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8" name="Freeform 7895">
              <a:extLst>
                <a:ext uri="{FF2B5EF4-FFF2-40B4-BE49-F238E27FC236}">
                  <a16:creationId xmlns:a16="http://schemas.microsoft.com/office/drawing/2014/main" id="{34AF6A5A-2DBF-43D3-BD6E-BF00FE135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818"/>
              <a:ext cx="18" cy="12"/>
            </a:xfrm>
            <a:custGeom>
              <a:avLst/>
              <a:gdLst>
                <a:gd name="T0" fmla="*/ 56 w 9"/>
                <a:gd name="T1" fmla="*/ 8 h 6"/>
                <a:gd name="T2" fmla="*/ 24 w 9"/>
                <a:gd name="T3" fmla="*/ 40 h 6"/>
                <a:gd name="T4" fmla="*/ 48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1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5" y="6"/>
                    <a:pt x="9" y="2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9" name="Freeform 7896">
              <a:extLst>
                <a:ext uri="{FF2B5EF4-FFF2-40B4-BE49-F238E27FC236}">
                  <a16:creationId xmlns:a16="http://schemas.microsoft.com/office/drawing/2014/main" id="{6FF6BF1A-AE69-4DC0-B1A8-6374F7260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3784"/>
              <a:ext cx="8" cy="6"/>
            </a:xfrm>
            <a:custGeom>
              <a:avLst/>
              <a:gdLst>
                <a:gd name="T0" fmla="*/ 8 w 4"/>
                <a:gd name="T1" fmla="*/ 8 h 3"/>
                <a:gd name="T2" fmla="*/ 0 w 4"/>
                <a:gd name="T3" fmla="*/ 24 h 3"/>
                <a:gd name="T4" fmla="*/ 32 w 4"/>
                <a:gd name="T5" fmla="*/ 8 h 3"/>
                <a:gd name="T6" fmla="*/ 16 w 4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3" y="3"/>
                    <a:pt x="4" y="1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0" name="Freeform 7897">
              <a:extLst>
                <a:ext uri="{FF2B5EF4-FFF2-40B4-BE49-F238E27FC236}">
                  <a16:creationId xmlns:a16="http://schemas.microsoft.com/office/drawing/2014/main" id="{732E220B-B162-4B82-96FF-B7BFB0601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810"/>
              <a:ext cx="12" cy="10"/>
            </a:xfrm>
            <a:custGeom>
              <a:avLst/>
              <a:gdLst>
                <a:gd name="T0" fmla="*/ 40 w 6"/>
                <a:gd name="T1" fmla="*/ 0 h 5"/>
                <a:gd name="T2" fmla="*/ 8 w 6"/>
                <a:gd name="T3" fmla="*/ 32 h 5"/>
                <a:gd name="T4" fmla="*/ 3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4" y="5"/>
                    <a:pt x="6" y="3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1" name="Freeform 7898">
              <a:extLst>
                <a:ext uri="{FF2B5EF4-FFF2-40B4-BE49-F238E27FC236}">
                  <a16:creationId xmlns:a16="http://schemas.microsoft.com/office/drawing/2014/main" id="{27E989D7-7864-4D61-ACD4-9EFC46AC0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800"/>
              <a:ext cx="6" cy="6"/>
            </a:xfrm>
            <a:custGeom>
              <a:avLst/>
              <a:gdLst>
                <a:gd name="T0" fmla="*/ 16 w 3"/>
                <a:gd name="T1" fmla="*/ 0 h 3"/>
                <a:gd name="T2" fmla="*/ 0 w 3"/>
                <a:gd name="T3" fmla="*/ 24 h 3"/>
                <a:gd name="T4" fmla="*/ 24 w 3"/>
                <a:gd name="T5" fmla="*/ 16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2" name="Freeform 7899">
              <a:extLst>
                <a:ext uri="{FF2B5EF4-FFF2-40B4-BE49-F238E27FC236}">
                  <a16:creationId xmlns:a16="http://schemas.microsoft.com/office/drawing/2014/main" id="{29B0D921-60F6-44C0-8E30-40C8B9A64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3776"/>
              <a:ext cx="10" cy="8"/>
            </a:xfrm>
            <a:custGeom>
              <a:avLst/>
              <a:gdLst>
                <a:gd name="T0" fmla="*/ 32 w 5"/>
                <a:gd name="T1" fmla="*/ 0 h 4"/>
                <a:gd name="T2" fmla="*/ 0 w 5"/>
                <a:gd name="T3" fmla="*/ 24 h 4"/>
                <a:gd name="T4" fmla="*/ 40 w 5"/>
                <a:gd name="T5" fmla="*/ 8 h 4"/>
                <a:gd name="T6" fmla="*/ 32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5" y="0"/>
                    <a:pt x="4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3" name="Freeform 7900">
              <a:extLst>
                <a:ext uri="{FF2B5EF4-FFF2-40B4-BE49-F238E27FC236}">
                  <a16:creationId xmlns:a16="http://schemas.microsoft.com/office/drawing/2014/main" id="{DC76C7D3-AE24-41D7-9716-4A232B445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792"/>
              <a:ext cx="20" cy="14"/>
            </a:xfrm>
            <a:custGeom>
              <a:avLst/>
              <a:gdLst>
                <a:gd name="T0" fmla="*/ 56 w 10"/>
                <a:gd name="T1" fmla="*/ 0 h 7"/>
                <a:gd name="T2" fmla="*/ 32 w 10"/>
                <a:gd name="T3" fmla="*/ 48 h 7"/>
                <a:gd name="T4" fmla="*/ 4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7" y="0"/>
                  </a:moveTo>
                  <a:cubicBezTo>
                    <a:pt x="4" y="0"/>
                    <a:pt x="0" y="5"/>
                    <a:pt x="4" y="6"/>
                  </a:cubicBezTo>
                  <a:cubicBezTo>
                    <a:pt x="7" y="7"/>
                    <a:pt x="10" y="2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4" name="Freeform 7901">
              <a:extLst>
                <a:ext uri="{FF2B5EF4-FFF2-40B4-BE49-F238E27FC236}">
                  <a16:creationId xmlns:a16="http://schemas.microsoft.com/office/drawing/2014/main" id="{15705A7E-D0E7-405E-B2CB-C2314D70F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3822"/>
              <a:ext cx="8" cy="8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5" name="Freeform 7902">
              <a:extLst>
                <a:ext uri="{FF2B5EF4-FFF2-40B4-BE49-F238E27FC236}">
                  <a16:creationId xmlns:a16="http://schemas.microsoft.com/office/drawing/2014/main" id="{213C2325-6BA1-498E-93D3-C50A389CB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3836"/>
              <a:ext cx="6" cy="6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4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6" name="Freeform 7903">
              <a:extLst>
                <a:ext uri="{FF2B5EF4-FFF2-40B4-BE49-F238E27FC236}">
                  <a16:creationId xmlns:a16="http://schemas.microsoft.com/office/drawing/2014/main" id="{FCE80A36-98F9-41E5-A88B-A973898CD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3840"/>
              <a:ext cx="4" cy="4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16 h 2"/>
                <a:gd name="T4" fmla="*/ 16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7" name="Freeform 7904">
              <a:extLst>
                <a:ext uri="{FF2B5EF4-FFF2-40B4-BE49-F238E27FC236}">
                  <a16:creationId xmlns:a16="http://schemas.microsoft.com/office/drawing/2014/main" id="{D9428A20-934D-4146-9FD5-C2962CB26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3834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8 w 5"/>
                <a:gd name="T3" fmla="*/ 24 h 4"/>
                <a:gd name="T4" fmla="*/ 0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5" y="4"/>
                    <a:pt x="3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8" name="Freeform 7905">
              <a:extLst>
                <a:ext uri="{FF2B5EF4-FFF2-40B4-BE49-F238E27FC236}">
                  <a16:creationId xmlns:a16="http://schemas.microsoft.com/office/drawing/2014/main" id="{84612444-F087-442F-9922-985F797AC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828"/>
              <a:ext cx="6" cy="6"/>
            </a:xfrm>
            <a:custGeom>
              <a:avLst/>
              <a:gdLst>
                <a:gd name="T0" fmla="*/ 0 w 3"/>
                <a:gd name="T1" fmla="*/ 8 h 3"/>
                <a:gd name="T2" fmla="*/ 0 w 3"/>
                <a:gd name="T3" fmla="*/ 24 h 3"/>
                <a:gd name="T4" fmla="*/ 24 w 3"/>
                <a:gd name="T5" fmla="*/ 8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3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9" name="Freeform 7906">
              <a:extLst>
                <a:ext uri="{FF2B5EF4-FFF2-40B4-BE49-F238E27FC236}">
                  <a16:creationId xmlns:a16="http://schemas.microsoft.com/office/drawing/2014/main" id="{2CD9E9AA-A464-4917-B3E5-02B683CFF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760"/>
              <a:ext cx="18" cy="12"/>
            </a:xfrm>
            <a:custGeom>
              <a:avLst/>
              <a:gdLst>
                <a:gd name="T0" fmla="*/ 40 w 9"/>
                <a:gd name="T1" fmla="*/ 0 h 6"/>
                <a:gd name="T2" fmla="*/ 24 w 9"/>
                <a:gd name="T3" fmla="*/ 32 h 6"/>
                <a:gd name="T4" fmla="*/ 56 w 9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2" y="0"/>
                    <a:pt x="0" y="3"/>
                    <a:pt x="3" y="4"/>
                  </a:cubicBezTo>
                  <a:cubicBezTo>
                    <a:pt x="6" y="6"/>
                    <a:pt x="9" y="3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20" name="Freeform 7907">
              <a:extLst>
                <a:ext uri="{FF2B5EF4-FFF2-40B4-BE49-F238E27FC236}">
                  <a16:creationId xmlns:a16="http://schemas.microsoft.com/office/drawing/2014/main" id="{6ECFBED4-5537-40BB-9E69-34A20799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3768"/>
              <a:ext cx="12" cy="12"/>
            </a:xfrm>
            <a:custGeom>
              <a:avLst/>
              <a:gdLst>
                <a:gd name="T0" fmla="*/ 32 w 6"/>
                <a:gd name="T1" fmla="*/ 0 h 6"/>
                <a:gd name="T2" fmla="*/ 8 w 6"/>
                <a:gd name="T3" fmla="*/ 40 h 6"/>
                <a:gd name="T4" fmla="*/ 32 w 6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4" y="6"/>
                    <a:pt x="6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21" name="Freeform 7908">
              <a:extLst>
                <a:ext uri="{FF2B5EF4-FFF2-40B4-BE49-F238E27FC236}">
                  <a16:creationId xmlns:a16="http://schemas.microsoft.com/office/drawing/2014/main" id="{BE812517-CCBC-47A7-BC5A-6D8A7835E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792"/>
              <a:ext cx="14" cy="12"/>
            </a:xfrm>
            <a:custGeom>
              <a:avLst/>
              <a:gdLst>
                <a:gd name="T0" fmla="*/ 32 w 7"/>
                <a:gd name="T1" fmla="*/ 0 h 6"/>
                <a:gd name="T2" fmla="*/ 40 w 7"/>
                <a:gd name="T3" fmla="*/ 32 h 6"/>
                <a:gd name="T4" fmla="*/ 3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0" y="1"/>
                    <a:pt x="3" y="6"/>
                    <a:pt x="5" y="4"/>
                  </a:cubicBezTo>
                  <a:cubicBezTo>
                    <a:pt x="7" y="2"/>
                    <a:pt x="6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22" name="Freeform 7909">
              <a:extLst>
                <a:ext uri="{FF2B5EF4-FFF2-40B4-BE49-F238E27FC236}">
                  <a16:creationId xmlns:a16="http://schemas.microsoft.com/office/drawing/2014/main" id="{3541D0EE-1922-4CC2-B6A2-844B9406B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760"/>
              <a:ext cx="12" cy="12"/>
            </a:xfrm>
            <a:custGeom>
              <a:avLst/>
              <a:gdLst>
                <a:gd name="T0" fmla="*/ 16 w 6"/>
                <a:gd name="T1" fmla="*/ 24 h 6"/>
                <a:gd name="T2" fmla="*/ 8 w 6"/>
                <a:gd name="T3" fmla="*/ 48 h 6"/>
                <a:gd name="T4" fmla="*/ 48 w 6"/>
                <a:gd name="T5" fmla="*/ 8 h 6"/>
                <a:gd name="T6" fmla="*/ 32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3"/>
                  </a:moveTo>
                  <a:cubicBezTo>
                    <a:pt x="1" y="3"/>
                    <a:pt x="0" y="5"/>
                    <a:pt x="1" y="6"/>
                  </a:cubicBezTo>
                  <a:cubicBezTo>
                    <a:pt x="4" y="6"/>
                    <a:pt x="6" y="4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23" name="Freeform 7910">
              <a:extLst>
                <a:ext uri="{FF2B5EF4-FFF2-40B4-BE49-F238E27FC236}">
                  <a16:creationId xmlns:a16="http://schemas.microsoft.com/office/drawing/2014/main" id="{8ECB08B1-1301-4501-B01B-7824B0701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722"/>
              <a:ext cx="6" cy="8"/>
            </a:xfrm>
            <a:custGeom>
              <a:avLst/>
              <a:gdLst>
                <a:gd name="T0" fmla="*/ 24 w 3"/>
                <a:gd name="T1" fmla="*/ 0 h 4"/>
                <a:gd name="T2" fmla="*/ 0 w 3"/>
                <a:gd name="T3" fmla="*/ 32 h 4"/>
                <a:gd name="T4" fmla="*/ 16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4"/>
                    <a:pt x="2" y="3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24" name="Freeform 7911">
              <a:extLst>
                <a:ext uri="{FF2B5EF4-FFF2-40B4-BE49-F238E27FC236}">
                  <a16:creationId xmlns:a16="http://schemas.microsoft.com/office/drawing/2014/main" id="{0D5377F1-85A6-4FA0-8713-7F2F1C09B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3722"/>
              <a:ext cx="36" cy="12"/>
            </a:xfrm>
            <a:custGeom>
              <a:avLst/>
              <a:gdLst>
                <a:gd name="T0" fmla="*/ 72 w 18"/>
                <a:gd name="T1" fmla="*/ 8 h 6"/>
                <a:gd name="T2" fmla="*/ 80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9" y="1"/>
                  </a:moveTo>
                  <a:cubicBezTo>
                    <a:pt x="0" y="6"/>
                    <a:pt x="18" y="6"/>
                    <a:pt x="1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25" name="Freeform 7912">
              <a:extLst>
                <a:ext uri="{FF2B5EF4-FFF2-40B4-BE49-F238E27FC236}">
                  <a16:creationId xmlns:a16="http://schemas.microsoft.com/office/drawing/2014/main" id="{05553C71-3105-44B1-9C8B-798AB222C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682"/>
              <a:ext cx="14" cy="14"/>
            </a:xfrm>
            <a:custGeom>
              <a:avLst/>
              <a:gdLst>
                <a:gd name="T0" fmla="*/ 24 w 7"/>
                <a:gd name="T1" fmla="*/ 0 h 7"/>
                <a:gd name="T2" fmla="*/ 24 w 7"/>
                <a:gd name="T3" fmla="*/ 48 h 7"/>
                <a:gd name="T4" fmla="*/ 32 w 7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2"/>
                    <a:pt x="0" y="7"/>
                    <a:pt x="3" y="6"/>
                  </a:cubicBezTo>
                  <a:cubicBezTo>
                    <a:pt x="6" y="6"/>
                    <a:pt x="7" y="3"/>
                    <a:pt x="4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26" name="Freeform 7913">
              <a:extLst>
                <a:ext uri="{FF2B5EF4-FFF2-40B4-BE49-F238E27FC236}">
                  <a16:creationId xmlns:a16="http://schemas.microsoft.com/office/drawing/2014/main" id="{EE7478CD-71A8-4CD3-BF87-DC4A7FC36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720"/>
              <a:ext cx="26" cy="14"/>
            </a:xfrm>
            <a:custGeom>
              <a:avLst/>
              <a:gdLst>
                <a:gd name="T0" fmla="*/ 72 w 13"/>
                <a:gd name="T1" fmla="*/ 0 h 7"/>
                <a:gd name="T2" fmla="*/ 64 w 13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9" y="0"/>
                  </a:moveTo>
                  <a:cubicBezTo>
                    <a:pt x="0" y="0"/>
                    <a:pt x="13" y="7"/>
                    <a:pt x="8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27" name="Freeform 7914">
              <a:extLst>
                <a:ext uri="{FF2B5EF4-FFF2-40B4-BE49-F238E27FC236}">
                  <a16:creationId xmlns:a16="http://schemas.microsoft.com/office/drawing/2014/main" id="{C317F422-B4AD-4E91-BC9C-EF70F9CFA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746"/>
              <a:ext cx="8" cy="8"/>
            </a:xfrm>
            <a:custGeom>
              <a:avLst/>
              <a:gdLst>
                <a:gd name="T0" fmla="*/ 8 w 4"/>
                <a:gd name="T1" fmla="*/ 8 h 4"/>
                <a:gd name="T2" fmla="*/ 8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28" name="Freeform 7915">
              <a:extLst>
                <a:ext uri="{FF2B5EF4-FFF2-40B4-BE49-F238E27FC236}">
                  <a16:creationId xmlns:a16="http://schemas.microsoft.com/office/drawing/2014/main" id="{FB0207C0-DCAB-473B-B4AE-FFD3A977F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3770"/>
              <a:ext cx="8" cy="8"/>
            </a:xfrm>
            <a:custGeom>
              <a:avLst/>
              <a:gdLst>
                <a:gd name="T0" fmla="*/ 8 w 4"/>
                <a:gd name="T1" fmla="*/ 8 h 4"/>
                <a:gd name="T2" fmla="*/ 8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29" name="Freeform 7916">
              <a:extLst>
                <a:ext uri="{FF2B5EF4-FFF2-40B4-BE49-F238E27FC236}">
                  <a16:creationId xmlns:a16="http://schemas.microsoft.com/office/drawing/2014/main" id="{8461393E-4D68-4E85-851B-E5EDCEC9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740"/>
              <a:ext cx="6" cy="10"/>
            </a:xfrm>
            <a:custGeom>
              <a:avLst/>
              <a:gdLst>
                <a:gd name="T0" fmla="*/ 8 w 3"/>
                <a:gd name="T1" fmla="*/ 8 h 5"/>
                <a:gd name="T2" fmla="*/ 8 w 3"/>
                <a:gd name="T3" fmla="*/ 40 h 5"/>
                <a:gd name="T4" fmla="*/ 16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0" name="Freeform 7917">
              <a:extLst>
                <a:ext uri="{FF2B5EF4-FFF2-40B4-BE49-F238E27FC236}">
                  <a16:creationId xmlns:a16="http://schemas.microsoft.com/office/drawing/2014/main" id="{E841BEFF-B56F-4465-9DFD-C91C24D52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650"/>
              <a:ext cx="12" cy="12"/>
            </a:xfrm>
            <a:custGeom>
              <a:avLst/>
              <a:gdLst>
                <a:gd name="T0" fmla="*/ 40 w 6"/>
                <a:gd name="T1" fmla="*/ 0 h 6"/>
                <a:gd name="T2" fmla="*/ 48 w 6"/>
                <a:gd name="T3" fmla="*/ 1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0" y="0"/>
                    <a:pt x="4" y="6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1" name="Freeform 7918">
              <a:extLst>
                <a:ext uri="{FF2B5EF4-FFF2-40B4-BE49-F238E27FC236}">
                  <a16:creationId xmlns:a16="http://schemas.microsoft.com/office/drawing/2014/main" id="{248BB5BC-8FFD-4F2B-9E40-12B6E2E5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3626"/>
              <a:ext cx="16" cy="10"/>
            </a:xfrm>
            <a:custGeom>
              <a:avLst/>
              <a:gdLst>
                <a:gd name="T0" fmla="*/ 24 w 8"/>
                <a:gd name="T1" fmla="*/ 0 h 5"/>
                <a:gd name="T2" fmla="*/ 48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4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2" name="Freeform 7919">
              <a:extLst>
                <a:ext uri="{FF2B5EF4-FFF2-40B4-BE49-F238E27FC236}">
                  <a16:creationId xmlns:a16="http://schemas.microsoft.com/office/drawing/2014/main" id="{7CB1808D-6AD5-4814-81A7-1F1C22A08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590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24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2" y="3"/>
                    <a:pt x="2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3" name="Freeform 7920">
              <a:extLst>
                <a:ext uri="{FF2B5EF4-FFF2-40B4-BE49-F238E27FC236}">
                  <a16:creationId xmlns:a16="http://schemas.microsoft.com/office/drawing/2014/main" id="{D44AF2BA-E906-41A6-B556-90B9E9FA2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3582"/>
              <a:ext cx="6" cy="8"/>
            </a:xfrm>
            <a:custGeom>
              <a:avLst/>
              <a:gdLst>
                <a:gd name="T0" fmla="*/ 16 w 3"/>
                <a:gd name="T1" fmla="*/ 8 h 4"/>
                <a:gd name="T2" fmla="*/ 0 w 3"/>
                <a:gd name="T3" fmla="*/ 24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4" name="Freeform 7921">
              <a:extLst>
                <a:ext uri="{FF2B5EF4-FFF2-40B4-BE49-F238E27FC236}">
                  <a16:creationId xmlns:a16="http://schemas.microsoft.com/office/drawing/2014/main" id="{66D1A7C5-070F-49BE-A219-B42610A0D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550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5" name="Freeform 7922">
              <a:extLst>
                <a:ext uri="{FF2B5EF4-FFF2-40B4-BE49-F238E27FC236}">
                  <a16:creationId xmlns:a16="http://schemas.microsoft.com/office/drawing/2014/main" id="{A58C921B-A100-4716-BFEB-8869A4644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502"/>
              <a:ext cx="12" cy="14"/>
            </a:xfrm>
            <a:custGeom>
              <a:avLst/>
              <a:gdLst>
                <a:gd name="T0" fmla="*/ 8 w 6"/>
                <a:gd name="T1" fmla="*/ 24 h 7"/>
                <a:gd name="T2" fmla="*/ 8 w 6"/>
                <a:gd name="T3" fmla="*/ 48 h 7"/>
                <a:gd name="T4" fmla="*/ 16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4" y="7"/>
                    <a:pt x="6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6" name="Freeform 7923">
              <a:extLst>
                <a:ext uri="{FF2B5EF4-FFF2-40B4-BE49-F238E27FC236}">
                  <a16:creationId xmlns:a16="http://schemas.microsoft.com/office/drawing/2014/main" id="{A8800FB1-6265-420C-91BB-054C07D4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508"/>
              <a:ext cx="8" cy="8"/>
            </a:xfrm>
            <a:custGeom>
              <a:avLst/>
              <a:gdLst>
                <a:gd name="T0" fmla="*/ 32 w 4"/>
                <a:gd name="T1" fmla="*/ 8 h 4"/>
                <a:gd name="T2" fmla="*/ 16 w 4"/>
                <a:gd name="T3" fmla="*/ 0 h 4"/>
                <a:gd name="T4" fmla="*/ 0 w 4"/>
                <a:gd name="T5" fmla="*/ 32 h 4"/>
                <a:gd name="T6" fmla="*/ 24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2" y="4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7" name="Freeform 7924">
              <a:extLst>
                <a:ext uri="{FF2B5EF4-FFF2-40B4-BE49-F238E27FC236}">
                  <a16:creationId xmlns:a16="http://schemas.microsoft.com/office/drawing/2014/main" id="{28517F05-C180-4F8B-BF9F-F17E68466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472"/>
              <a:ext cx="16" cy="10"/>
            </a:xfrm>
            <a:custGeom>
              <a:avLst/>
              <a:gdLst>
                <a:gd name="T0" fmla="*/ 48 w 8"/>
                <a:gd name="T1" fmla="*/ 0 h 5"/>
                <a:gd name="T2" fmla="*/ 32 w 8"/>
                <a:gd name="T3" fmla="*/ 32 h 5"/>
                <a:gd name="T4" fmla="*/ 56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6" y="0"/>
                  </a:moveTo>
                  <a:cubicBezTo>
                    <a:pt x="4" y="0"/>
                    <a:pt x="0" y="3"/>
                    <a:pt x="4" y="4"/>
                  </a:cubicBezTo>
                  <a:cubicBezTo>
                    <a:pt x="7" y="5"/>
                    <a:pt x="8" y="1"/>
                    <a:pt x="7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8" name="Freeform 7925">
              <a:extLst>
                <a:ext uri="{FF2B5EF4-FFF2-40B4-BE49-F238E27FC236}">
                  <a16:creationId xmlns:a16="http://schemas.microsoft.com/office/drawing/2014/main" id="{FF06BEFB-AC3B-49F2-BA7A-C2B590A48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436"/>
              <a:ext cx="10" cy="12"/>
            </a:xfrm>
            <a:custGeom>
              <a:avLst/>
              <a:gdLst>
                <a:gd name="T0" fmla="*/ 8 w 5"/>
                <a:gd name="T1" fmla="*/ 16 h 6"/>
                <a:gd name="T2" fmla="*/ 0 w 5"/>
                <a:gd name="T3" fmla="*/ 48 h 6"/>
                <a:gd name="T4" fmla="*/ 8 w 5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5" y="6"/>
                    <a:pt x="5" y="0"/>
                    <a:pt x="1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9" name="Freeform 7926">
              <a:extLst>
                <a:ext uri="{FF2B5EF4-FFF2-40B4-BE49-F238E27FC236}">
                  <a16:creationId xmlns:a16="http://schemas.microsoft.com/office/drawing/2014/main" id="{E3102F01-FCD7-45E7-8B3F-51623304B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478"/>
              <a:ext cx="6" cy="10"/>
            </a:xfrm>
            <a:custGeom>
              <a:avLst/>
              <a:gdLst>
                <a:gd name="T0" fmla="*/ 16 w 3"/>
                <a:gd name="T1" fmla="*/ 8 h 5"/>
                <a:gd name="T2" fmla="*/ 0 w 3"/>
                <a:gd name="T3" fmla="*/ 40 h 5"/>
                <a:gd name="T4" fmla="*/ 16 w 3"/>
                <a:gd name="T5" fmla="*/ 0 h 5"/>
                <a:gd name="T6" fmla="*/ 8 w 3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5"/>
                    <a:pt x="3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0" name="Freeform 7927">
              <a:extLst>
                <a:ext uri="{FF2B5EF4-FFF2-40B4-BE49-F238E27FC236}">
                  <a16:creationId xmlns:a16="http://schemas.microsoft.com/office/drawing/2014/main" id="{BF32D916-999C-4359-883F-7B6377426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3528"/>
              <a:ext cx="8" cy="8"/>
            </a:xfrm>
            <a:custGeom>
              <a:avLst/>
              <a:gdLst>
                <a:gd name="T0" fmla="*/ 8 w 4"/>
                <a:gd name="T1" fmla="*/ 8 h 4"/>
                <a:gd name="T2" fmla="*/ 8 w 4"/>
                <a:gd name="T3" fmla="*/ 32 h 4"/>
                <a:gd name="T4" fmla="*/ 8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3"/>
                    <a:pt x="4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1" name="Freeform 7928">
              <a:extLst>
                <a:ext uri="{FF2B5EF4-FFF2-40B4-BE49-F238E27FC236}">
                  <a16:creationId xmlns:a16="http://schemas.microsoft.com/office/drawing/2014/main" id="{ECE381C2-3C55-4830-9100-F2578AC0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548"/>
              <a:ext cx="10" cy="10"/>
            </a:xfrm>
            <a:custGeom>
              <a:avLst/>
              <a:gdLst>
                <a:gd name="T0" fmla="*/ 16 w 5"/>
                <a:gd name="T1" fmla="*/ 0 h 5"/>
                <a:gd name="T2" fmla="*/ 24 w 5"/>
                <a:gd name="T3" fmla="*/ 40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4"/>
                    <a:pt x="3" y="5"/>
                  </a:cubicBezTo>
                  <a:cubicBezTo>
                    <a:pt x="5" y="3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2" name="Freeform 7929">
              <a:extLst>
                <a:ext uri="{FF2B5EF4-FFF2-40B4-BE49-F238E27FC236}">
                  <a16:creationId xmlns:a16="http://schemas.microsoft.com/office/drawing/2014/main" id="{31B28553-F2EF-443C-9088-5E354AD07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578"/>
              <a:ext cx="4" cy="4"/>
            </a:xfrm>
            <a:custGeom>
              <a:avLst/>
              <a:gdLst>
                <a:gd name="T0" fmla="*/ 16 w 2"/>
                <a:gd name="T1" fmla="*/ 0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0" y="2"/>
                    <a:pt x="1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3" name="Freeform 7930">
              <a:extLst>
                <a:ext uri="{FF2B5EF4-FFF2-40B4-BE49-F238E27FC236}">
                  <a16:creationId xmlns:a16="http://schemas.microsoft.com/office/drawing/2014/main" id="{445D002F-6240-4A4F-9CD0-895FE923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596"/>
              <a:ext cx="6" cy="8"/>
            </a:xfrm>
            <a:custGeom>
              <a:avLst/>
              <a:gdLst>
                <a:gd name="T0" fmla="*/ 24 w 3"/>
                <a:gd name="T1" fmla="*/ 8 h 4"/>
                <a:gd name="T2" fmla="*/ 16 w 3"/>
                <a:gd name="T3" fmla="*/ 0 h 4"/>
                <a:gd name="T4" fmla="*/ 8 w 3"/>
                <a:gd name="T5" fmla="*/ 32 h 4"/>
                <a:gd name="T6" fmla="*/ 16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1"/>
                    <a:pt x="0" y="2"/>
                    <a:pt x="1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4" name="Freeform 7931">
              <a:extLst>
                <a:ext uri="{FF2B5EF4-FFF2-40B4-BE49-F238E27FC236}">
                  <a16:creationId xmlns:a16="http://schemas.microsoft.com/office/drawing/2014/main" id="{6AC02370-8087-453A-A32A-55EE735D5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636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8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5" name="Freeform 7932">
              <a:extLst>
                <a:ext uri="{FF2B5EF4-FFF2-40B4-BE49-F238E27FC236}">
                  <a16:creationId xmlns:a16="http://schemas.microsoft.com/office/drawing/2014/main" id="{7341A60C-C827-4080-A1C5-D02D472F8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3664"/>
              <a:ext cx="12" cy="14"/>
            </a:xfrm>
            <a:custGeom>
              <a:avLst/>
              <a:gdLst>
                <a:gd name="T0" fmla="*/ 16 w 6"/>
                <a:gd name="T1" fmla="*/ 0 h 7"/>
                <a:gd name="T2" fmla="*/ 8 w 6"/>
                <a:gd name="T3" fmla="*/ 56 h 7"/>
                <a:gd name="T4" fmla="*/ 48 w 6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4" y="6"/>
                    <a:pt x="6" y="4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6" name="Freeform 7933">
              <a:extLst>
                <a:ext uri="{FF2B5EF4-FFF2-40B4-BE49-F238E27FC236}">
                  <a16:creationId xmlns:a16="http://schemas.microsoft.com/office/drawing/2014/main" id="{E37F955C-8D7D-4CAE-9D68-5F9021475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404"/>
              <a:ext cx="6" cy="8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7" name="Freeform 7934">
              <a:extLst>
                <a:ext uri="{FF2B5EF4-FFF2-40B4-BE49-F238E27FC236}">
                  <a16:creationId xmlns:a16="http://schemas.microsoft.com/office/drawing/2014/main" id="{8F16E098-ED9F-449B-8DDF-EA4783272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396"/>
              <a:ext cx="8" cy="8"/>
            </a:xfrm>
            <a:custGeom>
              <a:avLst/>
              <a:gdLst>
                <a:gd name="T0" fmla="*/ 16 w 4"/>
                <a:gd name="T1" fmla="*/ 0 h 4"/>
                <a:gd name="T2" fmla="*/ 16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8" name="Freeform 7935">
              <a:extLst>
                <a:ext uri="{FF2B5EF4-FFF2-40B4-BE49-F238E27FC236}">
                  <a16:creationId xmlns:a16="http://schemas.microsoft.com/office/drawing/2014/main" id="{7D863B64-7FC6-4747-9919-749DF4A7C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356"/>
              <a:ext cx="6" cy="8"/>
            </a:xfrm>
            <a:custGeom>
              <a:avLst/>
              <a:gdLst>
                <a:gd name="T0" fmla="*/ 0 w 3"/>
                <a:gd name="T1" fmla="*/ 16 h 4"/>
                <a:gd name="T2" fmla="*/ 0 w 3"/>
                <a:gd name="T3" fmla="*/ 32 h 4"/>
                <a:gd name="T4" fmla="*/ 24 w 3"/>
                <a:gd name="T5" fmla="*/ 8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9" name="Freeform 7936">
              <a:extLst>
                <a:ext uri="{FF2B5EF4-FFF2-40B4-BE49-F238E27FC236}">
                  <a16:creationId xmlns:a16="http://schemas.microsoft.com/office/drawing/2014/main" id="{73DA6311-E373-44A2-98E2-706CA14DF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352"/>
              <a:ext cx="6" cy="10"/>
            </a:xfrm>
            <a:custGeom>
              <a:avLst/>
              <a:gdLst>
                <a:gd name="T0" fmla="*/ 0 w 3"/>
                <a:gd name="T1" fmla="*/ 24 h 5"/>
                <a:gd name="T2" fmla="*/ 8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0" name="Freeform 7937">
              <a:extLst>
                <a:ext uri="{FF2B5EF4-FFF2-40B4-BE49-F238E27FC236}">
                  <a16:creationId xmlns:a16="http://schemas.microsoft.com/office/drawing/2014/main" id="{02B50A17-0D35-4918-8FE7-79C02673B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320"/>
              <a:ext cx="6" cy="10"/>
            </a:xfrm>
            <a:custGeom>
              <a:avLst/>
              <a:gdLst>
                <a:gd name="T0" fmla="*/ 8 w 3"/>
                <a:gd name="T1" fmla="*/ 16 h 5"/>
                <a:gd name="T2" fmla="*/ 0 w 3"/>
                <a:gd name="T3" fmla="*/ 40 h 5"/>
                <a:gd name="T4" fmla="*/ 16 w 3"/>
                <a:gd name="T5" fmla="*/ 0 h 5"/>
                <a:gd name="T6" fmla="*/ 8 w 3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1" name="Freeform 7938">
              <a:extLst>
                <a:ext uri="{FF2B5EF4-FFF2-40B4-BE49-F238E27FC236}">
                  <a16:creationId xmlns:a16="http://schemas.microsoft.com/office/drawing/2014/main" id="{0C88CD53-054C-4091-95FA-35204E422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3300"/>
              <a:ext cx="10" cy="12"/>
            </a:xfrm>
            <a:custGeom>
              <a:avLst/>
              <a:gdLst>
                <a:gd name="T0" fmla="*/ 24 w 5"/>
                <a:gd name="T1" fmla="*/ 0 h 6"/>
                <a:gd name="T2" fmla="*/ 8 w 5"/>
                <a:gd name="T3" fmla="*/ 48 h 6"/>
                <a:gd name="T4" fmla="*/ 24 w 5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4" y="6"/>
                    <a:pt x="5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2" name="Freeform 7939">
              <a:extLst>
                <a:ext uri="{FF2B5EF4-FFF2-40B4-BE49-F238E27FC236}">
                  <a16:creationId xmlns:a16="http://schemas.microsoft.com/office/drawing/2014/main" id="{F7EA1946-879A-433F-BD8D-ABFB2D648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342"/>
              <a:ext cx="10" cy="10"/>
            </a:xfrm>
            <a:custGeom>
              <a:avLst/>
              <a:gdLst>
                <a:gd name="T0" fmla="*/ 40 w 5"/>
                <a:gd name="T1" fmla="*/ 0 h 5"/>
                <a:gd name="T2" fmla="*/ 16 w 5"/>
                <a:gd name="T3" fmla="*/ 40 h 5"/>
                <a:gd name="T4" fmla="*/ 3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5" y="4"/>
                    <a:pt x="5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3" name="Freeform 7940">
              <a:extLst>
                <a:ext uri="{FF2B5EF4-FFF2-40B4-BE49-F238E27FC236}">
                  <a16:creationId xmlns:a16="http://schemas.microsoft.com/office/drawing/2014/main" id="{0C98993F-1EA0-4726-A522-2D67AE737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392"/>
              <a:ext cx="6" cy="8"/>
            </a:xfrm>
            <a:custGeom>
              <a:avLst/>
              <a:gdLst>
                <a:gd name="T0" fmla="*/ 24 w 3"/>
                <a:gd name="T1" fmla="*/ 0 h 4"/>
                <a:gd name="T2" fmla="*/ 8 w 3"/>
                <a:gd name="T3" fmla="*/ 32 h 4"/>
                <a:gd name="T4" fmla="*/ 16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4" name="Freeform 7941">
              <a:extLst>
                <a:ext uri="{FF2B5EF4-FFF2-40B4-BE49-F238E27FC236}">
                  <a16:creationId xmlns:a16="http://schemas.microsoft.com/office/drawing/2014/main" id="{08E0B652-41B8-49AB-AA63-5E6BD9D32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450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5" name="Freeform 7942">
              <a:extLst>
                <a:ext uri="{FF2B5EF4-FFF2-40B4-BE49-F238E27FC236}">
                  <a16:creationId xmlns:a16="http://schemas.microsoft.com/office/drawing/2014/main" id="{59DFB503-BCEE-469B-93A7-E5D2E5440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292"/>
              <a:ext cx="8" cy="6"/>
            </a:xfrm>
            <a:custGeom>
              <a:avLst/>
              <a:gdLst>
                <a:gd name="T0" fmla="*/ 16 w 4"/>
                <a:gd name="T1" fmla="*/ 0 h 3"/>
                <a:gd name="T2" fmla="*/ 8 w 4"/>
                <a:gd name="T3" fmla="*/ 16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3" y="3"/>
                    <a:pt x="4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6" name="Freeform 7943">
              <a:extLst>
                <a:ext uri="{FF2B5EF4-FFF2-40B4-BE49-F238E27FC236}">
                  <a16:creationId xmlns:a16="http://schemas.microsoft.com/office/drawing/2014/main" id="{648A91B9-6AC7-45DE-B3FC-4B5F34B44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272"/>
              <a:ext cx="12" cy="14"/>
            </a:xfrm>
            <a:custGeom>
              <a:avLst/>
              <a:gdLst>
                <a:gd name="T0" fmla="*/ 32 w 6"/>
                <a:gd name="T1" fmla="*/ 0 h 7"/>
                <a:gd name="T2" fmla="*/ 16 w 6"/>
                <a:gd name="T3" fmla="*/ 48 h 7"/>
                <a:gd name="T4" fmla="*/ 2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0" y="5"/>
                    <a:pt x="2" y="6"/>
                  </a:cubicBezTo>
                  <a:cubicBezTo>
                    <a:pt x="6" y="7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7" name="Freeform 7944">
              <a:extLst>
                <a:ext uri="{FF2B5EF4-FFF2-40B4-BE49-F238E27FC236}">
                  <a16:creationId xmlns:a16="http://schemas.microsoft.com/office/drawing/2014/main" id="{F5FCC70F-9D4B-469A-9CDA-453F332B4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3226"/>
              <a:ext cx="8" cy="8"/>
            </a:xfrm>
            <a:custGeom>
              <a:avLst/>
              <a:gdLst>
                <a:gd name="T0" fmla="*/ 24 w 4"/>
                <a:gd name="T1" fmla="*/ 8 h 4"/>
                <a:gd name="T2" fmla="*/ 0 w 4"/>
                <a:gd name="T3" fmla="*/ 24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8" name="Freeform 7945">
              <a:extLst>
                <a:ext uri="{FF2B5EF4-FFF2-40B4-BE49-F238E27FC236}">
                  <a16:creationId xmlns:a16="http://schemas.microsoft.com/office/drawing/2014/main" id="{7F041D37-213A-4AB1-B4C1-58139E90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204"/>
              <a:ext cx="6" cy="6"/>
            </a:xfrm>
            <a:custGeom>
              <a:avLst/>
              <a:gdLst>
                <a:gd name="T0" fmla="*/ 16 w 3"/>
                <a:gd name="T1" fmla="*/ 0 h 3"/>
                <a:gd name="T2" fmla="*/ 0 w 3"/>
                <a:gd name="T3" fmla="*/ 24 h 3"/>
                <a:gd name="T4" fmla="*/ 16 w 3"/>
                <a:gd name="T5" fmla="*/ 0 h 3"/>
                <a:gd name="T6" fmla="*/ 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3"/>
                    <a:pt x="3" y="2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9" name="Freeform 7946">
              <a:extLst>
                <a:ext uri="{FF2B5EF4-FFF2-40B4-BE49-F238E27FC236}">
                  <a16:creationId xmlns:a16="http://schemas.microsoft.com/office/drawing/2014/main" id="{237B9FF0-7A6A-44F4-9FDA-F02957E22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242"/>
              <a:ext cx="8" cy="14"/>
            </a:xfrm>
            <a:custGeom>
              <a:avLst/>
              <a:gdLst>
                <a:gd name="T0" fmla="*/ 24 w 4"/>
                <a:gd name="T1" fmla="*/ 16 h 7"/>
                <a:gd name="T2" fmla="*/ 8 w 4"/>
                <a:gd name="T3" fmla="*/ 56 h 7"/>
                <a:gd name="T4" fmla="*/ 16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2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4" y="5"/>
                    <a:pt x="4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0" name="Freeform 7947">
              <a:extLst>
                <a:ext uri="{FF2B5EF4-FFF2-40B4-BE49-F238E27FC236}">
                  <a16:creationId xmlns:a16="http://schemas.microsoft.com/office/drawing/2014/main" id="{773248FB-FBF0-4490-A27A-A9183D6FE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208"/>
              <a:ext cx="10" cy="8"/>
            </a:xfrm>
            <a:custGeom>
              <a:avLst/>
              <a:gdLst>
                <a:gd name="T0" fmla="*/ 24 w 5"/>
                <a:gd name="T1" fmla="*/ 0 h 4"/>
                <a:gd name="T2" fmla="*/ 0 w 5"/>
                <a:gd name="T3" fmla="*/ 24 h 4"/>
                <a:gd name="T4" fmla="*/ 40 w 5"/>
                <a:gd name="T5" fmla="*/ 8 h 4"/>
                <a:gd name="T6" fmla="*/ 16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1" name="Freeform 7948">
              <a:extLst>
                <a:ext uri="{FF2B5EF4-FFF2-40B4-BE49-F238E27FC236}">
                  <a16:creationId xmlns:a16="http://schemas.microsoft.com/office/drawing/2014/main" id="{4200C584-271C-49A0-B23F-85FB3A452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240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32 h 5"/>
                <a:gd name="T4" fmla="*/ 32 w 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3" y="4"/>
                    <a:pt x="4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2" name="Freeform 7949">
              <a:extLst>
                <a:ext uri="{FF2B5EF4-FFF2-40B4-BE49-F238E27FC236}">
                  <a16:creationId xmlns:a16="http://schemas.microsoft.com/office/drawing/2014/main" id="{44591C93-4A40-463B-8134-B4F5505BC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960"/>
              <a:ext cx="6" cy="10"/>
            </a:xfrm>
            <a:custGeom>
              <a:avLst/>
              <a:gdLst>
                <a:gd name="T0" fmla="*/ 0 w 3"/>
                <a:gd name="T1" fmla="*/ 16 h 5"/>
                <a:gd name="T2" fmla="*/ 8 w 3"/>
                <a:gd name="T3" fmla="*/ 40 h 5"/>
                <a:gd name="T4" fmla="*/ 8 w 3"/>
                <a:gd name="T5" fmla="*/ 0 h 5"/>
                <a:gd name="T6" fmla="*/ 0 w 3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3"/>
                    <a:pt x="3" y="2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3" name="Freeform 7950">
              <a:extLst>
                <a:ext uri="{FF2B5EF4-FFF2-40B4-BE49-F238E27FC236}">
                  <a16:creationId xmlns:a16="http://schemas.microsoft.com/office/drawing/2014/main" id="{C2584086-0112-4F59-95A2-5EA9930D5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002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4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5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4" name="Freeform 7951">
              <a:extLst>
                <a:ext uri="{FF2B5EF4-FFF2-40B4-BE49-F238E27FC236}">
                  <a16:creationId xmlns:a16="http://schemas.microsoft.com/office/drawing/2014/main" id="{51BF3EF3-0948-4905-BDC0-F2D76E9AA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071"/>
              <a:ext cx="6" cy="6"/>
            </a:xfrm>
            <a:custGeom>
              <a:avLst/>
              <a:gdLst>
                <a:gd name="T0" fmla="*/ 16 w 3"/>
                <a:gd name="T1" fmla="*/ 8 h 3"/>
                <a:gd name="T2" fmla="*/ 8 w 3"/>
                <a:gd name="T3" fmla="*/ 0 h 3"/>
                <a:gd name="T4" fmla="*/ 8 w 3"/>
                <a:gd name="T5" fmla="*/ 24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5" name="Freeform 7952">
              <a:extLst>
                <a:ext uri="{FF2B5EF4-FFF2-40B4-BE49-F238E27FC236}">
                  <a16:creationId xmlns:a16="http://schemas.microsoft.com/office/drawing/2014/main" id="{B9BD9442-B9D8-4D77-9951-7F20B9D68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46"/>
              <a:ext cx="6" cy="9"/>
            </a:xfrm>
            <a:custGeom>
              <a:avLst/>
              <a:gdLst>
                <a:gd name="T0" fmla="*/ 0 w 3"/>
                <a:gd name="T1" fmla="*/ 11 h 4"/>
                <a:gd name="T2" fmla="*/ 8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6" name="Freeform 7953">
              <a:extLst>
                <a:ext uri="{FF2B5EF4-FFF2-40B4-BE49-F238E27FC236}">
                  <a16:creationId xmlns:a16="http://schemas.microsoft.com/office/drawing/2014/main" id="{38DF7AEE-38B8-46FC-9CB5-889BE9258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022"/>
              <a:ext cx="6" cy="12"/>
            </a:xfrm>
            <a:custGeom>
              <a:avLst/>
              <a:gdLst>
                <a:gd name="T0" fmla="*/ 0 w 3"/>
                <a:gd name="T1" fmla="*/ 16 h 6"/>
                <a:gd name="T2" fmla="*/ 8 w 3"/>
                <a:gd name="T3" fmla="*/ 48 h 6"/>
                <a:gd name="T4" fmla="*/ 0 w 3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2"/>
                  </a:moveTo>
                  <a:cubicBezTo>
                    <a:pt x="0" y="3"/>
                    <a:pt x="1" y="5"/>
                    <a:pt x="1" y="6"/>
                  </a:cubicBezTo>
                  <a:cubicBezTo>
                    <a:pt x="3" y="4"/>
                    <a:pt x="3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7" name="Freeform 7954">
              <a:extLst>
                <a:ext uri="{FF2B5EF4-FFF2-40B4-BE49-F238E27FC236}">
                  <a16:creationId xmlns:a16="http://schemas.microsoft.com/office/drawing/2014/main" id="{8C88A2C7-68C4-49E2-8025-E542E8342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059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24 w 4"/>
                <a:gd name="T3" fmla="*/ 40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3" y="5"/>
                  </a:cubicBezTo>
                  <a:cubicBezTo>
                    <a:pt x="4" y="3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8" name="Freeform 7955">
              <a:extLst>
                <a:ext uri="{FF2B5EF4-FFF2-40B4-BE49-F238E27FC236}">
                  <a16:creationId xmlns:a16="http://schemas.microsoft.com/office/drawing/2014/main" id="{8418A42B-E7B0-406A-A9E0-9C391DFB1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976"/>
              <a:ext cx="10" cy="8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32 h 4"/>
                <a:gd name="T4" fmla="*/ 16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4" y="4"/>
                    <a:pt x="5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9" name="Freeform 7956">
              <a:extLst>
                <a:ext uri="{FF2B5EF4-FFF2-40B4-BE49-F238E27FC236}">
                  <a16:creationId xmlns:a16="http://schemas.microsoft.com/office/drawing/2014/main" id="{FA4AACE7-2144-4362-A7B1-97BFADD9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976"/>
              <a:ext cx="24" cy="18"/>
            </a:xfrm>
            <a:custGeom>
              <a:avLst/>
              <a:gdLst>
                <a:gd name="T0" fmla="*/ 32 w 12"/>
                <a:gd name="T1" fmla="*/ 8 h 9"/>
                <a:gd name="T2" fmla="*/ 4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4" y="1"/>
                  </a:moveTo>
                  <a:cubicBezTo>
                    <a:pt x="0" y="9"/>
                    <a:pt x="12" y="1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0" name="Freeform 7957">
              <a:extLst>
                <a:ext uri="{FF2B5EF4-FFF2-40B4-BE49-F238E27FC236}">
                  <a16:creationId xmlns:a16="http://schemas.microsoft.com/office/drawing/2014/main" id="{0C4B857E-A29B-4447-9BA4-44B510B3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934"/>
              <a:ext cx="6" cy="8"/>
            </a:xfrm>
            <a:custGeom>
              <a:avLst/>
              <a:gdLst>
                <a:gd name="T0" fmla="*/ 0 w 3"/>
                <a:gd name="T1" fmla="*/ 8 h 4"/>
                <a:gd name="T2" fmla="*/ 0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1" name="Freeform 7958">
              <a:extLst>
                <a:ext uri="{FF2B5EF4-FFF2-40B4-BE49-F238E27FC236}">
                  <a16:creationId xmlns:a16="http://schemas.microsoft.com/office/drawing/2014/main" id="{C45959E6-3996-44FD-9BBC-3F1D7A651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898"/>
              <a:ext cx="9" cy="8"/>
            </a:xfrm>
            <a:custGeom>
              <a:avLst/>
              <a:gdLst>
                <a:gd name="T0" fmla="*/ 11 w 4"/>
                <a:gd name="T1" fmla="*/ 8 h 4"/>
                <a:gd name="T2" fmla="*/ 11 w 4"/>
                <a:gd name="T3" fmla="*/ 32 h 4"/>
                <a:gd name="T4" fmla="*/ 2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2" name="Freeform 7959">
              <a:extLst>
                <a:ext uri="{FF2B5EF4-FFF2-40B4-BE49-F238E27FC236}">
                  <a16:creationId xmlns:a16="http://schemas.microsoft.com/office/drawing/2014/main" id="{BCAF5549-7F6D-46BA-B344-CF9AA8563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924"/>
              <a:ext cx="4" cy="4"/>
            </a:xfrm>
            <a:custGeom>
              <a:avLst/>
              <a:gdLst>
                <a:gd name="T0" fmla="*/ 16 w 2"/>
                <a:gd name="T1" fmla="*/ 0 h 2"/>
                <a:gd name="T2" fmla="*/ 8 w 2"/>
                <a:gd name="T3" fmla="*/ 16 h 2"/>
                <a:gd name="T4" fmla="*/ 16 w 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3" name="Freeform 7960">
              <a:extLst>
                <a:ext uri="{FF2B5EF4-FFF2-40B4-BE49-F238E27FC236}">
                  <a16:creationId xmlns:a16="http://schemas.microsoft.com/office/drawing/2014/main" id="{47372E44-9D4C-48AE-94F5-0DD5F163F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876"/>
              <a:ext cx="6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4" name="Freeform 7961">
              <a:extLst>
                <a:ext uri="{FF2B5EF4-FFF2-40B4-BE49-F238E27FC236}">
                  <a16:creationId xmlns:a16="http://schemas.microsoft.com/office/drawing/2014/main" id="{46F68823-18E0-4345-AE12-F526BE1E9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856"/>
              <a:ext cx="6" cy="8"/>
            </a:xfrm>
            <a:custGeom>
              <a:avLst/>
              <a:gdLst>
                <a:gd name="T0" fmla="*/ 0 w 3"/>
                <a:gd name="T1" fmla="*/ 16 h 4"/>
                <a:gd name="T2" fmla="*/ 0 w 3"/>
                <a:gd name="T3" fmla="*/ 32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5" name="Freeform 7962">
              <a:extLst>
                <a:ext uri="{FF2B5EF4-FFF2-40B4-BE49-F238E27FC236}">
                  <a16:creationId xmlns:a16="http://schemas.microsoft.com/office/drawing/2014/main" id="{E2FE49DA-9155-439A-B836-893B1B01A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886"/>
              <a:ext cx="6" cy="8"/>
            </a:xfrm>
            <a:custGeom>
              <a:avLst/>
              <a:gdLst>
                <a:gd name="T0" fmla="*/ 8 w 3"/>
                <a:gd name="T1" fmla="*/ 8 h 4"/>
                <a:gd name="T2" fmla="*/ 16 w 3"/>
                <a:gd name="T3" fmla="*/ 32 h 4"/>
                <a:gd name="T4" fmla="*/ 24 w 3"/>
                <a:gd name="T5" fmla="*/ 8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6" name="Freeform 7963">
              <a:extLst>
                <a:ext uri="{FF2B5EF4-FFF2-40B4-BE49-F238E27FC236}">
                  <a16:creationId xmlns:a16="http://schemas.microsoft.com/office/drawing/2014/main" id="{FD8ABF47-A490-4BBD-BC2E-E35031249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922"/>
              <a:ext cx="4" cy="10"/>
            </a:xfrm>
            <a:custGeom>
              <a:avLst/>
              <a:gdLst>
                <a:gd name="T0" fmla="*/ 0 w 2"/>
                <a:gd name="T1" fmla="*/ 16 h 5"/>
                <a:gd name="T2" fmla="*/ 0 w 2"/>
                <a:gd name="T3" fmla="*/ 40 h 5"/>
                <a:gd name="T4" fmla="*/ 0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2" y="4"/>
                    <a:pt x="2" y="1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7" name="Freeform 7964">
              <a:extLst>
                <a:ext uri="{FF2B5EF4-FFF2-40B4-BE49-F238E27FC236}">
                  <a16:creationId xmlns:a16="http://schemas.microsoft.com/office/drawing/2014/main" id="{FB999FC4-FB49-482D-841C-FDC21A5CF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844"/>
              <a:ext cx="8" cy="6"/>
            </a:xfrm>
            <a:custGeom>
              <a:avLst/>
              <a:gdLst>
                <a:gd name="T0" fmla="*/ 16 w 4"/>
                <a:gd name="T1" fmla="*/ 0 h 3"/>
                <a:gd name="T2" fmla="*/ 0 w 4"/>
                <a:gd name="T3" fmla="*/ 24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8" name="Freeform 7965">
              <a:extLst>
                <a:ext uri="{FF2B5EF4-FFF2-40B4-BE49-F238E27FC236}">
                  <a16:creationId xmlns:a16="http://schemas.microsoft.com/office/drawing/2014/main" id="{DA0D6B1E-33D5-4D75-819F-0148C41DD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806"/>
              <a:ext cx="7" cy="8"/>
            </a:xfrm>
            <a:custGeom>
              <a:avLst/>
              <a:gdLst>
                <a:gd name="T0" fmla="*/ 12 w 3"/>
                <a:gd name="T1" fmla="*/ 8 h 4"/>
                <a:gd name="T2" fmla="*/ 0 w 3"/>
                <a:gd name="T3" fmla="*/ 32 h 4"/>
                <a:gd name="T4" fmla="*/ 37 w 3"/>
                <a:gd name="T5" fmla="*/ 8 h 4"/>
                <a:gd name="T6" fmla="*/ 12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4"/>
                    <a:pt x="3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9" name="Freeform 7966">
              <a:extLst>
                <a:ext uri="{FF2B5EF4-FFF2-40B4-BE49-F238E27FC236}">
                  <a16:creationId xmlns:a16="http://schemas.microsoft.com/office/drawing/2014/main" id="{675D4FC3-F0F0-4302-A515-6AD337672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816"/>
              <a:ext cx="6" cy="8"/>
            </a:xfrm>
            <a:custGeom>
              <a:avLst/>
              <a:gdLst>
                <a:gd name="T0" fmla="*/ 8 w 3"/>
                <a:gd name="T1" fmla="*/ 0 h 4"/>
                <a:gd name="T2" fmla="*/ 0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0" name="Freeform 7967">
              <a:extLst>
                <a:ext uri="{FF2B5EF4-FFF2-40B4-BE49-F238E27FC236}">
                  <a16:creationId xmlns:a16="http://schemas.microsoft.com/office/drawing/2014/main" id="{0B91A775-4FE8-4414-97ED-19F98B3F7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782"/>
              <a:ext cx="12" cy="10"/>
            </a:xfrm>
            <a:custGeom>
              <a:avLst/>
              <a:gdLst>
                <a:gd name="T0" fmla="*/ 16 w 6"/>
                <a:gd name="T1" fmla="*/ 0 h 5"/>
                <a:gd name="T2" fmla="*/ 16 w 6"/>
                <a:gd name="T3" fmla="*/ 40 h 5"/>
                <a:gd name="T4" fmla="*/ 48 w 6"/>
                <a:gd name="T5" fmla="*/ 16 h 5"/>
                <a:gd name="T6" fmla="*/ 24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5"/>
                    <a:pt x="5" y="4"/>
                    <a:pt x="6" y="2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1" name="Freeform 7968">
              <a:extLst>
                <a:ext uri="{FF2B5EF4-FFF2-40B4-BE49-F238E27FC236}">
                  <a16:creationId xmlns:a16="http://schemas.microsoft.com/office/drawing/2014/main" id="{B493628B-3451-4A2A-B834-66E8A10F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814"/>
              <a:ext cx="10" cy="8"/>
            </a:xfrm>
            <a:custGeom>
              <a:avLst/>
              <a:gdLst>
                <a:gd name="T0" fmla="*/ 24 w 5"/>
                <a:gd name="T1" fmla="*/ 0 h 4"/>
                <a:gd name="T2" fmla="*/ 8 w 5"/>
                <a:gd name="T3" fmla="*/ 32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4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2" name="Freeform 7969">
              <a:extLst>
                <a:ext uri="{FF2B5EF4-FFF2-40B4-BE49-F238E27FC236}">
                  <a16:creationId xmlns:a16="http://schemas.microsoft.com/office/drawing/2014/main" id="{4FF179C0-5C02-4BE8-86B6-5D9BB091D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778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8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3" name="Freeform 7970">
              <a:extLst>
                <a:ext uri="{FF2B5EF4-FFF2-40B4-BE49-F238E27FC236}">
                  <a16:creationId xmlns:a16="http://schemas.microsoft.com/office/drawing/2014/main" id="{2ECACC4B-FD35-4499-9A3C-2B91DEF12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44"/>
              <a:ext cx="10" cy="8"/>
            </a:xfrm>
            <a:custGeom>
              <a:avLst/>
              <a:gdLst>
                <a:gd name="T0" fmla="*/ 24 w 5"/>
                <a:gd name="T1" fmla="*/ 0 h 4"/>
                <a:gd name="T2" fmla="*/ 16 w 5"/>
                <a:gd name="T3" fmla="*/ 32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2" y="4"/>
                  </a:cubicBezTo>
                  <a:cubicBezTo>
                    <a:pt x="4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4" name="Freeform 7971">
              <a:extLst>
                <a:ext uri="{FF2B5EF4-FFF2-40B4-BE49-F238E27FC236}">
                  <a16:creationId xmlns:a16="http://schemas.microsoft.com/office/drawing/2014/main" id="{7232C365-73A0-4590-A392-DF8704C8C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720"/>
              <a:ext cx="6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16 h 3"/>
                <a:gd name="T4" fmla="*/ 24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3"/>
                    <a:pt x="3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5" name="Freeform 7972">
              <a:extLst>
                <a:ext uri="{FF2B5EF4-FFF2-40B4-BE49-F238E27FC236}">
                  <a16:creationId xmlns:a16="http://schemas.microsoft.com/office/drawing/2014/main" id="{5EE45555-506A-4E97-8E6A-C43B1999F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716"/>
              <a:ext cx="6" cy="6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4 h 3"/>
                <a:gd name="T4" fmla="*/ 24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1"/>
                    <a:pt x="1" y="1"/>
                    <a:pt x="0" y="3"/>
                  </a:cubicBezTo>
                  <a:cubicBezTo>
                    <a:pt x="3" y="3"/>
                    <a:pt x="3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6" name="Freeform 7973">
              <a:extLst>
                <a:ext uri="{FF2B5EF4-FFF2-40B4-BE49-F238E27FC236}">
                  <a16:creationId xmlns:a16="http://schemas.microsoft.com/office/drawing/2014/main" id="{60D7653D-48C8-466E-94B6-4B84BAFF8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688"/>
              <a:ext cx="10" cy="12"/>
            </a:xfrm>
            <a:custGeom>
              <a:avLst/>
              <a:gdLst>
                <a:gd name="T0" fmla="*/ 8 w 5"/>
                <a:gd name="T1" fmla="*/ 8 h 6"/>
                <a:gd name="T2" fmla="*/ 32 w 5"/>
                <a:gd name="T3" fmla="*/ 24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2" y="6"/>
                    <a:pt x="4" y="3"/>
                  </a:cubicBezTo>
                  <a:cubicBezTo>
                    <a:pt x="5" y="1"/>
                    <a:pt x="3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7" name="Freeform 7974">
              <a:extLst>
                <a:ext uri="{FF2B5EF4-FFF2-40B4-BE49-F238E27FC236}">
                  <a16:creationId xmlns:a16="http://schemas.microsoft.com/office/drawing/2014/main" id="{E0F751CD-8BEE-4690-8655-1C0CA9062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672"/>
              <a:ext cx="12" cy="10"/>
            </a:xfrm>
            <a:custGeom>
              <a:avLst/>
              <a:gdLst>
                <a:gd name="T0" fmla="*/ 32 w 6"/>
                <a:gd name="T1" fmla="*/ 0 h 5"/>
                <a:gd name="T2" fmla="*/ 48 w 6"/>
                <a:gd name="T3" fmla="*/ 8 h 5"/>
                <a:gd name="T4" fmla="*/ 3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0" y="2"/>
                    <a:pt x="4" y="5"/>
                    <a:pt x="6" y="1"/>
                  </a:cubicBezTo>
                  <a:cubicBezTo>
                    <a:pt x="5" y="1"/>
                    <a:pt x="5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8" name="Freeform 7975">
              <a:extLst>
                <a:ext uri="{FF2B5EF4-FFF2-40B4-BE49-F238E27FC236}">
                  <a16:creationId xmlns:a16="http://schemas.microsoft.com/office/drawing/2014/main" id="{B9243294-BC3A-431F-A56A-F87695CD5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54"/>
              <a:ext cx="14" cy="16"/>
            </a:xfrm>
            <a:custGeom>
              <a:avLst/>
              <a:gdLst>
                <a:gd name="T0" fmla="*/ 48 w 7"/>
                <a:gd name="T1" fmla="*/ 0 h 8"/>
                <a:gd name="T2" fmla="*/ 56 w 7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0" y="0"/>
                    <a:pt x="6" y="8"/>
                    <a:pt x="7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9" name="Freeform 7976">
              <a:extLst>
                <a:ext uri="{FF2B5EF4-FFF2-40B4-BE49-F238E27FC236}">
                  <a16:creationId xmlns:a16="http://schemas.microsoft.com/office/drawing/2014/main" id="{8AC2467B-6D93-4FAE-8D5D-B2E10BCF8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642"/>
              <a:ext cx="4" cy="4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6 h 2"/>
                <a:gd name="T4" fmla="*/ 16 w 2"/>
                <a:gd name="T5" fmla="*/ 8 h 2"/>
                <a:gd name="T6" fmla="*/ 8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0" name="Freeform 7977">
              <a:extLst>
                <a:ext uri="{FF2B5EF4-FFF2-40B4-BE49-F238E27FC236}">
                  <a16:creationId xmlns:a16="http://schemas.microsoft.com/office/drawing/2014/main" id="{48A0933A-A45C-4CED-AAFC-B44C8AE19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656"/>
              <a:ext cx="22" cy="14"/>
            </a:xfrm>
            <a:custGeom>
              <a:avLst/>
              <a:gdLst>
                <a:gd name="T0" fmla="*/ 24 w 11"/>
                <a:gd name="T1" fmla="*/ 8 h 7"/>
                <a:gd name="T2" fmla="*/ 24 w 11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3" y="1"/>
                  </a:moveTo>
                  <a:cubicBezTo>
                    <a:pt x="0" y="7"/>
                    <a:pt x="11" y="0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1" name="Freeform 7978">
              <a:extLst>
                <a:ext uri="{FF2B5EF4-FFF2-40B4-BE49-F238E27FC236}">
                  <a16:creationId xmlns:a16="http://schemas.microsoft.com/office/drawing/2014/main" id="{04C8770F-6A60-45E7-84B1-691DC564F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680"/>
              <a:ext cx="16" cy="10"/>
            </a:xfrm>
            <a:custGeom>
              <a:avLst/>
              <a:gdLst>
                <a:gd name="T0" fmla="*/ 32 w 8"/>
                <a:gd name="T1" fmla="*/ 0 h 5"/>
                <a:gd name="T2" fmla="*/ 4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0" y="5"/>
                    <a:pt x="8" y="4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2" name="Freeform 7979">
              <a:extLst>
                <a:ext uri="{FF2B5EF4-FFF2-40B4-BE49-F238E27FC236}">
                  <a16:creationId xmlns:a16="http://schemas.microsoft.com/office/drawing/2014/main" id="{2CE3FB83-30EA-463E-B27A-471FD2C1A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662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16 w 5"/>
                <a:gd name="T3" fmla="*/ 32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2" y="4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3" name="Freeform 7980">
              <a:extLst>
                <a:ext uri="{FF2B5EF4-FFF2-40B4-BE49-F238E27FC236}">
                  <a16:creationId xmlns:a16="http://schemas.microsoft.com/office/drawing/2014/main" id="{8AFC96D6-5707-48FD-8A77-55B8792B2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640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4 h 3"/>
                <a:gd name="T4" fmla="*/ 16 w 2"/>
                <a:gd name="T5" fmla="*/ 16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4" name="Freeform 7981">
              <a:extLst>
                <a:ext uri="{FF2B5EF4-FFF2-40B4-BE49-F238E27FC236}">
                  <a16:creationId xmlns:a16="http://schemas.microsoft.com/office/drawing/2014/main" id="{077CD9EE-3361-4342-AF96-C2975EEC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690"/>
              <a:ext cx="8" cy="8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16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4"/>
                    <a:pt x="4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5" name="Freeform 7982">
              <a:extLst>
                <a:ext uri="{FF2B5EF4-FFF2-40B4-BE49-F238E27FC236}">
                  <a16:creationId xmlns:a16="http://schemas.microsoft.com/office/drawing/2014/main" id="{B959EAF9-395A-4E45-AF86-7CE1B001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726"/>
              <a:ext cx="8" cy="8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6" name="Freeform 7983">
              <a:extLst>
                <a:ext uri="{FF2B5EF4-FFF2-40B4-BE49-F238E27FC236}">
                  <a16:creationId xmlns:a16="http://schemas.microsoft.com/office/drawing/2014/main" id="{808DA701-5336-4097-BC4B-7227D215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760"/>
              <a:ext cx="8" cy="6"/>
            </a:xfrm>
            <a:custGeom>
              <a:avLst/>
              <a:gdLst>
                <a:gd name="T0" fmla="*/ 16 w 4"/>
                <a:gd name="T1" fmla="*/ 0 h 3"/>
                <a:gd name="T2" fmla="*/ 8 w 4"/>
                <a:gd name="T3" fmla="*/ 24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7" name="Freeform 7984">
              <a:extLst>
                <a:ext uri="{FF2B5EF4-FFF2-40B4-BE49-F238E27FC236}">
                  <a16:creationId xmlns:a16="http://schemas.microsoft.com/office/drawing/2014/main" id="{EE04F32E-F05E-4B8F-973C-03FCFC011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750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8" name="Freeform 7985">
              <a:extLst>
                <a:ext uri="{FF2B5EF4-FFF2-40B4-BE49-F238E27FC236}">
                  <a16:creationId xmlns:a16="http://schemas.microsoft.com/office/drawing/2014/main" id="{08DD6D82-8BDC-4A55-93FB-0B5702268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622"/>
              <a:ext cx="16" cy="14"/>
            </a:xfrm>
            <a:custGeom>
              <a:avLst/>
              <a:gdLst>
                <a:gd name="T0" fmla="*/ 24 w 8"/>
                <a:gd name="T1" fmla="*/ 0 h 7"/>
                <a:gd name="T2" fmla="*/ 8 w 8"/>
                <a:gd name="T3" fmla="*/ 8 h 7"/>
                <a:gd name="T4" fmla="*/ 32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7"/>
                    <a:pt x="8" y="4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9" name="Freeform 7986">
              <a:extLst>
                <a:ext uri="{FF2B5EF4-FFF2-40B4-BE49-F238E27FC236}">
                  <a16:creationId xmlns:a16="http://schemas.microsoft.com/office/drawing/2014/main" id="{F256676D-DB85-450C-9615-D2A774E6E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596"/>
              <a:ext cx="8" cy="6"/>
            </a:xfrm>
            <a:custGeom>
              <a:avLst/>
              <a:gdLst>
                <a:gd name="T0" fmla="*/ 16 w 4"/>
                <a:gd name="T1" fmla="*/ 0 h 3"/>
                <a:gd name="T2" fmla="*/ 8 w 4"/>
                <a:gd name="T3" fmla="*/ 24 h 3"/>
                <a:gd name="T4" fmla="*/ 32 w 4"/>
                <a:gd name="T5" fmla="*/ 8 h 3"/>
                <a:gd name="T6" fmla="*/ 24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4" y="3"/>
                    <a:pt x="4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0" name="Freeform 7987">
              <a:extLst>
                <a:ext uri="{FF2B5EF4-FFF2-40B4-BE49-F238E27FC236}">
                  <a16:creationId xmlns:a16="http://schemas.microsoft.com/office/drawing/2014/main" id="{4BD5D232-5A0D-4B6B-BEA4-672B58F37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614"/>
              <a:ext cx="12" cy="12"/>
            </a:xfrm>
            <a:custGeom>
              <a:avLst/>
              <a:gdLst>
                <a:gd name="T0" fmla="*/ 32 w 6"/>
                <a:gd name="T1" fmla="*/ 8 h 6"/>
                <a:gd name="T2" fmla="*/ 24 w 6"/>
                <a:gd name="T3" fmla="*/ 40 h 6"/>
                <a:gd name="T4" fmla="*/ 40 w 6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2" y="0"/>
                    <a:pt x="0" y="4"/>
                    <a:pt x="3" y="5"/>
                  </a:cubicBezTo>
                  <a:cubicBezTo>
                    <a:pt x="5" y="6"/>
                    <a:pt x="6" y="3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1" name="Freeform 7988">
              <a:extLst>
                <a:ext uri="{FF2B5EF4-FFF2-40B4-BE49-F238E27FC236}">
                  <a16:creationId xmlns:a16="http://schemas.microsoft.com/office/drawing/2014/main" id="{0C186F3F-BA3D-4835-9ADC-7A9C5A22F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608"/>
              <a:ext cx="8" cy="8"/>
            </a:xfrm>
            <a:custGeom>
              <a:avLst/>
              <a:gdLst>
                <a:gd name="T0" fmla="*/ 8 w 4"/>
                <a:gd name="T1" fmla="*/ 8 h 4"/>
                <a:gd name="T2" fmla="*/ 0 w 4"/>
                <a:gd name="T3" fmla="*/ 8 h 4"/>
                <a:gd name="T4" fmla="*/ 32 w 4"/>
                <a:gd name="T5" fmla="*/ 8 h 4"/>
                <a:gd name="T6" fmla="*/ 16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3" y="3"/>
                    <a:pt x="4" y="1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2" name="Freeform 7989">
              <a:extLst>
                <a:ext uri="{FF2B5EF4-FFF2-40B4-BE49-F238E27FC236}">
                  <a16:creationId xmlns:a16="http://schemas.microsoft.com/office/drawing/2014/main" id="{1EA6DB95-F1A4-4CC5-9103-FE2F70FAA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628"/>
              <a:ext cx="6" cy="6"/>
            </a:xfrm>
            <a:custGeom>
              <a:avLst/>
              <a:gdLst>
                <a:gd name="T0" fmla="*/ 16 w 3"/>
                <a:gd name="T1" fmla="*/ 0 h 3"/>
                <a:gd name="T2" fmla="*/ 0 w 3"/>
                <a:gd name="T3" fmla="*/ 16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3" name="Freeform 7990">
              <a:extLst>
                <a:ext uri="{FF2B5EF4-FFF2-40B4-BE49-F238E27FC236}">
                  <a16:creationId xmlns:a16="http://schemas.microsoft.com/office/drawing/2014/main" id="{690874CE-2B0A-4995-984E-686BCDCCB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634"/>
              <a:ext cx="4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6 h 3"/>
                <a:gd name="T4" fmla="*/ 16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4" name="Freeform 7991">
              <a:extLst>
                <a:ext uri="{FF2B5EF4-FFF2-40B4-BE49-F238E27FC236}">
                  <a16:creationId xmlns:a16="http://schemas.microsoft.com/office/drawing/2014/main" id="{40F9F654-AA73-4669-9A76-CFF4C3136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596"/>
              <a:ext cx="14" cy="12"/>
            </a:xfrm>
            <a:custGeom>
              <a:avLst/>
              <a:gdLst>
                <a:gd name="T0" fmla="*/ 48 w 7"/>
                <a:gd name="T1" fmla="*/ 8 h 6"/>
                <a:gd name="T2" fmla="*/ 24 w 7"/>
                <a:gd name="T3" fmla="*/ 40 h 6"/>
                <a:gd name="T4" fmla="*/ 48 w 7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3" y="0"/>
                    <a:pt x="0" y="3"/>
                    <a:pt x="3" y="5"/>
                  </a:cubicBezTo>
                  <a:cubicBezTo>
                    <a:pt x="5" y="6"/>
                    <a:pt x="7" y="4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5" name="Freeform 7992">
              <a:extLst>
                <a:ext uri="{FF2B5EF4-FFF2-40B4-BE49-F238E27FC236}">
                  <a16:creationId xmlns:a16="http://schemas.microsoft.com/office/drawing/2014/main" id="{6F302C5F-87F7-4C9D-852E-0971DD347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584"/>
              <a:ext cx="4" cy="2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8 h 1"/>
                <a:gd name="T4" fmla="*/ 16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6" name="Freeform 7993">
              <a:extLst>
                <a:ext uri="{FF2B5EF4-FFF2-40B4-BE49-F238E27FC236}">
                  <a16:creationId xmlns:a16="http://schemas.microsoft.com/office/drawing/2014/main" id="{2DF0428A-7961-4AF7-B90B-C7995B9B2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618"/>
              <a:ext cx="10" cy="10"/>
            </a:xfrm>
            <a:custGeom>
              <a:avLst/>
              <a:gdLst>
                <a:gd name="T0" fmla="*/ 24 w 5"/>
                <a:gd name="T1" fmla="*/ 8 h 5"/>
                <a:gd name="T2" fmla="*/ 16 w 5"/>
                <a:gd name="T3" fmla="*/ 0 h 5"/>
                <a:gd name="T4" fmla="*/ 32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4"/>
                    <a:pt x="5" y="5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7" name="Freeform 7994">
              <a:extLst>
                <a:ext uri="{FF2B5EF4-FFF2-40B4-BE49-F238E27FC236}">
                  <a16:creationId xmlns:a16="http://schemas.microsoft.com/office/drawing/2014/main" id="{73E24232-7C2C-48CE-8993-1117C4672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00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32 h 5"/>
                <a:gd name="T4" fmla="*/ 24 w 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3" y="5"/>
                    <a:pt x="4" y="4"/>
                    <a:pt x="3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8" name="Freeform 7995">
              <a:extLst>
                <a:ext uri="{FF2B5EF4-FFF2-40B4-BE49-F238E27FC236}">
                  <a16:creationId xmlns:a16="http://schemas.microsoft.com/office/drawing/2014/main" id="{9AD29997-8103-4C6D-B88C-55B81AB42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586"/>
              <a:ext cx="6" cy="4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8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2" y="2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9" name="Freeform 7996">
              <a:extLst>
                <a:ext uri="{FF2B5EF4-FFF2-40B4-BE49-F238E27FC236}">
                  <a16:creationId xmlns:a16="http://schemas.microsoft.com/office/drawing/2014/main" id="{22D78C7D-59E6-403A-82BF-735D42A11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606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0 w 5"/>
                <a:gd name="T3" fmla="*/ 32 h 5"/>
                <a:gd name="T4" fmla="*/ 40 w 5"/>
                <a:gd name="T5" fmla="*/ 16 h 5"/>
                <a:gd name="T6" fmla="*/ 8 w 5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2" y="5"/>
                    <a:pt x="5" y="4"/>
                    <a:pt x="5" y="2"/>
                  </a:cubicBezTo>
                  <a:cubicBezTo>
                    <a:pt x="4" y="0"/>
                    <a:pt x="3" y="1"/>
                    <a:pt x="1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0" name="Freeform 7997">
              <a:extLst>
                <a:ext uri="{FF2B5EF4-FFF2-40B4-BE49-F238E27FC236}">
                  <a16:creationId xmlns:a16="http://schemas.microsoft.com/office/drawing/2014/main" id="{C0ED6B41-4E32-4307-AEF3-B306FCAB0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598"/>
              <a:ext cx="4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6 h 3"/>
                <a:gd name="T4" fmla="*/ 16 w 2"/>
                <a:gd name="T5" fmla="*/ 16 h 3"/>
                <a:gd name="T6" fmla="*/ 16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1" name="Freeform 7998">
              <a:extLst>
                <a:ext uri="{FF2B5EF4-FFF2-40B4-BE49-F238E27FC236}">
                  <a16:creationId xmlns:a16="http://schemas.microsoft.com/office/drawing/2014/main" id="{0E174049-1512-4C1D-A16C-341EA7EF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622"/>
              <a:ext cx="12" cy="12"/>
            </a:xfrm>
            <a:custGeom>
              <a:avLst/>
              <a:gdLst>
                <a:gd name="T0" fmla="*/ 40 w 6"/>
                <a:gd name="T1" fmla="*/ 8 h 6"/>
                <a:gd name="T2" fmla="*/ 16 w 6"/>
                <a:gd name="T3" fmla="*/ 32 h 6"/>
                <a:gd name="T4" fmla="*/ 48 w 6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3" y="0"/>
                    <a:pt x="0" y="2"/>
                    <a:pt x="2" y="4"/>
                  </a:cubicBezTo>
                  <a:cubicBezTo>
                    <a:pt x="4" y="6"/>
                    <a:pt x="6" y="4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2" name="Freeform 7999">
              <a:extLst>
                <a:ext uri="{FF2B5EF4-FFF2-40B4-BE49-F238E27FC236}">
                  <a16:creationId xmlns:a16="http://schemas.microsoft.com/office/drawing/2014/main" id="{ECBADE42-0869-4500-AB5A-434FE7AD3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652"/>
              <a:ext cx="8" cy="10"/>
            </a:xfrm>
            <a:custGeom>
              <a:avLst/>
              <a:gdLst>
                <a:gd name="T0" fmla="*/ 16 w 4"/>
                <a:gd name="T1" fmla="*/ 16 h 5"/>
                <a:gd name="T2" fmla="*/ 0 w 4"/>
                <a:gd name="T3" fmla="*/ 24 h 5"/>
                <a:gd name="T4" fmla="*/ 32 w 4"/>
                <a:gd name="T5" fmla="*/ 8 h 5"/>
                <a:gd name="T6" fmla="*/ 16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5"/>
                    <a:pt x="4" y="4"/>
                    <a:pt x="4" y="1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3" name="Freeform 8000">
              <a:extLst>
                <a:ext uri="{FF2B5EF4-FFF2-40B4-BE49-F238E27FC236}">
                  <a16:creationId xmlns:a16="http://schemas.microsoft.com/office/drawing/2014/main" id="{FC093739-C2B9-4900-84FC-18839CEA2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642"/>
              <a:ext cx="8" cy="6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24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4" y="2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4" name="Freeform 8001">
              <a:extLst>
                <a:ext uri="{FF2B5EF4-FFF2-40B4-BE49-F238E27FC236}">
                  <a16:creationId xmlns:a16="http://schemas.microsoft.com/office/drawing/2014/main" id="{E2BC0644-017B-47EE-A10C-33797B918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666"/>
              <a:ext cx="34" cy="16"/>
            </a:xfrm>
            <a:custGeom>
              <a:avLst/>
              <a:gdLst>
                <a:gd name="T0" fmla="*/ 64 w 17"/>
                <a:gd name="T1" fmla="*/ 0 h 8"/>
                <a:gd name="T2" fmla="*/ 80 w 17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8" y="0"/>
                  </a:moveTo>
                  <a:cubicBezTo>
                    <a:pt x="0" y="8"/>
                    <a:pt x="17" y="6"/>
                    <a:pt x="1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5" name="Freeform 8002">
              <a:extLst>
                <a:ext uri="{FF2B5EF4-FFF2-40B4-BE49-F238E27FC236}">
                  <a16:creationId xmlns:a16="http://schemas.microsoft.com/office/drawing/2014/main" id="{44368453-CCA9-4E64-B792-D00C7A246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658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24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6" name="Freeform 8003">
              <a:extLst>
                <a:ext uri="{FF2B5EF4-FFF2-40B4-BE49-F238E27FC236}">
                  <a16:creationId xmlns:a16="http://schemas.microsoft.com/office/drawing/2014/main" id="{50356D5F-1F17-44DE-8D81-932A50943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628"/>
              <a:ext cx="8" cy="6"/>
            </a:xfrm>
            <a:custGeom>
              <a:avLst/>
              <a:gdLst>
                <a:gd name="T0" fmla="*/ 8 w 4"/>
                <a:gd name="T1" fmla="*/ 16 h 3"/>
                <a:gd name="T2" fmla="*/ 16 w 4"/>
                <a:gd name="T3" fmla="*/ 24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4" y="2"/>
                    <a:pt x="3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7" name="Freeform 8004">
              <a:extLst>
                <a:ext uri="{FF2B5EF4-FFF2-40B4-BE49-F238E27FC236}">
                  <a16:creationId xmlns:a16="http://schemas.microsoft.com/office/drawing/2014/main" id="{AFEB8133-9861-42A9-8407-EF371A622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642"/>
              <a:ext cx="6" cy="4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16 h 2"/>
                <a:gd name="T4" fmla="*/ 24 w 3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2"/>
                    <a:pt x="2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8" name="Freeform 8005">
              <a:extLst>
                <a:ext uri="{FF2B5EF4-FFF2-40B4-BE49-F238E27FC236}">
                  <a16:creationId xmlns:a16="http://schemas.microsoft.com/office/drawing/2014/main" id="{BE41F2A8-5AB3-4FAA-8EBA-87001A58F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616"/>
              <a:ext cx="12" cy="8"/>
            </a:xfrm>
            <a:custGeom>
              <a:avLst/>
              <a:gdLst>
                <a:gd name="T0" fmla="*/ 24 w 6"/>
                <a:gd name="T1" fmla="*/ 0 h 4"/>
                <a:gd name="T2" fmla="*/ 32 w 6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0" y="4"/>
                    <a:pt x="6" y="4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9" name="Freeform 8006">
              <a:extLst>
                <a:ext uri="{FF2B5EF4-FFF2-40B4-BE49-F238E27FC236}">
                  <a16:creationId xmlns:a16="http://schemas.microsoft.com/office/drawing/2014/main" id="{E8A7C0C0-00EB-4D3F-8F54-98F05C939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610"/>
              <a:ext cx="24" cy="12"/>
            </a:xfrm>
            <a:custGeom>
              <a:avLst/>
              <a:gdLst>
                <a:gd name="T0" fmla="*/ 56 w 12"/>
                <a:gd name="T1" fmla="*/ 0 h 6"/>
                <a:gd name="T2" fmla="*/ 72 w 12"/>
                <a:gd name="T3" fmla="*/ 1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7" y="0"/>
                  </a:moveTo>
                  <a:cubicBezTo>
                    <a:pt x="0" y="6"/>
                    <a:pt x="12" y="5"/>
                    <a:pt x="9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0" name="Freeform 8007">
              <a:extLst>
                <a:ext uri="{FF2B5EF4-FFF2-40B4-BE49-F238E27FC236}">
                  <a16:creationId xmlns:a16="http://schemas.microsoft.com/office/drawing/2014/main" id="{5B69EC2C-BA38-4BCE-99AE-C3779AD50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598"/>
              <a:ext cx="6" cy="6"/>
            </a:xfrm>
            <a:custGeom>
              <a:avLst/>
              <a:gdLst>
                <a:gd name="T0" fmla="*/ 8 w 3"/>
                <a:gd name="T1" fmla="*/ 8 h 3"/>
                <a:gd name="T2" fmla="*/ 0 w 3"/>
                <a:gd name="T3" fmla="*/ 24 h 3"/>
                <a:gd name="T4" fmla="*/ 24 w 3"/>
                <a:gd name="T5" fmla="*/ 8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1"/>
                    <a:pt x="0" y="3"/>
                  </a:cubicBezTo>
                  <a:cubicBezTo>
                    <a:pt x="1" y="3"/>
                    <a:pt x="3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1" name="Freeform 8008">
              <a:extLst>
                <a:ext uri="{FF2B5EF4-FFF2-40B4-BE49-F238E27FC236}">
                  <a16:creationId xmlns:a16="http://schemas.microsoft.com/office/drawing/2014/main" id="{DC847CEF-DD52-49D3-96B0-4713E2105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582"/>
              <a:ext cx="18" cy="8"/>
            </a:xfrm>
            <a:custGeom>
              <a:avLst/>
              <a:gdLst>
                <a:gd name="T0" fmla="*/ 40 w 9"/>
                <a:gd name="T1" fmla="*/ 0 h 4"/>
                <a:gd name="T2" fmla="*/ 48 w 9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5" y="0"/>
                  </a:moveTo>
                  <a:cubicBezTo>
                    <a:pt x="0" y="4"/>
                    <a:pt x="9" y="4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2" name="Freeform 8009">
              <a:extLst>
                <a:ext uri="{FF2B5EF4-FFF2-40B4-BE49-F238E27FC236}">
                  <a16:creationId xmlns:a16="http://schemas.microsoft.com/office/drawing/2014/main" id="{1B7BF64E-38A1-4317-98F9-9B214B0A7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630"/>
              <a:ext cx="6" cy="6"/>
            </a:xfrm>
            <a:custGeom>
              <a:avLst/>
              <a:gdLst>
                <a:gd name="T0" fmla="*/ 0 w 3"/>
                <a:gd name="T1" fmla="*/ 16 h 3"/>
                <a:gd name="T2" fmla="*/ 0 w 3"/>
                <a:gd name="T3" fmla="*/ 24 h 3"/>
                <a:gd name="T4" fmla="*/ 24 w 3"/>
                <a:gd name="T5" fmla="*/ 8 h 3"/>
                <a:gd name="T6" fmla="*/ 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3" name="Freeform 8010">
              <a:extLst>
                <a:ext uri="{FF2B5EF4-FFF2-40B4-BE49-F238E27FC236}">
                  <a16:creationId xmlns:a16="http://schemas.microsoft.com/office/drawing/2014/main" id="{EEBD7F37-05C6-4249-9ABF-B5ED69D2C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688"/>
              <a:ext cx="12" cy="6"/>
            </a:xfrm>
            <a:custGeom>
              <a:avLst/>
              <a:gdLst>
                <a:gd name="T0" fmla="*/ 16 w 6"/>
                <a:gd name="T1" fmla="*/ 0 h 3"/>
                <a:gd name="T2" fmla="*/ 0 w 6"/>
                <a:gd name="T3" fmla="*/ 16 h 3"/>
                <a:gd name="T4" fmla="*/ 24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3" y="3"/>
                    <a:pt x="6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4" name="Freeform 8011">
              <a:extLst>
                <a:ext uri="{FF2B5EF4-FFF2-40B4-BE49-F238E27FC236}">
                  <a16:creationId xmlns:a16="http://schemas.microsoft.com/office/drawing/2014/main" id="{F1A1BA69-3632-450B-AB56-4F119D2FA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684"/>
              <a:ext cx="10" cy="12"/>
            </a:xfrm>
            <a:custGeom>
              <a:avLst/>
              <a:gdLst>
                <a:gd name="T0" fmla="*/ 16 w 5"/>
                <a:gd name="T1" fmla="*/ 0 h 6"/>
                <a:gd name="T2" fmla="*/ 40 w 5"/>
                <a:gd name="T3" fmla="*/ 24 h 6"/>
                <a:gd name="T4" fmla="*/ 3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2" y="6"/>
                    <a:pt x="5" y="3"/>
                  </a:cubicBezTo>
                  <a:cubicBezTo>
                    <a:pt x="5" y="2"/>
                    <a:pt x="4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5" name="Freeform 8012">
              <a:extLst>
                <a:ext uri="{FF2B5EF4-FFF2-40B4-BE49-F238E27FC236}">
                  <a16:creationId xmlns:a16="http://schemas.microsoft.com/office/drawing/2014/main" id="{3EF5C326-868C-41BE-AD89-5FFCAF8E8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62"/>
              <a:ext cx="10" cy="8"/>
            </a:xfrm>
            <a:custGeom>
              <a:avLst/>
              <a:gdLst>
                <a:gd name="T0" fmla="*/ 24 w 5"/>
                <a:gd name="T1" fmla="*/ 0 h 4"/>
                <a:gd name="T2" fmla="*/ 40 w 5"/>
                <a:gd name="T3" fmla="*/ 24 h 4"/>
                <a:gd name="T4" fmla="*/ 40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3" y="4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6" name="Freeform 8013">
              <a:extLst>
                <a:ext uri="{FF2B5EF4-FFF2-40B4-BE49-F238E27FC236}">
                  <a16:creationId xmlns:a16="http://schemas.microsoft.com/office/drawing/2014/main" id="{84F42DD8-C6A4-414C-877B-DE48036F4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686"/>
              <a:ext cx="18" cy="12"/>
            </a:xfrm>
            <a:custGeom>
              <a:avLst/>
              <a:gdLst>
                <a:gd name="T0" fmla="*/ 32 w 9"/>
                <a:gd name="T1" fmla="*/ 8 h 6"/>
                <a:gd name="T2" fmla="*/ 24 w 9"/>
                <a:gd name="T3" fmla="*/ 8 h 6"/>
                <a:gd name="T4" fmla="*/ 48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0" y="6"/>
                    <a:pt x="9" y="4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7" name="Freeform 8014">
              <a:extLst>
                <a:ext uri="{FF2B5EF4-FFF2-40B4-BE49-F238E27FC236}">
                  <a16:creationId xmlns:a16="http://schemas.microsoft.com/office/drawing/2014/main" id="{D48CF1F3-6BC3-48E5-A7BE-F24995DE0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712"/>
              <a:ext cx="8" cy="8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16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4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8" name="Freeform 8015">
              <a:extLst>
                <a:ext uri="{FF2B5EF4-FFF2-40B4-BE49-F238E27FC236}">
                  <a16:creationId xmlns:a16="http://schemas.microsoft.com/office/drawing/2014/main" id="{BF156487-6A64-427E-86FC-F9D82D032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744"/>
              <a:ext cx="12" cy="12"/>
            </a:xfrm>
            <a:custGeom>
              <a:avLst/>
              <a:gdLst>
                <a:gd name="T0" fmla="*/ 16 w 6"/>
                <a:gd name="T1" fmla="*/ 24 h 6"/>
                <a:gd name="T2" fmla="*/ 8 w 6"/>
                <a:gd name="T3" fmla="*/ 16 h 6"/>
                <a:gd name="T4" fmla="*/ 16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6"/>
                    <a:pt x="6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9" name="Freeform 8016">
              <a:extLst>
                <a:ext uri="{FF2B5EF4-FFF2-40B4-BE49-F238E27FC236}">
                  <a16:creationId xmlns:a16="http://schemas.microsoft.com/office/drawing/2014/main" id="{12719506-D805-42AE-8FF9-832782CBB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722"/>
              <a:ext cx="10" cy="8"/>
            </a:xfrm>
            <a:custGeom>
              <a:avLst/>
              <a:gdLst>
                <a:gd name="T0" fmla="*/ 24 w 5"/>
                <a:gd name="T1" fmla="*/ 0 h 4"/>
                <a:gd name="T2" fmla="*/ 40 w 5"/>
                <a:gd name="T3" fmla="*/ 24 h 4"/>
                <a:gd name="T4" fmla="*/ 24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1"/>
                    <a:pt x="2" y="4"/>
                    <a:pt x="5" y="3"/>
                  </a:cubicBezTo>
                  <a:cubicBezTo>
                    <a:pt x="5" y="1"/>
                    <a:pt x="4" y="1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30" name="Freeform 8017">
              <a:extLst>
                <a:ext uri="{FF2B5EF4-FFF2-40B4-BE49-F238E27FC236}">
                  <a16:creationId xmlns:a16="http://schemas.microsoft.com/office/drawing/2014/main" id="{1095F290-CC29-4D8A-9CF4-9A266CCCD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764"/>
              <a:ext cx="8" cy="4"/>
            </a:xfrm>
            <a:custGeom>
              <a:avLst/>
              <a:gdLst>
                <a:gd name="T0" fmla="*/ 8 w 4"/>
                <a:gd name="T1" fmla="*/ 0 h 2"/>
                <a:gd name="T2" fmla="*/ 0 w 4"/>
                <a:gd name="T3" fmla="*/ 16 h 2"/>
                <a:gd name="T4" fmla="*/ 24 w 4"/>
                <a:gd name="T5" fmla="*/ 16 h 2"/>
                <a:gd name="T6" fmla="*/ 24 w 4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4" y="1"/>
                    <a:pt x="3" y="1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31" name="Freeform 8018">
              <a:extLst>
                <a:ext uri="{FF2B5EF4-FFF2-40B4-BE49-F238E27FC236}">
                  <a16:creationId xmlns:a16="http://schemas.microsoft.com/office/drawing/2014/main" id="{5DB01925-B15E-4DDE-9E67-D966C953A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776"/>
              <a:ext cx="18" cy="12"/>
            </a:xfrm>
            <a:custGeom>
              <a:avLst/>
              <a:gdLst>
                <a:gd name="T0" fmla="*/ 32 w 9"/>
                <a:gd name="T1" fmla="*/ 8 h 6"/>
                <a:gd name="T2" fmla="*/ 16 w 9"/>
                <a:gd name="T3" fmla="*/ 8 h 6"/>
                <a:gd name="T4" fmla="*/ 4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3" y="0"/>
                    <a:pt x="3" y="0"/>
                    <a:pt x="2" y="1"/>
                  </a:cubicBezTo>
                  <a:cubicBezTo>
                    <a:pt x="0" y="6"/>
                    <a:pt x="9" y="4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32" name="Freeform 8019">
              <a:extLst>
                <a:ext uri="{FF2B5EF4-FFF2-40B4-BE49-F238E27FC236}">
                  <a16:creationId xmlns:a16="http://schemas.microsoft.com/office/drawing/2014/main" id="{95B8C3D9-1C8F-4989-A4AD-27A65A22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810"/>
              <a:ext cx="8" cy="8"/>
            </a:xfrm>
            <a:custGeom>
              <a:avLst/>
              <a:gdLst>
                <a:gd name="T0" fmla="*/ 8 w 4"/>
                <a:gd name="T1" fmla="*/ 8 h 4"/>
                <a:gd name="T2" fmla="*/ 8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33" name="Freeform 8020">
              <a:extLst>
                <a:ext uri="{FF2B5EF4-FFF2-40B4-BE49-F238E27FC236}">
                  <a16:creationId xmlns:a16="http://schemas.microsoft.com/office/drawing/2014/main" id="{A0264CE2-379F-41D6-82E5-02DAE227D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778"/>
              <a:ext cx="8" cy="8"/>
            </a:xfrm>
            <a:custGeom>
              <a:avLst/>
              <a:gdLst>
                <a:gd name="T0" fmla="*/ 8 w 4"/>
                <a:gd name="T1" fmla="*/ 8 h 4"/>
                <a:gd name="T2" fmla="*/ 0 w 4"/>
                <a:gd name="T3" fmla="*/ 16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4"/>
                    <a:pt x="4" y="3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34" name="Freeform 8021">
              <a:extLst>
                <a:ext uri="{FF2B5EF4-FFF2-40B4-BE49-F238E27FC236}">
                  <a16:creationId xmlns:a16="http://schemas.microsoft.com/office/drawing/2014/main" id="{0762229F-5F24-4D48-901D-D00E50AFB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750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24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1"/>
                    <a:pt x="2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35" name="Freeform 8022">
              <a:extLst>
                <a:ext uri="{FF2B5EF4-FFF2-40B4-BE49-F238E27FC236}">
                  <a16:creationId xmlns:a16="http://schemas.microsoft.com/office/drawing/2014/main" id="{6266E3F6-CABB-4442-B856-94CD11ED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720"/>
              <a:ext cx="12" cy="10"/>
            </a:xfrm>
            <a:custGeom>
              <a:avLst/>
              <a:gdLst>
                <a:gd name="T0" fmla="*/ 24 w 6"/>
                <a:gd name="T1" fmla="*/ 0 h 5"/>
                <a:gd name="T2" fmla="*/ 40 w 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3"/>
                    <a:pt x="6" y="5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36" name="Freeform 8023">
              <a:extLst>
                <a:ext uri="{FF2B5EF4-FFF2-40B4-BE49-F238E27FC236}">
                  <a16:creationId xmlns:a16="http://schemas.microsoft.com/office/drawing/2014/main" id="{97126C70-7504-4489-9AD0-64843CA71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08"/>
              <a:ext cx="16" cy="14"/>
            </a:xfrm>
            <a:custGeom>
              <a:avLst/>
              <a:gdLst>
                <a:gd name="T0" fmla="*/ 40 w 8"/>
                <a:gd name="T1" fmla="*/ 24 h 7"/>
                <a:gd name="T2" fmla="*/ 32 w 8"/>
                <a:gd name="T3" fmla="*/ 0 h 7"/>
                <a:gd name="T4" fmla="*/ 24 w 8"/>
                <a:gd name="T5" fmla="*/ 40 h 7"/>
                <a:gd name="T6" fmla="*/ 48 w 8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5" y="3"/>
                  </a:moveTo>
                  <a:cubicBezTo>
                    <a:pt x="5" y="2"/>
                    <a:pt x="5" y="1"/>
                    <a:pt x="4" y="0"/>
                  </a:cubicBezTo>
                  <a:cubicBezTo>
                    <a:pt x="3" y="1"/>
                    <a:pt x="0" y="4"/>
                    <a:pt x="3" y="5"/>
                  </a:cubicBezTo>
                  <a:cubicBezTo>
                    <a:pt x="6" y="7"/>
                    <a:pt x="8" y="3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37" name="Freeform 8024">
              <a:extLst>
                <a:ext uri="{FF2B5EF4-FFF2-40B4-BE49-F238E27FC236}">
                  <a16:creationId xmlns:a16="http://schemas.microsoft.com/office/drawing/2014/main" id="{6771D2B3-ED7A-4258-AD17-7F5630B7E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800"/>
              <a:ext cx="4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6 h 3"/>
                <a:gd name="T4" fmla="*/ 16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38" name="Freeform 8025">
              <a:extLst>
                <a:ext uri="{FF2B5EF4-FFF2-40B4-BE49-F238E27FC236}">
                  <a16:creationId xmlns:a16="http://schemas.microsoft.com/office/drawing/2014/main" id="{9276F913-3823-4DA6-B109-752BB6B52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846"/>
              <a:ext cx="18" cy="10"/>
            </a:xfrm>
            <a:custGeom>
              <a:avLst/>
              <a:gdLst>
                <a:gd name="T0" fmla="*/ 16 w 9"/>
                <a:gd name="T1" fmla="*/ 0 h 5"/>
                <a:gd name="T2" fmla="*/ 24 w 9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2" y="0"/>
                  </a:moveTo>
                  <a:cubicBezTo>
                    <a:pt x="0" y="5"/>
                    <a:pt x="9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39" name="Freeform 8026">
              <a:extLst>
                <a:ext uri="{FF2B5EF4-FFF2-40B4-BE49-F238E27FC236}">
                  <a16:creationId xmlns:a16="http://schemas.microsoft.com/office/drawing/2014/main" id="{4E54877C-6650-431E-9A00-CF5D2BDEF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868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5"/>
                    <a:pt x="5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0" name="Freeform 8027">
              <a:extLst>
                <a:ext uri="{FF2B5EF4-FFF2-40B4-BE49-F238E27FC236}">
                  <a16:creationId xmlns:a16="http://schemas.microsoft.com/office/drawing/2014/main" id="{7432D33D-2B14-432C-9151-744B17AA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902"/>
              <a:ext cx="16" cy="12"/>
            </a:xfrm>
            <a:custGeom>
              <a:avLst/>
              <a:gdLst>
                <a:gd name="T0" fmla="*/ 16 w 8"/>
                <a:gd name="T1" fmla="*/ 0 h 6"/>
                <a:gd name="T2" fmla="*/ 8 w 8"/>
                <a:gd name="T3" fmla="*/ 8 h 6"/>
                <a:gd name="T4" fmla="*/ 32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6"/>
                    <a:pt x="8" y="4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1" name="Freeform 8028">
              <a:extLst>
                <a:ext uri="{FF2B5EF4-FFF2-40B4-BE49-F238E27FC236}">
                  <a16:creationId xmlns:a16="http://schemas.microsoft.com/office/drawing/2014/main" id="{10F70991-34B6-4450-9C1C-66C34232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1882"/>
              <a:ext cx="8" cy="6"/>
            </a:xfrm>
            <a:custGeom>
              <a:avLst/>
              <a:gdLst>
                <a:gd name="T0" fmla="*/ 24 w 4"/>
                <a:gd name="T1" fmla="*/ 0 h 3"/>
                <a:gd name="T2" fmla="*/ 0 w 4"/>
                <a:gd name="T3" fmla="*/ 24 h 3"/>
                <a:gd name="T4" fmla="*/ 24 w 4"/>
                <a:gd name="T5" fmla="*/ 24 h 3"/>
                <a:gd name="T6" fmla="*/ 16 w 4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4" y="2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2" name="Freeform 8029">
              <a:extLst>
                <a:ext uri="{FF2B5EF4-FFF2-40B4-BE49-F238E27FC236}">
                  <a16:creationId xmlns:a16="http://schemas.microsoft.com/office/drawing/2014/main" id="{F075CE5E-DA9E-4808-87C4-29547CB2D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72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24 w 3"/>
                <a:gd name="T5" fmla="*/ 0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3" name="Freeform 8030">
              <a:extLst>
                <a:ext uri="{FF2B5EF4-FFF2-40B4-BE49-F238E27FC236}">
                  <a16:creationId xmlns:a16="http://schemas.microsoft.com/office/drawing/2014/main" id="{F50AFC90-1D90-4850-8401-3CEC0C67A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916"/>
              <a:ext cx="10" cy="10"/>
            </a:xfrm>
            <a:custGeom>
              <a:avLst/>
              <a:gdLst>
                <a:gd name="T0" fmla="*/ 24 w 5"/>
                <a:gd name="T1" fmla="*/ 8 h 5"/>
                <a:gd name="T2" fmla="*/ 16 w 5"/>
                <a:gd name="T3" fmla="*/ 0 h 5"/>
                <a:gd name="T4" fmla="*/ 40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3"/>
                    <a:pt x="5" y="5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4" name="Freeform 8031">
              <a:extLst>
                <a:ext uri="{FF2B5EF4-FFF2-40B4-BE49-F238E27FC236}">
                  <a16:creationId xmlns:a16="http://schemas.microsoft.com/office/drawing/2014/main" id="{EA26618B-A1B6-4E64-9FFE-8AA85280F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954"/>
              <a:ext cx="18" cy="18"/>
            </a:xfrm>
            <a:custGeom>
              <a:avLst/>
              <a:gdLst>
                <a:gd name="T0" fmla="*/ 56 w 9"/>
                <a:gd name="T1" fmla="*/ 0 h 9"/>
                <a:gd name="T2" fmla="*/ 72 w 9"/>
                <a:gd name="T3" fmla="*/ 2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0" y="2"/>
                    <a:pt x="9" y="9"/>
                    <a:pt x="9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5" name="Freeform 8032">
              <a:extLst>
                <a:ext uri="{FF2B5EF4-FFF2-40B4-BE49-F238E27FC236}">
                  <a16:creationId xmlns:a16="http://schemas.microsoft.com/office/drawing/2014/main" id="{1ECD3A23-14CE-4A10-8055-EF90E434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932"/>
              <a:ext cx="10" cy="10"/>
            </a:xfrm>
            <a:custGeom>
              <a:avLst/>
              <a:gdLst>
                <a:gd name="T0" fmla="*/ 32 w 5"/>
                <a:gd name="T1" fmla="*/ 0 h 5"/>
                <a:gd name="T2" fmla="*/ 24 w 5"/>
                <a:gd name="T3" fmla="*/ 40 h 5"/>
                <a:gd name="T4" fmla="*/ 32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1" y="1"/>
                    <a:pt x="0" y="4"/>
                    <a:pt x="3" y="5"/>
                  </a:cubicBezTo>
                  <a:cubicBezTo>
                    <a:pt x="4" y="4"/>
                    <a:pt x="5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6" name="Freeform 8033">
              <a:extLst>
                <a:ext uri="{FF2B5EF4-FFF2-40B4-BE49-F238E27FC236}">
                  <a16:creationId xmlns:a16="http://schemas.microsoft.com/office/drawing/2014/main" id="{68389E53-9A6D-4DC7-B6E1-D4B5B066B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928"/>
              <a:ext cx="12" cy="14"/>
            </a:xfrm>
            <a:custGeom>
              <a:avLst/>
              <a:gdLst>
                <a:gd name="T0" fmla="*/ 32 w 6"/>
                <a:gd name="T1" fmla="*/ 0 h 7"/>
                <a:gd name="T2" fmla="*/ 48 w 6"/>
                <a:gd name="T3" fmla="*/ 32 h 7"/>
                <a:gd name="T4" fmla="*/ 40 w 6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0" y="3"/>
                    <a:pt x="3" y="7"/>
                    <a:pt x="6" y="4"/>
                  </a:cubicBezTo>
                  <a:cubicBezTo>
                    <a:pt x="6" y="2"/>
                    <a:pt x="6" y="2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7" name="Freeform 8034">
              <a:extLst>
                <a:ext uri="{FF2B5EF4-FFF2-40B4-BE49-F238E27FC236}">
                  <a16:creationId xmlns:a16="http://schemas.microsoft.com/office/drawing/2014/main" id="{500E1FC0-53D4-426D-9912-B99037BF5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966"/>
              <a:ext cx="16" cy="14"/>
            </a:xfrm>
            <a:custGeom>
              <a:avLst/>
              <a:gdLst>
                <a:gd name="T0" fmla="*/ 48 w 8"/>
                <a:gd name="T1" fmla="*/ 0 h 7"/>
                <a:gd name="T2" fmla="*/ 56 w 8"/>
                <a:gd name="T3" fmla="*/ 1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0" y="2"/>
                    <a:pt x="8" y="7"/>
                    <a:pt x="7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8" name="Freeform 8035">
              <a:extLst>
                <a:ext uri="{FF2B5EF4-FFF2-40B4-BE49-F238E27FC236}">
                  <a16:creationId xmlns:a16="http://schemas.microsoft.com/office/drawing/2014/main" id="{1460C6A8-FAC0-456C-B5E6-60E05A26F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984"/>
              <a:ext cx="6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24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9" name="Freeform 8036">
              <a:extLst>
                <a:ext uri="{FF2B5EF4-FFF2-40B4-BE49-F238E27FC236}">
                  <a16:creationId xmlns:a16="http://schemas.microsoft.com/office/drawing/2014/main" id="{263B19EA-6FDA-4AF2-B6EC-BE51EA066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014"/>
              <a:ext cx="8" cy="6"/>
            </a:xfrm>
            <a:custGeom>
              <a:avLst/>
              <a:gdLst>
                <a:gd name="T0" fmla="*/ 24 w 4"/>
                <a:gd name="T1" fmla="*/ 0 h 3"/>
                <a:gd name="T2" fmla="*/ 0 w 4"/>
                <a:gd name="T3" fmla="*/ 16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2" y="3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0" name="Freeform 8037">
              <a:extLst>
                <a:ext uri="{FF2B5EF4-FFF2-40B4-BE49-F238E27FC236}">
                  <a16:creationId xmlns:a16="http://schemas.microsoft.com/office/drawing/2014/main" id="{407D44C5-0508-41BC-B88D-4F6A5F3EA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010"/>
              <a:ext cx="10" cy="10"/>
            </a:xfrm>
            <a:custGeom>
              <a:avLst/>
              <a:gdLst>
                <a:gd name="T0" fmla="*/ 32 w 5"/>
                <a:gd name="T1" fmla="*/ 0 h 5"/>
                <a:gd name="T2" fmla="*/ 32 w 5"/>
                <a:gd name="T3" fmla="*/ 24 h 5"/>
                <a:gd name="T4" fmla="*/ 24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0" y="0"/>
                    <a:pt x="1" y="5"/>
                    <a:pt x="4" y="3"/>
                  </a:cubicBezTo>
                  <a:cubicBezTo>
                    <a:pt x="5" y="2"/>
                    <a:pt x="4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1" name="Freeform 8038">
              <a:extLst>
                <a:ext uri="{FF2B5EF4-FFF2-40B4-BE49-F238E27FC236}">
                  <a16:creationId xmlns:a16="http://schemas.microsoft.com/office/drawing/2014/main" id="{661D57B4-A5B9-4581-A6FD-97B44BD74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008"/>
              <a:ext cx="10" cy="10"/>
            </a:xfrm>
            <a:custGeom>
              <a:avLst/>
              <a:gdLst>
                <a:gd name="T0" fmla="*/ 24 w 5"/>
                <a:gd name="T1" fmla="*/ 0 h 5"/>
                <a:gd name="T2" fmla="*/ 8 w 5"/>
                <a:gd name="T3" fmla="*/ 40 h 5"/>
                <a:gd name="T4" fmla="*/ 32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5"/>
                    <a:pt x="5" y="4"/>
                    <a:pt x="4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2" name="Freeform 8039">
              <a:extLst>
                <a:ext uri="{FF2B5EF4-FFF2-40B4-BE49-F238E27FC236}">
                  <a16:creationId xmlns:a16="http://schemas.microsoft.com/office/drawing/2014/main" id="{E7A666DB-BC52-4DDD-99CD-283CCB8C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046"/>
              <a:ext cx="12" cy="13"/>
            </a:xfrm>
            <a:custGeom>
              <a:avLst/>
              <a:gdLst>
                <a:gd name="T0" fmla="*/ 48 w 6"/>
                <a:gd name="T1" fmla="*/ 20 h 6"/>
                <a:gd name="T2" fmla="*/ 32 w 6"/>
                <a:gd name="T3" fmla="*/ 0 h 6"/>
                <a:gd name="T4" fmla="*/ 40 w 6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2"/>
                  </a:moveTo>
                  <a:cubicBezTo>
                    <a:pt x="5" y="1"/>
                    <a:pt x="5" y="1"/>
                    <a:pt x="4" y="0"/>
                  </a:cubicBezTo>
                  <a:cubicBezTo>
                    <a:pt x="0" y="2"/>
                    <a:pt x="2" y="6"/>
                    <a:pt x="5" y="4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3" name="Freeform 8040">
              <a:extLst>
                <a:ext uri="{FF2B5EF4-FFF2-40B4-BE49-F238E27FC236}">
                  <a16:creationId xmlns:a16="http://schemas.microsoft.com/office/drawing/2014/main" id="{131C1F30-AE6E-4232-A9A5-FE0C32773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065"/>
              <a:ext cx="12" cy="10"/>
            </a:xfrm>
            <a:custGeom>
              <a:avLst/>
              <a:gdLst>
                <a:gd name="T0" fmla="*/ 16 w 6"/>
                <a:gd name="T1" fmla="*/ 8 h 5"/>
                <a:gd name="T2" fmla="*/ 8 w 6"/>
                <a:gd name="T3" fmla="*/ 32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5"/>
                    <a:pt x="6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4" name="Freeform 8041">
              <a:extLst>
                <a:ext uri="{FF2B5EF4-FFF2-40B4-BE49-F238E27FC236}">
                  <a16:creationId xmlns:a16="http://schemas.microsoft.com/office/drawing/2014/main" id="{0D5C8F38-0135-4893-B653-09C7AAE10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083"/>
              <a:ext cx="6" cy="4"/>
            </a:xfrm>
            <a:custGeom>
              <a:avLst/>
              <a:gdLst>
                <a:gd name="T0" fmla="*/ 8 w 3"/>
                <a:gd name="T1" fmla="*/ 8 h 2"/>
                <a:gd name="T2" fmla="*/ 0 w 3"/>
                <a:gd name="T3" fmla="*/ 16 h 2"/>
                <a:gd name="T4" fmla="*/ 24 w 3"/>
                <a:gd name="T5" fmla="*/ 8 h 2"/>
                <a:gd name="T6" fmla="*/ 16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5" name="Freeform 8042">
              <a:extLst>
                <a:ext uri="{FF2B5EF4-FFF2-40B4-BE49-F238E27FC236}">
                  <a16:creationId xmlns:a16="http://schemas.microsoft.com/office/drawing/2014/main" id="{C9EE4220-5354-41AE-BFC0-DB4B0A3E0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065"/>
              <a:ext cx="6" cy="6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0 h 3"/>
                <a:gd name="T4" fmla="*/ 8 w 3"/>
                <a:gd name="T5" fmla="*/ 24 h 3"/>
                <a:gd name="T6" fmla="*/ 24 w 3"/>
                <a:gd name="T7" fmla="*/ 24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1"/>
                    <a:pt x="0" y="1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6" name="Line 8043">
              <a:extLst>
                <a:ext uri="{FF2B5EF4-FFF2-40B4-BE49-F238E27FC236}">
                  <a16:creationId xmlns:a16="http://schemas.microsoft.com/office/drawing/2014/main" id="{1F45CE4C-7DBC-42AF-8AA4-0B76F7B7DD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7" y="3183"/>
              <a:ext cx="304" cy="1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7" name="Line 8044">
              <a:extLst>
                <a:ext uri="{FF2B5EF4-FFF2-40B4-BE49-F238E27FC236}">
                  <a16:creationId xmlns:a16="http://schemas.microsoft.com/office/drawing/2014/main" id="{3DEC3062-1E6D-40F5-AEEB-7EBCA8A278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8" y="3183"/>
              <a:ext cx="290" cy="1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8" name="Line 8045">
              <a:extLst>
                <a:ext uri="{FF2B5EF4-FFF2-40B4-BE49-F238E27FC236}">
                  <a16:creationId xmlns:a16="http://schemas.microsoft.com/office/drawing/2014/main" id="{2165970D-97F3-469D-8B32-603F532AED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4" y="2097"/>
              <a:ext cx="185" cy="1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9" name="Freeform 8046">
              <a:extLst>
                <a:ext uri="{FF2B5EF4-FFF2-40B4-BE49-F238E27FC236}">
                  <a16:creationId xmlns:a16="http://schemas.microsoft.com/office/drawing/2014/main" id="{ED34C4A2-09CC-4BE5-9961-51B46B350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52"/>
              <a:ext cx="540" cy="345"/>
            </a:xfrm>
            <a:custGeom>
              <a:avLst/>
              <a:gdLst>
                <a:gd name="T0" fmla="*/ 1808 w 270"/>
                <a:gd name="T1" fmla="*/ 1372 h 172"/>
                <a:gd name="T2" fmla="*/ 2088 w 270"/>
                <a:gd name="T3" fmla="*/ 1372 h 172"/>
                <a:gd name="T4" fmla="*/ 2152 w 270"/>
                <a:gd name="T5" fmla="*/ 1380 h 172"/>
                <a:gd name="T6" fmla="*/ 2136 w 270"/>
                <a:gd name="T7" fmla="*/ 1025 h 172"/>
                <a:gd name="T8" fmla="*/ 2024 w 270"/>
                <a:gd name="T9" fmla="*/ 752 h 172"/>
                <a:gd name="T10" fmla="*/ 1912 w 270"/>
                <a:gd name="T11" fmla="*/ 435 h 172"/>
                <a:gd name="T12" fmla="*/ 1496 w 270"/>
                <a:gd name="T13" fmla="*/ 120 h 172"/>
                <a:gd name="T14" fmla="*/ 1104 w 270"/>
                <a:gd name="T15" fmla="*/ 0 h 172"/>
                <a:gd name="T16" fmla="*/ 864 w 270"/>
                <a:gd name="T17" fmla="*/ 64 h 172"/>
                <a:gd name="T18" fmla="*/ 504 w 270"/>
                <a:gd name="T19" fmla="*/ 209 h 172"/>
                <a:gd name="T20" fmla="*/ 224 w 270"/>
                <a:gd name="T21" fmla="*/ 580 h 172"/>
                <a:gd name="T22" fmla="*/ 56 w 270"/>
                <a:gd name="T23" fmla="*/ 889 h 172"/>
                <a:gd name="T24" fmla="*/ 0 w 270"/>
                <a:gd name="T25" fmla="*/ 1364 h 172"/>
                <a:gd name="T26" fmla="*/ 400 w 270"/>
                <a:gd name="T27" fmla="*/ 1348 h 172"/>
                <a:gd name="T28" fmla="*/ 904 w 270"/>
                <a:gd name="T29" fmla="*/ 1308 h 172"/>
                <a:gd name="T30" fmla="*/ 1400 w 270"/>
                <a:gd name="T31" fmla="*/ 1332 h 172"/>
                <a:gd name="T32" fmla="*/ 1808 w 270"/>
                <a:gd name="T33" fmla="*/ 1372 h 1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0" h="172">
                  <a:moveTo>
                    <a:pt x="226" y="170"/>
                  </a:moveTo>
                  <a:cubicBezTo>
                    <a:pt x="238" y="169"/>
                    <a:pt x="249" y="170"/>
                    <a:pt x="261" y="170"/>
                  </a:cubicBezTo>
                  <a:cubicBezTo>
                    <a:pt x="263" y="170"/>
                    <a:pt x="266" y="171"/>
                    <a:pt x="269" y="171"/>
                  </a:cubicBezTo>
                  <a:cubicBezTo>
                    <a:pt x="268" y="159"/>
                    <a:pt x="270" y="141"/>
                    <a:pt x="267" y="127"/>
                  </a:cubicBezTo>
                  <a:cubicBezTo>
                    <a:pt x="264" y="115"/>
                    <a:pt x="258" y="104"/>
                    <a:pt x="253" y="93"/>
                  </a:cubicBezTo>
                  <a:cubicBezTo>
                    <a:pt x="249" y="81"/>
                    <a:pt x="245" y="62"/>
                    <a:pt x="239" y="54"/>
                  </a:cubicBezTo>
                  <a:cubicBezTo>
                    <a:pt x="224" y="32"/>
                    <a:pt x="209" y="24"/>
                    <a:pt x="187" y="15"/>
                  </a:cubicBezTo>
                  <a:cubicBezTo>
                    <a:pt x="174" y="10"/>
                    <a:pt x="153" y="0"/>
                    <a:pt x="138" y="0"/>
                  </a:cubicBezTo>
                  <a:cubicBezTo>
                    <a:pt x="128" y="0"/>
                    <a:pt x="117" y="6"/>
                    <a:pt x="108" y="8"/>
                  </a:cubicBezTo>
                  <a:cubicBezTo>
                    <a:pt x="90" y="11"/>
                    <a:pt x="75" y="15"/>
                    <a:pt x="63" y="26"/>
                  </a:cubicBezTo>
                  <a:cubicBezTo>
                    <a:pt x="49" y="37"/>
                    <a:pt x="37" y="53"/>
                    <a:pt x="28" y="72"/>
                  </a:cubicBezTo>
                  <a:cubicBezTo>
                    <a:pt x="21" y="84"/>
                    <a:pt x="10" y="97"/>
                    <a:pt x="7" y="110"/>
                  </a:cubicBezTo>
                  <a:cubicBezTo>
                    <a:pt x="3" y="124"/>
                    <a:pt x="2" y="150"/>
                    <a:pt x="0" y="169"/>
                  </a:cubicBezTo>
                  <a:cubicBezTo>
                    <a:pt x="16" y="168"/>
                    <a:pt x="34" y="167"/>
                    <a:pt x="50" y="167"/>
                  </a:cubicBezTo>
                  <a:cubicBezTo>
                    <a:pt x="73" y="168"/>
                    <a:pt x="89" y="156"/>
                    <a:pt x="113" y="162"/>
                  </a:cubicBezTo>
                  <a:cubicBezTo>
                    <a:pt x="135" y="168"/>
                    <a:pt x="152" y="165"/>
                    <a:pt x="175" y="165"/>
                  </a:cubicBezTo>
                  <a:cubicBezTo>
                    <a:pt x="193" y="165"/>
                    <a:pt x="209" y="172"/>
                    <a:pt x="226" y="17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60" name="Freeform 8047">
              <a:extLst>
                <a:ext uri="{FF2B5EF4-FFF2-40B4-BE49-F238E27FC236}">
                  <a16:creationId xmlns:a16="http://schemas.microsoft.com/office/drawing/2014/main" id="{7D9D0B02-2790-4BE1-9EF8-1B2DE849C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574"/>
              <a:ext cx="908" cy="523"/>
            </a:xfrm>
            <a:custGeom>
              <a:avLst/>
              <a:gdLst>
                <a:gd name="T0" fmla="*/ 3648 w 453"/>
                <a:gd name="T1" fmla="*/ 2100 h 261"/>
                <a:gd name="T2" fmla="*/ 3303 w 453"/>
                <a:gd name="T3" fmla="*/ 796 h 261"/>
                <a:gd name="T4" fmla="*/ 1860 w 453"/>
                <a:gd name="T5" fmla="*/ 8 h 261"/>
                <a:gd name="T6" fmla="*/ 756 w 453"/>
                <a:gd name="T7" fmla="*/ 369 h 261"/>
                <a:gd name="T8" fmla="*/ 0 w 453"/>
                <a:gd name="T9" fmla="*/ 210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3" h="261">
                  <a:moveTo>
                    <a:pt x="453" y="261"/>
                  </a:moveTo>
                  <a:cubicBezTo>
                    <a:pt x="453" y="209"/>
                    <a:pt x="440" y="144"/>
                    <a:pt x="410" y="99"/>
                  </a:cubicBezTo>
                  <a:cubicBezTo>
                    <a:pt x="366" y="33"/>
                    <a:pt x="300" y="1"/>
                    <a:pt x="231" y="1"/>
                  </a:cubicBezTo>
                  <a:cubicBezTo>
                    <a:pt x="184" y="0"/>
                    <a:pt x="135" y="12"/>
                    <a:pt x="94" y="46"/>
                  </a:cubicBezTo>
                  <a:cubicBezTo>
                    <a:pt x="34" y="96"/>
                    <a:pt x="1" y="185"/>
                    <a:pt x="0" y="26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61" name="Freeform 8048">
              <a:extLst>
                <a:ext uri="{FF2B5EF4-FFF2-40B4-BE49-F238E27FC236}">
                  <a16:creationId xmlns:a16="http://schemas.microsoft.com/office/drawing/2014/main" id="{7E1BC0BB-BF00-45DC-BA65-F21D5D986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097"/>
              <a:ext cx="608" cy="1086"/>
            </a:xfrm>
            <a:custGeom>
              <a:avLst/>
              <a:gdLst>
                <a:gd name="T0" fmla="*/ 2432 w 304"/>
                <a:gd name="T1" fmla="*/ 4344 h 543"/>
                <a:gd name="T2" fmla="*/ 0 w 304"/>
                <a:gd name="T3" fmla="*/ 0 h 5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4" h="543">
                  <a:moveTo>
                    <a:pt x="304" y="543"/>
                  </a:moveTo>
                  <a:cubicBezTo>
                    <a:pt x="201" y="366"/>
                    <a:pt x="46" y="119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62" name="Freeform 8049">
              <a:extLst>
                <a:ext uri="{FF2B5EF4-FFF2-40B4-BE49-F238E27FC236}">
                  <a16:creationId xmlns:a16="http://schemas.microsoft.com/office/drawing/2014/main" id="{ADA69FDA-7A8E-4908-90F7-555FD1AE5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3183"/>
              <a:ext cx="1233" cy="671"/>
            </a:xfrm>
            <a:custGeom>
              <a:avLst/>
              <a:gdLst>
                <a:gd name="T0" fmla="*/ 0 w 616"/>
                <a:gd name="T1" fmla="*/ 0 h 335"/>
                <a:gd name="T2" fmla="*/ 536 w 616"/>
                <a:gd name="T3" fmla="*/ 1640 h 335"/>
                <a:gd name="T4" fmla="*/ 2396 w 616"/>
                <a:gd name="T5" fmla="*/ 2692 h 335"/>
                <a:gd name="T6" fmla="*/ 4011 w 616"/>
                <a:gd name="T7" fmla="*/ 2187 h 335"/>
                <a:gd name="T8" fmla="*/ 4940 w 616"/>
                <a:gd name="T9" fmla="*/ 0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6" h="335">
                  <a:moveTo>
                    <a:pt x="0" y="0"/>
                  </a:moveTo>
                  <a:cubicBezTo>
                    <a:pt x="0" y="69"/>
                    <a:pt x="28" y="145"/>
                    <a:pt x="67" y="204"/>
                  </a:cubicBezTo>
                  <a:cubicBezTo>
                    <a:pt x="124" y="291"/>
                    <a:pt x="209" y="334"/>
                    <a:pt x="299" y="335"/>
                  </a:cubicBezTo>
                  <a:cubicBezTo>
                    <a:pt x="361" y="335"/>
                    <a:pt x="446" y="316"/>
                    <a:pt x="500" y="272"/>
                  </a:cubicBezTo>
                  <a:cubicBezTo>
                    <a:pt x="578" y="207"/>
                    <a:pt x="615" y="101"/>
                    <a:pt x="61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63" name="Freeform 8050">
              <a:extLst>
                <a:ext uri="{FF2B5EF4-FFF2-40B4-BE49-F238E27FC236}">
                  <a16:creationId xmlns:a16="http://schemas.microsoft.com/office/drawing/2014/main" id="{56B53A88-104D-49FF-B85E-A5B3C4F45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863"/>
              <a:ext cx="1786" cy="2689"/>
            </a:xfrm>
            <a:custGeom>
              <a:avLst/>
              <a:gdLst>
                <a:gd name="T0" fmla="*/ 1203 w 892"/>
                <a:gd name="T1" fmla="*/ 0 h 1343"/>
                <a:gd name="T2" fmla="*/ 979 w 892"/>
                <a:gd name="T3" fmla="*/ 1756 h 1343"/>
                <a:gd name="T4" fmla="*/ 2345 w 892"/>
                <a:gd name="T5" fmla="*/ 2240 h 1343"/>
                <a:gd name="T6" fmla="*/ 3532 w 892"/>
                <a:gd name="T7" fmla="*/ 3540 h 1343"/>
                <a:gd name="T8" fmla="*/ 3628 w 892"/>
                <a:gd name="T9" fmla="*/ 5088 h 1343"/>
                <a:gd name="T10" fmla="*/ 5336 w 892"/>
                <a:gd name="T11" fmla="*/ 10780 h 1343"/>
                <a:gd name="T12" fmla="*/ 4976 w 892"/>
                <a:gd name="T13" fmla="*/ 9883 h 1343"/>
                <a:gd name="T14" fmla="*/ 4968 w 892"/>
                <a:gd name="T15" fmla="*/ 9865 h 1343"/>
                <a:gd name="T16" fmla="*/ 4960 w 892"/>
                <a:gd name="T17" fmla="*/ 9793 h 1343"/>
                <a:gd name="T18" fmla="*/ 4952 w 892"/>
                <a:gd name="T19" fmla="*/ 9753 h 1343"/>
                <a:gd name="T20" fmla="*/ 4936 w 892"/>
                <a:gd name="T21" fmla="*/ 9697 h 1343"/>
                <a:gd name="T22" fmla="*/ 4928 w 892"/>
                <a:gd name="T23" fmla="*/ 9649 h 1343"/>
                <a:gd name="T24" fmla="*/ 4920 w 892"/>
                <a:gd name="T25" fmla="*/ 9601 h 1343"/>
                <a:gd name="T26" fmla="*/ 4920 w 892"/>
                <a:gd name="T27" fmla="*/ 9545 h 1343"/>
                <a:gd name="T28" fmla="*/ 4912 w 892"/>
                <a:gd name="T29" fmla="*/ 9505 h 1343"/>
                <a:gd name="T30" fmla="*/ 4912 w 892"/>
                <a:gd name="T31" fmla="*/ 9441 h 1343"/>
                <a:gd name="T32" fmla="*/ 4903 w 892"/>
                <a:gd name="T33" fmla="*/ 9400 h 1343"/>
                <a:gd name="T34" fmla="*/ 4903 w 892"/>
                <a:gd name="T35" fmla="*/ 9304 h 1343"/>
                <a:gd name="T36" fmla="*/ 3772 w 892"/>
                <a:gd name="T37" fmla="*/ 4944 h 1343"/>
                <a:gd name="T38" fmla="*/ 4527 w 892"/>
                <a:gd name="T39" fmla="*/ 3220 h 1343"/>
                <a:gd name="T40" fmla="*/ 5628 w 892"/>
                <a:gd name="T41" fmla="*/ 2859 h 1343"/>
                <a:gd name="T42" fmla="*/ 7064 w 892"/>
                <a:gd name="T43" fmla="*/ 3644 h 1343"/>
                <a:gd name="T44" fmla="*/ 7160 w 892"/>
                <a:gd name="T45" fmla="*/ 3812 h 1343"/>
                <a:gd name="T46" fmla="*/ 2208 w 892"/>
                <a:gd name="T47" fmla="*/ 1243 h 1343"/>
                <a:gd name="T48" fmla="*/ 1235 w 892"/>
                <a:gd name="T49" fmla="*/ 160 h 13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92" h="1343">
                  <a:moveTo>
                    <a:pt x="150" y="0"/>
                  </a:moveTo>
                  <a:cubicBezTo>
                    <a:pt x="0" y="40"/>
                    <a:pt x="10" y="151"/>
                    <a:pt x="122" y="219"/>
                  </a:cubicBezTo>
                  <a:cubicBezTo>
                    <a:pt x="174" y="250"/>
                    <a:pt x="236" y="264"/>
                    <a:pt x="292" y="279"/>
                  </a:cubicBezTo>
                  <a:cubicBezTo>
                    <a:pt x="387" y="304"/>
                    <a:pt x="449" y="325"/>
                    <a:pt x="440" y="441"/>
                  </a:cubicBezTo>
                  <a:cubicBezTo>
                    <a:pt x="434" y="522"/>
                    <a:pt x="439" y="570"/>
                    <a:pt x="452" y="634"/>
                  </a:cubicBezTo>
                  <a:cubicBezTo>
                    <a:pt x="465" y="708"/>
                    <a:pt x="596" y="1261"/>
                    <a:pt x="665" y="1343"/>
                  </a:cubicBezTo>
                  <a:cubicBezTo>
                    <a:pt x="645" y="1308"/>
                    <a:pt x="629" y="1270"/>
                    <a:pt x="620" y="1231"/>
                  </a:cubicBezTo>
                  <a:cubicBezTo>
                    <a:pt x="620" y="1230"/>
                    <a:pt x="620" y="1229"/>
                    <a:pt x="619" y="1229"/>
                  </a:cubicBezTo>
                  <a:cubicBezTo>
                    <a:pt x="619" y="1226"/>
                    <a:pt x="618" y="1223"/>
                    <a:pt x="618" y="1220"/>
                  </a:cubicBezTo>
                  <a:cubicBezTo>
                    <a:pt x="617" y="1218"/>
                    <a:pt x="617" y="1217"/>
                    <a:pt x="617" y="1215"/>
                  </a:cubicBezTo>
                  <a:cubicBezTo>
                    <a:pt x="616" y="1213"/>
                    <a:pt x="616" y="1210"/>
                    <a:pt x="615" y="1208"/>
                  </a:cubicBezTo>
                  <a:cubicBezTo>
                    <a:pt x="615" y="1206"/>
                    <a:pt x="615" y="1204"/>
                    <a:pt x="614" y="1202"/>
                  </a:cubicBezTo>
                  <a:cubicBezTo>
                    <a:pt x="614" y="1200"/>
                    <a:pt x="614" y="1198"/>
                    <a:pt x="613" y="1196"/>
                  </a:cubicBezTo>
                  <a:cubicBezTo>
                    <a:pt x="613" y="1194"/>
                    <a:pt x="613" y="1191"/>
                    <a:pt x="613" y="1189"/>
                  </a:cubicBezTo>
                  <a:cubicBezTo>
                    <a:pt x="612" y="1187"/>
                    <a:pt x="612" y="1185"/>
                    <a:pt x="612" y="1184"/>
                  </a:cubicBezTo>
                  <a:cubicBezTo>
                    <a:pt x="612" y="1181"/>
                    <a:pt x="612" y="1178"/>
                    <a:pt x="612" y="1176"/>
                  </a:cubicBezTo>
                  <a:cubicBezTo>
                    <a:pt x="611" y="1174"/>
                    <a:pt x="611" y="1173"/>
                    <a:pt x="611" y="1171"/>
                  </a:cubicBezTo>
                  <a:cubicBezTo>
                    <a:pt x="611" y="1167"/>
                    <a:pt x="611" y="1163"/>
                    <a:pt x="611" y="1159"/>
                  </a:cubicBezTo>
                  <a:cubicBezTo>
                    <a:pt x="528" y="970"/>
                    <a:pt x="498" y="721"/>
                    <a:pt x="470" y="616"/>
                  </a:cubicBezTo>
                  <a:cubicBezTo>
                    <a:pt x="471" y="540"/>
                    <a:pt x="504" y="451"/>
                    <a:pt x="564" y="401"/>
                  </a:cubicBezTo>
                  <a:cubicBezTo>
                    <a:pt x="605" y="367"/>
                    <a:pt x="654" y="355"/>
                    <a:pt x="701" y="356"/>
                  </a:cubicBezTo>
                  <a:cubicBezTo>
                    <a:pt x="770" y="356"/>
                    <a:pt x="836" y="388"/>
                    <a:pt x="880" y="454"/>
                  </a:cubicBezTo>
                  <a:cubicBezTo>
                    <a:pt x="884" y="461"/>
                    <a:pt x="889" y="468"/>
                    <a:pt x="892" y="475"/>
                  </a:cubicBezTo>
                  <a:cubicBezTo>
                    <a:pt x="776" y="198"/>
                    <a:pt x="514" y="172"/>
                    <a:pt x="275" y="155"/>
                  </a:cubicBezTo>
                  <a:cubicBezTo>
                    <a:pt x="44" y="139"/>
                    <a:pt x="64" y="40"/>
                    <a:pt x="154" y="2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64" name="Freeform 8051">
              <a:extLst>
                <a:ext uri="{FF2B5EF4-FFF2-40B4-BE49-F238E27FC236}">
                  <a16:creationId xmlns:a16="http://schemas.microsoft.com/office/drawing/2014/main" id="{FD67C8AA-41FB-4B33-AD54-80F1CB9D8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091"/>
              <a:ext cx="406" cy="1092"/>
            </a:xfrm>
            <a:custGeom>
              <a:avLst/>
              <a:gdLst>
                <a:gd name="T0" fmla="*/ 1624 w 203"/>
                <a:gd name="T1" fmla="*/ 4368 h 546"/>
                <a:gd name="T2" fmla="*/ 1552 w 203"/>
                <a:gd name="T3" fmla="*/ 4296 h 546"/>
                <a:gd name="T4" fmla="*/ 1376 w 203"/>
                <a:gd name="T5" fmla="*/ 3952 h 546"/>
                <a:gd name="T6" fmla="*/ 1248 w 203"/>
                <a:gd name="T7" fmla="*/ 3584 h 546"/>
                <a:gd name="T8" fmla="*/ 1096 w 203"/>
                <a:gd name="T9" fmla="*/ 3256 h 546"/>
                <a:gd name="T10" fmla="*/ 1000 w 203"/>
                <a:gd name="T11" fmla="*/ 2912 h 546"/>
                <a:gd name="T12" fmla="*/ 784 w 203"/>
                <a:gd name="T13" fmla="*/ 2592 h 546"/>
                <a:gd name="T14" fmla="*/ 648 w 203"/>
                <a:gd name="T15" fmla="*/ 2288 h 546"/>
                <a:gd name="T16" fmla="*/ 496 w 203"/>
                <a:gd name="T17" fmla="*/ 1904 h 546"/>
                <a:gd name="T18" fmla="*/ 344 w 203"/>
                <a:gd name="T19" fmla="*/ 1368 h 546"/>
                <a:gd name="T20" fmla="*/ 152 w 203"/>
                <a:gd name="T21" fmla="*/ 624 h 546"/>
                <a:gd name="T22" fmla="*/ 8 w 203"/>
                <a:gd name="T23" fmla="*/ 0 h 5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3" h="546">
                  <a:moveTo>
                    <a:pt x="203" y="546"/>
                  </a:moveTo>
                  <a:cubicBezTo>
                    <a:pt x="201" y="544"/>
                    <a:pt x="198" y="541"/>
                    <a:pt x="194" y="537"/>
                  </a:cubicBezTo>
                  <a:cubicBezTo>
                    <a:pt x="184" y="526"/>
                    <a:pt x="177" y="510"/>
                    <a:pt x="172" y="494"/>
                  </a:cubicBezTo>
                  <a:cubicBezTo>
                    <a:pt x="167" y="478"/>
                    <a:pt x="162" y="464"/>
                    <a:pt x="156" y="448"/>
                  </a:cubicBezTo>
                  <a:cubicBezTo>
                    <a:pt x="150" y="432"/>
                    <a:pt x="141" y="424"/>
                    <a:pt x="137" y="407"/>
                  </a:cubicBezTo>
                  <a:cubicBezTo>
                    <a:pt x="133" y="390"/>
                    <a:pt x="129" y="379"/>
                    <a:pt x="125" y="364"/>
                  </a:cubicBezTo>
                  <a:cubicBezTo>
                    <a:pt x="121" y="349"/>
                    <a:pt x="107" y="339"/>
                    <a:pt x="98" y="324"/>
                  </a:cubicBezTo>
                  <a:cubicBezTo>
                    <a:pt x="89" y="309"/>
                    <a:pt x="85" y="298"/>
                    <a:pt x="81" y="286"/>
                  </a:cubicBezTo>
                  <a:cubicBezTo>
                    <a:pt x="77" y="274"/>
                    <a:pt x="67" y="256"/>
                    <a:pt x="62" y="238"/>
                  </a:cubicBezTo>
                  <a:cubicBezTo>
                    <a:pt x="57" y="220"/>
                    <a:pt x="46" y="193"/>
                    <a:pt x="43" y="171"/>
                  </a:cubicBezTo>
                  <a:cubicBezTo>
                    <a:pt x="37" y="146"/>
                    <a:pt x="24" y="95"/>
                    <a:pt x="19" y="78"/>
                  </a:cubicBezTo>
                  <a:cubicBezTo>
                    <a:pt x="15" y="60"/>
                    <a:pt x="0" y="19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65" name="Freeform 8052">
              <a:extLst>
                <a:ext uri="{FF2B5EF4-FFF2-40B4-BE49-F238E27FC236}">
                  <a16:creationId xmlns:a16="http://schemas.microsoft.com/office/drawing/2014/main" id="{82C1D4E6-A35F-4AC9-98CE-C6B2CA4AE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097"/>
              <a:ext cx="497" cy="1088"/>
            </a:xfrm>
            <a:custGeom>
              <a:avLst/>
              <a:gdLst>
                <a:gd name="T0" fmla="*/ 1996 w 248"/>
                <a:gd name="T1" fmla="*/ 4352 h 544"/>
                <a:gd name="T2" fmla="*/ 1932 w 248"/>
                <a:gd name="T3" fmla="*/ 4176 h 544"/>
                <a:gd name="T4" fmla="*/ 1748 w 248"/>
                <a:gd name="T5" fmla="*/ 3968 h 544"/>
                <a:gd name="T6" fmla="*/ 1627 w 248"/>
                <a:gd name="T7" fmla="*/ 3704 h 544"/>
                <a:gd name="T8" fmla="*/ 1499 w 248"/>
                <a:gd name="T9" fmla="*/ 3488 h 544"/>
                <a:gd name="T10" fmla="*/ 1401 w 248"/>
                <a:gd name="T11" fmla="*/ 3104 h 544"/>
                <a:gd name="T12" fmla="*/ 1224 w 248"/>
                <a:gd name="T13" fmla="*/ 2760 h 544"/>
                <a:gd name="T14" fmla="*/ 1016 w 248"/>
                <a:gd name="T15" fmla="*/ 2480 h 544"/>
                <a:gd name="T16" fmla="*/ 884 w 248"/>
                <a:gd name="T17" fmla="*/ 2160 h 544"/>
                <a:gd name="T18" fmla="*/ 731 w 248"/>
                <a:gd name="T19" fmla="*/ 1824 h 544"/>
                <a:gd name="T20" fmla="*/ 627 w 248"/>
                <a:gd name="T21" fmla="*/ 1584 h 544"/>
                <a:gd name="T22" fmla="*/ 489 w 248"/>
                <a:gd name="T23" fmla="*/ 1192 h 544"/>
                <a:gd name="T24" fmla="*/ 385 w 248"/>
                <a:gd name="T25" fmla="*/ 824 h 544"/>
                <a:gd name="T26" fmla="*/ 257 w 248"/>
                <a:gd name="T27" fmla="*/ 552 h 544"/>
                <a:gd name="T28" fmla="*/ 80 w 248"/>
                <a:gd name="T29" fmla="*/ 176 h 544"/>
                <a:gd name="T30" fmla="*/ 0 w 248"/>
                <a:gd name="T31" fmla="*/ 0 h 544"/>
                <a:gd name="T32" fmla="*/ 739 w 248"/>
                <a:gd name="T33" fmla="*/ 0 h 5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8" h="544">
                  <a:moveTo>
                    <a:pt x="248" y="544"/>
                  </a:moveTo>
                  <a:cubicBezTo>
                    <a:pt x="247" y="541"/>
                    <a:pt x="244" y="532"/>
                    <a:pt x="240" y="522"/>
                  </a:cubicBezTo>
                  <a:cubicBezTo>
                    <a:pt x="235" y="509"/>
                    <a:pt x="227" y="507"/>
                    <a:pt x="217" y="496"/>
                  </a:cubicBezTo>
                  <a:cubicBezTo>
                    <a:pt x="207" y="485"/>
                    <a:pt x="209" y="477"/>
                    <a:pt x="202" y="463"/>
                  </a:cubicBezTo>
                  <a:cubicBezTo>
                    <a:pt x="195" y="449"/>
                    <a:pt x="189" y="449"/>
                    <a:pt x="186" y="436"/>
                  </a:cubicBezTo>
                  <a:cubicBezTo>
                    <a:pt x="183" y="423"/>
                    <a:pt x="179" y="403"/>
                    <a:pt x="174" y="388"/>
                  </a:cubicBezTo>
                  <a:cubicBezTo>
                    <a:pt x="169" y="373"/>
                    <a:pt x="156" y="358"/>
                    <a:pt x="152" y="345"/>
                  </a:cubicBezTo>
                  <a:cubicBezTo>
                    <a:pt x="148" y="332"/>
                    <a:pt x="137" y="322"/>
                    <a:pt x="126" y="310"/>
                  </a:cubicBezTo>
                  <a:cubicBezTo>
                    <a:pt x="115" y="298"/>
                    <a:pt x="115" y="285"/>
                    <a:pt x="110" y="270"/>
                  </a:cubicBezTo>
                  <a:cubicBezTo>
                    <a:pt x="103" y="252"/>
                    <a:pt x="103" y="251"/>
                    <a:pt x="91" y="228"/>
                  </a:cubicBezTo>
                  <a:cubicBezTo>
                    <a:pt x="79" y="205"/>
                    <a:pt x="86" y="211"/>
                    <a:pt x="78" y="198"/>
                  </a:cubicBezTo>
                  <a:cubicBezTo>
                    <a:pt x="70" y="185"/>
                    <a:pt x="64" y="163"/>
                    <a:pt x="61" y="149"/>
                  </a:cubicBezTo>
                  <a:cubicBezTo>
                    <a:pt x="58" y="135"/>
                    <a:pt x="54" y="121"/>
                    <a:pt x="48" y="103"/>
                  </a:cubicBezTo>
                  <a:cubicBezTo>
                    <a:pt x="43" y="90"/>
                    <a:pt x="37" y="79"/>
                    <a:pt x="32" y="69"/>
                  </a:cubicBezTo>
                  <a:cubicBezTo>
                    <a:pt x="26" y="59"/>
                    <a:pt x="14" y="30"/>
                    <a:pt x="10" y="22"/>
                  </a:cubicBezTo>
                  <a:cubicBezTo>
                    <a:pt x="6" y="14"/>
                    <a:pt x="0" y="0"/>
                    <a:pt x="0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66" name="Freeform 8053">
              <a:extLst>
                <a:ext uri="{FF2B5EF4-FFF2-40B4-BE49-F238E27FC236}">
                  <a16:creationId xmlns:a16="http://schemas.microsoft.com/office/drawing/2014/main" id="{DEC33D80-150B-47D9-93C4-95315A72B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3171"/>
              <a:ext cx="661" cy="369"/>
            </a:xfrm>
            <a:custGeom>
              <a:avLst/>
              <a:gdLst>
                <a:gd name="T0" fmla="*/ 2580 w 330"/>
                <a:gd name="T1" fmla="*/ 56 h 184"/>
                <a:gd name="T2" fmla="*/ 2588 w 330"/>
                <a:gd name="T3" fmla="*/ 72 h 184"/>
                <a:gd name="T4" fmla="*/ 2636 w 330"/>
                <a:gd name="T5" fmla="*/ 395 h 184"/>
                <a:gd name="T6" fmla="*/ 2476 w 330"/>
                <a:gd name="T7" fmla="*/ 684 h 184"/>
                <a:gd name="T8" fmla="*/ 2396 w 330"/>
                <a:gd name="T9" fmla="*/ 912 h 184"/>
                <a:gd name="T10" fmla="*/ 2251 w 330"/>
                <a:gd name="T11" fmla="*/ 1163 h 184"/>
                <a:gd name="T12" fmla="*/ 2027 w 330"/>
                <a:gd name="T13" fmla="*/ 1324 h 184"/>
                <a:gd name="T14" fmla="*/ 1464 w 330"/>
                <a:gd name="T15" fmla="*/ 1452 h 184"/>
                <a:gd name="T16" fmla="*/ 1132 w 330"/>
                <a:gd name="T17" fmla="*/ 1388 h 184"/>
                <a:gd name="T18" fmla="*/ 875 w 330"/>
                <a:gd name="T19" fmla="*/ 1332 h 184"/>
                <a:gd name="T20" fmla="*/ 601 w 330"/>
                <a:gd name="T21" fmla="*/ 1203 h 184"/>
                <a:gd name="T22" fmla="*/ 417 w 330"/>
                <a:gd name="T23" fmla="*/ 1065 h 184"/>
                <a:gd name="T24" fmla="*/ 320 w 330"/>
                <a:gd name="T25" fmla="*/ 937 h 184"/>
                <a:gd name="T26" fmla="*/ 152 w 330"/>
                <a:gd name="T27" fmla="*/ 792 h 184"/>
                <a:gd name="T28" fmla="*/ 32 w 330"/>
                <a:gd name="T29" fmla="*/ 604 h 184"/>
                <a:gd name="T30" fmla="*/ 24 w 330"/>
                <a:gd name="T31" fmla="*/ 289 h 184"/>
                <a:gd name="T32" fmla="*/ 40 w 330"/>
                <a:gd name="T33" fmla="*/ 48 h 184"/>
                <a:gd name="T34" fmla="*/ 633 w 330"/>
                <a:gd name="T35" fmla="*/ 8 h 184"/>
                <a:gd name="T36" fmla="*/ 1260 w 330"/>
                <a:gd name="T37" fmla="*/ 32 h 184"/>
                <a:gd name="T38" fmla="*/ 1889 w 330"/>
                <a:gd name="T39" fmla="*/ 40 h 184"/>
                <a:gd name="T40" fmla="*/ 2580 w 330"/>
                <a:gd name="T41" fmla="*/ 56 h 1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0" h="184">
                  <a:moveTo>
                    <a:pt x="321" y="7"/>
                  </a:moveTo>
                  <a:cubicBezTo>
                    <a:pt x="322" y="9"/>
                    <a:pt x="322" y="9"/>
                    <a:pt x="322" y="9"/>
                  </a:cubicBezTo>
                  <a:cubicBezTo>
                    <a:pt x="322" y="9"/>
                    <a:pt x="330" y="39"/>
                    <a:pt x="328" y="49"/>
                  </a:cubicBezTo>
                  <a:cubicBezTo>
                    <a:pt x="326" y="60"/>
                    <a:pt x="315" y="76"/>
                    <a:pt x="308" y="85"/>
                  </a:cubicBezTo>
                  <a:cubicBezTo>
                    <a:pt x="302" y="93"/>
                    <a:pt x="300" y="104"/>
                    <a:pt x="298" y="113"/>
                  </a:cubicBezTo>
                  <a:cubicBezTo>
                    <a:pt x="296" y="123"/>
                    <a:pt x="291" y="133"/>
                    <a:pt x="280" y="144"/>
                  </a:cubicBezTo>
                  <a:cubicBezTo>
                    <a:pt x="269" y="155"/>
                    <a:pt x="265" y="155"/>
                    <a:pt x="252" y="164"/>
                  </a:cubicBezTo>
                  <a:cubicBezTo>
                    <a:pt x="230" y="181"/>
                    <a:pt x="191" y="184"/>
                    <a:pt x="182" y="180"/>
                  </a:cubicBezTo>
                  <a:cubicBezTo>
                    <a:pt x="173" y="175"/>
                    <a:pt x="158" y="173"/>
                    <a:pt x="141" y="172"/>
                  </a:cubicBezTo>
                  <a:cubicBezTo>
                    <a:pt x="125" y="171"/>
                    <a:pt x="117" y="169"/>
                    <a:pt x="109" y="165"/>
                  </a:cubicBezTo>
                  <a:cubicBezTo>
                    <a:pt x="101" y="161"/>
                    <a:pt x="85" y="153"/>
                    <a:pt x="75" y="149"/>
                  </a:cubicBezTo>
                  <a:cubicBezTo>
                    <a:pt x="65" y="145"/>
                    <a:pt x="56" y="137"/>
                    <a:pt x="52" y="132"/>
                  </a:cubicBezTo>
                  <a:cubicBezTo>
                    <a:pt x="48" y="127"/>
                    <a:pt x="46" y="121"/>
                    <a:pt x="40" y="116"/>
                  </a:cubicBezTo>
                  <a:cubicBezTo>
                    <a:pt x="34" y="111"/>
                    <a:pt x="27" y="105"/>
                    <a:pt x="19" y="98"/>
                  </a:cubicBezTo>
                  <a:cubicBezTo>
                    <a:pt x="11" y="92"/>
                    <a:pt x="7" y="87"/>
                    <a:pt x="4" y="75"/>
                  </a:cubicBezTo>
                  <a:cubicBezTo>
                    <a:pt x="0" y="63"/>
                    <a:pt x="1" y="47"/>
                    <a:pt x="3" y="36"/>
                  </a:cubicBezTo>
                  <a:cubicBezTo>
                    <a:pt x="5" y="25"/>
                    <a:pt x="5" y="18"/>
                    <a:pt x="5" y="6"/>
                  </a:cubicBezTo>
                  <a:cubicBezTo>
                    <a:pt x="25" y="5"/>
                    <a:pt x="51" y="1"/>
                    <a:pt x="79" y="1"/>
                  </a:cubicBezTo>
                  <a:cubicBezTo>
                    <a:pt x="107" y="1"/>
                    <a:pt x="126" y="0"/>
                    <a:pt x="157" y="4"/>
                  </a:cubicBezTo>
                  <a:cubicBezTo>
                    <a:pt x="188" y="8"/>
                    <a:pt x="205" y="10"/>
                    <a:pt x="235" y="5"/>
                  </a:cubicBezTo>
                  <a:cubicBezTo>
                    <a:pt x="265" y="0"/>
                    <a:pt x="310" y="5"/>
                    <a:pt x="321" y="7"/>
                  </a:cubicBez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67" name="Freeform 8054">
              <a:extLst>
                <a:ext uri="{FF2B5EF4-FFF2-40B4-BE49-F238E27FC236}">
                  <a16:creationId xmlns:a16="http://schemas.microsoft.com/office/drawing/2014/main" id="{C452FFED-DF89-4C8B-9663-41AC12E2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290"/>
              <a:ext cx="36" cy="60"/>
            </a:xfrm>
            <a:custGeom>
              <a:avLst/>
              <a:gdLst>
                <a:gd name="T0" fmla="*/ 32 w 18"/>
                <a:gd name="T1" fmla="*/ 0 h 30"/>
                <a:gd name="T2" fmla="*/ 144 w 18"/>
                <a:gd name="T3" fmla="*/ 24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0">
                  <a:moveTo>
                    <a:pt x="4" y="0"/>
                  </a:moveTo>
                  <a:cubicBezTo>
                    <a:pt x="0" y="12"/>
                    <a:pt x="6" y="25"/>
                    <a:pt x="18" y="3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68" name="Freeform 8055">
              <a:extLst>
                <a:ext uri="{FF2B5EF4-FFF2-40B4-BE49-F238E27FC236}">
                  <a16:creationId xmlns:a16="http://schemas.microsoft.com/office/drawing/2014/main" id="{976D01E2-8FE9-4377-A10D-969558B70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330"/>
              <a:ext cx="24" cy="66"/>
            </a:xfrm>
            <a:custGeom>
              <a:avLst/>
              <a:gdLst>
                <a:gd name="T0" fmla="*/ 96 w 12"/>
                <a:gd name="T1" fmla="*/ 0 h 33"/>
                <a:gd name="T2" fmla="*/ 80 w 12"/>
                <a:gd name="T3" fmla="*/ 26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cubicBezTo>
                    <a:pt x="6" y="7"/>
                    <a:pt x="0" y="28"/>
                    <a:pt x="10" y="33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69" name="Freeform 8056">
              <a:extLst>
                <a:ext uri="{FF2B5EF4-FFF2-40B4-BE49-F238E27FC236}">
                  <a16:creationId xmlns:a16="http://schemas.microsoft.com/office/drawing/2014/main" id="{1A7FB838-EFEC-44E9-BB66-9985173B2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542"/>
              <a:ext cx="52" cy="36"/>
            </a:xfrm>
            <a:custGeom>
              <a:avLst/>
              <a:gdLst>
                <a:gd name="T0" fmla="*/ 0 w 26"/>
                <a:gd name="T1" fmla="*/ 0 h 18"/>
                <a:gd name="T2" fmla="*/ 208 w 26"/>
                <a:gd name="T3" fmla="*/ 12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2" y="12"/>
                    <a:pt x="15" y="18"/>
                    <a:pt x="26" y="1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70" name="Freeform 8057">
              <a:extLst>
                <a:ext uri="{FF2B5EF4-FFF2-40B4-BE49-F238E27FC236}">
                  <a16:creationId xmlns:a16="http://schemas.microsoft.com/office/drawing/2014/main" id="{4910AA0D-7E93-4089-814E-FE5EAA45A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556"/>
              <a:ext cx="36" cy="44"/>
            </a:xfrm>
            <a:custGeom>
              <a:avLst/>
              <a:gdLst>
                <a:gd name="T0" fmla="*/ 8 w 18"/>
                <a:gd name="T1" fmla="*/ 0 h 22"/>
                <a:gd name="T2" fmla="*/ 144 w 18"/>
                <a:gd name="T3" fmla="*/ 1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2">
                  <a:moveTo>
                    <a:pt x="1" y="0"/>
                  </a:moveTo>
                  <a:cubicBezTo>
                    <a:pt x="0" y="11"/>
                    <a:pt x="7" y="21"/>
                    <a:pt x="18" y="2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71" name="Freeform 8058">
              <a:extLst>
                <a:ext uri="{FF2B5EF4-FFF2-40B4-BE49-F238E27FC236}">
                  <a16:creationId xmlns:a16="http://schemas.microsoft.com/office/drawing/2014/main" id="{BC55A1F6-7599-485B-AA27-9FAF0E7D4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3594"/>
              <a:ext cx="78" cy="28"/>
            </a:xfrm>
            <a:custGeom>
              <a:avLst/>
              <a:gdLst>
                <a:gd name="T0" fmla="*/ 0 w 39"/>
                <a:gd name="T1" fmla="*/ 0 h 14"/>
                <a:gd name="T2" fmla="*/ 312 w 39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4">
                  <a:moveTo>
                    <a:pt x="0" y="0"/>
                  </a:moveTo>
                  <a:cubicBezTo>
                    <a:pt x="7" y="14"/>
                    <a:pt x="28" y="14"/>
                    <a:pt x="39" y="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72" name="Freeform 8059">
              <a:extLst>
                <a:ext uri="{FF2B5EF4-FFF2-40B4-BE49-F238E27FC236}">
                  <a16:creationId xmlns:a16="http://schemas.microsoft.com/office/drawing/2014/main" id="{92679084-7FA9-4215-8920-F51D2D61D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590"/>
              <a:ext cx="59" cy="24"/>
            </a:xfrm>
            <a:custGeom>
              <a:avLst/>
              <a:gdLst>
                <a:gd name="T0" fmla="*/ 0 w 29"/>
                <a:gd name="T1" fmla="*/ 0 h 12"/>
                <a:gd name="T2" fmla="*/ 244 w 29"/>
                <a:gd name="T3" fmla="*/ 3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0" y="0"/>
                  </a:moveTo>
                  <a:cubicBezTo>
                    <a:pt x="6" y="12"/>
                    <a:pt x="19" y="11"/>
                    <a:pt x="29" y="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73" name="Freeform 8060">
              <a:extLst>
                <a:ext uri="{FF2B5EF4-FFF2-40B4-BE49-F238E27FC236}">
                  <a16:creationId xmlns:a16="http://schemas.microsoft.com/office/drawing/2014/main" id="{6766B8B4-22C2-4A94-B6E3-AF362D57D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3592"/>
              <a:ext cx="52" cy="28"/>
            </a:xfrm>
            <a:custGeom>
              <a:avLst/>
              <a:gdLst>
                <a:gd name="T0" fmla="*/ 0 w 26"/>
                <a:gd name="T1" fmla="*/ 0 h 14"/>
                <a:gd name="T2" fmla="*/ 208 w 26"/>
                <a:gd name="T3" fmla="*/ 5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0" y="0"/>
                  </a:moveTo>
                  <a:cubicBezTo>
                    <a:pt x="7" y="9"/>
                    <a:pt x="15" y="14"/>
                    <a:pt x="26" y="7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74" name="Freeform 8061">
              <a:extLst>
                <a:ext uri="{FF2B5EF4-FFF2-40B4-BE49-F238E27FC236}">
                  <a16:creationId xmlns:a16="http://schemas.microsoft.com/office/drawing/2014/main" id="{04D11431-8B71-43C7-8117-E3D0A8E03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580"/>
              <a:ext cx="36" cy="10"/>
            </a:xfrm>
            <a:custGeom>
              <a:avLst/>
              <a:gdLst>
                <a:gd name="T0" fmla="*/ 0 w 18"/>
                <a:gd name="T1" fmla="*/ 32 h 5"/>
                <a:gd name="T2" fmla="*/ 144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cubicBezTo>
                    <a:pt x="6" y="5"/>
                    <a:pt x="13" y="5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75" name="Freeform 8062">
              <a:extLst>
                <a:ext uri="{FF2B5EF4-FFF2-40B4-BE49-F238E27FC236}">
                  <a16:creationId xmlns:a16="http://schemas.microsoft.com/office/drawing/2014/main" id="{1C826A2B-D621-4EB5-AB3F-D76A9451F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556"/>
              <a:ext cx="44" cy="30"/>
            </a:xfrm>
            <a:custGeom>
              <a:avLst/>
              <a:gdLst>
                <a:gd name="T0" fmla="*/ 0 w 22"/>
                <a:gd name="T1" fmla="*/ 112 h 15"/>
                <a:gd name="T2" fmla="*/ 176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14"/>
                  </a:moveTo>
                  <a:cubicBezTo>
                    <a:pt x="12" y="15"/>
                    <a:pt x="19" y="13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76" name="Freeform 8063">
              <a:extLst>
                <a:ext uri="{FF2B5EF4-FFF2-40B4-BE49-F238E27FC236}">
                  <a16:creationId xmlns:a16="http://schemas.microsoft.com/office/drawing/2014/main" id="{841586C0-CFB9-4A61-9A21-6259EC01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540"/>
              <a:ext cx="48" cy="22"/>
            </a:xfrm>
            <a:custGeom>
              <a:avLst/>
              <a:gdLst>
                <a:gd name="T0" fmla="*/ 0 w 24"/>
                <a:gd name="T1" fmla="*/ 40 h 11"/>
                <a:gd name="T2" fmla="*/ 192 w 2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0" y="5"/>
                  </a:moveTo>
                  <a:cubicBezTo>
                    <a:pt x="9" y="11"/>
                    <a:pt x="19" y="10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77" name="Freeform 8064">
              <a:extLst>
                <a:ext uri="{FF2B5EF4-FFF2-40B4-BE49-F238E27FC236}">
                  <a16:creationId xmlns:a16="http://schemas.microsoft.com/office/drawing/2014/main" id="{3F521DE2-244E-468B-90B6-7C53C417B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492"/>
              <a:ext cx="48" cy="34"/>
            </a:xfrm>
            <a:custGeom>
              <a:avLst/>
              <a:gdLst>
                <a:gd name="T0" fmla="*/ 0 w 24"/>
                <a:gd name="T1" fmla="*/ 0 h 17"/>
                <a:gd name="T2" fmla="*/ 192 w 24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10" y="1"/>
                    <a:pt x="21" y="6"/>
                    <a:pt x="24" y="17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78" name="Freeform 8065">
              <a:extLst>
                <a:ext uri="{FF2B5EF4-FFF2-40B4-BE49-F238E27FC236}">
                  <a16:creationId xmlns:a16="http://schemas.microsoft.com/office/drawing/2014/main" id="{416654BD-3A7D-47B9-98BA-3D18E7523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3484"/>
              <a:ext cx="2" cy="20"/>
            </a:xfrm>
            <a:custGeom>
              <a:avLst/>
              <a:gdLst>
                <a:gd name="T0" fmla="*/ 8 w 1"/>
                <a:gd name="T1" fmla="*/ 80 h 10"/>
                <a:gd name="T2" fmla="*/ 8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7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79" name="Freeform 8066">
              <a:extLst>
                <a:ext uri="{FF2B5EF4-FFF2-40B4-BE49-F238E27FC236}">
                  <a16:creationId xmlns:a16="http://schemas.microsoft.com/office/drawing/2014/main" id="{EC7463BA-A24A-4C1B-B720-16BE3FE0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578"/>
              <a:ext cx="26" cy="20"/>
            </a:xfrm>
            <a:custGeom>
              <a:avLst/>
              <a:gdLst>
                <a:gd name="T0" fmla="*/ 0 w 13"/>
                <a:gd name="T1" fmla="*/ 0 h 10"/>
                <a:gd name="T2" fmla="*/ 104 w 13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7" y="1"/>
                    <a:pt x="10" y="5"/>
                    <a:pt x="13" y="1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80" name="Freeform 8067">
              <a:extLst>
                <a:ext uri="{FF2B5EF4-FFF2-40B4-BE49-F238E27FC236}">
                  <a16:creationId xmlns:a16="http://schemas.microsoft.com/office/drawing/2014/main" id="{FD723101-6231-4CB9-B033-334594BF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3568"/>
              <a:ext cx="6" cy="18"/>
            </a:xfrm>
            <a:custGeom>
              <a:avLst/>
              <a:gdLst>
                <a:gd name="T0" fmla="*/ 0 w 3"/>
                <a:gd name="T1" fmla="*/ 72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81" name="Freeform 8068">
              <a:extLst>
                <a:ext uri="{FF2B5EF4-FFF2-40B4-BE49-F238E27FC236}">
                  <a16:creationId xmlns:a16="http://schemas.microsoft.com/office/drawing/2014/main" id="{EA275EB8-89A4-4F7D-8BA1-FBB4A36D5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380"/>
              <a:ext cx="24" cy="14"/>
            </a:xfrm>
            <a:custGeom>
              <a:avLst/>
              <a:gdLst>
                <a:gd name="T0" fmla="*/ 0 w 12"/>
                <a:gd name="T1" fmla="*/ 56 h 7"/>
                <a:gd name="T2" fmla="*/ 96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4"/>
                    <a:pt x="8" y="2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82" name="Freeform 8069">
              <a:extLst>
                <a:ext uri="{FF2B5EF4-FFF2-40B4-BE49-F238E27FC236}">
                  <a16:creationId xmlns:a16="http://schemas.microsoft.com/office/drawing/2014/main" id="{6E3C77EE-63B6-4F4F-BFE6-C3558256F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296"/>
              <a:ext cx="22" cy="2"/>
            </a:xfrm>
            <a:custGeom>
              <a:avLst/>
              <a:gdLst>
                <a:gd name="T0" fmla="*/ 0 w 11"/>
                <a:gd name="T1" fmla="*/ 8 h 1"/>
                <a:gd name="T2" fmla="*/ 88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1"/>
                    <a:pt x="11" y="0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83" name="Freeform 8070">
              <a:extLst>
                <a:ext uri="{FF2B5EF4-FFF2-40B4-BE49-F238E27FC236}">
                  <a16:creationId xmlns:a16="http://schemas.microsoft.com/office/drawing/2014/main" id="{C7A7CD38-59F4-45AD-828C-A2B3ACC1C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588"/>
              <a:ext cx="18" cy="18"/>
            </a:xfrm>
            <a:custGeom>
              <a:avLst/>
              <a:gdLst>
                <a:gd name="T0" fmla="*/ 0 w 9"/>
                <a:gd name="T1" fmla="*/ 72 h 9"/>
                <a:gd name="T2" fmla="*/ 7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4" y="9"/>
                    <a:pt x="7" y="3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84" name="Freeform 8071">
              <a:extLst>
                <a:ext uri="{FF2B5EF4-FFF2-40B4-BE49-F238E27FC236}">
                  <a16:creationId xmlns:a16="http://schemas.microsoft.com/office/drawing/2014/main" id="{1778A984-3AEB-4F10-84C7-4898F05FD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574"/>
              <a:ext cx="2" cy="16"/>
            </a:xfrm>
            <a:custGeom>
              <a:avLst/>
              <a:gdLst>
                <a:gd name="T0" fmla="*/ 0 w 1"/>
                <a:gd name="T1" fmla="*/ 64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5"/>
                    <a:pt x="1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85" name="Freeform 8072">
              <a:extLst>
                <a:ext uri="{FF2B5EF4-FFF2-40B4-BE49-F238E27FC236}">
                  <a16:creationId xmlns:a16="http://schemas.microsoft.com/office/drawing/2014/main" id="{4DC55386-4D29-40F4-B913-ED415E7D0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502"/>
              <a:ext cx="14" cy="22"/>
            </a:xfrm>
            <a:custGeom>
              <a:avLst/>
              <a:gdLst>
                <a:gd name="T0" fmla="*/ 0 w 7"/>
                <a:gd name="T1" fmla="*/ 64 h 11"/>
                <a:gd name="T2" fmla="*/ 56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8"/>
                  </a:moveTo>
                  <a:cubicBezTo>
                    <a:pt x="4" y="11"/>
                    <a:pt x="7" y="4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86" name="Freeform 8073">
              <a:extLst>
                <a:ext uri="{FF2B5EF4-FFF2-40B4-BE49-F238E27FC236}">
                  <a16:creationId xmlns:a16="http://schemas.microsoft.com/office/drawing/2014/main" id="{05D44110-ABAE-47A7-B56F-92718D43E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482"/>
              <a:ext cx="2" cy="24"/>
            </a:xfrm>
            <a:custGeom>
              <a:avLst/>
              <a:gdLst>
                <a:gd name="T0" fmla="*/ 0 w 1"/>
                <a:gd name="T1" fmla="*/ 96 h 12"/>
                <a:gd name="T2" fmla="*/ 8 w 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12"/>
                  </a:moveTo>
                  <a:cubicBezTo>
                    <a:pt x="0" y="8"/>
                    <a:pt x="1" y="4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87" name="Freeform 8074">
              <a:extLst>
                <a:ext uri="{FF2B5EF4-FFF2-40B4-BE49-F238E27FC236}">
                  <a16:creationId xmlns:a16="http://schemas.microsoft.com/office/drawing/2014/main" id="{63F1B340-CA30-439B-866F-F39EDD65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572"/>
              <a:ext cx="2" cy="22"/>
            </a:xfrm>
            <a:custGeom>
              <a:avLst/>
              <a:gdLst>
                <a:gd name="T0" fmla="*/ 0 w 1"/>
                <a:gd name="T1" fmla="*/ 88 h 11"/>
                <a:gd name="T2" fmla="*/ 0 w 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11"/>
                  </a:moveTo>
                  <a:cubicBezTo>
                    <a:pt x="1" y="7"/>
                    <a:pt x="0" y="4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88" name="Freeform 8075">
              <a:extLst>
                <a:ext uri="{FF2B5EF4-FFF2-40B4-BE49-F238E27FC236}">
                  <a16:creationId xmlns:a16="http://schemas.microsoft.com/office/drawing/2014/main" id="{F41E8D83-BD54-48F9-9360-3AE60E516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3540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56 w 7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2"/>
                    <a:pt x="5" y="4"/>
                    <a:pt x="7" y="7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89" name="Freeform 8076">
              <a:extLst>
                <a:ext uri="{FF2B5EF4-FFF2-40B4-BE49-F238E27FC236}">
                  <a16:creationId xmlns:a16="http://schemas.microsoft.com/office/drawing/2014/main" id="{37C9BD55-B1D9-4073-B569-FD65A0A98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602"/>
              <a:ext cx="6" cy="18"/>
            </a:xfrm>
            <a:custGeom>
              <a:avLst/>
              <a:gdLst>
                <a:gd name="T0" fmla="*/ 0 w 3"/>
                <a:gd name="T1" fmla="*/ 0 h 9"/>
                <a:gd name="T2" fmla="*/ 24 w 3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2" y="2"/>
                    <a:pt x="3" y="6"/>
                    <a:pt x="3" y="9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90" name="Freeform 8077">
              <a:extLst>
                <a:ext uri="{FF2B5EF4-FFF2-40B4-BE49-F238E27FC236}">
                  <a16:creationId xmlns:a16="http://schemas.microsoft.com/office/drawing/2014/main" id="{219BFB94-3D1E-4DD1-9F7B-18AA93D46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598"/>
              <a:ext cx="10" cy="6"/>
            </a:xfrm>
            <a:custGeom>
              <a:avLst/>
              <a:gdLst>
                <a:gd name="T0" fmla="*/ 0 w 5"/>
                <a:gd name="T1" fmla="*/ 24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91" name="Freeform 8078">
              <a:extLst>
                <a:ext uri="{FF2B5EF4-FFF2-40B4-BE49-F238E27FC236}">
                  <a16:creationId xmlns:a16="http://schemas.microsoft.com/office/drawing/2014/main" id="{96BD7281-8C6C-44C0-BAA5-9F487BC91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3596"/>
              <a:ext cx="8" cy="12"/>
            </a:xfrm>
            <a:custGeom>
              <a:avLst/>
              <a:gdLst>
                <a:gd name="T0" fmla="*/ 0 w 4"/>
                <a:gd name="T1" fmla="*/ 0 h 6"/>
                <a:gd name="T2" fmla="*/ 32 w 4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3" y="4"/>
                    <a:pt x="4" y="6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92" name="Freeform 8079">
              <a:extLst>
                <a:ext uri="{FF2B5EF4-FFF2-40B4-BE49-F238E27FC236}">
                  <a16:creationId xmlns:a16="http://schemas.microsoft.com/office/drawing/2014/main" id="{F5EAEF33-59DF-465A-8793-1DD94D979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546"/>
              <a:ext cx="18" cy="8"/>
            </a:xfrm>
            <a:custGeom>
              <a:avLst/>
              <a:gdLst>
                <a:gd name="T0" fmla="*/ 0 w 9"/>
                <a:gd name="T1" fmla="*/ 32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93" name="Freeform 8080">
              <a:extLst>
                <a:ext uri="{FF2B5EF4-FFF2-40B4-BE49-F238E27FC236}">
                  <a16:creationId xmlns:a16="http://schemas.microsoft.com/office/drawing/2014/main" id="{2B528274-8293-4145-9BA9-E9DB3202C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334"/>
              <a:ext cx="16" cy="8"/>
            </a:xfrm>
            <a:custGeom>
              <a:avLst/>
              <a:gdLst>
                <a:gd name="T0" fmla="*/ 0 w 8"/>
                <a:gd name="T1" fmla="*/ 0 h 4"/>
                <a:gd name="T2" fmla="*/ 64 w 8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5" y="4"/>
                    <a:pt x="8" y="4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94" name="Freeform 8081">
              <a:extLst>
                <a:ext uri="{FF2B5EF4-FFF2-40B4-BE49-F238E27FC236}">
                  <a16:creationId xmlns:a16="http://schemas.microsoft.com/office/drawing/2014/main" id="{3A811EBB-E3C8-41BC-9AA1-56326C628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474"/>
              <a:ext cx="56" cy="32"/>
            </a:xfrm>
            <a:custGeom>
              <a:avLst/>
              <a:gdLst>
                <a:gd name="T0" fmla="*/ 0 w 28"/>
                <a:gd name="T1" fmla="*/ 8 h 16"/>
                <a:gd name="T2" fmla="*/ 112 w 28"/>
                <a:gd name="T3" fmla="*/ 32 h 16"/>
                <a:gd name="T4" fmla="*/ 184 w 28"/>
                <a:gd name="T5" fmla="*/ 96 h 16"/>
                <a:gd name="T6" fmla="*/ 224 w 28"/>
                <a:gd name="T7" fmla="*/ 1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0" y="1"/>
                  </a:moveTo>
                  <a:cubicBezTo>
                    <a:pt x="6" y="0"/>
                    <a:pt x="9" y="1"/>
                    <a:pt x="14" y="4"/>
                  </a:cubicBezTo>
                  <a:cubicBezTo>
                    <a:pt x="18" y="7"/>
                    <a:pt x="21" y="9"/>
                    <a:pt x="23" y="12"/>
                  </a:cubicBezTo>
                  <a:cubicBezTo>
                    <a:pt x="25" y="13"/>
                    <a:pt x="26" y="15"/>
                    <a:pt x="28" y="1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95" name="Freeform 8082">
              <a:extLst>
                <a:ext uri="{FF2B5EF4-FFF2-40B4-BE49-F238E27FC236}">
                  <a16:creationId xmlns:a16="http://schemas.microsoft.com/office/drawing/2014/main" id="{CC9317A0-0819-4712-A522-85F82482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502"/>
              <a:ext cx="52" cy="28"/>
            </a:xfrm>
            <a:custGeom>
              <a:avLst/>
              <a:gdLst>
                <a:gd name="T0" fmla="*/ 0 w 26"/>
                <a:gd name="T1" fmla="*/ 32 h 14"/>
                <a:gd name="T2" fmla="*/ 96 w 26"/>
                <a:gd name="T3" fmla="*/ 8 h 14"/>
                <a:gd name="T4" fmla="*/ 160 w 26"/>
                <a:gd name="T5" fmla="*/ 48 h 14"/>
                <a:gd name="T6" fmla="*/ 208 w 26"/>
                <a:gd name="T7" fmla="*/ 1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4">
                  <a:moveTo>
                    <a:pt x="0" y="4"/>
                  </a:moveTo>
                  <a:cubicBezTo>
                    <a:pt x="3" y="2"/>
                    <a:pt x="7" y="0"/>
                    <a:pt x="12" y="1"/>
                  </a:cubicBezTo>
                  <a:cubicBezTo>
                    <a:pt x="15" y="2"/>
                    <a:pt x="17" y="4"/>
                    <a:pt x="20" y="6"/>
                  </a:cubicBezTo>
                  <a:cubicBezTo>
                    <a:pt x="22" y="8"/>
                    <a:pt x="23" y="13"/>
                    <a:pt x="26" y="1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96" name="Freeform 8083">
              <a:extLst>
                <a:ext uri="{FF2B5EF4-FFF2-40B4-BE49-F238E27FC236}">
                  <a16:creationId xmlns:a16="http://schemas.microsoft.com/office/drawing/2014/main" id="{949E6C82-29CB-48CE-B64B-8473E039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526"/>
              <a:ext cx="18" cy="6"/>
            </a:xfrm>
            <a:custGeom>
              <a:avLst/>
              <a:gdLst>
                <a:gd name="T0" fmla="*/ 0 w 9"/>
                <a:gd name="T1" fmla="*/ 24 h 3"/>
                <a:gd name="T2" fmla="*/ 72 w 9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97" name="Freeform 8084">
              <a:extLst>
                <a:ext uri="{FF2B5EF4-FFF2-40B4-BE49-F238E27FC236}">
                  <a16:creationId xmlns:a16="http://schemas.microsoft.com/office/drawing/2014/main" id="{2D016657-FEFE-456C-812A-AC4642CFD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538"/>
              <a:ext cx="10" cy="20"/>
            </a:xfrm>
            <a:custGeom>
              <a:avLst/>
              <a:gdLst>
                <a:gd name="T0" fmla="*/ 0 w 5"/>
                <a:gd name="T1" fmla="*/ 0 h 10"/>
                <a:gd name="T2" fmla="*/ 24 w 5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2" y="3"/>
                    <a:pt x="5" y="6"/>
                    <a:pt x="3" y="1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98" name="Freeform 8085">
              <a:extLst>
                <a:ext uri="{FF2B5EF4-FFF2-40B4-BE49-F238E27FC236}">
                  <a16:creationId xmlns:a16="http://schemas.microsoft.com/office/drawing/2014/main" id="{78288041-8D76-44C3-B24C-F4FC7AFD9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548"/>
              <a:ext cx="12" cy="4"/>
            </a:xfrm>
            <a:custGeom>
              <a:avLst/>
              <a:gdLst>
                <a:gd name="T0" fmla="*/ 0 w 6"/>
                <a:gd name="T1" fmla="*/ 16 h 2"/>
                <a:gd name="T2" fmla="*/ 48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99" name="Freeform 8086">
              <a:extLst>
                <a:ext uri="{FF2B5EF4-FFF2-40B4-BE49-F238E27FC236}">
                  <a16:creationId xmlns:a16="http://schemas.microsoft.com/office/drawing/2014/main" id="{E06BF7F5-A191-4D91-9D61-4B7FBADC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220"/>
              <a:ext cx="26" cy="84"/>
            </a:xfrm>
            <a:custGeom>
              <a:avLst/>
              <a:gdLst>
                <a:gd name="T0" fmla="*/ 24 w 13"/>
                <a:gd name="T1" fmla="*/ 0 h 42"/>
                <a:gd name="T2" fmla="*/ 24 w 13"/>
                <a:gd name="T3" fmla="*/ 168 h 42"/>
                <a:gd name="T4" fmla="*/ 104 w 13"/>
                <a:gd name="T5" fmla="*/ 33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3" y="0"/>
                  </a:moveTo>
                  <a:cubicBezTo>
                    <a:pt x="0" y="4"/>
                    <a:pt x="2" y="16"/>
                    <a:pt x="3" y="21"/>
                  </a:cubicBezTo>
                  <a:cubicBezTo>
                    <a:pt x="4" y="28"/>
                    <a:pt x="7" y="39"/>
                    <a:pt x="13" y="4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00" name="Freeform 8087">
              <a:extLst>
                <a:ext uri="{FF2B5EF4-FFF2-40B4-BE49-F238E27FC236}">
                  <a16:creationId xmlns:a16="http://schemas.microsoft.com/office/drawing/2014/main" id="{990CF45F-EBCA-45E4-8D06-81B9C3334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3196"/>
              <a:ext cx="18" cy="58"/>
            </a:xfrm>
            <a:custGeom>
              <a:avLst/>
              <a:gdLst>
                <a:gd name="T0" fmla="*/ 16 w 9"/>
                <a:gd name="T1" fmla="*/ 0 h 29"/>
                <a:gd name="T2" fmla="*/ 0 w 9"/>
                <a:gd name="T3" fmla="*/ 23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2" y="0"/>
                  </a:moveTo>
                  <a:cubicBezTo>
                    <a:pt x="9" y="5"/>
                    <a:pt x="8" y="23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01" name="Freeform 8088">
              <a:extLst>
                <a:ext uri="{FF2B5EF4-FFF2-40B4-BE49-F238E27FC236}">
                  <a16:creationId xmlns:a16="http://schemas.microsoft.com/office/drawing/2014/main" id="{7B6E5D41-ECE4-4770-8963-1FBA96BDA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3238"/>
              <a:ext cx="8" cy="44"/>
            </a:xfrm>
            <a:custGeom>
              <a:avLst/>
              <a:gdLst>
                <a:gd name="T0" fmla="*/ 0 w 4"/>
                <a:gd name="T1" fmla="*/ 0 h 22"/>
                <a:gd name="T2" fmla="*/ 24 w 4"/>
                <a:gd name="T3" fmla="*/ 88 h 22"/>
                <a:gd name="T4" fmla="*/ 8 w 4"/>
                <a:gd name="T5" fmla="*/ 17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2">
                  <a:moveTo>
                    <a:pt x="0" y="0"/>
                  </a:moveTo>
                  <a:cubicBezTo>
                    <a:pt x="1" y="4"/>
                    <a:pt x="3" y="7"/>
                    <a:pt x="3" y="11"/>
                  </a:cubicBezTo>
                  <a:cubicBezTo>
                    <a:pt x="4" y="15"/>
                    <a:pt x="3" y="19"/>
                    <a:pt x="1" y="2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02" name="Freeform 8089">
              <a:extLst>
                <a:ext uri="{FF2B5EF4-FFF2-40B4-BE49-F238E27FC236}">
                  <a16:creationId xmlns:a16="http://schemas.microsoft.com/office/drawing/2014/main" id="{289750A0-A984-4772-80BF-110A4366B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278"/>
              <a:ext cx="18" cy="30"/>
            </a:xfrm>
            <a:custGeom>
              <a:avLst/>
              <a:gdLst>
                <a:gd name="T0" fmla="*/ 0 w 9"/>
                <a:gd name="T1" fmla="*/ 0 h 15"/>
                <a:gd name="T2" fmla="*/ 48 w 9"/>
                <a:gd name="T3" fmla="*/ 40 h 15"/>
                <a:gd name="T4" fmla="*/ 72 w 9"/>
                <a:gd name="T5" fmla="*/ 1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2" y="2"/>
                    <a:pt x="4" y="3"/>
                    <a:pt x="6" y="5"/>
                  </a:cubicBezTo>
                  <a:cubicBezTo>
                    <a:pt x="9" y="8"/>
                    <a:pt x="9" y="11"/>
                    <a:pt x="9" y="1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03" name="Freeform 8090">
              <a:extLst>
                <a:ext uri="{FF2B5EF4-FFF2-40B4-BE49-F238E27FC236}">
                  <a16:creationId xmlns:a16="http://schemas.microsoft.com/office/drawing/2014/main" id="{F42BFAC7-C252-4A01-BE36-04827FE1A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3392"/>
              <a:ext cx="4" cy="28"/>
            </a:xfrm>
            <a:custGeom>
              <a:avLst/>
              <a:gdLst>
                <a:gd name="T0" fmla="*/ 0 w 2"/>
                <a:gd name="T1" fmla="*/ 0 h 14"/>
                <a:gd name="T2" fmla="*/ 0 w 2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2" y="3"/>
                    <a:pt x="2" y="11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04" name="Freeform 8091">
              <a:extLst>
                <a:ext uri="{FF2B5EF4-FFF2-40B4-BE49-F238E27FC236}">
                  <a16:creationId xmlns:a16="http://schemas.microsoft.com/office/drawing/2014/main" id="{C61B55CE-2BCA-4167-AE04-D44575161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3410"/>
              <a:ext cx="14" cy="4"/>
            </a:xfrm>
            <a:custGeom>
              <a:avLst/>
              <a:gdLst>
                <a:gd name="T0" fmla="*/ 0 w 7"/>
                <a:gd name="T1" fmla="*/ 8 h 2"/>
                <a:gd name="T2" fmla="*/ 56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1"/>
                    <a:pt x="5" y="0"/>
                    <a:pt x="7" y="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05" name="Freeform 8092">
              <a:extLst>
                <a:ext uri="{FF2B5EF4-FFF2-40B4-BE49-F238E27FC236}">
                  <a16:creationId xmlns:a16="http://schemas.microsoft.com/office/drawing/2014/main" id="{FC691051-F61E-4400-87ED-F652C564F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626"/>
              <a:ext cx="72" cy="36"/>
            </a:xfrm>
            <a:custGeom>
              <a:avLst/>
              <a:gdLst>
                <a:gd name="T0" fmla="*/ 0 w 36"/>
                <a:gd name="T1" fmla="*/ 96 h 18"/>
                <a:gd name="T2" fmla="*/ 136 w 36"/>
                <a:gd name="T3" fmla="*/ 128 h 18"/>
                <a:gd name="T4" fmla="*/ 288 w 3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0" y="12"/>
                  </a:moveTo>
                  <a:cubicBezTo>
                    <a:pt x="1" y="18"/>
                    <a:pt x="13" y="17"/>
                    <a:pt x="17" y="16"/>
                  </a:cubicBezTo>
                  <a:cubicBezTo>
                    <a:pt x="26" y="14"/>
                    <a:pt x="33" y="10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06" name="Freeform 8093">
              <a:extLst>
                <a:ext uri="{FF2B5EF4-FFF2-40B4-BE49-F238E27FC236}">
                  <a16:creationId xmlns:a16="http://schemas.microsoft.com/office/drawing/2014/main" id="{1EB1BB38-A2A6-4FA7-BE93-25AFB04F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618"/>
              <a:ext cx="64" cy="18"/>
            </a:xfrm>
            <a:custGeom>
              <a:avLst/>
              <a:gdLst>
                <a:gd name="T0" fmla="*/ 0 w 32"/>
                <a:gd name="T1" fmla="*/ 0 h 9"/>
                <a:gd name="T2" fmla="*/ 104 w 32"/>
                <a:gd name="T3" fmla="*/ 64 h 9"/>
                <a:gd name="T4" fmla="*/ 256 w 32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9">
                  <a:moveTo>
                    <a:pt x="0" y="0"/>
                  </a:moveTo>
                  <a:cubicBezTo>
                    <a:pt x="5" y="4"/>
                    <a:pt x="6" y="9"/>
                    <a:pt x="13" y="8"/>
                  </a:cubicBezTo>
                  <a:cubicBezTo>
                    <a:pt x="20" y="7"/>
                    <a:pt x="27" y="5"/>
                    <a:pt x="32" y="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07" name="Freeform 8094">
              <a:extLst>
                <a:ext uri="{FF2B5EF4-FFF2-40B4-BE49-F238E27FC236}">
                  <a16:creationId xmlns:a16="http://schemas.microsoft.com/office/drawing/2014/main" id="{769F404C-9F33-45CB-81B6-06F37914C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3548"/>
              <a:ext cx="62" cy="24"/>
            </a:xfrm>
            <a:custGeom>
              <a:avLst/>
              <a:gdLst>
                <a:gd name="T0" fmla="*/ 0 w 31"/>
                <a:gd name="T1" fmla="*/ 96 h 12"/>
                <a:gd name="T2" fmla="*/ 112 w 31"/>
                <a:gd name="T3" fmla="*/ 8 h 12"/>
                <a:gd name="T4" fmla="*/ 248 w 3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">
                  <a:moveTo>
                    <a:pt x="0" y="12"/>
                  </a:moveTo>
                  <a:cubicBezTo>
                    <a:pt x="0" y="6"/>
                    <a:pt x="10" y="2"/>
                    <a:pt x="14" y="1"/>
                  </a:cubicBezTo>
                  <a:cubicBezTo>
                    <a:pt x="19" y="0"/>
                    <a:pt x="25" y="0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08" name="Freeform 8095">
              <a:extLst>
                <a:ext uri="{FF2B5EF4-FFF2-40B4-BE49-F238E27FC236}">
                  <a16:creationId xmlns:a16="http://schemas.microsoft.com/office/drawing/2014/main" id="{D0139C88-2B49-47E0-B1BE-1FFA183F8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536"/>
              <a:ext cx="38" cy="24"/>
            </a:xfrm>
            <a:custGeom>
              <a:avLst/>
              <a:gdLst>
                <a:gd name="T0" fmla="*/ 0 w 19"/>
                <a:gd name="T1" fmla="*/ 96 h 12"/>
                <a:gd name="T2" fmla="*/ 152 w 1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12"/>
                  </a:moveTo>
                  <a:cubicBezTo>
                    <a:pt x="1" y="3"/>
                    <a:pt x="11" y="1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09" name="Freeform 8096">
              <a:extLst>
                <a:ext uri="{FF2B5EF4-FFF2-40B4-BE49-F238E27FC236}">
                  <a16:creationId xmlns:a16="http://schemas.microsoft.com/office/drawing/2014/main" id="{CA70C9AB-C0A5-43C6-9D1E-F339DEFC6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376"/>
              <a:ext cx="20" cy="56"/>
            </a:xfrm>
            <a:custGeom>
              <a:avLst/>
              <a:gdLst>
                <a:gd name="T0" fmla="*/ 80 w 10"/>
                <a:gd name="T1" fmla="*/ 0 h 28"/>
                <a:gd name="T2" fmla="*/ 16 w 10"/>
                <a:gd name="T3" fmla="*/ 112 h 28"/>
                <a:gd name="T4" fmla="*/ 16 w 10"/>
                <a:gd name="T5" fmla="*/ 22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10" y="0"/>
                  </a:moveTo>
                  <a:cubicBezTo>
                    <a:pt x="6" y="4"/>
                    <a:pt x="4" y="8"/>
                    <a:pt x="2" y="14"/>
                  </a:cubicBezTo>
                  <a:cubicBezTo>
                    <a:pt x="2" y="18"/>
                    <a:pt x="0" y="24"/>
                    <a:pt x="2" y="2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10" name="Freeform 8097">
              <a:extLst>
                <a:ext uri="{FF2B5EF4-FFF2-40B4-BE49-F238E27FC236}">
                  <a16:creationId xmlns:a16="http://schemas.microsoft.com/office/drawing/2014/main" id="{4098A5E3-3CA7-4929-8A03-A2F00765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3424"/>
              <a:ext cx="18" cy="38"/>
            </a:xfrm>
            <a:custGeom>
              <a:avLst/>
              <a:gdLst>
                <a:gd name="T0" fmla="*/ 72 w 9"/>
                <a:gd name="T1" fmla="*/ 0 h 19"/>
                <a:gd name="T2" fmla="*/ 40 w 9"/>
                <a:gd name="T3" fmla="*/ 40 h 19"/>
                <a:gd name="T4" fmla="*/ 16 w 9"/>
                <a:gd name="T5" fmla="*/ 15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7" y="1"/>
                    <a:pt x="6" y="4"/>
                    <a:pt x="5" y="5"/>
                  </a:cubicBezTo>
                  <a:cubicBezTo>
                    <a:pt x="4" y="9"/>
                    <a:pt x="0" y="15"/>
                    <a:pt x="2" y="19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11" name="Freeform 8098">
              <a:extLst>
                <a:ext uri="{FF2B5EF4-FFF2-40B4-BE49-F238E27FC236}">
                  <a16:creationId xmlns:a16="http://schemas.microsoft.com/office/drawing/2014/main" id="{8C870002-A672-4C2D-87F6-16E62AD85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332"/>
              <a:ext cx="22" cy="54"/>
            </a:xfrm>
            <a:custGeom>
              <a:avLst/>
              <a:gdLst>
                <a:gd name="T0" fmla="*/ 32 w 11"/>
                <a:gd name="T1" fmla="*/ 216 h 27"/>
                <a:gd name="T2" fmla="*/ 88 w 1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4" y="27"/>
                  </a:moveTo>
                  <a:cubicBezTo>
                    <a:pt x="0" y="18"/>
                    <a:pt x="3" y="5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12" name="Freeform 8099">
              <a:extLst>
                <a:ext uri="{FF2B5EF4-FFF2-40B4-BE49-F238E27FC236}">
                  <a16:creationId xmlns:a16="http://schemas.microsoft.com/office/drawing/2014/main" id="{3BA97D8E-A9B2-4159-B5C6-15C80FB7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354"/>
              <a:ext cx="12" cy="52"/>
            </a:xfrm>
            <a:custGeom>
              <a:avLst/>
              <a:gdLst>
                <a:gd name="T0" fmla="*/ 0 w 6"/>
                <a:gd name="T1" fmla="*/ 0 h 26"/>
                <a:gd name="T2" fmla="*/ 8 w 6"/>
                <a:gd name="T3" fmla="*/ 2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6" y="8"/>
                    <a:pt x="4" y="17"/>
                    <a:pt x="1" y="2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13" name="Freeform 8100">
              <a:extLst>
                <a:ext uri="{FF2B5EF4-FFF2-40B4-BE49-F238E27FC236}">
                  <a16:creationId xmlns:a16="http://schemas.microsoft.com/office/drawing/2014/main" id="{739A7C9A-0941-4DE3-845E-9FB5E020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394"/>
              <a:ext cx="24" cy="60"/>
            </a:xfrm>
            <a:custGeom>
              <a:avLst/>
              <a:gdLst>
                <a:gd name="T0" fmla="*/ 56 w 12"/>
                <a:gd name="T1" fmla="*/ 0 h 30"/>
                <a:gd name="T2" fmla="*/ 80 w 12"/>
                <a:gd name="T3" fmla="*/ 128 h 30"/>
                <a:gd name="T4" fmla="*/ 0 w 12"/>
                <a:gd name="T5" fmla="*/ 24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7" y="0"/>
                  </a:moveTo>
                  <a:cubicBezTo>
                    <a:pt x="12" y="4"/>
                    <a:pt x="12" y="10"/>
                    <a:pt x="10" y="16"/>
                  </a:cubicBezTo>
                  <a:cubicBezTo>
                    <a:pt x="9" y="23"/>
                    <a:pt x="6" y="26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14" name="Freeform 8101">
              <a:extLst>
                <a:ext uri="{FF2B5EF4-FFF2-40B4-BE49-F238E27FC236}">
                  <a16:creationId xmlns:a16="http://schemas.microsoft.com/office/drawing/2014/main" id="{C399A589-0210-4425-85BC-8CDE78FB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216"/>
              <a:ext cx="8" cy="48"/>
            </a:xfrm>
            <a:custGeom>
              <a:avLst/>
              <a:gdLst>
                <a:gd name="T0" fmla="*/ 8 w 4"/>
                <a:gd name="T1" fmla="*/ 0 h 24"/>
                <a:gd name="T2" fmla="*/ 8 w 4"/>
                <a:gd name="T3" fmla="*/ 64 h 24"/>
                <a:gd name="T4" fmla="*/ 32 w 4"/>
                <a:gd name="T5" fmla="*/ 19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4">
                  <a:moveTo>
                    <a:pt x="1" y="0"/>
                  </a:moveTo>
                  <a:cubicBezTo>
                    <a:pt x="0" y="2"/>
                    <a:pt x="1" y="6"/>
                    <a:pt x="1" y="8"/>
                  </a:cubicBezTo>
                  <a:cubicBezTo>
                    <a:pt x="1" y="14"/>
                    <a:pt x="1" y="20"/>
                    <a:pt x="4" y="2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15" name="Freeform 8102">
              <a:extLst>
                <a:ext uri="{FF2B5EF4-FFF2-40B4-BE49-F238E27FC236}">
                  <a16:creationId xmlns:a16="http://schemas.microsoft.com/office/drawing/2014/main" id="{78684570-B61F-46B5-97E8-B6AF8B865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252"/>
              <a:ext cx="16" cy="54"/>
            </a:xfrm>
            <a:custGeom>
              <a:avLst/>
              <a:gdLst>
                <a:gd name="T0" fmla="*/ 64 w 8"/>
                <a:gd name="T1" fmla="*/ 0 h 27"/>
                <a:gd name="T2" fmla="*/ 16 w 8"/>
                <a:gd name="T3" fmla="*/ 21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3" y="7"/>
                    <a:pt x="0" y="19"/>
                    <a:pt x="2" y="27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16" name="Freeform 8103">
              <a:extLst>
                <a:ext uri="{FF2B5EF4-FFF2-40B4-BE49-F238E27FC236}">
                  <a16:creationId xmlns:a16="http://schemas.microsoft.com/office/drawing/2014/main" id="{B10C7900-3B62-4527-AC75-D14F64B90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212"/>
              <a:ext cx="8" cy="34"/>
            </a:xfrm>
            <a:custGeom>
              <a:avLst/>
              <a:gdLst>
                <a:gd name="T0" fmla="*/ 24 w 4"/>
                <a:gd name="T1" fmla="*/ 0 h 17"/>
                <a:gd name="T2" fmla="*/ 0 w 4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3" y="0"/>
                  </a:moveTo>
                  <a:cubicBezTo>
                    <a:pt x="4" y="5"/>
                    <a:pt x="3" y="12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17" name="Freeform 8104">
              <a:extLst>
                <a:ext uri="{FF2B5EF4-FFF2-40B4-BE49-F238E27FC236}">
                  <a16:creationId xmlns:a16="http://schemas.microsoft.com/office/drawing/2014/main" id="{E53A58F1-3714-41D2-8684-240D1BDFD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232"/>
              <a:ext cx="8" cy="16"/>
            </a:xfrm>
            <a:custGeom>
              <a:avLst/>
              <a:gdLst>
                <a:gd name="T0" fmla="*/ 0 w 4"/>
                <a:gd name="T1" fmla="*/ 0 h 8"/>
                <a:gd name="T2" fmla="*/ 24 w 4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3"/>
                    <a:pt x="4" y="5"/>
                    <a:pt x="3" y="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18" name="Freeform 8105">
              <a:extLst>
                <a:ext uri="{FF2B5EF4-FFF2-40B4-BE49-F238E27FC236}">
                  <a16:creationId xmlns:a16="http://schemas.microsoft.com/office/drawing/2014/main" id="{26BD59FC-FE0C-47DD-93E0-2ACE43A3D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3388"/>
              <a:ext cx="6" cy="20"/>
            </a:xfrm>
            <a:custGeom>
              <a:avLst/>
              <a:gdLst>
                <a:gd name="T0" fmla="*/ 8 w 3"/>
                <a:gd name="T1" fmla="*/ 0 h 10"/>
                <a:gd name="T2" fmla="*/ 24 w 3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0"/>
                  </a:moveTo>
                  <a:cubicBezTo>
                    <a:pt x="0" y="2"/>
                    <a:pt x="0" y="9"/>
                    <a:pt x="3" y="1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19" name="Freeform 8106">
              <a:extLst>
                <a:ext uri="{FF2B5EF4-FFF2-40B4-BE49-F238E27FC236}">
                  <a16:creationId xmlns:a16="http://schemas.microsoft.com/office/drawing/2014/main" id="{AF5934BE-6EF4-4E4D-B140-B39439286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3402"/>
              <a:ext cx="10" cy="22"/>
            </a:xfrm>
            <a:custGeom>
              <a:avLst/>
              <a:gdLst>
                <a:gd name="T0" fmla="*/ 40 w 5"/>
                <a:gd name="T1" fmla="*/ 0 h 11"/>
                <a:gd name="T2" fmla="*/ 0 w 5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20" name="Freeform 8107">
              <a:extLst>
                <a:ext uri="{FF2B5EF4-FFF2-40B4-BE49-F238E27FC236}">
                  <a16:creationId xmlns:a16="http://schemas.microsoft.com/office/drawing/2014/main" id="{B8CEDAFF-5CED-4EE3-B459-0E55D135A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542"/>
              <a:ext cx="63" cy="14"/>
            </a:xfrm>
            <a:custGeom>
              <a:avLst/>
              <a:gdLst>
                <a:gd name="T0" fmla="*/ 0 w 31"/>
                <a:gd name="T1" fmla="*/ 16 h 7"/>
                <a:gd name="T2" fmla="*/ 41 w 31"/>
                <a:gd name="T3" fmla="*/ 8 h 7"/>
                <a:gd name="T4" fmla="*/ 136 w 31"/>
                <a:gd name="T5" fmla="*/ 8 h 7"/>
                <a:gd name="T6" fmla="*/ 219 w 31"/>
                <a:gd name="T7" fmla="*/ 24 h 7"/>
                <a:gd name="T8" fmla="*/ 260 w 31"/>
                <a:gd name="T9" fmla="*/ 5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">
                  <a:moveTo>
                    <a:pt x="0" y="2"/>
                  </a:moveTo>
                  <a:cubicBezTo>
                    <a:pt x="2" y="2"/>
                    <a:pt x="3" y="1"/>
                    <a:pt x="5" y="1"/>
                  </a:cubicBezTo>
                  <a:cubicBezTo>
                    <a:pt x="8" y="0"/>
                    <a:pt x="12" y="0"/>
                    <a:pt x="16" y="1"/>
                  </a:cubicBezTo>
                  <a:cubicBezTo>
                    <a:pt x="19" y="1"/>
                    <a:pt x="23" y="1"/>
                    <a:pt x="26" y="3"/>
                  </a:cubicBezTo>
                  <a:cubicBezTo>
                    <a:pt x="28" y="4"/>
                    <a:pt x="29" y="6"/>
                    <a:pt x="31" y="7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21" name="Freeform 8108">
              <a:extLst>
                <a:ext uri="{FF2B5EF4-FFF2-40B4-BE49-F238E27FC236}">
                  <a16:creationId xmlns:a16="http://schemas.microsoft.com/office/drawing/2014/main" id="{E59E0152-9ED9-49C9-91CB-0C4684FD0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3552"/>
              <a:ext cx="36" cy="12"/>
            </a:xfrm>
            <a:custGeom>
              <a:avLst/>
              <a:gdLst>
                <a:gd name="T0" fmla="*/ 0 w 18"/>
                <a:gd name="T1" fmla="*/ 32 h 6"/>
                <a:gd name="T2" fmla="*/ 144 w 18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4"/>
                  </a:moveTo>
                  <a:cubicBezTo>
                    <a:pt x="2" y="0"/>
                    <a:pt x="15" y="4"/>
                    <a:pt x="18" y="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22" name="Freeform 8109">
              <a:extLst>
                <a:ext uri="{FF2B5EF4-FFF2-40B4-BE49-F238E27FC236}">
                  <a16:creationId xmlns:a16="http://schemas.microsoft.com/office/drawing/2014/main" id="{5D075990-50DA-47CC-8774-D55B0579A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222"/>
              <a:ext cx="8" cy="4"/>
            </a:xfrm>
            <a:custGeom>
              <a:avLst/>
              <a:gdLst>
                <a:gd name="T0" fmla="*/ 8 w 4"/>
                <a:gd name="T1" fmla="*/ 0 h 2"/>
                <a:gd name="T2" fmla="*/ 0 w 4"/>
                <a:gd name="T3" fmla="*/ 0 h 2"/>
                <a:gd name="T4" fmla="*/ 32 w 4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23" name="Freeform 8110">
              <a:extLst>
                <a:ext uri="{FF2B5EF4-FFF2-40B4-BE49-F238E27FC236}">
                  <a16:creationId xmlns:a16="http://schemas.microsoft.com/office/drawing/2014/main" id="{97A22128-8541-40DF-ADBD-4CA8DAC6E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3196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24" name="Freeform 8111">
              <a:extLst>
                <a:ext uri="{FF2B5EF4-FFF2-40B4-BE49-F238E27FC236}">
                  <a16:creationId xmlns:a16="http://schemas.microsoft.com/office/drawing/2014/main" id="{DA449AF1-F33B-41E9-9D0E-DF52A687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3470"/>
              <a:ext cx="4" cy="16"/>
            </a:xfrm>
            <a:custGeom>
              <a:avLst/>
              <a:gdLst>
                <a:gd name="T0" fmla="*/ 16 w 2"/>
                <a:gd name="T1" fmla="*/ 0 h 8"/>
                <a:gd name="T2" fmla="*/ 16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3"/>
                    <a:pt x="2" y="5"/>
                    <a:pt x="2" y="8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25" name="Freeform 8112">
              <a:extLst>
                <a:ext uri="{FF2B5EF4-FFF2-40B4-BE49-F238E27FC236}">
                  <a16:creationId xmlns:a16="http://schemas.microsoft.com/office/drawing/2014/main" id="{FBDDC3D2-2053-46C4-A594-E3E65861C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650"/>
              <a:ext cx="10" cy="12"/>
            </a:xfrm>
            <a:custGeom>
              <a:avLst/>
              <a:gdLst>
                <a:gd name="T0" fmla="*/ 0 w 5"/>
                <a:gd name="T1" fmla="*/ 48 h 6"/>
                <a:gd name="T2" fmla="*/ 4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26" name="Freeform 8113">
              <a:extLst>
                <a:ext uri="{FF2B5EF4-FFF2-40B4-BE49-F238E27FC236}">
                  <a16:creationId xmlns:a16="http://schemas.microsoft.com/office/drawing/2014/main" id="{4DBC13A1-24DE-49CD-8496-DEF9B22D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532"/>
              <a:ext cx="4" cy="16"/>
            </a:xfrm>
            <a:custGeom>
              <a:avLst/>
              <a:gdLst>
                <a:gd name="T0" fmla="*/ 8 w 2"/>
                <a:gd name="T1" fmla="*/ 0 h 8"/>
                <a:gd name="T2" fmla="*/ 16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1"/>
                    <a:pt x="1" y="6"/>
                    <a:pt x="2" y="8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27" name="Freeform 8114">
              <a:extLst>
                <a:ext uri="{FF2B5EF4-FFF2-40B4-BE49-F238E27FC236}">
                  <a16:creationId xmlns:a16="http://schemas.microsoft.com/office/drawing/2014/main" id="{C175AE62-E3C6-476B-BB34-A4B5233D7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3296"/>
              <a:ext cx="18" cy="6"/>
            </a:xfrm>
            <a:custGeom>
              <a:avLst/>
              <a:gdLst>
                <a:gd name="T0" fmla="*/ 0 w 9"/>
                <a:gd name="T1" fmla="*/ 24 h 3"/>
                <a:gd name="T2" fmla="*/ 7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6" y="0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28" name="Freeform 8115">
              <a:extLst>
                <a:ext uri="{FF2B5EF4-FFF2-40B4-BE49-F238E27FC236}">
                  <a16:creationId xmlns:a16="http://schemas.microsoft.com/office/drawing/2014/main" id="{8C0A80B8-BD68-4963-BD5B-D38DE0157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360"/>
              <a:ext cx="12" cy="8"/>
            </a:xfrm>
            <a:custGeom>
              <a:avLst/>
              <a:gdLst>
                <a:gd name="T0" fmla="*/ 48 w 6"/>
                <a:gd name="T1" fmla="*/ 0 h 4"/>
                <a:gd name="T2" fmla="*/ 0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5" y="2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29" name="Freeform 8116">
              <a:extLst>
                <a:ext uri="{FF2B5EF4-FFF2-40B4-BE49-F238E27FC236}">
                  <a16:creationId xmlns:a16="http://schemas.microsoft.com/office/drawing/2014/main" id="{D5C0B371-F464-48A0-B7FB-83E73B242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3450"/>
              <a:ext cx="14" cy="6"/>
            </a:xfrm>
            <a:custGeom>
              <a:avLst/>
              <a:gdLst>
                <a:gd name="T0" fmla="*/ 0 w 7"/>
                <a:gd name="T1" fmla="*/ 0 h 3"/>
                <a:gd name="T2" fmla="*/ 56 w 7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2"/>
                    <a:pt x="5" y="3"/>
                    <a:pt x="7" y="2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30" name="Freeform 8117">
              <a:extLst>
                <a:ext uri="{FF2B5EF4-FFF2-40B4-BE49-F238E27FC236}">
                  <a16:creationId xmlns:a16="http://schemas.microsoft.com/office/drawing/2014/main" id="{2C2A8AFC-7200-485A-B6BE-97CC58C79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3416"/>
              <a:ext cx="16" cy="4"/>
            </a:xfrm>
            <a:custGeom>
              <a:avLst/>
              <a:gdLst>
                <a:gd name="T0" fmla="*/ 0 w 8"/>
                <a:gd name="T1" fmla="*/ 0 h 2"/>
                <a:gd name="T2" fmla="*/ 64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6" y="2"/>
                    <a:pt x="8" y="1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31" name="Freeform 8118">
              <a:extLst>
                <a:ext uri="{FF2B5EF4-FFF2-40B4-BE49-F238E27FC236}">
                  <a16:creationId xmlns:a16="http://schemas.microsoft.com/office/drawing/2014/main" id="{711CA597-B10D-460E-9B50-C7FFC0DA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218"/>
              <a:ext cx="20" cy="1"/>
            </a:xfrm>
            <a:custGeom>
              <a:avLst/>
              <a:gdLst>
                <a:gd name="T0" fmla="*/ 0 w 10"/>
                <a:gd name="T1" fmla="*/ 0 h 1"/>
                <a:gd name="T2" fmla="*/ 8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7" y="0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32" name="Freeform 8119">
              <a:extLst>
                <a:ext uri="{FF2B5EF4-FFF2-40B4-BE49-F238E27FC236}">
                  <a16:creationId xmlns:a16="http://schemas.microsoft.com/office/drawing/2014/main" id="{0AA386AC-E501-4A72-B74F-6E861DC07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821"/>
              <a:ext cx="34" cy="80"/>
            </a:xfrm>
            <a:custGeom>
              <a:avLst/>
              <a:gdLst>
                <a:gd name="T0" fmla="*/ 24 w 17"/>
                <a:gd name="T1" fmla="*/ 0 h 40"/>
                <a:gd name="T2" fmla="*/ 24 w 17"/>
                <a:gd name="T3" fmla="*/ 144 h 40"/>
                <a:gd name="T4" fmla="*/ 136 w 17"/>
                <a:gd name="T5" fmla="*/ 32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0">
                  <a:moveTo>
                    <a:pt x="3" y="0"/>
                  </a:moveTo>
                  <a:cubicBezTo>
                    <a:pt x="0" y="5"/>
                    <a:pt x="2" y="13"/>
                    <a:pt x="3" y="18"/>
                  </a:cubicBezTo>
                  <a:cubicBezTo>
                    <a:pt x="4" y="28"/>
                    <a:pt x="7" y="35"/>
                    <a:pt x="17" y="4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33" name="Freeform 8120">
              <a:extLst>
                <a:ext uri="{FF2B5EF4-FFF2-40B4-BE49-F238E27FC236}">
                  <a16:creationId xmlns:a16="http://schemas.microsoft.com/office/drawing/2014/main" id="{00384B4E-AD06-4A19-A432-0B8A240B9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887"/>
              <a:ext cx="16" cy="70"/>
            </a:xfrm>
            <a:custGeom>
              <a:avLst/>
              <a:gdLst>
                <a:gd name="T0" fmla="*/ 32 w 8"/>
                <a:gd name="T1" fmla="*/ 0 h 35"/>
                <a:gd name="T2" fmla="*/ 64 w 8"/>
                <a:gd name="T3" fmla="*/ 28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5">
                  <a:moveTo>
                    <a:pt x="4" y="0"/>
                  </a:moveTo>
                  <a:cubicBezTo>
                    <a:pt x="0" y="9"/>
                    <a:pt x="2" y="26"/>
                    <a:pt x="8" y="3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34" name="Freeform 8121">
              <a:extLst>
                <a:ext uri="{FF2B5EF4-FFF2-40B4-BE49-F238E27FC236}">
                  <a16:creationId xmlns:a16="http://schemas.microsoft.com/office/drawing/2014/main" id="{FB573AAF-A445-4413-AC89-CB37B0E39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923"/>
              <a:ext cx="12" cy="68"/>
            </a:xfrm>
            <a:custGeom>
              <a:avLst/>
              <a:gdLst>
                <a:gd name="T0" fmla="*/ 0 w 6"/>
                <a:gd name="T1" fmla="*/ 0 h 34"/>
                <a:gd name="T2" fmla="*/ 40 w 6"/>
                <a:gd name="T3" fmla="*/ 112 h 34"/>
                <a:gd name="T4" fmla="*/ 8 w 6"/>
                <a:gd name="T5" fmla="*/ 27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4">
                  <a:moveTo>
                    <a:pt x="0" y="0"/>
                  </a:moveTo>
                  <a:cubicBezTo>
                    <a:pt x="3" y="3"/>
                    <a:pt x="5" y="10"/>
                    <a:pt x="5" y="14"/>
                  </a:cubicBezTo>
                  <a:cubicBezTo>
                    <a:pt x="6" y="22"/>
                    <a:pt x="3" y="27"/>
                    <a:pt x="1" y="3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35" name="Freeform 8122">
              <a:extLst>
                <a:ext uri="{FF2B5EF4-FFF2-40B4-BE49-F238E27FC236}">
                  <a16:creationId xmlns:a16="http://schemas.microsoft.com/office/drawing/2014/main" id="{ED5AA002-CCBD-468B-B781-E9AEFEF8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967"/>
              <a:ext cx="10" cy="18"/>
            </a:xfrm>
            <a:custGeom>
              <a:avLst/>
              <a:gdLst>
                <a:gd name="T0" fmla="*/ 0 w 5"/>
                <a:gd name="T1" fmla="*/ 0 h 9"/>
                <a:gd name="T2" fmla="*/ 40 w 5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2" y="3"/>
                    <a:pt x="4" y="6"/>
                    <a:pt x="5" y="9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36" name="Freeform 8123">
              <a:extLst>
                <a:ext uri="{FF2B5EF4-FFF2-40B4-BE49-F238E27FC236}">
                  <a16:creationId xmlns:a16="http://schemas.microsoft.com/office/drawing/2014/main" id="{EE14507D-C084-45F0-82C3-42AADD6AF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3017"/>
              <a:ext cx="24" cy="56"/>
            </a:xfrm>
            <a:custGeom>
              <a:avLst/>
              <a:gdLst>
                <a:gd name="T0" fmla="*/ 24 w 12"/>
                <a:gd name="T1" fmla="*/ 0 h 28"/>
                <a:gd name="T2" fmla="*/ 96 w 12"/>
                <a:gd name="T3" fmla="*/ 22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3" y="0"/>
                  </a:moveTo>
                  <a:cubicBezTo>
                    <a:pt x="0" y="9"/>
                    <a:pt x="4" y="23"/>
                    <a:pt x="12" y="2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37" name="Freeform 8124">
              <a:extLst>
                <a:ext uri="{FF2B5EF4-FFF2-40B4-BE49-F238E27FC236}">
                  <a16:creationId xmlns:a16="http://schemas.microsoft.com/office/drawing/2014/main" id="{9663790B-99B3-4627-BAF4-6CD0807A9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3057"/>
              <a:ext cx="12" cy="46"/>
            </a:xfrm>
            <a:custGeom>
              <a:avLst/>
              <a:gdLst>
                <a:gd name="T0" fmla="*/ 32 w 6"/>
                <a:gd name="T1" fmla="*/ 0 h 23"/>
                <a:gd name="T2" fmla="*/ 48 w 6"/>
                <a:gd name="T3" fmla="*/ 18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4" y="0"/>
                  </a:moveTo>
                  <a:cubicBezTo>
                    <a:pt x="0" y="6"/>
                    <a:pt x="3" y="18"/>
                    <a:pt x="6" y="23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38" name="Freeform 8125">
              <a:extLst>
                <a:ext uri="{FF2B5EF4-FFF2-40B4-BE49-F238E27FC236}">
                  <a16:creationId xmlns:a16="http://schemas.microsoft.com/office/drawing/2014/main" id="{9AAEC1A7-852C-4AC6-8ACB-136B110C8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3013"/>
              <a:ext cx="16" cy="38"/>
            </a:xfrm>
            <a:custGeom>
              <a:avLst/>
              <a:gdLst>
                <a:gd name="T0" fmla="*/ 0 w 8"/>
                <a:gd name="T1" fmla="*/ 0 h 19"/>
                <a:gd name="T2" fmla="*/ 48 w 8"/>
                <a:gd name="T3" fmla="*/ 1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3" y="5"/>
                    <a:pt x="8" y="12"/>
                    <a:pt x="6" y="19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39" name="Freeform 8126">
              <a:extLst>
                <a:ext uri="{FF2B5EF4-FFF2-40B4-BE49-F238E27FC236}">
                  <a16:creationId xmlns:a16="http://schemas.microsoft.com/office/drawing/2014/main" id="{446049B8-8E95-47D4-8CEE-78B788EA4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3043"/>
              <a:ext cx="14" cy="36"/>
            </a:xfrm>
            <a:custGeom>
              <a:avLst/>
              <a:gdLst>
                <a:gd name="T0" fmla="*/ 0 w 7"/>
                <a:gd name="T1" fmla="*/ 0 h 18"/>
                <a:gd name="T2" fmla="*/ 56 w 7"/>
                <a:gd name="T3" fmla="*/ 14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5" y="3"/>
                    <a:pt x="6" y="13"/>
                    <a:pt x="7" y="1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40" name="Freeform 8127">
              <a:extLst>
                <a:ext uri="{FF2B5EF4-FFF2-40B4-BE49-F238E27FC236}">
                  <a16:creationId xmlns:a16="http://schemas.microsoft.com/office/drawing/2014/main" id="{F790AA07-16AD-4148-BDD2-0E6A2BD1A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139"/>
              <a:ext cx="16" cy="18"/>
            </a:xfrm>
            <a:custGeom>
              <a:avLst/>
              <a:gdLst>
                <a:gd name="T0" fmla="*/ 0 w 8"/>
                <a:gd name="T1" fmla="*/ 0 h 9"/>
                <a:gd name="T2" fmla="*/ 64 w 8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2" y="4"/>
                    <a:pt x="5" y="6"/>
                    <a:pt x="8" y="9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41" name="Freeform 8128">
              <a:extLst>
                <a:ext uri="{FF2B5EF4-FFF2-40B4-BE49-F238E27FC236}">
                  <a16:creationId xmlns:a16="http://schemas.microsoft.com/office/drawing/2014/main" id="{F553DAAF-6DF8-41E4-81C2-73C596F0F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3151"/>
              <a:ext cx="4" cy="22"/>
            </a:xfrm>
            <a:custGeom>
              <a:avLst/>
              <a:gdLst>
                <a:gd name="T0" fmla="*/ 16 w 2"/>
                <a:gd name="T1" fmla="*/ 0 h 11"/>
                <a:gd name="T2" fmla="*/ 16 w 2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3"/>
                    <a:pt x="0" y="8"/>
                    <a:pt x="2" y="1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42" name="Freeform 8129">
              <a:extLst>
                <a:ext uri="{FF2B5EF4-FFF2-40B4-BE49-F238E27FC236}">
                  <a16:creationId xmlns:a16="http://schemas.microsoft.com/office/drawing/2014/main" id="{83F91525-367E-4273-A140-2E9501861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681"/>
              <a:ext cx="20" cy="58"/>
            </a:xfrm>
            <a:custGeom>
              <a:avLst/>
              <a:gdLst>
                <a:gd name="T0" fmla="*/ 24 w 10"/>
                <a:gd name="T1" fmla="*/ 0 h 29"/>
                <a:gd name="T2" fmla="*/ 80 w 10"/>
                <a:gd name="T3" fmla="*/ 23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3" y="0"/>
                  </a:moveTo>
                  <a:cubicBezTo>
                    <a:pt x="0" y="9"/>
                    <a:pt x="5" y="23"/>
                    <a:pt x="10" y="29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43" name="Freeform 8130">
              <a:extLst>
                <a:ext uri="{FF2B5EF4-FFF2-40B4-BE49-F238E27FC236}">
                  <a16:creationId xmlns:a16="http://schemas.microsoft.com/office/drawing/2014/main" id="{96E0795C-5FD9-4918-A998-395BA52D5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727"/>
              <a:ext cx="12" cy="46"/>
            </a:xfrm>
            <a:custGeom>
              <a:avLst/>
              <a:gdLst>
                <a:gd name="T0" fmla="*/ 16 w 6"/>
                <a:gd name="T1" fmla="*/ 0 h 23"/>
                <a:gd name="T2" fmla="*/ 48 w 6"/>
                <a:gd name="T3" fmla="*/ 18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2" y="0"/>
                  </a:moveTo>
                  <a:cubicBezTo>
                    <a:pt x="0" y="6"/>
                    <a:pt x="2" y="18"/>
                    <a:pt x="6" y="23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44" name="Freeform 8131">
              <a:extLst>
                <a:ext uri="{FF2B5EF4-FFF2-40B4-BE49-F238E27FC236}">
                  <a16:creationId xmlns:a16="http://schemas.microsoft.com/office/drawing/2014/main" id="{5A329773-0449-41FE-BA4D-24418016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795"/>
              <a:ext cx="12" cy="36"/>
            </a:xfrm>
            <a:custGeom>
              <a:avLst/>
              <a:gdLst>
                <a:gd name="T0" fmla="*/ 0 w 6"/>
                <a:gd name="T1" fmla="*/ 0 h 18"/>
                <a:gd name="T2" fmla="*/ 48 w 6"/>
                <a:gd name="T3" fmla="*/ 14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4" y="5"/>
                    <a:pt x="6" y="12"/>
                    <a:pt x="6" y="1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45" name="Freeform 8132">
              <a:extLst>
                <a:ext uri="{FF2B5EF4-FFF2-40B4-BE49-F238E27FC236}">
                  <a16:creationId xmlns:a16="http://schemas.microsoft.com/office/drawing/2014/main" id="{7C28383C-3A41-407E-8E39-177C21328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815"/>
              <a:ext cx="16" cy="22"/>
            </a:xfrm>
            <a:custGeom>
              <a:avLst/>
              <a:gdLst>
                <a:gd name="T0" fmla="*/ 0 w 8"/>
                <a:gd name="T1" fmla="*/ 0 h 11"/>
                <a:gd name="T2" fmla="*/ 64 w 8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4" y="3"/>
                    <a:pt x="7" y="6"/>
                    <a:pt x="8" y="1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46" name="Freeform 8133">
              <a:extLst>
                <a:ext uri="{FF2B5EF4-FFF2-40B4-BE49-F238E27FC236}">
                  <a16:creationId xmlns:a16="http://schemas.microsoft.com/office/drawing/2014/main" id="{1B33ED22-84BF-4A9A-AD92-659C70A3B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491"/>
              <a:ext cx="26" cy="60"/>
            </a:xfrm>
            <a:custGeom>
              <a:avLst/>
              <a:gdLst>
                <a:gd name="T0" fmla="*/ 24 w 13"/>
                <a:gd name="T1" fmla="*/ 0 h 30"/>
                <a:gd name="T2" fmla="*/ 104 w 13"/>
                <a:gd name="T3" fmla="*/ 24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">
                  <a:moveTo>
                    <a:pt x="3" y="0"/>
                  </a:moveTo>
                  <a:cubicBezTo>
                    <a:pt x="0" y="8"/>
                    <a:pt x="4" y="28"/>
                    <a:pt x="13" y="3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47" name="Freeform 8134">
              <a:extLst>
                <a:ext uri="{FF2B5EF4-FFF2-40B4-BE49-F238E27FC236}">
                  <a16:creationId xmlns:a16="http://schemas.microsoft.com/office/drawing/2014/main" id="{78194D6E-B301-4911-943D-863172C7B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533"/>
              <a:ext cx="18" cy="56"/>
            </a:xfrm>
            <a:custGeom>
              <a:avLst/>
              <a:gdLst>
                <a:gd name="T0" fmla="*/ 24 w 9"/>
                <a:gd name="T1" fmla="*/ 0 h 28"/>
                <a:gd name="T2" fmla="*/ 72 w 9"/>
                <a:gd name="T3" fmla="*/ 22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3" y="0"/>
                  </a:moveTo>
                  <a:cubicBezTo>
                    <a:pt x="0" y="8"/>
                    <a:pt x="3" y="23"/>
                    <a:pt x="9" y="2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48" name="Freeform 8135">
              <a:extLst>
                <a:ext uri="{FF2B5EF4-FFF2-40B4-BE49-F238E27FC236}">
                  <a16:creationId xmlns:a16="http://schemas.microsoft.com/office/drawing/2014/main" id="{A2F560E5-5E31-4298-9E2D-98AB48A05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577"/>
              <a:ext cx="10" cy="36"/>
            </a:xfrm>
            <a:custGeom>
              <a:avLst/>
              <a:gdLst>
                <a:gd name="T0" fmla="*/ 24 w 5"/>
                <a:gd name="T1" fmla="*/ 0 h 18"/>
                <a:gd name="T2" fmla="*/ 40 w 5"/>
                <a:gd name="T3" fmla="*/ 14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3" y="0"/>
                  </a:moveTo>
                  <a:cubicBezTo>
                    <a:pt x="0" y="7"/>
                    <a:pt x="1" y="12"/>
                    <a:pt x="5" y="1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49" name="Freeform 8136">
              <a:extLst>
                <a:ext uri="{FF2B5EF4-FFF2-40B4-BE49-F238E27FC236}">
                  <a16:creationId xmlns:a16="http://schemas.microsoft.com/office/drawing/2014/main" id="{F867CB70-7D1B-4392-8216-63A5B776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591"/>
              <a:ext cx="24" cy="62"/>
            </a:xfrm>
            <a:custGeom>
              <a:avLst/>
              <a:gdLst>
                <a:gd name="T0" fmla="*/ 0 w 12"/>
                <a:gd name="T1" fmla="*/ 0 h 31"/>
                <a:gd name="T2" fmla="*/ 88 w 12"/>
                <a:gd name="T3" fmla="*/ 24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10" y="8"/>
                    <a:pt x="12" y="19"/>
                    <a:pt x="11" y="3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50" name="Freeform 8137">
              <a:extLst>
                <a:ext uri="{FF2B5EF4-FFF2-40B4-BE49-F238E27FC236}">
                  <a16:creationId xmlns:a16="http://schemas.microsoft.com/office/drawing/2014/main" id="{18ACE2CA-8A90-45F6-B770-45A11721B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647"/>
              <a:ext cx="20" cy="36"/>
            </a:xfrm>
            <a:custGeom>
              <a:avLst/>
              <a:gdLst>
                <a:gd name="T0" fmla="*/ 0 w 10"/>
                <a:gd name="T1" fmla="*/ 0 h 18"/>
                <a:gd name="T2" fmla="*/ 80 w 10"/>
                <a:gd name="T3" fmla="*/ 14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6" y="1"/>
                    <a:pt x="8" y="13"/>
                    <a:pt x="10" y="1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51" name="Freeform 8138">
              <a:extLst>
                <a:ext uri="{FF2B5EF4-FFF2-40B4-BE49-F238E27FC236}">
                  <a16:creationId xmlns:a16="http://schemas.microsoft.com/office/drawing/2014/main" id="{25E8A726-CF1C-4285-9EE8-C1ECAEF55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397"/>
              <a:ext cx="10" cy="24"/>
            </a:xfrm>
            <a:custGeom>
              <a:avLst/>
              <a:gdLst>
                <a:gd name="T0" fmla="*/ 0 w 5"/>
                <a:gd name="T1" fmla="*/ 0 h 12"/>
                <a:gd name="T2" fmla="*/ 40 w 5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0" y="5"/>
                    <a:pt x="2" y="8"/>
                    <a:pt x="5" y="1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52" name="Freeform 8139">
              <a:extLst>
                <a:ext uri="{FF2B5EF4-FFF2-40B4-BE49-F238E27FC236}">
                  <a16:creationId xmlns:a16="http://schemas.microsoft.com/office/drawing/2014/main" id="{9B804079-414F-46F3-945B-AF0894AC3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415"/>
              <a:ext cx="4" cy="20"/>
            </a:xfrm>
            <a:custGeom>
              <a:avLst/>
              <a:gdLst>
                <a:gd name="T0" fmla="*/ 16 w 2"/>
                <a:gd name="T1" fmla="*/ 0 h 10"/>
                <a:gd name="T2" fmla="*/ 16 w 2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3"/>
                    <a:pt x="1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53" name="Freeform 8140">
              <a:extLst>
                <a:ext uri="{FF2B5EF4-FFF2-40B4-BE49-F238E27FC236}">
                  <a16:creationId xmlns:a16="http://schemas.microsoft.com/office/drawing/2014/main" id="{41CC9D19-9A82-4EB8-AC73-178468F5C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725"/>
              <a:ext cx="44" cy="48"/>
            </a:xfrm>
            <a:custGeom>
              <a:avLst/>
              <a:gdLst>
                <a:gd name="T0" fmla="*/ 40 w 22"/>
                <a:gd name="T1" fmla="*/ 0 h 24"/>
                <a:gd name="T2" fmla="*/ 176 w 22"/>
                <a:gd name="T3" fmla="*/ 19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4">
                  <a:moveTo>
                    <a:pt x="5" y="0"/>
                  </a:moveTo>
                  <a:cubicBezTo>
                    <a:pt x="0" y="9"/>
                    <a:pt x="15" y="21"/>
                    <a:pt x="22" y="2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54" name="Freeform 8141">
              <a:extLst>
                <a:ext uri="{FF2B5EF4-FFF2-40B4-BE49-F238E27FC236}">
                  <a16:creationId xmlns:a16="http://schemas.microsoft.com/office/drawing/2014/main" id="{05975235-6AE8-4E6F-915C-156630952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761"/>
              <a:ext cx="24" cy="50"/>
            </a:xfrm>
            <a:custGeom>
              <a:avLst/>
              <a:gdLst>
                <a:gd name="T0" fmla="*/ 40 w 12"/>
                <a:gd name="T1" fmla="*/ 0 h 25"/>
                <a:gd name="T2" fmla="*/ 96 w 12"/>
                <a:gd name="T3" fmla="*/ 20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5">
                  <a:moveTo>
                    <a:pt x="5" y="0"/>
                  </a:moveTo>
                  <a:cubicBezTo>
                    <a:pt x="0" y="7"/>
                    <a:pt x="6" y="21"/>
                    <a:pt x="12" y="2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55" name="Freeform 8142">
              <a:extLst>
                <a:ext uri="{FF2B5EF4-FFF2-40B4-BE49-F238E27FC236}">
                  <a16:creationId xmlns:a16="http://schemas.microsoft.com/office/drawing/2014/main" id="{7BBC604D-C0FA-4E3B-BF39-16B34262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803"/>
              <a:ext cx="12" cy="40"/>
            </a:xfrm>
            <a:custGeom>
              <a:avLst/>
              <a:gdLst>
                <a:gd name="T0" fmla="*/ 48 w 6"/>
                <a:gd name="T1" fmla="*/ 0 h 20"/>
                <a:gd name="T2" fmla="*/ 48 w 6"/>
                <a:gd name="T3" fmla="*/ 16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0" y="4"/>
                    <a:pt x="3" y="15"/>
                    <a:pt x="6" y="2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56" name="Freeform 8143">
              <a:extLst>
                <a:ext uri="{FF2B5EF4-FFF2-40B4-BE49-F238E27FC236}">
                  <a16:creationId xmlns:a16="http://schemas.microsoft.com/office/drawing/2014/main" id="{2E6DF894-AA04-43BE-B5EE-DF0719835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831"/>
              <a:ext cx="30" cy="52"/>
            </a:xfrm>
            <a:custGeom>
              <a:avLst/>
              <a:gdLst>
                <a:gd name="T0" fmla="*/ 0 w 15"/>
                <a:gd name="T1" fmla="*/ 0 h 26"/>
                <a:gd name="T2" fmla="*/ 88 w 15"/>
                <a:gd name="T3" fmla="*/ 2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0" y="0"/>
                  </a:moveTo>
                  <a:cubicBezTo>
                    <a:pt x="8" y="3"/>
                    <a:pt x="15" y="18"/>
                    <a:pt x="11" y="2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57" name="Freeform 8144">
              <a:extLst>
                <a:ext uri="{FF2B5EF4-FFF2-40B4-BE49-F238E27FC236}">
                  <a16:creationId xmlns:a16="http://schemas.microsoft.com/office/drawing/2014/main" id="{876C1109-5798-424D-8488-E0EF0E6E1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83"/>
              <a:ext cx="38" cy="28"/>
            </a:xfrm>
            <a:custGeom>
              <a:avLst/>
              <a:gdLst>
                <a:gd name="T0" fmla="*/ 0 w 19"/>
                <a:gd name="T1" fmla="*/ 0 h 14"/>
                <a:gd name="T2" fmla="*/ 152 w 19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8" y="0"/>
                    <a:pt x="16" y="6"/>
                    <a:pt x="19" y="1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58" name="Freeform 8145">
              <a:extLst>
                <a:ext uri="{FF2B5EF4-FFF2-40B4-BE49-F238E27FC236}">
                  <a16:creationId xmlns:a16="http://schemas.microsoft.com/office/drawing/2014/main" id="{E11B0DBF-76E1-4D0A-9CD7-F9CA15EA1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909"/>
              <a:ext cx="16" cy="22"/>
            </a:xfrm>
            <a:custGeom>
              <a:avLst/>
              <a:gdLst>
                <a:gd name="T0" fmla="*/ 0 w 8"/>
                <a:gd name="T1" fmla="*/ 0 h 11"/>
                <a:gd name="T2" fmla="*/ 64 w 8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4"/>
                    <a:pt x="5" y="9"/>
                    <a:pt x="8" y="1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59" name="Freeform 8146">
              <a:extLst>
                <a:ext uri="{FF2B5EF4-FFF2-40B4-BE49-F238E27FC236}">
                  <a16:creationId xmlns:a16="http://schemas.microsoft.com/office/drawing/2014/main" id="{245A21A7-7EA3-423B-8972-C36D95E36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923"/>
              <a:ext cx="8" cy="32"/>
            </a:xfrm>
            <a:custGeom>
              <a:avLst/>
              <a:gdLst>
                <a:gd name="T0" fmla="*/ 32 w 4"/>
                <a:gd name="T1" fmla="*/ 0 h 16"/>
                <a:gd name="T2" fmla="*/ 16 w 4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0" y="4"/>
                    <a:pt x="1" y="10"/>
                    <a:pt x="2" y="1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60" name="Freeform 8147">
              <a:extLst>
                <a:ext uri="{FF2B5EF4-FFF2-40B4-BE49-F238E27FC236}">
                  <a16:creationId xmlns:a16="http://schemas.microsoft.com/office/drawing/2014/main" id="{2AD6E67D-6123-4A42-82F9-E28FE8A8A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999"/>
              <a:ext cx="36" cy="54"/>
            </a:xfrm>
            <a:custGeom>
              <a:avLst/>
              <a:gdLst>
                <a:gd name="T0" fmla="*/ 48 w 18"/>
                <a:gd name="T1" fmla="*/ 0 h 27"/>
                <a:gd name="T2" fmla="*/ 144 w 18"/>
                <a:gd name="T3" fmla="*/ 21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6" y="0"/>
                  </a:moveTo>
                  <a:cubicBezTo>
                    <a:pt x="0" y="6"/>
                    <a:pt x="12" y="23"/>
                    <a:pt x="18" y="27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61" name="Freeform 8148">
              <a:extLst>
                <a:ext uri="{FF2B5EF4-FFF2-40B4-BE49-F238E27FC236}">
                  <a16:creationId xmlns:a16="http://schemas.microsoft.com/office/drawing/2014/main" id="{40C38039-2EC8-46E5-BDF2-2A06EB2B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037"/>
              <a:ext cx="30" cy="46"/>
            </a:xfrm>
            <a:custGeom>
              <a:avLst/>
              <a:gdLst>
                <a:gd name="T0" fmla="*/ 56 w 15"/>
                <a:gd name="T1" fmla="*/ 0 h 23"/>
                <a:gd name="T2" fmla="*/ 120 w 15"/>
                <a:gd name="T3" fmla="*/ 18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7" y="0"/>
                  </a:moveTo>
                  <a:cubicBezTo>
                    <a:pt x="0" y="6"/>
                    <a:pt x="7" y="21"/>
                    <a:pt x="15" y="23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62" name="Freeform 8149">
              <a:extLst>
                <a:ext uri="{FF2B5EF4-FFF2-40B4-BE49-F238E27FC236}">
                  <a16:creationId xmlns:a16="http://schemas.microsoft.com/office/drawing/2014/main" id="{6B66A68A-344F-497D-AEAC-BCA1D24AE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33"/>
              <a:ext cx="16" cy="40"/>
            </a:xfrm>
            <a:custGeom>
              <a:avLst/>
              <a:gdLst>
                <a:gd name="T0" fmla="*/ 0 w 8"/>
                <a:gd name="T1" fmla="*/ 0 h 20"/>
                <a:gd name="T2" fmla="*/ 56 w 8"/>
                <a:gd name="T3" fmla="*/ 16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8" y="1"/>
                    <a:pt x="7" y="14"/>
                    <a:pt x="7" y="2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63" name="Freeform 8150">
              <a:extLst>
                <a:ext uri="{FF2B5EF4-FFF2-40B4-BE49-F238E27FC236}">
                  <a16:creationId xmlns:a16="http://schemas.microsoft.com/office/drawing/2014/main" id="{213E68FC-376B-4E09-8D66-7630E6953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057"/>
              <a:ext cx="12" cy="16"/>
            </a:xfrm>
            <a:custGeom>
              <a:avLst/>
              <a:gdLst>
                <a:gd name="T0" fmla="*/ 0 w 6"/>
                <a:gd name="T1" fmla="*/ 0 h 8"/>
                <a:gd name="T2" fmla="*/ 48 w 6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3" y="1"/>
                    <a:pt x="5" y="4"/>
                    <a:pt x="6" y="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64" name="Freeform 8151">
              <a:extLst>
                <a:ext uri="{FF2B5EF4-FFF2-40B4-BE49-F238E27FC236}">
                  <a16:creationId xmlns:a16="http://schemas.microsoft.com/office/drawing/2014/main" id="{E506C5FF-72BB-4E5B-9BDB-C2CFC9B7A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125"/>
              <a:ext cx="26" cy="48"/>
            </a:xfrm>
            <a:custGeom>
              <a:avLst/>
              <a:gdLst>
                <a:gd name="T0" fmla="*/ 24 w 13"/>
                <a:gd name="T1" fmla="*/ 0 h 24"/>
                <a:gd name="T2" fmla="*/ 104 w 13"/>
                <a:gd name="T3" fmla="*/ 19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">
                  <a:moveTo>
                    <a:pt x="3" y="0"/>
                  </a:moveTo>
                  <a:cubicBezTo>
                    <a:pt x="0" y="8"/>
                    <a:pt x="6" y="19"/>
                    <a:pt x="13" y="2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65" name="Freeform 8152">
              <a:extLst>
                <a:ext uri="{FF2B5EF4-FFF2-40B4-BE49-F238E27FC236}">
                  <a16:creationId xmlns:a16="http://schemas.microsoft.com/office/drawing/2014/main" id="{FEF959C4-BAD6-4797-9DF2-1AA44A41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103"/>
              <a:ext cx="24" cy="44"/>
            </a:xfrm>
            <a:custGeom>
              <a:avLst/>
              <a:gdLst>
                <a:gd name="T0" fmla="*/ 8 w 12"/>
                <a:gd name="T1" fmla="*/ 0 h 22"/>
                <a:gd name="T2" fmla="*/ 96 w 12"/>
                <a:gd name="T3" fmla="*/ 1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" y="0"/>
                  </a:moveTo>
                  <a:cubicBezTo>
                    <a:pt x="0" y="7"/>
                    <a:pt x="5" y="19"/>
                    <a:pt x="12" y="2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66" name="Freeform 8153">
              <a:extLst>
                <a:ext uri="{FF2B5EF4-FFF2-40B4-BE49-F238E27FC236}">
                  <a16:creationId xmlns:a16="http://schemas.microsoft.com/office/drawing/2014/main" id="{AEC59490-A4B5-4B85-A072-05D254401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121"/>
              <a:ext cx="10" cy="40"/>
            </a:xfrm>
            <a:custGeom>
              <a:avLst/>
              <a:gdLst>
                <a:gd name="T0" fmla="*/ 0 w 5"/>
                <a:gd name="T1" fmla="*/ 0 h 20"/>
                <a:gd name="T2" fmla="*/ 16 w 5"/>
                <a:gd name="T3" fmla="*/ 16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5" y="5"/>
                    <a:pt x="5" y="14"/>
                    <a:pt x="2" y="2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67" name="Freeform 8154">
              <a:extLst>
                <a:ext uri="{FF2B5EF4-FFF2-40B4-BE49-F238E27FC236}">
                  <a16:creationId xmlns:a16="http://schemas.microsoft.com/office/drawing/2014/main" id="{E5058590-832D-4436-9FDF-F187DBD98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147"/>
              <a:ext cx="12" cy="10"/>
            </a:xfrm>
            <a:custGeom>
              <a:avLst/>
              <a:gdLst>
                <a:gd name="T0" fmla="*/ 0 w 6"/>
                <a:gd name="T1" fmla="*/ 0 h 5"/>
                <a:gd name="T2" fmla="*/ 48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1"/>
                    <a:pt x="5" y="3"/>
                    <a:pt x="6" y="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68" name="Freeform 8155">
              <a:extLst>
                <a:ext uri="{FF2B5EF4-FFF2-40B4-BE49-F238E27FC236}">
                  <a16:creationId xmlns:a16="http://schemas.microsoft.com/office/drawing/2014/main" id="{932F3AA3-D23F-40F1-A00C-1838D56D1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001"/>
              <a:ext cx="16" cy="6"/>
            </a:xfrm>
            <a:custGeom>
              <a:avLst/>
              <a:gdLst>
                <a:gd name="T0" fmla="*/ 0 w 8"/>
                <a:gd name="T1" fmla="*/ 0 h 3"/>
                <a:gd name="T2" fmla="*/ 0 w 8"/>
                <a:gd name="T3" fmla="*/ 16 h 3"/>
                <a:gd name="T4" fmla="*/ 64 w 8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3" y="3"/>
                    <a:pt x="5" y="3"/>
                    <a:pt x="8" y="3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69" name="Freeform 8156">
              <a:extLst>
                <a:ext uri="{FF2B5EF4-FFF2-40B4-BE49-F238E27FC236}">
                  <a16:creationId xmlns:a16="http://schemas.microsoft.com/office/drawing/2014/main" id="{827B18CE-864F-49CB-885B-9E79E187D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941"/>
              <a:ext cx="14" cy="6"/>
            </a:xfrm>
            <a:custGeom>
              <a:avLst/>
              <a:gdLst>
                <a:gd name="T0" fmla="*/ 0 w 7"/>
                <a:gd name="T1" fmla="*/ 24 h 3"/>
                <a:gd name="T2" fmla="*/ 56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70" name="Freeform 8157">
              <a:extLst>
                <a:ext uri="{FF2B5EF4-FFF2-40B4-BE49-F238E27FC236}">
                  <a16:creationId xmlns:a16="http://schemas.microsoft.com/office/drawing/2014/main" id="{F0FFE59B-B4D8-4997-B98A-2D7BE3BF0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913"/>
              <a:ext cx="8" cy="10"/>
            </a:xfrm>
            <a:custGeom>
              <a:avLst/>
              <a:gdLst>
                <a:gd name="T0" fmla="*/ 32 w 4"/>
                <a:gd name="T1" fmla="*/ 0 h 5"/>
                <a:gd name="T2" fmla="*/ 0 w 4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2"/>
                    <a:pt x="1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71" name="Freeform 8158">
              <a:extLst>
                <a:ext uri="{FF2B5EF4-FFF2-40B4-BE49-F238E27FC236}">
                  <a16:creationId xmlns:a16="http://schemas.microsoft.com/office/drawing/2014/main" id="{566318F9-C0EE-45D9-B008-090D7360A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033"/>
              <a:ext cx="14" cy="12"/>
            </a:xfrm>
            <a:custGeom>
              <a:avLst/>
              <a:gdLst>
                <a:gd name="T0" fmla="*/ 0 w 7"/>
                <a:gd name="T1" fmla="*/ 48 h 6"/>
                <a:gd name="T2" fmla="*/ 5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5"/>
                    <a:pt x="6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72" name="Freeform 8159">
              <a:extLst>
                <a:ext uri="{FF2B5EF4-FFF2-40B4-BE49-F238E27FC236}">
                  <a16:creationId xmlns:a16="http://schemas.microsoft.com/office/drawing/2014/main" id="{81DAB621-4C27-4304-AD02-FB62C4711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129"/>
              <a:ext cx="12" cy="4"/>
            </a:xfrm>
            <a:custGeom>
              <a:avLst/>
              <a:gdLst>
                <a:gd name="T0" fmla="*/ 0 w 6"/>
                <a:gd name="T1" fmla="*/ 16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73" name="Line 8160">
              <a:extLst>
                <a:ext uri="{FF2B5EF4-FFF2-40B4-BE49-F238E27FC236}">
                  <a16:creationId xmlns:a16="http://schemas.microsoft.com/office/drawing/2014/main" id="{DA01C76D-B687-4AAB-9BD6-8A2F887C00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8" y="3109"/>
              <a:ext cx="14" cy="1"/>
            </a:xfrm>
            <a:prstGeom prst="line">
              <a:avLst/>
            </a:prstGeom>
            <a:noFill/>
            <a:ln w="12700">
              <a:solidFill>
                <a:srgbClr val="FFE4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74" name="Freeform 8161">
              <a:extLst>
                <a:ext uri="{FF2B5EF4-FFF2-40B4-BE49-F238E27FC236}">
                  <a16:creationId xmlns:a16="http://schemas.microsoft.com/office/drawing/2014/main" id="{9EBEBF3F-28F5-4237-A8F7-1E3E1EF0C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903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75" name="Freeform 8162">
              <a:extLst>
                <a:ext uri="{FF2B5EF4-FFF2-40B4-BE49-F238E27FC236}">
                  <a16:creationId xmlns:a16="http://schemas.microsoft.com/office/drawing/2014/main" id="{1B60ADC5-A015-43C3-9806-41E4A8554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667"/>
              <a:ext cx="18" cy="12"/>
            </a:xfrm>
            <a:custGeom>
              <a:avLst/>
              <a:gdLst>
                <a:gd name="T0" fmla="*/ 0 w 9"/>
                <a:gd name="T1" fmla="*/ 48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3" y="4"/>
                    <a:pt x="5" y="1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76" name="Freeform 8163">
              <a:extLst>
                <a:ext uri="{FF2B5EF4-FFF2-40B4-BE49-F238E27FC236}">
                  <a16:creationId xmlns:a16="http://schemas.microsoft.com/office/drawing/2014/main" id="{F8C41DD9-C9DB-4AF4-990F-A8CC87171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537"/>
              <a:ext cx="14" cy="8"/>
            </a:xfrm>
            <a:custGeom>
              <a:avLst/>
              <a:gdLst>
                <a:gd name="T0" fmla="*/ 0 w 7"/>
                <a:gd name="T1" fmla="*/ 0 h 4"/>
                <a:gd name="T2" fmla="*/ 56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5" y="2"/>
                    <a:pt x="7" y="4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77" name="Freeform 8164">
              <a:extLst>
                <a:ext uri="{FF2B5EF4-FFF2-40B4-BE49-F238E27FC236}">
                  <a16:creationId xmlns:a16="http://schemas.microsoft.com/office/drawing/2014/main" id="{25CB9BFD-22A2-424A-9933-869FDD09A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825"/>
              <a:ext cx="8" cy="6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3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78" name="Freeform 8165">
              <a:extLst>
                <a:ext uri="{FF2B5EF4-FFF2-40B4-BE49-F238E27FC236}">
                  <a16:creationId xmlns:a16="http://schemas.microsoft.com/office/drawing/2014/main" id="{57D282A3-AF70-4412-AEB9-E692EDBB8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803"/>
              <a:ext cx="8" cy="2"/>
            </a:xfrm>
            <a:custGeom>
              <a:avLst/>
              <a:gdLst>
                <a:gd name="T0" fmla="*/ 0 w 4"/>
                <a:gd name="T1" fmla="*/ 8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79" name="Freeform 8166">
              <a:extLst>
                <a:ext uri="{FF2B5EF4-FFF2-40B4-BE49-F238E27FC236}">
                  <a16:creationId xmlns:a16="http://schemas.microsoft.com/office/drawing/2014/main" id="{CBE4DD15-EDD6-4092-BF07-A7E31C38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941"/>
              <a:ext cx="10" cy="6"/>
            </a:xfrm>
            <a:custGeom>
              <a:avLst/>
              <a:gdLst>
                <a:gd name="T0" fmla="*/ 0 w 5"/>
                <a:gd name="T1" fmla="*/ 16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0" y="3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80" name="Freeform 8167">
              <a:extLst>
                <a:ext uri="{FF2B5EF4-FFF2-40B4-BE49-F238E27FC236}">
                  <a16:creationId xmlns:a16="http://schemas.microsoft.com/office/drawing/2014/main" id="{0AFC0A30-F470-42BB-A903-EC6604CF2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927"/>
              <a:ext cx="14" cy="10"/>
            </a:xfrm>
            <a:custGeom>
              <a:avLst/>
              <a:gdLst>
                <a:gd name="T0" fmla="*/ 56 w 7"/>
                <a:gd name="T1" fmla="*/ 0 h 5"/>
                <a:gd name="T2" fmla="*/ 0 w 7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5" y="2"/>
                    <a:pt x="2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81" name="Freeform 8168">
              <a:extLst>
                <a:ext uri="{FF2B5EF4-FFF2-40B4-BE49-F238E27FC236}">
                  <a16:creationId xmlns:a16="http://schemas.microsoft.com/office/drawing/2014/main" id="{7276C85A-BF1B-43C5-BAC4-2ACE7DC04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977"/>
              <a:ext cx="12" cy="12"/>
            </a:xfrm>
            <a:custGeom>
              <a:avLst/>
              <a:gdLst>
                <a:gd name="T0" fmla="*/ 0 w 6"/>
                <a:gd name="T1" fmla="*/ 0 h 6"/>
                <a:gd name="T2" fmla="*/ 48 w 6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82" name="Freeform 8169">
              <a:extLst>
                <a:ext uri="{FF2B5EF4-FFF2-40B4-BE49-F238E27FC236}">
                  <a16:creationId xmlns:a16="http://schemas.microsoft.com/office/drawing/2014/main" id="{C76B176F-9FCB-49C6-B7B6-BA5B38406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3023"/>
              <a:ext cx="14" cy="6"/>
            </a:xfrm>
            <a:custGeom>
              <a:avLst/>
              <a:gdLst>
                <a:gd name="T0" fmla="*/ 0 w 7"/>
                <a:gd name="T1" fmla="*/ 0 h 3"/>
                <a:gd name="T2" fmla="*/ 56 w 7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1" y="2"/>
                    <a:pt x="4" y="3"/>
                    <a:pt x="7" y="2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83" name="Freeform 8170">
              <a:extLst>
                <a:ext uri="{FF2B5EF4-FFF2-40B4-BE49-F238E27FC236}">
                  <a16:creationId xmlns:a16="http://schemas.microsoft.com/office/drawing/2014/main" id="{0BA3A6FC-630D-44D3-9E9C-6D726B086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3087"/>
              <a:ext cx="14" cy="6"/>
            </a:xfrm>
            <a:custGeom>
              <a:avLst/>
              <a:gdLst>
                <a:gd name="T0" fmla="*/ 0 w 7"/>
                <a:gd name="T1" fmla="*/ 16 h 3"/>
                <a:gd name="T2" fmla="*/ 56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2" y="3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684" name="Freeform 8171">
              <a:extLst>
                <a:ext uri="{FF2B5EF4-FFF2-40B4-BE49-F238E27FC236}">
                  <a16:creationId xmlns:a16="http://schemas.microsoft.com/office/drawing/2014/main" id="{9AC0777C-EB7F-496C-84ED-60F5AE17E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139"/>
              <a:ext cx="10" cy="16"/>
            </a:xfrm>
            <a:custGeom>
              <a:avLst/>
              <a:gdLst>
                <a:gd name="T0" fmla="*/ 0 w 5"/>
                <a:gd name="T1" fmla="*/ 64 h 8"/>
                <a:gd name="T2" fmla="*/ 4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2" y="6"/>
                    <a:pt x="4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FE4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2E163B4B-4096-4644-97DA-299B6FD378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Atheroma (2)</a:t>
            </a:r>
          </a:p>
        </p:txBody>
      </p:sp>
      <p:grpSp>
        <p:nvGrpSpPr>
          <p:cNvPr id="38914" name="Artery-cross-section-showing-atheroma">
            <a:extLst>
              <a:ext uri="{FF2B5EF4-FFF2-40B4-BE49-F238E27FC236}">
                <a16:creationId xmlns:a16="http://schemas.microsoft.com/office/drawing/2014/main" id="{B38B3022-0FC7-46EA-8420-253F8C8324D2}"/>
              </a:ext>
            </a:extLst>
          </p:cNvPr>
          <p:cNvGrpSpPr>
            <a:grpSpLocks/>
          </p:cNvGrpSpPr>
          <p:nvPr/>
        </p:nvGrpSpPr>
        <p:grpSpPr bwMode="auto">
          <a:xfrm>
            <a:off x="2290763" y="1612900"/>
            <a:ext cx="1917700" cy="2046288"/>
            <a:chOff x="437" y="1301"/>
            <a:chExt cx="1208" cy="1289"/>
          </a:xfrm>
        </p:grpSpPr>
        <p:grpSp>
          <p:nvGrpSpPr>
            <p:cNvPr id="39774" name="Group 4">
              <a:extLst>
                <a:ext uri="{FF2B5EF4-FFF2-40B4-BE49-F238E27FC236}">
                  <a16:creationId xmlns:a16="http://schemas.microsoft.com/office/drawing/2014/main" id="{BC59D1D5-AF52-4070-AA71-F6E9BE0947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" y="1301"/>
              <a:ext cx="1208" cy="1289"/>
              <a:chOff x="437" y="1301"/>
              <a:chExt cx="1208" cy="1289"/>
            </a:xfrm>
          </p:grpSpPr>
          <p:sp>
            <p:nvSpPr>
              <p:cNvPr id="39784" name="Oval 5">
                <a:extLst>
                  <a:ext uri="{FF2B5EF4-FFF2-40B4-BE49-F238E27FC236}">
                    <a16:creationId xmlns:a16="http://schemas.microsoft.com/office/drawing/2014/main" id="{1AC5A69C-A02A-441D-9DC2-7EDF24A64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" y="1301"/>
                <a:ext cx="1208" cy="1289"/>
              </a:xfrm>
              <a:prstGeom prst="ellipse">
                <a:avLst/>
              </a:pr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785" name="Oval 6">
                <a:extLst>
                  <a:ext uri="{FF2B5EF4-FFF2-40B4-BE49-F238E27FC236}">
                    <a16:creationId xmlns:a16="http://schemas.microsoft.com/office/drawing/2014/main" id="{9739390D-B1BB-47B3-B1AC-003B15C06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" y="1344"/>
                <a:ext cx="1126" cy="1201"/>
              </a:xfrm>
              <a:prstGeom prst="ellipse">
                <a:avLst/>
              </a:pr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786" name="Oval 7">
                <a:extLst>
                  <a:ext uri="{FF2B5EF4-FFF2-40B4-BE49-F238E27FC236}">
                    <a16:creationId xmlns:a16="http://schemas.microsoft.com/office/drawing/2014/main" id="{2C36F52B-34D1-4A2E-8A02-6A7A34839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" y="1471"/>
                <a:ext cx="890" cy="946"/>
              </a:xfrm>
              <a:prstGeom prst="ellipse">
                <a:avLst/>
              </a:pr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787" name="Oval 8">
                <a:extLst>
                  <a:ext uri="{FF2B5EF4-FFF2-40B4-BE49-F238E27FC236}">
                    <a16:creationId xmlns:a16="http://schemas.microsoft.com/office/drawing/2014/main" id="{F1787322-1623-40CC-BB65-EDD7767E1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1498"/>
                <a:ext cx="838" cy="892"/>
              </a:xfrm>
              <a:prstGeom prst="ellipse">
                <a:avLst/>
              </a:pr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788" name="Oval 9">
                <a:extLst>
                  <a:ext uri="{FF2B5EF4-FFF2-40B4-BE49-F238E27FC236}">
                    <a16:creationId xmlns:a16="http://schemas.microsoft.com/office/drawing/2014/main" id="{65AD5688-18C3-45CD-BAA1-5834B8572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0" y="1528"/>
                <a:ext cx="779" cy="832"/>
              </a:xfrm>
              <a:prstGeom prst="ellipse">
                <a:avLst/>
              </a:pr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789" name="Freeform 10">
                <a:extLst>
                  <a:ext uri="{FF2B5EF4-FFF2-40B4-BE49-F238E27FC236}">
                    <a16:creationId xmlns:a16="http://schemas.microsoft.com/office/drawing/2014/main" id="{E95D42A4-80B2-4DA4-A78E-8E6166EC1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506"/>
                <a:ext cx="760" cy="499"/>
              </a:xfrm>
              <a:custGeom>
                <a:avLst/>
                <a:gdLst>
                  <a:gd name="T0" fmla="*/ 1405 w 325"/>
                  <a:gd name="T1" fmla="*/ 292 h 200"/>
                  <a:gd name="T2" fmla="*/ 192 w 325"/>
                  <a:gd name="T3" fmla="*/ 1432 h 200"/>
                  <a:gd name="T4" fmla="*/ 870 w 325"/>
                  <a:gd name="T5" fmla="*/ 2515 h 200"/>
                  <a:gd name="T6" fmla="*/ 3335 w 325"/>
                  <a:gd name="T7" fmla="*/ 2702 h 200"/>
                  <a:gd name="T8" fmla="*/ 3526 w 325"/>
                  <a:gd name="T9" fmla="*/ 1215 h 200"/>
                  <a:gd name="T10" fmla="*/ 1405 w 325"/>
                  <a:gd name="T11" fmla="*/ 2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5" h="200">
                    <a:moveTo>
                      <a:pt x="110" y="19"/>
                    </a:moveTo>
                    <a:cubicBezTo>
                      <a:pt x="88" y="26"/>
                      <a:pt x="30" y="57"/>
                      <a:pt x="15" y="92"/>
                    </a:cubicBezTo>
                    <a:cubicBezTo>
                      <a:pt x="0" y="127"/>
                      <a:pt x="27" y="149"/>
                      <a:pt x="68" y="162"/>
                    </a:cubicBezTo>
                    <a:cubicBezTo>
                      <a:pt x="109" y="175"/>
                      <a:pt x="197" y="200"/>
                      <a:pt x="261" y="174"/>
                    </a:cubicBezTo>
                    <a:cubicBezTo>
                      <a:pt x="325" y="148"/>
                      <a:pt x="304" y="108"/>
                      <a:pt x="276" y="78"/>
                    </a:cubicBezTo>
                    <a:cubicBezTo>
                      <a:pt x="248" y="48"/>
                      <a:pt x="198" y="0"/>
                      <a:pt x="110" y="19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0" name="Freeform 11">
                <a:extLst>
                  <a:ext uri="{FF2B5EF4-FFF2-40B4-BE49-F238E27FC236}">
                    <a16:creationId xmlns:a16="http://schemas.microsoft.com/office/drawing/2014/main" id="{614D2B7F-0D60-4D5C-BBD0-7A781E471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1571"/>
                <a:ext cx="283" cy="142"/>
              </a:xfrm>
              <a:custGeom>
                <a:avLst/>
                <a:gdLst>
                  <a:gd name="T0" fmla="*/ 1548 w 121"/>
                  <a:gd name="T1" fmla="*/ 42 h 57"/>
                  <a:gd name="T2" fmla="*/ 344 w 121"/>
                  <a:gd name="T3" fmla="*/ 416 h 57"/>
                  <a:gd name="T4" fmla="*/ 0 w 121"/>
                  <a:gd name="T5" fmla="*/ 88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57">
                    <a:moveTo>
                      <a:pt x="121" y="3"/>
                    </a:moveTo>
                    <a:cubicBezTo>
                      <a:pt x="93" y="0"/>
                      <a:pt x="58" y="3"/>
                      <a:pt x="27" y="27"/>
                    </a:cubicBezTo>
                    <a:cubicBezTo>
                      <a:pt x="17" y="34"/>
                      <a:pt x="7" y="46"/>
                      <a:pt x="0" y="57"/>
                    </a:cubicBezTo>
                  </a:path>
                </a:pathLst>
              </a:custGeom>
              <a:noFill/>
              <a:ln w="142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1" name="Freeform 12">
                <a:extLst>
                  <a:ext uri="{FF2B5EF4-FFF2-40B4-BE49-F238E27FC236}">
                    <a16:creationId xmlns:a16="http://schemas.microsoft.com/office/drawing/2014/main" id="{9E7ADD46-4522-4032-AD38-AABD1101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1538"/>
                <a:ext cx="436" cy="255"/>
              </a:xfrm>
              <a:custGeom>
                <a:avLst/>
                <a:gdLst>
                  <a:gd name="T0" fmla="*/ 2396 w 186"/>
                  <a:gd name="T1" fmla="*/ 375 h 102"/>
                  <a:gd name="T2" fmla="*/ 565 w 186"/>
                  <a:gd name="T3" fmla="*/ 645 h 102"/>
                  <a:gd name="T4" fmla="*/ 192 w 186"/>
                  <a:gd name="T5" fmla="*/ 1033 h 102"/>
                  <a:gd name="T6" fmla="*/ 0 w 186"/>
                  <a:gd name="T7" fmla="*/ 1595 h 102"/>
                  <a:gd name="T8" fmla="*/ 891 w 186"/>
                  <a:gd name="T9" fmla="*/ 550 h 102"/>
                  <a:gd name="T10" fmla="*/ 2396 w 186"/>
                  <a:gd name="T11" fmla="*/ 375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6" h="102">
                    <a:moveTo>
                      <a:pt x="186" y="24"/>
                    </a:moveTo>
                    <a:cubicBezTo>
                      <a:pt x="162" y="15"/>
                      <a:pt x="97" y="0"/>
                      <a:pt x="44" y="41"/>
                    </a:cubicBezTo>
                    <a:cubicBezTo>
                      <a:pt x="34" y="49"/>
                      <a:pt x="22" y="56"/>
                      <a:pt x="15" y="66"/>
                    </a:cubicBezTo>
                    <a:cubicBezTo>
                      <a:pt x="3" y="83"/>
                      <a:pt x="0" y="102"/>
                      <a:pt x="0" y="102"/>
                    </a:cubicBezTo>
                    <a:cubicBezTo>
                      <a:pt x="7" y="81"/>
                      <a:pt x="25" y="58"/>
                      <a:pt x="69" y="35"/>
                    </a:cubicBezTo>
                    <a:cubicBezTo>
                      <a:pt x="114" y="13"/>
                      <a:pt x="164" y="17"/>
                      <a:pt x="186" y="24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2" name="Freeform 13">
                <a:extLst>
                  <a:ext uri="{FF2B5EF4-FFF2-40B4-BE49-F238E27FC236}">
                    <a16:creationId xmlns:a16="http://schemas.microsoft.com/office/drawing/2014/main" id="{57EB119E-C2C8-4A8D-90B1-6F0A74E5A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1646"/>
                <a:ext cx="14" cy="25"/>
              </a:xfrm>
              <a:custGeom>
                <a:avLst/>
                <a:gdLst>
                  <a:gd name="T0" fmla="*/ 65 w 6"/>
                  <a:gd name="T1" fmla="*/ 20 h 10"/>
                  <a:gd name="T2" fmla="*/ 65 w 6"/>
                  <a:gd name="T3" fmla="*/ 95 h 10"/>
                  <a:gd name="T4" fmla="*/ 12 w 6"/>
                  <a:gd name="T5" fmla="*/ 158 h 10"/>
                  <a:gd name="T6" fmla="*/ 12 w 6"/>
                  <a:gd name="T7" fmla="*/ 63 h 10"/>
                  <a:gd name="T8" fmla="*/ 65 w 6"/>
                  <a:gd name="T9" fmla="*/ 2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1"/>
                    </a:moveTo>
                    <a:cubicBezTo>
                      <a:pt x="6" y="1"/>
                      <a:pt x="6" y="3"/>
                      <a:pt x="5" y="6"/>
                    </a:cubicBezTo>
                    <a:cubicBezTo>
                      <a:pt x="3" y="9"/>
                      <a:pt x="2" y="10"/>
                      <a:pt x="1" y="10"/>
                    </a:cubicBezTo>
                    <a:cubicBezTo>
                      <a:pt x="0" y="9"/>
                      <a:pt x="0" y="7"/>
                      <a:pt x="1" y="4"/>
                    </a:cubicBezTo>
                    <a:cubicBezTo>
                      <a:pt x="3" y="2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3" name="Freeform 14">
                <a:extLst>
                  <a:ext uri="{FF2B5EF4-FFF2-40B4-BE49-F238E27FC236}">
                    <a16:creationId xmlns:a16="http://schemas.microsoft.com/office/drawing/2014/main" id="{D6AFDF28-1799-4CD5-9AB0-8248E1533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1396"/>
                <a:ext cx="21" cy="17"/>
              </a:xfrm>
              <a:custGeom>
                <a:avLst/>
                <a:gdLst>
                  <a:gd name="T0" fmla="*/ 114 w 9"/>
                  <a:gd name="T1" fmla="*/ 12 h 7"/>
                  <a:gd name="T2" fmla="*/ 77 w 9"/>
                  <a:gd name="T3" fmla="*/ 70 h 7"/>
                  <a:gd name="T4" fmla="*/ 0 w 9"/>
                  <a:gd name="T5" fmla="*/ 87 h 7"/>
                  <a:gd name="T6" fmla="*/ 49 w 9"/>
                  <a:gd name="T7" fmla="*/ 29 h 7"/>
                  <a:gd name="T8" fmla="*/ 114 w 9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2"/>
                      <a:pt x="8" y="4"/>
                      <a:pt x="6" y="5"/>
                    </a:cubicBezTo>
                    <a:cubicBezTo>
                      <a:pt x="3" y="7"/>
                      <a:pt x="1" y="7"/>
                      <a:pt x="0" y="6"/>
                    </a:cubicBezTo>
                    <a:cubicBezTo>
                      <a:pt x="0" y="6"/>
                      <a:pt x="1" y="4"/>
                      <a:pt x="4" y="2"/>
                    </a:cubicBezTo>
                    <a:cubicBezTo>
                      <a:pt x="6" y="1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4" name="Oval 15">
                <a:extLst>
                  <a:ext uri="{FF2B5EF4-FFF2-40B4-BE49-F238E27FC236}">
                    <a16:creationId xmlns:a16="http://schemas.microsoft.com/office/drawing/2014/main" id="{0B08295D-986E-48DD-A05E-0DD67CAD1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3" y="1321"/>
                <a:ext cx="23" cy="10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795" name="Freeform 16">
                <a:extLst>
                  <a:ext uri="{FF2B5EF4-FFF2-40B4-BE49-F238E27FC236}">
                    <a16:creationId xmlns:a16="http://schemas.microsoft.com/office/drawing/2014/main" id="{C1E86AB1-84EC-4383-BD7A-8EA128234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433"/>
                <a:ext cx="26" cy="15"/>
              </a:xfrm>
              <a:custGeom>
                <a:avLst/>
                <a:gdLst>
                  <a:gd name="T0" fmla="*/ 135 w 11"/>
                  <a:gd name="T1" fmla="*/ 83 h 6"/>
                  <a:gd name="T2" fmla="*/ 66 w 11"/>
                  <a:gd name="T3" fmla="*/ 63 h 6"/>
                  <a:gd name="T4" fmla="*/ 12 w 11"/>
                  <a:gd name="T5" fmla="*/ 0 h 6"/>
                  <a:gd name="T6" fmla="*/ 78 w 11"/>
                  <a:gd name="T7" fmla="*/ 20 h 6"/>
                  <a:gd name="T8" fmla="*/ 135 w 11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0" y="5"/>
                    </a:moveTo>
                    <a:cubicBezTo>
                      <a:pt x="10" y="6"/>
                      <a:pt x="7" y="6"/>
                      <a:pt x="5" y="4"/>
                    </a:cubicBezTo>
                    <a:cubicBezTo>
                      <a:pt x="2" y="3"/>
                      <a:pt x="0" y="1"/>
                      <a:pt x="1" y="0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9" y="3"/>
                      <a:pt x="11" y="4"/>
                      <a:pt x="10" y="5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6" name="Freeform 17">
                <a:extLst>
                  <a:ext uri="{FF2B5EF4-FFF2-40B4-BE49-F238E27FC236}">
                    <a16:creationId xmlns:a16="http://schemas.microsoft.com/office/drawing/2014/main" id="{26C73913-F43C-44BA-A613-58D5169E7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698"/>
                <a:ext cx="14" cy="28"/>
              </a:xfrm>
              <a:custGeom>
                <a:avLst/>
                <a:gdLst>
                  <a:gd name="T0" fmla="*/ 65 w 6"/>
                  <a:gd name="T1" fmla="*/ 163 h 11"/>
                  <a:gd name="T2" fmla="*/ 12 w 6"/>
                  <a:gd name="T3" fmla="*/ 97 h 11"/>
                  <a:gd name="T4" fmla="*/ 12 w 6"/>
                  <a:gd name="T5" fmla="*/ 20 h 11"/>
                  <a:gd name="T6" fmla="*/ 65 w 6"/>
                  <a:gd name="T7" fmla="*/ 84 h 11"/>
                  <a:gd name="T8" fmla="*/ 65 w 6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5" y="10"/>
                    </a:moveTo>
                    <a:cubicBezTo>
                      <a:pt x="4" y="11"/>
                      <a:pt x="2" y="9"/>
                      <a:pt x="1" y="6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2"/>
                      <a:pt x="5" y="5"/>
                    </a:cubicBezTo>
                    <a:cubicBezTo>
                      <a:pt x="6" y="7"/>
                      <a:pt x="6" y="10"/>
                      <a:pt x="5" y="10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7" name="Freeform 18">
                <a:extLst>
                  <a:ext uri="{FF2B5EF4-FFF2-40B4-BE49-F238E27FC236}">
                    <a16:creationId xmlns:a16="http://schemas.microsoft.com/office/drawing/2014/main" id="{CA06396D-2A3D-4315-994E-813B6D89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008"/>
                <a:ext cx="9" cy="27"/>
              </a:xfrm>
              <a:custGeom>
                <a:avLst/>
                <a:gdLst>
                  <a:gd name="T0" fmla="*/ 11 w 4"/>
                  <a:gd name="T1" fmla="*/ 162 h 11"/>
                  <a:gd name="T2" fmla="*/ 0 w 4"/>
                  <a:gd name="T3" fmla="*/ 71 h 11"/>
                  <a:gd name="T4" fmla="*/ 25 w 4"/>
                  <a:gd name="T5" fmla="*/ 0 h 11"/>
                  <a:gd name="T6" fmla="*/ 45 w 4"/>
                  <a:gd name="T7" fmla="*/ 91 h 11"/>
                  <a:gd name="T8" fmla="*/ 11 w 4"/>
                  <a:gd name="T9" fmla="*/ 1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1" y="11"/>
                    </a:moveTo>
                    <a:cubicBezTo>
                      <a:pt x="0" y="11"/>
                      <a:pt x="0" y="8"/>
                      <a:pt x="0" y="5"/>
                    </a:cubicBezTo>
                    <a:cubicBezTo>
                      <a:pt x="0" y="3"/>
                      <a:pt x="1" y="0"/>
                      <a:pt x="2" y="0"/>
                    </a:cubicBezTo>
                    <a:cubicBezTo>
                      <a:pt x="3" y="1"/>
                      <a:pt x="4" y="3"/>
                      <a:pt x="4" y="6"/>
                    </a:cubicBezTo>
                    <a:cubicBezTo>
                      <a:pt x="3" y="9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8" name="Freeform 19">
                <a:extLst>
                  <a:ext uri="{FF2B5EF4-FFF2-40B4-BE49-F238E27FC236}">
                    <a16:creationId xmlns:a16="http://schemas.microsoft.com/office/drawing/2014/main" id="{E0C857A9-297C-482B-A13A-B59BA6F84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283"/>
                <a:ext cx="17" cy="22"/>
              </a:xfrm>
              <a:custGeom>
                <a:avLst/>
                <a:gdLst>
                  <a:gd name="T0" fmla="*/ 0 w 7"/>
                  <a:gd name="T1" fmla="*/ 132 h 9"/>
                  <a:gd name="T2" fmla="*/ 29 w 7"/>
                  <a:gd name="T3" fmla="*/ 59 h 9"/>
                  <a:gd name="T4" fmla="*/ 87 w 7"/>
                  <a:gd name="T5" fmla="*/ 0 h 9"/>
                  <a:gd name="T6" fmla="*/ 70 w 7"/>
                  <a:gd name="T7" fmla="*/ 90 h 9"/>
                  <a:gd name="T8" fmla="*/ 0 w 7"/>
                  <a:gd name="T9" fmla="*/ 13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0" y="8"/>
                      <a:pt x="0" y="6"/>
                      <a:pt x="2" y="4"/>
                    </a:cubicBezTo>
                    <a:cubicBezTo>
                      <a:pt x="4" y="1"/>
                      <a:pt x="6" y="0"/>
                      <a:pt x="6" y="0"/>
                    </a:cubicBezTo>
                    <a:cubicBezTo>
                      <a:pt x="7" y="1"/>
                      <a:pt x="7" y="3"/>
                      <a:pt x="5" y="6"/>
                    </a:cubicBezTo>
                    <a:cubicBezTo>
                      <a:pt x="3" y="8"/>
                      <a:pt x="1" y="9"/>
                      <a:pt x="0" y="9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9" name="Freeform 20">
                <a:extLst>
                  <a:ext uri="{FF2B5EF4-FFF2-40B4-BE49-F238E27FC236}">
                    <a16:creationId xmlns:a16="http://schemas.microsoft.com/office/drawing/2014/main" id="{0BEC3E5C-6987-4D21-8797-8D8DA992B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482"/>
                <a:ext cx="23" cy="18"/>
              </a:xfrm>
              <a:custGeom>
                <a:avLst/>
                <a:gdLst>
                  <a:gd name="T0" fmla="*/ 12 w 10"/>
                  <a:gd name="T1" fmla="*/ 100 h 7"/>
                  <a:gd name="T2" fmla="*/ 48 w 10"/>
                  <a:gd name="T3" fmla="*/ 33 h 7"/>
                  <a:gd name="T4" fmla="*/ 110 w 10"/>
                  <a:gd name="T5" fmla="*/ 21 h 7"/>
                  <a:gd name="T6" fmla="*/ 74 w 10"/>
                  <a:gd name="T7" fmla="*/ 85 h 7"/>
                  <a:gd name="T8" fmla="*/ 12 w 10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6"/>
                    </a:moveTo>
                    <a:cubicBezTo>
                      <a:pt x="0" y="6"/>
                      <a:pt x="2" y="4"/>
                      <a:pt x="4" y="2"/>
                    </a:cubicBezTo>
                    <a:cubicBezTo>
                      <a:pt x="6" y="1"/>
                      <a:pt x="9" y="0"/>
                      <a:pt x="9" y="1"/>
                    </a:cubicBezTo>
                    <a:cubicBezTo>
                      <a:pt x="10" y="2"/>
                      <a:pt x="8" y="4"/>
                      <a:pt x="6" y="5"/>
                    </a:cubicBezTo>
                    <a:cubicBezTo>
                      <a:pt x="4" y="7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0" name="Freeform 21">
                <a:extLst>
                  <a:ext uri="{FF2B5EF4-FFF2-40B4-BE49-F238E27FC236}">
                    <a16:creationId xmlns:a16="http://schemas.microsoft.com/office/drawing/2014/main" id="{CE504221-695F-4CF4-9645-B253D8F81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560"/>
                <a:ext cx="24" cy="10"/>
              </a:xfrm>
              <a:custGeom>
                <a:avLst/>
                <a:gdLst>
                  <a:gd name="T0" fmla="*/ 0 w 10"/>
                  <a:gd name="T1" fmla="*/ 33 h 4"/>
                  <a:gd name="T2" fmla="*/ 70 w 10"/>
                  <a:gd name="T3" fmla="*/ 0 h 4"/>
                  <a:gd name="T4" fmla="*/ 139 w 10"/>
                  <a:gd name="T5" fmla="*/ 20 h 4"/>
                  <a:gd name="T6" fmla="*/ 70 w 10"/>
                  <a:gd name="T7" fmla="*/ 50 h 4"/>
                  <a:gd name="T8" fmla="*/ 0 w 10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0" y="2"/>
                    </a:moveTo>
                    <a:cubicBezTo>
                      <a:pt x="0" y="1"/>
                      <a:pt x="2" y="0"/>
                      <a:pt x="5" y="0"/>
                    </a:cubicBezTo>
                    <a:cubicBezTo>
                      <a:pt x="8" y="0"/>
                      <a:pt x="10" y="0"/>
                      <a:pt x="10" y="1"/>
                    </a:cubicBezTo>
                    <a:cubicBezTo>
                      <a:pt x="10" y="2"/>
                      <a:pt x="8" y="3"/>
                      <a:pt x="5" y="3"/>
                    </a:cubicBezTo>
                    <a:cubicBezTo>
                      <a:pt x="2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1" name="Freeform 22">
                <a:extLst>
                  <a:ext uri="{FF2B5EF4-FFF2-40B4-BE49-F238E27FC236}">
                    <a16:creationId xmlns:a16="http://schemas.microsoft.com/office/drawing/2014/main" id="{4D835899-4A0F-4FAC-A8B9-FF132EEAB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487"/>
                <a:ext cx="24" cy="18"/>
              </a:xfrm>
              <a:custGeom>
                <a:avLst/>
                <a:gdLst>
                  <a:gd name="T0" fmla="*/ 12 w 10"/>
                  <a:gd name="T1" fmla="*/ 21 h 7"/>
                  <a:gd name="T2" fmla="*/ 82 w 10"/>
                  <a:gd name="T3" fmla="*/ 33 h 7"/>
                  <a:gd name="T4" fmla="*/ 139 w 10"/>
                  <a:gd name="T5" fmla="*/ 100 h 7"/>
                  <a:gd name="T6" fmla="*/ 58 w 10"/>
                  <a:gd name="T7" fmla="*/ 85 h 7"/>
                  <a:gd name="T8" fmla="*/ 12 w 10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1"/>
                    </a:moveTo>
                    <a:cubicBezTo>
                      <a:pt x="1" y="0"/>
                      <a:pt x="3" y="1"/>
                      <a:pt x="6" y="2"/>
                    </a:cubicBezTo>
                    <a:cubicBezTo>
                      <a:pt x="9" y="3"/>
                      <a:pt x="10" y="5"/>
                      <a:pt x="10" y="6"/>
                    </a:cubicBezTo>
                    <a:cubicBezTo>
                      <a:pt x="9" y="7"/>
                      <a:pt x="7" y="7"/>
                      <a:pt x="4" y="5"/>
                    </a:cubicBezTo>
                    <a:cubicBezTo>
                      <a:pt x="2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2" name="Freeform 23">
                <a:extLst>
                  <a:ext uri="{FF2B5EF4-FFF2-40B4-BE49-F238E27FC236}">
                    <a16:creationId xmlns:a16="http://schemas.microsoft.com/office/drawing/2014/main" id="{DF07624E-639B-42F2-8C71-BC74C1AF7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2310"/>
                <a:ext cx="21" cy="22"/>
              </a:xfrm>
              <a:custGeom>
                <a:avLst/>
                <a:gdLst>
                  <a:gd name="T0" fmla="*/ 12 w 9"/>
                  <a:gd name="T1" fmla="*/ 12 h 9"/>
                  <a:gd name="T2" fmla="*/ 77 w 9"/>
                  <a:gd name="T3" fmla="*/ 42 h 9"/>
                  <a:gd name="T4" fmla="*/ 103 w 9"/>
                  <a:gd name="T5" fmla="*/ 132 h 9"/>
                  <a:gd name="T6" fmla="*/ 37 w 9"/>
                  <a:gd name="T7" fmla="*/ 90 h 9"/>
                  <a:gd name="T8" fmla="*/ 12 w 9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cubicBezTo>
                      <a:pt x="2" y="0"/>
                      <a:pt x="4" y="1"/>
                      <a:pt x="6" y="3"/>
                    </a:cubicBezTo>
                    <a:cubicBezTo>
                      <a:pt x="8" y="6"/>
                      <a:pt x="9" y="8"/>
                      <a:pt x="8" y="9"/>
                    </a:cubicBezTo>
                    <a:cubicBezTo>
                      <a:pt x="7" y="9"/>
                      <a:pt x="5" y="8"/>
                      <a:pt x="3" y="6"/>
                    </a:cubicBezTo>
                    <a:cubicBezTo>
                      <a:pt x="1" y="4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3" name="Freeform 24">
                <a:extLst>
                  <a:ext uri="{FF2B5EF4-FFF2-40B4-BE49-F238E27FC236}">
                    <a16:creationId xmlns:a16="http://schemas.microsoft.com/office/drawing/2014/main" id="{B7B3EC66-A376-4CFF-BA21-E1D937F57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2038"/>
                <a:ext cx="9" cy="27"/>
              </a:xfrm>
              <a:custGeom>
                <a:avLst/>
                <a:gdLst>
                  <a:gd name="T0" fmla="*/ 11 w 4"/>
                  <a:gd name="T1" fmla="*/ 0 h 11"/>
                  <a:gd name="T2" fmla="*/ 45 w 4"/>
                  <a:gd name="T3" fmla="*/ 71 h 11"/>
                  <a:gd name="T4" fmla="*/ 36 w 4"/>
                  <a:gd name="T5" fmla="*/ 150 h 11"/>
                  <a:gd name="T6" fmla="*/ 0 w 4"/>
                  <a:gd name="T7" fmla="*/ 91 h 11"/>
                  <a:gd name="T8" fmla="*/ 11 w 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2" y="0"/>
                      <a:pt x="3" y="2"/>
                      <a:pt x="4" y="5"/>
                    </a:cubicBezTo>
                    <a:cubicBezTo>
                      <a:pt x="4" y="8"/>
                      <a:pt x="4" y="10"/>
                      <a:pt x="3" y="10"/>
                    </a:cubicBezTo>
                    <a:cubicBezTo>
                      <a:pt x="2" y="11"/>
                      <a:pt x="1" y="8"/>
                      <a:pt x="0" y="6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4" name="Freeform 25">
                <a:extLst>
                  <a:ext uri="{FF2B5EF4-FFF2-40B4-BE49-F238E27FC236}">
                    <a16:creationId xmlns:a16="http://schemas.microsoft.com/office/drawing/2014/main" id="{80BE2C8E-3883-494B-A83F-179C4F7D5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613"/>
                <a:ext cx="735" cy="392"/>
              </a:xfrm>
              <a:custGeom>
                <a:avLst/>
                <a:gdLst>
                  <a:gd name="T0" fmla="*/ 3396 w 314"/>
                  <a:gd name="T1" fmla="*/ 542 h 157"/>
                  <a:gd name="T2" fmla="*/ 2938 w 314"/>
                  <a:gd name="T3" fmla="*/ 30 h 157"/>
                  <a:gd name="T4" fmla="*/ 2872 w 314"/>
                  <a:gd name="T5" fmla="*/ 0 h 157"/>
                  <a:gd name="T6" fmla="*/ 3502 w 314"/>
                  <a:gd name="T7" fmla="*/ 1071 h 157"/>
                  <a:gd name="T8" fmla="*/ 2603 w 314"/>
                  <a:gd name="T9" fmla="*/ 1870 h 157"/>
                  <a:gd name="T10" fmla="*/ 691 w 314"/>
                  <a:gd name="T11" fmla="*/ 1653 h 157"/>
                  <a:gd name="T12" fmla="*/ 12 w 314"/>
                  <a:gd name="T13" fmla="*/ 1154 h 157"/>
                  <a:gd name="T14" fmla="*/ 0 w 314"/>
                  <a:gd name="T15" fmla="*/ 1121 h 157"/>
                  <a:gd name="T16" fmla="*/ 728 w 314"/>
                  <a:gd name="T17" fmla="*/ 1853 h 157"/>
                  <a:gd name="T18" fmla="*/ 3205 w 314"/>
                  <a:gd name="T19" fmla="*/ 2037 h 157"/>
                  <a:gd name="T20" fmla="*/ 3396 w 314"/>
                  <a:gd name="T21" fmla="*/ 542 h 1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4" h="157">
                    <a:moveTo>
                      <a:pt x="265" y="35"/>
                    </a:moveTo>
                    <a:cubicBezTo>
                      <a:pt x="256" y="25"/>
                      <a:pt x="244" y="13"/>
                      <a:pt x="229" y="2"/>
                    </a:cubicBezTo>
                    <a:cubicBezTo>
                      <a:pt x="224" y="0"/>
                      <a:pt x="224" y="0"/>
                      <a:pt x="224" y="0"/>
                    </a:cubicBezTo>
                    <a:cubicBezTo>
                      <a:pt x="242" y="11"/>
                      <a:pt x="271" y="44"/>
                      <a:pt x="273" y="69"/>
                    </a:cubicBezTo>
                    <a:cubicBezTo>
                      <a:pt x="275" y="93"/>
                      <a:pt x="260" y="120"/>
                      <a:pt x="203" y="120"/>
                    </a:cubicBezTo>
                    <a:cubicBezTo>
                      <a:pt x="147" y="121"/>
                      <a:pt x="89" y="117"/>
                      <a:pt x="54" y="106"/>
                    </a:cubicBezTo>
                    <a:cubicBezTo>
                      <a:pt x="26" y="97"/>
                      <a:pt x="4" y="88"/>
                      <a:pt x="1" y="74"/>
                    </a:cubicBezTo>
                    <a:cubicBezTo>
                      <a:pt x="1" y="72"/>
                      <a:pt x="0" y="71"/>
                      <a:pt x="0" y="72"/>
                    </a:cubicBezTo>
                    <a:cubicBezTo>
                      <a:pt x="3" y="94"/>
                      <a:pt x="26" y="109"/>
                      <a:pt x="57" y="119"/>
                    </a:cubicBezTo>
                    <a:cubicBezTo>
                      <a:pt x="98" y="132"/>
                      <a:pt x="186" y="157"/>
                      <a:pt x="250" y="131"/>
                    </a:cubicBezTo>
                    <a:cubicBezTo>
                      <a:pt x="314" y="105"/>
                      <a:pt x="293" y="65"/>
                      <a:pt x="265" y="35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5" name="Freeform 26">
                <a:extLst>
                  <a:ext uri="{FF2B5EF4-FFF2-40B4-BE49-F238E27FC236}">
                    <a16:creationId xmlns:a16="http://schemas.microsoft.com/office/drawing/2014/main" id="{A44C0F16-9C34-4679-8CF8-487E4F2D1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1816"/>
                <a:ext cx="302" cy="559"/>
              </a:xfrm>
              <a:custGeom>
                <a:avLst/>
                <a:gdLst>
                  <a:gd name="T0" fmla="*/ 0 w 129"/>
                  <a:gd name="T1" fmla="*/ 0 h 224"/>
                  <a:gd name="T2" fmla="*/ 143 w 129"/>
                  <a:gd name="T3" fmla="*/ 479 h 224"/>
                  <a:gd name="T4" fmla="*/ 87 w 129"/>
                  <a:gd name="T5" fmla="*/ 853 h 224"/>
                  <a:gd name="T6" fmla="*/ 220 w 129"/>
                  <a:gd name="T7" fmla="*/ 1103 h 224"/>
                  <a:gd name="T8" fmla="*/ 180 w 129"/>
                  <a:gd name="T9" fmla="*/ 1744 h 224"/>
                  <a:gd name="T10" fmla="*/ 604 w 129"/>
                  <a:gd name="T11" fmla="*/ 2174 h 224"/>
                  <a:gd name="T12" fmla="*/ 707 w 129"/>
                  <a:gd name="T13" fmla="*/ 2785 h 224"/>
                  <a:gd name="T14" fmla="*/ 1140 w 129"/>
                  <a:gd name="T15" fmla="*/ 3094 h 224"/>
                  <a:gd name="T16" fmla="*/ 1360 w 129"/>
                  <a:gd name="T17" fmla="*/ 3451 h 224"/>
                  <a:gd name="T18" fmla="*/ 1655 w 129"/>
                  <a:gd name="T19" fmla="*/ 3344 h 2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9" h="224">
                    <a:moveTo>
                      <a:pt x="0" y="0"/>
                    </a:moveTo>
                    <a:cubicBezTo>
                      <a:pt x="10" y="10"/>
                      <a:pt x="14" y="17"/>
                      <a:pt x="11" y="31"/>
                    </a:cubicBezTo>
                    <a:cubicBezTo>
                      <a:pt x="9" y="39"/>
                      <a:pt x="5" y="47"/>
                      <a:pt x="7" y="55"/>
                    </a:cubicBezTo>
                    <a:cubicBezTo>
                      <a:pt x="8" y="62"/>
                      <a:pt x="14" y="65"/>
                      <a:pt x="17" y="71"/>
                    </a:cubicBezTo>
                    <a:cubicBezTo>
                      <a:pt x="24" y="86"/>
                      <a:pt x="13" y="98"/>
                      <a:pt x="14" y="112"/>
                    </a:cubicBezTo>
                    <a:cubicBezTo>
                      <a:pt x="14" y="130"/>
                      <a:pt x="36" y="129"/>
                      <a:pt x="47" y="140"/>
                    </a:cubicBezTo>
                    <a:cubicBezTo>
                      <a:pt x="58" y="150"/>
                      <a:pt x="50" y="166"/>
                      <a:pt x="55" y="179"/>
                    </a:cubicBezTo>
                    <a:cubicBezTo>
                      <a:pt x="61" y="197"/>
                      <a:pt x="76" y="191"/>
                      <a:pt x="89" y="199"/>
                    </a:cubicBezTo>
                    <a:cubicBezTo>
                      <a:pt x="98" y="206"/>
                      <a:pt x="93" y="219"/>
                      <a:pt x="106" y="222"/>
                    </a:cubicBezTo>
                    <a:cubicBezTo>
                      <a:pt x="117" y="224"/>
                      <a:pt x="121" y="216"/>
                      <a:pt x="129" y="2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6" name="Freeform 27">
                <a:extLst>
                  <a:ext uri="{FF2B5EF4-FFF2-40B4-BE49-F238E27FC236}">
                    <a16:creationId xmlns:a16="http://schemas.microsoft.com/office/drawing/2014/main" id="{58950377-05DE-4AE5-B6F6-6856DC43D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" y="1893"/>
                <a:ext cx="101" cy="429"/>
              </a:xfrm>
              <a:custGeom>
                <a:avLst/>
                <a:gdLst>
                  <a:gd name="T0" fmla="*/ 0 w 43"/>
                  <a:gd name="T1" fmla="*/ 0 h 172"/>
                  <a:gd name="T2" fmla="*/ 143 w 43"/>
                  <a:gd name="T3" fmla="*/ 449 h 172"/>
                  <a:gd name="T4" fmla="*/ 115 w 43"/>
                  <a:gd name="T5" fmla="*/ 791 h 172"/>
                  <a:gd name="T6" fmla="*/ 270 w 43"/>
                  <a:gd name="T7" fmla="*/ 1182 h 172"/>
                  <a:gd name="T8" fmla="*/ 270 w 43"/>
                  <a:gd name="T9" fmla="*/ 1549 h 172"/>
                  <a:gd name="T10" fmla="*/ 209 w 43"/>
                  <a:gd name="T11" fmla="*/ 1878 h 172"/>
                  <a:gd name="T12" fmla="*/ 413 w 43"/>
                  <a:gd name="T13" fmla="*/ 2157 h 172"/>
                  <a:gd name="T14" fmla="*/ 479 w 43"/>
                  <a:gd name="T15" fmla="*/ 2669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172">
                    <a:moveTo>
                      <a:pt x="0" y="0"/>
                    </a:moveTo>
                    <a:cubicBezTo>
                      <a:pt x="12" y="1"/>
                      <a:pt x="12" y="21"/>
                      <a:pt x="11" y="29"/>
                    </a:cubicBezTo>
                    <a:cubicBezTo>
                      <a:pt x="10" y="37"/>
                      <a:pt x="7" y="44"/>
                      <a:pt x="9" y="51"/>
                    </a:cubicBezTo>
                    <a:cubicBezTo>
                      <a:pt x="13" y="61"/>
                      <a:pt x="20" y="65"/>
                      <a:pt x="21" y="76"/>
                    </a:cubicBezTo>
                    <a:cubicBezTo>
                      <a:pt x="21" y="83"/>
                      <a:pt x="21" y="92"/>
                      <a:pt x="21" y="100"/>
                    </a:cubicBezTo>
                    <a:cubicBezTo>
                      <a:pt x="20" y="107"/>
                      <a:pt x="15" y="114"/>
                      <a:pt x="16" y="121"/>
                    </a:cubicBezTo>
                    <a:cubicBezTo>
                      <a:pt x="18" y="130"/>
                      <a:pt x="25" y="134"/>
                      <a:pt x="32" y="139"/>
                    </a:cubicBezTo>
                    <a:cubicBezTo>
                      <a:pt x="43" y="149"/>
                      <a:pt x="41" y="159"/>
                      <a:pt x="37" y="17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7" name="Freeform 28">
                <a:extLst>
                  <a:ext uri="{FF2B5EF4-FFF2-40B4-BE49-F238E27FC236}">
                    <a16:creationId xmlns:a16="http://schemas.microsoft.com/office/drawing/2014/main" id="{40BE8B5D-F88A-4FE5-9B83-6F167D62F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1943"/>
                <a:ext cx="47" cy="135"/>
              </a:xfrm>
              <a:custGeom>
                <a:avLst/>
                <a:gdLst>
                  <a:gd name="T0" fmla="*/ 143 w 20"/>
                  <a:gd name="T1" fmla="*/ 0 h 54"/>
                  <a:gd name="T2" fmla="*/ 259 w 20"/>
                  <a:gd name="T3" fmla="*/ 84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4">
                    <a:moveTo>
                      <a:pt x="11" y="0"/>
                    </a:moveTo>
                    <a:cubicBezTo>
                      <a:pt x="0" y="15"/>
                      <a:pt x="11" y="39"/>
                      <a:pt x="20" y="5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8" name="Freeform 29">
                <a:extLst>
                  <a:ext uri="{FF2B5EF4-FFF2-40B4-BE49-F238E27FC236}">
                    <a16:creationId xmlns:a16="http://schemas.microsoft.com/office/drawing/2014/main" id="{87BE9081-C1B0-4C4B-8807-260840851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1546"/>
                <a:ext cx="105" cy="347"/>
              </a:xfrm>
              <a:custGeom>
                <a:avLst/>
                <a:gdLst>
                  <a:gd name="T0" fmla="*/ 0 w 45"/>
                  <a:gd name="T1" fmla="*/ 2162 h 139"/>
                  <a:gd name="T2" fmla="*/ 152 w 45"/>
                  <a:gd name="T3" fmla="*/ 1728 h 139"/>
                  <a:gd name="T4" fmla="*/ 229 w 45"/>
                  <a:gd name="T5" fmla="*/ 1403 h 139"/>
                  <a:gd name="T6" fmla="*/ 229 w 45"/>
                  <a:gd name="T7" fmla="*/ 1103 h 139"/>
                  <a:gd name="T8" fmla="*/ 560 w 45"/>
                  <a:gd name="T9" fmla="*/ 499 h 139"/>
                  <a:gd name="T10" fmla="*/ 523 w 45"/>
                  <a:gd name="T11" fmla="*/ 0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139">
                    <a:moveTo>
                      <a:pt x="0" y="139"/>
                    </a:moveTo>
                    <a:cubicBezTo>
                      <a:pt x="4" y="129"/>
                      <a:pt x="7" y="121"/>
                      <a:pt x="12" y="111"/>
                    </a:cubicBezTo>
                    <a:cubicBezTo>
                      <a:pt x="16" y="105"/>
                      <a:pt x="19" y="98"/>
                      <a:pt x="18" y="90"/>
                    </a:cubicBezTo>
                    <a:cubicBezTo>
                      <a:pt x="18" y="83"/>
                      <a:pt x="15" y="78"/>
                      <a:pt x="18" y="71"/>
                    </a:cubicBezTo>
                    <a:cubicBezTo>
                      <a:pt x="23" y="55"/>
                      <a:pt x="41" y="49"/>
                      <a:pt x="44" y="32"/>
                    </a:cubicBezTo>
                    <a:cubicBezTo>
                      <a:pt x="45" y="23"/>
                      <a:pt x="44" y="9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9" name="Freeform 30">
                <a:extLst>
                  <a:ext uri="{FF2B5EF4-FFF2-40B4-BE49-F238E27FC236}">
                    <a16:creationId xmlns:a16="http://schemas.microsoft.com/office/drawing/2014/main" id="{B110BE72-20A8-4059-A9F8-9BEDACA9E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1351"/>
                <a:ext cx="525" cy="345"/>
              </a:xfrm>
              <a:custGeom>
                <a:avLst/>
                <a:gdLst>
                  <a:gd name="T0" fmla="*/ 12 w 224"/>
                  <a:gd name="T1" fmla="*/ 2158 h 138"/>
                  <a:gd name="T2" fmla="*/ 12 w 224"/>
                  <a:gd name="T3" fmla="*/ 1875 h 138"/>
                  <a:gd name="T4" fmla="*/ 105 w 224"/>
                  <a:gd name="T5" fmla="*/ 1625 h 138"/>
                  <a:gd name="T6" fmla="*/ 246 w 224"/>
                  <a:gd name="T7" fmla="*/ 1313 h 138"/>
                  <a:gd name="T8" fmla="*/ 642 w 224"/>
                  <a:gd name="T9" fmla="*/ 1033 h 138"/>
                  <a:gd name="T10" fmla="*/ 825 w 224"/>
                  <a:gd name="T11" fmla="*/ 800 h 138"/>
                  <a:gd name="T12" fmla="*/ 940 w 224"/>
                  <a:gd name="T13" fmla="*/ 658 h 138"/>
                  <a:gd name="T14" fmla="*/ 1505 w 224"/>
                  <a:gd name="T15" fmla="*/ 488 h 138"/>
                  <a:gd name="T16" fmla="*/ 1917 w 224"/>
                  <a:gd name="T17" fmla="*/ 238 h 138"/>
                  <a:gd name="T18" fmla="*/ 2588 w 224"/>
                  <a:gd name="T19" fmla="*/ 238 h 138"/>
                  <a:gd name="T20" fmla="*/ 2883 w 224"/>
                  <a:gd name="T21" fmla="*/ 0 h 1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4" h="138">
                    <a:moveTo>
                      <a:pt x="1" y="138"/>
                    </a:moveTo>
                    <a:cubicBezTo>
                      <a:pt x="1" y="132"/>
                      <a:pt x="0" y="126"/>
                      <a:pt x="1" y="120"/>
                    </a:cubicBezTo>
                    <a:cubicBezTo>
                      <a:pt x="2" y="114"/>
                      <a:pt x="6" y="110"/>
                      <a:pt x="8" y="104"/>
                    </a:cubicBezTo>
                    <a:cubicBezTo>
                      <a:pt x="12" y="97"/>
                      <a:pt x="14" y="90"/>
                      <a:pt x="19" y="84"/>
                    </a:cubicBezTo>
                    <a:cubicBezTo>
                      <a:pt x="26" y="74"/>
                      <a:pt x="40" y="73"/>
                      <a:pt x="50" y="66"/>
                    </a:cubicBezTo>
                    <a:cubicBezTo>
                      <a:pt x="56" y="62"/>
                      <a:pt x="61" y="57"/>
                      <a:pt x="64" y="51"/>
                    </a:cubicBezTo>
                    <a:cubicBezTo>
                      <a:pt x="68" y="46"/>
                      <a:pt x="67" y="45"/>
                      <a:pt x="73" y="42"/>
                    </a:cubicBezTo>
                    <a:cubicBezTo>
                      <a:pt x="87" y="37"/>
                      <a:pt x="104" y="38"/>
                      <a:pt x="117" y="31"/>
                    </a:cubicBezTo>
                    <a:cubicBezTo>
                      <a:pt x="129" y="24"/>
                      <a:pt x="134" y="11"/>
                      <a:pt x="149" y="15"/>
                    </a:cubicBezTo>
                    <a:cubicBezTo>
                      <a:pt x="167" y="19"/>
                      <a:pt x="184" y="25"/>
                      <a:pt x="201" y="15"/>
                    </a:cubicBezTo>
                    <a:cubicBezTo>
                      <a:pt x="208" y="11"/>
                      <a:pt x="218" y="5"/>
                      <a:pt x="2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0" name="Freeform 31">
                <a:extLst>
                  <a:ext uri="{FF2B5EF4-FFF2-40B4-BE49-F238E27FC236}">
                    <a16:creationId xmlns:a16="http://schemas.microsoft.com/office/drawing/2014/main" id="{E9D5B213-6333-4789-8639-C4C4D08D9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1653"/>
                <a:ext cx="61" cy="135"/>
              </a:xfrm>
              <a:custGeom>
                <a:avLst/>
                <a:gdLst>
                  <a:gd name="T0" fmla="*/ 286 w 26"/>
                  <a:gd name="T1" fmla="*/ 0 h 54"/>
                  <a:gd name="T2" fmla="*/ 192 w 26"/>
                  <a:gd name="T3" fmla="*/ 563 h 54"/>
                  <a:gd name="T4" fmla="*/ 0 w 26"/>
                  <a:gd name="T5" fmla="*/ 845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2" y="0"/>
                    </a:moveTo>
                    <a:cubicBezTo>
                      <a:pt x="26" y="12"/>
                      <a:pt x="21" y="25"/>
                      <a:pt x="15" y="36"/>
                    </a:cubicBezTo>
                    <a:cubicBezTo>
                      <a:pt x="11" y="42"/>
                      <a:pt x="3" y="47"/>
                      <a:pt x="0" y="5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1" name="Freeform 32">
                <a:extLst>
                  <a:ext uri="{FF2B5EF4-FFF2-40B4-BE49-F238E27FC236}">
                    <a16:creationId xmlns:a16="http://schemas.microsoft.com/office/drawing/2014/main" id="{AD931C9D-839C-4B07-B2F6-D8C2493DE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" y="1721"/>
                <a:ext cx="42" cy="174"/>
              </a:xfrm>
              <a:custGeom>
                <a:avLst/>
                <a:gdLst>
                  <a:gd name="T0" fmla="*/ 229 w 18"/>
                  <a:gd name="T1" fmla="*/ 0 h 70"/>
                  <a:gd name="T2" fmla="*/ 65 w 18"/>
                  <a:gd name="T3" fmla="*/ 186 h 70"/>
                  <a:gd name="T4" fmla="*/ 12 w 18"/>
                  <a:gd name="T5" fmla="*/ 599 h 70"/>
                  <a:gd name="T6" fmla="*/ 0 w 18"/>
                  <a:gd name="T7" fmla="*/ 1076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70">
                    <a:moveTo>
                      <a:pt x="18" y="0"/>
                    </a:moveTo>
                    <a:cubicBezTo>
                      <a:pt x="12" y="4"/>
                      <a:pt x="8" y="5"/>
                      <a:pt x="5" y="12"/>
                    </a:cubicBezTo>
                    <a:cubicBezTo>
                      <a:pt x="2" y="20"/>
                      <a:pt x="2" y="30"/>
                      <a:pt x="1" y="39"/>
                    </a:cubicBezTo>
                    <a:cubicBezTo>
                      <a:pt x="0" y="49"/>
                      <a:pt x="1" y="60"/>
                      <a:pt x="0" y="7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2" name="Freeform 33">
                <a:extLst>
                  <a:ext uri="{FF2B5EF4-FFF2-40B4-BE49-F238E27FC236}">
                    <a16:creationId xmlns:a16="http://schemas.microsoft.com/office/drawing/2014/main" id="{1E095C54-4122-4216-A373-248A0DB55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" y="1823"/>
                <a:ext cx="26" cy="117"/>
              </a:xfrm>
              <a:custGeom>
                <a:avLst/>
                <a:gdLst>
                  <a:gd name="T0" fmla="*/ 40 w 11"/>
                  <a:gd name="T1" fmla="*/ 0 h 47"/>
                  <a:gd name="T2" fmla="*/ 0 w 11"/>
                  <a:gd name="T3" fmla="*/ 72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7">
                    <a:moveTo>
                      <a:pt x="3" y="0"/>
                    </a:moveTo>
                    <a:cubicBezTo>
                      <a:pt x="11" y="16"/>
                      <a:pt x="5" y="32"/>
                      <a:pt x="0" y="4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3" name="Freeform 34">
                <a:extLst>
                  <a:ext uri="{FF2B5EF4-FFF2-40B4-BE49-F238E27FC236}">
                    <a16:creationId xmlns:a16="http://schemas.microsoft.com/office/drawing/2014/main" id="{C9E8BE82-41F5-4CE4-A0A5-FF924133D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928"/>
                <a:ext cx="21" cy="142"/>
              </a:xfrm>
              <a:custGeom>
                <a:avLst/>
                <a:gdLst>
                  <a:gd name="T0" fmla="*/ 0 w 9"/>
                  <a:gd name="T1" fmla="*/ 0 h 57"/>
                  <a:gd name="T2" fmla="*/ 86 w 9"/>
                  <a:gd name="T3" fmla="*/ 137 h 57"/>
                  <a:gd name="T4" fmla="*/ 114 w 9"/>
                  <a:gd name="T5" fmla="*/ 446 h 57"/>
                  <a:gd name="T6" fmla="*/ 49 w 9"/>
                  <a:gd name="T7" fmla="*/ 869 h 57"/>
                  <a:gd name="T8" fmla="*/ 65 w 9"/>
                  <a:gd name="T9" fmla="*/ 86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7">
                    <a:moveTo>
                      <a:pt x="0" y="0"/>
                    </a:moveTo>
                    <a:cubicBezTo>
                      <a:pt x="1" y="4"/>
                      <a:pt x="5" y="5"/>
                      <a:pt x="7" y="9"/>
                    </a:cubicBezTo>
                    <a:cubicBezTo>
                      <a:pt x="9" y="14"/>
                      <a:pt x="9" y="23"/>
                      <a:pt x="9" y="29"/>
                    </a:cubicBezTo>
                    <a:cubicBezTo>
                      <a:pt x="9" y="39"/>
                      <a:pt x="7" y="47"/>
                      <a:pt x="4" y="56"/>
                    </a:cubicBezTo>
                    <a:cubicBezTo>
                      <a:pt x="4" y="57"/>
                      <a:pt x="4" y="57"/>
                      <a:pt x="5" y="5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4" name="Freeform 35">
                <a:extLst>
                  <a:ext uri="{FF2B5EF4-FFF2-40B4-BE49-F238E27FC236}">
                    <a16:creationId xmlns:a16="http://schemas.microsoft.com/office/drawing/2014/main" id="{704878C3-EEE7-44FB-A644-D353FF771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2190"/>
                <a:ext cx="71" cy="115"/>
              </a:xfrm>
              <a:custGeom>
                <a:avLst/>
                <a:gdLst>
                  <a:gd name="T0" fmla="*/ 0 w 30"/>
                  <a:gd name="T1" fmla="*/ 0 h 46"/>
                  <a:gd name="T2" fmla="*/ 398 w 30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6">
                    <a:moveTo>
                      <a:pt x="0" y="0"/>
                    </a:moveTo>
                    <a:cubicBezTo>
                      <a:pt x="27" y="2"/>
                      <a:pt x="22" y="29"/>
                      <a:pt x="30" y="4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5" name="Freeform 36">
                <a:extLst>
                  <a:ext uri="{FF2B5EF4-FFF2-40B4-BE49-F238E27FC236}">
                    <a16:creationId xmlns:a16="http://schemas.microsoft.com/office/drawing/2014/main" id="{81B27B15-8331-4C26-86AA-B42F96245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526"/>
                <a:ext cx="54" cy="97"/>
              </a:xfrm>
              <a:custGeom>
                <a:avLst/>
                <a:gdLst>
                  <a:gd name="T0" fmla="*/ 0 w 23"/>
                  <a:gd name="T1" fmla="*/ 587 h 39"/>
                  <a:gd name="T2" fmla="*/ 298 w 23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0" y="38"/>
                    </a:moveTo>
                    <a:cubicBezTo>
                      <a:pt x="19" y="39"/>
                      <a:pt x="17" y="13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6" name="Freeform 37">
                <a:extLst>
                  <a:ext uri="{FF2B5EF4-FFF2-40B4-BE49-F238E27FC236}">
                    <a16:creationId xmlns:a16="http://schemas.microsoft.com/office/drawing/2014/main" id="{8AB4783A-F4EC-4E31-8FDF-1C13D0FDD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1446"/>
                <a:ext cx="92" cy="85"/>
              </a:xfrm>
              <a:custGeom>
                <a:avLst/>
                <a:gdLst>
                  <a:gd name="T0" fmla="*/ 0 w 39"/>
                  <a:gd name="T1" fmla="*/ 345 h 34"/>
                  <a:gd name="T2" fmla="*/ 512 w 3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4">
                    <a:moveTo>
                      <a:pt x="0" y="22"/>
                    </a:moveTo>
                    <a:cubicBezTo>
                      <a:pt x="16" y="34"/>
                      <a:pt x="34" y="13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7" name="Freeform 38">
                <a:extLst>
                  <a:ext uri="{FF2B5EF4-FFF2-40B4-BE49-F238E27FC236}">
                    <a16:creationId xmlns:a16="http://schemas.microsoft.com/office/drawing/2014/main" id="{C425460C-008B-4B2F-8F10-7F4D9A6C7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1384"/>
                <a:ext cx="121" cy="59"/>
              </a:xfrm>
              <a:custGeom>
                <a:avLst/>
                <a:gdLst>
                  <a:gd name="T0" fmla="*/ 0 w 52"/>
                  <a:gd name="T1" fmla="*/ 356 h 24"/>
                  <a:gd name="T2" fmla="*/ 363 w 52"/>
                  <a:gd name="T3" fmla="*/ 30 h 24"/>
                  <a:gd name="T4" fmla="*/ 656 w 52"/>
                  <a:gd name="T5" fmla="*/ 1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4">
                    <a:moveTo>
                      <a:pt x="0" y="24"/>
                    </a:moveTo>
                    <a:cubicBezTo>
                      <a:pt x="0" y="12"/>
                      <a:pt x="19" y="3"/>
                      <a:pt x="29" y="2"/>
                    </a:cubicBezTo>
                    <a:cubicBezTo>
                      <a:pt x="36" y="1"/>
                      <a:pt x="44" y="0"/>
                      <a:pt x="52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8" name="Freeform 39">
                <a:extLst>
                  <a:ext uri="{FF2B5EF4-FFF2-40B4-BE49-F238E27FC236}">
                    <a16:creationId xmlns:a16="http://schemas.microsoft.com/office/drawing/2014/main" id="{7208DD1B-B516-4830-90BE-A0C0059D0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398"/>
                <a:ext cx="113" cy="40"/>
              </a:xfrm>
              <a:custGeom>
                <a:avLst/>
                <a:gdLst>
                  <a:gd name="T0" fmla="*/ 0 w 48"/>
                  <a:gd name="T1" fmla="*/ 208 h 16"/>
                  <a:gd name="T2" fmla="*/ 377 w 48"/>
                  <a:gd name="T3" fmla="*/ 158 h 16"/>
                  <a:gd name="T4" fmla="*/ 626 w 4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0" y="13"/>
                    </a:moveTo>
                    <a:cubicBezTo>
                      <a:pt x="10" y="15"/>
                      <a:pt x="20" y="16"/>
                      <a:pt x="29" y="10"/>
                    </a:cubicBezTo>
                    <a:cubicBezTo>
                      <a:pt x="35" y="7"/>
                      <a:pt x="43" y="4"/>
                      <a:pt x="4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9" name="Freeform 40">
                <a:extLst>
                  <a:ext uri="{FF2B5EF4-FFF2-40B4-BE49-F238E27FC236}">
                    <a16:creationId xmlns:a16="http://schemas.microsoft.com/office/drawing/2014/main" id="{842F4D2F-D409-495A-9CAC-BA16D64F2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349"/>
                <a:ext cx="136" cy="37"/>
              </a:xfrm>
              <a:custGeom>
                <a:avLst/>
                <a:gdLst>
                  <a:gd name="T0" fmla="*/ 0 w 58"/>
                  <a:gd name="T1" fmla="*/ 224 h 15"/>
                  <a:gd name="T2" fmla="*/ 450 w 58"/>
                  <a:gd name="T3" fmla="*/ 30 h 15"/>
                  <a:gd name="T4" fmla="*/ 748 w 58"/>
                  <a:gd name="T5" fmla="*/ 15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5">
                    <a:moveTo>
                      <a:pt x="0" y="15"/>
                    </a:moveTo>
                    <a:cubicBezTo>
                      <a:pt x="12" y="7"/>
                      <a:pt x="20" y="0"/>
                      <a:pt x="35" y="2"/>
                    </a:cubicBezTo>
                    <a:cubicBezTo>
                      <a:pt x="45" y="3"/>
                      <a:pt x="50" y="7"/>
                      <a:pt x="5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0" name="Freeform 41">
                <a:extLst>
                  <a:ext uri="{FF2B5EF4-FFF2-40B4-BE49-F238E27FC236}">
                    <a16:creationId xmlns:a16="http://schemas.microsoft.com/office/drawing/2014/main" id="{BAF9553D-688C-401A-B7E1-62B2B4BFF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1776"/>
                <a:ext cx="64" cy="109"/>
              </a:xfrm>
              <a:custGeom>
                <a:avLst/>
                <a:gdLst>
                  <a:gd name="T0" fmla="*/ 201 w 27"/>
                  <a:gd name="T1" fmla="*/ 669 h 44"/>
                  <a:gd name="T2" fmla="*/ 360 w 27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4">
                    <a:moveTo>
                      <a:pt x="15" y="44"/>
                    </a:moveTo>
                    <a:cubicBezTo>
                      <a:pt x="0" y="31"/>
                      <a:pt x="19" y="12"/>
                      <a:pt x="2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1" name="Freeform 42">
                <a:extLst>
                  <a:ext uri="{FF2B5EF4-FFF2-40B4-BE49-F238E27FC236}">
                    <a16:creationId xmlns:a16="http://schemas.microsoft.com/office/drawing/2014/main" id="{C4FCFFB5-E09B-4381-BD44-C4DCF57B5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1548"/>
                <a:ext cx="78" cy="113"/>
              </a:xfrm>
              <a:custGeom>
                <a:avLst/>
                <a:gdLst>
                  <a:gd name="T0" fmla="*/ 12 w 33"/>
                  <a:gd name="T1" fmla="*/ 713 h 45"/>
                  <a:gd name="T2" fmla="*/ 144 w 33"/>
                  <a:gd name="T3" fmla="*/ 208 h 45"/>
                  <a:gd name="T4" fmla="*/ 329 w 33"/>
                  <a:gd name="T5" fmla="*/ 63 h 45"/>
                  <a:gd name="T6" fmla="*/ 435 w 33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5">
                    <a:moveTo>
                      <a:pt x="1" y="45"/>
                    </a:moveTo>
                    <a:cubicBezTo>
                      <a:pt x="0" y="34"/>
                      <a:pt x="3" y="21"/>
                      <a:pt x="11" y="13"/>
                    </a:cubicBezTo>
                    <a:cubicBezTo>
                      <a:pt x="14" y="10"/>
                      <a:pt x="20" y="6"/>
                      <a:pt x="25" y="4"/>
                    </a:cubicBezTo>
                    <a:cubicBezTo>
                      <a:pt x="28" y="2"/>
                      <a:pt x="31" y="2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2" name="Freeform 43">
                <a:extLst>
                  <a:ext uri="{FF2B5EF4-FFF2-40B4-BE49-F238E27FC236}">
                    <a16:creationId xmlns:a16="http://schemas.microsoft.com/office/drawing/2014/main" id="{40EB068F-D08D-45FF-B25D-7B5F9101F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302"/>
                <a:ext cx="583" cy="203"/>
              </a:xfrm>
              <a:custGeom>
                <a:avLst/>
                <a:gdLst>
                  <a:gd name="T0" fmla="*/ 0 w 249"/>
                  <a:gd name="T1" fmla="*/ 459 h 81"/>
                  <a:gd name="T2" fmla="*/ 77 w 249"/>
                  <a:gd name="T3" fmla="*/ 534 h 81"/>
                  <a:gd name="T4" fmla="*/ 258 w 249"/>
                  <a:gd name="T5" fmla="*/ 659 h 81"/>
                  <a:gd name="T6" fmla="*/ 553 w 249"/>
                  <a:gd name="T7" fmla="*/ 742 h 81"/>
                  <a:gd name="T8" fmla="*/ 812 w 249"/>
                  <a:gd name="T9" fmla="*/ 1025 h 81"/>
                  <a:gd name="T10" fmla="*/ 1475 w 249"/>
                  <a:gd name="T11" fmla="*/ 1038 h 81"/>
                  <a:gd name="T12" fmla="*/ 2002 w 249"/>
                  <a:gd name="T13" fmla="*/ 1130 h 81"/>
                  <a:gd name="T14" fmla="*/ 2517 w 249"/>
                  <a:gd name="T15" fmla="*/ 880 h 81"/>
                  <a:gd name="T16" fmla="*/ 3032 w 249"/>
                  <a:gd name="T17" fmla="*/ 784 h 81"/>
                  <a:gd name="T18" fmla="*/ 3184 w 249"/>
                  <a:gd name="T19" fmla="*/ 283 h 81"/>
                  <a:gd name="T20" fmla="*/ 3168 w 249"/>
                  <a:gd name="T21" fmla="*/ 0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9" h="81">
                    <a:moveTo>
                      <a:pt x="0" y="29"/>
                    </a:moveTo>
                    <a:cubicBezTo>
                      <a:pt x="4" y="29"/>
                      <a:pt x="3" y="32"/>
                      <a:pt x="6" y="34"/>
                    </a:cubicBezTo>
                    <a:cubicBezTo>
                      <a:pt x="10" y="40"/>
                      <a:pt x="13" y="41"/>
                      <a:pt x="20" y="42"/>
                    </a:cubicBezTo>
                    <a:cubicBezTo>
                      <a:pt x="28" y="44"/>
                      <a:pt x="36" y="44"/>
                      <a:pt x="43" y="47"/>
                    </a:cubicBezTo>
                    <a:cubicBezTo>
                      <a:pt x="52" y="51"/>
                      <a:pt x="56" y="58"/>
                      <a:pt x="63" y="65"/>
                    </a:cubicBezTo>
                    <a:cubicBezTo>
                      <a:pt x="80" y="81"/>
                      <a:pt x="95" y="71"/>
                      <a:pt x="115" y="66"/>
                    </a:cubicBezTo>
                    <a:cubicBezTo>
                      <a:pt x="130" y="63"/>
                      <a:pt x="141" y="72"/>
                      <a:pt x="156" y="72"/>
                    </a:cubicBezTo>
                    <a:cubicBezTo>
                      <a:pt x="173" y="72"/>
                      <a:pt x="181" y="62"/>
                      <a:pt x="196" y="56"/>
                    </a:cubicBezTo>
                    <a:cubicBezTo>
                      <a:pt x="209" y="50"/>
                      <a:pt x="224" y="55"/>
                      <a:pt x="236" y="50"/>
                    </a:cubicBezTo>
                    <a:cubicBezTo>
                      <a:pt x="249" y="44"/>
                      <a:pt x="247" y="30"/>
                      <a:pt x="248" y="18"/>
                    </a:cubicBezTo>
                    <a:cubicBezTo>
                      <a:pt x="248" y="13"/>
                      <a:pt x="245" y="4"/>
                      <a:pt x="24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3" name="Freeform 44">
                <a:extLst>
                  <a:ext uri="{FF2B5EF4-FFF2-40B4-BE49-F238E27FC236}">
                    <a16:creationId xmlns:a16="http://schemas.microsoft.com/office/drawing/2014/main" id="{11F00A6D-05DD-4F01-9872-BF9AC2677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370"/>
                <a:ext cx="96" cy="45"/>
              </a:xfrm>
              <a:custGeom>
                <a:avLst/>
                <a:gdLst>
                  <a:gd name="T0" fmla="*/ 0 w 41"/>
                  <a:gd name="T1" fmla="*/ 0 h 18"/>
                  <a:gd name="T2" fmla="*/ 335 w 41"/>
                  <a:gd name="T3" fmla="*/ 50 h 18"/>
                  <a:gd name="T4" fmla="*/ 527 w 41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8">
                    <a:moveTo>
                      <a:pt x="0" y="0"/>
                    </a:moveTo>
                    <a:cubicBezTo>
                      <a:pt x="7" y="3"/>
                      <a:pt x="18" y="0"/>
                      <a:pt x="26" y="3"/>
                    </a:cubicBezTo>
                    <a:cubicBezTo>
                      <a:pt x="31" y="6"/>
                      <a:pt x="39" y="12"/>
                      <a:pt x="41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4" name="Freeform 45">
                <a:extLst>
                  <a:ext uri="{FF2B5EF4-FFF2-40B4-BE49-F238E27FC236}">
                    <a16:creationId xmlns:a16="http://schemas.microsoft.com/office/drawing/2014/main" id="{35BD6D3B-1D0C-44C7-AD31-5AE2FBA0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425"/>
                <a:ext cx="128" cy="42"/>
              </a:xfrm>
              <a:custGeom>
                <a:avLst/>
                <a:gdLst>
                  <a:gd name="T0" fmla="*/ 0 w 55"/>
                  <a:gd name="T1" fmla="*/ 74 h 17"/>
                  <a:gd name="T2" fmla="*/ 552 w 55"/>
                  <a:gd name="T3" fmla="*/ 104 h 17"/>
                  <a:gd name="T4" fmla="*/ 694 w 55"/>
                  <a:gd name="T5" fmla="*/ 2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7">
                    <a:moveTo>
                      <a:pt x="0" y="5"/>
                    </a:moveTo>
                    <a:cubicBezTo>
                      <a:pt x="12" y="3"/>
                      <a:pt x="33" y="0"/>
                      <a:pt x="44" y="7"/>
                    </a:cubicBezTo>
                    <a:cubicBezTo>
                      <a:pt x="48" y="9"/>
                      <a:pt x="52" y="17"/>
                      <a:pt x="55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5" name="Freeform 46">
                <a:extLst>
                  <a:ext uri="{FF2B5EF4-FFF2-40B4-BE49-F238E27FC236}">
                    <a16:creationId xmlns:a16="http://schemas.microsoft.com/office/drawing/2014/main" id="{270C3898-A9AC-42D1-BC26-B04541B6F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2208"/>
                <a:ext cx="42" cy="107"/>
              </a:xfrm>
              <a:custGeom>
                <a:avLst/>
                <a:gdLst>
                  <a:gd name="T0" fmla="*/ 0 w 18"/>
                  <a:gd name="T1" fmla="*/ 0 h 43"/>
                  <a:gd name="T2" fmla="*/ 65 w 18"/>
                  <a:gd name="T3" fmla="*/ 383 h 43"/>
                  <a:gd name="T4" fmla="*/ 229 w 18"/>
                  <a:gd name="T5" fmla="*/ 66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0" y="0"/>
                    </a:moveTo>
                    <a:cubicBezTo>
                      <a:pt x="1" y="10"/>
                      <a:pt x="0" y="16"/>
                      <a:pt x="5" y="25"/>
                    </a:cubicBezTo>
                    <a:cubicBezTo>
                      <a:pt x="9" y="32"/>
                      <a:pt x="13" y="38"/>
                      <a:pt x="18" y="4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6" name="Freeform 47">
                <a:extLst>
                  <a:ext uri="{FF2B5EF4-FFF2-40B4-BE49-F238E27FC236}">
                    <a16:creationId xmlns:a16="http://schemas.microsoft.com/office/drawing/2014/main" id="{40D9A3BF-1FAF-498F-BB1C-DECD765BC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2295"/>
                <a:ext cx="217" cy="220"/>
              </a:xfrm>
              <a:custGeom>
                <a:avLst/>
                <a:gdLst>
                  <a:gd name="T0" fmla="*/ 0 w 93"/>
                  <a:gd name="T1" fmla="*/ 0 h 88"/>
                  <a:gd name="T2" fmla="*/ 257 w 93"/>
                  <a:gd name="T3" fmla="*/ 395 h 88"/>
                  <a:gd name="T4" fmla="*/ 408 w 93"/>
                  <a:gd name="T5" fmla="*/ 425 h 88"/>
                  <a:gd name="T6" fmla="*/ 495 w 93"/>
                  <a:gd name="T7" fmla="*/ 645 h 88"/>
                  <a:gd name="T8" fmla="*/ 600 w 93"/>
                  <a:gd name="T9" fmla="*/ 925 h 88"/>
                  <a:gd name="T10" fmla="*/ 903 w 93"/>
                  <a:gd name="T11" fmla="*/ 1083 h 88"/>
                  <a:gd name="T12" fmla="*/ 1094 w 93"/>
                  <a:gd name="T13" fmla="*/ 1208 h 88"/>
                  <a:gd name="T14" fmla="*/ 1155 w 93"/>
                  <a:gd name="T15" fmla="*/ 1300 h 88"/>
                  <a:gd name="T16" fmla="*/ 1181 w 93"/>
                  <a:gd name="T17" fmla="*/ 1333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88">
                    <a:moveTo>
                      <a:pt x="0" y="0"/>
                    </a:moveTo>
                    <a:cubicBezTo>
                      <a:pt x="3" y="13"/>
                      <a:pt x="5" y="22"/>
                      <a:pt x="20" y="25"/>
                    </a:cubicBezTo>
                    <a:cubicBezTo>
                      <a:pt x="23" y="26"/>
                      <a:pt x="30" y="26"/>
                      <a:pt x="32" y="27"/>
                    </a:cubicBezTo>
                    <a:cubicBezTo>
                      <a:pt x="36" y="29"/>
                      <a:pt x="38" y="37"/>
                      <a:pt x="39" y="41"/>
                    </a:cubicBezTo>
                    <a:cubicBezTo>
                      <a:pt x="42" y="47"/>
                      <a:pt x="42" y="54"/>
                      <a:pt x="47" y="59"/>
                    </a:cubicBezTo>
                    <a:cubicBezTo>
                      <a:pt x="53" y="66"/>
                      <a:pt x="62" y="67"/>
                      <a:pt x="71" y="69"/>
                    </a:cubicBezTo>
                    <a:cubicBezTo>
                      <a:pt x="77" y="71"/>
                      <a:pt x="81" y="73"/>
                      <a:pt x="86" y="77"/>
                    </a:cubicBezTo>
                    <a:cubicBezTo>
                      <a:pt x="88" y="79"/>
                      <a:pt x="89" y="81"/>
                      <a:pt x="91" y="83"/>
                    </a:cubicBezTo>
                    <a:cubicBezTo>
                      <a:pt x="92" y="84"/>
                      <a:pt x="92" y="88"/>
                      <a:pt x="93" y="8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7" name="Freeform 48">
                <a:extLst>
                  <a:ext uri="{FF2B5EF4-FFF2-40B4-BE49-F238E27FC236}">
                    <a16:creationId xmlns:a16="http://schemas.microsoft.com/office/drawing/2014/main" id="{620614AD-D459-45D7-AC0F-36F14064E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405"/>
                <a:ext cx="113" cy="72"/>
              </a:xfrm>
              <a:custGeom>
                <a:avLst/>
                <a:gdLst>
                  <a:gd name="T0" fmla="*/ 0 w 48"/>
                  <a:gd name="T1" fmla="*/ 0 h 29"/>
                  <a:gd name="T2" fmla="*/ 299 w 48"/>
                  <a:gd name="T3" fmla="*/ 412 h 29"/>
                  <a:gd name="T4" fmla="*/ 626 w 48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9">
                    <a:moveTo>
                      <a:pt x="0" y="0"/>
                    </a:moveTo>
                    <a:cubicBezTo>
                      <a:pt x="8" y="10"/>
                      <a:pt x="9" y="24"/>
                      <a:pt x="23" y="27"/>
                    </a:cubicBezTo>
                    <a:cubicBezTo>
                      <a:pt x="31" y="29"/>
                      <a:pt x="40" y="26"/>
                      <a:pt x="48" y="2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8" name="Freeform 49">
                <a:extLst>
                  <a:ext uri="{FF2B5EF4-FFF2-40B4-BE49-F238E27FC236}">
                    <a16:creationId xmlns:a16="http://schemas.microsoft.com/office/drawing/2014/main" id="{3C3AB438-D07B-4739-83C0-8F53B8548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2357"/>
                <a:ext cx="70" cy="90"/>
              </a:xfrm>
              <a:custGeom>
                <a:avLst/>
                <a:gdLst>
                  <a:gd name="T0" fmla="*/ 0 w 30"/>
                  <a:gd name="T1" fmla="*/ 0 h 36"/>
                  <a:gd name="T2" fmla="*/ 201 w 30"/>
                  <a:gd name="T3" fmla="*/ 395 h 36"/>
                  <a:gd name="T4" fmla="*/ 380 w 30"/>
                  <a:gd name="T5" fmla="*/ 56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6">
                    <a:moveTo>
                      <a:pt x="0" y="0"/>
                    </a:moveTo>
                    <a:cubicBezTo>
                      <a:pt x="2" y="12"/>
                      <a:pt x="8" y="17"/>
                      <a:pt x="16" y="25"/>
                    </a:cubicBezTo>
                    <a:cubicBezTo>
                      <a:pt x="20" y="29"/>
                      <a:pt x="25" y="35"/>
                      <a:pt x="30" y="3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9" name="Freeform 50">
                <a:extLst>
                  <a:ext uri="{FF2B5EF4-FFF2-40B4-BE49-F238E27FC236}">
                    <a16:creationId xmlns:a16="http://schemas.microsoft.com/office/drawing/2014/main" id="{2293B6B3-5EF5-4102-B45A-D29048170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430"/>
                <a:ext cx="160" cy="35"/>
              </a:xfrm>
              <a:custGeom>
                <a:avLst/>
                <a:gdLst>
                  <a:gd name="T0" fmla="*/ 0 w 68"/>
                  <a:gd name="T1" fmla="*/ 220 h 14"/>
                  <a:gd name="T2" fmla="*/ 508 w 68"/>
                  <a:gd name="T3" fmla="*/ 20 h 14"/>
                  <a:gd name="T4" fmla="*/ 875 w 68"/>
                  <a:gd name="T5" fmla="*/ 95 h 14"/>
                  <a:gd name="T6" fmla="*/ 875 w 68"/>
                  <a:gd name="T7" fmla="*/ 8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4">
                    <a:moveTo>
                      <a:pt x="0" y="14"/>
                    </a:moveTo>
                    <a:cubicBezTo>
                      <a:pt x="14" y="12"/>
                      <a:pt x="25" y="0"/>
                      <a:pt x="39" y="1"/>
                    </a:cubicBezTo>
                    <a:cubicBezTo>
                      <a:pt x="48" y="2"/>
                      <a:pt x="58" y="5"/>
                      <a:pt x="67" y="6"/>
                    </a:cubicBezTo>
                    <a:cubicBezTo>
                      <a:pt x="68" y="6"/>
                      <a:pt x="68" y="6"/>
                      <a:pt x="67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0" name="Freeform 51">
                <a:extLst>
                  <a:ext uri="{FF2B5EF4-FFF2-40B4-BE49-F238E27FC236}">
                    <a16:creationId xmlns:a16="http://schemas.microsoft.com/office/drawing/2014/main" id="{11CB5C42-D1FC-412D-BBA6-F6392C5D3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307"/>
                <a:ext cx="87" cy="125"/>
              </a:xfrm>
              <a:custGeom>
                <a:avLst/>
                <a:gdLst>
                  <a:gd name="T0" fmla="*/ 0 w 37"/>
                  <a:gd name="T1" fmla="*/ 783 h 50"/>
                  <a:gd name="T2" fmla="*/ 221 w 37"/>
                  <a:gd name="T3" fmla="*/ 688 h 50"/>
                  <a:gd name="T4" fmla="*/ 327 w 37"/>
                  <a:gd name="T5" fmla="*/ 425 h 50"/>
                  <a:gd name="T6" fmla="*/ 442 w 37"/>
                  <a:gd name="T7" fmla="*/ 220 h 50"/>
                  <a:gd name="T8" fmla="*/ 454 w 37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0">
                    <a:moveTo>
                      <a:pt x="0" y="50"/>
                    </a:moveTo>
                    <a:cubicBezTo>
                      <a:pt x="5" y="48"/>
                      <a:pt x="13" y="49"/>
                      <a:pt x="17" y="44"/>
                    </a:cubicBezTo>
                    <a:cubicBezTo>
                      <a:pt x="20" y="39"/>
                      <a:pt x="21" y="32"/>
                      <a:pt x="25" y="27"/>
                    </a:cubicBezTo>
                    <a:cubicBezTo>
                      <a:pt x="28" y="22"/>
                      <a:pt x="32" y="20"/>
                      <a:pt x="34" y="14"/>
                    </a:cubicBezTo>
                    <a:cubicBezTo>
                      <a:pt x="35" y="10"/>
                      <a:pt x="37" y="1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1" name="Freeform 52">
                <a:extLst>
                  <a:ext uri="{FF2B5EF4-FFF2-40B4-BE49-F238E27FC236}">
                    <a16:creationId xmlns:a16="http://schemas.microsoft.com/office/drawing/2014/main" id="{78E015FF-5F89-47D8-A75F-8707A0378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387"/>
                <a:ext cx="139" cy="50"/>
              </a:xfrm>
              <a:custGeom>
                <a:avLst/>
                <a:gdLst>
                  <a:gd name="T0" fmla="*/ 0 w 59"/>
                  <a:gd name="T1" fmla="*/ 313 h 20"/>
                  <a:gd name="T2" fmla="*/ 770 w 5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0">
                    <a:moveTo>
                      <a:pt x="0" y="20"/>
                    </a:moveTo>
                    <a:cubicBezTo>
                      <a:pt x="9" y="1"/>
                      <a:pt x="41" y="0"/>
                      <a:pt x="5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2" name="Freeform 53">
                <a:extLst>
                  <a:ext uri="{FF2B5EF4-FFF2-40B4-BE49-F238E27FC236}">
                    <a16:creationId xmlns:a16="http://schemas.microsoft.com/office/drawing/2014/main" id="{2FFE0B35-F6F5-49DE-87BC-27F432FC3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477"/>
                <a:ext cx="112" cy="30"/>
              </a:xfrm>
              <a:custGeom>
                <a:avLst/>
                <a:gdLst>
                  <a:gd name="T0" fmla="*/ 0 w 48"/>
                  <a:gd name="T1" fmla="*/ 63 h 12"/>
                  <a:gd name="T2" fmla="*/ 380 w 48"/>
                  <a:gd name="T3" fmla="*/ 145 h 12"/>
                  <a:gd name="T4" fmla="*/ 609 w 48"/>
                  <a:gd name="T5" fmla="*/ 2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2">
                    <a:moveTo>
                      <a:pt x="0" y="4"/>
                    </a:moveTo>
                    <a:cubicBezTo>
                      <a:pt x="8" y="11"/>
                      <a:pt x="20" y="12"/>
                      <a:pt x="30" y="9"/>
                    </a:cubicBezTo>
                    <a:cubicBezTo>
                      <a:pt x="34" y="8"/>
                      <a:pt x="46" y="0"/>
                      <a:pt x="48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3" name="Freeform 54">
                <a:extLst>
                  <a:ext uri="{FF2B5EF4-FFF2-40B4-BE49-F238E27FC236}">
                    <a16:creationId xmlns:a16="http://schemas.microsoft.com/office/drawing/2014/main" id="{4351B225-DDC7-4836-81B6-CDF2B14CC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487"/>
                <a:ext cx="185" cy="55"/>
              </a:xfrm>
              <a:custGeom>
                <a:avLst/>
                <a:gdLst>
                  <a:gd name="T0" fmla="*/ 0 w 79"/>
                  <a:gd name="T1" fmla="*/ 175 h 22"/>
                  <a:gd name="T2" fmla="*/ 363 w 79"/>
                  <a:gd name="T3" fmla="*/ 50 h 22"/>
                  <a:gd name="T4" fmla="*/ 614 w 79"/>
                  <a:gd name="T5" fmla="*/ 33 h 22"/>
                  <a:gd name="T6" fmla="*/ 1014 w 79"/>
                  <a:gd name="T7" fmla="*/ 34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22">
                    <a:moveTo>
                      <a:pt x="0" y="11"/>
                    </a:moveTo>
                    <a:cubicBezTo>
                      <a:pt x="7" y="4"/>
                      <a:pt x="19" y="5"/>
                      <a:pt x="28" y="3"/>
                    </a:cubicBezTo>
                    <a:cubicBezTo>
                      <a:pt x="35" y="1"/>
                      <a:pt x="40" y="0"/>
                      <a:pt x="48" y="2"/>
                    </a:cubicBezTo>
                    <a:cubicBezTo>
                      <a:pt x="57" y="6"/>
                      <a:pt x="74" y="16"/>
                      <a:pt x="79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4" name="Freeform 55">
                <a:extLst>
                  <a:ext uri="{FF2B5EF4-FFF2-40B4-BE49-F238E27FC236}">
                    <a16:creationId xmlns:a16="http://schemas.microsoft.com/office/drawing/2014/main" id="{C20ACEC2-7C37-48A0-BEF3-10BD94127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497"/>
                <a:ext cx="136" cy="30"/>
              </a:xfrm>
              <a:custGeom>
                <a:avLst/>
                <a:gdLst>
                  <a:gd name="T0" fmla="*/ 0 w 58"/>
                  <a:gd name="T1" fmla="*/ 0 h 12"/>
                  <a:gd name="T2" fmla="*/ 373 w 58"/>
                  <a:gd name="T3" fmla="*/ 83 h 12"/>
                  <a:gd name="T4" fmla="*/ 642 w 58"/>
                  <a:gd name="T5" fmla="*/ 95 h 12"/>
                  <a:gd name="T6" fmla="*/ 748 w 58"/>
                  <a:gd name="T7" fmla="*/ 14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2">
                    <a:moveTo>
                      <a:pt x="0" y="0"/>
                    </a:moveTo>
                    <a:cubicBezTo>
                      <a:pt x="6" y="12"/>
                      <a:pt x="19" y="7"/>
                      <a:pt x="29" y="5"/>
                    </a:cubicBezTo>
                    <a:cubicBezTo>
                      <a:pt x="36" y="4"/>
                      <a:pt x="44" y="3"/>
                      <a:pt x="50" y="6"/>
                    </a:cubicBezTo>
                    <a:cubicBezTo>
                      <a:pt x="53" y="7"/>
                      <a:pt x="55" y="9"/>
                      <a:pt x="58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5" name="Freeform 56">
                <a:extLst>
                  <a:ext uri="{FF2B5EF4-FFF2-40B4-BE49-F238E27FC236}">
                    <a16:creationId xmlns:a16="http://schemas.microsoft.com/office/drawing/2014/main" id="{8F292409-53F5-41EA-9FEF-A3947A708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437"/>
                <a:ext cx="108" cy="68"/>
              </a:xfrm>
              <a:custGeom>
                <a:avLst/>
                <a:gdLst>
                  <a:gd name="T0" fmla="*/ 0 w 46"/>
                  <a:gd name="T1" fmla="*/ 413 h 27"/>
                  <a:gd name="T2" fmla="*/ 143 w 46"/>
                  <a:gd name="T3" fmla="*/ 368 h 27"/>
                  <a:gd name="T4" fmla="*/ 376 w 46"/>
                  <a:gd name="T5" fmla="*/ 285 h 27"/>
                  <a:gd name="T6" fmla="*/ 596 w 4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7">
                    <a:moveTo>
                      <a:pt x="0" y="26"/>
                    </a:moveTo>
                    <a:cubicBezTo>
                      <a:pt x="4" y="27"/>
                      <a:pt x="8" y="24"/>
                      <a:pt x="11" y="23"/>
                    </a:cubicBezTo>
                    <a:cubicBezTo>
                      <a:pt x="17" y="20"/>
                      <a:pt x="23" y="20"/>
                      <a:pt x="29" y="18"/>
                    </a:cubicBezTo>
                    <a:cubicBezTo>
                      <a:pt x="39" y="14"/>
                      <a:pt x="38" y="3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6" name="Freeform 57">
                <a:extLst>
                  <a:ext uri="{FF2B5EF4-FFF2-40B4-BE49-F238E27FC236}">
                    <a16:creationId xmlns:a16="http://schemas.microsoft.com/office/drawing/2014/main" id="{F1192759-247B-451F-BBB0-15FA09860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396"/>
                <a:ext cx="300" cy="132"/>
              </a:xfrm>
              <a:custGeom>
                <a:avLst/>
                <a:gdLst>
                  <a:gd name="T0" fmla="*/ 0 w 128"/>
                  <a:gd name="T1" fmla="*/ 0 h 53"/>
                  <a:gd name="T2" fmla="*/ 659 w 128"/>
                  <a:gd name="T3" fmla="*/ 62 h 53"/>
                  <a:gd name="T4" fmla="*/ 912 w 128"/>
                  <a:gd name="T5" fmla="*/ 229 h 53"/>
                  <a:gd name="T6" fmla="*/ 1160 w 128"/>
                  <a:gd name="T7" fmla="*/ 279 h 53"/>
                  <a:gd name="T8" fmla="*/ 1533 w 128"/>
                  <a:gd name="T9" fmla="*/ 590 h 53"/>
                  <a:gd name="T10" fmla="*/ 1620 w 128"/>
                  <a:gd name="T11" fmla="*/ 712 h 53"/>
                  <a:gd name="T12" fmla="*/ 1648 w 128"/>
                  <a:gd name="T13" fmla="*/ 819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53">
                    <a:moveTo>
                      <a:pt x="0" y="0"/>
                    </a:moveTo>
                    <a:cubicBezTo>
                      <a:pt x="16" y="11"/>
                      <a:pt x="34" y="0"/>
                      <a:pt x="51" y="4"/>
                    </a:cubicBezTo>
                    <a:cubicBezTo>
                      <a:pt x="59" y="6"/>
                      <a:pt x="64" y="11"/>
                      <a:pt x="71" y="15"/>
                    </a:cubicBezTo>
                    <a:cubicBezTo>
                      <a:pt x="78" y="19"/>
                      <a:pt x="83" y="18"/>
                      <a:pt x="90" y="18"/>
                    </a:cubicBezTo>
                    <a:cubicBezTo>
                      <a:pt x="104" y="18"/>
                      <a:pt x="112" y="27"/>
                      <a:pt x="119" y="38"/>
                    </a:cubicBezTo>
                    <a:cubicBezTo>
                      <a:pt x="121" y="40"/>
                      <a:pt x="125" y="43"/>
                      <a:pt x="126" y="46"/>
                    </a:cubicBezTo>
                    <a:cubicBezTo>
                      <a:pt x="127" y="48"/>
                      <a:pt x="127" y="53"/>
                      <a:pt x="128" y="5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7" name="Freeform 58">
                <a:extLst>
                  <a:ext uri="{FF2B5EF4-FFF2-40B4-BE49-F238E27FC236}">
                    <a16:creationId xmlns:a16="http://schemas.microsoft.com/office/drawing/2014/main" id="{6A227259-11FD-4C37-883F-16559B906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408"/>
                <a:ext cx="115" cy="30"/>
              </a:xfrm>
              <a:custGeom>
                <a:avLst/>
                <a:gdLst>
                  <a:gd name="T0" fmla="*/ 0 w 49"/>
                  <a:gd name="T1" fmla="*/ 83 h 12"/>
                  <a:gd name="T2" fmla="*/ 385 w 49"/>
                  <a:gd name="T3" fmla="*/ 145 h 12"/>
                  <a:gd name="T4" fmla="*/ 634 w 4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2">
                    <a:moveTo>
                      <a:pt x="0" y="5"/>
                    </a:moveTo>
                    <a:cubicBezTo>
                      <a:pt x="11" y="10"/>
                      <a:pt x="18" y="12"/>
                      <a:pt x="30" y="9"/>
                    </a:cubicBezTo>
                    <a:cubicBezTo>
                      <a:pt x="37" y="6"/>
                      <a:pt x="42" y="2"/>
                      <a:pt x="4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8" name="Freeform 59">
                <a:extLst>
                  <a:ext uri="{FF2B5EF4-FFF2-40B4-BE49-F238E27FC236}">
                    <a16:creationId xmlns:a16="http://schemas.microsoft.com/office/drawing/2014/main" id="{CE5DDA7C-03E9-45C8-85B5-7CE850D5E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364"/>
                <a:ext cx="70" cy="42"/>
              </a:xfrm>
              <a:custGeom>
                <a:avLst/>
                <a:gdLst>
                  <a:gd name="T0" fmla="*/ 0 w 30"/>
                  <a:gd name="T1" fmla="*/ 0 h 17"/>
                  <a:gd name="T2" fmla="*/ 240 w 30"/>
                  <a:gd name="T3" fmla="*/ 121 h 17"/>
                  <a:gd name="T4" fmla="*/ 380 w 30"/>
                  <a:gd name="T5" fmla="*/ 2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7">
                    <a:moveTo>
                      <a:pt x="0" y="0"/>
                    </a:moveTo>
                    <a:cubicBezTo>
                      <a:pt x="6" y="2"/>
                      <a:pt x="13" y="3"/>
                      <a:pt x="19" y="8"/>
                    </a:cubicBezTo>
                    <a:cubicBezTo>
                      <a:pt x="22" y="11"/>
                      <a:pt x="25" y="15"/>
                      <a:pt x="30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9" name="Freeform 60">
                <a:extLst>
                  <a:ext uri="{FF2B5EF4-FFF2-40B4-BE49-F238E27FC236}">
                    <a16:creationId xmlns:a16="http://schemas.microsoft.com/office/drawing/2014/main" id="{11F4E599-B7B0-4325-87B0-C99E9D500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381"/>
                <a:ext cx="117" cy="67"/>
              </a:xfrm>
              <a:custGeom>
                <a:avLst/>
                <a:gdLst>
                  <a:gd name="T0" fmla="*/ 0 w 50"/>
                  <a:gd name="T1" fmla="*/ 124 h 27"/>
                  <a:gd name="T2" fmla="*/ 449 w 50"/>
                  <a:gd name="T3" fmla="*/ 136 h 27"/>
                  <a:gd name="T4" fmla="*/ 613 w 50"/>
                  <a:gd name="T5" fmla="*/ 4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7">
                    <a:moveTo>
                      <a:pt x="0" y="8"/>
                    </a:moveTo>
                    <a:cubicBezTo>
                      <a:pt x="11" y="6"/>
                      <a:pt x="25" y="0"/>
                      <a:pt x="35" y="9"/>
                    </a:cubicBezTo>
                    <a:cubicBezTo>
                      <a:pt x="39" y="12"/>
                      <a:pt x="50" y="22"/>
                      <a:pt x="48" y="2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0" name="Freeform 61">
                <a:extLst>
                  <a:ext uri="{FF2B5EF4-FFF2-40B4-BE49-F238E27FC236}">
                    <a16:creationId xmlns:a16="http://schemas.microsoft.com/office/drawing/2014/main" id="{E5022C19-CB76-4A36-98DB-6CB260E9C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423"/>
                <a:ext cx="285" cy="260"/>
              </a:xfrm>
              <a:custGeom>
                <a:avLst/>
                <a:gdLst>
                  <a:gd name="T0" fmla="*/ 0 w 122"/>
                  <a:gd name="T1" fmla="*/ 0 h 104"/>
                  <a:gd name="T2" fmla="*/ 229 w 122"/>
                  <a:gd name="T3" fmla="*/ 145 h 104"/>
                  <a:gd name="T4" fmla="*/ 486 w 122"/>
                  <a:gd name="T5" fmla="*/ 363 h 104"/>
                  <a:gd name="T6" fmla="*/ 687 w 122"/>
                  <a:gd name="T7" fmla="*/ 458 h 104"/>
                  <a:gd name="T8" fmla="*/ 715 w 122"/>
                  <a:gd name="T9" fmla="*/ 613 h 104"/>
                  <a:gd name="T10" fmla="*/ 829 w 122"/>
                  <a:gd name="T11" fmla="*/ 750 h 104"/>
                  <a:gd name="T12" fmla="*/ 1049 w 122"/>
                  <a:gd name="T13" fmla="*/ 925 h 104"/>
                  <a:gd name="T14" fmla="*/ 1124 w 122"/>
                  <a:gd name="T15" fmla="*/ 1250 h 104"/>
                  <a:gd name="T16" fmla="*/ 1556 w 122"/>
                  <a:gd name="T17" fmla="*/ 1625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104">
                    <a:moveTo>
                      <a:pt x="0" y="0"/>
                    </a:moveTo>
                    <a:cubicBezTo>
                      <a:pt x="6" y="4"/>
                      <a:pt x="13" y="4"/>
                      <a:pt x="18" y="9"/>
                    </a:cubicBezTo>
                    <a:cubicBezTo>
                      <a:pt x="25" y="14"/>
                      <a:pt x="29" y="20"/>
                      <a:pt x="38" y="23"/>
                    </a:cubicBezTo>
                    <a:cubicBezTo>
                      <a:pt x="44" y="25"/>
                      <a:pt x="51" y="23"/>
                      <a:pt x="54" y="29"/>
                    </a:cubicBezTo>
                    <a:cubicBezTo>
                      <a:pt x="56" y="32"/>
                      <a:pt x="55" y="36"/>
                      <a:pt x="56" y="39"/>
                    </a:cubicBezTo>
                    <a:cubicBezTo>
                      <a:pt x="58" y="43"/>
                      <a:pt x="62" y="45"/>
                      <a:pt x="65" y="48"/>
                    </a:cubicBezTo>
                    <a:cubicBezTo>
                      <a:pt x="70" y="52"/>
                      <a:pt x="78" y="54"/>
                      <a:pt x="82" y="59"/>
                    </a:cubicBezTo>
                    <a:cubicBezTo>
                      <a:pt x="88" y="64"/>
                      <a:pt x="86" y="74"/>
                      <a:pt x="88" y="80"/>
                    </a:cubicBezTo>
                    <a:cubicBezTo>
                      <a:pt x="94" y="99"/>
                      <a:pt x="108" y="97"/>
                      <a:pt x="122" y="10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1" name="Freeform 62">
                <a:extLst>
                  <a:ext uri="{FF2B5EF4-FFF2-40B4-BE49-F238E27FC236}">
                    <a16:creationId xmlns:a16="http://schemas.microsoft.com/office/drawing/2014/main" id="{0089BE7E-2D4A-4638-87EA-31E6D4A0A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473"/>
                <a:ext cx="136" cy="170"/>
              </a:xfrm>
              <a:custGeom>
                <a:avLst/>
                <a:gdLst>
                  <a:gd name="T0" fmla="*/ 0 w 58"/>
                  <a:gd name="T1" fmla="*/ 0 h 68"/>
                  <a:gd name="T2" fmla="*/ 249 w 58"/>
                  <a:gd name="T3" fmla="*/ 345 h 68"/>
                  <a:gd name="T4" fmla="*/ 424 w 58"/>
                  <a:gd name="T5" fmla="*/ 550 h 68"/>
                  <a:gd name="T6" fmla="*/ 748 w 58"/>
                  <a:gd name="T7" fmla="*/ 1063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68">
                    <a:moveTo>
                      <a:pt x="0" y="0"/>
                    </a:moveTo>
                    <a:cubicBezTo>
                      <a:pt x="0" y="10"/>
                      <a:pt x="10" y="19"/>
                      <a:pt x="19" y="22"/>
                    </a:cubicBezTo>
                    <a:cubicBezTo>
                      <a:pt x="27" y="25"/>
                      <a:pt x="30" y="25"/>
                      <a:pt x="33" y="35"/>
                    </a:cubicBezTo>
                    <a:cubicBezTo>
                      <a:pt x="39" y="49"/>
                      <a:pt x="51" y="56"/>
                      <a:pt x="58" y="6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2" name="Freeform 63">
                <a:extLst>
                  <a:ext uri="{FF2B5EF4-FFF2-40B4-BE49-F238E27FC236}">
                    <a16:creationId xmlns:a16="http://schemas.microsoft.com/office/drawing/2014/main" id="{826E0932-9535-4EBD-9E99-704B00A1E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661"/>
                <a:ext cx="72" cy="417"/>
              </a:xfrm>
              <a:custGeom>
                <a:avLst/>
                <a:gdLst>
                  <a:gd name="T0" fmla="*/ 102 w 31"/>
                  <a:gd name="T1" fmla="*/ 0 h 167"/>
                  <a:gd name="T2" fmla="*/ 265 w 31"/>
                  <a:gd name="T3" fmla="*/ 624 h 167"/>
                  <a:gd name="T4" fmla="*/ 179 w 31"/>
                  <a:gd name="T5" fmla="*/ 1104 h 167"/>
                  <a:gd name="T6" fmla="*/ 339 w 31"/>
                  <a:gd name="T7" fmla="*/ 1478 h 167"/>
                  <a:gd name="T8" fmla="*/ 179 w 31"/>
                  <a:gd name="T9" fmla="*/ 2162 h 167"/>
                  <a:gd name="T10" fmla="*/ 139 w 31"/>
                  <a:gd name="T11" fmla="*/ 2475 h 167"/>
                  <a:gd name="T12" fmla="*/ 0 w 31"/>
                  <a:gd name="T13" fmla="*/ 2599 h 1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7">
                    <a:moveTo>
                      <a:pt x="8" y="0"/>
                    </a:moveTo>
                    <a:cubicBezTo>
                      <a:pt x="8" y="15"/>
                      <a:pt x="25" y="23"/>
                      <a:pt x="21" y="40"/>
                    </a:cubicBezTo>
                    <a:cubicBezTo>
                      <a:pt x="19" y="50"/>
                      <a:pt x="11" y="60"/>
                      <a:pt x="14" y="71"/>
                    </a:cubicBezTo>
                    <a:cubicBezTo>
                      <a:pt x="16" y="80"/>
                      <a:pt x="25" y="85"/>
                      <a:pt x="27" y="95"/>
                    </a:cubicBezTo>
                    <a:cubicBezTo>
                      <a:pt x="31" y="112"/>
                      <a:pt x="11" y="122"/>
                      <a:pt x="14" y="139"/>
                    </a:cubicBezTo>
                    <a:cubicBezTo>
                      <a:pt x="15" y="148"/>
                      <a:pt x="17" y="151"/>
                      <a:pt x="11" y="159"/>
                    </a:cubicBezTo>
                    <a:cubicBezTo>
                      <a:pt x="8" y="162"/>
                      <a:pt x="4" y="166"/>
                      <a:pt x="0" y="16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3" name="Freeform 64">
                <a:extLst>
                  <a:ext uri="{FF2B5EF4-FFF2-40B4-BE49-F238E27FC236}">
                    <a16:creationId xmlns:a16="http://schemas.microsoft.com/office/drawing/2014/main" id="{AB3D8BAE-E831-48D7-84E9-0517ECF19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840"/>
                <a:ext cx="14" cy="143"/>
              </a:xfrm>
              <a:custGeom>
                <a:avLst/>
                <a:gdLst>
                  <a:gd name="T0" fmla="*/ 37 w 6"/>
                  <a:gd name="T1" fmla="*/ 0 h 57"/>
                  <a:gd name="T2" fmla="*/ 12 w 6"/>
                  <a:gd name="T3" fmla="*/ 492 h 57"/>
                  <a:gd name="T4" fmla="*/ 65 w 6"/>
                  <a:gd name="T5" fmla="*/ 710 h 57"/>
                  <a:gd name="T6" fmla="*/ 65 w 6"/>
                  <a:gd name="T7" fmla="*/ 901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7">
                    <a:moveTo>
                      <a:pt x="3" y="0"/>
                    </a:moveTo>
                    <a:cubicBezTo>
                      <a:pt x="6" y="12"/>
                      <a:pt x="0" y="20"/>
                      <a:pt x="1" y="31"/>
                    </a:cubicBezTo>
                    <a:cubicBezTo>
                      <a:pt x="1" y="36"/>
                      <a:pt x="4" y="41"/>
                      <a:pt x="5" y="45"/>
                    </a:cubicBezTo>
                    <a:cubicBezTo>
                      <a:pt x="5" y="49"/>
                      <a:pt x="3" y="53"/>
                      <a:pt x="5" y="5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4" name="Freeform 65">
                <a:extLst>
                  <a:ext uri="{FF2B5EF4-FFF2-40B4-BE49-F238E27FC236}">
                    <a16:creationId xmlns:a16="http://schemas.microsoft.com/office/drawing/2014/main" id="{F06F6FA6-8F14-42D9-9296-728A8421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743"/>
                <a:ext cx="25" cy="137"/>
              </a:xfrm>
              <a:custGeom>
                <a:avLst/>
                <a:gdLst>
                  <a:gd name="T0" fmla="*/ 0 w 11"/>
                  <a:gd name="T1" fmla="*/ 0 h 55"/>
                  <a:gd name="T2" fmla="*/ 82 w 11"/>
                  <a:gd name="T3" fmla="*/ 167 h 55"/>
                  <a:gd name="T4" fmla="*/ 82 w 11"/>
                  <a:gd name="T5" fmla="*/ 446 h 55"/>
                  <a:gd name="T6" fmla="*/ 25 w 11"/>
                  <a:gd name="T7" fmla="*/ 849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5">
                    <a:moveTo>
                      <a:pt x="0" y="0"/>
                    </a:moveTo>
                    <a:cubicBezTo>
                      <a:pt x="2" y="5"/>
                      <a:pt x="5" y="7"/>
                      <a:pt x="7" y="11"/>
                    </a:cubicBezTo>
                    <a:cubicBezTo>
                      <a:pt x="11" y="18"/>
                      <a:pt x="9" y="22"/>
                      <a:pt x="7" y="29"/>
                    </a:cubicBezTo>
                    <a:cubicBezTo>
                      <a:pt x="6" y="36"/>
                      <a:pt x="7" y="50"/>
                      <a:pt x="2" y="5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5" name="Freeform 66">
                <a:extLst>
                  <a:ext uri="{FF2B5EF4-FFF2-40B4-BE49-F238E27FC236}">
                    <a16:creationId xmlns:a16="http://schemas.microsoft.com/office/drawing/2014/main" id="{3FC5F999-78C5-4DBD-B3EF-8C71B6CFD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821"/>
                <a:ext cx="42" cy="327"/>
              </a:xfrm>
              <a:custGeom>
                <a:avLst/>
                <a:gdLst>
                  <a:gd name="T0" fmla="*/ 0 w 18"/>
                  <a:gd name="T1" fmla="*/ 0 h 131"/>
                  <a:gd name="T2" fmla="*/ 180 w 18"/>
                  <a:gd name="T3" fmla="*/ 574 h 131"/>
                  <a:gd name="T4" fmla="*/ 103 w 18"/>
                  <a:gd name="T5" fmla="*/ 1153 h 131"/>
                  <a:gd name="T6" fmla="*/ 229 w 18"/>
                  <a:gd name="T7" fmla="*/ 1415 h 131"/>
                  <a:gd name="T8" fmla="*/ 163 w 18"/>
                  <a:gd name="T9" fmla="*/ 1682 h 131"/>
                  <a:gd name="T10" fmla="*/ 163 w 18"/>
                  <a:gd name="T11" fmla="*/ 2037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31">
                    <a:moveTo>
                      <a:pt x="0" y="0"/>
                    </a:moveTo>
                    <a:cubicBezTo>
                      <a:pt x="6" y="12"/>
                      <a:pt x="17" y="23"/>
                      <a:pt x="14" y="37"/>
                    </a:cubicBezTo>
                    <a:cubicBezTo>
                      <a:pt x="11" y="49"/>
                      <a:pt x="1" y="63"/>
                      <a:pt x="8" y="74"/>
                    </a:cubicBezTo>
                    <a:cubicBezTo>
                      <a:pt x="12" y="81"/>
                      <a:pt x="17" y="83"/>
                      <a:pt x="18" y="91"/>
                    </a:cubicBezTo>
                    <a:cubicBezTo>
                      <a:pt x="18" y="98"/>
                      <a:pt x="15" y="102"/>
                      <a:pt x="13" y="108"/>
                    </a:cubicBezTo>
                    <a:cubicBezTo>
                      <a:pt x="11" y="114"/>
                      <a:pt x="9" y="126"/>
                      <a:pt x="13" y="13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6" name="Freeform 67">
                <a:extLst>
                  <a:ext uri="{FF2B5EF4-FFF2-40B4-BE49-F238E27FC236}">
                    <a16:creationId xmlns:a16="http://schemas.microsoft.com/office/drawing/2014/main" id="{142884DA-3982-4E5C-A3AD-1FA2052B3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990"/>
                <a:ext cx="32" cy="173"/>
              </a:xfrm>
              <a:custGeom>
                <a:avLst/>
                <a:gdLst>
                  <a:gd name="T0" fmla="*/ 110 w 14"/>
                  <a:gd name="T1" fmla="*/ 0 h 69"/>
                  <a:gd name="T2" fmla="*/ 37 w 14"/>
                  <a:gd name="T3" fmla="*/ 333 h 69"/>
                  <a:gd name="T4" fmla="*/ 73 w 14"/>
                  <a:gd name="T5" fmla="*/ 710 h 69"/>
                  <a:gd name="T6" fmla="*/ 167 w 14"/>
                  <a:gd name="T7" fmla="*/ 1088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9">
                    <a:moveTo>
                      <a:pt x="9" y="0"/>
                    </a:moveTo>
                    <a:cubicBezTo>
                      <a:pt x="10" y="8"/>
                      <a:pt x="5" y="14"/>
                      <a:pt x="3" y="21"/>
                    </a:cubicBezTo>
                    <a:cubicBezTo>
                      <a:pt x="0" y="30"/>
                      <a:pt x="3" y="36"/>
                      <a:pt x="6" y="45"/>
                    </a:cubicBezTo>
                    <a:cubicBezTo>
                      <a:pt x="9" y="52"/>
                      <a:pt x="14" y="63"/>
                      <a:pt x="14" y="6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7" name="Freeform 68">
                <a:extLst>
                  <a:ext uri="{FF2B5EF4-FFF2-40B4-BE49-F238E27FC236}">
                    <a16:creationId xmlns:a16="http://schemas.microsoft.com/office/drawing/2014/main" id="{BD106A35-5FF0-4A56-94F6-CB60C8BC1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608"/>
                <a:ext cx="94" cy="143"/>
              </a:xfrm>
              <a:custGeom>
                <a:avLst/>
                <a:gdLst>
                  <a:gd name="T0" fmla="*/ 66 w 40"/>
                  <a:gd name="T1" fmla="*/ 0 h 57"/>
                  <a:gd name="T2" fmla="*/ 310 w 40"/>
                  <a:gd name="T3" fmla="*/ 630 h 57"/>
                  <a:gd name="T4" fmla="*/ 519 w 40"/>
                  <a:gd name="T5" fmla="*/ 901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57">
                    <a:moveTo>
                      <a:pt x="5" y="0"/>
                    </a:moveTo>
                    <a:cubicBezTo>
                      <a:pt x="0" y="16"/>
                      <a:pt x="13" y="32"/>
                      <a:pt x="24" y="40"/>
                    </a:cubicBezTo>
                    <a:cubicBezTo>
                      <a:pt x="33" y="45"/>
                      <a:pt x="37" y="47"/>
                      <a:pt x="40" y="5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8" name="Freeform 69">
                <a:extLst>
                  <a:ext uri="{FF2B5EF4-FFF2-40B4-BE49-F238E27FC236}">
                    <a16:creationId xmlns:a16="http://schemas.microsoft.com/office/drawing/2014/main" id="{7585B7CA-CD68-4F7F-8623-2257DA26F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1698"/>
                <a:ext cx="33" cy="140"/>
              </a:xfrm>
              <a:custGeom>
                <a:avLst/>
                <a:gdLst>
                  <a:gd name="T0" fmla="*/ 0 w 14"/>
                  <a:gd name="T1" fmla="*/ 0 h 56"/>
                  <a:gd name="T2" fmla="*/ 0 w 14"/>
                  <a:gd name="T3" fmla="*/ 283 h 56"/>
                  <a:gd name="T4" fmla="*/ 94 w 14"/>
                  <a:gd name="T5" fmla="*/ 550 h 56"/>
                  <a:gd name="T6" fmla="*/ 184 w 14"/>
                  <a:gd name="T7" fmla="*/ 8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6">
                    <a:moveTo>
                      <a:pt x="0" y="0"/>
                    </a:moveTo>
                    <a:cubicBezTo>
                      <a:pt x="2" y="7"/>
                      <a:pt x="0" y="12"/>
                      <a:pt x="0" y="18"/>
                    </a:cubicBezTo>
                    <a:cubicBezTo>
                      <a:pt x="1" y="25"/>
                      <a:pt x="4" y="30"/>
                      <a:pt x="7" y="35"/>
                    </a:cubicBezTo>
                    <a:cubicBezTo>
                      <a:pt x="11" y="42"/>
                      <a:pt x="13" y="50"/>
                      <a:pt x="14" y="5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9" name="Freeform 70">
                <a:extLst>
                  <a:ext uri="{FF2B5EF4-FFF2-40B4-BE49-F238E27FC236}">
                    <a16:creationId xmlns:a16="http://schemas.microsoft.com/office/drawing/2014/main" id="{C7112034-2FCC-45C4-966A-ACA1FA2FE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686"/>
                <a:ext cx="49" cy="152"/>
              </a:xfrm>
              <a:custGeom>
                <a:avLst/>
                <a:gdLst>
                  <a:gd name="T0" fmla="*/ 28 w 21"/>
                  <a:gd name="T1" fmla="*/ 0 h 61"/>
                  <a:gd name="T2" fmla="*/ 49 w 21"/>
                  <a:gd name="T3" fmla="*/ 262 h 61"/>
                  <a:gd name="T4" fmla="*/ 28 w 21"/>
                  <a:gd name="T5" fmla="*/ 528 h 61"/>
                  <a:gd name="T6" fmla="*/ 266 w 21"/>
                  <a:gd name="T7" fmla="*/ 944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61">
                    <a:moveTo>
                      <a:pt x="2" y="0"/>
                    </a:moveTo>
                    <a:cubicBezTo>
                      <a:pt x="1" y="6"/>
                      <a:pt x="4" y="11"/>
                      <a:pt x="4" y="17"/>
                    </a:cubicBezTo>
                    <a:cubicBezTo>
                      <a:pt x="3" y="23"/>
                      <a:pt x="0" y="28"/>
                      <a:pt x="2" y="34"/>
                    </a:cubicBezTo>
                    <a:cubicBezTo>
                      <a:pt x="4" y="42"/>
                      <a:pt x="16" y="54"/>
                      <a:pt x="21" y="6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0" name="Freeform 71">
                <a:extLst>
                  <a:ext uri="{FF2B5EF4-FFF2-40B4-BE49-F238E27FC236}">
                    <a16:creationId xmlns:a16="http://schemas.microsoft.com/office/drawing/2014/main" id="{E2702E59-6A00-4592-9F23-E780DCA83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838"/>
                <a:ext cx="37" cy="135"/>
              </a:xfrm>
              <a:custGeom>
                <a:avLst/>
                <a:gdLst>
                  <a:gd name="T0" fmla="*/ 113 w 16"/>
                  <a:gd name="T1" fmla="*/ 0 h 54"/>
                  <a:gd name="T2" fmla="*/ 28 w 16"/>
                  <a:gd name="T3" fmla="*/ 470 h 54"/>
                  <a:gd name="T4" fmla="*/ 171 w 16"/>
                  <a:gd name="T5" fmla="*/ 845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4">
                    <a:moveTo>
                      <a:pt x="9" y="0"/>
                    </a:moveTo>
                    <a:cubicBezTo>
                      <a:pt x="4" y="6"/>
                      <a:pt x="0" y="22"/>
                      <a:pt x="2" y="30"/>
                    </a:cubicBezTo>
                    <a:cubicBezTo>
                      <a:pt x="3" y="34"/>
                      <a:pt x="16" y="53"/>
                      <a:pt x="14" y="5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1" name="Freeform 72">
                <a:extLst>
                  <a:ext uri="{FF2B5EF4-FFF2-40B4-BE49-F238E27FC236}">
                    <a16:creationId xmlns:a16="http://schemas.microsoft.com/office/drawing/2014/main" id="{EE7BD9FE-9D5F-4AED-AE4C-7DBAD86A7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528"/>
                <a:ext cx="64" cy="78"/>
              </a:xfrm>
              <a:custGeom>
                <a:avLst/>
                <a:gdLst>
                  <a:gd name="T0" fmla="*/ 0 w 27"/>
                  <a:gd name="T1" fmla="*/ 0 h 31"/>
                  <a:gd name="T2" fmla="*/ 135 w 27"/>
                  <a:gd name="T3" fmla="*/ 380 h 31"/>
                  <a:gd name="T4" fmla="*/ 360 w 27"/>
                  <a:gd name="T5" fmla="*/ 476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cubicBezTo>
                      <a:pt x="1" y="7"/>
                      <a:pt x="4" y="20"/>
                      <a:pt x="10" y="24"/>
                    </a:cubicBezTo>
                    <a:cubicBezTo>
                      <a:pt x="13" y="27"/>
                      <a:pt x="24" y="31"/>
                      <a:pt x="27" y="3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2" name="Freeform 73">
                <a:extLst>
                  <a:ext uri="{FF2B5EF4-FFF2-40B4-BE49-F238E27FC236}">
                    <a16:creationId xmlns:a16="http://schemas.microsoft.com/office/drawing/2014/main" id="{BEBEA184-A4C2-4BCA-A566-6540866E3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411"/>
                <a:ext cx="93" cy="52"/>
              </a:xfrm>
              <a:custGeom>
                <a:avLst/>
                <a:gdLst>
                  <a:gd name="T0" fmla="*/ 0 w 40"/>
                  <a:gd name="T1" fmla="*/ 0 h 21"/>
                  <a:gd name="T2" fmla="*/ 502 w 40"/>
                  <a:gd name="T3" fmla="*/ 1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1">
                    <a:moveTo>
                      <a:pt x="0" y="0"/>
                    </a:moveTo>
                    <a:cubicBezTo>
                      <a:pt x="7" y="21"/>
                      <a:pt x="25" y="11"/>
                      <a:pt x="40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3" name="Freeform 74">
                <a:extLst>
                  <a:ext uri="{FF2B5EF4-FFF2-40B4-BE49-F238E27FC236}">
                    <a16:creationId xmlns:a16="http://schemas.microsoft.com/office/drawing/2014/main" id="{845FCB23-D2EA-49C5-A7CB-B2576B2EC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130"/>
                <a:ext cx="206" cy="257"/>
              </a:xfrm>
              <a:custGeom>
                <a:avLst/>
                <a:gdLst>
                  <a:gd name="T0" fmla="*/ 0 w 88"/>
                  <a:gd name="T1" fmla="*/ 1599 h 103"/>
                  <a:gd name="T2" fmla="*/ 363 w 88"/>
                  <a:gd name="T3" fmla="*/ 1195 h 103"/>
                  <a:gd name="T4" fmla="*/ 822 w 88"/>
                  <a:gd name="T5" fmla="*/ 759 h 103"/>
                  <a:gd name="T6" fmla="*/ 976 w 88"/>
                  <a:gd name="T7" fmla="*/ 217 h 103"/>
                  <a:gd name="T8" fmla="*/ 1042 w 88"/>
                  <a:gd name="T9" fmla="*/ 62 h 103"/>
                  <a:gd name="T10" fmla="*/ 1128 w 88"/>
                  <a:gd name="T11" fmla="*/ 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103">
                    <a:moveTo>
                      <a:pt x="0" y="103"/>
                    </a:moveTo>
                    <a:cubicBezTo>
                      <a:pt x="14" y="102"/>
                      <a:pt x="26" y="91"/>
                      <a:pt x="28" y="77"/>
                    </a:cubicBezTo>
                    <a:cubicBezTo>
                      <a:pt x="32" y="56"/>
                      <a:pt x="50" y="60"/>
                      <a:pt x="64" y="49"/>
                    </a:cubicBezTo>
                    <a:cubicBezTo>
                      <a:pt x="73" y="43"/>
                      <a:pt x="73" y="24"/>
                      <a:pt x="76" y="14"/>
                    </a:cubicBezTo>
                    <a:cubicBezTo>
                      <a:pt x="77" y="11"/>
                      <a:pt x="78" y="6"/>
                      <a:pt x="81" y="4"/>
                    </a:cubicBezTo>
                    <a:cubicBezTo>
                      <a:pt x="83" y="2"/>
                      <a:pt x="86" y="3"/>
                      <a:pt x="8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4" name="Freeform 75">
                <a:extLst>
                  <a:ext uri="{FF2B5EF4-FFF2-40B4-BE49-F238E27FC236}">
                    <a16:creationId xmlns:a16="http://schemas.microsoft.com/office/drawing/2014/main" id="{C212A68F-4BB9-4AA2-9C5D-923B2F310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55"/>
                <a:ext cx="44" cy="115"/>
              </a:xfrm>
              <a:custGeom>
                <a:avLst/>
                <a:gdLst>
                  <a:gd name="T0" fmla="*/ 236 w 19"/>
                  <a:gd name="T1" fmla="*/ 0 h 46"/>
                  <a:gd name="T2" fmla="*/ 188 w 19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6">
                    <a:moveTo>
                      <a:pt x="19" y="0"/>
                    </a:moveTo>
                    <a:cubicBezTo>
                      <a:pt x="0" y="5"/>
                      <a:pt x="14" y="34"/>
                      <a:pt x="15" y="4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5" name="Freeform 76">
                <a:extLst>
                  <a:ext uri="{FF2B5EF4-FFF2-40B4-BE49-F238E27FC236}">
                    <a16:creationId xmlns:a16="http://schemas.microsoft.com/office/drawing/2014/main" id="{E37CAE42-4511-4CB4-A582-BD0D4E74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160"/>
                <a:ext cx="78" cy="113"/>
              </a:xfrm>
              <a:custGeom>
                <a:avLst/>
                <a:gdLst>
                  <a:gd name="T0" fmla="*/ 435 w 33"/>
                  <a:gd name="T1" fmla="*/ 0 h 45"/>
                  <a:gd name="T2" fmla="*/ 118 w 33"/>
                  <a:gd name="T3" fmla="*/ 397 h 45"/>
                  <a:gd name="T4" fmla="*/ 0 w 33"/>
                  <a:gd name="T5" fmla="*/ 71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5">
                    <a:moveTo>
                      <a:pt x="33" y="0"/>
                    </a:moveTo>
                    <a:cubicBezTo>
                      <a:pt x="22" y="2"/>
                      <a:pt x="12" y="15"/>
                      <a:pt x="9" y="25"/>
                    </a:cubicBezTo>
                    <a:cubicBezTo>
                      <a:pt x="7" y="31"/>
                      <a:pt x="7" y="44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6" name="Freeform 77">
                <a:extLst>
                  <a:ext uri="{FF2B5EF4-FFF2-40B4-BE49-F238E27FC236}">
                    <a16:creationId xmlns:a16="http://schemas.microsoft.com/office/drawing/2014/main" id="{52F5A3F9-A812-4299-9EAB-CCF776E84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263"/>
                <a:ext cx="91" cy="94"/>
              </a:xfrm>
              <a:custGeom>
                <a:avLst/>
                <a:gdLst>
                  <a:gd name="T0" fmla="*/ 0 w 39"/>
                  <a:gd name="T1" fmla="*/ 576 h 38"/>
                  <a:gd name="T2" fmla="*/ 355 w 39"/>
                  <a:gd name="T3" fmla="*/ 349 h 38"/>
                  <a:gd name="T4" fmla="*/ 495 w 39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8">
                    <a:moveTo>
                      <a:pt x="0" y="38"/>
                    </a:moveTo>
                    <a:cubicBezTo>
                      <a:pt x="14" y="38"/>
                      <a:pt x="22" y="35"/>
                      <a:pt x="28" y="23"/>
                    </a:cubicBezTo>
                    <a:cubicBezTo>
                      <a:pt x="32" y="15"/>
                      <a:pt x="35" y="7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7" name="Freeform 78">
                <a:extLst>
                  <a:ext uri="{FF2B5EF4-FFF2-40B4-BE49-F238E27FC236}">
                    <a16:creationId xmlns:a16="http://schemas.microsoft.com/office/drawing/2014/main" id="{8718DFD1-6CAC-44FA-B5CA-BB4DB754D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290"/>
                <a:ext cx="75" cy="65"/>
              </a:xfrm>
              <a:custGeom>
                <a:avLst/>
                <a:gdLst>
                  <a:gd name="T0" fmla="*/ 12 w 32"/>
                  <a:gd name="T1" fmla="*/ 395 h 26"/>
                  <a:gd name="T2" fmla="*/ 0 w 32"/>
                  <a:gd name="T3" fmla="*/ 408 h 26"/>
                  <a:gd name="T4" fmla="*/ 164 w 32"/>
                  <a:gd name="T5" fmla="*/ 63 h 26"/>
                  <a:gd name="T6" fmla="*/ 413 w 32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1" y="25"/>
                    </a:moveTo>
                    <a:cubicBezTo>
                      <a:pt x="1" y="26"/>
                      <a:pt x="1" y="26"/>
                      <a:pt x="0" y="26"/>
                    </a:cubicBezTo>
                    <a:cubicBezTo>
                      <a:pt x="1" y="19"/>
                      <a:pt x="6" y="7"/>
                      <a:pt x="13" y="4"/>
                    </a:cubicBezTo>
                    <a:cubicBezTo>
                      <a:pt x="19" y="0"/>
                      <a:pt x="26" y="3"/>
                      <a:pt x="3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8" name="Freeform 79">
                <a:extLst>
                  <a:ext uri="{FF2B5EF4-FFF2-40B4-BE49-F238E27FC236}">
                    <a16:creationId xmlns:a16="http://schemas.microsoft.com/office/drawing/2014/main" id="{83F83553-2A96-4BBD-8798-BC5B6A20E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110"/>
                <a:ext cx="82" cy="123"/>
              </a:xfrm>
              <a:custGeom>
                <a:avLst/>
                <a:gdLst>
                  <a:gd name="T0" fmla="*/ 0 w 35"/>
                  <a:gd name="T1" fmla="*/ 776 h 49"/>
                  <a:gd name="T2" fmla="*/ 438 w 35"/>
                  <a:gd name="T3" fmla="*/ 505 h 49"/>
                  <a:gd name="T4" fmla="*/ 412 w 35"/>
                  <a:gd name="T5" fmla="*/ 208 h 49"/>
                  <a:gd name="T6" fmla="*/ 373 w 35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9">
                    <a:moveTo>
                      <a:pt x="0" y="49"/>
                    </a:moveTo>
                    <a:cubicBezTo>
                      <a:pt x="11" y="43"/>
                      <a:pt x="31" y="46"/>
                      <a:pt x="34" y="32"/>
                    </a:cubicBezTo>
                    <a:cubicBezTo>
                      <a:pt x="35" y="25"/>
                      <a:pt x="34" y="19"/>
                      <a:pt x="32" y="13"/>
                    </a:cubicBezTo>
                    <a:cubicBezTo>
                      <a:pt x="30" y="9"/>
                      <a:pt x="27" y="5"/>
                      <a:pt x="2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9" name="Freeform 80">
                <a:extLst>
                  <a:ext uri="{FF2B5EF4-FFF2-40B4-BE49-F238E27FC236}">
                    <a16:creationId xmlns:a16="http://schemas.microsoft.com/office/drawing/2014/main" id="{956DCEB2-C6E9-460F-A5AB-5BFAF4171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423"/>
                <a:ext cx="127" cy="43"/>
              </a:xfrm>
              <a:custGeom>
                <a:avLst/>
                <a:gdLst>
                  <a:gd name="T0" fmla="*/ 0 w 54"/>
                  <a:gd name="T1" fmla="*/ 0 h 17"/>
                  <a:gd name="T2" fmla="*/ 405 w 54"/>
                  <a:gd name="T3" fmla="*/ 255 h 17"/>
                  <a:gd name="T4" fmla="*/ 703 w 54"/>
                  <a:gd name="T5" fmla="*/ 12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7">
                    <a:moveTo>
                      <a:pt x="0" y="0"/>
                    </a:moveTo>
                    <a:cubicBezTo>
                      <a:pt x="8" y="10"/>
                      <a:pt x="18" y="16"/>
                      <a:pt x="31" y="16"/>
                    </a:cubicBezTo>
                    <a:cubicBezTo>
                      <a:pt x="41" y="17"/>
                      <a:pt x="46" y="13"/>
                      <a:pt x="54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0" name="Freeform 81">
                <a:extLst>
                  <a:ext uri="{FF2B5EF4-FFF2-40B4-BE49-F238E27FC236}">
                    <a16:creationId xmlns:a16="http://schemas.microsoft.com/office/drawing/2014/main" id="{E0B9AB52-FDB0-4DA6-AE2E-39FB7FEA8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448"/>
                <a:ext cx="206" cy="115"/>
              </a:xfrm>
              <a:custGeom>
                <a:avLst/>
                <a:gdLst>
                  <a:gd name="T0" fmla="*/ 0 w 88"/>
                  <a:gd name="T1" fmla="*/ 0 h 46"/>
                  <a:gd name="T2" fmla="*/ 363 w 88"/>
                  <a:gd name="T3" fmla="*/ 313 h 46"/>
                  <a:gd name="T4" fmla="*/ 794 w 88"/>
                  <a:gd name="T5" fmla="*/ 438 h 46"/>
                  <a:gd name="T6" fmla="*/ 1128 w 88"/>
                  <a:gd name="T7" fmla="*/ 72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46">
                    <a:moveTo>
                      <a:pt x="0" y="0"/>
                    </a:moveTo>
                    <a:cubicBezTo>
                      <a:pt x="10" y="8"/>
                      <a:pt x="15" y="17"/>
                      <a:pt x="28" y="20"/>
                    </a:cubicBezTo>
                    <a:cubicBezTo>
                      <a:pt x="39" y="22"/>
                      <a:pt x="52" y="22"/>
                      <a:pt x="62" y="28"/>
                    </a:cubicBezTo>
                    <a:cubicBezTo>
                      <a:pt x="71" y="33"/>
                      <a:pt x="79" y="42"/>
                      <a:pt x="88" y="4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1" name="Freeform 82">
                <a:extLst>
                  <a:ext uri="{FF2B5EF4-FFF2-40B4-BE49-F238E27FC236}">
                    <a16:creationId xmlns:a16="http://schemas.microsoft.com/office/drawing/2014/main" id="{8092A502-7B99-4209-B07E-0B1A9F3A6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513"/>
                <a:ext cx="152" cy="105"/>
              </a:xfrm>
              <a:custGeom>
                <a:avLst/>
                <a:gdLst>
                  <a:gd name="T0" fmla="*/ 0 w 65"/>
                  <a:gd name="T1" fmla="*/ 0 h 42"/>
                  <a:gd name="T2" fmla="*/ 372 w 65"/>
                  <a:gd name="T3" fmla="*/ 500 h 42"/>
                  <a:gd name="T4" fmla="*/ 641 w 65"/>
                  <a:gd name="T5" fmla="*/ 595 h 42"/>
                  <a:gd name="T6" fmla="*/ 830 w 65"/>
                  <a:gd name="T7" fmla="*/ 65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42">
                    <a:moveTo>
                      <a:pt x="0" y="0"/>
                    </a:moveTo>
                    <a:cubicBezTo>
                      <a:pt x="6" y="17"/>
                      <a:pt x="13" y="23"/>
                      <a:pt x="29" y="32"/>
                    </a:cubicBezTo>
                    <a:cubicBezTo>
                      <a:pt x="36" y="36"/>
                      <a:pt x="42" y="38"/>
                      <a:pt x="50" y="38"/>
                    </a:cubicBezTo>
                    <a:cubicBezTo>
                      <a:pt x="56" y="39"/>
                      <a:pt x="60" y="38"/>
                      <a:pt x="65" y="4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2" name="Freeform 83">
                <a:extLst>
                  <a:ext uri="{FF2B5EF4-FFF2-40B4-BE49-F238E27FC236}">
                    <a16:creationId xmlns:a16="http://schemas.microsoft.com/office/drawing/2014/main" id="{26A85E04-B5A5-4320-ADFE-1389831B3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608"/>
                <a:ext cx="75" cy="110"/>
              </a:xfrm>
              <a:custGeom>
                <a:avLst/>
                <a:gdLst>
                  <a:gd name="T0" fmla="*/ 0 w 32"/>
                  <a:gd name="T1" fmla="*/ 0 h 44"/>
                  <a:gd name="T2" fmla="*/ 164 w 32"/>
                  <a:gd name="T3" fmla="*/ 488 h 44"/>
                  <a:gd name="T4" fmla="*/ 413 w 32"/>
                  <a:gd name="T5" fmla="*/ 688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4">
                    <a:moveTo>
                      <a:pt x="0" y="0"/>
                    </a:moveTo>
                    <a:cubicBezTo>
                      <a:pt x="4" y="11"/>
                      <a:pt x="4" y="23"/>
                      <a:pt x="13" y="31"/>
                    </a:cubicBezTo>
                    <a:cubicBezTo>
                      <a:pt x="19" y="36"/>
                      <a:pt x="28" y="35"/>
                      <a:pt x="32" y="4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3" name="Freeform 84">
                <a:extLst>
                  <a:ext uri="{FF2B5EF4-FFF2-40B4-BE49-F238E27FC236}">
                    <a16:creationId xmlns:a16="http://schemas.microsoft.com/office/drawing/2014/main" id="{9BC90DD4-AB87-4FA8-86EB-EE8FDDBDF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436"/>
                <a:ext cx="150" cy="162"/>
              </a:xfrm>
              <a:custGeom>
                <a:avLst/>
                <a:gdLst>
                  <a:gd name="T0" fmla="*/ 0 w 64"/>
                  <a:gd name="T1" fmla="*/ 1007 h 65"/>
                  <a:gd name="T2" fmla="*/ 49 w 64"/>
                  <a:gd name="T3" fmla="*/ 633 h 65"/>
                  <a:gd name="T4" fmla="*/ 230 w 64"/>
                  <a:gd name="T5" fmla="*/ 404 h 65"/>
                  <a:gd name="T6" fmla="*/ 565 w 64"/>
                  <a:gd name="T7" fmla="*/ 279 h 65"/>
                  <a:gd name="T8" fmla="*/ 825 w 64"/>
                  <a:gd name="T9" fmla="*/ 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5">
                    <a:moveTo>
                      <a:pt x="0" y="65"/>
                    </a:moveTo>
                    <a:cubicBezTo>
                      <a:pt x="4" y="62"/>
                      <a:pt x="1" y="47"/>
                      <a:pt x="4" y="41"/>
                    </a:cubicBezTo>
                    <a:cubicBezTo>
                      <a:pt x="6" y="37"/>
                      <a:pt x="13" y="28"/>
                      <a:pt x="18" y="26"/>
                    </a:cubicBezTo>
                    <a:cubicBezTo>
                      <a:pt x="26" y="22"/>
                      <a:pt x="35" y="24"/>
                      <a:pt x="44" y="18"/>
                    </a:cubicBezTo>
                    <a:cubicBezTo>
                      <a:pt x="50" y="14"/>
                      <a:pt x="60" y="7"/>
                      <a:pt x="6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4" name="Freeform 85">
                <a:extLst>
                  <a:ext uri="{FF2B5EF4-FFF2-40B4-BE49-F238E27FC236}">
                    <a16:creationId xmlns:a16="http://schemas.microsoft.com/office/drawing/2014/main" id="{60ACACB4-BFD8-48BB-950D-25129482C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428"/>
                <a:ext cx="146" cy="53"/>
              </a:xfrm>
              <a:custGeom>
                <a:avLst/>
                <a:gdLst>
                  <a:gd name="T0" fmla="*/ 0 w 62"/>
                  <a:gd name="T1" fmla="*/ 242 h 21"/>
                  <a:gd name="T2" fmla="*/ 454 w 62"/>
                  <a:gd name="T3" fmla="*/ 288 h 21"/>
                  <a:gd name="T4" fmla="*/ 810 w 62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1">
                    <a:moveTo>
                      <a:pt x="0" y="15"/>
                    </a:moveTo>
                    <a:cubicBezTo>
                      <a:pt x="12" y="18"/>
                      <a:pt x="22" y="21"/>
                      <a:pt x="35" y="18"/>
                    </a:cubicBezTo>
                    <a:cubicBezTo>
                      <a:pt x="45" y="15"/>
                      <a:pt x="56" y="9"/>
                      <a:pt x="6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5" name="Freeform 86">
                <a:extLst>
                  <a:ext uri="{FF2B5EF4-FFF2-40B4-BE49-F238E27FC236}">
                    <a16:creationId xmlns:a16="http://schemas.microsoft.com/office/drawing/2014/main" id="{6EECB117-C256-43B9-A627-C0A7B6679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651"/>
                <a:ext cx="70" cy="130"/>
              </a:xfrm>
              <a:custGeom>
                <a:avLst/>
                <a:gdLst>
                  <a:gd name="T0" fmla="*/ 0 w 30"/>
                  <a:gd name="T1" fmla="*/ 813 h 52"/>
                  <a:gd name="T2" fmla="*/ 380 w 30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2">
                    <a:moveTo>
                      <a:pt x="0" y="52"/>
                    </a:moveTo>
                    <a:cubicBezTo>
                      <a:pt x="1" y="32"/>
                      <a:pt x="5" y="1"/>
                      <a:pt x="3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6" name="Freeform 87">
                <a:extLst>
                  <a:ext uri="{FF2B5EF4-FFF2-40B4-BE49-F238E27FC236}">
                    <a16:creationId xmlns:a16="http://schemas.microsoft.com/office/drawing/2014/main" id="{B24C1DB7-FA59-4BB9-B17A-43277432B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2053"/>
                <a:ext cx="30" cy="122"/>
              </a:xfrm>
              <a:custGeom>
                <a:avLst/>
                <a:gdLst>
                  <a:gd name="T0" fmla="*/ 0 w 13"/>
                  <a:gd name="T1" fmla="*/ 0 h 49"/>
                  <a:gd name="T2" fmla="*/ 150 w 13"/>
                  <a:gd name="T3" fmla="*/ 403 h 49"/>
                  <a:gd name="T4" fmla="*/ 134 w 13"/>
                  <a:gd name="T5" fmla="*/ 7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9">
                    <a:moveTo>
                      <a:pt x="0" y="0"/>
                    </a:moveTo>
                    <a:cubicBezTo>
                      <a:pt x="6" y="8"/>
                      <a:pt x="10" y="16"/>
                      <a:pt x="12" y="26"/>
                    </a:cubicBezTo>
                    <a:cubicBezTo>
                      <a:pt x="13" y="34"/>
                      <a:pt x="11" y="41"/>
                      <a:pt x="11" y="4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7" name="Oval 88">
                <a:extLst>
                  <a:ext uri="{FF2B5EF4-FFF2-40B4-BE49-F238E27FC236}">
                    <a16:creationId xmlns:a16="http://schemas.microsoft.com/office/drawing/2014/main" id="{218A3F6C-FCFF-448B-9853-A4A9216F8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" y="1471"/>
                <a:ext cx="890" cy="946"/>
              </a:xfrm>
              <a:prstGeom prst="ellipse">
                <a:avLst/>
              </a:prstGeom>
              <a:noFill/>
              <a:ln w="1111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68" name="Oval 89">
                <a:extLst>
                  <a:ext uri="{FF2B5EF4-FFF2-40B4-BE49-F238E27FC236}">
                    <a16:creationId xmlns:a16="http://schemas.microsoft.com/office/drawing/2014/main" id="{C374176A-D93A-46AE-9E5F-A9A5C7BA2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1498"/>
                <a:ext cx="838" cy="892"/>
              </a:xfrm>
              <a:prstGeom prst="ellipse">
                <a:avLst/>
              </a:prstGeom>
              <a:noFill/>
              <a:ln w="1111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69" name="Freeform 90">
                <a:extLst>
                  <a:ext uri="{FF2B5EF4-FFF2-40B4-BE49-F238E27FC236}">
                    <a16:creationId xmlns:a16="http://schemas.microsoft.com/office/drawing/2014/main" id="{6DAE20CE-01C0-4BD8-8492-6CB2645BC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553"/>
                <a:ext cx="21" cy="33"/>
              </a:xfrm>
              <a:custGeom>
                <a:avLst/>
                <a:gdLst>
                  <a:gd name="T0" fmla="*/ 0 w 9"/>
                  <a:gd name="T1" fmla="*/ 0 h 13"/>
                  <a:gd name="T2" fmla="*/ 114 w 9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2" y="3"/>
                      <a:pt x="6" y="12"/>
                      <a:pt x="9" y="1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0" name="Freeform 91">
                <a:extLst>
                  <a:ext uri="{FF2B5EF4-FFF2-40B4-BE49-F238E27FC236}">
                    <a16:creationId xmlns:a16="http://schemas.microsoft.com/office/drawing/2014/main" id="{8196CC49-8489-4474-B58D-7E3BB41B3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498"/>
                <a:ext cx="11" cy="40"/>
              </a:xfrm>
              <a:custGeom>
                <a:avLst/>
                <a:gdLst>
                  <a:gd name="T0" fmla="*/ 0 w 5"/>
                  <a:gd name="T1" fmla="*/ 250 h 16"/>
                  <a:gd name="T2" fmla="*/ 53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5" y="13"/>
                      <a:pt x="4" y="5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1" name="Freeform 92">
                <a:extLst>
                  <a:ext uri="{FF2B5EF4-FFF2-40B4-BE49-F238E27FC236}">
                    <a16:creationId xmlns:a16="http://schemas.microsoft.com/office/drawing/2014/main" id="{2BA9BFD6-2939-4E63-8250-4C863ABCA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528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3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2" name="Freeform 93">
                <a:extLst>
                  <a:ext uri="{FF2B5EF4-FFF2-40B4-BE49-F238E27FC236}">
                    <a16:creationId xmlns:a16="http://schemas.microsoft.com/office/drawing/2014/main" id="{F355BC8B-438B-4EF3-895A-275F43738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548"/>
                <a:ext cx="28" cy="35"/>
              </a:xfrm>
              <a:custGeom>
                <a:avLst/>
                <a:gdLst>
                  <a:gd name="T0" fmla="*/ 0 w 12"/>
                  <a:gd name="T1" fmla="*/ 208 h 14"/>
                  <a:gd name="T2" fmla="*/ 152 w 1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13"/>
                    </a:moveTo>
                    <a:cubicBezTo>
                      <a:pt x="4" y="14"/>
                      <a:pt x="11" y="2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3" name="Freeform 94">
                <a:extLst>
                  <a:ext uri="{FF2B5EF4-FFF2-40B4-BE49-F238E27FC236}">
                    <a16:creationId xmlns:a16="http://schemas.microsoft.com/office/drawing/2014/main" id="{2135A065-D0DE-4907-AD53-8FE1C8A5C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578"/>
                <a:ext cx="5" cy="10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1"/>
                      <a:pt x="0" y="3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4" name="Freeform 95">
                <a:extLst>
                  <a:ext uri="{FF2B5EF4-FFF2-40B4-BE49-F238E27FC236}">
                    <a16:creationId xmlns:a16="http://schemas.microsoft.com/office/drawing/2014/main" id="{68B63F9E-7C9D-43AE-98FF-B17FD7280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651"/>
                <a:ext cx="35" cy="27"/>
              </a:xfrm>
              <a:custGeom>
                <a:avLst/>
                <a:gdLst>
                  <a:gd name="T0" fmla="*/ 0 w 15"/>
                  <a:gd name="T1" fmla="*/ 162 h 11"/>
                  <a:gd name="T2" fmla="*/ 191 w 1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0" y="11"/>
                    </a:moveTo>
                    <a:cubicBezTo>
                      <a:pt x="1" y="11"/>
                      <a:pt x="15" y="2"/>
                      <a:pt x="15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5" name="Freeform 96">
                <a:extLst>
                  <a:ext uri="{FF2B5EF4-FFF2-40B4-BE49-F238E27FC236}">
                    <a16:creationId xmlns:a16="http://schemas.microsoft.com/office/drawing/2014/main" id="{02FCE188-5F83-4EE2-B6DF-DA61F755A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646"/>
                <a:ext cx="5" cy="12"/>
              </a:xfrm>
              <a:custGeom>
                <a:avLst/>
                <a:gdLst>
                  <a:gd name="T0" fmla="*/ 0 w 2"/>
                  <a:gd name="T1" fmla="*/ 70 h 5"/>
                  <a:gd name="T2" fmla="*/ 2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2" y="3"/>
                      <a:pt x="2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6" name="Freeform 97">
                <a:extLst>
                  <a:ext uri="{FF2B5EF4-FFF2-40B4-BE49-F238E27FC236}">
                    <a16:creationId xmlns:a16="http://schemas.microsoft.com/office/drawing/2014/main" id="{99BB87C3-7AD0-4D16-934D-FB1310AF5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766"/>
                <a:ext cx="37" cy="20"/>
              </a:xfrm>
              <a:custGeom>
                <a:avLst/>
                <a:gdLst>
                  <a:gd name="T0" fmla="*/ 0 w 16"/>
                  <a:gd name="T1" fmla="*/ 125 h 8"/>
                  <a:gd name="T2" fmla="*/ 86 w 16"/>
                  <a:gd name="T3" fmla="*/ 95 h 8"/>
                  <a:gd name="T4" fmla="*/ 199 w 16"/>
                  <a:gd name="T5" fmla="*/ 2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0" y="8"/>
                      <a:pt x="6" y="6"/>
                      <a:pt x="7" y="6"/>
                    </a:cubicBezTo>
                    <a:cubicBezTo>
                      <a:pt x="8" y="4"/>
                      <a:pt x="14" y="0"/>
                      <a:pt x="16" y="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7" name="Freeform 98">
                <a:extLst>
                  <a:ext uri="{FF2B5EF4-FFF2-40B4-BE49-F238E27FC236}">
                    <a16:creationId xmlns:a16="http://schemas.microsoft.com/office/drawing/2014/main" id="{1F315F49-78FE-42F0-8EB0-8247CD07D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1756"/>
                <a:ext cx="7" cy="12"/>
              </a:xfrm>
              <a:custGeom>
                <a:avLst/>
                <a:gdLst>
                  <a:gd name="T0" fmla="*/ 0 w 3"/>
                  <a:gd name="T1" fmla="*/ 70 h 5"/>
                  <a:gd name="T2" fmla="*/ 28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2" y="4"/>
                      <a:pt x="3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8" name="Freeform 99">
                <a:extLst>
                  <a:ext uri="{FF2B5EF4-FFF2-40B4-BE49-F238E27FC236}">
                    <a16:creationId xmlns:a16="http://schemas.microsoft.com/office/drawing/2014/main" id="{A27C32DB-350B-4178-AECD-34F97EADE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960"/>
                <a:ext cx="25" cy="8"/>
              </a:xfrm>
              <a:custGeom>
                <a:avLst/>
                <a:gdLst>
                  <a:gd name="T0" fmla="*/ 0 w 11"/>
                  <a:gd name="T1" fmla="*/ 0 h 3"/>
                  <a:gd name="T2" fmla="*/ 130 w 11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1" y="3"/>
                      <a:pt x="8" y="0"/>
                      <a:pt x="11" y="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9" name="Freeform 100">
                <a:extLst>
                  <a:ext uri="{FF2B5EF4-FFF2-40B4-BE49-F238E27FC236}">
                    <a16:creationId xmlns:a16="http://schemas.microsoft.com/office/drawing/2014/main" id="{23743BA5-7A8E-4B68-8DCA-05A72B678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965"/>
                <a:ext cx="9" cy="10"/>
              </a:xfrm>
              <a:custGeom>
                <a:avLst/>
                <a:gdLst>
                  <a:gd name="T0" fmla="*/ 0 w 4"/>
                  <a:gd name="T1" fmla="*/ 0 h 4"/>
                  <a:gd name="T2" fmla="*/ 45 w 4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4" y="2"/>
                      <a:pt x="4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0" name="Freeform 101">
                <a:extLst>
                  <a:ext uri="{FF2B5EF4-FFF2-40B4-BE49-F238E27FC236}">
                    <a16:creationId xmlns:a16="http://schemas.microsoft.com/office/drawing/2014/main" id="{D767D6AF-0AE3-4C5D-9C8A-5F5B61114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125"/>
                <a:ext cx="26" cy="15"/>
              </a:xfrm>
              <a:custGeom>
                <a:avLst/>
                <a:gdLst>
                  <a:gd name="T0" fmla="*/ 0 w 11"/>
                  <a:gd name="T1" fmla="*/ 0 h 6"/>
                  <a:gd name="T2" fmla="*/ 95 w 11"/>
                  <a:gd name="T3" fmla="*/ 63 h 6"/>
                  <a:gd name="T4" fmla="*/ 144 w 11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2" y="2"/>
                      <a:pt x="5" y="2"/>
                      <a:pt x="7" y="4"/>
                    </a:cubicBezTo>
                    <a:cubicBezTo>
                      <a:pt x="8" y="5"/>
                      <a:pt x="9" y="6"/>
                      <a:pt x="11" y="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1" name="Freeform 102">
                <a:extLst>
                  <a:ext uri="{FF2B5EF4-FFF2-40B4-BE49-F238E27FC236}">
                    <a16:creationId xmlns:a16="http://schemas.microsoft.com/office/drawing/2014/main" id="{1816D479-2E6F-43A1-933F-308016012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130"/>
                <a:ext cx="17" cy="5"/>
              </a:xfrm>
              <a:custGeom>
                <a:avLst/>
                <a:gdLst>
                  <a:gd name="T0" fmla="*/ 0 w 7"/>
                  <a:gd name="T1" fmla="*/ 33 h 2"/>
                  <a:gd name="T2" fmla="*/ 100 w 7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4" y="0"/>
                      <a:pt x="7" y="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2" name="Freeform 103">
                <a:extLst>
                  <a:ext uri="{FF2B5EF4-FFF2-40B4-BE49-F238E27FC236}">
                    <a16:creationId xmlns:a16="http://schemas.microsoft.com/office/drawing/2014/main" id="{77D74AE5-7310-46CE-A09D-C4EFA2973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260"/>
                <a:ext cx="14" cy="28"/>
              </a:xfrm>
              <a:custGeom>
                <a:avLst/>
                <a:gdLst>
                  <a:gd name="T0" fmla="*/ 28 w 6"/>
                  <a:gd name="T1" fmla="*/ 0 h 11"/>
                  <a:gd name="T2" fmla="*/ 77 w 6"/>
                  <a:gd name="T3" fmla="*/ 18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0" y="4"/>
                      <a:pt x="4" y="8"/>
                      <a:pt x="6" y="1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3" name="Freeform 104">
                <a:extLst>
                  <a:ext uri="{FF2B5EF4-FFF2-40B4-BE49-F238E27FC236}">
                    <a16:creationId xmlns:a16="http://schemas.microsoft.com/office/drawing/2014/main" id="{279D14D3-1EBD-4B12-9785-C49382AEF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265"/>
                <a:ext cx="11" cy="8"/>
              </a:xfrm>
              <a:custGeom>
                <a:avLst/>
                <a:gdLst>
                  <a:gd name="T0" fmla="*/ 0 w 5"/>
                  <a:gd name="T1" fmla="*/ 0 h 3"/>
                  <a:gd name="T2" fmla="*/ 53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1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4" name="Freeform 105">
                <a:extLst>
                  <a:ext uri="{FF2B5EF4-FFF2-40B4-BE49-F238E27FC236}">
                    <a16:creationId xmlns:a16="http://schemas.microsoft.com/office/drawing/2014/main" id="{6F345801-B838-4AC8-A6DB-4BCCB6025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350"/>
                <a:ext cx="7" cy="30"/>
              </a:xfrm>
              <a:custGeom>
                <a:avLst/>
                <a:gdLst>
                  <a:gd name="T0" fmla="*/ 0 w 3"/>
                  <a:gd name="T1" fmla="*/ 0 h 12"/>
                  <a:gd name="T2" fmla="*/ 37 w 3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2" y="3"/>
                      <a:pt x="3" y="8"/>
                      <a:pt x="3" y="1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5" name="Freeform 106">
                <a:extLst>
                  <a:ext uri="{FF2B5EF4-FFF2-40B4-BE49-F238E27FC236}">
                    <a16:creationId xmlns:a16="http://schemas.microsoft.com/office/drawing/2014/main" id="{D0DA7919-AB30-4904-A634-D3B951A31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370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3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6" name="Freeform 107">
                <a:extLst>
                  <a:ext uri="{FF2B5EF4-FFF2-40B4-BE49-F238E27FC236}">
                    <a16:creationId xmlns:a16="http://schemas.microsoft.com/office/drawing/2014/main" id="{1552EA94-9324-4606-913A-75C1D5163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355"/>
                <a:ext cx="9" cy="30"/>
              </a:xfrm>
              <a:custGeom>
                <a:avLst/>
                <a:gdLst>
                  <a:gd name="T0" fmla="*/ 45 w 4"/>
                  <a:gd name="T1" fmla="*/ 0 h 12"/>
                  <a:gd name="T2" fmla="*/ 0 w 4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3"/>
                      <a:pt x="2" y="10"/>
                      <a:pt x="0" y="1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7" name="Freeform 108">
                <a:extLst>
                  <a:ext uri="{FF2B5EF4-FFF2-40B4-BE49-F238E27FC236}">
                    <a16:creationId xmlns:a16="http://schemas.microsoft.com/office/drawing/2014/main" id="{F8671689-5E72-478E-A0E6-B2E993783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2357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8" name="Freeform 109">
                <a:extLst>
                  <a:ext uri="{FF2B5EF4-FFF2-40B4-BE49-F238E27FC236}">
                    <a16:creationId xmlns:a16="http://schemas.microsoft.com/office/drawing/2014/main" id="{C6A57A40-AEB2-4DA4-A33C-E18CD75D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2300"/>
                <a:ext cx="18" cy="22"/>
              </a:xfrm>
              <a:custGeom>
                <a:avLst/>
                <a:gdLst>
                  <a:gd name="T0" fmla="*/ 0 w 8"/>
                  <a:gd name="T1" fmla="*/ 132 h 9"/>
                  <a:gd name="T2" fmla="*/ 92 w 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3" y="8"/>
                      <a:pt x="5" y="3"/>
                      <a:pt x="8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9" name="Freeform 110">
                <a:extLst>
                  <a:ext uri="{FF2B5EF4-FFF2-40B4-BE49-F238E27FC236}">
                    <a16:creationId xmlns:a16="http://schemas.microsoft.com/office/drawing/2014/main" id="{5448280A-F9F7-4544-8936-895A55881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2305"/>
                <a:ext cx="11" cy="2"/>
              </a:xfrm>
              <a:custGeom>
                <a:avLst/>
                <a:gdLst>
                  <a:gd name="T0" fmla="*/ 0 w 5"/>
                  <a:gd name="T1" fmla="*/ 8 h 1"/>
                  <a:gd name="T2" fmla="*/ 33 w 5"/>
                  <a:gd name="T3" fmla="*/ 0 h 1"/>
                  <a:gd name="T4" fmla="*/ 53 w 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0" name="Freeform 111">
                <a:extLst>
                  <a:ext uri="{FF2B5EF4-FFF2-40B4-BE49-F238E27FC236}">
                    <a16:creationId xmlns:a16="http://schemas.microsoft.com/office/drawing/2014/main" id="{0927A63D-D89B-40B9-96D6-6A3F2520C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205"/>
                <a:ext cx="23" cy="15"/>
              </a:xfrm>
              <a:custGeom>
                <a:avLst/>
                <a:gdLst>
                  <a:gd name="T0" fmla="*/ 0 w 10"/>
                  <a:gd name="T1" fmla="*/ 95 h 6"/>
                  <a:gd name="T2" fmla="*/ 122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4" y="5"/>
                      <a:pt x="7" y="3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1" name="Freeform 112">
                <a:extLst>
                  <a:ext uri="{FF2B5EF4-FFF2-40B4-BE49-F238E27FC236}">
                    <a16:creationId xmlns:a16="http://schemas.microsoft.com/office/drawing/2014/main" id="{1C700B4E-1880-477C-A55A-4E113A601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2213"/>
                <a:ext cx="14" cy="2"/>
              </a:xfrm>
              <a:custGeom>
                <a:avLst/>
                <a:gdLst>
                  <a:gd name="T0" fmla="*/ 0 w 6"/>
                  <a:gd name="T1" fmla="*/ 0 h 1"/>
                  <a:gd name="T2" fmla="*/ 77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2" name="Freeform 113">
                <a:extLst>
                  <a:ext uri="{FF2B5EF4-FFF2-40B4-BE49-F238E27FC236}">
                    <a16:creationId xmlns:a16="http://schemas.microsoft.com/office/drawing/2014/main" id="{8AD5E2B1-AEBC-4ED1-824E-DD255DCFA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2053"/>
                <a:ext cx="28" cy="10"/>
              </a:xfrm>
              <a:custGeom>
                <a:avLst/>
                <a:gdLst>
                  <a:gd name="T0" fmla="*/ 0 w 12"/>
                  <a:gd name="T1" fmla="*/ 50 h 4"/>
                  <a:gd name="T2" fmla="*/ 77 w 12"/>
                  <a:gd name="T3" fmla="*/ 20 h 4"/>
                  <a:gd name="T4" fmla="*/ 152 w 1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3"/>
                    </a:moveTo>
                    <a:cubicBezTo>
                      <a:pt x="2" y="4"/>
                      <a:pt x="4" y="2"/>
                      <a:pt x="6" y="1"/>
                    </a:cubicBezTo>
                    <a:cubicBezTo>
                      <a:pt x="8" y="0"/>
                      <a:pt x="10" y="0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3" name="Freeform 114">
                <a:extLst>
                  <a:ext uri="{FF2B5EF4-FFF2-40B4-BE49-F238E27FC236}">
                    <a16:creationId xmlns:a16="http://schemas.microsoft.com/office/drawing/2014/main" id="{44CF2D2A-DEE4-40DA-8151-0E764F53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2060"/>
                <a:ext cx="5" cy="13"/>
              </a:xfrm>
              <a:custGeom>
                <a:avLst/>
                <a:gdLst>
                  <a:gd name="T0" fmla="*/ 0 w 2"/>
                  <a:gd name="T1" fmla="*/ 88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4" name="Freeform 115">
                <a:extLst>
                  <a:ext uri="{FF2B5EF4-FFF2-40B4-BE49-F238E27FC236}">
                    <a16:creationId xmlns:a16="http://schemas.microsoft.com/office/drawing/2014/main" id="{50A0845A-763D-40BF-9010-310F9E01F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1883"/>
                <a:ext cx="26" cy="10"/>
              </a:xfrm>
              <a:custGeom>
                <a:avLst/>
                <a:gdLst>
                  <a:gd name="T0" fmla="*/ 0 w 11"/>
                  <a:gd name="T1" fmla="*/ 0 h 4"/>
                  <a:gd name="T2" fmla="*/ 144 w 1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2" y="3"/>
                      <a:pt x="8" y="3"/>
                      <a:pt x="11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5" name="Freeform 116">
                <a:extLst>
                  <a:ext uri="{FF2B5EF4-FFF2-40B4-BE49-F238E27FC236}">
                    <a16:creationId xmlns:a16="http://schemas.microsoft.com/office/drawing/2014/main" id="{600EC485-BF9E-47D8-B8A8-CBE2C3172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1893"/>
                <a:ext cx="9" cy="12"/>
              </a:xfrm>
              <a:custGeom>
                <a:avLst/>
                <a:gdLst>
                  <a:gd name="T0" fmla="*/ 0 w 4"/>
                  <a:gd name="T1" fmla="*/ 0 h 5"/>
                  <a:gd name="T2" fmla="*/ 45 w 4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3" y="1"/>
                      <a:pt x="3" y="3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6" name="Freeform 117">
                <a:extLst>
                  <a:ext uri="{FF2B5EF4-FFF2-40B4-BE49-F238E27FC236}">
                    <a16:creationId xmlns:a16="http://schemas.microsoft.com/office/drawing/2014/main" id="{0E6554F8-9420-409D-A198-DE8F6EFDB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716"/>
                <a:ext cx="30" cy="15"/>
              </a:xfrm>
              <a:custGeom>
                <a:avLst/>
                <a:gdLst>
                  <a:gd name="T0" fmla="*/ 0 w 13"/>
                  <a:gd name="T1" fmla="*/ 0 h 6"/>
                  <a:gd name="T2" fmla="*/ 85 w 13"/>
                  <a:gd name="T3" fmla="*/ 33 h 6"/>
                  <a:gd name="T4" fmla="*/ 159 w 13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1" y="2"/>
                      <a:pt x="5" y="2"/>
                      <a:pt x="7" y="2"/>
                    </a:cubicBezTo>
                    <a:cubicBezTo>
                      <a:pt x="8" y="3"/>
                      <a:pt x="13" y="6"/>
                      <a:pt x="13" y="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7" name="Freeform 118">
                <a:extLst>
                  <a:ext uri="{FF2B5EF4-FFF2-40B4-BE49-F238E27FC236}">
                    <a16:creationId xmlns:a16="http://schemas.microsoft.com/office/drawing/2014/main" id="{568B9AAE-269F-40BD-B392-D18A2B642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723"/>
                <a:ext cx="9" cy="18"/>
              </a:xfrm>
              <a:custGeom>
                <a:avLst/>
                <a:gdLst>
                  <a:gd name="T0" fmla="*/ 0 w 4"/>
                  <a:gd name="T1" fmla="*/ 0 h 7"/>
                  <a:gd name="T2" fmla="*/ 45 w 4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2" y="1"/>
                      <a:pt x="3" y="6"/>
                      <a:pt x="4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8" name="Freeform 119">
                <a:extLst>
                  <a:ext uri="{FF2B5EF4-FFF2-40B4-BE49-F238E27FC236}">
                    <a16:creationId xmlns:a16="http://schemas.microsoft.com/office/drawing/2014/main" id="{ED728E93-E545-4207-A9DA-A7A01CB20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1558"/>
                <a:ext cx="11" cy="5"/>
              </a:xfrm>
              <a:custGeom>
                <a:avLst/>
                <a:gdLst>
                  <a:gd name="T0" fmla="*/ 53 w 5"/>
                  <a:gd name="T1" fmla="*/ 33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9" name="Freeform 120">
                <a:extLst>
                  <a:ext uri="{FF2B5EF4-FFF2-40B4-BE49-F238E27FC236}">
                    <a16:creationId xmlns:a16="http://schemas.microsoft.com/office/drawing/2014/main" id="{5AA82552-23D8-4674-A282-C876D4D8D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573"/>
                <a:ext cx="2" cy="20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1" y="1"/>
                      <a:pt x="1" y="7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0" name="Oval 121">
                <a:extLst>
                  <a:ext uri="{FF2B5EF4-FFF2-40B4-BE49-F238E27FC236}">
                    <a16:creationId xmlns:a16="http://schemas.microsoft.com/office/drawing/2014/main" id="{72A57BF8-30F8-46D3-BEC6-3F221B337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" y="1344"/>
                <a:ext cx="1126" cy="1201"/>
              </a:xfrm>
              <a:prstGeom prst="ellipse">
                <a:avLst/>
              </a:prstGeom>
              <a:noFill/>
              <a:ln w="1111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901" name="Freeform 122">
                <a:extLst>
                  <a:ext uri="{FF2B5EF4-FFF2-40B4-BE49-F238E27FC236}">
                    <a16:creationId xmlns:a16="http://schemas.microsoft.com/office/drawing/2014/main" id="{E54998BD-FD75-4530-B496-7EC5EB07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1543"/>
                <a:ext cx="26" cy="30"/>
              </a:xfrm>
              <a:custGeom>
                <a:avLst/>
                <a:gdLst>
                  <a:gd name="T0" fmla="*/ 0 w 11"/>
                  <a:gd name="T1" fmla="*/ 0 h 12"/>
                  <a:gd name="T2" fmla="*/ 106 w 11"/>
                  <a:gd name="T3" fmla="*/ 125 h 12"/>
                  <a:gd name="T4" fmla="*/ 144 w 11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3" y="2"/>
                      <a:pt x="5" y="5"/>
                      <a:pt x="8" y="8"/>
                    </a:cubicBezTo>
                    <a:cubicBezTo>
                      <a:pt x="9" y="9"/>
                      <a:pt x="11" y="10"/>
                      <a:pt x="11" y="1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2" name="Freeform 123">
                <a:extLst>
                  <a:ext uri="{FF2B5EF4-FFF2-40B4-BE49-F238E27FC236}">
                    <a16:creationId xmlns:a16="http://schemas.microsoft.com/office/drawing/2014/main" id="{C41DD94B-1CC5-4199-A6D9-22636274A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1563"/>
                <a:ext cx="16" cy="3"/>
              </a:xfrm>
              <a:custGeom>
                <a:avLst/>
                <a:gdLst>
                  <a:gd name="T0" fmla="*/ 0 w 7"/>
                  <a:gd name="T1" fmla="*/ 0 h 1"/>
                  <a:gd name="T2" fmla="*/ 85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1" y="1"/>
                      <a:pt x="5" y="1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3" name="Freeform 124">
                <a:extLst>
                  <a:ext uri="{FF2B5EF4-FFF2-40B4-BE49-F238E27FC236}">
                    <a16:creationId xmlns:a16="http://schemas.microsoft.com/office/drawing/2014/main" id="{DADACF4A-FA92-4632-B888-5AE49CF38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1863"/>
                <a:ext cx="38" cy="10"/>
              </a:xfrm>
              <a:custGeom>
                <a:avLst/>
                <a:gdLst>
                  <a:gd name="T0" fmla="*/ 0 w 16"/>
                  <a:gd name="T1" fmla="*/ 0 h 4"/>
                  <a:gd name="T2" fmla="*/ 214 w 16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5" y="4"/>
                      <a:pt x="11" y="4"/>
                      <a:pt x="16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4" name="Freeform 125">
                <a:extLst>
                  <a:ext uri="{FF2B5EF4-FFF2-40B4-BE49-F238E27FC236}">
                    <a16:creationId xmlns:a16="http://schemas.microsoft.com/office/drawing/2014/main" id="{8CD2AD2E-B91B-4896-887B-D63AEE5F9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" y="1873"/>
                <a:ext cx="8" cy="10"/>
              </a:xfrm>
              <a:custGeom>
                <a:avLst/>
                <a:gdLst>
                  <a:gd name="T0" fmla="*/ 0 w 3"/>
                  <a:gd name="T1" fmla="*/ 0 h 4"/>
                  <a:gd name="T2" fmla="*/ 56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1"/>
                      <a:pt x="3" y="2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5" name="Freeform 126">
                <a:extLst>
                  <a:ext uri="{FF2B5EF4-FFF2-40B4-BE49-F238E27FC236}">
                    <a16:creationId xmlns:a16="http://schemas.microsoft.com/office/drawing/2014/main" id="{41F346CE-5DA7-4AFC-91A1-FB7B5256D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2190"/>
                <a:ext cx="35" cy="18"/>
              </a:xfrm>
              <a:custGeom>
                <a:avLst/>
                <a:gdLst>
                  <a:gd name="T0" fmla="*/ 0 w 15"/>
                  <a:gd name="T1" fmla="*/ 100 h 7"/>
                  <a:gd name="T2" fmla="*/ 114 w 15"/>
                  <a:gd name="T3" fmla="*/ 54 h 7"/>
                  <a:gd name="T4" fmla="*/ 191 w 1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6"/>
                    </a:moveTo>
                    <a:cubicBezTo>
                      <a:pt x="2" y="7"/>
                      <a:pt x="7" y="4"/>
                      <a:pt x="9" y="3"/>
                    </a:cubicBezTo>
                    <a:cubicBezTo>
                      <a:pt x="11" y="2"/>
                      <a:pt x="13" y="2"/>
                      <a:pt x="15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6" name="Freeform 127">
                <a:extLst>
                  <a:ext uri="{FF2B5EF4-FFF2-40B4-BE49-F238E27FC236}">
                    <a16:creationId xmlns:a16="http://schemas.microsoft.com/office/drawing/2014/main" id="{DC2D8524-B930-40D3-8FC3-44D8707A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195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70 w 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0"/>
                      <a:pt x="5" y="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7" name="Freeform 128">
                <a:extLst>
                  <a:ext uri="{FF2B5EF4-FFF2-40B4-BE49-F238E27FC236}">
                    <a16:creationId xmlns:a16="http://schemas.microsoft.com/office/drawing/2014/main" id="{8D8F6A85-0A1C-4F83-818A-7196B8B22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2412"/>
                <a:ext cx="24" cy="33"/>
              </a:xfrm>
              <a:custGeom>
                <a:avLst/>
                <a:gdLst>
                  <a:gd name="T0" fmla="*/ 0 w 10"/>
                  <a:gd name="T1" fmla="*/ 213 h 13"/>
                  <a:gd name="T2" fmla="*/ 139 w 1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0" y="13"/>
                    </a:moveTo>
                    <a:cubicBezTo>
                      <a:pt x="5" y="11"/>
                      <a:pt x="7" y="4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8" name="Freeform 129">
                <a:extLst>
                  <a:ext uri="{FF2B5EF4-FFF2-40B4-BE49-F238E27FC236}">
                    <a16:creationId xmlns:a16="http://schemas.microsoft.com/office/drawing/2014/main" id="{0143E575-E237-4146-B5B9-B31FB3222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2420"/>
                <a:ext cx="16" cy="5"/>
              </a:xfrm>
              <a:custGeom>
                <a:avLst/>
                <a:gdLst>
                  <a:gd name="T0" fmla="*/ 0 w 7"/>
                  <a:gd name="T1" fmla="*/ 33 h 2"/>
                  <a:gd name="T2" fmla="*/ 85 w 7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2"/>
                      <a:pt x="5" y="0"/>
                      <a:pt x="7" y="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9" name="Freeform 130">
                <a:extLst>
                  <a:ext uri="{FF2B5EF4-FFF2-40B4-BE49-F238E27FC236}">
                    <a16:creationId xmlns:a16="http://schemas.microsoft.com/office/drawing/2014/main" id="{B0C1D834-682F-42B1-89BB-CB69418EB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520"/>
                <a:ext cx="17" cy="40"/>
              </a:xfrm>
              <a:custGeom>
                <a:avLst/>
                <a:gdLst>
                  <a:gd name="T0" fmla="*/ 100 w 7"/>
                  <a:gd name="T1" fmla="*/ 0 h 16"/>
                  <a:gd name="T2" fmla="*/ 0 w 7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cubicBezTo>
                      <a:pt x="7" y="5"/>
                      <a:pt x="4" y="11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0" name="Freeform 131">
                <a:extLst>
                  <a:ext uri="{FF2B5EF4-FFF2-40B4-BE49-F238E27FC236}">
                    <a16:creationId xmlns:a16="http://schemas.microsoft.com/office/drawing/2014/main" id="{6FA46BB4-B326-49CC-9462-B16AF86C7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552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1" name="Freeform 132">
                <a:extLst>
                  <a:ext uri="{FF2B5EF4-FFF2-40B4-BE49-F238E27FC236}">
                    <a16:creationId xmlns:a16="http://schemas.microsoft.com/office/drawing/2014/main" id="{FE49BFEC-06AA-40AB-A8B0-3360C53F7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535"/>
                <a:ext cx="16" cy="37"/>
              </a:xfrm>
              <a:custGeom>
                <a:avLst/>
                <a:gdLst>
                  <a:gd name="T0" fmla="*/ 0 w 7"/>
                  <a:gd name="T1" fmla="*/ 0 h 15"/>
                  <a:gd name="T2" fmla="*/ 85 w 7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3" y="5"/>
                      <a:pt x="4" y="10"/>
                      <a:pt x="7" y="1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2" name="Freeform 133">
                <a:extLst>
                  <a:ext uri="{FF2B5EF4-FFF2-40B4-BE49-F238E27FC236}">
                    <a16:creationId xmlns:a16="http://schemas.microsoft.com/office/drawing/2014/main" id="{EAB57E05-8CB9-4A24-AEB4-0D90D7B2D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562"/>
                <a:ext cx="5" cy="15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4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3" name="Freeform 134">
                <a:extLst>
                  <a:ext uri="{FF2B5EF4-FFF2-40B4-BE49-F238E27FC236}">
                    <a16:creationId xmlns:a16="http://schemas.microsoft.com/office/drawing/2014/main" id="{1D668BBD-FBA9-48D2-B493-C1928CE0D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392"/>
                <a:ext cx="26" cy="33"/>
              </a:xfrm>
              <a:custGeom>
                <a:avLst/>
                <a:gdLst>
                  <a:gd name="T0" fmla="*/ 0 w 11"/>
                  <a:gd name="T1" fmla="*/ 0 h 13"/>
                  <a:gd name="T2" fmla="*/ 144 w 11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2" y="5"/>
                      <a:pt x="7" y="9"/>
                      <a:pt x="11" y="1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4" name="Freeform 135">
                <a:extLst>
                  <a:ext uri="{FF2B5EF4-FFF2-40B4-BE49-F238E27FC236}">
                    <a16:creationId xmlns:a16="http://schemas.microsoft.com/office/drawing/2014/main" id="{9A6AED13-4BB1-4613-B658-FAA84F61E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400"/>
                <a:ext cx="12" cy="2"/>
              </a:xfrm>
              <a:custGeom>
                <a:avLst/>
                <a:gdLst>
                  <a:gd name="T0" fmla="*/ 0 w 5"/>
                  <a:gd name="T1" fmla="*/ 8 h 1"/>
                  <a:gd name="T2" fmla="*/ 7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0"/>
                      <a:pt x="3" y="0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5" name="Freeform 136">
                <a:extLst>
                  <a:ext uri="{FF2B5EF4-FFF2-40B4-BE49-F238E27FC236}">
                    <a16:creationId xmlns:a16="http://schemas.microsoft.com/office/drawing/2014/main" id="{272159C6-C0CD-4A80-B4D1-C56DA25D0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168"/>
                <a:ext cx="37" cy="15"/>
              </a:xfrm>
              <a:custGeom>
                <a:avLst/>
                <a:gdLst>
                  <a:gd name="T0" fmla="*/ 0 w 16"/>
                  <a:gd name="T1" fmla="*/ 0 h 6"/>
                  <a:gd name="T2" fmla="*/ 199 w 16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3" y="4"/>
                      <a:pt x="11" y="5"/>
                      <a:pt x="16" y="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6" name="Freeform 137">
                <a:extLst>
                  <a:ext uri="{FF2B5EF4-FFF2-40B4-BE49-F238E27FC236}">
                    <a16:creationId xmlns:a16="http://schemas.microsoft.com/office/drawing/2014/main" id="{E55A2BD3-F76D-4C67-A68F-D037CF66D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180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33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2" y="3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7" name="Freeform 138">
                <a:extLst>
                  <a:ext uri="{FF2B5EF4-FFF2-40B4-BE49-F238E27FC236}">
                    <a16:creationId xmlns:a16="http://schemas.microsoft.com/office/drawing/2014/main" id="{8B36DCDC-3B94-45CB-AFB8-43ED76A36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870"/>
                <a:ext cx="38" cy="5"/>
              </a:xfrm>
              <a:custGeom>
                <a:avLst/>
                <a:gdLst>
                  <a:gd name="T0" fmla="*/ 0 w 16"/>
                  <a:gd name="T1" fmla="*/ 33 h 2"/>
                  <a:gd name="T2" fmla="*/ 214 w 1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6" y="2"/>
                      <a:pt x="11" y="1"/>
                      <a:pt x="1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8" name="Freeform 139">
                <a:extLst>
                  <a:ext uri="{FF2B5EF4-FFF2-40B4-BE49-F238E27FC236}">
                    <a16:creationId xmlns:a16="http://schemas.microsoft.com/office/drawing/2014/main" id="{259C4DAB-2E5B-483D-B3D0-3052EE369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873"/>
                <a:ext cx="14" cy="5"/>
              </a:xfrm>
              <a:custGeom>
                <a:avLst/>
                <a:gdLst>
                  <a:gd name="T0" fmla="*/ 0 w 6"/>
                  <a:gd name="T1" fmla="*/ 0 h 2"/>
                  <a:gd name="T2" fmla="*/ 77 w 6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1"/>
                      <a:pt x="4" y="1"/>
                      <a:pt x="6" y="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9" name="Freeform 140">
                <a:extLst>
                  <a:ext uri="{FF2B5EF4-FFF2-40B4-BE49-F238E27FC236}">
                    <a16:creationId xmlns:a16="http://schemas.microsoft.com/office/drawing/2014/main" id="{7AE92A98-9D9D-4F6B-8554-54F63DB6B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46"/>
                <a:ext cx="28" cy="27"/>
              </a:xfrm>
              <a:custGeom>
                <a:avLst/>
                <a:gdLst>
                  <a:gd name="T0" fmla="*/ 0 w 12"/>
                  <a:gd name="T1" fmla="*/ 162 h 11"/>
                  <a:gd name="T2" fmla="*/ 152 w 1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11"/>
                    </a:moveTo>
                    <a:cubicBezTo>
                      <a:pt x="5" y="8"/>
                      <a:pt x="9" y="5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0" name="Freeform 141">
                <a:extLst>
                  <a:ext uri="{FF2B5EF4-FFF2-40B4-BE49-F238E27FC236}">
                    <a16:creationId xmlns:a16="http://schemas.microsoft.com/office/drawing/2014/main" id="{989EA966-CAAB-4AE4-9D48-5EB80FE2E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66"/>
                <a:ext cx="5" cy="17"/>
              </a:xfrm>
              <a:custGeom>
                <a:avLst/>
                <a:gdLst>
                  <a:gd name="T0" fmla="*/ 33 w 2"/>
                  <a:gd name="T1" fmla="*/ 0 h 7"/>
                  <a:gd name="T2" fmla="*/ 20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3"/>
                      <a:pt x="0" y="5"/>
                      <a:pt x="1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1" name="Freeform 142">
                <a:extLst>
                  <a:ext uri="{FF2B5EF4-FFF2-40B4-BE49-F238E27FC236}">
                    <a16:creationId xmlns:a16="http://schemas.microsoft.com/office/drawing/2014/main" id="{90001684-4923-49AD-97E6-A3D50079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344"/>
                <a:ext cx="19" cy="37"/>
              </a:xfrm>
              <a:custGeom>
                <a:avLst/>
                <a:gdLst>
                  <a:gd name="T0" fmla="*/ 0 w 8"/>
                  <a:gd name="T1" fmla="*/ 224 h 15"/>
                  <a:gd name="T2" fmla="*/ 95 w 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4" y="13"/>
                      <a:pt x="8" y="5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2" name="Freeform 143">
                <a:extLst>
                  <a:ext uri="{FF2B5EF4-FFF2-40B4-BE49-F238E27FC236}">
                    <a16:creationId xmlns:a16="http://schemas.microsoft.com/office/drawing/2014/main" id="{C3B6B060-5829-4D2F-8A3B-EE2E3EF73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346"/>
                <a:ext cx="14" cy="10"/>
              </a:xfrm>
              <a:custGeom>
                <a:avLst/>
                <a:gdLst>
                  <a:gd name="T0" fmla="*/ 0 w 6"/>
                  <a:gd name="T1" fmla="*/ 63 h 4"/>
                  <a:gd name="T2" fmla="*/ 77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3"/>
                      <a:pt x="3" y="1"/>
                      <a:pt x="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3" name="Freeform 144">
                <a:extLst>
                  <a:ext uri="{FF2B5EF4-FFF2-40B4-BE49-F238E27FC236}">
                    <a16:creationId xmlns:a16="http://schemas.microsoft.com/office/drawing/2014/main" id="{E2DC225E-D52B-41E4-B5A9-2E849B568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314"/>
                <a:ext cx="7" cy="40"/>
              </a:xfrm>
              <a:custGeom>
                <a:avLst/>
                <a:gdLst>
                  <a:gd name="T0" fmla="*/ 0 w 3"/>
                  <a:gd name="T1" fmla="*/ 0 h 16"/>
                  <a:gd name="T2" fmla="*/ 37 w 3"/>
                  <a:gd name="T3" fmla="*/ 158 h 16"/>
                  <a:gd name="T4" fmla="*/ 37 w 3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6">
                    <a:moveTo>
                      <a:pt x="0" y="0"/>
                    </a:moveTo>
                    <a:cubicBezTo>
                      <a:pt x="0" y="3"/>
                      <a:pt x="3" y="7"/>
                      <a:pt x="3" y="10"/>
                    </a:cubicBezTo>
                    <a:cubicBezTo>
                      <a:pt x="3" y="12"/>
                      <a:pt x="3" y="14"/>
                      <a:pt x="3" y="1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4" name="Freeform 145">
                <a:extLst>
                  <a:ext uri="{FF2B5EF4-FFF2-40B4-BE49-F238E27FC236}">
                    <a16:creationId xmlns:a16="http://schemas.microsoft.com/office/drawing/2014/main" id="{0999ACC9-95E7-4B12-B9A6-4E3115086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344"/>
                <a:ext cx="12" cy="10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5" name="Oval 146">
                <a:extLst>
                  <a:ext uri="{FF2B5EF4-FFF2-40B4-BE49-F238E27FC236}">
                    <a16:creationId xmlns:a16="http://schemas.microsoft.com/office/drawing/2014/main" id="{935D8C77-EB44-4714-9C01-6D195BCB3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" y="1301"/>
                <a:ext cx="1208" cy="1289"/>
              </a:xfrm>
              <a:prstGeom prst="ellipse">
                <a:avLst/>
              </a:prstGeom>
              <a:noFill/>
              <a:ln w="11113">
                <a:solidFill>
                  <a:srgbClr val="2E091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926" name="Freeform 147">
                <a:extLst>
                  <a:ext uri="{FF2B5EF4-FFF2-40B4-BE49-F238E27FC236}">
                    <a16:creationId xmlns:a16="http://schemas.microsoft.com/office/drawing/2014/main" id="{15EAD04C-51BF-466A-9941-E173200EA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1763"/>
                <a:ext cx="868" cy="649"/>
              </a:xfrm>
              <a:custGeom>
                <a:avLst/>
                <a:gdLst>
                  <a:gd name="T0" fmla="*/ 4752 w 371"/>
                  <a:gd name="T1" fmla="*/ 1383 h 260"/>
                  <a:gd name="T2" fmla="*/ 4703 w 371"/>
                  <a:gd name="T3" fmla="*/ 821 h 260"/>
                  <a:gd name="T4" fmla="*/ 4646 w 371"/>
                  <a:gd name="T5" fmla="*/ 404 h 260"/>
                  <a:gd name="T6" fmla="*/ 4597 w 371"/>
                  <a:gd name="T7" fmla="*/ 230 h 260"/>
                  <a:gd name="T8" fmla="*/ 4560 w 371"/>
                  <a:gd name="T9" fmla="*/ 280 h 260"/>
                  <a:gd name="T10" fmla="*/ 4122 w 371"/>
                  <a:gd name="T11" fmla="*/ 1183 h 260"/>
                  <a:gd name="T12" fmla="*/ 4111 w 371"/>
                  <a:gd name="T13" fmla="*/ 1196 h 260"/>
                  <a:gd name="T14" fmla="*/ 2370 w 371"/>
                  <a:gd name="T15" fmla="*/ 1465 h 260"/>
                  <a:gd name="T16" fmla="*/ 641 w 371"/>
                  <a:gd name="T17" fmla="*/ 854 h 260"/>
                  <a:gd name="T18" fmla="*/ 295 w 371"/>
                  <a:gd name="T19" fmla="*/ 75 h 260"/>
                  <a:gd name="T20" fmla="*/ 241 w 371"/>
                  <a:gd name="T21" fmla="*/ 0 h 260"/>
                  <a:gd name="T22" fmla="*/ 115 w 371"/>
                  <a:gd name="T23" fmla="*/ 187 h 260"/>
                  <a:gd name="T24" fmla="*/ 0 w 371"/>
                  <a:gd name="T25" fmla="*/ 904 h 260"/>
                  <a:gd name="T26" fmla="*/ 87 w 371"/>
                  <a:gd name="T27" fmla="*/ 1183 h 260"/>
                  <a:gd name="T28" fmla="*/ 564 w 371"/>
                  <a:gd name="T29" fmla="*/ 2985 h 260"/>
                  <a:gd name="T30" fmla="*/ 2485 w 371"/>
                  <a:gd name="T31" fmla="*/ 4014 h 260"/>
                  <a:gd name="T32" fmla="*/ 4560 w 371"/>
                  <a:gd name="T33" fmla="*/ 2144 h 260"/>
                  <a:gd name="T34" fmla="*/ 4637 w 371"/>
                  <a:gd name="T35" fmla="*/ 1850 h 260"/>
                  <a:gd name="T36" fmla="*/ 4686 w 371"/>
                  <a:gd name="T37" fmla="*/ 1745 h 260"/>
                  <a:gd name="T38" fmla="*/ 4752 w 371"/>
                  <a:gd name="T39" fmla="*/ 1383 h 2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71" h="260">
                    <a:moveTo>
                      <a:pt x="371" y="89"/>
                    </a:moveTo>
                    <a:cubicBezTo>
                      <a:pt x="367" y="53"/>
                      <a:pt x="367" y="53"/>
                      <a:pt x="367" y="53"/>
                    </a:cubicBezTo>
                    <a:cubicBezTo>
                      <a:pt x="363" y="26"/>
                      <a:pt x="363" y="26"/>
                      <a:pt x="363" y="26"/>
                    </a:cubicBezTo>
                    <a:cubicBezTo>
                      <a:pt x="359" y="15"/>
                      <a:pt x="359" y="15"/>
                      <a:pt x="359" y="15"/>
                    </a:cubicBezTo>
                    <a:cubicBezTo>
                      <a:pt x="356" y="18"/>
                      <a:pt x="356" y="18"/>
                      <a:pt x="356" y="18"/>
                    </a:cubicBezTo>
                    <a:cubicBezTo>
                      <a:pt x="361" y="26"/>
                      <a:pt x="351" y="57"/>
                      <a:pt x="322" y="76"/>
                    </a:cubicBezTo>
                    <a:cubicBezTo>
                      <a:pt x="322" y="76"/>
                      <a:pt x="321" y="76"/>
                      <a:pt x="321" y="77"/>
                    </a:cubicBezTo>
                    <a:cubicBezTo>
                      <a:pt x="317" y="78"/>
                      <a:pt x="278" y="105"/>
                      <a:pt x="185" y="94"/>
                    </a:cubicBezTo>
                    <a:cubicBezTo>
                      <a:pt x="135" y="89"/>
                      <a:pt x="81" y="68"/>
                      <a:pt x="50" y="55"/>
                    </a:cubicBezTo>
                    <a:cubicBezTo>
                      <a:pt x="23" y="43"/>
                      <a:pt x="19" y="18"/>
                      <a:pt x="23" y="5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3" y="105"/>
                      <a:pt x="16" y="158"/>
                      <a:pt x="44" y="192"/>
                    </a:cubicBezTo>
                    <a:cubicBezTo>
                      <a:pt x="80" y="235"/>
                      <a:pt x="141" y="256"/>
                      <a:pt x="194" y="258"/>
                    </a:cubicBezTo>
                    <a:cubicBezTo>
                      <a:pt x="247" y="260"/>
                      <a:pt x="328" y="214"/>
                      <a:pt x="356" y="138"/>
                    </a:cubicBezTo>
                    <a:cubicBezTo>
                      <a:pt x="359" y="131"/>
                      <a:pt x="360" y="125"/>
                      <a:pt x="362" y="119"/>
                    </a:cubicBezTo>
                    <a:cubicBezTo>
                      <a:pt x="366" y="112"/>
                      <a:pt x="366" y="112"/>
                      <a:pt x="366" y="112"/>
                    </a:cubicBezTo>
                    <a:lnTo>
                      <a:pt x="371" y="89"/>
                    </a:ln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7" name="Freeform 148">
                <a:extLst>
                  <a:ext uri="{FF2B5EF4-FFF2-40B4-BE49-F238E27FC236}">
                    <a16:creationId xmlns:a16="http://schemas.microsoft.com/office/drawing/2014/main" id="{50E8BEB8-7890-41B0-A88F-577F661DD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875"/>
                <a:ext cx="241" cy="163"/>
              </a:xfrm>
              <a:custGeom>
                <a:avLst/>
                <a:gdLst>
                  <a:gd name="T0" fmla="*/ 0 w 103"/>
                  <a:gd name="T1" fmla="*/ 913 h 65"/>
                  <a:gd name="T2" fmla="*/ 1320 w 103"/>
                  <a:gd name="T3" fmla="*/ 0 h 65"/>
                  <a:gd name="T4" fmla="*/ 0 w 103"/>
                  <a:gd name="T5" fmla="*/ 913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5">
                    <a:moveTo>
                      <a:pt x="0" y="58"/>
                    </a:moveTo>
                    <a:cubicBezTo>
                      <a:pt x="23" y="56"/>
                      <a:pt x="87" y="45"/>
                      <a:pt x="103" y="0"/>
                    </a:cubicBezTo>
                    <a:cubicBezTo>
                      <a:pt x="102" y="13"/>
                      <a:pt x="74" y="65"/>
                      <a:pt x="0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8" name="Freeform 149">
                <a:extLst>
                  <a:ext uri="{FF2B5EF4-FFF2-40B4-BE49-F238E27FC236}">
                    <a16:creationId xmlns:a16="http://schemas.microsoft.com/office/drawing/2014/main" id="{117DCA97-0E73-4F1F-8BC7-D7407D4F9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342"/>
                <a:ext cx="358" cy="80"/>
              </a:xfrm>
              <a:custGeom>
                <a:avLst/>
                <a:gdLst>
                  <a:gd name="T0" fmla="*/ 1434 w 153"/>
                  <a:gd name="T1" fmla="*/ 250 h 32"/>
                  <a:gd name="T2" fmla="*/ 1434 w 153"/>
                  <a:gd name="T3" fmla="*/ 250 h 32"/>
                  <a:gd name="T4" fmla="*/ 0 w 153"/>
                  <a:gd name="T5" fmla="*/ 238 h 32"/>
                  <a:gd name="T6" fmla="*/ 1434 w 153"/>
                  <a:gd name="T7" fmla="*/ 25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3" h="32">
                    <a:moveTo>
                      <a:pt x="112" y="16"/>
                    </a:moveTo>
                    <a:cubicBezTo>
                      <a:pt x="127" y="11"/>
                      <a:pt x="153" y="0"/>
                      <a:pt x="112" y="16"/>
                    </a:cubicBezTo>
                    <a:cubicBezTo>
                      <a:pt x="71" y="32"/>
                      <a:pt x="20" y="22"/>
                      <a:pt x="0" y="15"/>
                    </a:cubicBezTo>
                    <a:cubicBezTo>
                      <a:pt x="19" y="16"/>
                      <a:pt x="80" y="24"/>
                      <a:pt x="112" y="16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9" name="Freeform 150">
                <a:extLst>
                  <a:ext uri="{FF2B5EF4-FFF2-40B4-BE49-F238E27FC236}">
                    <a16:creationId xmlns:a16="http://schemas.microsoft.com/office/drawing/2014/main" id="{0CADE2F5-98D3-447C-893D-1F92E5C03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1776"/>
                <a:ext cx="707" cy="249"/>
              </a:xfrm>
              <a:custGeom>
                <a:avLst/>
                <a:gdLst>
                  <a:gd name="T0" fmla="*/ 3874 w 302"/>
                  <a:gd name="T1" fmla="*/ 1111 h 100"/>
                  <a:gd name="T2" fmla="*/ 2133 w 302"/>
                  <a:gd name="T3" fmla="*/ 1377 h 100"/>
                  <a:gd name="T4" fmla="*/ 400 w 302"/>
                  <a:gd name="T5" fmla="*/ 774 h 100"/>
                  <a:gd name="T6" fmla="*/ 49 w 302"/>
                  <a:gd name="T7" fmla="*/ 0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2" h="100">
                    <a:moveTo>
                      <a:pt x="302" y="72"/>
                    </a:moveTo>
                    <a:cubicBezTo>
                      <a:pt x="298" y="73"/>
                      <a:pt x="259" y="100"/>
                      <a:pt x="166" y="89"/>
                    </a:cubicBezTo>
                    <a:cubicBezTo>
                      <a:pt x="116" y="84"/>
                      <a:pt x="62" y="63"/>
                      <a:pt x="31" y="50"/>
                    </a:cubicBezTo>
                    <a:cubicBezTo>
                      <a:pt x="4" y="38"/>
                      <a:pt x="0" y="13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0" name="Freeform 151">
                <a:extLst>
                  <a:ext uri="{FF2B5EF4-FFF2-40B4-BE49-F238E27FC236}">
                    <a16:creationId xmlns:a16="http://schemas.microsoft.com/office/drawing/2014/main" id="{7838DE72-525F-40B8-B0E9-6CE481BC8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803"/>
                <a:ext cx="94" cy="152"/>
              </a:xfrm>
              <a:custGeom>
                <a:avLst/>
                <a:gdLst>
                  <a:gd name="T0" fmla="*/ 470 w 40"/>
                  <a:gd name="T1" fmla="*/ 0 h 61"/>
                  <a:gd name="T2" fmla="*/ 12 w 40"/>
                  <a:gd name="T3" fmla="*/ 932 h 61"/>
                  <a:gd name="T4" fmla="*/ 0 w 40"/>
                  <a:gd name="T5" fmla="*/ 9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1">
                    <a:moveTo>
                      <a:pt x="36" y="0"/>
                    </a:moveTo>
                    <a:cubicBezTo>
                      <a:pt x="40" y="9"/>
                      <a:pt x="30" y="41"/>
                      <a:pt x="1" y="60"/>
                    </a:cubicBezTo>
                    <a:cubicBezTo>
                      <a:pt x="1" y="60"/>
                      <a:pt x="0" y="60"/>
                      <a:pt x="0" y="6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1" name="Freeform 152">
                <a:extLst>
                  <a:ext uri="{FF2B5EF4-FFF2-40B4-BE49-F238E27FC236}">
                    <a16:creationId xmlns:a16="http://schemas.microsoft.com/office/drawing/2014/main" id="{DB0EF377-A04B-4559-8940-9FB1F3C5D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898"/>
                <a:ext cx="7" cy="27"/>
              </a:xfrm>
              <a:custGeom>
                <a:avLst/>
                <a:gdLst>
                  <a:gd name="T0" fmla="*/ 37 w 3"/>
                  <a:gd name="T1" fmla="*/ 0 h 11"/>
                  <a:gd name="T2" fmla="*/ 0 w 3"/>
                  <a:gd name="T3" fmla="*/ 1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2" y="3"/>
                      <a:pt x="0" y="7"/>
                      <a:pt x="0" y="1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2" name="Freeform 153">
                <a:extLst>
                  <a:ext uri="{FF2B5EF4-FFF2-40B4-BE49-F238E27FC236}">
                    <a16:creationId xmlns:a16="http://schemas.microsoft.com/office/drawing/2014/main" id="{AA875E47-3CA4-4BD6-9058-BF16F9A7C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1958"/>
                <a:ext cx="4" cy="37"/>
              </a:xfrm>
              <a:custGeom>
                <a:avLst/>
                <a:gdLst>
                  <a:gd name="T0" fmla="*/ 8 w 2"/>
                  <a:gd name="T1" fmla="*/ 0 h 15"/>
                  <a:gd name="T2" fmla="*/ 0 w 2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1" y="0"/>
                    </a:moveTo>
                    <a:cubicBezTo>
                      <a:pt x="2" y="4"/>
                      <a:pt x="2" y="10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3" name="Freeform 154">
                <a:extLst>
                  <a:ext uri="{FF2B5EF4-FFF2-40B4-BE49-F238E27FC236}">
                    <a16:creationId xmlns:a16="http://schemas.microsoft.com/office/drawing/2014/main" id="{251C6977-C143-46A2-AB6B-FFFA692B2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978"/>
                <a:ext cx="12" cy="17"/>
              </a:xfrm>
              <a:custGeom>
                <a:avLst/>
                <a:gdLst>
                  <a:gd name="T0" fmla="*/ 0 w 5"/>
                  <a:gd name="T1" fmla="*/ 0 h 7"/>
                  <a:gd name="T2" fmla="*/ 70 w 5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2"/>
                      <a:pt x="3" y="5"/>
                      <a:pt x="5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4" name="Freeform 155">
                <a:extLst>
                  <a:ext uri="{FF2B5EF4-FFF2-40B4-BE49-F238E27FC236}">
                    <a16:creationId xmlns:a16="http://schemas.microsoft.com/office/drawing/2014/main" id="{3148A54B-0E9B-4560-ACC8-2DC89CD39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958"/>
                <a:ext cx="4" cy="37"/>
              </a:xfrm>
              <a:custGeom>
                <a:avLst/>
                <a:gdLst>
                  <a:gd name="T0" fmla="*/ 8 w 2"/>
                  <a:gd name="T1" fmla="*/ 0 h 15"/>
                  <a:gd name="T2" fmla="*/ 16 w 2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1" y="0"/>
                    </a:moveTo>
                    <a:cubicBezTo>
                      <a:pt x="0" y="3"/>
                      <a:pt x="1" y="11"/>
                      <a:pt x="2" y="1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5" name="Freeform 156">
                <a:extLst>
                  <a:ext uri="{FF2B5EF4-FFF2-40B4-BE49-F238E27FC236}">
                    <a16:creationId xmlns:a16="http://schemas.microsoft.com/office/drawing/2014/main" id="{0639B0CA-E963-4DCA-9E92-1495F05EA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963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85 w 7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3" y="0"/>
                      <a:pt x="6" y="2"/>
                      <a:pt x="7" y="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76" name="Freeform 157">
                <a:extLst>
                  <a:ext uri="{FF2B5EF4-FFF2-40B4-BE49-F238E27FC236}">
                    <a16:creationId xmlns:a16="http://schemas.microsoft.com/office/drawing/2014/main" id="{867DB956-0018-4591-BD62-8CD202BB0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898"/>
                <a:ext cx="16" cy="20"/>
              </a:xfrm>
              <a:custGeom>
                <a:avLst/>
                <a:gdLst>
                  <a:gd name="T0" fmla="*/ 0 w 7"/>
                  <a:gd name="T1" fmla="*/ 0 h 8"/>
                  <a:gd name="T2" fmla="*/ 85 w 7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2" y="3"/>
                      <a:pt x="5" y="6"/>
                      <a:pt x="7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77" name="Freeform 158">
                <a:extLst>
                  <a:ext uri="{FF2B5EF4-FFF2-40B4-BE49-F238E27FC236}">
                    <a16:creationId xmlns:a16="http://schemas.microsoft.com/office/drawing/2014/main" id="{5C3C5B83-F100-4E90-895A-735CD7AF1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903"/>
                <a:ext cx="21" cy="5"/>
              </a:xfrm>
              <a:custGeom>
                <a:avLst/>
                <a:gdLst>
                  <a:gd name="T0" fmla="*/ 0 w 9"/>
                  <a:gd name="T1" fmla="*/ 20 h 2"/>
                  <a:gd name="T2" fmla="*/ 114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1" y="0"/>
                      <a:pt x="6" y="1"/>
                      <a:pt x="9" y="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78" name="Freeform 159">
                <a:extLst>
                  <a:ext uri="{FF2B5EF4-FFF2-40B4-BE49-F238E27FC236}">
                    <a16:creationId xmlns:a16="http://schemas.microsoft.com/office/drawing/2014/main" id="{DC7BC00B-6699-469A-B313-8C4E83C00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506"/>
                <a:ext cx="760" cy="499"/>
              </a:xfrm>
              <a:custGeom>
                <a:avLst/>
                <a:gdLst>
                  <a:gd name="T0" fmla="*/ 1405 w 325"/>
                  <a:gd name="T1" fmla="*/ 292 h 200"/>
                  <a:gd name="T2" fmla="*/ 192 w 325"/>
                  <a:gd name="T3" fmla="*/ 1432 h 200"/>
                  <a:gd name="T4" fmla="*/ 870 w 325"/>
                  <a:gd name="T5" fmla="*/ 2515 h 200"/>
                  <a:gd name="T6" fmla="*/ 3335 w 325"/>
                  <a:gd name="T7" fmla="*/ 2702 h 200"/>
                  <a:gd name="T8" fmla="*/ 3526 w 325"/>
                  <a:gd name="T9" fmla="*/ 1215 h 200"/>
                  <a:gd name="T10" fmla="*/ 1405 w 325"/>
                  <a:gd name="T11" fmla="*/ 2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5" h="200">
                    <a:moveTo>
                      <a:pt x="110" y="19"/>
                    </a:moveTo>
                    <a:cubicBezTo>
                      <a:pt x="88" y="26"/>
                      <a:pt x="30" y="57"/>
                      <a:pt x="15" y="92"/>
                    </a:cubicBezTo>
                    <a:cubicBezTo>
                      <a:pt x="0" y="127"/>
                      <a:pt x="27" y="149"/>
                      <a:pt x="68" y="162"/>
                    </a:cubicBezTo>
                    <a:cubicBezTo>
                      <a:pt x="109" y="175"/>
                      <a:pt x="197" y="200"/>
                      <a:pt x="261" y="174"/>
                    </a:cubicBezTo>
                    <a:cubicBezTo>
                      <a:pt x="325" y="148"/>
                      <a:pt x="304" y="108"/>
                      <a:pt x="276" y="78"/>
                    </a:cubicBezTo>
                    <a:cubicBezTo>
                      <a:pt x="248" y="48"/>
                      <a:pt x="198" y="0"/>
                      <a:pt x="110" y="19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2E091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79" name="Freeform 160">
                <a:extLst>
                  <a:ext uri="{FF2B5EF4-FFF2-40B4-BE49-F238E27FC236}">
                    <a16:creationId xmlns:a16="http://schemas.microsoft.com/office/drawing/2014/main" id="{46C8C3CF-EB8A-441F-9DBE-C7601417E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05"/>
                <a:ext cx="159" cy="307"/>
              </a:xfrm>
              <a:custGeom>
                <a:avLst/>
                <a:gdLst>
                  <a:gd name="T0" fmla="*/ 0 w 68"/>
                  <a:gd name="T1" fmla="*/ 1912 h 123"/>
                  <a:gd name="T2" fmla="*/ 870 w 68"/>
                  <a:gd name="T3" fmla="*/ 0 h 123"/>
                  <a:gd name="T4" fmla="*/ 0 w 68"/>
                  <a:gd name="T5" fmla="*/ 1912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23">
                    <a:moveTo>
                      <a:pt x="0" y="123"/>
                    </a:moveTo>
                    <a:cubicBezTo>
                      <a:pt x="46" y="87"/>
                      <a:pt x="66" y="32"/>
                      <a:pt x="68" y="0"/>
                    </a:cubicBezTo>
                    <a:cubicBezTo>
                      <a:pt x="63" y="15"/>
                      <a:pt x="39" y="86"/>
                      <a:pt x="0" y="123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0" name="Freeform 161">
                <a:extLst>
                  <a:ext uri="{FF2B5EF4-FFF2-40B4-BE49-F238E27FC236}">
                    <a16:creationId xmlns:a16="http://schemas.microsoft.com/office/drawing/2014/main" id="{439AD134-EE12-43D8-BBEA-73E8B2FDB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148"/>
                <a:ext cx="89" cy="62"/>
              </a:xfrm>
              <a:custGeom>
                <a:avLst/>
                <a:gdLst>
                  <a:gd name="T0" fmla="*/ 0 w 38"/>
                  <a:gd name="T1" fmla="*/ 308 h 25"/>
                  <a:gd name="T2" fmla="*/ 487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0" y="20"/>
                    </a:moveTo>
                    <a:cubicBezTo>
                      <a:pt x="15" y="25"/>
                      <a:pt x="31" y="12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1" name="Freeform 162">
                <a:extLst>
                  <a:ext uri="{FF2B5EF4-FFF2-40B4-BE49-F238E27FC236}">
                    <a16:creationId xmlns:a16="http://schemas.microsoft.com/office/drawing/2014/main" id="{4043C76D-406C-4F77-A39D-7D3D60367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188"/>
                <a:ext cx="24" cy="67"/>
              </a:xfrm>
              <a:custGeom>
                <a:avLst/>
                <a:gdLst>
                  <a:gd name="T0" fmla="*/ 0 w 10"/>
                  <a:gd name="T1" fmla="*/ 0 h 27"/>
                  <a:gd name="T2" fmla="*/ 98 w 10"/>
                  <a:gd name="T3" fmla="*/ 4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7">
                    <a:moveTo>
                      <a:pt x="0" y="0"/>
                    </a:moveTo>
                    <a:cubicBezTo>
                      <a:pt x="10" y="6"/>
                      <a:pt x="10" y="16"/>
                      <a:pt x="7" y="2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2" name="Freeform 163">
                <a:extLst>
                  <a:ext uri="{FF2B5EF4-FFF2-40B4-BE49-F238E27FC236}">
                    <a16:creationId xmlns:a16="http://schemas.microsoft.com/office/drawing/2014/main" id="{08F1EF38-502D-4987-8196-A3451D6A0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120"/>
                <a:ext cx="54" cy="73"/>
              </a:xfrm>
              <a:custGeom>
                <a:avLst/>
                <a:gdLst>
                  <a:gd name="T0" fmla="*/ 0 w 23"/>
                  <a:gd name="T1" fmla="*/ 113 h 29"/>
                  <a:gd name="T2" fmla="*/ 298 w 23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9">
                    <a:moveTo>
                      <a:pt x="0" y="7"/>
                    </a:moveTo>
                    <a:cubicBezTo>
                      <a:pt x="14" y="0"/>
                      <a:pt x="21" y="18"/>
                      <a:pt x="23" y="2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3" name="Freeform 164">
                <a:extLst>
                  <a:ext uri="{FF2B5EF4-FFF2-40B4-BE49-F238E27FC236}">
                    <a16:creationId xmlns:a16="http://schemas.microsoft.com/office/drawing/2014/main" id="{EF499C47-94D9-4272-95E1-4586B5717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138"/>
                <a:ext cx="47" cy="30"/>
              </a:xfrm>
              <a:custGeom>
                <a:avLst/>
                <a:gdLst>
                  <a:gd name="T0" fmla="*/ 0 w 20"/>
                  <a:gd name="T1" fmla="*/ 188 h 12"/>
                  <a:gd name="T2" fmla="*/ 259 w 20"/>
                  <a:gd name="T3" fmla="*/ 3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0" y="12"/>
                    </a:moveTo>
                    <a:cubicBezTo>
                      <a:pt x="1" y="4"/>
                      <a:pt x="12" y="0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4" name="Freeform 165">
                <a:extLst>
                  <a:ext uri="{FF2B5EF4-FFF2-40B4-BE49-F238E27FC236}">
                    <a16:creationId xmlns:a16="http://schemas.microsoft.com/office/drawing/2014/main" id="{085F9319-231F-420A-BD95-DBF6A01A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285"/>
                <a:ext cx="103" cy="52"/>
              </a:xfrm>
              <a:custGeom>
                <a:avLst/>
                <a:gdLst>
                  <a:gd name="T0" fmla="*/ 0 w 44"/>
                  <a:gd name="T1" fmla="*/ 0 h 21"/>
                  <a:gd name="T2" fmla="*/ 564 w 44"/>
                  <a:gd name="T3" fmla="*/ 13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0" y="21"/>
                      <a:pt x="32" y="12"/>
                      <a:pt x="44" y="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5" name="Freeform 166">
                <a:extLst>
                  <a:ext uri="{FF2B5EF4-FFF2-40B4-BE49-F238E27FC236}">
                    <a16:creationId xmlns:a16="http://schemas.microsoft.com/office/drawing/2014/main" id="{1EA90BB8-E20E-49CD-A5A5-3EEF198CB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292"/>
                <a:ext cx="68" cy="48"/>
              </a:xfrm>
              <a:custGeom>
                <a:avLst/>
                <a:gdLst>
                  <a:gd name="T0" fmla="*/ 0 w 29"/>
                  <a:gd name="T1" fmla="*/ 0 h 19"/>
                  <a:gd name="T2" fmla="*/ 38 w 29"/>
                  <a:gd name="T3" fmla="*/ 129 h 19"/>
                  <a:gd name="T4" fmla="*/ 373 w 29"/>
                  <a:gd name="T5" fmla="*/ 30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9">
                    <a:moveTo>
                      <a:pt x="0" y="0"/>
                    </a:moveTo>
                    <a:cubicBezTo>
                      <a:pt x="2" y="1"/>
                      <a:pt x="1" y="5"/>
                      <a:pt x="3" y="8"/>
                    </a:cubicBezTo>
                    <a:cubicBezTo>
                      <a:pt x="10" y="18"/>
                      <a:pt x="17" y="19"/>
                      <a:pt x="29" y="1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6" name="Freeform 167">
                <a:extLst>
                  <a:ext uri="{FF2B5EF4-FFF2-40B4-BE49-F238E27FC236}">
                    <a16:creationId xmlns:a16="http://schemas.microsoft.com/office/drawing/2014/main" id="{22EEE79D-C8B7-4658-897D-3F945B269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120"/>
                <a:ext cx="30" cy="43"/>
              </a:xfrm>
              <a:custGeom>
                <a:avLst/>
                <a:gdLst>
                  <a:gd name="T0" fmla="*/ 12 w 13"/>
                  <a:gd name="T1" fmla="*/ 180 h 17"/>
                  <a:gd name="T2" fmla="*/ 97 w 13"/>
                  <a:gd name="T3" fmla="*/ 0 h 17"/>
                  <a:gd name="T4" fmla="*/ 37 w 13"/>
                  <a:gd name="T5" fmla="*/ 27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" y="11"/>
                    </a:moveTo>
                    <a:cubicBezTo>
                      <a:pt x="0" y="6"/>
                      <a:pt x="3" y="1"/>
                      <a:pt x="8" y="0"/>
                    </a:cubicBezTo>
                    <a:cubicBezTo>
                      <a:pt x="13" y="4"/>
                      <a:pt x="6" y="13"/>
                      <a:pt x="3" y="17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7" name="Freeform 168">
                <a:extLst>
                  <a:ext uri="{FF2B5EF4-FFF2-40B4-BE49-F238E27FC236}">
                    <a16:creationId xmlns:a16="http://schemas.microsoft.com/office/drawing/2014/main" id="{BEC67026-93F9-4C39-AAFB-49F8D2ADA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148"/>
                <a:ext cx="26" cy="30"/>
              </a:xfrm>
              <a:custGeom>
                <a:avLst/>
                <a:gdLst>
                  <a:gd name="T0" fmla="*/ 135 w 11"/>
                  <a:gd name="T1" fmla="*/ 125 h 12"/>
                  <a:gd name="T2" fmla="*/ 144 w 11"/>
                  <a:gd name="T3" fmla="*/ 95 h 12"/>
                  <a:gd name="T4" fmla="*/ 0 w 11"/>
                  <a:gd name="T5" fmla="*/ 20 h 12"/>
                  <a:gd name="T6" fmla="*/ 118 w 11"/>
                  <a:gd name="T7" fmla="*/ 18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0" y="8"/>
                    </a:moveTo>
                    <a:cubicBezTo>
                      <a:pt x="10" y="7"/>
                      <a:pt x="10" y="7"/>
                      <a:pt x="11" y="6"/>
                    </a:cubicBezTo>
                    <a:cubicBezTo>
                      <a:pt x="9" y="3"/>
                      <a:pt x="3" y="0"/>
                      <a:pt x="0" y="1"/>
                    </a:cubicBezTo>
                    <a:cubicBezTo>
                      <a:pt x="0" y="6"/>
                      <a:pt x="5" y="9"/>
                      <a:pt x="9" y="12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8" name="Freeform 169">
                <a:extLst>
                  <a:ext uri="{FF2B5EF4-FFF2-40B4-BE49-F238E27FC236}">
                    <a16:creationId xmlns:a16="http://schemas.microsoft.com/office/drawing/2014/main" id="{74E83F91-B957-4898-98DA-F5A37D69D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213"/>
                <a:ext cx="29" cy="35"/>
              </a:xfrm>
              <a:custGeom>
                <a:avLst/>
                <a:gdLst>
                  <a:gd name="T0" fmla="*/ 0 w 12"/>
                  <a:gd name="T1" fmla="*/ 220 h 14"/>
                  <a:gd name="T2" fmla="*/ 0 w 12"/>
                  <a:gd name="T3" fmla="*/ 9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11" y="11"/>
                      <a:pt x="12" y="0"/>
                      <a:pt x="0" y="6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89" name="Freeform 170">
                <a:extLst>
                  <a:ext uri="{FF2B5EF4-FFF2-40B4-BE49-F238E27FC236}">
                    <a16:creationId xmlns:a16="http://schemas.microsoft.com/office/drawing/2014/main" id="{A435F00F-CA9B-4D96-9CB6-13713F056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285"/>
                <a:ext cx="21" cy="12"/>
              </a:xfrm>
              <a:custGeom>
                <a:avLst/>
                <a:gdLst>
                  <a:gd name="T0" fmla="*/ 0 w 9"/>
                  <a:gd name="T1" fmla="*/ 70 h 5"/>
                  <a:gd name="T2" fmla="*/ 114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2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0" name="Freeform 171">
                <a:extLst>
                  <a:ext uri="{FF2B5EF4-FFF2-40B4-BE49-F238E27FC236}">
                    <a16:creationId xmlns:a16="http://schemas.microsoft.com/office/drawing/2014/main" id="{67E6C40F-D489-4B80-955E-D12E34DC6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317"/>
                <a:ext cx="26" cy="30"/>
              </a:xfrm>
              <a:custGeom>
                <a:avLst/>
                <a:gdLst>
                  <a:gd name="T0" fmla="*/ 135 w 11"/>
                  <a:gd name="T1" fmla="*/ 188 h 12"/>
                  <a:gd name="T2" fmla="*/ 106 w 11"/>
                  <a:gd name="T3" fmla="*/ 0 h 12"/>
                  <a:gd name="T4" fmla="*/ 0 w 11"/>
                  <a:gd name="T5" fmla="*/ 15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0" y="12"/>
                    </a:moveTo>
                    <a:cubicBezTo>
                      <a:pt x="10" y="8"/>
                      <a:pt x="11" y="3"/>
                      <a:pt x="8" y="0"/>
                    </a:cubicBezTo>
                    <a:cubicBezTo>
                      <a:pt x="5" y="2"/>
                      <a:pt x="2" y="6"/>
                      <a:pt x="0" y="1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1" name="Freeform 172">
                <a:extLst>
                  <a:ext uri="{FF2B5EF4-FFF2-40B4-BE49-F238E27FC236}">
                    <a16:creationId xmlns:a16="http://schemas.microsoft.com/office/drawing/2014/main" id="{7F2C8D07-1C7A-4CFF-8A22-3CC4B653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175"/>
                <a:ext cx="21" cy="8"/>
              </a:xfrm>
              <a:custGeom>
                <a:avLst/>
                <a:gdLst>
                  <a:gd name="T0" fmla="*/ 0 w 9"/>
                  <a:gd name="T1" fmla="*/ 35 h 3"/>
                  <a:gd name="T2" fmla="*/ 114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2"/>
                    </a:moveTo>
                    <a:cubicBezTo>
                      <a:pt x="3" y="3"/>
                      <a:pt x="6" y="1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2" name="Freeform 173">
                <a:extLst>
                  <a:ext uri="{FF2B5EF4-FFF2-40B4-BE49-F238E27FC236}">
                    <a16:creationId xmlns:a16="http://schemas.microsoft.com/office/drawing/2014/main" id="{7B0897A8-4B07-4D99-A5DE-4102ABF6F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135"/>
                <a:ext cx="2" cy="20"/>
              </a:xfrm>
              <a:custGeom>
                <a:avLst/>
                <a:gdLst>
                  <a:gd name="T0" fmla="*/ 0 w 1"/>
                  <a:gd name="T1" fmla="*/ 125 h 8"/>
                  <a:gd name="T2" fmla="*/ 8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0" y="3"/>
                      <a:pt x="1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3" name="Freeform 174">
                <a:extLst>
                  <a:ext uri="{FF2B5EF4-FFF2-40B4-BE49-F238E27FC236}">
                    <a16:creationId xmlns:a16="http://schemas.microsoft.com/office/drawing/2014/main" id="{60F0B149-3C4C-414C-B2A3-2C775DC9A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010"/>
                <a:ext cx="86" cy="68"/>
              </a:xfrm>
              <a:custGeom>
                <a:avLst/>
                <a:gdLst>
                  <a:gd name="T0" fmla="*/ 0 w 37"/>
                  <a:gd name="T1" fmla="*/ 222 h 27"/>
                  <a:gd name="T2" fmla="*/ 465 w 37"/>
                  <a:gd name="T3" fmla="*/ 4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7">
                    <a:moveTo>
                      <a:pt x="0" y="14"/>
                    </a:moveTo>
                    <a:cubicBezTo>
                      <a:pt x="12" y="0"/>
                      <a:pt x="35" y="11"/>
                      <a:pt x="37" y="2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4" name="Freeform 175">
                <a:extLst>
                  <a:ext uri="{FF2B5EF4-FFF2-40B4-BE49-F238E27FC236}">
                    <a16:creationId xmlns:a16="http://schemas.microsoft.com/office/drawing/2014/main" id="{A7251716-9202-4C71-9EEC-C0A9ADE2F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015"/>
                <a:ext cx="30" cy="38"/>
              </a:xfrm>
              <a:custGeom>
                <a:avLst/>
                <a:gdLst>
                  <a:gd name="T0" fmla="*/ 37 w 13"/>
                  <a:gd name="T1" fmla="*/ 243 h 15"/>
                  <a:gd name="T2" fmla="*/ 159 w 1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3" y="15"/>
                    </a:moveTo>
                    <a:cubicBezTo>
                      <a:pt x="0" y="7"/>
                      <a:pt x="8" y="4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5" name="Freeform 176">
                <a:extLst>
                  <a:ext uri="{FF2B5EF4-FFF2-40B4-BE49-F238E27FC236}">
                    <a16:creationId xmlns:a16="http://schemas.microsoft.com/office/drawing/2014/main" id="{B2858F41-7B0C-4BED-80E8-9D16AA549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048"/>
                <a:ext cx="46" cy="57"/>
              </a:xfrm>
              <a:custGeom>
                <a:avLst/>
                <a:gdLst>
                  <a:gd name="T0" fmla="*/ 0 w 20"/>
                  <a:gd name="T1" fmla="*/ 0 h 23"/>
                  <a:gd name="T2" fmla="*/ 159 w 20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3">
                    <a:moveTo>
                      <a:pt x="0" y="0"/>
                    </a:moveTo>
                    <a:cubicBezTo>
                      <a:pt x="9" y="5"/>
                      <a:pt x="20" y="12"/>
                      <a:pt x="13" y="2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6" name="Freeform 177">
                <a:extLst>
                  <a:ext uri="{FF2B5EF4-FFF2-40B4-BE49-F238E27FC236}">
                    <a16:creationId xmlns:a16="http://schemas.microsoft.com/office/drawing/2014/main" id="{A3764887-6572-4E2D-B362-B8444E2DB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3"/>
                <a:ext cx="42" cy="30"/>
              </a:xfrm>
              <a:custGeom>
                <a:avLst/>
                <a:gdLst>
                  <a:gd name="T0" fmla="*/ 0 w 18"/>
                  <a:gd name="T1" fmla="*/ 188 h 12"/>
                  <a:gd name="T2" fmla="*/ 229 w 18"/>
                  <a:gd name="T3" fmla="*/ 3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5" y="6"/>
                      <a:pt x="10" y="0"/>
                      <a:pt x="18" y="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7" name="Freeform 178">
                <a:extLst>
                  <a:ext uri="{FF2B5EF4-FFF2-40B4-BE49-F238E27FC236}">
                    <a16:creationId xmlns:a16="http://schemas.microsoft.com/office/drawing/2014/main" id="{86553E41-AC1F-4EDF-83AE-90CB2812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20"/>
                <a:ext cx="28" cy="35"/>
              </a:xfrm>
              <a:custGeom>
                <a:avLst/>
                <a:gdLst>
                  <a:gd name="T0" fmla="*/ 65 w 12"/>
                  <a:gd name="T1" fmla="*/ 220 h 14"/>
                  <a:gd name="T2" fmla="*/ 126 w 12"/>
                  <a:gd name="T3" fmla="*/ 20 h 14"/>
                  <a:gd name="T4" fmla="*/ 142 w 12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5" y="14"/>
                    </a:moveTo>
                    <a:cubicBezTo>
                      <a:pt x="2" y="7"/>
                      <a:pt x="0" y="0"/>
                      <a:pt x="10" y="1"/>
                    </a:cubicBezTo>
                    <a:cubicBezTo>
                      <a:pt x="12" y="5"/>
                      <a:pt x="10" y="10"/>
                      <a:pt x="11" y="14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8" name="Freeform 179">
                <a:extLst>
                  <a:ext uri="{FF2B5EF4-FFF2-40B4-BE49-F238E27FC236}">
                    <a16:creationId xmlns:a16="http://schemas.microsoft.com/office/drawing/2014/main" id="{92D02553-E4E2-44A6-94B2-C4D502ADF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050"/>
                <a:ext cx="10" cy="13"/>
              </a:xfrm>
              <a:custGeom>
                <a:avLst/>
                <a:gdLst>
                  <a:gd name="T0" fmla="*/ 63 w 4"/>
                  <a:gd name="T1" fmla="*/ 0 h 5"/>
                  <a:gd name="T2" fmla="*/ 0 w 4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99" name="Freeform 180">
                <a:extLst>
                  <a:ext uri="{FF2B5EF4-FFF2-40B4-BE49-F238E27FC236}">
                    <a16:creationId xmlns:a16="http://schemas.microsoft.com/office/drawing/2014/main" id="{91BBDADF-13DF-485B-BC6C-1B0247888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065"/>
                <a:ext cx="21" cy="10"/>
              </a:xfrm>
              <a:custGeom>
                <a:avLst/>
                <a:gdLst>
                  <a:gd name="T0" fmla="*/ 0 w 9"/>
                  <a:gd name="T1" fmla="*/ 63 h 4"/>
                  <a:gd name="T2" fmla="*/ 114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00" name="Freeform 181">
                <a:extLst>
                  <a:ext uri="{FF2B5EF4-FFF2-40B4-BE49-F238E27FC236}">
                    <a16:creationId xmlns:a16="http://schemas.microsoft.com/office/drawing/2014/main" id="{86241752-91CF-4D23-BCF2-386068A56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160"/>
                <a:ext cx="87" cy="113"/>
              </a:xfrm>
              <a:custGeom>
                <a:avLst/>
                <a:gdLst>
                  <a:gd name="T0" fmla="*/ 0 w 37"/>
                  <a:gd name="T1" fmla="*/ 397 h 45"/>
                  <a:gd name="T2" fmla="*/ 470 w 37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5">
                    <a:moveTo>
                      <a:pt x="0" y="25"/>
                    </a:moveTo>
                    <a:cubicBezTo>
                      <a:pt x="13" y="45"/>
                      <a:pt x="37" y="14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01" name="Freeform 182">
                <a:extLst>
                  <a:ext uri="{FF2B5EF4-FFF2-40B4-BE49-F238E27FC236}">
                    <a16:creationId xmlns:a16="http://schemas.microsoft.com/office/drawing/2014/main" id="{84C23477-83F9-4533-9135-7F16F97A1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108"/>
                <a:ext cx="73" cy="65"/>
              </a:xfrm>
              <a:custGeom>
                <a:avLst/>
                <a:gdLst>
                  <a:gd name="T0" fmla="*/ 0 w 31"/>
                  <a:gd name="T1" fmla="*/ 250 h 26"/>
                  <a:gd name="T2" fmla="*/ 299 w 31"/>
                  <a:gd name="T3" fmla="*/ 300 h 26"/>
                  <a:gd name="T4" fmla="*/ 393 w 31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6">
                    <a:moveTo>
                      <a:pt x="0" y="16"/>
                    </a:moveTo>
                    <a:cubicBezTo>
                      <a:pt x="2" y="26"/>
                      <a:pt x="16" y="23"/>
                      <a:pt x="23" y="19"/>
                    </a:cubicBezTo>
                    <a:cubicBezTo>
                      <a:pt x="30" y="14"/>
                      <a:pt x="31" y="9"/>
                      <a:pt x="30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02" name="Freeform 183">
                <a:extLst>
                  <a:ext uri="{FF2B5EF4-FFF2-40B4-BE49-F238E27FC236}">
                    <a16:creationId xmlns:a16="http://schemas.microsoft.com/office/drawing/2014/main" id="{D8D3FF25-C7B3-441A-80A5-72903DCD7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203"/>
                <a:ext cx="110" cy="97"/>
              </a:xfrm>
              <a:custGeom>
                <a:avLst/>
                <a:gdLst>
                  <a:gd name="T0" fmla="*/ 180 w 47"/>
                  <a:gd name="T1" fmla="*/ 0 h 39"/>
                  <a:gd name="T2" fmla="*/ 601 w 47"/>
                  <a:gd name="T3" fmla="*/ 49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9">
                    <a:moveTo>
                      <a:pt x="14" y="0"/>
                    </a:moveTo>
                    <a:cubicBezTo>
                      <a:pt x="0" y="21"/>
                      <a:pt x="27" y="39"/>
                      <a:pt x="47" y="3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03" name="Freeform 184">
                <a:extLst>
                  <a:ext uri="{FF2B5EF4-FFF2-40B4-BE49-F238E27FC236}">
                    <a16:creationId xmlns:a16="http://schemas.microsoft.com/office/drawing/2014/main" id="{BC0F1AD1-66E8-49B5-AC8B-3055DD4AF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248"/>
                <a:ext cx="68" cy="89"/>
              </a:xfrm>
              <a:custGeom>
                <a:avLst/>
                <a:gdLst>
                  <a:gd name="T0" fmla="*/ 115 w 29"/>
                  <a:gd name="T1" fmla="*/ 0 h 36"/>
                  <a:gd name="T2" fmla="*/ 373 w 29"/>
                  <a:gd name="T3" fmla="*/ 532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36">
                    <a:moveTo>
                      <a:pt x="9" y="0"/>
                    </a:moveTo>
                    <a:cubicBezTo>
                      <a:pt x="0" y="14"/>
                      <a:pt x="13" y="36"/>
                      <a:pt x="29" y="3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04" name="Freeform 185">
                <a:extLst>
                  <a:ext uri="{FF2B5EF4-FFF2-40B4-BE49-F238E27FC236}">
                    <a16:creationId xmlns:a16="http://schemas.microsoft.com/office/drawing/2014/main" id="{0EE05003-BB22-4F42-B000-37F8B68E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173"/>
                <a:ext cx="35" cy="82"/>
              </a:xfrm>
              <a:custGeom>
                <a:avLst/>
                <a:gdLst>
                  <a:gd name="T0" fmla="*/ 86 w 15"/>
                  <a:gd name="T1" fmla="*/ 0 h 33"/>
                  <a:gd name="T2" fmla="*/ 0 w 15"/>
                  <a:gd name="T3" fmla="*/ 50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3">
                    <a:moveTo>
                      <a:pt x="7" y="0"/>
                    </a:moveTo>
                    <a:cubicBezTo>
                      <a:pt x="15" y="10"/>
                      <a:pt x="10" y="27"/>
                      <a:pt x="0" y="3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05" name="Freeform 186">
                <a:extLst>
                  <a:ext uri="{FF2B5EF4-FFF2-40B4-BE49-F238E27FC236}">
                    <a16:creationId xmlns:a16="http://schemas.microsoft.com/office/drawing/2014/main" id="{DDC7B167-5F5C-442F-9BD0-CF884AFF1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213"/>
                <a:ext cx="40" cy="42"/>
              </a:xfrm>
              <a:custGeom>
                <a:avLst/>
                <a:gdLst>
                  <a:gd name="T0" fmla="*/ 0 w 17"/>
                  <a:gd name="T1" fmla="*/ 62 h 17"/>
                  <a:gd name="T2" fmla="*/ 221 w 17"/>
                  <a:gd name="T3" fmla="*/ 62 h 17"/>
                  <a:gd name="T4" fmla="*/ 0 w 17"/>
                  <a:gd name="T5" fmla="*/ 2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0" y="4"/>
                    </a:moveTo>
                    <a:cubicBezTo>
                      <a:pt x="6" y="3"/>
                      <a:pt x="12" y="0"/>
                      <a:pt x="17" y="4"/>
                    </a:cubicBezTo>
                    <a:cubicBezTo>
                      <a:pt x="14" y="11"/>
                      <a:pt x="5" y="12"/>
                      <a:pt x="0" y="17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06" name="Freeform 187">
                <a:extLst>
                  <a:ext uri="{FF2B5EF4-FFF2-40B4-BE49-F238E27FC236}">
                    <a16:creationId xmlns:a16="http://schemas.microsoft.com/office/drawing/2014/main" id="{3723F815-0720-492B-BA1C-EE83664AE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258"/>
                <a:ext cx="31" cy="5"/>
              </a:xfrm>
              <a:custGeom>
                <a:avLst/>
                <a:gdLst>
                  <a:gd name="T0" fmla="*/ 0 w 13"/>
                  <a:gd name="T1" fmla="*/ 0 h 2"/>
                  <a:gd name="T2" fmla="*/ 176 w 13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">
                    <a:moveTo>
                      <a:pt x="0" y="0"/>
                    </a:moveTo>
                    <a:cubicBezTo>
                      <a:pt x="4" y="1"/>
                      <a:pt x="8" y="2"/>
                      <a:pt x="13" y="1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07" name="Freeform 188">
                <a:extLst>
                  <a:ext uri="{FF2B5EF4-FFF2-40B4-BE49-F238E27FC236}">
                    <a16:creationId xmlns:a16="http://schemas.microsoft.com/office/drawing/2014/main" id="{01BDF1EF-95A9-4DB7-ABEA-50D0878CD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115"/>
                <a:ext cx="32" cy="28"/>
              </a:xfrm>
              <a:custGeom>
                <a:avLst/>
                <a:gdLst>
                  <a:gd name="T0" fmla="*/ 167 w 14"/>
                  <a:gd name="T1" fmla="*/ 84 h 11"/>
                  <a:gd name="T2" fmla="*/ 0 w 14"/>
                  <a:gd name="T3" fmla="*/ 51 h 11"/>
                  <a:gd name="T4" fmla="*/ 142 w 14"/>
                  <a:gd name="T5" fmla="*/ 16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4" y="5"/>
                    </a:moveTo>
                    <a:cubicBezTo>
                      <a:pt x="10" y="3"/>
                      <a:pt x="4" y="0"/>
                      <a:pt x="0" y="3"/>
                    </a:cubicBezTo>
                    <a:cubicBezTo>
                      <a:pt x="0" y="11"/>
                      <a:pt x="7" y="5"/>
                      <a:pt x="12" y="1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08" name="Freeform 189">
                <a:extLst>
                  <a:ext uri="{FF2B5EF4-FFF2-40B4-BE49-F238E27FC236}">
                    <a16:creationId xmlns:a16="http://schemas.microsoft.com/office/drawing/2014/main" id="{1E816EA0-C030-48E6-A2A1-D9580F8DC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160"/>
                <a:ext cx="52" cy="55"/>
              </a:xfrm>
              <a:custGeom>
                <a:avLst/>
                <a:gdLst>
                  <a:gd name="T0" fmla="*/ 0 w 22"/>
                  <a:gd name="T1" fmla="*/ 158 h 22"/>
                  <a:gd name="T2" fmla="*/ 0 w 22"/>
                  <a:gd name="T3" fmla="*/ 27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10"/>
                    </a:moveTo>
                    <a:cubicBezTo>
                      <a:pt x="22" y="0"/>
                      <a:pt x="14" y="22"/>
                      <a:pt x="0" y="17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09" name="Freeform 190">
                <a:extLst>
                  <a:ext uri="{FF2B5EF4-FFF2-40B4-BE49-F238E27FC236}">
                    <a16:creationId xmlns:a16="http://schemas.microsoft.com/office/drawing/2014/main" id="{A1E8CAE7-D8E1-4012-B443-1F6D716A2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1928"/>
                <a:ext cx="103" cy="55"/>
              </a:xfrm>
              <a:custGeom>
                <a:avLst/>
                <a:gdLst>
                  <a:gd name="T0" fmla="*/ 0 w 44"/>
                  <a:gd name="T1" fmla="*/ 63 h 22"/>
                  <a:gd name="T2" fmla="*/ 564 w 44"/>
                  <a:gd name="T3" fmla="*/ 34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2">
                    <a:moveTo>
                      <a:pt x="0" y="4"/>
                    </a:moveTo>
                    <a:cubicBezTo>
                      <a:pt x="15" y="0"/>
                      <a:pt x="40" y="3"/>
                      <a:pt x="44" y="2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10" name="Freeform 191">
                <a:extLst>
                  <a:ext uri="{FF2B5EF4-FFF2-40B4-BE49-F238E27FC236}">
                    <a16:creationId xmlns:a16="http://schemas.microsoft.com/office/drawing/2014/main" id="{17A37FD3-D874-4B3F-9BCD-D59F96881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968"/>
                <a:ext cx="72" cy="35"/>
              </a:xfrm>
              <a:custGeom>
                <a:avLst/>
                <a:gdLst>
                  <a:gd name="T0" fmla="*/ 0 w 31"/>
                  <a:gd name="T1" fmla="*/ 220 h 14"/>
                  <a:gd name="T2" fmla="*/ 388 w 31"/>
                  <a:gd name="T3" fmla="*/ 12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4">
                    <a:moveTo>
                      <a:pt x="0" y="14"/>
                    </a:moveTo>
                    <a:cubicBezTo>
                      <a:pt x="1" y="3"/>
                      <a:pt x="25" y="0"/>
                      <a:pt x="31" y="8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11" name="Freeform 192">
                <a:extLst>
                  <a:ext uri="{FF2B5EF4-FFF2-40B4-BE49-F238E27FC236}">
                    <a16:creationId xmlns:a16="http://schemas.microsoft.com/office/drawing/2014/main" id="{20F4F09F-4AE5-4E06-B4FF-0CB374633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025"/>
                <a:ext cx="65" cy="100"/>
              </a:xfrm>
              <a:custGeom>
                <a:avLst/>
                <a:gdLst>
                  <a:gd name="T0" fmla="*/ 28 w 28"/>
                  <a:gd name="T1" fmla="*/ 0 h 40"/>
                  <a:gd name="T2" fmla="*/ 37 w 28"/>
                  <a:gd name="T3" fmla="*/ 363 h 40"/>
                  <a:gd name="T4" fmla="*/ 351 w 28"/>
                  <a:gd name="T5" fmla="*/ 62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0">
                    <a:moveTo>
                      <a:pt x="2" y="0"/>
                    </a:moveTo>
                    <a:cubicBezTo>
                      <a:pt x="0" y="8"/>
                      <a:pt x="0" y="16"/>
                      <a:pt x="3" y="23"/>
                    </a:cubicBezTo>
                    <a:cubicBezTo>
                      <a:pt x="8" y="35"/>
                      <a:pt x="18" y="36"/>
                      <a:pt x="28" y="4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12" name="Freeform 193">
                <a:extLst>
                  <a:ext uri="{FF2B5EF4-FFF2-40B4-BE49-F238E27FC236}">
                    <a16:creationId xmlns:a16="http://schemas.microsoft.com/office/drawing/2014/main" id="{01C7ED7F-8DCA-4751-B3D5-84C4F0EFA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2093"/>
                <a:ext cx="51" cy="97"/>
              </a:xfrm>
              <a:custGeom>
                <a:avLst/>
                <a:gdLst>
                  <a:gd name="T0" fmla="*/ 28 w 22"/>
                  <a:gd name="T1" fmla="*/ 0 h 39"/>
                  <a:gd name="T2" fmla="*/ 274 w 22"/>
                  <a:gd name="T3" fmla="*/ 59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9">
                    <a:moveTo>
                      <a:pt x="2" y="0"/>
                    </a:moveTo>
                    <a:cubicBezTo>
                      <a:pt x="0" y="17"/>
                      <a:pt x="0" y="38"/>
                      <a:pt x="22" y="3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13" name="Freeform 194">
                <a:extLst>
                  <a:ext uri="{FF2B5EF4-FFF2-40B4-BE49-F238E27FC236}">
                    <a16:creationId xmlns:a16="http://schemas.microsoft.com/office/drawing/2014/main" id="{6E7F8CD5-7A4F-4DC4-A088-C2CC1B1E5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2063"/>
                <a:ext cx="21" cy="50"/>
              </a:xfrm>
              <a:custGeom>
                <a:avLst/>
                <a:gdLst>
                  <a:gd name="T0" fmla="*/ 0 w 9"/>
                  <a:gd name="T1" fmla="*/ 0 h 20"/>
                  <a:gd name="T2" fmla="*/ 103 w 9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0" y="0"/>
                    </a:moveTo>
                    <a:cubicBezTo>
                      <a:pt x="9" y="2"/>
                      <a:pt x="9" y="12"/>
                      <a:pt x="8" y="2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14" name="Freeform 195">
                <a:extLst>
                  <a:ext uri="{FF2B5EF4-FFF2-40B4-BE49-F238E27FC236}">
                    <a16:creationId xmlns:a16="http://schemas.microsoft.com/office/drawing/2014/main" id="{BD11EB10-BDFC-40E2-B21D-75740DDA6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078"/>
                <a:ext cx="16" cy="7"/>
              </a:xfrm>
              <a:custGeom>
                <a:avLst/>
                <a:gdLst>
                  <a:gd name="T0" fmla="*/ 0 w 7"/>
                  <a:gd name="T1" fmla="*/ 37 h 3"/>
                  <a:gd name="T2" fmla="*/ 8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1"/>
                      <a:pt x="4" y="0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15" name="Freeform 196">
                <a:extLst>
                  <a:ext uri="{FF2B5EF4-FFF2-40B4-BE49-F238E27FC236}">
                    <a16:creationId xmlns:a16="http://schemas.microsoft.com/office/drawing/2014/main" id="{20F8146C-11D0-4247-8DE0-8FA6B0BE5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913"/>
                <a:ext cx="43" cy="95"/>
              </a:xfrm>
              <a:custGeom>
                <a:avLst/>
                <a:gdLst>
                  <a:gd name="T0" fmla="*/ 29 w 18"/>
                  <a:gd name="T1" fmla="*/ 0 h 38"/>
                  <a:gd name="T2" fmla="*/ 0 w 18"/>
                  <a:gd name="T3" fmla="*/ 59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8">
                    <a:moveTo>
                      <a:pt x="2" y="0"/>
                    </a:moveTo>
                    <a:cubicBezTo>
                      <a:pt x="18" y="8"/>
                      <a:pt x="8" y="29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16" name="Freeform 197">
                <a:extLst>
                  <a:ext uri="{FF2B5EF4-FFF2-40B4-BE49-F238E27FC236}">
                    <a16:creationId xmlns:a16="http://schemas.microsoft.com/office/drawing/2014/main" id="{F45D8B8B-94C6-47C0-9EAC-0714BDE81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1973"/>
                <a:ext cx="33" cy="97"/>
              </a:xfrm>
              <a:custGeom>
                <a:avLst/>
                <a:gdLst>
                  <a:gd name="T0" fmla="*/ 106 w 14"/>
                  <a:gd name="T1" fmla="*/ 0 h 39"/>
                  <a:gd name="T2" fmla="*/ 0 w 14"/>
                  <a:gd name="T3" fmla="*/ 59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9">
                    <a:moveTo>
                      <a:pt x="8" y="0"/>
                    </a:moveTo>
                    <a:cubicBezTo>
                      <a:pt x="14" y="14"/>
                      <a:pt x="11" y="29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17" name="Freeform 198">
                <a:extLst>
                  <a:ext uri="{FF2B5EF4-FFF2-40B4-BE49-F238E27FC236}">
                    <a16:creationId xmlns:a16="http://schemas.microsoft.com/office/drawing/2014/main" id="{0E3919DA-4202-4525-9E06-603A0AFBA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903"/>
                <a:ext cx="19" cy="30"/>
              </a:xfrm>
              <a:custGeom>
                <a:avLst/>
                <a:gdLst>
                  <a:gd name="T0" fmla="*/ 57 w 8"/>
                  <a:gd name="T1" fmla="*/ 0 h 12"/>
                  <a:gd name="T2" fmla="*/ 0 w 8"/>
                  <a:gd name="T3" fmla="*/ 175 h 12"/>
                  <a:gd name="T4" fmla="*/ 107 w 8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4" y="0"/>
                    </a:moveTo>
                    <a:cubicBezTo>
                      <a:pt x="1" y="3"/>
                      <a:pt x="0" y="7"/>
                      <a:pt x="0" y="11"/>
                    </a:cubicBezTo>
                    <a:cubicBezTo>
                      <a:pt x="5" y="12"/>
                      <a:pt x="7" y="6"/>
                      <a:pt x="8" y="2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18" name="Freeform 199">
                <a:extLst>
                  <a:ext uri="{FF2B5EF4-FFF2-40B4-BE49-F238E27FC236}">
                    <a16:creationId xmlns:a16="http://schemas.microsoft.com/office/drawing/2014/main" id="{BEE3DF51-512E-4579-BD13-CF113C1ED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035"/>
                <a:ext cx="37" cy="50"/>
              </a:xfrm>
              <a:custGeom>
                <a:avLst/>
                <a:gdLst>
                  <a:gd name="T0" fmla="*/ 0 w 16"/>
                  <a:gd name="T1" fmla="*/ 125 h 20"/>
                  <a:gd name="T2" fmla="*/ 0 w 16"/>
                  <a:gd name="T3" fmla="*/ 3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8"/>
                    </a:moveTo>
                    <a:cubicBezTo>
                      <a:pt x="9" y="20"/>
                      <a:pt x="16" y="0"/>
                      <a:pt x="0" y="2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19" name="Freeform 200">
                <a:extLst>
                  <a:ext uri="{FF2B5EF4-FFF2-40B4-BE49-F238E27FC236}">
                    <a16:creationId xmlns:a16="http://schemas.microsoft.com/office/drawing/2014/main" id="{1ADE155A-3813-4138-964A-4CAC9C42D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030"/>
                <a:ext cx="9" cy="38"/>
              </a:xfrm>
              <a:custGeom>
                <a:avLst/>
                <a:gdLst>
                  <a:gd name="T0" fmla="*/ 11 w 4"/>
                  <a:gd name="T1" fmla="*/ 0 h 15"/>
                  <a:gd name="T2" fmla="*/ 45 w 4"/>
                  <a:gd name="T3" fmla="*/ 24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1" y="0"/>
                    </a:moveTo>
                    <a:cubicBezTo>
                      <a:pt x="0" y="5"/>
                      <a:pt x="2" y="11"/>
                      <a:pt x="4" y="15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20" name="Freeform 201">
                <a:extLst>
                  <a:ext uri="{FF2B5EF4-FFF2-40B4-BE49-F238E27FC236}">
                    <a16:creationId xmlns:a16="http://schemas.microsoft.com/office/drawing/2014/main" id="{FC2DC6EB-DF22-468D-9B23-BC4DA1CC5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2035"/>
                <a:ext cx="21" cy="25"/>
              </a:xfrm>
              <a:custGeom>
                <a:avLst/>
                <a:gdLst>
                  <a:gd name="T0" fmla="*/ 28 w 9"/>
                  <a:gd name="T1" fmla="*/ 20 h 10"/>
                  <a:gd name="T2" fmla="*/ 114 w 9"/>
                  <a:gd name="T3" fmla="*/ 20 h 10"/>
                  <a:gd name="T4" fmla="*/ 0 w 9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2" y="1"/>
                    </a:moveTo>
                    <a:cubicBezTo>
                      <a:pt x="4" y="0"/>
                      <a:pt x="7" y="0"/>
                      <a:pt x="9" y="1"/>
                    </a:cubicBezTo>
                    <a:cubicBezTo>
                      <a:pt x="9" y="6"/>
                      <a:pt x="4" y="9"/>
                      <a:pt x="0" y="1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21" name="Freeform 202">
                <a:extLst>
                  <a:ext uri="{FF2B5EF4-FFF2-40B4-BE49-F238E27FC236}">
                    <a16:creationId xmlns:a16="http://schemas.microsoft.com/office/drawing/2014/main" id="{6735FD93-7369-4874-91D0-E6063F0F4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1928"/>
                <a:ext cx="33" cy="35"/>
              </a:xfrm>
              <a:custGeom>
                <a:avLst/>
                <a:gdLst>
                  <a:gd name="T0" fmla="*/ 0 w 14"/>
                  <a:gd name="T1" fmla="*/ 20 h 14"/>
                  <a:gd name="T2" fmla="*/ 94 w 1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0" y="1"/>
                    </a:moveTo>
                    <a:cubicBezTo>
                      <a:pt x="0" y="14"/>
                      <a:pt x="14" y="8"/>
                      <a:pt x="7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22" name="Freeform 203">
                <a:extLst>
                  <a:ext uri="{FF2B5EF4-FFF2-40B4-BE49-F238E27FC236}">
                    <a16:creationId xmlns:a16="http://schemas.microsoft.com/office/drawing/2014/main" id="{66699E13-7E88-4605-8664-F0BD51A17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1993"/>
                <a:ext cx="26" cy="5"/>
              </a:xfrm>
              <a:custGeom>
                <a:avLst/>
                <a:gdLst>
                  <a:gd name="T0" fmla="*/ 0 w 11"/>
                  <a:gd name="T1" fmla="*/ 0 h 2"/>
                  <a:gd name="T2" fmla="*/ 144 w 1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3" y="2"/>
                      <a:pt x="7" y="1"/>
                      <a:pt x="11" y="2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23" name="Freeform 204">
                <a:extLst>
                  <a:ext uri="{FF2B5EF4-FFF2-40B4-BE49-F238E27FC236}">
                    <a16:creationId xmlns:a16="http://schemas.microsoft.com/office/drawing/2014/main" id="{85B6189F-6915-4C24-BC09-E0B54F1B5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973"/>
                <a:ext cx="4" cy="15"/>
              </a:xfrm>
              <a:custGeom>
                <a:avLst/>
                <a:gdLst>
                  <a:gd name="T0" fmla="*/ 16 w 2"/>
                  <a:gd name="T1" fmla="*/ 0 h 6"/>
                  <a:gd name="T2" fmla="*/ 0 w 2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1"/>
                      <a:pt x="1" y="4"/>
                      <a:pt x="0" y="6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775" name="Freeform 205">
              <a:extLst>
                <a:ext uri="{FF2B5EF4-FFF2-40B4-BE49-F238E27FC236}">
                  <a16:creationId xmlns:a16="http://schemas.microsoft.com/office/drawing/2014/main" id="{7F16D335-842E-4518-8347-D56E7D77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088"/>
              <a:ext cx="49" cy="22"/>
            </a:xfrm>
            <a:custGeom>
              <a:avLst/>
              <a:gdLst>
                <a:gd name="T0" fmla="*/ 86 w 21"/>
                <a:gd name="T1" fmla="*/ 120 h 9"/>
                <a:gd name="T2" fmla="*/ 266 w 21"/>
                <a:gd name="T3" fmla="*/ 71 h 9"/>
                <a:gd name="T4" fmla="*/ 0 w 21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7" y="8"/>
                  </a:moveTo>
                  <a:cubicBezTo>
                    <a:pt x="11" y="7"/>
                    <a:pt x="19" y="9"/>
                    <a:pt x="21" y="5"/>
                  </a:cubicBezTo>
                  <a:cubicBezTo>
                    <a:pt x="16" y="0"/>
                    <a:pt x="5" y="1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6" name="Freeform 206">
              <a:extLst>
                <a:ext uri="{FF2B5EF4-FFF2-40B4-BE49-F238E27FC236}">
                  <a16:creationId xmlns:a16="http://schemas.microsoft.com/office/drawing/2014/main" id="{6F48ADC7-8029-4CCC-BA13-D3834070C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2158"/>
              <a:ext cx="30" cy="40"/>
            </a:xfrm>
            <a:custGeom>
              <a:avLst/>
              <a:gdLst>
                <a:gd name="T0" fmla="*/ 97 w 13"/>
                <a:gd name="T1" fmla="*/ 250 h 16"/>
                <a:gd name="T2" fmla="*/ 122 w 13"/>
                <a:gd name="T3" fmla="*/ 0 h 16"/>
                <a:gd name="T4" fmla="*/ 0 w 13"/>
                <a:gd name="T5" fmla="*/ 2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8" y="16"/>
                  </a:moveTo>
                  <a:cubicBezTo>
                    <a:pt x="12" y="11"/>
                    <a:pt x="13" y="5"/>
                    <a:pt x="10" y="0"/>
                  </a:cubicBezTo>
                  <a:cubicBezTo>
                    <a:pt x="5" y="1"/>
                    <a:pt x="1" y="9"/>
                    <a:pt x="0" y="1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7" name="Freeform 207">
              <a:extLst>
                <a:ext uri="{FF2B5EF4-FFF2-40B4-BE49-F238E27FC236}">
                  <a16:creationId xmlns:a16="http://schemas.microsoft.com/office/drawing/2014/main" id="{22A2AC3E-067C-473B-8D76-90EC9E64B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103"/>
              <a:ext cx="28" cy="2"/>
            </a:xfrm>
            <a:custGeom>
              <a:avLst/>
              <a:gdLst>
                <a:gd name="T0" fmla="*/ 0 w 12"/>
                <a:gd name="T1" fmla="*/ 0 h 1"/>
                <a:gd name="T2" fmla="*/ 152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8" name="Freeform 208">
              <a:extLst>
                <a:ext uri="{FF2B5EF4-FFF2-40B4-BE49-F238E27FC236}">
                  <a16:creationId xmlns:a16="http://schemas.microsoft.com/office/drawing/2014/main" id="{476055AE-AFAE-4BCE-9C02-3A73B7366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2310"/>
              <a:ext cx="30" cy="30"/>
            </a:xfrm>
            <a:custGeom>
              <a:avLst/>
              <a:gdLst>
                <a:gd name="T0" fmla="*/ 111 w 13"/>
                <a:gd name="T1" fmla="*/ 188 h 12"/>
                <a:gd name="T2" fmla="*/ 122 w 13"/>
                <a:gd name="T3" fmla="*/ 0 h 12"/>
                <a:gd name="T4" fmla="*/ 0 w 13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9" y="12"/>
                  </a:moveTo>
                  <a:cubicBezTo>
                    <a:pt x="11" y="8"/>
                    <a:pt x="13" y="4"/>
                    <a:pt x="10" y="0"/>
                  </a:cubicBezTo>
                  <a:cubicBezTo>
                    <a:pt x="5" y="2"/>
                    <a:pt x="1" y="8"/>
                    <a:pt x="0" y="1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9" name="Freeform 209">
              <a:extLst>
                <a:ext uri="{FF2B5EF4-FFF2-40B4-BE49-F238E27FC236}">
                  <a16:creationId xmlns:a16="http://schemas.microsoft.com/office/drawing/2014/main" id="{F6E4F9D8-B176-47C9-9BFF-DD929BED8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317"/>
              <a:ext cx="65" cy="50"/>
            </a:xfrm>
            <a:custGeom>
              <a:avLst/>
              <a:gdLst>
                <a:gd name="T0" fmla="*/ 0 w 28"/>
                <a:gd name="T1" fmla="*/ 300 h 20"/>
                <a:gd name="T2" fmla="*/ 351 w 2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0" y="19"/>
                  </a:moveTo>
                  <a:cubicBezTo>
                    <a:pt x="12" y="20"/>
                    <a:pt x="26" y="12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0" name="Freeform 210">
              <a:extLst>
                <a:ext uri="{FF2B5EF4-FFF2-40B4-BE49-F238E27FC236}">
                  <a16:creationId xmlns:a16="http://schemas.microsoft.com/office/drawing/2014/main" id="{59F99A24-521B-4464-A6BC-787300EA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295"/>
              <a:ext cx="40" cy="22"/>
            </a:xfrm>
            <a:custGeom>
              <a:avLst/>
              <a:gdLst>
                <a:gd name="T0" fmla="*/ 0 w 17"/>
                <a:gd name="T1" fmla="*/ 132 h 9"/>
                <a:gd name="T2" fmla="*/ 221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9"/>
                  </a:moveTo>
                  <a:cubicBezTo>
                    <a:pt x="6" y="9"/>
                    <a:pt x="14" y="6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1" name="Freeform 211">
              <a:extLst>
                <a:ext uri="{FF2B5EF4-FFF2-40B4-BE49-F238E27FC236}">
                  <a16:creationId xmlns:a16="http://schemas.microsoft.com/office/drawing/2014/main" id="{DFE5D9C6-DE03-42C3-B87A-7D3147763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350"/>
              <a:ext cx="16" cy="25"/>
            </a:xfrm>
            <a:custGeom>
              <a:avLst/>
              <a:gdLst>
                <a:gd name="T0" fmla="*/ 0 w 7"/>
                <a:gd name="T1" fmla="*/ 158 h 10"/>
                <a:gd name="T2" fmla="*/ 48 w 7"/>
                <a:gd name="T3" fmla="*/ 0 h 10"/>
                <a:gd name="T4" fmla="*/ 85 w 7"/>
                <a:gd name="T5" fmla="*/ 1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1" y="7"/>
                    <a:pt x="1" y="2"/>
                    <a:pt x="4" y="0"/>
                  </a:cubicBezTo>
                  <a:cubicBezTo>
                    <a:pt x="6" y="2"/>
                    <a:pt x="7" y="4"/>
                    <a:pt x="7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2" name="Freeform 212">
              <a:extLst>
                <a:ext uri="{FF2B5EF4-FFF2-40B4-BE49-F238E27FC236}">
                  <a16:creationId xmlns:a16="http://schemas.microsoft.com/office/drawing/2014/main" id="{22EC69C5-16FE-4EE0-B8ED-099F1EDD7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297"/>
              <a:ext cx="9" cy="15"/>
            </a:xfrm>
            <a:custGeom>
              <a:avLst/>
              <a:gdLst>
                <a:gd name="T0" fmla="*/ 0 w 4"/>
                <a:gd name="T1" fmla="*/ 0 h 6"/>
                <a:gd name="T2" fmla="*/ 45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1"/>
                    <a:pt x="3" y="4"/>
                    <a:pt x="4" y="6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3" name="Freeform 213">
              <a:extLst>
                <a:ext uri="{FF2B5EF4-FFF2-40B4-BE49-F238E27FC236}">
                  <a16:creationId xmlns:a16="http://schemas.microsoft.com/office/drawing/2014/main" id="{47293283-F0B0-4CEC-BB49-BCAB5C39B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188"/>
              <a:ext cx="21" cy="30"/>
            </a:xfrm>
            <a:custGeom>
              <a:avLst/>
              <a:gdLst>
                <a:gd name="T0" fmla="*/ 12 w 9"/>
                <a:gd name="T1" fmla="*/ 175 h 12"/>
                <a:gd name="T2" fmla="*/ 37 w 9"/>
                <a:gd name="T3" fmla="*/ 0 h 12"/>
                <a:gd name="T4" fmla="*/ 114 w 9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11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6" y="2"/>
                    <a:pt x="9" y="7"/>
                    <a:pt x="9" y="1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5" name="artery-cross-section-atherothrombosis">
            <a:extLst>
              <a:ext uri="{FF2B5EF4-FFF2-40B4-BE49-F238E27FC236}">
                <a16:creationId xmlns:a16="http://schemas.microsoft.com/office/drawing/2014/main" id="{75482642-D076-4056-9572-B85F2A8A5784}"/>
              </a:ext>
            </a:extLst>
          </p:cNvPr>
          <p:cNvGrpSpPr>
            <a:grpSpLocks/>
          </p:cNvGrpSpPr>
          <p:nvPr/>
        </p:nvGrpSpPr>
        <p:grpSpPr bwMode="auto">
          <a:xfrm>
            <a:off x="5141913" y="1612900"/>
            <a:ext cx="1917700" cy="2046288"/>
            <a:chOff x="2279" y="1301"/>
            <a:chExt cx="1208" cy="1289"/>
          </a:xfrm>
        </p:grpSpPr>
        <p:sp>
          <p:nvSpPr>
            <p:cNvPr id="39621" name="Oval 215">
              <a:extLst>
                <a:ext uri="{FF2B5EF4-FFF2-40B4-BE49-F238E27FC236}">
                  <a16:creationId xmlns:a16="http://schemas.microsoft.com/office/drawing/2014/main" id="{2AEC24B8-48BE-4B4C-A86D-E9963DB0A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1301"/>
              <a:ext cx="1208" cy="1289"/>
            </a:xfrm>
            <a:prstGeom prst="ellipse">
              <a:avLst/>
            </a:pr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622" name="Oval 216">
              <a:extLst>
                <a:ext uri="{FF2B5EF4-FFF2-40B4-BE49-F238E27FC236}">
                  <a16:creationId xmlns:a16="http://schemas.microsoft.com/office/drawing/2014/main" id="{21B60AB1-C8F6-4115-8B4E-CBF1DB766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1344"/>
              <a:ext cx="1126" cy="1201"/>
            </a:xfrm>
            <a:prstGeom prst="ellipse">
              <a:avLst/>
            </a:pr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623" name="Freeform 217">
              <a:extLst>
                <a:ext uri="{FF2B5EF4-FFF2-40B4-BE49-F238E27FC236}">
                  <a16:creationId xmlns:a16="http://schemas.microsoft.com/office/drawing/2014/main" id="{BCD846C4-569A-4871-827C-F3FC47BE1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463"/>
              <a:ext cx="904" cy="962"/>
            </a:xfrm>
            <a:custGeom>
              <a:avLst/>
              <a:gdLst>
                <a:gd name="T0" fmla="*/ 0 w 386"/>
                <a:gd name="T1" fmla="*/ 3008 h 385"/>
                <a:gd name="T2" fmla="*/ 180 w 386"/>
                <a:gd name="T3" fmla="*/ 2509 h 385"/>
                <a:gd name="T4" fmla="*/ 155 w 386"/>
                <a:gd name="T5" fmla="*/ 1949 h 385"/>
                <a:gd name="T6" fmla="*/ 461 w 386"/>
                <a:gd name="T7" fmla="*/ 1574 h 385"/>
                <a:gd name="T8" fmla="*/ 593 w 386"/>
                <a:gd name="T9" fmla="*/ 1042 h 385"/>
                <a:gd name="T10" fmla="*/ 1005 w 386"/>
                <a:gd name="T11" fmla="*/ 812 h 385"/>
                <a:gd name="T12" fmla="*/ 1262 w 386"/>
                <a:gd name="T13" fmla="*/ 375 h 385"/>
                <a:gd name="T14" fmla="*/ 1696 w 386"/>
                <a:gd name="T15" fmla="*/ 325 h 385"/>
                <a:gd name="T16" fmla="*/ 2068 w 386"/>
                <a:gd name="T17" fmla="*/ 30 h 385"/>
                <a:gd name="T18" fmla="*/ 2480 w 386"/>
                <a:gd name="T19" fmla="*/ 167 h 385"/>
                <a:gd name="T20" fmla="*/ 2918 w 386"/>
                <a:gd name="T21" fmla="*/ 30 h 385"/>
                <a:gd name="T22" fmla="*/ 3290 w 386"/>
                <a:gd name="T23" fmla="*/ 342 h 385"/>
                <a:gd name="T24" fmla="*/ 3740 w 386"/>
                <a:gd name="T25" fmla="*/ 405 h 385"/>
                <a:gd name="T26" fmla="*/ 3993 w 386"/>
                <a:gd name="T27" fmla="*/ 842 h 385"/>
                <a:gd name="T28" fmla="*/ 4405 w 386"/>
                <a:gd name="T29" fmla="*/ 1092 h 385"/>
                <a:gd name="T30" fmla="*/ 4520 w 386"/>
                <a:gd name="T31" fmla="*/ 1604 h 385"/>
                <a:gd name="T32" fmla="*/ 4815 w 386"/>
                <a:gd name="T33" fmla="*/ 1999 h 385"/>
                <a:gd name="T34" fmla="*/ 4794 w 386"/>
                <a:gd name="T35" fmla="*/ 2529 h 385"/>
                <a:gd name="T36" fmla="*/ 4958 w 386"/>
                <a:gd name="T37" fmla="*/ 3008 h 385"/>
                <a:gd name="T38" fmla="*/ 4778 w 386"/>
                <a:gd name="T39" fmla="*/ 3508 h 385"/>
                <a:gd name="T40" fmla="*/ 4815 w 386"/>
                <a:gd name="T41" fmla="*/ 4058 h 385"/>
                <a:gd name="T42" fmla="*/ 4497 w 386"/>
                <a:gd name="T43" fmla="*/ 4433 h 385"/>
                <a:gd name="T44" fmla="*/ 4365 w 386"/>
                <a:gd name="T45" fmla="*/ 4962 h 385"/>
                <a:gd name="T46" fmla="*/ 3956 w 386"/>
                <a:gd name="T47" fmla="*/ 5195 h 385"/>
                <a:gd name="T48" fmla="*/ 3696 w 386"/>
                <a:gd name="T49" fmla="*/ 5632 h 385"/>
                <a:gd name="T50" fmla="*/ 3262 w 386"/>
                <a:gd name="T51" fmla="*/ 5682 h 385"/>
                <a:gd name="T52" fmla="*/ 2890 w 386"/>
                <a:gd name="T53" fmla="*/ 5974 h 385"/>
                <a:gd name="T54" fmla="*/ 2480 w 386"/>
                <a:gd name="T55" fmla="*/ 5849 h 385"/>
                <a:gd name="T56" fmla="*/ 2040 w 386"/>
                <a:gd name="T57" fmla="*/ 5974 h 385"/>
                <a:gd name="T58" fmla="*/ 1667 w 386"/>
                <a:gd name="T59" fmla="*/ 5662 h 385"/>
                <a:gd name="T60" fmla="*/ 1234 w 386"/>
                <a:gd name="T61" fmla="*/ 5600 h 385"/>
                <a:gd name="T62" fmla="*/ 965 w 386"/>
                <a:gd name="T63" fmla="*/ 5162 h 385"/>
                <a:gd name="T64" fmla="*/ 555 w 386"/>
                <a:gd name="T65" fmla="*/ 4912 h 385"/>
                <a:gd name="T66" fmla="*/ 450 w 386"/>
                <a:gd name="T67" fmla="*/ 4403 h 385"/>
                <a:gd name="T68" fmla="*/ 143 w 386"/>
                <a:gd name="T69" fmla="*/ 4008 h 385"/>
                <a:gd name="T70" fmla="*/ 180 w 386"/>
                <a:gd name="T71" fmla="*/ 3478 h 385"/>
                <a:gd name="T72" fmla="*/ 0 w 386"/>
                <a:gd name="T73" fmla="*/ 3008 h 3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6" h="385">
                  <a:moveTo>
                    <a:pt x="0" y="193"/>
                  </a:moveTo>
                  <a:cubicBezTo>
                    <a:pt x="0" y="181"/>
                    <a:pt x="12" y="171"/>
                    <a:pt x="14" y="161"/>
                  </a:cubicBezTo>
                  <a:cubicBezTo>
                    <a:pt x="16" y="149"/>
                    <a:pt x="8" y="136"/>
                    <a:pt x="12" y="125"/>
                  </a:cubicBezTo>
                  <a:cubicBezTo>
                    <a:pt x="16" y="115"/>
                    <a:pt x="31" y="110"/>
                    <a:pt x="36" y="101"/>
                  </a:cubicBezTo>
                  <a:cubicBezTo>
                    <a:pt x="42" y="91"/>
                    <a:pt x="39" y="75"/>
                    <a:pt x="46" y="67"/>
                  </a:cubicBezTo>
                  <a:cubicBezTo>
                    <a:pt x="53" y="58"/>
                    <a:pt x="69" y="59"/>
                    <a:pt x="78" y="52"/>
                  </a:cubicBezTo>
                  <a:cubicBezTo>
                    <a:pt x="86" y="45"/>
                    <a:pt x="89" y="29"/>
                    <a:pt x="98" y="24"/>
                  </a:cubicBezTo>
                  <a:cubicBezTo>
                    <a:pt x="107" y="19"/>
                    <a:pt x="122" y="25"/>
                    <a:pt x="132" y="21"/>
                  </a:cubicBezTo>
                  <a:cubicBezTo>
                    <a:pt x="142" y="17"/>
                    <a:pt x="150" y="4"/>
                    <a:pt x="161" y="2"/>
                  </a:cubicBezTo>
                  <a:cubicBezTo>
                    <a:pt x="171" y="0"/>
                    <a:pt x="182" y="11"/>
                    <a:pt x="193" y="11"/>
                  </a:cubicBezTo>
                  <a:cubicBezTo>
                    <a:pt x="204" y="11"/>
                    <a:pt x="216" y="0"/>
                    <a:pt x="227" y="2"/>
                  </a:cubicBezTo>
                  <a:cubicBezTo>
                    <a:pt x="238" y="4"/>
                    <a:pt x="246" y="18"/>
                    <a:pt x="256" y="22"/>
                  </a:cubicBezTo>
                  <a:cubicBezTo>
                    <a:pt x="267" y="26"/>
                    <a:pt x="281" y="20"/>
                    <a:pt x="291" y="26"/>
                  </a:cubicBezTo>
                  <a:cubicBezTo>
                    <a:pt x="300" y="31"/>
                    <a:pt x="303" y="47"/>
                    <a:pt x="311" y="54"/>
                  </a:cubicBezTo>
                  <a:cubicBezTo>
                    <a:pt x="320" y="61"/>
                    <a:pt x="336" y="62"/>
                    <a:pt x="343" y="70"/>
                  </a:cubicBezTo>
                  <a:cubicBezTo>
                    <a:pt x="350" y="78"/>
                    <a:pt x="346" y="94"/>
                    <a:pt x="352" y="103"/>
                  </a:cubicBezTo>
                  <a:cubicBezTo>
                    <a:pt x="357" y="112"/>
                    <a:pt x="372" y="118"/>
                    <a:pt x="375" y="128"/>
                  </a:cubicBezTo>
                  <a:cubicBezTo>
                    <a:pt x="379" y="138"/>
                    <a:pt x="371" y="151"/>
                    <a:pt x="373" y="162"/>
                  </a:cubicBezTo>
                  <a:cubicBezTo>
                    <a:pt x="374" y="172"/>
                    <a:pt x="386" y="182"/>
                    <a:pt x="386" y="193"/>
                  </a:cubicBezTo>
                  <a:cubicBezTo>
                    <a:pt x="386" y="204"/>
                    <a:pt x="374" y="214"/>
                    <a:pt x="372" y="225"/>
                  </a:cubicBezTo>
                  <a:cubicBezTo>
                    <a:pt x="370" y="236"/>
                    <a:pt x="378" y="249"/>
                    <a:pt x="375" y="260"/>
                  </a:cubicBezTo>
                  <a:cubicBezTo>
                    <a:pt x="371" y="270"/>
                    <a:pt x="356" y="275"/>
                    <a:pt x="350" y="284"/>
                  </a:cubicBezTo>
                  <a:cubicBezTo>
                    <a:pt x="345" y="294"/>
                    <a:pt x="347" y="310"/>
                    <a:pt x="340" y="318"/>
                  </a:cubicBezTo>
                  <a:cubicBezTo>
                    <a:pt x="333" y="327"/>
                    <a:pt x="317" y="326"/>
                    <a:pt x="308" y="333"/>
                  </a:cubicBezTo>
                  <a:cubicBezTo>
                    <a:pt x="300" y="340"/>
                    <a:pt x="298" y="356"/>
                    <a:pt x="288" y="361"/>
                  </a:cubicBezTo>
                  <a:cubicBezTo>
                    <a:pt x="279" y="366"/>
                    <a:pt x="264" y="360"/>
                    <a:pt x="254" y="364"/>
                  </a:cubicBezTo>
                  <a:cubicBezTo>
                    <a:pt x="244" y="368"/>
                    <a:pt x="236" y="381"/>
                    <a:pt x="225" y="383"/>
                  </a:cubicBezTo>
                  <a:cubicBezTo>
                    <a:pt x="215" y="385"/>
                    <a:pt x="204" y="375"/>
                    <a:pt x="193" y="375"/>
                  </a:cubicBezTo>
                  <a:cubicBezTo>
                    <a:pt x="182" y="375"/>
                    <a:pt x="170" y="385"/>
                    <a:pt x="159" y="383"/>
                  </a:cubicBezTo>
                  <a:cubicBezTo>
                    <a:pt x="148" y="381"/>
                    <a:pt x="140" y="367"/>
                    <a:pt x="130" y="363"/>
                  </a:cubicBezTo>
                  <a:cubicBezTo>
                    <a:pt x="120" y="359"/>
                    <a:pt x="105" y="365"/>
                    <a:pt x="96" y="359"/>
                  </a:cubicBezTo>
                  <a:cubicBezTo>
                    <a:pt x="86" y="354"/>
                    <a:pt x="83" y="338"/>
                    <a:pt x="75" y="331"/>
                  </a:cubicBezTo>
                  <a:cubicBezTo>
                    <a:pt x="66" y="324"/>
                    <a:pt x="51" y="324"/>
                    <a:pt x="43" y="315"/>
                  </a:cubicBezTo>
                  <a:cubicBezTo>
                    <a:pt x="37" y="307"/>
                    <a:pt x="40" y="291"/>
                    <a:pt x="35" y="282"/>
                  </a:cubicBezTo>
                  <a:cubicBezTo>
                    <a:pt x="29" y="273"/>
                    <a:pt x="15" y="268"/>
                    <a:pt x="11" y="257"/>
                  </a:cubicBezTo>
                  <a:cubicBezTo>
                    <a:pt x="7" y="247"/>
                    <a:pt x="16" y="234"/>
                    <a:pt x="14" y="223"/>
                  </a:cubicBezTo>
                  <a:cubicBezTo>
                    <a:pt x="12" y="213"/>
                    <a:pt x="0" y="203"/>
                    <a:pt x="0" y="193"/>
                  </a:cubicBezTo>
                  <a:close/>
                </a:path>
              </a:pathLst>
            </a:custGeom>
            <a:solidFill>
              <a:srgbClr val="CD7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4" name="Freeform 218">
              <a:extLst>
                <a:ext uri="{FF2B5EF4-FFF2-40B4-BE49-F238E27FC236}">
                  <a16:creationId xmlns:a16="http://schemas.microsoft.com/office/drawing/2014/main" id="{D4E55D14-BD42-414A-B44D-4727A5F59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850"/>
              <a:ext cx="789" cy="547"/>
            </a:xfrm>
            <a:custGeom>
              <a:avLst/>
              <a:gdLst>
                <a:gd name="T0" fmla="*/ 2067 w 337"/>
                <a:gd name="T1" fmla="*/ 824 h 219"/>
                <a:gd name="T2" fmla="*/ 3474 w 337"/>
                <a:gd name="T3" fmla="*/ 592 h 219"/>
                <a:gd name="T4" fmla="*/ 4287 w 337"/>
                <a:gd name="T5" fmla="*/ 874 h 219"/>
                <a:gd name="T6" fmla="*/ 1962 w 337"/>
                <a:gd name="T7" fmla="*/ 3287 h 219"/>
                <a:gd name="T8" fmla="*/ 28 w 337"/>
                <a:gd name="T9" fmla="*/ 762 h 219"/>
                <a:gd name="T10" fmla="*/ 604 w 337"/>
                <a:gd name="T11" fmla="*/ 262 h 219"/>
                <a:gd name="T12" fmla="*/ 2067 w 337"/>
                <a:gd name="T13" fmla="*/ 824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7" h="219">
                  <a:moveTo>
                    <a:pt x="161" y="53"/>
                  </a:moveTo>
                  <a:cubicBezTo>
                    <a:pt x="198" y="52"/>
                    <a:pt x="239" y="49"/>
                    <a:pt x="271" y="38"/>
                  </a:cubicBezTo>
                  <a:cubicBezTo>
                    <a:pt x="303" y="27"/>
                    <a:pt x="337" y="18"/>
                    <a:pt x="334" y="56"/>
                  </a:cubicBezTo>
                  <a:cubicBezTo>
                    <a:pt x="331" y="94"/>
                    <a:pt x="291" y="219"/>
                    <a:pt x="153" y="211"/>
                  </a:cubicBezTo>
                  <a:cubicBezTo>
                    <a:pt x="40" y="206"/>
                    <a:pt x="0" y="97"/>
                    <a:pt x="2" y="49"/>
                  </a:cubicBezTo>
                  <a:cubicBezTo>
                    <a:pt x="4" y="0"/>
                    <a:pt x="17" y="3"/>
                    <a:pt x="47" y="17"/>
                  </a:cubicBezTo>
                  <a:cubicBezTo>
                    <a:pt x="77" y="30"/>
                    <a:pt x="114" y="54"/>
                    <a:pt x="161" y="53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5" name="Freeform 219">
              <a:extLst>
                <a:ext uri="{FF2B5EF4-FFF2-40B4-BE49-F238E27FC236}">
                  <a16:creationId xmlns:a16="http://schemas.microsoft.com/office/drawing/2014/main" id="{F6CAABD8-B853-4157-B796-82DE7ECCD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536"/>
              <a:ext cx="784" cy="417"/>
            </a:xfrm>
            <a:custGeom>
              <a:avLst/>
              <a:gdLst>
                <a:gd name="T0" fmla="*/ 103 w 335"/>
                <a:gd name="T1" fmla="*/ 1383 h 167"/>
                <a:gd name="T2" fmla="*/ 323 w 335"/>
                <a:gd name="T3" fmla="*/ 1870 h 167"/>
                <a:gd name="T4" fmla="*/ 552 w 335"/>
                <a:gd name="T5" fmla="*/ 1945 h 167"/>
                <a:gd name="T6" fmla="*/ 744 w 335"/>
                <a:gd name="T7" fmla="*/ 2087 h 167"/>
                <a:gd name="T8" fmla="*/ 964 w 335"/>
                <a:gd name="T9" fmla="*/ 2212 h 167"/>
                <a:gd name="T10" fmla="*/ 1233 w 335"/>
                <a:gd name="T11" fmla="*/ 2337 h 167"/>
                <a:gd name="T12" fmla="*/ 1741 w 335"/>
                <a:gd name="T13" fmla="*/ 2524 h 167"/>
                <a:gd name="T14" fmla="*/ 2048 w 335"/>
                <a:gd name="T15" fmla="*/ 2537 h 167"/>
                <a:gd name="T16" fmla="*/ 2399 w 335"/>
                <a:gd name="T17" fmla="*/ 2557 h 167"/>
                <a:gd name="T18" fmla="*/ 2689 w 335"/>
                <a:gd name="T19" fmla="*/ 2445 h 167"/>
                <a:gd name="T20" fmla="*/ 2848 w 335"/>
                <a:gd name="T21" fmla="*/ 2475 h 167"/>
                <a:gd name="T22" fmla="*/ 3040 w 335"/>
                <a:gd name="T23" fmla="*/ 2382 h 167"/>
                <a:gd name="T24" fmla="*/ 3412 w 335"/>
                <a:gd name="T25" fmla="*/ 2350 h 167"/>
                <a:gd name="T26" fmla="*/ 3833 w 335"/>
                <a:gd name="T27" fmla="*/ 2212 h 167"/>
                <a:gd name="T28" fmla="*/ 4152 w 335"/>
                <a:gd name="T29" fmla="*/ 2087 h 167"/>
                <a:gd name="T30" fmla="*/ 4189 w 335"/>
                <a:gd name="T31" fmla="*/ 1633 h 167"/>
                <a:gd name="T32" fmla="*/ 4025 w 335"/>
                <a:gd name="T33" fmla="*/ 1416 h 167"/>
                <a:gd name="T34" fmla="*/ 3780 w 335"/>
                <a:gd name="T35" fmla="*/ 1154 h 167"/>
                <a:gd name="T36" fmla="*/ 3550 w 335"/>
                <a:gd name="T37" fmla="*/ 949 h 167"/>
                <a:gd name="T38" fmla="*/ 3433 w 335"/>
                <a:gd name="T39" fmla="*/ 729 h 167"/>
                <a:gd name="T40" fmla="*/ 3281 w 335"/>
                <a:gd name="T41" fmla="*/ 687 h 167"/>
                <a:gd name="T42" fmla="*/ 3117 w 335"/>
                <a:gd name="T43" fmla="*/ 449 h 167"/>
                <a:gd name="T44" fmla="*/ 2848 w 335"/>
                <a:gd name="T45" fmla="*/ 280 h 167"/>
                <a:gd name="T46" fmla="*/ 2783 w 335"/>
                <a:gd name="T47" fmla="*/ 137 h 167"/>
                <a:gd name="T48" fmla="*/ 2628 w 335"/>
                <a:gd name="T49" fmla="*/ 30 h 167"/>
                <a:gd name="T50" fmla="*/ 2399 w 335"/>
                <a:gd name="T51" fmla="*/ 62 h 167"/>
                <a:gd name="T52" fmla="*/ 2256 w 335"/>
                <a:gd name="T53" fmla="*/ 105 h 167"/>
                <a:gd name="T54" fmla="*/ 1896 w 335"/>
                <a:gd name="T55" fmla="*/ 12 h 167"/>
                <a:gd name="T56" fmla="*/ 1605 w 335"/>
                <a:gd name="T57" fmla="*/ 105 h 167"/>
                <a:gd name="T58" fmla="*/ 1165 w 335"/>
                <a:gd name="T59" fmla="*/ 125 h 167"/>
                <a:gd name="T60" fmla="*/ 927 w 335"/>
                <a:gd name="T61" fmla="*/ 325 h 167"/>
                <a:gd name="T62" fmla="*/ 592 w 335"/>
                <a:gd name="T63" fmla="*/ 512 h 167"/>
                <a:gd name="T64" fmla="*/ 477 w 335"/>
                <a:gd name="T65" fmla="*/ 762 h 167"/>
                <a:gd name="T66" fmla="*/ 278 w 335"/>
                <a:gd name="T67" fmla="*/ 1091 h 167"/>
                <a:gd name="T68" fmla="*/ 103 w 335"/>
                <a:gd name="T69" fmla="*/ 1383 h 16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5" h="167">
                  <a:moveTo>
                    <a:pt x="8" y="89"/>
                  </a:moveTo>
                  <a:cubicBezTo>
                    <a:pt x="0" y="104"/>
                    <a:pt x="6" y="117"/>
                    <a:pt x="25" y="120"/>
                  </a:cubicBezTo>
                  <a:cubicBezTo>
                    <a:pt x="31" y="122"/>
                    <a:pt x="37" y="120"/>
                    <a:pt x="43" y="125"/>
                  </a:cubicBezTo>
                  <a:cubicBezTo>
                    <a:pt x="50" y="132"/>
                    <a:pt x="48" y="134"/>
                    <a:pt x="58" y="134"/>
                  </a:cubicBezTo>
                  <a:cubicBezTo>
                    <a:pt x="67" y="134"/>
                    <a:pt x="69" y="136"/>
                    <a:pt x="75" y="142"/>
                  </a:cubicBezTo>
                  <a:cubicBezTo>
                    <a:pt x="81" y="149"/>
                    <a:pt x="87" y="151"/>
                    <a:pt x="96" y="150"/>
                  </a:cubicBezTo>
                  <a:cubicBezTo>
                    <a:pt x="113" y="149"/>
                    <a:pt x="119" y="167"/>
                    <a:pt x="136" y="162"/>
                  </a:cubicBezTo>
                  <a:cubicBezTo>
                    <a:pt x="144" y="160"/>
                    <a:pt x="151" y="161"/>
                    <a:pt x="160" y="163"/>
                  </a:cubicBezTo>
                  <a:cubicBezTo>
                    <a:pt x="170" y="165"/>
                    <a:pt x="176" y="167"/>
                    <a:pt x="187" y="164"/>
                  </a:cubicBezTo>
                  <a:cubicBezTo>
                    <a:pt x="196" y="162"/>
                    <a:pt x="200" y="155"/>
                    <a:pt x="210" y="157"/>
                  </a:cubicBezTo>
                  <a:cubicBezTo>
                    <a:pt x="214" y="158"/>
                    <a:pt x="218" y="159"/>
                    <a:pt x="222" y="159"/>
                  </a:cubicBezTo>
                  <a:cubicBezTo>
                    <a:pt x="229" y="160"/>
                    <a:pt x="232" y="156"/>
                    <a:pt x="237" y="153"/>
                  </a:cubicBezTo>
                  <a:cubicBezTo>
                    <a:pt x="248" y="146"/>
                    <a:pt x="254" y="149"/>
                    <a:pt x="266" y="151"/>
                  </a:cubicBezTo>
                  <a:cubicBezTo>
                    <a:pt x="281" y="155"/>
                    <a:pt x="286" y="147"/>
                    <a:pt x="299" y="142"/>
                  </a:cubicBezTo>
                  <a:cubicBezTo>
                    <a:pt x="309" y="138"/>
                    <a:pt x="316" y="144"/>
                    <a:pt x="324" y="134"/>
                  </a:cubicBezTo>
                  <a:cubicBezTo>
                    <a:pt x="331" y="126"/>
                    <a:pt x="335" y="114"/>
                    <a:pt x="327" y="105"/>
                  </a:cubicBezTo>
                  <a:cubicBezTo>
                    <a:pt x="321" y="98"/>
                    <a:pt x="317" y="100"/>
                    <a:pt x="314" y="91"/>
                  </a:cubicBezTo>
                  <a:cubicBezTo>
                    <a:pt x="310" y="81"/>
                    <a:pt x="309" y="74"/>
                    <a:pt x="295" y="74"/>
                  </a:cubicBezTo>
                  <a:cubicBezTo>
                    <a:pt x="284" y="73"/>
                    <a:pt x="281" y="73"/>
                    <a:pt x="277" y="61"/>
                  </a:cubicBezTo>
                  <a:cubicBezTo>
                    <a:pt x="275" y="57"/>
                    <a:pt x="273" y="50"/>
                    <a:pt x="268" y="47"/>
                  </a:cubicBezTo>
                  <a:cubicBezTo>
                    <a:pt x="263" y="45"/>
                    <a:pt x="261" y="45"/>
                    <a:pt x="256" y="44"/>
                  </a:cubicBezTo>
                  <a:cubicBezTo>
                    <a:pt x="246" y="42"/>
                    <a:pt x="248" y="37"/>
                    <a:pt x="243" y="29"/>
                  </a:cubicBezTo>
                  <a:cubicBezTo>
                    <a:pt x="237" y="20"/>
                    <a:pt x="227" y="24"/>
                    <a:pt x="222" y="18"/>
                  </a:cubicBezTo>
                  <a:cubicBezTo>
                    <a:pt x="221" y="16"/>
                    <a:pt x="219" y="11"/>
                    <a:pt x="217" y="9"/>
                  </a:cubicBezTo>
                  <a:cubicBezTo>
                    <a:pt x="214" y="5"/>
                    <a:pt x="209" y="3"/>
                    <a:pt x="205" y="2"/>
                  </a:cubicBezTo>
                  <a:cubicBezTo>
                    <a:pt x="199" y="0"/>
                    <a:pt x="193" y="1"/>
                    <a:pt x="187" y="4"/>
                  </a:cubicBezTo>
                  <a:cubicBezTo>
                    <a:pt x="184" y="6"/>
                    <a:pt x="179" y="6"/>
                    <a:pt x="176" y="7"/>
                  </a:cubicBezTo>
                  <a:cubicBezTo>
                    <a:pt x="165" y="9"/>
                    <a:pt x="158" y="1"/>
                    <a:pt x="148" y="1"/>
                  </a:cubicBezTo>
                  <a:cubicBezTo>
                    <a:pt x="136" y="0"/>
                    <a:pt x="133" y="5"/>
                    <a:pt x="125" y="7"/>
                  </a:cubicBezTo>
                  <a:cubicBezTo>
                    <a:pt x="114" y="11"/>
                    <a:pt x="102" y="5"/>
                    <a:pt x="91" y="8"/>
                  </a:cubicBezTo>
                  <a:cubicBezTo>
                    <a:pt x="81" y="11"/>
                    <a:pt x="80" y="18"/>
                    <a:pt x="72" y="21"/>
                  </a:cubicBezTo>
                  <a:cubicBezTo>
                    <a:pt x="64" y="25"/>
                    <a:pt x="52" y="25"/>
                    <a:pt x="46" y="33"/>
                  </a:cubicBezTo>
                  <a:cubicBezTo>
                    <a:pt x="40" y="39"/>
                    <a:pt x="43" y="43"/>
                    <a:pt x="37" y="49"/>
                  </a:cubicBezTo>
                  <a:cubicBezTo>
                    <a:pt x="31" y="55"/>
                    <a:pt x="23" y="60"/>
                    <a:pt x="22" y="70"/>
                  </a:cubicBezTo>
                  <a:cubicBezTo>
                    <a:pt x="21" y="76"/>
                    <a:pt x="12" y="77"/>
                    <a:pt x="8" y="89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6" name="Freeform 220">
              <a:extLst>
                <a:ext uri="{FF2B5EF4-FFF2-40B4-BE49-F238E27FC236}">
                  <a16:creationId xmlns:a16="http://schemas.microsoft.com/office/drawing/2014/main" id="{507AD5A0-B97D-4F41-A731-35BB84AAA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598"/>
              <a:ext cx="246" cy="123"/>
            </a:xfrm>
            <a:custGeom>
              <a:avLst/>
              <a:gdLst>
                <a:gd name="T0" fmla="*/ 1349 w 105"/>
                <a:gd name="T1" fmla="*/ 50 h 49"/>
                <a:gd name="T2" fmla="*/ 307 w 105"/>
                <a:gd name="T3" fmla="*/ 366 h 49"/>
                <a:gd name="T4" fmla="*/ 0 w 105"/>
                <a:gd name="T5" fmla="*/ 77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9">
                  <a:moveTo>
                    <a:pt x="105" y="3"/>
                  </a:moveTo>
                  <a:cubicBezTo>
                    <a:pt x="80" y="0"/>
                    <a:pt x="50" y="3"/>
                    <a:pt x="24" y="23"/>
                  </a:cubicBezTo>
                  <a:cubicBezTo>
                    <a:pt x="15" y="30"/>
                    <a:pt x="6" y="40"/>
                    <a:pt x="0" y="49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7" name="Freeform 221">
              <a:extLst>
                <a:ext uri="{FF2B5EF4-FFF2-40B4-BE49-F238E27FC236}">
                  <a16:creationId xmlns:a16="http://schemas.microsoft.com/office/drawing/2014/main" id="{30461D85-6542-40F0-95A7-5115EE61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571"/>
              <a:ext cx="372" cy="220"/>
            </a:xfrm>
            <a:custGeom>
              <a:avLst/>
              <a:gdLst>
                <a:gd name="T0" fmla="*/ 2035 w 159"/>
                <a:gd name="T1" fmla="*/ 313 h 88"/>
                <a:gd name="T2" fmla="*/ 487 w 159"/>
                <a:gd name="T3" fmla="*/ 550 h 88"/>
                <a:gd name="T4" fmla="*/ 164 w 159"/>
                <a:gd name="T5" fmla="*/ 895 h 88"/>
                <a:gd name="T6" fmla="*/ 0 w 159"/>
                <a:gd name="T7" fmla="*/ 1375 h 88"/>
                <a:gd name="T8" fmla="*/ 756 w 159"/>
                <a:gd name="T9" fmla="*/ 488 h 88"/>
                <a:gd name="T10" fmla="*/ 2035 w 159"/>
                <a:gd name="T11" fmla="*/ 313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88">
                  <a:moveTo>
                    <a:pt x="159" y="20"/>
                  </a:moveTo>
                  <a:cubicBezTo>
                    <a:pt x="139" y="13"/>
                    <a:pt x="83" y="0"/>
                    <a:pt x="38" y="35"/>
                  </a:cubicBezTo>
                  <a:cubicBezTo>
                    <a:pt x="29" y="42"/>
                    <a:pt x="19" y="49"/>
                    <a:pt x="13" y="57"/>
                  </a:cubicBezTo>
                  <a:cubicBezTo>
                    <a:pt x="2" y="72"/>
                    <a:pt x="0" y="88"/>
                    <a:pt x="0" y="88"/>
                  </a:cubicBezTo>
                  <a:cubicBezTo>
                    <a:pt x="6" y="70"/>
                    <a:pt x="21" y="50"/>
                    <a:pt x="59" y="31"/>
                  </a:cubicBezTo>
                  <a:cubicBezTo>
                    <a:pt x="98" y="11"/>
                    <a:pt x="141" y="14"/>
                    <a:pt x="159" y="20"/>
                  </a:cubicBezTo>
                  <a:close/>
                </a:path>
              </a:pathLst>
            </a:custGeom>
            <a:solidFill>
              <a:srgbClr val="F8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8" name="Freeform 222">
              <a:extLst>
                <a:ext uri="{FF2B5EF4-FFF2-40B4-BE49-F238E27FC236}">
                  <a16:creationId xmlns:a16="http://schemas.microsoft.com/office/drawing/2014/main" id="{1569F756-26AC-4C10-AD50-9FA1CBB3E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646"/>
              <a:ext cx="16" cy="25"/>
            </a:xfrm>
            <a:custGeom>
              <a:avLst/>
              <a:gdLst>
                <a:gd name="T0" fmla="*/ 73 w 7"/>
                <a:gd name="T1" fmla="*/ 20 h 10"/>
                <a:gd name="T2" fmla="*/ 57 w 7"/>
                <a:gd name="T3" fmla="*/ 95 h 10"/>
                <a:gd name="T4" fmla="*/ 11 w 7"/>
                <a:gd name="T5" fmla="*/ 158 h 10"/>
                <a:gd name="T6" fmla="*/ 25 w 7"/>
                <a:gd name="T7" fmla="*/ 63 h 10"/>
                <a:gd name="T8" fmla="*/ 73 w 7"/>
                <a:gd name="T9" fmla="*/ 2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6" y="1"/>
                  </a:moveTo>
                  <a:cubicBezTo>
                    <a:pt x="7" y="1"/>
                    <a:pt x="7" y="3"/>
                    <a:pt x="5" y="6"/>
                  </a:cubicBezTo>
                  <a:cubicBezTo>
                    <a:pt x="4" y="9"/>
                    <a:pt x="2" y="10"/>
                    <a:pt x="1" y="10"/>
                  </a:cubicBezTo>
                  <a:cubicBezTo>
                    <a:pt x="0" y="9"/>
                    <a:pt x="1" y="7"/>
                    <a:pt x="2" y="4"/>
                  </a:cubicBezTo>
                  <a:cubicBezTo>
                    <a:pt x="3" y="2"/>
                    <a:pt x="5" y="0"/>
                    <a:pt x="6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9" name="Freeform 223">
              <a:extLst>
                <a:ext uri="{FF2B5EF4-FFF2-40B4-BE49-F238E27FC236}">
                  <a16:creationId xmlns:a16="http://schemas.microsoft.com/office/drawing/2014/main" id="{BF022783-0DD0-4131-990B-1C9AD1142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396"/>
              <a:ext cx="24" cy="17"/>
            </a:xfrm>
            <a:custGeom>
              <a:avLst/>
              <a:gdLst>
                <a:gd name="T0" fmla="*/ 139 w 10"/>
                <a:gd name="T1" fmla="*/ 12 h 7"/>
                <a:gd name="T2" fmla="*/ 82 w 10"/>
                <a:gd name="T3" fmla="*/ 70 h 7"/>
                <a:gd name="T4" fmla="*/ 12 w 10"/>
                <a:gd name="T5" fmla="*/ 87 h 7"/>
                <a:gd name="T6" fmla="*/ 58 w 10"/>
                <a:gd name="T7" fmla="*/ 29 h 7"/>
                <a:gd name="T8" fmla="*/ 139 w 10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10" y="2"/>
                    <a:pt x="9" y="4"/>
                    <a:pt x="6" y="5"/>
                  </a:cubicBezTo>
                  <a:cubicBezTo>
                    <a:pt x="4" y="7"/>
                    <a:pt x="1" y="7"/>
                    <a:pt x="1" y="6"/>
                  </a:cubicBezTo>
                  <a:cubicBezTo>
                    <a:pt x="0" y="6"/>
                    <a:pt x="2" y="4"/>
                    <a:pt x="4" y="2"/>
                  </a:cubicBezTo>
                  <a:cubicBezTo>
                    <a:pt x="7" y="1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0" name="Freeform 224">
              <a:extLst>
                <a:ext uri="{FF2B5EF4-FFF2-40B4-BE49-F238E27FC236}">
                  <a16:creationId xmlns:a16="http://schemas.microsoft.com/office/drawing/2014/main" id="{3E1FE85A-9810-4396-B93F-C00FBFFF3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321"/>
              <a:ext cx="26" cy="10"/>
            </a:xfrm>
            <a:custGeom>
              <a:avLst/>
              <a:gdLst>
                <a:gd name="T0" fmla="*/ 144 w 11"/>
                <a:gd name="T1" fmla="*/ 33 h 4"/>
                <a:gd name="T2" fmla="*/ 66 w 11"/>
                <a:gd name="T3" fmla="*/ 63 h 4"/>
                <a:gd name="T4" fmla="*/ 0 w 11"/>
                <a:gd name="T5" fmla="*/ 33 h 4"/>
                <a:gd name="T6" fmla="*/ 78 w 11"/>
                <a:gd name="T7" fmla="*/ 0 h 4"/>
                <a:gd name="T8" fmla="*/ 144 w 11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">
                  <a:moveTo>
                    <a:pt x="11" y="2"/>
                  </a:moveTo>
                  <a:cubicBezTo>
                    <a:pt x="11" y="3"/>
                    <a:pt x="8" y="4"/>
                    <a:pt x="5" y="4"/>
                  </a:cubicBezTo>
                  <a:cubicBezTo>
                    <a:pt x="3" y="4"/>
                    <a:pt x="0" y="3"/>
                    <a:pt x="0" y="2"/>
                  </a:cubicBezTo>
                  <a:cubicBezTo>
                    <a:pt x="0" y="1"/>
                    <a:pt x="3" y="0"/>
                    <a:pt x="6" y="0"/>
                  </a:cubicBezTo>
                  <a:cubicBezTo>
                    <a:pt x="9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1" name="Freeform 225">
              <a:extLst>
                <a:ext uri="{FF2B5EF4-FFF2-40B4-BE49-F238E27FC236}">
                  <a16:creationId xmlns:a16="http://schemas.microsoft.com/office/drawing/2014/main" id="{B289ED03-9D79-4CD7-9E34-AC9AD39B8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433"/>
              <a:ext cx="23" cy="15"/>
            </a:xfrm>
            <a:custGeom>
              <a:avLst/>
              <a:gdLst>
                <a:gd name="T0" fmla="*/ 122 w 10"/>
                <a:gd name="T1" fmla="*/ 83 h 6"/>
                <a:gd name="T2" fmla="*/ 48 w 10"/>
                <a:gd name="T3" fmla="*/ 63 h 6"/>
                <a:gd name="T4" fmla="*/ 0 w 10"/>
                <a:gd name="T5" fmla="*/ 0 h 6"/>
                <a:gd name="T6" fmla="*/ 74 w 10"/>
                <a:gd name="T7" fmla="*/ 20 h 6"/>
                <a:gd name="T8" fmla="*/ 122 w 10"/>
                <a:gd name="T9" fmla="*/ 8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0" y="5"/>
                  </a:moveTo>
                  <a:cubicBezTo>
                    <a:pt x="9" y="6"/>
                    <a:pt x="7" y="6"/>
                    <a:pt x="4" y="4"/>
                  </a:cubicBezTo>
                  <a:cubicBezTo>
                    <a:pt x="2" y="3"/>
                    <a:pt x="0" y="1"/>
                    <a:pt x="0" y="0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3"/>
                    <a:pt x="10" y="4"/>
                    <a:pt x="10" y="5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2" name="Freeform 226">
              <a:extLst>
                <a:ext uri="{FF2B5EF4-FFF2-40B4-BE49-F238E27FC236}">
                  <a16:creationId xmlns:a16="http://schemas.microsoft.com/office/drawing/2014/main" id="{8CA7F3E4-21AE-4636-8515-4830DF14E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698"/>
              <a:ext cx="14" cy="28"/>
            </a:xfrm>
            <a:custGeom>
              <a:avLst/>
              <a:gdLst>
                <a:gd name="T0" fmla="*/ 65 w 6"/>
                <a:gd name="T1" fmla="*/ 163 h 11"/>
                <a:gd name="T2" fmla="*/ 12 w 6"/>
                <a:gd name="T3" fmla="*/ 97 h 11"/>
                <a:gd name="T4" fmla="*/ 12 w 6"/>
                <a:gd name="T5" fmla="*/ 20 h 11"/>
                <a:gd name="T6" fmla="*/ 49 w 6"/>
                <a:gd name="T7" fmla="*/ 84 h 11"/>
                <a:gd name="T8" fmla="*/ 65 w 6"/>
                <a:gd name="T9" fmla="*/ 16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5" y="10"/>
                  </a:moveTo>
                  <a:cubicBezTo>
                    <a:pt x="4" y="11"/>
                    <a:pt x="2" y="9"/>
                    <a:pt x="1" y="6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3" y="2"/>
                    <a:pt x="4" y="5"/>
                  </a:cubicBezTo>
                  <a:cubicBezTo>
                    <a:pt x="5" y="7"/>
                    <a:pt x="6" y="10"/>
                    <a:pt x="5" y="1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3" name="Freeform 227">
              <a:extLst>
                <a:ext uri="{FF2B5EF4-FFF2-40B4-BE49-F238E27FC236}">
                  <a16:creationId xmlns:a16="http://schemas.microsoft.com/office/drawing/2014/main" id="{88DF4285-BD59-4092-9ECF-732C90355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008"/>
              <a:ext cx="12" cy="27"/>
            </a:xfrm>
            <a:custGeom>
              <a:avLst/>
              <a:gdLst>
                <a:gd name="T0" fmla="*/ 29 w 5"/>
                <a:gd name="T1" fmla="*/ 162 h 11"/>
                <a:gd name="T2" fmla="*/ 12 w 5"/>
                <a:gd name="T3" fmla="*/ 71 h 11"/>
                <a:gd name="T4" fmla="*/ 41 w 5"/>
                <a:gd name="T5" fmla="*/ 0 h 11"/>
                <a:gd name="T6" fmla="*/ 58 w 5"/>
                <a:gd name="T7" fmla="*/ 91 h 11"/>
                <a:gd name="T8" fmla="*/ 29 w 5"/>
                <a:gd name="T9" fmla="*/ 1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11"/>
                  </a:moveTo>
                  <a:cubicBezTo>
                    <a:pt x="1" y="11"/>
                    <a:pt x="0" y="8"/>
                    <a:pt x="1" y="5"/>
                  </a:cubicBezTo>
                  <a:cubicBezTo>
                    <a:pt x="1" y="3"/>
                    <a:pt x="2" y="0"/>
                    <a:pt x="3" y="0"/>
                  </a:cubicBezTo>
                  <a:cubicBezTo>
                    <a:pt x="4" y="1"/>
                    <a:pt x="5" y="3"/>
                    <a:pt x="4" y="6"/>
                  </a:cubicBezTo>
                  <a:cubicBezTo>
                    <a:pt x="4" y="9"/>
                    <a:pt x="3" y="11"/>
                    <a:pt x="2" y="1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4" name="Freeform 228">
              <a:extLst>
                <a:ext uri="{FF2B5EF4-FFF2-40B4-BE49-F238E27FC236}">
                  <a16:creationId xmlns:a16="http://schemas.microsoft.com/office/drawing/2014/main" id="{25299676-FC88-4192-AB29-DE1A4F62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283"/>
              <a:ext cx="19" cy="22"/>
            </a:xfrm>
            <a:custGeom>
              <a:avLst/>
              <a:gdLst>
                <a:gd name="T0" fmla="*/ 12 w 8"/>
                <a:gd name="T1" fmla="*/ 132 h 9"/>
                <a:gd name="T2" fmla="*/ 29 w 8"/>
                <a:gd name="T3" fmla="*/ 59 h 9"/>
                <a:gd name="T4" fmla="*/ 95 w 8"/>
                <a:gd name="T5" fmla="*/ 0 h 9"/>
                <a:gd name="T6" fmla="*/ 69 w 8"/>
                <a:gd name="T7" fmla="*/ 90 h 9"/>
                <a:gd name="T8" fmla="*/ 12 w 8"/>
                <a:gd name="T9" fmla="*/ 1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9"/>
                  </a:moveTo>
                  <a:cubicBezTo>
                    <a:pt x="0" y="8"/>
                    <a:pt x="1" y="6"/>
                    <a:pt x="2" y="4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8" y="1"/>
                    <a:pt x="7" y="3"/>
                    <a:pt x="5" y="6"/>
                  </a:cubicBezTo>
                  <a:cubicBezTo>
                    <a:pt x="4" y="8"/>
                    <a:pt x="2" y="9"/>
                    <a:pt x="1" y="9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5" name="Freeform 229">
              <a:extLst>
                <a:ext uri="{FF2B5EF4-FFF2-40B4-BE49-F238E27FC236}">
                  <a16:creationId xmlns:a16="http://schemas.microsoft.com/office/drawing/2014/main" id="{B636FBD0-02C9-4CC8-9E8D-E35690120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482"/>
              <a:ext cx="24" cy="18"/>
            </a:xfrm>
            <a:custGeom>
              <a:avLst/>
              <a:gdLst>
                <a:gd name="T0" fmla="*/ 0 w 10"/>
                <a:gd name="T1" fmla="*/ 100 h 7"/>
                <a:gd name="T2" fmla="*/ 58 w 10"/>
                <a:gd name="T3" fmla="*/ 33 h 7"/>
                <a:gd name="T4" fmla="*/ 127 w 10"/>
                <a:gd name="T5" fmla="*/ 21 h 7"/>
                <a:gd name="T6" fmla="*/ 82 w 10"/>
                <a:gd name="T7" fmla="*/ 85 h 7"/>
                <a:gd name="T8" fmla="*/ 0 w 10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6"/>
                  </a:moveTo>
                  <a:cubicBezTo>
                    <a:pt x="0" y="6"/>
                    <a:pt x="1" y="4"/>
                    <a:pt x="4" y="2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10" y="2"/>
                    <a:pt x="8" y="4"/>
                    <a:pt x="6" y="5"/>
                  </a:cubicBezTo>
                  <a:cubicBezTo>
                    <a:pt x="3" y="7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6" name="Freeform 230">
              <a:extLst>
                <a:ext uri="{FF2B5EF4-FFF2-40B4-BE49-F238E27FC236}">
                  <a16:creationId xmlns:a16="http://schemas.microsoft.com/office/drawing/2014/main" id="{8B633F5F-817A-4E67-BD6F-B467087A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560"/>
              <a:ext cx="23" cy="10"/>
            </a:xfrm>
            <a:custGeom>
              <a:avLst/>
              <a:gdLst>
                <a:gd name="T0" fmla="*/ 0 w 10"/>
                <a:gd name="T1" fmla="*/ 33 h 4"/>
                <a:gd name="T2" fmla="*/ 64 w 10"/>
                <a:gd name="T3" fmla="*/ 0 h 4"/>
                <a:gd name="T4" fmla="*/ 122 w 10"/>
                <a:gd name="T5" fmla="*/ 20 h 4"/>
                <a:gd name="T6" fmla="*/ 64 w 10"/>
                <a:gd name="T7" fmla="*/ 50 h 4"/>
                <a:gd name="T8" fmla="*/ 0 w 10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0"/>
                    <a:pt x="10" y="1"/>
                  </a:cubicBezTo>
                  <a:cubicBezTo>
                    <a:pt x="10" y="2"/>
                    <a:pt x="8" y="3"/>
                    <a:pt x="5" y="3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7" name="Freeform 231">
              <a:extLst>
                <a:ext uri="{FF2B5EF4-FFF2-40B4-BE49-F238E27FC236}">
                  <a16:creationId xmlns:a16="http://schemas.microsoft.com/office/drawing/2014/main" id="{1E59B87D-9EB1-49EE-898D-AA351A805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487"/>
              <a:ext cx="24" cy="18"/>
            </a:xfrm>
            <a:custGeom>
              <a:avLst/>
              <a:gdLst>
                <a:gd name="T0" fmla="*/ 0 w 10"/>
                <a:gd name="T1" fmla="*/ 21 h 7"/>
                <a:gd name="T2" fmla="*/ 82 w 10"/>
                <a:gd name="T3" fmla="*/ 33 h 7"/>
                <a:gd name="T4" fmla="*/ 127 w 10"/>
                <a:gd name="T5" fmla="*/ 100 h 7"/>
                <a:gd name="T6" fmla="*/ 58 w 10"/>
                <a:gd name="T7" fmla="*/ 85 h 7"/>
                <a:gd name="T8" fmla="*/ 0 w 10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1" y="0"/>
                    <a:pt x="3" y="1"/>
                    <a:pt x="6" y="2"/>
                  </a:cubicBezTo>
                  <a:cubicBezTo>
                    <a:pt x="8" y="3"/>
                    <a:pt x="10" y="5"/>
                    <a:pt x="9" y="6"/>
                  </a:cubicBezTo>
                  <a:cubicBezTo>
                    <a:pt x="9" y="7"/>
                    <a:pt x="6" y="7"/>
                    <a:pt x="4" y="5"/>
                  </a:cubicBezTo>
                  <a:cubicBezTo>
                    <a:pt x="1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8" name="Freeform 232">
              <a:extLst>
                <a:ext uri="{FF2B5EF4-FFF2-40B4-BE49-F238E27FC236}">
                  <a16:creationId xmlns:a16="http://schemas.microsoft.com/office/drawing/2014/main" id="{3EE1A69B-C6B3-432B-BD2A-C8A3C8A8A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310"/>
              <a:ext cx="19" cy="22"/>
            </a:xfrm>
            <a:custGeom>
              <a:avLst/>
              <a:gdLst>
                <a:gd name="T0" fmla="*/ 12 w 8"/>
                <a:gd name="T1" fmla="*/ 12 h 9"/>
                <a:gd name="T2" fmla="*/ 69 w 8"/>
                <a:gd name="T3" fmla="*/ 42 h 9"/>
                <a:gd name="T4" fmla="*/ 107 w 8"/>
                <a:gd name="T5" fmla="*/ 132 h 9"/>
                <a:gd name="T6" fmla="*/ 40 w 8"/>
                <a:gd name="T7" fmla="*/ 90 h 9"/>
                <a:gd name="T8" fmla="*/ 12 w 8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1"/>
                  </a:moveTo>
                  <a:cubicBezTo>
                    <a:pt x="1" y="0"/>
                    <a:pt x="4" y="1"/>
                    <a:pt x="5" y="3"/>
                  </a:cubicBezTo>
                  <a:cubicBezTo>
                    <a:pt x="7" y="6"/>
                    <a:pt x="8" y="8"/>
                    <a:pt x="8" y="9"/>
                  </a:cubicBezTo>
                  <a:cubicBezTo>
                    <a:pt x="7" y="9"/>
                    <a:pt x="5" y="8"/>
                    <a:pt x="3" y="6"/>
                  </a:cubicBezTo>
                  <a:cubicBezTo>
                    <a:pt x="1" y="4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9" name="Freeform 233">
              <a:extLst>
                <a:ext uri="{FF2B5EF4-FFF2-40B4-BE49-F238E27FC236}">
                  <a16:creationId xmlns:a16="http://schemas.microsoft.com/office/drawing/2014/main" id="{9A6FE0DD-D2CB-489F-9476-A255EBED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038"/>
              <a:ext cx="11" cy="27"/>
            </a:xfrm>
            <a:custGeom>
              <a:avLst/>
              <a:gdLst>
                <a:gd name="T0" fmla="*/ 20 w 5"/>
                <a:gd name="T1" fmla="*/ 0 h 11"/>
                <a:gd name="T2" fmla="*/ 53 w 5"/>
                <a:gd name="T3" fmla="*/ 71 h 11"/>
                <a:gd name="T4" fmla="*/ 44 w 5"/>
                <a:gd name="T5" fmla="*/ 150 h 11"/>
                <a:gd name="T6" fmla="*/ 9 w 5"/>
                <a:gd name="T7" fmla="*/ 91 h 11"/>
                <a:gd name="T8" fmla="*/ 2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5" y="10"/>
                    <a:pt x="4" y="10"/>
                  </a:cubicBezTo>
                  <a:cubicBezTo>
                    <a:pt x="3" y="11"/>
                    <a:pt x="1" y="8"/>
                    <a:pt x="1" y="6"/>
                  </a:cubicBezTo>
                  <a:cubicBezTo>
                    <a:pt x="0" y="3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0" name="Freeform 234">
              <a:extLst>
                <a:ext uri="{FF2B5EF4-FFF2-40B4-BE49-F238E27FC236}">
                  <a16:creationId xmlns:a16="http://schemas.microsoft.com/office/drawing/2014/main" id="{A9F26B1A-7E69-4114-AF4B-046F34502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548"/>
              <a:ext cx="698" cy="405"/>
            </a:xfrm>
            <a:custGeom>
              <a:avLst/>
              <a:gdLst>
                <a:gd name="T0" fmla="*/ 3687 w 298"/>
                <a:gd name="T1" fmla="*/ 2020 h 162"/>
                <a:gd name="T2" fmla="*/ 3724 w 298"/>
                <a:gd name="T3" fmla="*/ 1563 h 162"/>
                <a:gd name="T4" fmla="*/ 3560 w 298"/>
                <a:gd name="T5" fmla="*/ 1345 h 162"/>
                <a:gd name="T6" fmla="*/ 3314 w 298"/>
                <a:gd name="T7" fmla="*/ 1083 h 162"/>
                <a:gd name="T8" fmla="*/ 3082 w 298"/>
                <a:gd name="T9" fmla="*/ 875 h 162"/>
                <a:gd name="T10" fmla="*/ 2968 w 298"/>
                <a:gd name="T11" fmla="*/ 658 h 162"/>
                <a:gd name="T12" fmla="*/ 2815 w 298"/>
                <a:gd name="T13" fmla="*/ 613 h 162"/>
                <a:gd name="T14" fmla="*/ 2649 w 298"/>
                <a:gd name="T15" fmla="*/ 375 h 162"/>
                <a:gd name="T16" fmla="*/ 2375 w 298"/>
                <a:gd name="T17" fmla="*/ 208 h 162"/>
                <a:gd name="T18" fmla="*/ 2314 w 298"/>
                <a:gd name="T19" fmla="*/ 63 h 162"/>
                <a:gd name="T20" fmla="*/ 2249 w 298"/>
                <a:gd name="T21" fmla="*/ 0 h 162"/>
                <a:gd name="T22" fmla="*/ 2673 w 298"/>
                <a:gd name="T23" fmla="*/ 708 h 162"/>
                <a:gd name="T24" fmla="*/ 3253 w 298"/>
                <a:gd name="T25" fmla="*/ 1583 h 162"/>
                <a:gd name="T26" fmla="*/ 1839 w 298"/>
                <a:gd name="T27" fmla="*/ 2158 h 162"/>
                <a:gd name="T28" fmla="*/ 888 w 298"/>
                <a:gd name="T29" fmla="*/ 1970 h 162"/>
                <a:gd name="T30" fmla="*/ 12 w 298"/>
                <a:gd name="T31" fmla="*/ 1770 h 162"/>
                <a:gd name="T32" fmla="*/ 0 w 298"/>
                <a:gd name="T33" fmla="*/ 1833 h 162"/>
                <a:gd name="T34" fmla="*/ 77 w 298"/>
                <a:gd name="T35" fmla="*/ 1875 h 162"/>
                <a:gd name="T36" fmla="*/ 269 w 298"/>
                <a:gd name="T37" fmla="*/ 2020 h 162"/>
                <a:gd name="T38" fmla="*/ 487 w 298"/>
                <a:gd name="T39" fmla="*/ 2145 h 162"/>
                <a:gd name="T40" fmla="*/ 757 w 298"/>
                <a:gd name="T41" fmla="*/ 2270 h 162"/>
                <a:gd name="T42" fmla="*/ 1272 w 298"/>
                <a:gd name="T43" fmla="*/ 2458 h 162"/>
                <a:gd name="T44" fmla="*/ 1581 w 298"/>
                <a:gd name="T45" fmla="*/ 2470 h 162"/>
                <a:gd name="T46" fmla="*/ 1925 w 298"/>
                <a:gd name="T47" fmla="*/ 2488 h 162"/>
                <a:gd name="T48" fmla="*/ 2223 w 298"/>
                <a:gd name="T49" fmla="*/ 2375 h 162"/>
                <a:gd name="T50" fmla="*/ 2375 w 298"/>
                <a:gd name="T51" fmla="*/ 2408 h 162"/>
                <a:gd name="T52" fmla="*/ 2567 w 298"/>
                <a:gd name="T53" fmla="*/ 2313 h 162"/>
                <a:gd name="T54" fmla="*/ 2940 w 298"/>
                <a:gd name="T55" fmla="*/ 2283 h 162"/>
                <a:gd name="T56" fmla="*/ 3368 w 298"/>
                <a:gd name="T57" fmla="*/ 2145 h 162"/>
                <a:gd name="T58" fmla="*/ 3687 w 298"/>
                <a:gd name="T59" fmla="*/ 2020 h 16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8" h="162">
                  <a:moveTo>
                    <a:pt x="287" y="129"/>
                  </a:moveTo>
                  <a:cubicBezTo>
                    <a:pt x="294" y="121"/>
                    <a:pt x="298" y="109"/>
                    <a:pt x="290" y="100"/>
                  </a:cubicBezTo>
                  <a:cubicBezTo>
                    <a:pt x="284" y="93"/>
                    <a:pt x="280" y="95"/>
                    <a:pt x="277" y="86"/>
                  </a:cubicBezTo>
                  <a:cubicBezTo>
                    <a:pt x="273" y="76"/>
                    <a:pt x="272" y="69"/>
                    <a:pt x="258" y="69"/>
                  </a:cubicBezTo>
                  <a:cubicBezTo>
                    <a:pt x="247" y="68"/>
                    <a:pt x="244" y="68"/>
                    <a:pt x="240" y="56"/>
                  </a:cubicBezTo>
                  <a:cubicBezTo>
                    <a:pt x="238" y="52"/>
                    <a:pt x="236" y="45"/>
                    <a:pt x="231" y="42"/>
                  </a:cubicBezTo>
                  <a:cubicBezTo>
                    <a:pt x="226" y="40"/>
                    <a:pt x="224" y="40"/>
                    <a:pt x="219" y="39"/>
                  </a:cubicBezTo>
                  <a:cubicBezTo>
                    <a:pt x="209" y="37"/>
                    <a:pt x="211" y="32"/>
                    <a:pt x="206" y="24"/>
                  </a:cubicBezTo>
                  <a:cubicBezTo>
                    <a:pt x="200" y="15"/>
                    <a:pt x="190" y="19"/>
                    <a:pt x="185" y="13"/>
                  </a:cubicBezTo>
                  <a:cubicBezTo>
                    <a:pt x="184" y="11"/>
                    <a:pt x="182" y="6"/>
                    <a:pt x="180" y="4"/>
                  </a:cubicBezTo>
                  <a:cubicBezTo>
                    <a:pt x="179" y="2"/>
                    <a:pt x="177" y="1"/>
                    <a:pt x="175" y="0"/>
                  </a:cubicBezTo>
                  <a:cubicBezTo>
                    <a:pt x="179" y="15"/>
                    <a:pt x="200" y="37"/>
                    <a:pt x="208" y="45"/>
                  </a:cubicBezTo>
                  <a:cubicBezTo>
                    <a:pt x="222" y="57"/>
                    <a:pt x="253" y="79"/>
                    <a:pt x="253" y="101"/>
                  </a:cubicBezTo>
                  <a:cubicBezTo>
                    <a:pt x="252" y="139"/>
                    <a:pt x="168" y="138"/>
                    <a:pt x="143" y="138"/>
                  </a:cubicBezTo>
                  <a:cubicBezTo>
                    <a:pt x="116" y="138"/>
                    <a:pt x="94" y="136"/>
                    <a:pt x="69" y="126"/>
                  </a:cubicBezTo>
                  <a:cubicBezTo>
                    <a:pt x="48" y="118"/>
                    <a:pt x="24" y="112"/>
                    <a:pt x="1" y="113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2" y="118"/>
                    <a:pt x="4" y="119"/>
                    <a:pt x="6" y="120"/>
                  </a:cubicBezTo>
                  <a:cubicBezTo>
                    <a:pt x="13" y="127"/>
                    <a:pt x="11" y="129"/>
                    <a:pt x="21" y="129"/>
                  </a:cubicBezTo>
                  <a:cubicBezTo>
                    <a:pt x="30" y="129"/>
                    <a:pt x="32" y="131"/>
                    <a:pt x="38" y="137"/>
                  </a:cubicBezTo>
                  <a:cubicBezTo>
                    <a:pt x="44" y="144"/>
                    <a:pt x="50" y="146"/>
                    <a:pt x="59" y="145"/>
                  </a:cubicBezTo>
                  <a:cubicBezTo>
                    <a:pt x="76" y="144"/>
                    <a:pt x="82" y="162"/>
                    <a:pt x="99" y="157"/>
                  </a:cubicBezTo>
                  <a:cubicBezTo>
                    <a:pt x="107" y="155"/>
                    <a:pt x="114" y="156"/>
                    <a:pt x="123" y="158"/>
                  </a:cubicBezTo>
                  <a:cubicBezTo>
                    <a:pt x="133" y="160"/>
                    <a:pt x="139" y="162"/>
                    <a:pt x="150" y="159"/>
                  </a:cubicBezTo>
                  <a:cubicBezTo>
                    <a:pt x="159" y="157"/>
                    <a:pt x="163" y="150"/>
                    <a:pt x="173" y="152"/>
                  </a:cubicBezTo>
                  <a:cubicBezTo>
                    <a:pt x="177" y="153"/>
                    <a:pt x="181" y="154"/>
                    <a:pt x="185" y="154"/>
                  </a:cubicBezTo>
                  <a:cubicBezTo>
                    <a:pt x="192" y="155"/>
                    <a:pt x="195" y="151"/>
                    <a:pt x="200" y="148"/>
                  </a:cubicBezTo>
                  <a:cubicBezTo>
                    <a:pt x="211" y="141"/>
                    <a:pt x="217" y="144"/>
                    <a:pt x="229" y="146"/>
                  </a:cubicBezTo>
                  <a:cubicBezTo>
                    <a:pt x="244" y="150"/>
                    <a:pt x="249" y="142"/>
                    <a:pt x="262" y="137"/>
                  </a:cubicBezTo>
                  <a:cubicBezTo>
                    <a:pt x="272" y="133"/>
                    <a:pt x="279" y="139"/>
                    <a:pt x="287" y="129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1" name="Freeform 235">
              <a:extLst>
                <a:ext uri="{FF2B5EF4-FFF2-40B4-BE49-F238E27FC236}">
                  <a16:creationId xmlns:a16="http://schemas.microsoft.com/office/drawing/2014/main" id="{81C68D5D-4E74-4FE7-8F59-24C79B707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816"/>
              <a:ext cx="304" cy="559"/>
            </a:xfrm>
            <a:custGeom>
              <a:avLst/>
              <a:gdLst>
                <a:gd name="T0" fmla="*/ 0 w 130"/>
                <a:gd name="T1" fmla="*/ 0 h 224"/>
                <a:gd name="T2" fmla="*/ 143 w 130"/>
                <a:gd name="T3" fmla="*/ 479 h 224"/>
                <a:gd name="T4" fmla="*/ 103 w 130"/>
                <a:gd name="T5" fmla="*/ 853 h 224"/>
                <a:gd name="T6" fmla="*/ 229 w 130"/>
                <a:gd name="T7" fmla="*/ 1103 h 224"/>
                <a:gd name="T8" fmla="*/ 180 w 130"/>
                <a:gd name="T9" fmla="*/ 1744 h 224"/>
                <a:gd name="T10" fmla="*/ 601 w 130"/>
                <a:gd name="T11" fmla="*/ 2174 h 224"/>
                <a:gd name="T12" fmla="*/ 716 w 130"/>
                <a:gd name="T13" fmla="*/ 2785 h 224"/>
                <a:gd name="T14" fmla="*/ 1148 w 130"/>
                <a:gd name="T15" fmla="*/ 3094 h 224"/>
                <a:gd name="T16" fmla="*/ 1368 w 130"/>
                <a:gd name="T17" fmla="*/ 3451 h 224"/>
                <a:gd name="T18" fmla="*/ 1663 w 130"/>
                <a:gd name="T19" fmla="*/ 3344 h 2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224">
                  <a:moveTo>
                    <a:pt x="0" y="0"/>
                  </a:moveTo>
                  <a:cubicBezTo>
                    <a:pt x="10" y="10"/>
                    <a:pt x="15" y="17"/>
                    <a:pt x="11" y="31"/>
                  </a:cubicBezTo>
                  <a:cubicBezTo>
                    <a:pt x="10" y="39"/>
                    <a:pt x="6" y="47"/>
                    <a:pt x="8" y="55"/>
                  </a:cubicBezTo>
                  <a:cubicBezTo>
                    <a:pt x="9" y="62"/>
                    <a:pt x="15" y="65"/>
                    <a:pt x="18" y="71"/>
                  </a:cubicBezTo>
                  <a:cubicBezTo>
                    <a:pt x="24" y="86"/>
                    <a:pt x="14" y="98"/>
                    <a:pt x="14" y="112"/>
                  </a:cubicBezTo>
                  <a:cubicBezTo>
                    <a:pt x="15" y="130"/>
                    <a:pt x="36" y="129"/>
                    <a:pt x="47" y="140"/>
                  </a:cubicBezTo>
                  <a:cubicBezTo>
                    <a:pt x="58" y="150"/>
                    <a:pt x="51" y="166"/>
                    <a:pt x="56" y="179"/>
                  </a:cubicBezTo>
                  <a:cubicBezTo>
                    <a:pt x="62" y="197"/>
                    <a:pt x="77" y="191"/>
                    <a:pt x="90" y="199"/>
                  </a:cubicBezTo>
                  <a:cubicBezTo>
                    <a:pt x="99" y="206"/>
                    <a:pt x="94" y="219"/>
                    <a:pt x="107" y="222"/>
                  </a:cubicBezTo>
                  <a:cubicBezTo>
                    <a:pt x="117" y="224"/>
                    <a:pt x="122" y="216"/>
                    <a:pt x="130" y="2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2" name="Freeform 236">
              <a:extLst>
                <a:ext uri="{FF2B5EF4-FFF2-40B4-BE49-F238E27FC236}">
                  <a16:creationId xmlns:a16="http://schemas.microsoft.com/office/drawing/2014/main" id="{C4A21C3E-7118-45FC-B23E-6F5381075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893"/>
              <a:ext cx="100" cy="429"/>
            </a:xfrm>
            <a:custGeom>
              <a:avLst/>
              <a:gdLst>
                <a:gd name="T0" fmla="*/ 0 w 43"/>
                <a:gd name="T1" fmla="*/ 0 h 172"/>
                <a:gd name="T2" fmla="*/ 123 w 43"/>
                <a:gd name="T3" fmla="*/ 449 h 172"/>
                <a:gd name="T4" fmla="*/ 114 w 43"/>
                <a:gd name="T5" fmla="*/ 791 h 172"/>
                <a:gd name="T6" fmla="*/ 253 w 43"/>
                <a:gd name="T7" fmla="*/ 1182 h 172"/>
                <a:gd name="T8" fmla="*/ 253 w 43"/>
                <a:gd name="T9" fmla="*/ 1549 h 172"/>
                <a:gd name="T10" fmla="*/ 200 w 43"/>
                <a:gd name="T11" fmla="*/ 1878 h 172"/>
                <a:gd name="T12" fmla="*/ 388 w 43"/>
                <a:gd name="T13" fmla="*/ 2157 h 172"/>
                <a:gd name="T14" fmla="*/ 465 w 43"/>
                <a:gd name="T15" fmla="*/ 2669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72">
                  <a:moveTo>
                    <a:pt x="0" y="0"/>
                  </a:moveTo>
                  <a:cubicBezTo>
                    <a:pt x="11" y="1"/>
                    <a:pt x="12" y="21"/>
                    <a:pt x="10" y="29"/>
                  </a:cubicBezTo>
                  <a:cubicBezTo>
                    <a:pt x="9" y="37"/>
                    <a:pt x="6" y="44"/>
                    <a:pt x="9" y="51"/>
                  </a:cubicBezTo>
                  <a:cubicBezTo>
                    <a:pt x="13" y="61"/>
                    <a:pt x="20" y="65"/>
                    <a:pt x="20" y="76"/>
                  </a:cubicBezTo>
                  <a:cubicBezTo>
                    <a:pt x="21" y="83"/>
                    <a:pt x="21" y="92"/>
                    <a:pt x="20" y="100"/>
                  </a:cubicBezTo>
                  <a:cubicBezTo>
                    <a:pt x="20" y="107"/>
                    <a:pt x="14" y="114"/>
                    <a:pt x="16" y="121"/>
                  </a:cubicBezTo>
                  <a:cubicBezTo>
                    <a:pt x="17" y="130"/>
                    <a:pt x="25" y="134"/>
                    <a:pt x="31" y="139"/>
                  </a:cubicBezTo>
                  <a:cubicBezTo>
                    <a:pt x="43" y="149"/>
                    <a:pt x="40" y="159"/>
                    <a:pt x="37" y="17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3" name="Freeform 237">
              <a:extLst>
                <a:ext uri="{FF2B5EF4-FFF2-40B4-BE49-F238E27FC236}">
                  <a16:creationId xmlns:a16="http://schemas.microsoft.com/office/drawing/2014/main" id="{A89E628D-0108-4BC1-8E97-AA07F68F0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943"/>
              <a:ext cx="47" cy="135"/>
            </a:xfrm>
            <a:custGeom>
              <a:avLst/>
              <a:gdLst>
                <a:gd name="T0" fmla="*/ 143 w 20"/>
                <a:gd name="T1" fmla="*/ 0 h 54"/>
                <a:gd name="T2" fmla="*/ 259 w 20"/>
                <a:gd name="T3" fmla="*/ 845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4">
                  <a:moveTo>
                    <a:pt x="11" y="0"/>
                  </a:moveTo>
                  <a:cubicBezTo>
                    <a:pt x="0" y="15"/>
                    <a:pt x="11" y="39"/>
                    <a:pt x="20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4" name="Freeform 238">
              <a:extLst>
                <a:ext uri="{FF2B5EF4-FFF2-40B4-BE49-F238E27FC236}">
                  <a16:creationId xmlns:a16="http://schemas.microsoft.com/office/drawing/2014/main" id="{B66A75A5-68B6-47FF-9E48-23E4AB61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546"/>
              <a:ext cx="107" cy="347"/>
            </a:xfrm>
            <a:custGeom>
              <a:avLst/>
              <a:gdLst>
                <a:gd name="T0" fmla="*/ 0 w 46"/>
                <a:gd name="T1" fmla="*/ 2162 h 139"/>
                <a:gd name="T2" fmla="*/ 163 w 46"/>
                <a:gd name="T3" fmla="*/ 1728 h 139"/>
                <a:gd name="T4" fmla="*/ 237 w 46"/>
                <a:gd name="T5" fmla="*/ 1403 h 139"/>
                <a:gd name="T6" fmla="*/ 228 w 46"/>
                <a:gd name="T7" fmla="*/ 1103 h 139"/>
                <a:gd name="T8" fmla="*/ 551 w 46"/>
                <a:gd name="T9" fmla="*/ 499 h 139"/>
                <a:gd name="T10" fmla="*/ 530 w 46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39">
                  <a:moveTo>
                    <a:pt x="0" y="139"/>
                  </a:moveTo>
                  <a:cubicBezTo>
                    <a:pt x="4" y="129"/>
                    <a:pt x="8" y="121"/>
                    <a:pt x="13" y="111"/>
                  </a:cubicBezTo>
                  <a:cubicBezTo>
                    <a:pt x="17" y="105"/>
                    <a:pt x="19" y="98"/>
                    <a:pt x="19" y="90"/>
                  </a:cubicBezTo>
                  <a:cubicBezTo>
                    <a:pt x="18" y="83"/>
                    <a:pt x="16" y="78"/>
                    <a:pt x="18" y="71"/>
                  </a:cubicBezTo>
                  <a:cubicBezTo>
                    <a:pt x="24" y="55"/>
                    <a:pt x="42" y="49"/>
                    <a:pt x="44" y="32"/>
                  </a:cubicBezTo>
                  <a:cubicBezTo>
                    <a:pt x="46" y="23"/>
                    <a:pt x="44" y="9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5" name="Freeform 239">
              <a:extLst>
                <a:ext uri="{FF2B5EF4-FFF2-40B4-BE49-F238E27FC236}">
                  <a16:creationId xmlns:a16="http://schemas.microsoft.com/office/drawing/2014/main" id="{427F47ED-44FC-4E81-8C07-6EB07768D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351"/>
              <a:ext cx="522" cy="345"/>
            </a:xfrm>
            <a:custGeom>
              <a:avLst/>
              <a:gdLst>
                <a:gd name="T0" fmla="*/ 12 w 223"/>
                <a:gd name="T1" fmla="*/ 2158 h 138"/>
                <a:gd name="T2" fmla="*/ 12 w 223"/>
                <a:gd name="T3" fmla="*/ 1875 h 138"/>
                <a:gd name="T4" fmla="*/ 103 w 223"/>
                <a:gd name="T5" fmla="*/ 1625 h 138"/>
                <a:gd name="T6" fmla="*/ 229 w 223"/>
                <a:gd name="T7" fmla="*/ 1313 h 138"/>
                <a:gd name="T8" fmla="*/ 630 w 223"/>
                <a:gd name="T9" fmla="*/ 1033 h 138"/>
                <a:gd name="T10" fmla="*/ 822 w 223"/>
                <a:gd name="T11" fmla="*/ 800 h 138"/>
                <a:gd name="T12" fmla="*/ 936 w 223"/>
                <a:gd name="T13" fmla="*/ 658 h 138"/>
                <a:gd name="T14" fmla="*/ 1500 w 223"/>
                <a:gd name="T15" fmla="*/ 488 h 138"/>
                <a:gd name="T16" fmla="*/ 1912 w 223"/>
                <a:gd name="T17" fmla="*/ 238 h 138"/>
                <a:gd name="T18" fmla="*/ 2582 w 223"/>
                <a:gd name="T19" fmla="*/ 238 h 138"/>
                <a:gd name="T20" fmla="*/ 2860 w 223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3" h="138">
                  <a:moveTo>
                    <a:pt x="1" y="138"/>
                  </a:moveTo>
                  <a:cubicBezTo>
                    <a:pt x="1" y="132"/>
                    <a:pt x="0" y="126"/>
                    <a:pt x="1" y="120"/>
                  </a:cubicBezTo>
                  <a:cubicBezTo>
                    <a:pt x="2" y="114"/>
                    <a:pt x="5" y="110"/>
                    <a:pt x="8" y="104"/>
                  </a:cubicBezTo>
                  <a:cubicBezTo>
                    <a:pt x="11" y="97"/>
                    <a:pt x="13" y="90"/>
                    <a:pt x="18" y="84"/>
                  </a:cubicBezTo>
                  <a:cubicBezTo>
                    <a:pt x="25" y="74"/>
                    <a:pt x="40" y="73"/>
                    <a:pt x="49" y="66"/>
                  </a:cubicBezTo>
                  <a:cubicBezTo>
                    <a:pt x="55" y="62"/>
                    <a:pt x="60" y="57"/>
                    <a:pt x="64" y="51"/>
                  </a:cubicBezTo>
                  <a:cubicBezTo>
                    <a:pt x="67" y="46"/>
                    <a:pt x="67" y="45"/>
                    <a:pt x="73" y="42"/>
                  </a:cubicBezTo>
                  <a:cubicBezTo>
                    <a:pt x="87" y="37"/>
                    <a:pt x="104" y="38"/>
                    <a:pt x="117" y="31"/>
                  </a:cubicBezTo>
                  <a:cubicBezTo>
                    <a:pt x="129" y="24"/>
                    <a:pt x="133" y="11"/>
                    <a:pt x="149" y="15"/>
                  </a:cubicBezTo>
                  <a:cubicBezTo>
                    <a:pt x="166" y="19"/>
                    <a:pt x="183" y="25"/>
                    <a:pt x="201" y="15"/>
                  </a:cubicBezTo>
                  <a:cubicBezTo>
                    <a:pt x="208" y="11"/>
                    <a:pt x="217" y="5"/>
                    <a:pt x="22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6" name="Freeform 240">
              <a:extLst>
                <a:ext uri="{FF2B5EF4-FFF2-40B4-BE49-F238E27FC236}">
                  <a16:creationId xmlns:a16="http://schemas.microsoft.com/office/drawing/2014/main" id="{95415A43-DF11-44B5-9D7C-7DE8C6086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653"/>
              <a:ext cx="58" cy="135"/>
            </a:xfrm>
            <a:custGeom>
              <a:avLst/>
              <a:gdLst>
                <a:gd name="T0" fmla="*/ 274 w 25"/>
                <a:gd name="T1" fmla="*/ 0 h 54"/>
                <a:gd name="T2" fmla="*/ 172 w 25"/>
                <a:gd name="T3" fmla="*/ 563 h 54"/>
                <a:gd name="T4" fmla="*/ 0 w 25"/>
                <a:gd name="T5" fmla="*/ 84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4">
                  <a:moveTo>
                    <a:pt x="22" y="0"/>
                  </a:moveTo>
                  <a:cubicBezTo>
                    <a:pt x="25" y="12"/>
                    <a:pt x="21" y="25"/>
                    <a:pt x="14" y="36"/>
                  </a:cubicBezTo>
                  <a:cubicBezTo>
                    <a:pt x="10" y="42"/>
                    <a:pt x="2" y="47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7" name="Freeform 241">
              <a:extLst>
                <a:ext uri="{FF2B5EF4-FFF2-40B4-BE49-F238E27FC236}">
                  <a16:creationId xmlns:a16="http://schemas.microsoft.com/office/drawing/2014/main" id="{442478B6-AD6B-48FE-949A-565CE3CA6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721"/>
              <a:ext cx="45" cy="174"/>
            </a:xfrm>
            <a:custGeom>
              <a:avLst/>
              <a:gdLst>
                <a:gd name="T0" fmla="*/ 253 w 19"/>
                <a:gd name="T1" fmla="*/ 0 h 70"/>
                <a:gd name="T2" fmla="*/ 78 w 19"/>
                <a:gd name="T3" fmla="*/ 186 h 70"/>
                <a:gd name="T4" fmla="*/ 28 w 19"/>
                <a:gd name="T5" fmla="*/ 599 h 70"/>
                <a:gd name="T6" fmla="*/ 12 w 19"/>
                <a:gd name="T7" fmla="*/ 107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0">
                  <a:moveTo>
                    <a:pt x="19" y="0"/>
                  </a:moveTo>
                  <a:cubicBezTo>
                    <a:pt x="13" y="4"/>
                    <a:pt x="9" y="5"/>
                    <a:pt x="6" y="12"/>
                  </a:cubicBezTo>
                  <a:cubicBezTo>
                    <a:pt x="2" y="20"/>
                    <a:pt x="3" y="30"/>
                    <a:pt x="2" y="39"/>
                  </a:cubicBezTo>
                  <a:cubicBezTo>
                    <a:pt x="0" y="49"/>
                    <a:pt x="2" y="60"/>
                    <a:pt x="1" y="7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8" name="Freeform 242">
              <a:extLst>
                <a:ext uri="{FF2B5EF4-FFF2-40B4-BE49-F238E27FC236}">
                  <a16:creationId xmlns:a16="http://schemas.microsoft.com/office/drawing/2014/main" id="{C83CE0F7-8D79-4B06-9A81-32623775F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823"/>
              <a:ext cx="26" cy="117"/>
            </a:xfrm>
            <a:custGeom>
              <a:avLst/>
              <a:gdLst>
                <a:gd name="T0" fmla="*/ 40 w 11"/>
                <a:gd name="T1" fmla="*/ 0 h 47"/>
                <a:gd name="T2" fmla="*/ 0 w 11"/>
                <a:gd name="T3" fmla="*/ 724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7">
                  <a:moveTo>
                    <a:pt x="3" y="0"/>
                  </a:moveTo>
                  <a:cubicBezTo>
                    <a:pt x="11" y="16"/>
                    <a:pt x="4" y="32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9" name="Freeform 243">
              <a:extLst>
                <a:ext uri="{FF2B5EF4-FFF2-40B4-BE49-F238E27FC236}">
                  <a16:creationId xmlns:a16="http://schemas.microsoft.com/office/drawing/2014/main" id="{F190B20F-E674-4722-A9D0-6DD227209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928"/>
              <a:ext cx="21" cy="142"/>
            </a:xfrm>
            <a:custGeom>
              <a:avLst/>
              <a:gdLst>
                <a:gd name="T0" fmla="*/ 0 w 9"/>
                <a:gd name="T1" fmla="*/ 0 h 57"/>
                <a:gd name="T2" fmla="*/ 77 w 9"/>
                <a:gd name="T3" fmla="*/ 137 h 57"/>
                <a:gd name="T4" fmla="*/ 103 w 9"/>
                <a:gd name="T5" fmla="*/ 446 h 57"/>
                <a:gd name="T6" fmla="*/ 49 w 9"/>
                <a:gd name="T7" fmla="*/ 869 h 57"/>
                <a:gd name="T8" fmla="*/ 49 w 9"/>
                <a:gd name="T9" fmla="*/ 86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1" y="4"/>
                    <a:pt x="5" y="5"/>
                    <a:pt x="6" y="9"/>
                  </a:cubicBezTo>
                  <a:cubicBezTo>
                    <a:pt x="9" y="14"/>
                    <a:pt x="8" y="23"/>
                    <a:pt x="8" y="29"/>
                  </a:cubicBezTo>
                  <a:cubicBezTo>
                    <a:pt x="9" y="39"/>
                    <a:pt x="6" y="47"/>
                    <a:pt x="4" y="56"/>
                  </a:cubicBezTo>
                  <a:cubicBezTo>
                    <a:pt x="4" y="57"/>
                    <a:pt x="4" y="57"/>
                    <a:pt x="4" y="5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0" name="Freeform 244">
              <a:extLst>
                <a:ext uri="{FF2B5EF4-FFF2-40B4-BE49-F238E27FC236}">
                  <a16:creationId xmlns:a16="http://schemas.microsoft.com/office/drawing/2014/main" id="{393A4B15-FF1B-4563-B4C7-9752634B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190"/>
              <a:ext cx="73" cy="115"/>
            </a:xfrm>
            <a:custGeom>
              <a:avLst/>
              <a:gdLst>
                <a:gd name="T0" fmla="*/ 0 w 31"/>
                <a:gd name="T1" fmla="*/ 0 h 46"/>
                <a:gd name="T2" fmla="*/ 405 w 31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6">
                  <a:moveTo>
                    <a:pt x="0" y="0"/>
                  </a:moveTo>
                  <a:cubicBezTo>
                    <a:pt x="28" y="2"/>
                    <a:pt x="23" y="29"/>
                    <a:pt x="31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1" name="Freeform 245">
              <a:extLst>
                <a:ext uri="{FF2B5EF4-FFF2-40B4-BE49-F238E27FC236}">
                  <a16:creationId xmlns:a16="http://schemas.microsoft.com/office/drawing/2014/main" id="{77C67341-E5B9-4EB0-A0FE-02D0CD15F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526"/>
              <a:ext cx="52" cy="97"/>
            </a:xfrm>
            <a:custGeom>
              <a:avLst/>
              <a:gdLst>
                <a:gd name="T0" fmla="*/ 0 w 22"/>
                <a:gd name="T1" fmla="*/ 587 h 39"/>
                <a:gd name="T2" fmla="*/ 291 w 22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0" y="38"/>
                  </a:moveTo>
                  <a:cubicBezTo>
                    <a:pt x="19" y="39"/>
                    <a:pt x="17" y="13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2" name="Freeform 246">
              <a:extLst>
                <a:ext uri="{FF2B5EF4-FFF2-40B4-BE49-F238E27FC236}">
                  <a16:creationId xmlns:a16="http://schemas.microsoft.com/office/drawing/2014/main" id="{A3C13510-0DAD-4DA4-B7AB-26932036B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446"/>
              <a:ext cx="91" cy="85"/>
            </a:xfrm>
            <a:custGeom>
              <a:avLst/>
              <a:gdLst>
                <a:gd name="T0" fmla="*/ 0 w 39"/>
                <a:gd name="T1" fmla="*/ 345 h 34"/>
                <a:gd name="T2" fmla="*/ 495 w 39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4">
                  <a:moveTo>
                    <a:pt x="0" y="22"/>
                  </a:moveTo>
                  <a:cubicBezTo>
                    <a:pt x="15" y="34"/>
                    <a:pt x="34" y="13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3" name="Freeform 247">
              <a:extLst>
                <a:ext uri="{FF2B5EF4-FFF2-40B4-BE49-F238E27FC236}">
                  <a16:creationId xmlns:a16="http://schemas.microsoft.com/office/drawing/2014/main" id="{21D361E9-43E4-4A83-92BB-B91BA6AA7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384"/>
              <a:ext cx="121" cy="59"/>
            </a:xfrm>
            <a:custGeom>
              <a:avLst/>
              <a:gdLst>
                <a:gd name="T0" fmla="*/ 12 w 52"/>
                <a:gd name="T1" fmla="*/ 356 h 24"/>
                <a:gd name="T2" fmla="*/ 363 w 52"/>
                <a:gd name="T3" fmla="*/ 30 h 24"/>
                <a:gd name="T4" fmla="*/ 656 w 52"/>
                <a:gd name="T5" fmla="*/ 1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4">
                  <a:moveTo>
                    <a:pt x="1" y="24"/>
                  </a:moveTo>
                  <a:cubicBezTo>
                    <a:pt x="0" y="12"/>
                    <a:pt x="20" y="3"/>
                    <a:pt x="29" y="2"/>
                  </a:cubicBezTo>
                  <a:cubicBezTo>
                    <a:pt x="37" y="1"/>
                    <a:pt x="45" y="0"/>
                    <a:pt x="52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4" name="Freeform 248">
              <a:extLst>
                <a:ext uri="{FF2B5EF4-FFF2-40B4-BE49-F238E27FC236}">
                  <a16:creationId xmlns:a16="http://schemas.microsoft.com/office/drawing/2014/main" id="{18888599-1F87-4184-8E9F-80A15501F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398"/>
              <a:ext cx="112" cy="40"/>
            </a:xfrm>
            <a:custGeom>
              <a:avLst/>
              <a:gdLst>
                <a:gd name="T0" fmla="*/ 0 w 48"/>
                <a:gd name="T1" fmla="*/ 208 h 16"/>
                <a:gd name="T2" fmla="*/ 371 w 48"/>
                <a:gd name="T3" fmla="*/ 158 h 16"/>
                <a:gd name="T4" fmla="*/ 609 w 4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0" y="13"/>
                  </a:moveTo>
                  <a:cubicBezTo>
                    <a:pt x="10" y="15"/>
                    <a:pt x="20" y="16"/>
                    <a:pt x="29" y="10"/>
                  </a:cubicBezTo>
                  <a:cubicBezTo>
                    <a:pt x="34" y="7"/>
                    <a:pt x="43" y="4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5" name="Freeform 249">
              <a:extLst>
                <a:ext uri="{FF2B5EF4-FFF2-40B4-BE49-F238E27FC236}">
                  <a16:creationId xmlns:a16="http://schemas.microsoft.com/office/drawing/2014/main" id="{9B18B715-BCBD-4B5C-AC9D-C66E9BD9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349"/>
              <a:ext cx="136" cy="37"/>
            </a:xfrm>
            <a:custGeom>
              <a:avLst/>
              <a:gdLst>
                <a:gd name="T0" fmla="*/ 0 w 58"/>
                <a:gd name="T1" fmla="*/ 224 h 15"/>
                <a:gd name="T2" fmla="*/ 441 w 58"/>
                <a:gd name="T3" fmla="*/ 30 h 15"/>
                <a:gd name="T4" fmla="*/ 748 w 58"/>
                <a:gd name="T5" fmla="*/ 15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5">
                  <a:moveTo>
                    <a:pt x="0" y="15"/>
                  </a:moveTo>
                  <a:cubicBezTo>
                    <a:pt x="11" y="7"/>
                    <a:pt x="19" y="0"/>
                    <a:pt x="34" y="2"/>
                  </a:cubicBezTo>
                  <a:cubicBezTo>
                    <a:pt x="44" y="3"/>
                    <a:pt x="49" y="7"/>
                    <a:pt x="58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6" name="Freeform 250">
              <a:extLst>
                <a:ext uri="{FF2B5EF4-FFF2-40B4-BE49-F238E27FC236}">
                  <a16:creationId xmlns:a16="http://schemas.microsoft.com/office/drawing/2014/main" id="{46E873AC-8A76-48BE-9438-5C56F5547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776"/>
              <a:ext cx="61" cy="109"/>
            </a:xfrm>
            <a:custGeom>
              <a:avLst/>
              <a:gdLst>
                <a:gd name="T0" fmla="*/ 192 w 26"/>
                <a:gd name="T1" fmla="*/ 669 h 44"/>
                <a:gd name="T2" fmla="*/ 336 w 26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4">
                  <a:moveTo>
                    <a:pt x="15" y="44"/>
                  </a:moveTo>
                  <a:cubicBezTo>
                    <a:pt x="0" y="31"/>
                    <a:pt x="18" y="12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7" name="Freeform 251">
              <a:extLst>
                <a:ext uri="{FF2B5EF4-FFF2-40B4-BE49-F238E27FC236}">
                  <a16:creationId xmlns:a16="http://schemas.microsoft.com/office/drawing/2014/main" id="{36F2B560-C73D-44DB-B943-36134A659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548"/>
              <a:ext cx="77" cy="113"/>
            </a:xfrm>
            <a:custGeom>
              <a:avLst/>
              <a:gdLst>
                <a:gd name="T0" fmla="*/ 0 w 33"/>
                <a:gd name="T1" fmla="*/ 713 h 45"/>
                <a:gd name="T2" fmla="*/ 126 w 33"/>
                <a:gd name="T3" fmla="*/ 208 h 45"/>
                <a:gd name="T4" fmla="*/ 306 w 33"/>
                <a:gd name="T5" fmla="*/ 63 h 45"/>
                <a:gd name="T6" fmla="*/ 420 w 33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5">
                  <a:moveTo>
                    <a:pt x="0" y="45"/>
                  </a:moveTo>
                  <a:cubicBezTo>
                    <a:pt x="0" y="34"/>
                    <a:pt x="3" y="21"/>
                    <a:pt x="10" y="13"/>
                  </a:cubicBezTo>
                  <a:cubicBezTo>
                    <a:pt x="14" y="10"/>
                    <a:pt x="20" y="6"/>
                    <a:pt x="24" y="4"/>
                  </a:cubicBezTo>
                  <a:cubicBezTo>
                    <a:pt x="27" y="2"/>
                    <a:pt x="30" y="2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8" name="Freeform 252">
              <a:extLst>
                <a:ext uri="{FF2B5EF4-FFF2-40B4-BE49-F238E27FC236}">
                  <a16:creationId xmlns:a16="http://schemas.microsoft.com/office/drawing/2014/main" id="{6B7C4516-FF44-4731-867F-A3192E2CF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302"/>
              <a:ext cx="581" cy="203"/>
            </a:xfrm>
            <a:custGeom>
              <a:avLst/>
              <a:gdLst>
                <a:gd name="T0" fmla="*/ 0 w 248"/>
                <a:gd name="T1" fmla="*/ 459 h 81"/>
                <a:gd name="T2" fmla="*/ 66 w 248"/>
                <a:gd name="T3" fmla="*/ 534 h 81"/>
                <a:gd name="T4" fmla="*/ 258 w 248"/>
                <a:gd name="T5" fmla="*/ 659 h 81"/>
                <a:gd name="T6" fmla="*/ 555 w 248"/>
                <a:gd name="T7" fmla="*/ 742 h 81"/>
                <a:gd name="T8" fmla="*/ 797 w 248"/>
                <a:gd name="T9" fmla="*/ 1025 h 81"/>
                <a:gd name="T10" fmla="*/ 1467 w 248"/>
                <a:gd name="T11" fmla="*/ 1038 h 81"/>
                <a:gd name="T12" fmla="*/ 2003 w 248"/>
                <a:gd name="T13" fmla="*/ 1130 h 81"/>
                <a:gd name="T14" fmla="*/ 2509 w 248"/>
                <a:gd name="T15" fmla="*/ 880 h 81"/>
                <a:gd name="T16" fmla="*/ 3036 w 248"/>
                <a:gd name="T17" fmla="*/ 784 h 81"/>
                <a:gd name="T18" fmla="*/ 3188 w 248"/>
                <a:gd name="T19" fmla="*/ 283 h 81"/>
                <a:gd name="T20" fmla="*/ 3177 w 248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8" h="81">
                  <a:moveTo>
                    <a:pt x="0" y="29"/>
                  </a:moveTo>
                  <a:cubicBezTo>
                    <a:pt x="4" y="29"/>
                    <a:pt x="3" y="32"/>
                    <a:pt x="5" y="34"/>
                  </a:cubicBezTo>
                  <a:cubicBezTo>
                    <a:pt x="10" y="40"/>
                    <a:pt x="13" y="41"/>
                    <a:pt x="20" y="42"/>
                  </a:cubicBezTo>
                  <a:cubicBezTo>
                    <a:pt x="27" y="44"/>
                    <a:pt x="35" y="44"/>
                    <a:pt x="43" y="47"/>
                  </a:cubicBezTo>
                  <a:cubicBezTo>
                    <a:pt x="51" y="51"/>
                    <a:pt x="56" y="58"/>
                    <a:pt x="62" y="65"/>
                  </a:cubicBezTo>
                  <a:cubicBezTo>
                    <a:pt x="80" y="81"/>
                    <a:pt x="94" y="71"/>
                    <a:pt x="114" y="66"/>
                  </a:cubicBezTo>
                  <a:cubicBezTo>
                    <a:pt x="130" y="63"/>
                    <a:pt x="141" y="72"/>
                    <a:pt x="156" y="72"/>
                  </a:cubicBezTo>
                  <a:cubicBezTo>
                    <a:pt x="172" y="72"/>
                    <a:pt x="181" y="62"/>
                    <a:pt x="195" y="56"/>
                  </a:cubicBezTo>
                  <a:cubicBezTo>
                    <a:pt x="208" y="50"/>
                    <a:pt x="223" y="55"/>
                    <a:pt x="236" y="50"/>
                  </a:cubicBezTo>
                  <a:cubicBezTo>
                    <a:pt x="248" y="44"/>
                    <a:pt x="247" y="30"/>
                    <a:pt x="248" y="18"/>
                  </a:cubicBezTo>
                  <a:cubicBezTo>
                    <a:pt x="248" y="13"/>
                    <a:pt x="245" y="4"/>
                    <a:pt x="24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9" name="Freeform 253">
              <a:extLst>
                <a:ext uri="{FF2B5EF4-FFF2-40B4-BE49-F238E27FC236}">
                  <a16:creationId xmlns:a16="http://schemas.microsoft.com/office/drawing/2014/main" id="{FA8FBC45-F65E-4101-8579-A35C9D68E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370"/>
              <a:ext cx="98" cy="45"/>
            </a:xfrm>
            <a:custGeom>
              <a:avLst/>
              <a:gdLst>
                <a:gd name="T0" fmla="*/ 0 w 42"/>
                <a:gd name="T1" fmla="*/ 0 h 18"/>
                <a:gd name="T2" fmla="*/ 343 w 42"/>
                <a:gd name="T3" fmla="*/ 50 h 18"/>
                <a:gd name="T4" fmla="*/ 534 w 42"/>
                <a:gd name="T5" fmla="*/ 2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0" y="0"/>
                  </a:moveTo>
                  <a:cubicBezTo>
                    <a:pt x="8" y="3"/>
                    <a:pt x="18" y="0"/>
                    <a:pt x="27" y="3"/>
                  </a:cubicBezTo>
                  <a:cubicBezTo>
                    <a:pt x="32" y="6"/>
                    <a:pt x="40" y="12"/>
                    <a:pt x="42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0" name="Freeform 254">
              <a:extLst>
                <a:ext uri="{FF2B5EF4-FFF2-40B4-BE49-F238E27FC236}">
                  <a16:creationId xmlns:a16="http://schemas.microsoft.com/office/drawing/2014/main" id="{85EE49DB-F87D-489F-B6A9-A6D842A9E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25"/>
              <a:ext cx="129" cy="42"/>
            </a:xfrm>
            <a:custGeom>
              <a:avLst/>
              <a:gdLst>
                <a:gd name="T0" fmla="*/ 0 w 55"/>
                <a:gd name="T1" fmla="*/ 74 h 17"/>
                <a:gd name="T2" fmla="*/ 568 w 55"/>
                <a:gd name="T3" fmla="*/ 104 h 17"/>
                <a:gd name="T4" fmla="*/ 711 w 55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0" y="5"/>
                  </a:moveTo>
                  <a:cubicBezTo>
                    <a:pt x="11" y="3"/>
                    <a:pt x="33" y="0"/>
                    <a:pt x="44" y="7"/>
                  </a:cubicBezTo>
                  <a:cubicBezTo>
                    <a:pt x="48" y="9"/>
                    <a:pt x="52" y="17"/>
                    <a:pt x="55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1" name="Freeform 255">
              <a:extLst>
                <a:ext uri="{FF2B5EF4-FFF2-40B4-BE49-F238E27FC236}">
                  <a16:creationId xmlns:a16="http://schemas.microsoft.com/office/drawing/2014/main" id="{24D25A48-3DD7-45C2-B7EB-368DB205A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208"/>
              <a:ext cx="45" cy="107"/>
            </a:xfrm>
            <a:custGeom>
              <a:avLst/>
              <a:gdLst>
                <a:gd name="T0" fmla="*/ 12 w 19"/>
                <a:gd name="T1" fmla="*/ 0 h 43"/>
                <a:gd name="T2" fmla="*/ 78 w 19"/>
                <a:gd name="T3" fmla="*/ 383 h 43"/>
                <a:gd name="T4" fmla="*/ 253 w 19"/>
                <a:gd name="T5" fmla="*/ 66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3">
                  <a:moveTo>
                    <a:pt x="1" y="0"/>
                  </a:moveTo>
                  <a:cubicBezTo>
                    <a:pt x="2" y="10"/>
                    <a:pt x="0" y="16"/>
                    <a:pt x="6" y="25"/>
                  </a:cubicBezTo>
                  <a:cubicBezTo>
                    <a:pt x="10" y="32"/>
                    <a:pt x="13" y="38"/>
                    <a:pt x="19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2" name="Freeform 256">
              <a:extLst>
                <a:ext uri="{FF2B5EF4-FFF2-40B4-BE49-F238E27FC236}">
                  <a16:creationId xmlns:a16="http://schemas.microsoft.com/office/drawing/2014/main" id="{A4C65E89-A751-40A9-A1CF-D0EAE531A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295"/>
              <a:ext cx="215" cy="220"/>
            </a:xfrm>
            <a:custGeom>
              <a:avLst/>
              <a:gdLst>
                <a:gd name="T0" fmla="*/ 0 w 92"/>
                <a:gd name="T1" fmla="*/ 0 h 88"/>
                <a:gd name="T2" fmla="*/ 257 w 92"/>
                <a:gd name="T3" fmla="*/ 395 h 88"/>
                <a:gd name="T4" fmla="*/ 393 w 92"/>
                <a:gd name="T5" fmla="*/ 425 h 88"/>
                <a:gd name="T6" fmla="*/ 498 w 92"/>
                <a:gd name="T7" fmla="*/ 645 h 88"/>
                <a:gd name="T8" fmla="*/ 589 w 92"/>
                <a:gd name="T9" fmla="*/ 925 h 88"/>
                <a:gd name="T10" fmla="*/ 895 w 92"/>
                <a:gd name="T11" fmla="*/ 1083 h 88"/>
                <a:gd name="T12" fmla="*/ 1098 w 92"/>
                <a:gd name="T13" fmla="*/ 1208 h 88"/>
                <a:gd name="T14" fmla="*/ 1147 w 92"/>
                <a:gd name="T15" fmla="*/ 1300 h 88"/>
                <a:gd name="T16" fmla="*/ 1173 w 92"/>
                <a:gd name="T17" fmla="*/ 1333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88">
                  <a:moveTo>
                    <a:pt x="0" y="0"/>
                  </a:moveTo>
                  <a:cubicBezTo>
                    <a:pt x="3" y="13"/>
                    <a:pt x="5" y="22"/>
                    <a:pt x="20" y="25"/>
                  </a:cubicBezTo>
                  <a:cubicBezTo>
                    <a:pt x="23" y="26"/>
                    <a:pt x="29" y="26"/>
                    <a:pt x="31" y="27"/>
                  </a:cubicBezTo>
                  <a:cubicBezTo>
                    <a:pt x="35" y="29"/>
                    <a:pt x="38" y="37"/>
                    <a:pt x="39" y="41"/>
                  </a:cubicBezTo>
                  <a:cubicBezTo>
                    <a:pt x="41" y="47"/>
                    <a:pt x="42" y="54"/>
                    <a:pt x="46" y="59"/>
                  </a:cubicBezTo>
                  <a:cubicBezTo>
                    <a:pt x="52" y="66"/>
                    <a:pt x="62" y="67"/>
                    <a:pt x="70" y="69"/>
                  </a:cubicBezTo>
                  <a:cubicBezTo>
                    <a:pt x="77" y="71"/>
                    <a:pt x="81" y="73"/>
                    <a:pt x="86" y="77"/>
                  </a:cubicBezTo>
                  <a:cubicBezTo>
                    <a:pt x="87" y="79"/>
                    <a:pt x="89" y="81"/>
                    <a:pt x="90" y="83"/>
                  </a:cubicBezTo>
                  <a:cubicBezTo>
                    <a:pt x="92" y="84"/>
                    <a:pt x="92" y="88"/>
                    <a:pt x="92" y="8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3" name="Freeform 257">
              <a:extLst>
                <a:ext uri="{FF2B5EF4-FFF2-40B4-BE49-F238E27FC236}">
                  <a16:creationId xmlns:a16="http://schemas.microsoft.com/office/drawing/2014/main" id="{FB41D56F-5DAD-4260-9295-DA34A59DF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405"/>
              <a:ext cx="112" cy="72"/>
            </a:xfrm>
            <a:custGeom>
              <a:avLst/>
              <a:gdLst>
                <a:gd name="T0" fmla="*/ 0 w 48"/>
                <a:gd name="T1" fmla="*/ 0 h 29"/>
                <a:gd name="T2" fmla="*/ 294 w 48"/>
                <a:gd name="T3" fmla="*/ 412 h 29"/>
                <a:gd name="T4" fmla="*/ 609 w 48"/>
                <a:gd name="T5" fmla="*/ 44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9">
                  <a:moveTo>
                    <a:pt x="0" y="0"/>
                  </a:moveTo>
                  <a:cubicBezTo>
                    <a:pt x="8" y="10"/>
                    <a:pt x="8" y="24"/>
                    <a:pt x="23" y="27"/>
                  </a:cubicBezTo>
                  <a:cubicBezTo>
                    <a:pt x="31" y="29"/>
                    <a:pt x="40" y="26"/>
                    <a:pt x="48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4" name="Freeform 258">
              <a:extLst>
                <a:ext uri="{FF2B5EF4-FFF2-40B4-BE49-F238E27FC236}">
                  <a16:creationId xmlns:a16="http://schemas.microsoft.com/office/drawing/2014/main" id="{8730E401-F912-4724-8397-B1E61BBA9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357"/>
              <a:ext cx="72" cy="90"/>
            </a:xfrm>
            <a:custGeom>
              <a:avLst/>
              <a:gdLst>
                <a:gd name="T0" fmla="*/ 0 w 31"/>
                <a:gd name="T1" fmla="*/ 0 h 36"/>
                <a:gd name="T2" fmla="*/ 200 w 31"/>
                <a:gd name="T3" fmla="*/ 395 h 36"/>
                <a:gd name="T4" fmla="*/ 388 w 31"/>
                <a:gd name="T5" fmla="*/ 56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0" y="0"/>
                  </a:moveTo>
                  <a:cubicBezTo>
                    <a:pt x="2" y="12"/>
                    <a:pt x="8" y="17"/>
                    <a:pt x="16" y="25"/>
                  </a:cubicBezTo>
                  <a:cubicBezTo>
                    <a:pt x="20" y="29"/>
                    <a:pt x="26" y="35"/>
                    <a:pt x="31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5" name="Freeform 259">
              <a:extLst>
                <a:ext uri="{FF2B5EF4-FFF2-40B4-BE49-F238E27FC236}">
                  <a16:creationId xmlns:a16="http://schemas.microsoft.com/office/drawing/2014/main" id="{9D87F440-D1F6-4E70-A8F4-882953456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430"/>
              <a:ext cx="157" cy="35"/>
            </a:xfrm>
            <a:custGeom>
              <a:avLst/>
              <a:gdLst>
                <a:gd name="T0" fmla="*/ 0 w 67"/>
                <a:gd name="T1" fmla="*/ 220 h 14"/>
                <a:gd name="T2" fmla="*/ 499 w 67"/>
                <a:gd name="T3" fmla="*/ 20 h 14"/>
                <a:gd name="T4" fmla="*/ 851 w 67"/>
                <a:gd name="T5" fmla="*/ 95 h 14"/>
                <a:gd name="T6" fmla="*/ 851 w 67"/>
                <a:gd name="T7" fmla="*/ 8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4">
                  <a:moveTo>
                    <a:pt x="0" y="14"/>
                  </a:moveTo>
                  <a:cubicBezTo>
                    <a:pt x="14" y="12"/>
                    <a:pt x="24" y="0"/>
                    <a:pt x="39" y="1"/>
                  </a:cubicBezTo>
                  <a:cubicBezTo>
                    <a:pt x="48" y="2"/>
                    <a:pt x="58" y="5"/>
                    <a:pt x="66" y="6"/>
                  </a:cubicBezTo>
                  <a:cubicBezTo>
                    <a:pt x="67" y="6"/>
                    <a:pt x="67" y="6"/>
                    <a:pt x="66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6" name="Freeform 260">
              <a:extLst>
                <a:ext uri="{FF2B5EF4-FFF2-40B4-BE49-F238E27FC236}">
                  <a16:creationId xmlns:a16="http://schemas.microsoft.com/office/drawing/2014/main" id="{56D116E3-008C-4510-80CD-61DE1CB3E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307"/>
              <a:ext cx="89" cy="125"/>
            </a:xfrm>
            <a:custGeom>
              <a:avLst/>
              <a:gdLst>
                <a:gd name="T0" fmla="*/ 0 w 38"/>
                <a:gd name="T1" fmla="*/ 783 h 50"/>
                <a:gd name="T2" fmla="*/ 220 w 38"/>
                <a:gd name="T3" fmla="*/ 688 h 50"/>
                <a:gd name="T4" fmla="*/ 323 w 38"/>
                <a:gd name="T5" fmla="*/ 425 h 50"/>
                <a:gd name="T6" fmla="*/ 450 w 38"/>
                <a:gd name="T7" fmla="*/ 220 h 50"/>
                <a:gd name="T8" fmla="*/ 461 w 3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0">
                  <a:moveTo>
                    <a:pt x="0" y="50"/>
                  </a:moveTo>
                  <a:cubicBezTo>
                    <a:pt x="6" y="48"/>
                    <a:pt x="13" y="49"/>
                    <a:pt x="17" y="44"/>
                  </a:cubicBezTo>
                  <a:cubicBezTo>
                    <a:pt x="21" y="39"/>
                    <a:pt x="22" y="32"/>
                    <a:pt x="25" y="27"/>
                  </a:cubicBezTo>
                  <a:cubicBezTo>
                    <a:pt x="28" y="22"/>
                    <a:pt x="33" y="20"/>
                    <a:pt x="35" y="14"/>
                  </a:cubicBezTo>
                  <a:cubicBezTo>
                    <a:pt x="36" y="10"/>
                    <a:pt x="38" y="1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7" name="Freeform 261">
              <a:extLst>
                <a:ext uri="{FF2B5EF4-FFF2-40B4-BE49-F238E27FC236}">
                  <a16:creationId xmlns:a16="http://schemas.microsoft.com/office/drawing/2014/main" id="{4C4866B7-1C2D-4F88-B715-96A4E97E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387"/>
              <a:ext cx="136" cy="50"/>
            </a:xfrm>
            <a:custGeom>
              <a:avLst/>
              <a:gdLst>
                <a:gd name="T0" fmla="*/ 0 w 58"/>
                <a:gd name="T1" fmla="*/ 313 h 20"/>
                <a:gd name="T2" fmla="*/ 748 w 5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20">
                  <a:moveTo>
                    <a:pt x="0" y="20"/>
                  </a:moveTo>
                  <a:cubicBezTo>
                    <a:pt x="8" y="1"/>
                    <a:pt x="41" y="0"/>
                    <a:pt x="5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8" name="Freeform 262">
              <a:extLst>
                <a:ext uri="{FF2B5EF4-FFF2-40B4-BE49-F238E27FC236}">
                  <a16:creationId xmlns:a16="http://schemas.microsoft.com/office/drawing/2014/main" id="{A147EA66-AA37-44C2-8CFE-55EFD3A86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477"/>
              <a:ext cx="113" cy="30"/>
            </a:xfrm>
            <a:custGeom>
              <a:avLst/>
              <a:gdLst>
                <a:gd name="T0" fmla="*/ 0 w 48"/>
                <a:gd name="T1" fmla="*/ 63 h 12"/>
                <a:gd name="T2" fmla="*/ 393 w 48"/>
                <a:gd name="T3" fmla="*/ 145 h 12"/>
                <a:gd name="T4" fmla="*/ 626 w 48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">
                  <a:moveTo>
                    <a:pt x="0" y="4"/>
                  </a:moveTo>
                  <a:cubicBezTo>
                    <a:pt x="8" y="11"/>
                    <a:pt x="20" y="12"/>
                    <a:pt x="30" y="9"/>
                  </a:cubicBezTo>
                  <a:cubicBezTo>
                    <a:pt x="34" y="8"/>
                    <a:pt x="46" y="0"/>
                    <a:pt x="48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9" name="Freeform 263">
              <a:extLst>
                <a:ext uri="{FF2B5EF4-FFF2-40B4-BE49-F238E27FC236}">
                  <a16:creationId xmlns:a16="http://schemas.microsoft.com/office/drawing/2014/main" id="{7B419C14-BEBE-4D48-A813-D8FDCA378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487"/>
              <a:ext cx="185" cy="55"/>
            </a:xfrm>
            <a:custGeom>
              <a:avLst/>
              <a:gdLst>
                <a:gd name="T0" fmla="*/ 0 w 79"/>
                <a:gd name="T1" fmla="*/ 175 h 22"/>
                <a:gd name="T2" fmla="*/ 347 w 79"/>
                <a:gd name="T3" fmla="*/ 50 h 22"/>
                <a:gd name="T4" fmla="*/ 604 w 79"/>
                <a:gd name="T5" fmla="*/ 33 h 22"/>
                <a:gd name="T6" fmla="*/ 1014 w 79"/>
                <a:gd name="T7" fmla="*/ 3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2">
                  <a:moveTo>
                    <a:pt x="0" y="11"/>
                  </a:moveTo>
                  <a:cubicBezTo>
                    <a:pt x="7" y="4"/>
                    <a:pt x="18" y="5"/>
                    <a:pt x="27" y="3"/>
                  </a:cubicBezTo>
                  <a:cubicBezTo>
                    <a:pt x="35" y="1"/>
                    <a:pt x="40" y="0"/>
                    <a:pt x="47" y="2"/>
                  </a:cubicBezTo>
                  <a:cubicBezTo>
                    <a:pt x="57" y="6"/>
                    <a:pt x="74" y="16"/>
                    <a:pt x="79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0" name="Freeform 264">
              <a:extLst>
                <a:ext uri="{FF2B5EF4-FFF2-40B4-BE49-F238E27FC236}">
                  <a16:creationId xmlns:a16="http://schemas.microsoft.com/office/drawing/2014/main" id="{C5069A82-830F-4BB0-8F54-FEE562974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497"/>
              <a:ext cx="136" cy="30"/>
            </a:xfrm>
            <a:custGeom>
              <a:avLst/>
              <a:gdLst>
                <a:gd name="T0" fmla="*/ 0 w 58"/>
                <a:gd name="T1" fmla="*/ 0 h 12"/>
                <a:gd name="T2" fmla="*/ 385 w 58"/>
                <a:gd name="T3" fmla="*/ 83 h 12"/>
                <a:gd name="T4" fmla="*/ 659 w 58"/>
                <a:gd name="T5" fmla="*/ 95 h 12"/>
                <a:gd name="T6" fmla="*/ 748 w 58"/>
                <a:gd name="T7" fmla="*/ 14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6" y="12"/>
                    <a:pt x="19" y="7"/>
                    <a:pt x="30" y="5"/>
                  </a:cubicBezTo>
                  <a:cubicBezTo>
                    <a:pt x="37" y="4"/>
                    <a:pt x="44" y="3"/>
                    <a:pt x="51" y="6"/>
                  </a:cubicBezTo>
                  <a:cubicBezTo>
                    <a:pt x="53" y="7"/>
                    <a:pt x="56" y="9"/>
                    <a:pt x="58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1" name="Freeform 265">
              <a:extLst>
                <a:ext uri="{FF2B5EF4-FFF2-40B4-BE49-F238E27FC236}">
                  <a16:creationId xmlns:a16="http://schemas.microsoft.com/office/drawing/2014/main" id="{70F397CC-D9C3-4FBD-9E83-7B08AC656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437"/>
              <a:ext cx="106" cy="68"/>
            </a:xfrm>
            <a:custGeom>
              <a:avLst/>
              <a:gdLst>
                <a:gd name="T0" fmla="*/ 0 w 45"/>
                <a:gd name="T1" fmla="*/ 413 h 27"/>
                <a:gd name="T2" fmla="*/ 144 w 45"/>
                <a:gd name="T3" fmla="*/ 368 h 27"/>
                <a:gd name="T4" fmla="*/ 377 w 45"/>
                <a:gd name="T5" fmla="*/ 285 h 27"/>
                <a:gd name="T6" fmla="*/ 589 w 45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7">
                  <a:moveTo>
                    <a:pt x="0" y="26"/>
                  </a:moveTo>
                  <a:cubicBezTo>
                    <a:pt x="4" y="27"/>
                    <a:pt x="7" y="24"/>
                    <a:pt x="11" y="23"/>
                  </a:cubicBezTo>
                  <a:cubicBezTo>
                    <a:pt x="17" y="20"/>
                    <a:pt x="23" y="20"/>
                    <a:pt x="29" y="18"/>
                  </a:cubicBezTo>
                  <a:cubicBezTo>
                    <a:pt x="38" y="14"/>
                    <a:pt x="38" y="3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2" name="Freeform 266">
              <a:extLst>
                <a:ext uri="{FF2B5EF4-FFF2-40B4-BE49-F238E27FC236}">
                  <a16:creationId xmlns:a16="http://schemas.microsoft.com/office/drawing/2014/main" id="{B4635789-9731-4F3C-9FE8-670463C9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396"/>
              <a:ext cx="297" cy="132"/>
            </a:xfrm>
            <a:custGeom>
              <a:avLst/>
              <a:gdLst>
                <a:gd name="T0" fmla="*/ 0 w 127"/>
                <a:gd name="T1" fmla="*/ 0 h 53"/>
                <a:gd name="T2" fmla="*/ 650 w 127"/>
                <a:gd name="T3" fmla="*/ 62 h 53"/>
                <a:gd name="T4" fmla="*/ 907 w 127"/>
                <a:gd name="T5" fmla="*/ 229 h 53"/>
                <a:gd name="T6" fmla="*/ 1148 w 127"/>
                <a:gd name="T7" fmla="*/ 279 h 53"/>
                <a:gd name="T8" fmla="*/ 1520 w 127"/>
                <a:gd name="T9" fmla="*/ 590 h 53"/>
                <a:gd name="T10" fmla="*/ 1614 w 127"/>
                <a:gd name="T11" fmla="*/ 712 h 53"/>
                <a:gd name="T12" fmla="*/ 1625 w 127"/>
                <a:gd name="T13" fmla="*/ 81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53">
                  <a:moveTo>
                    <a:pt x="0" y="0"/>
                  </a:moveTo>
                  <a:cubicBezTo>
                    <a:pt x="15" y="11"/>
                    <a:pt x="34" y="0"/>
                    <a:pt x="51" y="4"/>
                  </a:cubicBezTo>
                  <a:cubicBezTo>
                    <a:pt x="59" y="6"/>
                    <a:pt x="64" y="11"/>
                    <a:pt x="71" y="15"/>
                  </a:cubicBezTo>
                  <a:cubicBezTo>
                    <a:pt x="78" y="19"/>
                    <a:pt x="82" y="18"/>
                    <a:pt x="90" y="18"/>
                  </a:cubicBezTo>
                  <a:cubicBezTo>
                    <a:pt x="104" y="18"/>
                    <a:pt x="111" y="27"/>
                    <a:pt x="119" y="38"/>
                  </a:cubicBezTo>
                  <a:cubicBezTo>
                    <a:pt x="121" y="40"/>
                    <a:pt x="125" y="43"/>
                    <a:pt x="126" y="46"/>
                  </a:cubicBezTo>
                  <a:cubicBezTo>
                    <a:pt x="127" y="48"/>
                    <a:pt x="127" y="53"/>
                    <a:pt x="127" y="5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3" name="Freeform 267">
              <a:extLst>
                <a:ext uri="{FF2B5EF4-FFF2-40B4-BE49-F238E27FC236}">
                  <a16:creationId xmlns:a16="http://schemas.microsoft.com/office/drawing/2014/main" id="{83D3A70A-3524-4CE6-9774-FCD8837BC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408"/>
              <a:ext cx="115" cy="30"/>
            </a:xfrm>
            <a:custGeom>
              <a:avLst/>
              <a:gdLst>
                <a:gd name="T0" fmla="*/ 0 w 49"/>
                <a:gd name="T1" fmla="*/ 83 h 12"/>
                <a:gd name="T2" fmla="*/ 385 w 49"/>
                <a:gd name="T3" fmla="*/ 145 h 12"/>
                <a:gd name="T4" fmla="*/ 634 w 4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2">
                  <a:moveTo>
                    <a:pt x="0" y="5"/>
                  </a:moveTo>
                  <a:cubicBezTo>
                    <a:pt x="11" y="10"/>
                    <a:pt x="18" y="12"/>
                    <a:pt x="30" y="9"/>
                  </a:cubicBezTo>
                  <a:cubicBezTo>
                    <a:pt x="36" y="6"/>
                    <a:pt x="42" y="2"/>
                    <a:pt x="4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4" name="Freeform 268">
              <a:extLst>
                <a:ext uri="{FF2B5EF4-FFF2-40B4-BE49-F238E27FC236}">
                  <a16:creationId xmlns:a16="http://schemas.microsoft.com/office/drawing/2014/main" id="{5C8CD8BE-AEB6-46C4-9746-40D4EF038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364"/>
              <a:ext cx="70" cy="42"/>
            </a:xfrm>
            <a:custGeom>
              <a:avLst/>
              <a:gdLst>
                <a:gd name="T0" fmla="*/ 0 w 30"/>
                <a:gd name="T1" fmla="*/ 0 h 17"/>
                <a:gd name="T2" fmla="*/ 240 w 30"/>
                <a:gd name="T3" fmla="*/ 121 h 17"/>
                <a:gd name="T4" fmla="*/ 380 w 30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0" y="0"/>
                  </a:moveTo>
                  <a:cubicBezTo>
                    <a:pt x="7" y="2"/>
                    <a:pt x="14" y="3"/>
                    <a:pt x="19" y="8"/>
                  </a:cubicBezTo>
                  <a:cubicBezTo>
                    <a:pt x="23" y="11"/>
                    <a:pt x="26" y="15"/>
                    <a:pt x="3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5" name="Freeform 269">
              <a:extLst>
                <a:ext uri="{FF2B5EF4-FFF2-40B4-BE49-F238E27FC236}">
                  <a16:creationId xmlns:a16="http://schemas.microsoft.com/office/drawing/2014/main" id="{D4CBC964-E86C-4B0C-83DF-80333D6C4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381"/>
              <a:ext cx="117" cy="67"/>
            </a:xfrm>
            <a:custGeom>
              <a:avLst/>
              <a:gdLst>
                <a:gd name="T0" fmla="*/ 0 w 50"/>
                <a:gd name="T1" fmla="*/ 124 h 27"/>
                <a:gd name="T2" fmla="*/ 461 w 50"/>
                <a:gd name="T3" fmla="*/ 136 h 27"/>
                <a:gd name="T4" fmla="*/ 629 w 50"/>
                <a:gd name="T5" fmla="*/ 4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7">
                  <a:moveTo>
                    <a:pt x="0" y="8"/>
                  </a:moveTo>
                  <a:cubicBezTo>
                    <a:pt x="12" y="6"/>
                    <a:pt x="26" y="0"/>
                    <a:pt x="36" y="9"/>
                  </a:cubicBezTo>
                  <a:cubicBezTo>
                    <a:pt x="39" y="12"/>
                    <a:pt x="50" y="22"/>
                    <a:pt x="49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6" name="Freeform 270">
              <a:extLst>
                <a:ext uri="{FF2B5EF4-FFF2-40B4-BE49-F238E27FC236}">
                  <a16:creationId xmlns:a16="http://schemas.microsoft.com/office/drawing/2014/main" id="{9235B6CC-FFD9-4CB1-BEEC-F9AFC0CEC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423"/>
              <a:ext cx="283" cy="260"/>
            </a:xfrm>
            <a:custGeom>
              <a:avLst/>
              <a:gdLst>
                <a:gd name="T0" fmla="*/ 0 w 121"/>
                <a:gd name="T1" fmla="*/ 0 h 104"/>
                <a:gd name="T2" fmla="*/ 229 w 121"/>
                <a:gd name="T3" fmla="*/ 145 h 104"/>
                <a:gd name="T4" fmla="*/ 475 w 121"/>
                <a:gd name="T5" fmla="*/ 363 h 104"/>
                <a:gd name="T6" fmla="*/ 690 w 121"/>
                <a:gd name="T7" fmla="*/ 458 h 104"/>
                <a:gd name="T8" fmla="*/ 716 w 121"/>
                <a:gd name="T9" fmla="*/ 613 h 104"/>
                <a:gd name="T10" fmla="*/ 821 w 121"/>
                <a:gd name="T11" fmla="*/ 750 h 104"/>
                <a:gd name="T12" fmla="*/ 1050 w 121"/>
                <a:gd name="T13" fmla="*/ 925 h 104"/>
                <a:gd name="T14" fmla="*/ 1111 w 121"/>
                <a:gd name="T15" fmla="*/ 1250 h 104"/>
                <a:gd name="T16" fmla="*/ 1548 w 121"/>
                <a:gd name="T17" fmla="*/ 1625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104">
                  <a:moveTo>
                    <a:pt x="0" y="0"/>
                  </a:moveTo>
                  <a:cubicBezTo>
                    <a:pt x="6" y="4"/>
                    <a:pt x="12" y="4"/>
                    <a:pt x="18" y="9"/>
                  </a:cubicBezTo>
                  <a:cubicBezTo>
                    <a:pt x="25" y="14"/>
                    <a:pt x="28" y="20"/>
                    <a:pt x="37" y="23"/>
                  </a:cubicBezTo>
                  <a:cubicBezTo>
                    <a:pt x="44" y="25"/>
                    <a:pt x="50" y="23"/>
                    <a:pt x="54" y="29"/>
                  </a:cubicBezTo>
                  <a:cubicBezTo>
                    <a:pt x="55" y="32"/>
                    <a:pt x="55" y="36"/>
                    <a:pt x="56" y="39"/>
                  </a:cubicBezTo>
                  <a:cubicBezTo>
                    <a:pt x="58" y="43"/>
                    <a:pt x="61" y="45"/>
                    <a:pt x="64" y="48"/>
                  </a:cubicBezTo>
                  <a:cubicBezTo>
                    <a:pt x="69" y="52"/>
                    <a:pt x="78" y="54"/>
                    <a:pt x="82" y="59"/>
                  </a:cubicBezTo>
                  <a:cubicBezTo>
                    <a:pt x="87" y="64"/>
                    <a:pt x="85" y="74"/>
                    <a:pt x="87" y="80"/>
                  </a:cubicBezTo>
                  <a:cubicBezTo>
                    <a:pt x="93" y="99"/>
                    <a:pt x="108" y="97"/>
                    <a:pt x="121" y="10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7" name="Freeform 271">
              <a:extLst>
                <a:ext uri="{FF2B5EF4-FFF2-40B4-BE49-F238E27FC236}">
                  <a16:creationId xmlns:a16="http://schemas.microsoft.com/office/drawing/2014/main" id="{F7B81FDA-0D56-4852-B3B0-7AA1E5F25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473"/>
              <a:ext cx="138" cy="170"/>
            </a:xfrm>
            <a:custGeom>
              <a:avLst/>
              <a:gdLst>
                <a:gd name="T0" fmla="*/ 0 w 59"/>
                <a:gd name="T1" fmla="*/ 0 h 68"/>
                <a:gd name="T2" fmla="*/ 241 w 59"/>
                <a:gd name="T3" fmla="*/ 345 h 68"/>
                <a:gd name="T4" fmla="*/ 437 w 59"/>
                <a:gd name="T5" fmla="*/ 550 h 68"/>
                <a:gd name="T6" fmla="*/ 755 w 59"/>
                <a:gd name="T7" fmla="*/ 106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68">
                  <a:moveTo>
                    <a:pt x="0" y="0"/>
                  </a:moveTo>
                  <a:cubicBezTo>
                    <a:pt x="0" y="10"/>
                    <a:pt x="11" y="19"/>
                    <a:pt x="19" y="22"/>
                  </a:cubicBezTo>
                  <a:cubicBezTo>
                    <a:pt x="28" y="25"/>
                    <a:pt x="30" y="25"/>
                    <a:pt x="34" y="35"/>
                  </a:cubicBezTo>
                  <a:cubicBezTo>
                    <a:pt x="39" y="49"/>
                    <a:pt x="51" y="56"/>
                    <a:pt x="59" y="6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8" name="Freeform 272">
              <a:extLst>
                <a:ext uri="{FF2B5EF4-FFF2-40B4-BE49-F238E27FC236}">
                  <a16:creationId xmlns:a16="http://schemas.microsoft.com/office/drawing/2014/main" id="{A5B02423-71C2-4349-A707-56D4D1A2D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661"/>
              <a:ext cx="72" cy="417"/>
            </a:xfrm>
            <a:custGeom>
              <a:avLst/>
              <a:gdLst>
                <a:gd name="T0" fmla="*/ 102 w 31"/>
                <a:gd name="T1" fmla="*/ 0 h 167"/>
                <a:gd name="T2" fmla="*/ 274 w 31"/>
                <a:gd name="T3" fmla="*/ 624 h 167"/>
                <a:gd name="T4" fmla="*/ 188 w 31"/>
                <a:gd name="T5" fmla="*/ 1104 h 167"/>
                <a:gd name="T6" fmla="*/ 351 w 31"/>
                <a:gd name="T7" fmla="*/ 1478 h 167"/>
                <a:gd name="T8" fmla="*/ 179 w 31"/>
                <a:gd name="T9" fmla="*/ 2162 h 167"/>
                <a:gd name="T10" fmla="*/ 139 w 31"/>
                <a:gd name="T11" fmla="*/ 2475 h 167"/>
                <a:gd name="T12" fmla="*/ 0 w 31"/>
                <a:gd name="T13" fmla="*/ 2599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67">
                  <a:moveTo>
                    <a:pt x="8" y="0"/>
                  </a:moveTo>
                  <a:cubicBezTo>
                    <a:pt x="9" y="15"/>
                    <a:pt x="26" y="23"/>
                    <a:pt x="22" y="40"/>
                  </a:cubicBezTo>
                  <a:cubicBezTo>
                    <a:pt x="20" y="50"/>
                    <a:pt x="12" y="60"/>
                    <a:pt x="15" y="71"/>
                  </a:cubicBezTo>
                  <a:cubicBezTo>
                    <a:pt x="17" y="80"/>
                    <a:pt x="26" y="85"/>
                    <a:pt x="28" y="95"/>
                  </a:cubicBezTo>
                  <a:cubicBezTo>
                    <a:pt x="31" y="112"/>
                    <a:pt x="11" y="122"/>
                    <a:pt x="14" y="139"/>
                  </a:cubicBezTo>
                  <a:cubicBezTo>
                    <a:pt x="16" y="148"/>
                    <a:pt x="18" y="151"/>
                    <a:pt x="11" y="159"/>
                  </a:cubicBezTo>
                  <a:cubicBezTo>
                    <a:pt x="8" y="162"/>
                    <a:pt x="4" y="166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9" name="Freeform 273">
              <a:extLst>
                <a:ext uri="{FF2B5EF4-FFF2-40B4-BE49-F238E27FC236}">
                  <a16:creationId xmlns:a16="http://schemas.microsoft.com/office/drawing/2014/main" id="{76D70589-D07D-477C-A319-BEE390443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840"/>
              <a:ext cx="16" cy="143"/>
            </a:xfrm>
            <a:custGeom>
              <a:avLst/>
              <a:gdLst>
                <a:gd name="T0" fmla="*/ 48 w 7"/>
                <a:gd name="T1" fmla="*/ 0 h 57"/>
                <a:gd name="T2" fmla="*/ 11 w 7"/>
                <a:gd name="T3" fmla="*/ 492 h 57"/>
                <a:gd name="T4" fmla="*/ 57 w 7"/>
                <a:gd name="T5" fmla="*/ 710 h 57"/>
                <a:gd name="T6" fmla="*/ 73 w 7"/>
                <a:gd name="T7" fmla="*/ 901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7">
                  <a:moveTo>
                    <a:pt x="4" y="0"/>
                  </a:moveTo>
                  <a:cubicBezTo>
                    <a:pt x="7" y="12"/>
                    <a:pt x="0" y="20"/>
                    <a:pt x="1" y="31"/>
                  </a:cubicBezTo>
                  <a:cubicBezTo>
                    <a:pt x="1" y="36"/>
                    <a:pt x="5" y="41"/>
                    <a:pt x="5" y="45"/>
                  </a:cubicBezTo>
                  <a:cubicBezTo>
                    <a:pt x="6" y="49"/>
                    <a:pt x="4" y="53"/>
                    <a:pt x="6" y="5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0" name="Freeform 274">
              <a:extLst>
                <a:ext uri="{FF2B5EF4-FFF2-40B4-BE49-F238E27FC236}">
                  <a16:creationId xmlns:a16="http://schemas.microsoft.com/office/drawing/2014/main" id="{C9C4CDCB-CBBB-4B42-BBC5-97BB0D51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743"/>
              <a:ext cx="23" cy="137"/>
            </a:xfrm>
            <a:custGeom>
              <a:avLst/>
              <a:gdLst>
                <a:gd name="T0" fmla="*/ 0 w 10"/>
                <a:gd name="T1" fmla="*/ 0 h 55"/>
                <a:gd name="T2" fmla="*/ 85 w 10"/>
                <a:gd name="T3" fmla="*/ 167 h 55"/>
                <a:gd name="T4" fmla="*/ 85 w 10"/>
                <a:gd name="T5" fmla="*/ 446 h 55"/>
                <a:gd name="T6" fmla="*/ 28 w 10"/>
                <a:gd name="T7" fmla="*/ 84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5">
                  <a:moveTo>
                    <a:pt x="0" y="0"/>
                  </a:moveTo>
                  <a:cubicBezTo>
                    <a:pt x="1" y="5"/>
                    <a:pt x="5" y="7"/>
                    <a:pt x="7" y="11"/>
                  </a:cubicBezTo>
                  <a:cubicBezTo>
                    <a:pt x="10" y="18"/>
                    <a:pt x="8" y="22"/>
                    <a:pt x="7" y="29"/>
                  </a:cubicBezTo>
                  <a:cubicBezTo>
                    <a:pt x="5" y="36"/>
                    <a:pt x="7" y="50"/>
                    <a:pt x="2" y="5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1" name="Freeform 275">
              <a:extLst>
                <a:ext uri="{FF2B5EF4-FFF2-40B4-BE49-F238E27FC236}">
                  <a16:creationId xmlns:a16="http://schemas.microsoft.com/office/drawing/2014/main" id="{6F0C8FC2-5304-40CC-8035-E326BC06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821"/>
              <a:ext cx="45" cy="327"/>
            </a:xfrm>
            <a:custGeom>
              <a:avLst/>
              <a:gdLst>
                <a:gd name="T0" fmla="*/ 0 w 19"/>
                <a:gd name="T1" fmla="*/ 0 h 131"/>
                <a:gd name="T2" fmla="*/ 185 w 19"/>
                <a:gd name="T3" fmla="*/ 574 h 131"/>
                <a:gd name="T4" fmla="*/ 107 w 19"/>
                <a:gd name="T5" fmla="*/ 1153 h 131"/>
                <a:gd name="T6" fmla="*/ 242 w 19"/>
                <a:gd name="T7" fmla="*/ 1415 h 131"/>
                <a:gd name="T8" fmla="*/ 185 w 19"/>
                <a:gd name="T9" fmla="*/ 1682 h 131"/>
                <a:gd name="T10" fmla="*/ 185 w 19"/>
                <a:gd name="T11" fmla="*/ 2037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1">
                  <a:moveTo>
                    <a:pt x="0" y="0"/>
                  </a:moveTo>
                  <a:cubicBezTo>
                    <a:pt x="7" y="12"/>
                    <a:pt x="18" y="23"/>
                    <a:pt x="14" y="37"/>
                  </a:cubicBezTo>
                  <a:cubicBezTo>
                    <a:pt x="11" y="49"/>
                    <a:pt x="2" y="63"/>
                    <a:pt x="8" y="74"/>
                  </a:cubicBezTo>
                  <a:cubicBezTo>
                    <a:pt x="12" y="81"/>
                    <a:pt x="18" y="83"/>
                    <a:pt x="18" y="91"/>
                  </a:cubicBezTo>
                  <a:cubicBezTo>
                    <a:pt x="19" y="98"/>
                    <a:pt x="16" y="102"/>
                    <a:pt x="14" y="108"/>
                  </a:cubicBezTo>
                  <a:cubicBezTo>
                    <a:pt x="12" y="114"/>
                    <a:pt x="10" y="126"/>
                    <a:pt x="14" y="1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2" name="Freeform 276">
              <a:extLst>
                <a:ext uri="{FF2B5EF4-FFF2-40B4-BE49-F238E27FC236}">
                  <a16:creationId xmlns:a16="http://schemas.microsoft.com/office/drawing/2014/main" id="{8B59CED0-9353-462A-AA9C-908C6D81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990"/>
              <a:ext cx="33" cy="173"/>
            </a:xfrm>
            <a:custGeom>
              <a:avLst/>
              <a:gdLst>
                <a:gd name="T0" fmla="*/ 118 w 14"/>
                <a:gd name="T1" fmla="*/ 0 h 69"/>
                <a:gd name="T2" fmla="*/ 40 w 14"/>
                <a:gd name="T3" fmla="*/ 333 h 69"/>
                <a:gd name="T4" fmla="*/ 78 w 14"/>
                <a:gd name="T5" fmla="*/ 710 h 69"/>
                <a:gd name="T6" fmla="*/ 184 w 14"/>
                <a:gd name="T7" fmla="*/ 1088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9">
                  <a:moveTo>
                    <a:pt x="9" y="0"/>
                  </a:moveTo>
                  <a:cubicBezTo>
                    <a:pt x="9" y="8"/>
                    <a:pt x="5" y="14"/>
                    <a:pt x="3" y="21"/>
                  </a:cubicBezTo>
                  <a:cubicBezTo>
                    <a:pt x="0" y="30"/>
                    <a:pt x="3" y="36"/>
                    <a:pt x="6" y="45"/>
                  </a:cubicBezTo>
                  <a:cubicBezTo>
                    <a:pt x="9" y="52"/>
                    <a:pt x="13" y="63"/>
                    <a:pt x="14" y="6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3" name="Freeform 277">
              <a:extLst>
                <a:ext uri="{FF2B5EF4-FFF2-40B4-BE49-F238E27FC236}">
                  <a16:creationId xmlns:a16="http://schemas.microsoft.com/office/drawing/2014/main" id="{0152117D-FA16-4077-AC92-282AB7416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608"/>
              <a:ext cx="96" cy="143"/>
            </a:xfrm>
            <a:custGeom>
              <a:avLst/>
              <a:gdLst>
                <a:gd name="T0" fmla="*/ 77 w 41"/>
                <a:gd name="T1" fmla="*/ 0 h 57"/>
                <a:gd name="T2" fmla="*/ 323 w 41"/>
                <a:gd name="T3" fmla="*/ 630 h 57"/>
                <a:gd name="T4" fmla="*/ 527 w 41"/>
                <a:gd name="T5" fmla="*/ 901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7">
                  <a:moveTo>
                    <a:pt x="6" y="0"/>
                  </a:moveTo>
                  <a:cubicBezTo>
                    <a:pt x="0" y="16"/>
                    <a:pt x="13" y="32"/>
                    <a:pt x="25" y="40"/>
                  </a:cubicBezTo>
                  <a:cubicBezTo>
                    <a:pt x="33" y="45"/>
                    <a:pt x="37" y="47"/>
                    <a:pt x="41" y="5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4" name="Freeform 278">
              <a:extLst>
                <a:ext uri="{FF2B5EF4-FFF2-40B4-BE49-F238E27FC236}">
                  <a16:creationId xmlns:a16="http://schemas.microsoft.com/office/drawing/2014/main" id="{3A2894F6-CB08-41B1-85D8-FB013C5E2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698"/>
              <a:ext cx="35" cy="140"/>
            </a:xfrm>
            <a:custGeom>
              <a:avLst/>
              <a:gdLst>
                <a:gd name="T0" fmla="*/ 12 w 15"/>
                <a:gd name="T1" fmla="*/ 0 h 56"/>
                <a:gd name="T2" fmla="*/ 12 w 15"/>
                <a:gd name="T3" fmla="*/ 283 h 56"/>
                <a:gd name="T4" fmla="*/ 103 w 15"/>
                <a:gd name="T5" fmla="*/ 550 h 56"/>
                <a:gd name="T6" fmla="*/ 191 w 15"/>
                <a:gd name="T7" fmla="*/ 87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6">
                  <a:moveTo>
                    <a:pt x="1" y="0"/>
                  </a:moveTo>
                  <a:cubicBezTo>
                    <a:pt x="2" y="7"/>
                    <a:pt x="0" y="12"/>
                    <a:pt x="1" y="18"/>
                  </a:cubicBezTo>
                  <a:cubicBezTo>
                    <a:pt x="1" y="25"/>
                    <a:pt x="5" y="30"/>
                    <a:pt x="8" y="35"/>
                  </a:cubicBezTo>
                  <a:cubicBezTo>
                    <a:pt x="12" y="42"/>
                    <a:pt x="13" y="50"/>
                    <a:pt x="15" y="5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5" name="Freeform 279">
              <a:extLst>
                <a:ext uri="{FF2B5EF4-FFF2-40B4-BE49-F238E27FC236}">
                  <a16:creationId xmlns:a16="http://schemas.microsoft.com/office/drawing/2014/main" id="{15FDF959-E4DE-4AE8-BA30-8560FB6D6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686"/>
              <a:ext cx="49" cy="152"/>
            </a:xfrm>
            <a:custGeom>
              <a:avLst/>
              <a:gdLst>
                <a:gd name="T0" fmla="*/ 12 w 21"/>
                <a:gd name="T1" fmla="*/ 0 h 61"/>
                <a:gd name="T2" fmla="*/ 37 w 21"/>
                <a:gd name="T3" fmla="*/ 262 h 61"/>
                <a:gd name="T4" fmla="*/ 12 w 21"/>
                <a:gd name="T5" fmla="*/ 528 h 61"/>
                <a:gd name="T6" fmla="*/ 266 w 21"/>
                <a:gd name="T7" fmla="*/ 944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61">
                  <a:moveTo>
                    <a:pt x="1" y="0"/>
                  </a:moveTo>
                  <a:cubicBezTo>
                    <a:pt x="1" y="6"/>
                    <a:pt x="4" y="11"/>
                    <a:pt x="3" y="17"/>
                  </a:cubicBezTo>
                  <a:cubicBezTo>
                    <a:pt x="3" y="23"/>
                    <a:pt x="0" y="28"/>
                    <a:pt x="1" y="34"/>
                  </a:cubicBezTo>
                  <a:cubicBezTo>
                    <a:pt x="3" y="42"/>
                    <a:pt x="15" y="54"/>
                    <a:pt x="21" y="6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6" name="Freeform 280">
              <a:extLst>
                <a:ext uri="{FF2B5EF4-FFF2-40B4-BE49-F238E27FC236}">
                  <a16:creationId xmlns:a16="http://schemas.microsoft.com/office/drawing/2014/main" id="{6A1B3F98-5271-4C9E-B78F-D82E1AFC6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838"/>
              <a:ext cx="37" cy="135"/>
            </a:xfrm>
            <a:custGeom>
              <a:avLst/>
              <a:gdLst>
                <a:gd name="T0" fmla="*/ 123 w 16"/>
                <a:gd name="T1" fmla="*/ 0 h 54"/>
                <a:gd name="T2" fmla="*/ 28 w 16"/>
                <a:gd name="T3" fmla="*/ 470 h 54"/>
                <a:gd name="T4" fmla="*/ 187 w 16"/>
                <a:gd name="T5" fmla="*/ 84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10" y="0"/>
                  </a:moveTo>
                  <a:cubicBezTo>
                    <a:pt x="5" y="6"/>
                    <a:pt x="0" y="22"/>
                    <a:pt x="2" y="30"/>
                  </a:cubicBezTo>
                  <a:cubicBezTo>
                    <a:pt x="3" y="34"/>
                    <a:pt x="16" y="53"/>
                    <a:pt x="15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7" name="Freeform 281">
              <a:extLst>
                <a:ext uri="{FF2B5EF4-FFF2-40B4-BE49-F238E27FC236}">
                  <a16:creationId xmlns:a16="http://schemas.microsoft.com/office/drawing/2014/main" id="{994D66F1-F421-4202-9D44-A17004F38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528"/>
              <a:ext cx="66" cy="78"/>
            </a:xfrm>
            <a:custGeom>
              <a:avLst/>
              <a:gdLst>
                <a:gd name="T0" fmla="*/ 0 w 28"/>
                <a:gd name="T1" fmla="*/ 0 h 31"/>
                <a:gd name="T2" fmla="*/ 134 w 28"/>
                <a:gd name="T3" fmla="*/ 380 h 31"/>
                <a:gd name="T4" fmla="*/ 368 w 28"/>
                <a:gd name="T5" fmla="*/ 47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1">
                  <a:moveTo>
                    <a:pt x="0" y="0"/>
                  </a:moveTo>
                  <a:cubicBezTo>
                    <a:pt x="2" y="7"/>
                    <a:pt x="4" y="20"/>
                    <a:pt x="10" y="24"/>
                  </a:cubicBezTo>
                  <a:cubicBezTo>
                    <a:pt x="13" y="27"/>
                    <a:pt x="24" y="31"/>
                    <a:pt x="28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8" name="Freeform 282">
              <a:extLst>
                <a:ext uri="{FF2B5EF4-FFF2-40B4-BE49-F238E27FC236}">
                  <a16:creationId xmlns:a16="http://schemas.microsoft.com/office/drawing/2014/main" id="{3F9F9D02-6F3A-430D-8407-EE2A2CE5B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411"/>
              <a:ext cx="93" cy="52"/>
            </a:xfrm>
            <a:custGeom>
              <a:avLst/>
              <a:gdLst>
                <a:gd name="T0" fmla="*/ 0 w 40"/>
                <a:gd name="T1" fmla="*/ 0 h 21"/>
                <a:gd name="T2" fmla="*/ 502 w 40"/>
                <a:gd name="T3" fmla="*/ 18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1">
                  <a:moveTo>
                    <a:pt x="0" y="0"/>
                  </a:moveTo>
                  <a:cubicBezTo>
                    <a:pt x="8" y="21"/>
                    <a:pt x="25" y="11"/>
                    <a:pt x="40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9" name="Freeform 283">
              <a:extLst>
                <a:ext uri="{FF2B5EF4-FFF2-40B4-BE49-F238E27FC236}">
                  <a16:creationId xmlns:a16="http://schemas.microsoft.com/office/drawing/2014/main" id="{23393FEC-1DE0-4A59-A9EB-AD9B48E0C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130"/>
              <a:ext cx="203" cy="257"/>
            </a:xfrm>
            <a:custGeom>
              <a:avLst/>
              <a:gdLst>
                <a:gd name="T0" fmla="*/ 0 w 87"/>
                <a:gd name="T1" fmla="*/ 1599 h 103"/>
                <a:gd name="T2" fmla="*/ 355 w 87"/>
                <a:gd name="T3" fmla="*/ 1195 h 103"/>
                <a:gd name="T4" fmla="*/ 812 w 87"/>
                <a:gd name="T5" fmla="*/ 759 h 103"/>
                <a:gd name="T6" fmla="*/ 964 w 87"/>
                <a:gd name="T7" fmla="*/ 217 h 103"/>
                <a:gd name="T8" fmla="*/ 1017 w 87"/>
                <a:gd name="T9" fmla="*/ 62 h 103"/>
                <a:gd name="T10" fmla="*/ 1106 w 87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03">
                  <a:moveTo>
                    <a:pt x="0" y="103"/>
                  </a:moveTo>
                  <a:cubicBezTo>
                    <a:pt x="14" y="102"/>
                    <a:pt x="25" y="91"/>
                    <a:pt x="28" y="77"/>
                  </a:cubicBezTo>
                  <a:cubicBezTo>
                    <a:pt x="32" y="56"/>
                    <a:pt x="50" y="60"/>
                    <a:pt x="64" y="49"/>
                  </a:cubicBezTo>
                  <a:cubicBezTo>
                    <a:pt x="72" y="43"/>
                    <a:pt x="73" y="24"/>
                    <a:pt x="76" y="14"/>
                  </a:cubicBezTo>
                  <a:cubicBezTo>
                    <a:pt x="77" y="11"/>
                    <a:pt x="78" y="6"/>
                    <a:pt x="80" y="4"/>
                  </a:cubicBezTo>
                  <a:cubicBezTo>
                    <a:pt x="82" y="2"/>
                    <a:pt x="85" y="3"/>
                    <a:pt x="8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0" name="Freeform 284">
              <a:extLst>
                <a:ext uri="{FF2B5EF4-FFF2-40B4-BE49-F238E27FC236}">
                  <a16:creationId xmlns:a16="http://schemas.microsoft.com/office/drawing/2014/main" id="{5968851D-81A9-48A8-BA6C-005A00A8B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055"/>
              <a:ext cx="44" cy="115"/>
            </a:xfrm>
            <a:custGeom>
              <a:avLst/>
              <a:gdLst>
                <a:gd name="T0" fmla="*/ 236 w 19"/>
                <a:gd name="T1" fmla="*/ 0 h 46"/>
                <a:gd name="T2" fmla="*/ 188 w 19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0" y="5"/>
                    <a:pt x="14" y="34"/>
                    <a:pt x="15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1" name="Freeform 285">
              <a:extLst>
                <a:ext uri="{FF2B5EF4-FFF2-40B4-BE49-F238E27FC236}">
                  <a16:creationId xmlns:a16="http://schemas.microsoft.com/office/drawing/2014/main" id="{7CAFCE91-6A89-4EED-BB92-37DE4DDD6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160"/>
              <a:ext cx="80" cy="113"/>
            </a:xfrm>
            <a:custGeom>
              <a:avLst/>
              <a:gdLst>
                <a:gd name="T0" fmla="*/ 442 w 34"/>
                <a:gd name="T1" fmla="*/ 0 h 45"/>
                <a:gd name="T2" fmla="*/ 132 w 34"/>
                <a:gd name="T3" fmla="*/ 397 h 45"/>
                <a:gd name="T4" fmla="*/ 0 w 34"/>
                <a:gd name="T5" fmla="*/ 71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5">
                  <a:moveTo>
                    <a:pt x="34" y="0"/>
                  </a:moveTo>
                  <a:cubicBezTo>
                    <a:pt x="23" y="2"/>
                    <a:pt x="12" y="15"/>
                    <a:pt x="10" y="25"/>
                  </a:cubicBezTo>
                  <a:cubicBezTo>
                    <a:pt x="8" y="31"/>
                    <a:pt x="7" y="44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2" name="Freeform 286">
              <a:extLst>
                <a:ext uri="{FF2B5EF4-FFF2-40B4-BE49-F238E27FC236}">
                  <a16:creationId xmlns:a16="http://schemas.microsoft.com/office/drawing/2014/main" id="{57A4B3BC-1C85-4F33-BCE7-C47E8FB95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263"/>
              <a:ext cx="92" cy="94"/>
            </a:xfrm>
            <a:custGeom>
              <a:avLst/>
              <a:gdLst>
                <a:gd name="T0" fmla="*/ 0 w 39"/>
                <a:gd name="T1" fmla="*/ 576 h 38"/>
                <a:gd name="T2" fmla="*/ 368 w 39"/>
                <a:gd name="T3" fmla="*/ 349 h 38"/>
                <a:gd name="T4" fmla="*/ 512 w 39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8">
                  <a:moveTo>
                    <a:pt x="0" y="38"/>
                  </a:moveTo>
                  <a:cubicBezTo>
                    <a:pt x="14" y="38"/>
                    <a:pt x="21" y="35"/>
                    <a:pt x="28" y="23"/>
                  </a:cubicBezTo>
                  <a:cubicBezTo>
                    <a:pt x="32" y="15"/>
                    <a:pt x="34" y="7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3" name="Freeform 287">
              <a:extLst>
                <a:ext uri="{FF2B5EF4-FFF2-40B4-BE49-F238E27FC236}">
                  <a16:creationId xmlns:a16="http://schemas.microsoft.com/office/drawing/2014/main" id="{EA002BFC-474C-4D84-9BCF-D122ACC30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290"/>
              <a:ext cx="75" cy="65"/>
            </a:xfrm>
            <a:custGeom>
              <a:avLst/>
              <a:gdLst>
                <a:gd name="T0" fmla="*/ 0 w 32"/>
                <a:gd name="T1" fmla="*/ 395 h 26"/>
                <a:gd name="T2" fmla="*/ 0 w 32"/>
                <a:gd name="T3" fmla="*/ 408 h 26"/>
                <a:gd name="T4" fmla="*/ 155 w 32"/>
                <a:gd name="T5" fmla="*/ 63 h 26"/>
                <a:gd name="T6" fmla="*/ 413 w 3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6">
                  <a:moveTo>
                    <a:pt x="0" y="25"/>
                  </a:moveTo>
                  <a:cubicBezTo>
                    <a:pt x="1" y="26"/>
                    <a:pt x="1" y="26"/>
                    <a:pt x="0" y="26"/>
                  </a:cubicBezTo>
                  <a:cubicBezTo>
                    <a:pt x="1" y="19"/>
                    <a:pt x="5" y="7"/>
                    <a:pt x="12" y="4"/>
                  </a:cubicBezTo>
                  <a:cubicBezTo>
                    <a:pt x="18" y="0"/>
                    <a:pt x="26" y="3"/>
                    <a:pt x="3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4" name="Freeform 288">
              <a:extLst>
                <a:ext uri="{FF2B5EF4-FFF2-40B4-BE49-F238E27FC236}">
                  <a16:creationId xmlns:a16="http://schemas.microsoft.com/office/drawing/2014/main" id="{20957818-B63C-45EC-9121-F76D5FE85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110"/>
              <a:ext cx="80" cy="123"/>
            </a:xfrm>
            <a:custGeom>
              <a:avLst/>
              <a:gdLst>
                <a:gd name="T0" fmla="*/ 0 w 34"/>
                <a:gd name="T1" fmla="*/ 776 h 49"/>
                <a:gd name="T2" fmla="*/ 433 w 34"/>
                <a:gd name="T3" fmla="*/ 505 h 49"/>
                <a:gd name="T4" fmla="*/ 405 w 34"/>
                <a:gd name="T5" fmla="*/ 208 h 49"/>
                <a:gd name="T6" fmla="*/ 376 w 34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9">
                  <a:moveTo>
                    <a:pt x="0" y="49"/>
                  </a:moveTo>
                  <a:cubicBezTo>
                    <a:pt x="10" y="43"/>
                    <a:pt x="30" y="46"/>
                    <a:pt x="33" y="32"/>
                  </a:cubicBezTo>
                  <a:cubicBezTo>
                    <a:pt x="34" y="25"/>
                    <a:pt x="33" y="19"/>
                    <a:pt x="31" y="13"/>
                  </a:cubicBezTo>
                  <a:cubicBezTo>
                    <a:pt x="30" y="9"/>
                    <a:pt x="27" y="5"/>
                    <a:pt x="2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5" name="Freeform 289">
              <a:extLst>
                <a:ext uri="{FF2B5EF4-FFF2-40B4-BE49-F238E27FC236}">
                  <a16:creationId xmlns:a16="http://schemas.microsoft.com/office/drawing/2014/main" id="{E0ABF0A0-5A6C-4F49-914A-1020D6D5A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423"/>
              <a:ext cx="126" cy="43"/>
            </a:xfrm>
            <a:custGeom>
              <a:avLst/>
              <a:gdLst>
                <a:gd name="T0" fmla="*/ 0 w 54"/>
                <a:gd name="T1" fmla="*/ 0 h 17"/>
                <a:gd name="T2" fmla="*/ 380 w 54"/>
                <a:gd name="T3" fmla="*/ 255 h 17"/>
                <a:gd name="T4" fmla="*/ 686 w 54"/>
                <a:gd name="T5" fmla="*/ 12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">
                  <a:moveTo>
                    <a:pt x="0" y="0"/>
                  </a:moveTo>
                  <a:cubicBezTo>
                    <a:pt x="7" y="10"/>
                    <a:pt x="18" y="16"/>
                    <a:pt x="30" y="16"/>
                  </a:cubicBezTo>
                  <a:cubicBezTo>
                    <a:pt x="41" y="17"/>
                    <a:pt x="46" y="13"/>
                    <a:pt x="54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6" name="Freeform 290">
              <a:extLst>
                <a:ext uri="{FF2B5EF4-FFF2-40B4-BE49-F238E27FC236}">
                  <a16:creationId xmlns:a16="http://schemas.microsoft.com/office/drawing/2014/main" id="{1F2BDAA4-C0DF-4F8D-9A51-F7858A4A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448"/>
              <a:ext cx="204" cy="115"/>
            </a:xfrm>
            <a:custGeom>
              <a:avLst/>
              <a:gdLst>
                <a:gd name="T0" fmla="*/ 0 w 87"/>
                <a:gd name="T1" fmla="*/ 0 h 46"/>
                <a:gd name="T2" fmla="*/ 347 w 87"/>
                <a:gd name="T3" fmla="*/ 313 h 46"/>
                <a:gd name="T4" fmla="*/ 797 w 87"/>
                <a:gd name="T5" fmla="*/ 438 h 46"/>
                <a:gd name="T6" fmla="*/ 1121 w 87"/>
                <a:gd name="T7" fmla="*/ 72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46">
                  <a:moveTo>
                    <a:pt x="0" y="0"/>
                  </a:moveTo>
                  <a:cubicBezTo>
                    <a:pt x="9" y="8"/>
                    <a:pt x="14" y="17"/>
                    <a:pt x="27" y="20"/>
                  </a:cubicBezTo>
                  <a:cubicBezTo>
                    <a:pt x="38" y="22"/>
                    <a:pt x="52" y="22"/>
                    <a:pt x="62" y="28"/>
                  </a:cubicBezTo>
                  <a:cubicBezTo>
                    <a:pt x="71" y="33"/>
                    <a:pt x="78" y="42"/>
                    <a:pt x="87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7" name="Freeform 291">
              <a:extLst>
                <a:ext uri="{FF2B5EF4-FFF2-40B4-BE49-F238E27FC236}">
                  <a16:creationId xmlns:a16="http://schemas.microsoft.com/office/drawing/2014/main" id="{20469ACF-A309-41D9-B6E1-AD5CE239F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513"/>
              <a:ext cx="155" cy="105"/>
            </a:xfrm>
            <a:custGeom>
              <a:avLst/>
              <a:gdLst>
                <a:gd name="T0" fmla="*/ 0 w 66"/>
                <a:gd name="T1" fmla="*/ 0 h 42"/>
                <a:gd name="T2" fmla="*/ 385 w 66"/>
                <a:gd name="T3" fmla="*/ 500 h 42"/>
                <a:gd name="T4" fmla="*/ 646 w 66"/>
                <a:gd name="T5" fmla="*/ 595 h 42"/>
                <a:gd name="T6" fmla="*/ 855 w 66"/>
                <a:gd name="T7" fmla="*/ 65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2">
                  <a:moveTo>
                    <a:pt x="0" y="0"/>
                  </a:moveTo>
                  <a:cubicBezTo>
                    <a:pt x="7" y="17"/>
                    <a:pt x="14" y="23"/>
                    <a:pt x="30" y="32"/>
                  </a:cubicBezTo>
                  <a:cubicBezTo>
                    <a:pt x="37" y="36"/>
                    <a:pt x="43" y="38"/>
                    <a:pt x="50" y="38"/>
                  </a:cubicBezTo>
                  <a:cubicBezTo>
                    <a:pt x="57" y="39"/>
                    <a:pt x="61" y="38"/>
                    <a:pt x="66" y="4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8" name="Freeform 292">
              <a:extLst>
                <a:ext uri="{FF2B5EF4-FFF2-40B4-BE49-F238E27FC236}">
                  <a16:creationId xmlns:a16="http://schemas.microsoft.com/office/drawing/2014/main" id="{44B25E93-473A-45C1-AADE-1E6A9C70A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608"/>
              <a:ext cx="74" cy="110"/>
            </a:xfrm>
            <a:custGeom>
              <a:avLst/>
              <a:gdLst>
                <a:gd name="T0" fmla="*/ 0 w 32"/>
                <a:gd name="T1" fmla="*/ 0 h 44"/>
                <a:gd name="T2" fmla="*/ 160 w 32"/>
                <a:gd name="T3" fmla="*/ 488 h 44"/>
                <a:gd name="T4" fmla="*/ 395 w 32"/>
                <a:gd name="T5" fmla="*/ 68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0"/>
                  </a:moveTo>
                  <a:cubicBezTo>
                    <a:pt x="3" y="11"/>
                    <a:pt x="3" y="23"/>
                    <a:pt x="13" y="31"/>
                  </a:cubicBezTo>
                  <a:cubicBezTo>
                    <a:pt x="19" y="36"/>
                    <a:pt x="28" y="35"/>
                    <a:pt x="32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9" name="Freeform 293">
              <a:extLst>
                <a:ext uri="{FF2B5EF4-FFF2-40B4-BE49-F238E27FC236}">
                  <a16:creationId xmlns:a16="http://schemas.microsoft.com/office/drawing/2014/main" id="{A55A5337-7402-46DA-B329-524C23B39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436"/>
              <a:ext cx="148" cy="162"/>
            </a:xfrm>
            <a:custGeom>
              <a:avLst/>
              <a:gdLst>
                <a:gd name="T0" fmla="*/ 0 w 63"/>
                <a:gd name="T1" fmla="*/ 1007 h 65"/>
                <a:gd name="T2" fmla="*/ 38 w 63"/>
                <a:gd name="T3" fmla="*/ 633 h 65"/>
                <a:gd name="T4" fmla="*/ 221 w 63"/>
                <a:gd name="T5" fmla="*/ 404 h 65"/>
                <a:gd name="T6" fmla="*/ 557 w 63"/>
                <a:gd name="T7" fmla="*/ 279 h 65"/>
                <a:gd name="T8" fmla="*/ 818 w 63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5">
                  <a:moveTo>
                    <a:pt x="0" y="65"/>
                  </a:moveTo>
                  <a:cubicBezTo>
                    <a:pt x="3" y="62"/>
                    <a:pt x="1" y="47"/>
                    <a:pt x="3" y="41"/>
                  </a:cubicBezTo>
                  <a:cubicBezTo>
                    <a:pt x="6" y="37"/>
                    <a:pt x="12" y="28"/>
                    <a:pt x="17" y="26"/>
                  </a:cubicBezTo>
                  <a:cubicBezTo>
                    <a:pt x="26" y="22"/>
                    <a:pt x="35" y="24"/>
                    <a:pt x="43" y="18"/>
                  </a:cubicBezTo>
                  <a:cubicBezTo>
                    <a:pt x="49" y="14"/>
                    <a:pt x="60" y="7"/>
                    <a:pt x="6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0" name="Freeform 294">
              <a:extLst>
                <a:ext uri="{FF2B5EF4-FFF2-40B4-BE49-F238E27FC236}">
                  <a16:creationId xmlns:a16="http://schemas.microsoft.com/office/drawing/2014/main" id="{086778B4-BCA5-4BF0-A340-7A2577745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428"/>
              <a:ext cx="146" cy="53"/>
            </a:xfrm>
            <a:custGeom>
              <a:avLst/>
              <a:gdLst>
                <a:gd name="T0" fmla="*/ 0 w 62"/>
                <a:gd name="T1" fmla="*/ 242 h 21"/>
                <a:gd name="T2" fmla="*/ 454 w 62"/>
                <a:gd name="T3" fmla="*/ 288 h 21"/>
                <a:gd name="T4" fmla="*/ 810 w 6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1">
                  <a:moveTo>
                    <a:pt x="0" y="15"/>
                  </a:moveTo>
                  <a:cubicBezTo>
                    <a:pt x="13" y="18"/>
                    <a:pt x="22" y="21"/>
                    <a:pt x="35" y="18"/>
                  </a:cubicBezTo>
                  <a:cubicBezTo>
                    <a:pt x="45" y="15"/>
                    <a:pt x="57" y="9"/>
                    <a:pt x="6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1" name="Freeform 295">
              <a:extLst>
                <a:ext uri="{FF2B5EF4-FFF2-40B4-BE49-F238E27FC236}">
                  <a16:creationId xmlns:a16="http://schemas.microsoft.com/office/drawing/2014/main" id="{D3878193-FF10-4F1E-8637-E42DAAF3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651"/>
              <a:ext cx="70" cy="130"/>
            </a:xfrm>
            <a:custGeom>
              <a:avLst/>
              <a:gdLst>
                <a:gd name="T0" fmla="*/ 0 w 30"/>
                <a:gd name="T1" fmla="*/ 813 h 52"/>
                <a:gd name="T2" fmla="*/ 380 w 30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2">
                  <a:moveTo>
                    <a:pt x="0" y="52"/>
                  </a:moveTo>
                  <a:cubicBezTo>
                    <a:pt x="0" y="32"/>
                    <a:pt x="4" y="1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2" name="Freeform 296">
              <a:extLst>
                <a:ext uri="{FF2B5EF4-FFF2-40B4-BE49-F238E27FC236}">
                  <a16:creationId xmlns:a16="http://schemas.microsoft.com/office/drawing/2014/main" id="{5959AA67-F0E9-496D-9323-C8FF9834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053"/>
              <a:ext cx="28" cy="122"/>
            </a:xfrm>
            <a:custGeom>
              <a:avLst/>
              <a:gdLst>
                <a:gd name="T0" fmla="*/ 0 w 12"/>
                <a:gd name="T1" fmla="*/ 0 h 49"/>
                <a:gd name="T2" fmla="*/ 142 w 12"/>
                <a:gd name="T3" fmla="*/ 403 h 49"/>
                <a:gd name="T4" fmla="*/ 142 w 12"/>
                <a:gd name="T5" fmla="*/ 757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9">
                  <a:moveTo>
                    <a:pt x="0" y="0"/>
                  </a:moveTo>
                  <a:cubicBezTo>
                    <a:pt x="5" y="8"/>
                    <a:pt x="10" y="16"/>
                    <a:pt x="11" y="26"/>
                  </a:cubicBezTo>
                  <a:cubicBezTo>
                    <a:pt x="12" y="34"/>
                    <a:pt x="10" y="41"/>
                    <a:pt x="11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3" name="Oval 297">
              <a:extLst>
                <a:ext uri="{FF2B5EF4-FFF2-40B4-BE49-F238E27FC236}">
                  <a16:creationId xmlns:a16="http://schemas.microsoft.com/office/drawing/2014/main" id="{A8C7A41E-D0A8-4FE3-A252-82DD93132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1344"/>
              <a:ext cx="1126" cy="1201"/>
            </a:xfrm>
            <a:prstGeom prst="ellips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04" name="Freeform 298">
              <a:extLst>
                <a:ext uri="{FF2B5EF4-FFF2-40B4-BE49-F238E27FC236}">
                  <a16:creationId xmlns:a16="http://schemas.microsoft.com/office/drawing/2014/main" id="{7811EC36-1287-43B4-A70F-A9AFBA455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43"/>
              <a:ext cx="28" cy="30"/>
            </a:xfrm>
            <a:custGeom>
              <a:avLst/>
              <a:gdLst>
                <a:gd name="T0" fmla="*/ 0 w 12"/>
                <a:gd name="T1" fmla="*/ 0 h 12"/>
                <a:gd name="T2" fmla="*/ 114 w 12"/>
                <a:gd name="T3" fmla="*/ 125 h 12"/>
                <a:gd name="T4" fmla="*/ 152 w 12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2"/>
                    <a:pt x="6" y="5"/>
                    <a:pt x="9" y="8"/>
                  </a:cubicBezTo>
                  <a:cubicBezTo>
                    <a:pt x="10" y="9"/>
                    <a:pt x="11" y="10"/>
                    <a:pt x="12" y="1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5" name="Freeform 299">
              <a:extLst>
                <a:ext uri="{FF2B5EF4-FFF2-40B4-BE49-F238E27FC236}">
                  <a16:creationId xmlns:a16="http://schemas.microsoft.com/office/drawing/2014/main" id="{5BE5A2DE-517D-42BF-A1B2-8B773C9FE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563"/>
              <a:ext cx="14" cy="3"/>
            </a:xfrm>
            <a:custGeom>
              <a:avLst/>
              <a:gdLst>
                <a:gd name="T0" fmla="*/ 0 w 6"/>
                <a:gd name="T1" fmla="*/ 0 h 1"/>
                <a:gd name="T2" fmla="*/ 7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1"/>
                    <a:pt x="5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6" name="Freeform 300">
              <a:extLst>
                <a:ext uri="{FF2B5EF4-FFF2-40B4-BE49-F238E27FC236}">
                  <a16:creationId xmlns:a16="http://schemas.microsoft.com/office/drawing/2014/main" id="{3371D314-983C-476B-A975-B45482786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863"/>
              <a:ext cx="37" cy="10"/>
            </a:xfrm>
            <a:custGeom>
              <a:avLst/>
              <a:gdLst>
                <a:gd name="T0" fmla="*/ 0 w 16"/>
                <a:gd name="T1" fmla="*/ 0 h 4"/>
                <a:gd name="T2" fmla="*/ 199 w 1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4"/>
                    <a:pt x="11" y="4"/>
                    <a:pt x="16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7" name="Freeform 301">
              <a:extLst>
                <a:ext uri="{FF2B5EF4-FFF2-40B4-BE49-F238E27FC236}">
                  <a16:creationId xmlns:a16="http://schemas.microsoft.com/office/drawing/2014/main" id="{138CBD4E-1B3D-4D5B-9E4A-035131DC8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873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8" name="Freeform 302">
              <a:extLst>
                <a:ext uri="{FF2B5EF4-FFF2-40B4-BE49-F238E27FC236}">
                  <a16:creationId xmlns:a16="http://schemas.microsoft.com/office/drawing/2014/main" id="{DF61F5E7-24F9-495F-93EB-1EB3976BC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190"/>
              <a:ext cx="35" cy="18"/>
            </a:xfrm>
            <a:custGeom>
              <a:avLst/>
              <a:gdLst>
                <a:gd name="T0" fmla="*/ 0 w 15"/>
                <a:gd name="T1" fmla="*/ 100 h 7"/>
                <a:gd name="T2" fmla="*/ 103 w 15"/>
                <a:gd name="T3" fmla="*/ 54 h 7"/>
                <a:gd name="T4" fmla="*/ 191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cubicBezTo>
                    <a:pt x="2" y="7"/>
                    <a:pt x="6" y="4"/>
                    <a:pt x="8" y="3"/>
                  </a:cubicBezTo>
                  <a:cubicBezTo>
                    <a:pt x="10" y="2"/>
                    <a:pt x="13" y="2"/>
                    <a:pt x="1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9" name="Freeform 303">
              <a:extLst>
                <a:ext uri="{FF2B5EF4-FFF2-40B4-BE49-F238E27FC236}">
                  <a16:creationId xmlns:a16="http://schemas.microsoft.com/office/drawing/2014/main" id="{07BBEC12-EEED-41AD-A223-6D946AEF3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195"/>
              <a:ext cx="11" cy="5"/>
            </a:xfrm>
            <a:custGeom>
              <a:avLst/>
              <a:gdLst>
                <a:gd name="T0" fmla="*/ 0 w 5"/>
                <a:gd name="T1" fmla="*/ 0 h 2"/>
                <a:gd name="T2" fmla="*/ 53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3" y="0"/>
                    <a:pt x="5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0" name="Freeform 304">
              <a:extLst>
                <a:ext uri="{FF2B5EF4-FFF2-40B4-BE49-F238E27FC236}">
                  <a16:creationId xmlns:a16="http://schemas.microsoft.com/office/drawing/2014/main" id="{F14897A5-3D42-4997-BDCB-690869F0E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412"/>
              <a:ext cx="23" cy="33"/>
            </a:xfrm>
            <a:custGeom>
              <a:avLst/>
              <a:gdLst>
                <a:gd name="T0" fmla="*/ 0 w 10"/>
                <a:gd name="T1" fmla="*/ 213 h 13"/>
                <a:gd name="T2" fmla="*/ 122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5" y="11"/>
                    <a:pt x="6" y="4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1" name="Freeform 305">
              <a:extLst>
                <a:ext uri="{FF2B5EF4-FFF2-40B4-BE49-F238E27FC236}">
                  <a16:creationId xmlns:a16="http://schemas.microsoft.com/office/drawing/2014/main" id="{5DEEDFC4-17AD-4E6E-9017-774FD3FE1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420"/>
              <a:ext cx="17" cy="5"/>
            </a:xfrm>
            <a:custGeom>
              <a:avLst/>
              <a:gdLst>
                <a:gd name="T0" fmla="*/ 0 w 7"/>
                <a:gd name="T1" fmla="*/ 33 h 2"/>
                <a:gd name="T2" fmla="*/ 100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4" y="0"/>
                    <a:pt x="7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2" name="Freeform 306">
              <a:extLst>
                <a:ext uri="{FF2B5EF4-FFF2-40B4-BE49-F238E27FC236}">
                  <a16:creationId xmlns:a16="http://schemas.microsoft.com/office/drawing/2014/main" id="{10C0E00C-0481-42F8-9B67-F3C7719C2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520"/>
              <a:ext cx="16" cy="40"/>
            </a:xfrm>
            <a:custGeom>
              <a:avLst/>
              <a:gdLst>
                <a:gd name="T0" fmla="*/ 85 w 7"/>
                <a:gd name="T1" fmla="*/ 0 h 16"/>
                <a:gd name="T2" fmla="*/ 0 w 7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6" y="5"/>
                    <a:pt x="4" y="11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3" name="Freeform 307">
              <a:extLst>
                <a:ext uri="{FF2B5EF4-FFF2-40B4-BE49-F238E27FC236}">
                  <a16:creationId xmlns:a16="http://schemas.microsoft.com/office/drawing/2014/main" id="{EC9FEC35-6DC0-4A2E-BAF6-FC13A82F6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552"/>
              <a:ext cx="5" cy="10"/>
            </a:xfrm>
            <a:custGeom>
              <a:avLst/>
              <a:gdLst>
                <a:gd name="T0" fmla="*/ 2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3"/>
                    <a:pt x="2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4" name="Freeform 308">
              <a:extLst>
                <a:ext uri="{FF2B5EF4-FFF2-40B4-BE49-F238E27FC236}">
                  <a16:creationId xmlns:a16="http://schemas.microsoft.com/office/drawing/2014/main" id="{CD380107-8D3E-4928-B95B-B6E0A976B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535"/>
              <a:ext cx="17" cy="37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5"/>
                    <a:pt x="3" y="10"/>
                    <a:pt x="7" y="1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5" name="Freeform 309">
              <a:extLst>
                <a:ext uri="{FF2B5EF4-FFF2-40B4-BE49-F238E27FC236}">
                  <a16:creationId xmlns:a16="http://schemas.microsoft.com/office/drawing/2014/main" id="{ED32BB9E-2C2E-4267-AB9B-8D50AC26C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562"/>
              <a:ext cx="5" cy="15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6" name="Freeform 310">
              <a:extLst>
                <a:ext uri="{FF2B5EF4-FFF2-40B4-BE49-F238E27FC236}">
                  <a16:creationId xmlns:a16="http://schemas.microsoft.com/office/drawing/2014/main" id="{A68647E9-520C-452D-9AE2-1C8296225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392"/>
              <a:ext cx="25" cy="33"/>
            </a:xfrm>
            <a:custGeom>
              <a:avLst/>
              <a:gdLst>
                <a:gd name="T0" fmla="*/ 0 w 11"/>
                <a:gd name="T1" fmla="*/ 0 h 13"/>
                <a:gd name="T2" fmla="*/ 130 w 11"/>
                <a:gd name="T3" fmla="*/ 2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2" y="5"/>
                    <a:pt x="7" y="9"/>
                    <a:pt x="11" y="1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7" name="Freeform 311">
              <a:extLst>
                <a:ext uri="{FF2B5EF4-FFF2-40B4-BE49-F238E27FC236}">
                  <a16:creationId xmlns:a16="http://schemas.microsoft.com/office/drawing/2014/main" id="{419D33E7-BB65-4E5E-AAC6-210600605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400"/>
              <a:ext cx="14" cy="2"/>
            </a:xfrm>
            <a:custGeom>
              <a:avLst/>
              <a:gdLst>
                <a:gd name="T0" fmla="*/ 0 w 6"/>
                <a:gd name="T1" fmla="*/ 8 h 1"/>
                <a:gd name="T2" fmla="*/ 77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8" name="Freeform 312">
              <a:extLst>
                <a:ext uri="{FF2B5EF4-FFF2-40B4-BE49-F238E27FC236}">
                  <a16:creationId xmlns:a16="http://schemas.microsoft.com/office/drawing/2014/main" id="{1DD32C05-76AA-4957-BA0D-66AD0C46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168"/>
              <a:ext cx="38" cy="15"/>
            </a:xfrm>
            <a:custGeom>
              <a:avLst/>
              <a:gdLst>
                <a:gd name="T0" fmla="*/ 0 w 16"/>
                <a:gd name="T1" fmla="*/ 0 h 6"/>
                <a:gd name="T2" fmla="*/ 214 w 1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3" y="4"/>
                    <a:pt x="11" y="5"/>
                    <a:pt x="16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9" name="Freeform 313">
              <a:extLst>
                <a:ext uri="{FF2B5EF4-FFF2-40B4-BE49-F238E27FC236}">
                  <a16:creationId xmlns:a16="http://schemas.microsoft.com/office/drawing/2014/main" id="{758CFB53-A22C-4A11-9C0F-7BD06602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180"/>
              <a:ext cx="7" cy="13"/>
            </a:xfrm>
            <a:custGeom>
              <a:avLst/>
              <a:gdLst>
                <a:gd name="T0" fmla="*/ 0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3" y="3"/>
                    <a:pt x="3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0" name="Freeform 314">
              <a:extLst>
                <a:ext uri="{FF2B5EF4-FFF2-40B4-BE49-F238E27FC236}">
                  <a16:creationId xmlns:a16="http://schemas.microsoft.com/office/drawing/2014/main" id="{FAAA6C9B-FD3E-4AD8-9FE6-C6C58AA1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870"/>
              <a:ext cx="37" cy="5"/>
            </a:xfrm>
            <a:custGeom>
              <a:avLst/>
              <a:gdLst>
                <a:gd name="T0" fmla="*/ 0 w 16"/>
                <a:gd name="T1" fmla="*/ 33 h 2"/>
                <a:gd name="T2" fmla="*/ 199 w 1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2"/>
                  </a:moveTo>
                  <a:cubicBezTo>
                    <a:pt x="5" y="2"/>
                    <a:pt x="10" y="1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1" name="Freeform 315">
              <a:extLst>
                <a:ext uri="{FF2B5EF4-FFF2-40B4-BE49-F238E27FC236}">
                  <a16:creationId xmlns:a16="http://schemas.microsoft.com/office/drawing/2014/main" id="{0DCD9F9F-19C8-48D2-B1E1-66FDB0A1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873"/>
              <a:ext cx="11" cy="5"/>
            </a:xfrm>
            <a:custGeom>
              <a:avLst/>
              <a:gdLst>
                <a:gd name="T0" fmla="*/ 0 w 5"/>
                <a:gd name="T1" fmla="*/ 0 h 2"/>
                <a:gd name="T2" fmla="*/ 53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3" y="1"/>
                    <a:pt x="5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2" name="Freeform 316">
              <a:extLst>
                <a:ext uri="{FF2B5EF4-FFF2-40B4-BE49-F238E27FC236}">
                  <a16:creationId xmlns:a16="http://schemas.microsoft.com/office/drawing/2014/main" id="{7F08C7DE-C4D0-43A6-AFB2-50D9C2A75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546"/>
              <a:ext cx="28" cy="27"/>
            </a:xfrm>
            <a:custGeom>
              <a:avLst/>
              <a:gdLst>
                <a:gd name="T0" fmla="*/ 0 w 12"/>
                <a:gd name="T1" fmla="*/ 162 h 11"/>
                <a:gd name="T2" fmla="*/ 152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4" y="8"/>
                    <a:pt x="9" y="5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3" name="Freeform 317">
              <a:extLst>
                <a:ext uri="{FF2B5EF4-FFF2-40B4-BE49-F238E27FC236}">
                  <a16:creationId xmlns:a16="http://schemas.microsoft.com/office/drawing/2014/main" id="{AE89DDCD-BB9B-4009-9AD6-2A7554E09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566"/>
              <a:ext cx="7" cy="17"/>
            </a:xfrm>
            <a:custGeom>
              <a:avLst/>
              <a:gdLst>
                <a:gd name="T0" fmla="*/ 37 w 3"/>
                <a:gd name="T1" fmla="*/ 0 h 7"/>
                <a:gd name="T2" fmla="*/ 28 w 3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2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4" name="Freeform 318">
              <a:extLst>
                <a:ext uri="{FF2B5EF4-FFF2-40B4-BE49-F238E27FC236}">
                  <a16:creationId xmlns:a16="http://schemas.microsoft.com/office/drawing/2014/main" id="{59F3C4FD-2895-4EBC-9E54-EB20DA5D7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1344"/>
              <a:ext cx="17" cy="37"/>
            </a:xfrm>
            <a:custGeom>
              <a:avLst/>
              <a:gdLst>
                <a:gd name="T0" fmla="*/ 0 w 7"/>
                <a:gd name="T1" fmla="*/ 224 h 15"/>
                <a:gd name="T2" fmla="*/ 100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4" y="13"/>
                    <a:pt x="7" y="5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5" name="Freeform 319">
              <a:extLst>
                <a:ext uri="{FF2B5EF4-FFF2-40B4-BE49-F238E27FC236}">
                  <a16:creationId xmlns:a16="http://schemas.microsoft.com/office/drawing/2014/main" id="{ECE4D9C6-B4E4-4489-956D-09DC51E37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346"/>
              <a:ext cx="11" cy="10"/>
            </a:xfrm>
            <a:custGeom>
              <a:avLst/>
              <a:gdLst>
                <a:gd name="T0" fmla="*/ 0 w 5"/>
                <a:gd name="T1" fmla="*/ 63 h 4"/>
                <a:gd name="T2" fmla="*/ 53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1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6" name="Freeform 320">
              <a:extLst>
                <a:ext uri="{FF2B5EF4-FFF2-40B4-BE49-F238E27FC236}">
                  <a16:creationId xmlns:a16="http://schemas.microsoft.com/office/drawing/2014/main" id="{1AEA06A2-A6F0-44D6-ADEB-F6A7A2E23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314"/>
              <a:ext cx="9" cy="40"/>
            </a:xfrm>
            <a:custGeom>
              <a:avLst/>
              <a:gdLst>
                <a:gd name="T0" fmla="*/ 11 w 4"/>
                <a:gd name="T1" fmla="*/ 0 h 16"/>
                <a:gd name="T2" fmla="*/ 36 w 4"/>
                <a:gd name="T3" fmla="*/ 158 h 16"/>
                <a:gd name="T4" fmla="*/ 45 w 4"/>
                <a:gd name="T5" fmla="*/ 2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1" y="0"/>
                  </a:moveTo>
                  <a:cubicBezTo>
                    <a:pt x="0" y="3"/>
                    <a:pt x="3" y="7"/>
                    <a:pt x="3" y="10"/>
                  </a:cubicBezTo>
                  <a:cubicBezTo>
                    <a:pt x="3" y="12"/>
                    <a:pt x="4" y="14"/>
                    <a:pt x="4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7" name="Freeform 321">
              <a:extLst>
                <a:ext uri="{FF2B5EF4-FFF2-40B4-BE49-F238E27FC236}">
                  <a16:creationId xmlns:a16="http://schemas.microsoft.com/office/drawing/2014/main" id="{648CDB03-D6A0-4804-A0B0-824736AD0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344"/>
              <a:ext cx="10" cy="10"/>
            </a:xfrm>
            <a:custGeom>
              <a:avLst/>
              <a:gdLst>
                <a:gd name="T0" fmla="*/ 0 w 4"/>
                <a:gd name="T1" fmla="*/ 0 h 4"/>
                <a:gd name="T2" fmla="*/ 63 w 4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2" y="3"/>
                    <a:pt x="4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8" name="Oval 322">
              <a:extLst>
                <a:ext uri="{FF2B5EF4-FFF2-40B4-BE49-F238E27FC236}">
                  <a16:creationId xmlns:a16="http://schemas.microsoft.com/office/drawing/2014/main" id="{51FC4009-61C4-4094-A60A-3E6260A1E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1301"/>
              <a:ext cx="1208" cy="1289"/>
            </a:xfrm>
            <a:prstGeom prst="ellipse">
              <a:avLst/>
            </a:prstGeom>
            <a:noFill/>
            <a:ln w="11113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29" name="Freeform 323">
              <a:extLst>
                <a:ext uri="{FF2B5EF4-FFF2-40B4-BE49-F238E27FC236}">
                  <a16:creationId xmlns:a16="http://schemas.microsoft.com/office/drawing/2014/main" id="{C8D75140-11EE-41E1-9F9D-011C66B6E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463"/>
              <a:ext cx="904" cy="962"/>
            </a:xfrm>
            <a:custGeom>
              <a:avLst/>
              <a:gdLst>
                <a:gd name="T0" fmla="*/ 0 w 386"/>
                <a:gd name="T1" fmla="*/ 3008 h 385"/>
                <a:gd name="T2" fmla="*/ 180 w 386"/>
                <a:gd name="T3" fmla="*/ 2509 h 385"/>
                <a:gd name="T4" fmla="*/ 155 w 386"/>
                <a:gd name="T5" fmla="*/ 1949 h 385"/>
                <a:gd name="T6" fmla="*/ 461 w 386"/>
                <a:gd name="T7" fmla="*/ 1574 h 385"/>
                <a:gd name="T8" fmla="*/ 593 w 386"/>
                <a:gd name="T9" fmla="*/ 1042 h 385"/>
                <a:gd name="T10" fmla="*/ 1005 w 386"/>
                <a:gd name="T11" fmla="*/ 812 h 385"/>
                <a:gd name="T12" fmla="*/ 1262 w 386"/>
                <a:gd name="T13" fmla="*/ 375 h 385"/>
                <a:gd name="T14" fmla="*/ 1696 w 386"/>
                <a:gd name="T15" fmla="*/ 325 h 385"/>
                <a:gd name="T16" fmla="*/ 2068 w 386"/>
                <a:gd name="T17" fmla="*/ 30 h 385"/>
                <a:gd name="T18" fmla="*/ 2480 w 386"/>
                <a:gd name="T19" fmla="*/ 167 h 385"/>
                <a:gd name="T20" fmla="*/ 2918 w 386"/>
                <a:gd name="T21" fmla="*/ 30 h 385"/>
                <a:gd name="T22" fmla="*/ 3290 w 386"/>
                <a:gd name="T23" fmla="*/ 342 h 385"/>
                <a:gd name="T24" fmla="*/ 3740 w 386"/>
                <a:gd name="T25" fmla="*/ 405 h 385"/>
                <a:gd name="T26" fmla="*/ 3993 w 386"/>
                <a:gd name="T27" fmla="*/ 842 h 385"/>
                <a:gd name="T28" fmla="*/ 4405 w 386"/>
                <a:gd name="T29" fmla="*/ 1092 h 385"/>
                <a:gd name="T30" fmla="*/ 4520 w 386"/>
                <a:gd name="T31" fmla="*/ 1604 h 385"/>
                <a:gd name="T32" fmla="*/ 4815 w 386"/>
                <a:gd name="T33" fmla="*/ 1999 h 385"/>
                <a:gd name="T34" fmla="*/ 4794 w 386"/>
                <a:gd name="T35" fmla="*/ 2529 h 385"/>
                <a:gd name="T36" fmla="*/ 4958 w 386"/>
                <a:gd name="T37" fmla="*/ 3008 h 385"/>
                <a:gd name="T38" fmla="*/ 4778 w 386"/>
                <a:gd name="T39" fmla="*/ 3508 h 385"/>
                <a:gd name="T40" fmla="*/ 4815 w 386"/>
                <a:gd name="T41" fmla="*/ 4058 h 385"/>
                <a:gd name="T42" fmla="*/ 4497 w 386"/>
                <a:gd name="T43" fmla="*/ 4433 h 385"/>
                <a:gd name="T44" fmla="*/ 4365 w 386"/>
                <a:gd name="T45" fmla="*/ 4962 h 385"/>
                <a:gd name="T46" fmla="*/ 3956 w 386"/>
                <a:gd name="T47" fmla="*/ 5195 h 385"/>
                <a:gd name="T48" fmla="*/ 3696 w 386"/>
                <a:gd name="T49" fmla="*/ 5632 h 385"/>
                <a:gd name="T50" fmla="*/ 3262 w 386"/>
                <a:gd name="T51" fmla="*/ 5682 h 385"/>
                <a:gd name="T52" fmla="*/ 2890 w 386"/>
                <a:gd name="T53" fmla="*/ 5974 h 385"/>
                <a:gd name="T54" fmla="*/ 2480 w 386"/>
                <a:gd name="T55" fmla="*/ 5849 h 385"/>
                <a:gd name="T56" fmla="*/ 2040 w 386"/>
                <a:gd name="T57" fmla="*/ 5974 h 385"/>
                <a:gd name="T58" fmla="*/ 1667 w 386"/>
                <a:gd name="T59" fmla="*/ 5662 h 385"/>
                <a:gd name="T60" fmla="*/ 1234 w 386"/>
                <a:gd name="T61" fmla="*/ 5600 h 385"/>
                <a:gd name="T62" fmla="*/ 965 w 386"/>
                <a:gd name="T63" fmla="*/ 5162 h 385"/>
                <a:gd name="T64" fmla="*/ 555 w 386"/>
                <a:gd name="T65" fmla="*/ 4912 h 385"/>
                <a:gd name="T66" fmla="*/ 450 w 386"/>
                <a:gd name="T67" fmla="*/ 4403 h 385"/>
                <a:gd name="T68" fmla="*/ 143 w 386"/>
                <a:gd name="T69" fmla="*/ 4008 h 385"/>
                <a:gd name="T70" fmla="*/ 180 w 386"/>
                <a:gd name="T71" fmla="*/ 3478 h 385"/>
                <a:gd name="T72" fmla="*/ 0 w 386"/>
                <a:gd name="T73" fmla="*/ 3008 h 3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6" h="385">
                  <a:moveTo>
                    <a:pt x="0" y="193"/>
                  </a:moveTo>
                  <a:cubicBezTo>
                    <a:pt x="0" y="181"/>
                    <a:pt x="12" y="171"/>
                    <a:pt x="14" y="161"/>
                  </a:cubicBezTo>
                  <a:cubicBezTo>
                    <a:pt x="16" y="149"/>
                    <a:pt x="8" y="136"/>
                    <a:pt x="12" y="125"/>
                  </a:cubicBezTo>
                  <a:cubicBezTo>
                    <a:pt x="16" y="115"/>
                    <a:pt x="31" y="110"/>
                    <a:pt x="36" y="101"/>
                  </a:cubicBezTo>
                  <a:cubicBezTo>
                    <a:pt x="42" y="91"/>
                    <a:pt x="39" y="75"/>
                    <a:pt x="46" y="67"/>
                  </a:cubicBezTo>
                  <a:cubicBezTo>
                    <a:pt x="53" y="58"/>
                    <a:pt x="69" y="59"/>
                    <a:pt x="78" y="52"/>
                  </a:cubicBezTo>
                  <a:cubicBezTo>
                    <a:pt x="86" y="45"/>
                    <a:pt x="89" y="29"/>
                    <a:pt x="98" y="24"/>
                  </a:cubicBezTo>
                  <a:cubicBezTo>
                    <a:pt x="107" y="19"/>
                    <a:pt x="122" y="25"/>
                    <a:pt x="132" y="21"/>
                  </a:cubicBezTo>
                  <a:cubicBezTo>
                    <a:pt x="142" y="17"/>
                    <a:pt x="150" y="4"/>
                    <a:pt x="161" y="2"/>
                  </a:cubicBezTo>
                  <a:cubicBezTo>
                    <a:pt x="171" y="0"/>
                    <a:pt x="182" y="11"/>
                    <a:pt x="193" y="11"/>
                  </a:cubicBezTo>
                  <a:cubicBezTo>
                    <a:pt x="204" y="11"/>
                    <a:pt x="216" y="0"/>
                    <a:pt x="227" y="2"/>
                  </a:cubicBezTo>
                  <a:cubicBezTo>
                    <a:pt x="238" y="4"/>
                    <a:pt x="246" y="18"/>
                    <a:pt x="256" y="22"/>
                  </a:cubicBezTo>
                  <a:cubicBezTo>
                    <a:pt x="267" y="26"/>
                    <a:pt x="281" y="20"/>
                    <a:pt x="291" y="26"/>
                  </a:cubicBezTo>
                  <a:cubicBezTo>
                    <a:pt x="300" y="31"/>
                    <a:pt x="303" y="47"/>
                    <a:pt x="311" y="54"/>
                  </a:cubicBezTo>
                  <a:cubicBezTo>
                    <a:pt x="320" y="61"/>
                    <a:pt x="336" y="62"/>
                    <a:pt x="343" y="70"/>
                  </a:cubicBezTo>
                  <a:cubicBezTo>
                    <a:pt x="350" y="78"/>
                    <a:pt x="346" y="94"/>
                    <a:pt x="352" y="103"/>
                  </a:cubicBezTo>
                  <a:cubicBezTo>
                    <a:pt x="357" y="112"/>
                    <a:pt x="372" y="118"/>
                    <a:pt x="375" y="128"/>
                  </a:cubicBezTo>
                  <a:cubicBezTo>
                    <a:pt x="379" y="138"/>
                    <a:pt x="371" y="151"/>
                    <a:pt x="373" y="162"/>
                  </a:cubicBezTo>
                  <a:cubicBezTo>
                    <a:pt x="374" y="172"/>
                    <a:pt x="386" y="182"/>
                    <a:pt x="386" y="193"/>
                  </a:cubicBezTo>
                  <a:cubicBezTo>
                    <a:pt x="386" y="204"/>
                    <a:pt x="374" y="214"/>
                    <a:pt x="372" y="225"/>
                  </a:cubicBezTo>
                  <a:cubicBezTo>
                    <a:pt x="370" y="236"/>
                    <a:pt x="378" y="249"/>
                    <a:pt x="375" y="260"/>
                  </a:cubicBezTo>
                  <a:cubicBezTo>
                    <a:pt x="371" y="270"/>
                    <a:pt x="356" y="275"/>
                    <a:pt x="350" y="284"/>
                  </a:cubicBezTo>
                  <a:cubicBezTo>
                    <a:pt x="345" y="294"/>
                    <a:pt x="347" y="310"/>
                    <a:pt x="340" y="318"/>
                  </a:cubicBezTo>
                  <a:cubicBezTo>
                    <a:pt x="333" y="327"/>
                    <a:pt x="317" y="326"/>
                    <a:pt x="308" y="333"/>
                  </a:cubicBezTo>
                  <a:cubicBezTo>
                    <a:pt x="300" y="340"/>
                    <a:pt x="298" y="356"/>
                    <a:pt x="288" y="361"/>
                  </a:cubicBezTo>
                  <a:cubicBezTo>
                    <a:pt x="279" y="366"/>
                    <a:pt x="264" y="360"/>
                    <a:pt x="254" y="364"/>
                  </a:cubicBezTo>
                  <a:cubicBezTo>
                    <a:pt x="244" y="368"/>
                    <a:pt x="236" y="381"/>
                    <a:pt x="225" y="383"/>
                  </a:cubicBezTo>
                  <a:cubicBezTo>
                    <a:pt x="215" y="385"/>
                    <a:pt x="204" y="375"/>
                    <a:pt x="193" y="375"/>
                  </a:cubicBezTo>
                  <a:cubicBezTo>
                    <a:pt x="182" y="375"/>
                    <a:pt x="170" y="385"/>
                    <a:pt x="159" y="383"/>
                  </a:cubicBezTo>
                  <a:cubicBezTo>
                    <a:pt x="148" y="381"/>
                    <a:pt x="140" y="367"/>
                    <a:pt x="130" y="363"/>
                  </a:cubicBezTo>
                  <a:cubicBezTo>
                    <a:pt x="120" y="359"/>
                    <a:pt x="105" y="365"/>
                    <a:pt x="96" y="359"/>
                  </a:cubicBezTo>
                  <a:cubicBezTo>
                    <a:pt x="86" y="354"/>
                    <a:pt x="83" y="338"/>
                    <a:pt x="75" y="331"/>
                  </a:cubicBezTo>
                  <a:cubicBezTo>
                    <a:pt x="66" y="324"/>
                    <a:pt x="51" y="324"/>
                    <a:pt x="43" y="315"/>
                  </a:cubicBezTo>
                  <a:cubicBezTo>
                    <a:pt x="37" y="307"/>
                    <a:pt x="40" y="291"/>
                    <a:pt x="35" y="282"/>
                  </a:cubicBezTo>
                  <a:cubicBezTo>
                    <a:pt x="29" y="273"/>
                    <a:pt x="15" y="268"/>
                    <a:pt x="11" y="257"/>
                  </a:cubicBezTo>
                  <a:cubicBezTo>
                    <a:pt x="7" y="247"/>
                    <a:pt x="16" y="234"/>
                    <a:pt x="14" y="223"/>
                  </a:cubicBezTo>
                  <a:cubicBezTo>
                    <a:pt x="12" y="213"/>
                    <a:pt x="0" y="203"/>
                    <a:pt x="0" y="193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0" name="Freeform 324">
              <a:extLst>
                <a:ext uri="{FF2B5EF4-FFF2-40B4-BE49-F238E27FC236}">
                  <a16:creationId xmlns:a16="http://schemas.microsoft.com/office/drawing/2014/main" id="{06FF070D-1C80-4F23-B62A-DF8A7B5BB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297"/>
              <a:ext cx="358" cy="80"/>
            </a:xfrm>
            <a:custGeom>
              <a:avLst/>
              <a:gdLst>
                <a:gd name="T0" fmla="*/ 1434 w 153"/>
                <a:gd name="T1" fmla="*/ 250 h 32"/>
                <a:gd name="T2" fmla="*/ 1434 w 153"/>
                <a:gd name="T3" fmla="*/ 250 h 32"/>
                <a:gd name="T4" fmla="*/ 0 w 153"/>
                <a:gd name="T5" fmla="*/ 238 h 32"/>
                <a:gd name="T6" fmla="*/ 1434 w 153"/>
                <a:gd name="T7" fmla="*/ 25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32">
                  <a:moveTo>
                    <a:pt x="112" y="16"/>
                  </a:moveTo>
                  <a:cubicBezTo>
                    <a:pt x="127" y="11"/>
                    <a:pt x="153" y="0"/>
                    <a:pt x="112" y="16"/>
                  </a:cubicBezTo>
                  <a:cubicBezTo>
                    <a:pt x="71" y="32"/>
                    <a:pt x="20" y="22"/>
                    <a:pt x="0" y="15"/>
                  </a:cubicBezTo>
                  <a:cubicBezTo>
                    <a:pt x="19" y="16"/>
                    <a:pt x="80" y="24"/>
                    <a:pt x="112" y="16"/>
                  </a:cubicBezTo>
                  <a:close/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1" name="Freeform 325">
              <a:extLst>
                <a:ext uri="{FF2B5EF4-FFF2-40B4-BE49-F238E27FC236}">
                  <a16:creationId xmlns:a16="http://schemas.microsoft.com/office/drawing/2014/main" id="{036994CC-0724-4D7F-A4AA-93BE551B2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93"/>
              <a:ext cx="167" cy="299"/>
            </a:xfrm>
            <a:custGeom>
              <a:avLst/>
              <a:gdLst>
                <a:gd name="T0" fmla="*/ 0 w 71"/>
                <a:gd name="T1" fmla="*/ 1856 h 120"/>
                <a:gd name="T2" fmla="*/ 924 w 71"/>
                <a:gd name="T3" fmla="*/ 0 h 120"/>
                <a:gd name="T4" fmla="*/ 0 w 71"/>
                <a:gd name="T5" fmla="*/ 1856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20">
                  <a:moveTo>
                    <a:pt x="0" y="120"/>
                  </a:moveTo>
                  <a:cubicBezTo>
                    <a:pt x="45" y="92"/>
                    <a:pt x="69" y="32"/>
                    <a:pt x="71" y="0"/>
                  </a:cubicBezTo>
                  <a:cubicBezTo>
                    <a:pt x="66" y="15"/>
                    <a:pt x="41" y="89"/>
                    <a:pt x="0" y="120"/>
                  </a:cubicBezTo>
                  <a:close/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2" name="Freeform 326">
              <a:extLst>
                <a:ext uri="{FF2B5EF4-FFF2-40B4-BE49-F238E27FC236}">
                  <a16:creationId xmlns:a16="http://schemas.microsoft.com/office/drawing/2014/main" id="{24CF7D15-0C34-43C8-B4A5-CE4B49205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938"/>
              <a:ext cx="264" cy="75"/>
            </a:xfrm>
            <a:custGeom>
              <a:avLst/>
              <a:gdLst>
                <a:gd name="T0" fmla="*/ 895 w 113"/>
                <a:gd name="T1" fmla="*/ 270 h 30"/>
                <a:gd name="T2" fmla="*/ 1441 w 113"/>
                <a:gd name="T3" fmla="*/ 20 h 30"/>
                <a:gd name="T4" fmla="*/ 972 w 113"/>
                <a:gd name="T5" fmla="*/ 145 h 30"/>
                <a:gd name="T6" fmla="*/ 0 w 113"/>
                <a:gd name="T7" fmla="*/ 345 h 30"/>
                <a:gd name="T8" fmla="*/ 895 w 113"/>
                <a:gd name="T9" fmla="*/ 27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30">
                  <a:moveTo>
                    <a:pt x="70" y="17"/>
                  </a:moveTo>
                  <a:cubicBezTo>
                    <a:pt x="83" y="11"/>
                    <a:pt x="102" y="3"/>
                    <a:pt x="113" y="1"/>
                  </a:cubicBezTo>
                  <a:cubicBezTo>
                    <a:pt x="108" y="1"/>
                    <a:pt x="93" y="0"/>
                    <a:pt x="76" y="9"/>
                  </a:cubicBezTo>
                  <a:cubicBezTo>
                    <a:pt x="58" y="18"/>
                    <a:pt x="19" y="23"/>
                    <a:pt x="0" y="22"/>
                  </a:cubicBezTo>
                  <a:cubicBezTo>
                    <a:pt x="12" y="24"/>
                    <a:pt x="39" y="30"/>
                    <a:pt x="7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3" name="Freeform 327">
              <a:extLst>
                <a:ext uri="{FF2B5EF4-FFF2-40B4-BE49-F238E27FC236}">
                  <a16:creationId xmlns:a16="http://schemas.microsoft.com/office/drawing/2014/main" id="{88486C52-EF75-4E23-8961-CB63FFD35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148"/>
              <a:ext cx="89" cy="62"/>
            </a:xfrm>
            <a:custGeom>
              <a:avLst/>
              <a:gdLst>
                <a:gd name="T0" fmla="*/ 0 w 38"/>
                <a:gd name="T1" fmla="*/ 308 h 25"/>
                <a:gd name="T2" fmla="*/ 487 w 3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5">
                  <a:moveTo>
                    <a:pt x="0" y="20"/>
                  </a:moveTo>
                  <a:cubicBezTo>
                    <a:pt x="16" y="25"/>
                    <a:pt x="31" y="12"/>
                    <a:pt x="38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4" name="Freeform 328">
              <a:extLst>
                <a:ext uri="{FF2B5EF4-FFF2-40B4-BE49-F238E27FC236}">
                  <a16:creationId xmlns:a16="http://schemas.microsoft.com/office/drawing/2014/main" id="{EF3BB976-D801-4B4D-ADC4-F589004D8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188"/>
              <a:ext cx="26" cy="67"/>
            </a:xfrm>
            <a:custGeom>
              <a:avLst/>
              <a:gdLst>
                <a:gd name="T0" fmla="*/ 0 w 11"/>
                <a:gd name="T1" fmla="*/ 0 h 27"/>
                <a:gd name="T2" fmla="*/ 95 w 11"/>
                <a:gd name="T3" fmla="*/ 4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11" y="6"/>
                    <a:pt x="11" y="16"/>
                    <a:pt x="7" y="2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5" name="Freeform 329">
              <a:extLst>
                <a:ext uri="{FF2B5EF4-FFF2-40B4-BE49-F238E27FC236}">
                  <a16:creationId xmlns:a16="http://schemas.microsoft.com/office/drawing/2014/main" id="{CC338638-6A2E-4089-B935-2C66219E2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120"/>
              <a:ext cx="54" cy="73"/>
            </a:xfrm>
            <a:custGeom>
              <a:avLst/>
              <a:gdLst>
                <a:gd name="T0" fmla="*/ 0 w 23"/>
                <a:gd name="T1" fmla="*/ 113 h 29"/>
                <a:gd name="T2" fmla="*/ 298 w 23"/>
                <a:gd name="T3" fmla="*/ 46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9">
                  <a:moveTo>
                    <a:pt x="0" y="7"/>
                  </a:moveTo>
                  <a:cubicBezTo>
                    <a:pt x="14" y="0"/>
                    <a:pt x="21" y="18"/>
                    <a:pt x="23" y="29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6" name="Freeform 330">
              <a:extLst>
                <a:ext uri="{FF2B5EF4-FFF2-40B4-BE49-F238E27FC236}">
                  <a16:creationId xmlns:a16="http://schemas.microsoft.com/office/drawing/2014/main" id="{3AA02F52-2082-44A0-8294-AE0AFCB1F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138"/>
              <a:ext cx="47" cy="30"/>
            </a:xfrm>
            <a:custGeom>
              <a:avLst/>
              <a:gdLst>
                <a:gd name="T0" fmla="*/ 0 w 20"/>
                <a:gd name="T1" fmla="*/ 188 h 12"/>
                <a:gd name="T2" fmla="*/ 259 w 20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4"/>
                    <a:pt x="13" y="0"/>
                    <a:pt x="20" y="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7" name="Freeform 331">
              <a:extLst>
                <a:ext uri="{FF2B5EF4-FFF2-40B4-BE49-F238E27FC236}">
                  <a16:creationId xmlns:a16="http://schemas.microsoft.com/office/drawing/2014/main" id="{B3D93FB0-1E5F-4A24-8D2A-40A9E5817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255"/>
              <a:ext cx="103" cy="52"/>
            </a:xfrm>
            <a:custGeom>
              <a:avLst/>
              <a:gdLst>
                <a:gd name="T0" fmla="*/ 0 w 44"/>
                <a:gd name="T1" fmla="*/ 0 h 21"/>
                <a:gd name="T2" fmla="*/ 564 w 44"/>
                <a:gd name="T3" fmla="*/ 13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1">
                  <a:moveTo>
                    <a:pt x="0" y="0"/>
                  </a:moveTo>
                  <a:cubicBezTo>
                    <a:pt x="1" y="21"/>
                    <a:pt x="33" y="12"/>
                    <a:pt x="44" y="9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8" name="Freeform 332">
              <a:extLst>
                <a:ext uri="{FF2B5EF4-FFF2-40B4-BE49-F238E27FC236}">
                  <a16:creationId xmlns:a16="http://schemas.microsoft.com/office/drawing/2014/main" id="{C0F6991B-913C-42B1-B24B-85BBCA016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263"/>
              <a:ext cx="68" cy="47"/>
            </a:xfrm>
            <a:custGeom>
              <a:avLst/>
              <a:gdLst>
                <a:gd name="T0" fmla="*/ 0 w 29"/>
                <a:gd name="T1" fmla="*/ 0 h 19"/>
                <a:gd name="T2" fmla="*/ 49 w 29"/>
                <a:gd name="T3" fmla="*/ 121 h 19"/>
                <a:gd name="T4" fmla="*/ 373 w 29"/>
                <a:gd name="T5" fmla="*/ 28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0" y="0"/>
                  </a:moveTo>
                  <a:cubicBezTo>
                    <a:pt x="3" y="1"/>
                    <a:pt x="1" y="5"/>
                    <a:pt x="4" y="8"/>
                  </a:cubicBezTo>
                  <a:cubicBezTo>
                    <a:pt x="11" y="18"/>
                    <a:pt x="17" y="19"/>
                    <a:pt x="29" y="19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9" name="Freeform 333">
              <a:extLst>
                <a:ext uri="{FF2B5EF4-FFF2-40B4-BE49-F238E27FC236}">
                  <a16:creationId xmlns:a16="http://schemas.microsoft.com/office/drawing/2014/main" id="{66815D9F-C464-44B3-B7DD-93AC2DB9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120"/>
              <a:ext cx="28" cy="43"/>
            </a:xfrm>
            <a:custGeom>
              <a:avLst/>
              <a:gdLst>
                <a:gd name="T0" fmla="*/ 0 w 12"/>
                <a:gd name="T1" fmla="*/ 180 h 17"/>
                <a:gd name="T2" fmla="*/ 86 w 12"/>
                <a:gd name="T3" fmla="*/ 0 h 17"/>
                <a:gd name="T4" fmla="*/ 37 w 12"/>
                <a:gd name="T5" fmla="*/ 2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11"/>
                  </a:moveTo>
                  <a:cubicBezTo>
                    <a:pt x="0" y="6"/>
                    <a:pt x="3" y="1"/>
                    <a:pt x="7" y="0"/>
                  </a:cubicBezTo>
                  <a:cubicBezTo>
                    <a:pt x="12" y="4"/>
                    <a:pt x="5" y="13"/>
                    <a:pt x="3" y="1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0" name="Freeform 334">
              <a:extLst>
                <a:ext uri="{FF2B5EF4-FFF2-40B4-BE49-F238E27FC236}">
                  <a16:creationId xmlns:a16="http://schemas.microsoft.com/office/drawing/2014/main" id="{2C4AFC4E-6786-4B65-91B8-1FA3E98AE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148"/>
              <a:ext cx="26" cy="30"/>
            </a:xfrm>
            <a:custGeom>
              <a:avLst/>
              <a:gdLst>
                <a:gd name="T0" fmla="*/ 135 w 11"/>
                <a:gd name="T1" fmla="*/ 125 h 12"/>
                <a:gd name="T2" fmla="*/ 144 w 11"/>
                <a:gd name="T3" fmla="*/ 95 h 12"/>
                <a:gd name="T4" fmla="*/ 0 w 11"/>
                <a:gd name="T5" fmla="*/ 20 h 12"/>
                <a:gd name="T6" fmla="*/ 118 w 11"/>
                <a:gd name="T7" fmla="*/ 18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8"/>
                  </a:moveTo>
                  <a:cubicBezTo>
                    <a:pt x="10" y="7"/>
                    <a:pt x="11" y="7"/>
                    <a:pt x="11" y="6"/>
                  </a:cubicBezTo>
                  <a:cubicBezTo>
                    <a:pt x="9" y="3"/>
                    <a:pt x="4" y="0"/>
                    <a:pt x="0" y="1"/>
                  </a:cubicBezTo>
                  <a:cubicBezTo>
                    <a:pt x="1" y="6"/>
                    <a:pt x="6" y="9"/>
                    <a:pt x="9" y="1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1" name="Freeform 335">
              <a:extLst>
                <a:ext uri="{FF2B5EF4-FFF2-40B4-BE49-F238E27FC236}">
                  <a16:creationId xmlns:a16="http://schemas.microsoft.com/office/drawing/2014/main" id="{2AB09FC0-C38E-47D9-931A-9A6D6C09E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213"/>
              <a:ext cx="29" cy="35"/>
            </a:xfrm>
            <a:custGeom>
              <a:avLst/>
              <a:gdLst>
                <a:gd name="T0" fmla="*/ 0 w 12"/>
                <a:gd name="T1" fmla="*/ 220 h 14"/>
                <a:gd name="T2" fmla="*/ 0 w 12"/>
                <a:gd name="T3" fmla="*/ 9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14"/>
                  </a:moveTo>
                  <a:cubicBezTo>
                    <a:pt x="12" y="11"/>
                    <a:pt x="12" y="0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2" name="Freeform 336">
              <a:extLst>
                <a:ext uri="{FF2B5EF4-FFF2-40B4-BE49-F238E27FC236}">
                  <a16:creationId xmlns:a16="http://schemas.microsoft.com/office/drawing/2014/main" id="{650C4B30-9C5E-4132-B155-387FE80FB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255"/>
              <a:ext cx="21" cy="13"/>
            </a:xfrm>
            <a:custGeom>
              <a:avLst/>
              <a:gdLst>
                <a:gd name="T0" fmla="*/ 0 w 9"/>
                <a:gd name="T1" fmla="*/ 88 h 5"/>
                <a:gd name="T2" fmla="*/ 114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3" name="Freeform 337">
              <a:extLst>
                <a:ext uri="{FF2B5EF4-FFF2-40B4-BE49-F238E27FC236}">
                  <a16:creationId xmlns:a16="http://schemas.microsoft.com/office/drawing/2014/main" id="{EFAA2510-DE28-4AC2-AA98-20D4FDFEA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288"/>
              <a:ext cx="23" cy="29"/>
            </a:xfrm>
            <a:custGeom>
              <a:avLst/>
              <a:gdLst>
                <a:gd name="T0" fmla="*/ 122 w 10"/>
                <a:gd name="T1" fmla="*/ 169 h 12"/>
                <a:gd name="T2" fmla="*/ 94 w 10"/>
                <a:gd name="T3" fmla="*/ 0 h 12"/>
                <a:gd name="T4" fmla="*/ 0 w 10"/>
                <a:gd name="T5" fmla="*/ 14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0" y="12"/>
                  </a:moveTo>
                  <a:cubicBezTo>
                    <a:pt x="10" y="8"/>
                    <a:pt x="10" y="3"/>
                    <a:pt x="8" y="0"/>
                  </a:cubicBezTo>
                  <a:cubicBezTo>
                    <a:pt x="4" y="2"/>
                    <a:pt x="1" y="6"/>
                    <a:pt x="0" y="1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4" name="Freeform 338">
              <a:extLst>
                <a:ext uri="{FF2B5EF4-FFF2-40B4-BE49-F238E27FC236}">
                  <a16:creationId xmlns:a16="http://schemas.microsoft.com/office/drawing/2014/main" id="{6826311D-55FD-4C69-8964-FB02C7863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175"/>
              <a:ext cx="21" cy="8"/>
            </a:xfrm>
            <a:custGeom>
              <a:avLst/>
              <a:gdLst>
                <a:gd name="T0" fmla="*/ 0 w 9"/>
                <a:gd name="T1" fmla="*/ 35 h 3"/>
                <a:gd name="T2" fmla="*/ 114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3"/>
                    <a:pt x="6" y="1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5" name="Freeform 339">
              <a:extLst>
                <a:ext uri="{FF2B5EF4-FFF2-40B4-BE49-F238E27FC236}">
                  <a16:creationId xmlns:a16="http://schemas.microsoft.com/office/drawing/2014/main" id="{046702B4-0FD3-4AF2-877D-FF2124B09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135"/>
              <a:ext cx="5" cy="20"/>
            </a:xfrm>
            <a:custGeom>
              <a:avLst/>
              <a:gdLst>
                <a:gd name="T0" fmla="*/ 0 w 2"/>
                <a:gd name="T1" fmla="*/ 125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1" y="3"/>
                    <a:pt x="2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6" name="Freeform 340">
              <a:extLst>
                <a:ext uri="{FF2B5EF4-FFF2-40B4-BE49-F238E27FC236}">
                  <a16:creationId xmlns:a16="http://schemas.microsoft.com/office/drawing/2014/main" id="{7660BF3C-1432-45C3-A926-65848119E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10"/>
              <a:ext cx="87" cy="68"/>
            </a:xfrm>
            <a:custGeom>
              <a:avLst/>
              <a:gdLst>
                <a:gd name="T0" fmla="*/ 0 w 37"/>
                <a:gd name="T1" fmla="*/ 222 h 27"/>
                <a:gd name="T2" fmla="*/ 482 w 37"/>
                <a:gd name="T3" fmla="*/ 43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14"/>
                  </a:moveTo>
                  <a:cubicBezTo>
                    <a:pt x="12" y="0"/>
                    <a:pt x="34" y="11"/>
                    <a:pt x="37" y="2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7" name="Freeform 341">
              <a:extLst>
                <a:ext uri="{FF2B5EF4-FFF2-40B4-BE49-F238E27FC236}">
                  <a16:creationId xmlns:a16="http://schemas.microsoft.com/office/drawing/2014/main" id="{CBAD9AC9-F73D-4C20-ACEE-A12E9F583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015"/>
              <a:ext cx="33" cy="38"/>
            </a:xfrm>
            <a:custGeom>
              <a:avLst/>
              <a:gdLst>
                <a:gd name="T0" fmla="*/ 50 w 14"/>
                <a:gd name="T1" fmla="*/ 243 h 15"/>
                <a:gd name="T2" fmla="*/ 184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4" y="15"/>
                  </a:moveTo>
                  <a:cubicBezTo>
                    <a:pt x="0" y="7"/>
                    <a:pt x="9" y="4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8" name="Freeform 342">
              <a:extLst>
                <a:ext uri="{FF2B5EF4-FFF2-40B4-BE49-F238E27FC236}">
                  <a16:creationId xmlns:a16="http://schemas.microsoft.com/office/drawing/2014/main" id="{C3714696-1E27-4C11-BF5B-7672EB151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033"/>
              <a:ext cx="47" cy="57"/>
            </a:xfrm>
            <a:custGeom>
              <a:avLst/>
              <a:gdLst>
                <a:gd name="T0" fmla="*/ 0 w 20"/>
                <a:gd name="T1" fmla="*/ 0 h 23"/>
                <a:gd name="T2" fmla="*/ 172 w 20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9" y="5"/>
                    <a:pt x="20" y="12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9" name="Freeform 343">
              <a:extLst>
                <a:ext uri="{FF2B5EF4-FFF2-40B4-BE49-F238E27FC236}">
                  <a16:creationId xmlns:a16="http://schemas.microsoft.com/office/drawing/2014/main" id="{CB54B1B8-7877-4B4D-9899-8E28393E7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028"/>
              <a:ext cx="42" cy="30"/>
            </a:xfrm>
            <a:custGeom>
              <a:avLst/>
              <a:gdLst>
                <a:gd name="T0" fmla="*/ 0 w 18"/>
                <a:gd name="T1" fmla="*/ 188 h 12"/>
                <a:gd name="T2" fmla="*/ 229 w 18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5" y="6"/>
                    <a:pt x="10" y="0"/>
                    <a:pt x="18" y="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0" name="Freeform 344">
              <a:extLst>
                <a:ext uri="{FF2B5EF4-FFF2-40B4-BE49-F238E27FC236}">
                  <a16:creationId xmlns:a16="http://schemas.microsoft.com/office/drawing/2014/main" id="{3E0E8161-F0A8-4D1B-8332-6B47EAD52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020"/>
              <a:ext cx="28" cy="35"/>
            </a:xfrm>
            <a:custGeom>
              <a:avLst/>
              <a:gdLst>
                <a:gd name="T0" fmla="*/ 77 w 12"/>
                <a:gd name="T1" fmla="*/ 220 h 14"/>
                <a:gd name="T2" fmla="*/ 126 w 12"/>
                <a:gd name="T3" fmla="*/ 20 h 14"/>
                <a:gd name="T4" fmla="*/ 152 w 12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14"/>
                  </a:moveTo>
                  <a:cubicBezTo>
                    <a:pt x="3" y="7"/>
                    <a:pt x="0" y="0"/>
                    <a:pt x="10" y="1"/>
                  </a:cubicBezTo>
                  <a:cubicBezTo>
                    <a:pt x="12" y="5"/>
                    <a:pt x="11" y="10"/>
                    <a:pt x="12" y="1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1" name="Freeform 345">
              <a:extLst>
                <a:ext uri="{FF2B5EF4-FFF2-40B4-BE49-F238E27FC236}">
                  <a16:creationId xmlns:a16="http://schemas.microsoft.com/office/drawing/2014/main" id="{7457B052-A2C6-4EBC-91C3-2B486195E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035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0" y="3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2" name="Freeform 346">
              <a:extLst>
                <a:ext uri="{FF2B5EF4-FFF2-40B4-BE49-F238E27FC236}">
                  <a16:creationId xmlns:a16="http://schemas.microsoft.com/office/drawing/2014/main" id="{2A3B7D3A-91F9-431C-9197-72620E35E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065"/>
              <a:ext cx="21" cy="10"/>
            </a:xfrm>
            <a:custGeom>
              <a:avLst/>
              <a:gdLst>
                <a:gd name="T0" fmla="*/ 0 w 9"/>
                <a:gd name="T1" fmla="*/ 63 h 4"/>
                <a:gd name="T2" fmla="*/ 114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3" name="Freeform 347">
              <a:extLst>
                <a:ext uri="{FF2B5EF4-FFF2-40B4-BE49-F238E27FC236}">
                  <a16:creationId xmlns:a16="http://schemas.microsoft.com/office/drawing/2014/main" id="{5EF6CC48-9C18-443C-A4B7-4464BACCB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165"/>
              <a:ext cx="111" cy="95"/>
            </a:xfrm>
            <a:custGeom>
              <a:avLst/>
              <a:gdLst>
                <a:gd name="T0" fmla="*/ 196 w 47"/>
                <a:gd name="T1" fmla="*/ 0 h 38"/>
                <a:gd name="T2" fmla="*/ 619 w 47"/>
                <a:gd name="T3" fmla="*/ 50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38">
                  <a:moveTo>
                    <a:pt x="15" y="0"/>
                  </a:moveTo>
                  <a:cubicBezTo>
                    <a:pt x="0" y="21"/>
                    <a:pt x="27" y="38"/>
                    <a:pt x="47" y="3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4" name="Freeform 348">
              <a:extLst>
                <a:ext uri="{FF2B5EF4-FFF2-40B4-BE49-F238E27FC236}">
                  <a16:creationId xmlns:a16="http://schemas.microsoft.com/office/drawing/2014/main" id="{975BC3B4-E242-4032-BC50-3032CE6EB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210"/>
              <a:ext cx="70" cy="90"/>
            </a:xfrm>
            <a:custGeom>
              <a:avLst/>
              <a:gdLst>
                <a:gd name="T0" fmla="*/ 114 w 30"/>
                <a:gd name="T1" fmla="*/ 0 h 36"/>
                <a:gd name="T2" fmla="*/ 380 w 30"/>
                <a:gd name="T3" fmla="*/ 55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6">
                  <a:moveTo>
                    <a:pt x="9" y="0"/>
                  </a:moveTo>
                  <a:cubicBezTo>
                    <a:pt x="0" y="14"/>
                    <a:pt x="13" y="36"/>
                    <a:pt x="30" y="3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5" name="Freeform 349">
              <a:extLst>
                <a:ext uri="{FF2B5EF4-FFF2-40B4-BE49-F238E27FC236}">
                  <a16:creationId xmlns:a16="http://schemas.microsoft.com/office/drawing/2014/main" id="{BF523C4F-5427-4D2C-A2B9-B00692B61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173"/>
              <a:ext cx="37" cy="42"/>
            </a:xfrm>
            <a:custGeom>
              <a:avLst/>
              <a:gdLst>
                <a:gd name="T0" fmla="*/ 0 w 16"/>
                <a:gd name="T1" fmla="*/ 74 h 17"/>
                <a:gd name="T2" fmla="*/ 199 w 16"/>
                <a:gd name="T3" fmla="*/ 74 h 17"/>
                <a:gd name="T4" fmla="*/ 0 w 16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5"/>
                  </a:moveTo>
                  <a:cubicBezTo>
                    <a:pt x="5" y="3"/>
                    <a:pt x="11" y="0"/>
                    <a:pt x="16" y="5"/>
                  </a:cubicBezTo>
                  <a:cubicBezTo>
                    <a:pt x="14" y="12"/>
                    <a:pt x="5" y="13"/>
                    <a:pt x="0" y="1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6" name="Freeform 350">
              <a:extLst>
                <a:ext uri="{FF2B5EF4-FFF2-40B4-BE49-F238E27FC236}">
                  <a16:creationId xmlns:a16="http://schemas.microsoft.com/office/drawing/2014/main" id="{F1026ACF-833C-4FFA-8732-37B7C56F5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220"/>
              <a:ext cx="31" cy="3"/>
            </a:xfrm>
            <a:custGeom>
              <a:avLst/>
              <a:gdLst>
                <a:gd name="T0" fmla="*/ 0 w 13"/>
                <a:gd name="T1" fmla="*/ 0 h 1"/>
                <a:gd name="T2" fmla="*/ 176 w 1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cubicBezTo>
                    <a:pt x="4" y="1"/>
                    <a:pt x="8" y="1"/>
                    <a:pt x="13" y="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7" name="Freeform 351">
              <a:extLst>
                <a:ext uri="{FF2B5EF4-FFF2-40B4-BE49-F238E27FC236}">
                  <a16:creationId xmlns:a16="http://schemas.microsoft.com/office/drawing/2014/main" id="{8FB045DE-BECF-4182-8371-75EB0FA73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928"/>
              <a:ext cx="105" cy="55"/>
            </a:xfrm>
            <a:custGeom>
              <a:avLst/>
              <a:gdLst>
                <a:gd name="T0" fmla="*/ 0 w 45"/>
                <a:gd name="T1" fmla="*/ 63 h 22"/>
                <a:gd name="T2" fmla="*/ 572 w 45"/>
                <a:gd name="T3" fmla="*/ 34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2">
                  <a:moveTo>
                    <a:pt x="0" y="4"/>
                  </a:moveTo>
                  <a:cubicBezTo>
                    <a:pt x="16" y="0"/>
                    <a:pt x="40" y="3"/>
                    <a:pt x="45" y="2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8" name="Freeform 352">
              <a:extLst>
                <a:ext uri="{FF2B5EF4-FFF2-40B4-BE49-F238E27FC236}">
                  <a16:creationId xmlns:a16="http://schemas.microsoft.com/office/drawing/2014/main" id="{3BFA2D1E-CBF7-45E6-A59B-B53C3709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1968"/>
              <a:ext cx="75" cy="35"/>
            </a:xfrm>
            <a:custGeom>
              <a:avLst/>
              <a:gdLst>
                <a:gd name="T0" fmla="*/ 0 w 32"/>
                <a:gd name="T1" fmla="*/ 220 h 14"/>
                <a:gd name="T2" fmla="*/ 413 w 32"/>
                <a:gd name="T3" fmla="*/ 12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2" y="3"/>
                    <a:pt x="25" y="0"/>
                    <a:pt x="32" y="8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9" name="Freeform 353">
              <a:extLst>
                <a:ext uri="{FF2B5EF4-FFF2-40B4-BE49-F238E27FC236}">
                  <a16:creationId xmlns:a16="http://schemas.microsoft.com/office/drawing/2014/main" id="{F45C900A-18A1-4318-A678-F75ED35C3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063"/>
              <a:ext cx="21" cy="50"/>
            </a:xfrm>
            <a:custGeom>
              <a:avLst/>
              <a:gdLst>
                <a:gd name="T0" fmla="*/ 0 w 9"/>
                <a:gd name="T1" fmla="*/ 0 h 20"/>
                <a:gd name="T2" fmla="*/ 86 w 9"/>
                <a:gd name="T3" fmla="*/ 3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8" y="2"/>
                    <a:pt x="9" y="12"/>
                    <a:pt x="7" y="2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0" name="Freeform 354">
              <a:extLst>
                <a:ext uri="{FF2B5EF4-FFF2-40B4-BE49-F238E27FC236}">
                  <a16:creationId xmlns:a16="http://schemas.microsoft.com/office/drawing/2014/main" id="{E3986231-E163-4E8C-B675-14FAD40C3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078"/>
              <a:ext cx="19" cy="7"/>
            </a:xfrm>
            <a:custGeom>
              <a:avLst/>
              <a:gdLst>
                <a:gd name="T0" fmla="*/ 0 w 8"/>
                <a:gd name="T1" fmla="*/ 37 h 3"/>
                <a:gd name="T2" fmla="*/ 107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1" name="Freeform 355">
              <a:extLst>
                <a:ext uri="{FF2B5EF4-FFF2-40B4-BE49-F238E27FC236}">
                  <a16:creationId xmlns:a16="http://schemas.microsoft.com/office/drawing/2014/main" id="{1EAF8108-09FE-424B-ADD2-58C4BE80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015"/>
              <a:ext cx="10" cy="38"/>
            </a:xfrm>
            <a:custGeom>
              <a:avLst/>
              <a:gdLst>
                <a:gd name="T0" fmla="*/ 20 w 4"/>
                <a:gd name="T1" fmla="*/ 0 h 15"/>
                <a:gd name="T2" fmla="*/ 63 w 4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1" y="0"/>
                  </a:moveTo>
                  <a:cubicBezTo>
                    <a:pt x="0" y="5"/>
                    <a:pt x="1" y="11"/>
                    <a:pt x="4" y="1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2" name="Freeform 356">
              <a:extLst>
                <a:ext uri="{FF2B5EF4-FFF2-40B4-BE49-F238E27FC236}">
                  <a16:creationId xmlns:a16="http://schemas.microsoft.com/office/drawing/2014/main" id="{5A4C3C3F-E186-49A3-BF7B-B812D648F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928"/>
              <a:ext cx="32" cy="35"/>
            </a:xfrm>
            <a:custGeom>
              <a:avLst/>
              <a:gdLst>
                <a:gd name="T0" fmla="*/ 0 w 14"/>
                <a:gd name="T1" fmla="*/ 20 h 14"/>
                <a:gd name="T2" fmla="*/ 85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1"/>
                  </a:moveTo>
                  <a:cubicBezTo>
                    <a:pt x="0" y="14"/>
                    <a:pt x="14" y="8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3" name="Freeform 357">
              <a:extLst>
                <a:ext uri="{FF2B5EF4-FFF2-40B4-BE49-F238E27FC236}">
                  <a16:creationId xmlns:a16="http://schemas.microsoft.com/office/drawing/2014/main" id="{7E9F79FE-04C2-4C8E-9AF7-F91802FF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993"/>
              <a:ext cx="23" cy="5"/>
            </a:xfrm>
            <a:custGeom>
              <a:avLst/>
              <a:gdLst>
                <a:gd name="T0" fmla="*/ 0 w 10"/>
                <a:gd name="T1" fmla="*/ 0 h 2"/>
                <a:gd name="T2" fmla="*/ 122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2"/>
                    <a:pt x="7" y="1"/>
                    <a:pt x="10" y="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4" name="Freeform 358">
              <a:extLst>
                <a:ext uri="{FF2B5EF4-FFF2-40B4-BE49-F238E27FC236}">
                  <a16:creationId xmlns:a16="http://schemas.microsoft.com/office/drawing/2014/main" id="{D2B3DEFD-4A9F-416F-BFB1-A861F08F2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973"/>
              <a:ext cx="5" cy="15"/>
            </a:xfrm>
            <a:custGeom>
              <a:avLst/>
              <a:gdLst>
                <a:gd name="T0" fmla="*/ 20 w 2"/>
                <a:gd name="T1" fmla="*/ 0 h 6"/>
                <a:gd name="T2" fmla="*/ 0 w 2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2" y="1"/>
                    <a:pt x="1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5" name="Freeform 359">
              <a:extLst>
                <a:ext uri="{FF2B5EF4-FFF2-40B4-BE49-F238E27FC236}">
                  <a16:creationId xmlns:a16="http://schemas.microsoft.com/office/drawing/2014/main" id="{7777111F-05A8-405A-8B58-E9589FA5E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088"/>
              <a:ext cx="49" cy="22"/>
            </a:xfrm>
            <a:custGeom>
              <a:avLst/>
              <a:gdLst>
                <a:gd name="T0" fmla="*/ 86 w 21"/>
                <a:gd name="T1" fmla="*/ 120 h 9"/>
                <a:gd name="T2" fmla="*/ 266 w 21"/>
                <a:gd name="T3" fmla="*/ 71 h 9"/>
                <a:gd name="T4" fmla="*/ 0 w 21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7" y="8"/>
                  </a:moveTo>
                  <a:cubicBezTo>
                    <a:pt x="11" y="7"/>
                    <a:pt x="19" y="9"/>
                    <a:pt x="21" y="5"/>
                  </a:cubicBezTo>
                  <a:cubicBezTo>
                    <a:pt x="15" y="0"/>
                    <a:pt x="5" y="1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6" name="Freeform 360">
              <a:extLst>
                <a:ext uri="{FF2B5EF4-FFF2-40B4-BE49-F238E27FC236}">
                  <a16:creationId xmlns:a16="http://schemas.microsoft.com/office/drawing/2014/main" id="{8EDE9480-C2B6-4631-8403-1AAA56C5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273"/>
              <a:ext cx="31" cy="29"/>
            </a:xfrm>
            <a:custGeom>
              <a:avLst/>
              <a:gdLst>
                <a:gd name="T0" fmla="*/ 136 w 13"/>
                <a:gd name="T1" fmla="*/ 169 h 12"/>
                <a:gd name="T2" fmla="*/ 136 w 13"/>
                <a:gd name="T3" fmla="*/ 0 h 12"/>
                <a:gd name="T4" fmla="*/ 0 w 13"/>
                <a:gd name="T5" fmla="*/ 16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0" y="12"/>
                  </a:moveTo>
                  <a:cubicBezTo>
                    <a:pt x="11" y="8"/>
                    <a:pt x="13" y="3"/>
                    <a:pt x="10" y="0"/>
                  </a:cubicBezTo>
                  <a:cubicBezTo>
                    <a:pt x="6" y="1"/>
                    <a:pt x="1" y="7"/>
                    <a:pt x="0" y="1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7" name="Freeform 361">
              <a:extLst>
                <a:ext uri="{FF2B5EF4-FFF2-40B4-BE49-F238E27FC236}">
                  <a16:creationId xmlns:a16="http://schemas.microsoft.com/office/drawing/2014/main" id="{DDDAF3EE-8D5D-4018-94A5-C824C6D2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188"/>
              <a:ext cx="24" cy="30"/>
            </a:xfrm>
            <a:custGeom>
              <a:avLst/>
              <a:gdLst>
                <a:gd name="T0" fmla="*/ 12 w 10"/>
                <a:gd name="T1" fmla="*/ 175 h 12"/>
                <a:gd name="T2" fmla="*/ 41 w 10"/>
                <a:gd name="T3" fmla="*/ 0 h 12"/>
                <a:gd name="T4" fmla="*/ 139 w 10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" y="11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7" y="2"/>
                    <a:pt x="9" y="7"/>
                    <a:pt x="10" y="1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8" name="Freeform 362">
              <a:extLst>
                <a:ext uri="{FF2B5EF4-FFF2-40B4-BE49-F238E27FC236}">
                  <a16:creationId xmlns:a16="http://schemas.microsoft.com/office/drawing/2014/main" id="{91CF17EC-582E-4535-9E29-FDB84FE36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108"/>
              <a:ext cx="63" cy="105"/>
            </a:xfrm>
            <a:custGeom>
              <a:avLst/>
              <a:gdLst>
                <a:gd name="T0" fmla="*/ 0 w 27"/>
                <a:gd name="T1" fmla="*/ 583 h 42"/>
                <a:gd name="T2" fmla="*/ 331 w 27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2">
                  <a:moveTo>
                    <a:pt x="0" y="37"/>
                  </a:moveTo>
                  <a:cubicBezTo>
                    <a:pt x="19" y="42"/>
                    <a:pt x="27" y="14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9" name="Freeform 363">
              <a:extLst>
                <a:ext uri="{FF2B5EF4-FFF2-40B4-BE49-F238E27FC236}">
                  <a16:creationId xmlns:a16="http://schemas.microsoft.com/office/drawing/2014/main" id="{8C257506-B3A5-4432-8E74-15EF73317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043"/>
              <a:ext cx="60" cy="72"/>
            </a:xfrm>
            <a:custGeom>
              <a:avLst/>
              <a:gdLst>
                <a:gd name="T0" fmla="*/ 0 w 26"/>
                <a:gd name="T1" fmla="*/ 444 h 29"/>
                <a:gd name="T2" fmla="*/ 293 w 26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9">
                  <a:moveTo>
                    <a:pt x="0" y="29"/>
                  </a:moveTo>
                  <a:cubicBezTo>
                    <a:pt x="13" y="26"/>
                    <a:pt x="26" y="14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0" name="Freeform 364">
              <a:extLst>
                <a:ext uri="{FF2B5EF4-FFF2-40B4-BE49-F238E27FC236}">
                  <a16:creationId xmlns:a16="http://schemas.microsoft.com/office/drawing/2014/main" id="{D9DCAD09-FBC4-467B-931F-ABCD207FD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103"/>
              <a:ext cx="2" cy="20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1" name="Freeform 365">
              <a:extLst>
                <a:ext uri="{FF2B5EF4-FFF2-40B4-BE49-F238E27FC236}">
                  <a16:creationId xmlns:a16="http://schemas.microsoft.com/office/drawing/2014/main" id="{791E4B56-59C8-48CE-8505-8634B2DF9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195"/>
              <a:ext cx="5" cy="25"/>
            </a:xfrm>
            <a:custGeom>
              <a:avLst/>
              <a:gdLst>
                <a:gd name="T0" fmla="*/ 33 w 2"/>
                <a:gd name="T1" fmla="*/ 0 h 10"/>
                <a:gd name="T2" fmla="*/ 0 w 2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7"/>
                    <a:pt x="0" y="1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2" name="Freeform 366">
              <a:extLst>
                <a:ext uri="{FF2B5EF4-FFF2-40B4-BE49-F238E27FC236}">
                  <a16:creationId xmlns:a16="http://schemas.microsoft.com/office/drawing/2014/main" id="{2C2C5CC0-9C50-47E4-AE96-5FA71A266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536"/>
              <a:ext cx="784" cy="417"/>
            </a:xfrm>
            <a:custGeom>
              <a:avLst/>
              <a:gdLst>
                <a:gd name="T0" fmla="*/ 103 w 335"/>
                <a:gd name="T1" fmla="*/ 1383 h 167"/>
                <a:gd name="T2" fmla="*/ 323 w 335"/>
                <a:gd name="T3" fmla="*/ 1870 h 167"/>
                <a:gd name="T4" fmla="*/ 552 w 335"/>
                <a:gd name="T5" fmla="*/ 1945 h 167"/>
                <a:gd name="T6" fmla="*/ 744 w 335"/>
                <a:gd name="T7" fmla="*/ 2087 h 167"/>
                <a:gd name="T8" fmla="*/ 964 w 335"/>
                <a:gd name="T9" fmla="*/ 2212 h 167"/>
                <a:gd name="T10" fmla="*/ 1233 w 335"/>
                <a:gd name="T11" fmla="*/ 2337 h 167"/>
                <a:gd name="T12" fmla="*/ 1741 w 335"/>
                <a:gd name="T13" fmla="*/ 2524 h 167"/>
                <a:gd name="T14" fmla="*/ 2048 w 335"/>
                <a:gd name="T15" fmla="*/ 2537 h 167"/>
                <a:gd name="T16" fmla="*/ 2399 w 335"/>
                <a:gd name="T17" fmla="*/ 2557 h 167"/>
                <a:gd name="T18" fmla="*/ 2689 w 335"/>
                <a:gd name="T19" fmla="*/ 2445 h 167"/>
                <a:gd name="T20" fmla="*/ 2848 w 335"/>
                <a:gd name="T21" fmla="*/ 2475 h 167"/>
                <a:gd name="T22" fmla="*/ 3040 w 335"/>
                <a:gd name="T23" fmla="*/ 2382 h 167"/>
                <a:gd name="T24" fmla="*/ 3412 w 335"/>
                <a:gd name="T25" fmla="*/ 2350 h 167"/>
                <a:gd name="T26" fmla="*/ 3833 w 335"/>
                <a:gd name="T27" fmla="*/ 2212 h 167"/>
                <a:gd name="T28" fmla="*/ 4152 w 335"/>
                <a:gd name="T29" fmla="*/ 2087 h 167"/>
                <a:gd name="T30" fmla="*/ 4189 w 335"/>
                <a:gd name="T31" fmla="*/ 1633 h 167"/>
                <a:gd name="T32" fmla="*/ 4025 w 335"/>
                <a:gd name="T33" fmla="*/ 1416 h 167"/>
                <a:gd name="T34" fmla="*/ 3780 w 335"/>
                <a:gd name="T35" fmla="*/ 1154 h 167"/>
                <a:gd name="T36" fmla="*/ 3550 w 335"/>
                <a:gd name="T37" fmla="*/ 949 h 167"/>
                <a:gd name="T38" fmla="*/ 3433 w 335"/>
                <a:gd name="T39" fmla="*/ 729 h 167"/>
                <a:gd name="T40" fmla="*/ 3281 w 335"/>
                <a:gd name="T41" fmla="*/ 687 h 167"/>
                <a:gd name="T42" fmla="*/ 3117 w 335"/>
                <a:gd name="T43" fmla="*/ 449 h 167"/>
                <a:gd name="T44" fmla="*/ 2848 w 335"/>
                <a:gd name="T45" fmla="*/ 280 h 167"/>
                <a:gd name="T46" fmla="*/ 2783 w 335"/>
                <a:gd name="T47" fmla="*/ 137 h 167"/>
                <a:gd name="T48" fmla="*/ 2628 w 335"/>
                <a:gd name="T49" fmla="*/ 30 h 167"/>
                <a:gd name="T50" fmla="*/ 2399 w 335"/>
                <a:gd name="T51" fmla="*/ 62 h 167"/>
                <a:gd name="T52" fmla="*/ 2256 w 335"/>
                <a:gd name="T53" fmla="*/ 105 h 167"/>
                <a:gd name="T54" fmla="*/ 1896 w 335"/>
                <a:gd name="T55" fmla="*/ 12 h 167"/>
                <a:gd name="T56" fmla="*/ 1605 w 335"/>
                <a:gd name="T57" fmla="*/ 105 h 167"/>
                <a:gd name="T58" fmla="*/ 1165 w 335"/>
                <a:gd name="T59" fmla="*/ 125 h 167"/>
                <a:gd name="T60" fmla="*/ 927 w 335"/>
                <a:gd name="T61" fmla="*/ 325 h 167"/>
                <a:gd name="T62" fmla="*/ 592 w 335"/>
                <a:gd name="T63" fmla="*/ 512 h 167"/>
                <a:gd name="T64" fmla="*/ 477 w 335"/>
                <a:gd name="T65" fmla="*/ 762 h 167"/>
                <a:gd name="T66" fmla="*/ 278 w 335"/>
                <a:gd name="T67" fmla="*/ 1091 h 167"/>
                <a:gd name="T68" fmla="*/ 103 w 335"/>
                <a:gd name="T69" fmla="*/ 1383 h 16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5" h="167">
                  <a:moveTo>
                    <a:pt x="8" y="89"/>
                  </a:moveTo>
                  <a:cubicBezTo>
                    <a:pt x="0" y="104"/>
                    <a:pt x="6" y="117"/>
                    <a:pt x="25" y="120"/>
                  </a:cubicBezTo>
                  <a:cubicBezTo>
                    <a:pt x="31" y="122"/>
                    <a:pt x="37" y="120"/>
                    <a:pt x="43" y="125"/>
                  </a:cubicBezTo>
                  <a:cubicBezTo>
                    <a:pt x="50" y="132"/>
                    <a:pt x="48" y="134"/>
                    <a:pt x="58" y="134"/>
                  </a:cubicBezTo>
                  <a:cubicBezTo>
                    <a:pt x="67" y="134"/>
                    <a:pt x="69" y="136"/>
                    <a:pt x="75" y="142"/>
                  </a:cubicBezTo>
                  <a:cubicBezTo>
                    <a:pt x="81" y="149"/>
                    <a:pt x="87" y="151"/>
                    <a:pt x="96" y="150"/>
                  </a:cubicBezTo>
                  <a:cubicBezTo>
                    <a:pt x="113" y="149"/>
                    <a:pt x="119" y="167"/>
                    <a:pt x="136" y="162"/>
                  </a:cubicBezTo>
                  <a:cubicBezTo>
                    <a:pt x="144" y="160"/>
                    <a:pt x="151" y="161"/>
                    <a:pt x="160" y="163"/>
                  </a:cubicBezTo>
                  <a:cubicBezTo>
                    <a:pt x="170" y="165"/>
                    <a:pt x="176" y="167"/>
                    <a:pt x="187" y="164"/>
                  </a:cubicBezTo>
                  <a:cubicBezTo>
                    <a:pt x="196" y="162"/>
                    <a:pt x="200" y="155"/>
                    <a:pt x="210" y="157"/>
                  </a:cubicBezTo>
                  <a:cubicBezTo>
                    <a:pt x="214" y="158"/>
                    <a:pt x="218" y="159"/>
                    <a:pt x="222" y="159"/>
                  </a:cubicBezTo>
                  <a:cubicBezTo>
                    <a:pt x="229" y="160"/>
                    <a:pt x="232" y="156"/>
                    <a:pt x="237" y="153"/>
                  </a:cubicBezTo>
                  <a:cubicBezTo>
                    <a:pt x="248" y="146"/>
                    <a:pt x="254" y="149"/>
                    <a:pt x="266" y="151"/>
                  </a:cubicBezTo>
                  <a:cubicBezTo>
                    <a:pt x="281" y="155"/>
                    <a:pt x="286" y="147"/>
                    <a:pt x="299" y="142"/>
                  </a:cubicBezTo>
                  <a:cubicBezTo>
                    <a:pt x="309" y="138"/>
                    <a:pt x="316" y="144"/>
                    <a:pt x="324" y="134"/>
                  </a:cubicBezTo>
                  <a:cubicBezTo>
                    <a:pt x="331" y="126"/>
                    <a:pt x="335" y="114"/>
                    <a:pt x="327" y="105"/>
                  </a:cubicBezTo>
                  <a:cubicBezTo>
                    <a:pt x="321" y="98"/>
                    <a:pt x="317" y="100"/>
                    <a:pt x="314" y="91"/>
                  </a:cubicBezTo>
                  <a:cubicBezTo>
                    <a:pt x="310" y="81"/>
                    <a:pt x="309" y="74"/>
                    <a:pt x="295" y="74"/>
                  </a:cubicBezTo>
                  <a:cubicBezTo>
                    <a:pt x="284" y="73"/>
                    <a:pt x="281" y="73"/>
                    <a:pt x="277" y="61"/>
                  </a:cubicBezTo>
                  <a:cubicBezTo>
                    <a:pt x="275" y="57"/>
                    <a:pt x="273" y="50"/>
                    <a:pt x="268" y="47"/>
                  </a:cubicBezTo>
                  <a:cubicBezTo>
                    <a:pt x="263" y="45"/>
                    <a:pt x="261" y="45"/>
                    <a:pt x="256" y="44"/>
                  </a:cubicBezTo>
                  <a:cubicBezTo>
                    <a:pt x="246" y="42"/>
                    <a:pt x="248" y="37"/>
                    <a:pt x="243" y="29"/>
                  </a:cubicBezTo>
                  <a:cubicBezTo>
                    <a:pt x="237" y="20"/>
                    <a:pt x="227" y="24"/>
                    <a:pt x="222" y="18"/>
                  </a:cubicBezTo>
                  <a:cubicBezTo>
                    <a:pt x="221" y="16"/>
                    <a:pt x="219" y="11"/>
                    <a:pt x="217" y="9"/>
                  </a:cubicBezTo>
                  <a:cubicBezTo>
                    <a:pt x="214" y="5"/>
                    <a:pt x="209" y="3"/>
                    <a:pt x="205" y="2"/>
                  </a:cubicBezTo>
                  <a:cubicBezTo>
                    <a:pt x="199" y="0"/>
                    <a:pt x="193" y="1"/>
                    <a:pt x="187" y="4"/>
                  </a:cubicBezTo>
                  <a:cubicBezTo>
                    <a:pt x="184" y="6"/>
                    <a:pt x="179" y="6"/>
                    <a:pt x="176" y="7"/>
                  </a:cubicBezTo>
                  <a:cubicBezTo>
                    <a:pt x="165" y="9"/>
                    <a:pt x="158" y="1"/>
                    <a:pt x="148" y="1"/>
                  </a:cubicBezTo>
                  <a:cubicBezTo>
                    <a:pt x="136" y="0"/>
                    <a:pt x="133" y="5"/>
                    <a:pt x="125" y="7"/>
                  </a:cubicBezTo>
                  <a:cubicBezTo>
                    <a:pt x="114" y="11"/>
                    <a:pt x="102" y="5"/>
                    <a:pt x="91" y="8"/>
                  </a:cubicBezTo>
                  <a:cubicBezTo>
                    <a:pt x="81" y="11"/>
                    <a:pt x="80" y="18"/>
                    <a:pt x="72" y="21"/>
                  </a:cubicBezTo>
                  <a:cubicBezTo>
                    <a:pt x="64" y="25"/>
                    <a:pt x="52" y="25"/>
                    <a:pt x="46" y="33"/>
                  </a:cubicBezTo>
                  <a:cubicBezTo>
                    <a:pt x="40" y="39"/>
                    <a:pt x="43" y="43"/>
                    <a:pt x="37" y="49"/>
                  </a:cubicBezTo>
                  <a:cubicBezTo>
                    <a:pt x="31" y="55"/>
                    <a:pt x="23" y="60"/>
                    <a:pt x="22" y="70"/>
                  </a:cubicBezTo>
                  <a:cubicBezTo>
                    <a:pt x="21" y="76"/>
                    <a:pt x="12" y="77"/>
                    <a:pt x="8" y="89"/>
                  </a:cubicBezTo>
                  <a:close/>
                </a:path>
              </a:pathLst>
            </a:custGeom>
            <a:noFill/>
            <a:ln w="11113" cap="flat">
              <a:solidFill>
                <a:srgbClr val="2E091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3" name="Freeform 367">
              <a:extLst>
                <a:ext uri="{FF2B5EF4-FFF2-40B4-BE49-F238E27FC236}">
                  <a16:creationId xmlns:a16="http://schemas.microsoft.com/office/drawing/2014/main" id="{8C7B5684-A587-44AD-810D-924563C69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850"/>
              <a:ext cx="789" cy="547"/>
            </a:xfrm>
            <a:custGeom>
              <a:avLst/>
              <a:gdLst>
                <a:gd name="T0" fmla="*/ 2067 w 337"/>
                <a:gd name="T1" fmla="*/ 824 h 219"/>
                <a:gd name="T2" fmla="*/ 3474 w 337"/>
                <a:gd name="T3" fmla="*/ 592 h 219"/>
                <a:gd name="T4" fmla="*/ 4287 w 337"/>
                <a:gd name="T5" fmla="*/ 874 h 219"/>
                <a:gd name="T6" fmla="*/ 1962 w 337"/>
                <a:gd name="T7" fmla="*/ 3287 h 219"/>
                <a:gd name="T8" fmla="*/ 28 w 337"/>
                <a:gd name="T9" fmla="*/ 762 h 219"/>
                <a:gd name="T10" fmla="*/ 604 w 337"/>
                <a:gd name="T11" fmla="*/ 262 h 219"/>
                <a:gd name="T12" fmla="*/ 2067 w 337"/>
                <a:gd name="T13" fmla="*/ 824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7" h="219">
                  <a:moveTo>
                    <a:pt x="161" y="53"/>
                  </a:moveTo>
                  <a:cubicBezTo>
                    <a:pt x="198" y="52"/>
                    <a:pt x="239" y="49"/>
                    <a:pt x="271" y="38"/>
                  </a:cubicBezTo>
                  <a:cubicBezTo>
                    <a:pt x="303" y="27"/>
                    <a:pt x="337" y="18"/>
                    <a:pt x="334" y="56"/>
                  </a:cubicBezTo>
                  <a:cubicBezTo>
                    <a:pt x="331" y="94"/>
                    <a:pt x="291" y="219"/>
                    <a:pt x="153" y="211"/>
                  </a:cubicBezTo>
                  <a:cubicBezTo>
                    <a:pt x="40" y="206"/>
                    <a:pt x="0" y="97"/>
                    <a:pt x="2" y="49"/>
                  </a:cubicBezTo>
                  <a:cubicBezTo>
                    <a:pt x="4" y="0"/>
                    <a:pt x="17" y="3"/>
                    <a:pt x="47" y="17"/>
                  </a:cubicBezTo>
                  <a:cubicBezTo>
                    <a:pt x="77" y="30"/>
                    <a:pt x="114" y="54"/>
                    <a:pt x="161" y="53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Artery-atherothrombosis-cross-section">
            <a:extLst>
              <a:ext uri="{FF2B5EF4-FFF2-40B4-BE49-F238E27FC236}">
                <a16:creationId xmlns:a16="http://schemas.microsoft.com/office/drawing/2014/main" id="{242289CF-8706-45D9-AA9C-4180371AA6FD}"/>
              </a:ext>
            </a:extLst>
          </p:cNvPr>
          <p:cNvGrpSpPr>
            <a:grpSpLocks/>
          </p:cNvGrpSpPr>
          <p:nvPr/>
        </p:nvGrpSpPr>
        <p:grpSpPr bwMode="auto">
          <a:xfrm>
            <a:off x="8008938" y="1612900"/>
            <a:ext cx="1917700" cy="2046288"/>
            <a:chOff x="4085" y="1301"/>
            <a:chExt cx="1208" cy="1289"/>
          </a:xfrm>
        </p:grpSpPr>
        <p:sp>
          <p:nvSpPr>
            <p:cNvPr id="39446" name="Oval 369">
              <a:extLst>
                <a:ext uri="{FF2B5EF4-FFF2-40B4-BE49-F238E27FC236}">
                  <a16:creationId xmlns:a16="http://schemas.microsoft.com/office/drawing/2014/main" id="{AA09BCB0-CE3F-4534-9698-B7B36DD73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1301"/>
              <a:ext cx="1208" cy="1289"/>
            </a:xfrm>
            <a:prstGeom prst="ellipse">
              <a:avLst/>
            </a:pr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47" name="Oval 370">
              <a:extLst>
                <a:ext uri="{FF2B5EF4-FFF2-40B4-BE49-F238E27FC236}">
                  <a16:creationId xmlns:a16="http://schemas.microsoft.com/office/drawing/2014/main" id="{A66D516F-EF26-404F-897F-C9F8B1BB5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5" y="1344"/>
              <a:ext cx="1126" cy="1201"/>
            </a:xfrm>
            <a:prstGeom prst="ellipse">
              <a:avLst/>
            </a:pr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48" name="Freeform 371">
              <a:extLst>
                <a:ext uri="{FF2B5EF4-FFF2-40B4-BE49-F238E27FC236}">
                  <a16:creationId xmlns:a16="http://schemas.microsoft.com/office/drawing/2014/main" id="{89DB896C-0793-4E32-A54B-5646E8ADD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463"/>
              <a:ext cx="904" cy="962"/>
            </a:xfrm>
            <a:custGeom>
              <a:avLst/>
              <a:gdLst>
                <a:gd name="T0" fmla="*/ 0 w 386"/>
                <a:gd name="T1" fmla="*/ 3008 h 385"/>
                <a:gd name="T2" fmla="*/ 180 w 386"/>
                <a:gd name="T3" fmla="*/ 2509 h 385"/>
                <a:gd name="T4" fmla="*/ 155 w 386"/>
                <a:gd name="T5" fmla="*/ 1949 h 385"/>
                <a:gd name="T6" fmla="*/ 461 w 386"/>
                <a:gd name="T7" fmla="*/ 1574 h 385"/>
                <a:gd name="T8" fmla="*/ 593 w 386"/>
                <a:gd name="T9" fmla="*/ 1042 h 385"/>
                <a:gd name="T10" fmla="*/ 1005 w 386"/>
                <a:gd name="T11" fmla="*/ 812 h 385"/>
                <a:gd name="T12" fmla="*/ 1262 w 386"/>
                <a:gd name="T13" fmla="*/ 375 h 385"/>
                <a:gd name="T14" fmla="*/ 1696 w 386"/>
                <a:gd name="T15" fmla="*/ 325 h 385"/>
                <a:gd name="T16" fmla="*/ 2068 w 386"/>
                <a:gd name="T17" fmla="*/ 30 h 385"/>
                <a:gd name="T18" fmla="*/ 2480 w 386"/>
                <a:gd name="T19" fmla="*/ 167 h 385"/>
                <a:gd name="T20" fmla="*/ 2918 w 386"/>
                <a:gd name="T21" fmla="*/ 30 h 385"/>
                <a:gd name="T22" fmla="*/ 3290 w 386"/>
                <a:gd name="T23" fmla="*/ 342 h 385"/>
                <a:gd name="T24" fmla="*/ 3740 w 386"/>
                <a:gd name="T25" fmla="*/ 405 h 385"/>
                <a:gd name="T26" fmla="*/ 3993 w 386"/>
                <a:gd name="T27" fmla="*/ 842 h 385"/>
                <a:gd name="T28" fmla="*/ 4405 w 386"/>
                <a:gd name="T29" fmla="*/ 1092 h 385"/>
                <a:gd name="T30" fmla="*/ 4520 w 386"/>
                <a:gd name="T31" fmla="*/ 1604 h 385"/>
                <a:gd name="T32" fmla="*/ 4815 w 386"/>
                <a:gd name="T33" fmla="*/ 1999 h 385"/>
                <a:gd name="T34" fmla="*/ 4778 w 386"/>
                <a:gd name="T35" fmla="*/ 2529 h 385"/>
                <a:gd name="T36" fmla="*/ 4958 w 386"/>
                <a:gd name="T37" fmla="*/ 3008 h 385"/>
                <a:gd name="T38" fmla="*/ 4778 w 386"/>
                <a:gd name="T39" fmla="*/ 3508 h 385"/>
                <a:gd name="T40" fmla="*/ 4806 w 386"/>
                <a:gd name="T41" fmla="*/ 4058 h 385"/>
                <a:gd name="T42" fmla="*/ 4497 w 386"/>
                <a:gd name="T43" fmla="*/ 4433 h 385"/>
                <a:gd name="T44" fmla="*/ 4365 w 386"/>
                <a:gd name="T45" fmla="*/ 4962 h 385"/>
                <a:gd name="T46" fmla="*/ 3956 w 386"/>
                <a:gd name="T47" fmla="*/ 5195 h 385"/>
                <a:gd name="T48" fmla="*/ 3696 w 386"/>
                <a:gd name="T49" fmla="*/ 5632 h 385"/>
                <a:gd name="T50" fmla="*/ 3262 w 386"/>
                <a:gd name="T51" fmla="*/ 5682 h 385"/>
                <a:gd name="T52" fmla="*/ 2890 w 386"/>
                <a:gd name="T53" fmla="*/ 5974 h 385"/>
                <a:gd name="T54" fmla="*/ 2480 w 386"/>
                <a:gd name="T55" fmla="*/ 5849 h 385"/>
                <a:gd name="T56" fmla="*/ 2040 w 386"/>
                <a:gd name="T57" fmla="*/ 5974 h 385"/>
                <a:gd name="T58" fmla="*/ 1667 w 386"/>
                <a:gd name="T59" fmla="*/ 5662 h 385"/>
                <a:gd name="T60" fmla="*/ 1218 w 386"/>
                <a:gd name="T61" fmla="*/ 5600 h 385"/>
                <a:gd name="T62" fmla="*/ 965 w 386"/>
                <a:gd name="T63" fmla="*/ 5162 h 385"/>
                <a:gd name="T64" fmla="*/ 555 w 386"/>
                <a:gd name="T65" fmla="*/ 4912 h 385"/>
                <a:gd name="T66" fmla="*/ 438 w 386"/>
                <a:gd name="T67" fmla="*/ 4403 h 385"/>
                <a:gd name="T68" fmla="*/ 143 w 386"/>
                <a:gd name="T69" fmla="*/ 4008 h 385"/>
                <a:gd name="T70" fmla="*/ 164 w 386"/>
                <a:gd name="T71" fmla="*/ 3478 h 385"/>
                <a:gd name="T72" fmla="*/ 0 w 386"/>
                <a:gd name="T73" fmla="*/ 3008 h 3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6" h="385">
                  <a:moveTo>
                    <a:pt x="0" y="193"/>
                  </a:moveTo>
                  <a:cubicBezTo>
                    <a:pt x="0" y="181"/>
                    <a:pt x="12" y="171"/>
                    <a:pt x="14" y="161"/>
                  </a:cubicBezTo>
                  <a:cubicBezTo>
                    <a:pt x="16" y="149"/>
                    <a:pt x="8" y="136"/>
                    <a:pt x="12" y="125"/>
                  </a:cubicBezTo>
                  <a:cubicBezTo>
                    <a:pt x="15" y="115"/>
                    <a:pt x="30" y="110"/>
                    <a:pt x="36" y="101"/>
                  </a:cubicBezTo>
                  <a:cubicBezTo>
                    <a:pt x="41" y="91"/>
                    <a:pt x="39" y="75"/>
                    <a:pt x="46" y="67"/>
                  </a:cubicBezTo>
                  <a:cubicBezTo>
                    <a:pt x="53" y="58"/>
                    <a:pt x="69" y="59"/>
                    <a:pt x="78" y="52"/>
                  </a:cubicBezTo>
                  <a:cubicBezTo>
                    <a:pt x="86" y="45"/>
                    <a:pt x="89" y="29"/>
                    <a:pt x="98" y="24"/>
                  </a:cubicBezTo>
                  <a:cubicBezTo>
                    <a:pt x="107" y="19"/>
                    <a:pt x="122" y="25"/>
                    <a:pt x="132" y="21"/>
                  </a:cubicBezTo>
                  <a:cubicBezTo>
                    <a:pt x="142" y="17"/>
                    <a:pt x="150" y="4"/>
                    <a:pt x="161" y="2"/>
                  </a:cubicBezTo>
                  <a:cubicBezTo>
                    <a:pt x="171" y="0"/>
                    <a:pt x="182" y="11"/>
                    <a:pt x="193" y="11"/>
                  </a:cubicBezTo>
                  <a:cubicBezTo>
                    <a:pt x="204" y="11"/>
                    <a:pt x="216" y="0"/>
                    <a:pt x="227" y="2"/>
                  </a:cubicBezTo>
                  <a:cubicBezTo>
                    <a:pt x="238" y="4"/>
                    <a:pt x="246" y="18"/>
                    <a:pt x="256" y="22"/>
                  </a:cubicBezTo>
                  <a:cubicBezTo>
                    <a:pt x="266" y="26"/>
                    <a:pt x="281" y="20"/>
                    <a:pt x="291" y="26"/>
                  </a:cubicBezTo>
                  <a:cubicBezTo>
                    <a:pt x="300" y="31"/>
                    <a:pt x="303" y="47"/>
                    <a:pt x="311" y="54"/>
                  </a:cubicBezTo>
                  <a:cubicBezTo>
                    <a:pt x="320" y="61"/>
                    <a:pt x="336" y="62"/>
                    <a:pt x="343" y="70"/>
                  </a:cubicBezTo>
                  <a:cubicBezTo>
                    <a:pt x="349" y="78"/>
                    <a:pt x="346" y="94"/>
                    <a:pt x="352" y="103"/>
                  </a:cubicBezTo>
                  <a:cubicBezTo>
                    <a:pt x="357" y="112"/>
                    <a:pt x="372" y="118"/>
                    <a:pt x="375" y="128"/>
                  </a:cubicBezTo>
                  <a:cubicBezTo>
                    <a:pt x="379" y="138"/>
                    <a:pt x="371" y="151"/>
                    <a:pt x="372" y="162"/>
                  </a:cubicBezTo>
                  <a:cubicBezTo>
                    <a:pt x="374" y="172"/>
                    <a:pt x="386" y="182"/>
                    <a:pt x="386" y="193"/>
                  </a:cubicBezTo>
                  <a:cubicBezTo>
                    <a:pt x="386" y="204"/>
                    <a:pt x="374" y="214"/>
                    <a:pt x="372" y="225"/>
                  </a:cubicBezTo>
                  <a:cubicBezTo>
                    <a:pt x="370" y="236"/>
                    <a:pt x="378" y="249"/>
                    <a:pt x="374" y="260"/>
                  </a:cubicBezTo>
                  <a:cubicBezTo>
                    <a:pt x="371" y="270"/>
                    <a:pt x="356" y="275"/>
                    <a:pt x="350" y="284"/>
                  </a:cubicBezTo>
                  <a:cubicBezTo>
                    <a:pt x="344" y="294"/>
                    <a:pt x="347" y="310"/>
                    <a:pt x="340" y="318"/>
                  </a:cubicBezTo>
                  <a:cubicBezTo>
                    <a:pt x="333" y="327"/>
                    <a:pt x="317" y="326"/>
                    <a:pt x="308" y="333"/>
                  </a:cubicBezTo>
                  <a:cubicBezTo>
                    <a:pt x="300" y="340"/>
                    <a:pt x="297" y="356"/>
                    <a:pt x="288" y="361"/>
                  </a:cubicBezTo>
                  <a:cubicBezTo>
                    <a:pt x="279" y="366"/>
                    <a:pt x="264" y="360"/>
                    <a:pt x="254" y="364"/>
                  </a:cubicBezTo>
                  <a:cubicBezTo>
                    <a:pt x="244" y="368"/>
                    <a:pt x="236" y="381"/>
                    <a:pt x="225" y="383"/>
                  </a:cubicBezTo>
                  <a:cubicBezTo>
                    <a:pt x="215" y="385"/>
                    <a:pt x="204" y="375"/>
                    <a:pt x="193" y="375"/>
                  </a:cubicBezTo>
                  <a:cubicBezTo>
                    <a:pt x="182" y="375"/>
                    <a:pt x="170" y="385"/>
                    <a:pt x="159" y="383"/>
                  </a:cubicBezTo>
                  <a:cubicBezTo>
                    <a:pt x="148" y="381"/>
                    <a:pt x="140" y="367"/>
                    <a:pt x="130" y="363"/>
                  </a:cubicBezTo>
                  <a:cubicBezTo>
                    <a:pt x="119" y="359"/>
                    <a:pt x="105" y="365"/>
                    <a:pt x="95" y="359"/>
                  </a:cubicBezTo>
                  <a:cubicBezTo>
                    <a:pt x="86" y="354"/>
                    <a:pt x="83" y="338"/>
                    <a:pt x="75" y="331"/>
                  </a:cubicBezTo>
                  <a:cubicBezTo>
                    <a:pt x="66" y="324"/>
                    <a:pt x="50" y="324"/>
                    <a:pt x="43" y="315"/>
                  </a:cubicBezTo>
                  <a:cubicBezTo>
                    <a:pt x="36" y="307"/>
                    <a:pt x="40" y="291"/>
                    <a:pt x="34" y="282"/>
                  </a:cubicBezTo>
                  <a:cubicBezTo>
                    <a:pt x="29" y="273"/>
                    <a:pt x="14" y="268"/>
                    <a:pt x="11" y="257"/>
                  </a:cubicBezTo>
                  <a:cubicBezTo>
                    <a:pt x="7" y="247"/>
                    <a:pt x="15" y="234"/>
                    <a:pt x="13" y="223"/>
                  </a:cubicBezTo>
                  <a:cubicBezTo>
                    <a:pt x="12" y="213"/>
                    <a:pt x="0" y="203"/>
                    <a:pt x="0" y="193"/>
                  </a:cubicBezTo>
                  <a:close/>
                </a:path>
              </a:pathLst>
            </a:custGeom>
            <a:solidFill>
              <a:srgbClr val="CD7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9" name="Freeform 372">
              <a:extLst>
                <a:ext uri="{FF2B5EF4-FFF2-40B4-BE49-F238E27FC236}">
                  <a16:creationId xmlns:a16="http://schemas.microsoft.com/office/drawing/2014/main" id="{07860553-7C2E-45AE-9CCA-69DBAD95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523"/>
              <a:ext cx="510" cy="432"/>
            </a:xfrm>
            <a:custGeom>
              <a:avLst/>
              <a:gdLst>
                <a:gd name="T0" fmla="*/ 192 w 218"/>
                <a:gd name="T1" fmla="*/ 562 h 173"/>
                <a:gd name="T2" fmla="*/ 103 w 218"/>
                <a:gd name="T3" fmla="*/ 1104 h 173"/>
                <a:gd name="T4" fmla="*/ 77 w 218"/>
                <a:gd name="T5" fmla="*/ 1591 h 173"/>
                <a:gd name="T6" fmla="*/ 229 w 218"/>
                <a:gd name="T7" fmla="*/ 1820 h 173"/>
                <a:gd name="T8" fmla="*/ 344 w 218"/>
                <a:gd name="T9" fmla="*/ 2090 h 173"/>
                <a:gd name="T10" fmla="*/ 536 w 218"/>
                <a:gd name="T11" fmla="*/ 2245 h 173"/>
                <a:gd name="T12" fmla="*/ 793 w 218"/>
                <a:gd name="T13" fmla="*/ 2475 h 173"/>
                <a:gd name="T14" fmla="*/ 1270 w 218"/>
                <a:gd name="T15" fmla="*/ 2632 h 173"/>
                <a:gd name="T16" fmla="*/ 1872 w 218"/>
                <a:gd name="T17" fmla="*/ 2587 h 173"/>
                <a:gd name="T18" fmla="*/ 2382 w 218"/>
                <a:gd name="T19" fmla="*/ 2307 h 173"/>
                <a:gd name="T20" fmla="*/ 2534 w 218"/>
                <a:gd name="T21" fmla="*/ 2058 h 173"/>
                <a:gd name="T22" fmla="*/ 2688 w 218"/>
                <a:gd name="T23" fmla="*/ 1778 h 173"/>
                <a:gd name="T24" fmla="*/ 2779 w 218"/>
                <a:gd name="T25" fmla="*/ 1279 h 173"/>
                <a:gd name="T26" fmla="*/ 2714 w 218"/>
                <a:gd name="T27" fmla="*/ 1041 h 173"/>
                <a:gd name="T28" fmla="*/ 2688 w 218"/>
                <a:gd name="T29" fmla="*/ 779 h 173"/>
                <a:gd name="T30" fmla="*/ 2382 w 218"/>
                <a:gd name="T31" fmla="*/ 467 h 173"/>
                <a:gd name="T32" fmla="*/ 2101 w 218"/>
                <a:gd name="T33" fmla="*/ 167 h 173"/>
                <a:gd name="T34" fmla="*/ 1909 w 218"/>
                <a:gd name="T35" fmla="*/ 155 h 173"/>
                <a:gd name="T36" fmla="*/ 1703 w 218"/>
                <a:gd name="T37" fmla="*/ 62 h 173"/>
                <a:gd name="T38" fmla="*/ 1319 w 218"/>
                <a:gd name="T39" fmla="*/ 30 h 173"/>
                <a:gd name="T40" fmla="*/ 859 w 218"/>
                <a:gd name="T41" fmla="*/ 62 h 173"/>
                <a:gd name="T42" fmla="*/ 592 w 218"/>
                <a:gd name="T43" fmla="*/ 230 h 173"/>
                <a:gd name="T44" fmla="*/ 384 w 218"/>
                <a:gd name="T45" fmla="*/ 292 h 173"/>
                <a:gd name="T46" fmla="*/ 192 w 218"/>
                <a:gd name="T47" fmla="*/ 562 h 1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173">
                  <a:moveTo>
                    <a:pt x="15" y="36"/>
                  </a:moveTo>
                  <a:cubicBezTo>
                    <a:pt x="7" y="47"/>
                    <a:pt x="14" y="59"/>
                    <a:pt x="8" y="71"/>
                  </a:cubicBezTo>
                  <a:cubicBezTo>
                    <a:pt x="3" y="83"/>
                    <a:pt x="0" y="89"/>
                    <a:pt x="6" y="102"/>
                  </a:cubicBezTo>
                  <a:cubicBezTo>
                    <a:pt x="9" y="108"/>
                    <a:pt x="14" y="112"/>
                    <a:pt x="18" y="117"/>
                  </a:cubicBezTo>
                  <a:cubicBezTo>
                    <a:pt x="22" y="122"/>
                    <a:pt x="23" y="129"/>
                    <a:pt x="27" y="134"/>
                  </a:cubicBezTo>
                  <a:cubicBezTo>
                    <a:pt x="31" y="141"/>
                    <a:pt x="36" y="142"/>
                    <a:pt x="42" y="144"/>
                  </a:cubicBezTo>
                  <a:cubicBezTo>
                    <a:pt x="52" y="148"/>
                    <a:pt x="55" y="153"/>
                    <a:pt x="62" y="159"/>
                  </a:cubicBezTo>
                  <a:cubicBezTo>
                    <a:pt x="71" y="168"/>
                    <a:pt x="87" y="166"/>
                    <a:pt x="99" y="169"/>
                  </a:cubicBezTo>
                  <a:cubicBezTo>
                    <a:pt x="116" y="173"/>
                    <a:pt x="129" y="169"/>
                    <a:pt x="146" y="166"/>
                  </a:cubicBezTo>
                  <a:cubicBezTo>
                    <a:pt x="162" y="163"/>
                    <a:pt x="172" y="156"/>
                    <a:pt x="186" y="148"/>
                  </a:cubicBezTo>
                  <a:cubicBezTo>
                    <a:pt x="194" y="144"/>
                    <a:pt x="195" y="141"/>
                    <a:pt x="198" y="132"/>
                  </a:cubicBezTo>
                  <a:cubicBezTo>
                    <a:pt x="200" y="125"/>
                    <a:pt x="206" y="121"/>
                    <a:pt x="210" y="114"/>
                  </a:cubicBezTo>
                  <a:cubicBezTo>
                    <a:pt x="215" y="106"/>
                    <a:pt x="218" y="92"/>
                    <a:pt x="217" y="82"/>
                  </a:cubicBezTo>
                  <a:cubicBezTo>
                    <a:pt x="217" y="77"/>
                    <a:pt x="214" y="72"/>
                    <a:pt x="212" y="67"/>
                  </a:cubicBezTo>
                  <a:cubicBezTo>
                    <a:pt x="211" y="62"/>
                    <a:pt x="212" y="56"/>
                    <a:pt x="210" y="50"/>
                  </a:cubicBezTo>
                  <a:cubicBezTo>
                    <a:pt x="205" y="38"/>
                    <a:pt x="193" y="39"/>
                    <a:pt x="186" y="30"/>
                  </a:cubicBezTo>
                  <a:cubicBezTo>
                    <a:pt x="179" y="22"/>
                    <a:pt x="175" y="13"/>
                    <a:pt x="164" y="11"/>
                  </a:cubicBezTo>
                  <a:cubicBezTo>
                    <a:pt x="159" y="10"/>
                    <a:pt x="154" y="11"/>
                    <a:pt x="149" y="10"/>
                  </a:cubicBezTo>
                  <a:cubicBezTo>
                    <a:pt x="143" y="8"/>
                    <a:pt x="139" y="5"/>
                    <a:pt x="133" y="4"/>
                  </a:cubicBezTo>
                  <a:cubicBezTo>
                    <a:pt x="124" y="2"/>
                    <a:pt x="113" y="3"/>
                    <a:pt x="103" y="2"/>
                  </a:cubicBezTo>
                  <a:cubicBezTo>
                    <a:pt x="91" y="0"/>
                    <a:pt x="80" y="0"/>
                    <a:pt x="67" y="4"/>
                  </a:cubicBezTo>
                  <a:cubicBezTo>
                    <a:pt x="61" y="6"/>
                    <a:pt x="53" y="12"/>
                    <a:pt x="46" y="15"/>
                  </a:cubicBezTo>
                  <a:cubicBezTo>
                    <a:pt x="41" y="17"/>
                    <a:pt x="33" y="16"/>
                    <a:pt x="30" y="19"/>
                  </a:cubicBezTo>
                  <a:cubicBezTo>
                    <a:pt x="20" y="24"/>
                    <a:pt x="23" y="32"/>
                    <a:pt x="15" y="36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Freeform 373">
              <a:extLst>
                <a:ext uri="{FF2B5EF4-FFF2-40B4-BE49-F238E27FC236}">
                  <a16:creationId xmlns:a16="http://schemas.microsoft.com/office/drawing/2014/main" id="{D62BFFF0-F565-40DC-9775-739542D0B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723"/>
              <a:ext cx="293" cy="582"/>
            </a:xfrm>
            <a:custGeom>
              <a:avLst/>
              <a:gdLst>
                <a:gd name="T0" fmla="*/ 422 w 125"/>
                <a:gd name="T1" fmla="*/ 12 h 233"/>
                <a:gd name="T2" fmla="*/ 155 w 125"/>
                <a:gd name="T3" fmla="*/ 1758 h 233"/>
                <a:gd name="T4" fmla="*/ 1132 w 125"/>
                <a:gd name="T5" fmla="*/ 3412 h 233"/>
                <a:gd name="T6" fmla="*/ 1582 w 125"/>
                <a:gd name="T7" fmla="*/ 2041 h 233"/>
                <a:gd name="T8" fmla="*/ 1186 w 125"/>
                <a:gd name="T9" fmla="*/ 1386 h 233"/>
                <a:gd name="T10" fmla="*/ 605 w 125"/>
                <a:gd name="T11" fmla="*/ 417 h 233"/>
                <a:gd name="T12" fmla="*/ 422 w 125"/>
                <a:gd name="T13" fmla="*/ 12 h 2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233">
                  <a:moveTo>
                    <a:pt x="33" y="1"/>
                  </a:moveTo>
                  <a:cubicBezTo>
                    <a:pt x="16" y="0"/>
                    <a:pt x="0" y="52"/>
                    <a:pt x="12" y="113"/>
                  </a:cubicBezTo>
                  <a:cubicBezTo>
                    <a:pt x="24" y="175"/>
                    <a:pt x="62" y="233"/>
                    <a:pt x="88" y="219"/>
                  </a:cubicBezTo>
                  <a:cubicBezTo>
                    <a:pt x="114" y="204"/>
                    <a:pt x="122" y="155"/>
                    <a:pt x="123" y="131"/>
                  </a:cubicBezTo>
                  <a:cubicBezTo>
                    <a:pt x="125" y="106"/>
                    <a:pt x="101" y="95"/>
                    <a:pt x="92" y="89"/>
                  </a:cubicBezTo>
                  <a:cubicBezTo>
                    <a:pt x="75" y="78"/>
                    <a:pt x="52" y="45"/>
                    <a:pt x="47" y="27"/>
                  </a:cubicBezTo>
                  <a:cubicBezTo>
                    <a:pt x="42" y="9"/>
                    <a:pt x="40" y="2"/>
                    <a:pt x="33" y="1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1" name="Freeform 374">
              <a:extLst>
                <a:ext uri="{FF2B5EF4-FFF2-40B4-BE49-F238E27FC236}">
                  <a16:creationId xmlns:a16="http://schemas.microsoft.com/office/drawing/2014/main" id="{990E48FD-7F31-4111-9E27-64A885133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763"/>
              <a:ext cx="547" cy="629"/>
            </a:xfrm>
            <a:custGeom>
              <a:avLst/>
              <a:gdLst>
                <a:gd name="T0" fmla="*/ 666 w 234"/>
                <a:gd name="T1" fmla="*/ 1632 h 252"/>
                <a:gd name="T2" fmla="*/ 318 w 234"/>
                <a:gd name="T3" fmla="*/ 2673 h 252"/>
                <a:gd name="T4" fmla="*/ 524 w 234"/>
                <a:gd name="T5" fmla="*/ 3844 h 252"/>
                <a:gd name="T6" fmla="*/ 2438 w 234"/>
                <a:gd name="T7" fmla="*/ 2736 h 252"/>
                <a:gd name="T8" fmla="*/ 2492 w 234"/>
                <a:gd name="T9" fmla="*/ 30 h 252"/>
                <a:gd name="T10" fmla="*/ 1968 w 234"/>
                <a:gd name="T11" fmla="*/ 934 h 252"/>
                <a:gd name="T12" fmla="*/ 1136 w 234"/>
                <a:gd name="T13" fmla="*/ 1465 h 252"/>
                <a:gd name="T14" fmla="*/ 666 w 234"/>
                <a:gd name="T15" fmla="*/ 1632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4" h="252">
                  <a:moveTo>
                    <a:pt x="52" y="105"/>
                  </a:moveTo>
                  <a:cubicBezTo>
                    <a:pt x="40" y="113"/>
                    <a:pt x="31" y="147"/>
                    <a:pt x="25" y="172"/>
                  </a:cubicBezTo>
                  <a:cubicBezTo>
                    <a:pt x="20" y="197"/>
                    <a:pt x="0" y="242"/>
                    <a:pt x="41" y="247"/>
                  </a:cubicBezTo>
                  <a:cubicBezTo>
                    <a:pt x="82" y="252"/>
                    <a:pt x="149" y="245"/>
                    <a:pt x="191" y="176"/>
                  </a:cubicBezTo>
                  <a:cubicBezTo>
                    <a:pt x="234" y="106"/>
                    <a:pt x="214" y="4"/>
                    <a:pt x="195" y="2"/>
                  </a:cubicBezTo>
                  <a:cubicBezTo>
                    <a:pt x="177" y="0"/>
                    <a:pt x="177" y="39"/>
                    <a:pt x="154" y="60"/>
                  </a:cubicBezTo>
                  <a:cubicBezTo>
                    <a:pt x="131" y="81"/>
                    <a:pt x="111" y="87"/>
                    <a:pt x="89" y="94"/>
                  </a:cubicBezTo>
                  <a:cubicBezTo>
                    <a:pt x="66" y="101"/>
                    <a:pt x="62" y="99"/>
                    <a:pt x="52" y="105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Freeform 375">
              <a:extLst>
                <a:ext uri="{FF2B5EF4-FFF2-40B4-BE49-F238E27FC236}">
                  <a16:creationId xmlns:a16="http://schemas.microsoft.com/office/drawing/2014/main" id="{328A7112-ECD5-4EA5-A253-0BE11067E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566"/>
              <a:ext cx="181" cy="90"/>
            </a:xfrm>
            <a:custGeom>
              <a:avLst/>
              <a:gdLst>
                <a:gd name="T0" fmla="*/ 999 w 77"/>
                <a:gd name="T1" fmla="*/ 33 h 36"/>
                <a:gd name="T2" fmla="*/ 233 w 77"/>
                <a:gd name="T3" fmla="*/ 270 h 36"/>
                <a:gd name="T4" fmla="*/ 0 w 77"/>
                <a:gd name="T5" fmla="*/ 56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6">
                  <a:moveTo>
                    <a:pt x="77" y="2"/>
                  </a:moveTo>
                  <a:cubicBezTo>
                    <a:pt x="59" y="0"/>
                    <a:pt x="37" y="2"/>
                    <a:pt x="18" y="17"/>
                  </a:cubicBezTo>
                  <a:cubicBezTo>
                    <a:pt x="11" y="22"/>
                    <a:pt x="5" y="29"/>
                    <a:pt x="0" y="36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3" name="Freeform 376">
              <a:extLst>
                <a:ext uri="{FF2B5EF4-FFF2-40B4-BE49-F238E27FC236}">
                  <a16:creationId xmlns:a16="http://schemas.microsoft.com/office/drawing/2014/main" id="{9411AB15-BB13-4360-BB5F-6E55AC3B3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46"/>
              <a:ext cx="278" cy="160"/>
            </a:xfrm>
            <a:custGeom>
              <a:avLst/>
              <a:gdLst>
                <a:gd name="T0" fmla="*/ 1516 w 119"/>
                <a:gd name="T1" fmla="*/ 208 h 64"/>
                <a:gd name="T2" fmla="*/ 383 w 119"/>
                <a:gd name="T3" fmla="*/ 408 h 64"/>
                <a:gd name="T4" fmla="*/ 143 w 119"/>
                <a:gd name="T5" fmla="*/ 645 h 64"/>
                <a:gd name="T6" fmla="*/ 0 w 119"/>
                <a:gd name="T7" fmla="*/ 1000 h 64"/>
                <a:gd name="T8" fmla="*/ 584 w 119"/>
                <a:gd name="T9" fmla="*/ 395 h 64"/>
                <a:gd name="T10" fmla="*/ 1516 w 119"/>
                <a:gd name="T11" fmla="*/ 208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64">
                  <a:moveTo>
                    <a:pt x="119" y="13"/>
                  </a:moveTo>
                  <a:cubicBezTo>
                    <a:pt x="104" y="8"/>
                    <a:pt x="63" y="0"/>
                    <a:pt x="30" y="26"/>
                  </a:cubicBezTo>
                  <a:cubicBezTo>
                    <a:pt x="23" y="31"/>
                    <a:pt x="15" y="35"/>
                    <a:pt x="11" y="41"/>
                  </a:cubicBezTo>
                  <a:cubicBezTo>
                    <a:pt x="3" y="52"/>
                    <a:pt x="0" y="64"/>
                    <a:pt x="0" y="64"/>
                  </a:cubicBezTo>
                  <a:cubicBezTo>
                    <a:pt x="5" y="51"/>
                    <a:pt x="18" y="39"/>
                    <a:pt x="46" y="25"/>
                  </a:cubicBezTo>
                  <a:cubicBezTo>
                    <a:pt x="74" y="11"/>
                    <a:pt x="106" y="9"/>
                    <a:pt x="119" y="13"/>
                  </a:cubicBezTo>
                  <a:close/>
                </a:path>
              </a:pathLst>
            </a:custGeom>
            <a:solidFill>
              <a:srgbClr val="F8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Freeform 377">
              <a:extLst>
                <a:ext uri="{FF2B5EF4-FFF2-40B4-BE49-F238E27FC236}">
                  <a16:creationId xmlns:a16="http://schemas.microsoft.com/office/drawing/2014/main" id="{BF1DF5DD-BFD1-49AF-BDD9-7B4FFA8D2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646"/>
              <a:ext cx="16" cy="25"/>
            </a:xfrm>
            <a:custGeom>
              <a:avLst/>
              <a:gdLst>
                <a:gd name="T0" fmla="*/ 73 w 7"/>
                <a:gd name="T1" fmla="*/ 20 h 10"/>
                <a:gd name="T2" fmla="*/ 57 w 7"/>
                <a:gd name="T3" fmla="*/ 95 h 10"/>
                <a:gd name="T4" fmla="*/ 11 w 7"/>
                <a:gd name="T5" fmla="*/ 158 h 10"/>
                <a:gd name="T6" fmla="*/ 25 w 7"/>
                <a:gd name="T7" fmla="*/ 63 h 10"/>
                <a:gd name="T8" fmla="*/ 73 w 7"/>
                <a:gd name="T9" fmla="*/ 2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6" y="1"/>
                  </a:moveTo>
                  <a:cubicBezTo>
                    <a:pt x="7" y="1"/>
                    <a:pt x="6" y="3"/>
                    <a:pt x="5" y="6"/>
                  </a:cubicBezTo>
                  <a:cubicBezTo>
                    <a:pt x="4" y="9"/>
                    <a:pt x="2" y="10"/>
                    <a:pt x="1" y="10"/>
                  </a:cubicBezTo>
                  <a:cubicBezTo>
                    <a:pt x="0" y="9"/>
                    <a:pt x="0" y="7"/>
                    <a:pt x="2" y="4"/>
                  </a:cubicBezTo>
                  <a:cubicBezTo>
                    <a:pt x="3" y="2"/>
                    <a:pt x="5" y="0"/>
                    <a:pt x="6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5" name="Freeform 378">
              <a:extLst>
                <a:ext uri="{FF2B5EF4-FFF2-40B4-BE49-F238E27FC236}">
                  <a16:creationId xmlns:a16="http://schemas.microsoft.com/office/drawing/2014/main" id="{D6D5C33C-D51D-47AF-B5A0-C11A49CB2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396"/>
              <a:ext cx="24" cy="17"/>
            </a:xfrm>
            <a:custGeom>
              <a:avLst/>
              <a:gdLst>
                <a:gd name="T0" fmla="*/ 127 w 10"/>
                <a:gd name="T1" fmla="*/ 12 h 7"/>
                <a:gd name="T2" fmla="*/ 82 w 10"/>
                <a:gd name="T3" fmla="*/ 70 h 7"/>
                <a:gd name="T4" fmla="*/ 12 w 10"/>
                <a:gd name="T5" fmla="*/ 87 h 7"/>
                <a:gd name="T6" fmla="*/ 58 w 10"/>
                <a:gd name="T7" fmla="*/ 29 h 7"/>
                <a:gd name="T8" fmla="*/ 127 w 10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1"/>
                  </a:moveTo>
                  <a:cubicBezTo>
                    <a:pt x="10" y="2"/>
                    <a:pt x="8" y="4"/>
                    <a:pt x="6" y="5"/>
                  </a:cubicBezTo>
                  <a:cubicBezTo>
                    <a:pt x="3" y="7"/>
                    <a:pt x="1" y="7"/>
                    <a:pt x="1" y="6"/>
                  </a:cubicBezTo>
                  <a:cubicBezTo>
                    <a:pt x="0" y="6"/>
                    <a:pt x="2" y="4"/>
                    <a:pt x="4" y="2"/>
                  </a:cubicBezTo>
                  <a:cubicBezTo>
                    <a:pt x="6" y="1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Freeform 379">
              <a:extLst>
                <a:ext uri="{FF2B5EF4-FFF2-40B4-BE49-F238E27FC236}">
                  <a16:creationId xmlns:a16="http://schemas.microsoft.com/office/drawing/2014/main" id="{E06ED7E2-9B64-41E0-B70E-61D9B3FB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321"/>
              <a:ext cx="26" cy="10"/>
            </a:xfrm>
            <a:custGeom>
              <a:avLst/>
              <a:gdLst>
                <a:gd name="T0" fmla="*/ 144 w 11"/>
                <a:gd name="T1" fmla="*/ 33 h 4"/>
                <a:gd name="T2" fmla="*/ 66 w 11"/>
                <a:gd name="T3" fmla="*/ 63 h 4"/>
                <a:gd name="T4" fmla="*/ 0 w 11"/>
                <a:gd name="T5" fmla="*/ 33 h 4"/>
                <a:gd name="T6" fmla="*/ 66 w 11"/>
                <a:gd name="T7" fmla="*/ 0 h 4"/>
                <a:gd name="T8" fmla="*/ 144 w 11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">
                  <a:moveTo>
                    <a:pt x="11" y="2"/>
                  </a:moveTo>
                  <a:cubicBezTo>
                    <a:pt x="10" y="3"/>
                    <a:pt x="8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7" name="Freeform 380">
              <a:extLst>
                <a:ext uri="{FF2B5EF4-FFF2-40B4-BE49-F238E27FC236}">
                  <a16:creationId xmlns:a16="http://schemas.microsoft.com/office/drawing/2014/main" id="{BD5F33A2-6B34-4D2C-B81F-2FFED39B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433"/>
              <a:ext cx="23" cy="15"/>
            </a:xfrm>
            <a:custGeom>
              <a:avLst/>
              <a:gdLst>
                <a:gd name="T0" fmla="*/ 110 w 10"/>
                <a:gd name="T1" fmla="*/ 83 h 6"/>
                <a:gd name="T2" fmla="*/ 48 w 10"/>
                <a:gd name="T3" fmla="*/ 63 h 6"/>
                <a:gd name="T4" fmla="*/ 0 w 10"/>
                <a:gd name="T5" fmla="*/ 0 h 6"/>
                <a:gd name="T6" fmla="*/ 74 w 10"/>
                <a:gd name="T7" fmla="*/ 20 h 6"/>
                <a:gd name="T8" fmla="*/ 110 w 10"/>
                <a:gd name="T9" fmla="*/ 8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5"/>
                  </a:moveTo>
                  <a:cubicBezTo>
                    <a:pt x="9" y="6"/>
                    <a:pt x="7" y="6"/>
                    <a:pt x="4" y="4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3"/>
                    <a:pt x="10" y="4"/>
                    <a:pt x="9" y="5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Freeform 381">
              <a:extLst>
                <a:ext uri="{FF2B5EF4-FFF2-40B4-BE49-F238E27FC236}">
                  <a16:creationId xmlns:a16="http://schemas.microsoft.com/office/drawing/2014/main" id="{D6C220FA-B0AC-4B68-9F34-91DA7814A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1698"/>
              <a:ext cx="12" cy="28"/>
            </a:xfrm>
            <a:custGeom>
              <a:avLst/>
              <a:gdLst>
                <a:gd name="T0" fmla="*/ 58 w 5"/>
                <a:gd name="T1" fmla="*/ 163 h 11"/>
                <a:gd name="T2" fmla="*/ 12 w 5"/>
                <a:gd name="T3" fmla="*/ 97 h 11"/>
                <a:gd name="T4" fmla="*/ 12 w 5"/>
                <a:gd name="T5" fmla="*/ 20 h 11"/>
                <a:gd name="T6" fmla="*/ 58 w 5"/>
                <a:gd name="T7" fmla="*/ 84 h 11"/>
                <a:gd name="T8" fmla="*/ 58 w 5"/>
                <a:gd name="T9" fmla="*/ 16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4" y="10"/>
                  </a:moveTo>
                  <a:cubicBezTo>
                    <a:pt x="3" y="11"/>
                    <a:pt x="2" y="9"/>
                    <a:pt x="1" y="6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1" y="0"/>
                    <a:pt x="3" y="2"/>
                    <a:pt x="4" y="5"/>
                  </a:cubicBezTo>
                  <a:cubicBezTo>
                    <a:pt x="5" y="7"/>
                    <a:pt x="5" y="10"/>
                    <a:pt x="4" y="1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9" name="Freeform 382">
              <a:extLst>
                <a:ext uri="{FF2B5EF4-FFF2-40B4-BE49-F238E27FC236}">
                  <a16:creationId xmlns:a16="http://schemas.microsoft.com/office/drawing/2014/main" id="{233E26C1-335C-4312-A431-B65D4187F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008"/>
              <a:ext cx="9" cy="27"/>
            </a:xfrm>
            <a:custGeom>
              <a:avLst/>
              <a:gdLst>
                <a:gd name="T0" fmla="*/ 11 w 4"/>
                <a:gd name="T1" fmla="*/ 162 h 11"/>
                <a:gd name="T2" fmla="*/ 0 w 4"/>
                <a:gd name="T3" fmla="*/ 71 h 11"/>
                <a:gd name="T4" fmla="*/ 36 w 4"/>
                <a:gd name="T5" fmla="*/ 0 h 11"/>
                <a:gd name="T6" fmla="*/ 45 w 4"/>
                <a:gd name="T7" fmla="*/ 91 h 11"/>
                <a:gd name="T8" fmla="*/ 11 w 4"/>
                <a:gd name="T9" fmla="*/ 1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1" y="11"/>
                  </a:moveTo>
                  <a:cubicBezTo>
                    <a:pt x="0" y="11"/>
                    <a:pt x="0" y="8"/>
                    <a:pt x="0" y="5"/>
                  </a:cubicBezTo>
                  <a:cubicBezTo>
                    <a:pt x="1" y="3"/>
                    <a:pt x="2" y="0"/>
                    <a:pt x="3" y="0"/>
                  </a:cubicBezTo>
                  <a:cubicBezTo>
                    <a:pt x="4" y="1"/>
                    <a:pt x="4" y="3"/>
                    <a:pt x="4" y="6"/>
                  </a:cubicBezTo>
                  <a:cubicBezTo>
                    <a:pt x="4" y="9"/>
                    <a:pt x="2" y="11"/>
                    <a:pt x="1" y="1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Freeform 383">
              <a:extLst>
                <a:ext uri="{FF2B5EF4-FFF2-40B4-BE49-F238E27FC236}">
                  <a16:creationId xmlns:a16="http://schemas.microsoft.com/office/drawing/2014/main" id="{B79F14D9-E20A-414D-9618-58750FE80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283"/>
              <a:ext cx="19" cy="22"/>
            </a:xfrm>
            <a:custGeom>
              <a:avLst/>
              <a:gdLst>
                <a:gd name="T0" fmla="*/ 12 w 8"/>
                <a:gd name="T1" fmla="*/ 132 h 9"/>
                <a:gd name="T2" fmla="*/ 29 w 8"/>
                <a:gd name="T3" fmla="*/ 59 h 9"/>
                <a:gd name="T4" fmla="*/ 95 w 8"/>
                <a:gd name="T5" fmla="*/ 0 h 9"/>
                <a:gd name="T6" fmla="*/ 69 w 8"/>
                <a:gd name="T7" fmla="*/ 90 h 9"/>
                <a:gd name="T8" fmla="*/ 12 w 8"/>
                <a:gd name="T9" fmla="*/ 1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9"/>
                  </a:moveTo>
                  <a:cubicBezTo>
                    <a:pt x="0" y="8"/>
                    <a:pt x="1" y="6"/>
                    <a:pt x="2" y="4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8" y="1"/>
                    <a:pt x="7" y="3"/>
                    <a:pt x="5" y="6"/>
                  </a:cubicBezTo>
                  <a:cubicBezTo>
                    <a:pt x="4" y="8"/>
                    <a:pt x="1" y="9"/>
                    <a:pt x="1" y="9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1" name="Freeform 384">
              <a:extLst>
                <a:ext uri="{FF2B5EF4-FFF2-40B4-BE49-F238E27FC236}">
                  <a16:creationId xmlns:a16="http://schemas.microsoft.com/office/drawing/2014/main" id="{DEE90FF0-3932-4FE9-9F2C-C0E27100F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482"/>
              <a:ext cx="21" cy="18"/>
            </a:xfrm>
            <a:custGeom>
              <a:avLst/>
              <a:gdLst>
                <a:gd name="T0" fmla="*/ 0 w 9"/>
                <a:gd name="T1" fmla="*/ 100 h 7"/>
                <a:gd name="T2" fmla="*/ 37 w 9"/>
                <a:gd name="T3" fmla="*/ 33 h 7"/>
                <a:gd name="T4" fmla="*/ 114 w 9"/>
                <a:gd name="T5" fmla="*/ 21 h 7"/>
                <a:gd name="T6" fmla="*/ 65 w 9"/>
                <a:gd name="T7" fmla="*/ 85 h 7"/>
                <a:gd name="T8" fmla="*/ 0 w 9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0" y="6"/>
                    <a:pt x="1" y="4"/>
                    <a:pt x="3" y="2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9" y="2"/>
                    <a:pt x="8" y="4"/>
                    <a:pt x="5" y="5"/>
                  </a:cubicBezTo>
                  <a:cubicBezTo>
                    <a:pt x="3" y="7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Freeform 385">
              <a:extLst>
                <a:ext uri="{FF2B5EF4-FFF2-40B4-BE49-F238E27FC236}">
                  <a16:creationId xmlns:a16="http://schemas.microsoft.com/office/drawing/2014/main" id="{CF6C8845-8D8C-4B17-99C1-826678C3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560"/>
              <a:ext cx="26" cy="10"/>
            </a:xfrm>
            <a:custGeom>
              <a:avLst/>
              <a:gdLst>
                <a:gd name="T0" fmla="*/ 0 w 11"/>
                <a:gd name="T1" fmla="*/ 33 h 4"/>
                <a:gd name="T2" fmla="*/ 66 w 11"/>
                <a:gd name="T3" fmla="*/ 0 h 4"/>
                <a:gd name="T4" fmla="*/ 144 w 11"/>
                <a:gd name="T5" fmla="*/ 20 h 4"/>
                <a:gd name="T6" fmla="*/ 78 w 11"/>
                <a:gd name="T7" fmla="*/ 50 h 4"/>
                <a:gd name="T8" fmla="*/ 0 w 11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11" y="0"/>
                    <a:pt x="11" y="1"/>
                  </a:cubicBezTo>
                  <a:cubicBezTo>
                    <a:pt x="11" y="2"/>
                    <a:pt x="8" y="3"/>
                    <a:pt x="6" y="3"/>
                  </a:cubicBezTo>
                  <a:cubicBezTo>
                    <a:pt x="3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3" name="Freeform 386">
              <a:extLst>
                <a:ext uri="{FF2B5EF4-FFF2-40B4-BE49-F238E27FC236}">
                  <a16:creationId xmlns:a16="http://schemas.microsoft.com/office/drawing/2014/main" id="{BBBECE2C-C0E0-4FF3-B9AD-8873D1B92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487"/>
              <a:ext cx="26" cy="18"/>
            </a:xfrm>
            <a:custGeom>
              <a:avLst/>
              <a:gdLst>
                <a:gd name="T0" fmla="*/ 12 w 11"/>
                <a:gd name="T1" fmla="*/ 21 h 7"/>
                <a:gd name="T2" fmla="*/ 78 w 11"/>
                <a:gd name="T3" fmla="*/ 33 h 7"/>
                <a:gd name="T4" fmla="*/ 135 w 11"/>
                <a:gd name="T5" fmla="*/ 100 h 7"/>
                <a:gd name="T6" fmla="*/ 66 w 11"/>
                <a:gd name="T7" fmla="*/ 85 h 7"/>
                <a:gd name="T8" fmla="*/ 12 w 11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1" y="1"/>
                  </a:moveTo>
                  <a:cubicBezTo>
                    <a:pt x="1" y="0"/>
                    <a:pt x="4" y="1"/>
                    <a:pt x="6" y="2"/>
                  </a:cubicBezTo>
                  <a:cubicBezTo>
                    <a:pt x="9" y="3"/>
                    <a:pt x="11" y="5"/>
                    <a:pt x="10" y="6"/>
                  </a:cubicBezTo>
                  <a:cubicBezTo>
                    <a:pt x="10" y="7"/>
                    <a:pt x="7" y="7"/>
                    <a:pt x="5" y="5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Freeform 387">
              <a:extLst>
                <a:ext uri="{FF2B5EF4-FFF2-40B4-BE49-F238E27FC236}">
                  <a16:creationId xmlns:a16="http://schemas.microsoft.com/office/drawing/2014/main" id="{6C4EE46A-53DD-4489-9897-08F33AEB2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310"/>
              <a:ext cx="19" cy="22"/>
            </a:xfrm>
            <a:custGeom>
              <a:avLst/>
              <a:gdLst>
                <a:gd name="T0" fmla="*/ 0 w 8"/>
                <a:gd name="T1" fmla="*/ 12 h 9"/>
                <a:gd name="T2" fmla="*/ 69 w 8"/>
                <a:gd name="T3" fmla="*/ 42 h 9"/>
                <a:gd name="T4" fmla="*/ 95 w 8"/>
                <a:gd name="T5" fmla="*/ 132 h 9"/>
                <a:gd name="T6" fmla="*/ 29 w 8"/>
                <a:gd name="T7" fmla="*/ 90 h 9"/>
                <a:gd name="T8" fmla="*/ 0 w 8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0"/>
                    <a:pt x="3" y="1"/>
                    <a:pt x="5" y="3"/>
                  </a:cubicBezTo>
                  <a:cubicBezTo>
                    <a:pt x="7" y="6"/>
                    <a:pt x="8" y="8"/>
                    <a:pt x="7" y="9"/>
                  </a:cubicBezTo>
                  <a:cubicBezTo>
                    <a:pt x="7" y="9"/>
                    <a:pt x="4" y="8"/>
                    <a:pt x="2" y="6"/>
                  </a:cubicBezTo>
                  <a:cubicBezTo>
                    <a:pt x="1" y="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5" name="Freeform 388">
              <a:extLst>
                <a:ext uri="{FF2B5EF4-FFF2-40B4-BE49-F238E27FC236}">
                  <a16:creationId xmlns:a16="http://schemas.microsoft.com/office/drawing/2014/main" id="{ED5B179F-ED4B-4867-903A-7ED5A2524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038"/>
              <a:ext cx="11" cy="27"/>
            </a:xfrm>
            <a:custGeom>
              <a:avLst/>
              <a:gdLst>
                <a:gd name="T0" fmla="*/ 20 w 5"/>
                <a:gd name="T1" fmla="*/ 0 h 11"/>
                <a:gd name="T2" fmla="*/ 44 w 5"/>
                <a:gd name="T3" fmla="*/ 71 h 11"/>
                <a:gd name="T4" fmla="*/ 33 w 5"/>
                <a:gd name="T5" fmla="*/ 150 h 11"/>
                <a:gd name="T6" fmla="*/ 9 w 5"/>
                <a:gd name="T7" fmla="*/ 91 h 11"/>
                <a:gd name="T8" fmla="*/ 2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3" y="0"/>
                    <a:pt x="4" y="2"/>
                    <a:pt x="4" y="5"/>
                  </a:cubicBezTo>
                  <a:cubicBezTo>
                    <a:pt x="5" y="8"/>
                    <a:pt x="4" y="10"/>
                    <a:pt x="3" y="10"/>
                  </a:cubicBezTo>
                  <a:cubicBezTo>
                    <a:pt x="2" y="11"/>
                    <a:pt x="1" y="8"/>
                    <a:pt x="1" y="6"/>
                  </a:cubicBezTo>
                  <a:cubicBezTo>
                    <a:pt x="0" y="3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Freeform 389">
              <a:extLst>
                <a:ext uri="{FF2B5EF4-FFF2-40B4-BE49-F238E27FC236}">
                  <a16:creationId xmlns:a16="http://schemas.microsoft.com/office/drawing/2014/main" id="{A3ABECBD-F6FF-4C65-B77E-DE45B6A06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551"/>
              <a:ext cx="489" cy="404"/>
            </a:xfrm>
            <a:custGeom>
              <a:avLst/>
              <a:gdLst>
                <a:gd name="T0" fmla="*/ 2665 w 209"/>
                <a:gd name="T1" fmla="*/ 1100 h 162"/>
                <a:gd name="T2" fmla="*/ 2599 w 209"/>
                <a:gd name="T3" fmla="*/ 870 h 162"/>
                <a:gd name="T4" fmla="*/ 2574 w 209"/>
                <a:gd name="T5" fmla="*/ 604 h 162"/>
                <a:gd name="T6" fmla="*/ 2267 w 209"/>
                <a:gd name="T7" fmla="*/ 292 h 162"/>
                <a:gd name="T8" fmla="*/ 1986 w 209"/>
                <a:gd name="T9" fmla="*/ 0 h 162"/>
                <a:gd name="T10" fmla="*/ 1986 w 209"/>
                <a:gd name="T11" fmla="*/ 0 h 162"/>
                <a:gd name="T12" fmla="*/ 2267 w 209"/>
                <a:gd name="T13" fmla="*/ 312 h 162"/>
                <a:gd name="T14" fmla="*/ 2342 w 209"/>
                <a:gd name="T15" fmla="*/ 633 h 162"/>
                <a:gd name="T16" fmla="*/ 2267 w 209"/>
                <a:gd name="T17" fmla="*/ 1424 h 162"/>
                <a:gd name="T18" fmla="*/ 1205 w 209"/>
                <a:gd name="T19" fmla="*/ 2170 h 162"/>
                <a:gd name="T20" fmla="*/ 576 w 209"/>
                <a:gd name="T21" fmla="*/ 1910 h 162"/>
                <a:gd name="T22" fmla="*/ 37 w 209"/>
                <a:gd name="T23" fmla="*/ 1474 h 162"/>
                <a:gd name="T24" fmla="*/ 0 w 209"/>
                <a:gd name="T25" fmla="*/ 1474 h 162"/>
                <a:gd name="T26" fmla="*/ 115 w 209"/>
                <a:gd name="T27" fmla="*/ 1641 h 162"/>
                <a:gd name="T28" fmla="*/ 229 w 209"/>
                <a:gd name="T29" fmla="*/ 1910 h 162"/>
                <a:gd name="T30" fmla="*/ 421 w 209"/>
                <a:gd name="T31" fmla="*/ 2065 h 162"/>
                <a:gd name="T32" fmla="*/ 679 w 209"/>
                <a:gd name="T33" fmla="*/ 2294 h 162"/>
                <a:gd name="T34" fmla="*/ 1156 w 209"/>
                <a:gd name="T35" fmla="*/ 2451 h 162"/>
                <a:gd name="T36" fmla="*/ 1757 w 209"/>
                <a:gd name="T37" fmla="*/ 2407 h 162"/>
                <a:gd name="T38" fmla="*/ 2267 w 209"/>
                <a:gd name="T39" fmla="*/ 2127 h 162"/>
                <a:gd name="T40" fmla="*/ 2419 w 209"/>
                <a:gd name="T41" fmla="*/ 1878 h 162"/>
                <a:gd name="T42" fmla="*/ 2574 w 209"/>
                <a:gd name="T43" fmla="*/ 1599 h 162"/>
                <a:gd name="T44" fmla="*/ 2665 w 209"/>
                <a:gd name="T45" fmla="*/ 1100 h 16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09" h="162">
                  <a:moveTo>
                    <a:pt x="208" y="71"/>
                  </a:moveTo>
                  <a:cubicBezTo>
                    <a:pt x="208" y="66"/>
                    <a:pt x="205" y="61"/>
                    <a:pt x="203" y="56"/>
                  </a:cubicBezTo>
                  <a:cubicBezTo>
                    <a:pt x="202" y="51"/>
                    <a:pt x="203" y="45"/>
                    <a:pt x="201" y="39"/>
                  </a:cubicBezTo>
                  <a:cubicBezTo>
                    <a:pt x="196" y="27"/>
                    <a:pt x="184" y="28"/>
                    <a:pt x="177" y="19"/>
                  </a:cubicBezTo>
                  <a:cubicBezTo>
                    <a:pt x="170" y="11"/>
                    <a:pt x="166" y="2"/>
                    <a:pt x="155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61" y="7"/>
                    <a:pt x="171" y="12"/>
                    <a:pt x="177" y="20"/>
                  </a:cubicBezTo>
                  <a:cubicBezTo>
                    <a:pt x="181" y="26"/>
                    <a:pt x="182" y="34"/>
                    <a:pt x="183" y="41"/>
                  </a:cubicBezTo>
                  <a:cubicBezTo>
                    <a:pt x="186" y="59"/>
                    <a:pt x="184" y="75"/>
                    <a:pt x="177" y="92"/>
                  </a:cubicBezTo>
                  <a:cubicBezTo>
                    <a:pt x="163" y="126"/>
                    <a:pt x="129" y="140"/>
                    <a:pt x="94" y="140"/>
                  </a:cubicBezTo>
                  <a:cubicBezTo>
                    <a:pt x="73" y="140"/>
                    <a:pt x="62" y="136"/>
                    <a:pt x="45" y="123"/>
                  </a:cubicBezTo>
                  <a:cubicBezTo>
                    <a:pt x="33" y="113"/>
                    <a:pt x="12" y="108"/>
                    <a:pt x="3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3" y="99"/>
                    <a:pt x="6" y="102"/>
                    <a:pt x="9" y="106"/>
                  </a:cubicBezTo>
                  <a:cubicBezTo>
                    <a:pt x="13" y="111"/>
                    <a:pt x="14" y="118"/>
                    <a:pt x="18" y="123"/>
                  </a:cubicBezTo>
                  <a:cubicBezTo>
                    <a:pt x="22" y="130"/>
                    <a:pt x="27" y="131"/>
                    <a:pt x="33" y="133"/>
                  </a:cubicBezTo>
                  <a:cubicBezTo>
                    <a:pt x="43" y="137"/>
                    <a:pt x="46" y="142"/>
                    <a:pt x="53" y="148"/>
                  </a:cubicBezTo>
                  <a:cubicBezTo>
                    <a:pt x="62" y="157"/>
                    <a:pt x="78" y="155"/>
                    <a:pt x="90" y="158"/>
                  </a:cubicBezTo>
                  <a:cubicBezTo>
                    <a:pt x="107" y="162"/>
                    <a:pt x="120" y="158"/>
                    <a:pt x="137" y="155"/>
                  </a:cubicBezTo>
                  <a:cubicBezTo>
                    <a:pt x="153" y="152"/>
                    <a:pt x="163" y="145"/>
                    <a:pt x="177" y="137"/>
                  </a:cubicBezTo>
                  <a:cubicBezTo>
                    <a:pt x="185" y="133"/>
                    <a:pt x="186" y="130"/>
                    <a:pt x="189" y="121"/>
                  </a:cubicBezTo>
                  <a:cubicBezTo>
                    <a:pt x="191" y="114"/>
                    <a:pt x="197" y="110"/>
                    <a:pt x="201" y="103"/>
                  </a:cubicBezTo>
                  <a:cubicBezTo>
                    <a:pt x="206" y="95"/>
                    <a:pt x="209" y="81"/>
                    <a:pt x="208" y="71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7" name="Freeform 390">
              <a:extLst>
                <a:ext uri="{FF2B5EF4-FFF2-40B4-BE49-F238E27FC236}">
                  <a16:creationId xmlns:a16="http://schemas.microsoft.com/office/drawing/2014/main" id="{58AFF450-281C-4A33-B8D7-D9639A297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816"/>
              <a:ext cx="302" cy="559"/>
            </a:xfrm>
            <a:custGeom>
              <a:avLst/>
              <a:gdLst>
                <a:gd name="T0" fmla="*/ 0 w 129"/>
                <a:gd name="T1" fmla="*/ 0 h 224"/>
                <a:gd name="T2" fmla="*/ 143 w 129"/>
                <a:gd name="T3" fmla="*/ 479 h 224"/>
                <a:gd name="T4" fmla="*/ 87 w 129"/>
                <a:gd name="T5" fmla="*/ 853 h 224"/>
                <a:gd name="T6" fmla="*/ 220 w 129"/>
                <a:gd name="T7" fmla="*/ 1103 h 224"/>
                <a:gd name="T8" fmla="*/ 180 w 129"/>
                <a:gd name="T9" fmla="*/ 1744 h 224"/>
                <a:gd name="T10" fmla="*/ 604 w 129"/>
                <a:gd name="T11" fmla="*/ 2174 h 224"/>
                <a:gd name="T12" fmla="*/ 707 w 129"/>
                <a:gd name="T13" fmla="*/ 2785 h 224"/>
                <a:gd name="T14" fmla="*/ 1140 w 129"/>
                <a:gd name="T15" fmla="*/ 3094 h 224"/>
                <a:gd name="T16" fmla="*/ 1370 w 129"/>
                <a:gd name="T17" fmla="*/ 3451 h 224"/>
                <a:gd name="T18" fmla="*/ 1655 w 129"/>
                <a:gd name="T19" fmla="*/ 3344 h 2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9" h="224">
                  <a:moveTo>
                    <a:pt x="0" y="0"/>
                  </a:moveTo>
                  <a:cubicBezTo>
                    <a:pt x="10" y="10"/>
                    <a:pt x="14" y="17"/>
                    <a:pt x="11" y="31"/>
                  </a:cubicBezTo>
                  <a:cubicBezTo>
                    <a:pt x="10" y="39"/>
                    <a:pt x="6" y="47"/>
                    <a:pt x="7" y="55"/>
                  </a:cubicBezTo>
                  <a:cubicBezTo>
                    <a:pt x="9" y="62"/>
                    <a:pt x="15" y="65"/>
                    <a:pt x="17" y="71"/>
                  </a:cubicBezTo>
                  <a:cubicBezTo>
                    <a:pt x="24" y="86"/>
                    <a:pt x="14" y="98"/>
                    <a:pt x="14" y="112"/>
                  </a:cubicBezTo>
                  <a:cubicBezTo>
                    <a:pt x="15" y="130"/>
                    <a:pt x="36" y="129"/>
                    <a:pt x="47" y="140"/>
                  </a:cubicBezTo>
                  <a:cubicBezTo>
                    <a:pt x="58" y="150"/>
                    <a:pt x="51" y="166"/>
                    <a:pt x="55" y="179"/>
                  </a:cubicBezTo>
                  <a:cubicBezTo>
                    <a:pt x="62" y="197"/>
                    <a:pt x="77" y="191"/>
                    <a:pt x="89" y="199"/>
                  </a:cubicBezTo>
                  <a:cubicBezTo>
                    <a:pt x="99" y="206"/>
                    <a:pt x="94" y="219"/>
                    <a:pt x="107" y="222"/>
                  </a:cubicBezTo>
                  <a:cubicBezTo>
                    <a:pt x="117" y="224"/>
                    <a:pt x="121" y="216"/>
                    <a:pt x="129" y="2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Freeform 391">
              <a:extLst>
                <a:ext uri="{FF2B5EF4-FFF2-40B4-BE49-F238E27FC236}">
                  <a16:creationId xmlns:a16="http://schemas.microsoft.com/office/drawing/2014/main" id="{BB5C025B-9F28-4247-9430-695C0254A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893"/>
              <a:ext cx="103" cy="429"/>
            </a:xfrm>
            <a:custGeom>
              <a:avLst/>
              <a:gdLst>
                <a:gd name="T0" fmla="*/ 0 w 44"/>
                <a:gd name="T1" fmla="*/ 0 h 172"/>
                <a:gd name="T2" fmla="*/ 143 w 44"/>
                <a:gd name="T3" fmla="*/ 449 h 172"/>
                <a:gd name="T4" fmla="*/ 126 w 44"/>
                <a:gd name="T5" fmla="*/ 791 h 172"/>
                <a:gd name="T6" fmla="*/ 269 w 44"/>
                <a:gd name="T7" fmla="*/ 1182 h 172"/>
                <a:gd name="T8" fmla="*/ 269 w 44"/>
                <a:gd name="T9" fmla="*/ 1549 h 172"/>
                <a:gd name="T10" fmla="*/ 220 w 44"/>
                <a:gd name="T11" fmla="*/ 1878 h 172"/>
                <a:gd name="T12" fmla="*/ 412 w 44"/>
                <a:gd name="T13" fmla="*/ 2157 h 172"/>
                <a:gd name="T14" fmla="*/ 487 w 44"/>
                <a:gd name="T15" fmla="*/ 2669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172">
                  <a:moveTo>
                    <a:pt x="0" y="0"/>
                  </a:moveTo>
                  <a:cubicBezTo>
                    <a:pt x="12" y="1"/>
                    <a:pt x="12" y="21"/>
                    <a:pt x="11" y="29"/>
                  </a:cubicBezTo>
                  <a:cubicBezTo>
                    <a:pt x="10" y="37"/>
                    <a:pt x="7" y="44"/>
                    <a:pt x="10" y="51"/>
                  </a:cubicBezTo>
                  <a:cubicBezTo>
                    <a:pt x="14" y="61"/>
                    <a:pt x="20" y="65"/>
                    <a:pt x="21" y="76"/>
                  </a:cubicBezTo>
                  <a:cubicBezTo>
                    <a:pt x="21" y="83"/>
                    <a:pt x="22" y="92"/>
                    <a:pt x="21" y="100"/>
                  </a:cubicBezTo>
                  <a:cubicBezTo>
                    <a:pt x="20" y="107"/>
                    <a:pt x="15" y="114"/>
                    <a:pt x="17" y="121"/>
                  </a:cubicBezTo>
                  <a:cubicBezTo>
                    <a:pt x="18" y="130"/>
                    <a:pt x="26" y="134"/>
                    <a:pt x="32" y="139"/>
                  </a:cubicBezTo>
                  <a:cubicBezTo>
                    <a:pt x="44" y="149"/>
                    <a:pt x="41" y="159"/>
                    <a:pt x="38" y="17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9" name="Freeform 392">
              <a:extLst>
                <a:ext uri="{FF2B5EF4-FFF2-40B4-BE49-F238E27FC236}">
                  <a16:creationId xmlns:a16="http://schemas.microsoft.com/office/drawing/2014/main" id="{10F4D72B-D964-499F-92F7-AF8C1EA54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943"/>
              <a:ext cx="47" cy="135"/>
            </a:xfrm>
            <a:custGeom>
              <a:avLst/>
              <a:gdLst>
                <a:gd name="T0" fmla="*/ 132 w 20"/>
                <a:gd name="T1" fmla="*/ 0 h 54"/>
                <a:gd name="T2" fmla="*/ 259 w 20"/>
                <a:gd name="T3" fmla="*/ 845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4">
                  <a:moveTo>
                    <a:pt x="10" y="0"/>
                  </a:moveTo>
                  <a:cubicBezTo>
                    <a:pt x="0" y="15"/>
                    <a:pt x="11" y="39"/>
                    <a:pt x="20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Freeform 393">
              <a:extLst>
                <a:ext uri="{FF2B5EF4-FFF2-40B4-BE49-F238E27FC236}">
                  <a16:creationId xmlns:a16="http://schemas.microsoft.com/office/drawing/2014/main" id="{8DC58A63-A104-4CFD-A3EB-53B967664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546"/>
              <a:ext cx="107" cy="347"/>
            </a:xfrm>
            <a:custGeom>
              <a:avLst/>
              <a:gdLst>
                <a:gd name="T0" fmla="*/ 0 w 46"/>
                <a:gd name="T1" fmla="*/ 2162 h 139"/>
                <a:gd name="T2" fmla="*/ 163 w 46"/>
                <a:gd name="T3" fmla="*/ 1728 h 139"/>
                <a:gd name="T4" fmla="*/ 237 w 46"/>
                <a:gd name="T5" fmla="*/ 1403 h 139"/>
                <a:gd name="T6" fmla="*/ 228 w 46"/>
                <a:gd name="T7" fmla="*/ 1103 h 139"/>
                <a:gd name="T8" fmla="*/ 551 w 46"/>
                <a:gd name="T9" fmla="*/ 499 h 139"/>
                <a:gd name="T10" fmla="*/ 514 w 46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39">
                  <a:moveTo>
                    <a:pt x="0" y="139"/>
                  </a:moveTo>
                  <a:cubicBezTo>
                    <a:pt x="4" y="129"/>
                    <a:pt x="7" y="121"/>
                    <a:pt x="13" y="111"/>
                  </a:cubicBezTo>
                  <a:cubicBezTo>
                    <a:pt x="17" y="105"/>
                    <a:pt x="19" y="98"/>
                    <a:pt x="19" y="90"/>
                  </a:cubicBezTo>
                  <a:cubicBezTo>
                    <a:pt x="18" y="83"/>
                    <a:pt x="16" y="78"/>
                    <a:pt x="18" y="71"/>
                  </a:cubicBezTo>
                  <a:cubicBezTo>
                    <a:pt x="24" y="55"/>
                    <a:pt x="41" y="49"/>
                    <a:pt x="44" y="32"/>
                  </a:cubicBezTo>
                  <a:cubicBezTo>
                    <a:pt x="46" y="23"/>
                    <a:pt x="44" y="9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1" name="Freeform 394">
              <a:extLst>
                <a:ext uri="{FF2B5EF4-FFF2-40B4-BE49-F238E27FC236}">
                  <a16:creationId xmlns:a16="http://schemas.microsoft.com/office/drawing/2014/main" id="{5079B895-C723-4006-87D0-F87D9F88C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351"/>
              <a:ext cx="525" cy="345"/>
            </a:xfrm>
            <a:custGeom>
              <a:avLst/>
              <a:gdLst>
                <a:gd name="T0" fmla="*/ 12 w 224"/>
                <a:gd name="T1" fmla="*/ 2158 h 138"/>
                <a:gd name="T2" fmla="*/ 28 w 224"/>
                <a:gd name="T3" fmla="*/ 1875 h 138"/>
                <a:gd name="T4" fmla="*/ 115 w 224"/>
                <a:gd name="T5" fmla="*/ 1625 h 138"/>
                <a:gd name="T6" fmla="*/ 246 w 224"/>
                <a:gd name="T7" fmla="*/ 1313 h 138"/>
                <a:gd name="T8" fmla="*/ 642 w 224"/>
                <a:gd name="T9" fmla="*/ 1033 h 138"/>
                <a:gd name="T10" fmla="*/ 834 w 224"/>
                <a:gd name="T11" fmla="*/ 800 h 138"/>
                <a:gd name="T12" fmla="*/ 940 w 224"/>
                <a:gd name="T13" fmla="*/ 658 h 138"/>
                <a:gd name="T14" fmla="*/ 1521 w 224"/>
                <a:gd name="T15" fmla="*/ 488 h 138"/>
                <a:gd name="T16" fmla="*/ 1917 w 224"/>
                <a:gd name="T17" fmla="*/ 238 h 138"/>
                <a:gd name="T18" fmla="*/ 2588 w 224"/>
                <a:gd name="T19" fmla="*/ 238 h 138"/>
                <a:gd name="T20" fmla="*/ 2883 w 224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38">
                  <a:moveTo>
                    <a:pt x="1" y="138"/>
                  </a:moveTo>
                  <a:cubicBezTo>
                    <a:pt x="2" y="132"/>
                    <a:pt x="0" y="126"/>
                    <a:pt x="2" y="120"/>
                  </a:cubicBezTo>
                  <a:cubicBezTo>
                    <a:pt x="3" y="114"/>
                    <a:pt x="6" y="110"/>
                    <a:pt x="9" y="104"/>
                  </a:cubicBezTo>
                  <a:cubicBezTo>
                    <a:pt x="12" y="97"/>
                    <a:pt x="14" y="90"/>
                    <a:pt x="19" y="84"/>
                  </a:cubicBezTo>
                  <a:cubicBezTo>
                    <a:pt x="26" y="74"/>
                    <a:pt x="41" y="73"/>
                    <a:pt x="50" y="66"/>
                  </a:cubicBezTo>
                  <a:cubicBezTo>
                    <a:pt x="56" y="62"/>
                    <a:pt x="61" y="57"/>
                    <a:pt x="65" y="51"/>
                  </a:cubicBezTo>
                  <a:cubicBezTo>
                    <a:pt x="68" y="46"/>
                    <a:pt x="68" y="45"/>
                    <a:pt x="73" y="42"/>
                  </a:cubicBezTo>
                  <a:cubicBezTo>
                    <a:pt x="88" y="37"/>
                    <a:pt x="104" y="38"/>
                    <a:pt x="118" y="31"/>
                  </a:cubicBezTo>
                  <a:cubicBezTo>
                    <a:pt x="130" y="24"/>
                    <a:pt x="134" y="11"/>
                    <a:pt x="149" y="15"/>
                  </a:cubicBezTo>
                  <a:cubicBezTo>
                    <a:pt x="167" y="19"/>
                    <a:pt x="184" y="25"/>
                    <a:pt x="201" y="15"/>
                  </a:cubicBezTo>
                  <a:cubicBezTo>
                    <a:pt x="209" y="11"/>
                    <a:pt x="218" y="5"/>
                    <a:pt x="22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Freeform 395">
              <a:extLst>
                <a:ext uri="{FF2B5EF4-FFF2-40B4-BE49-F238E27FC236}">
                  <a16:creationId xmlns:a16="http://schemas.microsoft.com/office/drawing/2014/main" id="{1512CB3D-8BE6-4D1F-871C-ADC47886E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653"/>
              <a:ext cx="61" cy="135"/>
            </a:xfrm>
            <a:custGeom>
              <a:avLst/>
              <a:gdLst>
                <a:gd name="T0" fmla="*/ 286 w 26"/>
                <a:gd name="T1" fmla="*/ 0 h 54"/>
                <a:gd name="T2" fmla="*/ 192 w 26"/>
                <a:gd name="T3" fmla="*/ 563 h 54"/>
                <a:gd name="T4" fmla="*/ 0 w 26"/>
                <a:gd name="T5" fmla="*/ 84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4">
                  <a:moveTo>
                    <a:pt x="22" y="0"/>
                  </a:moveTo>
                  <a:cubicBezTo>
                    <a:pt x="26" y="12"/>
                    <a:pt x="22" y="25"/>
                    <a:pt x="15" y="36"/>
                  </a:cubicBezTo>
                  <a:cubicBezTo>
                    <a:pt x="11" y="42"/>
                    <a:pt x="3" y="47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3" name="Freeform 396">
              <a:extLst>
                <a:ext uri="{FF2B5EF4-FFF2-40B4-BE49-F238E27FC236}">
                  <a16:creationId xmlns:a16="http://schemas.microsoft.com/office/drawing/2014/main" id="{F0C07E06-0A62-41FB-B332-5E3CDCC6E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721"/>
              <a:ext cx="42" cy="174"/>
            </a:xfrm>
            <a:custGeom>
              <a:avLst/>
              <a:gdLst>
                <a:gd name="T0" fmla="*/ 229 w 18"/>
                <a:gd name="T1" fmla="*/ 0 h 70"/>
                <a:gd name="T2" fmla="*/ 77 w 18"/>
                <a:gd name="T3" fmla="*/ 186 h 70"/>
                <a:gd name="T4" fmla="*/ 28 w 18"/>
                <a:gd name="T5" fmla="*/ 599 h 70"/>
                <a:gd name="T6" fmla="*/ 0 w 18"/>
                <a:gd name="T7" fmla="*/ 107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0">
                  <a:moveTo>
                    <a:pt x="18" y="0"/>
                  </a:moveTo>
                  <a:cubicBezTo>
                    <a:pt x="13" y="4"/>
                    <a:pt x="8" y="5"/>
                    <a:pt x="6" y="12"/>
                  </a:cubicBezTo>
                  <a:cubicBezTo>
                    <a:pt x="2" y="20"/>
                    <a:pt x="3" y="30"/>
                    <a:pt x="2" y="39"/>
                  </a:cubicBezTo>
                  <a:cubicBezTo>
                    <a:pt x="0" y="49"/>
                    <a:pt x="1" y="60"/>
                    <a:pt x="0" y="7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Freeform 397">
              <a:extLst>
                <a:ext uri="{FF2B5EF4-FFF2-40B4-BE49-F238E27FC236}">
                  <a16:creationId xmlns:a16="http://schemas.microsoft.com/office/drawing/2014/main" id="{5D79B3BB-6B81-464D-849C-8EBFDEA60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823"/>
              <a:ext cx="26" cy="117"/>
            </a:xfrm>
            <a:custGeom>
              <a:avLst/>
              <a:gdLst>
                <a:gd name="T0" fmla="*/ 28 w 11"/>
                <a:gd name="T1" fmla="*/ 0 h 47"/>
                <a:gd name="T2" fmla="*/ 0 w 11"/>
                <a:gd name="T3" fmla="*/ 724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7">
                  <a:moveTo>
                    <a:pt x="2" y="0"/>
                  </a:moveTo>
                  <a:cubicBezTo>
                    <a:pt x="11" y="16"/>
                    <a:pt x="4" y="32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5" name="Freeform 398">
              <a:extLst>
                <a:ext uri="{FF2B5EF4-FFF2-40B4-BE49-F238E27FC236}">
                  <a16:creationId xmlns:a16="http://schemas.microsoft.com/office/drawing/2014/main" id="{1F2016CB-BD8B-4842-AC4B-7FB51728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928"/>
              <a:ext cx="23" cy="142"/>
            </a:xfrm>
            <a:custGeom>
              <a:avLst/>
              <a:gdLst>
                <a:gd name="T0" fmla="*/ 0 w 10"/>
                <a:gd name="T1" fmla="*/ 0 h 57"/>
                <a:gd name="T2" fmla="*/ 85 w 10"/>
                <a:gd name="T3" fmla="*/ 137 h 57"/>
                <a:gd name="T4" fmla="*/ 110 w 10"/>
                <a:gd name="T5" fmla="*/ 446 h 57"/>
                <a:gd name="T6" fmla="*/ 48 w 10"/>
                <a:gd name="T7" fmla="*/ 869 h 57"/>
                <a:gd name="T8" fmla="*/ 64 w 10"/>
                <a:gd name="T9" fmla="*/ 86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7">
                  <a:moveTo>
                    <a:pt x="0" y="0"/>
                  </a:moveTo>
                  <a:cubicBezTo>
                    <a:pt x="2" y="4"/>
                    <a:pt x="5" y="5"/>
                    <a:pt x="7" y="9"/>
                  </a:cubicBezTo>
                  <a:cubicBezTo>
                    <a:pt x="10" y="14"/>
                    <a:pt x="9" y="23"/>
                    <a:pt x="9" y="29"/>
                  </a:cubicBezTo>
                  <a:cubicBezTo>
                    <a:pt x="9" y="39"/>
                    <a:pt x="7" y="47"/>
                    <a:pt x="4" y="56"/>
                  </a:cubicBezTo>
                  <a:cubicBezTo>
                    <a:pt x="4" y="57"/>
                    <a:pt x="5" y="57"/>
                    <a:pt x="5" y="5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Freeform 399">
              <a:extLst>
                <a:ext uri="{FF2B5EF4-FFF2-40B4-BE49-F238E27FC236}">
                  <a16:creationId xmlns:a16="http://schemas.microsoft.com/office/drawing/2014/main" id="{58780A85-D7AF-4983-A71F-502476845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190"/>
              <a:ext cx="73" cy="115"/>
            </a:xfrm>
            <a:custGeom>
              <a:avLst/>
              <a:gdLst>
                <a:gd name="T0" fmla="*/ 0 w 31"/>
                <a:gd name="T1" fmla="*/ 0 h 46"/>
                <a:gd name="T2" fmla="*/ 405 w 31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6">
                  <a:moveTo>
                    <a:pt x="0" y="0"/>
                  </a:moveTo>
                  <a:cubicBezTo>
                    <a:pt x="27" y="2"/>
                    <a:pt x="22" y="29"/>
                    <a:pt x="31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7" name="Freeform 400">
              <a:extLst>
                <a:ext uri="{FF2B5EF4-FFF2-40B4-BE49-F238E27FC236}">
                  <a16:creationId xmlns:a16="http://schemas.microsoft.com/office/drawing/2014/main" id="{4C420FB2-6046-4236-96AA-3A2457690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526"/>
              <a:ext cx="54" cy="97"/>
            </a:xfrm>
            <a:custGeom>
              <a:avLst/>
              <a:gdLst>
                <a:gd name="T0" fmla="*/ 0 w 23"/>
                <a:gd name="T1" fmla="*/ 587 h 39"/>
                <a:gd name="T2" fmla="*/ 298 w 23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9">
                  <a:moveTo>
                    <a:pt x="0" y="38"/>
                  </a:moveTo>
                  <a:cubicBezTo>
                    <a:pt x="20" y="39"/>
                    <a:pt x="18" y="13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Freeform 401">
              <a:extLst>
                <a:ext uri="{FF2B5EF4-FFF2-40B4-BE49-F238E27FC236}">
                  <a16:creationId xmlns:a16="http://schemas.microsoft.com/office/drawing/2014/main" id="{7E31FF05-E7ED-4BC1-BEC1-B55A7F972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446"/>
              <a:ext cx="94" cy="85"/>
            </a:xfrm>
            <a:custGeom>
              <a:avLst/>
              <a:gdLst>
                <a:gd name="T0" fmla="*/ 0 w 40"/>
                <a:gd name="T1" fmla="*/ 345 h 34"/>
                <a:gd name="T2" fmla="*/ 519 w 40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4">
                  <a:moveTo>
                    <a:pt x="0" y="22"/>
                  </a:moveTo>
                  <a:cubicBezTo>
                    <a:pt x="16" y="34"/>
                    <a:pt x="34" y="13"/>
                    <a:pt x="4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9" name="Freeform 402">
              <a:extLst>
                <a:ext uri="{FF2B5EF4-FFF2-40B4-BE49-F238E27FC236}">
                  <a16:creationId xmlns:a16="http://schemas.microsoft.com/office/drawing/2014/main" id="{A2073D25-C3B3-4B8A-AC54-05FF4F07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384"/>
              <a:ext cx="121" cy="59"/>
            </a:xfrm>
            <a:custGeom>
              <a:avLst/>
              <a:gdLst>
                <a:gd name="T0" fmla="*/ 12 w 52"/>
                <a:gd name="T1" fmla="*/ 356 h 24"/>
                <a:gd name="T2" fmla="*/ 363 w 52"/>
                <a:gd name="T3" fmla="*/ 30 h 24"/>
                <a:gd name="T4" fmla="*/ 656 w 52"/>
                <a:gd name="T5" fmla="*/ 1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4">
                  <a:moveTo>
                    <a:pt x="1" y="24"/>
                  </a:moveTo>
                  <a:cubicBezTo>
                    <a:pt x="0" y="12"/>
                    <a:pt x="19" y="3"/>
                    <a:pt x="29" y="2"/>
                  </a:cubicBezTo>
                  <a:cubicBezTo>
                    <a:pt x="37" y="1"/>
                    <a:pt x="45" y="0"/>
                    <a:pt x="52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Freeform 403">
              <a:extLst>
                <a:ext uri="{FF2B5EF4-FFF2-40B4-BE49-F238E27FC236}">
                  <a16:creationId xmlns:a16="http://schemas.microsoft.com/office/drawing/2014/main" id="{A5381B7B-06AA-4E5A-B854-9E4BC384A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398"/>
              <a:ext cx="113" cy="40"/>
            </a:xfrm>
            <a:custGeom>
              <a:avLst/>
              <a:gdLst>
                <a:gd name="T0" fmla="*/ 0 w 48"/>
                <a:gd name="T1" fmla="*/ 208 h 16"/>
                <a:gd name="T2" fmla="*/ 393 w 48"/>
                <a:gd name="T3" fmla="*/ 158 h 16"/>
                <a:gd name="T4" fmla="*/ 626 w 4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0" y="13"/>
                  </a:moveTo>
                  <a:cubicBezTo>
                    <a:pt x="10" y="15"/>
                    <a:pt x="21" y="16"/>
                    <a:pt x="30" y="10"/>
                  </a:cubicBezTo>
                  <a:cubicBezTo>
                    <a:pt x="35" y="7"/>
                    <a:pt x="44" y="4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1" name="Freeform 404">
              <a:extLst>
                <a:ext uri="{FF2B5EF4-FFF2-40B4-BE49-F238E27FC236}">
                  <a16:creationId xmlns:a16="http://schemas.microsoft.com/office/drawing/2014/main" id="{A15C8ABC-023B-4ABF-8AF6-161AB0D3D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349"/>
              <a:ext cx="136" cy="37"/>
            </a:xfrm>
            <a:custGeom>
              <a:avLst/>
              <a:gdLst>
                <a:gd name="T0" fmla="*/ 0 w 58"/>
                <a:gd name="T1" fmla="*/ 224 h 15"/>
                <a:gd name="T2" fmla="*/ 441 w 58"/>
                <a:gd name="T3" fmla="*/ 30 h 15"/>
                <a:gd name="T4" fmla="*/ 748 w 58"/>
                <a:gd name="T5" fmla="*/ 15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5">
                  <a:moveTo>
                    <a:pt x="0" y="15"/>
                  </a:moveTo>
                  <a:cubicBezTo>
                    <a:pt x="11" y="7"/>
                    <a:pt x="19" y="0"/>
                    <a:pt x="34" y="2"/>
                  </a:cubicBezTo>
                  <a:cubicBezTo>
                    <a:pt x="44" y="3"/>
                    <a:pt x="49" y="7"/>
                    <a:pt x="58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Freeform 405">
              <a:extLst>
                <a:ext uri="{FF2B5EF4-FFF2-40B4-BE49-F238E27FC236}">
                  <a16:creationId xmlns:a16="http://schemas.microsoft.com/office/drawing/2014/main" id="{36FB5866-5F57-40EB-9044-3428DEA85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776"/>
              <a:ext cx="61" cy="109"/>
            </a:xfrm>
            <a:custGeom>
              <a:avLst/>
              <a:gdLst>
                <a:gd name="T0" fmla="*/ 192 w 26"/>
                <a:gd name="T1" fmla="*/ 669 h 44"/>
                <a:gd name="T2" fmla="*/ 336 w 26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4">
                  <a:moveTo>
                    <a:pt x="15" y="44"/>
                  </a:moveTo>
                  <a:cubicBezTo>
                    <a:pt x="0" y="31"/>
                    <a:pt x="18" y="12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3" name="Freeform 406">
              <a:extLst>
                <a:ext uri="{FF2B5EF4-FFF2-40B4-BE49-F238E27FC236}">
                  <a16:creationId xmlns:a16="http://schemas.microsoft.com/office/drawing/2014/main" id="{EE2A3AEA-0436-4D51-AA5D-3A248B548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548"/>
              <a:ext cx="77" cy="113"/>
            </a:xfrm>
            <a:custGeom>
              <a:avLst/>
              <a:gdLst>
                <a:gd name="T0" fmla="*/ 0 w 33"/>
                <a:gd name="T1" fmla="*/ 713 h 45"/>
                <a:gd name="T2" fmla="*/ 126 w 33"/>
                <a:gd name="T3" fmla="*/ 208 h 45"/>
                <a:gd name="T4" fmla="*/ 306 w 33"/>
                <a:gd name="T5" fmla="*/ 63 h 45"/>
                <a:gd name="T6" fmla="*/ 420 w 33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5">
                  <a:moveTo>
                    <a:pt x="0" y="45"/>
                  </a:moveTo>
                  <a:cubicBezTo>
                    <a:pt x="0" y="34"/>
                    <a:pt x="3" y="21"/>
                    <a:pt x="10" y="13"/>
                  </a:cubicBezTo>
                  <a:cubicBezTo>
                    <a:pt x="14" y="10"/>
                    <a:pt x="20" y="6"/>
                    <a:pt x="24" y="4"/>
                  </a:cubicBezTo>
                  <a:cubicBezTo>
                    <a:pt x="27" y="2"/>
                    <a:pt x="30" y="2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Freeform 407">
              <a:extLst>
                <a:ext uri="{FF2B5EF4-FFF2-40B4-BE49-F238E27FC236}">
                  <a16:creationId xmlns:a16="http://schemas.microsoft.com/office/drawing/2014/main" id="{E693BC1C-1911-46E3-93F9-8B5840890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02"/>
              <a:ext cx="583" cy="203"/>
            </a:xfrm>
            <a:custGeom>
              <a:avLst/>
              <a:gdLst>
                <a:gd name="T0" fmla="*/ 0 w 249"/>
                <a:gd name="T1" fmla="*/ 459 h 81"/>
                <a:gd name="T2" fmla="*/ 77 w 249"/>
                <a:gd name="T3" fmla="*/ 534 h 81"/>
                <a:gd name="T4" fmla="*/ 258 w 249"/>
                <a:gd name="T5" fmla="*/ 659 h 81"/>
                <a:gd name="T6" fmla="*/ 564 w 249"/>
                <a:gd name="T7" fmla="*/ 742 h 81"/>
                <a:gd name="T8" fmla="*/ 812 w 249"/>
                <a:gd name="T9" fmla="*/ 1025 h 81"/>
                <a:gd name="T10" fmla="*/ 1475 w 249"/>
                <a:gd name="T11" fmla="*/ 1038 h 81"/>
                <a:gd name="T12" fmla="*/ 2002 w 249"/>
                <a:gd name="T13" fmla="*/ 1130 h 81"/>
                <a:gd name="T14" fmla="*/ 2517 w 249"/>
                <a:gd name="T15" fmla="*/ 880 h 81"/>
                <a:gd name="T16" fmla="*/ 3041 w 249"/>
                <a:gd name="T17" fmla="*/ 784 h 81"/>
                <a:gd name="T18" fmla="*/ 3184 w 249"/>
                <a:gd name="T19" fmla="*/ 283 h 81"/>
                <a:gd name="T20" fmla="*/ 3184 w 249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9" h="81">
                  <a:moveTo>
                    <a:pt x="0" y="29"/>
                  </a:moveTo>
                  <a:cubicBezTo>
                    <a:pt x="5" y="29"/>
                    <a:pt x="4" y="32"/>
                    <a:pt x="6" y="34"/>
                  </a:cubicBezTo>
                  <a:cubicBezTo>
                    <a:pt x="10" y="40"/>
                    <a:pt x="14" y="41"/>
                    <a:pt x="20" y="42"/>
                  </a:cubicBezTo>
                  <a:cubicBezTo>
                    <a:pt x="28" y="44"/>
                    <a:pt x="36" y="44"/>
                    <a:pt x="44" y="47"/>
                  </a:cubicBezTo>
                  <a:cubicBezTo>
                    <a:pt x="52" y="51"/>
                    <a:pt x="57" y="58"/>
                    <a:pt x="63" y="65"/>
                  </a:cubicBezTo>
                  <a:cubicBezTo>
                    <a:pt x="80" y="81"/>
                    <a:pt x="95" y="71"/>
                    <a:pt x="115" y="66"/>
                  </a:cubicBezTo>
                  <a:cubicBezTo>
                    <a:pt x="131" y="63"/>
                    <a:pt x="142" y="72"/>
                    <a:pt x="156" y="72"/>
                  </a:cubicBezTo>
                  <a:cubicBezTo>
                    <a:pt x="173" y="72"/>
                    <a:pt x="182" y="62"/>
                    <a:pt x="196" y="56"/>
                  </a:cubicBezTo>
                  <a:cubicBezTo>
                    <a:pt x="209" y="50"/>
                    <a:pt x="224" y="55"/>
                    <a:pt x="237" y="50"/>
                  </a:cubicBezTo>
                  <a:cubicBezTo>
                    <a:pt x="249" y="44"/>
                    <a:pt x="247" y="30"/>
                    <a:pt x="248" y="18"/>
                  </a:cubicBezTo>
                  <a:cubicBezTo>
                    <a:pt x="249" y="13"/>
                    <a:pt x="246" y="4"/>
                    <a:pt x="24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5" name="Freeform 408">
              <a:extLst>
                <a:ext uri="{FF2B5EF4-FFF2-40B4-BE49-F238E27FC236}">
                  <a16:creationId xmlns:a16="http://schemas.microsoft.com/office/drawing/2014/main" id="{F30DEA28-AAB8-4365-9A59-3682F882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370"/>
              <a:ext cx="96" cy="45"/>
            </a:xfrm>
            <a:custGeom>
              <a:avLst/>
              <a:gdLst>
                <a:gd name="T0" fmla="*/ 0 w 41"/>
                <a:gd name="T1" fmla="*/ 0 h 18"/>
                <a:gd name="T2" fmla="*/ 347 w 41"/>
                <a:gd name="T3" fmla="*/ 50 h 18"/>
                <a:gd name="T4" fmla="*/ 527 w 41"/>
                <a:gd name="T5" fmla="*/ 2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0" y="0"/>
                  </a:moveTo>
                  <a:cubicBezTo>
                    <a:pt x="8" y="3"/>
                    <a:pt x="18" y="0"/>
                    <a:pt x="27" y="3"/>
                  </a:cubicBezTo>
                  <a:cubicBezTo>
                    <a:pt x="32" y="6"/>
                    <a:pt x="40" y="12"/>
                    <a:pt x="41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Freeform 409">
              <a:extLst>
                <a:ext uri="{FF2B5EF4-FFF2-40B4-BE49-F238E27FC236}">
                  <a16:creationId xmlns:a16="http://schemas.microsoft.com/office/drawing/2014/main" id="{C75A9927-1829-487A-AA94-96010038E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425"/>
              <a:ext cx="131" cy="42"/>
            </a:xfrm>
            <a:custGeom>
              <a:avLst/>
              <a:gdLst>
                <a:gd name="T0" fmla="*/ 0 w 56"/>
                <a:gd name="T1" fmla="*/ 74 h 17"/>
                <a:gd name="T2" fmla="*/ 564 w 56"/>
                <a:gd name="T3" fmla="*/ 104 h 17"/>
                <a:gd name="T4" fmla="*/ 716 w 56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0" y="5"/>
                  </a:moveTo>
                  <a:cubicBezTo>
                    <a:pt x="12" y="3"/>
                    <a:pt x="34" y="0"/>
                    <a:pt x="44" y="7"/>
                  </a:cubicBezTo>
                  <a:cubicBezTo>
                    <a:pt x="48" y="9"/>
                    <a:pt x="53" y="17"/>
                    <a:pt x="56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7" name="Freeform 410">
              <a:extLst>
                <a:ext uri="{FF2B5EF4-FFF2-40B4-BE49-F238E27FC236}">
                  <a16:creationId xmlns:a16="http://schemas.microsoft.com/office/drawing/2014/main" id="{58042079-E766-48F7-9B50-D905B581A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208"/>
              <a:ext cx="45" cy="107"/>
            </a:xfrm>
            <a:custGeom>
              <a:avLst/>
              <a:gdLst>
                <a:gd name="T0" fmla="*/ 12 w 19"/>
                <a:gd name="T1" fmla="*/ 0 h 43"/>
                <a:gd name="T2" fmla="*/ 78 w 19"/>
                <a:gd name="T3" fmla="*/ 383 h 43"/>
                <a:gd name="T4" fmla="*/ 253 w 19"/>
                <a:gd name="T5" fmla="*/ 66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3">
                  <a:moveTo>
                    <a:pt x="1" y="0"/>
                  </a:moveTo>
                  <a:cubicBezTo>
                    <a:pt x="2" y="10"/>
                    <a:pt x="0" y="16"/>
                    <a:pt x="6" y="25"/>
                  </a:cubicBezTo>
                  <a:cubicBezTo>
                    <a:pt x="9" y="32"/>
                    <a:pt x="13" y="38"/>
                    <a:pt x="19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411">
              <a:extLst>
                <a:ext uri="{FF2B5EF4-FFF2-40B4-BE49-F238E27FC236}">
                  <a16:creationId xmlns:a16="http://schemas.microsoft.com/office/drawing/2014/main" id="{3FF9465D-CE44-4492-9BE1-F12BF10CC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295"/>
              <a:ext cx="217" cy="220"/>
            </a:xfrm>
            <a:custGeom>
              <a:avLst/>
              <a:gdLst>
                <a:gd name="T0" fmla="*/ 0 w 93"/>
                <a:gd name="T1" fmla="*/ 0 h 88"/>
                <a:gd name="T2" fmla="*/ 257 w 93"/>
                <a:gd name="T3" fmla="*/ 395 h 88"/>
                <a:gd name="T4" fmla="*/ 408 w 93"/>
                <a:gd name="T5" fmla="*/ 425 h 88"/>
                <a:gd name="T6" fmla="*/ 506 w 93"/>
                <a:gd name="T7" fmla="*/ 645 h 88"/>
                <a:gd name="T8" fmla="*/ 600 w 93"/>
                <a:gd name="T9" fmla="*/ 925 h 88"/>
                <a:gd name="T10" fmla="*/ 903 w 93"/>
                <a:gd name="T11" fmla="*/ 1083 h 88"/>
                <a:gd name="T12" fmla="*/ 1094 w 93"/>
                <a:gd name="T13" fmla="*/ 1208 h 88"/>
                <a:gd name="T14" fmla="*/ 1155 w 93"/>
                <a:gd name="T15" fmla="*/ 1300 h 88"/>
                <a:gd name="T16" fmla="*/ 1181 w 93"/>
                <a:gd name="T17" fmla="*/ 1333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88">
                  <a:moveTo>
                    <a:pt x="0" y="0"/>
                  </a:moveTo>
                  <a:cubicBezTo>
                    <a:pt x="4" y="13"/>
                    <a:pt x="6" y="22"/>
                    <a:pt x="20" y="25"/>
                  </a:cubicBezTo>
                  <a:cubicBezTo>
                    <a:pt x="23" y="26"/>
                    <a:pt x="30" y="26"/>
                    <a:pt x="32" y="27"/>
                  </a:cubicBezTo>
                  <a:cubicBezTo>
                    <a:pt x="36" y="29"/>
                    <a:pt x="38" y="37"/>
                    <a:pt x="40" y="41"/>
                  </a:cubicBezTo>
                  <a:cubicBezTo>
                    <a:pt x="42" y="47"/>
                    <a:pt x="43" y="54"/>
                    <a:pt x="47" y="59"/>
                  </a:cubicBezTo>
                  <a:cubicBezTo>
                    <a:pt x="53" y="66"/>
                    <a:pt x="63" y="67"/>
                    <a:pt x="71" y="69"/>
                  </a:cubicBezTo>
                  <a:cubicBezTo>
                    <a:pt x="77" y="71"/>
                    <a:pt x="82" y="73"/>
                    <a:pt x="86" y="77"/>
                  </a:cubicBezTo>
                  <a:cubicBezTo>
                    <a:pt x="88" y="79"/>
                    <a:pt x="89" y="81"/>
                    <a:pt x="91" y="83"/>
                  </a:cubicBezTo>
                  <a:cubicBezTo>
                    <a:pt x="92" y="84"/>
                    <a:pt x="93" y="88"/>
                    <a:pt x="93" y="8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412">
              <a:extLst>
                <a:ext uri="{FF2B5EF4-FFF2-40B4-BE49-F238E27FC236}">
                  <a16:creationId xmlns:a16="http://schemas.microsoft.com/office/drawing/2014/main" id="{0B63CC63-EEE2-42F1-A563-E46B82D9C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405"/>
              <a:ext cx="113" cy="72"/>
            </a:xfrm>
            <a:custGeom>
              <a:avLst/>
              <a:gdLst>
                <a:gd name="T0" fmla="*/ 0 w 48"/>
                <a:gd name="T1" fmla="*/ 0 h 29"/>
                <a:gd name="T2" fmla="*/ 315 w 48"/>
                <a:gd name="T3" fmla="*/ 412 h 29"/>
                <a:gd name="T4" fmla="*/ 626 w 48"/>
                <a:gd name="T5" fmla="*/ 44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9">
                  <a:moveTo>
                    <a:pt x="0" y="0"/>
                  </a:moveTo>
                  <a:cubicBezTo>
                    <a:pt x="9" y="10"/>
                    <a:pt x="9" y="24"/>
                    <a:pt x="24" y="27"/>
                  </a:cubicBezTo>
                  <a:cubicBezTo>
                    <a:pt x="32" y="29"/>
                    <a:pt x="41" y="26"/>
                    <a:pt x="48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413">
              <a:extLst>
                <a:ext uri="{FF2B5EF4-FFF2-40B4-BE49-F238E27FC236}">
                  <a16:creationId xmlns:a16="http://schemas.microsoft.com/office/drawing/2014/main" id="{B7D57B88-FA8C-40E9-95CC-3961E3D90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357"/>
              <a:ext cx="72" cy="90"/>
            </a:xfrm>
            <a:custGeom>
              <a:avLst/>
              <a:gdLst>
                <a:gd name="T0" fmla="*/ 0 w 31"/>
                <a:gd name="T1" fmla="*/ 0 h 36"/>
                <a:gd name="T2" fmla="*/ 200 w 31"/>
                <a:gd name="T3" fmla="*/ 395 h 36"/>
                <a:gd name="T4" fmla="*/ 388 w 31"/>
                <a:gd name="T5" fmla="*/ 56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0" y="0"/>
                  </a:moveTo>
                  <a:cubicBezTo>
                    <a:pt x="2" y="12"/>
                    <a:pt x="8" y="17"/>
                    <a:pt x="16" y="25"/>
                  </a:cubicBezTo>
                  <a:cubicBezTo>
                    <a:pt x="20" y="29"/>
                    <a:pt x="26" y="35"/>
                    <a:pt x="31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414">
              <a:extLst>
                <a:ext uri="{FF2B5EF4-FFF2-40B4-BE49-F238E27FC236}">
                  <a16:creationId xmlns:a16="http://schemas.microsoft.com/office/drawing/2014/main" id="{C6180013-127F-450C-B130-BD3E0539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430"/>
              <a:ext cx="160" cy="35"/>
            </a:xfrm>
            <a:custGeom>
              <a:avLst/>
              <a:gdLst>
                <a:gd name="T0" fmla="*/ 0 w 68"/>
                <a:gd name="T1" fmla="*/ 220 h 14"/>
                <a:gd name="T2" fmla="*/ 520 w 68"/>
                <a:gd name="T3" fmla="*/ 20 h 14"/>
                <a:gd name="T4" fmla="*/ 875 w 68"/>
                <a:gd name="T5" fmla="*/ 95 h 14"/>
                <a:gd name="T6" fmla="*/ 875 w 68"/>
                <a:gd name="T7" fmla="*/ 8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4">
                  <a:moveTo>
                    <a:pt x="0" y="14"/>
                  </a:moveTo>
                  <a:cubicBezTo>
                    <a:pt x="14" y="12"/>
                    <a:pt x="25" y="0"/>
                    <a:pt x="40" y="1"/>
                  </a:cubicBezTo>
                  <a:cubicBezTo>
                    <a:pt x="49" y="2"/>
                    <a:pt x="58" y="5"/>
                    <a:pt x="67" y="6"/>
                  </a:cubicBezTo>
                  <a:cubicBezTo>
                    <a:pt x="68" y="6"/>
                    <a:pt x="68" y="6"/>
                    <a:pt x="67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415">
              <a:extLst>
                <a:ext uri="{FF2B5EF4-FFF2-40B4-BE49-F238E27FC236}">
                  <a16:creationId xmlns:a16="http://schemas.microsoft.com/office/drawing/2014/main" id="{69CD6CB0-AD95-4452-B289-B71F921E4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2307"/>
              <a:ext cx="87" cy="125"/>
            </a:xfrm>
            <a:custGeom>
              <a:avLst/>
              <a:gdLst>
                <a:gd name="T0" fmla="*/ 0 w 37"/>
                <a:gd name="T1" fmla="*/ 783 h 50"/>
                <a:gd name="T2" fmla="*/ 221 w 37"/>
                <a:gd name="T3" fmla="*/ 688 h 50"/>
                <a:gd name="T4" fmla="*/ 327 w 37"/>
                <a:gd name="T5" fmla="*/ 425 h 50"/>
                <a:gd name="T6" fmla="*/ 454 w 37"/>
                <a:gd name="T7" fmla="*/ 220 h 50"/>
                <a:gd name="T8" fmla="*/ 454 w 3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0">
                  <a:moveTo>
                    <a:pt x="0" y="50"/>
                  </a:moveTo>
                  <a:cubicBezTo>
                    <a:pt x="6" y="48"/>
                    <a:pt x="13" y="49"/>
                    <a:pt x="17" y="44"/>
                  </a:cubicBezTo>
                  <a:cubicBezTo>
                    <a:pt x="21" y="39"/>
                    <a:pt x="21" y="32"/>
                    <a:pt x="25" y="27"/>
                  </a:cubicBezTo>
                  <a:cubicBezTo>
                    <a:pt x="28" y="22"/>
                    <a:pt x="33" y="20"/>
                    <a:pt x="35" y="14"/>
                  </a:cubicBezTo>
                  <a:cubicBezTo>
                    <a:pt x="36" y="10"/>
                    <a:pt x="37" y="1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416">
              <a:extLst>
                <a:ext uri="{FF2B5EF4-FFF2-40B4-BE49-F238E27FC236}">
                  <a16:creationId xmlns:a16="http://schemas.microsoft.com/office/drawing/2014/main" id="{A70ACD10-1D92-40AC-AA6E-73FD4794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387"/>
              <a:ext cx="139" cy="50"/>
            </a:xfrm>
            <a:custGeom>
              <a:avLst/>
              <a:gdLst>
                <a:gd name="T0" fmla="*/ 0 w 59"/>
                <a:gd name="T1" fmla="*/ 313 h 20"/>
                <a:gd name="T2" fmla="*/ 770 w 5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20">
                  <a:moveTo>
                    <a:pt x="0" y="20"/>
                  </a:moveTo>
                  <a:cubicBezTo>
                    <a:pt x="9" y="1"/>
                    <a:pt x="42" y="0"/>
                    <a:pt x="5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417">
              <a:extLst>
                <a:ext uri="{FF2B5EF4-FFF2-40B4-BE49-F238E27FC236}">
                  <a16:creationId xmlns:a16="http://schemas.microsoft.com/office/drawing/2014/main" id="{24D0BAFA-AD75-46CF-AFEE-48E395F43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477"/>
              <a:ext cx="112" cy="30"/>
            </a:xfrm>
            <a:custGeom>
              <a:avLst/>
              <a:gdLst>
                <a:gd name="T0" fmla="*/ 0 w 48"/>
                <a:gd name="T1" fmla="*/ 63 h 12"/>
                <a:gd name="T2" fmla="*/ 392 w 48"/>
                <a:gd name="T3" fmla="*/ 145 h 12"/>
                <a:gd name="T4" fmla="*/ 609 w 48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">
                  <a:moveTo>
                    <a:pt x="0" y="4"/>
                  </a:moveTo>
                  <a:cubicBezTo>
                    <a:pt x="9" y="11"/>
                    <a:pt x="21" y="12"/>
                    <a:pt x="31" y="9"/>
                  </a:cubicBezTo>
                  <a:cubicBezTo>
                    <a:pt x="34" y="8"/>
                    <a:pt x="47" y="0"/>
                    <a:pt x="48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418">
              <a:extLst>
                <a:ext uri="{FF2B5EF4-FFF2-40B4-BE49-F238E27FC236}">
                  <a16:creationId xmlns:a16="http://schemas.microsoft.com/office/drawing/2014/main" id="{A958A9C3-02C8-470F-8494-5D88BF9F9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487"/>
              <a:ext cx="183" cy="55"/>
            </a:xfrm>
            <a:custGeom>
              <a:avLst/>
              <a:gdLst>
                <a:gd name="T0" fmla="*/ 0 w 78"/>
                <a:gd name="T1" fmla="*/ 175 h 22"/>
                <a:gd name="T2" fmla="*/ 347 w 78"/>
                <a:gd name="T3" fmla="*/ 50 h 22"/>
                <a:gd name="T4" fmla="*/ 605 w 78"/>
                <a:gd name="T5" fmla="*/ 33 h 22"/>
                <a:gd name="T6" fmla="*/ 1007 w 78"/>
                <a:gd name="T7" fmla="*/ 3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2">
                  <a:moveTo>
                    <a:pt x="0" y="11"/>
                  </a:moveTo>
                  <a:cubicBezTo>
                    <a:pt x="6" y="4"/>
                    <a:pt x="18" y="5"/>
                    <a:pt x="27" y="3"/>
                  </a:cubicBezTo>
                  <a:cubicBezTo>
                    <a:pt x="35" y="1"/>
                    <a:pt x="40" y="0"/>
                    <a:pt x="47" y="2"/>
                  </a:cubicBezTo>
                  <a:cubicBezTo>
                    <a:pt x="57" y="6"/>
                    <a:pt x="74" y="16"/>
                    <a:pt x="78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419">
              <a:extLst>
                <a:ext uri="{FF2B5EF4-FFF2-40B4-BE49-F238E27FC236}">
                  <a16:creationId xmlns:a16="http://schemas.microsoft.com/office/drawing/2014/main" id="{1B07BD45-7123-4469-AADE-74B291BC5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497"/>
              <a:ext cx="136" cy="30"/>
            </a:xfrm>
            <a:custGeom>
              <a:avLst/>
              <a:gdLst>
                <a:gd name="T0" fmla="*/ 0 w 58"/>
                <a:gd name="T1" fmla="*/ 0 h 12"/>
                <a:gd name="T2" fmla="*/ 385 w 58"/>
                <a:gd name="T3" fmla="*/ 83 h 12"/>
                <a:gd name="T4" fmla="*/ 659 w 58"/>
                <a:gd name="T5" fmla="*/ 95 h 12"/>
                <a:gd name="T6" fmla="*/ 748 w 58"/>
                <a:gd name="T7" fmla="*/ 14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6" y="12"/>
                    <a:pt x="19" y="7"/>
                    <a:pt x="30" y="5"/>
                  </a:cubicBezTo>
                  <a:cubicBezTo>
                    <a:pt x="37" y="4"/>
                    <a:pt x="44" y="3"/>
                    <a:pt x="51" y="6"/>
                  </a:cubicBezTo>
                  <a:cubicBezTo>
                    <a:pt x="53" y="7"/>
                    <a:pt x="56" y="9"/>
                    <a:pt x="58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420">
              <a:extLst>
                <a:ext uri="{FF2B5EF4-FFF2-40B4-BE49-F238E27FC236}">
                  <a16:creationId xmlns:a16="http://schemas.microsoft.com/office/drawing/2014/main" id="{C590D4DF-C0B7-43AD-8D61-062AF8A0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437"/>
              <a:ext cx="106" cy="68"/>
            </a:xfrm>
            <a:custGeom>
              <a:avLst/>
              <a:gdLst>
                <a:gd name="T0" fmla="*/ 0 w 45"/>
                <a:gd name="T1" fmla="*/ 413 h 27"/>
                <a:gd name="T2" fmla="*/ 144 w 45"/>
                <a:gd name="T3" fmla="*/ 368 h 27"/>
                <a:gd name="T4" fmla="*/ 377 w 45"/>
                <a:gd name="T5" fmla="*/ 285 h 27"/>
                <a:gd name="T6" fmla="*/ 589 w 45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7">
                  <a:moveTo>
                    <a:pt x="0" y="26"/>
                  </a:moveTo>
                  <a:cubicBezTo>
                    <a:pt x="4" y="27"/>
                    <a:pt x="7" y="24"/>
                    <a:pt x="11" y="23"/>
                  </a:cubicBezTo>
                  <a:cubicBezTo>
                    <a:pt x="17" y="20"/>
                    <a:pt x="23" y="20"/>
                    <a:pt x="29" y="18"/>
                  </a:cubicBezTo>
                  <a:cubicBezTo>
                    <a:pt x="38" y="14"/>
                    <a:pt x="38" y="3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421">
              <a:extLst>
                <a:ext uri="{FF2B5EF4-FFF2-40B4-BE49-F238E27FC236}">
                  <a16:creationId xmlns:a16="http://schemas.microsoft.com/office/drawing/2014/main" id="{DE42CBC9-D514-445A-A7EC-52D388C0B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396"/>
              <a:ext cx="297" cy="132"/>
            </a:xfrm>
            <a:custGeom>
              <a:avLst/>
              <a:gdLst>
                <a:gd name="T0" fmla="*/ 0 w 127"/>
                <a:gd name="T1" fmla="*/ 0 h 53"/>
                <a:gd name="T2" fmla="*/ 641 w 127"/>
                <a:gd name="T3" fmla="*/ 62 h 53"/>
                <a:gd name="T4" fmla="*/ 898 w 127"/>
                <a:gd name="T5" fmla="*/ 229 h 53"/>
                <a:gd name="T6" fmla="*/ 1148 w 127"/>
                <a:gd name="T7" fmla="*/ 279 h 53"/>
                <a:gd name="T8" fmla="*/ 1520 w 127"/>
                <a:gd name="T9" fmla="*/ 590 h 53"/>
                <a:gd name="T10" fmla="*/ 1614 w 127"/>
                <a:gd name="T11" fmla="*/ 712 h 53"/>
                <a:gd name="T12" fmla="*/ 1625 w 127"/>
                <a:gd name="T13" fmla="*/ 81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53">
                  <a:moveTo>
                    <a:pt x="0" y="0"/>
                  </a:moveTo>
                  <a:cubicBezTo>
                    <a:pt x="15" y="11"/>
                    <a:pt x="34" y="0"/>
                    <a:pt x="50" y="4"/>
                  </a:cubicBezTo>
                  <a:cubicBezTo>
                    <a:pt x="59" y="6"/>
                    <a:pt x="63" y="11"/>
                    <a:pt x="70" y="15"/>
                  </a:cubicBezTo>
                  <a:cubicBezTo>
                    <a:pt x="77" y="19"/>
                    <a:pt x="82" y="18"/>
                    <a:pt x="90" y="18"/>
                  </a:cubicBezTo>
                  <a:cubicBezTo>
                    <a:pt x="104" y="18"/>
                    <a:pt x="111" y="27"/>
                    <a:pt x="119" y="38"/>
                  </a:cubicBezTo>
                  <a:cubicBezTo>
                    <a:pt x="121" y="40"/>
                    <a:pt x="124" y="43"/>
                    <a:pt x="126" y="46"/>
                  </a:cubicBezTo>
                  <a:cubicBezTo>
                    <a:pt x="127" y="48"/>
                    <a:pt x="127" y="53"/>
                    <a:pt x="127" y="5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422">
              <a:extLst>
                <a:ext uri="{FF2B5EF4-FFF2-40B4-BE49-F238E27FC236}">
                  <a16:creationId xmlns:a16="http://schemas.microsoft.com/office/drawing/2014/main" id="{A2728A2E-13BC-455C-8078-8872698A6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408"/>
              <a:ext cx="113" cy="30"/>
            </a:xfrm>
            <a:custGeom>
              <a:avLst/>
              <a:gdLst>
                <a:gd name="T0" fmla="*/ 0 w 48"/>
                <a:gd name="T1" fmla="*/ 83 h 12"/>
                <a:gd name="T2" fmla="*/ 393 w 48"/>
                <a:gd name="T3" fmla="*/ 145 h 12"/>
                <a:gd name="T4" fmla="*/ 626 w 4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">
                  <a:moveTo>
                    <a:pt x="0" y="5"/>
                  </a:moveTo>
                  <a:cubicBezTo>
                    <a:pt x="10" y="10"/>
                    <a:pt x="18" y="12"/>
                    <a:pt x="30" y="9"/>
                  </a:cubicBezTo>
                  <a:cubicBezTo>
                    <a:pt x="36" y="6"/>
                    <a:pt x="42" y="2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423">
              <a:extLst>
                <a:ext uri="{FF2B5EF4-FFF2-40B4-BE49-F238E27FC236}">
                  <a16:creationId xmlns:a16="http://schemas.microsoft.com/office/drawing/2014/main" id="{C6424CCD-964B-42DE-89E1-8FC0A0A13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364"/>
              <a:ext cx="70" cy="42"/>
            </a:xfrm>
            <a:custGeom>
              <a:avLst/>
              <a:gdLst>
                <a:gd name="T0" fmla="*/ 0 w 30"/>
                <a:gd name="T1" fmla="*/ 0 h 17"/>
                <a:gd name="T2" fmla="*/ 240 w 30"/>
                <a:gd name="T3" fmla="*/ 121 h 17"/>
                <a:gd name="T4" fmla="*/ 380 w 30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0" y="0"/>
                  </a:moveTo>
                  <a:cubicBezTo>
                    <a:pt x="7" y="2"/>
                    <a:pt x="13" y="3"/>
                    <a:pt x="19" y="8"/>
                  </a:cubicBezTo>
                  <a:cubicBezTo>
                    <a:pt x="23" y="11"/>
                    <a:pt x="25" y="15"/>
                    <a:pt x="3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424">
              <a:extLst>
                <a:ext uri="{FF2B5EF4-FFF2-40B4-BE49-F238E27FC236}">
                  <a16:creationId xmlns:a16="http://schemas.microsoft.com/office/drawing/2014/main" id="{CB89166B-51FB-45CF-83D6-41D2C06C3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1381"/>
              <a:ext cx="117" cy="67"/>
            </a:xfrm>
            <a:custGeom>
              <a:avLst/>
              <a:gdLst>
                <a:gd name="T0" fmla="*/ 0 w 50"/>
                <a:gd name="T1" fmla="*/ 124 h 27"/>
                <a:gd name="T2" fmla="*/ 449 w 50"/>
                <a:gd name="T3" fmla="*/ 136 h 27"/>
                <a:gd name="T4" fmla="*/ 629 w 50"/>
                <a:gd name="T5" fmla="*/ 4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7">
                  <a:moveTo>
                    <a:pt x="0" y="8"/>
                  </a:moveTo>
                  <a:cubicBezTo>
                    <a:pt x="12" y="6"/>
                    <a:pt x="25" y="0"/>
                    <a:pt x="35" y="9"/>
                  </a:cubicBezTo>
                  <a:cubicBezTo>
                    <a:pt x="39" y="12"/>
                    <a:pt x="50" y="22"/>
                    <a:pt x="49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425">
              <a:extLst>
                <a:ext uri="{FF2B5EF4-FFF2-40B4-BE49-F238E27FC236}">
                  <a16:creationId xmlns:a16="http://schemas.microsoft.com/office/drawing/2014/main" id="{E9C2E028-8525-411C-B420-B5BB46D52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423"/>
              <a:ext cx="283" cy="260"/>
            </a:xfrm>
            <a:custGeom>
              <a:avLst/>
              <a:gdLst>
                <a:gd name="T0" fmla="*/ 0 w 121"/>
                <a:gd name="T1" fmla="*/ 0 h 104"/>
                <a:gd name="T2" fmla="*/ 229 w 121"/>
                <a:gd name="T3" fmla="*/ 145 h 104"/>
                <a:gd name="T4" fmla="*/ 475 w 121"/>
                <a:gd name="T5" fmla="*/ 363 h 104"/>
                <a:gd name="T6" fmla="*/ 690 w 121"/>
                <a:gd name="T7" fmla="*/ 458 h 104"/>
                <a:gd name="T8" fmla="*/ 716 w 121"/>
                <a:gd name="T9" fmla="*/ 613 h 104"/>
                <a:gd name="T10" fmla="*/ 821 w 121"/>
                <a:gd name="T11" fmla="*/ 750 h 104"/>
                <a:gd name="T12" fmla="*/ 1050 w 121"/>
                <a:gd name="T13" fmla="*/ 925 h 104"/>
                <a:gd name="T14" fmla="*/ 1111 w 121"/>
                <a:gd name="T15" fmla="*/ 1250 h 104"/>
                <a:gd name="T16" fmla="*/ 1548 w 121"/>
                <a:gd name="T17" fmla="*/ 1625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104">
                  <a:moveTo>
                    <a:pt x="0" y="0"/>
                  </a:moveTo>
                  <a:cubicBezTo>
                    <a:pt x="5" y="4"/>
                    <a:pt x="12" y="4"/>
                    <a:pt x="18" y="9"/>
                  </a:cubicBezTo>
                  <a:cubicBezTo>
                    <a:pt x="25" y="14"/>
                    <a:pt x="28" y="20"/>
                    <a:pt x="37" y="23"/>
                  </a:cubicBezTo>
                  <a:cubicBezTo>
                    <a:pt x="43" y="25"/>
                    <a:pt x="50" y="23"/>
                    <a:pt x="54" y="29"/>
                  </a:cubicBezTo>
                  <a:cubicBezTo>
                    <a:pt x="55" y="32"/>
                    <a:pt x="54" y="36"/>
                    <a:pt x="56" y="39"/>
                  </a:cubicBezTo>
                  <a:cubicBezTo>
                    <a:pt x="58" y="43"/>
                    <a:pt x="61" y="45"/>
                    <a:pt x="64" y="48"/>
                  </a:cubicBezTo>
                  <a:cubicBezTo>
                    <a:pt x="69" y="52"/>
                    <a:pt x="77" y="54"/>
                    <a:pt x="82" y="59"/>
                  </a:cubicBezTo>
                  <a:cubicBezTo>
                    <a:pt x="87" y="64"/>
                    <a:pt x="85" y="74"/>
                    <a:pt x="87" y="80"/>
                  </a:cubicBezTo>
                  <a:cubicBezTo>
                    <a:pt x="93" y="99"/>
                    <a:pt x="108" y="97"/>
                    <a:pt x="121" y="10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426">
              <a:extLst>
                <a:ext uri="{FF2B5EF4-FFF2-40B4-BE49-F238E27FC236}">
                  <a16:creationId xmlns:a16="http://schemas.microsoft.com/office/drawing/2014/main" id="{5989695E-35A1-41FC-9C75-DAEFDD089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1473"/>
              <a:ext cx="138" cy="170"/>
            </a:xfrm>
            <a:custGeom>
              <a:avLst/>
              <a:gdLst>
                <a:gd name="T0" fmla="*/ 0 w 59"/>
                <a:gd name="T1" fmla="*/ 0 h 68"/>
                <a:gd name="T2" fmla="*/ 241 w 59"/>
                <a:gd name="T3" fmla="*/ 345 h 68"/>
                <a:gd name="T4" fmla="*/ 437 w 59"/>
                <a:gd name="T5" fmla="*/ 550 h 68"/>
                <a:gd name="T6" fmla="*/ 755 w 59"/>
                <a:gd name="T7" fmla="*/ 106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68">
                  <a:moveTo>
                    <a:pt x="0" y="0"/>
                  </a:moveTo>
                  <a:cubicBezTo>
                    <a:pt x="0" y="10"/>
                    <a:pt x="11" y="19"/>
                    <a:pt x="19" y="22"/>
                  </a:cubicBezTo>
                  <a:cubicBezTo>
                    <a:pt x="28" y="25"/>
                    <a:pt x="30" y="25"/>
                    <a:pt x="34" y="35"/>
                  </a:cubicBezTo>
                  <a:cubicBezTo>
                    <a:pt x="39" y="49"/>
                    <a:pt x="51" y="56"/>
                    <a:pt x="59" y="6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427">
              <a:extLst>
                <a:ext uri="{FF2B5EF4-FFF2-40B4-BE49-F238E27FC236}">
                  <a16:creationId xmlns:a16="http://schemas.microsoft.com/office/drawing/2014/main" id="{25823EEB-8145-4F57-BAD0-C8193B147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661"/>
              <a:ext cx="72" cy="417"/>
            </a:xfrm>
            <a:custGeom>
              <a:avLst/>
              <a:gdLst>
                <a:gd name="T0" fmla="*/ 102 w 31"/>
                <a:gd name="T1" fmla="*/ 0 h 167"/>
                <a:gd name="T2" fmla="*/ 274 w 31"/>
                <a:gd name="T3" fmla="*/ 624 h 167"/>
                <a:gd name="T4" fmla="*/ 179 w 31"/>
                <a:gd name="T5" fmla="*/ 1104 h 167"/>
                <a:gd name="T6" fmla="*/ 351 w 31"/>
                <a:gd name="T7" fmla="*/ 1478 h 167"/>
                <a:gd name="T8" fmla="*/ 179 w 31"/>
                <a:gd name="T9" fmla="*/ 2162 h 167"/>
                <a:gd name="T10" fmla="*/ 139 w 31"/>
                <a:gd name="T11" fmla="*/ 2475 h 167"/>
                <a:gd name="T12" fmla="*/ 0 w 31"/>
                <a:gd name="T13" fmla="*/ 2599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67">
                  <a:moveTo>
                    <a:pt x="8" y="0"/>
                  </a:moveTo>
                  <a:cubicBezTo>
                    <a:pt x="9" y="15"/>
                    <a:pt x="26" y="23"/>
                    <a:pt x="22" y="40"/>
                  </a:cubicBezTo>
                  <a:cubicBezTo>
                    <a:pt x="19" y="50"/>
                    <a:pt x="12" y="60"/>
                    <a:pt x="14" y="71"/>
                  </a:cubicBezTo>
                  <a:cubicBezTo>
                    <a:pt x="17" y="80"/>
                    <a:pt x="26" y="85"/>
                    <a:pt x="28" y="95"/>
                  </a:cubicBezTo>
                  <a:cubicBezTo>
                    <a:pt x="31" y="112"/>
                    <a:pt x="11" y="122"/>
                    <a:pt x="14" y="139"/>
                  </a:cubicBezTo>
                  <a:cubicBezTo>
                    <a:pt x="16" y="148"/>
                    <a:pt x="18" y="151"/>
                    <a:pt x="11" y="159"/>
                  </a:cubicBezTo>
                  <a:cubicBezTo>
                    <a:pt x="8" y="162"/>
                    <a:pt x="4" y="166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428">
              <a:extLst>
                <a:ext uri="{FF2B5EF4-FFF2-40B4-BE49-F238E27FC236}">
                  <a16:creationId xmlns:a16="http://schemas.microsoft.com/office/drawing/2014/main" id="{CE6E9847-CBC8-4B5E-B281-B785D9C6A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840"/>
              <a:ext cx="16" cy="143"/>
            </a:xfrm>
            <a:custGeom>
              <a:avLst/>
              <a:gdLst>
                <a:gd name="T0" fmla="*/ 37 w 7"/>
                <a:gd name="T1" fmla="*/ 0 h 57"/>
                <a:gd name="T2" fmla="*/ 11 w 7"/>
                <a:gd name="T3" fmla="*/ 492 h 57"/>
                <a:gd name="T4" fmla="*/ 57 w 7"/>
                <a:gd name="T5" fmla="*/ 710 h 57"/>
                <a:gd name="T6" fmla="*/ 57 w 7"/>
                <a:gd name="T7" fmla="*/ 901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7">
                  <a:moveTo>
                    <a:pt x="3" y="0"/>
                  </a:moveTo>
                  <a:cubicBezTo>
                    <a:pt x="7" y="12"/>
                    <a:pt x="0" y="20"/>
                    <a:pt x="1" y="31"/>
                  </a:cubicBezTo>
                  <a:cubicBezTo>
                    <a:pt x="1" y="36"/>
                    <a:pt x="5" y="41"/>
                    <a:pt x="5" y="45"/>
                  </a:cubicBezTo>
                  <a:cubicBezTo>
                    <a:pt x="6" y="49"/>
                    <a:pt x="4" y="53"/>
                    <a:pt x="5" y="5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429">
              <a:extLst>
                <a:ext uri="{FF2B5EF4-FFF2-40B4-BE49-F238E27FC236}">
                  <a16:creationId xmlns:a16="http://schemas.microsoft.com/office/drawing/2014/main" id="{F781EAC5-11DE-4B8D-986C-5E360DDF0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743"/>
              <a:ext cx="25" cy="137"/>
            </a:xfrm>
            <a:custGeom>
              <a:avLst/>
              <a:gdLst>
                <a:gd name="T0" fmla="*/ 0 w 11"/>
                <a:gd name="T1" fmla="*/ 0 h 55"/>
                <a:gd name="T2" fmla="*/ 93 w 11"/>
                <a:gd name="T3" fmla="*/ 167 h 55"/>
                <a:gd name="T4" fmla="*/ 93 w 11"/>
                <a:gd name="T5" fmla="*/ 446 h 55"/>
                <a:gd name="T6" fmla="*/ 25 w 11"/>
                <a:gd name="T7" fmla="*/ 84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5">
                  <a:moveTo>
                    <a:pt x="0" y="0"/>
                  </a:moveTo>
                  <a:cubicBezTo>
                    <a:pt x="2" y="5"/>
                    <a:pt x="6" y="7"/>
                    <a:pt x="8" y="11"/>
                  </a:cubicBezTo>
                  <a:cubicBezTo>
                    <a:pt x="11" y="18"/>
                    <a:pt x="9" y="22"/>
                    <a:pt x="8" y="29"/>
                  </a:cubicBezTo>
                  <a:cubicBezTo>
                    <a:pt x="6" y="36"/>
                    <a:pt x="8" y="50"/>
                    <a:pt x="2" y="5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430">
              <a:extLst>
                <a:ext uri="{FF2B5EF4-FFF2-40B4-BE49-F238E27FC236}">
                  <a16:creationId xmlns:a16="http://schemas.microsoft.com/office/drawing/2014/main" id="{6576144D-5C12-49BE-8F48-9DD8A0EB8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1821"/>
              <a:ext cx="45" cy="327"/>
            </a:xfrm>
            <a:custGeom>
              <a:avLst/>
              <a:gdLst>
                <a:gd name="T0" fmla="*/ 0 w 19"/>
                <a:gd name="T1" fmla="*/ 0 h 131"/>
                <a:gd name="T2" fmla="*/ 185 w 19"/>
                <a:gd name="T3" fmla="*/ 574 h 131"/>
                <a:gd name="T4" fmla="*/ 107 w 19"/>
                <a:gd name="T5" fmla="*/ 1153 h 131"/>
                <a:gd name="T6" fmla="*/ 242 w 19"/>
                <a:gd name="T7" fmla="*/ 1415 h 131"/>
                <a:gd name="T8" fmla="*/ 185 w 19"/>
                <a:gd name="T9" fmla="*/ 1682 h 131"/>
                <a:gd name="T10" fmla="*/ 173 w 19"/>
                <a:gd name="T11" fmla="*/ 2037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1">
                  <a:moveTo>
                    <a:pt x="0" y="0"/>
                  </a:moveTo>
                  <a:cubicBezTo>
                    <a:pt x="7" y="12"/>
                    <a:pt x="18" y="23"/>
                    <a:pt x="14" y="37"/>
                  </a:cubicBezTo>
                  <a:cubicBezTo>
                    <a:pt x="11" y="49"/>
                    <a:pt x="1" y="63"/>
                    <a:pt x="8" y="74"/>
                  </a:cubicBezTo>
                  <a:cubicBezTo>
                    <a:pt x="12" y="81"/>
                    <a:pt x="18" y="83"/>
                    <a:pt x="18" y="91"/>
                  </a:cubicBezTo>
                  <a:cubicBezTo>
                    <a:pt x="19" y="98"/>
                    <a:pt x="15" y="102"/>
                    <a:pt x="14" y="108"/>
                  </a:cubicBezTo>
                  <a:cubicBezTo>
                    <a:pt x="12" y="114"/>
                    <a:pt x="9" y="126"/>
                    <a:pt x="13" y="1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431">
              <a:extLst>
                <a:ext uri="{FF2B5EF4-FFF2-40B4-BE49-F238E27FC236}">
                  <a16:creationId xmlns:a16="http://schemas.microsoft.com/office/drawing/2014/main" id="{74B31BB1-64DF-4145-AF12-4E7B6F864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1990"/>
              <a:ext cx="33" cy="173"/>
            </a:xfrm>
            <a:custGeom>
              <a:avLst/>
              <a:gdLst>
                <a:gd name="T0" fmla="*/ 106 w 14"/>
                <a:gd name="T1" fmla="*/ 0 h 69"/>
                <a:gd name="T2" fmla="*/ 28 w 14"/>
                <a:gd name="T3" fmla="*/ 333 h 69"/>
                <a:gd name="T4" fmla="*/ 78 w 14"/>
                <a:gd name="T5" fmla="*/ 710 h 69"/>
                <a:gd name="T6" fmla="*/ 184 w 14"/>
                <a:gd name="T7" fmla="*/ 1088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9">
                  <a:moveTo>
                    <a:pt x="8" y="0"/>
                  </a:moveTo>
                  <a:cubicBezTo>
                    <a:pt x="9" y="8"/>
                    <a:pt x="5" y="14"/>
                    <a:pt x="2" y="21"/>
                  </a:cubicBezTo>
                  <a:cubicBezTo>
                    <a:pt x="0" y="30"/>
                    <a:pt x="2" y="36"/>
                    <a:pt x="6" y="45"/>
                  </a:cubicBezTo>
                  <a:cubicBezTo>
                    <a:pt x="9" y="52"/>
                    <a:pt x="13" y="63"/>
                    <a:pt x="14" y="6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432">
              <a:extLst>
                <a:ext uri="{FF2B5EF4-FFF2-40B4-BE49-F238E27FC236}">
                  <a16:creationId xmlns:a16="http://schemas.microsoft.com/office/drawing/2014/main" id="{C08A9CB5-4AD1-4C2D-B876-BCA755C99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608"/>
              <a:ext cx="94" cy="143"/>
            </a:xfrm>
            <a:custGeom>
              <a:avLst/>
              <a:gdLst>
                <a:gd name="T0" fmla="*/ 78 w 40"/>
                <a:gd name="T1" fmla="*/ 0 h 57"/>
                <a:gd name="T2" fmla="*/ 327 w 40"/>
                <a:gd name="T3" fmla="*/ 630 h 57"/>
                <a:gd name="T4" fmla="*/ 519 w 40"/>
                <a:gd name="T5" fmla="*/ 901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7">
                  <a:moveTo>
                    <a:pt x="6" y="0"/>
                  </a:moveTo>
                  <a:cubicBezTo>
                    <a:pt x="0" y="16"/>
                    <a:pt x="13" y="32"/>
                    <a:pt x="25" y="40"/>
                  </a:cubicBezTo>
                  <a:cubicBezTo>
                    <a:pt x="33" y="45"/>
                    <a:pt x="37" y="47"/>
                    <a:pt x="40" y="5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433">
              <a:extLst>
                <a:ext uri="{FF2B5EF4-FFF2-40B4-BE49-F238E27FC236}">
                  <a16:creationId xmlns:a16="http://schemas.microsoft.com/office/drawing/2014/main" id="{0AB9730A-5423-4A9C-8C4F-8C95D9C88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1698"/>
              <a:ext cx="33" cy="140"/>
            </a:xfrm>
            <a:custGeom>
              <a:avLst/>
              <a:gdLst>
                <a:gd name="T0" fmla="*/ 0 w 14"/>
                <a:gd name="T1" fmla="*/ 0 h 56"/>
                <a:gd name="T2" fmla="*/ 12 w 14"/>
                <a:gd name="T3" fmla="*/ 283 h 56"/>
                <a:gd name="T4" fmla="*/ 106 w 14"/>
                <a:gd name="T5" fmla="*/ 550 h 56"/>
                <a:gd name="T6" fmla="*/ 184 w 14"/>
                <a:gd name="T7" fmla="*/ 87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6">
                  <a:moveTo>
                    <a:pt x="0" y="0"/>
                  </a:moveTo>
                  <a:cubicBezTo>
                    <a:pt x="2" y="7"/>
                    <a:pt x="0" y="12"/>
                    <a:pt x="1" y="18"/>
                  </a:cubicBezTo>
                  <a:cubicBezTo>
                    <a:pt x="1" y="25"/>
                    <a:pt x="5" y="30"/>
                    <a:pt x="8" y="35"/>
                  </a:cubicBezTo>
                  <a:cubicBezTo>
                    <a:pt x="11" y="42"/>
                    <a:pt x="13" y="50"/>
                    <a:pt x="14" y="5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434">
              <a:extLst>
                <a:ext uri="{FF2B5EF4-FFF2-40B4-BE49-F238E27FC236}">
                  <a16:creationId xmlns:a16="http://schemas.microsoft.com/office/drawing/2014/main" id="{161631A3-C4E5-4E61-A60C-ED803FFED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1686"/>
              <a:ext cx="47" cy="152"/>
            </a:xfrm>
            <a:custGeom>
              <a:avLst/>
              <a:gdLst>
                <a:gd name="T0" fmla="*/ 12 w 20"/>
                <a:gd name="T1" fmla="*/ 0 h 61"/>
                <a:gd name="T2" fmla="*/ 38 w 20"/>
                <a:gd name="T3" fmla="*/ 262 h 61"/>
                <a:gd name="T4" fmla="*/ 12 w 20"/>
                <a:gd name="T5" fmla="*/ 528 h 61"/>
                <a:gd name="T6" fmla="*/ 259 w 20"/>
                <a:gd name="T7" fmla="*/ 944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1">
                  <a:moveTo>
                    <a:pt x="1" y="0"/>
                  </a:moveTo>
                  <a:cubicBezTo>
                    <a:pt x="1" y="6"/>
                    <a:pt x="3" y="11"/>
                    <a:pt x="3" y="17"/>
                  </a:cubicBezTo>
                  <a:cubicBezTo>
                    <a:pt x="3" y="23"/>
                    <a:pt x="0" y="28"/>
                    <a:pt x="1" y="34"/>
                  </a:cubicBezTo>
                  <a:cubicBezTo>
                    <a:pt x="3" y="42"/>
                    <a:pt x="15" y="54"/>
                    <a:pt x="20" y="6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435">
              <a:extLst>
                <a:ext uri="{FF2B5EF4-FFF2-40B4-BE49-F238E27FC236}">
                  <a16:creationId xmlns:a16="http://schemas.microsoft.com/office/drawing/2014/main" id="{8DD1A3E8-1C82-4B13-8B48-239C99AB3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1838"/>
              <a:ext cx="37" cy="135"/>
            </a:xfrm>
            <a:custGeom>
              <a:avLst/>
              <a:gdLst>
                <a:gd name="T0" fmla="*/ 113 w 16"/>
                <a:gd name="T1" fmla="*/ 0 h 54"/>
                <a:gd name="T2" fmla="*/ 28 w 16"/>
                <a:gd name="T3" fmla="*/ 470 h 54"/>
                <a:gd name="T4" fmla="*/ 187 w 16"/>
                <a:gd name="T5" fmla="*/ 84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9" y="0"/>
                  </a:moveTo>
                  <a:cubicBezTo>
                    <a:pt x="4" y="6"/>
                    <a:pt x="0" y="22"/>
                    <a:pt x="2" y="30"/>
                  </a:cubicBezTo>
                  <a:cubicBezTo>
                    <a:pt x="3" y="34"/>
                    <a:pt x="16" y="53"/>
                    <a:pt x="15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436">
              <a:extLst>
                <a:ext uri="{FF2B5EF4-FFF2-40B4-BE49-F238E27FC236}">
                  <a16:creationId xmlns:a16="http://schemas.microsoft.com/office/drawing/2014/main" id="{274B7A1D-02EF-490A-9605-E91B1785B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1528"/>
              <a:ext cx="64" cy="78"/>
            </a:xfrm>
            <a:custGeom>
              <a:avLst/>
              <a:gdLst>
                <a:gd name="T0" fmla="*/ 0 w 27"/>
                <a:gd name="T1" fmla="*/ 0 h 31"/>
                <a:gd name="T2" fmla="*/ 135 w 27"/>
                <a:gd name="T3" fmla="*/ 380 h 31"/>
                <a:gd name="T4" fmla="*/ 360 w 27"/>
                <a:gd name="T5" fmla="*/ 47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1">
                  <a:moveTo>
                    <a:pt x="0" y="0"/>
                  </a:moveTo>
                  <a:cubicBezTo>
                    <a:pt x="1" y="7"/>
                    <a:pt x="4" y="20"/>
                    <a:pt x="10" y="24"/>
                  </a:cubicBezTo>
                  <a:cubicBezTo>
                    <a:pt x="13" y="27"/>
                    <a:pt x="24" y="31"/>
                    <a:pt x="27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437">
              <a:extLst>
                <a:ext uri="{FF2B5EF4-FFF2-40B4-BE49-F238E27FC236}">
                  <a16:creationId xmlns:a16="http://schemas.microsoft.com/office/drawing/2014/main" id="{505F6E4A-D111-4E78-9AF8-FBE3A0DA6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411"/>
              <a:ext cx="93" cy="52"/>
            </a:xfrm>
            <a:custGeom>
              <a:avLst/>
              <a:gdLst>
                <a:gd name="T0" fmla="*/ 0 w 40"/>
                <a:gd name="T1" fmla="*/ 0 h 21"/>
                <a:gd name="T2" fmla="*/ 502 w 40"/>
                <a:gd name="T3" fmla="*/ 18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1">
                  <a:moveTo>
                    <a:pt x="0" y="0"/>
                  </a:moveTo>
                  <a:cubicBezTo>
                    <a:pt x="7" y="21"/>
                    <a:pt x="25" y="11"/>
                    <a:pt x="40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438">
              <a:extLst>
                <a:ext uri="{FF2B5EF4-FFF2-40B4-BE49-F238E27FC236}">
                  <a16:creationId xmlns:a16="http://schemas.microsoft.com/office/drawing/2014/main" id="{935287BB-F612-469C-92EA-893938A3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2130"/>
              <a:ext cx="203" cy="257"/>
            </a:xfrm>
            <a:custGeom>
              <a:avLst/>
              <a:gdLst>
                <a:gd name="T0" fmla="*/ 0 w 87"/>
                <a:gd name="T1" fmla="*/ 1599 h 103"/>
                <a:gd name="T2" fmla="*/ 355 w 87"/>
                <a:gd name="T3" fmla="*/ 1195 h 103"/>
                <a:gd name="T4" fmla="*/ 812 w 87"/>
                <a:gd name="T5" fmla="*/ 759 h 103"/>
                <a:gd name="T6" fmla="*/ 964 w 87"/>
                <a:gd name="T7" fmla="*/ 217 h 103"/>
                <a:gd name="T8" fmla="*/ 1017 w 87"/>
                <a:gd name="T9" fmla="*/ 62 h 103"/>
                <a:gd name="T10" fmla="*/ 1106 w 87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03">
                  <a:moveTo>
                    <a:pt x="0" y="103"/>
                  </a:moveTo>
                  <a:cubicBezTo>
                    <a:pt x="14" y="102"/>
                    <a:pt x="25" y="91"/>
                    <a:pt x="28" y="77"/>
                  </a:cubicBezTo>
                  <a:cubicBezTo>
                    <a:pt x="32" y="56"/>
                    <a:pt x="49" y="60"/>
                    <a:pt x="64" y="49"/>
                  </a:cubicBezTo>
                  <a:cubicBezTo>
                    <a:pt x="72" y="43"/>
                    <a:pt x="73" y="24"/>
                    <a:pt x="76" y="14"/>
                  </a:cubicBezTo>
                  <a:cubicBezTo>
                    <a:pt x="77" y="11"/>
                    <a:pt x="77" y="6"/>
                    <a:pt x="80" y="4"/>
                  </a:cubicBezTo>
                  <a:cubicBezTo>
                    <a:pt x="82" y="2"/>
                    <a:pt x="85" y="3"/>
                    <a:pt x="8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439">
              <a:extLst>
                <a:ext uri="{FF2B5EF4-FFF2-40B4-BE49-F238E27FC236}">
                  <a16:creationId xmlns:a16="http://schemas.microsoft.com/office/drawing/2014/main" id="{6AC6EA09-5112-44B9-9C7F-B1E43657C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2055"/>
              <a:ext cx="44" cy="115"/>
            </a:xfrm>
            <a:custGeom>
              <a:avLst/>
              <a:gdLst>
                <a:gd name="T0" fmla="*/ 236 w 19"/>
                <a:gd name="T1" fmla="*/ 0 h 46"/>
                <a:gd name="T2" fmla="*/ 188 w 19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0" y="5"/>
                    <a:pt x="15" y="34"/>
                    <a:pt x="15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440">
              <a:extLst>
                <a:ext uri="{FF2B5EF4-FFF2-40B4-BE49-F238E27FC236}">
                  <a16:creationId xmlns:a16="http://schemas.microsoft.com/office/drawing/2014/main" id="{4A85B08B-4CC7-4A7D-9FA0-7E6D366B9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2160"/>
              <a:ext cx="78" cy="113"/>
            </a:xfrm>
            <a:custGeom>
              <a:avLst/>
              <a:gdLst>
                <a:gd name="T0" fmla="*/ 435 w 33"/>
                <a:gd name="T1" fmla="*/ 0 h 45"/>
                <a:gd name="T2" fmla="*/ 135 w 33"/>
                <a:gd name="T3" fmla="*/ 397 h 45"/>
                <a:gd name="T4" fmla="*/ 0 w 33"/>
                <a:gd name="T5" fmla="*/ 71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22" y="2"/>
                    <a:pt x="12" y="15"/>
                    <a:pt x="10" y="25"/>
                  </a:cubicBezTo>
                  <a:cubicBezTo>
                    <a:pt x="8" y="31"/>
                    <a:pt x="7" y="44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441">
              <a:extLst>
                <a:ext uri="{FF2B5EF4-FFF2-40B4-BE49-F238E27FC236}">
                  <a16:creationId xmlns:a16="http://schemas.microsoft.com/office/drawing/2014/main" id="{17AA081D-59E6-4394-B387-979E1C5C1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263"/>
              <a:ext cx="89" cy="94"/>
            </a:xfrm>
            <a:custGeom>
              <a:avLst/>
              <a:gdLst>
                <a:gd name="T0" fmla="*/ 0 w 38"/>
                <a:gd name="T1" fmla="*/ 576 h 38"/>
                <a:gd name="T2" fmla="*/ 363 w 38"/>
                <a:gd name="T3" fmla="*/ 349 h 38"/>
                <a:gd name="T4" fmla="*/ 487 w 3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14" y="38"/>
                    <a:pt x="21" y="35"/>
                    <a:pt x="28" y="23"/>
                  </a:cubicBezTo>
                  <a:cubicBezTo>
                    <a:pt x="32" y="15"/>
                    <a:pt x="34" y="7"/>
                    <a:pt x="3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442">
              <a:extLst>
                <a:ext uri="{FF2B5EF4-FFF2-40B4-BE49-F238E27FC236}">
                  <a16:creationId xmlns:a16="http://schemas.microsoft.com/office/drawing/2014/main" id="{E363710D-0E23-4F00-A4E2-B54C84C24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2290"/>
              <a:ext cx="73" cy="65"/>
            </a:xfrm>
            <a:custGeom>
              <a:avLst/>
              <a:gdLst>
                <a:gd name="T0" fmla="*/ 0 w 31"/>
                <a:gd name="T1" fmla="*/ 395 h 26"/>
                <a:gd name="T2" fmla="*/ 0 w 31"/>
                <a:gd name="T3" fmla="*/ 408 h 26"/>
                <a:gd name="T4" fmla="*/ 155 w 31"/>
                <a:gd name="T5" fmla="*/ 63 h 26"/>
                <a:gd name="T6" fmla="*/ 405 w 3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6">
                  <a:moveTo>
                    <a:pt x="0" y="25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9"/>
                    <a:pt x="5" y="7"/>
                    <a:pt x="12" y="4"/>
                  </a:cubicBezTo>
                  <a:cubicBezTo>
                    <a:pt x="18" y="0"/>
                    <a:pt x="26" y="3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443">
              <a:extLst>
                <a:ext uri="{FF2B5EF4-FFF2-40B4-BE49-F238E27FC236}">
                  <a16:creationId xmlns:a16="http://schemas.microsoft.com/office/drawing/2014/main" id="{ACDCAC35-76F2-43FD-AE70-E243D380B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110"/>
              <a:ext cx="80" cy="123"/>
            </a:xfrm>
            <a:custGeom>
              <a:avLst/>
              <a:gdLst>
                <a:gd name="T0" fmla="*/ 0 w 34"/>
                <a:gd name="T1" fmla="*/ 776 h 49"/>
                <a:gd name="T2" fmla="*/ 433 w 34"/>
                <a:gd name="T3" fmla="*/ 505 h 49"/>
                <a:gd name="T4" fmla="*/ 405 w 34"/>
                <a:gd name="T5" fmla="*/ 208 h 49"/>
                <a:gd name="T6" fmla="*/ 365 w 34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9">
                  <a:moveTo>
                    <a:pt x="0" y="49"/>
                  </a:moveTo>
                  <a:cubicBezTo>
                    <a:pt x="10" y="43"/>
                    <a:pt x="30" y="46"/>
                    <a:pt x="33" y="32"/>
                  </a:cubicBezTo>
                  <a:cubicBezTo>
                    <a:pt x="34" y="25"/>
                    <a:pt x="33" y="19"/>
                    <a:pt x="31" y="13"/>
                  </a:cubicBezTo>
                  <a:cubicBezTo>
                    <a:pt x="30" y="9"/>
                    <a:pt x="26" y="5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444">
              <a:extLst>
                <a:ext uri="{FF2B5EF4-FFF2-40B4-BE49-F238E27FC236}">
                  <a16:creationId xmlns:a16="http://schemas.microsoft.com/office/drawing/2014/main" id="{840E77FB-70DC-408C-A0B1-959C36375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423"/>
              <a:ext cx="126" cy="43"/>
            </a:xfrm>
            <a:custGeom>
              <a:avLst/>
              <a:gdLst>
                <a:gd name="T0" fmla="*/ 0 w 54"/>
                <a:gd name="T1" fmla="*/ 0 h 17"/>
                <a:gd name="T2" fmla="*/ 380 w 54"/>
                <a:gd name="T3" fmla="*/ 255 h 17"/>
                <a:gd name="T4" fmla="*/ 686 w 54"/>
                <a:gd name="T5" fmla="*/ 12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">
                  <a:moveTo>
                    <a:pt x="0" y="0"/>
                  </a:moveTo>
                  <a:cubicBezTo>
                    <a:pt x="7" y="10"/>
                    <a:pt x="17" y="16"/>
                    <a:pt x="30" y="16"/>
                  </a:cubicBezTo>
                  <a:cubicBezTo>
                    <a:pt x="40" y="17"/>
                    <a:pt x="46" y="13"/>
                    <a:pt x="54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Freeform 445">
              <a:extLst>
                <a:ext uri="{FF2B5EF4-FFF2-40B4-BE49-F238E27FC236}">
                  <a16:creationId xmlns:a16="http://schemas.microsoft.com/office/drawing/2014/main" id="{06843627-9429-40DD-9AAF-0B2F54130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448"/>
              <a:ext cx="204" cy="115"/>
            </a:xfrm>
            <a:custGeom>
              <a:avLst/>
              <a:gdLst>
                <a:gd name="T0" fmla="*/ 0 w 87"/>
                <a:gd name="T1" fmla="*/ 0 h 46"/>
                <a:gd name="T2" fmla="*/ 347 w 87"/>
                <a:gd name="T3" fmla="*/ 313 h 46"/>
                <a:gd name="T4" fmla="*/ 786 w 87"/>
                <a:gd name="T5" fmla="*/ 438 h 46"/>
                <a:gd name="T6" fmla="*/ 1121 w 87"/>
                <a:gd name="T7" fmla="*/ 72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46">
                  <a:moveTo>
                    <a:pt x="0" y="0"/>
                  </a:moveTo>
                  <a:cubicBezTo>
                    <a:pt x="9" y="8"/>
                    <a:pt x="14" y="17"/>
                    <a:pt x="27" y="20"/>
                  </a:cubicBezTo>
                  <a:cubicBezTo>
                    <a:pt x="38" y="22"/>
                    <a:pt x="52" y="22"/>
                    <a:pt x="61" y="28"/>
                  </a:cubicBezTo>
                  <a:cubicBezTo>
                    <a:pt x="71" y="33"/>
                    <a:pt x="78" y="42"/>
                    <a:pt x="87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3" name="Freeform 446">
              <a:extLst>
                <a:ext uri="{FF2B5EF4-FFF2-40B4-BE49-F238E27FC236}">
                  <a16:creationId xmlns:a16="http://schemas.microsoft.com/office/drawing/2014/main" id="{06E39992-1E79-4899-AB81-FB2A61F97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513"/>
              <a:ext cx="155" cy="105"/>
            </a:xfrm>
            <a:custGeom>
              <a:avLst/>
              <a:gdLst>
                <a:gd name="T0" fmla="*/ 0 w 66"/>
                <a:gd name="T1" fmla="*/ 0 h 42"/>
                <a:gd name="T2" fmla="*/ 376 w 66"/>
                <a:gd name="T3" fmla="*/ 500 h 42"/>
                <a:gd name="T4" fmla="*/ 646 w 66"/>
                <a:gd name="T5" fmla="*/ 595 h 42"/>
                <a:gd name="T6" fmla="*/ 855 w 66"/>
                <a:gd name="T7" fmla="*/ 65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2">
                  <a:moveTo>
                    <a:pt x="0" y="0"/>
                  </a:moveTo>
                  <a:cubicBezTo>
                    <a:pt x="7" y="17"/>
                    <a:pt x="14" y="23"/>
                    <a:pt x="29" y="32"/>
                  </a:cubicBezTo>
                  <a:cubicBezTo>
                    <a:pt x="36" y="36"/>
                    <a:pt x="42" y="38"/>
                    <a:pt x="50" y="38"/>
                  </a:cubicBezTo>
                  <a:cubicBezTo>
                    <a:pt x="56" y="39"/>
                    <a:pt x="60" y="38"/>
                    <a:pt x="66" y="4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4" name="Freeform 447">
              <a:extLst>
                <a:ext uri="{FF2B5EF4-FFF2-40B4-BE49-F238E27FC236}">
                  <a16:creationId xmlns:a16="http://schemas.microsoft.com/office/drawing/2014/main" id="{F4FE4B1E-87A9-47A6-8195-02465F641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1608"/>
              <a:ext cx="74" cy="110"/>
            </a:xfrm>
            <a:custGeom>
              <a:avLst/>
              <a:gdLst>
                <a:gd name="T0" fmla="*/ 0 w 32"/>
                <a:gd name="T1" fmla="*/ 0 h 44"/>
                <a:gd name="T2" fmla="*/ 150 w 32"/>
                <a:gd name="T3" fmla="*/ 488 h 44"/>
                <a:gd name="T4" fmla="*/ 395 w 32"/>
                <a:gd name="T5" fmla="*/ 68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0"/>
                  </a:moveTo>
                  <a:cubicBezTo>
                    <a:pt x="3" y="11"/>
                    <a:pt x="3" y="23"/>
                    <a:pt x="12" y="31"/>
                  </a:cubicBezTo>
                  <a:cubicBezTo>
                    <a:pt x="19" y="36"/>
                    <a:pt x="28" y="35"/>
                    <a:pt x="32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5" name="Freeform 448">
              <a:extLst>
                <a:ext uri="{FF2B5EF4-FFF2-40B4-BE49-F238E27FC236}">
                  <a16:creationId xmlns:a16="http://schemas.microsoft.com/office/drawing/2014/main" id="{B62B0559-3A88-4E2F-B257-79F2F50FD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436"/>
              <a:ext cx="148" cy="162"/>
            </a:xfrm>
            <a:custGeom>
              <a:avLst/>
              <a:gdLst>
                <a:gd name="T0" fmla="*/ 0 w 63"/>
                <a:gd name="T1" fmla="*/ 1007 h 65"/>
                <a:gd name="T2" fmla="*/ 38 w 63"/>
                <a:gd name="T3" fmla="*/ 633 h 65"/>
                <a:gd name="T4" fmla="*/ 221 w 63"/>
                <a:gd name="T5" fmla="*/ 404 h 65"/>
                <a:gd name="T6" fmla="*/ 557 w 63"/>
                <a:gd name="T7" fmla="*/ 279 h 65"/>
                <a:gd name="T8" fmla="*/ 818 w 63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5">
                  <a:moveTo>
                    <a:pt x="0" y="65"/>
                  </a:moveTo>
                  <a:cubicBezTo>
                    <a:pt x="3" y="62"/>
                    <a:pt x="0" y="47"/>
                    <a:pt x="3" y="41"/>
                  </a:cubicBezTo>
                  <a:cubicBezTo>
                    <a:pt x="5" y="37"/>
                    <a:pt x="12" y="28"/>
                    <a:pt x="17" y="26"/>
                  </a:cubicBezTo>
                  <a:cubicBezTo>
                    <a:pt x="26" y="22"/>
                    <a:pt x="35" y="24"/>
                    <a:pt x="43" y="18"/>
                  </a:cubicBezTo>
                  <a:cubicBezTo>
                    <a:pt x="49" y="14"/>
                    <a:pt x="60" y="7"/>
                    <a:pt x="6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6" name="Freeform 449">
              <a:extLst>
                <a:ext uri="{FF2B5EF4-FFF2-40B4-BE49-F238E27FC236}">
                  <a16:creationId xmlns:a16="http://schemas.microsoft.com/office/drawing/2014/main" id="{79524227-B996-4132-AB66-46ABDDD18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428"/>
              <a:ext cx="146" cy="53"/>
            </a:xfrm>
            <a:custGeom>
              <a:avLst/>
              <a:gdLst>
                <a:gd name="T0" fmla="*/ 0 w 62"/>
                <a:gd name="T1" fmla="*/ 242 h 21"/>
                <a:gd name="T2" fmla="*/ 454 w 62"/>
                <a:gd name="T3" fmla="*/ 288 h 21"/>
                <a:gd name="T4" fmla="*/ 810 w 6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1">
                  <a:moveTo>
                    <a:pt x="0" y="15"/>
                  </a:moveTo>
                  <a:cubicBezTo>
                    <a:pt x="13" y="18"/>
                    <a:pt x="22" y="21"/>
                    <a:pt x="35" y="18"/>
                  </a:cubicBezTo>
                  <a:cubicBezTo>
                    <a:pt x="45" y="15"/>
                    <a:pt x="57" y="9"/>
                    <a:pt x="6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7" name="Freeform 450">
              <a:extLst>
                <a:ext uri="{FF2B5EF4-FFF2-40B4-BE49-F238E27FC236}">
                  <a16:creationId xmlns:a16="http://schemas.microsoft.com/office/drawing/2014/main" id="{731AB902-E32C-4E7F-BF87-EEA001563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651"/>
              <a:ext cx="70" cy="130"/>
            </a:xfrm>
            <a:custGeom>
              <a:avLst/>
              <a:gdLst>
                <a:gd name="T0" fmla="*/ 0 w 30"/>
                <a:gd name="T1" fmla="*/ 813 h 52"/>
                <a:gd name="T2" fmla="*/ 380 w 30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2">
                  <a:moveTo>
                    <a:pt x="0" y="52"/>
                  </a:moveTo>
                  <a:cubicBezTo>
                    <a:pt x="0" y="32"/>
                    <a:pt x="4" y="1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8" name="Freeform 451">
              <a:extLst>
                <a:ext uri="{FF2B5EF4-FFF2-40B4-BE49-F238E27FC236}">
                  <a16:creationId xmlns:a16="http://schemas.microsoft.com/office/drawing/2014/main" id="{4EE60557-A3A6-4F85-97A9-E764ADB6F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053"/>
              <a:ext cx="28" cy="122"/>
            </a:xfrm>
            <a:custGeom>
              <a:avLst/>
              <a:gdLst>
                <a:gd name="T0" fmla="*/ 0 w 12"/>
                <a:gd name="T1" fmla="*/ 0 h 49"/>
                <a:gd name="T2" fmla="*/ 142 w 12"/>
                <a:gd name="T3" fmla="*/ 403 h 49"/>
                <a:gd name="T4" fmla="*/ 142 w 12"/>
                <a:gd name="T5" fmla="*/ 757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9">
                  <a:moveTo>
                    <a:pt x="0" y="0"/>
                  </a:moveTo>
                  <a:cubicBezTo>
                    <a:pt x="5" y="8"/>
                    <a:pt x="10" y="16"/>
                    <a:pt x="11" y="26"/>
                  </a:cubicBezTo>
                  <a:cubicBezTo>
                    <a:pt x="12" y="34"/>
                    <a:pt x="10" y="41"/>
                    <a:pt x="11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9" name="Freeform 452">
              <a:extLst>
                <a:ext uri="{FF2B5EF4-FFF2-40B4-BE49-F238E27FC236}">
                  <a16:creationId xmlns:a16="http://schemas.microsoft.com/office/drawing/2014/main" id="{64F0B2BF-940E-4710-A7A5-6563A5D1C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933"/>
              <a:ext cx="115" cy="327"/>
            </a:xfrm>
            <a:custGeom>
              <a:avLst/>
              <a:gdLst>
                <a:gd name="T0" fmla="*/ 0 w 49"/>
                <a:gd name="T1" fmla="*/ 2037 h 131"/>
                <a:gd name="T2" fmla="*/ 584 w 49"/>
                <a:gd name="T3" fmla="*/ 0 h 131"/>
                <a:gd name="T4" fmla="*/ 0 w 49"/>
                <a:gd name="T5" fmla="*/ 2037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31">
                  <a:moveTo>
                    <a:pt x="0" y="131"/>
                  </a:moveTo>
                  <a:cubicBezTo>
                    <a:pt x="38" y="94"/>
                    <a:pt x="49" y="31"/>
                    <a:pt x="45" y="0"/>
                  </a:cubicBezTo>
                  <a:cubicBezTo>
                    <a:pt x="43" y="15"/>
                    <a:pt x="33" y="92"/>
                    <a:pt x="0" y="131"/>
                  </a:cubicBezTo>
                  <a:close/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0" name="Oval 453">
              <a:extLst>
                <a:ext uri="{FF2B5EF4-FFF2-40B4-BE49-F238E27FC236}">
                  <a16:creationId xmlns:a16="http://schemas.microsoft.com/office/drawing/2014/main" id="{015AAEBB-AF76-4007-85D4-BDE4165C3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5" y="1344"/>
              <a:ext cx="1126" cy="1201"/>
            </a:xfrm>
            <a:prstGeom prst="ellips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531" name="Freeform 454">
              <a:extLst>
                <a:ext uri="{FF2B5EF4-FFF2-40B4-BE49-F238E27FC236}">
                  <a16:creationId xmlns:a16="http://schemas.microsoft.com/office/drawing/2014/main" id="{1C5989B5-9270-458C-BD78-B4F9A53A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543"/>
              <a:ext cx="28" cy="30"/>
            </a:xfrm>
            <a:custGeom>
              <a:avLst/>
              <a:gdLst>
                <a:gd name="T0" fmla="*/ 0 w 12"/>
                <a:gd name="T1" fmla="*/ 0 h 12"/>
                <a:gd name="T2" fmla="*/ 114 w 12"/>
                <a:gd name="T3" fmla="*/ 125 h 12"/>
                <a:gd name="T4" fmla="*/ 152 w 12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3" y="2"/>
                    <a:pt x="6" y="5"/>
                    <a:pt x="9" y="8"/>
                  </a:cubicBezTo>
                  <a:cubicBezTo>
                    <a:pt x="10" y="9"/>
                    <a:pt x="11" y="10"/>
                    <a:pt x="12" y="1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2" name="Freeform 455">
              <a:extLst>
                <a:ext uri="{FF2B5EF4-FFF2-40B4-BE49-F238E27FC236}">
                  <a16:creationId xmlns:a16="http://schemas.microsoft.com/office/drawing/2014/main" id="{4C0677A7-8917-4943-8BEF-7BE385BA9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563"/>
              <a:ext cx="16" cy="3"/>
            </a:xfrm>
            <a:custGeom>
              <a:avLst/>
              <a:gdLst>
                <a:gd name="T0" fmla="*/ 0 w 7"/>
                <a:gd name="T1" fmla="*/ 0 h 1"/>
                <a:gd name="T2" fmla="*/ 8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6" y="1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3" name="Freeform 456">
              <a:extLst>
                <a:ext uri="{FF2B5EF4-FFF2-40B4-BE49-F238E27FC236}">
                  <a16:creationId xmlns:a16="http://schemas.microsoft.com/office/drawing/2014/main" id="{6F4957DD-8E77-446C-A097-BA15469BD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863"/>
              <a:ext cx="37" cy="10"/>
            </a:xfrm>
            <a:custGeom>
              <a:avLst/>
              <a:gdLst>
                <a:gd name="T0" fmla="*/ 0 w 16"/>
                <a:gd name="T1" fmla="*/ 0 h 4"/>
                <a:gd name="T2" fmla="*/ 199 w 1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4"/>
                    <a:pt x="10" y="4"/>
                    <a:pt x="16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4" name="Freeform 457">
              <a:extLst>
                <a:ext uri="{FF2B5EF4-FFF2-40B4-BE49-F238E27FC236}">
                  <a16:creationId xmlns:a16="http://schemas.microsoft.com/office/drawing/2014/main" id="{A8DDBA5A-0CFA-4CB1-A39E-DA1D32F22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873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5" name="Freeform 458">
              <a:extLst>
                <a:ext uri="{FF2B5EF4-FFF2-40B4-BE49-F238E27FC236}">
                  <a16:creationId xmlns:a16="http://schemas.microsoft.com/office/drawing/2014/main" id="{06CE04E8-F4C2-4201-A28A-ACBDAE03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190"/>
              <a:ext cx="38" cy="18"/>
            </a:xfrm>
            <a:custGeom>
              <a:avLst/>
              <a:gdLst>
                <a:gd name="T0" fmla="*/ 0 w 16"/>
                <a:gd name="T1" fmla="*/ 100 h 7"/>
                <a:gd name="T2" fmla="*/ 119 w 16"/>
                <a:gd name="T3" fmla="*/ 54 h 7"/>
                <a:gd name="T4" fmla="*/ 214 w 1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6"/>
                  </a:moveTo>
                  <a:cubicBezTo>
                    <a:pt x="3" y="7"/>
                    <a:pt x="7" y="4"/>
                    <a:pt x="9" y="3"/>
                  </a:cubicBezTo>
                  <a:cubicBezTo>
                    <a:pt x="11" y="2"/>
                    <a:pt x="14" y="2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6" name="Freeform 459">
              <a:extLst>
                <a:ext uri="{FF2B5EF4-FFF2-40B4-BE49-F238E27FC236}">
                  <a16:creationId xmlns:a16="http://schemas.microsoft.com/office/drawing/2014/main" id="{505D419F-DAFB-435A-9E64-06591DC17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195"/>
              <a:ext cx="14" cy="5"/>
            </a:xfrm>
            <a:custGeom>
              <a:avLst/>
              <a:gdLst>
                <a:gd name="T0" fmla="*/ 0 w 6"/>
                <a:gd name="T1" fmla="*/ 0 h 2"/>
                <a:gd name="T2" fmla="*/ 77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0"/>
                    <a:pt x="6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7" name="Freeform 460">
              <a:extLst>
                <a:ext uri="{FF2B5EF4-FFF2-40B4-BE49-F238E27FC236}">
                  <a16:creationId xmlns:a16="http://schemas.microsoft.com/office/drawing/2014/main" id="{D627DC3F-B365-490A-994D-EAF1AFA10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412"/>
              <a:ext cx="24" cy="33"/>
            </a:xfrm>
            <a:custGeom>
              <a:avLst/>
              <a:gdLst>
                <a:gd name="T0" fmla="*/ 0 w 10"/>
                <a:gd name="T1" fmla="*/ 213 h 13"/>
                <a:gd name="T2" fmla="*/ 139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6" y="11"/>
                    <a:pt x="7" y="4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8" name="Freeform 461">
              <a:extLst>
                <a:ext uri="{FF2B5EF4-FFF2-40B4-BE49-F238E27FC236}">
                  <a16:creationId xmlns:a16="http://schemas.microsoft.com/office/drawing/2014/main" id="{692A856F-1705-427F-9EAA-85596B554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420"/>
              <a:ext cx="14" cy="5"/>
            </a:xfrm>
            <a:custGeom>
              <a:avLst/>
              <a:gdLst>
                <a:gd name="T0" fmla="*/ 0 w 6"/>
                <a:gd name="T1" fmla="*/ 33 h 2"/>
                <a:gd name="T2" fmla="*/ 77 w 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0"/>
                    <a:pt x="6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9" name="Freeform 462">
              <a:extLst>
                <a:ext uri="{FF2B5EF4-FFF2-40B4-BE49-F238E27FC236}">
                  <a16:creationId xmlns:a16="http://schemas.microsoft.com/office/drawing/2014/main" id="{1607C85D-22D8-41D2-9DB4-AF8F109A8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20"/>
              <a:ext cx="16" cy="40"/>
            </a:xfrm>
            <a:custGeom>
              <a:avLst/>
              <a:gdLst>
                <a:gd name="T0" fmla="*/ 85 w 7"/>
                <a:gd name="T1" fmla="*/ 0 h 16"/>
                <a:gd name="T2" fmla="*/ 0 w 7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6" y="5"/>
                    <a:pt x="3" y="11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0" name="Freeform 463">
              <a:extLst>
                <a:ext uri="{FF2B5EF4-FFF2-40B4-BE49-F238E27FC236}">
                  <a16:creationId xmlns:a16="http://schemas.microsoft.com/office/drawing/2014/main" id="{1A5D8B0C-E40D-461E-99E8-AD1AB65B3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552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2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1" name="Freeform 464">
              <a:extLst>
                <a:ext uri="{FF2B5EF4-FFF2-40B4-BE49-F238E27FC236}">
                  <a16:creationId xmlns:a16="http://schemas.microsoft.com/office/drawing/2014/main" id="{118DDABE-FFF8-4FC9-8BE6-44786CDC3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535"/>
              <a:ext cx="17" cy="37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5"/>
                    <a:pt x="3" y="10"/>
                    <a:pt x="7" y="1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2" name="Freeform 465">
              <a:extLst>
                <a:ext uri="{FF2B5EF4-FFF2-40B4-BE49-F238E27FC236}">
                  <a16:creationId xmlns:a16="http://schemas.microsoft.com/office/drawing/2014/main" id="{324C6CED-7AE0-4D6E-BB67-4C9D108BC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562"/>
              <a:ext cx="3" cy="15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3" name="Freeform 466">
              <a:extLst>
                <a:ext uri="{FF2B5EF4-FFF2-40B4-BE49-F238E27FC236}">
                  <a16:creationId xmlns:a16="http://schemas.microsoft.com/office/drawing/2014/main" id="{543778BA-C4BD-40A0-B606-C1C13548A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392"/>
              <a:ext cx="23" cy="33"/>
            </a:xfrm>
            <a:custGeom>
              <a:avLst/>
              <a:gdLst>
                <a:gd name="T0" fmla="*/ 0 w 10"/>
                <a:gd name="T1" fmla="*/ 0 h 13"/>
                <a:gd name="T2" fmla="*/ 122 w 10"/>
                <a:gd name="T3" fmla="*/ 2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2" y="5"/>
                    <a:pt x="6" y="9"/>
                    <a:pt x="10" y="1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4" name="Freeform 467">
              <a:extLst>
                <a:ext uri="{FF2B5EF4-FFF2-40B4-BE49-F238E27FC236}">
                  <a16:creationId xmlns:a16="http://schemas.microsoft.com/office/drawing/2014/main" id="{82636363-2F52-4D40-987F-569E00643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400"/>
              <a:ext cx="14" cy="2"/>
            </a:xfrm>
            <a:custGeom>
              <a:avLst/>
              <a:gdLst>
                <a:gd name="T0" fmla="*/ 0 w 6"/>
                <a:gd name="T1" fmla="*/ 8 h 1"/>
                <a:gd name="T2" fmla="*/ 77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5" name="Freeform 468">
              <a:extLst>
                <a:ext uri="{FF2B5EF4-FFF2-40B4-BE49-F238E27FC236}">
                  <a16:creationId xmlns:a16="http://schemas.microsoft.com/office/drawing/2014/main" id="{8A3E38B0-4C99-46F3-9607-140AC87E9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2168"/>
              <a:ext cx="37" cy="15"/>
            </a:xfrm>
            <a:custGeom>
              <a:avLst/>
              <a:gdLst>
                <a:gd name="T0" fmla="*/ 0 w 16"/>
                <a:gd name="T1" fmla="*/ 0 h 6"/>
                <a:gd name="T2" fmla="*/ 199 w 1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4" y="4"/>
                    <a:pt x="11" y="5"/>
                    <a:pt x="16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6" name="Freeform 469">
              <a:extLst>
                <a:ext uri="{FF2B5EF4-FFF2-40B4-BE49-F238E27FC236}">
                  <a16:creationId xmlns:a16="http://schemas.microsoft.com/office/drawing/2014/main" id="{67C8CBC4-7926-4276-94CD-D5AC60806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2180"/>
              <a:ext cx="7" cy="13"/>
            </a:xfrm>
            <a:custGeom>
              <a:avLst/>
              <a:gdLst>
                <a:gd name="T0" fmla="*/ 0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7" name="Freeform 470">
              <a:extLst>
                <a:ext uri="{FF2B5EF4-FFF2-40B4-BE49-F238E27FC236}">
                  <a16:creationId xmlns:a16="http://schemas.microsoft.com/office/drawing/2014/main" id="{02B6C7C0-5C84-43B4-8D3F-C74978E9E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1870"/>
              <a:ext cx="40" cy="5"/>
            </a:xfrm>
            <a:custGeom>
              <a:avLst/>
              <a:gdLst>
                <a:gd name="T0" fmla="*/ 0 w 17"/>
                <a:gd name="T1" fmla="*/ 33 h 2"/>
                <a:gd name="T2" fmla="*/ 221 w 1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2"/>
                  </a:moveTo>
                  <a:cubicBezTo>
                    <a:pt x="6" y="2"/>
                    <a:pt x="11" y="1"/>
                    <a:pt x="1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8" name="Freeform 471">
              <a:extLst>
                <a:ext uri="{FF2B5EF4-FFF2-40B4-BE49-F238E27FC236}">
                  <a16:creationId xmlns:a16="http://schemas.microsoft.com/office/drawing/2014/main" id="{B6622C35-73D6-4DF5-867B-E0D05430D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1873"/>
              <a:ext cx="14" cy="5"/>
            </a:xfrm>
            <a:custGeom>
              <a:avLst/>
              <a:gdLst>
                <a:gd name="T0" fmla="*/ 0 w 6"/>
                <a:gd name="T1" fmla="*/ 0 h 2"/>
                <a:gd name="T2" fmla="*/ 77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1"/>
                    <a:pt x="6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9" name="Freeform 472">
              <a:extLst>
                <a:ext uri="{FF2B5EF4-FFF2-40B4-BE49-F238E27FC236}">
                  <a16:creationId xmlns:a16="http://schemas.microsoft.com/office/drawing/2014/main" id="{1D476FC7-9B05-456D-B9F4-2B5ACA9DC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1546"/>
              <a:ext cx="28" cy="27"/>
            </a:xfrm>
            <a:custGeom>
              <a:avLst/>
              <a:gdLst>
                <a:gd name="T0" fmla="*/ 0 w 12"/>
                <a:gd name="T1" fmla="*/ 162 h 11"/>
                <a:gd name="T2" fmla="*/ 152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4" y="8"/>
                    <a:pt x="9" y="5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0" name="Freeform 473">
              <a:extLst>
                <a:ext uri="{FF2B5EF4-FFF2-40B4-BE49-F238E27FC236}">
                  <a16:creationId xmlns:a16="http://schemas.microsoft.com/office/drawing/2014/main" id="{5EB3E710-F5C7-4ED5-995D-CEBB263C1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1566"/>
              <a:ext cx="7" cy="17"/>
            </a:xfrm>
            <a:custGeom>
              <a:avLst/>
              <a:gdLst>
                <a:gd name="T0" fmla="*/ 37 w 3"/>
                <a:gd name="T1" fmla="*/ 0 h 7"/>
                <a:gd name="T2" fmla="*/ 12 w 3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1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1" name="Freeform 474">
              <a:extLst>
                <a:ext uri="{FF2B5EF4-FFF2-40B4-BE49-F238E27FC236}">
                  <a16:creationId xmlns:a16="http://schemas.microsoft.com/office/drawing/2014/main" id="{AAFA0AEC-73CE-4DC1-84D8-E69DE8A8C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344"/>
              <a:ext cx="17" cy="37"/>
            </a:xfrm>
            <a:custGeom>
              <a:avLst/>
              <a:gdLst>
                <a:gd name="T0" fmla="*/ 0 w 7"/>
                <a:gd name="T1" fmla="*/ 224 h 15"/>
                <a:gd name="T2" fmla="*/ 100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4" y="13"/>
                    <a:pt x="7" y="5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2" name="Freeform 475">
              <a:extLst>
                <a:ext uri="{FF2B5EF4-FFF2-40B4-BE49-F238E27FC236}">
                  <a16:creationId xmlns:a16="http://schemas.microsoft.com/office/drawing/2014/main" id="{8A165C17-FF4B-4A97-8DC0-631E4453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346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3" name="Freeform 476">
              <a:extLst>
                <a:ext uri="{FF2B5EF4-FFF2-40B4-BE49-F238E27FC236}">
                  <a16:creationId xmlns:a16="http://schemas.microsoft.com/office/drawing/2014/main" id="{75C34FB4-33CD-4980-9830-B46689A2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314"/>
              <a:ext cx="7" cy="40"/>
            </a:xfrm>
            <a:custGeom>
              <a:avLst/>
              <a:gdLst>
                <a:gd name="T0" fmla="*/ 12 w 3"/>
                <a:gd name="T1" fmla="*/ 0 h 16"/>
                <a:gd name="T2" fmla="*/ 37 w 3"/>
                <a:gd name="T3" fmla="*/ 158 h 16"/>
                <a:gd name="T4" fmla="*/ 37 w 3"/>
                <a:gd name="T5" fmla="*/ 2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6">
                  <a:moveTo>
                    <a:pt x="1" y="0"/>
                  </a:moveTo>
                  <a:cubicBezTo>
                    <a:pt x="0" y="3"/>
                    <a:pt x="3" y="7"/>
                    <a:pt x="3" y="10"/>
                  </a:cubicBezTo>
                  <a:cubicBezTo>
                    <a:pt x="3" y="12"/>
                    <a:pt x="3" y="14"/>
                    <a:pt x="3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4" name="Freeform 477">
              <a:extLst>
                <a:ext uri="{FF2B5EF4-FFF2-40B4-BE49-F238E27FC236}">
                  <a16:creationId xmlns:a16="http://schemas.microsoft.com/office/drawing/2014/main" id="{1BBBA8D5-E8A4-4840-8E67-1B40B0254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344"/>
              <a:ext cx="12" cy="10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5" name="Oval 478">
              <a:extLst>
                <a:ext uri="{FF2B5EF4-FFF2-40B4-BE49-F238E27FC236}">
                  <a16:creationId xmlns:a16="http://schemas.microsoft.com/office/drawing/2014/main" id="{C7B955B5-C153-411A-A7B0-0F170F32A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1301"/>
              <a:ext cx="1208" cy="1289"/>
            </a:xfrm>
            <a:prstGeom prst="ellipse">
              <a:avLst/>
            </a:prstGeom>
            <a:noFill/>
            <a:ln w="11113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556" name="Freeform 479">
              <a:extLst>
                <a:ext uri="{FF2B5EF4-FFF2-40B4-BE49-F238E27FC236}">
                  <a16:creationId xmlns:a16="http://schemas.microsoft.com/office/drawing/2014/main" id="{9D9ACD19-443F-4C86-9AE5-F6D61C7F0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463"/>
              <a:ext cx="904" cy="962"/>
            </a:xfrm>
            <a:custGeom>
              <a:avLst/>
              <a:gdLst>
                <a:gd name="T0" fmla="*/ 0 w 386"/>
                <a:gd name="T1" fmla="*/ 3008 h 385"/>
                <a:gd name="T2" fmla="*/ 180 w 386"/>
                <a:gd name="T3" fmla="*/ 2509 h 385"/>
                <a:gd name="T4" fmla="*/ 155 w 386"/>
                <a:gd name="T5" fmla="*/ 1949 h 385"/>
                <a:gd name="T6" fmla="*/ 461 w 386"/>
                <a:gd name="T7" fmla="*/ 1574 h 385"/>
                <a:gd name="T8" fmla="*/ 593 w 386"/>
                <a:gd name="T9" fmla="*/ 1042 h 385"/>
                <a:gd name="T10" fmla="*/ 1005 w 386"/>
                <a:gd name="T11" fmla="*/ 812 h 385"/>
                <a:gd name="T12" fmla="*/ 1262 w 386"/>
                <a:gd name="T13" fmla="*/ 375 h 385"/>
                <a:gd name="T14" fmla="*/ 1696 w 386"/>
                <a:gd name="T15" fmla="*/ 325 h 385"/>
                <a:gd name="T16" fmla="*/ 2068 w 386"/>
                <a:gd name="T17" fmla="*/ 30 h 385"/>
                <a:gd name="T18" fmla="*/ 2480 w 386"/>
                <a:gd name="T19" fmla="*/ 167 h 385"/>
                <a:gd name="T20" fmla="*/ 2918 w 386"/>
                <a:gd name="T21" fmla="*/ 30 h 385"/>
                <a:gd name="T22" fmla="*/ 3290 w 386"/>
                <a:gd name="T23" fmla="*/ 342 h 385"/>
                <a:gd name="T24" fmla="*/ 3740 w 386"/>
                <a:gd name="T25" fmla="*/ 405 h 385"/>
                <a:gd name="T26" fmla="*/ 3993 w 386"/>
                <a:gd name="T27" fmla="*/ 842 h 385"/>
                <a:gd name="T28" fmla="*/ 4405 w 386"/>
                <a:gd name="T29" fmla="*/ 1092 h 385"/>
                <a:gd name="T30" fmla="*/ 4520 w 386"/>
                <a:gd name="T31" fmla="*/ 1604 h 385"/>
                <a:gd name="T32" fmla="*/ 4815 w 386"/>
                <a:gd name="T33" fmla="*/ 1999 h 385"/>
                <a:gd name="T34" fmla="*/ 4778 w 386"/>
                <a:gd name="T35" fmla="*/ 2529 h 385"/>
                <a:gd name="T36" fmla="*/ 4958 w 386"/>
                <a:gd name="T37" fmla="*/ 3008 h 385"/>
                <a:gd name="T38" fmla="*/ 4778 w 386"/>
                <a:gd name="T39" fmla="*/ 3508 h 385"/>
                <a:gd name="T40" fmla="*/ 4806 w 386"/>
                <a:gd name="T41" fmla="*/ 4058 h 385"/>
                <a:gd name="T42" fmla="*/ 4497 w 386"/>
                <a:gd name="T43" fmla="*/ 4433 h 385"/>
                <a:gd name="T44" fmla="*/ 4365 w 386"/>
                <a:gd name="T45" fmla="*/ 4962 h 385"/>
                <a:gd name="T46" fmla="*/ 3956 w 386"/>
                <a:gd name="T47" fmla="*/ 5195 h 385"/>
                <a:gd name="T48" fmla="*/ 3696 w 386"/>
                <a:gd name="T49" fmla="*/ 5632 h 385"/>
                <a:gd name="T50" fmla="*/ 3262 w 386"/>
                <a:gd name="T51" fmla="*/ 5682 h 385"/>
                <a:gd name="T52" fmla="*/ 2890 w 386"/>
                <a:gd name="T53" fmla="*/ 5974 h 385"/>
                <a:gd name="T54" fmla="*/ 2480 w 386"/>
                <a:gd name="T55" fmla="*/ 5849 h 385"/>
                <a:gd name="T56" fmla="*/ 2040 w 386"/>
                <a:gd name="T57" fmla="*/ 5974 h 385"/>
                <a:gd name="T58" fmla="*/ 1667 w 386"/>
                <a:gd name="T59" fmla="*/ 5662 h 385"/>
                <a:gd name="T60" fmla="*/ 1218 w 386"/>
                <a:gd name="T61" fmla="*/ 5600 h 385"/>
                <a:gd name="T62" fmla="*/ 965 w 386"/>
                <a:gd name="T63" fmla="*/ 5162 h 385"/>
                <a:gd name="T64" fmla="*/ 555 w 386"/>
                <a:gd name="T65" fmla="*/ 4912 h 385"/>
                <a:gd name="T66" fmla="*/ 438 w 386"/>
                <a:gd name="T67" fmla="*/ 4403 h 385"/>
                <a:gd name="T68" fmla="*/ 143 w 386"/>
                <a:gd name="T69" fmla="*/ 4008 h 385"/>
                <a:gd name="T70" fmla="*/ 164 w 386"/>
                <a:gd name="T71" fmla="*/ 3478 h 385"/>
                <a:gd name="T72" fmla="*/ 0 w 386"/>
                <a:gd name="T73" fmla="*/ 3008 h 3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6" h="385">
                  <a:moveTo>
                    <a:pt x="0" y="193"/>
                  </a:moveTo>
                  <a:cubicBezTo>
                    <a:pt x="0" y="181"/>
                    <a:pt x="12" y="171"/>
                    <a:pt x="14" y="161"/>
                  </a:cubicBezTo>
                  <a:cubicBezTo>
                    <a:pt x="16" y="149"/>
                    <a:pt x="8" y="136"/>
                    <a:pt x="12" y="125"/>
                  </a:cubicBezTo>
                  <a:cubicBezTo>
                    <a:pt x="15" y="115"/>
                    <a:pt x="30" y="110"/>
                    <a:pt x="36" y="101"/>
                  </a:cubicBezTo>
                  <a:cubicBezTo>
                    <a:pt x="41" y="91"/>
                    <a:pt x="39" y="75"/>
                    <a:pt x="46" y="67"/>
                  </a:cubicBezTo>
                  <a:cubicBezTo>
                    <a:pt x="53" y="58"/>
                    <a:pt x="69" y="59"/>
                    <a:pt x="78" y="52"/>
                  </a:cubicBezTo>
                  <a:cubicBezTo>
                    <a:pt x="86" y="45"/>
                    <a:pt x="89" y="29"/>
                    <a:pt x="98" y="24"/>
                  </a:cubicBezTo>
                  <a:cubicBezTo>
                    <a:pt x="107" y="19"/>
                    <a:pt x="122" y="25"/>
                    <a:pt x="132" y="21"/>
                  </a:cubicBezTo>
                  <a:cubicBezTo>
                    <a:pt x="142" y="17"/>
                    <a:pt x="150" y="4"/>
                    <a:pt x="161" y="2"/>
                  </a:cubicBezTo>
                  <a:cubicBezTo>
                    <a:pt x="171" y="0"/>
                    <a:pt x="182" y="11"/>
                    <a:pt x="193" y="11"/>
                  </a:cubicBezTo>
                  <a:cubicBezTo>
                    <a:pt x="204" y="11"/>
                    <a:pt x="216" y="0"/>
                    <a:pt x="227" y="2"/>
                  </a:cubicBezTo>
                  <a:cubicBezTo>
                    <a:pt x="238" y="4"/>
                    <a:pt x="246" y="18"/>
                    <a:pt x="256" y="22"/>
                  </a:cubicBezTo>
                  <a:cubicBezTo>
                    <a:pt x="266" y="26"/>
                    <a:pt x="281" y="20"/>
                    <a:pt x="291" y="26"/>
                  </a:cubicBezTo>
                  <a:cubicBezTo>
                    <a:pt x="300" y="31"/>
                    <a:pt x="303" y="47"/>
                    <a:pt x="311" y="54"/>
                  </a:cubicBezTo>
                  <a:cubicBezTo>
                    <a:pt x="320" y="61"/>
                    <a:pt x="336" y="62"/>
                    <a:pt x="343" y="70"/>
                  </a:cubicBezTo>
                  <a:cubicBezTo>
                    <a:pt x="349" y="78"/>
                    <a:pt x="346" y="94"/>
                    <a:pt x="352" y="103"/>
                  </a:cubicBezTo>
                  <a:cubicBezTo>
                    <a:pt x="357" y="112"/>
                    <a:pt x="372" y="118"/>
                    <a:pt x="375" y="128"/>
                  </a:cubicBezTo>
                  <a:cubicBezTo>
                    <a:pt x="379" y="138"/>
                    <a:pt x="371" y="151"/>
                    <a:pt x="372" y="162"/>
                  </a:cubicBezTo>
                  <a:cubicBezTo>
                    <a:pt x="374" y="172"/>
                    <a:pt x="386" y="182"/>
                    <a:pt x="386" y="193"/>
                  </a:cubicBezTo>
                  <a:cubicBezTo>
                    <a:pt x="386" y="204"/>
                    <a:pt x="374" y="214"/>
                    <a:pt x="372" y="225"/>
                  </a:cubicBezTo>
                  <a:cubicBezTo>
                    <a:pt x="370" y="236"/>
                    <a:pt x="378" y="249"/>
                    <a:pt x="374" y="260"/>
                  </a:cubicBezTo>
                  <a:cubicBezTo>
                    <a:pt x="371" y="270"/>
                    <a:pt x="356" y="275"/>
                    <a:pt x="350" y="284"/>
                  </a:cubicBezTo>
                  <a:cubicBezTo>
                    <a:pt x="344" y="294"/>
                    <a:pt x="347" y="310"/>
                    <a:pt x="340" y="318"/>
                  </a:cubicBezTo>
                  <a:cubicBezTo>
                    <a:pt x="333" y="327"/>
                    <a:pt x="317" y="326"/>
                    <a:pt x="308" y="333"/>
                  </a:cubicBezTo>
                  <a:cubicBezTo>
                    <a:pt x="300" y="340"/>
                    <a:pt x="297" y="356"/>
                    <a:pt x="288" y="361"/>
                  </a:cubicBezTo>
                  <a:cubicBezTo>
                    <a:pt x="279" y="366"/>
                    <a:pt x="264" y="360"/>
                    <a:pt x="254" y="364"/>
                  </a:cubicBezTo>
                  <a:cubicBezTo>
                    <a:pt x="244" y="368"/>
                    <a:pt x="236" y="381"/>
                    <a:pt x="225" y="383"/>
                  </a:cubicBezTo>
                  <a:cubicBezTo>
                    <a:pt x="215" y="385"/>
                    <a:pt x="204" y="375"/>
                    <a:pt x="193" y="375"/>
                  </a:cubicBezTo>
                  <a:cubicBezTo>
                    <a:pt x="182" y="375"/>
                    <a:pt x="170" y="385"/>
                    <a:pt x="159" y="383"/>
                  </a:cubicBezTo>
                  <a:cubicBezTo>
                    <a:pt x="148" y="381"/>
                    <a:pt x="140" y="367"/>
                    <a:pt x="130" y="363"/>
                  </a:cubicBezTo>
                  <a:cubicBezTo>
                    <a:pt x="119" y="359"/>
                    <a:pt x="105" y="365"/>
                    <a:pt x="95" y="359"/>
                  </a:cubicBezTo>
                  <a:cubicBezTo>
                    <a:pt x="86" y="354"/>
                    <a:pt x="83" y="338"/>
                    <a:pt x="75" y="331"/>
                  </a:cubicBezTo>
                  <a:cubicBezTo>
                    <a:pt x="66" y="324"/>
                    <a:pt x="50" y="324"/>
                    <a:pt x="43" y="315"/>
                  </a:cubicBezTo>
                  <a:cubicBezTo>
                    <a:pt x="36" y="307"/>
                    <a:pt x="40" y="291"/>
                    <a:pt x="34" y="282"/>
                  </a:cubicBezTo>
                  <a:cubicBezTo>
                    <a:pt x="29" y="273"/>
                    <a:pt x="14" y="268"/>
                    <a:pt x="11" y="257"/>
                  </a:cubicBezTo>
                  <a:cubicBezTo>
                    <a:pt x="7" y="247"/>
                    <a:pt x="15" y="234"/>
                    <a:pt x="13" y="223"/>
                  </a:cubicBezTo>
                  <a:cubicBezTo>
                    <a:pt x="12" y="213"/>
                    <a:pt x="0" y="203"/>
                    <a:pt x="0" y="193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7" name="Freeform 480">
              <a:extLst>
                <a:ext uri="{FF2B5EF4-FFF2-40B4-BE49-F238E27FC236}">
                  <a16:creationId xmlns:a16="http://schemas.microsoft.com/office/drawing/2014/main" id="{07930C3E-2946-4A99-AC85-AA48F8D40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990"/>
              <a:ext cx="42" cy="108"/>
            </a:xfrm>
            <a:custGeom>
              <a:avLst/>
              <a:gdLst>
                <a:gd name="T0" fmla="*/ 0 w 18"/>
                <a:gd name="T1" fmla="*/ 0 h 43"/>
                <a:gd name="T2" fmla="*/ 152 w 18"/>
                <a:gd name="T3" fmla="*/ 681 h 43"/>
                <a:gd name="T4" fmla="*/ 0 w 1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9" y="6"/>
                    <a:pt x="18" y="16"/>
                    <a:pt x="12" y="43"/>
                  </a:cubicBezTo>
                  <a:cubicBezTo>
                    <a:pt x="13" y="35"/>
                    <a:pt x="6" y="5"/>
                    <a:pt x="0" y="0"/>
                  </a:cubicBezTo>
                  <a:close/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8" name="Freeform 481">
              <a:extLst>
                <a:ext uri="{FF2B5EF4-FFF2-40B4-BE49-F238E27FC236}">
                  <a16:creationId xmlns:a16="http://schemas.microsoft.com/office/drawing/2014/main" id="{D5F34A2A-3583-4F97-BC34-842CA5975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070"/>
              <a:ext cx="72" cy="267"/>
            </a:xfrm>
            <a:custGeom>
              <a:avLst/>
              <a:gdLst>
                <a:gd name="T0" fmla="*/ 388 w 31"/>
                <a:gd name="T1" fmla="*/ 0 h 107"/>
                <a:gd name="T2" fmla="*/ 102 w 31"/>
                <a:gd name="T3" fmla="*/ 1662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7">
                  <a:moveTo>
                    <a:pt x="31" y="0"/>
                  </a:moveTo>
                  <a:cubicBezTo>
                    <a:pt x="26" y="9"/>
                    <a:pt x="0" y="84"/>
                    <a:pt x="8" y="10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9" name="Freeform 482">
              <a:extLst>
                <a:ext uri="{FF2B5EF4-FFF2-40B4-BE49-F238E27FC236}">
                  <a16:creationId xmlns:a16="http://schemas.microsoft.com/office/drawing/2014/main" id="{E9107DD7-D6E4-47C1-8DEB-D1DDDD6F7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748"/>
              <a:ext cx="38" cy="100"/>
            </a:xfrm>
            <a:custGeom>
              <a:avLst/>
              <a:gdLst>
                <a:gd name="T0" fmla="*/ 214 w 16"/>
                <a:gd name="T1" fmla="*/ 0 h 40"/>
                <a:gd name="T2" fmla="*/ 29 w 16"/>
                <a:gd name="T3" fmla="*/ 62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8" y="4"/>
                    <a:pt x="0" y="28"/>
                    <a:pt x="2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0" name="Freeform 483">
              <a:extLst>
                <a:ext uri="{FF2B5EF4-FFF2-40B4-BE49-F238E27FC236}">
                  <a16:creationId xmlns:a16="http://schemas.microsoft.com/office/drawing/2014/main" id="{78F93080-67B9-4523-9B65-FAC7C8C74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148"/>
              <a:ext cx="89" cy="62"/>
            </a:xfrm>
            <a:custGeom>
              <a:avLst/>
              <a:gdLst>
                <a:gd name="T0" fmla="*/ 0 w 38"/>
                <a:gd name="T1" fmla="*/ 308 h 25"/>
                <a:gd name="T2" fmla="*/ 487 w 3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5">
                  <a:moveTo>
                    <a:pt x="0" y="20"/>
                  </a:moveTo>
                  <a:cubicBezTo>
                    <a:pt x="15" y="25"/>
                    <a:pt x="31" y="12"/>
                    <a:pt x="38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1" name="Freeform 484">
              <a:extLst>
                <a:ext uri="{FF2B5EF4-FFF2-40B4-BE49-F238E27FC236}">
                  <a16:creationId xmlns:a16="http://schemas.microsoft.com/office/drawing/2014/main" id="{5C1FF0BA-E139-4BC0-A9D7-CFE5DBBDA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2188"/>
              <a:ext cx="26" cy="67"/>
            </a:xfrm>
            <a:custGeom>
              <a:avLst/>
              <a:gdLst>
                <a:gd name="T0" fmla="*/ 0 w 11"/>
                <a:gd name="T1" fmla="*/ 0 h 27"/>
                <a:gd name="T2" fmla="*/ 95 w 11"/>
                <a:gd name="T3" fmla="*/ 4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11" y="6"/>
                    <a:pt x="11" y="16"/>
                    <a:pt x="7" y="2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2" name="Freeform 485">
              <a:extLst>
                <a:ext uri="{FF2B5EF4-FFF2-40B4-BE49-F238E27FC236}">
                  <a16:creationId xmlns:a16="http://schemas.microsoft.com/office/drawing/2014/main" id="{BD834E4F-91BC-4938-924F-CADE1AC00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255"/>
              <a:ext cx="103" cy="52"/>
            </a:xfrm>
            <a:custGeom>
              <a:avLst/>
              <a:gdLst>
                <a:gd name="T0" fmla="*/ 0 w 44"/>
                <a:gd name="T1" fmla="*/ 0 h 21"/>
                <a:gd name="T2" fmla="*/ 564 w 44"/>
                <a:gd name="T3" fmla="*/ 13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1">
                  <a:moveTo>
                    <a:pt x="0" y="0"/>
                  </a:moveTo>
                  <a:cubicBezTo>
                    <a:pt x="1" y="21"/>
                    <a:pt x="33" y="12"/>
                    <a:pt x="44" y="9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3" name="Freeform 486">
              <a:extLst>
                <a:ext uri="{FF2B5EF4-FFF2-40B4-BE49-F238E27FC236}">
                  <a16:creationId xmlns:a16="http://schemas.microsoft.com/office/drawing/2014/main" id="{90A25031-3D45-4B17-9775-DF730AF0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263"/>
              <a:ext cx="68" cy="47"/>
            </a:xfrm>
            <a:custGeom>
              <a:avLst/>
              <a:gdLst>
                <a:gd name="T0" fmla="*/ 0 w 29"/>
                <a:gd name="T1" fmla="*/ 0 h 19"/>
                <a:gd name="T2" fmla="*/ 49 w 29"/>
                <a:gd name="T3" fmla="*/ 121 h 19"/>
                <a:gd name="T4" fmla="*/ 373 w 29"/>
                <a:gd name="T5" fmla="*/ 28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0" y="0"/>
                  </a:moveTo>
                  <a:cubicBezTo>
                    <a:pt x="3" y="1"/>
                    <a:pt x="1" y="5"/>
                    <a:pt x="4" y="8"/>
                  </a:cubicBezTo>
                  <a:cubicBezTo>
                    <a:pt x="10" y="18"/>
                    <a:pt x="17" y="19"/>
                    <a:pt x="29" y="19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4" name="Freeform 487">
              <a:extLst>
                <a:ext uri="{FF2B5EF4-FFF2-40B4-BE49-F238E27FC236}">
                  <a16:creationId xmlns:a16="http://schemas.microsoft.com/office/drawing/2014/main" id="{60B89FC2-50F0-491C-BEE0-2F4CB3769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148"/>
              <a:ext cx="26" cy="30"/>
            </a:xfrm>
            <a:custGeom>
              <a:avLst/>
              <a:gdLst>
                <a:gd name="T0" fmla="*/ 135 w 11"/>
                <a:gd name="T1" fmla="*/ 125 h 12"/>
                <a:gd name="T2" fmla="*/ 144 w 11"/>
                <a:gd name="T3" fmla="*/ 95 h 12"/>
                <a:gd name="T4" fmla="*/ 0 w 11"/>
                <a:gd name="T5" fmla="*/ 20 h 12"/>
                <a:gd name="T6" fmla="*/ 118 w 11"/>
                <a:gd name="T7" fmla="*/ 18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8"/>
                  </a:moveTo>
                  <a:cubicBezTo>
                    <a:pt x="10" y="7"/>
                    <a:pt x="11" y="7"/>
                    <a:pt x="11" y="6"/>
                  </a:cubicBezTo>
                  <a:cubicBezTo>
                    <a:pt x="9" y="3"/>
                    <a:pt x="4" y="0"/>
                    <a:pt x="0" y="1"/>
                  </a:cubicBezTo>
                  <a:cubicBezTo>
                    <a:pt x="0" y="6"/>
                    <a:pt x="6" y="9"/>
                    <a:pt x="9" y="1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5" name="Freeform 488">
              <a:extLst>
                <a:ext uri="{FF2B5EF4-FFF2-40B4-BE49-F238E27FC236}">
                  <a16:creationId xmlns:a16="http://schemas.microsoft.com/office/drawing/2014/main" id="{B3F019B4-1012-400C-9BDF-93C1821C0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213"/>
              <a:ext cx="29" cy="35"/>
            </a:xfrm>
            <a:custGeom>
              <a:avLst/>
              <a:gdLst>
                <a:gd name="T0" fmla="*/ 0 w 12"/>
                <a:gd name="T1" fmla="*/ 220 h 14"/>
                <a:gd name="T2" fmla="*/ 0 w 12"/>
                <a:gd name="T3" fmla="*/ 9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14"/>
                  </a:moveTo>
                  <a:cubicBezTo>
                    <a:pt x="12" y="11"/>
                    <a:pt x="12" y="0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6" name="Freeform 489">
              <a:extLst>
                <a:ext uri="{FF2B5EF4-FFF2-40B4-BE49-F238E27FC236}">
                  <a16:creationId xmlns:a16="http://schemas.microsoft.com/office/drawing/2014/main" id="{BA4C4F10-CCBD-4E1E-88E8-27B8D3EF4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255"/>
              <a:ext cx="24" cy="13"/>
            </a:xfrm>
            <a:custGeom>
              <a:avLst/>
              <a:gdLst>
                <a:gd name="T0" fmla="*/ 0 w 10"/>
                <a:gd name="T1" fmla="*/ 88 h 5"/>
                <a:gd name="T2" fmla="*/ 139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4" y="3"/>
                    <a:pt x="7" y="2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7" name="Freeform 490">
              <a:extLst>
                <a:ext uri="{FF2B5EF4-FFF2-40B4-BE49-F238E27FC236}">
                  <a16:creationId xmlns:a16="http://schemas.microsoft.com/office/drawing/2014/main" id="{80B5B49A-376D-496F-A95D-EC4A8A87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2288"/>
              <a:ext cx="23" cy="29"/>
            </a:xfrm>
            <a:custGeom>
              <a:avLst/>
              <a:gdLst>
                <a:gd name="T0" fmla="*/ 122 w 10"/>
                <a:gd name="T1" fmla="*/ 169 h 12"/>
                <a:gd name="T2" fmla="*/ 94 w 10"/>
                <a:gd name="T3" fmla="*/ 0 h 12"/>
                <a:gd name="T4" fmla="*/ 0 w 10"/>
                <a:gd name="T5" fmla="*/ 14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0" y="12"/>
                  </a:moveTo>
                  <a:cubicBezTo>
                    <a:pt x="10" y="8"/>
                    <a:pt x="10" y="3"/>
                    <a:pt x="8" y="0"/>
                  </a:cubicBezTo>
                  <a:cubicBezTo>
                    <a:pt x="4" y="2"/>
                    <a:pt x="1" y="6"/>
                    <a:pt x="0" y="1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8" name="Freeform 491">
              <a:extLst>
                <a:ext uri="{FF2B5EF4-FFF2-40B4-BE49-F238E27FC236}">
                  <a16:creationId xmlns:a16="http://schemas.microsoft.com/office/drawing/2014/main" id="{B4E2BC72-6D9E-4B38-BDE6-1CD232A5C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010"/>
              <a:ext cx="87" cy="68"/>
            </a:xfrm>
            <a:custGeom>
              <a:avLst/>
              <a:gdLst>
                <a:gd name="T0" fmla="*/ 0 w 37"/>
                <a:gd name="T1" fmla="*/ 222 h 27"/>
                <a:gd name="T2" fmla="*/ 482 w 37"/>
                <a:gd name="T3" fmla="*/ 43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14"/>
                  </a:moveTo>
                  <a:cubicBezTo>
                    <a:pt x="12" y="0"/>
                    <a:pt x="34" y="11"/>
                    <a:pt x="37" y="2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9" name="Freeform 492">
              <a:extLst>
                <a:ext uri="{FF2B5EF4-FFF2-40B4-BE49-F238E27FC236}">
                  <a16:creationId xmlns:a16="http://schemas.microsoft.com/office/drawing/2014/main" id="{23D756D6-752E-4DCF-B68D-933E79962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2015"/>
              <a:ext cx="33" cy="38"/>
            </a:xfrm>
            <a:custGeom>
              <a:avLst/>
              <a:gdLst>
                <a:gd name="T0" fmla="*/ 50 w 14"/>
                <a:gd name="T1" fmla="*/ 243 h 15"/>
                <a:gd name="T2" fmla="*/ 184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4" y="15"/>
                  </a:moveTo>
                  <a:cubicBezTo>
                    <a:pt x="0" y="7"/>
                    <a:pt x="9" y="4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0" name="Freeform 493">
              <a:extLst>
                <a:ext uri="{FF2B5EF4-FFF2-40B4-BE49-F238E27FC236}">
                  <a16:creationId xmlns:a16="http://schemas.microsoft.com/office/drawing/2014/main" id="{72C18EFA-AE68-435A-9AFC-7C76965B2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033"/>
              <a:ext cx="47" cy="57"/>
            </a:xfrm>
            <a:custGeom>
              <a:avLst/>
              <a:gdLst>
                <a:gd name="T0" fmla="*/ 0 w 20"/>
                <a:gd name="T1" fmla="*/ 0 h 23"/>
                <a:gd name="T2" fmla="*/ 172 w 20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9" y="5"/>
                    <a:pt x="20" y="12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1" name="Freeform 494">
              <a:extLst>
                <a:ext uri="{FF2B5EF4-FFF2-40B4-BE49-F238E27FC236}">
                  <a16:creationId xmlns:a16="http://schemas.microsoft.com/office/drawing/2014/main" id="{4E5B0CE5-ECFF-4BAD-B8FF-4BC5F4BF0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028"/>
              <a:ext cx="42" cy="30"/>
            </a:xfrm>
            <a:custGeom>
              <a:avLst/>
              <a:gdLst>
                <a:gd name="T0" fmla="*/ 0 w 18"/>
                <a:gd name="T1" fmla="*/ 188 h 12"/>
                <a:gd name="T2" fmla="*/ 229 w 18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5" y="6"/>
                    <a:pt x="10" y="0"/>
                    <a:pt x="18" y="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2" name="Freeform 495">
              <a:extLst>
                <a:ext uri="{FF2B5EF4-FFF2-40B4-BE49-F238E27FC236}">
                  <a16:creationId xmlns:a16="http://schemas.microsoft.com/office/drawing/2014/main" id="{437A5F69-5D34-4374-8C6F-497647CC1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020"/>
              <a:ext cx="28" cy="35"/>
            </a:xfrm>
            <a:custGeom>
              <a:avLst/>
              <a:gdLst>
                <a:gd name="T0" fmla="*/ 77 w 12"/>
                <a:gd name="T1" fmla="*/ 220 h 14"/>
                <a:gd name="T2" fmla="*/ 126 w 12"/>
                <a:gd name="T3" fmla="*/ 20 h 14"/>
                <a:gd name="T4" fmla="*/ 152 w 12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14"/>
                  </a:moveTo>
                  <a:cubicBezTo>
                    <a:pt x="2" y="7"/>
                    <a:pt x="0" y="0"/>
                    <a:pt x="10" y="1"/>
                  </a:cubicBezTo>
                  <a:cubicBezTo>
                    <a:pt x="12" y="5"/>
                    <a:pt x="11" y="10"/>
                    <a:pt x="12" y="1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3" name="Freeform 496">
              <a:extLst>
                <a:ext uri="{FF2B5EF4-FFF2-40B4-BE49-F238E27FC236}">
                  <a16:creationId xmlns:a16="http://schemas.microsoft.com/office/drawing/2014/main" id="{1DE9B62E-3484-4AE2-8947-C062593EE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2035"/>
              <a:ext cx="9" cy="13"/>
            </a:xfrm>
            <a:custGeom>
              <a:avLst/>
              <a:gdLst>
                <a:gd name="T0" fmla="*/ 45 w 4"/>
                <a:gd name="T1" fmla="*/ 0 h 5"/>
                <a:gd name="T2" fmla="*/ 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1" y="3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4" name="Freeform 497">
              <a:extLst>
                <a:ext uri="{FF2B5EF4-FFF2-40B4-BE49-F238E27FC236}">
                  <a16:creationId xmlns:a16="http://schemas.microsoft.com/office/drawing/2014/main" id="{7C419D58-ABFD-40C7-987D-093B22181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065"/>
              <a:ext cx="19" cy="10"/>
            </a:xfrm>
            <a:custGeom>
              <a:avLst/>
              <a:gdLst>
                <a:gd name="T0" fmla="*/ 0 w 8"/>
                <a:gd name="T1" fmla="*/ 63 h 4"/>
                <a:gd name="T2" fmla="*/ 107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5" name="Freeform 498">
              <a:extLst>
                <a:ext uri="{FF2B5EF4-FFF2-40B4-BE49-F238E27FC236}">
                  <a16:creationId xmlns:a16="http://schemas.microsoft.com/office/drawing/2014/main" id="{2B4AB5F0-C261-4052-AB33-FB11305F1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015"/>
              <a:ext cx="10" cy="38"/>
            </a:xfrm>
            <a:custGeom>
              <a:avLst/>
              <a:gdLst>
                <a:gd name="T0" fmla="*/ 20 w 4"/>
                <a:gd name="T1" fmla="*/ 0 h 15"/>
                <a:gd name="T2" fmla="*/ 63 w 4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1" y="0"/>
                  </a:moveTo>
                  <a:cubicBezTo>
                    <a:pt x="0" y="5"/>
                    <a:pt x="1" y="11"/>
                    <a:pt x="4" y="1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6" name="Freeform 499">
              <a:extLst>
                <a:ext uri="{FF2B5EF4-FFF2-40B4-BE49-F238E27FC236}">
                  <a16:creationId xmlns:a16="http://schemas.microsoft.com/office/drawing/2014/main" id="{EF9F08A9-42F2-4DB1-B1FB-5A105FE8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188"/>
              <a:ext cx="24" cy="30"/>
            </a:xfrm>
            <a:custGeom>
              <a:avLst/>
              <a:gdLst>
                <a:gd name="T0" fmla="*/ 12 w 10"/>
                <a:gd name="T1" fmla="*/ 175 h 12"/>
                <a:gd name="T2" fmla="*/ 41 w 10"/>
                <a:gd name="T3" fmla="*/ 0 h 12"/>
                <a:gd name="T4" fmla="*/ 139 w 10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" y="11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6" y="2"/>
                    <a:pt x="9" y="7"/>
                    <a:pt x="10" y="1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7" name="Freeform 500">
              <a:extLst>
                <a:ext uri="{FF2B5EF4-FFF2-40B4-BE49-F238E27FC236}">
                  <a16:creationId xmlns:a16="http://schemas.microsoft.com/office/drawing/2014/main" id="{620455D1-D5CC-4A49-B8D9-0E9E75C08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108"/>
              <a:ext cx="63" cy="105"/>
            </a:xfrm>
            <a:custGeom>
              <a:avLst/>
              <a:gdLst>
                <a:gd name="T0" fmla="*/ 0 w 27"/>
                <a:gd name="T1" fmla="*/ 583 h 42"/>
                <a:gd name="T2" fmla="*/ 331 w 27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2">
                  <a:moveTo>
                    <a:pt x="0" y="37"/>
                  </a:moveTo>
                  <a:cubicBezTo>
                    <a:pt x="19" y="42"/>
                    <a:pt x="27" y="14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8" name="Freeform 501">
              <a:extLst>
                <a:ext uri="{FF2B5EF4-FFF2-40B4-BE49-F238E27FC236}">
                  <a16:creationId xmlns:a16="http://schemas.microsoft.com/office/drawing/2014/main" id="{AF98880F-0357-4BB5-84E3-44914EF8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043"/>
              <a:ext cx="61" cy="72"/>
            </a:xfrm>
            <a:custGeom>
              <a:avLst/>
              <a:gdLst>
                <a:gd name="T0" fmla="*/ 0 w 26"/>
                <a:gd name="T1" fmla="*/ 444 h 29"/>
                <a:gd name="T2" fmla="*/ 324 w 26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9">
                  <a:moveTo>
                    <a:pt x="0" y="29"/>
                  </a:moveTo>
                  <a:cubicBezTo>
                    <a:pt x="14" y="26"/>
                    <a:pt x="26" y="14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9" name="Freeform 502">
              <a:extLst>
                <a:ext uri="{FF2B5EF4-FFF2-40B4-BE49-F238E27FC236}">
                  <a16:creationId xmlns:a16="http://schemas.microsoft.com/office/drawing/2014/main" id="{63DA4183-133E-44BE-BA46-BCA4ACCB6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103"/>
              <a:ext cx="2" cy="20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1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0" name="Freeform 503">
              <a:extLst>
                <a:ext uri="{FF2B5EF4-FFF2-40B4-BE49-F238E27FC236}">
                  <a16:creationId xmlns:a16="http://schemas.microsoft.com/office/drawing/2014/main" id="{EBF8CB31-5229-4E1A-B687-10212CA85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195"/>
              <a:ext cx="4" cy="25"/>
            </a:xfrm>
            <a:custGeom>
              <a:avLst/>
              <a:gdLst>
                <a:gd name="T0" fmla="*/ 16 w 2"/>
                <a:gd name="T1" fmla="*/ 0 h 10"/>
                <a:gd name="T2" fmla="*/ 0 w 2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7"/>
                    <a:pt x="0" y="1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1" name="Freeform 504">
              <a:extLst>
                <a:ext uri="{FF2B5EF4-FFF2-40B4-BE49-F238E27FC236}">
                  <a16:creationId xmlns:a16="http://schemas.microsoft.com/office/drawing/2014/main" id="{05DAAEEC-0554-4636-970D-32D14A85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1836"/>
              <a:ext cx="36" cy="127"/>
            </a:xfrm>
            <a:custGeom>
              <a:avLst/>
              <a:gdLst>
                <a:gd name="T0" fmla="*/ 70 w 15"/>
                <a:gd name="T1" fmla="*/ 0 h 51"/>
                <a:gd name="T2" fmla="*/ 0 w 15"/>
                <a:gd name="T3" fmla="*/ 78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5" y="0"/>
                  </a:moveTo>
                  <a:cubicBezTo>
                    <a:pt x="15" y="13"/>
                    <a:pt x="13" y="40"/>
                    <a:pt x="0" y="5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2" name="Freeform 505">
              <a:extLst>
                <a:ext uri="{FF2B5EF4-FFF2-40B4-BE49-F238E27FC236}">
                  <a16:creationId xmlns:a16="http://schemas.microsoft.com/office/drawing/2014/main" id="{A2628C5B-5902-41E4-A229-E66841111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928"/>
              <a:ext cx="21" cy="95"/>
            </a:xfrm>
            <a:custGeom>
              <a:avLst/>
              <a:gdLst>
                <a:gd name="T0" fmla="*/ 28 w 9"/>
                <a:gd name="T1" fmla="*/ 0 h 38"/>
                <a:gd name="T2" fmla="*/ 0 w 9"/>
                <a:gd name="T3" fmla="*/ 5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2" y="0"/>
                  </a:moveTo>
                  <a:cubicBezTo>
                    <a:pt x="9" y="12"/>
                    <a:pt x="8" y="27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3" name="Freeform 506">
              <a:extLst>
                <a:ext uri="{FF2B5EF4-FFF2-40B4-BE49-F238E27FC236}">
                  <a16:creationId xmlns:a16="http://schemas.microsoft.com/office/drawing/2014/main" id="{3F544C78-A7D6-4C4C-B2F2-5EDA3296E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860"/>
              <a:ext cx="35" cy="78"/>
            </a:xfrm>
            <a:custGeom>
              <a:avLst/>
              <a:gdLst>
                <a:gd name="T0" fmla="*/ 191 w 15"/>
                <a:gd name="T1" fmla="*/ 0 h 31"/>
                <a:gd name="T2" fmla="*/ 86 w 15"/>
                <a:gd name="T3" fmla="*/ 49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15" y="0"/>
                  </a:moveTo>
                  <a:cubicBezTo>
                    <a:pt x="9" y="7"/>
                    <a:pt x="0" y="22"/>
                    <a:pt x="7" y="3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4" name="Freeform 507">
              <a:extLst>
                <a:ext uri="{FF2B5EF4-FFF2-40B4-BE49-F238E27FC236}">
                  <a16:creationId xmlns:a16="http://schemas.microsoft.com/office/drawing/2014/main" id="{D6FB3227-D3CE-42D6-B274-65797C86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928"/>
              <a:ext cx="19" cy="45"/>
            </a:xfrm>
            <a:custGeom>
              <a:avLst/>
              <a:gdLst>
                <a:gd name="T0" fmla="*/ 107 w 8"/>
                <a:gd name="T1" fmla="*/ 0 h 18"/>
                <a:gd name="T2" fmla="*/ 12 w 8"/>
                <a:gd name="T3" fmla="*/ 28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2" y="5"/>
                    <a:pt x="0" y="11"/>
                    <a:pt x="1" y="18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5" name="Freeform 508">
              <a:extLst>
                <a:ext uri="{FF2B5EF4-FFF2-40B4-BE49-F238E27FC236}">
                  <a16:creationId xmlns:a16="http://schemas.microsoft.com/office/drawing/2014/main" id="{4E0A2C26-CFF6-43B4-834D-CC6FABED2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273"/>
              <a:ext cx="60" cy="54"/>
            </a:xfrm>
            <a:custGeom>
              <a:avLst/>
              <a:gdLst>
                <a:gd name="T0" fmla="*/ 0 w 26"/>
                <a:gd name="T1" fmla="*/ 314 h 22"/>
                <a:gd name="T2" fmla="*/ 318 w 2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2">
                  <a:moveTo>
                    <a:pt x="0" y="21"/>
                  </a:moveTo>
                  <a:cubicBezTo>
                    <a:pt x="10" y="22"/>
                    <a:pt x="25" y="10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6" name="Freeform 509">
              <a:extLst>
                <a:ext uri="{FF2B5EF4-FFF2-40B4-BE49-F238E27FC236}">
                  <a16:creationId xmlns:a16="http://schemas.microsoft.com/office/drawing/2014/main" id="{60DF47EE-396D-4577-B9AF-2D388B707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253"/>
              <a:ext cx="45" cy="22"/>
            </a:xfrm>
            <a:custGeom>
              <a:avLst/>
              <a:gdLst>
                <a:gd name="T0" fmla="*/ 0 w 19"/>
                <a:gd name="T1" fmla="*/ 59 h 9"/>
                <a:gd name="T2" fmla="*/ 253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4"/>
                  </a:moveTo>
                  <a:cubicBezTo>
                    <a:pt x="6" y="9"/>
                    <a:pt x="16" y="7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7" name="Freeform 510">
              <a:extLst>
                <a:ext uri="{FF2B5EF4-FFF2-40B4-BE49-F238E27FC236}">
                  <a16:creationId xmlns:a16="http://schemas.microsoft.com/office/drawing/2014/main" id="{216E79DA-1193-40DC-A4A5-15C84EDE7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873"/>
              <a:ext cx="23" cy="97"/>
            </a:xfrm>
            <a:custGeom>
              <a:avLst/>
              <a:gdLst>
                <a:gd name="T0" fmla="*/ 94 w 10"/>
                <a:gd name="T1" fmla="*/ 0 h 39"/>
                <a:gd name="T2" fmla="*/ 122 w 10"/>
                <a:gd name="T3" fmla="*/ 59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9">
                  <a:moveTo>
                    <a:pt x="8" y="0"/>
                  </a:moveTo>
                  <a:cubicBezTo>
                    <a:pt x="1" y="7"/>
                    <a:pt x="0" y="34"/>
                    <a:pt x="10" y="39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8" name="Freeform 511">
              <a:extLst>
                <a:ext uri="{FF2B5EF4-FFF2-40B4-BE49-F238E27FC236}">
                  <a16:creationId xmlns:a16="http://schemas.microsoft.com/office/drawing/2014/main" id="{4B694C5F-8DE2-453A-93AE-A5090308D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950"/>
              <a:ext cx="30" cy="108"/>
            </a:xfrm>
            <a:custGeom>
              <a:avLst/>
              <a:gdLst>
                <a:gd name="T0" fmla="*/ 74 w 13"/>
                <a:gd name="T1" fmla="*/ 0 h 43"/>
                <a:gd name="T2" fmla="*/ 159 w 13"/>
                <a:gd name="T3" fmla="*/ 68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6" y="0"/>
                  </a:moveTo>
                  <a:cubicBezTo>
                    <a:pt x="1" y="15"/>
                    <a:pt x="0" y="32"/>
                    <a:pt x="13" y="4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9" name="Freeform 512">
              <a:extLst>
                <a:ext uri="{FF2B5EF4-FFF2-40B4-BE49-F238E27FC236}">
                  <a16:creationId xmlns:a16="http://schemas.microsoft.com/office/drawing/2014/main" id="{5F54D500-EA02-4506-965F-825BA36E5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118"/>
              <a:ext cx="42" cy="95"/>
            </a:xfrm>
            <a:custGeom>
              <a:avLst/>
              <a:gdLst>
                <a:gd name="T0" fmla="*/ 0 w 18"/>
                <a:gd name="T1" fmla="*/ 563 h 38"/>
                <a:gd name="T2" fmla="*/ 191 w 18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0" y="36"/>
                  </a:moveTo>
                  <a:cubicBezTo>
                    <a:pt x="16" y="38"/>
                    <a:pt x="18" y="10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0" name="Freeform 513">
              <a:extLst>
                <a:ext uri="{FF2B5EF4-FFF2-40B4-BE49-F238E27FC236}">
                  <a16:creationId xmlns:a16="http://schemas.microsoft.com/office/drawing/2014/main" id="{1C0A63F2-F462-4AC9-BAE7-F519BF625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078"/>
              <a:ext cx="26" cy="67"/>
            </a:xfrm>
            <a:custGeom>
              <a:avLst/>
              <a:gdLst>
                <a:gd name="T0" fmla="*/ 66 w 11"/>
                <a:gd name="T1" fmla="*/ 0 h 27"/>
                <a:gd name="T2" fmla="*/ 0 w 11"/>
                <a:gd name="T3" fmla="*/ 4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5" y="0"/>
                  </a:moveTo>
                  <a:cubicBezTo>
                    <a:pt x="11" y="10"/>
                    <a:pt x="7" y="19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1" name="Freeform 514">
              <a:extLst>
                <a:ext uri="{FF2B5EF4-FFF2-40B4-BE49-F238E27FC236}">
                  <a16:creationId xmlns:a16="http://schemas.microsoft.com/office/drawing/2014/main" id="{02EDDE40-10A2-4543-A40A-76C93C215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005"/>
              <a:ext cx="28" cy="98"/>
            </a:xfrm>
            <a:custGeom>
              <a:avLst/>
              <a:gdLst>
                <a:gd name="T0" fmla="*/ 0 w 12"/>
                <a:gd name="T1" fmla="*/ 0 h 39"/>
                <a:gd name="T2" fmla="*/ 28 w 12"/>
                <a:gd name="T3" fmla="*/ 618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0" y="0"/>
                  </a:moveTo>
                  <a:cubicBezTo>
                    <a:pt x="5" y="14"/>
                    <a:pt x="12" y="26"/>
                    <a:pt x="2" y="39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2" name="Freeform 515">
              <a:extLst>
                <a:ext uri="{FF2B5EF4-FFF2-40B4-BE49-F238E27FC236}">
                  <a16:creationId xmlns:a16="http://schemas.microsoft.com/office/drawing/2014/main" id="{22AFFB05-8F23-4931-8683-A46A06906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090"/>
              <a:ext cx="21" cy="50"/>
            </a:xfrm>
            <a:custGeom>
              <a:avLst/>
              <a:gdLst>
                <a:gd name="T0" fmla="*/ 0 w 9"/>
                <a:gd name="T1" fmla="*/ 0 h 20"/>
                <a:gd name="T2" fmla="*/ 103 w 9"/>
                <a:gd name="T3" fmla="*/ 3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5" y="5"/>
                    <a:pt x="9" y="12"/>
                    <a:pt x="8" y="2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3" name="Freeform 516">
              <a:extLst>
                <a:ext uri="{FF2B5EF4-FFF2-40B4-BE49-F238E27FC236}">
                  <a16:creationId xmlns:a16="http://schemas.microsoft.com/office/drawing/2014/main" id="{9D25A523-2E89-4713-8776-DD4059CF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198"/>
              <a:ext cx="56" cy="45"/>
            </a:xfrm>
            <a:custGeom>
              <a:avLst/>
              <a:gdLst>
                <a:gd name="T0" fmla="*/ 0 w 24"/>
                <a:gd name="T1" fmla="*/ 0 h 18"/>
                <a:gd name="T2" fmla="*/ 306 w 24"/>
                <a:gd name="T3" fmla="*/ 18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0"/>
                  </a:moveTo>
                  <a:cubicBezTo>
                    <a:pt x="7" y="9"/>
                    <a:pt x="11" y="18"/>
                    <a:pt x="24" y="1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4" name="Freeform 517">
              <a:extLst>
                <a:ext uri="{FF2B5EF4-FFF2-40B4-BE49-F238E27FC236}">
                  <a16:creationId xmlns:a16="http://schemas.microsoft.com/office/drawing/2014/main" id="{D8B24225-DDA8-4485-99C7-56FC45EEC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213"/>
              <a:ext cx="28" cy="35"/>
            </a:xfrm>
            <a:custGeom>
              <a:avLst/>
              <a:gdLst>
                <a:gd name="T0" fmla="*/ 0 w 12"/>
                <a:gd name="T1" fmla="*/ 0 h 14"/>
                <a:gd name="T2" fmla="*/ 152 w 12"/>
                <a:gd name="T3" fmla="*/ 17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2" y="6"/>
                    <a:pt x="4" y="14"/>
                    <a:pt x="12" y="1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5" name="Freeform 518">
              <a:extLst>
                <a:ext uri="{FF2B5EF4-FFF2-40B4-BE49-F238E27FC236}">
                  <a16:creationId xmlns:a16="http://schemas.microsoft.com/office/drawing/2014/main" id="{6904E718-9EBF-4158-8B6D-21A5D1E95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786"/>
              <a:ext cx="40" cy="102"/>
            </a:xfrm>
            <a:custGeom>
              <a:avLst/>
              <a:gdLst>
                <a:gd name="T0" fmla="*/ 0 w 17"/>
                <a:gd name="T1" fmla="*/ 0 h 41"/>
                <a:gd name="T2" fmla="*/ 172 w 17"/>
                <a:gd name="T3" fmla="*/ 63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0" y="0"/>
                  </a:moveTo>
                  <a:cubicBezTo>
                    <a:pt x="17" y="0"/>
                    <a:pt x="16" y="29"/>
                    <a:pt x="13" y="4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6" name="Freeform 519">
              <a:extLst>
                <a:ext uri="{FF2B5EF4-FFF2-40B4-BE49-F238E27FC236}">
                  <a16:creationId xmlns:a16="http://schemas.microsoft.com/office/drawing/2014/main" id="{013E71E8-3225-4D2C-BBEA-345B2FE34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1875"/>
              <a:ext cx="26" cy="63"/>
            </a:xfrm>
            <a:custGeom>
              <a:avLst/>
              <a:gdLst>
                <a:gd name="T0" fmla="*/ 0 w 11"/>
                <a:gd name="T1" fmla="*/ 0 h 25"/>
                <a:gd name="T2" fmla="*/ 95 w 11"/>
                <a:gd name="T3" fmla="*/ 40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8" y="6"/>
                    <a:pt x="11" y="16"/>
                    <a:pt x="7" y="2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7" name="Freeform 520">
              <a:extLst>
                <a:ext uri="{FF2B5EF4-FFF2-40B4-BE49-F238E27FC236}">
                  <a16:creationId xmlns:a16="http://schemas.microsoft.com/office/drawing/2014/main" id="{80591CA4-EF51-49CF-BC05-34269A967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935"/>
              <a:ext cx="64" cy="75"/>
            </a:xfrm>
            <a:custGeom>
              <a:avLst/>
              <a:gdLst>
                <a:gd name="T0" fmla="*/ 0 w 27"/>
                <a:gd name="T1" fmla="*/ 50 h 30"/>
                <a:gd name="T2" fmla="*/ 360 w 27"/>
                <a:gd name="T3" fmla="*/ 47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0">
                  <a:moveTo>
                    <a:pt x="0" y="3"/>
                  </a:moveTo>
                  <a:cubicBezTo>
                    <a:pt x="18" y="0"/>
                    <a:pt x="27" y="13"/>
                    <a:pt x="27" y="3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8" name="Freeform 521">
              <a:extLst>
                <a:ext uri="{FF2B5EF4-FFF2-40B4-BE49-F238E27FC236}">
                  <a16:creationId xmlns:a16="http://schemas.microsoft.com/office/drawing/2014/main" id="{78D4EE90-3126-4602-B663-BB54B7837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008"/>
              <a:ext cx="32" cy="15"/>
            </a:xfrm>
            <a:custGeom>
              <a:avLst/>
              <a:gdLst>
                <a:gd name="T0" fmla="*/ 0 w 14"/>
                <a:gd name="T1" fmla="*/ 0 h 6"/>
                <a:gd name="T2" fmla="*/ 167 w 1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6" y="0"/>
                    <a:pt x="11" y="1"/>
                    <a:pt x="14" y="6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9" name="Freeform 522">
              <a:extLst>
                <a:ext uri="{FF2B5EF4-FFF2-40B4-BE49-F238E27FC236}">
                  <a16:creationId xmlns:a16="http://schemas.microsoft.com/office/drawing/2014/main" id="{4F3AC7F1-2D9F-4B57-BE7F-E58670ABA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923"/>
              <a:ext cx="21" cy="7"/>
            </a:xfrm>
            <a:custGeom>
              <a:avLst/>
              <a:gdLst>
                <a:gd name="T0" fmla="*/ 0 w 9"/>
                <a:gd name="T1" fmla="*/ 37 h 3"/>
                <a:gd name="T2" fmla="*/ 114 w 9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6" y="0"/>
                    <a:pt x="9" y="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0" name="Freeform 523">
              <a:extLst>
                <a:ext uri="{FF2B5EF4-FFF2-40B4-BE49-F238E27FC236}">
                  <a16:creationId xmlns:a16="http://schemas.microsoft.com/office/drawing/2014/main" id="{37FA3CC4-170F-49E5-9633-877E49933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008"/>
              <a:ext cx="30" cy="30"/>
            </a:xfrm>
            <a:custGeom>
              <a:avLst/>
              <a:gdLst>
                <a:gd name="T0" fmla="*/ 0 w 13"/>
                <a:gd name="T1" fmla="*/ 95 h 12"/>
                <a:gd name="T2" fmla="*/ 159 w 13"/>
                <a:gd name="T3" fmla="*/ 50 h 12"/>
                <a:gd name="T4" fmla="*/ 12 w 13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6"/>
                  </a:moveTo>
                  <a:cubicBezTo>
                    <a:pt x="3" y="4"/>
                    <a:pt x="9" y="0"/>
                    <a:pt x="13" y="3"/>
                  </a:cubicBezTo>
                  <a:cubicBezTo>
                    <a:pt x="12" y="8"/>
                    <a:pt x="5" y="11"/>
                    <a:pt x="1" y="1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1" name="Freeform 524">
              <a:extLst>
                <a:ext uri="{FF2B5EF4-FFF2-40B4-BE49-F238E27FC236}">
                  <a16:creationId xmlns:a16="http://schemas.microsoft.com/office/drawing/2014/main" id="{F1E5A1D3-21BA-4B66-BEFD-71AB041E6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873"/>
              <a:ext cx="21" cy="27"/>
            </a:xfrm>
            <a:custGeom>
              <a:avLst/>
              <a:gdLst>
                <a:gd name="T0" fmla="*/ 28 w 9"/>
                <a:gd name="T1" fmla="*/ 0 h 11"/>
                <a:gd name="T2" fmla="*/ 103 w 9"/>
                <a:gd name="T3" fmla="*/ 120 h 11"/>
                <a:gd name="T4" fmla="*/ 0 w 9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4" y="2"/>
                    <a:pt x="9" y="5"/>
                    <a:pt x="8" y="8"/>
                  </a:cubicBezTo>
                  <a:cubicBezTo>
                    <a:pt x="7" y="11"/>
                    <a:pt x="1" y="11"/>
                    <a:pt x="0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2" name="Freeform 525">
              <a:extLst>
                <a:ext uri="{FF2B5EF4-FFF2-40B4-BE49-F238E27FC236}">
                  <a16:creationId xmlns:a16="http://schemas.microsoft.com/office/drawing/2014/main" id="{6E015440-6709-4347-A090-78D593143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783"/>
              <a:ext cx="3" cy="15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3" name="Freeform 526">
              <a:extLst>
                <a:ext uri="{FF2B5EF4-FFF2-40B4-BE49-F238E27FC236}">
                  <a16:creationId xmlns:a16="http://schemas.microsoft.com/office/drawing/2014/main" id="{4B8FDFFE-01D7-41FF-8A31-A04FE99FE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2028"/>
              <a:ext cx="38" cy="35"/>
            </a:xfrm>
            <a:custGeom>
              <a:avLst/>
              <a:gdLst>
                <a:gd name="T0" fmla="*/ 57 w 16"/>
                <a:gd name="T1" fmla="*/ 220 h 14"/>
                <a:gd name="T2" fmla="*/ 0 w 16"/>
                <a:gd name="T3" fmla="*/ 15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4" y="14"/>
                  </a:moveTo>
                  <a:cubicBezTo>
                    <a:pt x="16" y="5"/>
                    <a:pt x="2" y="0"/>
                    <a:pt x="0" y="1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4" name="Freeform 527">
              <a:extLst>
                <a:ext uri="{FF2B5EF4-FFF2-40B4-BE49-F238E27FC236}">
                  <a16:creationId xmlns:a16="http://schemas.microsoft.com/office/drawing/2014/main" id="{233BE5F3-3D4E-46D8-ABE3-F152FFCE5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128"/>
              <a:ext cx="24" cy="7"/>
            </a:xfrm>
            <a:custGeom>
              <a:avLst/>
              <a:gdLst>
                <a:gd name="T0" fmla="*/ 0 w 10"/>
                <a:gd name="T1" fmla="*/ 28 h 3"/>
                <a:gd name="T2" fmla="*/ 139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2"/>
                  </a:moveTo>
                  <a:cubicBezTo>
                    <a:pt x="3" y="3"/>
                    <a:pt x="7" y="2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5" name="Freeform 528">
              <a:extLst>
                <a:ext uri="{FF2B5EF4-FFF2-40B4-BE49-F238E27FC236}">
                  <a16:creationId xmlns:a16="http://schemas.microsoft.com/office/drawing/2014/main" id="{31FB1789-9A77-4151-A1A2-724E5CCC5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198"/>
              <a:ext cx="21" cy="25"/>
            </a:xfrm>
            <a:custGeom>
              <a:avLst/>
              <a:gdLst>
                <a:gd name="T0" fmla="*/ 0 w 9"/>
                <a:gd name="T1" fmla="*/ 63 h 10"/>
                <a:gd name="T2" fmla="*/ 86 w 9"/>
                <a:gd name="T3" fmla="*/ 0 h 10"/>
                <a:gd name="T4" fmla="*/ 37 w 9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  <a:cubicBezTo>
                    <a:pt x="9" y="4"/>
                    <a:pt x="6" y="7"/>
                    <a:pt x="3" y="1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6" name="Freeform 529">
              <a:extLst>
                <a:ext uri="{FF2B5EF4-FFF2-40B4-BE49-F238E27FC236}">
                  <a16:creationId xmlns:a16="http://schemas.microsoft.com/office/drawing/2014/main" id="{AB96271C-4325-4536-A9C2-10240F51A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233"/>
              <a:ext cx="7" cy="15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7" name="Freeform 530">
              <a:extLst>
                <a:ext uri="{FF2B5EF4-FFF2-40B4-BE49-F238E27FC236}">
                  <a16:creationId xmlns:a16="http://schemas.microsoft.com/office/drawing/2014/main" id="{85EEA509-6AB0-401D-9D74-89A64C3A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198"/>
              <a:ext cx="1" cy="15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8" name="Freeform 531">
              <a:extLst>
                <a:ext uri="{FF2B5EF4-FFF2-40B4-BE49-F238E27FC236}">
                  <a16:creationId xmlns:a16="http://schemas.microsoft.com/office/drawing/2014/main" id="{8996E66B-16B3-4BF7-B077-B71061940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085"/>
              <a:ext cx="14" cy="20"/>
            </a:xfrm>
            <a:custGeom>
              <a:avLst/>
              <a:gdLst>
                <a:gd name="T0" fmla="*/ 77 w 6"/>
                <a:gd name="T1" fmla="*/ 0 h 8"/>
                <a:gd name="T2" fmla="*/ 0 w 6"/>
                <a:gd name="T3" fmla="*/ 83 h 8"/>
                <a:gd name="T4" fmla="*/ 77 w 6"/>
                <a:gd name="T5" fmla="*/ 6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3" y="1"/>
                    <a:pt x="1" y="3"/>
                    <a:pt x="0" y="5"/>
                  </a:cubicBezTo>
                  <a:cubicBezTo>
                    <a:pt x="2" y="8"/>
                    <a:pt x="5" y="7"/>
                    <a:pt x="6" y="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9" name="Freeform 532">
              <a:extLst>
                <a:ext uri="{FF2B5EF4-FFF2-40B4-BE49-F238E27FC236}">
                  <a16:creationId xmlns:a16="http://schemas.microsoft.com/office/drawing/2014/main" id="{15CB5FE6-05FC-4F14-B33F-0F17B86E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008"/>
              <a:ext cx="5" cy="20"/>
            </a:xfrm>
            <a:custGeom>
              <a:avLst/>
              <a:gdLst>
                <a:gd name="T0" fmla="*/ 33 w 2"/>
                <a:gd name="T1" fmla="*/ 0 h 8"/>
                <a:gd name="T2" fmla="*/ 0 w 2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3"/>
                    <a:pt x="0" y="6"/>
                    <a:pt x="0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0" name="Freeform 533">
              <a:extLst>
                <a:ext uri="{FF2B5EF4-FFF2-40B4-BE49-F238E27FC236}">
                  <a16:creationId xmlns:a16="http://schemas.microsoft.com/office/drawing/2014/main" id="{112012EA-8E01-44EA-B7B9-B2ADA5C26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938"/>
              <a:ext cx="4" cy="17"/>
            </a:xfrm>
            <a:custGeom>
              <a:avLst/>
              <a:gdLst>
                <a:gd name="T0" fmla="*/ 0 w 2"/>
                <a:gd name="T1" fmla="*/ 0 h 7"/>
                <a:gd name="T2" fmla="*/ 16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1" name="Freeform 534">
              <a:extLst>
                <a:ext uri="{FF2B5EF4-FFF2-40B4-BE49-F238E27FC236}">
                  <a16:creationId xmlns:a16="http://schemas.microsoft.com/office/drawing/2014/main" id="{22DEB5F4-8E94-4DCB-A6C5-D2113534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300"/>
              <a:ext cx="18" cy="32"/>
            </a:xfrm>
            <a:custGeom>
              <a:avLst/>
              <a:gdLst>
                <a:gd name="T0" fmla="*/ 25 w 8"/>
                <a:gd name="T1" fmla="*/ 194 h 13"/>
                <a:gd name="T2" fmla="*/ 92 w 8"/>
                <a:gd name="T3" fmla="*/ 12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2" y="13"/>
                  </a:moveTo>
                  <a:cubicBezTo>
                    <a:pt x="0" y="7"/>
                    <a:pt x="4" y="0"/>
                    <a:pt x="8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2" name="Freeform 535">
              <a:extLst>
                <a:ext uri="{FF2B5EF4-FFF2-40B4-BE49-F238E27FC236}">
                  <a16:creationId xmlns:a16="http://schemas.microsoft.com/office/drawing/2014/main" id="{48408F59-83D3-45C4-977F-12D566D55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253"/>
              <a:ext cx="2" cy="12"/>
            </a:xfrm>
            <a:custGeom>
              <a:avLst/>
              <a:gdLst>
                <a:gd name="T0" fmla="*/ 8 w 1"/>
                <a:gd name="T1" fmla="*/ 70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3" name="Freeform 536">
              <a:extLst>
                <a:ext uri="{FF2B5EF4-FFF2-40B4-BE49-F238E27FC236}">
                  <a16:creationId xmlns:a16="http://schemas.microsoft.com/office/drawing/2014/main" id="{C10264E2-5F28-45F0-BC63-F8A037C05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965"/>
              <a:ext cx="28" cy="3"/>
            </a:xfrm>
            <a:custGeom>
              <a:avLst/>
              <a:gdLst>
                <a:gd name="T0" fmla="*/ 0 w 12"/>
                <a:gd name="T1" fmla="*/ 0 h 1"/>
                <a:gd name="T2" fmla="*/ 152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1"/>
                    <a:pt x="8" y="1"/>
                    <a:pt x="12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4" name="Freeform 537">
              <a:extLst>
                <a:ext uri="{FF2B5EF4-FFF2-40B4-BE49-F238E27FC236}">
                  <a16:creationId xmlns:a16="http://schemas.microsoft.com/office/drawing/2014/main" id="{8EDF92A5-D5E1-4089-8ED7-08A368E56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980"/>
              <a:ext cx="38" cy="50"/>
            </a:xfrm>
            <a:custGeom>
              <a:avLst/>
              <a:gdLst>
                <a:gd name="T0" fmla="*/ 40 w 16"/>
                <a:gd name="T1" fmla="*/ 220 h 20"/>
                <a:gd name="T2" fmla="*/ 0 w 16"/>
                <a:gd name="T3" fmla="*/ 12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3" y="14"/>
                  </a:moveTo>
                  <a:cubicBezTo>
                    <a:pt x="16" y="20"/>
                    <a:pt x="12" y="0"/>
                    <a:pt x="0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5" name="Freeform 538">
              <a:extLst>
                <a:ext uri="{FF2B5EF4-FFF2-40B4-BE49-F238E27FC236}">
                  <a16:creationId xmlns:a16="http://schemas.microsoft.com/office/drawing/2014/main" id="{BB28ED94-2318-4694-84CD-448E1FCD9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933"/>
              <a:ext cx="9" cy="12"/>
            </a:xfrm>
            <a:custGeom>
              <a:avLst/>
              <a:gdLst>
                <a:gd name="T0" fmla="*/ 45 w 4"/>
                <a:gd name="T1" fmla="*/ 0 h 5"/>
                <a:gd name="T2" fmla="*/ 0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2"/>
                    <a:pt x="2" y="4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6" name="Freeform 539">
              <a:extLst>
                <a:ext uri="{FF2B5EF4-FFF2-40B4-BE49-F238E27FC236}">
                  <a16:creationId xmlns:a16="http://schemas.microsoft.com/office/drawing/2014/main" id="{5B2B28CA-BD72-4422-9D75-A35B53894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840"/>
              <a:ext cx="12" cy="13"/>
            </a:xfrm>
            <a:custGeom>
              <a:avLst/>
              <a:gdLst>
                <a:gd name="T0" fmla="*/ 70 w 5"/>
                <a:gd name="T1" fmla="*/ 0 h 5"/>
                <a:gd name="T2" fmla="*/ 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2"/>
                    <a:pt x="1" y="3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7" name="Freeform 540">
              <a:extLst>
                <a:ext uri="{FF2B5EF4-FFF2-40B4-BE49-F238E27FC236}">
                  <a16:creationId xmlns:a16="http://schemas.microsoft.com/office/drawing/2014/main" id="{D39CDF66-6475-4553-957B-7579AA498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018"/>
              <a:ext cx="14" cy="15"/>
            </a:xfrm>
            <a:custGeom>
              <a:avLst/>
              <a:gdLst>
                <a:gd name="T0" fmla="*/ 12 w 6"/>
                <a:gd name="T1" fmla="*/ 0 h 6"/>
                <a:gd name="T2" fmla="*/ 77 w 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4"/>
                    <a:pt x="2" y="6"/>
                    <a:pt x="6" y="6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8" name="Freeform 541">
              <a:extLst>
                <a:ext uri="{FF2B5EF4-FFF2-40B4-BE49-F238E27FC236}">
                  <a16:creationId xmlns:a16="http://schemas.microsoft.com/office/drawing/2014/main" id="{1946934C-9EBE-4E91-84CF-4D7099FAD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523"/>
              <a:ext cx="510" cy="432"/>
            </a:xfrm>
            <a:custGeom>
              <a:avLst/>
              <a:gdLst>
                <a:gd name="T0" fmla="*/ 192 w 218"/>
                <a:gd name="T1" fmla="*/ 562 h 173"/>
                <a:gd name="T2" fmla="*/ 103 w 218"/>
                <a:gd name="T3" fmla="*/ 1104 h 173"/>
                <a:gd name="T4" fmla="*/ 77 w 218"/>
                <a:gd name="T5" fmla="*/ 1591 h 173"/>
                <a:gd name="T6" fmla="*/ 229 w 218"/>
                <a:gd name="T7" fmla="*/ 1820 h 173"/>
                <a:gd name="T8" fmla="*/ 344 w 218"/>
                <a:gd name="T9" fmla="*/ 2090 h 173"/>
                <a:gd name="T10" fmla="*/ 536 w 218"/>
                <a:gd name="T11" fmla="*/ 2245 h 173"/>
                <a:gd name="T12" fmla="*/ 793 w 218"/>
                <a:gd name="T13" fmla="*/ 2475 h 173"/>
                <a:gd name="T14" fmla="*/ 1270 w 218"/>
                <a:gd name="T15" fmla="*/ 2632 h 173"/>
                <a:gd name="T16" fmla="*/ 1872 w 218"/>
                <a:gd name="T17" fmla="*/ 2587 h 173"/>
                <a:gd name="T18" fmla="*/ 2382 w 218"/>
                <a:gd name="T19" fmla="*/ 2307 h 173"/>
                <a:gd name="T20" fmla="*/ 2534 w 218"/>
                <a:gd name="T21" fmla="*/ 2058 h 173"/>
                <a:gd name="T22" fmla="*/ 2688 w 218"/>
                <a:gd name="T23" fmla="*/ 1778 h 173"/>
                <a:gd name="T24" fmla="*/ 2779 w 218"/>
                <a:gd name="T25" fmla="*/ 1279 h 173"/>
                <a:gd name="T26" fmla="*/ 2714 w 218"/>
                <a:gd name="T27" fmla="*/ 1041 h 173"/>
                <a:gd name="T28" fmla="*/ 2688 w 218"/>
                <a:gd name="T29" fmla="*/ 779 h 173"/>
                <a:gd name="T30" fmla="*/ 2382 w 218"/>
                <a:gd name="T31" fmla="*/ 467 h 173"/>
                <a:gd name="T32" fmla="*/ 2101 w 218"/>
                <a:gd name="T33" fmla="*/ 167 h 173"/>
                <a:gd name="T34" fmla="*/ 1909 w 218"/>
                <a:gd name="T35" fmla="*/ 155 h 173"/>
                <a:gd name="T36" fmla="*/ 1703 w 218"/>
                <a:gd name="T37" fmla="*/ 62 h 173"/>
                <a:gd name="T38" fmla="*/ 1319 w 218"/>
                <a:gd name="T39" fmla="*/ 30 h 173"/>
                <a:gd name="T40" fmla="*/ 859 w 218"/>
                <a:gd name="T41" fmla="*/ 62 h 173"/>
                <a:gd name="T42" fmla="*/ 592 w 218"/>
                <a:gd name="T43" fmla="*/ 230 h 173"/>
                <a:gd name="T44" fmla="*/ 384 w 218"/>
                <a:gd name="T45" fmla="*/ 292 h 173"/>
                <a:gd name="T46" fmla="*/ 192 w 218"/>
                <a:gd name="T47" fmla="*/ 562 h 1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173">
                  <a:moveTo>
                    <a:pt x="15" y="36"/>
                  </a:moveTo>
                  <a:cubicBezTo>
                    <a:pt x="7" y="47"/>
                    <a:pt x="14" y="59"/>
                    <a:pt x="8" y="71"/>
                  </a:cubicBezTo>
                  <a:cubicBezTo>
                    <a:pt x="3" y="83"/>
                    <a:pt x="0" y="89"/>
                    <a:pt x="6" y="102"/>
                  </a:cubicBezTo>
                  <a:cubicBezTo>
                    <a:pt x="9" y="108"/>
                    <a:pt x="14" y="112"/>
                    <a:pt x="18" y="117"/>
                  </a:cubicBezTo>
                  <a:cubicBezTo>
                    <a:pt x="22" y="122"/>
                    <a:pt x="23" y="129"/>
                    <a:pt x="27" y="134"/>
                  </a:cubicBezTo>
                  <a:cubicBezTo>
                    <a:pt x="31" y="141"/>
                    <a:pt x="36" y="142"/>
                    <a:pt x="42" y="144"/>
                  </a:cubicBezTo>
                  <a:cubicBezTo>
                    <a:pt x="52" y="148"/>
                    <a:pt x="55" y="153"/>
                    <a:pt x="62" y="159"/>
                  </a:cubicBezTo>
                  <a:cubicBezTo>
                    <a:pt x="71" y="168"/>
                    <a:pt x="87" y="166"/>
                    <a:pt x="99" y="169"/>
                  </a:cubicBezTo>
                  <a:cubicBezTo>
                    <a:pt x="116" y="173"/>
                    <a:pt x="129" y="169"/>
                    <a:pt x="146" y="166"/>
                  </a:cubicBezTo>
                  <a:cubicBezTo>
                    <a:pt x="162" y="163"/>
                    <a:pt x="172" y="156"/>
                    <a:pt x="186" y="148"/>
                  </a:cubicBezTo>
                  <a:cubicBezTo>
                    <a:pt x="194" y="144"/>
                    <a:pt x="195" y="141"/>
                    <a:pt x="198" y="132"/>
                  </a:cubicBezTo>
                  <a:cubicBezTo>
                    <a:pt x="200" y="125"/>
                    <a:pt x="206" y="121"/>
                    <a:pt x="210" y="114"/>
                  </a:cubicBezTo>
                  <a:cubicBezTo>
                    <a:pt x="215" y="106"/>
                    <a:pt x="218" y="92"/>
                    <a:pt x="217" y="82"/>
                  </a:cubicBezTo>
                  <a:cubicBezTo>
                    <a:pt x="217" y="77"/>
                    <a:pt x="214" y="72"/>
                    <a:pt x="212" y="67"/>
                  </a:cubicBezTo>
                  <a:cubicBezTo>
                    <a:pt x="211" y="62"/>
                    <a:pt x="212" y="56"/>
                    <a:pt x="210" y="50"/>
                  </a:cubicBezTo>
                  <a:cubicBezTo>
                    <a:pt x="205" y="38"/>
                    <a:pt x="193" y="39"/>
                    <a:pt x="186" y="30"/>
                  </a:cubicBezTo>
                  <a:cubicBezTo>
                    <a:pt x="179" y="22"/>
                    <a:pt x="175" y="13"/>
                    <a:pt x="164" y="11"/>
                  </a:cubicBezTo>
                  <a:cubicBezTo>
                    <a:pt x="159" y="10"/>
                    <a:pt x="154" y="11"/>
                    <a:pt x="149" y="10"/>
                  </a:cubicBezTo>
                  <a:cubicBezTo>
                    <a:pt x="143" y="8"/>
                    <a:pt x="139" y="5"/>
                    <a:pt x="133" y="4"/>
                  </a:cubicBezTo>
                  <a:cubicBezTo>
                    <a:pt x="124" y="2"/>
                    <a:pt x="113" y="3"/>
                    <a:pt x="103" y="2"/>
                  </a:cubicBezTo>
                  <a:cubicBezTo>
                    <a:pt x="91" y="0"/>
                    <a:pt x="80" y="0"/>
                    <a:pt x="67" y="4"/>
                  </a:cubicBezTo>
                  <a:cubicBezTo>
                    <a:pt x="61" y="6"/>
                    <a:pt x="53" y="12"/>
                    <a:pt x="46" y="15"/>
                  </a:cubicBezTo>
                  <a:cubicBezTo>
                    <a:pt x="41" y="17"/>
                    <a:pt x="33" y="16"/>
                    <a:pt x="30" y="19"/>
                  </a:cubicBezTo>
                  <a:cubicBezTo>
                    <a:pt x="20" y="24"/>
                    <a:pt x="23" y="32"/>
                    <a:pt x="15" y="36"/>
                  </a:cubicBezTo>
                  <a:close/>
                </a:path>
              </a:pathLst>
            </a:custGeom>
            <a:noFill/>
            <a:ln w="11113" cap="flat">
              <a:solidFill>
                <a:srgbClr val="2E091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9" name="Freeform 542">
              <a:extLst>
                <a:ext uri="{FF2B5EF4-FFF2-40B4-BE49-F238E27FC236}">
                  <a16:creationId xmlns:a16="http://schemas.microsoft.com/office/drawing/2014/main" id="{548A90EF-D40B-438B-ACED-5EDF4D29C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723"/>
              <a:ext cx="293" cy="582"/>
            </a:xfrm>
            <a:custGeom>
              <a:avLst/>
              <a:gdLst>
                <a:gd name="T0" fmla="*/ 422 w 125"/>
                <a:gd name="T1" fmla="*/ 12 h 233"/>
                <a:gd name="T2" fmla="*/ 155 w 125"/>
                <a:gd name="T3" fmla="*/ 1758 h 233"/>
                <a:gd name="T4" fmla="*/ 1132 w 125"/>
                <a:gd name="T5" fmla="*/ 3412 h 233"/>
                <a:gd name="T6" fmla="*/ 1582 w 125"/>
                <a:gd name="T7" fmla="*/ 2041 h 233"/>
                <a:gd name="T8" fmla="*/ 1186 w 125"/>
                <a:gd name="T9" fmla="*/ 1386 h 233"/>
                <a:gd name="T10" fmla="*/ 605 w 125"/>
                <a:gd name="T11" fmla="*/ 417 h 233"/>
                <a:gd name="T12" fmla="*/ 422 w 125"/>
                <a:gd name="T13" fmla="*/ 12 h 2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233">
                  <a:moveTo>
                    <a:pt x="33" y="1"/>
                  </a:moveTo>
                  <a:cubicBezTo>
                    <a:pt x="16" y="0"/>
                    <a:pt x="0" y="52"/>
                    <a:pt x="12" y="113"/>
                  </a:cubicBezTo>
                  <a:cubicBezTo>
                    <a:pt x="24" y="175"/>
                    <a:pt x="62" y="233"/>
                    <a:pt x="88" y="219"/>
                  </a:cubicBezTo>
                  <a:cubicBezTo>
                    <a:pt x="114" y="204"/>
                    <a:pt x="122" y="155"/>
                    <a:pt x="123" y="131"/>
                  </a:cubicBezTo>
                  <a:cubicBezTo>
                    <a:pt x="125" y="106"/>
                    <a:pt x="101" y="95"/>
                    <a:pt x="92" y="89"/>
                  </a:cubicBezTo>
                  <a:cubicBezTo>
                    <a:pt x="75" y="78"/>
                    <a:pt x="52" y="45"/>
                    <a:pt x="47" y="27"/>
                  </a:cubicBezTo>
                  <a:cubicBezTo>
                    <a:pt x="42" y="9"/>
                    <a:pt x="40" y="2"/>
                    <a:pt x="33" y="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0" name="Freeform 543">
              <a:extLst>
                <a:ext uri="{FF2B5EF4-FFF2-40B4-BE49-F238E27FC236}">
                  <a16:creationId xmlns:a16="http://schemas.microsoft.com/office/drawing/2014/main" id="{6A4D4987-297B-4F70-AFFD-743C7C6FE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763"/>
              <a:ext cx="547" cy="629"/>
            </a:xfrm>
            <a:custGeom>
              <a:avLst/>
              <a:gdLst>
                <a:gd name="T0" fmla="*/ 666 w 234"/>
                <a:gd name="T1" fmla="*/ 1632 h 252"/>
                <a:gd name="T2" fmla="*/ 318 w 234"/>
                <a:gd name="T3" fmla="*/ 2673 h 252"/>
                <a:gd name="T4" fmla="*/ 524 w 234"/>
                <a:gd name="T5" fmla="*/ 3844 h 252"/>
                <a:gd name="T6" fmla="*/ 2438 w 234"/>
                <a:gd name="T7" fmla="*/ 2736 h 252"/>
                <a:gd name="T8" fmla="*/ 2492 w 234"/>
                <a:gd name="T9" fmla="*/ 30 h 252"/>
                <a:gd name="T10" fmla="*/ 1968 w 234"/>
                <a:gd name="T11" fmla="*/ 934 h 252"/>
                <a:gd name="T12" fmla="*/ 1136 w 234"/>
                <a:gd name="T13" fmla="*/ 1465 h 252"/>
                <a:gd name="T14" fmla="*/ 666 w 234"/>
                <a:gd name="T15" fmla="*/ 1632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4" h="252">
                  <a:moveTo>
                    <a:pt x="52" y="105"/>
                  </a:moveTo>
                  <a:cubicBezTo>
                    <a:pt x="40" y="113"/>
                    <a:pt x="31" y="147"/>
                    <a:pt x="25" y="172"/>
                  </a:cubicBezTo>
                  <a:cubicBezTo>
                    <a:pt x="20" y="197"/>
                    <a:pt x="0" y="242"/>
                    <a:pt x="41" y="247"/>
                  </a:cubicBezTo>
                  <a:cubicBezTo>
                    <a:pt x="82" y="252"/>
                    <a:pt x="149" y="245"/>
                    <a:pt x="191" y="176"/>
                  </a:cubicBezTo>
                  <a:cubicBezTo>
                    <a:pt x="234" y="106"/>
                    <a:pt x="214" y="4"/>
                    <a:pt x="195" y="2"/>
                  </a:cubicBezTo>
                  <a:cubicBezTo>
                    <a:pt x="177" y="0"/>
                    <a:pt x="177" y="39"/>
                    <a:pt x="154" y="60"/>
                  </a:cubicBezTo>
                  <a:cubicBezTo>
                    <a:pt x="131" y="81"/>
                    <a:pt x="111" y="87"/>
                    <a:pt x="89" y="94"/>
                  </a:cubicBezTo>
                  <a:cubicBezTo>
                    <a:pt x="66" y="101"/>
                    <a:pt x="62" y="99"/>
                    <a:pt x="52" y="105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7" name="Arterial-atherothrombosis-cross-section">
            <a:extLst>
              <a:ext uri="{FF2B5EF4-FFF2-40B4-BE49-F238E27FC236}">
                <a16:creationId xmlns:a16="http://schemas.microsoft.com/office/drawing/2014/main" id="{271F72F3-51CE-4DB2-8CDA-FF74102149E7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3975100"/>
            <a:ext cx="1917700" cy="2046288"/>
            <a:chOff x="434" y="2789"/>
            <a:chExt cx="1208" cy="1289"/>
          </a:xfrm>
        </p:grpSpPr>
        <p:sp>
          <p:nvSpPr>
            <p:cNvPr id="39258" name="Oval 545">
              <a:extLst>
                <a:ext uri="{FF2B5EF4-FFF2-40B4-BE49-F238E27FC236}">
                  <a16:creationId xmlns:a16="http://schemas.microsoft.com/office/drawing/2014/main" id="{D8107A20-DE34-4C44-A37D-AD1B72934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" y="2789"/>
              <a:ext cx="1208" cy="1289"/>
            </a:xfrm>
            <a:prstGeom prst="ellipse">
              <a:avLst/>
            </a:pr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59" name="Oval 546">
              <a:extLst>
                <a:ext uri="{FF2B5EF4-FFF2-40B4-BE49-F238E27FC236}">
                  <a16:creationId xmlns:a16="http://schemas.microsoft.com/office/drawing/2014/main" id="{B51B6140-9E8A-43E6-A0CD-69BA69FB9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" y="2832"/>
              <a:ext cx="1126" cy="1201"/>
            </a:xfrm>
            <a:prstGeom prst="ellipse">
              <a:avLst/>
            </a:pr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60" name="Freeform 547">
              <a:extLst>
                <a:ext uri="{FF2B5EF4-FFF2-40B4-BE49-F238E27FC236}">
                  <a16:creationId xmlns:a16="http://schemas.microsoft.com/office/drawing/2014/main" id="{D7F196F2-853C-40DF-8FBA-3E184C99C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2951"/>
              <a:ext cx="903" cy="962"/>
            </a:xfrm>
            <a:custGeom>
              <a:avLst/>
              <a:gdLst>
                <a:gd name="T0" fmla="*/ 0 w 386"/>
                <a:gd name="T1" fmla="*/ 3008 h 385"/>
                <a:gd name="T2" fmla="*/ 180 w 386"/>
                <a:gd name="T3" fmla="*/ 2509 h 385"/>
                <a:gd name="T4" fmla="*/ 154 w 386"/>
                <a:gd name="T5" fmla="*/ 1949 h 385"/>
                <a:gd name="T6" fmla="*/ 461 w 386"/>
                <a:gd name="T7" fmla="*/ 1574 h 385"/>
                <a:gd name="T8" fmla="*/ 592 w 386"/>
                <a:gd name="T9" fmla="*/ 1042 h 385"/>
                <a:gd name="T10" fmla="*/ 997 w 386"/>
                <a:gd name="T11" fmla="*/ 812 h 385"/>
                <a:gd name="T12" fmla="*/ 1254 w 386"/>
                <a:gd name="T13" fmla="*/ 375 h 385"/>
                <a:gd name="T14" fmla="*/ 1691 w 386"/>
                <a:gd name="T15" fmla="*/ 325 h 385"/>
                <a:gd name="T16" fmla="*/ 2063 w 386"/>
                <a:gd name="T17" fmla="*/ 30 h 385"/>
                <a:gd name="T18" fmla="*/ 2473 w 386"/>
                <a:gd name="T19" fmla="*/ 167 h 385"/>
                <a:gd name="T20" fmla="*/ 2906 w 386"/>
                <a:gd name="T21" fmla="*/ 30 h 385"/>
                <a:gd name="T22" fmla="*/ 3277 w 386"/>
                <a:gd name="T23" fmla="*/ 342 h 385"/>
                <a:gd name="T24" fmla="*/ 3727 w 386"/>
                <a:gd name="T25" fmla="*/ 405 h 385"/>
                <a:gd name="T26" fmla="*/ 3984 w 386"/>
                <a:gd name="T27" fmla="*/ 842 h 385"/>
                <a:gd name="T28" fmla="*/ 4389 w 386"/>
                <a:gd name="T29" fmla="*/ 1092 h 385"/>
                <a:gd name="T30" fmla="*/ 4503 w 386"/>
                <a:gd name="T31" fmla="*/ 1604 h 385"/>
                <a:gd name="T32" fmla="*/ 4800 w 386"/>
                <a:gd name="T33" fmla="*/ 1999 h 385"/>
                <a:gd name="T34" fmla="*/ 4761 w 386"/>
                <a:gd name="T35" fmla="*/ 2529 h 385"/>
                <a:gd name="T36" fmla="*/ 4941 w 386"/>
                <a:gd name="T37" fmla="*/ 3008 h 385"/>
                <a:gd name="T38" fmla="*/ 4761 w 386"/>
                <a:gd name="T39" fmla="*/ 3508 h 385"/>
                <a:gd name="T40" fmla="*/ 4789 w 386"/>
                <a:gd name="T41" fmla="*/ 4058 h 385"/>
                <a:gd name="T42" fmla="*/ 4482 w 386"/>
                <a:gd name="T43" fmla="*/ 4433 h 385"/>
                <a:gd name="T44" fmla="*/ 4351 w 386"/>
                <a:gd name="T45" fmla="*/ 4962 h 385"/>
                <a:gd name="T46" fmla="*/ 3947 w 386"/>
                <a:gd name="T47" fmla="*/ 5195 h 385"/>
                <a:gd name="T48" fmla="*/ 3689 w 386"/>
                <a:gd name="T49" fmla="*/ 5632 h 385"/>
                <a:gd name="T50" fmla="*/ 3252 w 386"/>
                <a:gd name="T51" fmla="*/ 5682 h 385"/>
                <a:gd name="T52" fmla="*/ 2880 w 386"/>
                <a:gd name="T53" fmla="*/ 5974 h 385"/>
                <a:gd name="T54" fmla="*/ 2473 w 386"/>
                <a:gd name="T55" fmla="*/ 5849 h 385"/>
                <a:gd name="T56" fmla="*/ 2035 w 386"/>
                <a:gd name="T57" fmla="*/ 5974 h 385"/>
                <a:gd name="T58" fmla="*/ 1663 w 386"/>
                <a:gd name="T59" fmla="*/ 5662 h 385"/>
                <a:gd name="T60" fmla="*/ 1214 w 386"/>
                <a:gd name="T61" fmla="*/ 5600 h 385"/>
                <a:gd name="T62" fmla="*/ 957 w 386"/>
                <a:gd name="T63" fmla="*/ 5162 h 385"/>
                <a:gd name="T64" fmla="*/ 552 w 386"/>
                <a:gd name="T65" fmla="*/ 4912 h 385"/>
                <a:gd name="T66" fmla="*/ 437 w 386"/>
                <a:gd name="T67" fmla="*/ 4403 h 385"/>
                <a:gd name="T68" fmla="*/ 143 w 386"/>
                <a:gd name="T69" fmla="*/ 4008 h 385"/>
                <a:gd name="T70" fmla="*/ 180 w 386"/>
                <a:gd name="T71" fmla="*/ 3478 h 385"/>
                <a:gd name="T72" fmla="*/ 0 w 386"/>
                <a:gd name="T73" fmla="*/ 3008 h 3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6" h="385">
                  <a:moveTo>
                    <a:pt x="0" y="193"/>
                  </a:moveTo>
                  <a:cubicBezTo>
                    <a:pt x="0" y="181"/>
                    <a:pt x="12" y="171"/>
                    <a:pt x="14" y="161"/>
                  </a:cubicBezTo>
                  <a:cubicBezTo>
                    <a:pt x="16" y="149"/>
                    <a:pt x="8" y="136"/>
                    <a:pt x="12" y="125"/>
                  </a:cubicBezTo>
                  <a:cubicBezTo>
                    <a:pt x="15" y="115"/>
                    <a:pt x="30" y="110"/>
                    <a:pt x="36" y="101"/>
                  </a:cubicBezTo>
                  <a:cubicBezTo>
                    <a:pt x="42" y="91"/>
                    <a:pt x="39" y="75"/>
                    <a:pt x="46" y="67"/>
                  </a:cubicBezTo>
                  <a:cubicBezTo>
                    <a:pt x="53" y="58"/>
                    <a:pt x="69" y="59"/>
                    <a:pt x="78" y="52"/>
                  </a:cubicBezTo>
                  <a:cubicBezTo>
                    <a:pt x="86" y="45"/>
                    <a:pt x="89" y="29"/>
                    <a:pt x="98" y="24"/>
                  </a:cubicBezTo>
                  <a:cubicBezTo>
                    <a:pt x="107" y="19"/>
                    <a:pt x="122" y="25"/>
                    <a:pt x="132" y="21"/>
                  </a:cubicBezTo>
                  <a:cubicBezTo>
                    <a:pt x="142" y="17"/>
                    <a:pt x="150" y="4"/>
                    <a:pt x="161" y="2"/>
                  </a:cubicBezTo>
                  <a:cubicBezTo>
                    <a:pt x="171" y="0"/>
                    <a:pt x="182" y="11"/>
                    <a:pt x="193" y="11"/>
                  </a:cubicBezTo>
                  <a:cubicBezTo>
                    <a:pt x="204" y="11"/>
                    <a:pt x="216" y="0"/>
                    <a:pt x="227" y="2"/>
                  </a:cubicBezTo>
                  <a:cubicBezTo>
                    <a:pt x="238" y="4"/>
                    <a:pt x="246" y="18"/>
                    <a:pt x="256" y="22"/>
                  </a:cubicBezTo>
                  <a:cubicBezTo>
                    <a:pt x="266" y="26"/>
                    <a:pt x="281" y="20"/>
                    <a:pt x="291" y="26"/>
                  </a:cubicBezTo>
                  <a:cubicBezTo>
                    <a:pt x="300" y="31"/>
                    <a:pt x="303" y="47"/>
                    <a:pt x="311" y="54"/>
                  </a:cubicBezTo>
                  <a:cubicBezTo>
                    <a:pt x="320" y="61"/>
                    <a:pt x="336" y="62"/>
                    <a:pt x="343" y="70"/>
                  </a:cubicBezTo>
                  <a:cubicBezTo>
                    <a:pt x="349" y="78"/>
                    <a:pt x="346" y="94"/>
                    <a:pt x="352" y="103"/>
                  </a:cubicBezTo>
                  <a:cubicBezTo>
                    <a:pt x="357" y="112"/>
                    <a:pt x="372" y="118"/>
                    <a:pt x="375" y="128"/>
                  </a:cubicBezTo>
                  <a:cubicBezTo>
                    <a:pt x="379" y="138"/>
                    <a:pt x="371" y="151"/>
                    <a:pt x="372" y="162"/>
                  </a:cubicBezTo>
                  <a:cubicBezTo>
                    <a:pt x="374" y="172"/>
                    <a:pt x="386" y="182"/>
                    <a:pt x="386" y="193"/>
                  </a:cubicBezTo>
                  <a:cubicBezTo>
                    <a:pt x="386" y="204"/>
                    <a:pt x="374" y="214"/>
                    <a:pt x="372" y="225"/>
                  </a:cubicBezTo>
                  <a:cubicBezTo>
                    <a:pt x="370" y="236"/>
                    <a:pt x="378" y="249"/>
                    <a:pt x="374" y="260"/>
                  </a:cubicBezTo>
                  <a:cubicBezTo>
                    <a:pt x="371" y="270"/>
                    <a:pt x="356" y="275"/>
                    <a:pt x="350" y="284"/>
                  </a:cubicBezTo>
                  <a:cubicBezTo>
                    <a:pt x="344" y="294"/>
                    <a:pt x="347" y="310"/>
                    <a:pt x="340" y="318"/>
                  </a:cubicBezTo>
                  <a:cubicBezTo>
                    <a:pt x="333" y="327"/>
                    <a:pt x="317" y="326"/>
                    <a:pt x="308" y="333"/>
                  </a:cubicBezTo>
                  <a:cubicBezTo>
                    <a:pt x="300" y="340"/>
                    <a:pt x="297" y="356"/>
                    <a:pt x="288" y="361"/>
                  </a:cubicBezTo>
                  <a:cubicBezTo>
                    <a:pt x="279" y="366"/>
                    <a:pt x="264" y="360"/>
                    <a:pt x="254" y="364"/>
                  </a:cubicBezTo>
                  <a:cubicBezTo>
                    <a:pt x="244" y="368"/>
                    <a:pt x="236" y="381"/>
                    <a:pt x="225" y="383"/>
                  </a:cubicBezTo>
                  <a:cubicBezTo>
                    <a:pt x="215" y="385"/>
                    <a:pt x="204" y="375"/>
                    <a:pt x="193" y="375"/>
                  </a:cubicBezTo>
                  <a:cubicBezTo>
                    <a:pt x="182" y="375"/>
                    <a:pt x="170" y="385"/>
                    <a:pt x="159" y="383"/>
                  </a:cubicBezTo>
                  <a:cubicBezTo>
                    <a:pt x="148" y="381"/>
                    <a:pt x="140" y="367"/>
                    <a:pt x="130" y="363"/>
                  </a:cubicBezTo>
                  <a:cubicBezTo>
                    <a:pt x="119" y="359"/>
                    <a:pt x="105" y="365"/>
                    <a:pt x="95" y="359"/>
                  </a:cubicBezTo>
                  <a:cubicBezTo>
                    <a:pt x="86" y="354"/>
                    <a:pt x="83" y="338"/>
                    <a:pt x="75" y="331"/>
                  </a:cubicBezTo>
                  <a:cubicBezTo>
                    <a:pt x="66" y="324"/>
                    <a:pt x="50" y="324"/>
                    <a:pt x="43" y="315"/>
                  </a:cubicBezTo>
                  <a:cubicBezTo>
                    <a:pt x="37" y="307"/>
                    <a:pt x="40" y="291"/>
                    <a:pt x="34" y="282"/>
                  </a:cubicBezTo>
                  <a:cubicBezTo>
                    <a:pt x="29" y="273"/>
                    <a:pt x="14" y="268"/>
                    <a:pt x="11" y="257"/>
                  </a:cubicBezTo>
                  <a:cubicBezTo>
                    <a:pt x="7" y="247"/>
                    <a:pt x="15" y="234"/>
                    <a:pt x="14" y="223"/>
                  </a:cubicBezTo>
                  <a:cubicBezTo>
                    <a:pt x="12" y="213"/>
                    <a:pt x="0" y="203"/>
                    <a:pt x="0" y="193"/>
                  </a:cubicBezTo>
                  <a:close/>
                </a:path>
              </a:pathLst>
            </a:custGeom>
            <a:solidFill>
              <a:srgbClr val="CD7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548">
              <a:extLst>
                <a:ext uri="{FF2B5EF4-FFF2-40B4-BE49-F238E27FC236}">
                  <a16:creationId xmlns:a16="http://schemas.microsoft.com/office/drawing/2014/main" id="{AA68F4CE-658F-490F-972E-DFCAB6DAE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3109"/>
              <a:ext cx="382" cy="751"/>
            </a:xfrm>
            <a:custGeom>
              <a:avLst/>
              <a:gdLst>
                <a:gd name="T0" fmla="*/ 797 w 163"/>
                <a:gd name="T1" fmla="*/ 0 h 301"/>
                <a:gd name="T2" fmla="*/ 77 w 163"/>
                <a:gd name="T3" fmla="*/ 1924 h 301"/>
                <a:gd name="T4" fmla="*/ 912 w 163"/>
                <a:gd name="T5" fmla="*/ 4164 h 301"/>
                <a:gd name="T6" fmla="*/ 1933 w 163"/>
                <a:gd name="T7" fmla="*/ 4426 h 301"/>
                <a:gd name="T8" fmla="*/ 2072 w 163"/>
                <a:gd name="T9" fmla="*/ 3323 h 301"/>
                <a:gd name="T10" fmla="*/ 1753 w 163"/>
                <a:gd name="T11" fmla="*/ 2907 h 301"/>
                <a:gd name="T12" fmla="*/ 1148 w 163"/>
                <a:gd name="T13" fmla="*/ 1245 h 301"/>
                <a:gd name="T14" fmla="*/ 797 w 163"/>
                <a:gd name="T15" fmla="*/ 0 h 3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301">
                  <a:moveTo>
                    <a:pt x="62" y="0"/>
                  </a:moveTo>
                  <a:cubicBezTo>
                    <a:pt x="34" y="2"/>
                    <a:pt x="12" y="52"/>
                    <a:pt x="6" y="124"/>
                  </a:cubicBezTo>
                  <a:cubicBezTo>
                    <a:pt x="0" y="196"/>
                    <a:pt x="32" y="236"/>
                    <a:pt x="71" y="268"/>
                  </a:cubicBezTo>
                  <a:cubicBezTo>
                    <a:pt x="110" y="300"/>
                    <a:pt x="138" y="301"/>
                    <a:pt x="150" y="285"/>
                  </a:cubicBezTo>
                  <a:cubicBezTo>
                    <a:pt x="162" y="269"/>
                    <a:pt x="163" y="224"/>
                    <a:pt x="161" y="214"/>
                  </a:cubicBezTo>
                  <a:cubicBezTo>
                    <a:pt x="159" y="204"/>
                    <a:pt x="150" y="198"/>
                    <a:pt x="136" y="187"/>
                  </a:cubicBezTo>
                  <a:cubicBezTo>
                    <a:pt x="122" y="176"/>
                    <a:pt x="99" y="144"/>
                    <a:pt x="89" y="80"/>
                  </a:cubicBezTo>
                  <a:cubicBezTo>
                    <a:pt x="79" y="16"/>
                    <a:pt x="77" y="1"/>
                    <a:pt x="62" y="0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549">
              <a:extLst>
                <a:ext uri="{FF2B5EF4-FFF2-40B4-BE49-F238E27FC236}">
                  <a16:creationId xmlns:a16="http://schemas.microsoft.com/office/drawing/2014/main" id="{385DB376-D33B-4320-9805-5B450AD8B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3076"/>
              <a:ext cx="412" cy="797"/>
            </a:xfrm>
            <a:custGeom>
              <a:avLst/>
              <a:gdLst>
                <a:gd name="T0" fmla="*/ 2170 w 176"/>
                <a:gd name="T1" fmla="*/ 2496 h 319"/>
                <a:gd name="T2" fmla="*/ 527 w 176"/>
                <a:gd name="T3" fmla="*/ 4849 h 319"/>
                <a:gd name="T4" fmla="*/ 143 w 176"/>
                <a:gd name="T5" fmla="*/ 3808 h 319"/>
                <a:gd name="T6" fmla="*/ 576 w 176"/>
                <a:gd name="T7" fmla="*/ 2808 h 319"/>
                <a:gd name="T8" fmla="*/ 1051 w 176"/>
                <a:gd name="T9" fmla="*/ 1374 h 319"/>
                <a:gd name="T10" fmla="*/ 1014 w 176"/>
                <a:gd name="T11" fmla="*/ 137 h 319"/>
                <a:gd name="T12" fmla="*/ 2170 w 176"/>
                <a:gd name="T13" fmla="*/ 2496 h 3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319">
                  <a:moveTo>
                    <a:pt x="169" y="160"/>
                  </a:moveTo>
                  <a:cubicBezTo>
                    <a:pt x="157" y="268"/>
                    <a:pt x="82" y="303"/>
                    <a:pt x="41" y="311"/>
                  </a:cubicBezTo>
                  <a:cubicBezTo>
                    <a:pt x="0" y="319"/>
                    <a:pt x="9" y="273"/>
                    <a:pt x="11" y="244"/>
                  </a:cubicBezTo>
                  <a:cubicBezTo>
                    <a:pt x="13" y="215"/>
                    <a:pt x="24" y="202"/>
                    <a:pt x="45" y="180"/>
                  </a:cubicBezTo>
                  <a:cubicBezTo>
                    <a:pt x="66" y="158"/>
                    <a:pt x="81" y="117"/>
                    <a:pt x="82" y="88"/>
                  </a:cubicBezTo>
                  <a:cubicBezTo>
                    <a:pt x="83" y="59"/>
                    <a:pt x="65" y="17"/>
                    <a:pt x="79" y="9"/>
                  </a:cubicBezTo>
                  <a:cubicBezTo>
                    <a:pt x="98" y="0"/>
                    <a:pt x="176" y="57"/>
                    <a:pt x="169" y="160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550">
              <a:extLst>
                <a:ext uri="{FF2B5EF4-FFF2-40B4-BE49-F238E27FC236}">
                  <a16:creationId xmlns:a16="http://schemas.microsoft.com/office/drawing/2014/main" id="{289EF33E-9A18-4F72-8F14-261E18F0A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001"/>
              <a:ext cx="302" cy="560"/>
            </a:xfrm>
            <a:custGeom>
              <a:avLst/>
              <a:gdLst>
                <a:gd name="T0" fmla="*/ 499 w 129"/>
                <a:gd name="T1" fmla="*/ 125 h 224"/>
                <a:gd name="T2" fmla="*/ 286 w 129"/>
                <a:gd name="T3" fmla="*/ 250 h 224"/>
                <a:gd name="T4" fmla="*/ 180 w 129"/>
                <a:gd name="T5" fmla="*/ 563 h 224"/>
                <a:gd name="T6" fmla="*/ 103 w 129"/>
                <a:gd name="T7" fmla="*/ 908 h 224"/>
                <a:gd name="T8" fmla="*/ 12 w 129"/>
                <a:gd name="T9" fmla="*/ 1283 h 224"/>
                <a:gd name="T10" fmla="*/ 37 w 129"/>
                <a:gd name="T11" fmla="*/ 1375 h 224"/>
                <a:gd name="T12" fmla="*/ 0 w 129"/>
                <a:gd name="T13" fmla="*/ 1458 h 224"/>
                <a:gd name="T14" fmla="*/ 12 w 129"/>
                <a:gd name="T15" fmla="*/ 1625 h 224"/>
                <a:gd name="T16" fmla="*/ 103 w 129"/>
                <a:gd name="T17" fmla="*/ 1783 h 224"/>
                <a:gd name="T18" fmla="*/ 66 w 129"/>
                <a:gd name="T19" fmla="*/ 2020 h 224"/>
                <a:gd name="T20" fmla="*/ 204 w 129"/>
                <a:gd name="T21" fmla="*/ 2300 h 224"/>
                <a:gd name="T22" fmla="*/ 269 w 129"/>
                <a:gd name="T23" fmla="*/ 2658 h 224"/>
                <a:gd name="T24" fmla="*/ 307 w 129"/>
                <a:gd name="T25" fmla="*/ 3000 h 224"/>
                <a:gd name="T26" fmla="*/ 487 w 129"/>
                <a:gd name="T27" fmla="*/ 3333 h 224"/>
                <a:gd name="T28" fmla="*/ 768 w 129"/>
                <a:gd name="T29" fmla="*/ 3470 h 224"/>
                <a:gd name="T30" fmla="*/ 862 w 129"/>
                <a:gd name="T31" fmla="*/ 3395 h 224"/>
                <a:gd name="T32" fmla="*/ 1014 w 129"/>
                <a:gd name="T33" fmla="*/ 3345 h 224"/>
                <a:gd name="T34" fmla="*/ 1140 w 129"/>
                <a:gd name="T35" fmla="*/ 3033 h 224"/>
                <a:gd name="T36" fmla="*/ 1243 w 129"/>
                <a:gd name="T37" fmla="*/ 2875 h 224"/>
                <a:gd name="T38" fmla="*/ 1292 w 129"/>
                <a:gd name="T39" fmla="*/ 2675 h 224"/>
                <a:gd name="T40" fmla="*/ 1491 w 129"/>
                <a:gd name="T41" fmla="*/ 2408 h 224"/>
                <a:gd name="T42" fmla="*/ 1606 w 129"/>
                <a:gd name="T43" fmla="*/ 2000 h 224"/>
                <a:gd name="T44" fmla="*/ 1627 w 129"/>
                <a:gd name="T45" fmla="*/ 1688 h 224"/>
                <a:gd name="T46" fmla="*/ 1578 w 129"/>
                <a:gd name="T47" fmla="*/ 1533 h 224"/>
                <a:gd name="T48" fmla="*/ 1590 w 129"/>
                <a:gd name="T49" fmla="*/ 1333 h 224"/>
                <a:gd name="T50" fmla="*/ 1501 w 129"/>
                <a:gd name="T51" fmla="*/ 1020 h 224"/>
                <a:gd name="T52" fmla="*/ 1255 w 129"/>
                <a:gd name="T53" fmla="*/ 750 h 224"/>
                <a:gd name="T54" fmla="*/ 1156 w 129"/>
                <a:gd name="T55" fmla="*/ 438 h 224"/>
                <a:gd name="T56" fmla="*/ 986 w 129"/>
                <a:gd name="T57" fmla="*/ 188 h 224"/>
                <a:gd name="T58" fmla="*/ 499 w 129"/>
                <a:gd name="T59" fmla="*/ 125 h 22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9" h="224">
                  <a:moveTo>
                    <a:pt x="39" y="8"/>
                  </a:moveTo>
                  <a:cubicBezTo>
                    <a:pt x="28" y="6"/>
                    <a:pt x="28" y="7"/>
                    <a:pt x="22" y="16"/>
                  </a:cubicBezTo>
                  <a:cubicBezTo>
                    <a:pt x="16" y="23"/>
                    <a:pt x="18" y="28"/>
                    <a:pt x="14" y="36"/>
                  </a:cubicBezTo>
                  <a:cubicBezTo>
                    <a:pt x="8" y="46"/>
                    <a:pt x="9" y="47"/>
                    <a:pt x="8" y="58"/>
                  </a:cubicBezTo>
                  <a:cubicBezTo>
                    <a:pt x="7" y="67"/>
                    <a:pt x="1" y="73"/>
                    <a:pt x="1" y="82"/>
                  </a:cubicBezTo>
                  <a:cubicBezTo>
                    <a:pt x="1" y="84"/>
                    <a:pt x="3" y="86"/>
                    <a:pt x="3" y="88"/>
                  </a:cubicBezTo>
                  <a:cubicBezTo>
                    <a:pt x="3" y="90"/>
                    <a:pt x="0" y="91"/>
                    <a:pt x="0" y="93"/>
                  </a:cubicBezTo>
                  <a:cubicBezTo>
                    <a:pt x="0" y="98"/>
                    <a:pt x="0" y="99"/>
                    <a:pt x="1" y="104"/>
                  </a:cubicBezTo>
                  <a:cubicBezTo>
                    <a:pt x="3" y="107"/>
                    <a:pt x="7" y="110"/>
                    <a:pt x="8" y="114"/>
                  </a:cubicBezTo>
                  <a:cubicBezTo>
                    <a:pt x="9" y="119"/>
                    <a:pt x="4" y="123"/>
                    <a:pt x="5" y="129"/>
                  </a:cubicBezTo>
                  <a:cubicBezTo>
                    <a:pt x="6" y="138"/>
                    <a:pt x="13" y="139"/>
                    <a:pt x="16" y="147"/>
                  </a:cubicBezTo>
                  <a:cubicBezTo>
                    <a:pt x="19" y="154"/>
                    <a:pt x="19" y="163"/>
                    <a:pt x="21" y="170"/>
                  </a:cubicBezTo>
                  <a:cubicBezTo>
                    <a:pt x="23" y="177"/>
                    <a:pt x="21" y="185"/>
                    <a:pt x="24" y="192"/>
                  </a:cubicBezTo>
                  <a:cubicBezTo>
                    <a:pt x="26" y="198"/>
                    <a:pt x="34" y="209"/>
                    <a:pt x="38" y="213"/>
                  </a:cubicBezTo>
                  <a:cubicBezTo>
                    <a:pt x="42" y="217"/>
                    <a:pt x="54" y="224"/>
                    <a:pt x="60" y="222"/>
                  </a:cubicBezTo>
                  <a:cubicBezTo>
                    <a:pt x="63" y="221"/>
                    <a:pt x="64" y="218"/>
                    <a:pt x="67" y="217"/>
                  </a:cubicBezTo>
                  <a:cubicBezTo>
                    <a:pt x="70" y="215"/>
                    <a:pt x="76" y="215"/>
                    <a:pt x="79" y="214"/>
                  </a:cubicBezTo>
                  <a:cubicBezTo>
                    <a:pt x="89" y="209"/>
                    <a:pt x="85" y="202"/>
                    <a:pt x="89" y="194"/>
                  </a:cubicBezTo>
                  <a:cubicBezTo>
                    <a:pt x="91" y="189"/>
                    <a:pt x="95" y="188"/>
                    <a:pt x="97" y="184"/>
                  </a:cubicBezTo>
                  <a:cubicBezTo>
                    <a:pt x="101" y="179"/>
                    <a:pt x="99" y="176"/>
                    <a:pt x="101" y="171"/>
                  </a:cubicBezTo>
                  <a:cubicBezTo>
                    <a:pt x="104" y="163"/>
                    <a:pt x="112" y="161"/>
                    <a:pt x="116" y="154"/>
                  </a:cubicBezTo>
                  <a:cubicBezTo>
                    <a:pt x="120" y="147"/>
                    <a:pt x="121" y="136"/>
                    <a:pt x="125" y="128"/>
                  </a:cubicBezTo>
                  <a:cubicBezTo>
                    <a:pt x="128" y="121"/>
                    <a:pt x="129" y="116"/>
                    <a:pt x="127" y="108"/>
                  </a:cubicBezTo>
                  <a:cubicBezTo>
                    <a:pt x="126" y="104"/>
                    <a:pt x="124" y="101"/>
                    <a:pt x="123" y="98"/>
                  </a:cubicBezTo>
                  <a:cubicBezTo>
                    <a:pt x="122" y="93"/>
                    <a:pt x="124" y="89"/>
                    <a:pt x="124" y="85"/>
                  </a:cubicBezTo>
                  <a:cubicBezTo>
                    <a:pt x="123" y="80"/>
                    <a:pt x="120" y="69"/>
                    <a:pt x="117" y="65"/>
                  </a:cubicBezTo>
                  <a:cubicBezTo>
                    <a:pt x="112" y="57"/>
                    <a:pt x="101" y="56"/>
                    <a:pt x="98" y="48"/>
                  </a:cubicBezTo>
                  <a:cubicBezTo>
                    <a:pt x="94" y="37"/>
                    <a:pt x="100" y="36"/>
                    <a:pt x="90" y="28"/>
                  </a:cubicBezTo>
                  <a:cubicBezTo>
                    <a:pt x="83" y="22"/>
                    <a:pt x="82" y="18"/>
                    <a:pt x="77" y="12"/>
                  </a:cubicBezTo>
                  <a:cubicBezTo>
                    <a:pt x="67" y="0"/>
                    <a:pt x="51" y="0"/>
                    <a:pt x="39" y="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551">
              <a:extLst>
                <a:ext uri="{FF2B5EF4-FFF2-40B4-BE49-F238E27FC236}">
                  <a16:creationId xmlns:a16="http://schemas.microsoft.com/office/drawing/2014/main" id="{4A649F01-5432-4172-BAE5-10E578EEE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3134"/>
              <a:ext cx="17" cy="25"/>
            </a:xfrm>
            <a:custGeom>
              <a:avLst/>
              <a:gdLst>
                <a:gd name="T0" fmla="*/ 87 w 7"/>
                <a:gd name="T1" fmla="*/ 20 h 10"/>
                <a:gd name="T2" fmla="*/ 70 w 7"/>
                <a:gd name="T3" fmla="*/ 95 h 10"/>
                <a:gd name="T4" fmla="*/ 12 w 7"/>
                <a:gd name="T5" fmla="*/ 158 h 10"/>
                <a:gd name="T6" fmla="*/ 29 w 7"/>
                <a:gd name="T7" fmla="*/ 63 h 10"/>
                <a:gd name="T8" fmla="*/ 87 w 7"/>
                <a:gd name="T9" fmla="*/ 2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6" y="1"/>
                  </a:moveTo>
                  <a:cubicBezTo>
                    <a:pt x="7" y="1"/>
                    <a:pt x="6" y="3"/>
                    <a:pt x="5" y="6"/>
                  </a:cubicBezTo>
                  <a:cubicBezTo>
                    <a:pt x="4" y="9"/>
                    <a:pt x="2" y="10"/>
                    <a:pt x="1" y="10"/>
                  </a:cubicBezTo>
                  <a:cubicBezTo>
                    <a:pt x="0" y="9"/>
                    <a:pt x="0" y="7"/>
                    <a:pt x="2" y="4"/>
                  </a:cubicBezTo>
                  <a:cubicBezTo>
                    <a:pt x="3" y="2"/>
                    <a:pt x="5" y="0"/>
                    <a:pt x="6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552">
              <a:extLst>
                <a:ext uri="{FF2B5EF4-FFF2-40B4-BE49-F238E27FC236}">
                  <a16:creationId xmlns:a16="http://schemas.microsoft.com/office/drawing/2014/main" id="{F8775438-623F-4CA1-97C6-66E2F457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884"/>
              <a:ext cx="23" cy="17"/>
            </a:xfrm>
            <a:custGeom>
              <a:avLst/>
              <a:gdLst>
                <a:gd name="T0" fmla="*/ 110 w 10"/>
                <a:gd name="T1" fmla="*/ 12 h 7"/>
                <a:gd name="T2" fmla="*/ 74 w 10"/>
                <a:gd name="T3" fmla="*/ 70 h 7"/>
                <a:gd name="T4" fmla="*/ 12 w 10"/>
                <a:gd name="T5" fmla="*/ 87 h 7"/>
                <a:gd name="T6" fmla="*/ 48 w 10"/>
                <a:gd name="T7" fmla="*/ 29 h 7"/>
                <a:gd name="T8" fmla="*/ 110 w 10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1"/>
                  </a:moveTo>
                  <a:cubicBezTo>
                    <a:pt x="10" y="2"/>
                    <a:pt x="8" y="4"/>
                    <a:pt x="6" y="5"/>
                  </a:cubicBezTo>
                  <a:cubicBezTo>
                    <a:pt x="4" y="7"/>
                    <a:pt x="1" y="7"/>
                    <a:pt x="1" y="6"/>
                  </a:cubicBezTo>
                  <a:cubicBezTo>
                    <a:pt x="0" y="6"/>
                    <a:pt x="2" y="4"/>
                    <a:pt x="4" y="2"/>
                  </a:cubicBezTo>
                  <a:cubicBezTo>
                    <a:pt x="6" y="1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553">
              <a:extLst>
                <a:ext uri="{FF2B5EF4-FFF2-40B4-BE49-F238E27FC236}">
                  <a16:creationId xmlns:a16="http://schemas.microsoft.com/office/drawing/2014/main" id="{3C9F20F1-C0EE-401B-A7FF-89A0D47FF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809"/>
              <a:ext cx="26" cy="10"/>
            </a:xfrm>
            <a:custGeom>
              <a:avLst/>
              <a:gdLst>
                <a:gd name="T0" fmla="*/ 144 w 11"/>
                <a:gd name="T1" fmla="*/ 33 h 4"/>
                <a:gd name="T2" fmla="*/ 66 w 11"/>
                <a:gd name="T3" fmla="*/ 63 h 4"/>
                <a:gd name="T4" fmla="*/ 0 w 11"/>
                <a:gd name="T5" fmla="*/ 33 h 4"/>
                <a:gd name="T6" fmla="*/ 66 w 11"/>
                <a:gd name="T7" fmla="*/ 0 h 4"/>
                <a:gd name="T8" fmla="*/ 144 w 11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">
                  <a:moveTo>
                    <a:pt x="11" y="2"/>
                  </a:moveTo>
                  <a:cubicBezTo>
                    <a:pt x="10" y="3"/>
                    <a:pt x="8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554">
              <a:extLst>
                <a:ext uri="{FF2B5EF4-FFF2-40B4-BE49-F238E27FC236}">
                  <a16:creationId xmlns:a16="http://schemas.microsoft.com/office/drawing/2014/main" id="{D571F776-2869-4F22-AEC0-C2CE2E67A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921"/>
              <a:ext cx="24" cy="15"/>
            </a:xfrm>
            <a:custGeom>
              <a:avLst/>
              <a:gdLst>
                <a:gd name="T0" fmla="*/ 127 w 10"/>
                <a:gd name="T1" fmla="*/ 83 h 6"/>
                <a:gd name="T2" fmla="*/ 58 w 10"/>
                <a:gd name="T3" fmla="*/ 63 h 6"/>
                <a:gd name="T4" fmla="*/ 0 w 10"/>
                <a:gd name="T5" fmla="*/ 0 h 6"/>
                <a:gd name="T6" fmla="*/ 82 w 10"/>
                <a:gd name="T7" fmla="*/ 20 h 6"/>
                <a:gd name="T8" fmla="*/ 127 w 10"/>
                <a:gd name="T9" fmla="*/ 8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5"/>
                  </a:moveTo>
                  <a:cubicBezTo>
                    <a:pt x="9" y="6"/>
                    <a:pt x="7" y="6"/>
                    <a:pt x="4" y="4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3"/>
                    <a:pt x="10" y="4"/>
                    <a:pt x="9" y="5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555">
              <a:extLst>
                <a:ext uri="{FF2B5EF4-FFF2-40B4-BE49-F238E27FC236}">
                  <a16:creationId xmlns:a16="http://schemas.microsoft.com/office/drawing/2014/main" id="{B01F9CA4-1564-4E40-8E2A-C4E895E21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186"/>
              <a:ext cx="11" cy="28"/>
            </a:xfrm>
            <a:custGeom>
              <a:avLst/>
              <a:gdLst>
                <a:gd name="T0" fmla="*/ 44 w 5"/>
                <a:gd name="T1" fmla="*/ 163 h 11"/>
                <a:gd name="T2" fmla="*/ 9 w 5"/>
                <a:gd name="T3" fmla="*/ 97 h 11"/>
                <a:gd name="T4" fmla="*/ 9 w 5"/>
                <a:gd name="T5" fmla="*/ 20 h 11"/>
                <a:gd name="T6" fmla="*/ 44 w 5"/>
                <a:gd name="T7" fmla="*/ 84 h 11"/>
                <a:gd name="T8" fmla="*/ 44 w 5"/>
                <a:gd name="T9" fmla="*/ 16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4" y="10"/>
                  </a:moveTo>
                  <a:cubicBezTo>
                    <a:pt x="3" y="11"/>
                    <a:pt x="2" y="9"/>
                    <a:pt x="1" y="6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1" y="0"/>
                    <a:pt x="3" y="2"/>
                    <a:pt x="4" y="5"/>
                  </a:cubicBezTo>
                  <a:cubicBezTo>
                    <a:pt x="5" y="7"/>
                    <a:pt x="5" y="10"/>
                    <a:pt x="4" y="1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556">
              <a:extLst>
                <a:ext uri="{FF2B5EF4-FFF2-40B4-BE49-F238E27FC236}">
                  <a16:creationId xmlns:a16="http://schemas.microsoft.com/office/drawing/2014/main" id="{D19F9D05-5276-48C4-80D9-93A210D3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3496"/>
              <a:ext cx="10" cy="27"/>
            </a:xfrm>
            <a:custGeom>
              <a:avLst/>
              <a:gdLst>
                <a:gd name="T0" fmla="*/ 20 w 4"/>
                <a:gd name="T1" fmla="*/ 162 h 11"/>
                <a:gd name="T2" fmla="*/ 0 w 4"/>
                <a:gd name="T3" fmla="*/ 71 h 11"/>
                <a:gd name="T4" fmla="*/ 50 w 4"/>
                <a:gd name="T5" fmla="*/ 0 h 11"/>
                <a:gd name="T6" fmla="*/ 63 w 4"/>
                <a:gd name="T7" fmla="*/ 91 h 11"/>
                <a:gd name="T8" fmla="*/ 20 w 4"/>
                <a:gd name="T9" fmla="*/ 1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1" y="11"/>
                  </a:moveTo>
                  <a:cubicBezTo>
                    <a:pt x="0" y="11"/>
                    <a:pt x="0" y="8"/>
                    <a:pt x="0" y="5"/>
                  </a:cubicBezTo>
                  <a:cubicBezTo>
                    <a:pt x="1" y="3"/>
                    <a:pt x="2" y="0"/>
                    <a:pt x="3" y="0"/>
                  </a:cubicBezTo>
                  <a:cubicBezTo>
                    <a:pt x="4" y="1"/>
                    <a:pt x="4" y="3"/>
                    <a:pt x="4" y="6"/>
                  </a:cubicBezTo>
                  <a:cubicBezTo>
                    <a:pt x="4" y="9"/>
                    <a:pt x="2" y="11"/>
                    <a:pt x="1" y="1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557">
              <a:extLst>
                <a:ext uri="{FF2B5EF4-FFF2-40B4-BE49-F238E27FC236}">
                  <a16:creationId xmlns:a16="http://schemas.microsoft.com/office/drawing/2014/main" id="{DB9FF459-0716-4A73-8F37-5E9843949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771"/>
              <a:ext cx="19" cy="22"/>
            </a:xfrm>
            <a:custGeom>
              <a:avLst/>
              <a:gdLst>
                <a:gd name="T0" fmla="*/ 12 w 8"/>
                <a:gd name="T1" fmla="*/ 132 h 9"/>
                <a:gd name="T2" fmla="*/ 29 w 8"/>
                <a:gd name="T3" fmla="*/ 59 h 9"/>
                <a:gd name="T4" fmla="*/ 95 w 8"/>
                <a:gd name="T5" fmla="*/ 0 h 9"/>
                <a:gd name="T6" fmla="*/ 69 w 8"/>
                <a:gd name="T7" fmla="*/ 90 h 9"/>
                <a:gd name="T8" fmla="*/ 12 w 8"/>
                <a:gd name="T9" fmla="*/ 1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9"/>
                  </a:moveTo>
                  <a:cubicBezTo>
                    <a:pt x="0" y="8"/>
                    <a:pt x="1" y="6"/>
                    <a:pt x="2" y="4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8" y="1"/>
                    <a:pt x="7" y="3"/>
                    <a:pt x="5" y="6"/>
                  </a:cubicBezTo>
                  <a:cubicBezTo>
                    <a:pt x="4" y="8"/>
                    <a:pt x="2" y="9"/>
                    <a:pt x="1" y="9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558">
              <a:extLst>
                <a:ext uri="{FF2B5EF4-FFF2-40B4-BE49-F238E27FC236}">
                  <a16:creationId xmlns:a16="http://schemas.microsoft.com/office/drawing/2014/main" id="{AE6D3931-8126-452B-8C54-DF322C7B5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3970"/>
              <a:ext cx="21" cy="18"/>
            </a:xfrm>
            <a:custGeom>
              <a:avLst/>
              <a:gdLst>
                <a:gd name="T0" fmla="*/ 0 w 9"/>
                <a:gd name="T1" fmla="*/ 100 h 7"/>
                <a:gd name="T2" fmla="*/ 37 w 9"/>
                <a:gd name="T3" fmla="*/ 33 h 7"/>
                <a:gd name="T4" fmla="*/ 114 w 9"/>
                <a:gd name="T5" fmla="*/ 21 h 7"/>
                <a:gd name="T6" fmla="*/ 65 w 9"/>
                <a:gd name="T7" fmla="*/ 85 h 7"/>
                <a:gd name="T8" fmla="*/ 0 w 9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0" y="6"/>
                    <a:pt x="1" y="4"/>
                    <a:pt x="3" y="2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9" y="2"/>
                    <a:pt x="8" y="4"/>
                    <a:pt x="5" y="5"/>
                  </a:cubicBezTo>
                  <a:cubicBezTo>
                    <a:pt x="3" y="7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559">
              <a:extLst>
                <a:ext uri="{FF2B5EF4-FFF2-40B4-BE49-F238E27FC236}">
                  <a16:creationId xmlns:a16="http://schemas.microsoft.com/office/drawing/2014/main" id="{1C528958-B8BB-47E2-99F6-B6F8B6ED9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4048"/>
              <a:ext cx="26" cy="10"/>
            </a:xfrm>
            <a:custGeom>
              <a:avLst/>
              <a:gdLst>
                <a:gd name="T0" fmla="*/ 0 w 11"/>
                <a:gd name="T1" fmla="*/ 33 h 4"/>
                <a:gd name="T2" fmla="*/ 66 w 11"/>
                <a:gd name="T3" fmla="*/ 0 h 4"/>
                <a:gd name="T4" fmla="*/ 144 w 11"/>
                <a:gd name="T5" fmla="*/ 20 h 4"/>
                <a:gd name="T6" fmla="*/ 78 w 11"/>
                <a:gd name="T7" fmla="*/ 50 h 4"/>
                <a:gd name="T8" fmla="*/ 0 w 11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11" y="0"/>
                    <a:pt x="11" y="1"/>
                  </a:cubicBezTo>
                  <a:cubicBezTo>
                    <a:pt x="11" y="2"/>
                    <a:pt x="8" y="3"/>
                    <a:pt x="6" y="3"/>
                  </a:cubicBezTo>
                  <a:cubicBezTo>
                    <a:pt x="3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560">
              <a:extLst>
                <a:ext uri="{FF2B5EF4-FFF2-40B4-BE49-F238E27FC236}">
                  <a16:creationId xmlns:a16="http://schemas.microsoft.com/office/drawing/2014/main" id="{07428D95-1403-4504-9057-019E552B5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3975"/>
              <a:ext cx="26" cy="18"/>
            </a:xfrm>
            <a:custGeom>
              <a:avLst/>
              <a:gdLst>
                <a:gd name="T0" fmla="*/ 12 w 11"/>
                <a:gd name="T1" fmla="*/ 21 h 7"/>
                <a:gd name="T2" fmla="*/ 78 w 11"/>
                <a:gd name="T3" fmla="*/ 33 h 7"/>
                <a:gd name="T4" fmla="*/ 135 w 11"/>
                <a:gd name="T5" fmla="*/ 100 h 7"/>
                <a:gd name="T6" fmla="*/ 66 w 11"/>
                <a:gd name="T7" fmla="*/ 85 h 7"/>
                <a:gd name="T8" fmla="*/ 12 w 11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1" y="1"/>
                  </a:moveTo>
                  <a:cubicBezTo>
                    <a:pt x="1" y="0"/>
                    <a:pt x="4" y="1"/>
                    <a:pt x="6" y="2"/>
                  </a:cubicBezTo>
                  <a:cubicBezTo>
                    <a:pt x="9" y="3"/>
                    <a:pt x="11" y="5"/>
                    <a:pt x="10" y="6"/>
                  </a:cubicBezTo>
                  <a:cubicBezTo>
                    <a:pt x="10" y="7"/>
                    <a:pt x="7" y="7"/>
                    <a:pt x="5" y="5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561">
              <a:extLst>
                <a:ext uri="{FF2B5EF4-FFF2-40B4-BE49-F238E27FC236}">
                  <a16:creationId xmlns:a16="http://schemas.microsoft.com/office/drawing/2014/main" id="{098C8111-C31E-4599-B3B0-E5F0DE9DC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3798"/>
              <a:ext cx="19" cy="22"/>
            </a:xfrm>
            <a:custGeom>
              <a:avLst/>
              <a:gdLst>
                <a:gd name="T0" fmla="*/ 0 w 8"/>
                <a:gd name="T1" fmla="*/ 12 h 9"/>
                <a:gd name="T2" fmla="*/ 69 w 8"/>
                <a:gd name="T3" fmla="*/ 42 h 9"/>
                <a:gd name="T4" fmla="*/ 95 w 8"/>
                <a:gd name="T5" fmla="*/ 132 h 9"/>
                <a:gd name="T6" fmla="*/ 40 w 8"/>
                <a:gd name="T7" fmla="*/ 90 h 9"/>
                <a:gd name="T8" fmla="*/ 0 w 8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0"/>
                    <a:pt x="3" y="1"/>
                    <a:pt x="5" y="3"/>
                  </a:cubicBezTo>
                  <a:cubicBezTo>
                    <a:pt x="7" y="6"/>
                    <a:pt x="8" y="8"/>
                    <a:pt x="7" y="9"/>
                  </a:cubicBezTo>
                  <a:cubicBezTo>
                    <a:pt x="7" y="9"/>
                    <a:pt x="4" y="8"/>
                    <a:pt x="3" y="6"/>
                  </a:cubicBezTo>
                  <a:cubicBezTo>
                    <a:pt x="1" y="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562">
              <a:extLst>
                <a:ext uri="{FF2B5EF4-FFF2-40B4-BE49-F238E27FC236}">
                  <a16:creationId xmlns:a16="http://schemas.microsoft.com/office/drawing/2014/main" id="{F03249DF-41FF-4516-A8C4-729B3B75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3526"/>
              <a:ext cx="12" cy="27"/>
            </a:xfrm>
            <a:custGeom>
              <a:avLst/>
              <a:gdLst>
                <a:gd name="T0" fmla="*/ 29 w 5"/>
                <a:gd name="T1" fmla="*/ 0 h 11"/>
                <a:gd name="T2" fmla="*/ 58 w 5"/>
                <a:gd name="T3" fmla="*/ 71 h 11"/>
                <a:gd name="T4" fmla="*/ 41 w 5"/>
                <a:gd name="T5" fmla="*/ 150 h 11"/>
                <a:gd name="T6" fmla="*/ 12 w 5"/>
                <a:gd name="T7" fmla="*/ 91 h 11"/>
                <a:gd name="T8" fmla="*/ 29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3" y="0"/>
                    <a:pt x="4" y="2"/>
                    <a:pt x="4" y="5"/>
                  </a:cubicBezTo>
                  <a:cubicBezTo>
                    <a:pt x="5" y="8"/>
                    <a:pt x="4" y="10"/>
                    <a:pt x="3" y="10"/>
                  </a:cubicBezTo>
                  <a:cubicBezTo>
                    <a:pt x="2" y="11"/>
                    <a:pt x="1" y="8"/>
                    <a:pt x="1" y="6"/>
                  </a:cubicBezTo>
                  <a:cubicBezTo>
                    <a:pt x="0" y="3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563">
              <a:extLst>
                <a:ext uri="{FF2B5EF4-FFF2-40B4-BE49-F238E27FC236}">
                  <a16:creationId xmlns:a16="http://schemas.microsoft.com/office/drawing/2014/main" id="{B568C443-4963-4422-9D01-220B92934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3071"/>
              <a:ext cx="239" cy="490"/>
            </a:xfrm>
            <a:custGeom>
              <a:avLst/>
              <a:gdLst>
                <a:gd name="T0" fmla="*/ 1235 w 102"/>
                <a:gd name="T1" fmla="*/ 1095 h 196"/>
                <a:gd name="T2" fmla="*/ 1247 w 102"/>
                <a:gd name="T3" fmla="*/ 895 h 196"/>
                <a:gd name="T4" fmla="*/ 1158 w 102"/>
                <a:gd name="T5" fmla="*/ 583 h 196"/>
                <a:gd name="T6" fmla="*/ 911 w 102"/>
                <a:gd name="T7" fmla="*/ 313 h 196"/>
                <a:gd name="T8" fmla="*/ 822 w 102"/>
                <a:gd name="T9" fmla="*/ 0 h 196"/>
                <a:gd name="T10" fmla="*/ 862 w 102"/>
                <a:gd name="T11" fmla="*/ 83 h 196"/>
                <a:gd name="T12" fmla="*/ 900 w 102"/>
                <a:gd name="T13" fmla="*/ 375 h 196"/>
                <a:gd name="T14" fmla="*/ 949 w 102"/>
                <a:gd name="T15" fmla="*/ 595 h 196"/>
                <a:gd name="T16" fmla="*/ 1092 w 102"/>
                <a:gd name="T17" fmla="*/ 1020 h 196"/>
                <a:gd name="T18" fmla="*/ 1015 w 102"/>
                <a:gd name="T19" fmla="*/ 1500 h 196"/>
                <a:gd name="T20" fmla="*/ 890 w 102"/>
                <a:gd name="T21" fmla="*/ 1938 h 196"/>
                <a:gd name="T22" fmla="*/ 757 w 102"/>
                <a:gd name="T23" fmla="*/ 2313 h 196"/>
                <a:gd name="T24" fmla="*/ 670 w 102"/>
                <a:gd name="T25" fmla="*/ 2520 h 196"/>
                <a:gd name="T26" fmla="*/ 614 w 102"/>
                <a:gd name="T27" fmla="*/ 2688 h 196"/>
                <a:gd name="T28" fmla="*/ 323 w 102"/>
                <a:gd name="T29" fmla="*/ 2833 h 196"/>
                <a:gd name="T30" fmla="*/ 164 w 102"/>
                <a:gd name="T31" fmla="*/ 2813 h 196"/>
                <a:gd name="T32" fmla="*/ 37 w 102"/>
                <a:gd name="T33" fmla="*/ 2708 h 196"/>
                <a:gd name="T34" fmla="*/ 0 w 102"/>
                <a:gd name="T35" fmla="*/ 2658 h 196"/>
                <a:gd name="T36" fmla="*/ 143 w 102"/>
                <a:gd name="T37" fmla="*/ 2895 h 196"/>
                <a:gd name="T38" fmla="*/ 422 w 102"/>
                <a:gd name="T39" fmla="*/ 3033 h 196"/>
                <a:gd name="T40" fmla="*/ 515 w 102"/>
                <a:gd name="T41" fmla="*/ 2958 h 196"/>
                <a:gd name="T42" fmla="*/ 670 w 102"/>
                <a:gd name="T43" fmla="*/ 2908 h 196"/>
                <a:gd name="T44" fmla="*/ 797 w 102"/>
                <a:gd name="T45" fmla="*/ 2595 h 196"/>
                <a:gd name="T46" fmla="*/ 900 w 102"/>
                <a:gd name="T47" fmla="*/ 2438 h 196"/>
                <a:gd name="T48" fmla="*/ 949 w 102"/>
                <a:gd name="T49" fmla="*/ 2238 h 196"/>
                <a:gd name="T50" fmla="*/ 1148 w 102"/>
                <a:gd name="T51" fmla="*/ 1970 h 196"/>
                <a:gd name="T52" fmla="*/ 1263 w 102"/>
                <a:gd name="T53" fmla="*/ 1563 h 196"/>
                <a:gd name="T54" fmla="*/ 1284 w 102"/>
                <a:gd name="T55" fmla="*/ 1250 h 196"/>
                <a:gd name="T56" fmla="*/ 1235 w 102"/>
                <a:gd name="T57" fmla="*/ 1095 h 19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2" h="196">
                  <a:moveTo>
                    <a:pt x="96" y="70"/>
                  </a:moveTo>
                  <a:cubicBezTo>
                    <a:pt x="95" y="65"/>
                    <a:pt x="97" y="61"/>
                    <a:pt x="97" y="57"/>
                  </a:cubicBezTo>
                  <a:cubicBezTo>
                    <a:pt x="96" y="52"/>
                    <a:pt x="93" y="41"/>
                    <a:pt x="90" y="37"/>
                  </a:cubicBezTo>
                  <a:cubicBezTo>
                    <a:pt x="85" y="29"/>
                    <a:pt x="74" y="28"/>
                    <a:pt x="71" y="20"/>
                  </a:cubicBezTo>
                  <a:cubicBezTo>
                    <a:pt x="67" y="10"/>
                    <a:pt x="73" y="8"/>
                    <a:pt x="64" y="0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11"/>
                    <a:pt x="69" y="18"/>
                    <a:pt x="70" y="24"/>
                  </a:cubicBezTo>
                  <a:cubicBezTo>
                    <a:pt x="70" y="29"/>
                    <a:pt x="72" y="33"/>
                    <a:pt x="74" y="38"/>
                  </a:cubicBezTo>
                  <a:cubicBezTo>
                    <a:pt x="80" y="47"/>
                    <a:pt x="84" y="54"/>
                    <a:pt x="85" y="65"/>
                  </a:cubicBezTo>
                  <a:cubicBezTo>
                    <a:pt x="86" y="76"/>
                    <a:pt x="80" y="85"/>
                    <a:pt x="79" y="96"/>
                  </a:cubicBezTo>
                  <a:cubicBezTo>
                    <a:pt x="77" y="106"/>
                    <a:pt x="74" y="115"/>
                    <a:pt x="69" y="124"/>
                  </a:cubicBezTo>
                  <a:cubicBezTo>
                    <a:pt x="64" y="132"/>
                    <a:pt x="64" y="140"/>
                    <a:pt x="59" y="148"/>
                  </a:cubicBezTo>
                  <a:cubicBezTo>
                    <a:pt x="57" y="153"/>
                    <a:pt x="53" y="156"/>
                    <a:pt x="52" y="161"/>
                  </a:cubicBezTo>
                  <a:cubicBezTo>
                    <a:pt x="50" y="164"/>
                    <a:pt x="50" y="169"/>
                    <a:pt x="48" y="172"/>
                  </a:cubicBezTo>
                  <a:cubicBezTo>
                    <a:pt x="44" y="178"/>
                    <a:pt x="32" y="182"/>
                    <a:pt x="25" y="181"/>
                  </a:cubicBezTo>
                  <a:cubicBezTo>
                    <a:pt x="22" y="181"/>
                    <a:pt x="17" y="181"/>
                    <a:pt x="13" y="180"/>
                  </a:cubicBezTo>
                  <a:cubicBezTo>
                    <a:pt x="9" y="179"/>
                    <a:pt x="6" y="176"/>
                    <a:pt x="3" y="173"/>
                  </a:cubicBezTo>
                  <a:cubicBezTo>
                    <a:pt x="2" y="172"/>
                    <a:pt x="1" y="171"/>
                    <a:pt x="0" y="170"/>
                  </a:cubicBezTo>
                  <a:cubicBezTo>
                    <a:pt x="3" y="175"/>
                    <a:pt x="8" y="182"/>
                    <a:pt x="11" y="185"/>
                  </a:cubicBezTo>
                  <a:cubicBezTo>
                    <a:pt x="15" y="189"/>
                    <a:pt x="27" y="196"/>
                    <a:pt x="33" y="194"/>
                  </a:cubicBezTo>
                  <a:cubicBezTo>
                    <a:pt x="36" y="193"/>
                    <a:pt x="37" y="190"/>
                    <a:pt x="40" y="189"/>
                  </a:cubicBezTo>
                  <a:cubicBezTo>
                    <a:pt x="43" y="187"/>
                    <a:pt x="49" y="187"/>
                    <a:pt x="52" y="186"/>
                  </a:cubicBezTo>
                  <a:cubicBezTo>
                    <a:pt x="62" y="181"/>
                    <a:pt x="58" y="174"/>
                    <a:pt x="62" y="166"/>
                  </a:cubicBezTo>
                  <a:cubicBezTo>
                    <a:pt x="64" y="161"/>
                    <a:pt x="68" y="160"/>
                    <a:pt x="70" y="156"/>
                  </a:cubicBezTo>
                  <a:cubicBezTo>
                    <a:pt x="74" y="151"/>
                    <a:pt x="72" y="148"/>
                    <a:pt x="74" y="143"/>
                  </a:cubicBezTo>
                  <a:cubicBezTo>
                    <a:pt x="77" y="135"/>
                    <a:pt x="85" y="133"/>
                    <a:pt x="89" y="126"/>
                  </a:cubicBezTo>
                  <a:cubicBezTo>
                    <a:pt x="93" y="119"/>
                    <a:pt x="94" y="108"/>
                    <a:pt x="98" y="100"/>
                  </a:cubicBezTo>
                  <a:cubicBezTo>
                    <a:pt x="101" y="93"/>
                    <a:pt x="102" y="88"/>
                    <a:pt x="100" y="80"/>
                  </a:cubicBezTo>
                  <a:cubicBezTo>
                    <a:pt x="99" y="76"/>
                    <a:pt x="97" y="73"/>
                    <a:pt x="96" y="7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564">
              <a:extLst>
                <a:ext uri="{FF2B5EF4-FFF2-40B4-BE49-F238E27FC236}">
                  <a16:creationId xmlns:a16="http://schemas.microsoft.com/office/drawing/2014/main" id="{4A2B214F-47C3-4E3B-A826-AE404699B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3041"/>
              <a:ext cx="96" cy="223"/>
            </a:xfrm>
            <a:custGeom>
              <a:avLst/>
              <a:gdLst>
                <a:gd name="T0" fmla="*/ 115 w 41"/>
                <a:gd name="T1" fmla="*/ 616 h 89"/>
                <a:gd name="T2" fmla="*/ 66 w 41"/>
                <a:gd name="T3" fmla="*/ 1401 h 89"/>
                <a:gd name="T4" fmla="*/ 66 w 41"/>
                <a:gd name="T5" fmla="*/ 1401 h 89"/>
                <a:gd name="T6" fmla="*/ 527 w 41"/>
                <a:gd name="T7" fmla="*/ 0 h 89"/>
                <a:gd name="T8" fmla="*/ 527 w 41"/>
                <a:gd name="T9" fmla="*/ 0 h 89"/>
                <a:gd name="T10" fmla="*/ 115 w 41"/>
                <a:gd name="T11" fmla="*/ 616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89">
                  <a:moveTo>
                    <a:pt x="9" y="39"/>
                  </a:moveTo>
                  <a:cubicBezTo>
                    <a:pt x="4" y="53"/>
                    <a:pt x="3" y="70"/>
                    <a:pt x="5" y="8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0" y="40"/>
                    <a:pt x="28" y="3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1" y="2"/>
                    <a:pt x="17" y="16"/>
                    <a:pt x="9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565">
              <a:extLst>
                <a:ext uri="{FF2B5EF4-FFF2-40B4-BE49-F238E27FC236}">
                  <a16:creationId xmlns:a16="http://schemas.microsoft.com/office/drawing/2014/main" id="{91667935-7CDC-48EB-B6F7-815558AF7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3041"/>
              <a:ext cx="96" cy="223"/>
            </a:xfrm>
            <a:custGeom>
              <a:avLst/>
              <a:gdLst>
                <a:gd name="T0" fmla="*/ 66 w 41"/>
                <a:gd name="T1" fmla="*/ 1401 h 89"/>
                <a:gd name="T2" fmla="*/ 527 w 41"/>
                <a:gd name="T3" fmla="*/ 0 h 89"/>
                <a:gd name="T4" fmla="*/ 66 w 41"/>
                <a:gd name="T5" fmla="*/ 1401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9">
                  <a:moveTo>
                    <a:pt x="5" y="89"/>
                  </a:moveTo>
                  <a:cubicBezTo>
                    <a:pt x="0" y="39"/>
                    <a:pt x="27" y="3"/>
                    <a:pt x="41" y="0"/>
                  </a:cubicBezTo>
                  <a:cubicBezTo>
                    <a:pt x="32" y="8"/>
                    <a:pt x="8" y="47"/>
                    <a:pt x="5" y="89"/>
                  </a:cubicBezTo>
                  <a:close/>
                </a:path>
              </a:pathLst>
            </a:custGeom>
            <a:solidFill>
              <a:srgbClr val="F8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566">
              <a:extLst>
                <a:ext uri="{FF2B5EF4-FFF2-40B4-BE49-F238E27FC236}">
                  <a16:creationId xmlns:a16="http://schemas.microsoft.com/office/drawing/2014/main" id="{CC4C0699-8FC0-4CB5-BD0A-A55D243B8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3304"/>
              <a:ext cx="302" cy="559"/>
            </a:xfrm>
            <a:custGeom>
              <a:avLst/>
              <a:gdLst>
                <a:gd name="T0" fmla="*/ 0 w 129"/>
                <a:gd name="T1" fmla="*/ 0 h 224"/>
                <a:gd name="T2" fmla="*/ 143 w 129"/>
                <a:gd name="T3" fmla="*/ 479 h 224"/>
                <a:gd name="T4" fmla="*/ 87 w 129"/>
                <a:gd name="T5" fmla="*/ 853 h 224"/>
                <a:gd name="T6" fmla="*/ 220 w 129"/>
                <a:gd name="T7" fmla="*/ 1103 h 224"/>
                <a:gd name="T8" fmla="*/ 180 w 129"/>
                <a:gd name="T9" fmla="*/ 1744 h 224"/>
                <a:gd name="T10" fmla="*/ 604 w 129"/>
                <a:gd name="T11" fmla="*/ 2174 h 224"/>
                <a:gd name="T12" fmla="*/ 707 w 129"/>
                <a:gd name="T13" fmla="*/ 2785 h 224"/>
                <a:gd name="T14" fmla="*/ 1140 w 129"/>
                <a:gd name="T15" fmla="*/ 3094 h 224"/>
                <a:gd name="T16" fmla="*/ 1370 w 129"/>
                <a:gd name="T17" fmla="*/ 3451 h 224"/>
                <a:gd name="T18" fmla="*/ 1655 w 129"/>
                <a:gd name="T19" fmla="*/ 3344 h 2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9" h="224">
                  <a:moveTo>
                    <a:pt x="0" y="0"/>
                  </a:moveTo>
                  <a:cubicBezTo>
                    <a:pt x="10" y="10"/>
                    <a:pt x="14" y="17"/>
                    <a:pt x="11" y="31"/>
                  </a:cubicBezTo>
                  <a:cubicBezTo>
                    <a:pt x="10" y="39"/>
                    <a:pt x="6" y="47"/>
                    <a:pt x="7" y="55"/>
                  </a:cubicBezTo>
                  <a:cubicBezTo>
                    <a:pt x="9" y="62"/>
                    <a:pt x="15" y="65"/>
                    <a:pt x="17" y="71"/>
                  </a:cubicBezTo>
                  <a:cubicBezTo>
                    <a:pt x="24" y="86"/>
                    <a:pt x="14" y="98"/>
                    <a:pt x="14" y="112"/>
                  </a:cubicBezTo>
                  <a:cubicBezTo>
                    <a:pt x="15" y="130"/>
                    <a:pt x="36" y="129"/>
                    <a:pt x="47" y="140"/>
                  </a:cubicBezTo>
                  <a:cubicBezTo>
                    <a:pt x="58" y="150"/>
                    <a:pt x="51" y="166"/>
                    <a:pt x="55" y="179"/>
                  </a:cubicBezTo>
                  <a:cubicBezTo>
                    <a:pt x="62" y="197"/>
                    <a:pt x="77" y="191"/>
                    <a:pt x="89" y="199"/>
                  </a:cubicBezTo>
                  <a:cubicBezTo>
                    <a:pt x="99" y="206"/>
                    <a:pt x="94" y="219"/>
                    <a:pt x="107" y="222"/>
                  </a:cubicBezTo>
                  <a:cubicBezTo>
                    <a:pt x="117" y="224"/>
                    <a:pt x="121" y="216"/>
                    <a:pt x="129" y="2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567">
              <a:extLst>
                <a:ext uri="{FF2B5EF4-FFF2-40B4-BE49-F238E27FC236}">
                  <a16:creationId xmlns:a16="http://schemas.microsoft.com/office/drawing/2014/main" id="{29D9ED37-9615-4DE2-A069-89A389689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3381"/>
              <a:ext cx="103" cy="429"/>
            </a:xfrm>
            <a:custGeom>
              <a:avLst/>
              <a:gdLst>
                <a:gd name="T0" fmla="*/ 0 w 44"/>
                <a:gd name="T1" fmla="*/ 0 h 172"/>
                <a:gd name="T2" fmla="*/ 143 w 44"/>
                <a:gd name="T3" fmla="*/ 449 h 172"/>
                <a:gd name="T4" fmla="*/ 126 w 44"/>
                <a:gd name="T5" fmla="*/ 791 h 172"/>
                <a:gd name="T6" fmla="*/ 269 w 44"/>
                <a:gd name="T7" fmla="*/ 1182 h 172"/>
                <a:gd name="T8" fmla="*/ 269 w 44"/>
                <a:gd name="T9" fmla="*/ 1549 h 172"/>
                <a:gd name="T10" fmla="*/ 220 w 44"/>
                <a:gd name="T11" fmla="*/ 1878 h 172"/>
                <a:gd name="T12" fmla="*/ 412 w 44"/>
                <a:gd name="T13" fmla="*/ 2157 h 172"/>
                <a:gd name="T14" fmla="*/ 487 w 44"/>
                <a:gd name="T15" fmla="*/ 2669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172">
                  <a:moveTo>
                    <a:pt x="0" y="0"/>
                  </a:moveTo>
                  <a:cubicBezTo>
                    <a:pt x="12" y="1"/>
                    <a:pt x="12" y="21"/>
                    <a:pt x="11" y="29"/>
                  </a:cubicBezTo>
                  <a:cubicBezTo>
                    <a:pt x="10" y="37"/>
                    <a:pt x="7" y="44"/>
                    <a:pt x="10" y="51"/>
                  </a:cubicBezTo>
                  <a:cubicBezTo>
                    <a:pt x="14" y="61"/>
                    <a:pt x="20" y="65"/>
                    <a:pt x="21" y="76"/>
                  </a:cubicBezTo>
                  <a:cubicBezTo>
                    <a:pt x="22" y="83"/>
                    <a:pt x="22" y="92"/>
                    <a:pt x="21" y="100"/>
                  </a:cubicBezTo>
                  <a:cubicBezTo>
                    <a:pt x="20" y="107"/>
                    <a:pt x="15" y="114"/>
                    <a:pt x="17" y="121"/>
                  </a:cubicBezTo>
                  <a:cubicBezTo>
                    <a:pt x="18" y="130"/>
                    <a:pt x="26" y="134"/>
                    <a:pt x="32" y="139"/>
                  </a:cubicBezTo>
                  <a:cubicBezTo>
                    <a:pt x="44" y="149"/>
                    <a:pt x="41" y="159"/>
                    <a:pt x="38" y="1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568">
              <a:extLst>
                <a:ext uri="{FF2B5EF4-FFF2-40B4-BE49-F238E27FC236}">
                  <a16:creationId xmlns:a16="http://schemas.microsoft.com/office/drawing/2014/main" id="{49234E45-3CD4-4B0C-955C-62E9BB534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3431"/>
              <a:ext cx="47" cy="135"/>
            </a:xfrm>
            <a:custGeom>
              <a:avLst/>
              <a:gdLst>
                <a:gd name="T0" fmla="*/ 132 w 20"/>
                <a:gd name="T1" fmla="*/ 0 h 54"/>
                <a:gd name="T2" fmla="*/ 259 w 20"/>
                <a:gd name="T3" fmla="*/ 845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4">
                  <a:moveTo>
                    <a:pt x="10" y="0"/>
                  </a:moveTo>
                  <a:cubicBezTo>
                    <a:pt x="0" y="15"/>
                    <a:pt x="11" y="39"/>
                    <a:pt x="20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569">
              <a:extLst>
                <a:ext uri="{FF2B5EF4-FFF2-40B4-BE49-F238E27FC236}">
                  <a16:creationId xmlns:a16="http://schemas.microsoft.com/office/drawing/2014/main" id="{F812072B-633E-426E-AAC0-99695495D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3034"/>
              <a:ext cx="108" cy="347"/>
            </a:xfrm>
            <a:custGeom>
              <a:avLst/>
              <a:gdLst>
                <a:gd name="T0" fmla="*/ 0 w 46"/>
                <a:gd name="T1" fmla="*/ 2162 h 139"/>
                <a:gd name="T2" fmla="*/ 171 w 46"/>
                <a:gd name="T3" fmla="*/ 1728 h 139"/>
                <a:gd name="T4" fmla="*/ 249 w 46"/>
                <a:gd name="T5" fmla="*/ 1403 h 139"/>
                <a:gd name="T6" fmla="*/ 232 w 46"/>
                <a:gd name="T7" fmla="*/ 1103 h 139"/>
                <a:gd name="T8" fmla="*/ 568 w 46"/>
                <a:gd name="T9" fmla="*/ 499 h 139"/>
                <a:gd name="T10" fmla="*/ 528 w 46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39">
                  <a:moveTo>
                    <a:pt x="0" y="139"/>
                  </a:moveTo>
                  <a:cubicBezTo>
                    <a:pt x="4" y="129"/>
                    <a:pt x="7" y="121"/>
                    <a:pt x="13" y="111"/>
                  </a:cubicBezTo>
                  <a:cubicBezTo>
                    <a:pt x="17" y="105"/>
                    <a:pt x="19" y="98"/>
                    <a:pt x="19" y="90"/>
                  </a:cubicBezTo>
                  <a:cubicBezTo>
                    <a:pt x="18" y="83"/>
                    <a:pt x="16" y="78"/>
                    <a:pt x="18" y="71"/>
                  </a:cubicBezTo>
                  <a:cubicBezTo>
                    <a:pt x="24" y="55"/>
                    <a:pt x="41" y="49"/>
                    <a:pt x="44" y="32"/>
                  </a:cubicBezTo>
                  <a:cubicBezTo>
                    <a:pt x="46" y="23"/>
                    <a:pt x="44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570">
              <a:extLst>
                <a:ext uri="{FF2B5EF4-FFF2-40B4-BE49-F238E27FC236}">
                  <a16:creationId xmlns:a16="http://schemas.microsoft.com/office/drawing/2014/main" id="{BA7BB1D7-3DCC-4E48-B136-700961605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839"/>
              <a:ext cx="524" cy="345"/>
            </a:xfrm>
            <a:custGeom>
              <a:avLst/>
              <a:gdLst>
                <a:gd name="T0" fmla="*/ 12 w 224"/>
                <a:gd name="T1" fmla="*/ 2158 h 138"/>
                <a:gd name="T2" fmla="*/ 28 w 224"/>
                <a:gd name="T3" fmla="*/ 1875 h 138"/>
                <a:gd name="T4" fmla="*/ 115 w 224"/>
                <a:gd name="T5" fmla="*/ 1625 h 138"/>
                <a:gd name="T6" fmla="*/ 241 w 224"/>
                <a:gd name="T7" fmla="*/ 1313 h 138"/>
                <a:gd name="T8" fmla="*/ 641 w 224"/>
                <a:gd name="T9" fmla="*/ 1033 h 138"/>
                <a:gd name="T10" fmla="*/ 833 w 224"/>
                <a:gd name="T11" fmla="*/ 800 h 138"/>
                <a:gd name="T12" fmla="*/ 936 w 224"/>
                <a:gd name="T13" fmla="*/ 658 h 138"/>
                <a:gd name="T14" fmla="*/ 1511 w 224"/>
                <a:gd name="T15" fmla="*/ 488 h 138"/>
                <a:gd name="T16" fmla="*/ 1909 w 224"/>
                <a:gd name="T17" fmla="*/ 238 h 138"/>
                <a:gd name="T18" fmla="*/ 2571 w 224"/>
                <a:gd name="T19" fmla="*/ 238 h 138"/>
                <a:gd name="T20" fmla="*/ 2868 w 224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38">
                  <a:moveTo>
                    <a:pt x="1" y="138"/>
                  </a:moveTo>
                  <a:cubicBezTo>
                    <a:pt x="2" y="132"/>
                    <a:pt x="0" y="126"/>
                    <a:pt x="2" y="120"/>
                  </a:cubicBezTo>
                  <a:cubicBezTo>
                    <a:pt x="3" y="114"/>
                    <a:pt x="6" y="110"/>
                    <a:pt x="9" y="104"/>
                  </a:cubicBezTo>
                  <a:cubicBezTo>
                    <a:pt x="12" y="97"/>
                    <a:pt x="14" y="90"/>
                    <a:pt x="19" y="84"/>
                  </a:cubicBezTo>
                  <a:cubicBezTo>
                    <a:pt x="26" y="74"/>
                    <a:pt x="41" y="73"/>
                    <a:pt x="50" y="66"/>
                  </a:cubicBezTo>
                  <a:cubicBezTo>
                    <a:pt x="56" y="62"/>
                    <a:pt x="61" y="57"/>
                    <a:pt x="65" y="51"/>
                  </a:cubicBezTo>
                  <a:cubicBezTo>
                    <a:pt x="68" y="46"/>
                    <a:pt x="68" y="45"/>
                    <a:pt x="73" y="42"/>
                  </a:cubicBezTo>
                  <a:cubicBezTo>
                    <a:pt x="88" y="37"/>
                    <a:pt x="104" y="38"/>
                    <a:pt x="118" y="31"/>
                  </a:cubicBezTo>
                  <a:cubicBezTo>
                    <a:pt x="130" y="24"/>
                    <a:pt x="134" y="11"/>
                    <a:pt x="149" y="15"/>
                  </a:cubicBezTo>
                  <a:cubicBezTo>
                    <a:pt x="167" y="19"/>
                    <a:pt x="184" y="25"/>
                    <a:pt x="201" y="15"/>
                  </a:cubicBezTo>
                  <a:cubicBezTo>
                    <a:pt x="209" y="11"/>
                    <a:pt x="218" y="5"/>
                    <a:pt x="2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571">
              <a:extLst>
                <a:ext uri="{FF2B5EF4-FFF2-40B4-BE49-F238E27FC236}">
                  <a16:creationId xmlns:a16="http://schemas.microsoft.com/office/drawing/2014/main" id="{36DCE9E2-A2CC-45B5-AF70-8956F05DD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3141"/>
              <a:ext cx="61" cy="135"/>
            </a:xfrm>
            <a:custGeom>
              <a:avLst/>
              <a:gdLst>
                <a:gd name="T0" fmla="*/ 286 w 26"/>
                <a:gd name="T1" fmla="*/ 0 h 54"/>
                <a:gd name="T2" fmla="*/ 192 w 26"/>
                <a:gd name="T3" fmla="*/ 563 h 54"/>
                <a:gd name="T4" fmla="*/ 0 w 26"/>
                <a:gd name="T5" fmla="*/ 84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4">
                  <a:moveTo>
                    <a:pt x="22" y="0"/>
                  </a:moveTo>
                  <a:cubicBezTo>
                    <a:pt x="26" y="12"/>
                    <a:pt x="22" y="25"/>
                    <a:pt x="15" y="36"/>
                  </a:cubicBezTo>
                  <a:cubicBezTo>
                    <a:pt x="11" y="42"/>
                    <a:pt x="3" y="47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572">
              <a:extLst>
                <a:ext uri="{FF2B5EF4-FFF2-40B4-BE49-F238E27FC236}">
                  <a16:creationId xmlns:a16="http://schemas.microsoft.com/office/drawing/2014/main" id="{85BCE76A-5AB5-4FAD-91D3-42D243F7A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3209"/>
              <a:ext cx="42" cy="174"/>
            </a:xfrm>
            <a:custGeom>
              <a:avLst/>
              <a:gdLst>
                <a:gd name="T0" fmla="*/ 229 w 18"/>
                <a:gd name="T1" fmla="*/ 0 h 70"/>
                <a:gd name="T2" fmla="*/ 77 w 18"/>
                <a:gd name="T3" fmla="*/ 186 h 70"/>
                <a:gd name="T4" fmla="*/ 28 w 18"/>
                <a:gd name="T5" fmla="*/ 599 h 70"/>
                <a:gd name="T6" fmla="*/ 0 w 18"/>
                <a:gd name="T7" fmla="*/ 107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0">
                  <a:moveTo>
                    <a:pt x="18" y="0"/>
                  </a:moveTo>
                  <a:cubicBezTo>
                    <a:pt x="13" y="4"/>
                    <a:pt x="8" y="5"/>
                    <a:pt x="6" y="12"/>
                  </a:cubicBezTo>
                  <a:cubicBezTo>
                    <a:pt x="2" y="20"/>
                    <a:pt x="3" y="30"/>
                    <a:pt x="2" y="39"/>
                  </a:cubicBezTo>
                  <a:cubicBezTo>
                    <a:pt x="0" y="49"/>
                    <a:pt x="1" y="60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573">
              <a:extLst>
                <a:ext uri="{FF2B5EF4-FFF2-40B4-BE49-F238E27FC236}">
                  <a16:creationId xmlns:a16="http://schemas.microsoft.com/office/drawing/2014/main" id="{29AF8153-AAF1-4177-9E0B-303456EBB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3311"/>
              <a:ext cx="26" cy="117"/>
            </a:xfrm>
            <a:custGeom>
              <a:avLst/>
              <a:gdLst>
                <a:gd name="T0" fmla="*/ 28 w 11"/>
                <a:gd name="T1" fmla="*/ 0 h 47"/>
                <a:gd name="T2" fmla="*/ 0 w 11"/>
                <a:gd name="T3" fmla="*/ 724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7">
                  <a:moveTo>
                    <a:pt x="2" y="0"/>
                  </a:moveTo>
                  <a:cubicBezTo>
                    <a:pt x="11" y="16"/>
                    <a:pt x="4" y="32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574">
              <a:extLst>
                <a:ext uri="{FF2B5EF4-FFF2-40B4-BE49-F238E27FC236}">
                  <a16:creationId xmlns:a16="http://schemas.microsoft.com/office/drawing/2014/main" id="{92682B70-C9F5-4C01-9B47-E3DA0998D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3416"/>
              <a:ext cx="24" cy="142"/>
            </a:xfrm>
            <a:custGeom>
              <a:avLst/>
              <a:gdLst>
                <a:gd name="T0" fmla="*/ 0 w 10"/>
                <a:gd name="T1" fmla="*/ 0 h 57"/>
                <a:gd name="T2" fmla="*/ 98 w 10"/>
                <a:gd name="T3" fmla="*/ 137 h 57"/>
                <a:gd name="T4" fmla="*/ 127 w 10"/>
                <a:gd name="T5" fmla="*/ 446 h 57"/>
                <a:gd name="T6" fmla="*/ 58 w 10"/>
                <a:gd name="T7" fmla="*/ 869 h 57"/>
                <a:gd name="T8" fmla="*/ 70 w 10"/>
                <a:gd name="T9" fmla="*/ 86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7">
                  <a:moveTo>
                    <a:pt x="0" y="0"/>
                  </a:moveTo>
                  <a:cubicBezTo>
                    <a:pt x="2" y="4"/>
                    <a:pt x="6" y="5"/>
                    <a:pt x="7" y="9"/>
                  </a:cubicBezTo>
                  <a:cubicBezTo>
                    <a:pt x="10" y="14"/>
                    <a:pt x="9" y="23"/>
                    <a:pt x="9" y="29"/>
                  </a:cubicBezTo>
                  <a:cubicBezTo>
                    <a:pt x="9" y="39"/>
                    <a:pt x="7" y="47"/>
                    <a:pt x="4" y="56"/>
                  </a:cubicBezTo>
                  <a:cubicBezTo>
                    <a:pt x="4" y="57"/>
                    <a:pt x="5" y="57"/>
                    <a:pt x="5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575">
              <a:extLst>
                <a:ext uri="{FF2B5EF4-FFF2-40B4-BE49-F238E27FC236}">
                  <a16:creationId xmlns:a16="http://schemas.microsoft.com/office/drawing/2014/main" id="{E8B76804-4731-4CF3-B5E3-0E6A6A33C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3678"/>
              <a:ext cx="73" cy="115"/>
            </a:xfrm>
            <a:custGeom>
              <a:avLst/>
              <a:gdLst>
                <a:gd name="T0" fmla="*/ 0 w 31"/>
                <a:gd name="T1" fmla="*/ 0 h 46"/>
                <a:gd name="T2" fmla="*/ 405 w 31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6">
                  <a:moveTo>
                    <a:pt x="0" y="0"/>
                  </a:moveTo>
                  <a:cubicBezTo>
                    <a:pt x="27" y="2"/>
                    <a:pt x="22" y="29"/>
                    <a:pt x="31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576">
              <a:extLst>
                <a:ext uri="{FF2B5EF4-FFF2-40B4-BE49-F238E27FC236}">
                  <a16:creationId xmlns:a16="http://schemas.microsoft.com/office/drawing/2014/main" id="{8698D2B8-42BC-4828-8ED2-8C658C44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014"/>
              <a:ext cx="54" cy="97"/>
            </a:xfrm>
            <a:custGeom>
              <a:avLst/>
              <a:gdLst>
                <a:gd name="T0" fmla="*/ 0 w 23"/>
                <a:gd name="T1" fmla="*/ 587 h 39"/>
                <a:gd name="T2" fmla="*/ 298 w 23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9">
                  <a:moveTo>
                    <a:pt x="0" y="38"/>
                  </a:moveTo>
                  <a:cubicBezTo>
                    <a:pt x="20" y="39"/>
                    <a:pt x="18" y="13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577">
              <a:extLst>
                <a:ext uri="{FF2B5EF4-FFF2-40B4-BE49-F238E27FC236}">
                  <a16:creationId xmlns:a16="http://schemas.microsoft.com/office/drawing/2014/main" id="{816CB124-54D8-4AEC-908B-B6C990CE4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934"/>
              <a:ext cx="94" cy="85"/>
            </a:xfrm>
            <a:custGeom>
              <a:avLst/>
              <a:gdLst>
                <a:gd name="T0" fmla="*/ 0 w 40"/>
                <a:gd name="T1" fmla="*/ 345 h 34"/>
                <a:gd name="T2" fmla="*/ 519 w 40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4">
                  <a:moveTo>
                    <a:pt x="0" y="22"/>
                  </a:moveTo>
                  <a:cubicBezTo>
                    <a:pt x="16" y="34"/>
                    <a:pt x="34" y="13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578">
              <a:extLst>
                <a:ext uri="{FF2B5EF4-FFF2-40B4-BE49-F238E27FC236}">
                  <a16:creationId xmlns:a16="http://schemas.microsoft.com/office/drawing/2014/main" id="{8AF1A691-16E5-4252-AC1F-D88881957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872"/>
              <a:ext cx="122" cy="59"/>
            </a:xfrm>
            <a:custGeom>
              <a:avLst/>
              <a:gdLst>
                <a:gd name="T0" fmla="*/ 12 w 52"/>
                <a:gd name="T1" fmla="*/ 356 h 24"/>
                <a:gd name="T2" fmla="*/ 375 w 52"/>
                <a:gd name="T3" fmla="*/ 30 h 24"/>
                <a:gd name="T4" fmla="*/ 671 w 52"/>
                <a:gd name="T5" fmla="*/ 1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4">
                  <a:moveTo>
                    <a:pt x="1" y="24"/>
                  </a:moveTo>
                  <a:cubicBezTo>
                    <a:pt x="0" y="12"/>
                    <a:pt x="19" y="3"/>
                    <a:pt x="29" y="2"/>
                  </a:cubicBezTo>
                  <a:cubicBezTo>
                    <a:pt x="37" y="1"/>
                    <a:pt x="45" y="0"/>
                    <a:pt x="52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579">
              <a:extLst>
                <a:ext uri="{FF2B5EF4-FFF2-40B4-BE49-F238E27FC236}">
                  <a16:creationId xmlns:a16="http://schemas.microsoft.com/office/drawing/2014/main" id="{47F495AC-08AC-4537-93A5-680647F73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886"/>
              <a:ext cx="112" cy="40"/>
            </a:xfrm>
            <a:custGeom>
              <a:avLst/>
              <a:gdLst>
                <a:gd name="T0" fmla="*/ 0 w 48"/>
                <a:gd name="T1" fmla="*/ 208 h 16"/>
                <a:gd name="T2" fmla="*/ 380 w 48"/>
                <a:gd name="T3" fmla="*/ 158 h 16"/>
                <a:gd name="T4" fmla="*/ 609 w 4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0" y="13"/>
                  </a:moveTo>
                  <a:cubicBezTo>
                    <a:pt x="10" y="15"/>
                    <a:pt x="21" y="16"/>
                    <a:pt x="30" y="10"/>
                  </a:cubicBezTo>
                  <a:cubicBezTo>
                    <a:pt x="35" y="7"/>
                    <a:pt x="44" y="4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Freeform 580">
              <a:extLst>
                <a:ext uri="{FF2B5EF4-FFF2-40B4-BE49-F238E27FC236}">
                  <a16:creationId xmlns:a16="http://schemas.microsoft.com/office/drawing/2014/main" id="{BBFBEC51-1BF2-48F8-871B-E5F0C5DFA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837"/>
              <a:ext cx="136" cy="37"/>
            </a:xfrm>
            <a:custGeom>
              <a:avLst/>
              <a:gdLst>
                <a:gd name="T0" fmla="*/ 0 w 58"/>
                <a:gd name="T1" fmla="*/ 224 h 15"/>
                <a:gd name="T2" fmla="*/ 441 w 58"/>
                <a:gd name="T3" fmla="*/ 30 h 15"/>
                <a:gd name="T4" fmla="*/ 748 w 58"/>
                <a:gd name="T5" fmla="*/ 15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5">
                  <a:moveTo>
                    <a:pt x="0" y="15"/>
                  </a:moveTo>
                  <a:cubicBezTo>
                    <a:pt x="11" y="7"/>
                    <a:pt x="19" y="0"/>
                    <a:pt x="34" y="2"/>
                  </a:cubicBezTo>
                  <a:cubicBezTo>
                    <a:pt x="44" y="3"/>
                    <a:pt x="49" y="7"/>
                    <a:pt x="58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4" name="Freeform 581">
              <a:extLst>
                <a:ext uri="{FF2B5EF4-FFF2-40B4-BE49-F238E27FC236}">
                  <a16:creationId xmlns:a16="http://schemas.microsoft.com/office/drawing/2014/main" id="{2A27EDCF-852B-4599-A1FD-E09E6DC0C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3264"/>
              <a:ext cx="61" cy="109"/>
            </a:xfrm>
            <a:custGeom>
              <a:avLst/>
              <a:gdLst>
                <a:gd name="T0" fmla="*/ 192 w 26"/>
                <a:gd name="T1" fmla="*/ 669 h 44"/>
                <a:gd name="T2" fmla="*/ 336 w 26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4">
                  <a:moveTo>
                    <a:pt x="15" y="44"/>
                  </a:moveTo>
                  <a:cubicBezTo>
                    <a:pt x="0" y="31"/>
                    <a:pt x="18" y="1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582">
              <a:extLst>
                <a:ext uri="{FF2B5EF4-FFF2-40B4-BE49-F238E27FC236}">
                  <a16:creationId xmlns:a16="http://schemas.microsoft.com/office/drawing/2014/main" id="{AB82E93A-FA83-4157-ABD8-B2DA1A0F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3036"/>
              <a:ext cx="78" cy="113"/>
            </a:xfrm>
            <a:custGeom>
              <a:avLst/>
              <a:gdLst>
                <a:gd name="T0" fmla="*/ 0 w 33"/>
                <a:gd name="T1" fmla="*/ 713 h 45"/>
                <a:gd name="T2" fmla="*/ 135 w 33"/>
                <a:gd name="T3" fmla="*/ 208 h 45"/>
                <a:gd name="T4" fmla="*/ 319 w 33"/>
                <a:gd name="T5" fmla="*/ 63 h 45"/>
                <a:gd name="T6" fmla="*/ 435 w 33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5">
                  <a:moveTo>
                    <a:pt x="0" y="45"/>
                  </a:moveTo>
                  <a:cubicBezTo>
                    <a:pt x="0" y="34"/>
                    <a:pt x="3" y="21"/>
                    <a:pt x="10" y="13"/>
                  </a:cubicBezTo>
                  <a:cubicBezTo>
                    <a:pt x="14" y="10"/>
                    <a:pt x="20" y="6"/>
                    <a:pt x="24" y="4"/>
                  </a:cubicBezTo>
                  <a:cubicBezTo>
                    <a:pt x="27" y="2"/>
                    <a:pt x="30" y="2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583">
              <a:extLst>
                <a:ext uri="{FF2B5EF4-FFF2-40B4-BE49-F238E27FC236}">
                  <a16:creationId xmlns:a16="http://schemas.microsoft.com/office/drawing/2014/main" id="{4DC441BF-ABAE-42ED-AA8B-724AD795F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3790"/>
              <a:ext cx="583" cy="203"/>
            </a:xfrm>
            <a:custGeom>
              <a:avLst/>
              <a:gdLst>
                <a:gd name="T0" fmla="*/ 0 w 249"/>
                <a:gd name="T1" fmla="*/ 459 h 81"/>
                <a:gd name="T2" fmla="*/ 77 w 249"/>
                <a:gd name="T3" fmla="*/ 534 h 81"/>
                <a:gd name="T4" fmla="*/ 258 w 249"/>
                <a:gd name="T5" fmla="*/ 659 h 81"/>
                <a:gd name="T6" fmla="*/ 564 w 249"/>
                <a:gd name="T7" fmla="*/ 742 h 81"/>
                <a:gd name="T8" fmla="*/ 812 w 249"/>
                <a:gd name="T9" fmla="*/ 1025 h 81"/>
                <a:gd name="T10" fmla="*/ 1475 w 249"/>
                <a:gd name="T11" fmla="*/ 1038 h 81"/>
                <a:gd name="T12" fmla="*/ 2002 w 249"/>
                <a:gd name="T13" fmla="*/ 1130 h 81"/>
                <a:gd name="T14" fmla="*/ 2517 w 249"/>
                <a:gd name="T15" fmla="*/ 880 h 81"/>
                <a:gd name="T16" fmla="*/ 3041 w 249"/>
                <a:gd name="T17" fmla="*/ 784 h 81"/>
                <a:gd name="T18" fmla="*/ 3184 w 249"/>
                <a:gd name="T19" fmla="*/ 283 h 81"/>
                <a:gd name="T20" fmla="*/ 3184 w 249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9" h="81">
                  <a:moveTo>
                    <a:pt x="0" y="29"/>
                  </a:moveTo>
                  <a:cubicBezTo>
                    <a:pt x="5" y="29"/>
                    <a:pt x="4" y="32"/>
                    <a:pt x="6" y="34"/>
                  </a:cubicBezTo>
                  <a:cubicBezTo>
                    <a:pt x="10" y="40"/>
                    <a:pt x="14" y="41"/>
                    <a:pt x="20" y="42"/>
                  </a:cubicBezTo>
                  <a:cubicBezTo>
                    <a:pt x="28" y="44"/>
                    <a:pt x="36" y="44"/>
                    <a:pt x="44" y="47"/>
                  </a:cubicBezTo>
                  <a:cubicBezTo>
                    <a:pt x="52" y="51"/>
                    <a:pt x="57" y="58"/>
                    <a:pt x="63" y="65"/>
                  </a:cubicBezTo>
                  <a:cubicBezTo>
                    <a:pt x="80" y="81"/>
                    <a:pt x="95" y="71"/>
                    <a:pt x="115" y="66"/>
                  </a:cubicBezTo>
                  <a:cubicBezTo>
                    <a:pt x="131" y="63"/>
                    <a:pt x="142" y="72"/>
                    <a:pt x="156" y="72"/>
                  </a:cubicBezTo>
                  <a:cubicBezTo>
                    <a:pt x="173" y="72"/>
                    <a:pt x="182" y="62"/>
                    <a:pt x="196" y="56"/>
                  </a:cubicBezTo>
                  <a:cubicBezTo>
                    <a:pt x="209" y="50"/>
                    <a:pt x="224" y="55"/>
                    <a:pt x="237" y="50"/>
                  </a:cubicBezTo>
                  <a:cubicBezTo>
                    <a:pt x="249" y="44"/>
                    <a:pt x="247" y="30"/>
                    <a:pt x="248" y="18"/>
                  </a:cubicBezTo>
                  <a:cubicBezTo>
                    <a:pt x="249" y="13"/>
                    <a:pt x="246" y="4"/>
                    <a:pt x="24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584">
              <a:extLst>
                <a:ext uri="{FF2B5EF4-FFF2-40B4-BE49-F238E27FC236}">
                  <a16:creationId xmlns:a16="http://schemas.microsoft.com/office/drawing/2014/main" id="{692EABFC-DAAF-4A9A-BA53-7B340BE24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3858"/>
              <a:ext cx="96" cy="45"/>
            </a:xfrm>
            <a:custGeom>
              <a:avLst/>
              <a:gdLst>
                <a:gd name="T0" fmla="*/ 0 w 41"/>
                <a:gd name="T1" fmla="*/ 0 h 18"/>
                <a:gd name="T2" fmla="*/ 347 w 41"/>
                <a:gd name="T3" fmla="*/ 50 h 18"/>
                <a:gd name="T4" fmla="*/ 527 w 41"/>
                <a:gd name="T5" fmla="*/ 2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0" y="0"/>
                  </a:moveTo>
                  <a:cubicBezTo>
                    <a:pt x="8" y="3"/>
                    <a:pt x="18" y="0"/>
                    <a:pt x="27" y="3"/>
                  </a:cubicBezTo>
                  <a:cubicBezTo>
                    <a:pt x="32" y="6"/>
                    <a:pt x="40" y="12"/>
                    <a:pt x="41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585">
              <a:extLst>
                <a:ext uri="{FF2B5EF4-FFF2-40B4-BE49-F238E27FC236}">
                  <a16:creationId xmlns:a16="http://schemas.microsoft.com/office/drawing/2014/main" id="{E447248E-B7CA-49CA-9A65-4468AEC68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3913"/>
              <a:ext cx="131" cy="42"/>
            </a:xfrm>
            <a:custGeom>
              <a:avLst/>
              <a:gdLst>
                <a:gd name="T0" fmla="*/ 0 w 56"/>
                <a:gd name="T1" fmla="*/ 74 h 17"/>
                <a:gd name="T2" fmla="*/ 575 w 56"/>
                <a:gd name="T3" fmla="*/ 104 h 17"/>
                <a:gd name="T4" fmla="*/ 716 w 56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0" y="5"/>
                  </a:moveTo>
                  <a:cubicBezTo>
                    <a:pt x="12" y="3"/>
                    <a:pt x="34" y="0"/>
                    <a:pt x="45" y="7"/>
                  </a:cubicBezTo>
                  <a:cubicBezTo>
                    <a:pt x="48" y="9"/>
                    <a:pt x="53" y="17"/>
                    <a:pt x="56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586">
              <a:extLst>
                <a:ext uri="{FF2B5EF4-FFF2-40B4-BE49-F238E27FC236}">
                  <a16:creationId xmlns:a16="http://schemas.microsoft.com/office/drawing/2014/main" id="{35355CEC-90C5-4847-B9D8-6D1707F0B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3696"/>
              <a:ext cx="44" cy="107"/>
            </a:xfrm>
            <a:custGeom>
              <a:avLst/>
              <a:gdLst>
                <a:gd name="T0" fmla="*/ 12 w 19"/>
                <a:gd name="T1" fmla="*/ 0 h 43"/>
                <a:gd name="T2" fmla="*/ 74 w 19"/>
                <a:gd name="T3" fmla="*/ 383 h 43"/>
                <a:gd name="T4" fmla="*/ 236 w 19"/>
                <a:gd name="T5" fmla="*/ 66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3">
                  <a:moveTo>
                    <a:pt x="1" y="0"/>
                  </a:moveTo>
                  <a:cubicBezTo>
                    <a:pt x="2" y="10"/>
                    <a:pt x="0" y="16"/>
                    <a:pt x="6" y="25"/>
                  </a:cubicBezTo>
                  <a:cubicBezTo>
                    <a:pt x="9" y="32"/>
                    <a:pt x="13" y="38"/>
                    <a:pt x="19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587">
              <a:extLst>
                <a:ext uri="{FF2B5EF4-FFF2-40B4-BE49-F238E27FC236}">
                  <a16:creationId xmlns:a16="http://schemas.microsoft.com/office/drawing/2014/main" id="{22D6ACC4-B6AB-429D-BD38-E786BF035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3783"/>
              <a:ext cx="218" cy="220"/>
            </a:xfrm>
            <a:custGeom>
              <a:avLst/>
              <a:gdLst>
                <a:gd name="T0" fmla="*/ 0 w 93"/>
                <a:gd name="T1" fmla="*/ 0 h 88"/>
                <a:gd name="T2" fmla="*/ 258 w 93"/>
                <a:gd name="T3" fmla="*/ 395 h 88"/>
                <a:gd name="T4" fmla="*/ 413 w 93"/>
                <a:gd name="T5" fmla="*/ 425 h 88"/>
                <a:gd name="T6" fmla="*/ 516 w 93"/>
                <a:gd name="T7" fmla="*/ 645 h 88"/>
                <a:gd name="T8" fmla="*/ 605 w 93"/>
                <a:gd name="T9" fmla="*/ 925 h 88"/>
                <a:gd name="T10" fmla="*/ 912 w 93"/>
                <a:gd name="T11" fmla="*/ 1083 h 88"/>
                <a:gd name="T12" fmla="*/ 1111 w 93"/>
                <a:gd name="T13" fmla="*/ 1208 h 88"/>
                <a:gd name="T14" fmla="*/ 1170 w 93"/>
                <a:gd name="T15" fmla="*/ 1300 h 88"/>
                <a:gd name="T16" fmla="*/ 1198 w 93"/>
                <a:gd name="T17" fmla="*/ 1333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88">
                  <a:moveTo>
                    <a:pt x="0" y="0"/>
                  </a:moveTo>
                  <a:cubicBezTo>
                    <a:pt x="4" y="13"/>
                    <a:pt x="6" y="22"/>
                    <a:pt x="20" y="25"/>
                  </a:cubicBezTo>
                  <a:cubicBezTo>
                    <a:pt x="23" y="26"/>
                    <a:pt x="30" y="26"/>
                    <a:pt x="32" y="27"/>
                  </a:cubicBezTo>
                  <a:cubicBezTo>
                    <a:pt x="36" y="29"/>
                    <a:pt x="38" y="37"/>
                    <a:pt x="40" y="41"/>
                  </a:cubicBezTo>
                  <a:cubicBezTo>
                    <a:pt x="42" y="47"/>
                    <a:pt x="43" y="54"/>
                    <a:pt x="47" y="59"/>
                  </a:cubicBezTo>
                  <a:cubicBezTo>
                    <a:pt x="53" y="66"/>
                    <a:pt x="63" y="67"/>
                    <a:pt x="71" y="69"/>
                  </a:cubicBezTo>
                  <a:cubicBezTo>
                    <a:pt x="77" y="71"/>
                    <a:pt x="82" y="73"/>
                    <a:pt x="86" y="77"/>
                  </a:cubicBezTo>
                  <a:cubicBezTo>
                    <a:pt x="88" y="79"/>
                    <a:pt x="90" y="81"/>
                    <a:pt x="91" y="83"/>
                  </a:cubicBezTo>
                  <a:cubicBezTo>
                    <a:pt x="92" y="84"/>
                    <a:pt x="93" y="88"/>
                    <a:pt x="93" y="8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588">
              <a:extLst>
                <a:ext uri="{FF2B5EF4-FFF2-40B4-BE49-F238E27FC236}">
                  <a16:creationId xmlns:a16="http://schemas.microsoft.com/office/drawing/2014/main" id="{2FF3B656-3660-412C-BB0C-6BAE2F3D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3893"/>
              <a:ext cx="112" cy="72"/>
            </a:xfrm>
            <a:custGeom>
              <a:avLst/>
              <a:gdLst>
                <a:gd name="T0" fmla="*/ 0 w 48"/>
                <a:gd name="T1" fmla="*/ 0 h 29"/>
                <a:gd name="T2" fmla="*/ 306 w 48"/>
                <a:gd name="T3" fmla="*/ 412 h 29"/>
                <a:gd name="T4" fmla="*/ 609 w 48"/>
                <a:gd name="T5" fmla="*/ 44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9">
                  <a:moveTo>
                    <a:pt x="0" y="0"/>
                  </a:moveTo>
                  <a:cubicBezTo>
                    <a:pt x="9" y="10"/>
                    <a:pt x="9" y="24"/>
                    <a:pt x="24" y="27"/>
                  </a:cubicBezTo>
                  <a:cubicBezTo>
                    <a:pt x="32" y="29"/>
                    <a:pt x="41" y="26"/>
                    <a:pt x="48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589">
              <a:extLst>
                <a:ext uri="{FF2B5EF4-FFF2-40B4-BE49-F238E27FC236}">
                  <a16:creationId xmlns:a16="http://schemas.microsoft.com/office/drawing/2014/main" id="{CF88759A-AA2A-4549-9DEC-4ADBB133B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3845"/>
              <a:ext cx="73" cy="90"/>
            </a:xfrm>
            <a:custGeom>
              <a:avLst/>
              <a:gdLst>
                <a:gd name="T0" fmla="*/ 0 w 31"/>
                <a:gd name="T1" fmla="*/ 0 h 36"/>
                <a:gd name="T2" fmla="*/ 210 w 31"/>
                <a:gd name="T3" fmla="*/ 395 h 36"/>
                <a:gd name="T4" fmla="*/ 405 w 31"/>
                <a:gd name="T5" fmla="*/ 56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0" y="0"/>
                  </a:moveTo>
                  <a:cubicBezTo>
                    <a:pt x="2" y="12"/>
                    <a:pt x="8" y="17"/>
                    <a:pt x="16" y="25"/>
                  </a:cubicBezTo>
                  <a:cubicBezTo>
                    <a:pt x="20" y="29"/>
                    <a:pt x="26" y="35"/>
                    <a:pt x="31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590">
              <a:extLst>
                <a:ext uri="{FF2B5EF4-FFF2-40B4-BE49-F238E27FC236}">
                  <a16:creationId xmlns:a16="http://schemas.microsoft.com/office/drawing/2014/main" id="{847A30C1-88AE-449D-BA30-DB562195E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3918"/>
              <a:ext cx="159" cy="35"/>
            </a:xfrm>
            <a:custGeom>
              <a:avLst/>
              <a:gdLst>
                <a:gd name="T0" fmla="*/ 0 w 68"/>
                <a:gd name="T1" fmla="*/ 220 h 14"/>
                <a:gd name="T2" fmla="*/ 514 w 68"/>
                <a:gd name="T3" fmla="*/ 20 h 14"/>
                <a:gd name="T4" fmla="*/ 858 w 68"/>
                <a:gd name="T5" fmla="*/ 95 h 14"/>
                <a:gd name="T6" fmla="*/ 858 w 68"/>
                <a:gd name="T7" fmla="*/ 8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4">
                  <a:moveTo>
                    <a:pt x="0" y="14"/>
                  </a:moveTo>
                  <a:cubicBezTo>
                    <a:pt x="14" y="12"/>
                    <a:pt x="25" y="0"/>
                    <a:pt x="40" y="1"/>
                  </a:cubicBezTo>
                  <a:cubicBezTo>
                    <a:pt x="49" y="2"/>
                    <a:pt x="58" y="5"/>
                    <a:pt x="67" y="6"/>
                  </a:cubicBezTo>
                  <a:cubicBezTo>
                    <a:pt x="68" y="6"/>
                    <a:pt x="68" y="6"/>
                    <a:pt x="67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591">
              <a:extLst>
                <a:ext uri="{FF2B5EF4-FFF2-40B4-BE49-F238E27FC236}">
                  <a16:creationId xmlns:a16="http://schemas.microsoft.com/office/drawing/2014/main" id="{4B407D73-907E-4F60-94C3-C4870CD19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3795"/>
              <a:ext cx="86" cy="125"/>
            </a:xfrm>
            <a:custGeom>
              <a:avLst/>
              <a:gdLst>
                <a:gd name="T0" fmla="*/ 0 w 37"/>
                <a:gd name="T1" fmla="*/ 783 h 50"/>
                <a:gd name="T2" fmla="*/ 216 w 37"/>
                <a:gd name="T3" fmla="*/ 688 h 50"/>
                <a:gd name="T4" fmla="*/ 314 w 37"/>
                <a:gd name="T5" fmla="*/ 425 h 50"/>
                <a:gd name="T6" fmla="*/ 437 w 37"/>
                <a:gd name="T7" fmla="*/ 220 h 50"/>
                <a:gd name="T8" fmla="*/ 437 w 3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0">
                  <a:moveTo>
                    <a:pt x="0" y="50"/>
                  </a:moveTo>
                  <a:cubicBezTo>
                    <a:pt x="6" y="48"/>
                    <a:pt x="13" y="49"/>
                    <a:pt x="17" y="44"/>
                  </a:cubicBezTo>
                  <a:cubicBezTo>
                    <a:pt x="21" y="39"/>
                    <a:pt x="21" y="32"/>
                    <a:pt x="25" y="27"/>
                  </a:cubicBezTo>
                  <a:cubicBezTo>
                    <a:pt x="28" y="22"/>
                    <a:pt x="33" y="20"/>
                    <a:pt x="35" y="14"/>
                  </a:cubicBezTo>
                  <a:cubicBezTo>
                    <a:pt x="36" y="10"/>
                    <a:pt x="37" y="1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592">
              <a:extLst>
                <a:ext uri="{FF2B5EF4-FFF2-40B4-BE49-F238E27FC236}">
                  <a16:creationId xmlns:a16="http://schemas.microsoft.com/office/drawing/2014/main" id="{693FBC9D-54A9-4048-A361-24663EEF0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3875"/>
              <a:ext cx="138" cy="50"/>
            </a:xfrm>
            <a:custGeom>
              <a:avLst/>
              <a:gdLst>
                <a:gd name="T0" fmla="*/ 0 w 59"/>
                <a:gd name="T1" fmla="*/ 313 h 20"/>
                <a:gd name="T2" fmla="*/ 755 w 5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20">
                  <a:moveTo>
                    <a:pt x="0" y="20"/>
                  </a:moveTo>
                  <a:cubicBezTo>
                    <a:pt x="9" y="1"/>
                    <a:pt x="42" y="0"/>
                    <a:pt x="5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6" name="Freeform 593">
              <a:extLst>
                <a:ext uri="{FF2B5EF4-FFF2-40B4-BE49-F238E27FC236}">
                  <a16:creationId xmlns:a16="http://schemas.microsoft.com/office/drawing/2014/main" id="{18EF9727-0F4E-4BD8-9FBD-169B1ADF5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3965"/>
              <a:ext cx="113" cy="30"/>
            </a:xfrm>
            <a:custGeom>
              <a:avLst/>
              <a:gdLst>
                <a:gd name="T0" fmla="*/ 0 w 48"/>
                <a:gd name="T1" fmla="*/ 63 h 12"/>
                <a:gd name="T2" fmla="*/ 405 w 48"/>
                <a:gd name="T3" fmla="*/ 145 h 12"/>
                <a:gd name="T4" fmla="*/ 626 w 48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">
                  <a:moveTo>
                    <a:pt x="0" y="4"/>
                  </a:moveTo>
                  <a:cubicBezTo>
                    <a:pt x="9" y="11"/>
                    <a:pt x="21" y="12"/>
                    <a:pt x="31" y="9"/>
                  </a:cubicBezTo>
                  <a:cubicBezTo>
                    <a:pt x="34" y="8"/>
                    <a:pt x="47" y="0"/>
                    <a:pt x="48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594">
              <a:extLst>
                <a:ext uri="{FF2B5EF4-FFF2-40B4-BE49-F238E27FC236}">
                  <a16:creationId xmlns:a16="http://schemas.microsoft.com/office/drawing/2014/main" id="{C42B739B-A98D-4CB3-9C36-881E0B123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3975"/>
              <a:ext cx="182" cy="55"/>
            </a:xfrm>
            <a:custGeom>
              <a:avLst/>
              <a:gdLst>
                <a:gd name="T0" fmla="*/ 0 w 78"/>
                <a:gd name="T1" fmla="*/ 175 h 22"/>
                <a:gd name="T2" fmla="*/ 343 w 78"/>
                <a:gd name="T3" fmla="*/ 50 h 22"/>
                <a:gd name="T4" fmla="*/ 600 w 78"/>
                <a:gd name="T5" fmla="*/ 33 h 22"/>
                <a:gd name="T6" fmla="*/ 992 w 78"/>
                <a:gd name="T7" fmla="*/ 3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2">
                  <a:moveTo>
                    <a:pt x="0" y="11"/>
                  </a:moveTo>
                  <a:cubicBezTo>
                    <a:pt x="6" y="4"/>
                    <a:pt x="18" y="5"/>
                    <a:pt x="27" y="3"/>
                  </a:cubicBezTo>
                  <a:cubicBezTo>
                    <a:pt x="35" y="1"/>
                    <a:pt x="40" y="0"/>
                    <a:pt x="47" y="2"/>
                  </a:cubicBezTo>
                  <a:cubicBezTo>
                    <a:pt x="57" y="6"/>
                    <a:pt x="74" y="16"/>
                    <a:pt x="78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595">
              <a:extLst>
                <a:ext uri="{FF2B5EF4-FFF2-40B4-BE49-F238E27FC236}">
                  <a16:creationId xmlns:a16="http://schemas.microsoft.com/office/drawing/2014/main" id="{B29B7B36-74F7-4BC6-BF6A-F46B8D6EF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3985"/>
              <a:ext cx="136" cy="30"/>
            </a:xfrm>
            <a:custGeom>
              <a:avLst/>
              <a:gdLst>
                <a:gd name="T0" fmla="*/ 0 w 58"/>
                <a:gd name="T1" fmla="*/ 0 h 12"/>
                <a:gd name="T2" fmla="*/ 385 w 58"/>
                <a:gd name="T3" fmla="*/ 83 h 12"/>
                <a:gd name="T4" fmla="*/ 659 w 58"/>
                <a:gd name="T5" fmla="*/ 95 h 12"/>
                <a:gd name="T6" fmla="*/ 748 w 58"/>
                <a:gd name="T7" fmla="*/ 14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6" y="12"/>
                    <a:pt x="19" y="7"/>
                    <a:pt x="30" y="5"/>
                  </a:cubicBezTo>
                  <a:cubicBezTo>
                    <a:pt x="37" y="4"/>
                    <a:pt x="44" y="3"/>
                    <a:pt x="51" y="6"/>
                  </a:cubicBezTo>
                  <a:cubicBezTo>
                    <a:pt x="53" y="7"/>
                    <a:pt x="56" y="9"/>
                    <a:pt x="58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596">
              <a:extLst>
                <a:ext uri="{FF2B5EF4-FFF2-40B4-BE49-F238E27FC236}">
                  <a16:creationId xmlns:a16="http://schemas.microsoft.com/office/drawing/2014/main" id="{CA8187AE-F6AD-49C8-9220-7AA478D2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925"/>
              <a:ext cx="105" cy="68"/>
            </a:xfrm>
            <a:custGeom>
              <a:avLst/>
              <a:gdLst>
                <a:gd name="T0" fmla="*/ 0 w 45"/>
                <a:gd name="T1" fmla="*/ 413 h 27"/>
                <a:gd name="T2" fmla="*/ 142 w 45"/>
                <a:gd name="T3" fmla="*/ 368 h 27"/>
                <a:gd name="T4" fmla="*/ 371 w 45"/>
                <a:gd name="T5" fmla="*/ 285 h 27"/>
                <a:gd name="T6" fmla="*/ 572 w 45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7">
                  <a:moveTo>
                    <a:pt x="0" y="26"/>
                  </a:moveTo>
                  <a:cubicBezTo>
                    <a:pt x="4" y="27"/>
                    <a:pt x="7" y="24"/>
                    <a:pt x="11" y="23"/>
                  </a:cubicBezTo>
                  <a:cubicBezTo>
                    <a:pt x="17" y="20"/>
                    <a:pt x="23" y="20"/>
                    <a:pt x="29" y="18"/>
                  </a:cubicBezTo>
                  <a:cubicBezTo>
                    <a:pt x="38" y="14"/>
                    <a:pt x="38" y="3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597">
              <a:extLst>
                <a:ext uri="{FF2B5EF4-FFF2-40B4-BE49-F238E27FC236}">
                  <a16:creationId xmlns:a16="http://schemas.microsoft.com/office/drawing/2014/main" id="{72BE407D-D7FC-4C43-BA4F-449675DD5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884"/>
              <a:ext cx="298" cy="132"/>
            </a:xfrm>
            <a:custGeom>
              <a:avLst/>
              <a:gdLst>
                <a:gd name="T0" fmla="*/ 0 w 127"/>
                <a:gd name="T1" fmla="*/ 0 h 53"/>
                <a:gd name="T2" fmla="*/ 645 w 127"/>
                <a:gd name="T3" fmla="*/ 62 h 53"/>
                <a:gd name="T4" fmla="*/ 903 w 127"/>
                <a:gd name="T5" fmla="*/ 229 h 53"/>
                <a:gd name="T6" fmla="*/ 1161 w 127"/>
                <a:gd name="T7" fmla="*/ 279 h 53"/>
                <a:gd name="T8" fmla="*/ 1537 w 127"/>
                <a:gd name="T9" fmla="*/ 590 h 53"/>
                <a:gd name="T10" fmla="*/ 1631 w 127"/>
                <a:gd name="T11" fmla="*/ 712 h 53"/>
                <a:gd name="T12" fmla="*/ 1640 w 127"/>
                <a:gd name="T13" fmla="*/ 81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53">
                  <a:moveTo>
                    <a:pt x="0" y="0"/>
                  </a:moveTo>
                  <a:cubicBezTo>
                    <a:pt x="15" y="11"/>
                    <a:pt x="34" y="0"/>
                    <a:pt x="50" y="4"/>
                  </a:cubicBezTo>
                  <a:cubicBezTo>
                    <a:pt x="59" y="6"/>
                    <a:pt x="63" y="11"/>
                    <a:pt x="70" y="15"/>
                  </a:cubicBezTo>
                  <a:cubicBezTo>
                    <a:pt x="77" y="19"/>
                    <a:pt x="82" y="18"/>
                    <a:pt x="90" y="18"/>
                  </a:cubicBezTo>
                  <a:cubicBezTo>
                    <a:pt x="104" y="18"/>
                    <a:pt x="111" y="27"/>
                    <a:pt x="119" y="38"/>
                  </a:cubicBezTo>
                  <a:cubicBezTo>
                    <a:pt x="121" y="40"/>
                    <a:pt x="124" y="43"/>
                    <a:pt x="126" y="46"/>
                  </a:cubicBezTo>
                  <a:cubicBezTo>
                    <a:pt x="127" y="48"/>
                    <a:pt x="127" y="53"/>
                    <a:pt x="127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598">
              <a:extLst>
                <a:ext uri="{FF2B5EF4-FFF2-40B4-BE49-F238E27FC236}">
                  <a16:creationId xmlns:a16="http://schemas.microsoft.com/office/drawing/2014/main" id="{78892D46-F439-4F55-8B98-D1A79279B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896"/>
              <a:ext cx="112" cy="30"/>
            </a:xfrm>
            <a:custGeom>
              <a:avLst/>
              <a:gdLst>
                <a:gd name="T0" fmla="*/ 0 w 48"/>
                <a:gd name="T1" fmla="*/ 83 h 12"/>
                <a:gd name="T2" fmla="*/ 380 w 48"/>
                <a:gd name="T3" fmla="*/ 145 h 12"/>
                <a:gd name="T4" fmla="*/ 609 w 4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">
                  <a:moveTo>
                    <a:pt x="0" y="5"/>
                  </a:moveTo>
                  <a:cubicBezTo>
                    <a:pt x="10" y="10"/>
                    <a:pt x="18" y="12"/>
                    <a:pt x="30" y="9"/>
                  </a:cubicBezTo>
                  <a:cubicBezTo>
                    <a:pt x="36" y="6"/>
                    <a:pt x="42" y="2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599">
              <a:extLst>
                <a:ext uri="{FF2B5EF4-FFF2-40B4-BE49-F238E27FC236}">
                  <a16:creationId xmlns:a16="http://schemas.microsoft.com/office/drawing/2014/main" id="{675586D4-4D39-4C66-84C5-A13E25A33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852"/>
              <a:ext cx="70" cy="42"/>
            </a:xfrm>
            <a:custGeom>
              <a:avLst/>
              <a:gdLst>
                <a:gd name="T0" fmla="*/ 0 w 30"/>
                <a:gd name="T1" fmla="*/ 0 h 17"/>
                <a:gd name="T2" fmla="*/ 240 w 30"/>
                <a:gd name="T3" fmla="*/ 121 h 17"/>
                <a:gd name="T4" fmla="*/ 380 w 30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0" y="0"/>
                  </a:moveTo>
                  <a:cubicBezTo>
                    <a:pt x="7" y="2"/>
                    <a:pt x="14" y="3"/>
                    <a:pt x="19" y="8"/>
                  </a:cubicBezTo>
                  <a:cubicBezTo>
                    <a:pt x="23" y="11"/>
                    <a:pt x="25" y="15"/>
                    <a:pt x="30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600">
              <a:extLst>
                <a:ext uri="{FF2B5EF4-FFF2-40B4-BE49-F238E27FC236}">
                  <a16:creationId xmlns:a16="http://schemas.microsoft.com/office/drawing/2014/main" id="{72CF7927-1B8F-4EE3-BE04-D54ED0F5C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869"/>
              <a:ext cx="117" cy="67"/>
            </a:xfrm>
            <a:custGeom>
              <a:avLst/>
              <a:gdLst>
                <a:gd name="T0" fmla="*/ 0 w 50"/>
                <a:gd name="T1" fmla="*/ 124 h 27"/>
                <a:gd name="T2" fmla="*/ 449 w 50"/>
                <a:gd name="T3" fmla="*/ 136 h 27"/>
                <a:gd name="T4" fmla="*/ 629 w 50"/>
                <a:gd name="T5" fmla="*/ 4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7">
                  <a:moveTo>
                    <a:pt x="0" y="8"/>
                  </a:moveTo>
                  <a:cubicBezTo>
                    <a:pt x="12" y="6"/>
                    <a:pt x="26" y="0"/>
                    <a:pt x="35" y="9"/>
                  </a:cubicBezTo>
                  <a:cubicBezTo>
                    <a:pt x="39" y="12"/>
                    <a:pt x="50" y="22"/>
                    <a:pt x="49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601">
              <a:extLst>
                <a:ext uri="{FF2B5EF4-FFF2-40B4-BE49-F238E27FC236}">
                  <a16:creationId xmlns:a16="http://schemas.microsoft.com/office/drawing/2014/main" id="{7082AD6F-E847-4AEA-9951-375B5CED7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911"/>
              <a:ext cx="283" cy="260"/>
            </a:xfrm>
            <a:custGeom>
              <a:avLst/>
              <a:gdLst>
                <a:gd name="T0" fmla="*/ 0 w 121"/>
                <a:gd name="T1" fmla="*/ 0 h 104"/>
                <a:gd name="T2" fmla="*/ 229 w 121"/>
                <a:gd name="T3" fmla="*/ 145 h 104"/>
                <a:gd name="T4" fmla="*/ 475 w 121"/>
                <a:gd name="T5" fmla="*/ 363 h 104"/>
                <a:gd name="T6" fmla="*/ 690 w 121"/>
                <a:gd name="T7" fmla="*/ 458 h 104"/>
                <a:gd name="T8" fmla="*/ 716 w 121"/>
                <a:gd name="T9" fmla="*/ 613 h 104"/>
                <a:gd name="T10" fmla="*/ 821 w 121"/>
                <a:gd name="T11" fmla="*/ 750 h 104"/>
                <a:gd name="T12" fmla="*/ 1050 w 121"/>
                <a:gd name="T13" fmla="*/ 925 h 104"/>
                <a:gd name="T14" fmla="*/ 1111 w 121"/>
                <a:gd name="T15" fmla="*/ 1250 h 104"/>
                <a:gd name="T16" fmla="*/ 1548 w 121"/>
                <a:gd name="T17" fmla="*/ 1625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104">
                  <a:moveTo>
                    <a:pt x="0" y="0"/>
                  </a:moveTo>
                  <a:cubicBezTo>
                    <a:pt x="5" y="4"/>
                    <a:pt x="12" y="4"/>
                    <a:pt x="18" y="9"/>
                  </a:cubicBezTo>
                  <a:cubicBezTo>
                    <a:pt x="25" y="14"/>
                    <a:pt x="28" y="20"/>
                    <a:pt x="37" y="23"/>
                  </a:cubicBezTo>
                  <a:cubicBezTo>
                    <a:pt x="43" y="25"/>
                    <a:pt x="50" y="23"/>
                    <a:pt x="54" y="29"/>
                  </a:cubicBezTo>
                  <a:cubicBezTo>
                    <a:pt x="55" y="32"/>
                    <a:pt x="54" y="36"/>
                    <a:pt x="56" y="39"/>
                  </a:cubicBezTo>
                  <a:cubicBezTo>
                    <a:pt x="58" y="43"/>
                    <a:pt x="61" y="45"/>
                    <a:pt x="64" y="48"/>
                  </a:cubicBezTo>
                  <a:cubicBezTo>
                    <a:pt x="69" y="52"/>
                    <a:pt x="77" y="54"/>
                    <a:pt x="82" y="59"/>
                  </a:cubicBezTo>
                  <a:cubicBezTo>
                    <a:pt x="87" y="64"/>
                    <a:pt x="85" y="74"/>
                    <a:pt x="87" y="80"/>
                  </a:cubicBezTo>
                  <a:cubicBezTo>
                    <a:pt x="93" y="99"/>
                    <a:pt x="108" y="97"/>
                    <a:pt x="121" y="10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602">
              <a:extLst>
                <a:ext uri="{FF2B5EF4-FFF2-40B4-BE49-F238E27FC236}">
                  <a16:creationId xmlns:a16="http://schemas.microsoft.com/office/drawing/2014/main" id="{42C6E9BD-D374-4B3E-9488-CAB062919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961"/>
              <a:ext cx="138" cy="170"/>
            </a:xfrm>
            <a:custGeom>
              <a:avLst/>
              <a:gdLst>
                <a:gd name="T0" fmla="*/ 0 w 59"/>
                <a:gd name="T1" fmla="*/ 0 h 68"/>
                <a:gd name="T2" fmla="*/ 241 w 59"/>
                <a:gd name="T3" fmla="*/ 345 h 68"/>
                <a:gd name="T4" fmla="*/ 437 w 59"/>
                <a:gd name="T5" fmla="*/ 550 h 68"/>
                <a:gd name="T6" fmla="*/ 755 w 59"/>
                <a:gd name="T7" fmla="*/ 106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68">
                  <a:moveTo>
                    <a:pt x="0" y="0"/>
                  </a:moveTo>
                  <a:cubicBezTo>
                    <a:pt x="0" y="10"/>
                    <a:pt x="11" y="19"/>
                    <a:pt x="19" y="22"/>
                  </a:cubicBezTo>
                  <a:cubicBezTo>
                    <a:pt x="28" y="25"/>
                    <a:pt x="30" y="25"/>
                    <a:pt x="34" y="35"/>
                  </a:cubicBezTo>
                  <a:cubicBezTo>
                    <a:pt x="39" y="49"/>
                    <a:pt x="51" y="56"/>
                    <a:pt x="59" y="6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603">
              <a:extLst>
                <a:ext uri="{FF2B5EF4-FFF2-40B4-BE49-F238E27FC236}">
                  <a16:creationId xmlns:a16="http://schemas.microsoft.com/office/drawing/2014/main" id="{67068F6F-B6F2-460F-8EAD-C43CEF20D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3149"/>
              <a:ext cx="73" cy="417"/>
            </a:xfrm>
            <a:custGeom>
              <a:avLst/>
              <a:gdLst>
                <a:gd name="T0" fmla="*/ 106 w 31"/>
                <a:gd name="T1" fmla="*/ 0 h 167"/>
                <a:gd name="T2" fmla="*/ 287 w 31"/>
                <a:gd name="T3" fmla="*/ 624 h 167"/>
                <a:gd name="T4" fmla="*/ 184 w 31"/>
                <a:gd name="T5" fmla="*/ 1104 h 167"/>
                <a:gd name="T6" fmla="*/ 365 w 31"/>
                <a:gd name="T7" fmla="*/ 1478 h 167"/>
                <a:gd name="T8" fmla="*/ 184 w 31"/>
                <a:gd name="T9" fmla="*/ 2162 h 167"/>
                <a:gd name="T10" fmla="*/ 144 w 31"/>
                <a:gd name="T11" fmla="*/ 2475 h 167"/>
                <a:gd name="T12" fmla="*/ 0 w 31"/>
                <a:gd name="T13" fmla="*/ 2599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67">
                  <a:moveTo>
                    <a:pt x="8" y="0"/>
                  </a:moveTo>
                  <a:cubicBezTo>
                    <a:pt x="9" y="15"/>
                    <a:pt x="26" y="23"/>
                    <a:pt x="22" y="40"/>
                  </a:cubicBezTo>
                  <a:cubicBezTo>
                    <a:pt x="19" y="50"/>
                    <a:pt x="12" y="60"/>
                    <a:pt x="14" y="71"/>
                  </a:cubicBezTo>
                  <a:cubicBezTo>
                    <a:pt x="17" y="80"/>
                    <a:pt x="26" y="85"/>
                    <a:pt x="28" y="95"/>
                  </a:cubicBezTo>
                  <a:cubicBezTo>
                    <a:pt x="31" y="112"/>
                    <a:pt x="11" y="122"/>
                    <a:pt x="14" y="139"/>
                  </a:cubicBezTo>
                  <a:cubicBezTo>
                    <a:pt x="16" y="148"/>
                    <a:pt x="18" y="151"/>
                    <a:pt x="11" y="159"/>
                  </a:cubicBezTo>
                  <a:cubicBezTo>
                    <a:pt x="8" y="162"/>
                    <a:pt x="4" y="166"/>
                    <a:pt x="0" y="16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604">
              <a:extLst>
                <a:ext uri="{FF2B5EF4-FFF2-40B4-BE49-F238E27FC236}">
                  <a16:creationId xmlns:a16="http://schemas.microsoft.com/office/drawing/2014/main" id="{E0986FDC-1D41-4B82-85E6-CCB42721A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3328"/>
              <a:ext cx="17" cy="143"/>
            </a:xfrm>
            <a:custGeom>
              <a:avLst/>
              <a:gdLst>
                <a:gd name="T0" fmla="*/ 41 w 7"/>
                <a:gd name="T1" fmla="*/ 0 h 57"/>
                <a:gd name="T2" fmla="*/ 12 w 7"/>
                <a:gd name="T3" fmla="*/ 492 h 57"/>
                <a:gd name="T4" fmla="*/ 70 w 7"/>
                <a:gd name="T5" fmla="*/ 710 h 57"/>
                <a:gd name="T6" fmla="*/ 70 w 7"/>
                <a:gd name="T7" fmla="*/ 901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7">
                  <a:moveTo>
                    <a:pt x="3" y="0"/>
                  </a:moveTo>
                  <a:cubicBezTo>
                    <a:pt x="7" y="12"/>
                    <a:pt x="0" y="20"/>
                    <a:pt x="1" y="31"/>
                  </a:cubicBezTo>
                  <a:cubicBezTo>
                    <a:pt x="1" y="36"/>
                    <a:pt x="5" y="41"/>
                    <a:pt x="5" y="45"/>
                  </a:cubicBezTo>
                  <a:cubicBezTo>
                    <a:pt x="6" y="49"/>
                    <a:pt x="4" y="53"/>
                    <a:pt x="5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605">
              <a:extLst>
                <a:ext uri="{FF2B5EF4-FFF2-40B4-BE49-F238E27FC236}">
                  <a16:creationId xmlns:a16="http://schemas.microsoft.com/office/drawing/2014/main" id="{3142066F-D581-4789-8ED1-156A86EFA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3231"/>
              <a:ext cx="26" cy="137"/>
            </a:xfrm>
            <a:custGeom>
              <a:avLst/>
              <a:gdLst>
                <a:gd name="T0" fmla="*/ 0 w 11"/>
                <a:gd name="T1" fmla="*/ 0 h 55"/>
                <a:gd name="T2" fmla="*/ 106 w 11"/>
                <a:gd name="T3" fmla="*/ 167 h 55"/>
                <a:gd name="T4" fmla="*/ 106 w 11"/>
                <a:gd name="T5" fmla="*/ 446 h 55"/>
                <a:gd name="T6" fmla="*/ 28 w 11"/>
                <a:gd name="T7" fmla="*/ 84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5">
                  <a:moveTo>
                    <a:pt x="0" y="0"/>
                  </a:moveTo>
                  <a:cubicBezTo>
                    <a:pt x="2" y="5"/>
                    <a:pt x="6" y="7"/>
                    <a:pt x="8" y="11"/>
                  </a:cubicBezTo>
                  <a:cubicBezTo>
                    <a:pt x="11" y="18"/>
                    <a:pt x="9" y="22"/>
                    <a:pt x="8" y="29"/>
                  </a:cubicBezTo>
                  <a:cubicBezTo>
                    <a:pt x="6" y="36"/>
                    <a:pt x="8" y="50"/>
                    <a:pt x="2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606">
              <a:extLst>
                <a:ext uri="{FF2B5EF4-FFF2-40B4-BE49-F238E27FC236}">
                  <a16:creationId xmlns:a16="http://schemas.microsoft.com/office/drawing/2014/main" id="{338D24C5-AA9C-4150-82F5-8DD37F30A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309"/>
              <a:ext cx="44" cy="327"/>
            </a:xfrm>
            <a:custGeom>
              <a:avLst/>
              <a:gdLst>
                <a:gd name="T0" fmla="*/ 0 w 19"/>
                <a:gd name="T1" fmla="*/ 0 h 131"/>
                <a:gd name="T2" fmla="*/ 171 w 19"/>
                <a:gd name="T3" fmla="*/ 574 h 131"/>
                <a:gd name="T4" fmla="*/ 102 w 19"/>
                <a:gd name="T5" fmla="*/ 1153 h 131"/>
                <a:gd name="T6" fmla="*/ 225 w 19"/>
                <a:gd name="T7" fmla="*/ 1415 h 131"/>
                <a:gd name="T8" fmla="*/ 171 w 19"/>
                <a:gd name="T9" fmla="*/ 1682 h 131"/>
                <a:gd name="T10" fmla="*/ 160 w 19"/>
                <a:gd name="T11" fmla="*/ 2037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1">
                  <a:moveTo>
                    <a:pt x="0" y="0"/>
                  </a:moveTo>
                  <a:cubicBezTo>
                    <a:pt x="7" y="12"/>
                    <a:pt x="18" y="23"/>
                    <a:pt x="14" y="37"/>
                  </a:cubicBezTo>
                  <a:cubicBezTo>
                    <a:pt x="11" y="49"/>
                    <a:pt x="1" y="63"/>
                    <a:pt x="8" y="74"/>
                  </a:cubicBezTo>
                  <a:cubicBezTo>
                    <a:pt x="12" y="81"/>
                    <a:pt x="18" y="83"/>
                    <a:pt x="18" y="91"/>
                  </a:cubicBezTo>
                  <a:cubicBezTo>
                    <a:pt x="19" y="98"/>
                    <a:pt x="15" y="102"/>
                    <a:pt x="14" y="108"/>
                  </a:cubicBezTo>
                  <a:cubicBezTo>
                    <a:pt x="12" y="114"/>
                    <a:pt x="9" y="126"/>
                    <a:pt x="13" y="1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0" name="Freeform 607">
              <a:extLst>
                <a:ext uri="{FF2B5EF4-FFF2-40B4-BE49-F238E27FC236}">
                  <a16:creationId xmlns:a16="http://schemas.microsoft.com/office/drawing/2014/main" id="{B59A85B1-2EDF-473C-B029-EC1A8DFFD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478"/>
              <a:ext cx="32" cy="173"/>
            </a:xfrm>
            <a:custGeom>
              <a:avLst/>
              <a:gdLst>
                <a:gd name="T0" fmla="*/ 94 w 14"/>
                <a:gd name="T1" fmla="*/ 0 h 69"/>
                <a:gd name="T2" fmla="*/ 37 w 14"/>
                <a:gd name="T3" fmla="*/ 333 h 69"/>
                <a:gd name="T4" fmla="*/ 73 w 14"/>
                <a:gd name="T5" fmla="*/ 710 h 69"/>
                <a:gd name="T6" fmla="*/ 167 w 14"/>
                <a:gd name="T7" fmla="*/ 1088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9">
                  <a:moveTo>
                    <a:pt x="8" y="0"/>
                  </a:moveTo>
                  <a:cubicBezTo>
                    <a:pt x="9" y="8"/>
                    <a:pt x="5" y="14"/>
                    <a:pt x="3" y="21"/>
                  </a:cubicBezTo>
                  <a:cubicBezTo>
                    <a:pt x="0" y="30"/>
                    <a:pt x="2" y="36"/>
                    <a:pt x="6" y="45"/>
                  </a:cubicBezTo>
                  <a:cubicBezTo>
                    <a:pt x="9" y="52"/>
                    <a:pt x="13" y="63"/>
                    <a:pt x="14" y="6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608">
              <a:extLst>
                <a:ext uri="{FF2B5EF4-FFF2-40B4-BE49-F238E27FC236}">
                  <a16:creationId xmlns:a16="http://schemas.microsoft.com/office/drawing/2014/main" id="{FA26A702-F90B-4A8E-8479-F192A23F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3096"/>
              <a:ext cx="93" cy="143"/>
            </a:xfrm>
            <a:custGeom>
              <a:avLst/>
              <a:gdLst>
                <a:gd name="T0" fmla="*/ 77 w 40"/>
                <a:gd name="T1" fmla="*/ 0 h 57"/>
                <a:gd name="T2" fmla="*/ 314 w 40"/>
                <a:gd name="T3" fmla="*/ 630 h 57"/>
                <a:gd name="T4" fmla="*/ 502 w 40"/>
                <a:gd name="T5" fmla="*/ 901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7">
                  <a:moveTo>
                    <a:pt x="6" y="0"/>
                  </a:moveTo>
                  <a:cubicBezTo>
                    <a:pt x="0" y="16"/>
                    <a:pt x="13" y="32"/>
                    <a:pt x="25" y="40"/>
                  </a:cubicBezTo>
                  <a:cubicBezTo>
                    <a:pt x="33" y="45"/>
                    <a:pt x="37" y="47"/>
                    <a:pt x="4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609">
              <a:extLst>
                <a:ext uri="{FF2B5EF4-FFF2-40B4-BE49-F238E27FC236}">
                  <a16:creationId xmlns:a16="http://schemas.microsoft.com/office/drawing/2014/main" id="{819FD200-6106-43F5-B1C8-7DCAE7346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3186"/>
              <a:ext cx="32" cy="140"/>
            </a:xfrm>
            <a:custGeom>
              <a:avLst/>
              <a:gdLst>
                <a:gd name="T0" fmla="*/ 0 w 14"/>
                <a:gd name="T1" fmla="*/ 0 h 56"/>
                <a:gd name="T2" fmla="*/ 11 w 14"/>
                <a:gd name="T3" fmla="*/ 283 h 56"/>
                <a:gd name="T4" fmla="*/ 94 w 14"/>
                <a:gd name="T5" fmla="*/ 550 h 56"/>
                <a:gd name="T6" fmla="*/ 167 w 14"/>
                <a:gd name="T7" fmla="*/ 87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6">
                  <a:moveTo>
                    <a:pt x="0" y="0"/>
                  </a:moveTo>
                  <a:cubicBezTo>
                    <a:pt x="2" y="7"/>
                    <a:pt x="0" y="12"/>
                    <a:pt x="1" y="18"/>
                  </a:cubicBezTo>
                  <a:cubicBezTo>
                    <a:pt x="1" y="25"/>
                    <a:pt x="5" y="30"/>
                    <a:pt x="8" y="35"/>
                  </a:cubicBezTo>
                  <a:cubicBezTo>
                    <a:pt x="11" y="42"/>
                    <a:pt x="13" y="50"/>
                    <a:pt x="14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610">
              <a:extLst>
                <a:ext uri="{FF2B5EF4-FFF2-40B4-BE49-F238E27FC236}">
                  <a16:creationId xmlns:a16="http://schemas.microsoft.com/office/drawing/2014/main" id="{501E0921-4E68-4240-89D8-C38CC52A1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3174"/>
              <a:ext cx="46" cy="152"/>
            </a:xfrm>
            <a:custGeom>
              <a:avLst/>
              <a:gdLst>
                <a:gd name="T0" fmla="*/ 12 w 20"/>
                <a:gd name="T1" fmla="*/ 0 h 61"/>
                <a:gd name="T2" fmla="*/ 37 w 20"/>
                <a:gd name="T3" fmla="*/ 262 h 61"/>
                <a:gd name="T4" fmla="*/ 12 w 20"/>
                <a:gd name="T5" fmla="*/ 528 h 61"/>
                <a:gd name="T6" fmla="*/ 244 w 20"/>
                <a:gd name="T7" fmla="*/ 944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1">
                  <a:moveTo>
                    <a:pt x="1" y="0"/>
                  </a:moveTo>
                  <a:cubicBezTo>
                    <a:pt x="1" y="6"/>
                    <a:pt x="3" y="11"/>
                    <a:pt x="3" y="17"/>
                  </a:cubicBezTo>
                  <a:cubicBezTo>
                    <a:pt x="3" y="23"/>
                    <a:pt x="0" y="28"/>
                    <a:pt x="1" y="34"/>
                  </a:cubicBezTo>
                  <a:cubicBezTo>
                    <a:pt x="3" y="42"/>
                    <a:pt x="15" y="54"/>
                    <a:pt x="20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611">
              <a:extLst>
                <a:ext uri="{FF2B5EF4-FFF2-40B4-BE49-F238E27FC236}">
                  <a16:creationId xmlns:a16="http://schemas.microsoft.com/office/drawing/2014/main" id="{2E1EB824-9BFF-4F9E-88A2-496E2D699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326"/>
              <a:ext cx="38" cy="135"/>
            </a:xfrm>
            <a:custGeom>
              <a:avLst/>
              <a:gdLst>
                <a:gd name="T0" fmla="*/ 119 w 16"/>
                <a:gd name="T1" fmla="*/ 0 h 54"/>
                <a:gd name="T2" fmla="*/ 29 w 16"/>
                <a:gd name="T3" fmla="*/ 470 h 54"/>
                <a:gd name="T4" fmla="*/ 204 w 16"/>
                <a:gd name="T5" fmla="*/ 84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9" y="0"/>
                  </a:moveTo>
                  <a:cubicBezTo>
                    <a:pt x="4" y="6"/>
                    <a:pt x="0" y="22"/>
                    <a:pt x="2" y="30"/>
                  </a:cubicBezTo>
                  <a:cubicBezTo>
                    <a:pt x="3" y="34"/>
                    <a:pt x="16" y="53"/>
                    <a:pt x="15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612">
              <a:extLst>
                <a:ext uri="{FF2B5EF4-FFF2-40B4-BE49-F238E27FC236}">
                  <a16:creationId xmlns:a16="http://schemas.microsoft.com/office/drawing/2014/main" id="{6080C164-CF9F-49C5-9A1C-04F2D8971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016"/>
              <a:ext cx="63" cy="78"/>
            </a:xfrm>
            <a:custGeom>
              <a:avLst/>
              <a:gdLst>
                <a:gd name="T0" fmla="*/ 0 w 27"/>
                <a:gd name="T1" fmla="*/ 0 h 31"/>
                <a:gd name="T2" fmla="*/ 126 w 27"/>
                <a:gd name="T3" fmla="*/ 380 h 31"/>
                <a:gd name="T4" fmla="*/ 343 w 27"/>
                <a:gd name="T5" fmla="*/ 47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1">
                  <a:moveTo>
                    <a:pt x="0" y="0"/>
                  </a:moveTo>
                  <a:cubicBezTo>
                    <a:pt x="1" y="7"/>
                    <a:pt x="4" y="20"/>
                    <a:pt x="10" y="24"/>
                  </a:cubicBezTo>
                  <a:cubicBezTo>
                    <a:pt x="13" y="27"/>
                    <a:pt x="24" y="31"/>
                    <a:pt x="27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613">
              <a:extLst>
                <a:ext uri="{FF2B5EF4-FFF2-40B4-BE49-F238E27FC236}">
                  <a16:creationId xmlns:a16="http://schemas.microsoft.com/office/drawing/2014/main" id="{7331FCDC-4ED2-4CAD-93F0-ADC2B37C8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899"/>
              <a:ext cx="94" cy="52"/>
            </a:xfrm>
            <a:custGeom>
              <a:avLst/>
              <a:gdLst>
                <a:gd name="T0" fmla="*/ 0 w 40"/>
                <a:gd name="T1" fmla="*/ 0 h 21"/>
                <a:gd name="T2" fmla="*/ 519 w 40"/>
                <a:gd name="T3" fmla="*/ 18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1">
                  <a:moveTo>
                    <a:pt x="0" y="0"/>
                  </a:moveTo>
                  <a:cubicBezTo>
                    <a:pt x="7" y="21"/>
                    <a:pt x="25" y="11"/>
                    <a:pt x="40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614">
              <a:extLst>
                <a:ext uri="{FF2B5EF4-FFF2-40B4-BE49-F238E27FC236}">
                  <a16:creationId xmlns:a16="http://schemas.microsoft.com/office/drawing/2014/main" id="{D6696C12-2470-4289-BCF0-BCDE8928D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618"/>
              <a:ext cx="204" cy="257"/>
            </a:xfrm>
            <a:custGeom>
              <a:avLst/>
              <a:gdLst>
                <a:gd name="T0" fmla="*/ 0 w 87"/>
                <a:gd name="T1" fmla="*/ 1599 h 103"/>
                <a:gd name="T2" fmla="*/ 363 w 87"/>
                <a:gd name="T3" fmla="*/ 1195 h 103"/>
                <a:gd name="T4" fmla="*/ 825 w 87"/>
                <a:gd name="T5" fmla="*/ 759 h 103"/>
                <a:gd name="T6" fmla="*/ 978 w 87"/>
                <a:gd name="T7" fmla="*/ 217 h 103"/>
                <a:gd name="T8" fmla="*/ 1034 w 87"/>
                <a:gd name="T9" fmla="*/ 62 h 103"/>
                <a:gd name="T10" fmla="*/ 1121 w 87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03">
                  <a:moveTo>
                    <a:pt x="0" y="103"/>
                  </a:moveTo>
                  <a:cubicBezTo>
                    <a:pt x="14" y="102"/>
                    <a:pt x="25" y="91"/>
                    <a:pt x="28" y="77"/>
                  </a:cubicBezTo>
                  <a:cubicBezTo>
                    <a:pt x="32" y="56"/>
                    <a:pt x="49" y="60"/>
                    <a:pt x="64" y="49"/>
                  </a:cubicBezTo>
                  <a:cubicBezTo>
                    <a:pt x="72" y="43"/>
                    <a:pt x="73" y="24"/>
                    <a:pt x="76" y="14"/>
                  </a:cubicBezTo>
                  <a:cubicBezTo>
                    <a:pt x="77" y="11"/>
                    <a:pt x="77" y="6"/>
                    <a:pt x="80" y="4"/>
                  </a:cubicBezTo>
                  <a:cubicBezTo>
                    <a:pt x="82" y="2"/>
                    <a:pt x="85" y="3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615">
              <a:extLst>
                <a:ext uri="{FF2B5EF4-FFF2-40B4-BE49-F238E27FC236}">
                  <a16:creationId xmlns:a16="http://schemas.microsoft.com/office/drawing/2014/main" id="{268D5725-5BB8-493F-831B-01373FB08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3543"/>
              <a:ext cx="45" cy="115"/>
            </a:xfrm>
            <a:custGeom>
              <a:avLst/>
              <a:gdLst>
                <a:gd name="T0" fmla="*/ 253 w 19"/>
                <a:gd name="T1" fmla="*/ 0 h 46"/>
                <a:gd name="T2" fmla="*/ 201 w 19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0" y="5"/>
                    <a:pt x="15" y="34"/>
                    <a:pt x="15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616">
              <a:extLst>
                <a:ext uri="{FF2B5EF4-FFF2-40B4-BE49-F238E27FC236}">
                  <a16:creationId xmlns:a16="http://schemas.microsoft.com/office/drawing/2014/main" id="{795C859B-3957-4934-801E-46C422384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648"/>
              <a:ext cx="77" cy="113"/>
            </a:xfrm>
            <a:custGeom>
              <a:avLst/>
              <a:gdLst>
                <a:gd name="T0" fmla="*/ 420 w 33"/>
                <a:gd name="T1" fmla="*/ 0 h 45"/>
                <a:gd name="T2" fmla="*/ 126 w 33"/>
                <a:gd name="T3" fmla="*/ 397 h 45"/>
                <a:gd name="T4" fmla="*/ 0 w 33"/>
                <a:gd name="T5" fmla="*/ 71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22" y="2"/>
                    <a:pt x="12" y="15"/>
                    <a:pt x="10" y="25"/>
                  </a:cubicBezTo>
                  <a:cubicBezTo>
                    <a:pt x="8" y="31"/>
                    <a:pt x="7" y="44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617">
              <a:extLst>
                <a:ext uri="{FF2B5EF4-FFF2-40B4-BE49-F238E27FC236}">
                  <a16:creationId xmlns:a16="http://schemas.microsoft.com/office/drawing/2014/main" id="{7705AA61-D811-4344-8F47-9EA9808FE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751"/>
              <a:ext cx="89" cy="94"/>
            </a:xfrm>
            <a:custGeom>
              <a:avLst/>
              <a:gdLst>
                <a:gd name="T0" fmla="*/ 0 w 38"/>
                <a:gd name="T1" fmla="*/ 576 h 38"/>
                <a:gd name="T2" fmla="*/ 363 w 38"/>
                <a:gd name="T3" fmla="*/ 349 h 38"/>
                <a:gd name="T4" fmla="*/ 487 w 3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14" y="38"/>
                    <a:pt x="21" y="35"/>
                    <a:pt x="28" y="23"/>
                  </a:cubicBezTo>
                  <a:cubicBezTo>
                    <a:pt x="32" y="15"/>
                    <a:pt x="34" y="7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618">
              <a:extLst>
                <a:ext uri="{FF2B5EF4-FFF2-40B4-BE49-F238E27FC236}">
                  <a16:creationId xmlns:a16="http://schemas.microsoft.com/office/drawing/2014/main" id="{F074CAE4-31B0-47BF-B9E9-19470C90F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778"/>
              <a:ext cx="72" cy="65"/>
            </a:xfrm>
            <a:custGeom>
              <a:avLst/>
              <a:gdLst>
                <a:gd name="T0" fmla="*/ 0 w 31"/>
                <a:gd name="T1" fmla="*/ 395 h 26"/>
                <a:gd name="T2" fmla="*/ 0 w 31"/>
                <a:gd name="T3" fmla="*/ 408 h 26"/>
                <a:gd name="T4" fmla="*/ 151 w 31"/>
                <a:gd name="T5" fmla="*/ 63 h 26"/>
                <a:gd name="T6" fmla="*/ 388 w 3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6">
                  <a:moveTo>
                    <a:pt x="0" y="25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9"/>
                    <a:pt x="5" y="7"/>
                    <a:pt x="12" y="4"/>
                  </a:cubicBezTo>
                  <a:cubicBezTo>
                    <a:pt x="18" y="0"/>
                    <a:pt x="26" y="3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619">
              <a:extLst>
                <a:ext uri="{FF2B5EF4-FFF2-40B4-BE49-F238E27FC236}">
                  <a16:creationId xmlns:a16="http://schemas.microsoft.com/office/drawing/2014/main" id="{98738A2D-C7AE-44B2-9C15-C6DE073FC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598"/>
              <a:ext cx="80" cy="123"/>
            </a:xfrm>
            <a:custGeom>
              <a:avLst/>
              <a:gdLst>
                <a:gd name="T0" fmla="*/ 0 w 34"/>
                <a:gd name="T1" fmla="*/ 776 h 49"/>
                <a:gd name="T2" fmla="*/ 433 w 34"/>
                <a:gd name="T3" fmla="*/ 505 h 49"/>
                <a:gd name="T4" fmla="*/ 405 w 34"/>
                <a:gd name="T5" fmla="*/ 208 h 49"/>
                <a:gd name="T6" fmla="*/ 365 w 34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9">
                  <a:moveTo>
                    <a:pt x="0" y="49"/>
                  </a:moveTo>
                  <a:cubicBezTo>
                    <a:pt x="10" y="43"/>
                    <a:pt x="30" y="46"/>
                    <a:pt x="33" y="32"/>
                  </a:cubicBezTo>
                  <a:cubicBezTo>
                    <a:pt x="34" y="25"/>
                    <a:pt x="33" y="19"/>
                    <a:pt x="31" y="13"/>
                  </a:cubicBezTo>
                  <a:cubicBezTo>
                    <a:pt x="30" y="9"/>
                    <a:pt x="26" y="5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620">
              <a:extLst>
                <a:ext uri="{FF2B5EF4-FFF2-40B4-BE49-F238E27FC236}">
                  <a16:creationId xmlns:a16="http://schemas.microsoft.com/office/drawing/2014/main" id="{83A1D3C9-51EE-4B6C-965B-A58BA2A5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911"/>
              <a:ext cx="127" cy="43"/>
            </a:xfrm>
            <a:custGeom>
              <a:avLst/>
              <a:gdLst>
                <a:gd name="T0" fmla="*/ 0 w 54"/>
                <a:gd name="T1" fmla="*/ 0 h 17"/>
                <a:gd name="T2" fmla="*/ 393 w 54"/>
                <a:gd name="T3" fmla="*/ 255 h 17"/>
                <a:gd name="T4" fmla="*/ 703 w 54"/>
                <a:gd name="T5" fmla="*/ 12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">
                  <a:moveTo>
                    <a:pt x="0" y="0"/>
                  </a:moveTo>
                  <a:cubicBezTo>
                    <a:pt x="7" y="10"/>
                    <a:pt x="17" y="16"/>
                    <a:pt x="30" y="16"/>
                  </a:cubicBezTo>
                  <a:cubicBezTo>
                    <a:pt x="40" y="17"/>
                    <a:pt x="46" y="13"/>
                    <a:pt x="54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621">
              <a:extLst>
                <a:ext uri="{FF2B5EF4-FFF2-40B4-BE49-F238E27FC236}">
                  <a16:creationId xmlns:a16="http://schemas.microsoft.com/office/drawing/2014/main" id="{C7701160-976A-490A-A882-8440CB3AC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936"/>
              <a:ext cx="204" cy="115"/>
            </a:xfrm>
            <a:custGeom>
              <a:avLst/>
              <a:gdLst>
                <a:gd name="T0" fmla="*/ 0 w 87"/>
                <a:gd name="T1" fmla="*/ 0 h 46"/>
                <a:gd name="T2" fmla="*/ 347 w 87"/>
                <a:gd name="T3" fmla="*/ 313 h 46"/>
                <a:gd name="T4" fmla="*/ 786 w 87"/>
                <a:gd name="T5" fmla="*/ 438 h 46"/>
                <a:gd name="T6" fmla="*/ 1121 w 87"/>
                <a:gd name="T7" fmla="*/ 72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46">
                  <a:moveTo>
                    <a:pt x="0" y="0"/>
                  </a:moveTo>
                  <a:cubicBezTo>
                    <a:pt x="9" y="8"/>
                    <a:pt x="14" y="17"/>
                    <a:pt x="27" y="20"/>
                  </a:cubicBezTo>
                  <a:cubicBezTo>
                    <a:pt x="38" y="22"/>
                    <a:pt x="52" y="22"/>
                    <a:pt x="61" y="28"/>
                  </a:cubicBezTo>
                  <a:cubicBezTo>
                    <a:pt x="71" y="33"/>
                    <a:pt x="78" y="42"/>
                    <a:pt x="8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622">
              <a:extLst>
                <a:ext uri="{FF2B5EF4-FFF2-40B4-BE49-F238E27FC236}">
                  <a16:creationId xmlns:a16="http://schemas.microsoft.com/office/drawing/2014/main" id="{1FBB8D00-C395-403B-9973-09285EDAA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001"/>
              <a:ext cx="154" cy="105"/>
            </a:xfrm>
            <a:custGeom>
              <a:avLst/>
              <a:gdLst>
                <a:gd name="T0" fmla="*/ 0 w 66"/>
                <a:gd name="T1" fmla="*/ 0 h 42"/>
                <a:gd name="T2" fmla="*/ 371 w 66"/>
                <a:gd name="T3" fmla="*/ 500 h 42"/>
                <a:gd name="T4" fmla="*/ 637 w 66"/>
                <a:gd name="T5" fmla="*/ 595 h 42"/>
                <a:gd name="T6" fmla="*/ 838 w 66"/>
                <a:gd name="T7" fmla="*/ 65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2">
                  <a:moveTo>
                    <a:pt x="0" y="0"/>
                  </a:moveTo>
                  <a:cubicBezTo>
                    <a:pt x="7" y="17"/>
                    <a:pt x="14" y="23"/>
                    <a:pt x="29" y="32"/>
                  </a:cubicBezTo>
                  <a:cubicBezTo>
                    <a:pt x="36" y="36"/>
                    <a:pt x="42" y="38"/>
                    <a:pt x="50" y="38"/>
                  </a:cubicBezTo>
                  <a:cubicBezTo>
                    <a:pt x="56" y="39"/>
                    <a:pt x="60" y="38"/>
                    <a:pt x="66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623">
              <a:extLst>
                <a:ext uri="{FF2B5EF4-FFF2-40B4-BE49-F238E27FC236}">
                  <a16:creationId xmlns:a16="http://schemas.microsoft.com/office/drawing/2014/main" id="{FF142A2A-895C-400A-BC76-5544C2EA5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096"/>
              <a:ext cx="75" cy="110"/>
            </a:xfrm>
            <a:custGeom>
              <a:avLst/>
              <a:gdLst>
                <a:gd name="T0" fmla="*/ 0 w 32"/>
                <a:gd name="T1" fmla="*/ 0 h 44"/>
                <a:gd name="T2" fmla="*/ 155 w 32"/>
                <a:gd name="T3" fmla="*/ 488 h 44"/>
                <a:gd name="T4" fmla="*/ 413 w 32"/>
                <a:gd name="T5" fmla="*/ 68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0"/>
                  </a:moveTo>
                  <a:cubicBezTo>
                    <a:pt x="3" y="11"/>
                    <a:pt x="3" y="23"/>
                    <a:pt x="12" y="31"/>
                  </a:cubicBezTo>
                  <a:cubicBezTo>
                    <a:pt x="19" y="36"/>
                    <a:pt x="28" y="35"/>
                    <a:pt x="32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624">
              <a:extLst>
                <a:ext uri="{FF2B5EF4-FFF2-40B4-BE49-F238E27FC236}">
                  <a16:creationId xmlns:a16="http://schemas.microsoft.com/office/drawing/2014/main" id="{13F97F72-3A5A-4AEB-8F44-3BCF4C74D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924"/>
              <a:ext cx="147" cy="162"/>
            </a:xfrm>
            <a:custGeom>
              <a:avLst/>
              <a:gdLst>
                <a:gd name="T0" fmla="*/ 0 w 63"/>
                <a:gd name="T1" fmla="*/ 1007 h 65"/>
                <a:gd name="T2" fmla="*/ 37 w 63"/>
                <a:gd name="T3" fmla="*/ 633 h 65"/>
                <a:gd name="T4" fmla="*/ 217 w 63"/>
                <a:gd name="T5" fmla="*/ 404 h 65"/>
                <a:gd name="T6" fmla="*/ 544 w 63"/>
                <a:gd name="T7" fmla="*/ 279 h 65"/>
                <a:gd name="T8" fmla="*/ 800 w 63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5">
                  <a:moveTo>
                    <a:pt x="0" y="65"/>
                  </a:moveTo>
                  <a:cubicBezTo>
                    <a:pt x="3" y="62"/>
                    <a:pt x="0" y="47"/>
                    <a:pt x="3" y="41"/>
                  </a:cubicBezTo>
                  <a:cubicBezTo>
                    <a:pt x="5" y="37"/>
                    <a:pt x="12" y="28"/>
                    <a:pt x="17" y="26"/>
                  </a:cubicBezTo>
                  <a:cubicBezTo>
                    <a:pt x="26" y="22"/>
                    <a:pt x="35" y="24"/>
                    <a:pt x="43" y="18"/>
                  </a:cubicBezTo>
                  <a:cubicBezTo>
                    <a:pt x="49" y="14"/>
                    <a:pt x="60" y="7"/>
                    <a:pt x="6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625">
              <a:extLst>
                <a:ext uri="{FF2B5EF4-FFF2-40B4-BE49-F238E27FC236}">
                  <a16:creationId xmlns:a16="http://schemas.microsoft.com/office/drawing/2014/main" id="{14E73733-D886-49D5-84F0-1D87458FE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916"/>
              <a:ext cx="145" cy="53"/>
            </a:xfrm>
            <a:custGeom>
              <a:avLst/>
              <a:gdLst>
                <a:gd name="T0" fmla="*/ 0 w 62"/>
                <a:gd name="T1" fmla="*/ 242 h 21"/>
                <a:gd name="T2" fmla="*/ 449 w 62"/>
                <a:gd name="T3" fmla="*/ 288 h 21"/>
                <a:gd name="T4" fmla="*/ 793 w 6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1">
                  <a:moveTo>
                    <a:pt x="0" y="15"/>
                  </a:moveTo>
                  <a:cubicBezTo>
                    <a:pt x="13" y="18"/>
                    <a:pt x="22" y="21"/>
                    <a:pt x="35" y="18"/>
                  </a:cubicBezTo>
                  <a:cubicBezTo>
                    <a:pt x="45" y="15"/>
                    <a:pt x="57" y="9"/>
                    <a:pt x="6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626">
              <a:extLst>
                <a:ext uri="{FF2B5EF4-FFF2-40B4-BE49-F238E27FC236}">
                  <a16:creationId xmlns:a16="http://schemas.microsoft.com/office/drawing/2014/main" id="{1833CC44-7781-40A8-9EFC-746A1E725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3139"/>
              <a:ext cx="70" cy="130"/>
            </a:xfrm>
            <a:custGeom>
              <a:avLst/>
              <a:gdLst>
                <a:gd name="T0" fmla="*/ 0 w 30"/>
                <a:gd name="T1" fmla="*/ 813 h 52"/>
                <a:gd name="T2" fmla="*/ 380 w 30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2">
                  <a:moveTo>
                    <a:pt x="0" y="52"/>
                  </a:moveTo>
                  <a:cubicBezTo>
                    <a:pt x="0" y="32"/>
                    <a:pt x="4" y="1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0" name="Freeform 627">
              <a:extLst>
                <a:ext uri="{FF2B5EF4-FFF2-40B4-BE49-F238E27FC236}">
                  <a16:creationId xmlns:a16="http://schemas.microsoft.com/office/drawing/2014/main" id="{40E74C91-C1A6-4278-89B8-1DE5D2B95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3541"/>
              <a:ext cx="28" cy="122"/>
            </a:xfrm>
            <a:custGeom>
              <a:avLst/>
              <a:gdLst>
                <a:gd name="T0" fmla="*/ 0 w 12"/>
                <a:gd name="T1" fmla="*/ 0 h 49"/>
                <a:gd name="T2" fmla="*/ 142 w 12"/>
                <a:gd name="T3" fmla="*/ 403 h 49"/>
                <a:gd name="T4" fmla="*/ 142 w 12"/>
                <a:gd name="T5" fmla="*/ 757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9">
                  <a:moveTo>
                    <a:pt x="0" y="0"/>
                  </a:moveTo>
                  <a:cubicBezTo>
                    <a:pt x="5" y="8"/>
                    <a:pt x="10" y="16"/>
                    <a:pt x="11" y="26"/>
                  </a:cubicBezTo>
                  <a:cubicBezTo>
                    <a:pt x="12" y="34"/>
                    <a:pt x="10" y="41"/>
                    <a:pt x="11" y="4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628">
              <a:extLst>
                <a:ext uri="{FF2B5EF4-FFF2-40B4-BE49-F238E27FC236}">
                  <a16:creationId xmlns:a16="http://schemas.microsoft.com/office/drawing/2014/main" id="{F10DD8B4-3277-466F-A026-E078C0D82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398"/>
              <a:ext cx="115" cy="328"/>
            </a:xfrm>
            <a:custGeom>
              <a:avLst/>
              <a:gdLst>
                <a:gd name="T0" fmla="*/ 0 w 49"/>
                <a:gd name="T1" fmla="*/ 2056 h 131"/>
                <a:gd name="T2" fmla="*/ 584 w 49"/>
                <a:gd name="T3" fmla="*/ 0 h 131"/>
                <a:gd name="T4" fmla="*/ 0 w 49"/>
                <a:gd name="T5" fmla="*/ 2056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31">
                  <a:moveTo>
                    <a:pt x="0" y="131"/>
                  </a:moveTo>
                  <a:cubicBezTo>
                    <a:pt x="38" y="94"/>
                    <a:pt x="49" y="31"/>
                    <a:pt x="45" y="0"/>
                  </a:cubicBezTo>
                  <a:cubicBezTo>
                    <a:pt x="43" y="15"/>
                    <a:pt x="33" y="92"/>
                    <a:pt x="0" y="131"/>
                  </a:cubicBezTo>
                  <a:close/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Oval 629">
              <a:extLst>
                <a:ext uri="{FF2B5EF4-FFF2-40B4-BE49-F238E27FC236}">
                  <a16:creationId xmlns:a16="http://schemas.microsoft.com/office/drawing/2014/main" id="{E6561D7D-3ADD-4190-9E07-4943B366B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" y="2832"/>
              <a:ext cx="1126" cy="1201"/>
            </a:xfrm>
            <a:prstGeom prst="ellips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343" name="Freeform 630">
              <a:extLst>
                <a:ext uri="{FF2B5EF4-FFF2-40B4-BE49-F238E27FC236}">
                  <a16:creationId xmlns:a16="http://schemas.microsoft.com/office/drawing/2014/main" id="{23FEB441-DCC4-4273-8287-F12301549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3031"/>
              <a:ext cx="28" cy="30"/>
            </a:xfrm>
            <a:custGeom>
              <a:avLst/>
              <a:gdLst>
                <a:gd name="T0" fmla="*/ 0 w 12"/>
                <a:gd name="T1" fmla="*/ 0 h 12"/>
                <a:gd name="T2" fmla="*/ 114 w 12"/>
                <a:gd name="T3" fmla="*/ 125 h 12"/>
                <a:gd name="T4" fmla="*/ 152 w 12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3" y="2"/>
                    <a:pt x="6" y="5"/>
                    <a:pt x="9" y="8"/>
                  </a:cubicBezTo>
                  <a:cubicBezTo>
                    <a:pt x="10" y="9"/>
                    <a:pt x="11" y="10"/>
                    <a:pt x="12" y="1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631">
              <a:extLst>
                <a:ext uri="{FF2B5EF4-FFF2-40B4-BE49-F238E27FC236}">
                  <a16:creationId xmlns:a16="http://schemas.microsoft.com/office/drawing/2014/main" id="{71A4D1A2-62F2-4113-B894-E12A02FBE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3051"/>
              <a:ext cx="16" cy="3"/>
            </a:xfrm>
            <a:custGeom>
              <a:avLst/>
              <a:gdLst>
                <a:gd name="T0" fmla="*/ 0 w 7"/>
                <a:gd name="T1" fmla="*/ 0 h 1"/>
                <a:gd name="T2" fmla="*/ 8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6" y="1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632">
              <a:extLst>
                <a:ext uri="{FF2B5EF4-FFF2-40B4-BE49-F238E27FC236}">
                  <a16:creationId xmlns:a16="http://schemas.microsoft.com/office/drawing/2014/main" id="{43B561FB-1503-4F57-B68D-091C92546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3351"/>
              <a:ext cx="38" cy="10"/>
            </a:xfrm>
            <a:custGeom>
              <a:avLst/>
              <a:gdLst>
                <a:gd name="T0" fmla="*/ 0 w 16"/>
                <a:gd name="T1" fmla="*/ 0 h 4"/>
                <a:gd name="T2" fmla="*/ 214 w 1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4"/>
                    <a:pt x="10" y="4"/>
                    <a:pt x="16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633">
              <a:extLst>
                <a:ext uri="{FF2B5EF4-FFF2-40B4-BE49-F238E27FC236}">
                  <a16:creationId xmlns:a16="http://schemas.microsoft.com/office/drawing/2014/main" id="{DC880D6B-9AD7-427E-A423-B6EAB3AD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3361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634">
              <a:extLst>
                <a:ext uri="{FF2B5EF4-FFF2-40B4-BE49-F238E27FC236}">
                  <a16:creationId xmlns:a16="http://schemas.microsoft.com/office/drawing/2014/main" id="{A1AE1F9C-DD4C-40BC-AFC6-35346876D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3678"/>
              <a:ext cx="37" cy="18"/>
            </a:xfrm>
            <a:custGeom>
              <a:avLst/>
              <a:gdLst>
                <a:gd name="T0" fmla="*/ 0 w 16"/>
                <a:gd name="T1" fmla="*/ 100 h 7"/>
                <a:gd name="T2" fmla="*/ 113 w 16"/>
                <a:gd name="T3" fmla="*/ 54 h 7"/>
                <a:gd name="T4" fmla="*/ 199 w 1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6"/>
                  </a:moveTo>
                  <a:cubicBezTo>
                    <a:pt x="3" y="7"/>
                    <a:pt x="7" y="4"/>
                    <a:pt x="9" y="3"/>
                  </a:cubicBezTo>
                  <a:cubicBezTo>
                    <a:pt x="11" y="2"/>
                    <a:pt x="14" y="2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635">
              <a:extLst>
                <a:ext uri="{FF2B5EF4-FFF2-40B4-BE49-F238E27FC236}">
                  <a16:creationId xmlns:a16="http://schemas.microsoft.com/office/drawing/2014/main" id="{C0363077-C3A3-4F03-879F-1D9B13B37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3683"/>
              <a:ext cx="14" cy="5"/>
            </a:xfrm>
            <a:custGeom>
              <a:avLst/>
              <a:gdLst>
                <a:gd name="T0" fmla="*/ 0 w 6"/>
                <a:gd name="T1" fmla="*/ 0 h 2"/>
                <a:gd name="T2" fmla="*/ 77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0"/>
                    <a:pt x="6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636">
              <a:extLst>
                <a:ext uri="{FF2B5EF4-FFF2-40B4-BE49-F238E27FC236}">
                  <a16:creationId xmlns:a16="http://schemas.microsoft.com/office/drawing/2014/main" id="{0145D396-2EB2-48AD-8ED8-168E2DBE6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900"/>
              <a:ext cx="24" cy="33"/>
            </a:xfrm>
            <a:custGeom>
              <a:avLst/>
              <a:gdLst>
                <a:gd name="T0" fmla="*/ 0 w 10"/>
                <a:gd name="T1" fmla="*/ 213 h 13"/>
                <a:gd name="T2" fmla="*/ 139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6" y="11"/>
                    <a:pt x="7" y="4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637">
              <a:extLst>
                <a:ext uri="{FF2B5EF4-FFF2-40B4-BE49-F238E27FC236}">
                  <a16:creationId xmlns:a16="http://schemas.microsoft.com/office/drawing/2014/main" id="{C77D4283-EA2C-4C76-89F4-235DC6040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3908"/>
              <a:ext cx="14" cy="5"/>
            </a:xfrm>
            <a:custGeom>
              <a:avLst/>
              <a:gdLst>
                <a:gd name="T0" fmla="*/ 0 w 6"/>
                <a:gd name="T1" fmla="*/ 33 h 2"/>
                <a:gd name="T2" fmla="*/ 77 w 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0"/>
                    <a:pt x="6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638">
              <a:extLst>
                <a:ext uri="{FF2B5EF4-FFF2-40B4-BE49-F238E27FC236}">
                  <a16:creationId xmlns:a16="http://schemas.microsoft.com/office/drawing/2014/main" id="{39DCDB0C-28A3-412C-BFF3-9C6C8C8BA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4008"/>
              <a:ext cx="17" cy="40"/>
            </a:xfrm>
            <a:custGeom>
              <a:avLst/>
              <a:gdLst>
                <a:gd name="T0" fmla="*/ 100 w 7"/>
                <a:gd name="T1" fmla="*/ 0 h 16"/>
                <a:gd name="T2" fmla="*/ 0 w 7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6" y="5"/>
                    <a:pt x="3" y="11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639">
              <a:extLst>
                <a:ext uri="{FF2B5EF4-FFF2-40B4-BE49-F238E27FC236}">
                  <a16:creationId xmlns:a16="http://schemas.microsoft.com/office/drawing/2014/main" id="{639E0B31-8318-44DC-A399-C3DD22815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4040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2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640">
              <a:extLst>
                <a:ext uri="{FF2B5EF4-FFF2-40B4-BE49-F238E27FC236}">
                  <a16:creationId xmlns:a16="http://schemas.microsoft.com/office/drawing/2014/main" id="{4BBDBEEE-D763-496F-B84B-AB0857CE1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4023"/>
              <a:ext cx="16" cy="37"/>
            </a:xfrm>
            <a:custGeom>
              <a:avLst/>
              <a:gdLst>
                <a:gd name="T0" fmla="*/ 0 w 7"/>
                <a:gd name="T1" fmla="*/ 0 h 15"/>
                <a:gd name="T2" fmla="*/ 85 w 7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5"/>
                    <a:pt x="3" y="10"/>
                    <a:pt x="7" y="1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641">
              <a:extLst>
                <a:ext uri="{FF2B5EF4-FFF2-40B4-BE49-F238E27FC236}">
                  <a16:creationId xmlns:a16="http://schemas.microsoft.com/office/drawing/2014/main" id="{FB41D980-E134-4162-9569-D8E4AAA26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4050"/>
              <a:ext cx="2" cy="15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5" name="Freeform 642">
              <a:extLst>
                <a:ext uri="{FF2B5EF4-FFF2-40B4-BE49-F238E27FC236}">
                  <a16:creationId xmlns:a16="http://schemas.microsoft.com/office/drawing/2014/main" id="{BA395527-ACEB-4E33-854E-6C3666B89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880"/>
              <a:ext cx="24" cy="33"/>
            </a:xfrm>
            <a:custGeom>
              <a:avLst/>
              <a:gdLst>
                <a:gd name="T0" fmla="*/ 0 w 10"/>
                <a:gd name="T1" fmla="*/ 0 h 13"/>
                <a:gd name="T2" fmla="*/ 139 w 10"/>
                <a:gd name="T3" fmla="*/ 2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2" y="5"/>
                    <a:pt x="6" y="9"/>
                    <a:pt x="10" y="1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643">
              <a:extLst>
                <a:ext uri="{FF2B5EF4-FFF2-40B4-BE49-F238E27FC236}">
                  <a16:creationId xmlns:a16="http://schemas.microsoft.com/office/drawing/2014/main" id="{196C00CC-80D6-4B55-8C82-C4C348A6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888"/>
              <a:ext cx="14" cy="2"/>
            </a:xfrm>
            <a:custGeom>
              <a:avLst/>
              <a:gdLst>
                <a:gd name="T0" fmla="*/ 0 w 6"/>
                <a:gd name="T1" fmla="*/ 8 h 1"/>
                <a:gd name="T2" fmla="*/ 77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644">
              <a:extLst>
                <a:ext uri="{FF2B5EF4-FFF2-40B4-BE49-F238E27FC236}">
                  <a16:creationId xmlns:a16="http://schemas.microsoft.com/office/drawing/2014/main" id="{AB241147-69B5-41D8-88B2-3E89568AF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3656"/>
              <a:ext cx="38" cy="15"/>
            </a:xfrm>
            <a:custGeom>
              <a:avLst/>
              <a:gdLst>
                <a:gd name="T0" fmla="*/ 0 w 16"/>
                <a:gd name="T1" fmla="*/ 0 h 6"/>
                <a:gd name="T2" fmla="*/ 214 w 1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4" y="4"/>
                    <a:pt x="11" y="5"/>
                    <a:pt x="16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645">
              <a:extLst>
                <a:ext uri="{FF2B5EF4-FFF2-40B4-BE49-F238E27FC236}">
                  <a16:creationId xmlns:a16="http://schemas.microsoft.com/office/drawing/2014/main" id="{83C30555-DF7A-405C-A858-0F25AB56F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68"/>
              <a:ext cx="7" cy="13"/>
            </a:xfrm>
            <a:custGeom>
              <a:avLst/>
              <a:gdLst>
                <a:gd name="T0" fmla="*/ 0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646">
              <a:extLst>
                <a:ext uri="{FF2B5EF4-FFF2-40B4-BE49-F238E27FC236}">
                  <a16:creationId xmlns:a16="http://schemas.microsoft.com/office/drawing/2014/main" id="{B6DECBB2-75B6-4300-838F-10A4B6A1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3358"/>
              <a:ext cx="40" cy="5"/>
            </a:xfrm>
            <a:custGeom>
              <a:avLst/>
              <a:gdLst>
                <a:gd name="T0" fmla="*/ 0 w 17"/>
                <a:gd name="T1" fmla="*/ 33 h 2"/>
                <a:gd name="T2" fmla="*/ 221 w 1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2"/>
                  </a:moveTo>
                  <a:cubicBezTo>
                    <a:pt x="6" y="2"/>
                    <a:pt x="11" y="1"/>
                    <a:pt x="1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647">
              <a:extLst>
                <a:ext uri="{FF2B5EF4-FFF2-40B4-BE49-F238E27FC236}">
                  <a16:creationId xmlns:a16="http://schemas.microsoft.com/office/drawing/2014/main" id="{DE861870-D9B2-4BAE-BD40-F3E3F4940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3361"/>
              <a:ext cx="14" cy="5"/>
            </a:xfrm>
            <a:custGeom>
              <a:avLst/>
              <a:gdLst>
                <a:gd name="T0" fmla="*/ 0 w 6"/>
                <a:gd name="T1" fmla="*/ 0 h 2"/>
                <a:gd name="T2" fmla="*/ 77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1"/>
                    <a:pt x="6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648">
              <a:extLst>
                <a:ext uri="{FF2B5EF4-FFF2-40B4-BE49-F238E27FC236}">
                  <a16:creationId xmlns:a16="http://schemas.microsoft.com/office/drawing/2014/main" id="{3CBA1017-6B09-49C3-9B57-95B76BA70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3034"/>
              <a:ext cx="28" cy="27"/>
            </a:xfrm>
            <a:custGeom>
              <a:avLst/>
              <a:gdLst>
                <a:gd name="T0" fmla="*/ 0 w 12"/>
                <a:gd name="T1" fmla="*/ 162 h 11"/>
                <a:gd name="T2" fmla="*/ 152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4" y="8"/>
                    <a:pt x="9" y="5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649">
              <a:extLst>
                <a:ext uri="{FF2B5EF4-FFF2-40B4-BE49-F238E27FC236}">
                  <a16:creationId xmlns:a16="http://schemas.microsoft.com/office/drawing/2014/main" id="{B5801B20-0F3B-491C-A3C9-DF463E9B7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3054"/>
              <a:ext cx="7" cy="17"/>
            </a:xfrm>
            <a:custGeom>
              <a:avLst/>
              <a:gdLst>
                <a:gd name="T0" fmla="*/ 37 w 3"/>
                <a:gd name="T1" fmla="*/ 0 h 7"/>
                <a:gd name="T2" fmla="*/ 12 w 3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1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650">
              <a:extLst>
                <a:ext uri="{FF2B5EF4-FFF2-40B4-BE49-F238E27FC236}">
                  <a16:creationId xmlns:a16="http://schemas.microsoft.com/office/drawing/2014/main" id="{CC62667B-3E49-4F3D-88C4-55D72D690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832"/>
              <a:ext cx="16" cy="37"/>
            </a:xfrm>
            <a:custGeom>
              <a:avLst/>
              <a:gdLst>
                <a:gd name="T0" fmla="*/ 0 w 7"/>
                <a:gd name="T1" fmla="*/ 224 h 15"/>
                <a:gd name="T2" fmla="*/ 85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4" y="13"/>
                    <a:pt x="7" y="5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651">
              <a:extLst>
                <a:ext uri="{FF2B5EF4-FFF2-40B4-BE49-F238E27FC236}">
                  <a16:creationId xmlns:a16="http://schemas.microsoft.com/office/drawing/2014/main" id="{C2F5C0B6-9F49-42BD-8687-C4B6CF9AC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834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652">
              <a:extLst>
                <a:ext uri="{FF2B5EF4-FFF2-40B4-BE49-F238E27FC236}">
                  <a16:creationId xmlns:a16="http://schemas.microsoft.com/office/drawing/2014/main" id="{EF7DE2F0-AB69-4EDB-86F2-A685B2628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802"/>
              <a:ext cx="7" cy="40"/>
            </a:xfrm>
            <a:custGeom>
              <a:avLst/>
              <a:gdLst>
                <a:gd name="T0" fmla="*/ 12 w 3"/>
                <a:gd name="T1" fmla="*/ 0 h 16"/>
                <a:gd name="T2" fmla="*/ 37 w 3"/>
                <a:gd name="T3" fmla="*/ 158 h 16"/>
                <a:gd name="T4" fmla="*/ 37 w 3"/>
                <a:gd name="T5" fmla="*/ 2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6">
                  <a:moveTo>
                    <a:pt x="1" y="0"/>
                  </a:moveTo>
                  <a:cubicBezTo>
                    <a:pt x="0" y="3"/>
                    <a:pt x="3" y="7"/>
                    <a:pt x="3" y="10"/>
                  </a:cubicBezTo>
                  <a:cubicBezTo>
                    <a:pt x="3" y="12"/>
                    <a:pt x="3" y="14"/>
                    <a:pt x="3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653">
              <a:extLst>
                <a:ext uri="{FF2B5EF4-FFF2-40B4-BE49-F238E27FC236}">
                  <a16:creationId xmlns:a16="http://schemas.microsoft.com/office/drawing/2014/main" id="{5779AE50-45ED-4571-A388-ED918CF5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832"/>
              <a:ext cx="11" cy="10"/>
            </a:xfrm>
            <a:custGeom>
              <a:avLst/>
              <a:gdLst>
                <a:gd name="T0" fmla="*/ 0 w 5"/>
                <a:gd name="T1" fmla="*/ 0 h 4"/>
                <a:gd name="T2" fmla="*/ 53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Oval 654">
              <a:extLst>
                <a:ext uri="{FF2B5EF4-FFF2-40B4-BE49-F238E27FC236}">
                  <a16:creationId xmlns:a16="http://schemas.microsoft.com/office/drawing/2014/main" id="{FD0C7CE1-C6EB-4B7D-A1CD-F4AEE1EE2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" y="2789"/>
              <a:ext cx="1208" cy="1289"/>
            </a:xfrm>
            <a:prstGeom prst="ellipse">
              <a:avLst/>
            </a:prstGeom>
            <a:noFill/>
            <a:ln w="11113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368" name="Freeform 655">
              <a:extLst>
                <a:ext uri="{FF2B5EF4-FFF2-40B4-BE49-F238E27FC236}">
                  <a16:creationId xmlns:a16="http://schemas.microsoft.com/office/drawing/2014/main" id="{9A0ECB0A-26DD-4424-A857-AF2CB1456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2951"/>
              <a:ext cx="903" cy="962"/>
            </a:xfrm>
            <a:custGeom>
              <a:avLst/>
              <a:gdLst>
                <a:gd name="T0" fmla="*/ 0 w 386"/>
                <a:gd name="T1" fmla="*/ 3008 h 385"/>
                <a:gd name="T2" fmla="*/ 180 w 386"/>
                <a:gd name="T3" fmla="*/ 2509 h 385"/>
                <a:gd name="T4" fmla="*/ 154 w 386"/>
                <a:gd name="T5" fmla="*/ 1949 h 385"/>
                <a:gd name="T6" fmla="*/ 461 w 386"/>
                <a:gd name="T7" fmla="*/ 1574 h 385"/>
                <a:gd name="T8" fmla="*/ 592 w 386"/>
                <a:gd name="T9" fmla="*/ 1042 h 385"/>
                <a:gd name="T10" fmla="*/ 997 w 386"/>
                <a:gd name="T11" fmla="*/ 812 h 385"/>
                <a:gd name="T12" fmla="*/ 1254 w 386"/>
                <a:gd name="T13" fmla="*/ 375 h 385"/>
                <a:gd name="T14" fmla="*/ 1691 w 386"/>
                <a:gd name="T15" fmla="*/ 325 h 385"/>
                <a:gd name="T16" fmla="*/ 2063 w 386"/>
                <a:gd name="T17" fmla="*/ 30 h 385"/>
                <a:gd name="T18" fmla="*/ 2473 w 386"/>
                <a:gd name="T19" fmla="*/ 167 h 385"/>
                <a:gd name="T20" fmla="*/ 2906 w 386"/>
                <a:gd name="T21" fmla="*/ 30 h 385"/>
                <a:gd name="T22" fmla="*/ 3277 w 386"/>
                <a:gd name="T23" fmla="*/ 342 h 385"/>
                <a:gd name="T24" fmla="*/ 3727 w 386"/>
                <a:gd name="T25" fmla="*/ 405 h 385"/>
                <a:gd name="T26" fmla="*/ 3984 w 386"/>
                <a:gd name="T27" fmla="*/ 842 h 385"/>
                <a:gd name="T28" fmla="*/ 4389 w 386"/>
                <a:gd name="T29" fmla="*/ 1092 h 385"/>
                <a:gd name="T30" fmla="*/ 4503 w 386"/>
                <a:gd name="T31" fmla="*/ 1604 h 385"/>
                <a:gd name="T32" fmla="*/ 4800 w 386"/>
                <a:gd name="T33" fmla="*/ 1999 h 385"/>
                <a:gd name="T34" fmla="*/ 4761 w 386"/>
                <a:gd name="T35" fmla="*/ 2529 h 385"/>
                <a:gd name="T36" fmla="*/ 4941 w 386"/>
                <a:gd name="T37" fmla="*/ 3008 h 385"/>
                <a:gd name="T38" fmla="*/ 4761 w 386"/>
                <a:gd name="T39" fmla="*/ 3508 h 385"/>
                <a:gd name="T40" fmla="*/ 4789 w 386"/>
                <a:gd name="T41" fmla="*/ 4058 h 385"/>
                <a:gd name="T42" fmla="*/ 4482 w 386"/>
                <a:gd name="T43" fmla="*/ 4433 h 385"/>
                <a:gd name="T44" fmla="*/ 4351 w 386"/>
                <a:gd name="T45" fmla="*/ 4962 h 385"/>
                <a:gd name="T46" fmla="*/ 3947 w 386"/>
                <a:gd name="T47" fmla="*/ 5195 h 385"/>
                <a:gd name="T48" fmla="*/ 3689 w 386"/>
                <a:gd name="T49" fmla="*/ 5632 h 385"/>
                <a:gd name="T50" fmla="*/ 3252 w 386"/>
                <a:gd name="T51" fmla="*/ 5682 h 385"/>
                <a:gd name="T52" fmla="*/ 2880 w 386"/>
                <a:gd name="T53" fmla="*/ 5974 h 385"/>
                <a:gd name="T54" fmla="*/ 2473 w 386"/>
                <a:gd name="T55" fmla="*/ 5849 h 385"/>
                <a:gd name="T56" fmla="*/ 2035 w 386"/>
                <a:gd name="T57" fmla="*/ 5974 h 385"/>
                <a:gd name="T58" fmla="*/ 1663 w 386"/>
                <a:gd name="T59" fmla="*/ 5662 h 385"/>
                <a:gd name="T60" fmla="*/ 1214 w 386"/>
                <a:gd name="T61" fmla="*/ 5600 h 385"/>
                <a:gd name="T62" fmla="*/ 957 w 386"/>
                <a:gd name="T63" fmla="*/ 5162 h 385"/>
                <a:gd name="T64" fmla="*/ 552 w 386"/>
                <a:gd name="T65" fmla="*/ 4912 h 385"/>
                <a:gd name="T66" fmla="*/ 437 w 386"/>
                <a:gd name="T67" fmla="*/ 4403 h 385"/>
                <a:gd name="T68" fmla="*/ 143 w 386"/>
                <a:gd name="T69" fmla="*/ 4008 h 385"/>
                <a:gd name="T70" fmla="*/ 180 w 386"/>
                <a:gd name="T71" fmla="*/ 3478 h 385"/>
                <a:gd name="T72" fmla="*/ 0 w 386"/>
                <a:gd name="T73" fmla="*/ 3008 h 3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6" h="385">
                  <a:moveTo>
                    <a:pt x="0" y="193"/>
                  </a:moveTo>
                  <a:cubicBezTo>
                    <a:pt x="0" y="181"/>
                    <a:pt x="12" y="171"/>
                    <a:pt x="14" y="161"/>
                  </a:cubicBezTo>
                  <a:cubicBezTo>
                    <a:pt x="16" y="149"/>
                    <a:pt x="8" y="136"/>
                    <a:pt x="12" y="125"/>
                  </a:cubicBezTo>
                  <a:cubicBezTo>
                    <a:pt x="15" y="115"/>
                    <a:pt x="30" y="110"/>
                    <a:pt x="36" y="101"/>
                  </a:cubicBezTo>
                  <a:cubicBezTo>
                    <a:pt x="42" y="91"/>
                    <a:pt x="39" y="75"/>
                    <a:pt x="46" y="67"/>
                  </a:cubicBezTo>
                  <a:cubicBezTo>
                    <a:pt x="53" y="58"/>
                    <a:pt x="69" y="59"/>
                    <a:pt x="78" y="52"/>
                  </a:cubicBezTo>
                  <a:cubicBezTo>
                    <a:pt x="86" y="45"/>
                    <a:pt x="89" y="29"/>
                    <a:pt x="98" y="24"/>
                  </a:cubicBezTo>
                  <a:cubicBezTo>
                    <a:pt x="107" y="19"/>
                    <a:pt x="122" y="25"/>
                    <a:pt x="132" y="21"/>
                  </a:cubicBezTo>
                  <a:cubicBezTo>
                    <a:pt x="142" y="17"/>
                    <a:pt x="150" y="4"/>
                    <a:pt x="161" y="2"/>
                  </a:cubicBezTo>
                  <a:cubicBezTo>
                    <a:pt x="171" y="0"/>
                    <a:pt x="182" y="11"/>
                    <a:pt x="193" y="11"/>
                  </a:cubicBezTo>
                  <a:cubicBezTo>
                    <a:pt x="204" y="11"/>
                    <a:pt x="216" y="0"/>
                    <a:pt x="227" y="2"/>
                  </a:cubicBezTo>
                  <a:cubicBezTo>
                    <a:pt x="238" y="4"/>
                    <a:pt x="246" y="18"/>
                    <a:pt x="256" y="22"/>
                  </a:cubicBezTo>
                  <a:cubicBezTo>
                    <a:pt x="266" y="26"/>
                    <a:pt x="281" y="20"/>
                    <a:pt x="291" y="26"/>
                  </a:cubicBezTo>
                  <a:cubicBezTo>
                    <a:pt x="300" y="31"/>
                    <a:pt x="303" y="47"/>
                    <a:pt x="311" y="54"/>
                  </a:cubicBezTo>
                  <a:cubicBezTo>
                    <a:pt x="320" y="61"/>
                    <a:pt x="336" y="62"/>
                    <a:pt x="343" y="70"/>
                  </a:cubicBezTo>
                  <a:cubicBezTo>
                    <a:pt x="349" y="78"/>
                    <a:pt x="346" y="94"/>
                    <a:pt x="352" y="103"/>
                  </a:cubicBezTo>
                  <a:cubicBezTo>
                    <a:pt x="357" y="112"/>
                    <a:pt x="372" y="118"/>
                    <a:pt x="375" y="128"/>
                  </a:cubicBezTo>
                  <a:cubicBezTo>
                    <a:pt x="379" y="138"/>
                    <a:pt x="371" y="151"/>
                    <a:pt x="372" y="162"/>
                  </a:cubicBezTo>
                  <a:cubicBezTo>
                    <a:pt x="374" y="172"/>
                    <a:pt x="386" y="182"/>
                    <a:pt x="386" y="193"/>
                  </a:cubicBezTo>
                  <a:cubicBezTo>
                    <a:pt x="386" y="204"/>
                    <a:pt x="374" y="214"/>
                    <a:pt x="372" y="225"/>
                  </a:cubicBezTo>
                  <a:cubicBezTo>
                    <a:pt x="370" y="236"/>
                    <a:pt x="378" y="249"/>
                    <a:pt x="374" y="260"/>
                  </a:cubicBezTo>
                  <a:cubicBezTo>
                    <a:pt x="371" y="270"/>
                    <a:pt x="356" y="275"/>
                    <a:pt x="350" y="284"/>
                  </a:cubicBezTo>
                  <a:cubicBezTo>
                    <a:pt x="344" y="294"/>
                    <a:pt x="347" y="310"/>
                    <a:pt x="340" y="318"/>
                  </a:cubicBezTo>
                  <a:cubicBezTo>
                    <a:pt x="333" y="327"/>
                    <a:pt x="317" y="326"/>
                    <a:pt x="308" y="333"/>
                  </a:cubicBezTo>
                  <a:cubicBezTo>
                    <a:pt x="300" y="340"/>
                    <a:pt x="297" y="356"/>
                    <a:pt x="288" y="361"/>
                  </a:cubicBezTo>
                  <a:cubicBezTo>
                    <a:pt x="279" y="366"/>
                    <a:pt x="264" y="360"/>
                    <a:pt x="254" y="364"/>
                  </a:cubicBezTo>
                  <a:cubicBezTo>
                    <a:pt x="244" y="368"/>
                    <a:pt x="236" y="381"/>
                    <a:pt x="225" y="383"/>
                  </a:cubicBezTo>
                  <a:cubicBezTo>
                    <a:pt x="215" y="385"/>
                    <a:pt x="204" y="375"/>
                    <a:pt x="193" y="375"/>
                  </a:cubicBezTo>
                  <a:cubicBezTo>
                    <a:pt x="182" y="375"/>
                    <a:pt x="170" y="385"/>
                    <a:pt x="159" y="383"/>
                  </a:cubicBezTo>
                  <a:cubicBezTo>
                    <a:pt x="148" y="381"/>
                    <a:pt x="140" y="367"/>
                    <a:pt x="130" y="363"/>
                  </a:cubicBezTo>
                  <a:cubicBezTo>
                    <a:pt x="119" y="359"/>
                    <a:pt x="105" y="365"/>
                    <a:pt x="95" y="359"/>
                  </a:cubicBezTo>
                  <a:cubicBezTo>
                    <a:pt x="86" y="354"/>
                    <a:pt x="83" y="338"/>
                    <a:pt x="75" y="331"/>
                  </a:cubicBezTo>
                  <a:cubicBezTo>
                    <a:pt x="66" y="324"/>
                    <a:pt x="50" y="324"/>
                    <a:pt x="43" y="315"/>
                  </a:cubicBezTo>
                  <a:cubicBezTo>
                    <a:pt x="37" y="307"/>
                    <a:pt x="40" y="291"/>
                    <a:pt x="34" y="282"/>
                  </a:cubicBezTo>
                  <a:cubicBezTo>
                    <a:pt x="29" y="273"/>
                    <a:pt x="14" y="268"/>
                    <a:pt x="11" y="257"/>
                  </a:cubicBezTo>
                  <a:cubicBezTo>
                    <a:pt x="7" y="247"/>
                    <a:pt x="15" y="234"/>
                    <a:pt x="14" y="223"/>
                  </a:cubicBezTo>
                  <a:cubicBezTo>
                    <a:pt x="12" y="213"/>
                    <a:pt x="0" y="203"/>
                    <a:pt x="0" y="193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9" name="Freeform 656">
              <a:extLst>
                <a:ext uri="{FF2B5EF4-FFF2-40B4-BE49-F238E27FC236}">
                  <a16:creationId xmlns:a16="http://schemas.microsoft.com/office/drawing/2014/main" id="{15A279F2-3A88-4FE8-9E20-6EAA3028A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3576"/>
              <a:ext cx="78" cy="200"/>
            </a:xfrm>
            <a:custGeom>
              <a:avLst/>
              <a:gdLst>
                <a:gd name="T0" fmla="*/ 0 w 33"/>
                <a:gd name="T1" fmla="*/ 0 h 80"/>
                <a:gd name="T2" fmla="*/ 409 w 33"/>
                <a:gd name="T3" fmla="*/ 458 h 80"/>
                <a:gd name="T4" fmla="*/ 357 w 33"/>
                <a:gd name="T5" fmla="*/ 1250 h 80"/>
                <a:gd name="T6" fmla="*/ 291 w 33"/>
                <a:gd name="T7" fmla="*/ 408 h 80"/>
                <a:gd name="T8" fmla="*/ 0 w 3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0">
                  <a:moveTo>
                    <a:pt x="0" y="0"/>
                  </a:moveTo>
                  <a:cubicBezTo>
                    <a:pt x="11" y="8"/>
                    <a:pt x="29" y="20"/>
                    <a:pt x="31" y="29"/>
                  </a:cubicBezTo>
                  <a:cubicBezTo>
                    <a:pt x="33" y="38"/>
                    <a:pt x="30" y="66"/>
                    <a:pt x="27" y="80"/>
                  </a:cubicBezTo>
                  <a:cubicBezTo>
                    <a:pt x="27" y="65"/>
                    <a:pt x="29" y="35"/>
                    <a:pt x="22" y="26"/>
                  </a:cubicBezTo>
                  <a:cubicBezTo>
                    <a:pt x="15" y="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657">
              <a:extLst>
                <a:ext uri="{FF2B5EF4-FFF2-40B4-BE49-F238E27FC236}">
                  <a16:creationId xmlns:a16="http://schemas.microsoft.com/office/drawing/2014/main" id="{71ACF8DC-B44B-40B4-BC3B-B386F7C00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146"/>
              <a:ext cx="65" cy="202"/>
            </a:xfrm>
            <a:custGeom>
              <a:avLst/>
              <a:gdLst>
                <a:gd name="T0" fmla="*/ 351 w 28"/>
                <a:gd name="T1" fmla="*/ 0 h 81"/>
                <a:gd name="T2" fmla="*/ 0 w 28"/>
                <a:gd name="T3" fmla="*/ 125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1">
                  <a:moveTo>
                    <a:pt x="28" y="0"/>
                  </a:moveTo>
                  <a:cubicBezTo>
                    <a:pt x="18" y="10"/>
                    <a:pt x="2" y="54"/>
                    <a:pt x="0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658">
              <a:extLst>
                <a:ext uri="{FF2B5EF4-FFF2-40B4-BE49-F238E27FC236}">
                  <a16:creationId xmlns:a16="http://schemas.microsoft.com/office/drawing/2014/main" id="{424A84FF-263D-47AE-800B-ED1BF3004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311"/>
              <a:ext cx="42" cy="152"/>
            </a:xfrm>
            <a:custGeom>
              <a:avLst/>
              <a:gdLst>
                <a:gd name="T0" fmla="*/ 201 w 18"/>
                <a:gd name="T1" fmla="*/ 0 h 61"/>
                <a:gd name="T2" fmla="*/ 0 w 18"/>
                <a:gd name="T3" fmla="*/ 944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1">
                  <a:moveTo>
                    <a:pt x="16" y="0"/>
                  </a:moveTo>
                  <a:cubicBezTo>
                    <a:pt x="18" y="22"/>
                    <a:pt x="6" y="49"/>
                    <a:pt x="0" y="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659">
              <a:extLst>
                <a:ext uri="{FF2B5EF4-FFF2-40B4-BE49-F238E27FC236}">
                  <a16:creationId xmlns:a16="http://schemas.microsoft.com/office/drawing/2014/main" id="{D1538443-268D-428D-BC2F-75BDE8194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636"/>
              <a:ext cx="89" cy="62"/>
            </a:xfrm>
            <a:custGeom>
              <a:avLst/>
              <a:gdLst>
                <a:gd name="T0" fmla="*/ 0 w 38"/>
                <a:gd name="T1" fmla="*/ 308 h 25"/>
                <a:gd name="T2" fmla="*/ 487 w 3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5">
                  <a:moveTo>
                    <a:pt x="0" y="20"/>
                  </a:moveTo>
                  <a:cubicBezTo>
                    <a:pt x="15" y="25"/>
                    <a:pt x="31" y="12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Freeform 660">
              <a:extLst>
                <a:ext uri="{FF2B5EF4-FFF2-40B4-BE49-F238E27FC236}">
                  <a16:creationId xmlns:a16="http://schemas.microsoft.com/office/drawing/2014/main" id="{5123948D-CDA7-4A5A-BCC7-8676E389C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3676"/>
              <a:ext cx="25" cy="67"/>
            </a:xfrm>
            <a:custGeom>
              <a:avLst/>
              <a:gdLst>
                <a:gd name="T0" fmla="*/ 0 w 11"/>
                <a:gd name="T1" fmla="*/ 0 h 27"/>
                <a:gd name="T2" fmla="*/ 82 w 11"/>
                <a:gd name="T3" fmla="*/ 4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11" y="6"/>
                    <a:pt x="11" y="16"/>
                    <a:pt x="7" y="2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Freeform 661">
              <a:extLst>
                <a:ext uri="{FF2B5EF4-FFF2-40B4-BE49-F238E27FC236}">
                  <a16:creationId xmlns:a16="http://schemas.microsoft.com/office/drawing/2014/main" id="{682C8F89-FCF9-4711-9566-B2F755CFD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751"/>
              <a:ext cx="68" cy="47"/>
            </a:xfrm>
            <a:custGeom>
              <a:avLst/>
              <a:gdLst>
                <a:gd name="T0" fmla="*/ 0 w 29"/>
                <a:gd name="T1" fmla="*/ 0 h 19"/>
                <a:gd name="T2" fmla="*/ 49 w 29"/>
                <a:gd name="T3" fmla="*/ 121 h 19"/>
                <a:gd name="T4" fmla="*/ 373 w 29"/>
                <a:gd name="T5" fmla="*/ 28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0" y="0"/>
                  </a:moveTo>
                  <a:cubicBezTo>
                    <a:pt x="3" y="1"/>
                    <a:pt x="1" y="5"/>
                    <a:pt x="4" y="8"/>
                  </a:cubicBezTo>
                  <a:cubicBezTo>
                    <a:pt x="10" y="18"/>
                    <a:pt x="17" y="19"/>
                    <a:pt x="29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Freeform 662">
              <a:extLst>
                <a:ext uri="{FF2B5EF4-FFF2-40B4-BE49-F238E27FC236}">
                  <a16:creationId xmlns:a16="http://schemas.microsoft.com/office/drawing/2014/main" id="{4DE7F1BD-AFA9-42EE-8879-413234339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3636"/>
              <a:ext cx="26" cy="30"/>
            </a:xfrm>
            <a:custGeom>
              <a:avLst/>
              <a:gdLst>
                <a:gd name="T0" fmla="*/ 135 w 11"/>
                <a:gd name="T1" fmla="*/ 125 h 12"/>
                <a:gd name="T2" fmla="*/ 144 w 11"/>
                <a:gd name="T3" fmla="*/ 95 h 12"/>
                <a:gd name="T4" fmla="*/ 0 w 11"/>
                <a:gd name="T5" fmla="*/ 20 h 12"/>
                <a:gd name="T6" fmla="*/ 118 w 11"/>
                <a:gd name="T7" fmla="*/ 18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8"/>
                  </a:moveTo>
                  <a:cubicBezTo>
                    <a:pt x="10" y="7"/>
                    <a:pt x="11" y="7"/>
                    <a:pt x="11" y="6"/>
                  </a:cubicBezTo>
                  <a:cubicBezTo>
                    <a:pt x="9" y="3"/>
                    <a:pt x="4" y="0"/>
                    <a:pt x="0" y="1"/>
                  </a:cubicBezTo>
                  <a:cubicBezTo>
                    <a:pt x="0" y="6"/>
                    <a:pt x="6" y="9"/>
                    <a:pt x="9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Freeform 663">
              <a:extLst>
                <a:ext uri="{FF2B5EF4-FFF2-40B4-BE49-F238E27FC236}">
                  <a16:creationId xmlns:a16="http://schemas.microsoft.com/office/drawing/2014/main" id="{7C8E27B7-7F64-45E1-8D79-8852E893D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3701"/>
              <a:ext cx="28" cy="35"/>
            </a:xfrm>
            <a:custGeom>
              <a:avLst/>
              <a:gdLst>
                <a:gd name="T0" fmla="*/ 0 w 12"/>
                <a:gd name="T1" fmla="*/ 220 h 14"/>
                <a:gd name="T2" fmla="*/ 0 w 12"/>
                <a:gd name="T3" fmla="*/ 9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14"/>
                  </a:moveTo>
                  <a:cubicBezTo>
                    <a:pt x="12" y="11"/>
                    <a:pt x="12" y="0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Freeform 664">
              <a:extLst>
                <a:ext uri="{FF2B5EF4-FFF2-40B4-BE49-F238E27FC236}">
                  <a16:creationId xmlns:a16="http://schemas.microsoft.com/office/drawing/2014/main" id="{130CB9DF-F802-4CE4-BC90-D2C68EB28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776"/>
              <a:ext cx="23" cy="29"/>
            </a:xfrm>
            <a:custGeom>
              <a:avLst/>
              <a:gdLst>
                <a:gd name="T0" fmla="*/ 122 w 10"/>
                <a:gd name="T1" fmla="*/ 169 h 12"/>
                <a:gd name="T2" fmla="*/ 94 w 10"/>
                <a:gd name="T3" fmla="*/ 0 h 12"/>
                <a:gd name="T4" fmla="*/ 0 w 10"/>
                <a:gd name="T5" fmla="*/ 14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0" y="12"/>
                  </a:moveTo>
                  <a:cubicBezTo>
                    <a:pt x="10" y="8"/>
                    <a:pt x="10" y="3"/>
                    <a:pt x="8" y="0"/>
                  </a:cubicBezTo>
                  <a:cubicBezTo>
                    <a:pt x="4" y="2"/>
                    <a:pt x="1" y="6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Freeform 665">
              <a:extLst>
                <a:ext uri="{FF2B5EF4-FFF2-40B4-BE49-F238E27FC236}">
                  <a16:creationId xmlns:a16="http://schemas.microsoft.com/office/drawing/2014/main" id="{548B9618-8FE7-4579-8F4D-77D3C8467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521"/>
              <a:ext cx="47" cy="57"/>
            </a:xfrm>
            <a:custGeom>
              <a:avLst/>
              <a:gdLst>
                <a:gd name="T0" fmla="*/ 0 w 20"/>
                <a:gd name="T1" fmla="*/ 0 h 23"/>
                <a:gd name="T2" fmla="*/ 172 w 20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9" y="5"/>
                    <a:pt x="20" y="12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Freeform 666">
              <a:extLst>
                <a:ext uri="{FF2B5EF4-FFF2-40B4-BE49-F238E27FC236}">
                  <a16:creationId xmlns:a16="http://schemas.microsoft.com/office/drawing/2014/main" id="{9549F951-F1AB-4FB1-ACB7-08F81513A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516"/>
              <a:ext cx="42" cy="30"/>
            </a:xfrm>
            <a:custGeom>
              <a:avLst/>
              <a:gdLst>
                <a:gd name="T0" fmla="*/ 0 w 18"/>
                <a:gd name="T1" fmla="*/ 188 h 12"/>
                <a:gd name="T2" fmla="*/ 229 w 18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5" y="6"/>
                    <a:pt x="10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Freeform 667">
              <a:extLst>
                <a:ext uri="{FF2B5EF4-FFF2-40B4-BE49-F238E27FC236}">
                  <a16:creationId xmlns:a16="http://schemas.microsoft.com/office/drawing/2014/main" id="{2D46FA87-9443-4052-8939-4AA1EB7FF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523"/>
              <a:ext cx="9" cy="13"/>
            </a:xfrm>
            <a:custGeom>
              <a:avLst/>
              <a:gdLst>
                <a:gd name="T0" fmla="*/ 45 w 4"/>
                <a:gd name="T1" fmla="*/ 0 h 5"/>
                <a:gd name="T2" fmla="*/ 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1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Freeform 668">
              <a:extLst>
                <a:ext uri="{FF2B5EF4-FFF2-40B4-BE49-F238E27FC236}">
                  <a16:creationId xmlns:a16="http://schemas.microsoft.com/office/drawing/2014/main" id="{931E9093-5A9D-406C-B9BA-FF7CAEC70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503"/>
              <a:ext cx="9" cy="38"/>
            </a:xfrm>
            <a:custGeom>
              <a:avLst/>
              <a:gdLst>
                <a:gd name="T0" fmla="*/ 11 w 4"/>
                <a:gd name="T1" fmla="*/ 0 h 15"/>
                <a:gd name="T2" fmla="*/ 45 w 4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1" y="0"/>
                  </a:moveTo>
                  <a:cubicBezTo>
                    <a:pt x="0" y="5"/>
                    <a:pt x="1" y="11"/>
                    <a:pt x="4" y="1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2" name="Freeform 669">
              <a:extLst>
                <a:ext uri="{FF2B5EF4-FFF2-40B4-BE49-F238E27FC236}">
                  <a16:creationId xmlns:a16="http://schemas.microsoft.com/office/drawing/2014/main" id="{F73C2EF7-BEA8-4B93-9379-493D68CDD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3676"/>
              <a:ext cx="23" cy="30"/>
            </a:xfrm>
            <a:custGeom>
              <a:avLst/>
              <a:gdLst>
                <a:gd name="T0" fmla="*/ 12 w 10"/>
                <a:gd name="T1" fmla="*/ 175 h 12"/>
                <a:gd name="T2" fmla="*/ 37 w 10"/>
                <a:gd name="T3" fmla="*/ 0 h 12"/>
                <a:gd name="T4" fmla="*/ 122 w 10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" y="11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6" y="2"/>
                    <a:pt x="9" y="7"/>
                    <a:pt x="10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Freeform 670">
              <a:extLst>
                <a:ext uri="{FF2B5EF4-FFF2-40B4-BE49-F238E27FC236}">
                  <a16:creationId xmlns:a16="http://schemas.microsoft.com/office/drawing/2014/main" id="{EDAB87A7-17A4-49B0-8618-AE78AE79D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3596"/>
              <a:ext cx="63" cy="105"/>
            </a:xfrm>
            <a:custGeom>
              <a:avLst/>
              <a:gdLst>
                <a:gd name="T0" fmla="*/ 0 w 27"/>
                <a:gd name="T1" fmla="*/ 583 h 42"/>
                <a:gd name="T2" fmla="*/ 331 w 27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2">
                  <a:moveTo>
                    <a:pt x="0" y="37"/>
                  </a:moveTo>
                  <a:cubicBezTo>
                    <a:pt x="19" y="42"/>
                    <a:pt x="27" y="1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Freeform 671">
              <a:extLst>
                <a:ext uri="{FF2B5EF4-FFF2-40B4-BE49-F238E27FC236}">
                  <a16:creationId xmlns:a16="http://schemas.microsoft.com/office/drawing/2014/main" id="{9B2E9BB6-D275-40F8-B4E3-50A8C0C5D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531"/>
              <a:ext cx="61" cy="72"/>
            </a:xfrm>
            <a:custGeom>
              <a:avLst/>
              <a:gdLst>
                <a:gd name="T0" fmla="*/ 0 w 26"/>
                <a:gd name="T1" fmla="*/ 444 h 29"/>
                <a:gd name="T2" fmla="*/ 324 w 26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9">
                  <a:moveTo>
                    <a:pt x="0" y="29"/>
                  </a:moveTo>
                  <a:cubicBezTo>
                    <a:pt x="14" y="26"/>
                    <a:pt x="26" y="14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Freeform 672">
              <a:extLst>
                <a:ext uri="{FF2B5EF4-FFF2-40B4-BE49-F238E27FC236}">
                  <a16:creationId xmlns:a16="http://schemas.microsoft.com/office/drawing/2014/main" id="{871984B1-2F6B-4066-B4D7-24CD80EE3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591"/>
              <a:ext cx="2" cy="20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Freeform 673">
              <a:extLst>
                <a:ext uri="{FF2B5EF4-FFF2-40B4-BE49-F238E27FC236}">
                  <a16:creationId xmlns:a16="http://schemas.microsoft.com/office/drawing/2014/main" id="{78EB3A44-533F-4730-988A-FB13600B2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3683"/>
              <a:ext cx="5" cy="25"/>
            </a:xfrm>
            <a:custGeom>
              <a:avLst/>
              <a:gdLst>
                <a:gd name="T0" fmla="*/ 33 w 2"/>
                <a:gd name="T1" fmla="*/ 0 h 10"/>
                <a:gd name="T2" fmla="*/ 0 w 2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1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Freeform 674">
              <a:extLst>
                <a:ext uri="{FF2B5EF4-FFF2-40B4-BE49-F238E27FC236}">
                  <a16:creationId xmlns:a16="http://schemas.microsoft.com/office/drawing/2014/main" id="{47B7BCDE-3910-4B54-A330-CFA7FAF5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3324"/>
              <a:ext cx="35" cy="127"/>
            </a:xfrm>
            <a:custGeom>
              <a:avLst/>
              <a:gdLst>
                <a:gd name="T0" fmla="*/ 65 w 15"/>
                <a:gd name="T1" fmla="*/ 0 h 51"/>
                <a:gd name="T2" fmla="*/ 0 w 15"/>
                <a:gd name="T3" fmla="*/ 78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5" y="0"/>
                  </a:moveTo>
                  <a:cubicBezTo>
                    <a:pt x="15" y="13"/>
                    <a:pt x="13" y="40"/>
                    <a:pt x="0" y="5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Freeform 675">
              <a:extLst>
                <a:ext uri="{FF2B5EF4-FFF2-40B4-BE49-F238E27FC236}">
                  <a16:creationId xmlns:a16="http://schemas.microsoft.com/office/drawing/2014/main" id="{240F7562-F30E-405F-9161-9592DF579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416"/>
              <a:ext cx="21" cy="95"/>
            </a:xfrm>
            <a:custGeom>
              <a:avLst/>
              <a:gdLst>
                <a:gd name="T0" fmla="*/ 28 w 9"/>
                <a:gd name="T1" fmla="*/ 0 h 38"/>
                <a:gd name="T2" fmla="*/ 0 w 9"/>
                <a:gd name="T3" fmla="*/ 5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2" y="0"/>
                  </a:moveTo>
                  <a:cubicBezTo>
                    <a:pt x="9" y="12"/>
                    <a:pt x="8" y="27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Freeform 676">
              <a:extLst>
                <a:ext uri="{FF2B5EF4-FFF2-40B4-BE49-F238E27FC236}">
                  <a16:creationId xmlns:a16="http://schemas.microsoft.com/office/drawing/2014/main" id="{9CFC020C-E84F-419D-A88D-855061883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348"/>
              <a:ext cx="35" cy="78"/>
            </a:xfrm>
            <a:custGeom>
              <a:avLst/>
              <a:gdLst>
                <a:gd name="T0" fmla="*/ 191 w 15"/>
                <a:gd name="T1" fmla="*/ 0 h 31"/>
                <a:gd name="T2" fmla="*/ 86 w 15"/>
                <a:gd name="T3" fmla="*/ 49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15" y="0"/>
                  </a:moveTo>
                  <a:cubicBezTo>
                    <a:pt x="9" y="7"/>
                    <a:pt x="0" y="22"/>
                    <a:pt x="7" y="3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Freeform 677">
              <a:extLst>
                <a:ext uri="{FF2B5EF4-FFF2-40B4-BE49-F238E27FC236}">
                  <a16:creationId xmlns:a16="http://schemas.microsoft.com/office/drawing/2014/main" id="{7271D3CD-FED8-412D-8A6A-FD332133A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416"/>
              <a:ext cx="19" cy="45"/>
            </a:xfrm>
            <a:custGeom>
              <a:avLst/>
              <a:gdLst>
                <a:gd name="T0" fmla="*/ 107 w 8"/>
                <a:gd name="T1" fmla="*/ 0 h 18"/>
                <a:gd name="T2" fmla="*/ 12 w 8"/>
                <a:gd name="T3" fmla="*/ 28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2" y="5"/>
                    <a:pt x="0" y="11"/>
                    <a:pt x="1" y="1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Freeform 678">
              <a:extLst>
                <a:ext uri="{FF2B5EF4-FFF2-40B4-BE49-F238E27FC236}">
                  <a16:creationId xmlns:a16="http://schemas.microsoft.com/office/drawing/2014/main" id="{C12D470D-81BD-477C-AC37-4913D30C9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761"/>
              <a:ext cx="61" cy="54"/>
            </a:xfrm>
            <a:custGeom>
              <a:avLst/>
              <a:gdLst>
                <a:gd name="T0" fmla="*/ 0 w 26"/>
                <a:gd name="T1" fmla="*/ 314 h 22"/>
                <a:gd name="T2" fmla="*/ 336 w 2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2">
                  <a:moveTo>
                    <a:pt x="0" y="21"/>
                  </a:moveTo>
                  <a:cubicBezTo>
                    <a:pt x="10" y="22"/>
                    <a:pt x="25" y="1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Freeform 679">
              <a:extLst>
                <a:ext uri="{FF2B5EF4-FFF2-40B4-BE49-F238E27FC236}">
                  <a16:creationId xmlns:a16="http://schemas.microsoft.com/office/drawing/2014/main" id="{B864DB3A-5F41-44A9-85BD-3E864EDC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3741"/>
              <a:ext cx="44" cy="22"/>
            </a:xfrm>
            <a:custGeom>
              <a:avLst/>
              <a:gdLst>
                <a:gd name="T0" fmla="*/ 0 w 19"/>
                <a:gd name="T1" fmla="*/ 59 h 9"/>
                <a:gd name="T2" fmla="*/ 236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4"/>
                  </a:moveTo>
                  <a:cubicBezTo>
                    <a:pt x="6" y="9"/>
                    <a:pt x="16" y="7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3" name="Freeform 680">
              <a:extLst>
                <a:ext uri="{FF2B5EF4-FFF2-40B4-BE49-F238E27FC236}">
                  <a16:creationId xmlns:a16="http://schemas.microsoft.com/office/drawing/2014/main" id="{922D06BB-75D4-4BF2-BD6D-4B00C875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61"/>
              <a:ext cx="23" cy="97"/>
            </a:xfrm>
            <a:custGeom>
              <a:avLst/>
              <a:gdLst>
                <a:gd name="T0" fmla="*/ 94 w 10"/>
                <a:gd name="T1" fmla="*/ 0 h 39"/>
                <a:gd name="T2" fmla="*/ 122 w 10"/>
                <a:gd name="T3" fmla="*/ 59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9">
                  <a:moveTo>
                    <a:pt x="8" y="0"/>
                  </a:moveTo>
                  <a:cubicBezTo>
                    <a:pt x="1" y="7"/>
                    <a:pt x="0" y="34"/>
                    <a:pt x="10" y="3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4" name="Freeform 681">
              <a:extLst>
                <a:ext uri="{FF2B5EF4-FFF2-40B4-BE49-F238E27FC236}">
                  <a16:creationId xmlns:a16="http://schemas.microsoft.com/office/drawing/2014/main" id="{D49E2C95-EE04-47A8-80FA-806D4B95D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3438"/>
              <a:ext cx="31" cy="108"/>
            </a:xfrm>
            <a:custGeom>
              <a:avLst/>
              <a:gdLst>
                <a:gd name="T0" fmla="*/ 79 w 13"/>
                <a:gd name="T1" fmla="*/ 0 h 43"/>
                <a:gd name="T2" fmla="*/ 176 w 13"/>
                <a:gd name="T3" fmla="*/ 68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6" y="0"/>
                  </a:moveTo>
                  <a:cubicBezTo>
                    <a:pt x="1" y="15"/>
                    <a:pt x="0" y="32"/>
                    <a:pt x="13" y="4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5" name="Freeform 682">
              <a:extLst>
                <a:ext uri="{FF2B5EF4-FFF2-40B4-BE49-F238E27FC236}">
                  <a16:creationId xmlns:a16="http://schemas.microsoft.com/office/drawing/2014/main" id="{0700E572-133F-4503-AE99-65D1BD06D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3606"/>
              <a:ext cx="43" cy="95"/>
            </a:xfrm>
            <a:custGeom>
              <a:avLst/>
              <a:gdLst>
                <a:gd name="T0" fmla="*/ 0 w 18"/>
                <a:gd name="T1" fmla="*/ 563 h 38"/>
                <a:gd name="T2" fmla="*/ 205 w 18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0" y="36"/>
                  </a:moveTo>
                  <a:cubicBezTo>
                    <a:pt x="16" y="38"/>
                    <a:pt x="18" y="1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6" name="Freeform 683">
              <a:extLst>
                <a:ext uri="{FF2B5EF4-FFF2-40B4-BE49-F238E27FC236}">
                  <a16:creationId xmlns:a16="http://schemas.microsoft.com/office/drawing/2014/main" id="{2A507559-4A2D-4929-85C9-160B6B63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566"/>
              <a:ext cx="25" cy="67"/>
            </a:xfrm>
            <a:custGeom>
              <a:avLst/>
              <a:gdLst>
                <a:gd name="T0" fmla="*/ 57 w 11"/>
                <a:gd name="T1" fmla="*/ 0 h 27"/>
                <a:gd name="T2" fmla="*/ 0 w 11"/>
                <a:gd name="T3" fmla="*/ 4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5" y="0"/>
                  </a:moveTo>
                  <a:cubicBezTo>
                    <a:pt x="11" y="10"/>
                    <a:pt x="7" y="19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7" name="Freeform 684">
              <a:extLst>
                <a:ext uri="{FF2B5EF4-FFF2-40B4-BE49-F238E27FC236}">
                  <a16:creationId xmlns:a16="http://schemas.microsoft.com/office/drawing/2014/main" id="{E95492E8-83BA-43A0-8554-D5905915A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3493"/>
              <a:ext cx="28" cy="98"/>
            </a:xfrm>
            <a:custGeom>
              <a:avLst/>
              <a:gdLst>
                <a:gd name="T0" fmla="*/ 0 w 12"/>
                <a:gd name="T1" fmla="*/ 0 h 39"/>
                <a:gd name="T2" fmla="*/ 28 w 12"/>
                <a:gd name="T3" fmla="*/ 618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0" y="0"/>
                  </a:moveTo>
                  <a:cubicBezTo>
                    <a:pt x="5" y="14"/>
                    <a:pt x="12" y="26"/>
                    <a:pt x="2" y="3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8" name="Freeform 685">
              <a:extLst>
                <a:ext uri="{FF2B5EF4-FFF2-40B4-BE49-F238E27FC236}">
                  <a16:creationId xmlns:a16="http://schemas.microsoft.com/office/drawing/2014/main" id="{1FCA1DAA-4142-4CCA-B76B-02540F521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3578"/>
              <a:ext cx="22" cy="50"/>
            </a:xfrm>
            <a:custGeom>
              <a:avLst/>
              <a:gdLst>
                <a:gd name="T0" fmla="*/ 0 w 9"/>
                <a:gd name="T1" fmla="*/ 0 h 20"/>
                <a:gd name="T2" fmla="*/ 120 w 9"/>
                <a:gd name="T3" fmla="*/ 3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5" y="5"/>
                    <a:pt x="9" y="12"/>
                    <a:pt x="8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9" name="Freeform 686">
              <a:extLst>
                <a:ext uri="{FF2B5EF4-FFF2-40B4-BE49-F238E27FC236}">
                  <a16:creationId xmlns:a16="http://schemas.microsoft.com/office/drawing/2014/main" id="{8D990FB9-264D-4BF0-83FC-11C27BDBC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3686"/>
              <a:ext cx="56" cy="45"/>
            </a:xfrm>
            <a:custGeom>
              <a:avLst/>
              <a:gdLst>
                <a:gd name="T0" fmla="*/ 0 w 24"/>
                <a:gd name="T1" fmla="*/ 0 h 18"/>
                <a:gd name="T2" fmla="*/ 306 w 24"/>
                <a:gd name="T3" fmla="*/ 18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0"/>
                  </a:moveTo>
                  <a:cubicBezTo>
                    <a:pt x="7" y="9"/>
                    <a:pt x="11" y="18"/>
                    <a:pt x="24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0" name="Freeform 687">
              <a:extLst>
                <a:ext uri="{FF2B5EF4-FFF2-40B4-BE49-F238E27FC236}">
                  <a16:creationId xmlns:a16="http://schemas.microsoft.com/office/drawing/2014/main" id="{6A38FC3B-29CA-4DE0-AB48-4752F0D1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3701"/>
              <a:ext cx="28" cy="35"/>
            </a:xfrm>
            <a:custGeom>
              <a:avLst/>
              <a:gdLst>
                <a:gd name="T0" fmla="*/ 0 w 12"/>
                <a:gd name="T1" fmla="*/ 0 h 14"/>
                <a:gd name="T2" fmla="*/ 152 w 12"/>
                <a:gd name="T3" fmla="*/ 17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2" y="6"/>
                    <a:pt x="4" y="14"/>
                    <a:pt x="12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1" name="Freeform 688">
              <a:extLst>
                <a:ext uri="{FF2B5EF4-FFF2-40B4-BE49-F238E27FC236}">
                  <a16:creationId xmlns:a16="http://schemas.microsoft.com/office/drawing/2014/main" id="{EE576D24-E1E4-4D35-AE9F-1346D4869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3274"/>
              <a:ext cx="39" cy="102"/>
            </a:xfrm>
            <a:custGeom>
              <a:avLst/>
              <a:gdLst>
                <a:gd name="T0" fmla="*/ 0 w 17"/>
                <a:gd name="T1" fmla="*/ 0 h 41"/>
                <a:gd name="T2" fmla="*/ 158 w 17"/>
                <a:gd name="T3" fmla="*/ 63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0" y="0"/>
                  </a:moveTo>
                  <a:cubicBezTo>
                    <a:pt x="17" y="0"/>
                    <a:pt x="16" y="29"/>
                    <a:pt x="13" y="4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2" name="Freeform 689">
              <a:extLst>
                <a:ext uri="{FF2B5EF4-FFF2-40B4-BE49-F238E27FC236}">
                  <a16:creationId xmlns:a16="http://schemas.microsoft.com/office/drawing/2014/main" id="{805D3633-C494-46B9-8D09-D5A4D6271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3363"/>
              <a:ext cx="26" cy="63"/>
            </a:xfrm>
            <a:custGeom>
              <a:avLst/>
              <a:gdLst>
                <a:gd name="T0" fmla="*/ 0 w 11"/>
                <a:gd name="T1" fmla="*/ 0 h 25"/>
                <a:gd name="T2" fmla="*/ 95 w 11"/>
                <a:gd name="T3" fmla="*/ 40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8" y="6"/>
                    <a:pt x="11" y="16"/>
                    <a:pt x="7" y="2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3" name="Freeform 690">
              <a:extLst>
                <a:ext uri="{FF2B5EF4-FFF2-40B4-BE49-F238E27FC236}">
                  <a16:creationId xmlns:a16="http://schemas.microsoft.com/office/drawing/2014/main" id="{3A5BEA07-99BC-4DE6-A799-1191450D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423"/>
              <a:ext cx="63" cy="75"/>
            </a:xfrm>
            <a:custGeom>
              <a:avLst/>
              <a:gdLst>
                <a:gd name="T0" fmla="*/ 0 w 27"/>
                <a:gd name="T1" fmla="*/ 50 h 30"/>
                <a:gd name="T2" fmla="*/ 343 w 27"/>
                <a:gd name="T3" fmla="*/ 47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0">
                  <a:moveTo>
                    <a:pt x="0" y="3"/>
                  </a:moveTo>
                  <a:cubicBezTo>
                    <a:pt x="18" y="0"/>
                    <a:pt x="27" y="13"/>
                    <a:pt x="27" y="3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4" name="Freeform 691">
              <a:extLst>
                <a:ext uri="{FF2B5EF4-FFF2-40B4-BE49-F238E27FC236}">
                  <a16:creationId xmlns:a16="http://schemas.microsoft.com/office/drawing/2014/main" id="{DD5AEA3D-B2CC-4598-A568-CCBE444D1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3496"/>
              <a:ext cx="33" cy="15"/>
            </a:xfrm>
            <a:custGeom>
              <a:avLst/>
              <a:gdLst>
                <a:gd name="T0" fmla="*/ 0 w 14"/>
                <a:gd name="T1" fmla="*/ 0 h 6"/>
                <a:gd name="T2" fmla="*/ 184 w 1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6" y="0"/>
                    <a:pt x="11" y="1"/>
                    <a:pt x="14" y="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5" name="Freeform 692">
              <a:extLst>
                <a:ext uri="{FF2B5EF4-FFF2-40B4-BE49-F238E27FC236}">
                  <a16:creationId xmlns:a16="http://schemas.microsoft.com/office/drawing/2014/main" id="{C64A6A7F-A69C-49D1-A45C-9F0F64B2B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3411"/>
              <a:ext cx="21" cy="7"/>
            </a:xfrm>
            <a:custGeom>
              <a:avLst/>
              <a:gdLst>
                <a:gd name="T0" fmla="*/ 0 w 9"/>
                <a:gd name="T1" fmla="*/ 37 h 3"/>
                <a:gd name="T2" fmla="*/ 114 w 9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6" y="0"/>
                    <a:pt x="9" y="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6" name="Freeform 693">
              <a:extLst>
                <a:ext uri="{FF2B5EF4-FFF2-40B4-BE49-F238E27FC236}">
                  <a16:creationId xmlns:a16="http://schemas.microsoft.com/office/drawing/2014/main" id="{BA398D2E-FB35-4DF2-B918-1424196B4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3496"/>
              <a:ext cx="31" cy="30"/>
            </a:xfrm>
            <a:custGeom>
              <a:avLst/>
              <a:gdLst>
                <a:gd name="T0" fmla="*/ 0 w 13"/>
                <a:gd name="T1" fmla="*/ 95 h 12"/>
                <a:gd name="T2" fmla="*/ 176 w 13"/>
                <a:gd name="T3" fmla="*/ 50 h 12"/>
                <a:gd name="T4" fmla="*/ 12 w 13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6"/>
                  </a:moveTo>
                  <a:cubicBezTo>
                    <a:pt x="3" y="4"/>
                    <a:pt x="9" y="0"/>
                    <a:pt x="13" y="3"/>
                  </a:cubicBezTo>
                  <a:cubicBezTo>
                    <a:pt x="12" y="8"/>
                    <a:pt x="5" y="11"/>
                    <a:pt x="1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7" name="Freeform 694">
              <a:extLst>
                <a:ext uri="{FF2B5EF4-FFF2-40B4-BE49-F238E27FC236}">
                  <a16:creationId xmlns:a16="http://schemas.microsoft.com/office/drawing/2014/main" id="{68DF844D-B68D-4A2C-849F-05C7B2D1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3361"/>
              <a:ext cx="21" cy="27"/>
            </a:xfrm>
            <a:custGeom>
              <a:avLst/>
              <a:gdLst>
                <a:gd name="T0" fmla="*/ 28 w 9"/>
                <a:gd name="T1" fmla="*/ 0 h 11"/>
                <a:gd name="T2" fmla="*/ 103 w 9"/>
                <a:gd name="T3" fmla="*/ 120 h 11"/>
                <a:gd name="T4" fmla="*/ 0 w 9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4" y="2"/>
                    <a:pt x="9" y="5"/>
                    <a:pt x="8" y="8"/>
                  </a:cubicBezTo>
                  <a:cubicBezTo>
                    <a:pt x="7" y="11"/>
                    <a:pt x="1" y="11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8" name="Freeform 695">
              <a:extLst>
                <a:ext uri="{FF2B5EF4-FFF2-40B4-BE49-F238E27FC236}">
                  <a16:creationId xmlns:a16="http://schemas.microsoft.com/office/drawing/2014/main" id="{8C657CCD-BDA1-4E94-825C-562BB0B2D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3271"/>
              <a:ext cx="2" cy="15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9" name="Freeform 696">
              <a:extLst>
                <a:ext uri="{FF2B5EF4-FFF2-40B4-BE49-F238E27FC236}">
                  <a16:creationId xmlns:a16="http://schemas.microsoft.com/office/drawing/2014/main" id="{0D3B1AE3-86C2-458B-BA75-BEBBA1DC2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3516"/>
              <a:ext cx="37" cy="35"/>
            </a:xfrm>
            <a:custGeom>
              <a:avLst/>
              <a:gdLst>
                <a:gd name="T0" fmla="*/ 49 w 16"/>
                <a:gd name="T1" fmla="*/ 220 h 14"/>
                <a:gd name="T2" fmla="*/ 0 w 16"/>
                <a:gd name="T3" fmla="*/ 15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4" y="14"/>
                  </a:moveTo>
                  <a:cubicBezTo>
                    <a:pt x="16" y="5"/>
                    <a:pt x="2" y="0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0" name="Freeform 697">
              <a:extLst>
                <a:ext uri="{FF2B5EF4-FFF2-40B4-BE49-F238E27FC236}">
                  <a16:creationId xmlns:a16="http://schemas.microsoft.com/office/drawing/2014/main" id="{549AA6FB-1F08-4C21-BE50-C1CBA56C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3616"/>
              <a:ext cx="23" cy="7"/>
            </a:xfrm>
            <a:custGeom>
              <a:avLst/>
              <a:gdLst>
                <a:gd name="T0" fmla="*/ 0 w 10"/>
                <a:gd name="T1" fmla="*/ 28 h 3"/>
                <a:gd name="T2" fmla="*/ 122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2"/>
                  </a:moveTo>
                  <a:cubicBezTo>
                    <a:pt x="3" y="3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1" name="Freeform 698">
              <a:extLst>
                <a:ext uri="{FF2B5EF4-FFF2-40B4-BE49-F238E27FC236}">
                  <a16:creationId xmlns:a16="http://schemas.microsoft.com/office/drawing/2014/main" id="{4634A6FF-DFC0-4510-9CE8-42D4790A0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3686"/>
              <a:ext cx="21" cy="25"/>
            </a:xfrm>
            <a:custGeom>
              <a:avLst/>
              <a:gdLst>
                <a:gd name="T0" fmla="*/ 0 w 9"/>
                <a:gd name="T1" fmla="*/ 63 h 10"/>
                <a:gd name="T2" fmla="*/ 86 w 9"/>
                <a:gd name="T3" fmla="*/ 0 h 10"/>
                <a:gd name="T4" fmla="*/ 37 w 9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  <a:cubicBezTo>
                    <a:pt x="9" y="4"/>
                    <a:pt x="6" y="7"/>
                    <a:pt x="3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2" name="Freeform 699">
              <a:extLst>
                <a:ext uri="{FF2B5EF4-FFF2-40B4-BE49-F238E27FC236}">
                  <a16:creationId xmlns:a16="http://schemas.microsoft.com/office/drawing/2014/main" id="{6A890FB2-8889-4964-9C8B-676ECB9D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3721"/>
              <a:ext cx="7" cy="15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3" name="Freeform 700">
              <a:extLst>
                <a:ext uri="{FF2B5EF4-FFF2-40B4-BE49-F238E27FC236}">
                  <a16:creationId xmlns:a16="http://schemas.microsoft.com/office/drawing/2014/main" id="{37CAE955-9A58-41C6-8E97-E4BAA9B24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686"/>
              <a:ext cx="1" cy="15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701">
              <a:extLst>
                <a:ext uri="{FF2B5EF4-FFF2-40B4-BE49-F238E27FC236}">
                  <a16:creationId xmlns:a16="http://schemas.microsoft.com/office/drawing/2014/main" id="{2811D9D4-79BE-42B0-9C54-1A82B9154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573"/>
              <a:ext cx="14" cy="20"/>
            </a:xfrm>
            <a:custGeom>
              <a:avLst/>
              <a:gdLst>
                <a:gd name="T0" fmla="*/ 77 w 6"/>
                <a:gd name="T1" fmla="*/ 0 h 8"/>
                <a:gd name="T2" fmla="*/ 0 w 6"/>
                <a:gd name="T3" fmla="*/ 83 h 8"/>
                <a:gd name="T4" fmla="*/ 77 w 6"/>
                <a:gd name="T5" fmla="*/ 6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3" y="1"/>
                    <a:pt x="1" y="3"/>
                    <a:pt x="0" y="5"/>
                  </a:cubicBezTo>
                  <a:cubicBezTo>
                    <a:pt x="2" y="8"/>
                    <a:pt x="5" y="7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702">
              <a:extLst>
                <a:ext uri="{FF2B5EF4-FFF2-40B4-BE49-F238E27FC236}">
                  <a16:creationId xmlns:a16="http://schemas.microsoft.com/office/drawing/2014/main" id="{35BAB6D5-7E1A-4EE9-A49D-11CE5954F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3496"/>
              <a:ext cx="5" cy="20"/>
            </a:xfrm>
            <a:custGeom>
              <a:avLst/>
              <a:gdLst>
                <a:gd name="T0" fmla="*/ 33 w 2"/>
                <a:gd name="T1" fmla="*/ 0 h 8"/>
                <a:gd name="T2" fmla="*/ 0 w 2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3"/>
                    <a:pt x="0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703">
              <a:extLst>
                <a:ext uri="{FF2B5EF4-FFF2-40B4-BE49-F238E27FC236}">
                  <a16:creationId xmlns:a16="http://schemas.microsoft.com/office/drawing/2014/main" id="{A22ECF26-C084-4D4E-85B5-494A67703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3426"/>
              <a:ext cx="5" cy="17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704">
              <a:extLst>
                <a:ext uri="{FF2B5EF4-FFF2-40B4-BE49-F238E27FC236}">
                  <a16:creationId xmlns:a16="http://schemas.microsoft.com/office/drawing/2014/main" id="{2A9B00E1-2AC1-4F36-9F1D-7DE0E8534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788"/>
              <a:ext cx="19" cy="32"/>
            </a:xfrm>
            <a:custGeom>
              <a:avLst/>
              <a:gdLst>
                <a:gd name="T0" fmla="*/ 29 w 8"/>
                <a:gd name="T1" fmla="*/ 194 h 13"/>
                <a:gd name="T2" fmla="*/ 107 w 8"/>
                <a:gd name="T3" fmla="*/ 12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2" y="13"/>
                  </a:moveTo>
                  <a:cubicBezTo>
                    <a:pt x="0" y="7"/>
                    <a:pt x="4" y="0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705">
              <a:extLst>
                <a:ext uri="{FF2B5EF4-FFF2-40B4-BE49-F238E27FC236}">
                  <a16:creationId xmlns:a16="http://schemas.microsoft.com/office/drawing/2014/main" id="{CCC8E241-BBBC-48F5-AD4D-E16DD9F1A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741"/>
              <a:ext cx="3" cy="12"/>
            </a:xfrm>
            <a:custGeom>
              <a:avLst/>
              <a:gdLst>
                <a:gd name="T0" fmla="*/ 27 w 1"/>
                <a:gd name="T1" fmla="*/ 70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706">
              <a:extLst>
                <a:ext uri="{FF2B5EF4-FFF2-40B4-BE49-F238E27FC236}">
                  <a16:creationId xmlns:a16="http://schemas.microsoft.com/office/drawing/2014/main" id="{50F9825F-A3D9-4C7E-9023-D48C528A5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453"/>
              <a:ext cx="28" cy="3"/>
            </a:xfrm>
            <a:custGeom>
              <a:avLst/>
              <a:gdLst>
                <a:gd name="T0" fmla="*/ 0 w 12"/>
                <a:gd name="T1" fmla="*/ 0 h 1"/>
                <a:gd name="T2" fmla="*/ 152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1"/>
                    <a:pt x="8" y="1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707">
              <a:extLst>
                <a:ext uri="{FF2B5EF4-FFF2-40B4-BE49-F238E27FC236}">
                  <a16:creationId xmlns:a16="http://schemas.microsoft.com/office/drawing/2014/main" id="{C99026D6-D18D-4136-B9DE-75F34D514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468"/>
              <a:ext cx="37" cy="50"/>
            </a:xfrm>
            <a:custGeom>
              <a:avLst/>
              <a:gdLst>
                <a:gd name="T0" fmla="*/ 37 w 16"/>
                <a:gd name="T1" fmla="*/ 220 h 20"/>
                <a:gd name="T2" fmla="*/ 0 w 16"/>
                <a:gd name="T3" fmla="*/ 12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3" y="14"/>
                  </a:moveTo>
                  <a:cubicBezTo>
                    <a:pt x="16" y="20"/>
                    <a:pt x="12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708">
              <a:extLst>
                <a:ext uri="{FF2B5EF4-FFF2-40B4-BE49-F238E27FC236}">
                  <a16:creationId xmlns:a16="http://schemas.microsoft.com/office/drawing/2014/main" id="{9DF29871-F378-4B4A-983E-48933A748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421"/>
              <a:ext cx="10" cy="12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2"/>
                    <a:pt x="2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709">
              <a:extLst>
                <a:ext uri="{FF2B5EF4-FFF2-40B4-BE49-F238E27FC236}">
                  <a16:creationId xmlns:a16="http://schemas.microsoft.com/office/drawing/2014/main" id="{8FBE012A-AF42-48E4-9B5F-A9C7882C8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328"/>
              <a:ext cx="12" cy="13"/>
            </a:xfrm>
            <a:custGeom>
              <a:avLst/>
              <a:gdLst>
                <a:gd name="T0" fmla="*/ 70 w 5"/>
                <a:gd name="T1" fmla="*/ 0 h 5"/>
                <a:gd name="T2" fmla="*/ 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2"/>
                    <a:pt x="1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710">
              <a:extLst>
                <a:ext uri="{FF2B5EF4-FFF2-40B4-BE49-F238E27FC236}">
                  <a16:creationId xmlns:a16="http://schemas.microsoft.com/office/drawing/2014/main" id="{1CC8E954-6BA4-4E06-B6EB-A8F4CAC5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3780"/>
              <a:ext cx="88" cy="45"/>
            </a:xfrm>
            <a:custGeom>
              <a:avLst/>
              <a:gdLst>
                <a:gd name="T0" fmla="*/ 0 w 38"/>
                <a:gd name="T1" fmla="*/ 188 h 18"/>
                <a:gd name="T2" fmla="*/ 225 w 38"/>
                <a:gd name="T3" fmla="*/ 270 h 18"/>
                <a:gd name="T4" fmla="*/ 472 w 3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8">
                  <a:moveTo>
                    <a:pt x="0" y="12"/>
                  </a:moveTo>
                  <a:cubicBezTo>
                    <a:pt x="6" y="15"/>
                    <a:pt x="11" y="18"/>
                    <a:pt x="18" y="17"/>
                  </a:cubicBezTo>
                  <a:cubicBezTo>
                    <a:pt x="26" y="16"/>
                    <a:pt x="37" y="9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711">
              <a:extLst>
                <a:ext uri="{FF2B5EF4-FFF2-40B4-BE49-F238E27FC236}">
                  <a16:creationId xmlns:a16="http://schemas.microsoft.com/office/drawing/2014/main" id="{E8913F05-3D68-4572-8CC5-ABA99574D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723"/>
              <a:ext cx="38" cy="65"/>
            </a:xfrm>
            <a:custGeom>
              <a:avLst/>
              <a:gdLst>
                <a:gd name="T0" fmla="*/ 0 w 16"/>
                <a:gd name="T1" fmla="*/ 345 h 26"/>
                <a:gd name="T2" fmla="*/ 204 w 16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22"/>
                  </a:moveTo>
                  <a:cubicBezTo>
                    <a:pt x="12" y="26"/>
                    <a:pt x="16" y="8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712">
              <a:extLst>
                <a:ext uri="{FF2B5EF4-FFF2-40B4-BE49-F238E27FC236}">
                  <a16:creationId xmlns:a16="http://schemas.microsoft.com/office/drawing/2014/main" id="{E9AF0F0E-43DA-4FB5-8E21-E6000650A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3151"/>
              <a:ext cx="58" cy="90"/>
            </a:xfrm>
            <a:custGeom>
              <a:avLst/>
              <a:gdLst>
                <a:gd name="T0" fmla="*/ 0 w 25"/>
                <a:gd name="T1" fmla="*/ 0 h 36"/>
                <a:gd name="T2" fmla="*/ 248 w 25"/>
                <a:gd name="T3" fmla="*/ 56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20" y="5"/>
                    <a:pt x="25" y="15"/>
                    <a:pt x="20" y="3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713">
              <a:extLst>
                <a:ext uri="{FF2B5EF4-FFF2-40B4-BE49-F238E27FC236}">
                  <a16:creationId xmlns:a16="http://schemas.microsoft.com/office/drawing/2014/main" id="{061CBFA3-49CA-48F3-B8CC-01D8E07FE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3231"/>
              <a:ext cx="28" cy="83"/>
            </a:xfrm>
            <a:custGeom>
              <a:avLst/>
              <a:gdLst>
                <a:gd name="T0" fmla="*/ 0 w 12"/>
                <a:gd name="T1" fmla="*/ 0 h 33"/>
                <a:gd name="T2" fmla="*/ 114 w 12"/>
                <a:gd name="T3" fmla="*/ 52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0" y="0"/>
                  </a:moveTo>
                  <a:cubicBezTo>
                    <a:pt x="9" y="10"/>
                    <a:pt x="12" y="19"/>
                    <a:pt x="9" y="3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714">
              <a:extLst>
                <a:ext uri="{FF2B5EF4-FFF2-40B4-BE49-F238E27FC236}">
                  <a16:creationId xmlns:a16="http://schemas.microsoft.com/office/drawing/2014/main" id="{947E58B7-422D-4E29-BDED-13AF4F16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151"/>
              <a:ext cx="49" cy="95"/>
            </a:xfrm>
            <a:custGeom>
              <a:avLst/>
              <a:gdLst>
                <a:gd name="T0" fmla="*/ 163 w 21"/>
                <a:gd name="T1" fmla="*/ 0 h 38"/>
                <a:gd name="T2" fmla="*/ 266 w 21"/>
                <a:gd name="T3" fmla="*/ 5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8">
                  <a:moveTo>
                    <a:pt x="13" y="0"/>
                  </a:moveTo>
                  <a:cubicBezTo>
                    <a:pt x="0" y="9"/>
                    <a:pt x="13" y="31"/>
                    <a:pt x="21" y="3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715">
              <a:extLst>
                <a:ext uri="{FF2B5EF4-FFF2-40B4-BE49-F238E27FC236}">
                  <a16:creationId xmlns:a16="http://schemas.microsoft.com/office/drawing/2014/main" id="{2A00EA72-F65A-48EE-AEEB-2251F1A30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3216"/>
              <a:ext cx="21" cy="95"/>
            </a:xfrm>
            <a:custGeom>
              <a:avLst/>
              <a:gdLst>
                <a:gd name="T0" fmla="*/ 114 w 9"/>
                <a:gd name="T1" fmla="*/ 0 h 38"/>
                <a:gd name="T2" fmla="*/ 103 w 9"/>
                <a:gd name="T3" fmla="*/ 5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9" y="0"/>
                  </a:moveTo>
                  <a:cubicBezTo>
                    <a:pt x="1" y="8"/>
                    <a:pt x="0" y="30"/>
                    <a:pt x="8" y="3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9" name="Freeform 716">
              <a:extLst>
                <a:ext uri="{FF2B5EF4-FFF2-40B4-BE49-F238E27FC236}">
                  <a16:creationId xmlns:a16="http://schemas.microsoft.com/office/drawing/2014/main" id="{95A1A824-CAC4-41B9-8287-D6DC66AAA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166"/>
              <a:ext cx="43" cy="80"/>
            </a:xfrm>
            <a:custGeom>
              <a:avLst/>
              <a:gdLst>
                <a:gd name="T0" fmla="*/ 0 w 18"/>
                <a:gd name="T1" fmla="*/ 0 h 32"/>
                <a:gd name="T2" fmla="*/ 234 w 18"/>
                <a:gd name="T3" fmla="*/ 5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13" y="4"/>
                    <a:pt x="18" y="18"/>
                    <a:pt x="17" y="3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717">
              <a:extLst>
                <a:ext uri="{FF2B5EF4-FFF2-40B4-BE49-F238E27FC236}">
                  <a16:creationId xmlns:a16="http://schemas.microsoft.com/office/drawing/2014/main" id="{5FB552EA-62FE-41F2-9303-7DBE277F7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3231"/>
              <a:ext cx="21" cy="43"/>
            </a:xfrm>
            <a:custGeom>
              <a:avLst/>
              <a:gdLst>
                <a:gd name="T0" fmla="*/ 0 w 9"/>
                <a:gd name="T1" fmla="*/ 0 h 17"/>
                <a:gd name="T2" fmla="*/ 103 w 9"/>
                <a:gd name="T3" fmla="*/ 2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5" y="5"/>
                    <a:pt x="9" y="11"/>
                    <a:pt x="8" y="1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718">
              <a:extLst>
                <a:ext uri="{FF2B5EF4-FFF2-40B4-BE49-F238E27FC236}">
                  <a16:creationId xmlns:a16="http://schemas.microsoft.com/office/drawing/2014/main" id="{97AEC99A-07F9-43E6-B25B-F14CF81AE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3486"/>
              <a:ext cx="52" cy="100"/>
            </a:xfrm>
            <a:custGeom>
              <a:avLst/>
              <a:gdLst>
                <a:gd name="T0" fmla="*/ 291 w 22"/>
                <a:gd name="T1" fmla="*/ 0 h 40"/>
                <a:gd name="T2" fmla="*/ 66 w 22"/>
                <a:gd name="T3" fmla="*/ 62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12" y="9"/>
                    <a:pt x="0" y="27"/>
                    <a:pt x="5" y="4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719">
              <a:extLst>
                <a:ext uri="{FF2B5EF4-FFF2-40B4-BE49-F238E27FC236}">
                  <a16:creationId xmlns:a16="http://schemas.microsoft.com/office/drawing/2014/main" id="{377B4A27-4551-4712-880E-D16573F1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3571"/>
              <a:ext cx="30" cy="52"/>
            </a:xfrm>
            <a:custGeom>
              <a:avLst/>
              <a:gdLst>
                <a:gd name="T0" fmla="*/ 159 w 13"/>
                <a:gd name="T1" fmla="*/ 0 h 21"/>
                <a:gd name="T2" fmla="*/ 12 w 13"/>
                <a:gd name="T3" fmla="*/ 31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7" y="6"/>
                    <a:pt x="0" y="12"/>
                    <a:pt x="1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720">
              <a:extLst>
                <a:ext uri="{FF2B5EF4-FFF2-40B4-BE49-F238E27FC236}">
                  <a16:creationId xmlns:a16="http://schemas.microsoft.com/office/drawing/2014/main" id="{2E43D885-A3E6-4E59-86AC-7AFA21264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281"/>
              <a:ext cx="28" cy="30"/>
            </a:xfrm>
            <a:custGeom>
              <a:avLst/>
              <a:gdLst>
                <a:gd name="T0" fmla="*/ 65 w 12"/>
                <a:gd name="T1" fmla="*/ 188 h 12"/>
                <a:gd name="T2" fmla="*/ 142 w 12"/>
                <a:gd name="T3" fmla="*/ 20 h 12"/>
                <a:gd name="T4" fmla="*/ 0 w 12"/>
                <a:gd name="T5" fmla="*/ 8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5" y="12"/>
                  </a:moveTo>
                  <a:cubicBezTo>
                    <a:pt x="8" y="9"/>
                    <a:pt x="12" y="5"/>
                    <a:pt x="11" y="1"/>
                  </a:cubicBezTo>
                  <a:cubicBezTo>
                    <a:pt x="7" y="0"/>
                    <a:pt x="3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4" name="Freeform 721">
              <a:extLst>
                <a:ext uri="{FF2B5EF4-FFF2-40B4-BE49-F238E27FC236}">
                  <a16:creationId xmlns:a16="http://schemas.microsoft.com/office/drawing/2014/main" id="{F5B13292-11E7-477D-BA43-7A5341C5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3343"/>
              <a:ext cx="37" cy="35"/>
            </a:xfrm>
            <a:custGeom>
              <a:avLst/>
              <a:gdLst>
                <a:gd name="T0" fmla="*/ 199 w 16"/>
                <a:gd name="T1" fmla="*/ 175 h 14"/>
                <a:gd name="T2" fmla="*/ 74 w 16"/>
                <a:gd name="T3" fmla="*/ 50 h 14"/>
                <a:gd name="T4" fmla="*/ 171 w 16"/>
                <a:gd name="T5" fmla="*/ 20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6" y="11"/>
                  </a:moveTo>
                  <a:cubicBezTo>
                    <a:pt x="14" y="8"/>
                    <a:pt x="10" y="0"/>
                    <a:pt x="6" y="3"/>
                  </a:cubicBezTo>
                  <a:cubicBezTo>
                    <a:pt x="0" y="6"/>
                    <a:pt x="10" y="14"/>
                    <a:pt x="14" y="1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5" name="Freeform 722">
              <a:extLst>
                <a:ext uri="{FF2B5EF4-FFF2-40B4-BE49-F238E27FC236}">
                  <a16:creationId xmlns:a16="http://schemas.microsoft.com/office/drawing/2014/main" id="{288A7FF1-05F5-45E4-ACF5-06C6F94D4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254"/>
              <a:ext cx="7" cy="12"/>
            </a:xfrm>
            <a:custGeom>
              <a:avLst/>
              <a:gdLst>
                <a:gd name="T0" fmla="*/ 0 w 3"/>
                <a:gd name="T1" fmla="*/ 70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6" name="Freeform 723">
              <a:extLst>
                <a:ext uri="{FF2B5EF4-FFF2-40B4-BE49-F238E27FC236}">
                  <a16:creationId xmlns:a16="http://schemas.microsoft.com/office/drawing/2014/main" id="{1EBEC283-9D9A-4CDF-BD1E-CC90D8F5F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146"/>
              <a:ext cx="14" cy="20"/>
            </a:xfrm>
            <a:custGeom>
              <a:avLst/>
              <a:gdLst>
                <a:gd name="T0" fmla="*/ 0 w 6"/>
                <a:gd name="T1" fmla="*/ 0 h 8"/>
                <a:gd name="T2" fmla="*/ 77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2"/>
                    <a:pt x="4" y="5"/>
                    <a:pt x="6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7" name="Freeform 724">
              <a:extLst>
                <a:ext uri="{FF2B5EF4-FFF2-40B4-BE49-F238E27FC236}">
                  <a16:creationId xmlns:a16="http://schemas.microsoft.com/office/drawing/2014/main" id="{FE7CC439-742C-4649-999C-753FB08BB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3144"/>
              <a:ext cx="26" cy="37"/>
            </a:xfrm>
            <a:custGeom>
              <a:avLst/>
              <a:gdLst>
                <a:gd name="T0" fmla="*/ 40 w 11"/>
                <a:gd name="T1" fmla="*/ 0 h 15"/>
                <a:gd name="T2" fmla="*/ 0 w 11"/>
                <a:gd name="T3" fmla="*/ 183 h 15"/>
                <a:gd name="T4" fmla="*/ 118 w 11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3" y="0"/>
                  </a:moveTo>
                  <a:cubicBezTo>
                    <a:pt x="2" y="4"/>
                    <a:pt x="0" y="8"/>
                    <a:pt x="0" y="12"/>
                  </a:cubicBezTo>
                  <a:cubicBezTo>
                    <a:pt x="6" y="15"/>
                    <a:pt x="11" y="6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725">
              <a:extLst>
                <a:ext uri="{FF2B5EF4-FFF2-40B4-BE49-F238E27FC236}">
                  <a16:creationId xmlns:a16="http://schemas.microsoft.com/office/drawing/2014/main" id="{706B4F4F-4CD6-474B-A532-EAC449E64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3301"/>
              <a:ext cx="21" cy="5"/>
            </a:xfrm>
            <a:custGeom>
              <a:avLst/>
              <a:gdLst>
                <a:gd name="T0" fmla="*/ 114 w 9"/>
                <a:gd name="T1" fmla="*/ 33 h 2"/>
                <a:gd name="T2" fmla="*/ 0 w 9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726">
              <a:extLst>
                <a:ext uri="{FF2B5EF4-FFF2-40B4-BE49-F238E27FC236}">
                  <a16:creationId xmlns:a16="http://schemas.microsoft.com/office/drawing/2014/main" id="{822989B8-1384-4427-A8CE-608ADB2A9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3805"/>
              <a:ext cx="19" cy="23"/>
            </a:xfrm>
            <a:custGeom>
              <a:avLst/>
              <a:gdLst>
                <a:gd name="T0" fmla="*/ 0 w 8"/>
                <a:gd name="T1" fmla="*/ 84 h 9"/>
                <a:gd name="T2" fmla="*/ 69 w 8"/>
                <a:gd name="T3" fmla="*/ 0 h 9"/>
                <a:gd name="T4" fmla="*/ 107 w 8"/>
                <a:gd name="T5" fmla="*/ 15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3"/>
                    <a:pt x="3" y="1"/>
                    <a:pt x="5" y="0"/>
                  </a:cubicBezTo>
                  <a:cubicBezTo>
                    <a:pt x="7" y="2"/>
                    <a:pt x="8" y="6"/>
                    <a:pt x="8" y="9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727">
              <a:extLst>
                <a:ext uri="{FF2B5EF4-FFF2-40B4-BE49-F238E27FC236}">
                  <a16:creationId xmlns:a16="http://schemas.microsoft.com/office/drawing/2014/main" id="{5274C4CB-84B3-4C3A-B6C6-CA3D76861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3731"/>
              <a:ext cx="17" cy="7"/>
            </a:xfrm>
            <a:custGeom>
              <a:avLst/>
              <a:gdLst>
                <a:gd name="T0" fmla="*/ 100 w 7"/>
                <a:gd name="T1" fmla="*/ 37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3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728">
              <a:extLst>
                <a:ext uri="{FF2B5EF4-FFF2-40B4-BE49-F238E27FC236}">
                  <a16:creationId xmlns:a16="http://schemas.microsoft.com/office/drawing/2014/main" id="{F6AF4160-9F1A-437B-90D8-A6946C6E9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3491"/>
              <a:ext cx="16" cy="35"/>
            </a:xfrm>
            <a:custGeom>
              <a:avLst/>
              <a:gdLst>
                <a:gd name="T0" fmla="*/ 57 w 7"/>
                <a:gd name="T1" fmla="*/ 0 h 14"/>
                <a:gd name="T2" fmla="*/ 0 w 7"/>
                <a:gd name="T3" fmla="*/ 12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7" y="4"/>
                    <a:pt x="7" y="14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729">
              <a:extLst>
                <a:ext uri="{FF2B5EF4-FFF2-40B4-BE49-F238E27FC236}">
                  <a16:creationId xmlns:a16="http://schemas.microsoft.com/office/drawing/2014/main" id="{4CE6AA49-8306-4C87-A19F-884407318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166"/>
              <a:ext cx="9" cy="15"/>
            </a:xfrm>
            <a:custGeom>
              <a:avLst/>
              <a:gdLst>
                <a:gd name="T0" fmla="*/ 45 w 4"/>
                <a:gd name="T1" fmla="*/ 0 h 6"/>
                <a:gd name="T2" fmla="*/ 0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730">
              <a:extLst>
                <a:ext uri="{FF2B5EF4-FFF2-40B4-BE49-F238E27FC236}">
                  <a16:creationId xmlns:a16="http://schemas.microsoft.com/office/drawing/2014/main" id="{F2BD83C1-919D-44D9-8D17-8D074DF2D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3109"/>
              <a:ext cx="382" cy="751"/>
            </a:xfrm>
            <a:custGeom>
              <a:avLst/>
              <a:gdLst>
                <a:gd name="T0" fmla="*/ 797 w 163"/>
                <a:gd name="T1" fmla="*/ 0 h 301"/>
                <a:gd name="T2" fmla="*/ 77 w 163"/>
                <a:gd name="T3" fmla="*/ 1924 h 301"/>
                <a:gd name="T4" fmla="*/ 912 w 163"/>
                <a:gd name="T5" fmla="*/ 4164 h 301"/>
                <a:gd name="T6" fmla="*/ 1933 w 163"/>
                <a:gd name="T7" fmla="*/ 4426 h 301"/>
                <a:gd name="T8" fmla="*/ 2072 w 163"/>
                <a:gd name="T9" fmla="*/ 3323 h 301"/>
                <a:gd name="T10" fmla="*/ 1753 w 163"/>
                <a:gd name="T11" fmla="*/ 2907 h 301"/>
                <a:gd name="T12" fmla="*/ 1148 w 163"/>
                <a:gd name="T13" fmla="*/ 1245 h 301"/>
                <a:gd name="T14" fmla="*/ 797 w 163"/>
                <a:gd name="T15" fmla="*/ 0 h 3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301">
                  <a:moveTo>
                    <a:pt x="62" y="0"/>
                  </a:moveTo>
                  <a:cubicBezTo>
                    <a:pt x="34" y="2"/>
                    <a:pt x="12" y="52"/>
                    <a:pt x="6" y="124"/>
                  </a:cubicBezTo>
                  <a:cubicBezTo>
                    <a:pt x="0" y="196"/>
                    <a:pt x="32" y="236"/>
                    <a:pt x="71" y="268"/>
                  </a:cubicBezTo>
                  <a:cubicBezTo>
                    <a:pt x="110" y="300"/>
                    <a:pt x="138" y="301"/>
                    <a:pt x="150" y="285"/>
                  </a:cubicBezTo>
                  <a:cubicBezTo>
                    <a:pt x="162" y="269"/>
                    <a:pt x="163" y="224"/>
                    <a:pt x="161" y="214"/>
                  </a:cubicBezTo>
                  <a:cubicBezTo>
                    <a:pt x="159" y="204"/>
                    <a:pt x="150" y="198"/>
                    <a:pt x="136" y="187"/>
                  </a:cubicBezTo>
                  <a:cubicBezTo>
                    <a:pt x="122" y="176"/>
                    <a:pt x="99" y="144"/>
                    <a:pt x="89" y="80"/>
                  </a:cubicBezTo>
                  <a:cubicBezTo>
                    <a:pt x="79" y="16"/>
                    <a:pt x="77" y="1"/>
                    <a:pt x="62" y="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731">
              <a:extLst>
                <a:ext uri="{FF2B5EF4-FFF2-40B4-BE49-F238E27FC236}">
                  <a16:creationId xmlns:a16="http://schemas.microsoft.com/office/drawing/2014/main" id="{90EF8AFF-6705-489D-AFC8-0A9F09405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3076"/>
              <a:ext cx="412" cy="797"/>
            </a:xfrm>
            <a:custGeom>
              <a:avLst/>
              <a:gdLst>
                <a:gd name="T0" fmla="*/ 2170 w 176"/>
                <a:gd name="T1" fmla="*/ 2496 h 319"/>
                <a:gd name="T2" fmla="*/ 527 w 176"/>
                <a:gd name="T3" fmla="*/ 4849 h 319"/>
                <a:gd name="T4" fmla="*/ 143 w 176"/>
                <a:gd name="T5" fmla="*/ 3808 h 319"/>
                <a:gd name="T6" fmla="*/ 576 w 176"/>
                <a:gd name="T7" fmla="*/ 2808 h 319"/>
                <a:gd name="T8" fmla="*/ 1051 w 176"/>
                <a:gd name="T9" fmla="*/ 1374 h 319"/>
                <a:gd name="T10" fmla="*/ 1014 w 176"/>
                <a:gd name="T11" fmla="*/ 137 h 319"/>
                <a:gd name="T12" fmla="*/ 2170 w 176"/>
                <a:gd name="T13" fmla="*/ 2496 h 3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319">
                  <a:moveTo>
                    <a:pt x="169" y="160"/>
                  </a:moveTo>
                  <a:cubicBezTo>
                    <a:pt x="157" y="268"/>
                    <a:pt x="82" y="303"/>
                    <a:pt x="41" y="311"/>
                  </a:cubicBezTo>
                  <a:cubicBezTo>
                    <a:pt x="0" y="319"/>
                    <a:pt x="9" y="273"/>
                    <a:pt x="11" y="244"/>
                  </a:cubicBezTo>
                  <a:cubicBezTo>
                    <a:pt x="13" y="215"/>
                    <a:pt x="24" y="202"/>
                    <a:pt x="45" y="180"/>
                  </a:cubicBezTo>
                  <a:cubicBezTo>
                    <a:pt x="66" y="158"/>
                    <a:pt x="81" y="117"/>
                    <a:pt x="82" y="88"/>
                  </a:cubicBezTo>
                  <a:cubicBezTo>
                    <a:pt x="83" y="59"/>
                    <a:pt x="65" y="17"/>
                    <a:pt x="79" y="9"/>
                  </a:cubicBezTo>
                  <a:cubicBezTo>
                    <a:pt x="98" y="0"/>
                    <a:pt x="176" y="57"/>
                    <a:pt x="169" y="16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732">
              <a:extLst>
                <a:ext uri="{FF2B5EF4-FFF2-40B4-BE49-F238E27FC236}">
                  <a16:creationId xmlns:a16="http://schemas.microsoft.com/office/drawing/2014/main" id="{34E68956-4E6A-4EF7-A295-355298615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001"/>
              <a:ext cx="302" cy="560"/>
            </a:xfrm>
            <a:custGeom>
              <a:avLst/>
              <a:gdLst>
                <a:gd name="T0" fmla="*/ 499 w 129"/>
                <a:gd name="T1" fmla="*/ 125 h 224"/>
                <a:gd name="T2" fmla="*/ 286 w 129"/>
                <a:gd name="T3" fmla="*/ 250 h 224"/>
                <a:gd name="T4" fmla="*/ 180 w 129"/>
                <a:gd name="T5" fmla="*/ 563 h 224"/>
                <a:gd name="T6" fmla="*/ 103 w 129"/>
                <a:gd name="T7" fmla="*/ 908 h 224"/>
                <a:gd name="T8" fmla="*/ 12 w 129"/>
                <a:gd name="T9" fmla="*/ 1283 h 224"/>
                <a:gd name="T10" fmla="*/ 37 w 129"/>
                <a:gd name="T11" fmla="*/ 1375 h 224"/>
                <a:gd name="T12" fmla="*/ 0 w 129"/>
                <a:gd name="T13" fmla="*/ 1458 h 224"/>
                <a:gd name="T14" fmla="*/ 12 w 129"/>
                <a:gd name="T15" fmla="*/ 1625 h 224"/>
                <a:gd name="T16" fmla="*/ 103 w 129"/>
                <a:gd name="T17" fmla="*/ 1783 h 224"/>
                <a:gd name="T18" fmla="*/ 66 w 129"/>
                <a:gd name="T19" fmla="*/ 2020 h 224"/>
                <a:gd name="T20" fmla="*/ 204 w 129"/>
                <a:gd name="T21" fmla="*/ 2300 h 224"/>
                <a:gd name="T22" fmla="*/ 269 w 129"/>
                <a:gd name="T23" fmla="*/ 2658 h 224"/>
                <a:gd name="T24" fmla="*/ 307 w 129"/>
                <a:gd name="T25" fmla="*/ 3000 h 224"/>
                <a:gd name="T26" fmla="*/ 487 w 129"/>
                <a:gd name="T27" fmla="*/ 3333 h 224"/>
                <a:gd name="T28" fmla="*/ 768 w 129"/>
                <a:gd name="T29" fmla="*/ 3470 h 224"/>
                <a:gd name="T30" fmla="*/ 862 w 129"/>
                <a:gd name="T31" fmla="*/ 3395 h 224"/>
                <a:gd name="T32" fmla="*/ 1014 w 129"/>
                <a:gd name="T33" fmla="*/ 3345 h 224"/>
                <a:gd name="T34" fmla="*/ 1140 w 129"/>
                <a:gd name="T35" fmla="*/ 3033 h 224"/>
                <a:gd name="T36" fmla="*/ 1243 w 129"/>
                <a:gd name="T37" fmla="*/ 2875 h 224"/>
                <a:gd name="T38" fmla="*/ 1292 w 129"/>
                <a:gd name="T39" fmla="*/ 2675 h 224"/>
                <a:gd name="T40" fmla="*/ 1491 w 129"/>
                <a:gd name="T41" fmla="*/ 2408 h 224"/>
                <a:gd name="T42" fmla="*/ 1606 w 129"/>
                <a:gd name="T43" fmla="*/ 2000 h 224"/>
                <a:gd name="T44" fmla="*/ 1627 w 129"/>
                <a:gd name="T45" fmla="*/ 1688 h 224"/>
                <a:gd name="T46" fmla="*/ 1578 w 129"/>
                <a:gd name="T47" fmla="*/ 1533 h 224"/>
                <a:gd name="T48" fmla="*/ 1590 w 129"/>
                <a:gd name="T49" fmla="*/ 1333 h 224"/>
                <a:gd name="T50" fmla="*/ 1501 w 129"/>
                <a:gd name="T51" fmla="*/ 1020 h 224"/>
                <a:gd name="T52" fmla="*/ 1255 w 129"/>
                <a:gd name="T53" fmla="*/ 750 h 224"/>
                <a:gd name="T54" fmla="*/ 1156 w 129"/>
                <a:gd name="T55" fmla="*/ 438 h 224"/>
                <a:gd name="T56" fmla="*/ 986 w 129"/>
                <a:gd name="T57" fmla="*/ 188 h 224"/>
                <a:gd name="T58" fmla="*/ 499 w 129"/>
                <a:gd name="T59" fmla="*/ 125 h 22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9" h="224">
                  <a:moveTo>
                    <a:pt x="39" y="8"/>
                  </a:moveTo>
                  <a:cubicBezTo>
                    <a:pt x="28" y="6"/>
                    <a:pt x="28" y="7"/>
                    <a:pt x="22" y="16"/>
                  </a:cubicBezTo>
                  <a:cubicBezTo>
                    <a:pt x="16" y="23"/>
                    <a:pt x="18" y="28"/>
                    <a:pt x="14" y="36"/>
                  </a:cubicBezTo>
                  <a:cubicBezTo>
                    <a:pt x="8" y="46"/>
                    <a:pt x="9" y="47"/>
                    <a:pt x="8" y="58"/>
                  </a:cubicBezTo>
                  <a:cubicBezTo>
                    <a:pt x="7" y="67"/>
                    <a:pt x="1" y="73"/>
                    <a:pt x="1" y="82"/>
                  </a:cubicBezTo>
                  <a:cubicBezTo>
                    <a:pt x="1" y="84"/>
                    <a:pt x="3" y="86"/>
                    <a:pt x="3" y="88"/>
                  </a:cubicBezTo>
                  <a:cubicBezTo>
                    <a:pt x="3" y="90"/>
                    <a:pt x="0" y="91"/>
                    <a:pt x="0" y="93"/>
                  </a:cubicBezTo>
                  <a:cubicBezTo>
                    <a:pt x="0" y="98"/>
                    <a:pt x="0" y="99"/>
                    <a:pt x="1" y="104"/>
                  </a:cubicBezTo>
                  <a:cubicBezTo>
                    <a:pt x="3" y="107"/>
                    <a:pt x="7" y="110"/>
                    <a:pt x="8" y="114"/>
                  </a:cubicBezTo>
                  <a:cubicBezTo>
                    <a:pt x="9" y="119"/>
                    <a:pt x="4" y="123"/>
                    <a:pt x="5" y="129"/>
                  </a:cubicBezTo>
                  <a:cubicBezTo>
                    <a:pt x="6" y="138"/>
                    <a:pt x="13" y="139"/>
                    <a:pt x="16" y="147"/>
                  </a:cubicBezTo>
                  <a:cubicBezTo>
                    <a:pt x="19" y="154"/>
                    <a:pt x="19" y="163"/>
                    <a:pt x="21" y="170"/>
                  </a:cubicBezTo>
                  <a:cubicBezTo>
                    <a:pt x="23" y="177"/>
                    <a:pt x="21" y="185"/>
                    <a:pt x="24" y="192"/>
                  </a:cubicBezTo>
                  <a:cubicBezTo>
                    <a:pt x="26" y="198"/>
                    <a:pt x="34" y="209"/>
                    <a:pt x="38" y="213"/>
                  </a:cubicBezTo>
                  <a:cubicBezTo>
                    <a:pt x="42" y="217"/>
                    <a:pt x="54" y="224"/>
                    <a:pt x="60" y="222"/>
                  </a:cubicBezTo>
                  <a:cubicBezTo>
                    <a:pt x="63" y="221"/>
                    <a:pt x="64" y="218"/>
                    <a:pt x="67" y="217"/>
                  </a:cubicBezTo>
                  <a:cubicBezTo>
                    <a:pt x="70" y="215"/>
                    <a:pt x="76" y="215"/>
                    <a:pt x="79" y="214"/>
                  </a:cubicBezTo>
                  <a:cubicBezTo>
                    <a:pt x="89" y="209"/>
                    <a:pt x="85" y="202"/>
                    <a:pt x="89" y="194"/>
                  </a:cubicBezTo>
                  <a:cubicBezTo>
                    <a:pt x="91" y="189"/>
                    <a:pt x="95" y="188"/>
                    <a:pt x="97" y="184"/>
                  </a:cubicBezTo>
                  <a:cubicBezTo>
                    <a:pt x="101" y="179"/>
                    <a:pt x="99" y="176"/>
                    <a:pt x="101" y="171"/>
                  </a:cubicBezTo>
                  <a:cubicBezTo>
                    <a:pt x="104" y="163"/>
                    <a:pt x="112" y="161"/>
                    <a:pt x="116" y="154"/>
                  </a:cubicBezTo>
                  <a:cubicBezTo>
                    <a:pt x="120" y="147"/>
                    <a:pt x="121" y="136"/>
                    <a:pt x="125" y="128"/>
                  </a:cubicBezTo>
                  <a:cubicBezTo>
                    <a:pt x="128" y="121"/>
                    <a:pt x="129" y="116"/>
                    <a:pt x="127" y="108"/>
                  </a:cubicBezTo>
                  <a:cubicBezTo>
                    <a:pt x="126" y="104"/>
                    <a:pt x="124" y="101"/>
                    <a:pt x="123" y="98"/>
                  </a:cubicBezTo>
                  <a:cubicBezTo>
                    <a:pt x="122" y="93"/>
                    <a:pt x="124" y="89"/>
                    <a:pt x="124" y="85"/>
                  </a:cubicBezTo>
                  <a:cubicBezTo>
                    <a:pt x="123" y="80"/>
                    <a:pt x="120" y="69"/>
                    <a:pt x="117" y="65"/>
                  </a:cubicBezTo>
                  <a:cubicBezTo>
                    <a:pt x="112" y="57"/>
                    <a:pt x="101" y="56"/>
                    <a:pt x="98" y="48"/>
                  </a:cubicBezTo>
                  <a:cubicBezTo>
                    <a:pt x="94" y="37"/>
                    <a:pt x="100" y="36"/>
                    <a:pt x="90" y="28"/>
                  </a:cubicBezTo>
                  <a:cubicBezTo>
                    <a:pt x="83" y="22"/>
                    <a:pt x="82" y="18"/>
                    <a:pt x="77" y="12"/>
                  </a:cubicBezTo>
                  <a:cubicBezTo>
                    <a:pt x="67" y="0"/>
                    <a:pt x="51" y="0"/>
                    <a:pt x="39" y="8"/>
                  </a:cubicBezTo>
                  <a:close/>
                </a:path>
              </a:pathLst>
            </a:custGeom>
            <a:noFill/>
            <a:ln w="11113" cap="flat">
              <a:solidFill>
                <a:srgbClr val="2E091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8" name="Artery-atheroma-cross-section-illustration">
            <a:extLst>
              <a:ext uri="{FF2B5EF4-FFF2-40B4-BE49-F238E27FC236}">
                <a16:creationId xmlns:a16="http://schemas.microsoft.com/office/drawing/2014/main" id="{0277CF6C-E9D7-4767-871E-B76C54C61862}"/>
              </a:ext>
            </a:extLst>
          </p:cNvPr>
          <p:cNvGrpSpPr>
            <a:grpSpLocks/>
          </p:cNvGrpSpPr>
          <p:nvPr/>
        </p:nvGrpSpPr>
        <p:grpSpPr bwMode="auto">
          <a:xfrm>
            <a:off x="5157788" y="3971925"/>
            <a:ext cx="1917700" cy="2044700"/>
            <a:chOff x="2289" y="2787"/>
            <a:chExt cx="1208" cy="1288"/>
          </a:xfrm>
        </p:grpSpPr>
        <p:sp>
          <p:nvSpPr>
            <p:cNvPr id="39083" name="Oval 734">
              <a:extLst>
                <a:ext uri="{FF2B5EF4-FFF2-40B4-BE49-F238E27FC236}">
                  <a16:creationId xmlns:a16="http://schemas.microsoft.com/office/drawing/2014/main" id="{D6538AFC-2FBE-4A5B-ACFC-17BB545FA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787"/>
              <a:ext cx="1208" cy="1288"/>
            </a:xfrm>
            <a:prstGeom prst="ellipse">
              <a:avLst/>
            </a:pr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84" name="Oval 735">
              <a:extLst>
                <a:ext uri="{FF2B5EF4-FFF2-40B4-BE49-F238E27FC236}">
                  <a16:creationId xmlns:a16="http://schemas.microsoft.com/office/drawing/2014/main" id="{8C952058-1938-4818-AB26-FCF640FB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829"/>
              <a:ext cx="1126" cy="1201"/>
            </a:xfrm>
            <a:prstGeom prst="ellipse">
              <a:avLst/>
            </a:pr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85" name="Freeform 736">
              <a:extLst>
                <a:ext uri="{FF2B5EF4-FFF2-40B4-BE49-F238E27FC236}">
                  <a16:creationId xmlns:a16="http://schemas.microsoft.com/office/drawing/2014/main" id="{158E3283-7841-443F-A880-483112767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949"/>
              <a:ext cx="904" cy="961"/>
            </a:xfrm>
            <a:custGeom>
              <a:avLst/>
              <a:gdLst>
                <a:gd name="T0" fmla="*/ 0 w 386"/>
                <a:gd name="T1" fmla="*/ 3003 h 385"/>
                <a:gd name="T2" fmla="*/ 180 w 386"/>
                <a:gd name="T3" fmla="*/ 2504 h 385"/>
                <a:gd name="T4" fmla="*/ 155 w 386"/>
                <a:gd name="T5" fmla="*/ 1944 h 385"/>
                <a:gd name="T6" fmla="*/ 461 w 386"/>
                <a:gd name="T7" fmla="*/ 1570 h 385"/>
                <a:gd name="T8" fmla="*/ 593 w 386"/>
                <a:gd name="T9" fmla="*/ 1041 h 385"/>
                <a:gd name="T10" fmla="*/ 1005 w 386"/>
                <a:gd name="T11" fmla="*/ 809 h 385"/>
                <a:gd name="T12" fmla="*/ 1262 w 386"/>
                <a:gd name="T13" fmla="*/ 374 h 385"/>
                <a:gd name="T14" fmla="*/ 1696 w 386"/>
                <a:gd name="T15" fmla="*/ 324 h 385"/>
                <a:gd name="T16" fmla="*/ 2068 w 386"/>
                <a:gd name="T17" fmla="*/ 30 h 385"/>
                <a:gd name="T18" fmla="*/ 2480 w 386"/>
                <a:gd name="T19" fmla="*/ 167 h 385"/>
                <a:gd name="T20" fmla="*/ 2918 w 386"/>
                <a:gd name="T21" fmla="*/ 30 h 385"/>
                <a:gd name="T22" fmla="*/ 3290 w 386"/>
                <a:gd name="T23" fmla="*/ 342 h 385"/>
                <a:gd name="T24" fmla="*/ 3740 w 386"/>
                <a:gd name="T25" fmla="*/ 404 h 385"/>
                <a:gd name="T26" fmla="*/ 3993 w 386"/>
                <a:gd name="T27" fmla="*/ 841 h 385"/>
                <a:gd name="T28" fmla="*/ 4405 w 386"/>
                <a:gd name="T29" fmla="*/ 1091 h 385"/>
                <a:gd name="T30" fmla="*/ 4520 w 386"/>
                <a:gd name="T31" fmla="*/ 1600 h 385"/>
                <a:gd name="T32" fmla="*/ 4815 w 386"/>
                <a:gd name="T33" fmla="*/ 1994 h 385"/>
                <a:gd name="T34" fmla="*/ 4794 w 386"/>
                <a:gd name="T35" fmla="*/ 2516 h 385"/>
                <a:gd name="T36" fmla="*/ 4958 w 386"/>
                <a:gd name="T37" fmla="*/ 3003 h 385"/>
                <a:gd name="T38" fmla="*/ 4778 w 386"/>
                <a:gd name="T39" fmla="*/ 3502 h 385"/>
                <a:gd name="T40" fmla="*/ 4815 w 386"/>
                <a:gd name="T41" fmla="*/ 4044 h 385"/>
                <a:gd name="T42" fmla="*/ 4497 w 386"/>
                <a:gd name="T43" fmla="*/ 4418 h 385"/>
                <a:gd name="T44" fmla="*/ 4365 w 386"/>
                <a:gd name="T45" fmla="*/ 4947 h 385"/>
                <a:gd name="T46" fmla="*/ 3956 w 386"/>
                <a:gd name="T47" fmla="*/ 5177 h 385"/>
                <a:gd name="T48" fmla="*/ 3696 w 386"/>
                <a:gd name="T49" fmla="*/ 5614 h 385"/>
                <a:gd name="T50" fmla="*/ 3262 w 386"/>
                <a:gd name="T51" fmla="*/ 5664 h 385"/>
                <a:gd name="T52" fmla="*/ 2890 w 386"/>
                <a:gd name="T53" fmla="*/ 5956 h 385"/>
                <a:gd name="T54" fmla="*/ 2480 w 386"/>
                <a:gd name="T55" fmla="*/ 5831 h 385"/>
                <a:gd name="T56" fmla="*/ 2040 w 386"/>
                <a:gd name="T57" fmla="*/ 5956 h 385"/>
                <a:gd name="T58" fmla="*/ 1667 w 386"/>
                <a:gd name="T59" fmla="*/ 5644 h 385"/>
                <a:gd name="T60" fmla="*/ 1234 w 386"/>
                <a:gd name="T61" fmla="*/ 5584 h 385"/>
                <a:gd name="T62" fmla="*/ 965 w 386"/>
                <a:gd name="T63" fmla="*/ 5147 h 385"/>
                <a:gd name="T64" fmla="*/ 555 w 386"/>
                <a:gd name="T65" fmla="*/ 4897 h 385"/>
                <a:gd name="T66" fmla="*/ 450 w 386"/>
                <a:gd name="T67" fmla="*/ 4386 h 385"/>
                <a:gd name="T68" fmla="*/ 143 w 386"/>
                <a:gd name="T69" fmla="*/ 3994 h 385"/>
                <a:gd name="T70" fmla="*/ 180 w 386"/>
                <a:gd name="T71" fmla="*/ 3470 h 385"/>
                <a:gd name="T72" fmla="*/ 0 w 386"/>
                <a:gd name="T73" fmla="*/ 3003 h 3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6" h="385">
                  <a:moveTo>
                    <a:pt x="0" y="193"/>
                  </a:moveTo>
                  <a:cubicBezTo>
                    <a:pt x="0" y="181"/>
                    <a:pt x="12" y="171"/>
                    <a:pt x="14" y="161"/>
                  </a:cubicBezTo>
                  <a:cubicBezTo>
                    <a:pt x="16" y="149"/>
                    <a:pt x="8" y="136"/>
                    <a:pt x="12" y="125"/>
                  </a:cubicBezTo>
                  <a:cubicBezTo>
                    <a:pt x="16" y="115"/>
                    <a:pt x="31" y="110"/>
                    <a:pt x="36" y="101"/>
                  </a:cubicBezTo>
                  <a:cubicBezTo>
                    <a:pt x="42" y="91"/>
                    <a:pt x="39" y="75"/>
                    <a:pt x="46" y="67"/>
                  </a:cubicBezTo>
                  <a:cubicBezTo>
                    <a:pt x="53" y="58"/>
                    <a:pt x="69" y="59"/>
                    <a:pt x="78" y="52"/>
                  </a:cubicBezTo>
                  <a:cubicBezTo>
                    <a:pt x="86" y="45"/>
                    <a:pt x="89" y="29"/>
                    <a:pt x="98" y="24"/>
                  </a:cubicBezTo>
                  <a:cubicBezTo>
                    <a:pt x="107" y="19"/>
                    <a:pt x="122" y="25"/>
                    <a:pt x="132" y="21"/>
                  </a:cubicBezTo>
                  <a:cubicBezTo>
                    <a:pt x="142" y="17"/>
                    <a:pt x="150" y="4"/>
                    <a:pt x="161" y="2"/>
                  </a:cubicBezTo>
                  <a:cubicBezTo>
                    <a:pt x="171" y="0"/>
                    <a:pt x="182" y="11"/>
                    <a:pt x="193" y="11"/>
                  </a:cubicBezTo>
                  <a:cubicBezTo>
                    <a:pt x="204" y="11"/>
                    <a:pt x="216" y="0"/>
                    <a:pt x="227" y="2"/>
                  </a:cubicBezTo>
                  <a:cubicBezTo>
                    <a:pt x="238" y="4"/>
                    <a:pt x="246" y="18"/>
                    <a:pt x="256" y="22"/>
                  </a:cubicBezTo>
                  <a:cubicBezTo>
                    <a:pt x="267" y="26"/>
                    <a:pt x="281" y="20"/>
                    <a:pt x="291" y="26"/>
                  </a:cubicBezTo>
                  <a:cubicBezTo>
                    <a:pt x="300" y="31"/>
                    <a:pt x="303" y="47"/>
                    <a:pt x="311" y="54"/>
                  </a:cubicBezTo>
                  <a:cubicBezTo>
                    <a:pt x="320" y="61"/>
                    <a:pt x="336" y="62"/>
                    <a:pt x="343" y="70"/>
                  </a:cubicBezTo>
                  <a:cubicBezTo>
                    <a:pt x="350" y="78"/>
                    <a:pt x="346" y="94"/>
                    <a:pt x="352" y="103"/>
                  </a:cubicBezTo>
                  <a:cubicBezTo>
                    <a:pt x="357" y="112"/>
                    <a:pt x="372" y="118"/>
                    <a:pt x="375" y="128"/>
                  </a:cubicBezTo>
                  <a:cubicBezTo>
                    <a:pt x="379" y="138"/>
                    <a:pt x="371" y="151"/>
                    <a:pt x="373" y="162"/>
                  </a:cubicBezTo>
                  <a:cubicBezTo>
                    <a:pt x="374" y="172"/>
                    <a:pt x="386" y="182"/>
                    <a:pt x="386" y="193"/>
                  </a:cubicBezTo>
                  <a:cubicBezTo>
                    <a:pt x="386" y="204"/>
                    <a:pt x="374" y="214"/>
                    <a:pt x="372" y="225"/>
                  </a:cubicBezTo>
                  <a:cubicBezTo>
                    <a:pt x="370" y="236"/>
                    <a:pt x="378" y="249"/>
                    <a:pt x="375" y="260"/>
                  </a:cubicBezTo>
                  <a:cubicBezTo>
                    <a:pt x="371" y="270"/>
                    <a:pt x="356" y="275"/>
                    <a:pt x="350" y="284"/>
                  </a:cubicBezTo>
                  <a:cubicBezTo>
                    <a:pt x="345" y="294"/>
                    <a:pt x="347" y="310"/>
                    <a:pt x="340" y="318"/>
                  </a:cubicBezTo>
                  <a:cubicBezTo>
                    <a:pt x="333" y="327"/>
                    <a:pt x="317" y="326"/>
                    <a:pt x="308" y="333"/>
                  </a:cubicBezTo>
                  <a:cubicBezTo>
                    <a:pt x="300" y="340"/>
                    <a:pt x="298" y="356"/>
                    <a:pt x="288" y="361"/>
                  </a:cubicBezTo>
                  <a:cubicBezTo>
                    <a:pt x="279" y="366"/>
                    <a:pt x="264" y="360"/>
                    <a:pt x="254" y="364"/>
                  </a:cubicBezTo>
                  <a:cubicBezTo>
                    <a:pt x="244" y="368"/>
                    <a:pt x="236" y="381"/>
                    <a:pt x="225" y="383"/>
                  </a:cubicBezTo>
                  <a:cubicBezTo>
                    <a:pt x="215" y="385"/>
                    <a:pt x="204" y="375"/>
                    <a:pt x="193" y="375"/>
                  </a:cubicBezTo>
                  <a:cubicBezTo>
                    <a:pt x="182" y="375"/>
                    <a:pt x="170" y="385"/>
                    <a:pt x="159" y="383"/>
                  </a:cubicBezTo>
                  <a:cubicBezTo>
                    <a:pt x="148" y="381"/>
                    <a:pt x="140" y="367"/>
                    <a:pt x="130" y="363"/>
                  </a:cubicBezTo>
                  <a:cubicBezTo>
                    <a:pt x="120" y="359"/>
                    <a:pt x="105" y="365"/>
                    <a:pt x="96" y="359"/>
                  </a:cubicBezTo>
                  <a:cubicBezTo>
                    <a:pt x="86" y="354"/>
                    <a:pt x="83" y="338"/>
                    <a:pt x="75" y="331"/>
                  </a:cubicBezTo>
                  <a:cubicBezTo>
                    <a:pt x="66" y="324"/>
                    <a:pt x="51" y="324"/>
                    <a:pt x="43" y="315"/>
                  </a:cubicBezTo>
                  <a:cubicBezTo>
                    <a:pt x="37" y="307"/>
                    <a:pt x="40" y="291"/>
                    <a:pt x="35" y="282"/>
                  </a:cubicBezTo>
                  <a:cubicBezTo>
                    <a:pt x="29" y="273"/>
                    <a:pt x="15" y="268"/>
                    <a:pt x="11" y="257"/>
                  </a:cubicBezTo>
                  <a:cubicBezTo>
                    <a:pt x="7" y="247"/>
                    <a:pt x="16" y="234"/>
                    <a:pt x="14" y="223"/>
                  </a:cubicBezTo>
                  <a:cubicBezTo>
                    <a:pt x="12" y="213"/>
                    <a:pt x="0" y="203"/>
                    <a:pt x="0" y="193"/>
                  </a:cubicBezTo>
                  <a:close/>
                </a:path>
              </a:pathLst>
            </a:custGeom>
            <a:solidFill>
              <a:srgbClr val="CD7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737">
              <a:extLst>
                <a:ext uri="{FF2B5EF4-FFF2-40B4-BE49-F238E27FC236}">
                  <a16:creationId xmlns:a16="http://schemas.microsoft.com/office/drawing/2014/main" id="{0EAD4DA3-29DC-4A9E-A000-F3A31439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131"/>
              <a:ext cx="16" cy="25"/>
            </a:xfrm>
            <a:custGeom>
              <a:avLst/>
              <a:gdLst>
                <a:gd name="T0" fmla="*/ 73 w 7"/>
                <a:gd name="T1" fmla="*/ 0 h 10"/>
                <a:gd name="T2" fmla="*/ 57 w 7"/>
                <a:gd name="T3" fmla="*/ 95 h 10"/>
                <a:gd name="T4" fmla="*/ 11 w 7"/>
                <a:gd name="T5" fmla="*/ 158 h 10"/>
                <a:gd name="T6" fmla="*/ 25 w 7"/>
                <a:gd name="T7" fmla="*/ 63 h 10"/>
                <a:gd name="T8" fmla="*/ 73 w 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7" y="1"/>
                    <a:pt x="7" y="3"/>
                    <a:pt x="5" y="6"/>
                  </a:cubicBezTo>
                  <a:cubicBezTo>
                    <a:pt x="4" y="9"/>
                    <a:pt x="2" y="10"/>
                    <a:pt x="1" y="10"/>
                  </a:cubicBezTo>
                  <a:cubicBezTo>
                    <a:pt x="0" y="9"/>
                    <a:pt x="1" y="7"/>
                    <a:pt x="2" y="4"/>
                  </a:cubicBezTo>
                  <a:cubicBezTo>
                    <a:pt x="3" y="2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738">
              <a:extLst>
                <a:ext uri="{FF2B5EF4-FFF2-40B4-BE49-F238E27FC236}">
                  <a16:creationId xmlns:a16="http://schemas.microsoft.com/office/drawing/2014/main" id="{0CF27BB7-E917-4E92-A3A9-6E981CA47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882"/>
              <a:ext cx="23" cy="17"/>
            </a:xfrm>
            <a:custGeom>
              <a:avLst/>
              <a:gdLst>
                <a:gd name="T0" fmla="*/ 122 w 10"/>
                <a:gd name="T1" fmla="*/ 12 h 7"/>
                <a:gd name="T2" fmla="*/ 74 w 10"/>
                <a:gd name="T3" fmla="*/ 70 h 7"/>
                <a:gd name="T4" fmla="*/ 12 w 10"/>
                <a:gd name="T5" fmla="*/ 87 h 7"/>
                <a:gd name="T6" fmla="*/ 48 w 10"/>
                <a:gd name="T7" fmla="*/ 29 h 7"/>
                <a:gd name="T8" fmla="*/ 122 w 10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10" y="2"/>
                    <a:pt x="9" y="4"/>
                    <a:pt x="6" y="5"/>
                  </a:cubicBezTo>
                  <a:cubicBezTo>
                    <a:pt x="4" y="7"/>
                    <a:pt x="1" y="7"/>
                    <a:pt x="1" y="6"/>
                  </a:cubicBezTo>
                  <a:cubicBezTo>
                    <a:pt x="0" y="6"/>
                    <a:pt x="2" y="4"/>
                    <a:pt x="4" y="2"/>
                  </a:cubicBezTo>
                  <a:cubicBezTo>
                    <a:pt x="7" y="1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739">
              <a:extLst>
                <a:ext uri="{FF2B5EF4-FFF2-40B4-BE49-F238E27FC236}">
                  <a16:creationId xmlns:a16="http://schemas.microsoft.com/office/drawing/2014/main" id="{A956EF23-F05D-45C6-81EC-73830DD5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807"/>
              <a:ext cx="26" cy="10"/>
            </a:xfrm>
            <a:custGeom>
              <a:avLst/>
              <a:gdLst>
                <a:gd name="T0" fmla="*/ 144 w 11"/>
                <a:gd name="T1" fmla="*/ 33 h 4"/>
                <a:gd name="T2" fmla="*/ 66 w 11"/>
                <a:gd name="T3" fmla="*/ 63 h 4"/>
                <a:gd name="T4" fmla="*/ 0 w 11"/>
                <a:gd name="T5" fmla="*/ 33 h 4"/>
                <a:gd name="T6" fmla="*/ 78 w 11"/>
                <a:gd name="T7" fmla="*/ 0 h 4"/>
                <a:gd name="T8" fmla="*/ 144 w 11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">
                  <a:moveTo>
                    <a:pt x="11" y="2"/>
                  </a:moveTo>
                  <a:cubicBezTo>
                    <a:pt x="11" y="3"/>
                    <a:pt x="8" y="4"/>
                    <a:pt x="5" y="4"/>
                  </a:cubicBezTo>
                  <a:cubicBezTo>
                    <a:pt x="3" y="4"/>
                    <a:pt x="0" y="3"/>
                    <a:pt x="0" y="2"/>
                  </a:cubicBezTo>
                  <a:cubicBezTo>
                    <a:pt x="0" y="1"/>
                    <a:pt x="3" y="0"/>
                    <a:pt x="6" y="0"/>
                  </a:cubicBezTo>
                  <a:cubicBezTo>
                    <a:pt x="9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740">
              <a:extLst>
                <a:ext uri="{FF2B5EF4-FFF2-40B4-BE49-F238E27FC236}">
                  <a16:creationId xmlns:a16="http://schemas.microsoft.com/office/drawing/2014/main" id="{BCE23F2B-92A9-495F-A281-FE2961D4F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919"/>
              <a:ext cx="24" cy="15"/>
            </a:xfrm>
            <a:custGeom>
              <a:avLst/>
              <a:gdLst>
                <a:gd name="T0" fmla="*/ 139 w 10"/>
                <a:gd name="T1" fmla="*/ 83 h 6"/>
                <a:gd name="T2" fmla="*/ 58 w 10"/>
                <a:gd name="T3" fmla="*/ 63 h 6"/>
                <a:gd name="T4" fmla="*/ 0 w 10"/>
                <a:gd name="T5" fmla="*/ 0 h 6"/>
                <a:gd name="T6" fmla="*/ 82 w 10"/>
                <a:gd name="T7" fmla="*/ 20 h 6"/>
                <a:gd name="T8" fmla="*/ 139 w 10"/>
                <a:gd name="T9" fmla="*/ 8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0" y="5"/>
                  </a:moveTo>
                  <a:cubicBezTo>
                    <a:pt x="9" y="6"/>
                    <a:pt x="7" y="6"/>
                    <a:pt x="4" y="4"/>
                  </a:cubicBezTo>
                  <a:cubicBezTo>
                    <a:pt x="2" y="3"/>
                    <a:pt x="0" y="1"/>
                    <a:pt x="0" y="0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3"/>
                    <a:pt x="10" y="4"/>
                    <a:pt x="10" y="5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741">
              <a:extLst>
                <a:ext uri="{FF2B5EF4-FFF2-40B4-BE49-F238E27FC236}">
                  <a16:creationId xmlns:a16="http://schemas.microsoft.com/office/drawing/2014/main" id="{B18F4E0B-714A-4A8D-BA2D-358BE19F9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184"/>
              <a:ext cx="15" cy="27"/>
            </a:xfrm>
            <a:custGeom>
              <a:avLst/>
              <a:gdLst>
                <a:gd name="T0" fmla="*/ 83 w 6"/>
                <a:gd name="T1" fmla="*/ 150 h 11"/>
                <a:gd name="T2" fmla="*/ 20 w 6"/>
                <a:gd name="T3" fmla="*/ 91 h 11"/>
                <a:gd name="T4" fmla="*/ 20 w 6"/>
                <a:gd name="T5" fmla="*/ 12 h 11"/>
                <a:gd name="T6" fmla="*/ 63 w 6"/>
                <a:gd name="T7" fmla="*/ 71 h 11"/>
                <a:gd name="T8" fmla="*/ 83 w 6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5" y="10"/>
                  </a:moveTo>
                  <a:cubicBezTo>
                    <a:pt x="4" y="11"/>
                    <a:pt x="2" y="9"/>
                    <a:pt x="1" y="6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3" y="2"/>
                    <a:pt x="4" y="5"/>
                  </a:cubicBezTo>
                  <a:cubicBezTo>
                    <a:pt x="5" y="7"/>
                    <a:pt x="6" y="10"/>
                    <a:pt x="5" y="1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742">
              <a:extLst>
                <a:ext uri="{FF2B5EF4-FFF2-40B4-BE49-F238E27FC236}">
                  <a16:creationId xmlns:a16="http://schemas.microsoft.com/office/drawing/2014/main" id="{38CF1198-EF0A-4DAC-9D39-C8EC19669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493"/>
              <a:ext cx="12" cy="28"/>
            </a:xfrm>
            <a:custGeom>
              <a:avLst/>
              <a:gdLst>
                <a:gd name="T0" fmla="*/ 29 w 5"/>
                <a:gd name="T1" fmla="*/ 181 h 11"/>
                <a:gd name="T2" fmla="*/ 12 w 5"/>
                <a:gd name="T3" fmla="*/ 84 h 11"/>
                <a:gd name="T4" fmla="*/ 41 w 5"/>
                <a:gd name="T5" fmla="*/ 0 h 11"/>
                <a:gd name="T6" fmla="*/ 58 w 5"/>
                <a:gd name="T7" fmla="*/ 97 h 11"/>
                <a:gd name="T8" fmla="*/ 29 w 5"/>
                <a:gd name="T9" fmla="*/ 18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11"/>
                  </a:moveTo>
                  <a:cubicBezTo>
                    <a:pt x="1" y="11"/>
                    <a:pt x="0" y="8"/>
                    <a:pt x="1" y="5"/>
                  </a:cubicBezTo>
                  <a:cubicBezTo>
                    <a:pt x="1" y="3"/>
                    <a:pt x="2" y="0"/>
                    <a:pt x="3" y="0"/>
                  </a:cubicBezTo>
                  <a:cubicBezTo>
                    <a:pt x="4" y="1"/>
                    <a:pt x="5" y="3"/>
                    <a:pt x="4" y="6"/>
                  </a:cubicBezTo>
                  <a:cubicBezTo>
                    <a:pt x="4" y="9"/>
                    <a:pt x="3" y="11"/>
                    <a:pt x="2" y="1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743">
              <a:extLst>
                <a:ext uri="{FF2B5EF4-FFF2-40B4-BE49-F238E27FC236}">
                  <a16:creationId xmlns:a16="http://schemas.microsoft.com/office/drawing/2014/main" id="{58AB534C-C5D6-43ED-A221-EE408DAA4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3768"/>
              <a:ext cx="18" cy="22"/>
            </a:xfrm>
            <a:custGeom>
              <a:avLst/>
              <a:gdLst>
                <a:gd name="T0" fmla="*/ 11 w 8"/>
                <a:gd name="T1" fmla="*/ 132 h 9"/>
                <a:gd name="T2" fmla="*/ 25 w 8"/>
                <a:gd name="T3" fmla="*/ 59 h 9"/>
                <a:gd name="T4" fmla="*/ 81 w 8"/>
                <a:gd name="T5" fmla="*/ 0 h 9"/>
                <a:gd name="T6" fmla="*/ 56 w 8"/>
                <a:gd name="T7" fmla="*/ 90 h 9"/>
                <a:gd name="T8" fmla="*/ 11 w 8"/>
                <a:gd name="T9" fmla="*/ 1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9"/>
                  </a:moveTo>
                  <a:cubicBezTo>
                    <a:pt x="0" y="8"/>
                    <a:pt x="1" y="6"/>
                    <a:pt x="2" y="4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8" y="1"/>
                    <a:pt x="7" y="3"/>
                    <a:pt x="5" y="6"/>
                  </a:cubicBezTo>
                  <a:cubicBezTo>
                    <a:pt x="4" y="8"/>
                    <a:pt x="2" y="9"/>
                    <a:pt x="1" y="9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744">
              <a:extLst>
                <a:ext uri="{FF2B5EF4-FFF2-40B4-BE49-F238E27FC236}">
                  <a16:creationId xmlns:a16="http://schemas.microsoft.com/office/drawing/2014/main" id="{DD399F5B-5CD2-4F23-8D46-B43B0BD03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968"/>
              <a:ext cx="23" cy="17"/>
            </a:xfrm>
            <a:custGeom>
              <a:avLst/>
              <a:gdLst>
                <a:gd name="T0" fmla="*/ 0 w 10"/>
                <a:gd name="T1" fmla="*/ 87 h 7"/>
                <a:gd name="T2" fmla="*/ 48 w 10"/>
                <a:gd name="T3" fmla="*/ 29 h 7"/>
                <a:gd name="T4" fmla="*/ 110 w 10"/>
                <a:gd name="T5" fmla="*/ 12 h 7"/>
                <a:gd name="T6" fmla="*/ 74 w 10"/>
                <a:gd name="T7" fmla="*/ 70 h 7"/>
                <a:gd name="T8" fmla="*/ 0 w 10"/>
                <a:gd name="T9" fmla="*/ 8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6"/>
                  </a:moveTo>
                  <a:cubicBezTo>
                    <a:pt x="0" y="6"/>
                    <a:pt x="1" y="4"/>
                    <a:pt x="4" y="2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10" y="2"/>
                    <a:pt x="8" y="4"/>
                    <a:pt x="6" y="5"/>
                  </a:cubicBezTo>
                  <a:cubicBezTo>
                    <a:pt x="3" y="7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745">
              <a:extLst>
                <a:ext uri="{FF2B5EF4-FFF2-40B4-BE49-F238E27FC236}">
                  <a16:creationId xmlns:a16="http://schemas.microsoft.com/office/drawing/2014/main" id="{EB97C9D4-0329-4E84-AC1F-8E9BD454C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4045"/>
              <a:ext cx="23" cy="10"/>
            </a:xfrm>
            <a:custGeom>
              <a:avLst/>
              <a:gdLst>
                <a:gd name="T0" fmla="*/ 0 w 10"/>
                <a:gd name="T1" fmla="*/ 33 h 4"/>
                <a:gd name="T2" fmla="*/ 64 w 10"/>
                <a:gd name="T3" fmla="*/ 0 h 4"/>
                <a:gd name="T4" fmla="*/ 122 w 10"/>
                <a:gd name="T5" fmla="*/ 20 h 4"/>
                <a:gd name="T6" fmla="*/ 64 w 10"/>
                <a:gd name="T7" fmla="*/ 50 h 4"/>
                <a:gd name="T8" fmla="*/ 0 w 10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0"/>
                    <a:pt x="10" y="1"/>
                  </a:cubicBezTo>
                  <a:cubicBezTo>
                    <a:pt x="10" y="2"/>
                    <a:pt x="8" y="3"/>
                    <a:pt x="5" y="3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746">
              <a:extLst>
                <a:ext uri="{FF2B5EF4-FFF2-40B4-BE49-F238E27FC236}">
                  <a16:creationId xmlns:a16="http://schemas.microsoft.com/office/drawing/2014/main" id="{33BBFC44-0226-474F-8271-92425C71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3973"/>
              <a:ext cx="23" cy="17"/>
            </a:xfrm>
            <a:custGeom>
              <a:avLst/>
              <a:gdLst>
                <a:gd name="T0" fmla="*/ 0 w 10"/>
                <a:gd name="T1" fmla="*/ 12 h 7"/>
                <a:gd name="T2" fmla="*/ 74 w 10"/>
                <a:gd name="T3" fmla="*/ 29 h 7"/>
                <a:gd name="T4" fmla="*/ 110 w 10"/>
                <a:gd name="T5" fmla="*/ 87 h 7"/>
                <a:gd name="T6" fmla="*/ 48 w 10"/>
                <a:gd name="T7" fmla="*/ 70 h 7"/>
                <a:gd name="T8" fmla="*/ 0 w 10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1" y="0"/>
                    <a:pt x="3" y="1"/>
                    <a:pt x="6" y="2"/>
                  </a:cubicBezTo>
                  <a:cubicBezTo>
                    <a:pt x="8" y="3"/>
                    <a:pt x="10" y="5"/>
                    <a:pt x="9" y="6"/>
                  </a:cubicBezTo>
                  <a:cubicBezTo>
                    <a:pt x="9" y="7"/>
                    <a:pt x="6" y="7"/>
                    <a:pt x="4" y="5"/>
                  </a:cubicBezTo>
                  <a:cubicBezTo>
                    <a:pt x="1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747">
              <a:extLst>
                <a:ext uri="{FF2B5EF4-FFF2-40B4-BE49-F238E27FC236}">
                  <a16:creationId xmlns:a16="http://schemas.microsoft.com/office/drawing/2014/main" id="{702893E2-C389-4DB7-ACF7-E39A0F157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795"/>
              <a:ext cx="19" cy="23"/>
            </a:xfrm>
            <a:custGeom>
              <a:avLst/>
              <a:gdLst>
                <a:gd name="T0" fmla="*/ 12 w 8"/>
                <a:gd name="T1" fmla="*/ 20 h 9"/>
                <a:gd name="T2" fmla="*/ 69 w 8"/>
                <a:gd name="T3" fmla="*/ 51 h 9"/>
                <a:gd name="T4" fmla="*/ 107 w 8"/>
                <a:gd name="T5" fmla="*/ 151 h 9"/>
                <a:gd name="T6" fmla="*/ 40 w 8"/>
                <a:gd name="T7" fmla="*/ 97 h 9"/>
                <a:gd name="T8" fmla="*/ 12 w 8"/>
                <a:gd name="T9" fmla="*/ 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1"/>
                  </a:moveTo>
                  <a:cubicBezTo>
                    <a:pt x="1" y="0"/>
                    <a:pt x="4" y="1"/>
                    <a:pt x="5" y="3"/>
                  </a:cubicBezTo>
                  <a:cubicBezTo>
                    <a:pt x="7" y="6"/>
                    <a:pt x="8" y="8"/>
                    <a:pt x="8" y="9"/>
                  </a:cubicBezTo>
                  <a:cubicBezTo>
                    <a:pt x="7" y="9"/>
                    <a:pt x="5" y="8"/>
                    <a:pt x="3" y="6"/>
                  </a:cubicBezTo>
                  <a:cubicBezTo>
                    <a:pt x="1" y="4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748">
              <a:extLst>
                <a:ext uri="{FF2B5EF4-FFF2-40B4-BE49-F238E27FC236}">
                  <a16:creationId xmlns:a16="http://schemas.microsoft.com/office/drawing/2014/main" id="{D90C24C8-199D-427D-953B-1F904F1F3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523"/>
              <a:ext cx="12" cy="28"/>
            </a:xfrm>
            <a:custGeom>
              <a:avLst/>
              <a:gdLst>
                <a:gd name="T0" fmla="*/ 29 w 5"/>
                <a:gd name="T1" fmla="*/ 0 h 11"/>
                <a:gd name="T2" fmla="*/ 70 w 5"/>
                <a:gd name="T3" fmla="*/ 84 h 11"/>
                <a:gd name="T4" fmla="*/ 58 w 5"/>
                <a:gd name="T5" fmla="*/ 163 h 11"/>
                <a:gd name="T6" fmla="*/ 12 w 5"/>
                <a:gd name="T7" fmla="*/ 97 h 11"/>
                <a:gd name="T8" fmla="*/ 29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5" y="10"/>
                    <a:pt x="4" y="10"/>
                  </a:cubicBezTo>
                  <a:cubicBezTo>
                    <a:pt x="3" y="11"/>
                    <a:pt x="1" y="8"/>
                    <a:pt x="1" y="6"/>
                  </a:cubicBezTo>
                  <a:cubicBezTo>
                    <a:pt x="0" y="3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749">
              <a:extLst>
                <a:ext uri="{FF2B5EF4-FFF2-40B4-BE49-F238E27FC236}">
                  <a16:creationId xmlns:a16="http://schemas.microsoft.com/office/drawing/2014/main" id="{1EC70C3C-F56B-455E-8658-94147DA1E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226"/>
              <a:ext cx="393" cy="392"/>
            </a:xfrm>
            <a:custGeom>
              <a:avLst/>
              <a:gdLst>
                <a:gd name="T0" fmla="*/ 126 w 168"/>
                <a:gd name="T1" fmla="*/ 529 h 157"/>
                <a:gd name="T2" fmla="*/ 77 w 168"/>
                <a:gd name="T3" fmla="*/ 791 h 157"/>
                <a:gd name="T4" fmla="*/ 77 w 168"/>
                <a:gd name="T5" fmla="*/ 1059 h 157"/>
                <a:gd name="T6" fmla="*/ 28 w 168"/>
                <a:gd name="T7" fmla="*/ 1308 h 157"/>
                <a:gd name="T8" fmla="*/ 115 w 168"/>
                <a:gd name="T9" fmla="*/ 1541 h 157"/>
                <a:gd name="T10" fmla="*/ 164 w 168"/>
                <a:gd name="T11" fmla="*/ 1790 h 157"/>
                <a:gd name="T12" fmla="*/ 241 w 168"/>
                <a:gd name="T13" fmla="*/ 1903 h 157"/>
                <a:gd name="T14" fmla="*/ 295 w 168"/>
                <a:gd name="T15" fmla="*/ 2037 h 157"/>
                <a:gd name="T16" fmla="*/ 449 w 168"/>
                <a:gd name="T17" fmla="*/ 2182 h 157"/>
                <a:gd name="T18" fmla="*/ 629 w 168"/>
                <a:gd name="T19" fmla="*/ 2350 h 157"/>
                <a:gd name="T20" fmla="*/ 784 w 168"/>
                <a:gd name="T21" fmla="*/ 2307 h 157"/>
                <a:gd name="T22" fmla="*/ 882 w 168"/>
                <a:gd name="T23" fmla="*/ 2382 h 157"/>
                <a:gd name="T24" fmla="*/ 1165 w 168"/>
                <a:gd name="T25" fmla="*/ 2412 h 157"/>
                <a:gd name="T26" fmla="*/ 1368 w 168"/>
                <a:gd name="T27" fmla="*/ 2432 h 157"/>
                <a:gd name="T28" fmla="*/ 1560 w 168"/>
                <a:gd name="T29" fmla="*/ 2225 h 157"/>
                <a:gd name="T30" fmla="*/ 1752 w 168"/>
                <a:gd name="T31" fmla="*/ 2162 h 157"/>
                <a:gd name="T32" fmla="*/ 1843 w 168"/>
                <a:gd name="T33" fmla="*/ 1883 h 157"/>
                <a:gd name="T34" fmla="*/ 1949 w 168"/>
                <a:gd name="T35" fmla="*/ 1820 h 157"/>
                <a:gd name="T36" fmla="*/ 1958 w 168"/>
                <a:gd name="T37" fmla="*/ 1695 h 157"/>
                <a:gd name="T38" fmla="*/ 2101 w 168"/>
                <a:gd name="T39" fmla="*/ 1446 h 157"/>
                <a:gd name="T40" fmla="*/ 2026 w 168"/>
                <a:gd name="T41" fmla="*/ 1009 h 157"/>
                <a:gd name="T42" fmla="*/ 1970 w 168"/>
                <a:gd name="T43" fmla="*/ 592 h 157"/>
                <a:gd name="T44" fmla="*/ 1691 w 168"/>
                <a:gd name="T45" fmla="*/ 325 h 157"/>
                <a:gd name="T46" fmla="*/ 1511 w 168"/>
                <a:gd name="T47" fmla="*/ 230 h 157"/>
                <a:gd name="T48" fmla="*/ 1368 w 168"/>
                <a:gd name="T49" fmla="*/ 75 h 157"/>
                <a:gd name="T50" fmla="*/ 1205 w 168"/>
                <a:gd name="T51" fmla="*/ 62 h 157"/>
                <a:gd name="T52" fmla="*/ 1022 w 168"/>
                <a:gd name="T53" fmla="*/ 0 h 157"/>
                <a:gd name="T54" fmla="*/ 908 w 168"/>
                <a:gd name="T55" fmla="*/ 75 h 157"/>
                <a:gd name="T56" fmla="*/ 716 w 168"/>
                <a:gd name="T57" fmla="*/ 92 h 157"/>
                <a:gd name="T58" fmla="*/ 536 w 168"/>
                <a:gd name="T59" fmla="*/ 125 h 157"/>
                <a:gd name="T60" fmla="*/ 421 w 168"/>
                <a:gd name="T61" fmla="*/ 250 h 157"/>
                <a:gd name="T62" fmla="*/ 269 w 168"/>
                <a:gd name="T63" fmla="*/ 325 h 157"/>
                <a:gd name="T64" fmla="*/ 126 w 168"/>
                <a:gd name="T65" fmla="*/ 529 h 1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8" h="157">
                  <a:moveTo>
                    <a:pt x="10" y="34"/>
                  </a:moveTo>
                  <a:cubicBezTo>
                    <a:pt x="4" y="37"/>
                    <a:pt x="4" y="45"/>
                    <a:pt x="6" y="51"/>
                  </a:cubicBezTo>
                  <a:cubicBezTo>
                    <a:pt x="8" y="58"/>
                    <a:pt x="9" y="61"/>
                    <a:pt x="6" y="68"/>
                  </a:cubicBezTo>
                  <a:cubicBezTo>
                    <a:pt x="3" y="74"/>
                    <a:pt x="0" y="77"/>
                    <a:pt x="2" y="84"/>
                  </a:cubicBezTo>
                  <a:cubicBezTo>
                    <a:pt x="3" y="90"/>
                    <a:pt x="8" y="93"/>
                    <a:pt x="9" y="99"/>
                  </a:cubicBezTo>
                  <a:cubicBezTo>
                    <a:pt x="11" y="105"/>
                    <a:pt x="8" y="109"/>
                    <a:pt x="13" y="115"/>
                  </a:cubicBezTo>
                  <a:cubicBezTo>
                    <a:pt x="15" y="118"/>
                    <a:pt x="18" y="119"/>
                    <a:pt x="19" y="122"/>
                  </a:cubicBezTo>
                  <a:cubicBezTo>
                    <a:pt x="21" y="125"/>
                    <a:pt x="21" y="128"/>
                    <a:pt x="23" y="131"/>
                  </a:cubicBezTo>
                  <a:cubicBezTo>
                    <a:pt x="26" y="138"/>
                    <a:pt x="29" y="137"/>
                    <a:pt x="35" y="140"/>
                  </a:cubicBezTo>
                  <a:cubicBezTo>
                    <a:pt x="42" y="142"/>
                    <a:pt x="43" y="149"/>
                    <a:pt x="49" y="151"/>
                  </a:cubicBezTo>
                  <a:cubicBezTo>
                    <a:pt x="53" y="152"/>
                    <a:pt x="57" y="148"/>
                    <a:pt x="61" y="148"/>
                  </a:cubicBezTo>
                  <a:cubicBezTo>
                    <a:pt x="64" y="149"/>
                    <a:pt x="66" y="151"/>
                    <a:pt x="69" y="153"/>
                  </a:cubicBezTo>
                  <a:cubicBezTo>
                    <a:pt x="76" y="156"/>
                    <a:pt x="83" y="154"/>
                    <a:pt x="91" y="155"/>
                  </a:cubicBezTo>
                  <a:cubicBezTo>
                    <a:pt x="96" y="156"/>
                    <a:pt x="101" y="157"/>
                    <a:pt x="107" y="156"/>
                  </a:cubicBezTo>
                  <a:cubicBezTo>
                    <a:pt x="119" y="154"/>
                    <a:pt x="115" y="147"/>
                    <a:pt x="122" y="143"/>
                  </a:cubicBezTo>
                  <a:cubicBezTo>
                    <a:pt x="127" y="140"/>
                    <a:pt x="133" y="143"/>
                    <a:pt x="137" y="139"/>
                  </a:cubicBezTo>
                  <a:cubicBezTo>
                    <a:pt x="143" y="134"/>
                    <a:pt x="138" y="127"/>
                    <a:pt x="144" y="121"/>
                  </a:cubicBezTo>
                  <a:cubicBezTo>
                    <a:pt x="146" y="119"/>
                    <a:pt x="150" y="119"/>
                    <a:pt x="152" y="117"/>
                  </a:cubicBezTo>
                  <a:cubicBezTo>
                    <a:pt x="154" y="114"/>
                    <a:pt x="152" y="112"/>
                    <a:pt x="153" y="109"/>
                  </a:cubicBezTo>
                  <a:cubicBezTo>
                    <a:pt x="155" y="102"/>
                    <a:pt x="161" y="99"/>
                    <a:pt x="164" y="93"/>
                  </a:cubicBezTo>
                  <a:cubicBezTo>
                    <a:pt x="168" y="84"/>
                    <a:pt x="161" y="73"/>
                    <a:pt x="158" y="65"/>
                  </a:cubicBezTo>
                  <a:cubicBezTo>
                    <a:pt x="155" y="54"/>
                    <a:pt x="161" y="47"/>
                    <a:pt x="154" y="38"/>
                  </a:cubicBezTo>
                  <a:cubicBezTo>
                    <a:pt x="148" y="30"/>
                    <a:pt x="141" y="23"/>
                    <a:pt x="132" y="21"/>
                  </a:cubicBezTo>
                  <a:cubicBezTo>
                    <a:pt x="127" y="19"/>
                    <a:pt x="122" y="19"/>
                    <a:pt x="118" y="15"/>
                  </a:cubicBezTo>
                  <a:cubicBezTo>
                    <a:pt x="113" y="10"/>
                    <a:pt x="114" y="7"/>
                    <a:pt x="107" y="5"/>
                  </a:cubicBezTo>
                  <a:cubicBezTo>
                    <a:pt x="103" y="4"/>
                    <a:pt x="98" y="5"/>
                    <a:pt x="94" y="4"/>
                  </a:cubicBezTo>
                  <a:cubicBezTo>
                    <a:pt x="89" y="4"/>
                    <a:pt x="85" y="0"/>
                    <a:pt x="80" y="0"/>
                  </a:cubicBezTo>
                  <a:cubicBezTo>
                    <a:pt x="75" y="0"/>
                    <a:pt x="75" y="3"/>
                    <a:pt x="71" y="5"/>
                  </a:cubicBezTo>
                  <a:cubicBezTo>
                    <a:pt x="66" y="7"/>
                    <a:pt x="60" y="6"/>
                    <a:pt x="56" y="6"/>
                  </a:cubicBezTo>
                  <a:cubicBezTo>
                    <a:pt x="51" y="6"/>
                    <a:pt x="46" y="5"/>
                    <a:pt x="42" y="8"/>
                  </a:cubicBezTo>
                  <a:cubicBezTo>
                    <a:pt x="37" y="11"/>
                    <a:pt x="37" y="14"/>
                    <a:pt x="33" y="16"/>
                  </a:cubicBezTo>
                  <a:cubicBezTo>
                    <a:pt x="28" y="18"/>
                    <a:pt x="24" y="17"/>
                    <a:pt x="21" y="21"/>
                  </a:cubicBezTo>
                  <a:cubicBezTo>
                    <a:pt x="17" y="25"/>
                    <a:pt x="17" y="32"/>
                    <a:pt x="10" y="3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750">
              <a:extLst>
                <a:ext uri="{FF2B5EF4-FFF2-40B4-BE49-F238E27FC236}">
                  <a16:creationId xmlns:a16="http://schemas.microsoft.com/office/drawing/2014/main" id="{7ECC52C9-BAA0-4395-B451-2551BE948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39"/>
              <a:ext cx="291" cy="666"/>
            </a:xfrm>
            <a:custGeom>
              <a:avLst/>
              <a:gdLst>
                <a:gd name="T0" fmla="*/ 401 w 124"/>
                <a:gd name="T1" fmla="*/ 728 h 267"/>
                <a:gd name="T2" fmla="*/ 181 w 124"/>
                <a:gd name="T3" fmla="*/ 3305 h 267"/>
                <a:gd name="T4" fmla="*/ 864 w 124"/>
                <a:gd name="T5" fmla="*/ 3976 h 267"/>
                <a:gd name="T6" fmla="*/ 1007 w 124"/>
                <a:gd name="T7" fmla="*/ 3118 h 267"/>
                <a:gd name="T8" fmla="*/ 826 w 124"/>
                <a:gd name="T9" fmla="*/ 2173 h 267"/>
                <a:gd name="T10" fmla="*/ 1317 w 124"/>
                <a:gd name="T11" fmla="*/ 1058 h 267"/>
                <a:gd name="T12" fmla="*/ 1537 w 124"/>
                <a:gd name="T13" fmla="*/ 437 h 267"/>
                <a:gd name="T14" fmla="*/ 1202 w 124"/>
                <a:gd name="T15" fmla="*/ 0 h 267"/>
                <a:gd name="T16" fmla="*/ 401 w 124"/>
                <a:gd name="T17" fmla="*/ 728 h 2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267">
                  <a:moveTo>
                    <a:pt x="31" y="47"/>
                  </a:moveTo>
                  <a:cubicBezTo>
                    <a:pt x="0" y="88"/>
                    <a:pt x="3" y="169"/>
                    <a:pt x="14" y="213"/>
                  </a:cubicBezTo>
                  <a:cubicBezTo>
                    <a:pt x="25" y="258"/>
                    <a:pt x="49" y="267"/>
                    <a:pt x="67" y="256"/>
                  </a:cubicBezTo>
                  <a:cubicBezTo>
                    <a:pt x="86" y="245"/>
                    <a:pt x="86" y="218"/>
                    <a:pt x="78" y="201"/>
                  </a:cubicBezTo>
                  <a:cubicBezTo>
                    <a:pt x="71" y="184"/>
                    <a:pt x="63" y="178"/>
                    <a:pt x="64" y="140"/>
                  </a:cubicBezTo>
                  <a:cubicBezTo>
                    <a:pt x="65" y="102"/>
                    <a:pt x="90" y="76"/>
                    <a:pt x="102" y="68"/>
                  </a:cubicBezTo>
                  <a:cubicBezTo>
                    <a:pt x="113" y="59"/>
                    <a:pt x="124" y="54"/>
                    <a:pt x="119" y="28"/>
                  </a:cubicBezTo>
                  <a:cubicBezTo>
                    <a:pt x="113" y="2"/>
                    <a:pt x="104" y="0"/>
                    <a:pt x="93" y="0"/>
                  </a:cubicBezTo>
                  <a:cubicBezTo>
                    <a:pt x="80" y="3"/>
                    <a:pt x="53" y="18"/>
                    <a:pt x="31" y="47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751">
              <a:extLst>
                <a:ext uri="{FF2B5EF4-FFF2-40B4-BE49-F238E27FC236}">
                  <a16:creationId xmlns:a16="http://schemas.microsoft.com/office/drawing/2014/main" id="{A43E928A-1682-4158-9758-3AFA1EC9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984"/>
              <a:ext cx="513" cy="779"/>
            </a:xfrm>
            <a:custGeom>
              <a:avLst/>
              <a:gdLst>
                <a:gd name="T0" fmla="*/ 204 w 219"/>
                <a:gd name="T1" fmla="*/ 250 h 312"/>
                <a:gd name="T2" fmla="*/ 115 w 219"/>
                <a:gd name="T3" fmla="*/ 854 h 312"/>
                <a:gd name="T4" fmla="*/ 539 w 219"/>
                <a:gd name="T5" fmla="*/ 1246 h 312"/>
                <a:gd name="T6" fmla="*/ 1656 w 219"/>
                <a:gd name="T7" fmla="*/ 2195 h 312"/>
                <a:gd name="T8" fmla="*/ 1516 w 219"/>
                <a:gd name="T9" fmla="*/ 3660 h 312"/>
                <a:gd name="T10" fmla="*/ 1398 w 219"/>
                <a:gd name="T11" fmla="*/ 4389 h 312"/>
                <a:gd name="T12" fmla="*/ 2108 w 219"/>
                <a:gd name="T13" fmla="*/ 4502 h 312"/>
                <a:gd name="T14" fmla="*/ 2211 w 219"/>
                <a:gd name="T15" fmla="*/ 1353 h 312"/>
                <a:gd name="T16" fmla="*/ 204 w 219"/>
                <a:gd name="T17" fmla="*/ 250 h 3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9" h="312">
                  <a:moveTo>
                    <a:pt x="16" y="16"/>
                  </a:moveTo>
                  <a:cubicBezTo>
                    <a:pt x="0" y="25"/>
                    <a:pt x="2" y="38"/>
                    <a:pt x="9" y="55"/>
                  </a:cubicBezTo>
                  <a:cubicBezTo>
                    <a:pt x="17" y="73"/>
                    <a:pt x="29" y="78"/>
                    <a:pt x="42" y="80"/>
                  </a:cubicBezTo>
                  <a:cubicBezTo>
                    <a:pt x="56" y="82"/>
                    <a:pt x="111" y="96"/>
                    <a:pt x="129" y="141"/>
                  </a:cubicBezTo>
                  <a:cubicBezTo>
                    <a:pt x="147" y="186"/>
                    <a:pt x="129" y="222"/>
                    <a:pt x="118" y="235"/>
                  </a:cubicBezTo>
                  <a:cubicBezTo>
                    <a:pt x="107" y="247"/>
                    <a:pt x="95" y="259"/>
                    <a:pt x="109" y="282"/>
                  </a:cubicBezTo>
                  <a:cubicBezTo>
                    <a:pt x="122" y="304"/>
                    <a:pt x="146" y="312"/>
                    <a:pt x="164" y="289"/>
                  </a:cubicBezTo>
                  <a:cubicBezTo>
                    <a:pt x="182" y="265"/>
                    <a:pt x="219" y="165"/>
                    <a:pt x="172" y="87"/>
                  </a:cubicBezTo>
                  <a:cubicBezTo>
                    <a:pt x="126" y="9"/>
                    <a:pt x="42" y="0"/>
                    <a:pt x="16" y="16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752">
              <a:extLst>
                <a:ext uri="{FF2B5EF4-FFF2-40B4-BE49-F238E27FC236}">
                  <a16:creationId xmlns:a16="http://schemas.microsoft.com/office/drawing/2014/main" id="{77B61409-62D6-4BEF-A96B-C7A076887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641"/>
              <a:ext cx="386" cy="209"/>
            </a:xfrm>
            <a:custGeom>
              <a:avLst/>
              <a:gdLst>
                <a:gd name="T0" fmla="*/ 360 w 165"/>
                <a:gd name="T1" fmla="*/ 30 h 84"/>
                <a:gd name="T2" fmla="*/ 66 w 165"/>
                <a:gd name="T3" fmla="*/ 403 h 84"/>
                <a:gd name="T4" fmla="*/ 409 w 165"/>
                <a:gd name="T5" fmla="*/ 1045 h 84"/>
                <a:gd name="T6" fmla="*/ 1834 w 165"/>
                <a:gd name="T7" fmla="*/ 1157 h 84"/>
                <a:gd name="T8" fmla="*/ 1998 w 165"/>
                <a:gd name="T9" fmla="*/ 525 h 84"/>
                <a:gd name="T10" fmla="*/ 1626 w 165"/>
                <a:gd name="T11" fmla="*/ 199 h 84"/>
                <a:gd name="T12" fmla="*/ 985 w 165"/>
                <a:gd name="T13" fmla="*/ 229 h 84"/>
                <a:gd name="T14" fmla="*/ 360 w 165"/>
                <a:gd name="T15" fmla="*/ 3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5" h="84">
                  <a:moveTo>
                    <a:pt x="28" y="2"/>
                  </a:moveTo>
                  <a:cubicBezTo>
                    <a:pt x="17" y="5"/>
                    <a:pt x="10" y="15"/>
                    <a:pt x="5" y="26"/>
                  </a:cubicBezTo>
                  <a:cubicBezTo>
                    <a:pt x="0" y="38"/>
                    <a:pt x="5" y="56"/>
                    <a:pt x="32" y="68"/>
                  </a:cubicBezTo>
                  <a:cubicBezTo>
                    <a:pt x="59" y="80"/>
                    <a:pt x="122" y="84"/>
                    <a:pt x="143" y="75"/>
                  </a:cubicBezTo>
                  <a:cubicBezTo>
                    <a:pt x="165" y="66"/>
                    <a:pt x="158" y="45"/>
                    <a:pt x="156" y="34"/>
                  </a:cubicBezTo>
                  <a:cubicBezTo>
                    <a:pt x="154" y="23"/>
                    <a:pt x="141" y="10"/>
                    <a:pt x="127" y="13"/>
                  </a:cubicBezTo>
                  <a:cubicBezTo>
                    <a:pt x="113" y="17"/>
                    <a:pt x="95" y="17"/>
                    <a:pt x="77" y="15"/>
                  </a:cubicBezTo>
                  <a:cubicBezTo>
                    <a:pt x="59" y="13"/>
                    <a:pt x="37" y="0"/>
                    <a:pt x="28" y="2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753">
              <a:extLst>
                <a:ext uri="{FF2B5EF4-FFF2-40B4-BE49-F238E27FC236}">
                  <a16:creationId xmlns:a16="http://schemas.microsoft.com/office/drawing/2014/main" id="{CF6BB895-00E8-42E4-9EF2-61C436F53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269"/>
              <a:ext cx="143" cy="89"/>
            </a:xfrm>
            <a:custGeom>
              <a:avLst/>
              <a:gdLst>
                <a:gd name="T0" fmla="*/ 785 w 61"/>
                <a:gd name="T1" fmla="*/ 30 h 36"/>
                <a:gd name="T2" fmla="*/ 181 w 61"/>
                <a:gd name="T3" fmla="*/ 257 h 36"/>
                <a:gd name="T4" fmla="*/ 0 w 61"/>
                <a:gd name="T5" fmla="*/ 544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6">
                  <a:moveTo>
                    <a:pt x="61" y="2"/>
                  </a:moveTo>
                  <a:cubicBezTo>
                    <a:pt x="47" y="0"/>
                    <a:pt x="29" y="2"/>
                    <a:pt x="14" y="17"/>
                  </a:cubicBezTo>
                  <a:cubicBezTo>
                    <a:pt x="9" y="22"/>
                    <a:pt x="4" y="29"/>
                    <a:pt x="0" y="36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754">
              <a:extLst>
                <a:ext uri="{FF2B5EF4-FFF2-40B4-BE49-F238E27FC236}">
                  <a16:creationId xmlns:a16="http://schemas.microsoft.com/office/drawing/2014/main" id="{9604ED29-7283-4C4C-A172-4CA379459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249"/>
              <a:ext cx="220" cy="159"/>
            </a:xfrm>
            <a:custGeom>
              <a:avLst/>
              <a:gdLst>
                <a:gd name="T0" fmla="*/ 1205 w 94"/>
                <a:gd name="T1" fmla="*/ 199 h 64"/>
                <a:gd name="T2" fmla="*/ 295 w 94"/>
                <a:gd name="T3" fmla="*/ 383 h 64"/>
                <a:gd name="T4" fmla="*/ 103 w 94"/>
                <a:gd name="T5" fmla="*/ 629 h 64"/>
                <a:gd name="T6" fmla="*/ 0 w 94"/>
                <a:gd name="T7" fmla="*/ 981 h 64"/>
                <a:gd name="T8" fmla="*/ 461 w 94"/>
                <a:gd name="T9" fmla="*/ 370 h 64"/>
                <a:gd name="T10" fmla="*/ 1205 w 94"/>
                <a:gd name="T11" fmla="*/ 199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4">
                  <a:moveTo>
                    <a:pt x="94" y="13"/>
                  </a:moveTo>
                  <a:cubicBezTo>
                    <a:pt x="82" y="7"/>
                    <a:pt x="49" y="0"/>
                    <a:pt x="23" y="25"/>
                  </a:cubicBezTo>
                  <a:cubicBezTo>
                    <a:pt x="17" y="31"/>
                    <a:pt x="11" y="35"/>
                    <a:pt x="8" y="41"/>
                  </a:cubicBezTo>
                  <a:cubicBezTo>
                    <a:pt x="2" y="52"/>
                    <a:pt x="0" y="64"/>
                    <a:pt x="0" y="64"/>
                  </a:cubicBezTo>
                  <a:cubicBezTo>
                    <a:pt x="3" y="51"/>
                    <a:pt x="13" y="39"/>
                    <a:pt x="36" y="24"/>
                  </a:cubicBezTo>
                  <a:cubicBezTo>
                    <a:pt x="58" y="10"/>
                    <a:pt x="83" y="8"/>
                    <a:pt x="94" y="13"/>
                  </a:cubicBezTo>
                  <a:close/>
                </a:path>
              </a:pathLst>
            </a:custGeom>
            <a:solidFill>
              <a:srgbClr val="F8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755">
              <a:extLst>
                <a:ext uri="{FF2B5EF4-FFF2-40B4-BE49-F238E27FC236}">
                  <a16:creationId xmlns:a16="http://schemas.microsoft.com/office/drawing/2014/main" id="{B5686F96-2651-463C-A1DA-AC006C7CC4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7" y="3244"/>
              <a:ext cx="372" cy="374"/>
            </a:xfrm>
            <a:custGeom>
              <a:avLst/>
              <a:gdLst>
                <a:gd name="T0" fmla="*/ 1911 w 159"/>
                <a:gd name="T1" fmla="*/ 903 h 150"/>
                <a:gd name="T2" fmla="*/ 1855 w 159"/>
                <a:gd name="T3" fmla="*/ 479 h 150"/>
                <a:gd name="T4" fmla="*/ 1577 w 159"/>
                <a:gd name="T5" fmla="*/ 217 h 150"/>
                <a:gd name="T6" fmla="*/ 1483 w 159"/>
                <a:gd name="T7" fmla="*/ 187 h 150"/>
                <a:gd name="T8" fmla="*/ 1663 w 159"/>
                <a:gd name="T9" fmla="*/ 758 h 150"/>
                <a:gd name="T10" fmla="*/ 1320 w 159"/>
                <a:gd name="T11" fmla="*/ 1454 h 150"/>
                <a:gd name="T12" fmla="*/ 678 w 159"/>
                <a:gd name="T13" fmla="*/ 1877 h 150"/>
                <a:gd name="T14" fmla="*/ 28 w 159"/>
                <a:gd name="T15" fmla="*/ 1454 h 150"/>
                <a:gd name="T16" fmla="*/ 12 w 159"/>
                <a:gd name="T17" fmla="*/ 1454 h 150"/>
                <a:gd name="T18" fmla="*/ 49 w 159"/>
                <a:gd name="T19" fmla="*/ 1673 h 150"/>
                <a:gd name="T20" fmla="*/ 126 w 159"/>
                <a:gd name="T21" fmla="*/ 1785 h 150"/>
                <a:gd name="T22" fmla="*/ 180 w 159"/>
                <a:gd name="T23" fmla="*/ 1920 h 150"/>
                <a:gd name="T24" fmla="*/ 335 w 159"/>
                <a:gd name="T25" fmla="*/ 2064 h 150"/>
                <a:gd name="T26" fmla="*/ 515 w 159"/>
                <a:gd name="T27" fmla="*/ 2232 h 150"/>
                <a:gd name="T28" fmla="*/ 667 w 159"/>
                <a:gd name="T29" fmla="*/ 2189 h 150"/>
                <a:gd name="T30" fmla="*/ 767 w 159"/>
                <a:gd name="T31" fmla="*/ 2264 h 150"/>
                <a:gd name="T32" fmla="*/ 1050 w 159"/>
                <a:gd name="T33" fmla="*/ 2294 h 150"/>
                <a:gd name="T34" fmla="*/ 1254 w 159"/>
                <a:gd name="T35" fmla="*/ 2314 h 150"/>
                <a:gd name="T36" fmla="*/ 1446 w 159"/>
                <a:gd name="T37" fmla="*/ 2107 h 150"/>
                <a:gd name="T38" fmla="*/ 1638 w 159"/>
                <a:gd name="T39" fmla="*/ 2045 h 150"/>
                <a:gd name="T40" fmla="*/ 1729 w 159"/>
                <a:gd name="T41" fmla="*/ 1765 h 150"/>
                <a:gd name="T42" fmla="*/ 1834 w 159"/>
                <a:gd name="T43" fmla="*/ 1703 h 150"/>
                <a:gd name="T44" fmla="*/ 1844 w 159"/>
                <a:gd name="T45" fmla="*/ 1578 h 150"/>
                <a:gd name="T46" fmla="*/ 1986 w 159"/>
                <a:gd name="T47" fmla="*/ 1331 h 150"/>
                <a:gd name="T48" fmla="*/ 1911 w 159"/>
                <a:gd name="T49" fmla="*/ 903 h 150"/>
                <a:gd name="T50" fmla="*/ 1308 w 159"/>
                <a:gd name="T51" fmla="*/ 0 h 150"/>
                <a:gd name="T52" fmla="*/ 1308 w 159"/>
                <a:gd name="T53" fmla="*/ 0 h 150"/>
                <a:gd name="T54" fmla="*/ 1308 w 159"/>
                <a:gd name="T55" fmla="*/ 0 h 150"/>
                <a:gd name="T56" fmla="*/ 1308 w 159"/>
                <a:gd name="T57" fmla="*/ 0 h 15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9" h="150">
                  <a:moveTo>
                    <a:pt x="149" y="58"/>
                  </a:moveTo>
                  <a:cubicBezTo>
                    <a:pt x="146" y="47"/>
                    <a:pt x="152" y="40"/>
                    <a:pt x="145" y="31"/>
                  </a:cubicBezTo>
                  <a:cubicBezTo>
                    <a:pt x="139" y="23"/>
                    <a:pt x="132" y="16"/>
                    <a:pt x="123" y="14"/>
                  </a:cubicBezTo>
                  <a:cubicBezTo>
                    <a:pt x="121" y="13"/>
                    <a:pt x="118" y="13"/>
                    <a:pt x="116" y="12"/>
                  </a:cubicBezTo>
                  <a:cubicBezTo>
                    <a:pt x="123" y="23"/>
                    <a:pt x="129" y="40"/>
                    <a:pt x="130" y="49"/>
                  </a:cubicBezTo>
                  <a:cubicBezTo>
                    <a:pt x="130" y="70"/>
                    <a:pt x="116" y="81"/>
                    <a:pt x="103" y="94"/>
                  </a:cubicBezTo>
                  <a:cubicBezTo>
                    <a:pt x="89" y="110"/>
                    <a:pt x="80" y="124"/>
                    <a:pt x="53" y="121"/>
                  </a:cubicBezTo>
                  <a:cubicBezTo>
                    <a:pt x="34" y="118"/>
                    <a:pt x="16" y="107"/>
                    <a:pt x="2" y="9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1" y="99"/>
                    <a:pt x="0" y="103"/>
                    <a:pt x="4" y="108"/>
                  </a:cubicBezTo>
                  <a:cubicBezTo>
                    <a:pt x="6" y="111"/>
                    <a:pt x="9" y="112"/>
                    <a:pt x="10" y="115"/>
                  </a:cubicBezTo>
                  <a:cubicBezTo>
                    <a:pt x="12" y="118"/>
                    <a:pt x="12" y="121"/>
                    <a:pt x="14" y="124"/>
                  </a:cubicBezTo>
                  <a:cubicBezTo>
                    <a:pt x="17" y="131"/>
                    <a:pt x="20" y="130"/>
                    <a:pt x="26" y="133"/>
                  </a:cubicBezTo>
                  <a:cubicBezTo>
                    <a:pt x="33" y="135"/>
                    <a:pt x="34" y="142"/>
                    <a:pt x="40" y="144"/>
                  </a:cubicBezTo>
                  <a:cubicBezTo>
                    <a:pt x="44" y="145"/>
                    <a:pt x="48" y="141"/>
                    <a:pt x="52" y="141"/>
                  </a:cubicBezTo>
                  <a:cubicBezTo>
                    <a:pt x="55" y="142"/>
                    <a:pt x="57" y="144"/>
                    <a:pt x="60" y="146"/>
                  </a:cubicBezTo>
                  <a:cubicBezTo>
                    <a:pt x="67" y="149"/>
                    <a:pt x="74" y="147"/>
                    <a:pt x="82" y="148"/>
                  </a:cubicBezTo>
                  <a:cubicBezTo>
                    <a:pt x="87" y="149"/>
                    <a:pt x="92" y="150"/>
                    <a:pt x="98" y="149"/>
                  </a:cubicBezTo>
                  <a:cubicBezTo>
                    <a:pt x="110" y="147"/>
                    <a:pt x="106" y="140"/>
                    <a:pt x="113" y="136"/>
                  </a:cubicBezTo>
                  <a:cubicBezTo>
                    <a:pt x="118" y="133"/>
                    <a:pt x="124" y="136"/>
                    <a:pt x="128" y="132"/>
                  </a:cubicBezTo>
                  <a:cubicBezTo>
                    <a:pt x="134" y="127"/>
                    <a:pt x="129" y="120"/>
                    <a:pt x="135" y="114"/>
                  </a:cubicBezTo>
                  <a:cubicBezTo>
                    <a:pt x="137" y="112"/>
                    <a:pt x="141" y="112"/>
                    <a:pt x="143" y="110"/>
                  </a:cubicBezTo>
                  <a:cubicBezTo>
                    <a:pt x="145" y="107"/>
                    <a:pt x="143" y="105"/>
                    <a:pt x="144" y="102"/>
                  </a:cubicBezTo>
                  <a:cubicBezTo>
                    <a:pt x="146" y="95"/>
                    <a:pt x="152" y="92"/>
                    <a:pt x="155" y="86"/>
                  </a:cubicBezTo>
                  <a:cubicBezTo>
                    <a:pt x="159" y="77"/>
                    <a:pt x="152" y="66"/>
                    <a:pt x="149" y="58"/>
                  </a:cubicBezTo>
                  <a:close/>
                  <a:moveTo>
                    <a:pt x="102" y="0"/>
                  </a:move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756">
              <a:extLst>
                <a:ext uri="{FF2B5EF4-FFF2-40B4-BE49-F238E27FC236}">
                  <a16:creationId xmlns:a16="http://schemas.microsoft.com/office/drawing/2014/main" id="{ADDE7930-9E10-405E-A7BB-C2255124C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3301"/>
              <a:ext cx="305" cy="559"/>
            </a:xfrm>
            <a:custGeom>
              <a:avLst/>
              <a:gdLst>
                <a:gd name="T0" fmla="*/ 0 w 130"/>
                <a:gd name="T1" fmla="*/ 0 h 224"/>
                <a:gd name="T2" fmla="*/ 143 w 130"/>
                <a:gd name="T3" fmla="*/ 479 h 224"/>
                <a:gd name="T4" fmla="*/ 106 w 130"/>
                <a:gd name="T5" fmla="*/ 853 h 224"/>
                <a:gd name="T6" fmla="*/ 232 w 130"/>
                <a:gd name="T7" fmla="*/ 1103 h 224"/>
                <a:gd name="T8" fmla="*/ 181 w 130"/>
                <a:gd name="T9" fmla="*/ 1744 h 224"/>
                <a:gd name="T10" fmla="*/ 605 w 130"/>
                <a:gd name="T11" fmla="*/ 2174 h 224"/>
                <a:gd name="T12" fmla="*/ 720 w 130"/>
                <a:gd name="T13" fmla="*/ 2785 h 224"/>
                <a:gd name="T14" fmla="*/ 1161 w 130"/>
                <a:gd name="T15" fmla="*/ 3094 h 224"/>
                <a:gd name="T16" fmla="*/ 1382 w 130"/>
                <a:gd name="T17" fmla="*/ 3451 h 224"/>
                <a:gd name="T18" fmla="*/ 1680 w 130"/>
                <a:gd name="T19" fmla="*/ 3344 h 2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224">
                  <a:moveTo>
                    <a:pt x="0" y="0"/>
                  </a:moveTo>
                  <a:cubicBezTo>
                    <a:pt x="10" y="10"/>
                    <a:pt x="15" y="17"/>
                    <a:pt x="11" y="31"/>
                  </a:cubicBezTo>
                  <a:cubicBezTo>
                    <a:pt x="10" y="39"/>
                    <a:pt x="6" y="47"/>
                    <a:pt x="8" y="55"/>
                  </a:cubicBezTo>
                  <a:cubicBezTo>
                    <a:pt x="9" y="62"/>
                    <a:pt x="15" y="65"/>
                    <a:pt x="18" y="71"/>
                  </a:cubicBezTo>
                  <a:cubicBezTo>
                    <a:pt x="24" y="86"/>
                    <a:pt x="14" y="98"/>
                    <a:pt x="14" y="112"/>
                  </a:cubicBezTo>
                  <a:cubicBezTo>
                    <a:pt x="15" y="130"/>
                    <a:pt x="36" y="129"/>
                    <a:pt x="47" y="140"/>
                  </a:cubicBezTo>
                  <a:cubicBezTo>
                    <a:pt x="58" y="150"/>
                    <a:pt x="51" y="166"/>
                    <a:pt x="56" y="179"/>
                  </a:cubicBezTo>
                  <a:cubicBezTo>
                    <a:pt x="62" y="197"/>
                    <a:pt x="77" y="191"/>
                    <a:pt x="90" y="199"/>
                  </a:cubicBezTo>
                  <a:cubicBezTo>
                    <a:pt x="99" y="206"/>
                    <a:pt x="94" y="219"/>
                    <a:pt x="107" y="222"/>
                  </a:cubicBezTo>
                  <a:cubicBezTo>
                    <a:pt x="117" y="224"/>
                    <a:pt x="122" y="216"/>
                    <a:pt x="130" y="2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757">
              <a:extLst>
                <a:ext uri="{FF2B5EF4-FFF2-40B4-BE49-F238E27FC236}">
                  <a16:creationId xmlns:a16="http://schemas.microsoft.com/office/drawing/2014/main" id="{3814DD8E-9AA3-4514-8FCA-3C33F49F1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3378"/>
              <a:ext cx="101" cy="430"/>
            </a:xfrm>
            <a:custGeom>
              <a:avLst/>
              <a:gdLst>
                <a:gd name="T0" fmla="*/ 0 w 43"/>
                <a:gd name="T1" fmla="*/ 0 h 172"/>
                <a:gd name="T2" fmla="*/ 127 w 43"/>
                <a:gd name="T3" fmla="*/ 458 h 172"/>
                <a:gd name="T4" fmla="*/ 115 w 43"/>
                <a:gd name="T5" fmla="*/ 800 h 172"/>
                <a:gd name="T6" fmla="*/ 258 w 43"/>
                <a:gd name="T7" fmla="*/ 1188 h 172"/>
                <a:gd name="T8" fmla="*/ 258 w 43"/>
                <a:gd name="T9" fmla="*/ 1563 h 172"/>
                <a:gd name="T10" fmla="*/ 209 w 43"/>
                <a:gd name="T11" fmla="*/ 1895 h 172"/>
                <a:gd name="T12" fmla="*/ 402 w 43"/>
                <a:gd name="T13" fmla="*/ 2175 h 172"/>
                <a:gd name="T14" fmla="*/ 479 w 43"/>
                <a:gd name="T15" fmla="*/ 2688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72">
                  <a:moveTo>
                    <a:pt x="0" y="0"/>
                  </a:moveTo>
                  <a:cubicBezTo>
                    <a:pt x="11" y="1"/>
                    <a:pt x="12" y="21"/>
                    <a:pt x="10" y="29"/>
                  </a:cubicBezTo>
                  <a:cubicBezTo>
                    <a:pt x="9" y="37"/>
                    <a:pt x="6" y="44"/>
                    <a:pt x="9" y="51"/>
                  </a:cubicBezTo>
                  <a:cubicBezTo>
                    <a:pt x="13" y="61"/>
                    <a:pt x="20" y="65"/>
                    <a:pt x="20" y="76"/>
                  </a:cubicBezTo>
                  <a:cubicBezTo>
                    <a:pt x="21" y="83"/>
                    <a:pt x="21" y="92"/>
                    <a:pt x="20" y="100"/>
                  </a:cubicBezTo>
                  <a:cubicBezTo>
                    <a:pt x="20" y="107"/>
                    <a:pt x="14" y="114"/>
                    <a:pt x="16" y="121"/>
                  </a:cubicBezTo>
                  <a:cubicBezTo>
                    <a:pt x="17" y="130"/>
                    <a:pt x="25" y="134"/>
                    <a:pt x="31" y="139"/>
                  </a:cubicBezTo>
                  <a:cubicBezTo>
                    <a:pt x="43" y="149"/>
                    <a:pt x="40" y="159"/>
                    <a:pt x="37" y="17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758">
              <a:extLst>
                <a:ext uri="{FF2B5EF4-FFF2-40B4-BE49-F238E27FC236}">
                  <a16:creationId xmlns:a16="http://schemas.microsoft.com/office/drawing/2014/main" id="{E2DC2BAF-42D3-43DE-A54E-91C16B072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428"/>
              <a:ext cx="46" cy="135"/>
            </a:xfrm>
            <a:custGeom>
              <a:avLst/>
              <a:gdLst>
                <a:gd name="T0" fmla="*/ 131 w 20"/>
                <a:gd name="T1" fmla="*/ 0 h 54"/>
                <a:gd name="T2" fmla="*/ 244 w 20"/>
                <a:gd name="T3" fmla="*/ 845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4">
                  <a:moveTo>
                    <a:pt x="11" y="0"/>
                  </a:moveTo>
                  <a:cubicBezTo>
                    <a:pt x="0" y="15"/>
                    <a:pt x="11" y="39"/>
                    <a:pt x="20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759">
              <a:extLst>
                <a:ext uri="{FF2B5EF4-FFF2-40B4-BE49-F238E27FC236}">
                  <a16:creationId xmlns:a16="http://schemas.microsoft.com/office/drawing/2014/main" id="{A318248E-D754-4B8F-AA48-5AFA4C8B0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3031"/>
              <a:ext cx="108" cy="347"/>
            </a:xfrm>
            <a:custGeom>
              <a:avLst/>
              <a:gdLst>
                <a:gd name="T0" fmla="*/ 0 w 46"/>
                <a:gd name="T1" fmla="*/ 2162 h 139"/>
                <a:gd name="T2" fmla="*/ 171 w 46"/>
                <a:gd name="T3" fmla="*/ 1728 h 139"/>
                <a:gd name="T4" fmla="*/ 249 w 46"/>
                <a:gd name="T5" fmla="*/ 1403 h 139"/>
                <a:gd name="T6" fmla="*/ 232 w 46"/>
                <a:gd name="T7" fmla="*/ 1103 h 139"/>
                <a:gd name="T8" fmla="*/ 568 w 46"/>
                <a:gd name="T9" fmla="*/ 499 h 139"/>
                <a:gd name="T10" fmla="*/ 545 w 46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39">
                  <a:moveTo>
                    <a:pt x="0" y="139"/>
                  </a:moveTo>
                  <a:cubicBezTo>
                    <a:pt x="4" y="129"/>
                    <a:pt x="8" y="121"/>
                    <a:pt x="13" y="111"/>
                  </a:cubicBezTo>
                  <a:cubicBezTo>
                    <a:pt x="17" y="105"/>
                    <a:pt x="19" y="98"/>
                    <a:pt x="19" y="90"/>
                  </a:cubicBezTo>
                  <a:cubicBezTo>
                    <a:pt x="18" y="83"/>
                    <a:pt x="16" y="78"/>
                    <a:pt x="18" y="71"/>
                  </a:cubicBezTo>
                  <a:cubicBezTo>
                    <a:pt x="24" y="55"/>
                    <a:pt x="42" y="49"/>
                    <a:pt x="44" y="32"/>
                  </a:cubicBezTo>
                  <a:cubicBezTo>
                    <a:pt x="46" y="23"/>
                    <a:pt x="44" y="9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760">
              <a:extLst>
                <a:ext uri="{FF2B5EF4-FFF2-40B4-BE49-F238E27FC236}">
                  <a16:creationId xmlns:a16="http://schemas.microsoft.com/office/drawing/2014/main" id="{698CE69D-D89A-4252-BD9A-EB706A89C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37"/>
              <a:ext cx="522" cy="344"/>
            </a:xfrm>
            <a:custGeom>
              <a:avLst/>
              <a:gdLst>
                <a:gd name="T0" fmla="*/ 12 w 223"/>
                <a:gd name="T1" fmla="*/ 2139 h 138"/>
                <a:gd name="T2" fmla="*/ 12 w 223"/>
                <a:gd name="T3" fmla="*/ 1857 h 138"/>
                <a:gd name="T4" fmla="*/ 103 w 223"/>
                <a:gd name="T5" fmla="*/ 1610 h 138"/>
                <a:gd name="T6" fmla="*/ 229 w 223"/>
                <a:gd name="T7" fmla="*/ 1299 h 138"/>
                <a:gd name="T8" fmla="*/ 630 w 223"/>
                <a:gd name="T9" fmla="*/ 1025 h 138"/>
                <a:gd name="T10" fmla="*/ 822 w 223"/>
                <a:gd name="T11" fmla="*/ 790 h 138"/>
                <a:gd name="T12" fmla="*/ 936 w 223"/>
                <a:gd name="T13" fmla="*/ 653 h 138"/>
                <a:gd name="T14" fmla="*/ 1500 w 223"/>
                <a:gd name="T15" fmla="*/ 479 h 138"/>
                <a:gd name="T16" fmla="*/ 1912 w 223"/>
                <a:gd name="T17" fmla="*/ 229 h 138"/>
                <a:gd name="T18" fmla="*/ 2582 w 223"/>
                <a:gd name="T19" fmla="*/ 229 h 138"/>
                <a:gd name="T20" fmla="*/ 2860 w 223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3" h="138">
                  <a:moveTo>
                    <a:pt x="1" y="138"/>
                  </a:moveTo>
                  <a:cubicBezTo>
                    <a:pt x="1" y="132"/>
                    <a:pt x="0" y="126"/>
                    <a:pt x="1" y="120"/>
                  </a:cubicBezTo>
                  <a:cubicBezTo>
                    <a:pt x="2" y="114"/>
                    <a:pt x="5" y="110"/>
                    <a:pt x="8" y="104"/>
                  </a:cubicBezTo>
                  <a:cubicBezTo>
                    <a:pt x="11" y="97"/>
                    <a:pt x="13" y="90"/>
                    <a:pt x="18" y="84"/>
                  </a:cubicBezTo>
                  <a:cubicBezTo>
                    <a:pt x="25" y="74"/>
                    <a:pt x="40" y="73"/>
                    <a:pt x="49" y="66"/>
                  </a:cubicBezTo>
                  <a:cubicBezTo>
                    <a:pt x="55" y="62"/>
                    <a:pt x="60" y="57"/>
                    <a:pt x="64" y="51"/>
                  </a:cubicBezTo>
                  <a:cubicBezTo>
                    <a:pt x="67" y="46"/>
                    <a:pt x="67" y="45"/>
                    <a:pt x="73" y="42"/>
                  </a:cubicBezTo>
                  <a:cubicBezTo>
                    <a:pt x="87" y="37"/>
                    <a:pt x="104" y="38"/>
                    <a:pt x="117" y="31"/>
                  </a:cubicBezTo>
                  <a:cubicBezTo>
                    <a:pt x="129" y="24"/>
                    <a:pt x="133" y="11"/>
                    <a:pt x="149" y="15"/>
                  </a:cubicBezTo>
                  <a:cubicBezTo>
                    <a:pt x="166" y="19"/>
                    <a:pt x="183" y="24"/>
                    <a:pt x="201" y="15"/>
                  </a:cubicBezTo>
                  <a:cubicBezTo>
                    <a:pt x="208" y="11"/>
                    <a:pt x="217" y="5"/>
                    <a:pt x="22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761">
              <a:extLst>
                <a:ext uri="{FF2B5EF4-FFF2-40B4-BE49-F238E27FC236}">
                  <a16:creationId xmlns:a16="http://schemas.microsoft.com/office/drawing/2014/main" id="{D42264DF-3BA6-4F7D-9299-10DD1C2C0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139"/>
              <a:ext cx="58" cy="135"/>
            </a:xfrm>
            <a:custGeom>
              <a:avLst/>
              <a:gdLst>
                <a:gd name="T0" fmla="*/ 274 w 25"/>
                <a:gd name="T1" fmla="*/ 0 h 54"/>
                <a:gd name="T2" fmla="*/ 172 w 25"/>
                <a:gd name="T3" fmla="*/ 563 h 54"/>
                <a:gd name="T4" fmla="*/ 0 w 25"/>
                <a:gd name="T5" fmla="*/ 84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4">
                  <a:moveTo>
                    <a:pt x="22" y="0"/>
                  </a:moveTo>
                  <a:cubicBezTo>
                    <a:pt x="25" y="12"/>
                    <a:pt x="21" y="25"/>
                    <a:pt x="14" y="36"/>
                  </a:cubicBezTo>
                  <a:cubicBezTo>
                    <a:pt x="10" y="42"/>
                    <a:pt x="2" y="47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762">
              <a:extLst>
                <a:ext uri="{FF2B5EF4-FFF2-40B4-BE49-F238E27FC236}">
                  <a16:creationId xmlns:a16="http://schemas.microsoft.com/office/drawing/2014/main" id="{AEBBF36B-FC78-4DA2-8A03-01585DCD7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206"/>
              <a:ext cx="44" cy="175"/>
            </a:xfrm>
            <a:custGeom>
              <a:avLst/>
              <a:gdLst>
                <a:gd name="T0" fmla="*/ 236 w 19"/>
                <a:gd name="T1" fmla="*/ 0 h 70"/>
                <a:gd name="T2" fmla="*/ 74 w 19"/>
                <a:gd name="T3" fmla="*/ 188 h 70"/>
                <a:gd name="T4" fmla="*/ 28 w 19"/>
                <a:gd name="T5" fmla="*/ 613 h 70"/>
                <a:gd name="T6" fmla="*/ 12 w 19"/>
                <a:gd name="T7" fmla="*/ 109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0">
                  <a:moveTo>
                    <a:pt x="19" y="0"/>
                  </a:moveTo>
                  <a:cubicBezTo>
                    <a:pt x="13" y="4"/>
                    <a:pt x="9" y="5"/>
                    <a:pt x="6" y="12"/>
                  </a:cubicBezTo>
                  <a:cubicBezTo>
                    <a:pt x="2" y="20"/>
                    <a:pt x="3" y="30"/>
                    <a:pt x="2" y="39"/>
                  </a:cubicBezTo>
                  <a:cubicBezTo>
                    <a:pt x="0" y="49"/>
                    <a:pt x="2" y="60"/>
                    <a:pt x="1" y="7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763">
              <a:extLst>
                <a:ext uri="{FF2B5EF4-FFF2-40B4-BE49-F238E27FC236}">
                  <a16:creationId xmlns:a16="http://schemas.microsoft.com/office/drawing/2014/main" id="{5821AB93-D345-43EC-BC61-084582E4A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308"/>
              <a:ext cx="26" cy="118"/>
            </a:xfrm>
            <a:custGeom>
              <a:avLst/>
              <a:gdLst>
                <a:gd name="T0" fmla="*/ 40 w 11"/>
                <a:gd name="T1" fmla="*/ 0 h 47"/>
                <a:gd name="T2" fmla="*/ 0 w 11"/>
                <a:gd name="T3" fmla="*/ 74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7">
                  <a:moveTo>
                    <a:pt x="3" y="0"/>
                  </a:moveTo>
                  <a:cubicBezTo>
                    <a:pt x="11" y="16"/>
                    <a:pt x="4" y="32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764">
              <a:extLst>
                <a:ext uri="{FF2B5EF4-FFF2-40B4-BE49-F238E27FC236}">
                  <a16:creationId xmlns:a16="http://schemas.microsoft.com/office/drawing/2014/main" id="{ED130F35-4760-407E-AB20-801230F27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413"/>
              <a:ext cx="22" cy="143"/>
            </a:xfrm>
            <a:custGeom>
              <a:avLst/>
              <a:gdLst>
                <a:gd name="T0" fmla="*/ 0 w 9"/>
                <a:gd name="T1" fmla="*/ 0 h 57"/>
                <a:gd name="T2" fmla="*/ 90 w 9"/>
                <a:gd name="T3" fmla="*/ 146 h 57"/>
                <a:gd name="T4" fmla="*/ 120 w 9"/>
                <a:gd name="T5" fmla="*/ 459 h 57"/>
                <a:gd name="T6" fmla="*/ 59 w 9"/>
                <a:gd name="T7" fmla="*/ 881 h 57"/>
                <a:gd name="T8" fmla="*/ 59 w 9"/>
                <a:gd name="T9" fmla="*/ 88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1" y="4"/>
                    <a:pt x="5" y="5"/>
                    <a:pt x="6" y="9"/>
                  </a:cubicBezTo>
                  <a:cubicBezTo>
                    <a:pt x="9" y="14"/>
                    <a:pt x="8" y="23"/>
                    <a:pt x="8" y="29"/>
                  </a:cubicBezTo>
                  <a:cubicBezTo>
                    <a:pt x="9" y="39"/>
                    <a:pt x="6" y="47"/>
                    <a:pt x="4" y="56"/>
                  </a:cubicBezTo>
                  <a:cubicBezTo>
                    <a:pt x="4" y="57"/>
                    <a:pt x="4" y="57"/>
                    <a:pt x="4" y="5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765">
              <a:extLst>
                <a:ext uri="{FF2B5EF4-FFF2-40B4-BE49-F238E27FC236}">
                  <a16:creationId xmlns:a16="http://schemas.microsoft.com/office/drawing/2014/main" id="{21C2D2F9-FD02-4F17-AA2B-843F128D9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676"/>
              <a:ext cx="72" cy="114"/>
            </a:xfrm>
            <a:custGeom>
              <a:avLst/>
              <a:gdLst>
                <a:gd name="T0" fmla="*/ 0 w 31"/>
                <a:gd name="T1" fmla="*/ 0 h 46"/>
                <a:gd name="T2" fmla="*/ 388 w 31"/>
                <a:gd name="T3" fmla="*/ 70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6">
                  <a:moveTo>
                    <a:pt x="0" y="0"/>
                  </a:moveTo>
                  <a:cubicBezTo>
                    <a:pt x="28" y="2"/>
                    <a:pt x="23" y="29"/>
                    <a:pt x="31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766">
              <a:extLst>
                <a:ext uri="{FF2B5EF4-FFF2-40B4-BE49-F238E27FC236}">
                  <a16:creationId xmlns:a16="http://schemas.microsoft.com/office/drawing/2014/main" id="{B322DB18-76C4-48C2-9C4C-D4CAC6DD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011"/>
              <a:ext cx="51" cy="98"/>
            </a:xfrm>
            <a:custGeom>
              <a:avLst/>
              <a:gdLst>
                <a:gd name="T0" fmla="*/ 0 w 22"/>
                <a:gd name="T1" fmla="*/ 601 h 39"/>
                <a:gd name="T2" fmla="*/ 274 w 22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0" y="38"/>
                  </a:moveTo>
                  <a:cubicBezTo>
                    <a:pt x="19" y="39"/>
                    <a:pt x="17" y="13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767">
              <a:extLst>
                <a:ext uri="{FF2B5EF4-FFF2-40B4-BE49-F238E27FC236}">
                  <a16:creationId xmlns:a16="http://schemas.microsoft.com/office/drawing/2014/main" id="{456747F7-E9F3-4A56-B0A1-112512004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931"/>
              <a:ext cx="91" cy="85"/>
            </a:xfrm>
            <a:custGeom>
              <a:avLst/>
              <a:gdLst>
                <a:gd name="T0" fmla="*/ 0 w 39"/>
                <a:gd name="T1" fmla="*/ 345 h 34"/>
                <a:gd name="T2" fmla="*/ 495 w 39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4">
                  <a:moveTo>
                    <a:pt x="0" y="22"/>
                  </a:moveTo>
                  <a:cubicBezTo>
                    <a:pt x="15" y="34"/>
                    <a:pt x="34" y="13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768">
              <a:extLst>
                <a:ext uri="{FF2B5EF4-FFF2-40B4-BE49-F238E27FC236}">
                  <a16:creationId xmlns:a16="http://schemas.microsoft.com/office/drawing/2014/main" id="{F3A9122B-0D03-42FF-8DF3-6CC1789D5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869"/>
              <a:ext cx="122" cy="60"/>
            </a:xfrm>
            <a:custGeom>
              <a:avLst/>
              <a:gdLst>
                <a:gd name="T0" fmla="*/ 12 w 52"/>
                <a:gd name="T1" fmla="*/ 375 h 24"/>
                <a:gd name="T2" fmla="*/ 375 w 52"/>
                <a:gd name="T3" fmla="*/ 33 h 24"/>
                <a:gd name="T4" fmla="*/ 671 w 52"/>
                <a:gd name="T5" fmla="*/ 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4">
                  <a:moveTo>
                    <a:pt x="1" y="24"/>
                  </a:moveTo>
                  <a:cubicBezTo>
                    <a:pt x="0" y="12"/>
                    <a:pt x="20" y="3"/>
                    <a:pt x="29" y="2"/>
                  </a:cubicBezTo>
                  <a:cubicBezTo>
                    <a:pt x="37" y="1"/>
                    <a:pt x="45" y="0"/>
                    <a:pt x="52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769">
              <a:extLst>
                <a:ext uri="{FF2B5EF4-FFF2-40B4-BE49-F238E27FC236}">
                  <a16:creationId xmlns:a16="http://schemas.microsoft.com/office/drawing/2014/main" id="{B551F49F-B94C-490A-88AA-359A25EF3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884"/>
              <a:ext cx="112" cy="40"/>
            </a:xfrm>
            <a:custGeom>
              <a:avLst/>
              <a:gdLst>
                <a:gd name="T0" fmla="*/ 0 w 48"/>
                <a:gd name="T1" fmla="*/ 208 h 16"/>
                <a:gd name="T2" fmla="*/ 371 w 48"/>
                <a:gd name="T3" fmla="*/ 158 h 16"/>
                <a:gd name="T4" fmla="*/ 609 w 4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0" y="13"/>
                  </a:moveTo>
                  <a:cubicBezTo>
                    <a:pt x="10" y="15"/>
                    <a:pt x="20" y="16"/>
                    <a:pt x="29" y="10"/>
                  </a:cubicBezTo>
                  <a:cubicBezTo>
                    <a:pt x="34" y="7"/>
                    <a:pt x="43" y="4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770">
              <a:extLst>
                <a:ext uri="{FF2B5EF4-FFF2-40B4-BE49-F238E27FC236}">
                  <a16:creationId xmlns:a16="http://schemas.microsoft.com/office/drawing/2014/main" id="{FA7603FC-7232-4707-9BCD-545EDE27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834"/>
              <a:ext cx="135" cy="38"/>
            </a:xfrm>
            <a:custGeom>
              <a:avLst/>
              <a:gdLst>
                <a:gd name="T0" fmla="*/ 0 w 58"/>
                <a:gd name="T1" fmla="*/ 243 h 15"/>
                <a:gd name="T2" fmla="*/ 428 w 58"/>
                <a:gd name="T3" fmla="*/ 33 h 15"/>
                <a:gd name="T4" fmla="*/ 731 w 58"/>
                <a:gd name="T5" fmla="*/ 1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5">
                  <a:moveTo>
                    <a:pt x="0" y="15"/>
                  </a:moveTo>
                  <a:cubicBezTo>
                    <a:pt x="11" y="7"/>
                    <a:pt x="19" y="0"/>
                    <a:pt x="34" y="2"/>
                  </a:cubicBezTo>
                  <a:cubicBezTo>
                    <a:pt x="44" y="3"/>
                    <a:pt x="49" y="7"/>
                    <a:pt x="58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771">
              <a:extLst>
                <a:ext uri="{FF2B5EF4-FFF2-40B4-BE49-F238E27FC236}">
                  <a16:creationId xmlns:a16="http://schemas.microsoft.com/office/drawing/2014/main" id="{B6697B91-241D-4DE5-9577-EB0BB1937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3261"/>
              <a:ext cx="61" cy="110"/>
            </a:xfrm>
            <a:custGeom>
              <a:avLst/>
              <a:gdLst>
                <a:gd name="T0" fmla="*/ 192 w 26"/>
                <a:gd name="T1" fmla="*/ 688 h 44"/>
                <a:gd name="T2" fmla="*/ 336 w 26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4">
                  <a:moveTo>
                    <a:pt x="15" y="44"/>
                  </a:moveTo>
                  <a:cubicBezTo>
                    <a:pt x="0" y="31"/>
                    <a:pt x="18" y="12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772">
              <a:extLst>
                <a:ext uri="{FF2B5EF4-FFF2-40B4-BE49-F238E27FC236}">
                  <a16:creationId xmlns:a16="http://schemas.microsoft.com/office/drawing/2014/main" id="{5B329A40-1AC6-454C-8168-D400EBC94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3034"/>
              <a:ext cx="77" cy="112"/>
            </a:xfrm>
            <a:custGeom>
              <a:avLst/>
              <a:gdLst>
                <a:gd name="T0" fmla="*/ 0 w 33"/>
                <a:gd name="T1" fmla="*/ 694 h 45"/>
                <a:gd name="T2" fmla="*/ 126 w 33"/>
                <a:gd name="T3" fmla="*/ 199 h 45"/>
                <a:gd name="T4" fmla="*/ 306 w 33"/>
                <a:gd name="T5" fmla="*/ 62 h 45"/>
                <a:gd name="T6" fmla="*/ 420 w 33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5">
                  <a:moveTo>
                    <a:pt x="0" y="45"/>
                  </a:moveTo>
                  <a:cubicBezTo>
                    <a:pt x="0" y="34"/>
                    <a:pt x="3" y="21"/>
                    <a:pt x="10" y="13"/>
                  </a:cubicBezTo>
                  <a:cubicBezTo>
                    <a:pt x="14" y="10"/>
                    <a:pt x="20" y="6"/>
                    <a:pt x="24" y="4"/>
                  </a:cubicBezTo>
                  <a:cubicBezTo>
                    <a:pt x="27" y="2"/>
                    <a:pt x="30" y="2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773">
              <a:extLst>
                <a:ext uri="{FF2B5EF4-FFF2-40B4-BE49-F238E27FC236}">
                  <a16:creationId xmlns:a16="http://schemas.microsoft.com/office/drawing/2014/main" id="{3393A82D-A42F-4B29-833F-508B23F08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3788"/>
              <a:ext cx="580" cy="202"/>
            </a:xfrm>
            <a:custGeom>
              <a:avLst/>
              <a:gdLst>
                <a:gd name="T0" fmla="*/ 0 w 248"/>
                <a:gd name="T1" fmla="*/ 449 h 81"/>
                <a:gd name="T2" fmla="*/ 65 w 248"/>
                <a:gd name="T3" fmla="*/ 529 h 81"/>
                <a:gd name="T4" fmla="*/ 257 w 248"/>
                <a:gd name="T5" fmla="*/ 653 h 81"/>
                <a:gd name="T6" fmla="*/ 552 w 248"/>
                <a:gd name="T7" fmla="*/ 728 h 81"/>
                <a:gd name="T8" fmla="*/ 793 w 248"/>
                <a:gd name="T9" fmla="*/ 1008 h 81"/>
                <a:gd name="T10" fmla="*/ 1459 w 248"/>
                <a:gd name="T11" fmla="*/ 1025 h 81"/>
                <a:gd name="T12" fmla="*/ 1997 w 248"/>
                <a:gd name="T13" fmla="*/ 1120 h 81"/>
                <a:gd name="T14" fmla="*/ 2493 w 248"/>
                <a:gd name="T15" fmla="*/ 870 h 81"/>
                <a:gd name="T16" fmla="*/ 3019 w 248"/>
                <a:gd name="T17" fmla="*/ 778 h 81"/>
                <a:gd name="T18" fmla="*/ 3171 w 248"/>
                <a:gd name="T19" fmla="*/ 279 h 81"/>
                <a:gd name="T20" fmla="*/ 3162 w 248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8" h="81">
                  <a:moveTo>
                    <a:pt x="0" y="29"/>
                  </a:moveTo>
                  <a:cubicBezTo>
                    <a:pt x="4" y="29"/>
                    <a:pt x="3" y="32"/>
                    <a:pt x="5" y="34"/>
                  </a:cubicBezTo>
                  <a:cubicBezTo>
                    <a:pt x="10" y="40"/>
                    <a:pt x="13" y="41"/>
                    <a:pt x="20" y="42"/>
                  </a:cubicBezTo>
                  <a:cubicBezTo>
                    <a:pt x="27" y="44"/>
                    <a:pt x="35" y="44"/>
                    <a:pt x="43" y="47"/>
                  </a:cubicBezTo>
                  <a:cubicBezTo>
                    <a:pt x="51" y="51"/>
                    <a:pt x="56" y="58"/>
                    <a:pt x="62" y="65"/>
                  </a:cubicBezTo>
                  <a:cubicBezTo>
                    <a:pt x="80" y="81"/>
                    <a:pt x="94" y="71"/>
                    <a:pt x="114" y="66"/>
                  </a:cubicBezTo>
                  <a:cubicBezTo>
                    <a:pt x="130" y="63"/>
                    <a:pt x="141" y="72"/>
                    <a:pt x="156" y="72"/>
                  </a:cubicBezTo>
                  <a:cubicBezTo>
                    <a:pt x="172" y="72"/>
                    <a:pt x="181" y="62"/>
                    <a:pt x="195" y="56"/>
                  </a:cubicBezTo>
                  <a:cubicBezTo>
                    <a:pt x="208" y="50"/>
                    <a:pt x="223" y="55"/>
                    <a:pt x="236" y="50"/>
                  </a:cubicBezTo>
                  <a:cubicBezTo>
                    <a:pt x="248" y="44"/>
                    <a:pt x="247" y="30"/>
                    <a:pt x="248" y="18"/>
                  </a:cubicBezTo>
                  <a:cubicBezTo>
                    <a:pt x="248" y="13"/>
                    <a:pt x="245" y="4"/>
                    <a:pt x="24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774">
              <a:extLst>
                <a:ext uri="{FF2B5EF4-FFF2-40B4-BE49-F238E27FC236}">
                  <a16:creationId xmlns:a16="http://schemas.microsoft.com/office/drawing/2014/main" id="{D474BB05-E595-4C3C-B4CE-0B81C0946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855"/>
              <a:ext cx="98" cy="45"/>
            </a:xfrm>
            <a:custGeom>
              <a:avLst/>
              <a:gdLst>
                <a:gd name="T0" fmla="*/ 0 w 42"/>
                <a:gd name="T1" fmla="*/ 0 h 18"/>
                <a:gd name="T2" fmla="*/ 343 w 42"/>
                <a:gd name="T3" fmla="*/ 50 h 18"/>
                <a:gd name="T4" fmla="*/ 534 w 42"/>
                <a:gd name="T5" fmla="*/ 2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0" y="0"/>
                  </a:moveTo>
                  <a:cubicBezTo>
                    <a:pt x="8" y="3"/>
                    <a:pt x="18" y="0"/>
                    <a:pt x="27" y="3"/>
                  </a:cubicBezTo>
                  <a:cubicBezTo>
                    <a:pt x="32" y="6"/>
                    <a:pt x="40" y="12"/>
                    <a:pt x="42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775">
              <a:extLst>
                <a:ext uri="{FF2B5EF4-FFF2-40B4-BE49-F238E27FC236}">
                  <a16:creationId xmlns:a16="http://schemas.microsoft.com/office/drawing/2014/main" id="{535BFE6B-B6D8-4120-AF6A-EE48E9ACF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910"/>
              <a:ext cx="129" cy="43"/>
            </a:xfrm>
            <a:custGeom>
              <a:avLst/>
              <a:gdLst>
                <a:gd name="T0" fmla="*/ 0 w 55"/>
                <a:gd name="T1" fmla="*/ 83 h 17"/>
                <a:gd name="T2" fmla="*/ 568 w 55"/>
                <a:gd name="T3" fmla="*/ 116 h 17"/>
                <a:gd name="T4" fmla="*/ 711 w 55"/>
                <a:gd name="T5" fmla="*/ 2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0" y="5"/>
                  </a:moveTo>
                  <a:cubicBezTo>
                    <a:pt x="11" y="3"/>
                    <a:pt x="33" y="0"/>
                    <a:pt x="44" y="7"/>
                  </a:cubicBezTo>
                  <a:cubicBezTo>
                    <a:pt x="48" y="9"/>
                    <a:pt x="52" y="17"/>
                    <a:pt x="55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776">
              <a:extLst>
                <a:ext uri="{FF2B5EF4-FFF2-40B4-BE49-F238E27FC236}">
                  <a16:creationId xmlns:a16="http://schemas.microsoft.com/office/drawing/2014/main" id="{748B0051-8917-4887-B1EE-81C20E6BF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693"/>
              <a:ext cx="45" cy="107"/>
            </a:xfrm>
            <a:custGeom>
              <a:avLst/>
              <a:gdLst>
                <a:gd name="T0" fmla="*/ 12 w 19"/>
                <a:gd name="T1" fmla="*/ 0 h 43"/>
                <a:gd name="T2" fmla="*/ 78 w 19"/>
                <a:gd name="T3" fmla="*/ 383 h 43"/>
                <a:gd name="T4" fmla="*/ 253 w 19"/>
                <a:gd name="T5" fmla="*/ 66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3">
                  <a:moveTo>
                    <a:pt x="1" y="0"/>
                  </a:moveTo>
                  <a:cubicBezTo>
                    <a:pt x="2" y="10"/>
                    <a:pt x="0" y="16"/>
                    <a:pt x="6" y="25"/>
                  </a:cubicBezTo>
                  <a:cubicBezTo>
                    <a:pt x="10" y="32"/>
                    <a:pt x="13" y="38"/>
                    <a:pt x="19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777">
              <a:extLst>
                <a:ext uri="{FF2B5EF4-FFF2-40B4-BE49-F238E27FC236}">
                  <a16:creationId xmlns:a16="http://schemas.microsoft.com/office/drawing/2014/main" id="{59814654-8726-45C3-8072-58EDEBDAD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3780"/>
              <a:ext cx="216" cy="220"/>
            </a:xfrm>
            <a:custGeom>
              <a:avLst/>
              <a:gdLst>
                <a:gd name="T0" fmla="*/ 0 w 92"/>
                <a:gd name="T1" fmla="*/ 0 h 88"/>
                <a:gd name="T2" fmla="*/ 258 w 92"/>
                <a:gd name="T3" fmla="*/ 395 h 88"/>
                <a:gd name="T4" fmla="*/ 401 w 92"/>
                <a:gd name="T5" fmla="*/ 425 h 88"/>
                <a:gd name="T6" fmla="*/ 507 w 92"/>
                <a:gd name="T7" fmla="*/ 645 h 88"/>
                <a:gd name="T8" fmla="*/ 596 w 92"/>
                <a:gd name="T9" fmla="*/ 925 h 88"/>
                <a:gd name="T10" fmla="*/ 904 w 92"/>
                <a:gd name="T11" fmla="*/ 1083 h 88"/>
                <a:gd name="T12" fmla="*/ 1113 w 92"/>
                <a:gd name="T13" fmla="*/ 1208 h 88"/>
                <a:gd name="T14" fmla="*/ 1162 w 92"/>
                <a:gd name="T15" fmla="*/ 1300 h 88"/>
                <a:gd name="T16" fmla="*/ 1190 w 92"/>
                <a:gd name="T17" fmla="*/ 1333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88">
                  <a:moveTo>
                    <a:pt x="0" y="0"/>
                  </a:moveTo>
                  <a:cubicBezTo>
                    <a:pt x="3" y="13"/>
                    <a:pt x="5" y="22"/>
                    <a:pt x="20" y="25"/>
                  </a:cubicBezTo>
                  <a:cubicBezTo>
                    <a:pt x="23" y="26"/>
                    <a:pt x="29" y="26"/>
                    <a:pt x="31" y="27"/>
                  </a:cubicBezTo>
                  <a:cubicBezTo>
                    <a:pt x="35" y="29"/>
                    <a:pt x="38" y="37"/>
                    <a:pt x="39" y="41"/>
                  </a:cubicBezTo>
                  <a:cubicBezTo>
                    <a:pt x="41" y="47"/>
                    <a:pt x="42" y="54"/>
                    <a:pt x="46" y="59"/>
                  </a:cubicBezTo>
                  <a:cubicBezTo>
                    <a:pt x="52" y="66"/>
                    <a:pt x="62" y="67"/>
                    <a:pt x="70" y="69"/>
                  </a:cubicBezTo>
                  <a:cubicBezTo>
                    <a:pt x="77" y="71"/>
                    <a:pt x="81" y="73"/>
                    <a:pt x="86" y="77"/>
                  </a:cubicBezTo>
                  <a:cubicBezTo>
                    <a:pt x="87" y="79"/>
                    <a:pt x="89" y="81"/>
                    <a:pt x="90" y="83"/>
                  </a:cubicBezTo>
                  <a:cubicBezTo>
                    <a:pt x="92" y="84"/>
                    <a:pt x="92" y="88"/>
                    <a:pt x="92" y="8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778">
              <a:extLst>
                <a:ext uri="{FF2B5EF4-FFF2-40B4-BE49-F238E27FC236}">
                  <a16:creationId xmlns:a16="http://schemas.microsoft.com/office/drawing/2014/main" id="{88B3DD72-88F2-48D8-A190-C90E89A1B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3890"/>
              <a:ext cx="112" cy="73"/>
            </a:xfrm>
            <a:custGeom>
              <a:avLst/>
              <a:gdLst>
                <a:gd name="T0" fmla="*/ 0 w 48"/>
                <a:gd name="T1" fmla="*/ 0 h 29"/>
                <a:gd name="T2" fmla="*/ 294 w 48"/>
                <a:gd name="T3" fmla="*/ 430 h 29"/>
                <a:gd name="T4" fmla="*/ 609 w 48"/>
                <a:gd name="T5" fmla="*/ 46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9">
                  <a:moveTo>
                    <a:pt x="0" y="0"/>
                  </a:moveTo>
                  <a:cubicBezTo>
                    <a:pt x="8" y="10"/>
                    <a:pt x="8" y="24"/>
                    <a:pt x="23" y="27"/>
                  </a:cubicBezTo>
                  <a:cubicBezTo>
                    <a:pt x="31" y="29"/>
                    <a:pt x="40" y="26"/>
                    <a:pt x="48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779">
              <a:extLst>
                <a:ext uri="{FF2B5EF4-FFF2-40B4-BE49-F238E27FC236}">
                  <a16:creationId xmlns:a16="http://schemas.microsoft.com/office/drawing/2014/main" id="{9C102815-B61D-4A5D-B388-A21A1A551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843"/>
              <a:ext cx="72" cy="90"/>
            </a:xfrm>
            <a:custGeom>
              <a:avLst/>
              <a:gdLst>
                <a:gd name="T0" fmla="*/ 0 w 31"/>
                <a:gd name="T1" fmla="*/ 0 h 36"/>
                <a:gd name="T2" fmla="*/ 200 w 31"/>
                <a:gd name="T3" fmla="*/ 395 h 36"/>
                <a:gd name="T4" fmla="*/ 388 w 31"/>
                <a:gd name="T5" fmla="*/ 56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0" y="0"/>
                  </a:moveTo>
                  <a:cubicBezTo>
                    <a:pt x="2" y="12"/>
                    <a:pt x="8" y="17"/>
                    <a:pt x="16" y="25"/>
                  </a:cubicBezTo>
                  <a:cubicBezTo>
                    <a:pt x="20" y="29"/>
                    <a:pt x="26" y="35"/>
                    <a:pt x="31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780">
              <a:extLst>
                <a:ext uri="{FF2B5EF4-FFF2-40B4-BE49-F238E27FC236}">
                  <a16:creationId xmlns:a16="http://schemas.microsoft.com/office/drawing/2014/main" id="{A198F85E-4DBC-4C1E-8A5C-F034A74B4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915"/>
              <a:ext cx="157" cy="35"/>
            </a:xfrm>
            <a:custGeom>
              <a:avLst/>
              <a:gdLst>
                <a:gd name="T0" fmla="*/ 0 w 67"/>
                <a:gd name="T1" fmla="*/ 220 h 14"/>
                <a:gd name="T2" fmla="*/ 499 w 67"/>
                <a:gd name="T3" fmla="*/ 20 h 14"/>
                <a:gd name="T4" fmla="*/ 851 w 67"/>
                <a:gd name="T5" fmla="*/ 95 h 14"/>
                <a:gd name="T6" fmla="*/ 851 w 67"/>
                <a:gd name="T7" fmla="*/ 8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4">
                  <a:moveTo>
                    <a:pt x="0" y="14"/>
                  </a:moveTo>
                  <a:cubicBezTo>
                    <a:pt x="14" y="12"/>
                    <a:pt x="24" y="0"/>
                    <a:pt x="39" y="1"/>
                  </a:cubicBezTo>
                  <a:cubicBezTo>
                    <a:pt x="48" y="2"/>
                    <a:pt x="58" y="5"/>
                    <a:pt x="66" y="6"/>
                  </a:cubicBezTo>
                  <a:cubicBezTo>
                    <a:pt x="67" y="6"/>
                    <a:pt x="67" y="6"/>
                    <a:pt x="66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781">
              <a:extLst>
                <a:ext uri="{FF2B5EF4-FFF2-40B4-BE49-F238E27FC236}">
                  <a16:creationId xmlns:a16="http://schemas.microsoft.com/office/drawing/2014/main" id="{7A7C16CB-BCCE-479E-9232-8A398E1C4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793"/>
              <a:ext cx="89" cy="125"/>
            </a:xfrm>
            <a:custGeom>
              <a:avLst/>
              <a:gdLst>
                <a:gd name="T0" fmla="*/ 0 w 38"/>
                <a:gd name="T1" fmla="*/ 783 h 50"/>
                <a:gd name="T2" fmla="*/ 220 w 38"/>
                <a:gd name="T3" fmla="*/ 688 h 50"/>
                <a:gd name="T4" fmla="*/ 323 w 38"/>
                <a:gd name="T5" fmla="*/ 425 h 50"/>
                <a:gd name="T6" fmla="*/ 450 w 38"/>
                <a:gd name="T7" fmla="*/ 220 h 50"/>
                <a:gd name="T8" fmla="*/ 461 w 3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0">
                  <a:moveTo>
                    <a:pt x="0" y="50"/>
                  </a:moveTo>
                  <a:cubicBezTo>
                    <a:pt x="6" y="48"/>
                    <a:pt x="13" y="49"/>
                    <a:pt x="17" y="44"/>
                  </a:cubicBezTo>
                  <a:cubicBezTo>
                    <a:pt x="21" y="39"/>
                    <a:pt x="22" y="32"/>
                    <a:pt x="25" y="27"/>
                  </a:cubicBezTo>
                  <a:cubicBezTo>
                    <a:pt x="28" y="22"/>
                    <a:pt x="33" y="20"/>
                    <a:pt x="35" y="14"/>
                  </a:cubicBezTo>
                  <a:cubicBezTo>
                    <a:pt x="36" y="10"/>
                    <a:pt x="38" y="1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782">
              <a:extLst>
                <a:ext uri="{FF2B5EF4-FFF2-40B4-BE49-F238E27FC236}">
                  <a16:creationId xmlns:a16="http://schemas.microsoft.com/office/drawing/2014/main" id="{770E7B5F-FCAC-4640-9BE7-DDFE26A67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873"/>
              <a:ext cx="136" cy="50"/>
            </a:xfrm>
            <a:custGeom>
              <a:avLst/>
              <a:gdLst>
                <a:gd name="T0" fmla="*/ 0 w 58"/>
                <a:gd name="T1" fmla="*/ 313 h 20"/>
                <a:gd name="T2" fmla="*/ 748 w 5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20">
                  <a:moveTo>
                    <a:pt x="0" y="20"/>
                  </a:moveTo>
                  <a:cubicBezTo>
                    <a:pt x="8" y="1"/>
                    <a:pt x="41" y="0"/>
                    <a:pt x="5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783">
              <a:extLst>
                <a:ext uri="{FF2B5EF4-FFF2-40B4-BE49-F238E27FC236}">
                  <a16:creationId xmlns:a16="http://schemas.microsoft.com/office/drawing/2014/main" id="{CA9481A1-3556-4AD8-9E55-F581FC55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963"/>
              <a:ext cx="112" cy="30"/>
            </a:xfrm>
            <a:custGeom>
              <a:avLst/>
              <a:gdLst>
                <a:gd name="T0" fmla="*/ 0 w 48"/>
                <a:gd name="T1" fmla="*/ 63 h 12"/>
                <a:gd name="T2" fmla="*/ 380 w 48"/>
                <a:gd name="T3" fmla="*/ 145 h 12"/>
                <a:gd name="T4" fmla="*/ 609 w 48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">
                  <a:moveTo>
                    <a:pt x="0" y="4"/>
                  </a:moveTo>
                  <a:cubicBezTo>
                    <a:pt x="8" y="11"/>
                    <a:pt x="20" y="12"/>
                    <a:pt x="30" y="9"/>
                  </a:cubicBezTo>
                  <a:cubicBezTo>
                    <a:pt x="34" y="8"/>
                    <a:pt x="46" y="0"/>
                    <a:pt x="48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784">
              <a:extLst>
                <a:ext uri="{FF2B5EF4-FFF2-40B4-BE49-F238E27FC236}">
                  <a16:creationId xmlns:a16="http://schemas.microsoft.com/office/drawing/2014/main" id="{276EF7B7-0C90-46E0-95B2-5BDCA7A2C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3973"/>
              <a:ext cx="185" cy="55"/>
            </a:xfrm>
            <a:custGeom>
              <a:avLst/>
              <a:gdLst>
                <a:gd name="T0" fmla="*/ 0 w 79"/>
                <a:gd name="T1" fmla="*/ 175 h 22"/>
                <a:gd name="T2" fmla="*/ 347 w 79"/>
                <a:gd name="T3" fmla="*/ 50 h 22"/>
                <a:gd name="T4" fmla="*/ 604 w 79"/>
                <a:gd name="T5" fmla="*/ 33 h 22"/>
                <a:gd name="T6" fmla="*/ 1014 w 79"/>
                <a:gd name="T7" fmla="*/ 3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2">
                  <a:moveTo>
                    <a:pt x="0" y="11"/>
                  </a:moveTo>
                  <a:cubicBezTo>
                    <a:pt x="7" y="4"/>
                    <a:pt x="18" y="5"/>
                    <a:pt x="27" y="3"/>
                  </a:cubicBezTo>
                  <a:cubicBezTo>
                    <a:pt x="35" y="1"/>
                    <a:pt x="40" y="0"/>
                    <a:pt x="47" y="2"/>
                  </a:cubicBezTo>
                  <a:cubicBezTo>
                    <a:pt x="57" y="6"/>
                    <a:pt x="74" y="16"/>
                    <a:pt x="79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785">
              <a:extLst>
                <a:ext uri="{FF2B5EF4-FFF2-40B4-BE49-F238E27FC236}">
                  <a16:creationId xmlns:a16="http://schemas.microsoft.com/office/drawing/2014/main" id="{C32E7E99-EA08-4AC2-9971-F76693757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983"/>
              <a:ext cx="136" cy="30"/>
            </a:xfrm>
            <a:custGeom>
              <a:avLst/>
              <a:gdLst>
                <a:gd name="T0" fmla="*/ 0 w 58"/>
                <a:gd name="T1" fmla="*/ 0 h 12"/>
                <a:gd name="T2" fmla="*/ 385 w 58"/>
                <a:gd name="T3" fmla="*/ 83 h 12"/>
                <a:gd name="T4" fmla="*/ 659 w 58"/>
                <a:gd name="T5" fmla="*/ 95 h 12"/>
                <a:gd name="T6" fmla="*/ 748 w 58"/>
                <a:gd name="T7" fmla="*/ 14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6" y="12"/>
                    <a:pt x="19" y="7"/>
                    <a:pt x="30" y="5"/>
                  </a:cubicBezTo>
                  <a:cubicBezTo>
                    <a:pt x="37" y="4"/>
                    <a:pt x="44" y="3"/>
                    <a:pt x="51" y="6"/>
                  </a:cubicBezTo>
                  <a:cubicBezTo>
                    <a:pt x="53" y="7"/>
                    <a:pt x="56" y="9"/>
                    <a:pt x="58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786">
              <a:extLst>
                <a:ext uri="{FF2B5EF4-FFF2-40B4-BE49-F238E27FC236}">
                  <a16:creationId xmlns:a16="http://schemas.microsoft.com/office/drawing/2014/main" id="{F4F02685-6327-4374-B8F7-033CBCC03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923"/>
              <a:ext cx="106" cy="67"/>
            </a:xfrm>
            <a:custGeom>
              <a:avLst/>
              <a:gdLst>
                <a:gd name="T0" fmla="*/ 0 w 45"/>
                <a:gd name="T1" fmla="*/ 400 h 27"/>
                <a:gd name="T2" fmla="*/ 144 w 45"/>
                <a:gd name="T3" fmla="*/ 350 h 27"/>
                <a:gd name="T4" fmla="*/ 377 w 45"/>
                <a:gd name="T5" fmla="*/ 278 h 27"/>
                <a:gd name="T6" fmla="*/ 589 w 45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7">
                  <a:moveTo>
                    <a:pt x="0" y="26"/>
                  </a:moveTo>
                  <a:cubicBezTo>
                    <a:pt x="4" y="27"/>
                    <a:pt x="7" y="24"/>
                    <a:pt x="11" y="23"/>
                  </a:cubicBezTo>
                  <a:cubicBezTo>
                    <a:pt x="17" y="20"/>
                    <a:pt x="23" y="20"/>
                    <a:pt x="29" y="18"/>
                  </a:cubicBezTo>
                  <a:cubicBezTo>
                    <a:pt x="38" y="14"/>
                    <a:pt x="38" y="3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787">
              <a:extLst>
                <a:ext uri="{FF2B5EF4-FFF2-40B4-BE49-F238E27FC236}">
                  <a16:creationId xmlns:a16="http://schemas.microsoft.com/office/drawing/2014/main" id="{FEA85C42-691F-4158-9BCA-BFDC3DD99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882"/>
              <a:ext cx="297" cy="132"/>
            </a:xfrm>
            <a:custGeom>
              <a:avLst/>
              <a:gdLst>
                <a:gd name="T0" fmla="*/ 0 w 127"/>
                <a:gd name="T1" fmla="*/ 0 h 53"/>
                <a:gd name="T2" fmla="*/ 650 w 127"/>
                <a:gd name="T3" fmla="*/ 62 h 53"/>
                <a:gd name="T4" fmla="*/ 907 w 127"/>
                <a:gd name="T5" fmla="*/ 229 h 53"/>
                <a:gd name="T6" fmla="*/ 1148 w 127"/>
                <a:gd name="T7" fmla="*/ 279 h 53"/>
                <a:gd name="T8" fmla="*/ 1520 w 127"/>
                <a:gd name="T9" fmla="*/ 590 h 53"/>
                <a:gd name="T10" fmla="*/ 1614 w 127"/>
                <a:gd name="T11" fmla="*/ 712 h 53"/>
                <a:gd name="T12" fmla="*/ 1625 w 127"/>
                <a:gd name="T13" fmla="*/ 81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53">
                  <a:moveTo>
                    <a:pt x="0" y="0"/>
                  </a:moveTo>
                  <a:cubicBezTo>
                    <a:pt x="15" y="11"/>
                    <a:pt x="34" y="0"/>
                    <a:pt x="51" y="4"/>
                  </a:cubicBezTo>
                  <a:cubicBezTo>
                    <a:pt x="59" y="6"/>
                    <a:pt x="64" y="11"/>
                    <a:pt x="71" y="15"/>
                  </a:cubicBezTo>
                  <a:cubicBezTo>
                    <a:pt x="78" y="19"/>
                    <a:pt x="82" y="18"/>
                    <a:pt x="90" y="18"/>
                  </a:cubicBezTo>
                  <a:cubicBezTo>
                    <a:pt x="104" y="18"/>
                    <a:pt x="111" y="27"/>
                    <a:pt x="119" y="38"/>
                  </a:cubicBezTo>
                  <a:cubicBezTo>
                    <a:pt x="121" y="40"/>
                    <a:pt x="125" y="43"/>
                    <a:pt x="126" y="46"/>
                  </a:cubicBezTo>
                  <a:cubicBezTo>
                    <a:pt x="127" y="48"/>
                    <a:pt x="127" y="53"/>
                    <a:pt x="127" y="5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788">
              <a:extLst>
                <a:ext uri="{FF2B5EF4-FFF2-40B4-BE49-F238E27FC236}">
                  <a16:creationId xmlns:a16="http://schemas.microsoft.com/office/drawing/2014/main" id="{A96FE37B-8DBC-47C9-A6C9-D74F8AE2E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894"/>
              <a:ext cx="114" cy="30"/>
            </a:xfrm>
            <a:custGeom>
              <a:avLst/>
              <a:gdLst>
                <a:gd name="T0" fmla="*/ 0 w 49"/>
                <a:gd name="T1" fmla="*/ 83 h 12"/>
                <a:gd name="T2" fmla="*/ 379 w 49"/>
                <a:gd name="T3" fmla="*/ 125 h 12"/>
                <a:gd name="T4" fmla="*/ 617 w 4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2">
                  <a:moveTo>
                    <a:pt x="0" y="5"/>
                  </a:moveTo>
                  <a:cubicBezTo>
                    <a:pt x="11" y="10"/>
                    <a:pt x="18" y="12"/>
                    <a:pt x="30" y="8"/>
                  </a:cubicBezTo>
                  <a:cubicBezTo>
                    <a:pt x="36" y="6"/>
                    <a:pt x="42" y="2"/>
                    <a:pt x="4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789">
              <a:extLst>
                <a:ext uri="{FF2B5EF4-FFF2-40B4-BE49-F238E27FC236}">
                  <a16:creationId xmlns:a16="http://schemas.microsoft.com/office/drawing/2014/main" id="{C392AA8D-AA73-481C-9AA0-B5C7D1D65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849"/>
              <a:ext cx="70" cy="43"/>
            </a:xfrm>
            <a:custGeom>
              <a:avLst/>
              <a:gdLst>
                <a:gd name="T0" fmla="*/ 0 w 30"/>
                <a:gd name="T1" fmla="*/ 0 h 17"/>
                <a:gd name="T2" fmla="*/ 240 w 30"/>
                <a:gd name="T3" fmla="*/ 129 h 17"/>
                <a:gd name="T4" fmla="*/ 380 w 30"/>
                <a:gd name="T5" fmla="*/ 2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0" y="0"/>
                  </a:moveTo>
                  <a:cubicBezTo>
                    <a:pt x="7" y="2"/>
                    <a:pt x="14" y="3"/>
                    <a:pt x="19" y="8"/>
                  </a:cubicBezTo>
                  <a:cubicBezTo>
                    <a:pt x="23" y="11"/>
                    <a:pt x="26" y="15"/>
                    <a:pt x="3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790">
              <a:extLst>
                <a:ext uri="{FF2B5EF4-FFF2-40B4-BE49-F238E27FC236}">
                  <a16:creationId xmlns:a16="http://schemas.microsoft.com/office/drawing/2014/main" id="{D85BCE2C-B4CD-4FB5-87D3-FDD7C1F27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867"/>
              <a:ext cx="117" cy="67"/>
            </a:xfrm>
            <a:custGeom>
              <a:avLst/>
              <a:gdLst>
                <a:gd name="T0" fmla="*/ 0 w 50"/>
                <a:gd name="T1" fmla="*/ 124 h 27"/>
                <a:gd name="T2" fmla="*/ 461 w 50"/>
                <a:gd name="T3" fmla="*/ 136 h 27"/>
                <a:gd name="T4" fmla="*/ 629 w 50"/>
                <a:gd name="T5" fmla="*/ 4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7">
                  <a:moveTo>
                    <a:pt x="0" y="8"/>
                  </a:moveTo>
                  <a:cubicBezTo>
                    <a:pt x="12" y="6"/>
                    <a:pt x="26" y="0"/>
                    <a:pt x="36" y="9"/>
                  </a:cubicBezTo>
                  <a:cubicBezTo>
                    <a:pt x="39" y="12"/>
                    <a:pt x="50" y="22"/>
                    <a:pt x="49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791">
              <a:extLst>
                <a:ext uri="{FF2B5EF4-FFF2-40B4-BE49-F238E27FC236}">
                  <a16:creationId xmlns:a16="http://schemas.microsoft.com/office/drawing/2014/main" id="{4AC1B2A4-8F65-4AB6-83E2-2E5B7B4E7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909"/>
              <a:ext cx="284" cy="260"/>
            </a:xfrm>
            <a:custGeom>
              <a:avLst/>
              <a:gdLst>
                <a:gd name="T0" fmla="*/ 0 w 121"/>
                <a:gd name="T1" fmla="*/ 0 h 104"/>
                <a:gd name="T2" fmla="*/ 232 w 121"/>
                <a:gd name="T3" fmla="*/ 145 h 104"/>
                <a:gd name="T4" fmla="*/ 479 w 121"/>
                <a:gd name="T5" fmla="*/ 363 h 104"/>
                <a:gd name="T6" fmla="*/ 699 w 121"/>
                <a:gd name="T7" fmla="*/ 458 h 104"/>
                <a:gd name="T8" fmla="*/ 721 w 121"/>
                <a:gd name="T9" fmla="*/ 613 h 104"/>
                <a:gd name="T10" fmla="*/ 826 w 121"/>
                <a:gd name="T11" fmla="*/ 750 h 104"/>
                <a:gd name="T12" fmla="*/ 1059 w 121"/>
                <a:gd name="T13" fmla="*/ 925 h 104"/>
                <a:gd name="T14" fmla="*/ 1124 w 121"/>
                <a:gd name="T15" fmla="*/ 1250 h 104"/>
                <a:gd name="T16" fmla="*/ 1566 w 121"/>
                <a:gd name="T17" fmla="*/ 1625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104">
                  <a:moveTo>
                    <a:pt x="0" y="0"/>
                  </a:moveTo>
                  <a:cubicBezTo>
                    <a:pt x="6" y="4"/>
                    <a:pt x="12" y="4"/>
                    <a:pt x="18" y="9"/>
                  </a:cubicBezTo>
                  <a:cubicBezTo>
                    <a:pt x="25" y="14"/>
                    <a:pt x="28" y="20"/>
                    <a:pt x="37" y="23"/>
                  </a:cubicBezTo>
                  <a:cubicBezTo>
                    <a:pt x="44" y="25"/>
                    <a:pt x="50" y="23"/>
                    <a:pt x="54" y="29"/>
                  </a:cubicBezTo>
                  <a:cubicBezTo>
                    <a:pt x="55" y="32"/>
                    <a:pt x="55" y="36"/>
                    <a:pt x="56" y="39"/>
                  </a:cubicBezTo>
                  <a:cubicBezTo>
                    <a:pt x="58" y="43"/>
                    <a:pt x="61" y="45"/>
                    <a:pt x="64" y="48"/>
                  </a:cubicBezTo>
                  <a:cubicBezTo>
                    <a:pt x="69" y="52"/>
                    <a:pt x="78" y="54"/>
                    <a:pt x="82" y="59"/>
                  </a:cubicBezTo>
                  <a:cubicBezTo>
                    <a:pt x="87" y="64"/>
                    <a:pt x="85" y="74"/>
                    <a:pt x="87" y="80"/>
                  </a:cubicBezTo>
                  <a:cubicBezTo>
                    <a:pt x="93" y="99"/>
                    <a:pt x="108" y="97"/>
                    <a:pt x="121" y="10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792">
              <a:extLst>
                <a:ext uri="{FF2B5EF4-FFF2-40B4-BE49-F238E27FC236}">
                  <a16:creationId xmlns:a16="http://schemas.microsoft.com/office/drawing/2014/main" id="{F4587A0D-70C6-4D0D-AA1E-D99831A51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959"/>
              <a:ext cx="138" cy="170"/>
            </a:xfrm>
            <a:custGeom>
              <a:avLst/>
              <a:gdLst>
                <a:gd name="T0" fmla="*/ 0 w 59"/>
                <a:gd name="T1" fmla="*/ 0 h 68"/>
                <a:gd name="T2" fmla="*/ 241 w 59"/>
                <a:gd name="T3" fmla="*/ 345 h 68"/>
                <a:gd name="T4" fmla="*/ 437 w 59"/>
                <a:gd name="T5" fmla="*/ 550 h 68"/>
                <a:gd name="T6" fmla="*/ 755 w 59"/>
                <a:gd name="T7" fmla="*/ 106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68">
                  <a:moveTo>
                    <a:pt x="0" y="0"/>
                  </a:moveTo>
                  <a:cubicBezTo>
                    <a:pt x="0" y="10"/>
                    <a:pt x="11" y="19"/>
                    <a:pt x="19" y="22"/>
                  </a:cubicBezTo>
                  <a:cubicBezTo>
                    <a:pt x="28" y="25"/>
                    <a:pt x="30" y="25"/>
                    <a:pt x="34" y="35"/>
                  </a:cubicBezTo>
                  <a:cubicBezTo>
                    <a:pt x="39" y="49"/>
                    <a:pt x="51" y="56"/>
                    <a:pt x="59" y="6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793">
              <a:extLst>
                <a:ext uri="{FF2B5EF4-FFF2-40B4-BE49-F238E27FC236}">
                  <a16:creationId xmlns:a16="http://schemas.microsoft.com/office/drawing/2014/main" id="{1A1486B7-D401-42F7-ABE3-AD21D02BD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146"/>
              <a:ext cx="72" cy="417"/>
            </a:xfrm>
            <a:custGeom>
              <a:avLst/>
              <a:gdLst>
                <a:gd name="T0" fmla="*/ 102 w 31"/>
                <a:gd name="T1" fmla="*/ 0 h 167"/>
                <a:gd name="T2" fmla="*/ 274 w 31"/>
                <a:gd name="T3" fmla="*/ 624 h 167"/>
                <a:gd name="T4" fmla="*/ 188 w 31"/>
                <a:gd name="T5" fmla="*/ 1104 h 167"/>
                <a:gd name="T6" fmla="*/ 351 w 31"/>
                <a:gd name="T7" fmla="*/ 1478 h 167"/>
                <a:gd name="T8" fmla="*/ 179 w 31"/>
                <a:gd name="T9" fmla="*/ 2162 h 167"/>
                <a:gd name="T10" fmla="*/ 139 w 31"/>
                <a:gd name="T11" fmla="*/ 2475 h 167"/>
                <a:gd name="T12" fmla="*/ 0 w 31"/>
                <a:gd name="T13" fmla="*/ 2599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67">
                  <a:moveTo>
                    <a:pt x="8" y="0"/>
                  </a:moveTo>
                  <a:cubicBezTo>
                    <a:pt x="9" y="15"/>
                    <a:pt x="26" y="23"/>
                    <a:pt x="22" y="40"/>
                  </a:cubicBezTo>
                  <a:cubicBezTo>
                    <a:pt x="20" y="50"/>
                    <a:pt x="12" y="60"/>
                    <a:pt x="15" y="71"/>
                  </a:cubicBezTo>
                  <a:cubicBezTo>
                    <a:pt x="17" y="80"/>
                    <a:pt x="26" y="85"/>
                    <a:pt x="28" y="95"/>
                  </a:cubicBezTo>
                  <a:cubicBezTo>
                    <a:pt x="31" y="112"/>
                    <a:pt x="11" y="122"/>
                    <a:pt x="14" y="139"/>
                  </a:cubicBezTo>
                  <a:cubicBezTo>
                    <a:pt x="16" y="148"/>
                    <a:pt x="18" y="151"/>
                    <a:pt x="11" y="159"/>
                  </a:cubicBezTo>
                  <a:cubicBezTo>
                    <a:pt x="8" y="162"/>
                    <a:pt x="4" y="166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794">
              <a:extLst>
                <a:ext uri="{FF2B5EF4-FFF2-40B4-BE49-F238E27FC236}">
                  <a16:creationId xmlns:a16="http://schemas.microsoft.com/office/drawing/2014/main" id="{8C6A6C5E-5A5A-4F64-B104-47D0EFF44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3326"/>
              <a:ext cx="17" cy="142"/>
            </a:xfrm>
            <a:custGeom>
              <a:avLst/>
              <a:gdLst>
                <a:gd name="T0" fmla="*/ 58 w 7"/>
                <a:gd name="T1" fmla="*/ 0 h 57"/>
                <a:gd name="T2" fmla="*/ 12 w 7"/>
                <a:gd name="T3" fmla="*/ 478 h 57"/>
                <a:gd name="T4" fmla="*/ 70 w 7"/>
                <a:gd name="T5" fmla="*/ 695 h 57"/>
                <a:gd name="T6" fmla="*/ 87 w 7"/>
                <a:gd name="T7" fmla="*/ 882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7">
                  <a:moveTo>
                    <a:pt x="4" y="0"/>
                  </a:moveTo>
                  <a:cubicBezTo>
                    <a:pt x="7" y="12"/>
                    <a:pt x="0" y="20"/>
                    <a:pt x="1" y="31"/>
                  </a:cubicBezTo>
                  <a:cubicBezTo>
                    <a:pt x="1" y="36"/>
                    <a:pt x="5" y="41"/>
                    <a:pt x="5" y="45"/>
                  </a:cubicBezTo>
                  <a:cubicBezTo>
                    <a:pt x="6" y="49"/>
                    <a:pt x="4" y="53"/>
                    <a:pt x="6" y="5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795">
              <a:extLst>
                <a:ext uri="{FF2B5EF4-FFF2-40B4-BE49-F238E27FC236}">
                  <a16:creationId xmlns:a16="http://schemas.microsoft.com/office/drawing/2014/main" id="{E90621D4-397F-456A-8093-4ABBAD6D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3229"/>
              <a:ext cx="24" cy="137"/>
            </a:xfrm>
            <a:custGeom>
              <a:avLst/>
              <a:gdLst>
                <a:gd name="T0" fmla="*/ 0 w 10"/>
                <a:gd name="T1" fmla="*/ 0 h 55"/>
                <a:gd name="T2" fmla="*/ 98 w 10"/>
                <a:gd name="T3" fmla="*/ 167 h 55"/>
                <a:gd name="T4" fmla="*/ 98 w 10"/>
                <a:gd name="T5" fmla="*/ 446 h 55"/>
                <a:gd name="T6" fmla="*/ 29 w 10"/>
                <a:gd name="T7" fmla="*/ 84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5">
                  <a:moveTo>
                    <a:pt x="0" y="0"/>
                  </a:moveTo>
                  <a:cubicBezTo>
                    <a:pt x="1" y="5"/>
                    <a:pt x="5" y="7"/>
                    <a:pt x="7" y="11"/>
                  </a:cubicBezTo>
                  <a:cubicBezTo>
                    <a:pt x="10" y="18"/>
                    <a:pt x="8" y="22"/>
                    <a:pt x="7" y="29"/>
                  </a:cubicBezTo>
                  <a:cubicBezTo>
                    <a:pt x="5" y="36"/>
                    <a:pt x="7" y="50"/>
                    <a:pt x="2" y="5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796">
              <a:extLst>
                <a:ext uri="{FF2B5EF4-FFF2-40B4-BE49-F238E27FC236}">
                  <a16:creationId xmlns:a16="http://schemas.microsoft.com/office/drawing/2014/main" id="{A9353CC8-7E52-46B1-8515-F13CF500B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306"/>
              <a:ext cx="45" cy="327"/>
            </a:xfrm>
            <a:custGeom>
              <a:avLst/>
              <a:gdLst>
                <a:gd name="T0" fmla="*/ 0 w 19"/>
                <a:gd name="T1" fmla="*/ 0 h 131"/>
                <a:gd name="T2" fmla="*/ 185 w 19"/>
                <a:gd name="T3" fmla="*/ 574 h 131"/>
                <a:gd name="T4" fmla="*/ 107 w 19"/>
                <a:gd name="T5" fmla="*/ 1153 h 131"/>
                <a:gd name="T6" fmla="*/ 242 w 19"/>
                <a:gd name="T7" fmla="*/ 1415 h 131"/>
                <a:gd name="T8" fmla="*/ 185 w 19"/>
                <a:gd name="T9" fmla="*/ 1682 h 131"/>
                <a:gd name="T10" fmla="*/ 185 w 19"/>
                <a:gd name="T11" fmla="*/ 2037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1">
                  <a:moveTo>
                    <a:pt x="0" y="0"/>
                  </a:moveTo>
                  <a:cubicBezTo>
                    <a:pt x="7" y="12"/>
                    <a:pt x="18" y="23"/>
                    <a:pt x="14" y="37"/>
                  </a:cubicBezTo>
                  <a:cubicBezTo>
                    <a:pt x="11" y="49"/>
                    <a:pt x="2" y="63"/>
                    <a:pt x="8" y="74"/>
                  </a:cubicBezTo>
                  <a:cubicBezTo>
                    <a:pt x="12" y="81"/>
                    <a:pt x="18" y="83"/>
                    <a:pt x="18" y="91"/>
                  </a:cubicBezTo>
                  <a:cubicBezTo>
                    <a:pt x="19" y="98"/>
                    <a:pt x="16" y="102"/>
                    <a:pt x="14" y="108"/>
                  </a:cubicBezTo>
                  <a:cubicBezTo>
                    <a:pt x="12" y="114"/>
                    <a:pt x="10" y="126"/>
                    <a:pt x="14" y="1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797">
              <a:extLst>
                <a:ext uri="{FF2B5EF4-FFF2-40B4-BE49-F238E27FC236}">
                  <a16:creationId xmlns:a16="http://schemas.microsoft.com/office/drawing/2014/main" id="{C3FDDABE-F10C-4EFF-8672-9E9354C74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3476"/>
              <a:ext cx="33" cy="172"/>
            </a:xfrm>
            <a:custGeom>
              <a:avLst/>
              <a:gdLst>
                <a:gd name="T0" fmla="*/ 118 w 14"/>
                <a:gd name="T1" fmla="*/ 0 h 69"/>
                <a:gd name="T2" fmla="*/ 40 w 14"/>
                <a:gd name="T3" fmla="*/ 324 h 69"/>
                <a:gd name="T4" fmla="*/ 78 w 14"/>
                <a:gd name="T5" fmla="*/ 695 h 69"/>
                <a:gd name="T6" fmla="*/ 184 w 14"/>
                <a:gd name="T7" fmla="*/ 1069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9">
                  <a:moveTo>
                    <a:pt x="9" y="0"/>
                  </a:moveTo>
                  <a:cubicBezTo>
                    <a:pt x="9" y="8"/>
                    <a:pt x="5" y="14"/>
                    <a:pt x="3" y="21"/>
                  </a:cubicBezTo>
                  <a:cubicBezTo>
                    <a:pt x="0" y="30"/>
                    <a:pt x="3" y="36"/>
                    <a:pt x="6" y="45"/>
                  </a:cubicBezTo>
                  <a:cubicBezTo>
                    <a:pt x="9" y="52"/>
                    <a:pt x="13" y="63"/>
                    <a:pt x="14" y="6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798">
              <a:extLst>
                <a:ext uri="{FF2B5EF4-FFF2-40B4-BE49-F238E27FC236}">
                  <a16:creationId xmlns:a16="http://schemas.microsoft.com/office/drawing/2014/main" id="{FC967C11-6F8C-471C-A936-408F6938D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094"/>
              <a:ext cx="96" cy="142"/>
            </a:xfrm>
            <a:custGeom>
              <a:avLst/>
              <a:gdLst>
                <a:gd name="T0" fmla="*/ 77 w 41"/>
                <a:gd name="T1" fmla="*/ 0 h 57"/>
                <a:gd name="T2" fmla="*/ 323 w 41"/>
                <a:gd name="T3" fmla="*/ 620 h 57"/>
                <a:gd name="T4" fmla="*/ 527 w 41"/>
                <a:gd name="T5" fmla="*/ 882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7">
                  <a:moveTo>
                    <a:pt x="6" y="0"/>
                  </a:moveTo>
                  <a:cubicBezTo>
                    <a:pt x="0" y="16"/>
                    <a:pt x="13" y="32"/>
                    <a:pt x="25" y="40"/>
                  </a:cubicBezTo>
                  <a:cubicBezTo>
                    <a:pt x="33" y="45"/>
                    <a:pt x="37" y="47"/>
                    <a:pt x="41" y="5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799">
              <a:extLst>
                <a:ext uri="{FF2B5EF4-FFF2-40B4-BE49-F238E27FC236}">
                  <a16:creationId xmlns:a16="http://schemas.microsoft.com/office/drawing/2014/main" id="{811A4B28-2BD7-4222-8AAF-24570AF48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184"/>
              <a:ext cx="36" cy="139"/>
            </a:xfrm>
            <a:custGeom>
              <a:avLst/>
              <a:gdLst>
                <a:gd name="T0" fmla="*/ 12 w 15"/>
                <a:gd name="T1" fmla="*/ 0 h 56"/>
                <a:gd name="T2" fmla="*/ 12 w 15"/>
                <a:gd name="T3" fmla="*/ 278 h 56"/>
                <a:gd name="T4" fmla="*/ 110 w 15"/>
                <a:gd name="T5" fmla="*/ 536 h 56"/>
                <a:gd name="T6" fmla="*/ 206 w 15"/>
                <a:gd name="T7" fmla="*/ 85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6">
                  <a:moveTo>
                    <a:pt x="1" y="0"/>
                  </a:moveTo>
                  <a:cubicBezTo>
                    <a:pt x="2" y="7"/>
                    <a:pt x="0" y="12"/>
                    <a:pt x="1" y="18"/>
                  </a:cubicBezTo>
                  <a:cubicBezTo>
                    <a:pt x="1" y="25"/>
                    <a:pt x="5" y="30"/>
                    <a:pt x="8" y="35"/>
                  </a:cubicBezTo>
                  <a:cubicBezTo>
                    <a:pt x="12" y="42"/>
                    <a:pt x="13" y="50"/>
                    <a:pt x="15" y="5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800">
              <a:extLst>
                <a:ext uri="{FF2B5EF4-FFF2-40B4-BE49-F238E27FC236}">
                  <a16:creationId xmlns:a16="http://schemas.microsoft.com/office/drawing/2014/main" id="{BF5A22A7-7D55-4A74-A321-62F552618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3171"/>
              <a:ext cx="50" cy="152"/>
            </a:xfrm>
            <a:custGeom>
              <a:avLst/>
              <a:gdLst>
                <a:gd name="T0" fmla="*/ 12 w 21"/>
                <a:gd name="T1" fmla="*/ 0 h 61"/>
                <a:gd name="T2" fmla="*/ 40 w 21"/>
                <a:gd name="T3" fmla="*/ 262 h 61"/>
                <a:gd name="T4" fmla="*/ 12 w 21"/>
                <a:gd name="T5" fmla="*/ 528 h 61"/>
                <a:gd name="T6" fmla="*/ 283 w 21"/>
                <a:gd name="T7" fmla="*/ 944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61">
                  <a:moveTo>
                    <a:pt x="1" y="0"/>
                  </a:moveTo>
                  <a:cubicBezTo>
                    <a:pt x="1" y="6"/>
                    <a:pt x="4" y="11"/>
                    <a:pt x="3" y="17"/>
                  </a:cubicBezTo>
                  <a:cubicBezTo>
                    <a:pt x="3" y="23"/>
                    <a:pt x="0" y="28"/>
                    <a:pt x="1" y="34"/>
                  </a:cubicBezTo>
                  <a:cubicBezTo>
                    <a:pt x="3" y="42"/>
                    <a:pt x="15" y="54"/>
                    <a:pt x="21" y="6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801">
              <a:extLst>
                <a:ext uri="{FF2B5EF4-FFF2-40B4-BE49-F238E27FC236}">
                  <a16:creationId xmlns:a16="http://schemas.microsoft.com/office/drawing/2014/main" id="{F13B5399-6067-44B0-A007-C1687B6CD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323"/>
              <a:ext cx="38" cy="135"/>
            </a:xfrm>
            <a:custGeom>
              <a:avLst/>
              <a:gdLst>
                <a:gd name="T0" fmla="*/ 135 w 16"/>
                <a:gd name="T1" fmla="*/ 0 h 54"/>
                <a:gd name="T2" fmla="*/ 29 w 16"/>
                <a:gd name="T3" fmla="*/ 470 h 54"/>
                <a:gd name="T4" fmla="*/ 204 w 16"/>
                <a:gd name="T5" fmla="*/ 84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10" y="0"/>
                  </a:moveTo>
                  <a:cubicBezTo>
                    <a:pt x="5" y="6"/>
                    <a:pt x="0" y="22"/>
                    <a:pt x="2" y="30"/>
                  </a:cubicBezTo>
                  <a:cubicBezTo>
                    <a:pt x="3" y="34"/>
                    <a:pt x="16" y="53"/>
                    <a:pt x="15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802">
              <a:extLst>
                <a:ext uri="{FF2B5EF4-FFF2-40B4-BE49-F238E27FC236}">
                  <a16:creationId xmlns:a16="http://schemas.microsoft.com/office/drawing/2014/main" id="{FB04F062-454A-4670-B187-2962257C7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014"/>
              <a:ext cx="65" cy="77"/>
            </a:xfrm>
            <a:custGeom>
              <a:avLst/>
              <a:gdLst>
                <a:gd name="T0" fmla="*/ 0 w 28"/>
                <a:gd name="T1" fmla="*/ 0 h 31"/>
                <a:gd name="T2" fmla="*/ 123 w 28"/>
                <a:gd name="T3" fmla="*/ 370 h 31"/>
                <a:gd name="T4" fmla="*/ 351 w 28"/>
                <a:gd name="T5" fmla="*/ 46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1">
                  <a:moveTo>
                    <a:pt x="0" y="0"/>
                  </a:moveTo>
                  <a:cubicBezTo>
                    <a:pt x="2" y="7"/>
                    <a:pt x="4" y="20"/>
                    <a:pt x="10" y="24"/>
                  </a:cubicBezTo>
                  <a:cubicBezTo>
                    <a:pt x="13" y="27"/>
                    <a:pt x="24" y="31"/>
                    <a:pt x="28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803">
              <a:extLst>
                <a:ext uri="{FF2B5EF4-FFF2-40B4-BE49-F238E27FC236}">
                  <a16:creationId xmlns:a16="http://schemas.microsoft.com/office/drawing/2014/main" id="{877BCFA3-5CAE-4FA8-A131-F7E08E21C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897"/>
              <a:ext cx="94" cy="52"/>
            </a:xfrm>
            <a:custGeom>
              <a:avLst/>
              <a:gdLst>
                <a:gd name="T0" fmla="*/ 0 w 40"/>
                <a:gd name="T1" fmla="*/ 0 h 21"/>
                <a:gd name="T2" fmla="*/ 519 w 40"/>
                <a:gd name="T3" fmla="*/ 18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1">
                  <a:moveTo>
                    <a:pt x="0" y="0"/>
                  </a:moveTo>
                  <a:cubicBezTo>
                    <a:pt x="8" y="21"/>
                    <a:pt x="25" y="11"/>
                    <a:pt x="40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804">
              <a:extLst>
                <a:ext uri="{FF2B5EF4-FFF2-40B4-BE49-F238E27FC236}">
                  <a16:creationId xmlns:a16="http://schemas.microsoft.com/office/drawing/2014/main" id="{186EFE62-A00A-4CAE-AF2E-BCF8A9A4B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616"/>
              <a:ext cx="204" cy="257"/>
            </a:xfrm>
            <a:custGeom>
              <a:avLst/>
              <a:gdLst>
                <a:gd name="T0" fmla="*/ 0 w 87"/>
                <a:gd name="T1" fmla="*/ 1599 h 103"/>
                <a:gd name="T2" fmla="*/ 363 w 87"/>
                <a:gd name="T3" fmla="*/ 1195 h 103"/>
                <a:gd name="T4" fmla="*/ 825 w 87"/>
                <a:gd name="T5" fmla="*/ 759 h 103"/>
                <a:gd name="T6" fmla="*/ 978 w 87"/>
                <a:gd name="T7" fmla="*/ 217 h 103"/>
                <a:gd name="T8" fmla="*/ 1034 w 87"/>
                <a:gd name="T9" fmla="*/ 62 h 103"/>
                <a:gd name="T10" fmla="*/ 1121 w 87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03">
                  <a:moveTo>
                    <a:pt x="0" y="103"/>
                  </a:moveTo>
                  <a:cubicBezTo>
                    <a:pt x="14" y="102"/>
                    <a:pt x="25" y="91"/>
                    <a:pt x="28" y="77"/>
                  </a:cubicBezTo>
                  <a:cubicBezTo>
                    <a:pt x="32" y="56"/>
                    <a:pt x="50" y="60"/>
                    <a:pt x="64" y="49"/>
                  </a:cubicBezTo>
                  <a:cubicBezTo>
                    <a:pt x="72" y="43"/>
                    <a:pt x="73" y="24"/>
                    <a:pt x="76" y="14"/>
                  </a:cubicBezTo>
                  <a:cubicBezTo>
                    <a:pt x="77" y="11"/>
                    <a:pt x="78" y="6"/>
                    <a:pt x="80" y="4"/>
                  </a:cubicBezTo>
                  <a:cubicBezTo>
                    <a:pt x="82" y="2"/>
                    <a:pt x="85" y="3"/>
                    <a:pt x="8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805">
              <a:extLst>
                <a:ext uri="{FF2B5EF4-FFF2-40B4-BE49-F238E27FC236}">
                  <a16:creationId xmlns:a16="http://schemas.microsoft.com/office/drawing/2014/main" id="{45FC163C-19CD-4C4F-80E9-02C8F27C9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541"/>
              <a:ext cx="45" cy="115"/>
            </a:xfrm>
            <a:custGeom>
              <a:avLst/>
              <a:gdLst>
                <a:gd name="T0" fmla="*/ 253 w 19"/>
                <a:gd name="T1" fmla="*/ 0 h 46"/>
                <a:gd name="T2" fmla="*/ 201 w 19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0" y="5"/>
                    <a:pt x="14" y="34"/>
                    <a:pt x="15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806">
              <a:extLst>
                <a:ext uri="{FF2B5EF4-FFF2-40B4-BE49-F238E27FC236}">
                  <a16:creationId xmlns:a16="http://schemas.microsoft.com/office/drawing/2014/main" id="{EEFCAB45-BCE2-4D37-B167-9FDD5873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646"/>
              <a:ext cx="79" cy="112"/>
            </a:xfrm>
            <a:custGeom>
              <a:avLst/>
              <a:gdLst>
                <a:gd name="T0" fmla="*/ 428 w 34"/>
                <a:gd name="T1" fmla="*/ 0 h 45"/>
                <a:gd name="T2" fmla="*/ 123 w 34"/>
                <a:gd name="T3" fmla="*/ 383 h 45"/>
                <a:gd name="T4" fmla="*/ 0 w 34"/>
                <a:gd name="T5" fmla="*/ 69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5">
                  <a:moveTo>
                    <a:pt x="34" y="0"/>
                  </a:moveTo>
                  <a:cubicBezTo>
                    <a:pt x="23" y="2"/>
                    <a:pt x="12" y="15"/>
                    <a:pt x="10" y="25"/>
                  </a:cubicBezTo>
                  <a:cubicBezTo>
                    <a:pt x="8" y="31"/>
                    <a:pt x="7" y="44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807">
              <a:extLst>
                <a:ext uri="{FF2B5EF4-FFF2-40B4-BE49-F238E27FC236}">
                  <a16:creationId xmlns:a16="http://schemas.microsoft.com/office/drawing/2014/main" id="{275D3766-6DED-414B-9EAA-CE1E9E2E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748"/>
              <a:ext cx="91" cy="95"/>
            </a:xfrm>
            <a:custGeom>
              <a:avLst/>
              <a:gdLst>
                <a:gd name="T0" fmla="*/ 0 w 39"/>
                <a:gd name="T1" fmla="*/ 595 h 38"/>
                <a:gd name="T2" fmla="*/ 355 w 39"/>
                <a:gd name="T3" fmla="*/ 363 h 38"/>
                <a:gd name="T4" fmla="*/ 495 w 39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8">
                  <a:moveTo>
                    <a:pt x="0" y="38"/>
                  </a:moveTo>
                  <a:cubicBezTo>
                    <a:pt x="14" y="38"/>
                    <a:pt x="21" y="35"/>
                    <a:pt x="28" y="23"/>
                  </a:cubicBezTo>
                  <a:cubicBezTo>
                    <a:pt x="32" y="15"/>
                    <a:pt x="34" y="7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808">
              <a:extLst>
                <a:ext uri="{FF2B5EF4-FFF2-40B4-BE49-F238E27FC236}">
                  <a16:creationId xmlns:a16="http://schemas.microsoft.com/office/drawing/2014/main" id="{7FA937EC-1FAD-4756-859D-8372705B1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3775"/>
              <a:ext cx="75" cy="65"/>
            </a:xfrm>
            <a:custGeom>
              <a:avLst/>
              <a:gdLst>
                <a:gd name="T0" fmla="*/ 0 w 32"/>
                <a:gd name="T1" fmla="*/ 395 h 26"/>
                <a:gd name="T2" fmla="*/ 0 w 32"/>
                <a:gd name="T3" fmla="*/ 408 h 26"/>
                <a:gd name="T4" fmla="*/ 155 w 32"/>
                <a:gd name="T5" fmla="*/ 63 h 26"/>
                <a:gd name="T6" fmla="*/ 413 w 3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6">
                  <a:moveTo>
                    <a:pt x="0" y="25"/>
                  </a:moveTo>
                  <a:cubicBezTo>
                    <a:pt x="1" y="26"/>
                    <a:pt x="1" y="26"/>
                    <a:pt x="0" y="26"/>
                  </a:cubicBezTo>
                  <a:cubicBezTo>
                    <a:pt x="1" y="19"/>
                    <a:pt x="5" y="7"/>
                    <a:pt x="12" y="4"/>
                  </a:cubicBezTo>
                  <a:cubicBezTo>
                    <a:pt x="18" y="0"/>
                    <a:pt x="26" y="3"/>
                    <a:pt x="3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809">
              <a:extLst>
                <a:ext uri="{FF2B5EF4-FFF2-40B4-BE49-F238E27FC236}">
                  <a16:creationId xmlns:a16="http://schemas.microsoft.com/office/drawing/2014/main" id="{A28CE3F8-6182-4FBF-B72B-22F674448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3596"/>
              <a:ext cx="80" cy="122"/>
            </a:xfrm>
            <a:custGeom>
              <a:avLst/>
              <a:gdLst>
                <a:gd name="T0" fmla="*/ 0 w 34"/>
                <a:gd name="T1" fmla="*/ 757 h 49"/>
                <a:gd name="T2" fmla="*/ 433 w 34"/>
                <a:gd name="T3" fmla="*/ 478 h 49"/>
                <a:gd name="T4" fmla="*/ 405 w 34"/>
                <a:gd name="T5" fmla="*/ 199 h 49"/>
                <a:gd name="T6" fmla="*/ 376 w 34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9">
                  <a:moveTo>
                    <a:pt x="0" y="49"/>
                  </a:moveTo>
                  <a:cubicBezTo>
                    <a:pt x="10" y="43"/>
                    <a:pt x="30" y="46"/>
                    <a:pt x="33" y="31"/>
                  </a:cubicBezTo>
                  <a:cubicBezTo>
                    <a:pt x="34" y="25"/>
                    <a:pt x="33" y="19"/>
                    <a:pt x="31" y="13"/>
                  </a:cubicBezTo>
                  <a:cubicBezTo>
                    <a:pt x="30" y="9"/>
                    <a:pt x="27" y="5"/>
                    <a:pt x="2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810">
              <a:extLst>
                <a:ext uri="{FF2B5EF4-FFF2-40B4-BE49-F238E27FC236}">
                  <a16:creationId xmlns:a16="http://schemas.microsoft.com/office/drawing/2014/main" id="{02B6AEDE-0437-4E08-BB7C-A687F4DFE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909"/>
              <a:ext cx="126" cy="42"/>
            </a:xfrm>
            <a:custGeom>
              <a:avLst/>
              <a:gdLst>
                <a:gd name="T0" fmla="*/ 0 w 54"/>
                <a:gd name="T1" fmla="*/ 0 h 17"/>
                <a:gd name="T2" fmla="*/ 380 w 54"/>
                <a:gd name="T3" fmla="*/ 245 h 17"/>
                <a:gd name="T4" fmla="*/ 686 w 54"/>
                <a:gd name="T5" fmla="*/ 1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">
                  <a:moveTo>
                    <a:pt x="0" y="0"/>
                  </a:moveTo>
                  <a:cubicBezTo>
                    <a:pt x="7" y="10"/>
                    <a:pt x="18" y="16"/>
                    <a:pt x="30" y="16"/>
                  </a:cubicBezTo>
                  <a:cubicBezTo>
                    <a:pt x="41" y="17"/>
                    <a:pt x="46" y="13"/>
                    <a:pt x="54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811">
              <a:extLst>
                <a:ext uri="{FF2B5EF4-FFF2-40B4-BE49-F238E27FC236}">
                  <a16:creationId xmlns:a16="http://schemas.microsoft.com/office/drawing/2014/main" id="{BF365BD1-F72F-459B-AB5E-6E54CB363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934"/>
              <a:ext cx="203" cy="115"/>
            </a:xfrm>
            <a:custGeom>
              <a:avLst/>
              <a:gdLst>
                <a:gd name="T0" fmla="*/ 0 w 87"/>
                <a:gd name="T1" fmla="*/ 0 h 46"/>
                <a:gd name="T2" fmla="*/ 343 w 87"/>
                <a:gd name="T3" fmla="*/ 313 h 46"/>
                <a:gd name="T4" fmla="*/ 789 w 87"/>
                <a:gd name="T5" fmla="*/ 438 h 46"/>
                <a:gd name="T6" fmla="*/ 1106 w 87"/>
                <a:gd name="T7" fmla="*/ 72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46">
                  <a:moveTo>
                    <a:pt x="0" y="0"/>
                  </a:moveTo>
                  <a:cubicBezTo>
                    <a:pt x="9" y="8"/>
                    <a:pt x="14" y="17"/>
                    <a:pt x="27" y="20"/>
                  </a:cubicBezTo>
                  <a:cubicBezTo>
                    <a:pt x="38" y="22"/>
                    <a:pt x="52" y="22"/>
                    <a:pt x="62" y="28"/>
                  </a:cubicBezTo>
                  <a:cubicBezTo>
                    <a:pt x="71" y="33"/>
                    <a:pt x="78" y="42"/>
                    <a:pt x="87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812">
              <a:extLst>
                <a:ext uri="{FF2B5EF4-FFF2-40B4-BE49-F238E27FC236}">
                  <a16:creationId xmlns:a16="http://schemas.microsoft.com/office/drawing/2014/main" id="{4701815E-7479-4A18-8E84-1106079EA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99"/>
              <a:ext cx="154" cy="105"/>
            </a:xfrm>
            <a:custGeom>
              <a:avLst/>
              <a:gdLst>
                <a:gd name="T0" fmla="*/ 0 w 66"/>
                <a:gd name="T1" fmla="*/ 0 h 42"/>
                <a:gd name="T2" fmla="*/ 380 w 66"/>
                <a:gd name="T3" fmla="*/ 500 h 42"/>
                <a:gd name="T4" fmla="*/ 637 w 66"/>
                <a:gd name="T5" fmla="*/ 595 h 42"/>
                <a:gd name="T6" fmla="*/ 838 w 66"/>
                <a:gd name="T7" fmla="*/ 65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2">
                  <a:moveTo>
                    <a:pt x="0" y="0"/>
                  </a:moveTo>
                  <a:cubicBezTo>
                    <a:pt x="7" y="17"/>
                    <a:pt x="14" y="23"/>
                    <a:pt x="30" y="32"/>
                  </a:cubicBezTo>
                  <a:cubicBezTo>
                    <a:pt x="37" y="36"/>
                    <a:pt x="43" y="38"/>
                    <a:pt x="50" y="38"/>
                  </a:cubicBezTo>
                  <a:cubicBezTo>
                    <a:pt x="57" y="39"/>
                    <a:pt x="61" y="38"/>
                    <a:pt x="66" y="4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813">
              <a:extLst>
                <a:ext uri="{FF2B5EF4-FFF2-40B4-BE49-F238E27FC236}">
                  <a16:creationId xmlns:a16="http://schemas.microsoft.com/office/drawing/2014/main" id="{BA595EAC-9D09-480F-9BC5-F4334E394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094"/>
              <a:ext cx="75" cy="110"/>
            </a:xfrm>
            <a:custGeom>
              <a:avLst/>
              <a:gdLst>
                <a:gd name="T0" fmla="*/ 0 w 32"/>
                <a:gd name="T1" fmla="*/ 0 h 44"/>
                <a:gd name="T2" fmla="*/ 164 w 32"/>
                <a:gd name="T3" fmla="*/ 488 h 44"/>
                <a:gd name="T4" fmla="*/ 413 w 32"/>
                <a:gd name="T5" fmla="*/ 68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0"/>
                  </a:moveTo>
                  <a:cubicBezTo>
                    <a:pt x="3" y="11"/>
                    <a:pt x="3" y="23"/>
                    <a:pt x="13" y="31"/>
                  </a:cubicBezTo>
                  <a:cubicBezTo>
                    <a:pt x="19" y="36"/>
                    <a:pt x="28" y="35"/>
                    <a:pt x="32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814">
              <a:extLst>
                <a:ext uri="{FF2B5EF4-FFF2-40B4-BE49-F238E27FC236}">
                  <a16:creationId xmlns:a16="http://schemas.microsoft.com/office/drawing/2014/main" id="{AFB67B87-03AE-4688-91D2-231E230F2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922"/>
              <a:ext cx="147" cy="162"/>
            </a:xfrm>
            <a:custGeom>
              <a:avLst/>
              <a:gdLst>
                <a:gd name="T0" fmla="*/ 0 w 63"/>
                <a:gd name="T1" fmla="*/ 1007 h 65"/>
                <a:gd name="T2" fmla="*/ 37 w 63"/>
                <a:gd name="T3" fmla="*/ 633 h 65"/>
                <a:gd name="T4" fmla="*/ 217 w 63"/>
                <a:gd name="T5" fmla="*/ 404 h 65"/>
                <a:gd name="T6" fmla="*/ 544 w 63"/>
                <a:gd name="T7" fmla="*/ 279 h 65"/>
                <a:gd name="T8" fmla="*/ 800 w 63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5">
                  <a:moveTo>
                    <a:pt x="0" y="65"/>
                  </a:moveTo>
                  <a:cubicBezTo>
                    <a:pt x="3" y="62"/>
                    <a:pt x="1" y="47"/>
                    <a:pt x="3" y="41"/>
                  </a:cubicBezTo>
                  <a:cubicBezTo>
                    <a:pt x="6" y="36"/>
                    <a:pt x="12" y="28"/>
                    <a:pt x="17" y="26"/>
                  </a:cubicBezTo>
                  <a:cubicBezTo>
                    <a:pt x="26" y="22"/>
                    <a:pt x="35" y="24"/>
                    <a:pt x="43" y="18"/>
                  </a:cubicBezTo>
                  <a:cubicBezTo>
                    <a:pt x="49" y="14"/>
                    <a:pt x="60" y="7"/>
                    <a:pt x="6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815">
              <a:extLst>
                <a:ext uri="{FF2B5EF4-FFF2-40B4-BE49-F238E27FC236}">
                  <a16:creationId xmlns:a16="http://schemas.microsoft.com/office/drawing/2014/main" id="{8069C637-3460-4A84-A938-55811A808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914"/>
              <a:ext cx="145" cy="52"/>
            </a:xfrm>
            <a:custGeom>
              <a:avLst/>
              <a:gdLst>
                <a:gd name="T0" fmla="*/ 0 w 62"/>
                <a:gd name="T1" fmla="*/ 228 h 21"/>
                <a:gd name="T2" fmla="*/ 449 w 62"/>
                <a:gd name="T3" fmla="*/ 275 h 21"/>
                <a:gd name="T4" fmla="*/ 793 w 6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1">
                  <a:moveTo>
                    <a:pt x="0" y="15"/>
                  </a:moveTo>
                  <a:cubicBezTo>
                    <a:pt x="13" y="18"/>
                    <a:pt x="22" y="21"/>
                    <a:pt x="35" y="18"/>
                  </a:cubicBezTo>
                  <a:cubicBezTo>
                    <a:pt x="45" y="15"/>
                    <a:pt x="57" y="9"/>
                    <a:pt x="6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816">
              <a:extLst>
                <a:ext uri="{FF2B5EF4-FFF2-40B4-BE49-F238E27FC236}">
                  <a16:creationId xmlns:a16="http://schemas.microsoft.com/office/drawing/2014/main" id="{CB586EA9-86AA-424E-9D34-4B5DCF1B3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3136"/>
              <a:ext cx="71" cy="130"/>
            </a:xfrm>
            <a:custGeom>
              <a:avLst/>
              <a:gdLst>
                <a:gd name="T0" fmla="*/ 0 w 30"/>
                <a:gd name="T1" fmla="*/ 813 h 52"/>
                <a:gd name="T2" fmla="*/ 398 w 30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2">
                  <a:moveTo>
                    <a:pt x="0" y="52"/>
                  </a:moveTo>
                  <a:cubicBezTo>
                    <a:pt x="0" y="32"/>
                    <a:pt x="4" y="1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817">
              <a:extLst>
                <a:ext uri="{FF2B5EF4-FFF2-40B4-BE49-F238E27FC236}">
                  <a16:creationId xmlns:a16="http://schemas.microsoft.com/office/drawing/2014/main" id="{9CC37E63-5066-4737-A17A-2B1A14DD8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3538"/>
              <a:ext cx="28" cy="123"/>
            </a:xfrm>
            <a:custGeom>
              <a:avLst/>
              <a:gdLst>
                <a:gd name="T0" fmla="*/ 0 w 12"/>
                <a:gd name="T1" fmla="*/ 0 h 49"/>
                <a:gd name="T2" fmla="*/ 142 w 12"/>
                <a:gd name="T3" fmla="*/ 409 h 49"/>
                <a:gd name="T4" fmla="*/ 142 w 12"/>
                <a:gd name="T5" fmla="*/ 77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9">
                  <a:moveTo>
                    <a:pt x="0" y="0"/>
                  </a:moveTo>
                  <a:cubicBezTo>
                    <a:pt x="5" y="8"/>
                    <a:pt x="10" y="16"/>
                    <a:pt x="11" y="26"/>
                  </a:cubicBezTo>
                  <a:cubicBezTo>
                    <a:pt x="12" y="34"/>
                    <a:pt x="10" y="41"/>
                    <a:pt x="11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Oval 818">
              <a:extLst>
                <a:ext uri="{FF2B5EF4-FFF2-40B4-BE49-F238E27FC236}">
                  <a16:creationId xmlns:a16="http://schemas.microsoft.com/office/drawing/2014/main" id="{C5D7844D-8393-4AF3-96AF-8AF7D1B33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829"/>
              <a:ext cx="1126" cy="1201"/>
            </a:xfrm>
            <a:prstGeom prst="ellips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68" name="Freeform 819">
              <a:extLst>
                <a:ext uri="{FF2B5EF4-FFF2-40B4-BE49-F238E27FC236}">
                  <a16:creationId xmlns:a16="http://schemas.microsoft.com/office/drawing/2014/main" id="{E9449331-A2FE-4849-BB9D-A7868668D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029"/>
              <a:ext cx="29" cy="30"/>
            </a:xfrm>
            <a:custGeom>
              <a:avLst/>
              <a:gdLst>
                <a:gd name="T0" fmla="*/ 0 w 12"/>
                <a:gd name="T1" fmla="*/ 0 h 12"/>
                <a:gd name="T2" fmla="*/ 128 w 12"/>
                <a:gd name="T3" fmla="*/ 125 h 12"/>
                <a:gd name="T4" fmla="*/ 169 w 12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2"/>
                    <a:pt x="6" y="5"/>
                    <a:pt x="9" y="8"/>
                  </a:cubicBezTo>
                  <a:cubicBezTo>
                    <a:pt x="10" y="9"/>
                    <a:pt x="11" y="10"/>
                    <a:pt x="12" y="1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820">
              <a:extLst>
                <a:ext uri="{FF2B5EF4-FFF2-40B4-BE49-F238E27FC236}">
                  <a16:creationId xmlns:a16="http://schemas.microsoft.com/office/drawing/2014/main" id="{3D1C854E-F143-42F2-9333-8D51A3A9B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049"/>
              <a:ext cx="14" cy="2"/>
            </a:xfrm>
            <a:custGeom>
              <a:avLst/>
              <a:gdLst>
                <a:gd name="T0" fmla="*/ 0 w 6"/>
                <a:gd name="T1" fmla="*/ 0 h 1"/>
                <a:gd name="T2" fmla="*/ 7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1"/>
                    <a:pt x="5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821">
              <a:extLst>
                <a:ext uri="{FF2B5EF4-FFF2-40B4-BE49-F238E27FC236}">
                  <a16:creationId xmlns:a16="http://schemas.microsoft.com/office/drawing/2014/main" id="{0D414DE7-6EBC-4AEA-AD6B-621379011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348"/>
              <a:ext cx="38" cy="10"/>
            </a:xfrm>
            <a:custGeom>
              <a:avLst/>
              <a:gdLst>
                <a:gd name="T0" fmla="*/ 0 w 16"/>
                <a:gd name="T1" fmla="*/ 0 h 4"/>
                <a:gd name="T2" fmla="*/ 214 w 1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4"/>
                    <a:pt x="11" y="4"/>
                    <a:pt x="16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822">
              <a:extLst>
                <a:ext uri="{FF2B5EF4-FFF2-40B4-BE49-F238E27FC236}">
                  <a16:creationId xmlns:a16="http://schemas.microsoft.com/office/drawing/2014/main" id="{5681AB81-D55F-4503-BE0D-97E1FC359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358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823">
              <a:extLst>
                <a:ext uri="{FF2B5EF4-FFF2-40B4-BE49-F238E27FC236}">
                  <a16:creationId xmlns:a16="http://schemas.microsoft.com/office/drawing/2014/main" id="{83246748-A88A-4970-A3C6-E2501A6E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676"/>
              <a:ext cx="35" cy="17"/>
            </a:xfrm>
            <a:custGeom>
              <a:avLst/>
              <a:gdLst>
                <a:gd name="T0" fmla="*/ 0 w 15"/>
                <a:gd name="T1" fmla="*/ 87 h 7"/>
                <a:gd name="T2" fmla="*/ 103 w 15"/>
                <a:gd name="T3" fmla="*/ 41 h 7"/>
                <a:gd name="T4" fmla="*/ 191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cubicBezTo>
                    <a:pt x="2" y="7"/>
                    <a:pt x="6" y="4"/>
                    <a:pt x="8" y="3"/>
                  </a:cubicBezTo>
                  <a:cubicBezTo>
                    <a:pt x="10" y="2"/>
                    <a:pt x="13" y="2"/>
                    <a:pt x="1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824">
              <a:extLst>
                <a:ext uri="{FF2B5EF4-FFF2-40B4-BE49-F238E27FC236}">
                  <a16:creationId xmlns:a16="http://schemas.microsoft.com/office/drawing/2014/main" id="{58EF48E5-5C1A-423E-8D20-DA87E3547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3681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3" y="0"/>
                    <a:pt x="5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825">
              <a:extLst>
                <a:ext uri="{FF2B5EF4-FFF2-40B4-BE49-F238E27FC236}">
                  <a16:creationId xmlns:a16="http://schemas.microsoft.com/office/drawing/2014/main" id="{803521BA-0A4E-4693-9957-9DD6E449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898"/>
              <a:ext cx="24" cy="32"/>
            </a:xfrm>
            <a:custGeom>
              <a:avLst/>
              <a:gdLst>
                <a:gd name="T0" fmla="*/ 0 w 10"/>
                <a:gd name="T1" fmla="*/ 194 h 13"/>
                <a:gd name="T2" fmla="*/ 139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5" y="11"/>
                    <a:pt x="6" y="4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826">
              <a:extLst>
                <a:ext uri="{FF2B5EF4-FFF2-40B4-BE49-F238E27FC236}">
                  <a16:creationId xmlns:a16="http://schemas.microsoft.com/office/drawing/2014/main" id="{D38212B0-2F95-4DE1-AC77-AD90B3C19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905"/>
              <a:ext cx="16" cy="5"/>
            </a:xfrm>
            <a:custGeom>
              <a:avLst/>
              <a:gdLst>
                <a:gd name="T0" fmla="*/ 0 w 7"/>
                <a:gd name="T1" fmla="*/ 33 h 2"/>
                <a:gd name="T2" fmla="*/ 85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4" y="0"/>
                    <a:pt x="7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827">
              <a:extLst>
                <a:ext uri="{FF2B5EF4-FFF2-40B4-BE49-F238E27FC236}">
                  <a16:creationId xmlns:a16="http://schemas.microsoft.com/office/drawing/2014/main" id="{CB1F9DE2-DBE2-4D31-A128-8966EA6E7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4005"/>
              <a:ext cx="17" cy="40"/>
            </a:xfrm>
            <a:custGeom>
              <a:avLst/>
              <a:gdLst>
                <a:gd name="T0" fmla="*/ 100 w 7"/>
                <a:gd name="T1" fmla="*/ 0 h 16"/>
                <a:gd name="T2" fmla="*/ 0 w 7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6" y="5"/>
                    <a:pt x="4" y="11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828">
              <a:extLst>
                <a:ext uri="{FF2B5EF4-FFF2-40B4-BE49-F238E27FC236}">
                  <a16:creationId xmlns:a16="http://schemas.microsoft.com/office/drawing/2014/main" id="{23B4A00F-043F-4FEB-8E79-8EF496028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4038"/>
              <a:ext cx="4" cy="10"/>
            </a:xfrm>
            <a:custGeom>
              <a:avLst/>
              <a:gdLst>
                <a:gd name="T0" fmla="*/ 8 w 2"/>
                <a:gd name="T1" fmla="*/ 0 h 4"/>
                <a:gd name="T2" fmla="*/ 16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3"/>
                    <a:pt x="2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829">
              <a:extLst>
                <a:ext uri="{FF2B5EF4-FFF2-40B4-BE49-F238E27FC236}">
                  <a16:creationId xmlns:a16="http://schemas.microsoft.com/office/drawing/2014/main" id="{54347135-FEBA-4DEA-A9C4-3BC9288EA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4020"/>
              <a:ext cx="16" cy="38"/>
            </a:xfrm>
            <a:custGeom>
              <a:avLst/>
              <a:gdLst>
                <a:gd name="T0" fmla="*/ 0 w 7"/>
                <a:gd name="T1" fmla="*/ 0 h 15"/>
                <a:gd name="T2" fmla="*/ 85 w 7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5"/>
                    <a:pt x="3" y="10"/>
                    <a:pt x="7" y="1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830">
              <a:extLst>
                <a:ext uri="{FF2B5EF4-FFF2-40B4-BE49-F238E27FC236}">
                  <a16:creationId xmlns:a16="http://schemas.microsoft.com/office/drawing/2014/main" id="{9B38EDBF-57DF-4062-A532-AAA4C966E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4048"/>
              <a:ext cx="4" cy="15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831">
              <a:extLst>
                <a:ext uri="{FF2B5EF4-FFF2-40B4-BE49-F238E27FC236}">
                  <a16:creationId xmlns:a16="http://schemas.microsoft.com/office/drawing/2014/main" id="{CAF09CC2-A793-4B2C-976A-4E161215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3878"/>
              <a:ext cx="26" cy="32"/>
            </a:xfrm>
            <a:custGeom>
              <a:avLst/>
              <a:gdLst>
                <a:gd name="T0" fmla="*/ 0 w 11"/>
                <a:gd name="T1" fmla="*/ 0 h 13"/>
                <a:gd name="T2" fmla="*/ 144 w 11"/>
                <a:gd name="T3" fmla="*/ 1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2" y="5"/>
                    <a:pt x="7" y="9"/>
                    <a:pt x="11" y="1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832">
              <a:extLst>
                <a:ext uri="{FF2B5EF4-FFF2-40B4-BE49-F238E27FC236}">
                  <a16:creationId xmlns:a16="http://schemas.microsoft.com/office/drawing/2014/main" id="{27C8A99D-9122-4D5E-BCFA-4138B299C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3885"/>
              <a:ext cx="14" cy="3"/>
            </a:xfrm>
            <a:custGeom>
              <a:avLst/>
              <a:gdLst>
                <a:gd name="T0" fmla="*/ 0 w 6"/>
                <a:gd name="T1" fmla="*/ 27 h 1"/>
                <a:gd name="T2" fmla="*/ 77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833">
              <a:extLst>
                <a:ext uri="{FF2B5EF4-FFF2-40B4-BE49-F238E27FC236}">
                  <a16:creationId xmlns:a16="http://schemas.microsoft.com/office/drawing/2014/main" id="{06D29DC1-A7DF-4655-B4C3-1609995CA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653"/>
              <a:ext cx="38" cy="15"/>
            </a:xfrm>
            <a:custGeom>
              <a:avLst/>
              <a:gdLst>
                <a:gd name="T0" fmla="*/ 0 w 16"/>
                <a:gd name="T1" fmla="*/ 0 h 6"/>
                <a:gd name="T2" fmla="*/ 214 w 1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3" y="4"/>
                    <a:pt x="11" y="5"/>
                    <a:pt x="16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834">
              <a:extLst>
                <a:ext uri="{FF2B5EF4-FFF2-40B4-BE49-F238E27FC236}">
                  <a16:creationId xmlns:a16="http://schemas.microsoft.com/office/drawing/2014/main" id="{467ED1C0-1D7E-4468-B635-DFD691264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3666"/>
              <a:ext cx="7" cy="12"/>
            </a:xfrm>
            <a:custGeom>
              <a:avLst/>
              <a:gdLst>
                <a:gd name="T0" fmla="*/ 0 w 3"/>
                <a:gd name="T1" fmla="*/ 0 h 5"/>
                <a:gd name="T2" fmla="*/ 37 w 3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3" y="3"/>
                    <a:pt x="3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835">
              <a:extLst>
                <a:ext uri="{FF2B5EF4-FFF2-40B4-BE49-F238E27FC236}">
                  <a16:creationId xmlns:a16="http://schemas.microsoft.com/office/drawing/2014/main" id="{0C191A29-4963-4D98-BDEF-3D68A08B3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356"/>
              <a:ext cx="37" cy="5"/>
            </a:xfrm>
            <a:custGeom>
              <a:avLst/>
              <a:gdLst>
                <a:gd name="T0" fmla="*/ 0 w 16"/>
                <a:gd name="T1" fmla="*/ 33 h 2"/>
                <a:gd name="T2" fmla="*/ 199 w 1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2"/>
                  </a:moveTo>
                  <a:cubicBezTo>
                    <a:pt x="5" y="2"/>
                    <a:pt x="10" y="1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836">
              <a:extLst>
                <a:ext uri="{FF2B5EF4-FFF2-40B4-BE49-F238E27FC236}">
                  <a16:creationId xmlns:a16="http://schemas.microsoft.com/office/drawing/2014/main" id="{423F700F-B2BA-48B1-A41C-68AFE4284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358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3" y="1"/>
                    <a:pt x="5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837">
              <a:extLst>
                <a:ext uri="{FF2B5EF4-FFF2-40B4-BE49-F238E27FC236}">
                  <a16:creationId xmlns:a16="http://schemas.microsoft.com/office/drawing/2014/main" id="{5E133684-BBEA-4371-A03A-ACD8AF5E0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031"/>
              <a:ext cx="28" cy="28"/>
            </a:xfrm>
            <a:custGeom>
              <a:avLst/>
              <a:gdLst>
                <a:gd name="T0" fmla="*/ 0 w 12"/>
                <a:gd name="T1" fmla="*/ 181 h 11"/>
                <a:gd name="T2" fmla="*/ 152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4" y="8"/>
                    <a:pt x="9" y="5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838">
              <a:extLst>
                <a:ext uri="{FF2B5EF4-FFF2-40B4-BE49-F238E27FC236}">
                  <a16:creationId xmlns:a16="http://schemas.microsoft.com/office/drawing/2014/main" id="{AD044CF2-5700-4584-A96C-783DDD566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051"/>
              <a:ext cx="7" cy="18"/>
            </a:xfrm>
            <a:custGeom>
              <a:avLst/>
              <a:gdLst>
                <a:gd name="T0" fmla="*/ 37 w 3"/>
                <a:gd name="T1" fmla="*/ 0 h 7"/>
                <a:gd name="T2" fmla="*/ 28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2"/>
                    <a:pt x="0" y="5"/>
                    <a:pt x="2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839">
              <a:extLst>
                <a:ext uri="{FF2B5EF4-FFF2-40B4-BE49-F238E27FC236}">
                  <a16:creationId xmlns:a16="http://schemas.microsoft.com/office/drawing/2014/main" id="{B42B6625-CDDA-4F49-9095-49005F66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829"/>
              <a:ext cx="16" cy="38"/>
            </a:xfrm>
            <a:custGeom>
              <a:avLst/>
              <a:gdLst>
                <a:gd name="T0" fmla="*/ 0 w 7"/>
                <a:gd name="T1" fmla="*/ 243 h 15"/>
                <a:gd name="T2" fmla="*/ 85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4" y="13"/>
                    <a:pt x="7" y="5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840">
              <a:extLst>
                <a:ext uri="{FF2B5EF4-FFF2-40B4-BE49-F238E27FC236}">
                  <a16:creationId xmlns:a16="http://schemas.microsoft.com/office/drawing/2014/main" id="{5DF1B3A0-B23B-4D46-B1DE-3E851618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832"/>
              <a:ext cx="12" cy="10"/>
            </a:xfrm>
            <a:custGeom>
              <a:avLst/>
              <a:gdLst>
                <a:gd name="T0" fmla="*/ 0 w 5"/>
                <a:gd name="T1" fmla="*/ 6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1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841">
              <a:extLst>
                <a:ext uri="{FF2B5EF4-FFF2-40B4-BE49-F238E27FC236}">
                  <a16:creationId xmlns:a16="http://schemas.microsoft.com/office/drawing/2014/main" id="{3DD5977F-30EA-46BF-9E9B-AEEFF4476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799"/>
              <a:ext cx="10" cy="40"/>
            </a:xfrm>
            <a:custGeom>
              <a:avLst/>
              <a:gdLst>
                <a:gd name="T0" fmla="*/ 20 w 4"/>
                <a:gd name="T1" fmla="*/ 0 h 16"/>
                <a:gd name="T2" fmla="*/ 50 w 4"/>
                <a:gd name="T3" fmla="*/ 158 h 16"/>
                <a:gd name="T4" fmla="*/ 63 w 4"/>
                <a:gd name="T5" fmla="*/ 2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1" y="0"/>
                  </a:moveTo>
                  <a:cubicBezTo>
                    <a:pt x="0" y="3"/>
                    <a:pt x="3" y="7"/>
                    <a:pt x="3" y="10"/>
                  </a:cubicBezTo>
                  <a:cubicBezTo>
                    <a:pt x="3" y="12"/>
                    <a:pt x="4" y="14"/>
                    <a:pt x="4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842">
              <a:extLst>
                <a:ext uri="{FF2B5EF4-FFF2-40B4-BE49-F238E27FC236}">
                  <a16:creationId xmlns:a16="http://schemas.microsoft.com/office/drawing/2014/main" id="{83A13960-B423-4362-9B3E-5CB481788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829"/>
              <a:ext cx="9" cy="10"/>
            </a:xfrm>
            <a:custGeom>
              <a:avLst/>
              <a:gdLst>
                <a:gd name="T0" fmla="*/ 0 w 4"/>
                <a:gd name="T1" fmla="*/ 0 h 4"/>
                <a:gd name="T2" fmla="*/ 45 w 4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2" y="3"/>
                    <a:pt x="4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Oval 843">
              <a:extLst>
                <a:ext uri="{FF2B5EF4-FFF2-40B4-BE49-F238E27FC236}">
                  <a16:creationId xmlns:a16="http://schemas.microsoft.com/office/drawing/2014/main" id="{9628E362-3D33-482E-9D95-3B1671F01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787"/>
              <a:ext cx="1208" cy="1288"/>
            </a:xfrm>
            <a:prstGeom prst="ellipse">
              <a:avLst/>
            </a:prstGeom>
            <a:noFill/>
            <a:ln w="11113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93" name="Freeform 844">
              <a:extLst>
                <a:ext uri="{FF2B5EF4-FFF2-40B4-BE49-F238E27FC236}">
                  <a16:creationId xmlns:a16="http://schemas.microsoft.com/office/drawing/2014/main" id="{B97A4B79-A44F-4C3B-91EA-93958D174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949"/>
              <a:ext cx="904" cy="961"/>
            </a:xfrm>
            <a:custGeom>
              <a:avLst/>
              <a:gdLst>
                <a:gd name="T0" fmla="*/ 0 w 386"/>
                <a:gd name="T1" fmla="*/ 3003 h 385"/>
                <a:gd name="T2" fmla="*/ 180 w 386"/>
                <a:gd name="T3" fmla="*/ 2504 h 385"/>
                <a:gd name="T4" fmla="*/ 155 w 386"/>
                <a:gd name="T5" fmla="*/ 1944 h 385"/>
                <a:gd name="T6" fmla="*/ 461 w 386"/>
                <a:gd name="T7" fmla="*/ 1570 h 385"/>
                <a:gd name="T8" fmla="*/ 593 w 386"/>
                <a:gd name="T9" fmla="*/ 1041 h 385"/>
                <a:gd name="T10" fmla="*/ 1005 w 386"/>
                <a:gd name="T11" fmla="*/ 809 h 385"/>
                <a:gd name="T12" fmla="*/ 1262 w 386"/>
                <a:gd name="T13" fmla="*/ 374 h 385"/>
                <a:gd name="T14" fmla="*/ 1696 w 386"/>
                <a:gd name="T15" fmla="*/ 324 h 385"/>
                <a:gd name="T16" fmla="*/ 2068 w 386"/>
                <a:gd name="T17" fmla="*/ 30 h 385"/>
                <a:gd name="T18" fmla="*/ 2480 w 386"/>
                <a:gd name="T19" fmla="*/ 167 h 385"/>
                <a:gd name="T20" fmla="*/ 2918 w 386"/>
                <a:gd name="T21" fmla="*/ 30 h 385"/>
                <a:gd name="T22" fmla="*/ 3290 w 386"/>
                <a:gd name="T23" fmla="*/ 342 h 385"/>
                <a:gd name="T24" fmla="*/ 3740 w 386"/>
                <a:gd name="T25" fmla="*/ 404 h 385"/>
                <a:gd name="T26" fmla="*/ 3993 w 386"/>
                <a:gd name="T27" fmla="*/ 841 h 385"/>
                <a:gd name="T28" fmla="*/ 4405 w 386"/>
                <a:gd name="T29" fmla="*/ 1091 h 385"/>
                <a:gd name="T30" fmla="*/ 4520 w 386"/>
                <a:gd name="T31" fmla="*/ 1600 h 385"/>
                <a:gd name="T32" fmla="*/ 4815 w 386"/>
                <a:gd name="T33" fmla="*/ 1994 h 385"/>
                <a:gd name="T34" fmla="*/ 4794 w 386"/>
                <a:gd name="T35" fmla="*/ 2516 h 385"/>
                <a:gd name="T36" fmla="*/ 4958 w 386"/>
                <a:gd name="T37" fmla="*/ 3003 h 385"/>
                <a:gd name="T38" fmla="*/ 4778 w 386"/>
                <a:gd name="T39" fmla="*/ 3502 h 385"/>
                <a:gd name="T40" fmla="*/ 4815 w 386"/>
                <a:gd name="T41" fmla="*/ 4044 h 385"/>
                <a:gd name="T42" fmla="*/ 4497 w 386"/>
                <a:gd name="T43" fmla="*/ 4418 h 385"/>
                <a:gd name="T44" fmla="*/ 4365 w 386"/>
                <a:gd name="T45" fmla="*/ 4947 h 385"/>
                <a:gd name="T46" fmla="*/ 3956 w 386"/>
                <a:gd name="T47" fmla="*/ 5177 h 385"/>
                <a:gd name="T48" fmla="*/ 3696 w 386"/>
                <a:gd name="T49" fmla="*/ 5614 h 385"/>
                <a:gd name="T50" fmla="*/ 3262 w 386"/>
                <a:gd name="T51" fmla="*/ 5664 h 385"/>
                <a:gd name="T52" fmla="*/ 2890 w 386"/>
                <a:gd name="T53" fmla="*/ 5956 h 385"/>
                <a:gd name="T54" fmla="*/ 2480 w 386"/>
                <a:gd name="T55" fmla="*/ 5831 h 385"/>
                <a:gd name="T56" fmla="*/ 2040 w 386"/>
                <a:gd name="T57" fmla="*/ 5956 h 385"/>
                <a:gd name="T58" fmla="*/ 1667 w 386"/>
                <a:gd name="T59" fmla="*/ 5644 h 385"/>
                <a:gd name="T60" fmla="*/ 1234 w 386"/>
                <a:gd name="T61" fmla="*/ 5584 h 385"/>
                <a:gd name="T62" fmla="*/ 965 w 386"/>
                <a:gd name="T63" fmla="*/ 5147 h 385"/>
                <a:gd name="T64" fmla="*/ 555 w 386"/>
                <a:gd name="T65" fmla="*/ 4897 h 385"/>
                <a:gd name="T66" fmla="*/ 450 w 386"/>
                <a:gd name="T67" fmla="*/ 4386 h 385"/>
                <a:gd name="T68" fmla="*/ 143 w 386"/>
                <a:gd name="T69" fmla="*/ 3994 h 385"/>
                <a:gd name="T70" fmla="*/ 180 w 386"/>
                <a:gd name="T71" fmla="*/ 3470 h 385"/>
                <a:gd name="T72" fmla="*/ 0 w 386"/>
                <a:gd name="T73" fmla="*/ 3003 h 3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6" h="385">
                  <a:moveTo>
                    <a:pt x="0" y="193"/>
                  </a:moveTo>
                  <a:cubicBezTo>
                    <a:pt x="0" y="181"/>
                    <a:pt x="12" y="171"/>
                    <a:pt x="14" y="161"/>
                  </a:cubicBezTo>
                  <a:cubicBezTo>
                    <a:pt x="16" y="149"/>
                    <a:pt x="8" y="136"/>
                    <a:pt x="12" y="125"/>
                  </a:cubicBezTo>
                  <a:cubicBezTo>
                    <a:pt x="16" y="115"/>
                    <a:pt x="31" y="110"/>
                    <a:pt x="36" y="101"/>
                  </a:cubicBezTo>
                  <a:cubicBezTo>
                    <a:pt x="42" y="91"/>
                    <a:pt x="39" y="75"/>
                    <a:pt x="46" y="67"/>
                  </a:cubicBezTo>
                  <a:cubicBezTo>
                    <a:pt x="53" y="58"/>
                    <a:pt x="69" y="59"/>
                    <a:pt x="78" y="52"/>
                  </a:cubicBezTo>
                  <a:cubicBezTo>
                    <a:pt x="86" y="45"/>
                    <a:pt x="89" y="29"/>
                    <a:pt x="98" y="24"/>
                  </a:cubicBezTo>
                  <a:cubicBezTo>
                    <a:pt x="107" y="19"/>
                    <a:pt x="122" y="25"/>
                    <a:pt x="132" y="21"/>
                  </a:cubicBezTo>
                  <a:cubicBezTo>
                    <a:pt x="142" y="17"/>
                    <a:pt x="150" y="4"/>
                    <a:pt x="161" y="2"/>
                  </a:cubicBezTo>
                  <a:cubicBezTo>
                    <a:pt x="171" y="0"/>
                    <a:pt x="182" y="11"/>
                    <a:pt x="193" y="11"/>
                  </a:cubicBezTo>
                  <a:cubicBezTo>
                    <a:pt x="204" y="11"/>
                    <a:pt x="216" y="0"/>
                    <a:pt x="227" y="2"/>
                  </a:cubicBezTo>
                  <a:cubicBezTo>
                    <a:pt x="238" y="4"/>
                    <a:pt x="246" y="18"/>
                    <a:pt x="256" y="22"/>
                  </a:cubicBezTo>
                  <a:cubicBezTo>
                    <a:pt x="267" y="26"/>
                    <a:pt x="281" y="20"/>
                    <a:pt x="291" y="26"/>
                  </a:cubicBezTo>
                  <a:cubicBezTo>
                    <a:pt x="300" y="31"/>
                    <a:pt x="303" y="47"/>
                    <a:pt x="311" y="54"/>
                  </a:cubicBezTo>
                  <a:cubicBezTo>
                    <a:pt x="320" y="61"/>
                    <a:pt x="336" y="62"/>
                    <a:pt x="343" y="70"/>
                  </a:cubicBezTo>
                  <a:cubicBezTo>
                    <a:pt x="350" y="78"/>
                    <a:pt x="346" y="94"/>
                    <a:pt x="352" y="103"/>
                  </a:cubicBezTo>
                  <a:cubicBezTo>
                    <a:pt x="357" y="112"/>
                    <a:pt x="372" y="118"/>
                    <a:pt x="375" y="128"/>
                  </a:cubicBezTo>
                  <a:cubicBezTo>
                    <a:pt x="379" y="138"/>
                    <a:pt x="371" y="151"/>
                    <a:pt x="373" y="162"/>
                  </a:cubicBezTo>
                  <a:cubicBezTo>
                    <a:pt x="374" y="172"/>
                    <a:pt x="386" y="182"/>
                    <a:pt x="386" y="193"/>
                  </a:cubicBezTo>
                  <a:cubicBezTo>
                    <a:pt x="386" y="204"/>
                    <a:pt x="374" y="214"/>
                    <a:pt x="372" y="225"/>
                  </a:cubicBezTo>
                  <a:cubicBezTo>
                    <a:pt x="370" y="236"/>
                    <a:pt x="378" y="249"/>
                    <a:pt x="375" y="260"/>
                  </a:cubicBezTo>
                  <a:cubicBezTo>
                    <a:pt x="371" y="270"/>
                    <a:pt x="356" y="275"/>
                    <a:pt x="350" y="284"/>
                  </a:cubicBezTo>
                  <a:cubicBezTo>
                    <a:pt x="345" y="294"/>
                    <a:pt x="347" y="310"/>
                    <a:pt x="340" y="318"/>
                  </a:cubicBezTo>
                  <a:cubicBezTo>
                    <a:pt x="333" y="327"/>
                    <a:pt x="317" y="326"/>
                    <a:pt x="308" y="333"/>
                  </a:cubicBezTo>
                  <a:cubicBezTo>
                    <a:pt x="300" y="340"/>
                    <a:pt x="298" y="356"/>
                    <a:pt x="288" y="361"/>
                  </a:cubicBezTo>
                  <a:cubicBezTo>
                    <a:pt x="279" y="366"/>
                    <a:pt x="264" y="360"/>
                    <a:pt x="254" y="364"/>
                  </a:cubicBezTo>
                  <a:cubicBezTo>
                    <a:pt x="244" y="368"/>
                    <a:pt x="236" y="381"/>
                    <a:pt x="225" y="383"/>
                  </a:cubicBezTo>
                  <a:cubicBezTo>
                    <a:pt x="215" y="385"/>
                    <a:pt x="204" y="375"/>
                    <a:pt x="193" y="375"/>
                  </a:cubicBezTo>
                  <a:cubicBezTo>
                    <a:pt x="182" y="375"/>
                    <a:pt x="170" y="385"/>
                    <a:pt x="159" y="383"/>
                  </a:cubicBezTo>
                  <a:cubicBezTo>
                    <a:pt x="148" y="381"/>
                    <a:pt x="140" y="367"/>
                    <a:pt x="130" y="363"/>
                  </a:cubicBezTo>
                  <a:cubicBezTo>
                    <a:pt x="120" y="359"/>
                    <a:pt x="105" y="365"/>
                    <a:pt x="96" y="359"/>
                  </a:cubicBezTo>
                  <a:cubicBezTo>
                    <a:pt x="86" y="354"/>
                    <a:pt x="83" y="338"/>
                    <a:pt x="75" y="331"/>
                  </a:cubicBezTo>
                  <a:cubicBezTo>
                    <a:pt x="66" y="324"/>
                    <a:pt x="51" y="324"/>
                    <a:pt x="43" y="315"/>
                  </a:cubicBezTo>
                  <a:cubicBezTo>
                    <a:pt x="37" y="307"/>
                    <a:pt x="40" y="291"/>
                    <a:pt x="35" y="282"/>
                  </a:cubicBezTo>
                  <a:cubicBezTo>
                    <a:pt x="29" y="273"/>
                    <a:pt x="15" y="268"/>
                    <a:pt x="11" y="257"/>
                  </a:cubicBezTo>
                  <a:cubicBezTo>
                    <a:pt x="7" y="247"/>
                    <a:pt x="16" y="234"/>
                    <a:pt x="14" y="223"/>
                  </a:cubicBezTo>
                  <a:cubicBezTo>
                    <a:pt x="12" y="213"/>
                    <a:pt x="0" y="203"/>
                    <a:pt x="0" y="193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Freeform 845">
              <a:extLst>
                <a:ext uri="{FF2B5EF4-FFF2-40B4-BE49-F238E27FC236}">
                  <a16:creationId xmlns:a16="http://schemas.microsoft.com/office/drawing/2014/main" id="{34B0FEBB-9F21-44FF-ADCE-07613090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3226"/>
              <a:ext cx="54" cy="155"/>
            </a:xfrm>
            <a:custGeom>
              <a:avLst/>
              <a:gdLst>
                <a:gd name="T0" fmla="*/ 221 w 23"/>
                <a:gd name="T1" fmla="*/ 0 h 62"/>
                <a:gd name="T2" fmla="*/ 0 w 23"/>
                <a:gd name="T3" fmla="*/ 97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17" y="0"/>
                  </a:moveTo>
                  <a:cubicBezTo>
                    <a:pt x="18" y="23"/>
                    <a:pt x="23" y="47"/>
                    <a:pt x="0" y="6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Freeform 846">
              <a:extLst>
                <a:ext uri="{FF2B5EF4-FFF2-40B4-BE49-F238E27FC236}">
                  <a16:creationId xmlns:a16="http://schemas.microsoft.com/office/drawing/2014/main" id="{5B7F4D59-F4ED-47F1-BF8F-31648D49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179"/>
              <a:ext cx="59" cy="55"/>
            </a:xfrm>
            <a:custGeom>
              <a:avLst/>
              <a:gdLst>
                <a:gd name="T0" fmla="*/ 0 w 25"/>
                <a:gd name="T1" fmla="*/ 300 h 22"/>
                <a:gd name="T2" fmla="*/ 328 w 2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2">
                  <a:moveTo>
                    <a:pt x="0" y="19"/>
                  </a:moveTo>
                  <a:cubicBezTo>
                    <a:pt x="9" y="22"/>
                    <a:pt x="25" y="10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Freeform 847">
              <a:extLst>
                <a:ext uri="{FF2B5EF4-FFF2-40B4-BE49-F238E27FC236}">
                  <a16:creationId xmlns:a16="http://schemas.microsoft.com/office/drawing/2014/main" id="{6584B78C-FE7B-48F0-BAD3-B871EC8F2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066"/>
              <a:ext cx="63" cy="50"/>
            </a:xfrm>
            <a:custGeom>
              <a:avLst/>
              <a:gdLst>
                <a:gd name="T0" fmla="*/ 0 w 27"/>
                <a:gd name="T1" fmla="*/ 313 h 20"/>
                <a:gd name="T2" fmla="*/ 343 w 27"/>
                <a:gd name="T3" fmla="*/ 1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20"/>
                  </a:moveTo>
                  <a:cubicBezTo>
                    <a:pt x="4" y="9"/>
                    <a:pt x="17" y="0"/>
                    <a:pt x="27" y="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Freeform 848">
              <a:extLst>
                <a:ext uri="{FF2B5EF4-FFF2-40B4-BE49-F238E27FC236}">
                  <a16:creationId xmlns:a16="http://schemas.microsoft.com/office/drawing/2014/main" id="{2E90EDBA-4267-4EC7-A0E6-C2CFF6A0E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064"/>
              <a:ext cx="47" cy="35"/>
            </a:xfrm>
            <a:custGeom>
              <a:avLst/>
              <a:gdLst>
                <a:gd name="T0" fmla="*/ 0 w 20"/>
                <a:gd name="T1" fmla="*/ 220 h 14"/>
                <a:gd name="T2" fmla="*/ 259 w 20"/>
                <a:gd name="T3" fmla="*/ 12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1" y="6"/>
                    <a:pt x="20" y="0"/>
                    <a:pt x="20" y="8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Freeform 849">
              <a:extLst>
                <a:ext uri="{FF2B5EF4-FFF2-40B4-BE49-F238E27FC236}">
                  <a16:creationId xmlns:a16="http://schemas.microsoft.com/office/drawing/2014/main" id="{490343F9-D9F3-4D54-BD39-23F97E1B0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406"/>
              <a:ext cx="30" cy="110"/>
            </a:xfrm>
            <a:custGeom>
              <a:avLst/>
              <a:gdLst>
                <a:gd name="T0" fmla="*/ 74 w 13"/>
                <a:gd name="T1" fmla="*/ 0 h 44"/>
                <a:gd name="T2" fmla="*/ 12 w 13"/>
                <a:gd name="T3" fmla="*/ 283 h 44"/>
                <a:gd name="T4" fmla="*/ 159 w 13"/>
                <a:gd name="T5" fmla="*/ 68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4">
                  <a:moveTo>
                    <a:pt x="6" y="0"/>
                  </a:moveTo>
                  <a:cubicBezTo>
                    <a:pt x="1" y="5"/>
                    <a:pt x="1" y="12"/>
                    <a:pt x="1" y="18"/>
                  </a:cubicBezTo>
                  <a:cubicBezTo>
                    <a:pt x="0" y="31"/>
                    <a:pt x="2" y="38"/>
                    <a:pt x="13" y="4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850">
              <a:extLst>
                <a:ext uri="{FF2B5EF4-FFF2-40B4-BE49-F238E27FC236}">
                  <a16:creationId xmlns:a16="http://schemas.microsoft.com/office/drawing/2014/main" id="{918EDC6F-E287-43B0-BCD1-38724AF55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488"/>
              <a:ext cx="28" cy="88"/>
            </a:xfrm>
            <a:custGeom>
              <a:avLst/>
              <a:gdLst>
                <a:gd name="T0" fmla="*/ 65 w 12"/>
                <a:gd name="T1" fmla="*/ 0 h 35"/>
                <a:gd name="T2" fmla="*/ 152 w 12"/>
                <a:gd name="T3" fmla="*/ 5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5" y="0"/>
                  </a:moveTo>
                  <a:cubicBezTo>
                    <a:pt x="3" y="11"/>
                    <a:pt x="0" y="29"/>
                    <a:pt x="12" y="3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Freeform 851">
              <a:extLst>
                <a:ext uri="{FF2B5EF4-FFF2-40B4-BE49-F238E27FC236}">
                  <a16:creationId xmlns:a16="http://schemas.microsoft.com/office/drawing/2014/main" id="{49E1D0D3-B055-4AF6-9B59-34C7E889E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473"/>
              <a:ext cx="25" cy="103"/>
            </a:xfrm>
            <a:custGeom>
              <a:avLst/>
              <a:gdLst>
                <a:gd name="T0" fmla="*/ 0 w 11"/>
                <a:gd name="T1" fmla="*/ 0 h 41"/>
                <a:gd name="T2" fmla="*/ 45 w 11"/>
                <a:gd name="T3" fmla="*/ 65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0" y="0"/>
                  </a:moveTo>
                  <a:cubicBezTo>
                    <a:pt x="11" y="9"/>
                    <a:pt x="7" y="29"/>
                    <a:pt x="4" y="4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852">
              <a:extLst>
                <a:ext uri="{FF2B5EF4-FFF2-40B4-BE49-F238E27FC236}">
                  <a16:creationId xmlns:a16="http://schemas.microsoft.com/office/drawing/2014/main" id="{C18DEC12-E812-44D8-AA41-1C331598C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3551"/>
              <a:ext cx="16" cy="80"/>
            </a:xfrm>
            <a:custGeom>
              <a:avLst/>
              <a:gdLst>
                <a:gd name="T0" fmla="*/ 0 w 7"/>
                <a:gd name="T1" fmla="*/ 0 h 32"/>
                <a:gd name="T2" fmla="*/ 85 w 7"/>
                <a:gd name="T3" fmla="*/ 220 h 32"/>
                <a:gd name="T4" fmla="*/ 0 w 7"/>
                <a:gd name="T5" fmla="*/ 50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0" y="0"/>
                  </a:moveTo>
                  <a:cubicBezTo>
                    <a:pt x="2" y="5"/>
                    <a:pt x="6" y="9"/>
                    <a:pt x="7" y="14"/>
                  </a:cubicBezTo>
                  <a:cubicBezTo>
                    <a:pt x="7" y="20"/>
                    <a:pt x="3" y="27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853">
              <a:extLst>
                <a:ext uri="{FF2B5EF4-FFF2-40B4-BE49-F238E27FC236}">
                  <a16:creationId xmlns:a16="http://schemas.microsoft.com/office/drawing/2014/main" id="{F719300B-D65D-49E6-BCD9-A93C90D85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3186"/>
              <a:ext cx="18" cy="70"/>
            </a:xfrm>
            <a:custGeom>
              <a:avLst/>
              <a:gdLst>
                <a:gd name="T0" fmla="*/ 92 w 8"/>
                <a:gd name="T1" fmla="*/ 0 h 28"/>
                <a:gd name="T2" fmla="*/ 81 w 8"/>
                <a:gd name="T3" fmla="*/ 4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8" y="0"/>
                  </a:moveTo>
                  <a:cubicBezTo>
                    <a:pt x="3" y="9"/>
                    <a:pt x="0" y="19"/>
                    <a:pt x="7" y="28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854">
              <a:extLst>
                <a:ext uri="{FF2B5EF4-FFF2-40B4-BE49-F238E27FC236}">
                  <a16:creationId xmlns:a16="http://schemas.microsoft.com/office/drawing/2014/main" id="{DF2970A6-B824-432F-AF3B-66220D914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241"/>
              <a:ext cx="19" cy="58"/>
            </a:xfrm>
            <a:custGeom>
              <a:avLst/>
              <a:gdLst>
                <a:gd name="T0" fmla="*/ 107 w 8"/>
                <a:gd name="T1" fmla="*/ 0 h 23"/>
                <a:gd name="T2" fmla="*/ 40 w 8"/>
                <a:gd name="T3" fmla="*/ 36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8" y="0"/>
                  </a:moveTo>
                  <a:cubicBezTo>
                    <a:pt x="0" y="2"/>
                    <a:pt x="1" y="17"/>
                    <a:pt x="3" y="2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855">
              <a:extLst>
                <a:ext uri="{FF2B5EF4-FFF2-40B4-BE49-F238E27FC236}">
                  <a16:creationId xmlns:a16="http://schemas.microsoft.com/office/drawing/2014/main" id="{5308BC01-493B-47D2-B906-9B0D2CA5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154"/>
              <a:ext cx="94" cy="40"/>
            </a:xfrm>
            <a:custGeom>
              <a:avLst/>
              <a:gdLst>
                <a:gd name="T0" fmla="*/ 0 w 40"/>
                <a:gd name="T1" fmla="*/ 0 h 16"/>
                <a:gd name="T2" fmla="*/ 115 w 40"/>
                <a:gd name="T3" fmla="*/ 158 h 16"/>
                <a:gd name="T4" fmla="*/ 519 w 40"/>
                <a:gd name="T5" fmla="*/ 15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0"/>
                  </a:moveTo>
                  <a:cubicBezTo>
                    <a:pt x="0" y="5"/>
                    <a:pt x="5" y="8"/>
                    <a:pt x="9" y="10"/>
                  </a:cubicBezTo>
                  <a:cubicBezTo>
                    <a:pt x="18" y="16"/>
                    <a:pt x="30" y="13"/>
                    <a:pt x="40" y="1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Freeform 856">
              <a:extLst>
                <a:ext uri="{FF2B5EF4-FFF2-40B4-BE49-F238E27FC236}">
                  <a16:creationId xmlns:a16="http://schemas.microsoft.com/office/drawing/2014/main" id="{B36B8A9B-7CD3-4A24-9126-10480D2E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3159"/>
              <a:ext cx="80" cy="65"/>
            </a:xfrm>
            <a:custGeom>
              <a:avLst/>
              <a:gdLst>
                <a:gd name="T0" fmla="*/ 28 w 34"/>
                <a:gd name="T1" fmla="*/ 0 h 26"/>
                <a:gd name="T2" fmla="*/ 442 w 34"/>
                <a:gd name="T3" fmla="*/ 4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6">
                  <a:moveTo>
                    <a:pt x="2" y="0"/>
                  </a:moveTo>
                  <a:cubicBezTo>
                    <a:pt x="0" y="17"/>
                    <a:pt x="20" y="26"/>
                    <a:pt x="34" y="26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857">
              <a:extLst>
                <a:ext uri="{FF2B5EF4-FFF2-40B4-BE49-F238E27FC236}">
                  <a16:creationId xmlns:a16="http://schemas.microsoft.com/office/drawing/2014/main" id="{41063D81-9A99-4BF9-9DAB-EF611675B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3009"/>
              <a:ext cx="75" cy="37"/>
            </a:xfrm>
            <a:custGeom>
              <a:avLst/>
              <a:gdLst>
                <a:gd name="T0" fmla="*/ 28 w 32"/>
                <a:gd name="T1" fmla="*/ 224 h 15"/>
                <a:gd name="T2" fmla="*/ 155 w 32"/>
                <a:gd name="T3" fmla="*/ 42 h 15"/>
                <a:gd name="T4" fmla="*/ 413 w 32"/>
                <a:gd name="T5" fmla="*/ 10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2" y="15"/>
                  </a:moveTo>
                  <a:cubicBezTo>
                    <a:pt x="0" y="9"/>
                    <a:pt x="8" y="4"/>
                    <a:pt x="12" y="3"/>
                  </a:cubicBezTo>
                  <a:cubicBezTo>
                    <a:pt x="19" y="0"/>
                    <a:pt x="27" y="3"/>
                    <a:pt x="32" y="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858">
              <a:extLst>
                <a:ext uri="{FF2B5EF4-FFF2-40B4-BE49-F238E27FC236}">
                  <a16:creationId xmlns:a16="http://schemas.microsoft.com/office/drawing/2014/main" id="{7CAA6FA2-D872-4B1D-97E5-A74576ED9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019"/>
              <a:ext cx="96" cy="37"/>
            </a:xfrm>
            <a:custGeom>
              <a:avLst/>
              <a:gdLst>
                <a:gd name="T0" fmla="*/ 0 w 41"/>
                <a:gd name="T1" fmla="*/ 133 h 15"/>
                <a:gd name="T2" fmla="*/ 269 w 41"/>
                <a:gd name="T3" fmla="*/ 12 h 15"/>
                <a:gd name="T4" fmla="*/ 527 w 41"/>
                <a:gd name="T5" fmla="*/ 2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9"/>
                  </a:moveTo>
                  <a:cubicBezTo>
                    <a:pt x="2" y="2"/>
                    <a:pt x="16" y="0"/>
                    <a:pt x="21" y="1"/>
                  </a:cubicBezTo>
                  <a:cubicBezTo>
                    <a:pt x="29" y="2"/>
                    <a:pt x="37" y="9"/>
                    <a:pt x="41" y="1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859">
              <a:extLst>
                <a:ext uri="{FF2B5EF4-FFF2-40B4-BE49-F238E27FC236}">
                  <a16:creationId xmlns:a16="http://schemas.microsoft.com/office/drawing/2014/main" id="{7A3850BD-5296-4B2F-A444-1A3BCFE73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3079"/>
              <a:ext cx="58" cy="42"/>
            </a:xfrm>
            <a:custGeom>
              <a:avLst/>
              <a:gdLst>
                <a:gd name="T0" fmla="*/ 0 w 25"/>
                <a:gd name="T1" fmla="*/ 42 h 17"/>
                <a:gd name="T2" fmla="*/ 313 w 25"/>
                <a:gd name="T3" fmla="*/ 25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0" y="3"/>
                  </a:moveTo>
                  <a:cubicBezTo>
                    <a:pt x="12" y="0"/>
                    <a:pt x="23" y="4"/>
                    <a:pt x="25" y="1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860">
              <a:extLst>
                <a:ext uri="{FF2B5EF4-FFF2-40B4-BE49-F238E27FC236}">
                  <a16:creationId xmlns:a16="http://schemas.microsoft.com/office/drawing/2014/main" id="{72BED874-EB67-44A6-A50D-9B76E1C04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3104"/>
              <a:ext cx="21" cy="5"/>
            </a:xfrm>
            <a:custGeom>
              <a:avLst/>
              <a:gdLst>
                <a:gd name="T0" fmla="*/ 0 w 9"/>
                <a:gd name="T1" fmla="*/ 33 h 2"/>
                <a:gd name="T2" fmla="*/ 114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2" y="0"/>
                    <a:pt x="6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861">
              <a:extLst>
                <a:ext uri="{FF2B5EF4-FFF2-40B4-BE49-F238E27FC236}">
                  <a16:creationId xmlns:a16="http://schemas.microsoft.com/office/drawing/2014/main" id="{A7154557-1223-49D3-9CB9-55BBEE03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3331"/>
              <a:ext cx="35" cy="102"/>
            </a:xfrm>
            <a:custGeom>
              <a:avLst/>
              <a:gdLst>
                <a:gd name="T0" fmla="*/ 37 w 15"/>
                <a:gd name="T1" fmla="*/ 0 h 41"/>
                <a:gd name="T2" fmla="*/ 12 w 15"/>
                <a:gd name="T3" fmla="*/ 259 h 41"/>
                <a:gd name="T4" fmla="*/ 191 w 15"/>
                <a:gd name="T5" fmla="*/ 63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1">
                  <a:moveTo>
                    <a:pt x="3" y="0"/>
                  </a:moveTo>
                  <a:cubicBezTo>
                    <a:pt x="0" y="5"/>
                    <a:pt x="1" y="12"/>
                    <a:pt x="1" y="17"/>
                  </a:cubicBezTo>
                  <a:cubicBezTo>
                    <a:pt x="2" y="28"/>
                    <a:pt x="6" y="36"/>
                    <a:pt x="15" y="4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862">
              <a:extLst>
                <a:ext uri="{FF2B5EF4-FFF2-40B4-BE49-F238E27FC236}">
                  <a16:creationId xmlns:a16="http://schemas.microsoft.com/office/drawing/2014/main" id="{64DD64D2-1306-4A96-A788-712F6FF2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403"/>
              <a:ext cx="19" cy="83"/>
            </a:xfrm>
            <a:custGeom>
              <a:avLst/>
              <a:gdLst>
                <a:gd name="T0" fmla="*/ 78 w 8"/>
                <a:gd name="T1" fmla="*/ 0 h 33"/>
                <a:gd name="T2" fmla="*/ 107 w 8"/>
                <a:gd name="T3" fmla="*/ 52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3">
                  <a:moveTo>
                    <a:pt x="6" y="0"/>
                  </a:moveTo>
                  <a:cubicBezTo>
                    <a:pt x="0" y="7"/>
                    <a:pt x="0" y="27"/>
                    <a:pt x="8" y="3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863">
              <a:extLst>
                <a:ext uri="{FF2B5EF4-FFF2-40B4-BE49-F238E27FC236}">
                  <a16:creationId xmlns:a16="http://schemas.microsoft.com/office/drawing/2014/main" id="{4779D060-C42C-49BA-9E1F-37E8CB6A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536"/>
              <a:ext cx="38" cy="77"/>
            </a:xfrm>
            <a:custGeom>
              <a:avLst/>
              <a:gdLst>
                <a:gd name="T0" fmla="*/ 214 w 16"/>
                <a:gd name="T1" fmla="*/ 0 h 31"/>
                <a:gd name="T2" fmla="*/ 78 w 16"/>
                <a:gd name="T3" fmla="*/ 4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16" y="0"/>
                  </a:moveTo>
                  <a:cubicBezTo>
                    <a:pt x="5" y="8"/>
                    <a:pt x="0" y="18"/>
                    <a:pt x="6" y="3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864">
              <a:extLst>
                <a:ext uri="{FF2B5EF4-FFF2-40B4-BE49-F238E27FC236}">
                  <a16:creationId xmlns:a16="http://schemas.microsoft.com/office/drawing/2014/main" id="{78B04E5E-4D46-42FA-93CE-28F57F6C9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596"/>
              <a:ext cx="21" cy="62"/>
            </a:xfrm>
            <a:custGeom>
              <a:avLst/>
              <a:gdLst>
                <a:gd name="T0" fmla="*/ 114 w 9"/>
                <a:gd name="T1" fmla="*/ 0 h 25"/>
                <a:gd name="T2" fmla="*/ 37 w 9"/>
                <a:gd name="T3" fmla="*/ 3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9" y="0"/>
                  </a:moveTo>
                  <a:cubicBezTo>
                    <a:pt x="1" y="5"/>
                    <a:pt x="0" y="17"/>
                    <a:pt x="3" y="2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865">
              <a:extLst>
                <a:ext uri="{FF2B5EF4-FFF2-40B4-BE49-F238E27FC236}">
                  <a16:creationId xmlns:a16="http://schemas.microsoft.com/office/drawing/2014/main" id="{9025FA42-0DDD-41B2-B6B3-6967D3F59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626"/>
              <a:ext cx="60" cy="92"/>
            </a:xfrm>
            <a:custGeom>
              <a:avLst/>
              <a:gdLst>
                <a:gd name="T0" fmla="*/ 0 w 26"/>
                <a:gd name="T1" fmla="*/ 495 h 37"/>
                <a:gd name="T2" fmla="*/ 272 w 26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7">
                  <a:moveTo>
                    <a:pt x="0" y="32"/>
                  </a:moveTo>
                  <a:cubicBezTo>
                    <a:pt x="18" y="37"/>
                    <a:pt x="26" y="14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866">
              <a:extLst>
                <a:ext uri="{FF2B5EF4-FFF2-40B4-BE49-F238E27FC236}">
                  <a16:creationId xmlns:a16="http://schemas.microsoft.com/office/drawing/2014/main" id="{52A1D72B-6453-4A73-892C-99A59102A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576"/>
              <a:ext cx="26" cy="62"/>
            </a:xfrm>
            <a:custGeom>
              <a:avLst/>
              <a:gdLst>
                <a:gd name="T0" fmla="*/ 95 w 11"/>
                <a:gd name="T1" fmla="*/ 0 h 25"/>
                <a:gd name="T2" fmla="*/ 0 w 11"/>
                <a:gd name="T3" fmla="*/ 3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7" y="0"/>
                  </a:moveTo>
                  <a:cubicBezTo>
                    <a:pt x="11" y="10"/>
                    <a:pt x="8" y="18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867">
              <a:extLst>
                <a:ext uri="{FF2B5EF4-FFF2-40B4-BE49-F238E27FC236}">
                  <a16:creationId xmlns:a16="http://schemas.microsoft.com/office/drawing/2014/main" id="{258410C4-6371-4F8B-AB10-3BAB667E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418"/>
              <a:ext cx="28" cy="108"/>
            </a:xfrm>
            <a:custGeom>
              <a:avLst/>
              <a:gdLst>
                <a:gd name="T0" fmla="*/ 86 w 12"/>
                <a:gd name="T1" fmla="*/ 0 h 43"/>
                <a:gd name="T2" fmla="*/ 0 w 12"/>
                <a:gd name="T3" fmla="*/ 68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3">
                  <a:moveTo>
                    <a:pt x="7" y="0"/>
                  </a:moveTo>
                  <a:cubicBezTo>
                    <a:pt x="12" y="15"/>
                    <a:pt x="11" y="31"/>
                    <a:pt x="0" y="4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868">
              <a:extLst>
                <a:ext uri="{FF2B5EF4-FFF2-40B4-BE49-F238E27FC236}">
                  <a16:creationId xmlns:a16="http://schemas.microsoft.com/office/drawing/2014/main" id="{80C4FC01-C92B-42F6-A5C7-BE79AEE5C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343"/>
              <a:ext cx="32" cy="105"/>
            </a:xfrm>
            <a:custGeom>
              <a:avLst/>
              <a:gdLst>
                <a:gd name="T0" fmla="*/ 110 w 14"/>
                <a:gd name="T1" fmla="*/ 0 h 42"/>
                <a:gd name="T2" fmla="*/ 0 w 14"/>
                <a:gd name="T3" fmla="*/ 658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2">
                  <a:moveTo>
                    <a:pt x="9" y="0"/>
                  </a:moveTo>
                  <a:cubicBezTo>
                    <a:pt x="14" y="16"/>
                    <a:pt x="12" y="30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869">
              <a:extLst>
                <a:ext uri="{FF2B5EF4-FFF2-40B4-BE49-F238E27FC236}">
                  <a16:creationId xmlns:a16="http://schemas.microsoft.com/office/drawing/2014/main" id="{4BEC0B98-48BB-4BB3-97DC-20408BC1E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141"/>
              <a:ext cx="56" cy="125"/>
            </a:xfrm>
            <a:custGeom>
              <a:avLst/>
              <a:gdLst>
                <a:gd name="T0" fmla="*/ 0 w 24"/>
                <a:gd name="T1" fmla="*/ 20 h 50"/>
                <a:gd name="T2" fmla="*/ 152 w 24"/>
                <a:gd name="T3" fmla="*/ 113 h 50"/>
                <a:gd name="T4" fmla="*/ 266 w 24"/>
                <a:gd name="T5" fmla="*/ 783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0">
                  <a:moveTo>
                    <a:pt x="0" y="1"/>
                  </a:moveTo>
                  <a:cubicBezTo>
                    <a:pt x="5" y="0"/>
                    <a:pt x="9" y="4"/>
                    <a:pt x="12" y="7"/>
                  </a:cubicBezTo>
                  <a:cubicBezTo>
                    <a:pt x="21" y="19"/>
                    <a:pt x="24" y="36"/>
                    <a:pt x="21" y="5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870">
              <a:extLst>
                <a:ext uri="{FF2B5EF4-FFF2-40B4-BE49-F238E27FC236}">
                  <a16:creationId xmlns:a16="http://schemas.microsoft.com/office/drawing/2014/main" id="{30C35C86-5E9A-40C8-A6EB-74694EF7B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256"/>
              <a:ext cx="23" cy="75"/>
            </a:xfrm>
            <a:custGeom>
              <a:avLst/>
              <a:gdLst>
                <a:gd name="T0" fmla="*/ 0 w 10"/>
                <a:gd name="T1" fmla="*/ 20 h 30"/>
                <a:gd name="T2" fmla="*/ 74 w 10"/>
                <a:gd name="T3" fmla="*/ 113 h 30"/>
                <a:gd name="T4" fmla="*/ 74 w 10"/>
                <a:gd name="T5" fmla="*/ 47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1"/>
                  </a:moveTo>
                  <a:cubicBezTo>
                    <a:pt x="3" y="0"/>
                    <a:pt x="5" y="4"/>
                    <a:pt x="6" y="7"/>
                  </a:cubicBezTo>
                  <a:cubicBezTo>
                    <a:pt x="10" y="14"/>
                    <a:pt x="10" y="22"/>
                    <a:pt x="6" y="3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871">
              <a:extLst>
                <a:ext uri="{FF2B5EF4-FFF2-40B4-BE49-F238E27FC236}">
                  <a16:creationId xmlns:a16="http://schemas.microsoft.com/office/drawing/2014/main" id="{29B067F0-DCF4-47D1-BF7F-1742506F0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179"/>
              <a:ext cx="22" cy="47"/>
            </a:xfrm>
            <a:custGeom>
              <a:avLst/>
              <a:gdLst>
                <a:gd name="T0" fmla="*/ 12 w 9"/>
                <a:gd name="T1" fmla="*/ 0 h 19"/>
                <a:gd name="T2" fmla="*/ 132 w 9"/>
                <a:gd name="T3" fmla="*/ 28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1" y="0"/>
                  </a:moveTo>
                  <a:cubicBezTo>
                    <a:pt x="0" y="7"/>
                    <a:pt x="3" y="15"/>
                    <a:pt x="9" y="19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872">
              <a:extLst>
                <a:ext uri="{FF2B5EF4-FFF2-40B4-BE49-F238E27FC236}">
                  <a16:creationId xmlns:a16="http://schemas.microsoft.com/office/drawing/2014/main" id="{2992721B-60C8-4B3D-85C7-D0682FBE9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214"/>
              <a:ext cx="12" cy="15"/>
            </a:xfrm>
            <a:custGeom>
              <a:avLst/>
              <a:gdLst>
                <a:gd name="T0" fmla="*/ 70 w 5"/>
                <a:gd name="T1" fmla="*/ 0 h 6"/>
                <a:gd name="T2" fmla="*/ 0 w 5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0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873">
              <a:extLst>
                <a:ext uri="{FF2B5EF4-FFF2-40B4-BE49-F238E27FC236}">
                  <a16:creationId xmlns:a16="http://schemas.microsoft.com/office/drawing/2014/main" id="{78B7BBF8-F519-4BE9-BF80-506ABEA69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768"/>
              <a:ext cx="101" cy="67"/>
            </a:xfrm>
            <a:custGeom>
              <a:avLst/>
              <a:gdLst>
                <a:gd name="T0" fmla="*/ 0 w 43"/>
                <a:gd name="T1" fmla="*/ 0 h 27"/>
                <a:gd name="T2" fmla="*/ 557 w 43"/>
                <a:gd name="T3" fmla="*/ 24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7">
                  <a:moveTo>
                    <a:pt x="0" y="0"/>
                  </a:moveTo>
                  <a:cubicBezTo>
                    <a:pt x="6" y="19"/>
                    <a:pt x="25" y="27"/>
                    <a:pt x="43" y="16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874">
              <a:extLst>
                <a:ext uri="{FF2B5EF4-FFF2-40B4-BE49-F238E27FC236}">
                  <a16:creationId xmlns:a16="http://schemas.microsoft.com/office/drawing/2014/main" id="{EBB30822-8219-497A-87A3-641D5E3B4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783"/>
              <a:ext cx="72" cy="50"/>
            </a:xfrm>
            <a:custGeom>
              <a:avLst/>
              <a:gdLst>
                <a:gd name="T0" fmla="*/ 0 w 31"/>
                <a:gd name="T1" fmla="*/ 0 h 20"/>
                <a:gd name="T2" fmla="*/ 139 w 31"/>
                <a:gd name="T3" fmla="*/ 238 h 20"/>
                <a:gd name="T4" fmla="*/ 388 w 31"/>
                <a:gd name="T5" fmla="*/ 2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0" y="0"/>
                  </a:moveTo>
                  <a:cubicBezTo>
                    <a:pt x="0" y="5"/>
                    <a:pt x="7" y="12"/>
                    <a:pt x="11" y="15"/>
                  </a:cubicBezTo>
                  <a:cubicBezTo>
                    <a:pt x="17" y="20"/>
                    <a:pt x="24" y="18"/>
                    <a:pt x="31" y="1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875">
              <a:extLst>
                <a:ext uri="{FF2B5EF4-FFF2-40B4-BE49-F238E27FC236}">
                  <a16:creationId xmlns:a16="http://schemas.microsoft.com/office/drawing/2014/main" id="{472EB77D-EC7A-42CF-B9AC-FA351DD91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651"/>
              <a:ext cx="77" cy="47"/>
            </a:xfrm>
            <a:custGeom>
              <a:avLst/>
              <a:gdLst>
                <a:gd name="T0" fmla="*/ 0 w 33"/>
                <a:gd name="T1" fmla="*/ 153 h 19"/>
                <a:gd name="T2" fmla="*/ 420 w 33"/>
                <a:gd name="T3" fmla="*/ 28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9">
                  <a:moveTo>
                    <a:pt x="0" y="10"/>
                  </a:moveTo>
                  <a:cubicBezTo>
                    <a:pt x="10" y="0"/>
                    <a:pt x="29" y="6"/>
                    <a:pt x="33" y="19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876">
              <a:extLst>
                <a:ext uri="{FF2B5EF4-FFF2-40B4-BE49-F238E27FC236}">
                  <a16:creationId xmlns:a16="http://schemas.microsoft.com/office/drawing/2014/main" id="{D97F9FF2-A8B0-41BB-B8C4-E4C05592C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688"/>
              <a:ext cx="64" cy="27"/>
            </a:xfrm>
            <a:custGeom>
              <a:avLst/>
              <a:gdLst>
                <a:gd name="T0" fmla="*/ 0 w 27"/>
                <a:gd name="T1" fmla="*/ 150 h 11"/>
                <a:gd name="T2" fmla="*/ 360 w 27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10"/>
                  </a:moveTo>
                  <a:cubicBezTo>
                    <a:pt x="8" y="0"/>
                    <a:pt x="19" y="5"/>
                    <a:pt x="27" y="1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877">
              <a:extLst>
                <a:ext uri="{FF2B5EF4-FFF2-40B4-BE49-F238E27FC236}">
                  <a16:creationId xmlns:a16="http://schemas.microsoft.com/office/drawing/2014/main" id="{C069BC8A-E542-4431-8B1D-E31140974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3733"/>
              <a:ext cx="25" cy="62"/>
            </a:xfrm>
            <a:custGeom>
              <a:avLst/>
              <a:gdLst>
                <a:gd name="T0" fmla="*/ 0 w 11"/>
                <a:gd name="T1" fmla="*/ 0 h 25"/>
                <a:gd name="T2" fmla="*/ 93 w 11"/>
                <a:gd name="T3" fmla="*/ 3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10" y="4"/>
                    <a:pt x="11" y="16"/>
                    <a:pt x="8" y="2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878">
              <a:extLst>
                <a:ext uri="{FF2B5EF4-FFF2-40B4-BE49-F238E27FC236}">
                  <a16:creationId xmlns:a16="http://schemas.microsoft.com/office/drawing/2014/main" id="{394C1E75-B1ED-4C9C-8083-D91AC3A69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750"/>
              <a:ext cx="23" cy="20"/>
            </a:xfrm>
            <a:custGeom>
              <a:avLst/>
              <a:gdLst>
                <a:gd name="T0" fmla="*/ 0 w 10"/>
                <a:gd name="T1" fmla="*/ 125 h 8"/>
                <a:gd name="T2" fmla="*/ 12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0" y="4"/>
                    <a:pt x="6" y="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879">
              <a:extLst>
                <a:ext uri="{FF2B5EF4-FFF2-40B4-BE49-F238E27FC236}">
                  <a16:creationId xmlns:a16="http://schemas.microsoft.com/office/drawing/2014/main" id="{8D6F518A-05B9-4CE5-88A8-B7FAD97ED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361"/>
              <a:ext cx="21" cy="30"/>
            </a:xfrm>
            <a:custGeom>
              <a:avLst/>
              <a:gdLst>
                <a:gd name="T0" fmla="*/ 65 w 9"/>
                <a:gd name="T1" fmla="*/ 188 h 12"/>
                <a:gd name="T2" fmla="*/ 0 w 9"/>
                <a:gd name="T3" fmla="*/ 33 h 12"/>
                <a:gd name="T4" fmla="*/ 114 w 9"/>
                <a:gd name="T5" fmla="*/ 1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5" y="12"/>
                  </a:moveTo>
                  <a:cubicBezTo>
                    <a:pt x="2" y="10"/>
                    <a:pt x="1" y="6"/>
                    <a:pt x="0" y="2"/>
                  </a:cubicBezTo>
                  <a:cubicBezTo>
                    <a:pt x="4" y="0"/>
                    <a:pt x="8" y="7"/>
                    <a:pt x="9" y="1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880">
              <a:extLst>
                <a:ext uri="{FF2B5EF4-FFF2-40B4-BE49-F238E27FC236}">
                  <a16:creationId xmlns:a16="http://schemas.microsoft.com/office/drawing/2014/main" id="{31696299-A3F8-40C7-88D0-F29A67E46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176"/>
              <a:ext cx="21" cy="33"/>
            </a:xfrm>
            <a:custGeom>
              <a:avLst/>
              <a:gdLst>
                <a:gd name="T0" fmla="*/ 114 w 9"/>
                <a:gd name="T1" fmla="*/ 129 h 13"/>
                <a:gd name="T2" fmla="*/ 0 w 9"/>
                <a:gd name="T3" fmla="*/ 20 h 13"/>
                <a:gd name="T4" fmla="*/ 77 w 9"/>
                <a:gd name="T5" fmla="*/ 2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8"/>
                  </a:moveTo>
                  <a:cubicBezTo>
                    <a:pt x="9" y="5"/>
                    <a:pt x="4" y="0"/>
                    <a:pt x="0" y="1"/>
                  </a:cubicBezTo>
                  <a:cubicBezTo>
                    <a:pt x="0" y="6"/>
                    <a:pt x="4" y="10"/>
                    <a:pt x="6" y="13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881">
              <a:extLst>
                <a:ext uri="{FF2B5EF4-FFF2-40B4-BE49-F238E27FC236}">
                  <a16:creationId xmlns:a16="http://schemas.microsoft.com/office/drawing/2014/main" id="{F970B606-6A66-470F-B6D2-D3B4BAAA4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3194"/>
              <a:ext cx="23" cy="22"/>
            </a:xfrm>
            <a:custGeom>
              <a:avLst/>
              <a:gdLst>
                <a:gd name="T0" fmla="*/ 12 w 10"/>
                <a:gd name="T1" fmla="*/ 0 h 9"/>
                <a:gd name="T2" fmla="*/ 94 w 10"/>
                <a:gd name="T3" fmla="*/ 90 h 9"/>
                <a:gd name="T4" fmla="*/ 0 w 10"/>
                <a:gd name="T5" fmla="*/ 1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" y="0"/>
                  </a:moveTo>
                  <a:cubicBezTo>
                    <a:pt x="3" y="2"/>
                    <a:pt x="10" y="2"/>
                    <a:pt x="8" y="6"/>
                  </a:cubicBezTo>
                  <a:cubicBezTo>
                    <a:pt x="7" y="8"/>
                    <a:pt x="2" y="9"/>
                    <a:pt x="0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Freeform 882">
              <a:extLst>
                <a:ext uri="{FF2B5EF4-FFF2-40B4-BE49-F238E27FC236}">
                  <a16:creationId xmlns:a16="http://schemas.microsoft.com/office/drawing/2014/main" id="{099E6181-24DC-478A-888F-DAD30004C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408"/>
              <a:ext cx="12" cy="20"/>
            </a:xfrm>
            <a:custGeom>
              <a:avLst/>
              <a:gdLst>
                <a:gd name="T0" fmla="*/ 0 w 5"/>
                <a:gd name="T1" fmla="*/ 0 h 8"/>
                <a:gd name="T2" fmla="*/ 70 w 5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3"/>
                    <a:pt x="3" y="6"/>
                    <a:pt x="5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Freeform 883">
              <a:extLst>
                <a:ext uri="{FF2B5EF4-FFF2-40B4-BE49-F238E27FC236}">
                  <a16:creationId xmlns:a16="http://schemas.microsoft.com/office/drawing/2014/main" id="{51339346-8D3F-453F-A607-B5E5D21EC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3546"/>
              <a:ext cx="25" cy="32"/>
            </a:xfrm>
            <a:custGeom>
              <a:avLst/>
              <a:gdLst>
                <a:gd name="T0" fmla="*/ 45 w 11"/>
                <a:gd name="T1" fmla="*/ 182 h 13"/>
                <a:gd name="T2" fmla="*/ 93 w 11"/>
                <a:gd name="T3" fmla="*/ 42 h 13"/>
                <a:gd name="T4" fmla="*/ 0 w 11"/>
                <a:gd name="T5" fmla="*/ 1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12"/>
                  </a:moveTo>
                  <a:cubicBezTo>
                    <a:pt x="7" y="13"/>
                    <a:pt x="11" y="6"/>
                    <a:pt x="8" y="3"/>
                  </a:cubicBezTo>
                  <a:cubicBezTo>
                    <a:pt x="5" y="0"/>
                    <a:pt x="1" y="6"/>
                    <a:pt x="0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884">
              <a:extLst>
                <a:ext uri="{FF2B5EF4-FFF2-40B4-BE49-F238E27FC236}">
                  <a16:creationId xmlns:a16="http://schemas.microsoft.com/office/drawing/2014/main" id="{428318DC-B48C-4F48-9792-A131023B7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3606"/>
              <a:ext cx="30" cy="35"/>
            </a:xfrm>
            <a:custGeom>
              <a:avLst/>
              <a:gdLst>
                <a:gd name="T0" fmla="*/ 0 w 13"/>
                <a:gd name="T1" fmla="*/ 95 h 14"/>
                <a:gd name="T2" fmla="*/ 12 w 1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8" y="14"/>
                    <a:pt x="13" y="0"/>
                    <a:pt x="1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885">
              <a:extLst>
                <a:ext uri="{FF2B5EF4-FFF2-40B4-BE49-F238E27FC236}">
                  <a16:creationId xmlns:a16="http://schemas.microsoft.com/office/drawing/2014/main" id="{35F262BA-A1F9-4326-A9E0-D5D498C4E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666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886">
              <a:extLst>
                <a:ext uri="{FF2B5EF4-FFF2-40B4-BE49-F238E27FC236}">
                  <a16:creationId xmlns:a16="http://schemas.microsoft.com/office/drawing/2014/main" id="{F71E8EB9-04A2-4308-BDEB-02496237B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770"/>
              <a:ext cx="25" cy="23"/>
            </a:xfrm>
            <a:custGeom>
              <a:avLst/>
              <a:gdLst>
                <a:gd name="T0" fmla="*/ 0 w 11"/>
                <a:gd name="T1" fmla="*/ 33 h 9"/>
                <a:gd name="T2" fmla="*/ 25 w 11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2"/>
                  </a:moveTo>
                  <a:cubicBezTo>
                    <a:pt x="8" y="0"/>
                    <a:pt x="11" y="5"/>
                    <a:pt x="2" y="9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887">
              <a:extLst>
                <a:ext uri="{FF2B5EF4-FFF2-40B4-BE49-F238E27FC236}">
                  <a16:creationId xmlns:a16="http://schemas.microsoft.com/office/drawing/2014/main" id="{FA77B7B4-7A85-4D7F-9E4A-5046A760F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3693"/>
              <a:ext cx="25" cy="27"/>
            </a:xfrm>
            <a:custGeom>
              <a:avLst/>
              <a:gdLst>
                <a:gd name="T0" fmla="*/ 73 w 11"/>
                <a:gd name="T1" fmla="*/ 162 h 11"/>
                <a:gd name="T2" fmla="*/ 93 w 11"/>
                <a:gd name="T3" fmla="*/ 29 h 11"/>
                <a:gd name="T4" fmla="*/ 0 w 11"/>
                <a:gd name="T5" fmla="*/ 10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6" y="11"/>
                  </a:moveTo>
                  <a:cubicBezTo>
                    <a:pt x="8" y="9"/>
                    <a:pt x="11" y="4"/>
                    <a:pt x="8" y="2"/>
                  </a:cubicBezTo>
                  <a:cubicBezTo>
                    <a:pt x="5" y="0"/>
                    <a:pt x="2" y="5"/>
                    <a:pt x="0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Freeform 888">
              <a:extLst>
                <a:ext uri="{FF2B5EF4-FFF2-40B4-BE49-F238E27FC236}">
                  <a16:creationId xmlns:a16="http://schemas.microsoft.com/office/drawing/2014/main" id="{C4415DEB-EE01-47E0-8CA9-28666D13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813"/>
              <a:ext cx="2" cy="15"/>
            </a:xfrm>
            <a:custGeom>
              <a:avLst/>
              <a:gdLst>
                <a:gd name="T0" fmla="*/ 8 w 1"/>
                <a:gd name="T1" fmla="*/ 9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889">
              <a:extLst>
                <a:ext uri="{FF2B5EF4-FFF2-40B4-BE49-F238E27FC236}">
                  <a16:creationId xmlns:a16="http://schemas.microsoft.com/office/drawing/2014/main" id="{B80E7AE3-E5BB-4B16-8F95-AE3A49123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3733"/>
              <a:ext cx="16" cy="15"/>
            </a:xfrm>
            <a:custGeom>
              <a:avLst/>
              <a:gdLst>
                <a:gd name="T0" fmla="*/ 0 w 7"/>
                <a:gd name="T1" fmla="*/ 95 h 6"/>
                <a:gd name="T2" fmla="*/ 85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4"/>
                    <a:pt x="4" y="2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890">
              <a:extLst>
                <a:ext uri="{FF2B5EF4-FFF2-40B4-BE49-F238E27FC236}">
                  <a16:creationId xmlns:a16="http://schemas.microsoft.com/office/drawing/2014/main" id="{6FF5E6AA-E3D8-4A55-A462-6EAEB55E9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783"/>
              <a:ext cx="23" cy="10"/>
            </a:xfrm>
            <a:custGeom>
              <a:avLst/>
              <a:gdLst>
                <a:gd name="T0" fmla="*/ 0 w 10"/>
                <a:gd name="T1" fmla="*/ 0 h 4"/>
                <a:gd name="T2" fmla="*/ 122 w 10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1" y="4"/>
                    <a:pt x="6" y="4"/>
                    <a:pt x="10" y="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891">
              <a:extLst>
                <a:ext uri="{FF2B5EF4-FFF2-40B4-BE49-F238E27FC236}">
                  <a16:creationId xmlns:a16="http://schemas.microsoft.com/office/drawing/2014/main" id="{F9C902D3-8D78-4140-8557-CC064F2B8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641"/>
              <a:ext cx="23" cy="5"/>
            </a:xfrm>
            <a:custGeom>
              <a:avLst/>
              <a:gdLst>
                <a:gd name="T0" fmla="*/ 0 w 10"/>
                <a:gd name="T1" fmla="*/ 20 h 2"/>
                <a:gd name="T2" fmla="*/ 122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4" y="2"/>
                    <a:pt x="7" y="1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892">
              <a:extLst>
                <a:ext uri="{FF2B5EF4-FFF2-40B4-BE49-F238E27FC236}">
                  <a16:creationId xmlns:a16="http://schemas.microsoft.com/office/drawing/2014/main" id="{E75BD355-8E73-4DB4-B808-E91D463DB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691"/>
              <a:ext cx="16" cy="24"/>
            </a:xfrm>
            <a:custGeom>
              <a:avLst/>
              <a:gdLst>
                <a:gd name="T0" fmla="*/ 0 w 7"/>
                <a:gd name="T1" fmla="*/ 139 h 10"/>
                <a:gd name="T2" fmla="*/ 48 w 7"/>
                <a:gd name="T3" fmla="*/ 12 h 10"/>
                <a:gd name="T4" fmla="*/ 73 w 7"/>
                <a:gd name="T5" fmla="*/ 1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0" y="8"/>
                    <a:pt x="2" y="0"/>
                    <a:pt x="4" y="1"/>
                  </a:cubicBezTo>
                  <a:cubicBezTo>
                    <a:pt x="7" y="1"/>
                    <a:pt x="7" y="8"/>
                    <a:pt x="6" y="9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893">
              <a:extLst>
                <a:ext uri="{FF2B5EF4-FFF2-40B4-BE49-F238E27FC236}">
                  <a16:creationId xmlns:a16="http://schemas.microsoft.com/office/drawing/2014/main" id="{0A4752D4-E6EF-4376-9689-79A9D047D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581"/>
              <a:ext cx="23" cy="25"/>
            </a:xfrm>
            <a:custGeom>
              <a:avLst/>
              <a:gdLst>
                <a:gd name="T0" fmla="*/ 110 w 10"/>
                <a:gd name="T1" fmla="*/ 0 h 10"/>
                <a:gd name="T2" fmla="*/ 28 w 10"/>
                <a:gd name="T3" fmla="*/ 63 h 10"/>
                <a:gd name="T4" fmla="*/ 122 w 10"/>
                <a:gd name="T5" fmla="*/ 9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7" y="0"/>
                    <a:pt x="2" y="2"/>
                    <a:pt x="2" y="4"/>
                  </a:cubicBezTo>
                  <a:cubicBezTo>
                    <a:pt x="0" y="10"/>
                    <a:pt x="7" y="8"/>
                    <a:pt x="10" y="6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894">
              <a:extLst>
                <a:ext uri="{FF2B5EF4-FFF2-40B4-BE49-F238E27FC236}">
                  <a16:creationId xmlns:a16="http://schemas.microsoft.com/office/drawing/2014/main" id="{6EF22F79-6823-4B9B-8762-E7C798A7D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511"/>
              <a:ext cx="5" cy="17"/>
            </a:xfrm>
            <a:custGeom>
              <a:avLst/>
              <a:gdLst>
                <a:gd name="T0" fmla="*/ 33 w 2"/>
                <a:gd name="T1" fmla="*/ 100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895">
              <a:extLst>
                <a:ext uri="{FF2B5EF4-FFF2-40B4-BE49-F238E27FC236}">
                  <a16:creationId xmlns:a16="http://schemas.microsoft.com/office/drawing/2014/main" id="{D8C4B338-0607-4059-8CC5-44C470269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418"/>
              <a:ext cx="21" cy="33"/>
            </a:xfrm>
            <a:custGeom>
              <a:avLst/>
              <a:gdLst>
                <a:gd name="T0" fmla="*/ 77 w 9"/>
                <a:gd name="T1" fmla="*/ 213 h 13"/>
                <a:gd name="T2" fmla="*/ 37 w 9"/>
                <a:gd name="T3" fmla="*/ 63 h 13"/>
                <a:gd name="T4" fmla="*/ 114 w 9"/>
                <a:gd name="T5" fmla="*/ 16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6" y="13"/>
                  </a:moveTo>
                  <a:cubicBezTo>
                    <a:pt x="5" y="10"/>
                    <a:pt x="0" y="6"/>
                    <a:pt x="3" y="4"/>
                  </a:cubicBezTo>
                  <a:cubicBezTo>
                    <a:pt x="6" y="0"/>
                    <a:pt x="9" y="8"/>
                    <a:pt x="9" y="1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896">
              <a:extLst>
                <a:ext uri="{FF2B5EF4-FFF2-40B4-BE49-F238E27FC236}">
                  <a16:creationId xmlns:a16="http://schemas.microsoft.com/office/drawing/2014/main" id="{E651321E-FC31-4864-AD5F-8A89C8278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438"/>
              <a:ext cx="33" cy="45"/>
            </a:xfrm>
            <a:custGeom>
              <a:avLst/>
              <a:gdLst>
                <a:gd name="T0" fmla="*/ 40 w 14"/>
                <a:gd name="T1" fmla="*/ 270 h 18"/>
                <a:gd name="T2" fmla="*/ 0 w 14"/>
                <a:gd name="T3" fmla="*/ 17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3" y="17"/>
                  </a:moveTo>
                  <a:cubicBezTo>
                    <a:pt x="11" y="18"/>
                    <a:pt x="14" y="0"/>
                    <a:pt x="0" y="1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897">
              <a:extLst>
                <a:ext uri="{FF2B5EF4-FFF2-40B4-BE49-F238E27FC236}">
                  <a16:creationId xmlns:a16="http://schemas.microsoft.com/office/drawing/2014/main" id="{A770E7AB-0EAE-421F-8CBA-A3B7146EB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301"/>
              <a:ext cx="35" cy="25"/>
            </a:xfrm>
            <a:custGeom>
              <a:avLst/>
              <a:gdLst>
                <a:gd name="T0" fmla="*/ 0 w 15"/>
                <a:gd name="T1" fmla="*/ 145 h 10"/>
                <a:gd name="T2" fmla="*/ 152 w 15"/>
                <a:gd name="T3" fmla="*/ 125 h 10"/>
                <a:gd name="T4" fmla="*/ 12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9"/>
                  </a:moveTo>
                  <a:cubicBezTo>
                    <a:pt x="2" y="10"/>
                    <a:pt x="10" y="10"/>
                    <a:pt x="12" y="8"/>
                  </a:cubicBezTo>
                  <a:cubicBezTo>
                    <a:pt x="15" y="3"/>
                    <a:pt x="4" y="0"/>
                    <a:pt x="1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898">
              <a:extLst>
                <a:ext uri="{FF2B5EF4-FFF2-40B4-BE49-F238E27FC236}">
                  <a16:creationId xmlns:a16="http://schemas.microsoft.com/office/drawing/2014/main" id="{1A2392AA-B2AC-4F59-BD65-01E637307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176"/>
              <a:ext cx="28" cy="25"/>
            </a:xfrm>
            <a:custGeom>
              <a:avLst/>
              <a:gdLst>
                <a:gd name="T0" fmla="*/ 0 w 12"/>
                <a:gd name="T1" fmla="*/ 63 h 10"/>
                <a:gd name="T2" fmla="*/ 126 w 12"/>
                <a:gd name="T3" fmla="*/ 63 h 10"/>
                <a:gd name="T4" fmla="*/ 0 w 12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4"/>
                  </a:moveTo>
                  <a:cubicBezTo>
                    <a:pt x="2" y="1"/>
                    <a:pt x="9" y="0"/>
                    <a:pt x="10" y="4"/>
                  </a:cubicBezTo>
                  <a:cubicBezTo>
                    <a:pt x="12" y="8"/>
                    <a:pt x="3" y="9"/>
                    <a:pt x="0" y="1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899">
              <a:extLst>
                <a:ext uri="{FF2B5EF4-FFF2-40B4-BE49-F238E27FC236}">
                  <a16:creationId xmlns:a16="http://schemas.microsoft.com/office/drawing/2014/main" id="{B580CE8A-6858-41E6-A6CB-1809375F3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201"/>
              <a:ext cx="28" cy="25"/>
            </a:xfrm>
            <a:custGeom>
              <a:avLst/>
              <a:gdLst>
                <a:gd name="T0" fmla="*/ 114 w 12"/>
                <a:gd name="T1" fmla="*/ 158 h 10"/>
                <a:gd name="T2" fmla="*/ 86 w 12"/>
                <a:gd name="T3" fmla="*/ 20 h 10"/>
                <a:gd name="T4" fmla="*/ 12 w 12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9" y="10"/>
                  </a:moveTo>
                  <a:cubicBezTo>
                    <a:pt x="12" y="8"/>
                    <a:pt x="10" y="1"/>
                    <a:pt x="7" y="1"/>
                  </a:cubicBezTo>
                  <a:cubicBezTo>
                    <a:pt x="3" y="0"/>
                    <a:pt x="0" y="6"/>
                    <a:pt x="1" y="1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900">
              <a:extLst>
                <a:ext uri="{FF2B5EF4-FFF2-40B4-BE49-F238E27FC236}">
                  <a16:creationId xmlns:a16="http://schemas.microsoft.com/office/drawing/2014/main" id="{B1894CDC-C0FB-4347-B19D-B35ACC4BF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161"/>
              <a:ext cx="12" cy="3"/>
            </a:xfrm>
            <a:custGeom>
              <a:avLst/>
              <a:gdLst>
                <a:gd name="T0" fmla="*/ 0 w 5"/>
                <a:gd name="T1" fmla="*/ 27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901">
              <a:extLst>
                <a:ext uri="{FF2B5EF4-FFF2-40B4-BE49-F238E27FC236}">
                  <a16:creationId xmlns:a16="http://schemas.microsoft.com/office/drawing/2014/main" id="{EDF2498C-FC5E-4AF7-8D99-BBF717CD6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074"/>
              <a:ext cx="21" cy="22"/>
            </a:xfrm>
            <a:custGeom>
              <a:avLst/>
              <a:gdLst>
                <a:gd name="T0" fmla="*/ 12 w 9"/>
                <a:gd name="T1" fmla="*/ 29 h 9"/>
                <a:gd name="T2" fmla="*/ 49 w 9"/>
                <a:gd name="T3" fmla="*/ 132 h 9"/>
                <a:gd name="T4" fmla="*/ 103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1" y="2"/>
                  </a:moveTo>
                  <a:cubicBezTo>
                    <a:pt x="1" y="5"/>
                    <a:pt x="0" y="9"/>
                    <a:pt x="4" y="9"/>
                  </a:cubicBezTo>
                  <a:cubicBezTo>
                    <a:pt x="8" y="9"/>
                    <a:pt x="9" y="3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902">
              <a:extLst>
                <a:ext uri="{FF2B5EF4-FFF2-40B4-BE49-F238E27FC236}">
                  <a16:creationId xmlns:a16="http://schemas.microsoft.com/office/drawing/2014/main" id="{AA7E3BA7-0323-4A3B-9A5C-752A2ECE6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3071"/>
              <a:ext cx="9" cy="28"/>
            </a:xfrm>
            <a:custGeom>
              <a:avLst/>
              <a:gdLst>
                <a:gd name="T0" fmla="*/ 45 w 4"/>
                <a:gd name="T1" fmla="*/ 0 h 11"/>
                <a:gd name="T2" fmla="*/ 0 w 4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4"/>
                    <a:pt x="1" y="8"/>
                    <a:pt x="0" y="1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903">
              <a:extLst>
                <a:ext uri="{FF2B5EF4-FFF2-40B4-BE49-F238E27FC236}">
                  <a16:creationId xmlns:a16="http://schemas.microsoft.com/office/drawing/2014/main" id="{563B49F8-1822-4F8D-B152-3A7A7F486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031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3" y="5"/>
                    <a:pt x="7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904">
              <a:extLst>
                <a:ext uri="{FF2B5EF4-FFF2-40B4-BE49-F238E27FC236}">
                  <a16:creationId xmlns:a16="http://schemas.microsoft.com/office/drawing/2014/main" id="{A113C716-7F99-447C-B0ED-E2BCF7A86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041"/>
              <a:ext cx="21" cy="15"/>
            </a:xfrm>
            <a:custGeom>
              <a:avLst/>
              <a:gdLst>
                <a:gd name="T0" fmla="*/ 114 w 9"/>
                <a:gd name="T1" fmla="*/ 0 h 6"/>
                <a:gd name="T2" fmla="*/ 0 w 9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6" y="2"/>
                    <a:pt x="3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905">
              <a:extLst>
                <a:ext uri="{FF2B5EF4-FFF2-40B4-BE49-F238E27FC236}">
                  <a16:creationId xmlns:a16="http://schemas.microsoft.com/office/drawing/2014/main" id="{BEE7A190-F119-4D71-9235-BB0FB170B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226"/>
              <a:ext cx="393" cy="392"/>
            </a:xfrm>
            <a:custGeom>
              <a:avLst/>
              <a:gdLst>
                <a:gd name="T0" fmla="*/ 126 w 168"/>
                <a:gd name="T1" fmla="*/ 529 h 157"/>
                <a:gd name="T2" fmla="*/ 77 w 168"/>
                <a:gd name="T3" fmla="*/ 791 h 157"/>
                <a:gd name="T4" fmla="*/ 77 w 168"/>
                <a:gd name="T5" fmla="*/ 1059 h 157"/>
                <a:gd name="T6" fmla="*/ 28 w 168"/>
                <a:gd name="T7" fmla="*/ 1308 h 157"/>
                <a:gd name="T8" fmla="*/ 115 w 168"/>
                <a:gd name="T9" fmla="*/ 1541 h 157"/>
                <a:gd name="T10" fmla="*/ 164 w 168"/>
                <a:gd name="T11" fmla="*/ 1790 h 157"/>
                <a:gd name="T12" fmla="*/ 241 w 168"/>
                <a:gd name="T13" fmla="*/ 1903 h 157"/>
                <a:gd name="T14" fmla="*/ 295 w 168"/>
                <a:gd name="T15" fmla="*/ 2037 h 157"/>
                <a:gd name="T16" fmla="*/ 449 w 168"/>
                <a:gd name="T17" fmla="*/ 2182 h 157"/>
                <a:gd name="T18" fmla="*/ 629 w 168"/>
                <a:gd name="T19" fmla="*/ 2350 h 157"/>
                <a:gd name="T20" fmla="*/ 784 w 168"/>
                <a:gd name="T21" fmla="*/ 2307 h 157"/>
                <a:gd name="T22" fmla="*/ 882 w 168"/>
                <a:gd name="T23" fmla="*/ 2382 h 157"/>
                <a:gd name="T24" fmla="*/ 1165 w 168"/>
                <a:gd name="T25" fmla="*/ 2412 h 157"/>
                <a:gd name="T26" fmla="*/ 1368 w 168"/>
                <a:gd name="T27" fmla="*/ 2432 h 157"/>
                <a:gd name="T28" fmla="*/ 1560 w 168"/>
                <a:gd name="T29" fmla="*/ 2225 h 157"/>
                <a:gd name="T30" fmla="*/ 1752 w 168"/>
                <a:gd name="T31" fmla="*/ 2162 h 157"/>
                <a:gd name="T32" fmla="*/ 1843 w 168"/>
                <a:gd name="T33" fmla="*/ 1883 h 157"/>
                <a:gd name="T34" fmla="*/ 1949 w 168"/>
                <a:gd name="T35" fmla="*/ 1820 h 157"/>
                <a:gd name="T36" fmla="*/ 1958 w 168"/>
                <a:gd name="T37" fmla="*/ 1695 h 157"/>
                <a:gd name="T38" fmla="*/ 2101 w 168"/>
                <a:gd name="T39" fmla="*/ 1446 h 157"/>
                <a:gd name="T40" fmla="*/ 2026 w 168"/>
                <a:gd name="T41" fmla="*/ 1009 h 157"/>
                <a:gd name="T42" fmla="*/ 1970 w 168"/>
                <a:gd name="T43" fmla="*/ 592 h 157"/>
                <a:gd name="T44" fmla="*/ 1691 w 168"/>
                <a:gd name="T45" fmla="*/ 325 h 157"/>
                <a:gd name="T46" fmla="*/ 1511 w 168"/>
                <a:gd name="T47" fmla="*/ 230 h 157"/>
                <a:gd name="T48" fmla="*/ 1368 w 168"/>
                <a:gd name="T49" fmla="*/ 75 h 157"/>
                <a:gd name="T50" fmla="*/ 1205 w 168"/>
                <a:gd name="T51" fmla="*/ 62 h 157"/>
                <a:gd name="T52" fmla="*/ 1022 w 168"/>
                <a:gd name="T53" fmla="*/ 0 h 157"/>
                <a:gd name="T54" fmla="*/ 908 w 168"/>
                <a:gd name="T55" fmla="*/ 75 h 157"/>
                <a:gd name="T56" fmla="*/ 716 w 168"/>
                <a:gd name="T57" fmla="*/ 92 h 157"/>
                <a:gd name="T58" fmla="*/ 536 w 168"/>
                <a:gd name="T59" fmla="*/ 125 h 157"/>
                <a:gd name="T60" fmla="*/ 421 w 168"/>
                <a:gd name="T61" fmla="*/ 250 h 157"/>
                <a:gd name="T62" fmla="*/ 269 w 168"/>
                <a:gd name="T63" fmla="*/ 325 h 157"/>
                <a:gd name="T64" fmla="*/ 126 w 168"/>
                <a:gd name="T65" fmla="*/ 529 h 1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8" h="157">
                  <a:moveTo>
                    <a:pt x="10" y="34"/>
                  </a:moveTo>
                  <a:cubicBezTo>
                    <a:pt x="4" y="37"/>
                    <a:pt x="4" y="45"/>
                    <a:pt x="6" y="51"/>
                  </a:cubicBezTo>
                  <a:cubicBezTo>
                    <a:pt x="8" y="58"/>
                    <a:pt x="9" y="61"/>
                    <a:pt x="6" y="68"/>
                  </a:cubicBezTo>
                  <a:cubicBezTo>
                    <a:pt x="3" y="74"/>
                    <a:pt x="0" y="77"/>
                    <a:pt x="2" y="84"/>
                  </a:cubicBezTo>
                  <a:cubicBezTo>
                    <a:pt x="3" y="90"/>
                    <a:pt x="8" y="93"/>
                    <a:pt x="9" y="99"/>
                  </a:cubicBezTo>
                  <a:cubicBezTo>
                    <a:pt x="11" y="105"/>
                    <a:pt x="8" y="109"/>
                    <a:pt x="13" y="115"/>
                  </a:cubicBezTo>
                  <a:cubicBezTo>
                    <a:pt x="15" y="118"/>
                    <a:pt x="18" y="119"/>
                    <a:pt x="19" y="122"/>
                  </a:cubicBezTo>
                  <a:cubicBezTo>
                    <a:pt x="21" y="125"/>
                    <a:pt x="21" y="128"/>
                    <a:pt x="23" y="131"/>
                  </a:cubicBezTo>
                  <a:cubicBezTo>
                    <a:pt x="26" y="138"/>
                    <a:pt x="29" y="137"/>
                    <a:pt x="35" y="140"/>
                  </a:cubicBezTo>
                  <a:cubicBezTo>
                    <a:pt x="42" y="142"/>
                    <a:pt x="43" y="149"/>
                    <a:pt x="49" y="151"/>
                  </a:cubicBezTo>
                  <a:cubicBezTo>
                    <a:pt x="53" y="152"/>
                    <a:pt x="57" y="148"/>
                    <a:pt x="61" y="148"/>
                  </a:cubicBezTo>
                  <a:cubicBezTo>
                    <a:pt x="64" y="149"/>
                    <a:pt x="66" y="151"/>
                    <a:pt x="69" y="153"/>
                  </a:cubicBezTo>
                  <a:cubicBezTo>
                    <a:pt x="76" y="156"/>
                    <a:pt x="83" y="154"/>
                    <a:pt x="91" y="155"/>
                  </a:cubicBezTo>
                  <a:cubicBezTo>
                    <a:pt x="96" y="156"/>
                    <a:pt x="101" y="157"/>
                    <a:pt x="107" y="156"/>
                  </a:cubicBezTo>
                  <a:cubicBezTo>
                    <a:pt x="119" y="154"/>
                    <a:pt x="115" y="147"/>
                    <a:pt x="122" y="143"/>
                  </a:cubicBezTo>
                  <a:cubicBezTo>
                    <a:pt x="127" y="140"/>
                    <a:pt x="133" y="143"/>
                    <a:pt x="137" y="139"/>
                  </a:cubicBezTo>
                  <a:cubicBezTo>
                    <a:pt x="143" y="134"/>
                    <a:pt x="138" y="127"/>
                    <a:pt x="144" y="121"/>
                  </a:cubicBezTo>
                  <a:cubicBezTo>
                    <a:pt x="146" y="119"/>
                    <a:pt x="150" y="119"/>
                    <a:pt x="152" y="117"/>
                  </a:cubicBezTo>
                  <a:cubicBezTo>
                    <a:pt x="154" y="114"/>
                    <a:pt x="152" y="112"/>
                    <a:pt x="153" y="109"/>
                  </a:cubicBezTo>
                  <a:cubicBezTo>
                    <a:pt x="155" y="102"/>
                    <a:pt x="161" y="99"/>
                    <a:pt x="164" y="93"/>
                  </a:cubicBezTo>
                  <a:cubicBezTo>
                    <a:pt x="168" y="84"/>
                    <a:pt x="161" y="73"/>
                    <a:pt x="158" y="65"/>
                  </a:cubicBezTo>
                  <a:cubicBezTo>
                    <a:pt x="155" y="54"/>
                    <a:pt x="161" y="47"/>
                    <a:pt x="154" y="38"/>
                  </a:cubicBezTo>
                  <a:cubicBezTo>
                    <a:pt x="148" y="30"/>
                    <a:pt x="141" y="23"/>
                    <a:pt x="132" y="21"/>
                  </a:cubicBezTo>
                  <a:cubicBezTo>
                    <a:pt x="127" y="19"/>
                    <a:pt x="122" y="19"/>
                    <a:pt x="118" y="15"/>
                  </a:cubicBezTo>
                  <a:cubicBezTo>
                    <a:pt x="113" y="10"/>
                    <a:pt x="114" y="7"/>
                    <a:pt x="107" y="5"/>
                  </a:cubicBezTo>
                  <a:cubicBezTo>
                    <a:pt x="103" y="4"/>
                    <a:pt x="98" y="5"/>
                    <a:pt x="94" y="4"/>
                  </a:cubicBezTo>
                  <a:cubicBezTo>
                    <a:pt x="89" y="4"/>
                    <a:pt x="85" y="0"/>
                    <a:pt x="80" y="0"/>
                  </a:cubicBezTo>
                  <a:cubicBezTo>
                    <a:pt x="75" y="0"/>
                    <a:pt x="75" y="3"/>
                    <a:pt x="71" y="5"/>
                  </a:cubicBezTo>
                  <a:cubicBezTo>
                    <a:pt x="66" y="7"/>
                    <a:pt x="60" y="6"/>
                    <a:pt x="56" y="6"/>
                  </a:cubicBezTo>
                  <a:cubicBezTo>
                    <a:pt x="51" y="6"/>
                    <a:pt x="46" y="5"/>
                    <a:pt x="42" y="8"/>
                  </a:cubicBezTo>
                  <a:cubicBezTo>
                    <a:pt x="37" y="11"/>
                    <a:pt x="37" y="14"/>
                    <a:pt x="33" y="16"/>
                  </a:cubicBezTo>
                  <a:cubicBezTo>
                    <a:pt x="28" y="18"/>
                    <a:pt x="24" y="17"/>
                    <a:pt x="21" y="21"/>
                  </a:cubicBezTo>
                  <a:cubicBezTo>
                    <a:pt x="17" y="25"/>
                    <a:pt x="17" y="32"/>
                    <a:pt x="10" y="34"/>
                  </a:cubicBezTo>
                </a:path>
              </a:pathLst>
            </a:custGeom>
            <a:noFill/>
            <a:ln w="11113" cap="flat">
              <a:solidFill>
                <a:srgbClr val="2E091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906">
              <a:extLst>
                <a:ext uri="{FF2B5EF4-FFF2-40B4-BE49-F238E27FC236}">
                  <a16:creationId xmlns:a16="http://schemas.microsoft.com/office/drawing/2014/main" id="{CB73876D-CE52-4A51-8622-C81ED9099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39"/>
              <a:ext cx="291" cy="666"/>
            </a:xfrm>
            <a:custGeom>
              <a:avLst/>
              <a:gdLst>
                <a:gd name="T0" fmla="*/ 401 w 124"/>
                <a:gd name="T1" fmla="*/ 728 h 267"/>
                <a:gd name="T2" fmla="*/ 181 w 124"/>
                <a:gd name="T3" fmla="*/ 3305 h 267"/>
                <a:gd name="T4" fmla="*/ 864 w 124"/>
                <a:gd name="T5" fmla="*/ 3976 h 267"/>
                <a:gd name="T6" fmla="*/ 1007 w 124"/>
                <a:gd name="T7" fmla="*/ 3118 h 267"/>
                <a:gd name="T8" fmla="*/ 826 w 124"/>
                <a:gd name="T9" fmla="*/ 2173 h 267"/>
                <a:gd name="T10" fmla="*/ 1317 w 124"/>
                <a:gd name="T11" fmla="*/ 1058 h 267"/>
                <a:gd name="T12" fmla="*/ 1537 w 124"/>
                <a:gd name="T13" fmla="*/ 437 h 267"/>
                <a:gd name="T14" fmla="*/ 1202 w 124"/>
                <a:gd name="T15" fmla="*/ 0 h 267"/>
                <a:gd name="T16" fmla="*/ 401 w 124"/>
                <a:gd name="T17" fmla="*/ 728 h 2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267">
                  <a:moveTo>
                    <a:pt x="31" y="47"/>
                  </a:moveTo>
                  <a:cubicBezTo>
                    <a:pt x="0" y="88"/>
                    <a:pt x="3" y="169"/>
                    <a:pt x="14" y="213"/>
                  </a:cubicBezTo>
                  <a:cubicBezTo>
                    <a:pt x="25" y="258"/>
                    <a:pt x="49" y="267"/>
                    <a:pt x="67" y="256"/>
                  </a:cubicBezTo>
                  <a:cubicBezTo>
                    <a:pt x="86" y="245"/>
                    <a:pt x="86" y="218"/>
                    <a:pt x="78" y="201"/>
                  </a:cubicBezTo>
                  <a:cubicBezTo>
                    <a:pt x="71" y="184"/>
                    <a:pt x="63" y="178"/>
                    <a:pt x="64" y="140"/>
                  </a:cubicBezTo>
                  <a:cubicBezTo>
                    <a:pt x="65" y="102"/>
                    <a:pt x="90" y="76"/>
                    <a:pt x="102" y="68"/>
                  </a:cubicBezTo>
                  <a:cubicBezTo>
                    <a:pt x="113" y="59"/>
                    <a:pt x="124" y="54"/>
                    <a:pt x="119" y="28"/>
                  </a:cubicBezTo>
                  <a:cubicBezTo>
                    <a:pt x="113" y="2"/>
                    <a:pt x="104" y="0"/>
                    <a:pt x="93" y="0"/>
                  </a:cubicBezTo>
                  <a:cubicBezTo>
                    <a:pt x="80" y="3"/>
                    <a:pt x="53" y="18"/>
                    <a:pt x="31" y="47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907">
              <a:extLst>
                <a:ext uri="{FF2B5EF4-FFF2-40B4-BE49-F238E27FC236}">
                  <a16:creationId xmlns:a16="http://schemas.microsoft.com/office/drawing/2014/main" id="{4EF2DF3A-BB43-4523-BAEE-2EF5B4E51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984"/>
              <a:ext cx="513" cy="779"/>
            </a:xfrm>
            <a:custGeom>
              <a:avLst/>
              <a:gdLst>
                <a:gd name="T0" fmla="*/ 204 w 219"/>
                <a:gd name="T1" fmla="*/ 250 h 312"/>
                <a:gd name="T2" fmla="*/ 115 w 219"/>
                <a:gd name="T3" fmla="*/ 854 h 312"/>
                <a:gd name="T4" fmla="*/ 539 w 219"/>
                <a:gd name="T5" fmla="*/ 1246 h 312"/>
                <a:gd name="T6" fmla="*/ 1656 w 219"/>
                <a:gd name="T7" fmla="*/ 2195 h 312"/>
                <a:gd name="T8" fmla="*/ 1516 w 219"/>
                <a:gd name="T9" fmla="*/ 3660 h 312"/>
                <a:gd name="T10" fmla="*/ 1398 w 219"/>
                <a:gd name="T11" fmla="*/ 4389 h 312"/>
                <a:gd name="T12" fmla="*/ 2108 w 219"/>
                <a:gd name="T13" fmla="*/ 4502 h 312"/>
                <a:gd name="T14" fmla="*/ 2211 w 219"/>
                <a:gd name="T15" fmla="*/ 1353 h 312"/>
                <a:gd name="T16" fmla="*/ 204 w 219"/>
                <a:gd name="T17" fmla="*/ 250 h 3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9" h="312">
                  <a:moveTo>
                    <a:pt x="16" y="16"/>
                  </a:moveTo>
                  <a:cubicBezTo>
                    <a:pt x="0" y="25"/>
                    <a:pt x="2" y="38"/>
                    <a:pt x="9" y="55"/>
                  </a:cubicBezTo>
                  <a:cubicBezTo>
                    <a:pt x="17" y="73"/>
                    <a:pt x="29" y="78"/>
                    <a:pt x="42" y="80"/>
                  </a:cubicBezTo>
                  <a:cubicBezTo>
                    <a:pt x="56" y="82"/>
                    <a:pt x="111" y="96"/>
                    <a:pt x="129" y="141"/>
                  </a:cubicBezTo>
                  <a:cubicBezTo>
                    <a:pt x="147" y="186"/>
                    <a:pt x="129" y="222"/>
                    <a:pt x="118" y="235"/>
                  </a:cubicBezTo>
                  <a:cubicBezTo>
                    <a:pt x="107" y="247"/>
                    <a:pt x="95" y="259"/>
                    <a:pt x="109" y="282"/>
                  </a:cubicBezTo>
                  <a:cubicBezTo>
                    <a:pt x="122" y="304"/>
                    <a:pt x="146" y="312"/>
                    <a:pt x="164" y="289"/>
                  </a:cubicBezTo>
                  <a:cubicBezTo>
                    <a:pt x="182" y="265"/>
                    <a:pt x="219" y="165"/>
                    <a:pt x="172" y="87"/>
                  </a:cubicBezTo>
                  <a:cubicBezTo>
                    <a:pt x="126" y="9"/>
                    <a:pt x="42" y="0"/>
                    <a:pt x="16" y="16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908">
              <a:extLst>
                <a:ext uri="{FF2B5EF4-FFF2-40B4-BE49-F238E27FC236}">
                  <a16:creationId xmlns:a16="http://schemas.microsoft.com/office/drawing/2014/main" id="{843B0091-00BB-473A-AED6-E63890BF0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641"/>
              <a:ext cx="386" cy="209"/>
            </a:xfrm>
            <a:custGeom>
              <a:avLst/>
              <a:gdLst>
                <a:gd name="T0" fmla="*/ 360 w 165"/>
                <a:gd name="T1" fmla="*/ 30 h 84"/>
                <a:gd name="T2" fmla="*/ 66 w 165"/>
                <a:gd name="T3" fmla="*/ 403 h 84"/>
                <a:gd name="T4" fmla="*/ 409 w 165"/>
                <a:gd name="T5" fmla="*/ 1045 h 84"/>
                <a:gd name="T6" fmla="*/ 1834 w 165"/>
                <a:gd name="T7" fmla="*/ 1157 h 84"/>
                <a:gd name="T8" fmla="*/ 1998 w 165"/>
                <a:gd name="T9" fmla="*/ 525 h 84"/>
                <a:gd name="T10" fmla="*/ 1626 w 165"/>
                <a:gd name="T11" fmla="*/ 199 h 84"/>
                <a:gd name="T12" fmla="*/ 985 w 165"/>
                <a:gd name="T13" fmla="*/ 229 h 84"/>
                <a:gd name="T14" fmla="*/ 360 w 165"/>
                <a:gd name="T15" fmla="*/ 3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5" h="84">
                  <a:moveTo>
                    <a:pt x="28" y="2"/>
                  </a:moveTo>
                  <a:cubicBezTo>
                    <a:pt x="17" y="5"/>
                    <a:pt x="10" y="15"/>
                    <a:pt x="5" y="26"/>
                  </a:cubicBezTo>
                  <a:cubicBezTo>
                    <a:pt x="0" y="38"/>
                    <a:pt x="5" y="56"/>
                    <a:pt x="32" y="68"/>
                  </a:cubicBezTo>
                  <a:cubicBezTo>
                    <a:pt x="59" y="80"/>
                    <a:pt x="122" y="84"/>
                    <a:pt x="143" y="75"/>
                  </a:cubicBezTo>
                  <a:cubicBezTo>
                    <a:pt x="165" y="66"/>
                    <a:pt x="158" y="45"/>
                    <a:pt x="156" y="34"/>
                  </a:cubicBezTo>
                  <a:cubicBezTo>
                    <a:pt x="154" y="23"/>
                    <a:pt x="141" y="10"/>
                    <a:pt x="127" y="13"/>
                  </a:cubicBezTo>
                  <a:cubicBezTo>
                    <a:pt x="113" y="17"/>
                    <a:pt x="95" y="17"/>
                    <a:pt x="77" y="15"/>
                  </a:cubicBezTo>
                  <a:cubicBezTo>
                    <a:pt x="59" y="13"/>
                    <a:pt x="37" y="0"/>
                    <a:pt x="28" y="2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9" name="arterial-atherothrombosis-cross-section">
            <a:extLst>
              <a:ext uri="{FF2B5EF4-FFF2-40B4-BE49-F238E27FC236}">
                <a16:creationId xmlns:a16="http://schemas.microsoft.com/office/drawing/2014/main" id="{329E99C4-9D41-47A2-8567-50155D1B9607}"/>
              </a:ext>
            </a:extLst>
          </p:cNvPr>
          <p:cNvGrpSpPr>
            <a:grpSpLocks/>
          </p:cNvGrpSpPr>
          <p:nvPr/>
        </p:nvGrpSpPr>
        <p:grpSpPr bwMode="auto">
          <a:xfrm>
            <a:off x="8004175" y="3971925"/>
            <a:ext cx="1922463" cy="2044700"/>
            <a:chOff x="4082" y="2787"/>
            <a:chExt cx="1211" cy="1288"/>
          </a:xfrm>
        </p:grpSpPr>
        <p:sp>
          <p:nvSpPr>
            <p:cNvPr id="38920" name="Oval 910">
              <a:extLst>
                <a:ext uri="{FF2B5EF4-FFF2-40B4-BE49-F238E27FC236}">
                  <a16:creationId xmlns:a16="http://schemas.microsoft.com/office/drawing/2014/main" id="{1031A9D2-096C-4855-91F2-ABB35611F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2" y="2787"/>
              <a:ext cx="1211" cy="1288"/>
            </a:xfrm>
            <a:prstGeom prst="ellipse">
              <a:avLst/>
            </a:pr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21" name="Oval 911">
              <a:extLst>
                <a:ext uri="{FF2B5EF4-FFF2-40B4-BE49-F238E27FC236}">
                  <a16:creationId xmlns:a16="http://schemas.microsoft.com/office/drawing/2014/main" id="{BBA7009D-C518-4858-A589-C9167B7FF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5" y="2829"/>
              <a:ext cx="1126" cy="1201"/>
            </a:xfrm>
            <a:prstGeom prst="ellipse">
              <a:avLst/>
            </a:pr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22" name="Freeform 912">
              <a:extLst>
                <a:ext uri="{FF2B5EF4-FFF2-40B4-BE49-F238E27FC236}">
                  <a16:creationId xmlns:a16="http://schemas.microsoft.com/office/drawing/2014/main" id="{019103AD-583C-4884-A865-C76E48E80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949"/>
              <a:ext cx="906" cy="961"/>
            </a:xfrm>
            <a:custGeom>
              <a:avLst/>
              <a:gdLst>
                <a:gd name="T0" fmla="*/ 0 w 387"/>
                <a:gd name="T1" fmla="*/ 3003 h 385"/>
                <a:gd name="T2" fmla="*/ 180 w 387"/>
                <a:gd name="T3" fmla="*/ 2504 h 385"/>
                <a:gd name="T4" fmla="*/ 155 w 387"/>
                <a:gd name="T5" fmla="*/ 1944 h 385"/>
                <a:gd name="T6" fmla="*/ 461 w 387"/>
                <a:gd name="T7" fmla="*/ 1570 h 385"/>
                <a:gd name="T8" fmla="*/ 604 w 387"/>
                <a:gd name="T9" fmla="*/ 1041 h 385"/>
                <a:gd name="T10" fmla="*/ 1002 w 387"/>
                <a:gd name="T11" fmla="*/ 809 h 385"/>
                <a:gd name="T12" fmla="*/ 1255 w 387"/>
                <a:gd name="T13" fmla="*/ 374 h 385"/>
                <a:gd name="T14" fmla="*/ 1704 w 387"/>
                <a:gd name="T15" fmla="*/ 324 h 385"/>
                <a:gd name="T16" fmla="*/ 2067 w 387"/>
                <a:gd name="T17" fmla="*/ 30 h 385"/>
                <a:gd name="T18" fmla="*/ 2477 w 387"/>
                <a:gd name="T19" fmla="*/ 167 h 385"/>
                <a:gd name="T20" fmla="*/ 2910 w 387"/>
                <a:gd name="T21" fmla="*/ 30 h 385"/>
                <a:gd name="T22" fmla="*/ 3299 w 387"/>
                <a:gd name="T23" fmla="*/ 342 h 385"/>
                <a:gd name="T24" fmla="*/ 3732 w 387"/>
                <a:gd name="T25" fmla="*/ 404 h 385"/>
                <a:gd name="T26" fmla="*/ 4001 w 387"/>
                <a:gd name="T27" fmla="*/ 841 h 385"/>
                <a:gd name="T28" fmla="*/ 4401 w 387"/>
                <a:gd name="T29" fmla="*/ 1091 h 385"/>
                <a:gd name="T30" fmla="*/ 4516 w 387"/>
                <a:gd name="T31" fmla="*/ 1600 h 385"/>
                <a:gd name="T32" fmla="*/ 4823 w 387"/>
                <a:gd name="T33" fmla="*/ 1994 h 385"/>
                <a:gd name="T34" fmla="*/ 4785 w 387"/>
                <a:gd name="T35" fmla="*/ 2516 h 385"/>
                <a:gd name="T36" fmla="*/ 4965 w 387"/>
                <a:gd name="T37" fmla="*/ 3003 h 385"/>
                <a:gd name="T38" fmla="*/ 4785 w 387"/>
                <a:gd name="T39" fmla="*/ 3502 h 385"/>
                <a:gd name="T40" fmla="*/ 4811 w 387"/>
                <a:gd name="T41" fmla="*/ 4044 h 385"/>
                <a:gd name="T42" fmla="*/ 4504 w 387"/>
                <a:gd name="T43" fmla="*/ 4418 h 385"/>
                <a:gd name="T44" fmla="*/ 4364 w 387"/>
                <a:gd name="T45" fmla="*/ 4947 h 385"/>
                <a:gd name="T46" fmla="*/ 3963 w 387"/>
                <a:gd name="T47" fmla="*/ 5177 h 385"/>
                <a:gd name="T48" fmla="*/ 3711 w 387"/>
                <a:gd name="T49" fmla="*/ 5614 h 385"/>
                <a:gd name="T50" fmla="*/ 3261 w 387"/>
                <a:gd name="T51" fmla="*/ 5664 h 385"/>
                <a:gd name="T52" fmla="*/ 2898 w 387"/>
                <a:gd name="T53" fmla="*/ 5956 h 385"/>
                <a:gd name="T54" fmla="*/ 2477 w 387"/>
                <a:gd name="T55" fmla="*/ 5831 h 385"/>
                <a:gd name="T56" fmla="*/ 2055 w 387"/>
                <a:gd name="T57" fmla="*/ 5956 h 385"/>
                <a:gd name="T58" fmla="*/ 1667 w 387"/>
                <a:gd name="T59" fmla="*/ 5644 h 385"/>
                <a:gd name="T60" fmla="*/ 1234 w 387"/>
                <a:gd name="T61" fmla="*/ 5584 h 385"/>
                <a:gd name="T62" fmla="*/ 965 w 387"/>
                <a:gd name="T63" fmla="*/ 5147 h 385"/>
                <a:gd name="T64" fmla="*/ 564 w 387"/>
                <a:gd name="T65" fmla="*/ 4897 h 385"/>
                <a:gd name="T66" fmla="*/ 449 w 387"/>
                <a:gd name="T67" fmla="*/ 4386 h 385"/>
                <a:gd name="T68" fmla="*/ 143 w 387"/>
                <a:gd name="T69" fmla="*/ 3994 h 385"/>
                <a:gd name="T70" fmla="*/ 180 w 387"/>
                <a:gd name="T71" fmla="*/ 3470 h 385"/>
                <a:gd name="T72" fmla="*/ 0 w 387"/>
                <a:gd name="T73" fmla="*/ 3003 h 3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7" h="385">
                  <a:moveTo>
                    <a:pt x="0" y="193"/>
                  </a:moveTo>
                  <a:cubicBezTo>
                    <a:pt x="0" y="181"/>
                    <a:pt x="12" y="171"/>
                    <a:pt x="14" y="161"/>
                  </a:cubicBezTo>
                  <a:cubicBezTo>
                    <a:pt x="16" y="149"/>
                    <a:pt x="8" y="136"/>
                    <a:pt x="12" y="125"/>
                  </a:cubicBezTo>
                  <a:cubicBezTo>
                    <a:pt x="16" y="115"/>
                    <a:pt x="31" y="110"/>
                    <a:pt x="36" y="101"/>
                  </a:cubicBezTo>
                  <a:cubicBezTo>
                    <a:pt x="42" y="91"/>
                    <a:pt x="39" y="75"/>
                    <a:pt x="47" y="67"/>
                  </a:cubicBezTo>
                  <a:cubicBezTo>
                    <a:pt x="54" y="58"/>
                    <a:pt x="70" y="59"/>
                    <a:pt x="78" y="52"/>
                  </a:cubicBezTo>
                  <a:cubicBezTo>
                    <a:pt x="87" y="45"/>
                    <a:pt x="89" y="29"/>
                    <a:pt x="98" y="24"/>
                  </a:cubicBezTo>
                  <a:cubicBezTo>
                    <a:pt x="108" y="19"/>
                    <a:pt x="122" y="25"/>
                    <a:pt x="133" y="21"/>
                  </a:cubicBezTo>
                  <a:cubicBezTo>
                    <a:pt x="143" y="17"/>
                    <a:pt x="150" y="4"/>
                    <a:pt x="161" y="2"/>
                  </a:cubicBezTo>
                  <a:cubicBezTo>
                    <a:pt x="171" y="0"/>
                    <a:pt x="183" y="11"/>
                    <a:pt x="193" y="11"/>
                  </a:cubicBezTo>
                  <a:cubicBezTo>
                    <a:pt x="205" y="11"/>
                    <a:pt x="217" y="0"/>
                    <a:pt x="227" y="2"/>
                  </a:cubicBezTo>
                  <a:cubicBezTo>
                    <a:pt x="239" y="4"/>
                    <a:pt x="246" y="18"/>
                    <a:pt x="257" y="22"/>
                  </a:cubicBezTo>
                  <a:cubicBezTo>
                    <a:pt x="267" y="26"/>
                    <a:pt x="282" y="20"/>
                    <a:pt x="291" y="26"/>
                  </a:cubicBezTo>
                  <a:cubicBezTo>
                    <a:pt x="301" y="31"/>
                    <a:pt x="303" y="47"/>
                    <a:pt x="312" y="54"/>
                  </a:cubicBezTo>
                  <a:cubicBezTo>
                    <a:pt x="320" y="61"/>
                    <a:pt x="336" y="62"/>
                    <a:pt x="343" y="70"/>
                  </a:cubicBezTo>
                  <a:cubicBezTo>
                    <a:pt x="350" y="78"/>
                    <a:pt x="347" y="94"/>
                    <a:pt x="352" y="103"/>
                  </a:cubicBezTo>
                  <a:cubicBezTo>
                    <a:pt x="357" y="112"/>
                    <a:pt x="372" y="118"/>
                    <a:pt x="376" y="128"/>
                  </a:cubicBezTo>
                  <a:cubicBezTo>
                    <a:pt x="379" y="138"/>
                    <a:pt x="371" y="151"/>
                    <a:pt x="373" y="162"/>
                  </a:cubicBezTo>
                  <a:cubicBezTo>
                    <a:pt x="375" y="172"/>
                    <a:pt x="387" y="182"/>
                    <a:pt x="387" y="193"/>
                  </a:cubicBezTo>
                  <a:cubicBezTo>
                    <a:pt x="387" y="204"/>
                    <a:pt x="375" y="214"/>
                    <a:pt x="373" y="225"/>
                  </a:cubicBezTo>
                  <a:cubicBezTo>
                    <a:pt x="371" y="236"/>
                    <a:pt x="379" y="249"/>
                    <a:pt x="375" y="260"/>
                  </a:cubicBezTo>
                  <a:cubicBezTo>
                    <a:pt x="371" y="270"/>
                    <a:pt x="356" y="275"/>
                    <a:pt x="351" y="284"/>
                  </a:cubicBezTo>
                  <a:cubicBezTo>
                    <a:pt x="345" y="294"/>
                    <a:pt x="348" y="310"/>
                    <a:pt x="340" y="318"/>
                  </a:cubicBezTo>
                  <a:cubicBezTo>
                    <a:pt x="333" y="327"/>
                    <a:pt x="317" y="326"/>
                    <a:pt x="309" y="333"/>
                  </a:cubicBezTo>
                  <a:cubicBezTo>
                    <a:pt x="300" y="340"/>
                    <a:pt x="298" y="356"/>
                    <a:pt x="289" y="361"/>
                  </a:cubicBezTo>
                  <a:cubicBezTo>
                    <a:pt x="279" y="366"/>
                    <a:pt x="265" y="360"/>
                    <a:pt x="254" y="364"/>
                  </a:cubicBezTo>
                  <a:cubicBezTo>
                    <a:pt x="244" y="368"/>
                    <a:pt x="237" y="381"/>
                    <a:pt x="226" y="383"/>
                  </a:cubicBezTo>
                  <a:cubicBezTo>
                    <a:pt x="216" y="385"/>
                    <a:pt x="204" y="375"/>
                    <a:pt x="193" y="375"/>
                  </a:cubicBezTo>
                  <a:cubicBezTo>
                    <a:pt x="182" y="375"/>
                    <a:pt x="170" y="385"/>
                    <a:pt x="160" y="383"/>
                  </a:cubicBezTo>
                  <a:cubicBezTo>
                    <a:pt x="148" y="381"/>
                    <a:pt x="141" y="367"/>
                    <a:pt x="130" y="363"/>
                  </a:cubicBezTo>
                  <a:cubicBezTo>
                    <a:pt x="120" y="359"/>
                    <a:pt x="105" y="365"/>
                    <a:pt x="96" y="359"/>
                  </a:cubicBezTo>
                  <a:cubicBezTo>
                    <a:pt x="86" y="354"/>
                    <a:pt x="84" y="338"/>
                    <a:pt x="75" y="331"/>
                  </a:cubicBezTo>
                  <a:cubicBezTo>
                    <a:pt x="67" y="324"/>
                    <a:pt x="51" y="324"/>
                    <a:pt x="44" y="315"/>
                  </a:cubicBezTo>
                  <a:cubicBezTo>
                    <a:pt x="37" y="307"/>
                    <a:pt x="40" y="291"/>
                    <a:pt x="35" y="282"/>
                  </a:cubicBezTo>
                  <a:cubicBezTo>
                    <a:pt x="30" y="273"/>
                    <a:pt x="15" y="268"/>
                    <a:pt x="11" y="257"/>
                  </a:cubicBezTo>
                  <a:cubicBezTo>
                    <a:pt x="8" y="247"/>
                    <a:pt x="16" y="234"/>
                    <a:pt x="14" y="223"/>
                  </a:cubicBezTo>
                  <a:cubicBezTo>
                    <a:pt x="12" y="213"/>
                    <a:pt x="0" y="203"/>
                    <a:pt x="0" y="193"/>
                  </a:cubicBezTo>
                  <a:close/>
                </a:path>
              </a:pathLst>
            </a:custGeom>
            <a:solidFill>
              <a:srgbClr val="CD7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913">
              <a:extLst>
                <a:ext uri="{FF2B5EF4-FFF2-40B4-BE49-F238E27FC236}">
                  <a16:creationId xmlns:a16="http://schemas.microsoft.com/office/drawing/2014/main" id="{DF73F903-A83E-4A72-82DE-BFBCD6B45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131"/>
              <a:ext cx="14" cy="25"/>
            </a:xfrm>
            <a:custGeom>
              <a:avLst/>
              <a:gdLst>
                <a:gd name="T0" fmla="*/ 65 w 6"/>
                <a:gd name="T1" fmla="*/ 0 h 10"/>
                <a:gd name="T2" fmla="*/ 65 w 6"/>
                <a:gd name="T3" fmla="*/ 95 h 10"/>
                <a:gd name="T4" fmla="*/ 12 w 6"/>
                <a:gd name="T5" fmla="*/ 158 h 10"/>
                <a:gd name="T6" fmla="*/ 12 w 6"/>
                <a:gd name="T7" fmla="*/ 63 h 10"/>
                <a:gd name="T8" fmla="*/ 65 w 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5" y="0"/>
                  </a:moveTo>
                  <a:cubicBezTo>
                    <a:pt x="6" y="1"/>
                    <a:pt x="6" y="3"/>
                    <a:pt x="5" y="6"/>
                  </a:cubicBezTo>
                  <a:cubicBezTo>
                    <a:pt x="3" y="9"/>
                    <a:pt x="1" y="10"/>
                    <a:pt x="1" y="10"/>
                  </a:cubicBezTo>
                  <a:cubicBezTo>
                    <a:pt x="0" y="9"/>
                    <a:pt x="0" y="7"/>
                    <a:pt x="1" y="4"/>
                  </a:cubicBezTo>
                  <a:cubicBezTo>
                    <a:pt x="3" y="2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914">
              <a:extLst>
                <a:ext uri="{FF2B5EF4-FFF2-40B4-BE49-F238E27FC236}">
                  <a16:creationId xmlns:a16="http://schemas.microsoft.com/office/drawing/2014/main" id="{ACCE4E9A-CECC-4C7C-A798-FDEBE05FC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882"/>
              <a:ext cx="21" cy="17"/>
            </a:xfrm>
            <a:custGeom>
              <a:avLst/>
              <a:gdLst>
                <a:gd name="T0" fmla="*/ 114 w 9"/>
                <a:gd name="T1" fmla="*/ 12 h 7"/>
                <a:gd name="T2" fmla="*/ 65 w 9"/>
                <a:gd name="T3" fmla="*/ 70 h 7"/>
                <a:gd name="T4" fmla="*/ 0 w 9"/>
                <a:gd name="T5" fmla="*/ 87 h 7"/>
                <a:gd name="T6" fmla="*/ 37 w 9"/>
                <a:gd name="T7" fmla="*/ 29 h 7"/>
                <a:gd name="T8" fmla="*/ 114 w 9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1"/>
                  </a:moveTo>
                  <a:cubicBezTo>
                    <a:pt x="9" y="2"/>
                    <a:pt x="8" y="4"/>
                    <a:pt x="5" y="5"/>
                  </a:cubicBezTo>
                  <a:cubicBezTo>
                    <a:pt x="3" y="7"/>
                    <a:pt x="1" y="7"/>
                    <a:pt x="0" y="6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6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Oval 915">
              <a:extLst>
                <a:ext uri="{FF2B5EF4-FFF2-40B4-BE49-F238E27FC236}">
                  <a16:creationId xmlns:a16="http://schemas.microsoft.com/office/drawing/2014/main" id="{E0CE4E48-6C49-4A61-9579-32C0D0907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2807"/>
              <a:ext cx="23" cy="10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26" name="Freeform 916">
              <a:extLst>
                <a:ext uri="{FF2B5EF4-FFF2-40B4-BE49-F238E27FC236}">
                  <a16:creationId xmlns:a16="http://schemas.microsoft.com/office/drawing/2014/main" id="{59278F09-D379-4C45-A67D-7398DD20F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919"/>
              <a:ext cx="24" cy="15"/>
            </a:xfrm>
            <a:custGeom>
              <a:avLst/>
              <a:gdLst>
                <a:gd name="T0" fmla="*/ 139 w 10"/>
                <a:gd name="T1" fmla="*/ 83 h 6"/>
                <a:gd name="T2" fmla="*/ 70 w 10"/>
                <a:gd name="T3" fmla="*/ 63 h 6"/>
                <a:gd name="T4" fmla="*/ 12 w 10"/>
                <a:gd name="T5" fmla="*/ 0 h 6"/>
                <a:gd name="T6" fmla="*/ 82 w 10"/>
                <a:gd name="T7" fmla="*/ 20 h 6"/>
                <a:gd name="T8" fmla="*/ 139 w 10"/>
                <a:gd name="T9" fmla="*/ 8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0" y="5"/>
                  </a:moveTo>
                  <a:cubicBezTo>
                    <a:pt x="10" y="6"/>
                    <a:pt x="7" y="6"/>
                    <a:pt x="5" y="4"/>
                  </a:cubicBezTo>
                  <a:cubicBezTo>
                    <a:pt x="2" y="3"/>
                    <a:pt x="0" y="1"/>
                    <a:pt x="1" y="0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9" y="3"/>
                    <a:pt x="10" y="4"/>
                    <a:pt x="10" y="5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917">
              <a:extLst>
                <a:ext uri="{FF2B5EF4-FFF2-40B4-BE49-F238E27FC236}">
                  <a16:creationId xmlns:a16="http://schemas.microsoft.com/office/drawing/2014/main" id="{283D2D4A-A5F4-4BC3-913D-C6D85124C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3184"/>
              <a:ext cx="14" cy="27"/>
            </a:xfrm>
            <a:custGeom>
              <a:avLst/>
              <a:gdLst>
                <a:gd name="T0" fmla="*/ 65 w 6"/>
                <a:gd name="T1" fmla="*/ 150 h 11"/>
                <a:gd name="T2" fmla="*/ 12 w 6"/>
                <a:gd name="T3" fmla="*/ 91 h 11"/>
                <a:gd name="T4" fmla="*/ 12 w 6"/>
                <a:gd name="T5" fmla="*/ 12 h 11"/>
                <a:gd name="T6" fmla="*/ 65 w 6"/>
                <a:gd name="T7" fmla="*/ 71 h 11"/>
                <a:gd name="T8" fmla="*/ 65 w 6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5" y="10"/>
                  </a:moveTo>
                  <a:cubicBezTo>
                    <a:pt x="4" y="11"/>
                    <a:pt x="2" y="9"/>
                    <a:pt x="1" y="6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4" y="2"/>
                    <a:pt x="5" y="5"/>
                  </a:cubicBezTo>
                  <a:cubicBezTo>
                    <a:pt x="6" y="7"/>
                    <a:pt x="6" y="10"/>
                    <a:pt x="5" y="1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918">
              <a:extLst>
                <a:ext uri="{FF2B5EF4-FFF2-40B4-BE49-F238E27FC236}">
                  <a16:creationId xmlns:a16="http://schemas.microsoft.com/office/drawing/2014/main" id="{28B0F4E3-A683-45B1-B8F8-464E61402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" y="3493"/>
              <a:ext cx="11" cy="28"/>
            </a:xfrm>
            <a:custGeom>
              <a:avLst/>
              <a:gdLst>
                <a:gd name="T0" fmla="*/ 20 w 5"/>
                <a:gd name="T1" fmla="*/ 181 h 11"/>
                <a:gd name="T2" fmla="*/ 9 w 5"/>
                <a:gd name="T3" fmla="*/ 84 h 11"/>
                <a:gd name="T4" fmla="*/ 33 w 5"/>
                <a:gd name="T5" fmla="*/ 0 h 11"/>
                <a:gd name="T6" fmla="*/ 44 w 5"/>
                <a:gd name="T7" fmla="*/ 97 h 11"/>
                <a:gd name="T8" fmla="*/ 20 w 5"/>
                <a:gd name="T9" fmla="*/ 18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11"/>
                  </a:moveTo>
                  <a:cubicBezTo>
                    <a:pt x="1" y="11"/>
                    <a:pt x="0" y="8"/>
                    <a:pt x="1" y="5"/>
                  </a:cubicBezTo>
                  <a:cubicBezTo>
                    <a:pt x="1" y="3"/>
                    <a:pt x="2" y="0"/>
                    <a:pt x="3" y="0"/>
                  </a:cubicBezTo>
                  <a:cubicBezTo>
                    <a:pt x="4" y="1"/>
                    <a:pt x="5" y="3"/>
                    <a:pt x="4" y="6"/>
                  </a:cubicBezTo>
                  <a:cubicBezTo>
                    <a:pt x="4" y="9"/>
                    <a:pt x="3" y="11"/>
                    <a:pt x="2" y="1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919">
              <a:extLst>
                <a:ext uri="{FF2B5EF4-FFF2-40B4-BE49-F238E27FC236}">
                  <a16:creationId xmlns:a16="http://schemas.microsoft.com/office/drawing/2014/main" id="{4ACA3B54-8AE6-453F-9444-BBB025477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3768"/>
              <a:ext cx="19" cy="22"/>
            </a:xfrm>
            <a:custGeom>
              <a:avLst/>
              <a:gdLst>
                <a:gd name="T0" fmla="*/ 12 w 8"/>
                <a:gd name="T1" fmla="*/ 132 h 9"/>
                <a:gd name="T2" fmla="*/ 40 w 8"/>
                <a:gd name="T3" fmla="*/ 59 h 9"/>
                <a:gd name="T4" fmla="*/ 95 w 8"/>
                <a:gd name="T5" fmla="*/ 0 h 9"/>
                <a:gd name="T6" fmla="*/ 78 w 8"/>
                <a:gd name="T7" fmla="*/ 90 h 9"/>
                <a:gd name="T8" fmla="*/ 12 w 8"/>
                <a:gd name="T9" fmla="*/ 1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9"/>
                  </a:moveTo>
                  <a:cubicBezTo>
                    <a:pt x="0" y="8"/>
                    <a:pt x="1" y="6"/>
                    <a:pt x="3" y="4"/>
                  </a:cubicBezTo>
                  <a:cubicBezTo>
                    <a:pt x="5" y="1"/>
                    <a:pt x="7" y="0"/>
                    <a:pt x="7" y="0"/>
                  </a:cubicBezTo>
                  <a:cubicBezTo>
                    <a:pt x="8" y="1"/>
                    <a:pt x="7" y="3"/>
                    <a:pt x="6" y="6"/>
                  </a:cubicBezTo>
                  <a:cubicBezTo>
                    <a:pt x="4" y="8"/>
                    <a:pt x="2" y="9"/>
                    <a:pt x="1" y="9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920">
              <a:extLst>
                <a:ext uri="{FF2B5EF4-FFF2-40B4-BE49-F238E27FC236}">
                  <a16:creationId xmlns:a16="http://schemas.microsoft.com/office/drawing/2014/main" id="{CB7D5639-09C6-4B6C-B2A7-827AAF829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968"/>
              <a:ext cx="23" cy="17"/>
            </a:xfrm>
            <a:custGeom>
              <a:avLst/>
              <a:gdLst>
                <a:gd name="T0" fmla="*/ 12 w 10"/>
                <a:gd name="T1" fmla="*/ 87 h 7"/>
                <a:gd name="T2" fmla="*/ 48 w 10"/>
                <a:gd name="T3" fmla="*/ 29 h 7"/>
                <a:gd name="T4" fmla="*/ 110 w 10"/>
                <a:gd name="T5" fmla="*/ 12 h 7"/>
                <a:gd name="T6" fmla="*/ 74 w 10"/>
                <a:gd name="T7" fmla="*/ 70 h 7"/>
                <a:gd name="T8" fmla="*/ 12 w 10"/>
                <a:gd name="T9" fmla="*/ 8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" y="6"/>
                  </a:moveTo>
                  <a:cubicBezTo>
                    <a:pt x="0" y="6"/>
                    <a:pt x="2" y="4"/>
                    <a:pt x="4" y="2"/>
                  </a:cubicBezTo>
                  <a:cubicBezTo>
                    <a:pt x="6" y="1"/>
                    <a:pt x="9" y="0"/>
                    <a:pt x="9" y="1"/>
                  </a:cubicBezTo>
                  <a:cubicBezTo>
                    <a:pt x="10" y="2"/>
                    <a:pt x="8" y="4"/>
                    <a:pt x="6" y="5"/>
                  </a:cubicBezTo>
                  <a:cubicBezTo>
                    <a:pt x="4" y="7"/>
                    <a:pt x="1" y="7"/>
                    <a:pt x="1" y="6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921">
              <a:extLst>
                <a:ext uri="{FF2B5EF4-FFF2-40B4-BE49-F238E27FC236}">
                  <a16:creationId xmlns:a16="http://schemas.microsoft.com/office/drawing/2014/main" id="{A4A000ED-5481-4CC3-A09C-38B7235BD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4045"/>
              <a:ext cx="24" cy="10"/>
            </a:xfrm>
            <a:custGeom>
              <a:avLst/>
              <a:gdLst>
                <a:gd name="T0" fmla="*/ 0 w 10"/>
                <a:gd name="T1" fmla="*/ 33 h 4"/>
                <a:gd name="T2" fmla="*/ 70 w 10"/>
                <a:gd name="T3" fmla="*/ 0 h 4"/>
                <a:gd name="T4" fmla="*/ 139 w 10"/>
                <a:gd name="T5" fmla="*/ 20 h 4"/>
                <a:gd name="T6" fmla="*/ 70 w 10"/>
                <a:gd name="T7" fmla="*/ 50 h 4"/>
                <a:gd name="T8" fmla="*/ 0 w 10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0"/>
                    <a:pt x="10" y="1"/>
                  </a:cubicBezTo>
                  <a:cubicBezTo>
                    <a:pt x="10" y="2"/>
                    <a:pt x="8" y="3"/>
                    <a:pt x="5" y="3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922">
              <a:extLst>
                <a:ext uri="{FF2B5EF4-FFF2-40B4-BE49-F238E27FC236}">
                  <a16:creationId xmlns:a16="http://schemas.microsoft.com/office/drawing/2014/main" id="{60CD0ED9-1679-4A47-9A14-E6C19D631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973"/>
              <a:ext cx="24" cy="17"/>
            </a:xfrm>
            <a:custGeom>
              <a:avLst/>
              <a:gdLst>
                <a:gd name="T0" fmla="*/ 0 w 10"/>
                <a:gd name="T1" fmla="*/ 12 h 7"/>
                <a:gd name="T2" fmla="*/ 82 w 10"/>
                <a:gd name="T3" fmla="*/ 29 h 7"/>
                <a:gd name="T4" fmla="*/ 139 w 10"/>
                <a:gd name="T5" fmla="*/ 87 h 7"/>
                <a:gd name="T6" fmla="*/ 58 w 10"/>
                <a:gd name="T7" fmla="*/ 70 h 7"/>
                <a:gd name="T8" fmla="*/ 0 w 10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1" y="0"/>
                    <a:pt x="3" y="1"/>
                    <a:pt x="6" y="2"/>
                  </a:cubicBezTo>
                  <a:cubicBezTo>
                    <a:pt x="8" y="3"/>
                    <a:pt x="10" y="5"/>
                    <a:pt x="10" y="6"/>
                  </a:cubicBezTo>
                  <a:cubicBezTo>
                    <a:pt x="9" y="7"/>
                    <a:pt x="7" y="7"/>
                    <a:pt x="4" y="5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923">
              <a:extLst>
                <a:ext uri="{FF2B5EF4-FFF2-40B4-BE49-F238E27FC236}">
                  <a16:creationId xmlns:a16="http://schemas.microsoft.com/office/drawing/2014/main" id="{1FDB3F07-05B1-4A8C-923D-7BCE19E2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795"/>
              <a:ext cx="21" cy="23"/>
            </a:xfrm>
            <a:custGeom>
              <a:avLst/>
              <a:gdLst>
                <a:gd name="T0" fmla="*/ 12 w 9"/>
                <a:gd name="T1" fmla="*/ 20 h 9"/>
                <a:gd name="T2" fmla="*/ 77 w 9"/>
                <a:gd name="T3" fmla="*/ 51 h 9"/>
                <a:gd name="T4" fmla="*/ 103 w 9"/>
                <a:gd name="T5" fmla="*/ 151 h 9"/>
                <a:gd name="T6" fmla="*/ 37 w 9"/>
                <a:gd name="T7" fmla="*/ 97 h 9"/>
                <a:gd name="T8" fmla="*/ 12 w 9"/>
                <a:gd name="T9" fmla="*/ 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1"/>
                  </a:moveTo>
                  <a:cubicBezTo>
                    <a:pt x="2" y="0"/>
                    <a:pt x="4" y="1"/>
                    <a:pt x="6" y="3"/>
                  </a:cubicBezTo>
                  <a:cubicBezTo>
                    <a:pt x="8" y="6"/>
                    <a:pt x="9" y="8"/>
                    <a:pt x="8" y="9"/>
                  </a:cubicBezTo>
                  <a:cubicBezTo>
                    <a:pt x="7" y="9"/>
                    <a:pt x="5" y="8"/>
                    <a:pt x="3" y="6"/>
                  </a:cubicBezTo>
                  <a:cubicBezTo>
                    <a:pt x="1" y="4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924">
              <a:extLst>
                <a:ext uri="{FF2B5EF4-FFF2-40B4-BE49-F238E27FC236}">
                  <a16:creationId xmlns:a16="http://schemas.microsoft.com/office/drawing/2014/main" id="{0785BDC4-1DA4-47DD-AB90-26F0E7E8B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3523"/>
              <a:ext cx="9" cy="28"/>
            </a:xfrm>
            <a:custGeom>
              <a:avLst/>
              <a:gdLst>
                <a:gd name="T0" fmla="*/ 11 w 4"/>
                <a:gd name="T1" fmla="*/ 0 h 11"/>
                <a:gd name="T2" fmla="*/ 45 w 4"/>
                <a:gd name="T3" fmla="*/ 84 h 11"/>
                <a:gd name="T4" fmla="*/ 36 w 4"/>
                <a:gd name="T5" fmla="*/ 163 h 11"/>
                <a:gd name="T6" fmla="*/ 0 w 4"/>
                <a:gd name="T7" fmla="*/ 97 h 11"/>
                <a:gd name="T8" fmla="*/ 11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1" y="0"/>
                  </a:moveTo>
                  <a:cubicBezTo>
                    <a:pt x="2" y="0"/>
                    <a:pt x="3" y="2"/>
                    <a:pt x="4" y="5"/>
                  </a:cubicBezTo>
                  <a:cubicBezTo>
                    <a:pt x="4" y="8"/>
                    <a:pt x="4" y="10"/>
                    <a:pt x="3" y="10"/>
                  </a:cubicBezTo>
                  <a:cubicBezTo>
                    <a:pt x="2" y="11"/>
                    <a:pt x="1" y="8"/>
                    <a:pt x="0" y="6"/>
                  </a:cubicBezTo>
                  <a:cubicBezTo>
                    <a:pt x="0" y="3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925">
              <a:extLst>
                <a:ext uri="{FF2B5EF4-FFF2-40B4-BE49-F238E27FC236}">
                  <a16:creationId xmlns:a16="http://schemas.microsoft.com/office/drawing/2014/main" id="{AEB5EDFC-C437-48F0-B1B1-7ACD83AB0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991"/>
              <a:ext cx="334" cy="697"/>
            </a:xfrm>
            <a:custGeom>
              <a:avLst/>
              <a:gdLst>
                <a:gd name="T0" fmla="*/ 1756 w 143"/>
                <a:gd name="T1" fmla="*/ 342 h 279"/>
                <a:gd name="T2" fmla="*/ 1401 w 143"/>
                <a:gd name="T3" fmla="*/ 1074 h 279"/>
                <a:gd name="T4" fmla="*/ 1135 w 143"/>
                <a:gd name="T5" fmla="*/ 3070 h 279"/>
                <a:gd name="T6" fmla="*/ 752 w 143"/>
                <a:gd name="T7" fmla="*/ 4274 h 279"/>
                <a:gd name="T8" fmla="*/ 77 w 143"/>
                <a:gd name="T9" fmla="*/ 3245 h 279"/>
                <a:gd name="T10" fmla="*/ 677 w 143"/>
                <a:gd name="T11" fmla="*/ 542 h 279"/>
                <a:gd name="T12" fmla="*/ 1756 w 143"/>
                <a:gd name="T13" fmla="*/ 342 h 2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279">
                  <a:moveTo>
                    <a:pt x="138" y="22"/>
                  </a:moveTo>
                  <a:cubicBezTo>
                    <a:pt x="143" y="44"/>
                    <a:pt x="129" y="50"/>
                    <a:pt x="110" y="69"/>
                  </a:cubicBezTo>
                  <a:cubicBezTo>
                    <a:pt x="92" y="87"/>
                    <a:pt x="76" y="144"/>
                    <a:pt x="89" y="197"/>
                  </a:cubicBezTo>
                  <a:cubicBezTo>
                    <a:pt x="101" y="250"/>
                    <a:pt x="85" y="269"/>
                    <a:pt x="59" y="274"/>
                  </a:cubicBezTo>
                  <a:cubicBezTo>
                    <a:pt x="32" y="279"/>
                    <a:pt x="13" y="267"/>
                    <a:pt x="6" y="208"/>
                  </a:cubicBezTo>
                  <a:cubicBezTo>
                    <a:pt x="0" y="150"/>
                    <a:pt x="6" y="70"/>
                    <a:pt x="53" y="35"/>
                  </a:cubicBezTo>
                  <a:cubicBezTo>
                    <a:pt x="99" y="0"/>
                    <a:pt x="137" y="6"/>
                    <a:pt x="138" y="22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926">
              <a:extLst>
                <a:ext uri="{FF2B5EF4-FFF2-40B4-BE49-F238E27FC236}">
                  <a16:creationId xmlns:a16="http://schemas.microsoft.com/office/drawing/2014/main" id="{6D578A14-268C-4E10-BB9D-65C62A0FB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006"/>
              <a:ext cx="384" cy="502"/>
            </a:xfrm>
            <a:custGeom>
              <a:avLst/>
              <a:gdLst>
                <a:gd name="T0" fmla="*/ 871 w 164"/>
                <a:gd name="T1" fmla="*/ 137 h 201"/>
                <a:gd name="T2" fmla="*/ 1925 w 164"/>
                <a:gd name="T3" fmla="*/ 1728 h 201"/>
                <a:gd name="T4" fmla="*/ 1569 w 164"/>
                <a:gd name="T5" fmla="*/ 3007 h 201"/>
                <a:gd name="T6" fmla="*/ 1014 w 164"/>
                <a:gd name="T7" fmla="*/ 2757 h 201"/>
                <a:gd name="T8" fmla="*/ 911 w 164"/>
                <a:gd name="T9" fmla="*/ 1853 h 201"/>
                <a:gd name="T10" fmla="*/ 220 w 164"/>
                <a:gd name="T11" fmla="*/ 842 h 201"/>
                <a:gd name="T12" fmla="*/ 143 w 164"/>
                <a:gd name="T13" fmla="*/ 200 h 201"/>
                <a:gd name="T14" fmla="*/ 871 w 164"/>
                <a:gd name="T15" fmla="*/ 137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201">
                  <a:moveTo>
                    <a:pt x="68" y="9"/>
                  </a:moveTo>
                  <a:cubicBezTo>
                    <a:pt x="100" y="21"/>
                    <a:pt x="136" y="57"/>
                    <a:pt x="150" y="111"/>
                  </a:cubicBezTo>
                  <a:cubicBezTo>
                    <a:pt x="164" y="164"/>
                    <a:pt x="144" y="185"/>
                    <a:pt x="122" y="193"/>
                  </a:cubicBezTo>
                  <a:cubicBezTo>
                    <a:pt x="101" y="201"/>
                    <a:pt x="79" y="188"/>
                    <a:pt x="79" y="177"/>
                  </a:cubicBezTo>
                  <a:cubicBezTo>
                    <a:pt x="79" y="165"/>
                    <a:pt x="80" y="153"/>
                    <a:pt x="71" y="119"/>
                  </a:cubicBezTo>
                  <a:cubicBezTo>
                    <a:pt x="62" y="85"/>
                    <a:pt x="35" y="61"/>
                    <a:pt x="17" y="54"/>
                  </a:cubicBezTo>
                  <a:cubicBezTo>
                    <a:pt x="0" y="48"/>
                    <a:pt x="0" y="31"/>
                    <a:pt x="11" y="13"/>
                  </a:cubicBezTo>
                  <a:cubicBezTo>
                    <a:pt x="23" y="0"/>
                    <a:pt x="47" y="1"/>
                    <a:pt x="68" y="9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927">
              <a:extLst>
                <a:ext uri="{FF2B5EF4-FFF2-40B4-BE49-F238E27FC236}">
                  <a16:creationId xmlns:a16="http://schemas.microsoft.com/office/drawing/2014/main" id="{39880CEA-945D-429D-B569-F03A46B5E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508"/>
              <a:ext cx="552" cy="370"/>
            </a:xfrm>
            <a:custGeom>
              <a:avLst/>
              <a:gdLst>
                <a:gd name="T0" fmla="*/ 458 w 236"/>
                <a:gd name="T1" fmla="*/ 1000 h 148"/>
                <a:gd name="T2" fmla="*/ 77 w 236"/>
                <a:gd name="T3" fmla="*/ 1395 h 148"/>
                <a:gd name="T4" fmla="*/ 552 w 236"/>
                <a:gd name="T5" fmla="*/ 2113 h 148"/>
                <a:gd name="T6" fmla="*/ 2533 w 236"/>
                <a:gd name="T7" fmla="*/ 1533 h 148"/>
                <a:gd name="T8" fmla="*/ 3008 w 236"/>
                <a:gd name="T9" fmla="*/ 363 h 148"/>
                <a:gd name="T10" fmla="*/ 2762 w 236"/>
                <a:gd name="T11" fmla="*/ 63 h 148"/>
                <a:gd name="T12" fmla="*/ 2161 w 236"/>
                <a:gd name="T13" fmla="*/ 175 h 148"/>
                <a:gd name="T14" fmla="*/ 1307 w 236"/>
                <a:gd name="T15" fmla="*/ 1208 h 148"/>
                <a:gd name="T16" fmla="*/ 458 w 236"/>
                <a:gd name="T17" fmla="*/ 1000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6" h="148">
                  <a:moveTo>
                    <a:pt x="36" y="64"/>
                  </a:moveTo>
                  <a:cubicBezTo>
                    <a:pt x="22" y="67"/>
                    <a:pt x="12" y="73"/>
                    <a:pt x="6" y="89"/>
                  </a:cubicBezTo>
                  <a:cubicBezTo>
                    <a:pt x="0" y="105"/>
                    <a:pt x="10" y="126"/>
                    <a:pt x="43" y="135"/>
                  </a:cubicBezTo>
                  <a:cubicBezTo>
                    <a:pt x="76" y="145"/>
                    <a:pt x="149" y="148"/>
                    <a:pt x="198" y="98"/>
                  </a:cubicBezTo>
                  <a:cubicBezTo>
                    <a:pt x="229" y="66"/>
                    <a:pt x="236" y="39"/>
                    <a:pt x="235" y="23"/>
                  </a:cubicBezTo>
                  <a:cubicBezTo>
                    <a:pt x="234" y="14"/>
                    <a:pt x="227" y="7"/>
                    <a:pt x="216" y="4"/>
                  </a:cubicBezTo>
                  <a:cubicBezTo>
                    <a:pt x="201" y="1"/>
                    <a:pt x="180" y="0"/>
                    <a:pt x="169" y="11"/>
                  </a:cubicBezTo>
                  <a:cubicBezTo>
                    <a:pt x="156" y="27"/>
                    <a:pt x="149" y="68"/>
                    <a:pt x="102" y="77"/>
                  </a:cubicBezTo>
                  <a:cubicBezTo>
                    <a:pt x="60" y="84"/>
                    <a:pt x="47" y="59"/>
                    <a:pt x="36" y="64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928">
              <a:extLst>
                <a:ext uri="{FF2B5EF4-FFF2-40B4-BE49-F238E27FC236}">
                  <a16:creationId xmlns:a16="http://schemas.microsoft.com/office/drawing/2014/main" id="{4787E8B7-44B2-4DE0-B724-5C155297A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154"/>
              <a:ext cx="227" cy="502"/>
            </a:xfrm>
            <a:custGeom>
              <a:avLst/>
              <a:gdLst>
                <a:gd name="T0" fmla="*/ 449 w 97"/>
                <a:gd name="T1" fmla="*/ 75 h 201"/>
                <a:gd name="T2" fmla="*/ 220 w 97"/>
                <a:gd name="T3" fmla="*/ 262 h 201"/>
                <a:gd name="T4" fmla="*/ 154 w 97"/>
                <a:gd name="T5" fmla="*/ 562 h 201"/>
                <a:gd name="T6" fmla="*/ 103 w 97"/>
                <a:gd name="T7" fmla="*/ 812 h 201"/>
                <a:gd name="T8" fmla="*/ 103 w 97"/>
                <a:gd name="T9" fmla="*/ 1074 h 201"/>
                <a:gd name="T10" fmla="*/ 37 w 97"/>
                <a:gd name="T11" fmla="*/ 1309 h 201"/>
                <a:gd name="T12" fmla="*/ 49 w 97"/>
                <a:gd name="T13" fmla="*/ 1541 h 201"/>
                <a:gd name="T14" fmla="*/ 103 w 97"/>
                <a:gd name="T15" fmla="*/ 1916 h 201"/>
                <a:gd name="T16" fmla="*/ 164 w 97"/>
                <a:gd name="T17" fmla="*/ 2445 h 201"/>
                <a:gd name="T18" fmla="*/ 360 w 97"/>
                <a:gd name="T19" fmla="*/ 2900 h 201"/>
                <a:gd name="T20" fmla="*/ 718 w 97"/>
                <a:gd name="T21" fmla="*/ 3132 h 201"/>
                <a:gd name="T22" fmla="*/ 1041 w 97"/>
                <a:gd name="T23" fmla="*/ 2807 h 201"/>
                <a:gd name="T24" fmla="*/ 1156 w 97"/>
                <a:gd name="T25" fmla="*/ 2320 h 201"/>
                <a:gd name="T26" fmla="*/ 1205 w 97"/>
                <a:gd name="T27" fmla="*/ 1883 h 201"/>
                <a:gd name="T28" fmla="*/ 1243 w 97"/>
                <a:gd name="T29" fmla="*/ 1354 h 201"/>
                <a:gd name="T30" fmla="*/ 1194 w 97"/>
                <a:gd name="T31" fmla="*/ 1011 h 201"/>
                <a:gd name="T32" fmla="*/ 1091 w 97"/>
                <a:gd name="T33" fmla="*/ 687 h 201"/>
                <a:gd name="T34" fmla="*/ 882 w 97"/>
                <a:gd name="T35" fmla="*/ 262 h 201"/>
                <a:gd name="T36" fmla="*/ 449 w 97"/>
                <a:gd name="T37" fmla="*/ 75 h 2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7" h="201">
                  <a:moveTo>
                    <a:pt x="35" y="5"/>
                  </a:moveTo>
                  <a:cubicBezTo>
                    <a:pt x="27" y="6"/>
                    <a:pt x="18" y="11"/>
                    <a:pt x="17" y="17"/>
                  </a:cubicBezTo>
                  <a:cubicBezTo>
                    <a:pt x="17" y="23"/>
                    <a:pt x="13" y="31"/>
                    <a:pt x="12" y="36"/>
                  </a:cubicBezTo>
                  <a:cubicBezTo>
                    <a:pt x="11" y="42"/>
                    <a:pt x="6" y="47"/>
                    <a:pt x="8" y="52"/>
                  </a:cubicBezTo>
                  <a:cubicBezTo>
                    <a:pt x="11" y="58"/>
                    <a:pt x="8" y="64"/>
                    <a:pt x="8" y="69"/>
                  </a:cubicBezTo>
                  <a:cubicBezTo>
                    <a:pt x="8" y="73"/>
                    <a:pt x="4" y="78"/>
                    <a:pt x="3" y="84"/>
                  </a:cubicBezTo>
                  <a:cubicBezTo>
                    <a:pt x="2" y="90"/>
                    <a:pt x="0" y="94"/>
                    <a:pt x="4" y="99"/>
                  </a:cubicBezTo>
                  <a:cubicBezTo>
                    <a:pt x="8" y="104"/>
                    <a:pt x="8" y="112"/>
                    <a:pt x="8" y="123"/>
                  </a:cubicBezTo>
                  <a:cubicBezTo>
                    <a:pt x="8" y="133"/>
                    <a:pt x="7" y="149"/>
                    <a:pt x="13" y="157"/>
                  </a:cubicBezTo>
                  <a:cubicBezTo>
                    <a:pt x="19" y="165"/>
                    <a:pt x="21" y="177"/>
                    <a:pt x="28" y="186"/>
                  </a:cubicBezTo>
                  <a:cubicBezTo>
                    <a:pt x="34" y="194"/>
                    <a:pt x="45" y="201"/>
                    <a:pt x="56" y="201"/>
                  </a:cubicBezTo>
                  <a:cubicBezTo>
                    <a:pt x="66" y="201"/>
                    <a:pt x="76" y="188"/>
                    <a:pt x="81" y="180"/>
                  </a:cubicBezTo>
                  <a:cubicBezTo>
                    <a:pt x="86" y="173"/>
                    <a:pt x="93" y="158"/>
                    <a:pt x="90" y="149"/>
                  </a:cubicBezTo>
                  <a:cubicBezTo>
                    <a:pt x="87" y="140"/>
                    <a:pt x="92" y="125"/>
                    <a:pt x="94" y="121"/>
                  </a:cubicBezTo>
                  <a:cubicBezTo>
                    <a:pt x="96" y="116"/>
                    <a:pt x="97" y="98"/>
                    <a:pt x="97" y="87"/>
                  </a:cubicBezTo>
                  <a:cubicBezTo>
                    <a:pt x="97" y="76"/>
                    <a:pt x="97" y="75"/>
                    <a:pt x="93" y="65"/>
                  </a:cubicBezTo>
                  <a:cubicBezTo>
                    <a:pt x="90" y="56"/>
                    <a:pt x="89" y="55"/>
                    <a:pt x="85" y="44"/>
                  </a:cubicBezTo>
                  <a:cubicBezTo>
                    <a:pt x="81" y="33"/>
                    <a:pt x="74" y="22"/>
                    <a:pt x="69" y="17"/>
                  </a:cubicBezTo>
                  <a:cubicBezTo>
                    <a:pt x="62" y="9"/>
                    <a:pt x="52" y="0"/>
                    <a:pt x="35" y="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929">
              <a:extLst>
                <a:ext uri="{FF2B5EF4-FFF2-40B4-BE49-F238E27FC236}">
                  <a16:creationId xmlns:a16="http://schemas.microsoft.com/office/drawing/2014/main" id="{A7336E38-11CE-4E9B-B5E9-E2E67882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3166"/>
              <a:ext cx="199" cy="490"/>
            </a:xfrm>
            <a:custGeom>
              <a:avLst/>
              <a:gdLst>
                <a:gd name="T0" fmla="*/ 887 w 85"/>
                <a:gd name="T1" fmla="*/ 2738 h 196"/>
                <a:gd name="T2" fmla="*/ 1002 w 85"/>
                <a:gd name="T3" fmla="*/ 2250 h 196"/>
                <a:gd name="T4" fmla="*/ 1054 w 85"/>
                <a:gd name="T5" fmla="*/ 1813 h 196"/>
                <a:gd name="T6" fmla="*/ 1091 w 85"/>
                <a:gd name="T7" fmla="*/ 1283 h 196"/>
                <a:gd name="T8" fmla="*/ 1042 w 85"/>
                <a:gd name="T9" fmla="*/ 938 h 196"/>
                <a:gd name="T10" fmla="*/ 936 w 85"/>
                <a:gd name="T11" fmla="*/ 613 h 196"/>
                <a:gd name="T12" fmla="*/ 728 w 85"/>
                <a:gd name="T13" fmla="*/ 188 h 196"/>
                <a:gd name="T14" fmla="*/ 515 w 85"/>
                <a:gd name="T15" fmla="*/ 0 h 196"/>
                <a:gd name="T16" fmla="*/ 630 w 85"/>
                <a:gd name="T17" fmla="*/ 158 h 196"/>
                <a:gd name="T18" fmla="*/ 744 w 85"/>
                <a:gd name="T19" fmla="*/ 583 h 196"/>
                <a:gd name="T20" fmla="*/ 784 w 85"/>
                <a:gd name="T21" fmla="*/ 1520 h 196"/>
                <a:gd name="T22" fmla="*/ 707 w 85"/>
                <a:gd name="T23" fmla="*/ 1988 h 196"/>
                <a:gd name="T24" fmla="*/ 641 w 85"/>
                <a:gd name="T25" fmla="*/ 2438 h 196"/>
                <a:gd name="T26" fmla="*/ 66 w 85"/>
                <a:gd name="T27" fmla="*/ 2408 h 196"/>
                <a:gd name="T28" fmla="*/ 0 w 85"/>
                <a:gd name="T29" fmla="*/ 2345 h 196"/>
                <a:gd name="T30" fmla="*/ 12 w 85"/>
                <a:gd name="T31" fmla="*/ 2375 h 196"/>
                <a:gd name="T32" fmla="*/ 204 w 85"/>
                <a:gd name="T33" fmla="*/ 2833 h 196"/>
                <a:gd name="T34" fmla="*/ 564 w 85"/>
                <a:gd name="T35" fmla="*/ 3063 h 196"/>
                <a:gd name="T36" fmla="*/ 887 w 85"/>
                <a:gd name="T37" fmla="*/ 2738 h 1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5" h="196">
                  <a:moveTo>
                    <a:pt x="69" y="175"/>
                  </a:moveTo>
                  <a:cubicBezTo>
                    <a:pt x="74" y="168"/>
                    <a:pt x="81" y="153"/>
                    <a:pt x="78" y="144"/>
                  </a:cubicBezTo>
                  <a:cubicBezTo>
                    <a:pt x="75" y="135"/>
                    <a:pt x="80" y="120"/>
                    <a:pt x="82" y="116"/>
                  </a:cubicBezTo>
                  <a:cubicBezTo>
                    <a:pt x="84" y="111"/>
                    <a:pt x="85" y="93"/>
                    <a:pt x="85" y="82"/>
                  </a:cubicBezTo>
                  <a:cubicBezTo>
                    <a:pt x="85" y="71"/>
                    <a:pt x="85" y="70"/>
                    <a:pt x="81" y="60"/>
                  </a:cubicBezTo>
                  <a:cubicBezTo>
                    <a:pt x="78" y="51"/>
                    <a:pt x="77" y="50"/>
                    <a:pt x="73" y="39"/>
                  </a:cubicBezTo>
                  <a:cubicBezTo>
                    <a:pt x="69" y="28"/>
                    <a:pt x="62" y="17"/>
                    <a:pt x="57" y="12"/>
                  </a:cubicBezTo>
                  <a:cubicBezTo>
                    <a:pt x="53" y="7"/>
                    <a:pt x="47" y="2"/>
                    <a:pt x="40" y="0"/>
                  </a:cubicBezTo>
                  <a:cubicBezTo>
                    <a:pt x="43" y="3"/>
                    <a:pt x="46" y="7"/>
                    <a:pt x="49" y="10"/>
                  </a:cubicBezTo>
                  <a:cubicBezTo>
                    <a:pt x="54" y="19"/>
                    <a:pt x="55" y="28"/>
                    <a:pt x="58" y="37"/>
                  </a:cubicBezTo>
                  <a:cubicBezTo>
                    <a:pt x="63" y="58"/>
                    <a:pt x="60" y="77"/>
                    <a:pt x="61" y="97"/>
                  </a:cubicBezTo>
                  <a:cubicBezTo>
                    <a:pt x="61" y="108"/>
                    <a:pt x="58" y="117"/>
                    <a:pt x="55" y="127"/>
                  </a:cubicBezTo>
                  <a:cubicBezTo>
                    <a:pt x="51" y="137"/>
                    <a:pt x="53" y="147"/>
                    <a:pt x="50" y="156"/>
                  </a:cubicBezTo>
                  <a:cubicBezTo>
                    <a:pt x="43" y="174"/>
                    <a:pt x="17" y="167"/>
                    <a:pt x="5" y="154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1" y="151"/>
                    <a:pt x="1" y="151"/>
                    <a:pt x="1" y="152"/>
                  </a:cubicBezTo>
                  <a:cubicBezTo>
                    <a:pt x="7" y="160"/>
                    <a:pt x="9" y="172"/>
                    <a:pt x="16" y="181"/>
                  </a:cubicBezTo>
                  <a:cubicBezTo>
                    <a:pt x="22" y="189"/>
                    <a:pt x="33" y="196"/>
                    <a:pt x="44" y="196"/>
                  </a:cubicBezTo>
                  <a:cubicBezTo>
                    <a:pt x="54" y="196"/>
                    <a:pt x="64" y="183"/>
                    <a:pt x="69" y="175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930">
              <a:extLst>
                <a:ext uri="{FF2B5EF4-FFF2-40B4-BE49-F238E27FC236}">
                  <a16:creationId xmlns:a16="http://schemas.microsoft.com/office/drawing/2014/main" id="{96E56F35-4C8E-441F-9E36-243AAEF55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184"/>
              <a:ext cx="58" cy="314"/>
            </a:xfrm>
            <a:custGeom>
              <a:avLst/>
              <a:gdLst>
                <a:gd name="T0" fmla="*/ 37 w 25"/>
                <a:gd name="T1" fmla="*/ 621 h 126"/>
                <a:gd name="T2" fmla="*/ 28 w 25"/>
                <a:gd name="T3" fmla="*/ 778 h 126"/>
                <a:gd name="T4" fmla="*/ 102 w 25"/>
                <a:gd name="T5" fmla="*/ 1951 h 126"/>
                <a:gd name="T6" fmla="*/ 102 w 25"/>
                <a:gd name="T7" fmla="*/ 1951 h 126"/>
                <a:gd name="T8" fmla="*/ 74 w 25"/>
                <a:gd name="T9" fmla="*/ 778 h 126"/>
                <a:gd name="T10" fmla="*/ 86 w 25"/>
                <a:gd name="T11" fmla="*/ 633 h 126"/>
                <a:gd name="T12" fmla="*/ 313 w 25"/>
                <a:gd name="T13" fmla="*/ 0 h 126"/>
                <a:gd name="T14" fmla="*/ 313 w 25"/>
                <a:gd name="T15" fmla="*/ 0 h 126"/>
                <a:gd name="T16" fmla="*/ 37 w 25"/>
                <a:gd name="T17" fmla="*/ 621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6">
                  <a:moveTo>
                    <a:pt x="3" y="40"/>
                  </a:moveTo>
                  <a:cubicBezTo>
                    <a:pt x="2" y="50"/>
                    <a:pt x="2" y="50"/>
                    <a:pt x="2" y="50"/>
                  </a:cubicBezTo>
                  <a:cubicBezTo>
                    <a:pt x="1" y="74"/>
                    <a:pt x="0" y="109"/>
                    <a:pt x="8" y="126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1" y="109"/>
                    <a:pt x="5" y="72"/>
                    <a:pt x="6" y="5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19"/>
                    <a:pt x="13" y="5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1" y="6"/>
                    <a:pt x="4" y="17"/>
                    <a:pt x="3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931">
              <a:extLst>
                <a:ext uri="{FF2B5EF4-FFF2-40B4-BE49-F238E27FC236}">
                  <a16:creationId xmlns:a16="http://schemas.microsoft.com/office/drawing/2014/main" id="{3DCDC1B9-DFEC-4885-AA7A-9209EEC35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184"/>
              <a:ext cx="58" cy="314"/>
            </a:xfrm>
            <a:custGeom>
              <a:avLst/>
              <a:gdLst>
                <a:gd name="T0" fmla="*/ 123 w 25"/>
                <a:gd name="T1" fmla="*/ 665 h 126"/>
                <a:gd name="T2" fmla="*/ 313 w 25"/>
                <a:gd name="T3" fmla="*/ 0 h 126"/>
                <a:gd name="T4" fmla="*/ 65 w 25"/>
                <a:gd name="T5" fmla="*/ 621 h 126"/>
                <a:gd name="T6" fmla="*/ 102 w 25"/>
                <a:gd name="T7" fmla="*/ 1951 h 126"/>
                <a:gd name="T8" fmla="*/ 123 w 25"/>
                <a:gd name="T9" fmla="*/ 665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26">
                  <a:moveTo>
                    <a:pt x="10" y="43"/>
                  </a:moveTo>
                  <a:cubicBezTo>
                    <a:pt x="13" y="20"/>
                    <a:pt x="19" y="5"/>
                    <a:pt x="25" y="0"/>
                  </a:cubicBezTo>
                  <a:cubicBezTo>
                    <a:pt x="12" y="5"/>
                    <a:pt x="6" y="19"/>
                    <a:pt x="5" y="40"/>
                  </a:cubicBezTo>
                  <a:cubicBezTo>
                    <a:pt x="4" y="61"/>
                    <a:pt x="0" y="106"/>
                    <a:pt x="8" y="126"/>
                  </a:cubicBezTo>
                  <a:cubicBezTo>
                    <a:pt x="8" y="117"/>
                    <a:pt x="7" y="75"/>
                    <a:pt x="10" y="43"/>
                  </a:cubicBezTo>
                  <a:close/>
                </a:path>
              </a:pathLst>
            </a:custGeom>
            <a:solidFill>
              <a:srgbClr val="F8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932">
              <a:extLst>
                <a:ext uri="{FF2B5EF4-FFF2-40B4-BE49-F238E27FC236}">
                  <a16:creationId xmlns:a16="http://schemas.microsoft.com/office/drawing/2014/main" id="{4C7F354A-D2C9-46F6-91A8-779F27A06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3301"/>
              <a:ext cx="302" cy="559"/>
            </a:xfrm>
            <a:custGeom>
              <a:avLst/>
              <a:gdLst>
                <a:gd name="T0" fmla="*/ 0 w 129"/>
                <a:gd name="T1" fmla="*/ 0 h 224"/>
                <a:gd name="T2" fmla="*/ 143 w 129"/>
                <a:gd name="T3" fmla="*/ 479 h 224"/>
                <a:gd name="T4" fmla="*/ 87 w 129"/>
                <a:gd name="T5" fmla="*/ 853 h 224"/>
                <a:gd name="T6" fmla="*/ 220 w 129"/>
                <a:gd name="T7" fmla="*/ 1103 h 224"/>
                <a:gd name="T8" fmla="*/ 180 w 129"/>
                <a:gd name="T9" fmla="*/ 1744 h 224"/>
                <a:gd name="T10" fmla="*/ 604 w 129"/>
                <a:gd name="T11" fmla="*/ 2174 h 224"/>
                <a:gd name="T12" fmla="*/ 707 w 129"/>
                <a:gd name="T13" fmla="*/ 2785 h 224"/>
                <a:gd name="T14" fmla="*/ 1140 w 129"/>
                <a:gd name="T15" fmla="*/ 3094 h 224"/>
                <a:gd name="T16" fmla="*/ 1360 w 129"/>
                <a:gd name="T17" fmla="*/ 3451 h 224"/>
                <a:gd name="T18" fmla="*/ 1655 w 129"/>
                <a:gd name="T19" fmla="*/ 3344 h 2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9" h="224">
                  <a:moveTo>
                    <a:pt x="0" y="0"/>
                  </a:moveTo>
                  <a:cubicBezTo>
                    <a:pt x="10" y="10"/>
                    <a:pt x="14" y="17"/>
                    <a:pt x="11" y="31"/>
                  </a:cubicBezTo>
                  <a:cubicBezTo>
                    <a:pt x="9" y="39"/>
                    <a:pt x="5" y="47"/>
                    <a:pt x="7" y="55"/>
                  </a:cubicBezTo>
                  <a:cubicBezTo>
                    <a:pt x="8" y="62"/>
                    <a:pt x="14" y="65"/>
                    <a:pt x="17" y="71"/>
                  </a:cubicBezTo>
                  <a:cubicBezTo>
                    <a:pt x="24" y="86"/>
                    <a:pt x="13" y="98"/>
                    <a:pt x="14" y="112"/>
                  </a:cubicBezTo>
                  <a:cubicBezTo>
                    <a:pt x="14" y="130"/>
                    <a:pt x="36" y="129"/>
                    <a:pt x="47" y="140"/>
                  </a:cubicBezTo>
                  <a:cubicBezTo>
                    <a:pt x="58" y="150"/>
                    <a:pt x="50" y="166"/>
                    <a:pt x="55" y="179"/>
                  </a:cubicBezTo>
                  <a:cubicBezTo>
                    <a:pt x="61" y="197"/>
                    <a:pt x="76" y="191"/>
                    <a:pt x="89" y="199"/>
                  </a:cubicBezTo>
                  <a:cubicBezTo>
                    <a:pt x="98" y="206"/>
                    <a:pt x="93" y="219"/>
                    <a:pt x="106" y="222"/>
                  </a:cubicBezTo>
                  <a:cubicBezTo>
                    <a:pt x="116" y="224"/>
                    <a:pt x="121" y="216"/>
                    <a:pt x="129" y="2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933">
              <a:extLst>
                <a:ext uri="{FF2B5EF4-FFF2-40B4-BE49-F238E27FC236}">
                  <a16:creationId xmlns:a16="http://schemas.microsoft.com/office/drawing/2014/main" id="{B6458BED-6554-44B8-A406-A7D428792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378"/>
              <a:ext cx="101" cy="430"/>
            </a:xfrm>
            <a:custGeom>
              <a:avLst/>
              <a:gdLst>
                <a:gd name="T0" fmla="*/ 0 w 43"/>
                <a:gd name="T1" fmla="*/ 0 h 172"/>
                <a:gd name="T2" fmla="*/ 143 w 43"/>
                <a:gd name="T3" fmla="*/ 458 h 172"/>
                <a:gd name="T4" fmla="*/ 115 w 43"/>
                <a:gd name="T5" fmla="*/ 800 h 172"/>
                <a:gd name="T6" fmla="*/ 270 w 43"/>
                <a:gd name="T7" fmla="*/ 1188 h 172"/>
                <a:gd name="T8" fmla="*/ 258 w 43"/>
                <a:gd name="T9" fmla="*/ 1563 h 172"/>
                <a:gd name="T10" fmla="*/ 209 w 43"/>
                <a:gd name="T11" fmla="*/ 1895 h 172"/>
                <a:gd name="T12" fmla="*/ 402 w 43"/>
                <a:gd name="T13" fmla="*/ 2175 h 172"/>
                <a:gd name="T14" fmla="*/ 479 w 43"/>
                <a:gd name="T15" fmla="*/ 2688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72">
                  <a:moveTo>
                    <a:pt x="0" y="0"/>
                  </a:moveTo>
                  <a:cubicBezTo>
                    <a:pt x="12" y="1"/>
                    <a:pt x="12" y="21"/>
                    <a:pt x="11" y="29"/>
                  </a:cubicBezTo>
                  <a:cubicBezTo>
                    <a:pt x="10" y="37"/>
                    <a:pt x="6" y="44"/>
                    <a:pt x="9" y="51"/>
                  </a:cubicBezTo>
                  <a:cubicBezTo>
                    <a:pt x="13" y="61"/>
                    <a:pt x="20" y="65"/>
                    <a:pt x="21" y="76"/>
                  </a:cubicBezTo>
                  <a:cubicBezTo>
                    <a:pt x="21" y="83"/>
                    <a:pt x="21" y="92"/>
                    <a:pt x="20" y="100"/>
                  </a:cubicBezTo>
                  <a:cubicBezTo>
                    <a:pt x="20" y="107"/>
                    <a:pt x="15" y="114"/>
                    <a:pt x="16" y="121"/>
                  </a:cubicBezTo>
                  <a:cubicBezTo>
                    <a:pt x="18" y="130"/>
                    <a:pt x="25" y="134"/>
                    <a:pt x="31" y="139"/>
                  </a:cubicBezTo>
                  <a:cubicBezTo>
                    <a:pt x="43" y="149"/>
                    <a:pt x="41" y="159"/>
                    <a:pt x="37" y="17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934">
              <a:extLst>
                <a:ext uri="{FF2B5EF4-FFF2-40B4-BE49-F238E27FC236}">
                  <a16:creationId xmlns:a16="http://schemas.microsoft.com/office/drawing/2014/main" id="{71AD9FF3-26F5-4AA4-9F26-955055C9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3428"/>
              <a:ext cx="47" cy="135"/>
            </a:xfrm>
            <a:custGeom>
              <a:avLst/>
              <a:gdLst>
                <a:gd name="T0" fmla="*/ 143 w 20"/>
                <a:gd name="T1" fmla="*/ 0 h 54"/>
                <a:gd name="T2" fmla="*/ 259 w 20"/>
                <a:gd name="T3" fmla="*/ 845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4">
                  <a:moveTo>
                    <a:pt x="11" y="0"/>
                  </a:moveTo>
                  <a:cubicBezTo>
                    <a:pt x="0" y="15"/>
                    <a:pt x="11" y="39"/>
                    <a:pt x="20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935">
              <a:extLst>
                <a:ext uri="{FF2B5EF4-FFF2-40B4-BE49-F238E27FC236}">
                  <a16:creationId xmlns:a16="http://schemas.microsoft.com/office/drawing/2014/main" id="{FEEBD588-4D79-45E4-A957-9CC4AF588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031"/>
              <a:ext cx="105" cy="347"/>
            </a:xfrm>
            <a:custGeom>
              <a:avLst/>
              <a:gdLst>
                <a:gd name="T0" fmla="*/ 0 w 45"/>
                <a:gd name="T1" fmla="*/ 2162 h 139"/>
                <a:gd name="T2" fmla="*/ 152 w 45"/>
                <a:gd name="T3" fmla="*/ 1728 h 139"/>
                <a:gd name="T4" fmla="*/ 229 w 45"/>
                <a:gd name="T5" fmla="*/ 1403 h 139"/>
                <a:gd name="T6" fmla="*/ 229 w 45"/>
                <a:gd name="T7" fmla="*/ 1103 h 139"/>
                <a:gd name="T8" fmla="*/ 560 w 45"/>
                <a:gd name="T9" fmla="*/ 499 h 139"/>
                <a:gd name="T10" fmla="*/ 523 w 45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39">
                  <a:moveTo>
                    <a:pt x="0" y="139"/>
                  </a:moveTo>
                  <a:cubicBezTo>
                    <a:pt x="4" y="129"/>
                    <a:pt x="7" y="121"/>
                    <a:pt x="12" y="111"/>
                  </a:cubicBezTo>
                  <a:cubicBezTo>
                    <a:pt x="16" y="105"/>
                    <a:pt x="19" y="98"/>
                    <a:pt x="18" y="90"/>
                  </a:cubicBezTo>
                  <a:cubicBezTo>
                    <a:pt x="18" y="83"/>
                    <a:pt x="15" y="78"/>
                    <a:pt x="18" y="71"/>
                  </a:cubicBezTo>
                  <a:cubicBezTo>
                    <a:pt x="23" y="55"/>
                    <a:pt x="41" y="49"/>
                    <a:pt x="44" y="32"/>
                  </a:cubicBezTo>
                  <a:cubicBezTo>
                    <a:pt x="45" y="23"/>
                    <a:pt x="44" y="9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936">
              <a:extLst>
                <a:ext uri="{FF2B5EF4-FFF2-40B4-BE49-F238E27FC236}">
                  <a16:creationId xmlns:a16="http://schemas.microsoft.com/office/drawing/2014/main" id="{1315D041-156C-47D5-B0C3-1F133C05D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837"/>
              <a:ext cx="525" cy="344"/>
            </a:xfrm>
            <a:custGeom>
              <a:avLst/>
              <a:gdLst>
                <a:gd name="T0" fmla="*/ 12 w 224"/>
                <a:gd name="T1" fmla="*/ 2139 h 138"/>
                <a:gd name="T2" fmla="*/ 12 w 224"/>
                <a:gd name="T3" fmla="*/ 1857 h 138"/>
                <a:gd name="T4" fmla="*/ 105 w 224"/>
                <a:gd name="T5" fmla="*/ 1610 h 138"/>
                <a:gd name="T6" fmla="*/ 230 w 224"/>
                <a:gd name="T7" fmla="*/ 1299 h 138"/>
                <a:gd name="T8" fmla="*/ 642 w 224"/>
                <a:gd name="T9" fmla="*/ 1025 h 138"/>
                <a:gd name="T10" fmla="*/ 825 w 224"/>
                <a:gd name="T11" fmla="*/ 790 h 138"/>
                <a:gd name="T12" fmla="*/ 940 w 224"/>
                <a:gd name="T13" fmla="*/ 653 h 138"/>
                <a:gd name="T14" fmla="*/ 1505 w 224"/>
                <a:gd name="T15" fmla="*/ 479 h 138"/>
                <a:gd name="T16" fmla="*/ 1917 w 224"/>
                <a:gd name="T17" fmla="*/ 229 h 138"/>
                <a:gd name="T18" fmla="*/ 2588 w 224"/>
                <a:gd name="T19" fmla="*/ 229 h 138"/>
                <a:gd name="T20" fmla="*/ 2883 w 224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38">
                  <a:moveTo>
                    <a:pt x="1" y="138"/>
                  </a:moveTo>
                  <a:cubicBezTo>
                    <a:pt x="1" y="132"/>
                    <a:pt x="0" y="126"/>
                    <a:pt x="1" y="120"/>
                  </a:cubicBezTo>
                  <a:cubicBezTo>
                    <a:pt x="2" y="114"/>
                    <a:pt x="6" y="110"/>
                    <a:pt x="8" y="104"/>
                  </a:cubicBezTo>
                  <a:cubicBezTo>
                    <a:pt x="12" y="97"/>
                    <a:pt x="14" y="90"/>
                    <a:pt x="18" y="84"/>
                  </a:cubicBezTo>
                  <a:cubicBezTo>
                    <a:pt x="26" y="74"/>
                    <a:pt x="40" y="73"/>
                    <a:pt x="50" y="66"/>
                  </a:cubicBezTo>
                  <a:cubicBezTo>
                    <a:pt x="56" y="62"/>
                    <a:pt x="60" y="57"/>
                    <a:pt x="64" y="51"/>
                  </a:cubicBezTo>
                  <a:cubicBezTo>
                    <a:pt x="67" y="46"/>
                    <a:pt x="67" y="45"/>
                    <a:pt x="73" y="42"/>
                  </a:cubicBezTo>
                  <a:cubicBezTo>
                    <a:pt x="87" y="37"/>
                    <a:pt x="104" y="38"/>
                    <a:pt x="117" y="31"/>
                  </a:cubicBezTo>
                  <a:cubicBezTo>
                    <a:pt x="129" y="24"/>
                    <a:pt x="133" y="11"/>
                    <a:pt x="149" y="15"/>
                  </a:cubicBezTo>
                  <a:cubicBezTo>
                    <a:pt x="167" y="19"/>
                    <a:pt x="184" y="24"/>
                    <a:pt x="201" y="15"/>
                  </a:cubicBezTo>
                  <a:cubicBezTo>
                    <a:pt x="208" y="11"/>
                    <a:pt x="217" y="5"/>
                    <a:pt x="22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937">
              <a:extLst>
                <a:ext uri="{FF2B5EF4-FFF2-40B4-BE49-F238E27FC236}">
                  <a16:creationId xmlns:a16="http://schemas.microsoft.com/office/drawing/2014/main" id="{969EEA07-E90E-4D16-BA13-555AB6E25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3139"/>
              <a:ext cx="61" cy="135"/>
            </a:xfrm>
            <a:custGeom>
              <a:avLst/>
              <a:gdLst>
                <a:gd name="T0" fmla="*/ 286 w 26"/>
                <a:gd name="T1" fmla="*/ 0 h 54"/>
                <a:gd name="T2" fmla="*/ 192 w 26"/>
                <a:gd name="T3" fmla="*/ 563 h 54"/>
                <a:gd name="T4" fmla="*/ 0 w 26"/>
                <a:gd name="T5" fmla="*/ 84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4">
                  <a:moveTo>
                    <a:pt x="22" y="0"/>
                  </a:moveTo>
                  <a:cubicBezTo>
                    <a:pt x="26" y="12"/>
                    <a:pt x="21" y="25"/>
                    <a:pt x="15" y="36"/>
                  </a:cubicBezTo>
                  <a:cubicBezTo>
                    <a:pt x="11" y="42"/>
                    <a:pt x="3" y="47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938">
              <a:extLst>
                <a:ext uri="{FF2B5EF4-FFF2-40B4-BE49-F238E27FC236}">
                  <a16:creationId xmlns:a16="http://schemas.microsoft.com/office/drawing/2014/main" id="{CB315726-8D2A-4D3E-833B-08B32E33D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206"/>
              <a:ext cx="42" cy="175"/>
            </a:xfrm>
            <a:custGeom>
              <a:avLst/>
              <a:gdLst>
                <a:gd name="T0" fmla="*/ 229 w 18"/>
                <a:gd name="T1" fmla="*/ 0 h 70"/>
                <a:gd name="T2" fmla="*/ 65 w 18"/>
                <a:gd name="T3" fmla="*/ 188 h 70"/>
                <a:gd name="T4" fmla="*/ 12 w 18"/>
                <a:gd name="T5" fmla="*/ 613 h 70"/>
                <a:gd name="T6" fmla="*/ 0 w 18"/>
                <a:gd name="T7" fmla="*/ 109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0">
                  <a:moveTo>
                    <a:pt x="18" y="0"/>
                  </a:moveTo>
                  <a:cubicBezTo>
                    <a:pt x="12" y="4"/>
                    <a:pt x="8" y="5"/>
                    <a:pt x="5" y="12"/>
                  </a:cubicBezTo>
                  <a:cubicBezTo>
                    <a:pt x="1" y="20"/>
                    <a:pt x="2" y="30"/>
                    <a:pt x="1" y="39"/>
                  </a:cubicBezTo>
                  <a:cubicBezTo>
                    <a:pt x="0" y="49"/>
                    <a:pt x="1" y="60"/>
                    <a:pt x="0" y="7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939">
              <a:extLst>
                <a:ext uri="{FF2B5EF4-FFF2-40B4-BE49-F238E27FC236}">
                  <a16:creationId xmlns:a16="http://schemas.microsoft.com/office/drawing/2014/main" id="{76098B62-1B7D-4972-AB97-78A802670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308"/>
              <a:ext cx="26" cy="118"/>
            </a:xfrm>
            <a:custGeom>
              <a:avLst/>
              <a:gdLst>
                <a:gd name="T0" fmla="*/ 40 w 11"/>
                <a:gd name="T1" fmla="*/ 0 h 47"/>
                <a:gd name="T2" fmla="*/ 0 w 11"/>
                <a:gd name="T3" fmla="*/ 74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7">
                  <a:moveTo>
                    <a:pt x="3" y="0"/>
                  </a:moveTo>
                  <a:cubicBezTo>
                    <a:pt x="11" y="16"/>
                    <a:pt x="5" y="32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940">
              <a:extLst>
                <a:ext uri="{FF2B5EF4-FFF2-40B4-BE49-F238E27FC236}">
                  <a16:creationId xmlns:a16="http://schemas.microsoft.com/office/drawing/2014/main" id="{CD563B64-E556-4566-BB80-D87B12029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3413"/>
              <a:ext cx="21" cy="143"/>
            </a:xfrm>
            <a:custGeom>
              <a:avLst/>
              <a:gdLst>
                <a:gd name="T0" fmla="*/ 0 w 9"/>
                <a:gd name="T1" fmla="*/ 0 h 57"/>
                <a:gd name="T2" fmla="*/ 86 w 9"/>
                <a:gd name="T3" fmla="*/ 146 h 57"/>
                <a:gd name="T4" fmla="*/ 114 w 9"/>
                <a:gd name="T5" fmla="*/ 459 h 57"/>
                <a:gd name="T6" fmla="*/ 49 w 9"/>
                <a:gd name="T7" fmla="*/ 881 h 57"/>
                <a:gd name="T8" fmla="*/ 65 w 9"/>
                <a:gd name="T9" fmla="*/ 88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1" y="4"/>
                    <a:pt x="5" y="5"/>
                    <a:pt x="7" y="9"/>
                  </a:cubicBezTo>
                  <a:cubicBezTo>
                    <a:pt x="9" y="14"/>
                    <a:pt x="8" y="23"/>
                    <a:pt x="9" y="29"/>
                  </a:cubicBezTo>
                  <a:cubicBezTo>
                    <a:pt x="9" y="39"/>
                    <a:pt x="7" y="47"/>
                    <a:pt x="4" y="56"/>
                  </a:cubicBezTo>
                  <a:cubicBezTo>
                    <a:pt x="4" y="57"/>
                    <a:pt x="4" y="57"/>
                    <a:pt x="5" y="5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941">
              <a:extLst>
                <a:ext uri="{FF2B5EF4-FFF2-40B4-BE49-F238E27FC236}">
                  <a16:creationId xmlns:a16="http://schemas.microsoft.com/office/drawing/2014/main" id="{CEDC1541-6D46-4B84-8029-83396BFBF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3676"/>
              <a:ext cx="71" cy="114"/>
            </a:xfrm>
            <a:custGeom>
              <a:avLst/>
              <a:gdLst>
                <a:gd name="T0" fmla="*/ 0 w 30"/>
                <a:gd name="T1" fmla="*/ 0 h 46"/>
                <a:gd name="T2" fmla="*/ 398 w 30"/>
                <a:gd name="T3" fmla="*/ 70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6">
                  <a:moveTo>
                    <a:pt x="0" y="0"/>
                  </a:moveTo>
                  <a:cubicBezTo>
                    <a:pt x="27" y="2"/>
                    <a:pt x="22" y="29"/>
                    <a:pt x="30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942">
              <a:extLst>
                <a:ext uri="{FF2B5EF4-FFF2-40B4-BE49-F238E27FC236}">
                  <a16:creationId xmlns:a16="http://schemas.microsoft.com/office/drawing/2014/main" id="{9E6B3055-9AAB-4275-9E24-FB58061C8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011"/>
              <a:ext cx="54" cy="98"/>
            </a:xfrm>
            <a:custGeom>
              <a:avLst/>
              <a:gdLst>
                <a:gd name="T0" fmla="*/ 0 w 23"/>
                <a:gd name="T1" fmla="*/ 601 h 39"/>
                <a:gd name="T2" fmla="*/ 298 w 23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9">
                  <a:moveTo>
                    <a:pt x="0" y="38"/>
                  </a:moveTo>
                  <a:cubicBezTo>
                    <a:pt x="19" y="39"/>
                    <a:pt x="17" y="13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943">
              <a:extLst>
                <a:ext uri="{FF2B5EF4-FFF2-40B4-BE49-F238E27FC236}">
                  <a16:creationId xmlns:a16="http://schemas.microsoft.com/office/drawing/2014/main" id="{66E0957B-EDCA-4ED5-A3E9-A34CC50B9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931"/>
              <a:ext cx="92" cy="85"/>
            </a:xfrm>
            <a:custGeom>
              <a:avLst/>
              <a:gdLst>
                <a:gd name="T0" fmla="*/ 0 w 39"/>
                <a:gd name="T1" fmla="*/ 345 h 34"/>
                <a:gd name="T2" fmla="*/ 512 w 39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4">
                  <a:moveTo>
                    <a:pt x="0" y="22"/>
                  </a:moveTo>
                  <a:cubicBezTo>
                    <a:pt x="15" y="34"/>
                    <a:pt x="34" y="13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944">
              <a:extLst>
                <a:ext uri="{FF2B5EF4-FFF2-40B4-BE49-F238E27FC236}">
                  <a16:creationId xmlns:a16="http://schemas.microsoft.com/office/drawing/2014/main" id="{850794A5-BAD3-40C5-B7B4-FD475BE10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869"/>
              <a:ext cx="121" cy="60"/>
            </a:xfrm>
            <a:custGeom>
              <a:avLst/>
              <a:gdLst>
                <a:gd name="T0" fmla="*/ 0 w 52"/>
                <a:gd name="T1" fmla="*/ 375 h 24"/>
                <a:gd name="T2" fmla="*/ 363 w 52"/>
                <a:gd name="T3" fmla="*/ 33 h 24"/>
                <a:gd name="T4" fmla="*/ 656 w 52"/>
                <a:gd name="T5" fmla="*/ 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0" y="12"/>
                    <a:pt x="19" y="3"/>
                    <a:pt x="29" y="2"/>
                  </a:cubicBezTo>
                  <a:cubicBezTo>
                    <a:pt x="36" y="1"/>
                    <a:pt x="44" y="0"/>
                    <a:pt x="52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945">
              <a:extLst>
                <a:ext uri="{FF2B5EF4-FFF2-40B4-BE49-F238E27FC236}">
                  <a16:creationId xmlns:a16="http://schemas.microsoft.com/office/drawing/2014/main" id="{4A82945B-4A47-4415-AF4C-63729EF78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884"/>
              <a:ext cx="113" cy="40"/>
            </a:xfrm>
            <a:custGeom>
              <a:avLst/>
              <a:gdLst>
                <a:gd name="T0" fmla="*/ 0 w 48"/>
                <a:gd name="T1" fmla="*/ 208 h 16"/>
                <a:gd name="T2" fmla="*/ 377 w 48"/>
                <a:gd name="T3" fmla="*/ 158 h 16"/>
                <a:gd name="T4" fmla="*/ 626 w 4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0" y="13"/>
                  </a:moveTo>
                  <a:cubicBezTo>
                    <a:pt x="10" y="15"/>
                    <a:pt x="20" y="16"/>
                    <a:pt x="29" y="10"/>
                  </a:cubicBezTo>
                  <a:cubicBezTo>
                    <a:pt x="35" y="7"/>
                    <a:pt x="43" y="4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946">
              <a:extLst>
                <a:ext uri="{FF2B5EF4-FFF2-40B4-BE49-F238E27FC236}">
                  <a16:creationId xmlns:a16="http://schemas.microsoft.com/office/drawing/2014/main" id="{E3E76F8F-A2FB-4B8C-AA33-25827F8B4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834"/>
              <a:ext cx="136" cy="38"/>
            </a:xfrm>
            <a:custGeom>
              <a:avLst/>
              <a:gdLst>
                <a:gd name="T0" fmla="*/ 0 w 58"/>
                <a:gd name="T1" fmla="*/ 243 h 15"/>
                <a:gd name="T2" fmla="*/ 450 w 58"/>
                <a:gd name="T3" fmla="*/ 33 h 15"/>
                <a:gd name="T4" fmla="*/ 748 w 58"/>
                <a:gd name="T5" fmla="*/ 1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5">
                  <a:moveTo>
                    <a:pt x="0" y="15"/>
                  </a:moveTo>
                  <a:cubicBezTo>
                    <a:pt x="12" y="7"/>
                    <a:pt x="20" y="0"/>
                    <a:pt x="35" y="2"/>
                  </a:cubicBezTo>
                  <a:cubicBezTo>
                    <a:pt x="45" y="3"/>
                    <a:pt x="50" y="7"/>
                    <a:pt x="58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947">
              <a:extLst>
                <a:ext uri="{FF2B5EF4-FFF2-40B4-BE49-F238E27FC236}">
                  <a16:creationId xmlns:a16="http://schemas.microsoft.com/office/drawing/2014/main" id="{E2718E91-03E0-4B2B-8C4F-697543A52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261"/>
              <a:ext cx="64" cy="110"/>
            </a:xfrm>
            <a:custGeom>
              <a:avLst/>
              <a:gdLst>
                <a:gd name="T0" fmla="*/ 201 w 27"/>
                <a:gd name="T1" fmla="*/ 688 h 44"/>
                <a:gd name="T2" fmla="*/ 360 w 27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4">
                  <a:moveTo>
                    <a:pt x="15" y="44"/>
                  </a:moveTo>
                  <a:cubicBezTo>
                    <a:pt x="0" y="31"/>
                    <a:pt x="19" y="12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948">
              <a:extLst>
                <a:ext uri="{FF2B5EF4-FFF2-40B4-BE49-F238E27FC236}">
                  <a16:creationId xmlns:a16="http://schemas.microsoft.com/office/drawing/2014/main" id="{832D27A2-38A6-499C-981A-D7984FC5A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3034"/>
              <a:ext cx="78" cy="112"/>
            </a:xfrm>
            <a:custGeom>
              <a:avLst/>
              <a:gdLst>
                <a:gd name="T0" fmla="*/ 12 w 33"/>
                <a:gd name="T1" fmla="*/ 694 h 45"/>
                <a:gd name="T2" fmla="*/ 144 w 33"/>
                <a:gd name="T3" fmla="*/ 199 h 45"/>
                <a:gd name="T4" fmla="*/ 329 w 33"/>
                <a:gd name="T5" fmla="*/ 62 h 45"/>
                <a:gd name="T6" fmla="*/ 435 w 33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5">
                  <a:moveTo>
                    <a:pt x="1" y="45"/>
                  </a:moveTo>
                  <a:cubicBezTo>
                    <a:pt x="0" y="34"/>
                    <a:pt x="3" y="21"/>
                    <a:pt x="11" y="13"/>
                  </a:cubicBezTo>
                  <a:cubicBezTo>
                    <a:pt x="14" y="10"/>
                    <a:pt x="20" y="6"/>
                    <a:pt x="25" y="4"/>
                  </a:cubicBezTo>
                  <a:cubicBezTo>
                    <a:pt x="27" y="2"/>
                    <a:pt x="30" y="2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949">
              <a:extLst>
                <a:ext uri="{FF2B5EF4-FFF2-40B4-BE49-F238E27FC236}">
                  <a16:creationId xmlns:a16="http://schemas.microsoft.com/office/drawing/2014/main" id="{7B5320DB-C922-4601-A6D0-2E5DBCEB6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788"/>
              <a:ext cx="583" cy="202"/>
            </a:xfrm>
            <a:custGeom>
              <a:avLst/>
              <a:gdLst>
                <a:gd name="T0" fmla="*/ 0 w 249"/>
                <a:gd name="T1" fmla="*/ 449 h 81"/>
                <a:gd name="T2" fmla="*/ 77 w 249"/>
                <a:gd name="T3" fmla="*/ 529 h 81"/>
                <a:gd name="T4" fmla="*/ 258 w 249"/>
                <a:gd name="T5" fmla="*/ 653 h 81"/>
                <a:gd name="T6" fmla="*/ 553 w 249"/>
                <a:gd name="T7" fmla="*/ 728 h 81"/>
                <a:gd name="T8" fmla="*/ 812 w 249"/>
                <a:gd name="T9" fmla="*/ 1008 h 81"/>
                <a:gd name="T10" fmla="*/ 1475 w 249"/>
                <a:gd name="T11" fmla="*/ 1025 h 81"/>
                <a:gd name="T12" fmla="*/ 2002 w 249"/>
                <a:gd name="T13" fmla="*/ 1120 h 81"/>
                <a:gd name="T14" fmla="*/ 2505 w 249"/>
                <a:gd name="T15" fmla="*/ 870 h 81"/>
                <a:gd name="T16" fmla="*/ 3032 w 249"/>
                <a:gd name="T17" fmla="*/ 778 h 81"/>
                <a:gd name="T18" fmla="*/ 3184 w 249"/>
                <a:gd name="T19" fmla="*/ 279 h 81"/>
                <a:gd name="T20" fmla="*/ 3168 w 249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9" h="81">
                  <a:moveTo>
                    <a:pt x="0" y="29"/>
                  </a:moveTo>
                  <a:cubicBezTo>
                    <a:pt x="4" y="29"/>
                    <a:pt x="3" y="32"/>
                    <a:pt x="6" y="34"/>
                  </a:cubicBezTo>
                  <a:cubicBezTo>
                    <a:pt x="10" y="40"/>
                    <a:pt x="13" y="41"/>
                    <a:pt x="20" y="42"/>
                  </a:cubicBezTo>
                  <a:cubicBezTo>
                    <a:pt x="28" y="44"/>
                    <a:pt x="36" y="44"/>
                    <a:pt x="43" y="47"/>
                  </a:cubicBezTo>
                  <a:cubicBezTo>
                    <a:pt x="52" y="51"/>
                    <a:pt x="56" y="58"/>
                    <a:pt x="63" y="65"/>
                  </a:cubicBezTo>
                  <a:cubicBezTo>
                    <a:pt x="80" y="81"/>
                    <a:pt x="95" y="71"/>
                    <a:pt x="115" y="66"/>
                  </a:cubicBezTo>
                  <a:cubicBezTo>
                    <a:pt x="130" y="63"/>
                    <a:pt x="141" y="72"/>
                    <a:pt x="156" y="72"/>
                  </a:cubicBezTo>
                  <a:cubicBezTo>
                    <a:pt x="173" y="72"/>
                    <a:pt x="181" y="62"/>
                    <a:pt x="195" y="56"/>
                  </a:cubicBezTo>
                  <a:cubicBezTo>
                    <a:pt x="208" y="50"/>
                    <a:pt x="223" y="55"/>
                    <a:pt x="236" y="50"/>
                  </a:cubicBezTo>
                  <a:cubicBezTo>
                    <a:pt x="249" y="44"/>
                    <a:pt x="247" y="30"/>
                    <a:pt x="248" y="18"/>
                  </a:cubicBezTo>
                  <a:cubicBezTo>
                    <a:pt x="248" y="13"/>
                    <a:pt x="245" y="4"/>
                    <a:pt x="24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950">
              <a:extLst>
                <a:ext uri="{FF2B5EF4-FFF2-40B4-BE49-F238E27FC236}">
                  <a16:creationId xmlns:a16="http://schemas.microsoft.com/office/drawing/2014/main" id="{BDBCEB54-6758-49EF-9644-14CBE661C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3855"/>
              <a:ext cx="96" cy="45"/>
            </a:xfrm>
            <a:custGeom>
              <a:avLst/>
              <a:gdLst>
                <a:gd name="T0" fmla="*/ 0 w 41"/>
                <a:gd name="T1" fmla="*/ 0 h 18"/>
                <a:gd name="T2" fmla="*/ 335 w 41"/>
                <a:gd name="T3" fmla="*/ 50 h 18"/>
                <a:gd name="T4" fmla="*/ 527 w 41"/>
                <a:gd name="T5" fmla="*/ 2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0" y="0"/>
                  </a:moveTo>
                  <a:cubicBezTo>
                    <a:pt x="7" y="3"/>
                    <a:pt x="18" y="0"/>
                    <a:pt x="26" y="3"/>
                  </a:cubicBezTo>
                  <a:cubicBezTo>
                    <a:pt x="31" y="6"/>
                    <a:pt x="39" y="12"/>
                    <a:pt x="41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951">
              <a:extLst>
                <a:ext uri="{FF2B5EF4-FFF2-40B4-BE49-F238E27FC236}">
                  <a16:creationId xmlns:a16="http://schemas.microsoft.com/office/drawing/2014/main" id="{4658E96E-4EC7-426A-BF38-91723CF06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3910"/>
              <a:ext cx="128" cy="43"/>
            </a:xfrm>
            <a:custGeom>
              <a:avLst/>
              <a:gdLst>
                <a:gd name="T0" fmla="*/ 0 w 55"/>
                <a:gd name="T1" fmla="*/ 83 h 17"/>
                <a:gd name="T2" fmla="*/ 552 w 55"/>
                <a:gd name="T3" fmla="*/ 116 h 17"/>
                <a:gd name="T4" fmla="*/ 694 w 55"/>
                <a:gd name="T5" fmla="*/ 2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0" y="5"/>
                  </a:moveTo>
                  <a:cubicBezTo>
                    <a:pt x="11" y="3"/>
                    <a:pt x="33" y="0"/>
                    <a:pt x="44" y="7"/>
                  </a:cubicBezTo>
                  <a:cubicBezTo>
                    <a:pt x="48" y="9"/>
                    <a:pt x="52" y="17"/>
                    <a:pt x="55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952">
              <a:extLst>
                <a:ext uri="{FF2B5EF4-FFF2-40B4-BE49-F238E27FC236}">
                  <a16:creationId xmlns:a16="http://schemas.microsoft.com/office/drawing/2014/main" id="{5311ED29-C29D-419A-87BE-DB00D4B59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3693"/>
              <a:ext cx="42" cy="107"/>
            </a:xfrm>
            <a:custGeom>
              <a:avLst/>
              <a:gdLst>
                <a:gd name="T0" fmla="*/ 0 w 18"/>
                <a:gd name="T1" fmla="*/ 0 h 43"/>
                <a:gd name="T2" fmla="*/ 65 w 18"/>
                <a:gd name="T3" fmla="*/ 383 h 43"/>
                <a:gd name="T4" fmla="*/ 229 w 18"/>
                <a:gd name="T5" fmla="*/ 66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1" y="10"/>
                    <a:pt x="0" y="16"/>
                    <a:pt x="5" y="25"/>
                  </a:cubicBezTo>
                  <a:cubicBezTo>
                    <a:pt x="9" y="32"/>
                    <a:pt x="13" y="38"/>
                    <a:pt x="18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953">
              <a:extLst>
                <a:ext uri="{FF2B5EF4-FFF2-40B4-BE49-F238E27FC236}">
                  <a16:creationId xmlns:a16="http://schemas.microsoft.com/office/drawing/2014/main" id="{28B11DE1-7F69-46AF-8EED-2BB37EB1B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780"/>
              <a:ext cx="217" cy="220"/>
            </a:xfrm>
            <a:custGeom>
              <a:avLst/>
              <a:gdLst>
                <a:gd name="T0" fmla="*/ 0 w 93"/>
                <a:gd name="T1" fmla="*/ 0 h 88"/>
                <a:gd name="T2" fmla="*/ 257 w 93"/>
                <a:gd name="T3" fmla="*/ 395 h 88"/>
                <a:gd name="T4" fmla="*/ 408 w 93"/>
                <a:gd name="T5" fmla="*/ 425 h 88"/>
                <a:gd name="T6" fmla="*/ 495 w 93"/>
                <a:gd name="T7" fmla="*/ 645 h 88"/>
                <a:gd name="T8" fmla="*/ 600 w 93"/>
                <a:gd name="T9" fmla="*/ 925 h 88"/>
                <a:gd name="T10" fmla="*/ 903 w 93"/>
                <a:gd name="T11" fmla="*/ 1083 h 88"/>
                <a:gd name="T12" fmla="*/ 1094 w 93"/>
                <a:gd name="T13" fmla="*/ 1208 h 88"/>
                <a:gd name="T14" fmla="*/ 1155 w 93"/>
                <a:gd name="T15" fmla="*/ 1300 h 88"/>
                <a:gd name="T16" fmla="*/ 1181 w 93"/>
                <a:gd name="T17" fmla="*/ 1333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88">
                  <a:moveTo>
                    <a:pt x="0" y="0"/>
                  </a:moveTo>
                  <a:cubicBezTo>
                    <a:pt x="3" y="13"/>
                    <a:pt x="5" y="22"/>
                    <a:pt x="20" y="25"/>
                  </a:cubicBezTo>
                  <a:cubicBezTo>
                    <a:pt x="23" y="26"/>
                    <a:pt x="29" y="26"/>
                    <a:pt x="32" y="27"/>
                  </a:cubicBezTo>
                  <a:cubicBezTo>
                    <a:pt x="36" y="29"/>
                    <a:pt x="38" y="37"/>
                    <a:pt x="39" y="41"/>
                  </a:cubicBezTo>
                  <a:cubicBezTo>
                    <a:pt x="41" y="47"/>
                    <a:pt x="42" y="54"/>
                    <a:pt x="47" y="59"/>
                  </a:cubicBezTo>
                  <a:cubicBezTo>
                    <a:pt x="53" y="66"/>
                    <a:pt x="62" y="67"/>
                    <a:pt x="71" y="69"/>
                  </a:cubicBezTo>
                  <a:cubicBezTo>
                    <a:pt x="77" y="71"/>
                    <a:pt x="81" y="73"/>
                    <a:pt x="86" y="77"/>
                  </a:cubicBezTo>
                  <a:cubicBezTo>
                    <a:pt x="88" y="79"/>
                    <a:pt x="89" y="81"/>
                    <a:pt x="91" y="83"/>
                  </a:cubicBezTo>
                  <a:cubicBezTo>
                    <a:pt x="92" y="84"/>
                    <a:pt x="92" y="88"/>
                    <a:pt x="93" y="8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954">
              <a:extLst>
                <a:ext uri="{FF2B5EF4-FFF2-40B4-BE49-F238E27FC236}">
                  <a16:creationId xmlns:a16="http://schemas.microsoft.com/office/drawing/2014/main" id="{B2024A5E-E89A-4E2F-872A-97933117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890"/>
              <a:ext cx="113" cy="73"/>
            </a:xfrm>
            <a:custGeom>
              <a:avLst/>
              <a:gdLst>
                <a:gd name="T0" fmla="*/ 0 w 48"/>
                <a:gd name="T1" fmla="*/ 0 h 29"/>
                <a:gd name="T2" fmla="*/ 299 w 48"/>
                <a:gd name="T3" fmla="*/ 430 h 29"/>
                <a:gd name="T4" fmla="*/ 626 w 48"/>
                <a:gd name="T5" fmla="*/ 46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9">
                  <a:moveTo>
                    <a:pt x="0" y="0"/>
                  </a:moveTo>
                  <a:cubicBezTo>
                    <a:pt x="8" y="10"/>
                    <a:pt x="8" y="24"/>
                    <a:pt x="23" y="27"/>
                  </a:cubicBezTo>
                  <a:cubicBezTo>
                    <a:pt x="31" y="29"/>
                    <a:pt x="40" y="26"/>
                    <a:pt x="48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955">
              <a:extLst>
                <a:ext uri="{FF2B5EF4-FFF2-40B4-BE49-F238E27FC236}">
                  <a16:creationId xmlns:a16="http://schemas.microsoft.com/office/drawing/2014/main" id="{CD846C0D-B196-4B9C-9C12-EBE4C102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843"/>
              <a:ext cx="70" cy="90"/>
            </a:xfrm>
            <a:custGeom>
              <a:avLst/>
              <a:gdLst>
                <a:gd name="T0" fmla="*/ 0 w 30"/>
                <a:gd name="T1" fmla="*/ 0 h 36"/>
                <a:gd name="T2" fmla="*/ 201 w 30"/>
                <a:gd name="T3" fmla="*/ 395 h 36"/>
                <a:gd name="T4" fmla="*/ 380 w 30"/>
                <a:gd name="T5" fmla="*/ 56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cubicBezTo>
                    <a:pt x="1" y="12"/>
                    <a:pt x="7" y="17"/>
                    <a:pt x="16" y="25"/>
                  </a:cubicBezTo>
                  <a:cubicBezTo>
                    <a:pt x="20" y="29"/>
                    <a:pt x="25" y="35"/>
                    <a:pt x="30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956">
              <a:extLst>
                <a:ext uri="{FF2B5EF4-FFF2-40B4-BE49-F238E27FC236}">
                  <a16:creationId xmlns:a16="http://schemas.microsoft.com/office/drawing/2014/main" id="{B0F546DF-8220-4DB9-A267-9A23C98F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3915"/>
              <a:ext cx="160" cy="35"/>
            </a:xfrm>
            <a:custGeom>
              <a:avLst/>
              <a:gdLst>
                <a:gd name="T0" fmla="*/ 0 w 68"/>
                <a:gd name="T1" fmla="*/ 220 h 14"/>
                <a:gd name="T2" fmla="*/ 508 w 68"/>
                <a:gd name="T3" fmla="*/ 20 h 14"/>
                <a:gd name="T4" fmla="*/ 875 w 68"/>
                <a:gd name="T5" fmla="*/ 95 h 14"/>
                <a:gd name="T6" fmla="*/ 875 w 68"/>
                <a:gd name="T7" fmla="*/ 8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4">
                  <a:moveTo>
                    <a:pt x="0" y="14"/>
                  </a:moveTo>
                  <a:cubicBezTo>
                    <a:pt x="14" y="12"/>
                    <a:pt x="25" y="0"/>
                    <a:pt x="39" y="1"/>
                  </a:cubicBezTo>
                  <a:cubicBezTo>
                    <a:pt x="48" y="2"/>
                    <a:pt x="58" y="5"/>
                    <a:pt x="67" y="6"/>
                  </a:cubicBezTo>
                  <a:cubicBezTo>
                    <a:pt x="68" y="6"/>
                    <a:pt x="68" y="6"/>
                    <a:pt x="67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957">
              <a:extLst>
                <a:ext uri="{FF2B5EF4-FFF2-40B4-BE49-F238E27FC236}">
                  <a16:creationId xmlns:a16="http://schemas.microsoft.com/office/drawing/2014/main" id="{D05150E2-E5F6-445A-AE12-82F766FE0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3793"/>
              <a:ext cx="87" cy="125"/>
            </a:xfrm>
            <a:custGeom>
              <a:avLst/>
              <a:gdLst>
                <a:gd name="T0" fmla="*/ 0 w 37"/>
                <a:gd name="T1" fmla="*/ 783 h 50"/>
                <a:gd name="T2" fmla="*/ 221 w 37"/>
                <a:gd name="T3" fmla="*/ 688 h 50"/>
                <a:gd name="T4" fmla="*/ 310 w 37"/>
                <a:gd name="T5" fmla="*/ 425 h 50"/>
                <a:gd name="T6" fmla="*/ 442 w 37"/>
                <a:gd name="T7" fmla="*/ 220 h 50"/>
                <a:gd name="T8" fmla="*/ 454 w 3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0">
                  <a:moveTo>
                    <a:pt x="0" y="50"/>
                  </a:moveTo>
                  <a:cubicBezTo>
                    <a:pt x="5" y="48"/>
                    <a:pt x="13" y="49"/>
                    <a:pt x="17" y="44"/>
                  </a:cubicBezTo>
                  <a:cubicBezTo>
                    <a:pt x="20" y="39"/>
                    <a:pt x="21" y="32"/>
                    <a:pt x="24" y="27"/>
                  </a:cubicBezTo>
                  <a:cubicBezTo>
                    <a:pt x="28" y="22"/>
                    <a:pt x="32" y="20"/>
                    <a:pt x="34" y="14"/>
                  </a:cubicBezTo>
                  <a:cubicBezTo>
                    <a:pt x="35" y="10"/>
                    <a:pt x="37" y="1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958">
              <a:extLst>
                <a:ext uri="{FF2B5EF4-FFF2-40B4-BE49-F238E27FC236}">
                  <a16:creationId xmlns:a16="http://schemas.microsoft.com/office/drawing/2014/main" id="{D29F2ED3-D054-4A72-A098-8FCECC078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873"/>
              <a:ext cx="139" cy="50"/>
            </a:xfrm>
            <a:custGeom>
              <a:avLst/>
              <a:gdLst>
                <a:gd name="T0" fmla="*/ 0 w 59"/>
                <a:gd name="T1" fmla="*/ 313 h 20"/>
                <a:gd name="T2" fmla="*/ 770 w 5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20">
                  <a:moveTo>
                    <a:pt x="0" y="20"/>
                  </a:moveTo>
                  <a:cubicBezTo>
                    <a:pt x="9" y="1"/>
                    <a:pt x="41" y="0"/>
                    <a:pt x="5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959">
              <a:extLst>
                <a:ext uri="{FF2B5EF4-FFF2-40B4-BE49-F238E27FC236}">
                  <a16:creationId xmlns:a16="http://schemas.microsoft.com/office/drawing/2014/main" id="{4C51AF03-CA6D-4E69-92C5-206E9C70F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3963"/>
              <a:ext cx="112" cy="30"/>
            </a:xfrm>
            <a:custGeom>
              <a:avLst/>
              <a:gdLst>
                <a:gd name="T0" fmla="*/ 0 w 48"/>
                <a:gd name="T1" fmla="*/ 63 h 12"/>
                <a:gd name="T2" fmla="*/ 380 w 48"/>
                <a:gd name="T3" fmla="*/ 145 h 12"/>
                <a:gd name="T4" fmla="*/ 609 w 48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">
                  <a:moveTo>
                    <a:pt x="0" y="4"/>
                  </a:moveTo>
                  <a:cubicBezTo>
                    <a:pt x="8" y="11"/>
                    <a:pt x="20" y="12"/>
                    <a:pt x="30" y="9"/>
                  </a:cubicBezTo>
                  <a:cubicBezTo>
                    <a:pt x="34" y="8"/>
                    <a:pt x="46" y="0"/>
                    <a:pt x="48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960">
              <a:extLst>
                <a:ext uri="{FF2B5EF4-FFF2-40B4-BE49-F238E27FC236}">
                  <a16:creationId xmlns:a16="http://schemas.microsoft.com/office/drawing/2014/main" id="{C374F86F-FA3F-485E-B8DF-4426F33F5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973"/>
              <a:ext cx="185" cy="55"/>
            </a:xfrm>
            <a:custGeom>
              <a:avLst/>
              <a:gdLst>
                <a:gd name="T0" fmla="*/ 0 w 79"/>
                <a:gd name="T1" fmla="*/ 175 h 22"/>
                <a:gd name="T2" fmla="*/ 363 w 79"/>
                <a:gd name="T3" fmla="*/ 50 h 22"/>
                <a:gd name="T4" fmla="*/ 614 w 79"/>
                <a:gd name="T5" fmla="*/ 33 h 22"/>
                <a:gd name="T6" fmla="*/ 1014 w 79"/>
                <a:gd name="T7" fmla="*/ 3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2">
                  <a:moveTo>
                    <a:pt x="0" y="11"/>
                  </a:moveTo>
                  <a:cubicBezTo>
                    <a:pt x="7" y="4"/>
                    <a:pt x="19" y="5"/>
                    <a:pt x="28" y="3"/>
                  </a:cubicBezTo>
                  <a:cubicBezTo>
                    <a:pt x="35" y="1"/>
                    <a:pt x="40" y="0"/>
                    <a:pt x="48" y="2"/>
                  </a:cubicBezTo>
                  <a:cubicBezTo>
                    <a:pt x="57" y="6"/>
                    <a:pt x="74" y="16"/>
                    <a:pt x="79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961">
              <a:extLst>
                <a:ext uri="{FF2B5EF4-FFF2-40B4-BE49-F238E27FC236}">
                  <a16:creationId xmlns:a16="http://schemas.microsoft.com/office/drawing/2014/main" id="{D721787E-D3A5-42C1-8602-90E430FA9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3983"/>
              <a:ext cx="136" cy="30"/>
            </a:xfrm>
            <a:custGeom>
              <a:avLst/>
              <a:gdLst>
                <a:gd name="T0" fmla="*/ 0 w 58"/>
                <a:gd name="T1" fmla="*/ 0 h 12"/>
                <a:gd name="T2" fmla="*/ 373 w 58"/>
                <a:gd name="T3" fmla="*/ 83 h 12"/>
                <a:gd name="T4" fmla="*/ 642 w 58"/>
                <a:gd name="T5" fmla="*/ 95 h 12"/>
                <a:gd name="T6" fmla="*/ 748 w 58"/>
                <a:gd name="T7" fmla="*/ 14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6" y="12"/>
                    <a:pt x="19" y="7"/>
                    <a:pt x="29" y="5"/>
                  </a:cubicBezTo>
                  <a:cubicBezTo>
                    <a:pt x="36" y="4"/>
                    <a:pt x="43" y="3"/>
                    <a:pt x="50" y="6"/>
                  </a:cubicBezTo>
                  <a:cubicBezTo>
                    <a:pt x="53" y="7"/>
                    <a:pt x="55" y="9"/>
                    <a:pt x="58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962">
              <a:extLst>
                <a:ext uri="{FF2B5EF4-FFF2-40B4-BE49-F238E27FC236}">
                  <a16:creationId xmlns:a16="http://schemas.microsoft.com/office/drawing/2014/main" id="{93BACBAD-5E5E-417D-A167-3CDE750F7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3923"/>
              <a:ext cx="108" cy="67"/>
            </a:xfrm>
            <a:custGeom>
              <a:avLst/>
              <a:gdLst>
                <a:gd name="T0" fmla="*/ 0 w 46"/>
                <a:gd name="T1" fmla="*/ 400 h 27"/>
                <a:gd name="T2" fmla="*/ 143 w 46"/>
                <a:gd name="T3" fmla="*/ 350 h 27"/>
                <a:gd name="T4" fmla="*/ 376 w 46"/>
                <a:gd name="T5" fmla="*/ 278 h 27"/>
                <a:gd name="T6" fmla="*/ 596 w 4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7">
                  <a:moveTo>
                    <a:pt x="0" y="26"/>
                  </a:moveTo>
                  <a:cubicBezTo>
                    <a:pt x="4" y="27"/>
                    <a:pt x="8" y="24"/>
                    <a:pt x="11" y="23"/>
                  </a:cubicBezTo>
                  <a:cubicBezTo>
                    <a:pt x="17" y="20"/>
                    <a:pt x="23" y="20"/>
                    <a:pt x="29" y="18"/>
                  </a:cubicBezTo>
                  <a:cubicBezTo>
                    <a:pt x="39" y="14"/>
                    <a:pt x="38" y="3"/>
                    <a:pt x="4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963">
              <a:extLst>
                <a:ext uri="{FF2B5EF4-FFF2-40B4-BE49-F238E27FC236}">
                  <a16:creationId xmlns:a16="http://schemas.microsoft.com/office/drawing/2014/main" id="{1527327E-4A5C-416E-B774-D2D2D32AF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882"/>
              <a:ext cx="300" cy="132"/>
            </a:xfrm>
            <a:custGeom>
              <a:avLst/>
              <a:gdLst>
                <a:gd name="T0" fmla="*/ 0 w 128"/>
                <a:gd name="T1" fmla="*/ 0 h 53"/>
                <a:gd name="T2" fmla="*/ 659 w 128"/>
                <a:gd name="T3" fmla="*/ 62 h 53"/>
                <a:gd name="T4" fmla="*/ 912 w 128"/>
                <a:gd name="T5" fmla="*/ 229 h 53"/>
                <a:gd name="T6" fmla="*/ 1160 w 128"/>
                <a:gd name="T7" fmla="*/ 279 h 53"/>
                <a:gd name="T8" fmla="*/ 1533 w 128"/>
                <a:gd name="T9" fmla="*/ 590 h 53"/>
                <a:gd name="T10" fmla="*/ 1620 w 128"/>
                <a:gd name="T11" fmla="*/ 712 h 53"/>
                <a:gd name="T12" fmla="*/ 1648 w 128"/>
                <a:gd name="T13" fmla="*/ 81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53">
                  <a:moveTo>
                    <a:pt x="0" y="0"/>
                  </a:moveTo>
                  <a:cubicBezTo>
                    <a:pt x="15" y="11"/>
                    <a:pt x="34" y="0"/>
                    <a:pt x="51" y="4"/>
                  </a:cubicBezTo>
                  <a:cubicBezTo>
                    <a:pt x="59" y="6"/>
                    <a:pt x="64" y="11"/>
                    <a:pt x="71" y="15"/>
                  </a:cubicBezTo>
                  <a:cubicBezTo>
                    <a:pt x="78" y="19"/>
                    <a:pt x="83" y="18"/>
                    <a:pt x="90" y="18"/>
                  </a:cubicBezTo>
                  <a:cubicBezTo>
                    <a:pt x="104" y="18"/>
                    <a:pt x="111" y="27"/>
                    <a:pt x="119" y="38"/>
                  </a:cubicBezTo>
                  <a:cubicBezTo>
                    <a:pt x="121" y="40"/>
                    <a:pt x="125" y="43"/>
                    <a:pt x="126" y="46"/>
                  </a:cubicBezTo>
                  <a:cubicBezTo>
                    <a:pt x="127" y="48"/>
                    <a:pt x="127" y="53"/>
                    <a:pt x="128" y="5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964">
              <a:extLst>
                <a:ext uri="{FF2B5EF4-FFF2-40B4-BE49-F238E27FC236}">
                  <a16:creationId xmlns:a16="http://schemas.microsoft.com/office/drawing/2014/main" id="{4F42616E-A2B0-4DD3-9E71-25C721ADF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894"/>
              <a:ext cx="115" cy="30"/>
            </a:xfrm>
            <a:custGeom>
              <a:avLst/>
              <a:gdLst>
                <a:gd name="T0" fmla="*/ 0 w 49"/>
                <a:gd name="T1" fmla="*/ 83 h 12"/>
                <a:gd name="T2" fmla="*/ 385 w 49"/>
                <a:gd name="T3" fmla="*/ 125 h 12"/>
                <a:gd name="T4" fmla="*/ 634 w 4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2">
                  <a:moveTo>
                    <a:pt x="0" y="5"/>
                  </a:moveTo>
                  <a:cubicBezTo>
                    <a:pt x="11" y="10"/>
                    <a:pt x="18" y="12"/>
                    <a:pt x="30" y="8"/>
                  </a:cubicBezTo>
                  <a:cubicBezTo>
                    <a:pt x="37" y="6"/>
                    <a:pt x="42" y="2"/>
                    <a:pt x="4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965">
              <a:extLst>
                <a:ext uri="{FF2B5EF4-FFF2-40B4-BE49-F238E27FC236}">
                  <a16:creationId xmlns:a16="http://schemas.microsoft.com/office/drawing/2014/main" id="{A986E511-5EEA-4C87-A5C4-278737943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849"/>
              <a:ext cx="70" cy="43"/>
            </a:xfrm>
            <a:custGeom>
              <a:avLst/>
              <a:gdLst>
                <a:gd name="T0" fmla="*/ 0 w 30"/>
                <a:gd name="T1" fmla="*/ 0 h 17"/>
                <a:gd name="T2" fmla="*/ 229 w 30"/>
                <a:gd name="T3" fmla="*/ 129 h 17"/>
                <a:gd name="T4" fmla="*/ 380 w 30"/>
                <a:gd name="T5" fmla="*/ 2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0" y="0"/>
                  </a:moveTo>
                  <a:cubicBezTo>
                    <a:pt x="6" y="2"/>
                    <a:pt x="13" y="3"/>
                    <a:pt x="18" y="8"/>
                  </a:cubicBezTo>
                  <a:cubicBezTo>
                    <a:pt x="22" y="11"/>
                    <a:pt x="25" y="15"/>
                    <a:pt x="3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966">
              <a:extLst>
                <a:ext uri="{FF2B5EF4-FFF2-40B4-BE49-F238E27FC236}">
                  <a16:creationId xmlns:a16="http://schemas.microsoft.com/office/drawing/2014/main" id="{FD673479-60CE-470C-A9A2-26E0CE80E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867"/>
              <a:ext cx="117" cy="67"/>
            </a:xfrm>
            <a:custGeom>
              <a:avLst/>
              <a:gdLst>
                <a:gd name="T0" fmla="*/ 0 w 50"/>
                <a:gd name="T1" fmla="*/ 124 h 27"/>
                <a:gd name="T2" fmla="*/ 449 w 50"/>
                <a:gd name="T3" fmla="*/ 136 h 27"/>
                <a:gd name="T4" fmla="*/ 613 w 50"/>
                <a:gd name="T5" fmla="*/ 4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7">
                  <a:moveTo>
                    <a:pt x="0" y="8"/>
                  </a:moveTo>
                  <a:cubicBezTo>
                    <a:pt x="11" y="6"/>
                    <a:pt x="25" y="0"/>
                    <a:pt x="35" y="9"/>
                  </a:cubicBezTo>
                  <a:cubicBezTo>
                    <a:pt x="39" y="12"/>
                    <a:pt x="50" y="22"/>
                    <a:pt x="48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967">
              <a:extLst>
                <a:ext uri="{FF2B5EF4-FFF2-40B4-BE49-F238E27FC236}">
                  <a16:creationId xmlns:a16="http://schemas.microsoft.com/office/drawing/2014/main" id="{A174FFEA-8954-4F18-A969-A98C3782F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909"/>
              <a:ext cx="285" cy="260"/>
            </a:xfrm>
            <a:custGeom>
              <a:avLst/>
              <a:gdLst>
                <a:gd name="T0" fmla="*/ 0 w 122"/>
                <a:gd name="T1" fmla="*/ 0 h 104"/>
                <a:gd name="T2" fmla="*/ 229 w 122"/>
                <a:gd name="T3" fmla="*/ 145 h 104"/>
                <a:gd name="T4" fmla="*/ 486 w 122"/>
                <a:gd name="T5" fmla="*/ 363 h 104"/>
                <a:gd name="T6" fmla="*/ 687 w 122"/>
                <a:gd name="T7" fmla="*/ 458 h 104"/>
                <a:gd name="T8" fmla="*/ 715 w 122"/>
                <a:gd name="T9" fmla="*/ 613 h 104"/>
                <a:gd name="T10" fmla="*/ 818 w 122"/>
                <a:gd name="T11" fmla="*/ 750 h 104"/>
                <a:gd name="T12" fmla="*/ 1049 w 122"/>
                <a:gd name="T13" fmla="*/ 925 h 104"/>
                <a:gd name="T14" fmla="*/ 1124 w 122"/>
                <a:gd name="T15" fmla="*/ 1250 h 104"/>
                <a:gd name="T16" fmla="*/ 1556 w 122"/>
                <a:gd name="T17" fmla="*/ 1625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104">
                  <a:moveTo>
                    <a:pt x="0" y="0"/>
                  </a:moveTo>
                  <a:cubicBezTo>
                    <a:pt x="6" y="4"/>
                    <a:pt x="13" y="4"/>
                    <a:pt x="18" y="9"/>
                  </a:cubicBezTo>
                  <a:cubicBezTo>
                    <a:pt x="25" y="14"/>
                    <a:pt x="28" y="20"/>
                    <a:pt x="38" y="23"/>
                  </a:cubicBezTo>
                  <a:cubicBezTo>
                    <a:pt x="44" y="25"/>
                    <a:pt x="51" y="23"/>
                    <a:pt x="54" y="29"/>
                  </a:cubicBezTo>
                  <a:cubicBezTo>
                    <a:pt x="56" y="32"/>
                    <a:pt x="55" y="36"/>
                    <a:pt x="56" y="39"/>
                  </a:cubicBezTo>
                  <a:cubicBezTo>
                    <a:pt x="58" y="43"/>
                    <a:pt x="61" y="45"/>
                    <a:pt x="64" y="48"/>
                  </a:cubicBezTo>
                  <a:cubicBezTo>
                    <a:pt x="69" y="52"/>
                    <a:pt x="78" y="54"/>
                    <a:pt x="82" y="59"/>
                  </a:cubicBezTo>
                  <a:cubicBezTo>
                    <a:pt x="88" y="64"/>
                    <a:pt x="85" y="74"/>
                    <a:pt x="88" y="80"/>
                  </a:cubicBezTo>
                  <a:cubicBezTo>
                    <a:pt x="93" y="99"/>
                    <a:pt x="108" y="97"/>
                    <a:pt x="122" y="10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968">
              <a:extLst>
                <a:ext uri="{FF2B5EF4-FFF2-40B4-BE49-F238E27FC236}">
                  <a16:creationId xmlns:a16="http://schemas.microsoft.com/office/drawing/2014/main" id="{9ADECA13-3117-4FCD-A755-4A4782698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2959"/>
              <a:ext cx="139" cy="170"/>
            </a:xfrm>
            <a:custGeom>
              <a:avLst/>
              <a:gdLst>
                <a:gd name="T0" fmla="*/ 12 w 59"/>
                <a:gd name="T1" fmla="*/ 0 h 68"/>
                <a:gd name="T2" fmla="*/ 250 w 59"/>
                <a:gd name="T3" fmla="*/ 345 h 68"/>
                <a:gd name="T4" fmla="*/ 443 w 59"/>
                <a:gd name="T5" fmla="*/ 550 h 68"/>
                <a:gd name="T6" fmla="*/ 770 w 59"/>
                <a:gd name="T7" fmla="*/ 106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68">
                  <a:moveTo>
                    <a:pt x="1" y="0"/>
                  </a:moveTo>
                  <a:cubicBezTo>
                    <a:pt x="0" y="10"/>
                    <a:pt x="11" y="19"/>
                    <a:pt x="19" y="22"/>
                  </a:cubicBezTo>
                  <a:cubicBezTo>
                    <a:pt x="28" y="25"/>
                    <a:pt x="31" y="25"/>
                    <a:pt x="34" y="35"/>
                  </a:cubicBezTo>
                  <a:cubicBezTo>
                    <a:pt x="40" y="49"/>
                    <a:pt x="51" y="56"/>
                    <a:pt x="59" y="6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969">
              <a:extLst>
                <a:ext uri="{FF2B5EF4-FFF2-40B4-BE49-F238E27FC236}">
                  <a16:creationId xmlns:a16="http://schemas.microsoft.com/office/drawing/2014/main" id="{359CA8DC-C6B3-477A-84FE-1119B259E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3146"/>
              <a:ext cx="72" cy="417"/>
            </a:xfrm>
            <a:custGeom>
              <a:avLst/>
              <a:gdLst>
                <a:gd name="T0" fmla="*/ 102 w 31"/>
                <a:gd name="T1" fmla="*/ 0 h 167"/>
                <a:gd name="T2" fmla="*/ 265 w 31"/>
                <a:gd name="T3" fmla="*/ 624 h 167"/>
                <a:gd name="T4" fmla="*/ 179 w 31"/>
                <a:gd name="T5" fmla="*/ 1104 h 167"/>
                <a:gd name="T6" fmla="*/ 339 w 31"/>
                <a:gd name="T7" fmla="*/ 1478 h 167"/>
                <a:gd name="T8" fmla="*/ 179 w 31"/>
                <a:gd name="T9" fmla="*/ 2162 h 167"/>
                <a:gd name="T10" fmla="*/ 123 w 31"/>
                <a:gd name="T11" fmla="*/ 2475 h 167"/>
                <a:gd name="T12" fmla="*/ 0 w 31"/>
                <a:gd name="T13" fmla="*/ 2599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67">
                  <a:moveTo>
                    <a:pt x="8" y="0"/>
                  </a:moveTo>
                  <a:cubicBezTo>
                    <a:pt x="8" y="15"/>
                    <a:pt x="25" y="23"/>
                    <a:pt x="21" y="40"/>
                  </a:cubicBezTo>
                  <a:cubicBezTo>
                    <a:pt x="19" y="50"/>
                    <a:pt x="11" y="60"/>
                    <a:pt x="14" y="71"/>
                  </a:cubicBezTo>
                  <a:cubicBezTo>
                    <a:pt x="16" y="80"/>
                    <a:pt x="25" y="85"/>
                    <a:pt x="27" y="95"/>
                  </a:cubicBezTo>
                  <a:cubicBezTo>
                    <a:pt x="31" y="112"/>
                    <a:pt x="11" y="122"/>
                    <a:pt x="14" y="139"/>
                  </a:cubicBezTo>
                  <a:cubicBezTo>
                    <a:pt x="15" y="148"/>
                    <a:pt x="17" y="151"/>
                    <a:pt x="10" y="159"/>
                  </a:cubicBezTo>
                  <a:cubicBezTo>
                    <a:pt x="8" y="162"/>
                    <a:pt x="4" y="166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970">
              <a:extLst>
                <a:ext uri="{FF2B5EF4-FFF2-40B4-BE49-F238E27FC236}">
                  <a16:creationId xmlns:a16="http://schemas.microsoft.com/office/drawing/2014/main" id="{9DDF3478-813A-4881-AE18-DB39E2C3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3326"/>
              <a:ext cx="14" cy="142"/>
            </a:xfrm>
            <a:custGeom>
              <a:avLst/>
              <a:gdLst>
                <a:gd name="T0" fmla="*/ 37 w 6"/>
                <a:gd name="T1" fmla="*/ 0 h 57"/>
                <a:gd name="T2" fmla="*/ 0 w 6"/>
                <a:gd name="T3" fmla="*/ 478 h 57"/>
                <a:gd name="T4" fmla="*/ 65 w 6"/>
                <a:gd name="T5" fmla="*/ 695 h 57"/>
                <a:gd name="T6" fmla="*/ 65 w 6"/>
                <a:gd name="T7" fmla="*/ 882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7">
                  <a:moveTo>
                    <a:pt x="3" y="0"/>
                  </a:moveTo>
                  <a:cubicBezTo>
                    <a:pt x="6" y="12"/>
                    <a:pt x="0" y="20"/>
                    <a:pt x="0" y="31"/>
                  </a:cubicBezTo>
                  <a:cubicBezTo>
                    <a:pt x="1" y="36"/>
                    <a:pt x="4" y="41"/>
                    <a:pt x="5" y="45"/>
                  </a:cubicBezTo>
                  <a:cubicBezTo>
                    <a:pt x="5" y="49"/>
                    <a:pt x="3" y="53"/>
                    <a:pt x="5" y="5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971">
              <a:extLst>
                <a:ext uri="{FF2B5EF4-FFF2-40B4-BE49-F238E27FC236}">
                  <a16:creationId xmlns:a16="http://schemas.microsoft.com/office/drawing/2014/main" id="{2EF987C5-3326-4070-B64B-E5772DCEE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229"/>
              <a:ext cx="23" cy="137"/>
            </a:xfrm>
            <a:custGeom>
              <a:avLst/>
              <a:gdLst>
                <a:gd name="T0" fmla="*/ 0 w 10"/>
                <a:gd name="T1" fmla="*/ 0 h 55"/>
                <a:gd name="T2" fmla="*/ 85 w 10"/>
                <a:gd name="T3" fmla="*/ 167 h 55"/>
                <a:gd name="T4" fmla="*/ 85 w 10"/>
                <a:gd name="T5" fmla="*/ 446 h 55"/>
                <a:gd name="T6" fmla="*/ 28 w 10"/>
                <a:gd name="T7" fmla="*/ 84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5">
                  <a:moveTo>
                    <a:pt x="0" y="0"/>
                  </a:moveTo>
                  <a:cubicBezTo>
                    <a:pt x="2" y="5"/>
                    <a:pt x="5" y="7"/>
                    <a:pt x="7" y="11"/>
                  </a:cubicBezTo>
                  <a:cubicBezTo>
                    <a:pt x="10" y="18"/>
                    <a:pt x="9" y="22"/>
                    <a:pt x="7" y="29"/>
                  </a:cubicBezTo>
                  <a:cubicBezTo>
                    <a:pt x="6" y="36"/>
                    <a:pt x="7" y="50"/>
                    <a:pt x="2" y="5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972">
              <a:extLst>
                <a:ext uri="{FF2B5EF4-FFF2-40B4-BE49-F238E27FC236}">
                  <a16:creationId xmlns:a16="http://schemas.microsoft.com/office/drawing/2014/main" id="{08E8B5EA-24CE-4F0E-A803-98AB190EA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3306"/>
              <a:ext cx="42" cy="327"/>
            </a:xfrm>
            <a:custGeom>
              <a:avLst/>
              <a:gdLst>
                <a:gd name="T0" fmla="*/ 0 w 18"/>
                <a:gd name="T1" fmla="*/ 0 h 131"/>
                <a:gd name="T2" fmla="*/ 180 w 18"/>
                <a:gd name="T3" fmla="*/ 574 h 131"/>
                <a:gd name="T4" fmla="*/ 103 w 18"/>
                <a:gd name="T5" fmla="*/ 1153 h 131"/>
                <a:gd name="T6" fmla="*/ 229 w 18"/>
                <a:gd name="T7" fmla="*/ 1415 h 131"/>
                <a:gd name="T8" fmla="*/ 163 w 18"/>
                <a:gd name="T9" fmla="*/ 1682 h 131"/>
                <a:gd name="T10" fmla="*/ 163 w 18"/>
                <a:gd name="T11" fmla="*/ 2037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1">
                  <a:moveTo>
                    <a:pt x="0" y="0"/>
                  </a:moveTo>
                  <a:cubicBezTo>
                    <a:pt x="6" y="12"/>
                    <a:pt x="17" y="23"/>
                    <a:pt x="14" y="37"/>
                  </a:cubicBezTo>
                  <a:cubicBezTo>
                    <a:pt x="11" y="49"/>
                    <a:pt x="1" y="63"/>
                    <a:pt x="8" y="74"/>
                  </a:cubicBezTo>
                  <a:cubicBezTo>
                    <a:pt x="11" y="81"/>
                    <a:pt x="17" y="83"/>
                    <a:pt x="18" y="91"/>
                  </a:cubicBezTo>
                  <a:cubicBezTo>
                    <a:pt x="18" y="98"/>
                    <a:pt x="15" y="102"/>
                    <a:pt x="13" y="108"/>
                  </a:cubicBezTo>
                  <a:cubicBezTo>
                    <a:pt x="11" y="114"/>
                    <a:pt x="9" y="126"/>
                    <a:pt x="13" y="1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973">
              <a:extLst>
                <a:ext uri="{FF2B5EF4-FFF2-40B4-BE49-F238E27FC236}">
                  <a16:creationId xmlns:a16="http://schemas.microsoft.com/office/drawing/2014/main" id="{EFF82CDE-03F3-43FA-BB0E-51909B804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3476"/>
              <a:ext cx="32" cy="172"/>
            </a:xfrm>
            <a:custGeom>
              <a:avLst/>
              <a:gdLst>
                <a:gd name="T0" fmla="*/ 110 w 14"/>
                <a:gd name="T1" fmla="*/ 0 h 69"/>
                <a:gd name="T2" fmla="*/ 37 w 14"/>
                <a:gd name="T3" fmla="*/ 324 h 69"/>
                <a:gd name="T4" fmla="*/ 73 w 14"/>
                <a:gd name="T5" fmla="*/ 695 h 69"/>
                <a:gd name="T6" fmla="*/ 167 w 14"/>
                <a:gd name="T7" fmla="*/ 1069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9">
                  <a:moveTo>
                    <a:pt x="9" y="0"/>
                  </a:moveTo>
                  <a:cubicBezTo>
                    <a:pt x="10" y="8"/>
                    <a:pt x="5" y="14"/>
                    <a:pt x="3" y="21"/>
                  </a:cubicBezTo>
                  <a:cubicBezTo>
                    <a:pt x="0" y="30"/>
                    <a:pt x="3" y="36"/>
                    <a:pt x="6" y="45"/>
                  </a:cubicBezTo>
                  <a:cubicBezTo>
                    <a:pt x="9" y="52"/>
                    <a:pt x="14" y="63"/>
                    <a:pt x="14" y="6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974">
              <a:extLst>
                <a:ext uri="{FF2B5EF4-FFF2-40B4-BE49-F238E27FC236}">
                  <a16:creationId xmlns:a16="http://schemas.microsoft.com/office/drawing/2014/main" id="{F39813AA-14E9-4AD7-A63A-0F4597EE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094"/>
              <a:ext cx="94" cy="142"/>
            </a:xfrm>
            <a:custGeom>
              <a:avLst/>
              <a:gdLst>
                <a:gd name="T0" fmla="*/ 66 w 40"/>
                <a:gd name="T1" fmla="*/ 0 h 57"/>
                <a:gd name="T2" fmla="*/ 310 w 40"/>
                <a:gd name="T3" fmla="*/ 620 h 57"/>
                <a:gd name="T4" fmla="*/ 519 w 40"/>
                <a:gd name="T5" fmla="*/ 882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7">
                  <a:moveTo>
                    <a:pt x="5" y="0"/>
                  </a:moveTo>
                  <a:cubicBezTo>
                    <a:pt x="0" y="16"/>
                    <a:pt x="12" y="32"/>
                    <a:pt x="24" y="40"/>
                  </a:cubicBezTo>
                  <a:cubicBezTo>
                    <a:pt x="33" y="45"/>
                    <a:pt x="37" y="47"/>
                    <a:pt x="40" y="5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975">
              <a:extLst>
                <a:ext uri="{FF2B5EF4-FFF2-40B4-BE49-F238E27FC236}">
                  <a16:creationId xmlns:a16="http://schemas.microsoft.com/office/drawing/2014/main" id="{53F85FF8-7F73-4C96-9BCB-4827A75B3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3184"/>
              <a:ext cx="35" cy="139"/>
            </a:xfrm>
            <a:custGeom>
              <a:avLst/>
              <a:gdLst>
                <a:gd name="T0" fmla="*/ 12 w 15"/>
                <a:gd name="T1" fmla="*/ 0 h 56"/>
                <a:gd name="T2" fmla="*/ 12 w 15"/>
                <a:gd name="T3" fmla="*/ 278 h 56"/>
                <a:gd name="T4" fmla="*/ 103 w 15"/>
                <a:gd name="T5" fmla="*/ 536 h 56"/>
                <a:gd name="T6" fmla="*/ 191 w 15"/>
                <a:gd name="T7" fmla="*/ 85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6">
                  <a:moveTo>
                    <a:pt x="1" y="0"/>
                  </a:moveTo>
                  <a:cubicBezTo>
                    <a:pt x="3" y="7"/>
                    <a:pt x="0" y="12"/>
                    <a:pt x="1" y="18"/>
                  </a:cubicBezTo>
                  <a:cubicBezTo>
                    <a:pt x="2" y="25"/>
                    <a:pt x="5" y="30"/>
                    <a:pt x="8" y="35"/>
                  </a:cubicBezTo>
                  <a:cubicBezTo>
                    <a:pt x="12" y="42"/>
                    <a:pt x="13" y="50"/>
                    <a:pt x="15" y="5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976">
              <a:extLst>
                <a:ext uri="{FF2B5EF4-FFF2-40B4-BE49-F238E27FC236}">
                  <a16:creationId xmlns:a16="http://schemas.microsoft.com/office/drawing/2014/main" id="{9972015C-67CC-4C40-8928-2A991C574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3171"/>
              <a:ext cx="49" cy="152"/>
            </a:xfrm>
            <a:custGeom>
              <a:avLst/>
              <a:gdLst>
                <a:gd name="T0" fmla="*/ 28 w 21"/>
                <a:gd name="T1" fmla="*/ 0 h 61"/>
                <a:gd name="T2" fmla="*/ 37 w 21"/>
                <a:gd name="T3" fmla="*/ 262 h 61"/>
                <a:gd name="T4" fmla="*/ 28 w 21"/>
                <a:gd name="T5" fmla="*/ 528 h 61"/>
                <a:gd name="T6" fmla="*/ 266 w 21"/>
                <a:gd name="T7" fmla="*/ 944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61">
                  <a:moveTo>
                    <a:pt x="2" y="0"/>
                  </a:moveTo>
                  <a:cubicBezTo>
                    <a:pt x="1" y="6"/>
                    <a:pt x="4" y="11"/>
                    <a:pt x="3" y="17"/>
                  </a:cubicBezTo>
                  <a:cubicBezTo>
                    <a:pt x="3" y="23"/>
                    <a:pt x="0" y="28"/>
                    <a:pt x="2" y="34"/>
                  </a:cubicBezTo>
                  <a:cubicBezTo>
                    <a:pt x="4" y="42"/>
                    <a:pt x="15" y="54"/>
                    <a:pt x="21" y="6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977">
              <a:extLst>
                <a:ext uri="{FF2B5EF4-FFF2-40B4-BE49-F238E27FC236}">
                  <a16:creationId xmlns:a16="http://schemas.microsoft.com/office/drawing/2014/main" id="{333FB1B7-1703-4E4A-B854-16580D6D9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3323"/>
              <a:ext cx="37" cy="135"/>
            </a:xfrm>
            <a:custGeom>
              <a:avLst/>
              <a:gdLst>
                <a:gd name="T0" fmla="*/ 113 w 16"/>
                <a:gd name="T1" fmla="*/ 0 h 54"/>
                <a:gd name="T2" fmla="*/ 28 w 16"/>
                <a:gd name="T3" fmla="*/ 470 h 54"/>
                <a:gd name="T4" fmla="*/ 171 w 16"/>
                <a:gd name="T5" fmla="*/ 84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9" y="0"/>
                  </a:moveTo>
                  <a:cubicBezTo>
                    <a:pt x="4" y="6"/>
                    <a:pt x="0" y="22"/>
                    <a:pt x="2" y="30"/>
                  </a:cubicBezTo>
                  <a:cubicBezTo>
                    <a:pt x="3" y="34"/>
                    <a:pt x="16" y="53"/>
                    <a:pt x="14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978">
              <a:extLst>
                <a:ext uri="{FF2B5EF4-FFF2-40B4-BE49-F238E27FC236}">
                  <a16:creationId xmlns:a16="http://schemas.microsoft.com/office/drawing/2014/main" id="{086A1D2E-9128-45EF-9FEC-0E630DBFA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3014"/>
              <a:ext cx="64" cy="77"/>
            </a:xfrm>
            <a:custGeom>
              <a:avLst/>
              <a:gdLst>
                <a:gd name="T0" fmla="*/ 0 w 27"/>
                <a:gd name="T1" fmla="*/ 0 h 31"/>
                <a:gd name="T2" fmla="*/ 135 w 27"/>
                <a:gd name="T3" fmla="*/ 370 h 31"/>
                <a:gd name="T4" fmla="*/ 360 w 27"/>
                <a:gd name="T5" fmla="*/ 46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1">
                  <a:moveTo>
                    <a:pt x="0" y="0"/>
                  </a:moveTo>
                  <a:cubicBezTo>
                    <a:pt x="1" y="7"/>
                    <a:pt x="4" y="20"/>
                    <a:pt x="10" y="24"/>
                  </a:cubicBezTo>
                  <a:cubicBezTo>
                    <a:pt x="13" y="27"/>
                    <a:pt x="24" y="31"/>
                    <a:pt x="27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979">
              <a:extLst>
                <a:ext uri="{FF2B5EF4-FFF2-40B4-BE49-F238E27FC236}">
                  <a16:creationId xmlns:a16="http://schemas.microsoft.com/office/drawing/2014/main" id="{F0016DAC-98FF-4D39-95B8-9F838BD41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897"/>
              <a:ext cx="93" cy="52"/>
            </a:xfrm>
            <a:custGeom>
              <a:avLst/>
              <a:gdLst>
                <a:gd name="T0" fmla="*/ 0 w 40"/>
                <a:gd name="T1" fmla="*/ 0 h 21"/>
                <a:gd name="T2" fmla="*/ 502 w 40"/>
                <a:gd name="T3" fmla="*/ 18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1">
                  <a:moveTo>
                    <a:pt x="0" y="0"/>
                  </a:moveTo>
                  <a:cubicBezTo>
                    <a:pt x="7" y="21"/>
                    <a:pt x="25" y="11"/>
                    <a:pt x="40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980">
              <a:extLst>
                <a:ext uri="{FF2B5EF4-FFF2-40B4-BE49-F238E27FC236}">
                  <a16:creationId xmlns:a16="http://schemas.microsoft.com/office/drawing/2014/main" id="{FB3E0596-0E8C-4216-B423-5EDBC7A6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616"/>
              <a:ext cx="206" cy="257"/>
            </a:xfrm>
            <a:custGeom>
              <a:avLst/>
              <a:gdLst>
                <a:gd name="T0" fmla="*/ 0 w 88"/>
                <a:gd name="T1" fmla="*/ 1599 h 103"/>
                <a:gd name="T2" fmla="*/ 363 w 88"/>
                <a:gd name="T3" fmla="*/ 1195 h 103"/>
                <a:gd name="T4" fmla="*/ 822 w 88"/>
                <a:gd name="T5" fmla="*/ 759 h 103"/>
                <a:gd name="T6" fmla="*/ 976 w 88"/>
                <a:gd name="T7" fmla="*/ 217 h 103"/>
                <a:gd name="T8" fmla="*/ 1025 w 88"/>
                <a:gd name="T9" fmla="*/ 62 h 103"/>
                <a:gd name="T10" fmla="*/ 1128 w 88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03">
                  <a:moveTo>
                    <a:pt x="0" y="103"/>
                  </a:moveTo>
                  <a:cubicBezTo>
                    <a:pt x="14" y="102"/>
                    <a:pt x="26" y="91"/>
                    <a:pt x="28" y="77"/>
                  </a:cubicBezTo>
                  <a:cubicBezTo>
                    <a:pt x="32" y="56"/>
                    <a:pt x="50" y="60"/>
                    <a:pt x="64" y="49"/>
                  </a:cubicBezTo>
                  <a:cubicBezTo>
                    <a:pt x="73" y="43"/>
                    <a:pt x="73" y="24"/>
                    <a:pt x="76" y="14"/>
                  </a:cubicBezTo>
                  <a:cubicBezTo>
                    <a:pt x="77" y="11"/>
                    <a:pt x="78" y="6"/>
                    <a:pt x="80" y="4"/>
                  </a:cubicBezTo>
                  <a:cubicBezTo>
                    <a:pt x="83" y="2"/>
                    <a:pt x="86" y="3"/>
                    <a:pt x="8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981">
              <a:extLst>
                <a:ext uri="{FF2B5EF4-FFF2-40B4-BE49-F238E27FC236}">
                  <a16:creationId xmlns:a16="http://schemas.microsoft.com/office/drawing/2014/main" id="{70CDF93B-2939-4E8C-8896-657365F6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3541"/>
              <a:ext cx="44" cy="115"/>
            </a:xfrm>
            <a:custGeom>
              <a:avLst/>
              <a:gdLst>
                <a:gd name="T0" fmla="*/ 236 w 19"/>
                <a:gd name="T1" fmla="*/ 0 h 46"/>
                <a:gd name="T2" fmla="*/ 188 w 19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0" y="5"/>
                    <a:pt x="14" y="34"/>
                    <a:pt x="15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982">
              <a:extLst>
                <a:ext uri="{FF2B5EF4-FFF2-40B4-BE49-F238E27FC236}">
                  <a16:creationId xmlns:a16="http://schemas.microsoft.com/office/drawing/2014/main" id="{A03EF724-62EF-40DB-AD55-793B57667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3646"/>
              <a:ext cx="78" cy="112"/>
            </a:xfrm>
            <a:custGeom>
              <a:avLst/>
              <a:gdLst>
                <a:gd name="T0" fmla="*/ 435 w 33"/>
                <a:gd name="T1" fmla="*/ 0 h 45"/>
                <a:gd name="T2" fmla="*/ 118 w 33"/>
                <a:gd name="T3" fmla="*/ 383 h 45"/>
                <a:gd name="T4" fmla="*/ 0 w 33"/>
                <a:gd name="T5" fmla="*/ 69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22" y="2"/>
                    <a:pt x="12" y="15"/>
                    <a:pt x="9" y="25"/>
                  </a:cubicBezTo>
                  <a:cubicBezTo>
                    <a:pt x="7" y="31"/>
                    <a:pt x="6" y="44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983">
              <a:extLst>
                <a:ext uri="{FF2B5EF4-FFF2-40B4-BE49-F238E27FC236}">
                  <a16:creationId xmlns:a16="http://schemas.microsoft.com/office/drawing/2014/main" id="{0EDAB4E3-63AC-4268-9C75-27FC31A8D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748"/>
              <a:ext cx="91" cy="95"/>
            </a:xfrm>
            <a:custGeom>
              <a:avLst/>
              <a:gdLst>
                <a:gd name="T0" fmla="*/ 0 w 39"/>
                <a:gd name="T1" fmla="*/ 595 h 38"/>
                <a:gd name="T2" fmla="*/ 355 w 39"/>
                <a:gd name="T3" fmla="*/ 363 h 38"/>
                <a:gd name="T4" fmla="*/ 495 w 39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8">
                  <a:moveTo>
                    <a:pt x="0" y="38"/>
                  </a:moveTo>
                  <a:cubicBezTo>
                    <a:pt x="14" y="38"/>
                    <a:pt x="22" y="35"/>
                    <a:pt x="28" y="23"/>
                  </a:cubicBezTo>
                  <a:cubicBezTo>
                    <a:pt x="32" y="15"/>
                    <a:pt x="35" y="7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984">
              <a:extLst>
                <a:ext uri="{FF2B5EF4-FFF2-40B4-BE49-F238E27FC236}">
                  <a16:creationId xmlns:a16="http://schemas.microsoft.com/office/drawing/2014/main" id="{4E847EDE-6C68-41A5-A2F6-80046F74C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3775"/>
              <a:ext cx="75" cy="65"/>
            </a:xfrm>
            <a:custGeom>
              <a:avLst/>
              <a:gdLst>
                <a:gd name="T0" fmla="*/ 12 w 32"/>
                <a:gd name="T1" fmla="*/ 395 h 26"/>
                <a:gd name="T2" fmla="*/ 0 w 32"/>
                <a:gd name="T3" fmla="*/ 408 h 26"/>
                <a:gd name="T4" fmla="*/ 164 w 32"/>
                <a:gd name="T5" fmla="*/ 63 h 26"/>
                <a:gd name="T6" fmla="*/ 413 w 3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6">
                  <a:moveTo>
                    <a:pt x="1" y="25"/>
                  </a:moveTo>
                  <a:cubicBezTo>
                    <a:pt x="1" y="26"/>
                    <a:pt x="1" y="26"/>
                    <a:pt x="0" y="26"/>
                  </a:cubicBezTo>
                  <a:cubicBezTo>
                    <a:pt x="1" y="19"/>
                    <a:pt x="5" y="7"/>
                    <a:pt x="13" y="4"/>
                  </a:cubicBezTo>
                  <a:cubicBezTo>
                    <a:pt x="19" y="0"/>
                    <a:pt x="26" y="3"/>
                    <a:pt x="3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985">
              <a:extLst>
                <a:ext uri="{FF2B5EF4-FFF2-40B4-BE49-F238E27FC236}">
                  <a16:creationId xmlns:a16="http://schemas.microsoft.com/office/drawing/2014/main" id="{7C32F700-C73F-42AB-AB55-8D87180D5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3596"/>
              <a:ext cx="82" cy="122"/>
            </a:xfrm>
            <a:custGeom>
              <a:avLst/>
              <a:gdLst>
                <a:gd name="T0" fmla="*/ 0 w 35"/>
                <a:gd name="T1" fmla="*/ 757 h 49"/>
                <a:gd name="T2" fmla="*/ 422 w 35"/>
                <a:gd name="T3" fmla="*/ 478 h 49"/>
                <a:gd name="T4" fmla="*/ 412 w 35"/>
                <a:gd name="T5" fmla="*/ 199 h 49"/>
                <a:gd name="T6" fmla="*/ 373 w 35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9">
                  <a:moveTo>
                    <a:pt x="0" y="49"/>
                  </a:moveTo>
                  <a:cubicBezTo>
                    <a:pt x="11" y="43"/>
                    <a:pt x="31" y="46"/>
                    <a:pt x="33" y="31"/>
                  </a:cubicBezTo>
                  <a:cubicBezTo>
                    <a:pt x="35" y="25"/>
                    <a:pt x="33" y="19"/>
                    <a:pt x="32" y="13"/>
                  </a:cubicBezTo>
                  <a:cubicBezTo>
                    <a:pt x="30" y="9"/>
                    <a:pt x="27" y="5"/>
                    <a:pt x="2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986">
              <a:extLst>
                <a:ext uri="{FF2B5EF4-FFF2-40B4-BE49-F238E27FC236}">
                  <a16:creationId xmlns:a16="http://schemas.microsoft.com/office/drawing/2014/main" id="{99822D5A-226C-42A8-B347-01F0491C9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909"/>
              <a:ext cx="127" cy="42"/>
            </a:xfrm>
            <a:custGeom>
              <a:avLst/>
              <a:gdLst>
                <a:gd name="T0" fmla="*/ 0 w 54"/>
                <a:gd name="T1" fmla="*/ 0 h 17"/>
                <a:gd name="T2" fmla="*/ 405 w 54"/>
                <a:gd name="T3" fmla="*/ 245 h 17"/>
                <a:gd name="T4" fmla="*/ 703 w 54"/>
                <a:gd name="T5" fmla="*/ 1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">
                  <a:moveTo>
                    <a:pt x="0" y="0"/>
                  </a:moveTo>
                  <a:cubicBezTo>
                    <a:pt x="8" y="10"/>
                    <a:pt x="18" y="16"/>
                    <a:pt x="31" y="16"/>
                  </a:cubicBezTo>
                  <a:cubicBezTo>
                    <a:pt x="41" y="17"/>
                    <a:pt x="46" y="13"/>
                    <a:pt x="54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987">
              <a:extLst>
                <a:ext uri="{FF2B5EF4-FFF2-40B4-BE49-F238E27FC236}">
                  <a16:creationId xmlns:a16="http://schemas.microsoft.com/office/drawing/2014/main" id="{A6D92101-783F-4D1B-A5CD-905ED21E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2934"/>
              <a:ext cx="206" cy="115"/>
            </a:xfrm>
            <a:custGeom>
              <a:avLst/>
              <a:gdLst>
                <a:gd name="T0" fmla="*/ 0 w 88"/>
                <a:gd name="T1" fmla="*/ 0 h 46"/>
                <a:gd name="T2" fmla="*/ 363 w 88"/>
                <a:gd name="T3" fmla="*/ 313 h 46"/>
                <a:gd name="T4" fmla="*/ 794 w 88"/>
                <a:gd name="T5" fmla="*/ 438 h 46"/>
                <a:gd name="T6" fmla="*/ 1128 w 88"/>
                <a:gd name="T7" fmla="*/ 72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6">
                  <a:moveTo>
                    <a:pt x="0" y="0"/>
                  </a:moveTo>
                  <a:cubicBezTo>
                    <a:pt x="9" y="8"/>
                    <a:pt x="14" y="17"/>
                    <a:pt x="28" y="20"/>
                  </a:cubicBezTo>
                  <a:cubicBezTo>
                    <a:pt x="38" y="22"/>
                    <a:pt x="52" y="22"/>
                    <a:pt x="62" y="28"/>
                  </a:cubicBezTo>
                  <a:cubicBezTo>
                    <a:pt x="71" y="33"/>
                    <a:pt x="78" y="42"/>
                    <a:pt x="88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988">
              <a:extLst>
                <a:ext uri="{FF2B5EF4-FFF2-40B4-BE49-F238E27FC236}">
                  <a16:creationId xmlns:a16="http://schemas.microsoft.com/office/drawing/2014/main" id="{77182EF7-83A7-49AB-ACC2-05772F7FB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999"/>
              <a:ext cx="152" cy="105"/>
            </a:xfrm>
            <a:custGeom>
              <a:avLst/>
              <a:gdLst>
                <a:gd name="T0" fmla="*/ 0 w 65"/>
                <a:gd name="T1" fmla="*/ 0 h 42"/>
                <a:gd name="T2" fmla="*/ 372 w 65"/>
                <a:gd name="T3" fmla="*/ 500 h 42"/>
                <a:gd name="T4" fmla="*/ 641 w 65"/>
                <a:gd name="T5" fmla="*/ 595 h 42"/>
                <a:gd name="T6" fmla="*/ 830 w 65"/>
                <a:gd name="T7" fmla="*/ 65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42">
                  <a:moveTo>
                    <a:pt x="0" y="0"/>
                  </a:moveTo>
                  <a:cubicBezTo>
                    <a:pt x="6" y="17"/>
                    <a:pt x="13" y="23"/>
                    <a:pt x="29" y="32"/>
                  </a:cubicBezTo>
                  <a:cubicBezTo>
                    <a:pt x="36" y="36"/>
                    <a:pt x="42" y="38"/>
                    <a:pt x="50" y="38"/>
                  </a:cubicBezTo>
                  <a:cubicBezTo>
                    <a:pt x="56" y="39"/>
                    <a:pt x="60" y="38"/>
                    <a:pt x="65" y="4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989">
              <a:extLst>
                <a:ext uri="{FF2B5EF4-FFF2-40B4-BE49-F238E27FC236}">
                  <a16:creationId xmlns:a16="http://schemas.microsoft.com/office/drawing/2014/main" id="{EF0DD1BA-3250-4A10-9C43-A0212B2D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3094"/>
              <a:ext cx="75" cy="110"/>
            </a:xfrm>
            <a:custGeom>
              <a:avLst/>
              <a:gdLst>
                <a:gd name="T0" fmla="*/ 0 w 32"/>
                <a:gd name="T1" fmla="*/ 0 h 44"/>
                <a:gd name="T2" fmla="*/ 164 w 32"/>
                <a:gd name="T3" fmla="*/ 488 h 44"/>
                <a:gd name="T4" fmla="*/ 413 w 32"/>
                <a:gd name="T5" fmla="*/ 68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0"/>
                  </a:moveTo>
                  <a:cubicBezTo>
                    <a:pt x="3" y="11"/>
                    <a:pt x="4" y="23"/>
                    <a:pt x="13" y="31"/>
                  </a:cubicBezTo>
                  <a:cubicBezTo>
                    <a:pt x="19" y="36"/>
                    <a:pt x="28" y="35"/>
                    <a:pt x="32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990">
              <a:extLst>
                <a:ext uri="{FF2B5EF4-FFF2-40B4-BE49-F238E27FC236}">
                  <a16:creationId xmlns:a16="http://schemas.microsoft.com/office/drawing/2014/main" id="{90D18E31-290A-46AA-BF85-7678145F2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922"/>
              <a:ext cx="150" cy="162"/>
            </a:xfrm>
            <a:custGeom>
              <a:avLst/>
              <a:gdLst>
                <a:gd name="T0" fmla="*/ 0 w 64"/>
                <a:gd name="T1" fmla="*/ 1007 h 65"/>
                <a:gd name="T2" fmla="*/ 49 w 64"/>
                <a:gd name="T3" fmla="*/ 633 h 65"/>
                <a:gd name="T4" fmla="*/ 230 w 64"/>
                <a:gd name="T5" fmla="*/ 404 h 65"/>
                <a:gd name="T6" fmla="*/ 565 w 64"/>
                <a:gd name="T7" fmla="*/ 279 h 65"/>
                <a:gd name="T8" fmla="*/ 825 w 64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5">
                  <a:moveTo>
                    <a:pt x="0" y="65"/>
                  </a:moveTo>
                  <a:cubicBezTo>
                    <a:pt x="4" y="62"/>
                    <a:pt x="1" y="47"/>
                    <a:pt x="4" y="41"/>
                  </a:cubicBezTo>
                  <a:cubicBezTo>
                    <a:pt x="6" y="36"/>
                    <a:pt x="13" y="28"/>
                    <a:pt x="18" y="26"/>
                  </a:cubicBezTo>
                  <a:cubicBezTo>
                    <a:pt x="26" y="22"/>
                    <a:pt x="35" y="24"/>
                    <a:pt x="44" y="18"/>
                  </a:cubicBezTo>
                  <a:cubicBezTo>
                    <a:pt x="50" y="14"/>
                    <a:pt x="60" y="7"/>
                    <a:pt x="6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991">
              <a:extLst>
                <a:ext uri="{FF2B5EF4-FFF2-40B4-BE49-F238E27FC236}">
                  <a16:creationId xmlns:a16="http://schemas.microsoft.com/office/drawing/2014/main" id="{5573A16A-B8B8-4893-9531-4A93A7ABA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914"/>
              <a:ext cx="146" cy="52"/>
            </a:xfrm>
            <a:custGeom>
              <a:avLst/>
              <a:gdLst>
                <a:gd name="T0" fmla="*/ 0 w 62"/>
                <a:gd name="T1" fmla="*/ 228 h 21"/>
                <a:gd name="T2" fmla="*/ 454 w 62"/>
                <a:gd name="T3" fmla="*/ 275 h 21"/>
                <a:gd name="T4" fmla="*/ 810 w 6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1">
                  <a:moveTo>
                    <a:pt x="0" y="15"/>
                  </a:moveTo>
                  <a:cubicBezTo>
                    <a:pt x="12" y="18"/>
                    <a:pt x="22" y="21"/>
                    <a:pt x="35" y="18"/>
                  </a:cubicBezTo>
                  <a:cubicBezTo>
                    <a:pt x="45" y="15"/>
                    <a:pt x="56" y="9"/>
                    <a:pt x="6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992">
              <a:extLst>
                <a:ext uri="{FF2B5EF4-FFF2-40B4-BE49-F238E27FC236}">
                  <a16:creationId xmlns:a16="http://schemas.microsoft.com/office/drawing/2014/main" id="{B5FED79B-B538-4BE5-A2A6-E77100F8D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136"/>
              <a:ext cx="70" cy="130"/>
            </a:xfrm>
            <a:custGeom>
              <a:avLst/>
              <a:gdLst>
                <a:gd name="T0" fmla="*/ 0 w 30"/>
                <a:gd name="T1" fmla="*/ 813 h 52"/>
                <a:gd name="T2" fmla="*/ 380 w 30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2">
                  <a:moveTo>
                    <a:pt x="0" y="52"/>
                  </a:moveTo>
                  <a:cubicBezTo>
                    <a:pt x="0" y="32"/>
                    <a:pt x="5" y="1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993">
              <a:extLst>
                <a:ext uri="{FF2B5EF4-FFF2-40B4-BE49-F238E27FC236}">
                  <a16:creationId xmlns:a16="http://schemas.microsoft.com/office/drawing/2014/main" id="{CB188B50-99F8-4471-B778-8593C96F4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3538"/>
              <a:ext cx="30" cy="123"/>
            </a:xfrm>
            <a:custGeom>
              <a:avLst/>
              <a:gdLst>
                <a:gd name="T0" fmla="*/ 0 w 13"/>
                <a:gd name="T1" fmla="*/ 0 h 49"/>
                <a:gd name="T2" fmla="*/ 150 w 13"/>
                <a:gd name="T3" fmla="*/ 409 h 49"/>
                <a:gd name="T4" fmla="*/ 134 w 13"/>
                <a:gd name="T5" fmla="*/ 77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9">
                  <a:moveTo>
                    <a:pt x="0" y="0"/>
                  </a:moveTo>
                  <a:cubicBezTo>
                    <a:pt x="6" y="8"/>
                    <a:pt x="10" y="16"/>
                    <a:pt x="12" y="26"/>
                  </a:cubicBezTo>
                  <a:cubicBezTo>
                    <a:pt x="13" y="34"/>
                    <a:pt x="11" y="41"/>
                    <a:pt x="11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Oval 994">
              <a:extLst>
                <a:ext uri="{FF2B5EF4-FFF2-40B4-BE49-F238E27FC236}">
                  <a16:creationId xmlns:a16="http://schemas.microsoft.com/office/drawing/2014/main" id="{BBB9484B-0552-4F56-90B9-CA6A91710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5" y="2829"/>
              <a:ext cx="1126" cy="1201"/>
            </a:xfrm>
            <a:prstGeom prst="ellips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05" name="Freeform 995">
              <a:extLst>
                <a:ext uri="{FF2B5EF4-FFF2-40B4-BE49-F238E27FC236}">
                  <a16:creationId xmlns:a16="http://schemas.microsoft.com/office/drawing/2014/main" id="{E7221863-0817-4957-B592-4C2989E89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3029"/>
              <a:ext cx="26" cy="30"/>
            </a:xfrm>
            <a:custGeom>
              <a:avLst/>
              <a:gdLst>
                <a:gd name="T0" fmla="*/ 0 w 11"/>
                <a:gd name="T1" fmla="*/ 0 h 12"/>
                <a:gd name="T2" fmla="*/ 106 w 11"/>
                <a:gd name="T3" fmla="*/ 125 h 12"/>
                <a:gd name="T4" fmla="*/ 144 w 11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2"/>
                    <a:pt x="5" y="5"/>
                    <a:pt x="8" y="8"/>
                  </a:cubicBezTo>
                  <a:cubicBezTo>
                    <a:pt x="9" y="9"/>
                    <a:pt x="11" y="10"/>
                    <a:pt x="11" y="1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996">
              <a:extLst>
                <a:ext uri="{FF2B5EF4-FFF2-40B4-BE49-F238E27FC236}">
                  <a16:creationId xmlns:a16="http://schemas.microsoft.com/office/drawing/2014/main" id="{73FB535A-D2EB-4776-8E9A-E77AECC79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3049"/>
              <a:ext cx="14" cy="2"/>
            </a:xfrm>
            <a:custGeom>
              <a:avLst/>
              <a:gdLst>
                <a:gd name="T0" fmla="*/ 0 w 6"/>
                <a:gd name="T1" fmla="*/ 0 h 1"/>
                <a:gd name="T2" fmla="*/ 7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1"/>
                    <a:pt x="5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997">
              <a:extLst>
                <a:ext uri="{FF2B5EF4-FFF2-40B4-BE49-F238E27FC236}">
                  <a16:creationId xmlns:a16="http://schemas.microsoft.com/office/drawing/2014/main" id="{DEACCBE0-DD3D-4177-B41A-B13206C48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3348"/>
              <a:ext cx="38" cy="10"/>
            </a:xfrm>
            <a:custGeom>
              <a:avLst/>
              <a:gdLst>
                <a:gd name="T0" fmla="*/ 0 w 16"/>
                <a:gd name="T1" fmla="*/ 0 h 4"/>
                <a:gd name="T2" fmla="*/ 214 w 1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5" y="4"/>
                    <a:pt x="11" y="4"/>
                    <a:pt x="16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998">
              <a:extLst>
                <a:ext uri="{FF2B5EF4-FFF2-40B4-BE49-F238E27FC236}">
                  <a16:creationId xmlns:a16="http://schemas.microsoft.com/office/drawing/2014/main" id="{586C78CF-C228-44B3-A03A-83F35F516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3358"/>
              <a:ext cx="8" cy="10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1"/>
                    <a:pt x="2" y="2"/>
                    <a:pt x="3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999">
              <a:extLst>
                <a:ext uri="{FF2B5EF4-FFF2-40B4-BE49-F238E27FC236}">
                  <a16:creationId xmlns:a16="http://schemas.microsoft.com/office/drawing/2014/main" id="{E23DF1C1-5B81-4657-AB62-809DD36FE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676"/>
              <a:ext cx="35" cy="17"/>
            </a:xfrm>
            <a:custGeom>
              <a:avLst/>
              <a:gdLst>
                <a:gd name="T0" fmla="*/ 0 w 15"/>
                <a:gd name="T1" fmla="*/ 87 h 7"/>
                <a:gd name="T2" fmla="*/ 114 w 15"/>
                <a:gd name="T3" fmla="*/ 41 h 7"/>
                <a:gd name="T4" fmla="*/ 191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cubicBezTo>
                    <a:pt x="2" y="7"/>
                    <a:pt x="6" y="4"/>
                    <a:pt x="9" y="3"/>
                  </a:cubicBezTo>
                  <a:cubicBezTo>
                    <a:pt x="11" y="2"/>
                    <a:pt x="13" y="2"/>
                    <a:pt x="1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1000">
              <a:extLst>
                <a:ext uri="{FF2B5EF4-FFF2-40B4-BE49-F238E27FC236}">
                  <a16:creationId xmlns:a16="http://schemas.microsoft.com/office/drawing/2014/main" id="{4944B8F2-22E4-47E8-97E5-EE81C0CAD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3681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0"/>
                    <a:pt x="5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1001">
              <a:extLst>
                <a:ext uri="{FF2B5EF4-FFF2-40B4-BE49-F238E27FC236}">
                  <a16:creationId xmlns:a16="http://schemas.microsoft.com/office/drawing/2014/main" id="{47BA6182-EDB9-4384-B6BF-AF86C7FAC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3898"/>
              <a:ext cx="24" cy="32"/>
            </a:xfrm>
            <a:custGeom>
              <a:avLst/>
              <a:gdLst>
                <a:gd name="T0" fmla="*/ 0 w 10"/>
                <a:gd name="T1" fmla="*/ 194 h 13"/>
                <a:gd name="T2" fmla="*/ 139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5" y="11"/>
                    <a:pt x="7" y="4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1002">
              <a:extLst>
                <a:ext uri="{FF2B5EF4-FFF2-40B4-BE49-F238E27FC236}">
                  <a16:creationId xmlns:a16="http://schemas.microsoft.com/office/drawing/2014/main" id="{E7951DA1-F47F-41DC-8AE5-71289F5F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905"/>
              <a:ext cx="16" cy="5"/>
            </a:xfrm>
            <a:custGeom>
              <a:avLst/>
              <a:gdLst>
                <a:gd name="T0" fmla="*/ 0 w 7"/>
                <a:gd name="T1" fmla="*/ 33 h 2"/>
                <a:gd name="T2" fmla="*/ 85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5" y="0"/>
                    <a:pt x="7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1003">
              <a:extLst>
                <a:ext uri="{FF2B5EF4-FFF2-40B4-BE49-F238E27FC236}">
                  <a16:creationId xmlns:a16="http://schemas.microsoft.com/office/drawing/2014/main" id="{5D2C0378-C22B-4DFA-99AD-3F10E6349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4005"/>
              <a:ext cx="17" cy="40"/>
            </a:xfrm>
            <a:custGeom>
              <a:avLst/>
              <a:gdLst>
                <a:gd name="T0" fmla="*/ 100 w 7"/>
                <a:gd name="T1" fmla="*/ 0 h 16"/>
                <a:gd name="T2" fmla="*/ 0 w 7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7" y="5"/>
                    <a:pt x="4" y="11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1004">
              <a:extLst>
                <a:ext uri="{FF2B5EF4-FFF2-40B4-BE49-F238E27FC236}">
                  <a16:creationId xmlns:a16="http://schemas.microsoft.com/office/drawing/2014/main" id="{812D8BEF-2157-4255-80CF-AE42210D4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4038"/>
              <a:ext cx="3" cy="10"/>
            </a:xfrm>
            <a:custGeom>
              <a:avLst/>
              <a:gdLst>
                <a:gd name="T0" fmla="*/ 0 w 1"/>
                <a:gd name="T1" fmla="*/ 0 h 4"/>
                <a:gd name="T2" fmla="*/ 27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1005">
              <a:extLst>
                <a:ext uri="{FF2B5EF4-FFF2-40B4-BE49-F238E27FC236}">
                  <a16:creationId xmlns:a16="http://schemas.microsoft.com/office/drawing/2014/main" id="{59C2FF40-ADEA-4CFC-994B-AA8FCD01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4020"/>
              <a:ext cx="16" cy="38"/>
            </a:xfrm>
            <a:custGeom>
              <a:avLst/>
              <a:gdLst>
                <a:gd name="T0" fmla="*/ 0 w 7"/>
                <a:gd name="T1" fmla="*/ 0 h 15"/>
                <a:gd name="T2" fmla="*/ 85 w 7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3" y="5"/>
                    <a:pt x="4" y="10"/>
                    <a:pt x="7" y="1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1006">
              <a:extLst>
                <a:ext uri="{FF2B5EF4-FFF2-40B4-BE49-F238E27FC236}">
                  <a16:creationId xmlns:a16="http://schemas.microsoft.com/office/drawing/2014/main" id="{1E047CE4-DFC1-4D9F-8EF1-74883F9FE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4048"/>
              <a:ext cx="5" cy="15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2"/>
                    <a:pt x="2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1007">
              <a:extLst>
                <a:ext uri="{FF2B5EF4-FFF2-40B4-BE49-F238E27FC236}">
                  <a16:creationId xmlns:a16="http://schemas.microsoft.com/office/drawing/2014/main" id="{6AD46B27-6A69-4165-AE01-6F40DA236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3878"/>
              <a:ext cx="26" cy="32"/>
            </a:xfrm>
            <a:custGeom>
              <a:avLst/>
              <a:gdLst>
                <a:gd name="T0" fmla="*/ 0 w 11"/>
                <a:gd name="T1" fmla="*/ 0 h 13"/>
                <a:gd name="T2" fmla="*/ 144 w 11"/>
                <a:gd name="T3" fmla="*/ 1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2" y="5"/>
                    <a:pt x="7" y="9"/>
                    <a:pt x="11" y="1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1008">
              <a:extLst>
                <a:ext uri="{FF2B5EF4-FFF2-40B4-BE49-F238E27FC236}">
                  <a16:creationId xmlns:a16="http://schemas.microsoft.com/office/drawing/2014/main" id="{CF752DA7-438F-45D1-A822-F620F48BD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3885"/>
              <a:ext cx="12" cy="3"/>
            </a:xfrm>
            <a:custGeom>
              <a:avLst/>
              <a:gdLst>
                <a:gd name="T0" fmla="*/ 0 w 5"/>
                <a:gd name="T1" fmla="*/ 27 h 1"/>
                <a:gd name="T2" fmla="*/ 7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1009">
              <a:extLst>
                <a:ext uri="{FF2B5EF4-FFF2-40B4-BE49-F238E27FC236}">
                  <a16:creationId xmlns:a16="http://schemas.microsoft.com/office/drawing/2014/main" id="{DDD0986E-F898-4233-80A7-D87780858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3653"/>
              <a:ext cx="37" cy="15"/>
            </a:xfrm>
            <a:custGeom>
              <a:avLst/>
              <a:gdLst>
                <a:gd name="T0" fmla="*/ 0 w 16"/>
                <a:gd name="T1" fmla="*/ 0 h 6"/>
                <a:gd name="T2" fmla="*/ 199 w 1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3" y="4"/>
                    <a:pt x="11" y="5"/>
                    <a:pt x="16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1010">
              <a:extLst>
                <a:ext uri="{FF2B5EF4-FFF2-40B4-BE49-F238E27FC236}">
                  <a16:creationId xmlns:a16="http://schemas.microsoft.com/office/drawing/2014/main" id="{4E8502BB-C521-4AC5-A450-368DD4F23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3666"/>
              <a:ext cx="5" cy="12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2" y="3"/>
                    <a:pt x="2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1011">
              <a:extLst>
                <a:ext uri="{FF2B5EF4-FFF2-40B4-BE49-F238E27FC236}">
                  <a16:creationId xmlns:a16="http://schemas.microsoft.com/office/drawing/2014/main" id="{1B326151-2C2D-4D67-9AE8-C53A44512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3356"/>
              <a:ext cx="38" cy="5"/>
            </a:xfrm>
            <a:custGeom>
              <a:avLst/>
              <a:gdLst>
                <a:gd name="T0" fmla="*/ 0 w 16"/>
                <a:gd name="T1" fmla="*/ 33 h 2"/>
                <a:gd name="T2" fmla="*/ 214 w 1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2"/>
                  </a:moveTo>
                  <a:cubicBezTo>
                    <a:pt x="6" y="2"/>
                    <a:pt x="11" y="1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1012">
              <a:extLst>
                <a:ext uri="{FF2B5EF4-FFF2-40B4-BE49-F238E27FC236}">
                  <a16:creationId xmlns:a16="http://schemas.microsoft.com/office/drawing/2014/main" id="{D80819F4-2D55-49C9-BBFF-B52D2EDA1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3358"/>
              <a:ext cx="14" cy="5"/>
            </a:xfrm>
            <a:custGeom>
              <a:avLst/>
              <a:gdLst>
                <a:gd name="T0" fmla="*/ 0 w 6"/>
                <a:gd name="T1" fmla="*/ 0 h 2"/>
                <a:gd name="T2" fmla="*/ 77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1"/>
                    <a:pt x="4" y="1"/>
                    <a:pt x="6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1013">
              <a:extLst>
                <a:ext uri="{FF2B5EF4-FFF2-40B4-BE49-F238E27FC236}">
                  <a16:creationId xmlns:a16="http://schemas.microsoft.com/office/drawing/2014/main" id="{9B1AE5E4-D10D-4FE5-B852-441ED60B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3031"/>
              <a:ext cx="28" cy="28"/>
            </a:xfrm>
            <a:custGeom>
              <a:avLst/>
              <a:gdLst>
                <a:gd name="T0" fmla="*/ 0 w 12"/>
                <a:gd name="T1" fmla="*/ 181 h 11"/>
                <a:gd name="T2" fmla="*/ 152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4" y="8"/>
                    <a:pt x="9" y="5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1014">
              <a:extLst>
                <a:ext uri="{FF2B5EF4-FFF2-40B4-BE49-F238E27FC236}">
                  <a16:creationId xmlns:a16="http://schemas.microsoft.com/office/drawing/2014/main" id="{BF4C026A-671D-4082-B092-304D6EE6E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3051"/>
              <a:ext cx="7" cy="18"/>
            </a:xfrm>
            <a:custGeom>
              <a:avLst/>
              <a:gdLst>
                <a:gd name="T0" fmla="*/ 37 w 3"/>
                <a:gd name="T1" fmla="*/ 0 h 7"/>
                <a:gd name="T2" fmla="*/ 28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2"/>
                    <a:pt x="0" y="5"/>
                    <a:pt x="2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1015">
              <a:extLst>
                <a:ext uri="{FF2B5EF4-FFF2-40B4-BE49-F238E27FC236}">
                  <a16:creationId xmlns:a16="http://schemas.microsoft.com/office/drawing/2014/main" id="{01165594-C2E3-4F18-8B45-0FA25D3A9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2829"/>
              <a:ext cx="19" cy="38"/>
            </a:xfrm>
            <a:custGeom>
              <a:avLst/>
              <a:gdLst>
                <a:gd name="T0" fmla="*/ 0 w 8"/>
                <a:gd name="T1" fmla="*/ 243 h 15"/>
                <a:gd name="T2" fmla="*/ 95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4" y="13"/>
                    <a:pt x="8" y="5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1016">
              <a:extLst>
                <a:ext uri="{FF2B5EF4-FFF2-40B4-BE49-F238E27FC236}">
                  <a16:creationId xmlns:a16="http://schemas.microsoft.com/office/drawing/2014/main" id="{0D9D2CE8-38E2-41C8-BAD7-0549AEF05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832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3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1017">
              <a:extLst>
                <a:ext uri="{FF2B5EF4-FFF2-40B4-BE49-F238E27FC236}">
                  <a16:creationId xmlns:a16="http://schemas.microsoft.com/office/drawing/2014/main" id="{9F10DA0A-70CC-42C2-90C5-63C60B5D6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799"/>
              <a:ext cx="7" cy="40"/>
            </a:xfrm>
            <a:custGeom>
              <a:avLst/>
              <a:gdLst>
                <a:gd name="T0" fmla="*/ 0 w 3"/>
                <a:gd name="T1" fmla="*/ 0 h 16"/>
                <a:gd name="T2" fmla="*/ 37 w 3"/>
                <a:gd name="T3" fmla="*/ 158 h 16"/>
                <a:gd name="T4" fmla="*/ 37 w 3"/>
                <a:gd name="T5" fmla="*/ 2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0" y="3"/>
                    <a:pt x="2" y="7"/>
                    <a:pt x="3" y="10"/>
                  </a:cubicBezTo>
                  <a:cubicBezTo>
                    <a:pt x="3" y="12"/>
                    <a:pt x="3" y="14"/>
                    <a:pt x="3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1018">
              <a:extLst>
                <a:ext uri="{FF2B5EF4-FFF2-40B4-BE49-F238E27FC236}">
                  <a16:creationId xmlns:a16="http://schemas.microsoft.com/office/drawing/2014/main" id="{AF70B46C-09F4-4126-AFF0-942D43208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829"/>
              <a:ext cx="12" cy="10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Oval 1019">
              <a:extLst>
                <a:ext uri="{FF2B5EF4-FFF2-40B4-BE49-F238E27FC236}">
                  <a16:creationId xmlns:a16="http://schemas.microsoft.com/office/drawing/2014/main" id="{03D472D2-4ADD-41AC-8EC1-39C9704BA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2" y="2787"/>
              <a:ext cx="1211" cy="1288"/>
            </a:xfrm>
            <a:prstGeom prst="ellipse">
              <a:avLst/>
            </a:prstGeom>
            <a:noFill/>
            <a:ln w="11113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30" name="Freeform 1020">
              <a:extLst>
                <a:ext uri="{FF2B5EF4-FFF2-40B4-BE49-F238E27FC236}">
                  <a16:creationId xmlns:a16="http://schemas.microsoft.com/office/drawing/2014/main" id="{D8E855FB-8AC1-495C-A5C9-9CFC1567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949"/>
              <a:ext cx="906" cy="961"/>
            </a:xfrm>
            <a:custGeom>
              <a:avLst/>
              <a:gdLst>
                <a:gd name="T0" fmla="*/ 0 w 387"/>
                <a:gd name="T1" fmla="*/ 3003 h 385"/>
                <a:gd name="T2" fmla="*/ 180 w 387"/>
                <a:gd name="T3" fmla="*/ 2504 h 385"/>
                <a:gd name="T4" fmla="*/ 155 w 387"/>
                <a:gd name="T5" fmla="*/ 1944 h 385"/>
                <a:gd name="T6" fmla="*/ 461 w 387"/>
                <a:gd name="T7" fmla="*/ 1570 h 385"/>
                <a:gd name="T8" fmla="*/ 604 w 387"/>
                <a:gd name="T9" fmla="*/ 1041 h 385"/>
                <a:gd name="T10" fmla="*/ 1002 w 387"/>
                <a:gd name="T11" fmla="*/ 809 h 385"/>
                <a:gd name="T12" fmla="*/ 1255 w 387"/>
                <a:gd name="T13" fmla="*/ 374 h 385"/>
                <a:gd name="T14" fmla="*/ 1704 w 387"/>
                <a:gd name="T15" fmla="*/ 324 h 385"/>
                <a:gd name="T16" fmla="*/ 2067 w 387"/>
                <a:gd name="T17" fmla="*/ 30 h 385"/>
                <a:gd name="T18" fmla="*/ 2477 w 387"/>
                <a:gd name="T19" fmla="*/ 167 h 385"/>
                <a:gd name="T20" fmla="*/ 2910 w 387"/>
                <a:gd name="T21" fmla="*/ 30 h 385"/>
                <a:gd name="T22" fmla="*/ 3299 w 387"/>
                <a:gd name="T23" fmla="*/ 342 h 385"/>
                <a:gd name="T24" fmla="*/ 3732 w 387"/>
                <a:gd name="T25" fmla="*/ 404 h 385"/>
                <a:gd name="T26" fmla="*/ 4001 w 387"/>
                <a:gd name="T27" fmla="*/ 841 h 385"/>
                <a:gd name="T28" fmla="*/ 4401 w 387"/>
                <a:gd name="T29" fmla="*/ 1091 h 385"/>
                <a:gd name="T30" fmla="*/ 4516 w 387"/>
                <a:gd name="T31" fmla="*/ 1600 h 385"/>
                <a:gd name="T32" fmla="*/ 4823 w 387"/>
                <a:gd name="T33" fmla="*/ 1994 h 385"/>
                <a:gd name="T34" fmla="*/ 4785 w 387"/>
                <a:gd name="T35" fmla="*/ 2516 h 385"/>
                <a:gd name="T36" fmla="*/ 4965 w 387"/>
                <a:gd name="T37" fmla="*/ 3003 h 385"/>
                <a:gd name="T38" fmla="*/ 4785 w 387"/>
                <a:gd name="T39" fmla="*/ 3502 h 385"/>
                <a:gd name="T40" fmla="*/ 4811 w 387"/>
                <a:gd name="T41" fmla="*/ 4044 h 385"/>
                <a:gd name="T42" fmla="*/ 4504 w 387"/>
                <a:gd name="T43" fmla="*/ 4418 h 385"/>
                <a:gd name="T44" fmla="*/ 4364 w 387"/>
                <a:gd name="T45" fmla="*/ 4947 h 385"/>
                <a:gd name="T46" fmla="*/ 3963 w 387"/>
                <a:gd name="T47" fmla="*/ 5177 h 385"/>
                <a:gd name="T48" fmla="*/ 3711 w 387"/>
                <a:gd name="T49" fmla="*/ 5614 h 385"/>
                <a:gd name="T50" fmla="*/ 3261 w 387"/>
                <a:gd name="T51" fmla="*/ 5664 h 385"/>
                <a:gd name="T52" fmla="*/ 2898 w 387"/>
                <a:gd name="T53" fmla="*/ 5956 h 385"/>
                <a:gd name="T54" fmla="*/ 2477 w 387"/>
                <a:gd name="T55" fmla="*/ 5831 h 385"/>
                <a:gd name="T56" fmla="*/ 2055 w 387"/>
                <a:gd name="T57" fmla="*/ 5956 h 385"/>
                <a:gd name="T58" fmla="*/ 1667 w 387"/>
                <a:gd name="T59" fmla="*/ 5644 h 385"/>
                <a:gd name="T60" fmla="*/ 1234 w 387"/>
                <a:gd name="T61" fmla="*/ 5584 h 385"/>
                <a:gd name="T62" fmla="*/ 965 w 387"/>
                <a:gd name="T63" fmla="*/ 5147 h 385"/>
                <a:gd name="T64" fmla="*/ 564 w 387"/>
                <a:gd name="T65" fmla="*/ 4897 h 385"/>
                <a:gd name="T66" fmla="*/ 449 w 387"/>
                <a:gd name="T67" fmla="*/ 4386 h 385"/>
                <a:gd name="T68" fmla="*/ 143 w 387"/>
                <a:gd name="T69" fmla="*/ 3994 h 385"/>
                <a:gd name="T70" fmla="*/ 180 w 387"/>
                <a:gd name="T71" fmla="*/ 3470 h 385"/>
                <a:gd name="T72" fmla="*/ 0 w 387"/>
                <a:gd name="T73" fmla="*/ 3003 h 3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7" h="385">
                  <a:moveTo>
                    <a:pt x="0" y="193"/>
                  </a:moveTo>
                  <a:cubicBezTo>
                    <a:pt x="0" y="181"/>
                    <a:pt x="12" y="171"/>
                    <a:pt x="14" y="161"/>
                  </a:cubicBezTo>
                  <a:cubicBezTo>
                    <a:pt x="16" y="149"/>
                    <a:pt x="8" y="136"/>
                    <a:pt x="12" y="125"/>
                  </a:cubicBezTo>
                  <a:cubicBezTo>
                    <a:pt x="16" y="115"/>
                    <a:pt x="31" y="110"/>
                    <a:pt x="36" y="101"/>
                  </a:cubicBezTo>
                  <a:cubicBezTo>
                    <a:pt x="42" y="91"/>
                    <a:pt x="39" y="75"/>
                    <a:pt x="47" y="67"/>
                  </a:cubicBezTo>
                  <a:cubicBezTo>
                    <a:pt x="54" y="58"/>
                    <a:pt x="70" y="59"/>
                    <a:pt x="78" y="52"/>
                  </a:cubicBezTo>
                  <a:cubicBezTo>
                    <a:pt x="87" y="45"/>
                    <a:pt x="89" y="29"/>
                    <a:pt x="98" y="24"/>
                  </a:cubicBezTo>
                  <a:cubicBezTo>
                    <a:pt x="108" y="19"/>
                    <a:pt x="122" y="25"/>
                    <a:pt x="133" y="21"/>
                  </a:cubicBezTo>
                  <a:cubicBezTo>
                    <a:pt x="143" y="17"/>
                    <a:pt x="150" y="4"/>
                    <a:pt x="161" y="2"/>
                  </a:cubicBezTo>
                  <a:cubicBezTo>
                    <a:pt x="171" y="0"/>
                    <a:pt x="183" y="11"/>
                    <a:pt x="193" y="11"/>
                  </a:cubicBezTo>
                  <a:cubicBezTo>
                    <a:pt x="205" y="11"/>
                    <a:pt x="217" y="0"/>
                    <a:pt x="227" y="2"/>
                  </a:cubicBezTo>
                  <a:cubicBezTo>
                    <a:pt x="239" y="4"/>
                    <a:pt x="246" y="18"/>
                    <a:pt x="257" y="22"/>
                  </a:cubicBezTo>
                  <a:cubicBezTo>
                    <a:pt x="267" y="26"/>
                    <a:pt x="282" y="20"/>
                    <a:pt x="291" y="26"/>
                  </a:cubicBezTo>
                  <a:cubicBezTo>
                    <a:pt x="301" y="31"/>
                    <a:pt x="303" y="47"/>
                    <a:pt x="312" y="54"/>
                  </a:cubicBezTo>
                  <a:cubicBezTo>
                    <a:pt x="320" y="61"/>
                    <a:pt x="336" y="62"/>
                    <a:pt x="343" y="70"/>
                  </a:cubicBezTo>
                  <a:cubicBezTo>
                    <a:pt x="350" y="78"/>
                    <a:pt x="347" y="94"/>
                    <a:pt x="352" y="103"/>
                  </a:cubicBezTo>
                  <a:cubicBezTo>
                    <a:pt x="357" y="112"/>
                    <a:pt x="372" y="118"/>
                    <a:pt x="376" y="128"/>
                  </a:cubicBezTo>
                  <a:cubicBezTo>
                    <a:pt x="379" y="138"/>
                    <a:pt x="371" y="151"/>
                    <a:pt x="373" y="162"/>
                  </a:cubicBezTo>
                  <a:cubicBezTo>
                    <a:pt x="375" y="172"/>
                    <a:pt x="387" y="182"/>
                    <a:pt x="387" y="193"/>
                  </a:cubicBezTo>
                  <a:cubicBezTo>
                    <a:pt x="387" y="204"/>
                    <a:pt x="375" y="214"/>
                    <a:pt x="373" y="225"/>
                  </a:cubicBezTo>
                  <a:cubicBezTo>
                    <a:pt x="371" y="236"/>
                    <a:pt x="379" y="249"/>
                    <a:pt x="375" y="260"/>
                  </a:cubicBezTo>
                  <a:cubicBezTo>
                    <a:pt x="371" y="270"/>
                    <a:pt x="356" y="275"/>
                    <a:pt x="351" y="284"/>
                  </a:cubicBezTo>
                  <a:cubicBezTo>
                    <a:pt x="345" y="294"/>
                    <a:pt x="348" y="310"/>
                    <a:pt x="340" y="318"/>
                  </a:cubicBezTo>
                  <a:cubicBezTo>
                    <a:pt x="333" y="327"/>
                    <a:pt x="317" y="326"/>
                    <a:pt x="309" y="333"/>
                  </a:cubicBezTo>
                  <a:cubicBezTo>
                    <a:pt x="300" y="340"/>
                    <a:pt x="298" y="356"/>
                    <a:pt x="289" y="361"/>
                  </a:cubicBezTo>
                  <a:cubicBezTo>
                    <a:pt x="279" y="366"/>
                    <a:pt x="265" y="360"/>
                    <a:pt x="254" y="364"/>
                  </a:cubicBezTo>
                  <a:cubicBezTo>
                    <a:pt x="244" y="368"/>
                    <a:pt x="237" y="381"/>
                    <a:pt x="226" y="383"/>
                  </a:cubicBezTo>
                  <a:cubicBezTo>
                    <a:pt x="216" y="385"/>
                    <a:pt x="204" y="375"/>
                    <a:pt x="193" y="375"/>
                  </a:cubicBezTo>
                  <a:cubicBezTo>
                    <a:pt x="182" y="375"/>
                    <a:pt x="170" y="385"/>
                    <a:pt x="160" y="383"/>
                  </a:cubicBezTo>
                  <a:cubicBezTo>
                    <a:pt x="148" y="381"/>
                    <a:pt x="141" y="367"/>
                    <a:pt x="130" y="363"/>
                  </a:cubicBezTo>
                  <a:cubicBezTo>
                    <a:pt x="120" y="359"/>
                    <a:pt x="105" y="365"/>
                    <a:pt x="96" y="359"/>
                  </a:cubicBezTo>
                  <a:cubicBezTo>
                    <a:pt x="86" y="354"/>
                    <a:pt x="84" y="338"/>
                    <a:pt x="75" y="331"/>
                  </a:cubicBezTo>
                  <a:cubicBezTo>
                    <a:pt x="67" y="324"/>
                    <a:pt x="51" y="324"/>
                    <a:pt x="44" y="315"/>
                  </a:cubicBezTo>
                  <a:cubicBezTo>
                    <a:pt x="37" y="307"/>
                    <a:pt x="40" y="291"/>
                    <a:pt x="35" y="282"/>
                  </a:cubicBezTo>
                  <a:cubicBezTo>
                    <a:pt x="30" y="273"/>
                    <a:pt x="15" y="268"/>
                    <a:pt x="11" y="257"/>
                  </a:cubicBezTo>
                  <a:cubicBezTo>
                    <a:pt x="8" y="247"/>
                    <a:pt x="16" y="234"/>
                    <a:pt x="14" y="223"/>
                  </a:cubicBezTo>
                  <a:cubicBezTo>
                    <a:pt x="12" y="213"/>
                    <a:pt x="0" y="203"/>
                    <a:pt x="0" y="193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1021">
              <a:extLst>
                <a:ext uri="{FF2B5EF4-FFF2-40B4-BE49-F238E27FC236}">
                  <a16:creationId xmlns:a16="http://schemas.microsoft.com/office/drawing/2014/main" id="{A0E3FD05-9103-468D-866C-C3156B1F0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251"/>
              <a:ext cx="37" cy="137"/>
            </a:xfrm>
            <a:custGeom>
              <a:avLst/>
              <a:gdLst>
                <a:gd name="T0" fmla="*/ 199 w 16"/>
                <a:gd name="T1" fmla="*/ 0 h 55"/>
                <a:gd name="T2" fmla="*/ 134 w 16"/>
                <a:gd name="T3" fmla="*/ 849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5">
                  <a:moveTo>
                    <a:pt x="16" y="0"/>
                  </a:moveTo>
                  <a:cubicBezTo>
                    <a:pt x="0" y="9"/>
                    <a:pt x="5" y="42"/>
                    <a:pt x="11" y="5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1022">
              <a:extLst>
                <a:ext uri="{FF2B5EF4-FFF2-40B4-BE49-F238E27FC236}">
                  <a16:creationId xmlns:a16="http://schemas.microsoft.com/office/drawing/2014/main" id="{A4280159-1F99-4560-8ADF-19EAAF224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356"/>
              <a:ext cx="32" cy="117"/>
            </a:xfrm>
            <a:custGeom>
              <a:avLst/>
              <a:gdLst>
                <a:gd name="T0" fmla="*/ 167 w 14"/>
                <a:gd name="T1" fmla="*/ 0 h 47"/>
                <a:gd name="T2" fmla="*/ 110 w 14"/>
                <a:gd name="T3" fmla="*/ 724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7">
                  <a:moveTo>
                    <a:pt x="14" y="0"/>
                  </a:moveTo>
                  <a:cubicBezTo>
                    <a:pt x="0" y="11"/>
                    <a:pt x="2" y="33"/>
                    <a:pt x="9" y="4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1023">
              <a:extLst>
                <a:ext uri="{FF2B5EF4-FFF2-40B4-BE49-F238E27FC236}">
                  <a16:creationId xmlns:a16="http://schemas.microsoft.com/office/drawing/2014/main" id="{BAC6E578-56E4-4F78-9002-3D4B1FC70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3239"/>
              <a:ext cx="54" cy="154"/>
            </a:xfrm>
            <a:custGeom>
              <a:avLst/>
              <a:gdLst>
                <a:gd name="T0" fmla="*/ 221 w 23"/>
                <a:gd name="T1" fmla="*/ 0 h 62"/>
                <a:gd name="T2" fmla="*/ 0 w 23"/>
                <a:gd name="T3" fmla="*/ 951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17" y="0"/>
                  </a:moveTo>
                  <a:cubicBezTo>
                    <a:pt x="18" y="23"/>
                    <a:pt x="23" y="47"/>
                    <a:pt x="0" y="6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1024">
              <a:extLst>
                <a:ext uri="{FF2B5EF4-FFF2-40B4-BE49-F238E27FC236}">
                  <a16:creationId xmlns:a16="http://schemas.microsoft.com/office/drawing/2014/main" id="{E1869197-5080-4C43-9655-52AA1AEE7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361"/>
              <a:ext cx="26" cy="97"/>
            </a:xfrm>
            <a:custGeom>
              <a:avLst/>
              <a:gdLst>
                <a:gd name="T0" fmla="*/ 0 w 11"/>
                <a:gd name="T1" fmla="*/ 0 h 39"/>
                <a:gd name="T2" fmla="*/ 50 w 11"/>
                <a:gd name="T3" fmla="*/ 59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9">
                  <a:moveTo>
                    <a:pt x="0" y="0"/>
                  </a:moveTo>
                  <a:cubicBezTo>
                    <a:pt x="4" y="14"/>
                    <a:pt x="11" y="26"/>
                    <a:pt x="4" y="39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1025">
              <a:extLst>
                <a:ext uri="{FF2B5EF4-FFF2-40B4-BE49-F238E27FC236}">
                  <a16:creationId xmlns:a16="http://schemas.microsoft.com/office/drawing/2014/main" id="{EFA64882-B264-4622-B017-483A8A709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518"/>
              <a:ext cx="28" cy="113"/>
            </a:xfrm>
            <a:custGeom>
              <a:avLst/>
              <a:gdLst>
                <a:gd name="T0" fmla="*/ 12 w 12"/>
                <a:gd name="T1" fmla="*/ 0 h 45"/>
                <a:gd name="T2" fmla="*/ 0 w 12"/>
                <a:gd name="T3" fmla="*/ 71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5">
                  <a:moveTo>
                    <a:pt x="1" y="0"/>
                  </a:moveTo>
                  <a:cubicBezTo>
                    <a:pt x="11" y="15"/>
                    <a:pt x="12" y="31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1026">
              <a:extLst>
                <a:ext uri="{FF2B5EF4-FFF2-40B4-BE49-F238E27FC236}">
                  <a16:creationId xmlns:a16="http://schemas.microsoft.com/office/drawing/2014/main" id="{2DB5EA87-A633-48CE-85AA-5009736E0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426"/>
              <a:ext cx="35" cy="105"/>
            </a:xfrm>
            <a:custGeom>
              <a:avLst/>
              <a:gdLst>
                <a:gd name="T0" fmla="*/ 0 w 15"/>
                <a:gd name="T1" fmla="*/ 0 h 42"/>
                <a:gd name="T2" fmla="*/ 152 w 15"/>
                <a:gd name="T3" fmla="*/ 658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0" y="0"/>
                  </a:moveTo>
                  <a:cubicBezTo>
                    <a:pt x="14" y="9"/>
                    <a:pt x="15" y="28"/>
                    <a:pt x="12" y="4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1027">
              <a:extLst>
                <a:ext uri="{FF2B5EF4-FFF2-40B4-BE49-F238E27FC236}">
                  <a16:creationId xmlns:a16="http://schemas.microsoft.com/office/drawing/2014/main" id="{D17389FB-FBD7-4CCF-A038-288C797F8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036"/>
              <a:ext cx="82" cy="80"/>
            </a:xfrm>
            <a:custGeom>
              <a:avLst/>
              <a:gdLst>
                <a:gd name="T0" fmla="*/ 0 w 35"/>
                <a:gd name="T1" fmla="*/ 500 h 32"/>
                <a:gd name="T2" fmla="*/ 450 w 35"/>
                <a:gd name="T3" fmla="*/ 22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2">
                  <a:moveTo>
                    <a:pt x="0" y="32"/>
                  </a:moveTo>
                  <a:cubicBezTo>
                    <a:pt x="2" y="19"/>
                    <a:pt x="22" y="0"/>
                    <a:pt x="35" y="1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1028">
              <a:extLst>
                <a:ext uri="{FF2B5EF4-FFF2-40B4-BE49-F238E27FC236}">
                  <a16:creationId xmlns:a16="http://schemas.microsoft.com/office/drawing/2014/main" id="{D75FCB6F-0034-49E2-B5CA-35DDF88AF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3029"/>
              <a:ext cx="85" cy="72"/>
            </a:xfrm>
            <a:custGeom>
              <a:avLst/>
              <a:gdLst>
                <a:gd name="T0" fmla="*/ 0 w 36"/>
                <a:gd name="T1" fmla="*/ 444 h 29"/>
                <a:gd name="T2" fmla="*/ 475 w 36"/>
                <a:gd name="T3" fmla="*/ 19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9">
                  <a:moveTo>
                    <a:pt x="0" y="29"/>
                  </a:moveTo>
                  <a:cubicBezTo>
                    <a:pt x="3" y="14"/>
                    <a:pt x="23" y="0"/>
                    <a:pt x="36" y="1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1029">
              <a:extLst>
                <a:ext uri="{FF2B5EF4-FFF2-40B4-BE49-F238E27FC236}">
                  <a16:creationId xmlns:a16="http://schemas.microsoft.com/office/drawing/2014/main" id="{D5404DE4-6B5D-4550-A247-1B71EC0DB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3101"/>
              <a:ext cx="96" cy="85"/>
            </a:xfrm>
            <a:custGeom>
              <a:avLst/>
              <a:gdLst>
                <a:gd name="T0" fmla="*/ 0 w 41"/>
                <a:gd name="T1" fmla="*/ 0 h 34"/>
                <a:gd name="T2" fmla="*/ 115 w 41"/>
                <a:gd name="T3" fmla="*/ 375 h 34"/>
                <a:gd name="T4" fmla="*/ 527 w 41"/>
                <a:gd name="T5" fmla="*/ 53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4">
                  <a:moveTo>
                    <a:pt x="0" y="0"/>
                  </a:moveTo>
                  <a:cubicBezTo>
                    <a:pt x="1" y="9"/>
                    <a:pt x="3" y="18"/>
                    <a:pt x="9" y="24"/>
                  </a:cubicBezTo>
                  <a:cubicBezTo>
                    <a:pt x="18" y="33"/>
                    <a:pt x="30" y="31"/>
                    <a:pt x="41" y="3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1030">
              <a:extLst>
                <a:ext uri="{FF2B5EF4-FFF2-40B4-BE49-F238E27FC236}">
                  <a16:creationId xmlns:a16="http://schemas.microsoft.com/office/drawing/2014/main" id="{835568C3-3CEE-4EF7-893E-07D87D7A1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154"/>
              <a:ext cx="45" cy="110"/>
            </a:xfrm>
            <a:custGeom>
              <a:avLst/>
              <a:gdLst>
                <a:gd name="T0" fmla="*/ 66 w 19"/>
                <a:gd name="T1" fmla="*/ 0 h 44"/>
                <a:gd name="T2" fmla="*/ 253 w 19"/>
                <a:gd name="T3" fmla="*/ 68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5" y="0"/>
                  </a:moveTo>
                  <a:cubicBezTo>
                    <a:pt x="0" y="15"/>
                    <a:pt x="8" y="35"/>
                    <a:pt x="19" y="4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1031">
              <a:extLst>
                <a:ext uri="{FF2B5EF4-FFF2-40B4-BE49-F238E27FC236}">
                  <a16:creationId xmlns:a16="http://schemas.microsoft.com/office/drawing/2014/main" id="{E99B598A-D024-413F-9A46-291C288D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3239"/>
              <a:ext cx="37" cy="127"/>
            </a:xfrm>
            <a:custGeom>
              <a:avLst/>
              <a:gdLst>
                <a:gd name="T0" fmla="*/ 150 w 16"/>
                <a:gd name="T1" fmla="*/ 0 h 51"/>
                <a:gd name="T2" fmla="*/ 199 w 16"/>
                <a:gd name="T3" fmla="*/ 78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1">
                  <a:moveTo>
                    <a:pt x="12" y="0"/>
                  </a:moveTo>
                  <a:cubicBezTo>
                    <a:pt x="0" y="20"/>
                    <a:pt x="5" y="33"/>
                    <a:pt x="16" y="5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1032">
              <a:extLst>
                <a:ext uri="{FF2B5EF4-FFF2-40B4-BE49-F238E27FC236}">
                  <a16:creationId xmlns:a16="http://schemas.microsoft.com/office/drawing/2014/main" id="{2B6EED0E-77B8-414F-9324-4FDAEBB33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179"/>
              <a:ext cx="30" cy="107"/>
            </a:xfrm>
            <a:custGeom>
              <a:avLst/>
              <a:gdLst>
                <a:gd name="T0" fmla="*/ 0 w 13"/>
                <a:gd name="T1" fmla="*/ 0 h 43"/>
                <a:gd name="T2" fmla="*/ 97 w 13"/>
                <a:gd name="T3" fmla="*/ 66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13" y="14"/>
                    <a:pt x="13" y="26"/>
                    <a:pt x="8" y="4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1033">
              <a:extLst>
                <a:ext uri="{FF2B5EF4-FFF2-40B4-BE49-F238E27FC236}">
                  <a16:creationId xmlns:a16="http://schemas.microsoft.com/office/drawing/2014/main" id="{57CD3431-DF36-4A21-BFB8-235CE90B3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266"/>
              <a:ext cx="37" cy="87"/>
            </a:xfrm>
            <a:custGeom>
              <a:avLst/>
              <a:gdLst>
                <a:gd name="T0" fmla="*/ 0 w 16"/>
                <a:gd name="T1" fmla="*/ 0 h 35"/>
                <a:gd name="T2" fmla="*/ 113 w 16"/>
                <a:gd name="T3" fmla="*/ 53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5">
                  <a:moveTo>
                    <a:pt x="0" y="0"/>
                  </a:moveTo>
                  <a:cubicBezTo>
                    <a:pt x="6" y="10"/>
                    <a:pt x="16" y="24"/>
                    <a:pt x="9" y="3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1034">
              <a:extLst>
                <a:ext uri="{FF2B5EF4-FFF2-40B4-BE49-F238E27FC236}">
                  <a16:creationId xmlns:a16="http://schemas.microsoft.com/office/drawing/2014/main" id="{AEB8953A-5305-4A14-8ED2-C3B2871CD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641"/>
              <a:ext cx="89" cy="72"/>
            </a:xfrm>
            <a:custGeom>
              <a:avLst/>
              <a:gdLst>
                <a:gd name="T0" fmla="*/ 0 w 38"/>
                <a:gd name="T1" fmla="*/ 444 h 29"/>
                <a:gd name="T2" fmla="*/ 487 w 38"/>
                <a:gd name="T3" fmla="*/ 1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9">
                  <a:moveTo>
                    <a:pt x="0" y="29"/>
                  </a:moveTo>
                  <a:cubicBezTo>
                    <a:pt x="6" y="14"/>
                    <a:pt x="20" y="0"/>
                    <a:pt x="38" y="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1035">
              <a:extLst>
                <a:ext uri="{FF2B5EF4-FFF2-40B4-BE49-F238E27FC236}">
                  <a16:creationId xmlns:a16="http://schemas.microsoft.com/office/drawing/2014/main" id="{25009A11-813B-4375-970A-C3BCCD13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3571"/>
              <a:ext cx="49" cy="100"/>
            </a:xfrm>
            <a:custGeom>
              <a:avLst/>
              <a:gdLst>
                <a:gd name="T0" fmla="*/ 103 w 21"/>
                <a:gd name="T1" fmla="*/ 625 h 40"/>
                <a:gd name="T2" fmla="*/ 266 w 2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0">
                  <a:moveTo>
                    <a:pt x="8" y="40"/>
                  </a:moveTo>
                  <a:cubicBezTo>
                    <a:pt x="0" y="30"/>
                    <a:pt x="8" y="4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1036">
              <a:extLst>
                <a:ext uri="{FF2B5EF4-FFF2-40B4-BE49-F238E27FC236}">
                  <a16:creationId xmlns:a16="http://schemas.microsoft.com/office/drawing/2014/main" id="{61216572-EBE1-4774-97B4-EB98295CA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788"/>
              <a:ext cx="136" cy="62"/>
            </a:xfrm>
            <a:custGeom>
              <a:avLst/>
              <a:gdLst>
                <a:gd name="T0" fmla="*/ 0 w 58"/>
                <a:gd name="T1" fmla="*/ 0 h 25"/>
                <a:gd name="T2" fmla="*/ 286 w 58"/>
                <a:gd name="T3" fmla="*/ 320 h 25"/>
                <a:gd name="T4" fmla="*/ 748 w 58"/>
                <a:gd name="T5" fmla="*/ 9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5">
                  <a:moveTo>
                    <a:pt x="0" y="0"/>
                  </a:moveTo>
                  <a:cubicBezTo>
                    <a:pt x="6" y="10"/>
                    <a:pt x="10" y="18"/>
                    <a:pt x="22" y="21"/>
                  </a:cubicBezTo>
                  <a:cubicBezTo>
                    <a:pt x="35" y="25"/>
                    <a:pt x="53" y="20"/>
                    <a:pt x="58" y="6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1037">
              <a:extLst>
                <a:ext uri="{FF2B5EF4-FFF2-40B4-BE49-F238E27FC236}">
                  <a16:creationId xmlns:a16="http://schemas.microsoft.com/office/drawing/2014/main" id="{715ADC06-01C5-4163-A49D-5744BFA3D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3778"/>
              <a:ext cx="113" cy="57"/>
            </a:xfrm>
            <a:custGeom>
              <a:avLst/>
              <a:gdLst>
                <a:gd name="T0" fmla="*/ 0 w 48"/>
                <a:gd name="T1" fmla="*/ 0 h 23"/>
                <a:gd name="T2" fmla="*/ 626 w 48"/>
                <a:gd name="T3" fmla="*/ 12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3">
                  <a:moveTo>
                    <a:pt x="0" y="0"/>
                  </a:moveTo>
                  <a:cubicBezTo>
                    <a:pt x="9" y="23"/>
                    <a:pt x="30" y="21"/>
                    <a:pt x="48" y="8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1038">
              <a:extLst>
                <a:ext uri="{FF2B5EF4-FFF2-40B4-BE49-F238E27FC236}">
                  <a16:creationId xmlns:a16="http://schemas.microsoft.com/office/drawing/2014/main" id="{750524ED-5776-442C-8DAE-B9B4624E8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3643"/>
              <a:ext cx="82" cy="117"/>
            </a:xfrm>
            <a:custGeom>
              <a:avLst/>
              <a:gdLst>
                <a:gd name="T0" fmla="*/ 0 w 35"/>
                <a:gd name="T1" fmla="*/ 620 h 47"/>
                <a:gd name="T2" fmla="*/ 401 w 35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7">
                  <a:moveTo>
                    <a:pt x="0" y="40"/>
                  </a:moveTo>
                  <a:cubicBezTo>
                    <a:pt x="22" y="47"/>
                    <a:pt x="35" y="19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1039">
              <a:extLst>
                <a:ext uri="{FF2B5EF4-FFF2-40B4-BE49-F238E27FC236}">
                  <a16:creationId xmlns:a16="http://schemas.microsoft.com/office/drawing/2014/main" id="{24F949F4-43FE-402A-BA13-1C3849761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91"/>
              <a:ext cx="39" cy="70"/>
            </a:xfrm>
            <a:custGeom>
              <a:avLst/>
              <a:gdLst>
                <a:gd name="T0" fmla="*/ 179 w 17"/>
                <a:gd name="T1" fmla="*/ 0 h 28"/>
                <a:gd name="T2" fmla="*/ 0 w 17"/>
                <a:gd name="T3" fmla="*/ 4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8">
                  <a:moveTo>
                    <a:pt x="15" y="0"/>
                  </a:moveTo>
                  <a:cubicBezTo>
                    <a:pt x="17" y="12"/>
                    <a:pt x="9" y="22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1040">
              <a:extLst>
                <a:ext uri="{FF2B5EF4-FFF2-40B4-BE49-F238E27FC236}">
                  <a16:creationId xmlns:a16="http://schemas.microsoft.com/office/drawing/2014/main" id="{826F2132-0DF6-46F4-ACFF-885BC91F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715"/>
              <a:ext cx="56" cy="33"/>
            </a:xfrm>
            <a:custGeom>
              <a:avLst/>
              <a:gdLst>
                <a:gd name="T0" fmla="*/ 0 w 24"/>
                <a:gd name="T1" fmla="*/ 117 h 13"/>
                <a:gd name="T2" fmla="*/ 306 w 24"/>
                <a:gd name="T3" fmla="*/ 2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0" y="7"/>
                  </a:moveTo>
                  <a:cubicBezTo>
                    <a:pt x="9" y="0"/>
                    <a:pt x="19" y="3"/>
                    <a:pt x="24" y="1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1041">
              <a:extLst>
                <a:ext uri="{FF2B5EF4-FFF2-40B4-BE49-F238E27FC236}">
                  <a16:creationId xmlns:a16="http://schemas.microsoft.com/office/drawing/2014/main" id="{71334F3F-FC7D-4298-9A25-85FEA2A91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698"/>
              <a:ext cx="12" cy="30"/>
            </a:xfrm>
            <a:custGeom>
              <a:avLst/>
              <a:gdLst>
                <a:gd name="T0" fmla="*/ 0 w 5"/>
                <a:gd name="T1" fmla="*/ 188 h 12"/>
                <a:gd name="T2" fmla="*/ 70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0" y="8"/>
                    <a:pt x="1" y="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1042">
              <a:extLst>
                <a:ext uri="{FF2B5EF4-FFF2-40B4-BE49-F238E27FC236}">
                  <a16:creationId xmlns:a16="http://schemas.microsoft.com/office/drawing/2014/main" id="{56FC59BB-C19C-49C4-88D0-E3CED272F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3403"/>
              <a:ext cx="40" cy="38"/>
            </a:xfrm>
            <a:custGeom>
              <a:avLst/>
              <a:gdLst>
                <a:gd name="T0" fmla="*/ 0 w 17"/>
                <a:gd name="T1" fmla="*/ 0 h 15"/>
                <a:gd name="T2" fmla="*/ 221 w 17"/>
                <a:gd name="T3" fmla="*/ 2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3" y="8"/>
                    <a:pt x="7" y="15"/>
                    <a:pt x="17" y="1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1043">
              <a:extLst>
                <a:ext uri="{FF2B5EF4-FFF2-40B4-BE49-F238E27FC236}">
                  <a16:creationId xmlns:a16="http://schemas.microsoft.com/office/drawing/2014/main" id="{9AC63B9A-1080-4BD3-B546-3C349CBAC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3426"/>
              <a:ext cx="16" cy="17"/>
            </a:xfrm>
            <a:custGeom>
              <a:avLst/>
              <a:gdLst>
                <a:gd name="T0" fmla="*/ 85 w 7"/>
                <a:gd name="T1" fmla="*/ 0 h 7"/>
                <a:gd name="T2" fmla="*/ 0 w 7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1"/>
                    <a:pt x="1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1044">
              <a:extLst>
                <a:ext uri="{FF2B5EF4-FFF2-40B4-BE49-F238E27FC236}">
                  <a16:creationId xmlns:a16="http://schemas.microsoft.com/office/drawing/2014/main" id="{80076E70-A162-4EA3-8DCC-B02DA93B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64"/>
              <a:ext cx="38" cy="60"/>
            </a:xfrm>
            <a:custGeom>
              <a:avLst/>
              <a:gdLst>
                <a:gd name="T0" fmla="*/ 0 w 16"/>
                <a:gd name="T1" fmla="*/ 0 h 24"/>
                <a:gd name="T2" fmla="*/ 214 w 16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0"/>
                  </a:moveTo>
                  <a:cubicBezTo>
                    <a:pt x="9" y="4"/>
                    <a:pt x="16" y="14"/>
                    <a:pt x="16" y="2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1045">
              <a:extLst>
                <a:ext uri="{FF2B5EF4-FFF2-40B4-BE49-F238E27FC236}">
                  <a16:creationId xmlns:a16="http://schemas.microsoft.com/office/drawing/2014/main" id="{2CF34AF2-CA45-45FA-A67A-00AA2CC4C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079"/>
              <a:ext cx="18" cy="12"/>
            </a:xfrm>
            <a:custGeom>
              <a:avLst/>
              <a:gdLst>
                <a:gd name="T0" fmla="*/ 0 w 8"/>
                <a:gd name="T1" fmla="*/ 70 h 5"/>
                <a:gd name="T2" fmla="*/ 92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4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1046">
              <a:extLst>
                <a:ext uri="{FF2B5EF4-FFF2-40B4-BE49-F238E27FC236}">
                  <a16:creationId xmlns:a16="http://schemas.microsoft.com/office/drawing/2014/main" id="{59E70194-DED1-48AB-B3D7-000CB8A4D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3164"/>
              <a:ext cx="21" cy="57"/>
            </a:xfrm>
            <a:custGeom>
              <a:avLst/>
              <a:gdLst>
                <a:gd name="T0" fmla="*/ 86 w 9"/>
                <a:gd name="T1" fmla="*/ 0 h 23"/>
                <a:gd name="T2" fmla="*/ 114 w 9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7" y="0"/>
                  </a:moveTo>
                  <a:cubicBezTo>
                    <a:pt x="0" y="8"/>
                    <a:pt x="5" y="16"/>
                    <a:pt x="9" y="2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1047">
              <a:extLst>
                <a:ext uri="{FF2B5EF4-FFF2-40B4-BE49-F238E27FC236}">
                  <a16:creationId xmlns:a16="http://schemas.microsoft.com/office/drawing/2014/main" id="{BCC6029D-D5F3-427D-A709-A37F30C0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191"/>
              <a:ext cx="24" cy="5"/>
            </a:xfrm>
            <a:custGeom>
              <a:avLst/>
              <a:gdLst>
                <a:gd name="T0" fmla="*/ 0 w 10"/>
                <a:gd name="T1" fmla="*/ 20 h 2"/>
                <a:gd name="T2" fmla="*/ 139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0"/>
                    <a:pt x="7" y="0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1048">
              <a:extLst>
                <a:ext uri="{FF2B5EF4-FFF2-40B4-BE49-F238E27FC236}">
                  <a16:creationId xmlns:a16="http://schemas.microsoft.com/office/drawing/2014/main" id="{1ACF765C-0F76-4E79-AA5F-33BF5321F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3246"/>
              <a:ext cx="29" cy="35"/>
            </a:xfrm>
            <a:custGeom>
              <a:avLst/>
              <a:gdLst>
                <a:gd name="T0" fmla="*/ 169 w 12"/>
                <a:gd name="T1" fmla="*/ 0 h 14"/>
                <a:gd name="T2" fmla="*/ 157 w 12"/>
                <a:gd name="T3" fmla="*/ 14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" y="0"/>
                    <a:pt x="0" y="14"/>
                    <a:pt x="11" y="9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1049">
              <a:extLst>
                <a:ext uri="{FF2B5EF4-FFF2-40B4-BE49-F238E27FC236}">
                  <a16:creationId xmlns:a16="http://schemas.microsoft.com/office/drawing/2014/main" id="{E3F547BE-444C-4F39-A06D-00E230A3F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041"/>
              <a:ext cx="25" cy="43"/>
            </a:xfrm>
            <a:custGeom>
              <a:avLst/>
              <a:gdLst>
                <a:gd name="T0" fmla="*/ 130 w 11"/>
                <a:gd name="T1" fmla="*/ 33 h 17"/>
                <a:gd name="T2" fmla="*/ 82 w 11"/>
                <a:gd name="T3" fmla="*/ 276 h 17"/>
                <a:gd name="T4" fmla="*/ 11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2"/>
                  </a:moveTo>
                  <a:cubicBezTo>
                    <a:pt x="9" y="7"/>
                    <a:pt x="9" y="12"/>
                    <a:pt x="7" y="17"/>
                  </a:cubicBezTo>
                  <a:cubicBezTo>
                    <a:pt x="1" y="14"/>
                    <a:pt x="0" y="6"/>
                    <a:pt x="1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1050">
              <a:extLst>
                <a:ext uri="{FF2B5EF4-FFF2-40B4-BE49-F238E27FC236}">
                  <a16:creationId xmlns:a16="http://schemas.microsoft.com/office/drawing/2014/main" id="{14B51B83-CBE4-4FF1-BFBE-F939CFF1A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111"/>
              <a:ext cx="28" cy="5"/>
            </a:xfrm>
            <a:custGeom>
              <a:avLst/>
              <a:gdLst>
                <a:gd name="T0" fmla="*/ 0 w 12"/>
                <a:gd name="T1" fmla="*/ 33 h 2"/>
                <a:gd name="T2" fmla="*/ 152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4" y="2"/>
                    <a:pt x="8" y="1"/>
                    <a:pt x="12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1051">
              <a:extLst>
                <a:ext uri="{FF2B5EF4-FFF2-40B4-BE49-F238E27FC236}">
                  <a16:creationId xmlns:a16="http://schemas.microsoft.com/office/drawing/2014/main" id="{78336CDC-B859-4496-88FA-5FA6935A6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3061"/>
              <a:ext cx="5" cy="23"/>
            </a:xfrm>
            <a:custGeom>
              <a:avLst/>
              <a:gdLst>
                <a:gd name="T0" fmla="*/ 33 w 2"/>
                <a:gd name="T1" fmla="*/ 0 h 9"/>
                <a:gd name="T2" fmla="*/ 0 w 2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3"/>
                    <a:pt x="0" y="6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1052">
              <a:extLst>
                <a:ext uri="{FF2B5EF4-FFF2-40B4-BE49-F238E27FC236}">
                  <a16:creationId xmlns:a16="http://schemas.microsoft.com/office/drawing/2014/main" id="{75F3B205-9344-44A8-A0A8-B21BFF53F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179"/>
              <a:ext cx="23" cy="30"/>
            </a:xfrm>
            <a:custGeom>
              <a:avLst/>
              <a:gdLst>
                <a:gd name="T0" fmla="*/ 48 w 10"/>
                <a:gd name="T1" fmla="*/ 0 h 12"/>
                <a:gd name="T2" fmla="*/ 0 w 10"/>
                <a:gd name="T3" fmla="*/ 158 h 12"/>
                <a:gd name="T4" fmla="*/ 122 w 10"/>
                <a:gd name="T5" fmla="*/ 12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4" y="0"/>
                  </a:moveTo>
                  <a:cubicBezTo>
                    <a:pt x="2" y="3"/>
                    <a:pt x="0" y="7"/>
                    <a:pt x="0" y="10"/>
                  </a:cubicBezTo>
                  <a:cubicBezTo>
                    <a:pt x="3" y="12"/>
                    <a:pt x="7" y="11"/>
                    <a:pt x="10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1053">
              <a:extLst>
                <a:ext uri="{FF2B5EF4-FFF2-40B4-BE49-F238E27FC236}">
                  <a16:creationId xmlns:a16="http://schemas.microsoft.com/office/drawing/2014/main" id="{9E0F236E-3010-444F-AD21-F5DFF382D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3338"/>
              <a:ext cx="28" cy="3"/>
            </a:xfrm>
            <a:custGeom>
              <a:avLst/>
              <a:gdLst>
                <a:gd name="T0" fmla="*/ 0 w 12"/>
                <a:gd name="T1" fmla="*/ 0 h 1"/>
                <a:gd name="T2" fmla="*/ 152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1054">
              <a:extLst>
                <a:ext uri="{FF2B5EF4-FFF2-40B4-BE49-F238E27FC236}">
                  <a16:creationId xmlns:a16="http://schemas.microsoft.com/office/drawing/2014/main" id="{8A41B02F-723B-439F-B3CC-F7189C15F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3313"/>
              <a:ext cx="35" cy="48"/>
            </a:xfrm>
            <a:custGeom>
              <a:avLst/>
              <a:gdLst>
                <a:gd name="T0" fmla="*/ 49 w 15"/>
                <a:gd name="T1" fmla="*/ 306 h 19"/>
                <a:gd name="T2" fmla="*/ 0 w 15"/>
                <a:gd name="T3" fmla="*/ 17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4" y="19"/>
                  </a:moveTo>
                  <a:cubicBezTo>
                    <a:pt x="15" y="11"/>
                    <a:pt x="10" y="0"/>
                    <a:pt x="0" y="1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1055">
              <a:extLst>
                <a:ext uri="{FF2B5EF4-FFF2-40B4-BE49-F238E27FC236}">
                  <a16:creationId xmlns:a16="http://schemas.microsoft.com/office/drawing/2014/main" id="{38E0D702-249B-4308-A2D3-5509A356C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3259"/>
              <a:ext cx="10" cy="17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1056">
              <a:extLst>
                <a:ext uri="{FF2B5EF4-FFF2-40B4-BE49-F238E27FC236}">
                  <a16:creationId xmlns:a16="http://schemas.microsoft.com/office/drawing/2014/main" id="{3130F68F-5EA5-4904-8D33-4C35E7C09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3436"/>
              <a:ext cx="28" cy="27"/>
            </a:xfrm>
            <a:custGeom>
              <a:avLst/>
              <a:gdLst>
                <a:gd name="T0" fmla="*/ 49 w 12"/>
                <a:gd name="T1" fmla="*/ 162 h 11"/>
                <a:gd name="T2" fmla="*/ 152 w 12"/>
                <a:gd name="T3" fmla="*/ 42 h 11"/>
                <a:gd name="T4" fmla="*/ 0 w 12"/>
                <a:gd name="T5" fmla="*/ 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11"/>
                  </a:moveTo>
                  <a:cubicBezTo>
                    <a:pt x="8" y="10"/>
                    <a:pt x="12" y="7"/>
                    <a:pt x="12" y="3"/>
                  </a:cubicBezTo>
                  <a:cubicBezTo>
                    <a:pt x="8" y="0"/>
                    <a:pt x="4" y="1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1057">
              <a:extLst>
                <a:ext uri="{FF2B5EF4-FFF2-40B4-BE49-F238E27FC236}">
                  <a16:creationId xmlns:a16="http://schemas.microsoft.com/office/drawing/2014/main" id="{39579791-8A9E-421B-A152-37EA4BFAE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486"/>
              <a:ext cx="33" cy="37"/>
            </a:xfrm>
            <a:custGeom>
              <a:avLst/>
              <a:gdLst>
                <a:gd name="T0" fmla="*/ 28 w 14"/>
                <a:gd name="T1" fmla="*/ 224 h 15"/>
                <a:gd name="T2" fmla="*/ 0 w 14"/>
                <a:gd name="T3" fmla="*/ 7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2" y="15"/>
                  </a:moveTo>
                  <a:cubicBezTo>
                    <a:pt x="14" y="13"/>
                    <a:pt x="10" y="0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1058">
              <a:extLst>
                <a:ext uri="{FF2B5EF4-FFF2-40B4-BE49-F238E27FC236}">
                  <a16:creationId xmlns:a16="http://schemas.microsoft.com/office/drawing/2014/main" id="{4BC3C77A-9FF1-49B0-99CE-B5BA7C034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523"/>
              <a:ext cx="14" cy="20"/>
            </a:xfrm>
            <a:custGeom>
              <a:avLst/>
              <a:gdLst>
                <a:gd name="T0" fmla="*/ 77 w 6"/>
                <a:gd name="T1" fmla="*/ 0 h 8"/>
                <a:gd name="T2" fmla="*/ 0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3" y="3"/>
                    <a:pt x="1" y="5"/>
                    <a:pt x="0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1059">
              <a:extLst>
                <a:ext uri="{FF2B5EF4-FFF2-40B4-BE49-F238E27FC236}">
                  <a16:creationId xmlns:a16="http://schemas.microsoft.com/office/drawing/2014/main" id="{7F628681-E382-4E5E-89AD-1B974920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3371"/>
              <a:ext cx="16" cy="10"/>
            </a:xfrm>
            <a:custGeom>
              <a:avLst/>
              <a:gdLst>
                <a:gd name="T0" fmla="*/ 0 w 7"/>
                <a:gd name="T1" fmla="*/ 33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4"/>
                    <a:pt x="5" y="3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1060">
              <a:extLst>
                <a:ext uri="{FF2B5EF4-FFF2-40B4-BE49-F238E27FC236}">
                  <a16:creationId xmlns:a16="http://schemas.microsoft.com/office/drawing/2014/main" id="{9C5CB39D-6EA2-4A6E-84ED-705BD1C72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705"/>
              <a:ext cx="30" cy="38"/>
            </a:xfrm>
            <a:custGeom>
              <a:avLst/>
              <a:gdLst>
                <a:gd name="T0" fmla="*/ 0 w 13"/>
                <a:gd name="T1" fmla="*/ 33 h 15"/>
                <a:gd name="T2" fmla="*/ 97 w 13"/>
                <a:gd name="T3" fmla="*/ 225 h 15"/>
                <a:gd name="T4" fmla="*/ 111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2"/>
                  </a:moveTo>
                  <a:cubicBezTo>
                    <a:pt x="1" y="5"/>
                    <a:pt x="5" y="15"/>
                    <a:pt x="8" y="14"/>
                  </a:cubicBezTo>
                  <a:cubicBezTo>
                    <a:pt x="13" y="13"/>
                    <a:pt x="10" y="3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1061">
              <a:extLst>
                <a:ext uri="{FF2B5EF4-FFF2-40B4-BE49-F238E27FC236}">
                  <a16:creationId xmlns:a16="http://schemas.microsoft.com/office/drawing/2014/main" id="{DAF26268-AE5A-465C-8D6D-21336768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770"/>
              <a:ext cx="47" cy="48"/>
            </a:xfrm>
            <a:custGeom>
              <a:avLst/>
              <a:gdLst>
                <a:gd name="T0" fmla="*/ 0 w 20"/>
                <a:gd name="T1" fmla="*/ 222 h 19"/>
                <a:gd name="T2" fmla="*/ 106 w 20"/>
                <a:gd name="T3" fmla="*/ 3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0" y="14"/>
                  </a:moveTo>
                  <a:cubicBezTo>
                    <a:pt x="12" y="0"/>
                    <a:pt x="20" y="15"/>
                    <a:pt x="8" y="19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1062">
              <a:extLst>
                <a:ext uri="{FF2B5EF4-FFF2-40B4-BE49-F238E27FC236}">
                  <a16:creationId xmlns:a16="http://schemas.microsoft.com/office/drawing/2014/main" id="{C0137950-D3E0-4F63-BB7D-7ED599CFA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3783"/>
              <a:ext cx="24" cy="12"/>
            </a:xfrm>
            <a:custGeom>
              <a:avLst/>
              <a:gdLst>
                <a:gd name="T0" fmla="*/ 0 w 10"/>
                <a:gd name="T1" fmla="*/ 70 h 5"/>
                <a:gd name="T2" fmla="*/ 139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3" y="5"/>
                    <a:pt x="7" y="3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1063">
              <a:extLst>
                <a:ext uri="{FF2B5EF4-FFF2-40B4-BE49-F238E27FC236}">
                  <a16:creationId xmlns:a16="http://schemas.microsoft.com/office/drawing/2014/main" id="{FE710408-5865-489B-9DE6-04AB17CF1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3688"/>
              <a:ext cx="32" cy="35"/>
            </a:xfrm>
            <a:custGeom>
              <a:avLst/>
              <a:gdLst>
                <a:gd name="T0" fmla="*/ 0 w 14"/>
                <a:gd name="T1" fmla="*/ 83 h 14"/>
                <a:gd name="T2" fmla="*/ 73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9" y="14"/>
                    <a:pt x="14" y="0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1064">
              <a:extLst>
                <a:ext uri="{FF2B5EF4-FFF2-40B4-BE49-F238E27FC236}">
                  <a16:creationId xmlns:a16="http://schemas.microsoft.com/office/drawing/2014/main" id="{D8581B5F-FD40-414C-8304-2C526820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3566"/>
              <a:ext cx="26" cy="37"/>
            </a:xfrm>
            <a:custGeom>
              <a:avLst/>
              <a:gdLst>
                <a:gd name="T0" fmla="*/ 78 w 11"/>
                <a:gd name="T1" fmla="*/ 0 h 15"/>
                <a:gd name="T2" fmla="*/ 144 w 11"/>
                <a:gd name="T3" fmla="*/ 195 h 15"/>
                <a:gd name="T4" fmla="*/ 0 w 11"/>
                <a:gd name="T5" fmla="*/ 1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6" y="0"/>
                  </a:moveTo>
                  <a:cubicBezTo>
                    <a:pt x="6" y="5"/>
                    <a:pt x="9" y="9"/>
                    <a:pt x="11" y="13"/>
                  </a:cubicBezTo>
                  <a:cubicBezTo>
                    <a:pt x="7" y="15"/>
                    <a:pt x="1" y="14"/>
                    <a:pt x="0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1065">
              <a:extLst>
                <a:ext uri="{FF2B5EF4-FFF2-40B4-BE49-F238E27FC236}">
                  <a16:creationId xmlns:a16="http://schemas.microsoft.com/office/drawing/2014/main" id="{098B8FEC-E02A-4A26-A6D1-A2886962A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3651"/>
              <a:ext cx="5" cy="20"/>
            </a:xfrm>
            <a:custGeom>
              <a:avLst/>
              <a:gdLst>
                <a:gd name="T0" fmla="*/ 0 w 2"/>
                <a:gd name="T1" fmla="*/ 0 h 8"/>
                <a:gd name="T2" fmla="*/ 33 w 2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1" y="3"/>
                    <a:pt x="2" y="5"/>
                    <a:pt x="2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1066">
              <a:extLst>
                <a:ext uri="{FF2B5EF4-FFF2-40B4-BE49-F238E27FC236}">
                  <a16:creationId xmlns:a16="http://schemas.microsoft.com/office/drawing/2014/main" id="{BB091EAA-5A9A-4B6B-BA4F-904594D6D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606"/>
              <a:ext cx="16" cy="7"/>
            </a:xfrm>
            <a:custGeom>
              <a:avLst/>
              <a:gdLst>
                <a:gd name="T0" fmla="*/ 85 w 7"/>
                <a:gd name="T1" fmla="*/ 37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3"/>
                    <a:pt x="2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1067">
              <a:extLst>
                <a:ext uri="{FF2B5EF4-FFF2-40B4-BE49-F238E27FC236}">
                  <a16:creationId xmlns:a16="http://schemas.microsoft.com/office/drawing/2014/main" id="{B606D5A9-B07B-42AB-AAD4-0EB2071F3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3740"/>
              <a:ext cx="10" cy="20"/>
            </a:xfrm>
            <a:custGeom>
              <a:avLst/>
              <a:gdLst>
                <a:gd name="T0" fmla="*/ 0 w 4"/>
                <a:gd name="T1" fmla="*/ 125 h 8"/>
                <a:gd name="T2" fmla="*/ 6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6"/>
                    <a:pt x="3" y="3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1068">
              <a:extLst>
                <a:ext uri="{FF2B5EF4-FFF2-40B4-BE49-F238E27FC236}">
                  <a16:creationId xmlns:a16="http://schemas.microsoft.com/office/drawing/2014/main" id="{090F6771-6977-4C98-9710-44C5C8EB2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3788"/>
              <a:ext cx="46" cy="37"/>
            </a:xfrm>
            <a:custGeom>
              <a:avLst/>
              <a:gdLst>
                <a:gd name="T0" fmla="*/ 244 w 20"/>
                <a:gd name="T1" fmla="*/ 183 h 15"/>
                <a:gd name="T2" fmla="*/ 85 w 20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20" y="12"/>
                  </a:moveTo>
                  <a:cubicBezTo>
                    <a:pt x="13" y="0"/>
                    <a:pt x="0" y="1"/>
                    <a:pt x="7" y="1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1069">
              <a:extLst>
                <a:ext uri="{FF2B5EF4-FFF2-40B4-BE49-F238E27FC236}">
                  <a16:creationId xmlns:a16="http://schemas.microsoft.com/office/drawing/2014/main" id="{C2E84ABF-81D6-49BD-89F1-9365CCD16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991"/>
              <a:ext cx="334" cy="697"/>
            </a:xfrm>
            <a:custGeom>
              <a:avLst/>
              <a:gdLst>
                <a:gd name="T0" fmla="*/ 1756 w 143"/>
                <a:gd name="T1" fmla="*/ 342 h 279"/>
                <a:gd name="T2" fmla="*/ 1401 w 143"/>
                <a:gd name="T3" fmla="*/ 1074 h 279"/>
                <a:gd name="T4" fmla="*/ 1135 w 143"/>
                <a:gd name="T5" fmla="*/ 3070 h 279"/>
                <a:gd name="T6" fmla="*/ 752 w 143"/>
                <a:gd name="T7" fmla="*/ 4274 h 279"/>
                <a:gd name="T8" fmla="*/ 77 w 143"/>
                <a:gd name="T9" fmla="*/ 3245 h 279"/>
                <a:gd name="T10" fmla="*/ 677 w 143"/>
                <a:gd name="T11" fmla="*/ 542 h 279"/>
                <a:gd name="T12" fmla="*/ 1756 w 143"/>
                <a:gd name="T13" fmla="*/ 342 h 2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279">
                  <a:moveTo>
                    <a:pt x="138" y="22"/>
                  </a:moveTo>
                  <a:cubicBezTo>
                    <a:pt x="143" y="44"/>
                    <a:pt x="129" y="50"/>
                    <a:pt x="110" y="69"/>
                  </a:cubicBezTo>
                  <a:cubicBezTo>
                    <a:pt x="92" y="87"/>
                    <a:pt x="76" y="144"/>
                    <a:pt x="89" y="197"/>
                  </a:cubicBezTo>
                  <a:cubicBezTo>
                    <a:pt x="101" y="250"/>
                    <a:pt x="85" y="269"/>
                    <a:pt x="59" y="274"/>
                  </a:cubicBezTo>
                  <a:cubicBezTo>
                    <a:pt x="32" y="279"/>
                    <a:pt x="13" y="267"/>
                    <a:pt x="6" y="208"/>
                  </a:cubicBezTo>
                  <a:cubicBezTo>
                    <a:pt x="0" y="150"/>
                    <a:pt x="6" y="70"/>
                    <a:pt x="53" y="35"/>
                  </a:cubicBezTo>
                  <a:cubicBezTo>
                    <a:pt x="99" y="0"/>
                    <a:pt x="137" y="6"/>
                    <a:pt x="138" y="22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1070">
              <a:extLst>
                <a:ext uri="{FF2B5EF4-FFF2-40B4-BE49-F238E27FC236}">
                  <a16:creationId xmlns:a16="http://schemas.microsoft.com/office/drawing/2014/main" id="{EAF72329-0B9E-464A-AA1A-9AB04F49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006"/>
              <a:ext cx="384" cy="502"/>
            </a:xfrm>
            <a:custGeom>
              <a:avLst/>
              <a:gdLst>
                <a:gd name="T0" fmla="*/ 871 w 164"/>
                <a:gd name="T1" fmla="*/ 137 h 201"/>
                <a:gd name="T2" fmla="*/ 1925 w 164"/>
                <a:gd name="T3" fmla="*/ 1728 h 201"/>
                <a:gd name="T4" fmla="*/ 1569 w 164"/>
                <a:gd name="T5" fmla="*/ 3007 h 201"/>
                <a:gd name="T6" fmla="*/ 1014 w 164"/>
                <a:gd name="T7" fmla="*/ 2757 h 201"/>
                <a:gd name="T8" fmla="*/ 911 w 164"/>
                <a:gd name="T9" fmla="*/ 1853 h 201"/>
                <a:gd name="T10" fmla="*/ 220 w 164"/>
                <a:gd name="T11" fmla="*/ 842 h 201"/>
                <a:gd name="T12" fmla="*/ 143 w 164"/>
                <a:gd name="T13" fmla="*/ 200 h 201"/>
                <a:gd name="T14" fmla="*/ 871 w 164"/>
                <a:gd name="T15" fmla="*/ 137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201">
                  <a:moveTo>
                    <a:pt x="68" y="9"/>
                  </a:moveTo>
                  <a:cubicBezTo>
                    <a:pt x="100" y="21"/>
                    <a:pt x="136" y="57"/>
                    <a:pt x="150" y="111"/>
                  </a:cubicBezTo>
                  <a:cubicBezTo>
                    <a:pt x="164" y="164"/>
                    <a:pt x="144" y="185"/>
                    <a:pt x="122" y="193"/>
                  </a:cubicBezTo>
                  <a:cubicBezTo>
                    <a:pt x="101" y="201"/>
                    <a:pt x="79" y="188"/>
                    <a:pt x="79" y="177"/>
                  </a:cubicBezTo>
                  <a:cubicBezTo>
                    <a:pt x="79" y="165"/>
                    <a:pt x="80" y="153"/>
                    <a:pt x="71" y="119"/>
                  </a:cubicBezTo>
                  <a:cubicBezTo>
                    <a:pt x="62" y="85"/>
                    <a:pt x="35" y="61"/>
                    <a:pt x="17" y="54"/>
                  </a:cubicBezTo>
                  <a:cubicBezTo>
                    <a:pt x="0" y="48"/>
                    <a:pt x="0" y="31"/>
                    <a:pt x="11" y="13"/>
                  </a:cubicBezTo>
                  <a:cubicBezTo>
                    <a:pt x="23" y="0"/>
                    <a:pt x="47" y="1"/>
                    <a:pt x="68" y="9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1071">
              <a:extLst>
                <a:ext uri="{FF2B5EF4-FFF2-40B4-BE49-F238E27FC236}">
                  <a16:creationId xmlns:a16="http://schemas.microsoft.com/office/drawing/2014/main" id="{F5B61756-DC0F-4C2B-9707-890EA3385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508"/>
              <a:ext cx="552" cy="370"/>
            </a:xfrm>
            <a:custGeom>
              <a:avLst/>
              <a:gdLst>
                <a:gd name="T0" fmla="*/ 458 w 236"/>
                <a:gd name="T1" fmla="*/ 1000 h 148"/>
                <a:gd name="T2" fmla="*/ 77 w 236"/>
                <a:gd name="T3" fmla="*/ 1395 h 148"/>
                <a:gd name="T4" fmla="*/ 552 w 236"/>
                <a:gd name="T5" fmla="*/ 2113 h 148"/>
                <a:gd name="T6" fmla="*/ 2533 w 236"/>
                <a:gd name="T7" fmla="*/ 1533 h 148"/>
                <a:gd name="T8" fmla="*/ 3008 w 236"/>
                <a:gd name="T9" fmla="*/ 363 h 148"/>
                <a:gd name="T10" fmla="*/ 2762 w 236"/>
                <a:gd name="T11" fmla="*/ 63 h 148"/>
                <a:gd name="T12" fmla="*/ 2161 w 236"/>
                <a:gd name="T13" fmla="*/ 175 h 148"/>
                <a:gd name="T14" fmla="*/ 1307 w 236"/>
                <a:gd name="T15" fmla="*/ 1208 h 148"/>
                <a:gd name="T16" fmla="*/ 458 w 236"/>
                <a:gd name="T17" fmla="*/ 1000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6" h="148">
                  <a:moveTo>
                    <a:pt x="36" y="64"/>
                  </a:moveTo>
                  <a:cubicBezTo>
                    <a:pt x="22" y="67"/>
                    <a:pt x="12" y="73"/>
                    <a:pt x="6" y="89"/>
                  </a:cubicBezTo>
                  <a:cubicBezTo>
                    <a:pt x="0" y="105"/>
                    <a:pt x="10" y="126"/>
                    <a:pt x="43" y="135"/>
                  </a:cubicBezTo>
                  <a:cubicBezTo>
                    <a:pt x="76" y="145"/>
                    <a:pt x="149" y="148"/>
                    <a:pt x="198" y="98"/>
                  </a:cubicBezTo>
                  <a:cubicBezTo>
                    <a:pt x="229" y="66"/>
                    <a:pt x="236" y="39"/>
                    <a:pt x="235" y="23"/>
                  </a:cubicBezTo>
                  <a:cubicBezTo>
                    <a:pt x="234" y="14"/>
                    <a:pt x="227" y="7"/>
                    <a:pt x="216" y="4"/>
                  </a:cubicBezTo>
                  <a:cubicBezTo>
                    <a:pt x="201" y="1"/>
                    <a:pt x="180" y="0"/>
                    <a:pt x="169" y="11"/>
                  </a:cubicBezTo>
                  <a:cubicBezTo>
                    <a:pt x="156" y="27"/>
                    <a:pt x="149" y="68"/>
                    <a:pt x="102" y="77"/>
                  </a:cubicBezTo>
                  <a:cubicBezTo>
                    <a:pt x="60" y="84"/>
                    <a:pt x="47" y="59"/>
                    <a:pt x="36" y="64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1072">
              <a:extLst>
                <a:ext uri="{FF2B5EF4-FFF2-40B4-BE49-F238E27FC236}">
                  <a16:creationId xmlns:a16="http://schemas.microsoft.com/office/drawing/2014/main" id="{3C8F6C99-4A68-4AEF-A0DD-ACFE544D1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154"/>
              <a:ext cx="227" cy="502"/>
            </a:xfrm>
            <a:custGeom>
              <a:avLst/>
              <a:gdLst>
                <a:gd name="T0" fmla="*/ 449 w 97"/>
                <a:gd name="T1" fmla="*/ 75 h 201"/>
                <a:gd name="T2" fmla="*/ 220 w 97"/>
                <a:gd name="T3" fmla="*/ 262 h 201"/>
                <a:gd name="T4" fmla="*/ 154 w 97"/>
                <a:gd name="T5" fmla="*/ 562 h 201"/>
                <a:gd name="T6" fmla="*/ 103 w 97"/>
                <a:gd name="T7" fmla="*/ 812 h 201"/>
                <a:gd name="T8" fmla="*/ 103 w 97"/>
                <a:gd name="T9" fmla="*/ 1074 h 201"/>
                <a:gd name="T10" fmla="*/ 37 w 97"/>
                <a:gd name="T11" fmla="*/ 1309 h 201"/>
                <a:gd name="T12" fmla="*/ 49 w 97"/>
                <a:gd name="T13" fmla="*/ 1541 h 201"/>
                <a:gd name="T14" fmla="*/ 103 w 97"/>
                <a:gd name="T15" fmla="*/ 1916 h 201"/>
                <a:gd name="T16" fmla="*/ 164 w 97"/>
                <a:gd name="T17" fmla="*/ 2445 h 201"/>
                <a:gd name="T18" fmla="*/ 360 w 97"/>
                <a:gd name="T19" fmla="*/ 2900 h 201"/>
                <a:gd name="T20" fmla="*/ 718 w 97"/>
                <a:gd name="T21" fmla="*/ 3132 h 201"/>
                <a:gd name="T22" fmla="*/ 1041 w 97"/>
                <a:gd name="T23" fmla="*/ 2807 h 201"/>
                <a:gd name="T24" fmla="*/ 1156 w 97"/>
                <a:gd name="T25" fmla="*/ 2320 h 201"/>
                <a:gd name="T26" fmla="*/ 1205 w 97"/>
                <a:gd name="T27" fmla="*/ 1883 h 201"/>
                <a:gd name="T28" fmla="*/ 1243 w 97"/>
                <a:gd name="T29" fmla="*/ 1354 h 201"/>
                <a:gd name="T30" fmla="*/ 1194 w 97"/>
                <a:gd name="T31" fmla="*/ 1011 h 201"/>
                <a:gd name="T32" fmla="*/ 1091 w 97"/>
                <a:gd name="T33" fmla="*/ 687 h 201"/>
                <a:gd name="T34" fmla="*/ 882 w 97"/>
                <a:gd name="T35" fmla="*/ 262 h 201"/>
                <a:gd name="T36" fmla="*/ 449 w 97"/>
                <a:gd name="T37" fmla="*/ 75 h 2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7" h="201">
                  <a:moveTo>
                    <a:pt x="35" y="5"/>
                  </a:moveTo>
                  <a:cubicBezTo>
                    <a:pt x="27" y="6"/>
                    <a:pt x="18" y="11"/>
                    <a:pt x="17" y="17"/>
                  </a:cubicBezTo>
                  <a:cubicBezTo>
                    <a:pt x="17" y="23"/>
                    <a:pt x="13" y="31"/>
                    <a:pt x="12" y="36"/>
                  </a:cubicBezTo>
                  <a:cubicBezTo>
                    <a:pt x="11" y="42"/>
                    <a:pt x="6" y="47"/>
                    <a:pt x="8" y="52"/>
                  </a:cubicBezTo>
                  <a:cubicBezTo>
                    <a:pt x="11" y="58"/>
                    <a:pt x="8" y="64"/>
                    <a:pt x="8" y="69"/>
                  </a:cubicBezTo>
                  <a:cubicBezTo>
                    <a:pt x="8" y="73"/>
                    <a:pt x="4" y="78"/>
                    <a:pt x="3" y="84"/>
                  </a:cubicBezTo>
                  <a:cubicBezTo>
                    <a:pt x="2" y="90"/>
                    <a:pt x="0" y="94"/>
                    <a:pt x="4" y="99"/>
                  </a:cubicBezTo>
                  <a:cubicBezTo>
                    <a:pt x="8" y="104"/>
                    <a:pt x="8" y="112"/>
                    <a:pt x="8" y="123"/>
                  </a:cubicBezTo>
                  <a:cubicBezTo>
                    <a:pt x="8" y="133"/>
                    <a:pt x="7" y="149"/>
                    <a:pt x="13" y="157"/>
                  </a:cubicBezTo>
                  <a:cubicBezTo>
                    <a:pt x="19" y="165"/>
                    <a:pt x="21" y="177"/>
                    <a:pt x="28" y="186"/>
                  </a:cubicBezTo>
                  <a:cubicBezTo>
                    <a:pt x="34" y="194"/>
                    <a:pt x="45" y="201"/>
                    <a:pt x="56" y="201"/>
                  </a:cubicBezTo>
                  <a:cubicBezTo>
                    <a:pt x="66" y="201"/>
                    <a:pt x="76" y="188"/>
                    <a:pt x="81" y="180"/>
                  </a:cubicBezTo>
                  <a:cubicBezTo>
                    <a:pt x="86" y="173"/>
                    <a:pt x="93" y="158"/>
                    <a:pt x="90" y="149"/>
                  </a:cubicBezTo>
                  <a:cubicBezTo>
                    <a:pt x="87" y="140"/>
                    <a:pt x="92" y="125"/>
                    <a:pt x="94" y="121"/>
                  </a:cubicBezTo>
                  <a:cubicBezTo>
                    <a:pt x="96" y="116"/>
                    <a:pt x="97" y="98"/>
                    <a:pt x="97" y="87"/>
                  </a:cubicBezTo>
                  <a:cubicBezTo>
                    <a:pt x="97" y="76"/>
                    <a:pt x="97" y="75"/>
                    <a:pt x="93" y="65"/>
                  </a:cubicBezTo>
                  <a:cubicBezTo>
                    <a:pt x="90" y="56"/>
                    <a:pt x="89" y="55"/>
                    <a:pt x="85" y="44"/>
                  </a:cubicBezTo>
                  <a:cubicBezTo>
                    <a:pt x="81" y="33"/>
                    <a:pt x="74" y="22"/>
                    <a:pt x="69" y="17"/>
                  </a:cubicBezTo>
                  <a:cubicBezTo>
                    <a:pt x="62" y="9"/>
                    <a:pt x="52" y="0"/>
                    <a:pt x="35" y="5"/>
                  </a:cubicBezTo>
                  <a:close/>
                </a:path>
              </a:pathLst>
            </a:custGeom>
            <a:noFill/>
            <a:ln w="11113" cap="flat">
              <a:solidFill>
                <a:srgbClr val="2E091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C87665B0-B086-4F07-83F4-9929514CBB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Atheroma (3)</a:t>
            </a:r>
          </a:p>
        </p:txBody>
      </p:sp>
      <p:grpSp>
        <p:nvGrpSpPr>
          <p:cNvPr id="39938" name="normal-artery-cross-section-diagram">
            <a:extLst>
              <a:ext uri="{FF2B5EF4-FFF2-40B4-BE49-F238E27FC236}">
                <a16:creationId xmlns:a16="http://schemas.microsoft.com/office/drawing/2014/main" id="{DFD98DA3-1AB2-4DC4-AD67-FCFD53D68814}"/>
              </a:ext>
            </a:extLst>
          </p:cNvPr>
          <p:cNvGrpSpPr>
            <a:grpSpLocks/>
          </p:cNvGrpSpPr>
          <p:nvPr/>
        </p:nvGrpSpPr>
        <p:grpSpPr bwMode="auto">
          <a:xfrm>
            <a:off x="2214563" y="1839913"/>
            <a:ext cx="1806575" cy="1236662"/>
            <a:chOff x="435" y="913"/>
            <a:chExt cx="1138" cy="779"/>
          </a:xfrm>
        </p:grpSpPr>
        <p:grpSp>
          <p:nvGrpSpPr>
            <p:cNvPr id="103277" name="Group 4">
              <a:extLst>
                <a:ext uri="{FF2B5EF4-FFF2-40B4-BE49-F238E27FC236}">
                  <a16:creationId xmlns:a16="http://schemas.microsoft.com/office/drawing/2014/main" id="{5DA4A9EF-B63C-4A05-9BD9-4794607220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6" y="915"/>
              <a:ext cx="479" cy="777"/>
              <a:chOff x="436" y="915"/>
              <a:chExt cx="479" cy="777"/>
            </a:xfrm>
          </p:grpSpPr>
          <p:sp>
            <p:nvSpPr>
              <p:cNvPr id="103302" name="Oval 5">
                <a:extLst>
                  <a:ext uri="{FF2B5EF4-FFF2-40B4-BE49-F238E27FC236}">
                    <a16:creationId xmlns:a16="http://schemas.microsoft.com/office/drawing/2014/main" id="{535F5119-CE14-4E99-911F-72584F5FE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" y="977"/>
                <a:ext cx="334" cy="652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3303" name="Oval 6">
                <a:extLst>
                  <a:ext uri="{FF2B5EF4-FFF2-40B4-BE49-F238E27FC236}">
                    <a16:creationId xmlns:a16="http://schemas.microsoft.com/office/drawing/2014/main" id="{3E93C4AB-2618-4EA4-A6B6-B0D872BF6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5" y="977"/>
                <a:ext cx="334" cy="652"/>
              </a:xfrm>
              <a:prstGeom prst="ellipse">
                <a:avLst/>
              </a:pr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3304" name="Freeform 7">
                <a:extLst>
                  <a:ext uri="{FF2B5EF4-FFF2-40B4-BE49-F238E27FC236}">
                    <a16:creationId xmlns:a16="http://schemas.microsoft.com/office/drawing/2014/main" id="{9B8C4E87-4991-4B88-8558-A8D89376D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1237"/>
                <a:ext cx="253" cy="340"/>
              </a:xfrm>
              <a:custGeom>
                <a:avLst/>
                <a:gdLst>
                  <a:gd name="T0" fmla="*/ 90 w 195"/>
                  <a:gd name="T1" fmla="*/ 600 h 245"/>
                  <a:gd name="T2" fmla="*/ 13 w 195"/>
                  <a:gd name="T3" fmla="*/ 461 h 245"/>
                  <a:gd name="T4" fmla="*/ 27 w 195"/>
                  <a:gd name="T5" fmla="*/ 298 h 245"/>
                  <a:gd name="T6" fmla="*/ 153 w 195"/>
                  <a:gd name="T7" fmla="*/ 153 h 245"/>
                  <a:gd name="T8" fmla="*/ 266 w 195"/>
                  <a:gd name="T9" fmla="*/ 14 h 245"/>
                  <a:gd name="T10" fmla="*/ 383 w 195"/>
                  <a:gd name="T11" fmla="*/ 124 h 245"/>
                  <a:gd name="T12" fmla="*/ 411 w 195"/>
                  <a:gd name="T13" fmla="*/ 404 h 245"/>
                  <a:gd name="T14" fmla="*/ 284 w 195"/>
                  <a:gd name="T15" fmla="*/ 606 h 245"/>
                  <a:gd name="T16" fmla="*/ 90 w 195"/>
                  <a:gd name="T17" fmla="*/ 600 h 2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5" h="245">
                    <a:moveTo>
                      <a:pt x="41" y="224"/>
                    </a:moveTo>
                    <a:cubicBezTo>
                      <a:pt x="25" y="212"/>
                      <a:pt x="12" y="191"/>
                      <a:pt x="6" y="172"/>
                    </a:cubicBezTo>
                    <a:cubicBezTo>
                      <a:pt x="1" y="153"/>
                      <a:pt x="0" y="128"/>
                      <a:pt x="12" y="112"/>
                    </a:cubicBezTo>
                    <a:cubicBezTo>
                      <a:pt x="28" y="91"/>
                      <a:pt x="54" y="80"/>
                      <a:pt x="70" y="57"/>
                    </a:cubicBezTo>
                    <a:cubicBezTo>
                      <a:pt x="84" y="37"/>
                      <a:pt x="95" y="10"/>
                      <a:pt x="122" y="5"/>
                    </a:cubicBezTo>
                    <a:cubicBezTo>
                      <a:pt x="149" y="0"/>
                      <a:pt x="167" y="23"/>
                      <a:pt x="175" y="46"/>
                    </a:cubicBezTo>
                    <a:cubicBezTo>
                      <a:pt x="187" y="79"/>
                      <a:pt x="195" y="117"/>
                      <a:pt x="188" y="151"/>
                    </a:cubicBezTo>
                    <a:cubicBezTo>
                      <a:pt x="180" y="187"/>
                      <a:pt x="161" y="208"/>
                      <a:pt x="130" y="227"/>
                    </a:cubicBezTo>
                    <a:cubicBezTo>
                      <a:pt x="102" y="244"/>
                      <a:pt x="67" y="245"/>
                      <a:pt x="41" y="224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05" name="Freeform 8">
                <a:extLst>
                  <a:ext uri="{FF2B5EF4-FFF2-40B4-BE49-F238E27FC236}">
                    <a16:creationId xmlns:a16="http://schemas.microsoft.com/office/drawing/2014/main" id="{8917A983-1A16-492B-92E7-4DDB9211A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1035"/>
                <a:ext cx="123" cy="367"/>
              </a:xfrm>
              <a:custGeom>
                <a:avLst/>
                <a:gdLst>
                  <a:gd name="T0" fmla="*/ 206 w 95"/>
                  <a:gd name="T1" fmla="*/ 0 h 265"/>
                  <a:gd name="T2" fmla="*/ 104 w 95"/>
                  <a:gd name="T3" fmla="*/ 704 h 265"/>
                  <a:gd name="T4" fmla="*/ 206 w 95"/>
                  <a:gd name="T5" fmla="*/ 0 h 2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5">
                    <a:moveTo>
                      <a:pt x="95" y="0"/>
                    </a:moveTo>
                    <a:cubicBezTo>
                      <a:pt x="95" y="0"/>
                      <a:pt x="15" y="112"/>
                      <a:pt x="48" y="265"/>
                    </a:cubicBezTo>
                    <a:cubicBezTo>
                      <a:pt x="48" y="265"/>
                      <a:pt x="0" y="143"/>
                      <a:pt x="95" y="0"/>
                    </a:cubicBezTo>
                    <a:close/>
                  </a:path>
                </a:pathLst>
              </a:custGeom>
              <a:solidFill>
                <a:srgbClr val="F1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06" name="Freeform 9">
                <a:extLst>
                  <a:ext uri="{FF2B5EF4-FFF2-40B4-BE49-F238E27FC236}">
                    <a16:creationId xmlns:a16="http://schemas.microsoft.com/office/drawing/2014/main" id="{9431521D-D360-47F8-AD8B-1054FB0541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5" y="977"/>
                <a:ext cx="335" cy="652"/>
              </a:xfrm>
              <a:custGeom>
                <a:avLst/>
                <a:gdLst>
                  <a:gd name="T0" fmla="*/ 283 w 258"/>
                  <a:gd name="T1" fmla="*/ 0 h 471"/>
                  <a:gd name="T2" fmla="*/ 0 w 258"/>
                  <a:gd name="T3" fmla="*/ 627 h 471"/>
                  <a:gd name="T4" fmla="*/ 283 w 258"/>
                  <a:gd name="T5" fmla="*/ 1250 h 471"/>
                  <a:gd name="T6" fmla="*/ 565 w 258"/>
                  <a:gd name="T7" fmla="*/ 627 h 471"/>
                  <a:gd name="T8" fmla="*/ 283 w 258"/>
                  <a:gd name="T9" fmla="*/ 0 h 471"/>
                  <a:gd name="T10" fmla="*/ 277 w 258"/>
                  <a:gd name="T11" fmla="*/ 1222 h 471"/>
                  <a:gd name="T12" fmla="*/ 16 w 258"/>
                  <a:gd name="T13" fmla="*/ 623 h 471"/>
                  <a:gd name="T14" fmla="*/ 277 w 258"/>
                  <a:gd name="T15" fmla="*/ 26 h 471"/>
                  <a:gd name="T16" fmla="*/ 544 w 258"/>
                  <a:gd name="T17" fmla="*/ 623 h 471"/>
                  <a:gd name="T18" fmla="*/ 277 w 258"/>
                  <a:gd name="T19" fmla="*/ 1222 h 4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8" h="471">
                    <a:moveTo>
                      <a:pt x="129" y="0"/>
                    </a:moveTo>
                    <a:cubicBezTo>
                      <a:pt x="58" y="0"/>
                      <a:pt x="0" y="106"/>
                      <a:pt x="0" y="236"/>
                    </a:cubicBezTo>
                    <a:cubicBezTo>
                      <a:pt x="0" y="366"/>
                      <a:pt x="58" y="471"/>
                      <a:pt x="129" y="471"/>
                    </a:cubicBezTo>
                    <a:cubicBezTo>
                      <a:pt x="200" y="471"/>
                      <a:pt x="258" y="366"/>
                      <a:pt x="258" y="236"/>
                    </a:cubicBezTo>
                    <a:cubicBezTo>
                      <a:pt x="258" y="106"/>
                      <a:pt x="200" y="0"/>
                      <a:pt x="129" y="0"/>
                    </a:cubicBezTo>
                    <a:close/>
                    <a:moveTo>
                      <a:pt x="126" y="461"/>
                    </a:moveTo>
                    <a:cubicBezTo>
                      <a:pt x="63" y="461"/>
                      <a:pt x="7" y="353"/>
                      <a:pt x="7" y="235"/>
                    </a:cubicBezTo>
                    <a:cubicBezTo>
                      <a:pt x="7" y="118"/>
                      <a:pt x="63" y="10"/>
                      <a:pt x="126" y="10"/>
                    </a:cubicBezTo>
                    <a:cubicBezTo>
                      <a:pt x="189" y="10"/>
                      <a:pt x="249" y="118"/>
                      <a:pt x="249" y="235"/>
                    </a:cubicBezTo>
                    <a:cubicBezTo>
                      <a:pt x="249" y="353"/>
                      <a:pt x="189" y="461"/>
                      <a:pt x="126" y="461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07" name="Freeform 10">
                <a:extLst>
                  <a:ext uri="{FF2B5EF4-FFF2-40B4-BE49-F238E27FC236}">
                    <a16:creationId xmlns:a16="http://schemas.microsoft.com/office/drawing/2014/main" id="{E76DC98B-2C44-49CC-B472-3E5CC869E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985"/>
                <a:ext cx="54" cy="52"/>
              </a:xfrm>
              <a:custGeom>
                <a:avLst/>
                <a:gdLst>
                  <a:gd name="T0" fmla="*/ 89 w 42"/>
                  <a:gd name="T1" fmla="*/ 15 h 37"/>
                  <a:gd name="T2" fmla="*/ 0 w 42"/>
                  <a:gd name="T3" fmla="*/ 94 h 37"/>
                  <a:gd name="T4" fmla="*/ 89 w 42"/>
                  <a:gd name="T5" fmla="*/ 1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42" y="6"/>
                    </a:moveTo>
                    <a:cubicBezTo>
                      <a:pt x="42" y="6"/>
                      <a:pt x="11" y="0"/>
                      <a:pt x="0" y="34"/>
                    </a:cubicBezTo>
                    <a:cubicBezTo>
                      <a:pt x="0" y="34"/>
                      <a:pt x="34" y="37"/>
                      <a:pt x="42" y="6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08" name="Freeform 11">
                <a:extLst>
                  <a:ext uri="{FF2B5EF4-FFF2-40B4-BE49-F238E27FC236}">
                    <a16:creationId xmlns:a16="http://schemas.microsoft.com/office/drawing/2014/main" id="{D5700BAF-1383-4841-85A3-E90E27AB7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1033"/>
                <a:ext cx="48" cy="47"/>
              </a:xfrm>
              <a:custGeom>
                <a:avLst/>
                <a:gdLst>
                  <a:gd name="T0" fmla="*/ 54 w 37"/>
                  <a:gd name="T1" fmla="*/ 0 h 34"/>
                  <a:gd name="T2" fmla="*/ 8 w 37"/>
                  <a:gd name="T3" fmla="*/ 79 h 34"/>
                  <a:gd name="T4" fmla="*/ 54 w 37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4">
                    <a:moveTo>
                      <a:pt x="25" y="0"/>
                    </a:moveTo>
                    <a:cubicBezTo>
                      <a:pt x="25" y="0"/>
                      <a:pt x="0" y="4"/>
                      <a:pt x="4" y="30"/>
                    </a:cubicBezTo>
                    <a:cubicBezTo>
                      <a:pt x="4" y="30"/>
                      <a:pt x="37" y="34"/>
                      <a:pt x="25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09" name="Freeform 12">
                <a:extLst>
                  <a:ext uri="{FF2B5EF4-FFF2-40B4-BE49-F238E27FC236}">
                    <a16:creationId xmlns:a16="http://schemas.microsoft.com/office/drawing/2014/main" id="{493F057C-D59B-42F3-89B6-69BFBD443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" y="1074"/>
                <a:ext cx="37" cy="53"/>
              </a:xfrm>
              <a:custGeom>
                <a:avLst/>
                <a:gdLst>
                  <a:gd name="T0" fmla="*/ 42 w 28"/>
                  <a:gd name="T1" fmla="*/ 0 h 38"/>
                  <a:gd name="T2" fmla="*/ 0 w 28"/>
                  <a:gd name="T3" fmla="*/ 103 h 38"/>
                  <a:gd name="T4" fmla="*/ 42 w 2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18" y="0"/>
                    </a:moveTo>
                    <a:cubicBezTo>
                      <a:pt x="18" y="0"/>
                      <a:pt x="0" y="3"/>
                      <a:pt x="0" y="38"/>
                    </a:cubicBezTo>
                    <a:cubicBezTo>
                      <a:pt x="0" y="38"/>
                      <a:pt x="28" y="27"/>
                      <a:pt x="1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10" name="Freeform 13">
                <a:extLst>
                  <a:ext uri="{FF2B5EF4-FFF2-40B4-BE49-F238E27FC236}">
                    <a16:creationId xmlns:a16="http://schemas.microsoft.com/office/drawing/2014/main" id="{5F76661E-2F1A-4CF4-B3B2-FFFE7A1F8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1127"/>
                <a:ext cx="26" cy="45"/>
              </a:xfrm>
              <a:custGeom>
                <a:avLst/>
                <a:gdLst>
                  <a:gd name="T0" fmla="*/ 30 w 20"/>
                  <a:gd name="T1" fmla="*/ 0 h 33"/>
                  <a:gd name="T2" fmla="*/ 9 w 20"/>
                  <a:gd name="T3" fmla="*/ 83 h 33"/>
                  <a:gd name="T4" fmla="*/ 3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14" y="0"/>
                    </a:moveTo>
                    <a:cubicBezTo>
                      <a:pt x="14" y="0"/>
                      <a:pt x="0" y="8"/>
                      <a:pt x="4" y="33"/>
                    </a:cubicBezTo>
                    <a:cubicBezTo>
                      <a:pt x="4" y="33"/>
                      <a:pt x="20" y="22"/>
                      <a:pt x="14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11" name="Freeform 14">
                <a:extLst>
                  <a:ext uri="{FF2B5EF4-FFF2-40B4-BE49-F238E27FC236}">
                    <a16:creationId xmlns:a16="http://schemas.microsoft.com/office/drawing/2014/main" id="{BFBC4B05-4612-47A4-B9F8-CE181AC18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1172"/>
                <a:ext cx="44" cy="57"/>
              </a:xfrm>
              <a:custGeom>
                <a:avLst/>
                <a:gdLst>
                  <a:gd name="T0" fmla="*/ 41 w 34"/>
                  <a:gd name="T1" fmla="*/ 0 h 41"/>
                  <a:gd name="T2" fmla="*/ 23 w 34"/>
                  <a:gd name="T3" fmla="*/ 110 h 41"/>
                  <a:gd name="T4" fmla="*/ 41 w 3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1">
                    <a:moveTo>
                      <a:pt x="19" y="0"/>
                    </a:moveTo>
                    <a:cubicBezTo>
                      <a:pt x="19" y="0"/>
                      <a:pt x="0" y="10"/>
                      <a:pt x="11" y="41"/>
                    </a:cubicBezTo>
                    <a:cubicBezTo>
                      <a:pt x="11" y="41"/>
                      <a:pt x="34" y="22"/>
                      <a:pt x="19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12" name="Freeform 15">
                <a:extLst>
                  <a:ext uri="{FF2B5EF4-FFF2-40B4-BE49-F238E27FC236}">
                    <a16:creationId xmlns:a16="http://schemas.microsoft.com/office/drawing/2014/main" id="{3931847A-682B-41C0-8098-4D051EF48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" y="1229"/>
                <a:ext cx="31" cy="32"/>
              </a:xfrm>
              <a:custGeom>
                <a:avLst/>
                <a:gdLst>
                  <a:gd name="T0" fmla="*/ 30 w 24"/>
                  <a:gd name="T1" fmla="*/ 0 h 23"/>
                  <a:gd name="T2" fmla="*/ 23 w 24"/>
                  <a:gd name="T3" fmla="*/ 63 h 23"/>
                  <a:gd name="T4" fmla="*/ 30 w 24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">
                    <a:moveTo>
                      <a:pt x="14" y="0"/>
                    </a:moveTo>
                    <a:cubicBezTo>
                      <a:pt x="14" y="0"/>
                      <a:pt x="0" y="9"/>
                      <a:pt x="11" y="23"/>
                    </a:cubicBezTo>
                    <a:cubicBezTo>
                      <a:pt x="11" y="23"/>
                      <a:pt x="24" y="15"/>
                      <a:pt x="14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13" name="Freeform 16">
                <a:extLst>
                  <a:ext uri="{FF2B5EF4-FFF2-40B4-BE49-F238E27FC236}">
                    <a16:creationId xmlns:a16="http://schemas.microsoft.com/office/drawing/2014/main" id="{200FBA2E-E033-4F3C-997E-AF0FB5ACE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" y="1261"/>
                <a:ext cx="43" cy="61"/>
              </a:xfrm>
              <a:custGeom>
                <a:avLst/>
                <a:gdLst>
                  <a:gd name="T0" fmla="*/ 34 w 33"/>
                  <a:gd name="T1" fmla="*/ 0 h 44"/>
                  <a:gd name="T2" fmla="*/ 30 w 33"/>
                  <a:gd name="T3" fmla="*/ 118 h 44"/>
                  <a:gd name="T4" fmla="*/ 34 w 33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4">
                    <a:moveTo>
                      <a:pt x="15" y="0"/>
                    </a:moveTo>
                    <a:cubicBezTo>
                      <a:pt x="15" y="0"/>
                      <a:pt x="0" y="16"/>
                      <a:pt x="14" y="44"/>
                    </a:cubicBezTo>
                    <a:cubicBezTo>
                      <a:pt x="14" y="44"/>
                      <a:pt x="33" y="20"/>
                      <a:pt x="15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14" name="Freeform 17">
                <a:extLst>
                  <a:ext uri="{FF2B5EF4-FFF2-40B4-BE49-F238E27FC236}">
                    <a16:creationId xmlns:a16="http://schemas.microsoft.com/office/drawing/2014/main" id="{100A4989-5369-47D1-970D-D4F4A62EA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1322"/>
                <a:ext cx="44" cy="76"/>
              </a:xfrm>
              <a:custGeom>
                <a:avLst/>
                <a:gdLst>
                  <a:gd name="T0" fmla="*/ 27 w 34"/>
                  <a:gd name="T1" fmla="*/ 0 h 55"/>
                  <a:gd name="T2" fmla="*/ 39 w 34"/>
                  <a:gd name="T3" fmla="*/ 145 h 55"/>
                  <a:gd name="T4" fmla="*/ 27 w 3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5">
                    <a:moveTo>
                      <a:pt x="12" y="0"/>
                    </a:moveTo>
                    <a:cubicBezTo>
                      <a:pt x="12" y="0"/>
                      <a:pt x="0" y="28"/>
                      <a:pt x="18" y="55"/>
                    </a:cubicBezTo>
                    <a:cubicBezTo>
                      <a:pt x="18" y="55"/>
                      <a:pt x="34" y="27"/>
                      <a:pt x="12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15" name="Freeform 18">
                <a:extLst>
                  <a:ext uri="{FF2B5EF4-FFF2-40B4-BE49-F238E27FC236}">
                    <a16:creationId xmlns:a16="http://schemas.microsoft.com/office/drawing/2014/main" id="{E2CC0CF1-1EC7-433C-B776-F893A9214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1398"/>
                <a:ext cx="36" cy="58"/>
              </a:xfrm>
              <a:custGeom>
                <a:avLst/>
                <a:gdLst>
                  <a:gd name="T0" fmla="*/ 17 w 28"/>
                  <a:gd name="T1" fmla="*/ 0 h 42"/>
                  <a:gd name="T2" fmla="*/ 39 w 28"/>
                  <a:gd name="T3" fmla="*/ 110 h 42"/>
                  <a:gd name="T4" fmla="*/ 17 w 28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8" y="0"/>
                    </a:moveTo>
                    <a:cubicBezTo>
                      <a:pt x="8" y="0"/>
                      <a:pt x="0" y="23"/>
                      <a:pt x="18" y="42"/>
                    </a:cubicBezTo>
                    <a:cubicBezTo>
                      <a:pt x="18" y="42"/>
                      <a:pt x="28" y="17"/>
                      <a:pt x="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16" name="Freeform 19">
                <a:extLst>
                  <a:ext uri="{FF2B5EF4-FFF2-40B4-BE49-F238E27FC236}">
                    <a16:creationId xmlns:a16="http://schemas.microsoft.com/office/drawing/2014/main" id="{10B130FB-F597-40B8-B788-AA1751DE2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1456"/>
                <a:ext cx="42" cy="38"/>
              </a:xfrm>
              <a:custGeom>
                <a:avLst/>
                <a:gdLst>
                  <a:gd name="T0" fmla="*/ 22 w 32"/>
                  <a:gd name="T1" fmla="*/ 0 h 27"/>
                  <a:gd name="T2" fmla="*/ 49 w 32"/>
                  <a:gd name="T3" fmla="*/ 75 h 27"/>
                  <a:gd name="T4" fmla="*/ 22 w 32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7">
                    <a:moveTo>
                      <a:pt x="10" y="0"/>
                    </a:moveTo>
                    <a:cubicBezTo>
                      <a:pt x="10" y="0"/>
                      <a:pt x="0" y="20"/>
                      <a:pt x="21" y="27"/>
                    </a:cubicBezTo>
                    <a:cubicBezTo>
                      <a:pt x="21" y="27"/>
                      <a:pt x="32" y="7"/>
                      <a:pt x="1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17" name="Freeform 20">
                <a:extLst>
                  <a:ext uri="{FF2B5EF4-FFF2-40B4-BE49-F238E27FC236}">
                    <a16:creationId xmlns:a16="http://schemas.microsoft.com/office/drawing/2014/main" id="{2C327B88-17F9-4EC0-A7DA-5E41DC4A0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1494"/>
                <a:ext cx="37" cy="61"/>
              </a:xfrm>
              <a:custGeom>
                <a:avLst/>
                <a:gdLst>
                  <a:gd name="T0" fmla="*/ 1 w 28"/>
                  <a:gd name="T1" fmla="*/ 0 h 44"/>
                  <a:gd name="T2" fmla="*/ 58 w 28"/>
                  <a:gd name="T3" fmla="*/ 118 h 44"/>
                  <a:gd name="T4" fmla="*/ 1 w 28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4">
                    <a:moveTo>
                      <a:pt x="1" y="0"/>
                    </a:moveTo>
                    <a:cubicBezTo>
                      <a:pt x="1" y="0"/>
                      <a:pt x="0" y="32"/>
                      <a:pt x="25" y="44"/>
                    </a:cubicBezTo>
                    <a:cubicBezTo>
                      <a:pt x="25" y="44"/>
                      <a:pt x="28" y="13"/>
                      <a:pt x="1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18" name="Freeform 21">
                <a:extLst>
                  <a:ext uri="{FF2B5EF4-FFF2-40B4-BE49-F238E27FC236}">
                    <a16:creationId xmlns:a16="http://schemas.microsoft.com/office/drawing/2014/main" id="{8577F974-39F1-48A7-A27B-289F752B4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1555"/>
                <a:ext cx="36" cy="36"/>
              </a:xfrm>
              <a:custGeom>
                <a:avLst/>
                <a:gdLst>
                  <a:gd name="T0" fmla="*/ 8 w 28"/>
                  <a:gd name="T1" fmla="*/ 0 h 26"/>
                  <a:gd name="T2" fmla="*/ 59 w 28"/>
                  <a:gd name="T3" fmla="*/ 69 h 26"/>
                  <a:gd name="T4" fmla="*/ 8 w 2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4" y="0"/>
                    </a:moveTo>
                    <a:cubicBezTo>
                      <a:pt x="4" y="0"/>
                      <a:pt x="0" y="25"/>
                      <a:pt x="28" y="26"/>
                    </a:cubicBezTo>
                    <a:cubicBezTo>
                      <a:pt x="28" y="26"/>
                      <a:pt x="27" y="1"/>
                      <a:pt x="4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19" name="Freeform 22">
                <a:extLst>
                  <a:ext uri="{FF2B5EF4-FFF2-40B4-BE49-F238E27FC236}">
                    <a16:creationId xmlns:a16="http://schemas.microsoft.com/office/drawing/2014/main" id="{DB8F41EC-9327-43C7-ABC0-AB7F5F91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1588"/>
                <a:ext cx="48" cy="43"/>
              </a:xfrm>
              <a:custGeom>
                <a:avLst/>
                <a:gdLst>
                  <a:gd name="T0" fmla="*/ 0 w 37"/>
                  <a:gd name="T1" fmla="*/ 6 h 31"/>
                  <a:gd name="T2" fmla="*/ 80 w 37"/>
                  <a:gd name="T3" fmla="*/ 50 h 31"/>
                  <a:gd name="T4" fmla="*/ 0 w 37"/>
                  <a:gd name="T5" fmla="*/ 6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1">
                    <a:moveTo>
                      <a:pt x="0" y="2"/>
                    </a:moveTo>
                    <a:cubicBezTo>
                      <a:pt x="0" y="2"/>
                      <a:pt x="3" y="31"/>
                      <a:pt x="37" y="19"/>
                    </a:cubicBezTo>
                    <a:cubicBezTo>
                      <a:pt x="37" y="19"/>
                      <a:pt x="28" y="0"/>
                      <a:pt x="0" y="2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20" name="Freeform 23">
                <a:extLst>
                  <a:ext uri="{FF2B5EF4-FFF2-40B4-BE49-F238E27FC236}">
                    <a16:creationId xmlns:a16="http://schemas.microsoft.com/office/drawing/2014/main" id="{BC34545A-B694-40A9-8609-5F6EDC8B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1595"/>
                <a:ext cx="42" cy="40"/>
              </a:xfrm>
              <a:custGeom>
                <a:avLst/>
                <a:gdLst>
                  <a:gd name="T0" fmla="*/ 0 w 32"/>
                  <a:gd name="T1" fmla="*/ 36 h 29"/>
                  <a:gd name="T2" fmla="*/ 72 w 32"/>
                  <a:gd name="T3" fmla="*/ 23 h 29"/>
                  <a:gd name="T4" fmla="*/ 0 w 32"/>
                  <a:gd name="T5" fmla="*/ 3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0" y="14"/>
                    </a:moveTo>
                    <a:cubicBezTo>
                      <a:pt x="0" y="14"/>
                      <a:pt x="22" y="29"/>
                      <a:pt x="32" y="9"/>
                    </a:cubicBezTo>
                    <a:cubicBezTo>
                      <a:pt x="32" y="9"/>
                      <a:pt x="15" y="0"/>
                      <a:pt x="0" y="14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21" name="Freeform 24">
                <a:extLst>
                  <a:ext uri="{FF2B5EF4-FFF2-40B4-BE49-F238E27FC236}">
                    <a16:creationId xmlns:a16="http://schemas.microsoft.com/office/drawing/2014/main" id="{1242EEB6-9752-4C97-BBB8-061E25ACC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1574"/>
                <a:ext cx="43" cy="43"/>
              </a:xfrm>
              <a:custGeom>
                <a:avLst/>
                <a:gdLst>
                  <a:gd name="T0" fmla="*/ 0 w 33"/>
                  <a:gd name="T1" fmla="*/ 64 h 31"/>
                  <a:gd name="T2" fmla="*/ 73 w 33"/>
                  <a:gd name="T3" fmla="*/ 0 h 31"/>
                  <a:gd name="T4" fmla="*/ 0 w 33"/>
                  <a:gd name="T5" fmla="*/ 6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1">
                    <a:moveTo>
                      <a:pt x="0" y="24"/>
                    </a:moveTo>
                    <a:cubicBezTo>
                      <a:pt x="0" y="24"/>
                      <a:pt x="29" y="31"/>
                      <a:pt x="33" y="0"/>
                    </a:cubicBezTo>
                    <a:cubicBezTo>
                      <a:pt x="33" y="0"/>
                      <a:pt x="5" y="5"/>
                      <a:pt x="0" y="24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22" name="Freeform 25">
                <a:extLst>
                  <a:ext uri="{FF2B5EF4-FFF2-40B4-BE49-F238E27FC236}">
                    <a16:creationId xmlns:a16="http://schemas.microsoft.com/office/drawing/2014/main" id="{BA4E2B4A-51A0-4911-8042-C1497E4E7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538"/>
                <a:ext cx="28" cy="36"/>
              </a:xfrm>
              <a:custGeom>
                <a:avLst/>
                <a:gdLst>
                  <a:gd name="T0" fmla="*/ 0 w 22"/>
                  <a:gd name="T1" fmla="*/ 69 h 26"/>
                  <a:gd name="T2" fmla="*/ 39 w 22"/>
                  <a:gd name="T3" fmla="*/ 0 h 26"/>
                  <a:gd name="T4" fmla="*/ 0 w 22"/>
                  <a:gd name="T5" fmla="*/ 6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6">
                    <a:moveTo>
                      <a:pt x="0" y="26"/>
                    </a:moveTo>
                    <a:cubicBezTo>
                      <a:pt x="0" y="26"/>
                      <a:pt x="1" y="11"/>
                      <a:pt x="19" y="0"/>
                    </a:cubicBezTo>
                    <a:cubicBezTo>
                      <a:pt x="19" y="0"/>
                      <a:pt x="22" y="18"/>
                      <a:pt x="0" y="26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23" name="Freeform 26">
                <a:extLst>
                  <a:ext uri="{FF2B5EF4-FFF2-40B4-BE49-F238E27FC236}">
                    <a16:creationId xmlns:a16="http://schemas.microsoft.com/office/drawing/2014/main" id="{14A1B0E5-E99F-4493-9CA4-C7C2D235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1487"/>
                <a:ext cx="43" cy="51"/>
              </a:xfrm>
              <a:custGeom>
                <a:avLst/>
                <a:gdLst>
                  <a:gd name="T0" fmla="*/ 12 w 33"/>
                  <a:gd name="T1" fmla="*/ 96 h 37"/>
                  <a:gd name="T2" fmla="*/ 56 w 33"/>
                  <a:gd name="T3" fmla="*/ 0 h 37"/>
                  <a:gd name="T4" fmla="*/ 12 w 33"/>
                  <a:gd name="T5" fmla="*/ 9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7">
                    <a:moveTo>
                      <a:pt x="5" y="37"/>
                    </a:moveTo>
                    <a:cubicBezTo>
                      <a:pt x="5" y="37"/>
                      <a:pt x="0" y="13"/>
                      <a:pt x="25" y="0"/>
                    </a:cubicBezTo>
                    <a:cubicBezTo>
                      <a:pt x="25" y="0"/>
                      <a:pt x="33" y="25"/>
                      <a:pt x="5" y="37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24" name="Freeform 27">
                <a:extLst>
                  <a:ext uri="{FF2B5EF4-FFF2-40B4-BE49-F238E27FC236}">
                    <a16:creationId xmlns:a16="http://schemas.microsoft.com/office/drawing/2014/main" id="{3D4BC840-FDD5-4606-85D3-373C7638F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1420"/>
                <a:ext cx="48" cy="67"/>
              </a:xfrm>
              <a:custGeom>
                <a:avLst/>
                <a:gdLst>
                  <a:gd name="T0" fmla="*/ 17 w 37"/>
                  <a:gd name="T1" fmla="*/ 131 h 48"/>
                  <a:gd name="T2" fmla="*/ 52 w 37"/>
                  <a:gd name="T3" fmla="*/ 0 h 48"/>
                  <a:gd name="T4" fmla="*/ 17 w 37"/>
                  <a:gd name="T5" fmla="*/ 13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8">
                    <a:moveTo>
                      <a:pt x="8" y="48"/>
                    </a:moveTo>
                    <a:cubicBezTo>
                      <a:pt x="8" y="48"/>
                      <a:pt x="0" y="20"/>
                      <a:pt x="24" y="0"/>
                    </a:cubicBezTo>
                    <a:cubicBezTo>
                      <a:pt x="24" y="0"/>
                      <a:pt x="37" y="30"/>
                      <a:pt x="8" y="48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25" name="Freeform 28">
                <a:extLst>
                  <a:ext uri="{FF2B5EF4-FFF2-40B4-BE49-F238E27FC236}">
                    <a16:creationId xmlns:a16="http://schemas.microsoft.com/office/drawing/2014/main" id="{CA6C8B5B-D215-4E27-866F-09F0DC11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1337"/>
                <a:ext cx="55" cy="83"/>
              </a:xfrm>
              <a:custGeom>
                <a:avLst/>
                <a:gdLst>
                  <a:gd name="T0" fmla="*/ 38 w 42"/>
                  <a:gd name="T1" fmla="*/ 159 h 60"/>
                  <a:gd name="T2" fmla="*/ 59 w 42"/>
                  <a:gd name="T3" fmla="*/ 0 h 60"/>
                  <a:gd name="T4" fmla="*/ 38 w 42"/>
                  <a:gd name="T5" fmla="*/ 159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60">
                    <a:moveTo>
                      <a:pt x="17" y="60"/>
                    </a:moveTo>
                    <a:cubicBezTo>
                      <a:pt x="17" y="60"/>
                      <a:pt x="0" y="28"/>
                      <a:pt x="26" y="0"/>
                    </a:cubicBezTo>
                    <a:cubicBezTo>
                      <a:pt x="26" y="0"/>
                      <a:pt x="42" y="26"/>
                      <a:pt x="17" y="6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26" name="Freeform 29">
                <a:extLst>
                  <a:ext uri="{FF2B5EF4-FFF2-40B4-BE49-F238E27FC236}">
                    <a16:creationId xmlns:a16="http://schemas.microsoft.com/office/drawing/2014/main" id="{C9639B7C-78A1-4C01-B8EB-FD2D00681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250"/>
                <a:ext cx="52" cy="87"/>
              </a:xfrm>
              <a:custGeom>
                <a:avLst/>
                <a:gdLst>
                  <a:gd name="T0" fmla="*/ 39 w 40"/>
                  <a:gd name="T1" fmla="*/ 0 h 63"/>
                  <a:gd name="T2" fmla="*/ 44 w 40"/>
                  <a:gd name="T3" fmla="*/ 166 h 63"/>
                  <a:gd name="T4" fmla="*/ 39 w 40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3">
                    <a:moveTo>
                      <a:pt x="18" y="0"/>
                    </a:moveTo>
                    <a:cubicBezTo>
                      <a:pt x="18" y="0"/>
                      <a:pt x="0" y="39"/>
                      <a:pt x="20" y="63"/>
                    </a:cubicBezTo>
                    <a:cubicBezTo>
                      <a:pt x="20" y="63"/>
                      <a:pt x="40" y="33"/>
                      <a:pt x="1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27" name="Freeform 30">
                <a:extLst>
                  <a:ext uri="{FF2B5EF4-FFF2-40B4-BE49-F238E27FC236}">
                    <a16:creationId xmlns:a16="http://schemas.microsoft.com/office/drawing/2014/main" id="{0C782FDF-946B-4261-B1BF-9261D4602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1185"/>
                <a:ext cx="48" cy="65"/>
              </a:xfrm>
              <a:custGeom>
                <a:avLst/>
                <a:gdLst>
                  <a:gd name="T0" fmla="*/ 27 w 37"/>
                  <a:gd name="T1" fmla="*/ 0 h 47"/>
                  <a:gd name="T2" fmla="*/ 44 w 37"/>
                  <a:gd name="T3" fmla="*/ 124 h 47"/>
                  <a:gd name="T4" fmla="*/ 27 w 37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7">
                    <a:moveTo>
                      <a:pt x="12" y="0"/>
                    </a:moveTo>
                    <a:cubicBezTo>
                      <a:pt x="12" y="0"/>
                      <a:pt x="0" y="29"/>
                      <a:pt x="20" y="47"/>
                    </a:cubicBezTo>
                    <a:cubicBezTo>
                      <a:pt x="20" y="47"/>
                      <a:pt x="37" y="21"/>
                      <a:pt x="12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28" name="Freeform 31">
                <a:extLst>
                  <a:ext uri="{FF2B5EF4-FFF2-40B4-BE49-F238E27FC236}">
                    <a16:creationId xmlns:a16="http://schemas.microsoft.com/office/drawing/2014/main" id="{6FA14144-8FC8-42C7-B5FA-D7D75970B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105"/>
                <a:ext cx="54" cy="80"/>
              </a:xfrm>
              <a:custGeom>
                <a:avLst/>
                <a:gdLst>
                  <a:gd name="T0" fmla="*/ 18 w 41"/>
                  <a:gd name="T1" fmla="*/ 0 h 58"/>
                  <a:gd name="T2" fmla="*/ 65 w 41"/>
                  <a:gd name="T3" fmla="*/ 152 h 58"/>
                  <a:gd name="T4" fmla="*/ 18 w 4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8">
                    <a:moveTo>
                      <a:pt x="8" y="0"/>
                    </a:moveTo>
                    <a:cubicBezTo>
                      <a:pt x="8" y="0"/>
                      <a:pt x="0" y="40"/>
                      <a:pt x="28" y="58"/>
                    </a:cubicBezTo>
                    <a:cubicBezTo>
                      <a:pt x="28" y="58"/>
                      <a:pt x="41" y="18"/>
                      <a:pt x="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29" name="Freeform 32">
                <a:extLst>
                  <a:ext uri="{FF2B5EF4-FFF2-40B4-BE49-F238E27FC236}">
                    <a16:creationId xmlns:a16="http://schemas.microsoft.com/office/drawing/2014/main" id="{F8CA5D7C-07D4-4020-94D9-F5C813119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055"/>
                <a:ext cx="34" cy="50"/>
              </a:xfrm>
              <a:custGeom>
                <a:avLst/>
                <a:gdLst>
                  <a:gd name="T0" fmla="*/ 0 w 26"/>
                  <a:gd name="T1" fmla="*/ 0 h 36"/>
                  <a:gd name="T2" fmla="*/ 46 w 26"/>
                  <a:gd name="T3" fmla="*/ 96 h 36"/>
                  <a:gd name="T4" fmla="*/ 0 w 26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6">
                    <a:moveTo>
                      <a:pt x="0" y="0"/>
                    </a:moveTo>
                    <a:cubicBezTo>
                      <a:pt x="0" y="0"/>
                      <a:pt x="0" y="28"/>
                      <a:pt x="21" y="36"/>
                    </a:cubicBezTo>
                    <a:cubicBezTo>
                      <a:pt x="21" y="36"/>
                      <a:pt x="26" y="11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30" name="Freeform 33">
                <a:extLst>
                  <a:ext uri="{FF2B5EF4-FFF2-40B4-BE49-F238E27FC236}">
                    <a16:creationId xmlns:a16="http://schemas.microsoft.com/office/drawing/2014/main" id="{898E3151-0C87-4B3A-801B-F6D93BF9A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005"/>
                <a:ext cx="49" cy="50"/>
              </a:xfrm>
              <a:custGeom>
                <a:avLst/>
                <a:gdLst>
                  <a:gd name="T0" fmla="*/ 0 w 38"/>
                  <a:gd name="T1" fmla="*/ 0 h 36"/>
                  <a:gd name="T2" fmla="*/ 76 w 38"/>
                  <a:gd name="T3" fmla="*/ 96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9" y="31"/>
                      <a:pt x="36" y="36"/>
                    </a:cubicBezTo>
                    <a:cubicBezTo>
                      <a:pt x="36" y="36"/>
                      <a:pt x="38" y="4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31" name="Freeform 34">
                <a:extLst>
                  <a:ext uri="{FF2B5EF4-FFF2-40B4-BE49-F238E27FC236}">
                    <a16:creationId xmlns:a16="http://schemas.microsoft.com/office/drawing/2014/main" id="{FAB61A3E-EF26-45FE-B016-300DB0C21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966"/>
                <a:ext cx="67" cy="50"/>
              </a:xfrm>
              <a:custGeom>
                <a:avLst/>
                <a:gdLst>
                  <a:gd name="T0" fmla="*/ 0 w 51"/>
                  <a:gd name="T1" fmla="*/ 54 h 36"/>
                  <a:gd name="T2" fmla="*/ 116 w 51"/>
                  <a:gd name="T3" fmla="*/ 75 h 36"/>
                  <a:gd name="T4" fmla="*/ 0 w 51"/>
                  <a:gd name="T5" fmla="*/ 5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5" y="36"/>
                      <a:pt x="51" y="28"/>
                    </a:cubicBezTo>
                    <a:cubicBezTo>
                      <a:pt x="51" y="28"/>
                      <a:pt x="34" y="0"/>
                      <a:pt x="0" y="2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32" name="Freeform 35">
                <a:extLst>
                  <a:ext uri="{FF2B5EF4-FFF2-40B4-BE49-F238E27FC236}">
                    <a16:creationId xmlns:a16="http://schemas.microsoft.com/office/drawing/2014/main" id="{21EE327F-1B25-4F24-BBA8-7F31B7F23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1044"/>
                <a:ext cx="18" cy="20"/>
              </a:xfrm>
              <a:custGeom>
                <a:avLst/>
                <a:gdLst>
                  <a:gd name="T0" fmla="*/ 24 w 14"/>
                  <a:gd name="T1" fmla="*/ 5 h 15"/>
                  <a:gd name="T2" fmla="*/ 22 w 14"/>
                  <a:gd name="T3" fmla="*/ 27 h 15"/>
                  <a:gd name="T4" fmla="*/ 5 w 14"/>
                  <a:gd name="T5" fmla="*/ 31 h 15"/>
                  <a:gd name="T6" fmla="*/ 8 w 14"/>
                  <a:gd name="T7" fmla="*/ 9 h 15"/>
                  <a:gd name="T8" fmla="*/ 24 w 14"/>
                  <a:gd name="T9" fmla="*/ 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2" y="2"/>
                    </a:moveTo>
                    <a:cubicBezTo>
                      <a:pt x="14" y="4"/>
                      <a:pt x="13" y="8"/>
                      <a:pt x="10" y="11"/>
                    </a:cubicBezTo>
                    <a:cubicBezTo>
                      <a:pt x="7" y="14"/>
                      <a:pt x="3" y="15"/>
                      <a:pt x="2" y="13"/>
                    </a:cubicBezTo>
                    <a:cubicBezTo>
                      <a:pt x="0" y="11"/>
                      <a:pt x="1" y="7"/>
                      <a:pt x="4" y="4"/>
                    </a:cubicBezTo>
                    <a:cubicBezTo>
                      <a:pt x="7" y="1"/>
                      <a:pt x="11" y="0"/>
                      <a:pt x="12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33" name="Freeform 36">
                <a:extLst>
                  <a:ext uri="{FF2B5EF4-FFF2-40B4-BE49-F238E27FC236}">
                    <a16:creationId xmlns:a16="http://schemas.microsoft.com/office/drawing/2014/main" id="{A409AEC9-6781-4196-989D-46A099CF4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1185"/>
                <a:ext cx="15" cy="22"/>
              </a:xfrm>
              <a:custGeom>
                <a:avLst/>
                <a:gdLst>
                  <a:gd name="T0" fmla="*/ 20 w 11"/>
                  <a:gd name="T1" fmla="*/ 0 h 16"/>
                  <a:gd name="T2" fmla="*/ 26 w 11"/>
                  <a:gd name="T3" fmla="*/ 23 h 16"/>
                  <a:gd name="T4" fmla="*/ 7 w 11"/>
                  <a:gd name="T5" fmla="*/ 40 h 16"/>
                  <a:gd name="T6" fmla="*/ 1 w 11"/>
                  <a:gd name="T7" fmla="*/ 15 h 16"/>
                  <a:gd name="T8" fmla="*/ 20 w 1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8" y="0"/>
                    </a:moveTo>
                    <a:cubicBezTo>
                      <a:pt x="10" y="1"/>
                      <a:pt x="11" y="5"/>
                      <a:pt x="10" y="9"/>
                    </a:cubicBezTo>
                    <a:cubicBezTo>
                      <a:pt x="8" y="13"/>
                      <a:pt x="5" y="16"/>
                      <a:pt x="3" y="15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2" y="2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34" name="Freeform 37">
                <a:extLst>
                  <a:ext uri="{FF2B5EF4-FFF2-40B4-BE49-F238E27FC236}">
                    <a16:creationId xmlns:a16="http://schemas.microsoft.com/office/drawing/2014/main" id="{721BE6E3-B171-4C58-B16C-0E8077866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1348"/>
                <a:ext cx="13" cy="21"/>
              </a:xfrm>
              <a:custGeom>
                <a:avLst/>
                <a:gdLst>
                  <a:gd name="T0" fmla="*/ 12 w 10"/>
                  <a:gd name="T1" fmla="*/ 0 h 15"/>
                  <a:gd name="T2" fmla="*/ 22 w 10"/>
                  <a:gd name="T3" fmla="*/ 20 h 15"/>
                  <a:gd name="T4" fmla="*/ 13 w 10"/>
                  <a:gd name="T5" fmla="*/ 41 h 15"/>
                  <a:gd name="T6" fmla="*/ 1 w 10"/>
                  <a:gd name="T7" fmla="*/ 21 h 15"/>
                  <a:gd name="T8" fmla="*/ 12 w 1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5" y="0"/>
                    </a:moveTo>
                    <a:cubicBezTo>
                      <a:pt x="7" y="0"/>
                      <a:pt x="9" y="3"/>
                      <a:pt x="10" y="7"/>
                    </a:cubicBezTo>
                    <a:cubicBezTo>
                      <a:pt x="10" y="11"/>
                      <a:pt x="8" y="15"/>
                      <a:pt x="6" y="15"/>
                    </a:cubicBezTo>
                    <a:cubicBezTo>
                      <a:pt x="3" y="15"/>
                      <a:pt x="1" y="12"/>
                      <a:pt x="1" y="8"/>
                    </a:cubicBezTo>
                    <a:cubicBezTo>
                      <a:pt x="0" y="4"/>
                      <a:pt x="2" y="0"/>
                      <a:pt x="5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35" name="Freeform 38">
                <a:extLst>
                  <a:ext uri="{FF2B5EF4-FFF2-40B4-BE49-F238E27FC236}">
                    <a16:creationId xmlns:a16="http://schemas.microsoft.com/office/drawing/2014/main" id="{01831B20-3400-43F9-BD86-BFAE9A951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1416"/>
                <a:ext cx="12" cy="22"/>
              </a:xfrm>
              <a:custGeom>
                <a:avLst/>
                <a:gdLst>
                  <a:gd name="T0" fmla="*/ 5 w 9"/>
                  <a:gd name="T1" fmla="*/ 0 h 16"/>
                  <a:gd name="T2" fmla="*/ 20 w 9"/>
                  <a:gd name="T3" fmla="*/ 19 h 16"/>
                  <a:gd name="T4" fmla="*/ 15 w 9"/>
                  <a:gd name="T5" fmla="*/ 40 h 16"/>
                  <a:gd name="T6" fmla="*/ 1 w 9"/>
                  <a:gd name="T7" fmla="*/ 23 h 16"/>
                  <a:gd name="T8" fmla="*/ 5 w 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2" y="0"/>
                    </a:moveTo>
                    <a:cubicBezTo>
                      <a:pt x="4" y="0"/>
                      <a:pt x="7" y="3"/>
                      <a:pt x="8" y="7"/>
                    </a:cubicBezTo>
                    <a:cubicBezTo>
                      <a:pt x="9" y="11"/>
                      <a:pt x="8" y="15"/>
                      <a:pt x="6" y="15"/>
                    </a:cubicBezTo>
                    <a:cubicBezTo>
                      <a:pt x="5" y="16"/>
                      <a:pt x="2" y="13"/>
                      <a:pt x="1" y="9"/>
                    </a:cubicBezTo>
                    <a:cubicBezTo>
                      <a:pt x="0" y="5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36" name="Freeform 39">
                <a:extLst>
                  <a:ext uri="{FF2B5EF4-FFF2-40B4-BE49-F238E27FC236}">
                    <a16:creationId xmlns:a16="http://schemas.microsoft.com/office/drawing/2014/main" id="{3B1DA4DD-6913-43CD-ADCD-53CFF6F3A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1469"/>
                <a:ext cx="12" cy="16"/>
              </a:xfrm>
              <a:custGeom>
                <a:avLst/>
                <a:gdLst>
                  <a:gd name="T0" fmla="*/ 7 w 9"/>
                  <a:gd name="T1" fmla="*/ 1 h 12"/>
                  <a:gd name="T2" fmla="*/ 20 w 9"/>
                  <a:gd name="T3" fmla="*/ 12 h 12"/>
                  <a:gd name="T4" fmla="*/ 15 w 9"/>
                  <a:gd name="T5" fmla="*/ 27 h 12"/>
                  <a:gd name="T6" fmla="*/ 1 w 9"/>
                  <a:gd name="T7" fmla="*/ 16 h 12"/>
                  <a:gd name="T8" fmla="*/ 7 w 9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3" y="1"/>
                    </a:moveTo>
                    <a:cubicBezTo>
                      <a:pt x="5" y="0"/>
                      <a:pt x="7" y="2"/>
                      <a:pt x="8" y="5"/>
                    </a:cubicBezTo>
                    <a:cubicBezTo>
                      <a:pt x="9" y="8"/>
                      <a:pt x="8" y="11"/>
                      <a:pt x="6" y="11"/>
                    </a:cubicBezTo>
                    <a:cubicBezTo>
                      <a:pt x="4" y="12"/>
                      <a:pt x="2" y="10"/>
                      <a:pt x="1" y="7"/>
                    </a:cubicBezTo>
                    <a:cubicBezTo>
                      <a:pt x="0" y="4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37" name="Freeform 40">
                <a:extLst>
                  <a:ext uri="{FF2B5EF4-FFF2-40B4-BE49-F238E27FC236}">
                    <a16:creationId xmlns:a16="http://schemas.microsoft.com/office/drawing/2014/main" id="{DE2FB0A2-9F8E-46EB-A8F9-0A5E90B32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1517"/>
                <a:ext cx="13" cy="21"/>
              </a:xfrm>
              <a:custGeom>
                <a:avLst/>
                <a:gdLst>
                  <a:gd name="T0" fmla="*/ 1 w 10"/>
                  <a:gd name="T1" fmla="*/ 1 h 15"/>
                  <a:gd name="T2" fmla="*/ 17 w 10"/>
                  <a:gd name="T3" fmla="*/ 15 h 15"/>
                  <a:gd name="T4" fmla="*/ 21 w 10"/>
                  <a:gd name="T5" fmla="*/ 39 h 15"/>
                  <a:gd name="T6" fmla="*/ 5 w 10"/>
                  <a:gd name="T7" fmla="*/ 25 h 15"/>
                  <a:gd name="T8" fmla="*/ 1 w 10"/>
                  <a:gd name="T9" fmla="*/ 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1" y="1"/>
                    </a:moveTo>
                    <a:cubicBezTo>
                      <a:pt x="3" y="0"/>
                      <a:pt x="6" y="2"/>
                      <a:pt x="8" y="6"/>
                    </a:cubicBezTo>
                    <a:cubicBezTo>
                      <a:pt x="10" y="10"/>
                      <a:pt x="10" y="13"/>
                      <a:pt x="9" y="14"/>
                    </a:cubicBezTo>
                    <a:cubicBezTo>
                      <a:pt x="7" y="15"/>
                      <a:pt x="4" y="13"/>
                      <a:pt x="2" y="9"/>
                    </a:cubicBezTo>
                    <a:cubicBezTo>
                      <a:pt x="0" y="6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38" name="Freeform 41">
                <a:extLst>
                  <a:ext uri="{FF2B5EF4-FFF2-40B4-BE49-F238E27FC236}">
                    <a16:creationId xmlns:a16="http://schemas.microsoft.com/office/drawing/2014/main" id="{51A79A85-7453-4FF6-9EC4-EF6A3D1D1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1564"/>
                <a:ext cx="19" cy="18"/>
              </a:xfrm>
              <a:custGeom>
                <a:avLst/>
                <a:gdLst>
                  <a:gd name="T0" fmla="*/ 1 w 14"/>
                  <a:gd name="T1" fmla="*/ 6 h 13"/>
                  <a:gd name="T2" fmla="*/ 22 w 14"/>
                  <a:gd name="T3" fmla="*/ 11 h 13"/>
                  <a:gd name="T4" fmla="*/ 33 w 14"/>
                  <a:gd name="T5" fmla="*/ 33 h 13"/>
                  <a:gd name="T6" fmla="*/ 14 w 14"/>
                  <a:gd name="T7" fmla="*/ 24 h 13"/>
                  <a:gd name="T8" fmla="*/ 1 w 14"/>
                  <a:gd name="T9" fmla="*/ 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2"/>
                    </a:moveTo>
                    <a:cubicBezTo>
                      <a:pt x="3" y="0"/>
                      <a:pt x="6" y="1"/>
                      <a:pt x="9" y="4"/>
                    </a:cubicBezTo>
                    <a:cubicBezTo>
                      <a:pt x="12" y="7"/>
                      <a:pt x="14" y="10"/>
                      <a:pt x="13" y="12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2" y="7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39" name="Freeform 42">
                <a:extLst>
                  <a:ext uri="{FF2B5EF4-FFF2-40B4-BE49-F238E27FC236}">
                    <a16:creationId xmlns:a16="http://schemas.microsoft.com/office/drawing/2014/main" id="{79B1A51A-80BB-49BC-AFBB-139DD0F78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1595"/>
                <a:ext cx="21" cy="18"/>
              </a:xfrm>
              <a:custGeom>
                <a:avLst/>
                <a:gdLst>
                  <a:gd name="T0" fmla="*/ 1 w 16"/>
                  <a:gd name="T1" fmla="*/ 8 h 13"/>
                  <a:gd name="T2" fmla="*/ 24 w 16"/>
                  <a:gd name="T3" fmla="*/ 6 h 13"/>
                  <a:gd name="T4" fmla="*/ 34 w 16"/>
                  <a:gd name="T5" fmla="*/ 26 h 13"/>
                  <a:gd name="T6" fmla="*/ 14 w 16"/>
                  <a:gd name="T7" fmla="*/ 29 h 13"/>
                  <a:gd name="T8" fmla="*/ 1 w 16"/>
                  <a:gd name="T9" fmla="*/ 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3"/>
                    </a:moveTo>
                    <a:cubicBezTo>
                      <a:pt x="3" y="0"/>
                      <a:pt x="7" y="0"/>
                      <a:pt x="11" y="2"/>
                    </a:cubicBezTo>
                    <a:cubicBezTo>
                      <a:pt x="14" y="4"/>
                      <a:pt x="16" y="7"/>
                      <a:pt x="15" y="10"/>
                    </a:cubicBezTo>
                    <a:cubicBezTo>
                      <a:pt x="14" y="12"/>
                      <a:pt x="9" y="13"/>
                      <a:pt x="6" y="11"/>
                    </a:cubicBezTo>
                    <a:cubicBezTo>
                      <a:pt x="2" y="9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40" name="Freeform 43">
                <a:extLst>
                  <a:ext uri="{FF2B5EF4-FFF2-40B4-BE49-F238E27FC236}">
                    <a16:creationId xmlns:a16="http://schemas.microsoft.com/office/drawing/2014/main" id="{B47F1748-029E-4F74-BA54-79C0E582A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1609"/>
                <a:ext cx="13" cy="9"/>
              </a:xfrm>
              <a:custGeom>
                <a:avLst/>
                <a:gdLst>
                  <a:gd name="T0" fmla="*/ 0 w 10"/>
                  <a:gd name="T1" fmla="*/ 8 h 7"/>
                  <a:gd name="T2" fmla="*/ 12 w 10"/>
                  <a:gd name="T3" fmla="*/ 0 h 7"/>
                  <a:gd name="T4" fmla="*/ 22 w 10"/>
                  <a:gd name="T5" fmla="*/ 6 h 7"/>
                  <a:gd name="T6" fmla="*/ 13 w 10"/>
                  <a:gd name="T7" fmla="*/ 15 h 7"/>
                  <a:gd name="T8" fmla="*/ 0 w 10"/>
                  <a:gd name="T9" fmla="*/ 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4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8" y="0"/>
                      <a:pt x="10" y="1"/>
                      <a:pt x="10" y="3"/>
                    </a:cubicBezTo>
                    <a:cubicBezTo>
                      <a:pt x="10" y="5"/>
                      <a:pt x="8" y="7"/>
                      <a:pt x="6" y="7"/>
                    </a:cubicBezTo>
                    <a:cubicBezTo>
                      <a:pt x="3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41" name="Freeform 44">
                <a:extLst>
                  <a:ext uri="{FF2B5EF4-FFF2-40B4-BE49-F238E27FC236}">
                    <a16:creationId xmlns:a16="http://schemas.microsoft.com/office/drawing/2014/main" id="{01397BFC-9CD4-4E7B-82B7-013B0F332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505"/>
                <a:ext cx="12" cy="18"/>
              </a:xfrm>
              <a:custGeom>
                <a:avLst/>
                <a:gdLst>
                  <a:gd name="T0" fmla="*/ 5 w 9"/>
                  <a:gd name="T1" fmla="*/ 33 h 13"/>
                  <a:gd name="T2" fmla="*/ 1 w 9"/>
                  <a:gd name="T3" fmla="*/ 14 h 13"/>
                  <a:gd name="T4" fmla="*/ 16 w 9"/>
                  <a:gd name="T5" fmla="*/ 1 h 13"/>
                  <a:gd name="T6" fmla="*/ 20 w 9"/>
                  <a:gd name="T7" fmla="*/ 21 h 13"/>
                  <a:gd name="T8" fmla="*/ 5 w 9"/>
                  <a:gd name="T9" fmla="*/ 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2" y="12"/>
                    </a:moveTo>
                    <a:cubicBezTo>
                      <a:pt x="0" y="12"/>
                      <a:pt x="0" y="8"/>
                      <a:pt x="1" y="5"/>
                    </a:cubicBezTo>
                    <a:cubicBezTo>
                      <a:pt x="2" y="2"/>
                      <a:pt x="5" y="0"/>
                      <a:pt x="7" y="1"/>
                    </a:cubicBezTo>
                    <a:cubicBezTo>
                      <a:pt x="9" y="1"/>
                      <a:pt x="9" y="5"/>
                      <a:pt x="8" y="8"/>
                    </a:cubicBezTo>
                    <a:cubicBezTo>
                      <a:pt x="6" y="11"/>
                      <a:pt x="4" y="13"/>
                      <a:pt x="2" y="1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42" name="Freeform 45">
                <a:extLst>
                  <a:ext uri="{FF2B5EF4-FFF2-40B4-BE49-F238E27FC236}">
                    <a16:creationId xmlns:a16="http://schemas.microsoft.com/office/drawing/2014/main" id="{659EA193-6F99-4602-AED0-8D729AF4F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447"/>
                <a:ext cx="11" cy="18"/>
              </a:xfrm>
              <a:custGeom>
                <a:avLst/>
                <a:gdLst>
                  <a:gd name="T0" fmla="*/ 6 w 9"/>
                  <a:gd name="T1" fmla="*/ 33 h 13"/>
                  <a:gd name="T2" fmla="*/ 1 w 9"/>
                  <a:gd name="T3" fmla="*/ 14 h 13"/>
                  <a:gd name="T4" fmla="*/ 13 w 9"/>
                  <a:gd name="T5" fmla="*/ 0 h 13"/>
                  <a:gd name="T6" fmla="*/ 15 w 9"/>
                  <a:gd name="T7" fmla="*/ 19 h 13"/>
                  <a:gd name="T8" fmla="*/ 6 w 9"/>
                  <a:gd name="T9" fmla="*/ 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1" y="12"/>
                      <a:pt x="0" y="9"/>
                      <a:pt x="1" y="5"/>
                    </a:cubicBezTo>
                    <a:cubicBezTo>
                      <a:pt x="2" y="2"/>
                      <a:pt x="5" y="0"/>
                      <a:pt x="7" y="0"/>
                    </a:cubicBezTo>
                    <a:cubicBezTo>
                      <a:pt x="8" y="1"/>
                      <a:pt x="9" y="4"/>
                      <a:pt x="8" y="7"/>
                    </a:cubicBezTo>
                    <a:cubicBezTo>
                      <a:pt x="7" y="11"/>
                      <a:pt x="4" y="13"/>
                      <a:pt x="3" y="1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43" name="Freeform 46">
                <a:extLst>
                  <a:ext uri="{FF2B5EF4-FFF2-40B4-BE49-F238E27FC236}">
                    <a16:creationId xmlns:a16="http://schemas.microsoft.com/office/drawing/2014/main" id="{D3F8D5E3-A3C7-43DD-852C-CBEBDEE22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1368"/>
                <a:ext cx="13" cy="22"/>
              </a:xfrm>
              <a:custGeom>
                <a:avLst/>
                <a:gdLst>
                  <a:gd name="T0" fmla="*/ 9 w 10"/>
                  <a:gd name="T1" fmla="*/ 41 h 16"/>
                  <a:gd name="T2" fmla="*/ 1 w 10"/>
                  <a:gd name="T3" fmla="*/ 21 h 16"/>
                  <a:gd name="T4" fmla="*/ 13 w 10"/>
                  <a:gd name="T5" fmla="*/ 1 h 16"/>
                  <a:gd name="T6" fmla="*/ 21 w 10"/>
                  <a:gd name="T7" fmla="*/ 23 h 16"/>
                  <a:gd name="T8" fmla="*/ 9 w 10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4" y="16"/>
                    </a:moveTo>
                    <a:cubicBezTo>
                      <a:pt x="2" y="16"/>
                      <a:pt x="0" y="12"/>
                      <a:pt x="1" y="8"/>
                    </a:cubicBezTo>
                    <a:cubicBezTo>
                      <a:pt x="1" y="4"/>
                      <a:pt x="4" y="0"/>
                      <a:pt x="6" y="1"/>
                    </a:cubicBezTo>
                    <a:cubicBezTo>
                      <a:pt x="8" y="1"/>
                      <a:pt x="10" y="5"/>
                      <a:pt x="9" y="9"/>
                    </a:cubicBezTo>
                    <a:cubicBezTo>
                      <a:pt x="9" y="13"/>
                      <a:pt x="6" y="16"/>
                      <a:pt x="4" y="16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44" name="Freeform 47">
                <a:extLst>
                  <a:ext uri="{FF2B5EF4-FFF2-40B4-BE49-F238E27FC236}">
                    <a16:creationId xmlns:a16="http://schemas.microsoft.com/office/drawing/2014/main" id="{93E3B2AD-C853-4655-8E35-374E3CA58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286"/>
                <a:ext cx="12" cy="22"/>
              </a:xfrm>
              <a:custGeom>
                <a:avLst/>
                <a:gdLst>
                  <a:gd name="T0" fmla="*/ 12 w 9"/>
                  <a:gd name="T1" fmla="*/ 41 h 16"/>
                  <a:gd name="T2" fmla="*/ 0 w 9"/>
                  <a:gd name="T3" fmla="*/ 21 h 16"/>
                  <a:gd name="T4" fmla="*/ 9 w 9"/>
                  <a:gd name="T5" fmla="*/ 0 h 16"/>
                  <a:gd name="T6" fmla="*/ 20 w 9"/>
                  <a:gd name="T7" fmla="*/ 21 h 16"/>
                  <a:gd name="T8" fmla="*/ 12 w 9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5" y="16"/>
                    </a:moveTo>
                    <a:cubicBezTo>
                      <a:pt x="2" y="16"/>
                      <a:pt x="0" y="13"/>
                      <a:pt x="0" y="8"/>
                    </a:cubicBezTo>
                    <a:cubicBezTo>
                      <a:pt x="0" y="4"/>
                      <a:pt x="1" y="1"/>
                      <a:pt x="4" y="0"/>
                    </a:cubicBezTo>
                    <a:cubicBezTo>
                      <a:pt x="6" y="0"/>
                      <a:pt x="8" y="4"/>
                      <a:pt x="8" y="8"/>
                    </a:cubicBezTo>
                    <a:cubicBezTo>
                      <a:pt x="9" y="12"/>
                      <a:pt x="7" y="16"/>
                      <a:pt x="5" y="16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45" name="Freeform 48">
                <a:extLst>
                  <a:ext uri="{FF2B5EF4-FFF2-40B4-BE49-F238E27FC236}">
                    <a16:creationId xmlns:a16="http://schemas.microsoft.com/office/drawing/2014/main" id="{7B78E476-F9C3-4632-96DD-98CC83C3A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1207"/>
                <a:ext cx="10" cy="22"/>
              </a:xfrm>
              <a:custGeom>
                <a:avLst/>
                <a:gdLst>
                  <a:gd name="T0" fmla="*/ 13 w 8"/>
                  <a:gd name="T1" fmla="*/ 40 h 16"/>
                  <a:gd name="T2" fmla="*/ 1 w 8"/>
                  <a:gd name="T3" fmla="*/ 21 h 16"/>
                  <a:gd name="T4" fmla="*/ 6 w 8"/>
                  <a:gd name="T5" fmla="*/ 0 h 16"/>
                  <a:gd name="T6" fmla="*/ 16 w 8"/>
                  <a:gd name="T7" fmla="*/ 19 h 16"/>
                  <a:gd name="T8" fmla="*/ 13 w 8"/>
                  <a:gd name="T9" fmla="*/ 4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6" y="15"/>
                    </a:moveTo>
                    <a:cubicBezTo>
                      <a:pt x="4" y="16"/>
                      <a:pt x="2" y="13"/>
                      <a:pt x="1" y="8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5" y="0"/>
                      <a:pt x="7" y="3"/>
                      <a:pt x="8" y="7"/>
                    </a:cubicBezTo>
                    <a:cubicBezTo>
                      <a:pt x="8" y="11"/>
                      <a:pt x="8" y="15"/>
                      <a:pt x="6" y="1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46" name="Freeform 49">
                <a:extLst>
                  <a:ext uri="{FF2B5EF4-FFF2-40B4-BE49-F238E27FC236}">
                    <a16:creationId xmlns:a16="http://schemas.microsoft.com/office/drawing/2014/main" id="{103E53F8-49A4-4A4B-A354-6E04B189D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1127"/>
                <a:ext cx="17" cy="32"/>
              </a:xfrm>
              <a:custGeom>
                <a:avLst/>
                <a:gdLst>
                  <a:gd name="T0" fmla="*/ 22 w 13"/>
                  <a:gd name="T1" fmla="*/ 60 h 23"/>
                  <a:gd name="T2" fmla="*/ 5 w 13"/>
                  <a:gd name="T3" fmla="*/ 35 h 23"/>
                  <a:gd name="T4" fmla="*/ 7 w 13"/>
                  <a:gd name="T5" fmla="*/ 1 h 23"/>
                  <a:gd name="T6" fmla="*/ 24 w 13"/>
                  <a:gd name="T7" fmla="*/ 26 h 23"/>
                  <a:gd name="T8" fmla="*/ 22 w 13"/>
                  <a:gd name="T9" fmla="*/ 6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10" y="22"/>
                    </a:moveTo>
                    <a:cubicBezTo>
                      <a:pt x="8" y="23"/>
                      <a:pt x="4" y="19"/>
                      <a:pt x="2" y="13"/>
                    </a:cubicBezTo>
                    <a:cubicBezTo>
                      <a:pt x="0" y="7"/>
                      <a:pt x="0" y="2"/>
                      <a:pt x="3" y="1"/>
                    </a:cubicBezTo>
                    <a:cubicBezTo>
                      <a:pt x="5" y="0"/>
                      <a:pt x="8" y="4"/>
                      <a:pt x="11" y="10"/>
                    </a:cubicBezTo>
                    <a:cubicBezTo>
                      <a:pt x="13" y="16"/>
                      <a:pt x="13" y="21"/>
                      <a:pt x="10" y="2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47" name="Freeform 50">
                <a:extLst>
                  <a:ext uri="{FF2B5EF4-FFF2-40B4-BE49-F238E27FC236}">
                    <a16:creationId xmlns:a16="http://schemas.microsoft.com/office/drawing/2014/main" id="{543E6F0C-585F-4F2D-96AD-8BCA15CF4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074"/>
                <a:ext cx="12" cy="18"/>
              </a:xfrm>
              <a:custGeom>
                <a:avLst/>
                <a:gdLst>
                  <a:gd name="T0" fmla="*/ 20 w 9"/>
                  <a:gd name="T1" fmla="*/ 33 h 13"/>
                  <a:gd name="T2" fmla="*/ 5 w 9"/>
                  <a:gd name="T3" fmla="*/ 21 h 13"/>
                  <a:gd name="T4" fmla="*/ 1 w 9"/>
                  <a:gd name="T5" fmla="*/ 1 h 13"/>
                  <a:gd name="T6" fmla="*/ 16 w 9"/>
                  <a:gd name="T7" fmla="*/ 14 h 13"/>
                  <a:gd name="T8" fmla="*/ 20 w 9"/>
                  <a:gd name="T9" fmla="*/ 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8" y="12"/>
                    </a:moveTo>
                    <a:cubicBezTo>
                      <a:pt x="7" y="13"/>
                      <a:pt x="4" y="11"/>
                      <a:pt x="2" y="8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2" y="0"/>
                      <a:pt x="5" y="2"/>
                      <a:pt x="7" y="5"/>
                    </a:cubicBezTo>
                    <a:cubicBezTo>
                      <a:pt x="9" y="8"/>
                      <a:pt x="9" y="11"/>
                      <a:pt x="8" y="1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48" name="Freeform 51">
                <a:extLst>
                  <a:ext uri="{FF2B5EF4-FFF2-40B4-BE49-F238E27FC236}">
                    <a16:creationId xmlns:a16="http://schemas.microsoft.com/office/drawing/2014/main" id="{FEFC8EF3-6C8C-4D45-94CB-C4F6A1203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1021"/>
                <a:ext cx="21" cy="23"/>
              </a:xfrm>
              <a:custGeom>
                <a:avLst/>
                <a:gdLst>
                  <a:gd name="T0" fmla="*/ 32 w 16"/>
                  <a:gd name="T1" fmla="*/ 46 h 16"/>
                  <a:gd name="T2" fmla="*/ 12 w 16"/>
                  <a:gd name="T3" fmla="*/ 33 h 16"/>
                  <a:gd name="T4" fmla="*/ 5 w 16"/>
                  <a:gd name="T5" fmla="*/ 6 h 16"/>
                  <a:gd name="T6" fmla="*/ 24 w 16"/>
                  <a:gd name="T7" fmla="*/ 19 h 16"/>
                  <a:gd name="T8" fmla="*/ 32 w 16"/>
                  <a:gd name="T9" fmla="*/ 4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5"/>
                    </a:moveTo>
                    <a:cubicBezTo>
                      <a:pt x="13" y="16"/>
                      <a:pt x="9" y="14"/>
                      <a:pt x="5" y="11"/>
                    </a:cubicBezTo>
                    <a:cubicBezTo>
                      <a:pt x="2" y="7"/>
                      <a:pt x="0" y="3"/>
                      <a:pt x="2" y="2"/>
                    </a:cubicBezTo>
                    <a:cubicBezTo>
                      <a:pt x="3" y="0"/>
                      <a:pt x="7" y="2"/>
                      <a:pt x="11" y="6"/>
                    </a:cubicBezTo>
                    <a:cubicBezTo>
                      <a:pt x="14" y="9"/>
                      <a:pt x="16" y="13"/>
                      <a:pt x="14" y="1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49" name="Freeform 52">
                <a:extLst>
                  <a:ext uri="{FF2B5EF4-FFF2-40B4-BE49-F238E27FC236}">
                    <a16:creationId xmlns:a16="http://schemas.microsoft.com/office/drawing/2014/main" id="{AF6207CE-6C29-41F4-B746-B3D26F7A5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988"/>
                <a:ext cx="21" cy="14"/>
              </a:xfrm>
              <a:custGeom>
                <a:avLst/>
                <a:gdLst>
                  <a:gd name="T0" fmla="*/ 34 w 16"/>
                  <a:gd name="T1" fmla="*/ 20 h 10"/>
                  <a:gd name="T2" fmla="*/ 16 w 16"/>
                  <a:gd name="T3" fmla="*/ 25 h 10"/>
                  <a:gd name="T4" fmla="*/ 0 w 16"/>
                  <a:gd name="T5" fmla="*/ 8 h 10"/>
                  <a:gd name="T6" fmla="*/ 18 w 16"/>
                  <a:gd name="T7" fmla="*/ 1 h 10"/>
                  <a:gd name="T8" fmla="*/ 34 w 16"/>
                  <a:gd name="T9" fmla="*/ 2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5" y="7"/>
                    </a:moveTo>
                    <a:cubicBezTo>
                      <a:pt x="15" y="9"/>
                      <a:pt x="11" y="10"/>
                      <a:pt x="7" y="9"/>
                    </a:cubicBezTo>
                    <a:cubicBezTo>
                      <a:pt x="2" y="8"/>
                      <a:pt x="0" y="6"/>
                      <a:pt x="0" y="3"/>
                    </a:cubicBezTo>
                    <a:cubicBezTo>
                      <a:pt x="0" y="1"/>
                      <a:pt x="4" y="0"/>
                      <a:pt x="8" y="1"/>
                    </a:cubicBezTo>
                    <a:cubicBezTo>
                      <a:pt x="13" y="2"/>
                      <a:pt x="16" y="4"/>
                      <a:pt x="15" y="7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50" name="Freeform 53">
                <a:extLst>
                  <a:ext uri="{FF2B5EF4-FFF2-40B4-BE49-F238E27FC236}">
                    <a16:creationId xmlns:a16="http://schemas.microsoft.com/office/drawing/2014/main" id="{0D44C5B3-1952-4E09-99B1-B759C839B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1003"/>
                <a:ext cx="19" cy="18"/>
              </a:xfrm>
              <a:custGeom>
                <a:avLst/>
                <a:gdLst>
                  <a:gd name="T0" fmla="*/ 25 w 15"/>
                  <a:gd name="T1" fmla="*/ 6 h 13"/>
                  <a:gd name="T2" fmla="*/ 20 w 15"/>
                  <a:gd name="T3" fmla="*/ 26 h 13"/>
                  <a:gd name="T4" fmla="*/ 1 w 15"/>
                  <a:gd name="T5" fmla="*/ 29 h 13"/>
                  <a:gd name="T6" fmla="*/ 8 w 15"/>
                  <a:gd name="T7" fmla="*/ 8 h 13"/>
                  <a:gd name="T8" fmla="*/ 25 w 15"/>
                  <a:gd name="T9" fmla="*/ 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3" y="2"/>
                    </a:moveTo>
                    <a:cubicBezTo>
                      <a:pt x="15" y="4"/>
                      <a:pt x="13" y="7"/>
                      <a:pt x="10" y="10"/>
                    </a:cubicBezTo>
                    <a:cubicBezTo>
                      <a:pt x="6" y="13"/>
                      <a:pt x="2" y="13"/>
                      <a:pt x="1" y="11"/>
                    </a:cubicBezTo>
                    <a:cubicBezTo>
                      <a:pt x="0" y="10"/>
                      <a:pt x="1" y="6"/>
                      <a:pt x="4" y="3"/>
                    </a:cubicBezTo>
                    <a:cubicBezTo>
                      <a:pt x="8" y="1"/>
                      <a:pt x="12" y="0"/>
                      <a:pt x="13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51" name="Freeform 54">
                <a:extLst>
                  <a:ext uri="{FF2B5EF4-FFF2-40B4-BE49-F238E27FC236}">
                    <a16:creationId xmlns:a16="http://schemas.microsoft.com/office/drawing/2014/main" id="{36F4D162-499B-4AA3-AF0E-59B51953B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584"/>
                <a:ext cx="18" cy="16"/>
              </a:xfrm>
              <a:custGeom>
                <a:avLst/>
                <a:gdLst>
                  <a:gd name="T0" fmla="*/ 1 w 14"/>
                  <a:gd name="T1" fmla="*/ 21 h 12"/>
                  <a:gd name="T2" fmla="*/ 10 w 14"/>
                  <a:gd name="T3" fmla="*/ 5 h 12"/>
                  <a:gd name="T4" fmla="*/ 28 w 14"/>
                  <a:gd name="T5" fmla="*/ 5 h 12"/>
                  <a:gd name="T6" fmla="*/ 19 w 14"/>
                  <a:gd name="T7" fmla="*/ 23 h 12"/>
                  <a:gd name="T8" fmla="*/ 1 w 14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" y="9"/>
                    </a:moveTo>
                    <a:cubicBezTo>
                      <a:pt x="0" y="7"/>
                      <a:pt x="2" y="4"/>
                      <a:pt x="5" y="2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5"/>
                      <a:pt x="13" y="8"/>
                      <a:pt x="9" y="10"/>
                    </a:cubicBezTo>
                    <a:cubicBezTo>
                      <a:pt x="6" y="12"/>
                      <a:pt x="2" y="11"/>
                      <a:pt x="1" y="9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52" name="Freeform 55">
                <a:extLst>
                  <a:ext uri="{FF2B5EF4-FFF2-40B4-BE49-F238E27FC236}">
                    <a16:creationId xmlns:a16="http://schemas.microsoft.com/office/drawing/2014/main" id="{CA6A99F5-5A74-48C9-A5C9-5DC3B8703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1550"/>
                <a:ext cx="10" cy="13"/>
              </a:xfrm>
              <a:custGeom>
                <a:avLst/>
                <a:gdLst>
                  <a:gd name="T0" fmla="*/ 1 w 8"/>
                  <a:gd name="T1" fmla="*/ 27 h 9"/>
                  <a:gd name="T2" fmla="*/ 5 w 8"/>
                  <a:gd name="T3" fmla="*/ 9 h 9"/>
                  <a:gd name="T4" fmla="*/ 13 w 8"/>
                  <a:gd name="T5" fmla="*/ 0 h 9"/>
                  <a:gd name="T6" fmla="*/ 13 w 8"/>
                  <a:gd name="T7" fmla="*/ 19 h 9"/>
                  <a:gd name="T8" fmla="*/ 1 w 8"/>
                  <a:gd name="T9" fmla="*/ 2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9"/>
                    </a:moveTo>
                    <a:cubicBezTo>
                      <a:pt x="0" y="8"/>
                      <a:pt x="0" y="5"/>
                      <a:pt x="2" y="3"/>
                    </a:cubicBezTo>
                    <a:cubicBezTo>
                      <a:pt x="3" y="1"/>
                      <a:pt x="5" y="0"/>
                      <a:pt x="6" y="0"/>
                    </a:cubicBez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9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53" name="Freeform 56">
                <a:extLst>
                  <a:ext uri="{FF2B5EF4-FFF2-40B4-BE49-F238E27FC236}">
                    <a16:creationId xmlns:a16="http://schemas.microsoft.com/office/drawing/2014/main" id="{85E59151-C227-4CF8-BC00-1F556DD59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1084"/>
                <a:ext cx="16" cy="22"/>
              </a:xfrm>
              <a:custGeom>
                <a:avLst/>
                <a:gdLst>
                  <a:gd name="T0" fmla="*/ 23 w 12"/>
                  <a:gd name="T1" fmla="*/ 1 h 16"/>
                  <a:gd name="T2" fmla="*/ 23 w 12"/>
                  <a:gd name="T3" fmla="*/ 26 h 16"/>
                  <a:gd name="T4" fmla="*/ 7 w 12"/>
                  <a:gd name="T5" fmla="*/ 40 h 16"/>
                  <a:gd name="T6" fmla="*/ 5 w 12"/>
                  <a:gd name="T7" fmla="*/ 15 h 16"/>
                  <a:gd name="T8" fmla="*/ 23 w 12"/>
                  <a:gd name="T9" fmla="*/ 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10" y="1"/>
                    </a:moveTo>
                    <a:cubicBezTo>
                      <a:pt x="12" y="2"/>
                      <a:pt x="12" y="6"/>
                      <a:pt x="10" y="10"/>
                    </a:cubicBezTo>
                    <a:cubicBezTo>
                      <a:pt x="8" y="13"/>
                      <a:pt x="5" y="16"/>
                      <a:pt x="3" y="15"/>
                    </a:cubicBezTo>
                    <a:cubicBezTo>
                      <a:pt x="1" y="14"/>
                      <a:pt x="0" y="10"/>
                      <a:pt x="2" y="6"/>
                    </a:cubicBezTo>
                    <a:cubicBezTo>
                      <a:pt x="4" y="2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54" name="Freeform 57">
                <a:extLst>
                  <a:ext uri="{FF2B5EF4-FFF2-40B4-BE49-F238E27FC236}">
                    <a16:creationId xmlns:a16="http://schemas.microsoft.com/office/drawing/2014/main" id="{830D8C9A-B287-4671-97A8-318323D28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1276"/>
                <a:ext cx="9" cy="21"/>
              </a:xfrm>
              <a:custGeom>
                <a:avLst/>
                <a:gdLst>
                  <a:gd name="T0" fmla="*/ 8 w 7"/>
                  <a:gd name="T1" fmla="*/ 0 h 15"/>
                  <a:gd name="T2" fmla="*/ 15 w 7"/>
                  <a:gd name="T3" fmla="*/ 21 h 15"/>
                  <a:gd name="T4" fmla="*/ 8 w 7"/>
                  <a:gd name="T5" fmla="*/ 41 h 15"/>
                  <a:gd name="T6" fmla="*/ 0 w 7"/>
                  <a:gd name="T7" fmla="*/ 21 h 15"/>
                  <a:gd name="T8" fmla="*/ 8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4" y="0"/>
                    </a:moveTo>
                    <a:cubicBezTo>
                      <a:pt x="5" y="0"/>
                      <a:pt x="7" y="3"/>
                      <a:pt x="7" y="8"/>
                    </a:cubicBezTo>
                    <a:cubicBezTo>
                      <a:pt x="7" y="12"/>
                      <a:pt x="6" y="15"/>
                      <a:pt x="4" y="15"/>
                    </a:cubicBezTo>
                    <a:cubicBezTo>
                      <a:pt x="2" y="15"/>
                      <a:pt x="1" y="12"/>
                      <a:pt x="0" y="8"/>
                    </a:cubicBezTo>
                    <a:cubicBezTo>
                      <a:pt x="0" y="4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55" name="Freeform 58">
                <a:extLst>
                  <a:ext uri="{FF2B5EF4-FFF2-40B4-BE49-F238E27FC236}">
                    <a16:creationId xmlns:a16="http://schemas.microsoft.com/office/drawing/2014/main" id="{DDC5CC8D-7585-42E2-BBA7-8DEFE535D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1145"/>
                <a:ext cx="7" cy="11"/>
              </a:xfrm>
              <a:custGeom>
                <a:avLst/>
                <a:gdLst>
                  <a:gd name="T0" fmla="*/ 11 w 5"/>
                  <a:gd name="T1" fmla="*/ 0 h 8"/>
                  <a:gd name="T2" fmla="*/ 14 w 5"/>
                  <a:gd name="T3" fmla="*/ 14 h 8"/>
                  <a:gd name="T4" fmla="*/ 1 w 5"/>
                  <a:gd name="T5" fmla="*/ 19 h 8"/>
                  <a:gd name="T6" fmla="*/ 0 w 5"/>
                  <a:gd name="T7" fmla="*/ 8 h 8"/>
                  <a:gd name="T8" fmla="*/ 11 w 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cubicBezTo>
                      <a:pt x="5" y="1"/>
                      <a:pt x="5" y="3"/>
                      <a:pt x="5" y="5"/>
                    </a:cubicBezTo>
                    <a:cubicBezTo>
                      <a:pt x="4" y="7"/>
                      <a:pt x="2" y="8"/>
                      <a:pt x="1" y="7"/>
                    </a:cubicBezTo>
                    <a:cubicBezTo>
                      <a:pt x="0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56" name="Freeform 59">
                <a:extLst>
                  <a:ext uri="{FF2B5EF4-FFF2-40B4-BE49-F238E27FC236}">
                    <a16:creationId xmlns:a16="http://schemas.microsoft.com/office/drawing/2014/main" id="{D149665B-BEE1-4849-A32E-44FF8FCA0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1239"/>
                <a:ext cx="6" cy="11"/>
              </a:xfrm>
              <a:custGeom>
                <a:avLst/>
                <a:gdLst>
                  <a:gd name="T0" fmla="*/ 6 w 5"/>
                  <a:gd name="T1" fmla="*/ 0 h 8"/>
                  <a:gd name="T2" fmla="*/ 7 w 5"/>
                  <a:gd name="T3" fmla="*/ 11 h 8"/>
                  <a:gd name="T4" fmla="*/ 2 w 5"/>
                  <a:gd name="T5" fmla="*/ 21 h 8"/>
                  <a:gd name="T6" fmla="*/ 0 w 5"/>
                  <a:gd name="T7" fmla="*/ 11 h 8"/>
                  <a:gd name="T8" fmla="*/ 6 w 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4" y="0"/>
                      <a:pt x="5" y="2"/>
                      <a:pt x="4" y="4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57" name="Oval 60">
                <a:extLst>
                  <a:ext uri="{FF2B5EF4-FFF2-40B4-BE49-F238E27FC236}">
                    <a16:creationId xmlns:a16="http://schemas.microsoft.com/office/drawing/2014/main" id="{18DF037B-1638-4D41-AF19-60577B6C5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" y="977"/>
                <a:ext cx="335" cy="652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3358" name="Freeform 61">
                <a:extLst>
                  <a:ext uri="{FF2B5EF4-FFF2-40B4-BE49-F238E27FC236}">
                    <a16:creationId xmlns:a16="http://schemas.microsoft.com/office/drawing/2014/main" id="{A4913539-A149-4DA9-9922-82AF4A6AF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985"/>
                <a:ext cx="54" cy="52"/>
              </a:xfrm>
              <a:custGeom>
                <a:avLst/>
                <a:gdLst>
                  <a:gd name="T0" fmla="*/ 89 w 42"/>
                  <a:gd name="T1" fmla="*/ 15 h 37"/>
                  <a:gd name="T2" fmla="*/ 0 w 42"/>
                  <a:gd name="T3" fmla="*/ 94 h 37"/>
                  <a:gd name="T4" fmla="*/ 89 w 42"/>
                  <a:gd name="T5" fmla="*/ 1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42" y="6"/>
                    </a:moveTo>
                    <a:cubicBezTo>
                      <a:pt x="42" y="6"/>
                      <a:pt x="11" y="0"/>
                      <a:pt x="0" y="34"/>
                    </a:cubicBezTo>
                    <a:cubicBezTo>
                      <a:pt x="0" y="34"/>
                      <a:pt x="34" y="37"/>
                      <a:pt x="42" y="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59" name="Freeform 62">
                <a:extLst>
                  <a:ext uri="{FF2B5EF4-FFF2-40B4-BE49-F238E27FC236}">
                    <a16:creationId xmlns:a16="http://schemas.microsoft.com/office/drawing/2014/main" id="{5F3470B2-C9D2-4937-919C-A75BFEF6F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1033"/>
                <a:ext cx="48" cy="47"/>
              </a:xfrm>
              <a:custGeom>
                <a:avLst/>
                <a:gdLst>
                  <a:gd name="T0" fmla="*/ 54 w 37"/>
                  <a:gd name="T1" fmla="*/ 0 h 34"/>
                  <a:gd name="T2" fmla="*/ 8 w 37"/>
                  <a:gd name="T3" fmla="*/ 79 h 34"/>
                  <a:gd name="T4" fmla="*/ 54 w 37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4">
                    <a:moveTo>
                      <a:pt x="25" y="0"/>
                    </a:moveTo>
                    <a:cubicBezTo>
                      <a:pt x="25" y="0"/>
                      <a:pt x="0" y="4"/>
                      <a:pt x="4" y="30"/>
                    </a:cubicBezTo>
                    <a:cubicBezTo>
                      <a:pt x="4" y="30"/>
                      <a:pt x="37" y="34"/>
                      <a:pt x="2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60" name="Freeform 63">
                <a:extLst>
                  <a:ext uri="{FF2B5EF4-FFF2-40B4-BE49-F238E27FC236}">
                    <a16:creationId xmlns:a16="http://schemas.microsoft.com/office/drawing/2014/main" id="{C62F0C34-182B-40D7-AB6A-819FAAF28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" y="1074"/>
                <a:ext cx="37" cy="53"/>
              </a:xfrm>
              <a:custGeom>
                <a:avLst/>
                <a:gdLst>
                  <a:gd name="T0" fmla="*/ 42 w 28"/>
                  <a:gd name="T1" fmla="*/ 0 h 38"/>
                  <a:gd name="T2" fmla="*/ 0 w 28"/>
                  <a:gd name="T3" fmla="*/ 103 h 38"/>
                  <a:gd name="T4" fmla="*/ 42 w 2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18" y="0"/>
                    </a:moveTo>
                    <a:cubicBezTo>
                      <a:pt x="18" y="0"/>
                      <a:pt x="0" y="3"/>
                      <a:pt x="0" y="38"/>
                    </a:cubicBezTo>
                    <a:cubicBezTo>
                      <a:pt x="0" y="38"/>
                      <a:pt x="28" y="27"/>
                      <a:pt x="18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61" name="Freeform 64">
                <a:extLst>
                  <a:ext uri="{FF2B5EF4-FFF2-40B4-BE49-F238E27FC236}">
                    <a16:creationId xmlns:a16="http://schemas.microsoft.com/office/drawing/2014/main" id="{8B7AE4B2-0085-4A9B-B020-5F3801FA9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1127"/>
                <a:ext cx="26" cy="45"/>
              </a:xfrm>
              <a:custGeom>
                <a:avLst/>
                <a:gdLst>
                  <a:gd name="T0" fmla="*/ 30 w 20"/>
                  <a:gd name="T1" fmla="*/ 0 h 33"/>
                  <a:gd name="T2" fmla="*/ 9 w 20"/>
                  <a:gd name="T3" fmla="*/ 83 h 33"/>
                  <a:gd name="T4" fmla="*/ 3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14" y="0"/>
                    </a:moveTo>
                    <a:cubicBezTo>
                      <a:pt x="14" y="0"/>
                      <a:pt x="0" y="8"/>
                      <a:pt x="4" y="33"/>
                    </a:cubicBezTo>
                    <a:cubicBezTo>
                      <a:pt x="4" y="33"/>
                      <a:pt x="20" y="22"/>
                      <a:pt x="14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62" name="Freeform 65">
                <a:extLst>
                  <a:ext uri="{FF2B5EF4-FFF2-40B4-BE49-F238E27FC236}">
                    <a16:creationId xmlns:a16="http://schemas.microsoft.com/office/drawing/2014/main" id="{6E52CE3F-400A-4D2F-ADFD-3443C9928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1172"/>
                <a:ext cx="44" cy="57"/>
              </a:xfrm>
              <a:custGeom>
                <a:avLst/>
                <a:gdLst>
                  <a:gd name="T0" fmla="*/ 41 w 34"/>
                  <a:gd name="T1" fmla="*/ 0 h 41"/>
                  <a:gd name="T2" fmla="*/ 23 w 34"/>
                  <a:gd name="T3" fmla="*/ 110 h 41"/>
                  <a:gd name="T4" fmla="*/ 41 w 3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1">
                    <a:moveTo>
                      <a:pt x="19" y="0"/>
                    </a:moveTo>
                    <a:cubicBezTo>
                      <a:pt x="19" y="0"/>
                      <a:pt x="0" y="10"/>
                      <a:pt x="11" y="41"/>
                    </a:cubicBezTo>
                    <a:cubicBezTo>
                      <a:pt x="11" y="41"/>
                      <a:pt x="34" y="22"/>
                      <a:pt x="19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63" name="Freeform 66">
                <a:extLst>
                  <a:ext uri="{FF2B5EF4-FFF2-40B4-BE49-F238E27FC236}">
                    <a16:creationId xmlns:a16="http://schemas.microsoft.com/office/drawing/2014/main" id="{7580931B-67B6-41EF-8A6F-D89271915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" y="1229"/>
                <a:ext cx="31" cy="32"/>
              </a:xfrm>
              <a:custGeom>
                <a:avLst/>
                <a:gdLst>
                  <a:gd name="T0" fmla="*/ 30 w 24"/>
                  <a:gd name="T1" fmla="*/ 0 h 23"/>
                  <a:gd name="T2" fmla="*/ 23 w 24"/>
                  <a:gd name="T3" fmla="*/ 63 h 23"/>
                  <a:gd name="T4" fmla="*/ 30 w 24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">
                    <a:moveTo>
                      <a:pt x="14" y="0"/>
                    </a:moveTo>
                    <a:cubicBezTo>
                      <a:pt x="14" y="0"/>
                      <a:pt x="0" y="9"/>
                      <a:pt x="11" y="23"/>
                    </a:cubicBezTo>
                    <a:cubicBezTo>
                      <a:pt x="11" y="23"/>
                      <a:pt x="24" y="15"/>
                      <a:pt x="14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64" name="Freeform 67">
                <a:extLst>
                  <a:ext uri="{FF2B5EF4-FFF2-40B4-BE49-F238E27FC236}">
                    <a16:creationId xmlns:a16="http://schemas.microsoft.com/office/drawing/2014/main" id="{C219C4B7-F55D-46E2-A483-6A6A79A64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" y="1261"/>
                <a:ext cx="43" cy="61"/>
              </a:xfrm>
              <a:custGeom>
                <a:avLst/>
                <a:gdLst>
                  <a:gd name="T0" fmla="*/ 34 w 33"/>
                  <a:gd name="T1" fmla="*/ 0 h 44"/>
                  <a:gd name="T2" fmla="*/ 30 w 33"/>
                  <a:gd name="T3" fmla="*/ 118 h 44"/>
                  <a:gd name="T4" fmla="*/ 34 w 33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4">
                    <a:moveTo>
                      <a:pt x="15" y="0"/>
                    </a:moveTo>
                    <a:cubicBezTo>
                      <a:pt x="15" y="0"/>
                      <a:pt x="0" y="16"/>
                      <a:pt x="14" y="44"/>
                    </a:cubicBezTo>
                    <a:cubicBezTo>
                      <a:pt x="14" y="44"/>
                      <a:pt x="33" y="20"/>
                      <a:pt x="1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65" name="Freeform 68">
                <a:extLst>
                  <a:ext uri="{FF2B5EF4-FFF2-40B4-BE49-F238E27FC236}">
                    <a16:creationId xmlns:a16="http://schemas.microsoft.com/office/drawing/2014/main" id="{7A79EEB9-1673-4149-96CC-479BAEE42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1322"/>
                <a:ext cx="44" cy="76"/>
              </a:xfrm>
              <a:custGeom>
                <a:avLst/>
                <a:gdLst>
                  <a:gd name="T0" fmla="*/ 27 w 34"/>
                  <a:gd name="T1" fmla="*/ 0 h 55"/>
                  <a:gd name="T2" fmla="*/ 39 w 34"/>
                  <a:gd name="T3" fmla="*/ 145 h 55"/>
                  <a:gd name="T4" fmla="*/ 27 w 3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5">
                    <a:moveTo>
                      <a:pt x="12" y="0"/>
                    </a:moveTo>
                    <a:cubicBezTo>
                      <a:pt x="12" y="0"/>
                      <a:pt x="0" y="28"/>
                      <a:pt x="18" y="55"/>
                    </a:cubicBezTo>
                    <a:cubicBezTo>
                      <a:pt x="18" y="55"/>
                      <a:pt x="34" y="27"/>
                      <a:pt x="12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66" name="Freeform 69">
                <a:extLst>
                  <a:ext uri="{FF2B5EF4-FFF2-40B4-BE49-F238E27FC236}">
                    <a16:creationId xmlns:a16="http://schemas.microsoft.com/office/drawing/2014/main" id="{D35EC842-2648-4747-8B28-CE2FACEB7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1398"/>
                <a:ext cx="36" cy="58"/>
              </a:xfrm>
              <a:custGeom>
                <a:avLst/>
                <a:gdLst>
                  <a:gd name="T0" fmla="*/ 17 w 28"/>
                  <a:gd name="T1" fmla="*/ 0 h 42"/>
                  <a:gd name="T2" fmla="*/ 39 w 28"/>
                  <a:gd name="T3" fmla="*/ 110 h 42"/>
                  <a:gd name="T4" fmla="*/ 17 w 28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8" y="0"/>
                    </a:moveTo>
                    <a:cubicBezTo>
                      <a:pt x="8" y="0"/>
                      <a:pt x="0" y="23"/>
                      <a:pt x="18" y="42"/>
                    </a:cubicBezTo>
                    <a:cubicBezTo>
                      <a:pt x="18" y="42"/>
                      <a:pt x="28" y="17"/>
                      <a:pt x="8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67" name="Freeform 70">
                <a:extLst>
                  <a:ext uri="{FF2B5EF4-FFF2-40B4-BE49-F238E27FC236}">
                    <a16:creationId xmlns:a16="http://schemas.microsoft.com/office/drawing/2014/main" id="{8AC609FB-5490-432B-8F35-0B99BC643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1456"/>
                <a:ext cx="42" cy="38"/>
              </a:xfrm>
              <a:custGeom>
                <a:avLst/>
                <a:gdLst>
                  <a:gd name="T0" fmla="*/ 22 w 32"/>
                  <a:gd name="T1" fmla="*/ 0 h 27"/>
                  <a:gd name="T2" fmla="*/ 49 w 32"/>
                  <a:gd name="T3" fmla="*/ 75 h 27"/>
                  <a:gd name="T4" fmla="*/ 22 w 32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7">
                    <a:moveTo>
                      <a:pt x="10" y="0"/>
                    </a:moveTo>
                    <a:cubicBezTo>
                      <a:pt x="10" y="0"/>
                      <a:pt x="0" y="20"/>
                      <a:pt x="21" y="27"/>
                    </a:cubicBezTo>
                    <a:cubicBezTo>
                      <a:pt x="21" y="27"/>
                      <a:pt x="32" y="7"/>
                      <a:pt x="1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68" name="Freeform 71">
                <a:extLst>
                  <a:ext uri="{FF2B5EF4-FFF2-40B4-BE49-F238E27FC236}">
                    <a16:creationId xmlns:a16="http://schemas.microsoft.com/office/drawing/2014/main" id="{A39A9AEC-FB3A-498C-AD2D-05E61FDED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1494"/>
                <a:ext cx="37" cy="61"/>
              </a:xfrm>
              <a:custGeom>
                <a:avLst/>
                <a:gdLst>
                  <a:gd name="T0" fmla="*/ 1 w 28"/>
                  <a:gd name="T1" fmla="*/ 0 h 44"/>
                  <a:gd name="T2" fmla="*/ 58 w 28"/>
                  <a:gd name="T3" fmla="*/ 118 h 44"/>
                  <a:gd name="T4" fmla="*/ 1 w 28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4">
                    <a:moveTo>
                      <a:pt x="1" y="0"/>
                    </a:moveTo>
                    <a:cubicBezTo>
                      <a:pt x="1" y="0"/>
                      <a:pt x="0" y="32"/>
                      <a:pt x="25" y="44"/>
                    </a:cubicBezTo>
                    <a:cubicBezTo>
                      <a:pt x="25" y="44"/>
                      <a:pt x="28" y="13"/>
                      <a:pt x="1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69" name="Freeform 72">
                <a:extLst>
                  <a:ext uri="{FF2B5EF4-FFF2-40B4-BE49-F238E27FC236}">
                    <a16:creationId xmlns:a16="http://schemas.microsoft.com/office/drawing/2014/main" id="{880C7858-34DD-4078-BADE-3AAED6108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1555"/>
                <a:ext cx="36" cy="36"/>
              </a:xfrm>
              <a:custGeom>
                <a:avLst/>
                <a:gdLst>
                  <a:gd name="T0" fmla="*/ 8 w 28"/>
                  <a:gd name="T1" fmla="*/ 0 h 26"/>
                  <a:gd name="T2" fmla="*/ 59 w 28"/>
                  <a:gd name="T3" fmla="*/ 69 h 26"/>
                  <a:gd name="T4" fmla="*/ 8 w 2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4" y="0"/>
                    </a:moveTo>
                    <a:cubicBezTo>
                      <a:pt x="4" y="0"/>
                      <a:pt x="0" y="25"/>
                      <a:pt x="28" y="26"/>
                    </a:cubicBezTo>
                    <a:cubicBezTo>
                      <a:pt x="28" y="26"/>
                      <a:pt x="27" y="1"/>
                      <a:pt x="4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70" name="Freeform 73">
                <a:extLst>
                  <a:ext uri="{FF2B5EF4-FFF2-40B4-BE49-F238E27FC236}">
                    <a16:creationId xmlns:a16="http://schemas.microsoft.com/office/drawing/2014/main" id="{73ABB426-86C9-4E02-A83C-3F09B146C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1588"/>
                <a:ext cx="48" cy="43"/>
              </a:xfrm>
              <a:custGeom>
                <a:avLst/>
                <a:gdLst>
                  <a:gd name="T0" fmla="*/ 0 w 37"/>
                  <a:gd name="T1" fmla="*/ 6 h 31"/>
                  <a:gd name="T2" fmla="*/ 80 w 37"/>
                  <a:gd name="T3" fmla="*/ 50 h 31"/>
                  <a:gd name="T4" fmla="*/ 0 w 37"/>
                  <a:gd name="T5" fmla="*/ 6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1">
                    <a:moveTo>
                      <a:pt x="0" y="2"/>
                    </a:moveTo>
                    <a:cubicBezTo>
                      <a:pt x="0" y="2"/>
                      <a:pt x="3" y="31"/>
                      <a:pt x="37" y="19"/>
                    </a:cubicBezTo>
                    <a:cubicBezTo>
                      <a:pt x="37" y="19"/>
                      <a:pt x="28" y="0"/>
                      <a:pt x="0" y="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71" name="Freeform 74">
                <a:extLst>
                  <a:ext uri="{FF2B5EF4-FFF2-40B4-BE49-F238E27FC236}">
                    <a16:creationId xmlns:a16="http://schemas.microsoft.com/office/drawing/2014/main" id="{572CDE1D-8BE1-47BC-993D-9CEC915D3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1595"/>
                <a:ext cx="42" cy="40"/>
              </a:xfrm>
              <a:custGeom>
                <a:avLst/>
                <a:gdLst>
                  <a:gd name="T0" fmla="*/ 0 w 32"/>
                  <a:gd name="T1" fmla="*/ 36 h 29"/>
                  <a:gd name="T2" fmla="*/ 72 w 32"/>
                  <a:gd name="T3" fmla="*/ 23 h 29"/>
                  <a:gd name="T4" fmla="*/ 0 w 32"/>
                  <a:gd name="T5" fmla="*/ 3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0" y="14"/>
                    </a:moveTo>
                    <a:cubicBezTo>
                      <a:pt x="0" y="14"/>
                      <a:pt x="22" y="29"/>
                      <a:pt x="32" y="9"/>
                    </a:cubicBezTo>
                    <a:cubicBezTo>
                      <a:pt x="32" y="9"/>
                      <a:pt x="15" y="0"/>
                      <a:pt x="0" y="1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72" name="Freeform 75">
                <a:extLst>
                  <a:ext uri="{FF2B5EF4-FFF2-40B4-BE49-F238E27FC236}">
                    <a16:creationId xmlns:a16="http://schemas.microsoft.com/office/drawing/2014/main" id="{3A2F0D3E-6AF1-4B62-828D-9B9A5CC4B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1574"/>
                <a:ext cx="43" cy="43"/>
              </a:xfrm>
              <a:custGeom>
                <a:avLst/>
                <a:gdLst>
                  <a:gd name="T0" fmla="*/ 0 w 33"/>
                  <a:gd name="T1" fmla="*/ 64 h 31"/>
                  <a:gd name="T2" fmla="*/ 73 w 33"/>
                  <a:gd name="T3" fmla="*/ 0 h 31"/>
                  <a:gd name="T4" fmla="*/ 0 w 33"/>
                  <a:gd name="T5" fmla="*/ 6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1">
                    <a:moveTo>
                      <a:pt x="0" y="24"/>
                    </a:moveTo>
                    <a:cubicBezTo>
                      <a:pt x="0" y="24"/>
                      <a:pt x="29" y="31"/>
                      <a:pt x="33" y="0"/>
                    </a:cubicBezTo>
                    <a:cubicBezTo>
                      <a:pt x="33" y="0"/>
                      <a:pt x="5" y="5"/>
                      <a:pt x="0" y="2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73" name="Freeform 76">
                <a:extLst>
                  <a:ext uri="{FF2B5EF4-FFF2-40B4-BE49-F238E27FC236}">
                    <a16:creationId xmlns:a16="http://schemas.microsoft.com/office/drawing/2014/main" id="{AB40CFA5-5F0A-445C-8B00-5C9E2CAE0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538"/>
                <a:ext cx="28" cy="36"/>
              </a:xfrm>
              <a:custGeom>
                <a:avLst/>
                <a:gdLst>
                  <a:gd name="T0" fmla="*/ 0 w 22"/>
                  <a:gd name="T1" fmla="*/ 69 h 26"/>
                  <a:gd name="T2" fmla="*/ 39 w 22"/>
                  <a:gd name="T3" fmla="*/ 0 h 26"/>
                  <a:gd name="T4" fmla="*/ 0 w 22"/>
                  <a:gd name="T5" fmla="*/ 6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6">
                    <a:moveTo>
                      <a:pt x="0" y="26"/>
                    </a:moveTo>
                    <a:cubicBezTo>
                      <a:pt x="0" y="26"/>
                      <a:pt x="1" y="11"/>
                      <a:pt x="19" y="0"/>
                    </a:cubicBezTo>
                    <a:cubicBezTo>
                      <a:pt x="19" y="0"/>
                      <a:pt x="22" y="18"/>
                      <a:pt x="0" y="2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74" name="Freeform 77">
                <a:extLst>
                  <a:ext uri="{FF2B5EF4-FFF2-40B4-BE49-F238E27FC236}">
                    <a16:creationId xmlns:a16="http://schemas.microsoft.com/office/drawing/2014/main" id="{DBE3ACEF-5EC2-4478-8467-AC9C52987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1487"/>
                <a:ext cx="43" cy="51"/>
              </a:xfrm>
              <a:custGeom>
                <a:avLst/>
                <a:gdLst>
                  <a:gd name="T0" fmla="*/ 12 w 33"/>
                  <a:gd name="T1" fmla="*/ 96 h 37"/>
                  <a:gd name="T2" fmla="*/ 56 w 33"/>
                  <a:gd name="T3" fmla="*/ 0 h 37"/>
                  <a:gd name="T4" fmla="*/ 12 w 33"/>
                  <a:gd name="T5" fmla="*/ 9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7">
                    <a:moveTo>
                      <a:pt x="5" y="37"/>
                    </a:moveTo>
                    <a:cubicBezTo>
                      <a:pt x="5" y="37"/>
                      <a:pt x="0" y="13"/>
                      <a:pt x="25" y="0"/>
                    </a:cubicBezTo>
                    <a:cubicBezTo>
                      <a:pt x="25" y="0"/>
                      <a:pt x="33" y="25"/>
                      <a:pt x="5" y="37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75" name="Freeform 78">
                <a:extLst>
                  <a:ext uri="{FF2B5EF4-FFF2-40B4-BE49-F238E27FC236}">
                    <a16:creationId xmlns:a16="http://schemas.microsoft.com/office/drawing/2014/main" id="{ACA9375D-981F-454C-BA78-E52643D30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1420"/>
                <a:ext cx="48" cy="67"/>
              </a:xfrm>
              <a:custGeom>
                <a:avLst/>
                <a:gdLst>
                  <a:gd name="T0" fmla="*/ 17 w 37"/>
                  <a:gd name="T1" fmla="*/ 131 h 48"/>
                  <a:gd name="T2" fmla="*/ 52 w 37"/>
                  <a:gd name="T3" fmla="*/ 0 h 48"/>
                  <a:gd name="T4" fmla="*/ 17 w 37"/>
                  <a:gd name="T5" fmla="*/ 13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8">
                    <a:moveTo>
                      <a:pt x="8" y="48"/>
                    </a:moveTo>
                    <a:cubicBezTo>
                      <a:pt x="8" y="48"/>
                      <a:pt x="0" y="20"/>
                      <a:pt x="24" y="0"/>
                    </a:cubicBezTo>
                    <a:cubicBezTo>
                      <a:pt x="24" y="0"/>
                      <a:pt x="37" y="30"/>
                      <a:pt x="8" y="4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76" name="Freeform 79">
                <a:extLst>
                  <a:ext uri="{FF2B5EF4-FFF2-40B4-BE49-F238E27FC236}">
                    <a16:creationId xmlns:a16="http://schemas.microsoft.com/office/drawing/2014/main" id="{8DFC1671-6AF2-4500-A4C9-EE9586534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1337"/>
                <a:ext cx="55" cy="83"/>
              </a:xfrm>
              <a:custGeom>
                <a:avLst/>
                <a:gdLst>
                  <a:gd name="T0" fmla="*/ 38 w 42"/>
                  <a:gd name="T1" fmla="*/ 159 h 60"/>
                  <a:gd name="T2" fmla="*/ 59 w 42"/>
                  <a:gd name="T3" fmla="*/ 0 h 60"/>
                  <a:gd name="T4" fmla="*/ 38 w 42"/>
                  <a:gd name="T5" fmla="*/ 159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60">
                    <a:moveTo>
                      <a:pt x="17" y="60"/>
                    </a:moveTo>
                    <a:cubicBezTo>
                      <a:pt x="17" y="60"/>
                      <a:pt x="0" y="28"/>
                      <a:pt x="26" y="0"/>
                    </a:cubicBezTo>
                    <a:cubicBezTo>
                      <a:pt x="26" y="0"/>
                      <a:pt x="42" y="26"/>
                      <a:pt x="17" y="6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77" name="Freeform 80">
                <a:extLst>
                  <a:ext uri="{FF2B5EF4-FFF2-40B4-BE49-F238E27FC236}">
                    <a16:creationId xmlns:a16="http://schemas.microsoft.com/office/drawing/2014/main" id="{DE934B6A-A9D5-496F-B7C2-D57F52F6D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250"/>
                <a:ext cx="52" cy="87"/>
              </a:xfrm>
              <a:custGeom>
                <a:avLst/>
                <a:gdLst>
                  <a:gd name="T0" fmla="*/ 39 w 40"/>
                  <a:gd name="T1" fmla="*/ 0 h 63"/>
                  <a:gd name="T2" fmla="*/ 44 w 40"/>
                  <a:gd name="T3" fmla="*/ 166 h 63"/>
                  <a:gd name="T4" fmla="*/ 39 w 40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3">
                    <a:moveTo>
                      <a:pt x="18" y="0"/>
                    </a:moveTo>
                    <a:cubicBezTo>
                      <a:pt x="18" y="0"/>
                      <a:pt x="0" y="39"/>
                      <a:pt x="20" y="63"/>
                    </a:cubicBezTo>
                    <a:cubicBezTo>
                      <a:pt x="20" y="63"/>
                      <a:pt x="40" y="33"/>
                      <a:pt x="18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78" name="Freeform 81">
                <a:extLst>
                  <a:ext uri="{FF2B5EF4-FFF2-40B4-BE49-F238E27FC236}">
                    <a16:creationId xmlns:a16="http://schemas.microsoft.com/office/drawing/2014/main" id="{00F18AAE-ECAA-4025-AF64-F952C46CA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1185"/>
                <a:ext cx="48" cy="65"/>
              </a:xfrm>
              <a:custGeom>
                <a:avLst/>
                <a:gdLst>
                  <a:gd name="T0" fmla="*/ 27 w 37"/>
                  <a:gd name="T1" fmla="*/ 0 h 47"/>
                  <a:gd name="T2" fmla="*/ 44 w 37"/>
                  <a:gd name="T3" fmla="*/ 124 h 47"/>
                  <a:gd name="T4" fmla="*/ 27 w 37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7">
                    <a:moveTo>
                      <a:pt x="12" y="0"/>
                    </a:moveTo>
                    <a:cubicBezTo>
                      <a:pt x="12" y="0"/>
                      <a:pt x="0" y="29"/>
                      <a:pt x="20" y="47"/>
                    </a:cubicBezTo>
                    <a:cubicBezTo>
                      <a:pt x="20" y="47"/>
                      <a:pt x="37" y="21"/>
                      <a:pt x="12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79" name="Freeform 82">
                <a:extLst>
                  <a:ext uri="{FF2B5EF4-FFF2-40B4-BE49-F238E27FC236}">
                    <a16:creationId xmlns:a16="http://schemas.microsoft.com/office/drawing/2014/main" id="{481972AF-9E8C-480E-8EAA-FE42F52EE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105"/>
                <a:ext cx="54" cy="80"/>
              </a:xfrm>
              <a:custGeom>
                <a:avLst/>
                <a:gdLst>
                  <a:gd name="T0" fmla="*/ 18 w 41"/>
                  <a:gd name="T1" fmla="*/ 0 h 58"/>
                  <a:gd name="T2" fmla="*/ 65 w 41"/>
                  <a:gd name="T3" fmla="*/ 152 h 58"/>
                  <a:gd name="T4" fmla="*/ 18 w 4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8">
                    <a:moveTo>
                      <a:pt x="8" y="0"/>
                    </a:moveTo>
                    <a:cubicBezTo>
                      <a:pt x="8" y="0"/>
                      <a:pt x="0" y="40"/>
                      <a:pt x="28" y="58"/>
                    </a:cubicBezTo>
                    <a:cubicBezTo>
                      <a:pt x="28" y="58"/>
                      <a:pt x="41" y="18"/>
                      <a:pt x="8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80" name="Freeform 83">
                <a:extLst>
                  <a:ext uri="{FF2B5EF4-FFF2-40B4-BE49-F238E27FC236}">
                    <a16:creationId xmlns:a16="http://schemas.microsoft.com/office/drawing/2014/main" id="{C179BE22-7B2B-4652-92D6-951858EEF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055"/>
                <a:ext cx="34" cy="50"/>
              </a:xfrm>
              <a:custGeom>
                <a:avLst/>
                <a:gdLst>
                  <a:gd name="T0" fmla="*/ 0 w 26"/>
                  <a:gd name="T1" fmla="*/ 0 h 36"/>
                  <a:gd name="T2" fmla="*/ 46 w 26"/>
                  <a:gd name="T3" fmla="*/ 96 h 36"/>
                  <a:gd name="T4" fmla="*/ 0 w 26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6">
                    <a:moveTo>
                      <a:pt x="0" y="0"/>
                    </a:moveTo>
                    <a:cubicBezTo>
                      <a:pt x="0" y="0"/>
                      <a:pt x="0" y="28"/>
                      <a:pt x="21" y="36"/>
                    </a:cubicBezTo>
                    <a:cubicBezTo>
                      <a:pt x="21" y="36"/>
                      <a:pt x="26" y="11"/>
                      <a:pt x="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81" name="Freeform 84">
                <a:extLst>
                  <a:ext uri="{FF2B5EF4-FFF2-40B4-BE49-F238E27FC236}">
                    <a16:creationId xmlns:a16="http://schemas.microsoft.com/office/drawing/2014/main" id="{FCE95CAC-20E0-44AD-A5E0-29CD8BBFC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005"/>
                <a:ext cx="49" cy="50"/>
              </a:xfrm>
              <a:custGeom>
                <a:avLst/>
                <a:gdLst>
                  <a:gd name="T0" fmla="*/ 0 w 38"/>
                  <a:gd name="T1" fmla="*/ 0 h 36"/>
                  <a:gd name="T2" fmla="*/ 76 w 38"/>
                  <a:gd name="T3" fmla="*/ 96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9" y="31"/>
                      <a:pt x="36" y="36"/>
                    </a:cubicBezTo>
                    <a:cubicBezTo>
                      <a:pt x="36" y="36"/>
                      <a:pt x="38" y="4"/>
                      <a:pt x="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82" name="Freeform 85">
                <a:extLst>
                  <a:ext uri="{FF2B5EF4-FFF2-40B4-BE49-F238E27FC236}">
                    <a16:creationId xmlns:a16="http://schemas.microsoft.com/office/drawing/2014/main" id="{814A5C5B-0873-420A-9AF3-FF44DD3B2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966"/>
                <a:ext cx="67" cy="50"/>
              </a:xfrm>
              <a:custGeom>
                <a:avLst/>
                <a:gdLst>
                  <a:gd name="T0" fmla="*/ 0 w 51"/>
                  <a:gd name="T1" fmla="*/ 54 h 36"/>
                  <a:gd name="T2" fmla="*/ 116 w 51"/>
                  <a:gd name="T3" fmla="*/ 75 h 36"/>
                  <a:gd name="T4" fmla="*/ 0 w 51"/>
                  <a:gd name="T5" fmla="*/ 5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5" y="36"/>
                      <a:pt x="51" y="28"/>
                    </a:cubicBezTo>
                    <a:cubicBezTo>
                      <a:pt x="51" y="28"/>
                      <a:pt x="34" y="0"/>
                      <a:pt x="0" y="2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83" name="Freeform 86">
                <a:extLst>
                  <a:ext uri="{FF2B5EF4-FFF2-40B4-BE49-F238E27FC236}">
                    <a16:creationId xmlns:a16="http://schemas.microsoft.com/office/drawing/2014/main" id="{A565327F-6BB8-414E-A603-7A331C4A37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6" y="915"/>
                <a:ext cx="414" cy="777"/>
              </a:xfrm>
              <a:custGeom>
                <a:avLst/>
                <a:gdLst>
                  <a:gd name="T0" fmla="*/ 347 w 319"/>
                  <a:gd name="T1" fmla="*/ 0 h 561"/>
                  <a:gd name="T2" fmla="*/ 0 w 319"/>
                  <a:gd name="T3" fmla="*/ 747 h 561"/>
                  <a:gd name="T4" fmla="*/ 347 w 319"/>
                  <a:gd name="T5" fmla="*/ 1490 h 561"/>
                  <a:gd name="T6" fmla="*/ 697 w 319"/>
                  <a:gd name="T7" fmla="*/ 747 h 561"/>
                  <a:gd name="T8" fmla="*/ 347 w 319"/>
                  <a:gd name="T9" fmla="*/ 0 h 561"/>
                  <a:gd name="T10" fmla="*/ 339 w 319"/>
                  <a:gd name="T11" fmla="*/ 1435 h 561"/>
                  <a:gd name="T12" fmla="*/ 22 w 319"/>
                  <a:gd name="T13" fmla="*/ 747 h 561"/>
                  <a:gd name="T14" fmla="*/ 339 w 319"/>
                  <a:gd name="T15" fmla="*/ 55 h 561"/>
                  <a:gd name="T16" fmla="*/ 654 w 319"/>
                  <a:gd name="T17" fmla="*/ 747 h 561"/>
                  <a:gd name="T18" fmla="*/ 339 w 319"/>
                  <a:gd name="T19" fmla="*/ 1435 h 5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9" h="561">
                    <a:moveTo>
                      <a:pt x="159" y="0"/>
                    </a:moveTo>
                    <a:cubicBezTo>
                      <a:pt x="71" y="0"/>
                      <a:pt x="0" y="125"/>
                      <a:pt x="0" y="281"/>
                    </a:cubicBezTo>
                    <a:cubicBezTo>
                      <a:pt x="0" y="436"/>
                      <a:pt x="71" y="561"/>
                      <a:pt x="159" y="561"/>
                    </a:cubicBezTo>
                    <a:cubicBezTo>
                      <a:pt x="247" y="561"/>
                      <a:pt x="319" y="436"/>
                      <a:pt x="319" y="281"/>
                    </a:cubicBezTo>
                    <a:cubicBezTo>
                      <a:pt x="319" y="125"/>
                      <a:pt x="247" y="0"/>
                      <a:pt x="159" y="0"/>
                    </a:cubicBezTo>
                    <a:close/>
                    <a:moveTo>
                      <a:pt x="155" y="540"/>
                    </a:moveTo>
                    <a:cubicBezTo>
                      <a:pt x="75" y="540"/>
                      <a:pt x="10" y="424"/>
                      <a:pt x="10" y="281"/>
                    </a:cubicBezTo>
                    <a:cubicBezTo>
                      <a:pt x="10" y="138"/>
                      <a:pt x="75" y="21"/>
                      <a:pt x="155" y="21"/>
                    </a:cubicBezTo>
                    <a:cubicBezTo>
                      <a:pt x="234" y="21"/>
                      <a:pt x="299" y="138"/>
                      <a:pt x="299" y="281"/>
                    </a:cubicBezTo>
                    <a:cubicBezTo>
                      <a:pt x="299" y="424"/>
                      <a:pt x="234" y="540"/>
                      <a:pt x="155" y="540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84" name="Freeform 87">
                <a:extLst>
                  <a:ext uri="{FF2B5EF4-FFF2-40B4-BE49-F238E27FC236}">
                    <a16:creationId xmlns:a16="http://schemas.microsoft.com/office/drawing/2014/main" id="{F9392DF1-6806-40DA-815E-6195CC516A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9" y="944"/>
                <a:ext cx="375" cy="719"/>
              </a:xfrm>
              <a:custGeom>
                <a:avLst/>
                <a:gdLst>
                  <a:gd name="T0" fmla="*/ 317 w 289"/>
                  <a:gd name="T1" fmla="*/ 0 h 519"/>
                  <a:gd name="T2" fmla="*/ 0 w 289"/>
                  <a:gd name="T3" fmla="*/ 691 h 519"/>
                  <a:gd name="T4" fmla="*/ 317 w 289"/>
                  <a:gd name="T5" fmla="*/ 1380 h 519"/>
                  <a:gd name="T6" fmla="*/ 632 w 289"/>
                  <a:gd name="T7" fmla="*/ 691 h 519"/>
                  <a:gd name="T8" fmla="*/ 317 w 289"/>
                  <a:gd name="T9" fmla="*/ 0 h 519"/>
                  <a:gd name="T10" fmla="*/ 308 w 289"/>
                  <a:gd name="T11" fmla="*/ 1316 h 519"/>
                  <a:gd name="T12" fmla="*/ 29 w 289"/>
                  <a:gd name="T13" fmla="*/ 691 h 519"/>
                  <a:gd name="T14" fmla="*/ 308 w 289"/>
                  <a:gd name="T15" fmla="*/ 64 h 519"/>
                  <a:gd name="T16" fmla="*/ 589 w 289"/>
                  <a:gd name="T17" fmla="*/ 691 h 519"/>
                  <a:gd name="T18" fmla="*/ 308 w 289"/>
                  <a:gd name="T19" fmla="*/ 1316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9" h="519">
                    <a:moveTo>
                      <a:pt x="145" y="0"/>
                    </a:moveTo>
                    <a:cubicBezTo>
                      <a:pt x="65" y="0"/>
                      <a:pt x="0" y="117"/>
                      <a:pt x="0" y="260"/>
                    </a:cubicBezTo>
                    <a:cubicBezTo>
                      <a:pt x="0" y="403"/>
                      <a:pt x="65" y="519"/>
                      <a:pt x="145" y="519"/>
                    </a:cubicBezTo>
                    <a:cubicBezTo>
                      <a:pt x="224" y="519"/>
                      <a:pt x="289" y="403"/>
                      <a:pt x="289" y="260"/>
                    </a:cubicBezTo>
                    <a:cubicBezTo>
                      <a:pt x="289" y="117"/>
                      <a:pt x="224" y="0"/>
                      <a:pt x="145" y="0"/>
                    </a:cubicBezTo>
                    <a:close/>
                    <a:moveTo>
                      <a:pt x="141" y="495"/>
                    </a:moveTo>
                    <a:cubicBezTo>
                      <a:pt x="70" y="495"/>
                      <a:pt x="13" y="389"/>
                      <a:pt x="13" y="260"/>
                    </a:cubicBezTo>
                    <a:cubicBezTo>
                      <a:pt x="13" y="130"/>
                      <a:pt x="70" y="24"/>
                      <a:pt x="141" y="24"/>
                    </a:cubicBezTo>
                    <a:cubicBezTo>
                      <a:pt x="212" y="24"/>
                      <a:pt x="270" y="130"/>
                      <a:pt x="270" y="260"/>
                    </a:cubicBezTo>
                    <a:cubicBezTo>
                      <a:pt x="270" y="389"/>
                      <a:pt x="212" y="495"/>
                      <a:pt x="141" y="495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85" name="Freeform 88">
                <a:extLst>
                  <a:ext uri="{FF2B5EF4-FFF2-40B4-BE49-F238E27FC236}">
                    <a16:creationId xmlns:a16="http://schemas.microsoft.com/office/drawing/2014/main" id="{7BB90E09-9031-491E-A4D4-34002F0B2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031"/>
                <a:ext cx="87" cy="371"/>
              </a:xfrm>
              <a:custGeom>
                <a:avLst/>
                <a:gdLst>
                  <a:gd name="T0" fmla="*/ 0 w 67"/>
                  <a:gd name="T1" fmla="*/ 0 h 268"/>
                  <a:gd name="T2" fmla="*/ 13 w 67"/>
                  <a:gd name="T3" fmla="*/ 14 h 268"/>
                  <a:gd name="T4" fmla="*/ 32 w 67"/>
                  <a:gd name="T5" fmla="*/ 36 h 268"/>
                  <a:gd name="T6" fmla="*/ 64 w 67"/>
                  <a:gd name="T7" fmla="*/ 83 h 268"/>
                  <a:gd name="T8" fmla="*/ 74 w 67"/>
                  <a:gd name="T9" fmla="*/ 130 h 268"/>
                  <a:gd name="T10" fmla="*/ 79 w 67"/>
                  <a:gd name="T11" fmla="*/ 174 h 268"/>
                  <a:gd name="T12" fmla="*/ 119 w 67"/>
                  <a:gd name="T13" fmla="*/ 244 h 268"/>
                  <a:gd name="T14" fmla="*/ 112 w 67"/>
                  <a:gd name="T15" fmla="*/ 325 h 268"/>
                  <a:gd name="T16" fmla="*/ 123 w 67"/>
                  <a:gd name="T17" fmla="*/ 374 h 268"/>
                  <a:gd name="T18" fmla="*/ 140 w 67"/>
                  <a:gd name="T19" fmla="*/ 469 h 268"/>
                  <a:gd name="T20" fmla="*/ 125 w 67"/>
                  <a:gd name="T21" fmla="*/ 523 h 268"/>
                  <a:gd name="T22" fmla="*/ 136 w 67"/>
                  <a:gd name="T23" fmla="*/ 580 h 268"/>
                  <a:gd name="T24" fmla="*/ 136 w 67"/>
                  <a:gd name="T25" fmla="*/ 664 h 268"/>
                  <a:gd name="T26" fmla="*/ 117 w 67"/>
                  <a:gd name="T27" fmla="*/ 712 h 2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268">
                    <a:moveTo>
                      <a:pt x="0" y="0"/>
                    </a:moveTo>
                    <a:cubicBezTo>
                      <a:pt x="1" y="2"/>
                      <a:pt x="4" y="3"/>
                      <a:pt x="6" y="5"/>
                    </a:cubicBezTo>
                    <a:cubicBezTo>
                      <a:pt x="9" y="8"/>
                      <a:pt x="12" y="11"/>
                      <a:pt x="15" y="14"/>
                    </a:cubicBezTo>
                    <a:cubicBezTo>
                      <a:pt x="21" y="19"/>
                      <a:pt x="26" y="24"/>
                      <a:pt x="29" y="31"/>
                    </a:cubicBezTo>
                    <a:cubicBezTo>
                      <a:pt x="32" y="37"/>
                      <a:pt x="34" y="43"/>
                      <a:pt x="34" y="49"/>
                    </a:cubicBezTo>
                    <a:cubicBezTo>
                      <a:pt x="35" y="55"/>
                      <a:pt x="33" y="62"/>
                      <a:pt x="36" y="66"/>
                    </a:cubicBezTo>
                    <a:cubicBezTo>
                      <a:pt x="41" y="76"/>
                      <a:pt x="52" y="81"/>
                      <a:pt x="55" y="92"/>
                    </a:cubicBezTo>
                    <a:cubicBezTo>
                      <a:pt x="57" y="103"/>
                      <a:pt x="53" y="113"/>
                      <a:pt x="51" y="123"/>
                    </a:cubicBezTo>
                    <a:cubicBezTo>
                      <a:pt x="49" y="130"/>
                      <a:pt x="52" y="134"/>
                      <a:pt x="56" y="141"/>
                    </a:cubicBezTo>
                    <a:cubicBezTo>
                      <a:pt x="60" y="151"/>
                      <a:pt x="67" y="166"/>
                      <a:pt x="64" y="177"/>
                    </a:cubicBezTo>
                    <a:cubicBezTo>
                      <a:pt x="63" y="184"/>
                      <a:pt x="58" y="190"/>
                      <a:pt x="57" y="197"/>
                    </a:cubicBezTo>
                    <a:cubicBezTo>
                      <a:pt x="56" y="204"/>
                      <a:pt x="61" y="212"/>
                      <a:pt x="62" y="219"/>
                    </a:cubicBezTo>
                    <a:cubicBezTo>
                      <a:pt x="65" y="231"/>
                      <a:pt x="67" y="240"/>
                      <a:pt x="62" y="251"/>
                    </a:cubicBezTo>
                    <a:cubicBezTo>
                      <a:pt x="59" y="257"/>
                      <a:pt x="56" y="263"/>
                      <a:pt x="53" y="26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86" name="Freeform 89">
                <a:extLst>
                  <a:ext uri="{FF2B5EF4-FFF2-40B4-BE49-F238E27FC236}">
                    <a16:creationId xmlns:a16="http://schemas.microsoft.com/office/drawing/2014/main" id="{A16D2275-A753-4730-B1F6-AE7250042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1082"/>
                <a:ext cx="25" cy="67"/>
              </a:xfrm>
              <a:custGeom>
                <a:avLst/>
                <a:gdLst>
                  <a:gd name="T0" fmla="*/ 0 w 19"/>
                  <a:gd name="T1" fmla="*/ 0 h 48"/>
                  <a:gd name="T2" fmla="*/ 38 w 19"/>
                  <a:gd name="T3" fmla="*/ 68 h 48"/>
                  <a:gd name="T4" fmla="*/ 43 w 19"/>
                  <a:gd name="T5" fmla="*/ 13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8">
                    <a:moveTo>
                      <a:pt x="0" y="0"/>
                    </a:moveTo>
                    <a:cubicBezTo>
                      <a:pt x="6" y="7"/>
                      <a:pt x="14" y="16"/>
                      <a:pt x="17" y="25"/>
                    </a:cubicBezTo>
                    <a:cubicBezTo>
                      <a:pt x="19" y="32"/>
                      <a:pt x="18" y="41"/>
                      <a:pt x="19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87" name="Freeform 90">
                <a:extLst>
                  <a:ext uri="{FF2B5EF4-FFF2-40B4-BE49-F238E27FC236}">
                    <a16:creationId xmlns:a16="http://schemas.microsoft.com/office/drawing/2014/main" id="{E7E552FE-EA04-4374-A51D-FF85F0603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052"/>
                <a:ext cx="7" cy="40"/>
              </a:xfrm>
              <a:custGeom>
                <a:avLst/>
                <a:gdLst>
                  <a:gd name="T0" fmla="*/ 8 w 6"/>
                  <a:gd name="T1" fmla="*/ 76 h 29"/>
                  <a:gd name="T2" fmla="*/ 2 w 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5" y="29"/>
                    </a:moveTo>
                    <a:cubicBezTo>
                      <a:pt x="0" y="20"/>
                      <a:pt x="6" y="8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88" name="Freeform 91">
                <a:extLst>
                  <a:ext uri="{FF2B5EF4-FFF2-40B4-BE49-F238E27FC236}">
                    <a16:creationId xmlns:a16="http://schemas.microsoft.com/office/drawing/2014/main" id="{8C8BCEE8-DB3F-4F75-9E14-89FCD1643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168"/>
                <a:ext cx="17" cy="75"/>
              </a:xfrm>
              <a:custGeom>
                <a:avLst/>
                <a:gdLst>
                  <a:gd name="T0" fmla="*/ 0 w 13"/>
                  <a:gd name="T1" fmla="*/ 0 h 54"/>
                  <a:gd name="T2" fmla="*/ 13 w 13"/>
                  <a:gd name="T3" fmla="*/ 43 h 54"/>
                  <a:gd name="T4" fmla="*/ 24 w 13"/>
                  <a:gd name="T5" fmla="*/ 81 h 54"/>
                  <a:gd name="T6" fmla="*/ 13 w 13"/>
                  <a:gd name="T7" fmla="*/ 14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4">
                    <a:moveTo>
                      <a:pt x="0" y="0"/>
                    </a:moveTo>
                    <a:cubicBezTo>
                      <a:pt x="0" y="5"/>
                      <a:pt x="5" y="11"/>
                      <a:pt x="6" y="16"/>
                    </a:cubicBezTo>
                    <a:cubicBezTo>
                      <a:pt x="8" y="20"/>
                      <a:pt x="10" y="25"/>
                      <a:pt x="11" y="30"/>
                    </a:cubicBezTo>
                    <a:cubicBezTo>
                      <a:pt x="13" y="40"/>
                      <a:pt x="10" y="45"/>
                      <a:pt x="6" y="5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89" name="Freeform 92">
                <a:extLst>
                  <a:ext uri="{FF2B5EF4-FFF2-40B4-BE49-F238E27FC236}">
                    <a16:creationId xmlns:a16="http://schemas.microsoft.com/office/drawing/2014/main" id="{EA8085E0-B5C6-463C-9DA6-1FE111D35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147"/>
                <a:ext cx="9" cy="28"/>
              </a:xfrm>
              <a:custGeom>
                <a:avLst/>
                <a:gdLst>
                  <a:gd name="T0" fmla="*/ 1 w 7"/>
                  <a:gd name="T1" fmla="*/ 55 h 20"/>
                  <a:gd name="T2" fmla="*/ 15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1" y="20"/>
                    </a:moveTo>
                    <a:cubicBezTo>
                      <a:pt x="0" y="14"/>
                      <a:pt x="5" y="6"/>
                      <a:pt x="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90" name="Freeform 93">
                <a:extLst>
                  <a:ext uri="{FF2B5EF4-FFF2-40B4-BE49-F238E27FC236}">
                    <a16:creationId xmlns:a16="http://schemas.microsoft.com/office/drawing/2014/main" id="{3B5C01AF-8F9B-4294-A25E-C1596877A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1106"/>
                <a:ext cx="16" cy="17"/>
              </a:xfrm>
              <a:custGeom>
                <a:avLst/>
                <a:gdLst>
                  <a:gd name="T0" fmla="*/ 0 w 12"/>
                  <a:gd name="T1" fmla="*/ 0 h 12"/>
                  <a:gd name="T2" fmla="*/ 28 w 12"/>
                  <a:gd name="T3" fmla="*/ 3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3" y="5"/>
                      <a:pt x="9" y="8"/>
                      <a:pt x="12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91" name="Freeform 94">
                <a:extLst>
                  <a:ext uri="{FF2B5EF4-FFF2-40B4-BE49-F238E27FC236}">
                    <a16:creationId xmlns:a16="http://schemas.microsoft.com/office/drawing/2014/main" id="{04EB5D37-4B6D-48C6-B756-30C186E81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276"/>
                <a:ext cx="6" cy="58"/>
              </a:xfrm>
              <a:custGeom>
                <a:avLst/>
                <a:gdLst>
                  <a:gd name="T0" fmla="*/ 1 w 5"/>
                  <a:gd name="T1" fmla="*/ 0 h 42"/>
                  <a:gd name="T2" fmla="*/ 8 w 5"/>
                  <a:gd name="T3" fmla="*/ 64 h 42"/>
                  <a:gd name="T4" fmla="*/ 0 w 5"/>
                  <a:gd name="T5" fmla="*/ 11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2">
                    <a:moveTo>
                      <a:pt x="1" y="0"/>
                    </a:moveTo>
                    <a:cubicBezTo>
                      <a:pt x="1" y="8"/>
                      <a:pt x="5" y="16"/>
                      <a:pt x="5" y="24"/>
                    </a:cubicBezTo>
                    <a:cubicBezTo>
                      <a:pt x="5" y="31"/>
                      <a:pt x="2" y="37"/>
                      <a:pt x="0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92" name="Freeform 95">
                <a:extLst>
                  <a:ext uri="{FF2B5EF4-FFF2-40B4-BE49-F238E27FC236}">
                    <a16:creationId xmlns:a16="http://schemas.microsoft.com/office/drawing/2014/main" id="{C9D7838D-731F-4BAE-8C6C-4F78D7E69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1401"/>
                <a:ext cx="185" cy="248"/>
              </a:xfrm>
              <a:custGeom>
                <a:avLst/>
                <a:gdLst>
                  <a:gd name="T0" fmla="*/ 314 w 142"/>
                  <a:gd name="T1" fmla="*/ 0 h 179"/>
                  <a:gd name="T2" fmla="*/ 307 w 142"/>
                  <a:gd name="T3" fmla="*/ 64 h 179"/>
                  <a:gd name="T4" fmla="*/ 293 w 142"/>
                  <a:gd name="T5" fmla="*/ 144 h 179"/>
                  <a:gd name="T6" fmla="*/ 270 w 142"/>
                  <a:gd name="T7" fmla="*/ 184 h 179"/>
                  <a:gd name="T8" fmla="*/ 258 w 142"/>
                  <a:gd name="T9" fmla="*/ 277 h 179"/>
                  <a:gd name="T10" fmla="*/ 218 w 142"/>
                  <a:gd name="T11" fmla="*/ 305 h 179"/>
                  <a:gd name="T12" fmla="*/ 198 w 142"/>
                  <a:gd name="T13" fmla="*/ 374 h 179"/>
                  <a:gd name="T14" fmla="*/ 111 w 142"/>
                  <a:gd name="T15" fmla="*/ 427 h 179"/>
                  <a:gd name="T16" fmla="*/ 34 w 142"/>
                  <a:gd name="T17" fmla="*/ 470 h 179"/>
                  <a:gd name="T18" fmla="*/ 0 w 142"/>
                  <a:gd name="T19" fmla="*/ 436 h 1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79">
                    <a:moveTo>
                      <a:pt x="142" y="0"/>
                    </a:moveTo>
                    <a:cubicBezTo>
                      <a:pt x="138" y="6"/>
                      <a:pt x="139" y="17"/>
                      <a:pt x="139" y="24"/>
                    </a:cubicBezTo>
                    <a:cubicBezTo>
                      <a:pt x="138" y="33"/>
                      <a:pt x="138" y="47"/>
                      <a:pt x="133" y="54"/>
                    </a:cubicBezTo>
                    <a:cubicBezTo>
                      <a:pt x="129" y="60"/>
                      <a:pt x="123" y="62"/>
                      <a:pt x="122" y="69"/>
                    </a:cubicBezTo>
                    <a:cubicBezTo>
                      <a:pt x="121" y="79"/>
                      <a:pt x="122" y="95"/>
                      <a:pt x="117" y="104"/>
                    </a:cubicBezTo>
                    <a:cubicBezTo>
                      <a:pt x="113" y="111"/>
                      <a:pt x="103" y="111"/>
                      <a:pt x="98" y="115"/>
                    </a:cubicBezTo>
                    <a:cubicBezTo>
                      <a:pt x="92" y="120"/>
                      <a:pt x="92" y="134"/>
                      <a:pt x="90" y="141"/>
                    </a:cubicBezTo>
                    <a:cubicBezTo>
                      <a:pt x="85" y="159"/>
                      <a:pt x="62" y="152"/>
                      <a:pt x="50" y="160"/>
                    </a:cubicBezTo>
                    <a:cubicBezTo>
                      <a:pt x="39" y="167"/>
                      <a:pt x="29" y="179"/>
                      <a:pt x="15" y="177"/>
                    </a:cubicBezTo>
                    <a:cubicBezTo>
                      <a:pt x="6" y="176"/>
                      <a:pt x="3" y="171"/>
                      <a:pt x="0" y="16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93" name="Freeform 96">
                <a:extLst>
                  <a:ext uri="{FF2B5EF4-FFF2-40B4-BE49-F238E27FC236}">
                    <a16:creationId xmlns:a16="http://schemas.microsoft.com/office/drawing/2014/main" id="{4E5536E3-4FF9-4D74-B64C-C8EBC8026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1377"/>
                <a:ext cx="165" cy="270"/>
              </a:xfrm>
              <a:custGeom>
                <a:avLst/>
                <a:gdLst>
                  <a:gd name="T0" fmla="*/ 277 w 127"/>
                  <a:gd name="T1" fmla="*/ 0 h 195"/>
                  <a:gd name="T2" fmla="*/ 277 w 127"/>
                  <a:gd name="T3" fmla="*/ 76 h 195"/>
                  <a:gd name="T4" fmla="*/ 248 w 127"/>
                  <a:gd name="T5" fmla="*/ 150 h 195"/>
                  <a:gd name="T6" fmla="*/ 239 w 127"/>
                  <a:gd name="T7" fmla="*/ 226 h 195"/>
                  <a:gd name="T8" fmla="*/ 199 w 127"/>
                  <a:gd name="T9" fmla="*/ 332 h 195"/>
                  <a:gd name="T10" fmla="*/ 118 w 127"/>
                  <a:gd name="T11" fmla="*/ 464 h 195"/>
                  <a:gd name="T12" fmla="*/ 58 w 127"/>
                  <a:gd name="T13" fmla="*/ 510 h 195"/>
                  <a:gd name="T14" fmla="*/ 0 w 127"/>
                  <a:gd name="T15" fmla="*/ 518 h 1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195">
                    <a:moveTo>
                      <a:pt x="126" y="0"/>
                    </a:moveTo>
                    <a:cubicBezTo>
                      <a:pt x="121" y="9"/>
                      <a:pt x="127" y="20"/>
                      <a:pt x="126" y="29"/>
                    </a:cubicBezTo>
                    <a:cubicBezTo>
                      <a:pt x="126" y="40"/>
                      <a:pt x="116" y="47"/>
                      <a:pt x="113" y="56"/>
                    </a:cubicBezTo>
                    <a:cubicBezTo>
                      <a:pt x="110" y="65"/>
                      <a:pt x="110" y="76"/>
                      <a:pt x="109" y="85"/>
                    </a:cubicBezTo>
                    <a:cubicBezTo>
                      <a:pt x="106" y="100"/>
                      <a:pt x="99" y="113"/>
                      <a:pt x="91" y="125"/>
                    </a:cubicBezTo>
                    <a:cubicBezTo>
                      <a:pt x="79" y="143"/>
                      <a:pt x="69" y="160"/>
                      <a:pt x="54" y="175"/>
                    </a:cubicBezTo>
                    <a:cubicBezTo>
                      <a:pt x="45" y="182"/>
                      <a:pt x="39" y="191"/>
                      <a:pt x="27" y="192"/>
                    </a:cubicBezTo>
                    <a:cubicBezTo>
                      <a:pt x="19" y="193"/>
                      <a:pt x="7" y="189"/>
                      <a:pt x="0" y="19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94" name="Freeform 97">
                <a:extLst>
                  <a:ext uri="{FF2B5EF4-FFF2-40B4-BE49-F238E27FC236}">
                    <a16:creationId xmlns:a16="http://schemas.microsoft.com/office/drawing/2014/main" id="{8AA821DC-D0BA-42E1-9BB1-1877C2842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1430"/>
                <a:ext cx="25" cy="73"/>
              </a:xfrm>
              <a:custGeom>
                <a:avLst/>
                <a:gdLst>
                  <a:gd name="T0" fmla="*/ 0 w 19"/>
                  <a:gd name="T1" fmla="*/ 139 h 53"/>
                  <a:gd name="T2" fmla="*/ 24 w 19"/>
                  <a:gd name="T3" fmla="*/ 106 h 53"/>
                  <a:gd name="T4" fmla="*/ 34 w 19"/>
                  <a:gd name="T5" fmla="*/ 77 h 53"/>
                  <a:gd name="T6" fmla="*/ 43 w 19"/>
                  <a:gd name="T7" fmla="*/ 36 h 53"/>
                  <a:gd name="T8" fmla="*/ 38 w 19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3">
                    <a:moveTo>
                      <a:pt x="0" y="53"/>
                    </a:moveTo>
                    <a:cubicBezTo>
                      <a:pt x="3" y="49"/>
                      <a:pt x="8" y="46"/>
                      <a:pt x="11" y="41"/>
                    </a:cubicBezTo>
                    <a:cubicBezTo>
                      <a:pt x="13" y="38"/>
                      <a:pt x="14" y="34"/>
                      <a:pt x="15" y="30"/>
                    </a:cubicBezTo>
                    <a:cubicBezTo>
                      <a:pt x="17" y="25"/>
                      <a:pt x="19" y="20"/>
                      <a:pt x="19" y="14"/>
                    </a:cubicBezTo>
                    <a:cubicBezTo>
                      <a:pt x="19" y="10"/>
                      <a:pt x="17" y="5"/>
                      <a:pt x="1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95" name="Freeform 98">
                <a:extLst>
                  <a:ext uri="{FF2B5EF4-FFF2-40B4-BE49-F238E27FC236}">
                    <a16:creationId xmlns:a16="http://schemas.microsoft.com/office/drawing/2014/main" id="{9DEBB647-5C3C-42C9-9BCB-A4BA7796E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365"/>
                <a:ext cx="10" cy="57"/>
              </a:xfrm>
              <a:custGeom>
                <a:avLst/>
                <a:gdLst>
                  <a:gd name="T0" fmla="*/ 0 w 8"/>
                  <a:gd name="T1" fmla="*/ 110 h 41"/>
                  <a:gd name="T2" fmla="*/ 16 w 8"/>
                  <a:gd name="T3" fmla="*/ 49 h 41"/>
                  <a:gd name="T4" fmla="*/ 6 w 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1">
                    <a:moveTo>
                      <a:pt x="0" y="41"/>
                    </a:moveTo>
                    <a:cubicBezTo>
                      <a:pt x="4" y="34"/>
                      <a:pt x="8" y="26"/>
                      <a:pt x="8" y="18"/>
                    </a:cubicBezTo>
                    <a:cubicBezTo>
                      <a:pt x="7" y="12"/>
                      <a:pt x="4" y="6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96" name="Freeform 99">
                <a:extLst>
                  <a:ext uri="{FF2B5EF4-FFF2-40B4-BE49-F238E27FC236}">
                    <a16:creationId xmlns:a16="http://schemas.microsoft.com/office/drawing/2014/main" id="{6BDD8061-BF0C-49EA-BA25-ADC2E8253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229"/>
                <a:ext cx="14" cy="92"/>
              </a:xfrm>
              <a:custGeom>
                <a:avLst/>
                <a:gdLst>
                  <a:gd name="T0" fmla="*/ 1 w 11"/>
                  <a:gd name="T1" fmla="*/ 0 h 66"/>
                  <a:gd name="T2" fmla="*/ 14 w 11"/>
                  <a:gd name="T3" fmla="*/ 49 h 66"/>
                  <a:gd name="T4" fmla="*/ 18 w 11"/>
                  <a:gd name="T5" fmla="*/ 89 h 66"/>
                  <a:gd name="T6" fmla="*/ 6 w 11"/>
                  <a:gd name="T7" fmla="*/ 178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6">
                    <a:moveTo>
                      <a:pt x="1" y="0"/>
                    </a:moveTo>
                    <a:cubicBezTo>
                      <a:pt x="0" y="6"/>
                      <a:pt x="5" y="12"/>
                      <a:pt x="7" y="18"/>
                    </a:cubicBezTo>
                    <a:cubicBezTo>
                      <a:pt x="8" y="23"/>
                      <a:pt x="9" y="28"/>
                      <a:pt x="9" y="33"/>
                    </a:cubicBezTo>
                    <a:cubicBezTo>
                      <a:pt x="11" y="45"/>
                      <a:pt x="9" y="56"/>
                      <a:pt x="3" y="6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97" name="Freeform 100">
                <a:extLst>
                  <a:ext uri="{FF2B5EF4-FFF2-40B4-BE49-F238E27FC236}">
                    <a16:creationId xmlns:a16="http://schemas.microsoft.com/office/drawing/2014/main" id="{F5473B0D-A6FD-4179-BB13-71E34703E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309"/>
                <a:ext cx="7" cy="78"/>
              </a:xfrm>
              <a:custGeom>
                <a:avLst/>
                <a:gdLst>
                  <a:gd name="T0" fmla="*/ 6 w 5"/>
                  <a:gd name="T1" fmla="*/ 152 h 56"/>
                  <a:gd name="T2" fmla="*/ 8 w 5"/>
                  <a:gd name="T3" fmla="*/ 114 h 56"/>
                  <a:gd name="T4" fmla="*/ 11 w 5"/>
                  <a:gd name="T5" fmla="*/ 64 h 56"/>
                  <a:gd name="T6" fmla="*/ 8 w 5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6">
                    <a:moveTo>
                      <a:pt x="2" y="56"/>
                    </a:moveTo>
                    <a:cubicBezTo>
                      <a:pt x="0" y="53"/>
                      <a:pt x="3" y="46"/>
                      <a:pt x="3" y="42"/>
                    </a:cubicBezTo>
                    <a:cubicBezTo>
                      <a:pt x="4" y="36"/>
                      <a:pt x="4" y="30"/>
                      <a:pt x="4" y="24"/>
                    </a:cubicBezTo>
                    <a:cubicBezTo>
                      <a:pt x="5" y="16"/>
                      <a:pt x="4" y="8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98" name="Freeform 101">
                <a:extLst>
                  <a:ext uri="{FF2B5EF4-FFF2-40B4-BE49-F238E27FC236}">
                    <a16:creationId xmlns:a16="http://schemas.microsoft.com/office/drawing/2014/main" id="{D51A2CC6-A247-4D31-BE15-9413B34DE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972"/>
                <a:ext cx="170" cy="659"/>
              </a:xfrm>
              <a:custGeom>
                <a:avLst/>
                <a:gdLst>
                  <a:gd name="T0" fmla="*/ 256 w 131"/>
                  <a:gd name="T1" fmla="*/ 1263 h 476"/>
                  <a:gd name="T2" fmla="*/ 210 w 131"/>
                  <a:gd name="T3" fmla="*/ 1256 h 476"/>
                  <a:gd name="T4" fmla="*/ 170 w 131"/>
                  <a:gd name="T5" fmla="*/ 1236 h 476"/>
                  <a:gd name="T6" fmla="*/ 154 w 131"/>
                  <a:gd name="T7" fmla="*/ 1188 h 476"/>
                  <a:gd name="T8" fmla="*/ 131 w 131"/>
                  <a:gd name="T9" fmla="*/ 1160 h 476"/>
                  <a:gd name="T10" fmla="*/ 92 w 131"/>
                  <a:gd name="T11" fmla="*/ 1123 h 476"/>
                  <a:gd name="T12" fmla="*/ 83 w 131"/>
                  <a:gd name="T13" fmla="*/ 1070 h 476"/>
                  <a:gd name="T14" fmla="*/ 58 w 131"/>
                  <a:gd name="T15" fmla="*/ 1022 h 476"/>
                  <a:gd name="T16" fmla="*/ 45 w 131"/>
                  <a:gd name="T17" fmla="*/ 966 h 476"/>
                  <a:gd name="T18" fmla="*/ 35 w 131"/>
                  <a:gd name="T19" fmla="*/ 926 h 476"/>
                  <a:gd name="T20" fmla="*/ 16 w 131"/>
                  <a:gd name="T21" fmla="*/ 889 h 476"/>
                  <a:gd name="T22" fmla="*/ 21 w 131"/>
                  <a:gd name="T23" fmla="*/ 827 h 476"/>
                  <a:gd name="T24" fmla="*/ 8 w 131"/>
                  <a:gd name="T25" fmla="*/ 774 h 476"/>
                  <a:gd name="T26" fmla="*/ 1 w 131"/>
                  <a:gd name="T27" fmla="*/ 703 h 476"/>
                  <a:gd name="T28" fmla="*/ 5 w 131"/>
                  <a:gd name="T29" fmla="*/ 602 h 476"/>
                  <a:gd name="T30" fmla="*/ 8 w 131"/>
                  <a:gd name="T31" fmla="*/ 525 h 476"/>
                  <a:gd name="T32" fmla="*/ 10 w 131"/>
                  <a:gd name="T33" fmla="*/ 468 h 476"/>
                  <a:gd name="T34" fmla="*/ 23 w 131"/>
                  <a:gd name="T35" fmla="*/ 390 h 476"/>
                  <a:gd name="T36" fmla="*/ 38 w 131"/>
                  <a:gd name="T37" fmla="*/ 343 h 476"/>
                  <a:gd name="T38" fmla="*/ 44 w 131"/>
                  <a:gd name="T39" fmla="*/ 289 h 476"/>
                  <a:gd name="T40" fmla="*/ 73 w 131"/>
                  <a:gd name="T41" fmla="*/ 240 h 476"/>
                  <a:gd name="T42" fmla="*/ 86 w 131"/>
                  <a:gd name="T43" fmla="*/ 170 h 476"/>
                  <a:gd name="T44" fmla="*/ 117 w 131"/>
                  <a:gd name="T45" fmla="*/ 138 h 476"/>
                  <a:gd name="T46" fmla="*/ 154 w 131"/>
                  <a:gd name="T47" fmla="*/ 61 h 476"/>
                  <a:gd name="T48" fmla="*/ 192 w 131"/>
                  <a:gd name="T49" fmla="*/ 46 h 476"/>
                  <a:gd name="T50" fmla="*/ 226 w 131"/>
                  <a:gd name="T51" fmla="*/ 8 h 476"/>
                  <a:gd name="T52" fmla="*/ 265 w 131"/>
                  <a:gd name="T53" fmla="*/ 6 h 476"/>
                  <a:gd name="T54" fmla="*/ 287 w 131"/>
                  <a:gd name="T55" fmla="*/ 11 h 47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76">
                    <a:moveTo>
                      <a:pt x="117" y="476"/>
                    </a:moveTo>
                    <a:cubicBezTo>
                      <a:pt x="111" y="474"/>
                      <a:pt x="103" y="473"/>
                      <a:pt x="96" y="473"/>
                    </a:cubicBezTo>
                    <a:cubicBezTo>
                      <a:pt x="87" y="473"/>
                      <a:pt x="82" y="473"/>
                      <a:pt x="78" y="466"/>
                    </a:cubicBezTo>
                    <a:cubicBezTo>
                      <a:pt x="75" y="460"/>
                      <a:pt x="74" y="454"/>
                      <a:pt x="71" y="448"/>
                    </a:cubicBezTo>
                    <a:cubicBezTo>
                      <a:pt x="68" y="442"/>
                      <a:pt x="66" y="441"/>
                      <a:pt x="60" y="437"/>
                    </a:cubicBezTo>
                    <a:cubicBezTo>
                      <a:pt x="55" y="433"/>
                      <a:pt x="46" y="428"/>
                      <a:pt x="42" y="423"/>
                    </a:cubicBezTo>
                    <a:cubicBezTo>
                      <a:pt x="37" y="417"/>
                      <a:pt x="37" y="410"/>
                      <a:pt x="38" y="403"/>
                    </a:cubicBezTo>
                    <a:cubicBezTo>
                      <a:pt x="38" y="394"/>
                      <a:pt x="34" y="391"/>
                      <a:pt x="27" y="385"/>
                    </a:cubicBezTo>
                    <a:cubicBezTo>
                      <a:pt x="21" y="378"/>
                      <a:pt x="20" y="373"/>
                      <a:pt x="21" y="364"/>
                    </a:cubicBezTo>
                    <a:cubicBezTo>
                      <a:pt x="21" y="357"/>
                      <a:pt x="20" y="355"/>
                      <a:pt x="16" y="349"/>
                    </a:cubicBezTo>
                    <a:cubicBezTo>
                      <a:pt x="12" y="345"/>
                      <a:pt x="8" y="341"/>
                      <a:pt x="7" y="335"/>
                    </a:cubicBezTo>
                    <a:cubicBezTo>
                      <a:pt x="5" y="327"/>
                      <a:pt x="8" y="318"/>
                      <a:pt x="9" y="311"/>
                    </a:cubicBezTo>
                    <a:cubicBezTo>
                      <a:pt x="10" y="303"/>
                      <a:pt x="7" y="300"/>
                      <a:pt x="4" y="292"/>
                    </a:cubicBezTo>
                    <a:cubicBezTo>
                      <a:pt x="0" y="284"/>
                      <a:pt x="0" y="274"/>
                      <a:pt x="1" y="265"/>
                    </a:cubicBezTo>
                    <a:cubicBezTo>
                      <a:pt x="2" y="252"/>
                      <a:pt x="5" y="240"/>
                      <a:pt x="2" y="227"/>
                    </a:cubicBezTo>
                    <a:cubicBezTo>
                      <a:pt x="0" y="216"/>
                      <a:pt x="0" y="208"/>
                      <a:pt x="4" y="198"/>
                    </a:cubicBezTo>
                    <a:cubicBezTo>
                      <a:pt x="8" y="190"/>
                      <a:pt x="6" y="185"/>
                      <a:pt x="5" y="176"/>
                    </a:cubicBezTo>
                    <a:cubicBezTo>
                      <a:pt x="4" y="166"/>
                      <a:pt x="6" y="156"/>
                      <a:pt x="11" y="147"/>
                    </a:cubicBezTo>
                    <a:cubicBezTo>
                      <a:pt x="15" y="140"/>
                      <a:pt x="17" y="137"/>
                      <a:pt x="17" y="129"/>
                    </a:cubicBezTo>
                    <a:cubicBezTo>
                      <a:pt x="17" y="123"/>
                      <a:pt x="17" y="114"/>
                      <a:pt x="20" y="109"/>
                    </a:cubicBezTo>
                    <a:cubicBezTo>
                      <a:pt x="23" y="101"/>
                      <a:pt x="31" y="98"/>
                      <a:pt x="33" y="90"/>
                    </a:cubicBezTo>
                    <a:cubicBezTo>
                      <a:pt x="36" y="82"/>
                      <a:pt x="35" y="73"/>
                      <a:pt x="39" y="64"/>
                    </a:cubicBezTo>
                    <a:cubicBezTo>
                      <a:pt x="42" y="57"/>
                      <a:pt x="46" y="56"/>
                      <a:pt x="53" y="52"/>
                    </a:cubicBezTo>
                    <a:cubicBezTo>
                      <a:pt x="64" y="46"/>
                      <a:pt x="62" y="32"/>
                      <a:pt x="71" y="23"/>
                    </a:cubicBezTo>
                    <a:cubicBezTo>
                      <a:pt x="76" y="18"/>
                      <a:pt x="82" y="19"/>
                      <a:pt x="88" y="17"/>
                    </a:cubicBezTo>
                    <a:cubicBezTo>
                      <a:pt x="94" y="14"/>
                      <a:pt x="97" y="7"/>
                      <a:pt x="103" y="3"/>
                    </a:cubicBezTo>
                    <a:cubicBezTo>
                      <a:pt x="108" y="0"/>
                      <a:pt x="115" y="0"/>
                      <a:pt x="121" y="2"/>
                    </a:cubicBezTo>
                    <a:cubicBezTo>
                      <a:pt x="124" y="2"/>
                      <a:pt x="127" y="5"/>
                      <a:pt x="131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99" name="Freeform 102">
                <a:extLst>
                  <a:ext uri="{FF2B5EF4-FFF2-40B4-BE49-F238E27FC236}">
                    <a16:creationId xmlns:a16="http://schemas.microsoft.com/office/drawing/2014/main" id="{44731885-2C8F-48F3-8F14-8A2187C20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967"/>
                <a:ext cx="99" cy="67"/>
              </a:xfrm>
              <a:custGeom>
                <a:avLst/>
                <a:gdLst>
                  <a:gd name="T0" fmla="*/ 168 w 76"/>
                  <a:gd name="T1" fmla="*/ 131 h 48"/>
                  <a:gd name="T2" fmla="*/ 139 w 76"/>
                  <a:gd name="T3" fmla="*/ 68 h 48"/>
                  <a:gd name="T4" fmla="*/ 94 w 76"/>
                  <a:gd name="T5" fmla="*/ 35 h 48"/>
                  <a:gd name="T6" fmla="*/ 68 w 76"/>
                  <a:gd name="T7" fmla="*/ 34 h 48"/>
                  <a:gd name="T8" fmla="*/ 44 w 76"/>
                  <a:gd name="T9" fmla="*/ 11 h 48"/>
                  <a:gd name="T10" fmla="*/ 0 w 76"/>
                  <a:gd name="T11" fmla="*/ 2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8">
                    <a:moveTo>
                      <a:pt x="76" y="48"/>
                    </a:moveTo>
                    <a:cubicBezTo>
                      <a:pt x="70" y="48"/>
                      <a:pt x="66" y="29"/>
                      <a:pt x="63" y="25"/>
                    </a:cubicBezTo>
                    <a:cubicBezTo>
                      <a:pt x="58" y="16"/>
                      <a:pt x="52" y="14"/>
                      <a:pt x="42" y="13"/>
                    </a:cubicBezTo>
                    <a:cubicBezTo>
                      <a:pt x="38" y="13"/>
                      <a:pt x="35" y="14"/>
                      <a:pt x="31" y="12"/>
                    </a:cubicBezTo>
                    <a:cubicBezTo>
                      <a:pt x="27" y="11"/>
                      <a:pt x="24" y="7"/>
                      <a:pt x="20" y="4"/>
                    </a:cubicBezTo>
                    <a:cubicBezTo>
                      <a:pt x="12" y="0"/>
                      <a:pt x="7" y="3"/>
                      <a:pt x="0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00" name="Freeform 103">
                <a:extLst>
                  <a:ext uri="{FF2B5EF4-FFF2-40B4-BE49-F238E27FC236}">
                    <a16:creationId xmlns:a16="http://schemas.microsoft.com/office/drawing/2014/main" id="{83636C9F-D5FC-4158-BB50-C82DF2C4E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992"/>
                <a:ext cx="45" cy="59"/>
              </a:xfrm>
              <a:custGeom>
                <a:avLst/>
                <a:gdLst>
                  <a:gd name="T0" fmla="*/ 0 w 35"/>
                  <a:gd name="T1" fmla="*/ 1 h 42"/>
                  <a:gd name="T2" fmla="*/ 1 w 35"/>
                  <a:gd name="T3" fmla="*/ 0 h 42"/>
                  <a:gd name="T4" fmla="*/ 58 w 35"/>
                  <a:gd name="T5" fmla="*/ 29 h 42"/>
                  <a:gd name="T6" fmla="*/ 66 w 35"/>
                  <a:gd name="T7" fmla="*/ 83 h 42"/>
                  <a:gd name="T8" fmla="*/ 75 w 35"/>
                  <a:gd name="T9" fmla="*/ 11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8" y="4"/>
                      <a:pt x="22" y="3"/>
                      <a:pt x="27" y="11"/>
                    </a:cubicBezTo>
                    <a:cubicBezTo>
                      <a:pt x="29" y="16"/>
                      <a:pt x="30" y="24"/>
                      <a:pt x="31" y="30"/>
                    </a:cubicBezTo>
                    <a:cubicBezTo>
                      <a:pt x="32" y="34"/>
                      <a:pt x="35" y="39"/>
                      <a:pt x="35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01" name="Freeform 104">
                <a:extLst>
                  <a:ext uri="{FF2B5EF4-FFF2-40B4-BE49-F238E27FC236}">
                    <a16:creationId xmlns:a16="http://schemas.microsoft.com/office/drawing/2014/main" id="{3AB26B0E-B927-4BDE-BDA6-3D95B4B76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958"/>
                <a:ext cx="51" cy="30"/>
              </a:xfrm>
              <a:custGeom>
                <a:avLst/>
                <a:gdLst>
                  <a:gd name="T0" fmla="*/ 83 w 40"/>
                  <a:gd name="T1" fmla="*/ 56 h 22"/>
                  <a:gd name="T2" fmla="*/ 42 w 40"/>
                  <a:gd name="T3" fmla="*/ 10 h 22"/>
                  <a:gd name="T4" fmla="*/ 0 w 40"/>
                  <a:gd name="T5" fmla="*/ 2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2" y="17"/>
                      <a:pt x="28" y="8"/>
                      <a:pt x="20" y="4"/>
                    </a:cubicBezTo>
                    <a:cubicBezTo>
                      <a:pt x="12" y="0"/>
                      <a:pt x="5" y="4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02" name="Freeform 105">
                <a:extLst>
                  <a:ext uri="{FF2B5EF4-FFF2-40B4-BE49-F238E27FC236}">
                    <a16:creationId xmlns:a16="http://schemas.microsoft.com/office/drawing/2014/main" id="{5BFA465F-57C4-49BB-9EB8-028DFDB4F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972"/>
                <a:ext cx="42" cy="31"/>
              </a:xfrm>
              <a:custGeom>
                <a:avLst/>
                <a:gdLst>
                  <a:gd name="T0" fmla="*/ 72 w 32"/>
                  <a:gd name="T1" fmla="*/ 5 h 23"/>
                  <a:gd name="T2" fmla="*/ 21 w 32"/>
                  <a:gd name="T3" fmla="*/ 15 h 23"/>
                  <a:gd name="T4" fmla="*/ 0 w 32"/>
                  <a:gd name="T5" fmla="*/ 5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3">
                    <a:moveTo>
                      <a:pt x="32" y="2"/>
                    </a:moveTo>
                    <a:cubicBezTo>
                      <a:pt x="23" y="2"/>
                      <a:pt x="16" y="0"/>
                      <a:pt x="9" y="6"/>
                    </a:cubicBezTo>
                    <a:cubicBezTo>
                      <a:pt x="4" y="11"/>
                      <a:pt x="2" y="16"/>
                      <a:pt x="0" y="2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03" name="Freeform 106">
                <a:extLst>
                  <a:ext uri="{FF2B5EF4-FFF2-40B4-BE49-F238E27FC236}">
                    <a16:creationId xmlns:a16="http://schemas.microsoft.com/office/drawing/2014/main" id="{5026E045-A42D-4DA6-949C-3142C38E2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" y="1062"/>
                <a:ext cx="29" cy="63"/>
              </a:xfrm>
              <a:custGeom>
                <a:avLst/>
                <a:gdLst>
                  <a:gd name="T0" fmla="*/ 47 w 23"/>
                  <a:gd name="T1" fmla="*/ 0 h 46"/>
                  <a:gd name="T2" fmla="*/ 14 w 23"/>
                  <a:gd name="T3" fmla="*/ 60 h 46"/>
                  <a:gd name="T4" fmla="*/ 10 w 23"/>
                  <a:gd name="T5" fmla="*/ 11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6">
                    <a:moveTo>
                      <a:pt x="23" y="0"/>
                    </a:moveTo>
                    <a:cubicBezTo>
                      <a:pt x="14" y="4"/>
                      <a:pt x="10" y="14"/>
                      <a:pt x="7" y="23"/>
                    </a:cubicBezTo>
                    <a:cubicBezTo>
                      <a:pt x="5" y="30"/>
                      <a:pt x="0" y="40"/>
                      <a:pt x="5" y="4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04" name="Freeform 107">
                <a:extLst>
                  <a:ext uri="{FF2B5EF4-FFF2-40B4-BE49-F238E27FC236}">
                    <a16:creationId xmlns:a16="http://schemas.microsoft.com/office/drawing/2014/main" id="{8B73FA0F-53F4-4300-8E84-CB3C81B63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1197"/>
                <a:ext cx="10" cy="60"/>
              </a:xfrm>
              <a:custGeom>
                <a:avLst/>
                <a:gdLst>
                  <a:gd name="T0" fmla="*/ 16 w 8"/>
                  <a:gd name="T1" fmla="*/ 0 h 43"/>
                  <a:gd name="T2" fmla="*/ 6 w 8"/>
                  <a:gd name="T3" fmla="*/ 33 h 43"/>
                  <a:gd name="T4" fmla="*/ 5 w 8"/>
                  <a:gd name="T5" fmla="*/ 60 h 43"/>
                  <a:gd name="T6" fmla="*/ 10 w 8"/>
                  <a:gd name="T7" fmla="*/ 11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3">
                    <a:moveTo>
                      <a:pt x="8" y="0"/>
                    </a:moveTo>
                    <a:cubicBezTo>
                      <a:pt x="8" y="4"/>
                      <a:pt x="4" y="8"/>
                      <a:pt x="3" y="12"/>
                    </a:cubicBezTo>
                    <a:cubicBezTo>
                      <a:pt x="2" y="15"/>
                      <a:pt x="2" y="19"/>
                      <a:pt x="2" y="22"/>
                    </a:cubicBezTo>
                    <a:cubicBezTo>
                      <a:pt x="2" y="29"/>
                      <a:pt x="0" y="38"/>
                      <a:pt x="5" y="4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05" name="Freeform 108">
                <a:extLst>
                  <a:ext uri="{FF2B5EF4-FFF2-40B4-BE49-F238E27FC236}">
                    <a16:creationId xmlns:a16="http://schemas.microsoft.com/office/drawing/2014/main" id="{0FDD81AE-589A-434F-BF76-AB41C28D7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1627"/>
                <a:ext cx="52" cy="27"/>
              </a:xfrm>
              <a:custGeom>
                <a:avLst/>
                <a:gdLst>
                  <a:gd name="T0" fmla="*/ 0 w 40"/>
                  <a:gd name="T1" fmla="*/ 0 h 20"/>
                  <a:gd name="T2" fmla="*/ 22 w 40"/>
                  <a:gd name="T3" fmla="*/ 20 h 20"/>
                  <a:gd name="T4" fmla="*/ 46 w 40"/>
                  <a:gd name="T5" fmla="*/ 42 h 20"/>
                  <a:gd name="T6" fmla="*/ 88 w 40"/>
                  <a:gd name="T7" fmla="*/ 3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0" y="0"/>
                    </a:moveTo>
                    <a:cubicBezTo>
                      <a:pt x="2" y="3"/>
                      <a:pt x="7" y="6"/>
                      <a:pt x="10" y="8"/>
                    </a:cubicBezTo>
                    <a:cubicBezTo>
                      <a:pt x="14" y="11"/>
                      <a:pt x="17" y="15"/>
                      <a:pt x="21" y="17"/>
                    </a:cubicBezTo>
                    <a:cubicBezTo>
                      <a:pt x="28" y="20"/>
                      <a:pt x="35" y="16"/>
                      <a:pt x="40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06" name="Freeform 109">
                <a:extLst>
                  <a:ext uri="{FF2B5EF4-FFF2-40B4-BE49-F238E27FC236}">
                    <a16:creationId xmlns:a16="http://schemas.microsoft.com/office/drawing/2014/main" id="{7009EE45-6960-480E-95AF-843C15797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1643"/>
                <a:ext cx="77" cy="21"/>
              </a:xfrm>
              <a:custGeom>
                <a:avLst/>
                <a:gdLst>
                  <a:gd name="T0" fmla="*/ 131 w 59"/>
                  <a:gd name="T1" fmla="*/ 1 h 15"/>
                  <a:gd name="T2" fmla="*/ 97 w 59"/>
                  <a:gd name="T3" fmla="*/ 25 h 15"/>
                  <a:gd name="T4" fmla="*/ 63 w 59"/>
                  <a:gd name="T5" fmla="*/ 39 h 15"/>
                  <a:gd name="T6" fmla="*/ 0 w 59"/>
                  <a:gd name="T7" fmla="*/ 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5">
                    <a:moveTo>
                      <a:pt x="59" y="1"/>
                    </a:moveTo>
                    <a:cubicBezTo>
                      <a:pt x="54" y="0"/>
                      <a:pt x="48" y="7"/>
                      <a:pt x="44" y="9"/>
                    </a:cubicBezTo>
                    <a:cubicBezTo>
                      <a:pt x="39" y="13"/>
                      <a:pt x="34" y="14"/>
                      <a:pt x="28" y="14"/>
                    </a:cubicBezTo>
                    <a:cubicBezTo>
                      <a:pt x="18" y="15"/>
                      <a:pt x="9" y="11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07" name="Freeform 110">
                <a:extLst>
                  <a:ext uri="{FF2B5EF4-FFF2-40B4-BE49-F238E27FC236}">
                    <a16:creationId xmlns:a16="http://schemas.microsoft.com/office/drawing/2014/main" id="{EC11E299-BC7B-48AA-96E3-1F393EB34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1570"/>
                <a:ext cx="52" cy="65"/>
              </a:xfrm>
              <a:custGeom>
                <a:avLst/>
                <a:gdLst>
                  <a:gd name="T0" fmla="*/ 0 w 40"/>
                  <a:gd name="T1" fmla="*/ 124 h 47"/>
                  <a:gd name="T2" fmla="*/ 60 w 40"/>
                  <a:gd name="T3" fmla="*/ 84 h 47"/>
                  <a:gd name="T4" fmla="*/ 88 w 40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0" y="47"/>
                    </a:moveTo>
                    <a:cubicBezTo>
                      <a:pt x="9" y="41"/>
                      <a:pt x="18" y="39"/>
                      <a:pt x="27" y="32"/>
                    </a:cubicBezTo>
                    <a:cubicBezTo>
                      <a:pt x="37" y="23"/>
                      <a:pt x="36" y="12"/>
                      <a:pt x="4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08" name="Freeform 111">
                <a:extLst>
                  <a:ext uri="{FF2B5EF4-FFF2-40B4-BE49-F238E27FC236}">
                    <a16:creationId xmlns:a16="http://schemas.microsoft.com/office/drawing/2014/main" id="{717E1687-1C64-42DF-97DC-5645AA034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499"/>
                <a:ext cx="43" cy="86"/>
              </a:xfrm>
              <a:custGeom>
                <a:avLst/>
                <a:gdLst>
                  <a:gd name="T0" fmla="*/ 73 w 33"/>
                  <a:gd name="T1" fmla="*/ 0 h 62"/>
                  <a:gd name="T2" fmla="*/ 60 w 33"/>
                  <a:gd name="T3" fmla="*/ 54 h 62"/>
                  <a:gd name="T4" fmla="*/ 44 w 33"/>
                  <a:gd name="T5" fmla="*/ 94 h 62"/>
                  <a:gd name="T6" fmla="*/ 29 w 33"/>
                  <a:gd name="T7" fmla="*/ 130 h 62"/>
                  <a:gd name="T8" fmla="*/ 0 w 33"/>
                  <a:gd name="T9" fmla="*/ 16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2">
                    <a:moveTo>
                      <a:pt x="33" y="0"/>
                    </a:moveTo>
                    <a:cubicBezTo>
                      <a:pt x="28" y="4"/>
                      <a:pt x="28" y="14"/>
                      <a:pt x="27" y="20"/>
                    </a:cubicBezTo>
                    <a:cubicBezTo>
                      <a:pt x="26" y="26"/>
                      <a:pt x="23" y="30"/>
                      <a:pt x="20" y="35"/>
                    </a:cubicBezTo>
                    <a:cubicBezTo>
                      <a:pt x="18" y="39"/>
                      <a:pt x="16" y="45"/>
                      <a:pt x="13" y="49"/>
                    </a:cubicBezTo>
                    <a:cubicBezTo>
                      <a:pt x="9" y="54"/>
                      <a:pt x="4" y="58"/>
                      <a:pt x="0" y="6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09" name="Freeform 112">
                <a:extLst>
                  <a:ext uri="{FF2B5EF4-FFF2-40B4-BE49-F238E27FC236}">
                    <a16:creationId xmlns:a16="http://schemas.microsoft.com/office/drawing/2014/main" id="{F271B9A8-4BB6-4846-A691-A85AA9F1D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1559"/>
                <a:ext cx="44" cy="55"/>
              </a:xfrm>
              <a:custGeom>
                <a:avLst/>
                <a:gdLst>
                  <a:gd name="T0" fmla="*/ 0 w 34"/>
                  <a:gd name="T1" fmla="*/ 0 h 40"/>
                  <a:gd name="T2" fmla="*/ 28 w 34"/>
                  <a:gd name="T3" fmla="*/ 70 h 40"/>
                  <a:gd name="T4" fmla="*/ 74 w 34"/>
                  <a:gd name="T5" fmla="*/ 10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8" y="8"/>
                      <a:pt x="7" y="19"/>
                      <a:pt x="13" y="27"/>
                    </a:cubicBezTo>
                    <a:cubicBezTo>
                      <a:pt x="18" y="34"/>
                      <a:pt x="27" y="37"/>
                      <a:pt x="34" y="4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10" name="Freeform 113">
                <a:extLst>
                  <a:ext uri="{FF2B5EF4-FFF2-40B4-BE49-F238E27FC236}">
                    <a16:creationId xmlns:a16="http://schemas.microsoft.com/office/drawing/2014/main" id="{490EE263-6FA6-4A3B-AA7E-5D08F7AE1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1498"/>
                <a:ext cx="19" cy="51"/>
              </a:xfrm>
              <a:custGeom>
                <a:avLst/>
                <a:gdLst>
                  <a:gd name="T0" fmla="*/ 0 w 15"/>
                  <a:gd name="T1" fmla="*/ 0 h 37"/>
                  <a:gd name="T2" fmla="*/ 8 w 15"/>
                  <a:gd name="T3" fmla="*/ 62 h 37"/>
                  <a:gd name="T4" fmla="*/ 30 w 15"/>
                  <a:gd name="T5" fmla="*/ 9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7">
                    <a:moveTo>
                      <a:pt x="0" y="0"/>
                    </a:moveTo>
                    <a:cubicBezTo>
                      <a:pt x="3" y="7"/>
                      <a:pt x="1" y="16"/>
                      <a:pt x="4" y="24"/>
                    </a:cubicBezTo>
                    <a:cubicBezTo>
                      <a:pt x="6" y="30"/>
                      <a:pt x="12" y="32"/>
                      <a:pt x="15" y="3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11" name="Freeform 114">
                <a:extLst>
                  <a:ext uri="{FF2B5EF4-FFF2-40B4-BE49-F238E27FC236}">
                    <a16:creationId xmlns:a16="http://schemas.microsoft.com/office/drawing/2014/main" id="{C2555664-264B-453F-AF1A-217B12A75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1440"/>
                <a:ext cx="18" cy="52"/>
              </a:xfrm>
              <a:custGeom>
                <a:avLst/>
                <a:gdLst>
                  <a:gd name="T0" fmla="*/ 0 w 14"/>
                  <a:gd name="T1" fmla="*/ 0 h 38"/>
                  <a:gd name="T2" fmla="*/ 6 w 14"/>
                  <a:gd name="T3" fmla="*/ 34 h 38"/>
                  <a:gd name="T4" fmla="*/ 10 w 14"/>
                  <a:gd name="T5" fmla="*/ 64 h 38"/>
                  <a:gd name="T6" fmla="*/ 30 w 14"/>
                  <a:gd name="T7" fmla="*/ 9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0" y="0"/>
                    </a:moveTo>
                    <a:cubicBezTo>
                      <a:pt x="0" y="4"/>
                      <a:pt x="3" y="8"/>
                      <a:pt x="3" y="13"/>
                    </a:cubicBezTo>
                    <a:cubicBezTo>
                      <a:pt x="4" y="17"/>
                      <a:pt x="4" y="21"/>
                      <a:pt x="5" y="25"/>
                    </a:cubicBezTo>
                    <a:cubicBezTo>
                      <a:pt x="7" y="30"/>
                      <a:pt x="12" y="34"/>
                      <a:pt x="14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12" name="Freeform 115">
                <a:extLst>
                  <a:ext uri="{FF2B5EF4-FFF2-40B4-BE49-F238E27FC236}">
                    <a16:creationId xmlns:a16="http://schemas.microsoft.com/office/drawing/2014/main" id="{81DF2293-8D94-436B-879A-D825304F1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1361"/>
                <a:ext cx="13" cy="68"/>
              </a:xfrm>
              <a:custGeom>
                <a:avLst/>
                <a:gdLst>
                  <a:gd name="T0" fmla="*/ 7 w 10"/>
                  <a:gd name="T1" fmla="*/ 0 h 49"/>
                  <a:gd name="T2" fmla="*/ 7 w 10"/>
                  <a:gd name="T3" fmla="*/ 75 h 49"/>
                  <a:gd name="T4" fmla="*/ 22 w 10"/>
                  <a:gd name="T5" fmla="*/ 130 h 49"/>
                  <a:gd name="T6" fmla="*/ 22 w 10"/>
                  <a:gd name="T7" fmla="*/ 129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9">
                    <a:moveTo>
                      <a:pt x="3" y="0"/>
                    </a:moveTo>
                    <a:cubicBezTo>
                      <a:pt x="3" y="10"/>
                      <a:pt x="0" y="18"/>
                      <a:pt x="3" y="28"/>
                    </a:cubicBezTo>
                    <a:cubicBezTo>
                      <a:pt x="4" y="36"/>
                      <a:pt x="6" y="43"/>
                      <a:pt x="10" y="49"/>
                    </a:cubicBezTo>
                    <a:cubicBezTo>
                      <a:pt x="10" y="49"/>
                      <a:pt x="10" y="49"/>
                      <a:pt x="10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13" name="Freeform 116">
                <a:extLst>
                  <a:ext uri="{FF2B5EF4-FFF2-40B4-BE49-F238E27FC236}">
                    <a16:creationId xmlns:a16="http://schemas.microsoft.com/office/drawing/2014/main" id="{21C8598B-7484-4D93-B792-42B12BF41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1271"/>
                <a:ext cx="10" cy="79"/>
              </a:xfrm>
              <a:custGeom>
                <a:avLst/>
                <a:gdLst>
                  <a:gd name="T0" fmla="*/ 16 w 8"/>
                  <a:gd name="T1" fmla="*/ 0 h 57"/>
                  <a:gd name="T2" fmla="*/ 1 w 8"/>
                  <a:gd name="T3" fmla="*/ 90 h 57"/>
                  <a:gd name="T4" fmla="*/ 16 w 8"/>
                  <a:gd name="T5" fmla="*/ 151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7">
                    <a:moveTo>
                      <a:pt x="8" y="0"/>
                    </a:moveTo>
                    <a:cubicBezTo>
                      <a:pt x="6" y="12"/>
                      <a:pt x="0" y="22"/>
                      <a:pt x="1" y="34"/>
                    </a:cubicBezTo>
                    <a:cubicBezTo>
                      <a:pt x="2" y="40"/>
                      <a:pt x="4" y="52"/>
                      <a:pt x="8" y="5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14" name="Freeform 117">
                <a:extLst>
                  <a:ext uri="{FF2B5EF4-FFF2-40B4-BE49-F238E27FC236}">
                    <a16:creationId xmlns:a16="http://schemas.microsoft.com/office/drawing/2014/main" id="{3392D4D3-28D2-44C1-862A-38AF34E89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" y="1124"/>
                <a:ext cx="18" cy="66"/>
              </a:xfrm>
              <a:custGeom>
                <a:avLst/>
                <a:gdLst>
                  <a:gd name="T0" fmla="*/ 30 w 14"/>
                  <a:gd name="T1" fmla="*/ 0 h 48"/>
                  <a:gd name="T2" fmla="*/ 17 w 14"/>
                  <a:gd name="T3" fmla="*/ 32 h 48"/>
                  <a:gd name="T4" fmla="*/ 6 w 14"/>
                  <a:gd name="T5" fmla="*/ 56 h 48"/>
                  <a:gd name="T6" fmla="*/ 1 w 14"/>
                  <a:gd name="T7" fmla="*/ 12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8">
                    <a:moveTo>
                      <a:pt x="14" y="0"/>
                    </a:moveTo>
                    <a:cubicBezTo>
                      <a:pt x="13" y="4"/>
                      <a:pt x="10" y="8"/>
                      <a:pt x="8" y="12"/>
                    </a:cubicBezTo>
                    <a:cubicBezTo>
                      <a:pt x="6" y="15"/>
                      <a:pt x="4" y="19"/>
                      <a:pt x="3" y="22"/>
                    </a:cubicBezTo>
                    <a:cubicBezTo>
                      <a:pt x="0" y="30"/>
                      <a:pt x="0" y="40"/>
                      <a:pt x="1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15" name="Freeform 118">
                <a:extLst>
                  <a:ext uri="{FF2B5EF4-FFF2-40B4-BE49-F238E27FC236}">
                    <a16:creationId xmlns:a16="http://schemas.microsoft.com/office/drawing/2014/main" id="{EDB41AE8-19A6-4781-977C-49B6B08D8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1002"/>
                <a:ext cx="39" cy="51"/>
              </a:xfrm>
              <a:custGeom>
                <a:avLst/>
                <a:gdLst>
                  <a:gd name="T0" fmla="*/ 66 w 30"/>
                  <a:gd name="T1" fmla="*/ 0 h 37"/>
                  <a:gd name="T2" fmla="*/ 35 w 30"/>
                  <a:gd name="T3" fmla="*/ 14 h 37"/>
                  <a:gd name="T4" fmla="*/ 22 w 30"/>
                  <a:gd name="T5" fmla="*/ 36 h 37"/>
                  <a:gd name="T6" fmla="*/ 0 w 30"/>
                  <a:gd name="T7" fmla="*/ 9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7">
                    <a:moveTo>
                      <a:pt x="30" y="0"/>
                    </a:moveTo>
                    <a:cubicBezTo>
                      <a:pt x="25" y="2"/>
                      <a:pt x="20" y="2"/>
                      <a:pt x="16" y="5"/>
                    </a:cubicBezTo>
                    <a:cubicBezTo>
                      <a:pt x="13" y="8"/>
                      <a:pt x="11" y="11"/>
                      <a:pt x="10" y="14"/>
                    </a:cubicBezTo>
                    <a:cubicBezTo>
                      <a:pt x="5" y="20"/>
                      <a:pt x="0" y="29"/>
                      <a:pt x="0" y="3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16" name="Freeform 119">
                <a:extLst>
                  <a:ext uri="{FF2B5EF4-FFF2-40B4-BE49-F238E27FC236}">
                    <a16:creationId xmlns:a16="http://schemas.microsoft.com/office/drawing/2014/main" id="{CC46FF9D-C7D7-427E-8F18-918387BCA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955"/>
                <a:ext cx="67" cy="21"/>
              </a:xfrm>
              <a:custGeom>
                <a:avLst/>
                <a:gdLst>
                  <a:gd name="T0" fmla="*/ 111 w 52"/>
                  <a:gd name="T1" fmla="*/ 6 h 15"/>
                  <a:gd name="T2" fmla="*/ 81 w 52"/>
                  <a:gd name="T3" fmla="*/ 1 h 15"/>
                  <a:gd name="T4" fmla="*/ 45 w 52"/>
                  <a:gd name="T5" fmla="*/ 6 h 15"/>
                  <a:gd name="T6" fmla="*/ 0 w 52"/>
                  <a:gd name="T7" fmla="*/ 4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5">
                    <a:moveTo>
                      <a:pt x="52" y="2"/>
                    </a:moveTo>
                    <a:cubicBezTo>
                      <a:pt x="47" y="2"/>
                      <a:pt x="43" y="1"/>
                      <a:pt x="38" y="1"/>
                    </a:cubicBezTo>
                    <a:cubicBezTo>
                      <a:pt x="32" y="0"/>
                      <a:pt x="26" y="1"/>
                      <a:pt x="21" y="2"/>
                    </a:cubicBezTo>
                    <a:cubicBezTo>
                      <a:pt x="13" y="3"/>
                      <a:pt x="4" y="8"/>
                      <a:pt x="0" y="1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17" name="Freeform 120">
                <a:extLst>
                  <a:ext uri="{FF2B5EF4-FFF2-40B4-BE49-F238E27FC236}">
                    <a16:creationId xmlns:a16="http://schemas.microsoft.com/office/drawing/2014/main" id="{831D4628-CF04-4072-AD04-DB85726B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965"/>
                <a:ext cx="52" cy="30"/>
              </a:xfrm>
              <a:custGeom>
                <a:avLst/>
                <a:gdLst>
                  <a:gd name="T0" fmla="*/ 0 w 40"/>
                  <a:gd name="T1" fmla="*/ 0 h 22"/>
                  <a:gd name="T2" fmla="*/ 56 w 40"/>
                  <a:gd name="T3" fmla="*/ 14 h 22"/>
                  <a:gd name="T4" fmla="*/ 88 w 40"/>
                  <a:gd name="T5" fmla="*/ 5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cubicBezTo>
                      <a:pt x="9" y="0"/>
                      <a:pt x="17" y="0"/>
                      <a:pt x="25" y="5"/>
                    </a:cubicBezTo>
                    <a:cubicBezTo>
                      <a:pt x="32" y="10"/>
                      <a:pt x="35" y="16"/>
                      <a:pt x="40" y="2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18" name="Freeform 121">
                <a:extLst>
                  <a:ext uri="{FF2B5EF4-FFF2-40B4-BE49-F238E27FC236}">
                    <a16:creationId xmlns:a16="http://schemas.microsoft.com/office/drawing/2014/main" id="{FFF1DF32-357E-4A43-93E2-369662B9D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948"/>
                <a:ext cx="59" cy="28"/>
              </a:xfrm>
              <a:custGeom>
                <a:avLst/>
                <a:gdLst>
                  <a:gd name="T0" fmla="*/ 101 w 45"/>
                  <a:gd name="T1" fmla="*/ 11 h 20"/>
                  <a:gd name="T2" fmla="*/ 67 w 45"/>
                  <a:gd name="T3" fmla="*/ 0 h 20"/>
                  <a:gd name="T4" fmla="*/ 43 w 45"/>
                  <a:gd name="T5" fmla="*/ 11 h 20"/>
                  <a:gd name="T6" fmla="*/ 0 w 45"/>
                  <a:gd name="T7" fmla="*/ 5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0">
                    <a:moveTo>
                      <a:pt x="45" y="4"/>
                    </a:moveTo>
                    <a:cubicBezTo>
                      <a:pt x="40" y="3"/>
                      <a:pt x="35" y="0"/>
                      <a:pt x="30" y="0"/>
                    </a:cubicBezTo>
                    <a:cubicBezTo>
                      <a:pt x="26" y="0"/>
                      <a:pt x="23" y="2"/>
                      <a:pt x="19" y="4"/>
                    </a:cubicBezTo>
                    <a:cubicBezTo>
                      <a:pt x="11" y="7"/>
                      <a:pt x="5" y="12"/>
                      <a:pt x="0" y="2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19" name="Freeform 122">
                <a:extLst>
                  <a:ext uri="{FF2B5EF4-FFF2-40B4-BE49-F238E27FC236}">
                    <a16:creationId xmlns:a16="http://schemas.microsoft.com/office/drawing/2014/main" id="{B204262D-DDA7-49B6-AFAA-F0B5B397F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1028"/>
                <a:ext cx="28" cy="25"/>
              </a:xfrm>
              <a:custGeom>
                <a:avLst/>
                <a:gdLst>
                  <a:gd name="T0" fmla="*/ 46 w 22"/>
                  <a:gd name="T1" fmla="*/ 49 h 18"/>
                  <a:gd name="T2" fmla="*/ 22 w 22"/>
                  <a:gd name="T3" fmla="*/ 19 h 18"/>
                  <a:gd name="T4" fmla="*/ 6 w 22"/>
                  <a:gd name="T5" fmla="*/ 8 h 18"/>
                  <a:gd name="T6" fmla="*/ 0 w 2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22" y="18"/>
                    </a:moveTo>
                    <a:cubicBezTo>
                      <a:pt x="18" y="16"/>
                      <a:pt x="13" y="10"/>
                      <a:pt x="10" y="7"/>
                    </a:cubicBezTo>
                    <a:cubicBezTo>
                      <a:pt x="8" y="5"/>
                      <a:pt x="5" y="4"/>
                      <a:pt x="3" y="3"/>
                    </a:cubicBezTo>
                    <a:cubicBezTo>
                      <a:pt x="2" y="2"/>
                      <a:pt x="2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20" name="Freeform 123">
                <a:extLst>
                  <a:ext uri="{FF2B5EF4-FFF2-40B4-BE49-F238E27FC236}">
                    <a16:creationId xmlns:a16="http://schemas.microsoft.com/office/drawing/2014/main" id="{DD5D4E4E-0B1F-40EB-B8C9-4513C7C91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948"/>
                <a:ext cx="58" cy="17"/>
              </a:xfrm>
              <a:custGeom>
                <a:avLst/>
                <a:gdLst>
                  <a:gd name="T0" fmla="*/ 97 w 45"/>
                  <a:gd name="T1" fmla="*/ 34 h 12"/>
                  <a:gd name="T2" fmla="*/ 75 w 45"/>
                  <a:gd name="T3" fmla="*/ 13 h 12"/>
                  <a:gd name="T4" fmla="*/ 52 w 45"/>
                  <a:gd name="T5" fmla="*/ 1 h 12"/>
                  <a:gd name="T6" fmla="*/ 28 w 45"/>
                  <a:gd name="T7" fmla="*/ 1 h 12"/>
                  <a:gd name="T8" fmla="*/ 0 w 45"/>
                  <a:gd name="T9" fmla="*/ 1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2">
                    <a:moveTo>
                      <a:pt x="45" y="12"/>
                    </a:moveTo>
                    <a:cubicBezTo>
                      <a:pt x="42" y="10"/>
                      <a:pt x="39" y="5"/>
                      <a:pt x="35" y="4"/>
                    </a:cubicBezTo>
                    <a:cubicBezTo>
                      <a:pt x="32" y="2"/>
                      <a:pt x="28" y="2"/>
                      <a:pt x="24" y="1"/>
                    </a:cubicBezTo>
                    <a:cubicBezTo>
                      <a:pt x="21" y="0"/>
                      <a:pt x="16" y="1"/>
                      <a:pt x="13" y="1"/>
                    </a:cubicBezTo>
                    <a:cubicBezTo>
                      <a:pt x="8" y="1"/>
                      <a:pt x="5" y="4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21" name="Freeform 124">
                <a:extLst>
                  <a:ext uri="{FF2B5EF4-FFF2-40B4-BE49-F238E27FC236}">
                    <a16:creationId xmlns:a16="http://schemas.microsoft.com/office/drawing/2014/main" id="{A24F7CE6-BB86-46D3-95A9-11ADD8A71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" y="930"/>
                <a:ext cx="41" cy="17"/>
              </a:xfrm>
              <a:custGeom>
                <a:avLst/>
                <a:gdLst>
                  <a:gd name="T0" fmla="*/ 10 w 32"/>
                  <a:gd name="T1" fmla="*/ 34 h 12"/>
                  <a:gd name="T2" fmla="*/ 6 w 32"/>
                  <a:gd name="T3" fmla="*/ 6 h 12"/>
                  <a:gd name="T4" fmla="*/ 37 w 32"/>
                  <a:gd name="T5" fmla="*/ 1 h 12"/>
                  <a:gd name="T6" fmla="*/ 53 w 32"/>
                  <a:gd name="T7" fmla="*/ 6 h 12"/>
                  <a:gd name="T8" fmla="*/ 65 w 32"/>
                  <a:gd name="T9" fmla="*/ 9 h 12"/>
                  <a:gd name="T10" fmla="*/ 60 w 32"/>
                  <a:gd name="T11" fmla="*/ 33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2">
                    <a:moveTo>
                      <a:pt x="5" y="12"/>
                    </a:moveTo>
                    <a:cubicBezTo>
                      <a:pt x="2" y="11"/>
                      <a:pt x="0" y="3"/>
                      <a:pt x="3" y="2"/>
                    </a:cubicBezTo>
                    <a:cubicBezTo>
                      <a:pt x="8" y="0"/>
                      <a:pt x="13" y="1"/>
                      <a:pt x="18" y="1"/>
                    </a:cubicBezTo>
                    <a:cubicBezTo>
                      <a:pt x="20" y="1"/>
                      <a:pt x="22" y="1"/>
                      <a:pt x="25" y="2"/>
                    </a:cubicBezTo>
                    <a:cubicBezTo>
                      <a:pt x="26" y="2"/>
                      <a:pt x="30" y="1"/>
                      <a:pt x="31" y="3"/>
                    </a:cubicBezTo>
                    <a:cubicBezTo>
                      <a:pt x="32" y="4"/>
                      <a:pt x="32" y="11"/>
                      <a:pt x="29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22" name="Freeform 125">
                <a:extLst>
                  <a:ext uri="{FF2B5EF4-FFF2-40B4-BE49-F238E27FC236}">
                    <a16:creationId xmlns:a16="http://schemas.microsoft.com/office/drawing/2014/main" id="{9161372F-9E43-4E73-B079-86AEDCD48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915"/>
                <a:ext cx="38" cy="21"/>
              </a:xfrm>
              <a:custGeom>
                <a:avLst/>
                <a:gdLst>
                  <a:gd name="T0" fmla="*/ 5 w 29"/>
                  <a:gd name="T1" fmla="*/ 1 h 15"/>
                  <a:gd name="T2" fmla="*/ 1 w 29"/>
                  <a:gd name="T3" fmla="*/ 11 h 15"/>
                  <a:gd name="T4" fmla="*/ 1 w 29"/>
                  <a:gd name="T5" fmla="*/ 25 h 15"/>
                  <a:gd name="T6" fmla="*/ 13 w 29"/>
                  <a:gd name="T7" fmla="*/ 29 h 15"/>
                  <a:gd name="T8" fmla="*/ 29 w 29"/>
                  <a:gd name="T9" fmla="*/ 34 h 15"/>
                  <a:gd name="T10" fmla="*/ 48 w 29"/>
                  <a:gd name="T11" fmla="*/ 39 h 15"/>
                  <a:gd name="T12" fmla="*/ 59 w 29"/>
                  <a:gd name="T13" fmla="*/ 39 h 15"/>
                  <a:gd name="T14" fmla="*/ 63 w 29"/>
                  <a:gd name="T15" fmla="*/ 25 h 15"/>
                  <a:gd name="T16" fmla="*/ 63 w 29"/>
                  <a:gd name="T17" fmla="*/ 2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" y="1"/>
                    </a:moveTo>
                    <a:cubicBezTo>
                      <a:pt x="1" y="0"/>
                      <a:pt x="1" y="2"/>
                      <a:pt x="1" y="4"/>
                    </a:cubicBezTo>
                    <a:cubicBezTo>
                      <a:pt x="1" y="5"/>
                      <a:pt x="0" y="7"/>
                      <a:pt x="1" y="9"/>
                    </a:cubicBezTo>
                    <a:cubicBezTo>
                      <a:pt x="2" y="10"/>
                      <a:pt x="4" y="10"/>
                      <a:pt x="6" y="11"/>
                    </a:cubicBezTo>
                    <a:cubicBezTo>
                      <a:pt x="8" y="11"/>
                      <a:pt x="11" y="11"/>
                      <a:pt x="13" y="12"/>
                    </a:cubicBezTo>
                    <a:cubicBezTo>
                      <a:pt x="16" y="12"/>
                      <a:pt x="18" y="13"/>
                      <a:pt x="21" y="14"/>
                    </a:cubicBezTo>
                    <a:cubicBezTo>
                      <a:pt x="22" y="14"/>
                      <a:pt x="25" y="15"/>
                      <a:pt x="26" y="14"/>
                    </a:cubicBezTo>
                    <a:cubicBezTo>
                      <a:pt x="27" y="13"/>
                      <a:pt x="28" y="11"/>
                      <a:pt x="28" y="9"/>
                    </a:cubicBezTo>
                    <a:cubicBezTo>
                      <a:pt x="28" y="8"/>
                      <a:pt x="29" y="8"/>
                      <a:pt x="28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23" name="Freeform 126">
                <a:extLst>
                  <a:ext uri="{FF2B5EF4-FFF2-40B4-BE49-F238E27FC236}">
                    <a16:creationId xmlns:a16="http://schemas.microsoft.com/office/drawing/2014/main" id="{07C67BEB-8859-4475-88A0-8038B0340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920"/>
                <a:ext cx="10" cy="13"/>
              </a:xfrm>
              <a:custGeom>
                <a:avLst/>
                <a:gdLst>
                  <a:gd name="T0" fmla="*/ 20 w 7"/>
                  <a:gd name="T1" fmla="*/ 27 h 9"/>
                  <a:gd name="T2" fmla="*/ 9 w 7"/>
                  <a:gd name="T3" fmla="*/ 13 h 9"/>
                  <a:gd name="T4" fmla="*/ 6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3" y="9"/>
                      <a:pt x="4" y="7"/>
                      <a:pt x="3" y="4"/>
                    </a:cubicBezTo>
                    <a:cubicBezTo>
                      <a:pt x="3" y="3"/>
                      <a:pt x="0" y="0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24" name="Freeform 127">
                <a:extLst>
                  <a:ext uri="{FF2B5EF4-FFF2-40B4-BE49-F238E27FC236}">
                    <a16:creationId xmlns:a16="http://schemas.microsoft.com/office/drawing/2014/main" id="{11D2AA59-ECE9-4231-B128-D0EA5222D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926"/>
                <a:ext cx="4" cy="7"/>
              </a:xfrm>
              <a:custGeom>
                <a:avLst/>
                <a:gdLst>
                  <a:gd name="T0" fmla="*/ 0 w 3"/>
                  <a:gd name="T1" fmla="*/ 14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2" y="5"/>
                      <a:pt x="3" y="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25" name="Freeform 128">
                <a:extLst>
                  <a:ext uri="{FF2B5EF4-FFF2-40B4-BE49-F238E27FC236}">
                    <a16:creationId xmlns:a16="http://schemas.microsoft.com/office/drawing/2014/main" id="{CED3066A-D58A-4FDA-8FA3-A5CFF73FE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915"/>
                <a:ext cx="4" cy="4"/>
              </a:xfrm>
              <a:custGeom>
                <a:avLst/>
                <a:gdLst>
                  <a:gd name="T0" fmla="*/ 7 w 3"/>
                  <a:gd name="T1" fmla="*/ 7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26" name="Freeform 129">
                <a:extLst>
                  <a:ext uri="{FF2B5EF4-FFF2-40B4-BE49-F238E27FC236}">
                    <a16:creationId xmlns:a16="http://schemas.microsoft.com/office/drawing/2014/main" id="{943FFA6A-4C8A-4D53-8471-BAB9027F2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929"/>
                <a:ext cx="4" cy="5"/>
              </a:xfrm>
              <a:custGeom>
                <a:avLst/>
                <a:gdLst>
                  <a:gd name="T0" fmla="*/ 7 w 3"/>
                  <a:gd name="T1" fmla="*/ 1 h 4"/>
                  <a:gd name="T2" fmla="*/ 0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1" y="0"/>
                      <a:pt x="0" y="2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27" name="Freeform 130">
                <a:extLst>
                  <a:ext uri="{FF2B5EF4-FFF2-40B4-BE49-F238E27FC236}">
                    <a16:creationId xmlns:a16="http://schemas.microsoft.com/office/drawing/2014/main" id="{433E12B1-4A9A-492D-AF16-9BDBEE85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936"/>
                <a:ext cx="8" cy="19"/>
              </a:xfrm>
              <a:custGeom>
                <a:avLst/>
                <a:gdLst>
                  <a:gd name="T0" fmla="*/ 5 w 6"/>
                  <a:gd name="T1" fmla="*/ 0 h 14"/>
                  <a:gd name="T2" fmla="*/ 7 w 6"/>
                  <a:gd name="T3" fmla="*/ 20 h 14"/>
                  <a:gd name="T4" fmla="*/ 0 w 6"/>
                  <a:gd name="T5" fmla="*/ 3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2" y="0"/>
                    </a:moveTo>
                    <a:cubicBezTo>
                      <a:pt x="6" y="1"/>
                      <a:pt x="4" y="5"/>
                      <a:pt x="3" y="8"/>
                    </a:cubicBezTo>
                    <a:cubicBezTo>
                      <a:pt x="3" y="9"/>
                      <a:pt x="3" y="14"/>
                      <a:pt x="0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28" name="Freeform 131">
                <a:extLst>
                  <a:ext uri="{FF2B5EF4-FFF2-40B4-BE49-F238E27FC236}">
                    <a16:creationId xmlns:a16="http://schemas.microsoft.com/office/drawing/2014/main" id="{7E209A0E-A073-432A-974A-177DBE8D7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929"/>
                <a:ext cx="37" cy="16"/>
              </a:xfrm>
              <a:custGeom>
                <a:avLst/>
                <a:gdLst>
                  <a:gd name="T0" fmla="*/ 65 w 28"/>
                  <a:gd name="T1" fmla="*/ 0 h 12"/>
                  <a:gd name="T2" fmla="*/ 59 w 28"/>
                  <a:gd name="T3" fmla="*/ 7 h 12"/>
                  <a:gd name="T4" fmla="*/ 50 w 28"/>
                  <a:gd name="T5" fmla="*/ 15 h 12"/>
                  <a:gd name="T6" fmla="*/ 26 w 28"/>
                  <a:gd name="T7" fmla="*/ 20 h 12"/>
                  <a:gd name="T8" fmla="*/ 7 w 28"/>
                  <a:gd name="T9" fmla="*/ 21 h 12"/>
                  <a:gd name="T10" fmla="*/ 1 w 28"/>
                  <a:gd name="T11" fmla="*/ 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28" y="0"/>
                    </a:moveTo>
                    <a:cubicBezTo>
                      <a:pt x="28" y="1"/>
                      <a:pt x="28" y="2"/>
                      <a:pt x="26" y="3"/>
                    </a:cubicBezTo>
                    <a:cubicBezTo>
                      <a:pt x="25" y="4"/>
                      <a:pt x="24" y="5"/>
                      <a:pt x="22" y="6"/>
                    </a:cubicBezTo>
                    <a:cubicBezTo>
                      <a:pt x="19" y="8"/>
                      <a:pt x="15" y="8"/>
                      <a:pt x="11" y="8"/>
                    </a:cubicBezTo>
                    <a:cubicBezTo>
                      <a:pt x="8" y="9"/>
                      <a:pt x="5" y="12"/>
                      <a:pt x="3" y="9"/>
                    </a:cubicBezTo>
                    <a:cubicBezTo>
                      <a:pt x="2" y="8"/>
                      <a:pt x="0" y="5"/>
                      <a:pt x="1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29" name="Freeform 132">
                <a:extLst>
                  <a:ext uri="{FF2B5EF4-FFF2-40B4-BE49-F238E27FC236}">
                    <a16:creationId xmlns:a16="http://schemas.microsoft.com/office/drawing/2014/main" id="{2260EDA2-6E11-4859-9C92-438B59314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943"/>
                <a:ext cx="7" cy="13"/>
              </a:xfrm>
              <a:custGeom>
                <a:avLst/>
                <a:gdLst>
                  <a:gd name="T0" fmla="*/ 14 w 5"/>
                  <a:gd name="T1" fmla="*/ 22 h 10"/>
                  <a:gd name="T2" fmla="*/ 6 w 5"/>
                  <a:gd name="T3" fmla="*/ 22 h 10"/>
                  <a:gd name="T4" fmla="*/ 1 w 5"/>
                  <a:gd name="T5" fmla="*/ 13 h 10"/>
                  <a:gd name="T6" fmla="*/ 0 w 5"/>
                  <a:gd name="T7" fmla="*/ 7 h 10"/>
                  <a:gd name="T8" fmla="*/ 0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cubicBezTo>
                      <a:pt x="4" y="10"/>
                      <a:pt x="3" y="10"/>
                      <a:pt x="2" y="10"/>
                    </a:cubicBezTo>
                    <a:cubicBezTo>
                      <a:pt x="1" y="9"/>
                      <a:pt x="1" y="7"/>
                      <a:pt x="1" y="6"/>
                    </a:cubicBezTo>
                    <a:cubicBezTo>
                      <a:pt x="1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0" name="Freeform 133">
                <a:extLst>
                  <a:ext uri="{FF2B5EF4-FFF2-40B4-BE49-F238E27FC236}">
                    <a16:creationId xmlns:a16="http://schemas.microsoft.com/office/drawing/2014/main" id="{D7794D94-F010-44DD-B24E-551AB0025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936"/>
                <a:ext cx="5" cy="2"/>
              </a:xfrm>
              <a:custGeom>
                <a:avLst/>
                <a:gdLst>
                  <a:gd name="T0" fmla="*/ 0 w 4"/>
                  <a:gd name="T1" fmla="*/ 1 h 2"/>
                  <a:gd name="T2" fmla="*/ 8 w 4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1"/>
                      <a:pt x="3" y="0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1" name="Freeform 134">
                <a:extLst>
                  <a:ext uri="{FF2B5EF4-FFF2-40B4-BE49-F238E27FC236}">
                    <a16:creationId xmlns:a16="http://schemas.microsoft.com/office/drawing/2014/main" id="{422E6E5C-68B3-4FE5-9395-45C1B10E5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" y="947"/>
                <a:ext cx="38" cy="19"/>
              </a:xfrm>
              <a:custGeom>
                <a:avLst/>
                <a:gdLst>
                  <a:gd name="T0" fmla="*/ 63 w 29"/>
                  <a:gd name="T1" fmla="*/ 0 h 14"/>
                  <a:gd name="T2" fmla="*/ 60 w 29"/>
                  <a:gd name="T3" fmla="*/ 7 h 14"/>
                  <a:gd name="T4" fmla="*/ 56 w 29"/>
                  <a:gd name="T5" fmla="*/ 7 h 14"/>
                  <a:gd name="T6" fmla="*/ 50 w 29"/>
                  <a:gd name="T7" fmla="*/ 10 h 14"/>
                  <a:gd name="T8" fmla="*/ 28 w 29"/>
                  <a:gd name="T9" fmla="*/ 22 h 14"/>
                  <a:gd name="T10" fmla="*/ 12 w 29"/>
                  <a:gd name="T11" fmla="*/ 35 h 14"/>
                  <a:gd name="T12" fmla="*/ 1 w 29"/>
                  <a:gd name="T13" fmla="*/ 2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">
                    <a:moveTo>
                      <a:pt x="28" y="0"/>
                    </a:moveTo>
                    <a:cubicBezTo>
                      <a:pt x="28" y="1"/>
                      <a:pt x="29" y="2"/>
                      <a:pt x="27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4" y="3"/>
                      <a:pt x="23" y="3"/>
                      <a:pt x="22" y="4"/>
                    </a:cubicBezTo>
                    <a:cubicBezTo>
                      <a:pt x="18" y="4"/>
                      <a:pt x="15" y="6"/>
                      <a:pt x="12" y="9"/>
                    </a:cubicBezTo>
                    <a:cubicBezTo>
                      <a:pt x="11" y="10"/>
                      <a:pt x="8" y="14"/>
                      <a:pt x="5" y="14"/>
                    </a:cubicBezTo>
                    <a:cubicBezTo>
                      <a:pt x="4" y="14"/>
                      <a:pt x="0" y="11"/>
                      <a:pt x="1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2" name="Freeform 135">
                <a:extLst>
                  <a:ext uri="{FF2B5EF4-FFF2-40B4-BE49-F238E27FC236}">
                    <a16:creationId xmlns:a16="http://schemas.microsoft.com/office/drawing/2014/main" id="{36B69E34-72D7-40D2-9E91-8E0ED4BF9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" y="941"/>
                <a:ext cx="2" cy="6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4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3" name="Freeform 136">
                <a:extLst>
                  <a:ext uri="{FF2B5EF4-FFF2-40B4-BE49-F238E27FC236}">
                    <a16:creationId xmlns:a16="http://schemas.microsoft.com/office/drawing/2014/main" id="{FA4BF056-CBEC-4B9B-9216-2DE162105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936"/>
                <a:ext cx="34" cy="16"/>
              </a:xfrm>
              <a:custGeom>
                <a:avLst/>
                <a:gdLst>
                  <a:gd name="T0" fmla="*/ 5 w 26"/>
                  <a:gd name="T1" fmla="*/ 0 h 12"/>
                  <a:gd name="T2" fmla="*/ 1 w 26"/>
                  <a:gd name="T3" fmla="*/ 5 h 12"/>
                  <a:gd name="T4" fmla="*/ 12 w 26"/>
                  <a:gd name="T5" fmla="*/ 7 h 12"/>
                  <a:gd name="T6" fmla="*/ 35 w 26"/>
                  <a:gd name="T7" fmla="*/ 23 h 12"/>
                  <a:gd name="T8" fmla="*/ 46 w 26"/>
                  <a:gd name="T9" fmla="*/ 28 h 12"/>
                  <a:gd name="T10" fmla="*/ 54 w 26"/>
                  <a:gd name="T11" fmla="*/ 20 h 12"/>
                  <a:gd name="T12" fmla="*/ 58 w 26"/>
                  <a:gd name="T13" fmla="*/ 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2">
                    <a:moveTo>
                      <a:pt x="2" y="0"/>
                    </a:move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4" y="3"/>
                      <a:pt x="5" y="3"/>
                    </a:cubicBezTo>
                    <a:cubicBezTo>
                      <a:pt x="9" y="4"/>
                      <a:pt x="13" y="7"/>
                      <a:pt x="16" y="10"/>
                    </a:cubicBezTo>
                    <a:cubicBezTo>
                      <a:pt x="17" y="11"/>
                      <a:pt x="19" y="12"/>
                      <a:pt x="21" y="12"/>
                    </a:cubicBezTo>
                    <a:cubicBezTo>
                      <a:pt x="23" y="12"/>
                      <a:pt x="23" y="10"/>
                      <a:pt x="24" y="8"/>
                    </a:cubicBezTo>
                    <a:cubicBezTo>
                      <a:pt x="25" y="7"/>
                      <a:pt x="26" y="6"/>
                      <a:pt x="26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4" name="Freeform 137">
                <a:extLst>
                  <a:ext uri="{FF2B5EF4-FFF2-40B4-BE49-F238E27FC236}">
                    <a16:creationId xmlns:a16="http://schemas.microsoft.com/office/drawing/2014/main" id="{D8110455-DDBF-4525-9A9B-7AEAA3447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944"/>
                <a:ext cx="4" cy="1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5" name="Freeform 138">
                <a:extLst>
                  <a:ext uri="{FF2B5EF4-FFF2-40B4-BE49-F238E27FC236}">
                    <a16:creationId xmlns:a16="http://schemas.microsoft.com/office/drawing/2014/main" id="{CC14B2D8-DE86-4CC2-A0D1-39E26A841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954"/>
                <a:ext cx="9" cy="16"/>
              </a:xfrm>
              <a:custGeom>
                <a:avLst/>
                <a:gdLst>
                  <a:gd name="T0" fmla="*/ 10 w 7"/>
                  <a:gd name="T1" fmla="*/ 0 h 12"/>
                  <a:gd name="T2" fmla="*/ 6 w 7"/>
                  <a:gd name="T3" fmla="*/ 15 h 12"/>
                  <a:gd name="T4" fmla="*/ 0 w 7"/>
                  <a:gd name="T5" fmla="*/ 2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cubicBezTo>
                      <a:pt x="7" y="2"/>
                      <a:pt x="5" y="4"/>
                      <a:pt x="3" y="6"/>
                    </a:cubicBezTo>
                    <a:cubicBezTo>
                      <a:pt x="3" y="7"/>
                      <a:pt x="1" y="12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6" name="Freeform 139">
                <a:extLst>
                  <a:ext uri="{FF2B5EF4-FFF2-40B4-BE49-F238E27FC236}">
                    <a16:creationId xmlns:a16="http://schemas.microsoft.com/office/drawing/2014/main" id="{2DA4B672-C365-421A-ADE5-FAB59752A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940"/>
                <a:ext cx="4" cy="4"/>
              </a:xfrm>
              <a:custGeom>
                <a:avLst/>
                <a:gdLst>
                  <a:gd name="T0" fmla="*/ 7 w 3"/>
                  <a:gd name="T1" fmla="*/ 0 h 3"/>
                  <a:gd name="T2" fmla="*/ 0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1"/>
                      <a:pt x="0" y="1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7" name="Freeform 140">
                <a:extLst>
                  <a:ext uri="{FF2B5EF4-FFF2-40B4-BE49-F238E27FC236}">
                    <a16:creationId xmlns:a16="http://schemas.microsoft.com/office/drawing/2014/main" id="{BC12DF97-1B24-4172-AA52-236B411D8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952"/>
                <a:ext cx="39" cy="31"/>
              </a:xfrm>
              <a:custGeom>
                <a:avLst/>
                <a:gdLst>
                  <a:gd name="T0" fmla="*/ 9 w 30"/>
                  <a:gd name="T1" fmla="*/ 0 h 22"/>
                  <a:gd name="T2" fmla="*/ 9 w 30"/>
                  <a:gd name="T3" fmla="*/ 16 h 22"/>
                  <a:gd name="T4" fmla="*/ 23 w 30"/>
                  <a:gd name="T5" fmla="*/ 32 h 22"/>
                  <a:gd name="T6" fmla="*/ 43 w 30"/>
                  <a:gd name="T7" fmla="*/ 49 h 22"/>
                  <a:gd name="T8" fmla="*/ 52 w 30"/>
                  <a:gd name="T9" fmla="*/ 55 h 22"/>
                  <a:gd name="T10" fmla="*/ 64 w 30"/>
                  <a:gd name="T11" fmla="*/ 45 h 22"/>
                  <a:gd name="T12" fmla="*/ 64 w 30"/>
                  <a:gd name="T13" fmla="*/ 3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2">
                    <a:moveTo>
                      <a:pt x="4" y="0"/>
                    </a:moveTo>
                    <a:cubicBezTo>
                      <a:pt x="1" y="1"/>
                      <a:pt x="0" y="4"/>
                      <a:pt x="4" y="6"/>
                    </a:cubicBezTo>
                    <a:cubicBezTo>
                      <a:pt x="6" y="7"/>
                      <a:pt x="9" y="9"/>
                      <a:pt x="11" y="11"/>
                    </a:cubicBezTo>
                    <a:cubicBezTo>
                      <a:pt x="14" y="13"/>
                      <a:pt x="17" y="15"/>
                      <a:pt x="19" y="18"/>
                    </a:cubicBezTo>
                    <a:cubicBezTo>
                      <a:pt x="20" y="20"/>
                      <a:pt x="22" y="22"/>
                      <a:pt x="24" y="20"/>
                    </a:cubicBezTo>
                    <a:cubicBezTo>
                      <a:pt x="26" y="19"/>
                      <a:pt x="27" y="18"/>
                      <a:pt x="29" y="16"/>
                    </a:cubicBezTo>
                    <a:cubicBezTo>
                      <a:pt x="30" y="15"/>
                      <a:pt x="30" y="13"/>
                      <a:pt x="29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8" name="Freeform 141">
                <a:extLst>
                  <a:ext uri="{FF2B5EF4-FFF2-40B4-BE49-F238E27FC236}">
                    <a16:creationId xmlns:a16="http://schemas.microsoft.com/office/drawing/2014/main" id="{8F32B355-AB66-49B2-9176-F4C2E17B6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959"/>
                <a:ext cx="4" cy="2"/>
              </a:xfrm>
              <a:custGeom>
                <a:avLst/>
                <a:gdLst>
                  <a:gd name="T0" fmla="*/ 0 w 3"/>
                  <a:gd name="T1" fmla="*/ 8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39" name="Freeform 142">
                <a:extLst>
                  <a:ext uri="{FF2B5EF4-FFF2-40B4-BE49-F238E27FC236}">
                    <a16:creationId xmlns:a16="http://schemas.microsoft.com/office/drawing/2014/main" id="{787AA47C-B317-445D-B42B-CFCDE2575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979"/>
                <a:ext cx="10" cy="11"/>
              </a:xfrm>
              <a:custGeom>
                <a:avLst/>
                <a:gdLst>
                  <a:gd name="T0" fmla="*/ 13 w 8"/>
                  <a:gd name="T1" fmla="*/ 0 h 8"/>
                  <a:gd name="T2" fmla="*/ 6 w 8"/>
                  <a:gd name="T3" fmla="*/ 14 h 8"/>
                  <a:gd name="T4" fmla="*/ 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8" y="2"/>
                      <a:pt x="5" y="4"/>
                      <a:pt x="3" y="5"/>
                    </a:cubicBezTo>
                    <a:cubicBezTo>
                      <a:pt x="3" y="6"/>
                      <a:pt x="2" y="8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0" name="Freeform 143">
                <a:extLst>
                  <a:ext uri="{FF2B5EF4-FFF2-40B4-BE49-F238E27FC236}">
                    <a16:creationId xmlns:a16="http://schemas.microsoft.com/office/drawing/2014/main" id="{F74ED31F-C6D2-4A7D-90CA-3DD24B6D7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967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2"/>
                      <a:pt x="1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1" name="Freeform 144">
                <a:extLst>
                  <a:ext uri="{FF2B5EF4-FFF2-40B4-BE49-F238E27FC236}">
                    <a16:creationId xmlns:a16="http://schemas.microsoft.com/office/drawing/2014/main" id="{A7CD89D0-53EE-418A-B6DC-FF5FDC4EF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952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2" name="Freeform 145">
                <a:extLst>
                  <a:ext uri="{FF2B5EF4-FFF2-40B4-BE49-F238E27FC236}">
                    <a16:creationId xmlns:a16="http://schemas.microsoft.com/office/drawing/2014/main" id="{D25C538F-5718-4817-A939-1841183DF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983"/>
                <a:ext cx="27" cy="43"/>
              </a:xfrm>
              <a:custGeom>
                <a:avLst/>
                <a:gdLst>
                  <a:gd name="T0" fmla="*/ 0 w 21"/>
                  <a:gd name="T1" fmla="*/ 0 h 31"/>
                  <a:gd name="T2" fmla="*/ 15 w 21"/>
                  <a:gd name="T3" fmla="*/ 24 h 31"/>
                  <a:gd name="T4" fmla="*/ 35 w 21"/>
                  <a:gd name="T5" fmla="*/ 50 h 31"/>
                  <a:gd name="T6" fmla="*/ 42 w 21"/>
                  <a:gd name="T7" fmla="*/ 76 h 31"/>
                  <a:gd name="T8" fmla="*/ 30 w 21"/>
                  <a:gd name="T9" fmla="*/ 8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1">
                    <a:moveTo>
                      <a:pt x="0" y="0"/>
                    </a:moveTo>
                    <a:cubicBezTo>
                      <a:pt x="3" y="0"/>
                      <a:pt x="5" y="7"/>
                      <a:pt x="7" y="9"/>
                    </a:cubicBezTo>
                    <a:cubicBezTo>
                      <a:pt x="10" y="12"/>
                      <a:pt x="13" y="16"/>
                      <a:pt x="16" y="19"/>
                    </a:cubicBezTo>
                    <a:cubicBezTo>
                      <a:pt x="18" y="20"/>
                      <a:pt x="21" y="26"/>
                      <a:pt x="20" y="29"/>
                    </a:cubicBezTo>
                    <a:cubicBezTo>
                      <a:pt x="19" y="30"/>
                      <a:pt x="15" y="31"/>
                      <a:pt x="14" y="3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3" name="Freeform 146">
                <a:extLst>
                  <a:ext uri="{FF2B5EF4-FFF2-40B4-BE49-F238E27FC236}">
                    <a16:creationId xmlns:a16="http://schemas.microsoft.com/office/drawing/2014/main" id="{28144A2B-4851-4841-90CF-DDD433FD6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972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0"/>
                      <a:pt x="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4" name="Freeform 147">
                <a:extLst>
                  <a:ext uri="{FF2B5EF4-FFF2-40B4-BE49-F238E27FC236}">
                    <a16:creationId xmlns:a16="http://schemas.microsoft.com/office/drawing/2014/main" id="{AEB5C33C-6BDF-4CBD-9F41-E016E9909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1005"/>
                <a:ext cx="14" cy="18"/>
              </a:xfrm>
              <a:custGeom>
                <a:avLst/>
                <a:gdLst>
                  <a:gd name="T0" fmla="*/ 22 w 11"/>
                  <a:gd name="T1" fmla="*/ 0 h 13"/>
                  <a:gd name="T2" fmla="*/ 23 w 11"/>
                  <a:gd name="T3" fmla="*/ 11 h 13"/>
                  <a:gd name="T4" fmla="*/ 14 w 11"/>
                  <a:gd name="T5" fmla="*/ 19 h 13"/>
                  <a:gd name="T6" fmla="*/ 0 w 11"/>
                  <a:gd name="T7" fmla="*/ 2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0" y="0"/>
                    </a:moveTo>
                    <a:cubicBezTo>
                      <a:pt x="10" y="1"/>
                      <a:pt x="11" y="3"/>
                      <a:pt x="11" y="4"/>
                    </a:cubicBezTo>
                    <a:cubicBezTo>
                      <a:pt x="10" y="6"/>
                      <a:pt x="8" y="6"/>
                      <a:pt x="7" y="7"/>
                    </a:cubicBezTo>
                    <a:cubicBezTo>
                      <a:pt x="5" y="9"/>
                      <a:pt x="3" y="13"/>
                      <a:pt x="0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5" name="Freeform 148">
                <a:extLst>
                  <a:ext uri="{FF2B5EF4-FFF2-40B4-BE49-F238E27FC236}">
                    <a16:creationId xmlns:a16="http://schemas.microsoft.com/office/drawing/2014/main" id="{34547BB3-10CF-44B9-AD49-9E2A34397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981"/>
                <a:ext cx="2" cy="4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0"/>
                      <a:pt x="1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6" name="Freeform 149">
                <a:extLst>
                  <a:ext uri="{FF2B5EF4-FFF2-40B4-BE49-F238E27FC236}">
                    <a16:creationId xmlns:a16="http://schemas.microsoft.com/office/drawing/2014/main" id="{F1C9CEEB-04F6-4897-A61C-737278F01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1020"/>
                <a:ext cx="27" cy="54"/>
              </a:xfrm>
              <a:custGeom>
                <a:avLst/>
                <a:gdLst>
                  <a:gd name="T0" fmla="*/ 30 w 21"/>
                  <a:gd name="T1" fmla="*/ 96 h 39"/>
                  <a:gd name="T2" fmla="*/ 45 w 21"/>
                  <a:gd name="T3" fmla="*/ 89 h 39"/>
                  <a:gd name="T4" fmla="*/ 40 w 21"/>
                  <a:gd name="T5" fmla="*/ 71 h 39"/>
                  <a:gd name="T6" fmla="*/ 36 w 21"/>
                  <a:gd name="T7" fmla="*/ 48 h 39"/>
                  <a:gd name="T8" fmla="*/ 13 w 21"/>
                  <a:gd name="T9" fmla="*/ 14 h 39"/>
                  <a:gd name="T10" fmla="*/ 8 w 21"/>
                  <a:gd name="T11" fmla="*/ 0 h 39"/>
                  <a:gd name="T12" fmla="*/ 0 w 21"/>
                  <a:gd name="T13" fmla="*/ 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9">
                    <a:moveTo>
                      <a:pt x="14" y="36"/>
                    </a:moveTo>
                    <a:cubicBezTo>
                      <a:pt x="15" y="39"/>
                      <a:pt x="20" y="35"/>
                      <a:pt x="21" y="33"/>
                    </a:cubicBezTo>
                    <a:cubicBezTo>
                      <a:pt x="21" y="31"/>
                      <a:pt x="20" y="29"/>
                      <a:pt x="19" y="27"/>
                    </a:cubicBezTo>
                    <a:cubicBezTo>
                      <a:pt x="18" y="24"/>
                      <a:pt x="18" y="20"/>
                      <a:pt x="17" y="18"/>
                    </a:cubicBezTo>
                    <a:cubicBezTo>
                      <a:pt x="14" y="12"/>
                      <a:pt x="8" y="10"/>
                      <a:pt x="6" y="5"/>
                    </a:cubicBezTo>
                    <a:cubicBezTo>
                      <a:pt x="5" y="3"/>
                      <a:pt x="6" y="1"/>
                      <a:pt x="4" y="0"/>
                    </a:cubicBezTo>
                    <a:cubicBezTo>
                      <a:pt x="2" y="0"/>
                      <a:pt x="1" y="2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7" name="Freeform 150">
                <a:extLst>
                  <a:ext uri="{FF2B5EF4-FFF2-40B4-BE49-F238E27FC236}">
                    <a16:creationId xmlns:a16="http://schemas.microsoft.com/office/drawing/2014/main" id="{D1044193-5754-44E9-9792-9C0314D70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963"/>
                <a:ext cx="8" cy="16"/>
              </a:xfrm>
              <a:custGeom>
                <a:avLst/>
                <a:gdLst>
                  <a:gd name="T0" fmla="*/ 9 w 6"/>
                  <a:gd name="T1" fmla="*/ 6 h 11"/>
                  <a:gd name="T2" fmla="*/ 15 w 6"/>
                  <a:gd name="T3" fmla="*/ 3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4" y="2"/>
                    </a:moveTo>
                    <a:cubicBezTo>
                      <a:pt x="0" y="0"/>
                      <a:pt x="1" y="11"/>
                      <a:pt x="6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8" name="Freeform 151">
                <a:extLst>
                  <a:ext uri="{FF2B5EF4-FFF2-40B4-BE49-F238E27FC236}">
                    <a16:creationId xmlns:a16="http://schemas.microsoft.com/office/drawing/2014/main" id="{FF2029BD-2E8A-41AB-8620-51120EC4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962"/>
                <a:ext cx="7" cy="3"/>
              </a:xfrm>
              <a:custGeom>
                <a:avLst/>
                <a:gdLst>
                  <a:gd name="T0" fmla="*/ 14 w 5"/>
                  <a:gd name="T1" fmla="*/ 5 h 2"/>
                  <a:gd name="T2" fmla="*/ 0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1"/>
                      <a:pt x="1" y="0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49" name="Freeform 152">
                <a:extLst>
                  <a:ext uri="{FF2B5EF4-FFF2-40B4-BE49-F238E27FC236}">
                    <a16:creationId xmlns:a16="http://schemas.microsoft.com/office/drawing/2014/main" id="{83DBCB75-853C-4562-A671-0B1AF1F93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016"/>
                <a:ext cx="1" cy="7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50" name="Freeform 153">
                <a:extLst>
                  <a:ext uri="{FF2B5EF4-FFF2-40B4-BE49-F238E27FC236}">
                    <a16:creationId xmlns:a16="http://schemas.microsoft.com/office/drawing/2014/main" id="{72D7B60D-6DD8-4540-841C-E883D648A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057"/>
                <a:ext cx="16" cy="9"/>
              </a:xfrm>
              <a:custGeom>
                <a:avLst/>
                <a:gdLst>
                  <a:gd name="T0" fmla="*/ 0 w 12"/>
                  <a:gd name="T1" fmla="*/ 8 h 6"/>
                  <a:gd name="T2" fmla="*/ 16 w 12"/>
                  <a:gd name="T3" fmla="*/ 18 h 6"/>
                  <a:gd name="T4" fmla="*/ 28 w 12"/>
                  <a:gd name="T5" fmla="*/ 12 h 6"/>
                  <a:gd name="T6" fmla="*/ 28 w 12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0" y="2"/>
                    </a:moveTo>
                    <a:cubicBezTo>
                      <a:pt x="1" y="5"/>
                      <a:pt x="4" y="6"/>
                      <a:pt x="7" y="5"/>
                    </a:cubicBezTo>
                    <a:cubicBezTo>
                      <a:pt x="8" y="4"/>
                      <a:pt x="9" y="3"/>
                      <a:pt x="12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51" name="Freeform 154">
                <a:extLst>
                  <a:ext uri="{FF2B5EF4-FFF2-40B4-BE49-F238E27FC236}">
                    <a16:creationId xmlns:a16="http://schemas.microsoft.com/office/drawing/2014/main" id="{BFB3D799-7D78-4D63-9A21-8E493F497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969"/>
                <a:ext cx="39" cy="34"/>
              </a:xfrm>
              <a:custGeom>
                <a:avLst/>
                <a:gdLst>
                  <a:gd name="T0" fmla="*/ 66 w 30"/>
                  <a:gd name="T1" fmla="*/ 0 h 25"/>
                  <a:gd name="T2" fmla="*/ 46 w 30"/>
                  <a:gd name="T3" fmla="*/ 20 h 25"/>
                  <a:gd name="T4" fmla="*/ 29 w 30"/>
                  <a:gd name="T5" fmla="*/ 42 h 25"/>
                  <a:gd name="T6" fmla="*/ 16 w 30"/>
                  <a:gd name="T7" fmla="*/ 61 h 25"/>
                  <a:gd name="T8" fmla="*/ 0 w 30"/>
                  <a:gd name="T9" fmla="*/ 5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30" y="0"/>
                    </a:moveTo>
                    <a:cubicBezTo>
                      <a:pt x="26" y="0"/>
                      <a:pt x="23" y="5"/>
                      <a:pt x="21" y="8"/>
                    </a:cubicBezTo>
                    <a:cubicBezTo>
                      <a:pt x="18" y="11"/>
                      <a:pt x="15" y="13"/>
                      <a:pt x="13" y="17"/>
                    </a:cubicBezTo>
                    <a:cubicBezTo>
                      <a:pt x="11" y="19"/>
                      <a:pt x="10" y="22"/>
                      <a:pt x="7" y="24"/>
                    </a:cubicBezTo>
                    <a:cubicBezTo>
                      <a:pt x="3" y="25"/>
                      <a:pt x="3" y="23"/>
                      <a:pt x="0" y="2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52" name="Freeform 155">
                <a:extLst>
                  <a:ext uri="{FF2B5EF4-FFF2-40B4-BE49-F238E27FC236}">
                    <a16:creationId xmlns:a16="http://schemas.microsoft.com/office/drawing/2014/main" id="{7FFA72C4-447F-46B0-B057-0C725B681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999"/>
                <a:ext cx="8" cy="11"/>
              </a:xfrm>
              <a:custGeom>
                <a:avLst/>
                <a:gdLst>
                  <a:gd name="T0" fmla="*/ 9 w 6"/>
                  <a:gd name="T1" fmla="*/ 0 h 8"/>
                  <a:gd name="T2" fmla="*/ 15 w 6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0" y="3"/>
                      <a:pt x="1" y="8"/>
                      <a:pt x="6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53" name="Freeform 156">
                <a:extLst>
                  <a:ext uri="{FF2B5EF4-FFF2-40B4-BE49-F238E27FC236}">
                    <a16:creationId xmlns:a16="http://schemas.microsoft.com/office/drawing/2014/main" id="{F246E6A4-791A-443D-8976-8C3B17776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1003"/>
                <a:ext cx="41" cy="53"/>
              </a:xfrm>
              <a:custGeom>
                <a:avLst/>
                <a:gdLst>
                  <a:gd name="T0" fmla="*/ 60 w 31"/>
                  <a:gd name="T1" fmla="*/ 0 h 38"/>
                  <a:gd name="T2" fmla="*/ 53 w 31"/>
                  <a:gd name="T3" fmla="*/ 20 h 38"/>
                  <a:gd name="T4" fmla="*/ 28 w 31"/>
                  <a:gd name="T5" fmla="*/ 63 h 38"/>
                  <a:gd name="T6" fmla="*/ 15 w 31"/>
                  <a:gd name="T7" fmla="*/ 95 h 38"/>
                  <a:gd name="T8" fmla="*/ 0 w 31"/>
                  <a:gd name="T9" fmla="*/ 9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26" y="0"/>
                    </a:moveTo>
                    <a:cubicBezTo>
                      <a:pt x="31" y="3"/>
                      <a:pt x="26" y="5"/>
                      <a:pt x="23" y="7"/>
                    </a:cubicBezTo>
                    <a:cubicBezTo>
                      <a:pt x="17" y="10"/>
                      <a:pt x="15" y="18"/>
                      <a:pt x="12" y="23"/>
                    </a:cubicBezTo>
                    <a:cubicBezTo>
                      <a:pt x="11" y="27"/>
                      <a:pt x="9" y="32"/>
                      <a:pt x="6" y="35"/>
                    </a:cubicBezTo>
                    <a:cubicBezTo>
                      <a:pt x="5" y="37"/>
                      <a:pt x="1" y="38"/>
                      <a:pt x="0" y="3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54" name="Freeform 157">
                <a:extLst>
                  <a:ext uri="{FF2B5EF4-FFF2-40B4-BE49-F238E27FC236}">
                    <a16:creationId xmlns:a16="http://schemas.microsoft.com/office/drawing/2014/main" id="{BDC0C58F-07D8-46E2-AB52-38758F4B3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1052"/>
                <a:ext cx="11" cy="8"/>
              </a:xfrm>
              <a:custGeom>
                <a:avLst/>
                <a:gdLst>
                  <a:gd name="T0" fmla="*/ 8 w 8"/>
                  <a:gd name="T1" fmla="*/ 0 h 6"/>
                  <a:gd name="T2" fmla="*/ 21 w 8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0" y="3"/>
                      <a:pt x="8" y="6"/>
                      <a:pt x="8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55" name="Freeform 158">
                <a:extLst>
                  <a:ext uri="{FF2B5EF4-FFF2-40B4-BE49-F238E27FC236}">
                    <a16:creationId xmlns:a16="http://schemas.microsoft.com/office/drawing/2014/main" id="{2878DF24-914C-4535-9EAF-F273A61E7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069"/>
                <a:ext cx="30" cy="78"/>
              </a:xfrm>
              <a:custGeom>
                <a:avLst/>
                <a:gdLst>
                  <a:gd name="T0" fmla="*/ 0 w 23"/>
                  <a:gd name="T1" fmla="*/ 0 h 57"/>
                  <a:gd name="T2" fmla="*/ 16 w 23"/>
                  <a:gd name="T3" fmla="*/ 26 h 57"/>
                  <a:gd name="T4" fmla="*/ 34 w 23"/>
                  <a:gd name="T5" fmla="*/ 90 h 57"/>
                  <a:gd name="T6" fmla="*/ 50 w 23"/>
                  <a:gd name="T7" fmla="*/ 133 h 57"/>
                  <a:gd name="T8" fmla="*/ 34 w 23"/>
                  <a:gd name="T9" fmla="*/ 138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7">
                    <a:moveTo>
                      <a:pt x="0" y="0"/>
                    </a:moveTo>
                    <a:cubicBezTo>
                      <a:pt x="5" y="1"/>
                      <a:pt x="5" y="5"/>
                      <a:pt x="7" y="10"/>
                    </a:cubicBezTo>
                    <a:cubicBezTo>
                      <a:pt x="9" y="18"/>
                      <a:pt x="12" y="26"/>
                      <a:pt x="15" y="35"/>
                    </a:cubicBezTo>
                    <a:cubicBezTo>
                      <a:pt x="16" y="39"/>
                      <a:pt x="23" y="47"/>
                      <a:pt x="22" y="52"/>
                    </a:cubicBezTo>
                    <a:cubicBezTo>
                      <a:pt x="21" y="56"/>
                      <a:pt x="17" y="57"/>
                      <a:pt x="15" y="5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56" name="Freeform 159">
                <a:extLst>
                  <a:ext uri="{FF2B5EF4-FFF2-40B4-BE49-F238E27FC236}">
                    <a16:creationId xmlns:a16="http://schemas.microsoft.com/office/drawing/2014/main" id="{5AA507C0-A83C-4C4A-847C-5E34DBEE4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066"/>
                <a:ext cx="4" cy="7"/>
              </a:xfrm>
              <a:custGeom>
                <a:avLst/>
                <a:gdLst>
                  <a:gd name="T0" fmla="*/ 7 w 3"/>
                  <a:gd name="T1" fmla="*/ 0 h 5"/>
                  <a:gd name="T2" fmla="*/ 1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57" name="Freeform 160">
                <a:extLst>
                  <a:ext uri="{FF2B5EF4-FFF2-40B4-BE49-F238E27FC236}">
                    <a16:creationId xmlns:a16="http://schemas.microsoft.com/office/drawing/2014/main" id="{B8FB9F99-A7C2-43BA-B52C-3F23B7B8D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1131"/>
                <a:ext cx="17" cy="14"/>
              </a:xfrm>
              <a:custGeom>
                <a:avLst/>
                <a:gdLst>
                  <a:gd name="T0" fmla="*/ 0 w 13"/>
                  <a:gd name="T1" fmla="*/ 6 h 10"/>
                  <a:gd name="T2" fmla="*/ 27 w 1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2"/>
                    </a:moveTo>
                    <a:cubicBezTo>
                      <a:pt x="5" y="9"/>
                      <a:pt x="13" y="10"/>
                      <a:pt x="1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58" name="Freeform 161">
                <a:extLst>
                  <a:ext uri="{FF2B5EF4-FFF2-40B4-BE49-F238E27FC236}">
                    <a16:creationId xmlns:a16="http://schemas.microsoft.com/office/drawing/2014/main" id="{C78E7A1F-1F3D-475A-87DA-A2A4B3B27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1139"/>
                <a:ext cx="32" cy="78"/>
              </a:xfrm>
              <a:custGeom>
                <a:avLst/>
                <a:gdLst>
                  <a:gd name="T0" fmla="*/ 10 w 25"/>
                  <a:gd name="T1" fmla="*/ 0 h 56"/>
                  <a:gd name="T2" fmla="*/ 1 w 25"/>
                  <a:gd name="T3" fmla="*/ 0 h 56"/>
                  <a:gd name="T4" fmla="*/ 15 w 25"/>
                  <a:gd name="T5" fmla="*/ 29 h 56"/>
                  <a:gd name="T6" fmla="*/ 23 w 25"/>
                  <a:gd name="T7" fmla="*/ 82 h 56"/>
                  <a:gd name="T8" fmla="*/ 33 w 25"/>
                  <a:gd name="T9" fmla="*/ 130 h 56"/>
                  <a:gd name="T10" fmla="*/ 42 w 25"/>
                  <a:gd name="T11" fmla="*/ 149 h 56"/>
                  <a:gd name="T12" fmla="*/ 52 w 25"/>
                  <a:gd name="T13" fmla="*/ 14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56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4"/>
                      <a:pt x="6" y="8"/>
                      <a:pt x="7" y="11"/>
                    </a:cubicBezTo>
                    <a:cubicBezTo>
                      <a:pt x="9" y="17"/>
                      <a:pt x="9" y="24"/>
                      <a:pt x="11" y="30"/>
                    </a:cubicBezTo>
                    <a:cubicBezTo>
                      <a:pt x="13" y="36"/>
                      <a:pt x="15" y="42"/>
                      <a:pt x="16" y="48"/>
                    </a:cubicBezTo>
                    <a:cubicBezTo>
                      <a:pt x="17" y="51"/>
                      <a:pt x="17" y="53"/>
                      <a:pt x="20" y="55"/>
                    </a:cubicBezTo>
                    <a:cubicBezTo>
                      <a:pt x="22" y="56"/>
                      <a:pt x="24" y="56"/>
                      <a:pt x="25" y="5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59" name="Freeform 162">
                <a:extLst>
                  <a:ext uri="{FF2B5EF4-FFF2-40B4-BE49-F238E27FC236}">
                    <a16:creationId xmlns:a16="http://schemas.microsoft.com/office/drawing/2014/main" id="{9CF3C164-BC9C-409C-B3D1-1CD51E52F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139"/>
                <a:ext cx="8" cy="6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4" y="1"/>
                      <a:pt x="6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60" name="Freeform 163">
                <a:extLst>
                  <a:ext uri="{FF2B5EF4-FFF2-40B4-BE49-F238E27FC236}">
                    <a16:creationId xmlns:a16="http://schemas.microsoft.com/office/drawing/2014/main" id="{3E30FC00-AE31-449F-9654-D79BF58F0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145"/>
                <a:ext cx="6" cy="2"/>
              </a:xfrm>
              <a:custGeom>
                <a:avLst/>
                <a:gdLst>
                  <a:gd name="T0" fmla="*/ 0 w 4"/>
                  <a:gd name="T1" fmla="*/ 1 h 2"/>
                  <a:gd name="T2" fmla="*/ 14 w 4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0"/>
                      <a:pt x="3" y="1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61" name="Freeform 164">
                <a:extLst>
                  <a:ext uri="{FF2B5EF4-FFF2-40B4-BE49-F238E27FC236}">
                    <a16:creationId xmlns:a16="http://schemas.microsoft.com/office/drawing/2014/main" id="{6FACA5A6-C3DF-4953-AEEE-630A05AA1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146"/>
                <a:ext cx="2" cy="6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62" name="Freeform 165">
                <a:extLst>
                  <a:ext uri="{FF2B5EF4-FFF2-40B4-BE49-F238E27FC236}">
                    <a16:creationId xmlns:a16="http://schemas.microsoft.com/office/drawing/2014/main" id="{0DCF13D5-37FF-4BE9-AB50-6DD84EC1F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203"/>
                <a:ext cx="17" cy="11"/>
              </a:xfrm>
              <a:custGeom>
                <a:avLst/>
                <a:gdLst>
                  <a:gd name="T0" fmla="*/ 27 w 13"/>
                  <a:gd name="T1" fmla="*/ 0 h 8"/>
                  <a:gd name="T2" fmla="*/ 13 w 13"/>
                  <a:gd name="T3" fmla="*/ 21 h 8"/>
                  <a:gd name="T4" fmla="*/ 0 w 13"/>
                  <a:gd name="T5" fmla="*/ 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2" y="0"/>
                    </a:moveTo>
                    <a:cubicBezTo>
                      <a:pt x="13" y="5"/>
                      <a:pt x="12" y="8"/>
                      <a:pt x="6" y="8"/>
                    </a:cubicBezTo>
                    <a:cubicBezTo>
                      <a:pt x="2" y="8"/>
                      <a:pt x="0" y="6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63" name="Freeform 166">
                <a:extLst>
                  <a:ext uri="{FF2B5EF4-FFF2-40B4-BE49-F238E27FC236}">
                    <a16:creationId xmlns:a16="http://schemas.microsoft.com/office/drawing/2014/main" id="{ADA119F1-C964-4D99-8EA9-A47C0056F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1213"/>
                <a:ext cx="20" cy="103"/>
              </a:xfrm>
              <a:custGeom>
                <a:avLst/>
                <a:gdLst>
                  <a:gd name="T0" fmla="*/ 1 w 16"/>
                  <a:gd name="T1" fmla="*/ 0 h 75"/>
                  <a:gd name="T2" fmla="*/ 8 w 16"/>
                  <a:gd name="T3" fmla="*/ 55 h 75"/>
                  <a:gd name="T4" fmla="*/ 13 w 16"/>
                  <a:gd name="T5" fmla="*/ 125 h 75"/>
                  <a:gd name="T6" fmla="*/ 31 w 16"/>
                  <a:gd name="T7" fmla="*/ 187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5">
                    <a:moveTo>
                      <a:pt x="1" y="0"/>
                    </a:moveTo>
                    <a:cubicBezTo>
                      <a:pt x="0" y="7"/>
                      <a:pt x="3" y="15"/>
                      <a:pt x="4" y="21"/>
                    </a:cubicBezTo>
                    <a:cubicBezTo>
                      <a:pt x="5" y="30"/>
                      <a:pt x="6" y="39"/>
                      <a:pt x="6" y="48"/>
                    </a:cubicBezTo>
                    <a:cubicBezTo>
                      <a:pt x="6" y="55"/>
                      <a:pt x="3" y="75"/>
                      <a:pt x="16" y="7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64" name="Freeform 167">
                <a:extLst>
                  <a:ext uri="{FF2B5EF4-FFF2-40B4-BE49-F238E27FC236}">
                    <a16:creationId xmlns:a16="http://schemas.microsoft.com/office/drawing/2014/main" id="{9BAE6BA0-8803-43CF-9CF7-C0CF85B8A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294"/>
                <a:ext cx="13" cy="22"/>
              </a:xfrm>
              <a:custGeom>
                <a:avLst/>
                <a:gdLst>
                  <a:gd name="T0" fmla="*/ 22 w 10"/>
                  <a:gd name="T1" fmla="*/ 0 h 16"/>
                  <a:gd name="T2" fmla="*/ 0 w 10"/>
                  <a:gd name="T3" fmla="*/ 3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10" y="7"/>
                      <a:pt x="9" y="16"/>
                      <a:pt x="0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65" name="Freeform 168">
                <a:extLst>
                  <a:ext uri="{FF2B5EF4-FFF2-40B4-BE49-F238E27FC236}">
                    <a16:creationId xmlns:a16="http://schemas.microsoft.com/office/drawing/2014/main" id="{400D336C-FE45-492E-93EF-707B964C8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1311"/>
                <a:ext cx="9" cy="91"/>
              </a:xfrm>
              <a:custGeom>
                <a:avLst/>
                <a:gdLst>
                  <a:gd name="T0" fmla="*/ 15 w 7"/>
                  <a:gd name="T1" fmla="*/ 0 h 66"/>
                  <a:gd name="T2" fmla="*/ 1 w 7"/>
                  <a:gd name="T3" fmla="*/ 0 h 66"/>
                  <a:gd name="T4" fmla="*/ 6 w 7"/>
                  <a:gd name="T5" fmla="*/ 44 h 66"/>
                  <a:gd name="T6" fmla="*/ 8 w 7"/>
                  <a:gd name="T7" fmla="*/ 102 h 66"/>
                  <a:gd name="T8" fmla="*/ 1 w 7"/>
                  <a:gd name="T9" fmla="*/ 152 h 66"/>
                  <a:gd name="T10" fmla="*/ 15 w 7"/>
                  <a:gd name="T11" fmla="*/ 172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6">
                    <a:moveTo>
                      <a:pt x="7" y="0"/>
                    </a:moveTo>
                    <a:cubicBezTo>
                      <a:pt x="5" y="0"/>
                      <a:pt x="3" y="0"/>
                      <a:pt x="1" y="0"/>
                    </a:cubicBezTo>
                    <a:cubicBezTo>
                      <a:pt x="0" y="5"/>
                      <a:pt x="3" y="12"/>
                      <a:pt x="3" y="17"/>
                    </a:cubicBezTo>
                    <a:cubicBezTo>
                      <a:pt x="4" y="25"/>
                      <a:pt x="5" y="32"/>
                      <a:pt x="4" y="39"/>
                    </a:cubicBezTo>
                    <a:cubicBezTo>
                      <a:pt x="3" y="46"/>
                      <a:pt x="1" y="52"/>
                      <a:pt x="1" y="58"/>
                    </a:cubicBezTo>
                    <a:cubicBezTo>
                      <a:pt x="1" y="62"/>
                      <a:pt x="3" y="65"/>
                      <a:pt x="7" y="6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66" name="Freeform 169">
                <a:extLst>
                  <a:ext uri="{FF2B5EF4-FFF2-40B4-BE49-F238E27FC236}">
                    <a16:creationId xmlns:a16="http://schemas.microsoft.com/office/drawing/2014/main" id="{56F2E11B-A9DB-483F-94DF-257551FA4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388"/>
                <a:ext cx="17" cy="11"/>
              </a:xfrm>
              <a:custGeom>
                <a:avLst/>
                <a:gdLst>
                  <a:gd name="T0" fmla="*/ 29 w 13"/>
                  <a:gd name="T1" fmla="*/ 0 h 8"/>
                  <a:gd name="T2" fmla="*/ 13 w 13"/>
                  <a:gd name="T3" fmla="*/ 21 h 8"/>
                  <a:gd name="T4" fmla="*/ 0 w 13"/>
                  <a:gd name="T5" fmla="*/ 1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cubicBezTo>
                      <a:pt x="11" y="5"/>
                      <a:pt x="12" y="8"/>
                      <a:pt x="6" y="8"/>
                    </a:cubicBezTo>
                    <a:cubicBezTo>
                      <a:pt x="3" y="7"/>
                      <a:pt x="0" y="8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67" name="Freeform 170">
                <a:extLst>
                  <a:ext uri="{FF2B5EF4-FFF2-40B4-BE49-F238E27FC236}">
                    <a16:creationId xmlns:a16="http://schemas.microsoft.com/office/drawing/2014/main" id="{D0D299C9-32C4-44A9-8FDD-30427C7C9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312"/>
                <a:ext cx="8" cy="7"/>
              </a:xfrm>
              <a:custGeom>
                <a:avLst/>
                <a:gdLst>
                  <a:gd name="T0" fmla="*/ 15 w 6"/>
                  <a:gd name="T1" fmla="*/ 0 h 5"/>
                  <a:gd name="T2" fmla="*/ 0 w 6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3" y="0"/>
                      <a:pt x="1" y="2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68" name="Freeform 171">
                <a:extLst>
                  <a:ext uri="{FF2B5EF4-FFF2-40B4-BE49-F238E27FC236}">
                    <a16:creationId xmlns:a16="http://schemas.microsoft.com/office/drawing/2014/main" id="{F43261B4-A778-4480-8C4F-4D2AF8BE4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399"/>
                <a:ext cx="5" cy="6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1" y="0"/>
                      <a:pt x="0" y="2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69" name="Freeform 172">
                <a:extLst>
                  <a:ext uri="{FF2B5EF4-FFF2-40B4-BE49-F238E27FC236}">
                    <a16:creationId xmlns:a16="http://schemas.microsoft.com/office/drawing/2014/main" id="{48C5B7FF-1C16-418A-A35E-F26C57B61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399"/>
                <a:ext cx="38" cy="100"/>
              </a:xfrm>
              <a:custGeom>
                <a:avLst/>
                <a:gdLst>
                  <a:gd name="T0" fmla="*/ 54 w 29"/>
                  <a:gd name="T1" fmla="*/ 0 h 72"/>
                  <a:gd name="T2" fmla="*/ 50 w 29"/>
                  <a:gd name="T3" fmla="*/ 49 h 72"/>
                  <a:gd name="T4" fmla="*/ 43 w 29"/>
                  <a:gd name="T5" fmla="*/ 85 h 72"/>
                  <a:gd name="T6" fmla="*/ 41 w 29"/>
                  <a:gd name="T7" fmla="*/ 118 h 72"/>
                  <a:gd name="T8" fmla="*/ 0 w 29"/>
                  <a:gd name="T9" fmla="*/ 169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72">
                    <a:moveTo>
                      <a:pt x="24" y="0"/>
                    </a:moveTo>
                    <a:cubicBezTo>
                      <a:pt x="29" y="1"/>
                      <a:pt x="23" y="14"/>
                      <a:pt x="22" y="18"/>
                    </a:cubicBezTo>
                    <a:cubicBezTo>
                      <a:pt x="21" y="22"/>
                      <a:pt x="20" y="27"/>
                      <a:pt x="19" y="32"/>
                    </a:cubicBezTo>
                    <a:cubicBezTo>
                      <a:pt x="19" y="36"/>
                      <a:pt x="19" y="40"/>
                      <a:pt x="18" y="44"/>
                    </a:cubicBezTo>
                    <a:cubicBezTo>
                      <a:pt x="17" y="50"/>
                      <a:pt x="9" y="72"/>
                      <a:pt x="0" y="6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0" name="Freeform 173">
                <a:extLst>
                  <a:ext uri="{FF2B5EF4-FFF2-40B4-BE49-F238E27FC236}">
                    <a16:creationId xmlns:a16="http://schemas.microsoft.com/office/drawing/2014/main" id="{E3633114-513F-4317-BA94-F039C6C80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1478"/>
                <a:ext cx="9" cy="16"/>
              </a:xfrm>
              <a:custGeom>
                <a:avLst/>
                <a:gdLst>
                  <a:gd name="T0" fmla="*/ 1 w 7"/>
                  <a:gd name="T1" fmla="*/ 0 h 11"/>
                  <a:gd name="T2" fmla="*/ 15 w 7"/>
                  <a:gd name="T3" fmla="*/ 33 h 11"/>
                  <a:gd name="T4" fmla="*/ 15 w 7"/>
                  <a:gd name="T5" fmla="*/ 3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1" y="5"/>
                      <a:pt x="0" y="11"/>
                      <a:pt x="7" y="11"/>
                    </a:cubicBezTo>
                    <a:cubicBezTo>
                      <a:pt x="7" y="11"/>
                      <a:pt x="7" y="10"/>
                      <a:pt x="7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1" name="Freeform 174">
                <a:extLst>
                  <a:ext uri="{FF2B5EF4-FFF2-40B4-BE49-F238E27FC236}">
                    <a16:creationId xmlns:a16="http://schemas.microsoft.com/office/drawing/2014/main" id="{29861E95-5B0E-496F-B8B2-FE692DC47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399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2" name="Freeform 175">
                <a:extLst>
                  <a:ext uri="{FF2B5EF4-FFF2-40B4-BE49-F238E27FC236}">
                    <a16:creationId xmlns:a16="http://schemas.microsoft.com/office/drawing/2014/main" id="{6420D258-D67F-4B83-BF63-FB6D95DAB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1487"/>
                <a:ext cx="51" cy="88"/>
              </a:xfrm>
              <a:custGeom>
                <a:avLst/>
                <a:gdLst>
                  <a:gd name="T0" fmla="*/ 72 w 39"/>
                  <a:gd name="T1" fmla="*/ 1 h 64"/>
                  <a:gd name="T2" fmla="*/ 73 w 39"/>
                  <a:gd name="T3" fmla="*/ 29 h 64"/>
                  <a:gd name="T4" fmla="*/ 44 w 39"/>
                  <a:gd name="T5" fmla="*/ 91 h 64"/>
                  <a:gd name="T6" fmla="*/ 22 w 39"/>
                  <a:gd name="T7" fmla="*/ 151 h 64"/>
                  <a:gd name="T8" fmla="*/ 0 w 39"/>
                  <a:gd name="T9" fmla="*/ 144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2" y="1"/>
                    </a:moveTo>
                    <a:cubicBezTo>
                      <a:pt x="39" y="0"/>
                      <a:pt x="34" y="9"/>
                      <a:pt x="33" y="11"/>
                    </a:cubicBezTo>
                    <a:cubicBezTo>
                      <a:pt x="28" y="19"/>
                      <a:pt x="23" y="26"/>
                      <a:pt x="20" y="35"/>
                    </a:cubicBezTo>
                    <a:cubicBezTo>
                      <a:pt x="17" y="42"/>
                      <a:pt x="15" y="52"/>
                      <a:pt x="10" y="58"/>
                    </a:cubicBezTo>
                    <a:cubicBezTo>
                      <a:pt x="6" y="64"/>
                      <a:pt x="3" y="60"/>
                      <a:pt x="0" y="5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3" name="Freeform 176">
                <a:extLst>
                  <a:ext uri="{FF2B5EF4-FFF2-40B4-BE49-F238E27FC236}">
                    <a16:creationId xmlns:a16="http://schemas.microsoft.com/office/drawing/2014/main" id="{B23549E9-28C0-4CA2-89FF-7419AFB13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489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4" name="Freeform 177">
                <a:extLst>
                  <a:ext uri="{FF2B5EF4-FFF2-40B4-BE49-F238E27FC236}">
                    <a16:creationId xmlns:a16="http://schemas.microsoft.com/office/drawing/2014/main" id="{EF59520F-ACB9-4B2B-8D11-1A6F990AB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566"/>
                <a:ext cx="16" cy="16"/>
              </a:xfrm>
              <a:custGeom>
                <a:avLst/>
                <a:gdLst>
                  <a:gd name="T0" fmla="*/ 9 w 12"/>
                  <a:gd name="T1" fmla="*/ 0 h 12"/>
                  <a:gd name="T2" fmla="*/ 28 w 12"/>
                  <a:gd name="T3" fmla="*/ 1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0" y="7"/>
                      <a:pt x="12" y="12"/>
                      <a:pt x="12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5" name="Freeform 178">
                <a:extLst>
                  <a:ext uri="{FF2B5EF4-FFF2-40B4-BE49-F238E27FC236}">
                    <a16:creationId xmlns:a16="http://schemas.microsoft.com/office/drawing/2014/main" id="{6F0C2930-1DEC-4129-9EDB-03749FD34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571"/>
                <a:ext cx="40" cy="69"/>
              </a:xfrm>
              <a:custGeom>
                <a:avLst/>
                <a:gdLst>
                  <a:gd name="T0" fmla="*/ 67 w 31"/>
                  <a:gd name="T1" fmla="*/ 6 h 50"/>
                  <a:gd name="T2" fmla="*/ 59 w 31"/>
                  <a:gd name="T3" fmla="*/ 1 h 50"/>
                  <a:gd name="T4" fmla="*/ 23 w 31"/>
                  <a:gd name="T5" fmla="*/ 81 h 50"/>
                  <a:gd name="T6" fmla="*/ 5 w 31"/>
                  <a:gd name="T7" fmla="*/ 116 h 50"/>
                  <a:gd name="T8" fmla="*/ 5 w 31"/>
                  <a:gd name="T9" fmla="*/ 126 h 50"/>
                  <a:gd name="T10" fmla="*/ 15 w 31"/>
                  <a:gd name="T11" fmla="*/ 131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50">
                    <a:moveTo>
                      <a:pt x="31" y="2"/>
                    </a:moveTo>
                    <a:cubicBezTo>
                      <a:pt x="30" y="1"/>
                      <a:pt x="29" y="0"/>
                      <a:pt x="28" y="1"/>
                    </a:cubicBezTo>
                    <a:cubicBezTo>
                      <a:pt x="27" y="13"/>
                      <a:pt x="19" y="21"/>
                      <a:pt x="11" y="31"/>
                    </a:cubicBezTo>
                    <a:cubicBezTo>
                      <a:pt x="8" y="35"/>
                      <a:pt x="3" y="39"/>
                      <a:pt x="2" y="44"/>
                    </a:cubicBezTo>
                    <a:cubicBezTo>
                      <a:pt x="1" y="47"/>
                      <a:pt x="0" y="46"/>
                      <a:pt x="2" y="48"/>
                    </a:cubicBezTo>
                    <a:cubicBezTo>
                      <a:pt x="4" y="49"/>
                      <a:pt x="6" y="49"/>
                      <a:pt x="7" y="5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6" name="Freeform 179">
                <a:extLst>
                  <a:ext uri="{FF2B5EF4-FFF2-40B4-BE49-F238E27FC236}">
                    <a16:creationId xmlns:a16="http://schemas.microsoft.com/office/drawing/2014/main" id="{94B18E8E-B091-453D-AD2D-565873211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615"/>
                <a:ext cx="12" cy="14"/>
              </a:xfrm>
              <a:custGeom>
                <a:avLst/>
                <a:gdLst>
                  <a:gd name="T0" fmla="*/ 21 w 9"/>
                  <a:gd name="T1" fmla="*/ 20 h 10"/>
                  <a:gd name="T2" fmla="*/ 1 w 9"/>
                  <a:gd name="T3" fmla="*/ 20 h 10"/>
                  <a:gd name="T4" fmla="*/ 0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7"/>
                    </a:moveTo>
                    <a:cubicBezTo>
                      <a:pt x="6" y="8"/>
                      <a:pt x="3" y="10"/>
                      <a:pt x="1" y="7"/>
                    </a:cubicBezTo>
                    <a:cubicBezTo>
                      <a:pt x="0" y="6"/>
                      <a:pt x="0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7" name="Freeform 180">
                <a:extLst>
                  <a:ext uri="{FF2B5EF4-FFF2-40B4-BE49-F238E27FC236}">
                    <a16:creationId xmlns:a16="http://schemas.microsoft.com/office/drawing/2014/main" id="{3F4181D2-E6F9-4075-B74D-39B19D53E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1567"/>
                <a:ext cx="6" cy="1"/>
              </a:xfrm>
              <a:custGeom>
                <a:avLst/>
                <a:gdLst>
                  <a:gd name="T0" fmla="*/ 14 w 4"/>
                  <a:gd name="T1" fmla="*/ 0 h 1"/>
                  <a:gd name="T2" fmla="*/ 0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8" name="Freeform 181">
                <a:extLst>
                  <a:ext uri="{FF2B5EF4-FFF2-40B4-BE49-F238E27FC236}">
                    <a16:creationId xmlns:a16="http://schemas.microsoft.com/office/drawing/2014/main" id="{6FEB88B2-A27F-44C8-889B-68106F97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621"/>
                <a:ext cx="7" cy="1"/>
              </a:xfrm>
              <a:custGeom>
                <a:avLst/>
                <a:gdLst>
                  <a:gd name="T0" fmla="*/ 14 w 5"/>
                  <a:gd name="T1" fmla="*/ 1 h 1"/>
                  <a:gd name="T2" fmla="*/ 0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9" name="Freeform 182">
                <a:extLst>
                  <a:ext uri="{FF2B5EF4-FFF2-40B4-BE49-F238E27FC236}">
                    <a16:creationId xmlns:a16="http://schemas.microsoft.com/office/drawing/2014/main" id="{FBF744A7-A244-48FB-BA6D-0ED4E1887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1627"/>
                <a:ext cx="61" cy="41"/>
              </a:xfrm>
              <a:custGeom>
                <a:avLst/>
                <a:gdLst>
                  <a:gd name="T0" fmla="*/ 103 w 47"/>
                  <a:gd name="T1" fmla="*/ 0 h 30"/>
                  <a:gd name="T2" fmla="*/ 75 w 47"/>
                  <a:gd name="T3" fmla="*/ 26 h 30"/>
                  <a:gd name="T4" fmla="*/ 38 w 47"/>
                  <a:gd name="T5" fmla="*/ 56 h 30"/>
                  <a:gd name="T6" fmla="*/ 10 w 47"/>
                  <a:gd name="T7" fmla="*/ 70 h 30"/>
                  <a:gd name="T8" fmla="*/ 6 w 47"/>
                  <a:gd name="T9" fmla="*/ 4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0">
                    <a:moveTo>
                      <a:pt x="47" y="0"/>
                    </a:moveTo>
                    <a:cubicBezTo>
                      <a:pt x="43" y="3"/>
                      <a:pt x="40" y="8"/>
                      <a:pt x="35" y="10"/>
                    </a:cubicBezTo>
                    <a:cubicBezTo>
                      <a:pt x="29" y="14"/>
                      <a:pt x="23" y="19"/>
                      <a:pt x="17" y="22"/>
                    </a:cubicBezTo>
                    <a:cubicBezTo>
                      <a:pt x="13" y="24"/>
                      <a:pt x="9" y="30"/>
                      <a:pt x="5" y="27"/>
                    </a:cubicBezTo>
                    <a:cubicBezTo>
                      <a:pt x="3" y="25"/>
                      <a:pt x="0" y="19"/>
                      <a:pt x="3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80" name="Freeform 183">
                <a:extLst>
                  <a:ext uri="{FF2B5EF4-FFF2-40B4-BE49-F238E27FC236}">
                    <a16:creationId xmlns:a16="http://schemas.microsoft.com/office/drawing/2014/main" id="{40C227C0-69E0-4C94-A64D-AC4F40B4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665"/>
                <a:ext cx="13" cy="14"/>
              </a:xfrm>
              <a:custGeom>
                <a:avLst/>
                <a:gdLst>
                  <a:gd name="T0" fmla="*/ 9 w 10"/>
                  <a:gd name="T1" fmla="*/ 0 h 10"/>
                  <a:gd name="T2" fmla="*/ 22 w 10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cubicBezTo>
                      <a:pt x="0" y="0"/>
                      <a:pt x="5" y="10"/>
                      <a:pt x="1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81" name="Freeform 184">
                <a:extLst>
                  <a:ext uri="{FF2B5EF4-FFF2-40B4-BE49-F238E27FC236}">
                    <a16:creationId xmlns:a16="http://schemas.microsoft.com/office/drawing/2014/main" id="{998CE5E4-C4DD-4158-8672-E4EF3380C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1661"/>
                <a:ext cx="59" cy="31"/>
              </a:xfrm>
              <a:custGeom>
                <a:avLst/>
                <a:gdLst>
                  <a:gd name="T0" fmla="*/ 101 w 45"/>
                  <a:gd name="T1" fmla="*/ 6 h 22"/>
                  <a:gd name="T2" fmla="*/ 0 w 45"/>
                  <a:gd name="T3" fmla="*/ 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45" y="2"/>
                    </a:moveTo>
                    <a:cubicBezTo>
                      <a:pt x="36" y="0"/>
                      <a:pt x="0" y="22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82" name="Freeform 185">
                <a:extLst>
                  <a:ext uri="{FF2B5EF4-FFF2-40B4-BE49-F238E27FC236}">
                    <a16:creationId xmlns:a16="http://schemas.microsoft.com/office/drawing/2014/main" id="{D1B40B64-F68E-40C2-90CD-436A8437A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675"/>
                <a:ext cx="8" cy="17"/>
              </a:xfrm>
              <a:custGeom>
                <a:avLst/>
                <a:gdLst>
                  <a:gd name="T0" fmla="*/ 9 w 6"/>
                  <a:gd name="T1" fmla="*/ 0 h 12"/>
                  <a:gd name="T2" fmla="*/ 7 w 6"/>
                  <a:gd name="T3" fmla="*/ 33 h 12"/>
                  <a:gd name="T4" fmla="*/ 15 w 6"/>
                  <a:gd name="T5" fmla="*/ 3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0" y="3"/>
                      <a:pt x="3" y="7"/>
                      <a:pt x="3" y="11"/>
                    </a:cubicBezTo>
                    <a:cubicBezTo>
                      <a:pt x="4" y="12"/>
                      <a:pt x="5" y="12"/>
                      <a:pt x="6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83" name="Freeform 186">
                <a:extLst>
                  <a:ext uri="{FF2B5EF4-FFF2-40B4-BE49-F238E27FC236}">
                    <a16:creationId xmlns:a16="http://schemas.microsoft.com/office/drawing/2014/main" id="{1F706709-8A05-4B14-85BC-2ED7F755C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1672"/>
                <a:ext cx="3" cy="9"/>
              </a:xfrm>
              <a:custGeom>
                <a:avLst/>
                <a:gdLst>
                  <a:gd name="T0" fmla="*/ 5 w 2"/>
                  <a:gd name="T1" fmla="*/ 0 h 6"/>
                  <a:gd name="T2" fmla="*/ 0 w 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2" y="2"/>
                      <a:pt x="1" y="5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84" name="Freeform 187">
                <a:extLst>
                  <a:ext uri="{FF2B5EF4-FFF2-40B4-BE49-F238E27FC236}">
                    <a16:creationId xmlns:a16="http://schemas.microsoft.com/office/drawing/2014/main" id="{1EC8CA29-E866-4817-B746-8737A602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1638"/>
                <a:ext cx="2" cy="7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3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85" name="Freeform 188">
                <a:extLst>
                  <a:ext uri="{FF2B5EF4-FFF2-40B4-BE49-F238E27FC236}">
                    <a16:creationId xmlns:a16="http://schemas.microsoft.com/office/drawing/2014/main" id="{055279B1-25B2-4D6C-92BD-80FCFE353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577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2"/>
                      <a:pt x="4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86" name="Freeform 189">
                <a:extLst>
                  <a:ext uri="{FF2B5EF4-FFF2-40B4-BE49-F238E27FC236}">
                    <a16:creationId xmlns:a16="http://schemas.microsoft.com/office/drawing/2014/main" id="{E9F20E46-35F6-4780-B04F-51A9F642D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1494"/>
                <a:ext cx="3" cy="7"/>
              </a:xfrm>
              <a:custGeom>
                <a:avLst/>
                <a:gdLst>
                  <a:gd name="T0" fmla="*/ 0 w 2"/>
                  <a:gd name="T1" fmla="*/ 0 h 5"/>
                  <a:gd name="T2" fmla="*/ 8 w 2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87" name="Freeform 190">
                <a:extLst>
                  <a:ext uri="{FF2B5EF4-FFF2-40B4-BE49-F238E27FC236}">
                    <a16:creationId xmlns:a16="http://schemas.microsoft.com/office/drawing/2014/main" id="{9D0D0224-BC88-47CE-9448-934F896FC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1649"/>
                <a:ext cx="64" cy="32"/>
              </a:xfrm>
              <a:custGeom>
                <a:avLst/>
                <a:gdLst>
                  <a:gd name="T0" fmla="*/ 110 w 49"/>
                  <a:gd name="T1" fmla="*/ 46 h 23"/>
                  <a:gd name="T2" fmla="*/ 24 w 4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3">
                    <a:moveTo>
                      <a:pt x="49" y="17"/>
                    </a:moveTo>
                    <a:cubicBezTo>
                      <a:pt x="48" y="23"/>
                      <a:pt x="0" y="14"/>
                      <a:pt x="1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88" name="Freeform 191">
                <a:extLst>
                  <a:ext uri="{FF2B5EF4-FFF2-40B4-BE49-F238E27FC236}">
                    <a16:creationId xmlns:a16="http://schemas.microsoft.com/office/drawing/2014/main" id="{E0B3DA72-9E89-48D1-8723-B51197682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1660"/>
                <a:ext cx="9" cy="14"/>
              </a:xfrm>
              <a:custGeom>
                <a:avLst/>
                <a:gdLst>
                  <a:gd name="T0" fmla="*/ 15 w 7"/>
                  <a:gd name="T1" fmla="*/ 1 h 10"/>
                  <a:gd name="T2" fmla="*/ 8 w 7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1"/>
                    </a:moveTo>
                    <a:cubicBezTo>
                      <a:pt x="1" y="0"/>
                      <a:pt x="0" y="7"/>
                      <a:pt x="4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89" name="Freeform 192">
                <a:extLst>
                  <a:ext uri="{FF2B5EF4-FFF2-40B4-BE49-F238E27FC236}">
                    <a16:creationId xmlns:a16="http://schemas.microsoft.com/office/drawing/2014/main" id="{096CA541-A354-461B-8465-8BC7EF3FD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686"/>
                <a:ext cx="5" cy="6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2" y="4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0" name="Freeform 193">
                <a:extLst>
                  <a:ext uri="{FF2B5EF4-FFF2-40B4-BE49-F238E27FC236}">
                    <a16:creationId xmlns:a16="http://schemas.microsoft.com/office/drawing/2014/main" id="{963674C4-BE97-4DA0-82D5-D94F94B42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1675"/>
                <a:ext cx="7" cy="4"/>
              </a:xfrm>
              <a:custGeom>
                <a:avLst/>
                <a:gdLst>
                  <a:gd name="T0" fmla="*/ 0 w 5"/>
                  <a:gd name="T1" fmla="*/ 0 h 3"/>
                  <a:gd name="T2" fmla="*/ 14 w 5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1"/>
                      <a:pt x="5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1" name="Freeform 194">
                <a:extLst>
                  <a:ext uri="{FF2B5EF4-FFF2-40B4-BE49-F238E27FC236}">
                    <a16:creationId xmlns:a16="http://schemas.microsoft.com/office/drawing/2014/main" id="{1FD0E0E9-77C0-4005-B790-0A13B7741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1610"/>
                <a:ext cx="56" cy="53"/>
              </a:xfrm>
              <a:custGeom>
                <a:avLst/>
                <a:gdLst>
                  <a:gd name="T0" fmla="*/ 94 w 43"/>
                  <a:gd name="T1" fmla="*/ 82 h 38"/>
                  <a:gd name="T2" fmla="*/ 68 w 43"/>
                  <a:gd name="T3" fmla="*/ 74 h 38"/>
                  <a:gd name="T4" fmla="*/ 38 w 43"/>
                  <a:gd name="T5" fmla="*/ 46 h 38"/>
                  <a:gd name="T6" fmla="*/ 23 w 4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8">
                    <a:moveTo>
                      <a:pt x="42" y="30"/>
                    </a:moveTo>
                    <a:cubicBezTo>
                      <a:pt x="43" y="38"/>
                      <a:pt x="33" y="29"/>
                      <a:pt x="31" y="27"/>
                    </a:cubicBezTo>
                    <a:cubicBezTo>
                      <a:pt x="25" y="24"/>
                      <a:pt x="21" y="21"/>
                      <a:pt x="17" y="17"/>
                    </a:cubicBezTo>
                    <a:cubicBezTo>
                      <a:pt x="15" y="14"/>
                      <a:pt x="0" y="1"/>
                      <a:pt x="1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2" name="Freeform 195">
                <a:extLst>
                  <a:ext uri="{FF2B5EF4-FFF2-40B4-BE49-F238E27FC236}">
                    <a16:creationId xmlns:a16="http://schemas.microsoft.com/office/drawing/2014/main" id="{3D809276-7C16-4E48-951F-BC3A9E602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1614"/>
                <a:ext cx="11" cy="8"/>
              </a:xfrm>
              <a:custGeom>
                <a:avLst/>
                <a:gdLst>
                  <a:gd name="T0" fmla="*/ 21 w 8"/>
                  <a:gd name="T1" fmla="*/ 7 h 6"/>
                  <a:gd name="T2" fmla="*/ 1 w 8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4" y="0"/>
                      <a:pt x="0" y="1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3" name="Freeform 196">
                <a:extLst>
                  <a:ext uri="{FF2B5EF4-FFF2-40B4-BE49-F238E27FC236}">
                    <a16:creationId xmlns:a16="http://schemas.microsoft.com/office/drawing/2014/main" id="{E821402E-2290-4156-ACF9-853ABD849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1657"/>
                <a:ext cx="2" cy="6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4" name="Freeform 197">
                <a:extLst>
                  <a:ext uri="{FF2B5EF4-FFF2-40B4-BE49-F238E27FC236}">
                    <a16:creationId xmlns:a16="http://schemas.microsoft.com/office/drawing/2014/main" id="{B0D6B861-CCE7-405E-B088-EB2FF3AD8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1667"/>
                <a:ext cx="6" cy="1"/>
              </a:xfrm>
              <a:custGeom>
                <a:avLst/>
                <a:gdLst>
                  <a:gd name="T0" fmla="*/ 8 w 5"/>
                  <a:gd name="T1" fmla="*/ 0 h 1"/>
                  <a:gd name="T2" fmla="*/ 0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1" y="1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5" name="Freeform 198">
                <a:extLst>
                  <a:ext uri="{FF2B5EF4-FFF2-40B4-BE49-F238E27FC236}">
                    <a16:creationId xmlns:a16="http://schemas.microsoft.com/office/drawing/2014/main" id="{2E29A348-3A02-4F04-B888-DA56751A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1556"/>
                <a:ext cx="38" cy="61"/>
              </a:xfrm>
              <a:custGeom>
                <a:avLst/>
                <a:gdLst>
                  <a:gd name="T0" fmla="*/ 66 w 29"/>
                  <a:gd name="T1" fmla="*/ 118 h 44"/>
                  <a:gd name="T2" fmla="*/ 21 w 29"/>
                  <a:gd name="T3" fmla="*/ 49 h 44"/>
                  <a:gd name="T4" fmla="*/ 16 w 2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4">
                    <a:moveTo>
                      <a:pt x="29" y="44"/>
                    </a:moveTo>
                    <a:cubicBezTo>
                      <a:pt x="23" y="34"/>
                      <a:pt x="15" y="28"/>
                      <a:pt x="9" y="18"/>
                    </a:cubicBezTo>
                    <a:cubicBezTo>
                      <a:pt x="6" y="12"/>
                      <a:pt x="0" y="6"/>
                      <a:pt x="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6" name="Freeform 199">
                <a:extLst>
                  <a:ext uri="{FF2B5EF4-FFF2-40B4-BE49-F238E27FC236}">
                    <a16:creationId xmlns:a16="http://schemas.microsoft.com/office/drawing/2014/main" id="{CA5A004F-723D-4684-8CE1-888327696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1563"/>
                <a:ext cx="9" cy="4"/>
              </a:xfrm>
              <a:custGeom>
                <a:avLst/>
                <a:gdLst>
                  <a:gd name="T0" fmla="*/ 15 w 7"/>
                  <a:gd name="T1" fmla="*/ 7 h 3"/>
                  <a:gd name="T2" fmla="*/ 0 w 7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6" y="0"/>
                      <a:pt x="2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7" name="Freeform 200">
                <a:extLst>
                  <a:ext uri="{FF2B5EF4-FFF2-40B4-BE49-F238E27FC236}">
                    <a16:creationId xmlns:a16="http://schemas.microsoft.com/office/drawing/2014/main" id="{721486C0-E69B-4E9E-8AD2-A282C0D02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1559"/>
                <a:ext cx="6" cy="4"/>
              </a:xfrm>
              <a:custGeom>
                <a:avLst/>
                <a:gdLst>
                  <a:gd name="T0" fmla="*/ 0 w 4"/>
                  <a:gd name="T1" fmla="*/ 7 h 3"/>
                  <a:gd name="T2" fmla="*/ 1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3" y="2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8" name="Freeform 201">
                <a:extLst>
                  <a:ext uri="{FF2B5EF4-FFF2-40B4-BE49-F238E27FC236}">
                    <a16:creationId xmlns:a16="http://schemas.microsoft.com/office/drawing/2014/main" id="{D8D41E81-6555-4221-B571-9DDAFB2E6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1502"/>
                <a:ext cx="29" cy="61"/>
              </a:xfrm>
              <a:custGeom>
                <a:avLst/>
                <a:gdLst>
                  <a:gd name="T0" fmla="*/ 16 w 22"/>
                  <a:gd name="T1" fmla="*/ 0 h 44"/>
                  <a:gd name="T2" fmla="*/ 15 w 22"/>
                  <a:gd name="T3" fmla="*/ 24 h 44"/>
                  <a:gd name="T4" fmla="*/ 29 w 22"/>
                  <a:gd name="T5" fmla="*/ 68 h 44"/>
                  <a:gd name="T6" fmla="*/ 42 w 22"/>
                  <a:gd name="T7" fmla="*/ 98 h 44"/>
                  <a:gd name="T8" fmla="*/ 50 w 22"/>
                  <a:gd name="T9" fmla="*/ 11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4">
                    <a:moveTo>
                      <a:pt x="7" y="0"/>
                    </a:moveTo>
                    <a:cubicBezTo>
                      <a:pt x="0" y="0"/>
                      <a:pt x="4" y="7"/>
                      <a:pt x="6" y="9"/>
                    </a:cubicBezTo>
                    <a:cubicBezTo>
                      <a:pt x="9" y="14"/>
                      <a:pt x="10" y="20"/>
                      <a:pt x="13" y="25"/>
                    </a:cubicBezTo>
                    <a:cubicBezTo>
                      <a:pt x="15" y="29"/>
                      <a:pt x="17" y="32"/>
                      <a:pt x="18" y="37"/>
                    </a:cubicBezTo>
                    <a:cubicBezTo>
                      <a:pt x="19" y="38"/>
                      <a:pt x="19" y="44"/>
                      <a:pt x="22" y="4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9" name="Freeform 202">
                <a:extLst>
                  <a:ext uri="{FF2B5EF4-FFF2-40B4-BE49-F238E27FC236}">
                    <a16:creationId xmlns:a16="http://schemas.microsoft.com/office/drawing/2014/main" id="{7B75A80C-962A-4EA4-AABF-8D8C52446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1507"/>
                <a:ext cx="8" cy="9"/>
              </a:xfrm>
              <a:custGeom>
                <a:avLst/>
                <a:gdLst>
                  <a:gd name="T0" fmla="*/ 15 w 6"/>
                  <a:gd name="T1" fmla="*/ 12 h 6"/>
                  <a:gd name="T2" fmla="*/ 1 w 6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2" y="0"/>
                      <a:pt x="0" y="1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0" name="Freeform 203">
                <a:extLst>
                  <a:ext uri="{FF2B5EF4-FFF2-40B4-BE49-F238E27FC236}">
                    <a16:creationId xmlns:a16="http://schemas.microsoft.com/office/drawing/2014/main" id="{B988AB7B-BF56-4A0F-AC6B-40CF6FF76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" y="1448"/>
                <a:ext cx="25" cy="62"/>
              </a:xfrm>
              <a:custGeom>
                <a:avLst/>
                <a:gdLst>
                  <a:gd name="T0" fmla="*/ 37 w 19"/>
                  <a:gd name="T1" fmla="*/ 117 h 45"/>
                  <a:gd name="T2" fmla="*/ 38 w 19"/>
                  <a:gd name="T3" fmla="*/ 99 h 45"/>
                  <a:gd name="T4" fmla="*/ 29 w 19"/>
                  <a:gd name="T5" fmla="*/ 85 h 45"/>
                  <a:gd name="T6" fmla="*/ 21 w 19"/>
                  <a:gd name="T7" fmla="*/ 61 h 45"/>
                  <a:gd name="T8" fmla="*/ 0 w 19"/>
                  <a:gd name="T9" fmla="*/ 1 h 45"/>
                  <a:gd name="T10" fmla="*/ 0 w 19"/>
                  <a:gd name="T11" fmla="*/ 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5">
                    <a:moveTo>
                      <a:pt x="16" y="45"/>
                    </a:moveTo>
                    <a:cubicBezTo>
                      <a:pt x="18" y="43"/>
                      <a:pt x="19" y="40"/>
                      <a:pt x="17" y="38"/>
                    </a:cubicBezTo>
                    <a:cubicBezTo>
                      <a:pt x="16" y="36"/>
                      <a:pt x="14" y="35"/>
                      <a:pt x="13" y="33"/>
                    </a:cubicBezTo>
                    <a:cubicBezTo>
                      <a:pt x="11" y="29"/>
                      <a:pt x="11" y="26"/>
                      <a:pt x="9" y="23"/>
                    </a:cubicBezTo>
                    <a:cubicBezTo>
                      <a:pt x="8" y="19"/>
                      <a:pt x="5" y="0"/>
                      <a:pt x="0" y="1"/>
                    </a:cubicBezTo>
                    <a:cubicBezTo>
                      <a:pt x="1" y="2"/>
                      <a:pt x="0" y="2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1" name="Freeform 204">
                <a:extLst>
                  <a:ext uri="{FF2B5EF4-FFF2-40B4-BE49-F238E27FC236}">
                    <a16:creationId xmlns:a16="http://schemas.microsoft.com/office/drawing/2014/main" id="{1FCF6BCC-6C2D-4DAD-83E5-2D1186EC1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1442"/>
                <a:ext cx="11" cy="13"/>
              </a:xfrm>
              <a:custGeom>
                <a:avLst/>
                <a:gdLst>
                  <a:gd name="T0" fmla="*/ 1 w 8"/>
                  <a:gd name="T1" fmla="*/ 27 h 9"/>
                  <a:gd name="T2" fmla="*/ 8 w 8"/>
                  <a:gd name="T3" fmla="*/ 1 h 9"/>
                  <a:gd name="T4" fmla="*/ 21 w 8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1" y="9"/>
                    </a:moveTo>
                    <a:cubicBezTo>
                      <a:pt x="1" y="6"/>
                      <a:pt x="0" y="3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3278" name="Freeform 205">
              <a:extLst>
                <a:ext uri="{FF2B5EF4-FFF2-40B4-BE49-F238E27FC236}">
                  <a16:creationId xmlns:a16="http://schemas.microsoft.com/office/drawing/2014/main" id="{A9B7B49B-9D2E-4E2E-A1DA-B421824A0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1495"/>
              <a:ext cx="2" cy="8"/>
            </a:xfrm>
            <a:custGeom>
              <a:avLst/>
              <a:gdLst>
                <a:gd name="T0" fmla="*/ 0 w 1"/>
                <a:gd name="T1" fmla="*/ 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79" name="Freeform 206">
              <a:extLst>
                <a:ext uri="{FF2B5EF4-FFF2-40B4-BE49-F238E27FC236}">
                  <a16:creationId xmlns:a16="http://schemas.microsoft.com/office/drawing/2014/main" id="{2AD5D573-4CCC-4921-AC89-6CA7E7F39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1377"/>
              <a:ext cx="15" cy="75"/>
            </a:xfrm>
            <a:custGeom>
              <a:avLst/>
              <a:gdLst>
                <a:gd name="T0" fmla="*/ 24 w 12"/>
                <a:gd name="T1" fmla="*/ 144 h 54"/>
                <a:gd name="T2" fmla="*/ 20 w 12"/>
                <a:gd name="T3" fmla="*/ 99 h 54"/>
                <a:gd name="T4" fmla="*/ 14 w 12"/>
                <a:gd name="T5" fmla="*/ 46 h 54"/>
                <a:gd name="T6" fmla="*/ 8 w 12"/>
                <a:gd name="T7" fmla="*/ 6 h 54"/>
                <a:gd name="T8" fmla="*/ 0 w 12"/>
                <a:gd name="T9" fmla="*/ 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4">
                  <a:moveTo>
                    <a:pt x="12" y="54"/>
                  </a:moveTo>
                  <a:cubicBezTo>
                    <a:pt x="8" y="51"/>
                    <a:pt x="11" y="42"/>
                    <a:pt x="10" y="37"/>
                  </a:cubicBezTo>
                  <a:cubicBezTo>
                    <a:pt x="9" y="30"/>
                    <a:pt x="8" y="24"/>
                    <a:pt x="7" y="17"/>
                  </a:cubicBezTo>
                  <a:cubicBezTo>
                    <a:pt x="7" y="13"/>
                    <a:pt x="6" y="6"/>
                    <a:pt x="4" y="2"/>
                  </a:cubicBezTo>
                  <a:cubicBezTo>
                    <a:pt x="3" y="0"/>
                    <a:pt x="1" y="0"/>
                    <a:pt x="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0" name="Freeform 207">
              <a:extLst>
                <a:ext uri="{FF2B5EF4-FFF2-40B4-BE49-F238E27FC236}">
                  <a16:creationId xmlns:a16="http://schemas.microsoft.com/office/drawing/2014/main" id="{894BA98C-32EE-466F-9F34-DE6C7BFFB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1375"/>
              <a:ext cx="7" cy="8"/>
            </a:xfrm>
            <a:custGeom>
              <a:avLst/>
              <a:gdLst>
                <a:gd name="T0" fmla="*/ 1 w 5"/>
                <a:gd name="T1" fmla="*/ 15 h 6"/>
                <a:gd name="T2" fmla="*/ 14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0" y="3"/>
                    <a:pt x="2" y="0"/>
                    <a:pt x="5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1" name="Freeform 208">
              <a:extLst>
                <a:ext uri="{FF2B5EF4-FFF2-40B4-BE49-F238E27FC236}">
                  <a16:creationId xmlns:a16="http://schemas.microsoft.com/office/drawing/2014/main" id="{0C05C5EA-508E-412A-85FB-DF8FC8485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1440"/>
              <a:ext cx="5" cy="7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5"/>
                    <a:pt x="4" y="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2" name="Freeform 209">
              <a:extLst>
                <a:ext uri="{FF2B5EF4-FFF2-40B4-BE49-F238E27FC236}">
                  <a16:creationId xmlns:a16="http://schemas.microsoft.com/office/drawing/2014/main" id="{B83E1BEE-3841-4B3B-9EA8-B2D74231B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1303"/>
              <a:ext cx="7" cy="74"/>
            </a:xfrm>
            <a:custGeom>
              <a:avLst/>
              <a:gdLst>
                <a:gd name="T0" fmla="*/ 14 w 5"/>
                <a:gd name="T1" fmla="*/ 137 h 54"/>
                <a:gd name="T2" fmla="*/ 6 w 5"/>
                <a:gd name="T3" fmla="*/ 56 h 54"/>
                <a:gd name="T4" fmla="*/ 1 w 5"/>
                <a:gd name="T5" fmla="*/ 19 h 54"/>
                <a:gd name="T6" fmla="*/ 14 w 5"/>
                <a:gd name="T7" fmla="*/ 5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4">
                  <a:moveTo>
                    <a:pt x="5" y="53"/>
                  </a:moveTo>
                  <a:cubicBezTo>
                    <a:pt x="0" y="54"/>
                    <a:pt x="2" y="26"/>
                    <a:pt x="2" y="22"/>
                  </a:cubicBezTo>
                  <a:cubicBezTo>
                    <a:pt x="2" y="17"/>
                    <a:pt x="2" y="12"/>
                    <a:pt x="1" y="7"/>
                  </a:cubicBezTo>
                  <a:cubicBezTo>
                    <a:pt x="1" y="4"/>
                    <a:pt x="2" y="0"/>
                    <a:pt x="5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3" name="Freeform 210">
              <a:extLst>
                <a:ext uri="{FF2B5EF4-FFF2-40B4-BE49-F238E27FC236}">
                  <a16:creationId xmlns:a16="http://schemas.microsoft.com/office/drawing/2014/main" id="{39901762-EE9B-47DC-94A9-73602B7F3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1301"/>
              <a:ext cx="7" cy="10"/>
            </a:xfrm>
            <a:custGeom>
              <a:avLst/>
              <a:gdLst>
                <a:gd name="T0" fmla="*/ 9 w 6"/>
                <a:gd name="T1" fmla="*/ 20 h 7"/>
                <a:gd name="T2" fmla="*/ 0 w 6"/>
                <a:gd name="T3" fmla="*/ 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6" y="4"/>
                    <a:pt x="4" y="0"/>
                    <a:pt x="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4" name="Freeform 211">
              <a:extLst>
                <a:ext uri="{FF2B5EF4-FFF2-40B4-BE49-F238E27FC236}">
                  <a16:creationId xmlns:a16="http://schemas.microsoft.com/office/drawing/2014/main" id="{E70C7426-D565-43E6-968C-99B89959A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242"/>
              <a:ext cx="16" cy="66"/>
            </a:xfrm>
            <a:custGeom>
              <a:avLst/>
              <a:gdLst>
                <a:gd name="T0" fmla="*/ 15 w 12"/>
                <a:gd name="T1" fmla="*/ 117 h 48"/>
                <a:gd name="T2" fmla="*/ 16 w 12"/>
                <a:gd name="T3" fmla="*/ 50 h 48"/>
                <a:gd name="T4" fmla="*/ 16 w 12"/>
                <a:gd name="T5" fmla="*/ 26 h 48"/>
                <a:gd name="T6" fmla="*/ 15 w 12"/>
                <a:gd name="T7" fmla="*/ 6 h 48"/>
                <a:gd name="T8" fmla="*/ 28 w 12"/>
                <a:gd name="T9" fmla="*/ 1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8">
                  <a:moveTo>
                    <a:pt x="6" y="45"/>
                  </a:moveTo>
                  <a:cubicBezTo>
                    <a:pt x="0" y="48"/>
                    <a:pt x="6" y="22"/>
                    <a:pt x="7" y="19"/>
                  </a:cubicBezTo>
                  <a:cubicBezTo>
                    <a:pt x="8" y="16"/>
                    <a:pt x="7" y="13"/>
                    <a:pt x="7" y="10"/>
                  </a:cubicBezTo>
                  <a:cubicBezTo>
                    <a:pt x="7" y="8"/>
                    <a:pt x="5" y="4"/>
                    <a:pt x="6" y="2"/>
                  </a:cubicBezTo>
                  <a:cubicBezTo>
                    <a:pt x="8" y="0"/>
                    <a:pt x="11" y="2"/>
                    <a:pt x="12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5" name="Freeform 212">
              <a:extLst>
                <a:ext uri="{FF2B5EF4-FFF2-40B4-BE49-F238E27FC236}">
                  <a16:creationId xmlns:a16="http://schemas.microsoft.com/office/drawing/2014/main" id="{E7082561-B97A-4C11-8C37-3C4CB578F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240"/>
              <a:ext cx="5" cy="10"/>
            </a:xfrm>
            <a:custGeom>
              <a:avLst/>
              <a:gdLst>
                <a:gd name="T0" fmla="*/ 8 w 4"/>
                <a:gd name="T1" fmla="*/ 19 h 7"/>
                <a:gd name="T2" fmla="*/ 0 w 4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3" y="0"/>
                    <a:pt x="0" y="4"/>
                    <a:pt x="0" y="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6" name="Freeform 213">
              <a:extLst>
                <a:ext uri="{FF2B5EF4-FFF2-40B4-BE49-F238E27FC236}">
                  <a16:creationId xmlns:a16="http://schemas.microsoft.com/office/drawing/2014/main" id="{75C5C3E2-C184-4D8E-88A7-19E20E00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1300"/>
              <a:ext cx="5" cy="3"/>
            </a:xfrm>
            <a:custGeom>
              <a:avLst/>
              <a:gdLst>
                <a:gd name="T0" fmla="*/ 8 w 4"/>
                <a:gd name="T1" fmla="*/ 0 h 2"/>
                <a:gd name="T2" fmla="*/ 0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2"/>
                    <a:pt x="2" y="2"/>
                    <a:pt x="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7" name="Freeform 214">
              <a:extLst>
                <a:ext uri="{FF2B5EF4-FFF2-40B4-BE49-F238E27FC236}">
                  <a16:creationId xmlns:a16="http://schemas.microsoft.com/office/drawing/2014/main" id="{8427D60A-B1E0-43DE-B190-2068B2B42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1172"/>
              <a:ext cx="20" cy="72"/>
            </a:xfrm>
            <a:custGeom>
              <a:avLst/>
              <a:gdLst>
                <a:gd name="T0" fmla="*/ 1 w 15"/>
                <a:gd name="T1" fmla="*/ 138 h 52"/>
                <a:gd name="T2" fmla="*/ 5 w 15"/>
                <a:gd name="T3" fmla="*/ 123 h 52"/>
                <a:gd name="T4" fmla="*/ 7 w 15"/>
                <a:gd name="T5" fmla="*/ 91 h 52"/>
                <a:gd name="T6" fmla="*/ 16 w 15"/>
                <a:gd name="T7" fmla="*/ 40 h 52"/>
                <a:gd name="T8" fmla="*/ 36 w 15"/>
                <a:gd name="T9" fmla="*/ 1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2">
                  <a:moveTo>
                    <a:pt x="1" y="52"/>
                  </a:moveTo>
                  <a:cubicBezTo>
                    <a:pt x="0" y="50"/>
                    <a:pt x="2" y="48"/>
                    <a:pt x="2" y="46"/>
                  </a:cubicBezTo>
                  <a:cubicBezTo>
                    <a:pt x="3" y="43"/>
                    <a:pt x="2" y="39"/>
                    <a:pt x="3" y="35"/>
                  </a:cubicBezTo>
                  <a:cubicBezTo>
                    <a:pt x="4" y="29"/>
                    <a:pt x="6" y="22"/>
                    <a:pt x="7" y="15"/>
                  </a:cubicBezTo>
                  <a:cubicBezTo>
                    <a:pt x="7" y="10"/>
                    <a:pt x="8" y="0"/>
                    <a:pt x="15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8" name="Freeform 215">
              <a:extLst>
                <a:ext uri="{FF2B5EF4-FFF2-40B4-BE49-F238E27FC236}">
                  <a16:creationId xmlns:a16="http://schemas.microsoft.com/office/drawing/2014/main" id="{22596A09-8BC2-4719-8132-6380D34A5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1172"/>
              <a:ext cx="6" cy="11"/>
            </a:xfrm>
            <a:custGeom>
              <a:avLst/>
              <a:gdLst>
                <a:gd name="T0" fmla="*/ 14 w 4"/>
                <a:gd name="T1" fmla="*/ 21 h 8"/>
                <a:gd name="T2" fmla="*/ 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4" y="4"/>
                    <a:pt x="4" y="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9" name="Freeform 216">
              <a:extLst>
                <a:ext uri="{FF2B5EF4-FFF2-40B4-BE49-F238E27FC236}">
                  <a16:creationId xmlns:a16="http://schemas.microsoft.com/office/drawing/2014/main" id="{C9A4CC52-955D-49B7-A119-579AAF984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175"/>
              <a:ext cx="5" cy="2"/>
            </a:xfrm>
            <a:custGeom>
              <a:avLst/>
              <a:gdLst>
                <a:gd name="T0" fmla="*/ 0 w 4"/>
                <a:gd name="T1" fmla="*/ 0 h 1"/>
                <a:gd name="T2" fmla="*/ 8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0" name="Freeform 217">
              <a:extLst>
                <a:ext uri="{FF2B5EF4-FFF2-40B4-BE49-F238E27FC236}">
                  <a16:creationId xmlns:a16="http://schemas.microsoft.com/office/drawing/2014/main" id="{7BF838ED-14CD-4F62-91AB-5DC9AA7EE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1107"/>
              <a:ext cx="24" cy="70"/>
            </a:xfrm>
            <a:custGeom>
              <a:avLst/>
              <a:gdLst>
                <a:gd name="T0" fmla="*/ 38 w 19"/>
                <a:gd name="T1" fmla="*/ 14 h 50"/>
                <a:gd name="T2" fmla="*/ 24 w 19"/>
                <a:gd name="T3" fmla="*/ 20 h 50"/>
                <a:gd name="T4" fmla="*/ 23 w 19"/>
                <a:gd name="T5" fmla="*/ 43 h 50"/>
                <a:gd name="T6" fmla="*/ 16 w 19"/>
                <a:gd name="T7" fmla="*/ 74 h 50"/>
                <a:gd name="T8" fmla="*/ 8 w 19"/>
                <a:gd name="T9" fmla="*/ 118 h 50"/>
                <a:gd name="T10" fmla="*/ 5 w 19"/>
                <a:gd name="T11" fmla="*/ 13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0">
                  <a:moveTo>
                    <a:pt x="19" y="5"/>
                  </a:moveTo>
                  <a:cubicBezTo>
                    <a:pt x="16" y="7"/>
                    <a:pt x="13" y="0"/>
                    <a:pt x="12" y="7"/>
                  </a:cubicBezTo>
                  <a:cubicBezTo>
                    <a:pt x="11" y="10"/>
                    <a:pt x="11" y="13"/>
                    <a:pt x="11" y="16"/>
                  </a:cubicBezTo>
                  <a:cubicBezTo>
                    <a:pt x="10" y="19"/>
                    <a:pt x="9" y="23"/>
                    <a:pt x="8" y="27"/>
                  </a:cubicBezTo>
                  <a:cubicBezTo>
                    <a:pt x="7" y="32"/>
                    <a:pt x="6" y="38"/>
                    <a:pt x="4" y="43"/>
                  </a:cubicBezTo>
                  <a:cubicBezTo>
                    <a:pt x="3" y="45"/>
                    <a:pt x="0" y="48"/>
                    <a:pt x="2" y="5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1" name="Freeform 218">
              <a:extLst>
                <a:ext uri="{FF2B5EF4-FFF2-40B4-BE49-F238E27FC236}">
                  <a16:creationId xmlns:a16="http://schemas.microsoft.com/office/drawing/2014/main" id="{A557553E-EADA-4493-98D8-B3B8972D9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107"/>
              <a:ext cx="4" cy="7"/>
            </a:xfrm>
            <a:custGeom>
              <a:avLst/>
              <a:gdLst>
                <a:gd name="T0" fmla="*/ 7 w 3"/>
                <a:gd name="T1" fmla="*/ 14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3" y="0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2" name="Freeform 219">
              <a:extLst>
                <a:ext uri="{FF2B5EF4-FFF2-40B4-BE49-F238E27FC236}">
                  <a16:creationId xmlns:a16="http://schemas.microsoft.com/office/drawing/2014/main" id="{6D5AD10A-7572-471F-9BE8-1EC1E3E81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1056"/>
              <a:ext cx="27" cy="58"/>
            </a:xfrm>
            <a:custGeom>
              <a:avLst/>
              <a:gdLst>
                <a:gd name="T0" fmla="*/ 0 w 21"/>
                <a:gd name="T1" fmla="*/ 110 h 42"/>
                <a:gd name="T2" fmla="*/ 17 w 21"/>
                <a:gd name="T3" fmla="*/ 75 h 42"/>
                <a:gd name="T4" fmla="*/ 24 w 21"/>
                <a:gd name="T5" fmla="*/ 32 h 42"/>
                <a:gd name="T6" fmla="*/ 35 w 21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2">
                  <a:moveTo>
                    <a:pt x="0" y="42"/>
                  </a:moveTo>
                  <a:cubicBezTo>
                    <a:pt x="0" y="37"/>
                    <a:pt x="6" y="32"/>
                    <a:pt x="8" y="28"/>
                  </a:cubicBezTo>
                  <a:cubicBezTo>
                    <a:pt x="10" y="23"/>
                    <a:pt x="10" y="18"/>
                    <a:pt x="12" y="12"/>
                  </a:cubicBezTo>
                  <a:cubicBezTo>
                    <a:pt x="13" y="10"/>
                    <a:pt x="21" y="1"/>
                    <a:pt x="16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3" name="Freeform 220">
              <a:extLst>
                <a:ext uri="{FF2B5EF4-FFF2-40B4-BE49-F238E27FC236}">
                  <a16:creationId xmlns:a16="http://schemas.microsoft.com/office/drawing/2014/main" id="{18020A84-1506-464E-A3F2-EEB1A5B30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1056"/>
              <a:ext cx="4" cy="3"/>
            </a:xfrm>
            <a:custGeom>
              <a:avLst/>
              <a:gdLst>
                <a:gd name="T0" fmla="*/ 7 w 3"/>
                <a:gd name="T1" fmla="*/ 5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4" name="Freeform 221">
              <a:extLst>
                <a:ext uri="{FF2B5EF4-FFF2-40B4-BE49-F238E27FC236}">
                  <a16:creationId xmlns:a16="http://schemas.microsoft.com/office/drawing/2014/main" id="{46BCF4EC-C6BB-499A-90D2-3B44B2F4F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107"/>
              <a:ext cx="3" cy="7"/>
            </a:xfrm>
            <a:custGeom>
              <a:avLst/>
              <a:gdLst>
                <a:gd name="T0" fmla="*/ 5 w 2"/>
                <a:gd name="T1" fmla="*/ 0 h 5"/>
                <a:gd name="T2" fmla="*/ 8 w 2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5" name="Freeform 222">
              <a:extLst>
                <a:ext uri="{FF2B5EF4-FFF2-40B4-BE49-F238E27FC236}">
                  <a16:creationId xmlns:a16="http://schemas.microsoft.com/office/drawing/2014/main" id="{AF54369E-E4C7-4E36-B51C-B4B429409E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" y="913"/>
              <a:ext cx="414" cy="779"/>
            </a:xfrm>
            <a:custGeom>
              <a:avLst/>
              <a:gdLst>
                <a:gd name="T0" fmla="*/ 347 w 319"/>
                <a:gd name="T1" fmla="*/ 0 h 562"/>
                <a:gd name="T2" fmla="*/ 0 w 319"/>
                <a:gd name="T3" fmla="*/ 750 h 562"/>
                <a:gd name="T4" fmla="*/ 347 w 319"/>
                <a:gd name="T5" fmla="*/ 1497 h 562"/>
                <a:gd name="T6" fmla="*/ 697 w 319"/>
                <a:gd name="T7" fmla="*/ 750 h 562"/>
                <a:gd name="T8" fmla="*/ 347 w 319"/>
                <a:gd name="T9" fmla="*/ 0 h 562"/>
                <a:gd name="T10" fmla="*/ 339 w 319"/>
                <a:gd name="T11" fmla="*/ 1442 h 562"/>
                <a:gd name="T12" fmla="*/ 23 w 319"/>
                <a:gd name="T13" fmla="*/ 750 h 562"/>
                <a:gd name="T14" fmla="*/ 339 w 319"/>
                <a:gd name="T15" fmla="*/ 58 h 562"/>
                <a:gd name="T16" fmla="*/ 654 w 319"/>
                <a:gd name="T17" fmla="*/ 750 h 562"/>
                <a:gd name="T18" fmla="*/ 339 w 319"/>
                <a:gd name="T19" fmla="*/ 1442 h 5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9" h="562">
                  <a:moveTo>
                    <a:pt x="159" y="0"/>
                  </a:moveTo>
                  <a:cubicBezTo>
                    <a:pt x="71" y="0"/>
                    <a:pt x="0" y="126"/>
                    <a:pt x="0" y="281"/>
                  </a:cubicBezTo>
                  <a:cubicBezTo>
                    <a:pt x="0" y="436"/>
                    <a:pt x="71" y="562"/>
                    <a:pt x="159" y="562"/>
                  </a:cubicBezTo>
                  <a:cubicBezTo>
                    <a:pt x="248" y="562"/>
                    <a:pt x="319" y="436"/>
                    <a:pt x="319" y="281"/>
                  </a:cubicBezTo>
                  <a:cubicBezTo>
                    <a:pt x="319" y="126"/>
                    <a:pt x="248" y="0"/>
                    <a:pt x="159" y="0"/>
                  </a:cubicBezTo>
                  <a:close/>
                  <a:moveTo>
                    <a:pt x="155" y="541"/>
                  </a:moveTo>
                  <a:cubicBezTo>
                    <a:pt x="75" y="541"/>
                    <a:pt x="11" y="425"/>
                    <a:pt x="11" y="281"/>
                  </a:cubicBezTo>
                  <a:cubicBezTo>
                    <a:pt x="11" y="138"/>
                    <a:pt x="75" y="22"/>
                    <a:pt x="155" y="22"/>
                  </a:cubicBezTo>
                  <a:cubicBezTo>
                    <a:pt x="235" y="22"/>
                    <a:pt x="299" y="138"/>
                    <a:pt x="299" y="281"/>
                  </a:cubicBezTo>
                  <a:cubicBezTo>
                    <a:pt x="299" y="425"/>
                    <a:pt x="235" y="541"/>
                    <a:pt x="155" y="54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6" name="Oval 223">
              <a:extLst>
                <a:ext uri="{FF2B5EF4-FFF2-40B4-BE49-F238E27FC236}">
                  <a16:creationId xmlns:a16="http://schemas.microsoft.com/office/drawing/2014/main" id="{A1F547F6-8FD1-4536-86E1-7A808FC4A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" y="944"/>
              <a:ext cx="375" cy="719"/>
            </a:xfrm>
            <a:prstGeom prst="ellips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3297" name="Freeform 224">
              <a:extLst>
                <a:ext uri="{FF2B5EF4-FFF2-40B4-BE49-F238E27FC236}">
                  <a16:creationId xmlns:a16="http://schemas.microsoft.com/office/drawing/2014/main" id="{7CE3605D-2B42-4D0F-9E70-E0764597F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915"/>
              <a:ext cx="916" cy="777"/>
            </a:xfrm>
            <a:custGeom>
              <a:avLst/>
              <a:gdLst>
                <a:gd name="T0" fmla="*/ 1203 w 705"/>
                <a:gd name="T1" fmla="*/ 0 h 561"/>
                <a:gd name="T2" fmla="*/ 8 w 705"/>
                <a:gd name="T3" fmla="*/ 0 h 561"/>
                <a:gd name="T4" fmla="*/ 329 w 705"/>
                <a:gd name="T5" fmla="*/ 744 h 561"/>
                <a:gd name="T6" fmla="*/ 0 w 705"/>
                <a:gd name="T7" fmla="*/ 1490 h 561"/>
                <a:gd name="T8" fmla="*/ 1203 w 705"/>
                <a:gd name="T9" fmla="*/ 1490 h 561"/>
                <a:gd name="T10" fmla="*/ 1546 w 705"/>
                <a:gd name="T11" fmla="*/ 747 h 561"/>
                <a:gd name="T12" fmla="*/ 1203 w 705"/>
                <a:gd name="T13" fmla="*/ 0 h 5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5" h="561">
                  <a:moveTo>
                    <a:pt x="54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6" y="13"/>
                    <a:pt x="150" y="133"/>
                    <a:pt x="150" y="280"/>
                  </a:cubicBezTo>
                  <a:cubicBezTo>
                    <a:pt x="150" y="430"/>
                    <a:pt x="84" y="552"/>
                    <a:pt x="0" y="561"/>
                  </a:cubicBezTo>
                  <a:cubicBezTo>
                    <a:pt x="549" y="561"/>
                    <a:pt x="549" y="561"/>
                    <a:pt x="549" y="561"/>
                  </a:cubicBezTo>
                  <a:cubicBezTo>
                    <a:pt x="635" y="556"/>
                    <a:pt x="705" y="433"/>
                    <a:pt x="705" y="281"/>
                  </a:cubicBezTo>
                  <a:cubicBezTo>
                    <a:pt x="705" y="128"/>
                    <a:pt x="635" y="5"/>
                    <a:pt x="549" y="0"/>
                  </a:cubicBezTo>
                  <a:close/>
                </a:path>
              </a:pathLst>
            </a:custGeom>
            <a:solidFill>
              <a:srgbClr val="F4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8" name="Freeform 225">
              <a:extLst>
                <a:ext uri="{FF2B5EF4-FFF2-40B4-BE49-F238E27FC236}">
                  <a16:creationId xmlns:a16="http://schemas.microsoft.com/office/drawing/2014/main" id="{59CAEE81-7082-4FF9-AAB0-EB333C6A4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417"/>
              <a:ext cx="901" cy="275"/>
            </a:xfrm>
            <a:custGeom>
              <a:avLst/>
              <a:gdLst>
                <a:gd name="T0" fmla="*/ 306 w 694"/>
                <a:gd name="T1" fmla="*/ 0 h 198"/>
                <a:gd name="T2" fmla="*/ 0 w 694"/>
                <a:gd name="T3" fmla="*/ 531 h 198"/>
                <a:gd name="T4" fmla="*/ 1194 w 694"/>
                <a:gd name="T5" fmla="*/ 531 h 198"/>
                <a:gd name="T6" fmla="*/ 1519 w 694"/>
                <a:gd name="T7" fmla="*/ 0 h 198"/>
                <a:gd name="T8" fmla="*/ 306 w 694"/>
                <a:gd name="T9" fmla="*/ 0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4" h="198">
                  <a:moveTo>
                    <a:pt x="140" y="0"/>
                  </a:moveTo>
                  <a:cubicBezTo>
                    <a:pt x="121" y="108"/>
                    <a:pt x="66" y="189"/>
                    <a:pt x="0" y="198"/>
                  </a:cubicBezTo>
                  <a:cubicBezTo>
                    <a:pt x="546" y="198"/>
                    <a:pt x="546" y="198"/>
                    <a:pt x="546" y="198"/>
                  </a:cubicBezTo>
                  <a:cubicBezTo>
                    <a:pt x="616" y="194"/>
                    <a:pt x="675" y="112"/>
                    <a:pt x="694" y="0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rgbClr val="D57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9" name="Freeform 226">
              <a:extLst>
                <a:ext uri="{FF2B5EF4-FFF2-40B4-BE49-F238E27FC236}">
                  <a16:creationId xmlns:a16="http://schemas.microsoft.com/office/drawing/2014/main" id="{A1561B15-A825-4DE2-B507-29E9645D6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319"/>
              <a:ext cx="704" cy="83"/>
            </a:xfrm>
            <a:custGeom>
              <a:avLst/>
              <a:gdLst>
                <a:gd name="T0" fmla="*/ 0 w 542"/>
                <a:gd name="T1" fmla="*/ 159 h 60"/>
                <a:gd name="T2" fmla="*/ 1166 w 542"/>
                <a:gd name="T3" fmla="*/ 159 h 60"/>
                <a:gd name="T4" fmla="*/ 1183 w 542"/>
                <a:gd name="T5" fmla="*/ 21 h 60"/>
                <a:gd name="T6" fmla="*/ 13 w 542"/>
                <a:gd name="T7" fmla="*/ 0 h 60"/>
                <a:gd name="T8" fmla="*/ 0 w 542"/>
                <a:gd name="T9" fmla="*/ 15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60">
                  <a:moveTo>
                    <a:pt x="0" y="60"/>
                  </a:moveTo>
                  <a:cubicBezTo>
                    <a:pt x="532" y="60"/>
                    <a:pt x="532" y="60"/>
                    <a:pt x="532" y="60"/>
                  </a:cubicBezTo>
                  <a:cubicBezTo>
                    <a:pt x="532" y="60"/>
                    <a:pt x="542" y="28"/>
                    <a:pt x="540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8" y="46"/>
                    <a:pt x="0" y="60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00" name="Freeform 227">
              <a:extLst>
                <a:ext uri="{FF2B5EF4-FFF2-40B4-BE49-F238E27FC236}">
                  <a16:creationId xmlns:a16="http://schemas.microsoft.com/office/drawing/2014/main" id="{B24293EA-98B4-4DF3-8810-AD555E44D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322"/>
              <a:ext cx="713" cy="11"/>
            </a:xfrm>
            <a:custGeom>
              <a:avLst/>
              <a:gdLst>
                <a:gd name="T0" fmla="*/ 0 w 713"/>
                <a:gd name="T1" fmla="*/ 0 h 11"/>
                <a:gd name="T2" fmla="*/ 713 w 713"/>
                <a:gd name="T3" fmla="*/ 0 h 11"/>
                <a:gd name="T4" fmla="*/ 712 w 713"/>
                <a:gd name="T5" fmla="*/ 11 h 11"/>
                <a:gd name="T6" fmla="*/ 0 w 713"/>
                <a:gd name="T7" fmla="*/ 11 h 11"/>
                <a:gd name="T8" fmla="*/ 0 w 71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3" h="11">
                  <a:moveTo>
                    <a:pt x="0" y="0"/>
                  </a:moveTo>
                  <a:lnTo>
                    <a:pt x="713" y="0"/>
                  </a:lnTo>
                  <a:lnTo>
                    <a:pt x="712" y="11"/>
                  </a:lnTo>
                  <a:lnTo>
                    <a:pt x="0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01" name="Freeform 228">
              <a:extLst>
                <a:ext uri="{FF2B5EF4-FFF2-40B4-BE49-F238E27FC236}">
                  <a16:creationId xmlns:a16="http://schemas.microsoft.com/office/drawing/2014/main" id="{42EA501A-6CA1-45FA-AC35-6D4A9A4C2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915"/>
              <a:ext cx="914" cy="777"/>
            </a:xfrm>
            <a:custGeom>
              <a:avLst/>
              <a:gdLst>
                <a:gd name="T0" fmla="*/ 1202 w 704"/>
                <a:gd name="T1" fmla="*/ 0 h 561"/>
                <a:gd name="T2" fmla="*/ 8 w 704"/>
                <a:gd name="T3" fmla="*/ 0 h 561"/>
                <a:gd name="T4" fmla="*/ 326 w 704"/>
                <a:gd name="T5" fmla="*/ 744 h 561"/>
                <a:gd name="T6" fmla="*/ 0 w 704"/>
                <a:gd name="T7" fmla="*/ 1490 h 561"/>
                <a:gd name="T8" fmla="*/ 1202 w 704"/>
                <a:gd name="T9" fmla="*/ 1490 h 561"/>
                <a:gd name="T10" fmla="*/ 1541 w 704"/>
                <a:gd name="T11" fmla="*/ 744 h 561"/>
                <a:gd name="T12" fmla="*/ 1202 w 704"/>
                <a:gd name="T13" fmla="*/ 0 h 5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561">
                  <a:moveTo>
                    <a:pt x="54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5" y="13"/>
                    <a:pt x="149" y="133"/>
                    <a:pt x="149" y="280"/>
                  </a:cubicBezTo>
                  <a:cubicBezTo>
                    <a:pt x="149" y="430"/>
                    <a:pt x="83" y="552"/>
                    <a:pt x="0" y="561"/>
                  </a:cubicBezTo>
                  <a:cubicBezTo>
                    <a:pt x="549" y="561"/>
                    <a:pt x="549" y="561"/>
                    <a:pt x="549" y="561"/>
                  </a:cubicBezTo>
                  <a:cubicBezTo>
                    <a:pt x="635" y="556"/>
                    <a:pt x="704" y="433"/>
                    <a:pt x="704" y="280"/>
                  </a:cubicBezTo>
                  <a:cubicBezTo>
                    <a:pt x="704" y="128"/>
                    <a:pt x="635" y="5"/>
                    <a:pt x="549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arterial-atheroma-plaque-cross-section">
            <a:extLst>
              <a:ext uri="{FF2B5EF4-FFF2-40B4-BE49-F238E27FC236}">
                <a16:creationId xmlns:a16="http://schemas.microsoft.com/office/drawing/2014/main" id="{60854E83-35AE-422B-847E-E19EA1CCF81D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1843088"/>
            <a:ext cx="1800225" cy="1243012"/>
            <a:chOff x="1680" y="915"/>
            <a:chExt cx="1134" cy="783"/>
          </a:xfrm>
        </p:grpSpPr>
        <p:grpSp>
          <p:nvGrpSpPr>
            <p:cNvPr id="103033" name="Group 230">
              <a:extLst>
                <a:ext uri="{FF2B5EF4-FFF2-40B4-BE49-F238E27FC236}">
                  <a16:creationId xmlns:a16="http://schemas.microsoft.com/office/drawing/2014/main" id="{CB9EDBFA-297E-4C7D-A803-7811B2F2BF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0" y="916"/>
              <a:ext cx="481" cy="782"/>
              <a:chOff x="1680" y="916"/>
              <a:chExt cx="481" cy="782"/>
            </a:xfrm>
          </p:grpSpPr>
          <p:sp>
            <p:nvSpPr>
              <p:cNvPr id="103077" name="Oval 231">
                <a:extLst>
                  <a:ext uri="{FF2B5EF4-FFF2-40B4-BE49-F238E27FC236}">
                    <a16:creationId xmlns:a16="http://schemas.microsoft.com/office/drawing/2014/main" id="{222E00F6-22B5-4DCE-B679-7D9865796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979"/>
                <a:ext cx="336" cy="655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3078" name="Freeform 232">
                <a:extLst>
                  <a:ext uri="{FF2B5EF4-FFF2-40B4-BE49-F238E27FC236}">
                    <a16:creationId xmlns:a16="http://schemas.microsoft.com/office/drawing/2014/main" id="{C0183BC8-EC29-4B89-A4AD-559B082AD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979"/>
                <a:ext cx="337" cy="522"/>
              </a:xfrm>
              <a:custGeom>
                <a:avLst/>
                <a:gdLst>
                  <a:gd name="T0" fmla="*/ 575 w 258"/>
                  <a:gd name="T1" fmla="*/ 638 h 375"/>
                  <a:gd name="T2" fmla="*/ 299 w 258"/>
                  <a:gd name="T3" fmla="*/ 1012 h 375"/>
                  <a:gd name="T4" fmla="*/ 7 w 258"/>
                  <a:gd name="T5" fmla="*/ 529 h 375"/>
                  <a:gd name="T6" fmla="*/ 290 w 258"/>
                  <a:gd name="T7" fmla="*/ 0 h 375"/>
                  <a:gd name="T8" fmla="*/ 575 w 258"/>
                  <a:gd name="T9" fmla="*/ 638 h 3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375">
                    <a:moveTo>
                      <a:pt x="258" y="236"/>
                    </a:moveTo>
                    <a:cubicBezTo>
                      <a:pt x="258" y="366"/>
                      <a:pt x="205" y="375"/>
                      <a:pt x="134" y="375"/>
                    </a:cubicBezTo>
                    <a:cubicBezTo>
                      <a:pt x="63" y="375"/>
                      <a:pt x="5" y="251"/>
                      <a:pt x="3" y="196"/>
                    </a:cubicBezTo>
                    <a:cubicBezTo>
                      <a:pt x="0" y="66"/>
                      <a:pt x="59" y="0"/>
                      <a:pt x="130" y="0"/>
                    </a:cubicBezTo>
                    <a:cubicBezTo>
                      <a:pt x="201" y="0"/>
                      <a:pt x="258" y="106"/>
                      <a:pt x="258" y="236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79" name="Freeform 233">
                <a:extLst>
                  <a:ext uri="{FF2B5EF4-FFF2-40B4-BE49-F238E27FC236}">
                    <a16:creationId xmlns:a16="http://schemas.microsoft.com/office/drawing/2014/main" id="{767F0ED7-53BE-43EE-85AF-79F8E461B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178"/>
                <a:ext cx="253" cy="280"/>
              </a:xfrm>
              <a:custGeom>
                <a:avLst/>
                <a:gdLst>
                  <a:gd name="T0" fmla="*/ 97 w 194"/>
                  <a:gd name="T1" fmla="*/ 529 h 201"/>
                  <a:gd name="T2" fmla="*/ 13 w 194"/>
                  <a:gd name="T3" fmla="*/ 465 h 201"/>
                  <a:gd name="T4" fmla="*/ 27 w 194"/>
                  <a:gd name="T5" fmla="*/ 302 h 201"/>
                  <a:gd name="T6" fmla="*/ 153 w 194"/>
                  <a:gd name="T7" fmla="*/ 153 h 201"/>
                  <a:gd name="T8" fmla="*/ 270 w 194"/>
                  <a:gd name="T9" fmla="*/ 14 h 201"/>
                  <a:gd name="T10" fmla="*/ 387 w 194"/>
                  <a:gd name="T11" fmla="*/ 124 h 201"/>
                  <a:gd name="T12" fmla="*/ 415 w 194"/>
                  <a:gd name="T13" fmla="*/ 408 h 201"/>
                  <a:gd name="T14" fmla="*/ 321 w 194"/>
                  <a:gd name="T15" fmla="*/ 449 h 201"/>
                  <a:gd name="T16" fmla="*/ 97 w 194"/>
                  <a:gd name="T17" fmla="*/ 529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4" h="201">
                    <a:moveTo>
                      <a:pt x="44" y="196"/>
                    </a:moveTo>
                    <a:cubicBezTo>
                      <a:pt x="24" y="201"/>
                      <a:pt x="11" y="191"/>
                      <a:pt x="6" y="172"/>
                    </a:cubicBezTo>
                    <a:cubicBezTo>
                      <a:pt x="0" y="153"/>
                      <a:pt x="0" y="128"/>
                      <a:pt x="12" y="112"/>
                    </a:cubicBezTo>
                    <a:cubicBezTo>
                      <a:pt x="28" y="91"/>
                      <a:pt x="53" y="80"/>
                      <a:pt x="69" y="57"/>
                    </a:cubicBezTo>
                    <a:cubicBezTo>
                      <a:pt x="83" y="37"/>
                      <a:pt x="95" y="10"/>
                      <a:pt x="122" y="5"/>
                    </a:cubicBezTo>
                    <a:cubicBezTo>
                      <a:pt x="149" y="0"/>
                      <a:pt x="166" y="23"/>
                      <a:pt x="175" y="46"/>
                    </a:cubicBezTo>
                    <a:cubicBezTo>
                      <a:pt x="187" y="79"/>
                      <a:pt x="194" y="117"/>
                      <a:pt x="187" y="151"/>
                    </a:cubicBezTo>
                    <a:cubicBezTo>
                      <a:pt x="180" y="187"/>
                      <a:pt x="176" y="147"/>
                      <a:pt x="145" y="166"/>
                    </a:cubicBezTo>
                    <a:cubicBezTo>
                      <a:pt x="117" y="183"/>
                      <a:pt x="79" y="187"/>
                      <a:pt x="44" y="196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80" name="Freeform 234">
                <a:extLst>
                  <a:ext uri="{FF2B5EF4-FFF2-40B4-BE49-F238E27FC236}">
                    <a16:creationId xmlns:a16="http://schemas.microsoft.com/office/drawing/2014/main" id="{64651228-C1FC-46DE-9534-05D8A153B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023"/>
                <a:ext cx="144" cy="337"/>
              </a:xfrm>
              <a:custGeom>
                <a:avLst/>
                <a:gdLst>
                  <a:gd name="T0" fmla="*/ 247 w 110"/>
                  <a:gd name="T1" fmla="*/ 0 h 242"/>
                  <a:gd name="T2" fmla="*/ 183 w 110"/>
                  <a:gd name="T3" fmla="*/ 653 h 242"/>
                  <a:gd name="T4" fmla="*/ 247 w 110"/>
                  <a:gd name="T5" fmla="*/ 0 h 2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242">
                    <a:moveTo>
                      <a:pt x="110" y="0"/>
                    </a:moveTo>
                    <a:cubicBezTo>
                      <a:pt x="110" y="0"/>
                      <a:pt x="20" y="105"/>
                      <a:pt x="82" y="242"/>
                    </a:cubicBezTo>
                    <a:cubicBezTo>
                      <a:pt x="82" y="242"/>
                      <a:pt x="0" y="128"/>
                      <a:pt x="110" y="0"/>
                    </a:cubicBezTo>
                    <a:close/>
                  </a:path>
                </a:pathLst>
              </a:custGeom>
              <a:solidFill>
                <a:srgbClr val="F1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81" name="Freeform 235">
                <a:extLst>
                  <a:ext uri="{FF2B5EF4-FFF2-40B4-BE49-F238E27FC236}">
                    <a16:creationId xmlns:a16="http://schemas.microsoft.com/office/drawing/2014/main" id="{E4C0A4BE-DE52-4A9D-9947-1BF6ECF758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10" y="979"/>
                <a:ext cx="335" cy="655"/>
              </a:xfrm>
              <a:custGeom>
                <a:avLst/>
                <a:gdLst>
                  <a:gd name="T0" fmla="*/ 285 w 257"/>
                  <a:gd name="T1" fmla="*/ 0 h 471"/>
                  <a:gd name="T2" fmla="*/ 0 w 257"/>
                  <a:gd name="T3" fmla="*/ 634 h 471"/>
                  <a:gd name="T4" fmla="*/ 285 w 257"/>
                  <a:gd name="T5" fmla="*/ 1267 h 471"/>
                  <a:gd name="T6" fmla="*/ 570 w 257"/>
                  <a:gd name="T7" fmla="*/ 634 h 471"/>
                  <a:gd name="T8" fmla="*/ 285 w 257"/>
                  <a:gd name="T9" fmla="*/ 0 h 471"/>
                  <a:gd name="T10" fmla="*/ 497 w 257"/>
                  <a:gd name="T11" fmla="*/ 982 h 471"/>
                  <a:gd name="T12" fmla="*/ 308 w 257"/>
                  <a:gd name="T13" fmla="*/ 930 h 471"/>
                  <a:gd name="T14" fmla="*/ 61 w 257"/>
                  <a:gd name="T15" fmla="*/ 969 h 471"/>
                  <a:gd name="T16" fmla="*/ 13 w 257"/>
                  <a:gd name="T17" fmla="*/ 634 h 471"/>
                  <a:gd name="T18" fmla="*/ 279 w 257"/>
                  <a:gd name="T19" fmla="*/ 26 h 471"/>
                  <a:gd name="T20" fmla="*/ 549 w 257"/>
                  <a:gd name="T21" fmla="*/ 634 h 471"/>
                  <a:gd name="T22" fmla="*/ 497 w 257"/>
                  <a:gd name="T23" fmla="*/ 982 h 4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7" h="471">
                    <a:moveTo>
                      <a:pt x="129" y="0"/>
                    </a:moveTo>
                    <a:cubicBezTo>
                      <a:pt x="57" y="0"/>
                      <a:pt x="0" y="106"/>
                      <a:pt x="0" y="236"/>
                    </a:cubicBezTo>
                    <a:cubicBezTo>
                      <a:pt x="0" y="366"/>
                      <a:pt x="57" y="471"/>
                      <a:pt x="129" y="471"/>
                    </a:cubicBezTo>
                    <a:cubicBezTo>
                      <a:pt x="200" y="471"/>
                      <a:pt x="257" y="366"/>
                      <a:pt x="257" y="236"/>
                    </a:cubicBezTo>
                    <a:cubicBezTo>
                      <a:pt x="257" y="106"/>
                      <a:pt x="200" y="0"/>
                      <a:pt x="129" y="0"/>
                    </a:cubicBezTo>
                    <a:close/>
                    <a:moveTo>
                      <a:pt x="224" y="365"/>
                    </a:moveTo>
                    <a:cubicBezTo>
                      <a:pt x="209" y="399"/>
                      <a:pt x="177" y="346"/>
                      <a:pt x="139" y="346"/>
                    </a:cubicBezTo>
                    <a:cubicBezTo>
                      <a:pt x="100" y="346"/>
                      <a:pt x="50" y="419"/>
                      <a:pt x="28" y="360"/>
                    </a:cubicBezTo>
                    <a:cubicBezTo>
                      <a:pt x="14" y="323"/>
                      <a:pt x="6" y="280"/>
                      <a:pt x="6" y="236"/>
                    </a:cubicBezTo>
                    <a:cubicBezTo>
                      <a:pt x="6" y="118"/>
                      <a:pt x="62" y="10"/>
                      <a:pt x="126" y="10"/>
                    </a:cubicBezTo>
                    <a:cubicBezTo>
                      <a:pt x="189" y="10"/>
                      <a:pt x="248" y="118"/>
                      <a:pt x="248" y="236"/>
                    </a:cubicBezTo>
                    <a:cubicBezTo>
                      <a:pt x="248" y="282"/>
                      <a:pt x="239" y="327"/>
                      <a:pt x="224" y="365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82" name="Freeform 236">
                <a:extLst>
                  <a:ext uri="{FF2B5EF4-FFF2-40B4-BE49-F238E27FC236}">
                    <a16:creationId xmlns:a16="http://schemas.microsoft.com/office/drawing/2014/main" id="{A455861A-8909-4B4A-8CA8-8FE10098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987"/>
                <a:ext cx="53" cy="52"/>
              </a:xfrm>
              <a:custGeom>
                <a:avLst/>
                <a:gdLst>
                  <a:gd name="T0" fmla="*/ 89 w 41"/>
                  <a:gd name="T1" fmla="*/ 15 h 37"/>
                  <a:gd name="T2" fmla="*/ 0 w 41"/>
                  <a:gd name="T3" fmla="*/ 97 h 37"/>
                  <a:gd name="T4" fmla="*/ 89 w 41"/>
                  <a:gd name="T5" fmla="*/ 1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7">
                    <a:moveTo>
                      <a:pt x="41" y="6"/>
                    </a:moveTo>
                    <a:cubicBezTo>
                      <a:pt x="41" y="6"/>
                      <a:pt x="10" y="0"/>
                      <a:pt x="0" y="35"/>
                    </a:cubicBezTo>
                    <a:cubicBezTo>
                      <a:pt x="0" y="35"/>
                      <a:pt x="33" y="37"/>
                      <a:pt x="41" y="6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83" name="Freeform 237">
                <a:extLst>
                  <a:ext uri="{FF2B5EF4-FFF2-40B4-BE49-F238E27FC236}">
                    <a16:creationId xmlns:a16="http://schemas.microsoft.com/office/drawing/2014/main" id="{33729A62-11F7-4C28-AAC7-0719F402E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036"/>
                <a:ext cx="49" cy="46"/>
              </a:xfrm>
              <a:custGeom>
                <a:avLst/>
                <a:gdLst>
                  <a:gd name="T0" fmla="*/ 57 w 38"/>
                  <a:gd name="T1" fmla="*/ 0 h 33"/>
                  <a:gd name="T2" fmla="*/ 8 w 38"/>
                  <a:gd name="T3" fmla="*/ 82 h 33"/>
                  <a:gd name="T4" fmla="*/ 57 w 3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3">
                    <a:moveTo>
                      <a:pt x="26" y="0"/>
                    </a:moveTo>
                    <a:cubicBezTo>
                      <a:pt x="26" y="0"/>
                      <a:pt x="0" y="3"/>
                      <a:pt x="4" y="30"/>
                    </a:cubicBezTo>
                    <a:cubicBezTo>
                      <a:pt x="4" y="30"/>
                      <a:pt x="38" y="33"/>
                      <a:pt x="26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84" name="Freeform 238">
                <a:extLst>
                  <a:ext uri="{FF2B5EF4-FFF2-40B4-BE49-F238E27FC236}">
                    <a16:creationId xmlns:a16="http://schemas.microsoft.com/office/drawing/2014/main" id="{727C0256-7805-46F4-B687-076BC3530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078"/>
                <a:ext cx="37" cy="51"/>
              </a:xfrm>
              <a:custGeom>
                <a:avLst/>
                <a:gdLst>
                  <a:gd name="T0" fmla="*/ 37 w 29"/>
                  <a:gd name="T1" fmla="*/ 0 h 37"/>
                  <a:gd name="T2" fmla="*/ 0 w 29"/>
                  <a:gd name="T3" fmla="*/ 96 h 37"/>
                  <a:gd name="T4" fmla="*/ 37 w 29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7">
                    <a:moveTo>
                      <a:pt x="18" y="0"/>
                    </a:moveTo>
                    <a:cubicBezTo>
                      <a:pt x="18" y="0"/>
                      <a:pt x="1" y="3"/>
                      <a:pt x="0" y="37"/>
                    </a:cubicBezTo>
                    <a:cubicBezTo>
                      <a:pt x="0" y="37"/>
                      <a:pt x="29" y="27"/>
                      <a:pt x="1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85" name="Freeform 239">
                <a:extLst>
                  <a:ext uri="{FF2B5EF4-FFF2-40B4-BE49-F238E27FC236}">
                    <a16:creationId xmlns:a16="http://schemas.microsoft.com/office/drawing/2014/main" id="{5DBC68A3-3DA3-416F-B153-1149C1324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129"/>
                <a:ext cx="24" cy="46"/>
              </a:xfrm>
              <a:custGeom>
                <a:avLst/>
                <a:gdLst>
                  <a:gd name="T0" fmla="*/ 25 w 19"/>
                  <a:gd name="T1" fmla="*/ 0 h 33"/>
                  <a:gd name="T2" fmla="*/ 6 w 19"/>
                  <a:gd name="T3" fmla="*/ 89 h 33"/>
                  <a:gd name="T4" fmla="*/ 25 w 19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3">
                    <a:moveTo>
                      <a:pt x="13" y="0"/>
                    </a:moveTo>
                    <a:cubicBezTo>
                      <a:pt x="13" y="0"/>
                      <a:pt x="0" y="8"/>
                      <a:pt x="3" y="33"/>
                    </a:cubicBezTo>
                    <a:cubicBezTo>
                      <a:pt x="3" y="33"/>
                      <a:pt x="19" y="22"/>
                      <a:pt x="13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86" name="Freeform 240">
                <a:extLst>
                  <a:ext uri="{FF2B5EF4-FFF2-40B4-BE49-F238E27FC236}">
                    <a16:creationId xmlns:a16="http://schemas.microsoft.com/office/drawing/2014/main" id="{91644435-2929-47E0-99D4-409425942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175"/>
                <a:ext cx="43" cy="57"/>
              </a:xfrm>
              <a:custGeom>
                <a:avLst/>
                <a:gdLst>
                  <a:gd name="T0" fmla="*/ 39 w 33"/>
                  <a:gd name="T1" fmla="*/ 0 h 41"/>
                  <a:gd name="T2" fmla="*/ 22 w 33"/>
                  <a:gd name="T3" fmla="*/ 110 h 41"/>
                  <a:gd name="T4" fmla="*/ 39 w 33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18" y="0"/>
                    </a:moveTo>
                    <a:cubicBezTo>
                      <a:pt x="18" y="0"/>
                      <a:pt x="0" y="10"/>
                      <a:pt x="10" y="41"/>
                    </a:cubicBezTo>
                    <a:cubicBezTo>
                      <a:pt x="10" y="41"/>
                      <a:pt x="33" y="22"/>
                      <a:pt x="1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87" name="Freeform 241">
                <a:extLst>
                  <a:ext uri="{FF2B5EF4-FFF2-40B4-BE49-F238E27FC236}">
                    <a16:creationId xmlns:a16="http://schemas.microsoft.com/office/drawing/2014/main" id="{C68F3585-FFCA-453D-B375-AC9E67421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232"/>
                <a:ext cx="30" cy="32"/>
              </a:xfrm>
              <a:custGeom>
                <a:avLst/>
                <a:gdLst>
                  <a:gd name="T0" fmla="*/ 29 w 23"/>
                  <a:gd name="T1" fmla="*/ 0 h 23"/>
                  <a:gd name="T2" fmla="*/ 22 w 23"/>
                  <a:gd name="T3" fmla="*/ 63 h 23"/>
                  <a:gd name="T4" fmla="*/ 29 w 2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13" y="0"/>
                    </a:moveTo>
                    <a:cubicBezTo>
                      <a:pt x="13" y="0"/>
                      <a:pt x="0" y="9"/>
                      <a:pt x="10" y="23"/>
                    </a:cubicBezTo>
                    <a:cubicBezTo>
                      <a:pt x="10" y="23"/>
                      <a:pt x="23" y="16"/>
                      <a:pt x="13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88" name="Freeform 242">
                <a:extLst>
                  <a:ext uri="{FF2B5EF4-FFF2-40B4-BE49-F238E27FC236}">
                    <a16:creationId xmlns:a16="http://schemas.microsoft.com/office/drawing/2014/main" id="{5B21B24F-78CC-4DA6-97E7-A4931F6D3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264"/>
                <a:ext cx="43" cy="63"/>
              </a:xfrm>
              <a:custGeom>
                <a:avLst/>
                <a:gdLst>
                  <a:gd name="T0" fmla="*/ 30 w 33"/>
                  <a:gd name="T1" fmla="*/ 0 h 45"/>
                  <a:gd name="T2" fmla="*/ 29 w 33"/>
                  <a:gd name="T3" fmla="*/ 123 h 45"/>
                  <a:gd name="T4" fmla="*/ 30 w 33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5">
                    <a:moveTo>
                      <a:pt x="14" y="0"/>
                    </a:moveTo>
                    <a:cubicBezTo>
                      <a:pt x="14" y="0"/>
                      <a:pt x="0" y="16"/>
                      <a:pt x="13" y="45"/>
                    </a:cubicBezTo>
                    <a:cubicBezTo>
                      <a:pt x="13" y="45"/>
                      <a:pt x="33" y="20"/>
                      <a:pt x="14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89" name="Freeform 243">
                <a:extLst>
                  <a:ext uri="{FF2B5EF4-FFF2-40B4-BE49-F238E27FC236}">
                    <a16:creationId xmlns:a16="http://schemas.microsoft.com/office/drawing/2014/main" id="{B73C965C-CB12-4562-95D8-C52400ECA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327"/>
                <a:ext cx="43" cy="75"/>
              </a:xfrm>
              <a:custGeom>
                <a:avLst/>
                <a:gdLst>
                  <a:gd name="T0" fmla="*/ 23 w 33"/>
                  <a:gd name="T1" fmla="*/ 0 h 54"/>
                  <a:gd name="T2" fmla="*/ 38 w 33"/>
                  <a:gd name="T3" fmla="*/ 144 h 54"/>
                  <a:gd name="T4" fmla="*/ 23 w 33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4">
                    <a:moveTo>
                      <a:pt x="11" y="0"/>
                    </a:moveTo>
                    <a:cubicBezTo>
                      <a:pt x="11" y="0"/>
                      <a:pt x="0" y="27"/>
                      <a:pt x="17" y="54"/>
                    </a:cubicBezTo>
                    <a:cubicBezTo>
                      <a:pt x="17" y="54"/>
                      <a:pt x="33" y="27"/>
                      <a:pt x="11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90" name="Freeform 244">
                <a:extLst>
                  <a:ext uri="{FF2B5EF4-FFF2-40B4-BE49-F238E27FC236}">
                    <a16:creationId xmlns:a16="http://schemas.microsoft.com/office/drawing/2014/main" id="{4AB5A189-2A86-4DEB-BCA5-06BBFDC04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402"/>
                <a:ext cx="38" cy="58"/>
              </a:xfrm>
              <a:custGeom>
                <a:avLst/>
                <a:gdLst>
                  <a:gd name="T0" fmla="*/ 17 w 29"/>
                  <a:gd name="T1" fmla="*/ 0 h 42"/>
                  <a:gd name="T2" fmla="*/ 43 w 29"/>
                  <a:gd name="T3" fmla="*/ 110 h 42"/>
                  <a:gd name="T4" fmla="*/ 17 w 2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2">
                    <a:moveTo>
                      <a:pt x="8" y="0"/>
                    </a:moveTo>
                    <a:cubicBezTo>
                      <a:pt x="8" y="0"/>
                      <a:pt x="0" y="23"/>
                      <a:pt x="19" y="42"/>
                    </a:cubicBezTo>
                    <a:cubicBezTo>
                      <a:pt x="19" y="42"/>
                      <a:pt x="29" y="18"/>
                      <a:pt x="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91" name="Freeform 245">
                <a:extLst>
                  <a:ext uri="{FF2B5EF4-FFF2-40B4-BE49-F238E27FC236}">
                    <a16:creationId xmlns:a16="http://schemas.microsoft.com/office/drawing/2014/main" id="{F94220FE-2D99-4077-A304-99FD5E4E8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460"/>
                <a:ext cx="40" cy="39"/>
              </a:xfrm>
              <a:custGeom>
                <a:avLst/>
                <a:gdLst>
                  <a:gd name="T0" fmla="*/ 22 w 31"/>
                  <a:gd name="T1" fmla="*/ 0 h 28"/>
                  <a:gd name="T2" fmla="*/ 44 w 31"/>
                  <a:gd name="T3" fmla="*/ 75 h 28"/>
                  <a:gd name="T4" fmla="*/ 22 w 31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8">
                    <a:moveTo>
                      <a:pt x="10" y="0"/>
                    </a:moveTo>
                    <a:cubicBezTo>
                      <a:pt x="10" y="0"/>
                      <a:pt x="0" y="21"/>
                      <a:pt x="20" y="28"/>
                    </a:cubicBezTo>
                    <a:cubicBezTo>
                      <a:pt x="20" y="28"/>
                      <a:pt x="31" y="7"/>
                      <a:pt x="1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92" name="Freeform 246">
                <a:extLst>
                  <a:ext uri="{FF2B5EF4-FFF2-40B4-BE49-F238E27FC236}">
                    <a16:creationId xmlns:a16="http://schemas.microsoft.com/office/drawing/2014/main" id="{8AA29CB4-DF7D-459E-99EC-98A25B3DB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8"/>
                <a:ext cx="43" cy="32"/>
              </a:xfrm>
              <a:custGeom>
                <a:avLst/>
                <a:gdLst>
                  <a:gd name="T0" fmla="*/ 0 w 33"/>
                  <a:gd name="T1" fmla="*/ 21 h 23"/>
                  <a:gd name="T2" fmla="*/ 73 w 33"/>
                  <a:gd name="T3" fmla="*/ 46 h 23"/>
                  <a:gd name="T4" fmla="*/ 0 w 33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8"/>
                    </a:moveTo>
                    <a:cubicBezTo>
                      <a:pt x="0" y="8"/>
                      <a:pt x="14" y="23"/>
                      <a:pt x="33" y="17"/>
                    </a:cubicBezTo>
                    <a:cubicBezTo>
                      <a:pt x="33" y="17"/>
                      <a:pt x="21" y="0"/>
                      <a:pt x="0" y="8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93" name="Freeform 247">
                <a:extLst>
                  <a:ext uri="{FF2B5EF4-FFF2-40B4-BE49-F238E27FC236}">
                    <a16:creationId xmlns:a16="http://schemas.microsoft.com/office/drawing/2014/main" id="{4192D86B-ECBC-4490-BE3F-1B8A41ABD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1480"/>
                <a:ext cx="41" cy="43"/>
              </a:xfrm>
              <a:custGeom>
                <a:avLst/>
                <a:gdLst>
                  <a:gd name="T0" fmla="*/ 0 w 32"/>
                  <a:gd name="T1" fmla="*/ 60 h 31"/>
                  <a:gd name="T2" fmla="*/ 68 w 32"/>
                  <a:gd name="T3" fmla="*/ 14 h 31"/>
                  <a:gd name="T4" fmla="*/ 0 w 32"/>
                  <a:gd name="T5" fmla="*/ 6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1">
                    <a:moveTo>
                      <a:pt x="0" y="22"/>
                    </a:moveTo>
                    <a:cubicBezTo>
                      <a:pt x="0" y="22"/>
                      <a:pt x="23" y="31"/>
                      <a:pt x="32" y="5"/>
                    </a:cubicBezTo>
                    <a:cubicBezTo>
                      <a:pt x="32" y="5"/>
                      <a:pt x="8" y="0"/>
                      <a:pt x="0" y="22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94" name="Freeform 248">
                <a:extLst>
                  <a:ext uri="{FF2B5EF4-FFF2-40B4-BE49-F238E27FC236}">
                    <a16:creationId xmlns:a16="http://schemas.microsoft.com/office/drawing/2014/main" id="{741F4AAB-BD3C-47B6-BCF2-87897587F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453"/>
                <a:ext cx="49" cy="55"/>
              </a:xfrm>
              <a:custGeom>
                <a:avLst/>
                <a:gdLst>
                  <a:gd name="T0" fmla="*/ 0 w 37"/>
                  <a:gd name="T1" fmla="*/ 63 h 39"/>
                  <a:gd name="T2" fmla="*/ 86 w 37"/>
                  <a:gd name="T3" fmla="*/ 16 h 39"/>
                  <a:gd name="T4" fmla="*/ 0 w 37"/>
                  <a:gd name="T5" fmla="*/ 6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9">
                    <a:moveTo>
                      <a:pt x="0" y="23"/>
                    </a:moveTo>
                    <a:cubicBezTo>
                      <a:pt x="0" y="23"/>
                      <a:pt x="24" y="39"/>
                      <a:pt x="37" y="6"/>
                    </a:cubicBezTo>
                    <a:cubicBezTo>
                      <a:pt x="37" y="6"/>
                      <a:pt x="16" y="0"/>
                      <a:pt x="0" y="23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95" name="Freeform 249">
                <a:extLst>
                  <a:ext uri="{FF2B5EF4-FFF2-40B4-BE49-F238E27FC236}">
                    <a16:creationId xmlns:a16="http://schemas.microsoft.com/office/drawing/2014/main" id="{31456342-225D-4606-A415-E04B2DD0D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451"/>
                <a:ext cx="41" cy="41"/>
              </a:xfrm>
              <a:custGeom>
                <a:avLst/>
                <a:gdLst>
                  <a:gd name="T0" fmla="*/ 0 w 32"/>
                  <a:gd name="T1" fmla="*/ 21 h 30"/>
                  <a:gd name="T2" fmla="*/ 68 w 32"/>
                  <a:gd name="T3" fmla="*/ 36 h 30"/>
                  <a:gd name="T4" fmla="*/ 0 w 32"/>
                  <a:gd name="T5" fmla="*/ 21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0">
                    <a:moveTo>
                      <a:pt x="0" y="8"/>
                    </a:moveTo>
                    <a:cubicBezTo>
                      <a:pt x="0" y="8"/>
                      <a:pt x="15" y="30"/>
                      <a:pt x="32" y="14"/>
                    </a:cubicBezTo>
                    <a:cubicBezTo>
                      <a:pt x="32" y="14"/>
                      <a:pt x="19" y="0"/>
                      <a:pt x="0" y="8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96" name="Freeform 250">
                <a:extLst>
                  <a:ext uri="{FF2B5EF4-FFF2-40B4-BE49-F238E27FC236}">
                    <a16:creationId xmlns:a16="http://schemas.microsoft.com/office/drawing/2014/main" id="{02EF42C7-28C9-4855-8213-43DE30407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467"/>
                <a:ext cx="37" cy="38"/>
              </a:xfrm>
              <a:custGeom>
                <a:avLst/>
                <a:gdLst>
                  <a:gd name="T0" fmla="*/ 0 w 28"/>
                  <a:gd name="T1" fmla="*/ 6 h 27"/>
                  <a:gd name="T2" fmla="*/ 65 w 28"/>
                  <a:gd name="T3" fmla="*/ 53 h 27"/>
                  <a:gd name="T4" fmla="*/ 0 w 28"/>
                  <a:gd name="T5" fmla="*/ 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0" y="2"/>
                    </a:moveTo>
                    <a:cubicBezTo>
                      <a:pt x="0" y="2"/>
                      <a:pt x="7" y="27"/>
                      <a:pt x="28" y="19"/>
                    </a:cubicBezTo>
                    <a:cubicBezTo>
                      <a:pt x="28" y="19"/>
                      <a:pt x="14" y="0"/>
                      <a:pt x="0" y="2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97" name="Freeform 251">
                <a:extLst>
                  <a:ext uri="{FF2B5EF4-FFF2-40B4-BE49-F238E27FC236}">
                    <a16:creationId xmlns:a16="http://schemas.microsoft.com/office/drawing/2014/main" id="{7B4683E5-11EF-4B6A-B15A-EA54050CD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471"/>
                <a:ext cx="39" cy="53"/>
              </a:xfrm>
              <a:custGeom>
                <a:avLst/>
                <a:gdLst>
                  <a:gd name="T0" fmla="*/ 0 w 30"/>
                  <a:gd name="T1" fmla="*/ 43 h 38"/>
                  <a:gd name="T2" fmla="*/ 66 w 30"/>
                  <a:gd name="T3" fmla="*/ 39 h 38"/>
                  <a:gd name="T4" fmla="*/ 0 w 30"/>
                  <a:gd name="T5" fmla="*/ 43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8">
                    <a:moveTo>
                      <a:pt x="0" y="16"/>
                    </a:moveTo>
                    <a:cubicBezTo>
                      <a:pt x="0" y="16"/>
                      <a:pt x="10" y="0"/>
                      <a:pt x="30" y="14"/>
                    </a:cubicBezTo>
                    <a:cubicBezTo>
                      <a:pt x="30" y="14"/>
                      <a:pt x="15" y="38"/>
                      <a:pt x="0" y="16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98" name="Freeform 252">
                <a:extLst>
                  <a:ext uri="{FF2B5EF4-FFF2-40B4-BE49-F238E27FC236}">
                    <a16:creationId xmlns:a16="http://schemas.microsoft.com/office/drawing/2014/main" id="{0BCE701E-EDC2-45F4-9BEF-90DB0CABE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424"/>
                <a:ext cx="49" cy="67"/>
              </a:xfrm>
              <a:custGeom>
                <a:avLst/>
                <a:gdLst>
                  <a:gd name="T0" fmla="*/ 20 w 37"/>
                  <a:gd name="T1" fmla="*/ 131 h 48"/>
                  <a:gd name="T2" fmla="*/ 56 w 37"/>
                  <a:gd name="T3" fmla="*/ 0 h 48"/>
                  <a:gd name="T4" fmla="*/ 20 w 37"/>
                  <a:gd name="T5" fmla="*/ 13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8">
                    <a:moveTo>
                      <a:pt x="8" y="48"/>
                    </a:moveTo>
                    <a:cubicBezTo>
                      <a:pt x="8" y="48"/>
                      <a:pt x="0" y="20"/>
                      <a:pt x="24" y="0"/>
                    </a:cubicBezTo>
                    <a:cubicBezTo>
                      <a:pt x="24" y="0"/>
                      <a:pt x="37" y="30"/>
                      <a:pt x="8" y="48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99" name="Freeform 253">
                <a:extLst>
                  <a:ext uri="{FF2B5EF4-FFF2-40B4-BE49-F238E27FC236}">
                    <a16:creationId xmlns:a16="http://schemas.microsoft.com/office/drawing/2014/main" id="{1AC824A0-5B7A-4BF6-B9C6-E95E3CA77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341"/>
                <a:ext cx="53" cy="83"/>
              </a:xfrm>
              <a:custGeom>
                <a:avLst/>
                <a:gdLst>
                  <a:gd name="T0" fmla="*/ 35 w 41"/>
                  <a:gd name="T1" fmla="*/ 159 h 60"/>
                  <a:gd name="T2" fmla="*/ 53 w 41"/>
                  <a:gd name="T3" fmla="*/ 0 h 60"/>
                  <a:gd name="T4" fmla="*/ 35 w 41"/>
                  <a:gd name="T5" fmla="*/ 159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0">
                    <a:moveTo>
                      <a:pt x="16" y="60"/>
                    </a:moveTo>
                    <a:cubicBezTo>
                      <a:pt x="16" y="60"/>
                      <a:pt x="0" y="28"/>
                      <a:pt x="25" y="0"/>
                    </a:cubicBezTo>
                    <a:cubicBezTo>
                      <a:pt x="25" y="0"/>
                      <a:pt x="41" y="26"/>
                      <a:pt x="16" y="6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00" name="Freeform 254">
                <a:extLst>
                  <a:ext uri="{FF2B5EF4-FFF2-40B4-BE49-F238E27FC236}">
                    <a16:creationId xmlns:a16="http://schemas.microsoft.com/office/drawing/2014/main" id="{E99D41CB-2E82-456C-9066-643B0998C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253"/>
                <a:ext cx="52" cy="88"/>
              </a:xfrm>
              <a:custGeom>
                <a:avLst/>
                <a:gdLst>
                  <a:gd name="T0" fmla="*/ 43 w 40"/>
                  <a:gd name="T1" fmla="*/ 0 h 63"/>
                  <a:gd name="T2" fmla="*/ 44 w 40"/>
                  <a:gd name="T3" fmla="*/ 172 h 63"/>
                  <a:gd name="T4" fmla="*/ 43 w 40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3">
                    <a:moveTo>
                      <a:pt x="19" y="0"/>
                    </a:moveTo>
                    <a:cubicBezTo>
                      <a:pt x="19" y="0"/>
                      <a:pt x="0" y="39"/>
                      <a:pt x="20" y="63"/>
                    </a:cubicBezTo>
                    <a:cubicBezTo>
                      <a:pt x="20" y="63"/>
                      <a:pt x="40" y="33"/>
                      <a:pt x="19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01" name="Freeform 255">
                <a:extLst>
                  <a:ext uri="{FF2B5EF4-FFF2-40B4-BE49-F238E27FC236}">
                    <a16:creationId xmlns:a16="http://schemas.microsoft.com/office/drawing/2014/main" id="{E0FBBDBD-DC7C-442A-A9A5-598328E80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188"/>
                <a:ext cx="49" cy="65"/>
              </a:xfrm>
              <a:custGeom>
                <a:avLst/>
                <a:gdLst>
                  <a:gd name="T0" fmla="*/ 25 w 38"/>
                  <a:gd name="T1" fmla="*/ 0 h 47"/>
                  <a:gd name="T2" fmla="*/ 45 w 38"/>
                  <a:gd name="T3" fmla="*/ 124 h 47"/>
                  <a:gd name="T4" fmla="*/ 25 w 38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7">
                    <a:moveTo>
                      <a:pt x="12" y="0"/>
                    </a:moveTo>
                    <a:cubicBezTo>
                      <a:pt x="12" y="0"/>
                      <a:pt x="0" y="29"/>
                      <a:pt x="21" y="47"/>
                    </a:cubicBezTo>
                    <a:cubicBezTo>
                      <a:pt x="21" y="47"/>
                      <a:pt x="38" y="21"/>
                      <a:pt x="12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02" name="Freeform 256">
                <a:extLst>
                  <a:ext uri="{FF2B5EF4-FFF2-40B4-BE49-F238E27FC236}">
                    <a16:creationId xmlns:a16="http://schemas.microsoft.com/office/drawing/2014/main" id="{47D681FD-E148-4394-B164-103E3D278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107"/>
                <a:ext cx="53" cy="81"/>
              </a:xfrm>
              <a:custGeom>
                <a:avLst/>
                <a:gdLst>
                  <a:gd name="T0" fmla="*/ 17 w 41"/>
                  <a:gd name="T1" fmla="*/ 0 h 58"/>
                  <a:gd name="T2" fmla="*/ 61 w 41"/>
                  <a:gd name="T3" fmla="*/ 158 h 58"/>
                  <a:gd name="T4" fmla="*/ 17 w 4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8">
                    <a:moveTo>
                      <a:pt x="8" y="0"/>
                    </a:moveTo>
                    <a:cubicBezTo>
                      <a:pt x="8" y="0"/>
                      <a:pt x="0" y="40"/>
                      <a:pt x="28" y="58"/>
                    </a:cubicBezTo>
                    <a:cubicBezTo>
                      <a:pt x="28" y="58"/>
                      <a:pt x="41" y="18"/>
                      <a:pt x="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03" name="Freeform 257">
                <a:extLst>
                  <a:ext uri="{FF2B5EF4-FFF2-40B4-BE49-F238E27FC236}">
                    <a16:creationId xmlns:a16="http://schemas.microsoft.com/office/drawing/2014/main" id="{D7EEAE2A-AED4-4BD0-B054-B7EF4157C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057"/>
                <a:ext cx="34" cy="50"/>
              </a:xfrm>
              <a:custGeom>
                <a:avLst/>
                <a:gdLst>
                  <a:gd name="T0" fmla="*/ 1 w 26"/>
                  <a:gd name="T1" fmla="*/ 0 h 36"/>
                  <a:gd name="T2" fmla="*/ 46 w 26"/>
                  <a:gd name="T3" fmla="*/ 96 h 36"/>
                  <a:gd name="T4" fmla="*/ 1 w 26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6">
                    <a:moveTo>
                      <a:pt x="1" y="0"/>
                    </a:moveTo>
                    <a:cubicBezTo>
                      <a:pt x="1" y="0"/>
                      <a:pt x="0" y="28"/>
                      <a:pt x="21" y="36"/>
                    </a:cubicBezTo>
                    <a:cubicBezTo>
                      <a:pt x="21" y="36"/>
                      <a:pt x="26" y="11"/>
                      <a:pt x="1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04" name="Freeform 258">
                <a:extLst>
                  <a:ext uri="{FF2B5EF4-FFF2-40B4-BE49-F238E27FC236}">
                    <a16:creationId xmlns:a16="http://schemas.microsoft.com/office/drawing/2014/main" id="{26446248-7307-4458-83E2-0F6731891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007"/>
                <a:ext cx="49" cy="50"/>
              </a:xfrm>
              <a:custGeom>
                <a:avLst/>
                <a:gdLst>
                  <a:gd name="T0" fmla="*/ 0 w 38"/>
                  <a:gd name="T1" fmla="*/ 0 h 36"/>
                  <a:gd name="T2" fmla="*/ 80 w 38"/>
                  <a:gd name="T3" fmla="*/ 96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10" y="31"/>
                      <a:pt x="37" y="36"/>
                    </a:cubicBezTo>
                    <a:cubicBezTo>
                      <a:pt x="37" y="36"/>
                      <a:pt x="38" y="4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05" name="Freeform 259">
                <a:extLst>
                  <a:ext uri="{FF2B5EF4-FFF2-40B4-BE49-F238E27FC236}">
                    <a16:creationId xmlns:a16="http://schemas.microsoft.com/office/drawing/2014/main" id="{DA0457D7-C373-4C30-A1BC-735500AB2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968"/>
                <a:ext cx="67" cy="50"/>
              </a:xfrm>
              <a:custGeom>
                <a:avLst/>
                <a:gdLst>
                  <a:gd name="T0" fmla="*/ 0 w 51"/>
                  <a:gd name="T1" fmla="*/ 54 h 36"/>
                  <a:gd name="T2" fmla="*/ 116 w 51"/>
                  <a:gd name="T3" fmla="*/ 75 h 36"/>
                  <a:gd name="T4" fmla="*/ 0 w 51"/>
                  <a:gd name="T5" fmla="*/ 5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6" y="36"/>
                      <a:pt x="51" y="28"/>
                    </a:cubicBezTo>
                    <a:cubicBezTo>
                      <a:pt x="51" y="28"/>
                      <a:pt x="34" y="0"/>
                      <a:pt x="0" y="2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06" name="Freeform 260">
                <a:extLst>
                  <a:ext uri="{FF2B5EF4-FFF2-40B4-BE49-F238E27FC236}">
                    <a16:creationId xmlns:a16="http://schemas.microsoft.com/office/drawing/2014/main" id="{1B96DCE8-6666-43D9-81A5-338BEE842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047"/>
                <a:ext cx="20" cy="19"/>
              </a:xfrm>
              <a:custGeom>
                <a:avLst/>
                <a:gdLst>
                  <a:gd name="T0" fmla="*/ 31 w 15"/>
                  <a:gd name="T1" fmla="*/ 1 h 14"/>
                  <a:gd name="T2" fmla="*/ 27 w 15"/>
                  <a:gd name="T3" fmla="*/ 26 h 14"/>
                  <a:gd name="T4" fmla="*/ 5 w 15"/>
                  <a:gd name="T5" fmla="*/ 30 h 14"/>
                  <a:gd name="T6" fmla="*/ 9 w 15"/>
                  <a:gd name="T7" fmla="*/ 10 h 14"/>
                  <a:gd name="T8" fmla="*/ 31 w 15"/>
                  <a:gd name="T9" fmla="*/ 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3" y="1"/>
                    </a:moveTo>
                    <a:cubicBezTo>
                      <a:pt x="15" y="3"/>
                      <a:pt x="14" y="7"/>
                      <a:pt x="11" y="10"/>
                    </a:cubicBezTo>
                    <a:cubicBezTo>
                      <a:pt x="8" y="13"/>
                      <a:pt x="4" y="14"/>
                      <a:pt x="2" y="12"/>
                    </a:cubicBezTo>
                    <a:cubicBezTo>
                      <a:pt x="0" y="10"/>
                      <a:pt x="1" y="7"/>
                      <a:pt x="4" y="4"/>
                    </a:cubicBezTo>
                    <a:cubicBezTo>
                      <a:pt x="7" y="1"/>
                      <a:pt x="11" y="0"/>
                      <a:pt x="13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07" name="Freeform 261">
                <a:extLst>
                  <a:ext uri="{FF2B5EF4-FFF2-40B4-BE49-F238E27FC236}">
                    <a16:creationId xmlns:a16="http://schemas.microsoft.com/office/drawing/2014/main" id="{0AE4A324-B468-45E6-8174-28939AC65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188"/>
                <a:ext cx="14" cy="22"/>
              </a:xfrm>
              <a:custGeom>
                <a:avLst/>
                <a:gdLst>
                  <a:gd name="T0" fmla="*/ 17 w 11"/>
                  <a:gd name="T1" fmla="*/ 0 h 16"/>
                  <a:gd name="T2" fmla="*/ 22 w 11"/>
                  <a:gd name="T3" fmla="*/ 23 h 16"/>
                  <a:gd name="T4" fmla="*/ 8 w 11"/>
                  <a:gd name="T5" fmla="*/ 40 h 16"/>
                  <a:gd name="T6" fmla="*/ 5 w 11"/>
                  <a:gd name="T7" fmla="*/ 15 h 16"/>
                  <a:gd name="T8" fmla="*/ 17 w 1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8" y="0"/>
                    </a:moveTo>
                    <a:cubicBezTo>
                      <a:pt x="10" y="1"/>
                      <a:pt x="11" y="5"/>
                      <a:pt x="10" y="9"/>
                    </a:cubicBezTo>
                    <a:cubicBezTo>
                      <a:pt x="9" y="13"/>
                      <a:pt x="6" y="16"/>
                      <a:pt x="4" y="15"/>
                    </a:cubicBezTo>
                    <a:cubicBezTo>
                      <a:pt x="1" y="14"/>
                      <a:pt x="0" y="10"/>
                      <a:pt x="2" y="6"/>
                    </a:cubicBezTo>
                    <a:cubicBezTo>
                      <a:pt x="3" y="2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08" name="Freeform 262">
                <a:extLst>
                  <a:ext uri="{FF2B5EF4-FFF2-40B4-BE49-F238E27FC236}">
                    <a16:creationId xmlns:a16="http://schemas.microsoft.com/office/drawing/2014/main" id="{C5688484-D74F-415B-9930-EFFAA7318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352"/>
                <a:ext cx="12" cy="21"/>
              </a:xfrm>
              <a:custGeom>
                <a:avLst/>
                <a:gdLst>
                  <a:gd name="T0" fmla="*/ 9 w 9"/>
                  <a:gd name="T1" fmla="*/ 0 h 15"/>
                  <a:gd name="T2" fmla="*/ 21 w 9"/>
                  <a:gd name="T3" fmla="*/ 20 h 15"/>
                  <a:gd name="T4" fmla="*/ 12 w 9"/>
                  <a:gd name="T5" fmla="*/ 41 h 15"/>
                  <a:gd name="T6" fmla="*/ 0 w 9"/>
                  <a:gd name="T7" fmla="*/ 21 h 15"/>
                  <a:gd name="T8" fmla="*/ 9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4" y="0"/>
                    </a:moveTo>
                    <a:cubicBezTo>
                      <a:pt x="7" y="0"/>
                      <a:pt x="9" y="3"/>
                      <a:pt x="9" y="7"/>
                    </a:cubicBezTo>
                    <a:cubicBezTo>
                      <a:pt x="9" y="11"/>
                      <a:pt x="8" y="15"/>
                      <a:pt x="5" y="15"/>
                    </a:cubicBezTo>
                    <a:cubicBezTo>
                      <a:pt x="3" y="15"/>
                      <a:pt x="1" y="12"/>
                      <a:pt x="0" y="8"/>
                    </a:cubicBezTo>
                    <a:cubicBezTo>
                      <a:pt x="0" y="4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09" name="Freeform 263">
                <a:extLst>
                  <a:ext uri="{FF2B5EF4-FFF2-40B4-BE49-F238E27FC236}">
                    <a16:creationId xmlns:a16="http://schemas.microsoft.com/office/drawing/2014/main" id="{401DD21E-F834-45AE-9CC1-81DD9C2C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420"/>
                <a:ext cx="11" cy="22"/>
              </a:xfrm>
              <a:custGeom>
                <a:avLst/>
                <a:gdLst>
                  <a:gd name="T0" fmla="*/ 6 w 9"/>
                  <a:gd name="T1" fmla="*/ 1 h 16"/>
                  <a:gd name="T2" fmla="*/ 15 w 9"/>
                  <a:gd name="T3" fmla="*/ 19 h 16"/>
                  <a:gd name="T4" fmla="*/ 13 w 9"/>
                  <a:gd name="T5" fmla="*/ 40 h 16"/>
                  <a:gd name="T6" fmla="*/ 1 w 9"/>
                  <a:gd name="T7" fmla="*/ 23 h 16"/>
                  <a:gd name="T8" fmla="*/ 6 w 9"/>
                  <a:gd name="T9" fmla="*/ 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3" y="1"/>
                    </a:moveTo>
                    <a:cubicBezTo>
                      <a:pt x="5" y="0"/>
                      <a:pt x="7" y="3"/>
                      <a:pt x="8" y="7"/>
                    </a:cubicBezTo>
                    <a:cubicBezTo>
                      <a:pt x="9" y="11"/>
                      <a:pt x="9" y="15"/>
                      <a:pt x="7" y="15"/>
                    </a:cubicBezTo>
                    <a:cubicBezTo>
                      <a:pt x="5" y="16"/>
                      <a:pt x="3" y="13"/>
                      <a:pt x="1" y="9"/>
                    </a:cubicBezTo>
                    <a:cubicBezTo>
                      <a:pt x="0" y="5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10" name="Freeform 264">
                <a:extLst>
                  <a:ext uri="{FF2B5EF4-FFF2-40B4-BE49-F238E27FC236}">
                    <a16:creationId xmlns:a16="http://schemas.microsoft.com/office/drawing/2014/main" id="{BB3D1BBA-4BB1-4913-9712-B6A1F78B9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473"/>
                <a:ext cx="10" cy="17"/>
              </a:xfrm>
              <a:custGeom>
                <a:avLst/>
                <a:gdLst>
                  <a:gd name="T0" fmla="*/ 5 w 8"/>
                  <a:gd name="T1" fmla="*/ 1 h 12"/>
                  <a:gd name="T2" fmla="*/ 14 w 8"/>
                  <a:gd name="T3" fmla="*/ 14 h 12"/>
                  <a:gd name="T4" fmla="*/ 10 w 8"/>
                  <a:gd name="T5" fmla="*/ 33 h 12"/>
                  <a:gd name="T6" fmla="*/ 0 w 8"/>
                  <a:gd name="T7" fmla="*/ 20 h 12"/>
                  <a:gd name="T8" fmla="*/ 5 w 8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2" y="1"/>
                    </a:moveTo>
                    <a:cubicBezTo>
                      <a:pt x="4" y="0"/>
                      <a:pt x="6" y="2"/>
                      <a:pt x="7" y="5"/>
                    </a:cubicBezTo>
                    <a:cubicBezTo>
                      <a:pt x="8" y="8"/>
                      <a:pt x="7" y="11"/>
                      <a:pt x="5" y="11"/>
                    </a:cubicBezTo>
                    <a:cubicBezTo>
                      <a:pt x="3" y="12"/>
                      <a:pt x="1" y="10"/>
                      <a:pt x="0" y="7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11" name="Freeform 265">
                <a:extLst>
                  <a:ext uri="{FF2B5EF4-FFF2-40B4-BE49-F238E27FC236}">
                    <a16:creationId xmlns:a16="http://schemas.microsoft.com/office/drawing/2014/main" id="{3AEF7EB3-BC96-4B12-A9AA-4146EFA85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1498"/>
                <a:ext cx="20" cy="14"/>
              </a:xfrm>
              <a:custGeom>
                <a:avLst/>
                <a:gdLst>
                  <a:gd name="T0" fmla="*/ 0 w 15"/>
                  <a:gd name="T1" fmla="*/ 6 h 10"/>
                  <a:gd name="T2" fmla="*/ 21 w 15"/>
                  <a:gd name="T3" fmla="*/ 6 h 10"/>
                  <a:gd name="T4" fmla="*/ 33 w 15"/>
                  <a:gd name="T5" fmla="*/ 21 h 10"/>
                  <a:gd name="T6" fmla="*/ 15 w 15"/>
                  <a:gd name="T7" fmla="*/ 21 h 10"/>
                  <a:gd name="T8" fmla="*/ 0 w 15"/>
                  <a:gd name="T9" fmla="*/ 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0"/>
                      <a:pt x="5" y="0"/>
                      <a:pt x="9" y="2"/>
                    </a:cubicBezTo>
                    <a:cubicBezTo>
                      <a:pt x="13" y="3"/>
                      <a:pt x="15" y="6"/>
                      <a:pt x="14" y="8"/>
                    </a:cubicBezTo>
                    <a:cubicBezTo>
                      <a:pt x="14" y="10"/>
                      <a:pt x="10" y="10"/>
                      <a:pt x="6" y="8"/>
                    </a:cubicBezTo>
                    <a:cubicBezTo>
                      <a:pt x="2" y="7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12" name="Freeform 266">
                <a:extLst>
                  <a:ext uri="{FF2B5EF4-FFF2-40B4-BE49-F238E27FC236}">
                    <a16:creationId xmlns:a16="http://schemas.microsoft.com/office/drawing/2014/main" id="{9B5FAB78-616B-4165-8E2C-A5E3D2A68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491"/>
                <a:ext cx="21" cy="18"/>
              </a:xfrm>
              <a:custGeom>
                <a:avLst/>
                <a:gdLst>
                  <a:gd name="T0" fmla="*/ 1 w 16"/>
                  <a:gd name="T1" fmla="*/ 24 h 13"/>
                  <a:gd name="T2" fmla="*/ 14 w 16"/>
                  <a:gd name="T3" fmla="*/ 1 h 13"/>
                  <a:gd name="T4" fmla="*/ 34 w 16"/>
                  <a:gd name="T5" fmla="*/ 8 h 13"/>
                  <a:gd name="T6" fmla="*/ 22 w 16"/>
                  <a:gd name="T7" fmla="*/ 29 h 13"/>
                  <a:gd name="T8" fmla="*/ 1 w 16"/>
                  <a:gd name="T9" fmla="*/ 2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9"/>
                    </a:moveTo>
                    <a:cubicBezTo>
                      <a:pt x="0" y="7"/>
                      <a:pt x="2" y="3"/>
                      <a:pt x="6" y="1"/>
                    </a:cubicBezTo>
                    <a:cubicBezTo>
                      <a:pt x="10" y="0"/>
                      <a:pt x="14" y="1"/>
                      <a:pt x="15" y="3"/>
                    </a:cubicBezTo>
                    <a:cubicBezTo>
                      <a:pt x="16" y="6"/>
                      <a:pt x="14" y="9"/>
                      <a:pt x="10" y="11"/>
                    </a:cubicBezTo>
                    <a:cubicBezTo>
                      <a:pt x="6" y="13"/>
                      <a:pt x="2" y="12"/>
                      <a:pt x="1" y="9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13" name="Freeform 267">
                <a:extLst>
                  <a:ext uri="{FF2B5EF4-FFF2-40B4-BE49-F238E27FC236}">
                    <a16:creationId xmlns:a16="http://schemas.microsoft.com/office/drawing/2014/main" id="{A9CDF8D1-B4A9-4C2D-890B-67B642CEE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460"/>
                <a:ext cx="14" cy="11"/>
              </a:xfrm>
              <a:custGeom>
                <a:avLst/>
                <a:gdLst>
                  <a:gd name="T0" fmla="*/ 0 w 11"/>
                  <a:gd name="T1" fmla="*/ 8 h 8"/>
                  <a:gd name="T2" fmla="*/ 13 w 11"/>
                  <a:gd name="T3" fmla="*/ 1 h 8"/>
                  <a:gd name="T4" fmla="*/ 22 w 11"/>
                  <a:gd name="T5" fmla="*/ 14 h 8"/>
                  <a:gd name="T6" fmla="*/ 10 w 11"/>
                  <a:gd name="T7" fmla="*/ 19 h 8"/>
                  <a:gd name="T8" fmla="*/ 0 w 11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1" y="1"/>
                      <a:pt x="3" y="0"/>
                      <a:pt x="6" y="1"/>
                    </a:cubicBezTo>
                    <a:cubicBezTo>
                      <a:pt x="9" y="1"/>
                      <a:pt x="11" y="3"/>
                      <a:pt x="10" y="5"/>
                    </a:cubicBezTo>
                    <a:cubicBezTo>
                      <a:pt x="10" y="7"/>
                      <a:pt x="7" y="8"/>
                      <a:pt x="5" y="7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14" name="Freeform 268">
                <a:extLst>
                  <a:ext uri="{FF2B5EF4-FFF2-40B4-BE49-F238E27FC236}">
                    <a16:creationId xmlns:a16="http://schemas.microsoft.com/office/drawing/2014/main" id="{02AB7DA2-EB58-4A46-BCC9-32E1BEDF3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488"/>
                <a:ext cx="16" cy="11"/>
              </a:xfrm>
              <a:custGeom>
                <a:avLst/>
                <a:gdLst>
                  <a:gd name="T0" fmla="*/ 0 w 13"/>
                  <a:gd name="T1" fmla="*/ 11 h 8"/>
                  <a:gd name="T2" fmla="*/ 11 w 13"/>
                  <a:gd name="T3" fmla="*/ 0 h 8"/>
                  <a:gd name="T4" fmla="*/ 25 w 13"/>
                  <a:gd name="T5" fmla="*/ 8 h 8"/>
                  <a:gd name="T6" fmla="*/ 14 w 13"/>
                  <a:gd name="T7" fmla="*/ 19 h 8"/>
                  <a:gd name="T8" fmla="*/ 0 w 13"/>
                  <a:gd name="T9" fmla="*/ 1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0" y="4"/>
                    </a:moveTo>
                    <a:cubicBezTo>
                      <a:pt x="0" y="3"/>
                      <a:pt x="2" y="1"/>
                      <a:pt x="6" y="0"/>
                    </a:cubicBezTo>
                    <a:cubicBezTo>
                      <a:pt x="9" y="0"/>
                      <a:pt x="12" y="1"/>
                      <a:pt x="13" y="3"/>
                    </a:cubicBezTo>
                    <a:cubicBezTo>
                      <a:pt x="13" y="5"/>
                      <a:pt x="10" y="6"/>
                      <a:pt x="7" y="7"/>
                    </a:cubicBezTo>
                    <a:cubicBezTo>
                      <a:pt x="3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15" name="Freeform 269">
                <a:extLst>
                  <a:ext uri="{FF2B5EF4-FFF2-40B4-BE49-F238E27FC236}">
                    <a16:creationId xmlns:a16="http://schemas.microsoft.com/office/drawing/2014/main" id="{11698B11-8483-4AE6-BF90-79AA81753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451"/>
                <a:ext cx="10" cy="18"/>
              </a:xfrm>
              <a:custGeom>
                <a:avLst/>
                <a:gdLst>
                  <a:gd name="T0" fmla="*/ 5 w 8"/>
                  <a:gd name="T1" fmla="*/ 35 h 13"/>
                  <a:gd name="T2" fmla="*/ 1 w 8"/>
                  <a:gd name="T3" fmla="*/ 14 h 13"/>
                  <a:gd name="T4" fmla="*/ 13 w 8"/>
                  <a:gd name="T5" fmla="*/ 0 h 13"/>
                  <a:gd name="T6" fmla="*/ 14 w 8"/>
                  <a:gd name="T7" fmla="*/ 21 h 13"/>
                  <a:gd name="T8" fmla="*/ 5 w 8"/>
                  <a:gd name="T9" fmla="*/ 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2" y="13"/>
                    </a:moveTo>
                    <a:cubicBezTo>
                      <a:pt x="0" y="12"/>
                      <a:pt x="0" y="9"/>
                      <a:pt x="1" y="5"/>
                    </a:cubicBezTo>
                    <a:cubicBezTo>
                      <a:pt x="2" y="2"/>
                      <a:pt x="4" y="0"/>
                      <a:pt x="6" y="0"/>
                    </a:cubicBezTo>
                    <a:cubicBezTo>
                      <a:pt x="8" y="1"/>
                      <a:pt x="8" y="4"/>
                      <a:pt x="7" y="8"/>
                    </a:cubicBezTo>
                    <a:cubicBezTo>
                      <a:pt x="6" y="11"/>
                      <a:pt x="4" y="13"/>
                      <a:pt x="2" y="13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16" name="Freeform 270">
                <a:extLst>
                  <a:ext uri="{FF2B5EF4-FFF2-40B4-BE49-F238E27FC236}">
                    <a16:creationId xmlns:a16="http://schemas.microsoft.com/office/drawing/2014/main" id="{1718F96E-4DB7-4D3F-8DB0-7D6B0D4C0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373"/>
                <a:ext cx="11" cy="20"/>
              </a:xfrm>
              <a:custGeom>
                <a:avLst/>
                <a:gdLst>
                  <a:gd name="T0" fmla="*/ 6 w 9"/>
                  <a:gd name="T1" fmla="*/ 36 h 15"/>
                  <a:gd name="T2" fmla="*/ 0 w 9"/>
                  <a:gd name="T3" fmla="*/ 16 h 15"/>
                  <a:gd name="T4" fmla="*/ 9 w 9"/>
                  <a:gd name="T5" fmla="*/ 0 h 15"/>
                  <a:gd name="T6" fmla="*/ 16 w 9"/>
                  <a:gd name="T7" fmla="*/ 20 h 15"/>
                  <a:gd name="T8" fmla="*/ 6 w 9"/>
                  <a:gd name="T9" fmla="*/ 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3" y="15"/>
                    </a:moveTo>
                    <a:cubicBezTo>
                      <a:pt x="1" y="15"/>
                      <a:pt x="0" y="11"/>
                      <a:pt x="0" y="7"/>
                    </a:cubicBezTo>
                    <a:cubicBezTo>
                      <a:pt x="1" y="3"/>
                      <a:pt x="3" y="0"/>
                      <a:pt x="5" y="0"/>
                    </a:cubicBezTo>
                    <a:cubicBezTo>
                      <a:pt x="8" y="0"/>
                      <a:pt x="9" y="4"/>
                      <a:pt x="9" y="8"/>
                    </a:cubicBezTo>
                    <a:cubicBezTo>
                      <a:pt x="8" y="12"/>
                      <a:pt x="6" y="15"/>
                      <a:pt x="3" y="1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17" name="Freeform 271">
                <a:extLst>
                  <a:ext uri="{FF2B5EF4-FFF2-40B4-BE49-F238E27FC236}">
                    <a16:creationId xmlns:a16="http://schemas.microsoft.com/office/drawing/2014/main" id="{07624594-3910-4B27-8C67-F2D1661B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289"/>
                <a:ext cx="12" cy="22"/>
              </a:xfrm>
              <a:custGeom>
                <a:avLst/>
                <a:gdLst>
                  <a:gd name="T0" fmla="*/ 12 w 9"/>
                  <a:gd name="T1" fmla="*/ 41 h 16"/>
                  <a:gd name="T2" fmla="*/ 0 w 9"/>
                  <a:gd name="T3" fmla="*/ 23 h 16"/>
                  <a:gd name="T4" fmla="*/ 9 w 9"/>
                  <a:gd name="T5" fmla="*/ 1 h 16"/>
                  <a:gd name="T6" fmla="*/ 21 w 9"/>
                  <a:gd name="T7" fmla="*/ 21 h 16"/>
                  <a:gd name="T8" fmla="*/ 12 w 9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5" y="16"/>
                    </a:moveTo>
                    <a:cubicBezTo>
                      <a:pt x="3" y="16"/>
                      <a:pt x="1" y="13"/>
                      <a:pt x="0" y="9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6" y="0"/>
                      <a:pt x="9" y="4"/>
                      <a:pt x="9" y="8"/>
                    </a:cubicBezTo>
                    <a:cubicBezTo>
                      <a:pt x="9" y="12"/>
                      <a:pt x="7" y="16"/>
                      <a:pt x="5" y="16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18" name="Freeform 272">
                <a:extLst>
                  <a:ext uri="{FF2B5EF4-FFF2-40B4-BE49-F238E27FC236}">
                    <a16:creationId xmlns:a16="http://schemas.microsoft.com/office/drawing/2014/main" id="{6F4DC24E-3D3A-4D56-88BF-38725E920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210"/>
                <a:ext cx="10" cy="22"/>
              </a:xfrm>
              <a:custGeom>
                <a:avLst/>
                <a:gdLst>
                  <a:gd name="T0" fmla="*/ 10 w 8"/>
                  <a:gd name="T1" fmla="*/ 41 h 16"/>
                  <a:gd name="T2" fmla="*/ 1 w 8"/>
                  <a:gd name="T3" fmla="*/ 23 h 16"/>
                  <a:gd name="T4" fmla="*/ 5 w 8"/>
                  <a:gd name="T5" fmla="*/ 0 h 16"/>
                  <a:gd name="T6" fmla="*/ 14 w 8"/>
                  <a:gd name="T7" fmla="*/ 19 h 16"/>
                  <a:gd name="T8" fmla="*/ 10 w 8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5" y="16"/>
                    </a:moveTo>
                    <a:cubicBezTo>
                      <a:pt x="4" y="16"/>
                      <a:pt x="2" y="13"/>
                      <a:pt x="1" y="9"/>
                    </a:cubicBezTo>
                    <a:cubicBezTo>
                      <a:pt x="0" y="4"/>
                      <a:pt x="1" y="1"/>
                      <a:pt x="2" y="0"/>
                    </a:cubicBezTo>
                    <a:cubicBezTo>
                      <a:pt x="4" y="0"/>
                      <a:pt x="6" y="3"/>
                      <a:pt x="7" y="7"/>
                    </a:cubicBezTo>
                    <a:cubicBezTo>
                      <a:pt x="8" y="12"/>
                      <a:pt x="7" y="15"/>
                      <a:pt x="5" y="16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19" name="Freeform 273">
                <a:extLst>
                  <a:ext uri="{FF2B5EF4-FFF2-40B4-BE49-F238E27FC236}">
                    <a16:creationId xmlns:a16="http://schemas.microsoft.com/office/drawing/2014/main" id="{0267FA19-5CAB-4870-A747-E838BC4D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129"/>
                <a:ext cx="17" cy="32"/>
              </a:xfrm>
              <a:custGeom>
                <a:avLst/>
                <a:gdLst>
                  <a:gd name="T0" fmla="*/ 24 w 13"/>
                  <a:gd name="T1" fmla="*/ 60 h 23"/>
                  <a:gd name="T2" fmla="*/ 7 w 13"/>
                  <a:gd name="T3" fmla="*/ 35 h 23"/>
                  <a:gd name="T4" fmla="*/ 7 w 13"/>
                  <a:gd name="T5" fmla="*/ 1 h 23"/>
                  <a:gd name="T6" fmla="*/ 24 w 13"/>
                  <a:gd name="T7" fmla="*/ 26 h 23"/>
                  <a:gd name="T8" fmla="*/ 24 w 13"/>
                  <a:gd name="T9" fmla="*/ 6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11" y="22"/>
                    </a:moveTo>
                    <a:cubicBezTo>
                      <a:pt x="8" y="23"/>
                      <a:pt x="5" y="19"/>
                      <a:pt x="3" y="13"/>
                    </a:cubicBezTo>
                    <a:cubicBezTo>
                      <a:pt x="0" y="8"/>
                      <a:pt x="1" y="2"/>
                      <a:pt x="3" y="1"/>
                    </a:cubicBezTo>
                    <a:cubicBezTo>
                      <a:pt x="5" y="0"/>
                      <a:pt x="9" y="4"/>
                      <a:pt x="11" y="10"/>
                    </a:cubicBezTo>
                    <a:cubicBezTo>
                      <a:pt x="13" y="16"/>
                      <a:pt x="13" y="21"/>
                      <a:pt x="11" y="2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20" name="Freeform 274">
                <a:extLst>
                  <a:ext uri="{FF2B5EF4-FFF2-40B4-BE49-F238E27FC236}">
                    <a16:creationId xmlns:a16="http://schemas.microsoft.com/office/drawing/2014/main" id="{E453683F-E628-47CA-9DDC-F3281DC7E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078"/>
                <a:ext cx="12" cy="16"/>
              </a:xfrm>
              <a:custGeom>
                <a:avLst/>
                <a:gdLst>
                  <a:gd name="T0" fmla="*/ 20 w 9"/>
                  <a:gd name="T1" fmla="*/ 27 h 12"/>
                  <a:gd name="T2" fmla="*/ 7 w 9"/>
                  <a:gd name="T3" fmla="*/ 16 h 12"/>
                  <a:gd name="T4" fmla="*/ 5 w 9"/>
                  <a:gd name="T5" fmla="*/ 0 h 12"/>
                  <a:gd name="T6" fmla="*/ 16 w 9"/>
                  <a:gd name="T7" fmla="*/ 9 h 12"/>
                  <a:gd name="T8" fmla="*/ 20 w 9"/>
                  <a:gd name="T9" fmla="*/ 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8" y="11"/>
                    </a:moveTo>
                    <a:cubicBezTo>
                      <a:pt x="7" y="12"/>
                      <a:pt x="5" y="10"/>
                      <a:pt x="3" y="7"/>
                    </a:cubicBezTo>
                    <a:cubicBezTo>
                      <a:pt x="1" y="4"/>
                      <a:pt x="0" y="1"/>
                      <a:pt x="2" y="0"/>
                    </a:cubicBezTo>
                    <a:cubicBezTo>
                      <a:pt x="3" y="0"/>
                      <a:pt x="5" y="1"/>
                      <a:pt x="7" y="4"/>
                    </a:cubicBezTo>
                    <a:cubicBezTo>
                      <a:pt x="9" y="7"/>
                      <a:pt x="9" y="10"/>
                      <a:pt x="8" y="1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21" name="Freeform 275">
                <a:extLst>
                  <a:ext uri="{FF2B5EF4-FFF2-40B4-BE49-F238E27FC236}">
                    <a16:creationId xmlns:a16="http://schemas.microsoft.com/office/drawing/2014/main" id="{B72C758C-9D7E-4DE3-B747-D37B48BC7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025"/>
                <a:ext cx="20" cy="21"/>
              </a:xfrm>
              <a:custGeom>
                <a:avLst/>
                <a:gdLst>
                  <a:gd name="T0" fmla="*/ 33 w 15"/>
                  <a:gd name="T1" fmla="*/ 39 h 15"/>
                  <a:gd name="T2" fmla="*/ 12 w 15"/>
                  <a:gd name="T3" fmla="*/ 28 h 15"/>
                  <a:gd name="T4" fmla="*/ 1 w 15"/>
                  <a:gd name="T5" fmla="*/ 1 h 15"/>
                  <a:gd name="T6" fmla="*/ 23 w 15"/>
                  <a:gd name="T7" fmla="*/ 14 h 15"/>
                  <a:gd name="T8" fmla="*/ 33 w 15"/>
                  <a:gd name="T9" fmla="*/ 3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4" y="14"/>
                    </a:moveTo>
                    <a:cubicBezTo>
                      <a:pt x="12" y="15"/>
                      <a:pt x="8" y="14"/>
                      <a:pt x="5" y="10"/>
                    </a:cubicBezTo>
                    <a:cubicBezTo>
                      <a:pt x="1" y="7"/>
                      <a:pt x="0" y="2"/>
                      <a:pt x="1" y="1"/>
                    </a:cubicBezTo>
                    <a:cubicBezTo>
                      <a:pt x="3" y="0"/>
                      <a:pt x="7" y="1"/>
                      <a:pt x="10" y="5"/>
                    </a:cubicBezTo>
                    <a:cubicBezTo>
                      <a:pt x="14" y="8"/>
                      <a:pt x="15" y="12"/>
                      <a:pt x="14" y="14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22" name="Freeform 276">
                <a:extLst>
                  <a:ext uri="{FF2B5EF4-FFF2-40B4-BE49-F238E27FC236}">
                    <a16:creationId xmlns:a16="http://schemas.microsoft.com/office/drawing/2014/main" id="{25FD90F2-CD4F-47EB-94A3-10A07B49B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990"/>
                <a:ext cx="21" cy="14"/>
              </a:xfrm>
              <a:custGeom>
                <a:avLst/>
                <a:gdLst>
                  <a:gd name="T0" fmla="*/ 37 w 16"/>
                  <a:gd name="T1" fmla="*/ 20 h 10"/>
                  <a:gd name="T2" fmla="*/ 16 w 16"/>
                  <a:gd name="T3" fmla="*/ 25 h 10"/>
                  <a:gd name="T4" fmla="*/ 0 w 16"/>
                  <a:gd name="T5" fmla="*/ 8 h 10"/>
                  <a:gd name="T6" fmla="*/ 21 w 16"/>
                  <a:gd name="T7" fmla="*/ 1 h 10"/>
                  <a:gd name="T8" fmla="*/ 37 w 16"/>
                  <a:gd name="T9" fmla="*/ 2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6" y="7"/>
                    </a:moveTo>
                    <a:cubicBezTo>
                      <a:pt x="15" y="9"/>
                      <a:pt x="11" y="10"/>
                      <a:pt x="7" y="9"/>
                    </a:cubicBezTo>
                    <a:cubicBezTo>
                      <a:pt x="3" y="8"/>
                      <a:pt x="0" y="6"/>
                      <a:pt x="0" y="3"/>
                    </a:cubicBezTo>
                    <a:cubicBezTo>
                      <a:pt x="1" y="1"/>
                      <a:pt x="5" y="0"/>
                      <a:pt x="9" y="1"/>
                    </a:cubicBezTo>
                    <a:cubicBezTo>
                      <a:pt x="13" y="2"/>
                      <a:pt x="16" y="4"/>
                      <a:pt x="16" y="7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23" name="Freeform 277">
                <a:extLst>
                  <a:ext uri="{FF2B5EF4-FFF2-40B4-BE49-F238E27FC236}">
                    <a16:creationId xmlns:a16="http://schemas.microsoft.com/office/drawing/2014/main" id="{EC0C3438-DCB6-49DD-A04C-D5515E1CF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005"/>
                <a:ext cx="19" cy="18"/>
              </a:xfrm>
              <a:custGeom>
                <a:avLst/>
                <a:gdLst>
                  <a:gd name="T0" fmla="*/ 29 w 15"/>
                  <a:gd name="T1" fmla="*/ 6 h 13"/>
                  <a:gd name="T2" fmla="*/ 20 w 15"/>
                  <a:gd name="T3" fmla="*/ 26 h 13"/>
                  <a:gd name="T4" fmla="*/ 1 w 15"/>
                  <a:gd name="T5" fmla="*/ 33 h 13"/>
                  <a:gd name="T6" fmla="*/ 10 w 15"/>
                  <a:gd name="T7" fmla="*/ 8 h 13"/>
                  <a:gd name="T8" fmla="*/ 29 w 15"/>
                  <a:gd name="T9" fmla="*/ 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4" y="2"/>
                    </a:moveTo>
                    <a:cubicBezTo>
                      <a:pt x="15" y="4"/>
                      <a:pt x="13" y="8"/>
                      <a:pt x="10" y="10"/>
                    </a:cubicBezTo>
                    <a:cubicBezTo>
                      <a:pt x="7" y="13"/>
                      <a:pt x="3" y="13"/>
                      <a:pt x="1" y="12"/>
                    </a:cubicBezTo>
                    <a:cubicBezTo>
                      <a:pt x="0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4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24" name="Freeform 278">
                <a:extLst>
                  <a:ext uri="{FF2B5EF4-FFF2-40B4-BE49-F238E27FC236}">
                    <a16:creationId xmlns:a16="http://schemas.microsoft.com/office/drawing/2014/main" id="{C3C486A8-425E-42F9-8ACE-735F27EE6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469"/>
                <a:ext cx="18" cy="16"/>
              </a:xfrm>
              <a:custGeom>
                <a:avLst/>
                <a:gdLst>
                  <a:gd name="T0" fmla="*/ 1 w 14"/>
                  <a:gd name="T1" fmla="*/ 21 h 12"/>
                  <a:gd name="T2" fmla="*/ 10 w 14"/>
                  <a:gd name="T3" fmla="*/ 5 h 12"/>
                  <a:gd name="T4" fmla="*/ 28 w 14"/>
                  <a:gd name="T5" fmla="*/ 5 h 12"/>
                  <a:gd name="T6" fmla="*/ 19 w 14"/>
                  <a:gd name="T7" fmla="*/ 23 h 12"/>
                  <a:gd name="T8" fmla="*/ 1 w 14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" y="9"/>
                    </a:moveTo>
                    <a:cubicBezTo>
                      <a:pt x="0" y="7"/>
                      <a:pt x="1" y="3"/>
                      <a:pt x="5" y="2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5"/>
                      <a:pt x="12" y="8"/>
                      <a:pt x="9" y="10"/>
                    </a:cubicBezTo>
                    <a:cubicBezTo>
                      <a:pt x="6" y="12"/>
                      <a:pt x="2" y="11"/>
                      <a:pt x="1" y="9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25" name="Freeform 279">
                <a:extLst>
                  <a:ext uri="{FF2B5EF4-FFF2-40B4-BE49-F238E27FC236}">
                    <a16:creationId xmlns:a16="http://schemas.microsoft.com/office/drawing/2014/main" id="{2F041804-4B90-470B-9D2E-38F43780B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478"/>
                <a:ext cx="14" cy="12"/>
              </a:xfrm>
              <a:custGeom>
                <a:avLst/>
                <a:gdLst>
                  <a:gd name="T0" fmla="*/ 1 w 10"/>
                  <a:gd name="T1" fmla="*/ 8 h 8"/>
                  <a:gd name="T2" fmla="*/ 20 w 10"/>
                  <a:gd name="T3" fmla="*/ 8 h 8"/>
                  <a:gd name="T4" fmla="*/ 28 w 10"/>
                  <a:gd name="T5" fmla="*/ 26 h 8"/>
                  <a:gd name="T6" fmla="*/ 11 w 10"/>
                  <a:gd name="T7" fmla="*/ 21 h 8"/>
                  <a:gd name="T8" fmla="*/ 1 w 10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" y="2"/>
                    </a:moveTo>
                    <a:cubicBezTo>
                      <a:pt x="2" y="0"/>
                      <a:pt x="4" y="1"/>
                      <a:pt x="7" y="2"/>
                    </a:cubicBezTo>
                    <a:cubicBezTo>
                      <a:pt x="9" y="3"/>
                      <a:pt x="10" y="6"/>
                      <a:pt x="10" y="7"/>
                    </a:cubicBezTo>
                    <a:cubicBezTo>
                      <a:pt x="9" y="8"/>
                      <a:pt x="6" y="8"/>
                      <a:pt x="4" y="6"/>
                    </a:cubicBezTo>
                    <a:cubicBezTo>
                      <a:pt x="2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26" name="Freeform 280">
                <a:extLst>
                  <a:ext uri="{FF2B5EF4-FFF2-40B4-BE49-F238E27FC236}">
                    <a16:creationId xmlns:a16="http://schemas.microsoft.com/office/drawing/2014/main" id="{FE48B0A5-B22D-4B03-9155-8E66B33E2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086"/>
                <a:ext cx="15" cy="22"/>
              </a:xfrm>
              <a:custGeom>
                <a:avLst/>
                <a:gdLst>
                  <a:gd name="T0" fmla="*/ 18 w 12"/>
                  <a:gd name="T1" fmla="*/ 1 h 16"/>
                  <a:gd name="T2" fmla="*/ 20 w 12"/>
                  <a:gd name="T3" fmla="*/ 26 h 16"/>
                  <a:gd name="T4" fmla="*/ 5 w 12"/>
                  <a:gd name="T5" fmla="*/ 40 h 16"/>
                  <a:gd name="T6" fmla="*/ 5 w 12"/>
                  <a:gd name="T7" fmla="*/ 15 h 16"/>
                  <a:gd name="T8" fmla="*/ 18 w 12"/>
                  <a:gd name="T9" fmla="*/ 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9" y="1"/>
                    </a:moveTo>
                    <a:cubicBezTo>
                      <a:pt x="11" y="2"/>
                      <a:pt x="12" y="6"/>
                      <a:pt x="10" y="10"/>
                    </a:cubicBezTo>
                    <a:cubicBezTo>
                      <a:pt x="8" y="14"/>
                      <a:pt x="5" y="16"/>
                      <a:pt x="2" y="15"/>
                    </a:cubicBezTo>
                    <a:cubicBezTo>
                      <a:pt x="0" y="14"/>
                      <a:pt x="0" y="10"/>
                      <a:pt x="2" y="6"/>
                    </a:cubicBezTo>
                    <a:cubicBezTo>
                      <a:pt x="4" y="2"/>
                      <a:pt x="7" y="0"/>
                      <a:pt x="9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27" name="Freeform 281">
                <a:extLst>
                  <a:ext uri="{FF2B5EF4-FFF2-40B4-BE49-F238E27FC236}">
                    <a16:creationId xmlns:a16="http://schemas.microsoft.com/office/drawing/2014/main" id="{1902C57E-CA55-4829-AC14-24AAEAED4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279"/>
                <a:ext cx="9" cy="23"/>
              </a:xfrm>
              <a:custGeom>
                <a:avLst/>
                <a:gdLst>
                  <a:gd name="T0" fmla="*/ 6 w 7"/>
                  <a:gd name="T1" fmla="*/ 0 h 16"/>
                  <a:gd name="T2" fmla="*/ 13 w 7"/>
                  <a:gd name="T3" fmla="*/ 24 h 16"/>
                  <a:gd name="T4" fmla="*/ 6 w 7"/>
                  <a:gd name="T5" fmla="*/ 47 h 16"/>
                  <a:gd name="T6" fmla="*/ 0 w 7"/>
                  <a:gd name="T7" fmla="*/ 24 h 16"/>
                  <a:gd name="T8" fmla="*/ 6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3" y="0"/>
                    </a:moveTo>
                    <a:cubicBezTo>
                      <a:pt x="5" y="0"/>
                      <a:pt x="6" y="4"/>
                      <a:pt x="6" y="8"/>
                    </a:cubicBezTo>
                    <a:cubicBezTo>
                      <a:pt x="7" y="12"/>
                      <a:pt x="5" y="16"/>
                      <a:pt x="3" y="16"/>
                    </a:cubicBezTo>
                    <a:cubicBezTo>
                      <a:pt x="1" y="16"/>
                      <a:pt x="0" y="12"/>
                      <a:pt x="0" y="8"/>
                    </a:cubicBezTo>
                    <a:cubicBezTo>
                      <a:pt x="0" y="4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28" name="Freeform 282">
                <a:extLst>
                  <a:ext uri="{FF2B5EF4-FFF2-40B4-BE49-F238E27FC236}">
                    <a16:creationId xmlns:a16="http://schemas.microsoft.com/office/drawing/2014/main" id="{B61B760C-44D5-4CA2-BCFB-3C5136DF5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147"/>
                <a:ext cx="8" cy="11"/>
              </a:xfrm>
              <a:custGeom>
                <a:avLst/>
                <a:gdLst>
                  <a:gd name="T0" fmla="*/ 12 w 6"/>
                  <a:gd name="T1" fmla="*/ 1 h 8"/>
                  <a:gd name="T2" fmla="*/ 12 w 6"/>
                  <a:gd name="T3" fmla="*/ 14 h 8"/>
                  <a:gd name="T4" fmla="*/ 1 w 6"/>
                  <a:gd name="T5" fmla="*/ 21 h 8"/>
                  <a:gd name="T6" fmla="*/ 1 w 6"/>
                  <a:gd name="T7" fmla="*/ 8 h 8"/>
                  <a:gd name="T8" fmla="*/ 12 w 6"/>
                  <a:gd name="T9" fmla="*/ 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5" y="1"/>
                    </a:moveTo>
                    <a:cubicBezTo>
                      <a:pt x="6" y="1"/>
                      <a:pt x="6" y="3"/>
                      <a:pt x="5" y="5"/>
                    </a:cubicBezTo>
                    <a:cubicBezTo>
                      <a:pt x="4" y="7"/>
                      <a:pt x="2" y="8"/>
                      <a:pt x="1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29" name="Freeform 283">
                <a:extLst>
                  <a:ext uri="{FF2B5EF4-FFF2-40B4-BE49-F238E27FC236}">
                    <a16:creationId xmlns:a16="http://schemas.microsoft.com/office/drawing/2014/main" id="{93499838-3268-45AC-8145-06DDE2F82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242"/>
                <a:ext cx="6" cy="11"/>
              </a:xfrm>
              <a:custGeom>
                <a:avLst/>
                <a:gdLst>
                  <a:gd name="T0" fmla="*/ 6 w 5"/>
                  <a:gd name="T1" fmla="*/ 0 h 8"/>
                  <a:gd name="T2" fmla="*/ 8 w 5"/>
                  <a:gd name="T3" fmla="*/ 14 h 8"/>
                  <a:gd name="T4" fmla="*/ 2 w 5"/>
                  <a:gd name="T5" fmla="*/ 21 h 8"/>
                  <a:gd name="T6" fmla="*/ 0 w 5"/>
                  <a:gd name="T7" fmla="*/ 11 h 8"/>
                  <a:gd name="T8" fmla="*/ 6 w 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4" y="1"/>
                      <a:pt x="5" y="2"/>
                      <a:pt x="5" y="5"/>
                    </a:cubicBezTo>
                    <a:cubicBezTo>
                      <a:pt x="5" y="7"/>
                      <a:pt x="4" y="8"/>
                      <a:pt x="2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30" name="Oval 284">
                <a:extLst>
                  <a:ext uri="{FF2B5EF4-FFF2-40B4-BE49-F238E27FC236}">
                    <a16:creationId xmlns:a16="http://schemas.microsoft.com/office/drawing/2014/main" id="{5F9EC537-1A52-4818-B9C4-53D43DDC2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979"/>
                <a:ext cx="335" cy="655"/>
              </a:xfrm>
              <a:prstGeom prst="ellips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3131" name="Freeform 285">
                <a:extLst>
                  <a:ext uri="{FF2B5EF4-FFF2-40B4-BE49-F238E27FC236}">
                    <a16:creationId xmlns:a16="http://schemas.microsoft.com/office/drawing/2014/main" id="{546F4562-BE68-4F4E-888D-2A74A7975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987"/>
                <a:ext cx="53" cy="52"/>
              </a:xfrm>
              <a:custGeom>
                <a:avLst/>
                <a:gdLst>
                  <a:gd name="T0" fmla="*/ 89 w 41"/>
                  <a:gd name="T1" fmla="*/ 15 h 37"/>
                  <a:gd name="T2" fmla="*/ 0 w 41"/>
                  <a:gd name="T3" fmla="*/ 97 h 37"/>
                  <a:gd name="T4" fmla="*/ 89 w 41"/>
                  <a:gd name="T5" fmla="*/ 1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7">
                    <a:moveTo>
                      <a:pt x="41" y="6"/>
                    </a:moveTo>
                    <a:cubicBezTo>
                      <a:pt x="41" y="6"/>
                      <a:pt x="10" y="0"/>
                      <a:pt x="0" y="35"/>
                    </a:cubicBezTo>
                    <a:cubicBezTo>
                      <a:pt x="0" y="35"/>
                      <a:pt x="33" y="37"/>
                      <a:pt x="41" y="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32" name="Freeform 286">
                <a:extLst>
                  <a:ext uri="{FF2B5EF4-FFF2-40B4-BE49-F238E27FC236}">
                    <a16:creationId xmlns:a16="http://schemas.microsoft.com/office/drawing/2014/main" id="{07F8652F-8E56-4851-A7A2-E5AEDFDD3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036"/>
                <a:ext cx="49" cy="46"/>
              </a:xfrm>
              <a:custGeom>
                <a:avLst/>
                <a:gdLst>
                  <a:gd name="T0" fmla="*/ 57 w 38"/>
                  <a:gd name="T1" fmla="*/ 0 h 33"/>
                  <a:gd name="T2" fmla="*/ 8 w 38"/>
                  <a:gd name="T3" fmla="*/ 82 h 33"/>
                  <a:gd name="T4" fmla="*/ 57 w 3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3">
                    <a:moveTo>
                      <a:pt x="26" y="0"/>
                    </a:moveTo>
                    <a:cubicBezTo>
                      <a:pt x="26" y="0"/>
                      <a:pt x="0" y="3"/>
                      <a:pt x="4" y="30"/>
                    </a:cubicBezTo>
                    <a:cubicBezTo>
                      <a:pt x="4" y="30"/>
                      <a:pt x="38" y="33"/>
                      <a:pt x="26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33" name="Freeform 287">
                <a:extLst>
                  <a:ext uri="{FF2B5EF4-FFF2-40B4-BE49-F238E27FC236}">
                    <a16:creationId xmlns:a16="http://schemas.microsoft.com/office/drawing/2014/main" id="{AA433EBC-3FD8-4B6A-A2CE-73F3103A5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078"/>
                <a:ext cx="37" cy="51"/>
              </a:xfrm>
              <a:custGeom>
                <a:avLst/>
                <a:gdLst>
                  <a:gd name="T0" fmla="*/ 37 w 29"/>
                  <a:gd name="T1" fmla="*/ 0 h 37"/>
                  <a:gd name="T2" fmla="*/ 0 w 29"/>
                  <a:gd name="T3" fmla="*/ 96 h 37"/>
                  <a:gd name="T4" fmla="*/ 37 w 29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7">
                    <a:moveTo>
                      <a:pt x="18" y="0"/>
                    </a:moveTo>
                    <a:cubicBezTo>
                      <a:pt x="18" y="0"/>
                      <a:pt x="1" y="3"/>
                      <a:pt x="0" y="37"/>
                    </a:cubicBezTo>
                    <a:cubicBezTo>
                      <a:pt x="0" y="37"/>
                      <a:pt x="29" y="27"/>
                      <a:pt x="18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34" name="Freeform 288">
                <a:extLst>
                  <a:ext uri="{FF2B5EF4-FFF2-40B4-BE49-F238E27FC236}">
                    <a16:creationId xmlns:a16="http://schemas.microsoft.com/office/drawing/2014/main" id="{004148AD-26D4-4ED4-A1D0-AB19DB685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129"/>
                <a:ext cx="24" cy="46"/>
              </a:xfrm>
              <a:custGeom>
                <a:avLst/>
                <a:gdLst>
                  <a:gd name="T0" fmla="*/ 25 w 19"/>
                  <a:gd name="T1" fmla="*/ 0 h 33"/>
                  <a:gd name="T2" fmla="*/ 6 w 19"/>
                  <a:gd name="T3" fmla="*/ 89 h 33"/>
                  <a:gd name="T4" fmla="*/ 25 w 19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3">
                    <a:moveTo>
                      <a:pt x="13" y="0"/>
                    </a:moveTo>
                    <a:cubicBezTo>
                      <a:pt x="13" y="0"/>
                      <a:pt x="0" y="8"/>
                      <a:pt x="3" y="33"/>
                    </a:cubicBezTo>
                    <a:cubicBezTo>
                      <a:pt x="3" y="33"/>
                      <a:pt x="19" y="22"/>
                      <a:pt x="13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35" name="Freeform 289">
                <a:extLst>
                  <a:ext uri="{FF2B5EF4-FFF2-40B4-BE49-F238E27FC236}">
                    <a16:creationId xmlns:a16="http://schemas.microsoft.com/office/drawing/2014/main" id="{7EE85826-F2EA-4633-AB37-B5F3BEFCD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175"/>
                <a:ext cx="43" cy="57"/>
              </a:xfrm>
              <a:custGeom>
                <a:avLst/>
                <a:gdLst>
                  <a:gd name="T0" fmla="*/ 39 w 33"/>
                  <a:gd name="T1" fmla="*/ 0 h 41"/>
                  <a:gd name="T2" fmla="*/ 22 w 33"/>
                  <a:gd name="T3" fmla="*/ 110 h 41"/>
                  <a:gd name="T4" fmla="*/ 39 w 33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18" y="0"/>
                    </a:moveTo>
                    <a:cubicBezTo>
                      <a:pt x="18" y="0"/>
                      <a:pt x="0" y="10"/>
                      <a:pt x="10" y="41"/>
                    </a:cubicBezTo>
                    <a:cubicBezTo>
                      <a:pt x="10" y="41"/>
                      <a:pt x="33" y="22"/>
                      <a:pt x="18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36" name="Freeform 290">
                <a:extLst>
                  <a:ext uri="{FF2B5EF4-FFF2-40B4-BE49-F238E27FC236}">
                    <a16:creationId xmlns:a16="http://schemas.microsoft.com/office/drawing/2014/main" id="{5BEB04B9-9A4A-4163-A1B7-8D6B6E735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232"/>
                <a:ext cx="30" cy="32"/>
              </a:xfrm>
              <a:custGeom>
                <a:avLst/>
                <a:gdLst>
                  <a:gd name="T0" fmla="*/ 29 w 23"/>
                  <a:gd name="T1" fmla="*/ 0 h 23"/>
                  <a:gd name="T2" fmla="*/ 22 w 23"/>
                  <a:gd name="T3" fmla="*/ 63 h 23"/>
                  <a:gd name="T4" fmla="*/ 29 w 2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13" y="0"/>
                    </a:moveTo>
                    <a:cubicBezTo>
                      <a:pt x="13" y="0"/>
                      <a:pt x="0" y="9"/>
                      <a:pt x="10" y="23"/>
                    </a:cubicBezTo>
                    <a:cubicBezTo>
                      <a:pt x="10" y="23"/>
                      <a:pt x="23" y="16"/>
                      <a:pt x="13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37" name="Freeform 291">
                <a:extLst>
                  <a:ext uri="{FF2B5EF4-FFF2-40B4-BE49-F238E27FC236}">
                    <a16:creationId xmlns:a16="http://schemas.microsoft.com/office/drawing/2014/main" id="{08E1077E-57F9-4E77-9E2B-F66645A35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264"/>
                <a:ext cx="43" cy="63"/>
              </a:xfrm>
              <a:custGeom>
                <a:avLst/>
                <a:gdLst>
                  <a:gd name="T0" fmla="*/ 30 w 33"/>
                  <a:gd name="T1" fmla="*/ 0 h 45"/>
                  <a:gd name="T2" fmla="*/ 29 w 33"/>
                  <a:gd name="T3" fmla="*/ 123 h 45"/>
                  <a:gd name="T4" fmla="*/ 30 w 33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5">
                    <a:moveTo>
                      <a:pt x="14" y="0"/>
                    </a:moveTo>
                    <a:cubicBezTo>
                      <a:pt x="14" y="0"/>
                      <a:pt x="0" y="16"/>
                      <a:pt x="13" y="45"/>
                    </a:cubicBezTo>
                    <a:cubicBezTo>
                      <a:pt x="13" y="45"/>
                      <a:pt x="33" y="20"/>
                      <a:pt x="14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38" name="Freeform 292">
                <a:extLst>
                  <a:ext uri="{FF2B5EF4-FFF2-40B4-BE49-F238E27FC236}">
                    <a16:creationId xmlns:a16="http://schemas.microsoft.com/office/drawing/2014/main" id="{854F00BC-7B9E-4A2B-BE5F-AE226B49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327"/>
                <a:ext cx="43" cy="75"/>
              </a:xfrm>
              <a:custGeom>
                <a:avLst/>
                <a:gdLst>
                  <a:gd name="T0" fmla="*/ 23 w 33"/>
                  <a:gd name="T1" fmla="*/ 0 h 54"/>
                  <a:gd name="T2" fmla="*/ 38 w 33"/>
                  <a:gd name="T3" fmla="*/ 144 h 54"/>
                  <a:gd name="T4" fmla="*/ 23 w 33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4">
                    <a:moveTo>
                      <a:pt x="11" y="0"/>
                    </a:moveTo>
                    <a:cubicBezTo>
                      <a:pt x="11" y="0"/>
                      <a:pt x="0" y="27"/>
                      <a:pt x="17" y="54"/>
                    </a:cubicBezTo>
                    <a:cubicBezTo>
                      <a:pt x="17" y="54"/>
                      <a:pt x="33" y="27"/>
                      <a:pt x="11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39" name="Freeform 293">
                <a:extLst>
                  <a:ext uri="{FF2B5EF4-FFF2-40B4-BE49-F238E27FC236}">
                    <a16:creationId xmlns:a16="http://schemas.microsoft.com/office/drawing/2014/main" id="{CD87D203-C630-44F0-A831-42D69DEED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402"/>
                <a:ext cx="38" cy="58"/>
              </a:xfrm>
              <a:custGeom>
                <a:avLst/>
                <a:gdLst>
                  <a:gd name="T0" fmla="*/ 17 w 29"/>
                  <a:gd name="T1" fmla="*/ 0 h 42"/>
                  <a:gd name="T2" fmla="*/ 43 w 29"/>
                  <a:gd name="T3" fmla="*/ 110 h 42"/>
                  <a:gd name="T4" fmla="*/ 17 w 2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2">
                    <a:moveTo>
                      <a:pt x="8" y="0"/>
                    </a:moveTo>
                    <a:cubicBezTo>
                      <a:pt x="8" y="0"/>
                      <a:pt x="0" y="23"/>
                      <a:pt x="19" y="42"/>
                    </a:cubicBezTo>
                    <a:cubicBezTo>
                      <a:pt x="19" y="42"/>
                      <a:pt x="29" y="18"/>
                      <a:pt x="8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40" name="Freeform 294">
                <a:extLst>
                  <a:ext uri="{FF2B5EF4-FFF2-40B4-BE49-F238E27FC236}">
                    <a16:creationId xmlns:a16="http://schemas.microsoft.com/office/drawing/2014/main" id="{95ADF362-47B0-48FA-96C8-C0EDC46FC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460"/>
                <a:ext cx="40" cy="39"/>
              </a:xfrm>
              <a:custGeom>
                <a:avLst/>
                <a:gdLst>
                  <a:gd name="T0" fmla="*/ 22 w 31"/>
                  <a:gd name="T1" fmla="*/ 0 h 28"/>
                  <a:gd name="T2" fmla="*/ 44 w 31"/>
                  <a:gd name="T3" fmla="*/ 75 h 28"/>
                  <a:gd name="T4" fmla="*/ 22 w 31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8">
                    <a:moveTo>
                      <a:pt x="10" y="0"/>
                    </a:moveTo>
                    <a:cubicBezTo>
                      <a:pt x="10" y="0"/>
                      <a:pt x="0" y="21"/>
                      <a:pt x="20" y="28"/>
                    </a:cubicBezTo>
                    <a:cubicBezTo>
                      <a:pt x="20" y="28"/>
                      <a:pt x="31" y="7"/>
                      <a:pt x="1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41" name="Freeform 295">
                <a:extLst>
                  <a:ext uri="{FF2B5EF4-FFF2-40B4-BE49-F238E27FC236}">
                    <a16:creationId xmlns:a16="http://schemas.microsoft.com/office/drawing/2014/main" id="{A0F08F72-703C-4320-A7E1-EDCA4A883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424"/>
                <a:ext cx="49" cy="67"/>
              </a:xfrm>
              <a:custGeom>
                <a:avLst/>
                <a:gdLst>
                  <a:gd name="T0" fmla="*/ 20 w 37"/>
                  <a:gd name="T1" fmla="*/ 131 h 48"/>
                  <a:gd name="T2" fmla="*/ 56 w 37"/>
                  <a:gd name="T3" fmla="*/ 0 h 48"/>
                  <a:gd name="T4" fmla="*/ 20 w 37"/>
                  <a:gd name="T5" fmla="*/ 13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8">
                    <a:moveTo>
                      <a:pt x="8" y="48"/>
                    </a:moveTo>
                    <a:cubicBezTo>
                      <a:pt x="8" y="48"/>
                      <a:pt x="0" y="20"/>
                      <a:pt x="24" y="0"/>
                    </a:cubicBezTo>
                    <a:cubicBezTo>
                      <a:pt x="24" y="0"/>
                      <a:pt x="37" y="30"/>
                      <a:pt x="8" y="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42" name="Freeform 296">
                <a:extLst>
                  <a:ext uri="{FF2B5EF4-FFF2-40B4-BE49-F238E27FC236}">
                    <a16:creationId xmlns:a16="http://schemas.microsoft.com/office/drawing/2014/main" id="{AD088CA6-F917-4AEF-915B-0F7C439DE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341"/>
                <a:ext cx="53" cy="83"/>
              </a:xfrm>
              <a:custGeom>
                <a:avLst/>
                <a:gdLst>
                  <a:gd name="T0" fmla="*/ 35 w 41"/>
                  <a:gd name="T1" fmla="*/ 159 h 60"/>
                  <a:gd name="T2" fmla="*/ 53 w 41"/>
                  <a:gd name="T3" fmla="*/ 0 h 60"/>
                  <a:gd name="T4" fmla="*/ 35 w 41"/>
                  <a:gd name="T5" fmla="*/ 159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0">
                    <a:moveTo>
                      <a:pt x="16" y="60"/>
                    </a:moveTo>
                    <a:cubicBezTo>
                      <a:pt x="16" y="60"/>
                      <a:pt x="0" y="28"/>
                      <a:pt x="25" y="0"/>
                    </a:cubicBezTo>
                    <a:cubicBezTo>
                      <a:pt x="25" y="0"/>
                      <a:pt x="41" y="26"/>
                      <a:pt x="16" y="6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43" name="Freeform 297">
                <a:extLst>
                  <a:ext uri="{FF2B5EF4-FFF2-40B4-BE49-F238E27FC236}">
                    <a16:creationId xmlns:a16="http://schemas.microsoft.com/office/drawing/2014/main" id="{8382E5CA-604F-47D8-97C9-33801531E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253"/>
                <a:ext cx="52" cy="88"/>
              </a:xfrm>
              <a:custGeom>
                <a:avLst/>
                <a:gdLst>
                  <a:gd name="T0" fmla="*/ 43 w 40"/>
                  <a:gd name="T1" fmla="*/ 0 h 63"/>
                  <a:gd name="T2" fmla="*/ 44 w 40"/>
                  <a:gd name="T3" fmla="*/ 172 h 63"/>
                  <a:gd name="T4" fmla="*/ 43 w 40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3">
                    <a:moveTo>
                      <a:pt x="19" y="0"/>
                    </a:moveTo>
                    <a:cubicBezTo>
                      <a:pt x="19" y="0"/>
                      <a:pt x="0" y="39"/>
                      <a:pt x="20" y="63"/>
                    </a:cubicBezTo>
                    <a:cubicBezTo>
                      <a:pt x="20" y="63"/>
                      <a:pt x="40" y="33"/>
                      <a:pt x="19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44" name="Freeform 298">
                <a:extLst>
                  <a:ext uri="{FF2B5EF4-FFF2-40B4-BE49-F238E27FC236}">
                    <a16:creationId xmlns:a16="http://schemas.microsoft.com/office/drawing/2014/main" id="{1D72B006-7904-4B4D-8587-3AC4047A9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188"/>
                <a:ext cx="49" cy="65"/>
              </a:xfrm>
              <a:custGeom>
                <a:avLst/>
                <a:gdLst>
                  <a:gd name="T0" fmla="*/ 25 w 38"/>
                  <a:gd name="T1" fmla="*/ 0 h 47"/>
                  <a:gd name="T2" fmla="*/ 45 w 38"/>
                  <a:gd name="T3" fmla="*/ 124 h 47"/>
                  <a:gd name="T4" fmla="*/ 25 w 38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7">
                    <a:moveTo>
                      <a:pt x="12" y="0"/>
                    </a:moveTo>
                    <a:cubicBezTo>
                      <a:pt x="12" y="0"/>
                      <a:pt x="0" y="29"/>
                      <a:pt x="21" y="47"/>
                    </a:cubicBezTo>
                    <a:cubicBezTo>
                      <a:pt x="21" y="47"/>
                      <a:pt x="38" y="21"/>
                      <a:pt x="12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45" name="Freeform 299">
                <a:extLst>
                  <a:ext uri="{FF2B5EF4-FFF2-40B4-BE49-F238E27FC236}">
                    <a16:creationId xmlns:a16="http://schemas.microsoft.com/office/drawing/2014/main" id="{B46BF651-9481-4652-A501-F740B7AD3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107"/>
                <a:ext cx="53" cy="81"/>
              </a:xfrm>
              <a:custGeom>
                <a:avLst/>
                <a:gdLst>
                  <a:gd name="T0" fmla="*/ 17 w 41"/>
                  <a:gd name="T1" fmla="*/ 0 h 58"/>
                  <a:gd name="T2" fmla="*/ 61 w 41"/>
                  <a:gd name="T3" fmla="*/ 158 h 58"/>
                  <a:gd name="T4" fmla="*/ 17 w 4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8">
                    <a:moveTo>
                      <a:pt x="8" y="0"/>
                    </a:moveTo>
                    <a:cubicBezTo>
                      <a:pt x="8" y="0"/>
                      <a:pt x="0" y="40"/>
                      <a:pt x="28" y="58"/>
                    </a:cubicBezTo>
                    <a:cubicBezTo>
                      <a:pt x="28" y="58"/>
                      <a:pt x="41" y="18"/>
                      <a:pt x="8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46" name="Freeform 300">
                <a:extLst>
                  <a:ext uri="{FF2B5EF4-FFF2-40B4-BE49-F238E27FC236}">
                    <a16:creationId xmlns:a16="http://schemas.microsoft.com/office/drawing/2014/main" id="{2C97BD11-F84A-4D31-8569-259D9E690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057"/>
                <a:ext cx="34" cy="50"/>
              </a:xfrm>
              <a:custGeom>
                <a:avLst/>
                <a:gdLst>
                  <a:gd name="T0" fmla="*/ 1 w 26"/>
                  <a:gd name="T1" fmla="*/ 0 h 36"/>
                  <a:gd name="T2" fmla="*/ 46 w 26"/>
                  <a:gd name="T3" fmla="*/ 96 h 36"/>
                  <a:gd name="T4" fmla="*/ 1 w 26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6">
                    <a:moveTo>
                      <a:pt x="1" y="0"/>
                    </a:moveTo>
                    <a:cubicBezTo>
                      <a:pt x="1" y="0"/>
                      <a:pt x="0" y="28"/>
                      <a:pt x="21" y="36"/>
                    </a:cubicBezTo>
                    <a:cubicBezTo>
                      <a:pt x="21" y="36"/>
                      <a:pt x="26" y="11"/>
                      <a:pt x="1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47" name="Freeform 301">
                <a:extLst>
                  <a:ext uri="{FF2B5EF4-FFF2-40B4-BE49-F238E27FC236}">
                    <a16:creationId xmlns:a16="http://schemas.microsoft.com/office/drawing/2014/main" id="{12C58FB2-F408-42AC-AD87-43570265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007"/>
                <a:ext cx="49" cy="50"/>
              </a:xfrm>
              <a:custGeom>
                <a:avLst/>
                <a:gdLst>
                  <a:gd name="T0" fmla="*/ 0 w 38"/>
                  <a:gd name="T1" fmla="*/ 0 h 36"/>
                  <a:gd name="T2" fmla="*/ 80 w 38"/>
                  <a:gd name="T3" fmla="*/ 96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10" y="31"/>
                      <a:pt x="37" y="36"/>
                    </a:cubicBezTo>
                    <a:cubicBezTo>
                      <a:pt x="37" y="36"/>
                      <a:pt x="38" y="4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48" name="Freeform 302">
                <a:extLst>
                  <a:ext uri="{FF2B5EF4-FFF2-40B4-BE49-F238E27FC236}">
                    <a16:creationId xmlns:a16="http://schemas.microsoft.com/office/drawing/2014/main" id="{A78E82F2-AB46-439B-8731-EEF4E52BD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968"/>
                <a:ext cx="67" cy="50"/>
              </a:xfrm>
              <a:custGeom>
                <a:avLst/>
                <a:gdLst>
                  <a:gd name="T0" fmla="*/ 0 w 51"/>
                  <a:gd name="T1" fmla="*/ 54 h 36"/>
                  <a:gd name="T2" fmla="*/ 116 w 51"/>
                  <a:gd name="T3" fmla="*/ 75 h 36"/>
                  <a:gd name="T4" fmla="*/ 0 w 51"/>
                  <a:gd name="T5" fmla="*/ 5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6" y="36"/>
                      <a:pt x="51" y="28"/>
                    </a:cubicBezTo>
                    <a:cubicBezTo>
                      <a:pt x="51" y="28"/>
                      <a:pt x="34" y="0"/>
                      <a:pt x="0" y="2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49" name="Freeform 303">
                <a:extLst>
                  <a:ext uri="{FF2B5EF4-FFF2-40B4-BE49-F238E27FC236}">
                    <a16:creationId xmlns:a16="http://schemas.microsoft.com/office/drawing/2014/main" id="{91FC1B17-02D2-48E7-B20E-80083F2220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80" y="916"/>
                <a:ext cx="416" cy="782"/>
              </a:xfrm>
              <a:custGeom>
                <a:avLst/>
                <a:gdLst>
                  <a:gd name="T0" fmla="*/ 356 w 319"/>
                  <a:gd name="T1" fmla="*/ 0 h 562"/>
                  <a:gd name="T2" fmla="*/ 0 w 319"/>
                  <a:gd name="T3" fmla="*/ 757 h 562"/>
                  <a:gd name="T4" fmla="*/ 356 w 319"/>
                  <a:gd name="T5" fmla="*/ 1514 h 562"/>
                  <a:gd name="T6" fmla="*/ 707 w 319"/>
                  <a:gd name="T7" fmla="*/ 757 h 562"/>
                  <a:gd name="T8" fmla="*/ 356 w 319"/>
                  <a:gd name="T9" fmla="*/ 0 h 562"/>
                  <a:gd name="T10" fmla="*/ 343 w 319"/>
                  <a:gd name="T11" fmla="*/ 1458 h 562"/>
                  <a:gd name="T12" fmla="*/ 23 w 319"/>
                  <a:gd name="T13" fmla="*/ 757 h 562"/>
                  <a:gd name="T14" fmla="*/ 343 w 319"/>
                  <a:gd name="T15" fmla="*/ 60 h 562"/>
                  <a:gd name="T16" fmla="*/ 665 w 319"/>
                  <a:gd name="T17" fmla="*/ 757 h 562"/>
                  <a:gd name="T18" fmla="*/ 343 w 319"/>
                  <a:gd name="T19" fmla="*/ 1458 h 5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9" h="562">
                    <a:moveTo>
                      <a:pt x="160" y="0"/>
                    </a:moveTo>
                    <a:cubicBezTo>
                      <a:pt x="71" y="0"/>
                      <a:pt x="0" y="126"/>
                      <a:pt x="0" y="281"/>
                    </a:cubicBezTo>
                    <a:cubicBezTo>
                      <a:pt x="0" y="436"/>
                      <a:pt x="71" y="562"/>
                      <a:pt x="160" y="562"/>
                    </a:cubicBezTo>
                    <a:cubicBezTo>
                      <a:pt x="248" y="562"/>
                      <a:pt x="319" y="436"/>
                      <a:pt x="319" y="281"/>
                    </a:cubicBezTo>
                    <a:cubicBezTo>
                      <a:pt x="319" y="126"/>
                      <a:pt x="248" y="0"/>
                      <a:pt x="160" y="0"/>
                    </a:cubicBezTo>
                    <a:close/>
                    <a:moveTo>
                      <a:pt x="155" y="541"/>
                    </a:moveTo>
                    <a:cubicBezTo>
                      <a:pt x="75" y="541"/>
                      <a:pt x="11" y="424"/>
                      <a:pt x="11" y="281"/>
                    </a:cubicBezTo>
                    <a:cubicBezTo>
                      <a:pt x="11" y="138"/>
                      <a:pt x="75" y="22"/>
                      <a:pt x="155" y="22"/>
                    </a:cubicBezTo>
                    <a:cubicBezTo>
                      <a:pt x="235" y="22"/>
                      <a:pt x="300" y="138"/>
                      <a:pt x="300" y="281"/>
                    </a:cubicBezTo>
                    <a:cubicBezTo>
                      <a:pt x="300" y="424"/>
                      <a:pt x="235" y="541"/>
                      <a:pt x="155" y="541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50" name="Freeform 304">
                <a:extLst>
                  <a:ext uri="{FF2B5EF4-FFF2-40B4-BE49-F238E27FC236}">
                    <a16:creationId xmlns:a16="http://schemas.microsoft.com/office/drawing/2014/main" id="{B8E1DCE5-57EB-407F-A9DC-4015272975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94" y="947"/>
                <a:ext cx="377" cy="722"/>
              </a:xfrm>
              <a:custGeom>
                <a:avLst/>
                <a:gdLst>
                  <a:gd name="T0" fmla="*/ 320 w 289"/>
                  <a:gd name="T1" fmla="*/ 0 h 519"/>
                  <a:gd name="T2" fmla="*/ 0 w 289"/>
                  <a:gd name="T3" fmla="*/ 697 h 519"/>
                  <a:gd name="T4" fmla="*/ 320 w 289"/>
                  <a:gd name="T5" fmla="*/ 1397 h 519"/>
                  <a:gd name="T6" fmla="*/ 642 w 289"/>
                  <a:gd name="T7" fmla="*/ 697 h 519"/>
                  <a:gd name="T8" fmla="*/ 320 w 289"/>
                  <a:gd name="T9" fmla="*/ 0 h 519"/>
                  <a:gd name="T10" fmla="*/ 313 w 289"/>
                  <a:gd name="T11" fmla="*/ 1330 h 519"/>
                  <a:gd name="T12" fmla="*/ 27 w 289"/>
                  <a:gd name="T13" fmla="*/ 697 h 519"/>
                  <a:gd name="T14" fmla="*/ 313 w 289"/>
                  <a:gd name="T15" fmla="*/ 63 h 519"/>
                  <a:gd name="T16" fmla="*/ 597 w 289"/>
                  <a:gd name="T17" fmla="*/ 697 h 519"/>
                  <a:gd name="T18" fmla="*/ 313 w 289"/>
                  <a:gd name="T19" fmla="*/ 1330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9" h="519">
                    <a:moveTo>
                      <a:pt x="144" y="0"/>
                    </a:moveTo>
                    <a:cubicBezTo>
                      <a:pt x="64" y="0"/>
                      <a:pt x="0" y="116"/>
                      <a:pt x="0" y="259"/>
                    </a:cubicBezTo>
                    <a:cubicBezTo>
                      <a:pt x="0" y="402"/>
                      <a:pt x="64" y="519"/>
                      <a:pt x="144" y="519"/>
                    </a:cubicBezTo>
                    <a:cubicBezTo>
                      <a:pt x="224" y="519"/>
                      <a:pt x="289" y="402"/>
                      <a:pt x="289" y="259"/>
                    </a:cubicBezTo>
                    <a:cubicBezTo>
                      <a:pt x="289" y="116"/>
                      <a:pt x="224" y="0"/>
                      <a:pt x="144" y="0"/>
                    </a:cubicBezTo>
                    <a:close/>
                    <a:moveTo>
                      <a:pt x="141" y="494"/>
                    </a:moveTo>
                    <a:cubicBezTo>
                      <a:pt x="70" y="494"/>
                      <a:pt x="12" y="389"/>
                      <a:pt x="12" y="259"/>
                    </a:cubicBezTo>
                    <a:cubicBezTo>
                      <a:pt x="12" y="129"/>
                      <a:pt x="70" y="23"/>
                      <a:pt x="141" y="23"/>
                    </a:cubicBezTo>
                    <a:cubicBezTo>
                      <a:pt x="212" y="23"/>
                      <a:pt x="269" y="129"/>
                      <a:pt x="269" y="259"/>
                    </a:cubicBezTo>
                    <a:cubicBezTo>
                      <a:pt x="269" y="389"/>
                      <a:pt x="212" y="494"/>
                      <a:pt x="141" y="494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51" name="Freeform 305">
                <a:extLst>
                  <a:ext uri="{FF2B5EF4-FFF2-40B4-BE49-F238E27FC236}">
                    <a16:creationId xmlns:a16="http://schemas.microsoft.com/office/drawing/2014/main" id="{620F9DA4-C300-41E1-BBBD-3DCD8A4D9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034"/>
                <a:ext cx="86" cy="373"/>
              </a:xfrm>
              <a:custGeom>
                <a:avLst/>
                <a:gdLst>
                  <a:gd name="T0" fmla="*/ 0 w 66"/>
                  <a:gd name="T1" fmla="*/ 0 h 268"/>
                  <a:gd name="T2" fmla="*/ 13 w 66"/>
                  <a:gd name="T3" fmla="*/ 11 h 268"/>
                  <a:gd name="T4" fmla="*/ 34 w 66"/>
                  <a:gd name="T5" fmla="*/ 35 h 268"/>
                  <a:gd name="T6" fmla="*/ 65 w 66"/>
                  <a:gd name="T7" fmla="*/ 81 h 268"/>
                  <a:gd name="T8" fmla="*/ 74 w 66"/>
                  <a:gd name="T9" fmla="*/ 129 h 268"/>
                  <a:gd name="T10" fmla="*/ 78 w 66"/>
                  <a:gd name="T11" fmla="*/ 178 h 268"/>
                  <a:gd name="T12" fmla="*/ 119 w 66"/>
                  <a:gd name="T13" fmla="*/ 248 h 268"/>
                  <a:gd name="T14" fmla="*/ 111 w 66"/>
                  <a:gd name="T15" fmla="*/ 330 h 268"/>
                  <a:gd name="T16" fmla="*/ 122 w 66"/>
                  <a:gd name="T17" fmla="*/ 377 h 268"/>
                  <a:gd name="T18" fmla="*/ 141 w 66"/>
                  <a:gd name="T19" fmla="*/ 475 h 268"/>
                  <a:gd name="T20" fmla="*/ 125 w 66"/>
                  <a:gd name="T21" fmla="*/ 529 h 268"/>
                  <a:gd name="T22" fmla="*/ 138 w 66"/>
                  <a:gd name="T23" fmla="*/ 590 h 268"/>
                  <a:gd name="T24" fmla="*/ 138 w 66"/>
                  <a:gd name="T25" fmla="*/ 674 h 268"/>
                  <a:gd name="T26" fmla="*/ 116 w 66"/>
                  <a:gd name="T27" fmla="*/ 722 h 2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268">
                    <a:moveTo>
                      <a:pt x="0" y="0"/>
                    </a:moveTo>
                    <a:cubicBezTo>
                      <a:pt x="1" y="1"/>
                      <a:pt x="4" y="3"/>
                      <a:pt x="6" y="4"/>
                    </a:cubicBezTo>
                    <a:cubicBezTo>
                      <a:pt x="9" y="7"/>
                      <a:pt x="12" y="10"/>
                      <a:pt x="15" y="13"/>
                    </a:cubicBezTo>
                    <a:cubicBezTo>
                      <a:pt x="20" y="18"/>
                      <a:pt x="25" y="23"/>
                      <a:pt x="29" y="30"/>
                    </a:cubicBezTo>
                    <a:cubicBezTo>
                      <a:pt x="32" y="36"/>
                      <a:pt x="33" y="42"/>
                      <a:pt x="34" y="48"/>
                    </a:cubicBezTo>
                    <a:cubicBezTo>
                      <a:pt x="34" y="54"/>
                      <a:pt x="33" y="61"/>
                      <a:pt x="35" y="66"/>
                    </a:cubicBezTo>
                    <a:cubicBezTo>
                      <a:pt x="41" y="75"/>
                      <a:pt x="52" y="80"/>
                      <a:pt x="54" y="92"/>
                    </a:cubicBezTo>
                    <a:cubicBezTo>
                      <a:pt x="57" y="102"/>
                      <a:pt x="53" y="112"/>
                      <a:pt x="50" y="122"/>
                    </a:cubicBezTo>
                    <a:cubicBezTo>
                      <a:pt x="49" y="130"/>
                      <a:pt x="52" y="133"/>
                      <a:pt x="55" y="140"/>
                    </a:cubicBezTo>
                    <a:cubicBezTo>
                      <a:pt x="60" y="150"/>
                      <a:pt x="66" y="166"/>
                      <a:pt x="64" y="176"/>
                    </a:cubicBezTo>
                    <a:cubicBezTo>
                      <a:pt x="62" y="183"/>
                      <a:pt x="58" y="189"/>
                      <a:pt x="57" y="196"/>
                    </a:cubicBezTo>
                    <a:cubicBezTo>
                      <a:pt x="56" y="203"/>
                      <a:pt x="60" y="212"/>
                      <a:pt x="62" y="219"/>
                    </a:cubicBezTo>
                    <a:cubicBezTo>
                      <a:pt x="65" y="230"/>
                      <a:pt x="66" y="240"/>
                      <a:pt x="62" y="250"/>
                    </a:cubicBezTo>
                    <a:cubicBezTo>
                      <a:pt x="59" y="256"/>
                      <a:pt x="55" y="262"/>
                      <a:pt x="52" y="26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52" name="Freeform 306">
                <a:extLst>
                  <a:ext uri="{FF2B5EF4-FFF2-40B4-BE49-F238E27FC236}">
                    <a16:creationId xmlns:a16="http://schemas.microsoft.com/office/drawing/2014/main" id="{12F0E713-7C8C-40A2-8627-9EA81B76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086"/>
                <a:ext cx="26" cy="67"/>
              </a:xfrm>
              <a:custGeom>
                <a:avLst/>
                <a:gdLst>
                  <a:gd name="T0" fmla="*/ 0 w 20"/>
                  <a:gd name="T1" fmla="*/ 0 h 48"/>
                  <a:gd name="T2" fmla="*/ 38 w 20"/>
                  <a:gd name="T3" fmla="*/ 66 h 48"/>
                  <a:gd name="T4" fmla="*/ 44 w 20"/>
                  <a:gd name="T5" fmla="*/ 13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8">
                    <a:moveTo>
                      <a:pt x="0" y="0"/>
                    </a:moveTo>
                    <a:cubicBezTo>
                      <a:pt x="6" y="6"/>
                      <a:pt x="14" y="15"/>
                      <a:pt x="17" y="24"/>
                    </a:cubicBezTo>
                    <a:cubicBezTo>
                      <a:pt x="20" y="32"/>
                      <a:pt x="18" y="40"/>
                      <a:pt x="20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53" name="Freeform 307">
                <a:extLst>
                  <a:ext uri="{FF2B5EF4-FFF2-40B4-BE49-F238E27FC236}">
                    <a16:creationId xmlns:a16="http://schemas.microsoft.com/office/drawing/2014/main" id="{B81AC9AF-9251-478F-9596-55195EF47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054"/>
                <a:ext cx="9" cy="40"/>
              </a:xfrm>
              <a:custGeom>
                <a:avLst/>
                <a:gdLst>
                  <a:gd name="T0" fmla="*/ 13 w 7"/>
                  <a:gd name="T1" fmla="*/ 76 h 29"/>
                  <a:gd name="T2" fmla="*/ 5 w 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6" y="29"/>
                    </a:moveTo>
                    <a:cubicBezTo>
                      <a:pt x="0" y="20"/>
                      <a:pt x="7" y="8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54" name="Freeform 308">
                <a:extLst>
                  <a:ext uri="{FF2B5EF4-FFF2-40B4-BE49-F238E27FC236}">
                    <a16:creationId xmlns:a16="http://schemas.microsoft.com/office/drawing/2014/main" id="{E22D463D-99BB-4529-B19A-0AED4D6AE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171"/>
                <a:ext cx="17" cy="76"/>
              </a:xfrm>
              <a:custGeom>
                <a:avLst/>
                <a:gdLst>
                  <a:gd name="T0" fmla="*/ 1 w 13"/>
                  <a:gd name="T1" fmla="*/ 0 h 55"/>
                  <a:gd name="T2" fmla="*/ 16 w 13"/>
                  <a:gd name="T3" fmla="*/ 41 h 55"/>
                  <a:gd name="T4" fmla="*/ 27 w 13"/>
                  <a:gd name="T5" fmla="*/ 79 h 55"/>
                  <a:gd name="T6" fmla="*/ 13 w 13"/>
                  <a:gd name="T7" fmla="*/ 145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5">
                    <a:moveTo>
                      <a:pt x="1" y="0"/>
                    </a:moveTo>
                    <a:cubicBezTo>
                      <a:pt x="0" y="5"/>
                      <a:pt x="5" y="11"/>
                      <a:pt x="7" y="16"/>
                    </a:cubicBezTo>
                    <a:cubicBezTo>
                      <a:pt x="8" y="21"/>
                      <a:pt x="11" y="25"/>
                      <a:pt x="12" y="30"/>
                    </a:cubicBezTo>
                    <a:cubicBezTo>
                      <a:pt x="13" y="40"/>
                      <a:pt x="10" y="46"/>
                      <a:pt x="6" y="5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55" name="Freeform 309">
                <a:extLst>
                  <a:ext uri="{FF2B5EF4-FFF2-40B4-BE49-F238E27FC236}">
                    <a16:creationId xmlns:a16="http://schemas.microsoft.com/office/drawing/2014/main" id="{3A6DA629-3725-4546-B798-A3AC8BED7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150"/>
                <a:ext cx="9" cy="28"/>
              </a:xfrm>
              <a:custGeom>
                <a:avLst/>
                <a:gdLst>
                  <a:gd name="T0" fmla="*/ 5 w 7"/>
                  <a:gd name="T1" fmla="*/ 55 h 20"/>
                  <a:gd name="T2" fmla="*/ 15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2" y="20"/>
                    </a:moveTo>
                    <a:cubicBezTo>
                      <a:pt x="0" y="14"/>
                      <a:pt x="6" y="6"/>
                      <a:pt x="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56" name="Freeform 310">
                <a:extLst>
                  <a:ext uri="{FF2B5EF4-FFF2-40B4-BE49-F238E27FC236}">
                    <a16:creationId xmlns:a16="http://schemas.microsoft.com/office/drawing/2014/main" id="{7E563AAB-DAF9-4E6D-95FE-C984785D2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108"/>
                <a:ext cx="17" cy="18"/>
              </a:xfrm>
              <a:custGeom>
                <a:avLst/>
                <a:gdLst>
                  <a:gd name="T0" fmla="*/ 0 w 13"/>
                  <a:gd name="T1" fmla="*/ 0 h 13"/>
                  <a:gd name="T2" fmla="*/ 29 w 13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4" y="5"/>
                      <a:pt x="9" y="8"/>
                      <a:pt x="13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57" name="Freeform 311">
                <a:extLst>
                  <a:ext uri="{FF2B5EF4-FFF2-40B4-BE49-F238E27FC236}">
                    <a16:creationId xmlns:a16="http://schemas.microsoft.com/office/drawing/2014/main" id="{58D97D73-F051-44E4-9CF1-9D2623721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279"/>
                <a:ext cx="7" cy="59"/>
              </a:xfrm>
              <a:custGeom>
                <a:avLst/>
                <a:gdLst>
                  <a:gd name="T0" fmla="*/ 6 w 5"/>
                  <a:gd name="T1" fmla="*/ 0 h 42"/>
                  <a:gd name="T2" fmla="*/ 14 w 5"/>
                  <a:gd name="T3" fmla="*/ 69 h 42"/>
                  <a:gd name="T4" fmla="*/ 0 w 5"/>
                  <a:gd name="T5" fmla="*/ 117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2">
                    <a:moveTo>
                      <a:pt x="2" y="0"/>
                    </a:moveTo>
                    <a:cubicBezTo>
                      <a:pt x="2" y="8"/>
                      <a:pt x="5" y="16"/>
                      <a:pt x="5" y="25"/>
                    </a:cubicBezTo>
                    <a:cubicBezTo>
                      <a:pt x="5" y="31"/>
                      <a:pt x="2" y="37"/>
                      <a:pt x="0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58" name="Freeform 312">
                <a:extLst>
                  <a:ext uri="{FF2B5EF4-FFF2-40B4-BE49-F238E27FC236}">
                    <a16:creationId xmlns:a16="http://schemas.microsoft.com/office/drawing/2014/main" id="{946D3293-BA7F-45EE-84CB-67622F095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405"/>
                <a:ext cx="185" cy="250"/>
              </a:xfrm>
              <a:custGeom>
                <a:avLst/>
                <a:gdLst>
                  <a:gd name="T0" fmla="*/ 314 w 142"/>
                  <a:gd name="T1" fmla="*/ 0 h 180"/>
                  <a:gd name="T2" fmla="*/ 306 w 142"/>
                  <a:gd name="T3" fmla="*/ 68 h 180"/>
                  <a:gd name="T4" fmla="*/ 293 w 142"/>
                  <a:gd name="T5" fmla="*/ 144 h 180"/>
                  <a:gd name="T6" fmla="*/ 270 w 142"/>
                  <a:gd name="T7" fmla="*/ 185 h 180"/>
                  <a:gd name="T8" fmla="*/ 258 w 142"/>
                  <a:gd name="T9" fmla="*/ 278 h 180"/>
                  <a:gd name="T10" fmla="*/ 214 w 142"/>
                  <a:gd name="T11" fmla="*/ 308 h 180"/>
                  <a:gd name="T12" fmla="*/ 197 w 142"/>
                  <a:gd name="T13" fmla="*/ 381 h 180"/>
                  <a:gd name="T14" fmla="*/ 108 w 142"/>
                  <a:gd name="T15" fmla="*/ 428 h 180"/>
                  <a:gd name="T16" fmla="*/ 30 w 142"/>
                  <a:gd name="T17" fmla="*/ 476 h 180"/>
                  <a:gd name="T18" fmla="*/ 0 w 142"/>
                  <a:gd name="T19" fmla="*/ 440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80">
                    <a:moveTo>
                      <a:pt x="142" y="0"/>
                    </a:moveTo>
                    <a:cubicBezTo>
                      <a:pt x="137" y="6"/>
                      <a:pt x="139" y="17"/>
                      <a:pt x="138" y="25"/>
                    </a:cubicBezTo>
                    <a:cubicBezTo>
                      <a:pt x="137" y="33"/>
                      <a:pt x="138" y="47"/>
                      <a:pt x="133" y="54"/>
                    </a:cubicBezTo>
                    <a:cubicBezTo>
                      <a:pt x="128" y="60"/>
                      <a:pt x="123" y="62"/>
                      <a:pt x="122" y="69"/>
                    </a:cubicBezTo>
                    <a:cubicBezTo>
                      <a:pt x="120" y="79"/>
                      <a:pt x="122" y="95"/>
                      <a:pt x="117" y="104"/>
                    </a:cubicBezTo>
                    <a:cubicBezTo>
                      <a:pt x="113" y="111"/>
                      <a:pt x="103" y="111"/>
                      <a:pt x="97" y="115"/>
                    </a:cubicBezTo>
                    <a:cubicBezTo>
                      <a:pt x="91" y="120"/>
                      <a:pt x="92" y="134"/>
                      <a:pt x="89" y="142"/>
                    </a:cubicBezTo>
                    <a:cubicBezTo>
                      <a:pt x="84" y="159"/>
                      <a:pt x="61" y="152"/>
                      <a:pt x="49" y="160"/>
                    </a:cubicBezTo>
                    <a:cubicBezTo>
                      <a:pt x="38" y="167"/>
                      <a:pt x="28" y="180"/>
                      <a:pt x="14" y="178"/>
                    </a:cubicBezTo>
                    <a:cubicBezTo>
                      <a:pt x="6" y="176"/>
                      <a:pt x="3" y="171"/>
                      <a:pt x="0" y="16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59" name="Freeform 313">
                <a:extLst>
                  <a:ext uri="{FF2B5EF4-FFF2-40B4-BE49-F238E27FC236}">
                    <a16:creationId xmlns:a16="http://schemas.microsoft.com/office/drawing/2014/main" id="{3171A234-8E84-4D99-A916-052B94877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382"/>
                <a:ext cx="165" cy="270"/>
              </a:xfrm>
              <a:custGeom>
                <a:avLst/>
                <a:gdLst>
                  <a:gd name="T0" fmla="*/ 278 w 127"/>
                  <a:gd name="T1" fmla="*/ 0 h 194"/>
                  <a:gd name="T2" fmla="*/ 278 w 127"/>
                  <a:gd name="T3" fmla="*/ 78 h 194"/>
                  <a:gd name="T4" fmla="*/ 248 w 127"/>
                  <a:gd name="T5" fmla="*/ 152 h 194"/>
                  <a:gd name="T6" fmla="*/ 239 w 127"/>
                  <a:gd name="T7" fmla="*/ 227 h 194"/>
                  <a:gd name="T8" fmla="*/ 199 w 127"/>
                  <a:gd name="T9" fmla="*/ 335 h 194"/>
                  <a:gd name="T10" fmla="*/ 118 w 127"/>
                  <a:gd name="T11" fmla="*/ 469 h 194"/>
                  <a:gd name="T12" fmla="*/ 61 w 127"/>
                  <a:gd name="T13" fmla="*/ 515 h 194"/>
                  <a:gd name="T14" fmla="*/ 0 w 127"/>
                  <a:gd name="T15" fmla="*/ 523 h 1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194">
                    <a:moveTo>
                      <a:pt x="127" y="0"/>
                    </a:moveTo>
                    <a:cubicBezTo>
                      <a:pt x="121" y="8"/>
                      <a:pt x="127" y="19"/>
                      <a:pt x="127" y="29"/>
                    </a:cubicBezTo>
                    <a:cubicBezTo>
                      <a:pt x="126" y="39"/>
                      <a:pt x="117" y="46"/>
                      <a:pt x="113" y="56"/>
                    </a:cubicBezTo>
                    <a:cubicBezTo>
                      <a:pt x="110" y="64"/>
                      <a:pt x="111" y="75"/>
                      <a:pt x="109" y="84"/>
                    </a:cubicBezTo>
                    <a:cubicBezTo>
                      <a:pt x="107" y="99"/>
                      <a:pt x="99" y="112"/>
                      <a:pt x="91" y="124"/>
                    </a:cubicBezTo>
                    <a:cubicBezTo>
                      <a:pt x="80" y="142"/>
                      <a:pt x="70" y="159"/>
                      <a:pt x="54" y="174"/>
                    </a:cubicBezTo>
                    <a:cubicBezTo>
                      <a:pt x="46" y="181"/>
                      <a:pt x="40" y="190"/>
                      <a:pt x="28" y="191"/>
                    </a:cubicBezTo>
                    <a:cubicBezTo>
                      <a:pt x="19" y="192"/>
                      <a:pt x="7" y="188"/>
                      <a:pt x="0" y="19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60" name="Freeform 314">
                <a:extLst>
                  <a:ext uri="{FF2B5EF4-FFF2-40B4-BE49-F238E27FC236}">
                    <a16:creationId xmlns:a16="http://schemas.microsoft.com/office/drawing/2014/main" id="{ABFC3D21-E2AE-4B81-8A8A-F027E20D4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434"/>
                <a:ext cx="23" cy="74"/>
              </a:xfrm>
              <a:custGeom>
                <a:avLst/>
                <a:gdLst>
                  <a:gd name="T0" fmla="*/ 0 w 18"/>
                  <a:gd name="T1" fmla="*/ 144 h 53"/>
                  <a:gd name="T2" fmla="*/ 22 w 18"/>
                  <a:gd name="T3" fmla="*/ 114 h 53"/>
                  <a:gd name="T4" fmla="*/ 29 w 18"/>
                  <a:gd name="T5" fmla="*/ 82 h 53"/>
                  <a:gd name="T6" fmla="*/ 37 w 18"/>
                  <a:gd name="T7" fmla="*/ 40 h 53"/>
                  <a:gd name="T8" fmla="*/ 33 w 18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3">
                    <a:moveTo>
                      <a:pt x="0" y="53"/>
                    </a:moveTo>
                    <a:cubicBezTo>
                      <a:pt x="2" y="49"/>
                      <a:pt x="8" y="46"/>
                      <a:pt x="10" y="42"/>
                    </a:cubicBezTo>
                    <a:cubicBezTo>
                      <a:pt x="13" y="38"/>
                      <a:pt x="13" y="34"/>
                      <a:pt x="14" y="30"/>
                    </a:cubicBezTo>
                    <a:cubicBezTo>
                      <a:pt x="16" y="25"/>
                      <a:pt x="18" y="20"/>
                      <a:pt x="18" y="15"/>
                    </a:cubicBezTo>
                    <a:cubicBezTo>
                      <a:pt x="18" y="10"/>
                      <a:pt x="16" y="5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61" name="Freeform 315">
                <a:extLst>
                  <a:ext uri="{FF2B5EF4-FFF2-40B4-BE49-F238E27FC236}">
                    <a16:creationId xmlns:a16="http://schemas.microsoft.com/office/drawing/2014/main" id="{9185BFB4-EB82-479E-8457-547B61AAF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370"/>
                <a:ext cx="11" cy="56"/>
              </a:xfrm>
              <a:custGeom>
                <a:avLst/>
                <a:gdLst>
                  <a:gd name="T0" fmla="*/ 0 w 8"/>
                  <a:gd name="T1" fmla="*/ 109 h 40"/>
                  <a:gd name="T2" fmla="*/ 21 w 8"/>
                  <a:gd name="T3" fmla="*/ 48 h 40"/>
                  <a:gd name="T4" fmla="*/ 8 w 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0">
                    <a:moveTo>
                      <a:pt x="0" y="40"/>
                    </a:moveTo>
                    <a:cubicBezTo>
                      <a:pt x="5" y="33"/>
                      <a:pt x="8" y="25"/>
                      <a:pt x="8" y="17"/>
                    </a:cubicBezTo>
                    <a:cubicBezTo>
                      <a:pt x="8" y="11"/>
                      <a:pt x="4" y="6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62" name="Freeform 316">
                <a:extLst>
                  <a:ext uri="{FF2B5EF4-FFF2-40B4-BE49-F238E27FC236}">
                    <a16:creationId xmlns:a16="http://schemas.microsoft.com/office/drawing/2014/main" id="{E0E43989-9B19-4CFD-8383-F4409044E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232"/>
                <a:ext cx="13" cy="92"/>
              </a:xfrm>
              <a:custGeom>
                <a:avLst/>
                <a:gdLst>
                  <a:gd name="T0" fmla="*/ 1 w 10"/>
                  <a:gd name="T1" fmla="*/ 0 h 66"/>
                  <a:gd name="T2" fmla="*/ 13 w 10"/>
                  <a:gd name="T3" fmla="*/ 49 h 66"/>
                  <a:gd name="T4" fmla="*/ 21 w 10"/>
                  <a:gd name="T5" fmla="*/ 89 h 66"/>
                  <a:gd name="T6" fmla="*/ 5 w 10"/>
                  <a:gd name="T7" fmla="*/ 178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6">
                    <a:moveTo>
                      <a:pt x="1" y="0"/>
                    </a:moveTo>
                    <a:cubicBezTo>
                      <a:pt x="0" y="6"/>
                      <a:pt x="4" y="12"/>
                      <a:pt x="6" y="18"/>
                    </a:cubicBezTo>
                    <a:cubicBezTo>
                      <a:pt x="8" y="23"/>
                      <a:pt x="8" y="28"/>
                      <a:pt x="9" y="33"/>
                    </a:cubicBezTo>
                    <a:cubicBezTo>
                      <a:pt x="10" y="45"/>
                      <a:pt x="8" y="56"/>
                      <a:pt x="2" y="6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63" name="Freeform 317">
                <a:extLst>
                  <a:ext uri="{FF2B5EF4-FFF2-40B4-BE49-F238E27FC236}">
                    <a16:creationId xmlns:a16="http://schemas.microsoft.com/office/drawing/2014/main" id="{0938BD77-BD51-4A7A-A112-65E061B7A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313"/>
                <a:ext cx="6" cy="78"/>
              </a:xfrm>
              <a:custGeom>
                <a:avLst/>
                <a:gdLst>
                  <a:gd name="T0" fmla="*/ 8 w 4"/>
                  <a:gd name="T1" fmla="*/ 152 h 56"/>
                  <a:gd name="T2" fmla="*/ 12 w 4"/>
                  <a:gd name="T3" fmla="*/ 114 h 56"/>
                  <a:gd name="T4" fmla="*/ 14 w 4"/>
                  <a:gd name="T5" fmla="*/ 64 h 56"/>
                  <a:gd name="T6" fmla="*/ 8 w 4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6">
                    <a:moveTo>
                      <a:pt x="2" y="56"/>
                    </a:moveTo>
                    <a:cubicBezTo>
                      <a:pt x="0" y="53"/>
                      <a:pt x="2" y="46"/>
                      <a:pt x="3" y="42"/>
                    </a:cubicBezTo>
                    <a:cubicBezTo>
                      <a:pt x="4" y="36"/>
                      <a:pt x="4" y="30"/>
                      <a:pt x="4" y="24"/>
                    </a:cubicBezTo>
                    <a:cubicBezTo>
                      <a:pt x="4" y="16"/>
                      <a:pt x="4" y="8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64" name="Freeform 318">
                <a:extLst>
                  <a:ext uri="{FF2B5EF4-FFF2-40B4-BE49-F238E27FC236}">
                    <a16:creationId xmlns:a16="http://schemas.microsoft.com/office/drawing/2014/main" id="{59B903CB-5413-420D-90A2-D0511EBEA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973"/>
                <a:ext cx="171" cy="663"/>
              </a:xfrm>
              <a:custGeom>
                <a:avLst/>
                <a:gdLst>
                  <a:gd name="T0" fmla="*/ 262 w 131"/>
                  <a:gd name="T1" fmla="*/ 1286 h 476"/>
                  <a:gd name="T2" fmla="*/ 213 w 131"/>
                  <a:gd name="T3" fmla="*/ 1280 h 476"/>
                  <a:gd name="T4" fmla="*/ 174 w 131"/>
                  <a:gd name="T5" fmla="*/ 1259 h 476"/>
                  <a:gd name="T6" fmla="*/ 161 w 131"/>
                  <a:gd name="T7" fmla="*/ 1210 h 476"/>
                  <a:gd name="T8" fmla="*/ 136 w 131"/>
                  <a:gd name="T9" fmla="*/ 1184 h 476"/>
                  <a:gd name="T10" fmla="*/ 94 w 131"/>
                  <a:gd name="T11" fmla="*/ 1142 h 476"/>
                  <a:gd name="T12" fmla="*/ 85 w 131"/>
                  <a:gd name="T13" fmla="*/ 1088 h 476"/>
                  <a:gd name="T14" fmla="*/ 63 w 131"/>
                  <a:gd name="T15" fmla="*/ 1040 h 476"/>
                  <a:gd name="T16" fmla="*/ 46 w 131"/>
                  <a:gd name="T17" fmla="*/ 983 h 476"/>
                  <a:gd name="T18" fmla="*/ 35 w 131"/>
                  <a:gd name="T19" fmla="*/ 943 h 476"/>
                  <a:gd name="T20" fmla="*/ 16 w 131"/>
                  <a:gd name="T21" fmla="*/ 905 h 476"/>
                  <a:gd name="T22" fmla="*/ 21 w 131"/>
                  <a:gd name="T23" fmla="*/ 840 h 476"/>
                  <a:gd name="T24" fmla="*/ 12 w 131"/>
                  <a:gd name="T25" fmla="*/ 790 h 476"/>
                  <a:gd name="T26" fmla="*/ 1 w 131"/>
                  <a:gd name="T27" fmla="*/ 716 h 476"/>
                  <a:gd name="T28" fmla="*/ 7 w 131"/>
                  <a:gd name="T29" fmla="*/ 613 h 476"/>
                  <a:gd name="T30" fmla="*/ 12 w 131"/>
                  <a:gd name="T31" fmla="*/ 535 h 476"/>
                  <a:gd name="T32" fmla="*/ 13 w 131"/>
                  <a:gd name="T33" fmla="*/ 475 h 476"/>
                  <a:gd name="T34" fmla="*/ 23 w 131"/>
                  <a:gd name="T35" fmla="*/ 398 h 476"/>
                  <a:gd name="T36" fmla="*/ 38 w 131"/>
                  <a:gd name="T37" fmla="*/ 350 h 476"/>
                  <a:gd name="T38" fmla="*/ 44 w 131"/>
                  <a:gd name="T39" fmla="*/ 295 h 476"/>
                  <a:gd name="T40" fmla="*/ 74 w 131"/>
                  <a:gd name="T41" fmla="*/ 242 h 476"/>
                  <a:gd name="T42" fmla="*/ 87 w 131"/>
                  <a:gd name="T43" fmla="*/ 177 h 476"/>
                  <a:gd name="T44" fmla="*/ 117 w 131"/>
                  <a:gd name="T45" fmla="*/ 139 h 476"/>
                  <a:gd name="T46" fmla="*/ 158 w 131"/>
                  <a:gd name="T47" fmla="*/ 63 h 476"/>
                  <a:gd name="T48" fmla="*/ 196 w 131"/>
                  <a:gd name="T49" fmla="*/ 46 h 476"/>
                  <a:gd name="T50" fmla="*/ 228 w 131"/>
                  <a:gd name="T51" fmla="*/ 11 h 476"/>
                  <a:gd name="T52" fmla="*/ 269 w 131"/>
                  <a:gd name="T53" fmla="*/ 6 h 476"/>
                  <a:gd name="T54" fmla="*/ 291 w 131"/>
                  <a:gd name="T55" fmla="*/ 14 h 47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76">
                    <a:moveTo>
                      <a:pt x="118" y="476"/>
                    </a:moveTo>
                    <a:cubicBezTo>
                      <a:pt x="111" y="474"/>
                      <a:pt x="104" y="474"/>
                      <a:pt x="96" y="474"/>
                    </a:cubicBezTo>
                    <a:cubicBezTo>
                      <a:pt x="88" y="474"/>
                      <a:pt x="82" y="473"/>
                      <a:pt x="78" y="466"/>
                    </a:cubicBezTo>
                    <a:cubicBezTo>
                      <a:pt x="75" y="460"/>
                      <a:pt x="74" y="454"/>
                      <a:pt x="72" y="448"/>
                    </a:cubicBezTo>
                    <a:cubicBezTo>
                      <a:pt x="69" y="442"/>
                      <a:pt x="66" y="442"/>
                      <a:pt x="61" y="438"/>
                    </a:cubicBezTo>
                    <a:cubicBezTo>
                      <a:pt x="55" y="433"/>
                      <a:pt x="47" y="428"/>
                      <a:pt x="42" y="423"/>
                    </a:cubicBezTo>
                    <a:cubicBezTo>
                      <a:pt x="37" y="417"/>
                      <a:pt x="38" y="410"/>
                      <a:pt x="38" y="403"/>
                    </a:cubicBezTo>
                    <a:cubicBezTo>
                      <a:pt x="39" y="394"/>
                      <a:pt x="34" y="391"/>
                      <a:pt x="28" y="385"/>
                    </a:cubicBezTo>
                    <a:cubicBezTo>
                      <a:pt x="21" y="379"/>
                      <a:pt x="21" y="373"/>
                      <a:pt x="21" y="364"/>
                    </a:cubicBezTo>
                    <a:cubicBezTo>
                      <a:pt x="21" y="357"/>
                      <a:pt x="21" y="355"/>
                      <a:pt x="16" y="349"/>
                    </a:cubicBezTo>
                    <a:cubicBezTo>
                      <a:pt x="12" y="345"/>
                      <a:pt x="8" y="341"/>
                      <a:pt x="7" y="335"/>
                    </a:cubicBezTo>
                    <a:cubicBezTo>
                      <a:pt x="6" y="327"/>
                      <a:pt x="8" y="319"/>
                      <a:pt x="9" y="311"/>
                    </a:cubicBezTo>
                    <a:cubicBezTo>
                      <a:pt x="11" y="303"/>
                      <a:pt x="8" y="300"/>
                      <a:pt x="5" y="292"/>
                    </a:cubicBezTo>
                    <a:cubicBezTo>
                      <a:pt x="1" y="284"/>
                      <a:pt x="0" y="275"/>
                      <a:pt x="1" y="265"/>
                    </a:cubicBezTo>
                    <a:cubicBezTo>
                      <a:pt x="3" y="252"/>
                      <a:pt x="6" y="240"/>
                      <a:pt x="3" y="227"/>
                    </a:cubicBezTo>
                    <a:cubicBezTo>
                      <a:pt x="0" y="216"/>
                      <a:pt x="1" y="208"/>
                      <a:pt x="5" y="198"/>
                    </a:cubicBezTo>
                    <a:cubicBezTo>
                      <a:pt x="8" y="190"/>
                      <a:pt x="7" y="185"/>
                      <a:pt x="6" y="176"/>
                    </a:cubicBezTo>
                    <a:cubicBezTo>
                      <a:pt x="4" y="166"/>
                      <a:pt x="6" y="156"/>
                      <a:pt x="11" y="147"/>
                    </a:cubicBezTo>
                    <a:cubicBezTo>
                      <a:pt x="16" y="141"/>
                      <a:pt x="18" y="137"/>
                      <a:pt x="17" y="129"/>
                    </a:cubicBezTo>
                    <a:cubicBezTo>
                      <a:pt x="17" y="123"/>
                      <a:pt x="17" y="114"/>
                      <a:pt x="20" y="109"/>
                    </a:cubicBezTo>
                    <a:cubicBezTo>
                      <a:pt x="24" y="102"/>
                      <a:pt x="32" y="98"/>
                      <a:pt x="34" y="90"/>
                    </a:cubicBezTo>
                    <a:cubicBezTo>
                      <a:pt x="36" y="82"/>
                      <a:pt x="35" y="73"/>
                      <a:pt x="39" y="65"/>
                    </a:cubicBezTo>
                    <a:cubicBezTo>
                      <a:pt x="43" y="58"/>
                      <a:pt x="47" y="56"/>
                      <a:pt x="53" y="52"/>
                    </a:cubicBezTo>
                    <a:cubicBezTo>
                      <a:pt x="64" y="46"/>
                      <a:pt x="63" y="32"/>
                      <a:pt x="71" y="23"/>
                    </a:cubicBezTo>
                    <a:cubicBezTo>
                      <a:pt x="77" y="18"/>
                      <a:pt x="83" y="20"/>
                      <a:pt x="88" y="17"/>
                    </a:cubicBezTo>
                    <a:cubicBezTo>
                      <a:pt x="94" y="14"/>
                      <a:pt x="97" y="7"/>
                      <a:pt x="103" y="4"/>
                    </a:cubicBezTo>
                    <a:cubicBezTo>
                      <a:pt x="109" y="0"/>
                      <a:pt x="115" y="0"/>
                      <a:pt x="121" y="2"/>
                    </a:cubicBezTo>
                    <a:cubicBezTo>
                      <a:pt x="125" y="3"/>
                      <a:pt x="128" y="5"/>
                      <a:pt x="13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65" name="Freeform 319">
                <a:extLst>
                  <a:ext uri="{FF2B5EF4-FFF2-40B4-BE49-F238E27FC236}">
                    <a16:creationId xmlns:a16="http://schemas.microsoft.com/office/drawing/2014/main" id="{C69B4E07-DFE3-4A52-80CC-BB60DBF0F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970"/>
                <a:ext cx="100" cy="66"/>
              </a:xfrm>
              <a:custGeom>
                <a:avLst/>
                <a:gdLst>
                  <a:gd name="T0" fmla="*/ 174 w 76"/>
                  <a:gd name="T1" fmla="*/ 131 h 47"/>
                  <a:gd name="T2" fmla="*/ 143 w 76"/>
                  <a:gd name="T3" fmla="*/ 67 h 47"/>
                  <a:gd name="T4" fmla="*/ 95 w 76"/>
                  <a:gd name="T5" fmla="*/ 34 h 47"/>
                  <a:gd name="T6" fmla="*/ 71 w 76"/>
                  <a:gd name="T7" fmla="*/ 29 h 47"/>
                  <a:gd name="T8" fmla="*/ 43 w 76"/>
                  <a:gd name="T9" fmla="*/ 11 h 47"/>
                  <a:gd name="T10" fmla="*/ 0 w 76"/>
                  <a:gd name="T11" fmla="*/ 1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7">
                    <a:moveTo>
                      <a:pt x="76" y="47"/>
                    </a:moveTo>
                    <a:cubicBezTo>
                      <a:pt x="70" y="47"/>
                      <a:pt x="65" y="29"/>
                      <a:pt x="63" y="24"/>
                    </a:cubicBezTo>
                    <a:cubicBezTo>
                      <a:pt x="58" y="15"/>
                      <a:pt x="51" y="13"/>
                      <a:pt x="42" y="12"/>
                    </a:cubicBezTo>
                    <a:cubicBezTo>
                      <a:pt x="38" y="12"/>
                      <a:pt x="34" y="13"/>
                      <a:pt x="31" y="11"/>
                    </a:cubicBezTo>
                    <a:cubicBezTo>
                      <a:pt x="26" y="10"/>
                      <a:pt x="24" y="6"/>
                      <a:pt x="19" y="4"/>
                    </a:cubicBezTo>
                    <a:cubicBezTo>
                      <a:pt x="11" y="0"/>
                      <a:pt x="7" y="2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66" name="Freeform 320">
                <a:extLst>
                  <a:ext uri="{FF2B5EF4-FFF2-40B4-BE49-F238E27FC236}">
                    <a16:creationId xmlns:a16="http://schemas.microsoft.com/office/drawing/2014/main" id="{57A0AD49-F735-4CEE-9FE6-F511CDB8A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994"/>
                <a:ext cx="46" cy="60"/>
              </a:xfrm>
              <a:custGeom>
                <a:avLst/>
                <a:gdLst>
                  <a:gd name="T0" fmla="*/ 0 w 35"/>
                  <a:gd name="T1" fmla="*/ 1 h 43"/>
                  <a:gd name="T2" fmla="*/ 0 w 35"/>
                  <a:gd name="T3" fmla="*/ 0 h 43"/>
                  <a:gd name="T4" fmla="*/ 59 w 35"/>
                  <a:gd name="T5" fmla="*/ 33 h 43"/>
                  <a:gd name="T6" fmla="*/ 71 w 35"/>
                  <a:gd name="T7" fmla="*/ 82 h 43"/>
                  <a:gd name="T8" fmla="*/ 78 w 35"/>
                  <a:gd name="T9" fmla="*/ 11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3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8" y="4"/>
                      <a:pt x="22" y="4"/>
                      <a:pt x="26" y="12"/>
                    </a:cubicBezTo>
                    <a:cubicBezTo>
                      <a:pt x="29" y="17"/>
                      <a:pt x="29" y="25"/>
                      <a:pt x="31" y="30"/>
                    </a:cubicBezTo>
                    <a:cubicBezTo>
                      <a:pt x="32" y="34"/>
                      <a:pt x="35" y="39"/>
                      <a:pt x="34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67" name="Freeform 321">
                <a:extLst>
                  <a:ext uri="{FF2B5EF4-FFF2-40B4-BE49-F238E27FC236}">
                    <a16:creationId xmlns:a16="http://schemas.microsoft.com/office/drawing/2014/main" id="{9D30C03E-F03E-4349-AB8A-6F4A210AF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959"/>
                <a:ext cx="52" cy="31"/>
              </a:xfrm>
              <a:custGeom>
                <a:avLst/>
                <a:gdLst>
                  <a:gd name="T0" fmla="*/ 88 w 40"/>
                  <a:gd name="T1" fmla="*/ 62 h 22"/>
                  <a:gd name="T2" fmla="*/ 43 w 40"/>
                  <a:gd name="T3" fmla="*/ 11 h 22"/>
                  <a:gd name="T4" fmla="*/ 0 w 40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2" y="17"/>
                      <a:pt x="28" y="8"/>
                      <a:pt x="19" y="4"/>
                    </a:cubicBezTo>
                    <a:cubicBezTo>
                      <a:pt x="12" y="0"/>
                      <a:pt x="5" y="4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68" name="Freeform 322">
                <a:extLst>
                  <a:ext uri="{FF2B5EF4-FFF2-40B4-BE49-F238E27FC236}">
                    <a16:creationId xmlns:a16="http://schemas.microsoft.com/office/drawing/2014/main" id="{E982992E-33E2-4B26-A590-612C81EBD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973"/>
                <a:ext cx="43" cy="32"/>
              </a:xfrm>
              <a:custGeom>
                <a:avLst/>
                <a:gdLst>
                  <a:gd name="T0" fmla="*/ 73 w 33"/>
                  <a:gd name="T1" fmla="*/ 6 h 23"/>
                  <a:gd name="T2" fmla="*/ 22 w 33"/>
                  <a:gd name="T3" fmla="*/ 15 h 23"/>
                  <a:gd name="T4" fmla="*/ 0 w 33"/>
                  <a:gd name="T5" fmla="*/ 6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33" y="2"/>
                    </a:moveTo>
                    <a:cubicBezTo>
                      <a:pt x="24" y="2"/>
                      <a:pt x="17" y="0"/>
                      <a:pt x="10" y="6"/>
                    </a:cubicBezTo>
                    <a:cubicBezTo>
                      <a:pt x="4" y="11"/>
                      <a:pt x="2" y="17"/>
                      <a:pt x="0" y="2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69" name="Freeform 323">
                <a:extLst>
                  <a:ext uri="{FF2B5EF4-FFF2-40B4-BE49-F238E27FC236}">
                    <a16:creationId xmlns:a16="http://schemas.microsoft.com/office/drawing/2014/main" id="{C3A3F106-3C97-4562-9E3B-D6B81FECD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1065"/>
                <a:ext cx="30" cy="64"/>
              </a:xfrm>
              <a:custGeom>
                <a:avLst/>
                <a:gdLst>
                  <a:gd name="T0" fmla="*/ 51 w 23"/>
                  <a:gd name="T1" fmla="*/ 0 h 46"/>
                  <a:gd name="T2" fmla="*/ 16 w 23"/>
                  <a:gd name="T3" fmla="*/ 60 h 46"/>
                  <a:gd name="T4" fmla="*/ 9 w 23"/>
                  <a:gd name="T5" fmla="*/ 124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6">
                    <a:moveTo>
                      <a:pt x="23" y="0"/>
                    </a:moveTo>
                    <a:cubicBezTo>
                      <a:pt x="14" y="3"/>
                      <a:pt x="10" y="13"/>
                      <a:pt x="7" y="22"/>
                    </a:cubicBezTo>
                    <a:cubicBezTo>
                      <a:pt x="5" y="29"/>
                      <a:pt x="0" y="39"/>
                      <a:pt x="4" y="4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70" name="Freeform 324">
                <a:extLst>
                  <a:ext uri="{FF2B5EF4-FFF2-40B4-BE49-F238E27FC236}">
                    <a16:creationId xmlns:a16="http://schemas.microsoft.com/office/drawing/2014/main" id="{1E0AA985-5BE2-46A0-8CCE-CCF54266A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200"/>
                <a:ext cx="9" cy="60"/>
              </a:xfrm>
              <a:custGeom>
                <a:avLst/>
                <a:gdLst>
                  <a:gd name="T0" fmla="*/ 15 w 7"/>
                  <a:gd name="T1" fmla="*/ 0 h 43"/>
                  <a:gd name="T2" fmla="*/ 6 w 7"/>
                  <a:gd name="T3" fmla="*/ 33 h 43"/>
                  <a:gd name="T4" fmla="*/ 5 w 7"/>
                  <a:gd name="T5" fmla="*/ 60 h 43"/>
                  <a:gd name="T6" fmla="*/ 10 w 7"/>
                  <a:gd name="T7" fmla="*/ 11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3">
                    <a:moveTo>
                      <a:pt x="7" y="0"/>
                    </a:moveTo>
                    <a:cubicBezTo>
                      <a:pt x="7" y="4"/>
                      <a:pt x="4" y="8"/>
                      <a:pt x="3" y="12"/>
                    </a:cubicBezTo>
                    <a:cubicBezTo>
                      <a:pt x="2" y="15"/>
                      <a:pt x="2" y="19"/>
                      <a:pt x="2" y="22"/>
                    </a:cubicBezTo>
                    <a:cubicBezTo>
                      <a:pt x="1" y="29"/>
                      <a:pt x="0" y="38"/>
                      <a:pt x="5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71" name="Freeform 325">
                <a:extLst>
                  <a:ext uri="{FF2B5EF4-FFF2-40B4-BE49-F238E27FC236}">
                    <a16:creationId xmlns:a16="http://schemas.microsoft.com/office/drawing/2014/main" id="{92C3435A-3C05-4DE6-8EA6-51AA34F3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631"/>
                <a:ext cx="53" cy="28"/>
              </a:xfrm>
              <a:custGeom>
                <a:avLst/>
                <a:gdLst>
                  <a:gd name="T0" fmla="*/ 0 w 40"/>
                  <a:gd name="T1" fmla="*/ 0 h 20"/>
                  <a:gd name="T2" fmla="*/ 23 w 40"/>
                  <a:gd name="T3" fmla="*/ 21 h 20"/>
                  <a:gd name="T4" fmla="*/ 49 w 40"/>
                  <a:gd name="T5" fmla="*/ 48 h 20"/>
                  <a:gd name="T6" fmla="*/ 93 w 40"/>
                  <a:gd name="T7" fmla="*/ 3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0" y="0"/>
                    </a:moveTo>
                    <a:cubicBezTo>
                      <a:pt x="1" y="3"/>
                      <a:pt x="7" y="6"/>
                      <a:pt x="10" y="8"/>
                    </a:cubicBezTo>
                    <a:cubicBezTo>
                      <a:pt x="13" y="11"/>
                      <a:pt x="16" y="15"/>
                      <a:pt x="21" y="17"/>
                    </a:cubicBezTo>
                    <a:cubicBezTo>
                      <a:pt x="28" y="20"/>
                      <a:pt x="34" y="16"/>
                      <a:pt x="4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72" name="Freeform 326">
                <a:extLst>
                  <a:ext uri="{FF2B5EF4-FFF2-40B4-BE49-F238E27FC236}">
                    <a16:creationId xmlns:a16="http://schemas.microsoft.com/office/drawing/2014/main" id="{77D80099-BBB8-473D-8965-81F383E53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650"/>
                <a:ext cx="77" cy="20"/>
              </a:xfrm>
              <a:custGeom>
                <a:avLst/>
                <a:gdLst>
                  <a:gd name="T0" fmla="*/ 131 w 59"/>
                  <a:gd name="T1" fmla="*/ 0 h 15"/>
                  <a:gd name="T2" fmla="*/ 97 w 59"/>
                  <a:gd name="T3" fmla="*/ 21 h 15"/>
                  <a:gd name="T4" fmla="*/ 60 w 59"/>
                  <a:gd name="T5" fmla="*/ 31 h 15"/>
                  <a:gd name="T6" fmla="*/ 0 w 59"/>
                  <a:gd name="T7" fmla="*/ 1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5">
                    <a:moveTo>
                      <a:pt x="59" y="0"/>
                    </a:moveTo>
                    <a:cubicBezTo>
                      <a:pt x="54" y="0"/>
                      <a:pt x="48" y="6"/>
                      <a:pt x="44" y="9"/>
                    </a:cubicBezTo>
                    <a:cubicBezTo>
                      <a:pt x="38" y="12"/>
                      <a:pt x="33" y="13"/>
                      <a:pt x="27" y="13"/>
                    </a:cubicBezTo>
                    <a:cubicBezTo>
                      <a:pt x="17" y="15"/>
                      <a:pt x="8" y="11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73" name="Freeform 327">
                <a:extLst>
                  <a:ext uri="{FF2B5EF4-FFF2-40B4-BE49-F238E27FC236}">
                    <a16:creationId xmlns:a16="http://schemas.microsoft.com/office/drawing/2014/main" id="{A0E5E843-4A8A-4600-9D30-D067CA16A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574"/>
                <a:ext cx="54" cy="66"/>
              </a:xfrm>
              <a:custGeom>
                <a:avLst/>
                <a:gdLst>
                  <a:gd name="T0" fmla="*/ 0 w 41"/>
                  <a:gd name="T1" fmla="*/ 131 h 47"/>
                  <a:gd name="T2" fmla="*/ 62 w 41"/>
                  <a:gd name="T3" fmla="*/ 88 h 47"/>
                  <a:gd name="T4" fmla="*/ 94 w 41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7">
                    <a:moveTo>
                      <a:pt x="0" y="47"/>
                    </a:moveTo>
                    <a:cubicBezTo>
                      <a:pt x="9" y="42"/>
                      <a:pt x="19" y="39"/>
                      <a:pt x="27" y="32"/>
                    </a:cubicBezTo>
                    <a:cubicBezTo>
                      <a:pt x="38" y="23"/>
                      <a:pt x="36" y="12"/>
                      <a:pt x="4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74" name="Freeform 328">
                <a:extLst>
                  <a:ext uri="{FF2B5EF4-FFF2-40B4-BE49-F238E27FC236}">
                    <a16:creationId xmlns:a16="http://schemas.microsoft.com/office/drawing/2014/main" id="{5D347427-C8B6-49F4-BAE3-BACBE4D81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1503"/>
                <a:ext cx="42" cy="87"/>
              </a:xfrm>
              <a:custGeom>
                <a:avLst/>
                <a:gdLst>
                  <a:gd name="T0" fmla="*/ 72 w 32"/>
                  <a:gd name="T1" fmla="*/ 0 h 62"/>
                  <a:gd name="T2" fmla="*/ 59 w 32"/>
                  <a:gd name="T3" fmla="*/ 55 h 62"/>
                  <a:gd name="T4" fmla="*/ 45 w 32"/>
                  <a:gd name="T5" fmla="*/ 97 h 62"/>
                  <a:gd name="T6" fmla="*/ 28 w 32"/>
                  <a:gd name="T7" fmla="*/ 136 h 62"/>
                  <a:gd name="T8" fmla="*/ 0 w 32"/>
                  <a:gd name="T9" fmla="*/ 17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2">
                    <a:moveTo>
                      <a:pt x="32" y="0"/>
                    </a:moveTo>
                    <a:cubicBezTo>
                      <a:pt x="27" y="4"/>
                      <a:pt x="27" y="14"/>
                      <a:pt x="26" y="20"/>
                    </a:cubicBezTo>
                    <a:cubicBezTo>
                      <a:pt x="25" y="26"/>
                      <a:pt x="23" y="30"/>
                      <a:pt x="20" y="35"/>
                    </a:cubicBezTo>
                    <a:cubicBezTo>
                      <a:pt x="17" y="40"/>
                      <a:pt x="15" y="45"/>
                      <a:pt x="12" y="49"/>
                    </a:cubicBezTo>
                    <a:cubicBezTo>
                      <a:pt x="9" y="54"/>
                      <a:pt x="4" y="58"/>
                      <a:pt x="0" y="6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75" name="Freeform 329">
                <a:extLst>
                  <a:ext uri="{FF2B5EF4-FFF2-40B4-BE49-F238E27FC236}">
                    <a16:creationId xmlns:a16="http://schemas.microsoft.com/office/drawing/2014/main" id="{0BB38868-B3E4-434F-9C44-7F67AF089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1565"/>
                <a:ext cx="45" cy="54"/>
              </a:xfrm>
              <a:custGeom>
                <a:avLst/>
                <a:gdLst>
                  <a:gd name="T0" fmla="*/ 0 w 34"/>
                  <a:gd name="T1" fmla="*/ 0 h 39"/>
                  <a:gd name="T2" fmla="*/ 30 w 34"/>
                  <a:gd name="T3" fmla="*/ 71 h 39"/>
                  <a:gd name="T4" fmla="*/ 79 w 34"/>
                  <a:gd name="T5" fmla="*/ 104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9">
                    <a:moveTo>
                      <a:pt x="0" y="0"/>
                    </a:moveTo>
                    <a:cubicBezTo>
                      <a:pt x="9" y="7"/>
                      <a:pt x="7" y="18"/>
                      <a:pt x="13" y="27"/>
                    </a:cubicBezTo>
                    <a:cubicBezTo>
                      <a:pt x="18" y="33"/>
                      <a:pt x="27" y="36"/>
                      <a:pt x="34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76" name="Freeform 330">
                <a:extLst>
                  <a:ext uri="{FF2B5EF4-FFF2-40B4-BE49-F238E27FC236}">
                    <a16:creationId xmlns:a16="http://schemas.microsoft.com/office/drawing/2014/main" id="{7378075C-11DE-4A5D-BBD6-A82E3F4AE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502"/>
                <a:ext cx="21" cy="52"/>
              </a:xfrm>
              <a:custGeom>
                <a:avLst/>
                <a:gdLst>
                  <a:gd name="T0" fmla="*/ 0 w 16"/>
                  <a:gd name="T1" fmla="*/ 0 h 37"/>
                  <a:gd name="T2" fmla="*/ 9 w 16"/>
                  <a:gd name="T3" fmla="*/ 67 h 37"/>
                  <a:gd name="T4" fmla="*/ 37 w 16"/>
                  <a:gd name="T5" fmla="*/ 10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7">
                    <a:moveTo>
                      <a:pt x="0" y="0"/>
                    </a:moveTo>
                    <a:cubicBezTo>
                      <a:pt x="3" y="7"/>
                      <a:pt x="2" y="16"/>
                      <a:pt x="4" y="24"/>
                    </a:cubicBezTo>
                    <a:cubicBezTo>
                      <a:pt x="7" y="30"/>
                      <a:pt x="12" y="32"/>
                      <a:pt x="16" y="3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77" name="Freeform 331">
                <a:extLst>
                  <a:ext uri="{FF2B5EF4-FFF2-40B4-BE49-F238E27FC236}">
                    <a16:creationId xmlns:a16="http://schemas.microsoft.com/office/drawing/2014/main" id="{172E0442-8F83-4C51-9C4D-DB28ECA44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444"/>
                <a:ext cx="17" cy="54"/>
              </a:xfrm>
              <a:custGeom>
                <a:avLst/>
                <a:gdLst>
                  <a:gd name="T0" fmla="*/ 0 w 13"/>
                  <a:gd name="T1" fmla="*/ 0 h 39"/>
                  <a:gd name="T2" fmla="*/ 5 w 13"/>
                  <a:gd name="T3" fmla="*/ 35 h 39"/>
                  <a:gd name="T4" fmla="*/ 12 w 13"/>
                  <a:gd name="T5" fmla="*/ 66 h 39"/>
                  <a:gd name="T6" fmla="*/ 29 w 13"/>
                  <a:gd name="T7" fmla="*/ 10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9">
                    <a:moveTo>
                      <a:pt x="0" y="0"/>
                    </a:moveTo>
                    <a:cubicBezTo>
                      <a:pt x="0" y="4"/>
                      <a:pt x="2" y="8"/>
                      <a:pt x="2" y="13"/>
                    </a:cubicBezTo>
                    <a:cubicBezTo>
                      <a:pt x="3" y="18"/>
                      <a:pt x="3" y="21"/>
                      <a:pt x="5" y="25"/>
                    </a:cubicBezTo>
                    <a:cubicBezTo>
                      <a:pt x="7" y="30"/>
                      <a:pt x="11" y="34"/>
                      <a:pt x="13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78" name="Freeform 332">
                <a:extLst>
                  <a:ext uri="{FF2B5EF4-FFF2-40B4-BE49-F238E27FC236}">
                    <a16:creationId xmlns:a16="http://schemas.microsoft.com/office/drawing/2014/main" id="{088F28B2-BC56-4633-8DC2-5DE7EC43F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364"/>
                <a:ext cx="13" cy="70"/>
              </a:xfrm>
              <a:custGeom>
                <a:avLst/>
                <a:gdLst>
                  <a:gd name="T0" fmla="*/ 7 w 10"/>
                  <a:gd name="T1" fmla="*/ 0 h 50"/>
                  <a:gd name="T2" fmla="*/ 5 w 10"/>
                  <a:gd name="T3" fmla="*/ 80 h 50"/>
                  <a:gd name="T4" fmla="*/ 22 w 10"/>
                  <a:gd name="T5" fmla="*/ 136 h 50"/>
                  <a:gd name="T6" fmla="*/ 21 w 10"/>
                  <a:gd name="T7" fmla="*/ 13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0">
                    <a:moveTo>
                      <a:pt x="3" y="0"/>
                    </a:moveTo>
                    <a:cubicBezTo>
                      <a:pt x="3" y="10"/>
                      <a:pt x="0" y="19"/>
                      <a:pt x="2" y="29"/>
                    </a:cubicBezTo>
                    <a:cubicBezTo>
                      <a:pt x="4" y="36"/>
                      <a:pt x="5" y="43"/>
                      <a:pt x="10" y="49"/>
                    </a:cubicBezTo>
                    <a:cubicBezTo>
                      <a:pt x="9" y="50"/>
                      <a:pt x="9" y="49"/>
                      <a:pt x="9" y="4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79" name="Freeform 333">
                <a:extLst>
                  <a:ext uri="{FF2B5EF4-FFF2-40B4-BE49-F238E27FC236}">
                    <a16:creationId xmlns:a16="http://schemas.microsoft.com/office/drawing/2014/main" id="{CA988476-486A-4072-9B1F-AC74F36B5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274"/>
                <a:ext cx="12" cy="79"/>
              </a:xfrm>
              <a:custGeom>
                <a:avLst/>
                <a:gdLst>
                  <a:gd name="T0" fmla="*/ 21 w 9"/>
                  <a:gd name="T1" fmla="*/ 0 h 57"/>
                  <a:gd name="T2" fmla="*/ 5 w 9"/>
                  <a:gd name="T3" fmla="*/ 90 h 57"/>
                  <a:gd name="T4" fmla="*/ 21 w 9"/>
                  <a:gd name="T5" fmla="*/ 151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7">
                    <a:moveTo>
                      <a:pt x="9" y="0"/>
                    </a:moveTo>
                    <a:cubicBezTo>
                      <a:pt x="6" y="12"/>
                      <a:pt x="0" y="22"/>
                      <a:pt x="2" y="34"/>
                    </a:cubicBezTo>
                    <a:cubicBezTo>
                      <a:pt x="2" y="40"/>
                      <a:pt x="5" y="52"/>
                      <a:pt x="9" y="5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80" name="Freeform 334">
                <a:extLst>
                  <a:ext uri="{FF2B5EF4-FFF2-40B4-BE49-F238E27FC236}">
                    <a16:creationId xmlns:a16="http://schemas.microsoft.com/office/drawing/2014/main" id="{9DD377B8-8050-4C4B-A8A6-DDD384C39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126"/>
                <a:ext cx="20" cy="67"/>
              </a:xfrm>
              <a:custGeom>
                <a:avLst/>
                <a:gdLst>
                  <a:gd name="T0" fmla="*/ 36 w 15"/>
                  <a:gd name="T1" fmla="*/ 0 h 48"/>
                  <a:gd name="T2" fmla="*/ 20 w 15"/>
                  <a:gd name="T3" fmla="*/ 34 h 48"/>
                  <a:gd name="T4" fmla="*/ 7 w 15"/>
                  <a:gd name="T5" fmla="*/ 63 h 48"/>
                  <a:gd name="T6" fmla="*/ 5 w 15"/>
                  <a:gd name="T7" fmla="*/ 13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8">
                    <a:moveTo>
                      <a:pt x="15" y="0"/>
                    </a:moveTo>
                    <a:cubicBezTo>
                      <a:pt x="14" y="4"/>
                      <a:pt x="10" y="9"/>
                      <a:pt x="8" y="12"/>
                    </a:cubicBezTo>
                    <a:cubicBezTo>
                      <a:pt x="6" y="15"/>
                      <a:pt x="4" y="19"/>
                      <a:pt x="3" y="23"/>
                    </a:cubicBezTo>
                    <a:cubicBezTo>
                      <a:pt x="1" y="30"/>
                      <a:pt x="0" y="40"/>
                      <a:pt x="2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81" name="Freeform 335">
                <a:extLst>
                  <a:ext uri="{FF2B5EF4-FFF2-40B4-BE49-F238E27FC236}">
                    <a16:creationId xmlns:a16="http://schemas.microsoft.com/office/drawing/2014/main" id="{310EBDC0-E94D-4EEF-8ECC-0FD97C6B3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004"/>
                <a:ext cx="38" cy="51"/>
              </a:xfrm>
              <a:custGeom>
                <a:avLst/>
                <a:gdLst>
                  <a:gd name="T0" fmla="*/ 66 w 29"/>
                  <a:gd name="T1" fmla="*/ 0 h 37"/>
                  <a:gd name="T2" fmla="*/ 34 w 29"/>
                  <a:gd name="T3" fmla="*/ 15 h 37"/>
                  <a:gd name="T4" fmla="*/ 21 w 29"/>
                  <a:gd name="T5" fmla="*/ 36 h 37"/>
                  <a:gd name="T6" fmla="*/ 0 w 29"/>
                  <a:gd name="T7" fmla="*/ 9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7">
                    <a:moveTo>
                      <a:pt x="29" y="0"/>
                    </a:moveTo>
                    <a:cubicBezTo>
                      <a:pt x="24" y="2"/>
                      <a:pt x="19" y="2"/>
                      <a:pt x="15" y="6"/>
                    </a:cubicBezTo>
                    <a:cubicBezTo>
                      <a:pt x="12" y="8"/>
                      <a:pt x="11" y="11"/>
                      <a:pt x="9" y="14"/>
                    </a:cubicBezTo>
                    <a:cubicBezTo>
                      <a:pt x="5" y="20"/>
                      <a:pt x="0" y="29"/>
                      <a:pt x="0" y="3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82" name="Freeform 336">
                <a:extLst>
                  <a:ext uri="{FF2B5EF4-FFF2-40B4-BE49-F238E27FC236}">
                    <a16:creationId xmlns:a16="http://schemas.microsoft.com/office/drawing/2014/main" id="{D5CABAA9-BC77-4531-9DCC-9BBB1DD11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957"/>
                <a:ext cx="68" cy="20"/>
              </a:xfrm>
              <a:custGeom>
                <a:avLst/>
                <a:gdLst>
                  <a:gd name="T0" fmla="*/ 116 w 52"/>
                  <a:gd name="T1" fmla="*/ 5 h 15"/>
                  <a:gd name="T2" fmla="*/ 85 w 52"/>
                  <a:gd name="T3" fmla="*/ 1 h 15"/>
                  <a:gd name="T4" fmla="*/ 46 w 52"/>
                  <a:gd name="T5" fmla="*/ 5 h 15"/>
                  <a:gd name="T6" fmla="*/ 0 w 52"/>
                  <a:gd name="T7" fmla="*/ 3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5">
                    <a:moveTo>
                      <a:pt x="52" y="2"/>
                    </a:moveTo>
                    <a:cubicBezTo>
                      <a:pt x="48" y="2"/>
                      <a:pt x="43" y="1"/>
                      <a:pt x="38" y="1"/>
                    </a:cubicBezTo>
                    <a:cubicBezTo>
                      <a:pt x="33" y="0"/>
                      <a:pt x="27" y="1"/>
                      <a:pt x="21" y="2"/>
                    </a:cubicBezTo>
                    <a:cubicBezTo>
                      <a:pt x="13" y="3"/>
                      <a:pt x="4" y="8"/>
                      <a:pt x="0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83" name="Freeform 337">
                <a:extLst>
                  <a:ext uri="{FF2B5EF4-FFF2-40B4-BE49-F238E27FC236}">
                    <a16:creationId xmlns:a16="http://schemas.microsoft.com/office/drawing/2014/main" id="{B98370AB-0FE7-45D1-A197-BB4D11D72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966"/>
                <a:ext cx="52" cy="32"/>
              </a:xfrm>
              <a:custGeom>
                <a:avLst/>
                <a:gdLst>
                  <a:gd name="T0" fmla="*/ 0 w 40"/>
                  <a:gd name="T1" fmla="*/ 0 h 23"/>
                  <a:gd name="T2" fmla="*/ 52 w 40"/>
                  <a:gd name="T3" fmla="*/ 14 h 23"/>
                  <a:gd name="T4" fmla="*/ 88 w 40"/>
                  <a:gd name="T5" fmla="*/ 6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8" y="0"/>
                      <a:pt x="17" y="0"/>
                      <a:pt x="24" y="5"/>
                    </a:cubicBezTo>
                    <a:cubicBezTo>
                      <a:pt x="31" y="10"/>
                      <a:pt x="34" y="16"/>
                      <a:pt x="40" y="2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84" name="Freeform 338">
                <a:extLst>
                  <a:ext uri="{FF2B5EF4-FFF2-40B4-BE49-F238E27FC236}">
                    <a16:creationId xmlns:a16="http://schemas.microsoft.com/office/drawing/2014/main" id="{30D1A408-B7B5-42E7-B5F7-276AE0FE8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950"/>
                <a:ext cx="58" cy="27"/>
              </a:xfrm>
              <a:custGeom>
                <a:avLst/>
                <a:gdLst>
                  <a:gd name="T0" fmla="*/ 100 w 44"/>
                  <a:gd name="T1" fmla="*/ 9 h 20"/>
                  <a:gd name="T2" fmla="*/ 70 w 44"/>
                  <a:gd name="T3" fmla="*/ 0 h 20"/>
                  <a:gd name="T4" fmla="*/ 44 w 44"/>
                  <a:gd name="T5" fmla="*/ 9 h 20"/>
                  <a:gd name="T6" fmla="*/ 0 w 44"/>
                  <a:gd name="T7" fmla="*/ 4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0">
                    <a:moveTo>
                      <a:pt x="44" y="4"/>
                    </a:moveTo>
                    <a:cubicBezTo>
                      <a:pt x="39" y="4"/>
                      <a:pt x="35" y="0"/>
                      <a:pt x="30" y="0"/>
                    </a:cubicBezTo>
                    <a:cubicBezTo>
                      <a:pt x="26" y="0"/>
                      <a:pt x="22" y="2"/>
                      <a:pt x="19" y="4"/>
                    </a:cubicBezTo>
                    <a:cubicBezTo>
                      <a:pt x="11" y="8"/>
                      <a:pt x="4" y="12"/>
                      <a:pt x="0" y="2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85" name="Freeform 339">
                <a:extLst>
                  <a:ext uri="{FF2B5EF4-FFF2-40B4-BE49-F238E27FC236}">
                    <a16:creationId xmlns:a16="http://schemas.microsoft.com/office/drawing/2014/main" id="{D6A8E35C-6899-4C3C-A5AD-A3A5E3DD4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030"/>
                <a:ext cx="28" cy="25"/>
              </a:xfrm>
              <a:custGeom>
                <a:avLst/>
                <a:gdLst>
                  <a:gd name="T0" fmla="*/ 49 w 21"/>
                  <a:gd name="T1" fmla="*/ 49 h 18"/>
                  <a:gd name="T2" fmla="*/ 21 w 21"/>
                  <a:gd name="T3" fmla="*/ 19 h 18"/>
                  <a:gd name="T4" fmla="*/ 7 w 21"/>
                  <a:gd name="T5" fmla="*/ 8 h 18"/>
                  <a:gd name="T6" fmla="*/ 0 w 21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21" y="18"/>
                    </a:moveTo>
                    <a:cubicBezTo>
                      <a:pt x="17" y="16"/>
                      <a:pt x="13" y="10"/>
                      <a:pt x="9" y="7"/>
                    </a:cubicBezTo>
                    <a:cubicBezTo>
                      <a:pt x="7" y="5"/>
                      <a:pt x="5" y="4"/>
                      <a:pt x="3" y="3"/>
                    </a:cubicBez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86" name="Freeform 340">
                <a:extLst>
                  <a:ext uri="{FF2B5EF4-FFF2-40B4-BE49-F238E27FC236}">
                    <a16:creationId xmlns:a16="http://schemas.microsoft.com/office/drawing/2014/main" id="{1B2CF98A-9445-4120-AA06-391956462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951"/>
                <a:ext cx="59" cy="15"/>
              </a:xfrm>
              <a:custGeom>
                <a:avLst/>
                <a:gdLst>
                  <a:gd name="T0" fmla="*/ 101 w 45"/>
                  <a:gd name="T1" fmla="*/ 27 h 11"/>
                  <a:gd name="T2" fmla="*/ 81 w 45"/>
                  <a:gd name="T3" fmla="*/ 7 h 11"/>
                  <a:gd name="T4" fmla="*/ 56 w 45"/>
                  <a:gd name="T5" fmla="*/ 0 h 11"/>
                  <a:gd name="T6" fmla="*/ 29 w 45"/>
                  <a:gd name="T7" fmla="*/ 0 h 11"/>
                  <a:gd name="T8" fmla="*/ 0 w 45"/>
                  <a:gd name="T9" fmla="*/ 1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">
                    <a:moveTo>
                      <a:pt x="45" y="11"/>
                    </a:moveTo>
                    <a:cubicBezTo>
                      <a:pt x="42" y="9"/>
                      <a:pt x="40" y="5"/>
                      <a:pt x="36" y="3"/>
                    </a:cubicBezTo>
                    <a:cubicBezTo>
                      <a:pt x="32" y="2"/>
                      <a:pt x="28" y="1"/>
                      <a:pt x="25" y="0"/>
                    </a:cubicBezTo>
                    <a:cubicBezTo>
                      <a:pt x="21" y="0"/>
                      <a:pt x="17" y="0"/>
                      <a:pt x="13" y="0"/>
                    </a:cubicBezTo>
                    <a:cubicBezTo>
                      <a:pt x="8" y="0"/>
                      <a:pt x="5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87" name="Freeform 341">
                <a:extLst>
                  <a:ext uri="{FF2B5EF4-FFF2-40B4-BE49-F238E27FC236}">
                    <a16:creationId xmlns:a16="http://schemas.microsoft.com/office/drawing/2014/main" id="{E096B7DA-4C67-4B49-9F46-10B57477E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931"/>
                <a:ext cx="44" cy="17"/>
              </a:xfrm>
              <a:custGeom>
                <a:avLst/>
                <a:gdLst>
                  <a:gd name="T0" fmla="*/ 12 w 33"/>
                  <a:gd name="T1" fmla="*/ 34 h 12"/>
                  <a:gd name="T2" fmla="*/ 7 w 33"/>
                  <a:gd name="T3" fmla="*/ 6 h 12"/>
                  <a:gd name="T4" fmla="*/ 43 w 33"/>
                  <a:gd name="T5" fmla="*/ 1 h 12"/>
                  <a:gd name="T6" fmla="*/ 59 w 33"/>
                  <a:gd name="T7" fmla="*/ 6 h 12"/>
                  <a:gd name="T8" fmla="*/ 73 w 33"/>
                  <a:gd name="T9" fmla="*/ 9 h 12"/>
                  <a:gd name="T10" fmla="*/ 71 w 33"/>
                  <a:gd name="T11" fmla="*/ 33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2">
                    <a:moveTo>
                      <a:pt x="5" y="12"/>
                    </a:moveTo>
                    <a:cubicBezTo>
                      <a:pt x="2" y="11"/>
                      <a:pt x="0" y="4"/>
                      <a:pt x="3" y="2"/>
                    </a:cubicBezTo>
                    <a:cubicBezTo>
                      <a:pt x="8" y="0"/>
                      <a:pt x="13" y="1"/>
                      <a:pt x="18" y="1"/>
                    </a:cubicBezTo>
                    <a:cubicBezTo>
                      <a:pt x="21" y="1"/>
                      <a:pt x="23" y="2"/>
                      <a:pt x="25" y="2"/>
                    </a:cubicBezTo>
                    <a:cubicBezTo>
                      <a:pt x="27" y="2"/>
                      <a:pt x="30" y="1"/>
                      <a:pt x="31" y="3"/>
                    </a:cubicBezTo>
                    <a:cubicBezTo>
                      <a:pt x="32" y="4"/>
                      <a:pt x="33" y="11"/>
                      <a:pt x="30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88" name="Freeform 342">
                <a:extLst>
                  <a:ext uri="{FF2B5EF4-FFF2-40B4-BE49-F238E27FC236}">
                    <a16:creationId xmlns:a16="http://schemas.microsoft.com/office/drawing/2014/main" id="{BBDF8C9E-4BA1-4A25-B7E9-435BE8A78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916"/>
                <a:ext cx="36" cy="21"/>
              </a:xfrm>
              <a:custGeom>
                <a:avLst/>
                <a:gdLst>
                  <a:gd name="T0" fmla="*/ 5 w 28"/>
                  <a:gd name="T1" fmla="*/ 1 h 15"/>
                  <a:gd name="T2" fmla="*/ 0 w 28"/>
                  <a:gd name="T3" fmla="*/ 11 h 15"/>
                  <a:gd name="T4" fmla="*/ 0 w 28"/>
                  <a:gd name="T5" fmla="*/ 25 h 15"/>
                  <a:gd name="T6" fmla="*/ 10 w 28"/>
                  <a:gd name="T7" fmla="*/ 29 h 15"/>
                  <a:gd name="T8" fmla="*/ 28 w 28"/>
                  <a:gd name="T9" fmla="*/ 34 h 15"/>
                  <a:gd name="T10" fmla="*/ 42 w 28"/>
                  <a:gd name="T11" fmla="*/ 39 h 15"/>
                  <a:gd name="T12" fmla="*/ 54 w 28"/>
                  <a:gd name="T13" fmla="*/ 39 h 15"/>
                  <a:gd name="T14" fmla="*/ 59 w 28"/>
                  <a:gd name="T15" fmla="*/ 25 h 15"/>
                  <a:gd name="T16" fmla="*/ 58 w 28"/>
                  <a:gd name="T17" fmla="*/ 2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" y="1"/>
                    </a:moveTo>
                    <a:cubicBezTo>
                      <a:pt x="0" y="0"/>
                      <a:pt x="1" y="3"/>
                      <a:pt x="0" y="4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10"/>
                      <a:pt x="4" y="11"/>
                      <a:pt x="5" y="11"/>
                    </a:cubicBezTo>
                    <a:cubicBezTo>
                      <a:pt x="8" y="11"/>
                      <a:pt x="10" y="11"/>
                      <a:pt x="13" y="12"/>
                    </a:cubicBezTo>
                    <a:cubicBezTo>
                      <a:pt x="15" y="12"/>
                      <a:pt x="18" y="13"/>
                      <a:pt x="20" y="14"/>
                    </a:cubicBezTo>
                    <a:cubicBezTo>
                      <a:pt x="22" y="15"/>
                      <a:pt x="24" y="15"/>
                      <a:pt x="26" y="14"/>
                    </a:cubicBezTo>
                    <a:cubicBezTo>
                      <a:pt x="27" y="13"/>
                      <a:pt x="27" y="11"/>
                      <a:pt x="28" y="9"/>
                    </a:cubicBezTo>
                    <a:cubicBezTo>
                      <a:pt x="28" y="8"/>
                      <a:pt x="28" y="8"/>
                      <a:pt x="27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89" name="Freeform 343">
                <a:extLst>
                  <a:ext uri="{FF2B5EF4-FFF2-40B4-BE49-F238E27FC236}">
                    <a16:creationId xmlns:a16="http://schemas.microsoft.com/office/drawing/2014/main" id="{A507CC79-16C8-442F-8D00-8C494EBCA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22"/>
                <a:ext cx="7" cy="12"/>
              </a:xfrm>
              <a:custGeom>
                <a:avLst/>
                <a:gdLst>
                  <a:gd name="T0" fmla="*/ 9 w 6"/>
                  <a:gd name="T1" fmla="*/ 21 h 9"/>
                  <a:gd name="T2" fmla="*/ 6 w 6"/>
                  <a:gd name="T3" fmla="*/ 9 h 9"/>
                  <a:gd name="T4" fmla="*/ 1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cubicBezTo>
                      <a:pt x="3" y="9"/>
                      <a:pt x="4" y="7"/>
                      <a:pt x="3" y="4"/>
                    </a:cubicBezTo>
                    <a:cubicBezTo>
                      <a:pt x="3" y="4"/>
                      <a:pt x="0" y="0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90" name="Freeform 344">
                <a:extLst>
                  <a:ext uri="{FF2B5EF4-FFF2-40B4-BE49-F238E27FC236}">
                    <a16:creationId xmlns:a16="http://schemas.microsoft.com/office/drawing/2014/main" id="{EC5E56C9-20F1-4B1B-A60F-AA236FAF1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929"/>
                <a:ext cx="4" cy="5"/>
              </a:xfrm>
              <a:custGeom>
                <a:avLst/>
                <a:gdLst>
                  <a:gd name="T0" fmla="*/ 0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4"/>
                      <a:pt x="2" y="1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91" name="Freeform 345">
                <a:extLst>
                  <a:ext uri="{FF2B5EF4-FFF2-40B4-BE49-F238E27FC236}">
                    <a16:creationId xmlns:a16="http://schemas.microsoft.com/office/drawing/2014/main" id="{03AB3DC5-8DFC-42EF-B290-5E0138F0B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916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92" name="Freeform 346">
                <a:extLst>
                  <a:ext uri="{FF2B5EF4-FFF2-40B4-BE49-F238E27FC236}">
                    <a16:creationId xmlns:a16="http://schemas.microsoft.com/office/drawing/2014/main" id="{145CD286-1F12-4F7C-A4BD-5378C3932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930"/>
                <a:ext cx="5" cy="6"/>
              </a:xfrm>
              <a:custGeom>
                <a:avLst/>
                <a:gdLst>
                  <a:gd name="T0" fmla="*/ 8 w 4"/>
                  <a:gd name="T1" fmla="*/ 5 h 4"/>
                  <a:gd name="T2" fmla="*/ 0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0"/>
                      <a:pt x="1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93" name="Freeform 347">
                <a:extLst>
                  <a:ext uri="{FF2B5EF4-FFF2-40B4-BE49-F238E27FC236}">
                    <a16:creationId xmlns:a16="http://schemas.microsoft.com/office/drawing/2014/main" id="{5AA52372-539E-4A44-909E-148F59945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937"/>
                <a:ext cx="7" cy="20"/>
              </a:xfrm>
              <a:custGeom>
                <a:avLst/>
                <a:gdLst>
                  <a:gd name="T0" fmla="*/ 1 w 6"/>
                  <a:gd name="T1" fmla="*/ 0 h 14"/>
                  <a:gd name="T2" fmla="*/ 6 w 6"/>
                  <a:gd name="T3" fmla="*/ 23 h 14"/>
                  <a:gd name="T4" fmla="*/ 0 w 6"/>
                  <a:gd name="T5" fmla="*/ 3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1" y="0"/>
                    </a:moveTo>
                    <a:cubicBezTo>
                      <a:pt x="6" y="2"/>
                      <a:pt x="3" y="5"/>
                      <a:pt x="3" y="8"/>
                    </a:cubicBezTo>
                    <a:cubicBezTo>
                      <a:pt x="2" y="9"/>
                      <a:pt x="2" y="14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94" name="Freeform 348">
                <a:extLst>
                  <a:ext uri="{FF2B5EF4-FFF2-40B4-BE49-F238E27FC236}">
                    <a16:creationId xmlns:a16="http://schemas.microsoft.com/office/drawing/2014/main" id="{66B6DC6B-2F87-4291-BA7C-97D5E5C92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930"/>
                <a:ext cx="36" cy="17"/>
              </a:xfrm>
              <a:custGeom>
                <a:avLst/>
                <a:gdLst>
                  <a:gd name="T0" fmla="*/ 59 w 28"/>
                  <a:gd name="T1" fmla="*/ 0 h 12"/>
                  <a:gd name="T2" fmla="*/ 58 w 28"/>
                  <a:gd name="T3" fmla="*/ 9 h 12"/>
                  <a:gd name="T4" fmla="*/ 50 w 28"/>
                  <a:gd name="T5" fmla="*/ 18 h 12"/>
                  <a:gd name="T6" fmla="*/ 24 w 28"/>
                  <a:gd name="T7" fmla="*/ 23 h 12"/>
                  <a:gd name="T8" fmla="*/ 6 w 28"/>
                  <a:gd name="T9" fmla="*/ 26 h 12"/>
                  <a:gd name="T10" fmla="*/ 1 w 28"/>
                  <a:gd name="T11" fmla="*/ 13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28" y="0"/>
                    </a:moveTo>
                    <a:cubicBezTo>
                      <a:pt x="28" y="2"/>
                      <a:pt x="28" y="2"/>
                      <a:pt x="27" y="3"/>
                    </a:cubicBezTo>
                    <a:cubicBezTo>
                      <a:pt x="26" y="4"/>
                      <a:pt x="24" y="5"/>
                      <a:pt x="23" y="6"/>
                    </a:cubicBezTo>
                    <a:cubicBezTo>
                      <a:pt x="19" y="8"/>
                      <a:pt x="16" y="8"/>
                      <a:pt x="12" y="8"/>
                    </a:cubicBezTo>
                    <a:cubicBezTo>
                      <a:pt x="9" y="9"/>
                      <a:pt x="6" y="12"/>
                      <a:pt x="3" y="9"/>
                    </a:cubicBezTo>
                    <a:cubicBezTo>
                      <a:pt x="3" y="8"/>
                      <a:pt x="0" y="5"/>
                      <a:pt x="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95" name="Freeform 349">
                <a:extLst>
                  <a:ext uri="{FF2B5EF4-FFF2-40B4-BE49-F238E27FC236}">
                    <a16:creationId xmlns:a16="http://schemas.microsoft.com/office/drawing/2014/main" id="{20FA6B62-F182-406C-8F24-756B840A7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945"/>
                <a:ext cx="8" cy="13"/>
              </a:xfrm>
              <a:custGeom>
                <a:avLst/>
                <a:gdLst>
                  <a:gd name="T0" fmla="*/ 15 w 6"/>
                  <a:gd name="T1" fmla="*/ 27 h 9"/>
                  <a:gd name="T2" fmla="*/ 7 w 6"/>
                  <a:gd name="T3" fmla="*/ 27 h 9"/>
                  <a:gd name="T4" fmla="*/ 1 w 6"/>
                  <a:gd name="T5" fmla="*/ 14 h 9"/>
                  <a:gd name="T6" fmla="*/ 1 w 6"/>
                  <a:gd name="T7" fmla="*/ 6 h 9"/>
                  <a:gd name="T8" fmla="*/ 0 w 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cubicBezTo>
                      <a:pt x="5" y="9"/>
                      <a:pt x="4" y="9"/>
                      <a:pt x="3" y="9"/>
                    </a:cubicBezTo>
                    <a:cubicBezTo>
                      <a:pt x="2" y="8"/>
                      <a:pt x="2" y="6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96" name="Freeform 350">
                <a:extLst>
                  <a:ext uri="{FF2B5EF4-FFF2-40B4-BE49-F238E27FC236}">
                    <a16:creationId xmlns:a16="http://schemas.microsoft.com/office/drawing/2014/main" id="{8D40BEB3-793A-4B83-912A-7E86BC548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938"/>
                <a:ext cx="6" cy="2"/>
              </a:xfrm>
              <a:custGeom>
                <a:avLst/>
                <a:gdLst>
                  <a:gd name="T0" fmla="*/ 0 w 4"/>
                  <a:gd name="T1" fmla="*/ 0 h 1"/>
                  <a:gd name="T2" fmla="*/ 14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4" y="0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97" name="Freeform 351">
                <a:extLst>
                  <a:ext uri="{FF2B5EF4-FFF2-40B4-BE49-F238E27FC236}">
                    <a16:creationId xmlns:a16="http://schemas.microsoft.com/office/drawing/2014/main" id="{4CE3DB14-EE65-4914-856E-0204AAC81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948"/>
                <a:ext cx="36" cy="20"/>
              </a:xfrm>
              <a:custGeom>
                <a:avLst/>
                <a:gdLst>
                  <a:gd name="T0" fmla="*/ 59 w 28"/>
                  <a:gd name="T1" fmla="*/ 0 h 14"/>
                  <a:gd name="T2" fmla="*/ 58 w 28"/>
                  <a:gd name="T3" fmla="*/ 9 h 14"/>
                  <a:gd name="T4" fmla="*/ 51 w 28"/>
                  <a:gd name="T5" fmla="*/ 9 h 14"/>
                  <a:gd name="T6" fmla="*/ 45 w 28"/>
                  <a:gd name="T7" fmla="*/ 13 h 14"/>
                  <a:gd name="T8" fmla="*/ 24 w 28"/>
                  <a:gd name="T9" fmla="*/ 27 h 14"/>
                  <a:gd name="T10" fmla="*/ 10 w 28"/>
                  <a:gd name="T11" fmla="*/ 41 h 14"/>
                  <a:gd name="T12" fmla="*/ 0 w 28"/>
                  <a:gd name="T13" fmla="*/ 2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8" y="0"/>
                    </a:moveTo>
                    <a:cubicBezTo>
                      <a:pt x="27" y="1"/>
                      <a:pt x="28" y="2"/>
                      <a:pt x="27" y="3"/>
                    </a:cubicBezTo>
                    <a:cubicBezTo>
                      <a:pt x="26" y="3"/>
                      <a:pt x="25" y="3"/>
                      <a:pt x="24" y="3"/>
                    </a:cubicBezTo>
                    <a:cubicBezTo>
                      <a:pt x="23" y="3"/>
                      <a:pt x="22" y="4"/>
                      <a:pt x="21" y="4"/>
                    </a:cubicBezTo>
                    <a:cubicBezTo>
                      <a:pt x="17" y="4"/>
                      <a:pt x="14" y="7"/>
                      <a:pt x="12" y="9"/>
                    </a:cubicBezTo>
                    <a:cubicBezTo>
                      <a:pt x="10" y="11"/>
                      <a:pt x="7" y="14"/>
                      <a:pt x="5" y="14"/>
                    </a:cubicBezTo>
                    <a:cubicBezTo>
                      <a:pt x="3" y="14"/>
                      <a:pt x="0" y="11"/>
                      <a:pt x="0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98" name="Freeform 352">
                <a:extLst>
                  <a:ext uri="{FF2B5EF4-FFF2-40B4-BE49-F238E27FC236}">
                    <a16:creationId xmlns:a16="http://schemas.microsoft.com/office/drawing/2014/main" id="{35C2A5E5-2414-4392-9AAF-03A89B259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944"/>
                <a:ext cx="2" cy="6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1"/>
                      <a:pt x="2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99" name="Freeform 353">
                <a:extLst>
                  <a:ext uri="{FF2B5EF4-FFF2-40B4-BE49-F238E27FC236}">
                    <a16:creationId xmlns:a16="http://schemas.microsoft.com/office/drawing/2014/main" id="{3F7509E7-A649-4C19-AEB2-C9CB933F1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937"/>
                <a:ext cx="34" cy="17"/>
              </a:xfrm>
              <a:custGeom>
                <a:avLst/>
                <a:gdLst>
                  <a:gd name="T0" fmla="*/ 1 w 26"/>
                  <a:gd name="T1" fmla="*/ 0 h 12"/>
                  <a:gd name="T2" fmla="*/ 0 w 26"/>
                  <a:gd name="T3" fmla="*/ 6 h 12"/>
                  <a:gd name="T4" fmla="*/ 9 w 26"/>
                  <a:gd name="T5" fmla="*/ 9 h 12"/>
                  <a:gd name="T6" fmla="*/ 35 w 26"/>
                  <a:gd name="T7" fmla="*/ 28 h 12"/>
                  <a:gd name="T8" fmla="*/ 44 w 26"/>
                  <a:gd name="T9" fmla="*/ 34 h 12"/>
                  <a:gd name="T10" fmla="*/ 54 w 26"/>
                  <a:gd name="T11" fmla="*/ 26 h 12"/>
                  <a:gd name="T12" fmla="*/ 56 w 26"/>
                  <a:gd name="T13" fmla="*/ 1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4"/>
                      <a:pt x="3" y="3"/>
                      <a:pt x="4" y="3"/>
                    </a:cubicBezTo>
                    <a:cubicBezTo>
                      <a:pt x="9" y="4"/>
                      <a:pt x="13" y="7"/>
                      <a:pt x="16" y="10"/>
                    </a:cubicBezTo>
                    <a:cubicBezTo>
                      <a:pt x="17" y="12"/>
                      <a:pt x="18" y="12"/>
                      <a:pt x="20" y="12"/>
                    </a:cubicBezTo>
                    <a:cubicBezTo>
                      <a:pt x="23" y="12"/>
                      <a:pt x="23" y="11"/>
                      <a:pt x="24" y="9"/>
                    </a:cubicBezTo>
                    <a:cubicBezTo>
                      <a:pt x="24" y="7"/>
                      <a:pt x="26" y="6"/>
                      <a:pt x="25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00" name="Freeform 354">
                <a:extLst>
                  <a:ext uri="{FF2B5EF4-FFF2-40B4-BE49-F238E27FC236}">
                    <a16:creationId xmlns:a16="http://schemas.microsoft.com/office/drawing/2014/main" id="{A83766DF-DE30-4C1C-9AD0-F0099E08B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945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01" name="Freeform 355">
                <a:extLst>
                  <a:ext uri="{FF2B5EF4-FFF2-40B4-BE49-F238E27FC236}">
                    <a16:creationId xmlns:a16="http://schemas.microsoft.com/office/drawing/2014/main" id="{DAADBF85-7A25-40AC-8A29-9B6A573DE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955"/>
                <a:ext cx="9" cy="17"/>
              </a:xfrm>
              <a:custGeom>
                <a:avLst/>
                <a:gdLst>
                  <a:gd name="T0" fmla="*/ 10 w 7"/>
                  <a:gd name="T1" fmla="*/ 0 h 12"/>
                  <a:gd name="T2" fmla="*/ 6 w 7"/>
                  <a:gd name="T3" fmla="*/ 18 h 12"/>
                  <a:gd name="T4" fmla="*/ 0 w 7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cubicBezTo>
                      <a:pt x="7" y="2"/>
                      <a:pt x="4" y="4"/>
                      <a:pt x="3" y="6"/>
                    </a:cubicBezTo>
                    <a:cubicBezTo>
                      <a:pt x="3" y="7"/>
                      <a:pt x="1" y="12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02" name="Freeform 356">
                <a:extLst>
                  <a:ext uri="{FF2B5EF4-FFF2-40B4-BE49-F238E27FC236}">
                    <a16:creationId xmlns:a16="http://schemas.microsoft.com/office/drawing/2014/main" id="{3FAEFAF2-B10C-4808-BF59-44D2AE452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943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1" y="0"/>
                      <a:pt x="1" y="0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03" name="Freeform 357">
                <a:extLst>
                  <a:ext uri="{FF2B5EF4-FFF2-40B4-BE49-F238E27FC236}">
                    <a16:creationId xmlns:a16="http://schemas.microsoft.com/office/drawing/2014/main" id="{0676B392-2776-4B8D-9A4C-6853DC385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954"/>
                <a:ext cx="39" cy="30"/>
              </a:xfrm>
              <a:custGeom>
                <a:avLst/>
                <a:gdLst>
                  <a:gd name="T0" fmla="*/ 7 w 30"/>
                  <a:gd name="T1" fmla="*/ 0 h 22"/>
                  <a:gd name="T2" fmla="*/ 7 w 30"/>
                  <a:gd name="T3" fmla="*/ 15 h 22"/>
                  <a:gd name="T4" fmla="*/ 23 w 30"/>
                  <a:gd name="T5" fmla="*/ 27 h 22"/>
                  <a:gd name="T6" fmla="*/ 39 w 30"/>
                  <a:gd name="T7" fmla="*/ 46 h 22"/>
                  <a:gd name="T8" fmla="*/ 52 w 30"/>
                  <a:gd name="T9" fmla="*/ 50 h 22"/>
                  <a:gd name="T10" fmla="*/ 61 w 30"/>
                  <a:gd name="T11" fmla="*/ 41 h 22"/>
                  <a:gd name="T12" fmla="*/ 64 w 30"/>
                  <a:gd name="T13" fmla="*/ 3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2">
                    <a:moveTo>
                      <a:pt x="3" y="0"/>
                    </a:moveTo>
                    <a:cubicBezTo>
                      <a:pt x="1" y="2"/>
                      <a:pt x="0" y="4"/>
                      <a:pt x="3" y="6"/>
                    </a:cubicBezTo>
                    <a:cubicBezTo>
                      <a:pt x="6" y="7"/>
                      <a:pt x="8" y="9"/>
                      <a:pt x="11" y="11"/>
                    </a:cubicBezTo>
                    <a:cubicBezTo>
                      <a:pt x="14" y="13"/>
                      <a:pt x="16" y="15"/>
                      <a:pt x="18" y="18"/>
                    </a:cubicBezTo>
                    <a:cubicBezTo>
                      <a:pt x="20" y="20"/>
                      <a:pt x="21" y="22"/>
                      <a:pt x="24" y="20"/>
                    </a:cubicBezTo>
                    <a:cubicBezTo>
                      <a:pt x="25" y="19"/>
                      <a:pt x="27" y="18"/>
                      <a:pt x="28" y="16"/>
                    </a:cubicBezTo>
                    <a:cubicBezTo>
                      <a:pt x="29" y="15"/>
                      <a:pt x="30" y="13"/>
                      <a:pt x="29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04" name="Freeform 358">
                <a:extLst>
                  <a:ext uri="{FF2B5EF4-FFF2-40B4-BE49-F238E27FC236}">
                    <a16:creationId xmlns:a16="http://schemas.microsoft.com/office/drawing/2014/main" id="{EFAB8C5A-FD70-474F-8ACC-CEAA24D3E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961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05" name="Freeform 359">
                <a:extLst>
                  <a:ext uri="{FF2B5EF4-FFF2-40B4-BE49-F238E27FC236}">
                    <a16:creationId xmlns:a16="http://schemas.microsoft.com/office/drawing/2014/main" id="{E287B1E8-E4B0-499C-B0B4-E6762EF7F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980"/>
                <a:ext cx="10" cy="11"/>
              </a:xfrm>
              <a:custGeom>
                <a:avLst/>
                <a:gdLst>
                  <a:gd name="T0" fmla="*/ 13 w 8"/>
                  <a:gd name="T1" fmla="*/ 0 h 8"/>
                  <a:gd name="T2" fmla="*/ 6 w 8"/>
                  <a:gd name="T3" fmla="*/ 14 h 8"/>
                  <a:gd name="T4" fmla="*/ 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8" y="2"/>
                      <a:pt x="4" y="4"/>
                      <a:pt x="3" y="5"/>
                    </a:cubicBezTo>
                    <a:cubicBezTo>
                      <a:pt x="2" y="6"/>
                      <a:pt x="1" y="8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06" name="Freeform 360">
                <a:extLst>
                  <a:ext uri="{FF2B5EF4-FFF2-40B4-BE49-F238E27FC236}">
                    <a16:creationId xmlns:a16="http://schemas.microsoft.com/office/drawing/2014/main" id="{D4B32484-06FF-45ED-B1BA-2D6C1ED3F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969"/>
                <a:ext cx="2" cy="3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1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07" name="Freeform 361">
                <a:extLst>
                  <a:ext uri="{FF2B5EF4-FFF2-40B4-BE49-F238E27FC236}">
                    <a16:creationId xmlns:a16="http://schemas.microsoft.com/office/drawing/2014/main" id="{C1BEC9D9-DD86-4C70-A745-3ADC2AF2C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954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08" name="Freeform 362">
                <a:extLst>
                  <a:ext uri="{FF2B5EF4-FFF2-40B4-BE49-F238E27FC236}">
                    <a16:creationId xmlns:a16="http://schemas.microsoft.com/office/drawing/2014/main" id="{2D8E10B9-2033-40FE-9EFB-B4D24DF30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984"/>
                <a:ext cx="29" cy="44"/>
              </a:xfrm>
              <a:custGeom>
                <a:avLst/>
                <a:gdLst>
                  <a:gd name="T0" fmla="*/ 0 w 22"/>
                  <a:gd name="T1" fmla="*/ 1 h 31"/>
                  <a:gd name="T2" fmla="*/ 16 w 22"/>
                  <a:gd name="T3" fmla="*/ 26 h 31"/>
                  <a:gd name="T4" fmla="*/ 37 w 22"/>
                  <a:gd name="T5" fmla="*/ 54 h 31"/>
                  <a:gd name="T6" fmla="*/ 45 w 22"/>
                  <a:gd name="T7" fmla="*/ 82 h 31"/>
                  <a:gd name="T8" fmla="*/ 34 w 22"/>
                  <a:gd name="T9" fmla="*/ 8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0" y="1"/>
                    </a:moveTo>
                    <a:cubicBezTo>
                      <a:pt x="3" y="0"/>
                      <a:pt x="6" y="7"/>
                      <a:pt x="7" y="9"/>
                    </a:cubicBezTo>
                    <a:cubicBezTo>
                      <a:pt x="10" y="12"/>
                      <a:pt x="13" y="16"/>
                      <a:pt x="16" y="19"/>
                    </a:cubicBezTo>
                    <a:cubicBezTo>
                      <a:pt x="18" y="21"/>
                      <a:pt x="22" y="26"/>
                      <a:pt x="20" y="29"/>
                    </a:cubicBezTo>
                    <a:cubicBezTo>
                      <a:pt x="20" y="30"/>
                      <a:pt x="15" y="31"/>
                      <a:pt x="15" y="3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09" name="Freeform 363">
                <a:extLst>
                  <a:ext uri="{FF2B5EF4-FFF2-40B4-BE49-F238E27FC236}">
                    <a16:creationId xmlns:a16="http://schemas.microsoft.com/office/drawing/2014/main" id="{A4EA603D-280D-4325-AD8E-0CE653DB2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973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3" y="0"/>
                      <a:pt x="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10" name="Freeform 364">
                <a:extLst>
                  <a:ext uri="{FF2B5EF4-FFF2-40B4-BE49-F238E27FC236}">
                    <a16:creationId xmlns:a16="http://schemas.microsoft.com/office/drawing/2014/main" id="{34EC3361-9B7E-44A4-96F3-F021B431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007"/>
                <a:ext cx="15" cy="18"/>
              </a:xfrm>
              <a:custGeom>
                <a:avLst/>
                <a:gdLst>
                  <a:gd name="T0" fmla="*/ 23 w 12"/>
                  <a:gd name="T1" fmla="*/ 0 h 13"/>
                  <a:gd name="T2" fmla="*/ 23 w 12"/>
                  <a:gd name="T3" fmla="*/ 14 h 13"/>
                  <a:gd name="T4" fmla="*/ 14 w 12"/>
                  <a:gd name="T5" fmla="*/ 19 h 13"/>
                  <a:gd name="T6" fmla="*/ 0 w 12"/>
                  <a:gd name="T7" fmla="*/ 2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1" y="0"/>
                    </a:moveTo>
                    <a:cubicBezTo>
                      <a:pt x="11" y="1"/>
                      <a:pt x="12" y="3"/>
                      <a:pt x="11" y="5"/>
                    </a:cubicBezTo>
                    <a:cubicBezTo>
                      <a:pt x="11" y="6"/>
                      <a:pt x="8" y="6"/>
                      <a:pt x="7" y="7"/>
                    </a:cubicBezTo>
                    <a:cubicBezTo>
                      <a:pt x="5" y="9"/>
                      <a:pt x="3" y="13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11" name="Freeform 365">
                <a:extLst>
                  <a:ext uri="{FF2B5EF4-FFF2-40B4-BE49-F238E27FC236}">
                    <a16:creationId xmlns:a16="http://schemas.microsoft.com/office/drawing/2014/main" id="{705AF182-B57E-4087-AC8E-03C12988C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983"/>
                <a:ext cx="2" cy="4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12" name="Freeform 366">
                <a:extLst>
                  <a:ext uri="{FF2B5EF4-FFF2-40B4-BE49-F238E27FC236}">
                    <a16:creationId xmlns:a16="http://schemas.microsoft.com/office/drawing/2014/main" id="{501FE3C2-E88E-465E-8DD4-E5AFE23AC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022"/>
                <a:ext cx="28" cy="54"/>
              </a:xfrm>
              <a:custGeom>
                <a:avLst/>
                <a:gdLst>
                  <a:gd name="T0" fmla="*/ 29 w 22"/>
                  <a:gd name="T1" fmla="*/ 96 h 39"/>
                  <a:gd name="T2" fmla="*/ 43 w 22"/>
                  <a:gd name="T3" fmla="*/ 89 h 39"/>
                  <a:gd name="T4" fmla="*/ 41 w 22"/>
                  <a:gd name="T5" fmla="*/ 71 h 39"/>
                  <a:gd name="T6" fmla="*/ 36 w 22"/>
                  <a:gd name="T7" fmla="*/ 48 h 39"/>
                  <a:gd name="T8" fmla="*/ 14 w 22"/>
                  <a:gd name="T9" fmla="*/ 14 h 39"/>
                  <a:gd name="T10" fmla="*/ 8 w 22"/>
                  <a:gd name="T11" fmla="*/ 1 h 39"/>
                  <a:gd name="T12" fmla="*/ 0 w 22"/>
                  <a:gd name="T13" fmla="*/ 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9">
                    <a:moveTo>
                      <a:pt x="14" y="36"/>
                    </a:moveTo>
                    <a:cubicBezTo>
                      <a:pt x="15" y="39"/>
                      <a:pt x="21" y="35"/>
                      <a:pt x="21" y="33"/>
                    </a:cubicBezTo>
                    <a:cubicBezTo>
                      <a:pt x="22" y="32"/>
                      <a:pt x="20" y="29"/>
                      <a:pt x="20" y="27"/>
                    </a:cubicBezTo>
                    <a:cubicBezTo>
                      <a:pt x="19" y="24"/>
                      <a:pt x="18" y="21"/>
                      <a:pt x="17" y="18"/>
                    </a:cubicBezTo>
                    <a:cubicBezTo>
                      <a:pt x="15" y="13"/>
                      <a:pt x="9" y="10"/>
                      <a:pt x="7" y="5"/>
                    </a:cubicBezTo>
                    <a:cubicBezTo>
                      <a:pt x="6" y="4"/>
                      <a:pt x="6" y="1"/>
                      <a:pt x="4" y="1"/>
                    </a:cubicBezTo>
                    <a:cubicBezTo>
                      <a:pt x="3" y="0"/>
                      <a:pt x="1" y="2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13" name="Freeform 367">
                <a:extLst>
                  <a:ext uri="{FF2B5EF4-FFF2-40B4-BE49-F238E27FC236}">
                    <a16:creationId xmlns:a16="http://schemas.microsoft.com/office/drawing/2014/main" id="{C4B1FA57-679B-4ED7-B7A5-65DB80441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965"/>
                <a:ext cx="8" cy="15"/>
              </a:xfrm>
              <a:custGeom>
                <a:avLst/>
                <a:gdLst>
                  <a:gd name="T0" fmla="*/ 7 w 6"/>
                  <a:gd name="T1" fmla="*/ 5 h 11"/>
                  <a:gd name="T2" fmla="*/ 15 w 6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3" y="2"/>
                    </a:moveTo>
                    <a:cubicBezTo>
                      <a:pt x="0" y="0"/>
                      <a:pt x="1" y="11"/>
                      <a:pt x="6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14" name="Freeform 368">
                <a:extLst>
                  <a:ext uri="{FF2B5EF4-FFF2-40B4-BE49-F238E27FC236}">
                    <a16:creationId xmlns:a16="http://schemas.microsoft.com/office/drawing/2014/main" id="{EE87435A-47DD-4EE7-8A1A-C5135110D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963"/>
                <a:ext cx="5" cy="3"/>
              </a:xfrm>
              <a:custGeom>
                <a:avLst/>
                <a:gdLst>
                  <a:gd name="T0" fmla="*/ 8 w 4"/>
                  <a:gd name="T1" fmla="*/ 5 h 2"/>
                  <a:gd name="T2" fmla="*/ 0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0" y="0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15" name="Freeform 369">
                <a:extLst>
                  <a:ext uri="{FF2B5EF4-FFF2-40B4-BE49-F238E27FC236}">
                    <a16:creationId xmlns:a16="http://schemas.microsoft.com/office/drawing/2014/main" id="{413F4483-AB98-4C91-8201-25DCCF047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018"/>
                <a:ext cx="1" cy="7"/>
              </a:xfrm>
              <a:custGeom>
                <a:avLst/>
                <a:gdLst>
                  <a:gd name="T0" fmla="*/ 1 w 1"/>
                  <a:gd name="T1" fmla="*/ 0 h 5"/>
                  <a:gd name="T2" fmla="*/ 1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0" y="4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16" name="Freeform 370">
                <a:extLst>
                  <a:ext uri="{FF2B5EF4-FFF2-40B4-BE49-F238E27FC236}">
                    <a16:creationId xmlns:a16="http://schemas.microsoft.com/office/drawing/2014/main" id="{416EDD9F-4593-4E19-83C0-E5E824711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060"/>
                <a:ext cx="14" cy="8"/>
              </a:xfrm>
              <a:custGeom>
                <a:avLst/>
                <a:gdLst>
                  <a:gd name="T0" fmla="*/ 0 w 11"/>
                  <a:gd name="T1" fmla="*/ 5 h 6"/>
                  <a:gd name="T2" fmla="*/ 13 w 11"/>
                  <a:gd name="T3" fmla="*/ 12 h 6"/>
                  <a:gd name="T4" fmla="*/ 23 w 11"/>
                  <a:gd name="T5" fmla="*/ 7 h 6"/>
                  <a:gd name="T6" fmla="*/ 23 w 11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0" y="2"/>
                    </a:moveTo>
                    <a:cubicBezTo>
                      <a:pt x="1" y="5"/>
                      <a:pt x="4" y="6"/>
                      <a:pt x="6" y="5"/>
                    </a:cubicBezTo>
                    <a:cubicBezTo>
                      <a:pt x="8" y="4"/>
                      <a:pt x="9" y="3"/>
                      <a:pt x="11" y="3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17" name="Freeform 371">
                <a:extLst>
                  <a:ext uri="{FF2B5EF4-FFF2-40B4-BE49-F238E27FC236}">
                    <a16:creationId xmlns:a16="http://schemas.microsoft.com/office/drawing/2014/main" id="{F361EFEB-8DE0-4895-8BFE-C4D1D16DD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970"/>
                <a:ext cx="39" cy="35"/>
              </a:xfrm>
              <a:custGeom>
                <a:avLst/>
                <a:gdLst>
                  <a:gd name="T0" fmla="*/ 66 w 30"/>
                  <a:gd name="T1" fmla="*/ 0 h 25"/>
                  <a:gd name="T2" fmla="*/ 46 w 30"/>
                  <a:gd name="T3" fmla="*/ 21 h 25"/>
                  <a:gd name="T4" fmla="*/ 29 w 30"/>
                  <a:gd name="T5" fmla="*/ 48 h 25"/>
                  <a:gd name="T6" fmla="*/ 16 w 30"/>
                  <a:gd name="T7" fmla="*/ 67 h 25"/>
                  <a:gd name="T8" fmla="*/ 0 w 30"/>
                  <a:gd name="T9" fmla="*/ 6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30" y="0"/>
                    </a:moveTo>
                    <a:cubicBezTo>
                      <a:pt x="26" y="0"/>
                      <a:pt x="24" y="5"/>
                      <a:pt x="21" y="8"/>
                    </a:cubicBezTo>
                    <a:cubicBezTo>
                      <a:pt x="18" y="11"/>
                      <a:pt x="16" y="14"/>
                      <a:pt x="13" y="17"/>
                    </a:cubicBezTo>
                    <a:cubicBezTo>
                      <a:pt x="11" y="19"/>
                      <a:pt x="10" y="23"/>
                      <a:pt x="7" y="24"/>
                    </a:cubicBezTo>
                    <a:cubicBezTo>
                      <a:pt x="4" y="25"/>
                      <a:pt x="3" y="23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18" name="Freeform 372">
                <a:extLst>
                  <a:ext uri="{FF2B5EF4-FFF2-40B4-BE49-F238E27FC236}">
                    <a16:creationId xmlns:a16="http://schemas.microsoft.com/office/drawing/2014/main" id="{430135FB-6042-485B-B7B1-6A534950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001"/>
                <a:ext cx="7" cy="11"/>
              </a:xfrm>
              <a:custGeom>
                <a:avLst/>
                <a:gdLst>
                  <a:gd name="T0" fmla="*/ 8 w 5"/>
                  <a:gd name="T1" fmla="*/ 0 h 8"/>
                  <a:gd name="T2" fmla="*/ 14 w 5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0" y="3"/>
                      <a:pt x="0" y="8"/>
                      <a:pt x="5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19" name="Freeform 373">
                <a:extLst>
                  <a:ext uri="{FF2B5EF4-FFF2-40B4-BE49-F238E27FC236}">
                    <a16:creationId xmlns:a16="http://schemas.microsoft.com/office/drawing/2014/main" id="{907A24F4-8912-44F1-AB16-E898FB84D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005"/>
                <a:ext cx="41" cy="55"/>
              </a:xfrm>
              <a:custGeom>
                <a:avLst/>
                <a:gdLst>
                  <a:gd name="T0" fmla="*/ 54 w 32"/>
                  <a:gd name="T1" fmla="*/ 0 h 39"/>
                  <a:gd name="T2" fmla="*/ 47 w 32"/>
                  <a:gd name="T3" fmla="*/ 20 h 39"/>
                  <a:gd name="T4" fmla="*/ 28 w 32"/>
                  <a:gd name="T5" fmla="*/ 63 h 39"/>
                  <a:gd name="T6" fmla="*/ 15 w 32"/>
                  <a:gd name="T7" fmla="*/ 97 h 39"/>
                  <a:gd name="T8" fmla="*/ 0 w 32"/>
                  <a:gd name="T9" fmla="*/ 9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9">
                    <a:moveTo>
                      <a:pt x="26" y="0"/>
                    </a:moveTo>
                    <a:cubicBezTo>
                      <a:pt x="32" y="3"/>
                      <a:pt x="27" y="5"/>
                      <a:pt x="23" y="7"/>
                    </a:cubicBezTo>
                    <a:cubicBezTo>
                      <a:pt x="17" y="11"/>
                      <a:pt x="16" y="18"/>
                      <a:pt x="13" y="23"/>
                    </a:cubicBezTo>
                    <a:cubicBezTo>
                      <a:pt x="11" y="27"/>
                      <a:pt x="9" y="32"/>
                      <a:pt x="7" y="35"/>
                    </a:cubicBezTo>
                    <a:cubicBezTo>
                      <a:pt x="5" y="37"/>
                      <a:pt x="1" y="39"/>
                      <a:pt x="0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20" name="Freeform 374">
                <a:extLst>
                  <a:ext uri="{FF2B5EF4-FFF2-40B4-BE49-F238E27FC236}">
                    <a16:creationId xmlns:a16="http://schemas.microsoft.com/office/drawing/2014/main" id="{FAD22764-B137-4B0F-898A-F04961EA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054"/>
                <a:ext cx="9" cy="8"/>
              </a:xfrm>
              <a:custGeom>
                <a:avLst/>
                <a:gdLst>
                  <a:gd name="T0" fmla="*/ 5 w 7"/>
                  <a:gd name="T1" fmla="*/ 0 h 6"/>
                  <a:gd name="T2" fmla="*/ 15 w 7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0" y="4"/>
                      <a:pt x="7" y="6"/>
                      <a:pt x="7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21" name="Freeform 375">
                <a:extLst>
                  <a:ext uri="{FF2B5EF4-FFF2-40B4-BE49-F238E27FC236}">
                    <a16:creationId xmlns:a16="http://schemas.microsoft.com/office/drawing/2014/main" id="{8A6F5240-FFDD-4C4B-A5C3-9BF5D419C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071"/>
                <a:ext cx="29" cy="80"/>
              </a:xfrm>
              <a:custGeom>
                <a:avLst/>
                <a:gdLst>
                  <a:gd name="T0" fmla="*/ 0 w 22"/>
                  <a:gd name="T1" fmla="*/ 0 h 58"/>
                  <a:gd name="T2" fmla="*/ 15 w 22"/>
                  <a:gd name="T3" fmla="*/ 26 h 58"/>
                  <a:gd name="T4" fmla="*/ 32 w 22"/>
                  <a:gd name="T5" fmla="*/ 91 h 58"/>
                  <a:gd name="T6" fmla="*/ 49 w 22"/>
                  <a:gd name="T7" fmla="*/ 137 h 58"/>
                  <a:gd name="T8" fmla="*/ 34 w 22"/>
                  <a:gd name="T9" fmla="*/ 141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8">
                    <a:moveTo>
                      <a:pt x="0" y="0"/>
                    </a:moveTo>
                    <a:cubicBezTo>
                      <a:pt x="5" y="1"/>
                      <a:pt x="5" y="5"/>
                      <a:pt x="6" y="10"/>
                    </a:cubicBezTo>
                    <a:cubicBezTo>
                      <a:pt x="9" y="18"/>
                      <a:pt x="11" y="27"/>
                      <a:pt x="14" y="35"/>
                    </a:cubicBezTo>
                    <a:cubicBezTo>
                      <a:pt x="16" y="39"/>
                      <a:pt x="22" y="47"/>
                      <a:pt x="21" y="52"/>
                    </a:cubicBezTo>
                    <a:cubicBezTo>
                      <a:pt x="21" y="56"/>
                      <a:pt x="16" y="58"/>
                      <a:pt x="15" y="5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22" name="Freeform 376">
                <a:extLst>
                  <a:ext uri="{FF2B5EF4-FFF2-40B4-BE49-F238E27FC236}">
                    <a16:creationId xmlns:a16="http://schemas.microsoft.com/office/drawing/2014/main" id="{53F5C86E-6D34-4944-8D7C-F1CDD293E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068"/>
                <a:ext cx="3" cy="7"/>
              </a:xfrm>
              <a:custGeom>
                <a:avLst/>
                <a:gdLst>
                  <a:gd name="T0" fmla="*/ 8 w 2"/>
                  <a:gd name="T1" fmla="*/ 0 h 5"/>
                  <a:gd name="T2" fmla="*/ 5 w 2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23" name="Freeform 377">
                <a:extLst>
                  <a:ext uri="{FF2B5EF4-FFF2-40B4-BE49-F238E27FC236}">
                    <a16:creationId xmlns:a16="http://schemas.microsoft.com/office/drawing/2014/main" id="{CCA545DC-6119-41E3-99D5-954F90AEF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133"/>
                <a:ext cx="19" cy="14"/>
              </a:xfrm>
              <a:custGeom>
                <a:avLst/>
                <a:gdLst>
                  <a:gd name="T0" fmla="*/ 0 w 14"/>
                  <a:gd name="T1" fmla="*/ 8 h 10"/>
                  <a:gd name="T2" fmla="*/ 30 w 1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3"/>
                    </a:moveTo>
                    <a:cubicBezTo>
                      <a:pt x="5" y="9"/>
                      <a:pt x="14" y="10"/>
                      <a:pt x="1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24" name="Freeform 378">
                <a:extLst>
                  <a:ext uri="{FF2B5EF4-FFF2-40B4-BE49-F238E27FC236}">
                    <a16:creationId xmlns:a16="http://schemas.microsoft.com/office/drawing/2014/main" id="{9BA32232-4E6C-4F61-9F28-766B70B06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142"/>
                <a:ext cx="31" cy="78"/>
              </a:xfrm>
              <a:custGeom>
                <a:avLst/>
                <a:gdLst>
                  <a:gd name="T0" fmla="*/ 8 w 24"/>
                  <a:gd name="T1" fmla="*/ 1 h 56"/>
                  <a:gd name="T2" fmla="*/ 1 w 24"/>
                  <a:gd name="T3" fmla="*/ 1 h 56"/>
                  <a:gd name="T4" fmla="*/ 16 w 24"/>
                  <a:gd name="T5" fmla="*/ 33 h 56"/>
                  <a:gd name="T6" fmla="*/ 22 w 24"/>
                  <a:gd name="T7" fmla="*/ 82 h 56"/>
                  <a:gd name="T8" fmla="*/ 35 w 24"/>
                  <a:gd name="T9" fmla="*/ 132 h 56"/>
                  <a:gd name="T10" fmla="*/ 41 w 24"/>
                  <a:gd name="T11" fmla="*/ 149 h 56"/>
                  <a:gd name="T12" fmla="*/ 52 w 24"/>
                  <a:gd name="T13" fmla="*/ 14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56">
                    <a:moveTo>
                      <a:pt x="4" y="1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0" y="4"/>
                      <a:pt x="5" y="8"/>
                      <a:pt x="7" y="12"/>
                    </a:cubicBezTo>
                    <a:cubicBezTo>
                      <a:pt x="9" y="17"/>
                      <a:pt x="8" y="24"/>
                      <a:pt x="10" y="30"/>
                    </a:cubicBezTo>
                    <a:cubicBezTo>
                      <a:pt x="12" y="36"/>
                      <a:pt x="15" y="42"/>
                      <a:pt x="16" y="49"/>
                    </a:cubicBezTo>
                    <a:cubicBezTo>
                      <a:pt x="16" y="52"/>
                      <a:pt x="17" y="54"/>
                      <a:pt x="19" y="55"/>
                    </a:cubicBezTo>
                    <a:cubicBezTo>
                      <a:pt x="22" y="56"/>
                      <a:pt x="24" y="56"/>
                      <a:pt x="24" y="5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25" name="Freeform 379">
                <a:extLst>
                  <a:ext uri="{FF2B5EF4-FFF2-40B4-BE49-F238E27FC236}">
                    <a16:creationId xmlns:a16="http://schemas.microsoft.com/office/drawing/2014/main" id="{92C36411-59D1-499F-B1FB-219E8A662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142"/>
                <a:ext cx="8" cy="5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5" y="1"/>
                      <a:pt x="6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26" name="Freeform 380">
                <a:extLst>
                  <a:ext uri="{FF2B5EF4-FFF2-40B4-BE49-F238E27FC236}">
                    <a16:creationId xmlns:a16="http://schemas.microsoft.com/office/drawing/2014/main" id="{A0A732C0-DA27-42AB-A553-5770DE898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147"/>
                <a:ext cx="7" cy="4"/>
              </a:xfrm>
              <a:custGeom>
                <a:avLst/>
                <a:gdLst>
                  <a:gd name="T0" fmla="*/ 0 w 5"/>
                  <a:gd name="T1" fmla="*/ 1 h 3"/>
                  <a:gd name="T2" fmla="*/ 14 w 5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2" y="0"/>
                      <a:pt x="4" y="1"/>
                      <a:pt x="5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27" name="Freeform 381">
                <a:extLst>
                  <a:ext uri="{FF2B5EF4-FFF2-40B4-BE49-F238E27FC236}">
                    <a16:creationId xmlns:a16="http://schemas.microsoft.com/office/drawing/2014/main" id="{95D87266-C5A6-4297-BFE6-52248AE05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149"/>
                <a:ext cx="3" cy="5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28" name="Freeform 382">
                <a:extLst>
                  <a:ext uri="{FF2B5EF4-FFF2-40B4-BE49-F238E27FC236}">
                    <a16:creationId xmlns:a16="http://schemas.microsoft.com/office/drawing/2014/main" id="{4DCBB047-44E2-4E55-9BA2-DE5704C33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206"/>
                <a:ext cx="17" cy="11"/>
              </a:xfrm>
              <a:custGeom>
                <a:avLst/>
                <a:gdLst>
                  <a:gd name="T0" fmla="*/ 24 w 13"/>
                  <a:gd name="T1" fmla="*/ 0 h 8"/>
                  <a:gd name="T2" fmla="*/ 13 w 13"/>
                  <a:gd name="T3" fmla="*/ 21 h 8"/>
                  <a:gd name="T4" fmla="*/ 0 w 13"/>
                  <a:gd name="T5" fmla="*/ 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1" y="0"/>
                    </a:moveTo>
                    <a:cubicBezTo>
                      <a:pt x="13" y="6"/>
                      <a:pt x="11" y="8"/>
                      <a:pt x="6" y="8"/>
                    </a:cubicBezTo>
                    <a:cubicBezTo>
                      <a:pt x="2" y="8"/>
                      <a:pt x="0" y="6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29" name="Freeform 383">
                <a:extLst>
                  <a:ext uri="{FF2B5EF4-FFF2-40B4-BE49-F238E27FC236}">
                    <a16:creationId xmlns:a16="http://schemas.microsoft.com/office/drawing/2014/main" id="{5A9B0DC3-3CC3-44BC-8423-EC499A3B9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215"/>
                <a:ext cx="21" cy="105"/>
              </a:xfrm>
              <a:custGeom>
                <a:avLst/>
                <a:gdLst>
                  <a:gd name="T0" fmla="*/ 5 w 16"/>
                  <a:gd name="T1" fmla="*/ 0 h 75"/>
                  <a:gd name="T2" fmla="*/ 12 w 16"/>
                  <a:gd name="T3" fmla="*/ 60 h 75"/>
                  <a:gd name="T4" fmla="*/ 16 w 16"/>
                  <a:gd name="T5" fmla="*/ 132 h 75"/>
                  <a:gd name="T6" fmla="*/ 37 w 16"/>
                  <a:gd name="T7" fmla="*/ 197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5">
                    <a:moveTo>
                      <a:pt x="2" y="0"/>
                    </a:moveTo>
                    <a:cubicBezTo>
                      <a:pt x="0" y="7"/>
                      <a:pt x="4" y="15"/>
                      <a:pt x="5" y="22"/>
                    </a:cubicBezTo>
                    <a:cubicBezTo>
                      <a:pt x="6" y="30"/>
                      <a:pt x="7" y="39"/>
                      <a:pt x="7" y="48"/>
                    </a:cubicBezTo>
                    <a:cubicBezTo>
                      <a:pt x="7" y="55"/>
                      <a:pt x="4" y="75"/>
                      <a:pt x="16" y="7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30" name="Freeform 384">
                <a:extLst>
                  <a:ext uri="{FF2B5EF4-FFF2-40B4-BE49-F238E27FC236}">
                    <a16:creationId xmlns:a16="http://schemas.microsoft.com/office/drawing/2014/main" id="{7CDB1255-D017-41B5-BD1F-222B94523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297"/>
                <a:ext cx="13" cy="23"/>
              </a:xfrm>
              <a:custGeom>
                <a:avLst/>
                <a:gdLst>
                  <a:gd name="T0" fmla="*/ 21 w 10"/>
                  <a:gd name="T1" fmla="*/ 0 h 16"/>
                  <a:gd name="T2" fmla="*/ 0 w 10"/>
                  <a:gd name="T3" fmla="*/ 3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10" y="7"/>
                      <a:pt x="8" y="16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31" name="Freeform 385">
                <a:extLst>
                  <a:ext uri="{FF2B5EF4-FFF2-40B4-BE49-F238E27FC236}">
                    <a16:creationId xmlns:a16="http://schemas.microsoft.com/office/drawing/2014/main" id="{984F9A65-A7FF-40E2-947D-5D1DD376E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314"/>
                <a:ext cx="11" cy="92"/>
              </a:xfrm>
              <a:custGeom>
                <a:avLst/>
                <a:gdLst>
                  <a:gd name="T0" fmla="*/ 19 w 8"/>
                  <a:gd name="T1" fmla="*/ 0 h 66"/>
                  <a:gd name="T2" fmla="*/ 1 w 8"/>
                  <a:gd name="T3" fmla="*/ 0 h 66"/>
                  <a:gd name="T4" fmla="*/ 8 w 8"/>
                  <a:gd name="T5" fmla="*/ 46 h 66"/>
                  <a:gd name="T6" fmla="*/ 11 w 8"/>
                  <a:gd name="T7" fmla="*/ 109 h 66"/>
                  <a:gd name="T8" fmla="*/ 6 w 8"/>
                  <a:gd name="T9" fmla="*/ 158 h 66"/>
                  <a:gd name="T10" fmla="*/ 21 w 8"/>
                  <a:gd name="T11" fmla="*/ 178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6">
                    <a:moveTo>
                      <a:pt x="7" y="0"/>
                    </a:moveTo>
                    <a:cubicBezTo>
                      <a:pt x="5" y="0"/>
                      <a:pt x="3" y="0"/>
                      <a:pt x="1" y="0"/>
                    </a:cubicBezTo>
                    <a:cubicBezTo>
                      <a:pt x="0" y="5"/>
                      <a:pt x="3" y="12"/>
                      <a:pt x="3" y="17"/>
                    </a:cubicBezTo>
                    <a:cubicBezTo>
                      <a:pt x="4" y="25"/>
                      <a:pt x="5" y="32"/>
                      <a:pt x="4" y="40"/>
                    </a:cubicBezTo>
                    <a:cubicBezTo>
                      <a:pt x="4" y="46"/>
                      <a:pt x="2" y="52"/>
                      <a:pt x="2" y="58"/>
                    </a:cubicBezTo>
                    <a:cubicBezTo>
                      <a:pt x="2" y="63"/>
                      <a:pt x="4" y="65"/>
                      <a:pt x="8" y="6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32" name="Freeform 386">
                <a:extLst>
                  <a:ext uri="{FF2B5EF4-FFF2-40B4-BE49-F238E27FC236}">
                    <a16:creationId xmlns:a16="http://schemas.microsoft.com/office/drawing/2014/main" id="{8A85D09E-5B04-4B26-B063-D488DC5D2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392"/>
                <a:ext cx="17" cy="11"/>
              </a:xfrm>
              <a:custGeom>
                <a:avLst/>
                <a:gdLst>
                  <a:gd name="T0" fmla="*/ 29 w 13"/>
                  <a:gd name="T1" fmla="*/ 0 h 8"/>
                  <a:gd name="T2" fmla="*/ 12 w 13"/>
                  <a:gd name="T3" fmla="*/ 21 h 8"/>
                  <a:gd name="T4" fmla="*/ 0 w 13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cubicBezTo>
                      <a:pt x="11" y="5"/>
                      <a:pt x="12" y="8"/>
                      <a:pt x="5" y="8"/>
                    </a:cubicBezTo>
                    <a:cubicBezTo>
                      <a:pt x="3" y="8"/>
                      <a:pt x="0" y="8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33" name="Freeform 387">
                <a:extLst>
                  <a:ext uri="{FF2B5EF4-FFF2-40B4-BE49-F238E27FC236}">
                    <a16:creationId xmlns:a16="http://schemas.microsoft.com/office/drawing/2014/main" id="{A3A15CAD-BA00-43D1-8589-16D6B52B2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316"/>
                <a:ext cx="9" cy="7"/>
              </a:xfrm>
              <a:custGeom>
                <a:avLst/>
                <a:gdLst>
                  <a:gd name="T0" fmla="*/ 15 w 7"/>
                  <a:gd name="T1" fmla="*/ 0 h 5"/>
                  <a:gd name="T2" fmla="*/ 0 w 7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3" y="0"/>
                      <a:pt x="1" y="2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34" name="Freeform 388">
                <a:extLst>
                  <a:ext uri="{FF2B5EF4-FFF2-40B4-BE49-F238E27FC236}">
                    <a16:creationId xmlns:a16="http://schemas.microsoft.com/office/drawing/2014/main" id="{B006D166-877C-4747-8D6F-049234111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403"/>
                <a:ext cx="6" cy="6"/>
              </a:xfrm>
              <a:custGeom>
                <a:avLst/>
                <a:gdLst>
                  <a:gd name="T0" fmla="*/ 14 w 4"/>
                  <a:gd name="T1" fmla="*/ 0 h 4"/>
                  <a:gd name="T2" fmla="*/ 5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35" name="Freeform 389">
                <a:extLst>
                  <a:ext uri="{FF2B5EF4-FFF2-40B4-BE49-F238E27FC236}">
                    <a16:creationId xmlns:a16="http://schemas.microsoft.com/office/drawing/2014/main" id="{4FE524A6-A3BD-4D55-A91A-A1B132B22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403"/>
                <a:ext cx="38" cy="100"/>
              </a:xfrm>
              <a:custGeom>
                <a:avLst/>
                <a:gdLst>
                  <a:gd name="T0" fmla="*/ 54 w 29"/>
                  <a:gd name="T1" fmla="*/ 0 h 72"/>
                  <a:gd name="T2" fmla="*/ 50 w 29"/>
                  <a:gd name="T3" fmla="*/ 49 h 72"/>
                  <a:gd name="T4" fmla="*/ 43 w 29"/>
                  <a:gd name="T5" fmla="*/ 89 h 72"/>
                  <a:gd name="T6" fmla="*/ 41 w 29"/>
                  <a:gd name="T7" fmla="*/ 118 h 72"/>
                  <a:gd name="T8" fmla="*/ 0 w 29"/>
                  <a:gd name="T9" fmla="*/ 169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72">
                    <a:moveTo>
                      <a:pt x="24" y="0"/>
                    </a:moveTo>
                    <a:cubicBezTo>
                      <a:pt x="29" y="1"/>
                      <a:pt x="22" y="15"/>
                      <a:pt x="22" y="18"/>
                    </a:cubicBezTo>
                    <a:cubicBezTo>
                      <a:pt x="20" y="23"/>
                      <a:pt x="19" y="28"/>
                      <a:pt x="19" y="33"/>
                    </a:cubicBezTo>
                    <a:cubicBezTo>
                      <a:pt x="18" y="36"/>
                      <a:pt x="19" y="40"/>
                      <a:pt x="18" y="44"/>
                    </a:cubicBezTo>
                    <a:cubicBezTo>
                      <a:pt x="16" y="50"/>
                      <a:pt x="8" y="72"/>
                      <a:pt x="0" y="6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36" name="Freeform 390">
                <a:extLst>
                  <a:ext uri="{FF2B5EF4-FFF2-40B4-BE49-F238E27FC236}">
                    <a16:creationId xmlns:a16="http://schemas.microsoft.com/office/drawing/2014/main" id="{432177DA-8609-4967-87C8-A660FAFB6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483"/>
                <a:ext cx="10" cy="16"/>
              </a:xfrm>
              <a:custGeom>
                <a:avLst/>
                <a:gdLst>
                  <a:gd name="T0" fmla="*/ 1 w 8"/>
                  <a:gd name="T1" fmla="*/ 0 h 12"/>
                  <a:gd name="T2" fmla="*/ 14 w 8"/>
                  <a:gd name="T3" fmla="*/ 27 h 12"/>
                  <a:gd name="T4" fmla="*/ 16 w 8"/>
                  <a:gd name="T5" fmla="*/ 2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1" y="5"/>
                      <a:pt x="0" y="12"/>
                      <a:pt x="7" y="11"/>
                    </a:cubicBezTo>
                    <a:cubicBezTo>
                      <a:pt x="7" y="11"/>
                      <a:pt x="7" y="10"/>
                      <a:pt x="8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37" name="Freeform 391">
                <a:extLst>
                  <a:ext uri="{FF2B5EF4-FFF2-40B4-BE49-F238E27FC236}">
                    <a16:creationId xmlns:a16="http://schemas.microsoft.com/office/drawing/2014/main" id="{951BCDBB-4F23-4906-89BB-3ED1AA2C6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403"/>
                <a:ext cx="6" cy="7"/>
              </a:xfrm>
              <a:custGeom>
                <a:avLst/>
                <a:gdLst>
                  <a:gd name="T0" fmla="*/ 0 w 5"/>
                  <a:gd name="T1" fmla="*/ 14 h 5"/>
                  <a:gd name="T2" fmla="*/ 8 w 5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2" y="0"/>
                      <a:pt x="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38" name="Freeform 392">
                <a:extLst>
                  <a:ext uri="{FF2B5EF4-FFF2-40B4-BE49-F238E27FC236}">
                    <a16:creationId xmlns:a16="http://schemas.microsoft.com/office/drawing/2014/main" id="{83E63E6A-CA03-4005-A6B5-1B0387B1D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491"/>
                <a:ext cx="49" cy="89"/>
              </a:xfrm>
              <a:custGeom>
                <a:avLst/>
                <a:gdLst>
                  <a:gd name="T0" fmla="*/ 68 w 38"/>
                  <a:gd name="T1" fmla="*/ 1 h 64"/>
                  <a:gd name="T2" fmla="*/ 68 w 38"/>
                  <a:gd name="T3" fmla="*/ 33 h 64"/>
                  <a:gd name="T4" fmla="*/ 44 w 38"/>
                  <a:gd name="T5" fmla="*/ 95 h 64"/>
                  <a:gd name="T6" fmla="*/ 22 w 38"/>
                  <a:gd name="T7" fmla="*/ 159 h 64"/>
                  <a:gd name="T8" fmla="*/ 0 w 38"/>
                  <a:gd name="T9" fmla="*/ 147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64">
                    <a:moveTo>
                      <a:pt x="32" y="1"/>
                    </a:moveTo>
                    <a:cubicBezTo>
                      <a:pt x="38" y="0"/>
                      <a:pt x="33" y="9"/>
                      <a:pt x="32" y="12"/>
                    </a:cubicBezTo>
                    <a:cubicBezTo>
                      <a:pt x="28" y="19"/>
                      <a:pt x="23" y="27"/>
                      <a:pt x="20" y="35"/>
                    </a:cubicBezTo>
                    <a:cubicBezTo>
                      <a:pt x="17" y="42"/>
                      <a:pt x="15" y="53"/>
                      <a:pt x="10" y="59"/>
                    </a:cubicBezTo>
                    <a:cubicBezTo>
                      <a:pt x="6" y="64"/>
                      <a:pt x="2" y="60"/>
                      <a:pt x="0" y="5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39" name="Freeform 393">
                <a:extLst>
                  <a:ext uri="{FF2B5EF4-FFF2-40B4-BE49-F238E27FC236}">
                    <a16:creationId xmlns:a16="http://schemas.microsoft.com/office/drawing/2014/main" id="{66A0F75A-0A75-4F6F-ACB1-FB882FDDD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494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40" name="Freeform 394">
                <a:extLst>
                  <a:ext uri="{FF2B5EF4-FFF2-40B4-BE49-F238E27FC236}">
                    <a16:creationId xmlns:a16="http://schemas.microsoft.com/office/drawing/2014/main" id="{5BF7D6D5-4FEF-4719-9347-A55296DFA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572"/>
                <a:ext cx="16" cy="15"/>
              </a:xfrm>
              <a:custGeom>
                <a:avLst/>
                <a:gdLst>
                  <a:gd name="T0" fmla="*/ 7 w 12"/>
                  <a:gd name="T1" fmla="*/ 0 h 11"/>
                  <a:gd name="T2" fmla="*/ 28 w 12"/>
                  <a:gd name="T3" fmla="*/ 1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3" y="0"/>
                    </a:moveTo>
                    <a:cubicBezTo>
                      <a:pt x="0" y="6"/>
                      <a:pt x="11" y="11"/>
                      <a:pt x="12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41" name="Freeform 395">
                <a:extLst>
                  <a:ext uri="{FF2B5EF4-FFF2-40B4-BE49-F238E27FC236}">
                    <a16:creationId xmlns:a16="http://schemas.microsoft.com/office/drawing/2014/main" id="{F9A0FE72-1206-48B9-BCF1-1AAB3C4DB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1576"/>
                <a:ext cx="42" cy="69"/>
              </a:xfrm>
              <a:custGeom>
                <a:avLst/>
                <a:gdLst>
                  <a:gd name="T0" fmla="*/ 72 w 32"/>
                  <a:gd name="T1" fmla="*/ 6 h 50"/>
                  <a:gd name="T2" fmla="*/ 64 w 32"/>
                  <a:gd name="T3" fmla="*/ 1 h 50"/>
                  <a:gd name="T4" fmla="*/ 24 w 32"/>
                  <a:gd name="T5" fmla="*/ 81 h 50"/>
                  <a:gd name="T6" fmla="*/ 5 w 32"/>
                  <a:gd name="T7" fmla="*/ 116 h 50"/>
                  <a:gd name="T8" fmla="*/ 7 w 32"/>
                  <a:gd name="T9" fmla="*/ 126 h 50"/>
                  <a:gd name="T10" fmla="*/ 16 w 32"/>
                  <a:gd name="T11" fmla="*/ 131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50">
                    <a:moveTo>
                      <a:pt x="32" y="2"/>
                    </a:moveTo>
                    <a:cubicBezTo>
                      <a:pt x="31" y="1"/>
                      <a:pt x="30" y="0"/>
                      <a:pt x="28" y="1"/>
                    </a:cubicBezTo>
                    <a:cubicBezTo>
                      <a:pt x="27" y="13"/>
                      <a:pt x="19" y="21"/>
                      <a:pt x="11" y="31"/>
                    </a:cubicBezTo>
                    <a:cubicBezTo>
                      <a:pt x="8" y="35"/>
                      <a:pt x="3" y="39"/>
                      <a:pt x="2" y="44"/>
                    </a:cubicBezTo>
                    <a:cubicBezTo>
                      <a:pt x="1" y="47"/>
                      <a:pt x="0" y="46"/>
                      <a:pt x="3" y="48"/>
                    </a:cubicBezTo>
                    <a:cubicBezTo>
                      <a:pt x="4" y="49"/>
                      <a:pt x="6" y="49"/>
                      <a:pt x="7" y="5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42" name="Freeform 396">
                <a:extLst>
                  <a:ext uri="{FF2B5EF4-FFF2-40B4-BE49-F238E27FC236}">
                    <a16:creationId xmlns:a16="http://schemas.microsoft.com/office/drawing/2014/main" id="{3E2122EB-1A29-4665-A2ED-0DB8D3428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620"/>
                <a:ext cx="12" cy="14"/>
              </a:xfrm>
              <a:custGeom>
                <a:avLst/>
                <a:gdLst>
                  <a:gd name="T0" fmla="*/ 21 w 9"/>
                  <a:gd name="T1" fmla="*/ 20 h 10"/>
                  <a:gd name="T2" fmla="*/ 5 w 9"/>
                  <a:gd name="T3" fmla="*/ 21 h 10"/>
                  <a:gd name="T4" fmla="*/ 1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7"/>
                    </a:moveTo>
                    <a:cubicBezTo>
                      <a:pt x="7" y="9"/>
                      <a:pt x="4" y="10"/>
                      <a:pt x="2" y="8"/>
                    </a:cubicBezTo>
                    <a:cubicBezTo>
                      <a:pt x="0" y="6"/>
                      <a:pt x="0" y="1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43" name="Freeform 397">
                <a:extLst>
                  <a:ext uri="{FF2B5EF4-FFF2-40B4-BE49-F238E27FC236}">
                    <a16:creationId xmlns:a16="http://schemas.microsoft.com/office/drawing/2014/main" id="{E8F0B606-807D-44AD-9016-568B85A4E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572"/>
                <a:ext cx="5" cy="1"/>
              </a:xfrm>
              <a:custGeom>
                <a:avLst/>
                <a:gdLst>
                  <a:gd name="T0" fmla="*/ 8 w 4"/>
                  <a:gd name="T1" fmla="*/ 1 h 1"/>
                  <a:gd name="T2" fmla="*/ 0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44" name="Freeform 398">
                <a:extLst>
                  <a:ext uri="{FF2B5EF4-FFF2-40B4-BE49-F238E27FC236}">
                    <a16:creationId xmlns:a16="http://schemas.microsoft.com/office/drawing/2014/main" id="{EA1385A1-E58B-46C1-979D-371854F1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626"/>
                <a:ext cx="6" cy="1"/>
              </a:xfrm>
              <a:custGeom>
                <a:avLst/>
                <a:gdLst>
                  <a:gd name="T0" fmla="*/ 8 w 5"/>
                  <a:gd name="T1" fmla="*/ 1 h 1"/>
                  <a:gd name="T2" fmla="*/ 0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4" y="0"/>
                      <a:pt x="2" y="1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45" name="Freeform 399">
                <a:extLst>
                  <a:ext uri="{FF2B5EF4-FFF2-40B4-BE49-F238E27FC236}">
                    <a16:creationId xmlns:a16="http://schemas.microsoft.com/office/drawing/2014/main" id="{1D8B881C-8771-474C-B313-FA20B0F69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631"/>
                <a:ext cx="61" cy="42"/>
              </a:xfrm>
              <a:custGeom>
                <a:avLst/>
                <a:gdLst>
                  <a:gd name="T0" fmla="*/ 103 w 47"/>
                  <a:gd name="T1" fmla="*/ 0 h 30"/>
                  <a:gd name="T2" fmla="*/ 79 w 47"/>
                  <a:gd name="T3" fmla="*/ 29 h 30"/>
                  <a:gd name="T4" fmla="*/ 39 w 47"/>
                  <a:gd name="T5" fmla="*/ 60 h 30"/>
                  <a:gd name="T6" fmla="*/ 10 w 47"/>
                  <a:gd name="T7" fmla="*/ 74 h 30"/>
                  <a:gd name="T8" fmla="*/ 6 w 47"/>
                  <a:gd name="T9" fmla="*/ 4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0">
                    <a:moveTo>
                      <a:pt x="47" y="0"/>
                    </a:moveTo>
                    <a:cubicBezTo>
                      <a:pt x="43" y="4"/>
                      <a:pt x="40" y="8"/>
                      <a:pt x="36" y="11"/>
                    </a:cubicBezTo>
                    <a:cubicBezTo>
                      <a:pt x="30" y="14"/>
                      <a:pt x="24" y="19"/>
                      <a:pt x="18" y="22"/>
                    </a:cubicBezTo>
                    <a:cubicBezTo>
                      <a:pt x="14" y="25"/>
                      <a:pt x="10" y="30"/>
                      <a:pt x="5" y="27"/>
                    </a:cubicBezTo>
                    <a:cubicBezTo>
                      <a:pt x="3" y="25"/>
                      <a:pt x="0" y="19"/>
                      <a:pt x="3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46" name="Freeform 400">
                <a:extLst>
                  <a:ext uri="{FF2B5EF4-FFF2-40B4-BE49-F238E27FC236}">
                    <a16:creationId xmlns:a16="http://schemas.microsoft.com/office/drawing/2014/main" id="{BE6A3345-C584-43D0-A3AC-41B9568A6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670"/>
                <a:ext cx="15" cy="14"/>
              </a:xfrm>
              <a:custGeom>
                <a:avLst/>
                <a:gdLst>
                  <a:gd name="T0" fmla="*/ 14 w 11"/>
                  <a:gd name="T1" fmla="*/ 0 h 10"/>
                  <a:gd name="T2" fmla="*/ 27 w 11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cubicBezTo>
                      <a:pt x="0" y="0"/>
                      <a:pt x="6" y="10"/>
                      <a:pt x="11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47" name="Freeform 401">
                <a:extLst>
                  <a:ext uri="{FF2B5EF4-FFF2-40B4-BE49-F238E27FC236}">
                    <a16:creationId xmlns:a16="http://schemas.microsoft.com/office/drawing/2014/main" id="{A7F1E50F-6813-4266-8024-A90B3DF16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666"/>
                <a:ext cx="59" cy="31"/>
              </a:xfrm>
              <a:custGeom>
                <a:avLst/>
                <a:gdLst>
                  <a:gd name="T0" fmla="*/ 101 w 45"/>
                  <a:gd name="T1" fmla="*/ 6 h 22"/>
                  <a:gd name="T2" fmla="*/ 1 w 45"/>
                  <a:gd name="T3" fmla="*/ 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45" y="2"/>
                    </a:moveTo>
                    <a:cubicBezTo>
                      <a:pt x="36" y="0"/>
                      <a:pt x="0" y="22"/>
                      <a:pt x="1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48" name="Freeform 402">
                <a:extLst>
                  <a:ext uri="{FF2B5EF4-FFF2-40B4-BE49-F238E27FC236}">
                    <a16:creationId xmlns:a16="http://schemas.microsoft.com/office/drawing/2014/main" id="{321D1524-BF80-4D3D-93F9-BFCF4D066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680"/>
                <a:ext cx="10" cy="17"/>
              </a:xfrm>
              <a:custGeom>
                <a:avLst/>
                <a:gdLst>
                  <a:gd name="T0" fmla="*/ 14 w 7"/>
                  <a:gd name="T1" fmla="*/ 0 h 12"/>
                  <a:gd name="T2" fmla="*/ 13 w 7"/>
                  <a:gd name="T3" fmla="*/ 33 h 12"/>
                  <a:gd name="T4" fmla="*/ 20 w 7"/>
                  <a:gd name="T5" fmla="*/ 3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cubicBezTo>
                      <a:pt x="0" y="3"/>
                      <a:pt x="3" y="7"/>
                      <a:pt x="4" y="11"/>
                    </a:cubicBezTo>
                    <a:cubicBezTo>
                      <a:pt x="5" y="12"/>
                      <a:pt x="6" y="12"/>
                      <a:pt x="7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49" name="Freeform 403">
                <a:extLst>
                  <a:ext uri="{FF2B5EF4-FFF2-40B4-BE49-F238E27FC236}">
                    <a16:creationId xmlns:a16="http://schemas.microsoft.com/office/drawing/2014/main" id="{90D912C7-713E-436F-A83A-359615487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679"/>
                <a:ext cx="1" cy="8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50" name="Freeform 404">
                <a:extLst>
                  <a:ext uri="{FF2B5EF4-FFF2-40B4-BE49-F238E27FC236}">
                    <a16:creationId xmlns:a16="http://schemas.microsoft.com/office/drawing/2014/main" id="{BB21277B-C9A2-4352-A65F-9A6B219F9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643"/>
                <a:ext cx="1" cy="7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51" name="Freeform 405">
                <a:extLst>
                  <a:ext uri="{FF2B5EF4-FFF2-40B4-BE49-F238E27FC236}">
                    <a16:creationId xmlns:a16="http://schemas.microsoft.com/office/drawing/2014/main" id="{46A0673E-2887-4746-BF68-5BD70F3A8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581"/>
                <a:ext cx="6" cy="6"/>
              </a:xfrm>
              <a:custGeom>
                <a:avLst/>
                <a:gdLst>
                  <a:gd name="T0" fmla="*/ 0 w 4"/>
                  <a:gd name="T1" fmla="*/ 0 h 4"/>
                  <a:gd name="T2" fmla="*/ 14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2"/>
                      <a:pt x="4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52" name="Freeform 406">
                <a:extLst>
                  <a:ext uri="{FF2B5EF4-FFF2-40B4-BE49-F238E27FC236}">
                    <a16:creationId xmlns:a16="http://schemas.microsoft.com/office/drawing/2014/main" id="{3E608CA5-E3FF-40F8-ABC9-A984F8950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498"/>
                <a:ext cx="4" cy="7"/>
              </a:xfrm>
              <a:custGeom>
                <a:avLst/>
                <a:gdLst>
                  <a:gd name="T0" fmla="*/ 0 w 3"/>
                  <a:gd name="T1" fmla="*/ 0 h 5"/>
                  <a:gd name="T2" fmla="*/ 7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2" y="1"/>
                      <a:pt x="3" y="3"/>
                      <a:pt x="3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53" name="Freeform 407">
                <a:extLst>
                  <a:ext uri="{FF2B5EF4-FFF2-40B4-BE49-F238E27FC236}">
                    <a16:creationId xmlns:a16="http://schemas.microsoft.com/office/drawing/2014/main" id="{F44255FC-36EA-4D86-8A95-F2F928C6D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654"/>
                <a:ext cx="63" cy="32"/>
              </a:xfrm>
              <a:custGeom>
                <a:avLst/>
                <a:gdLst>
                  <a:gd name="T0" fmla="*/ 109 w 48"/>
                  <a:gd name="T1" fmla="*/ 46 h 23"/>
                  <a:gd name="T2" fmla="*/ 22 w 4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3">
                    <a:moveTo>
                      <a:pt x="48" y="17"/>
                    </a:moveTo>
                    <a:cubicBezTo>
                      <a:pt x="48" y="23"/>
                      <a:pt x="0" y="14"/>
                      <a:pt x="1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54" name="Freeform 408">
                <a:extLst>
                  <a:ext uri="{FF2B5EF4-FFF2-40B4-BE49-F238E27FC236}">
                    <a16:creationId xmlns:a16="http://schemas.microsoft.com/office/drawing/2014/main" id="{36E40B20-090B-42AD-AA73-27B72EB07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665"/>
                <a:ext cx="9" cy="14"/>
              </a:xfrm>
              <a:custGeom>
                <a:avLst/>
                <a:gdLst>
                  <a:gd name="T0" fmla="*/ 15 w 7"/>
                  <a:gd name="T1" fmla="*/ 1 h 10"/>
                  <a:gd name="T2" fmla="*/ 8 w 7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1"/>
                    </a:moveTo>
                    <a:cubicBezTo>
                      <a:pt x="2" y="0"/>
                      <a:pt x="0" y="7"/>
                      <a:pt x="4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55" name="Freeform 409">
                <a:extLst>
                  <a:ext uri="{FF2B5EF4-FFF2-40B4-BE49-F238E27FC236}">
                    <a16:creationId xmlns:a16="http://schemas.microsoft.com/office/drawing/2014/main" id="{DC5F9B0D-01E6-4E3A-92DD-1CE5D7364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691"/>
                <a:ext cx="5" cy="6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56" name="Freeform 410">
                <a:extLst>
                  <a:ext uri="{FF2B5EF4-FFF2-40B4-BE49-F238E27FC236}">
                    <a16:creationId xmlns:a16="http://schemas.microsoft.com/office/drawing/2014/main" id="{60BED44E-3F78-4917-9B2B-64E8E5F28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680"/>
                <a:ext cx="7" cy="4"/>
              </a:xfrm>
              <a:custGeom>
                <a:avLst/>
                <a:gdLst>
                  <a:gd name="T0" fmla="*/ 0 w 5"/>
                  <a:gd name="T1" fmla="*/ 0 h 3"/>
                  <a:gd name="T2" fmla="*/ 14 w 5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5" y="1"/>
                      <a:pt x="5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57" name="Freeform 411">
                <a:extLst>
                  <a:ext uri="{FF2B5EF4-FFF2-40B4-BE49-F238E27FC236}">
                    <a16:creationId xmlns:a16="http://schemas.microsoft.com/office/drawing/2014/main" id="{98D13983-4118-444A-9C54-ED328EF66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615"/>
                <a:ext cx="57" cy="53"/>
              </a:xfrm>
              <a:custGeom>
                <a:avLst/>
                <a:gdLst>
                  <a:gd name="T0" fmla="*/ 91 w 44"/>
                  <a:gd name="T1" fmla="*/ 82 h 38"/>
                  <a:gd name="T2" fmla="*/ 67 w 44"/>
                  <a:gd name="T3" fmla="*/ 75 h 38"/>
                  <a:gd name="T4" fmla="*/ 38 w 44"/>
                  <a:gd name="T5" fmla="*/ 46 h 38"/>
                  <a:gd name="T6" fmla="*/ 23 w 44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8">
                    <a:moveTo>
                      <a:pt x="42" y="30"/>
                    </a:moveTo>
                    <a:cubicBezTo>
                      <a:pt x="44" y="38"/>
                      <a:pt x="33" y="29"/>
                      <a:pt x="31" y="28"/>
                    </a:cubicBezTo>
                    <a:cubicBezTo>
                      <a:pt x="25" y="24"/>
                      <a:pt x="22" y="21"/>
                      <a:pt x="17" y="17"/>
                    </a:cubicBezTo>
                    <a:cubicBezTo>
                      <a:pt x="15" y="14"/>
                      <a:pt x="0" y="1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58" name="Freeform 412">
                <a:extLst>
                  <a:ext uri="{FF2B5EF4-FFF2-40B4-BE49-F238E27FC236}">
                    <a16:creationId xmlns:a16="http://schemas.microsoft.com/office/drawing/2014/main" id="{7ABC7848-FD73-4673-BA8E-EB34A85A7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620"/>
                <a:ext cx="10" cy="7"/>
              </a:xfrm>
              <a:custGeom>
                <a:avLst/>
                <a:gdLst>
                  <a:gd name="T0" fmla="*/ 16 w 8"/>
                  <a:gd name="T1" fmla="*/ 6 h 5"/>
                  <a:gd name="T2" fmla="*/ 1 w 8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cubicBezTo>
                      <a:pt x="5" y="0"/>
                      <a:pt x="0" y="0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59" name="Freeform 413">
                <a:extLst>
                  <a:ext uri="{FF2B5EF4-FFF2-40B4-BE49-F238E27FC236}">
                    <a16:creationId xmlns:a16="http://schemas.microsoft.com/office/drawing/2014/main" id="{068C5CAD-C505-45C7-B850-B0808E1AB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662"/>
                <a:ext cx="1" cy="6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60" name="Freeform 414">
                <a:extLst>
                  <a:ext uri="{FF2B5EF4-FFF2-40B4-BE49-F238E27FC236}">
                    <a16:creationId xmlns:a16="http://schemas.microsoft.com/office/drawing/2014/main" id="{84146F5E-FE8B-4125-AE58-470315245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672"/>
                <a:ext cx="7" cy="1"/>
              </a:xfrm>
              <a:custGeom>
                <a:avLst/>
                <a:gdLst>
                  <a:gd name="T0" fmla="*/ 14 w 5"/>
                  <a:gd name="T1" fmla="*/ 0 h 1"/>
                  <a:gd name="T2" fmla="*/ 0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4" y="0"/>
                      <a:pt x="2" y="1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61" name="Freeform 415">
                <a:extLst>
                  <a:ext uri="{FF2B5EF4-FFF2-40B4-BE49-F238E27FC236}">
                    <a16:creationId xmlns:a16="http://schemas.microsoft.com/office/drawing/2014/main" id="{25BCE52C-AF45-4DFD-9760-44CB7E2F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1560"/>
                <a:ext cx="38" cy="62"/>
              </a:xfrm>
              <a:custGeom>
                <a:avLst/>
                <a:gdLst>
                  <a:gd name="T0" fmla="*/ 66 w 29"/>
                  <a:gd name="T1" fmla="*/ 123 h 44"/>
                  <a:gd name="T2" fmla="*/ 22 w 29"/>
                  <a:gd name="T3" fmla="*/ 49 h 44"/>
                  <a:gd name="T4" fmla="*/ 17 w 2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4">
                    <a:moveTo>
                      <a:pt x="29" y="44"/>
                    </a:moveTo>
                    <a:cubicBezTo>
                      <a:pt x="24" y="35"/>
                      <a:pt x="15" y="28"/>
                      <a:pt x="10" y="18"/>
                    </a:cubicBezTo>
                    <a:cubicBezTo>
                      <a:pt x="6" y="12"/>
                      <a:pt x="0" y="6"/>
                      <a:pt x="8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62" name="Freeform 416">
                <a:extLst>
                  <a:ext uri="{FF2B5EF4-FFF2-40B4-BE49-F238E27FC236}">
                    <a16:creationId xmlns:a16="http://schemas.microsoft.com/office/drawing/2014/main" id="{D30CD15F-DDE9-47BA-8807-09E5CB263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567"/>
                <a:ext cx="10" cy="5"/>
              </a:xfrm>
              <a:custGeom>
                <a:avLst/>
                <a:gdLst>
                  <a:gd name="T0" fmla="*/ 16 w 8"/>
                  <a:gd name="T1" fmla="*/ 13 h 3"/>
                  <a:gd name="T2" fmla="*/ 0 w 8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1"/>
                      <a:pt x="3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63" name="Freeform 417">
                <a:extLst>
                  <a:ext uri="{FF2B5EF4-FFF2-40B4-BE49-F238E27FC236}">
                    <a16:creationId xmlns:a16="http://schemas.microsoft.com/office/drawing/2014/main" id="{E5E667E6-9C4A-4A2A-810D-749666E8D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1565"/>
                <a:ext cx="6" cy="2"/>
              </a:xfrm>
              <a:custGeom>
                <a:avLst/>
                <a:gdLst>
                  <a:gd name="T0" fmla="*/ 0 w 5"/>
                  <a:gd name="T1" fmla="*/ 2 h 2"/>
                  <a:gd name="T2" fmla="*/ 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64" name="Freeform 418">
                <a:extLst>
                  <a:ext uri="{FF2B5EF4-FFF2-40B4-BE49-F238E27FC236}">
                    <a16:creationId xmlns:a16="http://schemas.microsoft.com/office/drawing/2014/main" id="{343FC742-8124-443F-8936-8CCDDE93A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506"/>
                <a:ext cx="29" cy="61"/>
              </a:xfrm>
              <a:custGeom>
                <a:avLst/>
                <a:gdLst>
                  <a:gd name="T0" fmla="*/ 16 w 22"/>
                  <a:gd name="T1" fmla="*/ 1 h 44"/>
                  <a:gd name="T2" fmla="*/ 15 w 22"/>
                  <a:gd name="T3" fmla="*/ 26 h 44"/>
                  <a:gd name="T4" fmla="*/ 29 w 22"/>
                  <a:gd name="T5" fmla="*/ 68 h 44"/>
                  <a:gd name="T6" fmla="*/ 42 w 22"/>
                  <a:gd name="T7" fmla="*/ 98 h 44"/>
                  <a:gd name="T8" fmla="*/ 50 w 22"/>
                  <a:gd name="T9" fmla="*/ 111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4">
                    <a:moveTo>
                      <a:pt x="7" y="1"/>
                    </a:moveTo>
                    <a:cubicBezTo>
                      <a:pt x="0" y="0"/>
                      <a:pt x="5" y="7"/>
                      <a:pt x="6" y="10"/>
                    </a:cubicBezTo>
                    <a:cubicBezTo>
                      <a:pt x="9" y="14"/>
                      <a:pt x="10" y="20"/>
                      <a:pt x="13" y="25"/>
                    </a:cubicBezTo>
                    <a:cubicBezTo>
                      <a:pt x="15" y="29"/>
                      <a:pt x="17" y="33"/>
                      <a:pt x="18" y="37"/>
                    </a:cubicBezTo>
                    <a:cubicBezTo>
                      <a:pt x="19" y="38"/>
                      <a:pt x="20" y="44"/>
                      <a:pt x="22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65" name="Freeform 419">
                <a:extLst>
                  <a:ext uri="{FF2B5EF4-FFF2-40B4-BE49-F238E27FC236}">
                    <a16:creationId xmlns:a16="http://schemas.microsoft.com/office/drawing/2014/main" id="{AC2A6FAA-1426-43C4-ACE2-6060A3D86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513"/>
                <a:ext cx="8" cy="7"/>
              </a:xfrm>
              <a:custGeom>
                <a:avLst/>
                <a:gdLst>
                  <a:gd name="T0" fmla="*/ 15 w 6"/>
                  <a:gd name="T1" fmla="*/ 6 h 5"/>
                  <a:gd name="T2" fmla="*/ 1 w 6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2" y="0"/>
                      <a:pt x="0" y="0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66" name="Freeform 420">
                <a:extLst>
                  <a:ext uri="{FF2B5EF4-FFF2-40B4-BE49-F238E27FC236}">
                    <a16:creationId xmlns:a16="http://schemas.microsoft.com/office/drawing/2014/main" id="{A52C5030-31FE-4C0D-87D2-B51EA40B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452"/>
                <a:ext cx="23" cy="63"/>
              </a:xfrm>
              <a:custGeom>
                <a:avLst/>
                <a:gdLst>
                  <a:gd name="T0" fmla="*/ 31 w 18"/>
                  <a:gd name="T1" fmla="*/ 123 h 45"/>
                  <a:gd name="T2" fmla="*/ 36 w 18"/>
                  <a:gd name="T3" fmla="*/ 104 h 45"/>
                  <a:gd name="T4" fmla="*/ 28 w 18"/>
                  <a:gd name="T5" fmla="*/ 90 h 45"/>
                  <a:gd name="T6" fmla="*/ 19 w 18"/>
                  <a:gd name="T7" fmla="*/ 63 h 45"/>
                  <a:gd name="T8" fmla="*/ 0 w 18"/>
                  <a:gd name="T9" fmla="*/ 1 h 45"/>
                  <a:gd name="T10" fmla="*/ 0 w 18"/>
                  <a:gd name="T11" fmla="*/ 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5">
                    <a:moveTo>
                      <a:pt x="15" y="45"/>
                    </a:moveTo>
                    <a:cubicBezTo>
                      <a:pt x="18" y="43"/>
                      <a:pt x="18" y="40"/>
                      <a:pt x="17" y="38"/>
                    </a:cubicBezTo>
                    <a:cubicBezTo>
                      <a:pt x="16" y="36"/>
                      <a:pt x="14" y="35"/>
                      <a:pt x="13" y="33"/>
                    </a:cubicBezTo>
                    <a:cubicBezTo>
                      <a:pt x="11" y="29"/>
                      <a:pt x="11" y="26"/>
                      <a:pt x="9" y="23"/>
                    </a:cubicBezTo>
                    <a:cubicBezTo>
                      <a:pt x="7" y="19"/>
                      <a:pt x="5" y="0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67" name="Freeform 421">
                <a:extLst>
                  <a:ext uri="{FF2B5EF4-FFF2-40B4-BE49-F238E27FC236}">
                    <a16:creationId xmlns:a16="http://schemas.microsoft.com/office/drawing/2014/main" id="{F8BB846E-196C-49BC-A6AB-824075E3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446"/>
                <a:ext cx="9" cy="13"/>
              </a:xfrm>
              <a:custGeom>
                <a:avLst/>
                <a:gdLst>
                  <a:gd name="T0" fmla="*/ 1 w 7"/>
                  <a:gd name="T1" fmla="*/ 27 h 9"/>
                  <a:gd name="T2" fmla="*/ 5 w 7"/>
                  <a:gd name="T3" fmla="*/ 1 h 9"/>
                  <a:gd name="T4" fmla="*/ 15 w 7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1" y="6"/>
                      <a:pt x="0" y="3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68" name="Freeform 422">
                <a:extLst>
                  <a:ext uri="{FF2B5EF4-FFF2-40B4-BE49-F238E27FC236}">
                    <a16:creationId xmlns:a16="http://schemas.microsoft.com/office/drawing/2014/main" id="{38EF43E9-B3A2-45F5-BBB2-60B80E069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499"/>
                <a:ext cx="2" cy="9"/>
              </a:xfrm>
              <a:custGeom>
                <a:avLst/>
                <a:gdLst>
                  <a:gd name="T0" fmla="*/ 0 w 2"/>
                  <a:gd name="T1" fmla="*/ 21 h 6"/>
                  <a:gd name="T2" fmla="*/ 1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2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69" name="Freeform 423">
                <a:extLst>
                  <a:ext uri="{FF2B5EF4-FFF2-40B4-BE49-F238E27FC236}">
                    <a16:creationId xmlns:a16="http://schemas.microsoft.com/office/drawing/2014/main" id="{E6F8CFF0-7AAD-4680-A3DD-ED26D1BA8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381"/>
                <a:ext cx="17" cy="77"/>
              </a:xfrm>
              <a:custGeom>
                <a:avLst/>
                <a:gdLst>
                  <a:gd name="T0" fmla="*/ 29 w 13"/>
                  <a:gd name="T1" fmla="*/ 151 h 55"/>
                  <a:gd name="T2" fmla="*/ 22 w 13"/>
                  <a:gd name="T3" fmla="*/ 102 h 55"/>
                  <a:gd name="T4" fmla="*/ 17 w 13"/>
                  <a:gd name="T5" fmla="*/ 48 h 55"/>
                  <a:gd name="T6" fmla="*/ 12 w 13"/>
                  <a:gd name="T7" fmla="*/ 8 h 55"/>
                  <a:gd name="T8" fmla="*/ 0 w 13"/>
                  <a:gd name="T9" fmla="*/ 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5">
                    <a:moveTo>
                      <a:pt x="13" y="55"/>
                    </a:moveTo>
                    <a:cubicBezTo>
                      <a:pt x="8" y="51"/>
                      <a:pt x="11" y="42"/>
                      <a:pt x="10" y="37"/>
                    </a:cubicBezTo>
                    <a:cubicBezTo>
                      <a:pt x="9" y="30"/>
                      <a:pt x="8" y="24"/>
                      <a:pt x="8" y="17"/>
                    </a:cubicBezTo>
                    <a:cubicBezTo>
                      <a:pt x="8" y="13"/>
                      <a:pt x="7" y="6"/>
                      <a:pt x="5" y="3"/>
                    </a:cubicBezTo>
                    <a:cubicBezTo>
                      <a:pt x="3" y="0"/>
                      <a:pt x="1" y="0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70" name="Freeform 424">
                <a:extLst>
                  <a:ext uri="{FF2B5EF4-FFF2-40B4-BE49-F238E27FC236}">
                    <a16:creationId xmlns:a16="http://schemas.microsoft.com/office/drawing/2014/main" id="{CA572B1A-F157-4109-90D5-5EA235643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378"/>
                <a:ext cx="8" cy="9"/>
              </a:xfrm>
              <a:custGeom>
                <a:avLst/>
                <a:gdLst>
                  <a:gd name="T0" fmla="*/ 5 w 6"/>
                  <a:gd name="T1" fmla="*/ 21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0" y="3"/>
                      <a:pt x="3" y="0"/>
                      <a:pt x="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71" name="Freeform 425">
                <a:extLst>
                  <a:ext uri="{FF2B5EF4-FFF2-40B4-BE49-F238E27FC236}">
                    <a16:creationId xmlns:a16="http://schemas.microsoft.com/office/drawing/2014/main" id="{BA206E46-02C9-4345-99A1-9225FE8F0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444"/>
                <a:ext cx="5" cy="7"/>
              </a:xfrm>
              <a:custGeom>
                <a:avLst/>
                <a:gdLst>
                  <a:gd name="T0" fmla="*/ 0 w 4"/>
                  <a:gd name="T1" fmla="*/ 0 h 5"/>
                  <a:gd name="T2" fmla="*/ 8 w 4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1" y="5"/>
                      <a:pt x="4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72" name="Freeform 426">
                <a:extLst>
                  <a:ext uri="{FF2B5EF4-FFF2-40B4-BE49-F238E27FC236}">
                    <a16:creationId xmlns:a16="http://schemas.microsoft.com/office/drawing/2014/main" id="{B653D0CA-3276-48BB-A6C9-CDE86B5CD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306"/>
                <a:ext cx="8" cy="75"/>
              </a:xfrm>
              <a:custGeom>
                <a:avLst/>
                <a:gdLst>
                  <a:gd name="T0" fmla="*/ 12 w 6"/>
                  <a:gd name="T1" fmla="*/ 143 h 54"/>
                  <a:gd name="T2" fmla="*/ 5 w 6"/>
                  <a:gd name="T3" fmla="*/ 60 h 54"/>
                  <a:gd name="T4" fmla="*/ 5 w 6"/>
                  <a:gd name="T5" fmla="*/ 19 h 54"/>
                  <a:gd name="T6" fmla="*/ 15 w 6"/>
                  <a:gd name="T7" fmla="*/ 6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4">
                    <a:moveTo>
                      <a:pt x="5" y="53"/>
                    </a:moveTo>
                    <a:cubicBezTo>
                      <a:pt x="0" y="54"/>
                      <a:pt x="2" y="26"/>
                      <a:pt x="2" y="22"/>
                    </a:cubicBezTo>
                    <a:cubicBezTo>
                      <a:pt x="3" y="17"/>
                      <a:pt x="2" y="12"/>
                      <a:pt x="2" y="7"/>
                    </a:cubicBezTo>
                    <a:cubicBezTo>
                      <a:pt x="1" y="4"/>
                      <a:pt x="2" y="0"/>
                      <a:pt x="6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73" name="Freeform 427">
                <a:extLst>
                  <a:ext uri="{FF2B5EF4-FFF2-40B4-BE49-F238E27FC236}">
                    <a16:creationId xmlns:a16="http://schemas.microsoft.com/office/drawing/2014/main" id="{6EE3B524-41DD-4017-88B2-6995526CB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306"/>
                <a:ext cx="7" cy="8"/>
              </a:xfrm>
              <a:custGeom>
                <a:avLst/>
                <a:gdLst>
                  <a:gd name="T0" fmla="*/ 14 w 5"/>
                  <a:gd name="T1" fmla="*/ 15 h 6"/>
                  <a:gd name="T2" fmla="*/ 0 w 5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5" y="3"/>
                      <a:pt x="3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74" name="Freeform 428">
                <a:extLst>
                  <a:ext uri="{FF2B5EF4-FFF2-40B4-BE49-F238E27FC236}">
                    <a16:creationId xmlns:a16="http://schemas.microsoft.com/office/drawing/2014/main" id="{3D26D4E6-F5D5-463E-96D2-CD5E7971E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245"/>
                <a:ext cx="16" cy="66"/>
              </a:xfrm>
              <a:custGeom>
                <a:avLst/>
                <a:gdLst>
                  <a:gd name="T0" fmla="*/ 15 w 12"/>
                  <a:gd name="T1" fmla="*/ 117 h 48"/>
                  <a:gd name="T2" fmla="*/ 16 w 12"/>
                  <a:gd name="T3" fmla="*/ 50 h 48"/>
                  <a:gd name="T4" fmla="*/ 16 w 12"/>
                  <a:gd name="T5" fmla="*/ 26 h 48"/>
                  <a:gd name="T6" fmla="*/ 15 w 12"/>
                  <a:gd name="T7" fmla="*/ 8 h 48"/>
                  <a:gd name="T8" fmla="*/ 28 w 12"/>
                  <a:gd name="T9" fmla="*/ 1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8">
                    <a:moveTo>
                      <a:pt x="6" y="45"/>
                    </a:moveTo>
                    <a:cubicBezTo>
                      <a:pt x="0" y="48"/>
                      <a:pt x="6" y="22"/>
                      <a:pt x="7" y="19"/>
                    </a:cubicBezTo>
                    <a:cubicBezTo>
                      <a:pt x="7" y="16"/>
                      <a:pt x="7" y="13"/>
                      <a:pt x="7" y="10"/>
                    </a:cubicBezTo>
                    <a:cubicBezTo>
                      <a:pt x="6" y="8"/>
                      <a:pt x="5" y="4"/>
                      <a:pt x="6" y="3"/>
                    </a:cubicBezTo>
                    <a:cubicBezTo>
                      <a:pt x="7" y="0"/>
                      <a:pt x="11" y="2"/>
                      <a:pt x="1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75" name="Freeform 429">
                <a:extLst>
                  <a:ext uri="{FF2B5EF4-FFF2-40B4-BE49-F238E27FC236}">
                    <a16:creationId xmlns:a16="http://schemas.microsoft.com/office/drawing/2014/main" id="{9F94A178-0E0F-45C1-ADD7-174C5AF8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245"/>
                <a:ext cx="5" cy="8"/>
              </a:xfrm>
              <a:custGeom>
                <a:avLst/>
                <a:gdLst>
                  <a:gd name="T0" fmla="*/ 8 w 4"/>
                  <a:gd name="T1" fmla="*/ 12 h 6"/>
                  <a:gd name="T2" fmla="*/ 0 w 4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5"/>
                    </a:move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76" name="Freeform 430">
                <a:extLst>
                  <a:ext uri="{FF2B5EF4-FFF2-40B4-BE49-F238E27FC236}">
                    <a16:creationId xmlns:a16="http://schemas.microsoft.com/office/drawing/2014/main" id="{E9F247BB-25AB-41FC-BE62-8269AAF49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303"/>
                <a:ext cx="5" cy="4"/>
              </a:xfrm>
              <a:custGeom>
                <a:avLst/>
                <a:gdLst>
                  <a:gd name="T0" fmla="*/ 8 w 4"/>
                  <a:gd name="T1" fmla="*/ 0 h 3"/>
                  <a:gd name="T2" fmla="*/ 0 w 4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2"/>
                      <a:pt x="2" y="3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3034" name="Freeform 431">
              <a:extLst>
                <a:ext uri="{FF2B5EF4-FFF2-40B4-BE49-F238E27FC236}">
                  <a16:creationId xmlns:a16="http://schemas.microsoft.com/office/drawing/2014/main" id="{99FD143C-29E1-4882-83BF-EAD702A0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175"/>
              <a:ext cx="18" cy="72"/>
            </a:xfrm>
            <a:custGeom>
              <a:avLst/>
              <a:gdLst>
                <a:gd name="T0" fmla="*/ 1 w 14"/>
                <a:gd name="T1" fmla="*/ 138 h 52"/>
                <a:gd name="T2" fmla="*/ 1 w 14"/>
                <a:gd name="T3" fmla="*/ 123 h 52"/>
                <a:gd name="T4" fmla="*/ 6 w 14"/>
                <a:gd name="T5" fmla="*/ 96 h 52"/>
                <a:gd name="T6" fmla="*/ 13 w 14"/>
                <a:gd name="T7" fmla="*/ 40 h 52"/>
                <a:gd name="T8" fmla="*/ 30 w 14"/>
                <a:gd name="T9" fmla="*/ 1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2">
                  <a:moveTo>
                    <a:pt x="1" y="52"/>
                  </a:moveTo>
                  <a:cubicBezTo>
                    <a:pt x="0" y="50"/>
                    <a:pt x="1" y="48"/>
                    <a:pt x="1" y="46"/>
                  </a:cubicBezTo>
                  <a:cubicBezTo>
                    <a:pt x="2" y="43"/>
                    <a:pt x="2" y="39"/>
                    <a:pt x="3" y="36"/>
                  </a:cubicBezTo>
                  <a:cubicBezTo>
                    <a:pt x="4" y="29"/>
                    <a:pt x="5" y="22"/>
                    <a:pt x="6" y="15"/>
                  </a:cubicBezTo>
                  <a:cubicBezTo>
                    <a:pt x="7" y="10"/>
                    <a:pt x="8" y="0"/>
                    <a:pt x="14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35" name="Freeform 432">
              <a:extLst>
                <a:ext uri="{FF2B5EF4-FFF2-40B4-BE49-F238E27FC236}">
                  <a16:creationId xmlns:a16="http://schemas.microsoft.com/office/drawing/2014/main" id="{D800C8A1-1699-4363-9F4E-6A751E522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175"/>
              <a:ext cx="4" cy="11"/>
            </a:xfrm>
            <a:custGeom>
              <a:avLst/>
              <a:gdLst>
                <a:gd name="T0" fmla="*/ 7 w 3"/>
                <a:gd name="T1" fmla="*/ 21 h 8"/>
                <a:gd name="T2" fmla="*/ 0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3" y="4"/>
                    <a:pt x="3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36" name="Freeform 433">
              <a:extLst>
                <a:ext uri="{FF2B5EF4-FFF2-40B4-BE49-F238E27FC236}">
                  <a16:creationId xmlns:a16="http://schemas.microsoft.com/office/drawing/2014/main" id="{178461D5-0D28-464D-9C12-7FF51A70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178"/>
              <a:ext cx="6" cy="1"/>
            </a:xfrm>
            <a:custGeom>
              <a:avLst/>
              <a:gdLst>
                <a:gd name="T0" fmla="*/ 0 w 4"/>
                <a:gd name="T1" fmla="*/ 0 h 1"/>
                <a:gd name="T2" fmla="*/ 14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1"/>
                    <a:pt x="3" y="1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37" name="Freeform 434">
              <a:extLst>
                <a:ext uri="{FF2B5EF4-FFF2-40B4-BE49-F238E27FC236}">
                  <a16:creationId xmlns:a16="http://schemas.microsoft.com/office/drawing/2014/main" id="{5C9FC63B-F674-4C85-9F9C-A61F2A7EF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111"/>
              <a:ext cx="24" cy="68"/>
            </a:xfrm>
            <a:custGeom>
              <a:avLst/>
              <a:gdLst>
                <a:gd name="T0" fmla="*/ 43 w 18"/>
                <a:gd name="T1" fmla="*/ 11 h 49"/>
                <a:gd name="T2" fmla="*/ 27 w 18"/>
                <a:gd name="T3" fmla="*/ 15 h 49"/>
                <a:gd name="T4" fmla="*/ 23 w 18"/>
                <a:gd name="T5" fmla="*/ 40 h 49"/>
                <a:gd name="T6" fmla="*/ 20 w 18"/>
                <a:gd name="T7" fmla="*/ 69 h 49"/>
                <a:gd name="T8" fmla="*/ 7 w 18"/>
                <a:gd name="T9" fmla="*/ 111 h 49"/>
                <a:gd name="T10" fmla="*/ 5 w 18"/>
                <a:gd name="T11" fmla="*/ 13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9">
                  <a:moveTo>
                    <a:pt x="18" y="4"/>
                  </a:moveTo>
                  <a:cubicBezTo>
                    <a:pt x="15" y="7"/>
                    <a:pt x="13" y="0"/>
                    <a:pt x="11" y="6"/>
                  </a:cubicBezTo>
                  <a:cubicBezTo>
                    <a:pt x="10" y="9"/>
                    <a:pt x="11" y="12"/>
                    <a:pt x="10" y="15"/>
                  </a:cubicBezTo>
                  <a:cubicBezTo>
                    <a:pt x="9" y="19"/>
                    <a:pt x="9" y="22"/>
                    <a:pt x="8" y="26"/>
                  </a:cubicBezTo>
                  <a:cubicBezTo>
                    <a:pt x="7" y="31"/>
                    <a:pt x="6" y="37"/>
                    <a:pt x="3" y="42"/>
                  </a:cubicBezTo>
                  <a:cubicBezTo>
                    <a:pt x="2" y="44"/>
                    <a:pt x="0" y="47"/>
                    <a:pt x="2" y="49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38" name="Freeform 435">
              <a:extLst>
                <a:ext uri="{FF2B5EF4-FFF2-40B4-BE49-F238E27FC236}">
                  <a16:creationId xmlns:a16="http://schemas.microsoft.com/office/drawing/2014/main" id="{22F48A48-7904-44E0-9142-DA1A4D469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110"/>
              <a:ext cx="4" cy="7"/>
            </a:xfrm>
            <a:custGeom>
              <a:avLst/>
              <a:gdLst>
                <a:gd name="T0" fmla="*/ 5 w 3"/>
                <a:gd name="T1" fmla="*/ 14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2" y="5"/>
                  </a:moveTo>
                  <a:cubicBezTo>
                    <a:pt x="3" y="3"/>
                    <a:pt x="3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39" name="Freeform 436">
              <a:extLst>
                <a:ext uri="{FF2B5EF4-FFF2-40B4-BE49-F238E27FC236}">
                  <a16:creationId xmlns:a16="http://schemas.microsoft.com/office/drawing/2014/main" id="{1C70F377-373E-40F5-886C-C041E9F00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058"/>
              <a:ext cx="28" cy="59"/>
            </a:xfrm>
            <a:custGeom>
              <a:avLst/>
              <a:gdLst>
                <a:gd name="T0" fmla="*/ 0 w 21"/>
                <a:gd name="T1" fmla="*/ 117 h 42"/>
                <a:gd name="T2" fmla="*/ 20 w 21"/>
                <a:gd name="T3" fmla="*/ 81 h 42"/>
                <a:gd name="T4" fmla="*/ 31 w 21"/>
                <a:gd name="T5" fmla="*/ 35 h 42"/>
                <a:gd name="T6" fmla="*/ 41 w 21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2">
                  <a:moveTo>
                    <a:pt x="0" y="42"/>
                  </a:moveTo>
                  <a:cubicBezTo>
                    <a:pt x="1" y="37"/>
                    <a:pt x="6" y="33"/>
                    <a:pt x="8" y="29"/>
                  </a:cubicBezTo>
                  <a:cubicBezTo>
                    <a:pt x="11" y="23"/>
                    <a:pt x="11" y="18"/>
                    <a:pt x="13" y="13"/>
                  </a:cubicBezTo>
                  <a:cubicBezTo>
                    <a:pt x="14" y="10"/>
                    <a:pt x="21" y="1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0" name="Freeform 437">
              <a:extLst>
                <a:ext uri="{FF2B5EF4-FFF2-40B4-BE49-F238E27FC236}">
                  <a16:creationId xmlns:a16="http://schemas.microsoft.com/office/drawing/2014/main" id="{AC70807F-34A4-456E-946E-59B2506A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058"/>
              <a:ext cx="2" cy="3"/>
            </a:xfrm>
            <a:custGeom>
              <a:avLst/>
              <a:gdLst>
                <a:gd name="T0" fmla="*/ 2 w 2"/>
                <a:gd name="T1" fmla="*/ 5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1" name="Freeform 438">
              <a:extLst>
                <a:ext uri="{FF2B5EF4-FFF2-40B4-BE49-F238E27FC236}">
                  <a16:creationId xmlns:a16="http://schemas.microsoft.com/office/drawing/2014/main" id="{15011365-F3A5-41CC-AF54-B2D3BA945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110"/>
              <a:ext cx="1" cy="7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2" name="Freeform 439">
              <a:extLst>
                <a:ext uri="{FF2B5EF4-FFF2-40B4-BE49-F238E27FC236}">
                  <a16:creationId xmlns:a16="http://schemas.microsoft.com/office/drawing/2014/main" id="{7598DB60-4666-4743-A556-8E32927F4F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0" y="915"/>
              <a:ext cx="418" cy="782"/>
            </a:xfrm>
            <a:custGeom>
              <a:avLst/>
              <a:gdLst>
                <a:gd name="T0" fmla="*/ 357 w 320"/>
                <a:gd name="T1" fmla="*/ 0 h 562"/>
                <a:gd name="T2" fmla="*/ 0 w 320"/>
                <a:gd name="T3" fmla="*/ 757 h 562"/>
                <a:gd name="T4" fmla="*/ 357 w 320"/>
                <a:gd name="T5" fmla="*/ 1514 h 562"/>
                <a:gd name="T6" fmla="*/ 713 w 320"/>
                <a:gd name="T7" fmla="*/ 757 h 562"/>
                <a:gd name="T8" fmla="*/ 357 w 320"/>
                <a:gd name="T9" fmla="*/ 0 h 562"/>
                <a:gd name="T10" fmla="*/ 345 w 320"/>
                <a:gd name="T11" fmla="*/ 1458 h 562"/>
                <a:gd name="T12" fmla="*/ 24 w 320"/>
                <a:gd name="T13" fmla="*/ 758 h 562"/>
                <a:gd name="T14" fmla="*/ 345 w 320"/>
                <a:gd name="T15" fmla="*/ 60 h 562"/>
                <a:gd name="T16" fmla="*/ 669 w 320"/>
                <a:gd name="T17" fmla="*/ 758 h 562"/>
                <a:gd name="T18" fmla="*/ 345 w 320"/>
                <a:gd name="T19" fmla="*/ 1458 h 5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0" h="562">
                  <a:moveTo>
                    <a:pt x="160" y="0"/>
                  </a:moveTo>
                  <a:cubicBezTo>
                    <a:pt x="72" y="0"/>
                    <a:pt x="0" y="126"/>
                    <a:pt x="0" y="281"/>
                  </a:cubicBezTo>
                  <a:cubicBezTo>
                    <a:pt x="0" y="436"/>
                    <a:pt x="72" y="562"/>
                    <a:pt x="160" y="562"/>
                  </a:cubicBezTo>
                  <a:cubicBezTo>
                    <a:pt x="248" y="562"/>
                    <a:pt x="320" y="436"/>
                    <a:pt x="320" y="281"/>
                  </a:cubicBezTo>
                  <a:cubicBezTo>
                    <a:pt x="320" y="126"/>
                    <a:pt x="248" y="0"/>
                    <a:pt x="160" y="0"/>
                  </a:cubicBezTo>
                  <a:close/>
                  <a:moveTo>
                    <a:pt x="155" y="541"/>
                  </a:moveTo>
                  <a:cubicBezTo>
                    <a:pt x="76" y="541"/>
                    <a:pt x="11" y="425"/>
                    <a:pt x="11" y="282"/>
                  </a:cubicBezTo>
                  <a:cubicBezTo>
                    <a:pt x="11" y="138"/>
                    <a:pt x="76" y="22"/>
                    <a:pt x="155" y="22"/>
                  </a:cubicBezTo>
                  <a:cubicBezTo>
                    <a:pt x="235" y="22"/>
                    <a:pt x="300" y="138"/>
                    <a:pt x="300" y="282"/>
                  </a:cubicBezTo>
                  <a:cubicBezTo>
                    <a:pt x="300" y="425"/>
                    <a:pt x="235" y="541"/>
                    <a:pt x="155" y="541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3" name="Oval 440">
              <a:extLst>
                <a:ext uri="{FF2B5EF4-FFF2-40B4-BE49-F238E27FC236}">
                  <a16:creationId xmlns:a16="http://schemas.microsoft.com/office/drawing/2014/main" id="{7F7CC858-0DE3-4CC9-A4C0-B51EAFB47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4" y="945"/>
              <a:ext cx="377" cy="723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3044" name="Freeform 441">
              <a:extLst>
                <a:ext uri="{FF2B5EF4-FFF2-40B4-BE49-F238E27FC236}">
                  <a16:creationId xmlns:a16="http://schemas.microsoft.com/office/drawing/2014/main" id="{9D1B4892-C282-4467-BA00-DDBE9E3D8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487"/>
              <a:ext cx="42" cy="33"/>
            </a:xfrm>
            <a:custGeom>
              <a:avLst/>
              <a:gdLst>
                <a:gd name="T0" fmla="*/ 0 w 32"/>
                <a:gd name="T1" fmla="*/ 21 h 24"/>
                <a:gd name="T2" fmla="*/ 72 w 32"/>
                <a:gd name="T3" fmla="*/ 44 h 24"/>
                <a:gd name="T4" fmla="*/ 0 w 32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0" y="8"/>
                  </a:moveTo>
                  <a:cubicBezTo>
                    <a:pt x="0" y="8"/>
                    <a:pt x="14" y="24"/>
                    <a:pt x="32" y="17"/>
                  </a:cubicBezTo>
                  <a:cubicBezTo>
                    <a:pt x="32" y="17"/>
                    <a:pt x="21" y="0"/>
                    <a:pt x="0" y="8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5" name="Freeform 442">
              <a:extLst>
                <a:ext uri="{FF2B5EF4-FFF2-40B4-BE49-F238E27FC236}">
                  <a16:creationId xmlns:a16="http://schemas.microsoft.com/office/drawing/2014/main" id="{92B97E2A-CC26-4480-B3F7-1F3438D4D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1478"/>
              <a:ext cx="41" cy="45"/>
            </a:xfrm>
            <a:custGeom>
              <a:avLst/>
              <a:gdLst>
                <a:gd name="T0" fmla="*/ 0 w 32"/>
                <a:gd name="T1" fmla="*/ 63 h 32"/>
                <a:gd name="T2" fmla="*/ 68 w 32"/>
                <a:gd name="T3" fmla="*/ 14 h 32"/>
                <a:gd name="T4" fmla="*/ 0 w 32"/>
                <a:gd name="T5" fmla="*/ 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23"/>
                  </a:moveTo>
                  <a:cubicBezTo>
                    <a:pt x="0" y="23"/>
                    <a:pt x="23" y="32"/>
                    <a:pt x="32" y="5"/>
                  </a:cubicBezTo>
                  <a:cubicBezTo>
                    <a:pt x="32" y="5"/>
                    <a:pt x="8" y="0"/>
                    <a:pt x="0" y="2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6" name="Freeform 443">
              <a:extLst>
                <a:ext uri="{FF2B5EF4-FFF2-40B4-BE49-F238E27FC236}">
                  <a16:creationId xmlns:a16="http://schemas.microsoft.com/office/drawing/2014/main" id="{72274ACD-DB2F-4BD4-A805-A41D10623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453"/>
              <a:ext cx="49" cy="55"/>
            </a:xfrm>
            <a:custGeom>
              <a:avLst/>
              <a:gdLst>
                <a:gd name="T0" fmla="*/ 0 w 37"/>
                <a:gd name="T1" fmla="*/ 63 h 39"/>
                <a:gd name="T2" fmla="*/ 86 w 37"/>
                <a:gd name="T3" fmla="*/ 16 h 39"/>
                <a:gd name="T4" fmla="*/ 0 w 37"/>
                <a:gd name="T5" fmla="*/ 6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9">
                  <a:moveTo>
                    <a:pt x="0" y="23"/>
                  </a:moveTo>
                  <a:cubicBezTo>
                    <a:pt x="0" y="23"/>
                    <a:pt x="24" y="39"/>
                    <a:pt x="37" y="6"/>
                  </a:cubicBezTo>
                  <a:cubicBezTo>
                    <a:pt x="37" y="6"/>
                    <a:pt x="16" y="0"/>
                    <a:pt x="0" y="2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7" name="Freeform 444">
              <a:extLst>
                <a:ext uri="{FF2B5EF4-FFF2-40B4-BE49-F238E27FC236}">
                  <a16:creationId xmlns:a16="http://schemas.microsoft.com/office/drawing/2014/main" id="{582461CE-C640-42D6-903B-BF4FD852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449"/>
              <a:ext cx="41" cy="42"/>
            </a:xfrm>
            <a:custGeom>
              <a:avLst/>
              <a:gdLst>
                <a:gd name="T0" fmla="*/ 0 w 32"/>
                <a:gd name="T1" fmla="*/ 25 h 30"/>
                <a:gd name="T2" fmla="*/ 68 w 32"/>
                <a:gd name="T3" fmla="*/ 41 h 30"/>
                <a:gd name="T4" fmla="*/ 0 w 32"/>
                <a:gd name="T5" fmla="*/ 2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0">
                  <a:moveTo>
                    <a:pt x="0" y="9"/>
                  </a:moveTo>
                  <a:cubicBezTo>
                    <a:pt x="0" y="9"/>
                    <a:pt x="15" y="30"/>
                    <a:pt x="32" y="15"/>
                  </a:cubicBezTo>
                  <a:cubicBezTo>
                    <a:pt x="32" y="15"/>
                    <a:pt x="19" y="0"/>
                    <a:pt x="0" y="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8" name="Freeform 445">
              <a:extLst>
                <a:ext uri="{FF2B5EF4-FFF2-40B4-BE49-F238E27FC236}">
                  <a16:creationId xmlns:a16="http://schemas.microsoft.com/office/drawing/2014/main" id="{F38D2C32-6B19-4BBF-B7EF-CF61C3A56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467"/>
              <a:ext cx="37" cy="38"/>
            </a:xfrm>
            <a:custGeom>
              <a:avLst/>
              <a:gdLst>
                <a:gd name="T0" fmla="*/ 0 w 28"/>
                <a:gd name="T1" fmla="*/ 6 h 27"/>
                <a:gd name="T2" fmla="*/ 65 w 28"/>
                <a:gd name="T3" fmla="*/ 53 h 27"/>
                <a:gd name="T4" fmla="*/ 0 w 28"/>
                <a:gd name="T5" fmla="*/ 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7">
                  <a:moveTo>
                    <a:pt x="0" y="2"/>
                  </a:moveTo>
                  <a:cubicBezTo>
                    <a:pt x="0" y="2"/>
                    <a:pt x="6" y="27"/>
                    <a:pt x="28" y="19"/>
                  </a:cubicBezTo>
                  <a:cubicBezTo>
                    <a:pt x="28" y="19"/>
                    <a:pt x="14" y="0"/>
                    <a:pt x="0" y="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9" name="Freeform 446">
              <a:extLst>
                <a:ext uri="{FF2B5EF4-FFF2-40B4-BE49-F238E27FC236}">
                  <a16:creationId xmlns:a16="http://schemas.microsoft.com/office/drawing/2014/main" id="{49D6A548-BC94-4B8C-938F-42D9E489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471"/>
              <a:ext cx="39" cy="53"/>
            </a:xfrm>
            <a:custGeom>
              <a:avLst/>
              <a:gdLst>
                <a:gd name="T0" fmla="*/ 0 w 30"/>
                <a:gd name="T1" fmla="*/ 43 h 38"/>
                <a:gd name="T2" fmla="*/ 66 w 30"/>
                <a:gd name="T3" fmla="*/ 39 h 38"/>
                <a:gd name="T4" fmla="*/ 0 w 30"/>
                <a:gd name="T5" fmla="*/ 4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8">
                  <a:moveTo>
                    <a:pt x="0" y="16"/>
                  </a:moveTo>
                  <a:cubicBezTo>
                    <a:pt x="0" y="16"/>
                    <a:pt x="10" y="0"/>
                    <a:pt x="30" y="14"/>
                  </a:cubicBezTo>
                  <a:cubicBezTo>
                    <a:pt x="30" y="14"/>
                    <a:pt x="15" y="38"/>
                    <a:pt x="0" y="16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0" name="Freeform 447">
              <a:extLst>
                <a:ext uri="{FF2B5EF4-FFF2-40B4-BE49-F238E27FC236}">
                  <a16:creationId xmlns:a16="http://schemas.microsoft.com/office/drawing/2014/main" id="{7F7C8CCE-BEC4-4E98-AAE1-2D8276327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469"/>
              <a:ext cx="272" cy="165"/>
            </a:xfrm>
            <a:custGeom>
              <a:avLst/>
              <a:gdLst>
                <a:gd name="T0" fmla="*/ 0 w 208"/>
                <a:gd name="T1" fmla="*/ 60 h 119"/>
                <a:gd name="T2" fmla="*/ 24 w 208"/>
                <a:gd name="T3" fmla="*/ 115 h 119"/>
                <a:gd name="T4" fmla="*/ 89 w 208"/>
                <a:gd name="T5" fmla="*/ 220 h 119"/>
                <a:gd name="T6" fmla="*/ 124 w 208"/>
                <a:gd name="T7" fmla="*/ 263 h 119"/>
                <a:gd name="T8" fmla="*/ 241 w 208"/>
                <a:gd name="T9" fmla="*/ 305 h 119"/>
                <a:gd name="T10" fmla="*/ 362 w 208"/>
                <a:gd name="T11" fmla="*/ 229 h 119"/>
                <a:gd name="T12" fmla="*/ 399 w 208"/>
                <a:gd name="T13" fmla="*/ 179 h 119"/>
                <a:gd name="T14" fmla="*/ 441 w 208"/>
                <a:gd name="T15" fmla="*/ 85 h 119"/>
                <a:gd name="T16" fmla="*/ 466 w 208"/>
                <a:gd name="T17" fmla="*/ 24 h 119"/>
                <a:gd name="T18" fmla="*/ 441 w 208"/>
                <a:gd name="T19" fmla="*/ 50 h 119"/>
                <a:gd name="T20" fmla="*/ 369 w 208"/>
                <a:gd name="T21" fmla="*/ 60 h 119"/>
                <a:gd name="T22" fmla="*/ 305 w 208"/>
                <a:gd name="T23" fmla="*/ 15 h 119"/>
                <a:gd name="T24" fmla="*/ 238 w 208"/>
                <a:gd name="T25" fmla="*/ 0 h 119"/>
                <a:gd name="T26" fmla="*/ 160 w 208"/>
                <a:gd name="T27" fmla="*/ 43 h 119"/>
                <a:gd name="T28" fmla="*/ 88 w 208"/>
                <a:gd name="T29" fmla="*/ 89 h 119"/>
                <a:gd name="T30" fmla="*/ 0 w 208"/>
                <a:gd name="T31" fmla="*/ 60 h 1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8" h="119">
                  <a:moveTo>
                    <a:pt x="0" y="22"/>
                  </a:moveTo>
                  <a:cubicBezTo>
                    <a:pt x="0" y="22"/>
                    <a:pt x="7" y="40"/>
                    <a:pt x="11" y="43"/>
                  </a:cubicBezTo>
                  <a:cubicBezTo>
                    <a:pt x="11" y="43"/>
                    <a:pt x="30" y="81"/>
                    <a:pt x="40" y="83"/>
                  </a:cubicBezTo>
                  <a:cubicBezTo>
                    <a:pt x="40" y="83"/>
                    <a:pt x="45" y="96"/>
                    <a:pt x="56" y="99"/>
                  </a:cubicBezTo>
                  <a:cubicBezTo>
                    <a:pt x="56" y="99"/>
                    <a:pt x="73" y="119"/>
                    <a:pt x="108" y="115"/>
                  </a:cubicBezTo>
                  <a:cubicBezTo>
                    <a:pt x="108" y="115"/>
                    <a:pt x="135" y="116"/>
                    <a:pt x="162" y="86"/>
                  </a:cubicBezTo>
                  <a:cubicBezTo>
                    <a:pt x="162" y="86"/>
                    <a:pt x="180" y="71"/>
                    <a:pt x="178" y="67"/>
                  </a:cubicBezTo>
                  <a:cubicBezTo>
                    <a:pt x="178" y="67"/>
                    <a:pt x="193" y="52"/>
                    <a:pt x="197" y="32"/>
                  </a:cubicBezTo>
                  <a:cubicBezTo>
                    <a:pt x="197" y="32"/>
                    <a:pt x="207" y="19"/>
                    <a:pt x="208" y="9"/>
                  </a:cubicBezTo>
                  <a:cubicBezTo>
                    <a:pt x="208" y="9"/>
                    <a:pt x="202" y="18"/>
                    <a:pt x="197" y="19"/>
                  </a:cubicBezTo>
                  <a:cubicBezTo>
                    <a:pt x="193" y="19"/>
                    <a:pt x="184" y="43"/>
                    <a:pt x="165" y="22"/>
                  </a:cubicBezTo>
                  <a:cubicBezTo>
                    <a:pt x="165" y="22"/>
                    <a:pt x="149" y="26"/>
                    <a:pt x="136" y="6"/>
                  </a:cubicBezTo>
                  <a:cubicBezTo>
                    <a:pt x="136" y="6"/>
                    <a:pt x="122" y="15"/>
                    <a:pt x="106" y="0"/>
                  </a:cubicBezTo>
                  <a:cubicBezTo>
                    <a:pt x="106" y="0"/>
                    <a:pt x="101" y="23"/>
                    <a:pt x="71" y="16"/>
                  </a:cubicBezTo>
                  <a:cubicBezTo>
                    <a:pt x="71" y="16"/>
                    <a:pt x="66" y="37"/>
                    <a:pt x="39" y="33"/>
                  </a:cubicBezTo>
                  <a:cubicBezTo>
                    <a:pt x="39" y="33"/>
                    <a:pt x="19" y="41"/>
                    <a:pt x="0" y="22"/>
                  </a:cubicBezTo>
                  <a:close/>
                </a:path>
              </a:pathLst>
            </a:custGeom>
            <a:solidFill>
              <a:srgbClr val="F6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1" name="Freeform 448">
              <a:extLst>
                <a:ext uri="{FF2B5EF4-FFF2-40B4-BE49-F238E27FC236}">
                  <a16:creationId xmlns:a16="http://schemas.microsoft.com/office/drawing/2014/main" id="{1AF4A325-B7B3-4832-AFFD-3391EA7A60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4" y="1469"/>
              <a:ext cx="273" cy="165"/>
            </a:xfrm>
            <a:custGeom>
              <a:avLst/>
              <a:gdLst>
                <a:gd name="T0" fmla="*/ 442 w 209"/>
                <a:gd name="T1" fmla="*/ 50 h 119"/>
                <a:gd name="T2" fmla="*/ 370 w 209"/>
                <a:gd name="T3" fmla="*/ 60 h 119"/>
                <a:gd name="T4" fmla="*/ 306 w 209"/>
                <a:gd name="T5" fmla="*/ 19 h 119"/>
                <a:gd name="T6" fmla="*/ 239 w 209"/>
                <a:gd name="T7" fmla="*/ 0 h 119"/>
                <a:gd name="T8" fmla="*/ 161 w 209"/>
                <a:gd name="T9" fmla="*/ 43 h 119"/>
                <a:gd name="T10" fmla="*/ 89 w 209"/>
                <a:gd name="T11" fmla="*/ 89 h 119"/>
                <a:gd name="T12" fmla="*/ 0 w 209"/>
                <a:gd name="T13" fmla="*/ 60 h 119"/>
                <a:gd name="T14" fmla="*/ 27 w 209"/>
                <a:gd name="T15" fmla="*/ 115 h 119"/>
                <a:gd name="T16" fmla="*/ 93 w 209"/>
                <a:gd name="T17" fmla="*/ 220 h 119"/>
                <a:gd name="T18" fmla="*/ 127 w 209"/>
                <a:gd name="T19" fmla="*/ 263 h 119"/>
                <a:gd name="T20" fmla="*/ 240 w 209"/>
                <a:gd name="T21" fmla="*/ 305 h 119"/>
                <a:gd name="T22" fmla="*/ 363 w 209"/>
                <a:gd name="T23" fmla="*/ 229 h 119"/>
                <a:gd name="T24" fmla="*/ 400 w 209"/>
                <a:gd name="T25" fmla="*/ 179 h 119"/>
                <a:gd name="T26" fmla="*/ 442 w 209"/>
                <a:gd name="T27" fmla="*/ 85 h 119"/>
                <a:gd name="T28" fmla="*/ 466 w 209"/>
                <a:gd name="T29" fmla="*/ 24 h 119"/>
                <a:gd name="T30" fmla="*/ 442 w 209"/>
                <a:gd name="T31" fmla="*/ 50 h 119"/>
                <a:gd name="T32" fmla="*/ 289 w 209"/>
                <a:gd name="T33" fmla="*/ 229 h 119"/>
                <a:gd name="T34" fmla="*/ 234 w 209"/>
                <a:gd name="T35" fmla="*/ 243 h 119"/>
                <a:gd name="T36" fmla="*/ 191 w 209"/>
                <a:gd name="T37" fmla="*/ 202 h 119"/>
                <a:gd name="T38" fmla="*/ 145 w 209"/>
                <a:gd name="T39" fmla="*/ 220 h 119"/>
                <a:gd name="T40" fmla="*/ 110 w 209"/>
                <a:gd name="T41" fmla="*/ 171 h 119"/>
                <a:gd name="T42" fmla="*/ 172 w 209"/>
                <a:gd name="T43" fmla="*/ 125 h 119"/>
                <a:gd name="T44" fmla="*/ 217 w 209"/>
                <a:gd name="T45" fmla="*/ 119 h 119"/>
                <a:gd name="T46" fmla="*/ 239 w 209"/>
                <a:gd name="T47" fmla="*/ 85 h 119"/>
                <a:gd name="T48" fmla="*/ 312 w 209"/>
                <a:gd name="T49" fmla="*/ 105 h 119"/>
                <a:gd name="T50" fmla="*/ 358 w 209"/>
                <a:gd name="T51" fmla="*/ 101 h 119"/>
                <a:gd name="T52" fmla="*/ 355 w 209"/>
                <a:gd name="T53" fmla="*/ 101 h 119"/>
                <a:gd name="T54" fmla="*/ 362 w 209"/>
                <a:gd name="T55" fmla="*/ 101 h 119"/>
                <a:gd name="T56" fmla="*/ 358 w 209"/>
                <a:gd name="T57" fmla="*/ 101 h 119"/>
                <a:gd name="T58" fmla="*/ 363 w 209"/>
                <a:gd name="T59" fmla="*/ 104 h 119"/>
                <a:gd name="T60" fmla="*/ 289 w 209"/>
                <a:gd name="T61" fmla="*/ 229 h 1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09" h="119">
                  <a:moveTo>
                    <a:pt x="198" y="19"/>
                  </a:moveTo>
                  <a:cubicBezTo>
                    <a:pt x="194" y="20"/>
                    <a:pt x="185" y="43"/>
                    <a:pt x="166" y="22"/>
                  </a:cubicBezTo>
                  <a:cubicBezTo>
                    <a:pt x="166" y="22"/>
                    <a:pt x="150" y="26"/>
                    <a:pt x="137" y="7"/>
                  </a:cubicBezTo>
                  <a:cubicBezTo>
                    <a:pt x="137" y="7"/>
                    <a:pt x="123" y="15"/>
                    <a:pt x="107" y="0"/>
                  </a:cubicBezTo>
                  <a:cubicBezTo>
                    <a:pt x="107" y="0"/>
                    <a:pt x="102" y="23"/>
                    <a:pt x="72" y="16"/>
                  </a:cubicBezTo>
                  <a:cubicBezTo>
                    <a:pt x="72" y="16"/>
                    <a:pt x="67" y="37"/>
                    <a:pt x="40" y="33"/>
                  </a:cubicBezTo>
                  <a:cubicBezTo>
                    <a:pt x="40" y="33"/>
                    <a:pt x="20" y="41"/>
                    <a:pt x="0" y="22"/>
                  </a:cubicBezTo>
                  <a:cubicBezTo>
                    <a:pt x="0" y="22"/>
                    <a:pt x="8" y="40"/>
                    <a:pt x="12" y="43"/>
                  </a:cubicBezTo>
                  <a:cubicBezTo>
                    <a:pt x="12" y="43"/>
                    <a:pt x="31" y="81"/>
                    <a:pt x="41" y="83"/>
                  </a:cubicBezTo>
                  <a:cubicBezTo>
                    <a:pt x="41" y="83"/>
                    <a:pt x="46" y="96"/>
                    <a:pt x="57" y="99"/>
                  </a:cubicBezTo>
                  <a:cubicBezTo>
                    <a:pt x="57" y="99"/>
                    <a:pt x="74" y="119"/>
                    <a:pt x="108" y="115"/>
                  </a:cubicBezTo>
                  <a:cubicBezTo>
                    <a:pt x="108" y="115"/>
                    <a:pt x="136" y="116"/>
                    <a:pt x="163" y="86"/>
                  </a:cubicBezTo>
                  <a:cubicBezTo>
                    <a:pt x="163" y="86"/>
                    <a:pt x="181" y="71"/>
                    <a:pt x="179" y="67"/>
                  </a:cubicBezTo>
                  <a:cubicBezTo>
                    <a:pt x="179" y="67"/>
                    <a:pt x="194" y="52"/>
                    <a:pt x="198" y="32"/>
                  </a:cubicBezTo>
                  <a:cubicBezTo>
                    <a:pt x="198" y="32"/>
                    <a:pt x="207" y="20"/>
                    <a:pt x="209" y="9"/>
                  </a:cubicBezTo>
                  <a:cubicBezTo>
                    <a:pt x="209" y="9"/>
                    <a:pt x="202" y="18"/>
                    <a:pt x="198" y="19"/>
                  </a:cubicBezTo>
                  <a:close/>
                  <a:moveTo>
                    <a:pt x="129" y="86"/>
                  </a:moveTo>
                  <a:cubicBezTo>
                    <a:pt x="122" y="92"/>
                    <a:pt x="115" y="95"/>
                    <a:pt x="105" y="91"/>
                  </a:cubicBezTo>
                  <a:cubicBezTo>
                    <a:pt x="98" y="88"/>
                    <a:pt x="94" y="78"/>
                    <a:pt x="86" y="76"/>
                  </a:cubicBezTo>
                  <a:cubicBezTo>
                    <a:pt x="78" y="75"/>
                    <a:pt x="73" y="84"/>
                    <a:pt x="65" y="83"/>
                  </a:cubicBezTo>
                  <a:cubicBezTo>
                    <a:pt x="57" y="82"/>
                    <a:pt x="50" y="71"/>
                    <a:pt x="49" y="64"/>
                  </a:cubicBezTo>
                  <a:cubicBezTo>
                    <a:pt x="44" y="44"/>
                    <a:pt x="62" y="46"/>
                    <a:pt x="77" y="47"/>
                  </a:cubicBezTo>
                  <a:cubicBezTo>
                    <a:pt x="82" y="47"/>
                    <a:pt x="92" y="48"/>
                    <a:pt x="97" y="45"/>
                  </a:cubicBezTo>
                  <a:cubicBezTo>
                    <a:pt x="103" y="42"/>
                    <a:pt x="103" y="35"/>
                    <a:pt x="107" y="32"/>
                  </a:cubicBezTo>
                  <a:cubicBezTo>
                    <a:pt x="118" y="22"/>
                    <a:pt x="130" y="37"/>
                    <a:pt x="140" y="40"/>
                  </a:cubicBezTo>
                  <a:cubicBezTo>
                    <a:pt x="147" y="42"/>
                    <a:pt x="154" y="39"/>
                    <a:pt x="161" y="38"/>
                  </a:cubicBezTo>
                  <a:cubicBezTo>
                    <a:pt x="160" y="38"/>
                    <a:pt x="160" y="38"/>
                    <a:pt x="159" y="38"/>
                  </a:cubicBezTo>
                  <a:cubicBezTo>
                    <a:pt x="162" y="38"/>
                    <a:pt x="162" y="38"/>
                    <a:pt x="162" y="38"/>
                  </a:cubicBezTo>
                  <a:cubicBezTo>
                    <a:pt x="162" y="38"/>
                    <a:pt x="161" y="38"/>
                    <a:pt x="161" y="38"/>
                  </a:cubicBezTo>
                  <a:cubicBezTo>
                    <a:pt x="161" y="38"/>
                    <a:pt x="162" y="38"/>
                    <a:pt x="163" y="39"/>
                  </a:cubicBezTo>
                  <a:cubicBezTo>
                    <a:pt x="164" y="56"/>
                    <a:pt x="141" y="77"/>
                    <a:pt x="129" y="86"/>
                  </a:cubicBezTo>
                  <a:close/>
                </a:path>
              </a:pathLst>
            </a:custGeom>
            <a:solidFill>
              <a:srgbClr val="F4C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2" name="Freeform 449">
              <a:extLst>
                <a:ext uri="{FF2B5EF4-FFF2-40B4-BE49-F238E27FC236}">
                  <a16:creationId xmlns:a16="http://schemas.microsoft.com/office/drawing/2014/main" id="{27F526DC-5879-4A4D-B44E-C97C5A450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469"/>
              <a:ext cx="272" cy="165"/>
            </a:xfrm>
            <a:custGeom>
              <a:avLst/>
              <a:gdLst>
                <a:gd name="T0" fmla="*/ 0 w 208"/>
                <a:gd name="T1" fmla="*/ 60 h 119"/>
                <a:gd name="T2" fmla="*/ 24 w 208"/>
                <a:gd name="T3" fmla="*/ 115 h 119"/>
                <a:gd name="T4" fmla="*/ 89 w 208"/>
                <a:gd name="T5" fmla="*/ 220 h 119"/>
                <a:gd name="T6" fmla="*/ 124 w 208"/>
                <a:gd name="T7" fmla="*/ 263 h 119"/>
                <a:gd name="T8" fmla="*/ 241 w 208"/>
                <a:gd name="T9" fmla="*/ 305 h 119"/>
                <a:gd name="T10" fmla="*/ 362 w 208"/>
                <a:gd name="T11" fmla="*/ 229 h 119"/>
                <a:gd name="T12" fmla="*/ 399 w 208"/>
                <a:gd name="T13" fmla="*/ 179 h 119"/>
                <a:gd name="T14" fmla="*/ 441 w 208"/>
                <a:gd name="T15" fmla="*/ 85 h 119"/>
                <a:gd name="T16" fmla="*/ 466 w 208"/>
                <a:gd name="T17" fmla="*/ 24 h 119"/>
                <a:gd name="T18" fmla="*/ 441 w 208"/>
                <a:gd name="T19" fmla="*/ 50 h 119"/>
                <a:gd name="T20" fmla="*/ 369 w 208"/>
                <a:gd name="T21" fmla="*/ 60 h 119"/>
                <a:gd name="T22" fmla="*/ 305 w 208"/>
                <a:gd name="T23" fmla="*/ 15 h 119"/>
                <a:gd name="T24" fmla="*/ 238 w 208"/>
                <a:gd name="T25" fmla="*/ 0 h 119"/>
                <a:gd name="T26" fmla="*/ 160 w 208"/>
                <a:gd name="T27" fmla="*/ 43 h 119"/>
                <a:gd name="T28" fmla="*/ 88 w 208"/>
                <a:gd name="T29" fmla="*/ 89 h 119"/>
                <a:gd name="T30" fmla="*/ 0 w 208"/>
                <a:gd name="T31" fmla="*/ 60 h 1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8" h="119">
                  <a:moveTo>
                    <a:pt x="0" y="22"/>
                  </a:moveTo>
                  <a:cubicBezTo>
                    <a:pt x="0" y="22"/>
                    <a:pt x="7" y="40"/>
                    <a:pt x="11" y="43"/>
                  </a:cubicBezTo>
                  <a:cubicBezTo>
                    <a:pt x="11" y="43"/>
                    <a:pt x="30" y="81"/>
                    <a:pt x="40" y="83"/>
                  </a:cubicBezTo>
                  <a:cubicBezTo>
                    <a:pt x="40" y="83"/>
                    <a:pt x="45" y="96"/>
                    <a:pt x="56" y="99"/>
                  </a:cubicBezTo>
                  <a:cubicBezTo>
                    <a:pt x="56" y="99"/>
                    <a:pt x="73" y="119"/>
                    <a:pt x="108" y="115"/>
                  </a:cubicBezTo>
                  <a:cubicBezTo>
                    <a:pt x="108" y="115"/>
                    <a:pt x="135" y="116"/>
                    <a:pt x="162" y="86"/>
                  </a:cubicBezTo>
                  <a:cubicBezTo>
                    <a:pt x="162" y="86"/>
                    <a:pt x="180" y="71"/>
                    <a:pt x="178" y="67"/>
                  </a:cubicBezTo>
                  <a:cubicBezTo>
                    <a:pt x="178" y="67"/>
                    <a:pt x="193" y="52"/>
                    <a:pt x="197" y="32"/>
                  </a:cubicBezTo>
                  <a:cubicBezTo>
                    <a:pt x="197" y="32"/>
                    <a:pt x="206" y="20"/>
                    <a:pt x="208" y="9"/>
                  </a:cubicBezTo>
                  <a:cubicBezTo>
                    <a:pt x="208" y="9"/>
                    <a:pt x="202" y="18"/>
                    <a:pt x="197" y="19"/>
                  </a:cubicBezTo>
                  <a:cubicBezTo>
                    <a:pt x="193" y="19"/>
                    <a:pt x="184" y="43"/>
                    <a:pt x="165" y="22"/>
                  </a:cubicBezTo>
                  <a:cubicBezTo>
                    <a:pt x="165" y="22"/>
                    <a:pt x="149" y="26"/>
                    <a:pt x="136" y="6"/>
                  </a:cubicBezTo>
                  <a:cubicBezTo>
                    <a:pt x="136" y="6"/>
                    <a:pt x="122" y="15"/>
                    <a:pt x="106" y="0"/>
                  </a:cubicBezTo>
                  <a:cubicBezTo>
                    <a:pt x="106" y="0"/>
                    <a:pt x="101" y="23"/>
                    <a:pt x="71" y="16"/>
                  </a:cubicBezTo>
                  <a:cubicBezTo>
                    <a:pt x="71" y="16"/>
                    <a:pt x="66" y="37"/>
                    <a:pt x="39" y="33"/>
                  </a:cubicBezTo>
                  <a:cubicBezTo>
                    <a:pt x="39" y="33"/>
                    <a:pt x="19" y="41"/>
                    <a:pt x="0" y="22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3" name="Freeform 450">
              <a:extLst>
                <a:ext uri="{FF2B5EF4-FFF2-40B4-BE49-F238E27FC236}">
                  <a16:creationId xmlns:a16="http://schemas.microsoft.com/office/drawing/2014/main" id="{61892EF6-766B-40DB-8AA3-C06A585C8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534"/>
              <a:ext cx="52" cy="38"/>
            </a:xfrm>
            <a:custGeom>
              <a:avLst/>
              <a:gdLst>
                <a:gd name="T0" fmla="*/ 56 w 40"/>
                <a:gd name="T1" fmla="*/ 15 h 27"/>
                <a:gd name="T2" fmla="*/ 5 w 40"/>
                <a:gd name="T3" fmla="*/ 28 h 27"/>
                <a:gd name="T4" fmla="*/ 22 w 40"/>
                <a:gd name="T5" fmla="*/ 53 h 27"/>
                <a:gd name="T6" fmla="*/ 61 w 40"/>
                <a:gd name="T7" fmla="*/ 55 h 27"/>
                <a:gd name="T8" fmla="*/ 86 w 40"/>
                <a:gd name="T9" fmla="*/ 55 h 27"/>
                <a:gd name="T10" fmla="*/ 78 w 40"/>
                <a:gd name="T11" fmla="*/ 34 h 27"/>
                <a:gd name="T12" fmla="*/ 52 w 40"/>
                <a:gd name="T13" fmla="*/ 2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7">
                  <a:moveTo>
                    <a:pt x="25" y="6"/>
                  </a:moveTo>
                  <a:cubicBezTo>
                    <a:pt x="19" y="11"/>
                    <a:pt x="6" y="0"/>
                    <a:pt x="2" y="10"/>
                  </a:cubicBezTo>
                  <a:cubicBezTo>
                    <a:pt x="0" y="16"/>
                    <a:pt x="5" y="20"/>
                    <a:pt x="10" y="19"/>
                  </a:cubicBezTo>
                  <a:cubicBezTo>
                    <a:pt x="17" y="18"/>
                    <a:pt x="21" y="16"/>
                    <a:pt x="28" y="20"/>
                  </a:cubicBezTo>
                  <a:cubicBezTo>
                    <a:pt x="32" y="22"/>
                    <a:pt x="37" y="27"/>
                    <a:pt x="39" y="20"/>
                  </a:cubicBezTo>
                  <a:cubicBezTo>
                    <a:pt x="40" y="16"/>
                    <a:pt x="38" y="14"/>
                    <a:pt x="35" y="12"/>
                  </a:cubicBezTo>
                  <a:cubicBezTo>
                    <a:pt x="31" y="9"/>
                    <a:pt x="27" y="9"/>
                    <a:pt x="24" y="7"/>
                  </a:cubicBezTo>
                </a:path>
              </a:pathLst>
            </a:custGeom>
            <a:solidFill>
              <a:srgbClr val="F5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4" name="Freeform 451">
              <a:extLst>
                <a:ext uri="{FF2B5EF4-FFF2-40B4-BE49-F238E27FC236}">
                  <a16:creationId xmlns:a16="http://schemas.microsoft.com/office/drawing/2014/main" id="{435F19B9-40AB-4959-BFE7-DFA069226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523"/>
              <a:ext cx="30" cy="57"/>
            </a:xfrm>
            <a:custGeom>
              <a:avLst/>
              <a:gdLst>
                <a:gd name="T0" fmla="*/ 50 w 23"/>
                <a:gd name="T1" fmla="*/ 0 h 41"/>
                <a:gd name="T2" fmla="*/ 51 w 23"/>
                <a:gd name="T3" fmla="*/ 26 h 41"/>
                <a:gd name="T4" fmla="*/ 38 w 23"/>
                <a:gd name="T5" fmla="*/ 70 h 41"/>
                <a:gd name="T6" fmla="*/ 0 w 23"/>
                <a:gd name="T7" fmla="*/ 11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1">
                  <a:moveTo>
                    <a:pt x="22" y="0"/>
                  </a:moveTo>
                  <a:cubicBezTo>
                    <a:pt x="21" y="2"/>
                    <a:pt x="23" y="8"/>
                    <a:pt x="23" y="10"/>
                  </a:cubicBezTo>
                  <a:cubicBezTo>
                    <a:pt x="22" y="16"/>
                    <a:pt x="20" y="21"/>
                    <a:pt x="17" y="26"/>
                  </a:cubicBezTo>
                  <a:cubicBezTo>
                    <a:pt x="14" y="32"/>
                    <a:pt x="8" y="41"/>
                    <a:pt x="0" y="41"/>
                  </a:cubicBezTo>
                </a:path>
              </a:pathLst>
            </a:custGeom>
            <a:noFill/>
            <a:ln w="6350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5" name="Freeform 452">
              <a:extLst>
                <a:ext uri="{FF2B5EF4-FFF2-40B4-BE49-F238E27FC236}">
                  <a16:creationId xmlns:a16="http://schemas.microsoft.com/office/drawing/2014/main" id="{240249A7-3688-4554-835B-30D6998B5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520"/>
              <a:ext cx="30" cy="36"/>
            </a:xfrm>
            <a:custGeom>
              <a:avLst/>
              <a:gdLst>
                <a:gd name="T0" fmla="*/ 50 w 23"/>
                <a:gd name="T1" fmla="*/ 0 h 26"/>
                <a:gd name="T2" fmla="*/ 0 w 23"/>
                <a:gd name="T3" fmla="*/ 6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6">
                  <a:moveTo>
                    <a:pt x="22" y="0"/>
                  </a:moveTo>
                  <a:cubicBezTo>
                    <a:pt x="23" y="13"/>
                    <a:pt x="10" y="21"/>
                    <a:pt x="0" y="26"/>
                  </a:cubicBezTo>
                </a:path>
              </a:pathLst>
            </a:custGeom>
            <a:noFill/>
            <a:ln w="6350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6" name="Freeform 453">
              <a:extLst>
                <a:ext uri="{FF2B5EF4-FFF2-40B4-BE49-F238E27FC236}">
                  <a16:creationId xmlns:a16="http://schemas.microsoft.com/office/drawing/2014/main" id="{B4D1FE8C-278D-4489-957D-13B8DB5E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526"/>
              <a:ext cx="49" cy="36"/>
            </a:xfrm>
            <a:custGeom>
              <a:avLst/>
              <a:gdLst>
                <a:gd name="T0" fmla="*/ 81 w 38"/>
                <a:gd name="T1" fmla="*/ 6 h 26"/>
                <a:gd name="T2" fmla="*/ 23 w 38"/>
                <a:gd name="T3" fmla="*/ 15 h 26"/>
                <a:gd name="T4" fmla="*/ 0 w 38"/>
                <a:gd name="T5" fmla="*/ 6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6">
                  <a:moveTo>
                    <a:pt x="38" y="2"/>
                  </a:moveTo>
                  <a:cubicBezTo>
                    <a:pt x="29" y="2"/>
                    <a:pt x="20" y="0"/>
                    <a:pt x="11" y="6"/>
                  </a:cubicBezTo>
                  <a:cubicBezTo>
                    <a:pt x="4" y="10"/>
                    <a:pt x="0" y="18"/>
                    <a:pt x="0" y="26"/>
                  </a:cubicBezTo>
                </a:path>
              </a:pathLst>
            </a:custGeom>
            <a:noFill/>
            <a:ln w="6350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7" name="Freeform 454">
              <a:extLst>
                <a:ext uri="{FF2B5EF4-FFF2-40B4-BE49-F238E27FC236}">
                  <a16:creationId xmlns:a16="http://schemas.microsoft.com/office/drawing/2014/main" id="{B98CD2B9-2274-4A37-A0B7-1707AA05A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526"/>
              <a:ext cx="45" cy="12"/>
            </a:xfrm>
            <a:custGeom>
              <a:avLst/>
              <a:gdLst>
                <a:gd name="T0" fmla="*/ 0 w 34"/>
                <a:gd name="T1" fmla="*/ 21 h 9"/>
                <a:gd name="T2" fmla="*/ 49 w 34"/>
                <a:gd name="T3" fmla="*/ 1 h 9"/>
                <a:gd name="T4" fmla="*/ 79 w 34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9">
                  <a:moveTo>
                    <a:pt x="0" y="9"/>
                  </a:moveTo>
                  <a:cubicBezTo>
                    <a:pt x="6" y="4"/>
                    <a:pt x="13" y="2"/>
                    <a:pt x="21" y="1"/>
                  </a:cubicBezTo>
                  <a:cubicBezTo>
                    <a:pt x="25" y="1"/>
                    <a:pt x="31" y="0"/>
                    <a:pt x="34" y="3"/>
                  </a:cubicBezTo>
                </a:path>
              </a:pathLst>
            </a:custGeom>
            <a:noFill/>
            <a:ln w="6350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8" name="Freeform 455">
              <a:extLst>
                <a:ext uri="{FF2B5EF4-FFF2-40B4-BE49-F238E27FC236}">
                  <a16:creationId xmlns:a16="http://schemas.microsoft.com/office/drawing/2014/main" id="{7044968A-150E-45C3-BE7D-E00715C4C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587"/>
              <a:ext cx="54" cy="22"/>
            </a:xfrm>
            <a:custGeom>
              <a:avLst/>
              <a:gdLst>
                <a:gd name="T0" fmla="*/ 0 w 41"/>
                <a:gd name="T1" fmla="*/ 0 h 16"/>
                <a:gd name="T2" fmla="*/ 42 w 41"/>
                <a:gd name="T3" fmla="*/ 36 h 16"/>
                <a:gd name="T4" fmla="*/ 72 w 41"/>
                <a:gd name="T5" fmla="*/ 40 h 16"/>
                <a:gd name="T6" fmla="*/ 94 w 41"/>
                <a:gd name="T7" fmla="*/ 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6">
                  <a:moveTo>
                    <a:pt x="0" y="0"/>
                  </a:moveTo>
                  <a:cubicBezTo>
                    <a:pt x="4" y="7"/>
                    <a:pt x="10" y="13"/>
                    <a:pt x="18" y="14"/>
                  </a:cubicBezTo>
                  <a:cubicBezTo>
                    <a:pt x="23" y="15"/>
                    <a:pt x="27" y="16"/>
                    <a:pt x="32" y="15"/>
                  </a:cubicBezTo>
                  <a:cubicBezTo>
                    <a:pt x="35" y="14"/>
                    <a:pt x="38" y="13"/>
                    <a:pt x="41" y="12"/>
                  </a:cubicBezTo>
                </a:path>
              </a:pathLst>
            </a:custGeom>
            <a:noFill/>
            <a:ln w="6350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9" name="Freeform 456">
              <a:extLst>
                <a:ext uri="{FF2B5EF4-FFF2-40B4-BE49-F238E27FC236}">
                  <a16:creationId xmlns:a16="http://schemas.microsoft.com/office/drawing/2014/main" id="{B8FBFAD2-F3CB-44B3-A7CD-BD333BECA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597"/>
              <a:ext cx="52" cy="15"/>
            </a:xfrm>
            <a:custGeom>
              <a:avLst/>
              <a:gdLst>
                <a:gd name="T0" fmla="*/ 0 w 40"/>
                <a:gd name="T1" fmla="*/ 0 h 11"/>
                <a:gd name="T2" fmla="*/ 66 w 40"/>
                <a:gd name="T3" fmla="*/ 26 h 11"/>
                <a:gd name="T4" fmla="*/ 88 w 40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1">
                  <a:moveTo>
                    <a:pt x="0" y="0"/>
                  </a:moveTo>
                  <a:cubicBezTo>
                    <a:pt x="9" y="8"/>
                    <a:pt x="18" y="10"/>
                    <a:pt x="30" y="10"/>
                  </a:cubicBezTo>
                  <a:cubicBezTo>
                    <a:pt x="34" y="10"/>
                    <a:pt x="37" y="11"/>
                    <a:pt x="40" y="8"/>
                  </a:cubicBezTo>
                </a:path>
              </a:pathLst>
            </a:custGeom>
            <a:noFill/>
            <a:ln w="6350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0" name="Freeform 457">
              <a:extLst>
                <a:ext uri="{FF2B5EF4-FFF2-40B4-BE49-F238E27FC236}">
                  <a16:creationId xmlns:a16="http://schemas.microsoft.com/office/drawing/2014/main" id="{1F7C3497-68A8-44B5-A27E-63D2B15DA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494"/>
              <a:ext cx="51" cy="16"/>
            </a:xfrm>
            <a:custGeom>
              <a:avLst/>
              <a:gdLst>
                <a:gd name="T0" fmla="*/ 0 w 39"/>
                <a:gd name="T1" fmla="*/ 21 h 12"/>
                <a:gd name="T2" fmla="*/ 56 w 39"/>
                <a:gd name="T3" fmla="*/ 7 h 12"/>
                <a:gd name="T4" fmla="*/ 88 w 39"/>
                <a:gd name="T5" fmla="*/ 2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">
                  <a:moveTo>
                    <a:pt x="0" y="9"/>
                  </a:moveTo>
                  <a:cubicBezTo>
                    <a:pt x="4" y="2"/>
                    <a:pt x="17" y="0"/>
                    <a:pt x="25" y="3"/>
                  </a:cubicBezTo>
                  <a:cubicBezTo>
                    <a:pt x="30" y="5"/>
                    <a:pt x="35" y="9"/>
                    <a:pt x="39" y="12"/>
                  </a:cubicBezTo>
                </a:path>
              </a:pathLst>
            </a:custGeom>
            <a:noFill/>
            <a:ln w="6350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1" name="Freeform 458">
              <a:extLst>
                <a:ext uri="{FF2B5EF4-FFF2-40B4-BE49-F238E27FC236}">
                  <a16:creationId xmlns:a16="http://schemas.microsoft.com/office/drawing/2014/main" id="{31489C69-25BA-4131-8453-C791A30B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494"/>
              <a:ext cx="38" cy="11"/>
            </a:xfrm>
            <a:custGeom>
              <a:avLst/>
              <a:gdLst>
                <a:gd name="T0" fmla="*/ 66 w 29"/>
                <a:gd name="T1" fmla="*/ 21 h 8"/>
                <a:gd name="T2" fmla="*/ 28 w 29"/>
                <a:gd name="T3" fmla="*/ 1 h 8"/>
                <a:gd name="T4" fmla="*/ 0 w 29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8">
                  <a:moveTo>
                    <a:pt x="29" y="8"/>
                  </a:moveTo>
                  <a:cubicBezTo>
                    <a:pt x="24" y="5"/>
                    <a:pt x="18" y="1"/>
                    <a:pt x="12" y="1"/>
                  </a:cubicBezTo>
                  <a:cubicBezTo>
                    <a:pt x="7" y="0"/>
                    <a:pt x="4" y="1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2" name="Freeform 459">
              <a:extLst>
                <a:ext uri="{FF2B5EF4-FFF2-40B4-BE49-F238E27FC236}">
                  <a16:creationId xmlns:a16="http://schemas.microsoft.com/office/drawing/2014/main" id="{0731145C-27E9-49DA-AE4A-4BF56DC56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526"/>
              <a:ext cx="10" cy="14"/>
            </a:xfrm>
            <a:custGeom>
              <a:avLst/>
              <a:gdLst>
                <a:gd name="T0" fmla="*/ 0 w 8"/>
                <a:gd name="T1" fmla="*/ 6 h 10"/>
                <a:gd name="T2" fmla="*/ 16 w 8"/>
                <a:gd name="T3" fmla="*/ 28 h 10"/>
                <a:gd name="T4" fmla="*/ 16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2" y="4"/>
                    <a:pt x="5" y="9"/>
                    <a:pt x="8" y="10"/>
                  </a:cubicBezTo>
                  <a:cubicBezTo>
                    <a:pt x="8" y="7"/>
                    <a:pt x="7" y="3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3" name="Freeform 460">
              <a:extLst>
                <a:ext uri="{FF2B5EF4-FFF2-40B4-BE49-F238E27FC236}">
                  <a16:creationId xmlns:a16="http://schemas.microsoft.com/office/drawing/2014/main" id="{D2E797B3-613E-42E4-9C97-E072D1B37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523"/>
              <a:ext cx="1" cy="8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4" name="Freeform 461">
              <a:extLst>
                <a:ext uri="{FF2B5EF4-FFF2-40B4-BE49-F238E27FC236}">
                  <a16:creationId xmlns:a16="http://schemas.microsoft.com/office/drawing/2014/main" id="{CF9AD76B-8F2A-48FC-BA6E-263229688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542"/>
              <a:ext cx="12" cy="14"/>
            </a:xfrm>
            <a:custGeom>
              <a:avLst/>
              <a:gdLst>
                <a:gd name="T0" fmla="*/ 0 w 9"/>
                <a:gd name="T1" fmla="*/ 25 h 10"/>
                <a:gd name="T2" fmla="*/ 21 w 9"/>
                <a:gd name="T3" fmla="*/ 25 h 10"/>
                <a:gd name="T4" fmla="*/ 7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9"/>
                  </a:moveTo>
                  <a:cubicBezTo>
                    <a:pt x="2" y="10"/>
                    <a:pt x="7" y="10"/>
                    <a:pt x="9" y="9"/>
                  </a:cubicBezTo>
                  <a:cubicBezTo>
                    <a:pt x="7" y="6"/>
                    <a:pt x="4" y="3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5" name="Freeform 462">
              <a:extLst>
                <a:ext uri="{FF2B5EF4-FFF2-40B4-BE49-F238E27FC236}">
                  <a16:creationId xmlns:a16="http://schemas.microsoft.com/office/drawing/2014/main" id="{83920F28-3124-4C87-8E67-160C44612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492"/>
              <a:ext cx="12" cy="14"/>
            </a:xfrm>
            <a:custGeom>
              <a:avLst/>
              <a:gdLst>
                <a:gd name="T0" fmla="*/ 0 w 9"/>
                <a:gd name="T1" fmla="*/ 8 h 10"/>
                <a:gd name="T2" fmla="*/ 16 w 9"/>
                <a:gd name="T3" fmla="*/ 25 h 10"/>
                <a:gd name="T4" fmla="*/ 2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3"/>
                  </a:moveTo>
                  <a:cubicBezTo>
                    <a:pt x="1" y="4"/>
                    <a:pt x="5" y="10"/>
                    <a:pt x="7" y="9"/>
                  </a:cubicBezTo>
                  <a:cubicBezTo>
                    <a:pt x="9" y="8"/>
                    <a:pt x="8" y="1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6" name="Freeform 463">
              <a:extLst>
                <a:ext uri="{FF2B5EF4-FFF2-40B4-BE49-F238E27FC236}">
                  <a16:creationId xmlns:a16="http://schemas.microsoft.com/office/drawing/2014/main" id="{1E04676B-B8C4-4082-8FD8-B62882C9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495"/>
              <a:ext cx="10" cy="14"/>
            </a:xfrm>
            <a:custGeom>
              <a:avLst/>
              <a:gdLst>
                <a:gd name="T0" fmla="*/ 6 w 8"/>
                <a:gd name="T1" fmla="*/ 0 h 10"/>
                <a:gd name="T2" fmla="*/ 6 w 8"/>
                <a:gd name="T3" fmla="*/ 25 h 10"/>
                <a:gd name="T4" fmla="*/ 16 w 8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0"/>
                  </a:moveTo>
                  <a:cubicBezTo>
                    <a:pt x="1" y="1"/>
                    <a:pt x="0" y="7"/>
                    <a:pt x="3" y="9"/>
                  </a:cubicBezTo>
                  <a:cubicBezTo>
                    <a:pt x="6" y="10"/>
                    <a:pt x="6" y="6"/>
                    <a:pt x="8" y="4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7" name="Freeform 464">
              <a:extLst>
                <a:ext uri="{FF2B5EF4-FFF2-40B4-BE49-F238E27FC236}">
                  <a16:creationId xmlns:a16="http://schemas.microsoft.com/office/drawing/2014/main" id="{394D8E4C-9609-4822-B563-5D43349E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526"/>
              <a:ext cx="13" cy="14"/>
            </a:xfrm>
            <a:custGeom>
              <a:avLst/>
              <a:gdLst>
                <a:gd name="T0" fmla="*/ 16 w 10"/>
                <a:gd name="T1" fmla="*/ 28 h 10"/>
                <a:gd name="T2" fmla="*/ 0 w 10"/>
                <a:gd name="T3" fmla="*/ 11 h 10"/>
                <a:gd name="T4" fmla="*/ 22 w 10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cubicBezTo>
                    <a:pt x="5" y="10"/>
                    <a:pt x="0" y="8"/>
                    <a:pt x="0" y="4"/>
                  </a:cubicBezTo>
                  <a:cubicBezTo>
                    <a:pt x="1" y="0"/>
                    <a:pt x="8" y="0"/>
                    <a:pt x="10" y="1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8" name="Freeform 465">
              <a:extLst>
                <a:ext uri="{FF2B5EF4-FFF2-40B4-BE49-F238E27FC236}">
                  <a16:creationId xmlns:a16="http://schemas.microsoft.com/office/drawing/2014/main" id="{08636605-3FAD-4FDD-98EE-770B1F3A6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569"/>
              <a:ext cx="14" cy="17"/>
            </a:xfrm>
            <a:custGeom>
              <a:avLst/>
              <a:gdLst>
                <a:gd name="T0" fmla="*/ 6 w 11"/>
                <a:gd name="T1" fmla="*/ 34 h 12"/>
                <a:gd name="T2" fmla="*/ 5 w 11"/>
                <a:gd name="T3" fmla="*/ 6 h 12"/>
                <a:gd name="T4" fmla="*/ 23 w 11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1" y="10"/>
                    <a:pt x="0" y="4"/>
                    <a:pt x="2" y="2"/>
                  </a:cubicBezTo>
                  <a:cubicBezTo>
                    <a:pt x="4" y="0"/>
                    <a:pt x="9" y="5"/>
                    <a:pt x="11" y="6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9" name="Freeform 466">
              <a:extLst>
                <a:ext uri="{FF2B5EF4-FFF2-40B4-BE49-F238E27FC236}">
                  <a16:creationId xmlns:a16="http://schemas.microsoft.com/office/drawing/2014/main" id="{6A1533E9-0816-44B2-B29C-8BD0236D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595"/>
              <a:ext cx="12" cy="17"/>
            </a:xfrm>
            <a:custGeom>
              <a:avLst/>
              <a:gdLst>
                <a:gd name="T0" fmla="*/ 9 w 9"/>
                <a:gd name="T1" fmla="*/ 0 h 12"/>
                <a:gd name="T2" fmla="*/ 1 w 9"/>
                <a:gd name="T3" fmla="*/ 23 h 12"/>
                <a:gd name="T4" fmla="*/ 21 w 9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2"/>
                    <a:pt x="0" y="6"/>
                    <a:pt x="1" y="8"/>
                  </a:cubicBezTo>
                  <a:cubicBezTo>
                    <a:pt x="4" y="12"/>
                    <a:pt x="8" y="5"/>
                    <a:pt x="9" y="2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70" name="Freeform 467">
              <a:extLst>
                <a:ext uri="{FF2B5EF4-FFF2-40B4-BE49-F238E27FC236}">
                  <a16:creationId xmlns:a16="http://schemas.microsoft.com/office/drawing/2014/main" id="{BE266D39-8E88-416B-96FE-7E8CB8927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602"/>
              <a:ext cx="12" cy="14"/>
            </a:xfrm>
            <a:custGeom>
              <a:avLst/>
              <a:gdLst>
                <a:gd name="T0" fmla="*/ 1 w 9"/>
                <a:gd name="T1" fmla="*/ 6 h 10"/>
                <a:gd name="T2" fmla="*/ 16 w 9"/>
                <a:gd name="T3" fmla="*/ 20 h 10"/>
                <a:gd name="T4" fmla="*/ 2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2"/>
                  </a:moveTo>
                  <a:cubicBezTo>
                    <a:pt x="0" y="2"/>
                    <a:pt x="4" y="10"/>
                    <a:pt x="7" y="7"/>
                  </a:cubicBezTo>
                  <a:cubicBezTo>
                    <a:pt x="9" y="6"/>
                    <a:pt x="8" y="2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71" name="Freeform 468">
              <a:extLst>
                <a:ext uri="{FF2B5EF4-FFF2-40B4-BE49-F238E27FC236}">
                  <a16:creationId xmlns:a16="http://schemas.microsoft.com/office/drawing/2014/main" id="{37F79759-CDBF-45F4-B998-0BE1D05CC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590"/>
              <a:ext cx="5" cy="5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0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72" name="Freeform 469">
              <a:extLst>
                <a:ext uri="{FF2B5EF4-FFF2-40B4-BE49-F238E27FC236}">
                  <a16:creationId xmlns:a16="http://schemas.microsoft.com/office/drawing/2014/main" id="{62A00442-FDDC-4FC2-B388-0A5855082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916"/>
              <a:ext cx="919" cy="781"/>
            </a:xfrm>
            <a:custGeom>
              <a:avLst/>
              <a:gdLst>
                <a:gd name="T0" fmla="*/ 1222 w 704"/>
                <a:gd name="T1" fmla="*/ 0 h 561"/>
                <a:gd name="T2" fmla="*/ 9 w 704"/>
                <a:gd name="T3" fmla="*/ 0 h 561"/>
                <a:gd name="T4" fmla="*/ 333 w 704"/>
                <a:gd name="T5" fmla="*/ 756 h 561"/>
                <a:gd name="T6" fmla="*/ 0 w 704"/>
                <a:gd name="T7" fmla="*/ 1513 h 561"/>
                <a:gd name="T8" fmla="*/ 1222 w 704"/>
                <a:gd name="T9" fmla="*/ 1513 h 561"/>
                <a:gd name="T10" fmla="*/ 1566 w 704"/>
                <a:gd name="T11" fmla="*/ 757 h 561"/>
                <a:gd name="T12" fmla="*/ 1222 w 704"/>
                <a:gd name="T13" fmla="*/ 0 h 5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561">
                  <a:moveTo>
                    <a:pt x="54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6" y="13"/>
                    <a:pt x="149" y="133"/>
                    <a:pt x="149" y="280"/>
                  </a:cubicBezTo>
                  <a:cubicBezTo>
                    <a:pt x="149" y="430"/>
                    <a:pt x="83" y="552"/>
                    <a:pt x="0" y="561"/>
                  </a:cubicBezTo>
                  <a:cubicBezTo>
                    <a:pt x="549" y="561"/>
                    <a:pt x="549" y="561"/>
                    <a:pt x="549" y="561"/>
                  </a:cubicBezTo>
                  <a:cubicBezTo>
                    <a:pt x="635" y="556"/>
                    <a:pt x="704" y="433"/>
                    <a:pt x="704" y="281"/>
                  </a:cubicBezTo>
                  <a:cubicBezTo>
                    <a:pt x="704" y="128"/>
                    <a:pt x="635" y="5"/>
                    <a:pt x="549" y="0"/>
                  </a:cubicBezTo>
                  <a:close/>
                </a:path>
              </a:pathLst>
            </a:custGeom>
            <a:solidFill>
              <a:srgbClr val="F4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73" name="Freeform 470">
              <a:extLst>
                <a:ext uri="{FF2B5EF4-FFF2-40B4-BE49-F238E27FC236}">
                  <a16:creationId xmlns:a16="http://schemas.microsoft.com/office/drawing/2014/main" id="{4EEA7E43-C94A-4A07-AB77-0218556A7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421"/>
              <a:ext cx="906" cy="276"/>
            </a:xfrm>
            <a:custGeom>
              <a:avLst/>
              <a:gdLst>
                <a:gd name="T0" fmla="*/ 308 w 694"/>
                <a:gd name="T1" fmla="*/ 0 h 198"/>
                <a:gd name="T2" fmla="*/ 0 w 694"/>
                <a:gd name="T3" fmla="*/ 537 h 198"/>
                <a:gd name="T4" fmla="*/ 1215 w 694"/>
                <a:gd name="T5" fmla="*/ 537 h 198"/>
                <a:gd name="T6" fmla="*/ 1544 w 694"/>
                <a:gd name="T7" fmla="*/ 0 h 198"/>
                <a:gd name="T8" fmla="*/ 308 w 694"/>
                <a:gd name="T9" fmla="*/ 0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4" h="198">
                  <a:moveTo>
                    <a:pt x="139" y="0"/>
                  </a:moveTo>
                  <a:cubicBezTo>
                    <a:pt x="120" y="108"/>
                    <a:pt x="66" y="189"/>
                    <a:pt x="0" y="198"/>
                  </a:cubicBezTo>
                  <a:cubicBezTo>
                    <a:pt x="546" y="198"/>
                    <a:pt x="546" y="198"/>
                    <a:pt x="546" y="198"/>
                  </a:cubicBezTo>
                  <a:cubicBezTo>
                    <a:pt x="616" y="194"/>
                    <a:pt x="674" y="112"/>
                    <a:pt x="694" y="0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rgbClr val="D57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74" name="Freeform 471">
              <a:extLst>
                <a:ext uri="{FF2B5EF4-FFF2-40B4-BE49-F238E27FC236}">
                  <a16:creationId xmlns:a16="http://schemas.microsoft.com/office/drawing/2014/main" id="{4F59F2FD-21E9-4AB6-B3C1-F9C77777D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323"/>
              <a:ext cx="707" cy="83"/>
            </a:xfrm>
            <a:custGeom>
              <a:avLst/>
              <a:gdLst>
                <a:gd name="T0" fmla="*/ 0 w 542"/>
                <a:gd name="T1" fmla="*/ 159 h 60"/>
                <a:gd name="T2" fmla="*/ 1181 w 542"/>
                <a:gd name="T3" fmla="*/ 159 h 60"/>
                <a:gd name="T4" fmla="*/ 1197 w 542"/>
                <a:gd name="T5" fmla="*/ 21 h 60"/>
                <a:gd name="T6" fmla="*/ 13 w 542"/>
                <a:gd name="T7" fmla="*/ 0 h 60"/>
                <a:gd name="T8" fmla="*/ 0 w 542"/>
                <a:gd name="T9" fmla="*/ 15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60">
                  <a:moveTo>
                    <a:pt x="0" y="60"/>
                  </a:moveTo>
                  <a:cubicBezTo>
                    <a:pt x="532" y="60"/>
                    <a:pt x="532" y="60"/>
                    <a:pt x="532" y="60"/>
                  </a:cubicBezTo>
                  <a:cubicBezTo>
                    <a:pt x="532" y="60"/>
                    <a:pt x="542" y="28"/>
                    <a:pt x="540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8" y="46"/>
                    <a:pt x="0" y="60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75" name="Freeform 472">
              <a:extLst>
                <a:ext uri="{FF2B5EF4-FFF2-40B4-BE49-F238E27FC236}">
                  <a16:creationId xmlns:a16="http://schemas.microsoft.com/office/drawing/2014/main" id="{BDB594F3-667C-494E-B633-602BA2B4F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325"/>
              <a:ext cx="716" cy="11"/>
            </a:xfrm>
            <a:custGeom>
              <a:avLst/>
              <a:gdLst>
                <a:gd name="T0" fmla="*/ 0 w 716"/>
                <a:gd name="T1" fmla="*/ 0 h 11"/>
                <a:gd name="T2" fmla="*/ 716 w 716"/>
                <a:gd name="T3" fmla="*/ 0 h 11"/>
                <a:gd name="T4" fmla="*/ 715 w 716"/>
                <a:gd name="T5" fmla="*/ 11 h 11"/>
                <a:gd name="T6" fmla="*/ 0 w 716"/>
                <a:gd name="T7" fmla="*/ 11 h 11"/>
                <a:gd name="T8" fmla="*/ 0 w 71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6" h="11">
                  <a:moveTo>
                    <a:pt x="0" y="0"/>
                  </a:moveTo>
                  <a:lnTo>
                    <a:pt x="716" y="0"/>
                  </a:lnTo>
                  <a:lnTo>
                    <a:pt x="715" y="11"/>
                  </a:lnTo>
                  <a:lnTo>
                    <a:pt x="0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76" name="Freeform 473">
              <a:extLst>
                <a:ext uri="{FF2B5EF4-FFF2-40B4-BE49-F238E27FC236}">
                  <a16:creationId xmlns:a16="http://schemas.microsoft.com/office/drawing/2014/main" id="{0E93AB5E-D03C-4720-83D8-464E0210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916"/>
              <a:ext cx="920" cy="781"/>
            </a:xfrm>
            <a:custGeom>
              <a:avLst/>
              <a:gdLst>
                <a:gd name="T0" fmla="*/ 1219 w 705"/>
                <a:gd name="T1" fmla="*/ 0 h 561"/>
                <a:gd name="T2" fmla="*/ 9 w 705"/>
                <a:gd name="T3" fmla="*/ 0 h 561"/>
                <a:gd name="T4" fmla="*/ 334 w 705"/>
                <a:gd name="T5" fmla="*/ 756 h 561"/>
                <a:gd name="T6" fmla="*/ 0 w 705"/>
                <a:gd name="T7" fmla="*/ 1513 h 561"/>
                <a:gd name="T8" fmla="*/ 1219 w 705"/>
                <a:gd name="T9" fmla="*/ 1513 h 561"/>
                <a:gd name="T10" fmla="*/ 1567 w 705"/>
                <a:gd name="T11" fmla="*/ 756 h 561"/>
                <a:gd name="T12" fmla="*/ 1219 w 705"/>
                <a:gd name="T13" fmla="*/ 0 h 5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5" h="561">
                  <a:moveTo>
                    <a:pt x="54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6" y="13"/>
                    <a:pt x="150" y="133"/>
                    <a:pt x="150" y="280"/>
                  </a:cubicBezTo>
                  <a:cubicBezTo>
                    <a:pt x="150" y="430"/>
                    <a:pt x="84" y="552"/>
                    <a:pt x="0" y="561"/>
                  </a:cubicBezTo>
                  <a:cubicBezTo>
                    <a:pt x="549" y="561"/>
                    <a:pt x="549" y="561"/>
                    <a:pt x="549" y="561"/>
                  </a:cubicBezTo>
                  <a:cubicBezTo>
                    <a:pt x="635" y="556"/>
                    <a:pt x="705" y="433"/>
                    <a:pt x="705" y="280"/>
                  </a:cubicBezTo>
                  <a:cubicBezTo>
                    <a:pt x="705" y="128"/>
                    <a:pt x="635" y="5"/>
                    <a:pt x="549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0" name="artery-cross-section-with-atheroma">
            <a:extLst>
              <a:ext uri="{FF2B5EF4-FFF2-40B4-BE49-F238E27FC236}">
                <a16:creationId xmlns:a16="http://schemas.microsoft.com/office/drawing/2014/main" id="{369133C0-4DE5-4411-988D-67CC86B8491E}"/>
              </a:ext>
            </a:extLst>
          </p:cNvPr>
          <p:cNvGrpSpPr>
            <a:grpSpLocks/>
          </p:cNvGrpSpPr>
          <p:nvPr/>
        </p:nvGrpSpPr>
        <p:grpSpPr bwMode="auto">
          <a:xfrm>
            <a:off x="6173788" y="1844675"/>
            <a:ext cx="1800225" cy="1241425"/>
            <a:chOff x="2929" y="916"/>
            <a:chExt cx="1134" cy="782"/>
          </a:xfrm>
        </p:grpSpPr>
        <p:grpSp>
          <p:nvGrpSpPr>
            <p:cNvPr id="102810" name="Group 475">
              <a:extLst>
                <a:ext uri="{FF2B5EF4-FFF2-40B4-BE49-F238E27FC236}">
                  <a16:creationId xmlns:a16="http://schemas.microsoft.com/office/drawing/2014/main" id="{89A998DD-2A01-4908-8D16-CB4E37D0F5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9" y="916"/>
              <a:ext cx="476" cy="782"/>
              <a:chOff x="2929" y="916"/>
              <a:chExt cx="476" cy="782"/>
            </a:xfrm>
          </p:grpSpPr>
          <p:sp>
            <p:nvSpPr>
              <p:cNvPr id="102833" name="Oval 476">
                <a:extLst>
                  <a:ext uri="{FF2B5EF4-FFF2-40B4-BE49-F238E27FC236}">
                    <a16:creationId xmlns:a16="http://schemas.microsoft.com/office/drawing/2014/main" id="{F3911430-8EF7-4800-BAB7-7B5C2BDEA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980"/>
                <a:ext cx="336" cy="654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2834" name="Freeform 477">
                <a:extLst>
                  <a:ext uri="{FF2B5EF4-FFF2-40B4-BE49-F238E27FC236}">
                    <a16:creationId xmlns:a16="http://schemas.microsoft.com/office/drawing/2014/main" id="{16A44924-7CB5-4EF1-BEF9-78681E964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980"/>
                <a:ext cx="324" cy="312"/>
              </a:xfrm>
              <a:custGeom>
                <a:avLst/>
                <a:gdLst>
                  <a:gd name="T0" fmla="*/ 549 w 249"/>
                  <a:gd name="T1" fmla="*/ 372 h 224"/>
                  <a:gd name="T2" fmla="*/ 285 w 249"/>
                  <a:gd name="T3" fmla="*/ 592 h 224"/>
                  <a:gd name="T4" fmla="*/ 7 w 249"/>
                  <a:gd name="T5" fmla="*/ 337 h 224"/>
                  <a:gd name="T6" fmla="*/ 276 w 249"/>
                  <a:gd name="T7" fmla="*/ 0 h 224"/>
                  <a:gd name="T8" fmla="*/ 549 w 249"/>
                  <a:gd name="T9" fmla="*/ 372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9" h="224">
                    <a:moveTo>
                      <a:pt x="249" y="138"/>
                    </a:moveTo>
                    <a:cubicBezTo>
                      <a:pt x="249" y="214"/>
                      <a:pt x="197" y="216"/>
                      <a:pt x="129" y="219"/>
                    </a:cubicBezTo>
                    <a:cubicBezTo>
                      <a:pt x="37" y="224"/>
                      <a:pt x="4" y="157"/>
                      <a:pt x="3" y="125"/>
                    </a:cubicBezTo>
                    <a:cubicBezTo>
                      <a:pt x="0" y="48"/>
                      <a:pt x="56" y="0"/>
                      <a:pt x="125" y="0"/>
                    </a:cubicBezTo>
                    <a:cubicBezTo>
                      <a:pt x="193" y="0"/>
                      <a:pt x="249" y="62"/>
                      <a:pt x="249" y="138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35" name="Freeform 478">
                <a:extLst>
                  <a:ext uri="{FF2B5EF4-FFF2-40B4-BE49-F238E27FC236}">
                    <a16:creationId xmlns:a16="http://schemas.microsoft.com/office/drawing/2014/main" id="{40EEF143-454E-466A-A098-8B43E2EA3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008"/>
                <a:ext cx="197" cy="267"/>
              </a:xfrm>
              <a:custGeom>
                <a:avLst/>
                <a:gdLst>
                  <a:gd name="T0" fmla="*/ 94 w 151"/>
                  <a:gd name="T1" fmla="*/ 474 h 192"/>
                  <a:gd name="T2" fmla="*/ 9 w 151"/>
                  <a:gd name="T3" fmla="*/ 360 h 192"/>
                  <a:gd name="T4" fmla="*/ 21 w 151"/>
                  <a:gd name="T5" fmla="*/ 234 h 192"/>
                  <a:gd name="T6" fmla="*/ 119 w 151"/>
                  <a:gd name="T7" fmla="*/ 122 h 192"/>
                  <a:gd name="T8" fmla="*/ 211 w 151"/>
                  <a:gd name="T9" fmla="*/ 11 h 192"/>
                  <a:gd name="T10" fmla="*/ 301 w 151"/>
                  <a:gd name="T11" fmla="*/ 97 h 192"/>
                  <a:gd name="T12" fmla="*/ 324 w 151"/>
                  <a:gd name="T13" fmla="*/ 317 h 192"/>
                  <a:gd name="T14" fmla="*/ 213 w 151"/>
                  <a:gd name="T15" fmla="*/ 407 h 192"/>
                  <a:gd name="T16" fmla="*/ 94 w 151"/>
                  <a:gd name="T17" fmla="*/ 474 h 1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192">
                    <a:moveTo>
                      <a:pt x="42" y="176"/>
                    </a:moveTo>
                    <a:cubicBezTo>
                      <a:pt x="30" y="166"/>
                      <a:pt x="9" y="149"/>
                      <a:pt x="4" y="134"/>
                    </a:cubicBezTo>
                    <a:cubicBezTo>
                      <a:pt x="0" y="119"/>
                      <a:pt x="0" y="100"/>
                      <a:pt x="9" y="87"/>
                    </a:cubicBezTo>
                    <a:cubicBezTo>
                      <a:pt x="21" y="71"/>
                      <a:pt x="41" y="62"/>
                      <a:pt x="54" y="45"/>
                    </a:cubicBezTo>
                    <a:cubicBezTo>
                      <a:pt x="65" y="29"/>
                      <a:pt x="74" y="8"/>
                      <a:pt x="95" y="4"/>
                    </a:cubicBezTo>
                    <a:cubicBezTo>
                      <a:pt x="116" y="0"/>
                      <a:pt x="130" y="18"/>
                      <a:pt x="136" y="36"/>
                    </a:cubicBezTo>
                    <a:cubicBezTo>
                      <a:pt x="145" y="61"/>
                      <a:pt x="151" y="91"/>
                      <a:pt x="146" y="118"/>
                    </a:cubicBezTo>
                    <a:cubicBezTo>
                      <a:pt x="140" y="146"/>
                      <a:pt x="119" y="137"/>
                      <a:pt x="96" y="152"/>
                    </a:cubicBezTo>
                    <a:cubicBezTo>
                      <a:pt x="86" y="159"/>
                      <a:pt x="62" y="192"/>
                      <a:pt x="42" y="176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36" name="Freeform 479">
                <a:extLst>
                  <a:ext uri="{FF2B5EF4-FFF2-40B4-BE49-F238E27FC236}">
                    <a16:creationId xmlns:a16="http://schemas.microsoft.com/office/drawing/2014/main" id="{54B5D5DA-8BCF-403B-9099-E9B4FE319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025"/>
                <a:ext cx="111" cy="193"/>
              </a:xfrm>
              <a:custGeom>
                <a:avLst/>
                <a:gdLst>
                  <a:gd name="T0" fmla="*/ 189 w 85"/>
                  <a:gd name="T1" fmla="*/ 0 h 139"/>
                  <a:gd name="T2" fmla="*/ 133 w 85"/>
                  <a:gd name="T3" fmla="*/ 372 h 139"/>
                  <a:gd name="T4" fmla="*/ 189 w 85"/>
                  <a:gd name="T5" fmla="*/ 0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39">
                    <a:moveTo>
                      <a:pt x="85" y="0"/>
                    </a:moveTo>
                    <a:cubicBezTo>
                      <a:pt x="85" y="0"/>
                      <a:pt x="13" y="43"/>
                      <a:pt x="60" y="139"/>
                    </a:cubicBezTo>
                    <a:cubicBezTo>
                      <a:pt x="60" y="139"/>
                      <a:pt x="0" y="49"/>
                      <a:pt x="85" y="0"/>
                    </a:cubicBezTo>
                    <a:close/>
                  </a:path>
                </a:pathLst>
              </a:custGeom>
              <a:solidFill>
                <a:srgbClr val="F1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37" name="Freeform 480">
                <a:extLst>
                  <a:ext uri="{FF2B5EF4-FFF2-40B4-BE49-F238E27FC236}">
                    <a16:creationId xmlns:a16="http://schemas.microsoft.com/office/drawing/2014/main" id="{449EE547-D045-41CC-9B7E-AE79439DE0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59" y="980"/>
                <a:ext cx="337" cy="654"/>
              </a:xfrm>
              <a:custGeom>
                <a:avLst/>
                <a:gdLst>
                  <a:gd name="T0" fmla="*/ 289 w 258"/>
                  <a:gd name="T1" fmla="*/ 0 h 470"/>
                  <a:gd name="T2" fmla="*/ 0 w 258"/>
                  <a:gd name="T3" fmla="*/ 633 h 470"/>
                  <a:gd name="T4" fmla="*/ 289 w 258"/>
                  <a:gd name="T5" fmla="*/ 1266 h 470"/>
                  <a:gd name="T6" fmla="*/ 575 w 258"/>
                  <a:gd name="T7" fmla="*/ 633 h 470"/>
                  <a:gd name="T8" fmla="*/ 289 w 258"/>
                  <a:gd name="T9" fmla="*/ 0 h 470"/>
                  <a:gd name="T10" fmla="*/ 316 w 258"/>
                  <a:gd name="T11" fmla="*/ 536 h 470"/>
                  <a:gd name="T12" fmla="*/ 29 w 258"/>
                  <a:gd name="T13" fmla="*/ 449 h 470"/>
                  <a:gd name="T14" fmla="*/ 282 w 258"/>
                  <a:gd name="T15" fmla="*/ 25 h 470"/>
                  <a:gd name="T16" fmla="*/ 551 w 258"/>
                  <a:gd name="T17" fmla="*/ 550 h 470"/>
                  <a:gd name="T18" fmla="*/ 316 w 258"/>
                  <a:gd name="T19" fmla="*/ 536 h 4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8" h="470">
                    <a:moveTo>
                      <a:pt x="129" y="0"/>
                    </a:moveTo>
                    <a:cubicBezTo>
                      <a:pt x="58" y="0"/>
                      <a:pt x="0" y="106"/>
                      <a:pt x="0" y="235"/>
                    </a:cubicBezTo>
                    <a:cubicBezTo>
                      <a:pt x="0" y="365"/>
                      <a:pt x="58" y="470"/>
                      <a:pt x="129" y="470"/>
                    </a:cubicBezTo>
                    <a:cubicBezTo>
                      <a:pt x="200" y="470"/>
                      <a:pt x="258" y="365"/>
                      <a:pt x="258" y="235"/>
                    </a:cubicBezTo>
                    <a:cubicBezTo>
                      <a:pt x="258" y="106"/>
                      <a:pt x="200" y="0"/>
                      <a:pt x="129" y="0"/>
                    </a:cubicBezTo>
                    <a:close/>
                    <a:moveTo>
                      <a:pt x="142" y="199"/>
                    </a:moveTo>
                    <a:cubicBezTo>
                      <a:pt x="103" y="199"/>
                      <a:pt x="5" y="251"/>
                      <a:pt x="13" y="167"/>
                    </a:cubicBezTo>
                    <a:cubicBezTo>
                      <a:pt x="29" y="79"/>
                      <a:pt x="75" y="9"/>
                      <a:pt x="126" y="9"/>
                    </a:cubicBezTo>
                    <a:cubicBezTo>
                      <a:pt x="184" y="9"/>
                      <a:pt x="238" y="99"/>
                      <a:pt x="247" y="204"/>
                    </a:cubicBezTo>
                    <a:cubicBezTo>
                      <a:pt x="249" y="261"/>
                      <a:pt x="180" y="199"/>
                      <a:pt x="142" y="199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38" name="Freeform 481">
                <a:extLst>
                  <a:ext uri="{FF2B5EF4-FFF2-40B4-BE49-F238E27FC236}">
                    <a16:creationId xmlns:a16="http://schemas.microsoft.com/office/drawing/2014/main" id="{A8C06DAB-1F32-456D-89A6-1D4AFCE02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989"/>
                <a:ext cx="55" cy="51"/>
              </a:xfrm>
              <a:custGeom>
                <a:avLst/>
                <a:gdLst>
                  <a:gd name="T0" fmla="*/ 94 w 42"/>
                  <a:gd name="T1" fmla="*/ 14 h 37"/>
                  <a:gd name="T2" fmla="*/ 0 w 42"/>
                  <a:gd name="T3" fmla="*/ 90 h 37"/>
                  <a:gd name="T4" fmla="*/ 94 w 42"/>
                  <a:gd name="T5" fmla="*/ 1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42" y="5"/>
                    </a:moveTo>
                    <a:cubicBezTo>
                      <a:pt x="42" y="5"/>
                      <a:pt x="11" y="0"/>
                      <a:pt x="0" y="34"/>
                    </a:cubicBezTo>
                    <a:cubicBezTo>
                      <a:pt x="0" y="34"/>
                      <a:pt x="34" y="37"/>
                      <a:pt x="42" y="5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39" name="Freeform 482">
                <a:extLst>
                  <a:ext uri="{FF2B5EF4-FFF2-40B4-BE49-F238E27FC236}">
                    <a16:creationId xmlns:a16="http://schemas.microsoft.com/office/drawing/2014/main" id="{AC083A91-BF3A-4857-8722-687114DA2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036"/>
                <a:ext cx="50" cy="46"/>
              </a:xfrm>
              <a:custGeom>
                <a:avLst/>
                <a:gdLst>
                  <a:gd name="T0" fmla="*/ 59 w 38"/>
                  <a:gd name="T1" fmla="*/ 0 h 33"/>
                  <a:gd name="T2" fmla="*/ 12 w 38"/>
                  <a:gd name="T3" fmla="*/ 82 h 33"/>
                  <a:gd name="T4" fmla="*/ 59 w 3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3">
                    <a:moveTo>
                      <a:pt x="26" y="0"/>
                    </a:moveTo>
                    <a:cubicBezTo>
                      <a:pt x="26" y="0"/>
                      <a:pt x="0" y="4"/>
                      <a:pt x="5" y="30"/>
                    </a:cubicBezTo>
                    <a:cubicBezTo>
                      <a:pt x="5" y="30"/>
                      <a:pt x="38" y="33"/>
                      <a:pt x="26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40" name="Freeform 483">
                <a:extLst>
                  <a:ext uri="{FF2B5EF4-FFF2-40B4-BE49-F238E27FC236}">
                    <a16:creationId xmlns:a16="http://schemas.microsoft.com/office/drawing/2014/main" id="{756B2EF4-7D42-4B19-B0BF-ED3E33DF6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078"/>
                <a:ext cx="37" cy="53"/>
              </a:xfrm>
              <a:custGeom>
                <a:avLst/>
                <a:gdLst>
                  <a:gd name="T0" fmla="*/ 42 w 28"/>
                  <a:gd name="T1" fmla="*/ 0 h 38"/>
                  <a:gd name="T2" fmla="*/ 0 w 28"/>
                  <a:gd name="T3" fmla="*/ 103 h 38"/>
                  <a:gd name="T4" fmla="*/ 42 w 2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18" y="0"/>
                    </a:moveTo>
                    <a:cubicBezTo>
                      <a:pt x="18" y="0"/>
                      <a:pt x="0" y="3"/>
                      <a:pt x="0" y="38"/>
                    </a:cubicBezTo>
                    <a:cubicBezTo>
                      <a:pt x="0" y="38"/>
                      <a:pt x="28" y="27"/>
                      <a:pt x="1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41" name="Freeform 484">
                <a:extLst>
                  <a:ext uri="{FF2B5EF4-FFF2-40B4-BE49-F238E27FC236}">
                    <a16:creationId xmlns:a16="http://schemas.microsoft.com/office/drawing/2014/main" id="{C909FB7B-65F7-45D9-B96C-A7694918E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131"/>
                <a:ext cx="26" cy="44"/>
              </a:xfrm>
              <a:custGeom>
                <a:avLst/>
                <a:gdLst>
                  <a:gd name="T0" fmla="*/ 30 w 20"/>
                  <a:gd name="T1" fmla="*/ 0 h 32"/>
                  <a:gd name="T2" fmla="*/ 7 w 20"/>
                  <a:gd name="T3" fmla="*/ 84 h 32"/>
                  <a:gd name="T4" fmla="*/ 30 w 2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14" y="0"/>
                    </a:moveTo>
                    <a:cubicBezTo>
                      <a:pt x="14" y="0"/>
                      <a:pt x="0" y="8"/>
                      <a:pt x="3" y="32"/>
                    </a:cubicBezTo>
                    <a:cubicBezTo>
                      <a:pt x="3" y="32"/>
                      <a:pt x="20" y="22"/>
                      <a:pt x="14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42" name="Freeform 485">
                <a:extLst>
                  <a:ext uri="{FF2B5EF4-FFF2-40B4-BE49-F238E27FC236}">
                    <a16:creationId xmlns:a16="http://schemas.microsoft.com/office/drawing/2014/main" id="{E2330CC9-8834-4F44-AE38-C246C5FED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175"/>
                <a:ext cx="45" cy="59"/>
              </a:xfrm>
              <a:custGeom>
                <a:avLst/>
                <a:gdLst>
                  <a:gd name="T0" fmla="*/ 42 w 34"/>
                  <a:gd name="T1" fmla="*/ 0 h 42"/>
                  <a:gd name="T2" fmla="*/ 26 w 34"/>
                  <a:gd name="T3" fmla="*/ 117 h 42"/>
                  <a:gd name="T4" fmla="*/ 42 w 3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2">
                    <a:moveTo>
                      <a:pt x="18" y="0"/>
                    </a:moveTo>
                    <a:cubicBezTo>
                      <a:pt x="18" y="0"/>
                      <a:pt x="0" y="11"/>
                      <a:pt x="11" y="42"/>
                    </a:cubicBezTo>
                    <a:cubicBezTo>
                      <a:pt x="11" y="42"/>
                      <a:pt x="34" y="22"/>
                      <a:pt x="1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43" name="Freeform 486">
                <a:extLst>
                  <a:ext uri="{FF2B5EF4-FFF2-40B4-BE49-F238E27FC236}">
                    <a16:creationId xmlns:a16="http://schemas.microsoft.com/office/drawing/2014/main" id="{1C07F3C0-F910-4B5B-9C82-F1D5A3463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188"/>
                <a:ext cx="48" cy="65"/>
              </a:xfrm>
              <a:custGeom>
                <a:avLst/>
                <a:gdLst>
                  <a:gd name="T0" fmla="*/ 27 w 37"/>
                  <a:gd name="T1" fmla="*/ 0 h 47"/>
                  <a:gd name="T2" fmla="*/ 44 w 37"/>
                  <a:gd name="T3" fmla="*/ 124 h 47"/>
                  <a:gd name="T4" fmla="*/ 27 w 37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7">
                    <a:moveTo>
                      <a:pt x="12" y="0"/>
                    </a:moveTo>
                    <a:cubicBezTo>
                      <a:pt x="12" y="0"/>
                      <a:pt x="0" y="30"/>
                      <a:pt x="20" y="47"/>
                    </a:cubicBezTo>
                    <a:cubicBezTo>
                      <a:pt x="20" y="47"/>
                      <a:pt x="37" y="22"/>
                      <a:pt x="12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44" name="Freeform 487">
                <a:extLst>
                  <a:ext uri="{FF2B5EF4-FFF2-40B4-BE49-F238E27FC236}">
                    <a16:creationId xmlns:a16="http://schemas.microsoft.com/office/drawing/2014/main" id="{70C0BD27-E20C-4F74-9C6B-FF7BC23F7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107"/>
                <a:ext cx="54" cy="81"/>
              </a:xfrm>
              <a:custGeom>
                <a:avLst/>
                <a:gdLst>
                  <a:gd name="T0" fmla="*/ 18 w 41"/>
                  <a:gd name="T1" fmla="*/ 0 h 58"/>
                  <a:gd name="T2" fmla="*/ 65 w 41"/>
                  <a:gd name="T3" fmla="*/ 158 h 58"/>
                  <a:gd name="T4" fmla="*/ 18 w 4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8">
                    <a:moveTo>
                      <a:pt x="8" y="0"/>
                    </a:moveTo>
                    <a:cubicBezTo>
                      <a:pt x="8" y="0"/>
                      <a:pt x="0" y="40"/>
                      <a:pt x="28" y="58"/>
                    </a:cubicBezTo>
                    <a:cubicBezTo>
                      <a:pt x="28" y="58"/>
                      <a:pt x="41" y="19"/>
                      <a:pt x="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45" name="Freeform 488">
                <a:extLst>
                  <a:ext uri="{FF2B5EF4-FFF2-40B4-BE49-F238E27FC236}">
                    <a16:creationId xmlns:a16="http://schemas.microsoft.com/office/drawing/2014/main" id="{6B73C7E3-AE35-4980-963C-82CF5EB17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058"/>
                <a:ext cx="34" cy="49"/>
              </a:xfrm>
              <a:custGeom>
                <a:avLst/>
                <a:gdLst>
                  <a:gd name="T0" fmla="*/ 0 w 26"/>
                  <a:gd name="T1" fmla="*/ 0 h 35"/>
                  <a:gd name="T2" fmla="*/ 46 w 26"/>
                  <a:gd name="T3" fmla="*/ 97 h 35"/>
                  <a:gd name="T4" fmla="*/ 0 w 2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0" y="0"/>
                    </a:moveTo>
                    <a:cubicBezTo>
                      <a:pt x="0" y="0"/>
                      <a:pt x="0" y="28"/>
                      <a:pt x="21" y="35"/>
                    </a:cubicBezTo>
                    <a:cubicBezTo>
                      <a:pt x="21" y="35"/>
                      <a:pt x="26" y="10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46" name="Freeform 489">
                <a:extLst>
                  <a:ext uri="{FF2B5EF4-FFF2-40B4-BE49-F238E27FC236}">
                    <a16:creationId xmlns:a16="http://schemas.microsoft.com/office/drawing/2014/main" id="{53B31799-2E00-405C-B3B9-1A7D85368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008"/>
                <a:ext cx="50" cy="50"/>
              </a:xfrm>
              <a:custGeom>
                <a:avLst/>
                <a:gdLst>
                  <a:gd name="T0" fmla="*/ 0 w 38"/>
                  <a:gd name="T1" fmla="*/ 0 h 36"/>
                  <a:gd name="T2" fmla="*/ 82 w 38"/>
                  <a:gd name="T3" fmla="*/ 96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9" y="30"/>
                      <a:pt x="36" y="36"/>
                    </a:cubicBezTo>
                    <a:cubicBezTo>
                      <a:pt x="36" y="36"/>
                      <a:pt x="38" y="4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47" name="Freeform 490">
                <a:extLst>
                  <a:ext uri="{FF2B5EF4-FFF2-40B4-BE49-F238E27FC236}">
                    <a16:creationId xmlns:a16="http://schemas.microsoft.com/office/drawing/2014/main" id="{9BAE8F27-7274-475B-AD35-5372E1BC6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968"/>
                <a:ext cx="66" cy="51"/>
              </a:xfrm>
              <a:custGeom>
                <a:avLst/>
                <a:gdLst>
                  <a:gd name="T0" fmla="*/ 0 w 51"/>
                  <a:gd name="T1" fmla="*/ 54 h 37"/>
                  <a:gd name="T2" fmla="*/ 110 w 51"/>
                  <a:gd name="T3" fmla="*/ 76 h 37"/>
                  <a:gd name="T4" fmla="*/ 0 w 51"/>
                  <a:gd name="T5" fmla="*/ 5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7">
                    <a:moveTo>
                      <a:pt x="0" y="20"/>
                    </a:moveTo>
                    <a:cubicBezTo>
                      <a:pt x="0" y="20"/>
                      <a:pt x="25" y="37"/>
                      <a:pt x="51" y="29"/>
                    </a:cubicBezTo>
                    <a:cubicBezTo>
                      <a:pt x="51" y="29"/>
                      <a:pt x="34" y="0"/>
                      <a:pt x="0" y="2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48" name="Freeform 491">
                <a:extLst>
                  <a:ext uri="{FF2B5EF4-FFF2-40B4-BE49-F238E27FC236}">
                    <a16:creationId xmlns:a16="http://schemas.microsoft.com/office/drawing/2014/main" id="{00081703-3376-4C9D-9E81-0677B360F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047"/>
                <a:ext cx="18" cy="20"/>
              </a:xfrm>
              <a:custGeom>
                <a:avLst/>
                <a:gdLst>
                  <a:gd name="T0" fmla="*/ 24 w 14"/>
                  <a:gd name="T1" fmla="*/ 6 h 14"/>
                  <a:gd name="T2" fmla="*/ 22 w 14"/>
                  <a:gd name="T3" fmla="*/ 29 h 14"/>
                  <a:gd name="T4" fmla="*/ 1 w 14"/>
                  <a:gd name="T5" fmla="*/ 34 h 14"/>
                  <a:gd name="T6" fmla="*/ 8 w 14"/>
                  <a:gd name="T7" fmla="*/ 13 h 14"/>
                  <a:gd name="T8" fmla="*/ 24 w 14"/>
                  <a:gd name="T9" fmla="*/ 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2" y="2"/>
                    </a:moveTo>
                    <a:cubicBezTo>
                      <a:pt x="14" y="3"/>
                      <a:pt x="13" y="7"/>
                      <a:pt x="10" y="10"/>
                    </a:cubicBezTo>
                    <a:cubicBezTo>
                      <a:pt x="7" y="13"/>
                      <a:pt x="3" y="14"/>
                      <a:pt x="1" y="12"/>
                    </a:cubicBezTo>
                    <a:cubicBezTo>
                      <a:pt x="0" y="11"/>
                      <a:pt x="1" y="7"/>
                      <a:pt x="4" y="4"/>
                    </a:cubicBezTo>
                    <a:cubicBezTo>
                      <a:pt x="7" y="1"/>
                      <a:pt x="11" y="0"/>
                      <a:pt x="12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49" name="Freeform 492">
                <a:extLst>
                  <a:ext uri="{FF2B5EF4-FFF2-40B4-BE49-F238E27FC236}">
                    <a16:creationId xmlns:a16="http://schemas.microsoft.com/office/drawing/2014/main" id="{3F512067-7C1B-4F5F-87CE-7AD71F6AA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188"/>
                <a:ext cx="14" cy="22"/>
              </a:xfrm>
              <a:custGeom>
                <a:avLst/>
                <a:gdLst>
                  <a:gd name="T0" fmla="*/ 14 w 11"/>
                  <a:gd name="T1" fmla="*/ 1 h 16"/>
                  <a:gd name="T2" fmla="*/ 18 w 11"/>
                  <a:gd name="T3" fmla="*/ 23 h 16"/>
                  <a:gd name="T4" fmla="*/ 6 w 11"/>
                  <a:gd name="T5" fmla="*/ 40 h 16"/>
                  <a:gd name="T6" fmla="*/ 1 w 11"/>
                  <a:gd name="T7" fmla="*/ 19 h 16"/>
                  <a:gd name="T8" fmla="*/ 14 w 11"/>
                  <a:gd name="T9" fmla="*/ 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7" y="1"/>
                    </a:moveTo>
                    <a:cubicBezTo>
                      <a:pt x="10" y="2"/>
                      <a:pt x="11" y="5"/>
                      <a:pt x="9" y="9"/>
                    </a:cubicBezTo>
                    <a:cubicBezTo>
                      <a:pt x="8" y="13"/>
                      <a:pt x="5" y="16"/>
                      <a:pt x="3" y="15"/>
                    </a:cubicBezTo>
                    <a:cubicBezTo>
                      <a:pt x="1" y="15"/>
                      <a:pt x="0" y="11"/>
                      <a:pt x="1" y="7"/>
                    </a:cubicBezTo>
                    <a:cubicBezTo>
                      <a:pt x="2" y="3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50" name="Freeform 493">
                <a:extLst>
                  <a:ext uri="{FF2B5EF4-FFF2-40B4-BE49-F238E27FC236}">
                    <a16:creationId xmlns:a16="http://schemas.microsoft.com/office/drawing/2014/main" id="{C3E26B09-943B-426D-870F-98DB44E43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210"/>
                <a:ext cx="10" cy="22"/>
              </a:xfrm>
              <a:custGeom>
                <a:avLst/>
                <a:gdLst>
                  <a:gd name="T0" fmla="*/ 13 w 8"/>
                  <a:gd name="T1" fmla="*/ 41 h 16"/>
                  <a:gd name="T2" fmla="*/ 1 w 8"/>
                  <a:gd name="T3" fmla="*/ 23 h 16"/>
                  <a:gd name="T4" fmla="*/ 6 w 8"/>
                  <a:gd name="T5" fmla="*/ 1 h 16"/>
                  <a:gd name="T6" fmla="*/ 14 w 8"/>
                  <a:gd name="T7" fmla="*/ 21 h 16"/>
                  <a:gd name="T8" fmla="*/ 13 w 8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6" y="16"/>
                    </a:moveTo>
                    <a:cubicBezTo>
                      <a:pt x="4" y="16"/>
                      <a:pt x="2" y="13"/>
                      <a:pt x="1" y="9"/>
                    </a:cubicBezTo>
                    <a:cubicBezTo>
                      <a:pt x="0" y="5"/>
                      <a:pt x="1" y="1"/>
                      <a:pt x="3" y="1"/>
                    </a:cubicBezTo>
                    <a:cubicBezTo>
                      <a:pt x="4" y="0"/>
                      <a:pt x="7" y="4"/>
                      <a:pt x="7" y="8"/>
                    </a:cubicBezTo>
                    <a:cubicBezTo>
                      <a:pt x="8" y="12"/>
                      <a:pt x="8" y="16"/>
                      <a:pt x="6" y="16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51" name="Freeform 494">
                <a:extLst>
                  <a:ext uri="{FF2B5EF4-FFF2-40B4-BE49-F238E27FC236}">
                    <a16:creationId xmlns:a16="http://schemas.microsoft.com/office/drawing/2014/main" id="{C2DCDB27-E14A-446A-9DA7-81081AA43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131"/>
                <a:ext cx="17" cy="30"/>
              </a:xfrm>
              <a:custGeom>
                <a:avLst/>
                <a:gdLst>
                  <a:gd name="T0" fmla="*/ 22 w 13"/>
                  <a:gd name="T1" fmla="*/ 55 h 22"/>
                  <a:gd name="T2" fmla="*/ 5 w 13"/>
                  <a:gd name="T3" fmla="*/ 34 h 22"/>
                  <a:gd name="T4" fmla="*/ 5 w 13"/>
                  <a:gd name="T5" fmla="*/ 1 h 22"/>
                  <a:gd name="T6" fmla="*/ 22 w 13"/>
                  <a:gd name="T7" fmla="*/ 26 h 22"/>
                  <a:gd name="T8" fmla="*/ 22 w 13"/>
                  <a:gd name="T9" fmla="*/ 5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10" y="21"/>
                    </a:moveTo>
                    <a:cubicBezTo>
                      <a:pt x="8" y="22"/>
                      <a:pt x="4" y="18"/>
                      <a:pt x="2" y="13"/>
                    </a:cubicBezTo>
                    <a:cubicBezTo>
                      <a:pt x="0" y="7"/>
                      <a:pt x="0" y="2"/>
                      <a:pt x="2" y="1"/>
                    </a:cubicBezTo>
                    <a:cubicBezTo>
                      <a:pt x="5" y="0"/>
                      <a:pt x="8" y="4"/>
                      <a:pt x="10" y="10"/>
                    </a:cubicBezTo>
                    <a:cubicBezTo>
                      <a:pt x="13" y="15"/>
                      <a:pt x="12" y="21"/>
                      <a:pt x="10" y="2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52" name="Freeform 495">
                <a:extLst>
                  <a:ext uri="{FF2B5EF4-FFF2-40B4-BE49-F238E27FC236}">
                    <a16:creationId xmlns:a16="http://schemas.microsoft.com/office/drawing/2014/main" id="{01B8EA71-F633-4930-B9CF-50BC2D2F4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078"/>
                <a:ext cx="11" cy="16"/>
              </a:xfrm>
              <a:custGeom>
                <a:avLst/>
                <a:gdLst>
                  <a:gd name="T0" fmla="*/ 15 w 9"/>
                  <a:gd name="T1" fmla="*/ 28 h 12"/>
                  <a:gd name="T2" fmla="*/ 2 w 9"/>
                  <a:gd name="T3" fmla="*/ 16 h 12"/>
                  <a:gd name="T4" fmla="*/ 1 w 9"/>
                  <a:gd name="T5" fmla="*/ 1 h 12"/>
                  <a:gd name="T6" fmla="*/ 13 w 9"/>
                  <a:gd name="T7" fmla="*/ 12 h 12"/>
                  <a:gd name="T8" fmla="*/ 15 w 9"/>
                  <a:gd name="T9" fmla="*/ 2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8" y="12"/>
                    </a:moveTo>
                    <a:cubicBezTo>
                      <a:pt x="6" y="12"/>
                      <a:pt x="4" y="10"/>
                      <a:pt x="2" y="7"/>
                    </a:cubicBezTo>
                    <a:cubicBezTo>
                      <a:pt x="0" y="5"/>
                      <a:pt x="0" y="1"/>
                      <a:pt x="1" y="1"/>
                    </a:cubicBezTo>
                    <a:cubicBezTo>
                      <a:pt x="2" y="0"/>
                      <a:pt x="5" y="2"/>
                      <a:pt x="7" y="5"/>
                    </a:cubicBezTo>
                    <a:cubicBezTo>
                      <a:pt x="8" y="8"/>
                      <a:pt x="9" y="11"/>
                      <a:pt x="8" y="1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53" name="Freeform 496">
                <a:extLst>
                  <a:ext uri="{FF2B5EF4-FFF2-40B4-BE49-F238E27FC236}">
                    <a16:creationId xmlns:a16="http://schemas.microsoft.com/office/drawing/2014/main" id="{B6CA231A-50B0-4B1B-9911-E5431FF7D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025"/>
                <a:ext cx="20" cy="22"/>
              </a:xfrm>
              <a:custGeom>
                <a:avLst/>
                <a:gdLst>
                  <a:gd name="T0" fmla="*/ 29 w 16"/>
                  <a:gd name="T1" fmla="*/ 36 h 16"/>
                  <a:gd name="T2" fmla="*/ 10 w 16"/>
                  <a:gd name="T3" fmla="*/ 26 h 16"/>
                  <a:gd name="T4" fmla="*/ 5 w 16"/>
                  <a:gd name="T5" fmla="*/ 1 h 16"/>
                  <a:gd name="T6" fmla="*/ 23 w 16"/>
                  <a:gd name="T7" fmla="*/ 14 h 16"/>
                  <a:gd name="T8" fmla="*/ 29 w 16"/>
                  <a:gd name="T9" fmla="*/ 3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4"/>
                    </a:moveTo>
                    <a:cubicBezTo>
                      <a:pt x="13" y="16"/>
                      <a:pt x="9" y="14"/>
                      <a:pt x="5" y="10"/>
                    </a:cubicBezTo>
                    <a:cubicBezTo>
                      <a:pt x="2" y="7"/>
                      <a:pt x="0" y="3"/>
                      <a:pt x="2" y="1"/>
                    </a:cubicBezTo>
                    <a:cubicBezTo>
                      <a:pt x="3" y="0"/>
                      <a:pt x="7" y="2"/>
                      <a:pt x="11" y="5"/>
                    </a:cubicBezTo>
                    <a:cubicBezTo>
                      <a:pt x="14" y="9"/>
                      <a:pt x="16" y="13"/>
                      <a:pt x="14" y="14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54" name="Freeform 497">
                <a:extLst>
                  <a:ext uri="{FF2B5EF4-FFF2-40B4-BE49-F238E27FC236}">
                    <a16:creationId xmlns:a16="http://schemas.microsoft.com/office/drawing/2014/main" id="{F9F494A9-5621-46F6-A3ED-E25B96A9A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990"/>
                <a:ext cx="21" cy="15"/>
              </a:xfrm>
              <a:custGeom>
                <a:avLst/>
                <a:gdLst>
                  <a:gd name="T0" fmla="*/ 37 w 16"/>
                  <a:gd name="T1" fmla="*/ 19 h 11"/>
                  <a:gd name="T2" fmla="*/ 18 w 16"/>
                  <a:gd name="T3" fmla="*/ 26 h 11"/>
                  <a:gd name="T4" fmla="*/ 1 w 16"/>
                  <a:gd name="T5" fmla="*/ 10 h 11"/>
                  <a:gd name="T6" fmla="*/ 21 w 16"/>
                  <a:gd name="T7" fmla="*/ 1 h 11"/>
                  <a:gd name="T8" fmla="*/ 37 w 16"/>
                  <a:gd name="T9" fmla="*/ 1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1">
                    <a:moveTo>
                      <a:pt x="16" y="7"/>
                    </a:moveTo>
                    <a:cubicBezTo>
                      <a:pt x="15" y="9"/>
                      <a:pt x="12" y="11"/>
                      <a:pt x="8" y="10"/>
                    </a:cubicBezTo>
                    <a:cubicBezTo>
                      <a:pt x="3" y="9"/>
                      <a:pt x="0" y="6"/>
                      <a:pt x="1" y="4"/>
                    </a:cubicBezTo>
                    <a:cubicBezTo>
                      <a:pt x="1" y="2"/>
                      <a:pt x="5" y="0"/>
                      <a:pt x="9" y="1"/>
                    </a:cubicBezTo>
                    <a:cubicBezTo>
                      <a:pt x="13" y="2"/>
                      <a:pt x="16" y="5"/>
                      <a:pt x="16" y="7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55" name="Freeform 498">
                <a:extLst>
                  <a:ext uri="{FF2B5EF4-FFF2-40B4-BE49-F238E27FC236}">
                    <a16:creationId xmlns:a16="http://schemas.microsoft.com/office/drawing/2014/main" id="{A275A273-117C-49D5-96BC-6FF1BB4AF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007"/>
                <a:ext cx="19" cy="18"/>
              </a:xfrm>
              <a:custGeom>
                <a:avLst/>
                <a:gdLst>
                  <a:gd name="T0" fmla="*/ 29 w 15"/>
                  <a:gd name="T1" fmla="*/ 1 h 13"/>
                  <a:gd name="T2" fmla="*/ 23 w 15"/>
                  <a:gd name="T3" fmla="*/ 26 h 13"/>
                  <a:gd name="T4" fmla="*/ 5 w 15"/>
                  <a:gd name="T5" fmla="*/ 29 h 13"/>
                  <a:gd name="T6" fmla="*/ 10 w 15"/>
                  <a:gd name="T7" fmla="*/ 8 h 13"/>
                  <a:gd name="T8" fmla="*/ 29 w 15"/>
                  <a:gd name="T9" fmla="*/ 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4" y="1"/>
                    </a:moveTo>
                    <a:cubicBezTo>
                      <a:pt x="15" y="3"/>
                      <a:pt x="14" y="7"/>
                      <a:pt x="11" y="10"/>
                    </a:cubicBezTo>
                    <a:cubicBezTo>
                      <a:pt x="7" y="12"/>
                      <a:pt x="3" y="13"/>
                      <a:pt x="2" y="11"/>
                    </a:cubicBezTo>
                    <a:cubicBezTo>
                      <a:pt x="0" y="9"/>
                      <a:pt x="2" y="6"/>
                      <a:pt x="5" y="3"/>
                    </a:cubicBezTo>
                    <a:cubicBezTo>
                      <a:pt x="9" y="0"/>
                      <a:pt x="12" y="0"/>
                      <a:pt x="14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56" name="Freeform 499">
                <a:extLst>
                  <a:ext uri="{FF2B5EF4-FFF2-40B4-BE49-F238E27FC236}">
                    <a16:creationId xmlns:a16="http://schemas.microsoft.com/office/drawing/2014/main" id="{4F3329E6-8909-425F-B709-4B3DD42B9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086"/>
                <a:ext cx="16" cy="22"/>
              </a:xfrm>
              <a:custGeom>
                <a:avLst/>
                <a:gdLst>
                  <a:gd name="T0" fmla="*/ 21 w 12"/>
                  <a:gd name="T1" fmla="*/ 1 h 16"/>
                  <a:gd name="T2" fmla="*/ 23 w 12"/>
                  <a:gd name="T3" fmla="*/ 26 h 16"/>
                  <a:gd name="T4" fmla="*/ 7 w 12"/>
                  <a:gd name="T5" fmla="*/ 40 h 16"/>
                  <a:gd name="T6" fmla="*/ 5 w 12"/>
                  <a:gd name="T7" fmla="*/ 15 h 16"/>
                  <a:gd name="T8" fmla="*/ 21 w 12"/>
                  <a:gd name="T9" fmla="*/ 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9" y="1"/>
                    </a:moveTo>
                    <a:cubicBezTo>
                      <a:pt x="12" y="2"/>
                      <a:pt x="12" y="6"/>
                      <a:pt x="10" y="10"/>
                    </a:cubicBezTo>
                    <a:cubicBezTo>
                      <a:pt x="8" y="14"/>
                      <a:pt x="5" y="16"/>
                      <a:pt x="3" y="15"/>
                    </a:cubicBezTo>
                    <a:cubicBezTo>
                      <a:pt x="1" y="14"/>
                      <a:pt x="0" y="10"/>
                      <a:pt x="2" y="6"/>
                    </a:cubicBezTo>
                    <a:cubicBezTo>
                      <a:pt x="4" y="3"/>
                      <a:pt x="7" y="0"/>
                      <a:pt x="9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57" name="Freeform 500">
                <a:extLst>
                  <a:ext uri="{FF2B5EF4-FFF2-40B4-BE49-F238E27FC236}">
                    <a16:creationId xmlns:a16="http://schemas.microsoft.com/office/drawing/2014/main" id="{5BA02916-1830-4043-ADAA-D8D40B6F5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147"/>
                <a:ext cx="8" cy="13"/>
              </a:xfrm>
              <a:custGeom>
                <a:avLst/>
                <a:gdLst>
                  <a:gd name="T0" fmla="*/ 12 w 6"/>
                  <a:gd name="T1" fmla="*/ 1 h 9"/>
                  <a:gd name="T2" fmla="*/ 12 w 6"/>
                  <a:gd name="T3" fmla="*/ 14 h 9"/>
                  <a:gd name="T4" fmla="*/ 5 w 6"/>
                  <a:gd name="T5" fmla="*/ 25 h 9"/>
                  <a:gd name="T6" fmla="*/ 1 w 6"/>
                  <a:gd name="T7" fmla="*/ 13 h 9"/>
                  <a:gd name="T8" fmla="*/ 12 w 6"/>
                  <a:gd name="T9" fmla="*/ 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5" y="1"/>
                    </a:moveTo>
                    <a:cubicBezTo>
                      <a:pt x="6" y="1"/>
                      <a:pt x="6" y="4"/>
                      <a:pt x="5" y="5"/>
                    </a:cubicBezTo>
                    <a:cubicBezTo>
                      <a:pt x="4" y="7"/>
                      <a:pt x="3" y="9"/>
                      <a:pt x="2" y="8"/>
                    </a:cubicBezTo>
                    <a:cubicBezTo>
                      <a:pt x="1" y="7"/>
                      <a:pt x="0" y="5"/>
                      <a:pt x="1" y="4"/>
                    </a:cubicBezTo>
                    <a:cubicBezTo>
                      <a:pt x="2" y="2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58" name="Oval 501">
                <a:extLst>
                  <a:ext uri="{FF2B5EF4-FFF2-40B4-BE49-F238E27FC236}">
                    <a16:creationId xmlns:a16="http://schemas.microsoft.com/office/drawing/2014/main" id="{DC1185FA-4D43-4599-AD13-23B57E20E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980"/>
                <a:ext cx="337" cy="654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2859" name="Freeform 502">
                <a:extLst>
                  <a:ext uri="{FF2B5EF4-FFF2-40B4-BE49-F238E27FC236}">
                    <a16:creationId xmlns:a16="http://schemas.microsoft.com/office/drawing/2014/main" id="{988438F8-6B56-4955-9E6D-2F48C69BC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989"/>
                <a:ext cx="55" cy="51"/>
              </a:xfrm>
              <a:custGeom>
                <a:avLst/>
                <a:gdLst>
                  <a:gd name="T0" fmla="*/ 94 w 42"/>
                  <a:gd name="T1" fmla="*/ 14 h 37"/>
                  <a:gd name="T2" fmla="*/ 0 w 42"/>
                  <a:gd name="T3" fmla="*/ 90 h 37"/>
                  <a:gd name="T4" fmla="*/ 94 w 42"/>
                  <a:gd name="T5" fmla="*/ 1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42" y="5"/>
                    </a:moveTo>
                    <a:cubicBezTo>
                      <a:pt x="42" y="5"/>
                      <a:pt x="11" y="0"/>
                      <a:pt x="0" y="34"/>
                    </a:cubicBezTo>
                    <a:cubicBezTo>
                      <a:pt x="0" y="34"/>
                      <a:pt x="34" y="37"/>
                      <a:pt x="42" y="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60" name="Freeform 503">
                <a:extLst>
                  <a:ext uri="{FF2B5EF4-FFF2-40B4-BE49-F238E27FC236}">
                    <a16:creationId xmlns:a16="http://schemas.microsoft.com/office/drawing/2014/main" id="{05A1F3CB-0BB3-422B-AD6E-25815018E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036"/>
                <a:ext cx="50" cy="46"/>
              </a:xfrm>
              <a:custGeom>
                <a:avLst/>
                <a:gdLst>
                  <a:gd name="T0" fmla="*/ 59 w 38"/>
                  <a:gd name="T1" fmla="*/ 0 h 33"/>
                  <a:gd name="T2" fmla="*/ 12 w 38"/>
                  <a:gd name="T3" fmla="*/ 82 h 33"/>
                  <a:gd name="T4" fmla="*/ 59 w 3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3">
                    <a:moveTo>
                      <a:pt x="26" y="0"/>
                    </a:moveTo>
                    <a:cubicBezTo>
                      <a:pt x="26" y="0"/>
                      <a:pt x="0" y="4"/>
                      <a:pt x="5" y="30"/>
                    </a:cubicBezTo>
                    <a:cubicBezTo>
                      <a:pt x="5" y="30"/>
                      <a:pt x="38" y="33"/>
                      <a:pt x="26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61" name="Freeform 504">
                <a:extLst>
                  <a:ext uri="{FF2B5EF4-FFF2-40B4-BE49-F238E27FC236}">
                    <a16:creationId xmlns:a16="http://schemas.microsoft.com/office/drawing/2014/main" id="{2F977EED-D84A-4CD8-AF96-8AA0888F9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078"/>
                <a:ext cx="37" cy="53"/>
              </a:xfrm>
              <a:custGeom>
                <a:avLst/>
                <a:gdLst>
                  <a:gd name="T0" fmla="*/ 42 w 28"/>
                  <a:gd name="T1" fmla="*/ 0 h 38"/>
                  <a:gd name="T2" fmla="*/ 0 w 28"/>
                  <a:gd name="T3" fmla="*/ 103 h 38"/>
                  <a:gd name="T4" fmla="*/ 42 w 2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18" y="0"/>
                    </a:moveTo>
                    <a:cubicBezTo>
                      <a:pt x="18" y="0"/>
                      <a:pt x="0" y="3"/>
                      <a:pt x="0" y="38"/>
                    </a:cubicBezTo>
                    <a:cubicBezTo>
                      <a:pt x="0" y="38"/>
                      <a:pt x="28" y="27"/>
                      <a:pt x="18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62" name="Freeform 505">
                <a:extLst>
                  <a:ext uri="{FF2B5EF4-FFF2-40B4-BE49-F238E27FC236}">
                    <a16:creationId xmlns:a16="http://schemas.microsoft.com/office/drawing/2014/main" id="{BFC25881-959E-4AF4-BF97-E79635824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131"/>
                <a:ext cx="26" cy="44"/>
              </a:xfrm>
              <a:custGeom>
                <a:avLst/>
                <a:gdLst>
                  <a:gd name="T0" fmla="*/ 30 w 20"/>
                  <a:gd name="T1" fmla="*/ 0 h 32"/>
                  <a:gd name="T2" fmla="*/ 7 w 20"/>
                  <a:gd name="T3" fmla="*/ 84 h 32"/>
                  <a:gd name="T4" fmla="*/ 30 w 2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14" y="0"/>
                    </a:moveTo>
                    <a:cubicBezTo>
                      <a:pt x="14" y="0"/>
                      <a:pt x="0" y="8"/>
                      <a:pt x="3" y="32"/>
                    </a:cubicBezTo>
                    <a:cubicBezTo>
                      <a:pt x="3" y="32"/>
                      <a:pt x="20" y="22"/>
                      <a:pt x="14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63" name="Freeform 506">
                <a:extLst>
                  <a:ext uri="{FF2B5EF4-FFF2-40B4-BE49-F238E27FC236}">
                    <a16:creationId xmlns:a16="http://schemas.microsoft.com/office/drawing/2014/main" id="{9E005652-19C1-45B1-9C92-C5E3F14EC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175"/>
                <a:ext cx="45" cy="59"/>
              </a:xfrm>
              <a:custGeom>
                <a:avLst/>
                <a:gdLst>
                  <a:gd name="T0" fmla="*/ 42 w 34"/>
                  <a:gd name="T1" fmla="*/ 0 h 42"/>
                  <a:gd name="T2" fmla="*/ 26 w 34"/>
                  <a:gd name="T3" fmla="*/ 117 h 42"/>
                  <a:gd name="T4" fmla="*/ 42 w 3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2">
                    <a:moveTo>
                      <a:pt x="18" y="0"/>
                    </a:moveTo>
                    <a:cubicBezTo>
                      <a:pt x="18" y="0"/>
                      <a:pt x="0" y="11"/>
                      <a:pt x="11" y="42"/>
                    </a:cubicBezTo>
                    <a:cubicBezTo>
                      <a:pt x="11" y="42"/>
                      <a:pt x="34" y="22"/>
                      <a:pt x="18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64" name="Freeform 507">
                <a:extLst>
                  <a:ext uri="{FF2B5EF4-FFF2-40B4-BE49-F238E27FC236}">
                    <a16:creationId xmlns:a16="http://schemas.microsoft.com/office/drawing/2014/main" id="{6E8AC3E0-348F-464C-ACE7-5BF9EAD68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188"/>
                <a:ext cx="48" cy="65"/>
              </a:xfrm>
              <a:custGeom>
                <a:avLst/>
                <a:gdLst>
                  <a:gd name="T0" fmla="*/ 27 w 37"/>
                  <a:gd name="T1" fmla="*/ 0 h 47"/>
                  <a:gd name="T2" fmla="*/ 44 w 37"/>
                  <a:gd name="T3" fmla="*/ 124 h 47"/>
                  <a:gd name="T4" fmla="*/ 27 w 37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7">
                    <a:moveTo>
                      <a:pt x="12" y="0"/>
                    </a:moveTo>
                    <a:cubicBezTo>
                      <a:pt x="12" y="0"/>
                      <a:pt x="0" y="30"/>
                      <a:pt x="20" y="47"/>
                    </a:cubicBezTo>
                    <a:cubicBezTo>
                      <a:pt x="20" y="47"/>
                      <a:pt x="37" y="22"/>
                      <a:pt x="12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65" name="Freeform 508">
                <a:extLst>
                  <a:ext uri="{FF2B5EF4-FFF2-40B4-BE49-F238E27FC236}">
                    <a16:creationId xmlns:a16="http://schemas.microsoft.com/office/drawing/2014/main" id="{172B7714-EE0E-472C-AFA3-057DFE85F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107"/>
                <a:ext cx="54" cy="81"/>
              </a:xfrm>
              <a:custGeom>
                <a:avLst/>
                <a:gdLst>
                  <a:gd name="T0" fmla="*/ 18 w 41"/>
                  <a:gd name="T1" fmla="*/ 0 h 58"/>
                  <a:gd name="T2" fmla="*/ 65 w 41"/>
                  <a:gd name="T3" fmla="*/ 158 h 58"/>
                  <a:gd name="T4" fmla="*/ 18 w 4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8">
                    <a:moveTo>
                      <a:pt x="8" y="0"/>
                    </a:moveTo>
                    <a:cubicBezTo>
                      <a:pt x="8" y="0"/>
                      <a:pt x="0" y="40"/>
                      <a:pt x="28" y="58"/>
                    </a:cubicBezTo>
                    <a:cubicBezTo>
                      <a:pt x="28" y="58"/>
                      <a:pt x="41" y="19"/>
                      <a:pt x="8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66" name="Freeform 509">
                <a:extLst>
                  <a:ext uri="{FF2B5EF4-FFF2-40B4-BE49-F238E27FC236}">
                    <a16:creationId xmlns:a16="http://schemas.microsoft.com/office/drawing/2014/main" id="{A25DBD98-76D9-421F-AAB5-ED005F57B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058"/>
                <a:ext cx="34" cy="49"/>
              </a:xfrm>
              <a:custGeom>
                <a:avLst/>
                <a:gdLst>
                  <a:gd name="T0" fmla="*/ 0 w 26"/>
                  <a:gd name="T1" fmla="*/ 0 h 35"/>
                  <a:gd name="T2" fmla="*/ 46 w 26"/>
                  <a:gd name="T3" fmla="*/ 97 h 35"/>
                  <a:gd name="T4" fmla="*/ 0 w 2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0" y="0"/>
                    </a:moveTo>
                    <a:cubicBezTo>
                      <a:pt x="0" y="0"/>
                      <a:pt x="0" y="28"/>
                      <a:pt x="21" y="35"/>
                    </a:cubicBezTo>
                    <a:cubicBezTo>
                      <a:pt x="21" y="35"/>
                      <a:pt x="26" y="10"/>
                      <a:pt x="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67" name="Freeform 510">
                <a:extLst>
                  <a:ext uri="{FF2B5EF4-FFF2-40B4-BE49-F238E27FC236}">
                    <a16:creationId xmlns:a16="http://schemas.microsoft.com/office/drawing/2014/main" id="{D9DF3B73-41CC-4A58-9185-275FD9808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008"/>
                <a:ext cx="50" cy="50"/>
              </a:xfrm>
              <a:custGeom>
                <a:avLst/>
                <a:gdLst>
                  <a:gd name="T0" fmla="*/ 0 w 38"/>
                  <a:gd name="T1" fmla="*/ 0 h 36"/>
                  <a:gd name="T2" fmla="*/ 82 w 38"/>
                  <a:gd name="T3" fmla="*/ 96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9" y="30"/>
                      <a:pt x="36" y="36"/>
                    </a:cubicBezTo>
                    <a:cubicBezTo>
                      <a:pt x="36" y="36"/>
                      <a:pt x="38" y="4"/>
                      <a:pt x="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68" name="Freeform 511">
                <a:extLst>
                  <a:ext uri="{FF2B5EF4-FFF2-40B4-BE49-F238E27FC236}">
                    <a16:creationId xmlns:a16="http://schemas.microsoft.com/office/drawing/2014/main" id="{CC4E4B64-BDC8-47B3-ADC5-E579C326E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968"/>
                <a:ext cx="66" cy="51"/>
              </a:xfrm>
              <a:custGeom>
                <a:avLst/>
                <a:gdLst>
                  <a:gd name="T0" fmla="*/ 0 w 51"/>
                  <a:gd name="T1" fmla="*/ 54 h 37"/>
                  <a:gd name="T2" fmla="*/ 110 w 51"/>
                  <a:gd name="T3" fmla="*/ 76 h 37"/>
                  <a:gd name="T4" fmla="*/ 0 w 51"/>
                  <a:gd name="T5" fmla="*/ 5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7">
                    <a:moveTo>
                      <a:pt x="0" y="20"/>
                    </a:moveTo>
                    <a:cubicBezTo>
                      <a:pt x="0" y="20"/>
                      <a:pt x="25" y="37"/>
                      <a:pt x="51" y="29"/>
                    </a:cubicBezTo>
                    <a:cubicBezTo>
                      <a:pt x="51" y="29"/>
                      <a:pt x="34" y="0"/>
                      <a:pt x="0" y="2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69" name="Freeform 512">
                <a:extLst>
                  <a:ext uri="{FF2B5EF4-FFF2-40B4-BE49-F238E27FC236}">
                    <a16:creationId xmlns:a16="http://schemas.microsoft.com/office/drawing/2014/main" id="{B12E1ECB-739D-49C8-ADCE-0749001E7D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9" y="916"/>
                <a:ext cx="418" cy="782"/>
              </a:xfrm>
              <a:custGeom>
                <a:avLst/>
                <a:gdLst>
                  <a:gd name="T0" fmla="*/ 357 w 320"/>
                  <a:gd name="T1" fmla="*/ 0 h 562"/>
                  <a:gd name="T2" fmla="*/ 0 w 320"/>
                  <a:gd name="T3" fmla="*/ 757 h 562"/>
                  <a:gd name="T4" fmla="*/ 357 w 320"/>
                  <a:gd name="T5" fmla="*/ 1514 h 562"/>
                  <a:gd name="T6" fmla="*/ 713 w 320"/>
                  <a:gd name="T7" fmla="*/ 757 h 562"/>
                  <a:gd name="T8" fmla="*/ 357 w 320"/>
                  <a:gd name="T9" fmla="*/ 0 h 562"/>
                  <a:gd name="T10" fmla="*/ 347 w 320"/>
                  <a:gd name="T11" fmla="*/ 1458 h 562"/>
                  <a:gd name="T12" fmla="*/ 24 w 320"/>
                  <a:gd name="T13" fmla="*/ 758 h 562"/>
                  <a:gd name="T14" fmla="*/ 347 w 320"/>
                  <a:gd name="T15" fmla="*/ 60 h 562"/>
                  <a:gd name="T16" fmla="*/ 669 w 320"/>
                  <a:gd name="T17" fmla="*/ 758 h 562"/>
                  <a:gd name="T18" fmla="*/ 347 w 320"/>
                  <a:gd name="T19" fmla="*/ 1458 h 5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0" h="562">
                    <a:moveTo>
                      <a:pt x="160" y="0"/>
                    </a:moveTo>
                    <a:cubicBezTo>
                      <a:pt x="72" y="0"/>
                      <a:pt x="0" y="126"/>
                      <a:pt x="0" y="281"/>
                    </a:cubicBezTo>
                    <a:cubicBezTo>
                      <a:pt x="0" y="436"/>
                      <a:pt x="72" y="562"/>
                      <a:pt x="160" y="562"/>
                    </a:cubicBezTo>
                    <a:cubicBezTo>
                      <a:pt x="248" y="562"/>
                      <a:pt x="320" y="436"/>
                      <a:pt x="320" y="281"/>
                    </a:cubicBezTo>
                    <a:cubicBezTo>
                      <a:pt x="320" y="126"/>
                      <a:pt x="248" y="0"/>
                      <a:pt x="160" y="0"/>
                    </a:cubicBezTo>
                    <a:close/>
                    <a:moveTo>
                      <a:pt x="156" y="541"/>
                    </a:moveTo>
                    <a:cubicBezTo>
                      <a:pt x="76" y="541"/>
                      <a:pt x="11" y="425"/>
                      <a:pt x="11" y="282"/>
                    </a:cubicBezTo>
                    <a:cubicBezTo>
                      <a:pt x="11" y="138"/>
                      <a:pt x="76" y="22"/>
                      <a:pt x="156" y="22"/>
                    </a:cubicBezTo>
                    <a:cubicBezTo>
                      <a:pt x="235" y="22"/>
                      <a:pt x="300" y="138"/>
                      <a:pt x="300" y="282"/>
                    </a:cubicBezTo>
                    <a:cubicBezTo>
                      <a:pt x="300" y="425"/>
                      <a:pt x="235" y="541"/>
                      <a:pt x="156" y="541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70" name="Freeform 513">
                <a:extLst>
                  <a:ext uri="{FF2B5EF4-FFF2-40B4-BE49-F238E27FC236}">
                    <a16:creationId xmlns:a16="http://schemas.microsoft.com/office/drawing/2014/main" id="{C4592E8B-FAEA-4905-9B63-35EE0E5EFF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44" y="947"/>
                <a:ext cx="377" cy="722"/>
              </a:xfrm>
              <a:custGeom>
                <a:avLst/>
                <a:gdLst>
                  <a:gd name="T0" fmla="*/ 322 w 289"/>
                  <a:gd name="T1" fmla="*/ 0 h 519"/>
                  <a:gd name="T2" fmla="*/ 0 w 289"/>
                  <a:gd name="T3" fmla="*/ 697 h 519"/>
                  <a:gd name="T4" fmla="*/ 322 w 289"/>
                  <a:gd name="T5" fmla="*/ 1397 h 519"/>
                  <a:gd name="T6" fmla="*/ 642 w 289"/>
                  <a:gd name="T7" fmla="*/ 697 h 519"/>
                  <a:gd name="T8" fmla="*/ 322 w 289"/>
                  <a:gd name="T9" fmla="*/ 0 h 519"/>
                  <a:gd name="T10" fmla="*/ 313 w 289"/>
                  <a:gd name="T11" fmla="*/ 1330 h 519"/>
                  <a:gd name="T12" fmla="*/ 27 w 289"/>
                  <a:gd name="T13" fmla="*/ 697 h 519"/>
                  <a:gd name="T14" fmla="*/ 313 w 289"/>
                  <a:gd name="T15" fmla="*/ 64 h 519"/>
                  <a:gd name="T16" fmla="*/ 599 w 289"/>
                  <a:gd name="T17" fmla="*/ 697 h 519"/>
                  <a:gd name="T18" fmla="*/ 313 w 289"/>
                  <a:gd name="T19" fmla="*/ 1330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9" h="519">
                    <a:moveTo>
                      <a:pt x="145" y="0"/>
                    </a:moveTo>
                    <a:cubicBezTo>
                      <a:pt x="65" y="0"/>
                      <a:pt x="0" y="116"/>
                      <a:pt x="0" y="259"/>
                    </a:cubicBezTo>
                    <a:cubicBezTo>
                      <a:pt x="0" y="403"/>
                      <a:pt x="65" y="519"/>
                      <a:pt x="145" y="519"/>
                    </a:cubicBezTo>
                    <a:cubicBezTo>
                      <a:pt x="224" y="519"/>
                      <a:pt x="289" y="403"/>
                      <a:pt x="289" y="259"/>
                    </a:cubicBezTo>
                    <a:cubicBezTo>
                      <a:pt x="289" y="116"/>
                      <a:pt x="224" y="0"/>
                      <a:pt x="145" y="0"/>
                    </a:cubicBezTo>
                    <a:close/>
                    <a:moveTo>
                      <a:pt x="141" y="494"/>
                    </a:moveTo>
                    <a:cubicBezTo>
                      <a:pt x="70" y="494"/>
                      <a:pt x="12" y="389"/>
                      <a:pt x="12" y="259"/>
                    </a:cubicBezTo>
                    <a:cubicBezTo>
                      <a:pt x="12" y="129"/>
                      <a:pt x="70" y="24"/>
                      <a:pt x="141" y="24"/>
                    </a:cubicBezTo>
                    <a:cubicBezTo>
                      <a:pt x="212" y="24"/>
                      <a:pt x="270" y="129"/>
                      <a:pt x="270" y="259"/>
                    </a:cubicBezTo>
                    <a:cubicBezTo>
                      <a:pt x="270" y="389"/>
                      <a:pt x="212" y="494"/>
                      <a:pt x="141" y="494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71" name="Freeform 514">
                <a:extLst>
                  <a:ext uri="{FF2B5EF4-FFF2-40B4-BE49-F238E27FC236}">
                    <a16:creationId xmlns:a16="http://schemas.microsoft.com/office/drawing/2014/main" id="{1509A69E-6F63-47B5-AB99-086A5C687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035"/>
                <a:ext cx="87" cy="372"/>
              </a:xfrm>
              <a:custGeom>
                <a:avLst/>
                <a:gdLst>
                  <a:gd name="T0" fmla="*/ 0 w 67"/>
                  <a:gd name="T1" fmla="*/ 0 h 268"/>
                  <a:gd name="T2" fmla="*/ 13 w 67"/>
                  <a:gd name="T3" fmla="*/ 11 h 268"/>
                  <a:gd name="T4" fmla="*/ 32 w 67"/>
                  <a:gd name="T5" fmla="*/ 35 h 268"/>
                  <a:gd name="T6" fmla="*/ 64 w 67"/>
                  <a:gd name="T7" fmla="*/ 83 h 268"/>
                  <a:gd name="T8" fmla="*/ 74 w 67"/>
                  <a:gd name="T9" fmla="*/ 130 h 268"/>
                  <a:gd name="T10" fmla="*/ 79 w 67"/>
                  <a:gd name="T11" fmla="*/ 178 h 268"/>
                  <a:gd name="T12" fmla="*/ 119 w 67"/>
                  <a:gd name="T13" fmla="*/ 247 h 268"/>
                  <a:gd name="T14" fmla="*/ 112 w 67"/>
                  <a:gd name="T15" fmla="*/ 326 h 268"/>
                  <a:gd name="T16" fmla="*/ 123 w 67"/>
                  <a:gd name="T17" fmla="*/ 378 h 268"/>
                  <a:gd name="T18" fmla="*/ 140 w 67"/>
                  <a:gd name="T19" fmla="*/ 473 h 268"/>
                  <a:gd name="T20" fmla="*/ 125 w 67"/>
                  <a:gd name="T21" fmla="*/ 526 h 268"/>
                  <a:gd name="T22" fmla="*/ 136 w 67"/>
                  <a:gd name="T23" fmla="*/ 586 h 268"/>
                  <a:gd name="T24" fmla="*/ 136 w 67"/>
                  <a:gd name="T25" fmla="*/ 670 h 268"/>
                  <a:gd name="T26" fmla="*/ 117 w 67"/>
                  <a:gd name="T27" fmla="*/ 716 h 2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268">
                    <a:moveTo>
                      <a:pt x="0" y="0"/>
                    </a:moveTo>
                    <a:cubicBezTo>
                      <a:pt x="1" y="2"/>
                      <a:pt x="4" y="3"/>
                      <a:pt x="6" y="4"/>
                    </a:cubicBezTo>
                    <a:cubicBezTo>
                      <a:pt x="9" y="7"/>
                      <a:pt x="12" y="10"/>
                      <a:pt x="15" y="13"/>
                    </a:cubicBezTo>
                    <a:cubicBezTo>
                      <a:pt x="21" y="18"/>
                      <a:pt x="26" y="24"/>
                      <a:pt x="29" y="31"/>
                    </a:cubicBezTo>
                    <a:cubicBezTo>
                      <a:pt x="32" y="36"/>
                      <a:pt x="34" y="42"/>
                      <a:pt x="34" y="49"/>
                    </a:cubicBezTo>
                    <a:cubicBezTo>
                      <a:pt x="35" y="54"/>
                      <a:pt x="33" y="61"/>
                      <a:pt x="36" y="66"/>
                    </a:cubicBezTo>
                    <a:cubicBezTo>
                      <a:pt x="41" y="76"/>
                      <a:pt x="52" y="80"/>
                      <a:pt x="55" y="92"/>
                    </a:cubicBezTo>
                    <a:cubicBezTo>
                      <a:pt x="57" y="103"/>
                      <a:pt x="53" y="112"/>
                      <a:pt x="51" y="122"/>
                    </a:cubicBezTo>
                    <a:cubicBezTo>
                      <a:pt x="49" y="130"/>
                      <a:pt x="52" y="134"/>
                      <a:pt x="56" y="141"/>
                    </a:cubicBezTo>
                    <a:cubicBezTo>
                      <a:pt x="60" y="150"/>
                      <a:pt x="67" y="166"/>
                      <a:pt x="64" y="177"/>
                    </a:cubicBezTo>
                    <a:cubicBezTo>
                      <a:pt x="63" y="184"/>
                      <a:pt x="58" y="190"/>
                      <a:pt x="57" y="197"/>
                    </a:cubicBezTo>
                    <a:cubicBezTo>
                      <a:pt x="56" y="204"/>
                      <a:pt x="60" y="212"/>
                      <a:pt x="62" y="219"/>
                    </a:cubicBezTo>
                    <a:cubicBezTo>
                      <a:pt x="65" y="230"/>
                      <a:pt x="67" y="240"/>
                      <a:pt x="62" y="251"/>
                    </a:cubicBezTo>
                    <a:cubicBezTo>
                      <a:pt x="59" y="257"/>
                      <a:pt x="55" y="263"/>
                      <a:pt x="53" y="26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72" name="Freeform 515">
                <a:extLst>
                  <a:ext uri="{FF2B5EF4-FFF2-40B4-BE49-F238E27FC236}">
                    <a16:creationId xmlns:a16="http://schemas.microsoft.com/office/drawing/2014/main" id="{E5548B49-F907-44A4-99CB-7C92FED3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086"/>
                <a:ext cx="25" cy="67"/>
              </a:xfrm>
              <a:custGeom>
                <a:avLst/>
                <a:gdLst>
                  <a:gd name="T0" fmla="*/ 0 w 19"/>
                  <a:gd name="T1" fmla="*/ 0 h 48"/>
                  <a:gd name="T2" fmla="*/ 37 w 19"/>
                  <a:gd name="T3" fmla="*/ 66 h 48"/>
                  <a:gd name="T4" fmla="*/ 43 w 19"/>
                  <a:gd name="T5" fmla="*/ 13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8">
                    <a:moveTo>
                      <a:pt x="0" y="0"/>
                    </a:moveTo>
                    <a:cubicBezTo>
                      <a:pt x="6" y="7"/>
                      <a:pt x="14" y="15"/>
                      <a:pt x="16" y="24"/>
                    </a:cubicBezTo>
                    <a:cubicBezTo>
                      <a:pt x="19" y="32"/>
                      <a:pt x="17" y="40"/>
                      <a:pt x="19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73" name="Freeform 516">
                <a:extLst>
                  <a:ext uri="{FF2B5EF4-FFF2-40B4-BE49-F238E27FC236}">
                    <a16:creationId xmlns:a16="http://schemas.microsoft.com/office/drawing/2014/main" id="{A99AED81-5C70-4CC3-8DB5-40AF14FD6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055"/>
                <a:ext cx="7" cy="39"/>
              </a:xfrm>
              <a:custGeom>
                <a:avLst/>
                <a:gdLst>
                  <a:gd name="T0" fmla="*/ 8 w 6"/>
                  <a:gd name="T1" fmla="*/ 75 h 28"/>
                  <a:gd name="T2" fmla="*/ 1 w 6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5" y="28"/>
                    </a:moveTo>
                    <a:cubicBezTo>
                      <a:pt x="0" y="20"/>
                      <a:pt x="6" y="7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74" name="Freeform 517">
                <a:extLst>
                  <a:ext uri="{FF2B5EF4-FFF2-40B4-BE49-F238E27FC236}">
                    <a16:creationId xmlns:a16="http://schemas.microsoft.com/office/drawing/2014/main" id="{C13EC8FB-7CA3-42C2-B402-4B2B2C89F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171"/>
                <a:ext cx="17" cy="76"/>
              </a:xfrm>
              <a:custGeom>
                <a:avLst/>
                <a:gdLst>
                  <a:gd name="T0" fmla="*/ 0 w 13"/>
                  <a:gd name="T1" fmla="*/ 0 h 55"/>
                  <a:gd name="T2" fmla="*/ 13 w 13"/>
                  <a:gd name="T3" fmla="*/ 41 h 55"/>
                  <a:gd name="T4" fmla="*/ 24 w 13"/>
                  <a:gd name="T5" fmla="*/ 79 h 55"/>
                  <a:gd name="T6" fmla="*/ 13 w 13"/>
                  <a:gd name="T7" fmla="*/ 145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5">
                    <a:moveTo>
                      <a:pt x="0" y="0"/>
                    </a:moveTo>
                    <a:cubicBezTo>
                      <a:pt x="0" y="5"/>
                      <a:pt x="4" y="12"/>
                      <a:pt x="6" y="16"/>
                    </a:cubicBezTo>
                    <a:cubicBezTo>
                      <a:pt x="8" y="21"/>
                      <a:pt x="10" y="26"/>
                      <a:pt x="11" y="30"/>
                    </a:cubicBezTo>
                    <a:cubicBezTo>
                      <a:pt x="13" y="41"/>
                      <a:pt x="10" y="46"/>
                      <a:pt x="6" y="5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75" name="Freeform 518">
                <a:extLst>
                  <a:ext uri="{FF2B5EF4-FFF2-40B4-BE49-F238E27FC236}">
                    <a16:creationId xmlns:a16="http://schemas.microsoft.com/office/drawing/2014/main" id="{B80FE425-DF5E-4577-95C1-ABDF2D582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151"/>
                <a:ext cx="10" cy="28"/>
              </a:xfrm>
              <a:custGeom>
                <a:avLst/>
                <a:gdLst>
                  <a:gd name="T0" fmla="*/ 5 w 8"/>
                  <a:gd name="T1" fmla="*/ 55 h 20"/>
                  <a:gd name="T2" fmla="*/ 16 w 8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2" y="20"/>
                    </a:moveTo>
                    <a:cubicBezTo>
                      <a:pt x="0" y="14"/>
                      <a:pt x="6" y="6"/>
                      <a:pt x="8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76" name="Freeform 519">
                <a:extLst>
                  <a:ext uri="{FF2B5EF4-FFF2-40B4-BE49-F238E27FC236}">
                    <a16:creationId xmlns:a16="http://schemas.microsoft.com/office/drawing/2014/main" id="{E3C1907B-31F5-4CDE-A385-D41A87FA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108"/>
                <a:ext cx="16" cy="18"/>
              </a:xfrm>
              <a:custGeom>
                <a:avLst/>
                <a:gdLst>
                  <a:gd name="T0" fmla="*/ 0 w 12"/>
                  <a:gd name="T1" fmla="*/ 0 h 13"/>
                  <a:gd name="T2" fmla="*/ 28 w 12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3" y="5"/>
                      <a:pt x="9" y="8"/>
                      <a:pt x="12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77" name="Freeform 520">
                <a:extLst>
                  <a:ext uri="{FF2B5EF4-FFF2-40B4-BE49-F238E27FC236}">
                    <a16:creationId xmlns:a16="http://schemas.microsoft.com/office/drawing/2014/main" id="{D387EDC6-9C0E-4047-B838-B8B2E6ECA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279"/>
                <a:ext cx="6" cy="60"/>
              </a:xfrm>
              <a:custGeom>
                <a:avLst/>
                <a:gdLst>
                  <a:gd name="T0" fmla="*/ 1 w 5"/>
                  <a:gd name="T1" fmla="*/ 0 h 43"/>
                  <a:gd name="T2" fmla="*/ 8 w 5"/>
                  <a:gd name="T3" fmla="*/ 68 h 43"/>
                  <a:gd name="T4" fmla="*/ 0 w 5"/>
                  <a:gd name="T5" fmla="*/ 11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3">
                    <a:moveTo>
                      <a:pt x="1" y="0"/>
                    </a:moveTo>
                    <a:cubicBezTo>
                      <a:pt x="1" y="9"/>
                      <a:pt x="5" y="17"/>
                      <a:pt x="5" y="25"/>
                    </a:cubicBezTo>
                    <a:cubicBezTo>
                      <a:pt x="5" y="31"/>
                      <a:pt x="2" y="37"/>
                      <a:pt x="0" y="4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78" name="Freeform 521">
                <a:extLst>
                  <a:ext uri="{FF2B5EF4-FFF2-40B4-BE49-F238E27FC236}">
                    <a16:creationId xmlns:a16="http://schemas.microsoft.com/office/drawing/2014/main" id="{F983D2B8-624D-43CD-B096-B4C4912E0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405"/>
                <a:ext cx="186" cy="250"/>
              </a:xfrm>
              <a:custGeom>
                <a:avLst/>
                <a:gdLst>
                  <a:gd name="T0" fmla="*/ 320 w 142"/>
                  <a:gd name="T1" fmla="*/ 0 h 180"/>
                  <a:gd name="T2" fmla="*/ 310 w 142"/>
                  <a:gd name="T3" fmla="*/ 68 h 180"/>
                  <a:gd name="T4" fmla="*/ 299 w 142"/>
                  <a:gd name="T5" fmla="*/ 147 h 180"/>
                  <a:gd name="T6" fmla="*/ 275 w 142"/>
                  <a:gd name="T7" fmla="*/ 188 h 180"/>
                  <a:gd name="T8" fmla="*/ 262 w 142"/>
                  <a:gd name="T9" fmla="*/ 278 h 180"/>
                  <a:gd name="T10" fmla="*/ 220 w 142"/>
                  <a:gd name="T11" fmla="*/ 311 h 180"/>
                  <a:gd name="T12" fmla="*/ 203 w 142"/>
                  <a:gd name="T13" fmla="*/ 381 h 180"/>
                  <a:gd name="T14" fmla="*/ 111 w 142"/>
                  <a:gd name="T15" fmla="*/ 428 h 180"/>
                  <a:gd name="T16" fmla="*/ 31 w 142"/>
                  <a:gd name="T17" fmla="*/ 476 h 180"/>
                  <a:gd name="T18" fmla="*/ 0 w 142"/>
                  <a:gd name="T19" fmla="*/ 442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80">
                    <a:moveTo>
                      <a:pt x="142" y="0"/>
                    </a:moveTo>
                    <a:cubicBezTo>
                      <a:pt x="138" y="7"/>
                      <a:pt x="139" y="17"/>
                      <a:pt x="138" y="25"/>
                    </a:cubicBezTo>
                    <a:cubicBezTo>
                      <a:pt x="138" y="34"/>
                      <a:pt x="138" y="47"/>
                      <a:pt x="133" y="55"/>
                    </a:cubicBezTo>
                    <a:cubicBezTo>
                      <a:pt x="129" y="61"/>
                      <a:pt x="123" y="62"/>
                      <a:pt x="122" y="70"/>
                    </a:cubicBezTo>
                    <a:cubicBezTo>
                      <a:pt x="121" y="80"/>
                      <a:pt x="122" y="95"/>
                      <a:pt x="117" y="104"/>
                    </a:cubicBezTo>
                    <a:cubicBezTo>
                      <a:pt x="113" y="111"/>
                      <a:pt x="103" y="111"/>
                      <a:pt x="98" y="116"/>
                    </a:cubicBezTo>
                    <a:cubicBezTo>
                      <a:pt x="91" y="120"/>
                      <a:pt x="92" y="134"/>
                      <a:pt x="90" y="142"/>
                    </a:cubicBezTo>
                    <a:cubicBezTo>
                      <a:pt x="85" y="160"/>
                      <a:pt x="62" y="152"/>
                      <a:pt x="50" y="160"/>
                    </a:cubicBezTo>
                    <a:cubicBezTo>
                      <a:pt x="39" y="168"/>
                      <a:pt x="29" y="180"/>
                      <a:pt x="14" y="178"/>
                    </a:cubicBezTo>
                    <a:cubicBezTo>
                      <a:pt x="6" y="177"/>
                      <a:pt x="3" y="171"/>
                      <a:pt x="0" y="16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79" name="Freeform 522">
                <a:extLst>
                  <a:ext uri="{FF2B5EF4-FFF2-40B4-BE49-F238E27FC236}">
                    <a16:creationId xmlns:a16="http://schemas.microsoft.com/office/drawing/2014/main" id="{538FFD57-8DD9-47A0-9FDC-E2D333F82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382"/>
                <a:ext cx="166" cy="272"/>
              </a:xfrm>
              <a:custGeom>
                <a:avLst/>
                <a:gdLst>
                  <a:gd name="T0" fmla="*/ 282 w 127"/>
                  <a:gd name="T1" fmla="*/ 0 h 195"/>
                  <a:gd name="T2" fmla="*/ 282 w 127"/>
                  <a:gd name="T3" fmla="*/ 78 h 195"/>
                  <a:gd name="T4" fmla="*/ 252 w 127"/>
                  <a:gd name="T5" fmla="*/ 152 h 195"/>
                  <a:gd name="T6" fmla="*/ 243 w 127"/>
                  <a:gd name="T7" fmla="*/ 227 h 195"/>
                  <a:gd name="T8" fmla="*/ 204 w 127"/>
                  <a:gd name="T9" fmla="*/ 339 h 195"/>
                  <a:gd name="T10" fmla="*/ 122 w 127"/>
                  <a:gd name="T11" fmla="*/ 473 h 195"/>
                  <a:gd name="T12" fmla="*/ 60 w 127"/>
                  <a:gd name="T13" fmla="*/ 517 h 195"/>
                  <a:gd name="T14" fmla="*/ 0 w 127"/>
                  <a:gd name="T15" fmla="*/ 529 h 1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195">
                    <a:moveTo>
                      <a:pt x="126" y="0"/>
                    </a:moveTo>
                    <a:cubicBezTo>
                      <a:pt x="121" y="9"/>
                      <a:pt x="127" y="20"/>
                      <a:pt x="126" y="29"/>
                    </a:cubicBezTo>
                    <a:cubicBezTo>
                      <a:pt x="126" y="40"/>
                      <a:pt x="116" y="46"/>
                      <a:pt x="113" y="56"/>
                    </a:cubicBezTo>
                    <a:cubicBezTo>
                      <a:pt x="110" y="65"/>
                      <a:pt x="110" y="75"/>
                      <a:pt x="109" y="84"/>
                    </a:cubicBezTo>
                    <a:cubicBezTo>
                      <a:pt x="106" y="99"/>
                      <a:pt x="99" y="112"/>
                      <a:pt x="91" y="125"/>
                    </a:cubicBezTo>
                    <a:cubicBezTo>
                      <a:pt x="79" y="142"/>
                      <a:pt x="69" y="160"/>
                      <a:pt x="54" y="174"/>
                    </a:cubicBezTo>
                    <a:cubicBezTo>
                      <a:pt x="45" y="182"/>
                      <a:pt x="39" y="190"/>
                      <a:pt x="27" y="191"/>
                    </a:cubicBezTo>
                    <a:cubicBezTo>
                      <a:pt x="19" y="192"/>
                      <a:pt x="7" y="189"/>
                      <a:pt x="0" y="19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80" name="Freeform 523">
                <a:extLst>
                  <a:ext uri="{FF2B5EF4-FFF2-40B4-BE49-F238E27FC236}">
                    <a16:creationId xmlns:a16="http://schemas.microsoft.com/office/drawing/2014/main" id="{55538868-9587-432E-BC0B-2A2A30819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435"/>
                <a:ext cx="25" cy="74"/>
              </a:xfrm>
              <a:custGeom>
                <a:avLst/>
                <a:gdLst>
                  <a:gd name="T0" fmla="*/ 0 w 19"/>
                  <a:gd name="T1" fmla="*/ 144 h 53"/>
                  <a:gd name="T2" fmla="*/ 24 w 19"/>
                  <a:gd name="T3" fmla="*/ 112 h 53"/>
                  <a:gd name="T4" fmla="*/ 34 w 19"/>
                  <a:gd name="T5" fmla="*/ 78 h 53"/>
                  <a:gd name="T6" fmla="*/ 43 w 19"/>
                  <a:gd name="T7" fmla="*/ 39 h 53"/>
                  <a:gd name="T8" fmla="*/ 37 w 19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3">
                    <a:moveTo>
                      <a:pt x="0" y="53"/>
                    </a:moveTo>
                    <a:cubicBezTo>
                      <a:pt x="3" y="48"/>
                      <a:pt x="8" y="46"/>
                      <a:pt x="11" y="41"/>
                    </a:cubicBezTo>
                    <a:cubicBezTo>
                      <a:pt x="13" y="37"/>
                      <a:pt x="13" y="34"/>
                      <a:pt x="15" y="29"/>
                    </a:cubicBezTo>
                    <a:cubicBezTo>
                      <a:pt x="16" y="24"/>
                      <a:pt x="19" y="19"/>
                      <a:pt x="19" y="14"/>
                    </a:cubicBezTo>
                    <a:cubicBezTo>
                      <a:pt x="19" y="9"/>
                      <a:pt x="16" y="5"/>
                      <a:pt x="16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81" name="Freeform 524">
                <a:extLst>
                  <a:ext uri="{FF2B5EF4-FFF2-40B4-BE49-F238E27FC236}">
                    <a16:creationId xmlns:a16="http://schemas.microsoft.com/office/drawing/2014/main" id="{B071FC31-B120-4897-A8ED-AEFC7A284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370"/>
                <a:ext cx="10" cy="56"/>
              </a:xfrm>
              <a:custGeom>
                <a:avLst/>
                <a:gdLst>
                  <a:gd name="T0" fmla="*/ 0 w 8"/>
                  <a:gd name="T1" fmla="*/ 109 h 40"/>
                  <a:gd name="T2" fmla="*/ 14 w 8"/>
                  <a:gd name="T3" fmla="*/ 49 h 40"/>
                  <a:gd name="T4" fmla="*/ 5 w 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0">
                    <a:moveTo>
                      <a:pt x="0" y="40"/>
                    </a:moveTo>
                    <a:cubicBezTo>
                      <a:pt x="4" y="34"/>
                      <a:pt x="8" y="26"/>
                      <a:pt x="7" y="18"/>
                    </a:cubicBezTo>
                    <a:cubicBezTo>
                      <a:pt x="7" y="12"/>
                      <a:pt x="4" y="6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82" name="Freeform 525">
                <a:extLst>
                  <a:ext uri="{FF2B5EF4-FFF2-40B4-BE49-F238E27FC236}">
                    <a16:creationId xmlns:a16="http://schemas.microsoft.com/office/drawing/2014/main" id="{DF66BC8F-6DDD-41F2-BB62-59A2A2F2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232"/>
                <a:ext cx="13" cy="93"/>
              </a:xfrm>
              <a:custGeom>
                <a:avLst/>
                <a:gdLst>
                  <a:gd name="T0" fmla="*/ 1 w 10"/>
                  <a:gd name="T1" fmla="*/ 0 h 67"/>
                  <a:gd name="T2" fmla="*/ 16 w 10"/>
                  <a:gd name="T3" fmla="*/ 49 h 67"/>
                  <a:gd name="T4" fmla="*/ 21 w 10"/>
                  <a:gd name="T5" fmla="*/ 89 h 67"/>
                  <a:gd name="T6" fmla="*/ 7 w 10"/>
                  <a:gd name="T7" fmla="*/ 179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7">
                    <a:moveTo>
                      <a:pt x="1" y="0"/>
                    </a:moveTo>
                    <a:cubicBezTo>
                      <a:pt x="0" y="6"/>
                      <a:pt x="5" y="13"/>
                      <a:pt x="7" y="18"/>
                    </a:cubicBezTo>
                    <a:cubicBezTo>
                      <a:pt x="8" y="23"/>
                      <a:pt x="9" y="28"/>
                      <a:pt x="9" y="33"/>
                    </a:cubicBezTo>
                    <a:cubicBezTo>
                      <a:pt x="10" y="46"/>
                      <a:pt x="8" y="56"/>
                      <a:pt x="3" y="6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83" name="Freeform 526">
                <a:extLst>
                  <a:ext uri="{FF2B5EF4-FFF2-40B4-BE49-F238E27FC236}">
                    <a16:creationId xmlns:a16="http://schemas.microsoft.com/office/drawing/2014/main" id="{743A0F31-E2B2-468A-A6E8-CAEFB2C80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314"/>
                <a:ext cx="6" cy="78"/>
              </a:xfrm>
              <a:custGeom>
                <a:avLst/>
                <a:gdLst>
                  <a:gd name="T0" fmla="*/ 2 w 5"/>
                  <a:gd name="T1" fmla="*/ 152 h 56"/>
                  <a:gd name="T2" fmla="*/ 6 w 5"/>
                  <a:gd name="T3" fmla="*/ 110 h 56"/>
                  <a:gd name="T4" fmla="*/ 7 w 5"/>
                  <a:gd name="T5" fmla="*/ 64 h 56"/>
                  <a:gd name="T6" fmla="*/ 6 w 5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6">
                    <a:moveTo>
                      <a:pt x="2" y="56"/>
                    </a:moveTo>
                    <a:cubicBezTo>
                      <a:pt x="0" y="53"/>
                      <a:pt x="3" y="45"/>
                      <a:pt x="3" y="41"/>
                    </a:cubicBezTo>
                    <a:cubicBezTo>
                      <a:pt x="4" y="35"/>
                      <a:pt x="4" y="30"/>
                      <a:pt x="4" y="24"/>
                    </a:cubicBezTo>
                    <a:cubicBezTo>
                      <a:pt x="5" y="15"/>
                      <a:pt x="4" y="8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84" name="Freeform 527">
                <a:extLst>
                  <a:ext uri="{FF2B5EF4-FFF2-40B4-BE49-F238E27FC236}">
                    <a16:creationId xmlns:a16="http://schemas.microsoft.com/office/drawing/2014/main" id="{21FF4BB8-D2A1-484F-8E26-72D3F3058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975"/>
                <a:ext cx="171" cy="662"/>
              </a:xfrm>
              <a:custGeom>
                <a:avLst/>
                <a:gdLst>
                  <a:gd name="T0" fmla="*/ 261 w 131"/>
                  <a:gd name="T1" fmla="*/ 1281 h 476"/>
                  <a:gd name="T2" fmla="*/ 213 w 131"/>
                  <a:gd name="T3" fmla="*/ 1273 h 476"/>
                  <a:gd name="T4" fmla="*/ 174 w 131"/>
                  <a:gd name="T5" fmla="*/ 1252 h 476"/>
                  <a:gd name="T6" fmla="*/ 158 w 131"/>
                  <a:gd name="T7" fmla="*/ 1204 h 476"/>
                  <a:gd name="T8" fmla="*/ 133 w 131"/>
                  <a:gd name="T9" fmla="*/ 1177 h 476"/>
                  <a:gd name="T10" fmla="*/ 94 w 131"/>
                  <a:gd name="T11" fmla="*/ 1135 h 476"/>
                  <a:gd name="T12" fmla="*/ 85 w 131"/>
                  <a:gd name="T13" fmla="*/ 1081 h 476"/>
                  <a:gd name="T14" fmla="*/ 60 w 131"/>
                  <a:gd name="T15" fmla="*/ 1033 h 476"/>
                  <a:gd name="T16" fmla="*/ 44 w 131"/>
                  <a:gd name="T17" fmla="*/ 979 h 476"/>
                  <a:gd name="T18" fmla="*/ 35 w 131"/>
                  <a:gd name="T19" fmla="*/ 939 h 476"/>
                  <a:gd name="T20" fmla="*/ 16 w 131"/>
                  <a:gd name="T21" fmla="*/ 900 h 476"/>
                  <a:gd name="T22" fmla="*/ 21 w 131"/>
                  <a:gd name="T23" fmla="*/ 837 h 476"/>
                  <a:gd name="T24" fmla="*/ 9 w 131"/>
                  <a:gd name="T25" fmla="*/ 786 h 476"/>
                  <a:gd name="T26" fmla="*/ 1 w 131"/>
                  <a:gd name="T27" fmla="*/ 713 h 476"/>
                  <a:gd name="T28" fmla="*/ 5 w 131"/>
                  <a:gd name="T29" fmla="*/ 608 h 476"/>
                  <a:gd name="T30" fmla="*/ 9 w 131"/>
                  <a:gd name="T31" fmla="*/ 531 h 476"/>
                  <a:gd name="T32" fmla="*/ 12 w 131"/>
                  <a:gd name="T33" fmla="*/ 474 h 476"/>
                  <a:gd name="T34" fmla="*/ 23 w 131"/>
                  <a:gd name="T35" fmla="*/ 395 h 476"/>
                  <a:gd name="T36" fmla="*/ 38 w 131"/>
                  <a:gd name="T37" fmla="*/ 345 h 476"/>
                  <a:gd name="T38" fmla="*/ 43 w 131"/>
                  <a:gd name="T39" fmla="*/ 291 h 476"/>
                  <a:gd name="T40" fmla="*/ 73 w 131"/>
                  <a:gd name="T41" fmla="*/ 242 h 476"/>
                  <a:gd name="T42" fmla="*/ 87 w 131"/>
                  <a:gd name="T43" fmla="*/ 172 h 476"/>
                  <a:gd name="T44" fmla="*/ 116 w 131"/>
                  <a:gd name="T45" fmla="*/ 139 h 476"/>
                  <a:gd name="T46" fmla="*/ 158 w 131"/>
                  <a:gd name="T47" fmla="*/ 63 h 476"/>
                  <a:gd name="T48" fmla="*/ 196 w 131"/>
                  <a:gd name="T49" fmla="*/ 43 h 476"/>
                  <a:gd name="T50" fmla="*/ 227 w 131"/>
                  <a:gd name="T51" fmla="*/ 8 h 476"/>
                  <a:gd name="T52" fmla="*/ 269 w 131"/>
                  <a:gd name="T53" fmla="*/ 1 h 476"/>
                  <a:gd name="T54" fmla="*/ 291 w 131"/>
                  <a:gd name="T55" fmla="*/ 11 h 47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76">
                    <a:moveTo>
                      <a:pt x="117" y="476"/>
                    </a:moveTo>
                    <a:cubicBezTo>
                      <a:pt x="110" y="474"/>
                      <a:pt x="103" y="473"/>
                      <a:pt x="96" y="473"/>
                    </a:cubicBezTo>
                    <a:cubicBezTo>
                      <a:pt x="87" y="473"/>
                      <a:pt x="82" y="473"/>
                      <a:pt x="78" y="465"/>
                    </a:cubicBezTo>
                    <a:cubicBezTo>
                      <a:pt x="75" y="460"/>
                      <a:pt x="74" y="453"/>
                      <a:pt x="71" y="448"/>
                    </a:cubicBezTo>
                    <a:cubicBezTo>
                      <a:pt x="68" y="442"/>
                      <a:pt x="66" y="441"/>
                      <a:pt x="60" y="437"/>
                    </a:cubicBezTo>
                    <a:cubicBezTo>
                      <a:pt x="55" y="433"/>
                      <a:pt x="46" y="427"/>
                      <a:pt x="42" y="422"/>
                    </a:cubicBezTo>
                    <a:cubicBezTo>
                      <a:pt x="37" y="416"/>
                      <a:pt x="37" y="409"/>
                      <a:pt x="38" y="402"/>
                    </a:cubicBezTo>
                    <a:cubicBezTo>
                      <a:pt x="38" y="393"/>
                      <a:pt x="34" y="390"/>
                      <a:pt x="27" y="384"/>
                    </a:cubicBezTo>
                    <a:cubicBezTo>
                      <a:pt x="21" y="378"/>
                      <a:pt x="20" y="373"/>
                      <a:pt x="20" y="364"/>
                    </a:cubicBezTo>
                    <a:cubicBezTo>
                      <a:pt x="21" y="356"/>
                      <a:pt x="20" y="354"/>
                      <a:pt x="16" y="349"/>
                    </a:cubicBezTo>
                    <a:cubicBezTo>
                      <a:pt x="12" y="344"/>
                      <a:pt x="8" y="340"/>
                      <a:pt x="7" y="334"/>
                    </a:cubicBezTo>
                    <a:cubicBezTo>
                      <a:pt x="5" y="327"/>
                      <a:pt x="8" y="318"/>
                      <a:pt x="9" y="311"/>
                    </a:cubicBezTo>
                    <a:cubicBezTo>
                      <a:pt x="10" y="303"/>
                      <a:pt x="7" y="299"/>
                      <a:pt x="4" y="292"/>
                    </a:cubicBezTo>
                    <a:cubicBezTo>
                      <a:pt x="0" y="283"/>
                      <a:pt x="0" y="274"/>
                      <a:pt x="1" y="265"/>
                    </a:cubicBezTo>
                    <a:cubicBezTo>
                      <a:pt x="2" y="251"/>
                      <a:pt x="5" y="240"/>
                      <a:pt x="2" y="226"/>
                    </a:cubicBezTo>
                    <a:cubicBezTo>
                      <a:pt x="0" y="216"/>
                      <a:pt x="0" y="208"/>
                      <a:pt x="4" y="198"/>
                    </a:cubicBezTo>
                    <a:cubicBezTo>
                      <a:pt x="8" y="189"/>
                      <a:pt x="6" y="184"/>
                      <a:pt x="5" y="176"/>
                    </a:cubicBezTo>
                    <a:cubicBezTo>
                      <a:pt x="4" y="166"/>
                      <a:pt x="6" y="155"/>
                      <a:pt x="11" y="147"/>
                    </a:cubicBezTo>
                    <a:cubicBezTo>
                      <a:pt x="15" y="140"/>
                      <a:pt x="17" y="136"/>
                      <a:pt x="17" y="128"/>
                    </a:cubicBezTo>
                    <a:cubicBezTo>
                      <a:pt x="16" y="122"/>
                      <a:pt x="17" y="113"/>
                      <a:pt x="19" y="108"/>
                    </a:cubicBezTo>
                    <a:cubicBezTo>
                      <a:pt x="23" y="101"/>
                      <a:pt x="31" y="98"/>
                      <a:pt x="33" y="90"/>
                    </a:cubicBezTo>
                    <a:cubicBezTo>
                      <a:pt x="36" y="81"/>
                      <a:pt x="35" y="72"/>
                      <a:pt x="39" y="64"/>
                    </a:cubicBezTo>
                    <a:cubicBezTo>
                      <a:pt x="42" y="57"/>
                      <a:pt x="46" y="55"/>
                      <a:pt x="52" y="52"/>
                    </a:cubicBezTo>
                    <a:cubicBezTo>
                      <a:pt x="63" y="45"/>
                      <a:pt x="62" y="31"/>
                      <a:pt x="71" y="23"/>
                    </a:cubicBezTo>
                    <a:cubicBezTo>
                      <a:pt x="76" y="18"/>
                      <a:pt x="82" y="19"/>
                      <a:pt x="88" y="16"/>
                    </a:cubicBezTo>
                    <a:cubicBezTo>
                      <a:pt x="94" y="13"/>
                      <a:pt x="97" y="6"/>
                      <a:pt x="102" y="3"/>
                    </a:cubicBezTo>
                    <a:cubicBezTo>
                      <a:pt x="108" y="0"/>
                      <a:pt x="115" y="0"/>
                      <a:pt x="121" y="1"/>
                    </a:cubicBezTo>
                    <a:cubicBezTo>
                      <a:pt x="124" y="2"/>
                      <a:pt x="127" y="4"/>
                      <a:pt x="131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85" name="Freeform 528">
                <a:extLst>
                  <a:ext uri="{FF2B5EF4-FFF2-40B4-BE49-F238E27FC236}">
                    <a16:creationId xmlns:a16="http://schemas.microsoft.com/office/drawing/2014/main" id="{13D0225A-AF5C-4C04-A7A4-07805BB69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971"/>
                <a:ext cx="99" cy="65"/>
              </a:xfrm>
              <a:custGeom>
                <a:avLst/>
                <a:gdLst>
                  <a:gd name="T0" fmla="*/ 168 w 76"/>
                  <a:gd name="T1" fmla="*/ 124 h 47"/>
                  <a:gd name="T2" fmla="*/ 139 w 76"/>
                  <a:gd name="T3" fmla="*/ 64 h 47"/>
                  <a:gd name="T4" fmla="*/ 94 w 76"/>
                  <a:gd name="T5" fmla="*/ 35 h 47"/>
                  <a:gd name="T6" fmla="*/ 68 w 76"/>
                  <a:gd name="T7" fmla="*/ 33 h 47"/>
                  <a:gd name="T8" fmla="*/ 44 w 76"/>
                  <a:gd name="T9" fmla="*/ 11 h 47"/>
                  <a:gd name="T10" fmla="*/ 0 w 76"/>
                  <a:gd name="T11" fmla="*/ 1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7">
                    <a:moveTo>
                      <a:pt x="76" y="47"/>
                    </a:moveTo>
                    <a:cubicBezTo>
                      <a:pt x="70" y="47"/>
                      <a:pt x="66" y="29"/>
                      <a:pt x="63" y="24"/>
                    </a:cubicBezTo>
                    <a:cubicBezTo>
                      <a:pt x="58" y="16"/>
                      <a:pt x="52" y="13"/>
                      <a:pt x="42" y="13"/>
                    </a:cubicBezTo>
                    <a:cubicBezTo>
                      <a:pt x="38" y="13"/>
                      <a:pt x="35" y="13"/>
                      <a:pt x="31" y="12"/>
                    </a:cubicBezTo>
                    <a:cubicBezTo>
                      <a:pt x="27" y="10"/>
                      <a:pt x="24" y="6"/>
                      <a:pt x="20" y="4"/>
                    </a:cubicBezTo>
                    <a:cubicBezTo>
                      <a:pt x="12" y="0"/>
                      <a:pt x="7" y="3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86" name="Freeform 529">
                <a:extLst>
                  <a:ext uri="{FF2B5EF4-FFF2-40B4-BE49-F238E27FC236}">
                    <a16:creationId xmlns:a16="http://schemas.microsoft.com/office/drawing/2014/main" id="{D0AB72C2-4054-4226-8E61-35708E765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996"/>
                <a:ext cx="46" cy="58"/>
              </a:xfrm>
              <a:custGeom>
                <a:avLst/>
                <a:gdLst>
                  <a:gd name="T0" fmla="*/ 0 w 35"/>
                  <a:gd name="T1" fmla="*/ 1 h 42"/>
                  <a:gd name="T2" fmla="*/ 1 w 35"/>
                  <a:gd name="T3" fmla="*/ 0 h 42"/>
                  <a:gd name="T4" fmla="*/ 59 w 35"/>
                  <a:gd name="T5" fmla="*/ 29 h 42"/>
                  <a:gd name="T6" fmla="*/ 71 w 35"/>
                  <a:gd name="T7" fmla="*/ 79 h 42"/>
                  <a:gd name="T8" fmla="*/ 78 w 35"/>
                  <a:gd name="T9" fmla="*/ 11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8" y="4"/>
                      <a:pt x="22" y="3"/>
                      <a:pt x="26" y="11"/>
                    </a:cubicBezTo>
                    <a:cubicBezTo>
                      <a:pt x="29" y="16"/>
                      <a:pt x="30" y="24"/>
                      <a:pt x="31" y="30"/>
                    </a:cubicBezTo>
                    <a:cubicBezTo>
                      <a:pt x="32" y="33"/>
                      <a:pt x="35" y="39"/>
                      <a:pt x="34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87" name="Freeform 530">
                <a:extLst>
                  <a:ext uri="{FF2B5EF4-FFF2-40B4-BE49-F238E27FC236}">
                    <a16:creationId xmlns:a16="http://schemas.microsoft.com/office/drawing/2014/main" id="{44FE625C-0042-4CE9-A50C-C622B3A26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961"/>
                <a:ext cx="52" cy="29"/>
              </a:xfrm>
              <a:custGeom>
                <a:avLst/>
                <a:gdLst>
                  <a:gd name="T0" fmla="*/ 88 w 40"/>
                  <a:gd name="T1" fmla="*/ 55 h 21"/>
                  <a:gd name="T2" fmla="*/ 44 w 40"/>
                  <a:gd name="T3" fmla="*/ 8 h 21"/>
                  <a:gd name="T4" fmla="*/ 0 w 40"/>
                  <a:gd name="T5" fmla="*/ 2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1">
                    <a:moveTo>
                      <a:pt x="40" y="21"/>
                    </a:moveTo>
                    <a:cubicBezTo>
                      <a:pt x="32" y="17"/>
                      <a:pt x="28" y="7"/>
                      <a:pt x="20" y="3"/>
                    </a:cubicBezTo>
                    <a:cubicBezTo>
                      <a:pt x="12" y="0"/>
                      <a:pt x="5" y="4"/>
                      <a:pt x="0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88" name="Freeform 531">
                <a:extLst>
                  <a:ext uri="{FF2B5EF4-FFF2-40B4-BE49-F238E27FC236}">
                    <a16:creationId xmlns:a16="http://schemas.microsoft.com/office/drawing/2014/main" id="{9EAD7FB2-5E1B-4541-89C9-BCFA094CE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975"/>
                <a:ext cx="42" cy="32"/>
              </a:xfrm>
              <a:custGeom>
                <a:avLst/>
                <a:gdLst>
                  <a:gd name="T0" fmla="*/ 72 w 32"/>
                  <a:gd name="T1" fmla="*/ 1 h 23"/>
                  <a:gd name="T2" fmla="*/ 21 w 32"/>
                  <a:gd name="T3" fmla="*/ 15 h 23"/>
                  <a:gd name="T4" fmla="*/ 0 w 32"/>
                  <a:gd name="T5" fmla="*/ 6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3">
                    <a:moveTo>
                      <a:pt x="32" y="1"/>
                    </a:moveTo>
                    <a:cubicBezTo>
                      <a:pt x="23" y="1"/>
                      <a:pt x="16" y="0"/>
                      <a:pt x="9" y="6"/>
                    </a:cubicBezTo>
                    <a:cubicBezTo>
                      <a:pt x="4" y="10"/>
                      <a:pt x="2" y="16"/>
                      <a:pt x="0" y="2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89" name="Freeform 532">
                <a:extLst>
                  <a:ext uri="{FF2B5EF4-FFF2-40B4-BE49-F238E27FC236}">
                    <a16:creationId xmlns:a16="http://schemas.microsoft.com/office/drawing/2014/main" id="{C96D27D1-EB44-43B6-9764-CBC84E079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065"/>
                <a:ext cx="30" cy="64"/>
              </a:xfrm>
              <a:custGeom>
                <a:avLst/>
                <a:gdLst>
                  <a:gd name="T0" fmla="*/ 51 w 23"/>
                  <a:gd name="T1" fmla="*/ 0 h 46"/>
                  <a:gd name="T2" fmla="*/ 16 w 23"/>
                  <a:gd name="T3" fmla="*/ 63 h 46"/>
                  <a:gd name="T4" fmla="*/ 9 w 23"/>
                  <a:gd name="T5" fmla="*/ 124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6">
                    <a:moveTo>
                      <a:pt x="23" y="0"/>
                    </a:moveTo>
                    <a:cubicBezTo>
                      <a:pt x="14" y="4"/>
                      <a:pt x="10" y="14"/>
                      <a:pt x="7" y="23"/>
                    </a:cubicBezTo>
                    <a:cubicBezTo>
                      <a:pt x="5" y="29"/>
                      <a:pt x="0" y="40"/>
                      <a:pt x="4" y="4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90" name="Freeform 533">
                <a:extLst>
                  <a:ext uri="{FF2B5EF4-FFF2-40B4-BE49-F238E27FC236}">
                    <a16:creationId xmlns:a16="http://schemas.microsoft.com/office/drawing/2014/main" id="{9EB41079-5D63-4BDA-B1D7-6F494B1E3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200"/>
                <a:ext cx="10" cy="61"/>
              </a:xfrm>
              <a:custGeom>
                <a:avLst/>
                <a:gdLst>
                  <a:gd name="T0" fmla="*/ 16 w 8"/>
                  <a:gd name="T1" fmla="*/ 0 h 44"/>
                  <a:gd name="T2" fmla="*/ 6 w 8"/>
                  <a:gd name="T3" fmla="*/ 33 h 44"/>
                  <a:gd name="T4" fmla="*/ 5 w 8"/>
                  <a:gd name="T5" fmla="*/ 61 h 44"/>
                  <a:gd name="T6" fmla="*/ 10 w 8"/>
                  <a:gd name="T7" fmla="*/ 11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8" y="5"/>
                      <a:pt x="4" y="8"/>
                      <a:pt x="3" y="12"/>
                    </a:cubicBezTo>
                    <a:cubicBezTo>
                      <a:pt x="2" y="15"/>
                      <a:pt x="2" y="20"/>
                      <a:pt x="2" y="23"/>
                    </a:cubicBezTo>
                    <a:cubicBezTo>
                      <a:pt x="2" y="30"/>
                      <a:pt x="0" y="38"/>
                      <a:pt x="5" y="4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91" name="Freeform 534">
                <a:extLst>
                  <a:ext uri="{FF2B5EF4-FFF2-40B4-BE49-F238E27FC236}">
                    <a16:creationId xmlns:a16="http://schemas.microsoft.com/office/drawing/2014/main" id="{97FD7BEC-C9F3-46BD-A82B-D326715CC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631"/>
                <a:ext cx="52" cy="30"/>
              </a:xfrm>
              <a:custGeom>
                <a:avLst/>
                <a:gdLst>
                  <a:gd name="T0" fmla="*/ 0 w 40"/>
                  <a:gd name="T1" fmla="*/ 0 h 21"/>
                  <a:gd name="T2" fmla="*/ 22 w 40"/>
                  <a:gd name="T3" fmla="*/ 27 h 21"/>
                  <a:gd name="T4" fmla="*/ 46 w 40"/>
                  <a:gd name="T5" fmla="*/ 53 h 21"/>
                  <a:gd name="T6" fmla="*/ 88 w 40"/>
                  <a:gd name="T7" fmla="*/ 4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1">
                    <a:moveTo>
                      <a:pt x="0" y="0"/>
                    </a:moveTo>
                    <a:cubicBezTo>
                      <a:pt x="2" y="4"/>
                      <a:pt x="7" y="6"/>
                      <a:pt x="10" y="9"/>
                    </a:cubicBezTo>
                    <a:cubicBezTo>
                      <a:pt x="14" y="12"/>
                      <a:pt x="17" y="16"/>
                      <a:pt x="21" y="18"/>
                    </a:cubicBezTo>
                    <a:cubicBezTo>
                      <a:pt x="28" y="21"/>
                      <a:pt x="35" y="17"/>
                      <a:pt x="4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92" name="Freeform 535">
                <a:extLst>
                  <a:ext uri="{FF2B5EF4-FFF2-40B4-BE49-F238E27FC236}">
                    <a16:creationId xmlns:a16="http://schemas.microsoft.com/office/drawing/2014/main" id="{C8599562-56A2-4A06-9364-C9C554103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650"/>
                <a:ext cx="77" cy="20"/>
              </a:xfrm>
              <a:custGeom>
                <a:avLst/>
                <a:gdLst>
                  <a:gd name="T0" fmla="*/ 131 w 59"/>
                  <a:gd name="T1" fmla="*/ 0 h 15"/>
                  <a:gd name="T2" fmla="*/ 97 w 59"/>
                  <a:gd name="T3" fmla="*/ 21 h 15"/>
                  <a:gd name="T4" fmla="*/ 60 w 59"/>
                  <a:gd name="T5" fmla="*/ 33 h 15"/>
                  <a:gd name="T6" fmla="*/ 0 w 59"/>
                  <a:gd name="T7" fmla="*/ 2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5">
                    <a:moveTo>
                      <a:pt x="59" y="0"/>
                    </a:moveTo>
                    <a:cubicBezTo>
                      <a:pt x="54" y="0"/>
                      <a:pt x="48" y="6"/>
                      <a:pt x="44" y="9"/>
                    </a:cubicBezTo>
                    <a:cubicBezTo>
                      <a:pt x="39" y="12"/>
                      <a:pt x="34" y="13"/>
                      <a:pt x="27" y="14"/>
                    </a:cubicBezTo>
                    <a:cubicBezTo>
                      <a:pt x="18" y="15"/>
                      <a:pt x="9" y="11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93" name="Freeform 536">
                <a:extLst>
                  <a:ext uri="{FF2B5EF4-FFF2-40B4-BE49-F238E27FC236}">
                    <a16:creationId xmlns:a16="http://schemas.microsoft.com/office/drawing/2014/main" id="{EAD5399E-0B17-42A6-9495-22D9FF2C6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574"/>
                <a:ext cx="52" cy="66"/>
              </a:xfrm>
              <a:custGeom>
                <a:avLst/>
                <a:gdLst>
                  <a:gd name="T0" fmla="*/ 0 w 40"/>
                  <a:gd name="T1" fmla="*/ 131 h 47"/>
                  <a:gd name="T2" fmla="*/ 57 w 40"/>
                  <a:gd name="T3" fmla="*/ 88 h 47"/>
                  <a:gd name="T4" fmla="*/ 88 w 40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0" y="47"/>
                    </a:moveTo>
                    <a:cubicBezTo>
                      <a:pt x="8" y="42"/>
                      <a:pt x="18" y="39"/>
                      <a:pt x="26" y="32"/>
                    </a:cubicBezTo>
                    <a:cubicBezTo>
                      <a:pt x="37" y="24"/>
                      <a:pt x="36" y="12"/>
                      <a:pt x="4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94" name="Freeform 537">
                <a:extLst>
                  <a:ext uri="{FF2B5EF4-FFF2-40B4-BE49-F238E27FC236}">
                    <a16:creationId xmlns:a16="http://schemas.microsoft.com/office/drawing/2014/main" id="{1A050763-390C-40C4-89E0-15A11E028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503"/>
                <a:ext cx="43" cy="88"/>
              </a:xfrm>
              <a:custGeom>
                <a:avLst/>
                <a:gdLst>
                  <a:gd name="T0" fmla="*/ 73 w 33"/>
                  <a:gd name="T1" fmla="*/ 0 h 63"/>
                  <a:gd name="T2" fmla="*/ 60 w 33"/>
                  <a:gd name="T3" fmla="*/ 57 h 63"/>
                  <a:gd name="T4" fmla="*/ 44 w 33"/>
                  <a:gd name="T5" fmla="*/ 98 h 63"/>
                  <a:gd name="T6" fmla="*/ 29 w 33"/>
                  <a:gd name="T7" fmla="*/ 137 h 63"/>
                  <a:gd name="T8" fmla="*/ 0 w 33"/>
                  <a:gd name="T9" fmla="*/ 172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3">
                    <a:moveTo>
                      <a:pt x="33" y="0"/>
                    </a:moveTo>
                    <a:cubicBezTo>
                      <a:pt x="28" y="5"/>
                      <a:pt x="28" y="15"/>
                      <a:pt x="27" y="21"/>
                    </a:cubicBezTo>
                    <a:cubicBezTo>
                      <a:pt x="25" y="26"/>
                      <a:pt x="23" y="31"/>
                      <a:pt x="20" y="36"/>
                    </a:cubicBezTo>
                    <a:cubicBezTo>
                      <a:pt x="18" y="40"/>
                      <a:pt x="16" y="45"/>
                      <a:pt x="13" y="50"/>
                    </a:cubicBezTo>
                    <a:cubicBezTo>
                      <a:pt x="9" y="54"/>
                      <a:pt x="4" y="58"/>
                      <a:pt x="0" y="6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95" name="Freeform 538">
                <a:extLst>
                  <a:ext uri="{FF2B5EF4-FFF2-40B4-BE49-F238E27FC236}">
                    <a16:creationId xmlns:a16="http://schemas.microsoft.com/office/drawing/2014/main" id="{99A3721B-C8C2-496C-96DE-32C9804ED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565"/>
                <a:ext cx="44" cy="55"/>
              </a:xfrm>
              <a:custGeom>
                <a:avLst/>
                <a:gdLst>
                  <a:gd name="T0" fmla="*/ 0 w 34"/>
                  <a:gd name="T1" fmla="*/ 0 h 40"/>
                  <a:gd name="T2" fmla="*/ 28 w 34"/>
                  <a:gd name="T3" fmla="*/ 70 h 40"/>
                  <a:gd name="T4" fmla="*/ 74 w 34"/>
                  <a:gd name="T5" fmla="*/ 10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8" y="7"/>
                      <a:pt x="7" y="19"/>
                      <a:pt x="13" y="27"/>
                    </a:cubicBezTo>
                    <a:cubicBezTo>
                      <a:pt x="17" y="34"/>
                      <a:pt x="26" y="37"/>
                      <a:pt x="34" y="4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96" name="Freeform 539">
                <a:extLst>
                  <a:ext uri="{FF2B5EF4-FFF2-40B4-BE49-F238E27FC236}">
                    <a16:creationId xmlns:a16="http://schemas.microsoft.com/office/drawing/2014/main" id="{6B8D8391-36D6-4ACE-A8ED-AA9881FEE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502"/>
                <a:ext cx="21" cy="53"/>
              </a:xfrm>
              <a:custGeom>
                <a:avLst/>
                <a:gdLst>
                  <a:gd name="T0" fmla="*/ 0 w 16"/>
                  <a:gd name="T1" fmla="*/ 0 h 38"/>
                  <a:gd name="T2" fmla="*/ 12 w 16"/>
                  <a:gd name="T3" fmla="*/ 64 h 38"/>
                  <a:gd name="T4" fmla="*/ 37 w 16"/>
                  <a:gd name="T5" fmla="*/ 103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8">
                    <a:moveTo>
                      <a:pt x="0" y="0"/>
                    </a:moveTo>
                    <a:cubicBezTo>
                      <a:pt x="3" y="8"/>
                      <a:pt x="2" y="17"/>
                      <a:pt x="5" y="24"/>
                    </a:cubicBezTo>
                    <a:cubicBezTo>
                      <a:pt x="7" y="30"/>
                      <a:pt x="13" y="33"/>
                      <a:pt x="16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97" name="Freeform 540">
                <a:extLst>
                  <a:ext uri="{FF2B5EF4-FFF2-40B4-BE49-F238E27FC236}">
                    <a16:creationId xmlns:a16="http://schemas.microsoft.com/office/drawing/2014/main" id="{675D69D7-E12F-43E2-A944-678693D51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444"/>
                <a:ext cx="18" cy="54"/>
              </a:xfrm>
              <a:custGeom>
                <a:avLst/>
                <a:gdLst>
                  <a:gd name="T0" fmla="*/ 0 w 14"/>
                  <a:gd name="T1" fmla="*/ 0 h 39"/>
                  <a:gd name="T2" fmla="*/ 6 w 14"/>
                  <a:gd name="T3" fmla="*/ 35 h 39"/>
                  <a:gd name="T4" fmla="*/ 10 w 14"/>
                  <a:gd name="T5" fmla="*/ 69 h 39"/>
                  <a:gd name="T6" fmla="*/ 30 w 14"/>
                  <a:gd name="T7" fmla="*/ 10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0" y="5"/>
                      <a:pt x="2" y="9"/>
                      <a:pt x="3" y="13"/>
                    </a:cubicBezTo>
                    <a:cubicBezTo>
                      <a:pt x="3" y="18"/>
                      <a:pt x="3" y="21"/>
                      <a:pt x="5" y="26"/>
                    </a:cubicBezTo>
                    <a:cubicBezTo>
                      <a:pt x="7" y="31"/>
                      <a:pt x="12" y="34"/>
                      <a:pt x="14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98" name="Freeform 541">
                <a:extLst>
                  <a:ext uri="{FF2B5EF4-FFF2-40B4-BE49-F238E27FC236}">
                    <a16:creationId xmlns:a16="http://schemas.microsoft.com/office/drawing/2014/main" id="{DA65620E-7A3B-47F7-8019-B07AE99A9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366"/>
                <a:ext cx="13" cy="68"/>
              </a:xfrm>
              <a:custGeom>
                <a:avLst/>
                <a:gdLst>
                  <a:gd name="T0" fmla="*/ 7 w 10"/>
                  <a:gd name="T1" fmla="*/ 0 h 49"/>
                  <a:gd name="T2" fmla="*/ 5 w 10"/>
                  <a:gd name="T3" fmla="*/ 75 h 49"/>
                  <a:gd name="T4" fmla="*/ 22 w 10"/>
                  <a:gd name="T5" fmla="*/ 129 h 49"/>
                  <a:gd name="T6" fmla="*/ 22 w 10"/>
                  <a:gd name="T7" fmla="*/ 129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9">
                    <a:moveTo>
                      <a:pt x="3" y="0"/>
                    </a:moveTo>
                    <a:cubicBezTo>
                      <a:pt x="3" y="10"/>
                      <a:pt x="0" y="18"/>
                      <a:pt x="2" y="28"/>
                    </a:cubicBezTo>
                    <a:cubicBezTo>
                      <a:pt x="4" y="35"/>
                      <a:pt x="6" y="42"/>
                      <a:pt x="10" y="48"/>
                    </a:cubicBezTo>
                    <a:cubicBezTo>
                      <a:pt x="10" y="49"/>
                      <a:pt x="10" y="48"/>
                      <a:pt x="10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99" name="Freeform 542">
                <a:extLst>
                  <a:ext uri="{FF2B5EF4-FFF2-40B4-BE49-F238E27FC236}">
                    <a16:creationId xmlns:a16="http://schemas.microsoft.com/office/drawing/2014/main" id="{12D28193-8DC3-4ACD-8BD6-F5D886693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275"/>
                <a:ext cx="11" cy="78"/>
              </a:xfrm>
              <a:custGeom>
                <a:avLst/>
                <a:gdLst>
                  <a:gd name="T0" fmla="*/ 21 w 8"/>
                  <a:gd name="T1" fmla="*/ 0 h 56"/>
                  <a:gd name="T2" fmla="*/ 1 w 8"/>
                  <a:gd name="T3" fmla="*/ 91 h 56"/>
                  <a:gd name="T4" fmla="*/ 21 w 8"/>
                  <a:gd name="T5" fmla="*/ 152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6">
                    <a:moveTo>
                      <a:pt x="8" y="0"/>
                    </a:moveTo>
                    <a:cubicBezTo>
                      <a:pt x="6" y="12"/>
                      <a:pt x="0" y="21"/>
                      <a:pt x="1" y="34"/>
                    </a:cubicBezTo>
                    <a:cubicBezTo>
                      <a:pt x="2" y="40"/>
                      <a:pt x="4" y="52"/>
                      <a:pt x="8" y="5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00" name="Freeform 543">
                <a:extLst>
                  <a:ext uri="{FF2B5EF4-FFF2-40B4-BE49-F238E27FC236}">
                    <a16:creationId xmlns:a16="http://schemas.microsoft.com/office/drawing/2014/main" id="{96EAE3A1-AD5C-4B25-B282-7E01D11A2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128"/>
                <a:ext cx="20" cy="67"/>
              </a:xfrm>
              <a:custGeom>
                <a:avLst/>
                <a:gdLst>
                  <a:gd name="T0" fmla="*/ 36 w 15"/>
                  <a:gd name="T1" fmla="*/ 0 h 48"/>
                  <a:gd name="T2" fmla="*/ 21 w 15"/>
                  <a:gd name="T3" fmla="*/ 29 h 48"/>
                  <a:gd name="T4" fmla="*/ 9 w 15"/>
                  <a:gd name="T5" fmla="*/ 60 h 48"/>
                  <a:gd name="T6" fmla="*/ 5 w 15"/>
                  <a:gd name="T7" fmla="*/ 13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8">
                    <a:moveTo>
                      <a:pt x="15" y="0"/>
                    </a:moveTo>
                    <a:cubicBezTo>
                      <a:pt x="14" y="3"/>
                      <a:pt x="10" y="8"/>
                      <a:pt x="9" y="11"/>
                    </a:cubicBezTo>
                    <a:cubicBezTo>
                      <a:pt x="6" y="15"/>
                      <a:pt x="5" y="18"/>
                      <a:pt x="4" y="22"/>
                    </a:cubicBezTo>
                    <a:cubicBezTo>
                      <a:pt x="1" y="30"/>
                      <a:pt x="0" y="40"/>
                      <a:pt x="2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01" name="Freeform 544">
                <a:extLst>
                  <a:ext uri="{FF2B5EF4-FFF2-40B4-BE49-F238E27FC236}">
                    <a16:creationId xmlns:a16="http://schemas.microsoft.com/office/drawing/2014/main" id="{AF7BA224-E5E2-4C18-90A6-40E829C19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005"/>
                <a:ext cx="39" cy="52"/>
              </a:xfrm>
              <a:custGeom>
                <a:avLst/>
                <a:gdLst>
                  <a:gd name="T0" fmla="*/ 66 w 30"/>
                  <a:gd name="T1" fmla="*/ 0 h 37"/>
                  <a:gd name="T2" fmla="*/ 35 w 30"/>
                  <a:gd name="T3" fmla="*/ 14 h 37"/>
                  <a:gd name="T4" fmla="*/ 21 w 30"/>
                  <a:gd name="T5" fmla="*/ 35 h 37"/>
                  <a:gd name="T6" fmla="*/ 0 w 30"/>
                  <a:gd name="T7" fmla="*/ 10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7">
                    <a:moveTo>
                      <a:pt x="30" y="0"/>
                    </a:moveTo>
                    <a:cubicBezTo>
                      <a:pt x="25" y="1"/>
                      <a:pt x="20" y="2"/>
                      <a:pt x="16" y="5"/>
                    </a:cubicBezTo>
                    <a:cubicBezTo>
                      <a:pt x="13" y="7"/>
                      <a:pt x="11" y="11"/>
                      <a:pt x="9" y="13"/>
                    </a:cubicBezTo>
                    <a:cubicBezTo>
                      <a:pt x="5" y="20"/>
                      <a:pt x="0" y="29"/>
                      <a:pt x="0" y="3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02" name="Freeform 545">
                <a:extLst>
                  <a:ext uri="{FF2B5EF4-FFF2-40B4-BE49-F238E27FC236}">
                    <a16:creationId xmlns:a16="http://schemas.microsoft.com/office/drawing/2014/main" id="{6CFF56EA-0544-48EB-AB28-21DF27718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958"/>
                <a:ext cx="68" cy="19"/>
              </a:xfrm>
              <a:custGeom>
                <a:avLst/>
                <a:gdLst>
                  <a:gd name="T0" fmla="*/ 116 w 52"/>
                  <a:gd name="T1" fmla="*/ 5 h 14"/>
                  <a:gd name="T2" fmla="*/ 85 w 52"/>
                  <a:gd name="T3" fmla="*/ 0 h 14"/>
                  <a:gd name="T4" fmla="*/ 46 w 52"/>
                  <a:gd name="T5" fmla="*/ 1 h 14"/>
                  <a:gd name="T6" fmla="*/ 0 w 52"/>
                  <a:gd name="T7" fmla="*/ 3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4">
                    <a:moveTo>
                      <a:pt x="52" y="2"/>
                    </a:moveTo>
                    <a:cubicBezTo>
                      <a:pt x="47" y="2"/>
                      <a:pt x="42" y="1"/>
                      <a:pt x="38" y="0"/>
                    </a:cubicBezTo>
                    <a:cubicBezTo>
                      <a:pt x="32" y="0"/>
                      <a:pt x="26" y="0"/>
                      <a:pt x="21" y="1"/>
                    </a:cubicBezTo>
                    <a:cubicBezTo>
                      <a:pt x="13" y="2"/>
                      <a:pt x="4" y="8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03" name="Freeform 546">
                <a:extLst>
                  <a:ext uri="{FF2B5EF4-FFF2-40B4-BE49-F238E27FC236}">
                    <a16:creationId xmlns:a16="http://schemas.microsoft.com/office/drawing/2014/main" id="{B27F4706-B6F5-448B-912E-77B9C76DA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968"/>
                <a:ext cx="52" cy="30"/>
              </a:xfrm>
              <a:custGeom>
                <a:avLst/>
                <a:gdLst>
                  <a:gd name="T0" fmla="*/ 0 w 40"/>
                  <a:gd name="T1" fmla="*/ 0 h 22"/>
                  <a:gd name="T2" fmla="*/ 56 w 40"/>
                  <a:gd name="T3" fmla="*/ 14 h 22"/>
                  <a:gd name="T4" fmla="*/ 88 w 40"/>
                  <a:gd name="T5" fmla="*/ 5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cubicBezTo>
                      <a:pt x="9" y="0"/>
                      <a:pt x="17" y="0"/>
                      <a:pt x="25" y="5"/>
                    </a:cubicBezTo>
                    <a:cubicBezTo>
                      <a:pt x="32" y="9"/>
                      <a:pt x="35" y="16"/>
                      <a:pt x="40" y="2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04" name="Freeform 547">
                <a:extLst>
                  <a:ext uri="{FF2B5EF4-FFF2-40B4-BE49-F238E27FC236}">
                    <a16:creationId xmlns:a16="http://schemas.microsoft.com/office/drawing/2014/main" id="{C3FB385F-43EB-48A6-8961-E6CCB9440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950"/>
                <a:ext cx="58" cy="27"/>
              </a:xfrm>
              <a:custGeom>
                <a:avLst/>
                <a:gdLst>
                  <a:gd name="T0" fmla="*/ 97 w 45"/>
                  <a:gd name="T1" fmla="*/ 12 h 20"/>
                  <a:gd name="T2" fmla="*/ 64 w 45"/>
                  <a:gd name="T3" fmla="*/ 1 h 20"/>
                  <a:gd name="T4" fmla="*/ 40 w 45"/>
                  <a:gd name="T5" fmla="*/ 9 h 20"/>
                  <a:gd name="T6" fmla="*/ 0 w 45"/>
                  <a:gd name="T7" fmla="*/ 4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0">
                    <a:moveTo>
                      <a:pt x="45" y="5"/>
                    </a:moveTo>
                    <a:cubicBezTo>
                      <a:pt x="40" y="4"/>
                      <a:pt x="35" y="0"/>
                      <a:pt x="30" y="1"/>
                    </a:cubicBezTo>
                    <a:cubicBezTo>
                      <a:pt x="26" y="1"/>
                      <a:pt x="23" y="3"/>
                      <a:pt x="19" y="4"/>
                    </a:cubicBezTo>
                    <a:cubicBezTo>
                      <a:pt x="11" y="8"/>
                      <a:pt x="4" y="12"/>
                      <a:pt x="0" y="2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05" name="Freeform 548">
                <a:extLst>
                  <a:ext uri="{FF2B5EF4-FFF2-40B4-BE49-F238E27FC236}">
                    <a16:creationId xmlns:a16="http://schemas.microsoft.com/office/drawing/2014/main" id="{FB471A54-E68C-4F99-892B-5BA26DFA3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030"/>
                <a:ext cx="29" cy="27"/>
              </a:xfrm>
              <a:custGeom>
                <a:avLst/>
                <a:gdLst>
                  <a:gd name="T0" fmla="*/ 50 w 22"/>
                  <a:gd name="T1" fmla="*/ 54 h 19"/>
                  <a:gd name="T2" fmla="*/ 22 w 22"/>
                  <a:gd name="T3" fmla="*/ 23 h 19"/>
                  <a:gd name="T4" fmla="*/ 7 w 22"/>
                  <a:gd name="T5" fmla="*/ 9 h 19"/>
                  <a:gd name="T6" fmla="*/ 0 w 22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22" y="19"/>
                    </a:moveTo>
                    <a:cubicBezTo>
                      <a:pt x="18" y="16"/>
                      <a:pt x="13" y="11"/>
                      <a:pt x="10" y="8"/>
                    </a:cubicBezTo>
                    <a:cubicBezTo>
                      <a:pt x="8" y="6"/>
                      <a:pt x="5" y="5"/>
                      <a:pt x="3" y="3"/>
                    </a:cubicBezTo>
                    <a:cubicBezTo>
                      <a:pt x="2" y="2"/>
                      <a:pt x="2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06" name="Freeform 549">
                <a:extLst>
                  <a:ext uri="{FF2B5EF4-FFF2-40B4-BE49-F238E27FC236}">
                    <a16:creationId xmlns:a16="http://schemas.microsoft.com/office/drawing/2014/main" id="{103DA33E-21FA-4FA1-897A-97B19A1CE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951"/>
                <a:ext cx="59" cy="15"/>
              </a:xfrm>
              <a:custGeom>
                <a:avLst/>
                <a:gdLst>
                  <a:gd name="T0" fmla="*/ 101 w 45"/>
                  <a:gd name="T1" fmla="*/ 27 h 11"/>
                  <a:gd name="T2" fmla="*/ 79 w 45"/>
                  <a:gd name="T3" fmla="*/ 7 h 11"/>
                  <a:gd name="T4" fmla="*/ 54 w 45"/>
                  <a:gd name="T5" fmla="*/ 1 h 11"/>
                  <a:gd name="T6" fmla="*/ 29 w 45"/>
                  <a:gd name="T7" fmla="*/ 0 h 11"/>
                  <a:gd name="T8" fmla="*/ 0 w 45"/>
                  <a:gd name="T9" fmla="*/ 1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">
                    <a:moveTo>
                      <a:pt x="45" y="11"/>
                    </a:moveTo>
                    <a:cubicBezTo>
                      <a:pt x="41" y="9"/>
                      <a:pt x="39" y="5"/>
                      <a:pt x="35" y="3"/>
                    </a:cubicBezTo>
                    <a:cubicBezTo>
                      <a:pt x="32" y="2"/>
                      <a:pt x="27" y="1"/>
                      <a:pt x="24" y="1"/>
                    </a:cubicBezTo>
                    <a:cubicBezTo>
                      <a:pt x="21" y="0"/>
                      <a:pt x="16" y="0"/>
                      <a:pt x="13" y="0"/>
                    </a:cubicBezTo>
                    <a:cubicBezTo>
                      <a:pt x="7" y="0"/>
                      <a:pt x="4" y="3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07" name="Freeform 550">
                <a:extLst>
                  <a:ext uri="{FF2B5EF4-FFF2-40B4-BE49-F238E27FC236}">
                    <a16:creationId xmlns:a16="http://schemas.microsoft.com/office/drawing/2014/main" id="{732EEC0D-E8C0-4C1F-ADCC-98D53B064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933"/>
                <a:ext cx="42" cy="15"/>
              </a:xfrm>
              <a:custGeom>
                <a:avLst/>
                <a:gdLst>
                  <a:gd name="T0" fmla="*/ 12 w 32"/>
                  <a:gd name="T1" fmla="*/ 27 h 11"/>
                  <a:gd name="T2" fmla="*/ 7 w 32"/>
                  <a:gd name="T3" fmla="*/ 5 h 11"/>
                  <a:gd name="T4" fmla="*/ 42 w 32"/>
                  <a:gd name="T5" fmla="*/ 1 h 11"/>
                  <a:gd name="T6" fmla="*/ 55 w 32"/>
                  <a:gd name="T7" fmla="*/ 1 h 11"/>
                  <a:gd name="T8" fmla="*/ 71 w 32"/>
                  <a:gd name="T9" fmla="*/ 5 h 11"/>
                  <a:gd name="T10" fmla="*/ 66 w 32"/>
                  <a:gd name="T11" fmla="*/ 27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1">
                    <a:moveTo>
                      <a:pt x="5" y="11"/>
                    </a:moveTo>
                    <a:cubicBezTo>
                      <a:pt x="2" y="10"/>
                      <a:pt x="0" y="3"/>
                      <a:pt x="3" y="2"/>
                    </a:cubicBezTo>
                    <a:cubicBezTo>
                      <a:pt x="8" y="0"/>
                      <a:pt x="13" y="0"/>
                      <a:pt x="18" y="1"/>
                    </a:cubicBezTo>
                    <a:cubicBezTo>
                      <a:pt x="20" y="1"/>
                      <a:pt x="22" y="1"/>
                      <a:pt x="24" y="1"/>
                    </a:cubicBezTo>
                    <a:cubicBezTo>
                      <a:pt x="26" y="1"/>
                      <a:pt x="30" y="0"/>
                      <a:pt x="31" y="2"/>
                    </a:cubicBezTo>
                    <a:cubicBezTo>
                      <a:pt x="32" y="4"/>
                      <a:pt x="32" y="11"/>
                      <a:pt x="29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08" name="Freeform 551">
                <a:extLst>
                  <a:ext uri="{FF2B5EF4-FFF2-40B4-BE49-F238E27FC236}">
                    <a16:creationId xmlns:a16="http://schemas.microsoft.com/office/drawing/2014/main" id="{BDB0BA62-7D35-42DB-9126-F500D621E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918"/>
                <a:ext cx="36" cy="21"/>
              </a:xfrm>
              <a:custGeom>
                <a:avLst/>
                <a:gdLst>
                  <a:gd name="T0" fmla="*/ 5 w 28"/>
                  <a:gd name="T1" fmla="*/ 0 h 15"/>
                  <a:gd name="T2" fmla="*/ 1 w 28"/>
                  <a:gd name="T3" fmla="*/ 8 h 15"/>
                  <a:gd name="T4" fmla="*/ 1 w 28"/>
                  <a:gd name="T5" fmla="*/ 21 h 15"/>
                  <a:gd name="T6" fmla="*/ 13 w 28"/>
                  <a:gd name="T7" fmla="*/ 28 h 15"/>
                  <a:gd name="T8" fmla="*/ 28 w 28"/>
                  <a:gd name="T9" fmla="*/ 29 h 15"/>
                  <a:gd name="T10" fmla="*/ 45 w 28"/>
                  <a:gd name="T11" fmla="*/ 35 h 15"/>
                  <a:gd name="T12" fmla="*/ 54 w 28"/>
                  <a:gd name="T13" fmla="*/ 39 h 15"/>
                  <a:gd name="T14" fmla="*/ 59 w 28"/>
                  <a:gd name="T15" fmla="*/ 25 h 15"/>
                  <a:gd name="T16" fmla="*/ 59 w 28"/>
                  <a:gd name="T17" fmla="*/ 2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" y="0"/>
                    </a:moveTo>
                    <a:cubicBezTo>
                      <a:pt x="1" y="0"/>
                      <a:pt x="1" y="2"/>
                      <a:pt x="1" y="3"/>
                    </a:cubicBezTo>
                    <a:cubicBezTo>
                      <a:pt x="1" y="5"/>
                      <a:pt x="0" y="7"/>
                      <a:pt x="1" y="8"/>
                    </a:cubicBezTo>
                    <a:cubicBezTo>
                      <a:pt x="2" y="10"/>
                      <a:pt x="4" y="10"/>
                      <a:pt x="6" y="10"/>
                    </a:cubicBezTo>
                    <a:cubicBezTo>
                      <a:pt x="8" y="10"/>
                      <a:pt x="11" y="11"/>
                      <a:pt x="13" y="11"/>
                    </a:cubicBezTo>
                    <a:cubicBezTo>
                      <a:pt x="16" y="12"/>
                      <a:pt x="18" y="13"/>
                      <a:pt x="21" y="13"/>
                    </a:cubicBezTo>
                    <a:cubicBezTo>
                      <a:pt x="22" y="14"/>
                      <a:pt x="25" y="15"/>
                      <a:pt x="26" y="14"/>
                    </a:cubicBezTo>
                    <a:cubicBezTo>
                      <a:pt x="27" y="13"/>
                      <a:pt x="28" y="10"/>
                      <a:pt x="28" y="9"/>
                    </a:cubicBezTo>
                    <a:cubicBezTo>
                      <a:pt x="28" y="8"/>
                      <a:pt x="28" y="7"/>
                      <a:pt x="28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09" name="Freeform 552">
                <a:extLst>
                  <a:ext uri="{FF2B5EF4-FFF2-40B4-BE49-F238E27FC236}">
                    <a16:creationId xmlns:a16="http://schemas.microsoft.com/office/drawing/2014/main" id="{B9CDFEC9-A8D5-4501-8F72-DBF19A2E2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922"/>
                <a:ext cx="9" cy="12"/>
              </a:xfrm>
              <a:custGeom>
                <a:avLst/>
                <a:gdLst>
                  <a:gd name="T0" fmla="*/ 15 w 7"/>
                  <a:gd name="T1" fmla="*/ 21 h 9"/>
                  <a:gd name="T2" fmla="*/ 6 w 7"/>
                  <a:gd name="T3" fmla="*/ 12 h 9"/>
                  <a:gd name="T4" fmla="*/ 5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3" y="9"/>
                      <a:pt x="4" y="7"/>
                      <a:pt x="3" y="5"/>
                    </a:cubicBezTo>
                    <a:cubicBezTo>
                      <a:pt x="3" y="4"/>
                      <a:pt x="0" y="0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10" name="Freeform 553">
                <a:extLst>
                  <a:ext uri="{FF2B5EF4-FFF2-40B4-BE49-F238E27FC236}">
                    <a16:creationId xmlns:a16="http://schemas.microsoft.com/office/drawing/2014/main" id="{963E93D9-7D0E-4BA8-AFA4-F0C331EBA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929"/>
                <a:ext cx="4" cy="7"/>
              </a:xfrm>
              <a:custGeom>
                <a:avLst/>
                <a:gdLst>
                  <a:gd name="T0" fmla="*/ 0 w 3"/>
                  <a:gd name="T1" fmla="*/ 11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2" y="5"/>
                      <a:pt x="3" y="1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11" name="Freeform 554">
                <a:extLst>
                  <a:ext uri="{FF2B5EF4-FFF2-40B4-BE49-F238E27FC236}">
                    <a16:creationId xmlns:a16="http://schemas.microsoft.com/office/drawing/2014/main" id="{A95F2B8A-BEBC-42A1-8D22-BAAB117E6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918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12" name="Freeform 555">
                <a:extLst>
                  <a:ext uri="{FF2B5EF4-FFF2-40B4-BE49-F238E27FC236}">
                    <a16:creationId xmlns:a16="http://schemas.microsoft.com/office/drawing/2014/main" id="{D534D247-E539-44A7-9131-A0517306C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932"/>
                <a:ext cx="4" cy="4"/>
              </a:xfrm>
              <a:custGeom>
                <a:avLst/>
                <a:gdLst>
                  <a:gd name="T0" fmla="*/ 7 w 3"/>
                  <a:gd name="T1" fmla="*/ 0 h 3"/>
                  <a:gd name="T2" fmla="*/ 0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13" name="Freeform 556">
                <a:extLst>
                  <a:ext uri="{FF2B5EF4-FFF2-40B4-BE49-F238E27FC236}">
                    <a16:creationId xmlns:a16="http://schemas.microsoft.com/office/drawing/2014/main" id="{BB03CE3A-7256-448C-AAC1-0D0B917A6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937"/>
                <a:ext cx="8" cy="20"/>
              </a:xfrm>
              <a:custGeom>
                <a:avLst/>
                <a:gdLst>
                  <a:gd name="T0" fmla="*/ 5 w 6"/>
                  <a:gd name="T1" fmla="*/ 0 h 14"/>
                  <a:gd name="T2" fmla="*/ 7 w 6"/>
                  <a:gd name="T3" fmla="*/ 23 h 14"/>
                  <a:gd name="T4" fmla="*/ 0 w 6"/>
                  <a:gd name="T5" fmla="*/ 4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2" y="0"/>
                    </a:moveTo>
                    <a:cubicBezTo>
                      <a:pt x="6" y="2"/>
                      <a:pt x="4" y="5"/>
                      <a:pt x="3" y="8"/>
                    </a:cubicBezTo>
                    <a:cubicBezTo>
                      <a:pt x="3" y="10"/>
                      <a:pt x="3" y="14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14" name="Freeform 557">
                <a:extLst>
                  <a:ext uri="{FF2B5EF4-FFF2-40B4-BE49-F238E27FC236}">
                    <a16:creationId xmlns:a16="http://schemas.microsoft.com/office/drawing/2014/main" id="{67AB46CC-14D2-412F-9287-0F0A0B8AA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932"/>
                <a:ext cx="37" cy="15"/>
              </a:xfrm>
              <a:custGeom>
                <a:avLst/>
                <a:gdLst>
                  <a:gd name="T0" fmla="*/ 65 w 28"/>
                  <a:gd name="T1" fmla="*/ 0 h 11"/>
                  <a:gd name="T2" fmla="*/ 59 w 28"/>
                  <a:gd name="T3" fmla="*/ 7 h 11"/>
                  <a:gd name="T4" fmla="*/ 50 w 28"/>
                  <a:gd name="T5" fmla="*/ 14 h 11"/>
                  <a:gd name="T6" fmla="*/ 26 w 28"/>
                  <a:gd name="T7" fmla="*/ 20 h 11"/>
                  <a:gd name="T8" fmla="*/ 7 w 28"/>
                  <a:gd name="T9" fmla="*/ 20 h 11"/>
                  <a:gd name="T10" fmla="*/ 1 w 28"/>
                  <a:gd name="T11" fmla="*/ 1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1">
                    <a:moveTo>
                      <a:pt x="28" y="0"/>
                    </a:moveTo>
                    <a:cubicBezTo>
                      <a:pt x="28" y="1"/>
                      <a:pt x="28" y="2"/>
                      <a:pt x="26" y="3"/>
                    </a:cubicBezTo>
                    <a:cubicBezTo>
                      <a:pt x="25" y="4"/>
                      <a:pt x="23" y="4"/>
                      <a:pt x="22" y="5"/>
                    </a:cubicBezTo>
                    <a:cubicBezTo>
                      <a:pt x="19" y="7"/>
                      <a:pt x="15" y="7"/>
                      <a:pt x="11" y="8"/>
                    </a:cubicBezTo>
                    <a:cubicBezTo>
                      <a:pt x="8" y="8"/>
                      <a:pt x="5" y="11"/>
                      <a:pt x="3" y="8"/>
                    </a:cubicBezTo>
                    <a:cubicBezTo>
                      <a:pt x="2" y="8"/>
                      <a:pt x="0" y="5"/>
                      <a:pt x="1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15" name="Freeform 558">
                <a:extLst>
                  <a:ext uri="{FF2B5EF4-FFF2-40B4-BE49-F238E27FC236}">
                    <a16:creationId xmlns:a16="http://schemas.microsoft.com/office/drawing/2014/main" id="{3B5D64F0-A7B6-45AB-9A57-216070E7D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945"/>
                <a:ext cx="6" cy="14"/>
              </a:xfrm>
              <a:custGeom>
                <a:avLst/>
                <a:gdLst>
                  <a:gd name="T0" fmla="*/ 8 w 5"/>
                  <a:gd name="T1" fmla="*/ 28 h 10"/>
                  <a:gd name="T2" fmla="*/ 2 w 5"/>
                  <a:gd name="T3" fmla="*/ 25 h 10"/>
                  <a:gd name="T4" fmla="*/ 1 w 5"/>
                  <a:gd name="T5" fmla="*/ 14 h 10"/>
                  <a:gd name="T6" fmla="*/ 0 w 5"/>
                  <a:gd name="T7" fmla="*/ 6 h 10"/>
                  <a:gd name="T8" fmla="*/ 0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cubicBezTo>
                      <a:pt x="4" y="10"/>
                      <a:pt x="3" y="10"/>
                      <a:pt x="2" y="9"/>
                    </a:cubicBezTo>
                    <a:cubicBezTo>
                      <a:pt x="1" y="8"/>
                      <a:pt x="1" y="7"/>
                      <a:pt x="1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16" name="Freeform 559">
                <a:extLst>
                  <a:ext uri="{FF2B5EF4-FFF2-40B4-BE49-F238E27FC236}">
                    <a16:creationId xmlns:a16="http://schemas.microsoft.com/office/drawing/2014/main" id="{F508C95E-1E26-4890-A5B9-19F47CA8C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939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3" y="0"/>
                      <a:pt x="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17" name="Freeform 560">
                <a:extLst>
                  <a:ext uri="{FF2B5EF4-FFF2-40B4-BE49-F238E27FC236}">
                    <a16:creationId xmlns:a16="http://schemas.microsoft.com/office/drawing/2014/main" id="{AF0043FC-0C0B-4086-855B-5F4AE2D4B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948"/>
                <a:ext cx="38" cy="21"/>
              </a:xfrm>
              <a:custGeom>
                <a:avLst/>
                <a:gdLst>
                  <a:gd name="T0" fmla="*/ 63 w 29"/>
                  <a:gd name="T1" fmla="*/ 0 h 15"/>
                  <a:gd name="T2" fmla="*/ 60 w 29"/>
                  <a:gd name="T3" fmla="*/ 8 h 15"/>
                  <a:gd name="T4" fmla="*/ 56 w 29"/>
                  <a:gd name="T5" fmla="*/ 8 h 15"/>
                  <a:gd name="T6" fmla="*/ 48 w 29"/>
                  <a:gd name="T7" fmla="*/ 11 h 15"/>
                  <a:gd name="T8" fmla="*/ 28 w 29"/>
                  <a:gd name="T9" fmla="*/ 25 h 15"/>
                  <a:gd name="T10" fmla="*/ 12 w 29"/>
                  <a:gd name="T11" fmla="*/ 39 h 15"/>
                  <a:gd name="T12" fmla="*/ 1 w 29"/>
                  <a:gd name="T13" fmla="*/ 28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5">
                    <a:moveTo>
                      <a:pt x="28" y="0"/>
                    </a:moveTo>
                    <a:cubicBezTo>
                      <a:pt x="28" y="2"/>
                      <a:pt x="29" y="3"/>
                      <a:pt x="27" y="3"/>
                    </a:cubicBezTo>
                    <a:cubicBezTo>
                      <a:pt x="26" y="4"/>
                      <a:pt x="25" y="3"/>
                      <a:pt x="25" y="3"/>
                    </a:cubicBezTo>
                    <a:cubicBezTo>
                      <a:pt x="24" y="4"/>
                      <a:pt x="23" y="4"/>
                      <a:pt x="21" y="4"/>
                    </a:cubicBezTo>
                    <a:cubicBezTo>
                      <a:pt x="18" y="4"/>
                      <a:pt x="15" y="7"/>
                      <a:pt x="12" y="9"/>
                    </a:cubicBezTo>
                    <a:cubicBezTo>
                      <a:pt x="11" y="11"/>
                      <a:pt x="8" y="15"/>
                      <a:pt x="5" y="14"/>
                    </a:cubicBezTo>
                    <a:cubicBezTo>
                      <a:pt x="4" y="14"/>
                      <a:pt x="0" y="11"/>
                      <a:pt x="1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18" name="Freeform 561">
                <a:extLst>
                  <a:ext uri="{FF2B5EF4-FFF2-40B4-BE49-F238E27FC236}">
                    <a16:creationId xmlns:a16="http://schemas.microsoft.com/office/drawing/2014/main" id="{38054B3F-5622-4048-89B3-DFBFBC5A8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944"/>
                <a:ext cx="3" cy="6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19" name="Freeform 562">
                <a:extLst>
                  <a:ext uri="{FF2B5EF4-FFF2-40B4-BE49-F238E27FC236}">
                    <a16:creationId xmlns:a16="http://schemas.microsoft.com/office/drawing/2014/main" id="{4FC9914B-853C-41C3-804B-FA7EF947F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939"/>
                <a:ext cx="34" cy="16"/>
              </a:xfrm>
              <a:custGeom>
                <a:avLst/>
                <a:gdLst>
                  <a:gd name="T0" fmla="*/ 5 w 26"/>
                  <a:gd name="T1" fmla="*/ 0 h 12"/>
                  <a:gd name="T2" fmla="*/ 0 w 26"/>
                  <a:gd name="T3" fmla="*/ 5 h 12"/>
                  <a:gd name="T4" fmla="*/ 12 w 26"/>
                  <a:gd name="T5" fmla="*/ 7 h 12"/>
                  <a:gd name="T6" fmla="*/ 35 w 26"/>
                  <a:gd name="T7" fmla="*/ 23 h 12"/>
                  <a:gd name="T8" fmla="*/ 44 w 26"/>
                  <a:gd name="T9" fmla="*/ 28 h 12"/>
                  <a:gd name="T10" fmla="*/ 54 w 26"/>
                  <a:gd name="T11" fmla="*/ 20 h 12"/>
                  <a:gd name="T12" fmla="*/ 56 w 26"/>
                  <a:gd name="T13" fmla="*/ 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4" y="2"/>
                      <a:pt x="5" y="3"/>
                    </a:cubicBezTo>
                    <a:cubicBezTo>
                      <a:pt x="9" y="3"/>
                      <a:pt x="13" y="7"/>
                      <a:pt x="16" y="10"/>
                    </a:cubicBezTo>
                    <a:cubicBezTo>
                      <a:pt x="17" y="11"/>
                      <a:pt x="19" y="12"/>
                      <a:pt x="20" y="12"/>
                    </a:cubicBezTo>
                    <a:cubicBezTo>
                      <a:pt x="23" y="12"/>
                      <a:pt x="23" y="10"/>
                      <a:pt x="24" y="8"/>
                    </a:cubicBezTo>
                    <a:cubicBezTo>
                      <a:pt x="25" y="7"/>
                      <a:pt x="26" y="5"/>
                      <a:pt x="25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20" name="Freeform 563">
                <a:extLst>
                  <a:ext uri="{FF2B5EF4-FFF2-40B4-BE49-F238E27FC236}">
                    <a16:creationId xmlns:a16="http://schemas.microsoft.com/office/drawing/2014/main" id="{4AA26074-870A-4F62-996C-96A95A185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945"/>
                <a:ext cx="4" cy="2"/>
              </a:xfrm>
              <a:custGeom>
                <a:avLst/>
                <a:gdLst>
                  <a:gd name="T0" fmla="*/ 7 w 3"/>
                  <a:gd name="T1" fmla="*/ 8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21" name="Freeform 564">
                <a:extLst>
                  <a:ext uri="{FF2B5EF4-FFF2-40B4-BE49-F238E27FC236}">
                    <a16:creationId xmlns:a16="http://schemas.microsoft.com/office/drawing/2014/main" id="{9B3CF544-48FD-42C3-A414-DD18A7ACA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955"/>
                <a:ext cx="9" cy="17"/>
              </a:xfrm>
              <a:custGeom>
                <a:avLst/>
                <a:gdLst>
                  <a:gd name="T0" fmla="*/ 10 w 7"/>
                  <a:gd name="T1" fmla="*/ 0 h 12"/>
                  <a:gd name="T2" fmla="*/ 6 w 7"/>
                  <a:gd name="T3" fmla="*/ 20 h 12"/>
                  <a:gd name="T4" fmla="*/ 0 w 7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cubicBezTo>
                      <a:pt x="7" y="3"/>
                      <a:pt x="5" y="4"/>
                      <a:pt x="3" y="7"/>
                    </a:cubicBezTo>
                    <a:cubicBezTo>
                      <a:pt x="3" y="7"/>
                      <a:pt x="1" y="12"/>
                      <a:pt x="0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22" name="Freeform 565">
                <a:extLst>
                  <a:ext uri="{FF2B5EF4-FFF2-40B4-BE49-F238E27FC236}">
                    <a16:creationId xmlns:a16="http://schemas.microsoft.com/office/drawing/2014/main" id="{940A1F97-808F-47F7-8C4E-C32367D3B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943"/>
                <a:ext cx="4" cy="4"/>
              </a:xfrm>
              <a:custGeom>
                <a:avLst/>
                <a:gdLst>
                  <a:gd name="T0" fmla="*/ 7 w 3"/>
                  <a:gd name="T1" fmla="*/ 0 h 3"/>
                  <a:gd name="T2" fmla="*/ 0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23" name="Freeform 566">
                <a:extLst>
                  <a:ext uri="{FF2B5EF4-FFF2-40B4-BE49-F238E27FC236}">
                    <a16:creationId xmlns:a16="http://schemas.microsoft.com/office/drawing/2014/main" id="{88BD0B24-646B-4A01-A31C-199EFE7AA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954"/>
                <a:ext cx="39" cy="32"/>
              </a:xfrm>
              <a:custGeom>
                <a:avLst/>
                <a:gdLst>
                  <a:gd name="T0" fmla="*/ 9 w 30"/>
                  <a:gd name="T1" fmla="*/ 0 h 23"/>
                  <a:gd name="T2" fmla="*/ 7 w 30"/>
                  <a:gd name="T3" fmla="*/ 15 h 23"/>
                  <a:gd name="T4" fmla="*/ 23 w 30"/>
                  <a:gd name="T5" fmla="*/ 29 h 23"/>
                  <a:gd name="T6" fmla="*/ 43 w 30"/>
                  <a:gd name="T7" fmla="*/ 49 h 23"/>
                  <a:gd name="T8" fmla="*/ 52 w 30"/>
                  <a:gd name="T9" fmla="*/ 56 h 23"/>
                  <a:gd name="T10" fmla="*/ 64 w 30"/>
                  <a:gd name="T11" fmla="*/ 46 h 23"/>
                  <a:gd name="T12" fmla="*/ 64 w 30"/>
                  <a:gd name="T13" fmla="*/ 3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3">
                    <a:moveTo>
                      <a:pt x="4" y="0"/>
                    </a:moveTo>
                    <a:cubicBezTo>
                      <a:pt x="1" y="2"/>
                      <a:pt x="0" y="5"/>
                      <a:pt x="3" y="6"/>
                    </a:cubicBezTo>
                    <a:cubicBezTo>
                      <a:pt x="6" y="7"/>
                      <a:pt x="9" y="9"/>
                      <a:pt x="11" y="11"/>
                    </a:cubicBezTo>
                    <a:cubicBezTo>
                      <a:pt x="14" y="14"/>
                      <a:pt x="16" y="16"/>
                      <a:pt x="19" y="18"/>
                    </a:cubicBezTo>
                    <a:cubicBezTo>
                      <a:pt x="20" y="20"/>
                      <a:pt x="21" y="23"/>
                      <a:pt x="24" y="21"/>
                    </a:cubicBezTo>
                    <a:cubicBezTo>
                      <a:pt x="25" y="19"/>
                      <a:pt x="27" y="18"/>
                      <a:pt x="29" y="17"/>
                    </a:cubicBezTo>
                    <a:cubicBezTo>
                      <a:pt x="30" y="16"/>
                      <a:pt x="30" y="13"/>
                      <a:pt x="29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24" name="Freeform 567">
                <a:extLst>
                  <a:ext uri="{FF2B5EF4-FFF2-40B4-BE49-F238E27FC236}">
                    <a16:creationId xmlns:a16="http://schemas.microsoft.com/office/drawing/2014/main" id="{5761F91D-4BD7-4D0D-8C83-A3B36EFC7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962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25" name="Freeform 568">
                <a:extLst>
                  <a:ext uri="{FF2B5EF4-FFF2-40B4-BE49-F238E27FC236}">
                    <a16:creationId xmlns:a16="http://schemas.microsoft.com/office/drawing/2014/main" id="{FDD49C7D-033E-4A77-9E4D-E670728E5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982"/>
                <a:ext cx="10" cy="9"/>
              </a:xfrm>
              <a:custGeom>
                <a:avLst/>
                <a:gdLst>
                  <a:gd name="T0" fmla="*/ 13 w 8"/>
                  <a:gd name="T1" fmla="*/ 0 h 7"/>
                  <a:gd name="T2" fmla="*/ 6 w 8"/>
                  <a:gd name="T3" fmla="*/ 10 h 7"/>
                  <a:gd name="T4" fmla="*/ 0 w 8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8" y="2"/>
                      <a:pt x="4" y="3"/>
                      <a:pt x="3" y="5"/>
                    </a:cubicBezTo>
                    <a:cubicBezTo>
                      <a:pt x="3" y="6"/>
                      <a:pt x="2" y="7"/>
                      <a:pt x="0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26" name="Freeform 569">
                <a:extLst>
                  <a:ext uri="{FF2B5EF4-FFF2-40B4-BE49-F238E27FC236}">
                    <a16:creationId xmlns:a16="http://schemas.microsoft.com/office/drawing/2014/main" id="{D5EAC33E-2F11-4CC3-A46D-07FE0E7C8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969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27" name="Freeform 570">
                <a:extLst>
                  <a:ext uri="{FF2B5EF4-FFF2-40B4-BE49-F238E27FC236}">
                    <a16:creationId xmlns:a16="http://schemas.microsoft.com/office/drawing/2014/main" id="{2F62447C-7BB9-45A9-8225-51892F463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954"/>
                <a:ext cx="2" cy="4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28" name="Freeform 571">
                <a:extLst>
                  <a:ext uri="{FF2B5EF4-FFF2-40B4-BE49-F238E27FC236}">
                    <a16:creationId xmlns:a16="http://schemas.microsoft.com/office/drawing/2014/main" id="{F2C68691-28DD-41A5-8126-6D8A930BF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984"/>
                <a:ext cx="28" cy="45"/>
              </a:xfrm>
              <a:custGeom>
                <a:avLst/>
                <a:gdLst>
                  <a:gd name="T0" fmla="*/ 0 w 22"/>
                  <a:gd name="T1" fmla="*/ 1 h 32"/>
                  <a:gd name="T2" fmla="*/ 17 w 22"/>
                  <a:gd name="T3" fmla="*/ 25 h 32"/>
                  <a:gd name="T4" fmla="*/ 36 w 22"/>
                  <a:gd name="T5" fmla="*/ 53 h 32"/>
                  <a:gd name="T6" fmla="*/ 43 w 22"/>
                  <a:gd name="T7" fmla="*/ 82 h 32"/>
                  <a:gd name="T8" fmla="*/ 31 w 22"/>
                  <a:gd name="T9" fmla="*/ 8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2">
                    <a:moveTo>
                      <a:pt x="0" y="1"/>
                    </a:moveTo>
                    <a:cubicBezTo>
                      <a:pt x="4" y="0"/>
                      <a:pt x="6" y="7"/>
                      <a:pt x="8" y="9"/>
                    </a:cubicBezTo>
                    <a:cubicBezTo>
                      <a:pt x="11" y="13"/>
                      <a:pt x="14" y="16"/>
                      <a:pt x="17" y="19"/>
                    </a:cubicBezTo>
                    <a:cubicBezTo>
                      <a:pt x="19" y="21"/>
                      <a:pt x="22" y="27"/>
                      <a:pt x="21" y="29"/>
                    </a:cubicBezTo>
                    <a:cubicBezTo>
                      <a:pt x="20" y="30"/>
                      <a:pt x="16" y="32"/>
                      <a:pt x="15" y="3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29" name="Freeform 572">
                <a:extLst>
                  <a:ext uri="{FF2B5EF4-FFF2-40B4-BE49-F238E27FC236}">
                    <a16:creationId xmlns:a16="http://schemas.microsoft.com/office/drawing/2014/main" id="{A52B90BD-2AEF-4FFA-9E0C-4CC683052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973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30" name="Freeform 573">
                <a:extLst>
                  <a:ext uri="{FF2B5EF4-FFF2-40B4-BE49-F238E27FC236}">
                    <a16:creationId xmlns:a16="http://schemas.microsoft.com/office/drawing/2014/main" id="{EF4DDEBF-0277-4780-B145-3912EC877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007"/>
                <a:ext cx="14" cy="18"/>
              </a:xfrm>
              <a:custGeom>
                <a:avLst/>
                <a:gdLst>
                  <a:gd name="T0" fmla="*/ 22 w 11"/>
                  <a:gd name="T1" fmla="*/ 0 h 13"/>
                  <a:gd name="T2" fmla="*/ 23 w 11"/>
                  <a:gd name="T3" fmla="*/ 14 h 13"/>
                  <a:gd name="T4" fmla="*/ 14 w 11"/>
                  <a:gd name="T5" fmla="*/ 21 h 13"/>
                  <a:gd name="T6" fmla="*/ 0 w 11"/>
                  <a:gd name="T7" fmla="*/ 2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0" y="0"/>
                    </a:moveTo>
                    <a:cubicBezTo>
                      <a:pt x="10" y="1"/>
                      <a:pt x="11" y="4"/>
                      <a:pt x="11" y="5"/>
                    </a:cubicBezTo>
                    <a:cubicBezTo>
                      <a:pt x="10" y="6"/>
                      <a:pt x="8" y="7"/>
                      <a:pt x="7" y="8"/>
                    </a:cubicBezTo>
                    <a:cubicBezTo>
                      <a:pt x="5" y="9"/>
                      <a:pt x="3" y="13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31" name="Freeform 574">
                <a:extLst>
                  <a:ext uri="{FF2B5EF4-FFF2-40B4-BE49-F238E27FC236}">
                    <a16:creationId xmlns:a16="http://schemas.microsoft.com/office/drawing/2014/main" id="{2FF819EA-4BFB-4B7C-B961-76A663E34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984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32" name="Freeform 575">
                <a:extLst>
                  <a:ext uri="{FF2B5EF4-FFF2-40B4-BE49-F238E27FC236}">
                    <a16:creationId xmlns:a16="http://schemas.microsoft.com/office/drawing/2014/main" id="{9E5A54F1-C0FC-4105-B9D0-F5B981B7B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023"/>
                <a:ext cx="27" cy="53"/>
              </a:xfrm>
              <a:custGeom>
                <a:avLst/>
                <a:gdLst>
                  <a:gd name="T0" fmla="*/ 28 w 21"/>
                  <a:gd name="T1" fmla="*/ 95 h 38"/>
                  <a:gd name="T2" fmla="*/ 45 w 21"/>
                  <a:gd name="T3" fmla="*/ 89 h 38"/>
                  <a:gd name="T4" fmla="*/ 40 w 21"/>
                  <a:gd name="T5" fmla="*/ 70 h 38"/>
                  <a:gd name="T6" fmla="*/ 35 w 21"/>
                  <a:gd name="T7" fmla="*/ 46 h 38"/>
                  <a:gd name="T8" fmla="*/ 13 w 21"/>
                  <a:gd name="T9" fmla="*/ 14 h 38"/>
                  <a:gd name="T10" fmla="*/ 6 w 21"/>
                  <a:gd name="T11" fmla="*/ 0 h 38"/>
                  <a:gd name="T12" fmla="*/ 0 w 21"/>
                  <a:gd name="T13" fmla="*/ 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8">
                    <a:moveTo>
                      <a:pt x="13" y="35"/>
                    </a:moveTo>
                    <a:cubicBezTo>
                      <a:pt x="14" y="38"/>
                      <a:pt x="20" y="35"/>
                      <a:pt x="21" y="33"/>
                    </a:cubicBezTo>
                    <a:cubicBezTo>
                      <a:pt x="21" y="31"/>
                      <a:pt x="20" y="28"/>
                      <a:pt x="19" y="26"/>
                    </a:cubicBezTo>
                    <a:cubicBezTo>
                      <a:pt x="18" y="23"/>
                      <a:pt x="18" y="20"/>
                      <a:pt x="16" y="17"/>
                    </a:cubicBezTo>
                    <a:cubicBezTo>
                      <a:pt x="14" y="12"/>
                      <a:pt x="8" y="10"/>
                      <a:pt x="6" y="5"/>
                    </a:cubicBezTo>
                    <a:cubicBezTo>
                      <a:pt x="5" y="3"/>
                      <a:pt x="5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33" name="Freeform 576">
                <a:extLst>
                  <a:ext uri="{FF2B5EF4-FFF2-40B4-BE49-F238E27FC236}">
                    <a16:creationId xmlns:a16="http://schemas.microsoft.com/office/drawing/2014/main" id="{6771EDD9-C41B-4515-866B-E4D299E15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965"/>
                <a:ext cx="8" cy="15"/>
              </a:xfrm>
              <a:custGeom>
                <a:avLst/>
                <a:gdLst>
                  <a:gd name="T0" fmla="*/ 9 w 6"/>
                  <a:gd name="T1" fmla="*/ 5 h 11"/>
                  <a:gd name="T2" fmla="*/ 15 w 6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4" y="2"/>
                    </a:moveTo>
                    <a:cubicBezTo>
                      <a:pt x="0" y="0"/>
                      <a:pt x="1" y="11"/>
                      <a:pt x="6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34" name="Freeform 577">
                <a:extLst>
                  <a:ext uri="{FF2B5EF4-FFF2-40B4-BE49-F238E27FC236}">
                    <a16:creationId xmlns:a16="http://schemas.microsoft.com/office/drawing/2014/main" id="{97ADBA4D-050F-468B-9699-EE888539B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965"/>
                <a:ext cx="7" cy="3"/>
              </a:xfrm>
              <a:custGeom>
                <a:avLst/>
                <a:gdLst>
                  <a:gd name="T0" fmla="*/ 14 w 5"/>
                  <a:gd name="T1" fmla="*/ 5 h 2"/>
                  <a:gd name="T2" fmla="*/ 0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0"/>
                      <a:pt x="1" y="0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35" name="Freeform 578">
                <a:extLst>
                  <a:ext uri="{FF2B5EF4-FFF2-40B4-BE49-F238E27FC236}">
                    <a16:creationId xmlns:a16="http://schemas.microsoft.com/office/drawing/2014/main" id="{F9C9827A-575C-4056-A344-580E9E6E9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019"/>
                <a:ext cx="3" cy="7"/>
              </a:xfrm>
              <a:custGeom>
                <a:avLst/>
                <a:gdLst>
                  <a:gd name="T0" fmla="*/ 8 w 2"/>
                  <a:gd name="T1" fmla="*/ 0 h 5"/>
                  <a:gd name="T2" fmla="*/ 5 w 2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0" y="3"/>
                      <a:pt x="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36" name="Freeform 579">
                <a:extLst>
                  <a:ext uri="{FF2B5EF4-FFF2-40B4-BE49-F238E27FC236}">
                    <a16:creationId xmlns:a16="http://schemas.microsoft.com/office/drawing/2014/main" id="{59F070D2-4CC6-4D0F-A784-558CB8677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061"/>
                <a:ext cx="16" cy="7"/>
              </a:xfrm>
              <a:custGeom>
                <a:avLst/>
                <a:gdLst>
                  <a:gd name="T0" fmla="*/ 0 w 12"/>
                  <a:gd name="T1" fmla="*/ 1 h 5"/>
                  <a:gd name="T2" fmla="*/ 15 w 12"/>
                  <a:gd name="T3" fmla="*/ 14 h 5"/>
                  <a:gd name="T4" fmla="*/ 28 w 12"/>
                  <a:gd name="T5" fmla="*/ 6 h 5"/>
                  <a:gd name="T6" fmla="*/ 28 w 1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1" y="5"/>
                      <a:pt x="4" y="5"/>
                      <a:pt x="6" y="5"/>
                    </a:cubicBezTo>
                    <a:cubicBezTo>
                      <a:pt x="8" y="4"/>
                      <a:pt x="9" y="3"/>
                      <a:pt x="12" y="2"/>
                    </a:cubicBezTo>
                    <a:cubicBezTo>
                      <a:pt x="12" y="1"/>
                      <a:pt x="12" y="0"/>
                      <a:pt x="1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37" name="Freeform 580">
                <a:extLst>
                  <a:ext uri="{FF2B5EF4-FFF2-40B4-BE49-F238E27FC236}">
                    <a16:creationId xmlns:a16="http://schemas.microsoft.com/office/drawing/2014/main" id="{42670BD6-1A07-4C02-B2CF-41FCA3FC2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971"/>
                <a:ext cx="39" cy="36"/>
              </a:xfrm>
              <a:custGeom>
                <a:avLst/>
                <a:gdLst>
                  <a:gd name="T0" fmla="*/ 66 w 30"/>
                  <a:gd name="T1" fmla="*/ 0 h 26"/>
                  <a:gd name="T2" fmla="*/ 46 w 30"/>
                  <a:gd name="T3" fmla="*/ 21 h 26"/>
                  <a:gd name="T4" fmla="*/ 29 w 30"/>
                  <a:gd name="T5" fmla="*/ 46 h 26"/>
                  <a:gd name="T6" fmla="*/ 16 w 30"/>
                  <a:gd name="T7" fmla="*/ 64 h 26"/>
                  <a:gd name="T8" fmla="*/ 0 w 30"/>
                  <a:gd name="T9" fmla="*/ 5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30" y="0"/>
                    </a:moveTo>
                    <a:cubicBezTo>
                      <a:pt x="26" y="1"/>
                      <a:pt x="23" y="5"/>
                      <a:pt x="21" y="8"/>
                    </a:cubicBezTo>
                    <a:cubicBezTo>
                      <a:pt x="18" y="11"/>
                      <a:pt x="15" y="14"/>
                      <a:pt x="13" y="17"/>
                    </a:cubicBezTo>
                    <a:cubicBezTo>
                      <a:pt x="11" y="20"/>
                      <a:pt x="9" y="23"/>
                      <a:pt x="7" y="24"/>
                    </a:cubicBezTo>
                    <a:cubicBezTo>
                      <a:pt x="3" y="26"/>
                      <a:pt x="2" y="24"/>
                      <a:pt x="0" y="2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38" name="Freeform 581">
                <a:extLst>
                  <a:ext uri="{FF2B5EF4-FFF2-40B4-BE49-F238E27FC236}">
                    <a16:creationId xmlns:a16="http://schemas.microsoft.com/office/drawing/2014/main" id="{0249AE4F-1D0C-4A9D-9105-8DDBF82D1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003"/>
                <a:ext cx="8" cy="11"/>
              </a:xfrm>
              <a:custGeom>
                <a:avLst/>
                <a:gdLst>
                  <a:gd name="T0" fmla="*/ 9 w 6"/>
                  <a:gd name="T1" fmla="*/ 0 h 8"/>
                  <a:gd name="T2" fmla="*/ 15 w 6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0" y="2"/>
                      <a:pt x="1" y="8"/>
                      <a:pt x="6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39" name="Freeform 582">
                <a:extLst>
                  <a:ext uri="{FF2B5EF4-FFF2-40B4-BE49-F238E27FC236}">
                    <a16:creationId xmlns:a16="http://schemas.microsoft.com/office/drawing/2014/main" id="{A68D4149-18E2-4AEF-BB3B-6DF45957A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005"/>
                <a:ext cx="41" cy="55"/>
              </a:xfrm>
              <a:custGeom>
                <a:avLst/>
                <a:gdLst>
                  <a:gd name="T0" fmla="*/ 60 w 31"/>
                  <a:gd name="T1" fmla="*/ 0 h 39"/>
                  <a:gd name="T2" fmla="*/ 53 w 31"/>
                  <a:gd name="T3" fmla="*/ 23 h 39"/>
                  <a:gd name="T4" fmla="*/ 28 w 31"/>
                  <a:gd name="T5" fmla="*/ 68 h 39"/>
                  <a:gd name="T6" fmla="*/ 15 w 31"/>
                  <a:gd name="T7" fmla="*/ 102 h 39"/>
                  <a:gd name="T8" fmla="*/ 0 w 31"/>
                  <a:gd name="T9" fmla="*/ 10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9">
                    <a:moveTo>
                      <a:pt x="26" y="0"/>
                    </a:moveTo>
                    <a:cubicBezTo>
                      <a:pt x="31" y="4"/>
                      <a:pt x="26" y="5"/>
                      <a:pt x="23" y="8"/>
                    </a:cubicBezTo>
                    <a:cubicBezTo>
                      <a:pt x="17" y="11"/>
                      <a:pt x="15" y="18"/>
                      <a:pt x="12" y="24"/>
                    </a:cubicBezTo>
                    <a:cubicBezTo>
                      <a:pt x="10" y="27"/>
                      <a:pt x="9" y="33"/>
                      <a:pt x="6" y="36"/>
                    </a:cubicBezTo>
                    <a:cubicBezTo>
                      <a:pt x="5" y="38"/>
                      <a:pt x="1" y="39"/>
                      <a:pt x="0" y="3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40" name="Freeform 583">
                <a:extLst>
                  <a:ext uri="{FF2B5EF4-FFF2-40B4-BE49-F238E27FC236}">
                    <a16:creationId xmlns:a16="http://schemas.microsoft.com/office/drawing/2014/main" id="{F782F8AB-8C0F-47D0-8B09-A8518F7F5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055"/>
                <a:ext cx="11" cy="9"/>
              </a:xfrm>
              <a:custGeom>
                <a:avLst/>
                <a:gdLst>
                  <a:gd name="T0" fmla="*/ 8 w 8"/>
                  <a:gd name="T1" fmla="*/ 0 h 6"/>
                  <a:gd name="T2" fmla="*/ 21 w 8"/>
                  <a:gd name="T3" fmla="*/ 1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0" y="3"/>
                      <a:pt x="8" y="6"/>
                      <a:pt x="8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41" name="Freeform 584">
                <a:extLst>
                  <a:ext uri="{FF2B5EF4-FFF2-40B4-BE49-F238E27FC236}">
                    <a16:creationId xmlns:a16="http://schemas.microsoft.com/office/drawing/2014/main" id="{D028B93F-79C5-48B8-AB4D-042CAD24D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072"/>
                <a:ext cx="28" cy="79"/>
              </a:xfrm>
              <a:custGeom>
                <a:avLst/>
                <a:gdLst>
                  <a:gd name="T0" fmla="*/ 0 w 22"/>
                  <a:gd name="T1" fmla="*/ 0 h 57"/>
                  <a:gd name="T2" fmla="*/ 14 w 22"/>
                  <a:gd name="T3" fmla="*/ 24 h 57"/>
                  <a:gd name="T4" fmla="*/ 31 w 22"/>
                  <a:gd name="T5" fmla="*/ 90 h 57"/>
                  <a:gd name="T6" fmla="*/ 46 w 22"/>
                  <a:gd name="T7" fmla="*/ 139 h 57"/>
                  <a:gd name="T8" fmla="*/ 31 w 22"/>
                  <a:gd name="T9" fmla="*/ 14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7">
                    <a:moveTo>
                      <a:pt x="0" y="0"/>
                    </a:moveTo>
                    <a:cubicBezTo>
                      <a:pt x="5" y="0"/>
                      <a:pt x="5" y="5"/>
                      <a:pt x="7" y="9"/>
                    </a:cubicBezTo>
                    <a:cubicBezTo>
                      <a:pt x="9" y="18"/>
                      <a:pt x="11" y="26"/>
                      <a:pt x="15" y="34"/>
                    </a:cubicBezTo>
                    <a:cubicBezTo>
                      <a:pt x="16" y="39"/>
                      <a:pt x="22" y="47"/>
                      <a:pt x="22" y="52"/>
                    </a:cubicBezTo>
                    <a:cubicBezTo>
                      <a:pt x="21" y="55"/>
                      <a:pt x="17" y="57"/>
                      <a:pt x="15" y="5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42" name="Freeform 585">
                <a:extLst>
                  <a:ext uri="{FF2B5EF4-FFF2-40B4-BE49-F238E27FC236}">
                    <a16:creationId xmlns:a16="http://schemas.microsoft.com/office/drawing/2014/main" id="{F91B60EA-E3D1-41EC-A9B0-4823C9581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068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1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4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43" name="Freeform 586">
                <a:extLst>
                  <a:ext uri="{FF2B5EF4-FFF2-40B4-BE49-F238E27FC236}">
                    <a16:creationId xmlns:a16="http://schemas.microsoft.com/office/drawing/2014/main" id="{796DE0CE-D96C-4ACC-AAB5-0296CBA04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133"/>
                <a:ext cx="17" cy="14"/>
              </a:xfrm>
              <a:custGeom>
                <a:avLst/>
                <a:gdLst>
                  <a:gd name="T0" fmla="*/ 0 w 13"/>
                  <a:gd name="T1" fmla="*/ 8 h 10"/>
                  <a:gd name="T2" fmla="*/ 24 w 1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3"/>
                    </a:moveTo>
                    <a:cubicBezTo>
                      <a:pt x="5" y="9"/>
                      <a:pt x="13" y="10"/>
                      <a:pt x="1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44" name="Freeform 587">
                <a:extLst>
                  <a:ext uri="{FF2B5EF4-FFF2-40B4-BE49-F238E27FC236}">
                    <a16:creationId xmlns:a16="http://schemas.microsoft.com/office/drawing/2014/main" id="{1944EAF3-A272-46C0-9BA7-6D818AA51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143"/>
                <a:ext cx="33" cy="78"/>
              </a:xfrm>
              <a:custGeom>
                <a:avLst/>
                <a:gdLst>
                  <a:gd name="T0" fmla="*/ 9 w 25"/>
                  <a:gd name="T1" fmla="*/ 0 h 56"/>
                  <a:gd name="T2" fmla="*/ 1 w 25"/>
                  <a:gd name="T3" fmla="*/ 0 h 56"/>
                  <a:gd name="T4" fmla="*/ 16 w 25"/>
                  <a:gd name="T5" fmla="*/ 29 h 56"/>
                  <a:gd name="T6" fmla="*/ 26 w 25"/>
                  <a:gd name="T7" fmla="*/ 78 h 56"/>
                  <a:gd name="T8" fmla="*/ 37 w 25"/>
                  <a:gd name="T9" fmla="*/ 130 h 56"/>
                  <a:gd name="T10" fmla="*/ 45 w 25"/>
                  <a:gd name="T11" fmla="*/ 145 h 56"/>
                  <a:gd name="T12" fmla="*/ 58 w 25"/>
                  <a:gd name="T13" fmla="*/ 14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56">
                    <a:moveTo>
                      <a:pt x="4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3"/>
                      <a:pt x="6" y="8"/>
                      <a:pt x="7" y="11"/>
                    </a:cubicBezTo>
                    <a:cubicBezTo>
                      <a:pt x="9" y="17"/>
                      <a:pt x="9" y="23"/>
                      <a:pt x="11" y="29"/>
                    </a:cubicBezTo>
                    <a:cubicBezTo>
                      <a:pt x="13" y="36"/>
                      <a:pt x="15" y="41"/>
                      <a:pt x="16" y="48"/>
                    </a:cubicBezTo>
                    <a:cubicBezTo>
                      <a:pt x="17" y="51"/>
                      <a:pt x="17" y="53"/>
                      <a:pt x="20" y="54"/>
                    </a:cubicBezTo>
                    <a:cubicBezTo>
                      <a:pt x="22" y="55"/>
                      <a:pt x="24" y="56"/>
                      <a:pt x="25" y="5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45" name="Freeform 588">
                <a:extLst>
                  <a:ext uri="{FF2B5EF4-FFF2-40B4-BE49-F238E27FC236}">
                    <a16:creationId xmlns:a16="http://schemas.microsoft.com/office/drawing/2014/main" id="{877B8AC5-2D26-4A94-AC6F-E0013D6E6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142"/>
                <a:ext cx="8" cy="5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3"/>
                      <a:pt x="4" y="2"/>
                      <a:pt x="6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46" name="Freeform 589">
                <a:extLst>
                  <a:ext uri="{FF2B5EF4-FFF2-40B4-BE49-F238E27FC236}">
                    <a16:creationId xmlns:a16="http://schemas.microsoft.com/office/drawing/2014/main" id="{310C033C-91B0-48E0-B718-ED8575DBB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147"/>
                <a:ext cx="5" cy="4"/>
              </a:xfrm>
              <a:custGeom>
                <a:avLst/>
                <a:gdLst>
                  <a:gd name="T0" fmla="*/ 0 w 4"/>
                  <a:gd name="T1" fmla="*/ 1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0"/>
                      <a:pt x="3" y="1"/>
                      <a:pt x="4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47" name="Freeform 590">
                <a:extLst>
                  <a:ext uri="{FF2B5EF4-FFF2-40B4-BE49-F238E27FC236}">
                    <a16:creationId xmlns:a16="http://schemas.microsoft.com/office/drawing/2014/main" id="{73367D94-4008-47A0-8B87-046D8C34D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150"/>
                <a:ext cx="3" cy="6"/>
              </a:xfrm>
              <a:custGeom>
                <a:avLst/>
                <a:gdLst>
                  <a:gd name="T0" fmla="*/ 8 w 2"/>
                  <a:gd name="T1" fmla="*/ 0 h 4"/>
                  <a:gd name="T2" fmla="*/ 5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0" y="2"/>
                      <a:pt x="1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48" name="Freeform 591">
                <a:extLst>
                  <a:ext uri="{FF2B5EF4-FFF2-40B4-BE49-F238E27FC236}">
                    <a16:creationId xmlns:a16="http://schemas.microsoft.com/office/drawing/2014/main" id="{FF02F5EC-A66D-4E87-B149-5ECA0312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206"/>
                <a:ext cx="17" cy="12"/>
              </a:xfrm>
              <a:custGeom>
                <a:avLst/>
                <a:gdLst>
                  <a:gd name="T0" fmla="*/ 24 w 13"/>
                  <a:gd name="T1" fmla="*/ 0 h 9"/>
                  <a:gd name="T2" fmla="*/ 13 w 13"/>
                  <a:gd name="T3" fmla="*/ 21 h 9"/>
                  <a:gd name="T4" fmla="*/ 0 w 13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1" y="0"/>
                    </a:moveTo>
                    <a:cubicBezTo>
                      <a:pt x="13" y="6"/>
                      <a:pt x="12" y="9"/>
                      <a:pt x="6" y="9"/>
                    </a:cubicBezTo>
                    <a:cubicBezTo>
                      <a:pt x="2" y="9"/>
                      <a:pt x="0" y="7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49" name="Freeform 592">
                <a:extLst>
                  <a:ext uri="{FF2B5EF4-FFF2-40B4-BE49-F238E27FC236}">
                    <a16:creationId xmlns:a16="http://schemas.microsoft.com/office/drawing/2014/main" id="{A2BBB808-2FB2-47DF-8CEC-56F0CDB8B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1215"/>
                <a:ext cx="22" cy="106"/>
              </a:xfrm>
              <a:custGeom>
                <a:avLst/>
                <a:gdLst>
                  <a:gd name="T0" fmla="*/ 5 w 17"/>
                  <a:gd name="T1" fmla="*/ 0 h 76"/>
                  <a:gd name="T2" fmla="*/ 10 w 17"/>
                  <a:gd name="T3" fmla="*/ 60 h 76"/>
                  <a:gd name="T4" fmla="*/ 16 w 17"/>
                  <a:gd name="T5" fmla="*/ 133 h 76"/>
                  <a:gd name="T6" fmla="*/ 36 w 17"/>
                  <a:gd name="T7" fmla="*/ 194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6">
                    <a:moveTo>
                      <a:pt x="2" y="0"/>
                    </a:moveTo>
                    <a:cubicBezTo>
                      <a:pt x="0" y="7"/>
                      <a:pt x="4" y="15"/>
                      <a:pt x="5" y="22"/>
                    </a:cubicBezTo>
                    <a:cubicBezTo>
                      <a:pt x="6" y="31"/>
                      <a:pt x="7" y="40"/>
                      <a:pt x="7" y="49"/>
                    </a:cubicBezTo>
                    <a:cubicBezTo>
                      <a:pt x="7" y="55"/>
                      <a:pt x="4" y="76"/>
                      <a:pt x="17" y="7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50" name="Freeform 593">
                <a:extLst>
                  <a:ext uri="{FF2B5EF4-FFF2-40B4-BE49-F238E27FC236}">
                    <a16:creationId xmlns:a16="http://schemas.microsoft.com/office/drawing/2014/main" id="{080B9A02-32C2-4846-A5C3-951D206D9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299"/>
                <a:ext cx="13" cy="21"/>
              </a:xfrm>
              <a:custGeom>
                <a:avLst/>
                <a:gdLst>
                  <a:gd name="T0" fmla="*/ 21 w 10"/>
                  <a:gd name="T1" fmla="*/ 0 h 15"/>
                  <a:gd name="T2" fmla="*/ 0 w 10"/>
                  <a:gd name="T3" fmla="*/ 3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9" y="0"/>
                    </a:moveTo>
                    <a:cubicBezTo>
                      <a:pt x="10" y="6"/>
                      <a:pt x="9" y="15"/>
                      <a:pt x="0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51" name="Freeform 594">
                <a:extLst>
                  <a:ext uri="{FF2B5EF4-FFF2-40B4-BE49-F238E27FC236}">
                    <a16:creationId xmlns:a16="http://schemas.microsoft.com/office/drawing/2014/main" id="{E99A66BE-01F7-4832-A5E3-245CBBB0D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314"/>
                <a:ext cx="9" cy="92"/>
              </a:xfrm>
              <a:custGeom>
                <a:avLst/>
                <a:gdLst>
                  <a:gd name="T0" fmla="*/ 13 w 7"/>
                  <a:gd name="T1" fmla="*/ 0 h 66"/>
                  <a:gd name="T2" fmla="*/ 1 w 7"/>
                  <a:gd name="T3" fmla="*/ 0 h 66"/>
                  <a:gd name="T4" fmla="*/ 6 w 7"/>
                  <a:gd name="T5" fmla="*/ 49 h 66"/>
                  <a:gd name="T6" fmla="*/ 8 w 7"/>
                  <a:gd name="T7" fmla="*/ 109 h 66"/>
                  <a:gd name="T8" fmla="*/ 1 w 7"/>
                  <a:gd name="T9" fmla="*/ 159 h 66"/>
                  <a:gd name="T10" fmla="*/ 15 w 7"/>
                  <a:gd name="T11" fmla="*/ 178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6">
                    <a:moveTo>
                      <a:pt x="6" y="0"/>
                    </a:moveTo>
                    <a:cubicBezTo>
                      <a:pt x="5" y="0"/>
                      <a:pt x="3" y="0"/>
                      <a:pt x="1" y="0"/>
                    </a:cubicBezTo>
                    <a:cubicBezTo>
                      <a:pt x="0" y="5"/>
                      <a:pt x="2" y="12"/>
                      <a:pt x="3" y="18"/>
                    </a:cubicBezTo>
                    <a:cubicBezTo>
                      <a:pt x="4" y="25"/>
                      <a:pt x="4" y="32"/>
                      <a:pt x="4" y="40"/>
                    </a:cubicBezTo>
                    <a:cubicBezTo>
                      <a:pt x="3" y="46"/>
                      <a:pt x="1" y="53"/>
                      <a:pt x="1" y="59"/>
                    </a:cubicBezTo>
                    <a:cubicBezTo>
                      <a:pt x="1" y="63"/>
                      <a:pt x="3" y="66"/>
                      <a:pt x="7" y="6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52" name="Freeform 595">
                <a:extLst>
                  <a:ext uri="{FF2B5EF4-FFF2-40B4-BE49-F238E27FC236}">
                    <a16:creationId xmlns:a16="http://schemas.microsoft.com/office/drawing/2014/main" id="{AAADCBF3-DFC2-46EB-A862-90C070C3F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394"/>
                <a:ext cx="17" cy="9"/>
              </a:xfrm>
              <a:custGeom>
                <a:avLst/>
                <a:gdLst>
                  <a:gd name="T0" fmla="*/ 29 w 13"/>
                  <a:gd name="T1" fmla="*/ 0 h 7"/>
                  <a:gd name="T2" fmla="*/ 13 w 13"/>
                  <a:gd name="T3" fmla="*/ 15 h 7"/>
                  <a:gd name="T4" fmla="*/ 0 w 13"/>
                  <a:gd name="T5" fmla="*/ 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1" y="5"/>
                      <a:pt x="12" y="7"/>
                      <a:pt x="6" y="7"/>
                    </a:cubicBezTo>
                    <a:cubicBezTo>
                      <a:pt x="3" y="7"/>
                      <a:pt x="0" y="7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53" name="Freeform 596">
                <a:extLst>
                  <a:ext uri="{FF2B5EF4-FFF2-40B4-BE49-F238E27FC236}">
                    <a16:creationId xmlns:a16="http://schemas.microsoft.com/office/drawing/2014/main" id="{CF080E6B-BF34-4C43-B3E9-9BA58ECEA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316"/>
                <a:ext cx="8" cy="7"/>
              </a:xfrm>
              <a:custGeom>
                <a:avLst/>
                <a:gdLst>
                  <a:gd name="T0" fmla="*/ 15 w 6"/>
                  <a:gd name="T1" fmla="*/ 1 h 5"/>
                  <a:gd name="T2" fmla="*/ 0 w 6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cubicBezTo>
                      <a:pt x="3" y="0"/>
                      <a:pt x="1" y="3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54" name="Freeform 597">
                <a:extLst>
                  <a:ext uri="{FF2B5EF4-FFF2-40B4-BE49-F238E27FC236}">
                    <a16:creationId xmlns:a16="http://schemas.microsoft.com/office/drawing/2014/main" id="{A8C836BF-1D52-4BC1-83F2-7F2671513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403"/>
                <a:ext cx="5" cy="6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55" name="Freeform 598">
                <a:extLst>
                  <a:ext uri="{FF2B5EF4-FFF2-40B4-BE49-F238E27FC236}">
                    <a16:creationId xmlns:a16="http://schemas.microsoft.com/office/drawing/2014/main" id="{CB5CCA62-2A18-4859-B5BA-5B07C6F66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403"/>
                <a:ext cx="37" cy="100"/>
              </a:xfrm>
              <a:custGeom>
                <a:avLst/>
                <a:gdLst>
                  <a:gd name="T0" fmla="*/ 51 w 29"/>
                  <a:gd name="T1" fmla="*/ 0 h 72"/>
                  <a:gd name="T2" fmla="*/ 46 w 29"/>
                  <a:gd name="T3" fmla="*/ 49 h 72"/>
                  <a:gd name="T4" fmla="*/ 40 w 29"/>
                  <a:gd name="T5" fmla="*/ 89 h 72"/>
                  <a:gd name="T6" fmla="*/ 37 w 29"/>
                  <a:gd name="T7" fmla="*/ 122 h 72"/>
                  <a:gd name="T8" fmla="*/ 0 w 29"/>
                  <a:gd name="T9" fmla="*/ 169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72">
                    <a:moveTo>
                      <a:pt x="24" y="0"/>
                    </a:moveTo>
                    <a:cubicBezTo>
                      <a:pt x="29" y="1"/>
                      <a:pt x="23" y="15"/>
                      <a:pt x="22" y="18"/>
                    </a:cubicBezTo>
                    <a:cubicBezTo>
                      <a:pt x="21" y="23"/>
                      <a:pt x="20" y="28"/>
                      <a:pt x="19" y="33"/>
                    </a:cubicBezTo>
                    <a:cubicBezTo>
                      <a:pt x="18" y="37"/>
                      <a:pt x="19" y="41"/>
                      <a:pt x="18" y="45"/>
                    </a:cubicBezTo>
                    <a:cubicBezTo>
                      <a:pt x="17" y="51"/>
                      <a:pt x="9" y="72"/>
                      <a:pt x="0" y="6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56" name="Freeform 599">
                <a:extLst>
                  <a:ext uri="{FF2B5EF4-FFF2-40B4-BE49-F238E27FC236}">
                    <a16:creationId xmlns:a16="http://schemas.microsoft.com/office/drawing/2014/main" id="{D2E1E55C-C4B6-4C84-8D81-F0A31694C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483"/>
                <a:ext cx="9" cy="16"/>
              </a:xfrm>
              <a:custGeom>
                <a:avLst/>
                <a:gdLst>
                  <a:gd name="T0" fmla="*/ 0 w 7"/>
                  <a:gd name="T1" fmla="*/ 0 h 12"/>
                  <a:gd name="T2" fmla="*/ 13 w 7"/>
                  <a:gd name="T3" fmla="*/ 28 h 12"/>
                  <a:gd name="T4" fmla="*/ 15 w 7"/>
                  <a:gd name="T5" fmla="*/ 2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5"/>
                      <a:pt x="0" y="12"/>
                      <a:pt x="6" y="12"/>
                    </a:cubicBezTo>
                    <a:cubicBezTo>
                      <a:pt x="7" y="11"/>
                      <a:pt x="7" y="11"/>
                      <a:pt x="7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57" name="Freeform 600">
                <a:extLst>
                  <a:ext uri="{FF2B5EF4-FFF2-40B4-BE49-F238E27FC236}">
                    <a16:creationId xmlns:a16="http://schemas.microsoft.com/office/drawing/2014/main" id="{BC7E24A2-816B-4398-A0B2-F32EFD2C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403"/>
                <a:ext cx="5" cy="9"/>
              </a:xfrm>
              <a:custGeom>
                <a:avLst/>
                <a:gdLst>
                  <a:gd name="T0" fmla="*/ 0 w 4"/>
                  <a:gd name="T1" fmla="*/ 21 h 6"/>
                  <a:gd name="T2" fmla="*/ 8 w 4"/>
                  <a:gd name="T3" fmla="*/ 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3"/>
                      <a:pt x="1" y="0"/>
                      <a:pt x="4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58" name="Freeform 601">
                <a:extLst>
                  <a:ext uri="{FF2B5EF4-FFF2-40B4-BE49-F238E27FC236}">
                    <a16:creationId xmlns:a16="http://schemas.microsoft.com/office/drawing/2014/main" id="{CCDC2309-FF10-43C4-B5EE-A295C4250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491"/>
                <a:ext cx="51" cy="89"/>
              </a:xfrm>
              <a:custGeom>
                <a:avLst/>
                <a:gdLst>
                  <a:gd name="T0" fmla="*/ 72 w 39"/>
                  <a:gd name="T1" fmla="*/ 6 h 64"/>
                  <a:gd name="T2" fmla="*/ 72 w 39"/>
                  <a:gd name="T3" fmla="*/ 33 h 64"/>
                  <a:gd name="T4" fmla="*/ 44 w 39"/>
                  <a:gd name="T5" fmla="*/ 95 h 64"/>
                  <a:gd name="T6" fmla="*/ 22 w 39"/>
                  <a:gd name="T7" fmla="*/ 159 h 64"/>
                  <a:gd name="T8" fmla="*/ 0 w 39"/>
                  <a:gd name="T9" fmla="*/ 15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2" y="2"/>
                    </a:moveTo>
                    <a:cubicBezTo>
                      <a:pt x="39" y="0"/>
                      <a:pt x="34" y="10"/>
                      <a:pt x="32" y="12"/>
                    </a:cubicBezTo>
                    <a:cubicBezTo>
                      <a:pt x="28" y="19"/>
                      <a:pt x="23" y="27"/>
                      <a:pt x="20" y="35"/>
                    </a:cubicBezTo>
                    <a:cubicBezTo>
                      <a:pt x="17" y="42"/>
                      <a:pt x="15" y="53"/>
                      <a:pt x="10" y="59"/>
                    </a:cubicBezTo>
                    <a:cubicBezTo>
                      <a:pt x="6" y="64"/>
                      <a:pt x="3" y="60"/>
                      <a:pt x="0" y="5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59" name="Freeform 602">
                <a:extLst>
                  <a:ext uri="{FF2B5EF4-FFF2-40B4-BE49-F238E27FC236}">
                    <a16:creationId xmlns:a16="http://schemas.microsoft.com/office/drawing/2014/main" id="{93E96CC1-2EC2-49BD-9D8E-E8AE1373B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49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60" name="Freeform 603">
                <a:extLst>
                  <a:ext uri="{FF2B5EF4-FFF2-40B4-BE49-F238E27FC236}">
                    <a16:creationId xmlns:a16="http://schemas.microsoft.com/office/drawing/2014/main" id="{4D9594EC-B8CF-4C96-AF12-FAAE9E374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572"/>
                <a:ext cx="16" cy="15"/>
              </a:xfrm>
              <a:custGeom>
                <a:avLst/>
                <a:gdLst>
                  <a:gd name="T0" fmla="*/ 7 w 12"/>
                  <a:gd name="T1" fmla="*/ 0 h 11"/>
                  <a:gd name="T2" fmla="*/ 28 w 12"/>
                  <a:gd name="T3" fmla="*/ 1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3" y="0"/>
                    </a:moveTo>
                    <a:cubicBezTo>
                      <a:pt x="0" y="7"/>
                      <a:pt x="12" y="11"/>
                      <a:pt x="12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61" name="Freeform 604">
                <a:extLst>
                  <a:ext uri="{FF2B5EF4-FFF2-40B4-BE49-F238E27FC236}">
                    <a16:creationId xmlns:a16="http://schemas.microsoft.com/office/drawing/2014/main" id="{F71607B0-3474-4B6A-897C-33D8ED2AD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577"/>
                <a:ext cx="42" cy="68"/>
              </a:xfrm>
              <a:custGeom>
                <a:avLst/>
                <a:gdLst>
                  <a:gd name="T0" fmla="*/ 72 w 32"/>
                  <a:gd name="T1" fmla="*/ 1 h 49"/>
                  <a:gd name="T2" fmla="*/ 64 w 32"/>
                  <a:gd name="T3" fmla="*/ 0 h 49"/>
                  <a:gd name="T4" fmla="*/ 28 w 32"/>
                  <a:gd name="T5" fmla="*/ 80 h 49"/>
                  <a:gd name="T6" fmla="*/ 5 w 32"/>
                  <a:gd name="T7" fmla="*/ 118 h 49"/>
                  <a:gd name="T8" fmla="*/ 7 w 32"/>
                  <a:gd name="T9" fmla="*/ 129 h 49"/>
                  <a:gd name="T10" fmla="*/ 18 w 32"/>
                  <a:gd name="T11" fmla="*/ 13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49">
                    <a:moveTo>
                      <a:pt x="32" y="1"/>
                    </a:moveTo>
                    <a:cubicBezTo>
                      <a:pt x="31" y="0"/>
                      <a:pt x="30" y="0"/>
                      <a:pt x="28" y="0"/>
                    </a:cubicBezTo>
                    <a:cubicBezTo>
                      <a:pt x="28" y="13"/>
                      <a:pt x="20" y="21"/>
                      <a:pt x="12" y="30"/>
                    </a:cubicBezTo>
                    <a:cubicBezTo>
                      <a:pt x="9" y="34"/>
                      <a:pt x="4" y="39"/>
                      <a:pt x="2" y="44"/>
                    </a:cubicBezTo>
                    <a:cubicBezTo>
                      <a:pt x="2" y="47"/>
                      <a:pt x="0" y="46"/>
                      <a:pt x="3" y="48"/>
                    </a:cubicBezTo>
                    <a:cubicBezTo>
                      <a:pt x="4" y="49"/>
                      <a:pt x="7" y="49"/>
                      <a:pt x="8" y="4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62" name="Freeform 605">
                <a:extLst>
                  <a:ext uri="{FF2B5EF4-FFF2-40B4-BE49-F238E27FC236}">
                    <a16:creationId xmlns:a16="http://schemas.microsoft.com/office/drawing/2014/main" id="{357037E4-4D51-4403-8AE8-5D51425F9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622"/>
                <a:ext cx="13" cy="14"/>
              </a:xfrm>
              <a:custGeom>
                <a:avLst/>
                <a:gdLst>
                  <a:gd name="T0" fmla="*/ 22 w 10"/>
                  <a:gd name="T1" fmla="*/ 20 h 10"/>
                  <a:gd name="T2" fmla="*/ 5 w 10"/>
                  <a:gd name="T3" fmla="*/ 20 h 10"/>
                  <a:gd name="T4" fmla="*/ 1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7" y="8"/>
                      <a:pt x="4" y="10"/>
                      <a:pt x="2" y="7"/>
                    </a:cubicBezTo>
                    <a:cubicBezTo>
                      <a:pt x="1" y="6"/>
                      <a:pt x="0" y="1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63" name="Freeform 606">
                <a:extLst>
                  <a:ext uri="{FF2B5EF4-FFF2-40B4-BE49-F238E27FC236}">
                    <a16:creationId xmlns:a16="http://schemas.microsoft.com/office/drawing/2014/main" id="{7CBDAEE7-53A6-45E8-9D35-71C411EE9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573"/>
                <a:ext cx="6" cy="1"/>
              </a:xfrm>
              <a:custGeom>
                <a:avLst/>
                <a:gdLst>
                  <a:gd name="T0" fmla="*/ 14 w 4"/>
                  <a:gd name="T1" fmla="*/ 0 h 1"/>
                  <a:gd name="T2" fmla="*/ 0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64" name="Freeform 607">
                <a:extLst>
                  <a:ext uri="{FF2B5EF4-FFF2-40B4-BE49-F238E27FC236}">
                    <a16:creationId xmlns:a16="http://schemas.microsoft.com/office/drawing/2014/main" id="{7ECB8BBF-18D0-49D5-AA23-F3BD275DB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1627"/>
                <a:ext cx="7" cy="2"/>
              </a:xfrm>
              <a:custGeom>
                <a:avLst/>
                <a:gdLst>
                  <a:gd name="T0" fmla="*/ 14 w 5"/>
                  <a:gd name="T1" fmla="*/ 0 h 1"/>
                  <a:gd name="T2" fmla="*/ 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65" name="Freeform 608">
                <a:extLst>
                  <a:ext uri="{FF2B5EF4-FFF2-40B4-BE49-F238E27FC236}">
                    <a16:creationId xmlns:a16="http://schemas.microsoft.com/office/drawing/2014/main" id="{619D330D-0F42-493D-BB8A-70A5210E9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633"/>
                <a:ext cx="61" cy="42"/>
              </a:xfrm>
              <a:custGeom>
                <a:avLst/>
                <a:gdLst>
                  <a:gd name="T0" fmla="*/ 103 w 47"/>
                  <a:gd name="T1" fmla="*/ 0 h 30"/>
                  <a:gd name="T2" fmla="*/ 75 w 47"/>
                  <a:gd name="T3" fmla="*/ 28 h 30"/>
                  <a:gd name="T4" fmla="*/ 38 w 47"/>
                  <a:gd name="T5" fmla="*/ 60 h 30"/>
                  <a:gd name="T6" fmla="*/ 10 w 47"/>
                  <a:gd name="T7" fmla="*/ 70 h 30"/>
                  <a:gd name="T8" fmla="*/ 6 w 47"/>
                  <a:gd name="T9" fmla="*/ 4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0">
                    <a:moveTo>
                      <a:pt x="47" y="0"/>
                    </a:moveTo>
                    <a:cubicBezTo>
                      <a:pt x="43" y="3"/>
                      <a:pt x="40" y="7"/>
                      <a:pt x="35" y="10"/>
                    </a:cubicBezTo>
                    <a:cubicBezTo>
                      <a:pt x="29" y="14"/>
                      <a:pt x="23" y="18"/>
                      <a:pt x="17" y="22"/>
                    </a:cubicBezTo>
                    <a:cubicBezTo>
                      <a:pt x="13" y="24"/>
                      <a:pt x="9" y="30"/>
                      <a:pt x="5" y="26"/>
                    </a:cubicBezTo>
                    <a:cubicBezTo>
                      <a:pt x="3" y="25"/>
                      <a:pt x="0" y="19"/>
                      <a:pt x="3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66" name="Freeform 609">
                <a:extLst>
                  <a:ext uri="{FF2B5EF4-FFF2-40B4-BE49-F238E27FC236}">
                    <a16:creationId xmlns:a16="http://schemas.microsoft.com/office/drawing/2014/main" id="{21541267-E6B1-463E-8BFD-E8A87E198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672"/>
                <a:ext cx="14" cy="14"/>
              </a:xfrm>
              <a:custGeom>
                <a:avLst/>
                <a:gdLst>
                  <a:gd name="T0" fmla="*/ 10 w 11"/>
                  <a:gd name="T1" fmla="*/ 0 h 10"/>
                  <a:gd name="T2" fmla="*/ 23 w 11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cubicBezTo>
                      <a:pt x="0" y="0"/>
                      <a:pt x="6" y="10"/>
                      <a:pt x="11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67" name="Freeform 610">
                <a:extLst>
                  <a:ext uri="{FF2B5EF4-FFF2-40B4-BE49-F238E27FC236}">
                    <a16:creationId xmlns:a16="http://schemas.microsoft.com/office/drawing/2014/main" id="{C24D4F8B-4077-4D78-B7E2-5AD92C386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666"/>
                <a:ext cx="58" cy="32"/>
              </a:xfrm>
              <a:custGeom>
                <a:avLst/>
                <a:gdLst>
                  <a:gd name="T0" fmla="*/ 97 w 45"/>
                  <a:gd name="T1" fmla="*/ 8 h 23"/>
                  <a:gd name="T2" fmla="*/ 0 w 45"/>
                  <a:gd name="T3" fmla="*/ 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3">
                    <a:moveTo>
                      <a:pt x="45" y="3"/>
                    </a:moveTo>
                    <a:cubicBezTo>
                      <a:pt x="36" y="0"/>
                      <a:pt x="0" y="23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68" name="Freeform 611">
                <a:extLst>
                  <a:ext uri="{FF2B5EF4-FFF2-40B4-BE49-F238E27FC236}">
                    <a16:creationId xmlns:a16="http://schemas.microsoft.com/office/drawing/2014/main" id="{3BAD987C-D950-4AB2-8973-A10606B76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682"/>
                <a:ext cx="8" cy="15"/>
              </a:xfrm>
              <a:custGeom>
                <a:avLst/>
                <a:gdLst>
                  <a:gd name="T0" fmla="*/ 9 w 6"/>
                  <a:gd name="T1" fmla="*/ 0 h 11"/>
                  <a:gd name="T2" fmla="*/ 7 w 6"/>
                  <a:gd name="T3" fmla="*/ 27 h 11"/>
                  <a:gd name="T4" fmla="*/ 15 w 6"/>
                  <a:gd name="T5" fmla="*/ 2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cubicBezTo>
                      <a:pt x="0" y="2"/>
                      <a:pt x="3" y="6"/>
                      <a:pt x="3" y="11"/>
                    </a:cubicBezTo>
                    <a:cubicBezTo>
                      <a:pt x="4" y="11"/>
                      <a:pt x="5" y="11"/>
                      <a:pt x="6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69" name="Freeform 612">
                <a:extLst>
                  <a:ext uri="{FF2B5EF4-FFF2-40B4-BE49-F238E27FC236}">
                    <a16:creationId xmlns:a16="http://schemas.microsoft.com/office/drawing/2014/main" id="{D75096D7-8CA1-4338-9C0D-CFF1DB75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679"/>
                <a:ext cx="3" cy="8"/>
              </a:xfrm>
              <a:custGeom>
                <a:avLst/>
                <a:gdLst>
                  <a:gd name="T0" fmla="*/ 5 w 2"/>
                  <a:gd name="T1" fmla="*/ 0 h 6"/>
                  <a:gd name="T2" fmla="*/ 0 w 2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70" name="Freeform 613">
                <a:extLst>
                  <a:ext uri="{FF2B5EF4-FFF2-40B4-BE49-F238E27FC236}">
                    <a16:creationId xmlns:a16="http://schemas.microsoft.com/office/drawing/2014/main" id="{8E49C3A9-F292-4802-AF78-1D86713C7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644"/>
                <a:ext cx="1" cy="7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71" name="Freeform 614">
                <a:extLst>
                  <a:ext uri="{FF2B5EF4-FFF2-40B4-BE49-F238E27FC236}">
                    <a16:creationId xmlns:a16="http://schemas.microsoft.com/office/drawing/2014/main" id="{411E2F48-C67C-4434-B8B6-BE32E874A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581"/>
                <a:ext cx="5" cy="6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72" name="Freeform 615">
                <a:extLst>
                  <a:ext uri="{FF2B5EF4-FFF2-40B4-BE49-F238E27FC236}">
                    <a16:creationId xmlns:a16="http://schemas.microsoft.com/office/drawing/2014/main" id="{7668927F-4CBC-40D7-B1AD-B8B1435E3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98"/>
                <a:ext cx="3" cy="7"/>
              </a:xfrm>
              <a:custGeom>
                <a:avLst/>
                <a:gdLst>
                  <a:gd name="T0" fmla="*/ 0 w 2"/>
                  <a:gd name="T1" fmla="*/ 0 h 5"/>
                  <a:gd name="T2" fmla="*/ 8 w 2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2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73" name="Freeform 616">
                <a:extLst>
                  <a:ext uri="{FF2B5EF4-FFF2-40B4-BE49-F238E27FC236}">
                    <a16:creationId xmlns:a16="http://schemas.microsoft.com/office/drawing/2014/main" id="{876B748A-9EA6-472F-B898-07EC0A325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654"/>
                <a:ext cx="63" cy="32"/>
              </a:xfrm>
              <a:custGeom>
                <a:avLst/>
                <a:gdLst>
                  <a:gd name="T0" fmla="*/ 109 w 48"/>
                  <a:gd name="T1" fmla="*/ 46 h 23"/>
                  <a:gd name="T2" fmla="*/ 24 w 4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3">
                    <a:moveTo>
                      <a:pt x="48" y="17"/>
                    </a:moveTo>
                    <a:cubicBezTo>
                      <a:pt x="48" y="23"/>
                      <a:pt x="0" y="14"/>
                      <a:pt x="1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74" name="Freeform 617">
                <a:extLst>
                  <a:ext uri="{FF2B5EF4-FFF2-40B4-BE49-F238E27FC236}">
                    <a16:creationId xmlns:a16="http://schemas.microsoft.com/office/drawing/2014/main" id="{275730B9-8BCF-4800-A4DD-6B46116D1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666"/>
                <a:ext cx="9" cy="14"/>
              </a:xfrm>
              <a:custGeom>
                <a:avLst/>
                <a:gdLst>
                  <a:gd name="T0" fmla="*/ 15 w 7"/>
                  <a:gd name="T1" fmla="*/ 1 h 10"/>
                  <a:gd name="T2" fmla="*/ 6 w 7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1"/>
                    </a:moveTo>
                    <a:cubicBezTo>
                      <a:pt x="1" y="0"/>
                      <a:pt x="0" y="7"/>
                      <a:pt x="3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75" name="Freeform 618">
                <a:extLst>
                  <a:ext uri="{FF2B5EF4-FFF2-40B4-BE49-F238E27FC236}">
                    <a16:creationId xmlns:a16="http://schemas.microsoft.com/office/drawing/2014/main" id="{229CFFFA-51D3-411A-88CB-D6E325F41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691"/>
                <a:ext cx="5" cy="7"/>
              </a:xfrm>
              <a:custGeom>
                <a:avLst/>
                <a:gdLst>
                  <a:gd name="T0" fmla="*/ 6 w 4"/>
                  <a:gd name="T1" fmla="*/ 0 h 5"/>
                  <a:gd name="T2" fmla="*/ 0 w 4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4" y="3"/>
                      <a:pt x="2" y="4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76" name="Freeform 619">
                <a:extLst>
                  <a:ext uri="{FF2B5EF4-FFF2-40B4-BE49-F238E27FC236}">
                    <a16:creationId xmlns:a16="http://schemas.microsoft.com/office/drawing/2014/main" id="{9C13823C-5DA7-44C4-95E4-9942F1780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680"/>
                <a:ext cx="6" cy="6"/>
              </a:xfrm>
              <a:custGeom>
                <a:avLst/>
                <a:gdLst>
                  <a:gd name="T0" fmla="*/ 0 w 5"/>
                  <a:gd name="T1" fmla="*/ 0 h 4"/>
                  <a:gd name="T2" fmla="*/ 8 w 5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0"/>
                      <a:pt x="4" y="2"/>
                      <a:pt x="5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77" name="Freeform 620">
                <a:extLst>
                  <a:ext uri="{FF2B5EF4-FFF2-40B4-BE49-F238E27FC236}">
                    <a16:creationId xmlns:a16="http://schemas.microsoft.com/office/drawing/2014/main" id="{23EE7F6D-29AF-4DB2-8BD3-8B1129EC9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615"/>
                <a:ext cx="56" cy="53"/>
              </a:xfrm>
              <a:custGeom>
                <a:avLst/>
                <a:gdLst>
                  <a:gd name="T0" fmla="*/ 94 w 43"/>
                  <a:gd name="T1" fmla="*/ 84 h 38"/>
                  <a:gd name="T2" fmla="*/ 66 w 43"/>
                  <a:gd name="T3" fmla="*/ 75 h 38"/>
                  <a:gd name="T4" fmla="*/ 38 w 43"/>
                  <a:gd name="T5" fmla="*/ 46 h 38"/>
                  <a:gd name="T6" fmla="*/ 22 w 4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8">
                    <a:moveTo>
                      <a:pt x="42" y="31"/>
                    </a:moveTo>
                    <a:cubicBezTo>
                      <a:pt x="43" y="38"/>
                      <a:pt x="33" y="29"/>
                      <a:pt x="30" y="28"/>
                    </a:cubicBezTo>
                    <a:cubicBezTo>
                      <a:pt x="25" y="25"/>
                      <a:pt x="21" y="22"/>
                      <a:pt x="17" y="17"/>
                    </a:cubicBezTo>
                    <a:cubicBezTo>
                      <a:pt x="15" y="15"/>
                      <a:pt x="0" y="1"/>
                      <a:pt x="1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78" name="Freeform 621">
                <a:extLst>
                  <a:ext uri="{FF2B5EF4-FFF2-40B4-BE49-F238E27FC236}">
                    <a16:creationId xmlns:a16="http://schemas.microsoft.com/office/drawing/2014/main" id="{C44637F3-4DA2-4CB8-8F7C-A9B8EE68B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620"/>
                <a:ext cx="9" cy="9"/>
              </a:xfrm>
              <a:custGeom>
                <a:avLst/>
                <a:gdLst>
                  <a:gd name="T0" fmla="*/ 15 w 7"/>
                  <a:gd name="T1" fmla="*/ 12 h 6"/>
                  <a:gd name="T2" fmla="*/ 0 w 7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4" y="0"/>
                      <a:pt x="0" y="0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79" name="Freeform 622">
                <a:extLst>
                  <a:ext uri="{FF2B5EF4-FFF2-40B4-BE49-F238E27FC236}">
                    <a16:creationId xmlns:a16="http://schemas.microsoft.com/office/drawing/2014/main" id="{3DD3D94D-1B75-4E50-92C6-FCF55623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662"/>
                <a:ext cx="2" cy="7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1" y="3"/>
                      <a:pt x="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80" name="Freeform 623">
                <a:extLst>
                  <a:ext uri="{FF2B5EF4-FFF2-40B4-BE49-F238E27FC236}">
                    <a16:creationId xmlns:a16="http://schemas.microsoft.com/office/drawing/2014/main" id="{C0A29D9A-9FDC-4716-BA8A-345B8EBF0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672"/>
                <a:ext cx="5" cy="3"/>
              </a:xfrm>
              <a:custGeom>
                <a:avLst/>
                <a:gdLst>
                  <a:gd name="T0" fmla="*/ 8 w 4"/>
                  <a:gd name="T1" fmla="*/ 0 h 2"/>
                  <a:gd name="T2" fmla="*/ 0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81" name="Freeform 624">
                <a:extLst>
                  <a:ext uri="{FF2B5EF4-FFF2-40B4-BE49-F238E27FC236}">
                    <a16:creationId xmlns:a16="http://schemas.microsoft.com/office/drawing/2014/main" id="{63109412-CE74-44D6-89D4-E1B491BC6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560"/>
                <a:ext cx="38" cy="62"/>
              </a:xfrm>
              <a:custGeom>
                <a:avLst/>
                <a:gdLst>
                  <a:gd name="T0" fmla="*/ 66 w 29"/>
                  <a:gd name="T1" fmla="*/ 123 h 44"/>
                  <a:gd name="T2" fmla="*/ 21 w 29"/>
                  <a:gd name="T3" fmla="*/ 54 h 44"/>
                  <a:gd name="T4" fmla="*/ 16 w 2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4">
                    <a:moveTo>
                      <a:pt x="29" y="44"/>
                    </a:moveTo>
                    <a:cubicBezTo>
                      <a:pt x="23" y="35"/>
                      <a:pt x="15" y="28"/>
                      <a:pt x="9" y="19"/>
                    </a:cubicBezTo>
                    <a:cubicBezTo>
                      <a:pt x="6" y="12"/>
                      <a:pt x="0" y="6"/>
                      <a:pt x="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82" name="Freeform 625">
                <a:extLst>
                  <a:ext uri="{FF2B5EF4-FFF2-40B4-BE49-F238E27FC236}">
                    <a16:creationId xmlns:a16="http://schemas.microsoft.com/office/drawing/2014/main" id="{ADB7E370-A30A-48A4-BCD9-8CD79341F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567"/>
                <a:ext cx="9" cy="5"/>
              </a:xfrm>
              <a:custGeom>
                <a:avLst/>
                <a:gdLst>
                  <a:gd name="T0" fmla="*/ 15 w 7"/>
                  <a:gd name="T1" fmla="*/ 13 h 3"/>
                  <a:gd name="T2" fmla="*/ 0 w 7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6" y="1"/>
                      <a:pt x="2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83" name="Freeform 626">
                <a:extLst>
                  <a:ext uri="{FF2B5EF4-FFF2-40B4-BE49-F238E27FC236}">
                    <a16:creationId xmlns:a16="http://schemas.microsoft.com/office/drawing/2014/main" id="{AEB707F2-C50A-44BB-B70B-DD466FD69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565"/>
                <a:ext cx="6" cy="4"/>
              </a:xfrm>
              <a:custGeom>
                <a:avLst/>
                <a:gdLst>
                  <a:gd name="T0" fmla="*/ 0 w 4"/>
                  <a:gd name="T1" fmla="*/ 7 h 3"/>
                  <a:gd name="T2" fmla="*/ 1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2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84" name="Freeform 627">
                <a:extLst>
                  <a:ext uri="{FF2B5EF4-FFF2-40B4-BE49-F238E27FC236}">
                    <a16:creationId xmlns:a16="http://schemas.microsoft.com/office/drawing/2014/main" id="{BEFD55A5-A8F3-4C73-93AD-AE05AEA9A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506"/>
                <a:ext cx="30" cy="61"/>
              </a:xfrm>
              <a:custGeom>
                <a:avLst/>
                <a:gdLst>
                  <a:gd name="T0" fmla="*/ 16 w 23"/>
                  <a:gd name="T1" fmla="*/ 1 h 44"/>
                  <a:gd name="T2" fmla="*/ 16 w 23"/>
                  <a:gd name="T3" fmla="*/ 26 h 44"/>
                  <a:gd name="T4" fmla="*/ 30 w 23"/>
                  <a:gd name="T5" fmla="*/ 69 h 44"/>
                  <a:gd name="T6" fmla="*/ 43 w 23"/>
                  <a:gd name="T7" fmla="*/ 98 h 44"/>
                  <a:gd name="T8" fmla="*/ 51 w 23"/>
                  <a:gd name="T9" fmla="*/ 111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4">
                    <a:moveTo>
                      <a:pt x="7" y="1"/>
                    </a:moveTo>
                    <a:cubicBezTo>
                      <a:pt x="0" y="0"/>
                      <a:pt x="5" y="7"/>
                      <a:pt x="7" y="10"/>
                    </a:cubicBezTo>
                    <a:cubicBezTo>
                      <a:pt x="10" y="15"/>
                      <a:pt x="11" y="20"/>
                      <a:pt x="14" y="26"/>
                    </a:cubicBezTo>
                    <a:cubicBezTo>
                      <a:pt x="16" y="29"/>
                      <a:pt x="17" y="33"/>
                      <a:pt x="19" y="37"/>
                    </a:cubicBezTo>
                    <a:cubicBezTo>
                      <a:pt x="19" y="39"/>
                      <a:pt x="20" y="44"/>
                      <a:pt x="23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85" name="Freeform 628">
                <a:extLst>
                  <a:ext uri="{FF2B5EF4-FFF2-40B4-BE49-F238E27FC236}">
                    <a16:creationId xmlns:a16="http://schemas.microsoft.com/office/drawing/2014/main" id="{8A98BAD7-AFBE-4EE7-BC02-E7F66177B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513"/>
                <a:ext cx="8" cy="7"/>
              </a:xfrm>
              <a:custGeom>
                <a:avLst/>
                <a:gdLst>
                  <a:gd name="T0" fmla="*/ 15 w 6"/>
                  <a:gd name="T1" fmla="*/ 6 h 5"/>
                  <a:gd name="T2" fmla="*/ 0 w 6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2" y="0"/>
                      <a:pt x="0" y="1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86" name="Freeform 629">
                <a:extLst>
                  <a:ext uri="{FF2B5EF4-FFF2-40B4-BE49-F238E27FC236}">
                    <a16:creationId xmlns:a16="http://schemas.microsoft.com/office/drawing/2014/main" id="{264F71F4-19D8-45AE-A313-2FFD9611C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453"/>
                <a:ext cx="23" cy="62"/>
              </a:xfrm>
              <a:custGeom>
                <a:avLst/>
                <a:gdLst>
                  <a:gd name="T0" fmla="*/ 33 w 18"/>
                  <a:gd name="T1" fmla="*/ 123 h 44"/>
                  <a:gd name="T2" fmla="*/ 36 w 18"/>
                  <a:gd name="T3" fmla="*/ 103 h 44"/>
                  <a:gd name="T4" fmla="*/ 28 w 18"/>
                  <a:gd name="T5" fmla="*/ 89 h 44"/>
                  <a:gd name="T6" fmla="*/ 19 w 18"/>
                  <a:gd name="T7" fmla="*/ 62 h 44"/>
                  <a:gd name="T8" fmla="*/ 0 w 18"/>
                  <a:gd name="T9" fmla="*/ 0 h 44"/>
                  <a:gd name="T10" fmla="*/ 0 w 18"/>
                  <a:gd name="T11" fmla="*/ 6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4">
                    <a:moveTo>
                      <a:pt x="16" y="44"/>
                    </a:moveTo>
                    <a:cubicBezTo>
                      <a:pt x="18" y="42"/>
                      <a:pt x="18" y="40"/>
                      <a:pt x="17" y="37"/>
                    </a:cubicBezTo>
                    <a:cubicBezTo>
                      <a:pt x="16" y="35"/>
                      <a:pt x="14" y="34"/>
                      <a:pt x="13" y="32"/>
                    </a:cubicBezTo>
                    <a:cubicBezTo>
                      <a:pt x="11" y="29"/>
                      <a:pt x="11" y="25"/>
                      <a:pt x="9" y="22"/>
                    </a:cubicBezTo>
                    <a:cubicBezTo>
                      <a:pt x="7" y="19"/>
                      <a:pt x="5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87" name="Freeform 630">
                <a:extLst>
                  <a:ext uri="{FF2B5EF4-FFF2-40B4-BE49-F238E27FC236}">
                    <a16:creationId xmlns:a16="http://schemas.microsoft.com/office/drawing/2014/main" id="{7DE06875-AA14-4D43-B563-F0839E986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448"/>
                <a:ext cx="9" cy="11"/>
              </a:xfrm>
              <a:custGeom>
                <a:avLst/>
                <a:gdLst>
                  <a:gd name="T0" fmla="*/ 1 w 7"/>
                  <a:gd name="T1" fmla="*/ 21 h 8"/>
                  <a:gd name="T2" fmla="*/ 6 w 7"/>
                  <a:gd name="T3" fmla="*/ 1 h 8"/>
                  <a:gd name="T4" fmla="*/ 15 w 7"/>
                  <a:gd name="T5" fmla="*/ 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1" y="6"/>
                      <a:pt x="0" y="2"/>
                      <a:pt x="3" y="1"/>
                    </a:cubicBezTo>
                    <a:cubicBezTo>
                      <a:pt x="5" y="0"/>
                      <a:pt x="6" y="1"/>
                      <a:pt x="7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88" name="Freeform 631">
                <a:extLst>
                  <a:ext uri="{FF2B5EF4-FFF2-40B4-BE49-F238E27FC236}">
                    <a16:creationId xmlns:a16="http://schemas.microsoft.com/office/drawing/2014/main" id="{EC475744-51FD-46BB-A2A6-ABDD15FE1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501"/>
                <a:ext cx="1" cy="7"/>
              </a:xfrm>
              <a:custGeom>
                <a:avLst/>
                <a:gdLst>
                  <a:gd name="T0" fmla="*/ 0 w 1"/>
                  <a:gd name="T1" fmla="*/ 14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89" name="Freeform 632">
                <a:extLst>
                  <a:ext uri="{FF2B5EF4-FFF2-40B4-BE49-F238E27FC236}">
                    <a16:creationId xmlns:a16="http://schemas.microsoft.com/office/drawing/2014/main" id="{2B9B36EA-E0F8-4503-8AC1-798FE9E69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381"/>
                <a:ext cx="16" cy="77"/>
              </a:xfrm>
              <a:custGeom>
                <a:avLst/>
                <a:gdLst>
                  <a:gd name="T0" fmla="*/ 28 w 12"/>
                  <a:gd name="T1" fmla="*/ 151 h 55"/>
                  <a:gd name="T2" fmla="*/ 23 w 12"/>
                  <a:gd name="T3" fmla="*/ 102 h 55"/>
                  <a:gd name="T4" fmla="*/ 16 w 12"/>
                  <a:gd name="T5" fmla="*/ 48 h 55"/>
                  <a:gd name="T6" fmla="*/ 9 w 12"/>
                  <a:gd name="T7" fmla="*/ 8 h 55"/>
                  <a:gd name="T8" fmla="*/ 0 w 12"/>
                  <a:gd name="T9" fmla="*/ 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5">
                    <a:moveTo>
                      <a:pt x="12" y="55"/>
                    </a:moveTo>
                    <a:cubicBezTo>
                      <a:pt x="8" y="51"/>
                      <a:pt x="10" y="42"/>
                      <a:pt x="10" y="37"/>
                    </a:cubicBezTo>
                    <a:cubicBezTo>
                      <a:pt x="9" y="30"/>
                      <a:pt x="8" y="24"/>
                      <a:pt x="7" y="17"/>
                    </a:cubicBezTo>
                    <a:cubicBezTo>
                      <a:pt x="7" y="14"/>
                      <a:pt x="6" y="6"/>
                      <a:pt x="4" y="3"/>
                    </a:cubicBezTo>
                    <a:cubicBezTo>
                      <a:pt x="3" y="1"/>
                      <a:pt x="1" y="0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90" name="Freeform 633">
                <a:extLst>
                  <a:ext uri="{FF2B5EF4-FFF2-40B4-BE49-F238E27FC236}">
                    <a16:creationId xmlns:a16="http://schemas.microsoft.com/office/drawing/2014/main" id="{1F7DF2B1-48F0-4D1D-B5AA-B4C33AF0C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378"/>
                <a:ext cx="8" cy="9"/>
              </a:xfrm>
              <a:custGeom>
                <a:avLst/>
                <a:gdLst>
                  <a:gd name="T0" fmla="*/ 5 w 6"/>
                  <a:gd name="T1" fmla="*/ 21 h 6"/>
                  <a:gd name="T2" fmla="*/ 15 w 6"/>
                  <a:gd name="T3" fmla="*/ 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0" y="3"/>
                      <a:pt x="3" y="0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91" name="Freeform 634">
                <a:extLst>
                  <a:ext uri="{FF2B5EF4-FFF2-40B4-BE49-F238E27FC236}">
                    <a16:creationId xmlns:a16="http://schemas.microsoft.com/office/drawing/2014/main" id="{E554E38F-638F-46DA-A6AC-299EE4064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444"/>
                <a:ext cx="5" cy="7"/>
              </a:xfrm>
              <a:custGeom>
                <a:avLst/>
                <a:gdLst>
                  <a:gd name="T0" fmla="*/ 0 w 4"/>
                  <a:gd name="T1" fmla="*/ 0 h 5"/>
                  <a:gd name="T2" fmla="*/ 8 w 4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5"/>
                      <a:pt x="4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92" name="Freeform 635">
                <a:extLst>
                  <a:ext uri="{FF2B5EF4-FFF2-40B4-BE49-F238E27FC236}">
                    <a16:creationId xmlns:a16="http://schemas.microsoft.com/office/drawing/2014/main" id="{BE2149CC-F58F-4592-9527-74E230CC8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306"/>
                <a:ext cx="6" cy="75"/>
              </a:xfrm>
              <a:custGeom>
                <a:avLst/>
                <a:gdLst>
                  <a:gd name="T0" fmla="*/ 8 w 5"/>
                  <a:gd name="T1" fmla="*/ 143 h 54"/>
                  <a:gd name="T2" fmla="*/ 2 w 5"/>
                  <a:gd name="T3" fmla="*/ 61 h 54"/>
                  <a:gd name="T4" fmla="*/ 1 w 5"/>
                  <a:gd name="T5" fmla="*/ 19 h 54"/>
                  <a:gd name="T6" fmla="*/ 8 w 5"/>
                  <a:gd name="T7" fmla="*/ 8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4">
                    <a:moveTo>
                      <a:pt x="5" y="53"/>
                    </a:moveTo>
                    <a:cubicBezTo>
                      <a:pt x="0" y="54"/>
                      <a:pt x="2" y="27"/>
                      <a:pt x="2" y="23"/>
                    </a:cubicBezTo>
                    <a:cubicBezTo>
                      <a:pt x="2" y="18"/>
                      <a:pt x="2" y="12"/>
                      <a:pt x="1" y="7"/>
                    </a:cubicBezTo>
                    <a:cubicBezTo>
                      <a:pt x="1" y="5"/>
                      <a:pt x="2" y="0"/>
                      <a:pt x="5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93" name="Freeform 636">
                <a:extLst>
                  <a:ext uri="{FF2B5EF4-FFF2-40B4-BE49-F238E27FC236}">
                    <a16:creationId xmlns:a16="http://schemas.microsoft.com/office/drawing/2014/main" id="{C0215533-E348-49C6-AA9E-276A31882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306"/>
                <a:ext cx="8" cy="10"/>
              </a:xfrm>
              <a:custGeom>
                <a:avLst/>
                <a:gdLst>
                  <a:gd name="T0" fmla="*/ 15 w 6"/>
                  <a:gd name="T1" fmla="*/ 20 h 7"/>
                  <a:gd name="T2" fmla="*/ 0 w 6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5" y="4"/>
                      <a:pt x="3" y="0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94" name="Freeform 637">
                <a:extLst>
                  <a:ext uri="{FF2B5EF4-FFF2-40B4-BE49-F238E27FC236}">
                    <a16:creationId xmlns:a16="http://schemas.microsoft.com/office/drawing/2014/main" id="{2AFE1B5C-1AE1-423B-A592-AA7174B87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245"/>
                <a:ext cx="15" cy="68"/>
              </a:xfrm>
              <a:custGeom>
                <a:avLst/>
                <a:gdLst>
                  <a:gd name="T0" fmla="*/ 13 w 12"/>
                  <a:gd name="T1" fmla="*/ 124 h 49"/>
                  <a:gd name="T2" fmla="*/ 14 w 12"/>
                  <a:gd name="T3" fmla="*/ 50 h 49"/>
                  <a:gd name="T4" fmla="*/ 14 w 12"/>
                  <a:gd name="T5" fmla="*/ 26 h 49"/>
                  <a:gd name="T6" fmla="*/ 13 w 12"/>
                  <a:gd name="T7" fmla="*/ 8 h 49"/>
                  <a:gd name="T8" fmla="*/ 24 w 12"/>
                  <a:gd name="T9" fmla="*/ 1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9">
                    <a:moveTo>
                      <a:pt x="6" y="46"/>
                    </a:moveTo>
                    <a:cubicBezTo>
                      <a:pt x="0" y="49"/>
                      <a:pt x="6" y="22"/>
                      <a:pt x="7" y="19"/>
                    </a:cubicBezTo>
                    <a:cubicBezTo>
                      <a:pt x="7" y="16"/>
                      <a:pt x="7" y="13"/>
                      <a:pt x="7" y="10"/>
                    </a:cubicBezTo>
                    <a:cubicBezTo>
                      <a:pt x="7" y="9"/>
                      <a:pt x="5" y="4"/>
                      <a:pt x="6" y="3"/>
                    </a:cubicBezTo>
                    <a:cubicBezTo>
                      <a:pt x="8" y="0"/>
                      <a:pt x="11" y="3"/>
                      <a:pt x="1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95" name="Freeform 638">
                <a:extLst>
                  <a:ext uri="{FF2B5EF4-FFF2-40B4-BE49-F238E27FC236}">
                    <a16:creationId xmlns:a16="http://schemas.microsoft.com/office/drawing/2014/main" id="{3414DDAD-8A01-43FF-B12F-B7209DB2A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45"/>
                <a:ext cx="6" cy="9"/>
              </a:xfrm>
              <a:custGeom>
                <a:avLst/>
                <a:gdLst>
                  <a:gd name="T0" fmla="*/ 8 w 5"/>
                  <a:gd name="T1" fmla="*/ 10 h 7"/>
                  <a:gd name="T2" fmla="*/ 0 w 5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4" y="0"/>
                      <a:pt x="1" y="3"/>
                      <a:pt x="0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96" name="Freeform 639">
                <a:extLst>
                  <a:ext uri="{FF2B5EF4-FFF2-40B4-BE49-F238E27FC236}">
                    <a16:creationId xmlns:a16="http://schemas.microsoft.com/office/drawing/2014/main" id="{5BAD2A8A-9550-46FC-AB19-0D1A7762B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304"/>
                <a:ext cx="5" cy="3"/>
              </a:xfrm>
              <a:custGeom>
                <a:avLst/>
                <a:gdLst>
                  <a:gd name="T0" fmla="*/ 8 w 4"/>
                  <a:gd name="T1" fmla="*/ 0 h 2"/>
                  <a:gd name="T2" fmla="*/ 0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2" y="2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97" name="Freeform 640">
                <a:extLst>
                  <a:ext uri="{FF2B5EF4-FFF2-40B4-BE49-F238E27FC236}">
                    <a16:creationId xmlns:a16="http://schemas.microsoft.com/office/drawing/2014/main" id="{F104E56C-44E0-4312-A2EB-D9F7ACFED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175"/>
                <a:ext cx="19" cy="74"/>
              </a:xfrm>
              <a:custGeom>
                <a:avLst/>
                <a:gdLst>
                  <a:gd name="T0" fmla="*/ 1 w 15"/>
                  <a:gd name="T1" fmla="*/ 144 h 53"/>
                  <a:gd name="T2" fmla="*/ 5 w 15"/>
                  <a:gd name="T3" fmla="*/ 128 h 53"/>
                  <a:gd name="T4" fmla="*/ 6 w 15"/>
                  <a:gd name="T5" fmla="*/ 98 h 53"/>
                  <a:gd name="T6" fmla="*/ 14 w 15"/>
                  <a:gd name="T7" fmla="*/ 40 h 53"/>
                  <a:gd name="T8" fmla="*/ 30 w 15"/>
                  <a:gd name="T9" fmla="*/ 1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3">
                    <a:moveTo>
                      <a:pt x="1" y="53"/>
                    </a:moveTo>
                    <a:cubicBezTo>
                      <a:pt x="0" y="51"/>
                      <a:pt x="1" y="49"/>
                      <a:pt x="2" y="47"/>
                    </a:cubicBezTo>
                    <a:cubicBezTo>
                      <a:pt x="2" y="43"/>
                      <a:pt x="2" y="40"/>
                      <a:pt x="3" y="36"/>
                    </a:cubicBezTo>
                    <a:cubicBezTo>
                      <a:pt x="4" y="29"/>
                      <a:pt x="6" y="22"/>
                      <a:pt x="7" y="15"/>
                    </a:cubicBezTo>
                    <a:cubicBezTo>
                      <a:pt x="7" y="11"/>
                      <a:pt x="8" y="0"/>
                      <a:pt x="15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98" name="Freeform 641">
                <a:extLst>
                  <a:ext uri="{FF2B5EF4-FFF2-40B4-BE49-F238E27FC236}">
                    <a16:creationId xmlns:a16="http://schemas.microsoft.com/office/drawing/2014/main" id="{8EAEBDF1-B0D4-499B-B10B-36A52E17E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176"/>
                <a:ext cx="5" cy="10"/>
              </a:xfrm>
              <a:custGeom>
                <a:avLst/>
                <a:gdLst>
                  <a:gd name="T0" fmla="*/ 8 w 4"/>
                  <a:gd name="T1" fmla="*/ 20 h 7"/>
                  <a:gd name="T2" fmla="*/ 0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4" y="4"/>
                      <a:pt x="3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99" name="Freeform 642">
                <a:extLst>
                  <a:ext uri="{FF2B5EF4-FFF2-40B4-BE49-F238E27FC236}">
                    <a16:creationId xmlns:a16="http://schemas.microsoft.com/office/drawing/2014/main" id="{D40589EA-EA78-4D86-9421-DA9BFC1E5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178"/>
                <a:ext cx="5" cy="3"/>
              </a:xfrm>
              <a:custGeom>
                <a:avLst/>
                <a:gdLst>
                  <a:gd name="T0" fmla="*/ 0 w 4"/>
                  <a:gd name="T1" fmla="*/ 0 h 2"/>
                  <a:gd name="T2" fmla="*/ 8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00" name="Freeform 643">
                <a:extLst>
                  <a:ext uri="{FF2B5EF4-FFF2-40B4-BE49-F238E27FC236}">
                    <a16:creationId xmlns:a16="http://schemas.microsoft.com/office/drawing/2014/main" id="{A136E9B7-4ED4-4C76-9EB2-1B6B8B116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111"/>
                <a:ext cx="25" cy="70"/>
              </a:xfrm>
              <a:custGeom>
                <a:avLst/>
                <a:gdLst>
                  <a:gd name="T0" fmla="*/ 43 w 19"/>
                  <a:gd name="T1" fmla="*/ 11 h 50"/>
                  <a:gd name="T2" fmla="*/ 28 w 19"/>
                  <a:gd name="T3" fmla="*/ 15 h 50"/>
                  <a:gd name="T4" fmla="*/ 24 w 19"/>
                  <a:gd name="T5" fmla="*/ 41 h 50"/>
                  <a:gd name="T6" fmla="*/ 18 w 19"/>
                  <a:gd name="T7" fmla="*/ 70 h 50"/>
                  <a:gd name="T8" fmla="*/ 9 w 19"/>
                  <a:gd name="T9" fmla="*/ 118 h 50"/>
                  <a:gd name="T10" fmla="*/ 5 w 19"/>
                  <a:gd name="T11" fmla="*/ 137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0">
                    <a:moveTo>
                      <a:pt x="19" y="4"/>
                    </a:moveTo>
                    <a:cubicBezTo>
                      <a:pt x="16" y="7"/>
                      <a:pt x="13" y="0"/>
                      <a:pt x="12" y="6"/>
                    </a:cubicBezTo>
                    <a:cubicBezTo>
                      <a:pt x="11" y="9"/>
                      <a:pt x="11" y="13"/>
                      <a:pt x="11" y="15"/>
                    </a:cubicBezTo>
                    <a:cubicBezTo>
                      <a:pt x="10" y="19"/>
                      <a:pt x="9" y="23"/>
                      <a:pt x="8" y="26"/>
                    </a:cubicBezTo>
                    <a:cubicBezTo>
                      <a:pt x="7" y="32"/>
                      <a:pt x="6" y="38"/>
                      <a:pt x="4" y="43"/>
                    </a:cubicBezTo>
                    <a:cubicBezTo>
                      <a:pt x="3" y="45"/>
                      <a:pt x="0" y="47"/>
                      <a:pt x="2" y="5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01" name="Freeform 644">
                <a:extLst>
                  <a:ext uri="{FF2B5EF4-FFF2-40B4-BE49-F238E27FC236}">
                    <a16:creationId xmlns:a16="http://schemas.microsoft.com/office/drawing/2014/main" id="{3F5B2EF6-13B4-49F4-B989-D0AEC0E85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111"/>
                <a:ext cx="4" cy="7"/>
              </a:xfrm>
              <a:custGeom>
                <a:avLst/>
                <a:gdLst>
                  <a:gd name="T0" fmla="*/ 7 w 3"/>
                  <a:gd name="T1" fmla="*/ 14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3"/>
                      <a:pt x="3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02" name="Freeform 645">
                <a:extLst>
                  <a:ext uri="{FF2B5EF4-FFF2-40B4-BE49-F238E27FC236}">
                    <a16:creationId xmlns:a16="http://schemas.microsoft.com/office/drawing/2014/main" id="{21C59495-D840-4DBA-82EC-EF7909AAA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058"/>
                <a:ext cx="26" cy="59"/>
              </a:xfrm>
              <a:custGeom>
                <a:avLst/>
                <a:gdLst>
                  <a:gd name="T0" fmla="*/ 0 w 20"/>
                  <a:gd name="T1" fmla="*/ 117 h 42"/>
                  <a:gd name="T2" fmla="*/ 16 w 20"/>
                  <a:gd name="T3" fmla="*/ 81 h 42"/>
                  <a:gd name="T4" fmla="*/ 27 w 20"/>
                  <a:gd name="T5" fmla="*/ 35 h 42"/>
                  <a:gd name="T6" fmla="*/ 35 w 2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0" y="42"/>
                    </a:moveTo>
                    <a:cubicBezTo>
                      <a:pt x="0" y="38"/>
                      <a:pt x="5" y="33"/>
                      <a:pt x="7" y="29"/>
                    </a:cubicBezTo>
                    <a:cubicBezTo>
                      <a:pt x="10" y="24"/>
                      <a:pt x="10" y="18"/>
                      <a:pt x="12" y="13"/>
                    </a:cubicBezTo>
                    <a:cubicBezTo>
                      <a:pt x="13" y="10"/>
                      <a:pt x="20" y="2"/>
                      <a:pt x="16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03" name="Freeform 646">
                <a:extLst>
                  <a:ext uri="{FF2B5EF4-FFF2-40B4-BE49-F238E27FC236}">
                    <a16:creationId xmlns:a16="http://schemas.microsoft.com/office/drawing/2014/main" id="{59E2DDF7-7010-419D-9C23-D561B9599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060"/>
                <a:ext cx="4" cy="2"/>
              </a:xfrm>
              <a:custGeom>
                <a:avLst/>
                <a:gdLst>
                  <a:gd name="T0" fmla="*/ 7 w 3"/>
                  <a:gd name="T1" fmla="*/ 1 h 2"/>
                  <a:gd name="T2" fmla="*/ 0 w 3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0"/>
                      <a:pt x="1" y="0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04" name="Freeform 647">
                <a:extLst>
                  <a:ext uri="{FF2B5EF4-FFF2-40B4-BE49-F238E27FC236}">
                    <a16:creationId xmlns:a16="http://schemas.microsoft.com/office/drawing/2014/main" id="{A49146EF-963F-40F7-9404-A1F1E1709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111"/>
                <a:ext cx="3" cy="7"/>
              </a:xfrm>
              <a:custGeom>
                <a:avLst/>
                <a:gdLst>
                  <a:gd name="T0" fmla="*/ 5 w 2"/>
                  <a:gd name="T1" fmla="*/ 0 h 5"/>
                  <a:gd name="T2" fmla="*/ 8 w 2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0" y="1"/>
                      <a:pt x="1" y="3"/>
                      <a:pt x="2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05" name="Freeform 648">
                <a:extLst>
                  <a:ext uri="{FF2B5EF4-FFF2-40B4-BE49-F238E27FC236}">
                    <a16:creationId xmlns:a16="http://schemas.microsoft.com/office/drawing/2014/main" id="{DD59205D-876E-4830-836E-3E805708CC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31" y="916"/>
                <a:ext cx="416" cy="781"/>
              </a:xfrm>
              <a:custGeom>
                <a:avLst/>
                <a:gdLst>
                  <a:gd name="T0" fmla="*/ 352 w 319"/>
                  <a:gd name="T1" fmla="*/ 0 h 561"/>
                  <a:gd name="T2" fmla="*/ 0 w 319"/>
                  <a:gd name="T3" fmla="*/ 757 h 561"/>
                  <a:gd name="T4" fmla="*/ 352 w 319"/>
                  <a:gd name="T5" fmla="*/ 1513 h 561"/>
                  <a:gd name="T6" fmla="*/ 707 w 319"/>
                  <a:gd name="T7" fmla="*/ 757 h 561"/>
                  <a:gd name="T8" fmla="*/ 352 w 319"/>
                  <a:gd name="T9" fmla="*/ 0 h 561"/>
                  <a:gd name="T10" fmla="*/ 343 w 319"/>
                  <a:gd name="T11" fmla="*/ 1458 h 561"/>
                  <a:gd name="T12" fmla="*/ 22 w 319"/>
                  <a:gd name="T13" fmla="*/ 757 h 561"/>
                  <a:gd name="T14" fmla="*/ 343 w 319"/>
                  <a:gd name="T15" fmla="*/ 60 h 561"/>
                  <a:gd name="T16" fmla="*/ 664 w 319"/>
                  <a:gd name="T17" fmla="*/ 757 h 561"/>
                  <a:gd name="T18" fmla="*/ 343 w 319"/>
                  <a:gd name="T19" fmla="*/ 1458 h 5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9" h="561">
                    <a:moveTo>
                      <a:pt x="159" y="0"/>
                    </a:moveTo>
                    <a:cubicBezTo>
                      <a:pt x="71" y="0"/>
                      <a:pt x="0" y="126"/>
                      <a:pt x="0" y="281"/>
                    </a:cubicBezTo>
                    <a:cubicBezTo>
                      <a:pt x="0" y="436"/>
                      <a:pt x="71" y="561"/>
                      <a:pt x="159" y="561"/>
                    </a:cubicBezTo>
                    <a:cubicBezTo>
                      <a:pt x="248" y="561"/>
                      <a:pt x="319" y="436"/>
                      <a:pt x="319" y="281"/>
                    </a:cubicBezTo>
                    <a:cubicBezTo>
                      <a:pt x="319" y="126"/>
                      <a:pt x="248" y="0"/>
                      <a:pt x="159" y="0"/>
                    </a:cubicBezTo>
                    <a:close/>
                    <a:moveTo>
                      <a:pt x="155" y="540"/>
                    </a:moveTo>
                    <a:cubicBezTo>
                      <a:pt x="75" y="540"/>
                      <a:pt x="10" y="424"/>
                      <a:pt x="10" y="281"/>
                    </a:cubicBezTo>
                    <a:cubicBezTo>
                      <a:pt x="10" y="138"/>
                      <a:pt x="75" y="22"/>
                      <a:pt x="155" y="22"/>
                    </a:cubicBezTo>
                    <a:cubicBezTo>
                      <a:pt x="235" y="22"/>
                      <a:pt x="299" y="138"/>
                      <a:pt x="299" y="281"/>
                    </a:cubicBezTo>
                    <a:cubicBezTo>
                      <a:pt x="299" y="424"/>
                      <a:pt x="235" y="540"/>
                      <a:pt x="155" y="54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06" name="Oval 649">
                <a:extLst>
                  <a:ext uri="{FF2B5EF4-FFF2-40B4-BE49-F238E27FC236}">
                    <a16:creationId xmlns:a16="http://schemas.microsoft.com/office/drawing/2014/main" id="{42ABE2E2-FDFA-4458-BB9E-017670023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947"/>
                <a:ext cx="377" cy="721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3007" name="Line 650">
                <a:extLst>
                  <a:ext uri="{FF2B5EF4-FFF2-40B4-BE49-F238E27FC236}">
                    <a16:creationId xmlns:a16="http://schemas.microsoft.com/office/drawing/2014/main" id="{41242D90-A2D7-41CB-9962-C349A1D5B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8" y="1523"/>
                <a:ext cx="1" cy="1"/>
              </a:xfrm>
              <a:prstGeom prst="line">
                <a:avLst/>
              </a:prstGeom>
              <a:noFill/>
              <a:ln w="7938">
                <a:solidFill>
                  <a:srgbClr val="F4CB7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08" name="Freeform 651">
                <a:extLst>
                  <a:ext uri="{FF2B5EF4-FFF2-40B4-BE49-F238E27FC236}">
                    <a16:creationId xmlns:a16="http://schemas.microsoft.com/office/drawing/2014/main" id="{D7307E2D-4EDA-4C15-97B6-CE89667A4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232"/>
                <a:ext cx="40" cy="43"/>
              </a:xfrm>
              <a:custGeom>
                <a:avLst/>
                <a:gdLst>
                  <a:gd name="T0" fmla="*/ 23 w 31"/>
                  <a:gd name="T1" fmla="*/ 0 h 31"/>
                  <a:gd name="T2" fmla="*/ 65 w 31"/>
                  <a:gd name="T3" fmla="*/ 83 h 31"/>
                  <a:gd name="T4" fmla="*/ 23 w 31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11" y="0"/>
                    </a:moveTo>
                    <a:cubicBezTo>
                      <a:pt x="11" y="0"/>
                      <a:pt x="0" y="26"/>
                      <a:pt x="30" y="31"/>
                    </a:cubicBezTo>
                    <a:cubicBezTo>
                      <a:pt x="30" y="31"/>
                      <a:pt x="31" y="2"/>
                      <a:pt x="11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09" name="Freeform 652">
                <a:extLst>
                  <a:ext uri="{FF2B5EF4-FFF2-40B4-BE49-F238E27FC236}">
                    <a16:creationId xmlns:a16="http://schemas.microsoft.com/office/drawing/2014/main" id="{3274EDF1-0256-424E-8612-A6CAA8F58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247"/>
                <a:ext cx="49" cy="67"/>
              </a:xfrm>
              <a:custGeom>
                <a:avLst/>
                <a:gdLst>
                  <a:gd name="T0" fmla="*/ 81 w 38"/>
                  <a:gd name="T1" fmla="*/ 56 h 48"/>
                  <a:gd name="T2" fmla="*/ 0 w 38"/>
                  <a:gd name="T3" fmla="*/ 54 h 48"/>
                  <a:gd name="T4" fmla="*/ 81 w 38"/>
                  <a:gd name="T5" fmla="*/ 5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8">
                    <a:moveTo>
                      <a:pt x="38" y="21"/>
                    </a:moveTo>
                    <a:cubicBezTo>
                      <a:pt x="38" y="21"/>
                      <a:pt x="21" y="0"/>
                      <a:pt x="0" y="20"/>
                    </a:cubicBezTo>
                    <a:cubicBezTo>
                      <a:pt x="0" y="20"/>
                      <a:pt x="18" y="48"/>
                      <a:pt x="38" y="21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10" name="Freeform 653">
                <a:extLst>
                  <a:ext uri="{FF2B5EF4-FFF2-40B4-BE49-F238E27FC236}">
                    <a16:creationId xmlns:a16="http://schemas.microsoft.com/office/drawing/2014/main" id="{C34492F0-0DC0-4CA5-B691-21B0C5538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256"/>
                <a:ext cx="34" cy="39"/>
              </a:xfrm>
              <a:custGeom>
                <a:avLst/>
                <a:gdLst>
                  <a:gd name="T0" fmla="*/ 58 w 26"/>
                  <a:gd name="T1" fmla="*/ 25 h 28"/>
                  <a:gd name="T2" fmla="*/ 0 w 26"/>
                  <a:gd name="T3" fmla="*/ 40 h 28"/>
                  <a:gd name="T4" fmla="*/ 58 w 26"/>
                  <a:gd name="T5" fmla="*/ 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26" y="9"/>
                    </a:moveTo>
                    <a:cubicBezTo>
                      <a:pt x="26" y="9"/>
                      <a:pt x="7" y="0"/>
                      <a:pt x="0" y="15"/>
                    </a:cubicBezTo>
                    <a:cubicBezTo>
                      <a:pt x="0" y="15"/>
                      <a:pt x="16" y="28"/>
                      <a:pt x="26" y="9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11" name="Freeform 654">
                <a:extLst>
                  <a:ext uri="{FF2B5EF4-FFF2-40B4-BE49-F238E27FC236}">
                    <a16:creationId xmlns:a16="http://schemas.microsoft.com/office/drawing/2014/main" id="{A15E9107-FEE9-4CA5-B101-210C8EDC1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243"/>
                <a:ext cx="59" cy="45"/>
              </a:xfrm>
              <a:custGeom>
                <a:avLst/>
                <a:gdLst>
                  <a:gd name="T0" fmla="*/ 101 w 45"/>
                  <a:gd name="T1" fmla="*/ 28 h 32"/>
                  <a:gd name="T2" fmla="*/ 0 w 45"/>
                  <a:gd name="T3" fmla="*/ 53 h 32"/>
                  <a:gd name="T4" fmla="*/ 101 w 45"/>
                  <a:gd name="T5" fmla="*/ 28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2">
                    <a:moveTo>
                      <a:pt x="45" y="10"/>
                    </a:moveTo>
                    <a:cubicBezTo>
                      <a:pt x="45" y="10"/>
                      <a:pt x="21" y="0"/>
                      <a:pt x="0" y="19"/>
                    </a:cubicBezTo>
                    <a:cubicBezTo>
                      <a:pt x="0" y="19"/>
                      <a:pt x="26" y="32"/>
                      <a:pt x="45" y="1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12" name="Freeform 655">
                <a:extLst>
                  <a:ext uri="{FF2B5EF4-FFF2-40B4-BE49-F238E27FC236}">
                    <a16:creationId xmlns:a16="http://schemas.microsoft.com/office/drawing/2014/main" id="{31883A60-DE00-45C6-8239-C9A292FF0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238"/>
                <a:ext cx="43" cy="40"/>
              </a:xfrm>
              <a:custGeom>
                <a:avLst/>
                <a:gdLst>
                  <a:gd name="T0" fmla="*/ 73 w 33"/>
                  <a:gd name="T1" fmla="*/ 57 h 29"/>
                  <a:gd name="T2" fmla="*/ 0 w 33"/>
                  <a:gd name="T3" fmla="*/ 34 h 29"/>
                  <a:gd name="T4" fmla="*/ 73 w 33"/>
                  <a:gd name="T5" fmla="*/ 5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9">
                    <a:moveTo>
                      <a:pt x="33" y="22"/>
                    </a:moveTo>
                    <a:cubicBezTo>
                      <a:pt x="33" y="22"/>
                      <a:pt x="23" y="0"/>
                      <a:pt x="0" y="13"/>
                    </a:cubicBezTo>
                    <a:cubicBezTo>
                      <a:pt x="0" y="13"/>
                      <a:pt x="11" y="29"/>
                      <a:pt x="33" y="22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13" name="Freeform 656">
                <a:extLst>
                  <a:ext uri="{FF2B5EF4-FFF2-40B4-BE49-F238E27FC236}">
                    <a16:creationId xmlns:a16="http://schemas.microsoft.com/office/drawing/2014/main" id="{8E07EEE3-7719-4D2B-8762-C6D9ACE91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1250"/>
                <a:ext cx="56" cy="49"/>
              </a:xfrm>
              <a:custGeom>
                <a:avLst/>
                <a:gdLst>
                  <a:gd name="T0" fmla="*/ 0 w 43"/>
                  <a:gd name="T1" fmla="*/ 35 h 35"/>
                  <a:gd name="T2" fmla="*/ 95 w 43"/>
                  <a:gd name="T3" fmla="*/ 84 h 35"/>
                  <a:gd name="T4" fmla="*/ 0 w 43"/>
                  <a:gd name="T5" fmla="*/ 3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5">
                    <a:moveTo>
                      <a:pt x="0" y="13"/>
                    </a:moveTo>
                    <a:cubicBezTo>
                      <a:pt x="0" y="13"/>
                      <a:pt x="34" y="0"/>
                      <a:pt x="43" y="31"/>
                    </a:cubicBezTo>
                    <a:cubicBezTo>
                      <a:pt x="43" y="31"/>
                      <a:pt x="16" y="35"/>
                      <a:pt x="0" y="13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14" name="Freeform 657">
                <a:extLst>
                  <a:ext uri="{FF2B5EF4-FFF2-40B4-BE49-F238E27FC236}">
                    <a16:creationId xmlns:a16="http://schemas.microsoft.com/office/drawing/2014/main" id="{5C0915A6-9794-401A-B111-7391658D1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256"/>
                <a:ext cx="51" cy="68"/>
              </a:xfrm>
              <a:custGeom>
                <a:avLst/>
                <a:gdLst>
                  <a:gd name="T0" fmla="*/ 67 w 39"/>
                  <a:gd name="T1" fmla="*/ 0 h 49"/>
                  <a:gd name="T2" fmla="*/ 0 w 39"/>
                  <a:gd name="T3" fmla="*/ 71 h 49"/>
                  <a:gd name="T4" fmla="*/ 67 w 39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9">
                    <a:moveTo>
                      <a:pt x="30" y="0"/>
                    </a:moveTo>
                    <a:cubicBezTo>
                      <a:pt x="30" y="0"/>
                      <a:pt x="7" y="9"/>
                      <a:pt x="0" y="27"/>
                    </a:cubicBezTo>
                    <a:cubicBezTo>
                      <a:pt x="0" y="27"/>
                      <a:pt x="39" y="49"/>
                      <a:pt x="3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15" name="Oval 658">
                <a:extLst>
                  <a:ext uri="{FF2B5EF4-FFF2-40B4-BE49-F238E27FC236}">
                    <a16:creationId xmlns:a16="http://schemas.microsoft.com/office/drawing/2014/main" id="{9D43040F-2C74-4ED8-877D-E35C3E6F4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1274"/>
                <a:ext cx="18" cy="11"/>
              </a:xfrm>
              <a:prstGeom prst="ellipse">
                <a:avLst/>
              </a:pr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3016" name="Freeform 659">
                <a:extLst>
                  <a:ext uri="{FF2B5EF4-FFF2-40B4-BE49-F238E27FC236}">
                    <a16:creationId xmlns:a16="http://schemas.microsoft.com/office/drawing/2014/main" id="{399EE557-7E9E-4027-BECF-5D914109D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0"/>
                <a:ext cx="20" cy="16"/>
              </a:xfrm>
              <a:custGeom>
                <a:avLst/>
                <a:gdLst>
                  <a:gd name="T0" fmla="*/ 31 w 15"/>
                  <a:gd name="T1" fmla="*/ 23 h 12"/>
                  <a:gd name="T2" fmla="*/ 12 w 15"/>
                  <a:gd name="T3" fmla="*/ 21 h 12"/>
                  <a:gd name="T4" fmla="*/ 5 w 15"/>
                  <a:gd name="T5" fmla="*/ 5 h 12"/>
                  <a:gd name="T6" fmla="*/ 23 w 15"/>
                  <a:gd name="T7" fmla="*/ 5 h 12"/>
                  <a:gd name="T8" fmla="*/ 31 w 15"/>
                  <a:gd name="T9" fmla="*/ 2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3" y="10"/>
                    </a:moveTo>
                    <a:cubicBezTo>
                      <a:pt x="12" y="12"/>
                      <a:pt x="9" y="11"/>
                      <a:pt x="5" y="9"/>
                    </a:cubicBezTo>
                    <a:cubicBezTo>
                      <a:pt x="2" y="7"/>
                      <a:pt x="0" y="4"/>
                      <a:pt x="2" y="2"/>
                    </a:cubicBezTo>
                    <a:cubicBezTo>
                      <a:pt x="3" y="0"/>
                      <a:pt x="7" y="0"/>
                      <a:pt x="10" y="2"/>
                    </a:cubicBezTo>
                    <a:cubicBezTo>
                      <a:pt x="13" y="5"/>
                      <a:pt x="15" y="8"/>
                      <a:pt x="13" y="1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17" name="Freeform 660">
                <a:extLst>
                  <a:ext uri="{FF2B5EF4-FFF2-40B4-BE49-F238E27FC236}">
                    <a16:creationId xmlns:a16="http://schemas.microsoft.com/office/drawing/2014/main" id="{6582408D-C49E-4D83-873E-139A9EC69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261"/>
                <a:ext cx="19" cy="10"/>
              </a:xfrm>
              <a:custGeom>
                <a:avLst/>
                <a:gdLst>
                  <a:gd name="T0" fmla="*/ 35 w 14"/>
                  <a:gd name="T1" fmla="*/ 6 h 7"/>
                  <a:gd name="T2" fmla="*/ 19 w 14"/>
                  <a:gd name="T3" fmla="*/ 19 h 7"/>
                  <a:gd name="T4" fmla="*/ 0 w 14"/>
                  <a:gd name="T5" fmla="*/ 14 h 7"/>
                  <a:gd name="T6" fmla="*/ 15 w 14"/>
                  <a:gd name="T7" fmla="*/ 0 h 7"/>
                  <a:gd name="T8" fmla="*/ 35 w 14"/>
                  <a:gd name="T9" fmla="*/ 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4" y="2"/>
                    </a:moveTo>
                    <a:cubicBezTo>
                      <a:pt x="14" y="3"/>
                      <a:pt x="11" y="5"/>
                      <a:pt x="7" y="6"/>
                    </a:cubicBezTo>
                    <a:cubicBezTo>
                      <a:pt x="4" y="7"/>
                      <a:pt x="0" y="6"/>
                      <a:pt x="0" y="5"/>
                    </a:cubicBezTo>
                    <a:cubicBezTo>
                      <a:pt x="0" y="3"/>
                      <a:pt x="3" y="1"/>
                      <a:pt x="6" y="0"/>
                    </a:cubicBezTo>
                    <a:cubicBezTo>
                      <a:pt x="10" y="0"/>
                      <a:pt x="14" y="0"/>
                      <a:pt x="14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18" name="Oval 661">
                <a:extLst>
                  <a:ext uri="{FF2B5EF4-FFF2-40B4-BE49-F238E27FC236}">
                    <a16:creationId xmlns:a16="http://schemas.microsoft.com/office/drawing/2014/main" id="{4BBF55D8-255C-450E-8CD1-F4819B437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268"/>
                <a:ext cx="14" cy="9"/>
              </a:xfrm>
              <a:prstGeom prst="ellipse">
                <a:avLst/>
              </a:pr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3019" name="Freeform 662">
                <a:extLst>
                  <a:ext uri="{FF2B5EF4-FFF2-40B4-BE49-F238E27FC236}">
                    <a16:creationId xmlns:a16="http://schemas.microsoft.com/office/drawing/2014/main" id="{09CF6C19-4091-4023-962A-DFB9B312D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256"/>
                <a:ext cx="13" cy="10"/>
              </a:xfrm>
              <a:custGeom>
                <a:avLst/>
                <a:gdLst>
                  <a:gd name="T0" fmla="*/ 22 w 10"/>
                  <a:gd name="T1" fmla="*/ 14 h 7"/>
                  <a:gd name="T2" fmla="*/ 9 w 10"/>
                  <a:gd name="T3" fmla="*/ 19 h 7"/>
                  <a:gd name="T4" fmla="*/ 0 w 10"/>
                  <a:gd name="T5" fmla="*/ 6 h 7"/>
                  <a:gd name="T6" fmla="*/ 13 w 10"/>
                  <a:gd name="T7" fmla="*/ 1 h 7"/>
                  <a:gd name="T8" fmla="*/ 22 w 10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5"/>
                    </a:moveTo>
                    <a:cubicBezTo>
                      <a:pt x="9" y="7"/>
                      <a:pt x="7" y="7"/>
                      <a:pt x="4" y="6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3" y="0"/>
                      <a:pt x="6" y="1"/>
                    </a:cubicBezTo>
                    <a:cubicBezTo>
                      <a:pt x="8" y="2"/>
                      <a:pt x="10" y="4"/>
                      <a:pt x="10" y="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20" name="Freeform 663">
                <a:extLst>
                  <a:ext uri="{FF2B5EF4-FFF2-40B4-BE49-F238E27FC236}">
                    <a16:creationId xmlns:a16="http://schemas.microsoft.com/office/drawing/2014/main" id="{2153C6F3-7647-4086-823B-252BFA25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70"/>
                <a:ext cx="20" cy="19"/>
              </a:xfrm>
              <a:custGeom>
                <a:avLst/>
                <a:gdLst>
                  <a:gd name="T0" fmla="*/ 31 w 15"/>
                  <a:gd name="T1" fmla="*/ 5 h 14"/>
                  <a:gd name="T2" fmla="*/ 27 w 15"/>
                  <a:gd name="T3" fmla="*/ 27 h 14"/>
                  <a:gd name="T4" fmla="*/ 5 w 15"/>
                  <a:gd name="T5" fmla="*/ 30 h 14"/>
                  <a:gd name="T6" fmla="*/ 9 w 15"/>
                  <a:gd name="T7" fmla="*/ 7 h 14"/>
                  <a:gd name="T8" fmla="*/ 31 w 15"/>
                  <a:gd name="T9" fmla="*/ 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3" y="2"/>
                    </a:moveTo>
                    <a:cubicBezTo>
                      <a:pt x="15" y="4"/>
                      <a:pt x="14" y="8"/>
                      <a:pt x="11" y="11"/>
                    </a:cubicBezTo>
                    <a:cubicBezTo>
                      <a:pt x="8" y="14"/>
                      <a:pt x="4" y="14"/>
                      <a:pt x="2" y="12"/>
                    </a:cubicBezTo>
                    <a:cubicBezTo>
                      <a:pt x="0" y="10"/>
                      <a:pt x="1" y="6"/>
                      <a:pt x="4" y="3"/>
                    </a:cubicBezTo>
                    <a:cubicBezTo>
                      <a:pt x="7" y="1"/>
                      <a:pt x="12" y="0"/>
                      <a:pt x="13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21" name="Freeform 664">
                <a:extLst>
                  <a:ext uri="{FF2B5EF4-FFF2-40B4-BE49-F238E27FC236}">
                    <a16:creationId xmlns:a16="http://schemas.microsoft.com/office/drawing/2014/main" id="{87D1FD57-0586-4524-8D54-2973BDA57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243"/>
                <a:ext cx="14" cy="20"/>
              </a:xfrm>
              <a:custGeom>
                <a:avLst/>
                <a:gdLst>
                  <a:gd name="T0" fmla="*/ 25 w 10"/>
                  <a:gd name="T1" fmla="*/ 14 h 14"/>
                  <a:gd name="T2" fmla="*/ 21 w 10"/>
                  <a:gd name="T3" fmla="*/ 39 h 14"/>
                  <a:gd name="T4" fmla="*/ 1 w 10"/>
                  <a:gd name="T5" fmla="*/ 27 h 14"/>
                  <a:gd name="T6" fmla="*/ 6 w 10"/>
                  <a:gd name="T7" fmla="*/ 1 h 14"/>
                  <a:gd name="T8" fmla="*/ 25 w 10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9" y="5"/>
                    </a:moveTo>
                    <a:cubicBezTo>
                      <a:pt x="10" y="8"/>
                      <a:pt x="10" y="12"/>
                      <a:pt x="8" y="13"/>
                    </a:cubicBezTo>
                    <a:cubicBezTo>
                      <a:pt x="6" y="14"/>
                      <a:pt x="3" y="12"/>
                      <a:pt x="1" y="9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7" y="2"/>
                      <a:pt x="9" y="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22" name="Freeform 665">
                <a:extLst>
                  <a:ext uri="{FF2B5EF4-FFF2-40B4-BE49-F238E27FC236}">
                    <a16:creationId xmlns:a16="http://schemas.microsoft.com/office/drawing/2014/main" id="{50026847-5C43-41A1-90F0-48D3A18E0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232"/>
                <a:ext cx="40" cy="42"/>
              </a:xfrm>
              <a:custGeom>
                <a:avLst/>
                <a:gdLst>
                  <a:gd name="T0" fmla="*/ 23 w 31"/>
                  <a:gd name="T1" fmla="*/ 0 h 30"/>
                  <a:gd name="T2" fmla="*/ 65 w 31"/>
                  <a:gd name="T3" fmla="*/ 83 h 30"/>
                  <a:gd name="T4" fmla="*/ 23 w 31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0">
                    <a:moveTo>
                      <a:pt x="11" y="0"/>
                    </a:moveTo>
                    <a:cubicBezTo>
                      <a:pt x="11" y="0"/>
                      <a:pt x="0" y="26"/>
                      <a:pt x="30" y="30"/>
                    </a:cubicBezTo>
                    <a:cubicBezTo>
                      <a:pt x="30" y="30"/>
                      <a:pt x="31" y="1"/>
                      <a:pt x="11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23" name="Freeform 666">
                <a:extLst>
                  <a:ext uri="{FF2B5EF4-FFF2-40B4-BE49-F238E27FC236}">
                    <a16:creationId xmlns:a16="http://schemas.microsoft.com/office/drawing/2014/main" id="{123D5496-F27E-45E4-8ADE-0D53F7D23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247"/>
                <a:ext cx="49" cy="66"/>
              </a:xfrm>
              <a:custGeom>
                <a:avLst/>
                <a:gdLst>
                  <a:gd name="T0" fmla="*/ 81 w 38"/>
                  <a:gd name="T1" fmla="*/ 55 h 47"/>
                  <a:gd name="T2" fmla="*/ 0 w 38"/>
                  <a:gd name="T3" fmla="*/ 53 h 47"/>
                  <a:gd name="T4" fmla="*/ 81 w 38"/>
                  <a:gd name="T5" fmla="*/ 5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7">
                    <a:moveTo>
                      <a:pt x="38" y="20"/>
                    </a:moveTo>
                    <a:cubicBezTo>
                      <a:pt x="38" y="20"/>
                      <a:pt x="21" y="0"/>
                      <a:pt x="0" y="19"/>
                    </a:cubicBezTo>
                    <a:cubicBezTo>
                      <a:pt x="0" y="19"/>
                      <a:pt x="18" y="47"/>
                      <a:pt x="38" y="2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24" name="Freeform 667">
                <a:extLst>
                  <a:ext uri="{FF2B5EF4-FFF2-40B4-BE49-F238E27FC236}">
                    <a16:creationId xmlns:a16="http://schemas.microsoft.com/office/drawing/2014/main" id="{FBBC2262-6C4A-42F8-A163-460EAB563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256"/>
                <a:ext cx="34" cy="37"/>
              </a:xfrm>
              <a:custGeom>
                <a:avLst/>
                <a:gdLst>
                  <a:gd name="T0" fmla="*/ 58 w 26"/>
                  <a:gd name="T1" fmla="*/ 22 h 27"/>
                  <a:gd name="T2" fmla="*/ 0 w 26"/>
                  <a:gd name="T3" fmla="*/ 36 h 27"/>
                  <a:gd name="T4" fmla="*/ 58 w 26"/>
                  <a:gd name="T5" fmla="*/ 2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7">
                    <a:moveTo>
                      <a:pt x="26" y="9"/>
                    </a:moveTo>
                    <a:cubicBezTo>
                      <a:pt x="26" y="9"/>
                      <a:pt x="7" y="0"/>
                      <a:pt x="0" y="14"/>
                    </a:cubicBezTo>
                    <a:cubicBezTo>
                      <a:pt x="0" y="14"/>
                      <a:pt x="16" y="27"/>
                      <a:pt x="26" y="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25" name="Freeform 668">
                <a:extLst>
                  <a:ext uri="{FF2B5EF4-FFF2-40B4-BE49-F238E27FC236}">
                    <a16:creationId xmlns:a16="http://schemas.microsoft.com/office/drawing/2014/main" id="{03A08E86-F61B-49BD-8915-E4710F8E9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242"/>
                <a:ext cx="59" cy="46"/>
              </a:xfrm>
              <a:custGeom>
                <a:avLst/>
                <a:gdLst>
                  <a:gd name="T0" fmla="*/ 101 w 45"/>
                  <a:gd name="T1" fmla="*/ 28 h 33"/>
                  <a:gd name="T2" fmla="*/ 0 w 45"/>
                  <a:gd name="T3" fmla="*/ 50 h 33"/>
                  <a:gd name="T4" fmla="*/ 101 w 45"/>
                  <a:gd name="T5" fmla="*/ 2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3">
                    <a:moveTo>
                      <a:pt x="45" y="10"/>
                    </a:moveTo>
                    <a:cubicBezTo>
                      <a:pt x="45" y="10"/>
                      <a:pt x="21" y="0"/>
                      <a:pt x="0" y="19"/>
                    </a:cubicBezTo>
                    <a:cubicBezTo>
                      <a:pt x="0" y="19"/>
                      <a:pt x="26" y="33"/>
                      <a:pt x="45" y="1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26" name="Freeform 669">
                <a:extLst>
                  <a:ext uri="{FF2B5EF4-FFF2-40B4-BE49-F238E27FC236}">
                    <a16:creationId xmlns:a16="http://schemas.microsoft.com/office/drawing/2014/main" id="{5A78D6F0-0287-48D5-B685-6DE2DF6A7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236"/>
                <a:ext cx="43" cy="41"/>
              </a:xfrm>
              <a:custGeom>
                <a:avLst/>
                <a:gdLst>
                  <a:gd name="T0" fmla="*/ 73 w 33"/>
                  <a:gd name="T1" fmla="*/ 62 h 29"/>
                  <a:gd name="T2" fmla="*/ 0 w 33"/>
                  <a:gd name="T3" fmla="*/ 35 h 29"/>
                  <a:gd name="T4" fmla="*/ 73 w 33"/>
                  <a:gd name="T5" fmla="*/ 6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9">
                    <a:moveTo>
                      <a:pt x="33" y="22"/>
                    </a:moveTo>
                    <a:cubicBezTo>
                      <a:pt x="33" y="22"/>
                      <a:pt x="23" y="0"/>
                      <a:pt x="0" y="13"/>
                    </a:cubicBezTo>
                    <a:cubicBezTo>
                      <a:pt x="0" y="13"/>
                      <a:pt x="11" y="29"/>
                      <a:pt x="33" y="2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27" name="Freeform 670">
                <a:extLst>
                  <a:ext uri="{FF2B5EF4-FFF2-40B4-BE49-F238E27FC236}">
                    <a16:creationId xmlns:a16="http://schemas.microsoft.com/office/drawing/2014/main" id="{EF5BB7C2-F2B1-437F-9AC9-0EBD193B6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1249"/>
                <a:ext cx="56" cy="49"/>
              </a:xfrm>
              <a:custGeom>
                <a:avLst/>
                <a:gdLst>
                  <a:gd name="T0" fmla="*/ 0 w 43"/>
                  <a:gd name="T1" fmla="*/ 35 h 35"/>
                  <a:gd name="T2" fmla="*/ 95 w 43"/>
                  <a:gd name="T3" fmla="*/ 84 h 35"/>
                  <a:gd name="T4" fmla="*/ 0 w 43"/>
                  <a:gd name="T5" fmla="*/ 3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5">
                    <a:moveTo>
                      <a:pt x="0" y="13"/>
                    </a:moveTo>
                    <a:cubicBezTo>
                      <a:pt x="0" y="13"/>
                      <a:pt x="34" y="0"/>
                      <a:pt x="43" y="31"/>
                    </a:cubicBezTo>
                    <a:cubicBezTo>
                      <a:pt x="43" y="31"/>
                      <a:pt x="16" y="35"/>
                      <a:pt x="0" y="1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28" name="Freeform 671">
                <a:extLst>
                  <a:ext uri="{FF2B5EF4-FFF2-40B4-BE49-F238E27FC236}">
                    <a16:creationId xmlns:a16="http://schemas.microsoft.com/office/drawing/2014/main" id="{3A21E0C5-ED98-4F39-841E-BAAFBAF28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254"/>
                <a:ext cx="51" cy="69"/>
              </a:xfrm>
              <a:custGeom>
                <a:avLst/>
                <a:gdLst>
                  <a:gd name="T0" fmla="*/ 67 w 39"/>
                  <a:gd name="T1" fmla="*/ 0 h 49"/>
                  <a:gd name="T2" fmla="*/ 0 w 39"/>
                  <a:gd name="T3" fmla="*/ 76 h 49"/>
                  <a:gd name="T4" fmla="*/ 67 w 39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9">
                    <a:moveTo>
                      <a:pt x="30" y="0"/>
                    </a:moveTo>
                    <a:cubicBezTo>
                      <a:pt x="30" y="0"/>
                      <a:pt x="7" y="9"/>
                      <a:pt x="0" y="27"/>
                    </a:cubicBezTo>
                    <a:cubicBezTo>
                      <a:pt x="0" y="27"/>
                      <a:pt x="39" y="49"/>
                      <a:pt x="3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29" name="Freeform 672">
                <a:extLst>
                  <a:ext uri="{FF2B5EF4-FFF2-40B4-BE49-F238E27FC236}">
                    <a16:creationId xmlns:a16="http://schemas.microsoft.com/office/drawing/2014/main" id="{3F8C8884-3D98-4554-8798-C4A374E66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236"/>
                <a:ext cx="342" cy="405"/>
              </a:xfrm>
              <a:custGeom>
                <a:avLst/>
                <a:gdLst>
                  <a:gd name="T0" fmla="*/ 23 w 262"/>
                  <a:gd name="T1" fmla="*/ 0 h 291"/>
                  <a:gd name="T2" fmla="*/ 29 w 262"/>
                  <a:gd name="T3" fmla="*/ 125 h 291"/>
                  <a:gd name="T4" fmla="*/ 39 w 262"/>
                  <a:gd name="T5" fmla="*/ 321 h 291"/>
                  <a:gd name="T6" fmla="*/ 44 w 262"/>
                  <a:gd name="T7" fmla="*/ 394 h 291"/>
                  <a:gd name="T8" fmla="*/ 114 w 262"/>
                  <a:gd name="T9" fmla="*/ 593 h 291"/>
                  <a:gd name="T10" fmla="*/ 168 w 262"/>
                  <a:gd name="T11" fmla="*/ 686 h 291"/>
                  <a:gd name="T12" fmla="*/ 232 w 262"/>
                  <a:gd name="T13" fmla="*/ 731 h 291"/>
                  <a:gd name="T14" fmla="*/ 312 w 262"/>
                  <a:gd name="T15" fmla="*/ 756 h 291"/>
                  <a:gd name="T16" fmla="*/ 385 w 262"/>
                  <a:gd name="T17" fmla="*/ 728 h 291"/>
                  <a:gd name="T18" fmla="*/ 486 w 262"/>
                  <a:gd name="T19" fmla="*/ 593 h 291"/>
                  <a:gd name="T20" fmla="*/ 518 w 262"/>
                  <a:gd name="T21" fmla="*/ 486 h 291"/>
                  <a:gd name="T22" fmla="*/ 552 w 262"/>
                  <a:gd name="T23" fmla="*/ 360 h 291"/>
                  <a:gd name="T24" fmla="*/ 552 w 262"/>
                  <a:gd name="T25" fmla="*/ 287 h 291"/>
                  <a:gd name="T26" fmla="*/ 559 w 262"/>
                  <a:gd name="T27" fmla="*/ 214 h 291"/>
                  <a:gd name="T28" fmla="*/ 570 w 262"/>
                  <a:gd name="T29" fmla="*/ 56 h 291"/>
                  <a:gd name="T30" fmla="*/ 531 w 262"/>
                  <a:gd name="T31" fmla="*/ 135 h 291"/>
                  <a:gd name="T32" fmla="*/ 487 w 262"/>
                  <a:gd name="T33" fmla="*/ 124 h 291"/>
                  <a:gd name="T34" fmla="*/ 389 w 262"/>
                  <a:gd name="T35" fmla="*/ 74 h 291"/>
                  <a:gd name="T36" fmla="*/ 322 w 262"/>
                  <a:gd name="T37" fmla="*/ 56 h 291"/>
                  <a:gd name="T38" fmla="*/ 227 w 262"/>
                  <a:gd name="T39" fmla="*/ 75 h 291"/>
                  <a:gd name="T40" fmla="*/ 166 w 262"/>
                  <a:gd name="T41" fmla="*/ 90 h 291"/>
                  <a:gd name="T42" fmla="*/ 73 w 262"/>
                  <a:gd name="T43" fmla="*/ 88 h 291"/>
                  <a:gd name="T44" fmla="*/ 23 w 262"/>
                  <a:gd name="T45" fmla="*/ 0 h 29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62" h="291">
                    <a:moveTo>
                      <a:pt x="11" y="0"/>
                    </a:moveTo>
                    <a:cubicBezTo>
                      <a:pt x="11" y="0"/>
                      <a:pt x="4" y="38"/>
                      <a:pt x="13" y="47"/>
                    </a:cubicBezTo>
                    <a:cubicBezTo>
                      <a:pt x="13" y="47"/>
                      <a:pt x="0" y="104"/>
                      <a:pt x="18" y="119"/>
                    </a:cubicBezTo>
                    <a:cubicBezTo>
                      <a:pt x="18" y="119"/>
                      <a:pt x="16" y="133"/>
                      <a:pt x="20" y="146"/>
                    </a:cubicBezTo>
                    <a:cubicBezTo>
                      <a:pt x="25" y="159"/>
                      <a:pt x="38" y="215"/>
                      <a:pt x="51" y="220"/>
                    </a:cubicBezTo>
                    <a:cubicBezTo>
                      <a:pt x="51" y="220"/>
                      <a:pt x="66" y="253"/>
                      <a:pt x="76" y="254"/>
                    </a:cubicBezTo>
                    <a:cubicBezTo>
                      <a:pt x="76" y="254"/>
                      <a:pt x="92" y="274"/>
                      <a:pt x="104" y="271"/>
                    </a:cubicBezTo>
                    <a:cubicBezTo>
                      <a:pt x="104" y="271"/>
                      <a:pt x="126" y="291"/>
                      <a:pt x="140" y="280"/>
                    </a:cubicBezTo>
                    <a:cubicBezTo>
                      <a:pt x="140" y="280"/>
                      <a:pt x="152" y="282"/>
                      <a:pt x="173" y="270"/>
                    </a:cubicBezTo>
                    <a:cubicBezTo>
                      <a:pt x="193" y="257"/>
                      <a:pt x="219" y="226"/>
                      <a:pt x="218" y="220"/>
                    </a:cubicBezTo>
                    <a:cubicBezTo>
                      <a:pt x="218" y="220"/>
                      <a:pt x="237" y="186"/>
                      <a:pt x="233" y="180"/>
                    </a:cubicBezTo>
                    <a:cubicBezTo>
                      <a:pt x="233" y="180"/>
                      <a:pt x="249" y="154"/>
                      <a:pt x="248" y="134"/>
                    </a:cubicBezTo>
                    <a:cubicBezTo>
                      <a:pt x="248" y="134"/>
                      <a:pt x="258" y="108"/>
                      <a:pt x="248" y="106"/>
                    </a:cubicBezTo>
                    <a:cubicBezTo>
                      <a:pt x="248" y="106"/>
                      <a:pt x="262" y="86"/>
                      <a:pt x="251" y="80"/>
                    </a:cubicBezTo>
                    <a:cubicBezTo>
                      <a:pt x="251" y="80"/>
                      <a:pt x="262" y="39"/>
                      <a:pt x="257" y="21"/>
                    </a:cubicBezTo>
                    <a:cubicBezTo>
                      <a:pt x="257" y="21"/>
                      <a:pt x="257" y="51"/>
                      <a:pt x="239" y="50"/>
                    </a:cubicBezTo>
                    <a:cubicBezTo>
                      <a:pt x="220" y="49"/>
                      <a:pt x="219" y="46"/>
                      <a:pt x="219" y="46"/>
                    </a:cubicBezTo>
                    <a:cubicBezTo>
                      <a:pt x="219" y="46"/>
                      <a:pt x="183" y="43"/>
                      <a:pt x="175" y="27"/>
                    </a:cubicBezTo>
                    <a:cubicBezTo>
                      <a:pt x="175" y="27"/>
                      <a:pt x="153" y="34"/>
                      <a:pt x="145" y="21"/>
                    </a:cubicBezTo>
                    <a:cubicBezTo>
                      <a:pt x="145" y="21"/>
                      <a:pt x="122" y="41"/>
                      <a:pt x="102" y="28"/>
                    </a:cubicBezTo>
                    <a:cubicBezTo>
                      <a:pt x="102" y="28"/>
                      <a:pt x="90" y="41"/>
                      <a:pt x="74" y="34"/>
                    </a:cubicBezTo>
                    <a:cubicBezTo>
                      <a:pt x="74" y="34"/>
                      <a:pt x="48" y="56"/>
                      <a:pt x="33" y="32"/>
                    </a:cubicBezTo>
                    <a:cubicBezTo>
                      <a:pt x="33" y="32"/>
                      <a:pt x="11" y="40"/>
                      <a:pt x="11" y="0"/>
                    </a:cubicBezTo>
                    <a:close/>
                  </a:path>
                </a:pathLst>
              </a:custGeom>
              <a:solidFill>
                <a:srgbClr val="F6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30" name="Freeform 673">
                <a:extLst>
                  <a:ext uri="{FF2B5EF4-FFF2-40B4-BE49-F238E27FC236}">
                    <a16:creationId xmlns:a16="http://schemas.microsoft.com/office/drawing/2014/main" id="{BE8868E1-75E0-4BE6-80BA-DB00BB9E3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334"/>
                <a:ext cx="80" cy="126"/>
              </a:xfrm>
              <a:custGeom>
                <a:avLst/>
                <a:gdLst>
                  <a:gd name="T0" fmla="*/ 100 w 61"/>
                  <a:gd name="T1" fmla="*/ 29 h 91"/>
                  <a:gd name="T2" fmla="*/ 88 w 61"/>
                  <a:gd name="T3" fmla="*/ 186 h 91"/>
                  <a:gd name="T4" fmla="*/ 121 w 61"/>
                  <a:gd name="T5" fmla="*/ 116 h 91"/>
                  <a:gd name="T6" fmla="*/ 123 w 61"/>
                  <a:gd name="T7" fmla="*/ 40 h 91"/>
                  <a:gd name="T8" fmla="*/ 96 w 61"/>
                  <a:gd name="T9" fmla="*/ 26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91">
                    <a:moveTo>
                      <a:pt x="44" y="11"/>
                    </a:moveTo>
                    <a:cubicBezTo>
                      <a:pt x="0" y="0"/>
                      <a:pt x="23" y="52"/>
                      <a:pt x="39" y="70"/>
                    </a:cubicBezTo>
                    <a:cubicBezTo>
                      <a:pt x="60" y="91"/>
                      <a:pt x="51" y="53"/>
                      <a:pt x="53" y="44"/>
                    </a:cubicBezTo>
                    <a:cubicBezTo>
                      <a:pt x="54" y="33"/>
                      <a:pt x="61" y="26"/>
                      <a:pt x="55" y="15"/>
                    </a:cubicBezTo>
                    <a:cubicBezTo>
                      <a:pt x="51" y="14"/>
                      <a:pt x="47" y="11"/>
                      <a:pt x="43" y="10"/>
                    </a:cubicBezTo>
                  </a:path>
                </a:pathLst>
              </a:custGeom>
              <a:solidFill>
                <a:srgbClr val="F5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31" name="Freeform 674">
                <a:extLst>
                  <a:ext uri="{FF2B5EF4-FFF2-40B4-BE49-F238E27FC236}">
                    <a16:creationId xmlns:a16="http://schemas.microsoft.com/office/drawing/2014/main" id="{FE26B484-EFAE-4770-AFC3-06CF1840AB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54" y="1236"/>
                <a:ext cx="342" cy="405"/>
              </a:xfrm>
              <a:custGeom>
                <a:avLst/>
                <a:gdLst>
                  <a:gd name="T0" fmla="*/ 559 w 262"/>
                  <a:gd name="T1" fmla="*/ 214 h 291"/>
                  <a:gd name="T2" fmla="*/ 570 w 262"/>
                  <a:gd name="T3" fmla="*/ 56 h 291"/>
                  <a:gd name="T4" fmla="*/ 531 w 262"/>
                  <a:gd name="T5" fmla="*/ 135 h 291"/>
                  <a:gd name="T6" fmla="*/ 487 w 262"/>
                  <a:gd name="T7" fmla="*/ 124 h 291"/>
                  <a:gd name="T8" fmla="*/ 389 w 262"/>
                  <a:gd name="T9" fmla="*/ 74 h 291"/>
                  <a:gd name="T10" fmla="*/ 322 w 262"/>
                  <a:gd name="T11" fmla="*/ 56 h 291"/>
                  <a:gd name="T12" fmla="*/ 227 w 262"/>
                  <a:gd name="T13" fmla="*/ 75 h 291"/>
                  <a:gd name="T14" fmla="*/ 166 w 262"/>
                  <a:gd name="T15" fmla="*/ 95 h 291"/>
                  <a:gd name="T16" fmla="*/ 73 w 262"/>
                  <a:gd name="T17" fmla="*/ 88 h 291"/>
                  <a:gd name="T18" fmla="*/ 23 w 262"/>
                  <a:gd name="T19" fmla="*/ 0 h 291"/>
                  <a:gd name="T20" fmla="*/ 29 w 262"/>
                  <a:gd name="T21" fmla="*/ 129 h 291"/>
                  <a:gd name="T22" fmla="*/ 39 w 262"/>
                  <a:gd name="T23" fmla="*/ 321 h 291"/>
                  <a:gd name="T24" fmla="*/ 44 w 262"/>
                  <a:gd name="T25" fmla="*/ 394 h 291"/>
                  <a:gd name="T26" fmla="*/ 114 w 262"/>
                  <a:gd name="T27" fmla="*/ 593 h 291"/>
                  <a:gd name="T28" fmla="*/ 168 w 262"/>
                  <a:gd name="T29" fmla="*/ 686 h 291"/>
                  <a:gd name="T30" fmla="*/ 232 w 262"/>
                  <a:gd name="T31" fmla="*/ 731 h 291"/>
                  <a:gd name="T32" fmla="*/ 312 w 262"/>
                  <a:gd name="T33" fmla="*/ 756 h 291"/>
                  <a:gd name="T34" fmla="*/ 385 w 262"/>
                  <a:gd name="T35" fmla="*/ 728 h 291"/>
                  <a:gd name="T36" fmla="*/ 486 w 262"/>
                  <a:gd name="T37" fmla="*/ 593 h 291"/>
                  <a:gd name="T38" fmla="*/ 518 w 262"/>
                  <a:gd name="T39" fmla="*/ 486 h 291"/>
                  <a:gd name="T40" fmla="*/ 552 w 262"/>
                  <a:gd name="T41" fmla="*/ 360 h 291"/>
                  <a:gd name="T42" fmla="*/ 552 w 262"/>
                  <a:gd name="T43" fmla="*/ 287 h 291"/>
                  <a:gd name="T44" fmla="*/ 559 w 262"/>
                  <a:gd name="T45" fmla="*/ 214 h 291"/>
                  <a:gd name="T46" fmla="*/ 475 w 262"/>
                  <a:gd name="T47" fmla="*/ 476 h 291"/>
                  <a:gd name="T48" fmla="*/ 386 w 262"/>
                  <a:gd name="T49" fmla="*/ 635 h 291"/>
                  <a:gd name="T50" fmla="*/ 256 w 262"/>
                  <a:gd name="T51" fmla="*/ 607 h 291"/>
                  <a:gd name="T52" fmla="*/ 175 w 262"/>
                  <a:gd name="T53" fmla="*/ 504 h 291"/>
                  <a:gd name="T54" fmla="*/ 123 w 262"/>
                  <a:gd name="T55" fmla="*/ 405 h 291"/>
                  <a:gd name="T56" fmla="*/ 104 w 262"/>
                  <a:gd name="T57" fmla="*/ 213 h 291"/>
                  <a:gd name="T58" fmla="*/ 235 w 262"/>
                  <a:gd name="T59" fmla="*/ 163 h 291"/>
                  <a:gd name="T60" fmla="*/ 320 w 262"/>
                  <a:gd name="T61" fmla="*/ 184 h 291"/>
                  <a:gd name="T62" fmla="*/ 384 w 262"/>
                  <a:gd name="T63" fmla="*/ 173 h 291"/>
                  <a:gd name="T64" fmla="*/ 379 w 262"/>
                  <a:gd name="T65" fmla="*/ 170 h 291"/>
                  <a:gd name="T66" fmla="*/ 446 w 262"/>
                  <a:gd name="T67" fmla="*/ 163 h 291"/>
                  <a:gd name="T68" fmla="*/ 482 w 262"/>
                  <a:gd name="T69" fmla="*/ 221 h 291"/>
                  <a:gd name="T70" fmla="*/ 497 w 262"/>
                  <a:gd name="T71" fmla="*/ 298 h 291"/>
                  <a:gd name="T72" fmla="*/ 475 w 262"/>
                  <a:gd name="T73" fmla="*/ 476 h 29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62" h="291">
                    <a:moveTo>
                      <a:pt x="251" y="80"/>
                    </a:moveTo>
                    <a:cubicBezTo>
                      <a:pt x="251" y="80"/>
                      <a:pt x="262" y="39"/>
                      <a:pt x="257" y="21"/>
                    </a:cubicBezTo>
                    <a:cubicBezTo>
                      <a:pt x="257" y="21"/>
                      <a:pt x="257" y="51"/>
                      <a:pt x="239" y="50"/>
                    </a:cubicBezTo>
                    <a:cubicBezTo>
                      <a:pt x="220" y="49"/>
                      <a:pt x="219" y="46"/>
                      <a:pt x="219" y="46"/>
                    </a:cubicBezTo>
                    <a:cubicBezTo>
                      <a:pt x="219" y="46"/>
                      <a:pt x="183" y="43"/>
                      <a:pt x="175" y="27"/>
                    </a:cubicBezTo>
                    <a:cubicBezTo>
                      <a:pt x="175" y="27"/>
                      <a:pt x="153" y="34"/>
                      <a:pt x="145" y="21"/>
                    </a:cubicBezTo>
                    <a:cubicBezTo>
                      <a:pt x="145" y="21"/>
                      <a:pt x="122" y="41"/>
                      <a:pt x="102" y="28"/>
                    </a:cubicBezTo>
                    <a:cubicBezTo>
                      <a:pt x="102" y="28"/>
                      <a:pt x="90" y="41"/>
                      <a:pt x="74" y="35"/>
                    </a:cubicBezTo>
                    <a:cubicBezTo>
                      <a:pt x="74" y="35"/>
                      <a:pt x="48" y="56"/>
                      <a:pt x="33" y="32"/>
                    </a:cubicBezTo>
                    <a:cubicBezTo>
                      <a:pt x="33" y="32"/>
                      <a:pt x="11" y="40"/>
                      <a:pt x="11" y="0"/>
                    </a:cubicBezTo>
                    <a:cubicBezTo>
                      <a:pt x="11" y="0"/>
                      <a:pt x="4" y="38"/>
                      <a:pt x="13" y="48"/>
                    </a:cubicBezTo>
                    <a:cubicBezTo>
                      <a:pt x="13" y="48"/>
                      <a:pt x="0" y="104"/>
                      <a:pt x="18" y="119"/>
                    </a:cubicBezTo>
                    <a:cubicBezTo>
                      <a:pt x="18" y="119"/>
                      <a:pt x="16" y="133"/>
                      <a:pt x="20" y="146"/>
                    </a:cubicBezTo>
                    <a:cubicBezTo>
                      <a:pt x="25" y="159"/>
                      <a:pt x="38" y="215"/>
                      <a:pt x="51" y="220"/>
                    </a:cubicBezTo>
                    <a:cubicBezTo>
                      <a:pt x="51" y="220"/>
                      <a:pt x="66" y="253"/>
                      <a:pt x="76" y="254"/>
                    </a:cubicBezTo>
                    <a:cubicBezTo>
                      <a:pt x="76" y="254"/>
                      <a:pt x="92" y="274"/>
                      <a:pt x="104" y="271"/>
                    </a:cubicBezTo>
                    <a:cubicBezTo>
                      <a:pt x="104" y="271"/>
                      <a:pt x="126" y="291"/>
                      <a:pt x="140" y="280"/>
                    </a:cubicBezTo>
                    <a:cubicBezTo>
                      <a:pt x="140" y="280"/>
                      <a:pt x="152" y="282"/>
                      <a:pt x="173" y="270"/>
                    </a:cubicBezTo>
                    <a:cubicBezTo>
                      <a:pt x="193" y="257"/>
                      <a:pt x="219" y="226"/>
                      <a:pt x="218" y="220"/>
                    </a:cubicBezTo>
                    <a:cubicBezTo>
                      <a:pt x="218" y="220"/>
                      <a:pt x="237" y="186"/>
                      <a:pt x="233" y="180"/>
                    </a:cubicBezTo>
                    <a:cubicBezTo>
                      <a:pt x="233" y="180"/>
                      <a:pt x="249" y="154"/>
                      <a:pt x="248" y="134"/>
                    </a:cubicBezTo>
                    <a:cubicBezTo>
                      <a:pt x="248" y="134"/>
                      <a:pt x="258" y="108"/>
                      <a:pt x="248" y="106"/>
                    </a:cubicBezTo>
                    <a:cubicBezTo>
                      <a:pt x="248" y="106"/>
                      <a:pt x="262" y="86"/>
                      <a:pt x="251" y="80"/>
                    </a:cubicBezTo>
                    <a:close/>
                    <a:moveTo>
                      <a:pt x="214" y="177"/>
                    </a:moveTo>
                    <a:cubicBezTo>
                      <a:pt x="205" y="199"/>
                      <a:pt x="189" y="218"/>
                      <a:pt x="174" y="236"/>
                    </a:cubicBezTo>
                    <a:cubicBezTo>
                      <a:pt x="153" y="261"/>
                      <a:pt x="133" y="246"/>
                      <a:pt x="115" y="225"/>
                    </a:cubicBezTo>
                    <a:cubicBezTo>
                      <a:pt x="102" y="210"/>
                      <a:pt x="96" y="197"/>
                      <a:pt x="79" y="187"/>
                    </a:cubicBezTo>
                    <a:cubicBezTo>
                      <a:pt x="62" y="176"/>
                      <a:pt x="55" y="171"/>
                      <a:pt x="55" y="150"/>
                    </a:cubicBezTo>
                    <a:cubicBezTo>
                      <a:pt x="55" y="126"/>
                      <a:pt x="37" y="102"/>
                      <a:pt x="47" y="79"/>
                    </a:cubicBezTo>
                    <a:cubicBezTo>
                      <a:pt x="57" y="57"/>
                      <a:pt x="85" y="54"/>
                      <a:pt x="106" y="60"/>
                    </a:cubicBezTo>
                    <a:cubicBezTo>
                      <a:pt x="119" y="65"/>
                      <a:pt x="130" y="71"/>
                      <a:pt x="144" y="68"/>
                    </a:cubicBezTo>
                    <a:cubicBezTo>
                      <a:pt x="153" y="65"/>
                      <a:pt x="163" y="60"/>
                      <a:pt x="172" y="64"/>
                    </a:cubicBezTo>
                    <a:cubicBezTo>
                      <a:pt x="170" y="63"/>
                      <a:pt x="170" y="63"/>
                      <a:pt x="170" y="63"/>
                    </a:cubicBezTo>
                    <a:cubicBezTo>
                      <a:pt x="180" y="65"/>
                      <a:pt x="189" y="57"/>
                      <a:pt x="201" y="60"/>
                    </a:cubicBezTo>
                    <a:cubicBezTo>
                      <a:pt x="213" y="64"/>
                      <a:pt x="216" y="71"/>
                      <a:pt x="217" y="82"/>
                    </a:cubicBezTo>
                    <a:cubicBezTo>
                      <a:pt x="218" y="94"/>
                      <a:pt x="220" y="100"/>
                      <a:pt x="224" y="111"/>
                    </a:cubicBezTo>
                    <a:cubicBezTo>
                      <a:pt x="230" y="132"/>
                      <a:pt x="222" y="157"/>
                      <a:pt x="214" y="177"/>
                    </a:cubicBezTo>
                    <a:close/>
                  </a:path>
                </a:pathLst>
              </a:custGeom>
              <a:solidFill>
                <a:srgbClr val="F4C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32" name="Freeform 675">
                <a:extLst>
                  <a:ext uri="{FF2B5EF4-FFF2-40B4-BE49-F238E27FC236}">
                    <a16:creationId xmlns:a16="http://schemas.microsoft.com/office/drawing/2014/main" id="{9795CA39-0020-4BF0-B595-7312302CA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316"/>
                <a:ext cx="27" cy="110"/>
              </a:xfrm>
              <a:custGeom>
                <a:avLst/>
                <a:gdLst>
                  <a:gd name="T0" fmla="*/ 45 w 21"/>
                  <a:gd name="T1" fmla="*/ 1 h 79"/>
                  <a:gd name="T2" fmla="*/ 1 w 21"/>
                  <a:gd name="T3" fmla="*/ 78 h 79"/>
                  <a:gd name="T4" fmla="*/ 5 w 21"/>
                  <a:gd name="T5" fmla="*/ 135 h 79"/>
                  <a:gd name="T6" fmla="*/ 15 w 21"/>
                  <a:gd name="T7" fmla="*/ 173 h 79"/>
                  <a:gd name="T8" fmla="*/ 24 w 21"/>
                  <a:gd name="T9" fmla="*/ 213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9">
                    <a:moveTo>
                      <a:pt x="21" y="1"/>
                    </a:moveTo>
                    <a:cubicBezTo>
                      <a:pt x="8" y="0"/>
                      <a:pt x="2" y="19"/>
                      <a:pt x="1" y="29"/>
                    </a:cubicBezTo>
                    <a:cubicBezTo>
                      <a:pt x="0" y="36"/>
                      <a:pt x="1" y="43"/>
                      <a:pt x="2" y="50"/>
                    </a:cubicBezTo>
                    <a:cubicBezTo>
                      <a:pt x="4" y="55"/>
                      <a:pt x="6" y="60"/>
                      <a:pt x="7" y="64"/>
                    </a:cubicBezTo>
                    <a:cubicBezTo>
                      <a:pt x="9" y="69"/>
                      <a:pt x="13" y="74"/>
                      <a:pt x="12" y="79"/>
                    </a:cubicBezTo>
                  </a:path>
                </a:pathLst>
              </a:custGeom>
              <a:noFill/>
              <a:ln w="6350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2811" name="Freeform 676">
              <a:extLst>
                <a:ext uri="{FF2B5EF4-FFF2-40B4-BE49-F238E27FC236}">
                  <a16:creationId xmlns:a16="http://schemas.microsoft.com/office/drawing/2014/main" id="{6D331B82-330E-4304-98F3-0295708B1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542"/>
              <a:ext cx="71" cy="57"/>
            </a:xfrm>
            <a:custGeom>
              <a:avLst/>
              <a:gdLst>
                <a:gd name="T0" fmla="*/ 119 w 55"/>
                <a:gd name="T1" fmla="*/ 95 h 41"/>
                <a:gd name="T2" fmla="*/ 0 w 55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41">
                  <a:moveTo>
                    <a:pt x="55" y="35"/>
                  </a:moveTo>
                  <a:cubicBezTo>
                    <a:pt x="30" y="41"/>
                    <a:pt x="12" y="1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2" name="Freeform 677">
              <a:extLst>
                <a:ext uri="{FF2B5EF4-FFF2-40B4-BE49-F238E27FC236}">
                  <a16:creationId xmlns:a16="http://schemas.microsoft.com/office/drawing/2014/main" id="{E8BBCBCA-7684-4536-A58E-BFD5F1187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522"/>
              <a:ext cx="72" cy="50"/>
            </a:xfrm>
            <a:custGeom>
              <a:avLst/>
              <a:gdLst>
                <a:gd name="T0" fmla="*/ 123 w 55"/>
                <a:gd name="T1" fmla="*/ 96 h 36"/>
                <a:gd name="T2" fmla="*/ 43 w 55"/>
                <a:gd name="T3" fmla="*/ 74 h 36"/>
                <a:gd name="T4" fmla="*/ 0 w 5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6">
                  <a:moveTo>
                    <a:pt x="55" y="36"/>
                  </a:moveTo>
                  <a:cubicBezTo>
                    <a:pt x="43" y="36"/>
                    <a:pt x="30" y="35"/>
                    <a:pt x="19" y="27"/>
                  </a:cubicBezTo>
                  <a:cubicBezTo>
                    <a:pt x="12" y="22"/>
                    <a:pt x="0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3" name="Freeform 678">
              <a:extLst>
                <a:ext uri="{FF2B5EF4-FFF2-40B4-BE49-F238E27FC236}">
                  <a16:creationId xmlns:a16="http://schemas.microsoft.com/office/drawing/2014/main" id="{17180CF9-9F39-4ED5-91BD-285C52188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389"/>
              <a:ext cx="16" cy="75"/>
            </a:xfrm>
            <a:custGeom>
              <a:avLst/>
              <a:gdLst>
                <a:gd name="T0" fmla="*/ 28 w 12"/>
                <a:gd name="T1" fmla="*/ 0 h 54"/>
                <a:gd name="T2" fmla="*/ 23 w 12"/>
                <a:gd name="T3" fmla="*/ 14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4">
                  <a:moveTo>
                    <a:pt x="12" y="0"/>
                  </a:moveTo>
                  <a:cubicBezTo>
                    <a:pt x="2" y="16"/>
                    <a:pt x="0" y="37"/>
                    <a:pt x="10" y="54"/>
                  </a:cubicBezTo>
                </a:path>
              </a:pathLst>
            </a:custGeom>
            <a:noFill/>
            <a:ln w="6350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4" name="Freeform 679">
              <a:extLst>
                <a:ext uri="{FF2B5EF4-FFF2-40B4-BE49-F238E27FC236}">
                  <a16:creationId xmlns:a16="http://schemas.microsoft.com/office/drawing/2014/main" id="{949C7328-F09E-4D90-8913-8264586A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307"/>
              <a:ext cx="94" cy="34"/>
            </a:xfrm>
            <a:custGeom>
              <a:avLst/>
              <a:gdLst>
                <a:gd name="T0" fmla="*/ 161 w 72"/>
                <a:gd name="T1" fmla="*/ 68 h 24"/>
                <a:gd name="T2" fmla="*/ 97 w 72"/>
                <a:gd name="T3" fmla="*/ 1 h 24"/>
                <a:gd name="T4" fmla="*/ 43 w 72"/>
                <a:gd name="T5" fmla="*/ 6 h 24"/>
                <a:gd name="T6" fmla="*/ 0 w 72"/>
                <a:gd name="T7" fmla="*/ 1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4">
                  <a:moveTo>
                    <a:pt x="72" y="24"/>
                  </a:moveTo>
                  <a:cubicBezTo>
                    <a:pt x="69" y="11"/>
                    <a:pt x="57" y="4"/>
                    <a:pt x="44" y="1"/>
                  </a:cubicBezTo>
                  <a:cubicBezTo>
                    <a:pt x="36" y="0"/>
                    <a:pt x="27" y="0"/>
                    <a:pt x="19" y="2"/>
                  </a:cubicBezTo>
                  <a:cubicBezTo>
                    <a:pt x="13" y="3"/>
                    <a:pt x="5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5" name="Freeform 680">
              <a:extLst>
                <a:ext uri="{FF2B5EF4-FFF2-40B4-BE49-F238E27FC236}">
                  <a16:creationId xmlns:a16="http://schemas.microsoft.com/office/drawing/2014/main" id="{27964E81-EB57-4272-A341-9E91F76D6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282"/>
              <a:ext cx="69" cy="25"/>
            </a:xfrm>
            <a:custGeom>
              <a:avLst/>
              <a:gdLst>
                <a:gd name="T0" fmla="*/ 117 w 53"/>
                <a:gd name="T1" fmla="*/ 49 h 18"/>
                <a:gd name="T2" fmla="*/ 52 w 53"/>
                <a:gd name="T3" fmla="*/ 6 h 18"/>
                <a:gd name="T4" fmla="*/ 0 w 53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">
                  <a:moveTo>
                    <a:pt x="53" y="18"/>
                  </a:moveTo>
                  <a:cubicBezTo>
                    <a:pt x="48" y="10"/>
                    <a:pt x="33" y="4"/>
                    <a:pt x="24" y="2"/>
                  </a:cubicBezTo>
                  <a:cubicBezTo>
                    <a:pt x="17" y="1"/>
                    <a:pt x="5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6" name="Freeform 681">
              <a:extLst>
                <a:ext uri="{FF2B5EF4-FFF2-40B4-BE49-F238E27FC236}">
                  <a16:creationId xmlns:a16="http://schemas.microsoft.com/office/drawing/2014/main" id="{6D6F687B-0090-4339-B7B6-93C069E78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402"/>
              <a:ext cx="51" cy="82"/>
            </a:xfrm>
            <a:custGeom>
              <a:avLst/>
              <a:gdLst>
                <a:gd name="T0" fmla="*/ 82 w 39"/>
                <a:gd name="T1" fmla="*/ 0 h 59"/>
                <a:gd name="T2" fmla="*/ 80 w 39"/>
                <a:gd name="T3" fmla="*/ 54 h 59"/>
                <a:gd name="T4" fmla="*/ 56 w 39"/>
                <a:gd name="T5" fmla="*/ 110 h 59"/>
                <a:gd name="T6" fmla="*/ 0 w 39"/>
                <a:gd name="T7" fmla="*/ 158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9">
                  <a:moveTo>
                    <a:pt x="37" y="0"/>
                  </a:moveTo>
                  <a:cubicBezTo>
                    <a:pt x="37" y="7"/>
                    <a:pt x="39" y="13"/>
                    <a:pt x="36" y="20"/>
                  </a:cubicBezTo>
                  <a:cubicBezTo>
                    <a:pt x="33" y="27"/>
                    <a:pt x="29" y="35"/>
                    <a:pt x="25" y="41"/>
                  </a:cubicBezTo>
                  <a:cubicBezTo>
                    <a:pt x="18" y="50"/>
                    <a:pt x="10" y="55"/>
                    <a:pt x="0" y="59"/>
                  </a:cubicBezTo>
                </a:path>
              </a:pathLst>
            </a:custGeom>
            <a:noFill/>
            <a:ln w="6350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7" name="Freeform 682">
              <a:extLst>
                <a:ext uri="{FF2B5EF4-FFF2-40B4-BE49-F238E27FC236}">
                  <a16:creationId xmlns:a16="http://schemas.microsoft.com/office/drawing/2014/main" id="{DDF15C03-6CB0-430B-BC39-078A99D6F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442"/>
              <a:ext cx="15" cy="68"/>
            </a:xfrm>
            <a:custGeom>
              <a:avLst/>
              <a:gdLst>
                <a:gd name="T0" fmla="*/ 18 w 12"/>
                <a:gd name="T1" fmla="*/ 0 h 49"/>
                <a:gd name="T2" fmla="*/ 20 w 12"/>
                <a:gd name="T3" fmla="*/ 71 h 49"/>
                <a:gd name="T4" fmla="*/ 0 w 12"/>
                <a:gd name="T5" fmla="*/ 13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9">
                  <a:moveTo>
                    <a:pt x="9" y="0"/>
                  </a:moveTo>
                  <a:cubicBezTo>
                    <a:pt x="9" y="9"/>
                    <a:pt x="12" y="18"/>
                    <a:pt x="10" y="27"/>
                  </a:cubicBezTo>
                  <a:cubicBezTo>
                    <a:pt x="8" y="34"/>
                    <a:pt x="4" y="42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8" name="Freeform 683">
              <a:extLst>
                <a:ext uri="{FF2B5EF4-FFF2-40B4-BE49-F238E27FC236}">
                  <a16:creationId xmlns:a16="http://schemas.microsoft.com/office/drawing/2014/main" id="{75A34D44-B014-433F-A60C-B8C8A80FB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313"/>
              <a:ext cx="20" cy="22"/>
            </a:xfrm>
            <a:custGeom>
              <a:avLst/>
              <a:gdLst>
                <a:gd name="T0" fmla="*/ 20 w 15"/>
                <a:gd name="T1" fmla="*/ 41 h 16"/>
                <a:gd name="T2" fmla="*/ 12 w 15"/>
                <a:gd name="T3" fmla="*/ 6 h 16"/>
                <a:gd name="T4" fmla="*/ 36 w 15"/>
                <a:gd name="T5" fmla="*/ 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8" y="16"/>
                  </a:moveTo>
                  <a:cubicBezTo>
                    <a:pt x="5" y="15"/>
                    <a:pt x="0" y="5"/>
                    <a:pt x="5" y="2"/>
                  </a:cubicBezTo>
                  <a:cubicBezTo>
                    <a:pt x="9" y="0"/>
                    <a:pt x="13" y="6"/>
                    <a:pt x="15" y="9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9" name="Freeform 684">
              <a:extLst>
                <a:ext uri="{FF2B5EF4-FFF2-40B4-BE49-F238E27FC236}">
                  <a16:creationId xmlns:a16="http://schemas.microsoft.com/office/drawing/2014/main" id="{02E04D0C-C4B7-48D0-BBA8-3B9A6BED2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442"/>
              <a:ext cx="20" cy="16"/>
            </a:xfrm>
            <a:custGeom>
              <a:avLst/>
              <a:gdLst>
                <a:gd name="T0" fmla="*/ 1 w 15"/>
                <a:gd name="T1" fmla="*/ 33 h 11"/>
                <a:gd name="T2" fmla="*/ 23 w 15"/>
                <a:gd name="T3" fmla="*/ 9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" y="11"/>
                  </a:moveTo>
                  <a:cubicBezTo>
                    <a:pt x="5" y="11"/>
                    <a:pt x="15" y="10"/>
                    <a:pt x="10" y="3"/>
                  </a:cubicBezTo>
                  <a:cubicBezTo>
                    <a:pt x="8" y="1"/>
                    <a:pt x="2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0" name="Freeform 685">
              <a:extLst>
                <a:ext uri="{FF2B5EF4-FFF2-40B4-BE49-F238E27FC236}">
                  <a16:creationId xmlns:a16="http://schemas.microsoft.com/office/drawing/2014/main" id="{39CAE870-832B-468A-8266-CEFC04DC6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278"/>
              <a:ext cx="17" cy="21"/>
            </a:xfrm>
            <a:custGeom>
              <a:avLst/>
              <a:gdLst>
                <a:gd name="T0" fmla="*/ 0 w 13"/>
                <a:gd name="T1" fmla="*/ 8 h 15"/>
                <a:gd name="T2" fmla="*/ 29 w 1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3"/>
                  </a:moveTo>
                  <a:cubicBezTo>
                    <a:pt x="3" y="15"/>
                    <a:pt x="10" y="9"/>
                    <a:pt x="13" y="0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1" name="Freeform 686">
              <a:extLst>
                <a:ext uri="{FF2B5EF4-FFF2-40B4-BE49-F238E27FC236}">
                  <a16:creationId xmlns:a16="http://schemas.microsoft.com/office/drawing/2014/main" id="{1BB0882A-C172-4C27-BA1A-1E892BD1F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318"/>
              <a:ext cx="15" cy="18"/>
            </a:xfrm>
            <a:custGeom>
              <a:avLst/>
              <a:gdLst>
                <a:gd name="T0" fmla="*/ 0 w 12"/>
                <a:gd name="T1" fmla="*/ 19 h 13"/>
                <a:gd name="T2" fmla="*/ 20 w 12"/>
                <a:gd name="T3" fmla="*/ 14 h 13"/>
                <a:gd name="T4" fmla="*/ 10 w 12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2" y="3"/>
                    <a:pt x="8" y="0"/>
                    <a:pt x="10" y="5"/>
                  </a:cubicBezTo>
                  <a:cubicBezTo>
                    <a:pt x="12" y="9"/>
                    <a:pt x="8" y="11"/>
                    <a:pt x="5" y="13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2" name="Freeform 687">
              <a:extLst>
                <a:ext uri="{FF2B5EF4-FFF2-40B4-BE49-F238E27FC236}">
                  <a16:creationId xmlns:a16="http://schemas.microsoft.com/office/drawing/2014/main" id="{C125A40D-E4D7-4DEA-81F8-707542F24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526"/>
              <a:ext cx="24" cy="30"/>
            </a:xfrm>
            <a:custGeom>
              <a:avLst/>
              <a:gdLst>
                <a:gd name="T0" fmla="*/ 20 w 19"/>
                <a:gd name="T1" fmla="*/ 0 h 22"/>
                <a:gd name="T2" fmla="*/ 8 w 19"/>
                <a:gd name="T3" fmla="*/ 26 h 22"/>
                <a:gd name="T4" fmla="*/ 30 w 19"/>
                <a:gd name="T5" fmla="*/ 10 h 22"/>
                <a:gd name="T6" fmla="*/ 29 w 19"/>
                <a:gd name="T7" fmla="*/ 5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10" y="0"/>
                  </a:moveTo>
                  <a:cubicBezTo>
                    <a:pt x="7" y="0"/>
                    <a:pt x="0" y="7"/>
                    <a:pt x="4" y="10"/>
                  </a:cubicBezTo>
                  <a:cubicBezTo>
                    <a:pt x="8" y="13"/>
                    <a:pt x="12" y="5"/>
                    <a:pt x="15" y="4"/>
                  </a:cubicBezTo>
                  <a:cubicBezTo>
                    <a:pt x="19" y="9"/>
                    <a:pt x="13" y="17"/>
                    <a:pt x="14" y="22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3" name="Freeform 688">
              <a:extLst>
                <a:ext uri="{FF2B5EF4-FFF2-40B4-BE49-F238E27FC236}">
                  <a16:creationId xmlns:a16="http://schemas.microsoft.com/office/drawing/2014/main" id="{D4F16463-A2BB-4E2D-BC90-C5A1AAB77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586"/>
              <a:ext cx="16" cy="12"/>
            </a:xfrm>
            <a:custGeom>
              <a:avLst/>
              <a:gdLst>
                <a:gd name="T0" fmla="*/ 1 w 12"/>
                <a:gd name="T1" fmla="*/ 0 h 9"/>
                <a:gd name="T2" fmla="*/ 15 w 12"/>
                <a:gd name="T3" fmla="*/ 21 h 9"/>
                <a:gd name="T4" fmla="*/ 28 w 12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" y="0"/>
                  </a:moveTo>
                  <a:cubicBezTo>
                    <a:pt x="0" y="3"/>
                    <a:pt x="3" y="9"/>
                    <a:pt x="6" y="9"/>
                  </a:cubicBezTo>
                  <a:cubicBezTo>
                    <a:pt x="9" y="9"/>
                    <a:pt x="11" y="4"/>
                    <a:pt x="12" y="2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4" name="Freeform 689">
              <a:extLst>
                <a:ext uri="{FF2B5EF4-FFF2-40B4-BE49-F238E27FC236}">
                  <a16:creationId xmlns:a16="http://schemas.microsoft.com/office/drawing/2014/main" id="{F5C83ABF-2266-4933-83F1-B60608D24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466"/>
              <a:ext cx="22" cy="25"/>
            </a:xfrm>
            <a:custGeom>
              <a:avLst/>
              <a:gdLst>
                <a:gd name="T0" fmla="*/ 0 w 17"/>
                <a:gd name="T1" fmla="*/ 15 h 18"/>
                <a:gd name="T2" fmla="*/ 30 w 17"/>
                <a:gd name="T3" fmla="*/ 35 h 18"/>
                <a:gd name="T4" fmla="*/ 30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6"/>
                  </a:moveTo>
                  <a:cubicBezTo>
                    <a:pt x="3" y="9"/>
                    <a:pt x="8" y="18"/>
                    <a:pt x="14" y="13"/>
                  </a:cubicBezTo>
                  <a:cubicBezTo>
                    <a:pt x="17" y="10"/>
                    <a:pt x="16" y="2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5" name="Freeform 690">
              <a:extLst>
                <a:ext uri="{FF2B5EF4-FFF2-40B4-BE49-F238E27FC236}">
                  <a16:creationId xmlns:a16="http://schemas.microsoft.com/office/drawing/2014/main" id="{EC58978F-6B31-4A80-AB69-E4B42CF5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499"/>
              <a:ext cx="20" cy="3"/>
            </a:xfrm>
            <a:custGeom>
              <a:avLst/>
              <a:gdLst>
                <a:gd name="T0" fmla="*/ 0 w 15"/>
                <a:gd name="T1" fmla="*/ 0 h 2"/>
                <a:gd name="T2" fmla="*/ 36 w 1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5" y="0"/>
                    <a:pt x="10" y="1"/>
                    <a:pt x="15" y="2"/>
                  </a:cubicBezTo>
                </a:path>
              </a:pathLst>
            </a:custGeom>
            <a:noFill/>
            <a:ln w="7938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6" name="Freeform 691">
              <a:extLst>
                <a:ext uri="{FF2B5EF4-FFF2-40B4-BE49-F238E27FC236}">
                  <a16:creationId xmlns:a16="http://schemas.microsoft.com/office/drawing/2014/main" id="{F21D7A03-0772-4F32-8459-BF630F070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409"/>
              <a:ext cx="18" cy="14"/>
            </a:xfrm>
            <a:custGeom>
              <a:avLst/>
              <a:gdLst>
                <a:gd name="T0" fmla="*/ 0 w 14"/>
                <a:gd name="T1" fmla="*/ 25 h 10"/>
                <a:gd name="T2" fmla="*/ 24 w 14"/>
                <a:gd name="T3" fmla="*/ 11 h 10"/>
                <a:gd name="T4" fmla="*/ 1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9"/>
                  </a:moveTo>
                  <a:cubicBezTo>
                    <a:pt x="4" y="9"/>
                    <a:pt x="14" y="10"/>
                    <a:pt x="12" y="4"/>
                  </a:cubicBezTo>
                  <a:cubicBezTo>
                    <a:pt x="11" y="0"/>
                    <a:pt x="4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7" name="Freeform 692">
              <a:extLst>
                <a:ext uri="{FF2B5EF4-FFF2-40B4-BE49-F238E27FC236}">
                  <a16:creationId xmlns:a16="http://schemas.microsoft.com/office/drawing/2014/main" id="{0FD0D5E9-4E4D-4637-8A4F-3CE4F21F9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238"/>
              <a:ext cx="342" cy="403"/>
            </a:xfrm>
            <a:custGeom>
              <a:avLst/>
              <a:gdLst>
                <a:gd name="T0" fmla="*/ 22 w 262"/>
                <a:gd name="T1" fmla="*/ 0 h 290"/>
                <a:gd name="T2" fmla="*/ 29 w 262"/>
                <a:gd name="T3" fmla="*/ 125 h 290"/>
                <a:gd name="T4" fmla="*/ 39 w 262"/>
                <a:gd name="T5" fmla="*/ 318 h 290"/>
                <a:gd name="T6" fmla="*/ 44 w 262"/>
                <a:gd name="T7" fmla="*/ 390 h 290"/>
                <a:gd name="T8" fmla="*/ 114 w 262"/>
                <a:gd name="T9" fmla="*/ 591 h 290"/>
                <a:gd name="T10" fmla="*/ 168 w 262"/>
                <a:gd name="T11" fmla="*/ 682 h 290"/>
                <a:gd name="T12" fmla="*/ 232 w 262"/>
                <a:gd name="T13" fmla="*/ 724 h 290"/>
                <a:gd name="T14" fmla="*/ 312 w 262"/>
                <a:gd name="T15" fmla="*/ 749 h 290"/>
                <a:gd name="T16" fmla="*/ 384 w 262"/>
                <a:gd name="T17" fmla="*/ 723 h 290"/>
                <a:gd name="T18" fmla="*/ 486 w 262"/>
                <a:gd name="T19" fmla="*/ 586 h 290"/>
                <a:gd name="T20" fmla="*/ 517 w 262"/>
                <a:gd name="T21" fmla="*/ 481 h 290"/>
                <a:gd name="T22" fmla="*/ 552 w 262"/>
                <a:gd name="T23" fmla="*/ 357 h 290"/>
                <a:gd name="T24" fmla="*/ 552 w 262"/>
                <a:gd name="T25" fmla="*/ 283 h 290"/>
                <a:gd name="T26" fmla="*/ 559 w 262"/>
                <a:gd name="T27" fmla="*/ 213 h 290"/>
                <a:gd name="T28" fmla="*/ 569 w 262"/>
                <a:gd name="T29" fmla="*/ 54 h 290"/>
                <a:gd name="T30" fmla="*/ 531 w 262"/>
                <a:gd name="T31" fmla="*/ 131 h 290"/>
                <a:gd name="T32" fmla="*/ 487 w 262"/>
                <a:gd name="T33" fmla="*/ 122 h 290"/>
                <a:gd name="T34" fmla="*/ 389 w 262"/>
                <a:gd name="T35" fmla="*/ 69 h 290"/>
                <a:gd name="T36" fmla="*/ 322 w 262"/>
                <a:gd name="T37" fmla="*/ 54 h 290"/>
                <a:gd name="T38" fmla="*/ 225 w 262"/>
                <a:gd name="T39" fmla="*/ 74 h 290"/>
                <a:gd name="T40" fmla="*/ 166 w 262"/>
                <a:gd name="T41" fmla="*/ 90 h 290"/>
                <a:gd name="T42" fmla="*/ 73 w 262"/>
                <a:gd name="T43" fmla="*/ 83 h 290"/>
                <a:gd name="T44" fmla="*/ 22 w 262"/>
                <a:gd name="T45" fmla="*/ 0 h 2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2" h="290">
                  <a:moveTo>
                    <a:pt x="10" y="0"/>
                  </a:moveTo>
                  <a:cubicBezTo>
                    <a:pt x="10" y="0"/>
                    <a:pt x="4" y="38"/>
                    <a:pt x="13" y="47"/>
                  </a:cubicBezTo>
                  <a:cubicBezTo>
                    <a:pt x="13" y="47"/>
                    <a:pt x="0" y="103"/>
                    <a:pt x="18" y="119"/>
                  </a:cubicBezTo>
                  <a:cubicBezTo>
                    <a:pt x="18" y="119"/>
                    <a:pt x="15" y="133"/>
                    <a:pt x="20" y="145"/>
                  </a:cubicBezTo>
                  <a:cubicBezTo>
                    <a:pt x="25" y="158"/>
                    <a:pt x="38" y="215"/>
                    <a:pt x="51" y="220"/>
                  </a:cubicBezTo>
                  <a:cubicBezTo>
                    <a:pt x="51" y="220"/>
                    <a:pt x="66" y="252"/>
                    <a:pt x="76" y="254"/>
                  </a:cubicBezTo>
                  <a:cubicBezTo>
                    <a:pt x="76" y="254"/>
                    <a:pt x="92" y="273"/>
                    <a:pt x="104" y="270"/>
                  </a:cubicBezTo>
                  <a:cubicBezTo>
                    <a:pt x="104" y="270"/>
                    <a:pt x="126" y="290"/>
                    <a:pt x="140" y="279"/>
                  </a:cubicBezTo>
                  <a:cubicBezTo>
                    <a:pt x="140" y="279"/>
                    <a:pt x="152" y="282"/>
                    <a:pt x="172" y="269"/>
                  </a:cubicBezTo>
                  <a:cubicBezTo>
                    <a:pt x="193" y="256"/>
                    <a:pt x="219" y="226"/>
                    <a:pt x="218" y="219"/>
                  </a:cubicBezTo>
                  <a:cubicBezTo>
                    <a:pt x="218" y="219"/>
                    <a:pt x="237" y="185"/>
                    <a:pt x="232" y="179"/>
                  </a:cubicBezTo>
                  <a:cubicBezTo>
                    <a:pt x="232" y="179"/>
                    <a:pt x="248" y="153"/>
                    <a:pt x="248" y="133"/>
                  </a:cubicBezTo>
                  <a:cubicBezTo>
                    <a:pt x="248" y="133"/>
                    <a:pt x="257" y="107"/>
                    <a:pt x="248" y="106"/>
                  </a:cubicBezTo>
                  <a:cubicBezTo>
                    <a:pt x="248" y="106"/>
                    <a:pt x="261" y="85"/>
                    <a:pt x="251" y="79"/>
                  </a:cubicBezTo>
                  <a:cubicBezTo>
                    <a:pt x="251" y="79"/>
                    <a:pt x="262" y="38"/>
                    <a:pt x="256" y="20"/>
                  </a:cubicBezTo>
                  <a:cubicBezTo>
                    <a:pt x="256" y="20"/>
                    <a:pt x="257" y="50"/>
                    <a:pt x="239" y="49"/>
                  </a:cubicBezTo>
                  <a:cubicBezTo>
                    <a:pt x="220" y="48"/>
                    <a:pt x="219" y="45"/>
                    <a:pt x="219" y="45"/>
                  </a:cubicBezTo>
                  <a:cubicBezTo>
                    <a:pt x="219" y="45"/>
                    <a:pt x="183" y="42"/>
                    <a:pt x="175" y="26"/>
                  </a:cubicBezTo>
                  <a:cubicBezTo>
                    <a:pt x="175" y="26"/>
                    <a:pt x="152" y="34"/>
                    <a:pt x="145" y="20"/>
                  </a:cubicBezTo>
                  <a:cubicBezTo>
                    <a:pt x="145" y="20"/>
                    <a:pt x="122" y="41"/>
                    <a:pt x="101" y="27"/>
                  </a:cubicBezTo>
                  <a:cubicBezTo>
                    <a:pt x="101" y="27"/>
                    <a:pt x="90" y="41"/>
                    <a:pt x="74" y="34"/>
                  </a:cubicBezTo>
                  <a:cubicBezTo>
                    <a:pt x="74" y="34"/>
                    <a:pt x="48" y="56"/>
                    <a:pt x="33" y="31"/>
                  </a:cubicBezTo>
                  <a:cubicBezTo>
                    <a:pt x="33" y="31"/>
                    <a:pt x="11" y="39"/>
                    <a:pt x="10" y="0"/>
                  </a:cubicBezTo>
                  <a:close/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8" name="Freeform 693">
              <a:extLst>
                <a:ext uri="{FF2B5EF4-FFF2-40B4-BE49-F238E27FC236}">
                  <a16:creationId xmlns:a16="http://schemas.microsoft.com/office/drawing/2014/main" id="{360C60D0-5B15-4234-B563-B47554A14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916"/>
              <a:ext cx="918" cy="782"/>
            </a:xfrm>
            <a:custGeom>
              <a:avLst/>
              <a:gdLst>
                <a:gd name="T0" fmla="*/ 1218 w 704"/>
                <a:gd name="T1" fmla="*/ 1 h 562"/>
                <a:gd name="T2" fmla="*/ 9 w 704"/>
                <a:gd name="T3" fmla="*/ 0 h 562"/>
                <a:gd name="T4" fmla="*/ 330 w 704"/>
                <a:gd name="T5" fmla="*/ 757 h 562"/>
                <a:gd name="T6" fmla="*/ 0 w 704"/>
                <a:gd name="T7" fmla="*/ 1514 h 562"/>
                <a:gd name="T8" fmla="*/ 1218 w 704"/>
                <a:gd name="T9" fmla="*/ 1514 h 562"/>
                <a:gd name="T10" fmla="*/ 1561 w 704"/>
                <a:gd name="T11" fmla="*/ 757 h 562"/>
                <a:gd name="T12" fmla="*/ 1218 w 704"/>
                <a:gd name="T13" fmla="*/ 1 h 5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562">
                  <a:moveTo>
                    <a:pt x="549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5" y="13"/>
                    <a:pt x="149" y="134"/>
                    <a:pt x="149" y="281"/>
                  </a:cubicBezTo>
                  <a:cubicBezTo>
                    <a:pt x="149" y="430"/>
                    <a:pt x="83" y="552"/>
                    <a:pt x="0" y="562"/>
                  </a:cubicBezTo>
                  <a:cubicBezTo>
                    <a:pt x="549" y="562"/>
                    <a:pt x="549" y="562"/>
                    <a:pt x="549" y="562"/>
                  </a:cubicBezTo>
                  <a:cubicBezTo>
                    <a:pt x="635" y="557"/>
                    <a:pt x="704" y="433"/>
                    <a:pt x="704" y="281"/>
                  </a:cubicBezTo>
                  <a:cubicBezTo>
                    <a:pt x="704" y="129"/>
                    <a:pt x="635" y="5"/>
                    <a:pt x="549" y="1"/>
                  </a:cubicBezTo>
                  <a:close/>
                </a:path>
              </a:pathLst>
            </a:custGeom>
            <a:solidFill>
              <a:srgbClr val="F4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9" name="Freeform 694">
              <a:extLst>
                <a:ext uri="{FF2B5EF4-FFF2-40B4-BE49-F238E27FC236}">
                  <a16:creationId xmlns:a16="http://schemas.microsoft.com/office/drawing/2014/main" id="{0837B282-EA4C-496F-B63E-356195E4D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423"/>
              <a:ext cx="907" cy="274"/>
            </a:xfrm>
            <a:custGeom>
              <a:avLst/>
              <a:gdLst>
                <a:gd name="T0" fmla="*/ 312 w 695"/>
                <a:gd name="T1" fmla="*/ 0 h 197"/>
                <a:gd name="T2" fmla="*/ 0 w 695"/>
                <a:gd name="T3" fmla="*/ 530 h 197"/>
                <a:gd name="T4" fmla="*/ 1216 w 695"/>
                <a:gd name="T5" fmla="*/ 530 h 197"/>
                <a:gd name="T6" fmla="*/ 1545 w 695"/>
                <a:gd name="T7" fmla="*/ 0 h 197"/>
                <a:gd name="T8" fmla="*/ 312 w 695"/>
                <a:gd name="T9" fmla="*/ 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5" h="197">
                  <a:moveTo>
                    <a:pt x="140" y="0"/>
                  </a:moveTo>
                  <a:cubicBezTo>
                    <a:pt x="121" y="108"/>
                    <a:pt x="66" y="188"/>
                    <a:pt x="0" y="197"/>
                  </a:cubicBezTo>
                  <a:cubicBezTo>
                    <a:pt x="547" y="197"/>
                    <a:pt x="547" y="197"/>
                    <a:pt x="547" y="197"/>
                  </a:cubicBezTo>
                  <a:cubicBezTo>
                    <a:pt x="616" y="194"/>
                    <a:pt x="675" y="112"/>
                    <a:pt x="695" y="0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rgbClr val="D57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30" name="Freeform 695">
              <a:extLst>
                <a:ext uri="{FF2B5EF4-FFF2-40B4-BE49-F238E27FC236}">
                  <a16:creationId xmlns:a16="http://schemas.microsoft.com/office/drawing/2014/main" id="{E89FA1FA-60DE-4552-932C-74E4AC606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324"/>
              <a:ext cx="706" cy="82"/>
            </a:xfrm>
            <a:custGeom>
              <a:avLst/>
              <a:gdLst>
                <a:gd name="T0" fmla="*/ 0 w 541"/>
                <a:gd name="T1" fmla="*/ 158 h 59"/>
                <a:gd name="T2" fmla="*/ 1182 w 541"/>
                <a:gd name="T3" fmla="*/ 158 h 59"/>
                <a:gd name="T4" fmla="*/ 1197 w 541"/>
                <a:gd name="T5" fmla="*/ 21 h 59"/>
                <a:gd name="T6" fmla="*/ 13 w 541"/>
                <a:gd name="T7" fmla="*/ 0 h 59"/>
                <a:gd name="T8" fmla="*/ 0 w 541"/>
                <a:gd name="T9" fmla="*/ 15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1" h="59">
                  <a:moveTo>
                    <a:pt x="0" y="59"/>
                  </a:moveTo>
                  <a:cubicBezTo>
                    <a:pt x="532" y="59"/>
                    <a:pt x="532" y="59"/>
                    <a:pt x="532" y="59"/>
                  </a:cubicBezTo>
                  <a:cubicBezTo>
                    <a:pt x="532" y="59"/>
                    <a:pt x="541" y="28"/>
                    <a:pt x="539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8" y="45"/>
                    <a:pt x="0" y="59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31" name="Freeform 696">
              <a:extLst>
                <a:ext uri="{FF2B5EF4-FFF2-40B4-BE49-F238E27FC236}">
                  <a16:creationId xmlns:a16="http://schemas.microsoft.com/office/drawing/2014/main" id="{B5841F34-4A8D-43D3-948D-ABFC3CCF3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325"/>
              <a:ext cx="715" cy="13"/>
            </a:xfrm>
            <a:custGeom>
              <a:avLst/>
              <a:gdLst>
                <a:gd name="T0" fmla="*/ 0 w 715"/>
                <a:gd name="T1" fmla="*/ 0 h 13"/>
                <a:gd name="T2" fmla="*/ 715 w 715"/>
                <a:gd name="T3" fmla="*/ 0 h 13"/>
                <a:gd name="T4" fmla="*/ 714 w 715"/>
                <a:gd name="T5" fmla="*/ 13 h 13"/>
                <a:gd name="T6" fmla="*/ 0 w 715"/>
                <a:gd name="T7" fmla="*/ 13 h 13"/>
                <a:gd name="T8" fmla="*/ 0 w 71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5" h="13">
                  <a:moveTo>
                    <a:pt x="0" y="0"/>
                  </a:moveTo>
                  <a:lnTo>
                    <a:pt x="715" y="0"/>
                  </a:lnTo>
                  <a:lnTo>
                    <a:pt x="714" y="13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32" name="Freeform 697">
              <a:extLst>
                <a:ext uri="{FF2B5EF4-FFF2-40B4-BE49-F238E27FC236}">
                  <a16:creationId xmlns:a16="http://schemas.microsoft.com/office/drawing/2014/main" id="{53027432-0A94-419D-B1BC-0459FFF33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916"/>
              <a:ext cx="919" cy="782"/>
            </a:xfrm>
            <a:custGeom>
              <a:avLst/>
              <a:gdLst>
                <a:gd name="T0" fmla="*/ 1222 w 704"/>
                <a:gd name="T1" fmla="*/ 0 h 562"/>
                <a:gd name="T2" fmla="*/ 9 w 704"/>
                <a:gd name="T3" fmla="*/ 0 h 562"/>
                <a:gd name="T4" fmla="*/ 333 w 704"/>
                <a:gd name="T5" fmla="*/ 757 h 562"/>
                <a:gd name="T6" fmla="*/ 0 w 704"/>
                <a:gd name="T7" fmla="*/ 1514 h 562"/>
                <a:gd name="T8" fmla="*/ 1222 w 704"/>
                <a:gd name="T9" fmla="*/ 1513 h 562"/>
                <a:gd name="T10" fmla="*/ 1566 w 704"/>
                <a:gd name="T11" fmla="*/ 757 h 562"/>
                <a:gd name="T12" fmla="*/ 1222 w 704"/>
                <a:gd name="T13" fmla="*/ 0 h 5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562">
                  <a:moveTo>
                    <a:pt x="54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6" y="13"/>
                    <a:pt x="149" y="134"/>
                    <a:pt x="149" y="281"/>
                  </a:cubicBezTo>
                  <a:cubicBezTo>
                    <a:pt x="149" y="430"/>
                    <a:pt x="83" y="552"/>
                    <a:pt x="0" y="562"/>
                  </a:cubicBezTo>
                  <a:cubicBezTo>
                    <a:pt x="549" y="561"/>
                    <a:pt x="549" y="561"/>
                    <a:pt x="549" y="561"/>
                  </a:cubicBezTo>
                  <a:cubicBezTo>
                    <a:pt x="635" y="557"/>
                    <a:pt x="704" y="433"/>
                    <a:pt x="704" y="281"/>
                  </a:cubicBezTo>
                  <a:cubicBezTo>
                    <a:pt x="704" y="129"/>
                    <a:pt x="635" y="5"/>
                    <a:pt x="549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atherosclerotic-plaque-artery-cross-section">
            <a:extLst>
              <a:ext uri="{FF2B5EF4-FFF2-40B4-BE49-F238E27FC236}">
                <a16:creationId xmlns:a16="http://schemas.microsoft.com/office/drawing/2014/main" id="{5BAF3FBD-B755-42A7-A8A3-D784DDC622DE}"/>
              </a:ext>
            </a:extLst>
          </p:cNvPr>
          <p:cNvGrpSpPr>
            <a:grpSpLocks/>
          </p:cNvGrpSpPr>
          <p:nvPr/>
        </p:nvGrpSpPr>
        <p:grpSpPr bwMode="auto">
          <a:xfrm>
            <a:off x="8158163" y="1843088"/>
            <a:ext cx="1819275" cy="1250950"/>
            <a:chOff x="4179" y="915"/>
            <a:chExt cx="1146" cy="788"/>
          </a:xfrm>
        </p:grpSpPr>
        <p:grpSp>
          <p:nvGrpSpPr>
            <p:cNvPr id="102596" name="Group 699">
              <a:extLst>
                <a:ext uri="{FF2B5EF4-FFF2-40B4-BE49-F238E27FC236}">
                  <a16:creationId xmlns:a16="http://schemas.microsoft.com/office/drawing/2014/main" id="{6FBEFAA3-F60C-430B-AEF6-64163A0F45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" y="915"/>
              <a:ext cx="420" cy="788"/>
              <a:chOff x="4179" y="915"/>
              <a:chExt cx="420" cy="788"/>
            </a:xfrm>
          </p:grpSpPr>
          <p:sp>
            <p:nvSpPr>
              <p:cNvPr id="102610" name="Oval 700">
                <a:extLst>
                  <a:ext uri="{FF2B5EF4-FFF2-40B4-BE49-F238E27FC236}">
                    <a16:creationId xmlns:a16="http://schemas.microsoft.com/office/drawing/2014/main" id="{443E263B-C92E-4E54-B5AF-828AB89AA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979"/>
                <a:ext cx="339" cy="661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2611" name="Freeform 701">
                <a:extLst>
                  <a:ext uri="{FF2B5EF4-FFF2-40B4-BE49-F238E27FC236}">
                    <a16:creationId xmlns:a16="http://schemas.microsoft.com/office/drawing/2014/main" id="{38921A75-BBD9-455A-BDC4-B59D47E2E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1006"/>
                <a:ext cx="150" cy="111"/>
              </a:xfrm>
              <a:custGeom>
                <a:avLst/>
                <a:gdLst>
                  <a:gd name="T0" fmla="*/ 259 w 114"/>
                  <a:gd name="T1" fmla="*/ 104 h 79"/>
                  <a:gd name="T2" fmla="*/ 130 w 114"/>
                  <a:gd name="T3" fmla="*/ 214 h 79"/>
                  <a:gd name="T4" fmla="*/ 1 w 114"/>
                  <a:gd name="T5" fmla="*/ 104 h 79"/>
                  <a:gd name="T6" fmla="*/ 179 w 114"/>
                  <a:gd name="T7" fmla="*/ 0 h 79"/>
                  <a:gd name="T8" fmla="*/ 259 w 114"/>
                  <a:gd name="T9" fmla="*/ 104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79">
                    <a:moveTo>
                      <a:pt x="114" y="38"/>
                    </a:moveTo>
                    <a:cubicBezTo>
                      <a:pt x="114" y="75"/>
                      <a:pt x="89" y="76"/>
                      <a:pt x="57" y="77"/>
                    </a:cubicBezTo>
                    <a:cubicBezTo>
                      <a:pt x="13" y="79"/>
                      <a:pt x="2" y="53"/>
                      <a:pt x="1" y="38"/>
                    </a:cubicBezTo>
                    <a:cubicBezTo>
                      <a:pt x="0" y="2"/>
                      <a:pt x="46" y="0"/>
                      <a:pt x="78" y="0"/>
                    </a:cubicBezTo>
                    <a:cubicBezTo>
                      <a:pt x="111" y="0"/>
                      <a:pt x="114" y="2"/>
                      <a:pt x="114" y="38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12" name="Freeform 702">
                <a:extLst>
                  <a:ext uri="{FF2B5EF4-FFF2-40B4-BE49-F238E27FC236}">
                    <a16:creationId xmlns:a16="http://schemas.microsoft.com/office/drawing/2014/main" id="{EF21C717-6DD2-4340-80B0-941985D97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957"/>
                <a:ext cx="84" cy="156"/>
              </a:xfrm>
              <a:custGeom>
                <a:avLst/>
                <a:gdLst>
                  <a:gd name="T0" fmla="*/ 22 w 64"/>
                  <a:gd name="T1" fmla="*/ 273 h 111"/>
                  <a:gd name="T2" fmla="*/ 7 w 64"/>
                  <a:gd name="T3" fmla="*/ 204 h 111"/>
                  <a:gd name="T4" fmla="*/ 88 w 64"/>
                  <a:gd name="T5" fmla="*/ 171 h 111"/>
                  <a:gd name="T6" fmla="*/ 37 w 64"/>
                  <a:gd name="T7" fmla="*/ 62 h 111"/>
                  <a:gd name="T8" fmla="*/ 81 w 64"/>
                  <a:gd name="T9" fmla="*/ 6 h 111"/>
                  <a:gd name="T10" fmla="*/ 129 w 64"/>
                  <a:gd name="T11" fmla="*/ 48 h 111"/>
                  <a:gd name="T12" fmla="*/ 138 w 64"/>
                  <a:gd name="T13" fmla="*/ 162 h 111"/>
                  <a:gd name="T14" fmla="*/ 110 w 64"/>
                  <a:gd name="T15" fmla="*/ 288 h 111"/>
                  <a:gd name="T16" fmla="*/ 22 w 64"/>
                  <a:gd name="T17" fmla="*/ 273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11">
                    <a:moveTo>
                      <a:pt x="10" y="98"/>
                    </a:moveTo>
                    <a:cubicBezTo>
                      <a:pt x="4" y="93"/>
                      <a:pt x="0" y="80"/>
                      <a:pt x="3" y="73"/>
                    </a:cubicBezTo>
                    <a:cubicBezTo>
                      <a:pt x="6" y="66"/>
                      <a:pt x="34" y="68"/>
                      <a:pt x="39" y="62"/>
                    </a:cubicBezTo>
                    <a:cubicBezTo>
                      <a:pt x="45" y="54"/>
                      <a:pt x="10" y="30"/>
                      <a:pt x="16" y="22"/>
                    </a:cubicBezTo>
                    <a:cubicBezTo>
                      <a:pt x="21" y="14"/>
                      <a:pt x="26" y="4"/>
                      <a:pt x="36" y="2"/>
                    </a:cubicBezTo>
                    <a:cubicBezTo>
                      <a:pt x="47" y="0"/>
                      <a:pt x="53" y="9"/>
                      <a:pt x="57" y="17"/>
                    </a:cubicBezTo>
                    <a:cubicBezTo>
                      <a:pt x="61" y="30"/>
                      <a:pt x="64" y="45"/>
                      <a:pt x="61" y="58"/>
                    </a:cubicBezTo>
                    <a:cubicBezTo>
                      <a:pt x="59" y="72"/>
                      <a:pt x="61" y="97"/>
                      <a:pt x="49" y="104"/>
                    </a:cubicBezTo>
                    <a:cubicBezTo>
                      <a:pt x="38" y="111"/>
                      <a:pt x="20" y="106"/>
                      <a:pt x="10" y="98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13" name="Freeform 703">
                <a:extLst>
                  <a:ext uri="{FF2B5EF4-FFF2-40B4-BE49-F238E27FC236}">
                    <a16:creationId xmlns:a16="http://schemas.microsoft.com/office/drawing/2014/main" id="{9523EDEE-0CBB-45E5-A69C-78D9991DFE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10" y="979"/>
                <a:ext cx="339" cy="660"/>
              </a:xfrm>
              <a:custGeom>
                <a:avLst/>
                <a:gdLst>
                  <a:gd name="T0" fmla="*/ 293 w 258"/>
                  <a:gd name="T1" fmla="*/ 0 h 470"/>
                  <a:gd name="T2" fmla="*/ 0 w 258"/>
                  <a:gd name="T3" fmla="*/ 650 h 470"/>
                  <a:gd name="T4" fmla="*/ 293 w 258"/>
                  <a:gd name="T5" fmla="*/ 1302 h 470"/>
                  <a:gd name="T6" fmla="*/ 585 w 258"/>
                  <a:gd name="T7" fmla="*/ 650 h 470"/>
                  <a:gd name="T8" fmla="*/ 293 w 258"/>
                  <a:gd name="T9" fmla="*/ 0 h 470"/>
                  <a:gd name="T10" fmla="*/ 298 w 258"/>
                  <a:gd name="T11" fmla="*/ 184 h 470"/>
                  <a:gd name="T12" fmla="*/ 110 w 258"/>
                  <a:gd name="T13" fmla="*/ 185 h 470"/>
                  <a:gd name="T14" fmla="*/ 286 w 258"/>
                  <a:gd name="T15" fmla="*/ 25 h 470"/>
                  <a:gd name="T16" fmla="*/ 485 w 258"/>
                  <a:gd name="T17" fmla="*/ 233 h 470"/>
                  <a:gd name="T18" fmla="*/ 298 w 258"/>
                  <a:gd name="T19" fmla="*/ 184 h 4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8" h="470">
                    <a:moveTo>
                      <a:pt x="129" y="0"/>
                    </a:moveTo>
                    <a:cubicBezTo>
                      <a:pt x="58" y="0"/>
                      <a:pt x="0" y="106"/>
                      <a:pt x="0" y="235"/>
                    </a:cubicBezTo>
                    <a:cubicBezTo>
                      <a:pt x="0" y="365"/>
                      <a:pt x="58" y="470"/>
                      <a:pt x="129" y="470"/>
                    </a:cubicBezTo>
                    <a:cubicBezTo>
                      <a:pt x="200" y="470"/>
                      <a:pt x="258" y="365"/>
                      <a:pt x="258" y="235"/>
                    </a:cubicBezTo>
                    <a:cubicBezTo>
                      <a:pt x="258" y="106"/>
                      <a:pt x="200" y="0"/>
                      <a:pt x="129" y="0"/>
                    </a:cubicBezTo>
                    <a:close/>
                    <a:moveTo>
                      <a:pt x="132" y="66"/>
                    </a:moveTo>
                    <a:cubicBezTo>
                      <a:pt x="93" y="66"/>
                      <a:pt x="21" y="108"/>
                      <a:pt x="49" y="67"/>
                    </a:cubicBezTo>
                    <a:cubicBezTo>
                      <a:pt x="72" y="33"/>
                      <a:pt x="97" y="9"/>
                      <a:pt x="126" y="9"/>
                    </a:cubicBezTo>
                    <a:cubicBezTo>
                      <a:pt x="159" y="9"/>
                      <a:pt x="191" y="39"/>
                      <a:pt x="214" y="84"/>
                    </a:cubicBezTo>
                    <a:cubicBezTo>
                      <a:pt x="226" y="114"/>
                      <a:pt x="171" y="66"/>
                      <a:pt x="132" y="66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14" name="Freeform 704">
                <a:extLst>
                  <a:ext uri="{FF2B5EF4-FFF2-40B4-BE49-F238E27FC236}">
                    <a16:creationId xmlns:a16="http://schemas.microsoft.com/office/drawing/2014/main" id="{D8ECB2EE-E8FE-4F8F-9A71-DA483E74D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988"/>
                <a:ext cx="56" cy="52"/>
              </a:xfrm>
              <a:custGeom>
                <a:avLst/>
                <a:gdLst>
                  <a:gd name="T0" fmla="*/ 100 w 42"/>
                  <a:gd name="T1" fmla="*/ 15 h 37"/>
                  <a:gd name="T2" fmla="*/ 0 w 42"/>
                  <a:gd name="T3" fmla="*/ 94 h 37"/>
                  <a:gd name="T4" fmla="*/ 100 w 42"/>
                  <a:gd name="T5" fmla="*/ 1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42" y="6"/>
                    </a:moveTo>
                    <a:cubicBezTo>
                      <a:pt x="42" y="6"/>
                      <a:pt x="11" y="0"/>
                      <a:pt x="0" y="34"/>
                    </a:cubicBezTo>
                    <a:cubicBezTo>
                      <a:pt x="0" y="34"/>
                      <a:pt x="34" y="37"/>
                      <a:pt x="42" y="6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15" name="Freeform 705">
                <a:extLst>
                  <a:ext uri="{FF2B5EF4-FFF2-40B4-BE49-F238E27FC236}">
                    <a16:creationId xmlns:a16="http://schemas.microsoft.com/office/drawing/2014/main" id="{729C178D-5004-4ABC-8615-3D8E66C03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058"/>
                <a:ext cx="33" cy="50"/>
              </a:xfrm>
              <a:custGeom>
                <a:avLst/>
                <a:gdLst>
                  <a:gd name="T0" fmla="*/ 0 w 25"/>
                  <a:gd name="T1" fmla="*/ 0 h 36"/>
                  <a:gd name="T2" fmla="*/ 45 w 25"/>
                  <a:gd name="T3" fmla="*/ 96 h 36"/>
                  <a:gd name="T4" fmla="*/ 0 w 25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0" y="0"/>
                    </a:moveTo>
                    <a:cubicBezTo>
                      <a:pt x="0" y="0"/>
                      <a:pt x="0" y="28"/>
                      <a:pt x="20" y="36"/>
                    </a:cubicBezTo>
                    <a:cubicBezTo>
                      <a:pt x="20" y="36"/>
                      <a:pt x="25" y="11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16" name="Freeform 706">
                <a:extLst>
                  <a:ext uri="{FF2B5EF4-FFF2-40B4-BE49-F238E27FC236}">
                    <a16:creationId xmlns:a16="http://schemas.microsoft.com/office/drawing/2014/main" id="{D5884285-DF7B-4959-8A84-A6067B8CF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1007"/>
                <a:ext cx="50" cy="51"/>
              </a:xfrm>
              <a:custGeom>
                <a:avLst/>
                <a:gdLst>
                  <a:gd name="T0" fmla="*/ 0 w 38"/>
                  <a:gd name="T1" fmla="*/ 0 h 36"/>
                  <a:gd name="T2" fmla="*/ 82 w 38"/>
                  <a:gd name="T3" fmla="*/ 102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9" y="31"/>
                      <a:pt x="36" y="36"/>
                    </a:cubicBezTo>
                    <a:cubicBezTo>
                      <a:pt x="36" y="36"/>
                      <a:pt x="38" y="4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17" name="Freeform 707">
                <a:extLst>
                  <a:ext uri="{FF2B5EF4-FFF2-40B4-BE49-F238E27FC236}">
                    <a16:creationId xmlns:a16="http://schemas.microsoft.com/office/drawing/2014/main" id="{2E30DF5C-813C-464E-9885-EBF58AF33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968"/>
                <a:ext cx="67" cy="51"/>
              </a:xfrm>
              <a:custGeom>
                <a:avLst/>
                <a:gdLst>
                  <a:gd name="T0" fmla="*/ 0 w 51"/>
                  <a:gd name="T1" fmla="*/ 57 h 36"/>
                  <a:gd name="T2" fmla="*/ 116 w 51"/>
                  <a:gd name="T3" fmla="*/ 81 h 36"/>
                  <a:gd name="T4" fmla="*/ 0 w 51"/>
                  <a:gd name="T5" fmla="*/ 57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5" y="36"/>
                      <a:pt x="51" y="28"/>
                    </a:cubicBezTo>
                    <a:cubicBezTo>
                      <a:pt x="51" y="28"/>
                      <a:pt x="33" y="0"/>
                      <a:pt x="0" y="2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18" name="Freeform 708">
                <a:extLst>
                  <a:ext uri="{FF2B5EF4-FFF2-40B4-BE49-F238E27FC236}">
                    <a16:creationId xmlns:a16="http://schemas.microsoft.com/office/drawing/2014/main" id="{1E648288-62F2-4375-91D9-06A15C98E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1078"/>
                <a:ext cx="12" cy="18"/>
              </a:xfrm>
              <a:custGeom>
                <a:avLst/>
                <a:gdLst>
                  <a:gd name="T0" fmla="*/ 20 w 9"/>
                  <a:gd name="T1" fmla="*/ 33 h 13"/>
                  <a:gd name="T2" fmla="*/ 5 w 9"/>
                  <a:gd name="T3" fmla="*/ 21 h 13"/>
                  <a:gd name="T4" fmla="*/ 1 w 9"/>
                  <a:gd name="T5" fmla="*/ 1 h 13"/>
                  <a:gd name="T6" fmla="*/ 15 w 9"/>
                  <a:gd name="T7" fmla="*/ 14 h 13"/>
                  <a:gd name="T8" fmla="*/ 20 w 9"/>
                  <a:gd name="T9" fmla="*/ 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8" y="12"/>
                    </a:moveTo>
                    <a:cubicBezTo>
                      <a:pt x="6" y="13"/>
                      <a:pt x="4" y="11"/>
                      <a:pt x="2" y="8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2" y="0"/>
                      <a:pt x="5" y="2"/>
                      <a:pt x="6" y="5"/>
                    </a:cubicBezTo>
                    <a:cubicBezTo>
                      <a:pt x="8" y="8"/>
                      <a:pt x="9" y="11"/>
                      <a:pt x="8" y="1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19" name="Freeform 709">
                <a:extLst>
                  <a:ext uri="{FF2B5EF4-FFF2-40B4-BE49-F238E27FC236}">
                    <a16:creationId xmlns:a16="http://schemas.microsoft.com/office/drawing/2014/main" id="{3A638523-0BE9-42E2-852F-12AF30D52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1024"/>
                <a:ext cx="21" cy="23"/>
              </a:xfrm>
              <a:custGeom>
                <a:avLst/>
                <a:gdLst>
                  <a:gd name="T0" fmla="*/ 32 w 16"/>
                  <a:gd name="T1" fmla="*/ 46 h 16"/>
                  <a:gd name="T2" fmla="*/ 12 w 16"/>
                  <a:gd name="T3" fmla="*/ 33 h 16"/>
                  <a:gd name="T4" fmla="*/ 1 w 16"/>
                  <a:gd name="T5" fmla="*/ 6 h 16"/>
                  <a:gd name="T6" fmla="*/ 22 w 16"/>
                  <a:gd name="T7" fmla="*/ 19 h 16"/>
                  <a:gd name="T8" fmla="*/ 32 w 16"/>
                  <a:gd name="T9" fmla="*/ 4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5"/>
                    </a:moveTo>
                    <a:cubicBezTo>
                      <a:pt x="13" y="16"/>
                      <a:pt x="9" y="14"/>
                      <a:pt x="5" y="11"/>
                    </a:cubicBezTo>
                    <a:cubicBezTo>
                      <a:pt x="2" y="7"/>
                      <a:pt x="0" y="3"/>
                      <a:pt x="1" y="2"/>
                    </a:cubicBezTo>
                    <a:cubicBezTo>
                      <a:pt x="3" y="0"/>
                      <a:pt x="7" y="2"/>
                      <a:pt x="10" y="6"/>
                    </a:cubicBezTo>
                    <a:cubicBezTo>
                      <a:pt x="14" y="9"/>
                      <a:pt x="16" y="13"/>
                      <a:pt x="14" y="1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20" name="Freeform 710">
                <a:extLst>
                  <a:ext uri="{FF2B5EF4-FFF2-40B4-BE49-F238E27FC236}">
                    <a16:creationId xmlns:a16="http://schemas.microsoft.com/office/drawing/2014/main" id="{3DA525E6-A66A-443C-99FE-7EB24A26A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991"/>
                <a:ext cx="21" cy="14"/>
              </a:xfrm>
              <a:custGeom>
                <a:avLst/>
                <a:gdLst>
                  <a:gd name="T0" fmla="*/ 37 w 16"/>
                  <a:gd name="T1" fmla="*/ 20 h 10"/>
                  <a:gd name="T2" fmla="*/ 16 w 16"/>
                  <a:gd name="T3" fmla="*/ 25 h 10"/>
                  <a:gd name="T4" fmla="*/ 1 w 16"/>
                  <a:gd name="T5" fmla="*/ 8 h 10"/>
                  <a:gd name="T6" fmla="*/ 21 w 16"/>
                  <a:gd name="T7" fmla="*/ 1 h 10"/>
                  <a:gd name="T8" fmla="*/ 37 w 16"/>
                  <a:gd name="T9" fmla="*/ 2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6" y="7"/>
                    </a:moveTo>
                    <a:cubicBezTo>
                      <a:pt x="15" y="9"/>
                      <a:pt x="12" y="10"/>
                      <a:pt x="7" y="9"/>
                    </a:cubicBezTo>
                    <a:cubicBezTo>
                      <a:pt x="3" y="8"/>
                      <a:pt x="0" y="6"/>
                      <a:pt x="1" y="3"/>
                    </a:cubicBezTo>
                    <a:cubicBezTo>
                      <a:pt x="1" y="1"/>
                      <a:pt x="5" y="0"/>
                      <a:pt x="9" y="1"/>
                    </a:cubicBezTo>
                    <a:cubicBezTo>
                      <a:pt x="13" y="2"/>
                      <a:pt x="16" y="4"/>
                      <a:pt x="16" y="7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21" name="Freeform 711">
                <a:extLst>
                  <a:ext uri="{FF2B5EF4-FFF2-40B4-BE49-F238E27FC236}">
                    <a16:creationId xmlns:a16="http://schemas.microsoft.com/office/drawing/2014/main" id="{5C441AD2-DFBF-4060-A963-2DB68A6D5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006"/>
                <a:ext cx="20" cy="18"/>
              </a:xfrm>
              <a:custGeom>
                <a:avLst/>
                <a:gdLst>
                  <a:gd name="T0" fmla="*/ 33 w 15"/>
                  <a:gd name="T1" fmla="*/ 6 h 13"/>
                  <a:gd name="T2" fmla="*/ 23 w 15"/>
                  <a:gd name="T3" fmla="*/ 26 h 13"/>
                  <a:gd name="T4" fmla="*/ 5 w 15"/>
                  <a:gd name="T5" fmla="*/ 29 h 13"/>
                  <a:gd name="T6" fmla="*/ 12 w 15"/>
                  <a:gd name="T7" fmla="*/ 8 h 13"/>
                  <a:gd name="T8" fmla="*/ 33 w 15"/>
                  <a:gd name="T9" fmla="*/ 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4" y="2"/>
                    </a:moveTo>
                    <a:cubicBezTo>
                      <a:pt x="15" y="4"/>
                      <a:pt x="14" y="7"/>
                      <a:pt x="10" y="10"/>
                    </a:cubicBezTo>
                    <a:cubicBezTo>
                      <a:pt x="7" y="13"/>
                      <a:pt x="3" y="13"/>
                      <a:pt x="2" y="11"/>
                    </a:cubicBezTo>
                    <a:cubicBezTo>
                      <a:pt x="0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4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22" name="Oval 712">
                <a:extLst>
                  <a:ext uri="{FF2B5EF4-FFF2-40B4-BE49-F238E27FC236}">
                    <a16:creationId xmlns:a16="http://schemas.microsoft.com/office/drawing/2014/main" id="{922BFBDA-EFA5-4857-8890-72F5F7BF3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979"/>
                <a:ext cx="339" cy="661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2623" name="Freeform 713">
                <a:extLst>
                  <a:ext uri="{FF2B5EF4-FFF2-40B4-BE49-F238E27FC236}">
                    <a16:creationId xmlns:a16="http://schemas.microsoft.com/office/drawing/2014/main" id="{56D85DC5-709F-479D-84CE-6877DA7F7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988"/>
                <a:ext cx="56" cy="52"/>
              </a:xfrm>
              <a:custGeom>
                <a:avLst/>
                <a:gdLst>
                  <a:gd name="T0" fmla="*/ 100 w 42"/>
                  <a:gd name="T1" fmla="*/ 15 h 37"/>
                  <a:gd name="T2" fmla="*/ 0 w 42"/>
                  <a:gd name="T3" fmla="*/ 94 h 37"/>
                  <a:gd name="T4" fmla="*/ 100 w 42"/>
                  <a:gd name="T5" fmla="*/ 1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42" y="6"/>
                    </a:moveTo>
                    <a:cubicBezTo>
                      <a:pt x="42" y="6"/>
                      <a:pt x="11" y="0"/>
                      <a:pt x="0" y="34"/>
                    </a:cubicBezTo>
                    <a:cubicBezTo>
                      <a:pt x="0" y="34"/>
                      <a:pt x="34" y="37"/>
                      <a:pt x="42" y="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24" name="Freeform 714">
                <a:extLst>
                  <a:ext uri="{FF2B5EF4-FFF2-40B4-BE49-F238E27FC236}">
                    <a16:creationId xmlns:a16="http://schemas.microsoft.com/office/drawing/2014/main" id="{9E819C9C-1328-405A-AF5A-F0F65276E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058"/>
                <a:ext cx="33" cy="50"/>
              </a:xfrm>
              <a:custGeom>
                <a:avLst/>
                <a:gdLst>
                  <a:gd name="T0" fmla="*/ 0 w 25"/>
                  <a:gd name="T1" fmla="*/ 0 h 36"/>
                  <a:gd name="T2" fmla="*/ 45 w 25"/>
                  <a:gd name="T3" fmla="*/ 96 h 36"/>
                  <a:gd name="T4" fmla="*/ 0 w 25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0" y="0"/>
                    </a:moveTo>
                    <a:cubicBezTo>
                      <a:pt x="0" y="0"/>
                      <a:pt x="0" y="28"/>
                      <a:pt x="20" y="36"/>
                    </a:cubicBezTo>
                    <a:cubicBezTo>
                      <a:pt x="20" y="36"/>
                      <a:pt x="25" y="11"/>
                      <a:pt x="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25" name="Freeform 715">
                <a:extLst>
                  <a:ext uri="{FF2B5EF4-FFF2-40B4-BE49-F238E27FC236}">
                    <a16:creationId xmlns:a16="http://schemas.microsoft.com/office/drawing/2014/main" id="{38E2EBA5-50CD-4056-BB50-740C6BE9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1007"/>
                <a:ext cx="50" cy="51"/>
              </a:xfrm>
              <a:custGeom>
                <a:avLst/>
                <a:gdLst>
                  <a:gd name="T0" fmla="*/ 0 w 38"/>
                  <a:gd name="T1" fmla="*/ 0 h 36"/>
                  <a:gd name="T2" fmla="*/ 82 w 38"/>
                  <a:gd name="T3" fmla="*/ 102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9" y="31"/>
                      <a:pt x="36" y="36"/>
                    </a:cubicBezTo>
                    <a:cubicBezTo>
                      <a:pt x="36" y="36"/>
                      <a:pt x="38" y="4"/>
                      <a:pt x="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26" name="Freeform 716">
                <a:extLst>
                  <a:ext uri="{FF2B5EF4-FFF2-40B4-BE49-F238E27FC236}">
                    <a16:creationId xmlns:a16="http://schemas.microsoft.com/office/drawing/2014/main" id="{3B625476-6C39-4C65-8381-5E9119C63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968"/>
                <a:ext cx="67" cy="51"/>
              </a:xfrm>
              <a:custGeom>
                <a:avLst/>
                <a:gdLst>
                  <a:gd name="T0" fmla="*/ 0 w 51"/>
                  <a:gd name="T1" fmla="*/ 57 h 36"/>
                  <a:gd name="T2" fmla="*/ 116 w 51"/>
                  <a:gd name="T3" fmla="*/ 81 h 36"/>
                  <a:gd name="T4" fmla="*/ 0 w 51"/>
                  <a:gd name="T5" fmla="*/ 57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5" y="36"/>
                      <a:pt x="51" y="28"/>
                    </a:cubicBezTo>
                    <a:cubicBezTo>
                      <a:pt x="51" y="28"/>
                      <a:pt x="33" y="0"/>
                      <a:pt x="0" y="2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27" name="Freeform 717">
                <a:extLst>
                  <a:ext uri="{FF2B5EF4-FFF2-40B4-BE49-F238E27FC236}">
                    <a16:creationId xmlns:a16="http://schemas.microsoft.com/office/drawing/2014/main" id="{6C651DD4-992F-4E0A-87D2-735F23C671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79" y="916"/>
                <a:ext cx="420" cy="787"/>
              </a:xfrm>
              <a:custGeom>
                <a:avLst/>
                <a:gdLst>
                  <a:gd name="T0" fmla="*/ 362 w 320"/>
                  <a:gd name="T1" fmla="*/ 0 h 561"/>
                  <a:gd name="T2" fmla="*/ 0 w 320"/>
                  <a:gd name="T3" fmla="*/ 776 h 561"/>
                  <a:gd name="T4" fmla="*/ 362 w 320"/>
                  <a:gd name="T5" fmla="*/ 1549 h 561"/>
                  <a:gd name="T6" fmla="*/ 723 w 320"/>
                  <a:gd name="T7" fmla="*/ 776 h 561"/>
                  <a:gd name="T8" fmla="*/ 362 w 320"/>
                  <a:gd name="T9" fmla="*/ 0 h 561"/>
                  <a:gd name="T10" fmla="*/ 349 w 320"/>
                  <a:gd name="T11" fmla="*/ 1491 h 561"/>
                  <a:gd name="T12" fmla="*/ 24 w 320"/>
                  <a:gd name="T13" fmla="*/ 776 h 561"/>
                  <a:gd name="T14" fmla="*/ 349 w 320"/>
                  <a:gd name="T15" fmla="*/ 58 h 561"/>
                  <a:gd name="T16" fmla="*/ 679 w 320"/>
                  <a:gd name="T17" fmla="*/ 776 h 561"/>
                  <a:gd name="T18" fmla="*/ 349 w 320"/>
                  <a:gd name="T19" fmla="*/ 1491 h 5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0" h="561">
                    <a:moveTo>
                      <a:pt x="160" y="0"/>
                    </a:moveTo>
                    <a:cubicBezTo>
                      <a:pt x="72" y="0"/>
                      <a:pt x="0" y="125"/>
                      <a:pt x="0" y="281"/>
                    </a:cubicBezTo>
                    <a:cubicBezTo>
                      <a:pt x="0" y="436"/>
                      <a:pt x="72" y="561"/>
                      <a:pt x="160" y="561"/>
                    </a:cubicBezTo>
                    <a:cubicBezTo>
                      <a:pt x="248" y="561"/>
                      <a:pt x="320" y="436"/>
                      <a:pt x="320" y="281"/>
                    </a:cubicBezTo>
                    <a:cubicBezTo>
                      <a:pt x="320" y="125"/>
                      <a:pt x="248" y="0"/>
                      <a:pt x="160" y="0"/>
                    </a:cubicBezTo>
                    <a:close/>
                    <a:moveTo>
                      <a:pt x="155" y="540"/>
                    </a:moveTo>
                    <a:cubicBezTo>
                      <a:pt x="76" y="540"/>
                      <a:pt x="11" y="424"/>
                      <a:pt x="11" y="281"/>
                    </a:cubicBezTo>
                    <a:cubicBezTo>
                      <a:pt x="11" y="138"/>
                      <a:pt x="76" y="21"/>
                      <a:pt x="155" y="21"/>
                    </a:cubicBezTo>
                    <a:cubicBezTo>
                      <a:pt x="235" y="21"/>
                      <a:pt x="300" y="138"/>
                      <a:pt x="300" y="281"/>
                    </a:cubicBezTo>
                    <a:cubicBezTo>
                      <a:pt x="300" y="424"/>
                      <a:pt x="235" y="540"/>
                      <a:pt x="155" y="540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28" name="Freeform 718">
                <a:extLst>
                  <a:ext uri="{FF2B5EF4-FFF2-40B4-BE49-F238E27FC236}">
                    <a16:creationId xmlns:a16="http://schemas.microsoft.com/office/drawing/2014/main" id="{017A155E-508D-485C-B86C-2522CC64A9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3" y="946"/>
                <a:ext cx="380" cy="728"/>
              </a:xfrm>
              <a:custGeom>
                <a:avLst/>
                <a:gdLst>
                  <a:gd name="T0" fmla="*/ 327 w 289"/>
                  <a:gd name="T1" fmla="*/ 0 h 519"/>
                  <a:gd name="T2" fmla="*/ 0 w 289"/>
                  <a:gd name="T3" fmla="*/ 718 h 519"/>
                  <a:gd name="T4" fmla="*/ 327 w 289"/>
                  <a:gd name="T5" fmla="*/ 1432 h 519"/>
                  <a:gd name="T6" fmla="*/ 657 w 289"/>
                  <a:gd name="T7" fmla="*/ 718 h 519"/>
                  <a:gd name="T8" fmla="*/ 327 w 289"/>
                  <a:gd name="T9" fmla="*/ 0 h 519"/>
                  <a:gd name="T10" fmla="*/ 320 w 289"/>
                  <a:gd name="T11" fmla="*/ 1365 h 519"/>
                  <a:gd name="T12" fmla="*/ 28 w 289"/>
                  <a:gd name="T13" fmla="*/ 718 h 519"/>
                  <a:gd name="T14" fmla="*/ 320 w 289"/>
                  <a:gd name="T15" fmla="*/ 67 h 519"/>
                  <a:gd name="T16" fmla="*/ 614 w 289"/>
                  <a:gd name="T17" fmla="*/ 718 h 519"/>
                  <a:gd name="T18" fmla="*/ 320 w 289"/>
                  <a:gd name="T19" fmla="*/ 1365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9" h="519">
                    <a:moveTo>
                      <a:pt x="144" y="0"/>
                    </a:moveTo>
                    <a:cubicBezTo>
                      <a:pt x="65" y="0"/>
                      <a:pt x="0" y="117"/>
                      <a:pt x="0" y="260"/>
                    </a:cubicBezTo>
                    <a:cubicBezTo>
                      <a:pt x="0" y="403"/>
                      <a:pt x="65" y="519"/>
                      <a:pt x="144" y="519"/>
                    </a:cubicBezTo>
                    <a:cubicBezTo>
                      <a:pt x="224" y="519"/>
                      <a:pt x="289" y="403"/>
                      <a:pt x="289" y="260"/>
                    </a:cubicBezTo>
                    <a:cubicBezTo>
                      <a:pt x="289" y="117"/>
                      <a:pt x="224" y="0"/>
                      <a:pt x="144" y="0"/>
                    </a:cubicBezTo>
                    <a:close/>
                    <a:moveTo>
                      <a:pt x="141" y="495"/>
                    </a:moveTo>
                    <a:cubicBezTo>
                      <a:pt x="70" y="495"/>
                      <a:pt x="12" y="389"/>
                      <a:pt x="12" y="260"/>
                    </a:cubicBezTo>
                    <a:cubicBezTo>
                      <a:pt x="12" y="130"/>
                      <a:pt x="70" y="24"/>
                      <a:pt x="141" y="24"/>
                    </a:cubicBezTo>
                    <a:cubicBezTo>
                      <a:pt x="212" y="24"/>
                      <a:pt x="270" y="130"/>
                      <a:pt x="270" y="260"/>
                    </a:cubicBezTo>
                    <a:cubicBezTo>
                      <a:pt x="270" y="389"/>
                      <a:pt x="212" y="495"/>
                      <a:pt x="141" y="495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29" name="Freeform 719">
                <a:extLst>
                  <a:ext uri="{FF2B5EF4-FFF2-40B4-BE49-F238E27FC236}">
                    <a16:creationId xmlns:a16="http://schemas.microsoft.com/office/drawing/2014/main" id="{27031BA2-BC39-4034-9DE4-8A23C2AAF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034"/>
                <a:ext cx="88" cy="376"/>
              </a:xfrm>
              <a:custGeom>
                <a:avLst/>
                <a:gdLst>
                  <a:gd name="T0" fmla="*/ 0 w 67"/>
                  <a:gd name="T1" fmla="*/ 0 h 268"/>
                  <a:gd name="T2" fmla="*/ 14 w 67"/>
                  <a:gd name="T3" fmla="*/ 14 h 268"/>
                  <a:gd name="T4" fmla="*/ 34 w 67"/>
                  <a:gd name="T5" fmla="*/ 39 h 268"/>
                  <a:gd name="T6" fmla="*/ 66 w 67"/>
                  <a:gd name="T7" fmla="*/ 84 h 268"/>
                  <a:gd name="T8" fmla="*/ 77 w 67"/>
                  <a:gd name="T9" fmla="*/ 136 h 268"/>
                  <a:gd name="T10" fmla="*/ 81 w 67"/>
                  <a:gd name="T11" fmla="*/ 182 h 268"/>
                  <a:gd name="T12" fmla="*/ 122 w 67"/>
                  <a:gd name="T13" fmla="*/ 254 h 268"/>
                  <a:gd name="T14" fmla="*/ 116 w 67"/>
                  <a:gd name="T15" fmla="*/ 341 h 268"/>
                  <a:gd name="T16" fmla="*/ 125 w 67"/>
                  <a:gd name="T17" fmla="*/ 390 h 268"/>
                  <a:gd name="T18" fmla="*/ 144 w 67"/>
                  <a:gd name="T19" fmla="*/ 488 h 268"/>
                  <a:gd name="T20" fmla="*/ 130 w 67"/>
                  <a:gd name="T21" fmla="*/ 543 h 268"/>
                  <a:gd name="T22" fmla="*/ 139 w 67"/>
                  <a:gd name="T23" fmla="*/ 605 h 268"/>
                  <a:gd name="T24" fmla="*/ 139 w 67"/>
                  <a:gd name="T25" fmla="*/ 693 h 268"/>
                  <a:gd name="T26" fmla="*/ 121 w 67"/>
                  <a:gd name="T27" fmla="*/ 741 h 2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268">
                    <a:moveTo>
                      <a:pt x="0" y="0"/>
                    </a:moveTo>
                    <a:cubicBezTo>
                      <a:pt x="1" y="2"/>
                      <a:pt x="4" y="3"/>
                      <a:pt x="6" y="5"/>
                    </a:cubicBezTo>
                    <a:cubicBezTo>
                      <a:pt x="9" y="8"/>
                      <a:pt x="12" y="11"/>
                      <a:pt x="15" y="14"/>
                    </a:cubicBezTo>
                    <a:cubicBezTo>
                      <a:pt x="21" y="19"/>
                      <a:pt x="26" y="24"/>
                      <a:pt x="29" y="31"/>
                    </a:cubicBezTo>
                    <a:cubicBezTo>
                      <a:pt x="32" y="37"/>
                      <a:pt x="33" y="43"/>
                      <a:pt x="34" y="49"/>
                    </a:cubicBezTo>
                    <a:cubicBezTo>
                      <a:pt x="34" y="55"/>
                      <a:pt x="33" y="61"/>
                      <a:pt x="36" y="66"/>
                    </a:cubicBezTo>
                    <a:cubicBezTo>
                      <a:pt x="41" y="76"/>
                      <a:pt x="52" y="81"/>
                      <a:pt x="54" y="92"/>
                    </a:cubicBezTo>
                    <a:cubicBezTo>
                      <a:pt x="57" y="103"/>
                      <a:pt x="53" y="113"/>
                      <a:pt x="51" y="123"/>
                    </a:cubicBezTo>
                    <a:cubicBezTo>
                      <a:pt x="49" y="130"/>
                      <a:pt x="52" y="134"/>
                      <a:pt x="55" y="141"/>
                    </a:cubicBezTo>
                    <a:cubicBezTo>
                      <a:pt x="60" y="151"/>
                      <a:pt x="66" y="166"/>
                      <a:pt x="64" y="177"/>
                    </a:cubicBezTo>
                    <a:cubicBezTo>
                      <a:pt x="63" y="184"/>
                      <a:pt x="58" y="190"/>
                      <a:pt x="57" y="197"/>
                    </a:cubicBezTo>
                    <a:cubicBezTo>
                      <a:pt x="56" y="204"/>
                      <a:pt x="60" y="212"/>
                      <a:pt x="62" y="219"/>
                    </a:cubicBezTo>
                    <a:cubicBezTo>
                      <a:pt x="65" y="231"/>
                      <a:pt x="67" y="240"/>
                      <a:pt x="62" y="251"/>
                    </a:cubicBezTo>
                    <a:cubicBezTo>
                      <a:pt x="59" y="257"/>
                      <a:pt x="55" y="263"/>
                      <a:pt x="53" y="26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30" name="Freeform 720">
                <a:extLst>
                  <a:ext uri="{FF2B5EF4-FFF2-40B4-BE49-F238E27FC236}">
                    <a16:creationId xmlns:a16="http://schemas.microsoft.com/office/drawing/2014/main" id="{CAB75CC6-9E76-41B7-96B7-1C4D0FEDA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1086"/>
                <a:ext cx="26" cy="67"/>
              </a:xfrm>
              <a:custGeom>
                <a:avLst/>
                <a:gdLst>
                  <a:gd name="T0" fmla="*/ 0 w 20"/>
                  <a:gd name="T1" fmla="*/ 0 h 48"/>
                  <a:gd name="T2" fmla="*/ 38 w 20"/>
                  <a:gd name="T3" fmla="*/ 68 h 48"/>
                  <a:gd name="T4" fmla="*/ 44 w 20"/>
                  <a:gd name="T5" fmla="*/ 13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8">
                    <a:moveTo>
                      <a:pt x="0" y="0"/>
                    </a:moveTo>
                    <a:cubicBezTo>
                      <a:pt x="6" y="7"/>
                      <a:pt x="14" y="16"/>
                      <a:pt x="17" y="25"/>
                    </a:cubicBezTo>
                    <a:cubicBezTo>
                      <a:pt x="20" y="32"/>
                      <a:pt x="18" y="41"/>
                      <a:pt x="20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31" name="Freeform 721">
                <a:extLst>
                  <a:ext uri="{FF2B5EF4-FFF2-40B4-BE49-F238E27FC236}">
                    <a16:creationId xmlns:a16="http://schemas.microsoft.com/office/drawing/2014/main" id="{CA1F7CA7-1A91-43B9-8262-11FAE753F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055"/>
                <a:ext cx="9" cy="41"/>
              </a:xfrm>
              <a:custGeom>
                <a:avLst/>
                <a:gdLst>
                  <a:gd name="T0" fmla="*/ 13 w 7"/>
                  <a:gd name="T1" fmla="*/ 82 h 29"/>
                  <a:gd name="T2" fmla="*/ 5 w 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6" y="29"/>
                    </a:moveTo>
                    <a:cubicBezTo>
                      <a:pt x="0" y="20"/>
                      <a:pt x="7" y="8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32" name="Freeform 722">
                <a:extLst>
                  <a:ext uri="{FF2B5EF4-FFF2-40B4-BE49-F238E27FC236}">
                    <a16:creationId xmlns:a16="http://schemas.microsoft.com/office/drawing/2014/main" id="{13A1DFA0-EB44-4357-956E-F35BBC634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1173"/>
                <a:ext cx="17" cy="76"/>
              </a:xfrm>
              <a:custGeom>
                <a:avLst/>
                <a:gdLst>
                  <a:gd name="T0" fmla="*/ 0 w 13"/>
                  <a:gd name="T1" fmla="*/ 0 h 54"/>
                  <a:gd name="T2" fmla="*/ 13 w 13"/>
                  <a:gd name="T3" fmla="*/ 45 h 54"/>
                  <a:gd name="T4" fmla="*/ 24 w 13"/>
                  <a:gd name="T5" fmla="*/ 83 h 54"/>
                  <a:gd name="T6" fmla="*/ 13 w 13"/>
                  <a:gd name="T7" fmla="*/ 151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4">
                    <a:moveTo>
                      <a:pt x="0" y="0"/>
                    </a:moveTo>
                    <a:cubicBezTo>
                      <a:pt x="0" y="5"/>
                      <a:pt x="4" y="11"/>
                      <a:pt x="6" y="16"/>
                    </a:cubicBezTo>
                    <a:cubicBezTo>
                      <a:pt x="8" y="20"/>
                      <a:pt x="10" y="25"/>
                      <a:pt x="11" y="30"/>
                    </a:cubicBezTo>
                    <a:cubicBezTo>
                      <a:pt x="13" y="40"/>
                      <a:pt x="9" y="45"/>
                      <a:pt x="6" y="5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33" name="Freeform 723">
                <a:extLst>
                  <a:ext uri="{FF2B5EF4-FFF2-40B4-BE49-F238E27FC236}">
                    <a16:creationId xmlns:a16="http://schemas.microsoft.com/office/drawing/2014/main" id="{DA2B1659-2193-4E54-A999-07B6B6C29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1152"/>
                <a:ext cx="9" cy="28"/>
              </a:xfrm>
              <a:custGeom>
                <a:avLst/>
                <a:gdLst>
                  <a:gd name="T0" fmla="*/ 5 w 7"/>
                  <a:gd name="T1" fmla="*/ 55 h 20"/>
                  <a:gd name="T2" fmla="*/ 15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2" y="20"/>
                    </a:moveTo>
                    <a:cubicBezTo>
                      <a:pt x="0" y="14"/>
                      <a:pt x="6" y="6"/>
                      <a:pt x="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34" name="Freeform 724">
                <a:extLst>
                  <a:ext uri="{FF2B5EF4-FFF2-40B4-BE49-F238E27FC236}">
                    <a16:creationId xmlns:a16="http://schemas.microsoft.com/office/drawing/2014/main" id="{2E96779E-FD6A-4CE6-859C-4B05750C6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1110"/>
                <a:ext cx="16" cy="17"/>
              </a:xfrm>
              <a:custGeom>
                <a:avLst/>
                <a:gdLst>
                  <a:gd name="T0" fmla="*/ 0 w 12"/>
                  <a:gd name="T1" fmla="*/ 0 h 12"/>
                  <a:gd name="T2" fmla="*/ 28 w 12"/>
                  <a:gd name="T3" fmla="*/ 3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3" y="5"/>
                      <a:pt x="9" y="7"/>
                      <a:pt x="12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35" name="Freeform 725">
                <a:extLst>
                  <a:ext uri="{FF2B5EF4-FFF2-40B4-BE49-F238E27FC236}">
                    <a16:creationId xmlns:a16="http://schemas.microsoft.com/office/drawing/2014/main" id="{027E4F3C-C2BA-44F0-8AB7-E7B4CD36A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282"/>
                <a:ext cx="7" cy="59"/>
              </a:xfrm>
              <a:custGeom>
                <a:avLst/>
                <a:gdLst>
                  <a:gd name="T0" fmla="*/ 1 w 5"/>
                  <a:gd name="T1" fmla="*/ 0 h 42"/>
                  <a:gd name="T2" fmla="*/ 14 w 5"/>
                  <a:gd name="T3" fmla="*/ 67 h 42"/>
                  <a:gd name="T4" fmla="*/ 0 w 5"/>
                  <a:gd name="T5" fmla="*/ 117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2">
                    <a:moveTo>
                      <a:pt x="1" y="0"/>
                    </a:moveTo>
                    <a:cubicBezTo>
                      <a:pt x="1" y="8"/>
                      <a:pt x="4" y="16"/>
                      <a:pt x="5" y="24"/>
                    </a:cubicBezTo>
                    <a:cubicBezTo>
                      <a:pt x="5" y="31"/>
                      <a:pt x="2" y="37"/>
                      <a:pt x="0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36" name="Freeform 726">
                <a:extLst>
                  <a:ext uri="{FF2B5EF4-FFF2-40B4-BE49-F238E27FC236}">
                    <a16:creationId xmlns:a16="http://schemas.microsoft.com/office/drawing/2014/main" id="{F4F4F882-D1AA-4AD6-AEBD-2C9ABB405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409"/>
                <a:ext cx="187" cy="251"/>
              </a:xfrm>
              <a:custGeom>
                <a:avLst/>
                <a:gdLst>
                  <a:gd name="T0" fmla="*/ 324 w 142"/>
                  <a:gd name="T1" fmla="*/ 0 h 179"/>
                  <a:gd name="T2" fmla="*/ 316 w 142"/>
                  <a:gd name="T3" fmla="*/ 67 h 179"/>
                  <a:gd name="T4" fmla="*/ 303 w 142"/>
                  <a:gd name="T5" fmla="*/ 150 h 179"/>
                  <a:gd name="T6" fmla="*/ 279 w 142"/>
                  <a:gd name="T7" fmla="*/ 191 h 179"/>
                  <a:gd name="T8" fmla="*/ 267 w 142"/>
                  <a:gd name="T9" fmla="*/ 287 h 179"/>
                  <a:gd name="T10" fmla="*/ 224 w 142"/>
                  <a:gd name="T11" fmla="*/ 317 h 179"/>
                  <a:gd name="T12" fmla="*/ 207 w 142"/>
                  <a:gd name="T13" fmla="*/ 390 h 179"/>
                  <a:gd name="T14" fmla="*/ 113 w 142"/>
                  <a:gd name="T15" fmla="*/ 440 h 179"/>
                  <a:gd name="T16" fmla="*/ 32 w 142"/>
                  <a:gd name="T17" fmla="*/ 488 h 179"/>
                  <a:gd name="T18" fmla="*/ 0 w 142"/>
                  <a:gd name="T19" fmla="*/ 453 h 1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79">
                    <a:moveTo>
                      <a:pt x="142" y="0"/>
                    </a:moveTo>
                    <a:cubicBezTo>
                      <a:pt x="137" y="6"/>
                      <a:pt x="139" y="17"/>
                      <a:pt x="138" y="24"/>
                    </a:cubicBezTo>
                    <a:cubicBezTo>
                      <a:pt x="137" y="33"/>
                      <a:pt x="138" y="47"/>
                      <a:pt x="133" y="54"/>
                    </a:cubicBezTo>
                    <a:cubicBezTo>
                      <a:pt x="129" y="60"/>
                      <a:pt x="123" y="62"/>
                      <a:pt x="122" y="69"/>
                    </a:cubicBezTo>
                    <a:cubicBezTo>
                      <a:pt x="120" y="79"/>
                      <a:pt x="122" y="95"/>
                      <a:pt x="117" y="104"/>
                    </a:cubicBezTo>
                    <a:cubicBezTo>
                      <a:pt x="113" y="110"/>
                      <a:pt x="103" y="111"/>
                      <a:pt x="98" y="115"/>
                    </a:cubicBezTo>
                    <a:cubicBezTo>
                      <a:pt x="91" y="120"/>
                      <a:pt x="92" y="134"/>
                      <a:pt x="90" y="141"/>
                    </a:cubicBezTo>
                    <a:cubicBezTo>
                      <a:pt x="84" y="159"/>
                      <a:pt x="61" y="152"/>
                      <a:pt x="49" y="160"/>
                    </a:cubicBezTo>
                    <a:cubicBezTo>
                      <a:pt x="39" y="167"/>
                      <a:pt x="28" y="179"/>
                      <a:pt x="14" y="177"/>
                    </a:cubicBezTo>
                    <a:cubicBezTo>
                      <a:pt x="6" y="176"/>
                      <a:pt x="3" y="171"/>
                      <a:pt x="0" y="16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37" name="Freeform 727">
                <a:extLst>
                  <a:ext uri="{FF2B5EF4-FFF2-40B4-BE49-F238E27FC236}">
                    <a16:creationId xmlns:a16="http://schemas.microsoft.com/office/drawing/2014/main" id="{CC89C264-3855-4D82-A2D2-D2997B7AE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385"/>
                <a:ext cx="167" cy="273"/>
              </a:xfrm>
              <a:custGeom>
                <a:avLst/>
                <a:gdLst>
                  <a:gd name="T0" fmla="*/ 289 w 127"/>
                  <a:gd name="T1" fmla="*/ 0 h 195"/>
                  <a:gd name="T2" fmla="*/ 289 w 127"/>
                  <a:gd name="T3" fmla="*/ 80 h 195"/>
                  <a:gd name="T4" fmla="*/ 259 w 127"/>
                  <a:gd name="T5" fmla="*/ 153 h 195"/>
                  <a:gd name="T6" fmla="*/ 251 w 127"/>
                  <a:gd name="T7" fmla="*/ 234 h 195"/>
                  <a:gd name="T8" fmla="*/ 209 w 127"/>
                  <a:gd name="T9" fmla="*/ 343 h 195"/>
                  <a:gd name="T10" fmla="*/ 122 w 127"/>
                  <a:gd name="T11" fmla="*/ 480 h 195"/>
                  <a:gd name="T12" fmla="*/ 64 w 127"/>
                  <a:gd name="T13" fmla="*/ 528 h 195"/>
                  <a:gd name="T14" fmla="*/ 0 w 127"/>
                  <a:gd name="T15" fmla="*/ 535 h 1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195">
                    <a:moveTo>
                      <a:pt x="127" y="0"/>
                    </a:moveTo>
                    <a:cubicBezTo>
                      <a:pt x="121" y="9"/>
                      <a:pt x="127" y="20"/>
                      <a:pt x="127" y="29"/>
                    </a:cubicBezTo>
                    <a:cubicBezTo>
                      <a:pt x="127" y="40"/>
                      <a:pt x="117" y="47"/>
                      <a:pt x="114" y="56"/>
                    </a:cubicBezTo>
                    <a:cubicBezTo>
                      <a:pt x="110" y="65"/>
                      <a:pt x="111" y="76"/>
                      <a:pt x="110" y="85"/>
                    </a:cubicBezTo>
                    <a:cubicBezTo>
                      <a:pt x="107" y="100"/>
                      <a:pt x="100" y="113"/>
                      <a:pt x="92" y="125"/>
                    </a:cubicBezTo>
                    <a:cubicBezTo>
                      <a:pt x="80" y="143"/>
                      <a:pt x="70" y="160"/>
                      <a:pt x="54" y="175"/>
                    </a:cubicBezTo>
                    <a:cubicBezTo>
                      <a:pt x="46" y="182"/>
                      <a:pt x="40" y="191"/>
                      <a:pt x="28" y="192"/>
                    </a:cubicBezTo>
                    <a:cubicBezTo>
                      <a:pt x="20" y="193"/>
                      <a:pt x="7" y="189"/>
                      <a:pt x="0" y="19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38" name="Freeform 728">
                <a:extLst>
                  <a:ext uri="{FF2B5EF4-FFF2-40B4-BE49-F238E27FC236}">
                    <a16:creationId xmlns:a16="http://schemas.microsoft.com/office/drawing/2014/main" id="{C2E2F701-2EC5-45E3-8FC8-0892CFB2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438"/>
                <a:ext cx="25" cy="74"/>
              </a:xfrm>
              <a:custGeom>
                <a:avLst/>
                <a:gdLst>
                  <a:gd name="T0" fmla="*/ 0 w 19"/>
                  <a:gd name="T1" fmla="*/ 144 h 53"/>
                  <a:gd name="T2" fmla="*/ 24 w 19"/>
                  <a:gd name="T3" fmla="*/ 112 h 53"/>
                  <a:gd name="T4" fmla="*/ 34 w 19"/>
                  <a:gd name="T5" fmla="*/ 82 h 53"/>
                  <a:gd name="T6" fmla="*/ 43 w 19"/>
                  <a:gd name="T7" fmla="*/ 39 h 53"/>
                  <a:gd name="T8" fmla="*/ 37 w 19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3">
                    <a:moveTo>
                      <a:pt x="0" y="53"/>
                    </a:moveTo>
                    <a:cubicBezTo>
                      <a:pt x="3" y="49"/>
                      <a:pt x="8" y="46"/>
                      <a:pt x="11" y="41"/>
                    </a:cubicBezTo>
                    <a:cubicBezTo>
                      <a:pt x="13" y="38"/>
                      <a:pt x="13" y="34"/>
                      <a:pt x="15" y="30"/>
                    </a:cubicBezTo>
                    <a:cubicBezTo>
                      <a:pt x="16" y="25"/>
                      <a:pt x="19" y="20"/>
                      <a:pt x="19" y="14"/>
                    </a:cubicBezTo>
                    <a:cubicBezTo>
                      <a:pt x="18" y="10"/>
                      <a:pt x="16" y="5"/>
                      <a:pt x="16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39" name="Freeform 729">
                <a:extLst>
                  <a:ext uri="{FF2B5EF4-FFF2-40B4-BE49-F238E27FC236}">
                    <a16:creationId xmlns:a16="http://schemas.microsoft.com/office/drawing/2014/main" id="{3B9851C8-E6F1-4A15-A822-218506E39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372"/>
                <a:ext cx="11" cy="58"/>
              </a:xfrm>
              <a:custGeom>
                <a:avLst/>
                <a:gdLst>
                  <a:gd name="T0" fmla="*/ 0 w 8"/>
                  <a:gd name="T1" fmla="*/ 116 h 41"/>
                  <a:gd name="T2" fmla="*/ 19 w 8"/>
                  <a:gd name="T3" fmla="*/ 50 h 41"/>
                  <a:gd name="T4" fmla="*/ 6 w 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1">
                    <a:moveTo>
                      <a:pt x="0" y="41"/>
                    </a:moveTo>
                    <a:cubicBezTo>
                      <a:pt x="4" y="34"/>
                      <a:pt x="8" y="26"/>
                      <a:pt x="7" y="18"/>
                    </a:cubicBezTo>
                    <a:cubicBezTo>
                      <a:pt x="7" y="12"/>
                      <a:pt x="4" y="6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40" name="Freeform 730">
                <a:extLst>
                  <a:ext uri="{FF2B5EF4-FFF2-40B4-BE49-F238E27FC236}">
                    <a16:creationId xmlns:a16="http://schemas.microsoft.com/office/drawing/2014/main" id="{2725E936-3F50-4914-AA4D-929A51FE9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235"/>
                <a:ext cx="13" cy="92"/>
              </a:xfrm>
              <a:custGeom>
                <a:avLst/>
                <a:gdLst>
                  <a:gd name="T0" fmla="*/ 1 w 10"/>
                  <a:gd name="T1" fmla="*/ 0 h 66"/>
                  <a:gd name="T2" fmla="*/ 16 w 10"/>
                  <a:gd name="T3" fmla="*/ 49 h 66"/>
                  <a:gd name="T4" fmla="*/ 21 w 10"/>
                  <a:gd name="T5" fmla="*/ 89 h 66"/>
                  <a:gd name="T6" fmla="*/ 7 w 10"/>
                  <a:gd name="T7" fmla="*/ 178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6">
                    <a:moveTo>
                      <a:pt x="1" y="0"/>
                    </a:moveTo>
                    <a:cubicBezTo>
                      <a:pt x="0" y="6"/>
                      <a:pt x="5" y="12"/>
                      <a:pt x="7" y="18"/>
                    </a:cubicBezTo>
                    <a:cubicBezTo>
                      <a:pt x="8" y="23"/>
                      <a:pt x="9" y="28"/>
                      <a:pt x="9" y="33"/>
                    </a:cubicBezTo>
                    <a:cubicBezTo>
                      <a:pt x="10" y="45"/>
                      <a:pt x="8" y="56"/>
                      <a:pt x="3" y="6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41" name="Freeform 731">
                <a:extLst>
                  <a:ext uri="{FF2B5EF4-FFF2-40B4-BE49-F238E27FC236}">
                    <a16:creationId xmlns:a16="http://schemas.microsoft.com/office/drawing/2014/main" id="{BCF45DF6-6E9B-47AD-82DD-A8ED962BA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1316"/>
                <a:ext cx="6" cy="79"/>
              </a:xfrm>
              <a:custGeom>
                <a:avLst/>
                <a:gdLst>
                  <a:gd name="T0" fmla="*/ 2 w 5"/>
                  <a:gd name="T1" fmla="*/ 157 h 56"/>
                  <a:gd name="T2" fmla="*/ 6 w 5"/>
                  <a:gd name="T3" fmla="*/ 117 h 56"/>
                  <a:gd name="T4" fmla="*/ 7 w 5"/>
                  <a:gd name="T5" fmla="*/ 68 h 56"/>
                  <a:gd name="T6" fmla="*/ 2 w 5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6">
                    <a:moveTo>
                      <a:pt x="2" y="56"/>
                    </a:moveTo>
                    <a:cubicBezTo>
                      <a:pt x="0" y="53"/>
                      <a:pt x="3" y="46"/>
                      <a:pt x="3" y="42"/>
                    </a:cubicBezTo>
                    <a:cubicBezTo>
                      <a:pt x="4" y="36"/>
                      <a:pt x="4" y="30"/>
                      <a:pt x="4" y="24"/>
                    </a:cubicBezTo>
                    <a:cubicBezTo>
                      <a:pt x="5" y="16"/>
                      <a:pt x="4" y="8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42" name="Freeform 732">
                <a:extLst>
                  <a:ext uri="{FF2B5EF4-FFF2-40B4-BE49-F238E27FC236}">
                    <a16:creationId xmlns:a16="http://schemas.microsoft.com/office/drawing/2014/main" id="{309727ED-22D3-43E2-AEB0-B8B30BD6E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974"/>
                <a:ext cx="174" cy="667"/>
              </a:xfrm>
              <a:custGeom>
                <a:avLst/>
                <a:gdLst>
                  <a:gd name="T0" fmla="*/ 272 w 132"/>
                  <a:gd name="T1" fmla="*/ 1310 h 476"/>
                  <a:gd name="T2" fmla="*/ 220 w 132"/>
                  <a:gd name="T3" fmla="*/ 1302 h 476"/>
                  <a:gd name="T4" fmla="*/ 179 w 132"/>
                  <a:gd name="T5" fmla="*/ 1282 h 476"/>
                  <a:gd name="T6" fmla="*/ 165 w 132"/>
                  <a:gd name="T7" fmla="*/ 1233 h 476"/>
                  <a:gd name="T8" fmla="*/ 138 w 132"/>
                  <a:gd name="T9" fmla="*/ 1202 h 476"/>
                  <a:gd name="T10" fmla="*/ 99 w 132"/>
                  <a:gd name="T11" fmla="*/ 1164 h 476"/>
                  <a:gd name="T12" fmla="*/ 87 w 132"/>
                  <a:gd name="T13" fmla="*/ 1110 h 476"/>
                  <a:gd name="T14" fmla="*/ 65 w 132"/>
                  <a:gd name="T15" fmla="*/ 1058 h 476"/>
                  <a:gd name="T16" fmla="*/ 49 w 132"/>
                  <a:gd name="T17" fmla="*/ 1002 h 476"/>
                  <a:gd name="T18" fmla="*/ 37 w 132"/>
                  <a:gd name="T19" fmla="*/ 960 h 476"/>
                  <a:gd name="T20" fmla="*/ 16 w 132"/>
                  <a:gd name="T21" fmla="*/ 921 h 476"/>
                  <a:gd name="T22" fmla="*/ 22 w 132"/>
                  <a:gd name="T23" fmla="*/ 856 h 476"/>
                  <a:gd name="T24" fmla="*/ 12 w 132"/>
                  <a:gd name="T25" fmla="*/ 803 h 476"/>
                  <a:gd name="T26" fmla="*/ 1 w 132"/>
                  <a:gd name="T27" fmla="*/ 729 h 476"/>
                  <a:gd name="T28" fmla="*/ 7 w 132"/>
                  <a:gd name="T29" fmla="*/ 625 h 476"/>
                  <a:gd name="T30" fmla="*/ 12 w 132"/>
                  <a:gd name="T31" fmla="*/ 544 h 476"/>
                  <a:gd name="T32" fmla="*/ 15 w 132"/>
                  <a:gd name="T33" fmla="*/ 485 h 476"/>
                  <a:gd name="T34" fmla="*/ 28 w 132"/>
                  <a:gd name="T35" fmla="*/ 405 h 476"/>
                  <a:gd name="T36" fmla="*/ 42 w 132"/>
                  <a:gd name="T37" fmla="*/ 356 h 476"/>
                  <a:gd name="T38" fmla="*/ 45 w 132"/>
                  <a:gd name="T39" fmla="*/ 300 h 476"/>
                  <a:gd name="T40" fmla="*/ 78 w 132"/>
                  <a:gd name="T41" fmla="*/ 248 h 476"/>
                  <a:gd name="T42" fmla="*/ 92 w 132"/>
                  <a:gd name="T43" fmla="*/ 177 h 476"/>
                  <a:gd name="T44" fmla="*/ 121 w 132"/>
                  <a:gd name="T45" fmla="*/ 143 h 476"/>
                  <a:gd name="T46" fmla="*/ 165 w 132"/>
                  <a:gd name="T47" fmla="*/ 63 h 476"/>
                  <a:gd name="T48" fmla="*/ 203 w 132"/>
                  <a:gd name="T49" fmla="*/ 48 h 476"/>
                  <a:gd name="T50" fmla="*/ 236 w 132"/>
                  <a:gd name="T51" fmla="*/ 8 h 476"/>
                  <a:gd name="T52" fmla="*/ 278 w 132"/>
                  <a:gd name="T53" fmla="*/ 6 h 476"/>
                  <a:gd name="T54" fmla="*/ 302 w 132"/>
                  <a:gd name="T55" fmla="*/ 11 h 47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2" h="476">
                    <a:moveTo>
                      <a:pt x="118" y="476"/>
                    </a:moveTo>
                    <a:cubicBezTo>
                      <a:pt x="111" y="474"/>
                      <a:pt x="104" y="473"/>
                      <a:pt x="96" y="473"/>
                    </a:cubicBezTo>
                    <a:cubicBezTo>
                      <a:pt x="88" y="473"/>
                      <a:pt x="83" y="473"/>
                      <a:pt x="78" y="466"/>
                    </a:cubicBezTo>
                    <a:cubicBezTo>
                      <a:pt x="75" y="460"/>
                      <a:pt x="74" y="454"/>
                      <a:pt x="72" y="448"/>
                    </a:cubicBezTo>
                    <a:cubicBezTo>
                      <a:pt x="69" y="442"/>
                      <a:pt x="66" y="441"/>
                      <a:pt x="61" y="437"/>
                    </a:cubicBezTo>
                    <a:cubicBezTo>
                      <a:pt x="55" y="433"/>
                      <a:pt x="47" y="428"/>
                      <a:pt x="43" y="423"/>
                    </a:cubicBezTo>
                    <a:cubicBezTo>
                      <a:pt x="38" y="417"/>
                      <a:pt x="38" y="410"/>
                      <a:pt x="38" y="403"/>
                    </a:cubicBezTo>
                    <a:cubicBezTo>
                      <a:pt x="39" y="394"/>
                      <a:pt x="34" y="391"/>
                      <a:pt x="28" y="385"/>
                    </a:cubicBezTo>
                    <a:cubicBezTo>
                      <a:pt x="22" y="378"/>
                      <a:pt x="21" y="373"/>
                      <a:pt x="21" y="364"/>
                    </a:cubicBezTo>
                    <a:cubicBezTo>
                      <a:pt x="21" y="357"/>
                      <a:pt x="21" y="355"/>
                      <a:pt x="16" y="349"/>
                    </a:cubicBezTo>
                    <a:cubicBezTo>
                      <a:pt x="13" y="345"/>
                      <a:pt x="9" y="341"/>
                      <a:pt x="7" y="335"/>
                    </a:cubicBezTo>
                    <a:cubicBezTo>
                      <a:pt x="6" y="327"/>
                      <a:pt x="9" y="318"/>
                      <a:pt x="10" y="311"/>
                    </a:cubicBezTo>
                    <a:cubicBezTo>
                      <a:pt x="11" y="303"/>
                      <a:pt x="8" y="300"/>
                      <a:pt x="5" y="292"/>
                    </a:cubicBezTo>
                    <a:cubicBezTo>
                      <a:pt x="1" y="284"/>
                      <a:pt x="0" y="274"/>
                      <a:pt x="1" y="265"/>
                    </a:cubicBezTo>
                    <a:cubicBezTo>
                      <a:pt x="3" y="252"/>
                      <a:pt x="6" y="240"/>
                      <a:pt x="3" y="227"/>
                    </a:cubicBezTo>
                    <a:cubicBezTo>
                      <a:pt x="1" y="216"/>
                      <a:pt x="1" y="208"/>
                      <a:pt x="5" y="198"/>
                    </a:cubicBezTo>
                    <a:cubicBezTo>
                      <a:pt x="9" y="190"/>
                      <a:pt x="7" y="185"/>
                      <a:pt x="6" y="176"/>
                    </a:cubicBezTo>
                    <a:cubicBezTo>
                      <a:pt x="4" y="166"/>
                      <a:pt x="7" y="156"/>
                      <a:pt x="12" y="147"/>
                    </a:cubicBezTo>
                    <a:cubicBezTo>
                      <a:pt x="16" y="140"/>
                      <a:pt x="18" y="137"/>
                      <a:pt x="18" y="129"/>
                    </a:cubicBezTo>
                    <a:cubicBezTo>
                      <a:pt x="17" y="123"/>
                      <a:pt x="18" y="114"/>
                      <a:pt x="20" y="109"/>
                    </a:cubicBezTo>
                    <a:cubicBezTo>
                      <a:pt x="24" y="101"/>
                      <a:pt x="32" y="98"/>
                      <a:pt x="34" y="90"/>
                    </a:cubicBezTo>
                    <a:cubicBezTo>
                      <a:pt x="36" y="82"/>
                      <a:pt x="35" y="73"/>
                      <a:pt x="40" y="64"/>
                    </a:cubicBezTo>
                    <a:cubicBezTo>
                      <a:pt x="43" y="57"/>
                      <a:pt x="47" y="56"/>
                      <a:pt x="53" y="52"/>
                    </a:cubicBezTo>
                    <a:cubicBezTo>
                      <a:pt x="64" y="46"/>
                      <a:pt x="63" y="32"/>
                      <a:pt x="72" y="23"/>
                    </a:cubicBezTo>
                    <a:cubicBezTo>
                      <a:pt x="77" y="18"/>
                      <a:pt x="83" y="19"/>
                      <a:pt x="89" y="17"/>
                    </a:cubicBezTo>
                    <a:cubicBezTo>
                      <a:pt x="95" y="14"/>
                      <a:pt x="98" y="7"/>
                      <a:pt x="103" y="3"/>
                    </a:cubicBezTo>
                    <a:cubicBezTo>
                      <a:pt x="109" y="0"/>
                      <a:pt x="116" y="0"/>
                      <a:pt x="121" y="2"/>
                    </a:cubicBezTo>
                    <a:cubicBezTo>
                      <a:pt x="125" y="2"/>
                      <a:pt x="128" y="5"/>
                      <a:pt x="13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43" name="Freeform 733">
                <a:extLst>
                  <a:ext uri="{FF2B5EF4-FFF2-40B4-BE49-F238E27FC236}">
                    <a16:creationId xmlns:a16="http://schemas.microsoft.com/office/drawing/2014/main" id="{E4DBB16A-49F8-471E-B7C2-F451AFCBB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970"/>
                <a:ext cx="99" cy="67"/>
              </a:xfrm>
              <a:custGeom>
                <a:avLst/>
                <a:gdLst>
                  <a:gd name="T0" fmla="*/ 168 w 76"/>
                  <a:gd name="T1" fmla="*/ 131 h 48"/>
                  <a:gd name="T2" fmla="*/ 139 w 76"/>
                  <a:gd name="T3" fmla="*/ 68 h 48"/>
                  <a:gd name="T4" fmla="*/ 94 w 76"/>
                  <a:gd name="T5" fmla="*/ 35 h 48"/>
                  <a:gd name="T6" fmla="*/ 68 w 76"/>
                  <a:gd name="T7" fmla="*/ 34 h 48"/>
                  <a:gd name="T8" fmla="*/ 44 w 76"/>
                  <a:gd name="T9" fmla="*/ 11 h 48"/>
                  <a:gd name="T10" fmla="*/ 0 w 76"/>
                  <a:gd name="T11" fmla="*/ 2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8">
                    <a:moveTo>
                      <a:pt x="76" y="48"/>
                    </a:moveTo>
                    <a:cubicBezTo>
                      <a:pt x="70" y="48"/>
                      <a:pt x="66" y="29"/>
                      <a:pt x="63" y="25"/>
                    </a:cubicBezTo>
                    <a:cubicBezTo>
                      <a:pt x="58" y="16"/>
                      <a:pt x="51" y="14"/>
                      <a:pt x="42" y="13"/>
                    </a:cubicBezTo>
                    <a:cubicBezTo>
                      <a:pt x="38" y="13"/>
                      <a:pt x="35" y="14"/>
                      <a:pt x="31" y="12"/>
                    </a:cubicBezTo>
                    <a:cubicBezTo>
                      <a:pt x="26" y="11"/>
                      <a:pt x="24" y="7"/>
                      <a:pt x="20" y="4"/>
                    </a:cubicBezTo>
                    <a:cubicBezTo>
                      <a:pt x="12" y="0"/>
                      <a:pt x="7" y="3"/>
                      <a:pt x="0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44" name="Freeform 734">
                <a:extLst>
                  <a:ext uri="{FF2B5EF4-FFF2-40B4-BE49-F238E27FC236}">
                    <a16:creationId xmlns:a16="http://schemas.microsoft.com/office/drawing/2014/main" id="{49B184DC-8492-4D5E-8270-15F7A3E3C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995"/>
                <a:ext cx="46" cy="59"/>
              </a:xfrm>
              <a:custGeom>
                <a:avLst/>
                <a:gdLst>
                  <a:gd name="T0" fmla="*/ 0 w 35"/>
                  <a:gd name="T1" fmla="*/ 1 h 42"/>
                  <a:gd name="T2" fmla="*/ 0 w 35"/>
                  <a:gd name="T3" fmla="*/ 0 h 42"/>
                  <a:gd name="T4" fmla="*/ 59 w 35"/>
                  <a:gd name="T5" fmla="*/ 29 h 42"/>
                  <a:gd name="T6" fmla="*/ 71 w 35"/>
                  <a:gd name="T7" fmla="*/ 83 h 42"/>
                  <a:gd name="T8" fmla="*/ 78 w 35"/>
                  <a:gd name="T9" fmla="*/ 11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8" y="4"/>
                      <a:pt x="22" y="3"/>
                      <a:pt x="26" y="11"/>
                    </a:cubicBezTo>
                    <a:cubicBezTo>
                      <a:pt x="29" y="16"/>
                      <a:pt x="30" y="24"/>
                      <a:pt x="31" y="30"/>
                    </a:cubicBezTo>
                    <a:cubicBezTo>
                      <a:pt x="32" y="34"/>
                      <a:pt x="35" y="39"/>
                      <a:pt x="34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45" name="Freeform 735">
                <a:extLst>
                  <a:ext uri="{FF2B5EF4-FFF2-40B4-BE49-F238E27FC236}">
                    <a16:creationId xmlns:a16="http://schemas.microsoft.com/office/drawing/2014/main" id="{0976A42A-4A35-4B3C-9E0E-5165B9900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960"/>
                <a:ext cx="53" cy="31"/>
              </a:xfrm>
              <a:custGeom>
                <a:avLst/>
                <a:gdLst>
                  <a:gd name="T0" fmla="*/ 93 w 40"/>
                  <a:gd name="T1" fmla="*/ 62 h 22"/>
                  <a:gd name="T2" fmla="*/ 44 w 40"/>
                  <a:gd name="T3" fmla="*/ 11 h 22"/>
                  <a:gd name="T4" fmla="*/ 0 w 40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2" y="17"/>
                      <a:pt x="28" y="8"/>
                      <a:pt x="19" y="4"/>
                    </a:cubicBezTo>
                    <a:cubicBezTo>
                      <a:pt x="12" y="0"/>
                      <a:pt x="5" y="4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46" name="Freeform 736">
                <a:extLst>
                  <a:ext uri="{FF2B5EF4-FFF2-40B4-BE49-F238E27FC236}">
                    <a16:creationId xmlns:a16="http://schemas.microsoft.com/office/drawing/2014/main" id="{E2D7F4EB-C04C-402C-98A0-4BEF09F7C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974"/>
                <a:ext cx="42" cy="32"/>
              </a:xfrm>
              <a:custGeom>
                <a:avLst/>
                <a:gdLst>
                  <a:gd name="T0" fmla="*/ 72 w 32"/>
                  <a:gd name="T1" fmla="*/ 6 h 23"/>
                  <a:gd name="T2" fmla="*/ 21 w 32"/>
                  <a:gd name="T3" fmla="*/ 15 h 23"/>
                  <a:gd name="T4" fmla="*/ 0 w 32"/>
                  <a:gd name="T5" fmla="*/ 6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3">
                    <a:moveTo>
                      <a:pt x="32" y="2"/>
                    </a:moveTo>
                    <a:cubicBezTo>
                      <a:pt x="23" y="2"/>
                      <a:pt x="16" y="0"/>
                      <a:pt x="9" y="6"/>
                    </a:cubicBezTo>
                    <a:cubicBezTo>
                      <a:pt x="4" y="11"/>
                      <a:pt x="1" y="16"/>
                      <a:pt x="0" y="2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47" name="Freeform 737">
                <a:extLst>
                  <a:ext uri="{FF2B5EF4-FFF2-40B4-BE49-F238E27FC236}">
                    <a16:creationId xmlns:a16="http://schemas.microsoft.com/office/drawing/2014/main" id="{91BE3902-9754-4857-B6A0-DE2C20667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065"/>
                <a:ext cx="30" cy="64"/>
              </a:xfrm>
              <a:custGeom>
                <a:avLst/>
                <a:gdLst>
                  <a:gd name="T0" fmla="*/ 51 w 23"/>
                  <a:gd name="T1" fmla="*/ 0 h 46"/>
                  <a:gd name="T2" fmla="*/ 16 w 23"/>
                  <a:gd name="T3" fmla="*/ 63 h 46"/>
                  <a:gd name="T4" fmla="*/ 9 w 23"/>
                  <a:gd name="T5" fmla="*/ 124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6">
                    <a:moveTo>
                      <a:pt x="23" y="0"/>
                    </a:moveTo>
                    <a:cubicBezTo>
                      <a:pt x="14" y="4"/>
                      <a:pt x="10" y="14"/>
                      <a:pt x="7" y="23"/>
                    </a:cubicBezTo>
                    <a:cubicBezTo>
                      <a:pt x="5" y="30"/>
                      <a:pt x="0" y="40"/>
                      <a:pt x="4" y="4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48" name="Freeform 738">
                <a:extLst>
                  <a:ext uri="{FF2B5EF4-FFF2-40B4-BE49-F238E27FC236}">
                    <a16:creationId xmlns:a16="http://schemas.microsoft.com/office/drawing/2014/main" id="{F7A0280F-BA39-49D8-A929-D02B1387B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202"/>
                <a:ext cx="11" cy="61"/>
              </a:xfrm>
              <a:custGeom>
                <a:avLst/>
                <a:gdLst>
                  <a:gd name="T0" fmla="*/ 21 w 8"/>
                  <a:gd name="T1" fmla="*/ 0 h 43"/>
                  <a:gd name="T2" fmla="*/ 8 w 8"/>
                  <a:gd name="T3" fmla="*/ 34 h 43"/>
                  <a:gd name="T4" fmla="*/ 6 w 8"/>
                  <a:gd name="T5" fmla="*/ 62 h 43"/>
                  <a:gd name="T6" fmla="*/ 14 w 8"/>
                  <a:gd name="T7" fmla="*/ 123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3">
                    <a:moveTo>
                      <a:pt x="8" y="0"/>
                    </a:moveTo>
                    <a:cubicBezTo>
                      <a:pt x="8" y="4"/>
                      <a:pt x="4" y="8"/>
                      <a:pt x="3" y="12"/>
                    </a:cubicBezTo>
                    <a:cubicBezTo>
                      <a:pt x="2" y="15"/>
                      <a:pt x="2" y="19"/>
                      <a:pt x="2" y="22"/>
                    </a:cubicBezTo>
                    <a:cubicBezTo>
                      <a:pt x="1" y="29"/>
                      <a:pt x="0" y="38"/>
                      <a:pt x="5" y="4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49" name="Freeform 739">
                <a:extLst>
                  <a:ext uri="{FF2B5EF4-FFF2-40B4-BE49-F238E27FC236}">
                    <a16:creationId xmlns:a16="http://schemas.microsoft.com/office/drawing/2014/main" id="{09AB81BC-C1F1-45F8-95CC-075C21691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637"/>
                <a:ext cx="53" cy="28"/>
              </a:xfrm>
              <a:custGeom>
                <a:avLst/>
                <a:gdLst>
                  <a:gd name="T0" fmla="*/ 0 w 40"/>
                  <a:gd name="T1" fmla="*/ 0 h 20"/>
                  <a:gd name="T2" fmla="*/ 23 w 40"/>
                  <a:gd name="T3" fmla="*/ 21 h 20"/>
                  <a:gd name="T4" fmla="*/ 49 w 40"/>
                  <a:gd name="T5" fmla="*/ 48 h 20"/>
                  <a:gd name="T6" fmla="*/ 93 w 40"/>
                  <a:gd name="T7" fmla="*/ 3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0" y="0"/>
                    </a:moveTo>
                    <a:cubicBezTo>
                      <a:pt x="1" y="3"/>
                      <a:pt x="7" y="6"/>
                      <a:pt x="10" y="8"/>
                    </a:cubicBezTo>
                    <a:cubicBezTo>
                      <a:pt x="14" y="11"/>
                      <a:pt x="17" y="15"/>
                      <a:pt x="21" y="17"/>
                    </a:cubicBezTo>
                    <a:cubicBezTo>
                      <a:pt x="28" y="20"/>
                      <a:pt x="35" y="16"/>
                      <a:pt x="40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50" name="Freeform 740">
                <a:extLst>
                  <a:ext uri="{FF2B5EF4-FFF2-40B4-BE49-F238E27FC236}">
                    <a16:creationId xmlns:a16="http://schemas.microsoft.com/office/drawing/2014/main" id="{E842CCAB-1D04-4574-9BF8-727664545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654"/>
                <a:ext cx="77" cy="21"/>
              </a:xfrm>
              <a:custGeom>
                <a:avLst/>
                <a:gdLst>
                  <a:gd name="T0" fmla="*/ 131 w 59"/>
                  <a:gd name="T1" fmla="*/ 1 h 15"/>
                  <a:gd name="T2" fmla="*/ 97 w 59"/>
                  <a:gd name="T3" fmla="*/ 25 h 15"/>
                  <a:gd name="T4" fmla="*/ 60 w 59"/>
                  <a:gd name="T5" fmla="*/ 39 h 15"/>
                  <a:gd name="T6" fmla="*/ 0 w 59"/>
                  <a:gd name="T7" fmla="*/ 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5">
                    <a:moveTo>
                      <a:pt x="59" y="1"/>
                    </a:moveTo>
                    <a:cubicBezTo>
                      <a:pt x="54" y="0"/>
                      <a:pt x="48" y="7"/>
                      <a:pt x="44" y="9"/>
                    </a:cubicBezTo>
                    <a:cubicBezTo>
                      <a:pt x="38" y="13"/>
                      <a:pt x="34" y="14"/>
                      <a:pt x="27" y="14"/>
                    </a:cubicBezTo>
                    <a:cubicBezTo>
                      <a:pt x="17" y="15"/>
                      <a:pt x="9" y="11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51" name="Freeform 741">
                <a:extLst>
                  <a:ext uri="{FF2B5EF4-FFF2-40B4-BE49-F238E27FC236}">
                    <a16:creationId xmlns:a16="http://schemas.microsoft.com/office/drawing/2014/main" id="{148E87ED-91AD-4DAB-98F6-E5853D84D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580"/>
                <a:ext cx="53" cy="66"/>
              </a:xfrm>
              <a:custGeom>
                <a:avLst/>
                <a:gdLst>
                  <a:gd name="T0" fmla="*/ 0 w 40"/>
                  <a:gd name="T1" fmla="*/ 131 h 47"/>
                  <a:gd name="T2" fmla="*/ 60 w 40"/>
                  <a:gd name="T3" fmla="*/ 88 h 47"/>
                  <a:gd name="T4" fmla="*/ 93 w 40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0" y="47"/>
                    </a:moveTo>
                    <a:cubicBezTo>
                      <a:pt x="8" y="41"/>
                      <a:pt x="18" y="39"/>
                      <a:pt x="26" y="32"/>
                    </a:cubicBezTo>
                    <a:cubicBezTo>
                      <a:pt x="37" y="23"/>
                      <a:pt x="36" y="12"/>
                      <a:pt x="4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52" name="Freeform 742">
                <a:extLst>
                  <a:ext uri="{FF2B5EF4-FFF2-40B4-BE49-F238E27FC236}">
                    <a16:creationId xmlns:a16="http://schemas.microsoft.com/office/drawing/2014/main" id="{289E9F32-5FAE-4236-95B2-A486B3E30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1508"/>
                <a:ext cx="44" cy="87"/>
              </a:xfrm>
              <a:custGeom>
                <a:avLst/>
                <a:gdLst>
                  <a:gd name="T0" fmla="*/ 79 w 33"/>
                  <a:gd name="T1" fmla="*/ 0 h 62"/>
                  <a:gd name="T2" fmla="*/ 63 w 33"/>
                  <a:gd name="T3" fmla="*/ 55 h 62"/>
                  <a:gd name="T4" fmla="*/ 48 w 33"/>
                  <a:gd name="T5" fmla="*/ 97 h 62"/>
                  <a:gd name="T6" fmla="*/ 28 w 33"/>
                  <a:gd name="T7" fmla="*/ 136 h 62"/>
                  <a:gd name="T8" fmla="*/ 0 w 33"/>
                  <a:gd name="T9" fmla="*/ 17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2">
                    <a:moveTo>
                      <a:pt x="33" y="0"/>
                    </a:moveTo>
                    <a:cubicBezTo>
                      <a:pt x="28" y="4"/>
                      <a:pt x="28" y="14"/>
                      <a:pt x="26" y="20"/>
                    </a:cubicBezTo>
                    <a:cubicBezTo>
                      <a:pt x="25" y="26"/>
                      <a:pt x="23" y="30"/>
                      <a:pt x="20" y="35"/>
                    </a:cubicBezTo>
                    <a:cubicBezTo>
                      <a:pt x="18" y="39"/>
                      <a:pt x="15" y="45"/>
                      <a:pt x="12" y="49"/>
                    </a:cubicBezTo>
                    <a:cubicBezTo>
                      <a:pt x="9" y="54"/>
                      <a:pt x="4" y="58"/>
                      <a:pt x="0" y="6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53" name="Freeform 743">
                <a:extLst>
                  <a:ext uri="{FF2B5EF4-FFF2-40B4-BE49-F238E27FC236}">
                    <a16:creationId xmlns:a16="http://schemas.microsoft.com/office/drawing/2014/main" id="{70F065CB-D9AF-4C8E-9BDF-18D817ED3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568"/>
                <a:ext cx="43" cy="57"/>
              </a:xfrm>
              <a:custGeom>
                <a:avLst/>
                <a:gdLst>
                  <a:gd name="T0" fmla="*/ 0 w 33"/>
                  <a:gd name="T1" fmla="*/ 0 h 40"/>
                  <a:gd name="T2" fmla="*/ 27 w 33"/>
                  <a:gd name="T3" fmla="*/ 77 h 40"/>
                  <a:gd name="T4" fmla="*/ 73 w 33"/>
                  <a:gd name="T5" fmla="*/ 11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0">
                    <a:moveTo>
                      <a:pt x="0" y="0"/>
                    </a:moveTo>
                    <a:cubicBezTo>
                      <a:pt x="8" y="8"/>
                      <a:pt x="7" y="19"/>
                      <a:pt x="12" y="27"/>
                    </a:cubicBezTo>
                    <a:cubicBezTo>
                      <a:pt x="17" y="34"/>
                      <a:pt x="26" y="37"/>
                      <a:pt x="33" y="4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54" name="Freeform 744">
                <a:extLst>
                  <a:ext uri="{FF2B5EF4-FFF2-40B4-BE49-F238E27FC236}">
                    <a16:creationId xmlns:a16="http://schemas.microsoft.com/office/drawing/2014/main" id="{8A0C2C6D-3768-4207-99C9-32F2895BA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07"/>
                <a:ext cx="21" cy="52"/>
              </a:xfrm>
              <a:custGeom>
                <a:avLst/>
                <a:gdLst>
                  <a:gd name="T0" fmla="*/ 0 w 16"/>
                  <a:gd name="T1" fmla="*/ 0 h 37"/>
                  <a:gd name="T2" fmla="*/ 12 w 16"/>
                  <a:gd name="T3" fmla="*/ 67 h 37"/>
                  <a:gd name="T4" fmla="*/ 37 w 16"/>
                  <a:gd name="T5" fmla="*/ 10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7">
                    <a:moveTo>
                      <a:pt x="0" y="0"/>
                    </a:moveTo>
                    <a:cubicBezTo>
                      <a:pt x="3" y="7"/>
                      <a:pt x="2" y="16"/>
                      <a:pt x="5" y="24"/>
                    </a:cubicBezTo>
                    <a:cubicBezTo>
                      <a:pt x="7" y="30"/>
                      <a:pt x="13" y="32"/>
                      <a:pt x="16" y="3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55" name="Freeform 745">
                <a:extLst>
                  <a:ext uri="{FF2B5EF4-FFF2-40B4-BE49-F238E27FC236}">
                    <a16:creationId xmlns:a16="http://schemas.microsoft.com/office/drawing/2014/main" id="{93BDA304-445B-4096-80D6-85F0A81DB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448"/>
                <a:ext cx="18" cy="53"/>
              </a:xfrm>
              <a:custGeom>
                <a:avLst/>
                <a:gdLst>
                  <a:gd name="T0" fmla="*/ 0 w 13"/>
                  <a:gd name="T1" fmla="*/ 0 h 38"/>
                  <a:gd name="T2" fmla="*/ 8 w 13"/>
                  <a:gd name="T3" fmla="*/ 35 h 38"/>
                  <a:gd name="T4" fmla="*/ 14 w 13"/>
                  <a:gd name="T5" fmla="*/ 68 h 38"/>
                  <a:gd name="T6" fmla="*/ 35 w 13"/>
                  <a:gd name="T7" fmla="*/ 10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0" y="4"/>
                      <a:pt x="2" y="8"/>
                      <a:pt x="3" y="13"/>
                    </a:cubicBezTo>
                    <a:cubicBezTo>
                      <a:pt x="3" y="17"/>
                      <a:pt x="3" y="21"/>
                      <a:pt x="5" y="25"/>
                    </a:cubicBezTo>
                    <a:cubicBezTo>
                      <a:pt x="7" y="30"/>
                      <a:pt x="11" y="34"/>
                      <a:pt x="13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56" name="Freeform 746">
                <a:extLst>
                  <a:ext uri="{FF2B5EF4-FFF2-40B4-BE49-F238E27FC236}">
                    <a16:creationId xmlns:a16="http://schemas.microsoft.com/office/drawing/2014/main" id="{6A478002-84AD-449F-B7EF-E61FA6050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368"/>
                <a:ext cx="13" cy="69"/>
              </a:xfrm>
              <a:custGeom>
                <a:avLst/>
                <a:gdLst>
                  <a:gd name="T0" fmla="*/ 7 w 10"/>
                  <a:gd name="T1" fmla="*/ 0 h 49"/>
                  <a:gd name="T2" fmla="*/ 5 w 10"/>
                  <a:gd name="T3" fmla="*/ 77 h 49"/>
                  <a:gd name="T4" fmla="*/ 22 w 10"/>
                  <a:gd name="T5" fmla="*/ 137 h 49"/>
                  <a:gd name="T6" fmla="*/ 21 w 10"/>
                  <a:gd name="T7" fmla="*/ 13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9">
                    <a:moveTo>
                      <a:pt x="3" y="0"/>
                    </a:moveTo>
                    <a:cubicBezTo>
                      <a:pt x="3" y="10"/>
                      <a:pt x="0" y="18"/>
                      <a:pt x="2" y="28"/>
                    </a:cubicBezTo>
                    <a:cubicBezTo>
                      <a:pt x="4" y="36"/>
                      <a:pt x="5" y="43"/>
                      <a:pt x="10" y="49"/>
                    </a:cubicBezTo>
                    <a:cubicBezTo>
                      <a:pt x="10" y="49"/>
                      <a:pt x="10" y="49"/>
                      <a:pt x="9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57" name="Freeform 747">
                <a:extLst>
                  <a:ext uri="{FF2B5EF4-FFF2-40B4-BE49-F238E27FC236}">
                    <a16:creationId xmlns:a16="http://schemas.microsoft.com/office/drawing/2014/main" id="{4CD80A92-0FC1-4919-A466-EC766B0CE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277"/>
                <a:ext cx="12" cy="80"/>
              </a:xfrm>
              <a:custGeom>
                <a:avLst/>
                <a:gdLst>
                  <a:gd name="T0" fmla="*/ 21 w 9"/>
                  <a:gd name="T1" fmla="*/ 0 h 57"/>
                  <a:gd name="T2" fmla="*/ 5 w 9"/>
                  <a:gd name="T3" fmla="*/ 94 h 57"/>
                  <a:gd name="T4" fmla="*/ 21 w 9"/>
                  <a:gd name="T5" fmla="*/ 157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7">
                    <a:moveTo>
                      <a:pt x="9" y="0"/>
                    </a:moveTo>
                    <a:cubicBezTo>
                      <a:pt x="7" y="12"/>
                      <a:pt x="0" y="22"/>
                      <a:pt x="2" y="34"/>
                    </a:cubicBezTo>
                    <a:cubicBezTo>
                      <a:pt x="3" y="40"/>
                      <a:pt x="5" y="52"/>
                      <a:pt x="9" y="5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58" name="Freeform 748">
                <a:extLst>
                  <a:ext uri="{FF2B5EF4-FFF2-40B4-BE49-F238E27FC236}">
                    <a16:creationId xmlns:a16="http://schemas.microsoft.com/office/drawing/2014/main" id="{BFFCF079-6D0F-42A1-BDAD-40D02A8C3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128"/>
                <a:ext cx="20" cy="67"/>
              </a:xfrm>
              <a:custGeom>
                <a:avLst/>
                <a:gdLst>
                  <a:gd name="T0" fmla="*/ 36 w 15"/>
                  <a:gd name="T1" fmla="*/ 0 h 48"/>
                  <a:gd name="T2" fmla="*/ 20 w 15"/>
                  <a:gd name="T3" fmla="*/ 34 h 48"/>
                  <a:gd name="T4" fmla="*/ 7 w 15"/>
                  <a:gd name="T5" fmla="*/ 60 h 48"/>
                  <a:gd name="T6" fmla="*/ 5 w 15"/>
                  <a:gd name="T7" fmla="*/ 13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8">
                    <a:moveTo>
                      <a:pt x="15" y="0"/>
                    </a:moveTo>
                    <a:cubicBezTo>
                      <a:pt x="14" y="4"/>
                      <a:pt x="10" y="8"/>
                      <a:pt x="8" y="12"/>
                    </a:cubicBezTo>
                    <a:cubicBezTo>
                      <a:pt x="6" y="15"/>
                      <a:pt x="5" y="19"/>
                      <a:pt x="3" y="22"/>
                    </a:cubicBezTo>
                    <a:cubicBezTo>
                      <a:pt x="1" y="30"/>
                      <a:pt x="0" y="40"/>
                      <a:pt x="2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59" name="Freeform 749">
                <a:extLst>
                  <a:ext uri="{FF2B5EF4-FFF2-40B4-BE49-F238E27FC236}">
                    <a16:creationId xmlns:a16="http://schemas.microsoft.com/office/drawing/2014/main" id="{3A1B1688-7390-4197-A4BA-C006D213E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005"/>
                <a:ext cx="38" cy="52"/>
              </a:xfrm>
              <a:custGeom>
                <a:avLst/>
                <a:gdLst>
                  <a:gd name="T0" fmla="*/ 66 w 29"/>
                  <a:gd name="T1" fmla="*/ 0 h 37"/>
                  <a:gd name="T2" fmla="*/ 34 w 29"/>
                  <a:gd name="T3" fmla="*/ 14 h 37"/>
                  <a:gd name="T4" fmla="*/ 21 w 29"/>
                  <a:gd name="T5" fmla="*/ 39 h 37"/>
                  <a:gd name="T6" fmla="*/ 0 w 29"/>
                  <a:gd name="T7" fmla="*/ 10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7">
                    <a:moveTo>
                      <a:pt x="29" y="0"/>
                    </a:moveTo>
                    <a:cubicBezTo>
                      <a:pt x="25" y="2"/>
                      <a:pt x="19" y="2"/>
                      <a:pt x="15" y="5"/>
                    </a:cubicBezTo>
                    <a:cubicBezTo>
                      <a:pt x="13" y="8"/>
                      <a:pt x="11" y="11"/>
                      <a:pt x="9" y="14"/>
                    </a:cubicBezTo>
                    <a:cubicBezTo>
                      <a:pt x="5" y="20"/>
                      <a:pt x="0" y="29"/>
                      <a:pt x="0" y="3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60" name="Freeform 750">
                <a:extLst>
                  <a:ext uri="{FF2B5EF4-FFF2-40B4-BE49-F238E27FC236}">
                    <a16:creationId xmlns:a16="http://schemas.microsoft.com/office/drawing/2014/main" id="{A3718471-7D0A-43E4-8486-202183C52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957"/>
                <a:ext cx="70" cy="21"/>
              </a:xfrm>
              <a:custGeom>
                <a:avLst/>
                <a:gdLst>
                  <a:gd name="T0" fmla="*/ 122 w 53"/>
                  <a:gd name="T1" fmla="*/ 6 h 15"/>
                  <a:gd name="T2" fmla="*/ 91 w 53"/>
                  <a:gd name="T3" fmla="*/ 1 h 15"/>
                  <a:gd name="T4" fmla="*/ 49 w 53"/>
                  <a:gd name="T5" fmla="*/ 6 h 15"/>
                  <a:gd name="T6" fmla="*/ 0 w 53"/>
                  <a:gd name="T7" fmla="*/ 4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5">
                    <a:moveTo>
                      <a:pt x="53" y="2"/>
                    </a:moveTo>
                    <a:cubicBezTo>
                      <a:pt x="48" y="2"/>
                      <a:pt x="43" y="1"/>
                      <a:pt x="39" y="1"/>
                    </a:cubicBezTo>
                    <a:cubicBezTo>
                      <a:pt x="33" y="0"/>
                      <a:pt x="27" y="1"/>
                      <a:pt x="21" y="2"/>
                    </a:cubicBezTo>
                    <a:cubicBezTo>
                      <a:pt x="14" y="3"/>
                      <a:pt x="5" y="8"/>
                      <a:pt x="0" y="1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61" name="Freeform 751">
                <a:extLst>
                  <a:ext uri="{FF2B5EF4-FFF2-40B4-BE49-F238E27FC236}">
                    <a16:creationId xmlns:a16="http://schemas.microsoft.com/office/drawing/2014/main" id="{2C58F973-3B62-4AAA-B0D2-EFFBF2A62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967"/>
                <a:ext cx="53" cy="31"/>
              </a:xfrm>
              <a:custGeom>
                <a:avLst/>
                <a:gdLst>
                  <a:gd name="T0" fmla="*/ 0 w 40"/>
                  <a:gd name="T1" fmla="*/ 0 h 22"/>
                  <a:gd name="T2" fmla="*/ 58 w 40"/>
                  <a:gd name="T3" fmla="*/ 14 h 22"/>
                  <a:gd name="T4" fmla="*/ 93 w 40"/>
                  <a:gd name="T5" fmla="*/ 6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cubicBezTo>
                      <a:pt x="8" y="0"/>
                      <a:pt x="17" y="0"/>
                      <a:pt x="25" y="5"/>
                    </a:cubicBezTo>
                    <a:cubicBezTo>
                      <a:pt x="32" y="10"/>
                      <a:pt x="35" y="16"/>
                      <a:pt x="40" y="2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62" name="Freeform 752">
                <a:extLst>
                  <a:ext uri="{FF2B5EF4-FFF2-40B4-BE49-F238E27FC236}">
                    <a16:creationId xmlns:a16="http://schemas.microsoft.com/office/drawing/2014/main" id="{C5C8E28C-E3AA-478B-A6FA-955FF24B4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950"/>
                <a:ext cx="58" cy="28"/>
              </a:xfrm>
              <a:custGeom>
                <a:avLst/>
                <a:gdLst>
                  <a:gd name="T0" fmla="*/ 100 w 44"/>
                  <a:gd name="T1" fmla="*/ 11 h 20"/>
                  <a:gd name="T2" fmla="*/ 70 w 44"/>
                  <a:gd name="T3" fmla="*/ 0 h 20"/>
                  <a:gd name="T4" fmla="*/ 44 w 44"/>
                  <a:gd name="T5" fmla="*/ 11 h 20"/>
                  <a:gd name="T6" fmla="*/ 0 w 44"/>
                  <a:gd name="T7" fmla="*/ 5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0">
                    <a:moveTo>
                      <a:pt x="44" y="4"/>
                    </a:moveTo>
                    <a:cubicBezTo>
                      <a:pt x="39" y="3"/>
                      <a:pt x="35" y="0"/>
                      <a:pt x="30" y="0"/>
                    </a:cubicBezTo>
                    <a:cubicBezTo>
                      <a:pt x="26" y="0"/>
                      <a:pt x="22" y="2"/>
                      <a:pt x="19" y="4"/>
                    </a:cubicBezTo>
                    <a:cubicBezTo>
                      <a:pt x="11" y="7"/>
                      <a:pt x="4" y="12"/>
                      <a:pt x="0" y="2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63" name="Freeform 753">
                <a:extLst>
                  <a:ext uri="{FF2B5EF4-FFF2-40B4-BE49-F238E27FC236}">
                    <a16:creationId xmlns:a16="http://schemas.microsoft.com/office/drawing/2014/main" id="{7105C369-EBEB-46E6-B03C-8973E279D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031"/>
                <a:ext cx="28" cy="26"/>
              </a:xfrm>
              <a:custGeom>
                <a:avLst/>
                <a:gdLst>
                  <a:gd name="T0" fmla="*/ 49 w 21"/>
                  <a:gd name="T1" fmla="*/ 55 h 18"/>
                  <a:gd name="T2" fmla="*/ 21 w 21"/>
                  <a:gd name="T3" fmla="*/ 20 h 18"/>
                  <a:gd name="T4" fmla="*/ 7 w 21"/>
                  <a:gd name="T5" fmla="*/ 9 h 18"/>
                  <a:gd name="T6" fmla="*/ 0 w 21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21" y="18"/>
                    </a:moveTo>
                    <a:cubicBezTo>
                      <a:pt x="17" y="16"/>
                      <a:pt x="13" y="10"/>
                      <a:pt x="9" y="7"/>
                    </a:cubicBezTo>
                    <a:cubicBezTo>
                      <a:pt x="7" y="5"/>
                      <a:pt x="5" y="4"/>
                      <a:pt x="3" y="3"/>
                    </a:cubicBezTo>
                    <a:cubicBezTo>
                      <a:pt x="2" y="2"/>
                      <a:pt x="2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64" name="Freeform 754">
                <a:extLst>
                  <a:ext uri="{FF2B5EF4-FFF2-40B4-BE49-F238E27FC236}">
                    <a16:creationId xmlns:a16="http://schemas.microsoft.com/office/drawing/2014/main" id="{138554A0-6A14-4D52-AFC4-0D95BAC58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950"/>
                <a:ext cx="59" cy="17"/>
              </a:xfrm>
              <a:custGeom>
                <a:avLst/>
                <a:gdLst>
                  <a:gd name="T0" fmla="*/ 101 w 45"/>
                  <a:gd name="T1" fmla="*/ 34 h 12"/>
                  <a:gd name="T2" fmla="*/ 81 w 45"/>
                  <a:gd name="T3" fmla="*/ 13 h 12"/>
                  <a:gd name="T4" fmla="*/ 56 w 45"/>
                  <a:gd name="T5" fmla="*/ 1 h 12"/>
                  <a:gd name="T6" fmla="*/ 31 w 45"/>
                  <a:gd name="T7" fmla="*/ 1 h 12"/>
                  <a:gd name="T8" fmla="*/ 0 w 45"/>
                  <a:gd name="T9" fmla="*/ 1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2">
                    <a:moveTo>
                      <a:pt x="45" y="12"/>
                    </a:moveTo>
                    <a:cubicBezTo>
                      <a:pt x="42" y="10"/>
                      <a:pt x="40" y="5"/>
                      <a:pt x="36" y="4"/>
                    </a:cubicBezTo>
                    <a:cubicBezTo>
                      <a:pt x="33" y="2"/>
                      <a:pt x="28" y="2"/>
                      <a:pt x="25" y="1"/>
                    </a:cubicBezTo>
                    <a:cubicBezTo>
                      <a:pt x="21" y="0"/>
                      <a:pt x="17" y="1"/>
                      <a:pt x="14" y="1"/>
                    </a:cubicBezTo>
                    <a:cubicBezTo>
                      <a:pt x="8" y="1"/>
                      <a:pt x="5" y="4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65" name="Freeform 755">
                <a:extLst>
                  <a:ext uri="{FF2B5EF4-FFF2-40B4-BE49-F238E27FC236}">
                    <a16:creationId xmlns:a16="http://schemas.microsoft.com/office/drawing/2014/main" id="{A7C3536E-FBE2-40CE-A6CF-C08D7105D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932"/>
                <a:ext cx="44" cy="17"/>
              </a:xfrm>
              <a:custGeom>
                <a:avLst/>
                <a:gdLst>
                  <a:gd name="T0" fmla="*/ 15 w 33"/>
                  <a:gd name="T1" fmla="*/ 34 h 12"/>
                  <a:gd name="T2" fmla="*/ 9 w 33"/>
                  <a:gd name="T3" fmla="*/ 6 h 12"/>
                  <a:gd name="T4" fmla="*/ 44 w 33"/>
                  <a:gd name="T5" fmla="*/ 1 h 12"/>
                  <a:gd name="T6" fmla="*/ 59 w 33"/>
                  <a:gd name="T7" fmla="*/ 6 h 12"/>
                  <a:gd name="T8" fmla="*/ 76 w 33"/>
                  <a:gd name="T9" fmla="*/ 9 h 12"/>
                  <a:gd name="T10" fmla="*/ 71 w 33"/>
                  <a:gd name="T11" fmla="*/ 33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2">
                    <a:moveTo>
                      <a:pt x="6" y="12"/>
                    </a:moveTo>
                    <a:cubicBezTo>
                      <a:pt x="3" y="11"/>
                      <a:pt x="0" y="3"/>
                      <a:pt x="4" y="2"/>
                    </a:cubicBezTo>
                    <a:cubicBezTo>
                      <a:pt x="8" y="0"/>
                      <a:pt x="14" y="1"/>
                      <a:pt x="19" y="1"/>
                    </a:cubicBezTo>
                    <a:cubicBezTo>
                      <a:pt x="21" y="1"/>
                      <a:pt x="23" y="1"/>
                      <a:pt x="25" y="2"/>
                    </a:cubicBezTo>
                    <a:cubicBezTo>
                      <a:pt x="27" y="2"/>
                      <a:pt x="30" y="1"/>
                      <a:pt x="32" y="3"/>
                    </a:cubicBezTo>
                    <a:cubicBezTo>
                      <a:pt x="33" y="4"/>
                      <a:pt x="33" y="11"/>
                      <a:pt x="30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66" name="Freeform 756">
                <a:extLst>
                  <a:ext uri="{FF2B5EF4-FFF2-40B4-BE49-F238E27FC236}">
                    <a16:creationId xmlns:a16="http://schemas.microsoft.com/office/drawing/2014/main" id="{CCB0E72C-ABCC-4950-B26A-4ED534E2C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916"/>
                <a:ext cx="37" cy="21"/>
              </a:xfrm>
              <a:custGeom>
                <a:avLst/>
                <a:gdLst>
                  <a:gd name="T0" fmla="*/ 5 w 28"/>
                  <a:gd name="T1" fmla="*/ 0 h 15"/>
                  <a:gd name="T2" fmla="*/ 1 w 28"/>
                  <a:gd name="T3" fmla="*/ 11 h 15"/>
                  <a:gd name="T4" fmla="*/ 1 w 28"/>
                  <a:gd name="T5" fmla="*/ 25 h 15"/>
                  <a:gd name="T6" fmla="*/ 15 w 28"/>
                  <a:gd name="T7" fmla="*/ 29 h 15"/>
                  <a:gd name="T8" fmla="*/ 29 w 28"/>
                  <a:gd name="T9" fmla="*/ 29 h 15"/>
                  <a:gd name="T10" fmla="*/ 49 w 28"/>
                  <a:gd name="T11" fmla="*/ 39 h 15"/>
                  <a:gd name="T12" fmla="*/ 59 w 28"/>
                  <a:gd name="T13" fmla="*/ 39 h 15"/>
                  <a:gd name="T14" fmla="*/ 65 w 28"/>
                  <a:gd name="T15" fmla="*/ 25 h 15"/>
                  <a:gd name="T16" fmla="*/ 63 w 28"/>
                  <a:gd name="T17" fmla="*/ 2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" y="0"/>
                    </a:moveTo>
                    <a:cubicBezTo>
                      <a:pt x="0" y="0"/>
                      <a:pt x="1" y="2"/>
                      <a:pt x="1" y="4"/>
                    </a:cubicBezTo>
                    <a:cubicBezTo>
                      <a:pt x="1" y="5"/>
                      <a:pt x="0" y="7"/>
                      <a:pt x="1" y="9"/>
                    </a:cubicBezTo>
                    <a:cubicBezTo>
                      <a:pt x="2" y="10"/>
                      <a:pt x="4" y="10"/>
                      <a:pt x="6" y="11"/>
                    </a:cubicBezTo>
                    <a:cubicBezTo>
                      <a:pt x="8" y="11"/>
                      <a:pt x="11" y="11"/>
                      <a:pt x="13" y="11"/>
                    </a:cubicBezTo>
                    <a:cubicBezTo>
                      <a:pt x="16" y="12"/>
                      <a:pt x="18" y="13"/>
                      <a:pt x="21" y="14"/>
                    </a:cubicBezTo>
                    <a:cubicBezTo>
                      <a:pt x="22" y="14"/>
                      <a:pt x="25" y="15"/>
                      <a:pt x="26" y="14"/>
                    </a:cubicBezTo>
                    <a:cubicBezTo>
                      <a:pt x="27" y="13"/>
                      <a:pt x="27" y="11"/>
                      <a:pt x="28" y="9"/>
                    </a:cubicBezTo>
                    <a:cubicBezTo>
                      <a:pt x="28" y="8"/>
                      <a:pt x="28" y="8"/>
                      <a:pt x="27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67" name="Freeform 757">
                <a:extLst>
                  <a:ext uri="{FF2B5EF4-FFF2-40B4-BE49-F238E27FC236}">
                    <a16:creationId xmlns:a16="http://schemas.microsoft.com/office/drawing/2014/main" id="{451E0ABF-8EC7-440B-88D3-3AC682407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922"/>
                <a:ext cx="7" cy="13"/>
              </a:xfrm>
              <a:custGeom>
                <a:avLst/>
                <a:gdLst>
                  <a:gd name="T0" fmla="*/ 9 w 6"/>
                  <a:gd name="T1" fmla="*/ 27 h 9"/>
                  <a:gd name="T2" fmla="*/ 6 w 6"/>
                  <a:gd name="T3" fmla="*/ 13 h 9"/>
                  <a:gd name="T4" fmla="*/ 1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cubicBezTo>
                      <a:pt x="3" y="9"/>
                      <a:pt x="4" y="7"/>
                      <a:pt x="3" y="4"/>
                    </a:cubicBezTo>
                    <a:cubicBezTo>
                      <a:pt x="3" y="3"/>
                      <a:pt x="0" y="0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68" name="Freeform 758">
                <a:extLst>
                  <a:ext uri="{FF2B5EF4-FFF2-40B4-BE49-F238E27FC236}">
                    <a16:creationId xmlns:a16="http://schemas.microsoft.com/office/drawing/2014/main" id="{720D571B-CD0A-49A1-8BED-279174A23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927"/>
                <a:ext cx="4" cy="8"/>
              </a:xfrm>
              <a:custGeom>
                <a:avLst/>
                <a:gdLst>
                  <a:gd name="T0" fmla="*/ 0 w 3"/>
                  <a:gd name="T1" fmla="*/ 21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2" y="5"/>
                      <a:pt x="3" y="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69" name="Freeform 759">
                <a:extLst>
                  <a:ext uri="{FF2B5EF4-FFF2-40B4-BE49-F238E27FC236}">
                    <a16:creationId xmlns:a16="http://schemas.microsoft.com/office/drawing/2014/main" id="{73E89EF6-A0D4-404C-819A-E5304FDA8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916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70" name="Freeform 760">
                <a:extLst>
                  <a:ext uri="{FF2B5EF4-FFF2-40B4-BE49-F238E27FC236}">
                    <a16:creationId xmlns:a16="http://schemas.microsoft.com/office/drawing/2014/main" id="{8FA01A2A-4C37-4A29-8947-1EA8585D9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930"/>
                <a:ext cx="3" cy="6"/>
              </a:xfrm>
              <a:custGeom>
                <a:avLst/>
                <a:gdLst>
                  <a:gd name="T0" fmla="*/ 3 w 3"/>
                  <a:gd name="T1" fmla="*/ 5 h 4"/>
                  <a:gd name="T2" fmla="*/ 0 w 3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1" y="0"/>
                      <a:pt x="0" y="2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71" name="Freeform 761">
                <a:extLst>
                  <a:ext uri="{FF2B5EF4-FFF2-40B4-BE49-F238E27FC236}">
                    <a16:creationId xmlns:a16="http://schemas.microsoft.com/office/drawing/2014/main" id="{CF14D9D3-117A-464F-B88A-DC338B25A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937"/>
                <a:ext cx="8" cy="20"/>
              </a:xfrm>
              <a:custGeom>
                <a:avLst/>
                <a:gdLst>
                  <a:gd name="T0" fmla="*/ 5 w 6"/>
                  <a:gd name="T1" fmla="*/ 0 h 14"/>
                  <a:gd name="T2" fmla="*/ 7 w 6"/>
                  <a:gd name="T3" fmla="*/ 23 h 14"/>
                  <a:gd name="T4" fmla="*/ 0 w 6"/>
                  <a:gd name="T5" fmla="*/ 3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2" y="0"/>
                    </a:moveTo>
                    <a:cubicBezTo>
                      <a:pt x="6" y="1"/>
                      <a:pt x="4" y="5"/>
                      <a:pt x="3" y="8"/>
                    </a:cubicBezTo>
                    <a:cubicBezTo>
                      <a:pt x="3" y="9"/>
                      <a:pt x="2" y="14"/>
                      <a:pt x="0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72" name="Freeform 762">
                <a:extLst>
                  <a:ext uri="{FF2B5EF4-FFF2-40B4-BE49-F238E27FC236}">
                    <a16:creationId xmlns:a16="http://schemas.microsoft.com/office/drawing/2014/main" id="{3E8E9104-84AA-4485-9B62-1563AC071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930"/>
                <a:ext cx="35" cy="17"/>
              </a:xfrm>
              <a:custGeom>
                <a:avLst/>
                <a:gdLst>
                  <a:gd name="T0" fmla="*/ 58 w 27"/>
                  <a:gd name="T1" fmla="*/ 0 h 12"/>
                  <a:gd name="T2" fmla="*/ 57 w 27"/>
                  <a:gd name="T3" fmla="*/ 9 h 12"/>
                  <a:gd name="T4" fmla="*/ 49 w 27"/>
                  <a:gd name="T5" fmla="*/ 18 h 12"/>
                  <a:gd name="T6" fmla="*/ 23 w 27"/>
                  <a:gd name="T7" fmla="*/ 23 h 12"/>
                  <a:gd name="T8" fmla="*/ 6 w 27"/>
                  <a:gd name="T9" fmla="*/ 26 h 12"/>
                  <a:gd name="T10" fmla="*/ 0 w 27"/>
                  <a:gd name="T11" fmla="*/ 13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2">
                    <a:moveTo>
                      <a:pt x="27" y="0"/>
                    </a:moveTo>
                    <a:cubicBezTo>
                      <a:pt x="27" y="1"/>
                      <a:pt x="27" y="2"/>
                      <a:pt x="26" y="3"/>
                    </a:cubicBezTo>
                    <a:cubicBezTo>
                      <a:pt x="25" y="4"/>
                      <a:pt x="23" y="5"/>
                      <a:pt x="22" y="6"/>
                    </a:cubicBezTo>
                    <a:cubicBezTo>
                      <a:pt x="18" y="8"/>
                      <a:pt x="15" y="8"/>
                      <a:pt x="11" y="8"/>
                    </a:cubicBezTo>
                    <a:cubicBezTo>
                      <a:pt x="8" y="9"/>
                      <a:pt x="5" y="12"/>
                      <a:pt x="3" y="9"/>
                    </a:cubicBezTo>
                    <a:cubicBezTo>
                      <a:pt x="2" y="8"/>
                      <a:pt x="0" y="5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73" name="Freeform 763">
                <a:extLst>
                  <a:ext uri="{FF2B5EF4-FFF2-40B4-BE49-F238E27FC236}">
                    <a16:creationId xmlns:a16="http://schemas.microsoft.com/office/drawing/2014/main" id="{071189B0-8BEC-48FD-90E3-5874AC928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944"/>
                <a:ext cx="8" cy="14"/>
              </a:xfrm>
              <a:custGeom>
                <a:avLst/>
                <a:gdLst>
                  <a:gd name="T0" fmla="*/ 15 w 6"/>
                  <a:gd name="T1" fmla="*/ 28 h 10"/>
                  <a:gd name="T2" fmla="*/ 7 w 6"/>
                  <a:gd name="T3" fmla="*/ 28 h 10"/>
                  <a:gd name="T4" fmla="*/ 5 w 6"/>
                  <a:gd name="T5" fmla="*/ 15 h 10"/>
                  <a:gd name="T6" fmla="*/ 1 w 6"/>
                  <a:gd name="T7" fmla="*/ 8 h 10"/>
                  <a:gd name="T8" fmla="*/ 1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5" y="10"/>
                      <a:pt x="4" y="10"/>
                      <a:pt x="3" y="10"/>
                    </a:cubicBezTo>
                    <a:cubicBezTo>
                      <a:pt x="2" y="9"/>
                      <a:pt x="2" y="7"/>
                      <a:pt x="2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74" name="Freeform 764">
                <a:extLst>
                  <a:ext uri="{FF2B5EF4-FFF2-40B4-BE49-F238E27FC236}">
                    <a16:creationId xmlns:a16="http://schemas.microsoft.com/office/drawing/2014/main" id="{6887F4DD-B3C0-482E-BBE2-2EE613D9A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937"/>
                <a:ext cx="4" cy="3"/>
              </a:xfrm>
              <a:custGeom>
                <a:avLst/>
                <a:gdLst>
                  <a:gd name="T0" fmla="*/ 0 w 3"/>
                  <a:gd name="T1" fmla="*/ 5 h 2"/>
                  <a:gd name="T2" fmla="*/ 7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3" y="0"/>
                      <a:pt x="3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75" name="Freeform 765">
                <a:extLst>
                  <a:ext uri="{FF2B5EF4-FFF2-40B4-BE49-F238E27FC236}">
                    <a16:creationId xmlns:a16="http://schemas.microsoft.com/office/drawing/2014/main" id="{6910CF9B-5071-47E0-9C8A-B2B1A0AC3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949"/>
                <a:ext cx="37" cy="19"/>
              </a:xfrm>
              <a:custGeom>
                <a:avLst/>
                <a:gdLst>
                  <a:gd name="T0" fmla="*/ 65 w 28"/>
                  <a:gd name="T1" fmla="*/ 0 h 14"/>
                  <a:gd name="T2" fmla="*/ 63 w 28"/>
                  <a:gd name="T3" fmla="*/ 7 h 14"/>
                  <a:gd name="T4" fmla="*/ 56 w 28"/>
                  <a:gd name="T5" fmla="*/ 7 h 14"/>
                  <a:gd name="T6" fmla="*/ 49 w 28"/>
                  <a:gd name="T7" fmla="*/ 10 h 14"/>
                  <a:gd name="T8" fmla="*/ 28 w 28"/>
                  <a:gd name="T9" fmla="*/ 22 h 14"/>
                  <a:gd name="T10" fmla="*/ 12 w 28"/>
                  <a:gd name="T11" fmla="*/ 35 h 14"/>
                  <a:gd name="T12" fmla="*/ 1 w 28"/>
                  <a:gd name="T13" fmla="*/ 2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8" y="0"/>
                    </a:moveTo>
                    <a:cubicBezTo>
                      <a:pt x="27" y="1"/>
                      <a:pt x="28" y="2"/>
                      <a:pt x="27" y="3"/>
                    </a:cubicBezTo>
                    <a:cubicBezTo>
                      <a:pt x="26" y="3"/>
                      <a:pt x="25" y="3"/>
                      <a:pt x="24" y="3"/>
                    </a:cubicBezTo>
                    <a:cubicBezTo>
                      <a:pt x="23" y="3"/>
                      <a:pt x="22" y="3"/>
                      <a:pt x="21" y="4"/>
                    </a:cubicBezTo>
                    <a:cubicBezTo>
                      <a:pt x="18" y="4"/>
                      <a:pt x="15" y="6"/>
                      <a:pt x="12" y="9"/>
                    </a:cubicBezTo>
                    <a:cubicBezTo>
                      <a:pt x="10" y="10"/>
                      <a:pt x="7" y="14"/>
                      <a:pt x="5" y="14"/>
                    </a:cubicBezTo>
                    <a:cubicBezTo>
                      <a:pt x="3" y="14"/>
                      <a:pt x="0" y="11"/>
                      <a:pt x="1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76" name="Freeform 766">
                <a:extLst>
                  <a:ext uri="{FF2B5EF4-FFF2-40B4-BE49-F238E27FC236}">
                    <a16:creationId xmlns:a16="http://schemas.microsoft.com/office/drawing/2014/main" id="{D78B28D9-4AB7-4E30-B6BC-4F2185F7B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943"/>
                <a:ext cx="2" cy="6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2" y="2"/>
                      <a:pt x="2" y="4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77" name="Freeform 767">
                <a:extLst>
                  <a:ext uri="{FF2B5EF4-FFF2-40B4-BE49-F238E27FC236}">
                    <a16:creationId xmlns:a16="http://schemas.microsoft.com/office/drawing/2014/main" id="{8FB51BB0-19C0-4133-BAD6-1024C9F5B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937"/>
                <a:ext cx="35" cy="17"/>
              </a:xfrm>
              <a:custGeom>
                <a:avLst/>
                <a:gdLst>
                  <a:gd name="T0" fmla="*/ 5 w 26"/>
                  <a:gd name="T1" fmla="*/ 0 h 12"/>
                  <a:gd name="T2" fmla="*/ 0 w 26"/>
                  <a:gd name="T3" fmla="*/ 6 h 12"/>
                  <a:gd name="T4" fmla="*/ 12 w 26"/>
                  <a:gd name="T5" fmla="*/ 9 h 12"/>
                  <a:gd name="T6" fmla="*/ 40 w 26"/>
                  <a:gd name="T7" fmla="*/ 28 h 12"/>
                  <a:gd name="T8" fmla="*/ 48 w 26"/>
                  <a:gd name="T9" fmla="*/ 34 h 12"/>
                  <a:gd name="T10" fmla="*/ 58 w 26"/>
                  <a:gd name="T11" fmla="*/ 23 h 12"/>
                  <a:gd name="T12" fmla="*/ 62 w 26"/>
                  <a:gd name="T13" fmla="*/ 1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3" y="3"/>
                      <a:pt x="5" y="3"/>
                    </a:cubicBezTo>
                    <a:cubicBezTo>
                      <a:pt x="9" y="3"/>
                      <a:pt x="13" y="7"/>
                      <a:pt x="16" y="10"/>
                    </a:cubicBezTo>
                    <a:cubicBezTo>
                      <a:pt x="17" y="11"/>
                      <a:pt x="19" y="12"/>
                      <a:pt x="20" y="12"/>
                    </a:cubicBezTo>
                    <a:cubicBezTo>
                      <a:pt x="23" y="12"/>
                      <a:pt x="23" y="10"/>
                      <a:pt x="24" y="8"/>
                    </a:cubicBezTo>
                    <a:cubicBezTo>
                      <a:pt x="25" y="7"/>
                      <a:pt x="26" y="6"/>
                      <a:pt x="25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78" name="Freeform 768">
                <a:extLst>
                  <a:ext uri="{FF2B5EF4-FFF2-40B4-BE49-F238E27FC236}">
                    <a16:creationId xmlns:a16="http://schemas.microsoft.com/office/drawing/2014/main" id="{27CBF5FF-39BC-4598-9AC0-BA082C156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946"/>
                <a:ext cx="4" cy="1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79" name="Freeform 769">
                <a:extLst>
                  <a:ext uri="{FF2B5EF4-FFF2-40B4-BE49-F238E27FC236}">
                    <a16:creationId xmlns:a16="http://schemas.microsoft.com/office/drawing/2014/main" id="{5B1DD4D3-1795-4274-B481-FE1A6C0F7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956"/>
                <a:ext cx="9" cy="16"/>
              </a:xfrm>
              <a:custGeom>
                <a:avLst/>
                <a:gdLst>
                  <a:gd name="T0" fmla="*/ 10 w 7"/>
                  <a:gd name="T1" fmla="*/ 0 h 12"/>
                  <a:gd name="T2" fmla="*/ 6 w 7"/>
                  <a:gd name="T3" fmla="*/ 15 h 12"/>
                  <a:gd name="T4" fmla="*/ 0 w 7"/>
                  <a:gd name="T5" fmla="*/ 2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cubicBezTo>
                      <a:pt x="7" y="2"/>
                      <a:pt x="4" y="4"/>
                      <a:pt x="3" y="6"/>
                    </a:cubicBezTo>
                    <a:cubicBezTo>
                      <a:pt x="3" y="7"/>
                      <a:pt x="1" y="12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80" name="Freeform 770">
                <a:extLst>
                  <a:ext uri="{FF2B5EF4-FFF2-40B4-BE49-F238E27FC236}">
                    <a16:creationId xmlns:a16="http://schemas.microsoft.com/office/drawing/2014/main" id="{4EF1EB4C-5942-4C49-AAFB-64F73F95D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942"/>
                <a:ext cx="4" cy="4"/>
              </a:xfrm>
              <a:custGeom>
                <a:avLst/>
                <a:gdLst>
                  <a:gd name="T0" fmla="*/ 7 w 3"/>
                  <a:gd name="T1" fmla="*/ 0 h 3"/>
                  <a:gd name="T2" fmla="*/ 0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81" name="Freeform 771">
                <a:extLst>
                  <a:ext uri="{FF2B5EF4-FFF2-40B4-BE49-F238E27FC236}">
                    <a16:creationId xmlns:a16="http://schemas.microsoft.com/office/drawing/2014/main" id="{3BF7DE1B-773F-4D44-99AB-DF3D375AD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954"/>
                <a:ext cx="40" cy="31"/>
              </a:xfrm>
              <a:custGeom>
                <a:avLst/>
                <a:gdLst>
                  <a:gd name="T0" fmla="*/ 7 w 30"/>
                  <a:gd name="T1" fmla="*/ 0 h 22"/>
                  <a:gd name="T2" fmla="*/ 7 w 30"/>
                  <a:gd name="T3" fmla="*/ 16 h 22"/>
                  <a:gd name="T4" fmla="*/ 27 w 30"/>
                  <a:gd name="T5" fmla="*/ 32 h 22"/>
                  <a:gd name="T6" fmla="*/ 43 w 30"/>
                  <a:gd name="T7" fmla="*/ 49 h 22"/>
                  <a:gd name="T8" fmla="*/ 57 w 30"/>
                  <a:gd name="T9" fmla="*/ 55 h 22"/>
                  <a:gd name="T10" fmla="*/ 65 w 30"/>
                  <a:gd name="T11" fmla="*/ 45 h 22"/>
                  <a:gd name="T12" fmla="*/ 69 w 30"/>
                  <a:gd name="T13" fmla="*/ 3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2">
                    <a:moveTo>
                      <a:pt x="3" y="0"/>
                    </a:moveTo>
                    <a:cubicBezTo>
                      <a:pt x="1" y="1"/>
                      <a:pt x="0" y="4"/>
                      <a:pt x="3" y="6"/>
                    </a:cubicBezTo>
                    <a:cubicBezTo>
                      <a:pt x="6" y="7"/>
                      <a:pt x="9" y="9"/>
                      <a:pt x="11" y="11"/>
                    </a:cubicBezTo>
                    <a:cubicBezTo>
                      <a:pt x="14" y="13"/>
                      <a:pt x="16" y="15"/>
                      <a:pt x="18" y="18"/>
                    </a:cubicBezTo>
                    <a:cubicBezTo>
                      <a:pt x="20" y="20"/>
                      <a:pt x="21" y="22"/>
                      <a:pt x="24" y="20"/>
                    </a:cubicBezTo>
                    <a:cubicBezTo>
                      <a:pt x="25" y="19"/>
                      <a:pt x="27" y="18"/>
                      <a:pt x="28" y="16"/>
                    </a:cubicBezTo>
                    <a:cubicBezTo>
                      <a:pt x="29" y="15"/>
                      <a:pt x="30" y="13"/>
                      <a:pt x="29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82" name="Freeform 772">
                <a:extLst>
                  <a:ext uri="{FF2B5EF4-FFF2-40B4-BE49-F238E27FC236}">
                    <a16:creationId xmlns:a16="http://schemas.microsoft.com/office/drawing/2014/main" id="{F42D03FF-3BF0-4DBE-A530-C3F206E29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961"/>
                <a:ext cx="4" cy="2"/>
              </a:xfrm>
              <a:custGeom>
                <a:avLst/>
                <a:gdLst>
                  <a:gd name="T0" fmla="*/ 0 w 3"/>
                  <a:gd name="T1" fmla="*/ 8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83" name="Freeform 773">
                <a:extLst>
                  <a:ext uri="{FF2B5EF4-FFF2-40B4-BE49-F238E27FC236}">
                    <a16:creationId xmlns:a16="http://schemas.microsoft.com/office/drawing/2014/main" id="{F36D272E-215E-41AF-B2EE-B29AB0B9D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981"/>
                <a:ext cx="11" cy="11"/>
              </a:xfrm>
              <a:custGeom>
                <a:avLst/>
                <a:gdLst>
                  <a:gd name="T0" fmla="*/ 15 w 8"/>
                  <a:gd name="T1" fmla="*/ 0 h 8"/>
                  <a:gd name="T2" fmla="*/ 8 w 8"/>
                  <a:gd name="T3" fmla="*/ 14 h 8"/>
                  <a:gd name="T4" fmla="*/ 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8" y="2"/>
                      <a:pt x="4" y="4"/>
                      <a:pt x="3" y="5"/>
                    </a:cubicBezTo>
                    <a:cubicBezTo>
                      <a:pt x="2" y="6"/>
                      <a:pt x="2" y="8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84" name="Freeform 774">
                <a:extLst>
                  <a:ext uri="{FF2B5EF4-FFF2-40B4-BE49-F238E27FC236}">
                    <a16:creationId xmlns:a16="http://schemas.microsoft.com/office/drawing/2014/main" id="{79C8393F-F0EA-4410-8E0C-68693318A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968"/>
                <a:ext cx="2" cy="4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85" name="Freeform 775">
                <a:extLst>
                  <a:ext uri="{FF2B5EF4-FFF2-40B4-BE49-F238E27FC236}">
                    <a16:creationId xmlns:a16="http://schemas.microsoft.com/office/drawing/2014/main" id="{23EF7D22-A20E-4F09-AE86-4175CB7C2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954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86" name="Freeform 776">
                <a:extLst>
                  <a:ext uri="{FF2B5EF4-FFF2-40B4-BE49-F238E27FC236}">
                    <a16:creationId xmlns:a16="http://schemas.microsoft.com/office/drawing/2014/main" id="{5E7220CE-1982-4CC3-A11E-579AF0C67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985"/>
                <a:ext cx="29" cy="43"/>
              </a:xfrm>
              <a:custGeom>
                <a:avLst/>
                <a:gdLst>
                  <a:gd name="T0" fmla="*/ 0 w 22"/>
                  <a:gd name="T1" fmla="*/ 0 h 31"/>
                  <a:gd name="T2" fmla="*/ 20 w 22"/>
                  <a:gd name="T3" fmla="*/ 24 h 31"/>
                  <a:gd name="T4" fmla="*/ 38 w 22"/>
                  <a:gd name="T5" fmla="*/ 50 h 31"/>
                  <a:gd name="T6" fmla="*/ 49 w 22"/>
                  <a:gd name="T7" fmla="*/ 76 h 31"/>
                  <a:gd name="T8" fmla="*/ 34 w 22"/>
                  <a:gd name="T9" fmla="*/ 8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0" y="0"/>
                    </a:moveTo>
                    <a:cubicBezTo>
                      <a:pt x="4" y="0"/>
                      <a:pt x="6" y="7"/>
                      <a:pt x="8" y="9"/>
                    </a:cubicBezTo>
                    <a:cubicBezTo>
                      <a:pt x="10" y="12"/>
                      <a:pt x="14" y="15"/>
                      <a:pt x="17" y="19"/>
                    </a:cubicBezTo>
                    <a:cubicBezTo>
                      <a:pt x="18" y="20"/>
                      <a:pt x="22" y="26"/>
                      <a:pt x="21" y="29"/>
                    </a:cubicBezTo>
                    <a:cubicBezTo>
                      <a:pt x="20" y="30"/>
                      <a:pt x="16" y="31"/>
                      <a:pt x="15" y="3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87" name="Freeform 777">
                <a:extLst>
                  <a:ext uri="{FF2B5EF4-FFF2-40B4-BE49-F238E27FC236}">
                    <a16:creationId xmlns:a16="http://schemas.microsoft.com/office/drawing/2014/main" id="{94704EF0-484F-4299-8135-E5BCCBAF5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974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88" name="Freeform 778">
                <a:extLst>
                  <a:ext uri="{FF2B5EF4-FFF2-40B4-BE49-F238E27FC236}">
                    <a16:creationId xmlns:a16="http://schemas.microsoft.com/office/drawing/2014/main" id="{6FBE7ED9-9B21-4F8C-BD89-AA4FDEFD4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007"/>
                <a:ext cx="14" cy="19"/>
              </a:xfrm>
              <a:custGeom>
                <a:avLst/>
                <a:gdLst>
                  <a:gd name="T0" fmla="*/ 22 w 11"/>
                  <a:gd name="T1" fmla="*/ 0 h 13"/>
                  <a:gd name="T2" fmla="*/ 23 w 11"/>
                  <a:gd name="T3" fmla="*/ 13 h 13"/>
                  <a:gd name="T4" fmla="*/ 14 w 11"/>
                  <a:gd name="T5" fmla="*/ 22 h 13"/>
                  <a:gd name="T6" fmla="*/ 0 w 11"/>
                  <a:gd name="T7" fmla="*/ 2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0" y="0"/>
                    </a:moveTo>
                    <a:cubicBezTo>
                      <a:pt x="10" y="1"/>
                      <a:pt x="11" y="3"/>
                      <a:pt x="11" y="4"/>
                    </a:cubicBezTo>
                    <a:cubicBezTo>
                      <a:pt x="10" y="6"/>
                      <a:pt x="8" y="6"/>
                      <a:pt x="7" y="7"/>
                    </a:cubicBezTo>
                    <a:cubicBezTo>
                      <a:pt x="5" y="9"/>
                      <a:pt x="3" y="13"/>
                      <a:pt x="0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89" name="Freeform 779">
                <a:extLst>
                  <a:ext uri="{FF2B5EF4-FFF2-40B4-BE49-F238E27FC236}">
                    <a16:creationId xmlns:a16="http://schemas.microsoft.com/office/drawing/2014/main" id="{E1EBA930-F376-410F-846C-A1E96CFC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984"/>
                <a:ext cx="2" cy="4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0"/>
                      <a:pt x="0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90" name="Freeform 780">
                <a:extLst>
                  <a:ext uri="{FF2B5EF4-FFF2-40B4-BE49-F238E27FC236}">
                    <a16:creationId xmlns:a16="http://schemas.microsoft.com/office/drawing/2014/main" id="{2E38B553-BB01-48B4-8151-0B5DBD946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023"/>
                <a:ext cx="28" cy="55"/>
              </a:xfrm>
              <a:custGeom>
                <a:avLst/>
                <a:gdLst>
                  <a:gd name="T0" fmla="*/ 31 w 21"/>
                  <a:gd name="T1" fmla="*/ 102 h 39"/>
                  <a:gd name="T2" fmla="*/ 49 w 21"/>
                  <a:gd name="T3" fmla="*/ 93 h 39"/>
                  <a:gd name="T4" fmla="*/ 44 w 21"/>
                  <a:gd name="T5" fmla="*/ 76 h 39"/>
                  <a:gd name="T6" fmla="*/ 37 w 21"/>
                  <a:gd name="T7" fmla="*/ 49 h 39"/>
                  <a:gd name="T8" fmla="*/ 15 w 21"/>
                  <a:gd name="T9" fmla="*/ 14 h 39"/>
                  <a:gd name="T10" fmla="*/ 7 w 21"/>
                  <a:gd name="T11" fmla="*/ 0 h 39"/>
                  <a:gd name="T12" fmla="*/ 0 w 21"/>
                  <a:gd name="T13" fmla="*/ 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9">
                    <a:moveTo>
                      <a:pt x="13" y="36"/>
                    </a:moveTo>
                    <a:cubicBezTo>
                      <a:pt x="14" y="39"/>
                      <a:pt x="20" y="35"/>
                      <a:pt x="21" y="33"/>
                    </a:cubicBezTo>
                    <a:cubicBezTo>
                      <a:pt x="21" y="31"/>
                      <a:pt x="20" y="29"/>
                      <a:pt x="19" y="27"/>
                    </a:cubicBezTo>
                    <a:cubicBezTo>
                      <a:pt x="18" y="24"/>
                      <a:pt x="18" y="20"/>
                      <a:pt x="16" y="18"/>
                    </a:cubicBezTo>
                    <a:cubicBezTo>
                      <a:pt x="14" y="12"/>
                      <a:pt x="8" y="10"/>
                      <a:pt x="6" y="5"/>
                    </a:cubicBezTo>
                    <a:cubicBezTo>
                      <a:pt x="5" y="3"/>
                      <a:pt x="5" y="1"/>
                      <a:pt x="3" y="0"/>
                    </a:cubicBezTo>
                    <a:cubicBezTo>
                      <a:pt x="2" y="0"/>
                      <a:pt x="1" y="2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91" name="Freeform 781">
                <a:extLst>
                  <a:ext uri="{FF2B5EF4-FFF2-40B4-BE49-F238E27FC236}">
                    <a16:creationId xmlns:a16="http://schemas.microsoft.com/office/drawing/2014/main" id="{B7099B53-202D-4CD7-8E1D-796975229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965"/>
                <a:ext cx="8" cy="16"/>
              </a:xfrm>
              <a:custGeom>
                <a:avLst/>
                <a:gdLst>
                  <a:gd name="T0" fmla="*/ 9 w 6"/>
                  <a:gd name="T1" fmla="*/ 6 h 11"/>
                  <a:gd name="T2" fmla="*/ 15 w 6"/>
                  <a:gd name="T3" fmla="*/ 3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4" y="2"/>
                    </a:moveTo>
                    <a:cubicBezTo>
                      <a:pt x="0" y="0"/>
                      <a:pt x="1" y="11"/>
                      <a:pt x="6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92" name="Freeform 782">
                <a:extLst>
                  <a:ext uri="{FF2B5EF4-FFF2-40B4-BE49-F238E27FC236}">
                    <a16:creationId xmlns:a16="http://schemas.microsoft.com/office/drawing/2014/main" id="{EF0E0B8F-C4F8-4E77-978E-6CAF9B79D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964"/>
                <a:ext cx="7" cy="3"/>
              </a:xfrm>
              <a:custGeom>
                <a:avLst/>
                <a:gdLst>
                  <a:gd name="T0" fmla="*/ 14 w 5"/>
                  <a:gd name="T1" fmla="*/ 5 h 2"/>
                  <a:gd name="T2" fmla="*/ 0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1"/>
                      <a:pt x="0" y="0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93" name="Freeform 783">
                <a:extLst>
                  <a:ext uri="{FF2B5EF4-FFF2-40B4-BE49-F238E27FC236}">
                    <a16:creationId xmlns:a16="http://schemas.microsoft.com/office/drawing/2014/main" id="{3708791B-EB85-4E75-ABC7-90410F1B0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019"/>
                <a:ext cx="2" cy="7"/>
              </a:xfrm>
              <a:custGeom>
                <a:avLst/>
                <a:gdLst>
                  <a:gd name="T0" fmla="*/ 8 w 1"/>
                  <a:gd name="T1" fmla="*/ 0 h 5"/>
                  <a:gd name="T2" fmla="*/ 8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0" y="4"/>
                      <a:pt x="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94" name="Freeform 784">
                <a:extLst>
                  <a:ext uri="{FF2B5EF4-FFF2-40B4-BE49-F238E27FC236}">
                    <a16:creationId xmlns:a16="http://schemas.microsoft.com/office/drawing/2014/main" id="{7524B7E5-CF37-4479-BDEE-43602D600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1061"/>
                <a:ext cx="16" cy="8"/>
              </a:xfrm>
              <a:custGeom>
                <a:avLst/>
                <a:gdLst>
                  <a:gd name="T0" fmla="*/ 0 w 12"/>
                  <a:gd name="T1" fmla="*/ 5 h 6"/>
                  <a:gd name="T2" fmla="*/ 15 w 12"/>
                  <a:gd name="T3" fmla="*/ 12 h 6"/>
                  <a:gd name="T4" fmla="*/ 27 w 12"/>
                  <a:gd name="T5" fmla="*/ 7 h 6"/>
                  <a:gd name="T6" fmla="*/ 27 w 12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0" y="2"/>
                    </a:moveTo>
                    <a:cubicBezTo>
                      <a:pt x="1" y="5"/>
                      <a:pt x="4" y="6"/>
                      <a:pt x="6" y="5"/>
                    </a:cubicBezTo>
                    <a:cubicBezTo>
                      <a:pt x="8" y="4"/>
                      <a:pt x="9" y="3"/>
                      <a:pt x="11" y="3"/>
                    </a:cubicBezTo>
                    <a:cubicBezTo>
                      <a:pt x="11" y="2"/>
                      <a:pt x="12" y="1"/>
                      <a:pt x="1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95" name="Freeform 785">
                <a:extLst>
                  <a:ext uri="{FF2B5EF4-FFF2-40B4-BE49-F238E27FC236}">
                    <a16:creationId xmlns:a16="http://schemas.microsoft.com/office/drawing/2014/main" id="{8364799F-E551-4AC5-9E63-7769F473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971"/>
                <a:ext cx="38" cy="35"/>
              </a:xfrm>
              <a:custGeom>
                <a:avLst/>
                <a:gdLst>
                  <a:gd name="T0" fmla="*/ 66 w 29"/>
                  <a:gd name="T1" fmla="*/ 0 h 25"/>
                  <a:gd name="T2" fmla="*/ 45 w 29"/>
                  <a:gd name="T3" fmla="*/ 21 h 25"/>
                  <a:gd name="T4" fmla="*/ 28 w 29"/>
                  <a:gd name="T5" fmla="*/ 48 h 25"/>
                  <a:gd name="T6" fmla="*/ 13 w 29"/>
                  <a:gd name="T7" fmla="*/ 67 h 25"/>
                  <a:gd name="T8" fmla="*/ 0 w 29"/>
                  <a:gd name="T9" fmla="*/ 6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5">
                    <a:moveTo>
                      <a:pt x="29" y="0"/>
                    </a:moveTo>
                    <a:cubicBezTo>
                      <a:pt x="25" y="0"/>
                      <a:pt x="23" y="5"/>
                      <a:pt x="20" y="8"/>
                    </a:cubicBezTo>
                    <a:cubicBezTo>
                      <a:pt x="18" y="11"/>
                      <a:pt x="15" y="13"/>
                      <a:pt x="12" y="17"/>
                    </a:cubicBezTo>
                    <a:cubicBezTo>
                      <a:pt x="10" y="19"/>
                      <a:pt x="9" y="22"/>
                      <a:pt x="6" y="24"/>
                    </a:cubicBezTo>
                    <a:cubicBezTo>
                      <a:pt x="3" y="25"/>
                      <a:pt x="2" y="23"/>
                      <a:pt x="0" y="2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96" name="Freeform 786">
                <a:extLst>
                  <a:ext uri="{FF2B5EF4-FFF2-40B4-BE49-F238E27FC236}">
                    <a16:creationId xmlns:a16="http://schemas.microsoft.com/office/drawing/2014/main" id="{08462ECA-1C3C-4F8F-8975-A6B4518A9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002"/>
                <a:ext cx="8" cy="11"/>
              </a:xfrm>
              <a:custGeom>
                <a:avLst/>
                <a:gdLst>
                  <a:gd name="T0" fmla="*/ 7 w 6"/>
                  <a:gd name="T1" fmla="*/ 0 h 8"/>
                  <a:gd name="T2" fmla="*/ 15 w 6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0" y="3"/>
                      <a:pt x="0" y="8"/>
                      <a:pt x="6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97" name="Freeform 787">
                <a:extLst>
                  <a:ext uri="{FF2B5EF4-FFF2-40B4-BE49-F238E27FC236}">
                    <a16:creationId xmlns:a16="http://schemas.microsoft.com/office/drawing/2014/main" id="{A5B39E16-6BE4-4B9D-A9E4-7E04F917B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006"/>
                <a:ext cx="42" cy="53"/>
              </a:xfrm>
              <a:custGeom>
                <a:avLst/>
                <a:gdLst>
                  <a:gd name="T0" fmla="*/ 59 w 32"/>
                  <a:gd name="T1" fmla="*/ 0 h 38"/>
                  <a:gd name="T2" fmla="*/ 51 w 32"/>
                  <a:gd name="T3" fmla="*/ 20 h 38"/>
                  <a:gd name="T4" fmla="*/ 29 w 32"/>
                  <a:gd name="T5" fmla="*/ 63 h 38"/>
                  <a:gd name="T6" fmla="*/ 16 w 32"/>
                  <a:gd name="T7" fmla="*/ 95 h 38"/>
                  <a:gd name="T8" fmla="*/ 0 w 32"/>
                  <a:gd name="T9" fmla="*/ 9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8">
                    <a:moveTo>
                      <a:pt x="26" y="0"/>
                    </a:moveTo>
                    <a:cubicBezTo>
                      <a:pt x="32" y="3"/>
                      <a:pt x="27" y="5"/>
                      <a:pt x="23" y="7"/>
                    </a:cubicBezTo>
                    <a:cubicBezTo>
                      <a:pt x="18" y="10"/>
                      <a:pt x="16" y="18"/>
                      <a:pt x="13" y="23"/>
                    </a:cubicBezTo>
                    <a:cubicBezTo>
                      <a:pt x="11" y="27"/>
                      <a:pt x="9" y="32"/>
                      <a:pt x="7" y="35"/>
                    </a:cubicBezTo>
                    <a:cubicBezTo>
                      <a:pt x="5" y="37"/>
                      <a:pt x="2" y="38"/>
                      <a:pt x="0" y="3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98" name="Freeform 788">
                <a:extLst>
                  <a:ext uri="{FF2B5EF4-FFF2-40B4-BE49-F238E27FC236}">
                    <a16:creationId xmlns:a16="http://schemas.microsoft.com/office/drawing/2014/main" id="{2615F2EA-E482-45AC-AF4F-F0EFF282E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055"/>
                <a:ext cx="10" cy="9"/>
              </a:xfrm>
              <a:custGeom>
                <a:avLst/>
                <a:gdLst>
                  <a:gd name="T0" fmla="*/ 5 w 8"/>
                  <a:gd name="T1" fmla="*/ 0 h 6"/>
                  <a:gd name="T2" fmla="*/ 16 w 8"/>
                  <a:gd name="T3" fmla="*/ 14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0" y="3"/>
                      <a:pt x="7" y="6"/>
                      <a:pt x="8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99" name="Freeform 789">
                <a:extLst>
                  <a:ext uri="{FF2B5EF4-FFF2-40B4-BE49-F238E27FC236}">
                    <a16:creationId xmlns:a16="http://schemas.microsoft.com/office/drawing/2014/main" id="{C55F69C6-FB17-4C68-A30B-F99316B00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1072"/>
                <a:ext cx="29" cy="80"/>
              </a:xfrm>
              <a:custGeom>
                <a:avLst/>
                <a:gdLst>
                  <a:gd name="T0" fmla="*/ 0 w 22"/>
                  <a:gd name="T1" fmla="*/ 0 h 57"/>
                  <a:gd name="T2" fmla="*/ 16 w 22"/>
                  <a:gd name="T3" fmla="*/ 28 h 57"/>
                  <a:gd name="T4" fmla="*/ 32 w 22"/>
                  <a:gd name="T5" fmla="*/ 94 h 57"/>
                  <a:gd name="T6" fmla="*/ 49 w 22"/>
                  <a:gd name="T7" fmla="*/ 143 h 57"/>
                  <a:gd name="T8" fmla="*/ 34 w 22"/>
                  <a:gd name="T9" fmla="*/ 15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7">
                    <a:moveTo>
                      <a:pt x="0" y="0"/>
                    </a:moveTo>
                    <a:cubicBezTo>
                      <a:pt x="5" y="1"/>
                      <a:pt x="5" y="5"/>
                      <a:pt x="7" y="10"/>
                    </a:cubicBezTo>
                    <a:cubicBezTo>
                      <a:pt x="9" y="18"/>
                      <a:pt x="11" y="26"/>
                      <a:pt x="14" y="34"/>
                    </a:cubicBezTo>
                    <a:cubicBezTo>
                      <a:pt x="16" y="39"/>
                      <a:pt x="22" y="47"/>
                      <a:pt x="21" y="52"/>
                    </a:cubicBezTo>
                    <a:cubicBezTo>
                      <a:pt x="21" y="56"/>
                      <a:pt x="17" y="57"/>
                      <a:pt x="15" y="5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00" name="Freeform 790">
                <a:extLst>
                  <a:ext uri="{FF2B5EF4-FFF2-40B4-BE49-F238E27FC236}">
                    <a16:creationId xmlns:a16="http://schemas.microsoft.com/office/drawing/2014/main" id="{71AF4570-8947-4D41-8BC3-31D2DA5BE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069"/>
                <a:ext cx="4" cy="7"/>
              </a:xfrm>
              <a:custGeom>
                <a:avLst/>
                <a:gdLst>
                  <a:gd name="T0" fmla="*/ 7 w 3"/>
                  <a:gd name="T1" fmla="*/ 0 h 5"/>
                  <a:gd name="T2" fmla="*/ 1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01" name="Freeform 791">
                <a:extLst>
                  <a:ext uri="{FF2B5EF4-FFF2-40B4-BE49-F238E27FC236}">
                    <a16:creationId xmlns:a16="http://schemas.microsoft.com/office/drawing/2014/main" id="{5FA2289F-96D2-424C-AB13-F6583162B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135"/>
                <a:ext cx="17" cy="14"/>
              </a:xfrm>
              <a:custGeom>
                <a:avLst/>
                <a:gdLst>
                  <a:gd name="T0" fmla="*/ 0 w 13"/>
                  <a:gd name="T1" fmla="*/ 6 h 10"/>
                  <a:gd name="T2" fmla="*/ 24 w 1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2"/>
                    </a:moveTo>
                    <a:cubicBezTo>
                      <a:pt x="5" y="9"/>
                      <a:pt x="13" y="10"/>
                      <a:pt x="1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02" name="Freeform 792">
                <a:extLst>
                  <a:ext uri="{FF2B5EF4-FFF2-40B4-BE49-F238E27FC236}">
                    <a16:creationId xmlns:a16="http://schemas.microsoft.com/office/drawing/2014/main" id="{5E5EFB3E-D5A4-4165-BBEE-3AE67AD34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143"/>
                <a:ext cx="32" cy="79"/>
              </a:xfrm>
              <a:custGeom>
                <a:avLst/>
                <a:gdLst>
                  <a:gd name="T0" fmla="*/ 9 w 24"/>
                  <a:gd name="T1" fmla="*/ 0 h 56"/>
                  <a:gd name="T2" fmla="*/ 1 w 24"/>
                  <a:gd name="T3" fmla="*/ 0 h 56"/>
                  <a:gd name="T4" fmla="*/ 16 w 24"/>
                  <a:gd name="T5" fmla="*/ 32 h 56"/>
                  <a:gd name="T6" fmla="*/ 23 w 24"/>
                  <a:gd name="T7" fmla="*/ 83 h 56"/>
                  <a:gd name="T8" fmla="*/ 37 w 24"/>
                  <a:gd name="T9" fmla="*/ 135 h 56"/>
                  <a:gd name="T10" fmla="*/ 48 w 24"/>
                  <a:gd name="T11" fmla="*/ 155 h 56"/>
                  <a:gd name="T12" fmla="*/ 57 w 24"/>
                  <a:gd name="T13" fmla="*/ 15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56">
                    <a:moveTo>
                      <a:pt x="4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4"/>
                      <a:pt x="6" y="8"/>
                      <a:pt x="7" y="11"/>
                    </a:cubicBezTo>
                    <a:cubicBezTo>
                      <a:pt x="9" y="17"/>
                      <a:pt x="9" y="24"/>
                      <a:pt x="10" y="30"/>
                    </a:cubicBezTo>
                    <a:cubicBezTo>
                      <a:pt x="12" y="36"/>
                      <a:pt x="15" y="42"/>
                      <a:pt x="16" y="48"/>
                    </a:cubicBezTo>
                    <a:cubicBezTo>
                      <a:pt x="17" y="51"/>
                      <a:pt x="17" y="53"/>
                      <a:pt x="20" y="55"/>
                    </a:cubicBezTo>
                    <a:cubicBezTo>
                      <a:pt x="22" y="56"/>
                      <a:pt x="24" y="56"/>
                      <a:pt x="24" y="5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03" name="Freeform 793">
                <a:extLst>
                  <a:ext uri="{FF2B5EF4-FFF2-40B4-BE49-F238E27FC236}">
                    <a16:creationId xmlns:a16="http://schemas.microsoft.com/office/drawing/2014/main" id="{44E21BF4-4072-421A-966B-F407EF3FB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143"/>
                <a:ext cx="7" cy="6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4" y="1"/>
                      <a:pt x="5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04" name="Freeform 794">
                <a:extLst>
                  <a:ext uri="{FF2B5EF4-FFF2-40B4-BE49-F238E27FC236}">
                    <a16:creationId xmlns:a16="http://schemas.microsoft.com/office/drawing/2014/main" id="{D9F75AFE-BF7B-4E06-BF55-EFD3539C7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149"/>
                <a:ext cx="5" cy="3"/>
              </a:xfrm>
              <a:custGeom>
                <a:avLst/>
                <a:gdLst>
                  <a:gd name="T0" fmla="*/ 0 w 4"/>
                  <a:gd name="T1" fmla="*/ 5 h 2"/>
                  <a:gd name="T2" fmla="*/ 8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0"/>
                      <a:pt x="3" y="1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05" name="Freeform 795">
                <a:extLst>
                  <a:ext uri="{FF2B5EF4-FFF2-40B4-BE49-F238E27FC236}">
                    <a16:creationId xmlns:a16="http://schemas.microsoft.com/office/drawing/2014/main" id="{323A194A-8E8B-463E-99C1-E3DF8E0D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1150"/>
                <a:ext cx="2" cy="6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06" name="Freeform 796">
                <a:extLst>
                  <a:ext uri="{FF2B5EF4-FFF2-40B4-BE49-F238E27FC236}">
                    <a16:creationId xmlns:a16="http://schemas.microsoft.com/office/drawing/2014/main" id="{35717D03-4B96-4BD1-B2F0-48EC3635A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208"/>
                <a:ext cx="17" cy="11"/>
              </a:xfrm>
              <a:custGeom>
                <a:avLst/>
                <a:gdLst>
                  <a:gd name="T0" fmla="*/ 24 w 13"/>
                  <a:gd name="T1" fmla="*/ 0 h 8"/>
                  <a:gd name="T2" fmla="*/ 13 w 13"/>
                  <a:gd name="T3" fmla="*/ 21 h 8"/>
                  <a:gd name="T4" fmla="*/ 0 w 13"/>
                  <a:gd name="T5" fmla="*/ 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1" y="0"/>
                    </a:moveTo>
                    <a:cubicBezTo>
                      <a:pt x="13" y="5"/>
                      <a:pt x="12" y="8"/>
                      <a:pt x="6" y="8"/>
                    </a:cubicBezTo>
                    <a:cubicBezTo>
                      <a:pt x="2" y="8"/>
                      <a:pt x="0" y="6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07" name="Freeform 797">
                <a:extLst>
                  <a:ext uri="{FF2B5EF4-FFF2-40B4-BE49-F238E27FC236}">
                    <a16:creationId xmlns:a16="http://schemas.microsoft.com/office/drawing/2014/main" id="{D34A4DB9-2FF2-4573-91FE-CC5BDA5CD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218"/>
                <a:ext cx="21" cy="105"/>
              </a:xfrm>
              <a:custGeom>
                <a:avLst/>
                <a:gdLst>
                  <a:gd name="T0" fmla="*/ 5 w 16"/>
                  <a:gd name="T1" fmla="*/ 0 h 75"/>
                  <a:gd name="T2" fmla="*/ 12 w 16"/>
                  <a:gd name="T3" fmla="*/ 57 h 75"/>
                  <a:gd name="T4" fmla="*/ 16 w 16"/>
                  <a:gd name="T5" fmla="*/ 132 h 75"/>
                  <a:gd name="T6" fmla="*/ 37 w 16"/>
                  <a:gd name="T7" fmla="*/ 197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5">
                    <a:moveTo>
                      <a:pt x="2" y="0"/>
                    </a:moveTo>
                    <a:cubicBezTo>
                      <a:pt x="0" y="7"/>
                      <a:pt x="4" y="15"/>
                      <a:pt x="5" y="21"/>
                    </a:cubicBezTo>
                    <a:cubicBezTo>
                      <a:pt x="6" y="30"/>
                      <a:pt x="7" y="39"/>
                      <a:pt x="7" y="48"/>
                    </a:cubicBezTo>
                    <a:cubicBezTo>
                      <a:pt x="7" y="55"/>
                      <a:pt x="4" y="75"/>
                      <a:pt x="16" y="7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08" name="Freeform 798">
                <a:extLst>
                  <a:ext uri="{FF2B5EF4-FFF2-40B4-BE49-F238E27FC236}">
                    <a16:creationId xmlns:a16="http://schemas.microsoft.com/office/drawing/2014/main" id="{6AD80A8E-3FCE-4B3D-A588-981943B9A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301"/>
                <a:ext cx="13" cy="22"/>
              </a:xfrm>
              <a:custGeom>
                <a:avLst/>
                <a:gdLst>
                  <a:gd name="T0" fmla="*/ 21 w 10"/>
                  <a:gd name="T1" fmla="*/ 0 h 16"/>
                  <a:gd name="T2" fmla="*/ 0 w 10"/>
                  <a:gd name="T3" fmla="*/ 3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10" y="7"/>
                      <a:pt x="8" y="16"/>
                      <a:pt x="0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09" name="Freeform 799">
                <a:extLst>
                  <a:ext uri="{FF2B5EF4-FFF2-40B4-BE49-F238E27FC236}">
                    <a16:creationId xmlns:a16="http://schemas.microsoft.com/office/drawing/2014/main" id="{F0CDD1DA-622A-4226-9F28-01DEE70F5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317"/>
                <a:ext cx="10" cy="93"/>
              </a:xfrm>
              <a:custGeom>
                <a:avLst/>
                <a:gdLst>
                  <a:gd name="T0" fmla="*/ 19 w 7"/>
                  <a:gd name="T1" fmla="*/ 0 h 66"/>
                  <a:gd name="T2" fmla="*/ 1 w 7"/>
                  <a:gd name="T3" fmla="*/ 0 h 66"/>
                  <a:gd name="T4" fmla="*/ 9 w 7"/>
                  <a:gd name="T5" fmla="*/ 48 h 66"/>
                  <a:gd name="T6" fmla="*/ 13 w 7"/>
                  <a:gd name="T7" fmla="*/ 110 h 66"/>
                  <a:gd name="T8" fmla="*/ 1 w 7"/>
                  <a:gd name="T9" fmla="*/ 163 h 66"/>
                  <a:gd name="T10" fmla="*/ 20 w 7"/>
                  <a:gd name="T11" fmla="*/ 185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6">
                    <a:moveTo>
                      <a:pt x="6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5"/>
                      <a:pt x="2" y="12"/>
                      <a:pt x="3" y="17"/>
                    </a:cubicBezTo>
                    <a:cubicBezTo>
                      <a:pt x="3" y="25"/>
                      <a:pt x="4" y="32"/>
                      <a:pt x="4" y="39"/>
                    </a:cubicBezTo>
                    <a:cubicBezTo>
                      <a:pt x="3" y="46"/>
                      <a:pt x="1" y="52"/>
                      <a:pt x="1" y="58"/>
                    </a:cubicBezTo>
                    <a:cubicBezTo>
                      <a:pt x="1" y="62"/>
                      <a:pt x="3" y="65"/>
                      <a:pt x="7" y="6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10" name="Freeform 800">
                <a:extLst>
                  <a:ext uri="{FF2B5EF4-FFF2-40B4-BE49-F238E27FC236}">
                    <a16:creationId xmlns:a16="http://schemas.microsoft.com/office/drawing/2014/main" id="{5FADDC5D-EF2F-4423-A630-751CB8FC9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396"/>
                <a:ext cx="17" cy="11"/>
              </a:xfrm>
              <a:custGeom>
                <a:avLst/>
                <a:gdLst>
                  <a:gd name="T0" fmla="*/ 29 w 13"/>
                  <a:gd name="T1" fmla="*/ 0 h 8"/>
                  <a:gd name="T2" fmla="*/ 13 w 13"/>
                  <a:gd name="T3" fmla="*/ 19 h 8"/>
                  <a:gd name="T4" fmla="*/ 0 w 13"/>
                  <a:gd name="T5" fmla="*/ 1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cubicBezTo>
                      <a:pt x="11" y="5"/>
                      <a:pt x="12" y="8"/>
                      <a:pt x="6" y="7"/>
                    </a:cubicBezTo>
                    <a:cubicBezTo>
                      <a:pt x="3" y="7"/>
                      <a:pt x="0" y="8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11" name="Freeform 801">
                <a:extLst>
                  <a:ext uri="{FF2B5EF4-FFF2-40B4-BE49-F238E27FC236}">
                    <a16:creationId xmlns:a16="http://schemas.microsoft.com/office/drawing/2014/main" id="{4A3BCC60-889A-4D27-AE28-7F2429FC9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319"/>
                <a:ext cx="8" cy="7"/>
              </a:xfrm>
              <a:custGeom>
                <a:avLst/>
                <a:gdLst>
                  <a:gd name="T0" fmla="*/ 15 w 6"/>
                  <a:gd name="T1" fmla="*/ 0 h 5"/>
                  <a:gd name="T2" fmla="*/ 0 w 6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3" y="0"/>
                      <a:pt x="1" y="2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12" name="Freeform 802">
                <a:extLst>
                  <a:ext uri="{FF2B5EF4-FFF2-40B4-BE49-F238E27FC236}">
                    <a16:creationId xmlns:a16="http://schemas.microsoft.com/office/drawing/2014/main" id="{13BA6205-3DBC-4BEA-9DC0-A72A77DCF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407"/>
                <a:ext cx="5" cy="6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1" y="0"/>
                      <a:pt x="0" y="2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13" name="Freeform 803">
                <a:extLst>
                  <a:ext uri="{FF2B5EF4-FFF2-40B4-BE49-F238E27FC236}">
                    <a16:creationId xmlns:a16="http://schemas.microsoft.com/office/drawing/2014/main" id="{0E9F9ED9-C3E5-440A-99DE-1A26FD70C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1407"/>
                <a:ext cx="38" cy="101"/>
              </a:xfrm>
              <a:custGeom>
                <a:avLst/>
                <a:gdLst>
                  <a:gd name="T0" fmla="*/ 54 w 29"/>
                  <a:gd name="T1" fmla="*/ 0 h 72"/>
                  <a:gd name="T2" fmla="*/ 50 w 29"/>
                  <a:gd name="T3" fmla="*/ 49 h 72"/>
                  <a:gd name="T4" fmla="*/ 43 w 29"/>
                  <a:gd name="T5" fmla="*/ 88 h 72"/>
                  <a:gd name="T6" fmla="*/ 41 w 29"/>
                  <a:gd name="T7" fmla="*/ 122 h 72"/>
                  <a:gd name="T8" fmla="*/ 0 w 29"/>
                  <a:gd name="T9" fmla="*/ 17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72">
                    <a:moveTo>
                      <a:pt x="24" y="0"/>
                    </a:moveTo>
                    <a:cubicBezTo>
                      <a:pt x="29" y="1"/>
                      <a:pt x="23" y="14"/>
                      <a:pt x="22" y="18"/>
                    </a:cubicBezTo>
                    <a:cubicBezTo>
                      <a:pt x="21" y="22"/>
                      <a:pt x="19" y="27"/>
                      <a:pt x="19" y="32"/>
                    </a:cubicBezTo>
                    <a:cubicBezTo>
                      <a:pt x="18" y="36"/>
                      <a:pt x="19" y="40"/>
                      <a:pt x="18" y="44"/>
                    </a:cubicBezTo>
                    <a:cubicBezTo>
                      <a:pt x="17" y="50"/>
                      <a:pt x="9" y="72"/>
                      <a:pt x="0" y="6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14" name="Freeform 804">
                <a:extLst>
                  <a:ext uri="{FF2B5EF4-FFF2-40B4-BE49-F238E27FC236}">
                    <a16:creationId xmlns:a16="http://schemas.microsoft.com/office/drawing/2014/main" id="{71E06F65-7853-46F1-847E-9D622F7D6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487"/>
                <a:ext cx="11" cy="16"/>
              </a:xfrm>
              <a:custGeom>
                <a:avLst/>
                <a:gdLst>
                  <a:gd name="T0" fmla="*/ 1 w 8"/>
                  <a:gd name="T1" fmla="*/ 0 h 11"/>
                  <a:gd name="T2" fmla="*/ 19 w 8"/>
                  <a:gd name="T3" fmla="*/ 33 h 11"/>
                  <a:gd name="T4" fmla="*/ 21 w 8"/>
                  <a:gd name="T5" fmla="*/ 3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0"/>
                    </a:moveTo>
                    <a:cubicBezTo>
                      <a:pt x="1" y="5"/>
                      <a:pt x="0" y="11"/>
                      <a:pt x="7" y="11"/>
                    </a:cubicBezTo>
                    <a:cubicBezTo>
                      <a:pt x="7" y="11"/>
                      <a:pt x="8" y="10"/>
                      <a:pt x="8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15" name="Freeform 805">
                <a:extLst>
                  <a:ext uri="{FF2B5EF4-FFF2-40B4-BE49-F238E27FC236}">
                    <a16:creationId xmlns:a16="http://schemas.microsoft.com/office/drawing/2014/main" id="{CB49D6D5-634E-448C-AA05-AAEC265EE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407"/>
                <a:ext cx="6" cy="7"/>
              </a:xfrm>
              <a:custGeom>
                <a:avLst/>
                <a:gdLst>
                  <a:gd name="T0" fmla="*/ 0 w 5"/>
                  <a:gd name="T1" fmla="*/ 14 h 5"/>
                  <a:gd name="T2" fmla="*/ 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2" y="0"/>
                      <a:pt x="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16" name="Freeform 806">
                <a:extLst>
                  <a:ext uri="{FF2B5EF4-FFF2-40B4-BE49-F238E27FC236}">
                    <a16:creationId xmlns:a16="http://schemas.microsoft.com/office/drawing/2014/main" id="{2C78AC4E-6F0D-4F55-A809-389E65619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1496"/>
                <a:ext cx="51" cy="89"/>
              </a:xfrm>
              <a:custGeom>
                <a:avLst/>
                <a:gdLst>
                  <a:gd name="T0" fmla="*/ 72 w 39"/>
                  <a:gd name="T1" fmla="*/ 1 h 64"/>
                  <a:gd name="T2" fmla="*/ 72 w 39"/>
                  <a:gd name="T3" fmla="*/ 29 h 64"/>
                  <a:gd name="T4" fmla="*/ 44 w 39"/>
                  <a:gd name="T5" fmla="*/ 95 h 64"/>
                  <a:gd name="T6" fmla="*/ 22 w 39"/>
                  <a:gd name="T7" fmla="*/ 157 h 64"/>
                  <a:gd name="T8" fmla="*/ 0 w 39"/>
                  <a:gd name="T9" fmla="*/ 147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2" y="1"/>
                    </a:moveTo>
                    <a:cubicBezTo>
                      <a:pt x="39" y="0"/>
                      <a:pt x="34" y="9"/>
                      <a:pt x="32" y="11"/>
                    </a:cubicBezTo>
                    <a:cubicBezTo>
                      <a:pt x="28" y="19"/>
                      <a:pt x="23" y="26"/>
                      <a:pt x="20" y="35"/>
                    </a:cubicBezTo>
                    <a:cubicBezTo>
                      <a:pt x="17" y="42"/>
                      <a:pt x="15" y="52"/>
                      <a:pt x="10" y="58"/>
                    </a:cubicBezTo>
                    <a:cubicBezTo>
                      <a:pt x="6" y="64"/>
                      <a:pt x="3" y="60"/>
                      <a:pt x="0" y="5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17" name="Freeform 807">
                <a:extLst>
                  <a:ext uri="{FF2B5EF4-FFF2-40B4-BE49-F238E27FC236}">
                    <a16:creationId xmlns:a16="http://schemas.microsoft.com/office/drawing/2014/main" id="{65A91AA6-F7B0-4D11-9E07-FDB60802A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498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18" name="Freeform 808">
                <a:extLst>
                  <a:ext uri="{FF2B5EF4-FFF2-40B4-BE49-F238E27FC236}">
                    <a16:creationId xmlns:a16="http://schemas.microsoft.com/office/drawing/2014/main" id="{75E7C668-D952-4A3E-9B15-212681A2A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575"/>
                <a:ext cx="16" cy="17"/>
              </a:xfrm>
              <a:custGeom>
                <a:avLst/>
                <a:gdLst>
                  <a:gd name="T0" fmla="*/ 7 w 12"/>
                  <a:gd name="T1" fmla="*/ 0 h 12"/>
                  <a:gd name="T2" fmla="*/ 28 w 12"/>
                  <a:gd name="T3" fmla="*/ 2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3" y="0"/>
                    </a:moveTo>
                    <a:cubicBezTo>
                      <a:pt x="0" y="7"/>
                      <a:pt x="11" y="12"/>
                      <a:pt x="12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19" name="Freeform 809">
                <a:extLst>
                  <a:ext uri="{FF2B5EF4-FFF2-40B4-BE49-F238E27FC236}">
                    <a16:creationId xmlns:a16="http://schemas.microsoft.com/office/drawing/2014/main" id="{DBDAE782-38BB-4F28-A226-E44977981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581"/>
                <a:ext cx="42" cy="70"/>
              </a:xfrm>
              <a:custGeom>
                <a:avLst/>
                <a:gdLst>
                  <a:gd name="T0" fmla="*/ 72 w 32"/>
                  <a:gd name="T1" fmla="*/ 6 h 50"/>
                  <a:gd name="T2" fmla="*/ 64 w 32"/>
                  <a:gd name="T3" fmla="*/ 1 h 50"/>
                  <a:gd name="T4" fmla="*/ 28 w 32"/>
                  <a:gd name="T5" fmla="*/ 84 h 50"/>
                  <a:gd name="T6" fmla="*/ 5 w 32"/>
                  <a:gd name="T7" fmla="*/ 122 h 50"/>
                  <a:gd name="T8" fmla="*/ 7 w 32"/>
                  <a:gd name="T9" fmla="*/ 132 h 50"/>
                  <a:gd name="T10" fmla="*/ 18 w 32"/>
                  <a:gd name="T11" fmla="*/ 137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50">
                    <a:moveTo>
                      <a:pt x="32" y="2"/>
                    </a:moveTo>
                    <a:cubicBezTo>
                      <a:pt x="31" y="1"/>
                      <a:pt x="30" y="0"/>
                      <a:pt x="28" y="1"/>
                    </a:cubicBezTo>
                    <a:cubicBezTo>
                      <a:pt x="28" y="13"/>
                      <a:pt x="20" y="21"/>
                      <a:pt x="12" y="31"/>
                    </a:cubicBezTo>
                    <a:cubicBezTo>
                      <a:pt x="8" y="35"/>
                      <a:pt x="4" y="39"/>
                      <a:pt x="2" y="44"/>
                    </a:cubicBezTo>
                    <a:cubicBezTo>
                      <a:pt x="2" y="47"/>
                      <a:pt x="0" y="46"/>
                      <a:pt x="3" y="48"/>
                    </a:cubicBezTo>
                    <a:cubicBezTo>
                      <a:pt x="4" y="49"/>
                      <a:pt x="6" y="49"/>
                      <a:pt x="8" y="5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20" name="Freeform 810">
                <a:extLst>
                  <a:ext uri="{FF2B5EF4-FFF2-40B4-BE49-F238E27FC236}">
                    <a16:creationId xmlns:a16="http://schemas.microsoft.com/office/drawing/2014/main" id="{C00345FE-D801-4BA8-8F27-CED76D8E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1626"/>
                <a:ext cx="13" cy="14"/>
              </a:xfrm>
              <a:custGeom>
                <a:avLst/>
                <a:gdLst>
                  <a:gd name="T0" fmla="*/ 22 w 10"/>
                  <a:gd name="T1" fmla="*/ 20 h 10"/>
                  <a:gd name="T2" fmla="*/ 5 w 10"/>
                  <a:gd name="T3" fmla="*/ 20 h 10"/>
                  <a:gd name="T4" fmla="*/ 1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7" y="8"/>
                      <a:pt x="4" y="10"/>
                      <a:pt x="2" y="7"/>
                    </a:cubicBezTo>
                    <a:cubicBezTo>
                      <a:pt x="1" y="6"/>
                      <a:pt x="0" y="1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21" name="Freeform 811">
                <a:extLst>
                  <a:ext uri="{FF2B5EF4-FFF2-40B4-BE49-F238E27FC236}">
                    <a16:creationId xmlns:a16="http://schemas.microsoft.com/office/drawing/2014/main" id="{459F2097-5B8E-4952-B1D6-987D79255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1577"/>
                <a:ext cx="6" cy="1"/>
              </a:xfrm>
              <a:custGeom>
                <a:avLst/>
                <a:gdLst>
                  <a:gd name="T0" fmla="*/ 14 w 4"/>
                  <a:gd name="T1" fmla="*/ 0 h 1"/>
                  <a:gd name="T2" fmla="*/ 0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22" name="Freeform 812">
                <a:extLst>
                  <a:ext uri="{FF2B5EF4-FFF2-40B4-BE49-F238E27FC236}">
                    <a16:creationId xmlns:a16="http://schemas.microsoft.com/office/drawing/2014/main" id="{098D7D16-86A7-4CE6-818F-F76783FB4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632"/>
                <a:ext cx="6" cy="1"/>
              </a:xfrm>
              <a:custGeom>
                <a:avLst/>
                <a:gdLst>
                  <a:gd name="T0" fmla="*/ 8 w 5"/>
                  <a:gd name="T1" fmla="*/ 1 h 1"/>
                  <a:gd name="T2" fmla="*/ 0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23" name="Freeform 813">
                <a:extLst>
                  <a:ext uri="{FF2B5EF4-FFF2-40B4-BE49-F238E27FC236}">
                    <a16:creationId xmlns:a16="http://schemas.microsoft.com/office/drawing/2014/main" id="{4928033E-E465-4807-8EFC-3F2F222F8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637"/>
                <a:ext cx="62" cy="42"/>
              </a:xfrm>
              <a:custGeom>
                <a:avLst/>
                <a:gdLst>
                  <a:gd name="T0" fmla="*/ 108 w 47"/>
                  <a:gd name="T1" fmla="*/ 0 h 30"/>
                  <a:gd name="T2" fmla="*/ 80 w 47"/>
                  <a:gd name="T3" fmla="*/ 28 h 30"/>
                  <a:gd name="T4" fmla="*/ 38 w 47"/>
                  <a:gd name="T5" fmla="*/ 60 h 30"/>
                  <a:gd name="T6" fmla="*/ 9 w 47"/>
                  <a:gd name="T7" fmla="*/ 74 h 30"/>
                  <a:gd name="T8" fmla="*/ 7 w 47"/>
                  <a:gd name="T9" fmla="*/ 4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0">
                    <a:moveTo>
                      <a:pt x="47" y="0"/>
                    </a:moveTo>
                    <a:cubicBezTo>
                      <a:pt x="43" y="3"/>
                      <a:pt x="40" y="8"/>
                      <a:pt x="35" y="10"/>
                    </a:cubicBezTo>
                    <a:cubicBezTo>
                      <a:pt x="29" y="14"/>
                      <a:pt x="23" y="19"/>
                      <a:pt x="17" y="22"/>
                    </a:cubicBezTo>
                    <a:cubicBezTo>
                      <a:pt x="13" y="24"/>
                      <a:pt x="9" y="30"/>
                      <a:pt x="4" y="27"/>
                    </a:cubicBezTo>
                    <a:cubicBezTo>
                      <a:pt x="3" y="25"/>
                      <a:pt x="0" y="19"/>
                      <a:pt x="3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24" name="Freeform 814">
                <a:extLst>
                  <a:ext uri="{FF2B5EF4-FFF2-40B4-BE49-F238E27FC236}">
                    <a16:creationId xmlns:a16="http://schemas.microsoft.com/office/drawing/2014/main" id="{A41B8A00-855A-49E2-9FBA-13C1D9008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1676"/>
                <a:ext cx="15" cy="14"/>
              </a:xfrm>
              <a:custGeom>
                <a:avLst/>
                <a:gdLst>
                  <a:gd name="T0" fmla="*/ 14 w 11"/>
                  <a:gd name="T1" fmla="*/ 0 h 10"/>
                  <a:gd name="T2" fmla="*/ 27 w 11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cubicBezTo>
                      <a:pt x="0" y="0"/>
                      <a:pt x="6" y="10"/>
                      <a:pt x="11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25" name="Freeform 815">
                <a:extLst>
                  <a:ext uri="{FF2B5EF4-FFF2-40B4-BE49-F238E27FC236}">
                    <a16:creationId xmlns:a16="http://schemas.microsoft.com/office/drawing/2014/main" id="{D21244E6-C053-4B64-8AB3-6428F5D42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672"/>
                <a:ext cx="57" cy="31"/>
              </a:xfrm>
              <a:custGeom>
                <a:avLst/>
                <a:gdLst>
                  <a:gd name="T0" fmla="*/ 96 w 44"/>
                  <a:gd name="T1" fmla="*/ 6 h 22"/>
                  <a:gd name="T2" fmla="*/ 0 w 44"/>
                  <a:gd name="T3" fmla="*/ 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2">
                    <a:moveTo>
                      <a:pt x="44" y="2"/>
                    </a:moveTo>
                    <a:cubicBezTo>
                      <a:pt x="36" y="0"/>
                      <a:pt x="0" y="22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26" name="Freeform 816">
                <a:extLst>
                  <a:ext uri="{FF2B5EF4-FFF2-40B4-BE49-F238E27FC236}">
                    <a16:creationId xmlns:a16="http://schemas.microsoft.com/office/drawing/2014/main" id="{B62DE702-7D51-4412-834A-3F525EAC4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686"/>
                <a:ext cx="10" cy="17"/>
              </a:xfrm>
              <a:custGeom>
                <a:avLst/>
                <a:gdLst>
                  <a:gd name="T0" fmla="*/ 14 w 7"/>
                  <a:gd name="T1" fmla="*/ 0 h 12"/>
                  <a:gd name="T2" fmla="*/ 13 w 7"/>
                  <a:gd name="T3" fmla="*/ 33 h 12"/>
                  <a:gd name="T4" fmla="*/ 20 w 7"/>
                  <a:gd name="T5" fmla="*/ 3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cubicBezTo>
                      <a:pt x="0" y="3"/>
                      <a:pt x="3" y="7"/>
                      <a:pt x="4" y="11"/>
                    </a:cubicBezTo>
                    <a:cubicBezTo>
                      <a:pt x="5" y="12"/>
                      <a:pt x="6" y="12"/>
                      <a:pt x="7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27" name="Freeform 817">
                <a:extLst>
                  <a:ext uri="{FF2B5EF4-FFF2-40B4-BE49-F238E27FC236}">
                    <a16:creationId xmlns:a16="http://schemas.microsoft.com/office/drawing/2014/main" id="{B16D5FF8-9E6C-4D6D-AD9B-A8BFC8687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1683"/>
                <a:ext cx="3" cy="9"/>
              </a:xfrm>
              <a:custGeom>
                <a:avLst/>
                <a:gdLst>
                  <a:gd name="T0" fmla="*/ 5 w 2"/>
                  <a:gd name="T1" fmla="*/ 0 h 6"/>
                  <a:gd name="T2" fmla="*/ 0 w 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2" y="2"/>
                      <a:pt x="1" y="5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28" name="Freeform 818">
                <a:extLst>
                  <a:ext uri="{FF2B5EF4-FFF2-40B4-BE49-F238E27FC236}">
                    <a16:creationId xmlns:a16="http://schemas.microsoft.com/office/drawing/2014/main" id="{C6CB8108-8F69-41B8-8AE4-D6459E8B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648"/>
                <a:ext cx="1" cy="7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29" name="Freeform 819">
                <a:extLst>
                  <a:ext uri="{FF2B5EF4-FFF2-40B4-BE49-F238E27FC236}">
                    <a16:creationId xmlns:a16="http://schemas.microsoft.com/office/drawing/2014/main" id="{90A90574-A6E8-4527-B296-26D496CB3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1587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2"/>
                      <a:pt x="4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30" name="Freeform 820">
                <a:extLst>
                  <a:ext uri="{FF2B5EF4-FFF2-40B4-BE49-F238E27FC236}">
                    <a16:creationId xmlns:a16="http://schemas.microsoft.com/office/drawing/2014/main" id="{71BBA2A8-9701-482C-93BA-1882160C1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503"/>
                <a:ext cx="2" cy="7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31" name="Freeform 821">
                <a:extLst>
                  <a:ext uri="{FF2B5EF4-FFF2-40B4-BE49-F238E27FC236}">
                    <a16:creationId xmlns:a16="http://schemas.microsoft.com/office/drawing/2014/main" id="{6DE7ADD8-90B5-44F7-93E6-2FB8AD98B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660"/>
                <a:ext cx="63" cy="32"/>
              </a:xfrm>
              <a:custGeom>
                <a:avLst/>
                <a:gdLst>
                  <a:gd name="T0" fmla="*/ 109 w 48"/>
                  <a:gd name="T1" fmla="*/ 46 h 23"/>
                  <a:gd name="T2" fmla="*/ 24 w 4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3">
                    <a:moveTo>
                      <a:pt x="48" y="17"/>
                    </a:moveTo>
                    <a:cubicBezTo>
                      <a:pt x="48" y="23"/>
                      <a:pt x="0" y="14"/>
                      <a:pt x="1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32" name="Freeform 822">
                <a:extLst>
                  <a:ext uri="{FF2B5EF4-FFF2-40B4-BE49-F238E27FC236}">
                    <a16:creationId xmlns:a16="http://schemas.microsoft.com/office/drawing/2014/main" id="{9E05430D-CE43-4500-9CE5-7B26CD08D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671"/>
                <a:ext cx="10" cy="14"/>
              </a:xfrm>
              <a:custGeom>
                <a:avLst/>
                <a:gdLst>
                  <a:gd name="T0" fmla="*/ 20 w 7"/>
                  <a:gd name="T1" fmla="*/ 1 h 10"/>
                  <a:gd name="T2" fmla="*/ 9 w 7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1"/>
                    </a:moveTo>
                    <a:cubicBezTo>
                      <a:pt x="1" y="0"/>
                      <a:pt x="0" y="7"/>
                      <a:pt x="3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33" name="Freeform 823">
                <a:extLst>
                  <a:ext uri="{FF2B5EF4-FFF2-40B4-BE49-F238E27FC236}">
                    <a16:creationId xmlns:a16="http://schemas.microsoft.com/office/drawing/2014/main" id="{5FC07339-E2CE-47B9-A3C6-B773568C8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1697"/>
                <a:ext cx="5" cy="6"/>
              </a:xfrm>
              <a:custGeom>
                <a:avLst/>
                <a:gdLst>
                  <a:gd name="T0" fmla="*/ 6 w 4"/>
                  <a:gd name="T1" fmla="*/ 0 h 4"/>
                  <a:gd name="T2" fmla="*/ 0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2"/>
                      <a:pt x="2" y="4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34" name="Freeform 824">
                <a:extLst>
                  <a:ext uri="{FF2B5EF4-FFF2-40B4-BE49-F238E27FC236}">
                    <a16:creationId xmlns:a16="http://schemas.microsoft.com/office/drawing/2014/main" id="{A65AF40B-9FE6-4D88-8822-F0FD6107D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686"/>
                <a:ext cx="6" cy="4"/>
              </a:xfrm>
              <a:custGeom>
                <a:avLst/>
                <a:gdLst>
                  <a:gd name="T0" fmla="*/ 0 w 5"/>
                  <a:gd name="T1" fmla="*/ 0 h 3"/>
                  <a:gd name="T2" fmla="*/ 8 w 5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1"/>
                      <a:pt x="5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35" name="Freeform 825">
                <a:extLst>
                  <a:ext uri="{FF2B5EF4-FFF2-40B4-BE49-F238E27FC236}">
                    <a16:creationId xmlns:a16="http://schemas.microsoft.com/office/drawing/2014/main" id="{7DD53FC9-AFFF-4E79-AB60-E6EA78D95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620"/>
                <a:ext cx="57" cy="54"/>
              </a:xfrm>
              <a:custGeom>
                <a:avLst/>
                <a:gdLst>
                  <a:gd name="T0" fmla="*/ 98 w 43"/>
                  <a:gd name="T1" fmla="*/ 87 h 38"/>
                  <a:gd name="T2" fmla="*/ 70 w 43"/>
                  <a:gd name="T3" fmla="*/ 77 h 38"/>
                  <a:gd name="T4" fmla="*/ 40 w 43"/>
                  <a:gd name="T5" fmla="*/ 48 h 38"/>
                  <a:gd name="T6" fmla="*/ 23 w 4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8">
                    <a:moveTo>
                      <a:pt x="42" y="30"/>
                    </a:moveTo>
                    <a:cubicBezTo>
                      <a:pt x="43" y="38"/>
                      <a:pt x="33" y="29"/>
                      <a:pt x="30" y="27"/>
                    </a:cubicBezTo>
                    <a:cubicBezTo>
                      <a:pt x="25" y="24"/>
                      <a:pt x="21" y="21"/>
                      <a:pt x="17" y="17"/>
                    </a:cubicBezTo>
                    <a:cubicBezTo>
                      <a:pt x="14" y="14"/>
                      <a:pt x="0" y="1"/>
                      <a:pt x="1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36" name="Freeform 826">
                <a:extLst>
                  <a:ext uri="{FF2B5EF4-FFF2-40B4-BE49-F238E27FC236}">
                    <a16:creationId xmlns:a16="http://schemas.microsoft.com/office/drawing/2014/main" id="{3E25DBD3-70D9-4736-A9D1-CC465ABFF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1625"/>
                <a:ext cx="11" cy="8"/>
              </a:xfrm>
              <a:custGeom>
                <a:avLst/>
                <a:gdLst>
                  <a:gd name="T0" fmla="*/ 21 w 8"/>
                  <a:gd name="T1" fmla="*/ 7 h 6"/>
                  <a:gd name="T2" fmla="*/ 1 w 8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5" y="0"/>
                      <a:pt x="0" y="1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37" name="Freeform 827">
                <a:extLst>
                  <a:ext uri="{FF2B5EF4-FFF2-40B4-BE49-F238E27FC236}">
                    <a16:creationId xmlns:a16="http://schemas.microsoft.com/office/drawing/2014/main" id="{61F47D12-731E-44CB-9B32-5B2675850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668"/>
                <a:ext cx="1" cy="6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38" name="Freeform 828">
                <a:extLst>
                  <a:ext uri="{FF2B5EF4-FFF2-40B4-BE49-F238E27FC236}">
                    <a16:creationId xmlns:a16="http://schemas.microsoft.com/office/drawing/2014/main" id="{0B8B4AD8-7529-4D7C-A082-B6217910C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678"/>
                <a:ext cx="6" cy="1"/>
              </a:xfrm>
              <a:custGeom>
                <a:avLst/>
                <a:gdLst>
                  <a:gd name="T0" fmla="*/ 14 w 4"/>
                  <a:gd name="T1" fmla="*/ 0 h 1"/>
                  <a:gd name="T2" fmla="*/ 0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39" name="Freeform 829">
                <a:extLst>
                  <a:ext uri="{FF2B5EF4-FFF2-40B4-BE49-F238E27FC236}">
                    <a16:creationId xmlns:a16="http://schemas.microsoft.com/office/drawing/2014/main" id="{7D802895-216E-4C74-9F15-13424C35C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1566"/>
                <a:ext cx="38" cy="61"/>
              </a:xfrm>
              <a:custGeom>
                <a:avLst/>
                <a:gdLst>
                  <a:gd name="T0" fmla="*/ 66 w 29"/>
                  <a:gd name="T1" fmla="*/ 118 h 44"/>
                  <a:gd name="T2" fmla="*/ 21 w 29"/>
                  <a:gd name="T3" fmla="*/ 49 h 44"/>
                  <a:gd name="T4" fmla="*/ 16 w 2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4">
                    <a:moveTo>
                      <a:pt x="29" y="44"/>
                    </a:moveTo>
                    <a:cubicBezTo>
                      <a:pt x="23" y="34"/>
                      <a:pt x="15" y="28"/>
                      <a:pt x="9" y="18"/>
                    </a:cubicBezTo>
                    <a:cubicBezTo>
                      <a:pt x="5" y="11"/>
                      <a:pt x="0" y="6"/>
                      <a:pt x="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40" name="Freeform 830">
                <a:extLst>
                  <a:ext uri="{FF2B5EF4-FFF2-40B4-BE49-F238E27FC236}">
                    <a16:creationId xmlns:a16="http://schemas.microsoft.com/office/drawing/2014/main" id="{5EEBF5B3-1AD6-4B44-89D5-4398F749D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573"/>
                <a:ext cx="9" cy="4"/>
              </a:xfrm>
              <a:custGeom>
                <a:avLst/>
                <a:gdLst>
                  <a:gd name="T0" fmla="*/ 15 w 7"/>
                  <a:gd name="T1" fmla="*/ 7 h 3"/>
                  <a:gd name="T2" fmla="*/ 0 w 7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41" name="Freeform 831">
                <a:extLst>
                  <a:ext uri="{FF2B5EF4-FFF2-40B4-BE49-F238E27FC236}">
                    <a16:creationId xmlns:a16="http://schemas.microsoft.com/office/drawing/2014/main" id="{00EDBD71-CA36-45BC-A561-DD66C1830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1568"/>
                <a:ext cx="5" cy="5"/>
              </a:xfrm>
              <a:custGeom>
                <a:avLst/>
                <a:gdLst>
                  <a:gd name="T0" fmla="*/ 0 w 4"/>
                  <a:gd name="T1" fmla="*/ 13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3" y="2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42" name="Freeform 832">
                <a:extLst>
                  <a:ext uri="{FF2B5EF4-FFF2-40B4-BE49-F238E27FC236}">
                    <a16:creationId xmlns:a16="http://schemas.microsoft.com/office/drawing/2014/main" id="{F689825E-1B9C-483A-ACC0-9730A0A70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10"/>
                <a:ext cx="30" cy="63"/>
              </a:xfrm>
              <a:custGeom>
                <a:avLst/>
                <a:gdLst>
                  <a:gd name="T0" fmla="*/ 16 w 23"/>
                  <a:gd name="T1" fmla="*/ 1 h 45"/>
                  <a:gd name="T2" fmla="*/ 13 w 23"/>
                  <a:gd name="T3" fmla="*/ 28 h 45"/>
                  <a:gd name="T4" fmla="*/ 29 w 23"/>
                  <a:gd name="T5" fmla="*/ 70 h 45"/>
                  <a:gd name="T6" fmla="*/ 43 w 23"/>
                  <a:gd name="T7" fmla="*/ 104 h 45"/>
                  <a:gd name="T8" fmla="*/ 51 w 23"/>
                  <a:gd name="T9" fmla="*/ 116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5">
                    <a:moveTo>
                      <a:pt x="7" y="1"/>
                    </a:moveTo>
                    <a:cubicBezTo>
                      <a:pt x="0" y="0"/>
                      <a:pt x="5" y="8"/>
                      <a:pt x="6" y="10"/>
                    </a:cubicBezTo>
                    <a:cubicBezTo>
                      <a:pt x="9" y="15"/>
                      <a:pt x="11" y="21"/>
                      <a:pt x="13" y="26"/>
                    </a:cubicBezTo>
                    <a:cubicBezTo>
                      <a:pt x="15" y="30"/>
                      <a:pt x="17" y="33"/>
                      <a:pt x="19" y="38"/>
                    </a:cubicBezTo>
                    <a:cubicBezTo>
                      <a:pt x="19" y="39"/>
                      <a:pt x="20" y="45"/>
                      <a:pt x="23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43" name="Freeform 833">
                <a:extLst>
                  <a:ext uri="{FF2B5EF4-FFF2-40B4-BE49-F238E27FC236}">
                    <a16:creationId xmlns:a16="http://schemas.microsoft.com/office/drawing/2014/main" id="{5BAE3E2A-AB19-4B93-AFA3-A5437ED4F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17"/>
                <a:ext cx="6" cy="8"/>
              </a:xfrm>
              <a:custGeom>
                <a:avLst/>
                <a:gdLst>
                  <a:gd name="T0" fmla="*/ 8 w 5"/>
                  <a:gd name="T1" fmla="*/ 7 h 6"/>
                  <a:gd name="T2" fmla="*/ 0 w 5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2" y="0"/>
                      <a:pt x="0" y="1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44" name="Freeform 834">
                <a:extLst>
                  <a:ext uri="{FF2B5EF4-FFF2-40B4-BE49-F238E27FC236}">
                    <a16:creationId xmlns:a16="http://schemas.microsoft.com/office/drawing/2014/main" id="{54017F03-4A64-43DF-B12C-0EAB96BCC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456"/>
                <a:ext cx="24" cy="63"/>
              </a:xfrm>
              <a:custGeom>
                <a:avLst/>
                <a:gdLst>
                  <a:gd name="T0" fmla="*/ 37 w 18"/>
                  <a:gd name="T1" fmla="*/ 123 h 45"/>
                  <a:gd name="T2" fmla="*/ 41 w 18"/>
                  <a:gd name="T3" fmla="*/ 104 h 45"/>
                  <a:gd name="T4" fmla="*/ 31 w 18"/>
                  <a:gd name="T5" fmla="*/ 90 h 45"/>
                  <a:gd name="T6" fmla="*/ 21 w 18"/>
                  <a:gd name="T7" fmla="*/ 63 h 45"/>
                  <a:gd name="T8" fmla="*/ 0 w 18"/>
                  <a:gd name="T9" fmla="*/ 1 h 45"/>
                  <a:gd name="T10" fmla="*/ 0 w 18"/>
                  <a:gd name="T11" fmla="*/ 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5">
                    <a:moveTo>
                      <a:pt x="16" y="45"/>
                    </a:moveTo>
                    <a:cubicBezTo>
                      <a:pt x="18" y="43"/>
                      <a:pt x="18" y="40"/>
                      <a:pt x="17" y="38"/>
                    </a:cubicBezTo>
                    <a:cubicBezTo>
                      <a:pt x="16" y="36"/>
                      <a:pt x="14" y="34"/>
                      <a:pt x="13" y="33"/>
                    </a:cubicBezTo>
                    <a:cubicBezTo>
                      <a:pt x="11" y="29"/>
                      <a:pt x="11" y="26"/>
                      <a:pt x="9" y="23"/>
                    </a:cubicBezTo>
                    <a:cubicBezTo>
                      <a:pt x="7" y="19"/>
                      <a:pt x="5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45" name="Freeform 835">
                <a:extLst>
                  <a:ext uri="{FF2B5EF4-FFF2-40B4-BE49-F238E27FC236}">
                    <a16:creationId xmlns:a16="http://schemas.microsoft.com/office/drawing/2014/main" id="{E4AE7AD8-1E68-47DA-AA5E-42EA9B179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451"/>
                <a:ext cx="10" cy="12"/>
              </a:xfrm>
              <a:custGeom>
                <a:avLst/>
                <a:gdLst>
                  <a:gd name="T0" fmla="*/ 1 w 7"/>
                  <a:gd name="T1" fmla="*/ 21 h 9"/>
                  <a:gd name="T2" fmla="*/ 9 w 7"/>
                  <a:gd name="T3" fmla="*/ 1 h 9"/>
                  <a:gd name="T4" fmla="*/ 20 w 7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1" y="6"/>
                      <a:pt x="0" y="3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46" name="Freeform 836">
                <a:extLst>
                  <a:ext uri="{FF2B5EF4-FFF2-40B4-BE49-F238E27FC236}">
                    <a16:creationId xmlns:a16="http://schemas.microsoft.com/office/drawing/2014/main" id="{F20790E0-01B1-4B7B-ADAC-CD10D9E6D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504"/>
                <a:ext cx="3" cy="8"/>
              </a:xfrm>
              <a:custGeom>
                <a:avLst/>
                <a:gdLst>
                  <a:gd name="T0" fmla="*/ 0 w 2"/>
                  <a:gd name="T1" fmla="*/ 15 h 6"/>
                  <a:gd name="T2" fmla="*/ 5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2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47" name="Freeform 837">
                <a:extLst>
                  <a:ext uri="{FF2B5EF4-FFF2-40B4-BE49-F238E27FC236}">
                    <a16:creationId xmlns:a16="http://schemas.microsoft.com/office/drawing/2014/main" id="{7D440FC9-C430-448C-8E2C-1E64DCA75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385"/>
                <a:ext cx="17" cy="75"/>
              </a:xfrm>
              <a:custGeom>
                <a:avLst/>
                <a:gdLst>
                  <a:gd name="T0" fmla="*/ 29 w 13"/>
                  <a:gd name="T1" fmla="*/ 144 h 54"/>
                  <a:gd name="T2" fmla="*/ 24 w 13"/>
                  <a:gd name="T3" fmla="*/ 99 h 54"/>
                  <a:gd name="T4" fmla="*/ 17 w 13"/>
                  <a:gd name="T5" fmla="*/ 46 h 54"/>
                  <a:gd name="T6" fmla="*/ 12 w 13"/>
                  <a:gd name="T7" fmla="*/ 6 h 54"/>
                  <a:gd name="T8" fmla="*/ 0 w 13"/>
                  <a:gd name="T9" fmla="*/ 6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4">
                    <a:moveTo>
                      <a:pt x="13" y="54"/>
                    </a:moveTo>
                    <a:cubicBezTo>
                      <a:pt x="8" y="51"/>
                      <a:pt x="11" y="42"/>
                      <a:pt x="11" y="37"/>
                    </a:cubicBezTo>
                    <a:cubicBezTo>
                      <a:pt x="9" y="30"/>
                      <a:pt x="8" y="24"/>
                      <a:pt x="8" y="17"/>
                    </a:cubicBezTo>
                    <a:cubicBezTo>
                      <a:pt x="8" y="13"/>
                      <a:pt x="7" y="6"/>
                      <a:pt x="5" y="2"/>
                    </a:cubicBezTo>
                    <a:cubicBezTo>
                      <a:pt x="4" y="0"/>
                      <a:pt x="2" y="0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48" name="Freeform 838">
                <a:extLst>
                  <a:ext uri="{FF2B5EF4-FFF2-40B4-BE49-F238E27FC236}">
                    <a16:creationId xmlns:a16="http://schemas.microsoft.com/office/drawing/2014/main" id="{DC3856CE-F7BB-4B9D-8EF0-AC7EF076D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382"/>
                <a:ext cx="8" cy="8"/>
              </a:xfrm>
              <a:custGeom>
                <a:avLst/>
                <a:gdLst>
                  <a:gd name="T0" fmla="*/ 5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0" y="3"/>
                      <a:pt x="3" y="0"/>
                      <a:pt x="6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49" name="Freeform 839">
                <a:extLst>
                  <a:ext uri="{FF2B5EF4-FFF2-40B4-BE49-F238E27FC236}">
                    <a16:creationId xmlns:a16="http://schemas.microsoft.com/office/drawing/2014/main" id="{CDD21ED8-3127-4428-B68C-59A166C4E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448"/>
                <a:ext cx="5" cy="7"/>
              </a:xfrm>
              <a:custGeom>
                <a:avLst/>
                <a:gdLst>
                  <a:gd name="T0" fmla="*/ 0 w 4"/>
                  <a:gd name="T1" fmla="*/ 0 h 5"/>
                  <a:gd name="T2" fmla="*/ 8 w 4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5"/>
                      <a:pt x="4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50" name="Freeform 840">
                <a:extLst>
                  <a:ext uri="{FF2B5EF4-FFF2-40B4-BE49-F238E27FC236}">
                    <a16:creationId xmlns:a16="http://schemas.microsoft.com/office/drawing/2014/main" id="{A21117BE-3264-47CC-9A9D-19399BC33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308"/>
                <a:ext cx="8" cy="77"/>
              </a:xfrm>
              <a:custGeom>
                <a:avLst/>
                <a:gdLst>
                  <a:gd name="T0" fmla="*/ 15 w 6"/>
                  <a:gd name="T1" fmla="*/ 148 h 55"/>
                  <a:gd name="T2" fmla="*/ 7 w 6"/>
                  <a:gd name="T3" fmla="*/ 63 h 55"/>
                  <a:gd name="T4" fmla="*/ 5 w 6"/>
                  <a:gd name="T5" fmla="*/ 21 h 55"/>
                  <a:gd name="T6" fmla="*/ 15 w 6"/>
                  <a:gd name="T7" fmla="*/ 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5">
                    <a:moveTo>
                      <a:pt x="6" y="54"/>
                    </a:moveTo>
                    <a:cubicBezTo>
                      <a:pt x="0" y="55"/>
                      <a:pt x="2" y="27"/>
                      <a:pt x="3" y="23"/>
                    </a:cubicBezTo>
                    <a:cubicBezTo>
                      <a:pt x="3" y="18"/>
                      <a:pt x="2" y="13"/>
                      <a:pt x="2" y="8"/>
                    </a:cubicBezTo>
                    <a:cubicBezTo>
                      <a:pt x="2" y="5"/>
                      <a:pt x="3" y="0"/>
                      <a:pt x="6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51" name="Freeform 841">
                <a:extLst>
                  <a:ext uri="{FF2B5EF4-FFF2-40B4-BE49-F238E27FC236}">
                    <a16:creationId xmlns:a16="http://schemas.microsoft.com/office/drawing/2014/main" id="{64B54BD8-158A-4FD9-947F-23CEBC724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308"/>
                <a:ext cx="7" cy="9"/>
              </a:xfrm>
              <a:custGeom>
                <a:avLst/>
                <a:gdLst>
                  <a:gd name="T0" fmla="*/ 9 w 6"/>
                  <a:gd name="T1" fmla="*/ 15 h 7"/>
                  <a:gd name="T2" fmla="*/ 0 w 6"/>
                  <a:gd name="T3" fmla="*/ 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5" y="4"/>
                      <a:pt x="3" y="0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52" name="Freeform 842">
                <a:extLst>
                  <a:ext uri="{FF2B5EF4-FFF2-40B4-BE49-F238E27FC236}">
                    <a16:creationId xmlns:a16="http://schemas.microsoft.com/office/drawing/2014/main" id="{D27504E8-40D6-4ECF-A27F-580B052CE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247"/>
                <a:ext cx="16" cy="68"/>
              </a:xfrm>
              <a:custGeom>
                <a:avLst/>
                <a:gdLst>
                  <a:gd name="T0" fmla="*/ 15 w 12"/>
                  <a:gd name="T1" fmla="*/ 129 h 48"/>
                  <a:gd name="T2" fmla="*/ 16 w 12"/>
                  <a:gd name="T3" fmla="*/ 54 h 48"/>
                  <a:gd name="T4" fmla="*/ 16 w 12"/>
                  <a:gd name="T5" fmla="*/ 28 h 48"/>
                  <a:gd name="T6" fmla="*/ 15 w 12"/>
                  <a:gd name="T7" fmla="*/ 6 h 48"/>
                  <a:gd name="T8" fmla="*/ 28 w 12"/>
                  <a:gd name="T9" fmla="*/ 1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8">
                    <a:moveTo>
                      <a:pt x="6" y="45"/>
                    </a:moveTo>
                    <a:cubicBezTo>
                      <a:pt x="0" y="48"/>
                      <a:pt x="6" y="22"/>
                      <a:pt x="7" y="19"/>
                    </a:cubicBezTo>
                    <a:cubicBezTo>
                      <a:pt x="7" y="16"/>
                      <a:pt x="7" y="12"/>
                      <a:pt x="7" y="10"/>
                    </a:cubicBezTo>
                    <a:cubicBezTo>
                      <a:pt x="7" y="8"/>
                      <a:pt x="5" y="4"/>
                      <a:pt x="6" y="2"/>
                    </a:cubicBezTo>
                    <a:cubicBezTo>
                      <a:pt x="8" y="0"/>
                      <a:pt x="11" y="2"/>
                      <a:pt x="1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53" name="Freeform 843">
                <a:extLst>
                  <a:ext uri="{FF2B5EF4-FFF2-40B4-BE49-F238E27FC236}">
                    <a16:creationId xmlns:a16="http://schemas.microsoft.com/office/drawing/2014/main" id="{9DBD6A8D-84A7-4F7E-8D4D-565C24A34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246"/>
                <a:ext cx="7" cy="10"/>
              </a:xfrm>
              <a:custGeom>
                <a:avLst/>
                <a:gdLst>
                  <a:gd name="T0" fmla="*/ 14 w 5"/>
                  <a:gd name="T1" fmla="*/ 19 h 7"/>
                  <a:gd name="T2" fmla="*/ 0 w 5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6"/>
                    </a:moveTo>
                    <a:cubicBezTo>
                      <a:pt x="4" y="0"/>
                      <a:pt x="0" y="4"/>
                      <a:pt x="0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54" name="Freeform 844">
                <a:extLst>
                  <a:ext uri="{FF2B5EF4-FFF2-40B4-BE49-F238E27FC236}">
                    <a16:creationId xmlns:a16="http://schemas.microsoft.com/office/drawing/2014/main" id="{D3CEDB07-6D06-4FB5-888B-C67D4F8D4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306"/>
                <a:ext cx="5" cy="3"/>
              </a:xfrm>
              <a:custGeom>
                <a:avLst/>
                <a:gdLst>
                  <a:gd name="T0" fmla="*/ 8 w 4"/>
                  <a:gd name="T1" fmla="*/ 0 h 2"/>
                  <a:gd name="T2" fmla="*/ 0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2" y="2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55" name="Freeform 845">
                <a:extLst>
                  <a:ext uri="{FF2B5EF4-FFF2-40B4-BE49-F238E27FC236}">
                    <a16:creationId xmlns:a16="http://schemas.microsoft.com/office/drawing/2014/main" id="{5EECB161-7465-4765-A99B-583E3B281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177"/>
                <a:ext cx="20" cy="73"/>
              </a:xfrm>
              <a:custGeom>
                <a:avLst/>
                <a:gdLst>
                  <a:gd name="T0" fmla="*/ 1 w 15"/>
                  <a:gd name="T1" fmla="*/ 143 h 52"/>
                  <a:gd name="T2" fmla="*/ 5 w 15"/>
                  <a:gd name="T3" fmla="*/ 128 h 52"/>
                  <a:gd name="T4" fmla="*/ 7 w 15"/>
                  <a:gd name="T5" fmla="*/ 97 h 52"/>
                  <a:gd name="T6" fmla="*/ 15 w 15"/>
                  <a:gd name="T7" fmla="*/ 41 h 52"/>
                  <a:gd name="T8" fmla="*/ 36 w 15"/>
                  <a:gd name="T9" fmla="*/ 1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2">
                    <a:moveTo>
                      <a:pt x="1" y="52"/>
                    </a:moveTo>
                    <a:cubicBezTo>
                      <a:pt x="0" y="50"/>
                      <a:pt x="1" y="48"/>
                      <a:pt x="2" y="46"/>
                    </a:cubicBezTo>
                    <a:cubicBezTo>
                      <a:pt x="2" y="43"/>
                      <a:pt x="2" y="39"/>
                      <a:pt x="3" y="35"/>
                    </a:cubicBezTo>
                    <a:cubicBezTo>
                      <a:pt x="4" y="29"/>
                      <a:pt x="5" y="22"/>
                      <a:pt x="6" y="15"/>
                    </a:cubicBezTo>
                    <a:cubicBezTo>
                      <a:pt x="7" y="10"/>
                      <a:pt x="8" y="0"/>
                      <a:pt x="15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56" name="Freeform 846">
                <a:extLst>
                  <a:ext uri="{FF2B5EF4-FFF2-40B4-BE49-F238E27FC236}">
                    <a16:creationId xmlns:a16="http://schemas.microsoft.com/office/drawing/2014/main" id="{24468BBB-D41B-4BB4-BC12-1A1F8B0C3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177"/>
                <a:ext cx="6" cy="11"/>
              </a:xfrm>
              <a:custGeom>
                <a:avLst/>
                <a:gdLst>
                  <a:gd name="T0" fmla="*/ 12 w 4"/>
                  <a:gd name="T1" fmla="*/ 21 h 8"/>
                  <a:gd name="T2" fmla="*/ 0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3" y="8"/>
                    </a:moveTo>
                    <a:cubicBezTo>
                      <a:pt x="4" y="4"/>
                      <a:pt x="3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57" name="Freeform 847">
                <a:extLst>
                  <a:ext uri="{FF2B5EF4-FFF2-40B4-BE49-F238E27FC236}">
                    <a16:creationId xmlns:a16="http://schemas.microsoft.com/office/drawing/2014/main" id="{9B0F64DE-015E-4426-AC25-8B0367182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180"/>
                <a:ext cx="6" cy="1"/>
              </a:xfrm>
              <a:custGeom>
                <a:avLst/>
                <a:gdLst>
                  <a:gd name="T0" fmla="*/ 0 w 4"/>
                  <a:gd name="T1" fmla="*/ 0 h 1"/>
                  <a:gd name="T2" fmla="*/ 14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58" name="Freeform 848">
                <a:extLst>
                  <a:ext uri="{FF2B5EF4-FFF2-40B4-BE49-F238E27FC236}">
                    <a16:creationId xmlns:a16="http://schemas.microsoft.com/office/drawing/2014/main" id="{938878D4-D002-49A0-917A-87715FC5C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111"/>
                <a:ext cx="25" cy="70"/>
              </a:xfrm>
              <a:custGeom>
                <a:avLst/>
                <a:gdLst>
                  <a:gd name="T0" fmla="*/ 43 w 19"/>
                  <a:gd name="T1" fmla="*/ 14 h 50"/>
                  <a:gd name="T2" fmla="*/ 24 w 19"/>
                  <a:gd name="T3" fmla="*/ 20 h 50"/>
                  <a:gd name="T4" fmla="*/ 22 w 19"/>
                  <a:gd name="T5" fmla="*/ 43 h 50"/>
                  <a:gd name="T6" fmla="*/ 18 w 19"/>
                  <a:gd name="T7" fmla="*/ 74 h 50"/>
                  <a:gd name="T8" fmla="*/ 9 w 19"/>
                  <a:gd name="T9" fmla="*/ 118 h 50"/>
                  <a:gd name="T10" fmla="*/ 5 w 19"/>
                  <a:gd name="T11" fmla="*/ 137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0">
                    <a:moveTo>
                      <a:pt x="19" y="5"/>
                    </a:moveTo>
                    <a:cubicBezTo>
                      <a:pt x="16" y="7"/>
                      <a:pt x="13" y="0"/>
                      <a:pt x="11" y="7"/>
                    </a:cubicBezTo>
                    <a:cubicBezTo>
                      <a:pt x="11" y="10"/>
                      <a:pt x="11" y="13"/>
                      <a:pt x="10" y="16"/>
                    </a:cubicBezTo>
                    <a:cubicBezTo>
                      <a:pt x="10" y="19"/>
                      <a:pt x="9" y="23"/>
                      <a:pt x="8" y="27"/>
                    </a:cubicBezTo>
                    <a:cubicBezTo>
                      <a:pt x="7" y="32"/>
                      <a:pt x="6" y="38"/>
                      <a:pt x="4" y="43"/>
                    </a:cubicBezTo>
                    <a:cubicBezTo>
                      <a:pt x="3" y="45"/>
                      <a:pt x="0" y="48"/>
                      <a:pt x="2" y="5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59" name="Freeform 849">
                <a:extLst>
                  <a:ext uri="{FF2B5EF4-FFF2-40B4-BE49-F238E27FC236}">
                    <a16:creationId xmlns:a16="http://schemas.microsoft.com/office/drawing/2014/main" id="{3671A0CC-15C2-4245-BA3C-8EAD6113B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111"/>
                <a:ext cx="3" cy="7"/>
              </a:xfrm>
              <a:custGeom>
                <a:avLst/>
                <a:gdLst>
                  <a:gd name="T0" fmla="*/ 2 w 3"/>
                  <a:gd name="T1" fmla="*/ 14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3"/>
                      <a:pt x="3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60" name="Freeform 850">
                <a:extLst>
                  <a:ext uri="{FF2B5EF4-FFF2-40B4-BE49-F238E27FC236}">
                    <a16:creationId xmlns:a16="http://schemas.microsoft.com/office/drawing/2014/main" id="{0246363C-D9F6-4667-A906-75866BE26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059"/>
                <a:ext cx="27" cy="59"/>
              </a:xfrm>
              <a:custGeom>
                <a:avLst/>
                <a:gdLst>
                  <a:gd name="T0" fmla="*/ 0 w 20"/>
                  <a:gd name="T1" fmla="*/ 117 h 42"/>
                  <a:gd name="T2" fmla="*/ 16 w 20"/>
                  <a:gd name="T3" fmla="*/ 77 h 42"/>
                  <a:gd name="T4" fmla="*/ 30 w 20"/>
                  <a:gd name="T5" fmla="*/ 34 h 42"/>
                  <a:gd name="T6" fmla="*/ 41 w 2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0" y="42"/>
                    </a:moveTo>
                    <a:cubicBezTo>
                      <a:pt x="0" y="37"/>
                      <a:pt x="5" y="32"/>
                      <a:pt x="7" y="28"/>
                    </a:cubicBezTo>
                    <a:cubicBezTo>
                      <a:pt x="10" y="23"/>
                      <a:pt x="10" y="18"/>
                      <a:pt x="12" y="12"/>
                    </a:cubicBezTo>
                    <a:cubicBezTo>
                      <a:pt x="13" y="10"/>
                      <a:pt x="20" y="1"/>
                      <a:pt x="16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61" name="Freeform 851">
                <a:extLst>
                  <a:ext uri="{FF2B5EF4-FFF2-40B4-BE49-F238E27FC236}">
                    <a16:creationId xmlns:a16="http://schemas.microsoft.com/office/drawing/2014/main" id="{082C02A0-C07C-4FBC-A904-A6C84CC9C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059"/>
                <a:ext cx="4" cy="3"/>
              </a:xfrm>
              <a:custGeom>
                <a:avLst/>
                <a:gdLst>
                  <a:gd name="T0" fmla="*/ 7 w 3"/>
                  <a:gd name="T1" fmla="*/ 5 h 2"/>
                  <a:gd name="T2" fmla="*/ 0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62" name="Freeform 852">
                <a:extLst>
                  <a:ext uri="{FF2B5EF4-FFF2-40B4-BE49-F238E27FC236}">
                    <a16:creationId xmlns:a16="http://schemas.microsoft.com/office/drawing/2014/main" id="{6C93C1B3-27E4-48AA-9D20-CBF08AB72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111"/>
                <a:ext cx="1" cy="7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63" name="Freeform 853">
                <a:extLst>
                  <a:ext uri="{FF2B5EF4-FFF2-40B4-BE49-F238E27FC236}">
                    <a16:creationId xmlns:a16="http://schemas.microsoft.com/office/drawing/2014/main" id="{9DA5BA21-D9DE-4CCC-B0BC-A2390EBBE6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0" y="915"/>
                <a:ext cx="419" cy="788"/>
              </a:xfrm>
              <a:custGeom>
                <a:avLst/>
                <a:gdLst>
                  <a:gd name="T0" fmla="*/ 361 w 319"/>
                  <a:gd name="T1" fmla="*/ 0 h 562"/>
                  <a:gd name="T2" fmla="*/ 0 w 319"/>
                  <a:gd name="T3" fmla="*/ 774 h 562"/>
                  <a:gd name="T4" fmla="*/ 361 w 319"/>
                  <a:gd name="T5" fmla="*/ 1549 h 562"/>
                  <a:gd name="T6" fmla="*/ 722 w 319"/>
                  <a:gd name="T7" fmla="*/ 774 h 562"/>
                  <a:gd name="T8" fmla="*/ 361 w 319"/>
                  <a:gd name="T9" fmla="*/ 0 h 562"/>
                  <a:gd name="T10" fmla="*/ 352 w 319"/>
                  <a:gd name="T11" fmla="*/ 1492 h 562"/>
                  <a:gd name="T12" fmla="*/ 22 w 319"/>
                  <a:gd name="T13" fmla="*/ 774 h 562"/>
                  <a:gd name="T14" fmla="*/ 352 w 319"/>
                  <a:gd name="T15" fmla="*/ 60 h 562"/>
                  <a:gd name="T16" fmla="*/ 678 w 319"/>
                  <a:gd name="T17" fmla="*/ 774 h 562"/>
                  <a:gd name="T18" fmla="*/ 352 w 319"/>
                  <a:gd name="T19" fmla="*/ 1492 h 5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9" h="562">
                    <a:moveTo>
                      <a:pt x="159" y="0"/>
                    </a:moveTo>
                    <a:cubicBezTo>
                      <a:pt x="71" y="0"/>
                      <a:pt x="0" y="126"/>
                      <a:pt x="0" y="281"/>
                    </a:cubicBezTo>
                    <a:cubicBezTo>
                      <a:pt x="0" y="436"/>
                      <a:pt x="71" y="562"/>
                      <a:pt x="159" y="562"/>
                    </a:cubicBezTo>
                    <a:cubicBezTo>
                      <a:pt x="247" y="562"/>
                      <a:pt x="319" y="436"/>
                      <a:pt x="319" y="281"/>
                    </a:cubicBezTo>
                    <a:cubicBezTo>
                      <a:pt x="319" y="126"/>
                      <a:pt x="247" y="0"/>
                      <a:pt x="159" y="0"/>
                    </a:cubicBezTo>
                    <a:close/>
                    <a:moveTo>
                      <a:pt x="155" y="541"/>
                    </a:moveTo>
                    <a:cubicBezTo>
                      <a:pt x="75" y="541"/>
                      <a:pt x="10" y="425"/>
                      <a:pt x="10" y="281"/>
                    </a:cubicBezTo>
                    <a:cubicBezTo>
                      <a:pt x="10" y="138"/>
                      <a:pt x="75" y="22"/>
                      <a:pt x="155" y="22"/>
                    </a:cubicBezTo>
                    <a:cubicBezTo>
                      <a:pt x="235" y="22"/>
                      <a:pt x="299" y="138"/>
                      <a:pt x="299" y="281"/>
                    </a:cubicBezTo>
                    <a:cubicBezTo>
                      <a:pt x="299" y="425"/>
                      <a:pt x="235" y="541"/>
                      <a:pt x="155" y="54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64" name="Oval 854">
                <a:extLst>
                  <a:ext uri="{FF2B5EF4-FFF2-40B4-BE49-F238E27FC236}">
                    <a16:creationId xmlns:a16="http://schemas.microsoft.com/office/drawing/2014/main" id="{9971C5D7-5DB9-47F9-B4D7-7DFE42D5E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946"/>
                <a:ext cx="380" cy="7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2765" name="Line 855">
                <a:extLst>
                  <a:ext uri="{FF2B5EF4-FFF2-40B4-BE49-F238E27FC236}">
                    <a16:creationId xmlns:a16="http://schemas.microsoft.com/office/drawing/2014/main" id="{087E065D-F34D-4862-B8C8-30A61D7F21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9" y="1528"/>
                <a:ext cx="1" cy="1"/>
              </a:xfrm>
              <a:prstGeom prst="line">
                <a:avLst/>
              </a:prstGeom>
              <a:noFill/>
              <a:ln w="7938">
                <a:solidFill>
                  <a:srgbClr val="F4CB7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66" name="Freeform 856">
                <a:extLst>
                  <a:ext uri="{FF2B5EF4-FFF2-40B4-BE49-F238E27FC236}">
                    <a16:creationId xmlns:a16="http://schemas.microsoft.com/office/drawing/2014/main" id="{A3403E38-94B0-4D03-A8CA-4C716A4EE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078"/>
                <a:ext cx="344" cy="568"/>
              </a:xfrm>
              <a:custGeom>
                <a:avLst/>
                <a:gdLst>
                  <a:gd name="T0" fmla="*/ 579 w 262"/>
                  <a:gd name="T1" fmla="*/ 372 h 405"/>
                  <a:gd name="T2" fmla="*/ 569 w 262"/>
                  <a:gd name="T3" fmla="*/ 534 h 405"/>
                  <a:gd name="T4" fmla="*/ 562 w 262"/>
                  <a:gd name="T5" fmla="*/ 610 h 405"/>
                  <a:gd name="T6" fmla="*/ 562 w 262"/>
                  <a:gd name="T7" fmla="*/ 684 h 405"/>
                  <a:gd name="T8" fmla="*/ 525 w 262"/>
                  <a:gd name="T9" fmla="*/ 811 h 405"/>
                  <a:gd name="T10" fmla="*/ 494 w 262"/>
                  <a:gd name="T11" fmla="*/ 920 h 405"/>
                  <a:gd name="T12" fmla="*/ 390 w 262"/>
                  <a:gd name="T13" fmla="*/ 1060 h 405"/>
                  <a:gd name="T14" fmla="*/ 318 w 262"/>
                  <a:gd name="T15" fmla="*/ 1088 h 405"/>
                  <a:gd name="T16" fmla="*/ 236 w 262"/>
                  <a:gd name="T17" fmla="*/ 1062 h 405"/>
                  <a:gd name="T18" fmla="*/ 172 w 262"/>
                  <a:gd name="T19" fmla="*/ 1018 h 405"/>
                  <a:gd name="T20" fmla="*/ 116 w 262"/>
                  <a:gd name="T21" fmla="*/ 924 h 405"/>
                  <a:gd name="T22" fmla="*/ 45 w 262"/>
                  <a:gd name="T23" fmla="*/ 718 h 405"/>
                  <a:gd name="T24" fmla="*/ 42 w 262"/>
                  <a:gd name="T25" fmla="*/ 645 h 405"/>
                  <a:gd name="T26" fmla="*/ 29 w 262"/>
                  <a:gd name="T27" fmla="*/ 446 h 405"/>
                  <a:gd name="T28" fmla="*/ 22 w 262"/>
                  <a:gd name="T29" fmla="*/ 317 h 405"/>
                  <a:gd name="T30" fmla="*/ 59 w 262"/>
                  <a:gd name="T31" fmla="*/ 206 h 405"/>
                  <a:gd name="T32" fmla="*/ 100 w 262"/>
                  <a:gd name="T33" fmla="*/ 43 h 405"/>
                  <a:gd name="T34" fmla="*/ 180 w 262"/>
                  <a:gd name="T35" fmla="*/ 48 h 405"/>
                  <a:gd name="T36" fmla="*/ 189 w 262"/>
                  <a:gd name="T37" fmla="*/ 28 h 405"/>
                  <a:gd name="T38" fmla="*/ 276 w 262"/>
                  <a:gd name="T39" fmla="*/ 0 h 405"/>
                  <a:gd name="T40" fmla="*/ 345 w 262"/>
                  <a:gd name="T41" fmla="*/ 14 h 405"/>
                  <a:gd name="T42" fmla="*/ 414 w 262"/>
                  <a:gd name="T43" fmla="*/ 49 h 405"/>
                  <a:gd name="T44" fmla="*/ 512 w 262"/>
                  <a:gd name="T45" fmla="*/ 55 h 405"/>
                  <a:gd name="T46" fmla="*/ 550 w 262"/>
                  <a:gd name="T47" fmla="*/ 151 h 405"/>
                  <a:gd name="T48" fmla="*/ 549 w 262"/>
                  <a:gd name="T49" fmla="*/ 243 h 405"/>
                  <a:gd name="T50" fmla="*/ 579 w 262"/>
                  <a:gd name="T51" fmla="*/ 372 h 40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2" h="405">
                    <a:moveTo>
                      <a:pt x="256" y="135"/>
                    </a:moveTo>
                    <a:cubicBezTo>
                      <a:pt x="262" y="153"/>
                      <a:pt x="251" y="194"/>
                      <a:pt x="251" y="194"/>
                    </a:cubicBezTo>
                    <a:cubicBezTo>
                      <a:pt x="261" y="200"/>
                      <a:pt x="248" y="221"/>
                      <a:pt x="248" y="221"/>
                    </a:cubicBezTo>
                    <a:cubicBezTo>
                      <a:pt x="257" y="222"/>
                      <a:pt x="248" y="248"/>
                      <a:pt x="248" y="248"/>
                    </a:cubicBezTo>
                    <a:cubicBezTo>
                      <a:pt x="248" y="268"/>
                      <a:pt x="232" y="294"/>
                      <a:pt x="232" y="294"/>
                    </a:cubicBezTo>
                    <a:cubicBezTo>
                      <a:pt x="237" y="300"/>
                      <a:pt x="218" y="334"/>
                      <a:pt x="218" y="334"/>
                    </a:cubicBezTo>
                    <a:cubicBezTo>
                      <a:pt x="219" y="341"/>
                      <a:pt x="193" y="371"/>
                      <a:pt x="172" y="384"/>
                    </a:cubicBezTo>
                    <a:cubicBezTo>
                      <a:pt x="152" y="397"/>
                      <a:pt x="140" y="394"/>
                      <a:pt x="140" y="394"/>
                    </a:cubicBezTo>
                    <a:cubicBezTo>
                      <a:pt x="126" y="405"/>
                      <a:pt x="104" y="385"/>
                      <a:pt x="104" y="385"/>
                    </a:cubicBezTo>
                    <a:cubicBezTo>
                      <a:pt x="92" y="388"/>
                      <a:pt x="76" y="369"/>
                      <a:pt x="76" y="369"/>
                    </a:cubicBezTo>
                    <a:cubicBezTo>
                      <a:pt x="66" y="367"/>
                      <a:pt x="51" y="335"/>
                      <a:pt x="51" y="335"/>
                    </a:cubicBezTo>
                    <a:cubicBezTo>
                      <a:pt x="38" y="330"/>
                      <a:pt x="25" y="273"/>
                      <a:pt x="20" y="260"/>
                    </a:cubicBezTo>
                    <a:cubicBezTo>
                      <a:pt x="15" y="248"/>
                      <a:pt x="18" y="234"/>
                      <a:pt x="18" y="234"/>
                    </a:cubicBezTo>
                    <a:cubicBezTo>
                      <a:pt x="0" y="218"/>
                      <a:pt x="13" y="162"/>
                      <a:pt x="13" y="162"/>
                    </a:cubicBezTo>
                    <a:cubicBezTo>
                      <a:pt x="4" y="153"/>
                      <a:pt x="10" y="115"/>
                      <a:pt x="10" y="115"/>
                    </a:cubicBezTo>
                    <a:cubicBezTo>
                      <a:pt x="10" y="115"/>
                      <a:pt x="15" y="76"/>
                      <a:pt x="26" y="75"/>
                    </a:cubicBezTo>
                    <a:cubicBezTo>
                      <a:pt x="26" y="75"/>
                      <a:pt x="30" y="18"/>
                      <a:pt x="44" y="16"/>
                    </a:cubicBezTo>
                    <a:cubicBezTo>
                      <a:pt x="44" y="16"/>
                      <a:pt x="70" y="29"/>
                      <a:pt x="79" y="17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4" y="10"/>
                      <a:pt x="114" y="16"/>
                      <a:pt x="122" y="0"/>
                    </a:cubicBezTo>
                    <a:cubicBezTo>
                      <a:pt x="122" y="0"/>
                      <a:pt x="144" y="11"/>
                      <a:pt x="152" y="5"/>
                    </a:cubicBezTo>
                    <a:cubicBezTo>
                      <a:pt x="152" y="5"/>
                      <a:pt x="171" y="24"/>
                      <a:pt x="183" y="18"/>
                    </a:cubicBezTo>
                    <a:cubicBezTo>
                      <a:pt x="183" y="18"/>
                      <a:pt x="222" y="41"/>
                      <a:pt x="226" y="20"/>
                    </a:cubicBezTo>
                    <a:cubicBezTo>
                      <a:pt x="226" y="20"/>
                      <a:pt x="244" y="45"/>
                      <a:pt x="243" y="55"/>
                    </a:cubicBezTo>
                    <a:cubicBezTo>
                      <a:pt x="243" y="55"/>
                      <a:pt x="251" y="75"/>
                      <a:pt x="242" y="88"/>
                    </a:cubicBezTo>
                    <a:cubicBezTo>
                      <a:pt x="242" y="88"/>
                      <a:pt x="256" y="92"/>
                      <a:pt x="256" y="135"/>
                    </a:cubicBezTo>
                    <a:close/>
                  </a:path>
                </a:pathLst>
              </a:custGeom>
              <a:solidFill>
                <a:srgbClr val="F6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67" name="Freeform 857">
                <a:extLst>
                  <a:ext uri="{FF2B5EF4-FFF2-40B4-BE49-F238E27FC236}">
                    <a16:creationId xmlns:a16="http://schemas.microsoft.com/office/drawing/2014/main" id="{B0B78DAA-4841-4C9E-AC1E-2E7A66FF8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037"/>
                <a:ext cx="24" cy="28"/>
              </a:xfrm>
              <a:custGeom>
                <a:avLst/>
                <a:gdLst>
                  <a:gd name="T0" fmla="*/ 36 w 18"/>
                  <a:gd name="T1" fmla="*/ 1 h 20"/>
                  <a:gd name="T2" fmla="*/ 0 w 18"/>
                  <a:gd name="T3" fmla="*/ 55 h 20"/>
                  <a:gd name="T4" fmla="*/ 36 w 18"/>
                  <a:gd name="T5" fmla="*/ 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15" y="1"/>
                    </a:moveTo>
                    <a:cubicBezTo>
                      <a:pt x="15" y="1"/>
                      <a:pt x="4" y="0"/>
                      <a:pt x="0" y="20"/>
                    </a:cubicBezTo>
                    <a:cubicBezTo>
                      <a:pt x="0" y="20"/>
                      <a:pt x="18" y="18"/>
                      <a:pt x="15" y="1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68" name="Freeform 858">
                <a:extLst>
                  <a:ext uri="{FF2B5EF4-FFF2-40B4-BE49-F238E27FC236}">
                    <a16:creationId xmlns:a16="http://schemas.microsoft.com/office/drawing/2014/main" id="{7495D8CF-5C2E-4C3A-BBF6-7195C3CF5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065"/>
                <a:ext cx="34" cy="34"/>
              </a:xfrm>
              <a:custGeom>
                <a:avLst/>
                <a:gdLst>
                  <a:gd name="T0" fmla="*/ 38 w 26"/>
                  <a:gd name="T1" fmla="*/ 68 h 24"/>
                  <a:gd name="T2" fmla="*/ 51 w 26"/>
                  <a:gd name="T3" fmla="*/ 0 h 24"/>
                  <a:gd name="T4" fmla="*/ 38 w 26"/>
                  <a:gd name="T5" fmla="*/ 6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4">
                    <a:moveTo>
                      <a:pt x="17" y="24"/>
                    </a:moveTo>
                    <a:cubicBezTo>
                      <a:pt x="17" y="24"/>
                      <a:pt x="26" y="14"/>
                      <a:pt x="23" y="0"/>
                    </a:cubicBezTo>
                    <a:cubicBezTo>
                      <a:pt x="23" y="0"/>
                      <a:pt x="0" y="19"/>
                      <a:pt x="17" y="24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69" name="Freeform 859">
                <a:extLst>
                  <a:ext uri="{FF2B5EF4-FFF2-40B4-BE49-F238E27FC236}">
                    <a16:creationId xmlns:a16="http://schemas.microsoft.com/office/drawing/2014/main" id="{614B4BF0-D04A-4821-9516-EECD3870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073"/>
                <a:ext cx="41" cy="42"/>
              </a:xfrm>
              <a:custGeom>
                <a:avLst/>
                <a:gdLst>
                  <a:gd name="T0" fmla="*/ 71 w 31"/>
                  <a:gd name="T1" fmla="*/ 29 h 30"/>
                  <a:gd name="T2" fmla="*/ 0 w 31"/>
                  <a:gd name="T3" fmla="*/ 49 h 30"/>
                  <a:gd name="T4" fmla="*/ 71 w 31"/>
                  <a:gd name="T5" fmla="*/ 2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0">
                    <a:moveTo>
                      <a:pt x="31" y="11"/>
                    </a:moveTo>
                    <a:cubicBezTo>
                      <a:pt x="31" y="11"/>
                      <a:pt x="15" y="0"/>
                      <a:pt x="0" y="18"/>
                    </a:cubicBezTo>
                    <a:cubicBezTo>
                      <a:pt x="0" y="18"/>
                      <a:pt x="20" y="30"/>
                      <a:pt x="31" y="11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70" name="Freeform 860">
                <a:extLst>
                  <a:ext uri="{FF2B5EF4-FFF2-40B4-BE49-F238E27FC236}">
                    <a16:creationId xmlns:a16="http://schemas.microsoft.com/office/drawing/2014/main" id="{C64D949B-EE5E-473F-8AD9-7E57D01D8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059"/>
                <a:ext cx="51" cy="38"/>
              </a:xfrm>
              <a:custGeom>
                <a:avLst/>
                <a:gdLst>
                  <a:gd name="T0" fmla="*/ 88 w 39"/>
                  <a:gd name="T1" fmla="*/ 28 h 27"/>
                  <a:gd name="T2" fmla="*/ 0 w 39"/>
                  <a:gd name="T3" fmla="*/ 59 h 27"/>
                  <a:gd name="T4" fmla="*/ 88 w 39"/>
                  <a:gd name="T5" fmla="*/ 2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7">
                    <a:moveTo>
                      <a:pt x="39" y="10"/>
                    </a:moveTo>
                    <a:cubicBezTo>
                      <a:pt x="39" y="10"/>
                      <a:pt x="10" y="0"/>
                      <a:pt x="0" y="21"/>
                    </a:cubicBezTo>
                    <a:cubicBezTo>
                      <a:pt x="0" y="21"/>
                      <a:pt x="19" y="27"/>
                      <a:pt x="39" y="1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71" name="Freeform 861">
                <a:extLst>
                  <a:ext uri="{FF2B5EF4-FFF2-40B4-BE49-F238E27FC236}">
                    <a16:creationId xmlns:a16="http://schemas.microsoft.com/office/drawing/2014/main" id="{AEE245FB-2029-43B9-8441-E657F92F1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1055"/>
                <a:ext cx="43" cy="34"/>
              </a:xfrm>
              <a:custGeom>
                <a:avLst/>
                <a:gdLst>
                  <a:gd name="T0" fmla="*/ 73 w 33"/>
                  <a:gd name="T1" fmla="*/ 40 h 24"/>
                  <a:gd name="T2" fmla="*/ 0 w 33"/>
                  <a:gd name="T3" fmla="*/ 37 h 24"/>
                  <a:gd name="T4" fmla="*/ 73 w 33"/>
                  <a:gd name="T5" fmla="*/ 4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4">
                    <a:moveTo>
                      <a:pt x="33" y="14"/>
                    </a:moveTo>
                    <a:cubicBezTo>
                      <a:pt x="33" y="14"/>
                      <a:pt x="16" y="0"/>
                      <a:pt x="0" y="13"/>
                    </a:cubicBezTo>
                    <a:cubicBezTo>
                      <a:pt x="0" y="13"/>
                      <a:pt x="16" y="24"/>
                      <a:pt x="33" y="14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72" name="Freeform 862">
                <a:extLst>
                  <a:ext uri="{FF2B5EF4-FFF2-40B4-BE49-F238E27FC236}">
                    <a16:creationId xmlns:a16="http://schemas.microsoft.com/office/drawing/2014/main" id="{66943A2D-6623-4FC7-9211-DFC76D2C5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066"/>
                <a:ext cx="44" cy="41"/>
              </a:xfrm>
              <a:custGeom>
                <a:avLst/>
                <a:gdLst>
                  <a:gd name="T0" fmla="*/ 79 w 33"/>
                  <a:gd name="T1" fmla="*/ 54 h 29"/>
                  <a:gd name="T2" fmla="*/ 0 w 33"/>
                  <a:gd name="T3" fmla="*/ 16 h 29"/>
                  <a:gd name="T4" fmla="*/ 79 w 33"/>
                  <a:gd name="T5" fmla="*/ 5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9">
                    <a:moveTo>
                      <a:pt x="33" y="19"/>
                    </a:moveTo>
                    <a:cubicBezTo>
                      <a:pt x="33" y="19"/>
                      <a:pt x="24" y="0"/>
                      <a:pt x="0" y="6"/>
                    </a:cubicBezTo>
                    <a:cubicBezTo>
                      <a:pt x="0" y="6"/>
                      <a:pt x="10" y="29"/>
                      <a:pt x="33" y="19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73" name="Freeform 863">
                <a:extLst>
                  <a:ext uri="{FF2B5EF4-FFF2-40B4-BE49-F238E27FC236}">
                    <a16:creationId xmlns:a16="http://schemas.microsoft.com/office/drawing/2014/main" id="{35455843-74B3-4688-A1B3-7B2ECCB6E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1087"/>
                <a:ext cx="45" cy="37"/>
              </a:xfrm>
              <a:custGeom>
                <a:avLst/>
                <a:gdLst>
                  <a:gd name="T0" fmla="*/ 79 w 34"/>
                  <a:gd name="T1" fmla="*/ 47 h 26"/>
                  <a:gd name="T2" fmla="*/ 0 w 34"/>
                  <a:gd name="T3" fmla="*/ 13 h 26"/>
                  <a:gd name="T4" fmla="*/ 79 w 34"/>
                  <a:gd name="T5" fmla="*/ 4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6">
                    <a:moveTo>
                      <a:pt x="34" y="16"/>
                    </a:moveTo>
                    <a:cubicBezTo>
                      <a:pt x="34" y="16"/>
                      <a:pt x="12" y="0"/>
                      <a:pt x="0" y="4"/>
                    </a:cubicBezTo>
                    <a:cubicBezTo>
                      <a:pt x="0" y="4"/>
                      <a:pt x="10" y="26"/>
                      <a:pt x="34" y="16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74" name="Freeform 864">
                <a:extLst>
                  <a:ext uri="{FF2B5EF4-FFF2-40B4-BE49-F238E27FC236}">
                    <a16:creationId xmlns:a16="http://schemas.microsoft.com/office/drawing/2014/main" id="{883F8526-2241-44EE-987F-5E5AD8561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044"/>
                <a:ext cx="12" cy="13"/>
              </a:xfrm>
              <a:custGeom>
                <a:avLst/>
                <a:gdLst>
                  <a:gd name="T0" fmla="*/ 20 w 9"/>
                  <a:gd name="T1" fmla="*/ 1 h 9"/>
                  <a:gd name="T2" fmla="*/ 16 w 9"/>
                  <a:gd name="T3" fmla="*/ 20 h 9"/>
                  <a:gd name="T4" fmla="*/ 1 w 9"/>
                  <a:gd name="T5" fmla="*/ 25 h 9"/>
                  <a:gd name="T6" fmla="*/ 7 w 9"/>
                  <a:gd name="T7" fmla="*/ 9 h 9"/>
                  <a:gd name="T8" fmla="*/ 20 w 9"/>
                  <a:gd name="T9" fmla="*/ 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1"/>
                    </a:moveTo>
                    <a:cubicBezTo>
                      <a:pt x="9" y="2"/>
                      <a:pt x="9" y="5"/>
                      <a:pt x="7" y="7"/>
                    </a:cubicBezTo>
                    <a:cubicBezTo>
                      <a:pt x="5" y="9"/>
                      <a:pt x="2" y="9"/>
                      <a:pt x="1" y="8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75" name="Freeform 865">
                <a:extLst>
                  <a:ext uri="{FF2B5EF4-FFF2-40B4-BE49-F238E27FC236}">
                    <a16:creationId xmlns:a16="http://schemas.microsoft.com/office/drawing/2014/main" id="{9674A924-B3AE-4F75-8F33-B158440AD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080"/>
                <a:ext cx="9" cy="9"/>
              </a:xfrm>
              <a:custGeom>
                <a:avLst/>
                <a:gdLst>
                  <a:gd name="T0" fmla="*/ 13 w 7"/>
                  <a:gd name="T1" fmla="*/ 0 h 6"/>
                  <a:gd name="T2" fmla="*/ 10 w 7"/>
                  <a:gd name="T3" fmla="*/ 14 h 6"/>
                  <a:gd name="T4" fmla="*/ 1 w 7"/>
                  <a:gd name="T5" fmla="*/ 21 h 6"/>
                  <a:gd name="T6" fmla="*/ 5 w 7"/>
                  <a:gd name="T7" fmla="*/ 8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7" y="1"/>
                      <a:pt x="6" y="3"/>
                      <a:pt x="5" y="4"/>
                    </a:cubicBezTo>
                    <a:cubicBezTo>
                      <a:pt x="3" y="6"/>
                      <a:pt x="1" y="6"/>
                      <a:pt x="1" y="6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76" name="Freeform 866">
                <a:extLst>
                  <a:ext uri="{FF2B5EF4-FFF2-40B4-BE49-F238E27FC236}">
                    <a16:creationId xmlns:a16="http://schemas.microsoft.com/office/drawing/2014/main" id="{B462425E-CDAC-4924-A804-0FC3BCB2B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090"/>
                <a:ext cx="16" cy="10"/>
              </a:xfrm>
              <a:custGeom>
                <a:avLst/>
                <a:gdLst>
                  <a:gd name="T0" fmla="*/ 28 w 12"/>
                  <a:gd name="T1" fmla="*/ 9 h 7"/>
                  <a:gd name="T2" fmla="*/ 16 w 12"/>
                  <a:gd name="T3" fmla="*/ 19 h 7"/>
                  <a:gd name="T4" fmla="*/ 0 w 12"/>
                  <a:gd name="T5" fmla="*/ 13 h 7"/>
                  <a:gd name="T6" fmla="*/ 15 w 12"/>
                  <a:gd name="T7" fmla="*/ 0 h 7"/>
                  <a:gd name="T8" fmla="*/ 28 w 12"/>
                  <a:gd name="T9" fmla="*/ 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3"/>
                    </a:moveTo>
                    <a:cubicBezTo>
                      <a:pt x="12" y="5"/>
                      <a:pt x="10" y="6"/>
                      <a:pt x="7" y="6"/>
                    </a:cubicBezTo>
                    <a:cubicBezTo>
                      <a:pt x="3" y="7"/>
                      <a:pt x="1" y="5"/>
                      <a:pt x="0" y="4"/>
                    </a:cubicBezTo>
                    <a:cubicBezTo>
                      <a:pt x="0" y="2"/>
                      <a:pt x="3" y="1"/>
                      <a:pt x="6" y="0"/>
                    </a:cubicBezTo>
                    <a:cubicBezTo>
                      <a:pt x="10" y="0"/>
                      <a:pt x="12" y="1"/>
                      <a:pt x="12" y="3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77" name="Freeform 867">
                <a:extLst>
                  <a:ext uri="{FF2B5EF4-FFF2-40B4-BE49-F238E27FC236}">
                    <a16:creationId xmlns:a16="http://schemas.microsoft.com/office/drawing/2014/main" id="{E099AC53-7898-4F08-B1CB-E62595412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076"/>
                <a:ext cx="15" cy="9"/>
              </a:xfrm>
              <a:custGeom>
                <a:avLst/>
                <a:gdLst>
                  <a:gd name="T0" fmla="*/ 23 w 12"/>
                  <a:gd name="T1" fmla="*/ 5 h 6"/>
                  <a:gd name="T2" fmla="*/ 13 w 12"/>
                  <a:gd name="T3" fmla="*/ 18 h 6"/>
                  <a:gd name="T4" fmla="*/ 0 w 12"/>
                  <a:gd name="T5" fmla="*/ 18 h 6"/>
                  <a:gd name="T6" fmla="*/ 10 w 12"/>
                  <a:gd name="T7" fmla="*/ 5 h 6"/>
                  <a:gd name="T8" fmla="*/ 23 w 12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12" y="2"/>
                      <a:pt x="9" y="4"/>
                      <a:pt x="6" y="5"/>
                    </a:cubicBezTo>
                    <a:cubicBezTo>
                      <a:pt x="3" y="6"/>
                      <a:pt x="0" y="6"/>
                      <a:pt x="0" y="5"/>
                    </a:cubicBezTo>
                    <a:cubicBezTo>
                      <a:pt x="0" y="3"/>
                      <a:pt x="2" y="2"/>
                      <a:pt x="5" y="1"/>
                    </a:cubicBezTo>
                    <a:cubicBezTo>
                      <a:pt x="8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78" name="Freeform 868">
                <a:extLst>
                  <a:ext uri="{FF2B5EF4-FFF2-40B4-BE49-F238E27FC236}">
                    <a16:creationId xmlns:a16="http://schemas.microsoft.com/office/drawing/2014/main" id="{AF456FDD-3D3E-4839-A114-3BCC1D314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069"/>
                <a:ext cx="12" cy="7"/>
              </a:xfrm>
              <a:custGeom>
                <a:avLst/>
                <a:gdLst>
                  <a:gd name="T0" fmla="*/ 21 w 9"/>
                  <a:gd name="T1" fmla="*/ 8 h 5"/>
                  <a:gd name="T2" fmla="*/ 9 w 9"/>
                  <a:gd name="T3" fmla="*/ 14 h 5"/>
                  <a:gd name="T4" fmla="*/ 0 w 9"/>
                  <a:gd name="T5" fmla="*/ 6 h 5"/>
                  <a:gd name="T6" fmla="*/ 12 w 9"/>
                  <a:gd name="T7" fmla="*/ 0 h 5"/>
                  <a:gd name="T8" fmla="*/ 21 w 9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9" y="5"/>
                      <a:pt x="7" y="5"/>
                      <a:pt x="4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7" y="1"/>
                      <a:pt x="9" y="2"/>
                      <a:pt x="9" y="3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79" name="Freeform 869">
                <a:extLst>
                  <a:ext uri="{FF2B5EF4-FFF2-40B4-BE49-F238E27FC236}">
                    <a16:creationId xmlns:a16="http://schemas.microsoft.com/office/drawing/2014/main" id="{BA0473F5-3F63-4C2C-BAA1-4129B11E0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078"/>
                <a:ext cx="16" cy="11"/>
              </a:xfrm>
              <a:custGeom>
                <a:avLst/>
                <a:gdLst>
                  <a:gd name="T0" fmla="*/ 27 w 12"/>
                  <a:gd name="T1" fmla="*/ 19 h 8"/>
                  <a:gd name="T2" fmla="*/ 12 w 12"/>
                  <a:gd name="T3" fmla="*/ 19 h 8"/>
                  <a:gd name="T4" fmla="*/ 1 w 12"/>
                  <a:gd name="T5" fmla="*/ 6 h 8"/>
                  <a:gd name="T6" fmla="*/ 20 w 12"/>
                  <a:gd name="T7" fmla="*/ 6 h 8"/>
                  <a:gd name="T8" fmla="*/ 27 w 12"/>
                  <a:gd name="T9" fmla="*/ 1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11" y="7"/>
                    </a:moveTo>
                    <a:cubicBezTo>
                      <a:pt x="11" y="8"/>
                      <a:pt x="8" y="8"/>
                      <a:pt x="5" y="7"/>
                    </a:cubicBezTo>
                    <a:cubicBezTo>
                      <a:pt x="2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8" y="2"/>
                    </a:cubicBezTo>
                    <a:cubicBezTo>
                      <a:pt x="10" y="3"/>
                      <a:pt x="12" y="6"/>
                      <a:pt x="11" y="7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80" name="Freeform 870">
                <a:extLst>
                  <a:ext uri="{FF2B5EF4-FFF2-40B4-BE49-F238E27FC236}">
                    <a16:creationId xmlns:a16="http://schemas.microsoft.com/office/drawing/2014/main" id="{1B39C53B-BF34-4AA6-86E2-5FC317418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099"/>
                <a:ext cx="12" cy="9"/>
              </a:xfrm>
              <a:custGeom>
                <a:avLst/>
                <a:gdLst>
                  <a:gd name="T0" fmla="*/ 21 w 9"/>
                  <a:gd name="T1" fmla="*/ 13 h 7"/>
                  <a:gd name="T2" fmla="*/ 9 w 9"/>
                  <a:gd name="T3" fmla="*/ 10 h 7"/>
                  <a:gd name="T4" fmla="*/ 1 w 9"/>
                  <a:gd name="T5" fmla="*/ 1 h 7"/>
                  <a:gd name="T6" fmla="*/ 15 w 9"/>
                  <a:gd name="T7" fmla="*/ 5 h 7"/>
                  <a:gd name="T8" fmla="*/ 21 w 9"/>
                  <a:gd name="T9" fmla="*/ 1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9" y="7"/>
                      <a:pt x="6" y="6"/>
                      <a:pt x="4" y="5"/>
                    </a:cubicBezTo>
                    <a:cubicBezTo>
                      <a:pt x="2" y="4"/>
                      <a:pt x="0" y="2"/>
                      <a:pt x="1" y="1"/>
                    </a:cubicBezTo>
                    <a:cubicBezTo>
                      <a:pt x="1" y="0"/>
                      <a:pt x="3" y="1"/>
                      <a:pt x="6" y="2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81" name="Freeform 871">
                <a:extLst>
                  <a:ext uri="{FF2B5EF4-FFF2-40B4-BE49-F238E27FC236}">
                    <a16:creationId xmlns:a16="http://schemas.microsoft.com/office/drawing/2014/main" id="{C5D41EC4-21F7-4320-80C2-EA235764F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037"/>
                <a:ext cx="24" cy="28"/>
              </a:xfrm>
              <a:custGeom>
                <a:avLst/>
                <a:gdLst>
                  <a:gd name="T0" fmla="*/ 36 w 18"/>
                  <a:gd name="T1" fmla="*/ 0 h 20"/>
                  <a:gd name="T2" fmla="*/ 0 w 18"/>
                  <a:gd name="T3" fmla="*/ 55 h 20"/>
                  <a:gd name="T4" fmla="*/ 36 w 1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15" y="0"/>
                    </a:moveTo>
                    <a:cubicBezTo>
                      <a:pt x="15" y="0"/>
                      <a:pt x="4" y="0"/>
                      <a:pt x="0" y="20"/>
                    </a:cubicBezTo>
                    <a:cubicBezTo>
                      <a:pt x="0" y="20"/>
                      <a:pt x="18" y="18"/>
                      <a:pt x="1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82" name="Freeform 872">
                <a:extLst>
                  <a:ext uri="{FF2B5EF4-FFF2-40B4-BE49-F238E27FC236}">
                    <a16:creationId xmlns:a16="http://schemas.microsoft.com/office/drawing/2014/main" id="{2D30A666-D241-4AA5-BB86-E20E67527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065"/>
                <a:ext cx="35" cy="32"/>
              </a:xfrm>
              <a:custGeom>
                <a:avLst/>
                <a:gdLst>
                  <a:gd name="T0" fmla="*/ 38 w 27"/>
                  <a:gd name="T1" fmla="*/ 63 h 23"/>
                  <a:gd name="T2" fmla="*/ 51 w 27"/>
                  <a:gd name="T3" fmla="*/ 0 h 23"/>
                  <a:gd name="T4" fmla="*/ 38 w 27"/>
                  <a:gd name="T5" fmla="*/ 6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17" y="23"/>
                    </a:moveTo>
                    <a:cubicBezTo>
                      <a:pt x="17" y="23"/>
                      <a:pt x="27" y="14"/>
                      <a:pt x="23" y="0"/>
                    </a:cubicBezTo>
                    <a:cubicBezTo>
                      <a:pt x="23" y="0"/>
                      <a:pt x="0" y="19"/>
                      <a:pt x="17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83" name="Freeform 873">
                <a:extLst>
                  <a:ext uri="{FF2B5EF4-FFF2-40B4-BE49-F238E27FC236}">
                    <a16:creationId xmlns:a16="http://schemas.microsoft.com/office/drawing/2014/main" id="{3976452B-56D3-4CF0-B185-2146B3AF1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073"/>
                <a:ext cx="41" cy="42"/>
              </a:xfrm>
              <a:custGeom>
                <a:avLst/>
                <a:gdLst>
                  <a:gd name="T0" fmla="*/ 71 w 31"/>
                  <a:gd name="T1" fmla="*/ 29 h 30"/>
                  <a:gd name="T2" fmla="*/ 0 w 31"/>
                  <a:gd name="T3" fmla="*/ 48 h 30"/>
                  <a:gd name="T4" fmla="*/ 71 w 31"/>
                  <a:gd name="T5" fmla="*/ 2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0">
                    <a:moveTo>
                      <a:pt x="31" y="11"/>
                    </a:moveTo>
                    <a:cubicBezTo>
                      <a:pt x="31" y="11"/>
                      <a:pt x="15" y="0"/>
                      <a:pt x="0" y="17"/>
                    </a:cubicBezTo>
                    <a:cubicBezTo>
                      <a:pt x="0" y="17"/>
                      <a:pt x="20" y="30"/>
                      <a:pt x="31" y="11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84" name="Freeform 874">
                <a:extLst>
                  <a:ext uri="{FF2B5EF4-FFF2-40B4-BE49-F238E27FC236}">
                    <a16:creationId xmlns:a16="http://schemas.microsoft.com/office/drawing/2014/main" id="{0E5B0E75-F3AF-40DF-9573-C17D06D64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059"/>
                <a:ext cx="51" cy="38"/>
              </a:xfrm>
              <a:custGeom>
                <a:avLst/>
                <a:gdLst>
                  <a:gd name="T0" fmla="*/ 88 w 39"/>
                  <a:gd name="T1" fmla="*/ 28 h 27"/>
                  <a:gd name="T2" fmla="*/ 0 w 39"/>
                  <a:gd name="T3" fmla="*/ 59 h 27"/>
                  <a:gd name="T4" fmla="*/ 88 w 39"/>
                  <a:gd name="T5" fmla="*/ 2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7">
                    <a:moveTo>
                      <a:pt x="39" y="10"/>
                    </a:moveTo>
                    <a:cubicBezTo>
                      <a:pt x="39" y="10"/>
                      <a:pt x="11" y="0"/>
                      <a:pt x="0" y="21"/>
                    </a:cubicBezTo>
                    <a:cubicBezTo>
                      <a:pt x="0" y="21"/>
                      <a:pt x="20" y="27"/>
                      <a:pt x="39" y="1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85" name="Freeform 875">
                <a:extLst>
                  <a:ext uri="{FF2B5EF4-FFF2-40B4-BE49-F238E27FC236}">
                    <a16:creationId xmlns:a16="http://schemas.microsoft.com/office/drawing/2014/main" id="{FDFD8B9F-C364-459D-A5F3-04676DD6D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1054"/>
                <a:ext cx="43" cy="35"/>
              </a:xfrm>
              <a:custGeom>
                <a:avLst/>
                <a:gdLst>
                  <a:gd name="T0" fmla="*/ 73 w 33"/>
                  <a:gd name="T1" fmla="*/ 41 h 25"/>
                  <a:gd name="T2" fmla="*/ 0 w 33"/>
                  <a:gd name="T3" fmla="*/ 39 h 25"/>
                  <a:gd name="T4" fmla="*/ 73 w 33"/>
                  <a:gd name="T5" fmla="*/ 4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33" y="15"/>
                    </a:moveTo>
                    <a:cubicBezTo>
                      <a:pt x="33" y="15"/>
                      <a:pt x="16" y="0"/>
                      <a:pt x="0" y="14"/>
                    </a:cubicBezTo>
                    <a:cubicBezTo>
                      <a:pt x="0" y="14"/>
                      <a:pt x="16" y="25"/>
                      <a:pt x="33" y="1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86" name="Freeform 876">
                <a:extLst>
                  <a:ext uri="{FF2B5EF4-FFF2-40B4-BE49-F238E27FC236}">
                    <a16:creationId xmlns:a16="http://schemas.microsoft.com/office/drawing/2014/main" id="{092F40FB-A0F7-4838-A1A5-1C0B143E7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066"/>
                <a:ext cx="44" cy="41"/>
              </a:xfrm>
              <a:custGeom>
                <a:avLst/>
                <a:gdLst>
                  <a:gd name="T0" fmla="*/ 79 w 33"/>
                  <a:gd name="T1" fmla="*/ 54 h 29"/>
                  <a:gd name="T2" fmla="*/ 0 w 33"/>
                  <a:gd name="T3" fmla="*/ 16 h 29"/>
                  <a:gd name="T4" fmla="*/ 79 w 33"/>
                  <a:gd name="T5" fmla="*/ 5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9">
                    <a:moveTo>
                      <a:pt x="33" y="19"/>
                    </a:moveTo>
                    <a:cubicBezTo>
                      <a:pt x="33" y="19"/>
                      <a:pt x="24" y="0"/>
                      <a:pt x="0" y="6"/>
                    </a:cubicBezTo>
                    <a:cubicBezTo>
                      <a:pt x="0" y="6"/>
                      <a:pt x="10" y="29"/>
                      <a:pt x="33" y="1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87" name="Freeform 877">
                <a:extLst>
                  <a:ext uri="{FF2B5EF4-FFF2-40B4-BE49-F238E27FC236}">
                    <a16:creationId xmlns:a16="http://schemas.microsoft.com/office/drawing/2014/main" id="{7CF09076-EE8A-4F28-9802-861CBF503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1087"/>
                <a:ext cx="45" cy="37"/>
              </a:xfrm>
              <a:custGeom>
                <a:avLst/>
                <a:gdLst>
                  <a:gd name="T0" fmla="*/ 79 w 34"/>
                  <a:gd name="T1" fmla="*/ 47 h 26"/>
                  <a:gd name="T2" fmla="*/ 0 w 34"/>
                  <a:gd name="T3" fmla="*/ 13 h 26"/>
                  <a:gd name="T4" fmla="*/ 79 w 34"/>
                  <a:gd name="T5" fmla="*/ 4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6">
                    <a:moveTo>
                      <a:pt x="34" y="16"/>
                    </a:moveTo>
                    <a:cubicBezTo>
                      <a:pt x="34" y="16"/>
                      <a:pt x="13" y="0"/>
                      <a:pt x="0" y="4"/>
                    </a:cubicBezTo>
                    <a:cubicBezTo>
                      <a:pt x="0" y="4"/>
                      <a:pt x="10" y="26"/>
                      <a:pt x="34" y="1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88" name="Freeform 878">
                <a:extLst>
                  <a:ext uri="{FF2B5EF4-FFF2-40B4-BE49-F238E27FC236}">
                    <a16:creationId xmlns:a16="http://schemas.microsoft.com/office/drawing/2014/main" id="{787D4F06-F176-449A-B43F-AF82FB6B2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014"/>
                <a:ext cx="83" cy="45"/>
              </a:xfrm>
              <a:custGeom>
                <a:avLst/>
                <a:gdLst>
                  <a:gd name="T0" fmla="*/ 144 w 63"/>
                  <a:gd name="T1" fmla="*/ 6 h 32"/>
                  <a:gd name="T2" fmla="*/ 0 w 63"/>
                  <a:gd name="T3" fmla="*/ 89 h 32"/>
                  <a:gd name="T4" fmla="*/ 144 w 63"/>
                  <a:gd name="T5" fmla="*/ 6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32">
                    <a:moveTo>
                      <a:pt x="63" y="2"/>
                    </a:moveTo>
                    <a:cubicBezTo>
                      <a:pt x="63" y="2"/>
                      <a:pt x="16" y="0"/>
                      <a:pt x="0" y="32"/>
                    </a:cubicBezTo>
                    <a:cubicBezTo>
                      <a:pt x="0" y="32"/>
                      <a:pt x="23" y="7"/>
                      <a:pt x="63" y="2"/>
                    </a:cubicBezTo>
                    <a:close/>
                  </a:path>
                </a:pathLst>
              </a:custGeom>
              <a:solidFill>
                <a:srgbClr val="F1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89" name="Freeform 879">
                <a:extLst>
                  <a:ext uri="{FF2B5EF4-FFF2-40B4-BE49-F238E27FC236}">
                    <a16:creationId xmlns:a16="http://schemas.microsoft.com/office/drawing/2014/main" id="{66F0C9FA-193A-45BF-AE66-EA56BDBE76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04" y="1078"/>
                <a:ext cx="344" cy="568"/>
              </a:xfrm>
              <a:custGeom>
                <a:avLst/>
                <a:gdLst>
                  <a:gd name="T0" fmla="*/ 569 w 262"/>
                  <a:gd name="T1" fmla="*/ 534 h 405"/>
                  <a:gd name="T2" fmla="*/ 579 w 262"/>
                  <a:gd name="T3" fmla="*/ 372 h 405"/>
                  <a:gd name="T4" fmla="*/ 549 w 262"/>
                  <a:gd name="T5" fmla="*/ 243 h 405"/>
                  <a:gd name="T6" fmla="*/ 550 w 262"/>
                  <a:gd name="T7" fmla="*/ 151 h 405"/>
                  <a:gd name="T8" fmla="*/ 512 w 262"/>
                  <a:gd name="T9" fmla="*/ 55 h 405"/>
                  <a:gd name="T10" fmla="*/ 414 w 262"/>
                  <a:gd name="T11" fmla="*/ 49 h 405"/>
                  <a:gd name="T12" fmla="*/ 345 w 262"/>
                  <a:gd name="T13" fmla="*/ 14 h 405"/>
                  <a:gd name="T14" fmla="*/ 276 w 262"/>
                  <a:gd name="T15" fmla="*/ 0 h 405"/>
                  <a:gd name="T16" fmla="*/ 189 w 262"/>
                  <a:gd name="T17" fmla="*/ 28 h 405"/>
                  <a:gd name="T18" fmla="*/ 180 w 262"/>
                  <a:gd name="T19" fmla="*/ 48 h 405"/>
                  <a:gd name="T20" fmla="*/ 97 w 262"/>
                  <a:gd name="T21" fmla="*/ 43 h 405"/>
                  <a:gd name="T22" fmla="*/ 56 w 262"/>
                  <a:gd name="T23" fmla="*/ 206 h 405"/>
                  <a:gd name="T24" fmla="*/ 22 w 262"/>
                  <a:gd name="T25" fmla="*/ 317 h 405"/>
                  <a:gd name="T26" fmla="*/ 29 w 262"/>
                  <a:gd name="T27" fmla="*/ 446 h 405"/>
                  <a:gd name="T28" fmla="*/ 42 w 262"/>
                  <a:gd name="T29" fmla="*/ 645 h 405"/>
                  <a:gd name="T30" fmla="*/ 45 w 262"/>
                  <a:gd name="T31" fmla="*/ 718 h 405"/>
                  <a:gd name="T32" fmla="*/ 116 w 262"/>
                  <a:gd name="T33" fmla="*/ 924 h 405"/>
                  <a:gd name="T34" fmla="*/ 172 w 262"/>
                  <a:gd name="T35" fmla="*/ 1018 h 405"/>
                  <a:gd name="T36" fmla="*/ 236 w 262"/>
                  <a:gd name="T37" fmla="*/ 1062 h 405"/>
                  <a:gd name="T38" fmla="*/ 318 w 262"/>
                  <a:gd name="T39" fmla="*/ 1088 h 405"/>
                  <a:gd name="T40" fmla="*/ 390 w 262"/>
                  <a:gd name="T41" fmla="*/ 1060 h 405"/>
                  <a:gd name="T42" fmla="*/ 494 w 262"/>
                  <a:gd name="T43" fmla="*/ 920 h 405"/>
                  <a:gd name="T44" fmla="*/ 525 w 262"/>
                  <a:gd name="T45" fmla="*/ 811 h 405"/>
                  <a:gd name="T46" fmla="*/ 562 w 262"/>
                  <a:gd name="T47" fmla="*/ 684 h 405"/>
                  <a:gd name="T48" fmla="*/ 562 w 262"/>
                  <a:gd name="T49" fmla="*/ 610 h 405"/>
                  <a:gd name="T50" fmla="*/ 569 w 262"/>
                  <a:gd name="T51" fmla="*/ 534 h 405"/>
                  <a:gd name="T52" fmla="*/ 500 w 262"/>
                  <a:gd name="T53" fmla="*/ 459 h 405"/>
                  <a:gd name="T54" fmla="*/ 463 w 262"/>
                  <a:gd name="T55" fmla="*/ 602 h 405"/>
                  <a:gd name="T56" fmla="*/ 433 w 262"/>
                  <a:gd name="T57" fmla="*/ 769 h 405"/>
                  <a:gd name="T58" fmla="*/ 385 w 262"/>
                  <a:gd name="T59" fmla="*/ 903 h 405"/>
                  <a:gd name="T60" fmla="*/ 260 w 262"/>
                  <a:gd name="T61" fmla="*/ 903 h 405"/>
                  <a:gd name="T62" fmla="*/ 165 w 262"/>
                  <a:gd name="T63" fmla="*/ 795 h 405"/>
                  <a:gd name="T64" fmla="*/ 165 w 262"/>
                  <a:gd name="T65" fmla="*/ 644 h 405"/>
                  <a:gd name="T66" fmla="*/ 138 w 262"/>
                  <a:gd name="T67" fmla="*/ 508 h 405"/>
                  <a:gd name="T68" fmla="*/ 125 w 262"/>
                  <a:gd name="T69" fmla="*/ 376 h 405"/>
                  <a:gd name="T70" fmla="*/ 176 w 262"/>
                  <a:gd name="T71" fmla="*/ 245 h 405"/>
                  <a:gd name="T72" fmla="*/ 232 w 262"/>
                  <a:gd name="T73" fmla="*/ 150 h 405"/>
                  <a:gd name="T74" fmla="*/ 406 w 262"/>
                  <a:gd name="T75" fmla="*/ 187 h 405"/>
                  <a:gd name="T76" fmla="*/ 403 w 262"/>
                  <a:gd name="T77" fmla="*/ 185 h 405"/>
                  <a:gd name="T78" fmla="*/ 461 w 262"/>
                  <a:gd name="T79" fmla="*/ 187 h 405"/>
                  <a:gd name="T80" fmla="*/ 507 w 262"/>
                  <a:gd name="T81" fmla="*/ 279 h 405"/>
                  <a:gd name="T82" fmla="*/ 500 w 262"/>
                  <a:gd name="T83" fmla="*/ 459 h 40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2" h="405">
                    <a:moveTo>
                      <a:pt x="251" y="194"/>
                    </a:moveTo>
                    <a:cubicBezTo>
                      <a:pt x="251" y="194"/>
                      <a:pt x="262" y="153"/>
                      <a:pt x="256" y="135"/>
                    </a:cubicBezTo>
                    <a:cubicBezTo>
                      <a:pt x="256" y="92"/>
                      <a:pt x="242" y="88"/>
                      <a:pt x="242" y="88"/>
                    </a:cubicBezTo>
                    <a:cubicBezTo>
                      <a:pt x="251" y="75"/>
                      <a:pt x="243" y="55"/>
                      <a:pt x="243" y="55"/>
                    </a:cubicBezTo>
                    <a:cubicBezTo>
                      <a:pt x="243" y="45"/>
                      <a:pt x="226" y="20"/>
                      <a:pt x="226" y="20"/>
                    </a:cubicBezTo>
                    <a:cubicBezTo>
                      <a:pt x="222" y="41"/>
                      <a:pt x="183" y="18"/>
                      <a:pt x="183" y="18"/>
                    </a:cubicBezTo>
                    <a:cubicBezTo>
                      <a:pt x="171" y="24"/>
                      <a:pt x="152" y="5"/>
                      <a:pt x="152" y="5"/>
                    </a:cubicBezTo>
                    <a:cubicBezTo>
                      <a:pt x="144" y="11"/>
                      <a:pt x="122" y="0"/>
                      <a:pt x="122" y="0"/>
                    </a:cubicBezTo>
                    <a:cubicBezTo>
                      <a:pt x="113" y="17"/>
                      <a:pt x="84" y="10"/>
                      <a:pt x="84" y="10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70" y="29"/>
                      <a:pt x="43" y="16"/>
                      <a:pt x="43" y="16"/>
                    </a:cubicBezTo>
                    <a:cubicBezTo>
                      <a:pt x="30" y="18"/>
                      <a:pt x="25" y="75"/>
                      <a:pt x="25" y="75"/>
                    </a:cubicBezTo>
                    <a:cubicBezTo>
                      <a:pt x="15" y="76"/>
                      <a:pt x="10" y="115"/>
                      <a:pt x="10" y="115"/>
                    </a:cubicBezTo>
                    <a:cubicBezTo>
                      <a:pt x="10" y="115"/>
                      <a:pt x="4" y="153"/>
                      <a:pt x="13" y="162"/>
                    </a:cubicBezTo>
                    <a:cubicBezTo>
                      <a:pt x="13" y="162"/>
                      <a:pt x="0" y="218"/>
                      <a:pt x="18" y="234"/>
                    </a:cubicBezTo>
                    <a:cubicBezTo>
                      <a:pt x="18" y="234"/>
                      <a:pt x="15" y="248"/>
                      <a:pt x="20" y="260"/>
                    </a:cubicBezTo>
                    <a:cubicBezTo>
                      <a:pt x="25" y="273"/>
                      <a:pt x="38" y="330"/>
                      <a:pt x="51" y="335"/>
                    </a:cubicBezTo>
                    <a:cubicBezTo>
                      <a:pt x="51" y="335"/>
                      <a:pt x="66" y="367"/>
                      <a:pt x="76" y="369"/>
                    </a:cubicBezTo>
                    <a:cubicBezTo>
                      <a:pt x="76" y="369"/>
                      <a:pt x="92" y="388"/>
                      <a:pt x="104" y="385"/>
                    </a:cubicBezTo>
                    <a:cubicBezTo>
                      <a:pt x="104" y="385"/>
                      <a:pt x="126" y="405"/>
                      <a:pt x="140" y="394"/>
                    </a:cubicBezTo>
                    <a:cubicBezTo>
                      <a:pt x="140" y="394"/>
                      <a:pt x="152" y="397"/>
                      <a:pt x="172" y="384"/>
                    </a:cubicBezTo>
                    <a:cubicBezTo>
                      <a:pt x="193" y="371"/>
                      <a:pt x="219" y="341"/>
                      <a:pt x="218" y="334"/>
                    </a:cubicBezTo>
                    <a:cubicBezTo>
                      <a:pt x="218" y="334"/>
                      <a:pt x="237" y="300"/>
                      <a:pt x="232" y="294"/>
                    </a:cubicBezTo>
                    <a:cubicBezTo>
                      <a:pt x="232" y="294"/>
                      <a:pt x="248" y="268"/>
                      <a:pt x="248" y="248"/>
                    </a:cubicBezTo>
                    <a:cubicBezTo>
                      <a:pt x="248" y="248"/>
                      <a:pt x="257" y="222"/>
                      <a:pt x="248" y="221"/>
                    </a:cubicBezTo>
                    <a:cubicBezTo>
                      <a:pt x="248" y="221"/>
                      <a:pt x="261" y="200"/>
                      <a:pt x="251" y="194"/>
                    </a:cubicBezTo>
                    <a:close/>
                    <a:moveTo>
                      <a:pt x="221" y="166"/>
                    </a:moveTo>
                    <a:cubicBezTo>
                      <a:pt x="216" y="184"/>
                      <a:pt x="212" y="201"/>
                      <a:pt x="205" y="218"/>
                    </a:cubicBezTo>
                    <a:cubicBezTo>
                      <a:pt x="195" y="239"/>
                      <a:pt x="191" y="256"/>
                      <a:pt x="191" y="279"/>
                    </a:cubicBezTo>
                    <a:cubicBezTo>
                      <a:pt x="191" y="299"/>
                      <a:pt x="187" y="316"/>
                      <a:pt x="170" y="327"/>
                    </a:cubicBezTo>
                    <a:cubicBezTo>
                      <a:pt x="155" y="338"/>
                      <a:pt x="130" y="338"/>
                      <a:pt x="115" y="327"/>
                    </a:cubicBezTo>
                    <a:cubicBezTo>
                      <a:pt x="102" y="317"/>
                      <a:pt x="80" y="304"/>
                      <a:pt x="73" y="288"/>
                    </a:cubicBezTo>
                    <a:cubicBezTo>
                      <a:pt x="66" y="271"/>
                      <a:pt x="74" y="250"/>
                      <a:pt x="73" y="233"/>
                    </a:cubicBezTo>
                    <a:cubicBezTo>
                      <a:pt x="72" y="215"/>
                      <a:pt x="62" y="203"/>
                      <a:pt x="61" y="184"/>
                    </a:cubicBezTo>
                    <a:cubicBezTo>
                      <a:pt x="60" y="172"/>
                      <a:pt x="51" y="148"/>
                      <a:pt x="55" y="136"/>
                    </a:cubicBezTo>
                    <a:cubicBezTo>
                      <a:pt x="60" y="120"/>
                      <a:pt x="73" y="106"/>
                      <a:pt x="78" y="89"/>
                    </a:cubicBezTo>
                    <a:cubicBezTo>
                      <a:pt x="82" y="75"/>
                      <a:pt x="87" y="62"/>
                      <a:pt x="103" y="54"/>
                    </a:cubicBezTo>
                    <a:cubicBezTo>
                      <a:pt x="124" y="45"/>
                      <a:pt x="158" y="80"/>
                      <a:pt x="179" y="68"/>
                    </a:cubicBezTo>
                    <a:cubicBezTo>
                      <a:pt x="178" y="67"/>
                      <a:pt x="178" y="67"/>
                      <a:pt x="178" y="67"/>
                    </a:cubicBezTo>
                    <a:cubicBezTo>
                      <a:pt x="186" y="65"/>
                      <a:pt x="194" y="64"/>
                      <a:pt x="203" y="68"/>
                    </a:cubicBezTo>
                    <a:cubicBezTo>
                      <a:pt x="215" y="74"/>
                      <a:pt x="220" y="89"/>
                      <a:pt x="224" y="101"/>
                    </a:cubicBezTo>
                    <a:cubicBezTo>
                      <a:pt x="230" y="122"/>
                      <a:pt x="226" y="145"/>
                      <a:pt x="221" y="166"/>
                    </a:cubicBezTo>
                    <a:close/>
                  </a:path>
                </a:pathLst>
              </a:custGeom>
              <a:solidFill>
                <a:srgbClr val="F4C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90" name="Freeform 880">
                <a:extLst>
                  <a:ext uri="{FF2B5EF4-FFF2-40B4-BE49-F238E27FC236}">
                    <a16:creationId xmlns:a16="http://schemas.microsoft.com/office/drawing/2014/main" id="{CA4A91C6-3262-40E7-A63C-C84954D71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169"/>
                <a:ext cx="110" cy="162"/>
              </a:xfrm>
              <a:custGeom>
                <a:avLst/>
                <a:gdLst>
                  <a:gd name="T0" fmla="*/ 145 w 84"/>
                  <a:gd name="T1" fmla="*/ 20 h 116"/>
                  <a:gd name="T2" fmla="*/ 88 w 84"/>
                  <a:gd name="T3" fmla="*/ 41 h 116"/>
                  <a:gd name="T4" fmla="*/ 71 w 84"/>
                  <a:gd name="T5" fmla="*/ 105 h 116"/>
                  <a:gd name="T6" fmla="*/ 38 w 84"/>
                  <a:gd name="T7" fmla="*/ 142 h 116"/>
                  <a:gd name="T8" fmla="*/ 5 w 84"/>
                  <a:gd name="T9" fmla="*/ 254 h 116"/>
                  <a:gd name="T10" fmla="*/ 81 w 84"/>
                  <a:gd name="T11" fmla="*/ 267 h 116"/>
                  <a:gd name="T12" fmla="*/ 145 w 84"/>
                  <a:gd name="T13" fmla="*/ 170 h 116"/>
                  <a:gd name="T14" fmla="*/ 183 w 84"/>
                  <a:gd name="T15" fmla="*/ 89 h 116"/>
                  <a:gd name="T16" fmla="*/ 148 w 84"/>
                  <a:gd name="T17" fmla="*/ 21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116">
                    <a:moveTo>
                      <a:pt x="65" y="7"/>
                    </a:moveTo>
                    <a:cubicBezTo>
                      <a:pt x="52" y="3"/>
                      <a:pt x="45" y="0"/>
                      <a:pt x="39" y="15"/>
                    </a:cubicBezTo>
                    <a:cubicBezTo>
                      <a:pt x="36" y="23"/>
                      <a:pt x="36" y="32"/>
                      <a:pt x="31" y="39"/>
                    </a:cubicBezTo>
                    <a:cubicBezTo>
                      <a:pt x="28" y="45"/>
                      <a:pt x="22" y="48"/>
                      <a:pt x="17" y="52"/>
                    </a:cubicBezTo>
                    <a:cubicBezTo>
                      <a:pt x="7" y="63"/>
                      <a:pt x="0" y="78"/>
                      <a:pt x="2" y="93"/>
                    </a:cubicBezTo>
                    <a:cubicBezTo>
                      <a:pt x="5" y="116"/>
                      <a:pt x="24" y="114"/>
                      <a:pt x="36" y="98"/>
                    </a:cubicBezTo>
                    <a:cubicBezTo>
                      <a:pt x="46" y="85"/>
                      <a:pt x="54" y="74"/>
                      <a:pt x="65" y="62"/>
                    </a:cubicBezTo>
                    <a:cubicBezTo>
                      <a:pt x="72" y="55"/>
                      <a:pt x="80" y="43"/>
                      <a:pt x="82" y="33"/>
                    </a:cubicBezTo>
                    <a:cubicBezTo>
                      <a:pt x="84" y="20"/>
                      <a:pt x="79" y="10"/>
                      <a:pt x="66" y="8"/>
                    </a:cubicBezTo>
                  </a:path>
                </a:pathLst>
              </a:custGeom>
              <a:solidFill>
                <a:srgbClr val="F5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91" name="Freeform 881">
                <a:extLst>
                  <a:ext uri="{FF2B5EF4-FFF2-40B4-BE49-F238E27FC236}">
                    <a16:creationId xmlns:a16="http://schemas.microsoft.com/office/drawing/2014/main" id="{BC3F37D9-8CF2-4F73-981A-105294AE4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139"/>
                <a:ext cx="91" cy="89"/>
              </a:xfrm>
              <a:custGeom>
                <a:avLst/>
                <a:gdLst>
                  <a:gd name="T0" fmla="*/ 158 w 69"/>
                  <a:gd name="T1" fmla="*/ 6 h 63"/>
                  <a:gd name="T2" fmla="*/ 108 w 69"/>
                  <a:gd name="T3" fmla="*/ 8 h 63"/>
                  <a:gd name="T4" fmla="*/ 53 w 69"/>
                  <a:gd name="T5" fmla="*/ 57 h 63"/>
                  <a:gd name="T6" fmla="*/ 20 w 69"/>
                  <a:gd name="T7" fmla="*/ 116 h 63"/>
                  <a:gd name="T8" fmla="*/ 0 w 69"/>
                  <a:gd name="T9" fmla="*/ 178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3">
                    <a:moveTo>
                      <a:pt x="69" y="2"/>
                    </a:moveTo>
                    <a:cubicBezTo>
                      <a:pt x="61" y="3"/>
                      <a:pt x="55" y="0"/>
                      <a:pt x="47" y="3"/>
                    </a:cubicBezTo>
                    <a:cubicBezTo>
                      <a:pt x="36" y="6"/>
                      <a:pt x="30" y="12"/>
                      <a:pt x="23" y="20"/>
                    </a:cubicBezTo>
                    <a:cubicBezTo>
                      <a:pt x="17" y="27"/>
                      <a:pt x="12" y="34"/>
                      <a:pt x="8" y="41"/>
                    </a:cubicBezTo>
                    <a:cubicBezTo>
                      <a:pt x="4" y="48"/>
                      <a:pt x="3" y="57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92" name="Freeform 882">
                <a:extLst>
                  <a:ext uri="{FF2B5EF4-FFF2-40B4-BE49-F238E27FC236}">
                    <a16:creationId xmlns:a16="http://schemas.microsoft.com/office/drawing/2014/main" id="{316D4D38-F46B-424E-957C-B81D8B2FA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1553"/>
                <a:ext cx="107" cy="18"/>
              </a:xfrm>
              <a:custGeom>
                <a:avLst/>
                <a:gdLst>
                  <a:gd name="T0" fmla="*/ 0 w 81"/>
                  <a:gd name="T1" fmla="*/ 1 h 13"/>
                  <a:gd name="T2" fmla="*/ 107 w 81"/>
                  <a:gd name="T3" fmla="*/ 35 h 13"/>
                  <a:gd name="T4" fmla="*/ 186 w 8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3">
                    <a:moveTo>
                      <a:pt x="0" y="1"/>
                    </a:moveTo>
                    <a:cubicBezTo>
                      <a:pt x="11" y="13"/>
                      <a:pt x="32" y="13"/>
                      <a:pt x="46" y="13"/>
                    </a:cubicBezTo>
                    <a:cubicBezTo>
                      <a:pt x="60" y="13"/>
                      <a:pt x="71" y="8"/>
                      <a:pt x="81" y="0"/>
                    </a:cubicBezTo>
                  </a:path>
                </a:pathLst>
              </a:custGeom>
              <a:noFill/>
              <a:ln w="4763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93" name="Freeform 883">
                <a:extLst>
                  <a:ext uri="{FF2B5EF4-FFF2-40B4-BE49-F238E27FC236}">
                    <a16:creationId xmlns:a16="http://schemas.microsoft.com/office/drawing/2014/main" id="{6E96AADC-1AFA-4A03-B24F-AAF76D70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092"/>
                <a:ext cx="77" cy="61"/>
              </a:xfrm>
              <a:custGeom>
                <a:avLst/>
                <a:gdLst>
                  <a:gd name="T0" fmla="*/ 0 w 58"/>
                  <a:gd name="T1" fmla="*/ 118 h 44"/>
                  <a:gd name="T2" fmla="*/ 135 w 58"/>
                  <a:gd name="T3" fmla="*/ 4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4">
                    <a:moveTo>
                      <a:pt x="0" y="44"/>
                    </a:moveTo>
                    <a:cubicBezTo>
                      <a:pt x="1" y="24"/>
                      <a:pt x="40" y="0"/>
                      <a:pt x="58" y="16"/>
                    </a:cubicBezTo>
                  </a:path>
                </a:pathLst>
              </a:custGeom>
              <a:noFill/>
              <a:ln w="4763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94" name="Freeform 884">
                <a:extLst>
                  <a:ext uri="{FF2B5EF4-FFF2-40B4-BE49-F238E27FC236}">
                    <a16:creationId xmlns:a16="http://schemas.microsoft.com/office/drawing/2014/main" id="{CBCB1593-D591-46C4-A80A-9D1670D5F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561"/>
                <a:ext cx="96" cy="33"/>
              </a:xfrm>
              <a:custGeom>
                <a:avLst/>
                <a:gdLst>
                  <a:gd name="T0" fmla="*/ 166 w 73"/>
                  <a:gd name="T1" fmla="*/ 20 h 23"/>
                  <a:gd name="T2" fmla="*/ 92 w 73"/>
                  <a:gd name="T3" fmla="*/ 62 h 23"/>
                  <a:gd name="T4" fmla="*/ 0 w 7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23">
                    <a:moveTo>
                      <a:pt x="73" y="7"/>
                    </a:moveTo>
                    <a:cubicBezTo>
                      <a:pt x="62" y="13"/>
                      <a:pt x="53" y="20"/>
                      <a:pt x="40" y="21"/>
                    </a:cubicBezTo>
                    <a:cubicBezTo>
                      <a:pt x="25" y="23"/>
                      <a:pt x="6" y="1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95" name="Freeform 885">
                <a:extLst>
                  <a:ext uri="{FF2B5EF4-FFF2-40B4-BE49-F238E27FC236}">
                    <a16:creationId xmlns:a16="http://schemas.microsoft.com/office/drawing/2014/main" id="{AB29A6D4-5669-430F-A33E-53BCC88EB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399"/>
                <a:ext cx="33" cy="74"/>
              </a:xfrm>
              <a:custGeom>
                <a:avLst/>
                <a:gdLst>
                  <a:gd name="T0" fmla="*/ 58 w 25"/>
                  <a:gd name="T1" fmla="*/ 0 h 53"/>
                  <a:gd name="T2" fmla="*/ 37 w 25"/>
                  <a:gd name="T3" fmla="*/ 144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25" y="0"/>
                    </a:moveTo>
                    <a:cubicBezTo>
                      <a:pt x="13" y="12"/>
                      <a:pt x="0" y="38"/>
                      <a:pt x="16" y="53"/>
                    </a:cubicBezTo>
                  </a:path>
                </a:pathLst>
              </a:custGeom>
              <a:noFill/>
              <a:ln w="4763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96" name="Freeform 886">
                <a:extLst>
                  <a:ext uri="{FF2B5EF4-FFF2-40B4-BE49-F238E27FC236}">
                    <a16:creationId xmlns:a16="http://schemas.microsoft.com/office/drawing/2014/main" id="{73499CA8-315F-4E7C-A847-B6F6F87DD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368"/>
                <a:ext cx="25" cy="53"/>
              </a:xfrm>
              <a:custGeom>
                <a:avLst/>
                <a:gdLst>
                  <a:gd name="T0" fmla="*/ 34 w 19"/>
                  <a:gd name="T1" fmla="*/ 0 h 38"/>
                  <a:gd name="T2" fmla="*/ 0 w 19"/>
                  <a:gd name="T3" fmla="*/ 103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8">
                    <a:moveTo>
                      <a:pt x="15" y="0"/>
                    </a:moveTo>
                    <a:cubicBezTo>
                      <a:pt x="19" y="13"/>
                      <a:pt x="10" y="31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97" name="Freeform 887">
                <a:extLst>
                  <a:ext uri="{FF2B5EF4-FFF2-40B4-BE49-F238E27FC236}">
                    <a16:creationId xmlns:a16="http://schemas.microsoft.com/office/drawing/2014/main" id="{9C6F070F-E7FE-460D-9A4B-CAE4CF91A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382"/>
                <a:ext cx="14" cy="35"/>
              </a:xfrm>
              <a:custGeom>
                <a:avLst/>
                <a:gdLst>
                  <a:gd name="T0" fmla="*/ 23 w 11"/>
                  <a:gd name="T1" fmla="*/ 69 h 25"/>
                  <a:gd name="T2" fmla="*/ 0 w 11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5">
                    <a:moveTo>
                      <a:pt x="11" y="25"/>
                    </a:moveTo>
                    <a:cubicBezTo>
                      <a:pt x="1" y="19"/>
                      <a:pt x="3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98" name="Freeform 888">
                <a:extLst>
                  <a:ext uri="{FF2B5EF4-FFF2-40B4-BE49-F238E27FC236}">
                    <a16:creationId xmlns:a16="http://schemas.microsoft.com/office/drawing/2014/main" id="{587DACCB-55E3-4F32-B58E-A519A159D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1400"/>
                <a:ext cx="28" cy="70"/>
              </a:xfrm>
              <a:custGeom>
                <a:avLst/>
                <a:gdLst>
                  <a:gd name="T0" fmla="*/ 20 w 21"/>
                  <a:gd name="T1" fmla="*/ 0 h 50"/>
                  <a:gd name="T2" fmla="*/ 0 w 21"/>
                  <a:gd name="T3" fmla="*/ 137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0">
                    <a:moveTo>
                      <a:pt x="8" y="0"/>
                    </a:moveTo>
                    <a:cubicBezTo>
                      <a:pt x="21" y="11"/>
                      <a:pt x="14" y="42"/>
                      <a:pt x="0" y="50"/>
                    </a:cubicBezTo>
                  </a:path>
                </a:pathLst>
              </a:custGeom>
              <a:noFill/>
              <a:ln w="4763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99" name="Freeform 889">
                <a:extLst>
                  <a:ext uri="{FF2B5EF4-FFF2-40B4-BE49-F238E27FC236}">
                    <a16:creationId xmlns:a16="http://schemas.microsoft.com/office/drawing/2014/main" id="{FA8F1C8A-C079-4E47-B725-465D0FAE0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145"/>
                <a:ext cx="37" cy="36"/>
              </a:xfrm>
              <a:custGeom>
                <a:avLst/>
                <a:gdLst>
                  <a:gd name="T0" fmla="*/ 0 w 28"/>
                  <a:gd name="T1" fmla="*/ 0 h 26"/>
                  <a:gd name="T2" fmla="*/ 65 w 28"/>
                  <a:gd name="T3" fmla="*/ 6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6">
                    <a:moveTo>
                      <a:pt x="0" y="0"/>
                    </a:moveTo>
                    <a:cubicBezTo>
                      <a:pt x="13" y="4"/>
                      <a:pt x="26" y="9"/>
                      <a:pt x="28" y="26"/>
                    </a:cubicBezTo>
                  </a:path>
                </a:pathLst>
              </a:custGeom>
              <a:noFill/>
              <a:ln w="4763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00" name="Freeform 890">
                <a:extLst>
                  <a:ext uri="{FF2B5EF4-FFF2-40B4-BE49-F238E27FC236}">
                    <a16:creationId xmlns:a16="http://schemas.microsoft.com/office/drawing/2014/main" id="{B8B3CCBE-65AA-44AD-AA29-861A59E58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1160"/>
                <a:ext cx="19" cy="5"/>
              </a:xfrm>
              <a:custGeom>
                <a:avLst/>
                <a:gdLst>
                  <a:gd name="T0" fmla="*/ 0 w 15"/>
                  <a:gd name="T1" fmla="*/ 0 h 3"/>
                  <a:gd name="T2" fmla="*/ 30 w 1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0"/>
                    </a:moveTo>
                    <a:cubicBezTo>
                      <a:pt x="5" y="0"/>
                      <a:pt x="10" y="0"/>
                      <a:pt x="15" y="3"/>
                    </a:cubicBezTo>
                  </a:path>
                </a:pathLst>
              </a:custGeom>
              <a:noFill/>
              <a:ln w="4763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01" name="Freeform 891">
                <a:extLst>
                  <a:ext uri="{FF2B5EF4-FFF2-40B4-BE49-F238E27FC236}">
                    <a16:creationId xmlns:a16="http://schemas.microsoft.com/office/drawing/2014/main" id="{B8632389-AAE5-4BB0-9161-A91106614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312"/>
                <a:ext cx="63" cy="94"/>
              </a:xfrm>
              <a:custGeom>
                <a:avLst/>
                <a:gdLst>
                  <a:gd name="T0" fmla="*/ 5 w 48"/>
                  <a:gd name="T1" fmla="*/ 185 h 67"/>
                  <a:gd name="T2" fmla="*/ 109 w 48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67">
                    <a:moveTo>
                      <a:pt x="2" y="67"/>
                    </a:moveTo>
                    <a:cubicBezTo>
                      <a:pt x="0" y="41"/>
                      <a:pt x="26" y="11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FE9F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02" name="Freeform 892">
                <a:extLst>
                  <a:ext uri="{FF2B5EF4-FFF2-40B4-BE49-F238E27FC236}">
                    <a16:creationId xmlns:a16="http://schemas.microsoft.com/office/drawing/2014/main" id="{E6C4F1A4-0D7B-4E6D-8F4F-DACE51A3E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351"/>
                <a:ext cx="68" cy="62"/>
              </a:xfrm>
              <a:custGeom>
                <a:avLst/>
                <a:gdLst>
                  <a:gd name="T0" fmla="*/ 116 w 52"/>
                  <a:gd name="T1" fmla="*/ 0 h 44"/>
                  <a:gd name="T2" fmla="*/ 34 w 52"/>
                  <a:gd name="T3" fmla="*/ 32 h 44"/>
                  <a:gd name="T4" fmla="*/ 0 w 52"/>
                  <a:gd name="T5" fmla="*/ 12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4">
                    <a:moveTo>
                      <a:pt x="52" y="0"/>
                    </a:moveTo>
                    <a:cubicBezTo>
                      <a:pt x="40" y="1"/>
                      <a:pt x="26" y="4"/>
                      <a:pt x="15" y="11"/>
                    </a:cubicBezTo>
                    <a:cubicBezTo>
                      <a:pt x="4" y="19"/>
                      <a:pt x="2" y="32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FE9F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03" name="Freeform 893">
                <a:extLst>
                  <a:ext uri="{FF2B5EF4-FFF2-40B4-BE49-F238E27FC236}">
                    <a16:creationId xmlns:a16="http://schemas.microsoft.com/office/drawing/2014/main" id="{0B95CA0A-2766-42EC-967A-218F088B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473"/>
                <a:ext cx="39" cy="32"/>
              </a:xfrm>
              <a:custGeom>
                <a:avLst/>
                <a:gdLst>
                  <a:gd name="T0" fmla="*/ 0 w 30"/>
                  <a:gd name="T1" fmla="*/ 40 h 23"/>
                  <a:gd name="T2" fmla="*/ 66 w 3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3">
                    <a:moveTo>
                      <a:pt x="0" y="15"/>
                    </a:moveTo>
                    <a:cubicBezTo>
                      <a:pt x="15" y="23"/>
                      <a:pt x="24" y="14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FE9F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04" name="Freeform 894">
                <a:extLst>
                  <a:ext uri="{FF2B5EF4-FFF2-40B4-BE49-F238E27FC236}">
                    <a16:creationId xmlns:a16="http://schemas.microsoft.com/office/drawing/2014/main" id="{5BF16D66-8AD1-4FF7-BC47-ECB3AB903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491"/>
                <a:ext cx="27" cy="13"/>
              </a:xfrm>
              <a:custGeom>
                <a:avLst/>
                <a:gdLst>
                  <a:gd name="T0" fmla="*/ 0 w 20"/>
                  <a:gd name="T1" fmla="*/ 0 h 9"/>
                  <a:gd name="T2" fmla="*/ 49 w 20"/>
                  <a:gd name="T3" fmla="*/ 2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2" y="8"/>
                      <a:pt x="13" y="9"/>
                      <a:pt x="20" y="7"/>
                    </a:cubicBezTo>
                  </a:path>
                </a:pathLst>
              </a:custGeom>
              <a:noFill/>
              <a:ln w="4763" cap="rnd">
                <a:solidFill>
                  <a:srgbClr val="FE9F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05" name="Freeform 895">
                <a:extLst>
                  <a:ext uri="{FF2B5EF4-FFF2-40B4-BE49-F238E27FC236}">
                    <a16:creationId xmlns:a16="http://schemas.microsoft.com/office/drawing/2014/main" id="{86AAAE8E-6D8E-4AC1-A70C-674600711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487"/>
                <a:ext cx="13" cy="23"/>
              </a:xfrm>
              <a:custGeom>
                <a:avLst/>
                <a:gdLst>
                  <a:gd name="T0" fmla="*/ 1 w 10"/>
                  <a:gd name="T1" fmla="*/ 1 h 16"/>
                  <a:gd name="T2" fmla="*/ 12 w 10"/>
                  <a:gd name="T3" fmla="*/ 47 h 16"/>
                  <a:gd name="T4" fmla="*/ 22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" y="1"/>
                    </a:moveTo>
                    <a:cubicBezTo>
                      <a:pt x="1" y="6"/>
                      <a:pt x="0" y="12"/>
                      <a:pt x="5" y="16"/>
                    </a:cubicBezTo>
                    <a:cubicBezTo>
                      <a:pt x="9" y="14"/>
                      <a:pt x="9" y="5"/>
                      <a:pt x="10" y="0"/>
                    </a:cubicBezTo>
                  </a:path>
                </a:pathLst>
              </a:custGeom>
              <a:noFill/>
              <a:ln w="7938" cap="flat">
                <a:solidFill>
                  <a:srgbClr val="F6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06" name="Freeform 896">
                <a:extLst>
                  <a:ext uri="{FF2B5EF4-FFF2-40B4-BE49-F238E27FC236}">
                    <a16:creationId xmlns:a16="http://schemas.microsoft.com/office/drawing/2014/main" id="{27CDA945-8690-4AB6-83AE-54F1EA424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493"/>
                <a:ext cx="3" cy="18"/>
              </a:xfrm>
              <a:custGeom>
                <a:avLst/>
                <a:gdLst>
                  <a:gd name="T0" fmla="*/ 8 w 2"/>
                  <a:gd name="T1" fmla="*/ 0 h 13"/>
                  <a:gd name="T2" fmla="*/ 0 w 2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2" y="0"/>
                    </a:moveTo>
                    <a:cubicBezTo>
                      <a:pt x="2" y="4"/>
                      <a:pt x="1" y="9"/>
                      <a:pt x="0" y="13"/>
                    </a:cubicBezTo>
                  </a:path>
                </a:pathLst>
              </a:custGeom>
              <a:noFill/>
              <a:ln w="7938" cap="flat">
                <a:solidFill>
                  <a:srgbClr val="F6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07" name="Freeform 897">
                <a:extLst>
                  <a:ext uri="{FF2B5EF4-FFF2-40B4-BE49-F238E27FC236}">
                    <a16:creationId xmlns:a16="http://schemas.microsoft.com/office/drawing/2014/main" id="{7520ED02-821A-4456-9B7C-217A854D1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371"/>
                <a:ext cx="30" cy="36"/>
              </a:xfrm>
              <a:custGeom>
                <a:avLst/>
                <a:gdLst>
                  <a:gd name="T0" fmla="*/ 0 w 23"/>
                  <a:gd name="T1" fmla="*/ 55 h 26"/>
                  <a:gd name="T2" fmla="*/ 34 w 23"/>
                  <a:gd name="T3" fmla="*/ 61 h 26"/>
                  <a:gd name="T4" fmla="*/ 9 w 23"/>
                  <a:gd name="T5" fmla="*/ 1 h 26"/>
                  <a:gd name="T6" fmla="*/ 51 w 23"/>
                  <a:gd name="T7" fmla="*/ 1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6">
                    <a:moveTo>
                      <a:pt x="0" y="21"/>
                    </a:moveTo>
                    <a:cubicBezTo>
                      <a:pt x="5" y="22"/>
                      <a:pt x="10" y="26"/>
                      <a:pt x="15" y="23"/>
                    </a:cubicBezTo>
                    <a:cubicBezTo>
                      <a:pt x="15" y="16"/>
                      <a:pt x="7" y="8"/>
                      <a:pt x="4" y="1"/>
                    </a:cubicBezTo>
                    <a:cubicBezTo>
                      <a:pt x="10" y="0"/>
                      <a:pt x="18" y="3"/>
                      <a:pt x="23" y="5"/>
                    </a:cubicBezTo>
                  </a:path>
                </a:pathLst>
              </a:custGeom>
              <a:noFill/>
              <a:ln w="7938" cap="flat">
                <a:solidFill>
                  <a:srgbClr val="F6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08" name="Freeform 898">
                <a:extLst>
                  <a:ext uri="{FF2B5EF4-FFF2-40B4-BE49-F238E27FC236}">
                    <a16:creationId xmlns:a16="http://schemas.microsoft.com/office/drawing/2014/main" id="{6CB8F1C8-F019-4E32-8F78-BD0D2D834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317"/>
                <a:ext cx="12" cy="19"/>
              </a:xfrm>
              <a:custGeom>
                <a:avLst/>
                <a:gdLst>
                  <a:gd name="T0" fmla="*/ 0 w 9"/>
                  <a:gd name="T1" fmla="*/ 0 h 13"/>
                  <a:gd name="T2" fmla="*/ 21 w 9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3" y="4"/>
                      <a:pt x="6" y="9"/>
                      <a:pt x="9" y="13"/>
                    </a:cubicBezTo>
                  </a:path>
                </a:pathLst>
              </a:custGeom>
              <a:noFill/>
              <a:ln w="7938" cap="flat">
                <a:solidFill>
                  <a:srgbClr val="F6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09" name="Freeform 899">
                <a:extLst>
                  <a:ext uri="{FF2B5EF4-FFF2-40B4-BE49-F238E27FC236}">
                    <a16:creationId xmlns:a16="http://schemas.microsoft.com/office/drawing/2014/main" id="{A07DDC06-95E6-409D-8CF3-71732DE9E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460"/>
                <a:ext cx="13" cy="10"/>
              </a:xfrm>
              <a:custGeom>
                <a:avLst/>
                <a:gdLst>
                  <a:gd name="T0" fmla="*/ 0 w 10"/>
                  <a:gd name="T1" fmla="*/ 20 h 7"/>
                  <a:gd name="T2" fmla="*/ 22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2" y="6"/>
                      <a:pt x="7" y="3"/>
                      <a:pt x="10" y="0"/>
                    </a:cubicBezTo>
                  </a:path>
                </a:pathLst>
              </a:custGeom>
              <a:noFill/>
              <a:ln w="7938" cap="flat">
                <a:solidFill>
                  <a:srgbClr val="F4CB7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2597" name="Freeform 900">
              <a:extLst>
                <a:ext uri="{FF2B5EF4-FFF2-40B4-BE49-F238E27FC236}">
                  <a16:creationId xmlns:a16="http://schemas.microsoft.com/office/drawing/2014/main" id="{05281F73-926A-4C3A-8804-AAD200264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1561"/>
              <a:ext cx="23" cy="30"/>
            </a:xfrm>
            <a:custGeom>
              <a:avLst/>
              <a:gdLst>
                <a:gd name="T0" fmla="*/ 0 w 17"/>
                <a:gd name="T1" fmla="*/ 41 h 21"/>
                <a:gd name="T2" fmla="*/ 32 w 17"/>
                <a:gd name="T3" fmla="*/ 0 h 21"/>
                <a:gd name="T4" fmla="*/ 42 w 17"/>
                <a:gd name="T5" fmla="*/ 6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0" y="14"/>
                  </a:moveTo>
                  <a:cubicBezTo>
                    <a:pt x="2" y="9"/>
                    <a:pt x="7" y="1"/>
                    <a:pt x="13" y="0"/>
                  </a:cubicBezTo>
                  <a:cubicBezTo>
                    <a:pt x="15" y="6"/>
                    <a:pt x="14" y="15"/>
                    <a:pt x="17" y="21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98" name="Freeform 901">
              <a:extLst>
                <a:ext uri="{FF2B5EF4-FFF2-40B4-BE49-F238E27FC236}">
                  <a16:creationId xmlns:a16="http://schemas.microsoft.com/office/drawing/2014/main" id="{F1502C65-C36A-420C-9AD7-505244454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543"/>
              <a:ext cx="26" cy="32"/>
            </a:xfrm>
            <a:custGeom>
              <a:avLst/>
              <a:gdLst>
                <a:gd name="T0" fmla="*/ 22 w 20"/>
                <a:gd name="T1" fmla="*/ 63 h 23"/>
                <a:gd name="T2" fmla="*/ 44 w 20"/>
                <a:gd name="T3" fmla="*/ 4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3">
                  <a:moveTo>
                    <a:pt x="10" y="23"/>
                  </a:moveTo>
                  <a:cubicBezTo>
                    <a:pt x="0" y="14"/>
                    <a:pt x="12" y="0"/>
                    <a:pt x="20" y="16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99" name="Freeform 902">
              <a:extLst>
                <a:ext uri="{FF2B5EF4-FFF2-40B4-BE49-F238E27FC236}">
                  <a16:creationId xmlns:a16="http://schemas.microsoft.com/office/drawing/2014/main" id="{D699C1C2-2FD2-4A43-B1E6-EC23E2C78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198"/>
              <a:ext cx="21" cy="27"/>
            </a:xfrm>
            <a:custGeom>
              <a:avLst/>
              <a:gdLst>
                <a:gd name="T0" fmla="*/ 0 w 16"/>
                <a:gd name="T1" fmla="*/ 33 h 19"/>
                <a:gd name="T2" fmla="*/ 32 w 16"/>
                <a:gd name="T3" fmla="*/ 48 h 19"/>
                <a:gd name="T4" fmla="*/ 9 w 16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11"/>
                  </a:moveTo>
                  <a:cubicBezTo>
                    <a:pt x="3" y="15"/>
                    <a:pt x="9" y="19"/>
                    <a:pt x="14" y="17"/>
                  </a:cubicBezTo>
                  <a:cubicBezTo>
                    <a:pt x="16" y="9"/>
                    <a:pt x="10" y="5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0" name="Freeform 903">
              <a:extLst>
                <a:ext uri="{FF2B5EF4-FFF2-40B4-BE49-F238E27FC236}">
                  <a16:creationId xmlns:a16="http://schemas.microsoft.com/office/drawing/2014/main" id="{3B3609B0-38A2-4164-8E03-0011D93F0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094"/>
              <a:ext cx="21" cy="26"/>
            </a:xfrm>
            <a:custGeom>
              <a:avLst/>
              <a:gdLst>
                <a:gd name="T0" fmla="*/ 0 w 16"/>
                <a:gd name="T1" fmla="*/ 52 h 18"/>
                <a:gd name="T2" fmla="*/ 21 w 16"/>
                <a:gd name="T3" fmla="*/ 1 h 18"/>
                <a:gd name="T4" fmla="*/ 32 w 16"/>
                <a:gd name="T5" fmla="*/ 5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17"/>
                  </a:moveTo>
                  <a:cubicBezTo>
                    <a:pt x="0" y="12"/>
                    <a:pt x="2" y="0"/>
                    <a:pt x="9" y="1"/>
                  </a:cubicBezTo>
                  <a:cubicBezTo>
                    <a:pt x="15" y="1"/>
                    <a:pt x="16" y="13"/>
                    <a:pt x="14" y="18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1" name="Freeform 904">
              <a:extLst>
                <a:ext uri="{FF2B5EF4-FFF2-40B4-BE49-F238E27FC236}">
                  <a16:creationId xmlns:a16="http://schemas.microsoft.com/office/drawing/2014/main" id="{FDB3A670-0C7D-42C7-B945-18D4DEF58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143"/>
              <a:ext cx="6" cy="15"/>
            </a:xfrm>
            <a:custGeom>
              <a:avLst/>
              <a:gdLst>
                <a:gd name="T0" fmla="*/ 14 w 4"/>
                <a:gd name="T1" fmla="*/ 0 h 10"/>
                <a:gd name="T2" fmla="*/ 0 w 4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2"/>
                    <a:pt x="1" y="7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2" name="Freeform 905">
              <a:extLst>
                <a:ext uri="{FF2B5EF4-FFF2-40B4-BE49-F238E27FC236}">
                  <a16:creationId xmlns:a16="http://schemas.microsoft.com/office/drawing/2014/main" id="{2BEB5B7E-B748-4CE8-A4E0-972AFEC5E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1446"/>
              <a:ext cx="26" cy="28"/>
            </a:xfrm>
            <a:custGeom>
              <a:avLst/>
              <a:gdLst>
                <a:gd name="T0" fmla="*/ 0 w 20"/>
                <a:gd name="T1" fmla="*/ 15 h 20"/>
                <a:gd name="T2" fmla="*/ 34 w 20"/>
                <a:gd name="T3" fmla="*/ 39 h 20"/>
                <a:gd name="T4" fmla="*/ 16 w 20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0" y="6"/>
                  </a:moveTo>
                  <a:cubicBezTo>
                    <a:pt x="2" y="9"/>
                    <a:pt x="10" y="20"/>
                    <a:pt x="15" y="14"/>
                  </a:cubicBezTo>
                  <a:cubicBezTo>
                    <a:pt x="20" y="9"/>
                    <a:pt x="10" y="3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3" name="Freeform 906">
              <a:extLst>
                <a:ext uri="{FF2B5EF4-FFF2-40B4-BE49-F238E27FC236}">
                  <a16:creationId xmlns:a16="http://schemas.microsoft.com/office/drawing/2014/main" id="{04AE1723-2924-40CA-A132-7976FD8BA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378"/>
              <a:ext cx="12" cy="2"/>
            </a:xfrm>
            <a:custGeom>
              <a:avLst/>
              <a:gdLst>
                <a:gd name="T0" fmla="*/ 0 w 9"/>
                <a:gd name="T1" fmla="*/ 0 h 2"/>
                <a:gd name="T2" fmla="*/ 21 w 9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6" y="1"/>
                    <a:pt x="9" y="2"/>
                  </a:cubicBezTo>
                </a:path>
              </a:pathLst>
            </a:custGeom>
            <a:noFill/>
            <a:ln w="7938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4" name="Freeform 907">
              <a:extLst>
                <a:ext uri="{FF2B5EF4-FFF2-40B4-BE49-F238E27FC236}">
                  <a16:creationId xmlns:a16="http://schemas.microsoft.com/office/drawing/2014/main" id="{06DB57B7-F472-4E5D-8755-5E5CD3209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078"/>
              <a:ext cx="344" cy="568"/>
            </a:xfrm>
            <a:custGeom>
              <a:avLst/>
              <a:gdLst>
                <a:gd name="T0" fmla="*/ 580 w 262"/>
                <a:gd name="T1" fmla="*/ 372 h 405"/>
                <a:gd name="T2" fmla="*/ 569 w 262"/>
                <a:gd name="T3" fmla="*/ 534 h 405"/>
                <a:gd name="T4" fmla="*/ 562 w 262"/>
                <a:gd name="T5" fmla="*/ 607 h 405"/>
                <a:gd name="T6" fmla="*/ 562 w 262"/>
                <a:gd name="T7" fmla="*/ 684 h 405"/>
                <a:gd name="T8" fmla="*/ 528 w 262"/>
                <a:gd name="T9" fmla="*/ 811 h 405"/>
                <a:gd name="T10" fmla="*/ 494 w 262"/>
                <a:gd name="T11" fmla="*/ 920 h 405"/>
                <a:gd name="T12" fmla="*/ 391 w 262"/>
                <a:gd name="T13" fmla="*/ 1060 h 405"/>
                <a:gd name="T14" fmla="*/ 318 w 262"/>
                <a:gd name="T15" fmla="*/ 1088 h 405"/>
                <a:gd name="T16" fmla="*/ 236 w 262"/>
                <a:gd name="T17" fmla="*/ 1062 h 405"/>
                <a:gd name="T18" fmla="*/ 172 w 262"/>
                <a:gd name="T19" fmla="*/ 1015 h 405"/>
                <a:gd name="T20" fmla="*/ 116 w 262"/>
                <a:gd name="T21" fmla="*/ 920 h 405"/>
                <a:gd name="T22" fmla="*/ 45 w 262"/>
                <a:gd name="T23" fmla="*/ 718 h 405"/>
                <a:gd name="T24" fmla="*/ 43 w 262"/>
                <a:gd name="T25" fmla="*/ 644 h 405"/>
                <a:gd name="T26" fmla="*/ 29 w 262"/>
                <a:gd name="T27" fmla="*/ 445 h 405"/>
                <a:gd name="T28" fmla="*/ 24 w 262"/>
                <a:gd name="T29" fmla="*/ 314 h 405"/>
                <a:gd name="T30" fmla="*/ 59 w 262"/>
                <a:gd name="T31" fmla="*/ 205 h 405"/>
                <a:gd name="T32" fmla="*/ 100 w 262"/>
                <a:gd name="T33" fmla="*/ 43 h 405"/>
                <a:gd name="T34" fmla="*/ 180 w 262"/>
                <a:gd name="T35" fmla="*/ 43 h 405"/>
                <a:gd name="T36" fmla="*/ 189 w 262"/>
                <a:gd name="T37" fmla="*/ 28 h 405"/>
                <a:gd name="T38" fmla="*/ 277 w 262"/>
                <a:gd name="T39" fmla="*/ 0 h 405"/>
                <a:gd name="T40" fmla="*/ 345 w 262"/>
                <a:gd name="T41" fmla="*/ 14 h 405"/>
                <a:gd name="T42" fmla="*/ 414 w 262"/>
                <a:gd name="T43" fmla="*/ 48 h 405"/>
                <a:gd name="T44" fmla="*/ 512 w 262"/>
                <a:gd name="T45" fmla="*/ 55 h 405"/>
                <a:gd name="T46" fmla="*/ 550 w 262"/>
                <a:gd name="T47" fmla="*/ 151 h 405"/>
                <a:gd name="T48" fmla="*/ 549 w 262"/>
                <a:gd name="T49" fmla="*/ 243 h 405"/>
                <a:gd name="T50" fmla="*/ 580 w 262"/>
                <a:gd name="T51" fmla="*/ 372 h 4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62" h="405">
                  <a:moveTo>
                    <a:pt x="257" y="135"/>
                  </a:moveTo>
                  <a:cubicBezTo>
                    <a:pt x="262" y="153"/>
                    <a:pt x="251" y="194"/>
                    <a:pt x="251" y="194"/>
                  </a:cubicBezTo>
                  <a:cubicBezTo>
                    <a:pt x="262" y="200"/>
                    <a:pt x="248" y="220"/>
                    <a:pt x="248" y="220"/>
                  </a:cubicBezTo>
                  <a:cubicBezTo>
                    <a:pt x="258" y="222"/>
                    <a:pt x="248" y="248"/>
                    <a:pt x="248" y="248"/>
                  </a:cubicBezTo>
                  <a:cubicBezTo>
                    <a:pt x="249" y="268"/>
                    <a:pt x="233" y="294"/>
                    <a:pt x="233" y="294"/>
                  </a:cubicBezTo>
                  <a:cubicBezTo>
                    <a:pt x="237" y="300"/>
                    <a:pt x="218" y="334"/>
                    <a:pt x="218" y="334"/>
                  </a:cubicBezTo>
                  <a:cubicBezTo>
                    <a:pt x="219" y="340"/>
                    <a:pt x="193" y="371"/>
                    <a:pt x="173" y="384"/>
                  </a:cubicBezTo>
                  <a:cubicBezTo>
                    <a:pt x="152" y="396"/>
                    <a:pt x="140" y="394"/>
                    <a:pt x="140" y="394"/>
                  </a:cubicBezTo>
                  <a:cubicBezTo>
                    <a:pt x="126" y="405"/>
                    <a:pt x="104" y="385"/>
                    <a:pt x="104" y="385"/>
                  </a:cubicBezTo>
                  <a:cubicBezTo>
                    <a:pt x="92" y="388"/>
                    <a:pt x="76" y="368"/>
                    <a:pt x="76" y="368"/>
                  </a:cubicBezTo>
                  <a:cubicBezTo>
                    <a:pt x="66" y="367"/>
                    <a:pt x="51" y="334"/>
                    <a:pt x="51" y="334"/>
                  </a:cubicBezTo>
                  <a:cubicBezTo>
                    <a:pt x="38" y="329"/>
                    <a:pt x="25" y="273"/>
                    <a:pt x="20" y="260"/>
                  </a:cubicBezTo>
                  <a:cubicBezTo>
                    <a:pt x="16" y="247"/>
                    <a:pt x="19" y="233"/>
                    <a:pt x="19" y="233"/>
                  </a:cubicBezTo>
                  <a:cubicBezTo>
                    <a:pt x="0" y="218"/>
                    <a:pt x="13" y="161"/>
                    <a:pt x="13" y="161"/>
                  </a:cubicBezTo>
                  <a:cubicBezTo>
                    <a:pt x="4" y="152"/>
                    <a:pt x="11" y="114"/>
                    <a:pt x="11" y="114"/>
                  </a:cubicBezTo>
                  <a:cubicBezTo>
                    <a:pt x="11" y="114"/>
                    <a:pt x="15" y="75"/>
                    <a:pt x="26" y="74"/>
                  </a:cubicBezTo>
                  <a:cubicBezTo>
                    <a:pt x="26" y="74"/>
                    <a:pt x="30" y="17"/>
                    <a:pt x="44" y="16"/>
                  </a:cubicBezTo>
                  <a:cubicBezTo>
                    <a:pt x="44" y="16"/>
                    <a:pt x="70" y="29"/>
                    <a:pt x="79" y="16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4" y="10"/>
                    <a:pt x="112" y="17"/>
                    <a:pt x="123" y="0"/>
                  </a:cubicBezTo>
                  <a:cubicBezTo>
                    <a:pt x="123" y="0"/>
                    <a:pt x="144" y="11"/>
                    <a:pt x="152" y="5"/>
                  </a:cubicBezTo>
                  <a:cubicBezTo>
                    <a:pt x="152" y="5"/>
                    <a:pt x="172" y="24"/>
                    <a:pt x="183" y="17"/>
                  </a:cubicBezTo>
                  <a:cubicBezTo>
                    <a:pt x="183" y="17"/>
                    <a:pt x="222" y="40"/>
                    <a:pt x="226" y="20"/>
                  </a:cubicBezTo>
                  <a:cubicBezTo>
                    <a:pt x="226" y="20"/>
                    <a:pt x="244" y="45"/>
                    <a:pt x="243" y="55"/>
                  </a:cubicBezTo>
                  <a:cubicBezTo>
                    <a:pt x="243" y="55"/>
                    <a:pt x="252" y="75"/>
                    <a:pt x="242" y="88"/>
                  </a:cubicBezTo>
                  <a:cubicBezTo>
                    <a:pt x="242" y="88"/>
                    <a:pt x="257" y="92"/>
                    <a:pt x="257" y="135"/>
                  </a:cubicBezTo>
                  <a:close/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5" name="Freeform 908">
              <a:extLst>
                <a:ext uri="{FF2B5EF4-FFF2-40B4-BE49-F238E27FC236}">
                  <a16:creationId xmlns:a16="http://schemas.microsoft.com/office/drawing/2014/main" id="{74094181-41D3-49C3-90FB-69AE7EDF1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915"/>
              <a:ext cx="925" cy="788"/>
            </a:xfrm>
            <a:custGeom>
              <a:avLst/>
              <a:gdLst>
                <a:gd name="T0" fmla="*/ 1244 w 704"/>
                <a:gd name="T1" fmla="*/ 0 h 562"/>
                <a:gd name="T2" fmla="*/ 9 w 704"/>
                <a:gd name="T3" fmla="*/ 0 h 562"/>
                <a:gd name="T4" fmla="*/ 339 w 704"/>
                <a:gd name="T5" fmla="*/ 774 h 562"/>
                <a:gd name="T6" fmla="*/ 0 w 704"/>
                <a:gd name="T7" fmla="*/ 1549 h 562"/>
                <a:gd name="T8" fmla="*/ 1244 w 704"/>
                <a:gd name="T9" fmla="*/ 1547 h 562"/>
                <a:gd name="T10" fmla="*/ 1596 w 704"/>
                <a:gd name="T11" fmla="*/ 774 h 562"/>
                <a:gd name="T12" fmla="*/ 1244 w 704"/>
                <a:gd name="T13" fmla="*/ 0 h 5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562">
                  <a:moveTo>
                    <a:pt x="54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6" y="13"/>
                    <a:pt x="149" y="134"/>
                    <a:pt x="149" y="281"/>
                  </a:cubicBezTo>
                  <a:cubicBezTo>
                    <a:pt x="149" y="430"/>
                    <a:pt x="84" y="552"/>
                    <a:pt x="0" y="562"/>
                  </a:cubicBezTo>
                  <a:cubicBezTo>
                    <a:pt x="549" y="561"/>
                    <a:pt x="549" y="561"/>
                    <a:pt x="549" y="561"/>
                  </a:cubicBezTo>
                  <a:cubicBezTo>
                    <a:pt x="635" y="557"/>
                    <a:pt x="704" y="433"/>
                    <a:pt x="704" y="281"/>
                  </a:cubicBezTo>
                  <a:cubicBezTo>
                    <a:pt x="704" y="129"/>
                    <a:pt x="635" y="5"/>
                    <a:pt x="549" y="0"/>
                  </a:cubicBezTo>
                  <a:close/>
                </a:path>
              </a:pathLst>
            </a:custGeom>
            <a:solidFill>
              <a:srgbClr val="F4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6" name="Freeform 909">
              <a:extLst>
                <a:ext uri="{FF2B5EF4-FFF2-40B4-BE49-F238E27FC236}">
                  <a16:creationId xmlns:a16="http://schemas.microsoft.com/office/drawing/2014/main" id="{08C9B7E3-44D6-40FC-87A1-DD9D3717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1425"/>
              <a:ext cx="913" cy="277"/>
            </a:xfrm>
            <a:custGeom>
              <a:avLst/>
              <a:gdLst>
                <a:gd name="T0" fmla="*/ 317 w 694"/>
                <a:gd name="T1" fmla="*/ 0 h 197"/>
                <a:gd name="T2" fmla="*/ 0 w 694"/>
                <a:gd name="T3" fmla="*/ 547 h 197"/>
                <a:gd name="T4" fmla="*/ 1243 w 694"/>
                <a:gd name="T5" fmla="*/ 547 h 197"/>
                <a:gd name="T6" fmla="*/ 1580 w 694"/>
                <a:gd name="T7" fmla="*/ 0 h 197"/>
                <a:gd name="T8" fmla="*/ 317 w 694"/>
                <a:gd name="T9" fmla="*/ 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4" h="197">
                  <a:moveTo>
                    <a:pt x="139" y="0"/>
                  </a:moveTo>
                  <a:cubicBezTo>
                    <a:pt x="121" y="108"/>
                    <a:pt x="66" y="188"/>
                    <a:pt x="0" y="197"/>
                  </a:cubicBezTo>
                  <a:cubicBezTo>
                    <a:pt x="546" y="197"/>
                    <a:pt x="546" y="197"/>
                    <a:pt x="546" y="197"/>
                  </a:cubicBezTo>
                  <a:cubicBezTo>
                    <a:pt x="616" y="193"/>
                    <a:pt x="674" y="111"/>
                    <a:pt x="694" y="0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rgbClr val="D57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7" name="Freeform 910">
              <a:extLst>
                <a:ext uri="{FF2B5EF4-FFF2-40B4-BE49-F238E27FC236}">
                  <a16:creationId xmlns:a16="http://schemas.microsoft.com/office/drawing/2014/main" id="{7821B0E1-4940-422A-AF7F-1A3201576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326"/>
              <a:ext cx="713" cy="83"/>
            </a:xfrm>
            <a:custGeom>
              <a:avLst/>
              <a:gdLst>
                <a:gd name="T0" fmla="*/ 0 w 542"/>
                <a:gd name="T1" fmla="*/ 165 h 59"/>
                <a:gd name="T2" fmla="*/ 1212 w 542"/>
                <a:gd name="T3" fmla="*/ 165 h 59"/>
                <a:gd name="T4" fmla="*/ 1229 w 542"/>
                <a:gd name="T5" fmla="*/ 21 h 59"/>
                <a:gd name="T6" fmla="*/ 14 w 542"/>
                <a:gd name="T7" fmla="*/ 0 h 59"/>
                <a:gd name="T8" fmla="*/ 0 w 542"/>
                <a:gd name="T9" fmla="*/ 16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59">
                  <a:moveTo>
                    <a:pt x="0" y="59"/>
                  </a:moveTo>
                  <a:cubicBezTo>
                    <a:pt x="532" y="59"/>
                    <a:pt x="532" y="59"/>
                    <a:pt x="532" y="59"/>
                  </a:cubicBezTo>
                  <a:cubicBezTo>
                    <a:pt x="532" y="59"/>
                    <a:pt x="542" y="27"/>
                    <a:pt x="540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8" y="45"/>
                    <a:pt x="0" y="59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8" name="Freeform 911">
              <a:extLst>
                <a:ext uri="{FF2B5EF4-FFF2-40B4-BE49-F238E27FC236}">
                  <a16:creationId xmlns:a16="http://schemas.microsoft.com/office/drawing/2014/main" id="{8237C779-06C0-4A54-91B3-501781415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327"/>
              <a:ext cx="722" cy="11"/>
            </a:xfrm>
            <a:custGeom>
              <a:avLst/>
              <a:gdLst>
                <a:gd name="T0" fmla="*/ 0 w 722"/>
                <a:gd name="T1" fmla="*/ 0 h 11"/>
                <a:gd name="T2" fmla="*/ 722 w 722"/>
                <a:gd name="T3" fmla="*/ 0 h 11"/>
                <a:gd name="T4" fmla="*/ 720 w 722"/>
                <a:gd name="T5" fmla="*/ 11 h 11"/>
                <a:gd name="T6" fmla="*/ 0 w 722"/>
                <a:gd name="T7" fmla="*/ 11 h 11"/>
                <a:gd name="T8" fmla="*/ 0 w 7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2" h="11">
                  <a:moveTo>
                    <a:pt x="0" y="0"/>
                  </a:moveTo>
                  <a:lnTo>
                    <a:pt x="722" y="0"/>
                  </a:lnTo>
                  <a:lnTo>
                    <a:pt x="720" y="11"/>
                  </a:lnTo>
                  <a:lnTo>
                    <a:pt x="0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9" name="Freeform 912">
              <a:extLst>
                <a:ext uri="{FF2B5EF4-FFF2-40B4-BE49-F238E27FC236}">
                  <a16:creationId xmlns:a16="http://schemas.microsoft.com/office/drawing/2014/main" id="{1FB90942-AF1A-4970-AB58-0ADA28A99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915"/>
              <a:ext cx="927" cy="787"/>
            </a:xfrm>
            <a:custGeom>
              <a:avLst/>
              <a:gdLst>
                <a:gd name="T0" fmla="*/ 1248 w 705"/>
                <a:gd name="T1" fmla="*/ 0 h 561"/>
                <a:gd name="T2" fmla="*/ 9 w 705"/>
                <a:gd name="T3" fmla="*/ 0 h 561"/>
                <a:gd name="T4" fmla="*/ 341 w 705"/>
                <a:gd name="T5" fmla="*/ 776 h 561"/>
                <a:gd name="T6" fmla="*/ 0 w 705"/>
                <a:gd name="T7" fmla="*/ 1549 h 561"/>
                <a:gd name="T8" fmla="*/ 1248 w 705"/>
                <a:gd name="T9" fmla="*/ 1549 h 561"/>
                <a:gd name="T10" fmla="*/ 1603 w 705"/>
                <a:gd name="T11" fmla="*/ 776 h 561"/>
                <a:gd name="T12" fmla="*/ 1248 w 705"/>
                <a:gd name="T13" fmla="*/ 0 h 5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5" h="561">
                  <a:moveTo>
                    <a:pt x="54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6" y="13"/>
                    <a:pt x="150" y="134"/>
                    <a:pt x="150" y="281"/>
                  </a:cubicBezTo>
                  <a:cubicBezTo>
                    <a:pt x="150" y="430"/>
                    <a:pt x="84" y="552"/>
                    <a:pt x="0" y="561"/>
                  </a:cubicBezTo>
                  <a:cubicBezTo>
                    <a:pt x="549" y="561"/>
                    <a:pt x="549" y="561"/>
                    <a:pt x="549" y="561"/>
                  </a:cubicBezTo>
                  <a:cubicBezTo>
                    <a:pt x="636" y="557"/>
                    <a:pt x="705" y="433"/>
                    <a:pt x="705" y="281"/>
                  </a:cubicBezTo>
                  <a:cubicBezTo>
                    <a:pt x="705" y="129"/>
                    <a:pt x="636" y="5"/>
                    <a:pt x="549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2" name="Normal-Artery-Cross-Section">
            <a:extLst>
              <a:ext uri="{FF2B5EF4-FFF2-40B4-BE49-F238E27FC236}">
                <a16:creationId xmlns:a16="http://schemas.microsoft.com/office/drawing/2014/main" id="{EA82257B-AEA2-4735-9369-1A09F6587227}"/>
              </a:ext>
            </a:extLst>
          </p:cNvPr>
          <p:cNvGrpSpPr>
            <a:grpSpLocks/>
          </p:cNvGrpSpPr>
          <p:nvPr/>
        </p:nvGrpSpPr>
        <p:grpSpPr bwMode="auto">
          <a:xfrm>
            <a:off x="2519363" y="3975100"/>
            <a:ext cx="1471612" cy="1566863"/>
            <a:chOff x="627" y="2258"/>
            <a:chExt cx="927" cy="987"/>
          </a:xfrm>
        </p:grpSpPr>
        <p:grpSp>
          <p:nvGrpSpPr>
            <p:cNvPr id="40862" name="Group 914">
              <a:extLst>
                <a:ext uri="{FF2B5EF4-FFF2-40B4-BE49-F238E27FC236}">
                  <a16:creationId xmlns:a16="http://schemas.microsoft.com/office/drawing/2014/main" id="{DEF50900-60EC-4AB1-8179-D98EDE9584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" y="2258"/>
              <a:ext cx="925" cy="987"/>
              <a:chOff x="627" y="2258"/>
              <a:chExt cx="925" cy="987"/>
            </a:xfrm>
          </p:grpSpPr>
          <p:sp>
            <p:nvSpPr>
              <p:cNvPr id="40956" name="Oval 915">
                <a:extLst>
                  <a:ext uri="{FF2B5EF4-FFF2-40B4-BE49-F238E27FC236}">
                    <a16:creationId xmlns:a16="http://schemas.microsoft.com/office/drawing/2014/main" id="{E91218BF-C52E-4740-8157-4733564D4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" y="2312"/>
                <a:ext cx="815" cy="870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57" name="Freeform 916">
                <a:extLst>
                  <a:ext uri="{FF2B5EF4-FFF2-40B4-BE49-F238E27FC236}">
                    <a16:creationId xmlns:a16="http://schemas.microsoft.com/office/drawing/2014/main" id="{E75B1958-4015-46E3-8912-7D8AB03CAA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9" y="2272"/>
                <a:ext cx="900" cy="960"/>
              </a:xfrm>
              <a:custGeom>
                <a:avLst/>
                <a:gdLst>
                  <a:gd name="T0" fmla="*/ 1197 w 552"/>
                  <a:gd name="T1" fmla="*/ 0 h 552"/>
                  <a:gd name="T2" fmla="*/ 0 w 552"/>
                  <a:gd name="T3" fmla="*/ 1452 h 552"/>
                  <a:gd name="T4" fmla="*/ 1197 w 552"/>
                  <a:gd name="T5" fmla="*/ 2904 h 552"/>
                  <a:gd name="T6" fmla="*/ 2392 w 552"/>
                  <a:gd name="T7" fmla="*/ 1452 h 552"/>
                  <a:gd name="T8" fmla="*/ 1197 w 552"/>
                  <a:gd name="T9" fmla="*/ 0 h 552"/>
                  <a:gd name="T10" fmla="*/ 1197 w 552"/>
                  <a:gd name="T11" fmla="*/ 2603 h 552"/>
                  <a:gd name="T12" fmla="*/ 248 w 552"/>
                  <a:gd name="T13" fmla="*/ 1452 h 552"/>
                  <a:gd name="T14" fmla="*/ 1197 w 552"/>
                  <a:gd name="T15" fmla="*/ 294 h 552"/>
                  <a:gd name="T16" fmla="*/ 2151 w 552"/>
                  <a:gd name="T17" fmla="*/ 1452 h 552"/>
                  <a:gd name="T18" fmla="*/ 1197 w 552"/>
                  <a:gd name="T19" fmla="*/ 2603 h 5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3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9" y="552"/>
                      <a:pt x="552" y="428"/>
                      <a:pt x="552" y="276"/>
                    </a:cubicBezTo>
                    <a:cubicBezTo>
                      <a:pt x="552" y="123"/>
                      <a:pt x="429" y="0"/>
                      <a:pt x="276" y="0"/>
                    </a:cubicBezTo>
                    <a:close/>
                    <a:moveTo>
                      <a:pt x="276" y="495"/>
                    </a:moveTo>
                    <a:cubicBezTo>
                      <a:pt x="155" y="495"/>
                      <a:pt x="57" y="397"/>
                      <a:pt x="57" y="276"/>
                    </a:cubicBezTo>
                    <a:cubicBezTo>
                      <a:pt x="57" y="155"/>
                      <a:pt x="155" y="56"/>
                      <a:pt x="276" y="56"/>
                    </a:cubicBezTo>
                    <a:cubicBezTo>
                      <a:pt x="398" y="56"/>
                      <a:pt x="496" y="155"/>
                      <a:pt x="496" y="276"/>
                    </a:cubicBezTo>
                    <a:cubicBezTo>
                      <a:pt x="496" y="397"/>
                      <a:pt x="398" y="495"/>
                      <a:pt x="276" y="495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8" name="Freeform 917">
                <a:extLst>
                  <a:ext uri="{FF2B5EF4-FFF2-40B4-BE49-F238E27FC236}">
                    <a16:creationId xmlns:a16="http://schemas.microsoft.com/office/drawing/2014/main" id="{CDDB0A52-2594-418F-A1EE-608055E4E4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1" y="2317"/>
                <a:ext cx="816" cy="870"/>
              </a:xfrm>
              <a:custGeom>
                <a:avLst/>
                <a:gdLst>
                  <a:gd name="T0" fmla="*/ 1087 w 500"/>
                  <a:gd name="T1" fmla="*/ 0 h 500"/>
                  <a:gd name="T2" fmla="*/ 0 w 500"/>
                  <a:gd name="T3" fmla="*/ 1317 h 500"/>
                  <a:gd name="T4" fmla="*/ 1087 w 500"/>
                  <a:gd name="T5" fmla="*/ 2634 h 500"/>
                  <a:gd name="T6" fmla="*/ 2174 w 500"/>
                  <a:gd name="T7" fmla="*/ 1317 h 500"/>
                  <a:gd name="T8" fmla="*/ 1087 w 500"/>
                  <a:gd name="T9" fmla="*/ 0 h 500"/>
                  <a:gd name="T10" fmla="*/ 1087 w 500"/>
                  <a:gd name="T11" fmla="*/ 2533 h 500"/>
                  <a:gd name="T12" fmla="*/ 83 w 500"/>
                  <a:gd name="T13" fmla="*/ 1317 h 500"/>
                  <a:gd name="T14" fmla="*/ 1087 w 500"/>
                  <a:gd name="T15" fmla="*/ 94 h 500"/>
                  <a:gd name="T16" fmla="*/ 2095 w 500"/>
                  <a:gd name="T17" fmla="*/ 1317 h 500"/>
                  <a:gd name="T18" fmla="*/ 1087 w 500"/>
                  <a:gd name="T19" fmla="*/ 2533 h 5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0" h="500">
                    <a:moveTo>
                      <a:pt x="250" y="0"/>
                    </a:moveTo>
                    <a:cubicBezTo>
                      <a:pt x="112" y="0"/>
                      <a:pt x="0" y="112"/>
                      <a:pt x="0" y="250"/>
                    </a:cubicBezTo>
                    <a:cubicBezTo>
                      <a:pt x="0" y="388"/>
                      <a:pt x="112" y="500"/>
                      <a:pt x="250" y="500"/>
                    </a:cubicBezTo>
                    <a:cubicBezTo>
                      <a:pt x="388" y="500"/>
                      <a:pt x="500" y="388"/>
                      <a:pt x="500" y="250"/>
                    </a:cubicBezTo>
                    <a:cubicBezTo>
                      <a:pt x="500" y="112"/>
                      <a:pt x="388" y="0"/>
                      <a:pt x="250" y="0"/>
                    </a:cubicBezTo>
                    <a:close/>
                    <a:moveTo>
                      <a:pt x="250" y="481"/>
                    </a:moveTo>
                    <a:cubicBezTo>
                      <a:pt x="123" y="481"/>
                      <a:pt x="19" y="378"/>
                      <a:pt x="19" y="250"/>
                    </a:cubicBezTo>
                    <a:cubicBezTo>
                      <a:pt x="19" y="122"/>
                      <a:pt x="123" y="18"/>
                      <a:pt x="250" y="18"/>
                    </a:cubicBezTo>
                    <a:cubicBezTo>
                      <a:pt x="378" y="18"/>
                      <a:pt x="482" y="122"/>
                      <a:pt x="482" y="250"/>
                    </a:cubicBezTo>
                    <a:cubicBezTo>
                      <a:pt x="482" y="378"/>
                      <a:pt x="378" y="481"/>
                      <a:pt x="250" y="481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9" name="Freeform 918">
                <a:extLst>
                  <a:ext uri="{FF2B5EF4-FFF2-40B4-BE49-F238E27FC236}">
                    <a16:creationId xmlns:a16="http://schemas.microsoft.com/office/drawing/2014/main" id="{9EFF7EC3-8DCE-4D01-82C2-D5C510516B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7" y="2258"/>
                <a:ext cx="925" cy="987"/>
              </a:xfrm>
              <a:custGeom>
                <a:avLst/>
                <a:gdLst>
                  <a:gd name="T0" fmla="*/ 1230 w 567"/>
                  <a:gd name="T1" fmla="*/ 0 h 567"/>
                  <a:gd name="T2" fmla="*/ 0 w 567"/>
                  <a:gd name="T3" fmla="*/ 1497 h 567"/>
                  <a:gd name="T4" fmla="*/ 1230 w 567"/>
                  <a:gd name="T5" fmla="*/ 2991 h 567"/>
                  <a:gd name="T6" fmla="*/ 2462 w 567"/>
                  <a:gd name="T7" fmla="*/ 1497 h 567"/>
                  <a:gd name="T8" fmla="*/ 1230 w 567"/>
                  <a:gd name="T9" fmla="*/ 0 h 567"/>
                  <a:gd name="T10" fmla="*/ 1230 w 567"/>
                  <a:gd name="T11" fmla="*/ 2818 h 567"/>
                  <a:gd name="T12" fmla="*/ 144 w 567"/>
                  <a:gd name="T13" fmla="*/ 1497 h 567"/>
                  <a:gd name="T14" fmla="*/ 1230 w 567"/>
                  <a:gd name="T15" fmla="*/ 179 h 567"/>
                  <a:gd name="T16" fmla="*/ 2315 w 567"/>
                  <a:gd name="T17" fmla="*/ 1497 h 567"/>
                  <a:gd name="T18" fmla="*/ 1230 w 567"/>
                  <a:gd name="T19" fmla="*/ 2818 h 5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7" h="567">
                    <a:moveTo>
                      <a:pt x="283" y="0"/>
                    </a:moveTo>
                    <a:cubicBezTo>
                      <a:pt x="127" y="0"/>
                      <a:pt x="0" y="127"/>
                      <a:pt x="0" y="284"/>
                    </a:cubicBezTo>
                    <a:cubicBezTo>
                      <a:pt x="0" y="440"/>
                      <a:pt x="127" y="567"/>
                      <a:pt x="283" y="567"/>
                    </a:cubicBezTo>
                    <a:cubicBezTo>
                      <a:pt x="440" y="567"/>
                      <a:pt x="567" y="440"/>
                      <a:pt x="567" y="284"/>
                    </a:cubicBezTo>
                    <a:cubicBezTo>
                      <a:pt x="567" y="127"/>
                      <a:pt x="440" y="0"/>
                      <a:pt x="283" y="0"/>
                    </a:cubicBezTo>
                    <a:close/>
                    <a:moveTo>
                      <a:pt x="283" y="534"/>
                    </a:moveTo>
                    <a:cubicBezTo>
                      <a:pt x="145" y="534"/>
                      <a:pt x="33" y="422"/>
                      <a:pt x="33" y="284"/>
                    </a:cubicBezTo>
                    <a:cubicBezTo>
                      <a:pt x="33" y="146"/>
                      <a:pt x="145" y="34"/>
                      <a:pt x="283" y="34"/>
                    </a:cubicBezTo>
                    <a:cubicBezTo>
                      <a:pt x="421" y="34"/>
                      <a:pt x="533" y="146"/>
                      <a:pt x="533" y="284"/>
                    </a:cubicBezTo>
                    <a:cubicBezTo>
                      <a:pt x="533" y="422"/>
                      <a:pt x="421" y="534"/>
                      <a:pt x="283" y="534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00" name="Freeform 919">
                <a:extLst>
                  <a:ext uri="{FF2B5EF4-FFF2-40B4-BE49-F238E27FC236}">
                    <a16:creationId xmlns:a16="http://schemas.microsoft.com/office/drawing/2014/main" id="{7B7F8C36-DAC5-4278-BC42-6D86D7E31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326"/>
                <a:ext cx="417" cy="800"/>
              </a:xfrm>
              <a:custGeom>
                <a:avLst/>
                <a:gdLst>
                  <a:gd name="T0" fmla="*/ 1106 w 256"/>
                  <a:gd name="T1" fmla="*/ 78 h 460"/>
                  <a:gd name="T2" fmla="*/ 1016 w 256"/>
                  <a:gd name="T3" fmla="*/ 16 h 460"/>
                  <a:gd name="T4" fmla="*/ 920 w 256"/>
                  <a:gd name="T5" fmla="*/ 21 h 460"/>
                  <a:gd name="T6" fmla="*/ 873 w 256"/>
                  <a:gd name="T7" fmla="*/ 52 h 460"/>
                  <a:gd name="T8" fmla="*/ 852 w 256"/>
                  <a:gd name="T9" fmla="*/ 73 h 460"/>
                  <a:gd name="T10" fmla="*/ 832 w 256"/>
                  <a:gd name="T11" fmla="*/ 90 h 460"/>
                  <a:gd name="T12" fmla="*/ 798 w 256"/>
                  <a:gd name="T13" fmla="*/ 73 h 460"/>
                  <a:gd name="T14" fmla="*/ 735 w 256"/>
                  <a:gd name="T15" fmla="*/ 78 h 460"/>
                  <a:gd name="T16" fmla="*/ 653 w 256"/>
                  <a:gd name="T17" fmla="*/ 143 h 460"/>
                  <a:gd name="T18" fmla="*/ 619 w 256"/>
                  <a:gd name="T19" fmla="*/ 163 h 460"/>
                  <a:gd name="T20" fmla="*/ 518 w 256"/>
                  <a:gd name="T21" fmla="*/ 169 h 460"/>
                  <a:gd name="T22" fmla="*/ 446 w 256"/>
                  <a:gd name="T23" fmla="*/ 214 h 460"/>
                  <a:gd name="T24" fmla="*/ 393 w 256"/>
                  <a:gd name="T25" fmla="*/ 332 h 460"/>
                  <a:gd name="T26" fmla="*/ 355 w 256"/>
                  <a:gd name="T27" fmla="*/ 343 h 460"/>
                  <a:gd name="T28" fmla="*/ 308 w 256"/>
                  <a:gd name="T29" fmla="*/ 377 h 460"/>
                  <a:gd name="T30" fmla="*/ 212 w 256"/>
                  <a:gd name="T31" fmla="*/ 553 h 460"/>
                  <a:gd name="T32" fmla="*/ 191 w 256"/>
                  <a:gd name="T33" fmla="*/ 577 h 460"/>
                  <a:gd name="T34" fmla="*/ 143 w 256"/>
                  <a:gd name="T35" fmla="*/ 614 h 460"/>
                  <a:gd name="T36" fmla="*/ 96 w 256"/>
                  <a:gd name="T37" fmla="*/ 720 h 460"/>
                  <a:gd name="T38" fmla="*/ 77 w 256"/>
                  <a:gd name="T39" fmla="*/ 847 h 460"/>
                  <a:gd name="T40" fmla="*/ 29 w 256"/>
                  <a:gd name="T41" fmla="*/ 962 h 460"/>
                  <a:gd name="T42" fmla="*/ 29 w 256"/>
                  <a:gd name="T43" fmla="*/ 1073 h 460"/>
                  <a:gd name="T44" fmla="*/ 5 w 256"/>
                  <a:gd name="T45" fmla="*/ 1237 h 460"/>
                  <a:gd name="T46" fmla="*/ 5 w 256"/>
                  <a:gd name="T47" fmla="*/ 1325 h 460"/>
                  <a:gd name="T48" fmla="*/ 21 w 256"/>
                  <a:gd name="T49" fmla="*/ 1403 h 460"/>
                  <a:gd name="T50" fmla="*/ 18 w 256"/>
                  <a:gd name="T51" fmla="*/ 1603 h 460"/>
                  <a:gd name="T52" fmla="*/ 47 w 256"/>
                  <a:gd name="T53" fmla="*/ 1678 h 460"/>
                  <a:gd name="T54" fmla="*/ 81 w 256"/>
                  <a:gd name="T55" fmla="*/ 1730 h 460"/>
                  <a:gd name="T56" fmla="*/ 104 w 256"/>
                  <a:gd name="T57" fmla="*/ 1805 h 460"/>
                  <a:gd name="T58" fmla="*/ 156 w 256"/>
                  <a:gd name="T59" fmla="*/ 1951 h 460"/>
                  <a:gd name="T60" fmla="*/ 225 w 256"/>
                  <a:gd name="T61" fmla="*/ 2047 h 460"/>
                  <a:gd name="T62" fmla="*/ 287 w 256"/>
                  <a:gd name="T63" fmla="*/ 2172 h 460"/>
                  <a:gd name="T64" fmla="*/ 342 w 256"/>
                  <a:gd name="T65" fmla="*/ 2230 h 460"/>
                  <a:gd name="T66" fmla="*/ 410 w 256"/>
                  <a:gd name="T67" fmla="*/ 2268 h 460"/>
                  <a:gd name="T68" fmla="*/ 481 w 256"/>
                  <a:gd name="T69" fmla="*/ 2369 h 460"/>
                  <a:gd name="T70" fmla="*/ 554 w 256"/>
                  <a:gd name="T71" fmla="*/ 2410 h 460"/>
                  <a:gd name="T72" fmla="*/ 645 w 256"/>
                  <a:gd name="T73" fmla="*/ 2419 h 46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56" h="460">
                    <a:moveTo>
                      <a:pt x="256" y="15"/>
                    </a:moveTo>
                    <a:cubicBezTo>
                      <a:pt x="252" y="8"/>
                      <a:pt x="242" y="5"/>
                      <a:pt x="235" y="3"/>
                    </a:cubicBezTo>
                    <a:cubicBezTo>
                      <a:pt x="227" y="0"/>
                      <a:pt x="221" y="1"/>
                      <a:pt x="213" y="4"/>
                    </a:cubicBezTo>
                    <a:cubicBezTo>
                      <a:pt x="209" y="6"/>
                      <a:pt x="206" y="7"/>
                      <a:pt x="202" y="10"/>
                    </a:cubicBezTo>
                    <a:cubicBezTo>
                      <a:pt x="201" y="11"/>
                      <a:pt x="199" y="12"/>
                      <a:pt x="197" y="14"/>
                    </a:cubicBezTo>
                    <a:cubicBezTo>
                      <a:pt x="196" y="15"/>
                      <a:pt x="195" y="17"/>
                      <a:pt x="193" y="17"/>
                    </a:cubicBezTo>
                    <a:cubicBezTo>
                      <a:pt x="190" y="18"/>
                      <a:pt x="187" y="15"/>
                      <a:pt x="185" y="14"/>
                    </a:cubicBezTo>
                    <a:cubicBezTo>
                      <a:pt x="180" y="12"/>
                      <a:pt x="175" y="14"/>
                      <a:pt x="170" y="15"/>
                    </a:cubicBezTo>
                    <a:cubicBezTo>
                      <a:pt x="164" y="18"/>
                      <a:pt x="157" y="23"/>
                      <a:pt x="151" y="27"/>
                    </a:cubicBezTo>
                    <a:cubicBezTo>
                      <a:pt x="148" y="29"/>
                      <a:pt x="146" y="31"/>
                      <a:pt x="143" y="31"/>
                    </a:cubicBezTo>
                    <a:cubicBezTo>
                      <a:pt x="135" y="31"/>
                      <a:pt x="128" y="31"/>
                      <a:pt x="120" y="32"/>
                    </a:cubicBezTo>
                    <a:cubicBezTo>
                      <a:pt x="112" y="33"/>
                      <a:pt x="108" y="35"/>
                      <a:pt x="103" y="41"/>
                    </a:cubicBezTo>
                    <a:cubicBezTo>
                      <a:pt x="99" y="48"/>
                      <a:pt x="98" y="59"/>
                      <a:pt x="91" y="63"/>
                    </a:cubicBezTo>
                    <a:cubicBezTo>
                      <a:pt x="89" y="65"/>
                      <a:pt x="85" y="65"/>
                      <a:pt x="82" y="65"/>
                    </a:cubicBezTo>
                    <a:cubicBezTo>
                      <a:pt x="78" y="67"/>
                      <a:pt x="74" y="70"/>
                      <a:pt x="71" y="72"/>
                    </a:cubicBezTo>
                    <a:cubicBezTo>
                      <a:pt x="60" y="81"/>
                      <a:pt x="56" y="94"/>
                      <a:pt x="49" y="105"/>
                    </a:cubicBezTo>
                    <a:cubicBezTo>
                      <a:pt x="47" y="109"/>
                      <a:pt x="47" y="109"/>
                      <a:pt x="44" y="110"/>
                    </a:cubicBezTo>
                    <a:cubicBezTo>
                      <a:pt x="40" y="112"/>
                      <a:pt x="36" y="114"/>
                      <a:pt x="33" y="117"/>
                    </a:cubicBezTo>
                    <a:cubicBezTo>
                      <a:pt x="27" y="122"/>
                      <a:pt x="24" y="130"/>
                      <a:pt x="22" y="137"/>
                    </a:cubicBezTo>
                    <a:cubicBezTo>
                      <a:pt x="21" y="145"/>
                      <a:pt x="23" y="154"/>
                      <a:pt x="18" y="161"/>
                    </a:cubicBezTo>
                    <a:cubicBezTo>
                      <a:pt x="14" y="168"/>
                      <a:pt x="9" y="175"/>
                      <a:pt x="7" y="183"/>
                    </a:cubicBezTo>
                    <a:cubicBezTo>
                      <a:pt x="5" y="190"/>
                      <a:pt x="6" y="197"/>
                      <a:pt x="7" y="204"/>
                    </a:cubicBezTo>
                    <a:cubicBezTo>
                      <a:pt x="8" y="214"/>
                      <a:pt x="3" y="225"/>
                      <a:pt x="1" y="235"/>
                    </a:cubicBezTo>
                    <a:cubicBezTo>
                      <a:pt x="0" y="240"/>
                      <a:pt x="0" y="246"/>
                      <a:pt x="1" y="252"/>
                    </a:cubicBezTo>
                    <a:cubicBezTo>
                      <a:pt x="2" y="257"/>
                      <a:pt x="4" y="262"/>
                      <a:pt x="5" y="267"/>
                    </a:cubicBezTo>
                    <a:cubicBezTo>
                      <a:pt x="6" y="280"/>
                      <a:pt x="2" y="292"/>
                      <a:pt x="4" y="305"/>
                    </a:cubicBezTo>
                    <a:cubicBezTo>
                      <a:pt x="4" y="311"/>
                      <a:pt x="8" y="315"/>
                      <a:pt x="11" y="319"/>
                    </a:cubicBezTo>
                    <a:cubicBezTo>
                      <a:pt x="14" y="321"/>
                      <a:pt x="17" y="326"/>
                      <a:pt x="19" y="329"/>
                    </a:cubicBezTo>
                    <a:cubicBezTo>
                      <a:pt x="22" y="333"/>
                      <a:pt x="22" y="338"/>
                      <a:pt x="24" y="343"/>
                    </a:cubicBezTo>
                    <a:cubicBezTo>
                      <a:pt x="27" y="353"/>
                      <a:pt x="31" y="362"/>
                      <a:pt x="36" y="371"/>
                    </a:cubicBezTo>
                    <a:cubicBezTo>
                      <a:pt x="40" y="379"/>
                      <a:pt x="44" y="384"/>
                      <a:pt x="52" y="389"/>
                    </a:cubicBezTo>
                    <a:cubicBezTo>
                      <a:pt x="59" y="393"/>
                      <a:pt x="62" y="406"/>
                      <a:pt x="66" y="413"/>
                    </a:cubicBezTo>
                    <a:cubicBezTo>
                      <a:pt x="69" y="418"/>
                      <a:pt x="73" y="422"/>
                      <a:pt x="79" y="424"/>
                    </a:cubicBezTo>
                    <a:cubicBezTo>
                      <a:pt x="85" y="426"/>
                      <a:pt x="91" y="425"/>
                      <a:pt x="95" y="431"/>
                    </a:cubicBezTo>
                    <a:cubicBezTo>
                      <a:pt x="100" y="438"/>
                      <a:pt x="105" y="444"/>
                      <a:pt x="111" y="450"/>
                    </a:cubicBezTo>
                    <a:cubicBezTo>
                      <a:pt x="116" y="455"/>
                      <a:pt x="120" y="457"/>
                      <a:pt x="128" y="458"/>
                    </a:cubicBezTo>
                    <a:cubicBezTo>
                      <a:pt x="135" y="459"/>
                      <a:pt x="142" y="460"/>
                      <a:pt x="149" y="46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01" name="Freeform 920">
                <a:extLst>
                  <a:ext uri="{FF2B5EF4-FFF2-40B4-BE49-F238E27FC236}">
                    <a16:creationId xmlns:a16="http://schemas.microsoft.com/office/drawing/2014/main" id="{AB150664-35C0-442D-B792-B15165655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2543"/>
                <a:ext cx="29" cy="91"/>
              </a:xfrm>
              <a:custGeom>
                <a:avLst/>
                <a:gdLst>
                  <a:gd name="T0" fmla="*/ 76 w 18"/>
                  <a:gd name="T1" fmla="*/ 0 h 52"/>
                  <a:gd name="T2" fmla="*/ 42 w 18"/>
                  <a:gd name="T3" fmla="*/ 77 h 52"/>
                  <a:gd name="T4" fmla="*/ 13 w 18"/>
                  <a:gd name="T5" fmla="*/ 151 h 52"/>
                  <a:gd name="T6" fmla="*/ 0 w 18"/>
                  <a:gd name="T7" fmla="*/ 27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2">
                    <a:moveTo>
                      <a:pt x="18" y="0"/>
                    </a:moveTo>
                    <a:cubicBezTo>
                      <a:pt x="17" y="5"/>
                      <a:pt x="13" y="10"/>
                      <a:pt x="10" y="14"/>
                    </a:cubicBezTo>
                    <a:cubicBezTo>
                      <a:pt x="8" y="18"/>
                      <a:pt x="5" y="23"/>
                      <a:pt x="3" y="28"/>
                    </a:cubicBezTo>
                    <a:cubicBezTo>
                      <a:pt x="0" y="36"/>
                      <a:pt x="0" y="44"/>
                      <a:pt x="0" y="5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02" name="Freeform 921">
                <a:extLst>
                  <a:ext uri="{FF2B5EF4-FFF2-40B4-BE49-F238E27FC236}">
                    <a16:creationId xmlns:a16="http://schemas.microsoft.com/office/drawing/2014/main" id="{9D5AE4BF-3987-4F1C-B7DA-6DC730558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2648"/>
                <a:ext cx="18" cy="102"/>
              </a:xfrm>
              <a:custGeom>
                <a:avLst/>
                <a:gdLst>
                  <a:gd name="T0" fmla="*/ 47 w 11"/>
                  <a:gd name="T1" fmla="*/ 0 h 59"/>
                  <a:gd name="T2" fmla="*/ 13 w 11"/>
                  <a:gd name="T3" fmla="*/ 71 h 59"/>
                  <a:gd name="T4" fmla="*/ 0 w 11"/>
                  <a:gd name="T5" fmla="*/ 182 h 59"/>
                  <a:gd name="T6" fmla="*/ 21 w 11"/>
                  <a:gd name="T7" fmla="*/ 304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9">
                    <a:moveTo>
                      <a:pt x="11" y="0"/>
                    </a:moveTo>
                    <a:cubicBezTo>
                      <a:pt x="11" y="4"/>
                      <a:pt x="6" y="10"/>
                      <a:pt x="3" y="14"/>
                    </a:cubicBezTo>
                    <a:cubicBezTo>
                      <a:pt x="0" y="21"/>
                      <a:pt x="0" y="28"/>
                      <a:pt x="0" y="35"/>
                    </a:cubicBezTo>
                    <a:cubicBezTo>
                      <a:pt x="0" y="44"/>
                      <a:pt x="3" y="52"/>
                      <a:pt x="5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03" name="Freeform 922">
                <a:extLst>
                  <a:ext uri="{FF2B5EF4-FFF2-40B4-BE49-F238E27FC236}">
                    <a16:creationId xmlns:a16="http://schemas.microsoft.com/office/drawing/2014/main" id="{36D62B05-9CD2-4F2A-B276-5483335A7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2454"/>
                <a:ext cx="62" cy="81"/>
              </a:xfrm>
              <a:custGeom>
                <a:avLst/>
                <a:gdLst>
                  <a:gd name="T0" fmla="*/ 0 w 38"/>
                  <a:gd name="T1" fmla="*/ 252 h 46"/>
                  <a:gd name="T2" fmla="*/ 90 w 38"/>
                  <a:gd name="T3" fmla="*/ 37 h 46"/>
                  <a:gd name="T4" fmla="*/ 165 w 3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6">
                    <a:moveTo>
                      <a:pt x="0" y="46"/>
                    </a:moveTo>
                    <a:cubicBezTo>
                      <a:pt x="4" y="33"/>
                      <a:pt x="10" y="17"/>
                      <a:pt x="21" y="7"/>
                    </a:cubicBezTo>
                    <a:cubicBezTo>
                      <a:pt x="25" y="5"/>
                      <a:pt x="34" y="0"/>
                      <a:pt x="38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04" name="Freeform 923">
                <a:extLst>
                  <a:ext uri="{FF2B5EF4-FFF2-40B4-BE49-F238E27FC236}">
                    <a16:creationId xmlns:a16="http://schemas.microsoft.com/office/drawing/2014/main" id="{154A95D2-6610-45B1-AEC0-EB15B3EB2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597"/>
                <a:ext cx="31" cy="91"/>
              </a:xfrm>
              <a:custGeom>
                <a:avLst/>
                <a:gdLst>
                  <a:gd name="T0" fmla="*/ 83 w 19"/>
                  <a:gd name="T1" fmla="*/ 0 h 52"/>
                  <a:gd name="T2" fmla="*/ 13 w 19"/>
                  <a:gd name="T3" fmla="*/ 144 h 52"/>
                  <a:gd name="T4" fmla="*/ 21 w 19"/>
                  <a:gd name="T5" fmla="*/ 27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cubicBezTo>
                      <a:pt x="13" y="9"/>
                      <a:pt x="6" y="16"/>
                      <a:pt x="3" y="27"/>
                    </a:cubicBezTo>
                    <a:cubicBezTo>
                      <a:pt x="0" y="34"/>
                      <a:pt x="1" y="45"/>
                      <a:pt x="5" y="5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05" name="Freeform 924">
                <a:extLst>
                  <a:ext uri="{FF2B5EF4-FFF2-40B4-BE49-F238E27FC236}">
                    <a16:creationId xmlns:a16="http://schemas.microsoft.com/office/drawing/2014/main" id="{59F37A1E-0D9C-4BAF-B2CA-EA3136182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488"/>
                <a:ext cx="61" cy="123"/>
              </a:xfrm>
              <a:custGeom>
                <a:avLst/>
                <a:gdLst>
                  <a:gd name="T0" fmla="*/ 167 w 37"/>
                  <a:gd name="T1" fmla="*/ 0 h 71"/>
                  <a:gd name="T2" fmla="*/ 112 w 37"/>
                  <a:gd name="T3" fmla="*/ 78 h 71"/>
                  <a:gd name="T4" fmla="*/ 49 w 37"/>
                  <a:gd name="T5" fmla="*/ 185 h 71"/>
                  <a:gd name="T6" fmla="*/ 0 w 37"/>
                  <a:gd name="T7" fmla="*/ 369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1">
                    <a:moveTo>
                      <a:pt x="37" y="0"/>
                    </a:moveTo>
                    <a:cubicBezTo>
                      <a:pt x="32" y="3"/>
                      <a:pt x="28" y="11"/>
                      <a:pt x="25" y="15"/>
                    </a:cubicBezTo>
                    <a:cubicBezTo>
                      <a:pt x="20" y="22"/>
                      <a:pt x="15" y="29"/>
                      <a:pt x="11" y="36"/>
                    </a:cubicBezTo>
                    <a:cubicBezTo>
                      <a:pt x="5" y="47"/>
                      <a:pt x="0" y="58"/>
                      <a:pt x="0" y="7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06" name="Freeform 925">
                <a:extLst>
                  <a:ext uri="{FF2B5EF4-FFF2-40B4-BE49-F238E27FC236}">
                    <a16:creationId xmlns:a16="http://schemas.microsoft.com/office/drawing/2014/main" id="{491D0BCC-588F-46E8-AD2B-5F0D34DE0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752"/>
                <a:ext cx="16" cy="101"/>
              </a:xfrm>
              <a:custGeom>
                <a:avLst/>
                <a:gdLst>
                  <a:gd name="T0" fmla="*/ 29 w 10"/>
                  <a:gd name="T1" fmla="*/ 0 h 58"/>
                  <a:gd name="T2" fmla="*/ 8 w 10"/>
                  <a:gd name="T3" fmla="*/ 185 h 58"/>
                  <a:gd name="T4" fmla="*/ 42 w 10"/>
                  <a:gd name="T5" fmla="*/ 306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8">
                    <a:moveTo>
                      <a:pt x="7" y="0"/>
                    </a:moveTo>
                    <a:cubicBezTo>
                      <a:pt x="7" y="12"/>
                      <a:pt x="0" y="23"/>
                      <a:pt x="2" y="35"/>
                    </a:cubicBezTo>
                    <a:cubicBezTo>
                      <a:pt x="3" y="43"/>
                      <a:pt x="6" y="50"/>
                      <a:pt x="10" y="5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07" name="Freeform 926">
                <a:extLst>
                  <a:ext uri="{FF2B5EF4-FFF2-40B4-BE49-F238E27FC236}">
                    <a16:creationId xmlns:a16="http://schemas.microsoft.com/office/drawing/2014/main" id="{51F86F1F-F946-4D10-9971-B23249AF1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865"/>
                <a:ext cx="52" cy="112"/>
              </a:xfrm>
              <a:custGeom>
                <a:avLst/>
                <a:gdLst>
                  <a:gd name="T0" fmla="*/ 138 w 32"/>
                  <a:gd name="T1" fmla="*/ 343 h 64"/>
                  <a:gd name="T2" fmla="*/ 76 w 32"/>
                  <a:gd name="T3" fmla="*/ 264 h 64"/>
                  <a:gd name="T4" fmla="*/ 21 w 32"/>
                  <a:gd name="T5" fmla="*/ 163 h 64"/>
                  <a:gd name="T6" fmla="*/ 5 w 32"/>
                  <a:gd name="T7" fmla="*/ 56 h 64"/>
                  <a:gd name="T8" fmla="*/ 0 w 32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4">
                    <a:moveTo>
                      <a:pt x="32" y="64"/>
                    </a:moveTo>
                    <a:cubicBezTo>
                      <a:pt x="27" y="60"/>
                      <a:pt x="23" y="54"/>
                      <a:pt x="18" y="49"/>
                    </a:cubicBezTo>
                    <a:cubicBezTo>
                      <a:pt x="13" y="44"/>
                      <a:pt x="8" y="38"/>
                      <a:pt x="5" y="30"/>
                    </a:cubicBezTo>
                    <a:cubicBezTo>
                      <a:pt x="3" y="24"/>
                      <a:pt x="2" y="16"/>
                      <a:pt x="1" y="10"/>
                    </a:cubicBezTo>
                    <a:cubicBezTo>
                      <a:pt x="1" y="6"/>
                      <a:pt x="0" y="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08" name="Freeform 927">
                <a:extLst>
                  <a:ext uri="{FF2B5EF4-FFF2-40B4-BE49-F238E27FC236}">
                    <a16:creationId xmlns:a16="http://schemas.microsoft.com/office/drawing/2014/main" id="{2ED73A65-159A-4BBB-AF8E-1A6E0CE3F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2975"/>
                <a:ext cx="55" cy="80"/>
              </a:xfrm>
              <a:custGeom>
                <a:avLst/>
                <a:gdLst>
                  <a:gd name="T0" fmla="*/ 144 w 34"/>
                  <a:gd name="T1" fmla="*/ 242 h 46"/>
                  <a:gd name="T2" fmla="*/ 16 w 34"/>
                  <a:gd name="T3" fmla="*/ 122 h 46"/>
                  <a:gd name="T4" fmla="*/ 5 w 34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6">
                    <a:moveTo>
                      <a:pt x="34" y="46"/>
                    </a:moveTo>
                    <a:cubicBezTo>
                      <a:pt x="23" y="40"/>
                      <a:pt x="11" y="35"/>
                      <a:pt x="4" y="23"/>
                    </a:cubicBezTo>
                    <a:cubicBezTo>
                      <a:pt x="0" y="16"/>
                      <a:pt x="0" y="7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09" name="Freeform 928">
                <a:extLst>
                  <a:ext uri="{FF2B5EF4-FFF2-40B4-BE49-F238E27FC236}">
                    <a16:creationId xmlns:a16="http://schemas.microsoft.com/office/drawing/2014/main" id="{C6922EBD-FE0E-40FB-BEA4-904202837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3062"/>
                <a:ext cx="67" cy="55"/>
              </a:xfrm>
              <a:custGeom>
                <a:avLst/>
                <a:gdLst>
                  <a:gd name="T0" fmla="*/ 178 w 41"/>
                  <a:gd name="T1" fmla="*/ 163 h 32"/>
                  <a:gd name="T2" fmla="*/ 47 w 41"/>
                  <a:gd name="T3" fmla="*/ 83 h 32"/>
                  <a:gd name="T4" fmla="*/ 0 w 4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2">
                    <a:moveTo>
                      <a:pt x="41" y="32"/>
                    </a:moveTo>
                    <a:cubicBezTo>
                      <a:pt x="28" y="32"/>
                      <a:pt x="18" y="26"/>
                      <a:pt x="11" y="16"/>
                    </a:cubicBezTo>
                    <a:cubicBezTo>
                      <a:pt x="7" y="11"/>
                      <a:pt x="4" y="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0" name="Freeform 929">
                <a:extLst>
                  <a:ext uri="{FF2B5EF4-FFF2-40B4-BE49-F238E27FC236}">
                    <a16:creationId xmlns:a16="http://schemas.microsoft.com/office/drawing/2014/main" id="{F4318FD7-4C1E-40AF-8F97-27958C1CA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2688"/>
                <a:ext cx="18" cy="116"/>
              </a:xfrm>
              <a:custGeom>
                <a:avLst/>
                <a:gdLst>
                  <a:gd name="T0" fmla="*/ 47 w 11"/>
                  <a:gd name="T1" fmla="*/ 0 h 67"/>
                  <a:gd name="T2" fmla="*/ 29 w 11"/>
                  <a:gd name="T3" fmla="*/ 50 h 67"/>
                  <a:gd name="T4" fmla="*/ 13 w 11"/>
                  <a:gd name="T5" fmla="*/ 114 h 67"/>
                  <a:gd name="T6" fmla="*/ 5 w 11"/>
                  <a:gd name="T7" fmla="*/ 192 h 67"/>
                  <a:gd name="T8" fmla="*/ 41 w 11"/>
                  <a:gd name="T9" fmla="*/ 34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7">
                    <a:moveTo>
                      <a:pt x="11" y="0"/>
                    </a:moveTo>
                    <a:cubicBezTo>
                      <a:pt x="8" y="2"/>
                      <a:pt x="8" y="7"/>
                      <a:pt x="7" y="10"/>
                    </a:cubicBezTo>
                    <a:cubicBezTo>
                      <a:pt x="6" y="14"/>
                      <a:pt x="4" y="18"/>
                      <a:pt x="3" y="22"/>
                    </a:cubicBezTo>
                    <a:cubicBezTo>
                      <a:pt x="2" y="27"/>
                      <a:pt x="1" y="32"/>
                      <a:pt x="1" y="37"/>
                    </a:cubicBezTo>
                    <a:cubicBezTo>
                      <a:pt x="0" y="48"/>
                      <a:pt x="4" y="58"/>
                      <a:pt x="9" y="6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1" name="Freeform 930">
                <a:extLst>
                  <a:ext uri="{FF2B5EF4-FFF2-40B4-BE49-F238E27FC236}">
                    <a16:creationId xmlns:a16="http://schemas.microsoft.com/office/drawing/2014/main" id="{FF99AAB1-A937-4649-A28B-A70E850D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813"/>
                <a:ext cx="28" cy="99"/>
              </a:xfrm>
              <a:custGeom>
                <a:avLst/>
                <a:gdLst>
                  <a:gd name="T0" fmla="*/ 76 w 17"/>
                  <a:gd name="T1" fmla="*/ 299 h 57"/>
                  <a:gd name="T2" fmla="*/ 33 w 17"/>
                  <a:gd name="T3" fmla="*/ 214 h 57"/>
                  <a:gd name="T4" fmla="*/ 8 w 17"/>
                  <a:gd name="T5" fmla="*/ 135 h 57"/>
                  <a:gd name="T6" fmla="*/ 13 w 17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7">
                    <a:moveTo>
                      <a:pt x="17" y="57"/>
                    </a:moveTo>
                    <a:cubicBezTo>
                      <a:pt x="15" y="51"/>
                      <a:pt x="10" y="47"/>
                      <a:pt x="7" y="41"/>
                    </a:cubicBezTo>
                    <a:cubicBezTo>
                      <a:pt x="5" y="36"/>
                      <a:pt x="3" y="31"/>
                      <a:pt x="2" y="26"/>
                    </a:cubicBezTo>
                    <a:cubicBezTo>
                      <a:pt x="1" y="18"/>
                      <a:pt x="0" y="7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2" name="Freeform 931">
                <a:extLst>
                  <a:ext uri="{FF2B5EF4-FFF2-40B4-BE49-F238E27FC236}">
                    <a16:creationId xmlns:a16="http://schemas.microsoft.com/office/drawing/2014/main" id="{DD12880F-7FF8-4B7A-9C9F-D3CA4643D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930"/>
                <a:ext cx="42" cy="74"/>
              </a:xfrm>
              <a:custGeom>
                <a:avLst/>
                <a:gdLst>
                  <a:gd name="T0" fmla="*/ 0 w 26"/>
                  <a:gd name="T1" fmla="*/ 0 h 43"/>
                  <a:gd name="T2" fmla="*/ 21 w 26"/>
                  <a:gd name="T3" fmla="*/ 77 h 43"/>
                  <a:gd name="T4" fmla="*/ 47 w 26"/>
                  <a:gd name="T5" fmla="*/ 136 h 43"/>
                  <a:gd name="T6" fmla="*/ 110 w 26"/>
                  <a:gd name="T7" fmla="*/ 219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3">
                    <a:moveTo>
                      <a:pt x="0" y="0"/>
                    </a:moveTo>
                    <a:cubicBezTo>
                      <a:pt x="3" y="3"/>
                      <a:pt x="3" y="11"/>
                      <a:pt x="5" y="15"/>
                    </a:cubicBezTo>
                    <a:cubicBezTo>
                      <a:pt x="6" y="20"/>
                      <a:pt x="8" y="24"/>
                      <a:pt x="11" y="27"/>
                    </a:cubicBezTo>
                    <a:cubicBezTo>
                      <a:pt x="15" y="33"/>
                      <a:pt x="21" y="37"/>
                      <a:pt x="26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3" name="Freeform 932">
                <a:extLst>
                  <a:ext uri="{FF2B5EF4-FFF2-40B4-BE49-F238E27FC236}">
                    <a16:creationId xmlns:a16="http://schemas.microsoft.com/office/drawing/2014/main" id="{EB3B1EBC-976C-4EC5-AA8B-101885818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3032"/>
                <a:ext cx="66" cy="59"/>
              </a:xfrm>
              <a:custGeom>
                <a:avLst/>
                <a:gdLst>
                  <a:gd name="T0" fmla="*/ 0 w 40"/>
                  <a:gd name="T1" fmla="*/ 0 h 34"/>
                  <a:gd name="T2" fmla="*/ 84 w 40"/>
                  <a:gd name="T3" fmla="*/ 106 h 34"/>
                  <a:gd name="T4" fmla="*/ 137 w 40"/>
                  <a:gd name="T5" fmla="*/ 163 h 34"/>
                  <a:gd name="T6" fmla="*/ 180 w 40"/>
                  <a:gd name="T7" fmla="*/ 17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34">
                    <a:moveTo>
                      <a:pt x="0" y="0"/>
                    </a:moveTo>
                    <a:cubicBezTo>
                      <a:pt x="6" y="8"/>
                      <a:pt x="12" y="14"/>
                      <a:pt x="19" y="20"/>
                    </a:cubicBezTo>
                    <a:cubicBezTo>
                      <a:pt x="23" y="23"/>
                      <a:pt x="26" y="28"/>
                      <a:pt x="30" y="31"/>
                    </a:cubicBezTo>
                    <a:cubicBezTo>
                      <a:pt x="33" y="32"/>
                      <a:pt x="37" y="32"/>
                      <a:pt x="40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4" name="Freeform 933">
                <a:extLst>
                  <a:ext uri="{FF2B5EF4-FFF2-40B4-BE49-F238E27FC236}">
                    <a16:creationId xmlns:a16="http://schemas.microsoft.com/office/drawing/2014/main" id="{2783EE56-BAD4-400B-852C-8D23E6653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388"/>
                <a:ext cx="57" cy="60"/>
              </a:xfrm>
              <a:custGeom>
                <a:avLst/>
                <a:gdLst>
                  <a:gd name="T0" fmla="*/ 151 w 35"/>
                  <a:gd name="T1" fmla="*/ 7 h 34"/>
                  <a:gd name="T2" fmla="*/ 104 w 35"/>
                  <a:gd name="T3" fmla="*/ 37 h 34"/>
                  <a:gd name="T4" fmla="*/ 54 w 35"/>
                  <a:gd name="T5" fmla="*/ 86 h 34"/>
                  <a:gd name="T6" fmla="*/ 0 w 35"/>
                  <a:gd name="T7" fmla="*/ 18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4">
                    <a:moveTo>
                      <a:pt x="35" y="1"/>
                    </a:moveTo>
                    <a:cubicBezTo>
                      <a:pt x="32" y="0"/>
                      <a:pt x="26" y="5"/>
                      <a:pt x="24" y="7"/>
                    </a:cubicBezTo>
                    <a:cubicBezTo>
                      <a:pt x="19" y="9"/>
                      <a:pt x="16" y="12"/>
                      <a:pt x="12" y="16"/>
                    </a:cubicBezTo>
                    <a:cubicBezTo>
                      <a:pt x="6" y="21"/>
                      <a:pt x="3" y="27"/>
                      <a:pt x="0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5" name="Freeform 934">
                <a:extLst>
                  <a:ext uri="{FF2B5EF4-FFF2-40B4-BE49-F238E27FC236}">
                    <a16:creationId xmlns:a16="http://schemas.microsoft.com/office/drawing/2014/main" id="{E0CF73F3-FCBD-4134-AB8B-867725687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348"/>
                <a:ext cx="86" cy="33"/>
              </a:xfrm>
              <a:custGeom>
                <a:avLst/>
                <a:gdLst>
                  <a:gd name="T0" fmla="*/ 227 w 53"/>
                  <a:gd name="T1" fmla="*/ 5 h 19"/>
                  <a:gd name="T2" fmla="*/ 76 w 53"/>
                  <a:gd name="T3" fmla="*/ 30 h 19"/>
                  <a:gd name="T4" fmla="*/ 26 w 53"/>
                  <a:gd name="T5" fmla="*/ 73 h 19"/>
                  <a:gd name="T6" fmla="*/ 0 w 53"/>
                  <a:gd name="T7" fmla="*/ 9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53" y="1"/>
                    </a:moveTo>
                    <a:cubicBezTo>
                      <a:pt x="41" y="1"/>
                      <a:pt x="29" y="0"/>
                      <a:pt x="18" y="6"/>
                    </a:cubicBezTo>
                    <a:cubicBezTo>
                      <a:pt x="14" y="8"/>
                      <a:pt x="9" y="11"/>
                      <a:pt x="6" y="14"/>
                    </a:cubicBezTo>
                    <a:cubicBezTo>
                      <a:pt x="4" y="16"/>
                      <a:pt x="2" y="18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6" name="Freeform 935">
                <a:extLst>
                  <a:ext uri="{FF2B5EF4-FFF2-40B4-BE49-F238E27FC236}">
                    <a16:creationId xmlns:a16="http://schemas.microsoft.com/office/drawing/2014/main" id="{5FFC4908-99CE-44BD-B4A1-5A02A734E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326"/>
                <a:ext cx="76" cy="24"/>
              </a:xfrm>
              <a:custGeom>
                <a:avLst/>
                <a:gdLst>
                  <a:gd name="T0" fmla="*/ 199 w 47"/>
                  <a:gd name="T1" fmla="*/ 9 h 14"/>
                  <a:gd name="T2" fmla="*/ 76 w 47"/>
                  <a:gd name="T3" fmla="*/ 21 h 14"/>
                  <a:gd name="T4" fmla="*/ 0 w 47"/>
                  <a:gd name="T5" fmla="*/ 7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47" y="2"/>
                    </a:moveTo>
                    <a:cubicBezTo>
                      <a:pt x="36" y="2"/>
                      <a:pt x="28" y="0"/>
                      <a:pt x="18" y="4"/>
                    </a:cubicBezTo>
                    <a:cubicBezTo>
                      <a:pt x="12" y="7"/>
                      <a:pt x="6" y="11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7" name="Freeform 936">
                <a:extLst>
                  <a:ext uri="{FF2B5EF4-FFF2-40B4-BE49-F238E27FC236}">
                    <a16:creationId xmlns:a16="http://schemas.microsoft.com/office/drawing/2014/main" id="{90E3E08E-48D4-4B14-AD9C-9190F76A0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354"/>
                <a:ext cx="72" cy="41"/>
              </a:xfrm>
              <a:custGeom>
                <a:avLst/>
                <a:gdLst>
                  <a:gd name="T0" fmla="*/ 193 w 44"/>
                  <a:gd name="T1" fmla="*/ 0 h 24"/>
                  <a:gd name="T2" fmla="*/ 131 w 44"/>
                  <a:gd name="T3" fmla="*/ 9 h 24"/>
                  <a:gd name="T4" fmla="*/ 70 w 44"/>
                  <a:gd name="T5" fmla="*/ 44 h 24"/>
                  <a:gd name="T6" fmla="*/ 0 w 44"/>
                  <a:gd name="T7" fmla="*/ 1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4">
                    <a:moveTo>
                      <a:pt x="44" y="0"/>
                    </a:moveTo>
                    <a:cubicBezTo>
                      <a:pt x="39" y="0"/>
                      <a:pt x="35" y="1"/>
                      <a:pt x="30" y="2"/>
                    </a:cubicBezTo>
                    <a:cubicBezTo>
                      <a:pt x="25" y="4"/>
                      <a:pt x="21" y="6"/>
                      <a:pt x="16" y="9"/>
                    </a:cubicBezTo>
                    <a:cubicBezTo>
                      <a:pt x="10" y="12"/>
                      <a:pt x="1" y="17"/>
                      <a:pt x="0" y="2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8" name="Freeform 937">
                <a:extLst>
                  <a:ext uri="{FF2B5EF4-FFF2-40B4-BE49-F238E27FC236}">
                    <a16:creationId xmlns:a16="http://schemas.microsoft.com/office/drawing/2014/main" id="{5DB7CBFC-707D-41D4-BA80-F0D6ED312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2407"/>
                <a:ext cx="57" cy="54"/>
              </a:xfrm>
              <a:custGeom>
                <a:avLst/>
                <a:gdLst>
                  <a:gd name="T0" fmla="*/ 0 w 35"/>
                  <a:gd name="T1" fmla="*/ 164 h 31"/>
                  <a:gd name="T2" fmla="*/ 151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3" y="13"/>
                      <a:pt x="21" y="6"/>
                      <a:pt x="3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19" name="Freeform 938">
                <a:extLst>
                  <a:ext uri="{FF2B5EF4-FFF2-40B4-BE49-F238E27FC236}">
                    <a16:creationId xmlns:a16="http://schemas.microsoft.com/office/drawing/2014/main" id="{0B588E21-817E-40FB-91CE-AF7C92526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2331"/>
                <a:ext cx="83" cy="24"/>
              </a:xfrm>
              <a:custGeom>
                <a:avLst/>
                <a:gdLst>
                  <a:gd name="T0" fmla="*/ 220 w 51"/>
                  <a:gd name="T1" fmla="*/ 0 h 14"/>
                  <a:gd name="T2" fmla="*/ 146 w 51"/>
                  <a:gd name="T3" fmla="*/ 5 h 14"/>
                  <a:gd name="T4" fmla="*/ 90 w 51"/>
                  <a:gd name="T5" fmla="*/ 21 h 14"/>
                  <a:gd name="T6" fmla="*/ 39 w 51"/>
                  <a:gd name="T7" fmla="*/ 45 h 14"/>
                  <a:gd name="T8" fmla="*/ 0 w 51"/>
                  <a:gd name="T9" fmla="*/ 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">
                    <a:moveTo>
                      <a:pt x="51" y="0"/>
                    </a:moveTo>
                    <a:cubicBezTo>
                      <a:pt x="45" y="1"/>
                      <a:pt x="39" y="0"/>
                      <a:pt x="34" y="1"/>
                    </a:cubicBezTo>
                    <a:cubicBezTo>
                      <a:pt x="29" y="2"/>
                      <a:pt x="25" y="3"/>
                      <a:pt x="21" y="4"/>
                    </a:cubicBezTo>
                    <a:cubicBezTo>
                      <a:pt x="17" y="5"/>
                      <a:pt x="13" y="7"/>
                      <a:pt x="9" y="9"/>
                    </a:cubicBezTo>
                    <a:cubicBezTo>
                      <a:pt x="7" y="10"/>
                      <a:pt x="2" y="12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0" name="Freeform 939">
                <a:extLst>
                  <a:ext uri="{FF2B5EF4-FFF2-40B4-BE49-F238E27FC236}">
                    <a16:creationId xmlns:a16="http://schemas.microsoft.com/office/drawing/2014/main" id="{BDD2667D-417C-463E-B9E8-A54827A2C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333"/>
                <a:ext cx="302" cy="233"/>
              </a:xfrm>
              <a:custGeom>
                <a:avLst/>
                <a:gdLst>
                  <a:gd name="T0" fmla="*/ 0 w 185"/>
                  <a:gd name="T1" fmla="*/ 57 h 134"/>
                  <a:gd name="T2" fmla="*/ 109 w 185"/>
                  <a:gd name="T3" fmla="*/ 9 h 134"/>
                  <a:gd name="T4" fmla="*/ 144 w 185"/>
                  <a:gd name="T5" fmla="*/ 9 h 134"/>
                  <a:gd name="T6" fmla="*/ 184 w 185"/>
                  <a:gd name="T7" fmla="*/ 64 h 134"/>
                  <a:gd name="T8" fmla="*/ 219 w 185"/>
                  <a:gd name="T9" fmla="*/ 106 h 134"/>
                  <a:gd name="T10" fmla="*/ 256 w 185"/>
                  <a:gd name="T11" fmla="*/ 111 h 134"/>
                  <a:gd name="T12" fmla="*/ 344 w 185"/>
                  <a:gd name="T13" fmla="*/ 127 h 134"/>
                  <a:gd name="T14" fmla="*/ 405 w 185"/>
                  <a:gd name="T15" fmla="*/ 193 h 134"/>
                  <a:gd name="T16" fmla="*/ 480 w 185"/>
                  <a:gd name="T17" fmla="*/ 249 h 134"/>
                  <a:gd name="T18" fmla="*/ 632 w 185"/>
                  <a:gd name="T19" fmla="*/ 363 h 134"/>
                  <a:gd name="T20" fmla="*/ 645 w 185"/>
                  <a:gd name="T21" fmla="*/ 426 h 134"/>
                  <a:gd name="T22" fmla="*/ 666 w 185"/>
                  <a:gd name="T23" fmla="*/ 457 h 134"/>
                  <a:gd name="T24" fmla="*/ 784 w 185"/>
                  <a:gd name="T25" fmla="*/ 584 h 134"/>
                  <a:gd name="T26" fmla="*/ 800 w 185"/>
                  <a:gd name="T27" fmla="*/ 662 h 134"/>
                  <a:gd name="T28" fmla="*/ 805 w 185"/>
                  <a:gd name="T29" fmla="*/ 704 h 1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5" h="134">
                    <a:moveTo>
                      <a:pt x="0" y="11"/>
                    </a:moveTo>
                    <a:cubicBezTo>
                      <a:pt x="6" y="6"/>
                      <a:pt x="17" y="4"/>
                      <a:pt x="25" y="2"/>
                    </a:cubicBezTo>
                    <a:cubicBezTo>
                      <a:pt x="28" y="1"/>
                      <a:pt x="30" y="0"/>
                      <a:pt x="33" y="2"/>
                    </a:cubicBezTo>
                    <a:cubicBezTo>
                      <a:pt x="37" y="4"/>
                      <a:pt x="39" y="9"/>
                      <a:pt x="42" y="12"/>
                    </a:cubicBezTo>
                    <a:cubicBezTo>
                      <a:pt x="44" y="15"/>
                      <a:pt x="46" y="19"/>
                      <a:pt x="50" y="20"/>
                    </a:cubicBezTo>
                    <a:cubicBezTo>
                      <a:pt x="52" y="22"/>
                      <a:pt x="56" y="21"/>
                      <a:pt x="59" y="21"/>
                    </a:cubicBezTo>
                    <a:cubicBezTo>
                      <a:pt x="66" y="21"/>
                      <a:pt x="73" y="21"/>
                      <a:pt x="79" y="24"/>
                    </a:cubicBezTo>
                    <a:cubicBezTo>
                      <a:pt x="87" y="26"/>
                      <a:pt x="89" y="31"/>
                      <a:pt x="93" y="37"/>
                    </a:cubicBezTo>
                    <a:cubicBezTo>
                      <a:pt x="96" y="42"/>
                      <a:pt x="104" y="45"/>
                      <a:pt x="110" y="47"/>
                    </a:cubicBezTo>
                    <a:cubicBezTo>
                      <a:pt x="123" y="51"/>
                      <a:pt x="138" y="56"/>
                      <a:pt x="145" y="69"/>
                    </a:cubicBezTo>
                    <a:cubicBezTo>
                      <a:pt x="147" y="73"/>
                      <a:pt x="147" y="77"/>
                      <a:pt x="148" y="81"/>
                    </a:cubicBezTo>
                    <a:cubicBezTo>
                      <a:pt x="149" y="84"/>
                      <a:pt x="150" y="85"/>
                      <a:pt x="153" y="87"/>
                    </a:cubicBezTo>
                    <a:cubicBezTo>
                      <a:pt x="163" y="94"/>
                      <a:pt x="173" y="100"/>
                      <a:pt x="180" y="111"/>
                    </a:cubicBezTo>
                    <a:cubicBezTo>
                      <a:pt x="183" y="115"/>
                      <a:pt x="184" y="121"/>
                      <a:pt x="184" y="126"/>
                    </a:cubicBezTo>
                    <a:cubicBezTo>
                      <a:pt x="184" y="129"/>
                      <a:pt x="184" y="132"/>
                      <a:pt x="185" y="1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1" name="Freeform 940">
                <a:extLst>
                  <a:ext uri="{FF2B5EF4-FFF2-40B4-BE49-F238E27FC236}">
                    <a16:creationId xmlns:a16="http://schemas.microsoft.com/office/drawing/2014/main" id="{754ABEB4-7541-43AE-A529-0D430F9F5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324"/>
                <a:ext cx="60" cy="16"/>
              </a:xfrm>
              <a:custGeom>
                <a:avLst/>
                <a:gdLst>
                  <a:gd name="T0" fmla="*/ 0 w 37"/>
                  <a:gd name="T1" fmla="*/ 21 h 9"/>
                  <a:gd name="T2" fmla="*/ 47 w 37"/>
                  <a:gd name="T3" fmla="*/ 7 h 9"/>
                  <a:gd name="T4" fmla="*/ 97 w 37"/>
                  <a:gd name="T5" fmla="*/ 7 h 9"/>
                  <a:gd name="T6" fmla="*/ 143 w 37"/>
                  <a:gd name="T7" fmla="*/ 36 h 9"/>
                  <a:gd name="T8" fmla="*/ 157 w 37"/>
                  <a:gd name="T9" fmla="*/ 5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4"/>
                    </a:moveTo>
                    <a:cubicBezTo>
                      <a:pt x="4" y="4"/>
                      <a:pt x="7" y="2"/>
                      <a:pt x="11" y="1"/>
                    </a:cubicBezTo>
                    <a:cubicBezTo>
                      <a:pt x="15" y="0"/>
                      <a:pt x="20" y="0"/>
                      <a:pt x="23" y="1"/>
                    </a:cubicBezTo>
                    <a:cubicBezTo>
                      <a:pt x="27" y="2"/>
                      <a:pt x="30" y="4"/>
                      <a:pt x="33" y="6"/>
                    </a:cubicBezTo>
                    <a:cubicBezTo>
                      <a:pt x="34" y="7"/>
                      <a:pt x="36" y="8"/>
                      <a:pt x="37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2" name="Freeform 941">
                <a:extLst>
                  <a:ext uri="{FF2B5EF4-FFF2-40B4-BE49-F238E27FC236}">
                    <a16:creationId xmlns:a16="http://schemas.microsoft.com/office/drawing/2014/main" id="{B87B4489-1F8F-41DE-9795-BCA2E56C1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338"/>
                <a:ext cx="72" cy="36"/>
              </a:xfrm>
              <a:custGeom>
                <a:avLst/>
                <a:gdLst>
                  <a:gd name="T0" fmla="*/ 0 w 44"/>
                  <a:gd name="T1" fmla="*/ 0 h 21"/>
                  <a:gd name="T2" fmla="*/ 47 w 44"/>
                  <a:gd name="T3" fmla="*/ 21 h 21"/>
                  <a:gd name="T4" fmla="*/ 126 w 44"/>
                  <a:gd name="T5" fmla="*/ 45 h 21"/>
                  <a:gd name="T6" fmla="*/ 193 w 44"/>
                  <a:gd name="T7" fmla="*/ 10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1" y="2"/>
                      <a:pt x="8" y="3"/>
                      <a:pt x="11" y="4"/>
                    </a:cubicBezTo>
                    <a:cubicBezTo>
                      <a:pt x="17" y="5"/>
                      <a:pt x="23" y="7"/>
                      <a:pt x="29" y="9"/>
                    </a:cubicBezTo>
                    <a:cubicBezTo>
                      <a:pt x="35" y="11"/>
                      <a:pt x="41" y="16"/>
                      <a:pt x="44" y="2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3" name="Freeform 942">
                <a:extLst>
                  <a:ext uri="{FF2B5EF4-FFF2-40B4-BE49-F238E27FC236}">
                    <a16:creationId xmlns:a16="http://schemas.microsoft.com/office/drawing/2014/main" id="{F6BD78D9-934F-41E7-986E-52D59EF51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380"/>
                <a:ext cx="68" cy="45"/>
              </a:xfrm>
              <a:custGeom>
                <a:avLst/>
                <a:gdLst>
                  <a:gd name="T0" fmla="*/ 0 w 42"/>
                  <a:gd name="T1" fmla="*/ 0 h 26"/>
                  <a:gd name="T2" fmla="*/ 73 w 42"/>
                  <a:gd name="T3" fmla="*/ 28 h 26"/>
                  <a:gd name="T4" fmla="*/ 136 w 42"/>
                  <a:gd name="T5" fmla="*/ 69 h 26"/>
                  <a:gd name="T6" fmla="*/ 165 w 42"/>
                  <a:gd name="T7" fmla="*/ 107 h 26"/>
                  <a:gd name="T8" fmla="*/ 178 w 42"/>
                  <a:gd name="T9" fmla="*/ 1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6">
                    <a:moveTo>
                      <a:pt x="0" y="0"/>
                    </a:moveTo>
                    <a:cubicBezTo>
                      <a:pt x="5" y="3"/>
                      <a:pt x="11" y="3"/>
                      <a:pt x="17" y="5"/>
                    </a:cubicBezTo>
                    <a:cubicBezTo>
                      <a:pt x="23" y="7"/>
                      <a:pt x="27" y="10"/>
                      <a:pt x="32" y="13"/>
                    </a:cubicBezTo>
                    <a:cubicBezTo>
                      <a:pt x="35" y="16"/>
                      <a:pt x="37" y="18"/>
                      <a:pt x="39" y="21"/>
                    </a:cubicBezTo>
                    <a:cubicBezTo>
                      <a:pt x="40" y="23"/>
                      <a:pt x="41" y="25"/>
                      <a:pt x="42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4" name="Freeform 943">
                <a:extLst>
                  <a:ext uri="{FF2B5EF4-FFF2-40B4-BE49-F238E27FC236}">
                    <a16:creationId xmlns:a16="http://schemas.microsoft.com/office/drawing/2014/main" id="{D0182E49-1304-4146-8484-E03CFFBDC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42"/>
                <a:ext cx="51" cy="66"/>
              </a:xfrm>
              <a:custGeom>
                <a:avLst/>
                <a:gdLst>
                  <a:gd name="T0" fmla="*/ 0 w 31"/>
                  <a:gd name="T1" fmla="*/ 0 h 38"/>
                  <a:gd name="T2" fmla="*/ 43 w 31"/>
                  <a:gd name="T3" fmla="*/ 57 h 38"/>
                  <a:gd name="T4" fmla="*/ 95 w 31"/>
                  <a:gd name="T5" fmla="*/ 109 h 38"/>
                  <a:gd name="T6" fmla="*/ 138 w 31"/>
                  <a:gd name="T7" fmla="*/ 20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2" y="5"/>
                      <a:pt x="6" y="8"/>
                      <a:pt x="10" y="11"/>
                    </a:cubicBezTo>
                    <a:cubicBezTo>
                      <a:pt x="15" y="14"/>
                      <a:pt x="18" y="17"/>
                      <a:pt x="21" y="21"/>
                    </a:cubicBezTo>
                    <a:cubicBezTo>
                      <a:pt x="26" y="27"/>
                      <a:pt x="28" y="32"/>
                      <a:pt x="31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5" name="Freeform 944">
                <a:extLst>
                  <a:ext uri="{FF2B5EF4-FFF2-40B4-BE49-F238E27FC236}">
                    <a16:creationId xmlns:a16="http://schemas.microsoft.com/office/drawing/2014/main" id="{5633747D-30A0-4172-ADEE-1C2013701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350"/>
                <a:ext cx="67" cy="38"/>
              </a:xfrm>
              <a:custGeom>
                <a:avLst/>
                <a:gdLst>
                  <a:gd name="T0" fmla="*/ 0 w 41"/>
                  <a:gd name="T1" fmla="*/ 5 h 22"/>
                  <a:gd name="T2" fmla="*/ 54 w 41"/>
                  <a:gd name="T3" fmla="*/ 0 h 22"/>
                  <a:gd name="T4" fmla="*/ 101 w 41"/>
                  <a:gd name="T5" fmla="*/ 16 h 22"/>
                  <a:gd name="T6" fmla="*/ 150 w 41"/>
                  <a:gd name="T7" fmla="*/ 57 h 22"/>
                  <a:gd name="T8" fmla="*/ 178 w 41"/>
                  <a:gd name="T9" fmla="*/ 1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2">
                    <a:moveTo>
                      <a:pt x="0" y="1"/>
                    </a:moveTo>
                    <a:cubicBezTo>
                      <a:pt x="3" y="2"/>
                      <a:pt x="8" y="0"/>
                      <a:pt x="12" y="0"/>
                    </a:cubicBezTo>
                    <a:cubicBezTo>
                      <a:pt x="16" y="1"/>
                      <a:pt x="20" y="2"/>
                      <a:pt x="23" y="3"/>
                    </a:cubicBezTo>
                    <a:cubicBezTo>
                      <a:pt x="27" y="5"/>
                      <a:pt x="32" y="8"/>
                      <a:pt x="34" y="11"/>
                    </a:cubicBezTo>
                    <a:cubicBezTo>
                      <a:pt x="37" y="15"/>
                      <a:pt x="38" y="19"/>
                      <a:pt x="41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6" name="Freeform 945">
                <a:extLst>
                  <a:ext uri="{FF2B5EF4-FFF2-40B4-BE49-F238E27FC236}">
                    <a16:creationId xmlns:a16="http://schemas.microsoft.com/office/drawing/2014/main" id="{C43458DA-49C9-42D4-9F03-2972D8F65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395"/>
                <a:ext cx="62" cy="63"/>
              </a:xfrm>
              <a:custGeom>
                <a:avLst/>
                <a:gdLst>
                  <a:gd name="T0" fmla="*/ 0 w 38"/>
                  <a:gd name="T1" fmla="*/ 0 h 36"/>
                  <a:gd name="T2" fmla="*/ 69 w 38"/>
                  <a:gd name="T3" fmla="*/ 28 h 36"/>
                  <a:gd name="T4" fmla="*/ 109 w 38"/>
                  <a:gd name="T5" fmla="*/ 58 h 36"/>
                  <a:gd name="T6" fmla="*/ 147 w 38"/>
                  <a:gd name="T7" fmla="*/ 135 h 36"/>
                  <a:gd name="T8" fmla="*/ 165 w 38"/>
                  <a:gd name="T9" fmla="*/ 19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5" y="1"/>
                      <a:pt x="11" y="3"/>
                      <a:pt x="16" y="5"/>
                    </a:cubicBezTo>
                    <a:cubicBezTo>
                      <a:pt x="20" y="6"/>
                      <a:pt x="22" y="8"/>
                      <a:pt x="25" y="11"/>
                    </a:cubicBezTo>
                    <a:cubicBezTo>
                      <a:pt x="28" y="16"/>
                      <a:pt x="32" y="20"/>
                      <a:pt x="34" y="25"/>
                    </a:cubicBezTo>
                    <a:cubicBezTo>
                      <a:pt x="36" y="28"/>
                      <a:pt x="36" y="33"/>
                      <a:pt x="38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7" name="Freeform 946">
                <a:extLst>
                  <a:ext uri="{FF2B5EF4-FFF2-40B4-BE49-F238E27FC236}">
                    <a16:creationId xmlns:a16="http://schemas.microsoft.com/office/drawing/2014/main" id="{2B7187DC-B725-4B1B-94F8-1B79E8EAF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327"/>
                <a:ext cx="83" cy="25"/>
              </a:xfrm>
              <a:custGeom>
                <a:avLst/>
                <a:gdLst>
                  <a:gd name="T0" fmla="*/ 220 w 51"/>
                  <a:gd name="T1" fmla="*/ 80 h 14"/>
                  <a:gd name="T2" fmla="*/ 164 w 51"/>
                  <a:gd name="T3" fmla="*/ 36 h 14"/>
                  <a:gd name="T4" fmla="*/ 117 w 51"/>
                  <a:gd name="T5" fmla="*/ 13 h 14"/>
                  <a:gd name="T6" fmla="*/ 0 w 51"/>
                  <a:gd name="T7" fmla="*/ 1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4">
                    <a:moveTo>
                      <a:pt x="51" y="14"/>
                    </a:moveTo>
                    <a:cubicBezTo>
                      <a:pt x="47" y="13"/>
                      <a:pt x="42" y="8"/>
                      <a:pt x="38" y="6"/>
                    </a:cubicBezTo>
                    <a:cubicBezTo>
                      <a:pt x="35" y="4"/>
                      <a:pt x="31" y="3"/>
                      <a:pt x="27" y="2"/>
                    </a:cubicBezTo>
                    <a:cubicBezTo>
                      <a:pt x="18" y="0"/>
                      <a:pt x="9" y="3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8" name="Freeform 947">
                <a:extLst>
                  <a:ext uri="{FF2B5EF4-FFF2-40B4-BE49-F238E27FC236}">
                    <a16:creationId xmlns:a16="http://schemas.microsoft.com/office/drawing/2014/main" id="{7984AC0F-F756-4DE6-A170-67F19B02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2317"/>
                <a:ext cx="80" cy="10"/>
              </a:xfrm>
              <a:custGeom>
                <a:avLst/>
                <a:gdLst>
                  <a:gd name="T0" fmla="*/ 0 w 49"/>
                  <a:gd name="T1" fmla="*/ 28 h 6"/>
                  <a:gd name="T2" fmla="*/ 56 w 49"/>
                  <a:gd name="T3" fmla="*/ 5 h 6"/>
                  <a:gd name="T4" fmla="*/ 118 w 49"/>
                  <a:gd name="T5" fmla="*/ 0 h 6"/>
                  <a:gd name="T6" fmla="*/ 214 w 49"/>
                  <a:gd name="T7" fmla="*/ 2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">
                    <a:moveTo>
                      <a:pt x="0" y="6"/>
                    </a:moveTo>
                    <a:cubicBezTo>
                      <a:pt x="1" y="5"/>
                      <a:pt x="10" y="2"/>
                      <a:pt x="13" y="1"/>
                    </a:cubicBezTo>
                    <a:cubicBezTo>
                      <a:pt x="17" y="0"/>
                      <a:pt x="22" y="1"/>
                      <a:pt x="27" y="0"/>
                    </a:cubicBezTo>
                    <a:cubicBezTo>
                      <a:pt x="35" y="0"/>
                      <a:pt x="41" y="2"/>
                      <a:pt x="49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9" name="Freeform 948">
                <a:extLst>
                  <a:ext uri="{FF2B5EF4-FFF2-40B4-BE49-F238E27FC236}">
                    <a16:creationId xmlns:a16="http://schemas.microsoft.com/office/drawing/2014/main" id="{0A1CFE40-EA6F-4143-9822-AEEBB7B63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566"/>
                <a:ext cx="49" cy="167"/>
              </a:xfrm>
              <a:custGeom>
                <a:avLst/>
                <a:gdLst>
                  <a:gd name="T0" fmla="*/ 0 w 30"/>
                  <a:gd name="T1" fmla="*/ 0 h 96"/>
                  <a:gd name="T2" fmla="*/ 54 w 30"/>
                  <a:gd name="T3" fmla="*/ 49 h 96"/>
                  <a:gd name="T4" fmla="*/ 88 w 30"/>
                  <a:gd name="T5" fmla="*/ 130 h 96"/>
                  <a:gd name="T6" fmla="*/ 77 w 30"/>
                  <a:gd name="T7" fmla="*/ 233 h 96"/>
                  <a:gd name="T8" fmla="*/ 101 w 30"/>
                  <a:gd name="T9" fmla="*/ 285 h 96"/>
                  <a:gd name="T10" fmla="*/ 131 w 30"/>
                  <a:gd name="T11" fmla="*/ 390 h 96"/>
                  <a:gd name="T12" fmla="*/ 118 w 30"/>
                  <a:gd name="T13" fmla="*/ 475 h 96"/>
                  <a:gd name="T14" fmla="*/ 113 w 30"/>
                  <a:gd name="T15" fmla="*/ 506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96">
                    <a:moveTo>
                      <a:pt x="0" y="0"/>
                    </a:moveTo>
                    <a:cubicBezTo>
                      <a:pt x="2" y="4"/>
                      <a:pt x="8" y="6"/>
                      <a:pt x="12" y="9"/>
                    </a:cubicBezTo>
                    <a:cubicBezTo>
                      <a:pt x="16" y="13"/>
                      <a:pt x="19" y="19"/>
                      <a:pt x="20" y="25"/>
                    </a:cubicBezTo>
                    <a:cubicBezTo>
                      <a:pt x="21" y="31"/>
                      <a:pt x="17" y="38"/>
                      <a:pt x="18" y="44"/>
                    </a:cubicBezTo>
                    <a:cubicBezTo>
                      <a:pt x="19" y="48"/>
                      <a:pt x="21" y="51"/>
                      <a:pt x="23" y="54"/>
                    </a:cubicBezTo>
                    <a:cubicBezTo>
                      <a:pt x="26" y="60"/>
                      <a:pt x="29" y="67"/>
                      <a:pt x="30" y="74"/>
                    </a:cubicBezTo>
                    <a:cubicBezTo>
                      <a:pt x="30" y="80"/>
                      <a:pt x="29" y="85"/>
                      <a:pt x="27" y="90"/>
                    </a:cubicBezTo>
                    <a:cubicBezTo>
                      <a:pt x="27" y="92"/>
                      <a:pt x="26" y="94"/>
                      <a:pt x="26" y="9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0" name="Freeform 949">
                <a:extLst>
                  <a:ext uri="{FF2B5EF4-FFF2-40B4-BE49-F238E27FC236}">
                    <a16:creationId xmlns:a16="http://schemas.microsoft.com/office/drawing/2014/main" id="{A504889D-DD80-4163-BF68-B2DFB89B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470"/>
                <a:ext cx="41" cy="59"/>
              </a:xfrm>
              <a:custGeom>
                <a:avLst/>
                <a:gdLst>
                  <a:gd name="T0" fmla="*/ 0 w 25"/>
                  <a:gd name="T1" fmla="*/ 0 h 34"/>
                  <a:gd name="T2" fmla="*/ 89 w 25"/>
                  <a:gd name="T3" fmla="*/ 49 h 34"/>
                  <a:gd name="T4" fmla="*/ 105 w 25"/>
                  <a:gd name="T5" fmla="*/ 17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7" y="0"/>
                      <a:pt x="16" y="3"/>
                      <a:pt x="20" y="9"/>
                    </a:cubicBezTo>
                    <a:cubicBezTo>
                      <a:pt x="25" y="17"/>
                      <a:pt x="24" y="25"/>
                      <a:pt x="24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1" name="Freeform 950">
                <a:extLst>
                  <a:ext uri="{FF2B5EF4-FFF2-40B4-BE49-F238E27FC236}">
                    <a16:creationId xmlns:a16="http://schemas.microsoft.com/office/drawing/2014/main" id="{C236F791-B13A-4D4C-8F81-C631289B3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507"/>
                <a:ext cx="34" cy="85"/>
              </a:xfrm>
              <a:custGeom>
                <a:avLst/>
                <a:gdLst>
                  <a:gd name="T0" fmla="*/ 0 w 21"/>
                  <a:gd name="T1" fmla="*/ 0 h 49"/>
                  <a:gd name="T2" fmla="*/ 39 w 21"/>
                  <a:gd name="T3" fmla="*/ 57 h 49"/>
                  <a:gd name="T4" fmla="*/ 76 w 21"/>
                  <a:gd name="T5" fmla="*/ 114 h 49"/>
                  <a:gd name="T6" fmla="*/ 84 w 21"/>
                  <a:gd name="T7" fmla="*/ 226 h 49"/>
                  <a:gd name="T8" fmla="*/ 89 w 21"/>
                  <a:gd name="T9" fmla="*/ 25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9">
                    <a:moveTo>
                      <a:pt x="0" y="0"/>
                    </a:moveTo>
                    <a:cubicBezTo>
                      <a:pt x="2" y="5"/>
                      <a:pt x="5" y="8"/>
                      <a:pt x="9" y="11"/>
                    </a:cubicBezTo>
                    <a:cubicBezTo>
                      <a:pt x="13" y="14"/>
                      <a:pt x="16" y="17"/>
                      <a:pt x="18" y="22"/>
                    </a:cubicBezTo>
                    <a:cubicBezTo>
                      <a:pt x="20" y="29"/>
                      <a:pt x="18" y="36"/>
                      <a:pt x="20" y="43"/>
                    </a:cubicBezTo>
                    <a:cubicBezTo>
                      <a:pt x="20" y="45"/>
                      <a:pt x="21" y="47"/>
                      <a:pt x="21" y="4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2" name="Freeform 951">
                <a:extLst>
                  <a:ext uri="{FF2B5EF4-FFF2-40B4-BE49-F238E27FC236}">
                    <a16:creationId xmlns:a16="http://schemas.microsoft.com/office/drawing/2014/main" id="{56CA455A-B7BF-4F11-ADCD-4970FA0A8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599"/>
                <a:ext cx="20" cy="76"/>
              </a:xfrm>
              <a:custGeom>
                <a:avLst/>
                <a:gdLst>
                  <a:gd name="T0" fmla="*/ 0 w 12"/>
                  <a:gd name="T1" fmla="*/ 0 h 44"/>
                  <a:gd name="T2" fmla="*/ 55 w 12"/>
                  <a:gd name="T3" fmla="*/ 135 h 44"/>
                  <a:gd name="T4" fmla="*/ 47 w 12"/>
                  <a:gd name="T5" fmla="*/ 197 h 44"/>
                  <a:gd name="T6" fmla="*/ 42 w 12"/>
                  <a:gd name="T7" fmla="*/ 22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4">
                    <a:moveTo>
                      <a:pt x="0" y="0"/>
                    </a:moveTo>
                    <a:cubicBezTo>
                      <a:pt x="5" y="9"/>
                      <a:pt x="12" y="16"/>
                      <a:pt x="12" y="26"/>
                    </a:cubicBezTo>
                    <a:cubicBezTo>
                      <a:pt x="12" y="30"/>
                      <a:pt x="11" y="34"/>
                      <a:pt x="10" y="38"/>
                    </a:cubicBezTo>
                    <a:cubicBezTo>
                      <a:pt x="10" y="40"/>
                      <a:pt x="9" y="44"/>
                      <a:pt x="9" y="4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3" name="Freeform 952">
                <a:extLst>
                  <a:ext uri="{FF2B5EF4-FFF2-40B4-BE49-F238E27FC236}">
                    <a16:creationId xmlns:a16="http://schemas.microsoft.com/office/drawing/2014/main" id="{52647A12-A9EB-49E3-AB56-40017F9BA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561"/>
                <a:ext cx="22" cy="67"/>
              </a:xfrm>
              <a:custGeom>
                <a:avLst/>
                <a:gdLst>
                  <a:gd name="T0" fmla="*/ 0 w 14"/>
                  <a:gd name="T1" fmla="*/ 0 h 39"/>
                  <a:gd name="T2" fmla="*/ 42 w 14"/>
                  <a:gd name="T3" fmla="*/ 86 h 39"/>
                  <a:gd name="T4" fmla="*/ 49 w 14"/>
                  <a:gd name="T5" fmla="*/ 153 h 39"/>
                  <a:gd name="T6" fmla="*/ 55 w 14"/>
                  <a:gd name="T7" fmla="*/ 19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5" y="5"/>
                      <a:pt x="8" y="10"/>
                      <a:pt x="11" y="17"/>
                    </a:cubicBezTo>
                    <a:cubicBezTo>
                      <a:pt x="12" y="22"/>
                      <a:pt x="13" y="26"/>
                      <a:pt x="13" y="30"/>
                    </a:cubicBezTo>
                    <a:cubicBezTo>
                      <a:pt x="13" y="33"/>
                      <a:pt x="13" y="36"/>
                      <a:pt x="14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4" name="Freeform 953">
                <a:extLst>
                  <a:ext uri="{FF2B5EF4-FFF2-40B4-BE49-F238E27FC236}">
                    <a16:creationId xmlns:a16="http://schemas.microsoft.com/office/drawing/2014/main" id="{A00BA69A-ABC0-49F1-94BF-5667F468B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733"/>
                <a:ext cx="101" cy="289"/>
              </a:xfrm>
              <a:custGeom>
                <a:avLst/>
                <a:gdLst>
                  <a:gd name="T0" fmla="*/ 248 w 62"/>
                  <a:gd name="T1" fmla="*/ 0 h 166"/>
                  <a:gd name="T2" fmla="*/ 262 w 62"/>
                  <a:gd name="T3" fmla="*/ 148 h 166"/>
                  <a:gd name="T4" fmla="*/ 262 w 62"/>
                  <a:gd name="T5" fmla="*/ 205 h 166"/>
                  <a:gd name="T6" fmla="*/ 239 w 62"/>
                  <a:gd name="T7" fmla="*/ 254 h 166"/>
                  <a:gd name="T8" fmla="*/ 233 w 62"/>
                  <a:gd name="T9" fmla="*/ 369 h 166"/>
                  <a:gd name="T10" fmla="*/ 199 w 62"/>
                  <a:gd name="T11" fmla="*/ 519 h 166"/>
                  <a:gd name="T12" fmla="*/ 152 w 62"/>
                  <a:gd name="T13" fmla="*/ 590 h 166"/>
                  <a:gd name="T14" fmla="*/ 104 w 62"/>
                  <a:gd name="T15" fmla="*/ 776 h 166"/>
                  <a:gd name="T16" fmla="*/ 39 w 62"/>
                  <a:gd name="T17" fmla="*/ 846 h 166"/>
                  <a:gd name="T18" fmla="*/ 0 w 62"/>
                  <a:gd name="T19" fmla="*/ 876 h 1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166">
                    <a:moveTo>
                      <a:pt x="57" y="0"/>
                    </a:moveTo>
                    <a:cubicBezTo>
                      <a:pt x="57" y="9"/>
                      <a:pt x="61" y="19"/>
                      <a:pt x="61" y="28"/>
                    </a:cubicBezTo>
                    <a:cubicBezTo>
                      <a:pt x="62" y="32"/>
                      <a:pt x="62" y="36"/>
                      <a:pt x="61" y="39"/>
                    </a:cubicBezTo>
                    <a:cubicBezTo>
                      <a:pt x="60" y="43"/>
                      <a:pt x="57" y="45"/>
                      <a:pt x="55" y="48"/>
                    </a:cubicBezTo>
                    <a:cubicBezTo>
                      <a:pt x="51" y="54"/>
                      <a:pt x="54" y="63"/>
                      <a:pt x="54" y="70"/>
                    </a:cubicBezTo>
                    <a:cubicBezTo>
                      <a:pt x="54" y="80"/>
                      <a:pt x="54" y="91"/>
                      <a:pt x="46" y="98"/>
                    </a:cubicBezTo>
                    <a:cubicBezTo>
                      <a:pt x="41" y="102"/>
                      <a:pt x="36" y="106"/>
                      <a:pt x="35" y="112"/>
                    </a:cubicBezTo>
                    <a:cubicBezTo>
                      <a:pt x="31" y="124"/>
                      <a:pt x="33" y="137"/>
                      <a:pt x="24" y="147"/>
                    </a:cubicBezTo>
                    <a:cubicBezTo>
                      <a:pt x="20" y="152"/>
                      <a:pt x="15" y="157"/>
                      <a:pt x="9" y="160"/>
                    </a:cubicBezTo>
                    <a:cubicBezTo>
                      <a:pt x="6" y="161"/>
                      <a:pt x="2" y="163"/>
                      <a:pt x="0" y="16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5" name="Freeform 954">
                <a:extLst>
                  <a:ext uri="{FF2B5EF4-FFF2-40B4-BE49-F238E27FC236}">
                    <a16:creationId xmlns:a16="http://schemas.microsoft.com/office/drawing/2014/main" id="{44228829-5257-48EC-B5A7-5F30D94A9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3124"/>
                <a:ext cx="280" cy="49"/>
              </a:xfrm>
              <a:custGeom>
                <a:avLst/>
                <a:gdLst>
                  <a:gd name="T0" fmla="*/ 0 w 172"/>
                  <a:gd name="T1" fmla="*/ 0 h 28"/>
                  <a:gd name="T2" fmla="*/ 77 w 172"/>
                  <a:gd name="T3" fmla="*/ 102 h 28"/>
                  <a:gd name="T4" fmla="*/ 181 w 172"/>
                  <a:gd name="T5" fmla="*/ 93 h 28"/>
                  <a:gd name="T6" fmla="*/ 273 w 172"/>
                  <a:gd name="T7" fmla="*/ 102 h 28"/>
                  <a:gd name="T8" fmla="*/ 423 w 172"/>
                  <a:gd name="T9" fmla="*/ 123 h 28"/>
                  <a:gd name="T10" fmla="*/ 493 w 172"/>
                  <a:gd name="T11" fmla="*/ 93 h 28"/>
                  <a:gd name="T12" fmla="*/ 531 w 172"/>
                  <a:gd name="T13" fmla="*/ 107 h 28"/>
                  <a:gd name="T14" fmla="*/ 612 w 172"/>
                  <a:gd name="T15" fmla="*/ 119 h 28"/>
                  <a:gd name="T16" fmla="*/ 742 w 172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28">
                    <a:moveTo>
                      <a:pt x="0" y="0"/>
                    </a:moveTo>
                    <a:cubicBezTo>
                      <a:pt x="2" y="5"/>
                      <a:pt x="12" y="15"/>
                      <a:pt x="18" y="19"/>
                    </a:cubicBezTo>
                    <a:cubicBezTo>
                      <a:pt x="26" y="23"/>
                      <a:pt x="34" y="20"/>
                      <a:pt x="42" y="17"/>
                    </a:cubicBezTo>
                    <a:cubicBezTo>
                      <a:pt x="50" y="14"/>
                      <a:pt x="55" y="17"/>
                      <a:pt x="63" y="19"/>
                    </a:cubicBezTo>
                    <a:cubicBezTo>
                      <a:pt x="76" y="23"/>
                      <a:pt x="84" y="28"/>
                      <a:pt x="98" y="23"/>
                    </a:cubicBezTo>
                    <a:cubicBezTo>
                      <a:pt x="104" y="20"/>
                      <a:pt x="108" y="16"/>
                      <a:pt x="114" y="17"/>
                    </a:cubicBezTo>
                    <a:cubicBezTo>
                      <a:pt x="117" y="17"/>
                      <a:pt x="120" y="19"/>
                      <a:pt x="123" y="20"/>
                    </a:cubicBezTo>
                    <a:cubicBezTo>
                      <a:pt x="129" y="22"/>
                      <a:pt x="136" y="23"/>
                      <a:pt x="142" y="22"/>
                    </a:cubicBezTo>
                    <a:cubicBezTo>
                      <a:pt x="153" y="21"/>
                      <a:pt x="167" y="11"/>
                      <a:pt x="172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6" name="Freeform 955">
                <a:extLst>
                  <a:ext uri="{FF2B5EF4-FFF2-40B4-BE49-F238E27FC236}">
                    <a16:creationId xmlns:a16="http://schemas.microsoft.com/office/drawing/2014/main" id="{289635EA-CBC8-4F5A-959B-494952960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3024"/>
                <a:ext cx="139" cy="102"/>
              </a:xfrm>
              <a:custGeom>
                <a:avLst/>
                <a:gdLst>
                  <a:gd name="T0" fmla="*/ 371 w 85"/>
                  <a:gd name="T1" fmla="*/ 0 h 59"/>
                  <a:gd name="T2" fmla="*/ 329 w 85"/>
                  <a:gd name="T3" fmla="*/ 71 h 59"/>
                  <a:gd name="T4" fmla="*/ 289 w 85"/>
                  <a:gd name="T5" fmla="*/ 128 h 59"/>
                  <a:gd name="T6" fmla="*/ 235 w 85"/>
                  <a:gd name="T7" fmla="*/ 143 h 59"/>
                  <a:gd name="T8" fmla="*/ 206 w 85"/>
                  <a:gd name="T9" fmla="*/ 185 h 59"/>
                  <a:gd name="T10" fmla="*/ 96 w 85"/>
                  <a:gd name="T11" fmla="*/ 290 h 59"/>
                  <a:gd name="T12" fmla="*/ 0 w 85"/>
                  <a:gd name="T13" fmla="*/ 299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59">
                    <a:moveTo>
                      <a:pt x="85" y="0"/>
                    </a:moveTo>
                    <a:cubicBezTo>
                      <a:pt x="82" y="0"/>
                      <a:pt x="77" y="11"/>
                      <a:pt x="75" y="14"/>
                    </a:cubicBezTo>
                    <a:cubicBezTo>
                      <a:pt x="73" y="19"/>
                      <a:pt x="71" y="22"/>
                      <a:pt x="66" y="25"/>
                    </a:cubicBezTo>
                    <a:cubicBezTo>
                      <a:pt x="62" y="26"/>
                      <a:pt x="58" y="27"/>
                      <a:pt x="54" y="28"/>
                    </a:cubicBezTo>
                    <a:cubicBezTo>
                      <a:pt x="50" y="29"/>
                      <a:pt x="49" y="31"/>
                      <a:pt x="47" y="36"/>
                    </a:cubicBezTo>
                    <a:cubicBezTo>
                      <a:pt x="41" y="47"/>
                      <a:pt x="35" y="54"/>
                      <a:pt x="22" y="56"/>
                    </a:cubicBezTo>
                    <a:cubicBezTo>
                      <a:pt x="14" y="57"/>
                      <a:pt x="7" y="59"/>
                      <a:pt x="0" y="5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7" name="Freeform 956">
                <a:extLst>
                  <a:ext uri="{FF2B5EF4-FFF2-40B4-BE49-F238E27FC236}">
                    <a16:creationId xmlns:a16="http://schemas.microsoft.com/office/drawing/2014/main" id="{E11B8A14-4F37-40FA-839E-790DEE56B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675"/>
                <a:ext cx="23" cy="103"/>
              </a:xfrm>
              <a:custGeom>
                <a:avLst/>
                <a:gdLst>
                  <a:gd name="T0" fmla="*/ 0 w 14"/>
                  <a:gd name="T1" fmla="*/ 0 h 59"/>
                  <a:gd name="T2" fmla="*/ 49 w 14"/>
                  <a:gd name="T3" fmla="*/ 180 h 59"/>
                  <a:gd name="T4" fmla="*/ 8 w 14"/>
                  <a:gd name="T5" fmla="*/ 314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9">
                    <a:moveTo>
                      <a:pt x="0" y="0"/>
                    </a:moveTo>
                    <a:cubicBezTo>
                      <a:pt x="5" y="11"/>
                      <a:pt x="14" y="21"/>
                      <a:pt x="11" y="34"/>
                    </a:cubicBezTo>
                    <a:cubicBezTo>
                      <a:pt x="10" y="42"/>
                      <a:pt x="5" y="52"/>
                      <a:pt x="2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8" name="Freeform 957">
                <a:extLst>
                  <a:ext uri="{FF2B5EF4-FFF2-40B4-BE49-F238E27FC236}">
                    <a16:creationId xmlns:a16="http://schemas.microsoft.com/office/drawing/2014/main" id="{88B75DEC-ED7D-4051-8CAA-49C308377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891"/>
                <a:ext cx="38" cy="84"/>
              </a:xfrm>
              <a:custGeom>
                <a:avLst/>
                <a:gdLst>
                  <a:gd name="T0" fmla="*/ 97 w 23"/>
                  <a:gd name="T1" fmla="*/ 0 h 48"/>
                  <a:gd name="T2" fmla="*/ 0 w 23"/>
                  <a:gd name="T3" fmla="*/ 25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8">
                    <a:moveTo>
                      <a:pt x="22" y="0"/>
                    </a:moveTo>
                    <a:cubicBezTo>
                      <a:pt x="23" y="19"/>
                      <a:pt x="16" y="37"/>
                      <a:pt x="0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9" name="Freeform 958">
                <a:extLst>
                  <a:ext uri="{FF2B5EF4-FFF2-40B4-BE49-F238E27FC236}">
                    <a16:creationId xmlns:a16="http://schemas.microsoft.com/office/drawing/2014/main" id="{82707845-808C-4556-BDBE-23D32FEB6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992"/>
                <a:ext cx="62" cy="72"/>
              </a:xfrm>
              <a:custGeom>
                <a:avLst/>
                <a:gdLst>
                  <a:gd name="T0" fmla="*/ 165 w 38"/>
                  <a:gd name="T1" fmla="*/ 0 h 41"/>
                  <a:gd name="T2" fmla="*/ 77 w 38"/>
                  <a:gd name="T3" fmla="*/ 179 h 41"/>
                  <a:gd name="T4" fmla="*/ 0 w 38"/>
                  <a:gd name="T5" fmla="*/ 22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38" y="0"/>
                    </a:moveTo>
                    <a:cubicBezTo>
                      <a:pt x="33" y="11"/>
                      <a:pt x="29" y="25"/>
                      <a:pt x="18" y="33"/>
                    </a:cubicBezTo>
                    <a:cubicBezTo>
                      <a:pt x="12" y="37"/>
                      <a:pt x="6" y="39"/>
                      <a:pt x="0" y="4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0" name="Freeform 959">
                <a:extLst>
                  <a:ext uri="{FF2B5EF4-FFF2-40B4-BE49-F238E27FC236}">
                    <a16:creationId xmlns:a16="http://schemas.microsoft.com/office/drawing/2014/main" id="{078489D8-F374-44A0-9691-B86E86A10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3119"/>
                <a:ext cx="92" cy="47"/>
              </a:xfrm>
              <a:custGeom>
                <a:avLst/>
                <a:gdLst>
                  <a:gd name="T0" fmla="*/ 248 w 56"/>
                  <a:gd name="T1" fmla="*/ 0 h 27"/>
                  <a:gd name="T2" fmla="*/ 214 w 56"/>
                  <a:gd name="T3" fmla="*/ 42 h 27"/>
                  <a:gd name="T4" fmla="*/ 164 w 56"/>
                  <a:gd name="T5" fmla="*/ 85 h 27"/>
                  <a:gd name="T6" fmla="*/ 81 w 56"/>
                  <a:gd name="T7" fmla="*/ 99 h 27"/>
                  <a:gd name="T8" fmla="*/ 0 w 56"/>
                  <a:gd name="T9" fmla="*/ 13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0"/>
                    </a:moveTo>
                    <a:cubicBezTo>
                      <a:pt x="55" y="3"/>
                      <a:pt x="50" y="6"/>
                      <a:pt x="48" y="8"/>
                    </a:cubicBezTo>
                    <a:cubicBezTo>
                      <a:pt x="45" y="11"/>
                      <a:pt x="41" y="14"/>
                      <a:pt x="37" y="16"/>
                    </a:cubicBezTo>
                    <a:cubicBezTo>
                      <a:pt x="31" y="18"/>
                      <a:pt x="24" y="18"/>
                      <a:pt x="18" y="19"/>
                    </a:cubicBezTo>
                    <a:cubicBezTo>
                      <a:pt x="13" y="20"/>
                      <a:pt x="5" y="27"/>
                      <a:pt x="0" y="2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1" name="Freeform 960">
                <a:extLst>
                  <a:ext uri="{FF2B5EF4-FFF2-40B4-BE49-F238E27FC236}">
                    <a16:creationId xmlns:a16="http://schemas.microsoft.com/office/drawing/2014/main" id="{635B4BE8-0256-4D5C-9DB7-CA67D5FBB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630"/>
                <a:ext cx="20" cy="84"/>
              </a:xfrm>
              <a:custGeom>
                <a:avLst/>
                <a:gdLst>
                  <a:gd name="T0" fmla="*/ 0 w 12"/>
                  <a:gd name="T1" fmla="*/ 0 h 48"/>
                  <a:gd name="T2" fmla="*/ 42 w 12"/>
                  <a:gd name="T3" fmla="*/ 130 h 48"/>
                  <a:gd name="T4" fmla="*/ 37 w 12"/>
                  <a:gd name="T5" fmla="*/ 25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0" y="0"/>
                    </a:moveTo>
                    <a:cubicBezTo>
                      <a:pt x="5" y="6"/>
                      <a:pt x="8" y="16"/>
                      <a:pt x="9" y="24"/>
                    </a:cubicBezTo>
                    <a:cubicBezTo>
                      <a:pt x="10" y="30"/>
                      <a:pt x="12" y="42"/>
                      <a:pt x="8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2" name="Freeform 961">
                <a:extLst>
                  <a:ext uri="{FF2B5EF4-FFF2-40B4-BE49-F238E27FC236}">
                    <a16:creationId xmlns:a16="http://schemas.microsoft.com/office/drawing/2014/main" id="{95EC63D5-960C-4D58-8292-4264D0A18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794"/>
                <a:ext cx="21" cy="94"/>
              </a:xfrm>
              <a:custGeom>
                <a:avLst/>
                <a:gdLst>
                  <a:gd name="T0" fmla="*/ 39 w 13"/>
                  <a:gd name="T1" fmla="*/ 0 h 54"/>
                  <a:gd name="T2" fmla="*/ 50 w 13"/>
                  <a:gd name="T3" fmla="*/ 94 h 54"/>
                  <a:gd name="T4" fmla="*/ 42 w 13"/>
                  <a:gd name="T5" fmla="*/ 185 h 54"/>
                  <a:gd name="T6" fmla="*/ 0 w 13"/>
                  <a:gd name="T7" fmla="*/ 285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4">
                    <a:moveTo>
                      <a:pt x="9" y="0"/>
                    </a:moveTo>
                    <a:cubicBezTo>
                      <a:pt x="9" y="6"/>
                      <a:pt x="11" y="12"/>
                      <a:pt x="12" y="18"/>
                    </a:cubicBezTo>
                    <a:cubicBezTo>
                      <a:pt x="13" y="24"/>
                      <a:pt x="11" y="29"/>
                      <a:pt x="10" y="35"/>
                    </a:cubicBezTo>
                    <a:cubicBezTo>
                      <a:pt x="8" y="42"/>
                      <a:pt x="4" y="49"/>
                      <a:pt x="0" y="5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3" name="Freeform 962">
                <a:extLst>
                  <a:ext uri="{FF2B5EF4-FFF2-40B4-BE49-F238E27FC236}">
                    <a16:creationId xmlns:a16="http://schemas.microsoft.com/office/drawing/2014/main" id="{B9E7680C-B865-4611-B4C3-11312192D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733"/>
                <a:ext cx="18" cy="101"/>
              </a:xfrm>
              <a:custGeom>
                <a:avLst/>
                <a:gdLst>
                  <a:gd name="T0" fmla="*/ 21 w 11"/>
                  <a:gd name="T1" fmla="*/ 0 h 58"/>
                  <a:gd name="T2" fmla="*/ 43 w 11"/>
                  <a:gd name="T3" fmla="*/ 85 h 58"/>
                  <a:gd name="T4" fmla="*/ 41 w 11"/>
                  <a:gd name="T5" fmla="*/ 179 h 58"/>
                  <a:gd name="T6" fmla="*/ 21 w 11"/>
                  <a:gd name="T7" fmla="*/ 258 h 58"/>
                  <a:gd name="T8" fmla="*/ 0 w 11"/>
                  <a:gd name="T9" fmla="*/ 30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8">
                    <a:moveTo>
                      <a:pt x="5" y="0"/>
                    </a:moveTo>
                    <a:cubicBezTo>
                      <a:pt x="5" y="5"/>
                      <a:pt x="9" y="11"/>
                      <a:pt x="10" y="16"/>
                    </a:cubicBezTo>
                    <a:cubicBezTo>
                      <a:pt x="11" y="22"/>
                      <a:pt x="10" y="28"/>
                      <a:pt x="9" y="34"/>
                    </a:cubicBezTo>
                    <a:cubicBezTo>
                      <a:pt x="8" y="39"/>
                      <a:pt x="8" y="44"/>
                      <a:pt x="5" y="49"/>
                    </a:cubicBezTo>
                    <a:cubicBezTo>
                      <a:pt x="3" y="53"/>
                      <a:pt x="1" y="55"/>
                      <a:pt x="0" y="5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4" name="Freeform 963">
                <a:extLst>
                  <a:ext uri="{FF2B5EF4-FFF2-40B4-BE49-F238E27FC236}">
                    <a16:creationId xmlns:a16="http://schemas.microsoft.com/office/drawing/2014/main" id="{AF2E6454-189F-449D-9C93-E3D32AC43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949"/>
                <a:ext cx="46" cy="73"/>
              </a:xfrm>
              <a:custGeom>
                <a:avLst/>
                <a:gdLst>
                  <a:gd name="T0" fmla="*/ 125 w 28"/>
                  <a:gd name="T1" fmla="*/ 0 h 42"/>
                  <a:gd name="T2" fmla="*/ 84 w 28"/>
                  <a:gd name="T3" fmla="*/ 122 h 42"/>
                  <a:gd name="T4" fmla="*/ 0 w 28"/>
                  <a:gd name="T5" fmla="*/ 22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8" y="0"/>
                    </a:moveTo>
                    <a:cubicBezTo>
                      <a:pt x="26" y="8"/>
                      <a:pt x="24" y="15"/>
                      <a:pt x="19" y="23"/>
                    </a:cubicBezTo>
                    <a:cubicBezTo>
                      <a:pt x="14" y="31"/>
                      <a:pt x="5" y="35"/>
                      <a:pt x="0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5" name="Freeform 964">
                <a:extLst>
                  <a:ext uri="{FF2B5EF4-FFF2-40B4-BE49-F238E27FC236}">
                    <a16:creationId xmlns:a16="http://schemas.microsoft.com/office/drawing/2014/main" id="{50027A98-870A-4DA3-BC93-8FC3C49D7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841"/>
                <a:ext cx="35" cy="102"/>
              </a:xfrm>
              <a:custGeom>
                <a:avLst/>
                <a:gdLst>
                  <a:gd name="T0" fmla="*/ 83 w 21"/>
                  <a:gd name="T1" fmla="*/ 0 h 59"/>
                  <a:gd name="T2" fmla="*/ 75 w 21"/>
                  <a:gd name="T3" fmla="*/ 201 h 59"/>
                  <a:gd name="T4" fmla="*/ 0 w 21"/>
                  <a:gd name="T5" fmla="*/ 304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9">
                    <a:moveTo>
                      <a:pt x="18" y="0"/>
                    </a:moveTo>
                    <a:cubicBezTo>
                      <a:pt x="18" y="14"/>
                      <a:pt x="21" y="25"/>
                      <a:pt x="16" y="39"/>
                    </a:cubicBezTo>
                    <a:cubicBezTo>
                      <a:pt x="12" y="46"/>
                      <a:pt x="7" y="55"/>
                      <a:pt x="0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6" name="Freeform 965">
                <a:extLst>
                  <a:ext uri="{FF2B5EF4-FFF2-40B4-BE49-F238E27FC236}">
                    <a16:creationId xmlns:a16="http://schemas.microsoft.com/office/drawing/2014/main" id="{738F83C2-A691-4ECC-AC22-B911F2EBF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062"/>
                <a:ext cx="62" cy="50"/>
              </a:xfrm>
              <a:custGeom>
                <a:avLst/>
                <a:gdLst>
                  <a:gd name="T0" fmla="*/ 165 w 38"/>
                  <a:gd name="T1" fmla="*/ 0 h 29"/>
                  <a:gd name="T2" fmla="*/ 83 w 38"/>
                  <a:gd name="T3" fmla="*/ 107 h 29"/>
                  <a:gd name="T4" fmla="*/ 0 w 38"/>
                  <a:gd name="T5" fmla="*/ 14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29" y="3"/>
                      <a:pt x="25" y="15"/>
                      <a:pt x="19" y="21"/>
                    </a:cubicBezTo>
                    <a:cubicBezTo>
                      <a:pt x="13" y="26"/>
                      <a:pt x="6" y="26"/>
                      <a:pt x="0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7" name="Freeform 966">
                <a:extLst>
                  <a:ext uri="{FF2B5EF4-FFF2-40B4-BE49-F238E27FC236}">
                    <a16:creationId xmlns:a16="http://schemas.microsoft.com/office/drawing/2014/main" id="{9FABEF76-5E84-4523-B6A0-5F47509C1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164"/>
                <a:ext cx="94" cy="14"/>
              </a:xfrm>
              <a:custGeom>
                <a:avLst/>
                <a:gdLst>
                  <a:gd name="T0" fmla="*/ 246 w 58"/>
                  <a:gd name="T1" fmla="*/ 0 h 8"/>
                  <a:gd name="T2" fmla="*/ 170 w 58"/>
                  <a:gd name="T3" fmla="*/ 33 h 8"/>
                  <a:gd name="T4" fmla="*/ 84 w 58"/>
                  <a:gd name="T5" fmla="*/ 28 h 8"/>
                  <a:gd name="T6" fmla="*/ 0 w 58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">
                    <a:moveTo>
                      <a:pt x="58" y="0"/>
                    </a:moveTo>
                    <a:cubicBezTo>
                      <a:pt x="53" y="3"/>
                      <a:pt x="45" y="5"/>
                      <a:pt x="40" y="6"/>
                    </a:cubicBezTo>
                    <a:cubicBezTo>
                      <a:pt x="33" y="8"/>
                      <a:pt x="26" y="6"/>
                      <a:pt x="20" y="5"/>
                    </a:cubicBezTo>
                    <a:cubicBezTo>
                      <a:pt x="15" y="4"/>
                      <a:pt x="2" y="6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8" name="Freeform 967">
                <a:extLst>
                  <a:ext uri="{FF2B5EF4-FFF2-40B4-BE49-F238E27FC236}">
                    <a16:creationId xmlns:a16="http://schemas.microsoft.com/office/drawing/2014/main" id="{E8D1DE39-3E83-439A-BEFF-5DA186CF6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3093"/>
                <a:ext cx="65" cy="47"/>
              </a:xfrm>
              <a:custGeom>
                <a:avLst/>
                <a:gdLst>
                  <a:gd name="T0" fmla="*/ 172 w 40"/>
                  <a:gd name="T1" fmla="*/ 0 h 27"/>
                  <a:gd name="T2" fmla="*/ 88 w 40"/>
                  <a:gd name="T3" fmla="*/ 99 h 27"/>
                  <a:gd name="T4" fmla="*/ 0 w 40"/>
                  <a:gd name="T5" fmla="*/ 13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7">
                    <a:moveTo>
                      <a:pt x="40" y="0"/>
                    </a:moveTo>
                    <a:cubicBezTo>
                      <a:pt x="39" y="10"/>
                      <a:pt x="27" y="15"/>
                      <a:pt x="20" y="19"/>
                    </a:cubicBezTo>
                    <a:cubicBezTo>
                      <a:pt x="14" y="23"/>
                      <a:pt x="7" y="27"/>
                      <a:pt x="0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9" name="Freeform 968">
                <a:extLst>
                  <a:ext uri="{FF2B5EF4-FFF2-40B4-BE49-F238E27FC236}">
                    <a16:creationId xmlns:a16="http://schemas.microsoft.com/office/drawing/2014/main" id="{B187CF7A-7147-4121-B252-4F209CF96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046"/>
                <a:ext cx="64" cy="58"/>
              </a:xfrm>
              <a:custGeom>
                <a:avLst/>
                <a:gdLst>
                  <a:gd name="T0" fmla="*/ 172 w 39"/>
                  <a:gd name="T1" fmla="*/ 0 h 33"/>
                  <a:gd name="T2" fmla="*/ 151 w 39"/>
                  <a:gd name="T3" fmla="*/ 56 h 33"/>
                  <a:gd name="T4" fmla="*/ 105 w 39"/>
                  <a:gd name="T5" fmla="*/ 109 h 33"/>
                  <a:gd name="T6" fmla="*/ 0 w 39"/>
                  <a:gd name="T7" fmla="*/ 17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3">
                    <a:moveTo>
                      <a:pt x="39" y="0"/>
                    </a:moveTo>
                    <a:cubicBezTo>
                      <a:pt x="37" y="3"/>
                      <a:pt x="36" y="7"/>
                      <a:pt x="34" y="10"/>
                    </a:cubicBezTo>
                    <a:cubicBezTo>
                      <a:pt x="31" y="14"/>
                      <a:pt x="28" y="17"/>
                      <a:pt x="24" y="20"/>
                    </a:cubicBezTo>
                    <a:cubicBezTo>
                      <a:pt x="16" y="25"/>
                      <a:pt x="8" y="28"/>
                      <a:pt x="0" y="3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0" name="Freeform 969">
                <a:extLst>
                  <a:ext uri="{FF2B5EF4-FFF2-40B4-BE49-F238E27FC236}">
                    <a16:creationId xmlns:a16="http://schemas.microsoft.com/office/drawing/2014/main" id="{F9BF2B46-F8AB-4DEF-A99B-D9D4D9BA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3163"/>
                <a:ext cx="82" cy="12"/>
              </a:xfrm>
              <a:custGeom>
                <a:avLst/>
                <a:gdLst>
                  <a:gd name="T0" fmla="*/ 0 w 50"/>
                  <a:gd name="T1" fmla="*/ 0 h 7"/>
                  <a:gd name="T2" fmla="*/ 54 w 50"/>
                  <a:gd name="T3" fmla="*/ 26 h 7"/>
                  <a:gd name="T4" fmla="*/ 139 w 50"/>
                  <a:gd name="T5" fmla="*/ 29 h 7"/>
                  <a:gd name="T6" fmla="*/ 220 w 50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">
                    <a:moveTo>
                      <a:pt x="0" y="0"/>
                    </a:moveTo>
                    <a:cubicBezTo>
                      <a:pt x="4" y="1"/>
                      <a:pt x="8" y="4"/>
                      <a:pt x="12" y="5"/>
                    </a:cubicBezTo>
                    <a:cubicBezTo>
                      <a:pt x="18" y="7"/>
                      <a:pt x="26" y="7"/>
                      <a:pt x="32" y="6"/>
                    </a:cubicBezTo>
                    <a:cubicBezTo>
                      <a:pt x="38" y="5"/>
                      <a:pt x="44" y="4"/>
                      <a:pt x="5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1" name="Freeform 970">
                <a:extLst>
                  <a:ext uri="{FF2B5EF4-FFF2-40B4-BE49-F238E27FC236}">
                    <a16:creationId xmlns:a16="http://schemas.microsoft.com/office/drawing/2014/main" id="{45CBBDDF-1CEF-4DCB-9B21-2DD99E67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3121"/>
                <a:ext cx="66" cy="33"/>
              </a:xfrm>
              <a:custGeom>
                <a:avLst/>
                <a:gdLst>
                  <a:gd name="T0" fmla="*/ 180 w 40"/>
                  <a:gd name="T1" fmla="*/ 99 h 19"/>
                  <a:gd name="T2" fmla="*/ 0 w 40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9">
                    <a:moveTo>
                      <a:pt x="40" y="19"/>
                    </a:moveTo>
                    <a:cubicBezTo>
                      <a:pt x="30" y="12"/>
                      <a:pt x="4" y="1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2" name="Freeform 971">
                <a:extLst>
                  <a:ext uri="{FF2B5EF4-FFF2-40B4-BE49-F238E27FC236}">
                    <a16:creationId xmlns:a16="http://schemas.microsoft.com/office/drawing/2014/main" id="{89D2CE6A-DE91-4BAA-ADCC-E410AFD8B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175"/>
                <a:ext cx="90" cy="14"/>
              </a:xfrm>
              <a:custGeom>
                <a:avLst/>
                <a:gdLst>
                  <a:gd name="T0" fmla="*/ 0 w 55"/>
                  <a:gd name="T1" fmla="*/ 0 h 8"/>
                  <a:gd name="T2" fmla="*/ 115 w 55"/>
                  <a:gd name="T3" fmla="*/ 37 h 8"/>
                  <a:gd name="T4" fmla="*/ 241 w 55"/>
                  <a:gd name="T5" fmla="*/ 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8">
                    <a:moveTo>
                      <a:pt x="0" y="0"/>
                    </a:moveTo>
                    <a:cubicBezTo>
                      <a:pt x="7" y="8"/>
                      <a:pt x="16" y="8"/>
                      <a:pt x="26" y="7"/>
                    </a:cubicBezTo>
                    <a:cubicBezTo>
                      <a:pt x="35" y="7"/>
                      <a:pt x="47" y="5"/>
                      <a:pt x="5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3" name="Freeform 972">
                <a:extLst>
                  <a:ext uri="{FF2B5EF4-FFF2-40B4-BE49-F238E27FC236}">
                    <a16:creationId xmlns:a16="http://schemas.microsoft.com/office/drawing/2014/main" id="{781DAFC7-3FF3-4267-8D11-E2A777685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3145"/>
                <a:ext cx="71" cy="30"/>
              </a:xfrm>
              <a:custGeom>
                <a:avLst/>
                <a:gdLst>
                  <a:gd name="T0" fmla="*/ 186 w 44"/>
                  <a:gd name="T1" fmla="*/ 94 h 17"/>
                  <a:gd name="T2" fmla="*/ 118 w 44"/>
                  <a:gd name="T3" fmla="*/ 86 h 17"/>
                  <a:gd name="T4" fmla="*/ 68 w 44"/>
                  <a:gd name="T5" fmla="*/ 72 h 17"/>
                  <a:gd name="T6" fmla="*/ 21 w 44"/>
                  <a:gd name="T7" fmla="*/ 37 h 17"/>
                  <a:gd name="T8" fmla="*/ 0 w 4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7">
                    <a:moveTo>
                      <a:pt x="44" y="17"/>
                    </a:moveTo>
                    <a:cubicBezTo>
                      <a:pt x="39" y="15"/>
                      <a:pt x="33" y="17"/>
                      <a:pt x="28" y="16"/>
                    </a:cubicBezTo>
                    <a:cubicBezTo>
                      <a:pt x="24" y="16"/>
                      <a:pt x="20" y="14"/>
                      <a:pt x="16" y="13"/>
                    </a:cubicBezTo>
                    <a:cubicBezTo>
                      <a:pt x="12" y="12"/>
                      <a:pt x="9" y="10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4" name="Freeform 973">
                <a:extLst>
                  <a:ext uri="{FF2B5EF4-FFF2-40B4-BE49-F238E27FC236}">
                    <a16:creationId xmlns:a16="http://schemas.microsoft.com/office/drawing/2014/main" id="{DDAC7316-0DCA-4DDC-BB7B-1FEE8DE9F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3114"/>
                <a:ext cx="58" cy="30"/>
              </a:xfrm>
              <a:custGeom>
                <a:avLst/>
                <a:gdLst>
                  <a:gd name="T0" fmla="*/ 150 w 36"/>
                  <a:gd name="T1" fmla="*/ 94 h 17"/>
                  <a:gd name="T2" fmla="*/ 90 w 36"/>
                  <a:gd name="T3" fmla="*/ 78 h 17"/>
                  <a:gd name="T4" fmla="*/ 50 w 36"/>
                  <a:gd name="T5" fmla="*/ 60 h 17"/>
                  <a:gd name="T6" fmla="*/ 0 w 3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36" y="17"/>
                    </a:moveTo>
                    <a:cubicBezTo>
                      <a:pt x="31" y="17"/>
                      <a:pt x="27" y="15"/>
                      <a:pt x="22" y="14"/>
                    </a:cubicBezTo>
                    <a:cubicBezTo>
                      <a:pt x="18" y="13"/>
                      <a:pt x="16" y="13"/>
                      <a:pt x="12" y="11"/>
                    </a:cubicBezTo>
                    <a:cubicBezTo>
                      <a:pt x="8" y="8"/>
                      <a:pt x="3" y="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5" name="Freeform 974">
                <a:extLst>
                  <a:ext uri="{FF2B5EF4-FFF2-40B4-BE49-F238E27FC236}">
                    <a16:creationId xmlns:a16="http://schemas.microsoft.com/office/drawing/2014/main" id="{463DDA77-0121-44D2-9CB5-E3B8FB06B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2702"/>
                <a:ext cx="36" cy="73"/>
              </a:xfrm>
              <a:custGeom>
                <a:avLst/>
                <a:gdLst>
                  <a:gd name="T0" fmla="*/ 97 w 22"/>
                  <a:gd name="T1" fmla="*/ 28 h 42"/>
                  <a:gd name="T2" fmla="*/ 75 w 22"/>
                  <a:gd name="T3" fmla="*/ 0 h 42"/>
                  <a:gd name="T4" fmla="*/ 18 w 22"/>
                  <a:gd name="T5" fmla="*/ 16 h 42"/>
                  <a:gd name="T6" fmla="*/ 18 w 22"/>
                  <a:gd name="T7" fmla="*/ 122 h 42"/>
                  <a:gd name="T8" fmla="*/ 43 w 22"/>
                  <a:gd name="T9" fmla="*/ 212 h 42"/>
                  <a:gd name="T10" fmla="*/ 92 w 22"/>
                  <a:gd name="T11" fmla="*/ 212 h 42"/>
                  <a:gd name="T12" fmla="*/ 92 w 22"/>
                  <a:gd name="T13" fmla="*/ 20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2">
                    <a:moveTo>
                      <a:pt x="22" y="5"/>
                    </a:moveTo>
                    <a:cubicBezTo>
                      <a:pt x="21" y="2"/>
                      <a:pt x="21" y="0"/>
                      <a:pt x="17" y="0"/>
                    </a:cubicBezTo>
                    <a:cubicBezTo>
                      <a:pt x="14" y="0"/>
                      <a:pt x="6" y="1"/>
                      <a:pt x="4" y="3"/>
                    </a:cubicBezTo>
                    <a:cubicBezTo>
                      <a:pt x="0" y="5"/>
                      <a:pt x="3" y="18"/>
                      <a:pt x="4" y="23"/>
                    </a:cubicBezTo>
                    <a:cubicBezTo>
                      <a:pt x="4" y="28"/>
                      <a:pt x="4" y="38"/>
                      <a:pt x="10" y="40"/>
                    </a:cubicBezTo>
                    <a:cubicBezTo>
                      <a:pt x="13" y="42"/>
                      <a:pt x="17" y="41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6" name="Freeform 975">
                <a:extLst>
                  <a:ext uri="{FF2B5EF4-FFF2-40B4-BE49-F238E27FC236}">
                    <a16:creationId xmlns:a16="http://schemas.microsoft.com/office/drawing/2014/main" id="{FC70C402-ED31-4E7E-B475-103DBC0D1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2569"/>
                <a:ext cx="42" cy="73"/>
              </a:xfrm>
              <a:custGeom>
                <a:avLst/>
                <a:gdLst>
                  <a:gd name="T0" fmla="*/ 68 w 26"/>
                  <a:gd name="T1" fmla="*/ 221 h 42"/>
                  <a:gd name="T2" fmla="*/ 0 w 26"/>
                  <a:gd name="T3" fmla="*/ 156 h 42"/>
                  <a:gd name="T4" fmla="*/ 34 w 26"/>
                  <a:gd name="T5" fmla="*/ 21 h 42"/>
                  <a:gd name="T6" fmla="*/ 97 w 26"/>
                  <a:gd name="T7" fmla="*/ 28 h 42"/>
                  <a:gd name="T8" fmla="*/ 110 w 26"/>
                  <a:gd name="T9" fmla="*/ 5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16" y="42"/>
                    </a:moveTo>
                    <a:cubicBezTo>
                      <a:pt x="7" y="42"/>
                      <a:pt x="1" y="40"/>
                      <a:pt x="0" y="30"/>
                    </a:cubicBezTo>
                    <a:cubicBezTo>
                      <a:pt x="0" y="23"/>
                      <a:pt x="3" y="10"/>
                      <a:pt x="8" y="4"/>
                    </a:cubicBezTo>
                    <a:cubicBezTo>
                      <a:pt x="12" y="0"/>
                      <a:pt x="19" y="3"/>
                      <a:pt x="23" y="5"/>
                    </a:cubicBezTo>
                    <a:cubicBezTo>
                      <a:pt x="26" y="6"/>
                      <a:pt x="26" y="7"/>
                      <a:pt x="26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7" name="Freeform 976">
                <a:extLst>
                  <a:ext uri="{FF2B5EF4-FFF2-40B4-BE49-F238E27FC236}">
                    <a16:creationId xmlns:a16="http://schemas.microsoft.com/office/drawing/2014/main" id="{B5338218-65D1-4389-9059-3845340FD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2822"/>
                <a:ext cx="35" cy="73"/>
              </a:xfrm>
              <a:custGeom>
                <a:avLst/>
                <a:gdLst>
                  <a:gd name="T0" fmla="*/ 55 w 21"/>
                  <a:gd name="T1" fmla="*/ 0 h 42"/>
                  <a:gd name="T2" fmla="*/ 28 w 21"/>
                  <a:gd name="T3" fmla="*/ 16 h 42"/>
                  <a:gd name="T4" fmla="*/ 0 w 21"/>
                  <a:gd name="T5" fmla="*/ 42 h 42"/>
                  <a:gd name="T6" fmla="*/ 13 w 21"/>
                  <a:gd name="T7" fmla="*/ 106 h 42"/>
                  <a:gd name="T8" fmla="*/ 28 w 21"/>
                  <a:gd name="T9" fmla="*/ 163 h 42"/>
                  <a:gd name="T10" fmla="*/ 63 w 21"/>
                  <a:gd name="T11" fmla="*/ 214 h 42"/>
                  <a:gd name="T12" fmla="*/ 97 w 21"/>
                  <a:gd name="T13" fmla="*/ 20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2">
                    <a:moveTo>
                      <a:pt x="12" y="0"/>
                    </a:moveTo>
                    <a:cubicBezTo>
                      <a:pt x="10" y="0"/>
                      <a:pt x="7" y="2"/>
                      <a:pt x="6" y="3"/>
                    </a:cubicBezTo>
                    <a:cubicBezTo>
                      <a:pt x="3" y="4"/>
                      <a:pt x="1" y="5"/>
                      <a:pt x="0" y="8"/>
                    </a:cubicBezTo>
                    <a:cubicBezTo>
                      <a:pt x="0" y="12"/>
                      <a:pt x="2" y="16"/>
                      <a:pt x="3" y="20"/>
                    </a:cubicBezTo>
                    <a:cubicBezTo>
                      <a:pt x="4" y="24"/>
                      <a:pt x="4" y="28"/>
                      <a:pt x="6" y="31"/>
                    </a:cubicBezTo>
                    <a:cubicBezTo>
                      <a:pt x="7" y="36"/>
                      <a:pt x="9" y="42"/>
                      <a:pt x="14" y="41"/>
                    </a:cubicBezTo>
                    <a:cubicBezTo>
                      <a:pt x="17" y="41"/>
                      <a:pt x="20" y="40"/>
                      <a:pt x="21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8" name="Freeform 977">
                <a:extLst>
                  <a:ext uri="{FF2B5EF4-FFF2-40B4-BE49-F238E27FC236}">
                    <a16:creationId xmlns:a16="http://schemas.microsoft.com/office/drawing/2014/main" id="{47C69E64-6567-4668-9CCF-B7A38193A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945"/>
                <a:ext cx="57" cy="68"/>
              </a:xfrm>
              <a:custGeom>
                <a:avLst/>
                <a:gdLst>
                  <a:gd name="T0" fmla="*/ 75 w 35"/>
                  <a:gd name="T1" fmla="*/ 16 h 39"/>
                  <a:gd name="T2" fmla="*/ 21 w 35"/>
                  <a:gd name="T3" fmla="*/ 49 h 39"/>
                  <a:gd name="T4" fmla="*/ 64 w 35"/>
                  <a:gd name="T5" fmla="*/ 164 h 39"/>
                  <a:gd name="T6" fmla="*/ 122 w 35"/>
                  <a:gd name="T7" fmla="*/ 201 h 39"/>
                  <a:gd name="T8" fmla="*/ 151 w 35"/>
                  <a:gd name="T9" fmla="*/ 17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9">
                    <a:moveTo>
                      <a:pt x="17" y="3"/>
                    </a:moveTo>
                    <a:cubicBezTo>
                      <a:pt x="12" y="0"/>
                      <a:pt x="7" y="6"/>
                      <a:pt x="5" y="9"/>
                    </a:cubicBezTo>
                    <a:cubicBezTo>
                      <a:pt x="0" y="16"/>
                      <a:pt x="10" y="26"/>
                      <a:pt x="15" y="31"/>
                    </a:cubicBezTo>
                    <a:cubicBezTo>
                      <a:pt x="19" y="35"/>
                      <a:pt x="23" y="39"/>
                      <a:pt x="28" y="38"/>
                    </a:cubicBezTo>
                    <a:cubicBezTo>
                      <a:pt x="31" y="38"/>
                      <a:pt x="35" y="36"/>
                      <a:pt x="35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9" name="Freeform 978">
                <a:extLst>
                  <a:ext uri="{FF2B5EF4-FFF2-40B4-BE49-F238E27FC236}">
                    <a16:creationId xmlns:a16="http://schemas.microsoft.com/office/drawing/2014/main" id="{76F85391-A6C1-459E-B14B-C7E99C8C0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3053"/>
                <a:ext cx="60" cy="75"/>
              </a:xfrm>
              <a:custGeom>
                <a:avLst/>
                <a:gdLst>
                  <a:gd name="T0" fmla="*/ 42 w 37"/>
                  <a:gd name="T1" fmla="*/ 30 h 43"/>
                  <a:gd name="T2" fmla="*/ 8 w 37"/>
                  <a:gd name="T3" fmla="*/ 78 h 43"/>
                  <a:gd name="T4" fmla="*/ 76 w 37"/>
                  <a:gd name="T5" fmla="*/ 192 h 43"/>
                  <a:gd name="T6" fmla="*/ 143 w 37"/>
                  <a:gd name="T7" fmla="*/ 197 h 43"/>
                  <a:gd name="T8" fmla="*/ 149 w 37"/>
                  <a:gd name="T9" fmla="*/ 136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3">
                    <a:moveTo>
                      <a:pt x="10" y="6"/>
                    </a:moveTo>
                    <a:cubicBezTo>
                      <a:pt x="8" y="0"/>
                      <a:pt x="2" y="13"/>
                      <a:pt x="2" y="15"/>
                    </a:cubicBezTo>
                    <a:cubicBezTo>
                      <a:pt x="0" y="24"/>
                      <a:pt x="11" y="32"/>
                      <a:pt x="18" y="36"/>
                    </a:cubicBezTo>
                    <a:cubicBezTo>
                      <a:pt x="22" y="38"/>
                      <a:pt x="29" y="43"/>
                      <a:pt x="33" y="37"/>
                    </a:cubicBezTo>
                    <a:cubicBezTo>
                      <a:pt x="35" y="35"/>
                      <a:pt x="37" y="30"/>
                      <a:pt x="35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0" name="Freeform 979">
                <a:extLst>
                  <a:ext uri="{FF2B5EF4-FFF2-40B4-BE49-F238E27FC236}">
                    <a16:creationId xmlns:a16="http://schemas.microsoft.com/office/drawing/2014/main" id="{A05323F7-7C28-4A57-992F-CB03918C6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2637"/>
                <a:ext cx="19" cy="68"/>
              </a:xfrm>
              <a:custGeom>
                <a:avLst/>
                <a:gdLst>
                  <a:gd name="T0" fmla="*/ 48 w 12"/>
                  <a:gd name="T1" fmla="*/ 9 h 39"/>
                  <a:gd name="T2" fmla="*/ 25 w 12"/>
                  <a:gd name="T3" fmla="*/ 5 h 39"/>
                  <a:gd name="T4" fmla="*/ 8 w 12"/>
                  <a:gd name="T5" fmla="*/ 85 h 39"/>
                  <a:gd name="T6" fmla="*/ 0 w 12"/>
                  <a:gd name="T7" fmla="*/ 176 h 39"/>
                  <a:gd name="T8" fmla="*/ 8 w 12"/>
                  <a:gd name="T9" fmla="*/ 20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9">
                    <a:moveTo>
                      <a:pt x="12" y="2"/>
                    </a:moveTo>
                    <a:cubicBezTo>
                      <a:pt x="10" y="2"/>
                      <a:pt x="7" y="0"/>
                      <a:pt x="6" y="1"/>
                    </a:cubicBezTo>
                    <a:cubicBezTo>
                      <a:pt x="3" y="2"/>
                      <a:pt x="2" y="13"/>
                      <a:pt x="2" y="16"/>
                    </a:cubicBezTo>
                    <a:cubicBezTo>
                      <a:pt x="1" y="21"/>
                      <a:pt x="0" y="27"/>
                      <a:pt x="0" y="33"/>
                    </a:cubicBezTo>
                    <a:cubicBezTo>
                      <a:pt x="0" y="35"/>
                      <a:pt x="0" y="38"/>
                      <a:pt x="2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1" name="Freeform 980">
                <a:extLst>
                  <a:ext uri="{FF2B5EF4-FFF2-40B4-BE49-F238E27FC236}">
                    <a16:creationId xmlns:a16="http://schemas.microsoft.com/office/drawing/2014/main" id="{FC0DA336-77B0-4A6E-9146-1F975B5B8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2773"/>
                <a:ext cx="18" cy="59"/>
              </a:xfrm>
              <a:custGeom>
                <a:avLst/>
                <a:gdLst>
                  <a:gd name="T0" fmla="*/ 41 w 11"/>
                  <a:gd name="T1" fmla="*/ 5 h 34"/>
                  <a:gd name="T2" fmla="*/ 8 w 11"/>
                  <a:gd name="T3" fmla="*/ 21 h 34"/>
                  <a:gd name="T4" fmla="*/ 18 w 11"/>
                  <a:gd name="T5" fmla="*/ 99 h 34"/>
                  <a:gd name="T6" fmla="*/ 47 w 11"/>
                  <a:gd name="T7" fmla="*/ 16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4">
                    <a:moveTo>
                      <a:pt x="9" y="1"/>
                    </a:moveTo>
                    <a:cubicBezTo>
                      <a:pt x="6" y="1"/>
                      <a:pt x="3" y="0"/>
                      <a:pt x="2" y="4"/>
                    </a:cubicBezTo>
                    <a:cubicBezTo>
                      <a:pt x="0" y="8"/>
                      <a:pt x="3" y="15"/>
                      <a:pt x="4" y="19"/>
                    </a:cubicBezTo>
                    <a:cubicBezTo>
                      <a:pt x="5" y="22"/>
                      <a:pt x="6" y="34"/>
                      <a:pt x="11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2" name="Freeform 981">
                <a:extLst>
                  <a:ext uri="{FF2B5EF4-FFF2-40B4-BE49-F238E27FC236}">
                    <a16:creationId xmlns:a16="http://schemas.microsoft.com/office/drawing/2014/main" id="{2065360C-1EAB-4D6B-9843-C0B2556E0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2895"/>
                <a:ext cx="39" cy="64"/>
              </a:xfrm>
              <a:custGeom>
                <a:avLst/>
                <a:gdLst>
                  <a:gd name="T0" fmla="*/ 55 w 24"/>
                  <a:gd name="T1" fmla="*/ 0 h 37"/>
                  <a:gd name="T2" fmla="*/ 60 w 24"/>
                  <a:gd name="T3" fmla="*/ 144 h 37"/>
                  <a:gd name="T4" fmla="*/ 102 w 24"/>
                  <a:gd name="T5" fmla="*/ 19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13" y="0"/>
                    </a:moveTo>
                    <a:cubicBezTo>
                      <a:pt x="0" y="2"/>
                      <a:pt x="11" y="21"/>
                      <a:pt x="14" y="28"/>
                    </a:cubicBezTo>
                    <a:cubicBezTo>
                      <a:pt x="16" y="32"/>
                      <a:pt x="19" y="37"/>
                      <a:pt x="24" y="3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3" name="Freeform 982">
                <a:extLst>
                  <a:ext uri="{FF2B5EF4-FFF2-40B4-BE49-F238E27FC236}">
                    <a16:creationId xmlns:a16="http://schemas.microsoft.com/office/drawing/2014/main" id="{BC60E03C-DCA9-453E-8F7D-F396D205D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2700"/>
                <a:ext cx="5" cy="9"/>
              </a:xfrm>
              <a:custGeom>
                <a:avLst/>
                <a:gdLst>
                  <a:gd name="T0" fmla="*/ 0 w 3"/>
                  <a:gd name="T1" fmla="*/ 29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4" name="Freeform 983">
                <a:extLst>
                  <a:ext uri="{FF2B5EF4-FFF2-40B4-BE49-F238E27FC236}">
                    <a16:creationId xmlns:a16="http://schemas.microsoft.com/office/drawing/2014/main" id="{3EE75310-1DD3-4ACD-9896-CB528CEFB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628"/>
                <a:ext cx="24" cy="16"/>
              </a:xfrm>
              <a:custGeom>
                <a:avLst/>
                <a:gdLst>
                  <a:gd name="T0" fmla="*/ 61 w 15"/>
                  <a:gd name="T1" fmla="*/ 50 h 9"/>
                  <a:gd name="T2" fmla="*/ 0 w 15"/>
                  <a:gd name="T3" fmla="*/ 3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15" y="9"/>
                    </a:moveTo>
                    <a:cubicBezTo>
                      <a:pt x="14" y="1"/>
                      <a:pt x="2" y="0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5" name="Freeform 984">
                <a:extLst>
                  <a:ext uri="{FF2B5EF4-FFF2-40B4-BE49-F238E27FC236}">
                    <a16:creationId xmlns:a16="http://schemas.microsoft.com/office/drawing/2014/main" id="{22CC4627-574B-4802-BCB7-F2E2C33A3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2630"/>
                <a:ext cx="11" cy="9"/>
              </a:xfrm>
              <a:custGeom>
                <a:avLst/>
                <a:gdLst>
                  <a:gd name="T0" fmla="*/ 14 w 7"/>
                  <a:gd name="T1" fmla="*/ 0 h 5"/>
                  <a:gd name="T2" fmla="*/ 0 w 7"/>
                  <a:gd name="T3" fmla="*/ 2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7" y="3"/>
                      <a:pt x="2" y="5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6" name="Freeform 985">
                <a:extLst>
                  <a:ext uri="{FF2B5EF4-FFF2-40B4-BE49-F238E27FC236}">
                    <a16:creationId xmlns:a16="http://schemas.microsoft.com/office/drawing/2014/main" id="{7FA55C51-9192-4959-8C91-759516F04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2557"/>
                <a:ext cx="25" cy="21"/>
              </a:xfrm>
              <a:custGeom>
                <a:avLst/>
                <a:gdLst>
                  <a:gd name="T0" fmla="*/ 47 w 15"/>
                  <a:gd name="T1" fmla="*/ 65 h 12"/>
                  <a:gd name="T2" fmla="*/ 0 w 15"/>
                  <a:gd name="T3" fmla="*/ 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0" y="12"/>
                    </a:moveTo>
                    <a:cubicBezTo>
                      <a:pt x="15" y="7"/>
                      <a:pt x="5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7" name="Freeform 986">
                <a:extLst>
                  <a:ext uri="{FF2B5EF4-FFF2-40B4-BE49-F238E27FC236}">
                    <a16:creationId xmlns:a16="http://schemas.microsoft.com/office/drawing/2014/main" id="{E09E8F67-D025-40FC-94F1-F2BB83325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2627"/>
                <a:ext cx="6" cy="5"/>
              </a:xfrm>
              <a:custGeom>
                <a:avLst/>
                <a:gdLst>
                  <a:gd name="T0" fmla="*/ 14 w 4"/>
                  <a:gd name="T1" fmla="*/ 13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8" name="Freeform 987">
                <a:extLst>
                  <a:ext uri="{FF2B5EF4-FFF2-40B4-BE49-F238E27FC236}">
                    <a16:creationId xmlns:a16="http://schemas.microsoft.com/office/drawing/2014/main" id="{647AD81E-B041-469D-8593-660F1DE8E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702"/>
                <a:ext cx="23" cy="10"/>
              </a:xfrm>
              <a:custGeom>
                <a:avLst/>
                <a:gdLst>
                  <a:gd name="T0" fmla="*/ 62 w 14"/>
                  <a:gd name="T1" fmla="*/ 20 h 6"/>
                  <a:gd name="T2" fmla="*/ 0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4"/>
                    </a:moveTo>
                    <a:cubicBezTo>
                      <a:pt x="9" y="4"/>
                      <a:pt x="2" y="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9" name="Freeform 988">
                <a:extLst>
                  <a:ext uri="{FF2B5EF4-FFF2-40B4-BE49-F238E27FC236}">
                    <a16:creationId xmlns:a16="http://schemas.microsoft.com/office/drawing/2014/main" id="{94DA765A-6E1C-431A-838F-C4155900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764"/>
                <a:ext cx="30" cy="9"/>
              </a:xfrm>
              <a:custGeom>
                <a:avLst/>
                <a:gdLst>
                  <a:gd name="T0" fmla="*/ 83 w 18"/>
                  <a:gd name="T1" fmla="*/ 0 h 5"/>
                  <a:gd name="T2" fmla="*/ 70 w 18"/>
                  <a:gd name="T3" fmla="*/ 23 h 5"/>
                  <a:gd name="T4" fmla="*/ 42 w 18"/>
                  <a:gd name="T5" fmla="*/ 29 h 5"/>
                  <a:gd name="T6" fmla="*/ 0 w 18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18" y="0"/>
                    </a:moveTo>
                    <a:cubicBezTo>
                      <a:pt x="16" y="1"/>
                      <a:pt x="17" y="3"/>
                      <a:pt x="15" y="4"/>
                    </a:cubicBezTo>
                    <a:cubicBezTo>
                      <a:pt x="13" y="5"/>
                      <a:pt x="11" y="5"/>
                      <a:pt x="9" y="5"/>
                    </a:cubicBezTo>
                    <a:cubicBezTo>
                      <a:pt x="5" y="5"/>
                      <a:pt x="2" y="5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0" name="Freeform 989">
                <a:extLst>
                  <a:ext uri="{FF2B5EF4-FFF2-40B4-BE49-F238E27FC236}">
                    <a16:creationId xmlns:a16="http://schemas.microsoft.com/office/drawing/2014/main" id="{51DF03F3-48EF-49F7-BC7D-244A10018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2823"/>
                <a:ext cx="31" cy="14"/>
              </a:xfrm>
              <a:custGeom>
                <a:avLst/>
                <a:gdLst>
                  <a:gd name="T0" fmla="*/ 77 w 19"/>
                  <a:gd name="T1" fmla="*/ 0 h 8"/>
                  <a:gd name="T2" fmla="*/ 29 w 19"/>
                  <a:gd name="T3" fmla="*/ 33 h 8"/>
                  <a:gd name="T4" fmla="*/ 0 w 1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8" y="0"/>
                    </a:moveTo>
                    <a:cubicBezTo>
                      <a:pt x="19" y="5"/>
                      <a:pt x="11" y="5"/>
                      <a:pt x="7" y="6"/>
                    </a:cubicBezTo>
                    <a:cubicBezTo>
                      <a:pt x="5" y="6"/>
                      <a:pt x="1" y="8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1" name="Freeform 990">
                <a:extLst>
                  <a:ext uri="{FF2B5EF4-FFF2-40B4-BE49-F238E27FC236}">
                    <a16:creationId xmlns:a16="http://schemas.microsoft.com/office/drawing/2014/main" id="{3C0B786A-D41A-4E04-B4F6-F9F47F050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2773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2" name="Freeform 991">
                <a:extLst>
                  <a:ext uri="{FF2B5EF4-FFF2-40B4-BE49-F238E27FC236}">
                    <a16:creationId xmlns:a16="http://schemas.microsoft.com/office/drawing/2014/main" id="{E0E9DD25-08A8-4D1C-A68C-E253F494B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773"/>
                <a:ext cx="5" cy="5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3" name="Freeform 992">
                <a:extLst>
                  <a:ext uri="{FF2B5EF4-FFF2-40B4-BE49-F238E27FC236}">
                    <a16:creationId xmlns:a16="http://schemas.microsoft.com/office/drawing/2014/main" id="{144CCEC0-9AC5-439E-A1D5-69BC3A7DD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709"/>
                <a:ext cx="6" cy="5"/>
              </a:xfrm>
              <a:custGeom>
                <a:avLst/>
                <a:gdLst>
                  <a:gd name="T0" fmla="*/ 14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0"/>
                      <a:pt x="0" y="1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4" name="Freeform 993">
                <a:extLst>
                  <a:ext uri="{FF2B5EF4-FFF2-40B4-BE49-F238E27FC236}">
                    <a16:creationId xmlns:a16="http://schemas.microsoft.com/office/drawing/2014/main" id="{5664046B-3AD2-4E08-B23A-6A643BB08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" y="2829"/>
                <a:ext cx="8" cy="7"/>
              </a:xfrm>
              <a:custGeom>
                <a:avLst/>
                <a:gdLst>
                  <a:gd name="T0" fmla="*/ 0 w 5"/>
                  <a:gd name="T1" fmla="*/ 7 h 4"/>
                  <a:gd name="T2" fmla="*/ 21 w 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2" y="0"/>
                      <a:pt x="5" y="1"/>
                      <a:pt x="5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5" name="Freeform 994">
                <a:extLst>
                  <a:ext uri="{FF2B5EF4-FFF2-40B4-BE49-F238E27FC236}">
                    <a16:creationId xmlns:a16="http://schemas.microsoft.com/office/drawing/2014/main" id="{DC3C600C-5FDB-488E-93FE-DD90367AD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2886"/>
                <a:ext cx="33" cy="21"/>
              </a:xfrm>
              <a:custGeom>
                <a:avLst/>
                <a:gdLst>
                  <a:gd name="T0" fmla="*/ 84 w 20"/>
                  <a:gd name="T1" fmla="*/ 0 h 12"/>
                  <a:gd name="T2" fmla="*/ 76 w 20"/>
                  <a:gd name="T3" fmla="*/ 37 h 12"/>
                  <a:gd name="T4" fmla="*/ 35 w 20"/>
                  <a:gd name="T5" fmla="*/ 58 h 12"/>
                  <a:gd name="T6" fmla="*/ 0 w 20"/>
                  <a:gd name="T7" fmla="*/ 4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cubicBezTo>
                      <a:pt x="19" y="2"/>
                      <a:pt x="20" y="5"/>
                      <a:pt x="17" y="7"/>
                    </a:cubicBezTo>
                    <a:cubicBezTo>
                      <a:pt x="15" y="9"/>
                      <a:pt x="11" y="10"/>
                      <a:pt x="8" y="11"/>
                    </a:cubicBezTo>
                    <a:cubicBezTo>
                      <a:pt x="6" y="12"/>
                      <a:pt x="1" y="11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6" name="Freeform 995">
                <a:extLst>
                  <a:ext uri="{FF2B5EF4-FFF2-40B4-BE49-F238E27FC236}">
                    <a16:creationId xmlns:a16="http://schemas.microsoft.com/office/drawing/2014/main" id="{3A7EAF12-536D-4898-BC36-7EEB84C51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" y="2900"/>
                <a:ext cx="8" cy="7"/>
              </a:xfrm>
              <a:custGeom>
                <a:avLst/>
                <a:gdLst>
                  <a:gd name="T0" fmla="*/ 21 w 5"/>
                  <a:gd name="T1" fmla="*/ 21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7" name="Freeform 996">
                <a:extLst>
                  <a:ext uri="{FF2B5EF4-FFF2-40B4-BE49-F238E27FC236}">
                    <a16:creationId xmlns:a16="http://schemas.microsoft.com/office/drawing/2014/main" id="{1CA9ECAC-4D49-4F11-9F75-23A9E6362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952"/>
                <a:ext cx="25" cy="26"/>
              </a:xfrm>
              <a:custGeom>
                <a:avLst/>
                <a:gdLst>
                  <a:gd name="T0" fmla="*/ 55 w 15"/>
                  <a:gd name="T1" fmla="*/ 0 h 15"/>
                  <a:gd name="T2" fmla="*/ 33 w 15"/>
                  <a:gd name="T3" fmla="*/ 57 h 15"/>
                  <a:gd name="T4" fmla="*/ 0 w 15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12" y="0"/>
                    </a:moveTo>
                    <a:cubicBezTo>
                      <a:pt x="15" y="6"/>
                      <a:pt x="11" y="8"/>
                      <a:pt x="7" y="11"/>
                    </a:cubicBezTo>
                    <a:cubicBezTo>
                      <a:pt x="5" y="12"/>
                      <a:pt x="2" y="1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8" name="Freeform 997">
                <a:extLst>
                  <a:ext uri="{FF2B5EF4-FFF2-40B4-BE49-F238E27FC236}">
                    <a16:creationId xmlns:a16="http://schemas.microsoft.com/office/drawing/2014/main" id="{B55D4BB3-4137-4C44-9657-8E23E7E43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3006"/>
                <a:ext cx="27" cy="30"/>
              </a:xfrm>
              <a:custGeom>
                <a:avLst/>
                <a:gdLst>
                  <a:gd name="T0" fmla="*/ 57 w 16"/>
                  <a:gd name="T1" fmla="*/ 0 h 17"/>
                  <a:gd name="T2" fmla="*/ 71 w 16"/>
                  <a:gd name="T3" fmla="*/ 44 h 17"/>
                  <a:gd name="T4" fmla="*/ 42 w 16"/>
                  <a:gd name="T5" fmla="*/ 72 h 17"/>
                  <a:gd name="T6" fmla="*/ 0 w 16"/>
                  <a:gd name="T7" fmla="*/ 8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12" y="0"/>
                    </a:moveTo>
                    <a:cubicBezTo>
                      <a:pt x="14" y="1"/>
                      <a:pt x="16" y="5"/>
                      <a:pt x="15" y="8"/>
                    </a:cubicBezTo>
                    <a:cubicBezTo>
                      <a:pt x="14" y="9"/>
                      <a:pt x="10" y="11"/>
                      <a:pt x="9" y="13"/>
                    </a:cubicBezTo>
                    <a:cubicBezTo>
                      <a:pt x="7" y="15"/>
                      <a:pt x="3" y="17"/>
                      <a:pt x="0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9" name="Freeform 998">
                <a:extLst>
                  <a:ext uri="{FF2B5EF4-FFF2-40B4-BE49-F238E27FC236}">
                    <a16:creationId xmlns:a16="http://schemas.microsoft.com/office/drawing/2014/main" id="{00222036-1E12-42BB-84C4-9FE5BC573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2963"/>
                <a:ext cx="8" cy="5"/>
              </a:xfrm>
              <a:custGeom>
                <a:avLst/>
                <a:gdLst>
                  <a:gd name="T0" fmla="*/ 0 w 5"/>
                  <a:gd name="T1" fmla="*/ 0 h 3"/>
                  <a:gd name="T2" fmla="*/ 21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0"/>
                      <a:pt x="5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0" name="Freeform 999">
                <a:extLst>
                  <a:ext uri="{FF2B5EF4-FFF2-40B4-BE49-F238E27FC236}">
                    <a16:creationId xmlns:a16="http://schemas.microsoft.com/office/drawing/2014/main" id="{2359A6BD-BF7F-4205-A6B7-6FFD2DABB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2973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5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0" y="6"/>
                      <a:pt x="1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1" name="Freeform 1000">
                <a:extLst>
                  <a:ext uri="{FF2B5EF4-FFF2-40B4-BE49-F238E27FC236}">
                    <a16:creationId xmlns:a16="http://schemas.microsoft.com/office/drawing/2014/main" id="{71C2549B-B6E1-407C-86CA-DAE9F370A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013"/>
                <a:ext cx="49" cy="68"/>
              </a:xfrm>
              <a:custGeom>
                <a:avLst/>
                <a:gdLst>
                  <a:gd name="T0" fmla="*/ 13 w 30"/>
                  <a:gd name="T1" fmla="*/ 0 h 39"/>
                  <a:gd name="T2" fmla="*/ 8 w 30"/>
                  <a:gd name="T3" fmla="*/ 49 h 39"/>
                  <a:gd name="T4" fmla="*/ 54 w 30"/>
                  <a:gd name="T5" fmla="*/ 113 h 39"/>
                  <a:gd name="T6" fmla="*/ 131 w 30"/>
                  <a:gd name="T7" fmla="*/ 20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3" y="0"/>
                    </a:moveTo>
                    <a:cubicBezTo>
                      <a:pt x="0" y="1"/>
                      <a:pt x="1" y="7"/>
                      <a:pt x="2" y="9"/>
                    </a:cubicBezTo>
                    <a:cubicBezTo>
                      <a:pt x="5" y="14"/>
                      <a:pt x="9" y="17"/>
                      <a:pt x="12" y="21"/>
                    </a:cubicBezTo>
                    <a:cubicBezTo>
                      <a:pt x="17" y="27"/>
                      <a:pt x="21" y="39"/>
                      <a:pt x="30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2" name="Freeform 1001">
                <a:extLst>
                  <a:ext uri="{FF2B5EF4-FFF2-40B4-BE49-F238E27FC236}">
                    <a16:creationId xmlns:a16="http://schemas.microsoft.com/office/drawing/2014/main" id="{973C6D86-1665-41FA-BD36-183131EE5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3034"/>
                <a:ext cx="2" cy="10"/>
              </a:xfrm>
              <a:custGeom>
                <a:avLst/>
                <a:gdLst>
                  <a:gd name="T0" fmla="*/ 8 w 1"/>
                  <a:gd name="T1" fmla="*/ 0 h 6"/>
                  <a:gd name="T2" fmla="*/ 8 w 1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3" name="Freeform 1002">
                <a:extLst>
                  <a:ext uri="{FF2B5EF4-FFF2-40B4-BE49-F238E27FC236}">
                    <a16:creationId xmlns:a16="http://schemas.microsoft.com/office/drawing/2014/main" id="{1E15D425-6F77-428A-82D5-7AA526BA6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022"/>
                <a:ext cx="7" cy="2"/>
              </a:xfrm>
              <a:custGeom>
                <a:avLst/>
                <a:gdLst>
                  <a:gd name="T0" fmla="*/ 0 w 4"/>
                  <a:gd name="T1" fmla="*/ 8 h 1"/>
                  <a:gd name="T2" fmla="*/ 21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4" name="Freeform 1003">
                <a:extLst>
                  <a:ext uri="{FF2B5EF4-FFF2-40B4-BE49-F238E27FC236}">
                    <a16:creationId xmlns:a16="http://schemas.microsoft.com/office/drawing/2014/main" id="{F8D1EA4A-D8A8-464F-AF1D-A87358E85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3077"/>
                <a:ext cx="22" cy="27"/>
              </a:xfrm>
              <a:custGeom>
                <a:avLst/>
                <a:gdLst>
                  <a:gd name="T0" fmla="*/ 49 w 13"/>
                  <a:gd name="T1" fmla="*/ 0 h 15"/>
                  <a:gd name="T2" fmla="*/ 29 w 13"/>
                  <a:gd name="T3" fmla="*/ 45 h 15"/>
                  <a:gd name="T4" fmla="*/ 0 w 13"/>
                  <a:gd name="T5" fmla="*/ 7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0" y="0"/>
                    </a:moveTo>
                    <a:cubicBezTo>
                      <a:pt x="13" y="5"/>
                      <a:pt x="10" y="5"/>
                      <a:pt x="6" y="8"/>
                    </a:cubicBezTo>
                    <a:cubicBezTo>
                      <a:pt x="5" y="10"/>
                      <a:pt x="3" y="1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5" name="Freeform 1004">
                <a:extLst>
                  <a:ext uri="{FF2B5EF4-FFF2-40B4-BE49-F238E27FC236}">
                    <a16:creationId xmlns:a16="http://schemas.microsoft.com/office/drawing/2014/main" id="{EE25EC73-E99C-4D30-A428-486769FC7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3084"/>
                <a:ext cx="10" cy="4"/>
              </a:xfrm>
              <a:custGeom>
                <a:avLst/>
                <a:gdLst>
                  <a:gd name="T0" fmla="*/ 28 w 6"/>
                  <a:gd name="T1" fmla="*/ 16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5" y="1"/>
                      <a:pt x="3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6" name="Freeform 1005">
                <a:extLst>
                  <a:ext uri="{FF2B5EF4-FFF2-40B4-BE49-F238E27FC236}">
                    <a16:creationId xmlns:a16="http://schemas.microsoft.com/office/drawing/2014/main" id="{BCDFB579-6AA6-4880-8679-E9E998464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137"/>
                <a:ext cx="66" cy="47"/>
              </a:xfrm>
              <a:custGeom>
                <a:avLst/>
                <a:gdLst>
                  <a:gd name="T0" fmla="*/ 21 w 40"/>
                  <a:gd name="T1" fmla="*/ 0 h 27"/>
                  <a:gd name="T2" fmla="*/ 21 w 40"/>
                  <a:gd name="T3" fmla="*/ 73 h 27"/>
                  <a:gd name="T4" fmla="*/ 54 w 40"/>
                  <a:gd name="T5" fmla="*/ 91 h 27"/>
                  <a:gd name="T6" fmla="*/ 96 w 40"/>
                  <a:gd name="T7" fmla="*/ 115 h 27"/>
                  <a:gd name="T8" fmla="*/ 160 w 40"/>
                  <a:gd name="T9" fmla="*/ 134 h 27"/>
                  <a:gd name="T10" fmla="*/ 180 w 40"/>
                  <a:gd name="T11" fmla="*/ 7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7">
                    <a:moveTo>
                      <a:pt x="5" y="0"/>
                    </a:moveTo>
                    <a:cubicBezTo>
                      <a:pt x="2" y="5"/>
                      <a:pt x="0" y="10"/>
                      <a:pt x="5" y="14"/>
                    </a:cubicBezTo>
                    <a:cubicBezTo>
                      <a:pt x="7" y="16"/>
                      <a:pt x="10" y="16"/>
                      <a:pt x="12" y="17"/>
                    </a:cubicBezTo>
                    <a:cubicBezTo>
                      <a:pt x="15" y="18"/>
                      <a:pt x="18" y="20"/>
                      <a:pt x="21" y="22"/>
                    </a:cubicBezTo>
                    <a:cubicBezTo>
                      <a:pt x="24" y="23"/>
                      <a:pt x="33" y="27"/>
                      <a:pt x="36" y="25"/>
                    </a:cubicBezTo>
                    <a:cubicBezTo>
                      <a:pt x="40" y="22"/>
                      <a:pt x="39" y="18"/>
                      <a:pt x="4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7" name="Freeform 1006">
                <a:extLst>
                  <a:ext uri="{FF2B5EF4-FFF2-40B4-BE49-F238E27FC236}">
                    <a16:creationId xmlns:a16="http://schemas.microsoft.com/office/drawing/2014/main" id="{D0135048-273F-4FB5-8F32-A7A307E12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3180"/>
                <a:ext cx="72" cy="37"/>
              </a:xfrm>
              <a:custGeom>
                <a:avLst/>
                <a:gdLst>
                  <a:gd name="T0" fmla="*/ 8 w 44"/>
                  <a:gd name="T1" fmla="*/ 0 h 21"/>
                  <a:gd name="T2" fmla="*/ 0 w 44"/>
                  <a:gd name="T3" fmla="*/ 0 h 21"/>
                  <a:gd name="T4" fmla="*/ 13 w 44"/>
                  <a:gd name="T5" fmla="*/ 58 h 21"/>
                  <a:gd name="T6" fmla="*/ 47 w 44"/>
                  <a:gd name="T7" fmla="*/ 78 h 21"/>
                  <a:gd name="T8" fmla="*/ 101 w 44"/>
                  <a:gd name="T9" fmla="*/ 93 h 21"/>
                  <a:gd name="T10" fmla="*/ 173 w 44"/>
                  <a:gd name="T11" fmla="*/ 99 h 21"/>
                  <a:gd name="T12" fmla="*/ 188 w 44"/>
                  <a:gd name="T13" fmla="*/ 3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1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0" y="9"/>
                      <a:pt x="3" y="11"/>
                    </a:cubicBezTo>
                    <a:cubicBezTo>
                      <a:pt x="5" y="13"/>
                      <a:pt x="9" y="14"/>
                      <a:pt x="11" y="14"/>
                    </a:cubicBezTo>
                    <a:cubicBezTo>
                      <a:pt x="15" y="15"/>
                      <a:pt x="19" y="16"/>
                      <a:pt x="23" y="17"/>
                    </a:cubicBezTo>
                    <a:cubicBezTo>
                      <a:pt x="29" y="18"/>
                      <a:pt x="35" y="21"/>
                      <a:pt x="40" y="18"/>
                    </a:cubicBezTo>
                    <a:cubicBezTo>
                      <a:pt x="44" y="15"/>
                      <a:pt x="44" y="10"/>
                      <a:pt x="43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8" name="Freeform 1007">
                <a:extLst>
                  <a:ext uri="{FF2B5EF4-FFF2-40B4-BE49-F238E27FC236}">
                    <a16:creationId xmlns:a16="http://schemas.microsoft.com/office/drawing/2014/main" id="{8F8B3FD1-A729-48B5-B247-80DE47F5F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3170"/>
                <a:ext cx="77" cy="48"/>
              </a:xfrm>
              <a:custGeom>
                <a:avLst/>
                <a:gdLst>
                  <a:gd name="T0" fmla="*/ 18 w 47"/>
                  <a:gd name="T1" fmla="*/ 41 h 28"/>
                  <a:gd name="T2" fmla="*/ 34 w 47"/>
                  <a:gd name="T3" fmla="*/ 120 h 28"/>
                  <a:gd name="T4" fmla="*/ 131 w 47"/>
                  <a:gd name="T5" fmla="*/ 106 h 28"/>
                  <a:gd name="T6" fmla="*/ 202 w 47"/>
                  <a:gd name="T7" fmla="*/ 57 h 28"/>
                  <a:gd name="T8" fmla="*/ 185 w 47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8">
                    <a:moveTo>
                      <a:pt x="4" y="8"/>
                    </a:moveTo>
                    <a:cubicBezTo>
                      <a:pt x="0" y="11"/>
                      <a:pt x="6" y="21"/>
                      <a:pt x="8" y="24"/>
                    </a:cubicBezTo>
                    <a:cubicBezTo>
                      <a:pt x="13" y="28"/>
                      <a:pt x="25" y="22"/>
                      <a:pt x="30" y="21"/>
                    </a:cubicBezTo>
                    <a:cubicBezTo>
                      <a:pt x="37" y="18"/>
                      <a:pt x="43" y="19"/>
                      <a:pt x="46" y="11"/>
                    </a:cubicBezTo>
                    <a:cubicBezTo>
                      <a:pt x="47" y="6"/>
                      <a:pt x="45" y="4"/>
                      <a:pt x="4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9" name="Freeform 1008">
                <a:extLst>
                  <a:ext uri="{FF2B5EF4-FFF2-40B4-BE49-F238E27FC236}">
                    <a16:creationId xmlns:a16="http://schemas.microsoft.com/office/drawing/2014/main" id="{F2B1783B-BDF1-49B4-A526-8E0E6BC52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3105"/>
                <a:ext cx="75" cy="65"/>
              </a:xfrm>
              <a:custGeom>
                <a:avLst/>
                <a:gdLst>
                  <a:gd name="T0" fmla="*/ 18 w 46"/>
                  <a:gd name="T1" fmla="*/ 98 h 37"/>
                  <a:gd name="T2" fmla="*/ 55 w 46"/>
                  <a:gd name="T3" fmla="*/ 172 h 37"/>
                  <a:gd name="T4" fmla="*/ 135 w 46"/>
                  <a:gd name="T5" fmla="*/ 142 h 37"/>
                  <a:gd name="T6" fmla="*/ 181 w 46"/>
                  <a:gd name="T7" fmla="*/ 86 h 37"/>
                  <a:gd name="T8" fmla="*/ 186 w 46"/>
                  <a:gd name="T9" fmla="*/ 37 h 37"/>
                  <a:gd name="T10" fmla="*/ 147 w 46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7">
                    <a:moveTo>
                      <a:pt x="4" y="18"/>
                    </a:moveTo>
                    <a:cubicBezTo>
                      <a:pt x="0" y="22"/>
                      <a:pt x="9" y="30"/>
                      <a:pt x="13" y="32"/>
                    </a:cubicBezTo>
                    <a:cubicBezTo>
                      <a:pt x="20" y="37"/>
                      <a:pt x="25" y="30"/>
                      <a:pt x="31" y="26"/>
                    </a:cubicBezTo>
                    <a:cubicBezTo>
                      <a:pt x="35" y="23"/>
                      <a:pt x="38" y="20"/>
                      <a:pt x="42" y="16"/>
                    </a:cubicBezTo>
                    <a:cubicBezTo>
                      <a:pt x="45" y="12"/>
                      <a:pt x="46" y="11"/>
                      <a:pt x="43" y="7"/>
                    </a:cubicBezTo>
                    <a:cubicBezTo>
                      <a:pt x="40" y="3"/>
                      <a:pt x="39" y="0"/>
                      <a:pt x="3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0" name="Freeform 1009">
                <a:extLst>
                  <a:ext uri="{FF2B5EF4-FFF2-40B4-BE49-F238E27FC236}">
                    <a16:creationId xmlns:a16="http://schemas.microsoft.com/office/drawing/2014/main" id="{179B8DE2-0339-4167-8F4E-C47E59727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3001"/>
                <a:ext cx="67" cy="75"/>
              </a:xfrm>
              <a:custGeom>
                <a:avLst/>
                <a:gdLst>
                  <a:gd name="T0" fmla="*/ 21 w 41"/>
                  <a:gd name="T1" fmla="*/ 148 h 43"/>
                  <a:gd name="T2" fmla="*/ 62 w 41"/>
                  <a:gd name="T3" fmla="*/ 220 h 43"/>
                  <a:gd name="T4" fmla="*/ 131 w 41"/>
                  <a:gd name="T5" fmla="*/ 122 h 43"/>
                  <a:gd name="T6" fmla="*/ 160 w 41"/>
                  <a:gd name="T7" fmla="*/ 28 h 43"/>
                  <a:gd name="T8" fmla="*/ 113 w 41"/>
                  <a:gd name="T9" fmla="*/ 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5" y="28"/>
                    </a:moveTo>
                    <a:cubicBezTo>
                      <a:pt x="0" y="31"/>
                      <a:pt x="11" y="41"/>
                      <a:pt x="14" y="41"/>
                    </a:cubicBezTo>
                    <a:cubicBezTo>
                      <a:pt x="21" y="43"/>
                      <a:pt x="27" y="28"/>
                      <a:pt x="30" y="23"/>
                    </a:cubicBezTo>
                    <a:cubicBezTo>
                      <a:pt x="32" y="19"/>
                      <a:pt x="41" y="10"/>
                      <a:pt x="37" y="5"/>
                    </a:cubicBezTo>
                    <a:cubicBezTo>
                      <a:pt x="35" y="2"/>
                      <a:pt x="29" y="0"/>
                      <a:pt x="2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1" name="Freeform 1010">
                <a:extLst>
                  <a:ext uri="{FF2B5EF4-FFF2-40B4-BE49-F238E27FC236}">
                    <a16:creationId xmlns:a16="http://schemas.microsoft.com/office/drawing/2014/main" id="{F9C0BC23-E720-4293-8DBA-9165AB8C0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858"/>
                <a:ext cx="40" cy="84"/>
              </a:xfrm>
              <a:custGeom>
                <a:avLst/>
                <a:gdLst>
                  <a:gd name="T0" fmla="*/ 0 w 25"/>
                  <a:gd name="T1" fmla="*/ 215 h 48"/>
                  <a:gd name="T2" fmla="*/ 67 w 25"/>
                  <a:gd name="T3" fmla="*/ 228 h 48"/>
                  <a:gd name="T4" fmla="*/ 102 w 25"/>
                  <a:gd name="T5" fmla="*/ 107 h 48"/>
                  <a:gd name="T6" fmla="*/ 102 w 25"/>
                  <a:gd name="T7" fmla="*/ 58 h 48"/>
                  <a:gd name="T8" fmla="*/ 94 w 25"/>
                  <a:gd name="T9" fmla="*/ 12 h 48"/>
                  <a:gd name="T10" fmla="*/ 54 w 25"/>
                  <a:gd name="T11" fmla="*/ 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8">
                    <a:moveTo>
                      <a:pt x="0" y="40"/>
                    </a:moveTo>
                    <a:cubicBezTo>
                      <a:pt x="6" y="43"/>
                      <a:pt x="11" y="48"/>
                      <a:pt x="16" y="42"/>
                    </a:cubicBezTo>
                    <a:cubicBezTo>
                      <a:pt x="20" y="36"/>
                      <a:pt x="24" y="28"/>
                      <a:pt x="25" y="20"/>
                    </a:cubicBezTo>
                    <a:cubicBezTo>
                      <a:pt x="25" y="17"/>
                      <a:pt x="25" y="14"/>
                      <a:pt x="25" y="11"/>
                    </a:cubicBezTo>
                    <a:cubicBezTo>
                      <a:pt x="24" y="9"/>
                      <a:pt x="24" y="4"/>
                      <a:pt x="23" y="2"/>
                    </a:cubicBezTo>
                    <a:cubicBezTo>
                      <a:pt x="21" y="0"/>
                      <a:pt x="16" y="1"/>
                      <a:pt x="1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2" name="Freeform 1011">
                <a:extLst>
                  <a:ext uri="{FF2B5EF4-FFF2-40B4-BE49-F238E27FC236}">
                    <a16:creationId xmlns:a16="http://schemas.microsoft.com/office/drawing/2014/main" id="{2DEBDE3C-39DD-46C4-8D0A-41167EE3A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719"/>
                <a:ext cx="28" cy="82"/>
              </a:xfrm>
              <a:custGeom>
                <a:avLst/>
                <a:gdLst>
                  <a:gd name="T0" fmla="*/ 0 w 17"/>
                  <a:gd name="T1" fmla="*/ 222 h 47"/>
                  <a:gd name="T2" fmla="*/ 63 w 17"/>
                  <a:gd name="T3" fmla="*/ 213 h 47"/>
                  <a:gd name="T4" fmla="*/ 63 w 17"/>
                  <a:gd name="T5" fmla="*/ 70 h 47"/>
                  <a:gd name="T6" fmla="*/ 33 w 17"/>
                  <a:gd name="T7" fmla="*/ 9 h 47"/>
                  <a:gd name="T8" fmla="*/ 0 w 17"/>
                  <a:gd name="T9" fmla="*/ 3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0" y="42"/>
                    </a:moveTo>
                    <a:cubicBezTo>
                      <a:pt x="5" y="42"/>
                      <a:pt x="11" y="47"/>
                      <a:pt x="14" y="40"/>
                    </a:cubicBezTo>
                    <a:cubicBezTo>
                      <a:pt x="17" y="32"/>
                      <a:pt x="14" y="21"/>
                      <a:pt x="14" y="13"/>
                    </a:cubicBezTo>
                    <a:cubicBezTo>
                      <a:pt x="13" y="9"/>
                      <a:pt x="14" y="0"/>
                      <a:pt x="7" y="2"/>
                    </a:cubicBezTo>
                    <a:cubicBezTo>
                      <a:pt x="4" y="2"/>
                      <a:pt x="3" y="5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3" name="Freeform 1012">
                <a:extLst>
                  <a:ext uri="{FF2B5EF4-FFF2-40B4-BE49-F238E27FC236}">
                    <a16:creationId xmlns:a16="http://schemas.microsoft.com/office/drawing/2014/main" id="{0E91A502-8C2A-4C0E-99B4-9B0C1FD3D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569"/>
                <a:ext cx="46" cy="80"/>
              </a:xfrm>
              <a:custGeom>
                <a:avLst/>
                <a:gdLst>
                  <a:gd name="T0" fmla="*/ 54 w 28"/>
                  <a:gd name="T1" fmla="*/ 242 h 46"/>
                  <a:gd name="T2" fmla="*/ 125 w 28"/>
                  <a:gd name="T3" fmla="*/ 172 h 46"/>
                  <a:gd name="T4" fmla="*/ 89 w 28"/>
                  <a:gd name="T5" fmla="*/ 49 h 46"/>
                  <a:gd name="T6" fmla="*/ 0 w 28"/>
                  <a:gd name="T7" fmla="*/ 5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12" y="46"/>
                    </a:moveTo>
                    <a:cubicBezTo>
                      <a:pt x="19" y="46"/>
                      <a:pt x="27" y="41"/>
                      <a:pt x="28" y="33"/>
                    </a:cubicBezTo>
                    <a:cubicBezTo>
                      <a:pt x="28" y="26"/>
                      <a:pt x="24" y="16"/>
                      <a:pt x="20" y="9"/>
                    </a:cubicBezTo>
                    <a:cubicBezTo>
                      <a:pt x="14" y="0"/>
                      <a:pt x="7" y="3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4" name="Freeform 1013">
                <a:extLst>
                  <a:ext uri="{FF2B5EF4-FFF2-40B4-BE49-F238E27FC236}">
                    <a16:creationId xmlns:a16="http://schemas.microsoft.com/office/drawing/2014/main" id="{34047883-9DBF-4378-9AF9-C303BEA58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432"/>
                <a:ext cx="69" cy="76"/>
              </a:xfrm>
              <a:custGeom>
                <a:avLst/>
                <a:gdLst>
                  <a:gd name="T0" fmla="*/ 133 w 42"/>
                  <a:gd name="T1" fmla="*/ 226 h 44"/>
                  <a:gd name="T2" fmla="*/ 177 w 42"/>
                  <a:gd name="T3" fmla="*/ 155 h 44"/>
                  <a:gd name="T4" fmla="*/ 151 w 42"/>
                  <a:gd name="T5" fmla="*/ 107 h 44"/>
                  <a:gd name="T6" fmla="*/ 110 w 42"/>
                  <a:gd name="T7" fmla="*/ 57 h 44"/>
                  <a:gd name="T8" fmla="*/ 43 w 42"/>
                  <a:gd name="T9" fmla="*/ 5 h 44"/>
                  <a:gd name="T10" fmla="*/ 0 w 42"/>
                  <a:gd name="T11" fmla="*/ 41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4">
                    <a:moveTo>
                      <a:pt x="30" y="44"/>
                    </a:moveTo>
                    <a:cubicBezTo>
                      <a:pt x="35" y="39"/>
                      <a:pt x="42" y="38"/>
                      <a:pt x="40" y="30"/>
                    </a:cubicBezTo>
                    <a:cubicBezTo>
                      <a:pt x="39" y="26"/>
                      <a:pt x="36" y="24"/>
                      <a:pt x="34" y="21"/>
                    </a:cubicBezTo>
                    <a:cubicBezTo>
                      <a:pt x="31" y="18"/>
                      <a:pt x="28" y="14"/>
                      <a:pt x="25" y="11"/>
                    </a:cubicBezTo>
                    <a:cubicBezTo>
                      <a:pt x="22" y="8"/>
                      <a:pt x="14" y="0"/>
                      <a:pt x="10" y="1"/>
                    </a:cubicBezTo>
                    <a:cubicBezTo>
                      <a:pt x="6" y="1"/>
                      <a:pt x="3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5" name="Freeform 1014">
                <a:extLst>
                  <a:ext uri="{FF2B5EF4-FFF2-40B4-BE49-F238E27FC236}">
                    <a16:creationId xmlns:a16="http://schemas.microsoft.com/office/drawing/2014/main" id="{989A4B56-55D4-4341-A760-B02C881B8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341"/>
                <a:ext cx="76" cy="56"/>
              </a:xfrm>
              <a:custGeom>
                <a:avLst/>
                <a:gdLst>
                  <a:gd name="T0" fmla="*/ 128 w 47"/>
                  <a:gd name="T1" fmla="*/ 172 h 32"/>
                  <a:gd name="T2" fmla="*/ 178 w 47"/>
                  <a:gd name="T3" fmla="*/ 77 h 32"/>
                  <a:gd name="T4" fmla="*/ 102 w 47"/>
                  <a:gd name="T5" fmla="*/ 12 h 32"/>
                  <a:gd name="T6" fmla="*/ 55 w 47"/>
                  <a:gd name="T7" fmla="*/ 7 h 32"/>
                  <a:gd name="T8" fmla="*/ 21 w 47"/>
                  <a:gd name="T9" fmla="*/ 16 h 32"/>
                  <a:gd name="T10" fmla="*/ 0 w 47"/>
                  <a:gd name="T11" fmla="*/ 77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2">
                    <a:moveTo>
                      <a:pt x="30" y="32"/>
                    </a:moveTo>
                    <a:cubicBezTo>
                      <a:pt x="35" y="26"/>
                      <a:pt x="47" y="25"/>
                      <a:pt x="42" y="14"/>
                    </a:cubicBezTo>
                    <a:cubicBezTo>
                      <a:pt x="39" y="8"/>
                      <a:pt x="31" y="5"/>
                      <a:pt x="24" y="2"/>
                    </a:cubicBezTo>
                    <a:cubicBezTo>
                      <a:pt x="21" y="1"/>
                      <a:pt x="17" y="1"/>
                      <a:pt x="13" y="1"/>
                    </a:cubicBezTo>
                    <a:cubicBezTo>
                      <a:pt x="10" y="1"/>
                      <a:pt x="7" y="0"/>
                      <a:pt x="5" y="3"/>
                    </a:cubicBezTo>
                    <a:cubicBezTo>
                      <a:pt x="3" y="5"/>
                      <a:pt x="1" y="11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6" name="Freeform 1015">
                <a:extLst>
                  <a:ext uri="{FF2B5EF4-FFF2-40B4-BE49-F238E27FC236}">
                    <a16:creationId xmlns:a16="http://schemas.microsoft.com/office/drawing/2014/main" id="{36AECDD7-526D-4F90-A1C5-C723C3D5A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3104"/>
                <a:ext cx="5" cy="1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7" name="Freeform 1016">
                <a:extLst>
                  <a:ext uri="{FF2B5EF4-FFF2-40B4-BE49-F238E27FC236}">
                    <a16:creationId xmlns:a16="http://schemas.microsoft.com/office/drawing/2014/main" id="{660031EC-708E-484B-83D8-FB48E8F46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3135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8" name="Freeform 1017">
                <a:extLst>
                  <a:ext uri="{FF2B5EF4-FFF2-40B4-BE49-F238E27FC236}">
                    <a16:creationId xmlns:a16="http://schemas.microsoft.com/office/drawing/2014/main" id="{79625010-7A11-49E3-9F62-9D7D1C73D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3124"/>
                <a:ext cx="60" cy="39"/>
              </a:xfrm>
              <a:custGeom>
                <a:avLst/>
                <a:gdLst>
                  <a:gd name="T0" fmla="*/ 157 w 37"/>
                  <a:gd name="T1" fmla="*/ 94 h 22"/>
                  <a:gd name="T2" fmla="*/ 118 w 37"/>
                  <a:gd name="T3" fmla="*/ 106 h 22"/>
                  <a:gd name="T4" fmla="*/ 63 w 37"/>
                  <a:gd name="T5" fmla="*/ 62 h 22"/>
                  <a:gd name="T6" fmla="*/ 8 w 37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2">
                    <a:moveTo>
                      <a:pt x="37" y="17"/>
                    </a:moveTo>
                    <a:cubicBezTo>
                      <a:pt x="35" y="21"/>
                      <a:pt x="32" y="22"/>
                      <a:pt x="28" y="19"/>
                    </a:cubicBezTo>
                    <a:cubicBezTo>
                      <a:pt x="24" y="16"/>
                      <a:pt x="20" y="13"/>
                      <a:pt x="15" y="11"/>
                    </a:cubicBezTo>
                    <a:cubicBezTo>
                      <a:pt x="11" y="9"/>
                      <a:pt x="0" y="6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9" name="Freeform 1018">
                <a:extLst>
                  <a:ext uri="{FF2B5EF4-FFF2-40B4-BE49-F238E27FC236}">
                    <a16:creationId xmlns:a16="http://schemas.microsoft.com/office/drawing/2014/main" id="{A518CE3F-EBE7-4B4E-8135-0B2A2B49A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3175"/>
                <a:ext cx="62" cy="33"/>
              </a:xfrm>
              <a:custGeom>
                <a:avLst/>
                <a:gdLst>
                  <a:gd name="T0" fmla="*/ 0 w 38"/>
                  <a:gd name="T1" fmla="*/ 0 h 19"/>
                  <a:gd name="T2" fmla="*/ 18 w 38"/>
                  <a:gd name="T3" fmla="*/ 42 h 19"/>
                  <a:gd name="T4" fmla="*/ 54 w 38"/>
                  <a:gd name="T5" fmla="*/ 49 h 19"/>
                  <a:gd name="T6" fmla="*/ 88 w 38"/>
                  <a:gd name="T7" fmla="*/ 69 h 19"/>
                  <a:gd name="T8" fmla="*/ 165 w 38"/>
                  <a:gd name="T9" fmla="*/ 7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9">
                    <a:moveTo>
                      <a:pt x="0" y="0"/>
                    </a:moveTo>
                    <a:cubicBezTo>
                      <a:pt x="0" y="4"/>
                      <a:pt x="0" y="7"/>
                      <a:pt x="4" y="8"/>
                    </a:cubicBezTo>
                    <a:cubicBezTo>
                      <a:pt x="7" y="9"/>
                      <a:pt x="9" y="9"/>
                      <a:pt x="12" y="9"/>
                    </a:cubicBezTo>
                    <a:cubicBezTo>
                      <a:pt x="15" y="10"/>
                      <a:pt x="18" y="11"/>
                      <a:pt x="20" y="13"/>
                    </a:cubicBezTo>
                    <a:cubicBezTo>
                      <a:pt x="25" y="15"/>
                      <a:pt x="33" y="19"/>
                      <a:pt x="38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00" name="Freeform 1019">
                <a:extLst>
                  <a:ext uri="{FF2B5EF4-FFF2-40B4-BE49-F238E27FC236}">
                    <a16:creationId xmlns:a16="http://schemas.microsoft.com/office/drawing/2014/main" id="{758B175E-5D79-455A-8027-EE0652DE7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3123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01" name="Freeform 1020">
                <a:extLst>
                  <a:ext uri="{FF2B5EF4-FFF2-40B4-BE49-F238E27FC236}">
                    <a16:creationId xmlns:a16="http://schemas.microsoft.com/office/drawing/2014/main" id="{CBA803D1-9F22-4150-A306-C6232A59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161"/>
                <a:ext cx="19" cy="23"/>
              </a:xfrm>
              <a:custGeom>
                <a:avLst/>
                <a:gdLst>
                  <a:gd name="T0" fmla="*/ 40 w 12"/>
                  <a:gd name="T1" fmla="*/ 0 h 13"/>
                  <a:gd name="T2" fmla="*/ 43 w 12"/>
                  <a:gd name="T3" fmla="*/ 21 h 13"/>
                  <a:gd name="T4" fmla="*/ 25 w 12"/>
                  <a:gd name="T5" fmla="*/ 44 h 13"/>
                  <a:gd name="T6" fmla="*/ 0 w 12"/>
                  <a:gd name="T7" fmla="*/ 7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0" y="0"/>
                    </a:moveTo>
                    <a:cubicBezTo>
                      <a:pt x="12" y="0"/>
                      <a:pt x="12" y="2"/>
                      <a:pt x="11" y="4"/>
                    </a:cubicBezTo>
                    <a:cubicBezTo>
                      <a:pt x="10" y="7"/>
                      <a:pt x="8" y="7"/>
                      <a:pt x="6" y="8"/>
                    </a:cubicBezTo>
                    <a:cubicBezTo>
                      <a:pt x="4" y="10"/>
                      <a:pt x="3" y="12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02" name="Freeform 1021">
                <a:extLst>
                  <a:ext uri="{FF2B5EF4-FFF2-40B4-BE49-F238E27FC236}">
                    <a16:creationId xmlns:a16="http://schemas.microsoft.com/office/drawing/2014/main" id="{B6727C3C-2DF6-467A-B1FA-91327E737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3131"/>
                <a:ext cx="21" cy="18"/>
              </a:xfrm>
              <a:custGeom>
                <a:avLst/>
                <a:gdLst>
                  <a:gd name="T0" fmla="*/ 55 w 13"/>
                  <a:gd name="T1" fmla="*/ 0 h 10"/>
                  <a:gd name="T2" fmla="*/ 21 w 13"/>
                  <a:gd name="T3" fmla="*/ 23 h 10"/>
                  <a:gd name="T4" fmla="*/ 0 w 13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8" y="0"/>
                      <a:pt x="8" y="1"/>
                      <a:pt x="5" y="4"/>
                    </a:cubicBezTo>
                    <a:cubicBezTo>
                      <a:pt x="4" y="6"/>
                      <a:pt x="2" y="8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03" name="Freeform 1022">
                <a:extLst>
                  <a:ext uri="{FF2B5EF4-FFF2-40B4-BE49-F238E27FC236}">
                    <a16:creationId xmlns:a16="http://schemas.microsoft.com/office/drawing/2014/main" id="{64B76780-F370-4E28-A694-F37200BBE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3121"/>
                <a:ext cx="7" cy="10"/>
              </a:xfrm>
              <a:custGeom>
                <a:avLst/>
                <a:gdLst>
                  <a:gd name="T0" fmla="*/ 0 w 4"/>
                  <a:gd name="T1" fmla="*/ 0 h 6"/>
                  <a:gd name="T2" fmla="*/ 12 w 4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4" y="5"/>
                      <a:pt x="2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04" name="Freeform 1023">
                <a:extLst>
                  <a:ext uri="{FF2B5EF4-FFF2-40B4-BE49-F238E27FC236}">
                    <a16:creationId xmlns:a16="http://schemas.microsoft.com/office/drawing/2014/main" id="{B86E56DD-AE00-4924-8A62-8387B8137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3159"/>
                <a:ext cx="10" cy="4"/>
              </a:xfrm>
              <a:custGeom>
                <a:avLst/>
                <a:gdLst>
                  <a:gd name="T0" fmla="*/ 28 w 6"/>
                  <a:gd name="T1" fmla="*/ 0 h 2"/>
                  <a:gd name="T2" fmla="*/ 0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05" name="Freeform 1024">
                <a:extLst>
                  <a:ext uri="{FF2B5EF4-FFF2-40B4-BE49-F238E27FC236}">
                    <a16:creationId xmlns:a16="http://schemas.microsoft.com/office/drawing/2014/main" id="{BB370E5E-523F-4C1B-ACE7-9B06A29D8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180"/>
                <a:ext cx="14" cy="37"/>
              </a:xfrm>
              <a:custGeom>
                <a:avLst/>
                <a:gdLst>
                  <a:gd name="T0" fmla="*/ 8 w 9"/>
                  <a:gd name="T1" fmla="*/ 0 h 21"/>
                  <a:gd name="T2" fmla="*/ 14 w 9"/>
                  <a:gd name="T3" fmla="*/ 72 h 21"/>
                  <a:gd name="T4" fmla="*/ 0 w 9"/>
                  <a:gd name="T5" fmla="*/ 1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9" y="2"/>
                      <a:pt x="4" y="8"/>
                      <a:pt x="4" y="13"/>
                    </a:cubicBezTo>
                    <a:cubicBezTo>
                      <a:pt x="4" y="16"/>
                      <a:pt x="5" y="21"/>
                      <a:pt x="0" y="2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06" name="Freeform 1025">
                <a:extLst>
                  <a:ext uri="{FF2B5EF4-FFF2-40B4-BE49-F238E27FC236}">
                    <a16:creationId xmlns:a16="http://schemas.microsoft.com/office/drawing/2014/main" id="{EA2B9F3E-72D3-49F6-807E-93F214D89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203"/>
                <a:ext cx="13" cy="33"/>
              </a:xfrm>
              <a:custGeom>
                <a:avLst/>
                <a:gdLst>
                  <a:gd name="T0" fmla="*/ 0 w 8"/>
                  <a:gd name="T1" fmla="*/ 0 h 19"/>
                  <a:gd name="T2" fmla="*/ 26 w 8"/>
                  <a:gd name="T3" fmla="*/ 73 h 19"/>
                  <a:gd name="T4" fmla="*/ 26 w 8"/>
                  <a:gd name="T5" fmla="*/ 99 h 19"/>
                  <a:gd name="T6" fmla="*/ 5 w 8"/>
                  <a:gd name="T7" fmla="*/ 9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8" y="2"/>
                      <a:pt x="5" y="7"/>
                      <a:pt x="6" y="14"/>
                    </a:cubicBezTo>
                    <a:cubicBezTo>
                      <a:pt x="6" y="16"/>
                      <a:pt x="7" y="17"/>
                      <a:pt x="6" y="19"/>
                    </a:cubicBezTo>
                    <a:cubicBezTo>
                      <a:pt x="5" y="19"/>
                      <a:pt x="2" y="19"/>
                      <a:pt x="1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07" name="Freeform 1026">
                <a:extLst>
                  <a:ext uri="{FF2B5EF4-FFF2-40B4-BE49-F238E27FC236}">
                    <a16:creationId xmlns:a16="http://schemas.microsoft.com/office/drawing/2014/main" id="{46CC55A7-F162-41FA-90D6-FB8E2A2C9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185"/>
                <a:ext cx="8" cy="2"/>
              </a:xfrm>
              <a:custGeom>
                <a:avLst/>
                <a:gdLst>
                  <a:gd name="T0" fmla="*/ 21 w 5"/>
                  <a:gd name="T1" fmla="*/ 0 h 1"/>
                  <a:gd name="T2" fmla="*/ 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08" name="Freeform 1027">
                <a:extLst>
                  <a:ext uri="{FF2B5EF4-FFF2-40B4-BE49-F238E27FC236}">
                    <a16:creationId xmlns:a16="http://schemas.microsoft.com/office/drawing/2014/main" id="{B2B193C9-FEF6-4016-A68D-F45CF1D7F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203"/>
                <a:ext cx="5" cy="5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09" name="Freeform 1028">
                <a:extLst>
                  <a:ext uri="{FF2B5EF4-FFF2-40B4-BE49-F238E27FC236}">
                    <a16:creationId xmlns:a16="http://schemas.microsoft.com/office/drawing/2014/main" id="{1AF8697F-192C-415D-A0AF-91E9E8064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3213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10" name="Freeform 1029">
                <a:extLst>
                  <a:ext uri="{FF2B5EF4-FFF2-40B4-BE49-F238E27FC236}">
                    <a16:creationId xmlns:a16="http://schemas.microsoft.com/office/drawing/2014/main" id="{C2C3468F-D2B8-4F02-BBF8-E3791755A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3234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11" name="Freeform 1030">
                <a:extLst>
                  <a:ext uri="{FF2B5EF4-FFF2-40B4-BE49-F238E27FC236}">
                    <a16:creationId xmlns:a16="http://schemas.microsoft.com/office/drawing/2014/main" id="{221DE250-2333-4DB9-8984-D2169BE0E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3178"/>
                <a:ext cx="2" cy="7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12" name="Freeform 1031">
                <a:extLst>
                  <a:ext uri="{FF2B5EF4-FFF2-40B4-BE49-F238E27FC236}">
                    <a16:creationId xmlns:a16="http://schemas.microsoft.com/office/drawing/2014/main" id="{18774BFD-F3BE-44A8-9AE0-60226005D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3210"/>
                <a:ext cx="18" cy="35"/>
              </a:xfrm>
              <a:custGeom>
                <a:avLst/>
                <a:gdLst>
                  <a:gd name="T0" fmla="*/ 0 w 11"/>
                  <a:gd name="T1" fmla="*/ 12 h 20"/>
                  <a:gd name="T2" fmla="*/ 34 w 11"/>
                  <a:gd name="T3" fmla="*/ 65 h 20"/>
                  <a:gd name="T4" fmla="*/ 29 w 11"/>
                  <a:gd name="T5" fmla="*/ 10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"/>
                    </a:moveTo>
                    <a:cubicBezTo>
                      <a:pt x="9" y="0"/>
                      <a:pt x="8" y="7"/>
                      <a:pt x="8" y="12"/>
                    </a:cubicBezTo>
                    <a:cubicBezTo>
                      <a:pt x="9" y="15"/>
                      <a:pt x="11" y="20"/>
                      <a:pt x="7" y="2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13" name="Freeform 1032">
                <a:extLst>
                  <a:ext uri="{FF2B5EF4-FFF2-40B4-BE49-F238E27FC236}">
                    <a16:creationId xmlns:a16="http://schemas.microsoft.com/office/drawing/2014/main" id="{B7A64A61-42F2-4F16-BEAD-7B3C39A7D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3206"/>
                <a:ext cx="67" cy="16"/>
              </a:xfrm>
              <a:custGeom>
                <a:avLst/>
                <a:gdLst>
                  <a:gd name="T0" fmla="*/ 173 w 41"/>
                  <a:gd name="T1" fmla="*/ 0 h 9"/>
                  <a:gd name="T2" fmla="*/ 173 w 41"/>
                  <a:gd name="T3" fmla="*/ 28 h 9"/>
                  <a:gd name="T4" fmla="*/ 139 w 41"/>
                  <a:gd name="T5" fmla="*/ 36 h 9"/>
                  <a:gd name="T6" fmla="*/ 56 w 41"/>
                  <a:gd name="T7" fmla="*/ 36 h 9"/>
                  <a:gd name="T8" fmla="*/ 0 w 41"/>
                  <a:gd name="T9" fmla="*/ 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">
                    <a:moveTo>
                      <a:pt x="40" y="0"/>
                    </a:moveTo>
                    <a:cubicBezTo>
                      <a:pt x="40" y="1"/>
                      <a:pt x="41" y="3"/>
                      <a:pt x="40" y="5"/>
                    </a:cubicBezTo>
                    <a:cubicBezTo>
                      <a:pt x="39" y="6"/>
                      <a:pt x="34" y="6"/>
                      <a:pt x="32" y="6"/>
                    </a:cubicBezTo>
                    <a:cubicBezTo>
                      <a:pt x="26" y="5"/>
                      <a:pt x="19" y="5"/>
                      <a:pt x="13" y="6"/>
                    </a:cubicBezTo>
                    <a:cubicBezTo>
                      <a:pt x="10" y="7"/>
                      <a:pt x="2" y="9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14" name="Freeform 1033">
                <a:extLst>
                  <a:ext uri="{FF2B5EF4-FFF2-40B4-BE49-F238E27FC236}">
                    <a16:creationId xmlns:a16="http://schemas.microsoft.com/office/drawing/2014/main" id="{BCD83DBC-1310-4F10-9191-05B3A917C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161"/>
                <a:ext cx="81" cy="40"/>
              </a:xfrm>
              <a:custGeom>
                <a:avLst/>
                <a:gdLst>
                  <a:gd name="T0" fmla="*/ 212 w 50"/>
                  <a:gd name="T1" fmla="*/ 0 h 23"/>
                  <a:gd name="T2" fmla="*/ 198 w 50"/>
                  <a:gd name="T3" fmla="*/ 0 h 23"/>
                  <a:gd name="T4" fmla="*/ 173 w 50"/>
                  <a:gd name="T5" fmla="*/ 28 h 23"/>
                  <a:gd name="T6" fmla="*/ 76 w 50"/>
                  <a:gd name="T7" fmla="*/ 94 h 23"/>
                  <a:gd name="T8" fmla="*/ 8 w 50"/>
                  <a:gd name="T9" fmla="*/ 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3">
                    <a:moveTo>
                      <a:pt x="50" y="0"/>
                    </a:move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3" y="3"/>
                      <a:pt x="41" y="5"/>
                    </a:cubicBezTo>
                    <a:cubicBezTo>
                      <a:pt x="36" y="11"/>
                      <a:pt x="25" y="16"/>
                      <a:pt x="18" y="18"/>
                    </a:cubicBezTo>
                    <a:cubicBezTo>
                      <a:pt x="13" y="20"/>
                      <a:pt x="0" y="23"/>
                      <a:pt x="2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15" name="Freeform 1034">
                <a:extLst>
                  <a:ext uri="{FF2B5EF4-FFF2-40B4-BE49-F238E27FC236}">
                    <a16:creationId xmlns:a16="http://schemas.microsoft.com/office/drawing/2014/main" id="{D2694E8B-A800-489F-8A50-03D107535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071"/>
                <a:ext cx="61" cy="52"/>
              </a:xfrm>
              <a:custGeom>
                <a:avLst/>
                <a:gdLst>
                  <a:gd name="T0" fmla="*/ 0 w 37"/>
                  <a:gd name="T1" fmla="*/ 130 h 30"/>
                  <a:gd name="T2" fmla="*/ 43 w 37"/>
                  <a:gd name="T3" fmla="*/ 120 h 30"/>
                  <a:gd name="T4" fmla="*/ 71 w 37"/>
                  <a:gd name="T5" fmla="*/ 85 h 30"/>
                  <a:gd name="T6" fmla="*/ 117 w 37"/>
                  <a:gd name="T7" fmla="*/ 69 h 30"/>
                  <a:gd name="T8" fmla="*/ 160 w 37"/>
                  <a:gd name="T9" fmla="*/ 5 h 30"/>
                  <a:gd name="T10" fmla="*/ 152 w 3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0">
                    <a:moveTo>
                      <a:pt x="0" y="25"/>
                    </a:moveTo>
                    <a:cubicBezTo>
                      <a:pt x="2" y="30"/>
                      <a:pt x="8" y="26"/>
                      <a:pt x="10" y="23"/>
                    </a:cubicBezTo>
                    <a:cubicBezTo>
                      <a:pt x="12" y="20"/>
                      <a:pt x="13" y="17"/>
                      <a:pt x="16" y="16"/>
                    </a:cubicBezTo>
                    <a:cubicBezTo>
                      <a:pt x="19" y="14"/>
                      <a:pt x="22" y="14"/>
                      <a:pt x="26" y="13"/>
                    </a:cubicBezTo>
                    <a:cubicBezTo>
                      <a:pt x="31" y="12"/>
                      <a:pt x="37" y="7"/>
                      <a:pt x="36" y="1"/>
                    </a:cubicBezTo>
                    <a:cubicBezTo>
                      <a:pt x="35" y="0"/>
                      <a:pt x="35" y="0"/>
                      <a:pt x="3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16" name="Freeform 1035">
                <a:extLst>
                  <a:ext uri="{FF2B5EF4-FFF2-40B4-BE49-F238E27FC236}">
                    <a16:creationId xmlns:a16="http://schemas.microsoft.com/office/drawing/2014/main" id="{ACAE280B-069A-4B6C-A377-4F3B1BC09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37"/>
                <a:ext cx="52" cy="71"/>
              </a:xfrm>
              <a:custGeom>
                <a:avLst/>
                <a:gdLst>
                  <a:gd name="T0" fmla="*/ 0 w 32"/>
                  <a:gd name="T1" fmla="*/ 206 h 41"/>
                  <a:gd name="T2" fmla="*/ 54 w 32"/>
                  <a:gd name="T3" fmla="*/ 177 h 41"/>
                  <a:gd name="T4" fmla="*/ 98 w 32"/>
                  <a:gd name="T5" fmla="*/ 73 h 41"/>
                  <a:gd name="T6" fmla="*/ 117 w 32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0" y="40"/>
                    </a:moveTo>
                    <a:cubicBezTo>
                      <a:pt x="6" y="39"/>
                      <a:pt x="9" y="41"/>
                      <a:pt x="12" y="34"/>
                    </a:cubicBezTo>
                    <a:cubicBezTo>
                      <a:pt x="14" y="26"/>
                      <a:pt x="17" y="19"/>
                      <a:pt x="23" y="14"/>
                    </a:cubicBezTo>
                    <a:cubicBezTo>
                      <a:pt x="28" y="10"/>
                      <a:pt x="32" y="5"/>
                      <a:pt x="2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17" name="Freeform 1036">
                <a:extLst>
                  <a:ext uri="{FF2B5EF4-FFF2-40B4-BE49-F238E27FC236}">
                    <a16:creationId xmlns:a16="http://schemas.microsoft.com/office/drawing/2014/main" id="{31CA0002-7DC2-4227-BF48-91D7B0410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796"/>
                <a:ext cx="14" cy="74"/>
              </a:xfrm>
              <a:custGeom>
                <a:avLst/>
                <a:gdLst>
                  <a:gd name="T0" fmla="*/ 12 w 9"/>
                  <a:gd name="T1" fmla="*/ 0 h 43"/>
                  <a:gd name="T2" fmla="*/ 34 w 9"/>
                  <a:gd name="T3" fmla="*/ 57 h 43"/>
                  <a:gd name="T4" fmla="*/ 19 w 9"/>
                  <a:gd name="T5" fmla="*/ 148 h 43"/>
                  <a:gd name="T6" fmla="*/ 0 w 9"/>
                  <a:gd name="T7" fmla="*/ 205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3">
                    <a:moveTo>
                      <a:pt x="3" y="0"/>
                    </a:moveTo>
                    <a:cubicBezTo>
                      <a:pt x="8" y="0"/>
                      <a:pt x="9" y="7"/>
                      <a:pt x="9" y="11"/>
                    </a:cubicBezTo>
                    <a:cubicBezTo>
                      <a:pt x="8" y="17"/>
                      <a:pt x="5" y="22"/>
                      <a:pt x="5" y="29"/>
                    </a:cubicBezTo>
                    <a:cubicBezTo>
                      <a:pt x="5" y="31"/>
                      <a:pt x="6" y="43"/>
                      <a:pt x="0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18" name="Freeform 1037">
                <a:extLst>
                  <a:ext uri="{FF2B5EF4-FFF2-40B4-BE49-F238E27FC236}">
                    <a16:creationId xmlns:a16="http://schemas.microsoft.com/office/drawing/2014/main" id="{0526FC5C-C58B-4783-976E-B77D57EE6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634"/>
                <a:ext cx="20" cy="88"/>
              </a:xfrm>
              <a:custGeom>
                <a:avLst/>
                <a:gdLst>
                  <a:gd name="T0" fmla="*/ 8 w 12"/>
                  <a:gd name="T1" fmla="*/ 255 h 51"/>
                  <a:gd name="T2" fmla="*/ 47 w 12"/>
                  <a:gd name="T3" fmla="*/ 214 h 51"/>
                  <a:gd name="T4" fmla="*/ 33 w 12"/>
                  <a:gd name="T5" fmla="*/ 91 h 51"/>
                  <a:gd name="T6" fmla="*/ 5 w 12"/>
                  <a:gd name="T7" fmla="*/ 0 h 51"/>
                  <a:gd name="T8" fmla="*/ 0 w 12"/>
                  <a:gd name="T9" fmla="*/ 5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1">
                    <a:moveTo>
                      <a:pt x="2" y="50"/>
                    </a:moveTo>
                    <a:cubicBezTo>
                      <a:pt x="6" y="51"/>
                      <a:pt x="9" y="46"/>
                      <a:pt x="10" y="42"/>
                    </a:cubicBezTo>
                    <a:cubicBezTo>
                      <a:pt x="12" y="34"/>
                      <a:pt x="6" y="27"/>
                      <a:pt x="7" y="18"/>
                    </a:cubicBezTo>
                    <a:cubicBezTo>
                      <a:pt x="7" y="13"/>
                      <a:pt x="8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19" name="Freeform 1038">
                <a:extLst>
                  <a:ext uri="{FF2B5EF4-FFF2-40B4-BE49-F238E27FC236}">
                    <a16:creationId xmlns:a16="http://schemas.microsoft.com/office/drawing/2014/main" id="{7268B267-B6D3-4A9B-AE2D-FC5C4C916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489"/>
                <a:ext cx="57" cy="89"/>
              </a:xfrm>
              <a:custGeom>
                <a:avLst/>
                <a:gdLst>
                  <a:gd name="T0" fmla="*/ 0 w 35"/>
                  <a:gd name="T1" fmla="*/ 21 h 51"/>
                  <a:gd name="T2" fmla="*/ 26 w 35"/>
                  <a:gd name="T3" fmla="*/ 0 h 51"/>
                  <a:gd name="T4" fmla="*/ 54 w 35"/>
                  <a:gd name="T5" fmla="*/ 58 h 51"/>
                  <a:gd name="T6" fmla="*/ 98 w 35"/>
                  <a:gd name="T7" fmla="*/ 192 h 51"/>
                  <a:gd name="T8" fmla="*/ 125 w 35"/>
                  <a:gd name="T9" fmla="*/ 27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0" y="4"/>
                    </a:moveTo>
                    <a:cubicBezTo>
                      <a:pt x="2" y="3"/>
                      <a:pt x="4" y="0"/>
                      <a:pt x="6" y="0"/>
                    </a:cubicBezTo>
                    <a:cubicBezTo>
                      <a:pt x="11" y="0"/>
                      <a:pt x="11" y="8"/>
                      <a:pt x="12" y="11"/>
                    </a:cubicBezTo>
                    <a:cubicBezTo>
                      <a:pt x="15" y="19"/>
                      <a:pt x="16" y="30"/>
                      <a:pt x="23" y="36"/>
                    </a:cubicBezTo>
                    <a:cubicBezTo>
                      <a:pt x="27" y="39"/>
                      <a:pt x="35" y="46"/>
                      <a:pt x="29" y="5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0" name="Freeform 1039">
                <a:extLst>
                  <a:ext uri="{FF2B5EF4-FFF2-40B4-BE49-F238E27FC236}">
                    <a16:creationId xmlns:a16="http://schemas.microsoft.com/office/drawing/2014/main" id="{F132E243-EC5D-4C69-94DB-E6DCF32F9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380"/>
                <a:ext cx="49" cy="54"/>
              </a:xfrm>
              <a:custGeom>
                <a:avLst/>
                <a:gdLst>
                  <a:gd name="T0" fmla="*/ 131 w 30"/>
                  <a:gd name="T1" fmla="*/ 164 h 31"/>
                  <a:gd name="T2" fmla="*/ 54 w 30"/>
                  <a:gd name="T3" fmla="*/ 37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30" y="31"/>
                    </a:moveTo>
                    <a:cubicBezTo>
                      <a:pt x="22" y="24"/>
                      <a:pt x="20" y="14"/>
                      <a:pt x="12" y="7"/>
                    </a:cubicBezTo>
                    <a:cubicBezTo>
                      <a:pt x="10" y="6"/>
                      <a:pt x="3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1" name="Freeform 1040">
                <a:extLst>
                  <a:ext uri="{FF2B5EF4-FFF2-40B4-BE49-F238E27FC236}">
                    <a16:creationId xmlns:a16="http://schemas.microsoft.com/office/drawing/2014/main" id="{F70CFC15-6343-4155-B78A-58BDCED7E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289"/>
                <a:ext cx="75" cy="45"/>
              </a:xfrm>
              <a:custGeom>
                <a:avLst/>
                <a:gdLst>
                  <a:gd name="T0" fmla="*/ 178 w 46"/>
                  <a:gd name="T1" fmla="*/ 135 h 26"/>
                  <a:gd name="T2" fmla="*/ 165 w 46"/>
                  <a:gd name="T3" fmla="*/ 29 h 26"/>
                  <a:gd name="T4" fmla="*/ 77 w 46"/>
                  <a:gd name="T5" fmla="*/ 21 h 26"/>
                  <a:gd name="T6" fmla="*/ 8 w 46"/>
                  <a:gd name="T7" fmla="*/ 28 h 26"/>
                  <a:gd name="T8" fmla="*/ 5 w 46"/>
                  <a:gd name="T9" fmla="*/ 9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6">
                    <a:moveTo>
                      <a:pt x="41" y="26"/>
                    </a:moveTo>
                    <a:cubicBezTo>
                      <a:pt x="38" y="20"/>
                      <a:pt x="46" y="10"/>
                      <a:pt x="38" y="6"/>
                    </a:cubicBezTo>
                    <a:cubicBezTo>
                      <a:pt x="32" y="4"/>
                      <a:pt x="24" y="4"/>
                      <a:pt x="18" y="4"/>
                    </a:cubicBezTo>
                    <a:cubicBezTo>
                      <a:pt x="13" y="4"/>
                      <a:pt x="5" y="0"/>
                      <a:pt x="2" y="5"/>
                    </a:cubicBezTo>
                    <a:cubicBezTo>
                      <a:pt x="0" y="8"/>
                      <a:pt x="1" y="14"/>
                      <a:pt x="1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2" name="Freeform 1041">
                <a:extLst>
                  <a:ext uri="{FF2B5EF4-FFF2-40B4-BE49-F238E27FC236}">
                    <a16:creationId xmlns:a16="http://schemas.microsoft.com/office/drawing/2014/main" id="{941046EC-A2B4-4125-93BC-6F958D3D8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2286"/>
                <a:ext cx="81" cy="43"/>
              </a:xfrm>
              <a:custGeom>
                <a:avLst/>
                <a:gdLst>
                  <a:gd name="T0" fmla="*/ 212 w 50"/>
                  <a:gd name="T1" fmla="*/ 91 h 25"/>
                  <a:gd name="T2" fmla="*/ 165 w 50"/>
                  <a:gd name="T3" fmla="*/ 5 h 25"/>
                  <a:gd name="T4" fmla="*/ 128 w 50"/>
                  <a:gd name="T5" fmla="*/ 15 h 25"/>
                  <a:gd name="T6" fmla="*/ 60 w 50"/>
                  <a:gd name="T7" fmla="*/ 36 h 25"/>
                  <a:gd name="T8" fmla="*/ 5 w 50"/>
                  <a:gd name="T9" fmla="*/ 86 h 25"/>
                  <a:gd name="T10" fmla="*/ 21 w 50"/>
                  <a:gd name="T11" fmla="*/ 127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25">
                    <a:moveTo>
                      <a:pt x="50" y="18"/>
                    </a:moveTo>
                    <a:cubicBezTo>
                      <a:pt x="44" y="15"/>
                      <a:pt x="46" y="4"/>
                      <a:pt x="39" y="1"/>
                    </a:cubicBezTo>
                    <a:cubicBezTo>
                      <a:pt x="37" y="0"/>
                      <a:pt x="32" y="2"/>
                      <a:pt x="30" y="3"/>
                    </a:cubicBezTo>
                    <a:cubicBezTo>
                      <a:pt x="25" y="5"/>
                      <a:pt x="19" y="6"/>
                      <a:pt x="14" y="7"/>
                    </a:cubicBezTo>
                    <a:cubicBezTo>
                      <a:pt x="9" y="8"/>
                      <a:pt x="0" y="9"/>
                      <a:pt x="1" y="17"/>
                    </a:cubicBezTo>
                    <a:cubicBezTo>
                      <a:pt x="2" y="20"/>
                      <a:pt x="3" y="23"/>
                      <a:pt x="5" y="2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3" name="Freeform 1042">
                <a:extLst>
                  <a:ext uri="{FF2B5EF4-FFF2-40B4-BE49-F238E27FC236}">
                    <a16:creationId xmlns:a16="http://schemas.microsoft.com/office/drawing/2014/main" id="{4C9038F2-9BFE-4E10-BB5D-9F91C7A1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333"/>
                <a:ext cx="78" cy="62"/>
              </a:xfrm>
              <a:custGeom>
                <a:avLst/>
                <a:gdLst>
                  <a:gd name="T0" fmla="*/ 202 w 48"/>
                  <a:gd name="T1" fmla="*/ 62 h 36"/>
                  <a:gd name="T2" fmla="*/ 206 w 48"/>
                  <a:gd name="T3" fmla="*/ 65 h 36"/>
                  <a:gd name="T4" fmla="*/ 166 w 48"/>
                  <a:gd name="T5" fmla="*/ 21 h 36"/>
                  <a:gd name="T6" fmla="*/ 143 w 48"/>
                  <a:gd name="T7" fmla="*/ 5 h 36"/>
                  <a:gd name="T8" fmla="*/ 102 w 48"/>
                  <a:gd name="T9" fmla="*/ 41 h 36"/>
                  <a:gd name="T10" fmla="*/ 60 w 48"/>
                  <a:gd name="T11" fmla="*/ 78 h 36"/>
                  <a:gd name="T12" fmla="*/ 8 w 48"/>
                  <a:gd name="T13" fmla="*/ 134 h 36"/>
                  <a:gd name="T14" fmla="*/ 26 w 48"/>
                  <a:gd name="T15" fmla="*/ 184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6">
                    <a:moveTo>
                      <a:pt x="47" y="12"/>
                    </a:moveTo>
                    <a:cubicBezTo>
                      <a:pt x="48" y="12"/>
                      <a:pt x="48" y="12"/>
                      <a:pt x="48" y="13"/>
                    </a:cubicBezTo>
                    <a:cubicBezTo>
                      <a:pt x="44" y="10"/>
                      <a:pt x="41" y="8"/>
                      <a:pt x="39" y="4"/>
                    </a:cubicBezTo>
                    <a:cubicBezTo>
                      <a:pt x="37" y="2"/>
                      <a:pt x="36" y="0"/>
                      <a:pt x="33" y="1"/>
                    </a:cubicBezTo>
                    <a:cubicBezTo>
                      <a:pt x="30" y="2"/>
                      <a:pt x="27" y="6"/>
                      <a:pt x="24" y="8"/>
                    </a:cubicBezTo>
                    <a:cubicBezTo>
                      <a:pt x="21" y="10"/>
                      <a:pt x="18" y="13"/>
                      <a:pt x="14" y="15"/>
                    </a:cubicBezTo>
                    <a:cubicBezTo>
                      <a:pt x="10" y="18"/>
                      <a:pt x="5" y="21"/>
                      <a:pt x="2" y="26"/>
                    </a:cubicBezTo>
                    <a:cubicBezTo>
                      <a:pt x="0" y="30"/>
                      <a:pt x="4" y="33"/>
                      <a:pt x="6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4" name="Freeform 1043">
                <a:extLst>
                  <a:ext uri="{FF2B5EF4-FFF2-40B4-BE49-F238E27FC236}">
                    <a16:creationId xmlns:a16="http://schemas.microsoft.com/office/drawing/2014/main" id="{4FD0322A-BF90-4ABC-BFF2-D1616F473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409"/>
                <a:ext cx="62" cy="73"/>
              </a:xfrm>
              <a:custGeom>
                <a:avLst/>
                <a:gdLst>
                  <a:gd name="T0" fmla="*/ 165 w 38"/>
                  <a:gd name="T1" fmla="*/ 42 h 42"/>
                  <a:gd name="T2" fmla="*/ 109 w 38"/>
                  <a:gd name="T3" fmla="*/ 5 h 42"/>
                  <a:gd name="T4" fmla="*/ 83 w 38"/>
                  <a:gd name="T5" fmla="*/ 30 h 42"/>
                  <a:gd name="T6" fmla="*/ 47 w 38"/>
                  <a:gd name="T7" fmla="*/ 78 h 42"/>
                  <a:gd name="T8" fmla="*/ 5 w 38"/>
                  <a:gd name="T9" fmla="*/ 163 h 42"/>
                  <a:gd name="T10" fmla="*/ 29 w 38"/>
                  <a:gd name="T11" fmla="*/ 221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2">
                    <a:moveTo>
                      <a:pt x="38" y="8"/>
                    </a:moveTo>
                    <a:cubicBezTo>
                      <a:pt x="32" y="9"/>
                      <a:pt x="30" y="1"/>
                      <a:pt x="25" y="1"/>
                    </a:cubicBezTo>
                    <a:cubicBezTo>
                      <a:pt x="22" y="0"/>
                      <a:pt x="20" y="4"/>
                      <a:pt x="19" y="6"/>
                    </a:cubicBezTo>
                    <a:cubicBezTo>
                      <a:pt x="16" y="9"/>
                      <a:pt x="14" y="12"/>
                      <a:pt x="11" y="15"/>
                    </a:cubicBezTo>
                    <a:cubicBezTo>
                      <a:pt x="7" y="20"/>
                      <a:pt x="0" y="24"/>
                      <a:pt x="1" y="31"/>
                    </a:cubicBezTo>
                    <a:cubicBezTo>
                      <a:pt x="2" y="35"/>
                      <a:pt x="3" y="39"/>
                      <a:pt x="7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5" name="Freeform 1044">
                <a:extLst>
                  <a:ext uri="{FF2B5EF4-FFF2-40B4-BE49-F238E27FC236}">
                    <a16:creationId xmlns:a16="http://schemas.microsoft.com/office/drawing/2014/main" id="{03A7322F-2922-40D2-8DBF-0FF54D416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2512"/>
                <a:ext cx="55" cy="61"/>
              </a:xfrm>
              <a:custGeom>
                <a:avLst/>
                <a:gdLst>
                  <a:gd name="T0" fmla="*/ 26 w 34"/>
                  <a:gd name="T1" fmla="*/ 185 h 35"/>
                  <a:gd name="T2" fmla="*/ 21 w 34"/>
                  <a:gd name="T3" fmla="*/ 134 h 35"/>
                  <a:gd name="T4" fmla="*/ 55 w 34"/>
                  <a:gd name="T5" fmla="*/ 30 h 35"/>
                  <a:gd name="T6" fmla="*/ 110 w 34"/>
                  <a:gd name="T7" fmla="*/ 16 h 35"/>
                  <a:gd name="T8" fmla="*/ 144 w 34"/>
                  <a:gd name="T9" fmla="*/ 5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6" y="35"/>
                    </a:moveTo>
                    <a:cubicBezTo>
                      <a:pt x="0" y="35"/>
                      <a:pt x="4" y="27"/>
                      <a:pt x="5" y="25"/>
                    </a:cubicBezTo>
                    <a:cubicBezTo>
                      <a:pt x="7" y="19"/>
                      <a:pt x="9" y="11"/>
                      <a:pt x="13" y="6"/>
                    </a:cubicBezTo>
                    <a:cubicBezTo>
                      <a:pt x="16" y="1"/>
                      <a:pt x="22" y="0"/>
                      <a:pt x="26" y="3"/>
                    </a:cubicBezTo>
                    <a:cubicBezTo>
                      <a:pt x="29" y="5"/>
                      <a:pt x="33" y="10"/>
                      <a:pt x="34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6" name="Freeform 1045">
                <a:extLst>
                  <a:ext uri="{FF2B5EF4-FFF2-40B4-BE49-F238E27FC236}">
                    <a16:creationId xmlns:a16="http://schemas.microsoft.com/office/drawing/2014/main" id="{CF1066C3-C06F-4B91-8FCD-4C62F084E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371"/>
                <a:ext cx="52" cy="42"/>
              </a:xfrm>
              <a:custGeom>
                <a:avLst/>
                <a:gdLst>
                  <a:gd name="T0" fmla="*/ 18 w 32"/>
                  <a:gd name="T1" fmla="*/ 130 h 24"/>
                  <a:gd name="T2" fmla="*/ 39 w 32"/>
                  <a:gd name="T3" fmla="*/ 81 h 24"/>
                  <a:gd name="T4" fmla="*/ 88 w 32"/>
                  <a:gd name="T5" fmla="*/ 33 h 24"/>
                  <a:gd name="T6" fmla="*/ 138 w 32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4" y="24"/>
                    </a:moveTo>
                    <a:cubicBezTo>
                      <a:pt x="0" y="20"/>
                      <a:pt x="6" y="17"/>
                      <a:pt x="9" y="15"/>
                    </a:cubicBezTo>
                    <a:cubicBezTo>
                      <a:pt x="13" y="12"/>
                      <a:pt x="16" y="9"/>
                      <a:pt x="20" y="6"/>
                    </a:cubicBezTo>
                    <a:cubicBezTo>
                      <a:pt x="23" y="5"/>
                      <a:pt x="29" y="0"/>
                      <a:pt x="3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7" name="Freeform 1046">
                <a:extLst>
                  <a:ext uri="{FF2B5EF4-FFF2-40B4-BE49-F238E27FC236}">
                    <a16:creationId xmlns:a16="http://schemas.microsoft.com/office/drawing/2014/main" id="{CFB30481-5356-4547-B1D6-0D4ACE920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461"/>
                <a:ext cx="47" cy="54"/>
              </a:xfrm>
              <a:custGeom>
                <a:avLst/>
                <a:gdLst>
                  <a:gd name="T0" fmla="*/ 123 w 29"/>
                  <a:gd name="T1" fmla="*/ 0 h 31"/>
                  <a:gd name="T2" fmla="*/ 89 w 29"/>
                  <a:gd name="T3" fmla="*/ 30 h 31"/>
                  <a:gd name="T4" fmla="*/ 39 w 29"/>
                  <a:gd name="T5" fmla="*/ 106 h 31"/>
                  <a:gd name="T6" fmla="*/ 21 w 29"/>
                  <a:gd name="T7" fmla="*/ 16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1">
                    <a:moveTo>
                      <a:pt x="29" y="0"/>
                    </a:moveTo>
                    <a:cubicBezTo>
                      <a:pt x="26" y="0"/>
                      <a:pt x="23" y="3"/>
                      <a:pt x="21" y="6"/>
                    </a:cubicBezTo>
                    <a:cubicBezTo>
                      <a:pt x="17" y="11"/>
                      <a:pt x="14" y="16"/>
                      <a:pt x="9" y="20"/>
                    </a:cubicBezTo>
                    <a:cubicBezTo>
                      <a:pt x="6" y="22"/>
                      <a:pt x="0" y="27"/>
                      <a:pt x="5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8" name="Freeform 1047">
                <a:extLst>
                  <a:ext uri="{FF2B5EF4-FFF2-40B4-BE49-F238E27FC236}">
                    <a16:creationId xmlns:a16="http://schemas.microsoft.com/office/drawing/2014/main" id="{ED46773D-3130-4657-B3C4-3D195A2E5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2385"/>
                <a:ext cx="19" cy="26"/>
              </a:xfrm>
              <a:custGeom>
                <a:avLst/>
                <a:gdLst>
                  <a:gd name="T0" fmla="*/ 35 w 12"/>
                  <a:gd name="T1" fmla="*/ 78 h 15"/>
                  <a:gd name="T2" fmla="*/ 0 w 1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9" y="15"/>
                    </a:moveTo>
                    <a:cubicBezTo>
                      <a:pt x="12" y="10"/>
                      <a:pt x="4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9" name="Freeform 1048">
                <a:extLst>
                  <a:ext uri="{FF2B5EF4-FFF2-40B4-BE49-F238E27FC236}">
                    <a16:creationId xmlns:a16="http://schemas.microsoft.com/office/drawing/2014/main" id="{6D2C2271-1EC0-4DCD-8BFE-DA2A93AA3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2345"/>
                <a:ext cx="21" cy="29"/>
              </a:xfrm>
              <a:custGeom>
                <a:avLst/>
                <a:gdLst>
                  <a:gd name="T0" fmla="*/ 42 w 13"/>
                  <a:gd name="T1" fmla="*/ 84 h 17"/>
                  <a:gd name="T2" fmla="*/ 0 w 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0" y="17"/>
                    </a:moveTo>
                    <a:cubicBezTo>
                      <a:pt x="13" y="12"/>
                      <a:pt x="3" y="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0" name="Freeform 1049">
                <a:extLst>
                  <a:ext uri="{FF2B5EF4-FFF2-40B4-BE49-F238E27FC236}">
                    <a16:creationId xmlns:a16="http://schemas.microsoft.com/office/drawing/2014/main" id="{E02D02D1-CD61-4292-8C46-7F75C3E8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402"/>
                <a:ext cx="8" cy="4"/>
              </a:xfrm>
              <a:custGeom>
                <a:avLst/>
                <a:gdLst>
                  <a:gd name="T0" fmla="*/ 21 w 5"/>
                  <a:gd name="T1" fmla="*/ 16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1" name="Freeform 1050">
                <a:extLst>
                  <a:ext uri="{FF2B5EF4-FFF2-40B4-BE49-F238E27FC236}">
                    <a16:creationId xmlns:a16="http://schemas.microsoft.com/office/drawing/2014/main" id="{C9E0F492-5E79-43E6-8D59-028D880DA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369"/>
                <a:ext cx="8" cy="4"/>
              </a:xfrm>
              <a:custGeom>
                <a:avLst/>
                <a:gdLst>
                  <a:gd name="T0" fmla="*/ 0 w 5"/>
                  <a:gd name="T1" fmla="*/ 0 h 2"/>
                  <a:gd name="T2" fmla="*/ 21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5" y="2"/>
                      <a:pt x="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2" name="Freeform 1051">
                <a:extLst>
                  <a:ext uri="{FF2B5EF4-FFF2-40B4-BE49-F238E27FC236}">
                    <a16:creationId xmlns:a16="http://schemas.microsoft.com/office/drawing/2014/main" id="{662C97CA-F78A-4ED8-88E4-19A4E3872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308"/>
                <a:ext cx="21" cy="26"/>
              </a:xfrm>
              <a:custGeom>
                <a:avLst/>
                <a:gdLst>
                  <a:gd name="T0" fmla="*/ 21 w 13"/>
                  <a:gd name="T1" fmla="*/ 78 h 15"/>
                  <a:gd name="T2" fmla="*/ 0 w 1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5" y="15"/>
                    </a:moveTo>
                    <a:cubicBezTo>
                      <a:pt x="13" y="14"/>
                      <a:pt x="4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3" name="Freeform 1052">
                <a:extLst>
                  <a:ext uri="{FF2B5EF4-FFF2-40B4-BE49-F238E27FC236}">
                    <a16:creationId xmlns:a16="http://schemas.microsoft.com/office/drawing/2014/main" id="{B55919C8-F392-42F2-882B-6BFED6DD7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383"/>
                <a:ext cx="2" cy="5"/>
              </a:xfrm>
              <a:custGeom>
                <a:avLst/>
                <a:gdLst>
                  <a:gd name="T0" fmla="*/ 8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4" name="Freeform 1053">
                <a:extLst>
                  <a:ext uri="{FF2B5EF4-FFF2-40B4-BE49-F238E27FC236}">
                    <a16:creationId xmlns:a16="http://schemas.microsoft.com/office/drawing/2014/main" id="{1702FEE1-01ED-418A-AFDE-A99E0B41C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2434"/>
                <a:ext cx="24" cy="22"/>
              </a:xfrm>
              <a:custGeom>
                <a:avLst/>
                <a:gdLst>
                  <a:gd name="T0" fmla="*/ 61 w 15"/>
                  <a:gd name="T1" fmla="*/ 54 h 13"/>
                  <a:gd name="T2" fmla="*/ 46 w 15"/>
                  <a:gd name="T3" fmla="*/ 54 h 13"/>
                  <a:gd name="T4" fmla="*/ 29 w 15"/>
                  <a:gd name="T5" fmla="*/ 24 h 13"/>
                  <a:gd name="T6" fmla="*/ 0 w 1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11"/>
                    </a:moveTo>
                    <a:cubicBezTo>
                      <a:pt x="12" y="11"/>
                      <a:pt x="13" y="13"/>
                      <a:pt x="11" y="11"/>
                    </a:cubicBezTo>
                    <a:cubicBezTo>
                      <a:pt x="9" y="10"/>
                      <a:pt x="9" y="7"/>
                      <a:pt x="7" y="5"/>
                    </a:cubicBezTo>
                    <a:cubicBezTo>
                      <a:pt x="5" y="3"/>
                      <a:pt x="1" y="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5" name="Freeform 1054">
                <a:extLst>
                  <a:ext uri="{FF2B5EF4-FFF2-40B4-BE49-F238E27FC236}">
                    <a16:creationId xmlns:a16="http://schemas.microsoft.com/office/drawing/2014/main" id="{13893A73-E201-48C1-AC13-B41BC7C50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2494"/>
                <a:ext cx="23" cy="21"/>
              </a:xfrm>
              <a:custGeom>
                <a:avLst/>
                <a:gdLst>
                  <a:gd name="T0" fmla="*/ 41 w 14"/>
                  <a:gd name="T1" fmla="*/ 65 h 12"/>
                  <a:gd name="T2" fmla="*/ 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4"/>
                      <a:pt x="1" y="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6" name="Freeform 1055">
                <a:extLst>
                  <a:ext uri="{FF2B5EF4-FFF2-40B4-BE49-F238E27FC236}">
                    <a16:creationId xmlns:a16="http://schemas.microsoft.com/office/drawing/2014/main" id="{5C55A94A-22EB-43E2-A446-251956EB6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2453"/>
                <a:ext cx="3" cy="10"/>
              </a:xfrm>
              <a:custGeom>
                <a:avLst/>
                <a:gdLst>
                  <a:gd name="T0" fmla="*/ 0 w 2"/>
                  <a:gd name="T1" fmla="*/ 0 h 6"/>
                  <a:gd name="T2" fmla="*/ 5 w 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1"/>
                      <a:pt x="2" y="5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7" name="Freeform 1056">
                <a:extLst>
                  <a:ext uri="{FF2B5EF4-FFF2-40B4-BE49-F238E27FC236}">
                    <a16:creationId xmlns:a16="http://schemas.microsoft.com/office/drawing/2014/main" id="{BAEA2062-2A2D-4B2D-844F-D61A464B8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503"/>
                <a:ext cx="9" cy="4"/>
              </a:xfrm>
              <a:custGeom>
                <a:avLst/>
                <a:gdLst>
                  <a:gd name="T0" fmla="*/ 0 w 5"/>
                  <a:gd name="T1" fmla="*/ 8 h 2"/>
                  <a:gd name="T2" fmla="*/ 29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1"/>
                      <a:pt x="4" y="2"/>
                      <a:pt x="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8" name="Freeform 1057">
                <a:extLst>
                  <a:ext uri="{FF2B5EF4-FFF2-40B4-BE49-F238E27FC236}">
                    <a16:creationId xmlns:a16="http://schemas.microsoft.com/office/drawing/2014/main" id="{8900A78E-916A-40FB-BCA3-20678832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2564"/>
                <a:ext cx="7" cy="7"/>
              </a:xfrm>
              <a:custGeom>
                <a:avLst/>
                <a:gdLst>
                  <a:gd name="T0" fmla="*/ 21 w 4"/>
                  <a:gd name="T1" fmla="*/ 0 h 4"/>
                  <a:gd name="T2" fmla="*/ 0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9" name="Freeform 1058">
                <a:extLst>
                  <a:ext uri="{FF2B5EF4-FFF2-40B4-BE49-F238E27FC236}">
                    <a16:creationId xmlns:a16="http://schemas.microsoft.com/office/drawing/2014/main" id="{4E7BD38D-895E-47C6-B249-0A83FA949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3215"/>
                <a:ext cx="8" cy="26"/>
              </a:xfrm>
              <a:custGeom>
                <a:avLst/>
                <a:gdLst>
                  <a:gd name="T0" fmla="*/ 0 w 5"/>
                  <a:gd name="T1" fmla="*/ 5 h 15"/>
                  <a:gd name="T2" fmla="*/ 16 w 5"/>
                  <a:gd name="T3" fmla="*/ 49 h 15"/>
                  <a:gd name="T4" fmla="*/ 16 w 5"/>
                  <a:gd name="T5" fmla="*/ 7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0" y="1"/>
                    </a:moveTo>
                    <a:cubicBezTo>
                      <a:pt x="5" y="0"/>
                      <a:pt x="4" y="6"/>
                      <a:pt x="4" y="9"/>
                    </a:cubicBezTo>
                    <a:cubicBezTo>
                      <a:pt x="4" y="11"/>
                      <a:pt x="5" y="14"/>
                      <a:pt x="4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40" name="Freeform 1059">
                <a:extLst>
                  <a:ext uri="{FF2B5EF4-FFF2-40B4-BE49-F238E27FC236}">
                    <a16:creationId xmlns:a16="http://schemas.microsoft.com/office/drawing/2014/main" id="{CB5ECC00-E184-4E14-965F-D0A32268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191"/>
                <a:ext cx="16" cy="33"/>
              </a:xfrm>
              <a:custGeom>
                <a:avLst/>
                <a:gdLst>
                  <a:gd name="T0" fmla="*/ 0 w 10"/>
                  <a:gd name="T1" fmla="*/ 0 h 19"/>
                  <a:gd name="T2" fmla="*/ 0 w 10"/>
                  <a:gd name="T3" fmla="*/ 36 h 19"/>
                  <a:gd name="T4" fmla="*/ 21 w 10"/>
                  <a:gd name="T5" fmla="*/ 63 h 19"/>
                  <a:gd name="T6" fmla="*/ 42 w 10"/>
                  <a:gd name="T7" fmla="*/ 9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  <a:cubicBezTo>
                      <a:pt x="1" y="10"/>
                      <a:pt x="3" y="10"/>
                      <a:pt x="5" y="12"/>
                    </a:cubicBezTo>
                    <a:cubicBezTo>
                      <a:pt x="6" y="13"/>
                      <a:pt x="7" y="19"/>
                      <a:pt x="1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41" name="Freeform 1060">
                <a:extLst>
                  <a:ext uri="{FF2B5EF4-FFF2-40B4-BE49-F238E27FC236}">
                    <a16:creationId xmlns:a16="http://schemas.microsoft.com/office/drawing/2014/main" id="{61215A79-7639-40F2-8AF6-631F3C2B5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3213"/>
                <a:ext cx="2" cy="5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42" name="Freeform 1061">
                <a:extLst>
                  <a:ext uri="{FF2B5EF4-FFF2-40B4-BE49-F238E27FC236}">
                    <a16:creationId xmlns:a16="http://schemas.microsoft.com/office/drawing/2014/main" id="{09500A1D-6250-476A-A278-D8E30420B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3217"/>
                <a:ext cx="1" cy="8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4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43" name="Freeform 1062">
                <a:extLst>
                  <a:ext uri="{FF2B5EF4-FFF2-40B4-BE49-F238E27FC236}">
                    <a16:creationId xmlns:a16="http://schemas.microsoft.com/office/drawing/2014/main" id="{9CDB96F7-16E2-4E85-9E4F-04BD26A77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192"/>
                <a:ext cx="5" cy="6"/>
              </a:xfrm>
              <a:custGeom>
                <a:avLst/>
                <a:gdLst>
                  <a:gd name="T0" fmla="*/ 13 w 3"/>
                  <a:gd name="T1" fmla="*/ 8 h 3"/>
                  <a:gd name="T2" fmla="*/ 5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0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44" name="Freeform 1063">
                <a:extLst>
                  <a:ext uri="{FF2B5EF4-FFF2-40B4-BE49-F238E27FC236}">
                    <a16:creationId xmlns:a16="http://schemas.microsoft.com/office/drawing/2014/main" id="{EFB55EEE-F6E6-4D7B-B65A-509B494EB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161"/>
                <a:ext cx="16" cy="28"/>
              </a:xfrm>
              <a:custGeom>
                <a:avLst/>
                <a:gdLst>
                  <a:gd name="T0" fmla="*/ 0 w 10"/>
                  <a:gd name="T1" fmla="*/ 0 h 16"/>
                  <a:gd name="T2" fmla="*/ 26 w 10"/>
                  <a:gd name="T3" fmla="*/ 58 h 16"/>
                  <a:gd name="T4" fmla="*/ 42 w 10"/>
                  <a:gd name="T5" fmla="*/ 8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6" y="2"/>
                      <a:pt x="3" y="7"/>
                      <a:pt x="6" y="11"/>
                    </a:cubicBezTo>
                    <a:cubicBezTo>
                      <a:pt x="7" y="12"/>
                      <a:pt x="10" y="14"/>
                      <a:pt x="10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45" name="Freeform 1064">
                <a:extLst>
                  <a:ext uri="{FF2B5EF4-FFF2-40B4-BE49-F238E27FC236}">
                    <a16:creationId xmlns:a16="http://schemas.microsoft.com/office/drawing/2014/main" id="{2400D5E0-9848-459E-8AA8-EF051686C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3121"/>
                <a:ext cx="18" cy="31"/>
              </a:xfrm>
              <a:custGeom>
                <a:avLst/>
                <a:gdLst>
                  <a:gd name="T0" fmla="*/ 0 w 11"/>
                  <a:gd name="T1" fmla="*/ 0 h 18"/>
                  <a:gd name="T2" fmla="*/ 41 w 11"/>
                  <a:gd name="T3" fmla="*/ 50 h 18"/>
                  <a:gd name="T4" fmla="*/ 43 w 11"/>
                  <a:gd name="T5" fmla="*/ 9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0"/>
                    </a:moveTo>
                    <a:cubicBezTo>
                      <a:pt x="2" y="5"/>
                      <a:pt x="7" y="6"/>
                      <a:pt x="9" y="10"/>
                    </a:cubicBezTo>
                    <a:cubicBezTo>
                      <a:pt x="10" y="13"/>
                      <a:pt x="11" y="16"/>
                      <a:pt x="1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46" name="Freeform 1065">
                <a:extLst>
                  <a:ext uri="{FF2B5EF4-FFF2-40B4-BE49-F238E27FC236}">
                    <a16:creationId xmlns:a16="http://schemas.microsoft.com/office/drawing/2014/main" id="{0ACE7B12-50AF-46E1-BB36-29180D4BD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163"/>
                <a:ext cx="3" cy="7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47" name="Freeform 1066">
                <a:extLst>
                  <a:ext uri="{FF2B5EF4-FFF2-40B4-BE49-F238E27FC236}">
                    <a16:creationId xmlns:a16="http://schemas.microsoft.com/office/drawing/2014/main" id="{7B7E6132-DE9A-4750-8354-BC4ED0F4C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184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48" name="Freeform 1067">
                <a:extLst>
                  <a:ext uri="{FF2B5EF4-FFF2-40B4-BE49-F238E27FC236}">
                    <a16:creationId xmlns:a16="http://schemas.microsoft.com/office/drawing/2014/main" id="{A37AC63E-CFA5-4A0A-9093-B60987603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3119"/>
                <a:ext cx="3" cy="9"/>
              </a:xfrm>
              <a:custGeom>
                <a:avLst/>
                <a:gdLst>
                  <a:gd name="T0" fmla="*/ 8 w 2"/>
                  <a:gd name="T1" fmla="*/ 0 h 5"/>
                  <a:gd name="T2" fmla="*/ 5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0"/>
                      <a:pt x="1" y="3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49" name="Freeform 1068">
                <a:extLst>
                  <a:ext uri="{FF2B5EF4-FFF2-40B4-BE49-F238E27FC236}">
                    <a16:creationId xmlns:a16="http://schemas.microsoft.com/office/drawing/2014/main" id="{E3538167-FF4A-470B-848B-9F703EA73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3071"/>
                <a:ext cx="18" cy="19"/>
              </a:xfrm>
              <a:custGeom>
                <a:avLst/>
                <a:gdLst>
                  <a:gd name="T0" fmla="*/ 5 w 11"/>
                  <a:gd name="T1" fmla="*/ 0 h 11"/>
                  <a:gd name="T2" fmla="*/ 0 w 11"/>
                  <a:gd name="T3" fmla="*/ 21 h 11"/>
                  <a:gd name="T4" fmla="*/ 21 w 11"/>
                  <a:gd name="T5" fmla="*/ 36 h 11"/>
                  <a:gd name="T6" fmla="*/ 47 w 11"/>
                  <a:gd name="T7" fmla="*/ 5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7"/>
                      <a:pt x="2" y="6"/>
                      <a:pt x="5" y="7"/>
                    </a:cubicBezTo>
                    <a:cubicBezTo>
                      <a:pt x="7" y="8"/>
                      <a:pt x="9" y="10"/>
                      <a:pt x="11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0" name="Freeform 1069">
                <a:extLst>
                  <a:ext uri="{FF2B5EF4-FFF2-40B4-BE49-F238E27FC236}">
                    <a16:creationId xmlns:a16="http://schemas.microsoft.com/office/drawing/2014/main" id="{4E6C418A-D654-4217-B972-47B56B168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003"/>
                <a:ext cx="31" cy="19"/>
              </a:xfrm>
              <a:custGeom>
                <a:avLst/>
                <a:gdLst>
                  <a:gd name="T0" fmla="*/ 5 w 19"/>
                  <a:gd name="T1" fmla="*/ 0 h 11"/>
                  <a:gd name="T2" fmla="*/ 13 w 19"/>
                  <a:gd name="T3" fmla="*/ 29 h 11"/>
                  <a:gd name="T4" fmla="*/ 29 w 19"/>
                  <a:gd name="T5" fmla="*/ 36 h 11"/>
                  <a:gd name="T6" fmla="*/ 54 w 19"/>
                  <a:gd name="T7" fmla="*/ 41 h 11"/>
                  <a:gd name="T8" fmla="*/ 83 w 19"/>
                  <a:gd name="T9" fmla="*/ 4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4" y="7"/>
                      <a:pt x="6" y="7"/>
                      <a:pt x="7" y="7"/>
                    </a:cubicBezTo>
                    <a:cubicBezTo>
                      <a:pt x="9" y="7"/>
                      <a:pt x="10" y="7"/>
                      <a:pt x="12" y="8"/>
                    </a:cubicBezTo>
                    <a:cubicBezTo>
                      <a:pt x="14" y="8"/>
                      <a:pt x="17" y="11"/>
                      <a:pt x="19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1" name="Freeform 1070">
                <a:extLst>
                  <a:ext uri="{FF2B5EF4-FFF2-40B4-BE49-F238E27FC236}">
                    <a16:creationId xmlns:a16="http://schemas.microsoft.com/office/drawing/2014/main" id="{1B18D991-36F2-4126-9C19-D9FD266D4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3074"/>
                <a:ext cx="10" cy="5"/>
              </a:xfrm>
              <a:custGeom>
                <a:avLst/>
                <a:gdLst>
                  <a:gd name="T0" fmla="*/ 0 w 6"/>
                  <a:gd name="T1" fmla="*/ 13 h 3"/>
                  <a:gd name="T2" fmla="*/ 28 w 6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2" name="Freeform 1071">
                <a:extLst>
                  <a:ext uri="{FF2B5EF4-FFF2-40B4-BE49-F238E27FC236}">
                    <a16:creationId xmlns:a16="http://schemas.microsoft.com/office/drawing/2014/main" id="{F86A59FF-4813-4816-B453-6CCE31DDE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3008"/>
                <a:ext cx="10" cy="3"/>
              </a:xfrm>
              <a:custGeom>
                <a:avLst/>
                <a:gdLst>
                  <a:gd name="T0" fmla="*/ 0 w 6"/>
                  <a:gd name="T1" fmla="*/ 8 h 2"/>
                  <a:gd name="T2" fmla="*/ 28 w 6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1" y="0"/>
                      <a:pt x="4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3" name="Freeform 1072">
                <a:extLst>
                  <a:ext uri="{FF2B5EF4-FFF2-40B4-BE49-F238E27FC236}">
                    <a16:creationId xmlns:a16="http://schemas.microsoft.com/office/drawing/2014/main" id="{E356FEC6-9B53-4090-A14D-BD52899AE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3018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4" name="Freeform 1073">
                <a:extLst>
                  <a:ext uri="{FF2B5EF4-FFF2-40B4-BE49-F238E27FC236}">
                    <a16:creationId xmlns:a16="http://schemas.microsoft.com/office/drawing/2014/main" id="{17D6E3C9-C104-4EF1-AD86-D6ACA4389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3"/>
                <a:ext cx="28" cy="18"/>
              </a:xfrm>
              <a:custGeom>
                <a:avLst/>
                <a:gdLst>
                  <a:gd name="T0" fmla="*/ 0 w 17"/>
                  <a:gd name="T1" fmla="*/ 13 h 10"/>
                  <a:gd name="T2" fmla="*/ 8 w 17"/>
                  <a:gd name="T3" fmla="*/ 7 h 10"/>
                  <a:gd name="T4" fmla="*/ 33 w 17"/>
                  <a:gd name="T5" fmla="*/ 7 h 10"/>
                  <a:gd name="T6" fmla="*/ 54 w 17"/>
                  <a:gd name="T7" fmla="*/ 29 h 10"/>
                  <a:gd name="T8" fmla="*/ 71 w 17"/>
                  <a:gd name="T9" fmla="*/ 41 h 10"/>
                  <a:gd name="T10" fmla="*/ 76 w 17"/>
                  <a:gd name="T11" fmla="*/ 5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0">
                    <a:moveTo>
                      <a:pt x="0" y="2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7" y="1"/>
                    </a:cubicBezTo>
                    <a:cubicBezTo>
                      <a:pt x="9" y="2"/>
                      <a:pt x="10" y="4"/>
                      <a:pt x="12" y="5"/>
                    </a:cubicBezTo>
                    <a:cubicBezTo>
                      <a:pt x="14" y="6"/>
                      <a:pt x="15" y="6"/>
                      <a:pt x="16" y="7"/>
                    </a:cubicBezTo>
                    <a:cubicBezTo>
                      <a:pt x="17" y="8"/>
                      <a:pt x="17" y="9"/>
                      <a:pt x="17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5" name="Freeform 1074">
                <a:extLst>
                  <a:ext uri="{FF2B5EF4-FFF2-40B4-BE49-F238E27FC236}">
                    <a16:creationId xmlns:a16="http://schemas.microsoft.com/office/drawing/2014/main" id="{CBB671A6-4260-4E87-90D6-325512710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62"/>
                <a:ext cx="30" cy="15"/>
              </a:xfrm>
              <a:custGeom>
                <a:avLst/>
                <a:gdLst>
                  <a:gd name="T0" fmla="*/ 0 w 18"/>
                  <a:gd name="T1" fmla="*/ 8 h 9"/>
                  <a:gd name="T2" fmla="*/ 37 w 18"/>
                  <a:gd name="T3" fmla="*/ 5 h 9"/>
                  <a:gd name="T4" fmla="*/ 62 w 18"/>
                  <a:gd name="T5" fmla="*/ 20 h 9"/>
                  <a:gd name="T6" fmla="*/ 78 w 18"/>
                  <a:gd name="T7" fmla="*/ 4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0" y="2"/>
                    </a:moveTo>
                    <a:cubicBezTo>
                      <a:pt x="2" y="2"/>
                      <a:pt x="5" y="0"/>
                      <a:pt x="8" y="1"/>
                    </a:cubicBezTo>
                    <a:cubicBezTo>
                      <a:pt x="10" y="1"/>
                      <a:pt x="11" y="3"/>
                      <a:pt x="13" y="4"/>
                    </a:cubicBezTo>
                    <a:cubicBezTo>
                      <a:pt x="15" y="5"/>
                      <a:pt x="18" y="7"/>
                      <a:pt x="17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6" name="Freeform 1075">
                <a:extLst>
                  <a:ext uri="{FF2B5EF4-FFF2-40B4-BE49-F238E27FC236}">
                    <a16:creationId xmlns:a16="http://schemas.microsoft.com/office/drawing/2014/main" id="{76741B72-4A44-4245-9A2D-EC3A780FF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935"/>
                <a:ext cx="5" cy="8"/>
              </a:xfrm>
              <a:custGeom>
                <a:avLst/>
                <a:gdLst>
                  <a:gd name="T0" fmla="*/ 5 w 3"/>
                  <a:gd name="T1" fmla="*/ 0 h 5"/>
                  <a:gd name="T2" fmla="*/ 13 w 3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2"/>
                      <a:pt x="2" y="4"/>
                      <a:pt x="3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7" name="Freeform 1076">
                <a:extLst>
                  <a:ext uri="{FF2B5EF4-FFF2-40B4-BE49-F238E27FC236}">
                    <a16:creationId xmlns:a16="http://schemas.microsoft.com/office/drawing/2014/main" id="{AA4B21EC-9EAE-4376-95FE-9BD453254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952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8" name="Freeform 1077">
                <a:extLst>
                  <a:ext uri="{FF2B5EF4-FFF2-40B4-BE49-F238E27FC236}">
                    <a16:creationId xmlns:a16="http://schemas.microsoft.com/office/drawing/2014/main" id="{569DEFB1-DCB5-4E8E-A757-5D991AAA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858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3"/>
                      <a:pt x="3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9" name="Freeform 1078">
                <a:extLst>
                  <a:ext uri="{FF2B5EF4-FFF2-40B4-BE49-F238E27FC236}">
                    <a16:creationId xmlns:a16="http://schemas.microsoft.com/office/drawing/2014/main" id="{FBCC38B4-7081-44E6-8430-6DE3E6A16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790"/>
                <a:ext cx="36" cy="16"/>
              </a:xfrm>
              <a:custGeom>
                <a:avLst/>
                <a:gdLst>
                  <a:gd name="T0" fmla="*/ 5 w 22"/>
                  <a:gd name="T1" fmla="*/ 50 h 9"/>
                  <a:gd name="T2" fmla="*/ 75 w 22"/>
                  <a:gd name="T3" fmla="*/ 16 h 9"/>
                  <a:gd name="T4" fmla="*/ 92 w 22"/>
                  <a:gd name="T5" fmla="*/ 3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1" y="9"/>
                    </a:moveTo>
                    <a:cubicBezTo>
                      <a:pt x="0" y="0"/>
                      <a:pt x="11" y="3"/>
                      <a:pt x="17" y="3"/>
                    </a:cubicBezTo>
                    <a:cubicBezTo>
                      <a:pt x="19" y="3"/>
                      <a:pt x="22" y="4"/>
                      <a:pt x="21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60" name="Freeform 1079">
                <a:extLst>
                  <a:ext uri="{FF2B5EF4-FFF2-40B4-BE49-F238E27FC236}">
                    <a16:creationId xmlns:a16="http://schemas.microsoft.com/office/drawing/2014/main" id="{DFED52EE-DCA5-43FC-A9E5-84F0ABBD3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790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61" name="Freeform 1080">
                <a:extLst>
                  <a:ext uri="{FF2B5EF4-FFF2-40B4-BE49-F238E27FC236}">
                    <a16:creationId xmlns:a16="http://schemas.microsoft.com/office/drawing/2014/main" id="{92CC62B0-9CA7-4366-B19F-079DA6895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719"/>
                <a:ext cx="34" cy="10"/>
              </a:xfrm>
              <a:custGeom>
                <a:avLst/>
                <a:gdLst>
                  <a:gd name="T0" fmla="*/ 0 w 21"/>
                  <a:gd name="T1" fmla="*/ 28 h 6"/>
                  <a:gd name="T2" fmla="*/ 29 w 21"/>
                  <a:gd name="T3" fmla="*/ 0 h 6"/>
                  <a:gd name="T4" fmla="*/ 55 w 21"/>
                  <a:gd name="T5" fmla="*/ 5 h 6"/>
                  <a:gd name="T6" fmla="*/ 63 w 21"/>
                  <a:gd name="T7" fmla="*/ 5 h 6"/>
                  <a:gd name="T8" fmla="*/ 89 w 21"/>
                  <a:gd name="T9" fmla="*/ 2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">
                    <a:moveTo>
                      <a:pt x="0" y="6"/>
                    </a:moveTo>
                    <a:cubicBezTo>
                      <a:pt x="0" y="2"/>
                      <a:pt x="4" y="0"/>
                      <a:pt x="7" y="0"/>
                    </a:cubicBezTo>
                    <a:cubicBezTo>
                      <a:pt x="9" y="1"/>
                      <a:pt x="11" y="1"/>
                      <a:pt x="13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7" y="1"/>
                      <a:pt x="20" y="3"/>
                      <a:pt x="2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62" name="Freeform 1081">
                <a:extLst>
                  <a:ext uri="{FF2B5EF4-FFF2-40B4-BE49-F238E27FC236}">
                    <a16:creationId xmlns:a16="http://schemas.microsoft.com/office/drawing/2014/main" id="{BB5B9D92-28F2-499D-A343-AB6565BEB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716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63" name="Freeform 1082">
                <a:extLst>
                  <a:ext uri="{FF2B5EF4-FFF2-40B4-BE49-F238E27FC236}">
                    <a16:creationId xmlns:a16="http://schemas.microsoft.com/office/drawing/2014/main" id="{E3010084-C078-497A-ABF1-10F9708AF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622"/>
                <a:ext cx="26" cy="12"/>
              </a:xfrm>
              <a:custGeom>
                <a:avLst/>
                <a:gdLst>
                  <a:gd name="T0" fmla="*/ 0 w 16"/>
                  <a:gd name="T1" fmla="*/ 15 h 7"/>
                  <a:gd name="T2" fmla="*/ 39 w 16"/>
                  <a:gd name="T3" fmla="*/ 5 h 7"/>
                  <a:gd name="T4" fmla="*/ 68 w 1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3" y="7"/>
                      <a:pt x="6" y="3"/>
                      <a:pt x="9" y="1"/>
                    </a:cubicBezTo>
                    <a:cubicBezTo>
                      <a:pt x="11" y="0"/>
                      <a:pt x="14" y="1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64" name="Freeform 1083">
                <a:extLst>
                  <a:ext uri="{FF2B5EF4-FFF2-40B4-BE49-F238E27FC236}">
                    <a16:creationId xmlns:a16="http://schemas.microsoft.com/office/drawing/2014/main" id="{57FE378D-AB1B-42A7-B20D-98790AC3A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566"/>
                <a:ext cx="26" cy="14"/>
              </a:xfrm>
              <a:custGeom>
                <a:avLst/>
                <a:gdLst>
                  <a:gd name="T0" fmla="*/ 8 w 16"/>
                  <a:gd name="T1" fmla="*/ 44 h 8"/>
                  <a:gd name="T2" fmla="*/ 18 w 16"/>
                  <a:gd name="T3" fmla="*/ 21 h 8"/>
                  <a:gd name="T4" fmla="*/ 42 w 16"/>
                  <a:gd name="T5" fmla="*/ 12 h 8"/>
                  <a:gd name="T6" fmla="*/ 68 w 1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2" y="8"/>
                    </a:moveTo>
                    <a:cubicBezTo>
                      <a:pt x="0" y="7"/>
                      <a:pt x="3" y="4"/>
                      <a:pt x="4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2" y="1"/>
                      <a:pt x="15" y="0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65" name="Freeform 1084">
                <a:extLst>
                  <a:ext uri="{FF2B5EF4-FFF2-40B4-BE49-F238E27FC236}">
                    <a16:creationId xmlns:a16="http://schemas.microsoft.com/office/drawing/2014/main" id="{F4D2A3C0-64CA-4758-B18E-D28CDEF58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630"/>
                <a:ext cx="1" cy="9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66" name="Freeform 1085">
                <a:extLst>
                  <a:ext uri="{FF2B5EF4-FFF2-40B4-BE49-F238E27FC236}">
                    <a16:creationId xmlns:a16="http://schemas.microsoft.com/office/drawing/2014/main" id="{A86E0EC1-89C9-4417-9FCD-068B394A9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623"/>
                <a:ext cx="7" cy="5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3" y="1"/>
                      <a:pt x="4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67" name="Freeform 1086">
                <a:extLst>
                  <a:ext uri="{FF2B5EF4-FFF2-40B4-BE49-F238E27FC236}">
                    <a16:creationId xmlns:a16="http://schemas.microsoft.com/office/drawing/2014/main" id="{E811C06C-00E3-4668-85BA-20B9A19AC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717"/>
                <a:ext cx="7" cy="5"/>
              </a:xfrm>
              <a:custGeom>
                <a:avLst/>
                <a:gdLst>
                  <a:gd name="T0" fmla="*/ 0 w 4"/>
                  <a:gd name="T1" fmla="*/ 8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68" name="Freeform 1087">
                <a:extLst>
                  <a:ext uri="{FF2B5EF4-FFF2-40B4-BE49-F238E27FC236}">
                    <a16:creationId xmlns:a16="http://schemas.microsoft.com/office/drawing/2014/main" id="{5BC77B44-CBA4-489B-AA75-45D0D2DCA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569"/>
                <a:ext cx="6" cy="4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69" name="Freeform 1088">
                <a:extLst>
                  <a:ext uri="{FF2B5EF4-FFF2-40B4-BE49-F238E27FC236}">
                    <a16:creationId xmlns:a16="http://schemas.microsoft.com/office/drawing/2014/main" id="{F3DD9556-407A-470C-A827-971D0AB2F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474"/>
                <a:ext cx="23" cy="19"/>
              </a:xfrm>
              <a:custGeom>
                <a:avLst/>
                <a:gdLst>
                  <a:gd name="T0" fmla="*/ 13 w 14"/>
                  <a:gd name="T1" fmla="*/ 57 h 11"/>
                  <a:gd name="T2" fmla="*/ 35 w 14"/>
                  <a:gd name="T3" fmla="*/ 16 h 11"/>
                  <a:gd name="T4" fmla="*/ 62 w 14"/>
                  <a:gd name="T5" fmla="*/ 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11"/>
                    </a:moveTo>
                    <a:cubicBezTo>
                      <a:pt x="0" y="8"/>
                      <a:pt x="6" y="4"/>
                      <a:pt x="8" y="3"/>
                    </a:cubicBezTo>
                    <a:cubicBezTo>
                      <a:pt x="10" y="1"/>
                      <a:pt x="12" y="0"/>
                      <a:pt x="14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70" name="Freeform 1089">
                <a:extLst>
                  <a:ext uri="{FF2B5EF4-FFF2-40B4-BE49-F238E27FC236}">
                    <a16:creationId xmlns:a16="http://schemas.microsoft.com/office/drawing/2014/main" id="{AE83916D-50BA-4544-AA05-3D6D20E3A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414"/>
                <a:ext cx="31" cy="21"/>
              </a:xfrm>
              <a:custGeom>
                <a:avLst/>
                <a:gdLst>
                  <a:gd name="T0" fmla="*/ 18 w 19"/>
                  <a:gd name="T1" fmla="*/ 65 h 12"/>
                  <a:gd name="T2" fmla="*/ 62 w 19"/>
                  <a:gd name="T3" fmla="*/ 16 h 12"/>
                  <a:gd name="T4" fmla="*/ 83 w 19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4" y="12"/>
                    </a:moveTo>
                    <a:cubicBezTo>
                      <a:pt x="0" y="7"/>
                      <a:pt x="12" y="5"/>
                      <a:pt x="14" y="3"/>
                    </a:cubicBezTo>
                    <a:cubicBezTo>
                      <a:pt x="15" y="2"/>
                      <a:pt x="17" y="0"/>
                      <a:pt x="19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71" name="Freeform 1090">
                <a:extLst>
                  <a:ext uri="{FF2B5EF4-FFF2-40B4-BE49-F238E27FC236}">
                    <a16:creationId xmlns:a16="http://schemas.microsoft.com/office/drawing/2014/main" id="{D307A02E-575D-47A0-A45F-A99B9DA20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486"/>
                <a:ext cx="9" cy="5"/>
              </a:xfrm>
              <a:custGeom>
                <a:avLst/>
                <a:gdLst>
                  <a:gd name="T0" fmla="*/ 0 w 6"/>
                  <a:gd name="T1" fmla="*/ 0 h 3"/>
                  <a:gd name="T2" fmla="*/ 21 w 6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2"/>
                      <a:pt x="3" y="3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72" name="Freeform 1091">
                <a:extLst>
                  <a:ext uri="{FF2B5EF4-FFF2-40B4-BE49-F238E27FC236}">
                    <a16:creationId xmlns:a16="http://schemas.microsoft.com/office/drawing/2014/main" id="{471332C6-02DB-4456-BB1F-7ADBD7E33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407"/>
                <a:ext cx="3" cy="13"/>
              </a:xfrm>
              <a:custGeom>
                <a:avLst/>
                <a:gdLst>
                  <a:gd name="T0" fmla="*/ 0 w 2"/>
                  <a:gd name="T1" fmla="*/ 45 h 7"/>
                  <a:gd name="T2" fmla="*/ 5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1" y="5"/>
                      <a:pt x="2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73" name="Freeform 1092">
                <a:extLst>
                  <a:ext uri="{FF2B5EF4-FFF2-40B4-BE49-F238E27FC236}">
                    <a16:creationId xmlns:a16="http://schemas.microsoft.com/office/drawing/2014/main" id="{0F9F9ACE-2B6B-473F-99FC-A226B26D6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355"/>
                <a:ext cx="16" cy="30"/>
              </a:xfrm>
              <a:custGeom>
                <a:avLst/>
                <a:gdLst>
                  <a:gd name="T0" fmla="*/ 13 w 10"/>
                  <a:gd name="T1" fmla="*/ 86 h 17"/>
                  <a:gd name="T2" fmla="*/ 5 w 10"/>
                  <a:gd name="T3" fmla="*/ 60 h 17"/>
                  <a:gd name="T4" fmla="*/ 21 w 10"/>
                  <a:gd name="T5" fmla="*/ 28 h 17"/>
                  <a:gd name="T6" fmla="*/ 42 w 10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3" y="16"/>
                    </a:moveTo>
                    <a:cubicBezTo>
                      <a:pt x="1" y="17"/>
                      <a:pt x="0" y="12"/>
                      <a:pt x="1" y="11"/>
                    </a:cubicBezTo>
                    <a:cubicBezTo>
                      <a:pt x="1" y="9"/>
                      <a:pt x="4" y="7"/>
                      <a:pt x="5" y="5"/>
                    </a:cubicBezTo>
                    <a:cubicBezTo>
                      <a:pt x="6" y="3"/>
                      <a:pt x="8" y="0"/>
                      <a:pt x="1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74" name="Freeform 1093">
                <a:extLst>
                  <a:ext uri="{FF2B5EF4-FFF2-40B4-BE49-F238E27FC236}">
                    <a16:creationId xmlns:a16="http://schemas.microsoft.com/office/drawing/2014/main" id="{F8AF0798-4392-4C70-9F6A-1CF1A8867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373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75" name="Freeform 1094">
                <a:extLst>
                  <a:ext uri="{FF2B5EF4-FFF2-40B4-BE49-F238E27FC236}">
                    <a16:creationId xmlns:a16="http://schemas.microsoft.com/office/drawing/2014/main" id="{4D1D0FC1-70A8-41A7-BAB5-2F90BF031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303"/>
                <a:ext cx="78" cy="42"/>
              </a:xfrm>
              <a:custGeom>
                <a:avLst/>
                <a:gdLst>
                  <a:gd name="T0" fmla="*/ 202 w 48"/>
                  <a:gd name="T1" fmla="*/ 123 h 24"/>
                  <a:gd name="T2" fmla="*/ 198 w 48"/>
                  <a:gd name="T3" fmla="*/ 93 h 24"/>
                  <a:gd name="T4" fmla="*/ 151 w 48"/>
                  <a:gd name="T5" fmla="*/ 70 h 24"/>
                  <a:gd name="T6" fmla="*/ 102 w 48"/>
                  <a:gd name="T7" fmla="*/ 56 h 24"/>
                  <a:gd name="T8" fmla="*/ 54 w 48"/>
                  <a:gd name="T9" fmla="*/ 28 h 24"/>
                  <a:gd name="T10" fmla="*/ 13 w 48"/>
                  <a:gd name="T11" fmla="*/ 7 h 24"/>
                  <a:gd name="T12" fmla="*/ 0 w 48"/>
                  <a:gd name="T13" fmla="*/ 1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4">
                    <a:moveTo>
                      <a:pt x="47" y="23"/>
                    </a:moveTo>
                    <a:cubicBezTo>
                      <a:pt x="48" y="24"/>
                      <a:pt x="47" y="18"/>
                      <a:pt x="46" y="17"/>
                    </a:cubicBezTo>
                    <a:cubicBezTo>
                      <a:pt x="43" y="14"/>
                      <a:pt x="39" y="14"/>
                      <a:pt x="35" y="13"/>
                    </a:cubicBezTo>
                    <a:cubicBezTo>
                      <a:pt x="31" y="13"/>
                      <a:pt x="28" y="11"/>
                      <a:pt x="24" y="10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3"/>
                      <a:pt x="7" y="0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76" name="Freeform 1095">
                <a:extLst>
                  <a:ext uri="{FF2B5EF4-FFF2-40B4-BE49-F238E27FC236}">
                    <a16:creationId xmlns:a16="http://schemas.microsoft.com/office/drawing/2014/main" id="{61504293-BA60-4ED3-9ED2-3B3334DC4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314"/>
                <a:ext cx="11" cy="29"/>
              </a:xfrm>
              <a:custGeom>
                <a:avLst/>
                <a:gdLst>
                  <a:gd name="T0" fmla="*/ 5 w 7"/>
                  <a:gd name="T1" fmla="*/ 84 h 17"/>
                  <a:gd name="T2" fmla="*/ 0 w 7"/>
                  <a:gd name="T3" fmla="*/ 58 h 17"/>
                  <a:gd name="T4" fmla="*/ 20 w 7"/>
                  <a:gd name="T5" fmla="*/ 26 h 17"/>
                  <a:gd name="T6" fmla="*/ 22 w 7"/>
                  <a:gd name="T7" fmla="*/ 0 h 17"/>
                  <a:gd name="T8" fmla="*/ 27 w 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0" y="16"/>
                      <a:pt x="0" y="13"/>
                      <a:pt x="0" y="12"/>
                    </a:cubicBezTo>
                    <a:cubicBezTo>
                      <a:pt x="1" y="9"/>
                      <a:pt x="4" y="8"/>
                      <a:pt x="5" y="5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77" name="Freeform 1096">
                <a:extLst>
                  <a:ext uri="{FF2B5EF4-FFF2-40B4-BE49-F238E27FC236}">
                    <a16:creationId xmlns:a16="http://schemas.microsoft.com/office/drawing/2014/main" id="{3D442909-04D5-4303-80C4-DC295CEE0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275"/>
                <a:ext cx="10" cy="26"/>
              </a:xfrm>
              <a:custGeom>
                <a:avLst/>
                <a:gdLst>
                  <a:gd name="T0" fmla="*/ 0 w 6"/>
                  <a:gd name="T1" fmla="*/ 73 h 15"/>
                  <a:gd name="T2" fmla="*/ 22 w 6"/>
                  <a:gd name="T3" fmla="*/ 57 h 15"/>
                  <a:gd name="T4" fmla="*/ 22 w 6"/>
                  <a:gd name="T5" fmla="*/ 28 h 15"/>
                  <a:gd name="T6" fmla="*/ 20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14"/>
                    </a:moveTo>
                    <a:cubicBezTo>
                      <a:pt x="2" y="14"/>
                      <a:pt x="4" y="15"/>
                      <a:pt x="5" y="11"/>
                    </a:cubicBezTo>
                    <a:cubicBezTo>
                      <a:pt x="6" y="9"/>
                      <a:pt x="6" y="7"/>
                      <a:pt x="5" y="5"/>
                    </a:cubicBezTo>
                    <a:cubicBezTo>
                      <a:pt x="5" y="3"/>
                      <a:pt x="6" y="2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78" name="Freeform 1097">
                <a:extLst>
                  <a:ext uri="{FF2B5EF4-FFF2-40B4-BE49-F238E27FC236}">
                    <a16:creationId xmlns:a16="http://schemas.microsoft.com/office/drawing/2014/main" id="{3D71B562-2EFD-4B38-9ABC-5B25A1C5C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333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79" name="Freeform 1098">
                <a:extLst>
                  <a:ext uri="{FF2B5EF4-FFF2-40B4-BE49-F238E27FC236}">
                    <a16:creationId xmlns:a16="http://schemas.microsoft.com/office/drawing/2014/main" id="{6B48C83A-B627-4B29-9687-98A3253CD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296"/>
                <a:ext cx="5" cy="9"/>
              </a:xfrm>
              <a:custGeom>
                <a:avLst/>
                <a:gdLst>
                  <a:gd name="T0" fmla="*/ 13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80" name="Freeform 1099">
                <a:extLst>
                  <a:ext uri="{FF2B5EF4-FFF2-40B4-BE49-F238E27FC236}">
                    <a16:creationId xmlns:a16="http://schemas.microsoft.com/office/drawing/2014/main" id="{E22ED8E3-30F3-4DC1-A493-39390E56F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277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81" name="Freeform 1100">
                <a:extLst>
                  <a:ext uri="{FF2B5EF4-FFF2-40B4-BE49-F238E27FC236}">
                    <a16:creationId xmlns:a16="http://schemas.microsoft.com/office/drawing/2014/main" id="{82264566-202B-4B2B-8C96-6A32D3FEC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315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82" name="Freeform 1101">
                <a:extLst>
                  <a:ext uri="{FF2B5EF4-FFF2-40B4-BE49-F238E27FC236}">
                    <a16:creationId xmlns:a16="http://schemas.microsoft.com/office/drawing/2014/main" id="{F174D73F-BDD0-4877-A6F6-B3420C544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279"/>
                <a:ext cx="93" cy="21"/>
              </a:xfrm>
              <a:custGeom>
                <a:avLst/>
                <a:gdLst>
                  <a:gd name="T0" fmla="*/ 5 w 57"/>
                  <a:gd name="T1" fmla="*/ 65 h 12"/>
                  <a:gd name="T2" fmla="*/ 5 w 57"/>
                  <a:gd name="T3" fmla="*/ 21 h 12"/>
                  <a:gd name="T4" fmla="*/ 55 w 57"/>
                  <a:gd name="T5" fmla="*/ 7 h 12"/>
                  <a:gd name="T6" fmla="*/ 184 w 57"/>
                  <a:gd name="T7" fmla="*/ 28 h 12"/>
                  <a:gd name="T8" fmla="*/ 235 w 57"/>
                  <a:gd name="T9" fmla="*/ 6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2">
                    <a:moveTo>
                      <a:pt x="1" y="12"/>
                    </a:moveTo>
                    <a:cubicBezTo>
                      <a:pt x="0" y="9"/>
                      <a:pt x="0" y="6"/>
                      <a:pt x="1" y="4"/>
                    </a:cubicBezTo>
                    <a:cubicBezTo>
                      <a:pt x="3" y="0"/>
                      <a:pt x="10" y="1"/>
                      <a:pt x="13" y="1"/>
                    </a:cubicBezTo>
                    <a:cubicBezTo>
                      <a:pt x="23" y="2"/>
                      <a:pt x="32" y="5"/>
                      <a:pt x="42" y="5"/>
                    </a:cubicBezTo>
                    <a:cubicBezTo>
                      <a:pt x="46" y="6"/>
                      <a:pt x="57" y="4"/>
                      <a:pt x="54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83" name="Freeform 1102">
                <a:extLst>
                  <a:ext uri="{FF2B5EF4-FFF2-40B4-BE49-F238E27FC236}">
                    <a16:creationId xmlns:a16="http://schemas.microsoft.com/office/drawing/2014/main" id="{764D36A6-23A0-498B-AF53-2DBA7467C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301"/>
                <a:ext cx="83" cy="37"/>
              </a:xfrm>
              <a:custGeom>
                <a:avLst/>
                <a:gdLst>
                  <a:gd name="T0" fmla="*/ 5 w 51"/>
                  <a:gd name="T1" fmla="*/ 115 h 21"/>
                  <a:gd name="T2" fmla="*/ 26 w 51"/>
                  <a:gd name="T3" fmla="*/ 72 h 21"/>
                  <a:gd name="T4" fmla="*/ 63 w 51"/>
                  <a:gd name="T5" fmla="*/ 65 h 21"/>
                  <a:gd name="T6" fmla="*/ 122 w 51"/>
                  <a:gd name="T7" fmla="*/ 49 h 21"/>
                  <a:gd name="T8" fmla="*/ 173 w 51"/>
                  <a:gd name="T9" fmla="*/ 28 h 21"/>
                  <a:gd name="T10" fmla="*/ 190 w 51"/>
                  <a:gd name="T11" fmla="*/ 12 h 21"/>
                  <a:gd name="T12" fmla="*/ 212 w 51"/>
                  <a:gd name="T13" fmla="*/ 7 h 21"/>
                  <a:gd name="T14" fmla="*/ 215 w 51"/>
                  <a:gd name="T15" fmla="*/ 37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1">
                    <a:moveTo>
                      <a:pt x="1" y="21"/>
                    </a:moveTo>
                    <a:cubicBezTo>
                      <a:pt x="0" y="17"/>
                      <a:pt x="3" y="14"/>
                      <a:pt x="6" y="13"/>
                    </a:cubicBezTo>
                    <a:cubicBezTo>
                      <a:pt x="9" y="13"/>
                      <a:pt x="12" y="13"/>
                      <a:pt x="15" y="12"/>
                    </a:cubicBezTo>
                    <a:cubicBezTo>
                      <a:pt x="19" y="11"/>
                      <a:pt x="23" y="10"/>
                      <a:pt x="28" y="9"/>
                    </a:cubicBezTo>
                    <a:cubicBezTo>
                      <a:pt x="31" y="8"/>
                      <a:pt x="36" y="7"/>
                      <a:pt x="40" y="5"/>
                    </a:cubicBezTo>
                    <a:cubicBezTo>
                      <a:pt x="41" y="4"/>
                      <a:pt x="43" y="3"/>
                      <a:pt x="44" y="2"/>
                    </a:cubicBezTo>
                    <a:cubicBezTo>
                      <a:pt x="46" y="1"/>
                      <a:pt x="48" y="0"/>
                      <a:pt x="49" y="1"/>
                    </a:cubicBezTo>
                    <a:cubicBezTo>
                      <a:pt x="50" y="2"/>
                      <a:pt x="51" y="5"/>
                      <a:pt x="5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84" name="Freeform 1103">
                <a:extLst>
                  <a:ext uri="{FF2B5EF4-FFF2-40B4-BE49-F238E27FC236}">
                    <a16:creationId xmlns:a16="http://schemas.microsoft.com/office/drawing/2014/main" id="{31EBC856-FCE0-4138-A3D1-AA0EE19E1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260"/>
                <a:ext cx="7" cy="26"/>
              </a:xfrm>
              <a:custGeom>
                <a:avLst/>
                <a:gdLst>
                  <a:gd name="T0" fmla="*/ 16 w 4"/>
                  <a:gd name="T1" fmla="*/ 78 h 15"/>
                  <a:gd name="T2" fmla="*/ 7 w 4"/>
                  <a:gd name="T3" fmla="*/ 29 h 15"/>
                  <a:gd name="T4" fmla="*/ 7 w 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5">
                    <a:moveTo>
                      <a:pt x="3" y="15"/>
                    </a:moveTo>
                    <a:cubicBezTo>
                      <a:pt x="4" y="12"/>
                      <a:pt x="2" y="9"/>
                      <a:pt x="1" y="6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85" name="Freeform 1104">
                <a:extLst>
                  <a:ext uri="{FF2B5EF4-FFF2-40B4-BE49-F238E27FC236}">
                    <a16:creationId xmlns:a16="http://schemas.microsoft.com/office/drawing/2014/main" id="{64E55411-5E87-4CBF-A181-25B46CAC2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273"/>
                <a:ext cx="14" cy="34"/>
              </a:xfrm>
              <a:custGeom>
                <a:avLst/>
                <a:gdLst>
                  <a:gd name="T0" fmla="*/ 30 w 9"/>
                  <a:gd name="T1" fmla="*/ 109 h 19"/>
                  <a:gd name="T2" fmla="*/ 26 w 9"/>
                  <a:gd name="T3" fmla="*/ 81 h 19"/>
                  <a:gd name="T4" fmla="*/ 12 w 9"/>
                  <a:gd name="T5" fmla="*/ 45 h 19"/>
                  <a:gd name="T6" fmla="*/ 5 w 9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8" y="19"/>
                    </a:moveTo>
                    <a:cubicBezTo>
                      <a:pt x="9" y="16"/>
                      <a:pt x="9" y="16"/>
                      <a:pt x="7" y="14"/>
                    </a:cubicBezTo>
                    <a:cubicBezTo>
                      <a:pt x="6" y="12"/>
                      <a:pt x="4" y="10"/>
                      <a:pt x="3" y="8"/>
                    </a:cubicBezTo>
                    <a:cubicBezTo>
                      <a:pt x="2" y="6"/>
                      <a:pt x="0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86" name="Freeform 1105">
                <a:extLst>
                  <a:ext uri="{FF2B5EF4-FFF2-40B4-BE49-F238E27FC236}">
                    <a16:creationId xmlns:a16="http://schemas.microsoft.com/office/drawing/2014/main" id="{93741651-E728-4627-9869-13CF327C0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284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2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87" name="Freeform 1106">
                <a:extLst>
                  <a:ext uri="{FF2B5EF4-FFF2-40B4-BE49-F238E27FC236}">
                    <a16:creationId xmlns:a16="http://schemas.microsoft.com/office/drawing/2014/main" id="{D56B1B66-403E-4062-84DB-5BF68F82F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261"/>
                <a:ext cx="3" cy="6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1"/>
                      <a:pt x="2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88" name="Freeform 1107">
                <a:extLst>
                  <a:ext uri="{FF2B5EF4-FFF2-40B4-BE49-F238E27FC236}">
                    <a16:creationId xmlns:a16="http://schemas.microsoft.com/office/drawing/2014/main" id="{3C4B94A7-AD3C-4364-9A49-C2A74D040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2296"/>
                <a:ext cx="3" cy="9"/>
              </a:xfrm>
              <a:custGeom>
                <a:avLst/>
                <a:gdLst>
                  <a:gd name="T0" fmla="*/ 5 w 2"/>
                  <a:gd name="T1" fmla="*/ 0 h 5"/>
                  <a:gd name="T2" fmla="*/ 0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89" name="Freeform 1108">
                <a:extLst>
                  <a:ext uri="{FF2B5EF4-FFF2-40B4-BE49-F238E27FC236}">
                    <a16:creationId xmlns:a16="http://schemas.microsoft.com/office/drawing/2014/main" id="{03F69298-E9CB-4D97-A4DF-B9B64B27A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327"/>
                <a:ext cx="8" cy="4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2"/>
                      <a:pt x="1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90" name="Freeform 1109">
                <a:extLst>
                  <a:ext uri="{FF2B5EF4-FFF2-40B4-BE49-F238E27FC236}">
                    <a16:creationId xmlns:a16="http://schemas.microsoft.com/office/drawing/2014/main" id="{1CA43A8C-5D0A-4067-81DE-2C4CD94FF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305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91" name="Freeform 1110">
                <a:extLst>
                  <a:ext uri="{FF2B5EF4-FFF2-40B4-BE49-F238E27FC236}">
                    <a16:creationId xmlns:a16="http://schemas.microsoft.com/office/drawing/2014/main" id="{B1518B01-67B2-4B7A-93AD-DFF805996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275"/>
                <a:ext cx="4" cy="5"/>
              </a:xfrm>
              <a:custGeom>
                <a:avLst/>
                <a:gdLst>
                  <a:gd name="T0" fmla="*/ 7 w 3"/>
                  <a:gd name="T1" fmla="*/ 13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92" name="Freeform 1111">
                <a:extLst>
                  <a:ext uri="{FF2B5EF4-FFF2-40B4-BE49-F238E27FC236}">
                    <a16:creationId xmlns:a16="http://schemas.microsoft.com/office/drawing/2014/main" id="{FA57EEB7-E580-448D-9CC1-A44B8E2C9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263"/>
                <a:ext cx="6" cy="31"/>
              </a:xfrm>
              <a:custGeom>
                <a:avLst/>
                <a:gdLst>
                  <a:gd name="T0" fmla="*/ 0 w 4"/>
                  <a:gd name="T1" fmla="*/ 86 h 18"/>
                  <a:gd name="T2" fmla="*/ 5 w 4"/>
                  <a:gd name="T3" fmla="*/ 36 h 18"/>
                  <a:gd name="T4" fmla="*/ 5 w 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8">
                    <a:moveTo>
                      <a:pt x="0" y="17"/>
                    </a:moveTo>
                    <a:cubicBezTo>
                      <a:pt x="4" y="18"/>
                      <a:pt x="2" y="8"/>
                      <a:pt x="1" y="7"/>
                    </a:cubicBez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93" name="Freeform 1112">
                <a:extLst>
                  <a:ext uri="{FF2B5EF4-FFF2-40B4-BE49-F238E27FC236}">
                    <a16:creationId xmlns:a16="http://schemas.microsoft.com/office/drawing/2014/main" id="{0F9E8153-AC49-45BA-AD6F-71A981E19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261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94" name="Freeform 1113">
                <a:extLst>
                  <a:ext uri="{FF2B5EF4-FFF2-40B4-BE49-F238E27FC236}">
                    <a16:creationId xmlns:a16="http://schemas.microsoft.com/office/drawing/2014/main" id="{CE59D512-1F5E-40FF-97FC-15182C066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2491"/>
                <a:ext cx="595" cy="567"/>
              </a:xfrm>
              <a:custGeom>
                <a:avLst/>
                <a:gdLst>
                  <a:gd name="T0" fmla="*/ 866 w 365"/>
                  <a:gd name="T1" fmla="*/ 0 h 326"/>
                  <a:gd name="T2" fmla="*/ 0 w 365"/>
                  <a:gd name="T3" fmla="*/ 859 h 326"/>
                  <a:gd name="T4" fmla="*/ 789 w 365"/>
                  <a:gd name="T5" fmla="*/ 1715 h 326"/>
                  <a:gd name="T6" fmla="*/ 1581 w 365"/>
                  <a:gd name="T7" fmla="*/ 859 h 326"/>
                  <a:gd name="T8" fmla="*/ 866 w 365"/>
                  <a:gd name="T9" fmla="*/ 0 h 3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5" h="326">
                    <a:moveTo>
                      <a:pt x="200" y="0"/>
                    </a:moveTo>
                    <a:cubicBezTo>
                      <a:pt x="99" y="0"/>
                      <a:pt x="0" y="63"/>
                      <a:pt x="0" y="163"/>
                    </a:cubicBezTo>
                    <a:cubicBezTo>
                      <a:pt x="0" y="264"/>
                      <a:pt x="81" y="326"/>
                      <a:pt x="182" y="326"/>
                    </a:cubicBezTo>
                    <a:cubicBezTo>
                      <a:pt x="283" y="326"/>
                      <a:pt x="365" y="264"/>
                      <a:pt x="365" y="163"/>
                    </a:cubicBezTo>
                    <a:cubicBezTo>
                      <a:pt x="365" y="63"/>
                      <a:pt x="301" y="0"/>
                      <a:pt x="200" y="0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95" name="Freeform 1114">
                <a:extLst>
                  <a:ext uri="{FF2B5EF4-FFF2-40B4-BE49-F238E27FC236}">
                    <a16:creationId xmlns:a16="http://schemas.microsoft.com/office/drawing/2014/main" id="{2977F474-EEB5-4EBA-96A2-999CE8400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702"/>
                <a:ext cx="255" cy="214"/>
              </a:xfrm>
              <a:custGeom>
                <a:avLst/>
                <a:gdLst>
                  <a:gd name="T0" fmla="*/ 682 w 156"/>
                  <a:gd name="T1" fmla="*/ 278 h 123"/>
                  <a:gd name="T2" fmla="*/ 342 w 156"/>
                  <a:gd name="T3" fmla="*/ 647 h 123"/>
                  <a:gd name="T4" fmla="*/ 0 w 156"/>
                  <a:gd name="T5" fmla="*/ 278 h 123"/>
                  <a:gd name="T6" fmla="*/ 387 w 156"/>
                  <a:gd name="T7" fmla="*/ 0 h 123"/>
                  <a:gd name="T8" fmla="*/ 682 w 156"/>
                  <a:gd name="T9" fmla="*/ 278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123">
                    <a:moveTo>
                      <a:pt x="156" y="53"/>
                    </a:moveTo>
                    <a:cubicBezTo>
                      <a:pt x="156" y="92"/>
                      <a:pt x="121" y="123"/>
                      <a:pt x="78" y="123"/>
                    </a:cubicBezTo>
                    <a:cubicBezTo>
                      <a:pt x="35" y="123"/>
                      <a:pt x="0" y="92"/>
                      <a:pt x="0" y="53"/>
                    </a:cubicBezTo>
                    <a:cubicBezTo>
                      <a:pt x="0" y="14"/>
                      <a:pt x="46" y="0"/>
                      <a:pt x="89" y="0"/>
                    </a:cubicBezTo>
                    <a:cubicBezTo>
                      <a:pt x="132" y="0"/>
                      <a:pt x="156" y="14"/>
                      <a:pt x="156" y="53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863" name="Freeform 1115">
              <a:extLst>
                <a:ext uri="{FF2B5EF4-FFF2-40B4-BE49-F238E27FC236}">
                  <a16:creationId xmlns:a16="http://schemas.microsoft.com/office/drawing/2014/main" id="{747A8CBB-51C1-4B4B-9EF9-518F8CE5D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505"/>
              <a:ext cx="38" cy="56"/>
            </a:xfrm>
            <a:custGeom>
              <a:avLst/>
              <a:gdLst>
                <a:gd name="T0" fmla="*/ 104 w 23"/>
                <a:gd name="T1" fmla="*/ 0 h 32"/>
                <a:gd name="T2" fmla="*/ 0 w 23"/>
                <a:gd name="T3" fmla="*/ 172 h 32"/>
                <a:gd name="T4" fmla="*/ 104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23" y="0"/>
                    <a:pt x="0" y="6"/>
                    <a:pt x="0" y="32"/>
                  </a:cubicBezTo>
                  <a:cubicBezTo>
                    <a:pt x="0" y="32"/>
                    <a:pt x="19" y="31"/>
                    <a:pt x="23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64" name="Freeform 1116">
              <a:extLst>
                <a:ext uri="{FF2B5EF4-FFF2-40B4-BE49-F238E27FC236}">
                  <a16:creationId xmlns:a16="http://schemas.microsoft.com/office/drawing/2014/main" id="{728E56CD-90D9-497B-A7A7-2AC0096E3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561"/>
              <a:ext cx="54" cy="85"/>
            </a:xfrm>
            <a:custGeom>
              <a:avLst/>
              <a:gdLst>
                <a:gd name="T0" fmla="*/ 118 w 33"/>
                <a:gd name="T1" fmla="*/ 0 h 49"/>
                <a:gd name="T2" fmla="*/ 29 w 33"/>
                <a:gd name="T3" fmla="*/ 255 h 49"/>
                <a:gd name="T4" fmla="*/ 118 w 3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9">
                  <a:moveTo>
                    <a:pt x="27" y="0"/>
                  </a:moveTo>
                  <a:cubicBezTo>
                    <a:pt x="27" y="0"/>
                    <a:pt x="0" y="11"/>
                    <a:pt x="7" y="49"/>
                  </a:cubicBezTo>
                  <a:cubicBezTo>
                    <a:pt x="7" y="49"/>
                    <a:pt x="33" y="36"/>
                    <a:pt x="27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65" name="Freeform 1117">
              <a:extLst>
                <a:ext uri="{FF2B5EF4-FFF2-40B4-BE49-F238E27FC236}">
                  <a16:creationId xmlns:a16="http://schemas.microsoft.com/office/drawing/2014/main" id="{FC516C68-E0BB-44FE-95AE-7AA7151E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449"/>
              <a:ext cx="52" cy="56"/>
            </a:xfrm>
            <a:custGeom>
              <a:avLst/>
              <a:gdLst>
                <a:gd name="T0" fmla="*/ 0 w 32"/>
                <a:gd name="T1" fmla="*/ 172 h 32"/>
                <a:gd name="T2" fmla="*/ 138 w 32"/>
                <a:gd name="T3" fmla="*/ 0 h 32"/>
                <a:gd name="T4" fmla="*/ 0 w 32"/>
                <a:gd name="T5" fmla="*/ 1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32"/>
                  </a:moveTo>
                  <a:cubicBezTo>
                    <a:pt x="0" y="32"/>
                    <a:pt x="1" y="3"/>
                    <a:pt x="32" y="0"/>
                  </a:cubicBezTo>
                  <a:cubicBezTo>
                    <a:pt x="32" y="0"/>
                    <a:pt x="29" y="26"/>
                    <a:pt x="0" y="3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66" name="Freeform 1118">
              <a:extLst>
                <a:ext uri="{FF2B5EF4-FFF2-40B4-BE49-F238E27FC236}">
                  <a16:creationId xmlns:a16="http://schemas.microsoft.com/office/drawing/2014/main" id="{825CCE69-2BB1-4194-A2B4-21FA6E33F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646"/>
              <a:ext cx="54" cy="50"/>
            </a:xfrm>
            <a:custGeom>
              <a:avLst/>
              <a:gdLst>
                <a:gd name="T0" fmla="*/ 97 w 33"/>
                <a:gd name="T1" fmla="*/ 0 h 29"/>
                <a:gd name="T2" fmla="*/ 67 w 33"/>
                <a:gd name="T3" fmla="*/ 148 h 29"/>
                <a:gd name="T4" fmla="*/ 97 w 3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9">
                  <a:moveTo>
                    <a:pt x="22" y="0"/>
                  </a:moveTo>
                  <a:cubicBezTo>
                    <a:pt x="22" y="0"/>
                    <a:pt x="0" y="10"/>
                    <a:pt x="15" y="29"/>
                  </a:cubicBezTo>
                  <a:cubicBezTo>
                    <a:pt x="15" y="29"/>
                    <a:pt x="33" y="23"/>
                    <a:pt x="2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67" name="Freeform 1119">
              <a:extLst>
                <a:ext uri="{FF2B5EF4-FFF2-40B4-BE49-F238E27FC236}">
                  <a16:creationId xmlns:a16="http://schemas.microsoft.com/office/drawing/2014/main" id="{097A4A14-749F-4E66-9ECC-09B52839A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397"/>
              <a:ext cx="75" cy="64"/>
            </a:xfrm>
            <a:custGeom>
              <a:avLst/>
              <a:gdLst>
                <a:gd name="T0" fmla="*/ 0 w 46"/>
                <a:gd name="T1" fmla="*/ 156 h 37"/>
                <a:gd name="T2" fmla="*/ 199 w 46"/>
                <a:gd name="T3" fmla="*/ 16 h 37"/>
                <a:gd name="T4" fmla="*/ 0 w 46"/>
                <a:gd name="T5" fmla="*/ 15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">
                  <a:moveTo>
                    <a:pt x="0" y="30"/>
                  </a:moveTo>
                  <a:cubicBezTo>
                    <a:pt x="0" y="30"/>
                    <a:pt x="17" y="0"/>
                    <a:pt x="46" y="3"/>
                  </a:cubicBezTo>
                  <a:cubicBezTo>
                    <a:pt x="46" y="3"/>
                    <a:pt x="35" y="37"/>
                    <a:pt x="0" y="3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68" name="Freeform 1120">
              <a:extLst>
                <a:ext uri="{FF2B5EF4-FFF2-40B4-BE49-F238E27FC236}">
                  <a16:creationId xmlns:a16="http://schemas.microsoft.com/office/drawing/2014/main" id="{CEB0B2BA-B4D3-48A5-8709-D90D66E55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696"/>
              <a:ext cx="55" cy="77"/>
            </a:xfrm>
            <a:custGeom>
              <a:avLst/>
              <a:gdLst>
                <a:gd name="T0" fmla="*/ 81 w 34"/>
                <a:gd name="T1" fmla="*/ 0 h 44"/>
                <a:gd name="T2" fmla="*/ 73 w 34"/>
                <a:gd name="T3" fmla="*/ 236 h 44"/>
                <a:gd name="T4" fmla="*/ 81 w 3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19" y="0"/>
                  </a:moveTo>
                  <a:cubicBezTo>
                    <a:pt x="19" y="0"/>
                    <a:pt x="0" y="17"/>
                    <a:pt x="17" y="44"/>
                  </a:cubicBezTo>
                  <a:cubicBezTo>
                    <a:pt x="17" y="44"/>
                    <a:pt x="34" y="26"/>
                    <a:pt x="19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69" name="Freeform 1121">
              <a:extLst>
                <a:ext uri="{FF2B5EF4-FFF2-40B4-BE49-F238E27FC236}">
                  <a16:creationId xmlns:a16="http://schemas.microsoft.com/office/drawing/2014/main" id="{9E0F1847-CC09-49CD-B9E8-EF14FF084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352"/>
              <a:ext cx="101" cy="68"/>
            </a:xfrm>
            <a:custGeom>
              <a:avLst/>
              <a:gdLst>
                <a:gd name="T0" fmla="*/ 0 w 62"/>
                <a:gd name="T1" fmla="*/ 155 h 39"/>
                <a:gd name="T2" fmla="*/ 269 w 62"/>
                <a:gd name="T3" fmla="*/ 65 h 39"/>
                <a:gd name="T4" fmla="*/ 0 w 62"/>
                <a:gd name="T5" fmla="*/ 15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9">
                  <a:moveTo>
                    <a:pt x="0" y="29"/>
                  </a:moveTo>
                  <a:cubicBezTo>
                    <a:pt x="0" y="29"/>
                    <a:pt x="24" y="0"/>
                    <a:pt x="62" y="12"/>
                  </a:cubicBezTo>
                  <a:cubicBezTo>
                    <a:pt x="62" y="12"/>
                    <a:pt x="51" y="39"/>
                    <a:pt x="0" y="2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70" name="Freeform 1122">
              <a:extLst>
                <a:ext uri="{FF2B5EF4-FFF2-40B4-BE49-F238E27FC236}">
                  <a16:creationId xmlns:a16="http://schemas.microsoft.com/office/drawing/2014/main" id="{62A2B03E-3B47-4882-A51D-2BCA1E49A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773"/>
              <a:ext cx="88" cy="111"/>
            </a:xfrm>
            <a:custGeom>
              <a:avLst/>
              <a:gdLst>
                <a:gd name="T0" fmla="*/ 75 w 54"/>
                <a:gd name="T1" fmla="*/ 0 h 64"/>
                <a:gd name="T2" fmla="*/ 130 w 54"/>
                <a:gd name="T3" fmla="*/ 335 h 64"/>
                <a:gd name="T4" fmla="*/ 75 w 54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4">
                  <a:moveTo>
                    <a:pt x="17" y="0"/>
                  </a:moveTo>
                  <a:cubicBezTo>
                    <a:pt x="17" y="0"/>
                    <a:pt x="0" y="24"/>
                    <a:pt x="30" y="64"/>
                  </a:cubicBezTo>
                  <a:cubicBezTo>
                    <a:pt x="30" y="64"/>
                    <a:pt x="54" y="42"/>
                    <a:pt x="17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71" name="Freeform 1123">
              <a:extLst>
                <a:ext uri="{FF2B5EF4-FFF2-40B4-BE49-F238E27FC236}">
                  <a16:creationId xmlns:a16="http://schemas.microsoft.com/office/drawing/2014/main" id="{EEDDD148-9301-4F17-9F44-DA99C5D3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884"/>
              <a:ext cx="64" cy="105"/>
            </a:xfrm>
            <a:custGeom>
              <a:avLst/>
              <a:gdLst>
                <a:gd name="T0" fmla="*/ 0 w 39"/>
                <a:gd name="T1" fmla="*/ 0 h 60"/>
                <a:gd name="T2" fmla="*/ 151 w 39"/>
                <a:gd name="T3" fmla="*/ 322 h 60"/>
                <a:gd name="T4" fmla="*/ 0 w 39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0">
                  <a:moveTo>
                    <a:pt x="0" y="0"/>
                  </a:moveTo>
                  <a:cubicBezTo>
                    <a:pt x="0" y="0"/>
                    <a:pt x="2" y="39"/>
                    <a:pt x="34" y="60"/>
                  </a:cubicBezTo>
                  <a:cubicBezTo>
                    <a:pt x="34" y="60"/>
                    <a:pt x="39" y="21"/>
                    <a:pt x="0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72" name="Freeform 1124">
              <a:extLst>
                <a:ext uri="{FF2B5EF4-FFF2-40B4-BE49-F238E27FC236}">
                  <a16:creationId xmlns:a16="http://schemas.microsoft.com/office/drawing/2014/main" id="{E6B0D6D6-2476-4EFC-AAA9-4C0C2FC71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989"/>
              <a:ext cx="57" cy="61"/>
            </a:xfrm>
            <a:custGeom>
              <a:avLst/>
              <a:gdLst>
                <a:gd name="T0" fmla="*/ 0 w 35"/>
                <a:gd name="T1" fmla="*/ 0 h 35"/>
                <a:gd name="T2" fmla="*/ 151 w 35"/>
                <a:gd name="T3" fmla="*/ 185 h 35"/>
                <a:gd name="T4" fmla="*/ 0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4" y="33"/>
                    <a:pt x="35" y="35"/>
                  </a:cubicBezTo>
                  <a:cubicBezTo>
                    <a:pt x="35" y="35"/>
                    <a:pt x="31" y="1"/>
                    <a:pt x="0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73" name="Freeform 1125">
              <a:extLst>
                <a:ext uri="{FF2B5EF4-FFF2-40B4-BE49-F238E27FC236}">
                  <a16:creationId xmlns:a16="http://schemas.microsoft.com/office/drawing/2014/main" id="{0B63C098-AF59-4F83-9748-5205707CA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3044"/>
              <a:ext cx="113" cy="77"/>
            </a:xfrm>
            <a:custGeom>
              <a:avLst/>
              <a:gdLst>
                <a:gd name="T0" fmla="*/ 0 w 69"/>
                <a:gd name="T1" fmla="*/ 16 h 44"/>
                <a:gd name="T2" fmla="*/ 303 w 69"/>
                <a:gd name="T3" fmla="*/ 215 h 44"/>
                <a:gd name="T4" fmla="*/ 0 w 69"/>
                <a:gd name="T5" fmla="*/ 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4">
                  <a:moveTo>
                    <a:pt x="0" y="3"/>
                  </a:moveTo>
                  <a:cubicBezTo>
                    <a:pt x="0" y="3"/>
                    <a:pt x="27" y="44"/>
                    <a:pt x="69" y="40"/>
                  </a:cubicBezTo>
                  <a:cubicBezTo>
                    <a:pt x="69" y="40"/>
                    <a:pt x="44" y="0"/>
                    <a:pt x="0" y="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74" name="Freeform 1126">
              <a:extLst>
                <a:ext uri="{FF2B5EF4-FFF2-40B4-BE49-F238E27FC236}">
                  <a16:creationId xmlns:a16="http://schemas.microsoft.com/office/drawing/2014/main" id="{B8523D33-A7CC-4D73-A53E-CD382CA0E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3079"/>
              <a:ext cx="70" cy="80"/>
            </a:xfrm>
            <a:custGeom>
              <a:avLst/>
              <a:gdLst>
                <a:gd name="T0" fmla="*/ 0 w 43"/>
                <a:gd name="T1" fmla="*/ 106 h 46"/>
                <a:gd name="T2" fmla="*/ 186 w 43"/>
                <a:gd name="T3" fmla="*/ 157 h 46"/>
                <a:gd name="T4" fmla="*/ 0 w 43"/>
                <a:gd name="T5" fmla="*/ 10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6">
                  <a:moveTo>
                    <a:pt x="0" y="20"/>
                  </a:moveTo>
                  <a:cubicBezTo>
                    <a:pt x="0" y="20"/>
                    <a:pt x="21" y="46"/>
                    <a:pt x="43" y="30"/>
                  </a:cubicBezTo>
                  <a:cubicBezTo>
                    <a:pt x="43" y="30"/>
                    <a:pt x="25" y="0"/>
                    <a:pt x="0" y="2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75" name="Freeform 1127">
              <a:extLst>
                <a:ext uri="{FF2B5EF4-FFF2-40B4-BE49-F238E27FC236}">
                  <a16:creationId xmlns:a16="http://schemas.microsoft.com/office/drawing/2014/main" id="{37BB5A3C-AC1C-41D4-80CA-21846CDAD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095"/>
              <a:ext cx="116" cy="78"/>
            </a:xfrm>
            <a:custGeom>
              <a:avLst/>
              <a:gdLst>
                <a:gd name="T0" fmla="*/ 0 w 71"/>
                <a:gd name="T1" fmla="*/ 107 h 45"/>
                <a:gd name="T2" fmla="*/ 310 w 71"/>
                <a:gd name="T3" fmla="*/ 87 h 45"/>
                <a:gd name="T4" fmla="*/ 0 w 71"/>
                <a:gd name="T5" fmla="*/ 10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5">
                  <a:moveTo>
                    <a:pt x="0" y="21"/>
                  </a:moveTo>
                  <a:cubicBezTo>
                    <a:pt x="0" y="21"/>
                    <a:pt x="32" y="45"/>
                    <a:pt x="71" y="17"/>
                  </a:cubicBezTo>
                  <a:cubicBezTo>
                    <a:pt x="71" y="17"/>
                    <a:pt x="39" y="0"/>
                    <a:pt x="0" y="21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76" name="Freeform 1128">
              <a:extLst>
                <a:ext uri="{FF2B5EF4-FFF2-40B4-BE49-F238E27FC236}">
                  <a16:creationId xmlns:a16="http://schemas.microsoft.com/office/drawing/2014/main" id="{82CE47B3-E9C3-475E-98B2-D257CC791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081"/>
              <a:ext cx="83" cy="70"/>
            </a:xfrm>
            <a:custGeom>
              <a:avLst/>
              <a:gdLst>
                <a:gd name="T0" fmla="*/ 0 w 51"/>
                <a:gd name="T1" fmla="*/ 135 h 40"/>
                <a:gd name="T2" fmla="*/ 220 w 51"/>
                <a:gd name="T3" fmla="*/ 44 h 40"/>
                <a:gd name="T4" fmla="*/ 0 w 51"/>
                <a:gd name="T5" fmla="*/ 13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0">
                  <a:moveTo>
                    <a:pt x="0" y="25"/>
                  </a:moveTo>
                  <a:cubicBezTo>
                    <a:pt x="0" y="25"/>
                    <a:pt x="25" y="40"/>
                    <a:pt x="51" y="8"/>
                  </a:cubicBezTo>
                  <a:cubicBezTo>
                    <a:pt x="51" y="8"/>
                    <a:pt x="25" y="0"/>
                    <a:pt x="0" y="2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77" name="Freeform 1129">
              <a:extLst>
                <a:ext uri="{FF2B5EF4-FFF2-40B4-BE49-F238E27FC236}">
                  <a16:creationId xmlns:a16="http://schemas.microsoft.com/office/drawing/2014/main" id="{290AEBFA-25FF-4EAE-B22F-432F92D99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3041"/>
              <a:ext cx="74" cy="57"/>
            </a:xfrm>
            <a:custGeom>
              <a:avLst/>
              <a:gdLst>
                <a:gd name="T0" fmla="*/ 201 w 45"/>
                <a:gd name="T1" fmla="*/ 9 h 33"/>
                <a:gd name="T2" fmla="*/ 0 w 45"/>
                <a:gd name="T3" fmla="*/ 161 h 33"/>
                <a:gd name="T4" fmla="*/ 201 w 45"/>
                <a:gd name="T5" fmla="*/ 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3">
                  <a:moveTo>
                    <a:pt x="45" y="2"/>
                  </a:moveTo>
                  <a:cubicBezTo>
                    <a:pt x="45" y="2"/>
                    <a:pt x="3" y="0"/>
                    <a:pt x="0" y="31"/>
                  </a:cubicBezTo>
                  <a:cubicBezTo>
                    <a:pt x="0" y="31"/>
                    <a:pt x="41" y="33"/>
                    <a:pt x="45" y="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78" name="Freeform 1130">
              <a:extLst>
                <a:ext uri="{FF2B5EF4-FFF2-40B4-BE49-F238E27FC236}">
                  <a16:creationId xmlns:a16="http://schemas.microsoft.com/office/drawing/2014/main" id="{8B3D8FF5-A73A-4ED4-9464-5F07A04E0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996"/>
              <a:ext cx="49" cy="55"/>
            </a:xfrm>
            <a:custGeom>
              <a:avLst/>
              <a:gdLst>
                <a:gd name="T0" fmla="*/ 123 w 30"/>
                <a:gd name="T1" fmla="*/ 21 h 32"/>
                <a:gd name="T2" fmla="*/ 21 w 30"/>
                <a:gd name="T3" fmla="*/ 143 h 32"/>
                <a:gd name="T4" fmla="*/ 123 w 30"/>
                <a:gd name="T5" fmla="*/ 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28" y="4"/>
                  </a:moveTo>
                  <a:cubicBezTo>
                    <a:pt x="28" y="4"/>
                    <a:pt x="0" y="0"/>
                    <a:pt x="5" y="28"/>
                  </a:cubicBezTo>
                  <a:cubicBezTo>
                    <a:pt x="5" y="28"/>
                    <a:pt x="30" y="32"/>
                    <a:pt x="28" y="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79" name="Freeform 1131">
              <a:extLst>
                <a:ext uri="{FF2B5EF4-FFF2-40B4-BE49-F238E27FC236}">
                  <a16:creationId xmlns:a16="http://schemas.microsoft.com/office/drawing/2014/main" id="{84C5ECC9-C5BA-4C8A-9569-F86CE2D3B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933"/>
              <a:ext cx="54" cy="70"/>
            </a:xfrm>
            <a:custGeom>
              <a:avLst/>
              <a:gdLst>
                <a:gd name="T0" fmla="*/ 123 w 33"/>
                <a:gd name="T1" fmla="*/ 0 h 40"/>
                <a:gd name="T2" fmla="*/ 0 w 33"/>
                <a:gd name="T3" fmla="*/ 215 h 40"/>
                <a:gd name="T4" fmla="*/ 123 w 33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0">
                  <a:moveTo>
                    <a:pt x="28" y="0"/>
                  </a:moveTo>
                  <a:cubicBezTo>
                    <a:pt x="28" y="0"/>
                    <a:pt x="2" y="18"/>
                    <a:pt x="0" y="40"/>
                  </a:cubicBezTo>
                  <a:cubicBezTo>
                    <a:pt x="0" y="40"/>
                    <a:pt x="33" y="20"/>
                    <a:pt x="28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80" name="Freeform 1132">
              <a:extLst>
                <a:ext uri="{FF2B5EF4-FFF2-40B4-BE49-F238E27FC236}">
                  <a16:creationId xmlns:a16="http://schemas.microsoft.com/office/drawing/2014/main" id="{8E135C8E-A84F-4D45-8913-5100CE0CE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851"/>
              <a:ext cx="44" cy="82"/>
            </a:xfrm>
            <a:custGeom>
              <a:avLst/>
              <a:gdLst>
                <a:gd name="T0" fmla="*/ 96 w 27"/>
                <a:gd name="T1" fmla="*/ 0 h 47"/>
                <a:gd name="T2" fmla="*/ 13 w 27"/>
                <a:gd name="T3" fmla="*/ 249 h 47"/>
                <a:gd name="T4" fmla="*/ 96 w 2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7">
                  <a:moveTo>
                    <a:pt x="22" y="0"/>
                  </a:moveTo>
                  <a:cubicBezTo>
                    <a:pt x="22" y="0"/>
                    <a:pt x="0" y="28"/>
                    <a:pt x="3" y="47"/>
                  </a:cubicBezTo>
                  <a:cubicBezTo>
                    <a:pt x="3" y="47"/>
                    <a:pt x="27" y="31"/>
                    <a:pt x="2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81" name="Freeform 1133">
              <a:extLst>
                <a:ext uri="{FF2B5EF4-FFF2-40B4-BE49-F238E27FC236}">
                  <a16:creationId xmlns:a16="http://schemas.microsoft.com/office/drawing/2014/main" id="{58BC6F92-C85B-4CB3-BCDF-C462FBBF3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796"/>
              <a:ext cx="47" cy="52"/>
            </a:xfrm>
            <a:custGeom>
              <a:avLst/>
              <a:gdLst>
                <a:gd name="T0" fmla="*/ 68 w 29"/>
                <a:gd name="T1" fmla="*/ 0 h 30"/>
                <a:gd name="T2" fmla="*/ 42 w 29"/>
                <a:gd name="T3" fmla="*/ 156 h 30"/>
                <a:gd name="T4" fmla="*/ 68 w 2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16" y="0"/>
                  </a:moveTo>
                  <a:cubicBezTo>
                    <a:pt x="16" y="0"/>
                    <a:pt x="0" y="14"/>
                    <a:pt x="10" y="30"/>
                  </a:cubicBezTo>
                  <a:cubicBezTo>
                    <a:pt x="10" y="30"/>
                    <a:pt x="29" y="11"/>
                    <a:pt x="16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82" name="Freeform 1134">
              <a:extLst>
                <a:ext uri="{FF2B5EF4-FFF2-40B4-BE49-F238E27FC236}">
                  <a16:creationId xmlns:a16="http://schemas.microsoft.com/office/drawing/2014/main" id="{3A36833D-15DC-42EA-BA98-493008A9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717"/>
              <a:ext cx="41" cy="79"/>
            </a:xfrm>
            <a:custGeom>
              <a:avLst/>
              <a:gdLst>
                <a:gd name="T0" fmla="*/ 56 w 25"/>
                <a:gd name="T1" fmla="*/ 0 h 45"/>
                <a:gd name="T2" fmla="*/ 54 w 25"/>
                <a:gd name="T3" fmla="*/ 244 h 45"/>
                <a:gd name="T4" fmla="*/ 56 w 25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5">
                  <a:moveTo>
                    <a:pt x="13" y="0"/>
                  </a:moveTo>
                  <a:cubicBezTo>
                    <a:pt x="13" y="0"/>
                    <a:pt x="0" y="27"/>
                    <a:pt x="12" y="45"/>
                  </a:cubicBezTo>
                  <a:cubicBezTo>
                    <a:pt x="12" y="45"/>
                    <a:pt x="25" y="17"/>
                    <a:pt x="13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83" name="Freeform 1135">
              <a:extLst>
                <a:ext uri="{FF2B5EF4-FFF2-40B4-BE49-F238E27FC236}">
                  <a16:creationId xmlns:a16="http://schemas.microsoft.com/office/drawing/2014/main" id="{849108AE-A020-4866-B73E-0A941A317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679"/>
              <a:ext cx="28" cy="38"/>
            </a:xfrm>
            <a:custGeom>
              <a:avLst/>
              <a:gdLst>
                <a:gd name="T0" fmla="*/ 20 w 17"/>
                <a:gd name="T1" fmla="*/ 0 h 22"/>
                <a:gd name="T2" fmla="*/ 35 w 17"/>
                <a:gd name="T3" fmla="*/ 114 h 22"/>
                <a:gd name="T4" fmla="*/ 20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4" y="0"/>
                    <a:pt x="0" y="14"/>
                    <a:pt x="8" y="22"/>
                  </a:cubicBezTo>
                  <a:cubicBezTo>
                    <a:pt x="8" y="22"/>
                    <a:pt x="17" y="6"/>
                    <a:pt x="4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84" name="Freeform 1136">
              <a:extLst>
                <a:ext uri="{FF2B5EF4-FFF2-40B4-BE49-F238E27FC236}">
                  <a16:creationId xmlns:a16="http://schemas.microsoft.com/office/drawing/2014/main" id="{16CF0477-D73C-49E9-9F02-96CFCEF7F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632"/>
              <a:ext cx="27" cy="47"/>
            </a:xfrm>
            <a:custGeom>
              <a:avLst/>
              <a:gdLst>
                <a:gd name="T0" fmla="*/ 5 w 17"/>
                <a:gd name="T1" fmla="*/ 0 h 27"/>
                <a:gd name="T2" fmla="*/ 33 w 17"/>
                <a:gd name="T3" fmla="*/ 143 h 27"/>
                <a:gd name="T4" fmla="*/ 5 w 17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1" y="0"/>
                    <a:pt x="0" y="21"/>
                    <a:pt x="8" y="27"/>
                  </a:cubicBezTo>
                  <a:cubicBezTo>
                    <a:pt x="8" y="27"/>
                    <a:pt x="17" y="15"/>
                    <a:pt x="1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85" name="Freeform 1137">
              <a:extLst>
                <a:ext uri="{FF2B5EF4-FFF2-40B4-BE49-F238E27FC236}">
                  <a16:creationId xmlns:a16="http://schemas.microsoft.com/office/drawing/2014/main" id="{D1F83ADD-F0DC-43FE-8092-917276A4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62"/>
              <a:ext cx="42" cy="70"/>
            </a:xfrm>
            <a:custGeom>
              <a:avLst/>
              <a:gdLst>
                <a:gd name="T0" fmla="*/ 0 w 26"/>
                <a:gd name="T1" fmla="*/ 0 h 40"/>
                <a:gd name="T2" fmla="*/ 71 w 26"/>
                <a:gd name="T3" fmla="*/ 215 h 40"/>
                <a:gd name="T4" fmla="*/ 0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cubicBezTo>
                    <a:pt x="0" y="0"/>
                    <a:pt x="5" y="36"/>
                    <a:pt x="17" y="40"/>
                  </a:cubicBezTo>
                  <a:cubicBezTo>
                    <a:pt x="17" y="40"/>
                    <a:pt x="26" y="18"/>
                    <a:pt x="0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86" name="Freeform 1138">
              <a:extLst>
                <a:ext uri="{FF2B5EF4-FFF2-40B4-BE49-F238E27FC236}">
                  <a16:creationId xmlns:a16="http://schemas.microsoft.com/office/drawing/2014/main" id="{E1B1E7FE-78AB-4AB8-898F-75772B4D5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526"/>
              <a:ext cx="28" cy="36"/>
            </a:xfrm>
            <a:custGeom>
              <a:avLst/>
              <a:gdLst>
                <a:gd name="T0" fmla="*/ 8 w 17"/>
                <a:gd name="T1" fmla="*/ 0 h 21"/>
                <a:gd name="T2" fmla="*/ 68 w 17"/>
                <a:gd name="T3" fmla="*/ 106 h 21"/>
                <a:gd name="T4" fmla="*/ 8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2" y="0"/>
                  </a:moveTo>
                  <a:cubicBezTo>
                    <a:pt x="2" y="0"/>
                    <a:pt x="0" y="14"/>
                    <a:pt x="15" y="21"/>
                  </a:cubicBezTo>
                  <a:cubicBezTo>
                    <a:pt x="15" y="21"/>
                    <a:pt x="17" y="8"/>
                    <a:pt x="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87" name="Freeform 1139">
              <a:extLst>
                <a:ext uri="{FF2B5EF4-FFF2-40B4-BE49-F238E27FC236}">
                  <a16:creationId xmlns:a16="http://schemas.microsoft.com/office/drawing/2014/main" id="{9D0427B9-5380-437D-9777-E5D62C4CC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482"/>
              <a:ext cx="44" cy="44"/>
            </a:xfrm>
            <a:custGeom>
              <a:avLst/>
              <a:gdLst>
                <a:gd name="T0" fmla="*/ 8 w 27"/>
                <a:gd name="T1" fmla="*/ 0 h 25"/>
                <a:gd name="T2" fmla="*/ 104 w 27"/>
                <a:gd name="T3" fmla="*/ 136 h 25"/>
                <a:gd name="T4" fmla="*/ 8 w 2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2" y="0"/>
                  </a:moveTo>
                  <a:cubicBezTo>
                    <a:pt x="2" y="0"/>
                    <a:pt x="0" y="14"/>
                    <a:pt x="24" y="25"/>
                  </a:cubicBezTo>
                  <a:cubicBezTo>
                    <a:pt x="24" y="25"/>
                    <a:pt x="27" y="5"/>
                    <a:pt x="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88" name="Freeform 1140">
              <a:extLst>
                <a:ext uri="{FF2B5EF4-FFF2-40B4-BE49-F238E27FC236}">
                  <a16:creationId xmlns:a16="http://schemas.microsoft.com/office/drawing/2014/main" id="{8AB80339-FFED-4B4B-9645-494E65488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435"/>
              <a:ext cx="42" cy="47"/>
            </a:xfrm>
            <a:custGeom>
              <a:avLst/>
              <a:gdLst>
                <a:gd name="T0" fmla="*/ 0 w 26"/>
                <a:gd name="T1" fmla="*/ 21 h 27"/>
                <a:gd name="T2" fmla="*/ 110 w 26"/>
                <a:gd name="T3" fmla="*/ 143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1" y="0"/>
                    <a:pt x="0" y="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89" name="Freeform 1141">
              <a:extLst>
                <a:ext uri="{FF2B5EF4-FFF2-40B4-BE49-F238E27FC236}">
                  <a16:creationId xmlns:a16="http://schemas.microsoft.com/office/drawing/2014/main" id="{4AA72115-50FC-4349-BA7E-055E1F641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406"/>
              <a:ext cx="47" cy="36"/>
            </a:xfrm>
            <a:custGeom>
              <a:avLst/>
              <a:gdLst>
                <a:gd name="T0" fmla="*/ 0 w 29"/>
                <a:gd name="T1" fmla="*/ 15 h 21"/>
                <a:gd name="T2" fmla="*/ 123 w 29"/>
                <a:gd name="T3" fmla="*/ 106 h 21"/>
                <a:gd name="T4" fmla="*/ 0 w 29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3"/>
                  </a:moveTo>
                  <a:cubicBezTo>
                    <a:pt x="0" y="3"/>
                    <a:pt x="3" y="15"/>
                    <a:pt x="29" y="21"/>
                  </a:cubicBezTo>
                  <a:cubicBezTo>
                    <a:pt x="29" y="21"/>
                    <a:pt x="23" y="0"/>
                    <a:pt x="0" y="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90" name="Freeform 1142">
              <a:extLst>
                <a:ext uri="{FF2B5EF4-FFF2-40B4-BE49-F238E27FC236}">
                  <a16:creationId xmlns:a16="http://schemas.microsoft.com/office/drawing/2014/main" id="{50CB196A-3FC3-4BF0-956A-F630B1030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373"/>
              <a:ext cx="79" cy="38"/>
            </a:xfrm>
            <a:custGeom>
              <a:avLst/>
              <a:gdLst>
                <a:gd name="T0" fmla="*/ 0 w 48"/>
                <a:gd name="T1" fmla="*/ 28 h 22"/>
                <a:gd name="T2" fmla="*/ 214 w 48"/>
                <a:gd name="T3" fmla="*/ 114 h 22"/>
                <a:gd name="T4" fmla="*/ 0 w 48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5"/>
                  </a:moveTo>
                  <a:cubicBezTo>
                    <a:pt x="0" y="5"/>
                    <a:pt x="23" y="21"/>
                    <a:pt x="48" y="22"/>
                  </a:cubicBezTo>
                  <a:cubicBezTo>
                    <a:pt x="48" y="22"/>
                    <a:pt x="31" y="0"/>
                    <a:pt x="0" y="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91" name="Freeform 1143">
              <a:extLst>
                <a:ext uri="{FF2B5EF4-FFF2-40B4-BE49-F238E27FC236}">
                  <a16:creationId xmlns:a16="http://schemas.microsoft.com/office/drawing/2014/main" id="{D8851EF5-E3E7-47FE-8B61-75FF411AE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347"/>
              <a:ext cx="60" cy="52"/>
            </a:xfrm>
            <a:custGeom>
              <a:avLst/>
              <a:gdLst>
                <a:gd name="T0" fmla="*/ 0 w 37"/>
                <a:gd name="T1" fmla="*/ 73 h 30"/>
                <a:gd name="T2" fmla="*/ 157 w 37"/>
                <a:gd name="T3" fmla="*/ 106 h 30"/>
                <a:gd name="T4" fmla="*/ 0 w 37"/>
                <a:gd name="T5" fmla="*/ 7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0">
                  <a:moveTo>
                    <a:pt x="0" y="14"/>
                  </a:moveTo>
                  <a:cubicBezTo>
                    <a:pt x="0" y="14"/>
                    <a:pt x="12" y="30"/>
                    <a:pt x="37" y="20"/>
                  </a:cubicBezTo>
                  <a:cubicBezTo>
                    <a:pt x="37" y="20"/>
                    <a:pt x="15" y="0"/>
                    <a:pt x="0" y="1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92" name="Freeform 1144">
              <a:extLst>
                <a:ext uri="{FF2B5EF4-FFF2-40B4-BE49-F238E27FC236}">
                  <a16:creationId xmlns:a16="http://schemas.microsoft.com/office/drawing/2014/main" id="{5F658A3B-6388-4111-8042-2521F0F95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334"/>
              <a:ext cx="70" cy="67"/>
            </a:xfrm>
            <a:custGeom>
              <a:avLst/>
              <a:gdLst>
                <a:gd name="T0" fmla="*/ 0 w 43"/>
                <a:gd name="T1" fmla="*/ 122 h 38"/>
                <a:gd name="T2" fmla="*/ 186 w 43"/>
                <a:gd name="T3" fmla="*/ 115 h 38"/>
                <a:gd name="T4" fmla="*/ 0 w 43"/>
                <a:gd name="T5" fmla="*/ 12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8">
                  <a:moveTo>
                    <a:pt x="0" y="22"/>
                  </a:moveTo>
                  <a:cubicBezTo>
                    <a:pt x="0" y="22"/>
                    <a:pt x="22" y="38"/>
                    <a:pt x="43" y="21"/>
                  </a:cubicBezTo>
                  <a:cubicBezTo>
                    <a:pt x="43" y="21"/>
                    <a:pt x="20" y="0"/>
                    <a:pt x="0" y="2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93" name="Freeform 1145">
              <a:extLst>
                <a:ext uri="{FF2B5EF4-FFF2-40B4-BE49-F238E27FC236}">
                  <a16:creationId xmlns:a16="http://schemas.microsoft.com/office/drawing/2014/main" id="{3F62B2E4-762F-415A-BFC0-F1FC0A5F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503"/>
              <a:ext cx="38" cy="56"/>
            </a:xfrm>
            <a:custGeom>
              <a:avLst/>
              <a:gdLst>
                <a:gd name="T0" fmla="*/ 104 w 23"/>
                <a:gd name="T1" fmla="*/ 0 h 32"/>
                <a:gd name="T2" fmla="*/ 0 w 23"/>
                <a:gd name="T3" fmla="*/ 172 h 32"/>
                <a:gd name="T4" fmla="*/ 104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23" y="0"/>
                    <a:pt x="0" y="6"/>
                    <a:pt x="0" y="32"/>
                  </a:cubicBezTo>
                  <a:cubicBezTo>
                    <a:pt x="0" y="32"/>
                    <a:pt x="20" y="31"/>
                    <a:pt x="23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94" name="Freeform 1146">
              <a:extLst>
                <a:ext uri="{FF2B5EF4-FFF2-40B4-BE49-F238E27FC236}">
                  <a16:creationId xmlns:a16="http://schemas.microsoft.com/office/drawing/2014/main" id="{59113175-A392-48DF-B76E-42EC1D25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559"/>
              <a:ext cx="55" cy="87"/>
            </a:xfrm>
            <a:custGeom>
              <a:avLst/>
              <a:gdLst>
                <a:gd name="T0" fmla="*/ 115 w 34"/>
                <a:gd name="T1" fmla="*/ 0 h 50"/>
                <a:gd name="T2" fmla="*/ 29 w 34"/>
                <a:gd name="T3" fmla="*/ 263 h 50"/>
                <a:gd name="T4" fmla="*/ 115 w 3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0">
                  <a:moveTo>
                    <a:pt x="27" y="0"/>
                  </a:moveTo>
                  <a:cubicBezTo>
                    <a:pt x="27" y="0"/>
                    <a:pt x="0" y="11"/>
                    <a:pt x="7" y="50"/>
                  </a:cubicBezTo>
                  <a:cubicBezTo>
                    <a:pt x="7" y="50"/>
                    <a:pt x="34" y="36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95" name="Freeform 1147">
              <a:extLst>
                <a:ext uri="{FF2B5EF4-FFF2-40B4-BE49-F238E27FC236}">
                  <a16:creationId xmlns:a16="http://schemas.microsoft.com/office/drawing/2014/main" id="{B2722165-5B64-4577-8A1E-C062D123B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448"/>
              <a:ext cx="53" cy="55"/>
            </a:xfrm>
            <a:custGeom>
              <a:avLst/>
              <a:gdLst>
                <a:gd name="T0" fmla="*/ 0 w 33"/>
                <a:gd name="T1" fmla="*/ 163 h 32"/>
                <a:gd name="T2" fmla="*/ 137 w 33"/>
                <a:gd name="T3" fmla="*/ 0 h 32"/>
                <a:gd name="T4" fmla="*/ 0 w 33"/>
                <a:gd name="T5" fmla="*/ 1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0" y="32"/>
                  </a:moveTo>
                  <a:cubicBezTo>
                    <a:pt x="0" y="32"/>
                    <a:pt x="1" y="3"/>
                    <a:pt x="33" y="0"/>
                  </a:cubicBezTo>
                  <a:cubicBezTo>
                    <a:pt x="33" y="0"/>
                    <a:pt x="30" y="26"/>
                    <a:pt x="0" y="3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96" name="Freeform 1148">
              <a:extLst>
                <a:ext uri="{FF2B5EF4-FFF2-40B4-BE49-F238E27FC236}">
                  <a16:creationId xmlns:a16="http://schemas.microsoft.com/office/drawing/2014/main" id="{001DBF66-9342-4D2F-B325-4A3040D45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646"/>
              <a:ext cx="56" cy="49"/>
            </a:xfrm>
            <a:custGeom>
              <a:avLst/>
              <a:gdLst>
                <a:gd name="T0" fmla="*/ 97 w 34"/>
                <a:gd name="T1" fmla="*/ 0 h 28"/>
                <a:gd name="T2" fmla="*/ 71 w 34"/>
                <a:gd name="T3" fmla="*/ 151 h 28"/>
                <a:gd name="T4" fmla="*/ 97 w 3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2" y="0"/>
                  </a:moveTo>
                  <a:cubicBezTo>
                    <a:pt x="22" y="0"/>
                    <a:pt x="0" y="10"/>
                    <a:pt x="16" y="28"/>
                  </a:cubicBezTo>
                  <a:cubicBezTo>
                    <a:pt x="16" y="28"/>
                    <a:pt x="34" y="22"/>
                    <a:pt x="2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97" name="Freeform 1149">
              <a:extLst>
                <a:ext uri="{FF2B5EF4-FFF2-40B4-BE49-F238E27FC236}">
                  <a16:creationId xmlns:a16="http://schemas.microsoft.com/office/drawing/2014/main" id="{FCE82C7E-B6D1-43C5-967D-E5411DA00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395"/>
              <a:ext cx="74" cy="65"/>
            </a:xfrm>
            <a:custGeom>
              <a:avLst/>
              <a:gdLst>
                <a:gd name="T0" fmla="*/ 0 w 45"/>
                <a:gd name="T1" fmla="*/ 163 h 37"/>
                <a:gd name="T2" fmla="*/ 201 w 45"/>
                <a:gd name="T3" fmla="*/ 16 h 37"/>
                <a:gd name="T4" fmla="*/ 0 w 45"/>
                <a:gd name="T5" fmla="*/ 16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7">
                  <a:moveTo>
                    <a:pt x="0" y="30"/>
                  </a:moveTo>
                  <a:cubicBezTo>
                    <a:pt x="0" y="30"/>
                    <a:pt x="16" y="0"/>
                    <a:pt x="45" y="3"/>
                  </a:cubicBezTo>
                  <a:cubicBezTo>
                    <a:pt x="45" y="3"/>
                    <a:pt x="35" y="37"/>
                    <a:pt x="0" y="3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98" name="Freeform 1150">
              <a:extLst>
                <a:ext uri="{FF2B5EF4-FFF2-40B4-BE49-F238E27FC236}">
                  <a16:creationId xmlns:a16="http://schemas.microsoft.com/office/drawing/2014/main" id="{9A1D744B-0D85-446D-82BC-1EC37C732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695"/>
              <a:ext cx="53" cy="76"/>
            </a:xfrm>
            <a:custGeom>
              <a:avLst/>
              <a:gdLst>
                <a:gd name="T0" fmla="*/ 80 w 33"/>
                <a:gd name="T1" fmla="*/ 0 h 44"/>
                <a:gd name="T2" fmla="*/ 67 w 33"/>
                <a:gd name="T3" fmla="*/ 226 h 44"/>
                <a:gd name="T4" fmla="*/ 80 w 33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19" y="0"/>
                  </a:moveTo>
                  <a:cubicBezTo>
                    <a:pt x="19" y="0"/>
                    <a:pt x="0" y="17"/>
                    <a:pt x="16" y="44"/>
                  </a:cubicBezTo>
                  <a:cubicBezTo>
                    <a:pt x="16" y="44"/>
                    <a:pt x="33" y="26"/>
                    <a:pt x="19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99" name="Freeform 1151">
              <a:extLst>
                <a:ext uri="{FF2B5EF4-FFF2-40B4-BE49-F238E27FC236}">
                  <a16:creationId xmlns:a16="http://schemas.microsoft.com/office/drawing/2014/main" id="{0A1D5134-E6F7-4DB4-AD71-FBECEA904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350"/>
              <a:ext cx="103" cy="68"/>
            </a:xfrm>
            <a:custGeom>
              <a:avLst/>
              <a:gdLst>
                <a:gd name="T0" fmla="*/ 0 w 63"/>
                <a:gd name="T1" fmla="*/ 155 h 39"/>
                <a:gd name="T2" fmla="*/ 275 w 63"/>
                <a:gd name="T3" fmla="*/ 65 h 39"/>
                <a:gd name="T4" fmla="*/ 0 w 63"/>
                <a:gd name="T5" fmla="*/ 15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9">
                  <a:moveTo>
                    <a:pt x="0" y="29"/>
                  </a:moveTo>
                  <a:cubicBezTo>
                    <a:pt x="0" y="29"/>
                    <a:pt x="24" y="0"/>
                    <a:pt x="63" y="12"/>
                  </a:cubicBezTo>
                  <a:cubicBezTo>
                    <a:pt x="63" y="12"/>
                    <a:pt x="51" y="39"/>
                    <a:pt x="0" y="2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00" name="Freeform 1152">
              <a:extLst>
                <a:ext uri="{FF2B5EF4-FFF2-40B4-BE49-F238E27FC236}">
                  <a16:creationId xmlns:a16="http://schemas.microsoft.com/office/drawing/2014/main" id="{6585D724-FAB6-4673-90B3-9E672AF11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771"/>
              <a:ext cx="90" cy="112"/>
            </a:xfrm>
            <a:custGeom>
              <a:avLst/>
              <a:gdLst>
                <a:gd name="T0" fmla="*/ 75 w 55"/>
                <a:gd name="T1" fmla="*/ 0 h 64"/>
                <a:gd name="T2" fmla="*/ 131 w 55"/>
                <a:gd name="T3" fmla="*/ 343 h 64"/>
                <a:gd name="T4" fmla="*/ 75 w 55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4">
                  <a:moveTo>
                    <a:pt x="17" y="0"/>
                  </a:moveTo>
                  <a:cubicBezTo>
                    <a:pt x="17" y="0"/>
                    <a:pt x="0" y="24"/>
                    <a:pt x="30" y="64"/>
                  </a:cubicBezTo>
                  <a:cubicBezTo>
                    <a:pt x="30" y="64"/>
                    <a:pt x="55" y="42"/>
                    <a:pt x="17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01" name="Freeform 1153">
              <a:extLst>
                <a:ext uri="{FF2B5EF4-FFF2-40B4-BE49-F238E27FC236}">
                  <a16:creationId xmlns:a16="http://schemas.microsoft.com/office/drawing/2014/main" id="{BE5F7069-C745-4132-9EEE-E24AF224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883"/>
              <a:ext cx="65" cy="104"/>
            </a:xfrm>
            <a:custGeom>
              <a:avLst/>
              <a:gdLst>
                <a:gd name="T0" fmla="*/ 0 w 40"/>
                <a:gd name="T1" fmla="*/ 0 h 60"/>
                <a:gd name="T2" fmla="*/ 145 w 40"/>
                <a:gd name="T3" fmla="*/ 312 h 60"/>
                <a:gd name="T4" fmla="*/ 0 w 4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0">
                  <a:moveTo>
                    <a:pt x="0" y="0"/>
                  </a:moveTo>
                  <a:cubicBezTo>
                    <a:pt x="0" y="0"/>
                    <a:pt x="2" y="39"/>
                    <a:pt x="34" y="60"/>
                  </a:cubicBezTo>
                  <a:cubicBezTo>
                    <a:pt x="34" y="60"/>
                    <a:pt x="40" y="21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02" name="Freeform 1154">
              <a:extLst>
                <a:ext uri="{FF2B5EF4-FFF2-40B4-BE49-F238E27FC236}">
                  <a16:creationId xmlns:a16="http://schemas.microsoft.com/office/drawing/2014/main" id="{4256BE25-D305-4B2A-9A8B-D62598225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987"/>
              <a:ext cx="59" cy="61"/>
            </a:xfrm>
            <a:custGeom>
              <a:avLst/>
              <a:gdLst>
                <a:gd name="T0" fmla="*/ 0 w 36"/>
                <a:gd name="T1" fmla="*/ 0 h 35"/>
                <a:gd name="T2" fmla="*/ 159 w 36"/>
                <a:gd name="T3" fmla="*/ 185 h 35"/>
                <a:gd name="T4" fmla="*/ 0 w 36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0" y="0"/>
                  </a:moveTo>
                  <a:cubicBezTo>
                    <a:pt x="0" y="0"/>
                    <a:pt x="4" y="33"/>
                    <a:pt x="36" y="35"/>
                  </a:cubicBezTo>
                  <a:cubicBezTo>
                    <a:pt x="36" y="35"/>
                    <a:pt x="32" y="1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03" name="Freeform 1155">
              <a:extLst>
                <a:ext uri="{FF2B5EF4-FFF2-40B4-BE49-F238E27FC236}">
                  <a16:creationId xmlns:a16="http://schemas.microsoft.com/office/drawing/2014/main" id="{27453124-A022-4577-9AF8-6D83B4B6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43"/>
              <a:ext cx="113" cy="76"/>
            </a:xfrm>
            <a:custGeom>
              <a:avLst/>
              <a:gdLst>
                <a:gd name="T0" fmla="*/ 0 w 69"/>
                <a:gd name="T1" fmla="*/ 16 h 44"/>
                <a:gd name="T2" fmla="*/ 303 w 69"/>
                <a:gd name="T3" fmla="*/ 206 h 44"/>
                <a:gd name="T4" fmla="*/ 0 w 69"/>
                <a:gd name="T5" fmla="*/ 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4">
                  <a:moveTo>
                    <a:pt x="0" y="3"/>
                  </a:moveTo>
                  <a:cubicBezTo>
                    <a:pt x="0" y="3"/>
                    <a:pt x="26" y="44"/>
                    <a:pt x="69" y="40"/>
                  </a:cubicBezTo>
                  <a:cubicBezTo>
                    <a:pt x="69" y="40"/>
                    <a:pt x="43" y="0"/>
                    <a:pt x="0" y="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04" name="Freeform 1156">
              <a:extLst>
                <a:ext uri="{FF2B5EF4-FFF2-40B4-BE49-F238E27FC236}">
                  <a16:creationId xmlns:a16="http://schemas.microsoft.com/office/drawing/2014/main" id="{B11EA782-8E61-4182-BA34-F190C084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3077"/>
              <a:ext cx="70" cy="81"/>
            </a:xfrm>
            <a:custGeom>
              <a:avLst/>
              <a:gdLst>
                <a:gd name="T0" fmla="*/ 0 w 43"/>
                <a:gd name="T1" fmla="*/ 109 h 46"/>
                <a:gd name="T2" fmla="*/ 186 w 43"/>
                <a:gd name="T3" fmla="*/ 164 h 46"/>
                <a:gd name="T4" fmla="*/ 0 w 43"/>
                <a:gd name="T5" fmla="*/ 10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6">
                  <a:moveTo>
                    <a:pt x="0" y="20"/>
                  </a:moveTo>
                  <a:cubicBezTo>
                    <a:pt x="0" y="20"/>
                    <a:pt x="21" y="46"/>
                    <a:pt x="43" y="30"/>
                  </a:cubicBezTo>
                  <a:cubicBezTo>
                    <a:pt x="43" y="30"/>
                    <a:pt x="25" y="0"/>
                    <a:pt x="0" y="2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05" name="Freeform 1157">
              <a:extLst>
                <a:ext uri="{FF2B5EF4-FFF2-40B4-BE49-F238E27FC236}">
                  <a16:creationId xmlns:a16="http://schemas.microsoft.com/office/drawing/2014/main" id="{BD0ABDC5-A4F1-458F-915E-68D73D6DA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3093"/>
              <a:ext cx="116" cy="78"/>
            </a:xfrm>
            <a:custGeom>
              <a:avLst/>
              <a:gdLst>
                <a:gd name="T0" fmla="*/ 0 w 71"/>
                <a:gd name="T1" fmla="*/ 107 h 45"/>
                <a:gd name="T2" fmla="*/ 310 w 71"/>
                <a:gd name="T3" fmla="*/ 87 h 45"/>
                <a:gd name="T4" fmla="*/ 0 w 71"/>
                <a:gd name="T5" fmla="*/ 10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5">
                  <a:moveTo>
                    <a:pt x="0" y="21"/>
                  </a:moveTo>
                  <a:cubicBezTo>
                    <a:pt x="0" y="21"/>
                    <a:pt x="32" y="45"/>
                    <a:pt x="71" y="17"/>
                  </a:cubicBezTo>
                  <a:cubicBezTo>
                    <a:pt x="71" y="17"/>
                    <a:pt x="39" y="0"/>
                    <a:pt x="0" y="21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06" name="Freeform 1158">
              <a:extLst>
                <a:ext uri="{FF2B5EF4-FFF2-40B4-BE49-F238E27FC236}">
                  <a16:creationId xmlns:a16="http://schemas.microsoft.com/office/drawing/2014/main" id="{31443A2C-47E5-4E49-BBB6-E79049BEB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079"/>
              <a:ext cx="81" cy="70"/>
            </a:xfrm>
            <a:custGeom>
              <a:avLst/>
              <a:gdLst>
                <a:gd name="T0" fmla="*/ 0 w 50"/>
                <a:gd name="T1" fmla="*/ 135 h 40"/>
                <a:gd name="T2" fmla="*/ 212 w 50"/>
                <a:gd name="T3" fmla="*/ 44 h 40"/>
                <a:gd name="T4" fmla="*/ 0 w 50"/>
                <a:gd name="T5" fmla="*/ 13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0">
                  <a:moveTo>
                    <a:pt x="0" y="25"/>
                  </a:moveTo>
                  <a:cubicBezTo>
                    <a:pt x="0" y="25"/>
                    <a:pt x="25" y="40"/>
                    <a:pt x="50" y="8"/>
                  </a:cubicBezTo>
                  <a:cubicBezTo>
                    <a:pt x="50" y="8"/>
                    <a:pt x="24" y="0"/>
                    <a:pt x="0" y="2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07" name="Freeform 1159">
              <a:extLst>
                <a:ext uri="{FF2B5EF4-FFF2-40B4-BE49-F238E27FC236}">
                  <a16:creationId xmlns:a16="http://schemas.microsoft.com/office/drawing/2014/main" id="{A8EA5B24-48CC-460A-9601-AE2E81A93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3039"/>
              <a:ext cx="74" cy="58"/>
            </a:xfrm>
            <a:custGeom>
              <a:avLst/>
              <a:gdLst>
                <a:gd name="T0" fmla="*/ 201 w 45"/>
                <a:gd name="T1" fmla="*/ 12 h 33"/>
                <a:gd name="T2" fmla="*/ 0 w 45"/>
                <a:gd name="T3" fmla="*/ 167 h 33"/>
                <a:gd name="T4" fmla="*/ 201 w 45"/>
                <a:gd name="T5" fmla="*/ 1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3">
                  <a:moveTo>
                    <a:pt x="45" y="2"/>
                  </a:moveTo>
                  <a:cubicBezTo>
                    <a:pt x="45" y="2"/>
                    <a:pt x="3" y="0"/>
                    <a:pt x="0" y="31"/>
                  </a:cubicBezTo>
                  <a:cubicBezTo>
                    <a:pt x="0" y="31"/>
                    <a:pt x="41" y="33"/>
                    <a:pt x="45" y="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08" name="Freeform 1160">
              <a:extLst>
                <a:ext uri="{FF2B5EF4-FFF2-40B4-BE49-F238E27FC236}">
                  <a16:creationId xmlns:a16="http://schemas.microsoft.com/office/drawing/2014/main" id="{2CF816A2-8382-452A-93D2-3DACC4C82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994"/>
              <a:ext cx="49" cy="56"/>
            </a:xfrm>
            <a:custGeom>
              <a:avLst/>
              <a:gdLst>
                <a:gd name="T0" fmla="*/ 126 w 30"/>
                <a:gd name="T1" fmla="*/ 21 h 32"/>
                <a:gd name="T2" fmla="*/ 21 w 30"/>
                <a:gd name="T3" fmla="*/ 151 h 32"/>
                <a:gd name="T4" fmla="*/ 126 w 30"/>
                <a:gd name="T5" fmla="*/ 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29" y="4"/>
                  </a:moveTo>
                  <a:cubicBezTo>
                    <a:pt x="29" y="4"/>
                    <a:pt x="0" y="0"/>
                    <a:pt x="5" y="28"/>
                  </a:cubicBezTo>
                  <a:cubicBezTo>
                    <a:pt x="5" y="28"/>
                    <a:pt x="30" y="32"/>
                    <a:pt x="29" y="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09" name="Freeform 1161">
              <a:extLst>
                <a:ext uri="{FF2B5EF4-FFF2-40B4-BE49-F238E27FC236}">
                  <a16:creationId xmlns:a16="http://schemas.microsoft.com/office/drawing/2014/main" id="{B7A03DFF-020C-494D-8B22-2604185FD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933"/>
              <a:ext cx="52" cy="68"/>
            </a:xfrm>
            <a:custGeom>
              <a:avLst/>
              <a:gdLst>
                <a:gd name="T0" fmla="*/ 122 w 32"/>
                <a:gd name="T1" fmla="*/ 0 h 39"/>
                <a:gd name="T2" fmla="*/ 0 w 32"/>
                <a:gd name="T3" fmla="*/ 207 h 39"/>
                <a:gd name="T4" fmla="*/ 122 w 3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28" y="0"/>
                  </a:moveTo>
                  <a:cubicBezTo>
                    <a:pt x="28" y="0"/>
                    <a:pt x="1" y="17"/>
                    <a:pt x="0" y="39"/>
                  </a:cubicBezTo>
                  <a:cubicBezTo>
                    <a:pt x="0" y="39"/>
                    <a:pt x="32" y="19"/>
                    <a:pt x="28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10" name="Freeform 1162">
              <a:extLst>
                <a:ext uri="{FF2B5EF4-FFF2-40B4-BE49-F238E27FC236}">
                  <a16:creationId xmlns:a16="http://schemas.microsoft.com/office/drawing/2014/main" id="{6DC734EE-F2DB-46BE-8A42-7377B6DE1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849"/>
              <a:ext cx="44" cy="84"/>
            </a:xfrm>
            <a:custGeom>
              <a:avLst/>
              <a:gdLst>
                <a:gd name="T0" fmla="*/ 98 w 27"/>
                <a:gd name="T1" fmla="*/ 0 h 48"/>
                <a:gd name="T2" fmla="*/ 18 w 27"/>
                <a:gd name="T3" fmla="*/ 257 h 48"/>
                <a:gd name="T4" fmla="*/ 98 w 27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8">
                  <a:moveTo>
                    <a:pt x="23" y="0"/>
                  </a:moveTo>
                  <a:cubicBezTo>
                    <a:pt x="23" y="0"/>
                    <a:pt x="0" y="28"/>
                    <a:pt x="4" y="48"/>
                  </a:cubicBezTo>
                  <a:cubicBezTo>
                    <a:pt x="4" y="48"/>
                    <a:pt x="27" y="31"/>
                    <a:pt x="23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11" name="Freeform 1163">
              <a:extLst>
                <a:ext uri="{FF2B5EF4-FFF2-40B4-BE49-F238E27FC236}">
                  <a16:creationId xmlns:a16="http://schemas.microsoft.com/office/drawing/2014/main" id="{9195E4B0-2EF5-4BE1-9B45-9B145809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794"/>
              <a:ext cx="47" cy="52"/>
            </a:xfrm>
            <a:custGeom>
              <a:avLst/>
              <a:gdLst>
                <a:gd name="T0" fmla="*/ 68 w 29"/>
                <a:gd name="T1" fmla="*/ 0 h 30"/>
                <a:gd name="T2" fmla="*/ 42 w 29"/>
                <a:gd name="T3" fmla="*/ 156 h 30"/>
                <a:gd name="T4" fmla="*/ 68 w 2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16" y="0"/>
                  </a:moveTo>
                  <a:cubicBezTo>
                    <a:pt x="16" y="0"/>
                    <a:pt x="0" y="14"/>
                    <a:pt x="10" y="30"/>
                  </a:cubicBezTo>
                  <a:cubicBezTo>
                    <a:pt x="10" y="30"/>
                    <a:pt x="29" y="12"/>
                    <a:pt x="16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12" name="Freeform 1164">
              <a:extLst>
                <a:ext uri="{FF2B5EF4-FFF2-40B4-BE49-F238E27FC236}">
                  <a16:creationId xmlns:a16="http://schemas.microsoft.com/office/drawing/2014/main" id="{8F244B06-A290-4B99-ADB1-BFD25CFEF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716"/>
              <a:ext cx="42" cy="78"/>
            </a:xfrm>
            <a:custGeom>
              <a:avLst/>
              <a:gdLst>
                <a:gd name="T0" fmla="*/ 55 w 26"/>
                <a:gd name="T1" fmla="*/ 0 h 45"/>
                <a:gd name="T2" fmla="*/ 50 w 26"/>
                <a:gd name="T3" fmla="*/ 234 h 45"/>
                <a:gd name="T4" fmla="*/ 55 w 2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13" y="0"/>
                  </a:moveTo>
                  <a:cubicBezTo>
                    <a:pt x="13" y="0"/>
                    <a:pt x="0" y="27"/>
                    <a:pt x="12" y="45"/>
                  </a:cubicBezTo>
                  <a:cubicBezTo>
                    <a:pt x="12" y="45"/>
                    <a:pt x="26" y="17"/>
                    <a:pt x="13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13" name="Freeform 1165">
              <a:extLst>
                <a:ext uri="{FF2B5EF4-FFF2-40B4-BE49-F238E27FC236}">
                  <a16:creationId xmlns:a16="http://schemas.microsoft.com/office/drawing/2014/main" id="{DEF246E0-0D20-4DFB-97CA-B057894AA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677"/>
              <a:ext cx="28" cy="39"/>
            </a:xfrm>
            <a:custGeom>
              <a:avLst/>
              <a:gdLst>
                <a:gd name="T0" fmla="*/ 20 w 17"/>
                <a:gd name="T1" fmla="*/ 0 h 22"/>
                <a:gd name="T2" fmla="*/ 35 w 17"/>
                <a:gd name="T3" fmla="*/ 122 h 22"/>
                <a:gd name="T4" fmla="*/ 20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4" y="0"/>
                    <a:pt x="0" y="15"/>
                    <a:pt x="8" y="22"/>
                  </a:cubicBezTo>
                  <a:cubicBezTo>
                    <a:pt x="8" y="22"/>
                    <a:pt x="17" y="7"/>
                    <a:pt x="4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14" name="Freeform 1166">
              <a:extLst>
                <a:ext uri="{FF2B5EF4-FFF2-40B4-BE49-F238E27FC236}">
                  <a16:creationId xmlns:a16="http://schemas.microsoft.com/office/drawing/2014/main" id="{6D42A01A-DC9B-43D4-92EB-37786576F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630"/>
              <a:ext cx="29" cy="47"/>
            </a:xfrm>
            <a:custGeom>
              <a:avLst/>
              <a:gdLst>
                <a:gd name="T0" fmla="*/ 8 w 18"/>
                <a:gd name="T1" fmla="*/ 0 h 27"/>
                <a:gd name="T2" fmla="*/ 34 w 18"/>
                <a:gd name="T3" fmla="*/ 143 h 27"/>
                <a:gd name="T4" fmla="*/ 8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2" y="0"/>
                  </a:moveTo>
                  <a:cubicBezTo>
                    <a:pt x="2" y="0"/>
                    <a:pt x="0" y="21"/>
                    <a:pt x="8" y="27"/>
                  </a:cubicBezTo>
                  <a:cubicBezTo>
                    <a:pt x="8" y="27"/>
                    <a:pt x="18" y="15"/>
                    <a:pt x="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15" name="Freeform 1167">
              <a:extLst>
                <a:ext uri="{FF2B5EF4-FFF2-40B4-BE49-F238E27FC236}">
                  <a16:creationId xmlns:a16="http://schemas.microsoft.com/office/drawing/2014/main" id="{4D0F6FCA-E4DD-41CF-A802-944F643B9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61"/>
              <a:ext cx="42" cy="69"/>
            </a:xfrm>
            <a:custGeom>
              <a:avLst/>
              <a:gdLst>
                <a:gd name="T0" fmla="*/ 0 w 26"/>
                <a:gd name="T1" fmla="*/ 0 h 40"/>
                <a:gd name="T2" fmla="*/ 76 w 26"/>
                <a:gd name="T3" fmla="*/ 205 h 40"/>
                <a:gd name="T4" fmla="*/ 0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cubicBezTo>
                    <a:pt x="0" y="0"/>
                    <a:pt x="5" y="36"/>
                    <a:pt x="18" y="40"/>
                  </a:cubicBezTo>
                  <a:cubicBezTo>
                    <a:pt x="18" y="40"/>
                    <a:pt x="26" y="18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16" name="Freeform 1168">
              <a:extLst>
                <a:ext uri="{FF2B5EF4-FFF2-40B4-BE49-F238E27FC236}">
                  <a16:creationId xmlns:a16="http://schemas.microsoft.com/office/drawing/2014/main" id="{FE6DE9CD-1DEE-442F-B0E7-6BD7C0C40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524"/>
              <a:ext cx="29" cy="37"/>
            </a:xfrm>
            <a:custGeom>
              <a:avLst/>
              <a:gdLst>
                <a:gd name="T0" fmla="*/ 8 w 18"/>
                <a:gd name="T1" fmla="*/ 0 h 21"/>
                <a:gd name="T2" fmla="*/ 63 w 18"/>
                <a:gd name="T3" fmla="*/ 115 h 21"/>
                <a:gd name="T4" fmla="*/ 8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2" y="0"/>
                  </a:moveTo>
                  <a:cubicBezTo>
                    <a:pt x="2" y="0"/>
                    <a:pt x="0" y="14"/>
                    <a:pt x="15" y="21"/>
                  </a:cubicBezTo>
                  <a:cubicBezTo>
                    <a:pt x="15" y="21"/>
                    <a:pt x="18" y="8"/>
                    <a:pt x="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17" name="Freeform 1169">
              <a:extLst>
                <a:ext uri="{FF2B5EF4-FFF2-40B4-BE49-F238E27FC236}">
                  <a16:creationId xmlns:a16="http://schemas.microsoft.com/office/drawing/2014/main" id="{5AE7B621-AD61-44CE-B8BB-A71ADF41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481"/>
              <a:ext cx="42" cy="43"/>
            </a:xfrm>
            <a:custGeom>
              <a:avLst/>
              <a:gdLst>
                <a:gd name="T0" fmla="*/ 5 w 26"/>
                <a:gd name="T1" fmla="*/ 0 h 25"/>
                <a:gd name="T2" fmla="*/ 97 w 26"/>
                <a:gd name="T3" fmla="*/ 127 h 25"/>
                <a:gd name="T4" fmla="*/ 5 w 2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" y="0"/>
                  </a:moveTo>
                  <a:cubicBezTo>
                    <a:pt x="1" y="0"/>
                    <a:pt x="0" y="14"/>
                    <a:pt x="23" y="25"/>
                  </a:cubicBezTo>
                  <a:cubicBezTo>
                    <a:pt x="23" y="25"/>
                    <a:pt x="26" y="5"/>
                    <a:pt x="1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18" name="Freeform 1170">
              <a:extLst>
                <a:ext uri="{FF2B5EF4-FFF2-40B4-BE49-F238E27FC236}">
                  <a16:creationId xmlns:a16="http://schemas.microsoft.com/office/drawing/2014/main" id="{30DEEC23-DF20-4A85-988E-DB93F39CC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434"/>
              <a:ext cx="42" cy="47"/>
            </a:xfrm>
            <a:custGeom>
              <a:avLst/>
              <a:gdLst>
                <a:gd name="T0" fmla="*/ 0 w 26"/>
                <a:gd name="T1" fmla="*/ 21 h 27"/>
                <a:gd name="T2" fmla="*/ 110 w 26"/>
                <a:gd name="T3" fmla="*/ 143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1" y="0"/>
                    <a:pt x="0" y="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19" name="Freeform 1171">
              <a:extLst>
                <a:ext uri="{FF2B5EF4-FFF2-40B4-BE49-F238E27FC236}">
                  <a16:creationId xmlns:a16="http://schemas.microsoft.com/office/drawing/2014/main" id="{FE578A1C-E24C-4955-AA1E-4D77E16D2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404"/>
              <a:ext cx="46" cy="37"/>
            </a:xfrm>
            <a:custGeom>
              <a:avLst/>
              <a:gdLst>
                <a:gd name="T0" fmla="*/ 0 w 28"/>
                <a:gd name="T1" fmla="*/ 16 h 21"/>
                <a:gd name="T2" fmla="*/ 125 w 28"/>
                <a:gd name="T3" fmla="*/ 115 h 21"/>
                <a:gd name="T4" fmla="*/ 0 w 28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3"/>
                  </a:moveTo>
                  <a:cubicBezTo>
                    <a:pt x="0" y="3"/>
                    <a:pt x="2" y="15"/>
                    <a:pt x="28" y="21"/>
                  </a:cubicBezTo>
                  <a:cubicBezTo>
                    <a:pt x="28" y="21"/>
                    <a:pt x="22" y="0"/>
                    <a:pt x="0" y="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20" name="Freeform 1172">
              <a:extLst>
                <a:ext uri="{FF2B5EF4-FFF2-40B4-BE49-F238E27FC236}">
                  <a16:creationId xmlns:a16="http://schemas.microsoft.com/office/drawing/2014/main" id="{92DB7C5E-EC14-412E-BC28-B4E2D94FE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371"/>
              <a:ext cx="80" cy="38"/>
            </a:xfrm>
            <a:custGeom>
              <a:avLst/>
              <a:gdLst>
                <a:gd name="T0" fmla="*/ 0 w 49"/>
                <a:gd name="T1" fmla="*/ 28 h 22"/>
                <a:gd name="T2" fmla="*/ 214 w 49"/>
                <a:gd name="T3" fmla="*/ 114 h 22"/>
                <a:gd name="T4" fmla="*/ 0 w 49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5"/>
                  </a:moveTo>
                  <a:cubicBezTo>
                    <a:pt x="0" y="5"/>
                    <a:pt x="23" y="22"/>
                    <a:pt x="49" y="22"/>
                  </a:cubicBezTo>
                  <a:cubicBezTo>
                    <a:pt x="49" y="22"/>
                    <a:pt x="32" y="0"/>
                    <a:pt x="0" y="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21" name="Freeform 1173">
              <a:extLst>
                <a:ext uri="{FF2B5EF4-FFF2-40B4-BE49-F238E27FC236}">
                  <a16:creationId xmlns:a16="http://schemas.microsoft.com/office/drawing/2014/main" id="{5F9AEF7A-D692-4735-8D2F-C8A3A051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45"/>
              <a:ext cx="58" cy="54"/>
            </a:xfrm>
            <a:custGeom>
              <a:avLst/>
              <a:gdLst>
                <a:gd name="T0" fmla="*/ 0 w 36"/>
                <a:gd name="T1" fmla="*/ 73 h 31"/>
                <a:gd name="T2" fmla="*/ 150 w 36"/>
                <a:gd name="T3" fmla="*/ 106 h 31"/>
                <a:gd name="T4" fmla="*/ 0 w 36"/>
                <a:gd name="T5" fmla="*/ 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0" y="14"/>
                  </a:moveTo>
                  <a:cubicBezTo>
                    <a:pt x="0" y="14"/>
                    <a:pt x="11" y="31"/>
                    <a:pt x="36" y="20"/>
                  </a:cubicBezTo>
                  <a:cubicBezTo>
                    <a:pt x="36" y="20"/>
                    <a:pt x="15" y="0"/>
                    <a:pt x="0" y="1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22" name="Freeform 1174">
              <a:extLst>
                <a:ext uri="{FF2B5EF4-FFF2-40B4-BE49-F238E27FC236}">
                  <a16:creationId xmlns:a16="http://schemas.microsoft.com/office/drawing/2014/main" id="{FE9CF3F0-9CFC-4BFD-AACE-F3EF6AF6D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33"/>
              <a:ext cx="70" cy="68"/>
            </a:xfrm>
            <a:custGeom>
              <a:avLst/>
              <a:gdLst>
                <a:gd name="T0" fmla="*/ 0 w 43"/>
                <a:gd name="T1" fmla="*/ 115 h 39"/>
                <a:gd name="T2" fmla="*/ 186 w 43"/>
                <a:gd name="T3" fmla="*/ 113 h 39"/>
                <a:gd name="T4" fmla="*/ 0 w 43"/>
                <a:gd name="T5" fmla="*/ 11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9">
                  <a:moveTo>
                    <a:pt x="0" y="22"/>
                  </a:moveTo>
                  <a:cubicBezTo>
                    <a:pt x="0" y="22"/>
                    <a:pt x="21" y="39"/>
                    <a:pt x="43" y="21"/>
                  </a:cubicBezTo>
                  <a:cubicBezTo>
                    <a:pt x="43" y="21"/>
                    <a:pt x="19" y="0"/>
                    <a:pt x="0" y="2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23" name="Freeform 1175">
              <a:extLst>
                <a:ext uri="{FF2B5EF4-FFF2-40B4-BE49-F238E27FC236}">
                  <a16:creationId xmlns:a16="http://schemas.microsoft.com/office/drawing/2014/main" id="{3446C2CE-60D6-4AB0-840D-CE3997CA18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9" y="2260"/>
              <a:ext cx="925" cy="985"/>
            </a:xfrm>
            <a:custGeom>
              <a:avLst/>
              <a:gdLst>
                <a:gd name="T0" fmla="*/ 1232 w 567"/>
                <a:gd name="T1" fmla="*/ 0 h 566"/>
                <a:gd name="T2" fmla="*/ 0 w 567"/>
                <a:gd name="T3" fmla="*/ 1493 h 566"/>
                <a:gd name="T4" fmla="*/ 1232 w 567"/>
                <a:gd name="T5" fmla="*/ 2983 h 566"/>
                <a:gd name="T6" fmla="*/ 2462 w 567"/>
                <a:gd name="T7" fmla="*/ 1493 h 566"/>
                <a:gd name="T8" fmla="*/ 1232 w 567"/>
                <a:gd name="T9" fmla="*/ 0 h 566"/>
                <a:gd name="T10" fmla="*/ 1232 w 567"/>
                <a:gd name="T11" fmla="*/ 2811 h 566"/>
                <a:gd name="T12" fmla="*/ 144 w 567"/>
                <a:gd name="T13" fmla="*/ 1493 h 566"/>
                <a:gd name="T14" fmla="*/ 1232 w 567"/>
                <a:gd name="T15" fmla="*/ 172 h 566"/>
                <a:gd name="T16" fmla="*/ 2318 w 567"/>
                <a:gd name="T17" fmla="*/ 1493 h 566"/>
                <a:gd name="T18" fmla="*/ 1232 w 567"/>
                <a:gd name="T19" fmla="*/ 2811 h 5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7" h="566">
                  <a:moveTo>
                    <a:pt x="284" y="0"/>
                  </a:moveTo>
                  <a:cubicBezTo>
                    <a:pt x="127" y="0"/>
                    <a:pt x="0" y="126"/>
                    <a:pt x="0" y="283"/>
                  </a:cubicBezTo>
                  <a:cubicBezTo>
                    <a:pt x="0" y="439"/>
                    <a:pt x="127" y="566"/>
                    <a:pt x="284" y="566"/>
                  </a:cubicBezTo>
                  <a:cubicBezTo>
                    <a:pt x="440" y="566"/>
                    <a:pt x="567" y="439"/>
                    <a:pt x="567" y="283"/>
                  </a:cubicBezTo>
                  <a:cubicBezTo>
                    <a:pt x="567" y="126"/>
                    <a:pt x="440" y="0"/>
                    <a:pt x="284" y="0"/>
                  </a:cubicBezTo>
                  <a:close/>
                  <a:moveTo>
                    <a:pt x="284" y="533"/>
                  </a:moveTo>
                  <a:cubicBezTo>
                    <a:pt x="145" y="533"/>
                    <a:pt x="33" y="421"/>
                    <a:pt x="33" y="283"/>
                  </a:cubicBezTo>
                  <a:cubicBezTo>
                    <a:pt x="33" y="145"/>
                    <a:pt x="145" y="33"/>
                    <a:pt x="284" y="33"/>
                  </a:cubicBezTo>
                  <a:cubicBezTo>
                    <a:pt x="422" y="33"/>
                    <a:pt x="534" y="145"/>
                    <a:pt x="534" y="283"/>
                  </a:cubicBezTo>
                  <a:cubicBezTo>
                    <a:pt x="534" y="421"/>
                    <a:pt x="422" y="533"/>
                    <a:pt x="284" y="533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24" name="Oval 1176">
              <a:extLst>
                <a:ext uri="{FF2B5EF4-FFF2-40B4-BE49-F238E27FC236}">
                  <a16:creationId xmlns:a16="http://schemas.microsoft.com/office/drawing/2014/main" id="{69110D3A-A671-449C-94F0-D6BA083D4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2" y="2350"/>
              <a:ext cx="755" cy="806"/>
            </a:xfrm>
            <a:prstGeom prst="ellips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25" name="Freeform 1177">
              <a:extLst>
                <a:ext uri="{FF2B5EF4-FFF2-40B4-BE49-F238E27FC236}">
                  <a16:creationId xmlns:a16="http://schemas.microsoft.com/office/drawing/2014/main" id="{EC59E425-D547-4AB5-98F6-2D93859F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488"/>
              <a:ext cx="238" cy="264"/>
            </a:xfrm>
            <a:custGeom>
              <a:avLst/>
              <a:gdLst>
                <a:gd name="T0" fmla="*/ 632 w 146"/>
                <a:gd name="T1" fmla="*/ 0 h 152"/>
                <a:gd name="T2" fmla="*/ 34 w 146"/>
                <a:gd name="T3" fmla="*/ 797 h 152"/>
                <a:gd name="T4" fmla="*/ 632 w 146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52">
                  <a:moveTo>
                    <a:pt x="146" y="0"/>
                  </a:moveTo>
                  <a:cubicBezTo>
                    <a:pt x="146" y="0"/>
                    <a:pt x="27" y="26"/>
                    <a:pt x="8" y="152"/>
                  </a:cubicBezTo>
                  <a:cubicBezTo>
                    <a:pt x="8" y="152"/>
                    <a:pt x="0" y="29"/>
                    <a:pt x="146" y="0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26" name="Freeform 1178">
              <a:extLst>
                <a:ext uri="{FF2B5EF4-FFF2-40B4-BE49-F238E27FC236}">
                  <a16:creationId xmlns:a16="http://schemas.microsoft.com/office/drawing/2014/main" id="{77DEC37C-64EB-4EC0-B173-989D41629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719"/>
              <a:ext cx="11" cy="26"/>
            </a:xfrm>
            <a:custGeom>
              <a:avLst/>
              <a:gdLst>
                <a:gd name="T0" fmla="*/ 14 w 7"/>
                <a:gd name="T1" fmla="*/ 0 h 15"/>
                <a:gd name="T2" fmla="*/ 27 w 7"/>
                <a:gd name="T3" fmla="*/ 42 h 15"/>
                <a:gd name="T4" fmla="*/ 14 w 7"/>
                <a:gd name="T5" fmla="*/ 78 h 15"/>
                <a:gd name="T6" fmla="*/ 0 w 7"/>
                <a:gd name="T7" fmla="*/ 42 h 15"/>
                <a:gd name="T8" fmla="*/ 14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0"/>
                  </a:moveTo>
                  <a:cubicBezTo>
                    <a:pt x="5" y="0"/>
                    <a:pt x="7" y="3"/>
                    <a:pt x="7" y="8"/>
                  </a:cubicBezTo>
                  <a:cubicBezTo>
                    <a:pt x="7" y="12"/>
                    <a:pt x="6" y="15"/>
                    <a:pt x="4" y="15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27" name="Freeform 1179">
              <a:extLst>
                <a:ext uri="{FF2B5EF4-FFF2-40B4-BE49-F238E27FC236}">
                  <a16:creationId xmlns:a16="http://schemas.microsoft.com/office/drawing/2014/main" id="{07AD6029-7AE7-4D32-8783-5EECE0B2D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662"/>
              <a:ext cx="11" cy="17"/>
            </a:xfrm>
            <a:custGeom>
              <a:avLst/>
              <a:gdLst>
                <a:gd name="T0" fmla="*/ 14 w 7"/>
                <a:gd name="T1" fmla="*/ 0 h 10"/>
                <a:gd name="T2" fmla="*/ 27 w 7"/>
                <a:gd name="T3" fmla="*/ 26 h 10"/>
                <a:gd name="T4" fmla="*/ 13 w 7"/>
                <a:gd name="T5" fmla="*/ 49 h 10"/>
                <a:gd name="T6" fmla="*/ 0 w 7"/>
                <a:gd name="T7" fmla="*/ 26 h 10"/>
                <a:gd name="T8" fmla="*/ 14 w 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cubicBezTo>
                    <a:pt x="6" y="0"/>
                    <a:pt x="7" y="3"/>
                    <a:pt x="7" y="5"/>
                  </a:cubicBezTo>
                  <a:cubicBezTo>
                    <a:pt x="6" y="8"/>
                    <a:pt x="5" y="10"/>
                    <a:pt x="3" y="10"/>
                  </a:cubicBezTo>
                  <a:cubicBezTo>
                    <a:pt x="1" y="10"/>
                    <a:pt x="0" y="7"/>
                    <a:pt x="0" y="5"/>
                  </a:cubicBezTo>
                  <a:cubicBezTo>
                    <a:pt x="1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28" name="Freeform 1180">
              <a:extLst>
                <a:ext uri="{FF2B5EF4-FFF2-40B4-BE49-F238E27FC236}">
                  <a16:creationId xmlns:a16="http://schemas.microsoft.com/office/drawing/2014/main" id="{2FE587A4-6E5A-4D4C-ADC2-B963B19F7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818"/>
              <a:ext cx="21" cy="30"/>
            </a:xfrm>
            <a:custGeom>
              <a:avLst/>
              <a:gdLst>
                <a:gd name="T0" fmla="*/ 16 w 13"/>
                <a:gd name="T1" fmla="*/ 7 h 17"/>
                <a:gd name="T2" fmla="*/ 47 w 13"/>
                <a:gd name="T3" fmla="*/ 37 h 17"/>
                <a:gd name="T4" fmla="*/ 42 w 13"/>
                <a:gd name="T5" fmla="*/ 86 h 17"/>
                <a:gd name="T6" fmla="*/ 8 w 13"/>
                <a:gd name="T7" fmla="*/ 56 h 17"/>
                <a:gd name="T8" fmla="*/ 16 w 13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4" y="1"/>
                  </a:moveTo>
                  <a:cubicBezTo>
                    <a:pt x="6" y="0"/>
                    <a:pt x="10" y="3"/>
                    <a:pt x="11" y="7"/>
                  </a:cubicBezTo>
                  <a:cubicBezTo>
                    <a:pt x="13" y="11"/>
                    <a:pt x="12" y="15"/>
                    <a:pt x="10" y="16"/>
                  </a:cubicBezTo>
                  <a:cubicBezTo>
                    <a:pt x="7" y="17"/>
                    <a:pt x="4" y="15"/>
                    <a:pt x="2" y="10"/>
                  </a:cubicBezTo>
                  <a:cubicBezTo>
                    <a:pt x="0" y="6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29" name="Freeform 1181">
              <a:extLst>
                <a:ext uri="{FF2B5EF4-FFF2-40B4-BE49-F238E27FC236}">
                  <a16:creationId xmlns:a16="http://schemas.microsoft.com/office/drawing/2014/main" id="{C14CB6FF-212F-4EC8-A2F6-A3BC65D7C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919"/>
              <a:ext cx="21" cy="30"/>
            </a:xfrm>
            <a:custGeom>
              <a:avLst/>
              <a:gdLst>
                <a:gd name="T0" fmla="*/ 13 w 13"/>
                <a:gd name="T1" fmla="*/ 7 h 17"/>
                <a:gd name="T2" fmla="*/ 47 w 13"/>
                <a:gd name="T3" fmla="*/ 34 h 17"/>
                <a:gd name="T4" fmla="*/ 42 w 13"/>
                <a:gd name="T5" fmla="*/ 86 h 17"/>
                <a:gd name="T6" fmla="*/ 8 w 13"/>
                <a:gd name="T7" fmla="*/ 56 h 17"/>
                <a:gd name="T8" fmla="*/ 13 w 13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3" y="1"/>
                  </a:moveTo>
                  <a:cubicBezTo>
                    <a:pt x="5" y="0"/>
                    <a:pt x="9" y="2"/>
                    <a:pt x="11" y="6"/>
                  </a:cubicBezTo>
                  <a:cubicBezTo>
                    <a:pt x="13" y="10"/>
                    <a:pt x="12" y="15"/>
                    <a:pt x="10" y="16"/>
                  </a:cubicBezTo>
                  <a:cubicBezTo>
                    <a:pt x="7" y="17"/>
                    <a:pt x="4" y="15"/>
                    <a:pt x="2" y="10"/>
                  </a:cubicBezTo>
                  <a:cubicBezTo>
                    <a:pt x="0" y="6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30" name="Freeform 1182">
              <a:extLst>
                <a:ext uri="{FF2B5EF4-FFF2-40B4-BE49-F238E27FC236}">
                  <a16:creationId xmlns:a16="http://schemas.microsoft.com/office/drawing/2014/main" id="{F168FD00-71D6-4B3A-9550-4EE9AB879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3003"/>
              <a:ext cx="23" cy="27"/>
            </a:xfrm>
            <a:custGeom>
              <a:avLst/>
              <a:gdLst>
                <a:gd name="T0" fmla="*/ 8 w 14"/>
                <a:gd name="T1" fmla="*/ 8 h 16"/>
                <a:gd name="T2" fmla="*/ 49 w 14"/>
                <a:gd name="T3" fmla="*/ 24 h 16"/>
                <a:gd name="T4" fmla="*/ 54 w 14"/>
                <a:gd name="T5" fmla="*/ 69 h 16"/>
                <a:gd name="T6" fmla="*/ 13 w 14"/>
                <a:gd name="T7" fmla="*/ 54 h 16"/>
                <a:gd name="T8" fmla="*/ 8 w 14"/>
                <a:gd name="T9" fmla="*/ 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2" y="2"/>
                  </a:moveTo>
                  <a:cubicBezTo>
                    <a:pt x="4" y="0"/>
                    <a:pt x="8" y="1"/>
                    <a:pt x="11" y="5"/>
                  </a:cubicBezTo>
                  <a:cubicBezTo>
                    <a:pt x="14" y="8"/>
                    <a:pt x="14" y="13"/>
                    <a:pt x="12" y="14"/>
                  </a:cubicBezTo>
                  <a:cubicBezTo>
                    <a:pt x="10" y="16"/>
                    <a:pt x="6" y="15"/>
                    <a:pt x="3" y="11"/>
                  </a:cubicBezTo>
                  <a:cubicBezTo>
                    <a:pt x="0" y="8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31" name="Freeform 1183">
              <a:extLst>
                <a:ext uri="{FF2B5EF4-FFF2-40B4-BE49-F238E27FC236}">
                  <a16:creationId xmlns:a16="http://schemas.microsoft.com/office/drawing/2014/main" id="{16B9C7F1-0893-469D-87D1-3FCC07BF4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3116"/>
              <a:ext cx="24" cy="19"/>
            </a:xfrm>
            <a:custGeom>
              <a:avLst/>
              <a:gdLst>
                <a:gd name="T0" fmla="*/ 5 w 15"/>
                <a:gd name="T1" fmla="*/ 16 h 11"/>
                <a:gd name="T2" fmla="*/ 35 w 15"/>
                <a:gd name="T3" fmla="*/ 5 h 11"/>
                <a:gd name="T4" fmla="*/ 61 w 15"/>
                <a:gd name="T5" fmla="*/ 36 h 11"/>
                <a:gd name="T6" fmla="*/ 29 w 15"/>
                <a:gd name="T7" fmla="*/ 50 h 11"/>
                <a:gd name="T8" fmla="*/ 5 w 15"/>
                <a:gd name="T9" fmla="*/ 1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1" y="3"/>
                  </a:moveTo>
                  <a:cubicBezTo>
                    <a:pt x="2" y="1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ubicBezTo>
                    <a:pt x="14" y="10"/>
                    <a:pt x="10" y="11"/>
                    <a:pt x="7" y="10"/>
                  </a:cubicBezTo>
                  <a:cubicBezTo>
                    <a:pt x="3" y="9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32" name="Freeform 1184">
              <a:extLst>
                <a:ext uri="{FF2B5EF4-FFF2-40B4-BE49-F238E27FC236}">
                  <a16:creationId xmlns:a16="http://schemas.microsoft.com/office/drawing/2014/main" id="{46B5788D-F6FA-4369-ABE6-998AAE56A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097"/>
              <a:ext cx="24" cy="17"/>
            </a:xfrm>
            <a:custGeom>
              <a:avLst/>
              <a:gdLst>
                <a:gd name="T0" fmla="*/ 5 w 15"/>
                <a:gd name="T1" fmla="*/ 34 h 10"/>
                <a:gd name="T2" fmla="*/ 29 w 15"/>
                <a:gd name="T3" fmla="*/ 9 h 10"/>
                <a:gd name="T4" fmla="*/ 56 w 15"/>
                <a:gd name="T5" fmla="*/ 15 h 10"/>
                <a:gd name="T6" fmla="*/ 35 w 15"/>
                <a:gd name="T7" fmla="*/ 44 h 10"/>
                <a:gd name="T8" fmla="*/ 5 w 15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7"/>
                  </a:moveTo>
                  <a:cubicBezTo>
                    <a:pt x="0" y="6"/>
                    <a:pt x="3" y="3"/>
                    <a:pt x="7" y="2"/>
                  </a:cubicBezTo>
                  <a:cubicBezTo>
                    <a:pt x="10" y="0"/>
                    <a:pt x="14" y="1"/>
                    <a:pt x="14" y="3"/>
                  </a:cubicBezTo>
                  <a:cubicBezTo>
                    <a:pt x="15" y="5"/>
                    <a:pt x="13" y="7"/>
                    <a:pt x="9" y="9"/>
                  </a:cubicBezTo>
                  <a:cubicBezTo>
                    <a:pt x="5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33" name="Freeform 1185">
              <a:extLst>
                <a:ext uri="{FF2B5EF4-FFF2-40B4-BE49-F238E27FC236}">
                  <a16:creationId xmlns:a16="http://schemas.microsoft.com/office/drawing/2014/main" id="{A3C1E68F-12B7-46AD-BFAE-FAD867EC9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071"/>
              <a:ext cx="25" cy="15"/>
            </a:xfrm>
            <a:custGeom>
              <a:avLst/>
              <a:gdLst>
                <a:gd name="T0" fmla="*/ 5 w 15"/>
                <a:gd name="T1" fmla="*/ 33 h 9"/>
                <a:gd name="T2" fmla="*/ 28 w 15"/>
                <a:gd name="T3" fmla="*/ 5 h 9"/>
                <a:gd name="T4" fmla="*/ 63 w 15"/>
                <a:gd name="T5" fmla="*/ 8 h 9"/>
                <a:gd name="T6" fmla="*/ 37 w 15"/>
                <a:gd name="T7" fmla="*/ 37 h 9"/>
                <a:gd name="T8" fmla="*/ 5 w 15"/>
                <a:gd name="T9" fmla="*/ 3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" y="7"/>
                  </a:moveTo>
                  <a:cubicBezTo>
                    <a:pt x="0" y="5"/>
                    <a:pt x="2" y="2"/>
                    <a:pt x="6" y="1"/>
                  </a:cubicBezTo>
                  <a:cubicBezTo>
                    <a:pt x="10" y="0"/>
                    <a:pt x="13" y="0"/>
                    <a:pt x="14" y="2"/>
                  </a:cubicBezTo>
                  <a:cubicBezTo>
                    <a:pt x="15" y="4"/>
                    <a:pt x="12" y="6"/>
                    <a:pt x="8" y="8"/>
                  </a:cubicBezTo>
                  <a:cubicBezTo>
                    <a:pt x="5" y="9"/>
                    <a:pt x="1" y="8"/>
                    <a:pt x="1" y="7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34" name="Freeform 1186">
              <a:extLst>
                <a:ext uri="{FF2B5EF4-FFF2-40B4-BE49-F238E27FC236}">
                  <a16:creationId xmlns:a16="http://schemas.microsoft.com/office/drawing/2014/main" id="{81CB07EF-0760-4F7D-82B4-317435513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011"/>
              <a:ext cx="20" cy="19"/>
            </a:xfrm>
            <a:custGeom>
              <a:avLst/>
              <a:gdLst>
                <a:gd name="T0" fmla="*/ 8 w 12"/>
                <a:gd name="T1" fmla="*/ 50 h 11"/>
                <a:gd name="T2" fmla="*/ 20 w 12"/>
                <a:gd name="T3" fmla="*/ 16 h 11"/>
                <a:gd name="T4" fmla="*/ 50 w 12"/>
                <a:gd name="T5" fmla="*/ 5 h 11"/>
                <a:gd name="T6" fmla="*/ 42 w 12"/>
                <a:gd name="T7" fmla="*/ 41 h 11"/>
                <a:gd name="T8" fmla="*/ 8 w 1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2" y="10"/>
                  </a:moveTo>
                  <a:cubicBezTo>
                    <a:pt x="0" y="8"/>
                    <a:pt x="1" y="5"/>
                    <a:pt x="4" y="3"/>
                  </a:cubicBezTo>
                  <a:cubicBezTo>
                    <a:pt x="6" y="0"/>
                    <a:pt x="9" y="0"/>
                    <a:pt x="11" y="1"/>
                  </a:cubicBezTo>
                  <a:cubicBezTo>
                    <a:pt x="12" y="3"/>
                    <a:pt x="11" y="6"/>
                    <a:pt x="9" y="8"/>
                  </a:cubicBezTo>
                  <a:cubicBezTo>
                    <a:pt x="6" y="10"/>
                    <a:pt x="3" y="11"/>
                    <a:pt x="2" y="1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35" name="Freeform 1187">
              <a:extLst>
                <a:ext uri="{FF2B5EF4-FFF2-40B4-BE49-F238E27FC236}">
                  <a16:creationId xmlns:a16="http://schemas.microsoft.com/office/drawing/2014/main" id="{202AD1EA-92E6-45F3-A39F-69D680092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954"/>
              <a:ext cx="16" cy="21"/>
            </a:xfrm>
            <a:custGeom>
              <a:avLst/>
              <a:gdLst>
                <a:gd name="T0" fmla="*/ 5 w 10"/>
                <a:gd name="T1" fmla="*/ 58 h 12"/>
                <a:gd name="T2" fmla="*/ 13 w 10"/>
                <a:gd name="T3" fmla="*/ 21 h 12"/>
                <a:gd name="T4" fmla="*/ 35 w 10"/>
                <a:gd name="T5" fmla="*/ 7 h 12"/>
                <a:gd name="T6" fmla="*/ 29 w 10"/>
                <a:gd name="T7" fmla="*/ 44 h 12"/>
                <a:gd name="T8" fmla="*/ 5 w 10"/>
                <a:gd name="T9" fmla="*/ 5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1" y="11"/>
                  </a:moveTo>
                  <a:cubicBezTo>
                    <a:pt x="0" y="10"/>
                    <a:pt x="1" y="7"/>
                    <a:pt x="3" y="4"/>
                  </a:cubicBezTo>
                  <a:cubicBezTo>
                    <a:pt x="5" y="2"/>
                    <a:pt x="7" y="0"/>
                    <a:pt x="9" y="1"/>
                  </a:cubicBezTo>
                  <a:cubicBezTo>
                    <a:pt x="10" y="2"/>
                    <a:pt x="9" y="5"/>
                    <a:pt x="7" y="8"/>
                  </a:cubicBezTo>
                  <a:cubicBezTo>
                    <a:pt x="5" y="10"/>
                    <a:pt x="2" y="12"/>
                    <a:pt x="1" y="1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36" name="Freeform 1188">
              <a:extLst>
                <a:ext uri="{FF2B5EF4-FFF2-40B4-BE49-F238E27FC236}">
                  <a16:creationId xmlns:a16="http://schemas.microsoft.com/office/drawing/2014/main" id="{B2797F5F-DC04-43E9-ABCE-015157F5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886"/>
              <a:ext cx="11" cy="21"/>
            </a:xfrm>
            <a:custGeom>
              <a:avLst/>
              <a:gdLst>
                <a:gd name="T0" fmla="*/ 5 w 7"/>
                <a:gd name="T1" fmla="*/ 65 h 12"/>
                <a:gd name="T2" fmla="*/ 5 w 7"/>
                <a:gd name="T3" fmla="*/ 28 h 12"/>
                <a:gd name="T4" fmla="*/ 22 w 7"/>
                <a:gd name="T5" fmla="*/ 7 h 12"/>
                <a:gd name="T6" fmla="*/ 22 w 7"/>
                <a:gd name="T7" fmla="*/ 37 h 12"/>
                <a:gd name="T8" fmla="*/ 5 w 7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1" y="12"/>
                  </a:moveTo>
                  <a:cubicBezTo>
                    <a:pt x="0" y="11"/>
                    <a:pt x="0" y="8"/>
                    <a:pt x="1" y="5"/>
                  </a:cubicBezTo>
                  <a:cubicBezTo>
                    <a:pt x="3" y="2"/>
                    <a:pt x="5" y="0"/>
                    <a:pt x="6" y="1"/>
                  </a:cubicBezTo>
                  <a:cubicBezTo>
                    <a:pt x="7" y="1"/>
                    <a:pt x="7" y="4"/>
                    <a:pt x="6" y="7"/>
                  </a:cubicBezTo>
                  <a:cubicBezTo>
                    <a:pt x="5" y="10"/>
                    <a:pt x="3" y="12"/>
                    <a:pt x="1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37" name="Freeform 1189">
              <a:extLst>
                <a:ext uri="{FF2B5EF4-FFF2-40B4-BE49-F238E27FC236}">
                  <a16:creationId xmlns:a16="http://schemas.microsoft.com/office/drawing/2014/main" id="{CCC193B6-4042-4C84-A429-74FE4C449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809"/>
              <a:ext cx="11" cy="23"/>
            </a:xfrm>
            <a:custGeom>
              <a:avLst/>
              <a:gdLst>
                <a:gd name="T0" fmla="*/ 5 w 7"/>
                <a:gd name="T1" fmla="*/ 65 h 13"/>
                <a:gd name="T2" fmla="*/ 5 w 7"/>
                <a:gd name="T3" fmla="*/ 34 h 13"/>
                <a:gd name="T4" fmla="*/ 22 w 7"/>
                <a:gd name="T5" fmla="*/ 7 h 13"/>
                <a:gd name="T6" fmla="*/ 22 w 7"/>
                <a:gd name="T7" fmla="*/ 44 h 13"/>
                <a:gd name="T8" fmla="*/ 5 w 7"/>
                <a:gd name="T9" fmla="*/ 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1" y="12"/>
                  </a:moveTo>
                  <a:cubicBezTo>
                    <a:pt x="0" y="12"/>
                    <a:pt x="0" y="9"/>
                    <a:pt x="1" y="6"/>
                  </a:cubicBezTo>
                  <a:cubicBezTo>
                    <a:pt x="3" y="2"/>
                    <a:pt x="5" y="0"/>
                    <a:pt x="6" y="1"/>
                  </a:cubicBezTo>
                  <a:cubicBezTo>
                    <a:pt x="7" y="2"/>
                    <a:pt x="7" y="5"/>
                    <a:pt x="6" y="8"/>
                  </a:cubicBezTo>
                  <a:cubicBezTo>
                    <a:pt x="5" y="11"/>
                    <a:pt x="2" y="13"/>
                    <a:pt x="1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38" name="Freeform 1190">
              <a:extLst>
                <a:ext uri="{FF2B5EF4-FFF2-40B4-BE49-F238E27FC236}">
                  <a16:creationId xmlns:a16="http://schemas.microsoft.com/office/drawing/2014/main" id="{5C1E8EF7-F446-4A4A-AE0F-DB9595E17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747"/>
              <a:ext cx="10" cy="21"/>
            </a:xfrm>
            <a:custGeom>
              <a:avLst/>
              <a:gdLst>
                <a:gd name="T0" fmla="*/ 8 w 6"/>
                <a:gd name="T1" fmla="*/ 65 h 12"/>
                <a:gd name="T2" fmla="*/ 5 w 6"/>
                <a:gd name="T3" fmla="*/ 33 h 12"/>
                <a:gd name="T4" fmla="*/ 20 w 6"/>
                <a:gd name="T5" fmla="*/ 0 h 12"/>
                <a:gd name="T6" fmla="*/ 28 w 6"/>
                <a:gd name="T7" fmla="*/ 33 h 12"/>
                <a:gd name="T8" fmla="*/ 8 w 6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2" y="12"/>
                  </a:moveTo>
                  <a:cubicBezTo>
                    <a:pt x="1" y="12"/>
                    <a:pt x="0" y="9"/>
                    <a:pt x="1" y="6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5" y="0"/>
                    <a:pt x="6" y="3"/>
                    <a:pt x="6" y="6"/>
                  </a:cubicBezTo>
                  <a:cubicBezTo>
                    <a:pt x="5" y="9"/>
                    <a:pt x="4" y="12"/>
                    <a:pt x="2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39" name="Freeform 1191">
              <a:extLst>
                <a:ext uri="{FF2B5EF4-FFF2-40B4-BE49-F238E27FC236}">
                  <a16:creationId xmlns:a16="http://schemas.microsoft.com/office/drawing/2014/main" id="{DBD1AC2A-7340-436C-B2A7-3B65E9A56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693"/>
              <a:ext cx="5" cy="10"/>
            </a:xfrm>
            <a:custGeom>
              <a:avLst/>
              <a:gdLst>
                <a:gd name="T0" fmla="*/ 8 w 3"/>
                <a:gd name="T1" fmla="*/ 28 h 6"/>
                <a:gd name="T2" fmla="*/ 0 w 3"/>
                <a:gd name="T3" fmla="*/ 13 h 6"/>
                <a:gd name="T4" fmla="*/ 5 w 3"/>
                <a:gd name="T5" fmla="*/ 0 h 6"/>
                <a:gd name="T6" fmla="*/ 13 w 3"/>
                <a:gd name="T7" fmla="*/ 8 h 6"/>
                <a:gd name="T8" fmla="*/ 8 w 3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2" y="6"/>
                    <a:pt x="1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4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40" name="Freeform 1192">
              <a:extLst>
                <a:ext uri="{FF2B5EF4-FFF2-40B4-BE49-F238E27FC236}">
                  <a16:creationId xmlns:a16="http://schemas.microsoft.com/office/drawing/2014/main" id="{4C7F795D-B5E0-4767-94DC-84E77255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653"/>
              <a:ext cx="5" cy="10"/>
            </a:xfrm>
            <a:custGeom>
              <a:avLst/>
              <a:gdLst>
                <a:gd name="T0" fmla="*/ 8 w 3"/>
                <a:gd name="T1" fmla="*/ 28 h 6"/>
                <a:gd name="T2" fmla="*/ 0 w 3"/>
                <a:gd name="T3" fmla="*/ 13 h 6"/>
                <a:gd name="T4" fmla="*/ 5 w 3"/>
                <a:gd name="T5" fmla="*/ 0 h 6"/>
                <a:gd name="T6" fmla="*/ 13 w 3"/>
                <a:gd name="T7" fmla="*/ 8 h 6"/>
                <a:gd name="T8" fmla="*/ 8 w 3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1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41" name="Freeform 1193">
              <a:extLst>
                <a:ext uri="{FF2B5EF4-FFF2-40B4-BE49-F238E27FC236}">
                  <a16:creationId xmlns:a16="http://schemas.microsoft.com/office/drawing/2014/main" id="{C1BDC083-27E9-478A-8F26-CF7BED24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535"/>
              <a:ext cx="5" cy="10"/>
            </a:xfrm>
            <a:custGeom>
              <a:avLst/>
              <a:gdLst>
                <a:gd name="T0" fmla="*/ 8 w 3"/>
                <a:gd name="T1" fmla="*/ 28 h 6"/>
                <a:gd name="T2" fmla="*/ 0 w 3"/>
                <a:gd name="T3" fmla="*/ 13 h 6"/>
                <a:gd name="T4" fmla="*/ 5 w 3"/>
                <a:gd name="T5" fmla="*/ 0 h 6"/>
                <a:gd name="T6" fmla="*/ 13 w 3"/>
                <a:gd name="T7" fmla="*/ 13 h 6"/>
                <a:gd name="T8" fmla="*/ 8 w 3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1" y="5"/>
                    <a:pt x="0" y="3"/>
                  </a:cubicBezTo>
                  <a:cubicBezTo>
                    <a:pt x="0" y="2"/>
                    <a:pt x="0" y="0"/>
                    <a:pt x="1" y="0"/>
                  </a:cubicBezTo>
                  <a:cubicBezTo>
                    <a:pt x="1" y="0"/>
                    <a:pt x="2" y="1"/>
                    <a:pt x="3" y="3"/>
                  </a:cubicBezTo>
                  <a:cubicBezTo>
                    <a:pt x="3" y="4"/>
                    <a:pt x="3" y="6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42" name="Freeform 1194">
              <a:extLst>
                <a:ext uri="{FF2B5EF4-FFF2-40B4-BE49-F238E27FC236}">
                  <a16:creationId xmlns:a16="http://schemas.microsoft.com/office/drawing/2014/main" id="{1FCC9FB4-8C12-4BA2-96E0-0D22C2D37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588"/>
              <a:ext cx="13" cy="23"/>
            </a:xfrm>
            <a:custGeom>
              <a:avLst/>
              <a:gdLst>
                <a:gd name="T0" fmla="*/ 29 w 8"/>
                <a:gd name="T1" fmla="*/ 65 h 13"/>
                <a:gd name="T2" fmla="*/ 8 w 8"/>
                <a:gd name="T3" fmla="*/ 37 h 13"/>
                <a:gd name="T4" fmla="*/ 5 w 8"/>
                <a:gd name="T5" fmla="*/ 0 h 13"/>
                <a:gd name="T6" fmla="*/ 26 w 8"/>
                <a:gd name="T7" fmla="*/ 28 h 13"/>
                <a:gd name="T8" fmla="*/ 29 w 8"/>
                <a:gd name="T9" fmla="*/ 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7" y="12"/>
                  </a:moveTo>
                  <a:cubicBezTo>
                    <a:pt x="6" y="13"/>
                    <a:pt x="3" y="10"/>
                    <a:pt x="2" y="7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4" y="2"/>
                    <a:pt x="6" y="5"/>
                  </a:cubicBezTo>
                  <a:cubicBezTo>
                    <a:pt x="7" y="9"/>
                    <a:pt x="8" y="12"/>
                    <a:pt x="7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43" name="Freeform 1195">
              <a:extLst>
                <a:ext uri="{FF2B5EF4-FFF2-40B4-BE49-F238E27FC236}">
                  <a16:creationId xmlns:a16="http://schemas.microsoft.com/office/drawing/2014/main" id="{CFD2E7A4-8AB2-4627-B1E5-7B52BB12D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493"/>
              <a:ext cx="17" cy="21"/>
            </a:xfrm>
            <a:custGeom>
              <a:avLst/>
              <a:gdLst>
                <a:gd name="T0" fmla="*/ 36 w 11"/>
                <a:gd name="T1" fmla="*/ 65 h 12"/>
                <a:gd name="T2" fmla="*/ 12 w 11"/>
                <a:gd name="T3" fmla="*/ 44 h 12"/>
                <a:gd name="T4" fmla="*/ 5 w 11"/>
                <a:gd name="T5" fmla="*/ 7 h 12"/>
                <a:gd name="T6" fmla="*/ 26 w 11"/>
                <a:gd name="T7" fmla="*/ 28 h 12"/>
                <a:gd name="T8" fmla="*/ 36 w 11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10" y="12"/>
                  </a:moveTo>
                  <a:cubicBezTo>
                    <a:pt x="8" y="12"/>
                    <a:pt x="6" y="11"/>
                    <a:pt x="3" y="8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5" y="2"/>
                    <a:pt x="7" y="5"/>
                  </a:cubicBezTo>
                  <a:cubicBezTo>
                    <a:pt x="10" y="8"/>
                    <a:pt x="11" y="11"/>
                    <a:pt x="10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44" name="Freeform 1196">
              <a:extLst>
                <a:ext uri="{FF2B5EF4-FFF2-40B4-BE49-F238E27FC236}">
                  <a16:creationId xmlns:a16="http://schemas.microsoft.com/office/drawing/2014/main" id="{2816371E-01A2-43B5-85D6-23A3EA27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448"/>
              <a:ext cx="20" cy="19"/>
            </a:xfrm>
            <a:custGeom>
              <a:avLst/>
              <a:gdLst>
                <a:gd name="T0" fmla="*/ 50 w 12"/>
                <a:gd name="T1" fmla="*/ 50 h 11"/>
                <a:gd name="T2" fmla="*/ 20 w 12"/>
                <a:gd name="T3" fmla="*/ 41 h 11"/>
                <a:gd name="T4" fmla="*/ 5 w 12"/>
                <a:gd name="T5" fmla="*/ 5 h 11"/>
                <a:gd name="T6" fmla="*/ 37 w 12"/>
                <a:gd name="T7" fmla="*/ 16 h 11"/>
                <a:gd name="T8" fmla="*/ 50 w 1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1" y="10"/>
                  </a:moveTo>
                  <a:cubicBezTo>
                    <a:pt x="10" y="11"/>
                    <a:pt x="7" y="10"/>
                    <a:pt x="4" y="8"/>
                  </a:cubicBezTo>
                  <a:cubicBezTo>
                    <a:pt x="2" y="5"/>
                    <a:pt x="0" y="2"/>
                    <a:pt x="1" y="1"/>
                  </a:cubicBezTo>
                  <a:cubicBezTo>
                    <a:pt x="2" y="0"/>
                    <a:pt x="5" y="1"/>
                    <a:pt x="8" y="3"/>
                  </a:cubicBezTo>
                  <a:cubicBezTo>
                    <a:pt x="11" y="6"/>
                    <a:pt x="12" y="8"/>
                    <a:pt x="11" y="1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45" name="Freeform 1197">
              <a:extLst>
                <a:ext uri="{FF2B5EF4-FFF2-40B4-BE49-F238E27FC236}">
                  <a16:creationId xmlns:a16="http://schemas.microsoft.com/office/drawing/2014/main" id="{E87525C5-11A2-416F-97DD-DF27D1A80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414"/>
              <a:ext cx="18" cy="18"/>
            </a:xfrm>
            <a:custGeom>
              <a:avLst/>
              <a:gdLst>
                <a:gd name="T0" fmla="*/ 43 w 11"/>
                <a:gd name="T1" fmla="*/ 45 h 10"/>
                <a:gd name="T2" fmla="*/ 18 w 11"/>
                <a:gd name="T3" fmla="*/ 41 h 10"/>
                <a:gd name="T4" fmla="*/ 5 w 11"/>
                <a:gd name="T5" fmla="*/ 7 h 10"/>
                <a:gd name="T6" fmla="*/ 29 w 11"/>
                <a:gd name="T7" fmla="*/ 16 h 10"/>
                <a:gd name="T8" fmla="*/ 43 w 11"/>
                <a:gd name="T9" fmla="*/ 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8"/>
                  </a:moveTo>
                  <a:cubicBezTo>
                    <a:pt x="9" y="10"/>
                    <a:pt x="6" y="9"/>
                    <a:pt x="4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1" y="0"/>
                    <a:pt x="4" y="1"/>
                    <a:pt x="7" y="3"/>
                  </a:cubicBezTo>
                  <a:cubicBezTo>
                    <a:pt x="9" y="5"/>
                    <a:pt x="11" y="7"/>
                    <a:pt x="10" y="8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46" name="Freeform 1198">
              <a:extLst>
                <a:ext uri="{FF2B5EF4-FFF2-40B4-BE49-F238E27FC236}">
                  <a16:creationId xmlns:a16="http://schemas.microsoft.com/office/drawing/2014/main" id="{3B564D1A-9D3D-4827-88F0-6FB949A2D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387"/>
              <a:ext cx="20" cy="12"/>
            </a:xfrm>
            <a:custGeom>
              <a:avLst/>
              <a:gdLst>
                <a:gd name="T0" fmla="*/ 50 w 12"/>
                <a:gd name="T1" fmla="*/ 26 h 7"/>
                <a:gd name="T2" fmla="*/ 22 w 12"/>
                <a:gd name="T3" fmla="*/ 29 h 7"/>
                <a:gd name="T4" fmla="*/ 0 w 12"/>
                <a:gd name="T5" fmla="*/ 5 h 7"/>
                <a:gd name="T6" fmla="*/ 33 w 12"/>
                <a:gd name="T7" fmla="*/ 5 h 7"/>
                <a:gd name="T8" fmla="*/ 50 w 12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1" y="5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5"/>
                    <a:pt x="0" y="3"/>
                    <a:pt x="0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1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47" name="Freeform 1199">
              <a:extLst>
                <a:ext uri="{FF2B5EF4-FFF2-40B4-BE49-F238E27FC236}">
                  <a16:creationId xmlns:a16="http://schemas.microsoft.com/office/drawing/2014/main" id="{8E5AE92A-E140-4F7F-A491-DD83158C8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367"/>
              <a:ext cx="20" cy="13"/>
            </a:xfrm>
            <a:custGeom>
              <a:avLst/>
              <a:gdLst>
                <a:gd name="T0" fmla="*/ 55 w 12"/>
                <a:gd name="T1" fmla="*/ 32 h 7"/>
                <a:gd name="T2" fmla="*/ 22 w 12"/>
                <a:gd name="T3" fmla="*/ 37 h 7"/>
                <a:gd name="T4" fmla="*/ 5 w 12"/>
                <a:gd name="T5" fmla="*/ 7 h 7"/>
                <a:gd name="T6" fmla="*/ 33 w 12"/>
                <a:gd name="T7" fmla="*/ 7 h 7"/>
                <a:gd name="T8" fmla="*/ 55 w 12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5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48" name="Freeform 1200">
              <a:extLst>
                <a:ext uri="{FF2B5EF4-FFF2-40B4-BE49-F238E27FC236}">
                  <a16:creationId xmlns:a16="http://schemas.microsoft.com/office/drawing/2014/main" id="{1630F78B-D65A-4CD6-AB9A-52E9395CD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2361"/>
              <a:ext cx="20" cy="13"/>
            </a:xfrm>
            <a:custGeom>
              <a:avLst/>
              <a:gdLst>
                <a:gd name="T0" fmla="*/ 55 w 12"/>
                <a:gd name="T1" fmla="*/ 18 h 8"/>
                <a:gd name="T2" fmla="*/ 28 w 12"/>
                <a:gd name="T3" fmla="*/ 34 h 8"/>
                <a:gd name="T4" fmla="*/ 0 w 12"/>
                <a:gd name="T5" fmla="*/ 21 h 8"/>
                <a:gd name="T6" fmla="*/ 28 w 12"/>
                <a:gd name="T7" fmla="*/ 5 h 8"/>
                <a:gd name="T8" fmla="*/ 55 w 12"/>
                <a:gd name="T9" fmla="*/ 1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2" y="4"/>
                  </a:moveTo>
                  <a:cubicBezTo>
                    <a:pt x="12" y="6"/>
                    <a:pt x="10" y="8"/>
                    <a:pt x="6" y="8"/>
                  </a:cubicBezTo>
                  <a:cubicBezTo>
                    <a:pt x="3" y="8"/>
                    <a:pt x="0" y="7"/>
                    <a:pt x="0" y="5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49" name="Freeform 1201">
              <a:extLst>
                <a:ext uri="{FF2B5EF4-FFF2-40B4-BE49-F238E27FC236}">
                  <a16:creationId xmlns:a16="http://schemas.microsoft.com/office/drawing/2014/main" id="{3237DFC9-8EAF-4C56-9B9F-99B27ACE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376"/>
              <a:ext cx="28" cy="16"/>
            </a:xfrm>
            <a:custGeom>
              <a:avLst/>
              <a:gdLst>
                <a:gd name="T0" fmla="*/ 71 w 17"/>
                <a:gd name="T1" fmla="*/ 16 h 9"/>
                <a:gd name="T2" fmla="*/ 41 w 17"/>
                <a:gd name="T3" fmla="*/ 44 h 9"/>
                <a:gd name="T4" fmla="*/ 0 w 17"/>
                <a:gd name="T5" fmla="*/ 37 h 9"/>
                <a:gd name="T6" fmla="*/ 33 w 17"/>
                <a:gd name="T7" fmla="*/ 7 h 9"/>
                <a:gd name="T8" fmla="*/ 71 w 17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5"/>
                    <a:pt x="13" y="7"/>
                    <a:pt x="9" y="8"/>
                  </a:cubicBezTo>
                  <a:cubicBezTo>
                    <a:pt x="5" y="9"/>
                    <a:pt x="1" y="9"/>
                    <a:pt x="0" y="7"/>
                  </a:cubicBez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50" name="Freeform 1202">
              <a:extLst>
                <a:ext uri="{FF2B5EF4-FFF2-40B4-BE49-F238E27FC236}">
                  <a16:creationId xmlns:a16="http://schemas.microsoft.com/office/drawing/2014/main" id="{E24EF6D7-228A-443A-B0D9-33ED8CFB2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425"/>
              <a:ext cx="23" cy="17"/>
            </a:xfrm>
            <a:custGeom>
              <a:avLst/>
              <a:gdLst>
                <a:gd name="T0" fmla="*/ 58 w 14"/>
                <a:gd name="T1" fmla="*/ 5 h 10"/>
                <a:gd name="T2" fmla="*/ 41 w 14"/>
                <a:gd name="T3" fmla="*/ 34 h 10"/>
                <a:gd name="T4" fmla="*/ 5 w 14"/>
                <a:gd name="T5" fmla="*/ 44 h 10"/>
                <a:gd name="T6" fmla="*/ 21 w 14"/>
                <a:gd name="T7" fmla="*/ 9 h 10"/>
                <a:gd name="T8" fmla="*/ 58 w 14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3" y="1"/>
                  </a:moveTo>
                  <a:cubicBezTo>
                    <a:pt x="14" y="3"/>
                    <a:pt x="12" y="5"/>
                    <a:pt x="9" y="7"/>
                  </a:cubicBezTo>
                  <a:cubicBezTo>
                    <a:pt x="6" y="9"/>
                    <a:pt x="2" y="10"/>
                    <a:pt x="1" y="9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9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51" name="Freeform 1203">
              <a:extLst>
                <a:ext uri="{FF2B5EF4-FFF2-40B4-BE49-F238E27FC236}">
                  <a16:creationId xmlns:a16="http://schemas.microsoft.com/office/drawing/2014/main" id="{C3C2CA02-08F2-40C1-9CD8-A6C6E8C6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475"/>
              <a:ext cx="17" cy="19"/>
            </a:xfrm>
            <a:custGeom>
              <a:avLst/>
              <a:gdLst>
                <a:gd name="T0" fmla="*/ 44 w 10"/>
                <a:gd name="T1" fmla="*/ 5 h 11"/>
                <a:gd name="T2" fmla="*/ 34 w 10"/>
                <a:gd name="T3" fmla="*/ 36 h 11"/>
                <a:gd name="T4" fmla="*/ 5 w 10"/>
                <a:gd name="T5" fmla="*/ 50 h 11"/>
                <a:gd name="T6" fmla="*/ 15 w 10"/>
                <a:gd name="T7" fmla="*/ 21 h 11"/>
                <a:gd name="T8" fmla="*/ 44 w 10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1"/>
                  </a:moveTo>
                  <a:cubicBezTo>
                    <a:pt x="10" y="2"/>
                    <a:pt x="9" y="5"/>
                    <a:pt x="7" y="7"/>
                  </a:cubicBezTo>
                  <a:cubicBezTo>
                    <a:pt x="5" y="10"/>
                    <a:pt x="2" y="11"/>
                    <a:pt x="1" y="10"/>
                  </a:cubicBezTo>
                  <a:cubicBezTo>
                    <a:pt x="0" y="9"/>
                    <a:pt x="1" y="6"/>
                    <a:pt x="3" y="4"/>
                  </a:cubicBezTo>
                  <a:cubicBezTo>
                    <a:pt x="5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52" name="Freeform 1204">
              <a:extLst>
                <a:ext uri="{FF2B5EF4-FFF2-40B4-BE49-F238E27FC236}">
                  <a16:creationId xmlns:a16="http://schemas.microsoft.com/office/drawing/2014/main" id="{4368C3C1-DF39-42CF-88F0-212753A04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517"/>
              <a:ext cx="14" cy="16"/>
            </a:xfrm>
            <a:custGeom>
              <a:avLst/>
              <a:gdLst>
                <a:gd name="T0" fmla="*/ 30 w 9"/>
                <a:gd name="T1" fmla="*/ 7 h 9"/>
                <a:gd name="T2" fmla="*/ 22 w 9"/>
                <a:gd name="T3" fmla="*/ 36 h 9"/>
                <a:gd name="T4" fmla="*/ 5 w 9"/>
                <a:gd name="T5" fmla="*/ 44 h 9"/>
                <a:gd name="T6" fmla="*/ 12 w 9"/>
                <a:gd name="T7" fmla="*/ 16 h 9"/>
                <a:gd name="T8" fmla="*/ 30 w 9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1"/>
                  </a:moveTo>
                  <a:cubicBezTo>
                    <a:pt x="9" y="1"/>
                    <a:pt x="8" y="4"/>
                    <a:pt x="6" y="6"/>
                  </a:cubicBezTo>
                  <a:cubicBezTo>
                    <a:pt x="4" y="8"/>
                    <a:pt x="2" y="9"/>
                    <a:pt x="1" y="8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53" name="Freeform 1205">
              <a:extLst>
                <a:ext uri="{FF2B5EF4-FFF2-40B4-BE49-F238E27FC236}">
                  <a16:creationId xmlns:a16="http://schemas.microsoft.com/office/drawing/2014/main" id="{949C6E96-DA6F-4BD9-A4B3-68712AFE9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590"/>
              <a:ext cx="16" cy="30"/>
            </a:xfrm>
            <a:custGeom>
              <a:avLst/>
              <a:gdLst>
                <a:gd name="T0" fmla="*/ 29 w 10"/>
                <a:gd name="T1" fmla="*/ 7 h 17"/>
                <a:gd name="T2" fmla="*/ 35 w 10"/>
                <a:gd name="T3" fmla="*/ 56 h 17"/>
                <a:gd name="T4" fmla="*/ 13 w 10"/>
                <a:gd name="T5" fmla="*/ 86 h 17"/>
                <a:gd name="T6" fmla="*/ 5 w 10"/>
                <a:gd name="T7" fmla="*/ 37 h 17"/>
                <a:gd name="T8" fmla="*/ 29 w 10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7">
                  <a:moveTo>
                    <a:pt x="7" y="1"/>
                  </a:moveTo>
                  <a:cubicBezTo>
                    <a:pt x="9" y="1"/>
                    <a:pt x="10" y="5"/>
                    <a:pt x="9" y="10"/>
                  </a:cubicBezTo>
                  <a:cubicBezTo>
                    <a:pt x="8" y="14"/>
                    <a:pt x="5" y="17"/>
                    <a:pt x="3" y="16"/>
                  </a:cubicBezTo>
                  <a:cubicBezTo>
                    <a:pt x="1" y="16"/>
                    <a:pt x="0" y="12"/>
                    <a:pt x="1" y="7"/>
                  </a:cubicBezTo>
                  <a:cubicBezTo>
                    <a:pt x="2" y="3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54" name="Freeform 1206">
              <a:extLst>
                <a:ext uri="{FF2B5EF4-FFF2-40B4-BE49-F238E27FC236}">
                  <a16:creationId xmlns:a16="http://schemas.microsoft.com/office/drawing/2014/main" id="{8966E89F-FDEA-46D9-939D-9D366D50B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121"/>
              <a:ext cx="37" cy="17"/>
            </a:xfrm>
            <a:custGeom>
              <a:avLst/>
              <a:gdLst>
                <a:gd name="T0" fmla="*/ 5 w 23"/>
                <a:gd name="T1" fmla="*/ 29 h 10"/>
                <a:gd name="T2" fmla="*/ 47 w 23"/>
                <a:gd name="T3" fmla="*/ 5 h 10"/>
                <a:gd name="T4" fmla="*/ 90 w 23"/>
                <a:gd name="T5" fmla="*/ 20 h 10"/>
                <a:gd name="T6" fmla="*/ 50 w 23"/>
                <a:gd name="T7" fmla="*/ 49 h 10"/>
                <a:gd name="T8" fmla="*/ 5 w 23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1" y="6"/>
                  </a:moveTo>
                  <a:cubicBezTo>
                    <a:pt x="0" y="3"/>
                    <a:pt x="5" y="1"/>
                    <a:pt x="11" y="1"/>
                  </a:cubicBezTo>
                  <a:cubicBezTo>
                    <a:pt x="17" y="0"/>
                    <a:pt x="22" y="2"/>
                    <a:pt x="22" y="4"/>
                  </a:cubicBezTo>
                  <a:cubicBezTo>
                    <a:pt x="23" y="7"/>
                    <a:pt x="18" y="9"/>
                    <a:pt x="12" y="10"/>
                  </a:cubicBezTo>
                  <a:cubicBezTo>
                    <a:pt x="6" y="10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55" name="Freeform 1207">
              <a:extLst>
                <a:ext uri="{FF2B5EF4-FFF2-40B4-BE49-F238E27FC236}">
                  <a16:creationId xmlns:a16="http://schemas.microsoft.com/office/drawing/2014/main" id="{B596392A-62D0-42DF-A6CA-3A9452796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069"/>
              <a:ext cx="37" cy="26"/>
            </a:xfrm>
            <a:custGeom>
              <a:avLst/>
              <a:gdLst>
                <a:gd name="T0" fmla="*/ 5 w 23"/>
                <a:gd name="T1" fmla="*/ 9 h 15"/>
                <a:gd name="T2" fmla="*/ 60 w 23"/>
                <a:gd name="T3" fmla="*/ 16 h 15"/>
                <a:gd name="T4" fmla="*/ 88 w 23"/>
                <a:gd name="T5" fmla="*/ 69 h 15"/>
                <a:gd name="T6" fmla="*/ 37 w 23"/>
                <a:gd name="T7" fmla="*/ 62 h 15"/>
                <a:gd name="T8" fmla="*/ 5 w 23"/>
                <a:gd name="T9" fmla="*/ 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1" y="2"/>
                  </a:moveTo>
                  <a:cubicBezTo>
                    <a:pt x="3" y="0"/>
                    <a:pt x="8" y="0"/>
                    <a:pt x="14" y="3"/>
                  </a:cubicBezTo>
                  <a:cubicBezTo>
                    <a:pt x="19" y="6"/>
                    <a:pt x="23" y="11"/>
                    <a:pt x="21" y="13"/>
                  </a:cubicBezTo>
                  <a:cubicBezTo>
                    <a:pt x="20" y="15"/>
                    <a:pt x="14" y="15"/>
                    <a:pt x="9" y="12"/>
                  </a:cubicBezTo>
                  <a:cubicBezTo>
                    <a:pt x="4" y="9"/>
                    <a:pt x="0" y="5"/>
                    <a:pt x="1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3" name="arterial-atheroma-cross-section">
            <a:extLst>
              <a:ext uri="{FF2B5EF4-FFF2-40B4-BE49-F238E27FC236}">
                <a16:creationId xmlns:a16="http://schemas.microsoft.com/office/drawing/2014/main" id="{85701D7B-3936-454A-8829-80214357CF27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3971925"/>
            <a:ext cx="1495425" cy="1592263"/>
            <a:chOff x="1824" y="2256"/>
            <a:chExt cx="942" cy="1003"/>
          </a:xfrm>
        </p:grpSpPr>
        <p:grpSp>
          <p:nvGrpSpPr>
            <p:cNvPr id="40542" name="Group 1209">
              <a:extLst>
                <a:ext uri="{FF2B5EF4-FFF2-40B4-BE49-F238E27FC236}">
                  <a16:creationId xmlns:a16="http://schemas.microsoft.com/office/drawing/2014/main" id="{90722183-F334-4EBC-A5E7-DBA89DA7B0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4" y="2256"/>
              <a:ext cx="940" cy="1003"/>
              <a:chOff x="1824" y="2256"/>
              <a:chExt cx="940" cy="1003"/>
            </a:xfrm>
          </p:grpSpPr>
          <p:sp>
            <p:nvSpPr>
              <p:cNvPr id="40662" name="Oval 1210">
                <a:extLst>
                  <a:ext uri="{FF2B5EF4-FFF2-40B4-BE49-F238E27FC236}">
                    <a16:creationId xmlns:a16="http://schemas.microsoft.com/office/drawing/2014/main" id="{30E9E74E-7B87-4D41-8CF2-EF00A9ED0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2311"/>
                <a:ext cx="829" cy="884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63" name="Freeform 1211">
                <a:extLst>
                  <a:ext uri="{FF2B5EF4-FFF2-40B4-BE49-F238E27FC236}">
                    <a16:creationId xmlns:a16="http://schemas.microsoft.com/office/drawing/2014/main" id="{49304EE0-1472-4583-AFC9-52FEBDF567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6" y="2270"/>
                <a:ext cx="915" cy="976"/>
              </a:xfrm>
              <a:custGeom>
                <a:avLst/>
                <a:gdLst>
                  <a:gd name="T0" fmla="*/ 1258 w 552"/>
                  <a:gd name="T1" fmla="*/ 0 h 552"/>
                  <a:gd name="T2" fmla="*/ 0 w 552"/>
                  <a:gd name="T3" fmla="*/ 1526 h 552"/>
                  <a:gd name="T4" fmla="*/ 1258 w 552"/>
                  <a:gd name="T5" fmla="*/ 3052 h 552"/>
                  <a:gd name="T6" fmla="*/ 2515 w 552"/>
                  <a:gd name="T7" fmla="*/ 1526 h 552"/>
                  <a:gd name="T8" fmla="*/ 1258 w 552"/>
                  <a:gd name="T9" fmla="*/ 0 h 552"/>
                  <a:gd name="T10" fmla="*/ 2055 w 552"/>
                  <a:gd name="T11" fmla="*/ 2260 h 552"/>
                  <a:gd name="T12" fmla="*/ 1248 w 552"/>
                  <a:gd name="T13" fmla="*/ 2132 h 552"/>
                  <a:gd name="T14" fmla="*/ 492 w 552"/>
                  <a:gd name="T15" fmla="*/ 2304 h 552"/>
                  <a:gd name="T16" fmla="*/ 259 w 552"/>
                  <a:gd name="T17" fmla="*/ 1526 h 552"/>
                  <a:gd name="T18" fmla="*/ 1258 w 552"/>
                  <a:gd name="T19" fmla="*/ 309 h 552"/>
                  <a:gd name="T20" fmla="*/ 2259 w 552"/>
                  <a:gd name="T21" fmla="*/ 1526 h 552"/>
                  <a:gd name="T22" fmla="*/ 2055 w 552"/>
                  <a:gd name="T23" fmla="*/ 2260 h 5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3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9" y="552"/>
                      <a:pt x="552" y="428"/>
                      <a:pt x="552" y="276"/>
                    </a:cubicBezTo>
                    <a:cubicBezTo>
                      <a:pt x="552" y="123"/>
                      <a:pt x="429" y="0"/>
                      <a:pt x="276" y="0"/>
                    </a:cubicBezTo>
                    <a:close/>
                    <a:moveTo>
                      <a:pt x="451" y="409"/>
                    </a:moveTo>
                    <a:cubicBezTo>
                      <a:pt x="417" y="450"/>
                      <a:pt x="345" y="386"/>
                      <a:pt x="274" y="386"/>
                    </a:cubicBezTo>
                    <a:cubicBezTo>
                      <a:pt x="206" y="386"/>
                      <a:pt x="134" y="448"/>
                      <a:pt x="108" y="417"/>
                    </a:cubicBezTo>
                    <a:cubicBezTo>
                      <a:pt x="76" y="378"/>
                      <a:pt x="57" y="329"/>
                      <a:pt x="57" y="276"/>
                    </a:cubicBezTo>
                    <a:cubicBezTo>
                      <a:pt x="57" y="155"/>
                      <a:pt x="155" y="56"/>
                      <a:pt x="276" y="56"/>
                    </a:cubicBezTo>
                    <a:cubicBezTo>
                      <a:pt x="397" y="56"/>
                      <a:pt x="496" y="155"/>
                      <a:pt x="496" y="276"/>
                    </a:cubicBezTo>
                    <a:cubicBezTo>
                      <a:pt x="496" y="326"/>
                      <a:pt x="480" y="373"/>
                      <a:pt x="451" y="409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4" name="Freeform 1212">
                <a:extLst>
                  <a:ext uri="{FF2B5EF4-FFF2-40B4-BE49-F238E27FC236}">
                    <a16:creationId xmlns:a16="http://schemas.microsoft.com/office/drawing/2014/main" id="{1AE92569-9AEF-4BF4-8084-A3A50EEF52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9" y="2316"/>
                <a:ext cx="829" cy="884"/>
              </a:xfrm>
              <a:custGeom>
                <a:avLst/>
                <a:gdLst>
                  <a:gd name="T0" fmla="*/ 1141 w 500"/>
                  <a:gd name="T1" fmla="*/ 0 h 500"/>
                  <a:gd name="T2" fmla="*/ 0 w 500"/>
                  <a:gd name="T3" fmla="*/ 1381 h 500"/>
                  <a:gd name="T4" fmla="*/ 1141 w 500"/>
                  <a:gd name="T5" fmla="*/ 2763 h 500"/>
                  <a:gd name="T6" fmla="*/ 2278 w 500"/>
                  <a:gd name="T7" fmla="*/ 1381 h 500"/>
                  <a:gd name="T8" fmla="*/ 1141 w 500"/>
                  <a:gd name="T9" fmla="*/ 0 h 500"/>
                  <a:gd name="T10" fmla="*/ 1141 w 500"/>
                  <a:gd name="T11" fmla="*/ 2657 h 500"/>
                  <a:gd name="T12" fmla="*/ 88 w 500"/>
                  <a:gd name="T13" fmla="*/ 1381 h 500"/>
                  <a:gd name="T14" fmla="*/ 1141 w 500"/>
                  <a:gd name="T15" fmla="*/ 101 h 500"/>
                  <a:gd name="T16" fmla="*/ 2197 w 500"/>
                  <a:gd name="T17" fmla="*/ 1381 h 500"/>
                  <a:gd name="T18" fmla="*/ 1141 w 500"/>
                  <a:gd name="T19" fmla="*/ 2657 h 5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0" h="500">
                    <a:moveTo>
                      <a:pt x="250" y="0"/>
                    </a:moveTo>
                    <a:cubicBezTo>
                      <a:pt x="112" y="0"/>
                      <a:pt x="0" y="112"/>
                      <a:pt x="0" y="250"/>
                    </a:cubicBezTo>
                    <a:cubicBezTo>
                      <a:pt x="0" y="388"/>
                      <a:pt x="112" y="500"/>
                      <a:pt x="250" y="500"/>
                    </a:cubicBezTo>
                    <a:cubicBezTo>
                      <a:pt x="388" y="500"/>
                      <a:pt x="500" y="388"/>
                      <a:pt x="500" y="250"/>
                    </a:cubicBezTo>
                    <a:cubicBezTo>
                      <a:pt x="500" y="112"/>
                      <a:pt x="388" y="0"/>
                      <a:pt x="250" y="0"/>
                    </a:cubicBezTo>
                    <a:close/>
                    <a:moveTo>
                      <a:pt x="250" y="481"/>
                    </a:moveTo>
                    <a:cubicBezTo>
                      <a:pt x="123" y="481"/>
                      <a:pt x="19" y="378"/>
                      <a:pt x="19" y="250"/>
                    </a:cubicBezTo>
                    <a:cubicBezTo>
                      <a:pt x="19" y="122"/>
                      <a:pt x="123" y="18"/>
                      <a:pt x="250" y="18"/>
                    </a:cubicBezTo>
                    <a:cubicBezTo>
                      <a:pt x="378" y="18"/>
                      <a:pt x="482" y="122"/>
                      <a:pt x="482" y="250"/>
                    </a:cubicBezTo>
                    <a:cubicBezTo>
                      <a:pt x="482" y="378"/>
                      <a:pt x="378" y="481"/>
                      <a:pt x="250" y="481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5" name="Freeform 1213">
                <a:extLst>
                  <a:ext uri="{FF2B5EF4-FFF2-40B4-BE49-F238E27FC236}">
                    <a16:creationId xmlns:a16="http://schemas.microsoft.com/office/drawing/2014/main" id="{FF39B9BD-283F-447F-A726-8DCFCDDE51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24" y="2256"/>
                <a:ext cx="940" cy="1003"/>
              </a:xfrm>
              <a:custGeom>
                <a:avLst/>
                <a:gdLst>
                  <a:gd name="T0" fmla="*/ 1290 w 567"/>
                  <a:gd name="T1" fmla="*/ 0 h 567"/>
                  <a:gd name="T2" fmla="*/ 0 w 567"/>
                  <a:gd name="T3" fmla="*/ 1571 h 567"/>
                  <a:gd name="T4" fmla="*/ 1290 w 567"/>
                  <a:gd name="T5" fmla="*/ 3138 h 567"/>
                  <a:gd name="T6" fmla="*/ 2583 w 567"/>
                  <a:gd name="T7" fmla="*/ 1571 h 567"/>
                  <a:gd name="T8" fmla="*/ 1290 w 567"/>
                  <a:gd name="T9" fmla="*/ 0 h 567"/>
                  <a:gd name="T10" fmla="*/ 1290 w 567"/>
                  <a:gd name="T11" fmla="*/ 2958 h 567"/>
                  <a:gd name="T12" fmla="*/ 151 w 567"/>
                  <a:gd name="T13" fmla="*/ 1571 h 567"/>
                  <a:gd name="T14" fmla="*/ 1290 w 567"/>
                  <a:gd name="T15" fmla="*/ 188 h 567"/>
                  <a:gd name="T16" fmla="*/ 2430 w 567"/>
                  <a:gd name="T17" fmla="*/ 1571 h 567"/>
                  <a:gd name="T18" fmla="*/ 1290 w 567"/>
                  <a:gd name="T19" fmla="*/ 2958 h 5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7" h="567">
                    <a:moveTo>
                      <a:pt x="283" y="0"/>
                    </a:moveTo>
                    <a:cubicBezTo>
                      <a:pt x="127" y="0"/>
                      <a:pt x="0" y="127"/>
                      <a:pt x="0" y="284"/>
                    </a:cubicBezTo>
                    <a:cubicBezTo>
                      <a:pt x="0" y="440"/>
                      <a:pt x="127" y="567"/>
                      <a:pt x="283" y="567"/>
                    </a:cubicBezTo>
                    <a:cubicBezTo>
                      <a:pt x="440" y="567"/>
                      <a:pt x="567" y="440"/>
                      <a:pt x="567" y="284"/>
                    </a:cubicBezTo>
                    <a:cubicBezTo>
                      <a:pt x="567" y="127"/>
                      <a:pt x="440" y="0"/>
                      <a:pt x="283" y="0"/>
                    </a:cubicBezTo>
                    <a:close/>
                    <a:moveTo>
                      <a:pt x="283" y="534"/>
                    </a:moveTo>
                    <a:cubicBezTo>
                      <a:pt x="145" y="534"/>
                      <a:pt x="33" y="422"/>
                      <a:pt x="33" y="284"/>
                    </a:cubicBezTo>
                    <a:cubicBezTo>
                      <a:pt x="33" y="146"/>
                      <a:pt x="145" y="34"/>
                      <a:pt x="283" y="34"/>
                    </a:cubicBezTo>
                    <a:cubicBezTo>
                      <a:pt x="421" y="34"/>
                      <a:pt x="533" y="146"/>
                      <a:pt x="533" y="284"/>
                    </a:cubicBezTo>
                    <a:cubicBezTo>
                      <a:pt x="533" y="422"/>
                      <a:pt x="421" y="534"/>
                      <a:pt x="283" y="534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6" name="Freeform 1214">
                <a:extLst>
                  <a:ext uri="{FF2B5EF4-FFF2-40B4-BE49-F238E27FC236}">
                    <a16:creationId xmlns:a16="http://schemas.microsoft.com/office/drawing/2014/main" id="{32F631B2-2DB9-4CB5-B386-2F7B6AA20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325"/>
                <a:ext cx="424" cy="813"/>
              </a:xfrm>
              <a:custGeom>
                <a:avLst/>
                <a:gdLst>
                  <a:gd name="T0" fmla="*/ 1163 w 256"/>
                  <a:gd name="T1" fmla="*/ 85 h 460"/>
                  <a:gd name="T2" fmla="*/ 1067 w 256"/>
                  <a:gd name="T3" fmla="*/ 16 h 460"/>
                  <a:gd name="T4" fmla="*/ 969 w 256"/>
                  <a:gd name="T5" fmla="*/ 21 h 460"/>
                  <a:gd name="T6" fmla="*/ 919 w 256"/>
                  <a:gd name="T7" fmla="*/ 57 h 460"/>
                  <a:gd name="T8" fmla="*/ 894 w 256"/>
                  <a:gd name="T9" fmla="*/ 78 h 460"/>
                  <a:gd name="T10" fmla="*/ 878 w 256"/>
                  <a:gd name="T11" fmla="*/ 94 h 460"/>
                  <a:gd name="T12" fmla="*/ 840 w 256"/>
                  <a:gd name="T13" fmla="*/ 78 h 460"/>
                  <a:gd name="T14" fmla="*/ 773 w 256"/>
                  <a:gd name="T15" fmla="*/ 85 h 460"/>
                  <a:gd name="T16" fmla="*/ 686 w 256"/>
                  <a:gd name="T17" fmla="*/ 150 h 460"/>
                  <a:gd name="T18" fmla="*/ 651 w 256"/>
                  <a:gd name="T19" fmla="*/ 171 h 460"/>
                  <a:gd name="T20" fmla="*/ 547 w 256"/>
                  <a:gd name="T21" fmla="*/ 179 h 460"/>
                  <a:gd name="T22" fmla="*/ 469 w 256"/>
                  <a:gd name="T23" fmla="*/ 224 h 460"/>
                  <a:gd name="T24" fmla="*/ 414 w 256"/>
                  <a:gd name="T25" fmla="*/ 346 h 460"/>
                  <a:gd name="T26" fmla="*/ 373 w 256"/>
                  <a:gd name="T27" fmla="*/ 359 h 460"/>
                  <a:gd name="T28" fmla="*/ 323 w 256"/>
                  <a:gd name="T29" fmla="*/ 396 h 460"/>
                  <a:gd name="T30" fmla="*/ 222 w 256"/>
                  <a:gd name="T31" fmla="*/ 581 h 460"/>
                  <a:gd name="T32" fmla="*/ 200 w 256"/>
                  <a:gd name="T33" fmla="*/ 606 h 460"/>
                  <a:gd name="T34" fmla="*/ 151 w 256"/>
                  <a:gd name="T35" fmla="*/ 647 h 460"/>
                  <a:gd name="T36" fmla="*/ 99 w 256"/>
                  <a:gd name="T37" fmla="*/ 756 h 460"/>
                  <a:gd name="T38" fmla="*/ 83 w 256"/>
                  <a:gd name="T39" fmla="*/ 891 h 460"/>
                  <a:gd name="T40" fmla="*/ 33 w 256"/>
                  <a:gd name="T41" fmla="*/ 1009 h 460"/>
                  <a:gd name="T42" fmla="*/ 33 w 256"/>
                  <a:gd name="T43" fmla="*/ 1128 h 460"/>
                  <a:gd name="T44" fmla="*/ 5 w 256"/>
                  <a:gd name="T45" fmla="*/ 1295 h 460"/>
                  <a:gd name="T46" fmla="*/ 5 w 256"/>
                  <a:gd name="T47" fmla="*/ 1389 h 460"/>
                  <a:gd name="T48" fmla="*/ 22 w 256"/>
                  <a:gd name="T49" fmla="*/ 1474 h 460"/>
                  <a:gd name="T50" fmla="*/ 20 w 256"/>
                  <a:gd name="T51" fmla="*/ 1684 h 460"/>
                  <a:gd name="T52" fmla="*/ 50 w 256"/>
                  <a:gd name="T53" fmla="*/ 1762 h 460"/>
                  <a:gd name="T54" fmla="*/ 84 w 256"/>
                  <a:gd name="T55" fmla="*/ 1815 h 460"/>
                  <a:gd name="T56" fmla="*/ 109 w 256"/>
                  <a:gd name="T57" fmla="*/ 1893 h 460"/>
                  <a:gd name="T58" fmla="*/ 164 w 256"/>
                  <a:gd name="T59" fmla="*/ 2048 h 460"/>
                  <a:gd name="T60" fmla="*/ 235 w 256"/>
                  <a:gd name="T61" fmla="*/ 2149 h 460"/>
                  <a:gd name="T62" fmla="*/ 300 w 256"/>
                  <a:gd name="T63" fmla="*/ 2280 h 460"/>
                  <a:gd name="T64" fmla="*/ 359 w 256"/>
                  <a:gd name="T65" fmla="*/ 2340 h 460"/>
                  <a:gd name="T66" fmla="*/ 431 w 256"/>
                  <a:gd name="T67" fmla="*/ 2381 h 460"/>
                  <a:gd name="T68" fmla="*/ 505 w 256"/>
                  <a:gd name="T69" fmla="*/ 2483 h 460"/>
                  <a:gd name="T70" fmla="*/ 581 w 256"/>
                  <a:gd name="T71" fmla="*/ 2527 h 460"/>
                  <a:gd name="T72" fmla="*/ 677 w 256"/>
                  <a:gd name="T73" fmla="*/ 2540 h 46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56" h="460">
                    <a:moveTo>
                      <a:pt x="256" y="15"/>
                    </a:moveTo>
                    <a:cubicBezTo>
                      <a:pt x="252" y="8"/>
                      <a:pt x="242" y="5"/>
                      <a:pt x="235" y="3"/>
                    </a:cubicBezTo>
                    <a:cubicBezTo>
                      <a:pt x="227" y="0"/>
                      <a:pt x="221" y="1"/>
                      <a:pt x="213" y="4"/>
                    </a:cubicBezTo>
                    <a:cubicBezTo>
                      <a:pt x="209" y="6"/>
                      <a:pt x="206" y="7"/>
                      <a:pt x="202" y="10"/>
                    </a:cubicBezTo>
                    <a:cubicBezTo>
                      <a:pt x="200" y="11"/>
                      <a:pt x="199" y="12"/>
                      <a:pt x="197" y="14"/>
                    </a:cubicBezTo>
                    <a:cubicBezTo>
                      <a:pt x="196" y="15"/>
                      <a:pt x="195" y="17"/>
                      <a:pt x="193" y="17"/>
                    </a:cubicBezTo>
                    <a:cubicBezTo>
                      <a:pt x="190" y="18"/>
                      <a:pt x="187" y="15"/>
                      <a:pt x="185" y="14"/>
                    </a:cubicBezTo>
                    <a:cubicBezTo>
                      <a:pt x="180" y="12"/>
                      <a:pt x="175" y="14"/>
                      <a:pt x="170" y="15"/>
                    </a:cubicBezTo>
                    <a:cubicBezTo>
                      <a:pt x="163" y="18"/>
                      <a:pt x="157" y="23"/>
                      <a:pt x="151" y="27"/>
                    </a:cubicBezTo>
                    <a:cubicBezTo>
                      <a:pt x="148" y="29"/>
                      <a:pt x="146" y="31"/>
                      <a:pt x="143" y="31"/>
                    </a:cubicBezTo>
                    <a:cubicBezTo>
                      <a:pt x="135" y="31"/>
                      <a:pt x="127" y="31"/>
                      <a:pt x="120" y="32"/>
                    </a:cubicBezTo>
                    <a:cubicBezTo>
                      <a:pt x="112" y="33"/>
                      <a:pt x="108" y="35"/>
                      <a:pt x="103" y="41"/>
                    </a:cubicBezTo>
                    <a:cubicBezTo>
                      <a:pt x="99" y="48"/>
                      <a:pt x="98" y="59"/>
                      <a:pt x="91" y="63"/>
                    </a:cubicBezTo>
                    <a:cubicBezTo>
                      <a:pt x="89" y="65"/>
                      <a:pt x="85" y="65"/>
                      <a:pt x="82" y="65"/>
                    </a:cubicBezTo>
                    <a:cubicBezTo>
                      <a:pt x="77" y="67"/>
                      <a:pt x="74" y="70"/>
                      <a:pt x="71" y="72"/>
                    </a:cubicBezTo>
                    <a:cubicBezTo>
                      <a:pt x="60" y="81"/>
                      <a:pt x="56" y="94"/>
                      <a:pt x="49" y="105"/>
                    </a:cubicBezTo>
                    <a:cubicBezTo>
                      <a:pt x="47" y="109"/>
                      <a:pt x="47" y="109"/>
                      <a:pt x="44" y="110"/>
                    </a:cubicBezTo>
                    <a:cubicBezTo>
                      <a:pt x="40" y="112"/>
                      <a:pt x="36" y="114"/>
                      <a:pt x="33" y="117"/>
                    </a:cubicBezTo>
                    <a:cubicBezTo>
                      <a:pt x="27" y="122"/>
                      <a:pt x="24" y="130"/>
                      <a:pt x="22" y="137"/>
                    </a:cubicBezTo>
                    <a:cubicBezTo>
                      <a:pt x="21" y="145"/>
                      <a:pt x="23" y="154"/>
                      <a:pt x="18" y="161"/>
                    </a:cubicBezTo>
                    <a:cubicBezTo>
                      <a:pt x="14" y="168"/>
                      <a:pt x="9" y="175"/>
                      <a:pt x="7" y="183"/>
                    </a:cubicBezTo>
                    <a:cubicBezTo>
                      <a:pt x="5" y="190"/>
                      <a:pt x="6" y="197"/>
                      <a:pt x="7" y="204"/>
                    </a:cubicBezTo>
                    <a:cubicBezTo>
                      <a:pt x="8" y="214"/>
                      <a:pt x="3" y="225"/>
                      <a:pt x="1" y="235"/>
                    </a:cubicBezTo>
                    <a:cubicBezTo>
                      <a:pt x="0" y="240"/>
                      <a:pt x="0" y="246"/>
                      <a:pt x="1" y="252"/>
                    </a:cubicBezTo>
                    <a:cubicBezTo>
                      <a:pt x="2" y="257"/>
                      <a:pt x="4" y="262"/>
                      <a:pt x="5" y="267"/>
                    </a:cubicBezTo>
                    <a:cubicBezTo>
                      <a:pt x="6" y="280"/>
                      <a:pt x="2" y="292"/>
                      <a:pt x="4" y="305"/>
                    </a:cubicBezTo>
                    <a:cubicBezTo>
                      <a:pt x="4" y="311"/>
                      <a:pt x="8" y="315"/>
                      <a:pt x="11" y="319"/>
                    </a:cubicBezTo>
                    <a:cubicBezTo>
                      <a:pt x="13" y="321"/>
                      <a:pt x="17" y="326"/>
                      <a:pt x="19" y="329"/>
                    </a:cubicBezTo>
                    <a:cubicBezTo>
                      <a:pt x="21" y="333"/>
                      <a:pt x="22" y="338"/>
                      <a:pt x="24" y="343"/>
                    </a:cubicBezTo>
                    <a:cubicBezTo>
                      <a:pt x="27" y="353"/>
                      <a:pt x="31" y="362"/>
                      <a:pt x="36" y="371"/>
                    </a:cubicBezTo>
                    <a:cubicBezTo>
                      <a:pt x="40" y="379"/>
                      <a:pt x="44" y="384"/>
                      <a:pt x="52" y="389"/>
                    </a:cubicBezTo>
                    <a:cubicBezTo>
                      <a:pt x="59" y="393"/>
                      <a:pt x="62" y="406"/>
                      <a:pt x="66" y="413"/>
                    </a:cubicBezTo>
                    <a:cubicBezTo>
                      <a:pt x="68" y="418"/>
                      <a:pt x="73" y="422"/>
                      <a:pt x="79" y="424"/>
                    </a:cubicBezTo>
                    <a:cubicBezTo>
                      <a:pt x="85" y="426"/>
                      <a:pt x="91" y="425"/>
                      <a:pt x="95" y="431"/>
                    </a:cubicBezTo>
                    <a:cubicBezTo>
                      <a:pt x="100" y="438"/>
                      <a:pt x="105" y="444"/>
                      <a:pt x="111" y="450"/>
                    </a:cubicBezTo>
                    <a:cubicBezTo>
                      <a:pt x="116" y="455"/>
                      <a:pt x="120" y="457"/>
                      <a:pt x="128" y="458"/>
                    </a:cubicBezTo>
                    <a:cubicBezTo>
                      <a:pt x="135" y="459"/>
                      <a:pt x="142" y="460"/>
                      <a:pt x="149" y="46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7" name="Freeform 1215">
                <a:extLst>
                  <a:ext uri="{FF2B5EF4-FFF2-40B4-BE49-F238E27FC236}">
                    <a16:creationId xmlns:a16="http://schemas.microsoft.com/office/drawing/2014/main" id="{53CA2C3B-C5BC-4A08-9F5F-DA51164B2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546"/>
                <a:ext cx="30" cy="92"/>
              </a:xfrm>
              <a:custGeom>
                <a:avLst/>
                <a:gdLst>
                  <a:gd name="T0" fmla="*/ 83 w 18"/>
                  <a:gd name="T1" fmla="*/ 0 h 52"/>
                  <a:gd name="T2" fmla="*/ 47 w 18"/>
                  <a:gd name="T3" fmla="*/ 78 h 52"/>
                  <a:gd name="T4" fmla="*/ 13 w 18"/>
                  <a:gd name="T5" fmla="*/ 156 h 52"/>
                  <a:gd name="T6" fmla="*/ 0 w 18"/>
                  <a:gd name="T7" fmla="*/ 28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2">
                    <a:moveTo>
                      <a:pt x="18" y="0"/>
                    </a:moveTo>
                    <a:cubicBezTo>
                      <a:pt x="17" y="5"/>
                      <a:pt x="13" y="10"/>
                      <a:pt x="10" y="14"/>
                    </a:cubicBezTo>
                    <a:cubicBezTo>
                      <a:pt x="8" y="18"/>
                      <a:pt x="5" y="23"/>
                      <a:pt x="3" y="28"/>
                    </a:cubicBezTo>
                    <a:cubicBezTo>
                      <a:pt x="0" y="36"/>
                      <a:pt x="0" y="44"/>
                      <a:pt x="0" y="5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8" name="Freeform 1216">
                <a:extLst>
                  <a:ext uri="{FF2B5EF4-FFF2-40B4-BE49-F238E27FC236}">
                    <a16:creationId xmlns:a16="http://schemas.microsoft.com/office/drawing/2014/main" id="{CA3FE179-B9B4-4CB0-8C09-460870272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652"/>
                <a:ext cx="19" cy="105"/>
              </a:xfrm>
              <a:custGeom>
                <a:avLst/>
                <a:gdLst>
                  <a:gd name="T0" fmla="*/ 57 w 11"/>
                  <a:gd name="T1" fmla="*/ 0 h 59"/>
                  <a:gd name="T2" fmla="*/ 16 w 11"/>
                  <a:gd name="T3" fmla="*/ 78 h 59"/>
                  <a:gd name="T4" fmla="*/ 0 w 11"/>
                  <a:gd name="T5" fmla="*/ 196 h 59"/>
                  <a:gd name="T6" fmla="*/ 28 w 11"/>
                  <a:gd name="T7" fmla="*/ 333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9">
                    <a:moveTo>
                      <a:pt x="11" y="0"/>
                    </a:moveTo>
                    <a:cubicBezTo>
                      <a:pt x="11" y="4"/>
                      <a:pt x="5" y="10"/>
                      <a:pt x="3" y="14"/>
                    </a:cubicBezTo>
                    <a:cubicBezTo>
                      <a:pt x="0" y="21"/>
                      <a:pt x="0" y="28"/>
                      <a:pt x="0" y="35"/>
                    </a:cubicBezTo>
                    <a:cubicBezTo>
                      <a:pt x="0" y="44"/>
                      <a:pt x="3" y="52"/>
                      <a:pt x="5" y="5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9" name="Freeform 1217">
                <a:extLst>
                  <a:ext uri="{FF2B5EF4-FFF2-40B4-BE49-F238E27FC236}">
                    <a16:creationId xmlns:a16="http://schemas.microsoft.com/office/drawing/2014/main" id="{EFF97660-1F35-4099-817B-841197CD7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456"/>
                <a:ext cx="63" cy="81"/>
              </a:xfrm>
              <a:custGeom>
                <a:avLst/>
                <a:gdLst>
                  <a:gd name="T0" fmla="*/ 0 w 38"/>
                  <a:gd name="T1" fmla="*/ 252 h 46"/>
                  <a:gd name="T2" fmla="*/ 96 w 38"/>
                  <a:gd name="T3" fmla="*/ 37 h 46"/>
                  <a:gd name="T4" fmla="*/ 172 w 3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6">
                    <a:moveTo>
                      <a:pt x="0" y="46"/>
                    </a:moveTo>
                    <a:cubicBezTo>
                      <a:pt x="4" y="33"/>
                      <a:pt x="10" y="17"/>
                      <a:pt x="21" y="7"/>
                    </a:cubicBezTo>
                    <a:cubicBezTo>
                      <a:pt x="25" y="5"/>
                      <a:pt x="34" y="0"/>
                      <a:pt x="38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0" name="Freeform 1218">
                <a:extLst>
                  <a:ext uri="{FF2B5EF4-FFF2-40B4-BE49-F238E27FC236}">
                    <a16:creationId xmlns:a16="http://schemas.microsoft.com/office/drawing/2014/main" id="{FCF14067-CC48-4C3F-8B06-098C63DEA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601"/>
                <a:ext cx="31" cy="92"/>
              </a:xfrm>
              <a:custGeom>
                <a:avLst/>
                <a:gdLst>
                  <a:gd name="T0" fmla="*/ 83 w 19"/>
                  <a:gd name="T1" fmla="*/ 0 h 52"/>
                  <a:gd name="T2" fmla="*/ 8 w 19"/>
                  <a:gd name="T3" fmla="*/ 150 h 52"/>
                  <a:gd name="T4" fmla="*/ 21 w 19"/>
                  <a:gd name="T5" fmla="*/ 2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cubicBezTo>
                      <a:pt x="13" y="9"/>
                      <a:pt x="6" y="16"/>
                      <a:pt x="2" y="27"/>
                    </a:cubicBezTo>
                    <a:cubicBezTo>
                      <a:pt x="0" y="34"/>
                      <a:pt x="1" y="45"/>
                      <a:pt x="5" y="5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1" name="Freeform 1219">
                <a:extLst>
                  <a:ext uri="{FF2B5EF4-FFF2-40B4-BE49-F238E27FC236}">
                    <a16:creationId xmlns:a16="http://schemas.microsoft.com/office/drawing/2014/main" id="{9A1EC926-15A3-4FA4-AF3C-6FE8A7B17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490"/>
                <a:ext cx="61" cy="125"/>
              </a:xfrm>
              <a:custGeom>
                <a:avLst/>
                <a:gdLst>
                  <a:gd name="T0" fmla="*/ 167 w 37"/>
                  <a:gd name="T1" fmla="*/ 0 h 71"/>
                  <a:gd name="T2" fmla="*/ 109 w 37"/>
                  <a:gd name="T3" fmla="*/ 81 h 71"/>
                  <a:gd name="T4" fmla="*/ 49 w 37"/>
                  <a:gd name="T5" fmla="*/ 195 h 71"/>
                  <a:gd name="T6" fmla="*/ 0 w 37"/>
                  <a:gd name="T7" fmla="*/ 387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1">
                    <a:moveTo>
                      <a:pt x="37" y="0"/>
                    </a:moveTo>
                    <a:cubicBezTo>
                      <a:pt x="32" y="3"/>
                      <a:pt x="27" y="11"/>
                      <a:pt x="24" y="15"/>
                    </a:cubicBezTo>
                    <a:cubicBezTo>
                      <a:pt x="20" y="22"/>
                      <a:pt x="15" y="29"/>
                      <a:pt x="11" y="36"/>
                    </a:cubicBezTo>
                    <a:cubicBezTo>
                      <a:pt x="5" y="47"/>
                      <a:pt x="0" y="58"/>
                      <a:pt x="0" y="7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2" name="Freeform 1220">
                <a:extLst>
                  <a:ext uri="{FF2B5EF4-FFF2-40B4-BE49-F238E27FC236}">
                    <a16:creationId xmlns:a16="http://schemas.microsoft.com/office/drawing/2014/main" id="{C705AFF7-CCB1-48A6-9C59-45F7BCFCF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758"/>
                <a:ext cx="17" cy="103"/>
              </a:xfrm>
              <a:custGeom>
                <a:avLst/>
                <a:gdLst>
                  <a:gd name="T0" fmla="*/ 29 w 10"/>
                  <a:gd name="T1" fmla="*/ 0 h 58"/>
                  <a:gd name="T2" fmla="*/ 9 w 10"/>
                  <a:gd name="T3" fmla="*/ 195 h 58"/>
                  <a:gd name="T4" fmla="*/ 49 w 10"/>
                  <a:gd name="T5" fmla="*/ 325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8">
                    <a:moveTo>
                      <a:pt x="6" y="0"/>
                    </a:moveTo>
                    <a:cubicBezTo>
                      <a:pt x="7" y="12"/>
                      <a:pt x="0" y="23"/>
                      <a:pt x="2" y="35"/>
                    </a:cubicBezTo>
                    <a:cubicBezTo>
                      <a:pt x="3" y="43"/>
                      <a:pt x="6" y="50"/>
                      <a:pt x="10" y="5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3" name="Freeform 1221">
                <a:extLst>
                  <a:ext uri="{FF2B5EF4-FFF2-40B4-BE49-F238E27FC236}">
                    <a16:creationId xmlns:a16="http://schemas.microsoft.com/office/drawing/2014/main" id="{8BE1A52E-8783-48A5-8452-5CF083C87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873"/>
                <a:ext cx="53" cy="113"/>
              </a:xfrm>
              <a:custGeom>
                <a:avLst/>
                <a:gdLst>
                  <a:gd name="T0" fmla="*/ 146 w 32"/>
                  <a:gd name="T1" fmla="*/ 353 h 64"/>
                  <a:gd name="T2" fmla="*/ 83 w 32"/>
                  <a:gd name="T3" fmla="*/ 272 h 64"/>
                  <a:gd name="T4" fmla="*/ 22 w 32"/>
                  <a:gd name="T5" fmla="*/ 166 h 64"/>
                  <a:gd name="T6" fmla="*/ 5 w 32"/>
                  <a:gd name="T7" fmla="*/ 57 h 64"/>
                  <a:gd name="T8" fmla="*/ 0 w 32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4">
                    <a:moveTo>
                      <a:pt x="32" y="64"/>
                    </a:moveTo>
                    <a:cubicBezTo>
                      <a:pt x="27" y="60"/>
                      <a:pt x="22" y="54"/>
                      <a:pt x="18" y="49"/>
                    </a:cubicBezTo>
                    <a:cubicBezTo>
                      <a:pt x="13" y="44"/>
                      <a:pt x="8" y="38"/>
                      <a:pt x="5" y="30"/>
                    </a:cubicBezTo>
                    <a:cubicBezTo>
                      <a:pt x="3" y="24"/>
                      <a:pt x="2" y="16"/>
                      <a:pt x="1" y="10"/>
                    </a:cubicBezTo>
                    <a:cubicBezTo>
                      <a:pt x="1" y="6"/>
                      <a:pt x="0" y="3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4" name="Freeform 1222">
                <a:extLst>
                  <a:ext uri="{FF2B5EF4-FFF2-40B4-BE49-F238E27FC236}">
                    <a16:creationId xmlns:a16="http://schemas.microsoft.com/office/drawing/2014/main" id="{F192A627-D32C-4DB0-8EF3-B0EF3F61A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985"/>
                <a:ext cx="56" cy="81"/>
              </a:xfrm>
              <a:custGeom>
                <a:avLst/>
                <a:gdLst>
                  <a:gd name="T0" fmla="*/ 152 w 34"/>
                  <a:gd name="T1" fmla="*/ 252 h 46"/>
                  <a:gd name="T2" fmla="*/ 20 w 34"/>
                  <a:gd name="T3" fmla="*/ 127 h 46"/>
                  <a:gd name="T4" fmla="*/ 5 w 34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6">
                    <a:moveTo>
                      <a:pt x="34" y="46"/>
                    </a:moveTo>
                    <a:cubicBezTo>
                      <a:pt x="23" y="40"/>
                      <a:pt x="11" y="35"/>
                      <a:pt x="4" y="23"/>
                    </a:cubicBezTo>
                    <a:cubicBezTo>
                      <a:pt x="0" y="16"/>
                      <a:pt x="0" y="7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5" name="Freeform 1223">
                <a:extLst>
                  <a:ext uri="{FF2B5EF4-FFF2-40B4-BE49-F238E27FC236}">
                    <a16:creationId xmlns:a16="http://schemas.microsoft.com/office/drawing/2014/main" id="{E64399CE-77DF-4E7A-8AC6-9FAA3E40A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073"/>
                <a:ext cx="68" cy="57"/>
              </a:xfrm>
              <a:custGeom>
                <a:avLst/>
                <a:gdLst>
                  <a:gd name="T0" fmla="*/ 187 w 41"/>
                  <a:gd name="T1" fmla="*/ 182 h 32"/>
                  <a:gd name="T2" fmla="*/ 50 w 41"/>
                  <a:gd name="T3" fmla="*/ 93 h 32"/>
                  <a:gd name="T4" fmla="*/ 0 w 4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2">
                    <a:moveTo>
                      <a:pt x="41" y="32"/>
                    </a:moveTo>
                    <a:cubicBezTo>
                      <a:pt x="28" y="32"/>
                      <a:pt x="18" y="26"/>
                      <a:pt x="11" y="16"/>
                    </a:cubicBezTo>
                    <a:cubicBezTo>
                      <a:pt x="7" y="11"/>
                      <a:pt x="4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6" name="Freeform 1224">
                <a:extLst>
                  <a:ext uri="{FF2B5EF4-FFF2-40B4-BE49-F238E27FC236}">
                    <a16:creationId xmlns:a16="http://schemas.microsoft.com/office/drawing/2014/main" id="{771163CC-64C1-46C6-AB1D-305ECAFCB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693"/>
                <a:ext cx="18" cy="118"/>
              </a:xfrm>
              <a:custGeom>
                <a:avLst/>
                <a:gdLst>
                  <a:gd name="T0" fmla="*/ 47 w 11"/>
                  <a:gd name="T1" fmla="*/ 0 h 67"/>
                  <a:gd name="T2" fmla="*/ 29 w 11"/>
                  <a:gd name="T3" fmla="*/ 56 h 67"/>
                  <a:gd name="T4" fmla="*/ 13 w 11"/>
                  <a:gd name="T5" fmla="*/ 122 h 67"/>
                  <a:gd name="T6" fmla="*/ 5 w 11"/>
                  <a:gd name="T7" fmla="*/ 201 h 67"/>
                  <a:gd name="T8" fmla="*/ 41 w 11"/>
                  <a:gd name="T9" fmla="*/ 36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7">
                    <a:moveTo>
                      <a:pt x="11" y="0"/>
                    </a:moveTo>
                    <a:cubicBezTo>
                      <a:pt x="8" y="2"/>
                      <a:pt x="8" y="7"/>
                      <a:pt x="7" y="10"/>
                    </a:cubicBezTo>
                    <a:cubicBezTo>
                      <a:pt x="6" y="14"/>
                      <a:pt x="4" y="18"/>
                      <a:pt x="3" y="22"/>
                    </a:cubicBezTo>
                    <a:cubicBezTo>
                      <a:pt x="2" y="27"/>
                      <a:pt x="1" y="32"/>
                      <a:pt x="1" y="37"/>
                    </a:cubicBezTo>
                    <a:cubicBezTo>
                      <a:pt x="0" y="48"/>
                      <a:pt x="4" y="58"/>
                      <a:pt x="9" y="6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7" name="Freeform 1225">
                <a:extLst>
                  <a:ext uri="{FF2B5EF4-FFF2-40B4-BE49-F238E27FC236}">
                    <a16:creationId xmlns:a16="http://schemas.microsoft.com/office/drawing/2014/main" id="{D0CBE87A-D234-40B1-A9B5-D9E891BEA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820"/>
                <a:ext cx="28" cy="101"/>
              </a:xfrm>
              <a:custGeom>
                <a:avLst/>
                <a:gdLst>
                  <a:gd name="T0" fmla="*/ 76 w 17"/>
                  <a:gd name="T1" fmla="*/ 317 h 57"/>
                  <a:gd name="T2" fmla="*/ 33 w 17"/>
                  <a:gd name="T3" fmla="*/ 229 h 57"/>
                  <a:gd name="T4" fmla="*/ 8 w 17"/>
                  <a:gd name="T5" fmla="*/ 145 h 57"/>
                  <a:gd name="T6" fmla="*/ 13 w 17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7">
                    <a:moveTo>
                      <a:pt x="17" y="57"/>
                    </a:moveTo>
                    <a:cubicBezTo>
                      <a:pt x="15" y="51"/>
                      <a:pt x="10" y="47"/>
                      <a:pt x="7" y="41"/>
                    </a:cubicBezTo>
                    <a:cubicBezTo>
                      <a:pt x="5" y="36"/>
                      <a:pt x="3" y="31"/>
                      <a:pt x="2" y="26"/>
                    </a:cubicBezTo>
                    <a:cubicBezTo>
                      <a:pt x="1" y="18"/>
                      <a:pt x="0" y="7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8" name="Freeform 1226">
                <a:extLst>
                  <a:ext uri="{FF2B5EF4-FFF2-40B4-BE49-F238E27FC236}">
                    <a16:creationId xmlns:a16="http://schemas.microsoft.com/office/drawing/2014/main" id="{8887D305-8170-44AF-96F3-429E4F7A6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39"/>
                <a:ext cx="43" cy="76"/>
              </a:xfrm>
              <a:custGeom>
                <a:avLst/>
                <a:gdLst>
                  <a:gd name="T0" fmla="*/ 0 w 26"/>
                  <a:gd name="T1" fmla="*/ 0 h 43"/>
                  <a:gd name="T2" fmla="*/ 22 w 26"/>
                  <a:gd name="T3" fmla="*/ 85 h 43"/>
                  <a:gd name="T4" fmla="*/ 50 w 26"/>
                  <a:gd name="T5" fmla="*/ 150 h 43"/>
                  <a:gd name="T6" fmla="*/ 117 w 26"/>
                  <a:gd name="T7" fmla="*/ 23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3">
                    <a:moveTo>
                      <a:pt x="0" y="0"/>
                    </a:moveTo>
                    <a:cubicBezTo>
                      <a:pt x="3" y="3"/>
                      <a:pt x="3" y="11"/>
                      <a:pt x="5" y="15"/>
                    </a:cubicBezTo>
                    <a:cubicBezTo>
                      <a:pt x="6" y="20"/>
                      <a:pt x="8" y="24"/>
                      <a:pt x="11" y="27"/>
                    </a:cubicBezTo>
                    <a:cubicBezTo>
                      <a:pt x="15" y="33"/>
                      <a:pt x="21" y="37"/>
                      <a:pt x="26" y="4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9" name="Freeform 1227">
                <a:extLst>
                  <a:ext uri="{FF2B5EF4-FFF2-40B4-BE49-F238E27FC236}">
                    <a16:creationId xmlns:a16="http://schemas.microsoft.com/office/drawing/2014/main" id="{F5BE3334-072C-43B2-948B-5D5BE800D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043"/>
                <a:ext cx="64" cy="60"/>
              </a:xfrm>
              <a:custGeom>
                <a:avLst/>
                <a:gdLst>
                  <a:gd name="T0" fmla="*/ 0 w 39"/>
                  <a:gd name="T1" fmla="*/ 0 h 34"/>
                  <a:gd name="T2" fmla="*/ 84 w 39"/>
                  <a:gd name="T3" fmla="*/ 109 h 34"/>
                  <a:gd name="T4" fmla="*/ 131 w 39"/>
                  <a:gd name="T5" fmla="*/ 171 h 34"/>
                  <a:gd name="T6" fmla="*/ 172 w 39"/>
                  <a:gd name="T7" fmla="*/ 18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4">
                    <a:moveTo>
                      <a:pt x="0" y="0"/>
                    </a:moveTo>
                    <a:cubicBezTo>
                      <a:pt x="6" y="8"/>
                      <a:pt x="12" y="14"/>
                      <a:pt x="19" y="20"/>
                    </a:cubicBezTo>
                    <a:cubicBezTo>
                      <a:pt x="23" y="23"/>
                      <a:pt x="26" y="28"/>
                      <a:pt x="30" y="31"/>
                    </a:cubicBezTo>
                    <a:cubicBezTo>
                      <a:pt x="33" y="32"/>
                      <a:pt x="37" y="32"/>
                      <a:pt x="39" y="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0" name="Freeform 1228">
                <a:extLst>
                  <a:ext uri="{FF2B5EF4-FFF2-40B4-BE49-F238E27FC236}">
                    <a16:creationId xmlns:a16="http://schemas.microsoft.com/office/drawing/2014/main" id="{2B00A861-69A6-454D-9202-1AC1A6309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389"/>
                <a:ext cx="56" cy="60"/>
              </a:xfrm>
              <a:custGeom>
                <a:avLst/>
                <a:gdLst>
                  <a:gd name="T0" fmla="*/ 152 w 34"/>
                  <a:gd name="T1" fmla="*/ 7 h 34"/>
                  <a:gd name="T2" fmla="*/ 109 w 34"/>
                  <a:gd name="T3" fmla="*/ 37 h 34"/>
                  <a:gd name="T4" fmla="*/ 54 w 34"/>
                  <a:gd name="T5" fmla="*/ 86 h 34"/>
                  <a:gd name="T6" fmla="*/ 0 w 34"/>
                  <a:gd name="T7" fmla="*/ 18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4">
                    <a:moveTo>
                      <a:pt x="34" y="1"/>
                    </a:moveTo>
                    <a:cubicBezTo>
                      <a:pt x="32" y="0"/>
                      <a:pt x="26" y="5"/>
                      <a:pt x="24" y="7"/>
                    </a:cubicBezTo>
                    <a:cubicBezTo>
                      <a:pt x="19" y="9"/>
                      <a:pt x="15" y="12"/>
                      <a:pt x="12" y="16"/>
                    </a:cubicBezTo>
                    <a:cubicBezTo>
                      <a:pt x="6" y="21"/>
                      <a:pt x="3" y="27"/>
                      <a:pt x="0" y="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1" name="Freeform 1229">
                <a:extLst>
                  <a:ext uri="{FF2B5EF4-FFF2-40B4-BE49-F238E27FC236}">
                    <a16:creationId xmlns:a16="http://schemas.microsoft.com/office/drawing/2014/main" id="{E224B2BE-8AC4-4BD8-B5A6-C5A8ECAAF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348"/>
                <a:ext cx="88" cy="34"/>
              </a:xfrm>
              <a:custGeom>
                <a:avLst/>
                <a:gdLst>
                  <a:gd name="T0" fmla="*/ 242 w 53"/>
                  <a:gd name="T1" fmla="*/ 7 h 19"/>
                  <a:gd name="T2" fmla="*/ 83 w 53"/>
                  <a:gd name="T3" fmla="*/ 36 h 19"/>
                  <a:gd name="T4" fmla="*/ 28 w 53"/>
                  <a:gd name="T5" fmla="*/ 81 h 19"/>
                  <a:gd name="T6" fmla="*/ 0 w 53"/>
                  <a:gd name="T7" fmla="*/ 10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53" y="1"/>
                    </a:moveTo>
                    <a:cubicBezTo>
                      <a:pt x="41" y="1"/>
                      <a:pt x="28" y="0"/>
                      <a:pt x="18" y="6"/>
                    </a:cubicBezTo>
                    <a:cubicBezTo>
                      <a:pt x="14" y="8"/>
                      <a:pt x="9" y="11"/>
                      <a:pt x="6" y="14"/>
                    </a:cubicBezTo>
                    <a:cubicBezTo>
                      <a:pt x="4" y="16"/>
                      <a:pt x="2" y="18"/>
                      <a:pt x="0" y="1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2" name="Freeform 1230">
                <a:extLst>
                  <a:ext uri="{FF2B5EF4-FFF2-40B4-BE49-F238E27FC236}">
                    <a16:creationId xmlns:a16="http://schemas.microsoft.com/office/drawing/2014/main" id="{010626FE-5FC1-418A-A1D8-AAB992501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325"/>
                <a:ext cx="78" cy="25"/>
              </a:xfrm>
              <a:custGeom>
                <a:avLst/>
                <a:gdLst>
                  <a:gd name="T0" fmla="*/ 214 w 47"/>
                  <a:gd name="T1" fmla="*/ 13 h 14"/>
                  <a:gd name="T2" fmla="*/ 83 w 47"/>
                  <a:gd name="T3" fmla="*/ 23 h 14"/>
                  <a:gd name="T4" fmla="*/ 0 w 47"/>
                  <a:gd name="T5" fmla="*/ 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47" y="2"/>
                    </a:moveTo>
                    <a:cubicBezTo>
                      <a:pt x="36" y="2"/>
                      <a:pt x="28" y="0"/>
                      <a:pt x="18" y="4"/>
                    </a:cubicBezTo>
                    <a:cubicBezTo>
                      <a:pt x="11" y="7"/>
                      <a:pt x="6" y="11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3" name="Freeform 1231">
                <a:extLst>
                  <a:ext uri="{FF2B5EF4-FFF2-40B4-BE49-F238E27FC236}">
                    <a16:creationId xmlns:a16="http://schemas.microsoft.com/office/drawing/2014/main" id="{201AC9AB-4D4D-4D02-947A-6AFBEC91A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353"/>
                <a:ext cx="73" cy="43"/>
              </a:xfrm>
              <a:custGeom>
                <a:avLst/>
                <a:gdLst>
                  <a:gd name="T0" fmla="*/ 201 w 44"/>
                  <a:gd name="T1" fmla="*/ 0 h 24"/>
                  <a:gd name="T2" fmla="*/ 138 w 44"/>
                  <a:gd name="T3" fmla="*/ 13 h 24"/>
                  <a:gd name="T4" fmla="*/ 75 w 44"/>
                  <a:gd name="T5" fmla="*/ 52 h 24"/>
                  <a:gd name="T6" fmla="*/ 0 w 44"/>
                  <a:gd name="T7" fmla="*/ 13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4">
                    <a:moveTo>
                      <a:pt x="44" y="0"/>
                    </a:moveTo>
                    <a:cubicBezTo>
                      <a:pt x="39" y="0"/>
                      <a:pt x="35" y="1"/>
                      <a:pt x="30" y="2"/>
                    </a:cubicBezTo>
                    <a:cubicBezTo>
                      <a:pt x="25" y="4"/>
                      <a:pt x="21" y="6"/>
                      <a:pt x="16" y="9"/>
                    </a:cubicBezTo>
                    <a:cubicBezTo>
                      <a:pt x="10" y="12"/>
                      <a:pt x="1" y="17"/>
                      <a:pt x="0" y="2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4" name="Freeform 1232">
                <a:extLst>
                  <a:ext uri="{FF2B5EF4-FFF2-40B4-BE49-F238E27FC236}">
                    <a16:creationId xmlns:a16="http://schemas.microsoft.com/office/drawing/2014/main" id="{D38CD99C-107D-40A9-AEEF-D82C84C1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408"/>
                <a:ext cx="58" cy="55"/>
              </a:xfrm>
              <a:custGeom>
                <a:avLst/>
                <a:gdLst>
                  <a:gd name="T0" fmla="*/ 0 w 35"/>
                  <a:gd name="T1" fmla="*/ 174 h 31"/>
                  <a:gd name="T2" fmla="*/ 159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3" y="13"/>
                      <a:pt x="21" y="6"/>
                      <a:pt x="3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5" name="Freeform 1233">
                <a:extLst>
                  <a:ext uri="{FF2B5EF4-FFF2-40B4-BE49-F238E27FC236}">
                    <a16:creationId xmlns:a16="http://schemas.microsoft.com/office/drawing/2014/main" id="{F74615C9-B5B6-4973-AEB7-4E897D832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330"/>
                <a:ext cx="84" cy="25"/>
              </a:xfrm>
              <a:custGeom>
                <a:avLst/>
                <a:gdLst>
                  <a:gd name="T0" fmla="*/ 227 w 51"/>
                  <a:gd name="T1" fmla="*/ 0 h 14"/>
                  <a:gd name="T2" fmla="*/ 152 w 51"/>
                  <a:gd name="T3" fmla="*/ 7 h 14"/>
                  <a:gd name="T4" fmla="*/ 96 w 51"/>
                  <a:gd name="T5" fmla="*/ 23 h 14"/>
                  <a:gd name="T6" fmla="*/ 41 w 51"/>
                  <a:gd name="T7" fmla="*/ 52 h 14"/>
                  <a:gd name="T8" fmla="*/ 0 w 51"/>
                  <a:gd name="T9" fmla="*/ 8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">
                    <a:moveTo>
                      <a:pt x="51" y="0"/>
                    </a:moveTo>
                    <a:cubicBezTo>
                      <a:pt x="45" y="1"/>
                      <a:pt x="39" y="0"/>
                      <a:pt x="34" y="1"/>
                    </a:cubicBezTo>
                    <a:cubicBezTo>
                      <a:pt x="29" y="2"/>
                      <a:pt x="25" y="3"/>
                      <a:pt x="21" y="4"/>
                    </a:cubicBezTo>
                    <a:cubicBezTo>
                      <a:pt x="17" y="5"/>
                      <a:pt x="13" y="7"/>
                      <a:pt x="9" y="9"/>
                    </a:cubicBezTo>
                    <a:cubicBezTo>
                      <a:pt x="7" y="10"/>
                      <a:pt x="2" y="12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6" name="Freeform 1234">
                <a:extLst>
                  <a:ext uri="{FF2B5EF4-FFF2-40B4-BE49-F238E27FC236}">
                    <a16:creationId xmlns:a16="http://schemas.microsoft.com/office/drawing/2014/main" id="{470D1B7F-26EB-4828-97C4-1588AE989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332"/>
                <a:ext cx="305" cy="237"/>
              </a:xfrm>
              <a:custGeom>
                <a:avLst/>
                <a:gdLst>
                  <a:gd name="T0" fmla="*/ 0 w 184"/>
                  <a:gd name="T1" fmla="*/ 60 h 134"/>
                  <a:gd name="T2" fmla="*/ 113 w 184"/>
                  <a:gd name="T3" fmla="*/ 12 h 134"/>
                  <a:gd name="T4" fmla="*/ 151 w 184"/>
                  <a:gd name="T5" fmla="*/ 12 h 134"/>
                  <a:gd name="T6" fmla="*/ 192 w 184"/>
                  <a:gd name="T7" fmla="*/ 65 h 134"/>
                  <a:gd name="T8" fmla="*/ 229 w 184"/>
                  <a:gd name="T9" fmla="*/ 110 h 134"/>
                  <a:gd name="T10" fmla="*/ 269 w 184"/>
                  <a:gd name="T11" fmla="*/ 115 h 134"/>
                  <a:gd name="T12" fmla="*/ 360 w 184"/>
                  <a:gd name="T13" fmla="*/ 131 h 134"/>
                  <a:gd name="T14" fmla="*/ 423 w 184"/>
                  <a:gd name="T15" fmla="*/ 203 h 134"/>
                  <a:gd name="T16" fmla="*/ 501 w 184"/>
                  <a:gd name="T17" fmla="*/ 260 h 134"/>
                  <a:gd name="T18" fmla="*/ 660 w 184"/>
                  <a:gd name="T19" fmla="*/ 382 h 134"/>
                  <a:gd name="T20" fmla="*/ 673 w 184"/>
                  <a:gd name="T21" fmla="*/ 447 h 134"/>
                  <a:gd name="T22" fmla="*/ 698 w 184"/>
                  <a:gd name="T23" fmla="*/ 481 h 134"/>
                  <a:gd name="T24" fmla="*/ 819 w 184"/>
                  <a:gd name="T25" fmla="*/ 614 h 134"/>
                  <a:gd name="T26" fmla="*/ 839 w 184"/>
                  <a:gd name="T27" fmla="*/ 697 h 134"/>
                  <a:gd name="T28" fmla="*/ 839 w 184"/>
                  <a:gd name="T29" fmla="*/ 741 h 1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4" h="134">
                    <a:moveTo>
                      <a:pt x="0" y="11"/>
                    </a:moveTo>
                    <a:cubicBezTo>
                      <a:pt x="6" y="6"/>
                      <a:pt x="17" y="4"/>
                      <a:pt x="25" y="2"/>
                    </a:cubicBezTo>
                    <a:cubicBezTo>
                      <a:pt x="28" y="1"/>
                      <a:pt x="30" y="0"/>
                      <a:pt x="33" y="2"/>
                    </a:cubicBezTo>
                    <a:cubicBezTo>
                      <a:pt x="37" y="4"/>
                      <a:pt x="39" y="9"/>
                      <a:pt x="42" y="12"/>
                    </a:cubicBezTo>
                    <a:cubicBezTo>
                      <a:pt x="44" y="15"/>
                      <a:pt x="46" y="19"/>
                      <a:pt x="50" y="20"/>
                    </a:cubicBezTo>
                    <a:cubicBezTo>
                      <a:pt x="52" y="22"/>
                      <a:pt x="56" y="21"/>
                      <a:pt x="59" y="21"/>
                    </a:cubicBezTo>
                    <a:cubicBezTo>
                      <a:pt x="66" y="21"/>
                      <a:pt x="73" y="21"/>
                      <a:pt x="79" y="24"/>
                    </a:cubicBezTo>
                    <a:cubicBezTo>
                      <a:pt x="87" y="26"/>
                      <a:pt x="89" y="31"/>
                      <a:pt x="93" y="37"/>
                    </a:cubicBezTo>
                    <a:cubicBezTo>
                      <a:pt x="96" y="42"/>
                      <a:pt x="104" y="45"/>
                      <a:pt x="110" y="47"/>
                    </a:cubicBezTo>
                    <a:cubicBezTo>
                      <a:pt x="123" y="51"/>
                      <a:pt x="138" y="56"/>
                      <a:pt x="145" y="69"/>
                    </a:cubicBezTo>
                    <a:cubicBezTo>
                      <a:pt x="147" y="73"/>
                      <a:pt x="147" y="77"/>
                      <a:pt x="148" y="81"/>
                    </a:cubicBezTo>
                    <a:cubicBezTo>
                      <a:pt x="149" y="84"/>
                      <a:pt x="150" y="85"/>
                      <a:pt x="153" y="87"/>
                    </a:cubicBezTo>
                    <a:cubicBezTo>
                      <a:pt x="163" y="94"/>
                      <a:pt x="173" y="100"/>
                      <a:pt x="180" y="111"/>
                    </a:cubicBezTo>
                    <a:cubicBezTo>
                      <a:pt x="183" y="115"/>
                      <a:pt x="184" y="121"/>
                      <a:pt x="184" y="126"/>
                    </a:cubicBezTo>
                    <a:cubicBezTo>
                      <a:pt x="184" y="129"/>
                      <a:pt x="184" y="132"/>
                      <a:pt x="184" y="1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7" name="Freeform 1235">
                <a:extLst>
                  <a:ext uri="{FF2B5EF4-FFF2-40B4-BE49-F238E27FC236}">
                    <a16:creationId xmlns:a16="http://schemas.microsoft.com/office/drawing/2014/main" id="{18907981-8B43-42AE-9AB0-8D9AE3230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323"/>
                <a:ext cx="61" cy="16"/>
              </a:xfrm>
              <a:custGeom>
                <a:avLst/>
                <a:gdLst>
                  <a:gd name="T0" fmla="*/ 0 w 37"/>
                  <a:gd name="T1" fmla="*/ 21 h 9"/>
                  <a:gd name="T2" fmla="*/ 49 w 37"/>
                  <a:gd name="T3" fmla="*/ 7 h 9"/>
                  <a:gd name="T4" fmla="*/ 104 w 37"/>
                  <a:gd name="T5" fmla="*/ 7 h 9"/>
                  <a:gd name="T6" fmla="*/ 147 w 37"/>
                  <a:gd name="T7" fmla="*/ 36 h 9"/>
                  <a:gd name="T8" fmla="*/ 167 w 37"/>
                  <a:gd name="T9" fmla="*/ 5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4"/>
                    </a:moveTo>
                    <a:cubicBezTo>
                      <a:pt x="4" y="4"/>
                      <a:pt x="7" y="2"/>
                      <a:pt x="11" y="1"/>
                    </a:cubicBezTo>
                    <a:cubicBezTo>
                      <a:pt x="15" y="0"/>
                      <a:pt x="19" y="0"/>
                      <a:pt x="23" y="1"/>
                    </a:cubicBezTo>
                    <a:cubicBezTo>
                      <a:pt x="27" y="2"/>
                      <a:pt x="30" y="4"/>
                      <a:pt x="33" y="6"/>
                    </a:cubicBezTo>
                    <a:cubicBezTo>
                      <a:pt x="34" y="7"/>
                      <a:pt x="35" y="8"/>
                      <a:pt x="37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8" name="Freeform 1236">
                <a:extLst>
                  <a:ext uri="{FF2B5EF4-FFF2-40B4-BE49-F238E27FC236}">
                    <a16:creationId xmlns:a16="http://schemas.microsoft.com/office/drawing/2014/main" id="{E10E8242-0741-487F-88FE-EE37D24EC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337"/>
                <a:ext cx="75" cy="38"/>
              </a:xfrm>
              <a:custGeom>
                <a:avLst/>
                <a:gdLst>
                  <a:gd name="T0" fmla="*/ 0 w 45"/>
                  <a:gd name="T1" fmla="*/ 0 h 21"/>
                  <a:gd name="T2" fmla="*/ 55 w 45"/>
                  <a:gd name="T3" fmla="*/ 24 h 21"/>
                  <a:gd name="T4" fmla="*/ 138 w 45"/>
                  <a:gd name="T5" fmla="*/ 52 h 21"/>
                  <a:gd name="T6" fmla="*/ 208 w 45"/>
                  <a:gd name="T7" fmla="*/ 12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1">
                    <a:moveTo>
                      <a:pt x="0" y="0"/>
                    </a:moveTo>
                    <a:cubicBezTo>
                      <a:pt x="2" y="2"/>
                      <a:pt x="9" y="3"/>
                      <a:pt x="12" y="4"/>
                    </a:cubicBezTo>
                    <a:cubicBezTo>
                      <a:pt x="18" y="5"/>
                      <a:pt x="24" y="7"/>
                      <a:pt x="30" y="9"/>
                    </a:cubicBezTo>
                    <a:cubicBezTo>
                      <a:pt x="36" y="11"/>
                      <a:pt x="41" y="16"/>
                      <a:pt x="45" y="2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9" name="Freeform 1237">
                <a:extLst>
                  <a:ext uri="{FF2B5EF4-FFF2-40B4-BE49-F238E27FC236}">
                    <a16:creationId xmlns:a16="http://schemas.microsoft.com/office/drawing/2014/main" id="{54282182-9537-44BC-B525-9C91A0A5E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380"/>
                <a:ext cx="72" cy="46"/>
              </a:xfrm>
              <a:custGeom>
                <a:avLst/>
                <a:gdLst>
                  <a:gd name="T0" fmla="*/ 0 w 43"/>
                  <a:gd name="T1" fmla="*/ 0 h 26"/>
                  <a:gd name="T2" fmla="*/ 84 w 43"/>
                  <a:gd name="T3" fmla="*/ 28 h 26"/>
                  <a:gd name="T4" fmla="*/ 154 w 43"/>
                  <a:gd name="T5" fmla="*/ 73 h 26"/>
                  <a:gd name="T6" fmla="*/ 188 w 43"/>
                  <a:gd name="T7" fmla="*/ 115 h 26"/>
                  <a:gd name="T8" fmla="*/ 203 w 43"/>
                  <a:gd name="T9" fmla="*/ 14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6">
                    <a:moveTo>
                      <a:pt x="0" y="0"/>
                    </a:moveTo>
                    <a:cubicBezTo>
                      <a:pt x="6" y="3"/>
                      <a:pt x="12" y="3"/>
                      <a:pt x="18" y="5"/>
                    </a:cubicBezTo>
                    <a:cubicBezTo>
                      <a:pt x="24" y="7"/>
                      <a:pt x="28" y="10"/>
                      <a:pt x="33" y="13"/>
                    </a:cubicBezTo>
                    <a:cubicBezTo>
                      <a:pt x="36" y="16"/>
                      <a:pt x="38" y="18"/>
                      <a:pt x="40" y="21"/>
                    </a:cubicBezTo>
                    <a:cubicBezTo>
                      <a:pt x="41" y="23"/>
                      <a:pt x="42" y="25"/>
                      <a:pt x="43" y="2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0" name="Freeform 1238">
                <a:extLst>
                  <a:ext uri="{FF2B5EF4-FFF2-40B4-BE49-F238E27FC236}">
                    <a16:creationId xmlns:a16="http://schemas.microsoft.com/office/drawing/2014/main" id="{8477D506-B44D-4F71-BF3B-ED6B83E32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444"/>
                <a:ext cx="51" cy="67"/>
              </a:xfrm>
              <a:custGeom>
                <a:avLst/>
                <a:gdLst>
                  <a:gd name="T0" fmla="*/ 0 w 31"/>
                  <a:gd name="T1" fmla="*/ 0 h 38"/>
                  <a:gd name="T2" fmla="*/ 43 w 31"/>
                  <a:gd name="T3" fmla="*/ 60 h 38"/>
                  <a:gd name="T4" fmla="*/ 95 w 31"/>
                  <a:gd name="T5" fmla="*/ 115 h 38"/>
                  <a:gd name="T6" fmla="*/ 138 w 31"/>
                  <a:gd name="T7" fmla="*/ 20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2" y="5"/>
                      <a:pt x="6" y="8"/>
                      <a:pt x="10" y="11"/>
                    </a:cubicBezTo>
                    <a:cubicBezTo>
                      <a:pt x="15" y="14"/>
                      <a:pt x="18" y="17"/>
                      <a:pt x="21" y="21"/>
                    </a:cubicBezTo>
                    <a:cubicBezTo>
                      <a:pt x="26" y="27"/>
                      <a:pt x="28" y="32"/>
                      <a:pt x="31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1" name="Freeform 1239">
                <a:extLst>
                  <a:ext uri="{FF2B5EF4-FFF2-40B4-BE49-F238E27FC236}">
                    <a16:creationId xmlns:a16="http://schemas.microsoft.com/office/drawing/2014/main" id="{3AFB094E-9930-4133-9A43-1B6B5E530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350"/>
                <a:ext cx="68" cy="39"/>
              </a:xfrm>
              <a:custGeom>
                <a:avLst/>
                <a:gdLst>
                  <a:gd name="T0" fmla="*/ 0 w 41"/>
                  <a:gd name="T1" fmla="*/ 7 h 22"/>
                  <a:gd name="T2" fmla="*/ 55 w 41"/>
                  <a:gd name="T3" fmla="*/ 0 h 22"/>
                  <a:gd name="T4" fmla="*/ 104 w 41"/>
                  <a:gd name="T5" fmla="*/ 16 h 22"/>
                  <a:gd name="T6" fmla="*/ 154 w 41"/>
                  <a:gd name="T7" fmla="*/ 62 h 22"/>
                  <a:gd name="T8" fmla="*/ 187 w 41"/>
                  <a:gd name="T9" fmla="*/ 1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2">
                    <a:moveTo>
                      <a:pt x="0" y="1"/>
                    </a:moveTo>
                    <a:cubicBezTo>
                      <a:pt x="3" y="2"/>
                      <a:pt x="8" y="0"/>
                      <a:pt x="12" y="0"/>
                    </a:cubicBezTo>
                    <a:cubicBezTo>
                      <a:pt x="16" y="1"/>
                      <a:pt x="20" y="2"/>
                      <a:pt x="23" y="3"/>
                    </a:cubicBezTo>
                    <a:cubicBezTo>
                      <a:pt x="27" y="5"/>
                      <a:pt x="32" y="8"/>
                      <a:pt x="34" y="11"/>
                    </a:cubicBezTo>
                    <a:cubicBezTo>
                      <a:pt x="37" y="15"/>
                      <a:pt x="38" y="19"/>
                      <a:pt x="41" y="2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2" name="Freeform 1240">
                <a:extLst>
                  <a:ext uri="{FF2B5EF4-FFF2-40B4-BE49-F238E27FC236}">
                    <a16:creationId xmlns:a16="http://schemas.microsoft.com/office/drawing/2014/main" id="{EEC6433B-82A0-4E4D-A530-C7B1CFE07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396"/>
                <a:ext cx="63" cy="63"/>
              </a:xfrm>
              <a:custGeom>
                <a:avLst/>
                <a:gdLst>
                  <a:gd name="T0" fmla="*/ 0 w 38"/>
                  <a:gd name="T1" fmla="*/ 0 h 36"/>
                  <a:gd name="T2" fmla="*/ 75 w 38"/>
                  <a:gd name="T3" fmla="*/ 28 h 36"/>
                  <a:gd name="T4" fmla="*/ 113 w 38"/>
                  <a:gd name="T5" fmla="*/ 58 h 36"/>
                  <a:gd name="T6" fmla="*/ 154 w 38"/>
                  <a:gd name="T7" fmla="*/ 135 h 36"/>
                  <a:gd name="T8" fmla="*/ 172 w 38"/>
                  <a:gd name="T9" fmla="*/ 19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5" y="1"/>
                      <a:pt x="11" y="3"/>
                      <a:pt x="16" y="5"/>
                    </a:cubicBezTo>
                    <a:cubicBezTo>
                      <a:pt x="20" y="6"/>
                      <a:pt x="22" y="8"/>
                      <a:pt x="25" y="11"/>
                    </a:cubicBezTo>
                    <a:cubicBezTo>
                      <a:pt x="28" y="16"/>
                      <a:pt x="32" y="20"/>
                      <a:pt x="34" y="25"/>
                    </a:cubicBezTo>
                    <a:cubicBezTo>
                      <a:pt x="36" y="28"/>
                      <a:pt x="36" y="33"/>
                      <a:pt x="38" y="3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3" name="Freeform 1241">
                <a:extLst>
                  <a:ext uri="{FF2B5EF4-FFF2-40B4-BE49-F238E27FC236}">
                    <a16:creationId xmlns:a16="http://schemas.microsoft.com/office/drawing/2014/main" id="{F4015231-31F9-421A-AA29-8A72BB044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327"/>
                <a:ext cx="84" cy="25"/>
              </a:xfrm>
              <a:custGeom>
                <a:avLst/>
                <a:gdLst>
                  <a:gd name="T0" fmla="*/ 227 w 51"/>
                  <a:gd name="T1" fmla="*/ 80 h 14"/>
                  <a:gd name="T2" fmla="*/ 171 w 51"/>
                  <a:gd name="T3" fmla="*/ 36 h 14"/>
                  <a:gd name="T4" fmla="*/ 119 w 51"/>
                  <a:gd name="T5" fmla="*/ 13 h 14"/>
                  <a:gd name="T6" fmla="*/ 0 w 51"/>
                  <a:gd name="T7" fmla="*/ 1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4">
                    <a:moveTo>
                      <a:pt x="51" y="14"/>
                    </a:moveTo>
                    <a:cubicBezTo>
                      <a:pt x="47" y="13"/>
                      <a:pt x="42" y="8"/>
                      <a:pt x="38" y="6"/>
                    </a:cubicBezTo>
                    <a:cubicBezTo>
                      <a:pt x="34" y="4"/>
                      <a:pt x="31" y="3"/>
                      <a:pt x="27" y="2"/>
                    </a:cubicBezTo>
                    <a:cubicBezTo>
                      <a:pt x="18" y="0"/>
                      <a:pt x="9" y="3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4" name="Freeform 1242">
                <a:extLst>
                  <a:ext uri="{FF2B5EF4-FFF2-40B4-BE49-F238E27FC236}">
                    <a16:creationId xmlns:a16="http://schemas.microsoft.com/office/drawing/2014/main" id="{67A7592A-FFAF-4E07-A2D2-3703CEC63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316"/>
                <a:ext cx="81" cy="11"/>
              </a:xfrm>
              <a:custGeom>
                <a:avLst/>
                <a:gdLst>
                  <a:gd name="T0" fmla="*/ 0 w 49"/>
                  <a:gd name="T1" fmla="*/ 37 h 6"/>
                  <a:gd name="T2" fmla="*/ 58 w 49"/>
                  <a:gd name="T3" fmla="*/ 7 h 6"/>
                  <a:gd name="T4" fmla="*/ 117 w 49"/>
                  <a:gd name="T5" fmla="*/ 0 h 6"/>
                  <a:gd name="T6" fmla="*/ 222 w 49"/>
                  <a:gd name="T7" fmla="*/ 3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">
                    <a:moveTo>
                      <a:pt x="0" y="6"/>
                    </a:moveTo>
                    <a:cubicBezTo>
                      <a:pt x="1" y="5"/>
                      <a:pt x="10" y="2"/>
                      <a:pt x="13" y="1"/>
                    </a:cubicBezTo>
                    <a:cubicBezTo>
                      <a:pt x="17" y="0"/>
                      <a:pt x="22" y="1"/>
                      <a:pt x="26" y="0"/>
                    </a:cubicBezTo>
                    <a:cubicBezTo>
                      <a:pt x="35" y="0"/>
                      <a:pt x="41" y="2"/>
                      <a:pt x="49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5" name="Freeform 1243">
                <a:extLst>
                  <a:ext uri="{FF2B5EF4-FFF2-40B4-BE49-F238E27FC236}">
                    <a16:creationId xmlns:a16="http://schemas.microsoft.com/office/drawing/2014/main" id="{AAA480F3-B780-458C-88CD-D7387C3CB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569"/>
                <a:ext cx="49" cy="170"/>
              </a:xfrm>
              <a:custGeom>
                <a:avLst/>
                <a:gdLst>
                  <a:gd name="T0" fmla="*/ 0 w 30"/>
                  <a:gd name="T1" fmla="*/ 0 h 96"/>
                  <a:gd name="T2" fmla="*/ 54 w 30"/>
                  <a:gd name="T3" fmla="*/ 50 h 96"/>
                  <a:gd name="T4" fmla="*/ 88 w 30"/>
                  <a:gd name="T5" fmla="*/ 138 h 96"/>
                  <a:gd name="T6" fmla="*/ 77 w 30"/>
                  <a:gd name="T7" fmla="*/ 244 h 96"/>
                  <a:gd name="T8" fmla="*/ 101 w 30"/>
                  <a:gd name="T9" fmla="*/ 301 h 96"/>
                  <a:gd name="T10" fmla="*/ 131 w 30"/>
                  <a:gd name="T11" fmla="*/ 411 h 96"/>
                  <a:gd name="T12" fmla="*/ 118 w 30"/>
                  <a:gd name="T13" fmla="*/ 499 h 96"/>
                  <a:gd name="T14" fmla="*/ 113 w 30"/>
                  <a:gd name="T15" fmla="*/ 533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96">
                    <a:moveTo>
                      <a:pt x="0" y="0"/>
                    </a:moveTo>
                    <a:cubicBezTo>
                      <a:pt x="2" y="4"/>
                      <a:pt x="8" y="6"/>
                      <a:pt x="12" y="9"/>
                    </a:cubicBezTo>
                    <a:cubicBezTo>
                      <a:pt x="16" y="13"/>
                      <a:pt x="19" y="19"/>
                      <a:pt x="20" y="25"/>
                    </a:cubicBezTo>
                    <a:cubicBezTo>
                      <a:pt x="21" y="31"/>
                      <a:pt x="17" y="38"/>
                      <a:pt x="18" y="44"/>
                    </a:cubicBezTo>
                    <a:cubicBezTo>
                      <a:pt x="19" y="48"/>
                      <a:pt x="21" y="51"/>
                      <a:pt x="23" y="54"/>
                    </a:cubicBezTo>
                    <a:cubicBezTo>
                      <a:pt x="26" y="60"/>
                      <a:pt x="29" y="67"/>
                      <a:pt x="30" y="74"/>
                    </a:cubicBezTo>
                    <a:cubicBezTo>
                      <a:pt x="30" y="80"/>
                      <a:pt x="29" y="85"/>
                      <a:pt x="27" y="90"/>
                    </a:cubicBezTo>
                    <a:cubicBezTo>
                      <a:pt x="27" y="92"/>
                      <a:pt x="26" y="94"/>
                      <a:pt x="26" y="9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6" name="Freeform 1244">
                <a:extLst>
                  <a:ext uri="{FF2B5EF4-FFF2-40B4-BE49-F238E27FC236}">
                    <a16:creationId xmlns:a16="http://schemas.microsoft.com/office/drawing/2014/main" id="{E40A16BB-CB06-4031-A493-C3325E23D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472"/>
                <a:ext cx="42" cy="60"/>
              </a:xfrm>
              <a:custGeom>
                <a:avLst/>
                <a:gdLst>
                  <a:gd name="T0" fmla="*/ 0 w 25"/>
                  <a:gd name="T1" fmla="*/ 0 h 34"/>
                  <a:gd name="T2" fmla="*/ 96 w 25"/>
                  <a:gd name="T3" fmla="*/ 49 h 34"/>
                  <a:gd name="T4" fmla="*/ 113 w 25"/>
                  <a:gd name="T5" fmla="*/ 18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7" y="0"/>
                      <a:pt x="16" y="3"/>
                      <a:pt x="20" y="9"/>
                    </a:cubicBezTo>
                    <a:cubicBezTo>
                      <a:pt x="25" y="17"/>
                      <a:pt x="24" y="25"/>
                      <a:pt x="24" y="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7" name="Freeform 1245">
                <a:extLst>
                  <a:ext uri="{FF2B5EF4-FFF2-40B4-BE49-F238E27FC236}">
                    <a16:creationId xmlns:a16="http://schemas.microsoft.com/office/drawing/2014/main" id="{54A80F60-5F9E-495D-9A85-7C984E610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509"/>
                <a:ext cx="35" cy="87"/>
              </a:xfrm>
              <a:custGeom>
                <a:avLst/>
                <a:gdLst>
                  <a:gd name="T0" fmla="*/ 0 w 21"/>
                  <a:gd name="T1" fmla="*/ 0 h 49"/>
                  <a:gd name="T2" fmla="*/ 42 w 21"/>
                  <a:gd name="T3" fmla="*/ 64 h 49"/>
                  <a:gd name="T4" fmla="*/ 78 w 21"/>
                  <a:gd name="T5" fmla="*/ 123 h 49"/>
                  <a:gd name="T6" fmla="*/ 92 w 21"/>
                  <a:gd name="T7" fmla="*/ 240 h 49"/>
                  <a:gd name="T8" fmla="*/ 97 w 21"/>
                  <a:gd name="T9" fmla="*/ 27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9">
                    <a:moveTo>
                      <a:pt x="0" y="0"/>
                    </a:moveTo>
                    <a:cubicBezTo>
                      <a:pt x="2" y="5"/>
                      <a:pt x="5" y="8"/>
                      <a:pt x="9" y="11"/>
                    </a:cubicBezTo>
                    <a:cubicBezTo>
                      <a:pt x="13" y="14"/>
                      <a:pt x="16" y="17"/>
                      <a:pt x="17" y="22"/>
                    </a:cubicBezTo>
                    <a:cubicBezTo>
                      <a:pt x="20" y="29"/>
                      <a:pt x="18" y="36"/>
                      <a:pt x="20" y="43"/>
                    </a:cubicBezTo>
                    <a:cubicBezTo>
                      <a:pt x="20" y="45"/>
                      <a:pt x="21" y="47"/>
                      <a:pt x="21" y="4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8" name="Freeform 1246">
                <a:extLst>
                  <a:ext uri="{FF2B5EF4-FFF2-40B4-BE49-F238E27FC236}">
                    <a16:creationId xmlns:a16="http://schemas.microsoft.com/office/drawing/2014/main" id="{75FF50BA-32D6-4E25-ADF4-1D4C55B70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603"/>
                <a:ext cx="19" cy="77"/>
              </a:xfrm>
              <a:custGeom>
                <a:avLst/>
                <a:gdLst>
                  <a:gd name="T0" fmla="*/ 0 w 12"/>
                  <a:gd name="T1" fmla="*/ 0 h 44"/>
                  <a:gd name="T2" fmla="*/ 48 w 12"/>
                  <a:gd name="T3" fmla="*/ 142 h 44"/>
                  <a:gd name="T4" fmla="*/ 40 w 12"/>
                  <a:gd name="T5" fmla="*/ 205 h 44"/>
                  <a:gd name="T6" fmla="*/ 35 w 12"/>
                  <a:gd name="T7" fmla="*/ 23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4">
                    <a:moveTo>
                      <a:pt x="0" y="0"/>
                    </a:moveTo>
                    <a:cubicBezTo>
                      <a:pt x="5" y="9"/>
                      <a:pt x="12" y="16"/>
                      <a:pt x="12" y="26"/>
                    </a:cubicBezTo>
                    <a:cubicBezTo>
                      <a:pt x="12" y="30"/>
                      <a:pt x="11" y="34"/>
                      <a:pt x="10" y="38"/>
                    </a:cubicBezTo>
                    <a:cubicBezTo>
                      <a:pt x="10" y="40"/>
                      <a:pt x="9" y="44"/>
                      <a:pt x="9" y="4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9" name="Freeform 1247">
                <a:extLst>
                  <a:ext uri="{FF2B5EF4-FFF2-40B4-BE49-F238E27FC236}">
                    <a16:creationId xmlns:a16="http://schemas.microsoft.com/office/drawing/2014/main" id="{C0E0611E-2CDE-4A2D-9E9E-4D8EEF135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564"/>
                <a:ext cx="23" cy="69"/>
              </a:xfrm>
              <a:custGeom>
                <a:avLst/>
                <a:gdLst>
                  <a:gd name="T0" fmla="*/ 0 w 14"/>
                  <a:gd name="T1" fmla="*/ 0 h 39"/>
                  <a:gd name="T2" fmla="*/ 49 w 14"/>
                  <a:gd name="T3" fmla="*/ 94 h 39"/>
                  <a:gd name="T4" fmla="*/ 58 w 14"/>
                  <a:gd name="T5" fmla="*/ 166 h 39"/>
                  <a:gd name="T6" fmla="*/ 62 w 14"/>
                  <a:gd name="T7" fmla="*/ 21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5" y="5"/>
                      <a:pt x="8" y="10"/>
                      <a:pt x="11" y="17"/>
                    </a:cubicBezTo>
                    <a:cubicBezTo>
                      <a:pt x="12" y="22"/>
                      <a:pt x="13" y="26"/>
                      <a:pt x="13" y="30"/>
                    </a:cubicBezTo>
                    <a:cubicBezTo>
                      <a:pt x="13" y="33"/>
                      <a:pt x="13" y="36"/>
                      <a:pt x="14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0" name="Freeform 1248">
                <a:extLst>
                  <a:ext uri="{FF2B5EF4-FFF2-40B4-BE49-F238E27FC236}">
                    <a16:creationId xmlns:a16="http://schemas.microsoft.com/office/drawing/2014/main" id="{98900B41-7583-4EE1-8670-D3DCBAFC7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739"/>
                <a:ext cx="102" cy="293"/>
              </a:xfrm>
              <a:custGeom>
                <a:avLst/>
                <a:gdLst>
                  <a:gd name="T0" fmla="*/ 255 w 62"/>
                  <a:gd name="T1" fmla="*/ 0 h 166"/>
                  <a:gd name="T2" fmla="*/ 271 w 62"/>
                  <a:gd name="T3" fmla="*/ 152 h 166"/>
                  <a:gd name="T4" fmla="*/ 271 w 62"/>
                  <a:gd name="T5" fmla="*/ 215 h 166"/>
                  <a:gd name="T6" fmla="*/ 243 w 62"/>
                  <a:gd name="T7" fmla="*/ 265 h 166"/>
                  <a:gd name="T8" fmla="*/ 240 w 62"/>
                  <a:gd name="T9" fmla="*/ 387 h 166"/>
                  <a:gd name="T10" fmla="*/ 206 w 62"/>
                  <a:gd name="T11" fmla="*/ 538 h 166"/>
                  <a:gd name="T12" fmla="*/ 151 w 62"/>
                  <a:gd name="T13" fmla="*/ 616 h 166"/>
                  <a:gd name="T14" fmla="*/ 105 w 62"/>
                  <a:gd name="T15" fmla="*/ 807 h 166"/>
                  <a:gd name="T16" fmla="*/ 41 w 62"/>
                  <a:gd name="T17" fmla="*/ 879 h 166"/>
                  <a:gd name="T18" fmla="*/ 0 w 62"/>
                  <a:gd name="T19" fmla="*/ 913 h 1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166">
                    <a:moveTo>
                      <a:pt x="57" y="0"/>
                    </a:moveTo>
                    <a:cubicBezTo>
                      <a:pt x="57" y="9"/>
                      <a:pt x="61" y="19"/>
                      <a:pt x="61" y="28"/>
                    </a:cubicBezTo>
                    <a:cubicBezTo>
                      <a:pt x="61" y="32"/>
                      <a:pt x="62" y="36"/>
                      <a:pt x="61" y="39"/>
                    </a:cubicBezTo>
                    <a:cubicBezTo>
                      <a:pt x="60" y="43"/>
                      <a:pt x="57" y="45"/>
                      <a:pt x="55" y="48"/>
                    </a:cubicBezTo>
                    <a:cubicBezTo>
                      <a:pt x="51" y="54"/>
                      <a:pt x="54" y="63"/>
                      <a:pt x="54" y="70"/>
                    </a:cubicBezTo>
                    <a:cubicBezTo>
                      <a:pt x="54" y="80"/>
                      <a:pt x="54" y="91"/>
                      <a:pt x="46" y="98"/>
                    </a:cubicBezTo>
                    <a:cubicBezTo>
                      <a:pt x="41" y="102"/>
                      <a:pt x="36" y="106"/>
                      <a:pt x="34" y="112"/>
                    </a:cubicBezTo>
                    <a:cubicBezTo>
                      <a:pt x="31" y="124"/>
                      <a:pt x="33" y="137"/>
                      <a:pt x="24" y="147"/>
                    </a:cubicBezTo>
                    <a:cubicBezTo>
                      <a:pt x="20" y="152"/>
                      <a:pt x="14" y="157"/>
                      <a:pt x="9" y="160"/>
                    </a:cubicBezTo>
                    <a:cubicBezTo>
                      <a:pt x="6" y="161"/>
                      <a:pt x="2" y="163"/>
                      <a:pt x="0" y="16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1" name="Freeform 1249">
                <a:extLst>
                  <a:ext uri="{FF2B5EF4-FFF2-40B4-BE49-F238E27FC236}">
                    <a16:creationId xmlns:a16="http://schemas.microsoft.com/office/drawing/2014/main" id="{6D7D13A5-709E-4FFE-8AA0-03503DFB8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137"/>
                <a:ext cx="285" cy="49"/>
              </a:xfrm>
              <a:custGeom>
                <a:avLst/>
                <a:gdLst>
                  <a:gd name="T0" fmla="*/ 0 w 172"/>
                  <a:gd name="T1" fmla="*/ 0 h 28"/>
                  <a:gd name="T2" fmla="*/ 83 w 172"/>
                  <a:gd name="T3" fmla="*/ 102 h 28"/>
                  <a:gd name="T4" fmla="*/ 192 w 172"/>
                  <a:gd name="T5" fmla="*/ 93 h 28"/>
                  <a:gd name="T6" fmla="*/ 285 w 172"/>
                  <a:gd name="T7" fmla="*/ 102 h 28"/>
                  <a:gd name="T8" fmla="*/ 444 w 172"/>
                  <a:gd name="T9" fmla="*/ 123 h 28"/>
                  <a:gd name="T10" fmla="*/ 519 w 172"/>
                  <a:gd name="T11" fmla="*/ 93 h 28"/>
                  <a:gd name="T12" fmla="*/ 560 w 172"/>
                  <a:gd name="T13" fmla="*/ 107 h 28"/>
                  <a:gd name="T14" fmla="*/ 645 w 172"/>
                  <a:gd name="T15" fmla="*/ 119 h 28"/>
                  <a:gd name="T16" fmla="*/ 782 w 172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28">
                    <a:moveTo>
                      <a:pt x="0" y="0"/>
                    </a:moveTo>
                    <a:cubicBezTo>
                      <a:pt x="2" y="5"/>
                      <a:pt x="12" y="15"/>
                      <a:pt x="18" y="19"/>
                    </a:cubicBezTo>
                    <a:cubicBezTo>
                      <a:pt x="26" y="23"/>
                      <a:pt x="34" y="20"/>
                      <a:pt x="42" y="17"/>
                    </a:cubicBezTo>
                    <a:cubicBezTo>
                      <a:pt x="50" y="14"/>
                      <a:pt x="55" y="17"/>
                      <a:pt x="63" y="19"/>
                    </a:cubicBezTo>
                    <a:cubicBezTo>
                      <a:pt x="76" y="23"/>
                      <a:pt x="84" y="28"/>
                      <a:pt x="98" y="23"/>
                    </a:cubicBezTo>
                    <a:cubicBezTo>
                      <a:pt x="104" y="20"/>
                      <a:pt x="108" y="16"/>
                      <a:pt x="114" y="17"/>
                    </a:cubicBezTo>
                    <a:cubicBezTo>
                      <a:pt x="117" y="17"/>
                      <a:pt x="120" y="19"/>
                      <a:pt x="123" y="20"/>
                    </a:cubicBezTo>
                    <a:cubicBezTo>
                      <a:pt x="129" y="22"/>
                      <a:pt x="135" y="23"/>
                      <a:pt x="142" y="22"/>
                    </a:cubicBezTo>
                    <a:cubicBezTo>
                      <a:pt x="153" y="21"/>
                      <a:pt x="167" y="11"/>
                      <a:pt x="172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2" name="Freeform 1250">
                <a:extLst>
                  <a:ext uri="{FF2B5EF4-FFF2-40B4-BE49-F238E27FC236}">
                    <a16:creationId xmlns:a16="http://schemas.microsoft.com/office/drawing/2014/main" id="{CA5BC6E8-3A05-45D5-BD33-21735A51A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034"/>
                <a:ext cx="141" cy="104"/>
              </a:xfrm>
              <a:custGeom>
                <a:avLst/>
                <a:gdLst>
                  <a:gd name="T0" fmla="*/ 388 w 85"/>
                  <a:gd name="T1" fmla="*/ 0 h 59"/>
                  <a:gd name="T2" fmla="*/ 342 w 85"/>
                  <a:gd name="T3" fmla="*/ 78 h 59"/>
                  <a:gd name="T4" fmla="*/ 300 w 85"/>
                  <a:gd name="T5" fmla="*/ 137 h 59"/>
                  <a:gd name="T6" fmla="*/ 247 w 85"/>
                  <a:gd name="T7" fmla="*/ 152 h 59"/>
                  <a:gd name="T8" fmla="*/ 214 w 85"/>
                  <a:gd name="T9" fmla="*/ 196 h 59"/>
                  <a:gd name="T10" fmla="*/ 96 w 85"/>
                  <a:gd name="T11" fmla="*/ 308 h 59"/>
                  <a:gd name="T12" fmla="*/ 0 w 85"/>
                  <a:gd name="T13" fmla="*/ 31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59">
                    <a:moveTo>
                      <a:pt x="85" y="0"/>
                    </a:moveTo>
                    <a:cubicBezTo>
                      <a:pt x="82" y="0"/>
                      <a:pt x="77" y="11"/>
                      <a:pt x="75" y="14"/>
                    </a:cubicBezTo>
                    <a:cubicBezTo>
                      <a:pt x="73" y="19"/>
                      <a:pt x="71" y="22"/>
                      <a:pt x="66" y="25"/>
                    </a:cubicBezTo>
                    <a:cubicBezTo>
                      <a:pt x="62" y="26"/>
                      <a:pt x="58" y="27"/>
                      <a:pt x="54" y="28"/>
                    </a:cubicBezTo>
                    <a:cubicBezTo>
                      <a:pt x="50" y="29"/>
                      <a:pt x="49" y="31"/>
                      <a:pt x="47" y="36"/>
                    </a:cubicBezTo>
                    <a:cubicBezTo>
                      <a:pt x="41" y="47"/>
                      <a:pt x="35" y="54"/>
                      <a:pt x="21" y="56"/>
                    </a:cubicBezTo>
                    <a:cubicBezTo>
                      <a:pt x="14" y="57"/>
                      <a:pt x="7" y="59"/>
                      <a:pt x="0" y="5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3" name="Freeform 1251">
                <a:extLst>
                  <a:ext uri="{FF2B5EF4-FFF2-40B4-BE49-F238E27FC236}">
                    <a16:creationId xmlns:a16="http://schemas.microsoft.com/office/drawing/2014/main" id="{7AB31047-1A83-46EB-94D2-5B76D2595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680"/>
                <a:ext cx="22" cy="105"/>
              </a:xfrm>
              <a:custGeom>
                <a:avLst/>
                <a:gdLst>
                  <a:gd name="T0" fmla="*/ 0 w 13"/>
                  <a:gd name="T1" fmla="*/ 0 h 59"/>
                  <a:gd name="T2" fmla="*/ 54 w 13"/>
                  <a:gd name="T3" fmla="*/ 194 h 59"/>
                  <a:gd name="T4" fmla="*/ 5 w 13"/>
                  <a:gd name="T5" fmla="*/ 3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9">
                    <a:moveTo>
                      <a:pt x="0" y="0"/>
                    </a:moveTo>
                    <a:cubicBezTo>
                      <a:pt x="5" y="11"/>
                      <a:pt x="13" y="21"/>
                      <a:pt x="11" y="34"/>
                    </a:cubicBezTo>
                    <a:cubicBezTo>
                      <a:pt x="10" y="42"/>
                      <a:pt x="5" y="52"/>
                      <a:pt x="1" y="5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4" name="Freeform 1252">
                <a:extLst>
                  <a:ext uri="{FF2B5EF4-FFF2-40B4-BE49-F238E27FC236}">
                    <a16:creationId xmlns:a16="http://schemas.microsoft.com/office/drawing/2014/main" id="{6AB108A1-F8BB-4C9B-A009-327F332C7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900"/>
                <a:ext cx="38" cy="85"/>
              </a:xfrm>
              <a:custGeom>
                <a:avLst/>
                <a:gdLst>
                  <a:gd name="T0" fmla="*/ 97 w 23"/>
                  <a:gd name="T1" fmla="*/ 0 h 48"/>
                  <a:gd name="T2" fmla="*/ 0 w 23"/>
                  <a:gd name="T3" fmla="*/ 26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8">
                    <a:moveTo>
                      <a:pt x="22" y="0"/>
                    </a:moveTo>
                    <a:cubicBezTo>
                      <a:pt x="23" y="19"/>
                      <a:pt x="16" y="37"/>
                      <a:pt x="0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5" name="Freeform 1253">
                <a:extLst>
                  <a:ext uri="{FF2B5EF4-FFF2-40B4-BE49-F238E27FC236}">
                    <a16:creationId xmlns:a16="http://schemas.microsoft.com/office/drawing/2014/main" id="{883FDAE3-073C-43A5-BE8F-89B640A2B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002"/>
                <a:ext cx="63" cy="73"/>
              </a:xfrm>
              <a:custGeom>
                <a:avLst/>
                <a:gdLst>
                  <a:gd name="T0" fmla="*/ 172 w 38"/>
                  <a:gd name="T1" fmla="*/ 0 h 41"/>
                  <a:gd name="T2" fmla="*/ 83 w 38"/>
                  <a:gd name="T3" fmla="*/ 187 h 41"/>
                  <a:gd name="T4" fmla="*/ 0 w 38"/>
                  <a:gd name="T5" fmla="*/ 23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38" y="0"/>
                    </a:moveTo>
                    <a:cubicBezTo>
                      <a:pt x="33" y="11"/>
                      <a:pt x="29" y="25"/>
                      <a:pt x="18" y="33"/>
                    </a:cubicBezTo>
                    <a:cubicBezTo>
                      <a:pt x="12" y="37"/>
                      <a:pt x="6" y="39"/>
                      <a:pt x="0" y="4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6" name="Freeform 1254">
                <a:extLst>
                  <a:ext uri="{FF2B5EF4-FFF2-40B4-BE49-F238E27FC236}">
                    <a16:creationId xmlns:a16="http://schemas.microsoft.com/office/drawing/2014/main" id="{5A771574-CBFA-4B7C-B209-75160C25D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31"/>
                <a:ext cx="93" cy="48"/>
              </a:xfrm>
              <a:custGeom>
                <a:avLst/>
                <a:gdLst>
                  <a:gd name="T0" fmla="*/ 256 w 56"/>
                  <a:gd name="T1" fmla="*/ 0 h 27"/>
                  <a:gd name="T2" fmla="*/ 221 w 56"/>
                  <a:gd name="T3" fmla="*/ 44 h 27"/>
                  <a:gd name="T4" fmla="*/ 168 w 56"/>
                  <a:gd name="T5" fmla="*/ 89 h 27"/>
                  <a:gd name="T6" fmla="*/ 83 w 56"/>
                  <a:gd name="T7" fmla="*/ 107 h 27"/>
                  <a:gd name="T8" fmla="*/ 0 w 56"/>
                  <a:gd name="T9" fmla="*/ 13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0"/>
                    </a:moveTo>
                    <a:cubicBezTo>
                      <a:pt x="55" y="3"/>
                      <a:pt x="50" y="6"/>
                      <a:pt x="48" y="8"/>
                    </a:cubicBezTo>
                    <a:cubicBezTo>
                      <a:pt x="45" y="11"/>
                      <a:pt x="41" y="14"/>
                      <a:pt x="37" y="16"/>
                    </a:cubicBezTo>
                    <a:cubicBezTo>
                      <a:pt x="31" y="18"/>
                      <a:pt x="24" y="18"/>
                      <a:pt x="18" y="19"/>
                    </a:cubicBezTo>
                    <a:cubicBezTo>
                      <a:pt x="13" y="20"/>
                      <a:pt x="5" y="27"/>
                      <a:pt x="0" y="2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7" name="Freeform 1255">
                <a:extLst>
                  <a:ext uri="{FF2B5EF4-FFF2-40B4-BE49-F238E27FC236}">
                    <a16:creationId xmlns:a16="http://schemas.microsoft.com/office/drawing/2014/main" id="{E9523E61-9454-46C9-A505-6024F8276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635"/>
                <a:ext cx="22" cy="84"/>
              </a:xfrm>
              <a:custGeom>
                <a:avLst/>
                <a:gdLst>
                  <a:gd name="T0" fmla="*/ 0 w 13"/>
                  <a:gd name="T1" fmla="*/ 0 h 48"/>
                  <a:gd name="T2" fmla="*/ 49 w 13"/>
                  <a:gd name="T3" fmla="*/ 130 h 48"/>
                  <a:gd name="T4" fmla="*/ 42 w 13"/>
                  <a:gd name="T5" fmla="*/ 25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8">
                    <a:moveTo>
                      <a:pt x="0" y="0"/>
                    </a:moveTo>
                    <a:cubicBezTo>
                      <a:pt x="6" y="6"/>
                      <a:pt x="9" y="16"/>
                      <a:pt x="10" y="24"/>
                    </a:cubicBezTo>
                    <a:cubicBezTo>
                      <a:pt x="11" y="30"/>
                      <a:pt x="13" y="42"/>
                      <a:pt x="9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8" name="Freeform 1256">
                <a:extLst>
                  <a:ext uri="{FF2B5EF4-FFF2-40B4-BE49-F238E27FC236}">
                    <a16:creationId xmlns:a16="http://schemas.microsoft.com/office/drawing/2014/main" id="{A1A13F5D-F56A-4421-8900-220A0F5FD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801"/>
                <a:ext cx="21" cy="95"/>
              </a:xfrm>
              <a:custGeom>
                <a:avLst/>
                <a:gdLst>
                  <a:gd name="T0" fmla="*/ 39 w 13"/>
                  <a:gd name="T1" fmla="*/ 0 h 54"/>
                  <a:gd name="T2" fmla="*/ 50 w 13"/>
                  <a:gd name="T3" fmla="*/ 99 h 54"/>
                  <a:gd name="T4" fmla="*/ 42 w 13"/>
                  <a:gd name="T5" fmla="*/ 192 h 54"/>
                  <a:gd name="T6" fmla="*/ 0 w 13"/>
                  <a:gd name="T7" fmla="*/ 29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4">
                    <a:moveTo>
                      <a:pt x="9" y="0"/>
                    </a:moveTo>
                    <a:cubicBezTo>
                      <a:pt x="9" y="6"/>
                      <a:pt x="11" y="12"/>
                      <a:pt x="12" y="18"/>
                    </a:cubicBezTo>
                    <a:cubicBezTo>
                      <a:pt x="13" y="24"/>
                      <a:pt x="11" y="29"/>
                      <a:pt x="10" y="35"/>
                    </a:cubicBezTo>
                    <a:cubicBezTo>
                      <a:pt x="8" y="42"/>
                      <a:pt x="4" y="49"/>
                      <a:pt x="0" y="5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9" name="Freeform 1257">
                <a:extLst>
                  <a:ext uri="{FF2B5EF4-FFF2-40B4-BE49-F238E27FC236}">
                    <a16:creationId xmlns:a16="http://schemas.microsoft.com/office/drawing/2014/main" id="{33CCCBD6-FE78-4599-920D-0097E794A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739"/>
                <a:ext cx="19" cy="102"/>
              </a:xfrm>
              <a:custGeom>
                <a:avLst/>
                <a:gdLst>
                  <a:gd name="T0" fmla="*/ 28 w 11"/>
                  <a:gd name="T1" fmla="*/ 0 h 58"/>
                  <a:gd name="T2" fmla="*/ 50 w 11"/>
                  <a:gd name="T3" fmla="*/ 86 h 58"/>
                  <a:gd name="T4" fmla="*/ 48 w 11"/>
                  <a:gd name="T5" fmla="*/ 186 h 58"/>
                  <a:gd name="T6" fmla="*/ 28 w 11"/>
                  <a:gd name="T7" fmla="*/ 266 h 58"/>
                  <a:gd name="T8" fmla="*/ 0 w 11"/>
                  <a:gd name="T9" fmla="*/ 3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8">
                    <a:moveTo>
                      <a:pt x="5" y="0"/>
                    </a:moveTo>
                    <a:cubicBezTo>
                      <a:pt x="5" y="5"/>
                      <a:pt x="9" y="11"/>
                      <a:pt x="10" y="16"/>
                    </a:cubicBezTo>
                    <a:cubicBezTo>
                      <a:pt x="11" y="22"/>
                      <a:pt x="10" y="28"/>
                      <a:pt x="9" y="34"/>
                    </a:cubicBezTo>
                    <a:cubicBezTo>
                      <a:pt x="8" y="39"/>
                      <a:pt x="8" y="44"/>
                      <a:pt x="5" y="49"/>
                    </a:cubicBezTo>
                    <a:cubicBezTo>
                      <a:pt x="3" y="53"/>
                      <a:pt x="1" y="55"/>
                      <a:pt x="0" y="5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0" name="Freeform 1258">
                <a:extLst>
                  <a:ext uri="{FF2B5EF4-FFF2-40B4-BE49-F238E27FC236}">
                    <a16:creationId xmlns:a16="http://schemas.microsoft.com/office/drawing/2014/main" id="{F9520E0E-6D5B-4913-B491-30D829EBC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958"/>
                <a:ext cx="47" cy="74"/>
              </a:xfrm>
              <a:custGeom>
                <a:avLst/>
                <a:gdLst>
                  <a:gd name="T0" fmla="*/ 133 w 28"/>
                  <a:gd name="T1" fmla="*/ 0 h 42"/>
                  <a:gd name="T2" fmla="*/ 91 w 28"/>
                  <a:gd name="T3" fmla="*/ 127 h 42"/>
                  <a:gd name="T4" fmla="*/ 0 w 28"/>
                  <a:gd name="T5" fmla="*/ 22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8" y="0"/>
                    </a:moveTo>
                    <a:cubicBezTo>
                      <a:pt x="26" y="8"/>
                      <a:pt x="24" y="15"/>
                      <a:pt x="19" y="23"/>
                    </a:cubicBezTo>
                    <a:cubicBezTo>
                      <a:pt x="14" y="31"/>
                      <a:pt x="5" y="35"/>
                      <a:pt x="0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1" name="Freeform 1259">
                <a:extLst>
                  <a:ext uri="{FF2B5EF4-FFF2-40B4-BE49-F238E27FC236}">
                    <a16:creationId xmlns:a16="http://schemas.microsoft.com/office/drawing/2014/main" id="{7C525B5F-393D-4E19-9E59-46E2EFBE1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848"/>
                <a:ext cx="35" cy="105"/>
              </a:xfrm>
              <a:custGeom>
                <a:avLst/>
                <a:gdLst>
                  <a:gd name="T0" fmla="*/ 83 w 21"/>
                  <a:gd name="T1" fmla="*/ 0 h 59"/>
                  <a:gd name="T2" fmla="*/ 75 w 21"/>
                  <a:gd name="T3" fmla="*/ 219 h 59"/>
                  <a:gd name="T4" fmla="*/ 0 w 21"/>
                  <a:gd name="T5" fmla="*/ 3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9">
                    <a:moveTo>
                      <a:pt x="18" y="0"/>
                    </a:moveTo>
                    <a:cubicBezTo>
                      <a:pt x="18" y="14"/>
                      <a:pt x="21" y="25"/>
                      <a:pt x="16" y="39"/>
                    </a:cubicBezTo>
                    <a:cubicBezTo>
                      <a:pt x="12" y="46"/>
                      <a:pt x="7" y="55"/>
                      <a:pt x="0" y="5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2" name="Freeform 1260">
                <a:extLst>
                  <a:ext uri="{FF2B5EF4-FFF2-40B4-BE49-F238E27FC236}">
                    <a16:creationId xmlns:a16="http://schemas.microsoft.com/office/drawing/2014/main" id="{16D20CDE-2035-4118-923E-6F5BBD639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3073"/>
                <a:ext cx="63" cy="51"/>
              </a:xfrm>
              <a:custGeom>
                <a:avLst/>
                <a:gdLst>
                  <a:gd name="T0" fmla="*/ 172 w 38"/>
                  <a:gd name="T1" fmla="*/ 0 h 29"/>
                  <a:gd name="T2" fmla="*/ 88 w 38"/>
                  <a:gd name="T3" fmla="*/ 114 h 29"/>
                  <a:gd name="T4" fmla="*/ 0 w 38"/>
                  <a:gd name="T5" fmla="*/ 15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29" y="3"/>
                      <a:pt x="25" y="15"/>
                      <a:pt x="19" y="21"/>
                    </a:cubicBezTo>
                    <a:cubicBezTo>
                      <a:pt x="13" y="26"/>
                      <a:pt x="6" y="26"/>
                      <a:pt x="0" y="2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3" name="Freeform 1261">
                <a:extLst>
                  <a:ext uri="{FF2B5EF4-FFF2-40B4-BE49-F238E27FC236}">
                    <a16:creationId xmlns:a16="http://schemas.microsoft.com/office/drawing/2014/main" id="{7A4FCE81-EB93-4783-AC1F-6EB27824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177"/>
                <a:ext cx="96" cy="15"/>
              </a:xfrm>
              <a:custGeom>
                <a:avLst/>
                <a:gdLst>
                  <a:gd name="T0" fmla="*/ 263 w 58"/>
                  <a:gd name="T1" fmla="*/ 0 h 8"/>
                  <a:gd name="T2" fmla="*/ 179 w 58"/>
                  <a:gd name="T3" fmla="*/ 39 h 8"/>
                  <a:gd name="T4" fmla="*/ 84 w 58"/>
                  <a:gd name="T5" fmla="*/ 32 h 8"/>
                  <a:gd name="T6" fmla="*/ 0 w 58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">
                    <a:moveTo>
                      <a:pt x="58" y="0"/>
                    </a:moveTo>
                    <a:cubicBezTo>
                      <a:pt x="53" y="3"/>
                      <a:pt x="45" y="5"/>
                      <a:pt x="39" y="6"/>
                    </a:cubicBezTo>
                    <a:cubicBezTo>
                      <a:pt x="33" y="8"/>
                      <a:pt x="26" y="6"/>
                      <a:pt x="19" y="5"/>
                    </a:cubicBezTo>
                    <a:cubicBezTo>
                      <a:pt x="15" y="4"/>
                      <a:pt x="2" y="6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4" name="Freeform 1262">
                <a:extLst>
                  <a:ext uri="{FF2B5EF4-FFF2-40B4-BE49-F238E27FC236}">
                    <a16:creationId xmlns:a16="http://schemas.microsoft.com/office/drawing/2014/main" id="{A79C6112-AA56-4EAF-9917-8F6CA612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105"/>
                <a:ext cx="64" cy="48"/>
              </a:xfrm>
              <a:custGeom>
                <a:avLst/>
                <a:gdLst>
                  <a:gd name="T0" fmla="*/ 172 w 39"/>
                  <a:gd name="T1" fmla="*/ 0 h 27"/>
                  <a:gd name="T2" fmla="*/ 89 w 39"/>
                  <a:gd name="T3" fmla="*/ 107 h 27"/>
                  <a:gd name="T4" fmla="*/ 0 w 39"/>
                  <a:gd name="T5" fmla="*/ 14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7">
                    <a:moveTo>
                      <a:pt x="39" y="0"/>
                    </a:moveTo>
                    <a:cubicBezTo>
                      <a:pt x="39" y="10"/>
                      <a:pt x="27" y="15"/>
                      <a:pt x="20" y="19"/>
                    </a:cubicBezTo>
                    <a:cubicBezTo>
                      <a:pt x="14" y="23"/>
                      <a:pt x="7" y="27"/>
                      <a:pt x="0" y="2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5" name="Freeform 1263">
                <a:extLst>
                  <a:ext uri="{FF2B5EF4-FFF2-40B4-BE49-F238E27FC236}">
                    <a16:creationId xmlns:a16="http://schemas.microsoft.com/office/drawing/2014/main" id="{CC52CED7-855C-4BEC-BAC7-3F40FF5C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3057"/>
                <a:ext cx="65" cy="58"/>
              </a:xfrm>
              <a:custGeom>
                <a:avLst/>
                <a:gdLst>
                  <a:gd name="T0" fmla="*/ 180 w 39"/>
                  <a:gd name="T1" fmla="*/ 0 h 33"/>
                  <a:gd name="T2" fmla="*/ 158 w 39"/>
                  <a:gd name="T3" fmla="*/ 56 h 33"/>
                  <a:gd name="T4" fmla="*/ 112 w 39"/>
                  <a:gd name="T5" fmla="*/ 109 h 33"/>
                  <a:gd name="T6" fmla="*/ 0 w 39"/>
                  <a:gd name="T7" fmla="*/ 17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3">
                    <a:moveTo>
                      <a:pt x="39" y="0"/>
                    </a:moveTo>
                    <a:cubicBezTo>
                      <a:pt x="36" y="3"/>
                      <a:pt x="35" y="7"/>
                      <a:pt x="34" y="10"/>
                    </a:cubicBezTo>
                    <a:cubicBezTo>
                      <a:pt x="31" y="14"/>
                      <a:pt x="28" y="17"/>
                      <a:pt x="24" y="20"/>
                    </a:cubicBezTo>
                    <a:cubicBezTo>
                      <a:pt x="16" y="25"/>
                      <a:pt x="8" y="28"/>
                      <a:pt x="0" y="3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6" name="Freeform 1264">
                <a:extLst>
                  <a:ext uri="{FF2B5EF4-FFF2-40B4-BE49-F238E27FC236}">
                    <a16:creationId xmlns:a16="http://schemas.microsoft.com/office/drawing/2014/main" id="{6B67E1D6-97AC-4244-8F12-4978F02D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176"/>
                <a:ext cx="83" cy="12"/>
              </a:xfrm>
              <a:custGeom>
                <a:avLst/>
                <a:gdLst>
                  <a:gd name="T0" fmla="*/ 0 w 50"/>
                  <a:gd name="T1" fmla="*/ 0 h 7"/>
                  <a:gd name="T2" fmla="*/ 55 w 50"/>
                  <a:gd name="T3" fmla="*/ 26 h 7"/>
                  <a:gd name="T4" fmla="*/ 146 w 50"/>
                  <a:gd name="T5" fmla="*/ 29 h 7"/>
                  <a:gd name="T6" fmla="*/ 229 w 50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">
                    <a:moveTo>
                      <a:pt x="0" y="0"/>
                    </a:moveTo>
                    <a:cubicBezTo>
                      <a:pt x="4" y="1"/>
                      <a:pt x="8" y="4"/>
                      <a:pt x="12" y="5"/>
                    </a:cubicBezTo>
                    <a:cubicBezTo>
                      <a:pt x="18" y="7"/>
                      <a:pt x="26" y="7"/>
                      <a:pt x="32" y="6"/>
                    </a:cubicBezTo>
                    <a:cubicBezTo>
                      <a:pt x="38" y="5"/>
                      <a:pt x="44" y="4"/>
                      <a:pt x="5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7" name="Freeform 1265">
                <a:extLst>
                  <a:ext uri="{FF2B5EF4-FFF2-40B4-BE49-F238E27FC236}">
                    <a16:creationId xmlns:a16="http://schemas.microsoft.com/office/drawing/2014/main" id="{10893A84-5323-4B8F-A6E9-98513B359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133"/>
                <a:ext cx="66" cy="34"/>
              </a:xfrm>
              <a:custGeom>
                <a:avLst/>
                <a:gdLst>
                  <a:gd name="T0" fmla="*/ 180 w 40"/>
                  <a:gd name="T1" fmla="*/ 109 h 19"/>
                  <a:gd name="T2" fmla="*/ 0 w 40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9">
                    <a:moveTo>
                      <a:pt x="40" y="19"/>
                    </a:moveTo>
                    <a:cubicBezTo>
                      <a:pt x="30" y="12"/>
                      <a:pt x="4" y="1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8" name="Freeform 1266">
                <a:extLst>
                  <a:ext uri="{FF2B5EF4-FFF2-40B4-BE49-F238E27FC236}">
                    <a16:creationId xmlns:a16="http://schemas.microsoft.com/office/drawing/2014/main" id="{6AEFA4A9-06E2-43CB-BC74-2365860B1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188"/>
                <a:ext cx="91" cy="14"/>
              </a:xfrm>
              <a:custGeom>
                <a:avLst/>
                <a:gdLst>
                  <a:gd name="T0" fmla="*/ 0 w 55"/>
                  <a:gd name="T1" fmla="*/ 0 h 8"/>
                  <a:gd name="T2" fmla="*/ 117 w 55"/>
                  <a:gd name="T3" fmla="*/ 37 h 8"/>
                  <a:gd name="T4" fmla="*/ 250 w 55"/>
                  <a:gd name="T5" fmla="*/ 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8">
                    <a:moveTo>
                      <a:pt x="0" y="0"/>
                    </a:moveTo>
                    <a:cubicBezTo>
                      <a:pt x="7" y="8"/>
                      <a:pt x="16" y="8"/>
                      <a:pt x="26" y="7"/>
                    </a:cubicBezTo>
                    <a:cubicBezTo>
                      <a:pt x="35" y="7"/>
                      <a:pt x="47" y="5"/>
                      <a:pt x="55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9" name="Freeform 1267">
                <a:extLst>
                  <a:ext uri="{FF2B5EF4-FFF2-40B4-BE49-F238E27FC236}">
                    <a16:creationId xmlns:a16="http://schemas.microsoft.com/office/drawing/2014/main" id="{903605A6-FA72-4136-AE12-AEB9BDB1A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158"/>
                <a:ext cx="73" cy="30"/>
              </a:xfrm>
              <a:custGeom>
                <a:avLst/>
                <a:gdLst>
                  <a:gd name="T0" fmla="*/ 201 w 44"/>
                  <a:gd name="T1" fmla="*/ 94 h 17"/>
                  <a:gd name="T2" fmla="*/ 126 w 44"/>
                  <a:gd name="T3" fmla="*/ 86 h 17"/>
                  <a:gd name="T4" fmla="*/ 75 w 44"/>
                  <a:gd name="T5" fmla="*/ 72 h 17"/>
                  <a:gd name="T6" fmla="*/ 22 w 44"/>
                  <a:gd name="T7" fmla="*/ 37 h 17"/>
                  <a:gd name="T8" fmla="*/ 0 w 4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7">
                    <a:moveTo>
                      <a:pt x="44" y="17"/>
                    </a:moveTo>
                    <a:cubicBezTo>
                      <a:pt x="39" y="15"/>
                      <a:pt x="33" y="17"/>
                      <a:pt x="28" y="16"/>
                    </a:cubicBezTo>
                    <a:cubicBezTo>
                      <a:pt x="24" y="16"/>
                      <a:pt x="20" y="14"/>
                      <a:pt x="16" y="13"/>
                    </a:cubicBezTo>
                    <a:cubicBezTo>
                      <a:pt x="12" y="12"/>
                      <a:pt x="8" y="10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0" name="Freeform 1268">
                <a:extLst>
                  <a:ext uri="{FF2B5EF4-FFF2-40B4-BE49-F238E27FC236}">
                    <a16:creationId xmlns:a16="http://schemas.microsoft.com/office/drawing/2014/main" id="{EBF08C82-CB31-456C-9545-C2B57EB05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126"/>
                <a:ext cx="60" cy="30"/>
              </a:xfrm>
              <a:custGeom>
                <a:avLst/>
                <a:gdLst>
                  <a:gd name="T0" fmla="*/ 167 w 36"/>
                  <a:gd name="T1" fmla="*/ 94 h 17"/>
                  <a:gd name="T2" fmla="*/ 103 w 36"/>
                  <a:gd name="T3" fmla="*/ 78 h 17"/>
                  <a:gd name="T4" fmla="*/ 55 w 36"/>
                  <a:gd name="T5" fmla="*/ 60 h 17"/>
                  <a:gd name="T6" fmla="*/ 0 w 3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36" y="17"/>
                    </a:moveTo>
                    <a:cubicBezTo>
                      <a:pt x="31" y="17"/>
                      <a:pt x="27" y="15"/>
                      <a:pt x="22" y="14"/>
                    </a:cubicBezTo>
                    <a:cubicBezTo>
                      <a:pt x="18" y="13"/>
                      <a:pt x="16" y="13"/>
                      <a:pt x="12" y="11"/>
                    </a:cubicBezTo>
                    <a:cubicBezTo>
                      <a:pt x="8" y="8"/>
                      <a:pt x="2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1" name="Freeform 1269">
                <a:extLst>
                  <a:ext uri="{FF2B5EF4-FFF2-40B4-BE49-F238E27FC236}">
                    <a16:creationId xmlns:a16="http://schemas.microsoft.com/office/drawing/2014/main" id="{36395730-3769-4D10-9DF5-FCBEB3C63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707"/>
                <a:ext cx="36" cy="74"/>
              </a:xfrm>
              <a:custGeom>
                <a:avLst/>
                <a:gdLst>
                  <a:gd name="T0" fmla="*/ 97 w 22"/>
                  <a:gd name="T1" fmla="*/ 28 h 42"/>
                  <a:gd name="T2" fmla="*/ 75 w 22"/>
                  <a:gd name="T3" fmla="*/ 0 h 42"/>
                  <a:gd name="T4" fmla="*/ 18 w 22"/>
                  <a:gd name="T5" fmla="*/ 16 h 42"/>
                  <a:gd name="T6" fmla="*/ 18 w 22"/>
                  <a:gd name="T7" fmla="*/ 127 h 42"/>
                  <a:gd name="T8" fmla="*/ 43 w 22"/>
                  <a:gd name="T9" fmla="*/ 217 h 42"/>
                  <a:gd name="T10" fmla="*/ 92 w 22"/>
                  <a:gd name="T11" fmla="*/ 217 h 42"/>
                  <a:gd name="T12" fmla="*/ 92 w 22"/>
                  <a:gd name="T13" fmla="*/ 2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2">
                    <a:moveTo>
                      <a:pt x="22" y="5"/>
                    </a:moveTo>
                    <a:cubicBezTo>
                      <a:pt x="21" y="2"/>
                      <a:pt x="21" y="0"/>
                      <a:pt x="17" y="0"/>
                    </a:cubicBezTo>
                    <a:cubicBezTo>
                      <a:pt x="14" y="0"/>
                      <a:pt x="6" y="1"/>
                      <a:pt x="4" y="3"/>
                    </a:cubicBezTo>
                    <a:cubicBezTo>
                      <a:pt x="0" y="5"/>
                      <a:pt x="3" y="18"/>
                      <a:pt x="4" y="23"/>
                    </a:cubicBezTo>
                    <a:cubicBezTo>
                      <a:pt x="4" y="28"/>
                      <a:pt x="4" y="38"/>
                      <a:pt x="10" y="40"/>
                    </a:cubicBezTo>
                    <a:cubicBezTo>
                      <a:pt x="13" y="42"/>
                      <a:pt x="17" y="41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2" name="Freeform 1270">
                <a:extLst>
                  <a:ext uri="{FF2B5EF4-FFF2-40B4-BE49-F238E27FC236}">
                    <a16:creationId xmlns:a16="http://schemas.microsoft.com/office/drawing/2014/main" id="{936E0E56-20E7-40BE-BE67-56B6CC4EA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573"/>
                <a:ext cx="43" cy="74"/>
              </a:xfrm>
              <a:custGeom>
                <a:avLst/>
                <a:gdLst>
                  <a:gd name="T0" fmla="*/ 71 w 26"/>
                  <a:gd name="T1" fmla="*/ 229 h 42"/>
                  <a:gd name="T2" fmla="*/ 0 w 26"/>
                  <a:gd name="T3" fmla="*/ 164 h 42"/>
                  <a:gd name="T4" fmla="*/ 36 w 26"/>
                  <a:gd name="T5" fmla="*/ 21 h 42"/>
                  <a:gd name="T6" fmla="*/ 104 w 26"/>
                  <a:gd name="T7" fmla="*/ 28 h 42"/>
                  <a:gd name="T8" fmla="*/ 117 w 26"/>
                  <a:gd name="T9" fmla="*/ 5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16" y="42"/>
                    </a:moveTo>
                    <a:cubicBezTo>
                      <a:pt x="7" y="42"/>
                      <a:pt x="1" y="40"/>
                      <a:pt x="0" y="30"/>
                    </a:cubicBezTo>
                    <a:cubicBezTo>
                      <a:pt x="0" y="23"/>
                      <a:pt x="3" y="10"/>
                      <a:pt x="8" y="4"/>
                    </a:cubicBezTo>
                    <a:cubicBezTo>
                      <a:pt x="12" y="0"/>
                      <a:pt x="19" y="3"/>
                      <a:pt x="23" y="5"/>
                    </a:cubicBezTo>
                    <a:cubicBezTo>
                      <a:pt x="26" y="6"/>
                      <a:pt x="26" y="7"/>
                      <a:pt x="26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3" name="Freeform 1271">
                <a:extLst>
                  <a:ext uri="{FF2B5EF4-FFF2-40B4-BE49-F238E27FC236}">
                    <a16:creationId xmlns:a16="http://schemas.microsoft.com/office/drawing/2014/main" id="{F1A64CB6-3FBD-4841-9A6B-5CA90BCE1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829"/>
                <a:ext cx="35" cy="74"/>
              </a:xfrm>
              <a:custGeom>
                <a:avLst/>
                <a:gdLst>
                  <a:gd name="T0" fmla="*/ 55 w 21"/>
                  <a:gd name="T1" fmla="*/ 0 h 42"/>
                  <a:gd name="T2" fmla="*/ 28 w 21"/>
                  <a:gd name="T3" fmla="*/ 16 h 42"/>
                  <a:gd name="T4" fmla="*/ 0 w 21"/>
                  <a:gd name="T5" fmla="*/ 44 h 42"/>
                  <a:gd name="T6" fmla="*/ 13 w 21"/>
                  <a:gd name="T7" fmla="*/ 109 h 42"/>
                  <a:gd name="T8" fmla="*/ 28 w 21"/>
                  <a:gd name="T9" fmla="*/ 171 h 42"/>
                  <a:gd name="T10" fmla="*/ 63 w 21"/>
                  <a:gd name="T11" fmla="*/ 224 h 42"/>
                  <a:gd name="T12" fmla="*/ 97 w 21"/>
                  <a:gd name="T13" fmla="*/ 208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2">
                    <a:moveTo>
                      <a:pt x="12" y="0"/>
                    </a:moveTo>
                    <a:cubicBezTo>
                      <a:pt x="10" y="0"/>
                      <a:pt x="7" y="2"/>
                      <a:pt x="6" y="3"/>
                    </a:cubicBezTo>
                    <a:cubicBezTo>
                      <a:pt x="3" y="4"/>
                      <a:pt x="1" y="5"/>
                      <a:pt x="0" y="8"/>
                    </a:cubicBezTo>
                    <a:cubicBezTo>
                      <a:pt x="0" y="12"/>
                      <a:pt x="2" y="16"/>
                      <a:pt x="3" y="20"/>
                    </a:cubicBezTo>
                    <a:cubicBezTo>
                      <a:pt x="4" y="24"/>
                      <a:pt x="4" y="28"/>
                      <a:pt x="6" y="31"/>
                    </a:cubicBezTo>
                    <a:cubicBezTo>
                      <a:pt x="7" y="36"/>
                      <a:pt x="9" y="42"/>
                      <a:pt x="14" y="41"/>
                    </a:cubicBezTo>
                    <a:cubicBezTo>
                      <a:pt x="17" y="41"/>
                      <a:pt x="19" y="40"/>
                      <a:pt x="21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4" name="Freeform 1272">
                <a:extLst>
                  <a:ext uri="{FF2B5EF4-FFF2-40B4-BE49-F238E27FC236}">
                    <a16:creationId xmlns:a16="http://schemas.microsoft.com/office/drawing/2014/main" id="{4B259929-B483-46C2-A1DB-CCB06576F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955"/>
                <a:ext cx="58" cy="69"/>
              </a:xfrm>
              <a:custGeom>
                <a:avLst/>
                <a:gdLst>
                  <a:gd name="T0" fmla="*/ 76 w 35"/>
                  <a:gd name="T1" fmla="*/ 16 h 39"/>
                  <a:gd name="T2" fmla="*/ 22 w 35"/>
                  <a:gd name="T3" fmla="*/ 50 h 39"/>
                  <a:gd name="T4" fmla="*/ 68 w 35"/>
                  <a:gd name="T5" fmla="*/ 172 h 39"/>
                  <a:gd name="T6" fmla="*/ 126 w 35"/>
                  <a:gd name="T7" fmla="*/ 211 h 39"/>
                  <a:gd name="T8" fmla="*/ 159 w 35"/>
                  <a:gd name="T9" fmla="*/ 17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9">
                    <a:moveTo>
                      <a:pt x="17" y="3"/>
                    </a:moveTo>
                    <a:cubicBezTo>
                      <a:pt x="12" y="0"/>
                      <a:pt x="7" y="6"/>
                      <a:pt x="5" y="9"/>
                    </a:cubicBezTo>
                    <a:cubicBezTo>
                      <a:pt x="0" y="16"/>
                      <a:pt x="10" y="26"/>
                      <a:pt x="15" y="31"/>
                    </a:cubicBezTo>
                    <a:cubicBezTo>
                      <a:pt x="18" y="35"/>
                      <a:pt x="23" y="39"/>
                      <a:pt x="28" y="38"/>
                    </a:cubicBezTo>
                    <a:cubicBezTo>
                      <a:pt x="31" y="38"/>
                      <a:pt x="35" y="36"/>
                      <a:pt x="35" y="3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5" name="Freeform 1273">
                <a:extLst>
                  <a:ext uri="{FF2B5EF4-FFF2-40B4-BE49-F238E27FC236}">
                    <a16:creationId xmlns:a16="http://schemas.microsoft.com/office/drawing/2014/main" id="{B533612F-F087-45B2-AB4C-11D53E5EB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064"/>
                <a:ext cx="61" cy="76"/>
              </a:xfrm>
              <a:custGeom>
                <a:avLst/>
                <a:gdLst>
                  <a:gd name="T0" fmla="*/ 43 w 37"/>
                  <a:gd name="T1" fmla="*/ 34 h 43"/>
                  <a:gd name="T2" fmla="*/ 8 w 37"/>
                  <a:gd name="T3" fmla="*/ 85 h 43"/>
                  <a:gd name="T4" fmla="*/ 76 w 37"/>
                  <a:gd name="T5" fmla="*/ 200 h 43"/>
                  <a:gd name="T6" fmla="*/ 147 w 37"/>
                  <a:gd name="T7" fmla="*/ 203 h 43"/>
                  <a:gd name="T8" fmla="*/ 158 w 37"/>
                  <a:gd name="T9" fmla="*/ 1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3">
                    <a:moveTo>
                      <a:pt x="10" y="6"/>
                    </a:moveTo>
                    <a:cubicBezTo>
                      <a:pt x="8" y="0"/>
                      <a:pt x="2" y="13"/>
                      <a:pt x="2" y="15"/>
                    </a:cubicBezTo>
                    <a:cubicBezTo>
                      <a:pt x="0" y="24"/>
                      <a:pt x="11" y="32"/>
                      <a:pt x="17" y="36"/>
                    </a:cubicBezTo>
                    <a:cubicBezTo>
                      <a:pt x="22" y="38"/>
                      <a:pt x="29" y="43"/>
                      <a:pt x="33" y="37"/>
                    </a:cubicBezTo>
                    <a:cubicBezTo>
                      <a:pt x="35" y="35"/>
                      <a:pt x="37" y="30"/>
                      <a:pt x="35" y="2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6" name="Freeform 1274">
                <a:extLst>
                  <a:ext uri="{FF2B5EF4-FFF2-40B4-BE49-F238E27FC236}">
                    <a16:creationId xmlns:a16="http://schemas.microsoft.com/office/drawing/2014/main" id="{A0D851AD-18EF-4FE8-9ACD-9CD01C1B4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642"/>
                <a:ext cx="20" cy="69"/>
              </a:xfrm>
              <a:custGeom>
                <a:avLst/>
                <a:gdLst>
                  <a:gd name="T0" fmla="*/ 55 w 12"/>
                  <a:gd name="T1" fmla="*/ 12 h 39"/>
                  <a:gd name="T2" fmla="*/ 28 w 12"/>
                  <a:gd name="T3" fmla="*/ 7 h 39"/>
                  <a:gd name="T4" fmla="*/ 8 w 12"/>
                  <a:gd name="T5" fmla="*/ 88 h 39"/>
                  <a:gd name="T6" fmla="*/ 0 w 12"/>
                  <a:gd name="T7" fmla="*/ 182 h 39"/>
                  <a:gd name="T8" fmla="*/ 8 w 12"/>
                  <a:gd name="T9" fmla="*/ 21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9">
                    <a:moveTo>
                      <a:pt x="12" y="2"/>
                    </a:moveTo>
                    <a:cubicBezTo>
                      <a:pt x="10" y="2"/>
                      <a:pt x="7" y="0"/>
                      <a:pt x="6" y="1"/>
                    </a:cubicBezTo>
                    <a:cubicBezTo>
                      <a:pt x="3" y="2"/>
                      <a:pt x="2" y="13"/>
                      <a:pt x="2" y="16"/>
                    </a:cubicBezTo>
                    <a:cubicBezTo>
                      <a:pt x="1" y="21"/>
                      <a:pt x="0" y="27"/>
                      <a:pt x="0" y="33"/>
                    </a:cubicBezTo>
                    <a:cubicBezTo>
                      <a:pt x="0" y="35"/>
                      <a:pt x="0" y="38"/>
                      <a:pt x="2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7" name="Freeform 1275">
                <a:extLst>
                  <a:ext uri="{FF2B5EF4-FFF2-40B4-BE49-F238E27FC236}">
                    <a16:creationId xmlns:a16="http://schemas.microsoft.com/office/drawing/2014/main" id="{CB903D63-C120-43A6-B391-4E8C9848A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780"/>
                <a:ext cx="18" cy="60"/>
              </a:xfrm>
              <a:custGeom>
                <a:avLst/>
                <a:gdLst>
                  <a:gd name="T0" fmla="*/ 41 w 11"/>
                  <a:gd name="T1" fmla="*/ 7 h 34"/>
                  <a:gd name="T2" fmla="*/ 8 w 11"/>
                  <a:gd name="T3" fmla="*/ 21 h 34"/>
                  <a:gd name="T4" fmla="*/ 18 w 11"/>
                  <a:gd name="T5" fmla="*/ 106 h 34"/>
                  <a:gd name="T6" fmla="*/ 47 w 11"/>
                  <a:gd name="T7" fmla="*/ 17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4">
                    <a:moveTo>
                      <a:pt x="9" y="1"/>
                    </a:moveTo>
                    <a:cubicBezTo>
                      <a:pt x="6" y="1"/>
                      <a:pt x="3" y="0"/>
                      <a:pt x="2" y="4"/>
                    </a:cubicBezTo>
                    <a:cubicBezTo>
                      <a:pt x="0" y="8"/>
                      <a:pt x="3" y="15"/>
                      <a:pt x="4" y="19"/>
                    </a:cubicBezTo>
                    <a:cubicBezTo>
                      <a:pt x="5" y="22"/>
                      <a:pt x="6" y="34"/>
                      <a:pt x="11" y="3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8" name="Freeform 1276">
                <a:extLst>
                  <a:ext uri="{FF2B5EF4-FFF2-40B4-BE49-F238E27FC236}">
                    <a16:creationId xmlns:a16="http://schemas.microsoft.com/office/drawing/2014/main" id="{758475C7-3D4E-45EB-ACFC-39EEBABB8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903"/>
                <a:ext cx="40" cy="66"/>
              </a:xfrm>
              <a:custGeom>
                <a:avLst/>
                <a:gdLst>
                  <a:gd name="T0" fmla="*/ 62 w 24"/>
                  <a:gd name="T1" fmla="*/ 0 h 37"/>
                  <a:gd name="T2" fmla="*/ 63 w 24"/>
                  <a:gd name="T3" fmla="*/ 159 h 37"/>
                  <a:gd name="T4" fmla="*/ 112 w 24"/>
                  <a:gd name="T5" fmla="*/ 21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13" y="0"/>
                    </a:moveTo>
                    <a:cubicBezTo>
                      <a:pt x="0" y="2"/>
                      <a:pt x="11" y="21"/>
                      <a:pt x="14" y="28"/>
                    </a:cubicBezTo>
                    <a:cubicBezTo>
                      <a:pt x="16" y="32"/>
                      <a:pt x="19" y="37"/>
                      <a:pt x="24" y="3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9" name="Freeform 1277">
                <a:extLst>
                  <a:ext uri="{FF2B5EF4-FFF2-40B4-BE49-F238E27FC236}">
                    <a16:creationId xmlns:a16="http://schemas.microsoft.com/office/drawing/2014/main" id="{10F0A359-8F50-4F95-A269-F91DB2C9B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705"/>
                <a:ext cx="5" cy="9"/>
              </a:xfrm>
              <a:custGeom>
                <a:avLst/>
                <a:gdLst>
                  <a:gd name="T0" fmla="*/ 0 w 3"/>
                  <a:gd name="T1" fmla="*/ 29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0" name="Freeform 1278">
                <a:extLst>
                  <a:ext uri="{FF2B5EF4-FFF2-40B4-BE49-F238E27FC236}">
                    <a16:creationId xmlns:a16="http://schemas.microsoft.com/office/drawing/2014/main" id="{E81196C1-39E4-4311-AEC2-FA607CDDB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633"/>
                <a:ext cx="25" cy="16"/>
              </a:xfrm>
              <a:custGeom>
                <a:avLst/>
                <a:gdLst>
                  <a:gd name="T0" fmla="*/ 70 w 15"/>
                  <a:gd name="T1" fmla="*/ 50 h 9"/>
                  <a:gd name="T2" fmla="*/ 0 w 15"/>
                  <a:gd name="T3" fmla="*/ 3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15" y="9"/>
                    </a:moveTo>
                    <a:cubicBezTo>
                      <a:pt x="14" y="1"/>
                      <a:pt x="2" y="0"/>
                      <a:pt x="0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1" name="Freeform 1279">
                <a:extLst>
                  <a:ext uri="{FF2B5EF4-FFF2-40B4-BE49-F238E27FC236}">
                    <a16:creationId xmlns:a16="http://schemas.microsoft.com/office/drawing/2014/main" id="{76898B31-E025-4753-8370-FEE7B6A7B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635"/>
                <a:ext cx="11" cy="8"/>
              </a:xfrm>
              <a:custGeom>
                <a:avLst/>
                <a:gdLst>
                  <a:gd name="T0" fmla="*/ 14 w 7"/>
                  <a:gd name="T1" fmla="*/ 0 h 5"/>
                  <a:gd name="T2" fmla="*/ 0 w 7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7" y="3"/>
                      <a:pt x="2" y="5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2" name="Freeform 1280">
                <a:extLst>
                  <a:ext uri="{FF2B5EF4-FFF2-40B4-BE49-F238E27FC236}">
                    <a16:creationId xmlns:a16="http://schemas.microsoft.com/office/drawing/2014/main" id="{5F5F6E36-A843-4F0B-B2E2-208C435E9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560"/>
                <a:ext cx="24" cy="21"/>
              </a:xfrm>
              <a:custGeom>
                <a:avLst/>
                <a:gdLst>
                  <a:gd name="T0" fmla="*/ 42 w 15"/>
                  <a:gd name="T1" fmla="*/ 65 h 12"/>
                  <a:gd name="T2" fmla="*/ 0 w 15"/>
                  <a:gd name="T3" fmla="*/ 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0" y="12"/>
                    </a:moveTo>
                    <a:cubicBezTo>
                      <a:pt x="15" y="7"/>
                      <a:pt x="5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3" name="Freeform 1281">
                <a:extLst>
                  <a:ext uri="{FF2B5EF4-FFF2-40B4-BE49-F238E27FC236}">
                    <a16:creationId xmlns:a16="http://schemas.microsoft.com/office/drawing/2014/main" id="{D2414B88-8A65-42C4-9ABE-5C3548248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631"/>
                <a:ext cx="7" cy="5"/>
              </a:xfrm>
              <a:custGeom>
                <a:avLst/>
                <a:gdLst>
                  <a:gd name="T0" fmla="*/ 21 w 4"/>
                  <a:gd name="T1" fmla="*/ 13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4" name="Freeform 1282">
                <a:extLst>
                  <a:ext uri="{FF2B5EF4-FFF2-40B4-BE49-F238E27FC236}">
                    <a16:creationId xmlns:a16="http://schemas.microsoft.com/office/drawing/2014/main" id="{C4F444BB-14E5-482B-B217-885F2625D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707"/>
                <a:ext cx="23" cy="11"/>
              </a:xfrm>
              <a:custGeom>
                <a:avLst/>
                <a:gdLst>
                  <a:gd name="T0" fmla="*/ 62 w 14"/>
                  <a:gd name="T1" fmla="*/ 24 h 6"/>
                  <a:gd name="T2" fmla="*/ 0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4"/>
                    </a:moveTo>
                    <a:cubicBezTo>
                      <a:pt x="9" y="4"/>
                      <a:pt x="2" y="6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5" name="Freeform 1283">
                <a:extLst>
                  <a:ext uri="{FF2B5EF4-FFF2-40B4-BE49-F238E27FC236}">
                    <a16:creationId xmlns:a16="http://schemas.microsoft.com/office/drawing/2014/main" id="{F62ECBDC-A597-4F99-9776-60FE8D05D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771"/>
                <a:ext cx="30" cy="9"/>
              </a:xfrm>
              <a:custGeom>
                <a:avLst/>
                <a:gdLst>
                  <a:gd name="T0" fmla="*/ 83 w 18"/>
                  <a:gd name="T1" fmla="*/ 0 h 5"/>
                  <a:gd name="T2" fmla="*/ 70 w 18"/>
                  <a:gd name="T3" fmla="*/ 23 h 5"/>
                  <a:gd name="T4" fmla="*/ 42 w 18"/>
                  <a:gd name="T5" fmla="*/ 29 h 5"/>
                  <a:gd name="T6" fmla="*/ 0 w 18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18" y="0"/>
                    </a:moveTo>
                    <a:cubicBezTo>
                      <a:pt x="16" y="1"/>
                      <a:pt x="16" y="3"/>
                      <a:pt x="15" y="4"/>
                    </a:cubicBezTo>
                    <a:cubicBezTo>
                      <a:pt x="13" y="5"/>
                      <a:pt x="11" y="5"/>
                      <a:pt x="9" y="5"/>
                    </a:cubicBezTo>
                    <a:cubicBezTo>
                      <a:pt x="5" y="5"/>
                      <a:pt x="2" y="5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6" name="Freeform 1284">
                <a:extLst>
                  <a:ext uri="{FF2B5EF4-FFF2-40B4-BE49-F238E27FC236}">
                    <a16:creationId xmlns:a16="http://schemas.microsoft.com/office/drawing/2014/main" id="{88C394CE-25E3-4E09-931F-CB04CFBE0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831"/>
                <a:ext cx="32" cy="14"/>
              </a:xfrm>
              <a:custGeom>
                <a:avLst/>
                <a:gdLst>
                  <a:gd name="T0" fmla="*/ 86 w 19"/>
                  <a:gd name="T1" fmla="*/ 0 h 8"/>
                  <a:gd name="T2" fmla="*/ 37 w 19"/>
                  <a:gd name="T3" fmla="*/ 33 h 8"/>
                  <a:gd name="T4" fmla="*/ 0 w 1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8" y="0"/>
                    </a:moveTo>
                    <a:cubicBezTo>
                      <a:pt x="19" y="5"/>
                      <a:pt x="12" y="5"/>
                      <a:pt x="8" y="6"/>
                    </a:cubicBezTo>
                    <a:cubicBezTo>
                      <a:pt x="6" y="6"/>
                      <a:pt x="2" y="8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7" name="Freeform 1285">
                <a:extLst>
                  <a:ext uri="{FF2B5EF4-FFF2-40B4-BE49-F238E27FC236}">
                    <a16:creationId xmlns:a16="http://schemas.microsoft.com/office/drawing/2014/main" id="{67926BF3-8DE6-4EEB-84A0-4F89A9827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780"/>
                <a:ext cx="6" cy="3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8" name="Freeform 1286">
                <a:extLst>
                  <a:ext uri="{FF2B5EF4-FFF2-40B4-BE49-F238E27FC236}">
                    <a16:creationId xmlns:a16="http://schemas.microsoft.com/office/drawing/2014/main" id="{3E088E23-769E-4705-91FA-5D9191838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780"/>
                <a:ext cx="5" cy="5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9" name="Freeform 1287">
                <a:extLst>
                  <a:ext uri="{FF2B5EF4-FFF2-40B4-BE49-F238E27FC236}">
                    <a16:creationId xmlns:a16="http://schemas.microsoft.com/office/drawing/2014/main" id="{216D2D04-562B-4A8E-8FE1-DB507D877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714"/>
                <a:ext cx="6" cy="5"/>
              </a:xfrm>
              <a:custGeom>
                <a:avLst/>
                <a:gdLst>
                  <a:gd name="T0" fmla="*/ 14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0"/>
                      <a:pt x="0" y="1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0" name="Freeform 1288">
                <a:extLst>
                  <a:ext uri="{FF2B5EF4-FFF2-40B4-BE49-F238E27FC236}">
                    <a16:creationId xmlns:a16="http://schemas.microsoft.com/office/drawing/2014/main" id="{A89F2DEC-71C1-4DF1-8AB4-2058549A6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836"/>
                <a:ext cx="10" cy="7"/>
              </a:xfrm>
              <a:custGeom>
                <a:avLst/>
                <a:gdLst>
                  <a:gd name="T0" fmla="*/ 0 w 6"/>
                  <a:gd name="T1" fmla="*/ 7 h 4"/>
                  <a:gd name="T2" fmla="*/ 28 w 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3" y="0"/>
                      <a:pt x="6" y="1"/>
                      <a:pt x="6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1" name="Freeform 1289">
                <a:extLst>
                  <a:ext uri="{FF2B5EF4-FFF2-40B4-BE49-F238E27FC236}">
                    <a16:creationId xmlns:a16="http://schemas.microsoft.com/office/drawing/2014/main" id="{41C3E2A5-EB59-4B76-BCD5-0F9685C6E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894"/>
                <a:ext cx="33" cy="22"/>
              </a:xfrm>
              <a:custGeom>
                <a:avLst/>
                <a:gdLst>
                  <a:gd name="T0" fmla="*/ 84 w 20"/>
                  <a:gd name="T1" fmla="*/ 0 h 12"/>
                  <a:gd name="T2" fmla="*/ 76 w 20"/>
                  <a:gd name="T3" fmla="*/ 44 h 12"/>
                  <a:gd name="T4" fmla="*/ 35 w 20"/>
                  <a:gd name="T5" fmla="*/ 68 h 12"/>
                  <a:gd name="T6" fmla="*/ 0 w 20"/>
                  <a:gd name="T7" fmla="*/ 5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cubicBezTo>
                      <a:pt x="19" y="2"/>
                      <a:pt x="20" y="5"/>
                      <a:pt x="17" y="7"/>
                    </a:cubicBezTo>
                    <a:cubicBezTo>
                      <a:pt x="15" y="9"/>
                      <a:pt x="11" y="10"/>
                      <a:pt x="8" y="11"/>
                    </a:cubicBezTo>
                    <a:cubicBezTo>
                      <a:pt x="6" y="12"/>
                      <a:pt x="1" y="11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2" name="Freeform 1290">
                <a:extLst>
                  <a:ext uri="{FF2B5EF4-FFF2-40B4-BE49-F238E27FC236}">
                    <a16:creationId xmlns:a16="http://schemas.microsoft.com/office/drawing/2014/main" id="{F7D236FD-B201-448D-8CEA-FE8E969CF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909"/>
                <a:ext cx="9" cy="7"/>
              </a:xfrm>
              <a:custGeom>
                <a:avLst/>
                <a:gdLst>
                  <a:gd name="T0" fmla="*/ 29 w 5"/>
                  <a:gd name="T1" fmla="*/ 21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3" name="Freeform 1291">
                <a:extLst>
                  <a:ext uri="{FF2B5EF4-FFF2-40B4-BE49-F238E27FC236}">
                    <a16:creationId xmlns:a16="http://schemas.microsoft.com/office/drawing/2014/main" id="{8F27B519-DFA3-4FB6-912A-1979CCC69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962"/>
                <a:ext cx="25" cy="26"/>
              </a:xfrm>
              <a:custGeom>
                <a:avLst/>
                <a:gdLst>
                  <a:gd name="T0" fmla="*/ 55 w 15"/>
                  <a:gd name="T1" fmla="*/ 0 h 15"/>
                  <a:gd name="T2" fmla="*/ 33 w 15"/>
                  <a:gd name="T3" fmla="*/ 57 h 15"/>
                  <a:gd name="T4" fmla="*/ 0 w 15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12" y="0"/>
                    </a:moveTo>
                    <a:cubicBezTo>
                      <a:pt x="15" y="6"/>
                      <a:pt x="11" y="8"/>
                      <a:pt x="7" y="11"/>
                    </a:cubicBezTo>
                    <a:cubicBezTo>
                      <a:pt x="5" y="12"/>
                      <a:pt x="1" y="15"/>
                      <a:pt x="0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4" name="Freeform 1292">
                <a:extLst>
                  <a:ext uri="{FF2B5EF4-FFF2-40B4-BE49-F238E27FC236}">
                    <a16:creationId xmlns:a16="http://schemas.microsoft.com/office/drawing/2014/main" id="{BBF3DF49-6D69-4CF5-939B-A1E5E13B3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3016"/>
                <a:ext cx="26" cy="31"/>
              </a:xfrm>
              <a:custGeom>
                <a:avLst/>
                <a:gdLst>
                  <a:gd name="T0" fmla="*/ 54 w 16"/>
                  <a:gd name="T1" fmla="*/ 0 h 17"/>
                  <a:gd name="T2" fmla="*/ 63 w 16"/>
                  <a:gd name="T3" fmla="*/ 49 h 17"/>
                  <a:gd name="T4" fmla="*/ 39 w 16"/>
                  <a:gd name="T5" fmla="*/ 80 h 17"/>
                  <a:gd name="T6" fmla="*/ 0 w 16"/>
                  <a:gd name="T7" fmla="*/ 9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12" y="0"/>
                    </a:moveTo>
                    <a:cubicBezTo>
                      <a:pt x="14" y="1"/>
                      <a:pt x="16" y="5"/>
                      <a:pt x="15" y="8"/>
                    </a:cubicBezTo>
                    <a:cubicBezTo>
                      <a:pt x="14" y="9"/>
                      <a:pt x="10" y="11"/>
                      <a:pt x="9" y="13"/>
                    </a:cubicBezTo>
                    <a:cubicBezTo>
                      <a:pt x="7" y="15"/>
                      <a:pt x="3" y="17"/>
                      <a:pt x="0" y="1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5" name="Freeform 1293">
                <a:extLst>
                  <a:ext uri="{FF2B5EF4-FFF2-40B4-BE49-F238E27FC236}">
                    <a16:creationId xmlns:a16="http://schemas.microsoft.com/office/drawing/2014/main" id="{5412544C-B492-4DE3-BB84-A45BAFEB2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972"/>
                <a:ext cx="8" cy="6"/>
              </a:xfrm>
              <a:custGeom>
                <a:avLst/>
                <a:gdLst>
                  <a:gd name="T0" fmla="*/ 0 w 5"/>
                  <a:gd name="T1" fmla="*/ 0 h 3"/>
                  <a:gd name="T2" fmla="*/ 21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0"/>
                      <a:pt x="5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6" name="Freeform 1294">
                <a:extLst>
                  <a:ext uri="{FF2B5EF4-FFF2-40B4-BE49-F238E27FC236}">
                    <a16:creationId xmlns:a16="http://schemas.microsoft.com/office/drawing/2014/main" id="{BEAE65E9-E544-4911-ACDC-41737E149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983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5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0" y="6"/>
                      <a:pt x="1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7" name="Freeform 1295">
                <a:extLst>
                  <a:ext uri="{FF2B5EF4-FFF2-40B4-BE49-F238E27FC236}">
                    <a16:creationId xmlns:a16="http://schemas.microsoft.com/office/drawing/2014/main" id="{847AEEDE-19AC-47D6-80DB-0DA89C270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3024"/>
                <a:ext cx="50" cy="68"/>
              </a:xfrm>
              <a:custGeom>
                <a:avLst/>
                <a:gdLst>
                  <a:gd name="T0" fmla="*/ 13 w 30"/>
                  <a:gd name="T1" fmla="*/ 0 h 39"/>
                  <a:gd name="T2" fmla="*/ 8 w 30"/>
                  <a:gd name="T3" fmla="*/ 49 h 39"/>
                  <a:gd name="T4" fmla="*/ 55 w 30"/>
                  <a:gd name="T5" fmla="*/ 113 h 39"/>
                  <a:gd name="T6" fmla="*/ 138 w 30"/>
                  <a:gd name="T7" fmla="*/ 20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3" y="0"/>
                    </a:moveTo>
                    <a:cubicBezTo>
                      <a:pt x="0" y="1"/>
                      <a:pt x="1" y="7"/>
                      <a:pt x="2" y="9"/>
                    </a:cubicBezTo>
                    <a:cubicBezTo>
                      <a:pt x="5" y="14"/>
                      <a:pt x="9" y="17"/>
                      <a:pt x="12" y="21"/>
                    </a:cubicBezTo>
                    <a:cubicBezTo>
                      <a:pt x="17" y="27"/>
                      <a:pt x="21" y="39"/>
                      <a:pt x="30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8" name="Freeform 1296">
                <a:extLst>
                  <a:ext uri="{FF2B5EF4-FFF2-40B4-BE49-F238E27FC236}">
                    <a16:creationId xmlns:a16="http://schemas.microsoft.com/office/drawing/2014/main" id="{5EA8293D-1296-4C2F-BAAD-E3D54A8CA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045"/>
                <a:ext cx="1" cy="10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9" name="Freeform 1297">
                <a:extLst>
                  <a:ext uri="{FF2B5EF4-FFF2-40B4-BE49-F238E27FC236}">
                    <a16:creationId xmlns:a16="http://schemas.microsoft.com/office/drawing/2014/main" id="{A4370A08-3718-4293-8152-E0F6E17C9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032"/>
                <a:ext cx="6" cy="2"/>
              </a:xfrm>
              <a:custGeom>
                <a:avLst/>
                <a:gdLst>
                  <a:gd name="T0" fmla="*/ 0 w 4"/>
                  <a:gd name="T1" fmla="*/ 8 h 1"/>
                  <a:gd name="T2" fmla="*/ 14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0" name="Freeform 1298">
                <a:extLst>
                  <a:ext uri="{FF2B5EF4-FFF2-40B4-BE49-F238E27FC236}">
                    <a16:creationId xmlns:a16="http://schemas.microsoft.com/office/drawing/2014/main" id="{84FFD208-B235-4CD3-80D9-67BCC3C10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3089"/>
                <a:ext cx="22" cy="26"/>
              </a:xfrm>
              <a:custGeom>
                <a:avLst/>
                <a:gdLst>
                  <a:gd name="T0" fmla="*/ 49 w 13"/>
                  <a:gd name="T1" fmla="*/ 0 h 15"/>
                  <a:gd name="T2" fmla="*/ 29 w 13"/>
                  <a:gd name="T3" fmla="*/ 42 h 15"/>
                  <a:gd name="T4" fmla="*/ 0 w 13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0" y="0"/>
                    </a:moveTo>
                    <a:cubicBezTo>
                      <a:pt x="13" y="5"/>
                      <a:pt x="10" y="5"/>
                      <a:pt x="6" y="8"/>
                    </a:cubicBezTo>
                    <a:cubicBezTo>
                      <a:pt x="5" y="10"/>
                      <a:pt x="3" y="15"/>
                      <a:pt x="0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1" name="Freeform 1299">
                <a:extLst>
                  <a:ext uri="{FF2B5EF4-FFF2-40B4-BE49-F238E27FC236}">
                    <a16:creationId xmlns:a16="http://schemas.microsoft.com/office/drawing/2014/main" id="{BD7EA2ED-B7CA-488A-BE6B-0273BBE21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096"/>
                <a:ext cx="10" cy="4"/>
              </a:xfrm>
              <a:custGeom>
                <a:avLst/>
                <a:gdLst>
                  <a:gd name="T0" fmla="*/ 28 w 6"/>
                  <a:gd name="T1" fmla="*/ 16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5" y="1"/>
                      <a:pt x="3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2" name="Freeform 1300">
                <a:extLst>
                  <a:ext uri="{FF2B5EF4-FFF2-40B4-BE49-F238E27FC236}">
                    <a16:creationId xmlns:a16="http://schemas.microsoft.com/office/drawing/2014/main" id="{5BA4F7B2-80D0-4DF0-8882-5A4642034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149"/>
                <a:ext cx="67" cy="48"/>
              </a:xfrm>
              <a:custGeom>
                <a:avLst/>
                <a:gdLst>
                  <a:gd name="T0" fmla="*/ 22 w 40"/>
                  <a:gd name="T1" fmla="*/ 0 h 27"/>
                  <a:gd name="T2" fmla="*/ 22 w 40"/>
                  <a:gd name="T3" fmla="*/ 78 h 27"/>
                  <a:gd name="T4" fmla="*/ 57 w 40"/>
                  <a:gd name="T5" fmla="*/ 94 h 27"/>
                  <a:gd name="T6" fmla="*/ 95 w 40"/>
                  <a:gd name="T7" fmla="*/ 123 h 27"/>
                  <a:gd name="T8" fmla="*/ 169 w 40"/>
                  <a:gd name="T9" fmla="*/ 139 h 27"/>
                  <a:gd name="T10" fmla="*/ 188 w 40"/>
                  <a:gd name="T11" fmla="*/ 7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7">
                    <a:moveTo>
                      <a:pt x="5" y="0"/>
                    </a:moveTo>
                    <a:cubicBezTo>
                      <a:pt x="2" y="5"/>
                      <a:pt x="0" y="10"/>
                      <a:pt x="5" y="14"/>
                    </a:cubicBezTo>
                    <a:cubicBezTo>
                      <a:pt x="7" y="16"/>
                      <a:pt x="9" y="16"/>
                      <a:pt x="12" y="17"/>
                    </a:cubicBezTo>
                    <a:cubicBezTo>
                      <a:pt x="15" y="18"/>
                      <a:pt x="17" y="20"/>
                      <a:pt x="20" y="22"/>
                    </a:cubicBezTo>
                    <a:cubicBezTo>
                      <a:pt x="24" y="23"/>
                      <a:pt x="33" y="27"/>
                      <a:pt x="36" y="25"/>
                    </a:cubicBezTo>
                    <a:cubicBezTo>
                      <a:pt x="40" y="22"/>
                      <a:pt x="39" y="18"/>
                      <a:pt x="4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3" name="Freeform 1301">
                <a:extLst>
                  <a:ext uri="{FF2B5EF4-FFF2-40B4-BE49-F238E27FC236}">
                    <a16:creationId xmlns:a16="http://schemas.microsoft.com/office/drawing/2014/main" id="{6F6F81F8-22C5-4549-97E4-5166B8076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3193"/>
                <a:ext cx="75" cy="37"/>
              </a:xfrm>
              <a:custGeom>
                <a:avLst/>
                <a:gdLst>
                  <a:gd name="T0" fmla="*/ 13 w 45"/>
                  <a:gd name="T1" fmla="*/ 0 h 21"/>
                  <a:gd name="T2" fmla="*/ 5 w 45"/>
                  <a:gd name="T3" fmla="*/ 0 h 21"/>
                  <a:gd name="T4" fmla="*/ 13 w 45"/>
                  <a:gd name="T5" fmla="*/ 58 h 21"/>
                  <a:gd name="T6" fmla="*/ 55 w 45"/>
                  <a:gd name="T7" fmla="*/ 78 h 21"/>
                  <a:gd name="T8" fmla="*/ 112 w 45"/>
                  <a:gd name="T9" fmla="*/ 93 h 21"/>
                  <a:gd name="T10" fmla="*/ 188 w 45"/>
                  <a:gd name="T11" fmla="*/ 99 h 21"/>
                  <a:gd name="T12" fmla="*/ 203 w 45"/>
                  <a:gd name="T13" fmla="*/ 3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1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3"/>
                      <a:pt x="1" y="9"/>
                      <a:pt x="3" y="11"/>
                    </a:cubicBezTo>
                    <a:cubicBezTo>
                      <a:pt x="5" y="13"/>
                      <a:pt x="10" y="14"/>
                      <a:pt x="12" y="14"/>
                    </a:cubicBezTo>
                    <a:cubicBezTo>
                      <a:pt x="16" y="15"/>
                      <a:pt x="20" y="16"/>
                      <a:pt x="24" y="17"/>
                    </a:cubicBezTo>
                    <a:cubicBezTo>
                      <a:pt x="30" y="18"/>
                      <a:pt x="36" y="21"/>
                      <a:pt x="41" y="18"/>
                    </a:cubicBezTo>
                    <a:cubicBezTo>
                      <a:pt x="45" y="15"/>
                      <a:pt x="45" y="10"/>
                      <a:pt x="44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4" name="Freeform 1302">
                <a:extLst>
                  <a:ext uri="{FF2B5EF4-FFF2-40B4-BE49-F238E27FC236}">
                    <a16:creationId xmlns:a16="http://schemas.microsoft.com/office/drawing/2014/main" id="{5FCF0169-002A-48BE-84FD-910F8517C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183"/>
                <a:ext cx="78" cy="49"/>
              </a:xfrm>
              <a:custGeom>
                <a:avLst/>
                <a:gdLst>
                  <a:gd name="T0" fmla="*/ 20 w 47"/>
                  <a:gd name="T1" fmla="*/ 44 h 28"/>
                  <a:gd name="T2" fmla="*/ 37 w 47"/>
                  <a:gd name="T3" fmla="*/ 130 h 28"/>
                  <a:gd name="T4" fmla="*/ 138 w 47"/>
                  <a:gd name="T5" fmla="*/ 114 h 28"/>
                  <a:gd name="T6" fmla="*/ 209 w 47"/>
                  <a:gd name="T7" fmla="*/ 58 h 28"/>
                  <a:gd name="T8" fmla="*/ 193 w 47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8">
                    <a:moveTo>
                      <a:pt x="4" y="8"/>
                    </a:moveTo>
                    <a:cubicBezTo>
                      <a:pt x="0" y="11"/>
                      <a:pt x="6" y="21"/>
                      <a:pt x="8" y="24"/>
                    </a:cubicBezTo>
                    <a:cubicBezTo>
                      <a:pt x="13" y="28"/>
                      <a:pt x="25" y="22"/>
                      <a:pt x="30" y="21"/>
                    </a:cubicBezTo>
                    <a:cubicBezTo>
                      <a:pt x="37" y="18"/>
                      <a:pt x="43" y="19"/>
                      <a:pt x="46" y="11"/>
                    </a:cubicBezTo>
                    <a:cubicBezTo>
                      <a:pt x="47" y="6"/>
                      <a:pt x="45" y="4"/>
                      <a:pt x="4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5" name="Freeform 1303">
                <a:extLst>
                  <a:ext uri="{FF2B5EF4-FFF2-40B4-BE49-F238E27FC236}">
                    <a16:creationId xmlns:a16="http://schemas.microsoft.com/office/drawing/2014/main" id="{F5C66055-9CE2-4BFA-8B40-659389919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117"/>
                <a:ext cx="74" cy="66"/>
              </a:xfrm>
              <a:custGeom>
                <a:avLst/>
                <a:gdLst>
                  <a:gd name="T0" fmla="*/ 20 w 45"/>
                  <a:gd name="T1" fmla="*/ 102 h 37"/>
                  <a:gd name="T2" fmla="*/ 54 w 45"/>
                  <a:gd name="T3" fmla="*/ 182 h 37"/>
                  <a:gd name="T4" fmla="*/ 138 w 45"/>
                  <a:gd name="T5" fmla="*/ 146 h 37"/>
                  <a:gd name="T6" fmla="*/ 186 w 45"/>
                  <a:gd name="T7" fmla="*/ 93 h 37"/>
                  <a:gd name="T8" fmla="*/ 192 w 45"/>
                  <a:gd name="T9" fmla="*/ 37 h 37"/>
                  <a:gd name="T10" fmla="*/ 151 w 45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7">
                    <a:moveTo>
                      <a:pt x="4" y="18"/>
                    </a:moveTo>
                    <a:cubicBezTo>
                      <a:pt x="0" y="22"/>
                      <a:pt x="9" y="30"/>
                      <a:pt x="12" y="32"/>
                    </a:cubicBezTo>
                    <a:cubicBezTo>
                      <a:pt x="20" y="37"/>
                      <a:pt x="25" y="30"/>
                      <a:pt x="31" y="26"/>
                    </a:cubicBezTo>
                    <a:cubicBezTo>
                      <a:pt x="35" y="23"/>
                      <a:pt x="38" y="20"/>
                      <a:pt x="42" y="16"/>
                    </a:cubicBezTo>
                    <a:cubicBezTo>
                      <a:pt x="45" y="12"/>
                      <a:pt x="45" y="11"/>
                      <a:pt x="43" y="7"/>
                    </a:cubicBezTo>
                    <a:cubicBezTo>
                      <a:pt x="40" y="3"/>
                      <a:pt x="39" y="0"/>
                      <a:pt x="3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6" name="Freeform 1304">
                <a:extLst>
                  <a:ext uri="{FF2B5EF4-FFF2-40B4-BE49-F238E27FC236}">
                    <a16:creationId xmlns:a16="http://schemas.microsoft.com/office/drawing/2014/main" id="{FA68BC8F-38D4-400E-88AB-16355C895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011"/>
                <a:ext cx="68" cy="76"/>
              </a:xfrm>
              <a:custGeom>
                <a:avLst/>
                <a:gdLst>
                  <a:gd name="T0" fmla="*/ 22 w 41"/>
                  <a:gd name="T1" fmla="*/ 154 h 43"/>
                  <a:gd name="T2" fmla="*/ 63 w 41"/>
                  <a:gd name="T3" fmla="*/ 224 h 43"/>
                  <a:gd name="T4" fmla="*/ 138 w 41"/>
                  <a:gd name="T5" fmla="*/ 127 h 43"/>
                  <a:gd name="T6" fmla="*/ 168 w 41"/>
                  <a:gd name="T7" fmla="*/ 28 h 43"/>
                  <a:gd name="T8" fmla="*/ 118 w 41"/>
                  <a:gd name="T9" fmla="*/ 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5" y="28"/>
                    </a:moveTo>
                    <a:cubicBezTo>
                      <a:pt x="0" y="31"/>
                      <a:pt x="11" y="41"/>
                      <a:pt x="14" y="41"/>
                    </a:cubicBezTo>
                    <a:cubicBezTo>
                      <a:pt x="21" y="43"/>
                      <a:pt x="27" y="28"/>
                      <a:pt x="30" y="23"/>
                    </a:cubicBezTo>
                    <a:cubicBezTo>
                      <a:pt x="32" y="19"/>
                      <a:pt x="41" y="10"/>
                      <a:pt x="37" y="5"/>
                    </a:cubicBezTo>
                    <a:cubicBezTo>
                      <a:pt x="35" y="2"/>
                      <a:pt x="29" y="0"/>
                      <a:pt x="2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7" name="Freeform 1305">
                <a:extLst>
                  <a:ext uri="{FF2B5EF4-FFF2-40B4-BE49-F238E27FC236}">
                    <a16:creationId xmlns:a16="http://schemas.microsoft.com/office/drawing/2014/main" id="{E2BC8D47-A0CB-4C46-9C05-067B1DAEF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866"/>
                <a:ext cx="41" cy="85"/>
              </a:xfrm>
              <a:custGeom>
                <a:avLst/>
                <a:gdLst>
                  <a:gd name="T0" fmla="*/ 0 w 25"/>
                  <a:gd name="T1" fmla="*/ 223 h 48"/>
                  <a:gd name="T2" fmla="*/ 71 w 25"/>
                  <a:gd name="T3" fmla="*/ 232 h 48"/>
                  <a:gd name="T4" fmla="*/ 110 w 25"/>
                  <a:gd name="T5" fmla="*/ 110 h 48"/>
                  <a:gd name="T6" fmla="*/ 105 w 25"/>
                  <a:gd name="T7" fmla="*/ 60 h 48"/>
                  <a:gd name="T8" fmla="*/ 102 w 25"/>
                  <a:gd name="T9" fmla="*/ 12 h 48"/>
                  <a:gd name="T10" fmla="*/ 56 w 25"/>
                  <a:gd name="T11" fmla="*/ 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8">
                    <a:moveTo>
                      <a:pt x="0" y="40"/>
                    </a:moveTo>
                    <a:cubicBezTo>
                      <a:pt x="6" y="43"/>
                      <a:pt x="11" y="48"/>
                      <a:pt x="16" y="42"/>
                    </a:cubicBezTo>
                    <a:cubicBezTo>
                      <a:pt x="20" y="36"/>
                      <a:pt x="24" y="28"/>
                      <a:pt x="25" y="20"/>
                    </a:cubicBezTo>
                    <a:cubicBezTo>
                      <a:pt x="25" y="17"/>
                      <a:pt x="25" y="14"/>
                      <a:pt x="24" y="11"/>
                    </a:cubicBezTo>
                    <a:cubicBezTo>
                      <a:pt x="24" y="9"/>
                      <a:pt x="24" y="4"/>
                      <a:pt x="23" y="2"/>
                    </a:cubicBezTo>
                    <a:cubicBezTo>
                      <a:pt x="21" y="0"/>
                      <a:pt x="16" y="1"/>
                      <a:pt x="1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8" name="Freeform 1306">
                <a:extLst>
                  <a:ext uri="{FF2B5EF4-FFF2-40B4-BE49-F238E27FC236}">
                    <a16:creationId xmlns:a16="http://schemas.microsoft.com/office/drawing/2014/main" id="{287352F2-93FB-470C-94E7-7A58D1B4B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725"/>
                <a:ext cx="28" cy="83"/>
              </a:xfrm>
              <a:custGeom>
                <a:avLst/>
                <a:gdLst>
                  <a:gd name="T0" fmla="*/ 0 w 17"/>
                  <a:gd name="T1" fmla="*/ 231 h 47"/>
                  <a:gd name="T2" fmla="*/ 63 w 17"/>
                  <a:gd name="T3" fmla="*/ 221 h 47"/>
                  <a:gd name="T4" fmla="*/ 63 w 17"/>
                  <a:gd name="T5" fmla="*/ 72 h 47"/>
                  <a:gd name="T6" fmla="*/ 33 w 17"/>
                  <a:gd name="T7" fmla="*/ 12 h 47"/>
                  <a:gd name="T8" fmla="*/ 0 w 17"/>
                  <a:gd name="T9" fmla="*/ 3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0" y="42"/>
                    </a:moveTo>
                    <a:cubicBezTo>
                      <a:pt x="5" y="42"/>
                      <a:pt x="11" y="47"/>
                      <a:pt x="14" y="40"/>
                    </a:cubicBezTo>
                    <a:cubicBezTo>
                      <a:pt x="17" y="32"/>
                      <a:pt x="14" y="21"/>
                      <a:pt x="14" y="13"/>
                    </a:cubicBezTo>
                    <a:cubicBezTo>
                      <a:pt x="13" y="9"/>
                      <a:pt x="14" y="0"/>
                      <a:pt x="7" y="2"/>
                    </a:cubicBezTo>
                    <a:cubicBezTo>
                      <a:pt x="4" y="2"/>
                      <a:pt x="3" y="5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9" name="Freeform 1307">
                <a:extLst>
                  <a:ext uri="{FF2B5EF4-FFF2-40B4-BE49-F238E27FC236}">
                    <a16:creationId xmlns:a16="http://schemas.microsoft.com/office/drawing/2014/main" id="{072021AA-39AD-4450-865E-8C5E2CDD7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573"/>
                <a:ext cx="47" cy="81"/>
              </a:xfrm>
              <a:custGeom>
                <a:avLst/>
                <a:gdLst>
                  <a:gd name="T0" fmla="*/ 57 w 28"/>
                  <a:gd name="T1" fmla="*/ 252 h 46"/>
                  <a:gd name="T2" fmla="*/ 133 w 28"/>
                  <a:gd name="T3" fmla="*/ 180 h 46"/>
                  <a:gd name="T4" fmla="*/ 96 w 28"/>
                  <a:gd name="T5" fmla="*/ 49 h 46"/>
                  <a:gd name="T6" fmla="*/ 0 w 28"/>
                  <a:gd name="T7" fmla="*/ 5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12" y="46"/>
                    </a:moveTo>
                    <a:cubicBezTo>
                      <a:pt x="19" y="46"/>
                      <a:pt x="27" y="41"/>
                      <a:pt x="28" y="33"/>
                    </a:cubicBezTo>
                    <a:cubicBezTo>
                      <a:pt x="28" y="26"/>
                      <a:pt x="24" y="16"/>
                      <a:pt x="20" y="9"/>
                    </a:cubicBezTo>
                    <a:cubicBezTo>
                      <a:pt x="13" y="0"/>
                      <a:pt x="7" y="3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0" name="Freeform 1308">
                <a:extLst>
                  <a:ext uri="{FF2B5EF4-FFF2-40B4-BE49-F238E27FC236}">
                    <a16:creationId xmlns:a16="http://schemas.microsoft.com/office/drawing/2014/main" id="{4336FF95-3455-4940-8D64-972B1897D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433"/>
                <a:ext cx="70" cy="78"/>
              </a:xfrm>
              <a:custGeom>
                <a:avLst/>
                <a:gdLst>
                  <a:gd name="T0" fmla="*/ 138 w 42"/>
                  <a:gd name="T1" fmla="*/ 245 h 44"/>
                  <a:gd name="T2" fmla="*/ 187 w 42"/>
                  <a:gd name="T3" fmla="*/ 167 h 44"/>
                  <a:gd name="T4" fmla="*/ 158 w 42"/>
                  <a:gd name="T5" fmla="*/ 117 h 44"/>
                  <a:gd name="T6" fmla="*/ 117 w 42"/>
                  <a:gd name="T7" fmla="*/ 62 h 44"/>
                  <a:gd name="T8" fmla="*/ 47 w 42"/>
                  <a:gd name="T9" fmla="*/ 7 h 44"/>
                  <a:gd name="T10" fmla="*/ 0 w 42"/>
                  <a:gd name="T11" fmla="*/ 4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4">
                    <a:moveTo>
                      <a:pt x="30" y="44"/>
                    </a:moveTo>
                    <a:cubicBezTo>
                      <a:pt x="35" y="39"/>
                      <a:pt x="42" y="38"/>
                      <a:pt x="40" y="30"/>
                    </a:cubicBezTo>
                    <a:cubicBezTo>
                      <a:pt x="39" y="26"/>
                      <a:pt x="36" y="24"/>
                      <a:pt x="34" y="21"/>
                    </a:cubicBezTo>
                    <a:cubicBezTo>
                      <a:pt x="31" y="18"/>
                      <a:pt x="28" y="14"/>
                      <a:pt x="25" y="11"/>
                    </a:cubicBezTo>
                    <a:cubicBezTo>
                      <a:pt x="22" y="8"/>
                      <a:pt x="14" y="0"/>
                      <a:pt x="10" y="1"/>
                    </a:cubicBezTo>
                    <a:cubicBezTo>
                      <a:pt x="6" y="1"/>
                      <a:pt x="3" y="6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1" name="Freeform 1309">
                <a:extLst>
                  <a:ext uri="{FF2B5EF4-FFF2-40B4-BE49-F238E27FC236}">
                    <a16:creationId xmlns:a16="http://schemas.microsoft.com/office/drawing/2014/main" id="{7D3F1B7D-8782-4C71-9A08-DE9319D82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341"/>
                <a:ext cx="78" cy="57"/>
              </a:xfrm>
              <a:custGeom>
                <a:avLst/>
                <a:gdLst>
                  <a:gd name="T0" fmla="*/ 138 w 47"/>
                  <a:gd name="T1" fmla="*/ 182 h 32"/>
                  <a:gd name="T2" fmla="*/ 193 w 47"/>
                  <a:gd name="T3" fmla="*/ 80 h 32"/>
                  <a:gd name="T4" fmla="*/ 110 w 47"/>
                  <a:gd name="T5" fmla="*/ 12 h 32"/>
                  <a:gd name="T6" fmla="*/ 61 w 47"/>
                  <a:gd name="T7" fmla="*/ 7 h 32"/>
                  <a:gd name="T8" fmla="*/ 22 w 47"/>
                  <a:gd name="T9" fmla="*/ 16 h 32"/>
                  <a:gd name="T10" fmla="*/ 0 w 47"/>
                  <a:gd name="T11" fmla="*/ 8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2">
                    <a:moveTo>
                      <a:pt x="30" y="32"/>
                    </a:moveTo>
                    <a:cubicBezTo>
                      <a:pt x="35" y="26"/>
                      <a:pt x="47" y="25"/>
                      <a:pt x="42" y="14"/>
                    </a:cubicBezTo>
                    <a:cubicBezTo>
                      <a:pt x="38" y="8"/>
                      <a:pt x="31" y="5"/>
                      <a:pt x="24" y="2"/>
                    </a:cubicBezTo>
                    <a:cubicBezTo>
                      <a:pt x="21" y="1"/>
                      <a:pt x="17" y="1"/>
                      <a:pt x="13" y="1"/>
                    </a:cubicBezTo>
                    <a:cubicBezTo>
                      <a:pt x="10" y="1"/>
                      <a:pt x="7" y="0"/>
                      <a:pt x="5" y="3"/>
                    </a:cubicBezTo>
                    <a:cubicBezTo>
                      <a:pt x="3" y="5"/>
                      <a:pt x="1" y="11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2" name="Freeform 1310">
                <a:extLst>
                  <a:ext uri="{FF2B5EF4-FFF2-40B4-BE49-F238E27FC236}">
                    <a16:creationId xmlns:a16="http://schemas.microsoft.com/office/drawing/2014/main" id="{303FAD9D-7064-4DA0-BA92-B44ECE10C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115"/>
                <a:ext cx="5" cy="2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3" name="Freeform 1311">
                <a:extLst>
                  <a:ext uri="{FF2B5EF4-FFF2-40B4-BE49-F238E27FC236}">
                    <a16:creationId xmlns:a16="http://schemas.microsoft.com/office/drawing/2014/main" id="{A621DD18-8C31-48C2-BC34-2610C689B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147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3"/>
                      <a:pt x="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4" name="Freeform 1312">
                <a:extLst>
                  <a:ext uri="{FF2B5EF4-FFF2-40B4-BE49-F238E27FC236}">
                    <a16:creationId xmlns:a16="http://schemas.microsoft.com/office/drawing/2014/main" id="{D439A80A-9AC1-4F60-839B-61A33AB3E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137"/>
                <a:ext cx="61" cy="39"/>
              </a:xfrm>
              <a:custGeom>
                <a:avLst/>
                <a:gdLst>
                  <a:gd name="T0" fmla="*/ 167 w 37"/>
                  <a:gd name="T1" fmla="*/ 94 h 22"/>
                  <a:gd name="T2" fmla="*/ 125 w 37"/>
                  <a:gd name="T3" fmla="*/ 106 h 22"/>
                  <a:gd name="T4" fmla="*/ 68 w 37"/>
                  <a:gd name="T5" fmla="*/ 62 h 22"/>
                  <a:gd name="T6" fmla="*/ 8 w 37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2">
                    <a:moveTo>
                      <a:pt x="37" y="17"/>
                    </a:moveTo>
                    <a:cubicBezTo>
                      <a:pt x="35" y="21"/>
                      <a:pt x="32" y="22"/>
                      <a:pt x="28" y="19"/>
                    </a:cubicBezTo>
                    <a:cubicBezTo>
                      <a:pt x="24" y="16"/>
                      <a:pt x="20" y="13"/>
                      <a:pt x="15" y="11"/>
                    </a:cubicBezTo>
                    <a:cubicBezTo>
                      <a:pt x="11" y="9"/>
                      <a:pt x="0" y="6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5" name="Freeform 1313">
                <a:extLst>
                  <a:ext uri="{FF2B5EF4-FFF2-40B4-BE49-F238E27FC236}">
                    <a16:creationId xmlns:a16="http://schemas.microsoft.com/office/drawing/2014/main" id="{9B015AB2-D77B-4B96-8B4E-73950177C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188"/>
                <a:ext cx="63" cy="34"/>
              </a:xfrm>
              <a:custGeom>
                <a:avLst/>
                <a:gdLst>
                  <a:gd name="T0" fmla="*/ 0 w 38"/>
                  <a:gd name="T1" fmla="*/ 0 h 19"/>
                  <a:gd name="T2" fmla="*/ 20 w 38"/>
                  <a:gd name="T3" fmla="*/ 45 h 19"/>
                  <a:gd name="T4" fmla="*/ 55 w 38"/>
                  <a:gd name="T5" fmla="*/ 52 h 19"/>
                  <a:gd name="T6" fmla="*/ 91 w 38"/>
                  <a:gd name="T7" fmla="*/ 73 h 19"/>
                  <a:gd name="T8" fmla="*/ 172 w 38"/>
                  <a:gd name="T9" fmla="*/ 8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9">
                    <a:moveTo>
                      <a:pt x="0" y="0"/>
                    </a:moveTo>
                    <a:cubicBezTo>
                      <a:pt x="0" y="4"/>
                      <a:pt x="0" y="7"/>
                      <a:pt x="4" y="8"/>
                    </a:cubicBezTo>
                    <a:cubicBezTo>
                      <a:pt x="7" y="9"/>
                      <a:pt x="9" y="9"/>
                      <a:pt x="12" y="9"/>
                    </a:cubicBezTo>
                    <a:cubicBezTo>
                      <a:pt x="15" y="10"/>
                      <a:pt x="18" y="11"/>
                      <a:pt x="20" y="13"/>
                    </a:cubicBezTo>
                    <a:cubicBezTo>
                      <a:pt x="25" y="15"/>
                      <a:pt x="33" y="19"/>
                      <a:pt x="38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6" name="Freeform 1314">
                <a:extLst>
                  <a:ext uri="{FF2B5EF4-FFF2-40B4-BE49-F238E27FC236}">
                    <a16:creationId xmlns:a16="http://schemas.microsoft.com/office/drawing/2014/main" id="{AAD22B19-D657-4B4D-A7BE-212C3D654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3135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7" name="Freeform 1315">
                <a:extLst>
                  <a:ext uri="{FF2B5EF4-FFF2-40B4-BE49-F238E27FC236}">
                    <a16:creationId xmlns:a16="http://schemas.microsoft.com/office/drawing/2014/main" id="{B54E7E4E-0210-4E4E-934F-A71435154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174"/>
                <a:ext cx="20" cy="23"/>
              </a:xfrm>
              <a:custGeom>
                <a:avLst/>
                <a:gdLst>
                  <a:gd name="T0" fmla="*/ 47 w 12"/>
                  <a:gd name="T1" fmla="*/ 0 h 13"/>
                  <a:gd name="T2" fmla="*/ 50 w 12"/>
                  <a:gd name="T3" fmla="*/ 21 h 13"/>
                  <a:gd name="T4" fmla="*/ 28 w 12"/>
                  <a:gd name="T5" fmla="*/ 44 h 13"/>
                  <a:gd name="T6" fmla="*/ 0 w 12"/>
                  <a:gd name="T7" fmla="*/ 7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0" y="0"/>
                    </a:moveTo>
                    <a:cubicBezTo>
                      <a:pt x="12" y="0"/>
                      <a:pt x="12" y="2"/>
                      <a:pt x="11" y="4"/>
                    </a:cubicBezTo>
                    <a:cubicBezTo>
                      <a:pt x="10" y="7"/>
                      <a:pt x="8" y="7"/>
                      <a:pt x="6" y="8"/>
                    </a:cubicBezTo>
                    <a:cubicBezTo>
                      <a:pt x="4" y="10"/>
                      <a:pt x="3" y="12"/>
                      <a:pt x="0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8" name="Freeform 1316">
                <a:extLst>
                  <a:ext uri="{FF2B5EF4-FFF2-40B4-BE49-F238E27FC236}">
                    <a16:creationId xmlns:a16="http://schemas.microsoft.com/office/drawing/2014/main" id="{C7D717F5-B99C-4333-8010-C31D3E203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144"/>
                <a:ext cx="22" cy="17"/>
              </a:xfrm>
              <a:custGeom>
                <a:avLst/>
                <a:gdLst>
                  <a:gd name="T0" fmla="*/ 63 w 13"/>
                  <a:gd name="T1" fmla="*/ 0 h 10"/>
                  <a:gd name="T2" fmla="*/ 24 w 13"/>
                  <a:gd name="T3" fmla="*/ 20 h 10"/>
                  <a:gd name="T4" fmla="*/ 0 w 13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8" y="0"/>
                      <a:pt x="8" y="1"/>
                      <a:pt x="5" y="4"/>
                    </a:cubicBezTo>
                    <a:cubicBezTo>
                      <a:pt x="4" y="6"/>
                      <a:pt x="2" y="8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9" name="Freeform 1317">
                <a:extLst>
                  <a:ext uri="{FF2B5EF4-FFF2-40B4-BE49-F238E27FC236}">
                    <a16:creationId xmlns:a16="http://schemas.microsoft.com/office/drawing/2014/main" id="{EE410B53-9D22-49E3-B280-8C0E1329E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3133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12 w 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4" y="5"/>
                      <a:pt x="2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0" name="Freeform 1318">
                <a:extLst>
                  <a:ext uri="{FF2B5EF4-FFF2-40B4-BE49-F238E27FC236}">
                    <a16:creationId xmlns:a16="http://schemas.microsoft.com/office/drawing/2014/main" id="{7B78F43E-2715-48FE-82F8-D47E075D2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172"/>
                <a:ext cx="10" cy="4"/>
              </a:xfrm>
              <a:custGeom>
                <a:avLst/>
                <a:gdLst>
                  <a:gd name="T0" fmla="*/ 28 w 6"/>
                  <a:gd name="T1" fmla="*/ 0 h 2"/>
                  <a:gd name="T2" fmla="*/ 0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1" name="Freeform 1319">
                <a:extLst>
                  <a:ext uri="{FF2B5EF4-FFF2-40B4-BE49-F238E27FC236}">
                    <a16:creationId xmlns:a16="http://schemas.microsoft.com/office/drawing/2014/main" id="{3B6D88BD-9471-47E9-922F-B3EE5DBFE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3193"/>
                <a:ext cx="15" cy="37"/>
              </a:xfrm>
              <a:custGeom>
                <a:avLst/>
                <a:gdLst>
                  <a:gd name="T0" fmla="*/ 8 w 9"/>
                  <a:gd name="T1" fmla="*/ 0 h 21"/>
                  <a:gd name="T2" fmla="*/ 20 w 9"/>
                  <a:gd name="T3" fmla="*/ 72 h 21"/>
                  <a:gd name="T4" fmla="*/ 0 w 9"/>
                  <a:gd name="T5" fmla="*/ 1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9" y="2"/>
                      <a:pt x="4" y="8"/>
                      <a:pt x="4" y="13"/>
                    </a:cubicBezTo>
                    <a:cubicBezTo>
                      <a:pt x="4" y="16"/>
                      <a:pt x="5" y="21"/>
                      <a:pt x="0" y="2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2" name="Freeform 1320">
                <a:extLst>
                  <a:ext uri="{FF2B5EF4-FFF2-40B4-BE49-F238E27FC236}">
                    <a16:creationId xmlns:a16="http://schemas.microsoft.com/office/drawing/2014/main" id="{0A627C13-68F0-49F5-9944-86D672CAF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216"/>
                <a:ext cx="14" cy="34"/>
              </a:xfrm>
              <a:custGeom>
                <a:avLst/>
                <a:gdLst>
                  <a:gd name="T0" fmla="*/ 0 w 8"/>
                  <a:gd name="T1" fmla="*/ 0 h 19"/>
                  <a:gd name="T2" fmla="*/ 33 w 8"/>
                  <a:gd name="T3" fmla="*/ 81 h 19"/>
                  <a:gd name="T4" fmla="*/ 33 w 8"/>
                  <a:gd name="T5" fmla="*/ 109 h 19"/>
                  <a:gd name="T6" fmla="*/ 7 w 8"/>
                  <a:gd name="T7" fmla="*/ 10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8" y="2"/>
                      <a:pt x="5" y="7"/>
                      <a:pt x="6" y="14"/>
                    </a:cubicBezTo>
                    <a:cubicBezTo>
                      <a:pt x="6" y="16"/>
                      <a:pt x="7" y="17"/>
                      <a:pt x="6" y="19"/>
                    </a:cubicBezTo>
                    <a:cubicBezTo>
                      <a:pt x="5" y="19"/>
                      <a:pt x="2" y="19"/>
                      <a:pt x="1" y="1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3" name="Freeform 1321">
                <a:extLst>
                  <a:ext uri="{FF2B5EF4-FFF2-40B4-BE49-F238E27FC236}">
                    <a16:creationId xmlns:a16="http://schemas.microsoft.com/office/drawing/2014/main" id="{082E16E6-89D9-42C8-B297-911C84772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199"/>
                <a:ext cx="8" cy="1"/>
              </a:xfrm>
              <a:custGeom>
                <a:avLst/>
                <a:gdLst>
                  <a:gd name="T0" fmla="*/ 21 w 5"/>
                  <a:gd name="T1" fmla="*/ 0 h 1"/>
                  <a:gd name="T2" fmla="*/ 0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4" name="Freeform 1322">
                <a:extLst>
                  <a:ext uri="{FF2B5EF4-FFF2-40B4-BE49-F238E27FC236}">
                    <a16:creationId xmlns:a16="http://schemas.microsoft.com/office/drawing/2014/main" id="{B4388747-1239-4CED-A21D-CEB8ED210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216"/>
                <a:ext cx="3" cy="6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5" name="Freeform 1323">
                <a:extLst>
                  <a:ext uri="{FF2B5EF4-FFF2-40B4-BE49-F238E27FC236}">
                    <a16:creationId xmlns:a16="http://schemas.microsoft.com/office/drawing/2014/main" id="{41847526-FB22-4E04-A99F-741E2941B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3227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6" name="Freeform 1324">
                <a:extLst>
                  <a:ext uri="{FF2B5EF4-FFF2-40B4-BE49-F238E27FC236}">
                    <a16:creationId xmlns:a16="http://schemas.microsoft.com/office/drawing/2014/main" id="{1155DD56-C48D-4238-89D3-EF24A7591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3248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7" name="Freeform 1325">
                <a:extLst>
                  <a:ext uri="{FF2B5EF4-FFF2-40B4-BE49-F238E27FC236}">
                    <a16:creationId xmlns:a16="http://schemas.microsoft.com/office/drawing/2014/main" id="{199F786C-E08A-49DA-9E2F-5EB29B0F1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192"/>
                <a:ext cx="2" cy="7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8" name="Freeform 1326">
                <a:extLst>
                  <a:ext uri="{FF2B5EF4-FFF2-40B4-BE49-F238E27FC236}">
                    <a16:creationId xmlns:a16="http://schemas.microsoft.com/office/drawing/2014/main" id="{EBE287AF-760F-4798-BA84-CC33BDE71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223"/>
                <a:ext cx="19" cy="36"/>
              </a:xfrm>
              <a:custGeom>
                <a:avLst/>
                <a:gdLst>
                  <a:gd name="T0" fmla="*/ 0 w 11"/>
                  <a:gd name="T1" fmla="*/ 13 h 20"/>
                  <a:gd name="T2" fmla="*/ 41 w 11"/>
                  <a:gd name="T3" fmla="*/ 72 h 20"/>
                  <a:gd name="T4" fmla="*/ 36 w 11"/>
                  <a:gd name="T5" fmla="*/ 11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"/>
                    </a:moveTo>
                    <a:cubicBezTo>
                      <a:pt x="9" y="0"/>
                      <a:pt x="8" y="7"/>
                      <a:pt x="8" y="12"/>
                    </a:cubicBezTo>
                    <a:cubicBezTo>
                      <a:pt x="9" y="15"/>
                      <a:pt x="11" y="20"/>
                      <a:pt x="7" y="2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9" name="Freeform 1327">
                <a:extLst>
                  <a:ext uri="{FF2B5EF4-FFF2-40B4-BE49-F238E27FC236}">
                    <a16:creationId xmlns:a16="http://schemas.microsoft.com/office/drawing/2014/main" id="{580C0E43-E077-4221-8EEE-A9E86EA06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220"/>
                <a:ext cx="68" cy="16"/>
              </a:xfrm>
              <a:custGeom>
                <a:avLst/>
                <a:gdLst>
                  <a:gd name="T0" fmla="*/ 181 w 41"/>
                  <a:gd name="T1" fmla="*/ 0 h 9"/>
                  <a:gd name="T2" fmla="*/ 181 w 41"/>
                  <a:gd name="T3" fmla="*/ 28 h 9"/>
                  <a:gd name="T4" fmla="*/ 146 w 41"/>
                  <a:gd name="T5" fmla="*/ 36 h 9"/>
                  <a:gd name="T6" fmla="*/ 60 w 41"/>
                  <a:gd name="T7" fmla="*/ 36 h 9"/>
                  <a:gd name="T8" fmla="*/ 0 w 41"/>
                  <a:gd name="T9" fmla="*/ 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">
                    <a:moveTo>
                      <a:pt x="40" y="0"/>
                    </a:moveTo>
                    <a:cubicBezTo>
                      <a:pt x="40" y="1"/>
                      <a:pt x="41" y="3"/>
                      <a:pt x="40" y="5"/>
                    </a:cubicBezTo>
                    <a:cubicBezTo>
                      <a:pt x="39" y="6"/>
                      <a:pt x="34" y="6"/>
                      <a:pt x="32" y="6"/>
                    </a:cubicBezTo>
                    <a:cubicBezTo>
                      <a:pt x="26" y="5"/>
                      <a:pt x="19" y="5"/>
                      <a:pt x="13" y="6"/>
                    </a:cubicBezTo>
                    <a:cubicBezTo>
                      <a:pt x="10" y="7"/>
                      <a:pt x="2" y="9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0" name="Freeform 1328">
                <a:extLst>
                  <a:ext uri="{FF2B5EF4-FFF2-40B4-BE49-F238E27FC236}">
                    <a16:creationId xmlns:a16="http://schemas.microsoft.com/office/drawing/2014/main" id="{BB8B1781-78AE-4004-B520-A8E776C2F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174"/>
                <a:ext cx="83" cy="41"/>
              </a:xfrm>
              <a:custGeom>
                <a:avLst/>
                <a:gdLst>
                  <a:gd name="T0" fmla="*/ 229 w 50"/>
                  <a:gd name="T1" fmla="*/ 0 h 23"/>
                  <a:gd name="T2" fmla="*/ 209 w 50"/>
                  <a:gd name="T3" fmla="*/ 0 h 23"/>
                  <a:gd name="T4" fmla="*/ 188 w 50"/>
                  <a:gd name="T5" fmla="*/ 29 h 23"/>
                  <a:gd name="T6" fmla="*/ 83 w 50"/>
                  <a:gd name="T7" fmla="*/ 102 h 23"/>
                  <a:gd name="T8" fmla="*/ 8 w 50"/>
                  <a:gd name="T9" fmla="*/ 7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3">
                    <a:moveTo>
                      <a:pt x="50" y="0"/>
                    </a:move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2" y="3"/>
                      <a:pt x="41" y="5"/>
                    </a:cubicBezTo>
                    <a:cubicBezTo>
                      <a:pt x="36" y="11"/>
                      <a:pt x="25" y="16"/>
                      <a:pt x="18" y="18"/>
                    </a:cubicBezTo>
                    <a:cubicBezTo>
                      <a:pt x="13" y="20"/>
                      <a:pt x="0" y="23"/>
                      <a:pt x="2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1" name="Freeform 1329">
                <a:extLst>
                  <a:ext uri="{FF2B5EF4-FFF2-40B4-BE49-F238E27FC236}">
                    <a16:creationId xmlns:a16="http://schemas.microsoft.com/office/drawing/2014/main" id="{52AD08EA-595B-4416-8126-90598B9D9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3082"/>
                <a:ext cx="63" cy="53"/>
              </a:xfrm>
              <a:custGeom>
                <a:avLst/>
                <a:gdLst>
                  <a:gd name="T0" fmla="*/ 0 w 38"/>
                  <a:gd name="T1" fmla="*/ 138 h 30"/>
                  <a:gd name="T2" fmla="*/ 50 w 38"/>
                  <a:gd name="T3" fmla="*/ 127 h 30"/>
                  <a:gd name="T4" fmla="*/ 76 w 38"/>
                  <a:gd name="T5" fmla="*/ 87 h 30"/>
                  <a:gd name="T6" fmla="*/ 124 w 38"/>
                  <a:gd name="T7" fmla="*/ 72 h 30"/>
                  <a:gd name="T8" fmla="*/ 167 w 38"/>
                  <a:gd name="T9" fmla="*/ 7 h 30"/>
                  <a:gd name="T10" fmla="*/ 159 w 38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0">
                    <a:moveTo>
                      <a:pt x="0" y="25"/>
                    </a:moveTo>
                    <a:cubicBezTo>
                      <a:pt x="3" y="30"/>
                      <a:pt x="9" y="26"/>
                      <a:pt x="11" y="23"/>
                    </a:cubicBezTo>
                    <a:cubicBezTo>
                      <a:pt x="13" y="20"/>
                      <a:pt x="14" y="17"/>
                      <a:pt x="17" y="16"/>
                    </a:cubicBezTo>
                    <a:cubicBezTo>
                      <a:pt x="20" y="14"/>
                      <a:pt x="23" y="14"/>
                      <a:pt x="27" y="13"/>
                    </a:cubicBezTo>
                    <a:cubicBezTo>
                      <a:pt x="32" y="12"/>
                      <a:pt x="38" y="7"/>
                      <a:pt x="37" y="1"/>
                    </a:cubicBezTo>
                    <a:cubicBezTo>
                      <a:pt x="36" y="0"/>
                      <a:pt x="36" y="0"/>
                      <a:pt x="3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2" name="Freeform 1330">
                <a:extLst>
                  <a:ext uri="{FF2B5EF4-FFF2-40B4-BE49-F238E27FC236}">
                    <a16:creationId xmlns:a16="http://schemas.microsoft.com/office/drawing/2014/main" id="{2996B434-4CB1-4F61-A21C-CD1A12200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946"/>
                <a:ext cx="53" cy="72"/>
              </a:xfrm>
              <a:custGeom>
                <a:avLst/>
                <a:gdLst>
                  <a:gd name="T0" fmla="*/ 0 w 32"/>
                  <a:gd name="T1" fmla="*/ 216 h 41"/>
                  <a:gd name="T2" fmla="*/ 50 w 32"/>
                  <a:gd name="T3" fmla="*/ 184 h 41"/>
                  <a:gd name="T4" fmla="*/ 104 w 32"/>
                  <a:gd name="T5" fmla="*/ 77 h 41"/>
                  <a:gd name="T6" fmla="*/ 124 w 32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0" y="40"/>
                    </a:moveTo>
                    <a:cubicBezTo>
                      <a:pt x="6" y="39"/>
                      <a:pt x="9" y="41"/>
                      <a:pt x="11" y="34"/>
                    </a:cubicBezTo>
                    <a:cubicBezTo>
                      <a:pt x="14" y="26"/>
                      <a:pt x="17" y="19"/>
                      <a:pt x="23" y="14"/>
                    </a:cubicBezTo>
                    <a:cubicBezTo>
                      <a:pt x="28" y="10"/>
                      <a:pt x="32" y="5"/>
                      <a:pt x="2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3" name="Freeform 1331">
                <a:extLst>
                  <a:ext uri="{FF2B5EF4-FFF2-40B4-BE49-F238E27FC236}">
                    <a16:creationId xmlns:a16="http://schemas.microsoft.com/office/drawing/2014/main" id="{20C1BD65-8E43-49F0-B868-B44770B27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802"/>
                <a:ext cx="15" cy="77"/>
              </a:xfrm>
              <a:custGeom>
                <a:avLst/>
                <a:gdLst>
                  <a:gd name="T0" fmla="*/ 13 w 9"/>
                  <a:gd name="T1" fmla="*/ 0 h 43"/>
                  <a:gd name="T2" fmla="*/ 42 w 9"/>
                  <a:gd name="T3" fmla="*/ 64 h 43"/>
                  <a:gd name="T4" fmla="*/ 22 w 9"/>
                  <a:gd name="T5" fmla="*/ 167 h 43"/>
                  <a:gd name="T6" fmla="*/ 0 w 9"/>
                  <a:gd name="T7" fmla="*/ 23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3">
                    <a:moveTo>
                      <a:pt x="3" y="0"/>
                    </a:moveTo>
                    <a:cubicBezTo>
                      <a:pt x="8" y="0"/>
                      <a:pt x="9" y="7"/>
                      <a:pt x="9" y="11"/>
                    </a:cubicBezTo>
                    <a:cubicBezTo>
                      <a:pt x="8" y="17"/>
                      <a:pt x="5" y="22"/>
                      <a:pt x="5" y="29"/>
                    </a:cubicBezTo>
                    <a:cubicBezTo>
                      <a:pt x="5" y="31"/>
                      <a:pt x="6" y="43"/>
                      <a:pt x="0" y="4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4" name="Freeform 1332">
                <a:extLst>
                  <a:ext uri="{FF2B5EF4-FFF2-40B4-BE49-F238E27FC236}">
                    <a16:creationId xmlns:a16="http://schemas.microsoft.com/office/drawing/2014/main" id="{44BE9155-9162-4B62-9C16-BDFFED973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638"/>
                <a:ext cx="20" cy="90"/>
              </a:xfrm>
              <a:custGeom>
                <a:avLst/>
                <a:gdLst>
                  <a:gd name="T0" fmla="*/ 8 w 12"/>
                  <a:gd name="T1" fmla="*/ 274 h 51"/>
                  <a:gd name="T2" fmla="*/ 47 w 12"/>
                  <a:gd name="T3" fmla="*/ 231 h 51"/>
                  <a:gd name="T4" fmla="*/ 33 w 12"/>
                  <a:gd name="T5" fmla="*/ 99 h 51"/>
                  <a:gd name="T6" fmla="*/ 5 w 12"/>
                  <a:gd name="T7" fmla="*/ 0 h 51"/>
                  <a:gd name="T8" fmla="*/ 0 w 12"/>
                  <a:gd name="T9" fmla="*/ 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1">
                    <a:moveTo>
                      <a:pt x="2" y="50"/>
                    </a:moveTo>
                    <a:cubicBezTo>
                      <a:pt x="6" y="51"/>
                      <a:pt x="9" y="46"/>
                      <a:pt x="10" y="42"/>
                    </a:cubicBezTo>
                    <a:cubicBezTo>
                      <a:pt x="12" y="34"/>
                      <a:pt x="5" y="27"/>
                      <a:pt x="7" y="18"/>
                    </a:cubicBezTo>
                    <a:cubicBezTo>
                      <a:pt x="7" y="13"/>
                      <a:pt x="8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5" name="Freeform 1333">
                <a:extLst>
                  <a:ext uri="{FF2B5EF4-FFF2-40B4-BE49-F238E27FC236}">
                    <a16:creationId xmlns:a16="http://schemas.microsoft.com/office/drawing/2014/main" id="{9DEB70C1-C30A-4614-AA61-477DBEF27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491"/>
                <a:ext cx="58" cy="90"/>
              </a:xfrm>
              <a:custGeom>
                <a:avLst/>
                <a:gdLst>
                  <a:gd name="T0" fmla="*/ 0 w 35"/>
                  <a:gd name="T1" fmla="*/ 21 h 51"/>
                  <a:gd name="T2" fmla="*/ 28 w 35"/>
                  <a:gd name="T3" fmla="*/ 0 h 51"/>
                  <a:gd name="T4" fmla="*/ 55 w 35"/>
                  <a:gd name="T5" fmla="*/ 60 h 51"/>
                  <a:gd name="T6" fmla="*/ 104 w 35"/>
                  <a:gd name="T7" fmla="*/ 199 h 51"/>
                  <a:gd name="T8" fmla="*/ 133 w 35"/>
                  <a:gd name="T9" fmla="*/ 28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0" y="4"/>
                    </a:moveTo>
                    <a:cubicBezTo>
                      <a:pt x="2" y="3"/>
                      <a:pt x="4" y="0"/>
                      <a:pt x="6" y="0"/>
                    </a:cubicBezTo>
                    <a:cubicBezTo>
                      <a:pt x="11" y="0"/>
                      <a:pt x="11" y="8"/>
                      <a:pt x="12" y="11"/>
                    </a:cubicBezTo>
                    <a:cubicBezTo>
                      <a:pt x="15" y="19"/>
                      <a:pt x="16" y="30"/>
                      <a:pt x="23" y="36"/>
                    </a:cubicBezTo>
                    <a:cubicBezTo>
                      <a:pt x="27" y="39"/>
                      <a:pt x="35" y="46"/>
                      <a:pt x="29" y="5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6" name="Freeform 1334">
                <a:extLst>
                  <a:ext uri="{FF2B5EF4-FFF2-40B4-BE49-F238E27FC236}">
                    <a16:creationId xmlns:a16="http://schemas.microsoft.com/office/drawing/2014/main" id="{9D17D3EA-4774-4470-8DBE-E6EBCB394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80"/>
                <a:ext cx="50" cy="55"/>
              </a:xfrm>
              <a:custGeom>
                <a:avLst/>
                <a:gdLst>
                  <a:gd name="T0" fmla="*/ 138 w 30"/>
                  <a:gd name="T1" fmla="*/ 174 h 31"/>
                  <a:gd name="T2" fmla="*/ 55 w 30"/>
                  <a:gd name="T3" fmla="*/ 37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30" y="31"/>
                    </a:moveTo>
                    <a:cubicBezTo>
                      <a:pt x="22" y="24"/>
                      <a:pt x="20" y="14"/>
                      <a:pt x="12" y="7"/>
                    </a:cubicBezTo>
                    <a:cubicBezTo>
                      <a:pt x="10" y="6"/>
                      <a:pt x="3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7" name="Freeform 1335">
                <a:extLst>
                  <a:ext uri="{FF2B5EF4-FFF2-40B4-BE49-F238E27FC236}">
                    <a16:creationId xmlns:a16="http://schemas.microsoft.com/office/drawing/2014/main" id="{39EE604D-5D02-46D9-994C-0854DFAFC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288"/>
                <a:ext cx="77" cy="46"/>
              </a:xfrm>
              <a:custGeom>
                <a:avLst/>
                <a:gdLst>
                  <a:gd name="T0" fmla="*/ 194 w 46"/>
                  <a:gd name="T1" fmla="*/ 143 h 26"/>
                  <a:gd name="T2" fmla="*/ 174 w 46"/>
                  <a:gd name="T3" fmla="*/ 34 h 26"/>
                  <a:gd name="T4" fmla="*/ 84 w 46"/>
                  <a:gd name="T5" fmla="*/ 21 h 26"/>
                  <a:gd name="T6" fmla="*/ 8 w 46"/>
                  <a:gd name="T7" fmla="*/ 28 h 26"/>
                  <a:gd name="T8" fmla="*/ 5 w 46"/>
                  <a:gd name="T9" fmla="*/ 10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6">
                    <a:moveTo>
                      <a:pt x="41" y="26"/>
                    </a:moveTo>
                    <a:cubicBezTo>
                      <a:pt x="38" y="20"/>
                      <a:pt x="46" y="10"/>
                      <a:pt x="37" y="6"/>
                    </a:cubicBezTo>
                    <a:cubicBezTo>
                      <a:pt x="31" y="4"/>
                      <a:pt x="24" y="4"/>
                      <a:pt x="18" y="4"/>
                    </a:cubicBezTo>
                    <a:cubicBezTo>
                      <a:pt x="13" y="4"/>
                      <a:pt x="5" y="0"/>
                      <a:pt x="2" y="5"/>
                    </a:cubicBezTo>
                    <a:cubicBezTo>
                      <a:pt x="0" y="8"/>
                      <a:pt x="1" y="14"/>
                      <a:pt x="1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8" name="Freeform 1336">
                <a:extLst>
                  <a:ext uri="{FF2B5EF4-FFF2-40B4-BE49-F238E27FC236}">
                    <a16:creationId xmlns:a16="http://schemas.microsoft.com/office/drawing/2014/main" id="{2BE62B97-B9CD-489D-88F0-4F14906F2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284"/>
                <a:ext cx="83" cy="45"/>
              </a:xfrm>
              <a:custGeom>
                <a:avLst/>
                <a:gdLst>
                  <a:gd name="T0" fmla="*/ 229 w 50"/>
                  <a:gd name="T1" fmla="*/ 104 h 25"/>
                  <a:gd name="T2" fmla="*/ 179 w 50"/>
                  <a:gd name="T3" fmla="*/ 7 h 25"/>
                  <a:gd name="T4" fmla="*/ 133 w 50"/>
                  <a:gd name="T5" fmla="*/ 16 h 25"/>
                  <a:gd name="T6" fmla="*/ 63 w 50"/>
                  <a:gd name="T7" fmla="*/ 41 h 25"/>
                  <a:gd name="T8" fmla="*/ 5 w 50"/>
                  <a:gd name="T9" fmla="*/ 101 h 25"/>
                  <a:gd name="T10" fmla="*/ 22 w 50"/>
                  <a:gd name="T11" fmla="*/ 14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25">
                    <a:moveTo>
                      <a:pt x="50" y="18"/>
                    </a:moveTo>
                    <a:cubicBezTo>
                      <a:pt x="44" y="15"/>
                      <a:pt x="46" y="4"/>
                      <a:pt x="39" y="1"/>
                    </a:cubicBezTo>
                    <a:cubicBezTo>
                      <a:pt x="36" y="0"/>
                      <a:pt x="32" y="2"/>
                      <a:pt x="29" y="3"/>
                    </a:cubicBezTo>
                    <a:cubicBezTo>
                      <a:pt x="25" y="5"/>
                      <a:pt x="19" y="6"/>
                      <a:pt x="14" y="7"/>
                    </a:cubicBezTo>
                    <a:cubicBezTo>
                      <a:pt x="9" y="8"/>
                      <a:pt x="0" y="9"/>
                      <a:pt x="1" y="17"/>
                    </a:cubicBezTo>
                    <a:cubicBezTo>
                      <a:pt x="2" y="20"/>
                      <a:pt x="3" y="23"/>
                      <a:pt x="5" y="2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9" name="Freeform 1337">
                <a:extLst>
                  <a:ext uri="{FF2B5EF4-FFF2-40B4-BE49-F238E27FC236}">
                    <a16:creationId xmlns:a16="http://schemas.microsoft.com/office/drawing/2014/main" id="{9D846AD3-79EF-4AFD-895E-811C1E377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332"/>
                <a:ext cx="80" cy="64"/>
              </a:xfrm>
              <a:custGeom>
                <a:avLst/>
                <a:gdLst>
                  <a:gd name="T0" fmla="*/ 217 w 48"/>
                  <a:gd name="T1" fmla="*/ 66 h 36"/>
                  <a:gd name="T2" fmla="*/ 222 w 48"/>
                  <a:gd name="T3" fmla="*/ 73 h 36"/>
                  <a:gd name="T4" fmla="*/ 180 w 48"/>
                  <a:gd name="T5" fmla="*/ 21 h 36"/>
                  <a:gd name="T6" fmla="*/ 153 w 48"/>
                  <a:gd name="T7" fmla="*/ 7 h 36"/>
                  <a:gd name="T8" fmla="*/ 112 w 48"/>
                  <a:gd name="T9" fmla="*/ 44 h 36"/>
                  <a:gd name="T10" fmla="*/ 63 w 48"/>
                  <a:gd name="T11" fmla="*/ 85 h 36"/>
                  <a:gd name="T12" fmla="*/ 8 w 48"/>
                  <a:gd name="T13" fmla="*/ 146 h 36"/>
                  <a:gd name="T14" fmla="*/ 28 w 48"/>
                  <a:gd name="T15" fmla="*/ 203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6">
                    <a:moveTo>
                      <a:pt x="47" y="12"/>
                    </a:moveTo>
                    <a:cubicBezTo>
                      <a:pt x="47" y="12"/>
                      <a:pt x="48" y="12"/>
                      <a:pt x="48" y="13"/>
                    </a:cubicBezTo>
                    <a:cubicBezTo>
                      <a:pt x="44" y="10"/>
                      <a:pt x="41" y="8"/>
                      <a:pt x="39" y="4"/>
                    </a:cubicBezTo>
                    <a:cubicBezTo>
                      <a:pt x="37" y="2"/>
                      <a:pt x="35" y="0"/>
                      <a:pt x="33" y="1"/>
                    </a:cubicBezTo>
                    <a:cubicBezTo>
                      <a:pt x="30" y="2"/>
                      <a:pt x="27" y="6"/>
                      <a:pt x="24" y="8"/>
                    </a:cubicBezTo>
                    <a:cubicBezTo>
                      <a:pt x="21" y="10"/>
                      <a:pt x="17" y="13"/>
                      <a:pt x="14" y="15"/>
                    </a:cubicBezTo>
                    <a:cubicBezTo>
                      <a:pt x="10" y="18"/>
                      <a:pt x="5" y="21"/>
                      <a:pt x="2" y="26"/>
                    </a:cubicBezTo>
                    <a:cubicBezTo>
                      <a:pt x="0" y="30"/>
                      <a:pt x="4" y="33"/>
                      <a:pt x="6" y="3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0" name="Freeform 1338">
                <a:extLst>
                  <a:ext uri="{FF2B5EF4-FFF2-40B4-BE49-F238E27FC236}">
                    <a16:creationId xmlns:a16="http://schemas.microsoft.com/office/drawing/2014/main" id="{905306A3-DD7E-4839-B01F-25ECEDDC7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410"/>
                <a:ext cx="63" cy="74"/>
              </a:xfrm>
              <a:custGeom>
                <a:avLst/>
                <a:gdLst>
                  <a:gd name="T0" fmla="*/ 172 w 38"/>
                  <a:gd name="T1" fmla="*/ 44 h 42"/>
                  <a:gd name="T2" fmla="*/ 113 w 38"/>
                  <a:gd name="T3" fmla="*/ 7 h 42"/>
                  <a:gd name="T4" fmla="*/ 88 w 38"/>
                  <a:gd name="T5" fmla="*/ 33 h 42"/>
                  <a:gd name="T6" fmla="*/ 50 w 38"/>
                  <a:gd name="T7" fmla="*/ 81 h 42"/>
                  <a:gd name="T8" fmla="*/ 5 w 38"/>
                  <a:gd name="T9" fmla="*/ 171 h 42"/>
                  <a:gd name="T10" fmla="*/ 33 w 38"/>
                  <a:gd name="T11" fmla="*/ 22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2">
                    <a:moveTo>
                      <a:pt x="38" y="8"/>
                    </a:moveTo>
                    <a:cubicBezTo>
                      <a:pt x="32" y="9"/>
                      <a:pt x="30" y="1"/>
                      <a:pt x="25" y="1"/>
                    </a:cubicBezTo>
                    <a:cubicBezTo>
                      <a:pt x="22" y="0"/>
                      <a:pt x="20" y="4"/>
                      <a:pt x="19" y="6"/>
                    </a:cubicBezTo>
                    <a:cubicBezTo>
                      <a:pt x="16" y="9"/>
                      <a:pt x="14" y="12"/>
                      <a:pt x="11" y="15"/>
                    </a:cubicBezTo>
                    <a:cubicBezTo>
                      <a:pt x="7" y="20"/>
                      <a:pt x="0" y="24"/>
                      <a:pt x="1" y="31"/>
                    </a:cubicBezTo>
                    <a:cubicBezTo>
                      <a:pt x="2" y="35"/>
                      <a:pt x="3" y="39"/>
                      <a:pt x="7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1" name="Freeform 1339">
                <a:extLst>
                  <a:ext uri="{FF2B5EF4-FFF2-40B4-BE49-F238E27FC236}">
                    <a16:creationId xmlns:a16="http://schemas.microsoft.com/office/drawing/2014/main" id="{E9C727F4-5922-406F-8AF0-DD3EA20A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514"/>
                <a:ext cx="57" cy="62"/>
              </a:xfrm>
              <a:custGeom>
                <a:avLst/>
                <a:gdLst>
                  <a:gd name="T0" fmla="*/ 29 w 34"/>
                  <a:gd name="T1" fmla="*/ 195 h 35"/>
                  <a:gd name="T2" fmla="*/ 22 w 34"/>
                  <a:gd name="T3" fmla="*/ 138 h 35"/>
                  <a:gd name="T4" fmla="*/ 62 w 34"/>
                  <a:gd name="T5" fmla="*/ 34 h 35"/>
                  <a:gd name="T6" fmla="*/ 124 w 34"/>
                  <a:gd name="T7" fmla="*/ 16 h 35"/>
                  <a:gd name="T8" fmla="*/ 161 w 34"/>
                  <a:gd name="T9" fmla="*/ 6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6" y="35"/>
                    </a:moveTo>
                    <a:cubicBezTo>
                      <a:pt x="0" y="35"/>
                      <a:pt x="4" y="27"/>
                      <a:pt x="5" y="25"/>
                    </a:cubicBezTo>
                    <a:cubicBezTo>
                      <a:pt x="7" y="19"/>
                      <a:pt x="9" y="11"/>
                      <a:pt x="13" y="6"/>
                    </a:cubicBezTo>
                    <a:cubicBezTo>
                      <a:pt x="16" y="1"/>
                      <a:pt x="22" y="0"/>
                      <a:pt x="26" y="3"/>
                    </a:cubicBezTo>
                    <a:cubicBezTo>
                      <a:pt x="29" y="5"/>
                      <a:pt x="32" y="10"/>
                      <a:pt x="34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2" name="Freeform 1340">
                <a:extLst>
                  <a:ext uri="{FF2B5EF4-FFF2-40B4-BE49-F238E27FC236}">
                    <a16:creationId xmlns:a16="http://schemas.microsoft.com/office/drawing/2014/main" id="{EE556549-5FCE-464D-A1F6-6431978F0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371"/>
                <a:ext cx="53" cy="42"/>
              </a:xfrm>
              <a:custGeom>
                <a:avLst/>
                <a:gdLst>
                  <a:gd name="T0" fmla="*/ 13 w 32"/>
                  <a:gd name="T1" fmla="*/ 130 h 24"/>
                  <a:gd name="T2" fmla="*/ 36 w 32"/>
                  <a:gd name="T3" fmla="*/ 81 h 24"/>
                  <a:gd name="T4" fmla="*/ 91 w 32"/>
                  <a:gd name="T5" fmla="*/ 33 h 24"/>
                  <a:gd name="T6" fmla="*/ 146 w 32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3" y="24"/>
                    </a:moveTo>
                    <a:cubicBezTo>
                      <a:pt x="0" y="20"/>
                      <a:pt x="6" y="17"/>
                      <a:pt x="8" y="15"/>
                    </a:cubicBezTo>
                    <a:cubicBezTo>
                      <a:pt x="12" y="12"/>
                      <a:pt x="16" y="9"/>
                      <a:pt x="20" y="6"/>
                    </a:cubicBezTo>
                    <a:cubicBezTo>
                      <a:pt x="23" y="5"/>
                      <a:pt x="29" y="0"/>
                      <a:pt x="3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3" name="Freeform 1341">
                <a:extLst>
                  <a:ext uri="{FF2B5EF4-FFF2-40B4-BE49-F238E27FC236}">
                    <a16:creationId xmlns:a16="http://schemas.microsoft.com/office/drawing/2014/main" id="{52606417-11B8-42D3-914E-D86B18C21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463"/>
                <a:ext cx="48" cy="55"/>
              </a:xfrm>
              <a:custGeom>
                <a:avLst/>
                <a:gdLst>
                  <a:gd name="T0" fmla="*/ 131 w 29"/>
                  <a:gd name="T1" fmla="*/ 0 h 31"/>
                  <a:gd name="T2" fmla="*/ 96 w 29"/>
                  <a:gd name="T3" fmla="*/ 35 h 31"/>
                  <a:gd name="T4" fmla="*/ 41 w 29"/>
                  <a:gd name="T5" fmla="*/ 110 h 31"/>
                  <a:gd name="T6" fmla="*/ 22 w 29"/>
                  <a:gd name="T7" fmla="*/ 17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1">
                    <a:moveTo>
                      <a:pt x="29" y="0"/>
                    </a:moveTo>
                    <a:cubicBezTo>
                      <a:pt x="25" y="0"/>
                      <a:pt x="22" y="3"/>
                      <a:pt x="21" y="6"/>
                    </a:cubicBezTo>
                    <a:cubicBezTo>
                      <a:pt x="17" y="11"/>
                      <a:pt x="14" y="16"/>
                      <a:pt x="9" y="20"/>
                    </a:cubicBezTo>
                    <a:cubicBezTo>
                      <a:pt x="6" y="22"/>
                      <a:pt x="0" y="27"/>
                      <a:pt x="5" y="3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4" name="Freeform 1342">
                <a:extLst>
                  <a:ext uri="{FF2B5EF4-FFF2-40B4-BE49-F238E27FC236}">
                    <a16:creationId xmlns:a16="http://schemas.microsoft.com/office/drawing/2014/main" id="{B61A7B75-3C66-4D44-8C80-0F430057B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385"/>
                <a:ext cx="18" cy="27"/>
              </a:xfrm>
              <a:custGeom>
                <a:avLst/>
                <a:gdLst>
                  <a:gd name="T0" fmla="*/ 41 w 11"/>
                  <a:gd name="T1" fmla="*/ 88 h 15"/>
                  <a:gd name="T2" fmla="*/ 0 w 11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9" y="15"/>
                    </a:moveTo>
                    <a:cubicBezTo>
                      <a:pt x="11" y="10"/>
                      <a:pt x="4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5" name="Freeform 1343">
                <a:extLst>
                  <a:ext uri="{FF2B5EF4-FFF2-40B4-BE49-F238E27FC236}">
                    <a16:creationId xmlns:a16="http://schemas.microsoft.com/office/drawing/2014/main" id="{B11EA1F8-33BA-4C2C-A47E-CC1058AF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345"/>
                <a:ext cx="22" cy="30"/>
              </a:xfrm>
              <a:custGeom>
                <a:avLst/>
                <a:gdLst>
                  <a:gd name="T0" fmla="*/ 49 w 13"/>
                  <a:gd name="T1" fmla="*/ 94 h 17"/>
                  <a:gd name="T2" fmla="*/ 0 w 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0" y="17"/>
                    </a:moveTo>
                    <a:cubicBezTo>
                      <a:pt x="13" y="12"/>
                      <a:pt x="3" y="4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6" name="Freeform 1344">
                <a:extLst>
                  <a:ext uri="{FF2B5EF4-FFF2-40B4-BE49-F238E27FC236}">
                    <a16:creationId xmlns:a16="http://schemas.microsoft.com/office/drawing/2014/main" id="{7667A486-7871-4B66-9B95-32348A4DB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403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7" name="Freeform 1345">
                <a:extLst>
                  <a:ext uri="{FF2B5EF4-FFF2-40B4-BE49-F238E27FC236}">
                    <a16:creationId xmlns:a16="http://schemas.microsoft.com/office/drawing/2014/main" id="{FFF25F47-C5F9-429C-BCAF-337530E29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369"/>
                <a:ext cx="8" cy="4"/>
              </a:xfrm>
              <a:custGeom>
                <a:avLst/>
                <a:gdLst>
                  <a:gd name="T0" fmla="*/ 0 w 5"/>
                  <a:gd name="T1" fmla="*/ 0 h 2"/>
                  <a:gd name="T2" fmla="*/ 21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5" y="2"/>
                      <a:pt x="5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8" name="Freeform 1346">
                <a:extLst>
                  <a:ext uri="{FF2B5EF4-FFF2-40B4-BE49-F238E27FC236}">
                    <a16:creationId xmlns:a16="http://schemas.microsoft.com/office/drawing/2014/main" id="{6527198B-B07E-4A32-BEE7-44168C50D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307"/>
                <a:ext cx="21" cy="27"/>
              </a:xfrm>
              <a:custGeom>
                <a:avLst/>
                <a:gdLst>
                  <a:gd name="T0" fmla="*/ 21 w 13"/>
                  <a:gd name="T1" fmla="*/ 88 h 15"/>
                  <a:gd name="T2" fmla="*/ 0 w 1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5" y="15"/>
                    </a:moveTo>
                    <a:cubicBezTo>
                      <a:pt x="13" y="14"/>
                      <a:pt x="4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9" name="Freeform 1347">
                <a:extLst>
                  <a:ext uri="{FF2B5EF4-FFF2-40B4-BE49-F238E27FC236}">
                    <a16:creationId xmlns:a16="http://schemas.microsoft.com/office/drawing/2014/main" id="{6A22E19B-C84D-4E96-A9B9-73EC37295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383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0" name="Freeform 1348">
                <a:extLst>
                  <a:ext uri="{FF2B5EF4-FFF2-40B4-BE49-F238E27FC236}">
                    <a16:creationId xmlns:a16="http://schemas.microsoft.com/office/drawing/2014/main" id="{DF5189FD-ED4F-4911-A6DC-AF2961B6C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435"/>
                <a:ext cx="25" cy="23"/>
              </a:xfrm>
              <a:custGeom>
                <a:avLst/>
                <a:gdLst>
                  <a:gd name="T0" fmla="*/ 70 w 15"/>
                  <a:gd name="T1" fmla="*/ 60 h 13"/>
                  <a:gd name="T2" fmla="*/ 50 w 15"/>
                  <a:gd name="T3" fmla="*/ 60 h 13"/>
                  <a:gd name="T4" fmla="*/ 33 w 15"/>
                  <a:gd name="T5" fmla="*/ 28 h 13"/>
                  <a:gd name="T6" fmla="*/ 0 w 1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11"/>
                    </a:moveTo>
                    <a:cubicBezTo>
                      <a:pt x="12" y="11"/>
                      <a:pt x="13" y="13"/>
                      <a:pt x="11" y="11"/>
                    </a:cubicBezTo>
                    <a:cubicBezTo>
                      <a:pt x="9" y="10"/>
                      <a:pt x="9" y="7"/>
                      <a:pt x="7" y="5"/>
                    </a:cubicBezTo>
                    <a:cubicBezTo>
                      <a:pt x="5" y="3"/>
                      <a:pt x="1" y="3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1" name="Freeform 1349">
                <a:extLst>
                  <a:ext uri="{FF2B5EF4-FFF2-40B4-BE49-F238E27FC236}">
                    <a16:creationId xmlns:a16="http://schemas.microsoft.com/office/drawing/2014/main" id="{2F8E18CC-68F3-47F0-949C-FB317F788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97"/>
                <a:ext cx="23" cy="21"/>
              </a:xfrm>
              <a:custGeom>
                <a:avLst/>
                <a:gdLst>
                  <a:gd name="T0" fmla="*/ 41 w 14"/>
                  <a:gd name="T1" fmla="*/ 65 h 12"/>
                  <a:gd name="T2" fmla="*/ 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4"/>
                      <a:pt x="1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2" name="Freeform 1350">
                <a:extLst>
                  <a:ext uri="{FF2B5EF4-FFF2-40B4-BE49-F238E27FC236}">
                    <a16:creationId xmlns:a16="http://schemas.microsoft.com/office/drawing/2014/main" id="{756C47CC-12AA-4EBF-863D-F8B772241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454"/>
                <a:ext cx="3" cy="11"/>
              </a:xfrm>
              <a:custGeom>
                <a:avLst/>
                <a:gdLst>
                  <a:gd name="T0" fmla="*/ 0 w 2"/>
                  <a:gd name="T1" fmla="*/ 0 h 6"/>
                  <a:gd name="T2" fmla="*/ 5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1"/>
                      <a:pt x="2" y="5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3" name="Freeform 1351">
                <a:extLst>
                  <a:ext uri="{FF2B5EF4-FFF2-40B4-BE49-F238E27FC236}">
                    <a16:creationId xmlns:a16="http://schemas.microsoft.com/office/drawing/2014/main" id="{72F177D4-6A62-4DC5-A003-D1E174328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505"/>
                <a:ext cx="8" cy="4"/>
              </a:xfrm>
              <a:custGeom>
                <a:avLst/>
                <a:gdLst>
                  <a:gd name="T0" fmla="*/ 0 w 5"/>
                  <a:gd name="T1" fmla="*/ 8 h 2"/>
                  <a:gd name="T2" fmla="*/ 21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1"/>
                      <a:pt x="4" y="2"/>
                      <a:pt x="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4" name="Freeform 1352">
                <a:extLst>
                  <a:ext uri="{FF2B5EF4-FFF2-40B4-BE49-F238E27FC236}">
                    <a16:creationId xmlns:a16="http://schemas.microsoft.com/office/drawing/2014/main" id="{23AE9768-C0D0-4CFB-83F4-B294EB98D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567"/>
                <a:ext cx="6" cy="7"/>
              </a:xfrm>
              <a:custGeom>
                <a:avLst/>
                <a:gdLst>
                  <a:gd name="T0" fmla="*/ 14 w 4"/>
                  <a:gd name="T1" fmla="*/ 0 h 4"/>
                  <a:gd name="T2" fmla="*/ 0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5" name="Freeform 1353">
                <a:extLst>
                  <a:ext uri="{FF2B5EF4-FFF2-40B4-BE49-F238E27FC236}">
                    <a16:creationId xmlns:a16="http://schemas.microsoft.com/office/drawing/2014/main" id="{66E17B82-245F-474D-A17C-99FB317D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229"/>
                <a:ext cx="8" cy="26"/>
              </a:xfrm>
              <a:custGeom>
                <a:avLst/>
                <a:gdLst>
                  <a:gd name="T0" fmla="*/ 0 w 5"/>
                  <a:gd name="T1" fmla="*/ 5 h 15"/>
                  <a:gd name="T2" fmla="*/ 16 w 5"/>
                  <a:gd name="T3" fmla="*/ 49 h 15"/>
                  <a:gd name="T4" fmla="*/ 16 w 5"/>
                  <a:gd name="T5" fmla="*/ 7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0" y="1"/>
                    </a:moveTo>
                    <a:cubicBezTo>
                      <a:pt x="5" y="0"/>
                      <a:pt x="4" y="6"/>
                      <a:pt x="4" y="9"/>
                    </a:cubicBezTo>
                    <a:cubicBezTo>
                      <a:pt x="4" y="11"/>
                      <a:pt x="5" y="14"/>
                      <a:pt x="4" y="1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6" name="Freeform 1354">
                <a:extLst>
                  <a:ext uri="{FF2B5EF4-FFF2-40B4-BE49-F238E27FC236}">
                    <a16:creationId xmlns:a16="http://schemas.microsoft.com/office/drawing/2014/main" id="{2705362F-1BC8-4977-93A7-9B6F98F79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204"/>
                <a:ext cx="16" cy="33"/>
              </a:xfrm>
              <a:custGeom>
                <a:avLst/>
                <a:gdLst>
                  <a:gd name="T0" fmla="*/ 0 w 10"/>
                  <a:gd name="T1" fmla="*/ 0 h 19"/>
                  <a:gd name="T2" fmla="*/ 0 w 10"/>
                  <a:gd name="T3" fmla="*/ 36 h 19"/>
                  <a:gd name="T4" fmla="*/ 16 w 10"/>
                  <a:gd name="T5" fmla="*/ 63 h 19"/>
                  <a:gd name="T6" fmla="*/ 42 w 10"/>
                  <a:gd name="T7" fmla="*/ 9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  <a:cubicBezTo>
                      <a:pt x="1" y="10"/>
                      <a:pt x="3" y="10"/>
                      <a:pt x="4" y="12"/>
                    </a:cubicBezTo>
                    <a:cubicBezTo>
                      <a:pt x="6" y="13"/>
                      <a:pt x="7" y="19"/>
                      <a:pt x="10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7" name="Freeform 1355">
                <a:extLst>
                  <a:ext uri="{FF2B5EF4-FFF2-40B4-BE49-F238E27FC236}">
                    <a16:creationId xmlns:a16="http://schemas.microsoft.com/office/drawing/2014/main" id="{431D19F5-F2B5-4716-98FE-40289B02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3227"/>
                <a:ext cx="1" cy="5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8" name="Freeform 1356">
                <a:extLst>
                  <a:ext uri="{FF2B5EF4-FFF2-40B4-BE49-F238E27FC236}">
                    <a16:creationId xmlns:a16="http://schemas.microsoft.com/office/drawing/2014/main" id="{F314E41D-EF90-46F9-AC80-05BBCEBE9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230"/>
                <a:ext cx="2" cy="9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4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9" name="Freeform 1357">
                <a:extLst>
                  <a:ext uri="{FF2B5EF4-FFF2-40B4-BE49-F238E27FC236}">
                    <a16:creationId xmlns:a16="http://schemas.microsoft.com/office/drawing/2014/main" id="{21F8BE53-85D3-4957-8194-C2DB9984A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206"/>
                <a:ext cx="5" cy="5"/>
              </a:xfrm>
              <a:custGeom>
                <a:avLst/>
                <a:gdLst>
                  <a:gd name="T0" fmla="*/ 13 w 3"/>
                  <a:gd name="T1" fmla="*/ 5 h 3"/>
                  <a:gd name="T2" fmla="*/ 5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0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0" name="Freeform 1358">
                <a:extLst>
                  <a:ext uri="{FF2B5EF4-FFF2-40B4-BE49-F238E27FC236}">
                    <a16:creationId xmlns:a16="http://schemas.microsoft.com/office/drawing/2014/main" id="{593B2DF2-E2C1-4E03-AB1E-923D95612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3174"/>
                <a:ext cx="17" cy="28"/>
              </a:xfrm>
              <a:custGeom>
                <a:avLst/>
                <a:gdLst>
                  <a:gd name="T0" fmla="*/ 0 w 10"/>
                  <a:gd name="T1" fmla="*/ 0 h 16"/>
                  <a:gd name="T2" fmla="*/ 29 w 10"/>
                  <a:gd name="T3" fmla="*/ 58 h 16"/>
                  <a:gd name="T4" fmla="*/ 49 w 10"/>
                  <a:gd name="T5" fmla="*/ 8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5" y="2"/>
                      <a:pt x="3" y="7"/>
                      <a:pt x="6" y="11"/>
                    </a:cubicBezTo>
                    <a:cubicBezTo>
                      <a:pt x="7" y="12"/>
                      <a:pt x="10" y="14"/>
                      <a:pt x="10" y="1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1" name="Freeform 1359">
                <a:extLst>
                  <a:ext uri="{FF2B5EF4-FFF2-40B4-BE49-F238E27FC236}">
                    <a16:creationId xmlns:a16="http://schemas.microsoft.com/office/drawing/2014/main" id="{05196BD0-CA7B-4EAF-A4E5-C1D35DCD5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133"/>
                <a:ext cx="18" cy="32"/>
              </a:xfrm>
              <a:custGeom>
                <a:avLst/>
                <a:gdLst>
                  <a:gd name="T0" fmla="*/ 0 w 11"/>
                  <a:gd name="T1" fmla="*/ 0 h 18"/>
                  <a:gd name="T2" fmla="*/ 41 w 11"/>
                  <a:gd name="T3" fmla="*/ 57 h 18"/>
                  <a:gd name="T4" fmla="*/ 43 w 11"/>
                  <a:gd name="T5" fmla="*/ 10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0"/>
                    </a:moveTo>
                    <a:cubicBezTo>
                      <a:pt x="2" y="5"/>
                      <a:pt x="7" y="6"/>
                      <a:pt x="9" y="10"/>
                    </a:cubicBezTo>
                    <a:cubicBezTo>
                      <a:pt x="10" y="13"/>
                      <a:pt x="11" y="16"/>
                      <a:pt x="10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2" name="Freeform 1360">
                <a:extLst>
                  <a:ext uri="{FF2B5EF4-FFF2-40B4-BE49-F238E27FC236}">
                    <a16:creationId xmlns:a16="http://schemas.microsoft.com/office/drawing/2014/main" id="{0E97B803-8301-4429-92E6-933B2748E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3176"/>
                <a:ext cx="5" cy="7"/>
              </a:xfrm>
              <a:custGeom>
                <a:avLst/>
                <a:gdLst>
                  <a:gd name="T0" fmla="*/ 13 w 3"/>
                  <a:gd name="T1" fmla="*/ 0 h 4"/>
                  <a:gd name="T2" fmla="*/ 5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1"/>
                      <a:pt x="0" y="2"/>
                      <a:pt x="1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3" name="Freeform 1361">
                <a:extLst>
                  <a:ext uri="{FF2B5EF4-FFF2-40B4-BE49-F238E27FC236}">
                    <a16:creationId xmlns:a16="http://schemas.microsoft.com/office/drawing/2014/main" id="{E3F5F02B-F201-4151-A66F-41E6EEABE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197"/>
                <a:ext cx="6" cy="3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2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4" name="Freeform 1362">
                <a:extLst>
                  <a:ext uri="{FF2B5EF4-FFF2-40B4-BE49-F238E27FC236}">
                    <a16:creationId xmlns:a16="http://schemas.microsoft.com/office/drawing/2014/main" id="{989AA986-6B0C-4B1D-BC0E-B21F1AF29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3131"/>
                <a:ext cx="4" cy="9"/>
              </a:xfrm>
              <a:custGeom>
                <a:avLst/>
                <a:gdLst>
                  <a:gd name="T0" fmla="*/ 16 w 2"/>
                  <a:gd name="T1" fmla="*/ 0 h 5"/>
                  <a:gd name="T2" fmla="*/ 8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0"/>
                      <a:pt x="1" y="3"/>
                      <a:pt x="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5" name="Freeform 1363">
                <a:extLst>
                  <a:ext uri="{FF2B5EF4-FFF2-40B4-BE49-F238E27FC236}">
                    <a16:creationId xmlns:a16="http://schemas.microsoft.com/office/drawing/2014/main" id="{F4867922-975E-4404-B18F-2F2FFB4F4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3082"/>
                <a:ext cx="20" cy="19"/>
              </a:xfrm>
              <a:custGeom>
                <a:avLst/>
                <a:gdLst>
                  <a:gd name="T0" fmla="*/ 8 w 12"/>
                  <a:gd name="T1" fmla="*/ 0 h 11"/>
                  <a:gd name="T2" fmla="*/ 5 w 12"/>
                  <a:gd name="T3" fmla="*/ 21 h 11"/>
                  <a:gd name="T4" fmla="*/ 28 w 12"/>
                  <a:gd name="T5" fmla="*/ 36 h 11"/>
                  <a:gd name="T6" fmla="*/ 55 w 12"/>
                  <a:gd name="T7" fmla="*/ 5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1" y="7"/>
                      <a:pt x="3" y="6"/>
                      <a:pt x="6" y="7"/>
                    </a:cubicBezTo>
                    <a:cubicBezTo>
                      <a:pt x="8" y="8"/>
                      <a:pt x="10" y="10"/>
                      <a:pt x="12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6" name="Freeform 1364">
                <a:extLst>
                  <a:ext uri="{FF2B5EF4-FFF2-40B4-BE49-F238E27FC236}">
                    <a16:creationId xmlns:a16="http://schemas.microsoft.com/office/drawing/2014/main" id="{30D3DABD-ABA3-4833-B490-C771A7579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3013"/>
                <a:ext cx="31" cy="19"/>
              </a:xfrm>
              <a:custGeom>
                <a:avLst/>
                <a:gdLst>
                  <a:gd name="T0" fmla="*/ 5 w 19"/>
                  <a:gd name="T1" fmla="*/ 0 h 11"/>
                  <a:gd name="T2" fmla="*/ 13 w 19"/>
                  <a:gd name="T3" fmla="*/ 29 h 11"/>
                  <a:gd name="T4" fmla="*/ 29 w 19"/>
                  <a:gd name="T5" fmla="*/ 36 h 11"/>
                  <a:gd name="T6" fmla="*/ 54 w 19"/>
                  <a:gd name="T7" fmla="*/ 41 h 11"/>
                  <a:gd name="T8" fmla="*/ 83 w 19"/>
                  <a:gd name="T9" fmla="*/ 4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4" y="7"/>
                      <a:pt x="6" y="7"/>
                      <a:pt x="7" y="7"/>
                    </a:cubicBezTo>
                    <a:cubicBezTo>
                      <a:pt x="9" y="7"/>
                      <a:pt x="10" y="7"/>
                      <a:pt x="12" y="8"/>
                    </a:cubicBezTo>
                    <a:cubicBezTo>
                      <a:pt x="14" y="8"/>
                      <a:pt x="17" y="11"/>
                      <a:pt x="19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7" name="Freeform 1365">
                <a:extLst>
                  <a:ext uri="{FF2B5EF4-FFF2-40B4-BE49-F238E27FC236}">
                    <a16:creationId xmlns:a16="http://schemas.microsoft.com/office/drawing/2014/main" id="{83837743-CA7C-43A4-B5B9-A067618A1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085"/>
                <a:ext cx="10" cy="6"/>
              </a:xfrm>
              <a:custGeom>
                <a:avLst/>
                <a:gdLst>
                  <a:gd name="T0" fmla="*/ 0 w 6"/>
                  <a:gd name="T1" fmla="*/ 24 h 3"/>
                  <a:gd name="T2" fmla="*/ 28 w 6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8" name="Freeform 1366">
                <a:extLst>
                  <a:ext uri="{FF2B5EF4-FFF2-40B4-BE49-F238E27FC236}">
                    <a16:creationId xmlns:a16="http://schemas.microsoft.com/office/drawing/2014/main" id="{00C578C3-B644-40EC-8CF6-DB1C820DF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018"/>
                <a:ext cx="10" cy="4"/>
              </a:xfrm>
              <a:custGeom>
                <a:avLst/>
                <a:gdLst>
                  <a:gd name="T0" fmla="*/ 0 w 6"/>
                  <a:gd name="T1" fmla="*/ 16 h 2"/>
                  <a:gd name="T2" fmla="*/ 28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1" y="0"/>
                      <a:pt x="4" y="1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9" name="Freeform 1367">
                <a:extLst>
                  <a:ext uri="{FF2B5EF4-FFF2-40B4-BE49-F238E27FC236}">
                    <a16:creationId xmlns:a16="http://schemas.microsoft.com/office/drawing/2014/main" id="{F000BCB9-56EC-47FD-AD0C-D019BD46C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3029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0" name="Freeform 1368">
                <a:extLst>
                  <a:ext uri="{FF2B5EF4-FFF2-40B4-BE49-F238E27FC236}">
                    <a16:creationId xmlns:a16="http://schemas.microsoft.com/office/drawing/2014/main" id="{CBE738F1-5A69-41DD-8F11-AD02531DD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953"/>
                <a:ext cx="28" cy="17"/>
              </a:xfrm>
              <a:custGeom>
                <a:avLst/>
                <a:gdLst>
                  <a:gd name="T0" fmla="*/ 0 w 17"/>
                  <a:gd name="T1" fmla="*/ 9 h 10"/>
                  <a:gd name="T2" fmla="*/ 8 w 17"/>
                  <a:gd name="T3" fmla="*/ 5 h 10"/>
                  <a:gd name="T4" fmla="*/ 26 w 17"/>
                  <a:gd name="T5" fmla="*/ 5 h 10"/>
                  <a:gd name="T6" fmla="*/ 54 w 17"/>
                  <a:gd name="T7" fmla="*/ 26 h 10"/>
                  <a:gd name="T8" fmla="*/ 71 w 17"/>
                  <a:gd name="T9" fmla="*/ 34 h 10"/>
                  <a:gd name="T10" fmla="*/ 76 w 17"/>
                  <a:gd name="T11" fmla="*/ 49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0">
                    <a:moveTo>
                      <a:pt x="0" y="2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6" y="1"/>
                    </a:cubicBezTo>
                    <a:cubicBezTo>
                      <a:pt x="9" y="2"/>
                      <a:pt x="10" y="4"/>
                      <a:pt x="12" y="5"/>
                    </a:cubicBezTo>
                    <a:cubicBezTo>
                      <a:pt x="13" y="6"/>
                      <a:pt x="15" y="6"/>
                      <a:pt x="16" y="7"/>
                    </a:cubicBezTo>
                    <a:cubicBezTo>
                      <a:pt x="17" y="8"/>
                      <a:pt x="17" y="9"/>
                      <a:pt x="17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1" name="Freeform 1369">
                <a:extLst>
                  <a:ext uri="{FF2B5EF4-FFF2-40B4-BE49-F238E27FC236}">
                    <a16:creationId xmlns:a16="http://schemas.microsoft.com/office/drawing/2014/main" id="{D45ABAB6-029A-436D-9EDE-FAB73D36E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870"/>
                <a:ext cx="30" cy="16"/>
              </a:xfrm>
              <a:custGeom>
                <a:avLst/>
                <a:gdLst>
                  <a:gd name="T0" fmla="*/ 0 w 18"/>
                  <a:gd name="T1" fmla="*/ 12 h 9"/>
                  <a:gd name="T2" fmla="*/ 33 w 18"/>
                  <a:gd name="T3" fmla="*/ 7 h 9"/>
                  <a:gd name="T4" fmla="*/ 62 w 18"/>
                  <a:gd name="T5" fmla="*/ 21 h 9"/>
                  <a:gd name="T6" fmla="*/ 78 w 18"/>
                  <a:gd name="T7" fmla="*/ 5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0" y="2"/>
                    </a:moveTo>
                    <a:cubicBezTo>
                      <a:pt x="2" y="2"/>
                      <a:pt x="5" y="0"/>
                      <a:pt x="7" y="1"/>
                    </a:cubicBezTo>
                    <a:cubicBezTo>
                      <a:pt x="9" y="1"/>
                      <a:pt x="11" y="3"/>
                      <a:pt x="13" y="4"/>
                    </a:cubicBezTo>
                    <a:cubicBezTo>
                      <a:pt x="15" y="5"/>
                      <a:pt x="18" y="7"/>
                      <a:pt x="17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2" name="Freeform 1370">
                <a:extLst>
                  <a:ext uri="{FF2B5EF4-FFF2-40B4-BE49-F238E27FC236}">
                    <a16:creationId xmlns:a16="http://schemas.microsoft.com/office/drawing/2014/main" id="{A1EDE35D-FA14-4A60-9DDE-C59330C44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44"/>
                <a:ext cx="5" cy="9"/>
              </a:xfrm>
              <a:custGeom>
                <a:avLst/>
                <a:gdLst>
                  <a:gd name="T0" fmla="*/ 5 w 3"/>
                  <a:gd name="T1" fmla="*/ 0 h 5"/>
                  <a:gd name="T2" fmla="*/ 13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2"/>
                      <a:pt x="1" y="4"/>
                      <a:pt x="3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3" name="Freeform 1371">
                <a:extLst>
                  <a:ext uri="{FF2B5EF4-FFF2-40B4-BE49-F238E27FC236}">
                    <a16:creationId xmlns:a16="http://schemas.microsoft.com/office/drawing/2014/main" id="{B2D3995B-B08F-45A1-92EC-ED4E8C125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962"/>
                <a:ext cx="7" cy="1"/>
              </a:xfrm>
              <a:custGeom>
                <a:avLst/>
                <a:gdLst>
                  <a:gd name="T0" fmla="*/ 0 w 4"/>
                  <a:gd name="T1" fmla="*/ 1 h 1"/>
                  <a:gd name="T2" fmla="*/ 21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4" name="Freeform 1372">
                <a:extLst>
                  <a:ext uri="{FF2B5EF4-FFF2-40B4-BE49-F238E27FC236}">
                    <a16:creationId xmlns:a16="http://schemas.microsoft.com/office/drawing/2014/main" id="{8C0E3B3D-AA86-403D-8AF6-8DA8CB4F2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866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3"/>
                      <a:pt x="3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5" name="Freeform 1373">
                <a:extLst>
                  <a:ext uri="{FF2B5EF4-FFF2-40B4-BE49-F238E27FC236}">
                    <a16:creationId xmlns:a16="http://schemas.microsoft.com/office/drawing/2014/main" id="{A6BF25DB-791D-4B35-841F-456F1FDE4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797"/>
                <a:ext cx="35" cy="16"/>
              </a:xfrm>
              <a:custGeom>
                <a:avLst/>
                <a:gdLst>
                  <a:gd name="T0" fmla="*/ 5 w 21"/>
                  <a:gd name="T1" fmla="*/ 50 h 9"/>
                  <a:gd name="T2" fmla="*/ 78 w 21"/>
                  <a:gd name="T3" fmla="*/ 16 h 9"/>
                  <a:gd name="T4" fmla="*/ 97 w 21"/>
                  <a:gd name="T5" fmla="*/ 3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1" y="9"/>
                    </a:moveTo>
                    <a:cubicBezTo>
                      <a:pt x="0" y="0"/>
                      <a:pt x="11" y="3"/>
                      <a:pt x="17" y="3"/>
                    </a:cubicBezTo>
                    <a:cubicBezTo>
                      <a:pt x="18" y="3"/>
                      <a:pt x="21" y="4"/>
                      <a:pt x="21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6" name="Freeform 1374">
                <a:extLst>
                  <a:ext uri="{FF2B5EF4-FFF2-40B4-BE49-F238E27FC236}">
                    <a16:creationId xmlns:a16="http://schemas.microsoft.com/office/drawing/2014/main" id="{87382689-555E-4F5A-9EE2-3C2879E37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797"/>
                <a:ext cx="4" cy="5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7" name="Freeform 1375">
                <a:extLst>
                  <a:ext uri="{FF2B5EF4-FFF2-40B4-BE49-F238E27FC236}">
                    <a16:creationId xmlns:a16="http://schemas.microsoft.com/office/drawing/2014/main" id="{E336A2BB-6F10-4353-9E1C-E958D911A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725"/>
                <a:ext cx="36" cy="10"/>
              </a:xfrm>
              <a:custGeom>
                <a:avLst/>
                <a:gdLst>
                  <a:gd name="T0" fmla="*/ 5 w 22"/>
                  <a:gd name="T1" fmla="*/ 28 h 6"/>
                  <a:gd name="T2" fmla="*/ 34 w 22"/>
                  <a:gd name="T3" fmla="*/ 0 h 6"/>
                  <a:gd name="T4" fmla="*/ 62 w 22"/>
                  <a:gd name="T5" fmla="*/ 5 h 6"/>
                  <a:gd name="T6" fmla="*/ 70 w 22"/>
                  <a:gd name="T7" fmla="*/ 5 h 6"/>
                  <a:gd name="T8" fmla="*/ 97 w 22"/>
                  <a:gd name="T9" fmla="*/ 2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6">
                    <a:moveTo>
                      <a:pt x="1" y="6"/>
                    </a:moveTo>
                    <a:cubicBezTo>
                      <a:pt x="0" y="2"/>
                      <a:pt x="5" y="0"/>
                      <a:pt x="8" y="0"/>
                    </a:cubicBezTo>
                    <a:cubicBezTo>
                      <a:pt x="10" y="1"/>
                      <a:pt x="12" y="1"/>
                      <a:pt x="14" y="1"/>
                    </a:cubicBezTo>
                    <a:cubicBezTo>
                      <a:pt x="15" y="1"/>
                      <a:pt x="16" y="1"/>
                      <a:pt x="16" y="1"/>
                    </a:cubicBezTo>
                    <a:cubicBezTo>
                      <a:pt x="18" y="1"/>
                      <a:pt x="21" y="3"/>
                      <a:pt x="22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8" name="Freeform 1376">
                <a:extLst>
                  <a:ext uri="{FF2B5EF4-FFF2-40B4-BE49-F238E27FC236}">
                    <a16:creationId xmlns:a16="http://schemas.microsoft.com/office/drawing/2014/main" id="{ED58677C-86AD-41A5-92D0-D9CD848D3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721"/>
                <a:ext cx="1" cy="5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9" name="Freeform 1377">
                <a:extLst>
                  <a:ext uri="{FF2B5EF4-FFF2-40B4-BE49-F238E27FC236}">
                    <a16:creationId xmlns:a16="http://schemas.microsoft.com/office/drawing/2014/main" id="{FBA8C475-67C5-4D0F-887D-F474316B9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626"/>
                <a:ext cx="25" cy="12"/>
              </a:xfrm>
              <a:custGeom>
                <a:avLst/>
                <a:gdLst>
                  <a:gd name="T0" fmla="*/ 0 w 15"/>
                  <a:gd name="T1" fmla="*/ 15 h 7"/>
                  <a:gd name="T2" fmla="*/ 42 w 15"/>
                  <a:gd name="T3" fmla="*/ 5 h 7"/>
                  <a:gd name="T4" fmla="*/ 70 w 1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3"/>
                    </a:moveTo>
                    <a:cubicBezTo>
                      <a:pt x="3" y="7"/>
                      <a:pt x="6" y="3"/>
                      <a:pt x="9" y="1"/>
                    </a:cubicBezTo>
                    <a:cubicBezTo>
                      <a:pt x="11" y="0"/>
                      <a:pt x="13" y="1"/>
                      <a:pt x="1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0" name="Freeform 1378">
                <a:extLst>
                  <a:ext uri="{FF2B5EF4-FFF2-40B4-BE49-F238E27FC236}">
                    <a16:creationId xmlns:a16="http://schemas.microsoft.com/office/drawing/2014/main" id="{AAEDA041-3B35-4B8D-840E-1E61E8C14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569"/>
                <a:ext cx="26" cy="14"/>
              </a:xfrm>
              <a:custGeom>
                <a:avLst/>
                <a:gdLst>
                  <a:gd name="T0" fmla="*/ 8 w 16"/>
                  <a:gd name="T1" fmla="*/ 44 h 8"/>
                  <a:gd name="T2" fmla="*/ 18 w 16"/>
                  <a:gd name="T3" fmla="*/ 21 h 8"/>
                  <a:gd name="T4" fmla="*/ 42 w 16"/>
                  <a:gd name="T5" fmla="*/ 12 h 8"/>
                  <a:gd name="T6" fmla="*/ 68 w 1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2" y="8"/>
                    </a:moveTo>
                    <a:cubicBezTo>
                      <a:pt x="0" y="7"/>
                      <a:pt x="3" y="4"/>
                      <a:pt x="4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2" y="1"/>
                      <a:pt x="15" y="0"/>
                      <a:pt x="16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1" name="Freeform 1379">
                <a:extLst>
                  <a:ext uri="{FF2B5EF4-FFF2-40B4-BE49-F238E27FC236}">
                    <a16:creationId xmlns:a16="http://schemas.microsoft.com/office/drawing/2014/main" id="{15E25A5A-1FB4-4E1D-81B3-851B9DF2A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635"/>
                <a:ext cx="4" cy="8"/>
              </a:xfrm>
              <a:custGeom>
                <a:avLst/>
                <a:gdLst>
                  <a:gd name="T0" fmla="*/ 16 w 2"/>
                  <a:gd name="T1" fmla="*/ 0 h 5"/>
                  <a:gd name="T2" fmla="*/ 8 w 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0" y="3"/>
                      <a:pt x="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2" name="Freeform 1380">
                <a:extLst>
                  <a:ext uri="{FF2B5EF4-FFF2-40B4-BE49-F238E27FC236}">
                    <a16:creationId xmlns:a16="http://schemas.microsoft.com/office/drawing/2014/main" id="{E4056ED4-3B9B-4863-A46D-898237ECF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627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3" y="1"/>
                      <a:pt x="4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3" name="Freeform 1381">
                <a:extLst>
                  <a:ext uri="{FF2B5EF4-FFF2-40B4-BE49-F238E27FC236}">
                    <a16:creationId xmlns:a16="http://schemas.microsoft.com/office/drawing/2014/main" id="{E381548F-CCF2-460B-A71F-9777E7C54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723"/>
                <a:ext cx="6" cy="5"/>
              </a:xfrm>
              <a:custGeom>
                <a:avLst/>
                <a:gdLst>
                  <a:gd name="T0" fmla="*/ 0 w 4"/>
                  <a:gd name="T1" fmla="*/ 8 h 3"/>
                  <a:gd name="T2" fmla="*/ 1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4" name="Freeform 1382">
                <a:extLst>
                  <a:ext uri="{FF2B5EF4-FFF2-40B4-BE49-F238E27FC236}">
                    <a16:creationId xmlns:a16="http://schemas.microsoft.com/office/drawing/2014/main" id="{042D7E61-27F9-435C-9875-88A4FE1CD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573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5" name="Freeform 1383">
                <a:extLst>
                  <a:ext uri="{FF2B5EF4-FFF2-40B4-BE49-F238E27FC236}">
                    <a16:creationId xmlns:a16="http://schemas.microsoft.com/office/drawing/2014/main" id="{FADB1FD2-BE1E-41A6-9F45-08B1EF7B3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475"/>
                <a:ext cx="23" cy="20"/>
              </a:xfrm>
              <a:custGeom>
                <a:avLst/>
                <a:gdLst>
                  <a:gd name="T0" fmla="*/ 13 w 14"/>
                  <a:gd name="T1" fmla="*/ 65 h 11"/>
                  <a:gd name="T2" fmla="*/ 35 w 14"/>
                  <a:gd name="T3" fmla="*/ 16 h 11"/>
                  <a:gd name="T4" fmla="*/ 62 w 14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11"/>
                    </a:moveTo>
                    <a:cubicBezTo>
                      <a:pt x="0" y="8"/>
                      <a:pt x="6" y="4"/>
                      <a:pt x="8" y="3"/>
                    </a:cubicBezTo>
                    <a:cubicBezTo>
                      <a:pt x="10" y="1"/>
                      <a:pt x="12" y="0"/>
                      <a:pt x="1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6" name="Freeform 1384">
                <a:extLst>
                  <a:ext uri="{FF2B5EF4-FFF2-40B4-BE49-F238E27FC236}">
                    <a16:creationId xmlns:a16="http://schemas.microsoft.com/office/drawing/2014/main" id="{E3619007-7777-4E18-81F3-D2F5BF40B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415"/>
                <a:ext cx="31" cy="21"/>
              </a:xfrm>
              <a:custGeom>
                <a:avLst/>
                <a:gdLst>
                  <a:gd name="T0" fmla="*/ 18 w 19"/>
                  <a:gd name="T1" fmla="*/ 65 h 12"/>
                  <a:gd name="T2" fmla="*/ 62 w 19"/>
                  <a:gd name="T3" fmla="*/ 16 h 12"/>
                  <a:gd name="T4" fmla="*/ 83 w 19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4" y="12"/>
                    </a:moveTo>
                    <a:cubicBezTo>
                      <a:pt x="0" y="7"/>
                      <a:pt x="12" y="5"/>
                      <a:pt x="14" y="3"/>
                    </a:cubicBezTo>
                    <a:cubicBezTo>
                      <a:pt x="15" y="2"/>
                      <a:pt x="17" y="0"/>
                      <a:pt x="19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7" name="Freeform 1385">
                <a:extLst>
                  <a:ext uri="{FF2B5EF4-FFF2-40B4-BE49-F238E27FC236}">
                    <a16:creationId xmlns:a16="http://schemas.microsoft.com/office/drawing/2014/main" id="{5D6F8DE3-B26C-44CC-98CA-E98D35808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488"/>
                <a:ext cx="10" cy="5"/>
              </a:xfrm>
              <a:custGeom>
                <a:avLst/>
                <a:gdLst>
                  <a:gd name="T0" fmla="*/ 0 w 6"/>
                  <a:gd name="T1" fmla="*/ 0 h 3"/>
                  <a:gd name="T2" fmla="*/ 28 w 6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2"/>
                      <a:pt x="3" y="3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8" name="Freeform 1386">
                <a:extLst>
                  <a:ext uri="{FF2B5EF4-FFF2-40B4-BE49-F238E27FC236}">
                    <a16:creationId xmlns:a16="http://schemas.microsoft.com/office/drawing/2014/main" id="{C5D526A0-CA1E-4666-90B7-094B2D92F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408"/>
                <a:ext cx="3" cy="13"/>
              </a:xfrm>
              <a:custGeom>
                <a:avLst/>
                <a:gdLst>
                  <a:gd name="T0" fmla="*/ 0 w 2"/>
                  <a:gd name="T1" fmla="*/ 45 h 7"/>
                  <a:gd name="T2" fmla="*/ 5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1" y="5"/>
                      <a:pt x="2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9" name="Freeform 1387">
                <a:extLst>
                  <a:ext uri="{FF2B5EF4-FFF2-40B4-BE49-F238E27FC236}">
                    <a16:creationId xmlns:a16="http://schemas.microsoft.com/office/drawing/2014/main" id="{55AF1E19-3233-4734-8AFE-5FB666BC8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355"/>
                <a:ext cx="17" cy="30"/>
              </a:xfrm>
              <a:custGeom>
                <a:avLst/>
                <a:gdLst>
                  <a:gd name="T0" fmla="*/ 15 w 10"/>
                  <a:gd name="T1" fmla="*/ 86 h 17"/>
                  <a:gd name="T2" fmla="*/ 5 w 10"/>
                  <a:gd name="T3" fmla="*/ 60 h 17"/>
                  <a:gd name="T4" fmla="*/ 26 w 10"/>
                  <a:gd name="T5" fmla="*/ 28 h 17"/>
                  <a:gd name="T6" fmla="*/ 49 w 10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3" y="16"/>
                    </a:moveTo>
                    <a:cubicBezTo>
                      <a:pt x="1" y="17"/>
                      <a:pt x="0" y="12"/>
                      <a:pt x="1" y="11"/>
                    </a:cubicBezTo>
                    <a:cubicBezTo>
                      <a:pt x="1" y="9"/>
                      <a:pt x="4" y="7"/>
                      <a:pt x="5" y="5"/>
                    </a:cubicBezTo>
                    <a:cubicBezTo>
                      <a:pt x="6" y="3"/>
                      <a:pt x="8" y="0"/>
                      <a:pt x="1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0" name="Freeform 1388">
                <a:extLst>
                  <a:ext uri="{FF2B5EF4-FFF2-40B4-BE49-F238E27FC236}">
                    <a16:creationId xmlns:a16="http://schemas.microsoft.com/office/drawing/2014/main" id="{8382F7D5-A856-4859-A6FF-CB93B1013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373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1" name="Freeform 1389">
                <a:extLst>
                  <a:ext uri="{FF2B5EF4-FFF2-40B4-BE49-F238E27FC236}">
                    <a16:creationId xmlns:a16="http://schemas.microsoft.com/office/drawing/2014/main" id="{C3D878D9-B4BF-4C7A-9ABB-935B0BED4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302"/>
                <a:ext cx="79" cy="43"/>
              </a:xfrm>
              <a:custGeom>
                <a:avLst/>
                <a:gdLst>
                  <a:gd name="T0" fmla="*/ 209 w 48"/>
                  <a:gd name="T1" fmla="*/ 131 h 24"/>
                  <a:gd name="T2" fmla="*/ 206 w 48"/>
                  <a:gd name="T3" fmla="*/ 97 h 24"/>
                  <a:gd name="T4" fmla="*/ 156 w 48"/>
                  <a:gd name="T5" fmla="*/ 73 h 24"/>
                  <a:gd name="T6" fmla="*/ 109 w 48"/>
                  <a:gd name="T7" fmla="*/ 57 h 24"/>
                  <a:gd name="T8" fmla="*/ 54 w 48"/>
                  <a:gd name="T9" fmla="*/ 29 h 24"/>
                  <a:gd name="T10" fmla="*/ 13 w 48"/>
                  <a:gd name="T11" fmla="*/ 7 h 24"/>
                  <a:gd name="T12" fmla="*/ 0 w 48"/>
                  <a:gd name="T13" fmla="*/ 13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4">
                    <a:moveTo>
                      <a:pt x="47" y="23"/>
                    </a:moveTo>
                    <a:cubicBezTo>
                      <a:pt x="48" y="24"/>
                      <a:pt x="47" y="18"/>
                      <a:pt x="46" y="17"/>
                    </a:cubicBezTo>
                    <a:cubicBezTo>
                      <a:pt x="43" y="14"/>
                      <a:pt x="39" y="14"/>
                      <a:pt x="35" y="13"/>
                    </a:cubicBezTo>
                    <a:cubicBezTo>
                      <a:pt x="31" y="13"/>
                      <a:pt x="28" y="11"/>
                      <a:pt x="24" y="10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3"/>
                      <a:pt x="7" y="0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2" name="Freeform 1390">
                <a:extLst>
                  <a:ext uri="{FF2B5EF4-FFF2-40B4-BE49-F238E27FC236}">
                    <a16:creationId xmlns:a16="http://schemas.microsoft.com/office/drawing/2014/main" id="{6F828104-989B-40B0-9D23-6C7978CFA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313"/>
                <a:ext cx="12" cy="30"/>
              </a:xfrm>
              <a:custGeom>
                <a:avLst/>
                <a:gdLst>
                  <a:gd name="T0" fmla="*/ 5 w 7"/>
                  <a:gd name="T1" fmla="*/ 94 h 17"/>
                  <a:gd name="T2" fmla="*/ 0 w 7"/>
                  <a:gd name="T3" fmla="*/ 65 h 17"/>
                  <a:gd name="T4" fmla="*/ 26 w 7"/>
                  <a:gd name="T5" fmla="*/ 28 h 17"/>
                  <a:gd name="T6" fmla="*/ 29 w 7"/>
                  <a:gd name="T7" fmla="*/ 0 h 17"/>
                  <a:gd name="T8" fmla="*/ 36 w 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0" y="16"/>
                      <a:pt x="0" y="13"/>
                      <a:pt x="0" y="12"/>
                    </a:cubicBezTo>
                    <a:cubicBezTo>
                      <a:pt x="1" y="9"/>
                      <a:pt x="4" y="8"/>
                      <a:pt x="5" y="5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3" name="Freeform 1391">
                <a:extLst>
                  <a:ext uri="{FF2B5EF4-FFF2-40B4-BE49-F238E27FC236}">
                    <a16:creationId xmlns:a16="http://schemas.microsoft.com/office/drawing/2014/main" id="{AA9A770A-8D7D-4516-B260-85F00F297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274"/>
                <a:ext cx="10" cy="26"/>
              </a:xfrm>
              <a:custGeom>
                <a:avLst/>
                <a:gdLst>
                  <a:gd name="T0" fmla="*/ 0 w 6"/>
                  <a:gd name="T1" fmla="*/ 73 h 15"/>
                  <a:gd name="T2" fmla="*/ 22 w 6"/>
                  <a:gd name="T3" fmla="*/ 57 h 15"/>
                  <a:gd name="T4" fmla="*/ 22 w 6"/>
                  <a:gd name="T5" fmla="*/ 28 h 15"/>
                  <a:gd name="T6" fmla="*/ 20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14"/>
                    </a:moveTo>
                    <a:cubicBezTo>
                      <a:pt x="2" y="14"/>
                      <a:pt x="4" y="15"/>
                      <a:pt x="5" y="11"/>
                    </a:cubicBezTo>
                    <a:cubicBezTo>
                      <a:pt x="6" y="9"/>
                      <a:pt x="6" y="7"/>
                      <a:pt x="5" y="5"/>
                    </a:cubicBezTo>
                    <a:cubicBezTo>
                      <a:pt x="5" y="3"/>
                      <a:pt x="6" y="2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4" name="Freeform 1392">
                <a:extLst>
                  <a:ext uri="{FF2B5EF4-FFF2-40B4-BE49-F238E27FC236}">
                    <a16:creationId xmlns:a16="http://schemas.microsoft.com/office/drawing/2014/main" id="{E7F344FB-8850-4E17-B9E1-E1BF4F8EC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332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5" name="Freeform 1393">
                <a:extLst>
                  <a:ext uri="{FF2B5EF4-FFF2-40B4-BE49-F238E27FC236}">
                    <a16:creationId xmlns:a16="http://schemas.microsoft.com/office/drawing/2014/main" id="{1A63FA3C-EB88-429B-A622-E2C4457C5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295"/>
                <a:ext cx="5" cy="9"/>
              </a:xfrm>
              <a:custGeom>
                <a:avLst/>
                <a:gdLst>
                  <a:gd name="T0" fmla="*/ 13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6" name="Freeform 1394">
                <a:extLst>
                  <a:ext uri="{FF2B5EF4-FFF2-40B4-BE49-F238E27FC236}">
                    <a16:creationId xmlns:a16="http://schemas.microsoft.com/office/drawing/2014/main" id="{0FC5EB5B-1B99-4C92-9717-58468A3CC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76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7" name="Freeform 1395">
                <a:extLst>
                  <a:ext uri="{FF2B5EF4-FFF2-40B4-BE49-F238E27FC236}">
                    <a16:creationId xmlns:a16="http://schemas.microsoft.com/office/drawing/2014/main" id="{C5BCFAFA-520B-4DBE-8A41-6C4EC9210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314"/>
                <a:ext cx="7" cy="6"/>
              </a:xfrm>
              <a:custGeom>
                <a:avLst/>
                <a:gdLst>
                  <a:gd name="T0" fmla="*/ 0 w 4"/>
                  <a:gd name="T1" fmla="*/ 24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0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8" name="Freeform 1396">
                <a:extLst>
                  <a:ext uri="{FF2B5EF4-FFF2-40B4-BE49-F238E27FC236}">
                    <a16:creationId xmlns:a16="http://schemas.microsoft.com/office/drawing/2014/main" id="{BD105A87-C915-4ED1-9B63-CBA365B4D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277"/>
                <a:ext cx="95" cy="22"/>
              </a:xfrm>
              <a:custGeom>
                <a:avLst/>
                <a:gdLst>
                  <a:gd name="T0" fmla="*/ 5 w 57"/>
                  <a:gd name="T1" fmla="*/ 73 h 12"/>
                  <a:gd name="T2" fmla="*/ 5 w 57"/>
                  <a:gd name="T3" fmla="*/ 24 h 12"/>
                  <a:gd name="T4" fmla="*/ 62 w 57"/>
                  <a:gd name="T5" fmla="*/ 7 h 12"/>
                  <a:gd name="T6" fmla="*/ 195 w 57"/>
                  <a:gd name="T7" fmla="*/ 31 h 12"/>
                  <a:gd name="T8" fmla="*/ 250 w 57"/>
                  <a:gd name="T9" fmla="*/ 7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2">
                    <a:moveTo>
                      <a:pt x="1" y="12"/>
                    </a:moveTo>
                    <a:cubicBezTo>
                      <a:pt x="0" y="9"/>
                      <a:pt x="0" y="6"/>
                      <a:pt x="1" y="4"/>
                    </a:cubicBezTo>
                    <a:cubicBezTo>
                      <a:pt x="3" y="0"/>
                      <a:pt x="10" y="1"/>
                      <a:pt x="13" y="1"/>
                    </a:cubicBezTo>
                    <a:cubicBezTo>
                      <a:pt x="23" y="2"/>
                      <a:pt x="32" y="5"/>
                      <a:pt x="42" y="5"/>
                    </a:cubicBezTo>
                    <a:cubicBezTo>
                      <a:pt x="46" y="6"/>
                      <a:pt x="57" y="4"/>
                      <a:pt x="54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9" name="Freeform 1397">
                <a:extLst>
                  <a:ext uri="{FF2B5EF4-FFF2-40B4-BE49-F238E27FC236}">
                    <a16:creationId xmlns:a16="http://schemas.microsoft.com/office/drawing/2014/main" id="{88EF87B0-FFA9-4C68-A671-28CC71FF5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300"/>
                <a:ext cx="84" cy="37"/>
              </a:xfrm>
              <a:custGeom>
                <a:avLst/>
                <a:gdLst>
                  <a:gd name="T0" fmla="*/ 8 w 51"/>
                  <a:gd name="T1" fmla="*/ 115 h 21"/>
                  <a:gd name="T2" fmla="*/ 33 w 51"/>
                  <a:gd name="T3" fmla="*/ 72 h 21"/>
                  <a:gd name="T4" fmla="*/ 71 w 51"/>
                  <a:gd name="T5" fmla="*/ 65 h 21"/>
                  <a:gd name="T6" fmla="*/ 125 w 51"/>
                  <a:gd name="T7" fmla="*/ 49 h 21"/>
                  <a:gd name="T8" fmla="*/ 180 w 51"/>
                  <a:gd name="T9" fmla="*/ 28 h 21"/>
                  <a:gd name="T10" fmla="*/ 201 w 51"/>
                  <a:gd name="T11" fmla="*/ 12 h 21"/>
                  <a:gd name="T12" fmla="*/ 222 w 51"/>
                  <a:gd name="T13" fmla="*/ 7 h 21"/>
                  <a:gd name="T14" fmla="*/ 227 w 51"/>
                  <a:gd name="T15" fmla="*/ 37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1">
                    <a:moveTo>
                      <a:pt x="2" y="21"/>
                    </a:moveTo>
                    <a:cubicBezTo>
                      <a:pt x="0" y="17"/>
                      <a:pt x="4" y="14"/>
                      <a:pt x="7" y="13"/>
                    </a:cubicBezTo>
                    <a:cubicBezTo>
                      <a:pt x="10" y="13"/>
                      <a:pt x="13" y="13"/>
                      <a:pt x="16" y="12"/>
                    </a:cubicBezTo>
                    <a:cubicBezTo>
                      <a:pt x="20" y="11"/>
                      <a:pt x="24" y="10"/>
                      <a:pt x="28" y="9"/>
                    </a:cubicBezTo>
                    <a:cubicBezTo>
                      <a:pt x="32" y="8"/>
                      <a:pt x="37" y="7"/>
                      <a:pt x="40" y="5"/>
                    </a:cubicBezTo>
                    <a:cubicBezTo>
                      <a:pt x="42" y="4"/>
                      <a:pt x="44" y="3"/>
                      <a:pt x="45" y="2"/>
                    </a:cubicBezTo>
                    <a:cubicBezTo>
                      <a:pt x="47" y="1"/>
                      <a:pt x="49" y="0"/>
                      <a:pt x="50" y="1"/>
                    </a:cubicBezTo>
                    <a:cubicBezTo>
                      <a:pt x="51" y="2"/>
                      <a:pt x="51" y="5"/>
                      <a:pt x="51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0" name="Freeform 1398">
                <a:extLst>
                  <a:ext uri="{FF2B5EF4-FFF2-40B4-BE49-F238E27FC236}">
                    <a16:creationId xmlns:a16="http://schemas.microsoft.com/office/drawing/2014/main" id="{F617034D-F7AD-474C-9715-F6866BF81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258"/>
                <a:ext cx="6" cy="26"/>
              </a:xfrm>
              <a:custGeom>
                <a:avLst/>
                <a:gdLst>
                  <a:gd name="T0" fmla="*/ 8 w 4"/>
                  <a:gd name="T1" fmla="*/ 78 h 15"/>
                  <a:gd name="T2" fmla="*/ 5 w 4"/>
                  <a:gd name="T3" fmla="*/ 29 h 15"/>
                  <a:gd name="T4" fmla="*/ 5 w 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5">
                    <a:moveTo>
                      <a:pt x="2" y="15"/>
                    </a:moveTo>
                    <a:cubicBezTo>
                      <a:pt x="4" y="12"/>
                      <a:pt x="2" y="9"/>
                      <a:pt x="1" y="6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1" name="Freeform 1399">
                <a:extLst>
                  <a:ext uri="{FF2B5EF4-FFF2-40B4-BE49-F238E27FC236}">
                    <a16:creationId xmlns:a16="http://schemas.microsoft.com/office/drawing/2014/main" id="{1C3B1DFD-BDC6-4B2E-B5CB-4F05DB2CD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272"/>
                <a:ext cx="15" cy="34"/>
              </a:xfrm>
              <a:custGeom>
                <a:avLst/>
                <a:gdLst>
                  <a:gd name="T0" fmla="*/ 37 w 9"/>
                  <a:gd name="T1" fmla="*/ 109 h 19"/>
                  <a:gd name="T2" fmla="*/ 33 w 9"/>
                  <a:gd name="T3" fmla="*/ 81 h 19"/>
                  <a:gd name="T4" fmla="*/ 13 w 9"/>
                  <a:gd name="T5" fmla="*/ 45 h 19"/>
                  <a:gd name="T6" fmla="*/ 5 w 9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8" y="19"/>
                    </a:moveTo>
                    <a:cubicBezTo>
                      <a:pt x="8" y="16"/>
                      <a:pt x="9" y="16"/>
                      <a:pt x="7" y="14"/>
                    </a:cubicBezTo>
                    <a:cubicBezTo>
                      <a:pt x="6" y="12"/>
                      <a:pt x="4" y="10"/>
                      <a:pt x="3" y="8"/>
                    </a:cubicBezTo>
                    <a:cubicBezTo>
                      <a:pt x="2" y="6"/>
                      <a:pt x="0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2" name="Freeform 1400">
                <a:extLst>
                  <a:ext uri="{FF2B5EF4-FFF2-40B4-BE49-F238E27FC236}">
                    <a16:creationId xmlns:a16="http://schemas.microsoft.com/office/drawing/2014/main" id="{02A5C2B1-41B6-4CF2-A35B-F48741346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283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3" name="Freeform 1401">
                <a:extLst>
                  <a:ext uri="{FF2B5EF4-FFF2-40B4-BE49-F238E27FC236}">
                    <a16:creationId xmlns:a16="http://schemas.microsoft.com/office/drawing/2014/main" id="{EFDEF17A-8C6F-4D26-BF35-B4CA5089C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60"/>
                <a:ext cx="4" cy="5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1"/>
                      <a:pt x="2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4" name="Freeform 1402">
                <a:extLst>
                  <a:ext uri="{FF2B5EF4-FFF2-40B4-BE49-F238E27FC236}">
                    <a16:creationId xmlns:a16="http://schemas.microsoft.com/office/drawing/2014/main" id="{9CEA735D-4FC9-46E0-8849-2D7333A2B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295"/>
                <a:ext cx="4" cy="9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5" name="Freeform 1403">
                <a:extLst>
                  <a:ext uri="{FF2B5EF4-FFF2-40B4-BE49-F238E27FC236}">
                    <a16:creationId xmlns:a16="http://schemas.microsoft.com/office/drawing/2014/main" id="{BC0AA7F3-18D1-4E75-B8B2-38ECF0F7D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327"/>
                <a:ext cx="9" cy="3"/>
              </a:xfrm>
              <a:custGeom>
                <a:avLst/>
                <a:gdLst>
                  <a:gd name="T0" fmla="*/ 29 w 5"/>
                  <a:gd name="T1" fmla="*/ 5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2"/>
                      <a:pt x="1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6" name="Freeform 1404">
                <a:extLst>
                  <a:ext uri="{FF2B5EF4-FFF2-40B4-BE49-F238E27FC236}">
                    <a16:creationId xmlns:a16="http://schemas.microsoft.com/office/drawing/2014/main" id="{C58F677B-2040-4EDC-9F2B-8C32991C6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304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7" name="Freeform 1405">
                <a:extLst>
                  <a:ext uri="{FF2B5EF4-FFF2-40B4-BE49-F238E27FC236}">
                    <a16:creationId xmlns:a16="http://schemas.microsoft.com/office/drawing/2014/main" id="{01083D5E-E730-419F-B849-4B087C44C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274"/>
                <a:ext cx="3" cy="5"/>
              </a:xfrm>
              <a:custGeom>
                <a:avLst/>
                <a:gdLst>
                  <a:gd name="T0" fmla="*/ 8 w 2"/>
                  <a:gd name="T1" fmla="*/ 13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8" name="Freeform 1406">
                <a:extLst>
                  <a:ext uri="{FF2B5EF4-FFF2-40B4-BE49-F238E27FC236}">
                    <a16:creationId xmlns:a16="http://schemas.microsoft.com/office/drawing/2014/main" id="{74260488-FC70-4597-9B84-5725AB531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261"/>
                <a:ext cx="7" cy="32"/>
              </a:xfrm>
              <a:custGeom>
                <a:avLst/>
                <a:gdLst>
                  <a:gd name="T0" fmla="*/ 0 w 4"/>
                  <a:gd name="T1" fmla="*/ 94 h 18"/>
                  <a:gd name="T2" fmla="*/ 7 w 4"/>
                  <a:gd name="T3" fmla="*/ 37 h 18"/>
                  <a:gd name="T4" fmla="*/ 7 w 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8">
                    <a:moveTo>
                      <a:pt x="0" y="17"/>
                    </a:moveTo>
                    <a:cubicBezTo>
                      <a:pt x="4" y="18"/>
                      <a:pt x="2" y="8"/>
                      <a:pt x="1" y="7"/>
                    </a:cubicBez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9" name="Freeform 1407">
                <a:extLst>
                  <a:ext uri="{FF2B5EF4-FFF2-40B4-BE49-F238E27FC236}">
                    <a16:creationId xmlns:a16="http://schemas.microsoft.com/office/drawing/2014/main" id="{71B216DB-9269-450F-B9DA-7BDECE2D0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260"/>
                <a:ext cx="3" cy="8"/>
              </a:xfrm>
              <a:custGeom>
                <a:avLst/>
                <a:gdLst>
                  <a:gd name="T0" fmla="*/ 0 w 2"/>
                  <a:gd name="T1" fmla="*/ 21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0" name="Freeform 1408">
                <a:extLst>
                  <a:ext uri="{FF2B5EF4-FFF2-40B4-BE49-F238E27FC236}">
                    <a16:creationId xmlns:a16="http://schemas.microsoft.com/office/drawing/2014/main" id="{3D112347-5DF3-40EE-8C5E-26D6C9902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495"/>
                <a:ext cx="523" cy="506"/>
              </a:xfrm>
              <a:custGeom>
                <a:avLst/>
                <a:gdLst>
                  <a:gd name="T0" fmla="*/ 789 w 315"/>
                  <a:gd name="T1" fmla="*/ 0 h 286"/>
                  <a:gd name="T2" fmla="*/ 0 w 315"/>
                  <a:gd name="T3" fmla="*/ 780 h 286"/>
                  <a:gd name="T4" fmla="*/ 736 w 315"/>
                  <a:gd name="T5" fmla="*/ 1405 h 286"/>
                  <a:gd name="T6" fmla="*/ 1441 w 315"/>
                  <a:gd name="T7" fmla="*/ 780 h 286"/>
                  <a:gd name="T8" fmla="*/ 789 w 315"/>
                  <a:gd name="T9" fmla="*/ 0 h 2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5" h="286">
                    <a:moveTo>
                      <a:pt x="172" y="0"/>
                    </a:moveTo>
                    <a:cubicBezTo>
                      <a:pt x="85" y="0"/>
                      <a:pt x="0" y="54"/>
                      <a:pt x="0" y="141"/>
                    </a:cubicBezTo>
                    <a:cubicBezTo>
                      <a:pt x="0" y="228"/>
                      <a:pt x="77" y="229"/>
                      <a:pt x="161" y="254"/>
                    </a:cubicBezTo>
                    <a:cubicBezTo>
                      <a:pt x="270" y="286"/>
                      <a:pt x="315" y="228"/>
                      <a:pt x="315" y="141"/>
                    </a:cubicBezTo>
                    <a:cubicBezTo>
                      <a:pt x="315" y="54"/>
                      <a:pt x="260" y="0"/>
                      <a:pt x="172" y="0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1" name="Freeform 1409">
                <a:extLst>
                  <a:ext uri="{FF2B5EF4-FFF2-40B4-BE49-F238E27FC236}">
                    <a16:creationId xmlns:a16="http://schemas.microsoft.com/office/drawing/2014/main" id="{E4B31674-C772-4DC2-AA0C-4ABEF0CC8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661"/>
                <a:ext cx="277" cy="205"/>
              </a:xfrm>
              <a:custGeom>
                <a:avLst/>
                <a:gdLst>
                  <a:gd name="T0" fmla="*/ 713 w 167"/>
                  <a:gd name="T1" fmla="*/ 293 h 116"/>
                  <a:gd name="T2" fmla="*/ 375 w 167"/>
                  <a:gd name="T3" fmla="*/ 624 h 116"/>
                  <a:gd name="T4" fmla="*/ 0 w 167"/>
                  <a:gd name="T5" fmla="*/ 293 h 116"/>
                  <a:gd name="T6" fmla="*/ 410 w 167"/>
                  <a:gd name="T7" fmla="*/ 0 h 116"/>
                  <a:gd name="T8" fmla="*/ 713 w 167"/>
                  <a:gd name="T9" fmla="*/ 293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116">
                    <a:moveTo>
                      <a:pt x="156" y="53"/>
                    </a:moveTo>
                    <a:cubicBezTo>
                      <a:pt x="167" y="116"/>
                      <a:pt x="125" y="113"/>
                      <a:pt x="82" y="113"/>
                    </a:cubicBezTo>
                    <a:cubicBezTo>
                      <a:pt x="39" y="113"/>
                      <a:pt x="0" y="92"/>
                      <a:pt x="0" y="53"/>
                    </a:cubicBezTo>
                    <a:cubicBezTo>
                      <a:pt x="0" y="15"/>
                      <a:pt x="47" y="0"/>
                      <a:pt x="90" y="0"/>
                    </a:cubicBezTo>
                    <a:cubicBezTo>
                      <a:pt x="133" y="0"/>
                      <a:pt x="150" y="15"/>
                      <a:pt x="156" y="53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543" name="Freeform 1410">
              <a:extLst>
                <a:ext uri="{FF2B5EF4-FFF2-40B4-BE49-F238E27FC236}">
                  <a16:creationId xmlns:a16="http://schemas.microsoft.com/office/drawing/2014/main" id="{3A2D5C5A-9A0B-4809-97BB-88359A2E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507"/>
              <a:ext cx="38" cy="57"/>
            </a:xfrm>
            <a:custGeom>
              <a:avLst/>
              <a:gdLst>
                <a:gd name="T0" fmla="*/ 104 w 23"/>
                <a:gd name="T1" fmla="*/ 0 h 32"/>
                <a:gd name="T2" fmla="*/ 0 w 23"/>
                <a:gd name="T3" fmla="*/ 182 h 32"/>
                <a:gd name="T4" fmla="*/ 104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23" y="0"/>
                    <a:pt x="0" y="6"/>
                    <a:pt x="0" y="32"/>
                  </a:cubicBezTo>
                  <a:cubicBezTo>
                    <a:pt x="0" y="32"/>
                    <a:pt x="19" y="31"/>
                    <a:pt x="23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4" name="Freeform 1411">
              <a:extLst>
                <a:ext uri="{FF2B5EF4-FFF2-40B4-BE49-F238E27FC236}">
                  <a16:creationId xmlns:a16="http://schemas.microsoft.com/office/drawing/2014/main" id="{4CCDEED1-41E0-4D23-A211-B8684D52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564"/>
              <a:ext cx="55" cy="86"/>
            </a:xfrm>
            <a:custGeom>
              <a:avLst/>
              <a:gdLst>
                <a:gd name="T0" fmla="*/ 125 w 33"/>
                <a:gd name="T1" fmla="*/ 0 h 49"/>
                <a:gd name="T2" fmla="*/ 28 w 33"/>
                <a:gd name="T3" fmla="*/ 265 h 49"/>
                <a:gd name="T4" fmla="*/ 125 w 3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9">
                  <a:moveTo>
                    <a:pt x="27" y="0"/>
                  </a:moveTo>
                  <a:cubicBezTo>
                    <a:pt x="27" y="0"/>
                    <a:pt x="0" y="11"/>
                    <a:pt x="6" y="49"/>
                  </a:cubicBezTo>
                  <a:cubicBezTo>
                    <a:pt x="6" y="49"/>
                    <a:pt x="33" y="36"/>
                    <a:pt x="27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5" name="Freeform 1412">
              <a:extLst>
                <a:ext uri="{FF2B5EF4-FFF2-40B4-BE49-F238E27FC236}">
                  <a16:creationId xmlns:a16="http://schemas.microsoft.com/office/drawing/2014/main" id="{91F08B18-D6FF-4FC4-AE89-D934A41BD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51"/>
              <a:ext cx="53" cy="56"/>
            </a:xfrm>
            <a:custGeom>
              <a:avLst/>
              <a:gdLst>
                <a:gd name="T0" fmla="*/ 0 w 32"/>
                <a:gd name="T1" fmla="*/ 172 h 32"/>
                <a:gd name="T2" fmla="*/ 146 w 32"/>
                <a:gd name="T3" fmla="*/ 0 h 32"/>
                <a:gd name="T4" fmla="*/ 0 w 32"/>
                <a:gd name="T5" fmla="*/ 1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32"/>
                  </a:moveTo>
                  <a:cubicBezTo>
                    <a:pt x="0" y="32"/>
                    <a:pt x="1" y="3"/>
                    <a:pt x="32" y="0"/>
                  </a:cubicBezTo>
                  <a:cubicBezTo>
                    <a:pt x="32" y="0"/>
                    <a:pt x="29" y="26"/>
                    <a:pt x="0" y="3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6" name="Freeform 1413">
              <a:extLst>
                <a:ext uri="{FF2B5EF4-FFF2-40B4-BE49-F238E27FC236}">
                  <a16:creationId xmlns:a16="http://schemas.microsoft.com/office/drawing/2014/main" id="{25B48A75-1060-4078-8F44-078188913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50"/>
              <a:ext cx="54" cy="52"/>
            </a:xfrm>
            <a:custGeom>
              <a:avLst/>
              <a:gdLst>
                <a:gd name="T0" fmla="*/ 92 w 33"/>
                <a:gd name="T1" fmla="*/ 0 h 29"/>
                <a:gd name="T2" fmla="*/ 67 w 33"/>
                <a:gd name="T3" fmla="*/ 167 h 29"/>
                <a:gd name="T4" fmla="*/ 92 w 3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9">
                  <a:moveTo>
                    <a:pt x="21" y="0"/>
                  </a:moveTo>
                  <a:cubicBezTo>
                    <a:pt x="21" y="0"/>
                    <a:pt x="0" y="10"/>
                    <a:pt x="15" y="29"/>
                  </a:cubicBezTo>
                  <a:cubicBezTo>
                    <a:pt x="15" y="29"/>
                    <a:pt x="33" y="23"/>
                    <a:pt x="21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7" name="Freeform 1414">
              <a:extLst>
                <a:ext uri="{FF2B5EF4-FFF2-40B4-BE49-F238E27FC236}">
                  <a16:creationId xmlns:a16="http://schemas.microsoft.com/office/drawing/2014/main" id="{C7158B18-5962-4201-AE6C-4D9806088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398"/>
              <a:ext cx="77" cy="65"/>
            </a:xfrm>
            <a:custGeom>
              <a:avLst/>
              <a:gdLst>
                <a:gd name="T0" fmla="*/ 0 w 46"/>
                <a:gd name="T1" fmla="*/ 163 h 37"/>
                <a:gd name="T2" fmla="*/ 216 w 46"/>
                <a:gd name="T3" fmla="*/ 16 h 37"/>
                <a:gd name="T4" fmla="*/ 0 w 46"/>
                <a:gd name="T5" fmla="*/ 16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">
                  <a:moveTo>
                    <a:pt x="0" y="30"/>
                  </a:moveTo>
                  <a:cubicBezTo>
                    <a:pt x="0" y="30"/>
                    <a:pt x="17" y="0"/>
                    <a:pt x="46" y="3"/>
                  </a:cubicBezTo>
                  <a:cubicBezTo>
                    <a:pt x="46" y="3"/>
                    <a:pt x="35" y="37"/>
                    <a:pt x="0" y="3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8" name="Freeform 1415">
              <a:extLst>
                <a:ext uri="{FF2B5EF4-FFF2-40B4-BE49-F238E27FC236}">
                  <a16:creationId xmlns:a16="http://schemas.microsoft.com/office/drawing/2014/main" id="{D6FE57C3-2BD7-4E41-9F4B-0DFC85721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702"/>
              <a:ext cx="56" cy="78"/>
            </a:xfrm>
            <a:custGeom>
              <a:avLst/>
              <a:gdLst>
                <a:gd name="T0" fmla="*/ 84 w 34"/>
                <a:gd name="T1" fmla="*/ 0 h 44"/>
                <a:gd name="T2" fmla="*/ 76 w 34"/>
                <a:gd name="T3" fmla="*/ 245 h 44"/>
                <a:gd name="T4" fmla="*/ 84 w 3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19" y="0"/>
                  </a:moveTo>
                  <a:cubicBezTo>
                    <a:pt x="19" y="0"/>
                    <a:pt x="0" y="17"/>
                    <a:pt x="17" y="44"/>
                  </a:cubicBezTo>
                  <a:cubicBezTo>
                    <a:pt x="17" y="44"/>
                    <a:pt x="34" y="26"/>
                    <a:pt x="19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9" name="Freeform 1416">
              <a:extLst>
                <a:ext uri="{FF2B5EF4-FFF2-40B4-BE49-F238E27FC236}">
                  <a16:creationId xmlns:a16="http://schemas.microsoft.com/office/drawing/2014/main" id="{E732F79A-0B9B-4738-9D11-23F200107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352"/>
              <a:ext cx="102" cy="69"/>
            </a:xfrm>
            <a:custGeom>
              <a:avLst/>
              <a:gdLst>
                <a:gd name="T0" fmla="*/ 0 w 62"/>
                <a:gd name="T1" fmla="*/ 159 h 39"/>
                <a:gd name="T2" fmla="*/ 276 w 62"/>
                <a:gd name="T3" fmla="*/ 65 h 39"/>
                <a:gd name="T4" fmla="*/ 0 w 62"/>
                <a:gd name="T5" fmla="*/ 15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9">
                  <a:moveTo>
                    <a:pt x="0" y="29"/>
                  </a:moveTo>
                  <a:cubicBezTo>
                    <a:pt x="0" y="29"/>
                    <a:pt x="24" y="0"/>
                    <a:pt x="62" y="12"/>
                  </a:cubicBezTo>
                  <a:cubicBezTo>
                    <a:pt x="62" y="12"/>
                    <a:pt x="51" y="39"/>
                    <a:pt x="0" y="2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0" name="Freeform 1417">
              <a:extLst>
                <a:ext uri="{FF2B5EF4-FFF2-40B4-BE49-F238E27FC236}">
                  <a16:creationId xmlns:a16="http://schemas.microsoft.com/office/drawing/2014/main" id="{0017692A-D459-4245-AF44-B92F8F5D0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780"/>
              <a:ext cx="89" cy="113"/>
            </a:xfrm>
            <a:custGeom>
              <a:avLst/>
              <a:gdLst>
                <a:gd name="T0" fmla="*/ 76 w 54"/>
                <a:gd name="T1" fmla="*/ 0 h 64"/>
                <a:gd name="T2" fmla="*/ 134 w 54"/>
                <a:gd name="T3" fmla="*/ 353 h 64"/>
                <a:gd name="T4" fmla="*/ 76 w 54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4">
                  <a:moveTo>
                    <a:pt x="17" y="0"/>
                  </a:moveTo>
                  <a:cubicBezTo>
                    <a:pt x="17" y="0"/>
                    <a:pt x="0" y="24"/>
                    <a:pt x="30" y="64"/>
                  </a:cubicBezTo>
                  <a:cubicBezTo>
                    <a:pt x="30" y="64"/>
                    <a:pt x="54" y="42"/>
                    <a:pt x="17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1" name="Freeform 1418">
              <a:extLst>
                <a:ext uri="{FF2B5EF4-FFF2-40B4-BE49-F238E27FC236}">
                  <a16:creationId xmlns:a16="http://schemas.microsoft.com/office/drawing/2014/main" id="{019E72D0-6339-46EA-9DD6-0A467E8B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893"/>
              <a:ext cx="64" cy="106"/>
            </a:xfrm>
            <a:custGeom>
              <a:avLst/>
              <a:gdLst>
                <a:gd name="T0" fmla="*/ 0 w 39"/>
                <a:gd name="T1" fmla="*/ 0 h 60"/>
                <a:gd name="T2" fmla="*/ 151 w 39"/>
                <a:gd name="T3" fmla="*/ 330 h 60"/>
                <a:gd name="T4" fmla="*/ 0 w 39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0">
                  <a:moveTo>
                    <a:pt x="0" y="0"/>
                  </a:moveTo>
                  <a:cubicBezTo>
                    <a:pt x="0" y="0"/>
                    <a:pt x="2" y="39"/>
                    <a:pt x="34" y="60"/>
                  </a:cubicBezTo>
                  <a:cubicBezTo>
                    <a:pt x="34" y="60"/>
                    <a:pt x="39" y="21"/>
                    <a:pt x="0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2" name="Freeform 1419">
              <a:extLst>
                <a:ext uri="{FF2B5EF4-FFF2-40B4-BE49-F238E27FC236}">
                  <a16:creationId xmlns:a16="http://schemas.microsoft.com/office/drawing/2014/main" id="{9AE6E671-0F52-4D86-BDF6-052255777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942"/>
              <a:ext cx="53" cy="71"/>
            </a:xfrm>
            <a:custGeom>
              <a:avLst/>
              <a:gdLst>
                <a:gd name="T0" fmla="*/ 126 w 32"/>
                <a:gd name="T1" fmla="*/ 0 h 40"/>
                <a:gd name="T2" fmla="*/ 0 w 32"/>
                <a:gd name="T3" fmla="*/ 224 h 40"/>
                <a:gd name="T4" fmla="*/ 126 w 3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0">
                  <a:moveTo>
                    <a:pt x="28" y="0"/>
                  </a:moveTo>
                  <a:cubicBezTo>
                    <a:pt x="28" y="0"/>
                    <a:pt x="1" y="18"/>
                    <a:pt x="0" y="40"/>
                  </a:cubicBezTo>
                  <a:cubicBezTo>
                    <a:pt x="0" y="40"/>
                    <a:pt x="32" y="20"/>
                    <a:pt x="28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3" name="Freeform 1420">
              <a:extLst>
                <a:ext uri="{FF2B5EF4-FFF2-40B4-BE49-F238E27FC236}">
                  <a16:creationId xmlns:a16="http://schemas.microsoft.com/office/drawing/2014/main" id="{1D268770-97AB-4E2C-BBF4-9AA865B19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59"/>
              <a:ext cx="45" cy="83"/>
            </a:xfrm>
            <a:custGeom>
              <a:avLst/>
              <a:gdLst>
                <a:gd name="T0" fmla="*/ 103 w 27"/>
                <a:gd name="T1" fmla="*/ 0 h 47"/>
                <a:gd name="T2" fmla="*/ 13 w 27"/>
                <a:gd name="T3" fmla="*/ 260 h 47"/>
                <a:gd name="T4" fmla="*/ 103 w 2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7">
                  <a:moveTo>
                    <a:pt x="22" y="0"/>
                  </a:moveTo>
                  <a:cubicBezTo>
                    <a:pt x="22" y="0"/>
                    <a:pt x="0" y="28"/>
                    <a:pt x="3" y="47"/>
                  </a:cubicBezTo>
                  <a:cubicBezTo>
                    <a:pt x="3" y="47"/>
                    <a:pt x="27" y="31"/>
                    <a:pt x="2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4" name="Freeform 1421">
              <a:extLst>
                <a:ext uri="{FF2B5EF4-FFF2-40B4-BE49-F238E27FC236}">
                  <a16:creationId xmlns:a16="http://schemas.microsoft.com/office/drawing/2014/main" id="{5B8B9D13-B6D8-46D9-A051-194277F61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802"/>
              <a:ext cx="50" cy="54"/>
            </a:xfrm>
            <a:custGeom>
              <a:avLst/>
              <a:gdLst>
                <a:gd name="T0" fmla="*/ 78 w 30"/>
                <a:gd name="T1" fmla="*/ 0 h 30"/>
                <a:gd name="T2" fmla="*/ 50 w 30"/>
                <a:gd name="T3" fmla="*/ 175 h 30"/>
                <a:gd name="T4" fmla="*/ 78 w 3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17" y="0"/>
                  </a:moveTo>
                  <a:cubicBezTo>
                    <a:pt x="17" y="0"/>
                    <a:pt x="0" y="14"/>
                    <a:pt x="11" y="30"/>
                  </a:cubicBezTo>
                  <a:cubicBezTo>
                    <a:pt x="11" y="30"/>
                    <a:pt x="30" y="11"/>
                    <a:pt x="17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5" name="Freeform 1422">
              <a:extLst>
                <a:ext uri="{FF2B5EF4-FFF2-40B4-BE49-F238E27FC236}">
                  <a16:creationId xmlns:a16="http://schemas.microsoft.com/office/drawing/2014/main" id="{9229DC10-60A7-4832-AA62-6582A4360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723"/>
              <a:ext cx="41" cy="79"/>
            </a:xfrm>
            <a:custGeom>
              <a:avLst/>
              <a:gdLst>
                <a:gd name="T0" fmla="*/ 56 w 25"/>
                <a:gd name="T1" fmla="*/ 0 h 45"/>
                <a:gd name="T2" fmla="*/ 54 w 25"/>
                <a:gd name="T3" fmla="*/ 244 h 45"/>
                <a:gd name="T4" fmla="*/ 56 w 25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5">
                  <a:moveTo>
                    <a:pt x="13" y="0"/>
                  </a:moveTo>
                  <a:cubicBezTo>
                    <a:pt x="13" y="0"/>
                    <a:pt x="0" y="27"/>
                    <a:pt x="12" y="45"/>
                  </a:cubicBezTo>
                  <a:cubicBezTo>
                    <a:pt x="12" y="45"/>
                    <a:pt x="25" y="17"/>
                    <a:pt x="13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6" name="Freeform 1423">
              <a:extLst>
                <a:ext uri="{FF2B5EF4-FFF2-40B4-BE49-F238E27FC236}">
                  <a16:creationId xmlns:a16="http://schemas.microsoft.com/office/drawing/2014/main" id="{42474DED-2936-4075-AF70-17F959200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684"/>
              <a:ext cx="28" cy="39"/>
            </a:xfrm>
            <a:custGeom>
              <a:avLst/>
              <a:gdLst>
                <a:gd name="T0" fmla="*/ 20 w 17"/>
                <a:gd name="T1" fmla="*/ 0 h 22"/>
                <a:gd name="T2" fmla="*/ 35 w 17"/>
                <a:gd name="T3" fmla="*/ 122 h 22"/>
                <a:gd name="T4" fmla="*/ 20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4" y="0"/>
                    <a:pt x="0" y="14"/>
                    <a:pt x="8" y="22"/>
                  </a:cubicBezTo>
                  <a:cubicBezTo>
                    <a:pt x="8" y="22"/>
                    <a:pt x="17" y="6"/>
                    <a:pt x="4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7" name="Freeform 1424">
              <a:extLst>
                <a:ext uri="{FF2B5EF4-FFF2-40B4-BE49-F238E27FC236}">
                  <a16:creationId xmlns:a16="http://schemas.microsoft.com/office/drawing/2014/main" id="{CD6510E2-E474-4BC3-9160-04061654C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636"/>
              <a:ext cx="29" cy="48"/>
            </a:xfrm>
            <a:custGeom>
              <a:avLst/>
              <a:gdLst>
                <a:gd name="T0" fmla="*/ 5 w 17"/>
                <a:gd name="T1" fmla="*/ 0 h 27"/>
                <a:gd name="T2" fmla="*/ 41 w 17"/>
                <a:gd name="T3" fmla="*/ 151 h 27"/>
                <a:gd name="T4" fmla="*/ 5 w 17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1" y="0"/>
                    <a:pt x="0" y="21"/>
                    <a:pt x="8" y="27"/>
                  </a:cubicBezTo>
                  <a:cubicBezTo>
                    <a:pt x="8" y="27"/>
                    <a:pt x="17" y="15"/>
                    <a:pt x="1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8" name="Freeform 1425">
              <a:extLst>
                <a:ext uri="{FF2B5EF4-FFF2-40B4-BE49-F238E27FC236}">
                  <a16:creationId xmlns:a16="http://schemas.microsoft.com/office/drawing/2014/main" id="{3534900C-47B8-4944-9BAC-F37E7A54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566"/>
              <a:ext cx="43" cy="70"/>
            </a:xfrm>
            <a:custGeom>
              <a:avLst/>
              <a:gdLst>
                <a:gd name="T0" fmla="*/ 0 w 26"/>
                <a:gd name="T1" fmla="*/ 0 h 40"/>
                <a:gd name="T2" fmla="*/ 76 w 26"/>
                <a:gd name="T3" fmla="*/ 215 h 40"/>
                <a:gd name="T4" fmla="*/ 0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cubicBezTo>
                    <a:pt x="0" y="0"/>
                    <a:pt x="4" y="36"/>
                    <a:pt x="17" y="40"/>
                  </a:cubicBezTo>
                  <a:cubicBezTo>
                    <a:pt x="17" y="40"/>
                    <a:pt x="26" y="18"/>
                    <a:pt x="0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9" name="Freeform 1426">
              <a:extLst>
                <a:ext uri="{FF2B5EF4-FFF2-40B4-BE49-F238E27FC236}">
                  <a16:creationId xmlns:a16="http://schemas.microsoft.com/office/drawing/2014/main" id="{CF74B946-E55E-4B6A-90C5-2826580D0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528"/>
              <a:ext cx="28" cy="38"/>
            </a:xfrm>
            <a:custGeom>
              <a:avLst/>
              <a:gdLst>
                <a:gd name="T0" fmla="*/ 8 w 17"/>
                <a:gd name="T1" fmla="*/ 0 h 21"/>
                <a:gd name="T2" fmla="*/ 68 w 17"/>
                <a:gd name="T3" fmla="*/ 125 h 21"/>
                <a:gd name="T4" fmla="*/ 8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2" y="0"/>
                  </a:moveTo>
                  <a:cubicBezTo>
                    <a:pt x="2" y="0"/>
                    <a:pt x="0" y="14"/>
                    <a:pt x="15" y="21"/>
                  </a:cubicBezTo>
                  <a:cubicBezTo>
                    <a:pt x="15" y="21"/>
                    <a:pt x="17" y="8"/>
                    <a:pt x="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0" name="Freeform 1427">
              <a:extLst>
                <a:ext uri="{FF2B5EF4-FFF2-40B4-BE49-F238E27FC236}">
                  <a16:creationId xmlns:a16="http://schemas.microsoft.com/office/drawing/2014/main" id="{2B9E9290-3C54-49AA-B922-620F4BE23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484"/>
              <a:ext cx="45" cy="44"/>
            </a:xfrm>
            <a:custGeom>
              <a:avLst/>
              <a:gdLst>
                <a:gd name="T0" fmla="*/ 8 w 27"/>
                <a:gd name="T1" fmla="*/ 0 h 25"/>
                <a:gd name="T2" fmla="*/ 112 w 27"/>
                <a:gd name="T3" fmla="*/ 136 h 25"/>
                <a:gd name="T4" fmla="*/ 8 w 2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2" y="0"/>
                  </a:moveTo>
                  <a:cubicBezTo>
                    <a:pt x="2" y="0"/>
                    <a:pt x="0" y="14"/>
                    <a:pt x="24" y="25"/>
                  </a:cubicBezTo>
                  <a:cubicBezTo>
                    <a:pt x="24" y="25"/>
                    <a:pt x="27" y="5"/>
                    <a:pt x="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1" name="Freeform 1428">
              <a:extLst>
                <a:ext uri="{FF2B5EF4-FFF2-40B4-BE49-F238E27FC236}">
                  <a16:creationId xmlns:a16="http://schemas.microsoft.com/office/drawing/2014/main" id="{E6273C28-0930-478F-9EA5-CDF5D5A9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36"/>
              <a:ext cx="45" cy="48"/>
            </a:xfrm>
            <a:custGeom>
              <a:avLst/>
              <a:gdLst>
                <a:gd name="T0" fmla="*/ 0 w 27"/>
                <a:gd name="T1" fmla="*/ 21 h 27"/>
                <a:gd name="T2" fmla="*/ 125 w 27"/>
                <a:gd name="T3" fmla="*/ 151 h 27"/>
                <a:gd name="T4" fmla="*/ 0 w 27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0" y="4"/>
                  </a:moveTo>
                  <a:cubicBezTo>
                    <a:pt x="0" y="4"/>
                    <a:pt x="6" y="21"/>
                    <a:pt x="27" y="27"/>
                  </a:cubicBezTo>
                  <a:cubicBezTo>
                    <a:pt x="27" y="27"/>
                    <a:pt x="22" y="0"/>
                    <a:pt x="0" y="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2" name="Freeform 1429">
              <a:extLst>
                <a:ext uri="{FF2B5EF4-FFF2-40B4-BE49-F238E27FC236}">
                  <a16:creationId xmlns:a16="http://schemas.microsoft.com/office/drawing/2014/main" id="{B16A5DC5-370A-44B2-A908-9E3266CD4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406"/>
              <a:ext cx="46" cy="38"/>
            </a:xfrm>
            <a:custGeom>
              <a:avLst/>
              <a:gdLst>
                <a:gd name="T0" fmla="*/ 0 w 28"/>
                <a:gd name="T1" fmla="*/ 16 h 21"/>
                <a:gd name="T2" fmla="*/ 125 w 28"/>
                <a:gd name="T3" fmla="*/ 125 h 21"/>
                <a:gd name="T4" fmla="*/ 0 w 28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3"/>
                  </a:moveTo>
                  <a:cubicBezTo>
                    <a:pt x="0" y="3"/>
                    <a:pt x="3" y="15"/>
                    <a:pt x="28" y="21"/>
                  </a:cubicBezTo>
                  <a:cubicBezTo>
                    <a:pt x="28" y="21"/>
                    <a:pt x="23" y="0"/>
                    <a:pt x="0" y="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3" name="Freeform 1430">
              <a:extLst>
                <a:ext uri="{FF2B5EF4-FFF2-40B4-BE49-F238E27FC236}">
                  <a16:creationId xmlns:a16="http://schemas.microsoft.com/office/drawing/2014/main" id="{6274E9AB-D6E6-4DC2-B8BB-822CE98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373"/>
              <a:ext cx="80" cy="39"/>
            </a:xfrm>
            <a:custGeom>
              <a:avLst/>
              <a:gdLst>
                <a:gd name="T0" fmla="*/ 0 w 48"/>
                <a:gd name="T1" fmla="*/ 28 h 22"/>
                <a:gd name="T2" fmla="*/ 222 w 48"/>
                <a:gd name="T3" fmla="*/ 122 h 22"/>
                <a:gd name="T4" fmla="*/ 0 w 48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5"/>
                  </a:moveTo>
                  <a:cubicBezTo>
                    <a:pt x="0" y="5"/>
                    <a:pt x="23" y="21"/>
                    <a:pt x="48" y="22"/>
                  </a:cubicBezTo>
                  <a:cubicBezTo>
                    <a:pt x="48" y="22"/>
                    <a:pt x="31" y="0"/>
                    <a:pt x="0" y="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4" name="Freeform 1431">
              <a:extLst>
                <a:ext uri="{FF2B5EF4-FFF2-40B4-BE49-F238E27FC236}">
                  <a16:creationId xmlns:a16="http://schemas.microsoft.com/office/drawing/2014/main" id="{DCE1FEEE-8559-4F83-99D0-B0BC645D8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346"/>
              <a:ext cx="61" cy="53"/>
            </a:xfrm>
            <a:custGeom>
              <a:avLst/>
              <a:gdLst>
                <a:gd name="T0" fmla="*/ 0 w 37"/>
                <a:gd name="T1" fmla="*/ 78 h 30"/>
                <a:gd name="T2" fmla="*/ 167 w 37"/>
                <a:gd name="T3" fmla="*/ 110 h 30"/>
                <a:gd name="T4" fmla="*/ 0 w 37"/>
                <a:gd name="T5" fmla="*/ 7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0">
                  <a:moveTo>
                    <a:pt x="0" y="14"/>
                  </a:moveTo>
                  <a:cubicBezTo>
                    <a:pt x="0" y="14"/>
                    <a:pt x="12" y="30"/>
                    <a:pt x="37" y="20"/>
                  </a:cubicBezTo>
                  <a:cubicBezTo>
                    <a:pt x="37" y="20"/>
                    <a:pt x="15" y="0"/>
                    <a:pt x="0" y="1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5" name="Freeform 1432">
              <a:extLst>
                <a:ext uri="{FF2B5EF4-FFF2-40B4-BE49-F238E27FC236}">
                  <a16:creationId xmlns:a16="http://schemas.microsoft.com/office/drawing/2014/main" id="{947F9C1C-FE13-422C-BF15-815414D9E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334"/>
              <a:ext cx="72" cy="67"/>
            </a:xfrm>
            <a:custGeom>
              <a:avLst/>
              <a:gdLst>
                <a:gd name="T0" fmla="*/ 0 w 43"/>
                <a:gd name="T1" fmla="*/ 122 h 38"/>
                <a:gd name="T2" fmla="*/ 203 w 43"/>
                <a:gd name="T3" fmla="*/ 115 h 38"/>
                <a:gd name="T4" fmla="*/ 0 w 43"/>
                <a:gd name="T5" fmla="*/ 12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8">
                  <a:moveTo>
                    <a:pt x="0" y="22"/>
                  </a:moveTo>
                  <a:cubicBezTo>
                    <a:pt x="0" y="22"/>
                    <a:pt x="21" y="38"/>
                    <a:pt x="43" y="21"/>
                  </a:cubicBezTo>
                  <a:cubicBezTo>
                    <a:pt x="43" y="21"/>
                    <a:pt x="20" y="0"/>
                    <a:pt x="0" y="2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6" name="Freeform 1433">
              <a:extLst>
                <a:ext uri="{FF2B5EF4-FFF2-40B4-BE49-F238E27FC236}">
                  <a16:creationId xmlns:a16="http://schemas.microsoft.com/office/drawing/2014/main" id="{5D20803A-C1BF-401E-A6A9-871F474C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505"/>
              <a:ext cx="38" cy="57"/>
            </a:xfrm>
            <a:custGeom>
              <a:avLst/>
              <a:gdLst>
                <a:gd name="T0" fmla="*/ 104 w 23"/>
                <a:gd name="T1" fmla="*/ 0 h 32"/>
                <a:gd name="T2" fmla="*/ 0 w 23"/>
                <a:gd name="T3" fmla="*/ 182 h 32"/>
                <a:gd name="T4" fmla="*/ 104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23" y="0"/>
                    <a:pt x="0" y="6"/>
                    <a:pt x="0" y="32"/>
                  </a:cubicBezTo>
                  <a:cubicBezTo>
                    <a:pt x="0" y="32"/>
                    <a:pt x="20" y="31"/>
                    <a:pt x="23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7" name="Freeform 1434">
              <a:extLst>
                <a:ext uri="{FF2B5EF4-FFF2-40B4-BE49-F238E27FC236}">
                  <a16:creationId xmlns:a16="http://schemas.microsoft.com/office/drawing/2014/main" id="{0BA19D71-395D-4890-BC31-4EAA008A8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562"/>
              <a:ext cx="55" cy="88"/>
            </a:xfrm>
            <a:custGeom>
              <a:avLst/>
              <a:gdLst>
                <a:gd name="T0" fmla="*/ 125 w 33"/>
                <a:gd name="T1" fmla="*/ 0 h 50"/>
                <a:gd name="T2" fmla="*/ 33 w 33"/>
                <a:gd name="T3" fmla="*/ 273 h 50"/>
                <a:gd name="T4" fmla="*/ 125 w 33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0">
                  <a:moveTo>
                    <a:pt x="27" y="0"/>
                  </a:moveTo>
                  <a:cubicBezTo>
                    <a:pt x="27" y="0"/>
                    <a:pt x="0" y="11"/>
                    <a:pt x="7" y="50"/>
                  </a:cubicBezTo>
                  <a:cubicBezTo>
                    <a:pt x="7" y="50"/>
                    <a:pt x="33" y="36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8" name="Freeform 1435">
              <a:extLst>
                <a:ext uri="{FF2B5EF4-FFF2-40B4-BE49-F238E27FC236}">
                  <a16:creationId xmlns:a16="http://schemas.microsoft.com/office/drawing/2014/main" id="{F69517EC-084F-445F-AA05-7EA0C48B3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49"/>
              <a:ext cx="55" cy="56"/>
            </a:xfrm>
            <a:custGeom>
              <a:avLst/>
              <a:gdLst>
                <a:gd name="T0" fmla="*/ 0 w 33"/>
                <a:gd name="T1" fmla="*/ 172 h 32"/>
                <a:gd name="T2" fmla="*/ 153 w 33"/>
                <a:gd name="T3" fmla="*/ 0 h 32"/>
                <a:gd name="T4" fmla="*/ 0 w 33"/>
                <a:gd name="T5" fmla="*/ 1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0" y="32"/>
                  </a:moveTo>
                  <a:cubicBezTo>
                    <a:pt x="0" y="32"/>
                    <a:pt x="1" y="3"/>
                    <a:pt x="33" y="0"/>
                  </a:cubicBezTo>
                  <a:cubicBezTo>
                    <a:pt x="33" y="0"/>
                    <a:pt x="30" y="26"/>
                    <a:pt x="0" y="3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9" name="Freeform 1436">
              <a:extLst>
                <a:ext uri="{FF2B5EF4-FFF2-40B4-BE49-F238E27FC236}">
                  <a16:creationId xmlns:a16="http://schemas.microsoft.com/office/drawing/2014/main" id="{A59077DB-2BA2-4F82-8DE9-44B261798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50"/>
              <a:ext cx="56" cy="50"/>
            </a:xfrm>
            <a:custGeom>
              <a:avLst/>
              <a:gdLst>
                <a:gd name="T0" fmla="*/ 97 w 34"/>
                <a:gd name="T1" fmla="*/ 0 h 28"/>
                <a:gd name="T2" fmla="*/ 71 w 34"/>
                <a:gd name="T3" fmla="*/ 159 h 28"/>
                <a:gd name="T4" fmla="*/ 97 w 3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2" y="0"/>
                  </a:moveTo>
                  <a:cubicBezTo>
                    <a:pt x="22" y="0"/>
                    <a:pt x="0" y="10"/>
                    <a:pt x="16" y="28"/>
                  </a:cubicBezTo>
                  <a:cubicBezTo>
                    <a:pt x="16" y="28"/>
                    <a:pt x="34" y="22"/>
                    <a:pt x="2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0" name="Freeform 1437">
              <a:extLst>
                <a:ext uri="{FF2B5EF4-FFF2-40B4-BE49-F238E27FC236}">
                  <a16:creationId xmlns:a16="http://schemas.microsoft.com/office/drawing/2014/main" id="{60ACFA3F-268B-411A-BE84-190E0A863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396"/>
              <a:ext cx="75" cy="65"/>
            </a:xfrm>
            <a:custGeom>
              <a:avLst/>
              <a:gdLst>
                <a:gd name="T0" fmla="*/ 0 w 45"/>
                <a:gd name="T1" fmla="*/ 163 h 37"/>
                <a:gd name="T2" fmla="*/ 208 w 45"/>
                <a:gd name="T3" fmla="*/ 16 h 37"/>
                <a:gd name="T4" fmla="*/ 0 w 45"/>
                <a:gd name="T5" fmla="*/ 16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7">
                  <a:moveTo>
                    <a:pt x="0" y="30"/>
                  </a:moveTo>
                  <a:cubicBezTo>
                    <a:pt x="0" y="30"/>
                    <a:pt x="16" y="0"/>
                    <a:pt x="45" y="3"/>
                  </a:cubicBezTo>
                  <a:cubicBezTo>
                    <a:pt x="45" y="3"/>
                    <a:pt x="35" y="37"/>
                    <a:pt x="0" y="3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1" name="Freeform 1438">
              <a:extLst>
                <a:ext uri="{FF2B5EF4-FFF2-40B4-BE49-F238E27FC236}">
                  <a16:creationId xmlns:a16="http://schemas.microsoft.com/office/drawing/2014/main" id="{D5C1D643-3FCF-42EE-9339-85ABB6435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700"/>
              <a:ext cx="54" cy="78"/>
            </a:xfrm>
            <a:custGeom>
              <a:avLst/>
              <a:gdLst>
                <a:gd name="T0" fmla="*/ 83 w 33"/>
                <a:gd name="T1" fmla="*/ 0 h 44"/>
                <a:gd name="T2" fmla="*/ 70 w 33"/>
                <a:gd name="T3" fmla="*/ 245 h 44"/>
                <a:gd name="T4" fmla="*/ 83 w 33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19" y="0"/>
                  </a:moveTo>
                  <a:cubicBezTo>
                    <a:pt x="19" y="0"/>
                    <a:pt x="0" y="17"/>
                    <a:pt x="16" y="44"/>
                  </a:cubicBezTo>
                  <a:cubicBezTo>
                    <a:pt x="16" y="44"/>
                    <a:pt x="33" y="26"/>
                    <a:pt x="19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2" name="Freeform 1439">
              <a:extLst>
                <a:ext uri="{FF2B5EF4-FFF2-40B4-BE49-F238E27FC236}">
                  <a16:creationId xmlns:a16="http://schemas.microsoft.com/office/drawing/2014/main" id="{67482AED-FC55-44BC-9DE5-00D7C9191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350"/>
              <a:ext cx="104" cy="69"/>
            </a:xfrm>
            <a:custGeom>
              <a:avLst/>
              <a:gdLst>
                <a:gd name="T0" fmla="*/ 0 w 63"/>
                <a:gd name="T1" fmla="*/ 159 h 39"/>
                <a:gd name="T2" fmla="*/ 284 w 63"/>
                <a:gd name="T3" fmla="*/ 65 h 39"/>
                <a:gd name="T4" fmla="*/ 0 w 63"/>
                <a:gd name="T5" fmla="*/ 15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9">
                  <a:moveTo>
                    <a:pt x="0" y="29"/>
                  </a:moveTo>
                  <a:cubicBezTo>
                    <a:pt x="0" y="29"/>
                    <a:pt x="24" y="0"/>
                    <a:pt x="63" y="12"/>
                  </a:cubicBezTo>
                  <a:cubicBezTo>
                    <a:pt x="63" y="12"/>
                    <a:pt x="51" y="39"/>
                    <a:pt x="0" y="2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3" name="Freeform 1440">
              <a:extLst>
                <a:ext uri="{FF2B5EF4-FFF2-40B4-BE49-F238E27FC236}">
                  <a16:creationId xmlns:a16="http://schemas.microsoft.com/office/drawing/2014/main" id="{C5EC7742-9421-46C8-A513-EE334F1EC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778"/>
              <a:ext cx="91" cy="113"/>
            </a:xfrm>
            <a:custGeom>
              <a:avLst/>
              <a:gdLst>
                <a:gd name="T0" fmla="*/ 76 w 55"/>
                <a:gd name="T1" fmla="*/ 0 h 64"/>
                <a:gd name="T2" fmla="*/ 137 w 55"/>
                <a:gd name="T3" fmla="*/ 353 h 64"/>
                <a:gd name="T4" fmla="*/ 76 w 55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4">
                  <a:moveTo>
                    <a:pt x="17" y="0"/>
                  </a:moveTo>
                  <a:cubicBezTo>
                    <a:pt x="17" y="0"/>
                    <a:pt x="0" y="24"/>
                    <a:pt x="30" y="64"/>
                  </a:cubicBezTo>
                  <a:cubicBezTo>
                    <a:pt x="30" y="64"/>
                    <a:pt x="55" y="42"/>
                    <a:pt x="17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4" name="Freeform 1441">
              <a:extLst>
                <a:ext uri="{FF2B5EF4-FFF2-40B4-BE49-F238E27FC236}">
                  <a16:creationId xmlns:a16="http://schemas.microsoft.com/office/drawing/2014/main" id="{46D58BD8-5C2B-4682-AE79-CA941AEBE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891"/>
              <a:ext cx="66" cy="106"/>
            </a:xfrm>
            <a:custGeom>
              <a:avLst/>
              <a:gdLst>
                <a:gd name="T0" fmla="*/ 0 w 40"/>
                <a:gd name="T1" fmla="*/ 0 h 60"/>
                <a:gd name="T2" fmla="*/ 152 w 40"/>
                <a:gd name="T3" fmla="*/ 330 h 60"/>
                <a:gd name="T4" fmla="*/ 0 w 4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0">
                  <a:moveTo>
                    <a:pt x="0" y="0"/>
                  </a:moveTo>
                  <a:cubicBezTo>
                    <a:pt x="0" y="0"/>
                    <a:pt x="2" y="39"/>
                    <a:pt x="34" y="60"/>
                  </a:cubicBezTo>
                  <a:cubicBezTo>
                    <a:pt x="34" y="60"/>
                    <a:pt x="40" y="21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5" name="Freeform 1442">
              <a:extLst>
                <a:ext uri="{FF2B5EF4-FFF2-40B4-BE49-F238E27FC236}">
                  <a16:creationId xmlns:a16="http://schemas.microsoft.com/office/drawing/2014/main" id="{F6CBAC6A-7654-43F5-8D0A-569C48CB3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942"/>
              <a:ext cx="54" cy="69"/>
            </a:xfrm>
            <a:custGeom>
              <a:avLst/>
              <a:gdLst>
                <a:gd name="T0" fmla="*/ 126 w 33"/>
                <a:gd name="T1" fmla="*/ 0 h 39"/>
                <a:gd name="T2" fmla="*/ 0 w 33"/>
                <a:gd name="T3" fmla="*/ 216 h 39"/>
                <a:gd name="T4" fmla="*/ 126 w 3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9">
                  <a:moveTo>
                    <a:pt x="29" y="0"/>
                  </a:moveTo>
                  <a:cubicBezTo>
                    <a:pt x="29" y="0"/>
                    <a:pt x="2" y="17"/>
                    <a:pt x="0" y="39"/>
                  </a:cubicBezTo>
                  <a:cubicBezTo>
                    <a:pt x="0" y="39"/>
                    <a:pt x="33" y="19"/>
                    <a:pt x="29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6" name="Freeform 1443">
              <a:extLst>
                <a:ext uri="{FF2B5EF4-FFF2-40B4-BE49-F238E27FC236}">
                  <a16:creationId xmlns:a16="http://schemas.microsoft.com/office/drawing/2014/main" id="{005D6191-FA7C-45E9-A8FD-C221F616B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57"/>
              <a:ext cx="45" cy="85"/>
            </a:xfrm>
            <a:custGeom>
              <a:avLst/>
              <a:gdLst>
                <a:gd name="T0" fmla="*/ 105 w 27"/>
                <a:gd name="T1" fmla="*/ 0 h 48"/>
                <a:gd name="T2" fmla="*/ 20 w 27"/>
                <a:gd name="T3" fmla="*/ 267 h 48"/>
                <a:gd name="T4" fmla="*/ 105 w 27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8">
                  <a:moveTo>
                    <a:pt x="23" y="0"/>
                  </a:moveTo>
                  <a:cubicBezTo>
                    <a:pt x="23" y="0"/>
                    <a:pt x="0" y="28"/>
                    <a:pt x="4" y="48"/>
                  </a:cubicBezTo>
                  <a:cubicBezTo>
                    <a:pt x="4" y="48"/>
                    <a:pt x="27" y="31"/>
                    <a:pt x="23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7" name="Freeform 1444">
              <a:extLst>
                <a:ext uri="{FF2B5EF4-FFF2-40B4-BE49-F238E27FC236}">
                  <a16:creationId xmlns:a16="http://schemas.microsoft.com/office/drawing/2014/main" id="{37AD4C23-2E5A-486F-8F32-B379BFB47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801"/>
              <a:ext cx="48" cy="53"/>
            </a:xfrm>
            <a:custGeom>
              <a:avLst/>
              <a:gdLst>
                <a:gd name="T0" fmla="*/ 71 w 29"/>
                <a:gd name="T1" fmla="*/ 0 h 30"/>
                <a:gd name="T2" fmla="*/ 46 w 29"/>
                <a:gd name="T3" fmla="*/ 166 h 30"/>
                <a:gd name="T4" fmla="*/ 71 w 2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16" y="0"/>
                  </a:moveTo>
                  <a:cubicBezTo>
                    <a:pt x="16" y="0"/>
                    <a:pt x="0" y="14"/>
                    <a:pt x="10" y="30"/>
                  </a:cubicBezTo>
                  <a:cubicBezTo>
                    <a:pt x="10" y="30"/>
                    <a:pt x="29" y="12"/>
                    <a:pt x="16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8" name="Freeform 1445">
              <a:extLst>
                <a:ext uri="{FF2B5EF4-FFF2-40B4-BE49-F238E27FC236}">
                  <a16:creationId xmlns:a16="http://schemas.microsoft.com/office/drawing/2014/main" id="{467BBA96-F2FA-4A56-A95F-5F634740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721"/>
              <a:ext cx="41" cy="80"/>
            </a:xfrm>
            <a:custGeom>
              <a:avLst/>
              <a:gdLst>
                <a:gd name="T0" fmla="*/ 56 w 25"/>
                <a:gd name="T1" fmla="*/ 0 h 45"/>
                <a:gd name="T2" fmla="*/ 54 w 25"/>
                <a:gd name="T3" fmla="*/ 252 h 45"/>
                <a:gd name="T4" fmla="*/ 56 w 25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5">
                  <a:moveTo>
                    <a:pt x="13" y="0"/>
                  </a:moveTo>
                  <a:cubicBezTo>
                    <a:pt x="13" y="0"/>
                    <a:pt x="0" y="27"/>
                    <a:pt x="12" y="45"/>
                  </a:cubicBezTo>
                  <a:cubicBezTo>
                    <a:pt x="12" y="45"/>
                    <a:pt x="25" y="17"/>
                    <a:pt x="13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9" name="Freeform 1446">
              <a:extLst>
                <a:ext uri="{FF2B5EF4-FFF2-40B4-BE49-F238E27FC236}">
                  <a16:creationId xmlns:a16="http://schemas.microsoft.com/office/drawing/2014/main" id="{40565840-C451-4BFB-B770-F0A03121C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682"/>
              <a:ext cx="28" cy="39"/>
            </a:xfrm>
            <a:custGeom>
              <a:avLst/>
              <a:gdLst>
                <a:gd name="T0" fmla="*/ 20 w 17"/>
                <a:gd name="T1" fmla="*/ 0 h 22"/>
                <a:gd name="T2" fmla="*/ 35 w 17"/>
                <a:gd name="T3" fmla="*/ 122 h 22"/>
                <a:gd name="T4" fmla="*/ 20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4" y="0"/>
                    <a:pt x="0" y="15"/>
                    <a:pt x="8" y="22"/>
                  </a:cubicBezTo>
                  <a:cubicBezTo>
                    <a:pt x="8" y="22"/>
                    <a:pt x="17" y="7"/>
                    <a:pt x="4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0" name="Freeform 1447">
              <a:extLst>
                <a:ext uri="{FF2B5EF4-FFF2-40B4-BE49-F238E27FC236}">
                  <a16:creationId xmlns:a16="http://schemas.microsoft.com/office/drawing/2014/main" id="{26FCD17C-452B-4C42-9DCE-F37D96C9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635"/>
              <a:ext cx="30" cy="47"/>
            </a:xfrm>
            <a:custGeom>
              <a:avLst/>
              <a:gdLst>
                <a:gd name="T0" fmla="*/ 8 w 18"/>
                <a:gd name="T1" fmla="*/ 0 h 27"/>
                <a:gd name="T2" fmla="*/ 37 w 18"/>
                <a:gd name="T3" fmla="*/ 143 h 27"/>
                <a:gd name="T4" fmla="*/ 8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2" y="0"/>
                  </a:moveTo>
                  <a:cubicBezTo>
                    <a:pt x="2" y="0"/>
                    <a:pt x="0" y="21"/>
                    <a:pt x="8" y="27"/>
                  </a:cubicBezTo>
                  <a:cubicBezTo>
                    <a:pt x="8" y="27"/>
                    <a:pt x="18" y="15"/>
                    <a:pt x="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1" name="Freeform 1448">
              <a:extLst>
                <a:ext uri="{FF2B5EF4-FFF2-40B4-BE49-F238E27FC236}">
                  <a16:creationId xmlns:a16="http://schemas.microsoft.com/office/drawing/2014/main" id="{C0C13EB7-F1E2-4E79-BDF8-B414A70EA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564"/>
              <a:ext cx="43" cy="71"/>
            </a:xfrm>
            <a:custGeom>
              <a:avLst/>
              <a:gdLst>
                <a:gd name="T0" fmla="*/ 0 w 26"/>
                <a:gd name="T1" fmla="*/ 0 h 40"/>
                <a:gd name="T2" fmla="*/ 83 w 26"/>
                <a:gd name="T3" fmla="*/ 224 h 40"/>
                <a:gd name="T4" fmla="*/ 0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cubicBezTo>
                    <a:pt x="0" y="0"/>
                    <a:pt x="5" y="36"/>
                    <a:pt x="18" y="40"/>
                  </a:cubicBezTo>
                  <a:cubicBezTo>
                    <a:pt x="18" y="40"/>
                    <a:pt x="26" y="18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2" name="Freeform 1449">
              <a:extLst>
                <a:ext uri="{FF2B5EF4-FFF2-40B4-BE49-F238E27FC236}">
                  <a16:creationId xmlns:a16="http://schemas.microsoft.com/office/drawing/2014/main" id="{E47BAD6D-3903-4B4E-95DE-B1EBDD88C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527"/>
              <a:ext cx="30" cy="37"/>
            </a:xfrm>
            <a:custGeom>
              <a:avLst/>
              <a:gdLst>
                <a:gd name="T0" fmla="*/ 8 w 18"/>
                <a:gd name="T1" fmla="*/ 0 h 21"/>
                <a:gd name="T2" fmla="*/ 70 w 18"/>
                <a:gd name="T3" fmla="*/ 115 h 21"/>
                <a:gd name="T4" fmla="*/ 8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2" y="0"/>
                  </a:moveTo>
                  <a:cubicBezTo>
                    <a:pt x="2" y="0"/>
                    <a:pt x="0" y="14"/>
                    <a:pt x="15" y="21"/>
                  </a:cubicBezTo>
                  <a:cubicBezTo>
                    <a:pt x="15" y="21"/>
                    <a:pt x="18" y="8"/>
                    <a:pt x="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3" name="Freeform 1450">
              <a:extLst>
                <a:ext uri="{FF2B5EF4-FFF2-40B4-BE49-F238E27FC236}">
                  <a16:creationId xmlns:a16="http://schemas.microsoft.com/office/drawing/2014/main" id="{A3523602-C97E-4C8E-B4E3-8C779E719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482"/>
              <a:ext cx="43" cy="45"/>
            </a:xfrm>
            <a:custGeom>
              <a:avLst/>
              <a:gdLst>
                <a:gd name="T0" fmla="*/ 5 w 26"/>
                <a:gd name="T1" fmla="*/ 0 h 25"/>
                <a:gd name="T2" fmla="*/ 104 w 26"/>
                <a:gd name="T3" fmla="*/ 146 h 25"/>
                <a:gd name="T4" fmla="*/ 5 w 2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" y="0"/>
                  </a:moveTo>
                  <a:cubicBezTo>
                    <a:pt x="1" y="0"/>
                    <a:pt x="0" y="14"/>
                    <a:pt x="23" y="25"/>
                  </a:cubicBezTo>
                  <a:cubicBezTo>
                    <a:pt x="23" y="25"/>
                    <a:pt x="26" y="5"/>
                    <a:pt x="1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4" name="Freeform 1451">
              <a:extLst>
                <a:ext uri="{FF2B5EF4-FFF2-40B4-BE49-F238E27FC236}">
                  <a16:creationId xmlns:a16="http://schemas.microsoft.com/office/drawing/2014/main" id="{675959B9-1535-403D-9637-E69E112AA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435"/>
              <a:ext cx="43" cy="47"/>
            </a:xfrm>
            <a:custGeom>
              <a:avLst/>
              <a:gdLst>
                <a:gd name="T0" fmla="*/ 0 w 26"/>
                <a:gd name="T1" fmla="*/ 21 h 27"/>
                <a:gd name="T2" fmla="*/ 117 w 26"/>
                <a:gd name="T3" fmla="*/ 143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1" y="0"/>
                    <a:pt x="0" y="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5" name="Freeform 1452">
              <a:extLst>
                <a:ext uri="{FF2B5EF4-FFF2-40B4-BE49-F238E27FC236}">
                  <a16:creationId xmlns:a16="http://schemas.microsoft.com/office/drawing/2014/main" id="{AF045A7D-E523-4E2F-B512-163720C78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405"/>
              <a:ext cx="47" cy="37"/>
            </a:xfrm>
            <a:custGeom>
              <a:avLst/>
              <a:gdLst>
                <a:gd name="T0" fmla="*/ 0 w 28"/>
                <a:gd name="T1" fmla="*/ 16 h 21"/>
                <a:gd name="T2" fmla="*/ 133 w 28"/>
                <a:gd name="T3" fmla="*/ 115 h 21"/>
                <a:gd name="T4" fmla="*/ 0 w 28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3"/>
                  </a:moveTo>
                  <a:cubicBezTo>
                    <a:pt x="0" y="3"/>
                    <a:pt x="2" y="15"/>
                    <a:pt x="28" y="21"/>
                  </a:cubicBezTo>
                  <a:cubicBezTo>
                    <a:pt x="28" y="21"/>
                    <a:pt x="22" y="0"/>
                    <a:pt x="0" y="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6" name="Freeform 1453">
              <a:extLst>
                <a:ext uri="{FF2B5EF4-FFF2-40B4-BE49-F238E27FC236}">
                  <a16:creationId xmlns:a16="http://schemas.microsoft.com/office/drawing/2014/main" id="{4B99D2CA-AA33-496C-9516-5AC90620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371"/>
              <a:ext cx="81" cy="39"/>
            </a:xfrm>
            <a:custGeom>
              <a:avLst/>
              <a:gdLst>
                <a:gd name="T0" fmla="*/ 0 w 49"/>
                <a:gd name="T1" fmla="*/ 28 h 22"/>
                <a:gd name="T2" fmla="*/ 222 w 49"/>
                <a:gd name="T3" fmla="*/ 122 h 22"/>
                <a:gd name="T4" fmla="*/ 0 w 49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5"/>
                  </a:moveTo>
                  <a:cubicBezTo>
                    <a:pt x="0" y="5"/>
                    <a:pt x="23" y="22"/>
                    <a:pt x="49" y="22"/>
                  </a:cubicBezTo>
                  <a:cubicBezTo>
                    <a:pt x="49" y="22"/>
                    <a:pt x="32" y="0"/>
                    <a:pt x="0" y="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7" name="Freeform 1454">
              <a:extLst>
                <a:ext uri="{FF2B5EF4-FFF2-40B4-BE49-F238E27FC236}">
                  <a16:creationId xmlns:a16="http://schemas.microsoft.com/office/drawing/2014/main" id="{6DB7360F-C9D8-4046-87D3-43EC045DB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345"/>
              <a:ext cx="60" cy="54"/>
            </a:xfrm>
            <a:custGeom>
              <a:avLst/>
              <a:gdLst>
                <a:gd name="T0" fmla="*/ 0 w 36"/>
                <a:gd name="T1" fmla="*/ 73 h 31"/>
                <a:gd name="T2" fmla="*/ 167 w 36"/>
                <a:gd name="T3" fmla="*/ 106 h 31"/>
                <a:gd name="T4" fmla="*/ 0 w 36"/>
                <a:gd name="T5" fmla="*/ 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0" y="14"/>
                  </a:moveTo>
                  <a:cubicBezTo>
                    <a:pt x="0" y="14"/>
                    <a:pt x="11" y="31"/>
                    <a:pt x="36" y="20"/>
                  </a:cubicBezTo>
                  <a:cubicBezTo>
                    <a:pt x="36" y="20"/>
                    <a:pt x="14" y="0"/>
                    <a:pt x="0" y="1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8" name="Freeform 1455">
              <a:extLst>
                <a:ext uri="{FF2B5EF4-FFF2-40B4-BE49-F238E27FC236}">
                  <a16:creationId xmlns:a16="http://schemas.microsoft.com/office/drawing/2014/main" id="{1D89B772-E25F-4A25-9F39-87526FCD0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32"/>
              <a:ext cx="71" cy="69"/>
            </a:xfrm>
            <a:custGeom>
              <a:avLst/>
              <a:gdLst>
                <a:gd name="T0" fmla="*/ 0 w 43"/>
                <a:gd name="T1" fmla="*/ 122 h 39"/>
                <a:gd name="T2" fmla="*/ 193 w 43"/>
                <a:gd name="T3" fmla="*/ 115 h 39"/>
                <a:gd name="T4" fmla="*/ 0 w 43"/>
                <a:gd name="T5" fmla="*/ 1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9">
                  <a:moveTo>
                    <a:pt x="0" y="22"/>
                  </a:moveTo>
                  <a:cubicBezTo>
                    <a:pt x="0" y="22"/>
                    <a:pt x="21" y="39"/>
                    <a:pt x="43" y="21"/>
                  </a:cubicBezTo>
                  <a:cubicBezTo>
                    <a:pt x="43" y="21"/>
                    <a:pt x="19" y="0"/>
                    <a:pt x="0" y="2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9" name="Freeform 1456">
              <a:extLst>
                <a:ext uri="{FF2B5EF4-FFF2-40B4-BE49-F238E27FC236}">
                  <a16:creationId xmlns:a16="http://schemas.microsoft.com/office/drawing/2014/main" id="{7BE52FC3-7F71-4E30-B7DB-F1185600EC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6" y="2258"/>
              <a:ext cx="940" cy="1001"/>
            </a:xfrm>
            <a:custGeom>
              <a:avLst/>
              <a:gdLst>
                <a:gd name="T0" fmla="*/ 1290 w 567"/>
                <a:gd name="T1" fmla="*/ 0 h 566"/>
                <a:gd name="T2" fmla="*/ 0 w 567"/>
                <a:gd name="T3" fmla="*/ 1567 h 566"/>
                <a:gd name="T4" fmla="*/ 1290 w 567"/>
                <a:gd name="T5" fmla="*/ 3130 h 566"/>
                <a:gd name="T6" fmla="*/ 2583 w 567"/>
                <a:gd name="T7" fmla="*/ 1567 h 566"/>
                <a:gd name="T8" fmla="*/ 1290 w 567"/>
                <a:gd name="T9" fmla="*/ 0 h 566"/>
                <a:gd name="T10" fmla="*/ 1290 w 567"/>
                <a:gd name="T11" fmla="*/ 2950 h 566"/>
                <a:gd name="T12" fmla="*/ 151 w 567"/>
                <a:gd name="T13" fmla="*/ 1567 h 566"/>
                <a:gd name="T14" fmla="*/ 1290 w 567"/>
                <a:gd name="T15" fmla="*/ 182 h 566"/>
                <a:gd name="T16" fmla="*/ 2430 w 567"/>
                <a:gd name="T17" fmla="*/ 1567 h 566"/>
                <a:gd name="T18" fmla="*/ 1290 w 567"/>
                <a:gd name="T19" fmla="*/ 2950 h 5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7" h="566">
                  <a:moveTo>
                    <a:pt x="283" y="0"/>
                  </a:moveTo>
                  <a:cubicBezTo>
                    <a:pt x="127" y="0"/>
                    <a:pt x="0" y="126"/>
                    <a:pt x="0" y="283"/>
                  </a:cubicBezTo>
                  <a:cubicBezTo>
                    <a:pt x="0" y="439"/>
                    <a:pt x="127" y="566"/>
                    <a:pt x="283" y="566"/>
                  </a:cubicBezTo>
                  <a:cubicBezTo>
                    <a:pt x="440" y="566"/>
                    <a:pt x="567" y="439"/>
                    <a:pt x="567" y="283"/>
                  </a:cubicBezTo>
                  <a:cubicBezTo>
                    <a:pt x="567" y="126"/>
                    <a:pt x="440" y="0"/>
                    <a:pt x="283" y="0"/>
                  </a:cubicBezTo>
                  <a:close/>
                  <a:moveTo>
                    <a:pt x="283" y="533"/>
                  </a:moveTo>
                  <a:cubicBezTo>
                    <a:pt x="145" y="533"/>
                    <a:pt x="33" y="421"/>
                    <a:pt x="33" y="283"/>
                  </a:cubicBezTo>
                  <a:cubicBezTo>
                    <a:pt x="33" y="145"/>
                    <a:pt x="145" y="33"/>
                    <a:pt x="283" y="33"/>
                  </a:cubicBezTo>
                  <a:cubicBezTo>
                    <a:pt x="422" y="33"/>
                    <a:pt x="533" y="145"/>
                    <a:pt x="533" y="283"/>
                  </a:cubicBezTo>
                  <a:cubicBezTo>
                    <a:pt x="533" y="421"/>
                    <a:pt x="422" y="533"/>
                    <a:pt x="283" y="533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0" name="Oval 1457">
              <a:extLst>
                <a:ext uri="{FF2B5EF4-FFF2-40B4-BE49-F238E27FC236}">
                  <a16:creationId xmlns:a16="http://schemas.microsoft.com/office/drawing/2014/main" id="{729CD2F7-7CD7-44EB-9B4C-19BF1F40C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0" y="2350"/>
              <a:ext cx="768" cy="819"/>
            </a:xfrm>
            <a:prstGeom prst="ellips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91" name="Freeform 1458">
              <a:extLst>
                <a:ext uri="{FF2B5EF4-FFF2-40B4-BE49-F238E27FC236}">
                  <a16:creationId xmlns:a16="http://schemas.microsoft.com/office/drawing/2014/main" id="{B77DD6E3-F6D0-405D-B7C0-F61F237BF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507"/>
              <a:ext cx="203" cy="267"/>
            </a:xfrm>
            <a:custGeom>
              <a:avLst/>
              <a:gdLst>
                <a:gd name="T0" fmla="*/ 553 w 123"/>
                <a:gd name="T1" fmla="*/ 0 h 151"/>
                <a:gd name="T2" fmla="*/ 76 w 123"/>
                <a:gd name="T3" fmla="*/ 835 h 151"/>
                <a:gd name="T4" fmla="*/ 553 w 123"/>
                <a:gd name="T5" fmla="*/ 0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51">
                  <a:moveTo>
                    <a:pt x="123" y="0"/>
                  </a:moveTo>
                  <a:cubicBezTo>
                    <a:pt x="123" y="0"/>
                    <a:pt x="24" y="8"/>
                    <a:pt x="17" y="151"/>
                  </a:cubicBezTo>
                  <a:cubicBezTo>
                    <a:pt x="17" y="151"/>
                    <a:pt x="0" y="10"/>
                    <a:pt x="123" y="0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2" name="Freeform 1459">
              <a:extLst>
                <a:ext uri="{FF2B5EF4-FFF2-40B4-BE49-F238E27FC236}">
                  <a16:creationId xmlns:a16="http://schemas.microsoft.com/office/drawing/2014/main" id="{D67A667D-0681-4F6F-95E9-037AE341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725"/>
              <a:ext cx="12" cy="26"/>
            </a:xfrm>
            <a:custGeom>
              <a:avLst/>
              <a:gdLst>
                <a:gd name="T0" fmla="*/ 15 w 7"/>
                <a:gd name="T1" fmla="*/ 0 h 15"/>
                <a:gd name="T2" fmla="*/ 36 w 7"/>
                <a:gd name="T3" fmla="*/ 42 h 15"/>
                <a:gd name="T4" fmla="*/ 21 w 7"/>
                <a:gd name="T5" fmla="*/ 78 h 15"/>
                <a:gd name="T6" fmla="*/ 0 w 7"/>
                <a:gd name="T7" fmla="*/ 42 h 15"/>
                <a:gd name="T8" fmla="*/ 15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5" y="0"/>
                    <a:pt x="7" y="3"/>
                    <a:pt x="7" y="8"/>
                  </a:cubicBezTo>
                  <a:cubicBezTo>
                    <a:pt x="7" y="12"/>
                    <a:pt x="5" y="15"/>
                    <a:pt x="4" y="15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3" name="Freeform 1460">
              <a:extLst>
                <a:ext uri="{FF2B5EF4-FFF2-40B4-BE49-F238E27FC236}">
                  <a16:creationId xmlns:a16="http://schemas.microsoft.com/office/drawing/2014/main" id="{1FCDB39D-CA1F-421F-A663-65E72424F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666"/>
              <a:ext cx="12" cy="18"/>
            </a:xfrm>
            <a:custGeom>
              <a:avLst/>
              <a:gdLst>
                <a:gd name="T0" fmla="*/ 21 w 7"/>
                <a:gd name="T1" fmla="*/ 0 h 10"/>
                <a:gd name="T2" fmla="*/ 36 w 7"/>
                <a:gd name="T3" fmla="*/ 29 h 10"/>
                <a:gd name="T4" fmla="*/ 15 w 7"/>
                <a:gd name="T5" fmla="*/ 58 h 10"/>
                <a:gd name="T6" fmla="*/ 0 w 7"/>
                <a:gd name="T7" fmla="*/ 29 h 10"/>
                <a:gd name="T8" fmla="*/ 21 w 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cubicBezTo>
                    <a:pt x="6" y="0"/>
                    <a:pt x="7" y="3"/>
                    <a:pt x="7" y="5"/>
                  </a:cubicBezTo>
                  <a:cubicBezTo>
                    <a:pt x="6" y="8"/>
                    <a:pt x="5" y="10"/>
                    <a:pt x="3" y="10"/>
                  </a:cubicBezTo>
                  <a:cubicBezTo>
                    <a:pt x="1" y="10"/>
                    <a:pt x="0" y="7"/>
                    <a:pt x="0" y="5"/>
                  </a:cubicBezTo>
                  <a:cubicBezTo>
                    <a:pt x="1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4" name="Freeform 1461">
              <a:extLst>
                <a:ext uri="{FF2B5EF4-FFF2-40B4-BE49-F238E27FC236}">
                  <a16:creationId xmlns:a16="http://schemas.microsoft.com/office/drawing/2014/main" id="{5166E5D2-15F3-47F5-8176-BE82C21DB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825"/>
              <a:ext cx="22" cy="31"/>
            </a:xfrm>
            <a:custGeom>
              <a:avLst/>
              <a:gdLst>
                <a:gd name="T0" fmla="*/ 14 w 13"/>
                <a:gd name="T1" fmla="*/ 7 h 17"/>
                <a:gd name="T2" fmla="*/ 54 w 13"/>
                <a:gd name="T3" fmla="*/ 44 h 17"/>
                <a:gd name="T4" fmla="*/ 49 w 13"/>
                <a:gd name="T5" fmla="*/ 97 h 17"/>
                <a:gd name="T6" fmla="*/ 8 w 13"/>
                <a:gd name="T7" fmla="*/ 60 h 17"/>
                <a:gd name="T8" fmla="*/ 14 w 13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3" y="1"/>
                  </a:moveTo>
                  <a:cubicBezTo>
                    <a:pt x="6" y="0"/>
                    <a:pt x="9" y="3"/>
                    <a:pt x="11" y="7"/>
                  </a:cubicBezTo>
                  <a:cubicBezTo>
                    <a:pt x="13" y="11"/>
                    <a:pt x="12" y="15"/>
                    <a:pt x="10" y="16"/>
                  </a:cubicBezTo>
                  <a:cubicBezTo>
                    <a:pt x="7" y="17"/>
                    <a:pt x="4" y="15"/>
                    <a:pt x="2" y="10"/>
                  </a:cubicBezTo>
                  <a:cubicBezTo>
                    <a:pt x="0" y="6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5" name="Freeform 1462">
              <a:extLst>
                <a:ext uri="{FF2B5EF4-FFF2-40B4-BE49-F238E27FC236}">
                  <a16:creationId xmlns:a16="http://schemas.microsoft.com/office/drawing/2014/main" id="{1AF78859-397F-4990-B766-A97579886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928"/>
              <a:ext cx="22" cy="30"/>
            </a:xfrm>
            <a:custGeom>
              <a:avLst/>
              <a:gdLst>
                <a:gd name="T0" fmla="*/ 14 w 13"/>
                <a:gd name="T1" fmla="*/ 7 h 17"/>
                <a:gd name="T2" fmla="*/ 54 w 13"/>
                <a:gd name="T3" fmla="*/ 34 h 17"/>
                <a:gd name="T4" fmla="*/ 49 w 13"/>
                <a:gd name="T5" fmla="*/ 86 h 17"/>
                <a:gd name="T6" fmla="*/ 8 w 13"/>
                <a:gd name="T7" fmla="*/ 56 h 17"/>
                <a:gd name="T8" fmla="*/ 14 w 13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3" y="1"/>
                  </a:moveTo>
                  <a:cubicBezTo>
                    <a:pt x="5" y="0"/>
                    <a:pt x="9" y="2"/>
                    <a:pt x="11" y="6"/>
                  </a:cubicBezTo>
                  <a:cubicBezTo>
                    <a:pt x="13" y="10"/>
                    <a:pt x="12" y="15"/>
                    <a:pt x="10" y="16"/>
                  </a:cubicBezTo>
                  <a:cubicBezTo>
                    <a:pt x="7" y="17"/>
                    <a:pt x="4" y="15"/>
                    <a:pt x="2" y="10"/>
                  </a:cubicBezTo>
                  <a:cubicBezTo>
                    <a:pt x="0" y="6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6" name="Freeform 1463">
              <a:extLst>
                <a:ext uri="{FF2B5EF4-FFF2-40B4-BE49-F238E27FC236}">
                  <a16:creationId xmlns:a16="http://schemas.microsoft.com/office/drawing/2014/main" id="{E3035C92-C762-4D72-ACF5-44FD15267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963"/>
              <a:ext cx="16" cy="22"/>
            </a:xfrm>
            <a:custGeom>
              <a:avLst/>
              <a:gdLst>
                <a:gd name="T0" fmla="*/ 5 w 10"/>
                <a:gd name="T1" fmla="*/ 68 h 12"/>
                <a:gd name="T2" fmla="*/ 13 w 10"/>
                <a:gd name="T3" fmla="*/ 24 h 12"/>
                <a:gd name="T4" fmla="*/ 34 w 10"/>
                <a:gd name="T5" fmla="*/ 7 h 12"/>
                <a:gd name="T6" fmla="*/ 29 w 10"/>
                <a:gd name="T7" fmla="*/ 51 h 12"/>
                <a:gd name="T8" fmla="*/ 5 w 10"/>
                <a:gd name="T9" fmla="*/ 6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1" y="11"/>
                  </a:moveTo>
                  <a:cubicBezTo>
                    <a:pt x="0" y="10"/>
                    <a:pt x="1" y="7"/>
                    <a:pt x="3" y="4"/>
                  </a:cubicBezTo>
                  <a:cubicBezTo>
                    <a:pt x="5" y="2"/>
                    <a:pt x="7" y="0"/>
                    <a:pt x="8" y="1"/>
                  </a:cubicBezTo>
                  <a:cubicBezTo>
                    <a:pt x="10" y="2"/>
                    <a:pt x="9" y="5"/>
                    <a:pt x="7" y="8"/>
                  </a:cubicBezTo>
                  <a:cubicBezTo>
                    <a:pt x="5" y="10"/>
                    <a:pt x="2" y="12"/>
                    <a:pt x="1" y="1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7" name="Freeform 1464">
              <a:extLst>
                <a:ext uri="{FF2B5EF4-FFF2-40B4-BE49-F238E27FC236}">
                  <a16:creationId xmlns:a16="http://schemas.microsoft.com/office/drawing/2014/main" id="{D7DB89B9-D2F9-4701-91CD-D4A29BA05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894"/>
              <a:ext cx="12" cy="22"/>
            </a:xfrm>
            <a:custGeom>
              <a:avLst/>
              <a:gdLst>
                <a:gd name="T0" fmla="*/ 5 w 7"/>
                <a:gd name="T1" fmla="*/ 73 h 12"/>
                <a:gd name="T2" fmla="*/ 5 w 7"/>
                <a:gd name="T3" fmla="*/ 31 h 12"/>
                <a:gd name="T4" fmla="*/ 29 w 7"/>
                <a:gd name="T5" fmla="*/ 7 h 12"/>
                <a:gd name="T6" fmla="*/ 29 w 7"/>
                <a:gd name="T7" fmla="*/ 44 h 12"/>
                <a:gd name="T8" fmla="*/ 5 w 7"/>
                <a:gd name="T9" fmla="*/ 7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1" y="12"/>
                  </a:moveTo>
                  <a:cubicBezTo>
                    <a:pt x="0" y="11"/>
                    <a:pt x="0" y="8"/>
                    <a:pt x="1" y="5"/>
                  </a:cubicBezTo>
                  <a:cubicBezTo>
                    <a:pt x="3" y="2"/>
                    <a:pt x="5" y="0"/>
                    <a:pt x="6" y="1"/>
                  </a:cubicBezTo>
                  <a:cubicBezTo>
                    <a:pt x="7" y="1"/>
                    <a:pt x="7" y="4"/>
                    <a:pt x="6" y="7"/>
                  </a:cubicBezTo>
                  <a:cubicBezTo>
                    <a:pt x="5" y="10"/>
                    <a:pt x="2" y="12"/>
                    <a:pt x="1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8" name="Freeform 1465">
              <a:extLst>
                <a:ext uri="{FF2B5EF4-FFF2-40B4-BE49-F238E27FC236}">
                  <a16:creationId xmlns:a16="http://schemas.microsoft.com/office/drawing/2014/main" id="{2F919D41-AB24-4646-B37A-BA7892339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817"/>
              <a:ext cx="11" cy="23"/>
            </a:xfrm>
            <a:custGeom>
              <a:avLst/>
              <a:gdLst>
                <a:gd name="T0" fmla="*/ 5 w 7"/>
                <a:gd name="T1" fmla="*/ 65 h 13"/>
                <a:gd name="T2" fmla="*/ 5 w 7"/>
                <a:gd name="T3" fmla="*/ 34 h 13"/>
                <a:gd name="T4" fmla="*/ 22 w 7"/>
                <a:gd name="T5" fmla="*/ 7 h 13"/>
                <a:gd name="T6" fmla="*/ 22 w 7"/>
                <a:gd name="T7" fmla="*/ 44 h 13"/>
                <a:gd name="T8" fmla="*/ 5 w 7"/>
                <a:gd name="T9" fmla="*/ 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1" y="12"/>
                  </a:moveTo>
                  <a:cubicBezTo>
                    <a:pt x="0" y="12"/>
                    <a:pt x="0" y="9"/>
                    <a:pt x="1" y="6"/>
                  </a:cubicBezTo>
                  <a:cubicBezTo>
                    <a:pt x="3" y="2"/>
                    <a:pt x="5" y="0"/>
                    <a:pt x="6" y="1"/>
                  </a:cubicBezTo>
                  <a:cubicBezTo>
                    <a:pt x="7" y="2"/>
                    <a:pt x="7" y="5"/>
                    <a:pt x="6" y="8"/>
                  </a:cubicBezTo>
                  <a:cubicBezTo>
                    <a:pt x="5" y="11"/>
                    <a:pt x="2" y="13"/>
                    <a:pt x="1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9" name="Freeform 1466">
              <a:extLst>
                <a:ext uri="{FF2B5EF4-FFF2-40B4-BE49-F238E27FC236}">
                  <a16:creationId xmlns:a16="http://schemas.microsoft.com/office/drawing/2014/main" id="{457D0C39-E160-40BD-87DD-319E8F54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753"/>
              <a:ext cx="10" cy="21"/>
            </a:xfrm>
            <a:custGeom>
              <a:avLst/>
              <a:gdLst>
                <a:gd name="T0" fmla="*/ 8 w 6"/>
                <a:gd name="T1" fmla="*/ 65 h 12"/>
                <a:gd name="T2" fmla="*/ 0 w 6"/>
                <a:gd name="T3" fmla="*/ 33 h 12"/>
                <a:gd name="T4" fmla="*/ 20 w 6"/>
                <a:gd name="T5" fmla="*/ 0 h 12"/>
                <a:gd name="T6" fmla="*/ 22 w 6"/>
                <a:gd name="T7" fmla="*/ 33 h 12"/>
                <a:gd name="T8" fmla="*/ 8 w 6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2" y="12"/>
                  </a:moveTo>
                  <a:cubicBezTo>
                    <a:pt x="1" y="12"/>
                    <a:pt x="0" y="9"/>
                    <a:pt x="0" y="6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5" y="0"/>
                    <a:pt x="6" y="3"/>
                    <a:pt x="5" y="6"/>
                  </a:cubicBezTo>
                  <a:cubicBezTo>
                    <a:pt x="5" y="9"/>
                    <a:pt x="4" y="12"/>
                    <a:pt x="2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0" name="Freeform 1467">
              <a:extLst>
                <a:ext uri="{FF2B5EF4-FFF2-40B4-BE49-F238E27FC236}">
                  <a16:creationId xmlns:a16="http://schemas.microsoft.com/office/drawing/2014/main" id="{6F6A49F1-3AAF-4944-930F-BF2D3D087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698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20 h 6"/>
                <a:gd name="T4" fmla="*/ 5 w 3"/>
                <a:gd name="T5" fmla="*/ 0 h 6"/>
                <a:gd name="T6" fmla="*/ 13 w 3"/>
                <a:gd name="T7" fmla="*/ 13 h 6"/>
                <a:gd name="T8" fmla="*/ 8 w 3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2" y="6"/>
                    <a:pt x="1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1" name="Freeform 1468">
              <a:extLst>
                <a:ext uri="{FF2B5EF4-FFF2-40B4-BE49-F238E27FC236}">
                  <a16:creationId xmlns:a16="http://schemas.microsoft.com/office/drawing/2014/main" id="{AF64AAE1-3556-4F28-9A8F-6D0A58EDB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657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20 h 6"/>
                <a:gd name="T4" fmla="*/ 5 w 3"/>
                <a:gd name="T5" fmla="*/ 0 h 6"/>
                <a:gd name="T6" fmla="*/ 8 w 3"/>
                <a:gd name="T7" fmla="*/ 13 h 6"/>
                <a:gd name="T8" fmla="*/ 8 w 3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0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3" y="4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2" name="Freeform 1469">
              <a:extLst>
                <a:ext uri="{FF2B5EF4-FFF2-40B4-BE49-F238E27FC236}">
                  <a16:creationId xmlns:a16="http://schemas.microsoft.com/office/drawing/2014/main" id="{DF96AEA9-326B-4C10-B11C-BC703BD30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537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20 h 6"/>
                <a:gd name="T4" fmla="*/ 5 w 3"/>
                <a:gd name="T5" fmla="*/ 0 h 6"/>
                <a:gd name="T6" fmla="*/ 13 w 3"/>
                <a:gd name="T7" fmla="*/ 20 h 6"/>
                <a:gd name="T8" fmla="*/ 8 w 3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0" y="0"/>
                    <a:pt x="1" y="0"/>
                  </a:cubicBezTo>
                  <a:cubicBezTo>
                    <a:pt x="1" y="0"/>
                    <a:pt x="2" y="1"/>
                    <a:pt x="3" y="3"/>
                  </a:cubicBezTo>
                  <a:cubicBezTo>
                    <a:pt x="3" y="4"/>
                    <a:pt x="3" y="6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3" name="Freeform 1470">
              <a:extLst>
                <a:ext uri="{FF2B5EF4-FFF2-40B4-BE49-F238E27FC236}">
                  <a16:creationId xmlns:a16="http://schemas.microsoft.com/office/drawing/2014/main" id="{176488A0-8C04-434E-8D85-D3B40FF7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592"/>
              <a:ext cx="13" cy="23"/>
            </a:xfrm>
            <a:custGeom>
              <a:avLst/>
              <a:gdLst>
                <a:gd name="T0" fmla="*/ 29 w 8"/>
                <a:gd name="T1" fmla="*/ 65 h 13"/>
                <a:gd name="T2" fmla="*/ 8 w 8"/>
                <a:gd name="T3" fmla="*/ 37 h 13"/>
                <a:gd name="T4" fmla="*/ 5 w 8"/>
                <a:gd name="T5" fmla="*/ 0 h 13"/>
                <a:gd name="T6" fmla="*/ 21 w 8"/>
                <a:gd name="T7" fmla="*/ 28 h 13"/>
                <a:gd name="T8" fmla="*/ 29 w 8"/>
                <a:gd name="T9" fmla="*/ 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7" y="12"/>
                  </a:moveTo>
                  <a:cubicBezTo>
                    <a:pt x="5" y="13"/>
                    <a:pt x="3" y="10"/>
                    <a:pt x="2" y="7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4" y="2"/>
                    <a:pt x="5" y="5"/>
                  </a:cubicBezTo>
                  <a:cubicBezTo>
                    <a:pt x="7" y="9"/>
                    <a:pt x="8" y="12"/>
                    <a:pt x="7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4" name="Freeform 1471">
              <a:extLst>
                <a:ext uri="{FF2B5EF4-FFF2-40B4-BE49-F238E27FC236}">
                  <a16:creationId xmlns:a16="http://schemas.microsoft.com/office/drawing/2014/main" id="{0A079576-D057-4B25-974E-DFBB8634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495"/>
              <a:ext cx="18" cy="21"/>
            </a:xfrm>
            <a:custGeom>
              <a:avLst/>
              <a:gdLst>
                <a:gd name="T0" fmla="*/ 41 w 11"/>
                <a:gd name="T1" fmla="*/ 65 h 12"/>
                <a:gd name="T2" fmla="*/ 13 w 11"/>
                <a:gd name="T3" fmla="*/ 44 h 12"/>
                <a:gd name="T4" fmla="*/ 5 w 11"/>
                <a:gd name="T5" fmla="*/ 7 h 12"/>
                <a:gd name="T6" fmla="*/ 29 w 11"/>
                <a:gd name="T7" fmla="*/ 28 h 12"/>
                <a:gd name="T8" fmla="*/ 41 w 11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9" y="12"/>
                  </a:moveTo>
                  <a:cubicBezTo>
                    <a:pt x="8" y="12"/>
                    <a:pt x="6" y="11"/>
                    <a:pt x="3" y="8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5" y="2"/>
                    <a:pt x="7" y="5"/>
                  </a:cubicBezTo>
                  <a:cubicBezTo>
                    <a:pt x="10" y="8"/>
                    <a:pt x="11" y="11"/>
                    <a:pt x="9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5" name="Freeform 1472">
              <a:extLst>
                <a:ext uri="{FF2B5EF4-FFF2-40B4-BE49-F238E27FC236}">
                  <a16:creationId xmlns:a16="http://schemas.microsoft.com/office/drawing/2014/main" id="{0E95E4B2-1618-4592-AE9E-59BE4B66F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449"/>
              <a:ext cx="20" cy="19"/>
            </a:xfrm>
            <a:custGeom>
              <a:avLst/>
              <a:gdLst>
                <a:gd name="T0" fmla="*/ 50 w 12"/>
                <a:gd name="T1" fmla="*/ 50 h 11"/>
                <a:gd name="T2" fmla="*/ 20 w 12"/>
                <a:gd name="T3" fmla="*/ 41 h 11"/>
                <a:gd name="T4" fmla="*/ 5 w 12"/>
                <a:gd name="T5" fmla="*/ 5 h 11"/>
                <a:gd name="T6" fmla="*/ 37 w 12"/>
                <a:gd name="T7" fmla="*/ 16 h 11"/>
                <a:gd name="T8" fmla="*/ 50 w 1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1" y="10"/>
                  </a:moveTo>
                  <a:cubicBezTo>
                    <a:pt x="10" y="11"/>
                    <a:pt x="7" y="10"/>
                    <a:pt x="4" y="8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5" y="1"/>
                    <a:pt x="8" y="3"/>
                  </a:cubicBezTo>
                  <a:cubicBezTo>
                    <a:pt x="11" y="6"/>
                    <a:pt x="12" y="8"/>
                    <a:pt x="11" y="1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6" name="Freeform 1473">
              <a:extLst>
                <a:ext uri="{FF2B5EF4-FFF2-40B4-BE49-F238E27FC236}">
                  <a16:creationId xmlns:a16="http://schemas.microsoft.com/office/drawing/2014/main" id="{3DA9C455-4B11-4EC3-A698-6CAB34071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415"/>
              <a:ext cx="18" cy="18"/>
            </a:xfrm>
            <a:custGeom>
              <a:avLst/>
              <a:gdLst>
                <a:gd name="T0" fmla="*/ 43 w 11"/>
                <a:gd name="T1" fmla="*/ 45 h 10"/>
                <a:gd name="T2" fmla="*/ 13 w 11"/>
                <a:gd name="T3" fmla="*/ 41 h 10"/>
                <a:gd name="T4" fmla="*/ 0 w 11"/>
                <a:gd name="T5" fmla="*/ 7 h 10"/>
                <a:gd name="T6" fmla="*/ 29 w 11"/>
                <a:gd name="T7" fmla="*/ 16 h 10"/>
                <a:gd name="T8" fmla="*/ 43 w 11"/>
                <a:gd name="T9" fmla="*/ 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8"/>
                  </a:moveTo>
                  <a:cubicBezTo>
                    <a:pt x="9" y="10"/>
                    <a:pt x="6" y="9"/>
                    <a:pt x="3" y="7"/>
                  </a:cubicBezTo>
                  <a:cubicBezTo>
                    <a:pt x="1" y="5"/>
                    <a:pt x="0" y="2"/>
                    <a:pt x="0" y="1"/>
                  </a:cubicBezTo>
                  <a:cubicBezTo>
                    <a:pt x="1" y="0"/>
                    <a:pt x="4" y="1"/>
                    <a:pt x="7" y="3"/>
                  </a:cubicBezTo>
                  <a:cubicBezTo>
                    <a:pt x="9" y="5"/>
                    <a:pt x="11" y="7"/>
                    <a:pt x="10" y="8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7" name="Freeform 1474">
              <a:extLst>
                <a:ext uri="{FF2B5EF4-FFF2-40B4-BE49-F238E27FC236}">
                  <a16:creationId xmlns:a16="http://schemas.microsoft.com/office/drawing/2014/main" id="{4AEB8AF7-B117-432F-9012-3EF01F130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387"/>
              <a:ext cx="19" cy="12"/>
            </a:xfrm>
            <a:custGeom>
              <a:avLst/>
              <a:gdLst>
                <a:gd name="T0" fmla="*/ 43 w 12"/>
                <a:gd name="T1" fmla="*/ 26 h 7"/>
                <a:gd name="T2" fmla="*/ 21 w 12"/>
                <a:gd name="T3" fmla="*/ 29 h 7"/>
                <a:gd name="T4" fmla="*/ 0 w 12"/>
                <a:gd name="T5" fmla="*/ 5 h 7"/>
                <a:gd name="T6" fmla="*/ 27 w 12"/>
                <a:gd name="T7" fmla="*/ 5 h 7"/>
                <a:gd name="T8" fmla="*/ 43 w 12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1" y="5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5"/>
                    <a:pt x="0" y="3"/>
                    <a:pt x="0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1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8" name="Freeform 1475">
              <a:extLst>
                <a:ext uri="{FF2B5EF4-FFF2-40B4-BE49-F238E27FC236}">
                  <a16:creationId xmlns:a16="http://schemas.microsoft.com/office/drawing/2014/main" id="{D2A91182-232D-4105-941C-884515169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368"/>
              <a:ext cx="20" cy="12"/>
            </a:xfrm>
            <a:custGeom>
              <a:avLst/>
              <a:gdLst>
                <a:gd name="T0" fmla="*/ 55 w 12"/>
                <a:gd name="T1" fmla="*/ 26 h 7"/>
                <a:gd name="T2" fmla="*/ 22 w 12"/>
                <a:gd name="T3" fmla="*/ 29 h 7"/>
                <a:gd name="T4" fmla="*/ 5 w 12"/>
                <a:gd name="T5" fmla="*/ 5 h 7"/>
                <a:gd name="T6" fmla="*/ 33 w 12"/>
                <a:gd name="T7" fmla="*/ 5 h 7"/>
                <a:gd name="T8" fmla="*/ 55 w 12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5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9" name="Freeform 1476">
              <a:extLst>
                <a:ext uri="{FF2B5EF4-FFF2-40B4-BE49-F238E27FC236}">
                  <a16:creationId xmlns:a16="http://schemas.microsoft.com/office/drawing/2014/main" id="{F0F2AC22-D0AD-46A9-BAFB-2AABA954F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360"/>
              <a:ext cx="20" cy="15"/>
            </a:xfrm>
            <a:custGeom>
              <a:avLst/>
              <a:gdLst>
                <a:gd name="T0" fmla="*/ 55 w 12"/>
                <a:gd name="T1" fmla="*/ 28 h 8"/>
                <a:gd name="T2" fmla="*/ 28 w 12"/>
                <a:gd name="T3" fmla="*/ 53 h 8"/>
                <a:gd name="T4" fmla="*/ 0 w 12"/>
                <a:gd name="T5" fmla="*/ 32 h 8"/>
                <a:gd name="T6" fmla="*/ 28 w 12"/>
                <a:gd name="T7" fmla="*/ 8 h 8"/>
                <a:gd name="T8" fmla="*/ 55 w 12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2" y="4"/>
                  </a:moveTo>
                  <a:cubicBezTo>
                    <a:pt x="12" y="6"/>
                    <a:pt x="10" y="8"/>
                    <a:pt x="6" y="8"/>
                  </a:cubicBezTo>
                  <a:cubicBezTo>
                    <a:pt x="3" y="8"/>
                    <a:pt x="0" y="7"/>
                    <a:pt x="0" y="5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0" name="Freeform 1477">
              <a:extLst>
                <a:ext uri="{FF2B5EF4-FFF2-40B4-BE49-F238E27FC236}">
                  <a16:creationId xmlns:a16="http://schemas.microsoft.com/office/drawing/2014/main" id="{88C28078-4C6F-4C0D-BE18-43A4B9E07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376"/>
              <a:ext cx="28" cy="16"/>
            </a:xfrm>
            <a:custGeom>
              <a:avLst/>
              <a:gdLst>
                <a:gd name="T0" fmla="*/ 71 w 17"/>
                <a:gd name="T1" fmla="*/ 16 h 9"/>
                <a:gd name="T2" fmla="*/ 41 w 17"/>
                <a:gd name="T3" fmla="*/ 44 h 9"/>
                <a:gd name="T4" fmla="*/ 0 w 17"/>
                <a:gd name="T5" fmla="*/ 37 h 9"/>
                <a:gd name="T6" fmla="*/ 33 w 17"/>
                <a:gd name="T7" fmla="*/ 7 h 9"/>
                <a:gd name="T8" fmla="*/ 71 w 17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5"/>
                    <a:pt x="13" y="7"/>
                    <a:pt x="9" y="8"/>
                  </a:cubicBezTo>
                  <a:cubicBezTo>
                    <a:pt x="5" y="9"/>
                    <a:pt x="1" y="9"/>
                    <a:pt x="0" y="7"/>
                  </a:cubicBez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5" y="1"/>
                    <a:pt x="16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1" name="Freeform 1478">
              <a:extLst>
                <a:ext uri="{FF2B5EF4-FFF2-40B4-BE49-F238E27FC236}">
                  <a16:creationId xmlns:a16="http://schemas.microsoft.com/office/drawing/2014/main" id="{1002D045-5B68-474D-98F3-7B19A23B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426"/>
              <a:ext cx="23" cy="18"/>
            </a:xfrm>
            <a:custGeom>
              <a:avLst/>
              <a:gdLst>
                <a:gd name="T0" fmla="*/ 58 w 14"/>
                <a:gd name="T1" fmla="*/ 7 h 10"/>
                <a:gd name="T2" fmla="*/ 41 w 14"/>
                <a:gd name="T3" fmla="*/ 41 h 10"/>
                <a:gd name="T4" fmla="*/ 5 w 14"/>
                <a:gd name="T5" fmla="*/ 52 h 10"/>
                <a:gd name="T6" fmla="*/ 21 w 14"/>
                <a:gd name="T7" fmla="*/ 13 h 10"/>
                <a:gd name="T8" fmla="*/ 58 w 14"/>
                <a:gd name="T9" fmla="*/ 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3" y="1"/>
                  </a:moveTo>
                  <a:cubicBezTo>
                    <a:pt x="14" y="3"/>
                    <a:pt x="12" y="5"/>
                    <a:pt x="9" y="7"/>
                  </a:cubicBezTo>
                  <a:cubicBezTo>
                    <a:pt x="5" y="9"/>
                    <a:pt x="2" y="10"/>
                    <a:pt x="1" y="9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9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2" name="Freeform 1479">
              <a:extLst>
                <a:ext uri="{FF2B5EF4-FFF2-40B4-BE49-F238E27FC236}">
                  <a16:creationId xmlns:a16="http://schemas.microsoft.com/office/drawing/2014/main" id="{1F361422-369B-4753-8749-764C785C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477"/>
              <a:ext cx="17" cy="20"/>
            </a:xfrm>
            <a:custGeom>
              <a:avLst/>
              <a:gdLst>
                <a:gd name="T0" fmla="*/ 44 w 10"/>
                <a:gd name="T1" fmla="*/ 7 h 11"/>
                <a:gd name="T2" fmla="*/ 34 w 10"/>
                <a:gd name="T3" fmla="*/ 44 h 11"/>
                <a:gd name="T4" fmla="*/ 5 w 10"/>
                <a:gd name="T5" fmla="*/ 60 h 11"/>
                <a:gd name="T6" fmla="*/ 15 w 10"/>
                <a:gd name="T7" fmla="*/ 24 h 11"/>
                <a:gd name="T8" fmla="*/ 44 w 10"/>
                <a:gd name="T9" fmla="*/ 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1"/>
                  </a:moveTo>
                  <a:cubicBezTo>
                    <a:pt x="10" y="2"/>
                    <a:pt x="9" y="5"/>
                    <a:pt x="7" y="7"/>
                  </a:cubicBezTo>
                  <a:cubicBezTo>
                    <a:pt x="5" y="10"/>
                    <a:pt x="2" y="11"/>
                    <a:pt x="1" y="10"/>
                  </a:cubicBezTo>
                  <a:cubicBezTo>
                    <a:pt x="0" y="9"/>
                    <a:pt x="1" y="6"/>
                    <a:pt x="3" y="4"/>
                  </a:cubicBezTo>
                  <a:cubicBezTo>
                    <a:pt x="5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3" name="Freeform 1480">
              <a:extLst>
                <a:ext uri="{FF2B5EF4-FFF2-40B4-BE49-F238E27FC236}">
                  <a16:creationId xmlns:a16="http://schemas.microsoft.com/office/drawing/2014/main" id="{E40E4DAB-6DE9-4678-A565-1FA6AFC0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20"/>
              <a:ext cx="15" cy="15"/>
            </a:xfrm>
            <a:custGeom>
              <a:avLst/>
              <a:gdLst>
                <a:gd name="T0" fmla="*/ 37 w 9"/>
                <a:gd name="T1" fmla="*/ 5 h 9"/>
                <a:gd name="T2" fmla="*/ 28 w 9"/>
                <a:gd name="T3" fmla="*/ 28 h 9"/>
                <a:gd name="T4" fmla="*/ 5 w 9"/>
                <a:gd name="T5" fmla="*/ 37 h 9"/>
                <a:gd name="T6" fmla="*/ 13 w 9"/>
                <a:gd name="T7" fmla="*/ 13 h 9"/>
                <a:gd name="T8" fmla="*/ 37 w 9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1"/>
                  </a:moveTo>
                  <a:cubicBezTo>
                    <a:pt x="9" y="1"/>
                    <a:pt x="8" y="4"/>
                    <a:pt x="6" y="6"/>
                  </a:cubicBezTo>
                  <a:cubicBezTo>
                    <a:pt x="4" y="8"/>
                    <a:pt x="2" y="9"/>
                    <a:pt x="1" y="8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4" name="Freeform 1481">
              <a:extLst>
                <a:ext uri="{FF2B5EF4-FFF2-40B4-BE49-F238E27FC236}">
                  <a16:creationId xmlns:a16="http://schemas.microsoft.com/office/drawing/2014/main" id="{D001D6B4-43F5-4378-9114-802DB32A6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94"/>
              <a:ext cx="16" cy="30"/>
            </a:xfrm>
            <a:custGeom>
              <a:avLst/>
              <a:gdLst>
                <a:gd name="T0" fmla="*/ 29 w 10"/>
                <a:gd name="T1" fmla="*/ 7 h 17"/>
                <a:gd name="T2" fmla="*/ 35 w 10"/>
                <a:gd name="T3" fmla="*/ 56 h 17"/>
                <a:gd name="T4" fmla="*/ 13 w 10"/>
                <a:gd name="T5" fmla="*/ 86 h 17"/>
                <a:gd name="T6" fmla="*/ 5 w 10"/>
                <a:gd name="T7" fmla="*/ 37 h 17"/>
                <a:gd name="T8" fmla="*/ 29 w 10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7">
                  <a:moveTo>
                    <a:pt x="7" y="1"/>
                  </a:moveTo>
                  <a:cubicBezTo>
                    <a:pt x="9" y="1"/>
                    <a:pt x="10" y="5"/>
                    <a:pt x="9" y="10"/>
                  </a:cubicBezTo>
                  <a:cubicBezTo>
                    <a:pt x="8" y="14"/>
                    <a:pt x="5" y="17"/>
                    <a:pt x="3" y="16"/>
                  </a:cubicBezTo>
                  <a:cubicBezTo>
                    <a:pt x="0" y="16"/>
                    <a:pt x="0" y="12"/>
                    <a:pt x="1" y="7"/>
                  </a:cubicBezTo>
                  <a:cubicBezTo>
                    <a:pt x="2" y="3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5" name="Freeform 1482">
              <a:extLst>
                <a:ext uri="{FF2B5EF4-FFF2-40B4-BE49-F238E27FC236}">
                  <a16:creationId xmlns:a16="http://schemas.microsoft.com/office/drawing/2014/main" id="{6536D636-673A-4E0F-8252-54F593E7E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978"/>
              <a:ext cx="85" cy="81"/>
            </a:xfrm>
            <a:custGeom>
              <a:avLst/>
              <a:gdLst>
                <a:gd name="T0" fmla="*/ 0 w 51"/>
                <a:gd name="T1" fmla="*/ 58 h 46"/>
                <a:gd name="T2" fmla="*/ 237 w 51"/>
                <a:gd name="T3" fmla="*/ 114 h 46"/>
                <a:gd name="T4" fmla="*/ 0 w 51"/>
                <a:gd name="T5" fmla="*/ 5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6">
                  <a:moveTo>
                    <a:pt x="0" y="11"/>
                  </a:moveTo>
                  <a:cubicBezTo>
                    <a:pt x="0" y="11"/>
                    <a:pt x="9" y="46"/>
                    <a:pt x="51" y="21"/>
                  </a:cubicBezTo>
                  <a:cubicBezTo>
                    <a:pt x="51" y="21"/>
                    <a:pt x="20" y="0"/>
                    <a:pt x="0" y="11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6" name="Freeform 1483">
              <a:extLst>
                <a:ext uri="{FF2B5EF4-FFF2-40B4-BE49-F238E27FC236}">
                  <a16:creationId xmlns:a16="http://schemas.microsoft.com/office/drawing/2014/main" id="{9EC6D25F-8FF1-47E1-B9FD-57AB1F2D9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970"/>
              <a:ext cx="71" cy="54"/>
            </a:xfrm>
            <a:custGeom>
              <a:avLst/>
              <a:gdLst>
                <a:gd name="T0" fmla="*/ 193 w 43"/>
                <a:gd name="T1" fmla="*/ 45 h 30"/>
                <a:gd name="T2" fmla="*/ 0 w 43"/>
                <a:gd name="T3" fmla="*/ 146 h 30"/>
                <a:gd name="T4" fmla="*/ 193 w 43"/>
                <a:gd name="T5" fmla="*/ 4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0">
                  <a:moveTo>
                    <a:pt x="43" y="8"/>
                  </a:moveTo>
                  <a:cubicBezTo>
                    <a:pt x="43" y="8"/>
                    <a:pt x="9" y="0"/>
                    <a:pt x="0" y="25"/>
                  </a:cubicBezTo>
                  <a:cubicBezTo>
                    <a:pt x="0" y="25"/>
                    <a:pt x="35" y="30"/>
                    <a:pt x="43" y="8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7" name="Freeform 1484">
              <a:extLst>
                <a:ext uri="{FF2B5EF4-FFF2-40B4-BE49-F238E27FC236}">
                  <a16:creationId xmlns:a16="http://schemas.microsoft.com/office/drawing/2014/main" id="{6BDDFCF0-9148-4C78-A0B6-4E6FA308F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951"/>
              <a:ext cx="50" cy="42"/>
            </a:xfrm>
            <a:custGeom>
              <a:avLst/>
              <a:gdLst>
                <a:gd name="T0" fmla="*/ 138 w 30"/>
                <a:gd name="T1" fmla="*/ 49 h 24"/>
                <a:gd name="T2" fmla="*/ 0 w 30"/>
                <a:gd name="T3" fmla="*/ 102 h 24"/>
                <a:gd name="T4" fmla="*/ 138 w 30"/>
                <a:gd name="T5" fmla="*/ 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9"/>
                  </a:moveTo>
                  <a:cubicBezTo>
                    <a:pt x="30" y="9"/>
                    <a:pt x="8" y="0"/>
                    <a:pt x="0" y="19"/>
                  </a:cubicBezTo>
                  <a:cubicBezTo>
                    <a:pt x="0" y="19"/>
                    <a:pt x="22" y="24"/>
                    <a:pt x="30" y="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8" name="Freeform 1485">
              <a:extLst>
                <a:ext uri="{FF2B5EF4-FFF2-40B4-BE49-F238E27FC236}">
                  <a16:creationId xmlns:a16="http://schemas.microsoft.com/office/drawing/2014/main" id="{FE729A63-7183-4F75-A1A4-A1E941A6F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939"/>
              <a:ext cx="66" cy="37"/>
            </a:xfrm>
            <a:custGeom>
              <a:avLst/>
              <a:gdLst>
                <a:gd name="T0" fmla="*/ 180 w 40"/>
                <a:gd name="T1" fmla="*/ 44 h 21"/>
                <a:gd name="T2" fmla="*/ 0 w 40"/>
                <a:gd name="T3" fmla="*/ 86 h 21"/>
                <a:gd name="T4" fmla="*/ 180 w 40"/>
                <a:gd name="T5" fmla="*/ 4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1">
                  <a:moveTo>
                    <a:pt x="40" y="8"/>
                  </a:moveTo>
                  <a:cubicBezTo>
                    <a:pt x="40" y="8"/>
                    <a:pt x="14" y="0"/>
                    <a:pt x="0" y="16"/>
                  </a:cubicBezTo>
                  <a:cubicBezTo>
                    <a:pt x="0" y="16"/>
                    <a:pt x="26" y="21"/>
                    <a:pt x="40" y="8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9" name="Freeform 1486">
              <a:extLst>
                <a:ext uri="{FF2B5EF4-FFF2-40B4-BE49-F238E27FC236}">
                  <a16:creationId xmlns:a16="http://schemas.microsoft.com/office/drawing/2014/main" id="{18D484BB-94E6-4096-BC4D-5CD037B8A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988"/>
              <a:ext cx="50" cy="48"/>
            </a:xfrm>
            <a:custGeom>
              <a:avLst/>
              <a:gdLst>
                <a:gd name="T0" fmla="*/ 138 w 30"/>
                <a:gd name="T1" fmla="*/ 89 h 27"/>
                <a:gd name="T2" fmla="*/ 0 w 30"/>
                <a:gd name="T3" fmla="*/ 44 h 27"/>
                <a:gd name="T4" fmla="*/ 138 w 30"/>
                <a:gd name="T5" fmla="*/ 8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7">
                  <a:moveTo>
                    <a:pt x="30" y="16"/>
                  </a:moveTo>
                  <a:cubicBezTo>
                    <a:pt x="30" y="16"/>
                    <a:pt x="17" y="0"/>
                    <a:pt x="0" y="8"/>
                  </a:cubicBezTo>
                  <a:cubicBezTo>
                    <a:pt x="0" y="8"/>
                    <a:pt x="10" y="27"/>
                    <a:pt x="30" y="16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0" name="Freeform 1487">
              <a:extLst>
                <a:ext uri="{FF2B5EF4-FFF2-40B4-BE49-F238E27FC236}">
                  <a16:creationId xmlns:a16="http://schemas.microsoft.com/office/drawing/2014/main" id="{97A0DB0F-879D-40DE-A5E7-15EAC435E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93"/>
              <a:ext cx="51" cy="50"/>
            </a:xfrm>
            <a:custGeom>
              <a:avLst/>
              <a:gdLst>
                <a:gd name="T0" fmla="*/ 138 w 31"/>
                <a:gd name="T1" fmla="*/ 52 h 28"/>
                <a:gd name="T2" fmla="*/ 0 w 31"/>
                <a:gd name="T3" fmla="*/ 68 h 28"/>
                <a:gd name="T4" fmla="*/ 138 w 31"/>
                <a:gd name="T5" fmla="*/ 5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8">
                  <a:moveTo>
                    <a:pt x="31" y="9"/>
                  </a:moveTo>
                  <a:cubicBezTo>
                    <a:pt x="31" y="9"/>
                    <a:pt x="15" y="0"/>
                    <a:pt x="0" y="12"/>
                  </a:cubicBezTo>
                  <a:cubicBezTo>
                    <a:pt x="0" y="12"/>
                    <a:pt x="14" y="28"/>
                    <a:pt x="31" y="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1" name="Freeform 1488">
              <a:extLst>
                <a:ext uri="{FF2B5EF4-FFF2-40B4-BE49-F238E27FC236}">
                  <a16:creationId xmlns:a16="http://schemas.microsoft.com/office/drawing/2014/main" id="{FD9DBB05-D2E0-4F64-8E8F-C403CF8B1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923"/>
              <a:ext cx="80" cy="63"/>
            </a:xfrm>
            <a:custGeom>
              <a:avLst/>
              <a:gdLst>
                <a:gd name="T0" fmla="*/ 0 w 48"/>
                <a:gd name="T1" fmla="*/ 81 h 36"/>
                <a:gd name="T2" fmla="*/ 222 w 48"/>
                <a:gd name="T3" fmla="*/ 114 h 36"/>
                <a:gd name="T4" fmla="*/ 0 w 48"/>
                <a:gd name="T5" fmla="*/ 8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6">
                  <a:moveTo>
                    <a:pt x="0" y="15"/>
                  </a:moveTo>
                  <a:cubicBezTo>
                    <a:pt x="0" y="15"/>
                    <a:pt x="29" y="0"/>
                    <a:pt x="48" y="21"/>
                  </a:cubicBezTo>
                  <a:cubicBezTo>
                    <a:pt x="48" y="21"/>
                    <a:pt x="30" y="36"/>
                    <a:pt x="0" y="1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2" name="Freeform 1489">
              <a:extLst>
                <a:ext uri="{FF2B5EF4-FFF2-40B4-BE49-F238E27FC236}">
                  <a16:creationId xmlns:a16="http://schemas.microsoft.com/office/drawing/2014/main" id="{C6A94A9A-F648-4B69-91C4-9BF7B5C02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958"/>
              <a:ext cx="64" cy="89"/>
            </a:xfrm>
            <a:custGeom>
              <a:avLst/>
              <a:gdLst>
                <a:gd name="T0" fmla="*/ 172 w 39"/>
                <a:gd name="T1" fmla="*/ 142 h 50"/>
                <a:gd name="T2" fmla="*/ 0 w 39"/>
                <a:gd name="T3" fmla="*/ 57 h 50"/>
                <a:gd name="T4" fmla="*/ 172 w 39"/>
                <a:gd name="T5" fmla="*/ 1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39" y="25"/>
                  </a:moveTo>
                  <a:cubicBezTo>
                    <a:pt x="39" y="25"/>
                    <a:pt x="31" y="0"/>
                    <a:pt x="0" y="10"/>
                  </a:cubicBezTo>
                  <a:cubicBezTo>
                    <a:pt x="0" y="10"/>
                    <a:pt x="3" y="50"/>
                    <a:pt x="39" y="2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3" name="Freeform 1490">
              <a:extLst>
                <a:ext uri="{FF2B5EF4-FFF2-40B4-BE49-F238E27FC236}">
                  <a16:creationId xmlns:a16="http://schemas.microsoft.com/office/drawing/2014/main" id="{7EEDDD18-E94F-41B7-BD36-60B5C9DC1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944"/>
              <a:ext cx="45" cy="58"/>
            </a:xfrm>
            <a:custGeom>
              <a:avLst/>
              <a:gdLst>
                <a:gd name="T0" fmla="*/ 0 w 27"/>
                <a:gd name="T1" fmla="*/ 49 h 33"/>
                <a:gd name="T2" fmla="*/ 125 w 27"/>
                <a:gd name="T3" fmla="*/ 98 h 33"/>
                <a:gd name="T4" fmla="*/ 0 w 27"/>
                <a:gd name="T5" fmla="*/ 4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0" y="9"/>
                  </a:moveTo>
                  <a:cubicBezTo>
                    <a:pt x="0" y="9"/>
                    <a:pt x="16" y="0"/>
                    <a:pt x="27" y="18"/>
                  </a:cubicBezTo>
                  <a:cubicBezTo>
                    <a:pt x="27" y="18"/>
                    <a:pt x="14" y="33"/>
                    <a:pt x="0" y="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4" name="Freeform 1491">
              <a:extLst>
                <a:ext uri="{FF2B5EF4-FFF2-40B4-BE49-F238E27FC236}">
                  <a16:creationId xmlns:a16="http://schemas.microsoft.com/office/drawing/2014/main" id="{00FBBA47-DFB4-4F9E-B1BE-D660207B6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986"/>
              <a:ext cx="29" cy="23"/>
            </a:xfrm>
            <a:custGeom>
              <a:avLst/>
              <a:gdLst>
                <a:gd name="T0" fmla="*/ 5 w 17"/>
                <a:gd name="T1" fmla="*/ 50 h 13"/>
                <a:gd name="T2" fmla="*/ 34 w 17"/>
                <a:gd name="T3" fmla="*/ 12 h 13"/>
                <a:gd name="T4" fmla="*/ 78 w 17"/>
                <a:gd name="T5" fmla="*/ 21 h 13"/>
                <a:gd name="T6" fmla="*/ 49 w 17"/>
                <a:gd name="T7" fmla="*/ 60 h 13"/>
                <a:gd name="T8" fmla="*/ 5 w 17"/>
                <a:gd name="T9" fmla="*/ 5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" y="9"/>
                  </a:moveTo>
                  <a:cubicBezTo>
                    <a:pt x="0" y="7"/>
                    <a:pt x="3" y="3"/>
                    <a:pt x="7" y="2"/>
                  </a:cubicBezTo>
                  <a:cubicBezTo>
                    <a:pt x="11" y="0"/>
                    <a:pt x="15" y="1"/>
                    <a:pt x="16" y="4"/>
                  </a:cubicBezTo>
                  <a:cubicBezTo>
                    <a:pt x="17" y="6"/>
                    <a:pt x="14" y="10"/>
                    <a:pt x="10" y="11"/>
                  </a:cubicBezTo>
                  <a:cubicBezTo>
                    <a:pt x="6" y="13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5" name="Freeform 1492">
              <a:extLst>
                <a:ext uri="{FF2B5EF4-FFF2-40B4-BE49-F238E27FC236}">
                  <a16:creationId xmlns:a16="http://schemas.microsoft.com/office/drawing/2014/main" id="{F637FE68-1DB5-41E8-AF65-80DEFBFC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70"/>
              <a:ext cx="17" cy="13"/>
            </a:xfrm>
            <a:custGeom>
              <a:avLst/>
              <a:gdLst>
                <a:gd name="T0" fmla="*/ 0 w 10"/>
                <a:gd name="T1" fmla="*/ 24 h 7"/>
                <a:gd name="T2" fmla="*/ 26 w 10"/>
                <a:gd name="T3" fmla="*/ 0 h 7"/>
                <a:gd name="T4" fmla="*/ 49 w 10"/>
                <a:gd name="T5" fmla="*/ 13 h 7"/>
                <a:gd name="T6" fmla="*/ 29 w 10"/>
                <a:gd name="T7" fmla="*/ 37 h 7"/>
                <a:gd name="T8" fmla="*/ 0 w 10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4"/>
                  </a:moveTo>
                  <a:cubicBezTo>
                    <a:pt x="0" y="3"/>
                    <a:pt x="2" y="1"/>
                    <a:pt x="5" y="0"/>
                  </a:cubicBezTo>
                  <a:cubicBezTo>
                    <a:pt x="7" y="0"/>
                    <a:pt x="10" y="0"/>
                    <a:pt x="10" y="2"/>
                  </a:cubicBezTo>
                  <a:cubicBezTo>
                    <a:pt x="10" y="4"/>
                    <a:pt x="9" y="6"/>
                    <a:pt x="6" y="6"/>
                  </a:cubicBezTo>
                  <a:cubicBezTo>
                    <a:pt x="3" y="7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6" name="Freeform 1493">
              <a:extLst>
                <a:ext uri="{FF2B5EF4-FFF2-40B4-BE49-F238E27FC236}">
                  <a16:creationId xmlns:a16="http://schemas.microsoft.com/office/drawing/2014/main" id="{0C07F021-2602-4CB2-A998-08B5D906A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947"/>
              <a:ext cx="23" cy="16"/>
            </a:xfrm>
            <a:custGeom>
              <a:avLst/>
              <a:gdLst>
                <a:gd name="T0" fmla="*/ 0 w 14"/>
                <a:gd name="T1" fmla="*/ 12 h 9"/>
                <a:gd name="T2" fmla="*/ 35 w 14"/>
                <a:gd name="T3" fmla="*/ 7 h 9"/>
                <a:gd name="T4" fmla="*/ 62 w 14"/>
                <a:gd name="T5" fmla="*/ 36 h 9"/>
                <a:gd name="T6" fmla="*/ 26 w 14"/>
                <a:gd name="T7" fmla="*/ 44 h 9"/>
                <a:gd name="T8" fmla="*/ 0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0" y="2"/>
                  </a:move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4"/>
                    <a:pt x="14" y="6"/>
                  </a:cubicBezTo>
                  <a:cubicBezTo>
                    <a:pt x="13" y="8"/>
                    <a:pt x="10" y="9"/>
                    <a:pt x="6" y="8"/>
                  </a:cubicBezTo>
                  <a:cubicBezTo>
                    <a:pt x="2" y="7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7" name="Freeform 1494">
              <a:extLst>
                <a:ext uri="{FF2B5EF4-FFF2-40B4-BE49-F238E27FC236}">
                  <a16:creationId xmlns:a16="http://schemas.microsoft.com/office/drawing/2014/main" id="{C1794525-3097-4B4C-A890-8E533CA48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962"/>
              <a:ext cx="16" cy="12"/>
            </a:xfrm>
            <a:custGeom>
              <a:avLst/>
              <a:gdLst>
                <a:gd name="T0" fmla="*/ 5 w 10"/>
                <a:gd name="T1" fmla="*/ 5 h 7"/>
                <a:gd name="T2" fmla="*/ 26 w 10"/>
                <a:gd name="T3" fmla="*/ 5 h 7"/>
                <a:gd name="T4" fmla="*/ 35 w 10"/>
                <a:gd name="T5" fmla="*/ 29 h 7"/>
                <a:gd name="T6" fmla="*/ 16 w 10"/>
                <a:gd name="T7" fmla="*/ 26 h 7"/>
                <a:gd name="T8" fmla="*/ 5 w 10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ubicBezTo>
                    <a:pt x="8" y="7"/>
                    <a:pt x="6" y="7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8" name="Freeform 1495">
              <a:extLst>
                <a:ext uri="{FF2B5EF4-FFF2-40B4-BE49-F238E27FC236}">
                  <a16:creationId xmlns:a16="http://schemas.microsoft.com/office/drawing/2014/main" id="{CB24D4C3-C2C9-493A-BA10-89E6FF79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2983"/>
              <a:ext cx="29" cy="23"/>
            </a:xfrm>
            <a:custGeom>
              <a:avLst/>
              <a:gdLst>
                <a:gd name="T0" fmla="*/ 5 w 18"/>
                <a:gd name="T1" fmla="*/ 16 h 13"/>
                <a:gd name="T2" fmla="*/ 47 w 18"/>
                <a:gd name="T3" fmla="*/ 12 h 13"/>
                <a:gd name="T4" fmla="*/ 71 w 18"/>
                <a:gd name="T5" fmla="*/ 50 h 13"/>
                <a:gd name="T6" fmla="*/ 29 w 18"/>
                <a:gd name="T7" fmla="*/ 60 h 13"/>
                <a:gd name="T8" fmla="*/ 5 w 18"/>
                <a:gd name="T9" fmla="*/ 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1" y="3"/>
                  </a:moveTo>
                  <a:cubicBezTo>
                    <a:pt x="2" y="1"/>
                    <a:pt x="7" y="0"/>
                    <a:pt x="11" y="2"/>
                  </a:cubicBezTo>
                  <a:cubicBezTo>
                    <a:pt x="16" y="3"/>
                    <a:pt x="18" y="7"/>
                    <a:pt x="17" y="9"/>
                  </a:cubicBezTo>
                  <a:cubicBezTo>
                    <a:pt x="16" y="12"/>
                    <a:pt x="12" y="13"/>
                    <a:pt x="7" y="11"/>
                  </a:cubicBezTo>
                  <a:cubicBezTo>
                    <a:pt x="3" y="9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9" name="Freeform 1496">
              <a:extLst>
                <a:ext uri="{FF2B5EF4-FFF2-40B4-BE49-F238E27FC236}">
                  <a16:creationId xmlns:a16="http://schemas.microsoft.com/office/drawing/2014/main" id="{72A4D3BD-65C7-4685-80C6-6B06D6CC9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955"/>
              <a:ext cx="22" cy="10"/>
            </a:xfrm>
            <a:custGeom>
              <a:avLst/>
              <a:gdLst>
                <a:gd name="T0" fmla="*/ 0 w 13"/>
                <a:gd name="T1" fmla="*/ 20 h 6"/>
                <a:gd name="T2" fmla="*/ 29 w 13"/>
                <a:gd name="T3" fmla="*/ 5 h 6"/>
                <a:gd name="T4" fmla="*/ 63 w 13"/>
                <a:gd name="T5" fmla="*/ 13 h 6"/>
                <a:gd name="T6" fmla="*/ 34 w 13"/>
                <a:gd name="T7" fmla="*/ 28 h 6"/>
                <a:gd name="T8" fmla="*/ 0 w 13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0" y="2"/>
                    <a:pt x="3" y="1"/>
                    <a:pt x="6" y="1"/>
                  </a:cubicBezTo>
                  <a:cubicBezTo>
                    <a:pt x="10" y="0"/>
                    <a:pt x="13" y="1"/>
                    <a:pt x="13" y="3"/>
                  </a:cubicBezTo>
                  <a:cubicBezTo>
                    <a:pt x="13" y="4"/>
                    <a:pt x="10" y="5"/>
                    <a:pt x="7" y="6"/>
                  </a:cubicBezTo>
                  <a:cubicBezTo>
                    <a:pt x="3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0" name="Freeform 1497">
              <a:extLst>
                <a:ext uri="{FF2B5EF4-FFF2-40B4-BE49-F238E27FC236}">
                  <a16:creationId xmlns:a16="http://schemas.microsoft.com/office/drawing/2014/main" id="{E4B864E5-EC03-4FC1-B450-C17638945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004"/>
              <a:ext cx="38" cy="21"/>
            </a:xfrm>
            <a:custGeom>
              <a:avLst/>
              <a:gdLst>
                <a:gd name="T0" fmla="*/ 0 w 23"/>
                <a:gd name="T1" fmla="*/ 21 h 12"/>
                <a:gd name="T2" fmla="*/ 55 w 23"/>
                <a:gd name="T3" fmla="*/ 7 h 12"/>
                <a:gd name="T4" fmla="*/ 97 w 23"/>
                <a:gd name="T5" fmla="*/ 44 h 12"/>
                <a:gd name="T6" fmla="*/ 50 w 23"/>
                <a:gd name="T7" fmla="*/ 58 h 12"/>
                <a:gd name="T8" fmla="*/ 0 w 2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4"/>
                  </a:moveTo>
                  <a:cubicBezTo>
                    <a:pt x="1" y="1"/>
                    <a:pt x="6" y="0"/>
                    <a:pt x="12" y="1"/>
                  </a:cubicBezTo>
                  <a:cubicBezTo>
                    <a:pt x="18" y="2"/>
                    <a:pt x="23" y="5"/>
                    <a:pt x="22" y="8"/>
                  </a:cubicBezTo>
                  <a:cubicBezTo>
                    <a:pt x="22" y="11"/>
                    <a:pt x="17" y="12"/>
                    <a:pt x="11" y="11"/>
                  </a:cubicBezTo>
                  <a:cubicBezTo>
                    <a:pt x="4" y="10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1" name="Freeform 1498">
              <a:extLst>
                <a:ext uri="{FF2B5EF4-FFF2-40B4-BE49-F238E27FC236}">
                  <a16:creationId xmlns:a16="http://schemas.microsoft.com/office/drawing/2014/main" id="{D62B7829-0ED5-4759-B0B1-147B774E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004"/>
              <a:ext cx="14" cy="11"/>
            </a:xfrm>
            <a:custGeom>
              <a:avLst/>
              <a:gdLst>
                <a:gd name="T0" fmla="*/ 0 w 9"/>
                <a:gd name="T1" fmla="*/ 13 h 6"/>
                <a:gd name="T2" fmla="*/ 19 w 9"/>
                <a:gd name="T3" fmla="*/ 7 h 6"/>
                <a:gd name="T4" fmla="*/ 34 w 9"/>
                <a:gd name="T5" fmla="*/ 24 h 6"/>
                <a:gd name="T6" fmla="*/ 14 w 9"/>
                <a:gd name="T7" fmla="*/ 37 h 6"/>
                <a:gd name="T8" fmla="*/ 0 w 9"/>
                <a:gd name="T9" fmla="*/ 1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8" y="2"/>
                    <a:pt x="9" y="3"/>
                    <a:pt x="9" y="4"/>
                  </a:cubicBezTo>
                  <a:cubicBezTo>
                    <a:pt x="9" y="6"/>
                    <a:pt x="7" y="6"/>
                    <a:pt x="4" y="6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2" name="Freeform 1499">
              <a:extLst>
                <a:ext uri="{FF2B5EF4-FFF2-40B4-BE49-F238E27FC236}">
                  <a16:creationId xmlns:a16="http://schemas.microsoft.com/office/drawing/2014/main" id="{025D234A-D526-4D48-9A74-79D9D5860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3009"/>
              <a:ext cx="17" cy="9"/>
            </a:xfrm>
            <a:custGeom>
              <a:avLst/>
              <a:gdLst>
                <a:gd name="T0" fmla="*/ 0 w 10"/>
                <a:gd name="T1" fmla="*/ 16 h 5"/>
                <a:gd name="T2" fmla="*/ 26 w 10"/>
                <a:gd name="T3" fmla="*/ 0 h 5"/>
                <a:gd name="T4" fmla="*/ 49 w 10"/>
                <a:gd name="T5" fmla="*/ 13 h 5"/>
                <a:gd name="T6" fmla="*/ 26 w 10"/>
                <a:gd name="T7" fmla="*/ 29 h 5"/>
                <a:gd name="T8" fmla="*/ 0 w 10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10" y="1"/>
                    <a:pt x="10" y="2"/>
                  </a:cubicBezTo>
                  <a:cubicBezTo>
                    <a:pt x="10" y="3"/>
                    <a:pt x="8" y="5"/>
                    <a:pt x="5" y="5"/>
                  </a:cubicBezTo>
                  <a:cubicBezTo>
                    <a:pt x="3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3" name="Freeform 1500">
              <a:extLst>
                <a:ext uri="{FF2B5EF4-FFF2-40B4-BE49-F238E27FC236}">
                  <a16:creationId xmlns:a16="http://schemas.microsoft.com/office/drawing/2014/main" id="{7FE25750-3CD2-4B75-B466-9F2B424B1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978"/>
              <a:ext cx="83" cy="81"/>
            </a:xfrm>
            <a:custGeom>
              <a:avLst/>
              <a:gdLst>
                <a:gd name="T0" fmla="*/ 0 w 50"/>
                <a:gd name="T1" fmla="*/ 56 h 46"/>
                <a:gd name="T2" fmla="*/ 229 w 50"/>
                <a:gd name="T3" fmla="*/ 114 h 46"/>
                <a:gd name="T4" fmla="*/ 0 w 50"/>
                <a:gd name="T5" fmla="*/ 5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6">
                  <a:moveTo>
                    <a:pt x="0" y="10"/>
                  </a:moveTo>
                  <a:cubicBezTo>
                    <a:pt x="0" y="10"/>
                    <a:pt x="9" y="46"/>
                    <a:pt x="50" y="21"/>
                  </a:cubicBezTo>
                  <a:cubicBezTo>
                    <a:pt x="50" y="21"/>
                    <a:pt x="20" y="0"/>
                    <a:pt x="0" y="1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4" name="Freeform 1501">
              <a:extLst>
                <a:ext uri="{FF2B5EF4-FFF2-40B4-BE49-F238E27FC236}">
                  <a16:creationId xmlns:a16="http://schemas.microsoft.com/office/drawing/2014/main" id="{4B4E130E-280D-4A94-91C9-77E8C2233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970"/>
              <a:ext cx="73" cy="52"/>
            </a:xfrm>
            <a:custGeom>
              <a:avLst/>
              <a:gdLst>
                <a:gd name="T0" fmla="*/ 201 w 44"/>
                <a:gd name="T1" fmla="*/ 41 h 29"/>
                <a:gd name="T2" fmla="*/ 0 w 44"/>
                <a:gd name="T3" fmla="*/ 145 h 29"/>
                <a:gd name="T4" fmla="*/ 201 w 44"/>
                <a:gd name="T5" fmla="*/ 4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9">
                  <a:moveTo>
                    <a:pt x="44" y="7"/>
                  </a:moveTo>
                  <a:cubicBezTo>
                    <a:pt x="44" y="7"/>
                    <a:pt x="10" y="0"/>
                    <a:pt x="0" y="25"/>
                  </a:cubicBezTo>
                  <a:cubicBezTo>
                    <a:pt x="0" y="25"/>
                    <a:pt x="35" y="29"/>
                    <a:pt x="44" y="7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5" name="Freeform 1502">
              <a:extLst>
                <a:ext uri="{FF2B5EF4-FFF2-40B4-BE49-F238E27FC236}">
                  <a16:creationId xmlns:a16="http://schemas.microsoft.com/office/drawing/2014/main" id="{70A78EE1-3851-4403-9F95-B387F08D9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951"/>
              <a:ext cx="48" cy="42"/>
            </a:xfrm>
            <a:custGeom>
              <a:avLst/>
              <a:gdLst>
                <a:gd name="T0" fmla="*/ 131 w 29"/>
                <a:gd name="T1" fmla="*/ 44 h 24"/>
                <a:gd name="T2" fmla="*/ 0 w 29"/>
                <a:gd name="T3" fmla="*/ 98 h 24"/>
                <a:gd name="T4" fmla="*/ 131 w 29"/>
                <a:gd name="T5" fmla="*/ 4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4">
                  <a:moveTo>
                    <a:pt x="29" y="8"/>
                  </a:moveTo>
                  <a:cubicBezTo>
                    <a:pt x="29" y="8"/>
                    <a:pt x="7" y="0"/>
                    <a:pt x="0" y="18"/>
                  </a:cubicBezTo>
                  <a:cubicBezTo>
                    <a:pt x="0" y="18"/>
                    <a:pt x="22" y="24"/>
                    <a:pt x="29" y="8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6" name="Freeform 1503">
              <a:extLst>
                <a:ext uri="{FF2B5EF4-FFF2-40B4-BE49-F238E27FC236}">
                  <a16:creationId xmlns:a16="http://schemas.microsoft.com/office/drawing/2014/main" id="{5FF3B16E-04E6-4094-B560-96A361742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939"/>
              <a:ext cx="66" cy="37"/>
            </a:xfrm>
            <a:custGeom>
              <a:avLst/>
              <a:gdLst>
                <a:gd name="T0" fmla="*/ 180 w 40"/>
                <a:gd name="T1" fmla="*/ 37 h 21"/>
                <a:gd name="T2" fmla="*/ 0 w 40"/>
                <a:gd name="T3" fmla="*/ 81 h 21"/>
                <a:gd name="T4" fmla="*/ 180 w 40"/>
                <a:gd name="T5" fmla="*/ 3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1">
                  <a:moveTo>
                    <a:pt x="40" y="7"/>
                  </a:moveTo>
                  <a:cubicBezTo>
                    <a:pt x="40" y="7"/>
                    <a:pt x="14" y="0"/>
                    <a:pt x="0" y="15"/>
                  </a:cubicBezTo>
                  <a:cubicBezTo>
                    <a:pt x="0" y="15"/>
                    <a:pt x="26" y="21"/>
                    <a:pt x="40" y="7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7" name="Freeform 1504">
              <a:extLst>
                <a:ext uri="{FF2B5EF4-FFF2-40B4-BE49-F238E27FC236}">
                  <a16:creationId xmlns:a16="http://schemas.microsoft.com/office/drawing/2014/main" id="{33B288EB-62BF-42D6-81D1-C69D39FE1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88"/>
              <a:ext cx="51" cy="48"/>
            </a:xfrm>
            <a:custGeom>
              <a:avLst/>
              <a:gdLst>
                <a:gd name="T0" fmla="*/ 138 w 31"/>
                <a:gd name="T1" fmla="*/ 85 h 27"/>
                <a:gd name="T2" fmla="*/ 0 w 31"/>
                <a:gd name="T3" fmla="*/ 44 h 27"/>
                <a:gd name="T4" fmla="*/ 138 w 31"/>
                <a:gd name="T5" fmla="*/ 8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31" y="15"/>
                  </a:moveTo>
                  <a:cubicBezTo>
                    <a:pt x="31" y="15"/>
                    <a:pt x="18" y="0"/>
                    <a:pt x="0" y="8"/>
                  </a:cubicBezTo>
                  <a:cubicBezTo>
                    <a:pt x="0" y="8"/>
                    <a:pt x="10" y="27"/>
                    <a:pt x="31" y="1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8" name="Freeform 1505">
              <a:extLst>
                <a:ext uri="{FF2B5EF4-FFF2-40B4-BE49-F238E27FC236}">
                  <a16:creationId xmlns:a16="http://schemas.microsoft.com/office/drawing/2014/main" id="{B056B91A-91A1-4F14-943E-E9A75D098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93"/>
              <a:ext cx="50" cy="50"/>
            </a:xfrm>
            <a:custGeom>
              <a:avLst/>
              <a:gdLst>
                <a:gd name="T0" fmla="*/ 138 w 30"/>
                <a:gd name="T1" fmla="*/ 45 h 28"/>
                <a:gd name="T2" fmla="*/ 0 w 30"/>
                <a:gd name="T3" fmla="*/ 68 h 28"/>
                <a:gd name="T4" fmla="*/ 138 w 30"/>
                <a:gd name="T5" fmla="*/ 4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8">
                  <a:moveTo>
                    <a:pt x="30" y="8"/>
                  </a:moveTo>
                  <a:cubicBezTo>
                    <a:pt x="30" y="8"/>
                    <a:pt x="15" y="0"/>
                    <a:pt x="0" y="12"/>
                  </a:cubicBezTo>
                  <a:cubicBezTo>
                    <a:pt x="0" y="12"/>
                    <a:pt x="14" y="28"/>
                    <a:pt x="30" y="8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9" name="Freeform 1506">
              <a:extLst>
                <a:ext uri="{FF2B5EF4-FFF2-40B4-BE49-F238E27FC236}">
                  <a16:creationId xmlns:a16="http://schemas.microsoft.com/office/drawing/2014/main" id="{84A03435-A11A-4669-9638-B303C755F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923"/>
              <a:ext cx="78" cy="62"/>
            </a:xfrm>
            <a:custGeom>
              <a:avLst/>
              <a:gdLst>
                <a:gd name="T0" fmla="*/ 0 w 47"/>
                <a:gd name="T1" fmla="*/ 85 h 35"/>
                <a:gd name="T2" fmla="*/ 214 w 47"/>
                <a:gd name="T3" fmla="*/ 117 h 35"/>
                <a:gd name="T4" fmla="*/ 0 w 47"/>
                <a:gd name="T5" fmla="*/ 8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0" y="15"/>
                  </a:moveTo>
                  <a:cubicBezTo>
                    <a:pt x="0" y="15"/>
                    <a:pt x="28" y="0"/>
                    <a:pt x="47" y="21"/>
                  </a:cubicBezTo>
                  <a:cubicBezTo>
                    <a:pt x="47" y="21"/>
                    <a:pt x="30" y="35"/>
                    <a:pt x="0" y="1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0" name="Freeform 1507">
              <a:extLst>
                <a:ext uri="{FF2B5EF4-FFF2-40B4-BE49-F238E27FC236}">
                  <a16:creationId xmlns:a16="http://schemas.microsoft.com/office/drawing/2014/main" id="{7F0C42CB-6907-448F-8FF4-6F43D98B0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956"/>
              <a:ext cx="63" cy="91"/>
            </a:xfrm>
            <a:custGeom>
              <a:avLst/>
              <a:gdLst>
                <a:gd name="T0" fmla="*/ 172 w 38"/>
                <a:gd name="T1" fmla="*/ 146 h 51"/>
                <a:gd name="T2" fmla="*/ 0 w 38"/>
                <a:gd name="T3" fmla="*/ 64 h 51"/>
                <a:gd name="T4" fmla="*/ 172 w 38"/>
                <a:gd name="T5" fmla="*/ 14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1">
                  <a:moveTo>
                    <a:pt x="38" y="26"/>
                  </a:moveTo>
                  <a:cubicBezTo>
                    <a:pt x="38" y="26"/>
                    <a:pt x="30" y="0"/>
                    <a:pt x="0" y="11"/>
                  </a:cubicBezTo>
                  <a:cubicBezTo>
                    <a:pt x="0" y="11"/>
                    <a:pt x="2" y="51"/>
                    <a:pt x="38" y="26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1" name="Freeform 1508">
              <a:extLst>
                <a:ext uri="{FF2B5EF4-FFF2-40B4-BE49-F238E27FC236}">
                  <a16:creationId xmlns:a16="http://schemas.microsoft.com/office/drawing/2014/main" id="{CAD32B46-0E39-4F1B-B240-7CF34290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944"/>
              <a:ext cx="47" cy="57"/>
            </a:xfrm>
            <a:custGeom>
              <a:avLst/>
              <a:gdLst>
                <a:gd name="T0" fmla="*/ 0 w 28"/>
                <a:gd name="T1" fmla="*/ 52 h 32"/>
                <a:gd name="T2" fmla="*/ 133 w 28"/>
                <a:gd name="T3" fmla="*/ 102 h 32"/>
                <a:gd name="T4" fmla="*/ 0 w 28"/>
                <a:gd name="T5" fmla="*/ 5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0" y="9"/>
                  </a:moveTo>
                  <a:cubicBezTo>
                    <a:pt x="0" y="9"/>
                    <a:pt x="17" y="0"/>
                    <a:pt x="28" y="18"/>
                  </a:cubicBezTo>
                  <a:cubicBezTo>
                    <a:pt x="28" y="18"/>
                    <a:pt x="15" y="32"/>
                    <a:pt x="0" y="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2" name="Freeform 1509">
              <a:extLst>
                <a:ext uri="{FF2B5EF4-FFF2-40B4-BE49-F238E27FC236}">
                  <a16:creationId xmlns:a16="http://schemas.microsoft.com/office/drawing/2014/main" id="{289A86E0-8A95-4F47-9A2D-28949F2E6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962"/>
              <a:ext cx="557" cy="212"/>
            </a:xfrm>
            <a:custGeom>
              <a:avLst/>
              <a:gdLst>
                <a:gd name="T0" fmla="*/ 0 w 336"/>
                <a:gd name="T1" fmla="*/ 208 h 120"/>
                <a:gd name="T2" fmla="*/ 277 w 336"/>
                <a:gd name="T3" fmla="*/ 459 h 120"/>
                <a:gd name="T4" fmla="*/ 719 w 336"/>
                <a:gd name="T5" fmla="*/ 606 h 120"/>
                <a:gd name="T6" fmla="*/ 852 w 336"/>
                <a:gd name="T7" fmla="*/ 562 h 120"/>
                <a:gd name="T8" fmla="*/ 1006 w 336"/>
                <a:gd name="T9" fmla="*/ 574 h 120"/>
                <a:gd name="T10" fmla="*/ 1288 w 336"/>
                <a:gd name="T11" fmla="*/ 415 h 120"/>
                <a:gd name="T12" fmla="*/ 1530 w 336"/>
                <a:gd name="T13" fmla="*/ 187 h 120"/>
                <a:gd name="T14" fmla="*/ 1371 w 336"/>
                <a:gd name="T15" fmla="*/ 200 h 120"/>
                <a:gd name="T16" fmla="*/ 1232 w 336"/>
                <a:gd name="T17" fmla="*/ 187 h 120"/>
                <a:gd name="T18" fmla="*/ 1039 w 336"/>
                <a:gd name="T19" fmla="*/ 94 h 120"/>
                <a:gd name="T20" fmla="*/ 928 w 336"/>
                <a:gd name="T21" fmla="*/ 37 h 120"/>
                <a:gd name="T22" fmla="*/ 728 w 336"/>
                <a:gd name="T23" fmla="*/ 0 h 120"/>
                <a:gd name="T24" fmla="*/ 547 w 336"/>
                <a:gd name="T25" fmla="*/ 37 h 120"/>
                <a:gd name="T26" fmla="*/ 421 w 336"/>
                <a:gd name="T27" fmla="*/ 94 h 120"/>
                <a:gd name="T28" fmla="*/ 214 w 336"/>
                <a:gd name="T29" fmla="*/ 187 h 120"/>
                <a:gd name="T30" fmla="*/ 0 w 336"/>
                <a:gd name="T31" fmla="*/ 208 h 1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6" h="120">
                  <a:moveTo>
                    <a:pt x="0" y="38"/>
                  </a:moveTo>
                  <a:cubicBezTo>
                    <a:pt x="0" y="38"/>
                    <a:pt x="44" y="84"/>
                    <a:pt x="61" y="83"/>
                  </a:cubicBezTo>
                  <a:cubicBezTo>
                    <a:pt x="61" y="83"/>
                    <a:pt x="131" y="120"/>
                    <a:pt x="158" y="110"/>
                  </a:cubicBezTo>
                  <a:cubicBezTo>
                    <a:pt x="158" y="110"/>
                    <a:pt x="184" y="118"/>
                    <a:pt x="187" y="102"/>
                  </a:cubicBezTo>
                  <a:cubicBezTo>
                    <a:pt x="187" y="102"/>
                    <a:pt x="211" y="116"/>
                    <a:pt x="221" y="104"/>
                  </a:cubicBezTo>
                  <a:cubicBezTo>
                    <a:pt x="221" y="104"/>
                    <a:pt x="277" y="93"/>
                    <a:pt x="283" y="75"/>
                  </a:cubicBezTo>
                  <a:cubicBezTo>
                    <a:pt x="283" y="75"/>
                    <a:pt x="323" y="61"/>
                    <a:pt x="336" y="34"/>
                  </a:cubicBezTo>
                  <a:cubicBezTo>
                    <a:pt x="336" y="34"/>
                    <a:pt x="311" y="48"/>
                    <a:pt x="301" y="36"/>
                  </a:cubicBezTo>
                  <a:cubicBezTo>
                    <a:pt x="301" y="36"/>
                    <a:pt x="277" y="46"/>
                    <a:pt x="270" y="34"/>
                  </a:cubicBezTo>
                  <a:cubicBezTo>
                    <a:pt x="270" y="34"/>
                    <a:pt x="236" y="45"/>
                    <a:pt x="228" y="17"/>
                  </a:cubicBezTo>
                  <a:cubicBezTo>
                    <a:pt x="228" y="17"/>
                    <a:pt x="207" y="17"/>
                    <a:pt x="204" y="7"/>
                  </a:cubicBezTo>
                  <a:cubicBezTo>
                    <a:pt x="204" y="7"/>
                    <a:pt x="176" y="14"/>
                    <a:pt x="160" y="0"/>
                  </a:cubicBezTo>
                  <a:cubicBezTo>
                    <a:pt x="160" y="0"/>
                    <a:pt x="141" y="12"/>
                    <a:pt x="120" y="7"/>
                  </a:cubicBezTo>
                  <a:cubicBezTo>
                    <a:pt x="120" y="7"/>
                    <a:pt x="115" y="21"/>
                    <a:pt x="92" y="17"/>
                  </a:cubicBezTo>
                  <a:cubicBezTo>
                    <a:pt x="92" y="17"/>
                    <a:pt x="83" y="35"/>
                    <a:pt x="47" y="34"/>
                  </a:cubicBezTo>
                  <a:cubicBezTo>
                    <a:pt x="47" y="34"/>
                    <a:pt x="28" y="50"/>
                    <a:pt x="0" y="38"/>
                  </a:cubicBezTo>
                  <a:close/>
                </a:path>
              </a:pathLst>
            </a:custGeom>
            <a:solidFill>
              <a:srgbClr val="F6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3" name="Freeform 1510">
              <a:extLst>
                <a:ext uri="{FF2B5EF4-FFF2-40B4-BE49-F238E27FC236}">
                  <a16:creationId xmlns:a16="http://schemas.microsoft.com/office/drawing/2014/main" id="{FA0A6D25-805A-466A-A9A3-32EF72FEDD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8" y="2962"/>
              <a:ext cx="557" cy="212"/>
            </a:xfrm>
            <a:custGeom>
              <a:avLst/>
              <a:gdLst>
                <a:gd name="T0" fmla="*/ 1371 w 336"/>
                <a:gd name="T1" fmla="*/ 200 h 120"/>
                <a:gd name="T2" fmla="*/ 1232 w 336"/>
                <a:gd name="T3" fmla="*/ 187 h 120"/>
                <a:gd name="T4" fmla="*/ 1039 w 336"/>
                <a:gd name="T5" fmla="*/ 94 h 120"/>
                <a:gd name="T6" fmla="*/ 928 w 336"/>
                <a:gd name="T7" fmla="*/ 37 h 120"/>
                <a:gd name="T8" fmla="*/ 728 w 336"/>
                <a:gd name="T9" fmla="*/ 0 h 120"/>
                <a:gd name="T10" fmla="*/ 547 w 336"/>
                <a:gd name="T11" fmla="*/ 37 h 120"/>
                <a:gd name="T12" fmla="*/ 421 w 336"/>
                <a:gd name="T13" fmla="*/ 94 h 120"/>
                <a:gd name="T14" fmla="*/ 214 w 336"/>
                <a:gd name="T15" fmla="*/ 187 h 120"/>
                <a:gd name="T16" fmla="*/ 0 w 336"/>
                <a:gd name="T17" fmla="*/ 208 h 120"/>
                <a:gd name="T18" fmla="*/ 277 w 336"/>
                <a:gd name="T19" fmla="*/ 459 h 120"/>
                <a:gd name="T20" fmla="*/ 719 w 336"/>
                <a:gd name="T21" fmla="*/ 606 h 120"/>
                <a:gd name="T22" fmla="*/ 857 w 336"/>
                <a:gd name="T23" fmla="*/ 562 h 120"/>
                <a:gd name="T24" fmla="*/ 1006 w 336"/>
                <a:gd name="T25" fmla="*/ 574 h 120"/>
                <a:gd name="T26" fmla="*/ 1288 w 336"/>
                <a:gd name="T27" fmla="*/ 415 h 120"/>
                <a:gd name="T28" fmla="*/ 1530 w 336"/>
                <a:gd name="T29" fmla="*/ 187 h 120"/>
                <a:gd name="T30" fmla="*/ 1371 w 336"/>
                <a:gd name="T31" fmla="*/ 200 h 120"/>
                <a:gd name="T32" fmla="*/ 1121 w 336"/>
                <a:gd name="T33" fmla="*/ 452 h 120"/>
                <a:gd name="T34" fmla="*/ 852 w 336"/>
                <a:gd name="T35" fmla="*/ 475 h 120"/>
                <a:gd name="T36" fmla="*/ 618 w 336"/>
                <a:gd name="T37" fmla="*/ 502 h 120"/>
                <a:gd name="T38" fmla="*/ 381 w 336"/>
                <a:gd name="T39" fmla="*/ 346 h 120"/>
                <a:gd name="T40" fmla="*/ 582 w 336"/>
                <a:gd name="T41" fmla="*/ 221 h 120"/>
                <a:gd name="T42" fmla="*/ 831 w 336"/>
                <a:gd name="T43" fmla="*/ 187 h 120"/>
                <a:gd name="T44" fmla="*/ 957 w 336"/>
                <a:gd name="T45" fmla="*/ 253 h 120"/>
                <a:gd name="T46" fmla="*/ 1033 w 336"/>
                <a:gd name="T47" fmla="*/ 272 h 120"/>
                <a:gd name="T48" fmla="*/ 1073 w 336"/>
                <a:gd name="T49" fmla="*/ 272 h 120"/>
                <a:gd name="T50" fmla="*/ 1184 w 336"/>
                <a:gd name="T51" fmla="*/ 309 h 120"/>
                <a:gd name="T52" fmla="*/ 1121 w 336"/>
                <a:gd name="T53" fmla="*/ 452 h 1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6" h="120">
                  <a:moveTo>
                    <a:pt x="301" y="36"/>
                  </a:moveTo>
                  <a:cubicBezTo>
                    <a:pt x="301" y="36"/>
                    <a:pt x="277" y="46"/>
                    <a:pt x="270" y="34"/>
                  </a:cubicBezTo>
                  <a:cubicBezTo>
                    <a:pt x="270" y="34"/>
                    <a:pt x="236" y="45"/>
                    <a:pt x="228" y="17"/>
                  </a:cubicBezTo>
                  <a:cubicBezTo>
                    <a:pt x="228" y="17"/>
                    <a:pt x="208" y="17"/>
                    <a:pt x="204" y="7"/>
                  </a:cubicBezTo>
                  <a:cubicBezTo>
                    <a:pt x="204" y="7"/>
                    <a:pt x="176" y="14"/>
                    <a:pt x="160" y="0"/>
                  </a:cubicBezTo>
                  <a:cubicBezTo>
                    <a:pt x="160" y="0"/>
                    <a:pt x="141" y="12"/>
                    <a:pt x="120" y="7"/>
                  </a:cubicBezTo>
                  <a:cubicBezTo>
                    <a:pt x="120" y="7"/>
                    <a:pt x="115" y="21"/>
                    <a:pt x="92" y="17"/>
                  </a:cubicBezTo>
                  <a:cubicBezTo>
                    <a:pt x="92" y="17"/>
                    <a:pt x="83" y="35"/>
                    <a:pt x="47" y="34"/>
                  </a:cubicBezTo>
                  <a:cubicBezTo>
                    <a:pt x="47" y="34"/>
                    <a:pt x="28" y="50"/>
                    <a:pt x="0" y="38"/>
                  </a:cubicBezTo>
                  <a:cubicBezTo>
                    <a:pt x="0" y="38"/>
                    <a:pt x="44" y="84"/>
                    <a:pt x="61" y="83"/>
                  </a:cubicBezTo>
                  <a:cubicBezTo>
                    <a:pt x="61" y="83"/>
                    <a:pt x="131" y="120"/>
                    <a:pt x="158" y="110"/>
                  </a:cubicBezTo>
                  <a:cubicBezTo>
                    <a:pt x="158" y="110"/>
                    <a:pt x="184" y="118"/>
                    <a:pt x="188" y="102"/>
                  </a:cubicBezTo>
                  <a:cubicBezTo>
                    <a:pt x="188" y="102"/>
                    <a:pt x="211" y="116"/>
                    <a:pt x="221" y="104"/>
                  </a:cubicBezTo>
                  <a:cubicBezTo>
                    <a:pt x="221" y="104"/>
                    <a:pt x="277" y="93"/>
                    <a:pt x="283" y="75"/>
                  </a:cubicBezTo>
                  <a:cubicBezTo>
                    <a:pt x="283" y="75"/>
                    <a:pt x="324" y="61"/>
                    <a:pt x="336" y="34"/>
                  </a:cubicBezTo>
                  <a:cubicBezTo>
                    <a:pt x="336" y="34"/>
                    <a:pt x="312" y="48"/>
                    <a:pt x="301" y="36"/>
                  </a:cubicBezTo>
                  <a:close/>
                  <a:moveTo>
                    <a:pt x="246" y="82"/>
                  </a:moveTo>
                  <a:cubicBezTo>
                    <a:pt x="225" y="93"/>
                    <a:pt x="209" y="88"/>
                    <a:pt x="187" y="86"/>
                  </a:cubicBezTo>
                  <a:cubicBezTo>
                    <a:pt x="170" y="85"/>
                    <a:pt x="154" y="92"/>
                    <a:pt x="136" y="91"/>
                  </a:cubicBezTo>
                  <a:cubicBezTo>
                    <a:pt x="121" y="91"/>
                    <a:pt x="88" y="81"/>
                    <a:pt x="84" y="63"/>
                  </a:cubicBezTo>
                  <a:cubicBezTo>
                    <a:pt x="79" y="41"/>
                    <a:pt x="114" y="42"/>
                    <a:pt x="128" y="40"/>
                  </a:cubicBezTo>
                  <a:cubicBezTo>
                    <a:pt x="147" y="38"/>
                    <a:pt x="162" y="28"/>
                    <a:pt x="182" y="34"/>
                  </a:cubicBezTo>
                  <a:cubicBezTo>
                    <a:pt x="192" y="37"/>
                    <a:pt x="201" y="42"/>
                    <a:pt x="210" y="46"/>
                  </a:cubicBezTo>
                  <a:cubicBezTo>
                    <a:pt x="216" y="48"/>
                    <a:pt x="222" y="48"/>
                    <a:pt x="227" y="49"/>
                  </a:cubicBezTo>
                  <a:cubicBezTo>
                    <a:pt x="235" y="49"/>
                    <a:pt x="235" y="49"/>
                    <a:pt x="235" y="49"/>
                  </a:cubicBezTo>
                  <a:cubicBezTo>
                    <a:pt x="244" y="52"/>
                    <a:pt x="252" y="49"/>
                    <a:pt x="260" y="56"/>
                  </a:cubicBezTo>
                  <a:cubicBezTo>
                    <a:pt x="274" y="67"/>
                    <a:pt x="256" y="77"/>
                    <a:pt x="246" y="82"/>
                  </a:cubicBezTo>
                  <a:close/>
                </a:path>
              </a:pathLst>
            </a:custGeom>
            <a:solidFill>
              <a:srgbClr val="F4C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4" name="Freeform 1511">
              <a:extLst>
                <a:ext uri="{FF2B5EF4-FFF2-40B4-BE49-F238E27FC236}">
                  <a16:creationId xmlns:a16="http://schemas.microsoft.com/office/drawing/2014/main" id="{05E59B3E-1532-4196-813B-21E7DD9F5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050"/>
              <a:ext cx="73" cy="53"/>
            </a:xfrm>
            <a:custGeom>
              <a:avLst/>
              <a:gdLst>
                <a:gd name="T0" fmla="*/ 113 w 44"/>
                <a:gd name="T1" fmla="*/ 0 h 30"/>
                <a:gd name="T2" fmla="*/ 41 w 44"/>
                <a:gd name="T3" fmla="*/ 87 h 30"/>
                <a:gd name="T4" fmla="*/ 68 w 44"/>
                <a:gd name="T5" fmla="*/ 110 h 30"/>
                <a:gd name="T6" fmla="*/ 96 w 44"/>
                <a:gd name="T7" fmla="*/ 138 h 30"/>
                <a:gd name="T8" fmla="*/ 166 w 44"/>
                <a:gd name="T9" fmla="*/ 122 h 30"/>
                <a:gd name="T10" fmla="*/ 187 w 44"/>
                <a:gd name="T11" fmla="*/ 44 h 30"/>
                <a:gd name="T12" fmla="*/ 151 w 44"/>
                <a:gd name="T13" fmla="*/ 34 h 30"/>
                <a:gd name="T14" fmla="*/ 126 w 44"/>
                <a:gd name="T15" fmla="*/ 21 h 30"/>
                <a:gd name="T16" fmla="*/ 110 w 44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0">
                  <a:moveTo>
                    <a:pt x="25" y="0"/>
                  </a:moveTo>
                  <a:cubicBezTo>
                    <a:pt x="18" y="0"/>
                    <a:pt x="0" y="6"/>
                    <a:pt x="9" y="16"/>
                  </a:cubicBezTo>
                  <a:cubicBezTo>
                    <a:pt x="10" y="17"/>
                    <a:pt x="13" y="19"/>
                    <a:pt x="15" y="20"/>
                  </a:cubicBezTo>
                  <a:cubicBezTo>
                    <a:pt x="17" y="22"/>
                    <a:pt x="19" y="24"/>
                    <a:pt x="21" y="25"/>
                  </a:cubicBezTo>
                  <a:cubicBezTo>
                    <a:pt x="27" y="30"/>
                    <a:pt x="31" y="28"/>
                    <a:pt x="36" y="22"/>
                  </a:cubicBezTo>
                  <a:cubicBezTo>
                    <a:pt x="38" y="20"/>
                    <a:pt x="44" y="12"/>
                    <a:pt x="41" y="8"/>
                  </a:cubicBezTo>
                  <a:cubicBezTo>
                    <a:pt x="40" y="5"/>
                    <a:pt x="36" y="6"/>
                    <a:pt x="33" y="6"/>
                  </a:cubicBezTo>
                  <a:cubicBezTo>
                    <a:pt x="30" y="5"/>
                    <a:pt x="30" y="5"/>
                    <a:pt x="28" y="4"/>
                  </a:cubicBezTo>
                  <a:cubicBezTo>
                    <a:pt x="26" y="2"/>
                    <a:pt x="27" y="0"/>
                    <a:pt x="24" y="0"/>
                  </a:cubicBezTo>
                </a:path>
              </a:pathLst>
            </a:custGeom>
            <a:solidFill>
              <a:srgbClr val="F5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5" name="Freeform 1512">
              <a:extLst>
                <a:ext uri="{FF2B5EF4-FFF2-40B4-BE49-F238E27FC236}">
                  <a16:creationId xmlns:a16="http://schemas.microsoft.com/office/drawing/2014/main" id="{62B62A48-548B-45A3-8AAD-23647F7B8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025"/>
              <a:ext cx="76" cy="53"/>
            </a:xfrm>
            <a:custGeom>
              <a:avLst/>
              <a:gdLst>
                <a:gd name="T0" fmla="*/ 208 w 46"/>
                <a:gd name="T1" fmla="*/ 0 h 30"/>
                <a:gd name="T2" fmla="*/ 76 w 46"/>
                <a:gd name="T3" fmla="*/ 37 h 30"/>
                <a:gd name="T4" fmla="*/ 0 w 46"/>
                <a:gd name="T5" fmla="*/ 16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0">
                  <a:moveTo>
                    <a:pt x="46" y="0"/>
                  </a:moveTo>
                  <a:cubicBezTo>
                    <a:pt x="35" y="0"/>
                    <a:pt x="25" y="1"/>
                    <a:pt x="17" y="7"/>
                  </a:cubicBezTo>
                  <a:cubicBezTo>
                    <a:pt x="7" y="14"/>
                    <a:pt x="4" y="19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6" name="Freeform 1513">
              <a:extLst>
                <a:ext uri="{FF2B5EF4-FFF2-40B4-BE49-F238E27FC236}">
                  <a16:creationId xmlns:a16="http://schemas.microsoft.com/office/drawing/2014/main" id="{AC1F81F1-B921-4325-964E-187D705E1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3047"/>
              <a:ext cx="70" cy="8"/>
            </a:xfrm>
            <a:custGeom>
              <a:avLst/>
              <a:gdLst>
                <a:gd name="T0" fmla="*/ 0 w 42"/>
                <a:gd name="T1" fmla="*/ 21 h 5"/>
                <a:gd name="T2" fmla="*/ 195 w 42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">
                  <a:moveTo>
                    <a:pt x="0" y="5"/>
                  </a:moveTo>
                  <a:cubicBezTo>
                    <a:pt x="14" y="2"/>
                    <a:pt x="28" y="0"/>
                    <a:pt x="42" y="5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7" name="Freeform 1514">
              <a:extLst>
                <a:ext uri="{FF2B5EF4-FFF2-40B4-BE49-F238E27FC236}">
                  <a16:creationId xmlns:a16="http://schemas.microsoft.com/office/drawing/2014/main" id="{6381E254-5FDF-43BF-A7E1-7E5C0A6B4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3045"/>
              <a:ext cx="20" cy="35"/>
            </a:xfrm>
            <a:custGeom>
              <a:avLst/>
              <a:gdLst>
                <a:gd name="T0" fmla="*/ 0 w 12"/>
                <a:gd name="T1" fmla="*/ 0 h 20"/>
                <a:gd name="T2" fmla="*/ 55 w 12"/>
                <a:gd name="T3" fmla="*/ 10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9" y="3"/>
                    <a:pt x="12" y="10"/>
                    <a:pt x="12" y="2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8" name="Freeform 1515">
              <a:extLst>
                <a:ext uri="{FF2B5EF4-FFF2-40B4-BE49-F238E27FC236}">
                  <a16:creationId xmlns:a16="http://schemas.microsoft.com/office/drawing/2014/main" id="{845510D3-2609-4189-BA6F-3E676A27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057"/>
              <a:ext cx="36" cy="9"/>
            </a:xfrm>
            <a:custGeom>
              <a:avLst/>
              <a:gdLst>
                <a:gd name="T0" fmla="*/ 97 w 22"/>
                <a:gd name="T1" fmla="*/ 13 h 5"/>
                <a:gd name="T2" fmla="*/ 0 w 2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22" y="2"/>
                  </a:moveTo>
                  <a:cubicBezTo>
                    <a:pt x="17" y="0"/>
                    <a:pt x="5" y="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9" name="Freeform 1516">
              <a:extLst>
                <a:ext uri="{FF2B5EF4-FFF2-40B4-BE49-F238E27FC236}">
                  <a16:creationId xmlns:a16="http://schemas.microsoft.com/office/drawing/2014/main" id="{6E2869C5-957E-43B3-9490-0B18661D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3004"/>
              <a:ext cx="68" cy="28"/>
            </a:xfrm>
            <a:custGeom>
              <a:avLst/>
              <a:gdLst>
                <a:gd name="T0" fmla="*/ 0 w 41"/>
                <a:gd name="T1" fmla="*/ 7 h 16"/>
                <a:gd name="T2" fmla="*/ 118 w 41"/>
                <a:gd name="T3" fmla="*/ 16 h 16"/>
                <a:gd name="T4" fmla="*/ 187 w 41"/>
                <a:gd name="T5" fmla="*/ 8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0" y="1"/>
                  </a:moveTo>
                  <a:cubicBezTo>
                    <a:pt x="8" y="2"/>
                    <a:pt x="18" y="0"/>
                    <a:pt x="26" y="3"/>
                  </a:cubicBezTo>
                  <a:cubicBezTo>
                    <a:pt x="33" y="6"/>
                    <a:pt x="36" y="12"/>
                    <a:pt x="41" y="16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0" name="Freeform 1517">
              <a:extLst>
                <a:ext uri="{FF2B5EF4-FFF2-40B4-BE49-F238E27FC236}">
                  <a16:creationId xmlns:a16="http://schemas.microsoft.com/office/drawing/2014/main" id="{8FCABB5D-2F35-4F39-86D3-0477C701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999"/>
              <a:ext cx="48" cy="14"/>
            </a:xfrm>
            <a:custGeom>
              <a:avLst/>
              <a:gdLst>
                <a:gd name="T0" fmla="*/ 131 w 29"/>
                <a:gd name="T1" fmla="*/ 37 h 8"/>
                <a:gd name="T2" fmla="*/ 0 w 29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">
                  <a:moveTo>
                    <a:pt x="29" y="7"/>
                  </a:moveTo>
                  <a:cubicBezTo>
                    <a:pt x="22" y="5"/>
                    <a:pt x="5" y="0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1" name="Freeform 1518">
              <a:extLst>
                <a:ext uri="{FF2B5EF4-FFF2-40B4-BE49-F238E27FC236}">
                  <a16:creationId xmlns:a16="http://schemas.microsoft.com/office/drawing/2014/main" id="{147B4526-0501-4E00-8DFD-8F1ED22D2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124"/>
              <a:ext cx="58" cy="16"/>
            </a:xfrm>
            <a:custGeom>
              <a:avLst/>
              <a:gdLst>
                <a:gd name="T0" fmla="*/ 0 w 35"/>
                <a:gd name="T1" fmla="*/ 28 h 9"/>
                <a:gd name="T2" fmla="*/ 104 w 35"/>
                <a:gd name="T3" fmla="*/ 50 h 9"/>
                <a:gd name="T4" fmla="*/ 159 w 3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0" y="5"/>
                  </a:moveTo>
                  <a:cubicBezTo>
                    <a:pt x="8" y="8"/>
                    <a:pt x="15" y="8"/>
                    <a:pt x="23" y="9"/>
                  </a:cubicBezTo>
                  <a:cubicBezTo>
                    <a:pt x="31" y="9"/>
                    <a:pt x="33" y="7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2" name="Freeform 1519">
              <a:extLst>
                <a:ext uri="{FF2B5EF4-FFF2-40B4-BE49-F238E27FC236}">
                  <a16:creationId xmlns:a16="http://schemas.microsoft.com/office/drawing/2014/main" id="{2CC92CC7-B332-4FAD-AEEC-D73FD949A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3140"/>
              <a:ext cx="40" cy="13"/>
            </a:xfrm>
            <a:custGeom>
              <a:avLst/>
              <a:gdLst>
                <a:gd name="T0" fmla="*/ 0 w 24"/>
                <a:gd name="T1" fmla="*/ 13 h 7"/>
                <a:gd name="T2" fmla="*/ 78 w 24"/>
                <a:gd name="T3" fmla="*/ 37 h 7"/>
                <a:gd name="T4" fmla="*/ 112 w 2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">
                  <a:moveTo>
                    <a:pt x="0" y="2"/>
                  </a:moveTo>
                  <a:cubicBezTo>
                    <a:pt x="0" y="1"/>
                    <a:pt x="14" y="7"/>
                    <a:pt x="17" y="6"/>
                  </a:cubicBezTo>
                  <a:cubicBezTo>
                    <a:pt x="21" y="6"/>
                    <a:pt x="22" y="2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3" name="Freeform 1520">
              <a:extLst>
                <a:ext uri="{FF2B5EF4-FFF2-40B4-BE49-F238E27FC236}">
                  <a16:creationId xmlns:a16="http://schemas.microsoft.com/office/drawing/2014/main" id="{61E0A2D0-40FD-466B-B234-8721929E5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3045"/>
              <a:ext cx="21" cy="23"/>
            </a:xfrm>
            <a:custGeom>
              <a:avLst/>
              <a:gdLst>
                <a:gd name="T0" fmla="*/ 0 w 13"/>
                <a:gd name="T1" fmla="*/ 0 h 13"/>
                <a:gd name="T2" fmla="*/ 39 w 13"/>
                <a:gd name="T3" fmla="*/ 60 h 13"/>
                <a:gd name="T4" fmla="*/ 55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2" y="2"/>
                    <a:pt x="5" y="13"/>
                    <a:pt x="9" y="11"/>
                  </a:cubicBezTo>
                  <a:cubicBezTo>
                    <a:pt x="11" y="10"/>
                    <a:pt x="12" y="2"/>
                    <a:pt x="13" y="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4" name="Freeform 1521">
              <a:extLst>
                <a:ext uri="{FF2B5EF4-FFF2-40B4-BE49-F238E27FC236}">
                  <a16:creationId xmlns:a16="http://schemas.microsoft.com/office/drawing/2014/main" id="{49AA35FE-6F3C-4C37-B4DC-B577D1A60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3013"/>
              <a:ext cx="25" cy="21"/>
            </a:xfrm>
            <a:custGeom>
              <a:avLst/>
              <a:gdLst>
                <a:gd name="T0" fmla="*/ 28 w 15"/>
                <a:gd name="T1" fmla="*/ 65 h 12"/>
                <a:gd name="T2" fmla="*/ 70 w 15"/>
                <a:gd name="T3" fmla="*/ 5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6" y="12"/>
                  </a:moveTo>
                  <a:cubicBezTo>
                    <a:pt x="0" y="1"/>
                    <a:pt x="14" y="0"/>
                    <a:pt x="15" y="1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5" name="Freeform 1522">
              <a:extLst>
                <a:ext uri="{FF2B5EF4-FFF2-40B4-BE49-F238E27FC236}">
                  <a16:creationId xmlns:a16="http://schemas.microsoft.com/office/drawing/2014/main" id="{19BCA59D-622A-4A5F-8C64-6E49B4C45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997"/>
              <a:ext cx="15" cy="18"/>
            </a:xfrm>
            <a:custGeom>
              <a:avLst/>
              <a:gdLst>
                <a:gd name="T0" fmla="*/ 0 w 9"/>
                <a:gd name="T1" fmla="*/ 13 h 10"/>
                <a:gd name="T2" fmla="*/ 13 w 9"/>
                <a:gd name="T3" fmla="*/ 52 h 10"/>
                <a:gd name="T4" fmla="*/ 4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0" y="4"/>
                    <a:pt x="0" y="9"/>
                    <a:pt x="3" y="9"/>
                  </a:cubicBezTo>
                  <a:cubicBezTo>
                    <a:pt x="6" y="10"/>
                    <a:pt x="8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6" name="Freeform 1523">
              <a:extLst>
                <a:ext uri="{FF2B5EF4-FFF2-40B4-BE49-F238E27FC236}">
                  <a16:creationId xmlns:a16="http://schemas.microsoft.com/office/drawing/2014/main" id="{5B9F2D05-1B42-4346-9A0C-A66A671F0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3002"/>
              <a:ext cx="17" cy="18"/>
            </a:xfrm>
            <a:custGeom>
              <a:avLst/>
              <a:gdLst>
                <a:gd name="T0" fmla="*/ 0 w 10"/>
                <a:gd name="T1" fmla="*/ 45 h 10"/>
                <a:gd name="T2" fmla="*/ 26 w 10"/>
                <a:gd name="T3" fmla="*/ 0 h 10"/>
                <a:gd name="T4" fmla="*/ 49 w 10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8"/>
                  </a:moveTo>
                  <a:cubicBezTo>
                    <a:pt x="0" y="5"/>
                    <a:pt x="2" y="0"/>
                    <a:pt x="5" y="0"/>
                  </a:cubicBezTo>
                  <a:cubicBezTo>
                    <a:pt x="10" y="0"/>
                    <a:pt x="10" y="6"/>
                    <a:pt x="10" y="1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7" name="Freeform 1524">
              <a:extLst>
                <a:ext uri="{FF2B5EF4-FFF2-40B4-BE49-F238E27FC236}">
                  <a16:creationId xmlns:a16="http://schemas.microsoft.com/office/drawing/2014/main" id="{6A114E98-81D4-499A-9012-6A5D2F8B9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041"/>
              <a:ext cx="12" cy="13"/>
            </a:xfrm>
            <a:custGeom>
              <a:avLst/>
              <a:gdLst>
                <a:gd name="T0" fmla="*/ 0 w 7"/>
                <a:gd name="T1" fmla="*/ 45 h 7"/>
                <a:gd name="T2" fmla="*/ 3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5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8" name="Freeform 1525">
              <a:extLst>
                <a:ext uri="{FF2B5EF4-FFF2-40B4-BE49-F238E27FC236}">
                  <a16:creationId xmlns:a16="http://schemas.microsoft.com/office/drawing/2014/main" id="{0023E638-E7DE-436E-9C19-211966132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052"/>
              <a:ext cx="15" cy="18"/>
            </a:xfrm>
            <a:custGeom>
              <a:avLst/>
              <a:gdLst>
                <a:gd name="T0" fmla="*/ 0 w 9"/>
                <a:gd name="T1" fmla="*/ 0 h 10"/>
                <a:gd name="T2" fmla="*/ 22 w 9"/>
                <a:gd name="T3" fmla="*/ 52 h 10"/>
                <a:gd name="T4" fmla="*/ 37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3"/>
                    <a:pt x="1" y="8"/>
                    <a:pt x="5" y="9"/>
                  </a:cubicBezTo>
                  <a:cubicBezTo>
                    <a:pt x="9" y="10"/>
                    <a:pt x="7" y="2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9" name="Freeform 1526">
              <a:extLst>
                <a:ext uri="{FF2B5EF4-FFF2-40B4-BE49-F238E27FC236}">
                  <a16:creationId xmlns:a16="http://schemas.microsoft.com/office/drawing/2014/main" id="{46A0A8F2-4F34-4883-945E-25176EBD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142"/>
              <a:ext cx="3" cy="9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1"/>
                    <a:pt x="1" y="3"/>
                    <a:pt x="0" y="5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0" name="Freeform 1527">
              <a:extLst>
                <a:ext uri="{FF2B5EF4-FFF2-40B4-BE49-F238E27FC236}">
                  <a16:creationId xmlns:a16="http://schemas.microsoft.com/office/drawing/2014/main" id="{0BED5F45-90D3-4DFD-B384-36E794AAE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130"/>
              <a:ext cx="23" cy="19"/>
            </a:xfrm>
            <a:custGeom>
              <a:avLst/>
              <a:gdLst>
                <a:gd name="T0" fmla="*/ 0 w 14"/>
                <a:gd name="T1" fmla="*/ 5 h 11"/>
                <a:gd name="T2" fmla="*/ 54 w 14"/>
                <a:gd name="T3" fmla="*/ 36 h 11"/>
                <a:gd name="T4" fmla="*/ 26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1"/>
                  </a:moveTo>
                  <a:cubicBezTo>
                    <a:pt x="1" y="3"/>
                    <a:pt x="9" y="11"/>
                    <a:pt x="12" y="7"/>
                  </a:cubicBezTo>
                  <a:cubicBezTo>
                    <a:pt x="14" y="4"/>
                    <a:pt x="8" y="1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1" name="Freeform 1528">
              <a:extLst>
                <a:ext uri="{FF2B5EF4-FFF2-40B4-BE49-F238E27FC236}">
                  <a16:creationId xmlns:a16="http://schemas.microsoft.com/office/drawing/2014/main" id="{B3DF422A-5C96-4103-B256-585C1C0F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962"/>
              <a:ext cx="557" cy="210"/>
            </a:xfrm>
            <a:custGeom>
              <a:avLst/>
              <a:gdLst>
                <a:gd name="T0" fmla="*/ 0 w 336"/>
                <a:gd name="T1" fmla="*/ 208 h 119"/>
                <a:gd name="T2" fmla="*/ 277 w 336"/>
                <a:gd name="T3" fmla="*/ 452 h 119"/>
                <a:gd name="T4" fmla="*/ 719 w 336"/>
                <a:gd name="T5" fmla="*/ 604 h 119"/>
                <a:gd name="T6" fmla="*/ 857 w 336"/>
                <a:gd name="T7" fmla="*/ 561 h 119"/>
                <a:gd name="T8" fmla="*/ 1006 w 336"/>
                <a:gd name="T9" fmla="*/ 566 h 119"/>
                <a:gd name="T10" fmla="*/ 1295 w 336"/>
                <a:gd name="T11" fmla="*/ 408 h 119"/>
                <a:gd name="T12" fmla="*/ 1530 w 336"/>
                <a:gd name="T13" fmla="*/ 187 h 119"/>
                <a:gd name="T14" fmla="*/ 1378 w 336"/>
                <a:gd name="T15" fmla="*/ 199 h 119"/>
                <a:gd name="T16" fmla="*/ 1233 w 336"/>
                <a:gd name="T17" fmla="*/ 180 h 119"/>
                <a:gd name="T18" fmla="*/ 1039 w 336"/>
                <a:gd name="T19" fmla="*/ 94 h 119"/>
                <a:gd name="T20" fmla="*/ 928 w 336"/>
                <a:gd name="T21" fmla="*/ 37 h 119"/>
                <a:gd name="T22" fmla="*/ 728 w 336"/>
                <a:gd name="T23" fmla="*/ 0 h 119"/>
                <a:gd name="T24" fmla="*/ 547 w 336"/>
                <a:gd name="T25" fmla="*/ 34 h 119"/>
                <a:gd name="T26" fmla="*/ 423 w 336"/>
                <a:gd name="T27" fmla="*/ 94 h 119"/>
                <a:gd name="T28" fmla="*/ 220 w 336"/>
                <a:gd name="T29" fmla="*/ 180 h 119"/>
                <a:gd name="T30" fmla="*/ 0 w 336"/>
                <a:gd name="T31" fmla="*/ 208 h 1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6" h="119">
                  <a:moveTo>
                    <a:pt x="0" y="38"/>
                  </a:moveTo>
                  <a:cubicBezTo>
                    <a:pt x="0" y="38"/>
                    <a:pt x="45" y="84"/>
                    <a:pt x="61" y="82"/>
                  </a:cubicBezTo>
                  <a:cubicBezTo>
                    <a:pt x="61" y="82"/>
                    <a:pt x="131" y="119"/>
                    <a:pt x="158" y="110"/>
                  </a:cubicBezTo>
                  <a:cubicBezTo>
                    <a:pt x="158" y="110"/>
                    <a:pt x="185" y="118"/>
                    <a:pt x="188" y="102"/>
                  </a:cubicBezTo>
                  <a:cubicBezTo>
                    <a:pt x="188" y="102"/>
                    <a:pt x="212" y="116"/>
                    <a:pt x="221" y="103"/>
                  </a:cubicBezTo>
                  <a:cubicBezTo>
                    <a:pt x="221" y="103"/>
                    <a:pt x="277" y="92"/>
                    <a:pt x="284" y="74"/>
                  </a:cubicBezTo>
                  <a:cubicBezTo>
                    <a:pt x="284" y="74"/>
                    <a:pt x="324" y="61"/>
                    <a:pt x="336" y="34"/>
                  </a:cubicBezTo>
                  <a:cubicBezTo>
                    <a:pt x="336" y="34"/>
                    <a:pt x="312" y="48"/>
                    <a:pt x="302" y="36"/>
                  </a:cubicBezTo>
                  <a:cubicBezTo>
                    <a:pt x="302" y="36"/>
                    <a:pt x="277" y="45"/>
                    <a:pt x="271" y="33"/>
                  </a:cubicBezTo>
                  <a:cubicBezTo>
                    <a:pt x="271" y="33"/>
                    <a:pt x="236" y="45"/>
                    <a:pt x="228" y="17"/>
                  </a:cubicBezTo>
                  <a:cubicBezTo>
                    <a:pt x="228" y="17"/>
                    <a:pt x="208" y="17"/>
                    <a:pt x="204" y="7"/>
                  </a:cubicBezTo>
                  <a:cubicBezTo>
                    <a:pt x="204" y="7"/>
                    <a:pt x="176" y="14"/>
                    <a:pt x="160" y="0"/>
                  </a:cubicBezTo>
                  <a:cubicBezTo>
                    <a:pt x="160" y="0"/>
                    <a:pt x="142" y="12"/>
                    <a:pt x="120" y="6"/>
                  </a:cubicBezTo>
                  <a:cubicBezTo>
                    <a:pt x="120" y="6"/>
                    <a:pt x="115" y="20"/>
                    <a:pt x="93" y="17"/>
                  </a:cubicBezTo>
                  <a:cubicBezTo>
                    <a:pt x="93" y="17"/>
                    <a:pt x="84" y="35"/>
                    <a:pt x="48" y="33"/>
                  </a:cubicBezTo>
                  <a:cubicBezTo>
                    <a:pt x="48" y="33"/>
                    <a:pt x="28" y="50"/>
                    <a:pt x="0" y="38"/>
                  </a:cubicBezTo>
                  <a:close/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4" name="Atheroma-Plaque-Artery-Cross-Section">
            <a:extLst>
              <a:ext uri="{FF2B5EF4-FFF2-40B4-BE49-F238E27FC236}">
                <a16:creationId xmlns:a16="http://schemas.microsoft.com/office/drawing/2014/main" id="{A5784F1D-3021-4284-8F6B-7BF50282F1BF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3975100"/>
            <a:ext cx="1495425" cy="1590675"/>
            <a:chOff x="3024" y="2258"/>
            <a:chExt cx="942" cy="1002"/>
          </a:xfrm>
        </p:grpSpPr>
        <p:grpSp>
          <p:nvGrpSpPr>
            <p:cNvPr id="40229" name="Group 1530">
              <a:extLst>
                <a:ext uri="{FF2B5EF4-FFF2-40B4-BE49-F238E27FC236}">
                  <a16:creationId xmlns:a16="http://schemas.microsoft.com/office/drawing/2014/main" id="{88E727BE-B775-459D-BFDB-401F762F81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4" y="2258"/>
              <a:ext cx="940" cy="1002"/>
              <a:chOff x="3024" y="2258"/>
              <a:chExt cx="940" cy="1002"/>
            </a:xfrm>
          </p:grpSpPr>
          <p:sp>
            <p:nvSpPr>
              <p:cNvPr id="40342" name="Oval 1531">
                <a:extLst>
                  <a:ext uri="{FF2B5EF4-FFF2-40B4-BE49-F238E27FC236}">
                    <a16:creationId xmlns:a16="http://schemas.microsoft.com/office/drawing/2014/main" id="{7FBE0B33-2FD8-4081-B32A-8194D77D0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0" y="2313"/>
                <a:ext cx="829" cy="884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43" name="Freeform 1532">
                <a:extLst>
                  <a:ext uri="{FF2B5EF4-FFF2-40B4-BE49-F238E27FC236}">
                    <a16:creationId xmlns:a16="http://schemas.microsoft.com/office/drawing/2014/main" id="{4E53D96A-FB88-4D23-97BB-4B1E751774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36" y="2272"/>
                <a:ext cx="915" cy="976"/>
              </a:xfrm>
              <a:custGeom>
                <a:avLst/>
                <a:gdLst>
                  <a:gd name="T0" fmla="*/ 1258 w 552"/>
                  <a:gd name="T1" fmla="*/ 0 h 552"/>
                  <a:gd name="T2" fmla="*/ 0 w 552"/>
                  <a:gd name="T3" fmla="*/ 1526 h 552"/>
                  <a:gd name="T4" fmla="*/ 1258 w 552"/>
                  <a:gd name="T5" fmla="*/ 3052 h 552"/>
                  <a:gd name="T6" fmla="*/ 2515 w 552"/>
                  <a:gd name="T7" fmla="*/ 1526 h 552"/>
                  <a:gd name="T8" fmla="*/ 1258 w 552"/>
                  <a:gd name="T9" fmla="*/ 0 h 552"/>
                  <a:gd name="T10" fmla="*/ 1266 w 552"/>
                  <a:gd name="T11" fmla="*/ 1188 h 552"/>
                  <a:gd name="T12" fmla="*/ 259 w 552"/>
                  <a:gd name="T13" fmla="*/ 1526 h 552"/>
                  <a:gd name="T14" fmla="*/ 1258 w 552"/>
                  <a:gd name="T15" fmla="*/ 309 h 552"/>
                  <a:gd name="T16" fmla="*/ 2259 w 552"/>
                  <a:gd name="T17" fmla="*/ 1526 h 552"/>
                  <a:gd name="T18" fmla="*/ 1266 w 552"/>
                  <a:gd name="T19" fmla="*/ 1188 h 5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3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9" y="552"/>
                      <a:pt x="552" y="428"/>
                      <a:pt x="552" y="276"/>
                    </a:cubicBezTo>
                    <a:cubicBezTo>
                      <a:pt x="552" y="123"/>
                      <a:pt x="429" y="0"/>
                      <a:pt x="276" y="0"/>
                    </a:cubicBezTo>
                    <a:close/>
                    <a:moveTo>
                      <a:pt x="278" y="215"/>
                    </a:moveTo>
                    <a:cubicBezTo>
                      <a:pt x="160" y="216"/>
                      <a:pt x="57" y="329"/>
                      <a:pt x="57" y="276"/>
                    </a:cubicBezTo>
                    <a:cubicBezTo>
                      <a:pt x="57" y="155"/>
                      <a:pt x="155" y="56"/>
                      <a:pt x="276" y="56"/>
                    </a:cubicBezTo>
                    <a:cubicBezTo>
                      <a:pt x="398" y="56"/>
                      <a:pt x="496" y="155"/>
                      <a:pt x="496" y="276"/>
                    </a:cubicBezTo>
                    <a:cubicBezTo>
                      <a:pt x="496" y="326"/>
                      <a:pt x="390" y="214"/>
                      <a:pt x="278" y="215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4" name="Freeform 1533">
                <a:extLst>
                  <a:ext uri="{FF2B5EF4-FFF2-40B4-BE49-F238E27FC236}">
                    <a16:creationId xmlns:a16="http://schemas.microsoft.com/office/drawing/2014/main" id="{02765124-61A0-460D-B3B0-F14985C52F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79" y="2318"/>
                <a:ext cx="829" cy="884"/>
              </a:xfrm>
              <a:custGeom>
                <a:avLst/>
                <a:gdLst>
                  <a:gd name="T0" fmla="*/ 1141 w 500"/>
                  <a:gd name="T1" fmla="*/ 0 h 500"/>
                  <a:gd name="T2" fmla="*/ 0 w 500"/>
                  <a:gd name="T3" fmla="*/ 1381 h 500"/>
                  <a:gd name="T4" fmla="*/ 1141 w 500"/>
                  <a:gd name="T5" fmla="*/ 2763 h 500"/>
                  <a:gd name="T6" fmla="*/ 2278 w 500"/>
                  <a:gd name="T7" fmla="*/ 1381 h 500"/>
                  <a:gd name="T8" fmla="*/ 1141 w 500"/>
                  <a:gd name="T9" fmla="*/ 0 h 500"/>
                  <a:gd name="T10" fmla="*/ 1141 w 500"/>
                  <a:gd name="T11" fmla="*/ 2657 h 500"/>
                  <a:gd name="T12" fmla="*/ 88 w 500"/>
                  <a:gd name="T13" fmla="*/ 1381 h 500"/>
                  <a:gd name="T14" fmla="*/ 1141 w 500"/>
                  <a:gd name="T15" fmla="*/ 101 h 500"/>
                  <a:gd name="T16" fmla="*/ 2197 w 500"/>
                  <a:gd name="T17" fmla="*/ 1381 h 500"/>
                  <a:gd name="T18" fmla="*/ 1141 w 500"/>
                  <a:gd name="T19" fmla="*/ 2657 h 5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0" h="500">
                    <a:moveTo>
                      <a:pt x="250" y="0"/>
                    </a:moveTo>
                    <a:cubicBezTo>
                      <a:pt x="112" y="0"/>
                      <a:pt x="0" y="112"/>
                      <a:pt x="0" y="250"/>
                    </a:cubicBezTo>
                    <a:cubicBezTo>
                      <a:pt x="0" y="388"/>
                      <a:pt x="112" y="500"/>
                      <a:pt x="250" y="500"/>
                    </a:cubicBezTo>
                    <a:cubicBezTo>
                      <a:pt x="389" y="500"/>
                      <a:pt x="500" y="388"/>
                      <a:pt x="500" y="250"/>
                    </a:cubicBezTo>
                    <a:cubicBezTo>
                      <a:pt x="500" y="112"/>
                      <a:pt x="389" y="0"/>
                      <a:pt x="250" y="0"/>
                    </a:cubicBezTo>
                    <a:close/>
                    <a:moveTo>
                      <a:pt x="250" y="481"/>
                    </a:moveTo>
                    <a:cubicBezTo>
                      <a:pt x="123" y="481"/>
                      <a:pt x="19" y="378"/>
                      <a:pt x="19" y="250"/>
                    </a:cubicBezTo>
                    <a:cubicBezTo>
                      <a:pt x="19" y="122"/>
                      <a:pt x="123" y="18"/>
                      <a:pt x="250" y="18"/>
                    </a:cubicBezTo>
                    <a:cubicBezTo>
                      <a:pt x="378" y="18"/>
                      <a:pt x="482" y="122"/>
                      <a:pt x="482" y="250"/>
                    </a:cubicBezTo>
                    <a:cubicBezTo>
                      <a:pt x="482" y="378"/>
                      <a:pt x="378" y="481"/>
                      <a:pt x="250" y="481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5" name="Freeform 1534">
                <a:extLst>
                  <a:ext uri="{FF2B5EF4-FFF2-40B4-BE49-F238E27FC236}">
                    <a16:creationId xmlns:a16="http://schemas.microsoft.com/office/drawing/2014/main" id="{1E25E7FB-335C-431B-9727-F034F3AE98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24" y="2258"/>
                <a:ext cx="940" cy="1002"/>
              </a:xfrm>
              <a:custGeom>
                <a:avLst/>
                <a:gdLst>
                  <a:gd name="T0" fmla="*/ 1290 w 567"/>
                  <a:gd name="T1" fmla="*/ 0 h 567"/>
                  <a:gd name="T2" fmla="*/ 0 w 567"/>
                  <a:gd name="T3" fmla="*/ 1568 h 567"/>
                  <a:gd name="T4" fmla="*/ 1290 w 567"/>
                  <a:gd name="T5" fmla="*/ 3130 h 567"/>
                  <a:gd name="T6" fmla="*/ 2583 w 567"/>
                  <a:gd name="T7" fmla="*/ 1568 h 567"/>
                  <a:gd name="T8" fmla="*/ 1290 w 567"/>
                  <a:gd name="T9" fmla="*/ 0 h 567"/>
                  <a:gd name="T10" fmla="*/ 1290 w 567"/>
                  <a:gd name="T11" fmla="*/ 2948 h 567"/>
                  <a:gd name="T12" fmla="*/ 151 w 567"/>
                  <a:gd name="T13" fmla="*/ 1568 h 567"/>
                  <a:gd name="T14" fmla="*/ 1290 w 567"/>
                  <a:gd name="T15" fmla="*/ 187 h 567"/>
                  <a:gd name="T16" fmla="*/ 2430 w 567"/>
                  <a:gd name="T17" fmla="*/ 1568 h 567"/>
                  <a:gd name="T18" fmla="*/ 1290 w 567"/>
                  <a:gd name="T19" fmla="*/ 2948 h 5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7" h="567">
                    <a:moveTo>
                      <a:pt x="283" y="0"/>
                    </a:moveTo>
                    <a:cubicBezTo>
                      <a:pt x="127" y="0"/>
                      <a:pt x="0" y="127"/>
                      <a:pt x="0" y="284"/>
                    </a:cubicBezTo>
                    <a:cubicBezTo>
                      <a:pt x="0" y="440"/>
                      <a:pt x="127" y="567"/>
                      <a:pt x="283" y="567"/>
                    </a:cubicBezTo>
                    <a:cubicBezTo>
                      <a:pt x="440" y="567"/>
                      <a:pt x="567" y="440"/>
                      <a:pt x="567" y="284"/>
                    </a:cubicBezTo>
                    <a:cubicBezTo>
                      <a:pt x="567" y="127"/>
                      <a:pt x="440" y="0"/>
                      <a:pt x="283" y="0"/>
                    </a:cubicBezTo>
                    <a:close/>
                    <a:moveTo>
                      <a:pt x="283" y="534"/>
                    </a:moveTo>
                    <a:cubicBezTo>
                      <a:pt x="145" y="534"/>
                      <a:pt x="33" y="422"/>
                      <a:pt x="33" y="284"/>
                    </a:cubicBezTo>
                    <a:cubicBezTo>
                      <a:pt x="33" y="146"/>
                      <a:pt x="145" y="34"/>
                      <a:pt x="283" y="34"/>
                    </a:cubicBezTo>
                    <a:cubicBezTo>
                      <a:pt x="422" y="34"/>
                      <a:pt x="533" y="146"/>
                      <a:pt x="533" y="284"/>
                    </a:cubicBezTo>
                    <a:cubicBezTo>
                      <a:pt x="533" y="422"/>
                      <a:pt x="422" y="534"/>
                      <a:pt x="283" y="534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6" name="Freeform 1535">
                <a:extLst>
                  <a:ext uri="{FF2B5EF4-FFF2-40B4-BE49-F238E27FC236}">
                    <a16:creationId xmlns:a16="http://schemas.microsoft.com/office/drawing/2014/main" id="{F4903170-A2A8-4AEF-976A-0434D50FE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327"/>
                <a:ext cx="424" cy="813"/>
              </a:xfrm>
              <a:custGeom>
                <a:avLst/>
                <a:gdLst>
                  <a:gd name="T0" fmla="*/ 1163 w 256"/>
                  <a:gd name="T1" fmla="*/ 85 h 460"/>
                  <a:gd name="T2" fmla="*/ 1067 w 256"/>
                  <a:gd name="T3" fmla="*/ 16 h 460"/>
                  <a:gd name="T4" fmla="*/ 969 w 256"/>
                  <a:gd name="T5" fmla="*/ 21 h 460"/>
                  <a:gd name="T6" fmla="*/ 919 w 256"/>
                  <a:gd name="T7" fmla="*/ 57 h 460"/>
                  <a:gd name="T8" fmla="*/ 894 w 256"/>
                  <a:gd name="T9" fmla="*/ 78 h 460"/>
                  <a:gd name="T10" fmla="*/ 878 w 256"/>
                  <a:gd name="T11" fmla="*/ 94 h 460"/>
                  <a:gd name="T12" fmla="*/ 840 w 256"/>
                  <a:gd name="T13" fmla="*/ 78 h 460"/>
                  <a:gd name="T14" fmla="*/ 777 w 256"/>
                  <a:gd name="T15" fmla="*/ 85 h 460"/>
                  <a:gd name="T16" fmla="*/ 686 w 256"/>
                  <a:gd name="T17" fmla="*/ 150 h 460"/>
                  <a:gd name="T18" fmla="*/ 651 w 256"/>
                  <a:gd name="T19" fmla="*/ 171 h 460"/>
                  <a:gd name="T20" fmla="*/ 547 w 256"/>
                  <a:gd name="T21" fmla="*/ 179 h 460"/>
                  <a:gd name="T22" fmla="*/ 469 w 256"/>
                  <a:gd name="T23" fmla="*/ 224 h 460"/>
                  <a:gd name="T24" fmla="*/ 414 w 256"/>
                  <a:gd name="T25" fmla="*/ 346 h 460"/>
                  <a:gd name="T26" fmla="*/ 373 w 256"/>
                  <a:gd name="T27" fmla="*/ 359 h 460"/>
                  <a:gd name="T28" fmla="*/ 323 w 256"/>
                  <a:gd name="T29" fmla="*/ 396 h 460"/>
                  <a:gd name="T30" fmla="*/ 222 w 256"/>
                  <a:gd name="T31" fmla="*/ 581 h 460"/>
                  <a:gd name="T32" fmla="*/ 200 w 256"/>
                  <a:gd name="T33" fmla="*/ 606 h 460"/>
                  <a:gd name="T34" fmla="*/ 151 w 256"/>
                  <a:gd name="T35" fmla="*/ 647 h 460"/>
                  <a:gd name="T36" fmla="*/ 99 w 256"/>
                  <a:gd name="T37" fmla="*/ 756 h 460"/>
                  <a:gd name="T38" fmla="*/ 84 w 256"/>
                  <a:gd name="T39" fmla="*/ 891 h 460"/>
                  <a:gd name="T40" fmla="*/ 33 w 256"/>
                  <a:gd name="T41" fmla="*/ 1009 h 460"/>
                  <a:gd name="T42" fmla="*/ 33 w 256"/>
                  <a:gd name="T43" fmla="*/ 1128 h 460"/>
                  <a:gd name="T44" fmla="*/ 5 w 256"/>
                  <a:gd name="T45" fmla="*/ 1295 h 460"/>
                  <a:gd name="T46" fmla="*/ 5 w 256"/>
                  <a:gd name="T47" fmla="*/ 1389 h 460"/>
                  <a:gd name="T48" fmla="*/ 22 w 256"/>
                  <a:gd name="T49" fmla="*/ 1474 h 460"/>
                  <a:gd name="T50" fmla="*/ 20 w 256"/>
                  <a:gd name="T51" fmla="*/ 1684 h 460"/>
                  <a:gd name="T52" fmla="*/ 50 w 256"/>
                  <a:gd name="T53" fmla="*/ 1762 h 460"/>
                  <a:gd name="T54" fmla="*/ 84 w 256"/>
                  <a:gd name="T55" fmla="*/ 1815 h 460"/>
                  <a:gd name="T56" fmla="*/ 109 w 256"/>
                  <a:gd name="T57" fmla="*/ 1893 h 460"/>
                  <a:gd name="T58" fmla="*/ 164 w 256"/>
                  <a:gd name="T59" fmla="*/ 2048 h 460"/>
                  <a:gd name="T60" fmla="*/ 235 w 256"/>
                  <a:gd name="T61" fmla="*/ 2149 h 460"/>
                  <a:gd name="T62" fmla="*/ 300 w 256"/>
                  <a:gd name="T63" fmla="*/ 2280 h 460"/>
                  <a:gd name="T64" fmla="*/ 359 w 256"/>
                  <a:gd name="T65" fmla="*/ 2340 h 460"/>
                  <a:gd name="T66" fmla="*/ 431 w 256"/>
                  <a:gd name="T67" fmla="*/ 2381 h 460"/>
                  <a:gd name="T68" fmla="*/ 505 w 256"/>
                  <a:gd name="T69" fmla="*/ 2483 h 460"/>
                  <a:gd name="T70" fmla="*/ 581 w 256"/>
                  <a:gd name="T71" fmla="*/ 2527 h 460"/>
                  <a:gd name="T72" fmla="*/ 681 w 256"/>
                  <a:gd name="T73" fmla="*/ 2540 h 46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56" h="460">
                    <a:moveTo>
                      <a:pt x="256" y="15"/>
                    </a:moveTo>
                    <a:cubicBezTo>
                      <a:pt x="252" y="8"/>
                      <a:pt x="242" y="5"/>
                      <a:pt x="235" y="3"/>
                    </a:cubicBezTo>
                    <a:cubicBezTo>
                      <a:pt x="227" y="0"/>
                      <a:pt x="221" y="1"/>
                      <a:pt x="213" y="4"/>
                    </a:cubicBezTo>
                    <a:cubicBezTo>
                      <a:pt x="209" y="6"/>
                      <a:pt x="206" y="7"/>
                      <a:pt x="202" y="10"/>
                    </a:cubicBezTo>
                    <a:cubicBezTo>
                      <a:pt x="201" y="11"/>
                      <a:pt x="199" y="12"/>
                      <a:pt x="197" y="14"/>
                    </a:cubicBezTo>
                    <a:cubicBezTo>
                      <a:pt x="196" y="15"/>
                      <a:pt x="195" y="17"/>
                      <a:pt x="193" y="17"/>
                    </a:cubicBezTo>
                    <a:cubicBezTo>
                      <a:pt x="190" y="18"/>
                      <a:pt x="187" y="15"/>
                      <a:pt x="185" y="14"/>
                    </a:cubicBezTo>
                    <a:cubicBezTo>
                      <a:pt x="180" y="12"/>
                      <a:pt x="175" y="14"/>
                      <a:pt x="171" y="15"/>
                    </a:cubicBezTo>
                    <a:cubicBezTo>
                      <a:pt x="164" y="18"/>
                      <a:pt x="157" y="23"/>
                      <a:pt x="151" y="27"/>
                    </a:cubicBezTo>
                    <a:cubicBezTo>
                      <a:pt x="148" y="29"/>
                      <a:pt x="146" y="31"/>
                      <a:pt x="143" y="31"/>
                    </a:cubicBezTo>
                    <a:cubicBezTo>
                      <a:pt x="135" y="31"/>
                      <a:pt x="128" y="31"/>
                      <a:pt x="120" y="32"/>
                    </a:cubicBezTo>
                    <a:cubicBezTo>
                      <a:pt x="112" y="33"/>
                      <a:pt x="108" y="35"/>
                      <a:pt x="103" y="41"/>
                    </a:cubicBezTo>
                    <a:cubicBezTo>
                      <a:pt x="99" y="48"/>
                      <a:pt x="98" y="59"/>
                      <a:pt x="91" y="63"/>
                    </a:cubicBezTo>
                    <a:cubicBezTo>
                      <a:pt x="89" y="65"/>
                      <a:pt x="85" y="65"/>
                      <a:pt x="82" y="65"/>
                    </a:cubicBezTo>
                    <a:cubicBezTo>
                      <a:pt x="78" y="67"/>
                      <a:pt x="74" y="70"/>
                      <a:pt x="71" y="72"/>
                    </a:cubicBezTo>
                    <a:cubicBezTo>
                      <a:pt x="60" y="81"/>
                      <a:pt x="56" y="94"/>
                      <a:pt x="49" y="105"/>
                    </a:cubicBezTo>
                    <a:cubicBezTo>
                      <a:pt x="47" y="109"/>
                      <a:pt x="47" y="109"/>
                      <a:pt x="44" y="110"/>
                    </a:cubicBezTo>
                    <a:cubicBezTo>
                      <a:pt x="40" y="112"/>
                      <a:pt x="36" y="114"/>
                      <a:pt x="33" y="117"/>
                    </a:cubicBezTo>
                    <a:cubicBezTo>
                      <a:pt x="27" y="122"/>
                      <a:pt x="24" y="130"/>
                      <a:pt x="22" y="137"/>
                    </a:cubicBezTo>
                    <a:cubicBezTo>
                      <a:pt x="21" y="145"/>
                      <a:pt x="23" y="154"/>
                      <a:pt x="19" y="161"/>
                    </a:cubicBezTo>
                    <a:cubicBezTo>
                      <a:pt x="14" y="168"/>
                      <a:pt x="9" y="175"/>
                      <a:pt x="7" y="183"/>
                    </a:cubicBezTo>
                    <a:cubicBezTo>
                      <a:pt x="5" y="190"/>
                      <a:pt x="6" y="197"/>
                      <a:pt x="7" y="204"/>
                    </a:cubicBezTo>
                    <a:cubicBezTo>
                      <a:pt x="8" y="214"/>
                      <a:pt x="3" y="225"/>
                      <a:pt x="1" y="235"/>
                    </a:cubicBezTo>
                    <a:cubicBezTo>
                      <a:pt x="0" y="240"/>
                      <a:pt x="0" y="246"/>
                      <a:pt x="1" y="252"/>
                    </a:cubicBezTo>
                    <a:cubicBezTo>
                      <a:pt x="2" y="257"/>
                      <a:pt x="4" y="262"/>
                      <a:pt x="5" y="267"/>
                    </a:cubicBezTo>
                    <a:cubicBezTo>
                      <a:pt x="6" y="280"/>
                      <a:pt x="2" y="292"/>
                      <a:pt x="4" y="305"/>
                    </a:cubicBezTo>
                    <a:cubicBezTo>
                      <a:pt x="4" y="311"/>
                      <a:pt x="8" y="315"/>
                      <a:pt x="11" y="319"/>
                    </a:cubicBezTo>
                    <a:cubicBezTo>
                      <a:pt x="14" y="321"/>
                      <a:pt x="17" y="326"/>
                      <a:pt x="19" y="329"/>
                    </a:cubicBezTo>
                    <a:cubicBezTo>
                      <a:pt x="22" y="333"/>
                      <a:pt x="23" y="338"/>
                      <a:pt x="24" y="343"/>
                    </a:cubicBezTo>
                    <a:cubicBezTo>
                      <a:pt x="27" y="353"/>
                      <a:pt x="31" y="362"/>
                      <a:pt x="36" y="371"/>
                    </a:cubicBezTo>
                    <a:cubicBezTo>
                      <a:pt x="40" y="379"/>
                      <a:pt x="44" y="384"/>
                      <a:pt x="52" y="389"/>
                    </a:cubicBezTo>
                    <a:cubicBezTo>
                      <a:pt x="59" y="393"/>
                      <a:pt x="62" y="406"/>
                      <a:pt x="66" y="413"/>
                    </a:cubicBezTo>
                    <a:cubicBezTo>
                      <a:pt x="69" y="418"/>
                      <a:pt x="73" y="422"/>
                      <a:pt x="79" y="424"/>
                    </a:cubicBezTo>
                    <a:cubicBezTo>
                      <a:pt x="85" y="426"/>
                      <a:pt x="91" y="425"/>
                      <a:pt x="95" y="431"/>
                    </a:cubicBezTo>
                    <a:cubicBezTo>
                      <a:pt x="100" y="438"/>
                      <a:pt x="105" y="444"/>
                      <a:pt x="111" y="450"/>
                    </a:cubicBezTo>
                    <a:cubicBezTo>
                      <a:pt x="116" y="455"/>
                      <a:pt x="120" y="457"/>
                      <a:pt x="128" y="458"/>
                    </a:cubicBezTo>
                    <a:cubicBezTo>
                      <a:pt x="135" y="459"/>
                      <a:pt x="142" y="460"/>
                      <a:pt x="150" y="46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7" name="Freeform 1536">
                <a:extLst>
                  <a:ext uri="{FF2B5EF4-FFF2-40B4-BE49-F238E27FC236}">
                    <a16:creationId xmlns:a16="http://schemas.microsoft.com/office/drawing/2014/main" id="{E4E98C05-EDEB-4353-B5CF-9A7DC03FD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548"/>
                <a:ext cx="30" cy="92"/>
              </a:xfrm>
              <a:custGeom>
                <a:avLst/>
                <a:gdLst>
                  <a:gd name="T0" fmla="*/ 83 w 18"/>
                  <a:gd name="T1" fmla="*/ 0 h 52"/>
                  <a:gd name="T2" fmla="*/ 47 w 18"/>
                  <a:gd name="T3" fmla="*/ 78 h 52"/>
                  <a:gd name="T4" fmla="*/ 13 w 18"/>
                  <a:gd name="T5" fmla="*/ 156 h 52"/>
                  <a:gd name="T6" fmla="*/ 0 w 18"/>
                  <a:gd name="T7" fmla="*/ 28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2">
                    <a:moveTo>
                      <a:pt x="18" y="0"/>
                    </a:moveTo>
                    <a:cubicBezTo>
                      <a:pt x="17" y="5"/>
                      <a:pt x="13" y="10"/>
                      <a:pt x="10" y="14"/>
                    </a:cubicBezTo>
                    <a:cubicBezTo>
                      <a:pt x="8" y="18"/>
                      <a:pt x="5" y="23"/>
                      <a:pt x="3" y="28"/>
                    </a:cubicBezTo>
                    <a:cubicBezTo>
                      <a:pt x="0" y="36"/>
                      <a:pt x="0" y="44"/>
                      <a:pt x="0" y="5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8" name="Freeform 1537">
                <a:extLst>
                  <a:ext uri="{FF2B5EF4-FFF2-40B4-BE49-F238E27FC236}">
                    <a16:creationId xmlns:a16="http://schemas.microsoft.com/office/drawing/2014/main" id="{D3E8E132-ADBB-44B5-ADE7-97C531F44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654"/>
                <a:ext cx="19" cy="104"/>
              </a:xfrm>
              <a:custGeom>
                <a:avLst/>
                <a:gdLst>
                  <a:gd name="T0" fmla="*/ 57 w 11"/>
                  <a:gd name="T1" fmla="*/ 0 h 59"/>
                  <a:gd name="T2" fmla="*/ 16 w 11"/>
                  <a:gd name="T3" fmla="*/ 78 h 59"/>
                  <a:gd name="T4" fmla="*/ 0 w 11"/>
                  <a:gd name="T5" fmla="*/ 192 h 59"/>
                  <a:gd name="T6" fmla="*/ 28 w 11"/>
                  <a:gd name="T7" fmla="*/ 323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9">
                    <a:moveTo>
                      <a:pt x="11" y="0"/>
                    </a:moveTo>
                    <a:cubicBezTo>
                      <a:pt x="11" y="4"/>
                      <a:pt x="6" y="10"/>
                      <a:pt x="3" y="14"/>
                    </a:cubicBezTo>
                    <a:cubicBezTo>
                      <a:pt x="0" y="21"/>
                      <a:pt x="0" y="28"/>
                      <a:pt x="0" y="35"/>
                    </a:cubicBezTo>
                    <a:cubicBezTo>
                      <a:pt x="0" y="44"/>
                      <a:pt x="3" y="52"/>
                      <a:pt x="5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9" name="Freeform 1538">
                <a:extLst>
                  <a:ext uri="{FF2B5EF4-FFF2-40B4-BE49-F238E27FC236}">
                    <a16:creationId xmlns:a16="http://schemas.microsoft.com/office/drawing/2014/main" id="{BD923E5D-51BF-44A3-AAD8-D2A2FEF9E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458"/>
                <a:ext cx="63" cy="81"/>
              </a:xfrm>
              <a:custGeom>
                <a:avLst/>
                <a:gdLst>
                  <a:gd name="T0" fmla="*/ 0 w 38"/>
                  <a:gd name="T1" fmla="*/ 252 h 46"/>
                  <a:gd name="T2" fmla="*/ 96 w 38"/>
                  <a:gd name="T3" fmla="*/ 37 h 46"/>
                  <a:gd name="T4" fmla="*/ 172 w 3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6">
                    <a:moveTo>
                      <a:pt x="0" y="46"/>
                    </a:moveTo>
                    <a:cubicBezTo>
                      <a:pt x="4" y="33"/>
                      <a:pt x="10" y="17"/>
                      <a:pt x="21" y="7"/>
                    </a:cubicBezTo>
                    <a:cubicBezTo>
                      <a:pt x="25" y="5"/>
                      <a:pt x="34" y="0"/>
                      <a:pt x="38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0" name="Freeform 1539">
                <a:extLst>
                  <a:ext uri="{FF2B5EF4-FFF2-40B4-BE49-F238E27FC236}">
                    <a16:creationId xmlns:a16="http://schemas.microsoft.com/office/drawing/2014/main" id="{2BA4B26F-8DCB-4E68-84FA-2B6350B17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603"/>
                <a:ext cx="31" cy="92"/>
              </a:xfrm>
              <a:custGeom>
                <a:avLst/>
                <a:gdLst>
                  <a:gd name="T0" fmla="*/ 83 w 19"/>
                  <a:gd name="T1" fmla="*/ 0 h 52"/>
                  <a:gd name="T2" fmla="*/ 13 w 19"/>
                  <a:gd name="T3" fmla="*/ 150 h 52"/>
                  <a:gd name="T4" fmla="*/ 21 w 19"/>
                  <a:gd name="T5" fmla="*/ 2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cubicBezTo>
                      <a:pt x="13" y="9"/>
                      <a:pt x="6" y="16"/>
                      <a:pt x="3" y="27"/>
                    </a:cubicBezTo>
                    <a:cubicBezTo>
                      <a:pt x="0" y="34"/>
                      <a:pt x="1" y="45"/>
                      <a:pt x="5" y="5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1" name="Freeform 1540">
                <a:extLst>
                  <a:ext uri="{FF2B5EF4-FFF2-40B4-BE49-F238E27FC236}">
                    <a16:creationId xmlns:a16="http://schemas.microsoft.com/office/drawing/2014/main" id="{996D84DC-FB7F-491E-A42D-1387E44DB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491"/>
                <a:ext cx="61" cy="126"/>
              </a:xfrm>
              <a:custGeom>
                <a:avLst/>
                <a:gdLst>
                  <a:gd name="T0" fmla="*/ 167 w 37"/>
                  <a:gd name="T1" fmla="*/ 0 h 71"/>
                  <a:gd name="T2" fmla="*/ 112 w 37"/>
                  <a:gd name="T3" fmla="*/ 85 h 71"/>
                  <a:gd name="T4" fmla="*/ 49 w 37"/>
                  <a:gd name="T5" fmla="*/ 202 h 71"/>
                  <a:gd name="T6" fmla="*/ 0 w 37"/>
                  <a:gd name="T7" fmla="*/ 398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1">
                    <a:moveTo>
                      <a:pt x="37" y="0"/>
                    </a:moveTo>
                    <a:cubicBezTo>
                      <a:pt x="32" y="3"/>
                      <a:pt x="28" y="11"/>
                      <a:pt x="25" y="15"/>
                    </a:cubicBezTo>
                    <a:cubicBezTo>
                      <a:pt x="20" y="22"/>
                      <a:pt x="15" y="29"/>
                      <a:pt x="11" y="36"/>
                    </a:cubicBezTo>
                    <a:cubicBezTo>
                      <a:pt x="5" y="47"/>
                      <a:pt x="0" y="58"/>
                      <a:pt x="0" y="7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2" name="Freeform 1541">
                <a:extLst>
                  <a:ext uri="{FF2B5EF4-FFF2-40B4-BE49-F238E27FC236}">
                    <a16:creationId xmlns:a16="http://schemas.microsoft.com/office/drawing/2014/main" id="{1D5E9A19-1EF4-4716-8E5A-66F77D87C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760"/>
                <a:ext cx="17" cy="103"/>
              </a:xfrm>
              <a:custGeom>
                <a:avLst/>
                <a:gdLst>
                  <a:gd name="T0" fmla="*/ 34 w 10"/>
                  <a:gd name="T1" fmla="*/ 0 h 58"/>
                  <a:gd name="T2" fmla="*/ 9 w 10"/>
                  <a:gd name="T3" fmla="*/ 195 h 58"/>
                  <a:gd name="T4" fmla="*/ 49 w 10"/>
                  <a:gd name="T5" fmla="*/ 325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8">
                    <a:moveTo>
                      <a:pt x="7" y="0"/>
                    </a:moveTo>
                    <a:cubicBezTo>
                      <a:pt x="7" y="12"/>
                      <a:pt x="0" y="23"/>
                      <a:pt x="2" y="35"/>
                    </a:cubicBezTo>
                    <a:cubicBezTo>
                      <a:pt x="3" y="43"/>
                      <a:pt x="6" y="50"/>
                      <a:pt x="10" y="5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3" name="Freeform 1542">
                <a:extLst>
                  <a:ext uri="{FF2B5EF4-FFF2-40B4-BE49-F238E27FC236}">
                    <a16:creationId xmlns:a16="http://schemas.microsoft.com/office/drawing/2014/main" id="{20337F1F-6BBD-4594-8EFD-1543B00C4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875"/>
                <a:ext cx="53" cy="113"/>
              </a:xfrm>
              <a:custGeom>
                <a:avLst/>
                <a:gdLst>
                  <a:gd name="T0" fmla="*/ 146 w 32"/>
                  <a:gd name="T1" fmla="*/ 353 h 64"/>
                  <a:gd name="T2" fmla="*/ 83 w 32"/>
                  <a:gd name="T3" fmla="*/ 272 h 64"/>
                  <a:gd name="T4" fmla="*/ 22 w 32"/>
                  <a:gd name="T5" fmla="*/ 166 h 64"/>
                  <a:gd name="T6" fmla="*/ 5 w 32"/>
                  <a:gd name="T7" fmla="*/ 57 h 64"/>
                  <a:gd name="T8" fmla="*/ 0 w 32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4">
                    <a:moveTo>
                      <a:pt x="32" y="64"/>
                    </a:moveTo>
                    <a:cubicBezTo>
                      <a:pt x="27" y="60"/>
                      <a:pt x="23" y="54"/>
                      <a:pt x="18" y="49"/>
                    </a:cubicBezTo>
                    <a:cubicBezTo>
                      <a:pt x="13" y="44"/>
                      <a:pt x="8" y="38"/>
                      <a:pt x="5" y="30"/>
                    </a:cubicBezTo>
                    <a:cubicBezTo>
                      <a:pt x="3" y="24"/>
                      <a:pt x="2" y="16"/>
                      <a:pt x="1" y="10"/>
                    </a:cubicBezTo>
                    <a:cubicBezTo>
                      <a:pt x="1" y="6"/>
                      <a:pt x="0" y="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4" name="Freeform 1543">
                <a:extLst>
                  <a:ext uri="{FF2B5EF4-FFF2-40B4-BE49-F238E27FC236}">
                    <a16:creationId xmlns:a16="http://schemas.microsoft.com/office/drawing/2014/main" id="{DDBD7025-B23B-4242-AEC7-997CDB6D4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986"/>
                <a:ext cx="56" cy="82"/>
              </a:xfrm>
              <a:custGeom>
                <a:avLst/>
                <a:gdLst>
                  <a:gd name="T0" fmla="*/ 152 w 34"/>
                  <a:gd name="T1" fmla="*/ 260 h 46"/>
                  <a:gd name="T2" fmla="*/ 20 w 34"/>
                  <a:gd name="T3" fmla="*/ 130 h 46"/>
                  <a:gd name="T4" fmla="*/ 5 w 34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6">
                    <a:moveTo>
                      <a:pt x="34" y="46"/>
                    </a:moveTo>
                    <a:cubicBezTo>
                      <a:pt x="23" y="40"/>
                      <a:pt x="11" y="35"/>
                      <a:pt x="4" y="23"/>
                    </a:cubicBezTo>
                    <a:cubicBezTo>
                      <a:pt x="0" y="16"/>
                      <a:pt x="0" y="7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5" name="Freeform 1544">
                <a:extLst>
                  <a:ext uri="{FF2B5EF4-FFF2-40B4-BE49-F238E27FC236}">
                    <a16:creationId xmlns:a16="http://schemas.microsoft.com/office/drawing/2014/main" id="{8BFC1849-1CD2-4E59-BCF2-952DA2511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3075"/>
                <a:ext cx="68" cy="56"/>
              </a:xfrm>
              <a:custGeom>
                <a:avLst/>
                <a:gdLst>
                  <a:gd name="T0" fmla="*/ 187 w 41"/>
                  <a:gd name="T1" fmla="*/ 172 h 32"/>
                  <a:gd name="T2" fmla="*/ 50 w 41"/>
                  <a:gd name="T3" fmla="*/ 86 h 32"/>
                  <a:gd name="T4" fmla="*/ 0 w 4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2">
                    <a:moveTo>
                      <a:pt x="41" y="32"/>
                    </a:moveTo>
                    <a:cubicBezTo>
                      <a:pt x="28" y="32"/>
                      <a:pt x="18" y="26"/>
                      <a:pt x="11" y="16"/>
                    </a:cubicBezTo>
                    <a:cubicBezTo>
                      <a:pt x="7" y="11"/>
                      <a:pt x="4" y="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6" name="Freeform 1545">
                <a:extLst>
                  <a:ext uri="{FF2B5EF4-FFF2-40B4-BE49-F238E27FC236}">
                    <a16:creationId xmlns:a16="http://schemas.microsoft.com/office/drawing/2014/main" id="{6FDFC2DF-16FF-4DF9-9880-7F0CAC3FA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695"/>
                <a:ext cx="18" cy="118"/>
              </a:xfrm>
              <a:custGeom>
                <a:avLst/>
                <a:gdLst>
                  <a:gd name="T0" fmla="*/ 47 w 11"/>
                  <a:gd name="T1" fmla="*/ 0 h 67"/>
                  <a:gd name="T2" fmla="*/ 29 w 11"/>
                  <a:gd name="T3" fmla="*/ 56 h 67"/>
                  <a:gd name="T4" fmla="*/ 18 w 11"/>
                  <a:gd name="T5" fmla="*/ 122 h 67"/>
                  <a:gd name="T6" fmla="*/ 5 w 11"/>
                  <a:gd name="T7" fmla="*/ 201 h 67"/>
                  <a:gd name="T8" fmla="*/ 41 w 11"/>
                  <a:gd name="T9" fmla="*/ 36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7">
                    <a:moveTo>
                      <a:pt x="11" y="0"/>
                    </a:moveTo>
                    <a:cubicBezTo>
                      <a:pt x="8" y="2"/>
                      <a:pt x="8" y="7"/>
                      <a:pt x="7" y="10"/>
                    </a:cubicBezTo>
                    <a:cubicBezTo>
                      <a:pt x="6" y="14"/>
                      <a:pt x="5" y="18"/>
                      <a:pt x="4" y="22"/>
                    </a:cubicBezTo>
                    <a:cubicBezTo>
                      <a:pt x="2" y="27"/>
                      <a:pt x="1" y="32"/>
                      <a:pt x="1" y="37"/>
                    </a:cubicBezTo>
                    <a:cubicBezTo>
                      <a:pt x="0" y="48"/>
                      <a:pt x="4" y="58"/>
                      <a:pt x="9" y="6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7" name="Freeform 1546">
                <a:extLst>
                  <a:ext uri="{FF2B5EF4-FFF2-40B4-BE49-F238E27FC236}">
                    <a16:creationId xmlns:a16="http://schemas.microsoft.com/office/drawing/2014/main" id="{C513BBF2-575C-48BF-ADDB-305E11791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822"/>
                <a:ext cx="28" cy="101"/>
              </a:xfrm>
              <a:custGeom>
                <a:avLst/>
                <a:gdLst>
                  <a:gd name="T0" fmla="*/ 76 w 17"/>
                  <a:gd name="T1" fmla="*/ 317 h 57"/>
                  <a:gd name="T2" fmla="*/ 33 w 17"/>
                  <a:gd name="T3" fmla="*/ 229 h 57"/>
                  <a:gd name="T4" fmla="*/ 8 w 17"/>
                  <a:gd name="T5" fmla="*/ 145 h 57"/>
                  <a:gd name="T6" fmla="*/ 13 w 17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7">
                    <a:moveTo>
                      <a:pt x="17" y="57"/>
                    </a:moveTo>
                    <a:cubicBezTo>
                      <a:pt x="15" y="51"/>
                      <a:pt x="10" y="47"/>
                      <a:pt x="7" y="41"/>
                    </a:cubicBezTo>
                    <a:cubicBezTo>
                      <a:pt x="5" y="36"/>
                      <a:pt x="3" y="31"/>
                      <a:pt x="2" y="26"/>
                    </a:cubicBezTo>
                    <a:cubicBezTo>
                      <a:pt x="1" y="18"/>
                      <a:pt x="0" y="7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8" name="Freeform 1547">
                <a:extLst>
                  <a:ext uri="{FF2B5EF4-FFF2-40B4-BE49-F238E27FC236}">
                    <a16:creationId xmlns:a16="http://schemas.microsoft.com/office/drawing/2014/main" id="{1E434C65-1789-4650-A488-35DEC17CC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940"/>
                <a:ext cx="43" cy="76"/>
              </a:xfrm>
              <a:custGeom>
                <a:avLst/>
                <a:gdLst>
                  <a:gd name="T0" fmla="*/ 0 w 26"/>
                  <a:gd name="T1" fmla="*/ 0 h 43"/>
                  <a:gd name="T2" fmla="*/ 22 w 26"/>
                  <a:gd name="T3" fmla="*/ 85 h 43"/>
                  <a:gd name="T4" fmla="*/ 50 w 26"/>
                  <a:gd name="T5" fmla="*/ 150 h 43"/>
                  <a:gd name="T6" fmla="*/ 117 w 26"/>
                  <a:gd name="T7" fmla="*/ 23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3">
                    <a:moveTo>
                      <a:pt x="0" y="0"/>
                    </a:moveTo>
                    <a:cubicBezTo>
                      <a:pt x="3" y="3"/>
                      <a:pt x="3" y="11"/>
                      <a:pt x="5" y="15"/>
                    </a:cubicBezTo>
                    <a:cubicBezTo>
                      <a:pt x="6" y="20"/>
                      <a:pt x="8" y="24"/>
                      <a:pt x="11" y="27"/>
                    </a:cubicBezTo>
                    <a:cubicBezTo>
                      <a:pt x="15" y="33"/>
                      <a:pt x="21" y="37"/>
                      <a:pt x="26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9" name="Freeform 1548">
                <a:extLst>
                  <a:ext uri="{FF2B5EF4-FFF2-40B4-BE49-F238E27FC236}">
                    <a16:creationId xmlns:a16="http://schemas.microsoft.com/office/drawing/2014/main" id="{D671CA2E-EDE7-4DC2-B3CF-164609173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3045"/>
                <a:ext cx="66" cy="60"/>
              </a:xfrm>
              <a:custGeom>
                <a:avLst/>
                <a:gdLst>
                  <a:gd name="T0" fmla="*/ 0 w 40"/>
                  <a:gd name="T1" fmla="*/ 0 h 34"/>
                  <a:gd name="T2" fmla="*/ 84 w 40"/>
                  <a:gd name="T3" fmla="*/ 109 h 34"/>
                  <a:gd name="T4" fmla="*/ 137 w 40"/>
                  <a:gd name="T5" fmla="*/ 171 h 34"/>
                  <a:gd name="T6" fmla="*/ 180 w 40"/>
                  <a:gd name="T7" fmla="*/ 18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34">
                    <a:moveTo>
                      <a:pt x="0" y="0"/>
                    </a:moveTo>
                    <a:cubicBezTo>
                      <a:pt x="6" y="8"/>
                      <a:pt x="12" y="14"/>
                      <a:pt x="19" y="20"/>
                    </a:cubicBezTo>
                    <a:cubicBezTo>
                      <a:pt x="23" y="23"/>
                      <a:pt x="26" y="28"/>
                      <a:pt x="30" y="31"/>
                    </a:cubicBezTo>
                    <a:cubicBezTo>
                      <a:pt x="33" y="32"/>
                      <a:pt x="37" y="32"/>
                      <a:pt x="40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0" name="Freeform 1549">
                <a:extLst>
                  <a:ext uri="{FF2B5EF4-FFF2-40B4-BE49-F238E27FC236}">
                    <a16:creationId xmlns:a16="http://schemas.microsoft.com/office/drawing/2014/main" id="{8E238C8F-FB7F-4641-B55F-87B3D3136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390"/>
                <a:ext cx="58" cy="61"/>
              </a:xfrm>
              <a:custGeom>
                <a:avLst/>
                <a:gdLst>
                  <a:gd name="T0" fmla="*/ 159 w 35"/>
                  <a:gd name="T1" fmla="*/ 7 h 34"/>
                  <a:gd name="T2" fmla="*/ 109 w 35"/>
                  <a:gd name="T3" fmla="*/ 41 h 34"/>
                  <a:gd name="T4" fmla="*/ 55 w 35"/>
                  <a:gd name="T5" fmla="*/ 93 h 34"/>
                  <a:gd name="T6" fmla="*/ 0 w 35"/>
                  <a:gd name="T7" fmla="*/ 19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4">
                    <a:moveTo>
                      <a:pt x="35" y="1"/>
                    </a:moveTo>
                    <a:cubicBezTo>
                      <a:pt x="32" y="0"/>
                      <a:pt x="26" y="5"/>
                      <a:pt x="24" y="7"/>
                    </a:cubicBezTo>
                    <a:cubicBezTo>
                      <a:pt x="19" y="9"/>
                      <a:pt x="16" y="12"/>
                      <a:pt x="12" y="16"/>
                    </a:cubicBezTo>
                    <a:cubicBezTo>
                      <a:pt x="6" y="21"/>
                      <a:pt x="3" y="27"/>
                      <a:pt x="0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1" name="Freeform 1550">
                <a:extLst>
                  <a:ext uri="{FF2B5EF4-FFF2-40B4-BE49-F238E27FC236}">
                    <a16:creationId xmlns:a16="http://schemas.microsoft.com/office/drawing/2014/main" id="{F4B4CE69-1D0F-460F-A620-C18A16326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350"/>
                <a:ext cx="88" cy="33"/>
              </a:xfrm>
              <a:custGeom>
                <a:avLst/>
                <a:gdLst>
                  <a:gd name="T0" fmla="*/ 242 w 53"/>
                  <a:gd name="T1" fmla="*/ 5 h 19"/>
                  <a:gd name="T2" fmla="*/ 83 w 53"/>
                  <a:gd name="T3" fmla="*/ 30 h 19"/>
                  <a:gd name="T4" fmla="*/ 28 w 53"/>
                  <a:gd name="T5" fmla="*/ 73 h 19"/>
                  <a:gd name="T6" fmla="*/ 0 w 53"/>
                  <a:gd name="T7" fmla="*/ 9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53" y="1"/>
                    </a:moveTo>
                    <a:cubicBezTo>
                      <a:pt x="41" y="1"/>
                      <a:pt x="29" y="0"/>
                      <a:pt x="18" y="6"/>
                    </a:cubicBezTo>
                    <a:cubicBezTo>
                      <a:pt x="14" y="8"/>
                      <a:pt x="9" y="11"/>
                      <a:pt x="6" y="14"/>
                    </a:cubicBezTo>
                    <a:cubicBezTo>
                      <a:pt x="4" y="16"/>
                      <a:pt x="2" y="18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2" name="Freeform 1551">
                <a:extLst>
                  <a:ext uri="{FF2B5EF4-FFF2-40B4-BE49-F238E27FC236}">
                    <a16:creationId xmlns:a16="http://schemas.microsoft.com/office/drawing/2014/main" id="{521914CF-9B46-47E6-8A40-CAF6D6BA2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327"/>
                <a:ext cx="78" cy="25"/>
              </a:xfrm>
              <a:custGeom>
                <a:avLst/>
                <a:gdLst>
                  <a:gd name="T0" fmla="*/ 214 w 47"/>
                  <a:gd name="T1" fmla="*/ 13 h 14"/>
                  <a:gd name="T2" fmla="*/ 83 w 47"/>
                  <a:gd name="T3" fmla="*/ 23 h 14"/>
                  <a:gd name="T4" fmla="*/ 0 w 47"/>
                  <a:gd name="T5" fmla="*/ 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47" y="2"/>
                    </a:moveTo>
                    <a:cubicBezTo>
                      <a:pt x="36" y="2"/>
                      <a:pt x="28" y="0"/>
                      <a:pt x="18" y="4"/>
                    </a:cubicBezTo>
                    <a:cubicBezTo>
                      <a:pt x="12" y="7"/>
                      <a:pt x="6" y="11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3" name="Freeform 1552">
                <a:extLst>
                  <a:ext uri="{FF2B5EF4-FFF2-40B4-BE49-F238E27FC236}">
                    <a16:creationId xmlns:a16="http://schemas.microsoft.com/office/drawing/2014/main" id="{D4604AED-38B3-490E-8087-9742427FE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355"/>
                <a:ext cx="73" cy="43"/>
              </a:xfrm>
              <a:custGeom>
                <a:avLst/>
                <a:gdLst>
                  <a:gd name="T0" fmla="*/ 201 w 44"/>
                  <a:gd name="T1" fmla="*/ 0 h 24"/>
                  <a:gd name="T2" fmla="*/ 138 w 44"/>
                  <a:gd name="T3" fmla="*/ 13 h 24"/>
                  <a:gd name="T4" fmla="*/ 75 w 44"/>
                  <a:gd name="T5" fmla="*/ 52 h 24"/>
                  <a:gd name="T6" fmla="*/ 0 w 44"/>
                  <a:gd name="T7" fmla="*/ 13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4">
                    <a:moveTo>
                      <a:pt x="44" y="0"/>
                    </a:moveTo>
                    <a:cubicBezTo>
                      <a:pt x="39" y="0"/>
                      <a:pt x="35" y="1"/>
                      <a:pt x="30" y="2"/>
                    </a:cubicBezTo>
                    <a:cubicBezTo>
                      <a:pt x="25" y="4"/>
                      <a:pt x="21" y="6"/>
                      <a:pt x="16" y="9"/>
                    </a:cubicBezTo>
                    <a:cubicBezTo>
                      <a:pt x="11" y="12"/>
                      <a:pt x="1" y="17"/>
                      <a:pt x="0" y="2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4" name="Freeform 1553">
                <a:extLst>
                  <a:ext uri="{FF2B5EF4-FFF2-40B4-BE49-F238E27FC236}">
                    <a16:creationId xmlns:a16="http://schemas.microsoft.com/office/drawing/2014/main" id="{A61CD65F-0315-485A-A359-2BEC313A3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410"/>
                <a:ext cx="58" cy="55"/>
              </a:xfrm>
              <a:custGeom>
                <a:avLst/>
                <a:gdLst>
                  <a:gd name="T0" fmla="*/ 0 w 35"/>
                  <a:gd name="T1" fmla="*/ 174 h 31"/>
                  <a:gd name="T2" fmla="*/ 159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3" y="13"/>
                      <a:pt x="21" y="6"/>
                      <a:pt x="3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5" name="Freeform 1554">
                <a:extLst>
                  <a:ext uri="{FF2B5EF4-FFF2-40B4-BE49-F238E27FC236}">
                    <a16:creationId xmlns:a16="http://schemas.microsoft.com/office/drawing/2014/main" id="{2B5ABE39-422A-4E44-9996-8E4DDE7B8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332"/>
                <a:ext cx="84" cy="25"/>
              </a:xfrm>
              <a:custGeom>
                <a:avLst/>
                <a:gdLst>
                  <a:gd name="T0" fmla="*/ 227 w 51"/>
                  <a:gd name="T1" fmla="*/ 0 h 14"/>
                  <a:gd name="T2" fmla="*/ 152 w 51"/>
                  <a:gd name="T3" fmla="*/ 7 h 14"/>
                  <a:gd name="T4" fmla="*/ 96 w 51"/>
                  <a:gd name="T5" fmla="*/ 23 h 14"/>
                  <a:gd name="T6" fmla="*/ 41 w 51"/>
                  <a:gd name="T7" fmla="*/ 52 h 14"/>
                  <a:gd name="T8" fmla="*/ 0 w 51"/>
                  <a:gd name="T9" fmla="*/ 8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">
                    <a:moveTo>
                      <a:pt x="51" y="0"/>
                    </a:moveTo>
                    <a:cubicBezTo>
                      <a:pt x="45" y="1"/>
                      <a:pt x="39" y="0"/>
                      <a:pt x="34" y="1"/>
                    </a:cubicBezTo>
                    <a:cubicBezTo>
                      <a:pt x="29" y="2"/>
                      <a:pt x="25" y="3"/>
                      <a:pt x="21" y="4"/>
                    </a:cubicBezTo>
                    <a:cubicBezTo>
                      <a:pt x="17" y="5"/>
                      <a:pt x="13" y="7"/>
                      <a:pt x="9" y="9"/>
                    </a:cubicBezTo>
                    <a:cubicBezTo>
                      <a:pt x="7" y="10"/>
                      <a:pt x="2" y="12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6" name="Freeform 1555">
                <a:extLst>
                  <a:ext uri="{FF2B5EF4-FFF2-40B4-BE49-F238E27FC236}">
                    <a16:creationId xmlns:a16="http://schemas.microsoft.com/office/drawing/2014/main" id="{2BCC92BF-BBF3-4CA0-81A3-076B577B7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334"/>
                <a:ext cx="307" cy="237"/>
              </a:xfrm>
              <a:custGeom>
                <a:avLst/>
                <a:gdLst>
                  <a:gd name="T0" fmla="*/ 0 w 185"/>
                  <a:gd name="T1" fmla="*/ 60 h 134"/>
                  <a:gd name="T2" fmla="*/ 113 w 185"/>
                  <a:gd name="T3" fmla="*/ 12 h 134"/>
                  <a:gd name="T4" fmla="*/ 151 w 185"/>
                  <a:gd name="T5" fmla="*/ 12 h 134"/>
                  <a:gd name="T6" fmla="*/ 192 w 185"/>
                  <a:gd name="T7" fmla="*/ 65 h 134"/>
                  <a:gd name="T8" fmla="*/ 229 w 185"/>
                  <a:gd name="T9" fmla="*/ 110 h 134"/>
                  <a:gd name="T10" fmla="*/ 270 w 185"/>
                  <a:gd name="T11" fmla="*/ 115 h 134"/>
                  <a:gd name="T12" fmla="*/ 360 w 185"/>
                  <a:gd name="T13" fmla="*/ 131 h 134"/>
                  <a:gd name="T14" fmla="*/ 425 w 185"/>
                  <a:gd name="T15" fmla="*/ 203 h 134"/>
                  <a:gd name="T16" fmla="*/ 504 w 185"/>
                  <a:gd name="T17" fmla="*/ 260 h 134"/>
                  <a:gd name="T18" fmla="*/ 664 w 185"/>
                  <a:gd name="T19" fmla="*/ 382 h 134"/>
                  <a:gd name="T20" fmla="*/ 677 w 185"/>
                  <a:gd name="T21" fmla="*/ 447 h 134"/>
                  <a:gd name="T22" fmla="*/ 700 w 185"/>
                  <a:gd name="T23" fmla="*/ 481 h 134"/>
                  <a:gd name="T24" fmla="*/ 823 w 185"/>
                  <a:gd name="T25" fmla="*/ 614 h 134"/>
                  <a:gd name="T26" fmla="*/ 840 w 185"/>
                  <a:gd name="T27" fmla="*/ 697 h 134"/>
                  <a:gd name="T28" fmla="*/ 845 w 185"/>
                  <a:gd name="T29" fmla="*/ 741 h 1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5" h="134">
                    <a:moveTo>
                      <a:pt x="0" y="11"/>
                    </a:moveTo>
                    <a:cubicBezTo>
                      <a:pt x="6" y="6"/>
                      <a:pt x="17" y="4"/>
                      <a:pt x="25" y="2"/>
                    </a:cubicBezTo>
                    <a:cubicBezTo>
                      <a:pt x="28" y="1"/>
                      <a:pt x="30" y="0"/>
                      <a:pt x="33" y="2"/>
                    </a:cubicBezTo>
                    <a:cubicBezTo>
                      <a:pt x="37" y="4"/>
                      <a:pt x="39" y="9"/>
                      <a:pt x="42" y="12"/>
                    </a:cubicBezTo>
                    <a:cubicBezTo>
                      <a:pt x="44" y="15"/>
                      <a:pt x="46" y="19"/>
                      <a:pt x="50" y="20"/>
                    </a:cubicBezTo>
                    <a:cubicBezTo>
                      <a:pt x="52" y="22"/>
                      <a:pt x="56" y="21"/>
                      <a:pt x="59" y="21"/>
                    </a:cubicBezTo>
                    <a:cubicBezTo>
                      <a:pt x="66" y="21"/>
                      <a:pt x="73" y="21"/>
                      <a:pt x="79" y="24"/>
                    </a:cubicBezTo>
                    <a:cubicBezTo>
                      <a:pt x="87" y="26"/>
                      <a:pt x="89" y="31"/>
                      <a:pt x="93" y="37"/>
                    </a:cubicBezTo>
                    <a:cubicBezTo>
                      <a:pt x="96" y="42"/>
                      <a:pt x="104" y="45"/>
                      <a:pt x="110" y="47"/>
                    </a:cubicBezTo>
                    <a:cubicBezTo>
                      <a:pt x="123" y="51"/>
                      <a:pt x="138" y="56"/>
                      <a:pt x="145" y="69"/>
                    </a:cubicBezTo>
                    <a:cubicBezTo>
                      <a:pt x="147" y="73"/>
                      <a:pt x="147" y="77"/>
                      <a:pt x="148" y="81"/>
                    </a:cubicBezTo>
                    <a:cubicBezTo>
                      <a:pt x="149" y="84"/>
                      <a:pt x="150" y="85"/>
                      <a:pt x="153" y="87"/>
                    </a:cubicBezTo>
                    <a:cubicBezTo>
                      <a:pt x="163" y="94"/>
                      <a:pt x="173" y="100"/>
                      <a:pt x="180" y="111"/>
                    </a:cubicBezTo>
                    <a:cubicBezTo>
                      <a:pt x="183" y="115"/>
                      <a:pt x="184" y="121"/>
                      <a:pt x="184" y="126"/>
                    </a:cubicBezTo>
                    <a:cubicBezTo>
                      <a:pt x="184" y="129"/>
                      <a:pt x="184" y="132"/>
                      <a:pt x="185" y="1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7" name="Freeform 1556">
                <a:extLst>
                  <a:ext uri="{FF2B5EF4-FFF2-40B4-BE49-F238E27FC236}">
                    <a16:creationId xmlns:a16="http://schemas.microsoft.com/office/drawing/2014/main" id="{22E5DCF3-F6A7-4F39-99B0-732ACE3F7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325"/>
                <a:ext cx="61" cy="16"/>
              </a:xfrm>
              <a:custGeom>
                <a:avLst/>
                <a:gdLst>
                  <a:gd name="T0" fmla="*/ 0 w 37"/>
                  <a:gd name="T1" fmla="*/ 21 h 9"/>
                  <a:gd name="T2" fmla="*/ 49 w 37"/>
                  <a:gd name="T3" fmla="*/ 7 h 9"/>
                  <a:gd name="T4" fmla="*/ 104 w 37"/>
                  <a:gd name="T5" fmla="*/ 7 h 9"/>
                  <a:gd name="T6" fmla="*/ 147 w 37"/>
                  <a:gd name="T7" fmla="*/ 36 h 9"/>
                  <a:gd name="T8" fmla="*/ 167 w 37"/>
                  <a:gd name="T9" fmla="*/ 5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4"/>
                    </a:moveTo>
                    <a:cubicBezTo>
                      <a:pt x="4" y="4"/>
                      <a:pt x="7" y="2"/>
                      <a:pt x="11" y="1"/>
                    </a:cubicBezTo>
                    <a:cubicBezTo>
                      <a:pt x="15" y="0"/>
                      <a:pt x="20" y="0"/>
                      <a:pt x="23" y="1"/>
                    </a:cubicBezTo>
                    <a:cubicBezTo>
                      <a:pt x="27" y="2"/>
                      <a:pt x="30" y="4"/>
                      <a:pt x="33" y="6"/>
                    </a:cubicBezTo>
                    <a:cubicBezTo>
                      <a:pt x="34" y="7"/>
                      <a:pt x="36" y="8"/>
                      <a:pt x="37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8" name="Freeform 1557">
                <a:extLst>
                  <a:ext uri="{FF2B5EF4-FFF2-40B4-BE49-F238E27FC236}">
                    <a16:creationId xmlns:a16="http://schemas.microsoft.com/office/drawing/2014/main" id="{248439E9-E961-4872-BB3D-55ACBFAFC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339"/>
                <a:ext cx="73" cy="37"/>
              </a:xfrm>
              <a:custGeom>
                <a:avLst/>
                <a:gdLst>
                  <a:gd name="T0" fmla="*/ 0 w 44"/>
                  <a:gd name="T1" fmla="*/ 0 h 21"/>
                  <a:gd name="T2" fmla="*/ 50 w 44"/>
                  <a:gd name="T3" fmla="*/ 21 h 21"/>
                  <a:gd name="T4" fmla="*/ 133 w 44"/>
                  <a:gd name="T5" fmla="*/ 49 h 21"/>
                  <a:gd name="T6" fmla="*/ 201 w 44"/>
                  <a:gd name="T7" fmla="*/ 1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1" y="2"/>
                      <a:pt x="8" y="3"/>
                      <a:pt x="11" y="4"/>
                    </a:cubicBezTo>
                    <a:cubicBezTo>
                      <a:pt x="17" y="5"/>
                      <a:pt x="23" y="7"/>
                      <a:pt x="29" y="9"/>
                    </a:cubicBezTo>
                    <a:cubicBezTo>
                      <a:pt x="35" y="11"/>
                      <a:pt x="41" y="16"/>
                      <a:pt x="44" y="2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9" name="Freeform 1558">
                <a:extLst>
                  <a:ext uri="{FF2B5EF4-FFF2-40B4-BE49-F238E27FC236}">
                    <a16:creationId xmlns:a16="http://schemas.microsoft.com/office/drawing/2014/main" id="{EA4FEACA-70F8-4D77-99C3-943DF62C5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382"/>
                <a:ext cx="70" cy="46"/>
              </a:xfrm>
              <a:custGeom>
                <a:avLst/>
                <a:gdLst>
                  <a:gd name="T0" fmla="*/ 0 w 42"/>
                  <a:gd name="T1" fmla="*/ 0 h 26"/>
                  <a:gd name="T2" fmla="*/ 78 w 42"/>
                  <a:gd name="T3" fmla="*/ 28 h 26"/>
                  <a:gd name="T4" fmla="*/ 147 w 42"/>
                  <a:gd name="T5" fmla="*/ 73 h 26"/>
                  <a:gd name="T6" fmla="*/ 180 w 42"/>
                  <a:gd name="T7" fmla="*/ 115 h 26"/>
                  <a:gd name="T8" fmla="*/ 195 w 42"/>
                  <a:gd name="T9" fmla="*/ 14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6">
                    <a:moveTo>
                      <a:pt x="0" y="0"/>
                    </a:moveTo>
                    <a:cubicBezTo>
                      <a:pt x="5" y="3"/>
                      <a:pt x="11" y="3"/>
                      <a:pt x="17" y="5"/>
                    </a:cubicBezTo>
                    <a:cubicBezTo>
                      <a:pt x="23" y="7"/>
                      <a:pt x="28" y="10"/>
                      <a:pt x="32" y="13"/>
                    </a:cubicBezTo>
                    <a:cubicBezTo>
                      <a:pt x="35" y="16"/>
                      <a:pt x="37" y="18"/>
                      <a:pt x="39" y="21"/>
                    </a:cubicBezTo>
                    <a:cubicBezTo>
                      <a:pt x="40" y="23"/>
                      <a:pt x="41" y="25"/>
                      <a:pt x="42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0" name="Freeform 1559">
                <a:extLst>
                  <a:ext uri="{FF2B5EF4-FFF2-40B4-BE49-F238E27FC236}">
                    <a16:creationId xmlns:a16="http://schemas.microsoft.com/office/drawing/2014/main" id="{4D1071CF-C792-456B-9F16-62D9C39CE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445"/>
                <a:ext cx="51" cy="67"/>
              </a:xfrm>
              <a:custGeom>
                <a:avLst/>
                <a:gdLst>
                  <a:gd name="T0" fmla="*/ 0 w 31"/>
                  <a:gd name="T1" fmla="*/ 0 h 38"/>
                  <a:gd name="T2" fmla="*/ 43 w 31"/>
                  <a:gd name="T3" fmla="*/ 60 h 38"/>
                  <a:gd name="T4" fmla="*/ 95 w 31"/>
                  <a:gd name="T5" fmla="*/ 115 h 38"/>
                  <a:gd name="T6" fmla="*/ 138 w 31"/>
                  <a:gd name="T7" fmla="*/ 20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2" y="5"/>
                      <a:pt x="6" y="8"/>
                      <a:pt x="10" y="11"/>
                    </a:cubicBezTo>
                    <a:cubicBezTo>
                      <a:pt x="15" y="14"/>
                      <a:pt x="18" y="17"/>
                      <a:pt x="21" y="21"/>
                    </a:cubicBezTo>
                    <a:cubicBezTo>
                      <a:pt x="26" y="27"/>
                      <a:pt x="28" y="32"/>
                      <a:pt x="31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1" name="Freeform 1560">
                <a:extLst>
                  <a:ext uri="{FF2B5EF4-FFF2-40B4-BE49-F238E27FC236}">
                    <a16:creationId xmlns:a16="http://schemas.microsoft.com/office/drawing/2014/main" id="{4CA63DD3-7FE8-4150-A4C1-5A3CD4D80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352"/>
                <a:ext cx="68" cy="38"/>
              </a:xfrm>
              <a:custGeom>
                <a:avLst/>
                <a:gdLst>
                  <a:gd name="T0" fmla="*/ 0 w 41"/>
                  <a:gd name="T1" fmla="*/ 5 h 22"/>
                  <a:gd name="T2" fmla="*/ 55 w 41"/>
                  <a:gd name="T3" fmla="*/ 0 h 22"/>
                  <a:gd name="T4" fmla="*/ 104 w 41"/>
                  <a:gd name="T5" fmla="*/ 16 h 22"/>
                  <a:gd name="T6" fmla="*/ 154 w 41"/>
                  <a:gd name="T7" fmla="*/ 57 h 22"/>
                  <a:gd name="T8" fmla="*/ 187 w 41"/>
                  <a:gd name="T9" fmla="*/ 1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2">
                    <a:moveTo>
                      <a:pt x="0" y="1"/>
                    </a:moveTo>
                    <a:cubicBezTo>
                      <a:pt x="3" y="2"/>
                      <a:pt x="8" y="0"/>
                      <a:pt x="12" y="0"/>
                    </a:cubicBezTo>
                    <a:cubicBezTo>
                      <a:pt x="16" y="1"/>
                      <a:pt x="20" y="2"/>
                      <a:pt x="23" y="3"/>
                    </a:cubicBezTo>
                    <a:cubicBezTo>
                      <a:pt x="27" y="5"/>
                      <a:pt x="32" y="8"/>
                      <a:pt x="34" y="11"/>
                    </a:cubicBezTo>
                    <a:cubicBezTo>
                      <a:pt x="37" y="15"/>
                      <a:pt x="38" y="19"/>
                      <a:pt x="41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2" name="Freeform 1561">
                <a:extLst>
                  <a:ext uri="{FF2B5EF4-FFF2-40B4-BE49-F238E27FC236}">
                    <a16:creationId xmlns:a16="http://schemas.microsoft.com/office/drawing/2014/main" id="{063D59F8-1798-4426-BAAA-32C5677A1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398"/>
                <a:ext cx="63" cy="63"/>
              </a:xfrm>
              <a:custGeom>
                <a:avLst/>
                <a:gdLst>
                  <a:gd name="T0" fmla="*/ 0 w 38"/>
                  <a:gd name="T1" fmla="*/ 0 h 36"/>
                  <a:gd name="T2" fmla="*/ 75 w 38"/>
                  <a:gd name="T3" fmla="*/ 28 h 36"/>
                  <a:gd name="T4" fmla="*/ 113 w 38"/>
                  <a:gd name="T5" fmla="*/ 58 h 36"/>
                  <a:gd name="T6" fmla="*/ 154 w 38"/>
                  <a:gd name="T7" fmla="*/ 135 h 36"/>
                  <a:gd name="T8" fmla="*/ 172 w 38"/>
                  <a:gd name="T9" fmla="*/ 19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5" y="1"/>
                      <a:pt x="11" y="3"/>
                      <a:pt x="16" y="5"/>
                    </a:cubicBezTo>
                    <a:cubicBezTo>
                      <a:pt x="20" y="6"/>
                      <a:pt x="22" y="8"/>
                      <a:pt x="25" y="11"/>
                    </a:cubicBezTo>
                    <a:cubicBezTo>
                      <a:pt x="28" y="16"/>
                      <a:pt x="32" y="20"/>
                      <a:pt x="34" y="25"/>
                    </a:cubicBezTo>
                    <a:cubicBezTo>
                      <a:pt x="36" y="28"/>
                      <a:pt x="36" y="33"/>
                      <a:pt x="38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3" name="Freeform 1562">
                <a:extLst>
                  <a:ext uri="{FF2B5EF4-FFF2-40B4-BE49-F238E27FC236}">
                    <a16:creationId xmlns:a16="http://schemas.microsoft.com/office/drawing/2014/main" id="{C1703FD7-2A7E-4C97-98A7-669E37A0C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329"/>
                <a:ext cx="84" cy="24"/>
              </a:xfrm>
              <a:custGeom>
                <a:avLst/>
                <a:gdLst>
                  <a:gd name="T0" fmla="*/ 227 w 51"/>
                  <a:gd name="T1" fmla="*/ 70 h 14"/>
                  <a:gd name="T2" fmla="*/ 171 w 51"/>
                  <a:gd name="T3" fmla="*/ 29 h 14"/>
                  <a:gd name="T4" fmla="*/ 119 w 51"/>
                  <a:gd name="T5" fmla="*/ 9 h 14"/>
                  <a:gd name="T6" fmla="*/ 0 w 51"/>
                  <a:gd name="T7" fmla="*/ 1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4">
                    <a:moveTo>
                      <a:pt x="51" y="14"/>
                    </a:moveTo>
                    <a:cubicBezTo>
                      <a:pt x="47" y="13"/>
                      <a:pt x="42" y="8"/>
                      <a:pt x="38" y="6"/>
                    </a:cubicBezTo>
                    <a:cubicBezTo>
                      <a:pt x="35" y="4"/>
                      <a:pt x="31" y="3"/>
                      <a:pt x="27" y="2"/>
                    </a:cubicBezTo>
                    <a:cubicBezTo>
                      <a:pt x="18" y="0"/>
                      <a:pt x="9" y="3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4" name="Freeform 1563">
                <a:extLst>
                  <a:ext uri="{FF2B5EF4-FFF2-40B4-BE49-F238E27FC236}">
                    <a16:creationId xmlns:a16="http://schemas.microsoft.com/office/drawing/2014/main" id="{21E22F4E-F141-4983-8490-B5BF256C8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318"/>
                <a:ext cx="81" cy="11"/>
              </a:xfrm>
              <a:custGeom>
                <a:avLst/>
                <a:gdLst>
                  <a:gd name="T0" fmla="*/ 0 w 49"/>
                  <a:gd name="T1" fmla="*/ 37 h 6"/>
                  <a:gd name="T2" fmla="*/ 58 w 49"/>
                  <a:gd name="T3" fmla="*/ 7 h 6"/>
                  <a:gd name="T4" fmla="*/ 122 w 49"/>
                  <a:gd name="T5" fmla="*/ 0 h 6"/>
                  <a:gd name="T6" fmla="*/ 222 w 49"/>
                  <a:gd name="T7" fmla="*/ 3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">
                    <a:moveTo>
                      <a:pt x="0" y="6"/>
                    </a:moveTo>
                    <a:cubicBezTo>
                      <a:pt x="1" y="5"/>
                      <a:pt x="10" y="2"/>
                      <a:pt x="13" y="1"/>
                    </a:cubicBezTo>
                    <a:cubicBezTo>
                      <a:pt x="17" y="0"/>
                      <a:pt x="22" y="1"/>
                      <a:pt x="27" y="0"/>
                    </a:cubicBezTo>
                    <a:cubicBezTo>
                      <a:pt x="35" y="0"/>
                      <a:pt x="41" y="2"/>
                      <a:pt x="49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5" name="Freeform 1564">
                <a:extLst>
                  <a:ext uri="{FF2B5EF4-FFF2-40B4-BE49-F238E27FC236}">
                    <a16:creationId xmlns:a16="http://schemas.microsoft.com/office/drawing/2014/main" id="{A8766987-F4E0-42F1-B0F4-DD87F17BC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571"/>
                <a:ext cx="49" cy="170"/>
              </a:xfrm>
              <a:custGeom>
                <a:avLst/>
                <a:gdLst>
                  <a:gd name="T0" fmla="*/ 0 w 30"/>
                  <a:gd name="T1" fmla="*/ 0 h 96"/>
                  <a:gd name="T2" fmla="*/ 54 w 30"/>
                  <a:gd name="T3" fmla="*/ 50 h 96"/>
                  <a:gd name="T4" fmla="*/ 88 w 30"/>
                  <a:gd name="T5" fmla="*/ 138 h 96"/>
                  <a:gd name="T6" fmla="*/ 77 w 30"/>
                  <a:gd name="T7" fmla="*/ 244 h 96"/>
                  <a:gd name="T8" fmla="*/ 101 w 30"/>
                  <a:gd name="T9" fmla="*/ 301 h 96"/>
                  <a:gd name="T10" fmla="*/ 131 w 30"/>
                  <a:gd name="T11" fmla="*/ 411 h 96"/>
                  <a:gd name="T12" fmla="*/ 118 w 30"/>
                  <a:gd name="T13" fmla="*/ 499 h 96"/>
                  <a:gd name="T14" fmla="*/ 113 w 30"/>
                  <a:gd name="T15" fmla="*/ 533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96">
                    <a:moveTo>
                      <a:pt x="0" y="0"/>
                    </a:moveTo>
                    <a:cubicBezTo>
                      <a:pt x="2" y="4"/>
                      <a:pt x="8" y="6"/>
                      <a:pt x="12" y="9"/>
                    </a:cubicBezTo>
                    <a:cubicBezTo>
                      <a:pt x="16" y="13"/>
                      <a:pt x="19" y="19"/>
                      <a:pt x="20" y="25"/>
                    </a:cubicBezTo>
                    <a:cubicBezTo>
                      <a:pt x="21" y="31"/>
                      <a:pt x="17" y="38"/>
                      <a:pt x="18" y="44"/>
                    </a:cubicBezTo>
                    <a:cubicBezTo>
                      <a:pt x="19" y="48"/>
                      <a:pt x="21" y="51"/>
                      <a:pt x="23" y="54"/>
                    </a:cubicBezTo>
                    <a:cubicBezTo>
                      <a:pt x="26" y="60"/>
                      <a:pt x="29" y="67"/>
                      <a:pt x="30" y="74"/>
                    </a:cubicBezTo>
                    <a:cubicBezTo>
                      <a:pt x="30" y="80"/>
                      <a:pt x="29" y="85"/>
                      <a:pt x="27" y="90"/>
                    </a:cubicBezTo>
                    <a:cubicBezTo>
                      <a:pt x="27" y="92"/>
                      <a:pt x="26" y="94"/>
                      <a:pt x="26" y="9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6" name="Freeform 1565">
                <a:extLst>
                  <a:ext uri="{FF2B5EF4-FFF2-40B4-BE49-F238E27FC236}">
                    <a16:creationId xmlns:a16="http://schemas.microsoft.com/office/drawing/2014/main" id="{EDDDCEB7-BEFD-4F23-8603-8CFB75632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74"/>
                <a:ext cx="42" cy="60"/>
              </a:xfrm>
              <a:custGeom>
                <a:avLst/>
                <a:gdLst>
                  <a:gd name="T0" fmla="*/ 0 w 25"/>
                  <a:gd name="T1" fmla="*/ 0 h 34"/>
                  <a:gd name="T2" fmla="*/ 96 w 25"/>
                  <a:gd name="T3" fmla="*/ 49 h 34"/>
                  <a:gd name="T4" fmla="*/ 119 w 25"/>
                  <a:gd name="T5" fmla="*/ 18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7" y="0"/>
                      <a:pt x="16" y="3"/>
                      <a:pt x="20" y="9"/>
                    </a:cubicBezTo>
                    <a:cubicBezTo>
                      <a:pt x="25" y="17"/>
                      <a:pt x="25" y="25"/>
                      <a:pt x="25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7" name="Freeform 1566">
                <a:extLst>
                  <a:ext uri="{FF2B5EF4-FFF2-40B4-BE49-F238E27FC236}">
                    <a16:creationId xmlns:a16="http://schemas.microsoft.com/office/drawing/2014/main" id="{23F13A61-850C-4131-8111-B778C8CC0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511"/>
                <a:ext cx="35" cy="86"/>
              </a:xfrm>
              <a:custGeom>
                <a:avLst/>
                <a:gdLst>
                  <a:gd name="T0" fmla="*/ 0 w 21"/>
                  <a:gd name="T1" fmla="*/ 0 h 49"/>
                  <a:gd name="T2" fmla="*/ 42 w 21"/>
                  <a:gd name="T3" fmla="*/ 58 h 49"/>
                  <a:gd name="T4" fmla="*/ 83 w 21"/>
                  <a:gd name="T5" fmla="*/ 119 h 49"/>
                  <a:gd name="T6" fmla="*/ 92 w 21"/>
                  <a:gd name="T7" fmla="*/ 232 h 49"/>
                  <a:gd name="T8" fmla="*/ 97 w 21"/>
                  <a:gd name="T9" fmla="*/ 26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9">
                    <a:moveTo>
                      <a:pt x="0" y="0"/>
                    </a:moveTo>
                    <a:cubicBezTo>
                      <a:pt x="2" y="5"/>
                      <a:pt x="5" y="8"/>
                      <a:pt x="9" y="11"/>
                    </a:cubicBezTo>
                    <a:cubicBezTo>
                      <a:pt x="13" y="14"/>
                      <a:pt x="16" y="17"/>
                      <a:pt x="18" y="22"/>
                    </a:cubicBezTo>
                    <a:cubicBezTo>
                      <a:pt x="20" y="29"/>
                      <a:pt x="18" y="36"/>
                      <a:pt x="20" y="43"/>
                    </a:cubicBezTo>
                    <a:cubicBezTo>
                      <a:pt x="20" y="45"/>
                      <a:pt x="21" y="47"/>
                      <a:pt x="21" y="4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8" name="Freeform 1567">
                <a:extLst>
                  <a:ext uri="{FF2B5EF4-FFF2-40B4-BE49-F238E27FC236}">
                    <a16:creationId xmlns:a16="http://schemas.microsoft.com/office/drawing/2014/main" id="{FECE9CDF-1CDF-4D00-A68E-12AA4DF53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604"/>
                <a:ext cx="19" cy="78"/>
              </a:xfrm>
              <a:custGeom>
                <a:avLst/>
                <a:gdLst>
                  <a:gd name="T0" fmla="*/ 0 w 12"/>
                  <a:gd name="T1" fmla="*/ 0 h 44"/>
                  <a:gd name="T2" fmla="*/ 48 w 12"/>
                  <a:gd name="T3" fmla="*/ 145 h 44"/>
                  <a:gd name="T4" fmla="*/ 40 w 12"/>
                  <a:gd name="T5" fmla="*/ 211 h 44"/>
                  <a:gd name="T6" fmla="*/ 35 w 12"/>
                  <a:gd name="T7" fmla="*/ 24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4">
                    <a:moveTo>
                      <a:pt x="0" y="0"/>
                    </a:moveTo>
                    <a:cubicBezTo>
                      <a:pt x="5" y="9"/>
                      <a:pt x="12" y="16"/>
                      <a:pt x="12" y="26"/>
                    </a:cubicBezTo>
                    <a:cubicBezTo>
                      <a:pt x="12" y="30"/>
                      <a:pt x="11" y="34"/>
                      <a:pt x="10" y="38"/>
                    </a:cubicBezTo>
                    <a:cubicBezTo>
                      <a:pt x="10" y="40"/>
                      <a:pt x="9" y="44"/>
                      <a:pt x="9" y="4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9" name="Freeform 1568">
                <a:extLst>
                  <a:ext uri="{FF2B5EF4-FFF2-40B4-BE49-F238E27FC236}">
                    <a16:creationId xmlns:a16="http://schemas.microsoft.com/office/drawing/2014/main" id="{7A034BD8-C93D-4613-A658-A13F7EC55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566"/>
                <a:ext cx="23" cy="69"/>
              </a:xfrm>
              <a:custGeom>
                <a:avLst/>
                <a:gdLst>
                  <a:gd name="T0" fmla="*/ 0 w 14"/>
                  <a:gd name="T1" fmla="*/ 0 h 39"/>
                  <a:gd name="T2" fmla="*/ 49 w 14"/>
                  <a:gd name="T3" fmla="*/ 94 h 39"/>
                  <a:gd name="T4" fmla="*/ 58 w 14"/>
                  <a:gd name="T5" fmla="*/ 166 h 39"/>
                  <a:gd name="T6" fmla="*/ 62 w 14"/>
                  <a:gd name="T7" fmla="*/ 21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5" y="5"/>
                      <a:pt x="8" y="10"/>
                      <a:pt x="11" y="17"/>
                    </a:cubicBezTo>
                    <a:cubicBezTo>
                      <a:pt x="12" y="22"/>
                      <a:pt x="13" y="26"/>
                      <a:pt x="13" y="30"/>
                    </a:cubicBezTo>
                    <a:cubicBezTo>
                      <a:pt x="13" y="33"/>
                      <a:pt x="13" y="36"/>
                      <a:pt x="14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0" name="Freeform 1569">
                <a:extLst>
                  <a:ext uri="{FF2B5EF4-FFF2-40B4-BE49-F238E27FC236}">
                    <a16:creationId xmlns:a16="http://schemas.microsoft.com/office/drawing/2014/main" id="{885747A0-3CC7-4479-B2AE-1D6C7A60A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741"/>
                <a:ext cx="102" cy="293"/>
              </a:xfrm>
              <a:custGeom>
                <a:avLst/>
                <a:gdLst>
                  <a:gd name="T0" fmla="*/ 255 w 62"/>
                  <a:gd name="T1" fmla="*/ 0 h 166"/>
                  <a:gd name="T2" fmla="*/ 271 w 62"/>
                  <a:gd name="T3" fmla="*/ 152 h 166"/>
                  <a:gd name="T4" fmla="*/ 271 w 62"/>
                  <a:gd name="T5" fmla="*/ 215 h 166"/>
                  <a:gd name="T6" fmla="*/ 243 w 62"/>
                  <a:gd name="T7" fmla="*/ 265 h 166"/>
                  <a:gd name="T8" fmla="*/ 240 w 62"/>
                  <a:gd name="T9" fmla="*/ 387 h 166"/>
                  <a:gd name="T10" fmla="*/ 206 w 62"/>
                  <a:gd name="T11" fmla="*/ 538 h 166"/>
                  <a:gd name="T12" fmla="*/ 156 w 62"/>
                  <a:gd name="T13" fmla="*/ 616 h 166"/>
                  <a:gd name="T14" fmla="*/ 105 w 62"/>
                  <a:gd name="T15" fmla="*/ 807 h 166"/>
                  <a:gd name="T16" fmla="*/ 41 w 62"/>
                  <a:gd name="T17" fmla="*/ 879 h 166"/>
                  <a:gd name="T18" fmla="*/ 0 w 62"/>
                  <a:gd name="T19" fmla="*/ 913 h 1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166">
                    <a:moveTo>
                      <a:pt x="57" y="0"/>
                    </a:moveTo>
                    <a:cubicBezTo>
                      <a:pt x="57" y="9"/>
                      <a:pt x="61" y="19"/>
                      <a:pt x="61" y="28"/>
                    </a:cubicBezTo>
                    <a:cubicBezTo>
                      <a:pt x="62" y="32"/>
                      <a:pt x="62" y="36"/>
                      <a:pt x="61" y="39"/>
                    </a:cubicBezTo>
                    <a:cubicBezTo>
                      <a:pt x="60" y="43"/>
                      <a:pt x="57" y="45"/>
                      <a:pt x="55" y="48"/>
                    </a:cubicBezTo>
                    <a:cubicBezTo>
                      <a:pt x="51" y="54"/>
                      <a:pt x="54" y="63"/>
                      <a:pt x="54" y="70"/>
                    </a:cubicBezTo>
                    <a:cubicBezTo>
                      <a:pt x="54" y="80"/>
                      <a:pt x="54" y="91"/>
                      <a:pt x="46" y="98"/>
                    </a:cubicBezTo>
                    <a:cubicBezTo>
                      <a:pt x="41" y="102"/>
                      <a:pt x="36" y="106"/>
                      <a:pt x="35" y="112"/>
                    </a:cubicBezTo>
                    <a:cubicBezTo>
                      <a:pt x="31" y="124"/>
                      <a:pt x="33" y="137"/>
                      <a:pt x="24" y="147"/>
                    </a:cubicBezTo>
                    <a:cubicBezTo>
                      <a:pt x="20" y="152"/>
                      <a:pt x="15" y="157"/>
                      <a:pt x="9" y="160"/>
                    </a:cubicBezTo>
                    <a:cubicBezTo>
                      <a:pt x="6" y="161"/>
                      <a:pt x="2" y="163"/>
                      <a:pt x="0" y="16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1" name="Freeform 1570">
                <a:extLst>
                  <a:ext uri="{FF2B5EF4-FFF2-40B4-BE49-F238E27FC236}">
                    <a16:creationId xmlns:a16="http://schemas.microsoft.com/office/drawing/2014/main" id="{CCB34FC9-A8EE-42EF-9072-F9254BA81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3138"/>
                <a:ext cx="285" cy="50"/>
              </a:xfrm>
              <a:custGeom>
                <a:avLst/>
                <a:gdLst>
                  <a:gd name="T0" fmla="*/ 0 w 172"/>
                  <a:gd name="T1" fmla="*/ 0 h 28"/>
                  <a:gd name="T2" fmla="*/ 83 w 172"/>
                  <a:gd name="T3" fmla="*/ 109 h 28"/>
                  <a:gd name="T4" fmla="*/ 192 w 172"/>
                  <a:gd name="T5" fmla="*/ 96 h 28"/>
                  <a:gd name="T6" fmla="*/ 285 w 172"/>
                  <a:gd name="T7" fmla="*/ 109 h 28"/>
                  <a:gd name="T8" fmla="*/ 444 w 172"/>
                  <a:gd name="T9" fmla="*/ 130 h 28"/>
                  <a:gd name="T10" fmla="*/ 519 w 172"/>
                  <a:gd name="T11" fmla="*/ 96 h 28"/>
                  <a:gd name="T12" fmla="*/ 560 w 172"/>
                  <a:gd name="T13" fmla="*/ 114 h 28"/>
                  <a:gd name="T14" fmla="*/ 645 w 172"/>
                  <a:gd name="T15" fmla="*/ 125 h 28"/>
                  <a:gd name="T16" fmla="*/ 782 w 172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28">
                    <a:moveTo>
                      <a:pt x="0" y="0"/>
                    </a:moveTo>
                    <a:cubicBezTo>
                      <a:pt x="3" y="5"/>
                      <a:pt x="12" y="15"/>
                      <a:pt x="18" y="19"/>
                    </a:cubicBezTo>
                    <a:cubicBezTo>
                      <a:pt x="26" y="23"/>
                      <a:pt x="34" y="20"/>
                      <a:pt x="42" y="17"/>
                    </a:cubicBezTo>
                    <a:cubicBezTo>
                      <a:pt x="50" y="14"/>
                      <a:pt x="55" y="17"/>
                      <a:pt x="63" y="19"/>
                    </a:cubicBezTo>
                    <a:cubicBezTo>
                      <a:pt x="76" y="23"/>
                      <a:pt x="84" y="28"/>
                      <a:pt x="98" y="23"/>
                    </a:cubicBezTo>
                    <a:cubicBezTo>
                      <a:pt x="104" y="20"/>
                      <a:pt x="108" y="16"/>
                      <a:pt x="114" y="17"/>
                    </a:cubicBezTo>
                    <a:cubicBezTo>
                      <a:pt x="117" y="17"/>
                      <a:pt x="120" y="19"/>
                      <a:pt x="123" y="20"/>
                    </a:cubicBezTo>
                    <a:cubicBezTo>
                      <a:pt x="129" y="22"/>
                      <a:pt x="136" y="23"/>
                      <a:pt x="142" y="22"/>
                    </a:cubicBezTo>
                    <a:cubicBezTo>
                      <a:pt x="153" y="21"/>
                      <a:pt x="167" y="11"/>
                      <a:pt x="172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2" name="Freeform 1571">
                <a:extLst>
                  <a:ext uri="{FF2B5EF4-FFF2-40B4-BE49-F238E27FC236}">
                    <a16:creationId xmlns:a16="http://schemas.microsoft.com/office/drawing/2014/main" id="{D50C6440-6FDF-40EE-A6BA-FAD2BF29A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3036"/>
                <a:ext cx="141" cy="104"/>
              </a:xfrm>
              <a:custGeom>
                <a:avLst/>
                <a:gdLst>
                  <a:gd name="T0" fmla="*/ 388 w 85"/>
                  <a:gd name="T1" fmla="*/ 0 h 59"/>
                  <a:gd name="T2" fmla="*/ 342 w 85"/>
                  <a:gd name="T3" fmla="*/ 78 h 59"/>
                  <a:gd name="T4" fmla="*/ 300 w 85"/>
                  <a:gd name="T5" fmla="*/ 137 h 59"/>
                  <a:gd name="T6" fmla="*/ 247 w 85"/>
                  <a:gd name="T7" fmla="*/ 152 h 59"/>
                  <a:gd name="T8" fmla="*/ 214 w 85"/>
                  <a:gd name="T9" fmla="*/ 196 h 59"/>
                  <a:gd name="T10" fmla="*/ 100 w 85"/>
                  <a:gd name="T11" fmla="*/ 308 h 59"/>
                  <a:gd name="T12" fmla="*/ 0 w 85"/>
                  <a:gd name="T13" fmla="*/ 31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59">
                    <a:moveTo>
                      <a:pt x="85" y="0"/>
                    </a:moveTo>
                    <a:cubicBezTo>
                      <a:pt x="82" y="0"/>
                      <a:pt x="77" y="11"/>
                      <a:pt x="75" y="14"/>
                    </a:cubicBezTo>
                    <a:cubicBezTo>
                      <a:pt x="73" y="19"/>
                      <a:pt x="71" y="22"/>
                      <a:pt x="66" y="25"/>
                    </a:cubicBezTo>
                    <a:cubicBezTo>
                      <a:pt x="62" y="26"/>
                      <a:pt x="58" y="27"/>
                      <a:pt x="54" y="28"/>
                    </a:cubicBezTo>
                    <a:cubicBezTo>
                      <a:pt x="50" y="29"/>
                      <a:pt x="49" y="31"/>
                      <a:pt x="47" y="36"/>
                    </a:cubicBezTo>
                    <a:cubicBezTo>
                      <a:pt x="41" y="47"/>
                      <a:pt x="35" y="54"/>
                      <a:pt x="22" y="56"/>
                    </a:cubicBezTo>
                    <a:cubicBezTo>
                      <a:pt x="14" y="57"/>
                      <a:pt x="7" y="59"/>
                      <a:pt x="0" y="5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3" name="Freeform 1572">
                <a:extLst>
                  <a:ext uri="{FF2B5EF4-FFF2-40B4-BE49-F238E27FC236}">
                    <a16:creationId xmlns:a16="http://schemas.microsoft.com/office/drawing/2014/main" id="{B160A439-9AB7-4703-B528-7DAE92B7C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682"/>
                <a:ext cx="24" cy="105"/>
              </a:xfrm>
              <a:custGeom>
                <a:avLst/>
                <a:gdLst>
                  <a:gd name="T0" fmla="*/ 0 w 14"/>
                  <a:gd name="T1" fmla="*/ 0 h 59"/>
                  <a:gd name="T2" fmla="*/ 62 w 14"/>
                  <a:gd name="T3" fmla="*/ 194 h 59"/>
                  <a:gd name="T4" fmla="*/ 9 w 14"/>
                  <a:gd name="T5" fmla="*/ 3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9">
                    <a:moveTo>
                      <a:pt x="0" y="0"/>
                    </a:moveTo>
                    <a:cubicBezTo>
                      <a:pt x="5" y="11"/>
                      <a:pt x="14" y="21"/>
                      <a:pt x="12" y="34"/>
                    </a:cubicBezTo>
                    <a:cubicBezTo>
                      <a:pt x="10" y="42"/>
                      <a:pt x="6" y="52"/>
                      <a:pt x="2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4" name="Freeform 1573">
                <a:extLst>
                  <a:ext uri="{FF2B5EF4-FFF2-40B4-BE49-F238E27FC236}">
                    <a16:creationId xmlns:a16="http://schemas.microsoft.com/office/drawing/2014/main" id="{F9CB8D0D-31F9-4538-A5C1-4C4BE5419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902"/>
                <a:ext cx="38" cy="84"/>
              </a:xfrm>
              <a:custGeom>
                <a:avLst/>
                <a:gdLst>
                  <a:gd name="T0" fmla="*/ 97 w 23"/>
                  <a:gd name="T1" fmla="*/ 0 h 48"/>
                  <a:gd name="T2" fmla="*/ 0 w 23"/>
                  <a:gd name="T3" fmla="*/ 25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8">
                    <a:moveTo>
                      <a:pt x="22" y="0"/>
                    </a:moveTo>
                    <a:cubicBezTo>
                      <a:pt x="23" y="19"/>
                      <a:pt x="16" y="37"/>
                      <a:pt x="0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5" name="Freeform 1574">
                <a:extLst>
                  <a:ext uri="{FF2B5EF4-FFF2-40B4-BE49-F238E27FC236}">
                    <a16:creationId xmlns:a16="http://schemas.microsoft.com/office/drawing/2014/main" id="{7E78E412-B9A7-4EBB-A3FF-E02FE49F3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3004"/>
                <a:ext cx="63" cy="73"/>
              </a:xfrm>
              <a:custGeom>
                <a:avLst/>
                <a:gdLst>
                  <a:gd name="T0" fmla="*/ 172 w 38"/>
                  <a:gd name="T1" fmla="*/ 0 h 41"/>
                  <a:gd name="T2" fmla="*/ 83 w 38"/>
                  <a:gd name="T3" fmla="*/ 187 h 41"/>
                  <a:gd name="T4" fmla="*/ 0 w 38"/>
                  <a:gd name="T5" fmla="*/ 23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38" y="0"/>
                    </a:moveTo>
                    <a:cubicBezTo>
                      <a:pt x="33" y="11"/>
                      <a:pt x="29" y="25"/>
                      <a:pt x="18" y="33"/>
                    </a:cubicBezTo>
                    <a:cubicBezTo>
                      <a:pt x="12" y="37"/>
                      <a:pt x="6" y="39"/>
                      <a:pt x="0" y="4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6" name="Freeform 1575">
                <a:extLst>
                  <a:ext uri="{FF2B5EF4-FFF2-40B4-BE49-F238E27FC236}">
                    <a16:creationId xmlns:a16="http://schemas.microsoft.com/office/drawing/2014/main" id="{96FDA16C-320C-4D1D-BE1F-2F973982F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133"/>
                <a:ext cx="93" cy="48"/>
              </a:xfrm>
              <a:custGeom>
                <a:avLst/>
                <a:gdLst>
                  <a:gd name="T0" fmla="*/ 256 w 56"/>
                  <a:gd name="T1" fmla="*/ 0 h 27"/>
                  <a:gd name="T2" fmla="*/ 221 w 56"/>
                  <a:gd name="T3" fmla="*/ 44 h 27"/>
                  <a:gd name="T4" fmla="*/ 168 w 56"/>
                  <a:gd name="T5" fmla="*/ 89 h 27"/>
                  <a:gd name="T6" fmla="*/ 83 w 56"/>
                  <a:gd name="T7" fmla="*/ 107 h 27"/>
                  <a:gd name="T8" fmla="*/ 0 w 56"/>
                  <a:gd name="T9" fmla="*/ 13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0"/>
                    </a:moveTo>
                    <a:cubicBezTo>
                      <a:pt x="55" y="3"/>
                      <a:pt x="50" y="6"/>
                      <a:pt x="48" y="8"/>
                    </a:cubicBezTo>
                    <a:cubicBezTo>
                      <a:pt x="45" y="11"/>
                      <a:pt x="41" y="14"/>
                      <a:pt x="37" y="16"/>
                    </a:cubicBezTo>
                    <a:cubicBezTo>
                      <a:pt x="31" y="18"/>
                      <a:pt x="25" y="18"/>
                      <a:pt x="18" y="19"/>
                    </a:cubicBezTo>
                    <a:cubicBezTo>
                      <a:pt x="13" y="20"/>
                      <a:pt x="5" y="27"/>
                      <a:pt x="0" y="2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7" name="Freeform 1576">
                <a:extLst>
                  <a:ext uri="{FF2B5EF4-FFF2-40B4-BE49-F238E27FC236}">
                    <a16:creationId xmlns:a16="http://schemas.microsoft.com/office/drawing/2014/main" id="{6AC60C3D-5A4B-49FB-99D5-158ECFD9F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636"/>
                <a:ext cx="20" cy="85"/>
              </a:xfrm>
              <a:custGeom>
                <a:avLst/>
                <a:gdLst>
                  <a:gd name="T0" fmla="*/ 0 w 12"/>
                  <a:gd name="T1" fmla="*/ 0 h 48"/>
                  <a:gd name="T2" fmla="*/ 42 w 12"/>
                  <a:gd name="T3" fmla="*/ 135 h 48"/>
                  <a:gd name="T4" fmla="*/ 37 w 12"/>
                  <a:gd name="T5" fmla="*/ 26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0" y="0"/>
                    </a:moveTo>
                    <a:cubicBezTo>
                      <a:pt x="5" y="6"/>
                      <a:pt x="8" y="16"/>
                      <a:pt x="9" y="24"/>
                    </a:cubicBezTo>
                    <a:cubicBezTo>
                      <a:pt x="10" y="30"/>
                      <a:pt x="12" y="42"/>
                      <a:pt x="8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8" name="Freeform 1577">
                <a:extLst>
                  <a:ext uri="{FF2B5EF4-FFF2-40B4-BE49-F238E27FC236}">
                    <a16:creationId xmlns:a16="http://schemas.microsoft.com/office/drawing/2014/main" id="{95B4843C-60B7-49F6-B65F-51A53F7A6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802"/>
                <a:ext cx="21" cy="96"/>
              </a:xfrm>
              <a:custGeom>
                <a:avLst/>
                <a:gdLst>
                  <a:gd name="T0" fmla="*/ 39 w 13"/>
                  <a:gd name="T1" fmla="*/ 0 h 54"/>
                  <a:gd name="T2" fmla="*/ 50 w 13"/>
                  <a:gd name="T3" fmla="*/ 101 h 54"/>
                  <a:gd name="T4" fmla="*/ 42 w 13"/>
                  <a:gd name="T5" fmla="*/ 196 h 54"/>
                  <a:gd name="T6" fmla="*/ 0 w 13"/>
                  <a:gd name="T7" fmla="*/ 30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4">
                    <a:moveTo>
                      <a:pt x="9" y="0"/>
                    </a:moveTo>
                    <a:cubicBezTo>
                      <a:pt x="9" y="6"/>
                      <a:pt x="12" y="12"/>
                      <a:pt x="12" y="18"/>
                    </a:cubicBezTo>
                    <a:cubicBezTo>
                      <a:pt x="13" y="24"/>
                      <a:pt x="11" y="29"/>
                      <a:pt x="10" y="35"/>
                    </a:cubicBezTo>
                    <a:cubicBezTo>
                      <a:pt x="8" y="42"/>
                      <a:pt x="4" y="49"/>
                      <a:pt x="0" y="5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9" name="Freeform 1578">
                <a:extLst>
                  <a:ext uri="{FF2B5EF4-FFF2-40B4-BE49-F238E27FC236}">
                    <a16:creationId xmlns:a16="http://schemas.microsoft.com/office/drawing/2014/main" id="{0315DE37-8C44-456E-8525-70414AA50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741"/>
                <a:ext cx="19" cy="102"/>
              </a:xfrm>
              <a:custGeom>
                <a:avLst/>
                <a:gdLst>
                  <a:gd name="T0" fmla="*/ 28 w 11"/>
                  <a:gd name="T1" fmla="*/ 0 h 58"/>
                  <a:gd name="T2" fmla="*/ 50 w 11"/>
                  <a:gd name="T3" fmla="*/ 86 h 58"/>
                  <a:gd name="T4" fmla="*/ 48 w 11"/>
                  <a:gd name="T5" fmla="*/ 186 h 58"/>
                  <a:gd name="T6" fmla="*/ 28 w 11"/>
                  <a:gd name="T7" fmla="*/ 266 h 58"/>
                  <a:gd name="T8" fmla="*/ 0 w 11"/>
                  <a:gd name="T9" fmla="*/ 3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8">
                    <a:moveTo>
                      <a:pt x="5" y="0"/>
                    </a:moveTo>
                    <a:cubicBezTo>
                      <a:pt x="5" y="5"/>
                      <a:pt x="9" y="11"/>
                      <a:pt x="10" y="16"/>
                    </a:cubicBezTo>
                    <a:cubicBezTo>
                      <a:pt x="11" y="22"/>
                      <a:pt x="10" y="28"/>
                      <a:pt x="9" y="34"/>
                    </a:cubicBezTo>
                    <a:cubicBezTo>
                      <a:pt x="8" y="39"/>
                      <a:pt x="8" y="44"/>
                      <a:pt x="5" y="49"/>
                    </a:cubicBezTo>
                    <a:cubicBezTo>
                      <a:pt x="3" y="53"/>
                      <a:pt x="1" y="55"/>
                      <a:pt x="0" y="5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0" name="Freeform 1579">
                <a:extLst>
                  <a:ext uri="{FF2B5EF4-FFF2-40B4-BE49-F238E27FC236}">
                    <a16:creationId xmlns:a16="http://schemas.microsoft.com/office/drawing/2014/main" id="{A394C3E5-99E1-449B-904F-56EFF2417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960"/>
                <a:ext cx="47" cy="74"/>
              </a:xfrm>
              <a:custGeom>
                <a:avLst/>
                <a:gdLst>
                  <a:gd name="T0" fmla="*/ 133 w 28"/>
                  <a:gd name="T1" fmla="*/ 0 h 42"/>
                  <a:gd name="T2" fmla="*/ 91 w 28"/>
                  <a:gd name="T3" fmla="*/ 127 h 42"/>
                  <a:gd name="T4" fmla="*/ 0 w 28"/>
                  <a:gd name="T5" fmla="*/ 22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8" y="0"/>
                    </a:moveTo>
                    <a:cubicBezTo>
                      <a:pt x="26" y="8"/>
                      <a:pt x="24" y="15"/>
                      <a:pt x="19" y="23"/>
                    </a:cubicBezTo>
                    <a:cubicBezTo>
                      <a:pt x="14" y="31"/>
                      <a:pt x="5" y="35"/>
                      <a:pt x="0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1" name="Freeform 1580">
                <a:extLst>
                  <a:ext uri="{FF2B5EF4-FFF2-40B4-BE49-F238E27FC236}">
                    <a16:creationId xmlns:a16="http://schemas.microsoft.com/office/drawing/2014/main" id="{87140DB6-D1EA-470E-BFD7-A9ACDA8D9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850"/>
                <a:ext cx="35" cy="105"/>
              </a:xfrm>
              <a:custGeom>
                <a:avLst/>
                <a:gdLst>
                  <a:gd name="T0" fmla="*/ 78 w 21"/>
                  <a:gd name="T1" fmla="*/ 0 h 59"/>
                  <a:gd name="T2" fmla="*/ 70 w 21"/>
                  <a:gd name="T3" fmla="*/ 219 h 59"/>
                  <a:gd name="T4" fmla="*/ 0 w 21"/>
                  <a:gd name="T5" fmla="*/ 3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9">
                    <a:moveTo>
                      <a:pt x="17" y="0"/>
                    </a:moveTo>
                    <a:cubicBezTo>
                      <a:pt x="18" y="14"/>
                      <a:pt x="21" y="25"/>
                      <a:pt x="15" y="39"/>
                    </a:cubicBezTo>
                    <a:cubicBezTo>
                      <a:pt x="11" y="46"/>
                      <a:pt x="6" y="55"/>
                      <a:pt x="0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2" name="Freeform 1581">
                <a:extLst>
                  <a:ext uri="{FF2B5EF4-FFF2-40B4-BE49-F238E27FC236}">
                    <a16:creationId xmlns:a16="http://schemas.microsoft.com/office/drawing/2014/main" id="{26FC9C6C-53C7-42CF-89BD-931E342E9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3075"/>
                <a:ext cx="63" cy="51"/>
              </a:xfrm>
              <a:custGeom>
                <a:avLst/>
                <a:gdLst>
                  <a:gd name="T0" fmla="*/ 172 w 38"/>
                  <a:gd name="T1" fmla="*/ 0 h 29"/>
                  <a:gd name="T2" fmla="*/ 88 w 38"/>
                  <a:gd name="T3" fmla="*/ 114 h 29"/>
                  <a:gd name="T4" fmla="*/ 0 w 38"/>
                  <a:gd name="T5" fmla="*/ 15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29" y="3"/>
                      <a:pt x="26" y="15"/>
                      <a:pt x="19" y="21"/>
                    </a:cubicBezTo>
                    <a:cubicBezTo>
                      <a:pt x="13" y="26"/>
                      <a:pt x="6" y="26"/>
                      <a:pt x="0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3" name="Freeform 1582">
                <a:extLst>
                  <a:ext uri="{FF2B5EF4-FFF2-40B4-BE49-F238E27FC236}">
                    <a16:creationId xmlns:a16="http://schemas.microsoft.com/office/drawing/2014/main" id="{F0F17546-1773-4B58-964A-915715E92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179"/>
                <a:ext cx="96" cy="14"/>
              </a:xfrm>
              <a:custGeom>
                <a:avLst/>
                <a:gdLst>
                  <a:gd name="T0" fmla="*/ 263 w 58"/>
                  <a:gd name="T1" fmla="*/ 0 h 8"/>
                  <a:gd name="T2" fmla="*/ 180 w 58"/>
                  <a:gd name="T3" fmla="*/ 33 h 8"/>
                  <a:gd name="T4" fmla="*/ 91 w 58"/>
                  <a:gd name="T5" fmla="*/ 28 h 8"/>
                  <a:gd name="T6" fmla="*/ 0 w 58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">
                    <a:moveTo>
                      <a:pt x="58" y="0"/>
                    </a:moveTo>
                    <a:cubicBezTo>
                      <a:pt x="53" y="3"/>
                      <a:pt x="45" y="5"/>
                      <a:pt x="40" y="6"/>
                    </a:cubicBezTo>
                    <a:cubicBezTo>
                      <a:pt x="33" y="8"/>
                      <a:pt x="26" y="6"/>
                      <a:pt x="20" y="5"/>
                    </a:cubicBezTo>
                    <a:cubicBezTo>
                      <a:pt x="15" y="4"/>
                      <a:pt x="2" y="6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4" name="Freeform 1583">
                <a:extLst>
                  <a:ext uri="{FF2B5EF4-FFF2-40B4-BE49-F238E27FC236}">
                    <a16:creationId xmlns:a16="http://schemas.microsoft.com/office/drawing/2014/main" id="{D9296AFE-9070-43FA-83B6-369DE49DF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107"/>
                <a:ext cx="66" cy="47"/>
              </a:xfrm>
              <a:custGeom>
                <a:avLst/>
                <a:gdLst>
                  <a:gd name="T0" fmla="*/ 180 w 40"/>
                  <a:gd name="T1" fmla="*/ 0 h 27"/>
                  <a:gd name="T2" fmla="*/ 89 w 40"/>
                  <a:gd name="T3" fmla="*/ 99 h 27"/>
                  <a:gd name="T4" fmla="*/ 0 w 40"/>
                  <a:gd name="T5" fmla="*/ 13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7">
                    <a:moveTo>
                      <a:pt x="40" y="0"/>
                    </a:moveTo>
                    <a:cubicBezTo>
                      <a:pt x="39" y="10"/>
                      <a:pt x="27" y="15"/>
                      <a:pt x="20" y="19"/>
                    </a:cubicBezTo>
                    <a:cubicBezTo>
                      <a:pt x="14" y="23"/>
                      <a:pt x="7" y="27"/>
                      <a:pt x="0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5" name="Freeform 1584">
                <a:extLst>
                  <a:ext uri="{FF2B5EF4-FFF2-40B4-BE49-F238E27FC236}">
                    <a16:creationId xmlns:a16="http://schemas.microsoft.com/office/drawing/2014/main" id="{5F3CCEC8-75DF-4D78-8751-A25770A94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3059"/>
                <a:ext cx="65" cy="58"/>
              </a:xfrm>
              <a:custGeom>
                <a:avLst/>
                <a:gdLst>
                  <a:gd name="T0" fmla="*/ 180 w 39"/>
                  <a:gd name="T1" fmla="*/ 0 h 33"/>
                  <a:gd name="T2" fmla="*/ 158 w 39"/>
                  <a:gd name="T3" fmla="*/ 56 h 33"/>
                  <a:gd name="T4" fmla="*/ 112 w 39"/>
                  <a:gd name="T5" fmla="*/ 109 h 33"/>
                  <a:gd name="T6" fmla="*/ 0 w 39"/>
                  <a:gd name="T7" fmla="*/ 17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3">
                    <a:moveTo>
                      <a:pt x="39" y="0"/>
                    </a:moveTo>
                    <a:cubicBezTo>
                      <a:pt x="37" y="3"/>
                      <a:pt x="36" y="7"/>
                      <a:pt x="34" y="10"/>
                    </a:cubicBezTo>
                    <a:cubicBezTo>
                      <a:pt x="31" y="14"/>
                      <a:pt x="28" y="17"/>
                      <a:pt x="24" y="20"/>
                    </a:cubicBezTo>
                    <a:cubicBezTo>
                      <a:pt x="16" y="25"/>
                      <a:pt x="8" y="28"/>
                      <a:pt x="0" y="3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6" name="Freeform 1585">
                <a:extLst>
                  <a:ext uri="{FF2B5EF4-FFF2-40B4-BE49-F238E27FC236}">
                    <a16:creationId xmlns:a16="http://schemas.microsoft.com/office/drawing/2014/main" id="{EB56B540-6FD1-4BC7-ABDC-AD84390E0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3177"/>
                <a:ext cx="83" cy="13"/>
              </a:xfrm>
              <a:custGeom>
                <a:avLst/>
                <a:gdLst>
                  <a:gd name="T0" fmla="*/ 0 w 50"/>
                  <a:gd name="T1" fmla="*/ 0 h 7"/>
                  <a:gd name="T2" fmla="*/ 55 w 50"/>
                  <a:gd name="T3" fmla="*/ 32 h 7"/>
                  <a:gd name="T4" fmla="*/ 146 w 50"/>
                  <a:gd name="T5" fmla="*/ 37 h 7"/>
                  <a:gd name="T6" fmla="*/ 229 w 50"/>
                  <a:gd name="T7" fmla="*/ 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">
                    <a:moveTo>
                      <a:pt x="0" y="0"/>
                    </a:moveTo>
                    <a:cubicBezTo>
                      <a:pt x="4" y="1"/>
                      <a:pt x="8" y="4"/>
                      <a:pt x="12" y="5"/>
                    </a:cubicBezTo>
                    <a:cubicBezTo>
                      <a:pt x="18" y="7"/>
                      <a:pt x="26" y="7"/>
                      <a:pt x="32" y="6"/>
                    </a:cubicBezTo>
                    <a:cubicBezTo>
                      <a:pt x="38" y="5"/>
                      <a:pt x="44" y="4"/>
                      <a:pt x="5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7" name="Freeform 1586">
                <a:extLst>
                  <a:ext uri="{FF2B5EF4-FFF2-40B4-BE49-F238E27FC236}">
                    <a16:creationId xmlns:a16="http://schemas.microsoft.com/office/drawing/2014/main" id="{0653B07D-A85D-4F9E-9BE2-01B8F5F5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135"/>
                <a:ext cx="66" cy="34"/>
              </a:xfrm>
              <a:custGeom>
                <a:avLst/>
                <a:gdLst>
                  <a:gd name="T0" fmla="*/ 180 w 40"/>
                  <a:gd name="T1" fmla="*/ 109 h 19"/>
                  <a:gd name="T2" fmla="*/ 0 w 40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9">
                    <a:moveTo>
                      <a:pt x="40" y="19"/>
                    </a:moveTo>
                    <a:cubicBezTo>
                      <a:pt x="30" y="12"/>
                      <a:pt x="4" y="1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8" name="Freeform 1587">
                <a:extLst>
                  <a:ext uri="{FF2B5EF4-FFF2-40B4-BE49-F238E27FC236}">
                    <a16:creationId xmlns:a16="http://schemas.microsoft.com/office/drawing/2014/main" id="{61511569-A92E-4589-A5C5-00E5A95DE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190"/>
                <a:ext cx="91" cy="14"/>
              </a:xfrm>
              <a:custGeom>
                <a:avLst/>
                <a:gdLst>
                  <a:gd name="T0" fmla="*/ 0 w 55"/>
                  <a:gd name="T1" fmla="*/ 0 h 8"/>
                  <a:gd name="T2" fmla="*/ 117 w 55"/>
                  <a:gd name="T3" fmla="*/ 37 h 8"/>
                  <a:gd name="T4" fmla="*/ 250 w 55"/>
                  <a:gd name="T5" fmla="*/ 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8">
                    <a:moveTo>
                      <a:pt x="0" y="0"/>
                    </a:moveTo>
                    <a:cubicBezTo>
                      <a:pt x="7" y="8"/>
                      <a:pt x="16" y="8"/>
                      <a:pt x="26" y="7"/>
                    </a:cubicBezTo>
                    <a:cubicBezTo>
                      <a:pt x="35" y="7"/>
                      <a:pt x="47" y="5"/>
                      <a:pt x="5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9" name="Freeform 1588">
                <a:extLst>
                  <a:ext uri="{FF2B5EF4-FFF2-40B4-BE49-F238E27FC236}">
                    <a16:creationId xmlns:a16="http://schemas.microsoft.com/office/drawing/2014/main" id="{8A7CC8F6-6046-4EF7-8D0F-2C2A8C452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3160"/>
                <a:ext cx="73" cy="30"/>
              </a:xfrm>
              <a:custGeom>
                <a:avLst/>
                <a:gdLst>
                  <a:gd name="T0" fmla="*/ 201 w 44"/>
                  <a:gd name="T1" fmla="*/ 94 h 17"/>
                  <a:gd name="T2" fmla="*/ 126 w 44"/>
                  <a:gd name="T3" fmla="*/ 86 h 17"/>
                  <a:gd name="T4" fmla="*/ 75 w 44"/>
                  <a:gd name="T5" fmla="*/ 72 h 17"/>
                  <a:gd name="T6" fmla="*/ 22 w 44"/>
                  <a:gd name="T7" fmla="*/ 37 h 17"/>
                  <a:gd name="T8" fmla="*/ 0 w 4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7">
                    <a:moveTo>
                      <a:pt x="44" y="17"/>
                    </a:moveTo>
                    <a:cubicBezTo>
                      <a:pt x="39" y="15"/>
                      <a:pt x="33" y="17"/>
                      <a:pt x="28" y="16"/>
                    </a:cubicBezTo>
                    <a:cubicBezTo>
                      <a:pt x="24" y="16"/>
                      <a:pt x="20" y="14"/>
                      <a:pt x="16" y="13"/>
                    </a:cubicBezTo>
                    <a:cubicBezTo>
                      <a:pt x="12" y="12"/>
                      <a:pt x="9" y="10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0" name="Freeform 1589">
                <a:extLst>
                  <a:ext uri="{FF2B5EF4-FFF2-40B4-BE49-F238E27FC236}">
                    <a16:creationId xmlns:a16="http://schemas.microsoft.com/office/drawing/2014/main" id="{C0385216-48C7-4E82-9C8B-81418F656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128"/>
                <a:ext cx="60" cy="30"/>
              </a:xfrm>
              <a:custGeom>
                <a:avLst/>
                <a:gdLst>
                  <a:gd name="T0" fmla="*/ 167 w 36"/>
                  <a:gd name="T1" fmla="*/ 94 h 17"/>
                  <a:gd name="T2" fmla="*/ 103 w 36"/>
                  <a:gd name="T3" fmla="*/ 78 h 17"/>
                  <a:gd name="T4" fmla="*/ 55 w 36"/>
                  <a:gd name="T5" fmla="*/ 60 h 17"/>
                  <a:gd name="T6" fmla="*/ 0 w 3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36" y="17"/>
                    </a:moveTo>
                    <a:cubicBezTo>
                      <a:pt x="31" y="17"/>
                      <a:pt x="27" y="15"/>
                      <a:pt x="22" y="14"/>
                    </a:cubicBezTo>
                    <a:cubicBezTo>
                      <a:pt x="18" y="13"/>
                      <a:pt x="16" y="13"/>
                      <a:pt x="12" y="11"/>
                    </a:cubicBezTo>
                    <a:cubicBezTo>
                      <a:pt x="8" y="8"/>
                      <a:pt x="3" y="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1" name="Freeform 1590">
                <a:extLst>
                  <a:ext uri="{FF2B5EF4-FFF2-40B4-BE49-F238E27FC236}">
                    <a16:creationId xmlns:a16="http://schemas.microsoft.com/office/drawing/2014/main" id="{1222FC07-3D7F-4F32-807C-E5852DAB8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709"/>
                <a:ext cx="36" cy="74"/>
              </a:xfrm>
              <a:custGeom>
                <a:avLst/>
                <a:gdLst>
                  <a:gd name="T0" fmla="*/ 97 w 22"/>
                  <a:gd name="T1" fmla="*/ 28 h 42"/>
                  <a:gd name="T2" fmla="*/ 75 w 22"/>
                  <a:gd name="T3" fmla="*/ 0 h 42"/>
                  <a:gd name="T4" fmla="*/ 18 w 22"/>
                  <a:gd name="T5" fmla="*/ 16 h 42"/>
                  <a:gd name="T6" fmla="*/ 18 w 22"/>
                  <a:gd name="T7" fmla="*/ 127 h 42"/>
                  <a:gd name="T8" fmla="*/ 43 w 22"/>
                  <a:gd name="T9" fmla="*/ 217 h 42"/>
                  <a:gd name="T10" fmla="*/ 92 w 22"/>
                  <a:gd name="T11" fmla="*/ 217 h 42"/>
                  <a:gd name="T12" fmla="*/ 92 w 22"/>
                  <a:gd name="T13" fmla="*/ 2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2">
                    <a:moveTo>
                      <a:pt x="22" y="5"/>
                    </a:moveTo>
                    <a:cubicBezTo>
                      <a:pt x="21" y="2"/>
                      <a:pt x="21" y="0"/>
                      <a:pt x="17" y="0"/>
                    </a:cubicBezTo>
                    <a:cubicBezTo>
                      <a:pt x="14" y="0"/>
                      <a:pt x="6" y="1"/>
                      <a:pt x="4" y="3"/>
                    </a:cubicBezTo>
                    <a:cubicBezTo>
                      <a:pt x="0" y="5"/>
                      <a:pt x="3" y="18"/>
                      <a:pt x="4" y="23"/>
                    </a:cubicBezTo>
                    <a:cubicBezTo>
                      <a:pt x="4" y="28"/>
                      <a:pt x="4" y="38"/>
                      <a:pt x="10" y="40"/>
                    </a:cubicBezTo>
                    <a:cubicBezTo>
                      <a:pt x="13" y="42"/>
                      <a:pt x="17" y="41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2" name="Freeform 1591">
                <a:extLst>
                  <a:ext uri="{FF2B5EF4-FFF2-40B4-BE49-F238E27FC236}">
                    <a16:creationId xmlns:a16="http://schemas.microsoft.com/office/drawing/2014/main" id="{DD894726-7913-4F0E-A52E-E2946FC8D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574"/>
                <a:ext cx="44" cy="75"/>
              </a:xfrm>
              <a:custGeom>
                <a:avLst/>
                <a:gdLst>
                  <a:gd name="T0" fmla="*/ 78 w 26"/>
                  <a:gd name="T1" fmla="*/ 239 h 42"/>
                  <a:gd name="T2" fmla="*/ 0 w 26"/>
                  <a:gd name="T3" fmla="*/ 171 h 42"/>
                  <a:gd name="T4" fmla="*/ 41 w 26"/>
                  <a:gd name="T5" fmla="*/ 23 h 42"/>
                  <a:gd name="T6" fmla="*/ 112 w 26"/>
                  <a:gd name="T7" fmla="*/ 29 h 42"/>
                  <a:gd name="T8" fmla="*/ 125 w 26"/>
                  <a:gd name="T9" fmla="*/ 6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16" y="42"/>
                    </a:moveTo>
                    <a:cubicBezTo>
                      <a:pt x="7" y="42"/>
                      <a:pt x="1" y="40"/>
                      <a:pt x="0" y="30"/>
                    </a:cubicBezTo>
                    <a:cubicBezTo>
                      <a:pt x="0" y="23"/>
                      <a:pt x="3" y="10"/>
                      <a:pt x="8" y="4"/>
                    </a:cubicBezTo>
                    <a:cubicBezTo>
                      <a:pt x="12" y="0"/>
                      <a:pt x="19" y="3"/>
                      <a:pt x="23" y="5"/>
                    </a:cubicBezTo>
                    <a:cubicBezTo>
                      <a:pt x="26" y="6"/>
                      <a:pt x="26" y="7"/>
                      <a:pt x="26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3" name="Freeform 1592">
                <a:extLst>
                  <a:ext uri="{FF2B5EF4-FFF2-40B4-BE49-F238E27FC236}">
                    <a16:creationId xmlns:a16="http://schemas.microsoft.com/office/drawing/2014/main" id="{84DE6AD5-84EA-4AB9-BFBC-97584F358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31"/>
                <a:ext cx="35" cy="74"/>
              </a:xfrm>
              <a:custGeom>
                <a:avLst/>
                <a:gdLst>
                  <a:gd name="T0" fmla="*/ 55 w 21"/>
                  <a:gd name="T1" fmla="*/ 0 h 42"/>
                  <a:gd name="T2" fmla="*/ 28 w 21"/>
                  <a:gd name="T3" fmla="*/ 16 h 42"/>
                  <a:gd name="T4" fmla="*/ 0 w 21"/>
                  <a:gd name="T5" fmla="*/ 44 h 42"/>
                  <a:gd name="T6" fmla="*/ 13 w 21"/>
                  <a:gd name="T7" fmla="*/ 109 h 42"/>
                  <a:gd name="T8" fmla="*/ 28 w 21"/>
                  <a:gd name="T9" fmla="*/ 171 h 42"/>
                  <a:gd name="T10" fmla="*/ 63 w 21"/>
                  <a:gd name="T11" fmla="*/ 224 h 42"/>
                  <a:gd name="T12" fmla="*/ 97 w 21"/>
                  <a:gd name="T13" fmla="*/ 208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2">
                    <a:moveTo>
                      <a:pt x="12" y="0"/>
                    </a:moveTo>
                    <a:cubicBezTo>
                      <a:pt x="10" y="0"/>
                      <a:pt x="7" y="2"/>
                      <a:pt x="6" y="3"/>
                    </a:cubicBezTo>
                    <a:cubicBezTo>
                      <a:pt x="3" y="4"/>
                      <a:pt x="1" y="5"/>
                      <a:pt x="0" y="8"/>
                    </a:cubicBezTo>
                    <a:cubicBezTo>
                      <a:pt x="0" y="12"/>
                      <a:pt x="2" y="16"/>
                      <a:pt x="3" y="20"/>
                    </a:cubicBezTo>
                    <a:cubicBezTo>
                      <a:pt x="4" y="24"/>
                      <a:pt x="5" y="28"/>
                      <a:pt x="6" y="31"/>
                    </a:cubicBezTo>
                    <a:cubicBezTo>
                      <a:pt x="7" y="36"/>
                      <a:pt x="9" y="42"/>
                      <a:pt x="14" y="41"/>
                    </a:cubicBezTo>
                    <a:cubicBezTo>
                      <a:pt x="17" y="41"/>
                      <a:pt x="20" y="40"/>
                      <a:pt x="21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4" name="Freeform 1593">
                <a:extLst>
                  <a:ext uri="{FF2B5EF4-FFF2-40B4-BE49-F238E27FC236}">
                    <a16:creationId xmlns:a16="http://schemas.microsoft.com/office/drawing/2014/main" id="{9164C4B9-DA3C-4194-B897-9C9FC2DF8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956"/>
                <a:ext cx="58" cy="69"/>
              </a:xfrm>
              <a:custGeom>
                <a:avLst/>
                <a:gdLst>
                  <a:gd name="T0" fmla="*/ 76 w 35"/>
                  <a:gd name="T1" fmla="*/ 16 h 39"/>
                  <a:gd name="T2" fmla="*/ 22 w 35"/>
                  <a:gd name="T3" fmla="*/ 50 h 39"/>
                  <a:gd name="T4" fmla="*/ 68 w 35"/>
                  <a:gd name="T5" fmla="*/ 172 h 39"/>
                  <a:gd name="T6" fmla="*/ 126 w 35"/>
                  <a:gd name="T7" fmla="*/ 211 h 39"/>
                  <a:gd name="T8" fmla="*/ 159 w 35"/>
                  <a:gd name="T9" fmla="*/ 17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9">
                    <a:moveTo>
                      <a:pt x="17" y="3"/>
                    </a:moveTo>
                    <a:cubicBezTo>
                      <a:pt x="12" y="0"/>
                      <a:pt x="7" y="6"/>
                      <a:pt x="5" y="9"/>
                    </a:cubicBezTo>
                    <a:cubicBezTo>
                      <a:pt x="0" y="16"/>
                      <a:pt x="10" y="26"/>
                      <a:pt x="15" y="31"/>
                    </a:cubicBezTo>
                    <a:cubicBezTo>
                      <a:pt x="19" y="35"/>
                      <a:pt x="23" y="39"/>
                      <a:pt x="28" y="38"/>
                    </a:cubicBezTo>
                    <a:cubicBezTo>
                      <a:pt x="31" y="38"/>
                      <a:pt x="35" y="36"/>
                      <a:pt x="35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5" name="Freeform 1594">
                <a:extLst>
                  <a:ext uri="{FF2B5EF4-FFF2-40B4-BE49-F238E27FC236}">
                    <a16:creationId xmlns:a16="http://schemas.microsoft.com/office/drawing/2014/main" id="{4897D30A-71FF-4028-A4E6-8E00DA3FE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3066"/>
                <a:ext cx="61" cy="76"/>
              </a:xfrm>
              <a:custGeom>
                <a:avLst/>
                <a:gdLst>
                  <a:gd name="T0" fmla="*/ 43 w 37"/>
                  <a:gd name="T1" fmla="*/ 34 h 43"/>
                  <a:gd name="T2" fmla="*/ 8 w 37"/>
                  <a:gd name="T3" fmla="*/ 85 h 43"/>
                  <a:gd name="T4" fmla="*/ 81 w 37"/>
                  <a:gd name="T5" fmla="*/ 200 h 43"/>
                  <a:gd name="T6" fmla="*/ 147 w 37"/>
                  <a:gd name="T7" fmla="*/ 203 h 43"/>
                  <a:gd name="T8" fmla="*/ 158 w 37"/>
                  <a:gd name="T9" fmla="*/ 1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3">
                    <a:moveTo>
                      <a:pt x="10" y="6"/>
                    </a:moveTo>
                    <a:cubicBezTo>
                      <a:pt x="8" y="0"/>
                      <a:pt x="2" y="13"/>
                      <a:pt x="2" y="15"/>
                    </a:cubicBezTo>
                    <a:cubicBezTo>
                      <a:pt x="0" y="24"/>
                      <a:pt x="11" y="32"/>
                      <a:pt x="18" y="36"/>
                    </a:cubicBezTo>
                    <a:cubicBezTo>
                      <a:pt x="22" y="38"/>
                      <a:pt x="29" y="43"/>
                      <a:pt x="33" y="37"/>
                    </a:cubicBezTo>
                    <a:cubicBezTo>
                      <a:pt x="35" y="35"/>
                      <a:pt x="37" y="30"/>
                      <a:pt x="35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6" name="Freeform 1595">
                <a:extLst>
                  <a:ext uri="{FF2B5EF4-FFF2-40B4-BE49-F238E27FC236}">
                    <a16:creationId xmlns:a16="http://schemas.microsoft.com/office/drawing/2014/main" id="{1227E055-F5D3-4F3F-9ED3-70FCB926A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643"/>
                <a:ext cx="20" cy="69"/>
              </a:xfrm>
              <a:custGeom>
                <a:avLst/>
                <a:gdLst>
                  <a:gd name="T0" fmla="*/ 55 w 12"/>
                  <a:gd name="T1" fmla="*/ 12 h 39"/>
                  <a:gd name="T2" fmla="*/ 28 w 12"/>
                  <a:gd name="T3" fmla="*/ 7 h 39"/>
                  <a:gd name="T4" fmla="*/ 8 w 12"/>
                  <a:gd name="T5" fmla="*/ 88 h 39"/>
                  <a:gd name="T6" fmla="*/ 0 w 12"/>
                  <a:gd name="T7" fmla="*/ 182 h 39"/>
                  <a:gd name="T8" fmla="*/ 8 w 12"/>
                  <a:gd name="T9" fmla="*/ 21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9">
                    <a:moveTo>
                      <a:pt x="12" y="2"/>
                    </a:moveTo>
                    <a:cubicBezTo>
                      <a:pt x="10" y="2"/>
                      <a:pt x="8" y="0"/>
                      <a:pt x="6" y="1"/>
                    </a:cubicBezTo>
                    <a:cubicBezTo>
                      <a:pt x="4" y="2"/>
                      <a:pt x="2" y="13"/>
                      <a:pt x="2" y="16"/>
                    </a:cubicBezTo>
                    <a:cubicBezTo>
                      <a:pt x="1" y="21"/>
                      <a:pt x="0" y="27"/>
                      <a:pt x="0" y="33"/>
                    </a:cubicBezTo>
                    <a:cubicBezTo>
                      <a:pt x="0" y="35"/>
                      <a:pt x="0" y="38"/>
                      <a:pt x="2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7" name="Freeform 1596">
                <a:extLst>
                  <a:ext uri="{FF2B5EF4-FFF2-40B4-BE49-F238E27FC236}">
                    <a16:creationId xmlns:a16="http://schemas.microsoft.com/office/drawing/2014/main" id="{593576A4-95E8-465F-B293-61F5A9DC3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781"/>
                <a:ext cx="18" cy="60"/>
              </a:xfrm>
              <a:custGeom>
                <a:avLst/>
                <a:gdLst>
                  <a:gd name="T0" fmla="*/ 41 w 11"/>
                  <a:gd name="T1" fmla="*/ 7 h 34"/>
                  <a:gd name="T2" fmla="*/ 8 w 11"/>
                  <a:gd name="T3" fmla="*/ 21 h 34"/>
                  <a:gd name="T4" fmla="*/ 18 w 11"/>
                  <a:gd name="T5" fmla="*/ 106 h 34"/>
                  <a:gd name="T6" fmla="*/ 47 w 11"/>
                  <a:gd name="T7" fmla="*/ 17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4">
                    <a:moveTo>
                      <a:pt x="9" y="1"/>
                    </a:moveTo>
                    <a:cubicBezTo>
                      <a:pt x="6" y="1"/>
                      <a:pt x="3" y="0"/>
                      <a:pt x="2" y="4"/>
                    </a:cubicBezTo>
                    <a:cubicBezTo>
                      <a:pt x="0" y="8"/>
                      <a:pt x="3" y="15"/>
                      <a:pt x="4" y="19"/>
                    </a:cubicBezTo>
                    <a:cubicBezTo>
                      <a:pt x="5" y="22"/>
                      <a:pt x="7" y="34"/>
                      <a:pt x="11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8" name="Freeform 1597">
                <a:extLst>
                  <a:ext uri="{FF2B5EF4-FFF2-40B4-BE49-F238E27FC236}">
                    <a16:creationId xmlns:a16="http://schemas.microsoft.com/office/drawing/2014/main" id="{DB24E047-F936-4948-8AD9-76244F22F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905"/>
                <a:ext cx="40" cy="65"/>
              </a:xfrm>
              <a:custGeom>
                <a:avLst/>
                <a:gdLst>
                  <a:gd name="T0" fmla="*/ 62 w 24"/>
                  <a:gd name="T1" fmla="*/ 0 h 37"/>
                  <a:gd name="T2" fmla="*/ 63 w 24"/>
                  <a:gd name="T3" fmla="*/ 151 h 37"/>
                  <a:gd name="T4" fmla="*/ 112 w 24"/>
                  <a:gd name="T5" fmla="*/ 20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13" y="0"/>
                    </a:moveTo>
                    <a:cubicBezTo>
                      <a:pt x="0" y="2"/>
                      <a:pt x="11" y="21"/>
                      <a:pt x="14" y="28"/>
                    </a:cubicBezTo>
                    <a:cubicBezTo>
                      <a:pt x="16" y="32"/>
                      <a:pt x="19" y="37"/>
                      <a:pt x="24" y="3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9" name="Freeform 1598">
                <a:extLst>
                  <a:ext uri="{FF2B5EF4-FFF2-40B4-BE49-F238E27FC236}">
                    <a16:creationId xmlns:a16="http://schemas.microsoft.com/office/drawing/2014/main" id="{6C1C4797-6BCF-4533-B40A-EC4B58D19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707"/>
                <a:ext cx="5" cy="9"/>
              </a:xfrm>
              <a:custGeom>
                <a:avLst/>
                <a:gdLst>
                  <a:gd name="T0" fmla="*/ 0 w 3"/>
                  <a:gd name="T1" fmla="*/ 29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0" name="Freeform 1599">
                <a:extLst>
                  <a:ext uri="{FF2B5EF4-FFF2-40B4-BE49-F238E27FC236}">
                    <a16:creationId xmlns:a16="http://schemas.microsoft.com/office/drawing/2014/main" id="{C7538A87-F6E1-45DF-B23E-A94B2DA84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635"/>
                <a:ext cx="25" cy="15"/>
              </a:xfrm>
              <a:custGeom>
                <a:avLst/>
                <a:gdLst>
                  <a:gd name="T0" fmla="*/ 70 w 15"/>
                  <a:gd name="T1" fmla="*/ 42 h 9"/>
                  <a:gd name="T2" fmla="*/ 0 w 15"/>
                  <a:gd name="T3" fmla="*/ 3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15" y="9"/>
                    </a:moveTo>
                    <a:cubicBezTo>
                      <a:pt x="15" y="1"/>
                      <a:pt x="2" y="0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1" name="Freeform 1600">
                <a:extLst>
                  <a:ext uri="{FF2B5EF4-FFF2-40B4-BE49-F238E27FC236}">
                    <a16:creationId xmlns:a16="http://schemas.microsoft.com/office/drawing/2014/main" id="{550AAE5B-D45C-4BC7-9A64-BB2F01381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636"/>
                <a:ext cx="11" cy="9"/>
              </a:xfrm>
              <a:custGeom>
                <a:avLst/>
                <a:gdLst>
                  <a:gd name="T0" fmla="*/ 14 w 7"/>
                  <a:gd name="T1" fmla="*/ 0 h 5"/>
                  <a:gd name="T2" fmla="*/ 0 w 7"/>
                  <a:gd name="T3" fmla="*/ 2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7" y="3"/>
                      <a:pt x="2" y="5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2" name="Freeform 1601">
                <a:extLst>
                  <a:ext uri="{FF2B5EF4-FFF2-40B4-BE49-F238E27FC236}">
                    <a16:creationId xmlns:a16="http://schemas.microsoft.com/office/drawing/2014/main" id="{B6BFA402-AF0D-4DCE-967B-9162B07C0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562"/>
                <a:ext cx="23" cy="21"/>
              </a:xfrm>
              <a:custGeom>
                <a:avLst/>
                <a:gdLst>
                  <a:gd name="T0" fmla="*/ 41 w 14"/>
                  <a:gd name="T1" fmla="*/ 65 h 12"/>
                  <a:gd name="T2" fmla="*/ 0 w 14"/>
                  <a:gd name="T3" fmla="*/ 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7"/>
                      <a:pt x="4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3" name="Freeform 1602">
                <a:extLst>
                  <a:ext uri="{FF2B5EF4-FFF2-40B4-BE49-F238E27FC236}">
                    <a16:creationId xmlns:a16="http://schemas.microsoft.com/office/drawing/2014/main" id="{D0DEDCDC-7735-46E5-BB79-8474CE7E9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633"/>
                <a:ext cx="7" cy="5"/>
              </a:xfrm>
              <a:custGeom>
                <a:avLst/>
                <a:gdLst>
                  <a:gd name="T0" fmla="*/ 21 w 4"/>
                  <a:gd name="T1" fmla="*/ 13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4" name="Freeform 1603">
                <a:extLst>
                  <a:ext uri="{FF2B5EF4-FFF2-40B4-BE49-F238E27FC236}">
                    <a16:creationId xmlns:a16="http://schemas.microsoft.com/office/drawing/2014/main" id="{3BB54B14-91E9-4DF0-90CB-514D41D58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709"/>
                <a:ext cx="23" cy="10"/>
              </a:xfrm>
              <a:custGeom>
                <a:avLst/>
                <a:gdLst>
                  <a:gd name="T0" fmla="*/ 62 w 14"/>
                  <a:gd name="T1" fmla="*/ 20 h 6"/>
                  <a:gd name="T2" fmla="*/ 0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4"/>
                    </a:moveTo>
                    <a:cubicBezTo>
                      <a:pt x="9" y="4"/>
                      <a:pt x="2" y="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5" name="Freeform 1604">
                <a:extLst>
                  <a:ext uri="{FF2B5EF4-FFF2-40B4-BE49-F238E27FC236}">
                    <a16:creationId xmlns:a16="http://schemas.microsoft.com/office/drawing/2014/main" id="{850F24DB-ADD8-49BD-8F75-72FA1E1B9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772"/>
                <a:ext cx="30" cy="9"/>
              </a:xfrm>
              <a:custGeom>
                <a:avLst/>
                <a:gdLst>
                  <a:gd name="T0" fmla="*/ 83 w 18"/>
                  <a:gd name="T1" fmla="*/ 0 h 5"/>
                  <a:gd name="T2" fmla="*/ 70 w 18"/>
                  <a:gd name="T3" fmla="*/ 23 h 5"/>
                  <a:gd name="T4" fmla="*/ 42 w 18"/>
                  <a:gd name="T5" fmla="*/ 29 h 5"/>
                  <a:gd name="T6" fmla="*/ 0 w 18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18" y="0"/>
                    </a:moveTo>
                    <a:cubicBezTo>
                      <a:pt x="16" y="1"/>
                      <a:pt x="17" y="3"/>
                      <a:pt x="15" y="4"/>
                    </a:cubicBezTo>
                    <a:cubicBezTo>
                      <a:pt x="13" y="5"/>
                      <a:pt x="11" y="5"/>
                      <a:pt x="9" y="5"/>
                    </a:cubicBezTo>
                    <a:cubicBezTo>
                      <a:pt x="5" y="5"/>
                      <a:pt x="2" y="5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6" name="Freeform 1605">
                <a:extLst>
                  <a:ext uri="{FF2B5EF4-FFF2-40B4-BE49-F238E27FC236}">
                    <a16:creationId xmlns:a16="http://schemas.microsoft.com/office/drawing/2014/main" id="{7BB995D4-D409-4155-8B84-5551BB2A8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833"/>
                <a:ext cx="31" cy="14"/>
              </a:xfrm>
              <a:custGeom>
                <a:avLst/>
                <a:gdLst>
                  <a:gd name="T0" fmla="*/ 77 w 19"/>
                  <a:gd name="T1" fmla="*/ 0 h 8"/>
                  <a:gd name="T2" fmla="*/ 29 w 19"/>
                  <a:gd name="T3" fmla="*/ 33 h 8"/>
                  <a:gd name="T4" fmla="*/ 0 w 1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8" y="0"/>
                    </a:moveTo>
                    <a:cubicBezTo>
                      <a:pt x="19" y="5"/>
                      <a:pt x="11" y="5"/>
                      <a:pt x="7" y="6"/>
                    </a:cubicBezTo>
                    <a:cubicBezTo>
                      <a:pt x="5" y="6"/>
                      <a:pt x="1" y="8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7" name="Freeform 1606">
                <a:extLst>
                  <a:ext uri="{FF2B5EF4-FFF2-40B4-BE49-F238E27FC236}">
                    <a16:creationId xmlns:a16="http://schemas.microsoft.com/office/drawing/2014/main" id="{AA57F44A-B17F-4613-994E-6093391EA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781"/>
                <a:ext cx="6" cy="4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4" y="1"/>
                      <a:pt x="4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8" name="Freeform 1607">
                <a:extLst>
                  <a:ext uri="{FF2B5EF4-FFF2-40B4-BE49-F238E27FC236}">
                    <a16:creationId xmlns:a16="http://schemas.microsoft.com/office/drawing/2014/main" id="{C0D007D4-26B1-4827-8C86-4BC9D88B7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781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9" name="Freeform 1608">
                <a:extLst>
                  <a:ext uri="{FF2B5EF4-FFF2-40B4-BE49-F238E27FC236}">
                    <a16:creationId xmlns:a16="http://schemas.microsoft.com/office/drawing/2014/main" id="{C7154567-3CE2-452B-8F3F-A4CCBA0DA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716"/>
                <a:ext cx="6" cy="5"/>
              </a:xfrm>
              <a:custGeom>
                <a:avLst/>
                <a:gdLst>
                  <a:gd name="T0" fmla="*/ 14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0" name="Freeform 1609">
                <a:extLst>
                  <a:ext uri="{FF2B5EF4-FFF2-40B4-BE49-F238E27FC236}">
                    <a16:creationId xmlns:a16="http://schemas.microsoft.com/office/drawing/2014/main" id="{E2F0DAE4-8E33-4C14-9BEF-D702A663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838"/>
                <a:ext cx="8" cy="7"/>
              </a:xfrm>
              <a:custGeom>
                <a:avLst/>
                <a:gdLst>
                  <a:gd name="T0" fmla="*/ 0 w 5"/>
                  <a:gd name="T1" fmla="*/ 7 h 4"/>
                  <a:gd name="T2" fmla="*/ 21 w 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2" y="0"/>
                      <a:pt x="5" y="1"/>
                      <a:pt x="5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1" name="Freeform 1610">
                <a:extLst>
                  <a:ext uri="{FF2B5EF4-FFF2-40B4-BE49-F238E27FC236}">
                    <a16:creationId xmlns:a16="http://schemas.microsoft.com/office/drawing/2014/main" id="{FF0DE0C2-C655-4FB0-8A82-8D1AEC4A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896"/>
                <a:ext cx="33" cy="21"/>
              </a:xfrm>
              <a:custGeom>
                <a:avLst/>
                <a:gdLst>
                  <a:gd name="T0" fmla="*/ 84 w 20"/>
                  <a:gd name="T1" fmla="*/ 0 h 12"/>
                  <a:gd name="T2" fmla="*/ 76 w 20"/>
                  <a:gd name="T3" fmla="*/ 37 h 12"/>
                  <a:gd name="T4" fmla="*/ 35 w 20"/>
                  <a:gd name="T5" fmla="*/ 58 h 12"/>
                  <a:gd name="T6" fmla="*/ 0 w 20"/>
                  <a:gd name="T7" fmla="*/ 4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cubicBezTo>
                      <a:pt x="19" y="2"/>
                      <a:pt x="20" y="5"/>
                      <a:pt x="17" y="7"/>
                    </a:cubicBezTo>
                    <a:cubicBezTo>
                      <a:pt x="15" y="9"/>
                      <a:pt x="11" y="10"/>
                      <a:pt x="8" y="11"/>
                    </a:cubicBezTo>
                    <a:cubicBezTo>
                      <a:pt x="6" y="12"/>
                      <a:pt x="1" y="11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2" name="Freeform 1611">
                <a:extLst>
                  <a:ext uri="{FF2B5EF4-FFF2-40B4-BE49-F238E27FC236}">
                    <a16:creationId xmlns:a16="http://schemas.microsoft.com/office/drawing/2014/main" id="{C3E1A8CB-EBCB-4723-BD3C-D517B230A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910"/>
                <a:ext cx="9" cy="7"/>
              </a:xfrm>
              <a:custGeom>
                <a:avLst/>
                <a:gdLst>
                  <a:gd name="T0" fmla="*/ 29 w 5"/>
                  <a:gd name="T1" fmla="*/ 21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3" name="Freeform 1612">
                <a:extLst>
                  <a:ext uri="{FF2B5EF4-FFF2-40B4-BE49-F238E27FC236}">
                    <a16:creationId xmlns:a16="http://schemas.microsoft.com/office/drawing/2014/main" id="{90E4101C-5190-48D6-AA0A-12396C169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963"/>
                <a:ext cx="25" cy="27"/>
              </a:xfrm>
              <a:custGeom>
                <a:avLst/>
                <a:gdLst>
                  <a:gd name="T0" fmla="*/ 55 w 15"/>
                  <a:gd name="T1" fmla="*/ 0 h 15"/>
                  <a:gd name="T2" fmla="*/ 33 w 15"/>
                  <a:gd name="T3" fmla="*/ 65 h 15"/>
                  <a:gd name="T4" fmla="*/ 0 w 15"/>
                  <a:gd name="T5" fmla="*/ 7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12" y="0"/>
                    </a:moveTo>
                    <a:cubicBezTo>
                      <a:pt x="15" y="6"/>
                      <a:pt x="11" y="8"/>
                      <a:pt x="7" y="11"/>
                    </a:cubicBezTo>
                    <a:cubicBezTo>
                      <a:pt x="5" y="12"/>
                      <a:pt x="2" y="1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4" name="Freeform 1613">
                <a:extLst>
                  <a:ext uri="{FF2B5EF4-FFF2-40B4-BE49-F238E27FC236}">
                    <a16:creationId xmlns:a16="http://schemas.microsoft.com/office/drawing/2014/main" id="{B8F8E760-016F-43B8-B784-B8E4804A5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018"/>
                <a:ext cx="26" cy="30"/>
              </a:xfrm>
              <a:custGeom>
                <a:avLst/>
                <a:gdLst>
                  <a:gd name="T0" fmla="*/ 54 w 16"/>
                  <a:gd name="T1" fmla="*/ 0 h 17"/>
                  <a:gd name="T2" fmla="*/ 63 w 16"/>
                  <a:gd name="T3" fmla="*/ 44 h 17"/>
                  <a:gd name="T4" fmla="*/ 39 w 16"/>
                  <a:gd name="T5" fmla="*/ 72 h 17"/>
                  <a:gd name="T6" fmla="*/ 0 w 16"/>
                  <a:gd name="T7" fmla="*/ 8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12" y="0"/>
                    </a:moveTo>
                    <a:cubicBezTo>
                      <a:pt x="14" y="1"/>
                      <a:pt x="16" y="5"/>
                      <a:pt x="15" y="8"/>
                    </a:cubicBezTo>
                    <a:cubicBezTo>
                      <a:pt x="14" y="9"/>
                      <a:pt x="10" y="11"/>
                      <a:pt x="9" y="13"/>
                    </a:cubicBezTo>
                    <a:cubicBezTo>
                      <a:pt x="7" y="15"/>
                      <a:pt x="3" y="17"/>
                      <a:pt x="0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5" name="Freeform 1614">
                <a:extLst>
                  <a:ext uri="{FF2B5EF4-FFF2-40B4-BE49-F238E27FC236}">
                    <a16:creationId xmlns:a16="http://schemas.microsoft.com/office/drawing/2014/main" id="{4ED74333-7E94-4441-9125-9313E1EF5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974"/>
                <a:ext cx="8" cy="5"/>
              </a:xfrm>
              <a:custGeom>
                <a:avLst/>
                <a:gdLst>
                  <a:gd name="T0" fmla="*/ 0 w 5"/>
                  <a:gd name="T1" fmla="*/ 0 h 3"/>
                  <a:gd name="T2" fmla="*/ 21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0"/>
                      <a:pt x="5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6" name="Freeform 1615">
                <a:extLst>
                  <a:ext uri="{FF2B5EF4-FFF2-40B4-BE49-F238E27FC236}">
                    <a16:creationId xmlns:a16="http://schemas.microsoft.com/office/drawing/2014/main" id="{F9EBAD5D-DBFA-4370-8DFF-6885E03CC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85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5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0" y="6"/>
                      <a:pt x="1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7" name="Freeform 1616">
                <a:extLst>
                  <a:ext uri="{FF2B5EF4-FFF2-40B4-BE49-F238E27FC236}">
                    <a16:creationId xmlns:a16="http://schemas.microsoft.com/office/drawing/2014/main" id="{25CC379C-6586-4998-9C94-DA5A0E26C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3025"/>
                <a:ext cx="50" cy="69"/>
              </a:xfrm>
              <a:custGeom>
                <a:avLst/>
                <a:gdLst>
                  <a:gd name="T0" fmla="*/ 13 w 30"/>
                  <a:gd name="T1" fmla="*/ 0 h 39"/>
                  <a:gd name="T2" fmla="*/ 8 w 30"/>
                  <a:gd name="T3" fmla="*/ 50 h 39"/>
                  <a:gd name="T4" fmla="*/ 55 w 30"/>
                  <a:gd name="T5" fmla="*/ 115 h 39"/>
                  <a:gd name="T6" fmla="*/ 138 w 30"/>
                  <a:gd name="T7" fmla="*/ 21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3" y="0"/>
                    </a:moveTo>
                    <a:cubicBezTo>
                      <a:pt x="0" y="1"/>
                      <a:pt x="1" y="7"/>
                      <a:pt x="2" y="9"/>
                    </a:cubicBezTo>
                    <a:cubicBezTo>
                      <a:pt x="5" y="14"/>
                      <a:pt x="9" y="17"/>
                      <a:pt x="12" y="21"/>
                    </a:cubicBezTo>
                    <a:cubicBezTo>
                      <a:pt x="17" y="27"/>
                      <a:pt x="21" y="39"/>
                      <a:pt x="30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8" name="Freeform 1617">
                <a:extLst>
                  <a:ext uri="{FF2B5EF4-FFF2-40B4-BE49-F238E27FC236}">
                    <a16:creationId xmlns:a16="http://schemas.microsoft.com/office/drawing/2014/main" id="{EB82DEEE-145F-43D3-89C8-973DB1EEB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3047"/>
                <a:ext cx="1" cy="10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9" name="Freeform 1618">
                <a:extLst>
                  <a:ext uri="{FF2B5EF4-FFF2-40B4-BE49-F238E27FC236}">
                    <a16:creationId xmlns:a16="http://schemas.microsoft.com/office/drawing/2014/main" id="{205E29AA-C7F3-440A-9873-36A362557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3034"/>
                <a:ext cx="6" cy="2"/>
              </a:xfrm>
              <a:custGeom>
                <a:avLst/>
                <a:gdLst>
                  <a:gd name="T0" fmla="*/ 0 w 4"/>
                  <a:gd name="T1" fmla="*/ 8 h 1"/>
                  <a:gd name="T2" fmla="*/ 14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0" name="Freeform 1619">
                <a:extLst>
                  <a:ext uri="{FF2B5EF4-FFF2-40B4-BE49-F238E27FC236}">
                    <a16:creationId xmlns:a16="http://schemas.microsoft.com/office/drawing/2014/main" id="{FD75664E-4E3A-4372-AE4F-41B36FBB9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3091"/>
                <a:ext cx="22" cy="26"/>
              </a:xfrm>
              <a:custGeom>
                <a:avLst/>
                <a:gdLst>
                  <a:gd name="T0" fmla="*/ 49 w 13"/>
                  <a:gd name="T1" fmla="*/ 0 h 15"/>
                  <a:gd name="T2" fmla="*/ 29 w 13"/>
                  <a:gd name="T3" fmla="*/ 42 h 15"/>
                  <a:gd name="T4" fmla="*/ 0 w 13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0" y="0"/>
                    </a:moveTo>
                    <a:cubicBezTo>
                      <a:pt x="13" y="5"/>
                      <a:pt x="10" y="5"/>
                      <a:pt x="6" y="8"/>
                    </a:cubicBezTo>
                    <a:cubicBezTo>
                      <a:pt x="5" y="10"/>
                      <a:pt x="3" y="1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1" name="Freeform 1620">
                <a:extLst>
                  <a:ext uri="{FF2B5EF4-FFF2-40B4-BE49-F238E27FC236}">
                    <a16:creationId xmlns:a16="http://schemas.microsoft.com/office/drawing/2014/main" id="{933F88AF-F2DA-40F1-8229-1784A9C15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098"/>
                <a:ext cx="10" cy="3"/>
              </a:xfrm>
              <a:custGeom>
                <a:avLst/>
                <a:gdLst>
                  <a:gd name="T0" fmla="*/ 28 w 6"/>
                  <a:gd name="T1" fmla="*/ 8 h 2"/>
                  <a:gd name="T2" fmla="*/ 0 w 6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5" y="1"/>
                      <a:pt x="3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2" name="Freeform 1621">
                <a:extLst>
                  <a:ext uri="{FF2B5EF4-FFF2-40B4-BE49-F238E27FC236}">
                    <a16:creationId xmlns:a16="http://schemas.microsoft.com/office/drawing/2014/main" id="{3756668A-103B-424D-9B5D-6BF57AA5A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151"/>
                <a:ext cx="67" cy="48"/>
              </a:xfrm>
              <a:custGeom>
                <a:avLst/>
                <a:gdLst>
                  <a:gd name="T0" fmla="*/ 22 w 40"/>
                  <a:gd name="T1" fmla="*/ 0 h 27"/>
                  <a:gd name="T2" fmla="*/ 22 w 40"/>
                  <a:gd name="T3" fmla="*/ 78 h 27"/>
                  <a:gd name="T4" fmla="*/ 57 w 40"/>
                  <a:gd name="T5" fmla="*/ 94 h 27"/>
                  <a:gd name="T6" fmla="*/ 99 w 40"/>
                  <a:gd name="T7" fmla="*/ 123 h 27"/>
                  <a:gd name="T8" fmla="*/ 169 w 40"/>
                  <a:gd name="T9" fmla="*/ 139 h 27"/>
                  <a:gd name="T10" fmla="*/ 188 w 40"/>
                  <a:gd name="T11" fmla="*/ 7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7">
                    <a:moveTo>
                      <a:pt x="5" y="0"/>
                    </a:moveTo>
                    <a:cubicBezTo>
                      <a:pt x="2" y="5"/>
                      <a:pt x="0" y="10"/>
                      <a:pt x="5" y="14"/>
                    </a:cubicBezTo>
                    <a:cubicBezTo>
                      <a:pt x="7" y="16"/>
                      <a:pt x="10" y="16"/>
                      <a:pt x="12" y="17"/>
                    </a:cubicBezTo>
                    <a:cubicBezTo>
                      <a:pt x="15" y="18"/>
                      <a:pt x="18" y="20"/>
                      <a:pt x="21" y="22"/>
                    </a:cubicBezTo>
                    <a:cubicBezTo>
                      <a:pt x="24" y="23"/>
                      <a:pt x="33" y="27"/>
                      <a:pt x="36" y="25"/>
                    </a:cubicBezTo>
                    <a:cubicBezTo>
                      <a:pt x="40" y="22"/>
                      <a:pt x="39" y="18"/>
                      <a:pt x="4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3" name="Freeform 1622">
                <a:extLst>
                  <a:ext uri="{FF2B5EF4-FFF2-40B4-BE49-F238E27FC236}">
                    <a16:creationId xmlns:a16="http://schemas.microsoft.com/office/drawing/2014/main" id="{9B6B4CEA-7702-477E-9AAA-B184F1222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195"/>
                <a:ext cx="73" cy="37"/>
              </a:xfrm>
              <a:custGeom>
                <a:avLst/>
                <a:gdLst>
                  <a:gd name="T0" fmla="*/ 8 w 44"/>
                  <a:gd name="T1" fmla="*/ 0 h 21"/>
                  <a:gd name="T2" fmla="*/ 0 w 44"/>
                  <a:gd name="T3" fmla="*/ 0 h 21"/>
                  <a:gd name="T4" fmla="*/ 13 w 44"/>
                  <a:gd name="T5" fmla="*/ 58 h 21"/>
                  <a:gd name="T6" fmla="*/ 50 w 44"/>
                  <a:gd name="T7" fmla="*/ 78 h 21"/>
                  <a:gd name="T8" fmla="*/ 105 w 44"/>
                  <a:gd name="T9" fmla="*/ 93 h 21"/>
                  <a:gd name="T10" fmla="*/ 183 w 44"/>
                  <a:gd name="T11" fmla="*/ 99 h 21"/>
                  <a:gd name="T12" fmla="*/ 196 w 44"/>
                  <a:gd name="T13" fmla="*/ 3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3"/>
                      <a:pt x="0" y="9"/>
                      <a:pt x="3" y="11"/>
                    </a:cubicBezTo>
                    <a:cubicBezTo>
                      <a:pt x="5" y="13"/>
                      <a:pt x="9" y="14"/>
                      <a:pt x="11" y="14"/>
                    </a:cubicBezTo>
                    <a:cubicBezTo>
                      <a:pt x="15" y="15"/>
                      <a:pt x="19" y="16"/>
                      <a:pt x="23" y="17"/>
                    </a:cubicBezTo>
                    <a:cubicBezTo>
                      <a:pt x="29" y="18"/>
                      <a:pt x="35" y="21"/>
                      <a:pt x="40" y="18"/>
                    </a:cubicBezTo>
                    <a:cubicBezTo>
                      <a:pt x="44" y="15"/>
                      <a:pt x="44" y="10"/>
                      <a:pt x="43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4" name="Freeform 1623">
                <a:extLst>
                  <a:ext uri="{FF2B5EF4-FFF2-40B4-BE49-F238E27FC236}">
                    <a16:creationId xmlns:a16="http://schemas.microsoft.com/office/drawing/2014/main" id="{0160E363-6921-4A0D-B0AB-2F9B3088D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184"/>
                <a:ext cx="76" cy="50"/>
              </a:xfrm>
              <a:custGeom>
                <a:avLst/>
                <a:gdLst>
                  <a:gd name="T0" fmla="*/ 13 w 46"/>
                  <a:gd name="T1" fmla="*/ 45 h 28"/>
                  <a:gd name="T2" fmla="*/ 33 w 46"/>
                  <a:gd name="T3" fmla="*/ 138 h 28"/>
                  <a:gd name="T4" fmla="*/ 131 w 46"/>
                  <a:gd name="T5" fmla="*/ 121 h 28"/>
                  <a:gd name="T6" fmla="*/ 202 w 46"/>
                  <a:gd name="T7" fmla="*/ 64 h 28"/>
                  <a:gd name="T8" fmla="*/ 185 w 4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8">
                    <a:moveTo>
                      <a:pt x="3" y="8"/>
                    </a:moveTo>
                    <a:cubicBezTo>
                      <a:pt x="0" y="11"/>
                      <a:pt x="5" y="21"/>
                      <a:pt x="7" y="24"/>
                    </a:cubicBezTo>
                    <a:cubicBezTo>
                      <a:pt x="12" y="28"/>
                      <a:pt x="24" y="22"/>
                      <a:pt x="29" y="21"/>
                    </a:cubicBezTo>
                    <a:cubicBezTo>
                      <a:pt x="36" y="18"/>
                      <a:pt x="42" y="19"/>
                      <a:pt x="45" y="11"/>
                    </a:cubicBezTo>
                    <a:cubicBezTo>
                      <a:pt x="46" y="6"/>
                      <a:pt x="44" y="4"/>
                      <a:pt x="4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5" name="Freeform 1624">
                <a:extLst>
                  <a:ext uri="{FF2B5EF4-FFF2-40B4-BE49-F238E27FC236}">
                    <a16:creationId xmlns:a16="http://schemas.microsoft.com/office/drawing/2014/main" id="{61FD29B7-1BDB-418A-8D01-38073CF9D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119"/>
                <a:ext cx="76" cy="65"/>
              </a:xfrm>
              <a:custGeom>
                <a:avLst/>
                <a:gdLst>
                  <a:gd name="T0" fmla="*/ 20 w 46"/>
                  <a:gd name="T1" fmla="*/ 98 h 37"/>
                  <a:gd name="T2" fmla="*/ 58 w 46"/>
                  <a:gd name="T3" fmla="*/ 172 h 37"/>
                  <a:gd name="T4" fmla="*/ 139 w 46"/>
                  <a:gd name="T5" fmla="*/ 142 h 37"/>
                  <a:gd name="T6" fmla="*/ 188 w 46"/>
                  <a:gd name="T7" fmla="*/ 86 h 37"/>
                  <a:gd name="T8" fmla="*/ 193 w 46"/>
                  <a:gd name="T9" fmla="*/ 37 h 37"/>
                  <a:gd name="T10" fmla="*/ 154 w 46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7">
                    <a:moveTo>
                      <a:pt x="4" y="18"/>
                    </a:moveTo>
                    <a:cubicBezTo>
                      <a:pt x="0" y="22"/>
                      <a:pt x="9" y="30"/>
                      <a:pt x="13" y="32"/>
                    </a:cubicBezTo>
                    <a:cubicBezTo>
                      <a:pt x="20" y="37"/>
                      <a:pt x="25" y="30"/>
                      <a:pt x="31" y="26"/>
                    </a:cubicBezTo>
                    <a:cubicBezTo>
                      <a:pt x="35" y="23"/>
                      <a:pt x="38" y="20"/>
                      <a:pt x="42" y="16"/>
                    </a:cubicBezTo>
                    <a:cubicBezTo>
                      <a:pt x="45" y="12"/>
                      <a:pt x="46" y="11"/>
                      <a:pt x="43" y="7"/>
                    </a:cubicBezTo>
                    <a:cubicBezTo>
                      <a:pt x="40" y="3"/>
                      <a:pt x="39" y="0"/>
                      <a:pt x="3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6" name="Freeform 1625">
                <a:extLst>
                  <a:ext uri="{FF2B5EF4-FFF2-40B4-BE49-F238E27FC236}">
                    <a16:creationId xmlns:a16="http://schemas.microsoft.com/office/drawing/2014/main" id="{C85DA556-B050-4E18-AF25-57900F0AA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013"/>
                <a:ext cx="68" cy="76"/>
              </a:xfrm>
              <a:custGeom>
                <a:avLst/>
                <a:gdLst>
                  <a:gd name="T0" fmla="*/ 22 w 41"/>
                  <a:gd name="T1" fmla="*/ 154 h 43"/>
                  <a:gd name="T2" fmla="*/ 63 w 41"/>
                  <a:gd name="T3" fmla="*/ 224 h 43"/>
                  <a:gd name="T4" fmla="*/ 138 w 41"/>
                  <a:gd name="T5" fmla="*/ 127 h 43"/>
                  <a:gd name="T6" fmla="*/ 168 w 41"/>
                  <a:gd name="T7" fmla="*/ 28 h 43"/>
                  <a:gd name="T8" fmla="*/ 118 w 41"/>
                  <a:gd name="T9" fmla="*/ 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5" y="28"/>
                    </a:moveTo>
                    <a:cubicBezTo>
                      <a:pt x="0" y="31"/>
                      <a:pt x="11" y="41"/>
                      <a:pt x="14" y="41"/>
                    </a:cubicBezTo>
                    <a:cubicBezTo>
                      <a:pt x="21" y="43"/>
                      <a:pt x="27" y="28"/>
                      <a:pt x="30" y="23"/>
                    </a:cubicBezTo>
                    <a:cubicBezTo>
                      <a:pt x="32" y="19"/>
                      <a:pt x="41" y="10"/>
                      <a:pt x="37" y="5"/>
                    </a:cubicBezTo>
                    <a:cubicBezTo>
                      <a:pt x="35" y="2"/>
                      <a:pt x="29" y="0"/>
                      <a:pt x="2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7" name="Freeform 1626">
                <a:extLst>
                  <a:ext uri="{FF2B5EF4-FFF2-40B4-BE49-F238E27FC236}">
                    <a16:creationId xmlns:a16="http://schemas.microsoft.com/office/drawing/2014/main" id="{1B4AA45C-8FFE-4284-A925-6A3B66A11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868"/>
                <a:ext cx="41" cy="85"/>
              </a:xfrm>
              <a:custGeom>
                <a:avLst/>
                <a:gdLst>
                  <a:gd name="T0" fmla="*/ 0 w 25"/>
                  <a:gd name="T1" fmla="*/ 223 h 48"/>
                  <a:gd name="T2" fmla="*/ 71 w 25"/>
                  <a:gd name="T3" fmla="*/ 232 h 48"/>
                  <a:gd name="T4" fmla="*/ 110 w 25"/>
                  <a:gd name="T5" fmla="*/ 110 h 48"/>
                  <a:gd name="T6" fmla="*/ 110 w 25"/>
                  <a:gd name="T7" fmla="*/ 60 h 48"/>
                  <a:gd name="T8" fmla="*/ 102 w 25"/>
                  <a:gd name="T9" fmla="*/ 12 h 48"/>
                  <a:gd name="T10" fmla="*/ 56 w 25"/>
                  <a:gd name="T11" fmla="*/ 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8">
                    <a:moveTo>
                      <a:pt x="0" y="40"/>
                    </a:moveTo>
                    <a:cubicBezTo>
                      <a:pt x="6" y="43"/>
                      <a:pt x="11" y="48"/>
                      <a:pt x="16" y="42"/>
                    </a:cubicBezTo>
                    <a:cubicBezTo>
                      <a:pt x="20" y="36"/>
                      <a:pt x="24" y="28"/>
                      <a:pt x="25" y="20"/>
                    </a:cubicBezTo>
                    <a:cubicBezTo>
                      <a:pt x="25" y="17"/>
                      <a:pt x="25" y="14"/>
                      <a:pt x="25" y="11"/>
                    </a:cubicBezTo>
                    <a:cubicBezTo>
                      <a:pt x="24" y="9"/>
                      <a:pt x="24" y="4"/>
                      <a:pt x="23" y="2"/>
                    </a:cubicBezTo>
                    <a:cubicBezTo>
                      <a:pt x="21" y="0"/>
                      <a:pt x="16" y="1"/>
                      <a:pt x="1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8" name="Freeform 1627">
                <a:extLst>
                  <a:ext uri="{FF2B5EF4-FFF2-40B4-BE49-F238E27FC236}">
                    <a16:creationId xmlns:a16="http://schemas.microsoft.com/office/drawing/2014/main" id="{87B949B1-DE1C-4FF7-B24F-72DCF4949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26"/>
                <a:ext cx="28" cy="84"/>
              </a:xfrm>
              <a:custGeom>
                <a:avLst/>
                <a:gdLst>
                  <a:gd name="T0" fmla="*/ 0 w 17"/>
                  <a:gd name="T1" fmla="*/ 239 h 47"/>
                  <a:gd name="T2" fmla="*/ 63 w 17"/>
                  <a:gd name="T3" fmla="*/ 227 h 47"/>
                  <a:gd name="T4" fmla="*/ 63 w 17"/>
                  <a:gd name="T5" fmla="*/ 73 h 47"/>
                  <a:gd name="T6" fmla="*/ 33 w 17"/>
                  <a:gd name="T7" fmla="*/ 13 h 47"/>
                  <a:gd name="T8" fmla="*/ 0 w 17"/>
                  <a:gd name="T9" fmla="*/ 3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0" y="42"/>
                    </a:moveTo>
                    <a:cubicBezTo>
                      <a:pt x="5" y="42"/>
                      <a:pt x="11" y="47"/>
                      <a:pt x="14" y="40"/>
                    </a:cubicBezTo>
                    <a:cubicBezTo>
                      <a:pt x="17" y="32"/>
                      <a:pt x="14" y="21"/>
                      <a:pt x="14" y="13"/>
                    </a:cubicBezTo>
                    <a:cubicBezTo>
                      <a:pt x="14" y="9"/>
                      <a:pt x="14" y="0"/>
                      <a:pt x="7" y="2"/>
                    </a:cubicBezTo>
                    <a:cubicBezTo>
                      <a:pt x="4" y="2"/>
                      <a:pt x="3" y="5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9" name="Freeform 1628">
                <a:extLst>
                  <a:ext uri="{FF2B5EF4-FFF2-40B4-BE49-F238E27FC236}">
                    <a16:creationId xmlns:a16="http://schemas.microsoft.com/office/drawing/2014/main" id="{AD7353DC-1F36-4DC9-8A42-3D6D2E6C2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74"/>
                <a:ext cx="47" cy="82"/>
              </a:xfrm>
              <a:custGeom>
                <a:avLst/>
                <a:gdLst>
                  <a:gd name="T0" fmla="*/ 57 w 28"/>
                  <a:gd name="T1" fmla="*/ 260 h 46"/>
                  <a:gd name="T2" fmla="*/ 133 w 28"/>
                  <a:gd name="T3" fmla="*/ 187 h 46"/>
                  <a:gd name="T4" fmla="*/ 96 w 28"/>
                  <a:gd name="T5" fmla="*/ 52 h 46"/>
                  <a:gd name="T6" fmla="*/ 0 w 28"/>
                  <a:gd name="T7" fmla="*/ 5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12" y="46"/>
                    </a:moveTo>
                    <a:cubicBezTo>
                      <a:pt x="19" y="46"/>
                      <a:pt x="27" y="41"/>
                      <a:pt x="28" y="33"/>
                    </a:cubicBezTo>
                    <a:cubicBezTo>
                      <a:pt x="28" y="26"/>
                      <a:pt x="24" y="16"/>
                      <a:pt x="20" y="9"/>
                    </a:cubicBezTo>
                    <a:cubicBezTo>
                      <a:pt x="14" y="0"/>
                      <a:pt x="7" y="3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0" name="Freeform 1629">
                <a:extLst>
                  <a:ext uri="{FF2B5EF4-FFF2-40B4-BE49-F238E27FC236}">
                    <a16:creationId xmlns:a16="http://schemas.microsoft.com/office/drawing/2014/main" id="{A7D1E059-CB9E-48E9-A9A5-8ED6BC726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35"/>
                <a:ext cx="70" cy="77"/>
              </a:xfrm>
              <a:custGeom>
                <a:avLst/>
                <a:gdLst>
                  <a:gd name="T0" fmla="*/ 138 w 42"/>
                  <a:gd name="T1" fmla="*/ 236 h 44"/>
                  <a:gd name="T2" fmla="*/ 187 w 42"/>
                  <a:gd name="T3" fmla="*/ 163 h 44"/>
                  <a:gd name="T4" fmla="*/ 158 w 42"/>
                  <a:gd name="T5" fmla="*/ 114 h 44"/>
                  <a:gd name="T6" fmla="*/ 117 w 42"/>
                  <a:gd name="T7" fmla="*/ 58 h 44"/>
                  <a:gd name="T8" fmla="*/ 47 w 42"/>
                  <a:gd name="T9" fmla="*/ 7 h 44"/>
                  <a:gd name="T10" fmla="*/ 0 w 42"/>
                  <a:gd name="T11" fmla="*/ 4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4">
                    <a:moveTo>
                      <a:pt x="30" y="44"/>
                    </a:moveTo>
                    <a:cubicBezTo>
                      <a:pt x="35" y="39"/>
                      <a:pt x="42" y="38"/>
                      <a:pt x="40" y="30"/>
                    </a:cubicBezTo>
                    <a:cubicBezTo>
                      <a:pt x="39" y="26"/>
                      <a:pt x="36" y="24"/>
                      <a:pt x="34" y="21"/>
                    </a:cubicBezTo>
                    <a:cubicBezTo>
                      <a:pt x="31" y="18"/>
                      <a:pt x="28" y="14"/>
                      <a:pt x="25" y="11"/>
                    </a:cubicBezTo>
                    <a:cubicBezTo>
                      <a:pt x="22" y="8"/>
                      <a:pt x="14" y="0"/>
                      <a:pt x="10" y="1"/>
                    </a:cubicBezTo>
                    <a:cubicBezTo>
                      <a:pt x="6" y="1"/>
                      <a:pt x="3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1" name="Freeform 1630">
                <a:extLst>
                  <a:ext uri="{FF2B5EF4-FFF2-40B4-BE49-F238E27FC236}">
                    <a16:creationId xmlns:a16="http://schemas.microsoft.com/office/drawing/2014/main" id="{67483F3B-13CE-41A6-A137-6EC0A39F6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343"/>
                <a:ext cx="78" cy="56"/>
              </a:xfrm>
              <a:custGeom>
                <a:avLst/>
                <a:gdLst>
                  <a:gd name="T0" fmla="*/ 138 w 47"/>
                  <a:gd name="T1" fmla="*/ 172 h 32"/>
                  <a:gd name="T2" fmla="*/ 193 w 47"/>
                  <a:gd name="T3" fmla="*/ 77 h 32"/>
                  <a:gd name="T4" fmla="*/ 110 w 47"/>
                  <a:gd name="T5" fmla="*/ 12 h 32"/>
                  <a:gd name="T6" fmla="*/ 61 w 47"/>
                  <a:gd name="T7" fmla="*/ 7 h 32"/>
                  <a:gd name="T8" fmla="*/ 22 w 47"/>
                  <a:gd name="T9" fmla="*/ 16 h 32"/>
                  <a:gd name="T10" fmla="*/ 0 w 47"/>
                  <a:gd name="T11" fmla="*/ 77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2">
                    <a:moveTo>
                      <a:pt x="30" y="32"/>
                    </a:moveTo>
                    <a:cubicBezTo>
                      <a:pt x="35" y="26"/>
                      <a:pt x="47" y="25"/>
                      <a:pt x="42" y="14"/>
                    </a:cubicBezTo>
                    <a:cubicBezTo>
                      <a:pt x="39" y="8"/>
                      <a:pt x="31" y="5"/>
                      <a:pt x="24" y="2"/>
                    </a:cubicBezTo>
                    <a:cubicBezTo>
                      <a:pt x="21" y="1"/>
                      <a:pt x="17" y="1"/>
                      <a:pt x="13" y="1"/>
                    </a:cubicBezTo>
                    <a:cubicBezTo>
                      <a:pt x="10" y="1"/>
                      <a:pt x="7" y="0"/>
                      <a:pt x="5" y="3"/>
                    </a:cubicBezTo>
                    <a:cubicBezTo>
                      <a:pt x="3" y="5"/>
                      <a:pt x="1" y="11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2" name="Freeform 1631">
                <a:extLst>
                  <a:ext uri="{FF2B5EF4-FFF2-40B4-BE49-F238E27FC236}">
                    <a16:creationId xmlns:a16="http://schemas.microsoft.com/office/drawing/2014/main" id="{1AAFED96-531E-4434-87F4-2C12E02A2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117"/>
                <a:ext cx="5" cy="2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3" name="Freeform 1632">
                <a:extLst>
                  <a:ext uri="{FF2B5EF4-FFF2-40B4-BE49-F238E27FC236}">
                    <a16:creationId xmlns:a16="http://schemas.microsoft.com/office/drawing/2014/main" id="{66D42A7E-E989-4A7E-A9DE-9981E63CC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314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2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4" name="Freeform 1633">
                <a:extLst>
                  <a:ext uri="{FF2B5EF4-FFF2-40B4-BE49-F238E27FC236}">
                    <a16:creationId xmlns:a16="http://schemas.microsoft.com/office/drawing/2014/main" id="{4658C9E7-345C-40C8-86A5-9C9D3C7E7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3138"/>
                <a:ext cx="63" cy="39"/>
              </a:xfrm>
              <a:custGeom>
                <a:avLst/>
                <a:gdLst>
                  <a:gd name="T0" fmla="*/ 172 w 38"/>
                  <a:gd name="T1" fmla="*/ 94 h 22"/>
                  <a:gd name="T2" fmla="*/ 126 w 38"/>
                  <a:gd name="T3" fmla="*/ 106 h 22"/>
                  <a:gd name="T4" fmla="*/ 68 w 38"/>
                  <a:gd name="T5" fmla="*/ 62 h 22"/>
                  <a:gd name="T6" fmla="*/ 13 w 38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2">
                    <a:moveTo>
                      <a:pt x="38" y="17"/>
                    </a:moveTo>
                    <a:cubicBezTo>
                      <a:pt x="35" y="21"/>
                      <a:pt x="32" y="22"/>
                      <a:pt x="28" y="19"/>
                    </a:cubicBezTo>
                    <a:cubicBezTo>
                      <a:pt x="24" y="16"/>
                      <a:pt x="20" y="13"/>
                      <a:pt x="15" y="11"/>
                    </a:cubicBezTo>
                    <a:cubicBezTo>
                      <a:pt x="11" y="9"/>
                      <a:pt x="0" y="6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5" name="Freeform 1634">
                <a:extLst>
                  <a:ext uri="{FF2B5EF4-FFF2-40B4-BE49-F238E27FC236}">
                    <a16:creationId xmlns:a16="http://schemas.microsoft.com/office/drawing/2014/main" id="{54D36C06-C490-433B-B717-E2B9F22D0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190"/>
                <a:ext cx="63" cy="33"/>
              </a:xfrm>
              <a:custGeom>
                <a:avLst/>
                <a:gdLst>
                  <a:gd name="T0" fmla="*/ 0 w 38"/>
                  <a:gd name="T1" fmla="*/ 0 h 19"/>
                  <a:gd name="T2" fmla="*/ 20 w 38"/>
                  <a:gd name="T3" fmla="*/ 42 h 19"/>
                  <a:gd name="T4" fmla="*/ 55 w 38"/>
                  <a:gd name="T5" fmla="*/ 49 h 19"/>
                  <a:gd name="T6" fmla="*/ 91 w 38"/>
                  <a:gd name="T7" fmla="*/ 69 h 19"/>
                  <a:gd name="T8" fmla="*/ 172 w 38"/>
                  <a:gd name="T9" fmla="*/ 7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9">
                    <a:moveTo>
                      <a:pt x="0" y="0"/>
                    </a:moveTo>
                    <a:cubicBezTo>
                      <a:pt x="0" y="4"/>
                      <a:pt x="0" y="7"/>
                      <a:pt x="4" y="8"/>
                    </a:cubicBezTo>
                    <a:cubicBezTo>
                      <a:pt x="7" y="9"/>
                      <a:pt x="9" y="9"/>
                      <a:pt x="12" y="9"/>
                    </a:cubicBezTo>
                    <a:cubicBezTo>
                      <a:pt x="15" y="10"/>
                      <a:pt x="18" y="11"/>
                      <a:pt x="20" y="13"/>
                    </a:cubicBezTo>
                    <a:cubicBezTo>
                      <a:pt x="25" y="15"/>
                      <a:pt x="33" y="19"/>
                      <a:pt x="38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6" name="Freeform 1635">
                <a:extLst>
                  <a:ext uri="{FF2B5EF4-FFF2-40B4-BE49-F238E27FC236}">
                    <a16:creationId xmlns:a16="http://schemas.microsoft.com/office/drawing/2014/main" id="{7F5FD9E9-56A8-4052-9C4B-1D34E8F0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137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7" name="Freeform 1636">
                <a:extLst>
                  <a:ext uri="{FF2B5EF4-FFF2-40B4-BE49-F238E27FC236}">
                    <a16:creationId xmlns:a16="http://schemas.microsoft.com/office/drawing/2014/main" id="{A97163BF-2FC9-442D-B99E-B99D0867C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176"/>
                <a:ext cx="20" cy="23"/>
              </a:xfrm>
              <a:custGeom>
                <a:avLst/>
                <a:gdLst>
                  <a:gd name="T0" fmla="*/ 47 w 12"/>
                  <a:gd name="T1" fmla="*/ 0 h 13"/>
                  <a:gd name="T2" fmla="*/ 50 w 12"/>
                  <a:gd name="T3" fmla="*/ 21 h 13"/>
                  <a:gd name="T4" fmla="*/ 28 w 12"/>
                  <a:gd name="T5" fmla="*/ 44 h 13"/>
                  <a:gd name="T6" fmla="*/ 0 w 12"/>
                  <a:gd name="T7" fmla="*/ 7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0" y="0"/>
                    </a:moveTo>
                    <a:cubicBezTo>
                      <a:pt x="12" y="0"/>
                      <a:pt x="12" y="2"/>
                      <a:pt x="11" y="4"/>
                    </a:cubicBezTo>
                    <a:cubicBezTo>
                      <a:pt x="10" y="7"/>
                      <a:pt x="8" y="7"/>
                      <a:pt x="6" y="8"/>
                    </a:cubicBezTo>
                    <a:cubicBezTo>
                      <a:pt x="4" y="10"/>
                      <a:pt x="3" y="12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8" name="Freeform 1637">
                <a:extLst>
                  <a:ext uri="{FF2B5EF4-FFF2-40B4-BE49-F238E27FC236}">
                    <a16:creationId xmlns:a16="http://schemas.microsoft.com/office/drawing/2014/main" id="{EEABBAEB-CCB6-462B-9FBB-5A6D2536A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3146"/>
                <a:ext cx="22" cy="17"/>
              </a:xfrm>
              <a:custGeom>
                <a:avLst/>
                <a:gdLst>
                  <a:gd name="T0" fmla="*/ 63 w 13"/>
                  <a:gd name="T1" fmla="*/ 0 h 10"/>
                  <a:gd name="T2" fmla="*/ 24 w 13"/>
                  <a:gd name="T3" fmla="*/ 20 h 10"/>
                  <a:gd name="T4" fmla="*/ 0 w 13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8" y="0"/>
                      <a:pt x="8" y="1"/>
                      <a:pt x="5" y="4"/>
                    </a:cubicBezTo>
                    <a:cubicBezTo>
                      <a:pt x="4" y="6"/>
                      <a:pt x="2" y="8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9" name="Freeform 1638">
                <a:extLst>
                  <a:ext uri="{FF2B5EF4-FFF2-40B4-BE49-F238E27FC236}">
                    <a16:creationId xmlns:a16="http://schemas.microsoft.com/office/drawing/2014/main" id="{B9D1DBA4-ED24-4CE0-BCCC-EC1BB42C1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135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12 w 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4" y="5"/>
                      <a:pt x="2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0" name="Freeform 1639">
                <a:extLst>
                  <a:ext uri="{FF2B5EF4-FFF2-40B4-BE49-F238E27FC236}">
                    <a16:creationId xmlns:a16="http://schemas.microsoft.com/office/drawing/2014/main" id="{DB880DA4-EFE3-4514-85A0-1158A171A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3174"/>
                <a:ext cx="10" cy="3"/>
              </a:xfrm>
              <a:custGeom>
                <a:avLst/>
                <a:gdLst>
                  <a:gd name="T0" fmla="*/ 28 w 6"/>
                  <a:gd name="T1" fmla="*/ 0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1" name="Freeform 1640">
                <a:extLst>
                  <a:ext uri="{FF2B5EF4-FFF2-40B4-BE49-F238E27FC236}">
                    <a16:creationId xmlns:a16="http://schemas.microsoft.com/office/drawing/2014/main" id="{636B0A77-E78E-45F2-A558-C8697FF43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3195"/>
                <a:ext cx="15" cy="37"/>
              </a:xfrm>
              <a:custGeom>
                <a:avLst/>
                <a:gdLst>
                  <a:gd name="T0" fmla="*/ 8 w 9"/>
                  <a:gd name="T1" fmla="*/ 0 h 21"/>
                  <a:gd name="T2" fmla="*/ 20 w 9"/>
                  <a:gd name="T3" fmla="*/ 72 h 21"/>
                  <a:gd name="T4" fmla="*/ 0 w 9"/>
                  <a:gd name="T5" fmla="*/ 1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9" y="2"/>
                      <a:pt x="4" y="8"/>
                      <a:pt x="4" y="13"/>
                    </a:cubicBezTo>
                    <a:cubicBezTo>
                      <a:pt x="4" y="16"/>
                      <a:pt x="5" y="21"/>
                      <a:pt x="0" y="2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2" name="Freeform 1641">
                <a:extLst>
                  <a:ext uri="{FF2B5EF4-FFF2-40B4-BE49-F238E27FC236}">
                    <a16:creationId xmlns:a16="http://schemas.microsoft.com/office/drawing/2014/main" id="{147320B7-C12F-4962-8ABF-525D331E5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218"/>
                <a:ext cx="14" cy="34"/>
              </a:xfrm>
              <a:custGeom>
                <a:avLst/>
                <a:gdLst>
                  <a:gd name="T0" fmla="*/ 0 w 8"/>
                  <a:gd name="T1" fmla="*/ 0 h 19"/>
                  <a:gd name="T2" fmla="*/ 33 w 8"/>
                  <a:gd name="T3" fmla="*/ 81 h 19"/>
                  <a:gd name="T4" fmla="*/ 33 w 8"/>
                  <a:gd name="T5" fmla="*/ 109 h 19"/>
                  <a:gd name="T6" fmla="*/ 7 w 8"/>
                  <a:gd name="T7" fmla="*/ 10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8" y="2"/>
                      <a:pt x="5" y="7"/>
                      <a:pt x="6" y="14"/>
                    </a:cubicBezTo>
                    <a:cubicBezTo>
                      <a:pt x="6" y="16"/>
                      <a:pt x="7" y="17"/>
                      <a:pt x="6" y="19"/>
                    </a:cubicBezTo>
                    <a:cubicBezTo>
                      <a:pt x="5" y="19"/>
                      <a:pt x="2" y="19"/>
                      <a:pt x="1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3" name="Freeform 1642">
                <a:extLst>
                  <a:ext uri="{FF2B5EF4-FFF2-40B4-BE49-F238E27FC236}">
                    <a16:creationId xmlns:a16="http://schemas.microsoft.com/office/drawing/2014/main" id="{9CD84918-6CDE-47F1-AF20-74625CA28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200"/>
                <a:ext cx="8" cy="2"/>
              </a:xfrm>
              <a:custGeom>
                <a:avLst/>
                <a:gdLst>
                  <a:gd name="T0" fmla="*/ 21 w 5"/>
                  <a:gd name="T1" fmla="*/ 0 h 1"/>
                  <a:gd name="T2" fmla="*/ 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4" name="Freeform 1643">
                <a:extLst>
                  <a:ext uri="{FF2B5EF4-FFF2-40B4-BE49-F238E27FC236}">
                    <a16:creationId xmlns:a16="http://schemas.microsoft.com/office/drawing/2014/main" id="{87EAFDAA-7F83-4B01-B4E0-4A9798CC8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3218"/>
                <a:ext cx="5" cy="5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5" name="Freeform 1644">
                <a:extLst>
                  <a:ext uri="{FF2B5EF4-FFF2-40B4-BE49-F238E27FC236}">
                    <a16:creationId xmlns:a16="http://schemas.microsoft.com/office/drawing/2014/main" id="{CEFCD878-300B-41DE-97E4-4EC183F9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229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6" name="Freeform 1645">
                <a:extLst>
                  <a:ext uri="{FF2B5EF4-FFF2-40B4-BE49-F238E27FC236}">
                    <a16:creationId xmlns:a16="http://schemas.microsoft.com/office/drawing/2014/main" id="{824A728F-E0A0-4FF1-B47B-073525DD4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250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7" name="Freeform 1646">
                <a:extLst>
                  <a:ext uri="{FF2B5EF4-FFF2-40B4-BE49-F238E27FC236}">
                    <a16:creationId xmlns:a16="http://schemas.microsoft.com/office/drawing/2014/main" id="{63A59A90-58A2-4142-8E76-511FD1EE6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193"/>
                <a:ext cx="2" cy="7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8" name="Freeform 1647">
                <a:extLst>
                  <a:ext uri="{FF2B5EF4-FFF2-40B4-BE49-F238E27FC236}">
                    <a16:creationId xmlns:a16="http://schemas.microsoft.com/office/drawing/2014/main" id="{DC7D0F49-60EF-42EB-AAD4-2A5EA8B57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3225"/>
                <a:ext cx="19" cy="35"/>
              </a:xfrm>
              <a:custGeom>
                <a:avLst/>
                <a:gdLst>
                  <a:gd name="T0" fmla="*/ 0 w 11"/>
                  <a:gd name="T1" fmla="*/ 12 h 20"/>
                  <a:gd name="T2" fmla="*/ 41 w 11"/>
                  <a:gd name="T3" fmla="*/ 65 h 20"/>
                  <a:gd name="T4" fmla="*/ 36 w 11"/>
                  <a:gd name="T5" fmla="*/ 10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"/>
                    </a:moveTo>
                    <a:cubicBezTo>
                      <a:pt x="9" y="0"/>
                      <a:pt x="8" y="7"/>
                      <a:pt x="8" y="12"/>
                    </a:cubicBezTo>
                    <a:cubicBezTo>
                      <a:pt x="9" y="15"/>
                      <a:pt x="11" y="20"/>
                      <a:pt x="7" y="2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9" name="Freeform 1648">
                <a:extLst>
                  <a:ext uri="{FF2B5EF4-FFF2-40B4-BE49-F238E27FC236}">
                    <a16:creationId xmlns:a16="http://schemas.microsoft.com/office/drawing/2014/main" id="{52E5FE90-F2B1-4EE2-895E-0056CECEA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222"/>
                <a:ext cx="68" cy="15"/>
              </a:xfrm>
              <a:custGeom>
                <a:avLst/>
                <a:gdLst>
                  <a:gd name="T0" fmla="*/ 181 w 41"/>
                  <a:gd name="T1" fmla="*/ 0 h 9"/>
                  <a:gd name="T2" fmla="*/ 181 w 41"/>
                  <a:gd name="T3" fmla="*/ 22 h 9"/>
                  <a:gd name="T4" fmla="*/ 146 w 41"/>
                  <a:gd name="T5" fmla="*/ 28 h 9"/>
                  <a:gd name="T6" fmla="*/ 60 w 41"/>
                  <a:gd name="T7" fmla="*/ 28 h 9"/>
                  <a:gd name="T8" fmla="*/ 0 w 41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">
                    <a:moveTo>
                      <a:pt x="40" y="0"/>
                    </a:moveTo>
                    <a:cubicBezTo>
                      <a:pt x="40" y="1"/>
                      <a:pt x="41" y="3"/>
                      <a:pt x="40" y="5"/>
                    </a:cubicBezTo>
                    <a:cubicBezTo>
                      <a:pt x="39" y="6"/>
                      <a:pt x="34" y="6"/>
                      <a:pt x="32" y="6"/>
                    </a:cubicBezTo>
                    <a:cubicBezTo>
                      <a:pt x="26" y="5"/>
                      <a:pt x="19" y="5"/>
                      <a:pt x="13" y="6"/>
                    </a:cubicBezTo>
                    <a:cubicBezTo>
                      <a:pt x="10" y="7"/>
                      <a:pt x="2" y="9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0" name="Freeform 1649">
                <a:extLst>
                  <a:ext uri="{FF2B5EF4-FFF2-40B4-BE49-F238E27FC236}">
                    <a16:creationId xmlns:a16="http://schemas.microsoft.com/office/drawing/2014/main" id="{94A7EDFF-8F3F-4890-BCC9-49DEA51E9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176"/>
                <a:ext cx="81" cy="40"/>
              </a:xfrm>
              <a:custGeom>
                <a:avLst/>
                <a:gdLst>
                  <a:gd name="T0" fmla="*/ 222 w 49"/>
                  <a:gd name="T1" fmla="*/ 0 h 23"/>
                  <a:gd name="T2" fmla="*/ 202 w 49"/>
                  <a:gd name="T3" fmla="*/ 0 h 23"/>
                  <a:gd name="T4" fmla="*/ 180 w 49"/>
                  <a:gd name="T5" fmla="*/ 28 h 23"/>
                  <a:gd name="T6" fmla="*/ 76 w 49"/>
                  <a:gd name="T7" fmla="*/ 94 h 23"/>
                  <a:gd name="T8" fmla="*/ 5 w 49"/>
                  <a:gd name="T9" fmla="*/ 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3">
                    <a:moveTo>
                      <a:pt x="49" y="0"/>
                    </a:moveTo>
                    <a:cubicBezTo>
                      <a:pt x="47" y="0"/>
                      <a:pt x="46" y="0"/>
                      <a:pt x="45" y="0"/>
                    </a:cubicBezTo>
                    <a:cubicBezTo>
                      <a:pt x="42" y="0"/>
                      <a:pt x="42" y="3"/>
                      <a:pt x="40" y="5"/>
                    </a:cubicBezTo>
                    <a:cubicBezTo>
                      <a:pt x="35" y="11"/>
                      <a:pt x="24" y="16"/>
                      <a:pt x="17" y="18"/>
                    </a:cubicBezTo>
                    <a:cubicBezTo>
                      <a:pt x="12" y="20"/>
                      <a:pt x="0" y="23"/>
                      <a:pt x="1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1" name="Freeform 1650">
                <a:extLst>
                  <a:ext uri="{FF2B5EF4-FFF2-40B4-BE49-F238E27FC236}">
                    <a16:creationId xmlns:a16="http://schemas.microsoft.com/office/drawing/2014/main" id="{2AD662BD-67CF-43AB-A07F-F58A15F11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3084"/>
                <a:ext cx="62" cy="53"/>
              </a:xfrm>
              <a:custGeom>
                <a:avLst/>
                <a:gdLst>
                  <a:gd name="T0" fmla="*/ 0 w 37"/>
                  <a:gd name="T1" fmla="*/ 138 h 30"/>
                  <a:gd name="T2" fmla="*/ 47 w 37"/>
                  <a:gd name="T3" fmla="*/ 127 h 30"/>
                  <a:gd name="T4" fmla="*/ 75 w 37"/>
                  <a:gd name="T5" fmla="*/ 87 h 30"/>
                  <a:gd name="T6" fmla="*/ 124 w 37"/>
                  <a:gd name="T7" fmla="*/ 72 h 30"/>
                  <a:gd name="T8" fmla="*/ 169 w 37"/>
                  <a:gd name="T9" fmla="*/ 7 h 30"/>
                  <a:gd name="T10" fmla="*/ 161 w 3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0">
                    <a:moveTo>
                      <a:pt x="0" y="25"/>
                    </a:moveTo>
                    <a:cubicBezTo>
                      <a:pt x="2" y="30"/>
                      <a:pt x="8" y="26"/>
                      <a:pt x="10" y="23"/>
                    </a:cubicBezTo>
                    <a:cubicBezTo>
                      <a:pt x="12" y="20"/>
                      <a:pt x="13" y="17"/>
                      <a:pt x="16" y="16"/>
                    </a:cubicBezTo>
                    <a:cubicBezTo>
                      <a:pt x="19" y="14"/>
                      <a:pt x="23" y="14"/>
                      <a:pt x="26" y="13"/>
                    </a:cubicBezTo>
                    <a:cubicBezTo>
                      <a:pt x="31" y="12"/>
                      <a:pt x="37" y="7"/>
                      <a:pt x="36" y="1"/>
                    </a:cubicBezTo>
                    <a:cubicBezTo>
                      <a:pt x="35" y="0"/>
                      <a:pt x="35" y="0"/>
                      <a:pt x="3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2" name="Freeform 1651">
                <a:extLst>
                  <a:ext uri="{FF2B5EF4-FFF2-40B4-BE49-F238E27FC236}">
                    <a16:creationId xmlns:a16="http://schemas.microsoft.com/office/drawing/2014/main" id="{30ED8E21-B452-4B7A-9104-9B8C94648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947"/>
                <a:ext cx="53" cy="73"/>
              </a:xfrm>
              <a:custGeom>
                <a:avLst/>
                <a:gdLst>
                  <a:gd name="T0" fmla="*/ 0 w 32"/>
                  <a:gd name="T1" fmla="*/ 224 h 41"/>
                  <a:gd name="T2" fmla="*/ 55 w 32"/>
                  <a:gd name="T3" fmla="*/ 194 h 41"/>
                  <a:gd name="T4" fmla="*/ 104 w 32"/>
                  <a:gd name="T5" fmla="*/ 80 h 41"/>
                  <a:gd name="T6" fmla="*/ 124 w 32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0" y="40"/>
                    </a:moveTo>
                    <a:cubicBezTo>
                      <a:pt x="6" y="39"/>
                      <a:pt x="9" y="41"/>
                      <a:pt x="12" y="34"/>
                    </a:cubicBezTo>
                    <a:cubicBezTo>
                      <a:pt x="14" y="26"/>
                      <a:pt x="17" y="19"/>
                      <a:pt x="23" y="14"/>
                    </a:cubicBezTo>
                    <a:cubicBezTo>
                      <a:pt x="28" y="10"/>
                      <a:pt x="32" y="5"/>
                      <a:pt x="2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3" name="Freeform 1652">
                <a:extLst>
                  <a:ext uri="{FF2B5EF4-FFF2-40B4-BE49-F238E27FC236}">
                    <a16:creationId xmlns:a16="http://schemas.microsoft.com/office/drawing/2014/main" id="{CF7B0DEC-86C5-4E39-8D0E-C9ADB53B1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804"/>
                <a:ext cx="14" cy="76"/>
              </a:xfrm>
              <a:custGeom>
                <a:avLst/>
                <a:gdLst>
                  <a:gd name="T0" fmla="*/ 12 w 8"/>
                  <a:gd name="T1" fmla="*/ 0 h 43"/>
                  <a:gd name="T2" fmla="*/ 44 w 8"/>
                  <a:gd name="T3" fmla="*/ 60 h 43"/>
                  <a:gd name="T4" fmla="*/ 21 w 8"/>
                  <a:gd name="T5" fmla="*/ 159 h 43"/>
                  <a:gd name="T6" fmla="*/ 0 w 8"/>
                  <a:gd name="T7" fmla="*/ 22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3">
                    <a:moveTo>
                      <a:pt x="2" y="0"/>
                    </a:moveTo>
                    <a:cubicBezTo>
                      <a:pt x="7" y="0"/>
                      <a:pt x="8" y="7"/>
                      <a:pt x="8" y="11"/>
                    </a:cubicBezTo>
                    <a:cubicBezTo>
                      <a:pt x="7" y="17"/>
                      <a:pt x="4" y="22"/>
                      <a:pt x="4" y="29"/>
                    </a:cubicBezTo>
                    <a:cubicBezTo>
                      <a:pt x="4" y="31"/>
                      <a:pt x="5" y="43"/>
                      <a:pt x="0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4" name="Freeform 1653">
                <a:extLst>
                  <a:ext uri="{FF2B5EF4-FFF2-40B4-BE49-F238E27FC236}">
                    <a16:creationId xmlns:a16="http://schemas.microsoft.com/office/drawing/2014/main" id="{7E9D92E7-2A07-4743-A377-BFA7B6735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40"/>
                <a:ext cx="20" cy="90"/>
              </a:xfrm>
              <a:custGeom>
                <a:avLst/>
                <a:gdLst>
                  <a:gd name="T0" fmla="*/ 8 w 12"/>
                  <a:gd name="T1" fmla="*/ 274 h 51"/>
                  <a:gd name="T2" fmla="*/ 47 w 12"/>
                  <a:gd name="T3" fmla="*/ 231 h 51"/>
                  <a:gd name="T4" fmla="*/ 33 w 12"/>
                  <a:gd name="T5" fmla="*/ 99 h 51"/>
                  <a:gd name="T6" fmla="*/ 5 w 12"/>
                  <a:gd name="T7" fmla="*/ 0 h 51"/>
                  <a:gd name="T8" fmla="*/ 0 w 12"/>
                  <a:gd name="T9" fmla="*/ 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1">
                    <a:moveTo>
                      <a:pt x="2" y="50"/>
                    </a:moveTo>
                    <a:cubicBezTo>
                      <a:pt x="6" y="51"/>
                      <a:pt x="9" y="46"/>
                      <a:pt x="10" y="42"/>
                    </a:cubicBezTo>
                    <a:cubicBezTo>
                      <a:pt x="12" y="34"/>
                      <a:pt x="6" y="27"/>
                      <a:pt x="7" y="18"/>
                    </a:cubicBezTo>
                    <a:cubicBezTo>
                      <a:pt x="7" y="13"/>
                      <a:pt x="8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5" name="Freeform 1654">
                <a:extLst>
                  <a:ext uri="{FF2B5EF4-FFF2-40B4-BE49-F238E27FC236}">
                    <a16:creationId xmlns:a16="http://schemas.microsoft.com/office/drawing/2014/main" id="{FF0967A7-FDB1-46A0-874D-2C05045F4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493"/>
                <a:ext cx="58" cy="90"/>
              </a:xfrm>
              <a:custGeom>
                <a:avLst/>
                <a:gdLst>
                  <a:gd name="T0" fmla="*/ 0 w 35"/>
                  <a:gd name="T1" fmla="*/ 21 h 51"/>
                  <a:gd name="T2" fmla="*/ 28 w 35"/>
                  <a:gd name="T3" fmla="*/ 0 h 51"/>
                  <a:gd name="T4" fmla="*/ 60 w 35"/>
                  <a:gd name="T5" fmla="*/ 60 h 51"/>
                  <a:gd name="T6" fmla="*/ 104 w 35"/>
                  <a:gd name="T7" fmla="*/ 199 h 51"/>
                  <a:gd name="T8" fmla="*/ 133 w 35"/>
                  <a:gd name="T9" fmla="*/ 28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0" y="4"/>
                    </a:moveTo>
                    <a:cubicBezTo>
                      <a:pt x="2" y="3"/>
                      <a:pt x="4" y="0"/>
                      <a:pt x="6" y="0"/>
                    </a:cubicBezTo>
                    <a:cubicBezTo>
                      <a:pt x="11" y="0"/>
                      <a:pt x="11" y="8"/>
                      <a:pt x="13" y="11"/>
                    </a:cubicBezTo>
                    <a:cubicBezTo>
                      <a:pt x="15" y="19"/>
                      <a:pt x="16" y="30"/>
                      <a:pt x="23" y="36"/>
                    </a:cubicBezTo>
                    <a:cubicBezTo>
                      <a:pt x="27" y="39"/>
                      <a:pt x="35" y="46"/>
                      <a:pt x="29" y="5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6" name="Freeform 1655">
                <a:extLst>
                  <a:ext uri="{FF2B5EF4-FFF2-40B4-BE49-F238E27FC236}">
                    <a16:creationId xmlns:a16="http://schemas.microsoft.com/office/drawing/2014/main" id="{DFBF4110-0BD5-4044-8AB7-3454606DB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382"/>
                <a:ext cx="50" cy="54"/>
              </a:xfrm>
              <a:custGeom>
                <a:avLst/>
                <a:gdLst>
                  <a:gd name="T0" fmla="*/ 138 w 30"/>
                  <a:gd name="T1" fmla="*/ 164 h 31"/>
                  <a:gd name="T2" fmla="*/ 55 w 30"/>
                  <a:gd name="T3" fmla="*/ 37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30" y="31"/>
                    </a:moveTo>
                    <a:cubicBezTo>
                      <a:pt x="22" y="24"/>
                      <a:pt x="20" y="14"/>
                      <a:pt x="12" y="7"/>
                    </a:cubicBezTo>
                    <a:cubicBezTo>
                      <a:pt x="10" y="6"/>
                      <a:pt x="3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7" name="Freeform 1656">
                <a:extLst>
                  <a:ext uri="{FF2B5EF4-FFF2-40B4-BE49-F238E27FC236}">
                    <a16:creationId xmlns:a16="http://schemas.microsoft.com/office/drawing/2014/main" id="{DEE2F05F-F7EB-4612-A530-210214D96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290"/>
                <a:ext cx="76" cy="46"/>
              </a:xfrm>
              <a:custGeom>
                <a:avLst/>
                <a:gdLst>
                  <a:gd name="T0" fmla="*/ 185 w 46"/>
                  <a:gd name="T1" fmla="*/ 143 h 26"/>
                  <a:gd name="T2" fmla="*/ 172 w 46"/>
                  <a:gd name="T3" fmla="*/ 34 h 26"/>
                  <a:gd name="T4" fmla="*/ 83 w 46"/>
                  <a:gd name="T5" fmla="*/ 21 h 26"/>
                  <a:gd name="T6" fmla="*/ 8 w 46"/>
                  <a:gd name="T7" fmla="*/ 28 h 26"/>
                  <a:gd name="T8" fmla="*/ 5 w 46"/>
                  <a:gd name="T9" fmla="*/ 10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6">
                    <a:moveTo>
                      <a:pt x="41" y="26"/>
                    </a:moveTo>
                    <a:cubicBezTo>
                      <a:pt x="38" y="20"/>
                      <a:pt x="46" y="10"/>
                      <a:pt x="38" y="6"/>
                    </a:cubicBezTo>
                    <a:cubicBezTo>
                      <a:pt x="32" y="4"/>
                      <a:pt x="24" y="4"/>
                      <a:pt x="18" y="4"/>
                    </a:cubicBezTo>
                    <a:cubicBezTo>
                      <a:pt x="13" y="4"/>
                      <a:pt x="5" y="0"/>
                      <a:pt x="2" y="5"/>
                    </a:cubicBezTo>
                    <a:cubicBezTo>
                      <a:pt x="0" y="8"/>
                      <a:pt x="1" y="14"/>
                      <a:pt x="1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8" name="Freeform 1657">
                <a:extLst>
                  <a:ext uri="{FF2B5EF4-FFF2-40B4-BE49-F238E27FC236}">
                    <a16:creationId xmlns:a16="http://schemas.microsoft.com/office/drawing/2014/main" id="{CC09B07B-2D8D-49F1-ABBC-8F9706D8F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286"/>
                <a:ext cx="83" cy="44"/>
              </a:xfrm>
              <a:custGeom>
                <a:avLst/>
                <a:gdLst>
                  <a:gd name="T0" fmla="*/ 229 w 50"/>
                  <a:gd name="T1" fmla="*/ 99 h 25"/>
                  <a:gd name="T2" fmla="*/ 183 w 50"/>
                  <a:gd name="T3" fmla="*/ 7 h 25"/>
                  <a:gd name="T4" fmla="*/ 138 w 50"/>
                  <a:gd name="T5" fmla="*/ 16 h 25"/>
                  <a:gd name="T6" fmla="*/ 63 w 50"/>
                  <a:gd name="T7" fmla="*/ 37 h 25"/>
                  <a:gd name="T8" fmla="*/ 5 w 50"/>
                  <a:gd name="T9" fmla="*/ 93 h 25"/>
                  <a:gd name="T10" fmla="*/ 22 w 50"/>
                  <a:gd name="T11" fmla="*/ 13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25">
                    <a:moveTo>
                      <a:pt x="50" y="18"/>
                    </a:moveTo>
                    <a:cubicBezTo>
                      <a:pt x="44" y="15"/>
                      <a:pt x="46" y="4"/>
                      <a:pt x="40" y="1"/>
                    </a:cubicBezTo>
                    <a:cubicBezTo>
                      <a:pt x="37" y="0"/>
                      <a:pt x="32" y="2"/>
                      <a:pt x="30" y="3"/>
                    </a:cubicBezTo>
                    <a:cubicBezTo>
                      <a:pt x="25" y="5"/>
                      <a:pt x="20" y="6"/>
                      <a:pt x="14" y="7"/>
                    </a:cubicBezTo>
                    <a:cubicBezTo>
                      <a:pt x="9" y="8"/>
                      <a:pt x="0" y="9"/>
                      <a:pt x="1" y="17"/>
                    </a:cubicBezTo>
                    <a:cubicBezTo>
                      <a:pt x="2" y="20"/>
                      <a:pt x="3" y="23"/>
                      <a:pt x="5" y="2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9" name="Freeform 1658">
                <a:extLst>
                  <a:ext uri="{FF2B5EF4-FFF2-40B4-BE49-F238E27FC236}">
                    <a16:creationId xmlns:a16="http://schemas.microsoft.com/office/drawing/2014/main" id="{3A71EA94-1473-4A71-ACA4-4BE8159EC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334"/>
                <a:ext cx="80" cy="64"/>
              </a:xfrm>
              <a:custGeom>
                <a:avLst/>
                <a:gdLst>
                  <a:gd name="T0" fmla="*/ 217 w 48"/>
                  <a:gd name="T1" fmla="*/ 66 h 36"/>
                  <a:gd name="T2" fmla="*/ 222 w 48"/>
                  <a:gd name="T3" fmla="*/ 73 h 36"/>
                  <a:gd name="T4" fmla="*/ 180 w 48"/>
                  <a:gd name="T5" fmla="*/ 21 h 36"/>
                  <a:gd name="T6" fmla="*/ 153 w 48"/>
                  <a:gd name="T7" fmla="*/ 7 h 36"/>
                  <a:gd name="T8" fmla="*/ 112 w 48"/>
                  <a:gd name="T9" fmla="*/ 44 h 36"/>
                  <a:gd name="T10" fmla="*/ 63 w 48"/>
                  <a:gd name="T11" fmla="*/ 85 h 36"/>
                  <a:gd name="T12" fmla="*/ 8 w 48"/>
                  <a:gd name="T13" fmla="*/ 146 h 36"/>
                  <a:gd name="T14" fmla="*/ 28 w 48"/>
                  <a:gd name="T15" fmla="*/ 203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6">
                    <a:moveTo>
                      <a:pt x="47" y="12"/>
                    </a:moveTo>
                    <a:cubicBezTo>
                      <a:pt x="48" y="12"/>
                      <a:pt x="48" y="12"/>
                      <a:pt x="48" y="13"/>
                    </a:cubicBezTo>
                    <a:cubicBezTo>
                      <a:pt x="44" y="10"/>
                      <a:pt x="42" y="8"/>
                      <a:pt x="39" y="4"/>
                    </a:cubicBezTo>
                    <a:cubicBezTo>
                      <a:pt x="37" y="2"/>
                      <a:pt x="36" y="0"/>
                      <a:pt x="33" y="1"/>
                    </a:cubicBezTo>
                    <a:cubicBezTo>
                      <a:pt x="30" y="2"/>
                      <a:pt x="27" y="6"/>
                      <a:pt x="24" y="8"/>
                    </a:cubicBezTo>
                    <a:cubicBezTo>
                      <a:pt x="21" y="10"/>
                      <a:pt x="18" y="13"/>
                      <a:pt x="14" y="15"/>
                    </a:cubicBezTo>
                    <a:cubicBezTo>
                      <a:pt x="10" y="18"/>
                      <a:pt x="5" y="21"/>
                      <a:pt x="2" y="26"/>
                    </a:cubicBezTo>
                    <a:cubicBezTo>
                      <a:pt x="0" y="30"/>
                      <a:pt x="4" y="33"/>
                      <a:pt x="6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0" name="Freeform 1659">
                <a:extLst>
                  <a:ext uri="{FF2B5EF4-FFF2-40B4-BE49-F238E27FC236}">
                    <a16:creationId xmlns:a16="http://schemas.microsoft.com/office/drawing/2014/main" id="{745E744A-3607-4CCE-A024-70F96DA7E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412"/>
                <a:ext cx="62" cy="74"/>
              </a:xfrm>
              <a:custGeom>
                <a:avLst/>
                <a:gdLst>
                  <a:gd name="T0" fmla="*/ 174 w 37"/>
                  <a:gd name="T1" fmla="*/ 44 h 42"/>
                  <a:gd name="T2" fmla="*/ 112 w 37"/>
                  <a:gd name="T3" fmla="*/ 7 h 42"/>
                  <a:gd name="T4" fmla="*/ 84 w 37"/>
                  <a:gd name="T5" fmla="*/ 33 h 42"/>
                  <a:gd name="T6" fmla="*/ 47 w 37"/>
                  <a:gd name="T7" fmla="*/ 81 h 42"/>
                  <a:gd name="T8" fmla="*/ 0 w 37"/>
                  <a:gd name="T9" fmla="*/ 171 h 42"/>
                  <a:gd name="T10" fmla="*/ 28 w 37"/>
                  <a:gd name="T11" fmla="*/ 22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2">
                    <a:moveTo>
                      <a:pt x="37" y="8"/>
                    </a:moveTo>
                    <a:cubicBezTo>
                      <a:pt x="31" y="9"/>
                      <a:pt x="29" y="1"/>
                      <a:pt x="24" y="1"/>
                    </a:cubicBezTo>
                    <a:cubicBezTo>
                      <a:pt x="21" y="0"/>
                      <a:pt x="19" y="4"/>
                      <a:pt x="18" y="6"/>
                    </a:cubicBezTo>
                    <a:cubicBezTo>
                      <a:pt x="15" y="9"/>
                      <a:pt x="13" y="12"/>
                      <a:pt x="10" y="15"/>
                    </a:cubicBezTo>
                    <a:cubicBezTo>
                      <a:pt x="6" y="20"/>
                      <a:pt x="0" y="24"/>
                      <a:pt x="0" y="31"/>
                    </a:cubicBezTo>
                    <a:cubicBezTo>
                      <a:pt x="1" y="35"/>
                      <a:pt x="2" y="39"/>
                      <a:pt x="6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1" name="Freeform 1660">
                <a:extLst>
                  <a:ext uri="{FF2B5EF4-FFF2-40B4-BE49-F238E27FC236}">
                    <a16:creationId xmlns:a16="http://schemas.microsoft.com/office/drawing/2014/main" id="{D7B94DCA-266F-4BC9-8769-E5EBD9617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516"/>
                <a:ext cx="57" cy="62"/>
              </a:xfrm>
              <a:custGeom>
                <a:avLst/>
                <a:gdLst>
                  <a:gd name="T0" fmla="*/ 29 w 34"/>
                  <a:gd name="T1" fmla="*/ 195 h 35"/>
                  <a:gd name="T2" fmla="*/ 22 w 34"/>
                  <a:gd name="T3" fmla="*/ 138 h 35"/>
                  <a:gd name="T4" fmla="*/ 62 w 34"/>
                  <a:gd name="T5" fmla="*/ 34 h 35"/>
                  <a:gd name="T6" fmla="*/ 124 w 34"/>
                  <a:gd name="T7" fmla="*/ 16 h 35"/>
                  <a:gd name="T8" fmla="*/ 161 w 34"/>
                  <a:gd name="T9" fmla="*/ 6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6" y="35"/>
                    </a:moveTo>
                    <a:cubicBezTo>
                      <a:pt x="0" y="35"/>
                      <a:pt x="4" y="27"/>
                      <a:pt x="5" y="25"/>
                    </a:cubicBezTo>
                    <a:cubicBezTo>
                      <a:pt x="7" y="19"/>
                      <a:pt x="9" y="11"/>
                      <a:pt x="13" y="6"/>
                    </a:cubicBezTo>
                    <a:cubicBezTo>
                      <a:pt x="16" y="1"/>
                      <a:pt x="22" y="0"/>
                      <a:pt x="26" y="3"/>
                    </a:cubicBezTo>
                    <a:cubicBezTo>
                      <a:pt x="29" y="5"/>
                      <a:pt x="33" y="10"/>
                      <a:pt x="34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2" name="Freeform 1661">
                <a:extLst>
                  <a:ext uri="{FF2B5EF4-FFF2-40B4-BE49-F238E27FC236}">
                    <a16:creationId xmlns:a16="http://schemas.microsoft.com/office/drawing/2014/main" id="{2AC22C23-8590-49FE-9894-DA8FEC43B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373"/>
                <a:ext cx="53" cy="42"/>
              </a:xfrm>
              <a:custGeom>
                <a:avLst/>
                <a:gdLst>
                  <a:gd name="T0" fmla="*/ 20 w 32"/>
                  <a:gd name="T1" fmla="*/ 130 h 24"/>
                  <a:gd name="T2" fmla="*/ 41 w 32"/>
                  <a:gd name="T3" fmla="*/ 81 h 24"/>
                  <a:gd name="T4" fmla="*/ 91 w 32"/>
                  <a:gd name="T5" fmla="*/ 33 h 24"/>
                  <a:gd name="T6" fmla="*/ 146 w 32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4" y="24"/>
                    </a:moveTo>
                    <a:cubicBezTo>
                      <a:pt x="0" y="20"/>
                      <a:pt x="6" y="17"/>
                      <a:pt x="9" y="15"/>
                    </a:cubicBezTo>
                    <a:cubicBezTo>
                      <a:pt x="13" y="12"/>
                      <a:pt x="16" y="9"/>
                      <a:pt x="20" y="6"/>
                    </a:cubicBezTo>
                    <a:cubicBezTo>
                      <a:pt x="23" y="5"/>
                      <a:pt x="29" y="0"/>
                      <a:pt x="3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3" name="Freeform 1662">
                <a:extLst>
                  <a:ext uri="{FF2B5EF4-FFF2-40B4-BE49-F238E27FC236}">
                    <a16:creationId xmlns:a16="http://schemas.microsoft.com/office/drawing/2014/main" id="{C395A966-9E5F-4162-8244-F055CE0CA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65"/>
                <a:ext cx="48" cy="55"/>
              </a:xfrm>
              <a:custGeom>
                <a:avLst/>
                <a:gdLst>
                  <a:gd name="T0" fmla="*/ 131 w 29"/>
                  <a:gd name="T1" fmla="*/ 0 h 31"/>
                  <a:gd name="T2" fmla="*/ 96 w 29"/>
                  <a:gd name="T3" fmla="*/ 35 h 31"/>
                  <a:gd name="T4" fmla="*/ 41 w 29"/>
                  <a:gd name="T5" fmla="*/ 110 h 31"/>
                  <a:gd name="T6" fmla="*/ 22 w 29"/>
                  <a:gd name="T7" fmla="*/ 17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1">
                    <a:moveTo>
                      <a:pt x="29" y="0"/>
                    </a:moveTo>
                    <a:cubicBezTo>
                      <a:pt x="26" y="0"/>
                      <a:pt x="23" y="3"/>
                      <a:pt x="21" y="6"/>
                    </a:cubicBezTo>
                    <a:cubicBezTo>
                      <a:pt x="17" y="11"/>
                      <a:pt x="15" y="16"/>
                      <a:pt x="9" y="20"/>
                    </a:cubicBezTo>
                    <a:cubicBezTo>
                      <a:pt x="7" y="22"/>
                      <a:pt x="0" y="27"/>
                      <a:pt x="5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4" name="Freeform 1663">
                <a:extLst>
                  <a:ext uri="{FF2B5EF4-FFF2-40B4-BE49-F238E27FC236}">
                    <a16:creationId xmlns:a16="http://schemas.microsoft.com/office/drawing/2014/main" id="{AA080DA8-02E1-45E7-B894-F7D947C2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387"/>
                <a:ext cx="20" cy="26"/>
              </a:xfrm>
              <a:custGeom>
                <a:avLst/>
                <a:gdLst>
                  <a:gd name="T0" fmla="*/ 42 w 12"/>
                  <a:gd name="T1" fmla="*/ 78 h 15"/>
                  <a:gd name="T2" fmla="*/ 0 w 1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9" y="15"/>
                    </a:moveTo>
                    <a:cubicBezTo>
                      <a:pt x="12" y="10"/>
                      <a:pt x="5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5" name="Freeform 1664">
                <a:extLst>
                  <a:ext uri="{FF2B5EF4-FFF2-40B4-BE49-F238E27FC236}">
                    <a16:creationId xmlns:a16="http://schemas.microsoft.com/office/drawing/2014/main" id="{834CCD99-FB69-498C-B495-359184B80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346"/>
                <a:ext cx="22" cy="30"/>
              </a:xfrm>
              <a:custGeom>
                <a:avLst/>
                <a:gdLst>
                  <a:gd name="T0" fmla="*/ 49 w 13"/>
                  <a:gd name="T1" fmla="*/ 94 h 17"/>
                  <a:gd name="T2" fmla="*/ 0 w 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0" y="17"/>
                    </a:moveTo>
                    <a:cubicBezTo>
                      <a:pt x="13" y="12"/>
                      <a:pt x="3" y="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6" name="Freeform 1665">
                <a:extLst>
                  <a:ext uri="{FF2B5EF4-FFF2-40B4-BE49-F238E27FC236}">
                    <a16:creationId xmlns:a16="http://schemas.microsoft.com/office/drawing/2014/main" id="{B92E74A8-1AC8-4904-A744-AF0F516C4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405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7" name="Freeform 1666">
                <a:extLst>
                  <a:ext uri="{FF2B5EF4-FFF2-40B4-BE49-F238E27FC236}">
                    <a16:creationId xmlns:a16="http://schemas.microsoft.com/office/drawing/2014/main" id="{F845999B-BBC8-47DB-BEF3-35D8B6FFF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71"/>
                <a:ext cx="8" cy="4"/>
              </a:xfrm>
              <a:custGeom>
                <a:avLst/>
                <a:gdLst>
                  <a:gd name="T0" fmla="*/ 0 w 5"/>
                  <a:gd name="T1" fmla="*/ 0 h 2"/>
                  <a:gd name="T2" fmla="*/ 21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5" y="2"/>
                      <a:pt x="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8" name="Freeform 1667">
                <a:extLst>
                  <a:ext uri="{FF2B5EF4-FFF2-40B4-BE49-F238E27FC236}">
                    <a16:creationId xmlns:a16="http://schemas.microsoft.com/office/drawing/2014/main" id="{F908BDAB-F274-496B-B5DD-2175B26C0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309"/>
                <a:ext cx="21" cy="27"/>
              </a:xfrm>
              <a:custGeom>
                <a:avLst/>
                <a:gdLst>
                  <a:gd name="T0" fmla="*/ 26 w 13"/>
                  <a:gd name="T1" fmla="*/ 88 h 15"/>
                  <a:gd name="T2" fmla="*/ 0 w 1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6" y="15"/>
                    </a:moveTo>
                    <a:cubicBezTo>
                      <a:pt x="13" y="14"/>
                      <a:pt x="4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9" name="Freeform 1668">
                <a:extLst>
                  <a:ext uri="{FF2B5EF4-FFF2-40B4-BE49-F238E27FC236}">
                    <a16:creationId xmlns:a16="http://schemas.microsoft.com/office/drawing/2014/main" id="{E7D8B58B-B84D-4F48-A640-D3C5E7DDA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385"/>
                <a:ext cx="2" cy="5"/>
              </a:xfrm>
              <a:custGeom>
                <a:avLst/>
                <a:gdLst>
                  <a:gd name="T0" fmla="*/ 8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0" name="Freeform 1669">
                <a:extLst>
                  <a:ext uri="{FF2B5EF4-FFF2-40B4-BE49-F238E27FC236}">
                    <a16:creationId xmlns:a16="http://schemas.microsoft.com/office/drawing/2014/main" id="{E1CD8C05-AB49-4196-BE39-132F7737E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436"/>
                <a:ext cx="25" cy="23"/>
              </a:xfrm>
              <a:custGeom>
                <a:avLst/>
                <a:gdLst>
                  <a:gd name="T0" fmla="*/ 70 w 15"/>
                  <a:gd name="T1" fmla="*/ 60 h 13"/>
                  <a:gd name="T2" fmla="*/ 50 w 15"/>
                  <a:gd name="T3" fmla="*/ 60 h 13"/>
                  <a:gd name="T4" fmla="*/ 33 w 15"/>
                  <a:gd name="T5" fmla="*/ 28 h 13"/>
                  <a:gd name="T6" fmla="*/ 0 w 1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11"/>
                    </a:moveTo>
                    <a:cubicBezTo>
                      <a:pt x="12" y="11"/>
                      <a:pt x="13" y="13"/>
                      <a:pt x="11" y="11"/>
                    </a:cubicBezTo>
                    <a:cubicBezTo>
                      <a:pt x="9" y="10"/>
                      <a:pt x="9" y="7"/>
                      <a:pt x="7" y="5"/>
                    </a:cubicBezTo>
                    <a:cubicBezTo>
                      <a:pt x="5" y="3"/>
                      <a:pt x="1" y="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1" name="Freeform 1670">
                <a:extLst>
                  <a:ext uri="{FF2B5EF4-FFF2-40B4-BE49-F238E27FC236}">
                    <a16:creationId xmlns:a16="http://schemas.microsoft.com/office/drawing/2014/main" id="{AFB25700-531E-4298-A944-0400290C9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498"/>
                <a:ext cx="23" cy="22"/>
              </a:xfrm>
              <a:custGeom>
                <a:avLst/>
                <a:gdLst>
                  <a:gd name="T0" fmla="*/ 41 w 14"/>
                  <a:gd name="T1" fmla="*/ 73 h 12"/>
                  <a:gd name="T2" fmla="*/ 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4"/>
                      <a:pt x="1" y="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2" name="Freeform 1671">
                <a:extLst>
                  <a:ext uri="{FF2B5EF4-FFF2-40B4-BE49-F238E27FC236}">
                    <a16:creationId xmlns:a16="http://schemas.microsoft.com/office/drawing/2014/main" id="{08BB81F5-EF87-4ED8-B3F1-D50E47B0B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456"/>
                <a:ext cx="3" cy="11"/>
              </a:xfrm>
              <a:custGeom>
                <a:avLst/>
                <a:gdLst>
                  <a:gd name="T0" fmla="*/ 0 w 2"/>
                  <a:gd name="T1" fmla="*/ 0 h 6"/>
                  <a:gd name="T2" fmla="*/ 5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1"/>
                      <a:pt x="2" y="5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3" name="Freeform 1672">
                <a:extLst>
                  <a:ext uri="{FF2B5EF4-FFF2-40B4-BE49-F238E27FC236}">
                    <a16:creationId xmlns:a16="http://schemas.microsoft.com/office/drawing/2014/main" id="{85042A01-E3FE-4C94-9F74-D133001F2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507"/>
                <a:ext cx="8" cy="4"/>
              </a:xfrm>
              <a:custGeom>
                <a:avLst/>
                <a:gdLst>
                  <a:gd name="T0" fmla="*/ 0 w 5"/>
                  <a:gd name="T1" fmla="*/ 8 h 2"/>
                  <a:gd name="T2" fmla="*/ 21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1"/>
                      <a:pt x="4" y="2"/>
                      <a:pt x="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4" name="Freeform 1673">
                <a:extLst>
                  <a:ext uri="{FF2B5EF4-FFF2-40B4-BE49-F238E27FC236}">
                    <a16:creationId xmlns:a16="http://schemas.microsoft.com/office/drawing/2014/main" id="{765ED54E-B750-4D29-AB54-EDAD26A42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569"/>
                <a:ext cx="6" cy="7"/>
              </a:xfrm>
              <a:custGeom>
                <a:avLst/>
                <a:gdLst>
                  <a:gd name="T0" fmla="*/ 14 w 4"/>
                  <a:gd name="T1" fmla="*/ 0 h 4"/>
                  <a:gd name="T2" fmla="*/ 0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5" name="Freeform 1674">
                <a:extLst>
                  <a:ext uri="{FF2B5EF4-FFF2-40B4-BE49-F238E27FC236}">
                    <a16:creationId xmlns:a16="http://schemas.microsoft.com/office/drawing/2014/main" id="{47E2F46B-144D-4008-ADC4-0451B8F9B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3230"/>
                <a:ext cx="8" cy="27"/>
              </a:xfrm>
              <a:custGeom>
                <a:avLst/>
                <a:gdLst>
                  <a:gd name="T0" fmla="*/ 0 w 5"/>
                  <a:gd name="T1" fmla="*/ 7 h 15"/>
                  <a:gd name="T2" fmla="*/ 16 w 5"/>
                  <a:gd name="T3" fmla="*/ 52 h 15"/>
                  <a:gd name="T4" fmla="*/ 16 w 5"/>
                  <a:gd name="T5" fmla="*/ 8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0" y="1"/>
                    </a:moveTo>
                    <a:cubicBezTo>
                      <a:pt x="5" y="0"/>
                      <a:pt x="4" y="6"/>
                      <a:pt x="4" y="9"/>
                    </a:cubicBezTo>
                    <a:cubicBezTo>
                      <a:pt x="4" y="11"/>
                      <a:pt x="5" y="14"/>
                      <a:pt x="4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6" name="Freeform 1675">
                <a:extLst>
                  <a:ext uri="{FF2B5EF4-FFF2-40B4-BE49-F238E27FC236}">
                    <a16:creationId xmlns:a16="http://schemas.microsoft.com/office/drawing/2014/main" id="{E1D97C0A-CB08-4620-A0E6-71DCDD6F1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206"/>
                <a:ext cx="16" cy="33"/>
              </a:xfrm>
              <a:custGeom>
                <a:avLst/>
                <a:gdLst>
                  <a:gd name="T0" fmla="*/ 0 w 10"/>
                  <a:gd name="T1" fmla="*/ 0 h 19"/>
                  <a:gd name="T2" fmla="*/ 0 w 10"/>
                  <a:gd name="T3" fmla="*/ 36 h 19"/>
                  <a:gd name="T4" fmla="*/ 21 w 10"/>
                  <a:gd name="T5" fmla="*/ 63 h 19"/>
                  <a:gd name="T6" fmla="*/ 42 w 10"/>
                  <a:gd name="T7" fmla="*/ 9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  <a:cubicBezTo>
                      <a:pt x="1" y="10"/>
                      <a:pt x="3" y="10"/>
                      <a:pt x="5" y="12"/>
                    </a:cubicBezTo>
                    <a:cubicBezTo>
                      <a:pt x="6" y="13"/>
                      <a:pt x="7" y="19"/>
                      <a:pt x="1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7" name="Freeform 1676">
                <a:extLst>
                  <a:ext uri="{FF2B5EF4-FFF2-40B4-BE49-F238E27FC236}">
                    <a16:creationId xmlns:a16="http://schemas.microsoft.com/office/drawing/2014/main" id="{88E5B876-C5EF-4F7A-B0E0-F261F5A60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229"/>
                <a:ext cx="1" cy="5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8" name="Freeform 1677">
                <a:extLst>
                  <a:ext uri="{FF2B5EF4-FFF2-40B4-BE49-F238E27FC236}">
                    <a16:creationId xmlns:a16="http://schemas.microsoft.com/office/drawing/2014/main" id="{FF4E44CE-199A-42B6-883B-CBC5CC843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232"/>
                <a:ext cx="2" cy="9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4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9" name="Freeform 1678">
                <a:extLst>
                  <a:ext uri="{FF2B5EF4-FFF2-40B4-BE49-F238E27FC236}">
                    <a16:creationId xmlns:a16="http://schemas.microsoft.com/office/drawing/2014/main" id="{274848BC-F46A-4AE7-8005-5F3238A31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207"/>
                <a:ext cx="5" cy="6"/>
              </a:xfrm>
              <a:custGeom>
                <a:avLst/>
                <a:gdLst>
                  <a:gd name="T0" fmla="*/ 13 w 3"/>
                  <a:gd name="T1" fmla="*/ 8 h 3"/>
                  <a:gd name="T2" fmla="*/ 5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0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0" name="Freeform 1679">
                <a:extLst>
                  <a:ext uri="{FF2B5EF4-FFF2-40B4-BE49-F238E27FC236}">
                    <a16:creationId xmlns:a16="http://schemas.microsoft.com/office/drawing/2014/main" id="{D34D7B0C-3CB6-4D52-8160-3A0FEDC55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3176"/>
                <a:ext cx="17" cy="28"/>
              </a:xfrm>
              <a:custGeom>
                <a:avLst/>
                <a:gdLst>
                  <a:gd name="T0" fmla="*/ 0 w 10"/>
                  <a:gd name="T1" fmla="*/ 0 h 16"/>
                  <a:gd name="T2" fmla="*/ 29 w 10"/>
                  <a:gd name="T3" fmla="*/ 58 h 16"/>
                  <a:gd name="T4" fmla="*/ 49 w 10"/>
                  <a:gd name="T5" fmla="*/ 8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6" y="2"/>
                      <a:pt x="3" y="7"/>
                      <a:pt x="6" y="11"/>
                    </a:cubicBezTo>
                    <a:cubicBezTo>
                      <a:pt x="7" y="12"/>
                      <a:pt x="10" y="14"/>
                      <a:pt x="10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1" name="Freeform 1680">
                <a:extLst>
                  <a:ext uri="{FF2B5EF4-FFF2-40B4-BE49-F238E27FC236}">
                    <a16:creationId xmlns:a16="http://schemas.microsoft.com/office/drawing/2014/main" id="{5C945B48-BFC7-46F9-8C97-F7F56D0A8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135"/>
                <a:ext cx="18" cy="32"/>
              </a:xfrm>
              <a:custGeom>
                <a:avLst/>
                <a:gdLst>
                  <a:gd name="T0" fmla="*/ 0 w 11"/>
                  <a:gd name="T1" fmla="*/ 0 h 18"/>
                  <a:gd name="T2" fmla="*/ 41 w 11"/>
                  <a:gd name="T3" fmla="*/ 57 h 18"/>
                  <a:gd name="T4" fmla="*/ 43 w 11"/>
                  <a:gd name="T5" fmla="*/ 10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0"/>
                    </a:moveTo>
                    <a:cubicBezTo>
                      <a:pt x="2" y="5"/>
                      <a:pt x="7" y="6"/>
                      <a:pt x="9" y="10"/>
                    </a:cubicBezTo>
                    <a:cubicBezTo>
                      <a:pt x="10" y="13"/>
                      <a:pt x="11" y="16"/>
                      <a:pt x="1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2" name="Freeform 1681">
                <a:extLst>
                  <a:ext uri="{FF2B5EF4-FFF2-40B4-BE49-F238E27FC236}">
                    <a16:creationId xmlns:a16="http://schemas.microsoft.com/office/drawing/2014/main" id="{C69C364D-AD3C-4828-9393-7C36CA80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177"/>
                <a:ext cx="3" cy="7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3" name="Freeform 1682">
                <a:extLst>
                  <a:ext uri="{FF2B5EF4-FFF2-40B4-BE49-F238E27FC236}">
                    <a16:creationId xmlns:a16="http://schemas.microsoft.com/office/drawing/2014/main" id="{1D639016-A13D-46CB-9A02-23CEEF417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3199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4" name="Freeform 1683">
                <a:extLst>
                  <a:ext uri="{FF2B5EF4-FFF2-40B4-BE49-F238E27FC236}">
                    <a16:creationId xmlns:a16="http://schemas.microsoft.com/office/drawing/2014/main" id="{511F2D89-1D38-4F8C-AE78-756C03539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133"/>
                <a:ext cx="4" cy="9"/>
              </a:xfrm>
              <a:custGeom>
                <a:avLst/>
                <a:gdLst>
                  <a:gd name="T0" fmla="*/ 16 w 2"/>
                  <a:gd name="T1" fmla="*/ 0 h 5"/>
                  <a:gd name="T2" fmla="*/ 8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0"/>
                      <a:pt x="1" y="3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5" name="Freeform 1684">
                <a:extLst>
                  <a:ext uri="{FF2B5EF4-FFF2-40B4-BE49-F238E27FC236}">
                    <a16:creationId xmlns:a16="http://schemas.microsoft.com/office/drawing/2014/main" id="{8372B03C-5663-4206-BA41-981F2ED1F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3084"/>
                <a:ext cx="18" cy="19"/>
              </a:xfrm>
              <a:custGeom>
                <a:avLst/>
                <a:gdLst>
                  <a:gd name="T0" fmla="*/ 8 w 11"/>
                  <a:gd name="T1" fmla="*/ 0 h 11"/>
                  <a:gd name="T2" fmla="*/ 0 w 11"/>
                  <a:gd name="T3" fmla="*/ 21 h 11"/>
                  <a:gd name="T4" fmla="*/ 21 w 11"/>
                  <a:gd name="T5" fmla="*/ 36 h 11"/>
                  <a:gd name="T6" fmla="*/ 47 w 11"/>
                  <a:gd name="T7" fmla="*/ 5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7"/>
                      <a:pt x="2" y="6"/>
                      <a:pt x="5" y="7"/>
                    </a:cubicBezTo>
                    <a:cubicBezTo>
                      <a:pt x="8" y="8"/>
                      <a:pt x="9" y="10"/>
                      <a:pt x="11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6" name="Freeform 1685">
                <a:extLst>
                  <a:ext uri="{FF2B5EF4-FFF2-40B4-BE49-F238E27FC236}">
                    <a16:creationId xmlns:a16="http://schemas.microsoft.com/office/drawing/2014/main" id="{8CA7BB63-EF71-4EC5-A0D9-71347BB1A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015"/>
                <a:ext cx="31" cy="19"/>
              </a:xfrm>
              <a:custGeom>
                <a:avLst/>
                <a:gdLst>
                  <a:gd name="T0" fmla="*/ 5 w 19"/>
                  <a:gd name="T1" fmla="*/ 0 h 11"/>
                  <a:gd name="T2" fmla="*/ 13 w 19"/>
                  <a:gd name="T3" fmla="*/ 29 h 11"/>
                  <a:gd name="T4" fmla="*/ 29 w 19"/>
                  <a:gd name="T5" fmla="*/ 36 h 11"/>
                  <a:gd name="T6" fmla="*/ 54 w 19"/>
                  <a:gd name="T7" fmla="*/ 41 h 11"/>
                  <a:gd name="T8" fmla="*/ 83 w 19"/>
                  <a:gd name="T9" fmla="*/ 4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4" y="7"/>
                      <a:pt x="6" y="7"/>
                      <a:pt x="7" y="7"/>
                    </a:cubicBezTo>
                    <a:cubicBezTo>
                      <a:pt x="9" y="7"/>
                      <a:pt x="10" y="7"/>
                      <a:pt x="12" y="8"/>
                    </a:cubicBezTo>
                    <a:cubicBezTo>
                      <a:pt x="14" y="8"/>
                      <a:pt x="17" y="11"/>
                      <a:pt x="19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7" name="Freeform 1686">
                <a:extLst>
                  <a:ext uri="{FF2B5EF4-FFF2-40B4-BE49-F238E27FC236}">
                    <a16:creationId xmlns:a16="http://schemas.microsoft.com/office/drawing/2014/main" id="{06CCCC53-95BC-4F92-9DFD-98F31EEC6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3087"/>
                <a:ext cx="10" cy="5"/>
              </a:xfrm>
              <a:custGeom>
                <a:avLst/>
                <a:gdLst>
                  <a:gd name="T0" fmla="*/ 0 w 6"/>
                  <a:gd name="T1" fmla="*/ 13 h 3"/>
                  <a:gd name="T2" fmla="*/ 28 w 6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8" name="Freeform 1687">
                <a:extLst>
                  <a:ext uri="{FF2B5EF4-FFF2-40B4-BE49-F238E27FC236}">
                    <a16:creationId xmlns:a16="http://schemas.microsoft.com/office/drawing/2014/main" id="{797E6DA0-7082-45EA-9CFD-DBD3EECBF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020"/>
                <a:ext cx="10" cy="4"/>
              </a:xfrm>
              <a:custGeom>
                <a:avLst/>
                <a:gdLst>
                  <a:gd name="T0" fmla="*/ 0 w 6"/>
                  <a:gd name="T1" fmla="*/ 16 h 2"/>
                  <a:gd name="T2" fmla="*/ 28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1" y="0"/>
                      <a:pt x="4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9" name="Freeform 1688">
                <a:extLst>
                  <a:ext uri="{FF2B5EF4-FFF2-40B4-BE49-F238E27FC236}">
                    <a16:creationId xmlns:a16="http://schemas.microsoft.com/office/drawing/2014/main" id="{22A95E3B-65AD-4755-9432-787B21BA6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3031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0" name="Freeform 1689">
                <a:extLst>
                  <a:ext uri="{FF2B5EF4-FFF2-40B4-BE49-F238E27FC236}">
                    <a16:creationId xmlns:a16="http://schemas.microsoft.com/office/drawing/2014/main" id="{A7D84628-84E3-4923-B58E-00EA8C994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55"/>
                <a:ext cx="28" cy="17"/>
              </a:xfrm>
              <a:custGeom>
                <a:avLst/>
                <a:gdLst>
                  <a:gd name="T0" fmla="*/ 0 w 17"/>
                  <a:gd name="T1" fmla="*/ 9 h 10"/>
                  <a:gd name="T2" fmla="*/ 8 w 17"/>
                  <a:gd name="T3" fmla="*/ 5 h 10"/>
                  <a:gd name="T4" fmla="*/ 33 w 17"/>
                  <a:gd name="T5" fmla="*/ 5 h 10"/>
                  <a:gd name="T6" fmla="*/ 54 w 17"/>
                  <a:gd name="T7" fmla="*/ 26 h 10"/>
                  <a:gd name="T8" fmla="*/ 71 w 17"/>
                  <a:gd name="T9" fmla="*/ 34 h 10"/>
                  <a:gd name="T10" fmla="*/ 76 w 17"/>
                  <a:gd name="T11" fmla="*/ 49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0">
                    <a:moveTo>
                      <a:pt x="0" y="2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7" y="1"/>
                    </a:cubicBezTo>
                    <a:cubicBezTo>
                      <a:pt x="9" y="2"/>
                      <a:pt x="10" y="4"/>
                      <a:pt x="12" y="5"/>
                    </a:cubicBezTo>
                    <a:cubicBezTo>
                      <a:pt x="14" y="6"/>
                      <a:pt x="15" y="6"/>
                      <a:pt x="16" y="7"/>
                    </a:cubicBezTo>
                    <a:cubicBezTo>
                      <a:pt x="17" y="8"/>
                      <a:pt x="17" y="9"/>
                      <a:pt x="17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1" name="Freeform 1690">
                <a:extLst>
                  <a:ext uri="{FF2B5EF4-FFF2-40B4-BE49-F238E27FC236}">
                    <a16:creationId xmlns:a16="http://schemas.microsoft.com/office/drawing/2014/main" id="{9FB4C00A-D069-4EC3-A992-2DF98297A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871"/>
                <a:ext cx="30" cy="16"/>
              </a:xfrm>
              <a:custGeom>
                <a:avLst/>
                <a:gdLst>
                  <a:gd name="T0" fmla="*/ 0 w 18"/>
                  <a:gd name="T1" fmla="*/ 12 h 9"/>
                  <a:gd name="T2" fmla="*/ 37 w 18"/>
                  <a:gd name="T3" fmla="*/ 7 h 9"/>
                  <a:gd name="T4" fmla="*/ 62 w 18"/>
                  <a:gd name="T5" fmla="*/ 21 h 9"/>
                  <a:gd name="T6" fmla="*/ 78 w 18"/>
                  <a:gd name="T7" fmla="*/ 5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0" y="2"/>
                    </a:moveTo>
                    <a:cubicBezTo>
                      <a:pt x="2" y="2"/>
                      <a:pt x="5" y="0"/>
                      <a:pt x="8" y="1"/>
                    </a:cubicBezTo>
                    <a:cubicBezTo>
                      <a:pt x="10" y="1"/>
                      <a:pt x="11" y="3"/>
                      <a:pt x="13" y="4"/>
                    </a:cubicBezTo>
                    <a:cubicBezTo>
                      <a:pt x="15" y="5"/>
                      <a:pt x="18" y="7"/>
                      <a:pt x="17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2" name="Freeform 1691">
                <a:extLst>
                  <a:ext uri="{FF2B5EF4-FFF2-40B4-BE49-F238E27FC236}">
                    <a16:creationId xmlns:a16="http://schemas.microsoft.com/office/drawing/2014/main" id="{96C3E8DB-10A4-42D0-B281-A379F86CC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946"/>
                <a:ext cx="5" cy="9"/>
              </a:xfrm>
              <a:custGeom>
                <a:avLst/>
                <a:gdLst>
                  <a:gd name="T0" fmla="*/ 5 w 3"/>
                  <a:gd name="T1" fmla="*/ 0 h 5"/>
                  <a:gd name="T2" fmla="*/ 13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2"/>
                      <a:pt x="2" y="4"/>
                      <a:pt x="3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3" name="Freeform 1692">
                <a:extLst>
                  <a:ext uri="{FF2B5EF4-FFF2-40B4-BE49-F238E27FC236}">
                    <a16:creationId xmlns:a16="http://schemas.microsoft.com/office/drawing/2014/main" id="{57109402-A4AC-4A59-B636-63BDB9DC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963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4" name="Freeform 1693">
                <a:extLst>
                  <a:ext uri="{FF2B5EF4-FFF2-40B4-BE49-F238E27FC236}">
                    <a16:creationId xmlns:a16="http://schemas.microsoft.com/office/drawing/2014/main" id="{34431DA6-135A-413D-9712-3CBB343B2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868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3"/>
                      <a:pt x="3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5" name="Freeform 1694">
                <a:extLst>
                  <a:ext uri="{FF2B5EF4-FFF2-40B4-BE49-F238E27FC236}">
                    <a16:creationId xmlns:a16="http://schemas.microsoft.com/office/drawing/2014/main" id="{B81F1C67-E0E2-478C-A526-0FBDE6420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799"/>
                <a:ext cx="36" cy="16"/>
              </a:xfrm>
              <a:custGeom>
                <a:avLst/>
                <a:gdLst>
                  <a:gd name="T0" fmla="*/ 5 w 22"/>
                  <a:gd name="T1" fmla="*/ 50 h 9"/>
                  <a:gd name="T2" fmla="*/ 75 w 22"/>
                  <a:gd name="T3" fmla="*/ 16 h 9"/>
                  <a:gd name="T4" fmla="*/ 92 w 22"/>
                  <a:gd name="T5" fmla="*/ 3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1" y="9"/>
                    </a:moveTo>
                    <a:cubicBezTo>
                      <a:pt x="0" y="0"/>
                      <a:pt x="11" y="3"/>
                      <a:pt x="17" y="3"/>
                    </a:cubicBezTo>
                    <a:cubicBezTo>
                      <a:pt x="19" y="3"/>
                      <a:pt x="22" y="4"/>
                      <a:pt x="21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6" name="Freeform 1695">
                <a:extLst>
                  <a:ext uri="{FF2B5EF4-FFF2-40B4-BE49-F238E27FC236}">
                    <a16:creationId xmlns:a16="http://schemas.microsoft.com/office/drawing/2014/main" id="{9CBF2AA9-1333-4B95-98F6-D55827896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799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7" name="Freeform 1696">
                <a:extLst>
                  <a:ext uri="{FF2B5EF4-FFF2-40B4-BE49-F238E27FC236}">
                    <a16:creationId xmlns:a16="http://schemas.microsoft.com/office/drawing/2014/main" id="{EA658018-13FD-4673-881C-3FA383398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726"/>
                <a:ext cx="35" cy="11"/>
              </a:xfrm>
              <a:custGeom>
                <a:avLst/>
                <a:gdLst>
                  <a:gd name="T0" fmla="*/ 0 w 21"/>
                  <a:gd name="T1" fmla="*/ 37 h 6"/>
                  <a:gd name="T2" fmla="*/ 33 w 21"/>
                  <a:gd name="T3" fmla="*/ 0 h 6"/>
                  <a:gd name="T4" fmla="*/ 62 w 21"/>
                  <a:gd name="T5" fmla="*/ 7 h 6"/>
                  <a:gd name="T6" fmla="*/ 70 w 21"/>
                  <a:gd name="T7" fmla="*/ 7 h 6"/>
                  <a:gd name="T8" fmla="*/ 97 w 21"/>
                  <a:gd name="T9" fmla="*/ 3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">
                    <a:moveTo>
                      <a:pt x="0" y="6"/>
                    </a:moveTo>
                    <a:cubicBezTo>
                      <a:pt x="0" y="2"/>
                      <a:pt x="4" y="0"/>
                      <a:pt x="7" y="0"/>
                    </a:cubicBezTo>
                    <a:cubicBezTo>
                      <a:pt x="9" y="1"/>
                      <a:pt x="11" y="1"/>
                      <a:pt x="13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7" y="1"/>
                      <a:pt x="20" y="3"/>
                      <a:pt x="2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8" name="Freeform 1697">
                <a:extLst>
                  <a:ext uri="{FF2B5EF4-FFF2-40B4-BE49-F238E27FC236}">
                    <a16:creationId xmlns:a16="http://schemas.microsoft.com/office/drawing/2014/main" id="{89F6157A-FCA0-4111-BFD9-BBFB85E83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723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9" name="Freeform 1698">
                <a:extLst>
                  <a:ext uri="{FF2B5EF4-FFF2-40B4-BE49-F238E27FC236}">
                    <a16:creationId xmlns:a16="http://schemas.microsoft.com/office/drawing/2014/main" id="{E22B6CF0-748C-49AD-BD71-3AEBA34C8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627"/>
                <a:ext cx="26" cy="13"/>
              </a:xfrm>
              <a:custGeom>
                <a:avLst/>
                <a:gdLst>
                  <a:gd name="T0" fmla="*/ 0 w 16"/>
                  <a:gd name="T1" fmla="*/ 20 h 7"/>
                  <a:gd name="T2" fmla="*/ 39 w 16"/>
                  <a:gd name="T3" fmla="*/ 7 h 7"/>
                  <a:gd name="T4" fmla="*/ 68 w 1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3" y="7"/>
                      <a:pt x="6" y="3"/>
                      <a:pt x="9" y="1"/>
                    </a:cubicBezTo>
                    <a:cubicBezTo>
                      <a:pt x="11" y="0"/>
                      <a:pt x="14" y="1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0" name="Freeform 1699">
                <a:extLst>
                  <a:ext uri="{FF2B5EF4-FFF2-40B4-BE49-F238E27FC236}">
                    <a16:creationId xmlns:a16="http://schemas.microsoft.com/office/drawing/2014/main" id="{DEFAB0F5-8CF6-488E-9B0C-821B9260D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571"/>
                <a:ext cx="26" cy="14"/>
              </a:xfrm>
              <a:custGeom>
                <a:avLst/>
                <a:gdLst>
                  <a:gd name="T0" fmla="*/ 8 w 16"/>
                  <a:gd name="T1" fmla="*/ 44 h 8"/>
                  <a:gd name="T2" fmla="*/ 18 w 16"/>
                  <a:gd name="T3" fmla="*/ 21 h 8"/>
                  <a:gd name="T4" fmla="*/ 47 w 16"/>
                  <a:gd name="T5" fmla="*/ 12 h 8"/>
                  <a:gd name="T6" fmla="*/ 68 w 1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2" y="8"/>
                    </a:moveTo>
                    <a:cubicBezTo>
                      <a:pt x="0" y="7"/>
                      <a:pt x="3" y="4"/>
                      <a:pt x="4" y="4"/>
                    </a:cubicBezTo>
                    <a:cubicBezTo>
                      <a:pt x="6" y="3"/>
                      <a:pt x="8" y="3"/>
                      <a:pt x="11" y="2"/>
                    </a:cubicBezTo>
                    <a:cubicBezTo>
                      <a:pt x="12" y="1"/>
                      <a:pt x="15" y="0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1" name="Freeform 1700">
                <a:extLst>
                  <a:ext uri="{FF2B5EF4-FFF2-40B4-BE49-F238E27FC236}">
                    <a16:creationId xmlns:a16="http://schemas.microsoft.com/office/drawing/2014/main" id="{62B2C032-D461-41FC-9FA5-4EB0A356F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636"/>
                <a:ext cx="2" cy="9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2" name="Freeform 1701">
                <a:extLst>
                  <a:ext uri="{FF2B5EF4-FFF2-40B4-BE49-F238E27FC236}">
                    <a16:creationId xmlns:a16="http://schemas.microsoft.com/office/drawing/2014/main" id="{7F85C085-6EDB-4CED-876A-3B76368B4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629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3" y="1"/>
                      <a:pt x="4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3" name="Freeform 1702">
                <a:extLst>
                  <a:ext uri="{FF2B5EF4-FFF2-40B4-BE49-F238E27FC236}">
                    <a16:creationId xmlns:a16="http://schemas.microsoft.com/office/drawing/2014/main" id="{E22192DB-1A13-4C08-8A48-0F982E300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725"/>
                <a:ext cx="6" cy="5"/>
              </a:xfrm>
              <a:custGeom>
                <a:avLst/>
                <a:gdLst>
                  <a:gd name="T0" fmla="*/ 0 w 4"/>
                  <a:gd name="T1" fmla="*/ 8 h 3"/>
                  <a:gd name="T2" fmla="*/ 1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4" name="Freeform 1703">
                <a:extLst>
                  <a:ext uri="{FF2B5EF4-FFF2-40B4-BE49-F238E27FC236}">
                    <a16:creationId xmlns:a16="http://schemas.microsoft.com/office/drawing/2014/main" id="{F2BFA91D-A99D-40E3-80EF-89DF8D116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574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5" name="Freeform 1704">
                <a:extLst>
                  <a:ext uri="{FF2B5EF4-FFF2-40B4-BE49-F238E27FC236}">
                    <a16:creationId xmlns:a16="http://schemas.microsoft.com/office/drawing/2014/main" id="{8C7C0D74-0E93-43A3-AC4E-EABD7AD45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477"/>
                <a:ext cx="23" cy="20"/>
              </a:xfrm>
              <a:custGeom>
                <a:avLst/>
                <a:gdLst>
                  <a:gd name="T0" fmla="*/ 20 w 14"/>
                  <a:gd name="T1" fmla="*/ 65 h 11"/>
                  <a:gd name="T2" fmla="*/ 35 w 14"/>
                  <a:gd name="T3" fmla="*/ 16 h 11"/>
                  <a:gd name="T4" fmla="*/ 62 w 14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4" y="11"/>
                    </a:moveTo>
                    <a:cubicBezTo>
                      <a:pt x="0" y="8"/>
                      <a:pt x="6" y="4"/>
                      <a:pt x="8" y="3"/>
                    </a:cubicBezTo>
                    <a:cubicBezTo>
                      <a:pt x="11" y="1"/>
                      <a:pt x="12" y="0"/>
                      <a:pt x="14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6" name="Freeform 1705">
                <a:extLst>
                  <a:ext uri="{FF2B5EF4-FFF2-40B4-BE49-F238E27FC236}">
                    <a16:creationId xmlns:a16="http://schemas.microsoft.com/office/drawing/2014/main" id="{3DF90F7D-8863-4E03-9088-E9A143925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417"/>
                <a:ext cx="31" cy="21"/>
              </a:xfrm>
              <a:custGeom>
                <a:avLst/>
                <a:gdLst>
                  <a:gd name="T0" fmla="*/ 18 w 19"/>
                  <a:gd name="T1" fmla="*/ 65 h 12"/>
                  <a:gd name="T2" fmla="*/ 62 w 19"/>
                  <a:gd name="T3" fmla="*/ 16 h 12"/>
                  <a:gd name="T4" fmla="*/ 83 w 19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4" y="12"/>
                    </a:moveTo>
                    <a:cubicBezTo>
                      <a:pt x="0" y="7"/>
                      <a:pt x="12" y="5"/>
                      <a:pt x="14" y="3"/>
                    </a:cubicBezTo>
                    <a:cubicBezTo>
                      <a:pt x="15" y="2"/>
                      <a:pt x="17" y="0"/>
                      <a:pt x="19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7" name="Freeform 1706">
                <a:extLst>
                  <a:ext uri="{FF2B5EF4-FFF2-40B4-BE49-F238E27FC236}">
                    <a16:creationId xmlns:a16="http://schemas.microsoft.com/office/drawing/2014/main" id="{1620AF48-D517-41C8-A6C4-6C9D63302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490"/>
                <a:ext cx="10" cy="5"/>
              </a:xfrm>
              <a:custGeom>
                <a:avLst/>
                <a:gdLst>
                  <a:gd name="T0" fmla="*/ 0 w 6"/>
                  <a:gd name="T1" fmla="*/ 0 h 3"/>
                  <a:gd name="T2" fmla="*/ 28 w 6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2"/>
                      <a:pt x="3" y="3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8" name="Freeform 1707">
                <a:extLst>
                  <a:ext uri="{FF2B5EF4-FFF2-40B4-BE49-F238E27FC236}">
                    <a16:creationId xmlns:a16="http://schemas.microsoft.com/office/drawing/2014/main" id="{206B8FFA-E080-4381-8AEB-C6E87A5D5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410"/>
                <a:ext cx="3" cy="12"/>
              </a:xfrm>
              <a:custGeom>
                <a:avLst/>
                <a:gdLst>
                  <a:gd name="T0" fmla="*/ 0 w 2"/>
                  <a:gd name="T1" fmla="*/ 36 h 7"/>
                  <a:gd name="T2" fmla="*/ 5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1" y="5"/>
                      <a:pt x="2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9" name="Freeform 1708">
                <a:extLst>
                  <a:ext uri="{FF2B5EF4-FFF2-40B4-BE49-F238E27FC236}">
                    <a16:creationId xmlns:a16="http://schemas.microsoft.com/office/drawing/2014/main" id="{CBFF41A0-B1E4-4CA3-8DE0-D43CC032A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357"/>
                <a:ext cx="17" cy="30"/>
              </a:xfrm>
              <a:custGeom>
                <a:avLst/>
                <a:gdLst>
                  <a:gd name="T0" fmla="*/ 15 w 10"/>
                  <a:gd name="T1" fmla="*/ 86 h 17"/>
                  <a:gd name="T2" fmla="*/ 5 w 10"/>
                  <a:gd name="T3" fmla="*/ 60 h 17"/>
                  <a:gd name="T4" fmla="*/ 26 w 10"/>
                  <a:gd name="T5" fmla="*/ 28 h 17"/>
                  <a:gd name="T6" fmla="*/ 49 w 10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3" y="16"/>
                    </a:moveTo>
                    <a:cubicBezTo>
                      <a:pt x="1" y="17"/>
                      <a:pt x="0" y="12"/>
                      <a:pt x="1" y="11"/>
                    </a:cubicBezTo>
                    <a:cubicBezTo>
                      <a:pt x="1" y="9"/>
                      <a:pt x="4" y="7"/>
                      <a:pt x="5" y="5"/>
                    </a:cubicBezTo>
                    <a:cubicBezTo>
                      <a:pt x="6" y="3"/>
                      <a:pt x="8" y="0"/>
                      <a:pt x="1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0" name="Freeform 1709">
                <a:extLst>
                  <a:ext uri="{FF2B5EF4-FFF2-40B4-BE49-F238E27FC236}">
                    <a16:creationId xmlns:a16="http://schemas.microsoft.com/office/drawing/2014/main" id="{515A5142-7EE1-4036-874C-605F7A9BB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375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1" name="Freeform 1710">
                <a:extLst>
                  <a:ext uri="{FF2B5EF4-FFF2-40B4-BE49-F238E27FC236}">
                    <a16:creationId xmlns:a16="http://schemas.microsoft.com/office/drawing/2014/main" id="{3F374EC9-BCE9-4CFF-B6E6-CC2236906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304"/>
                <a:ext cx="79" cy="42"/>
              </a:xfrm>
              <a:custGeom>
                <a:avLst/>
                <a:gdLst>
                  <a:gd name="T0" fmla="*/ 209 w 48"/>
                  <a:gd name="T1" fmla="*/ 123 h 24"/>
                  <a:gd name="T2" fmla="*/ 206 w 48"/>
                  <a:gd name="T3" fmla="*/ 93 h 24"/>
                  <a:gd name="T4" fmla="*/ 160 w 48"/>
                  <a:gd name="T5" fmla="*/ 70 h 24"/>
                  <a:gd name="T6" fmla="*/ 109 w 48"/>
                  <a:gd name="T7" fmla="*/ 56 h 24"/>
                  <a:gd name="T8" fmla="*/ 54 w 48"/>
                  <a:gd name="T9" fmla="*/ 28 h 24"/>
                  <a:gd name="T10" fmla="*/ 13 w 48"/>
                  <a:gd name="T11" fmla="*/ 7 h 24"/>
                  <a:gd name="T12" fmla="*/ 0 w 48"/>
                  <a:gd name="T13" fmla="*/ 1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4">
                    <a:moveTo>
                      <a:pt x="47" y="23"/>
                    </a:moveTo>
                    <a:cubicBezTo>
                      <a:pt x="48" y="24"/>
                      <a:pt x="47" y="18"/>
                      <a:pt x="46" y="17"/>
                    </a:cubicBezTo>
                    <a:cubicBezTo>
                      <a:pt x="43" y="14"/>
                      <a:pt x="39" y="14"/>
                      <a:pt x="36" y="13"/>
                    </a:cubicBezTo>
                    <a:cubicBezTo>
                      <a:pt x="31" y="13"/>
                      <a:pt x="28" y="11"/>
                      <a:pt x="24" y="10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3"/>
                      <a:pt x="7" y="0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2" name="Freeform 1711">
                <a:extLst>
                  <a:ext uri="{FF2B5EF4-FFF2-40B4-BE49-F238E27FC236}">
                    <a16:creationId xmlns:a16="http://schemas.microsoft.com/office/drawing/2014/main" id="{EDAB6F62-2F5B-4FA9-BF5A-01FA0C5B1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314"/>
                <a:ext cx="12" cy="31"/>
              </a:xfrm>
              <a:custGeom>
                <a:avLst/>
                <a:gdLst>
                  <a:gd name="T0" fmla="*/ 5 w 7"/>
                  <a:gd name="T1" fmla="*/ 104 h 17"/>
                  <a:gd name="T2" fmla="*/ 5 w 7"/>
                  <a:gd name="T3" fmla="*/ 73 h 17"/>
                  <a:gd name="T4" fmla="*/ 26 w 7"/>
                  <a:gd name="T5" fmla="*/ 29 h 17"/>
                  <a:gd name="T6" fmla="*/ 36 w 7"/>
                  <a:gd name="T7" fmla="*/ 0 h 17"/>
                  <a:gd name="T8" fmla="*/ 36 w 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0" y="16"/>
                      <a:pt x="0" y="13"/>
                      <a:pt x="1" y="12"/>
                    </a:cubicBezTo>
                    <a:cubicBezTo>
                      <a:pt x="1" y="9"/>
                      <a:pt x="4" y="8"/>
                      <a:pt x="5" y="5"/>
                    </a:cubicBezTo>
                    <a:cubicBezTo>
                      <a:pt x="6" y="4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3" name="Freeform 1712">
                <a:extLst>
                  <a:ext uri="{FF2B5EF4-FFF2-40B4-BE49-F238E27FC236}">
                    <a16:creationId xmlns:a16="http://schemas.microsoft.com/office/drawing/2014/main" id="{3109EBF5-8C7B-4B77-921D-5E2CEA418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276"/>
                <a:ext cx="10" cy="26"/>
              </a:xfrm>
              <a:custGeom>
                <a:avLst/>
                <a:gdLst>
                  <a:gd name="T0" fmla="*/ 0 w 6"/>
                  <a:gd name="T1" fmla="*/ 73 h 15"/>
                  <a:gd name="T2" fmla="*/ 22 w 6"/>
                  <a:gd name="T3" fmla="*/ 57 h 15"/>
                  <a:gd name="T4" fmla="*/ 22 w 6"/>
                  <a:gd name="T5" fmla="*/ 28 h 15"/>
                  <a:gd name="T6" fmla="*/ 20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14"/>
                    </a:moveTo>
                    <a:cubicBezTo>
                      <a:pt x="3" y="14"/>
                      <a:pt x="4" y="15"/>
                      <a:pt x="5" y="11"/>
                    </a:cubicBezTo>
                    <a:cubicBezTo>
                      <a:pt x="6" y="9"/>
                      <a:pt x="6" y="7"/>
                      <a:pt x="5" y="5"/>
                    </a:cubicBezTo>
                    <a:cubicBezTo>
                      <a:pt x="5" y="3"/>
                      <a:pt x="6" y="2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4" name="Freeform 1713">
                <a:extLst>
                  <a:ext uri="{FF2B5EF4-FFF2-40B4-BE49-F238E27FC236}">
                    <a16:creationId xmlns:a16="http://schemas.microsoft.com/office/drawing/2014/main" id="{1DAB829A-7C5F-4D0D-97F8-63280238F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334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5" name="Freeform 1714">
                <a:extLst>
                  <a:ext uri="{FF2B5EF4-FFF2-40B4-BE49-F238E27FC236}">
                    <a16:creationId xmlns:a16="http://schemas.microsoft.com/office/drawing/2014/main" id="{8C4AC34D-7A5A-471C-BD5B-46BCAD57E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297"/>
                <a:ext cx="5" cy="9"/>
              </a:xfrm>
              <a:custGeom>
                <a:avLst/>
                <a:gdLst>
                  <a:gd name="T0" fmla="*/ 13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6" name="Freeform 1715">
                <a:extLst>
                  <a:ext uri="{FF2B5EF4-FFF2-40B4-BE49-F238E27FC236}">
                    <a16:creationId xmlns:a16="http://schemas.microsoft.com/office/drawing/2014/main" id="{C7EBF761-8E79-41C8-A12D-8C43755E6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277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7" name="Freeform 1716">
                <a:extLst>
                  <a:ext uri="{FF2B5EF4-FFF2-40B4-BE49-F238E27FC236}">
                    <a16:creationId xmlns:a16="http://schemas.microsoft.com/office/drawing/2014/main" id="{70C6BAFC-3C24-42D0-B8D7-C7F2D2079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316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8" name="Freeform 1717">
                <a:extLst>
                  <a:ext uri="{FF2B5EF4-FFF2-40B4-BE49-F238E27FC236}">
                    <a16:creationId xmlns:a16="http://schemas.microsoft.com/office/drawing/2014/main" id="{A384CD44-E683-4183-9982-8FC3D0B69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279"/>
                <a:ext cx="95" cy="21"/>
              </a:xfrm>
              <a:custGeom>
                <a:avLst/>
                <a:gdLst>
                  <a:gd name="T0" fmla="*/ 5 w 57"/>
                  <a:gd name="T1" fmla="*/ 65 h 12"/>
                  <a:gd name="T2" fmla="*/ 5 w 57"/>
                  <a:gd name="T3" fmla="*/ 21 h 12"/>
                  <a:gd name="T4" fmla="*/ 62 w 57"/>
                  <a:gd name="T5" fmla="*/ 7 h 12"/>
                  <a:gd name="T6" fmla="*/ 195 w 57"/>
                  <a:gd name="T7" fmla="*/ 28 h 12"/>
                  <a:gd name="T8" fmla="*/ 250 w 57"/>
                  <a:gd name="T9" fmla="*/ 6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2">
                    <a:moveTo>
                      <a:pt x="1" y="12"/>
                    </a:moveTo>
                    <a:cubicBezTo>
                      <a:pt x="0" y="9"/>
                      <a:pt x="0" y="6"/>
                      <a:pt x="1" y="4"/>
                    </a:cubicBezTo>
                    <a:cubicBezTo>
                      <a:pt x="3" y="0"/>
                      <a:pt x="10" y="1"/>
                      <a:pt x="13" y="1"/>
                    </a:cubicBezTo>
                    <a:cubicBezTo>
                      <a:pt x="23" y="2"/>
                      <a:pt x="32" y="5"/>
                      <a:pt x="42" y="5"/>
                    </a:cubicBezTo>
                    <a:cubicBezTo>
                      <a:pt x="46" y="6"/>
                      <a:pt x="57" y="4"/>
                      <a:pt x="54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9" name="Freeform 1718">
                <a:extLst>
                  <a:ext uri="{FF2B5EF4-FFF2-40B4-BE49-F238E27FC236}">
                    <a16:creationId xmlns:a16="http://schemas.microsoft.com/office/drawing/2014/main" id="{643FC0CD-904F-413A-8EE7-37E582C09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302"/>
                <a:ext cx="85" cy="37"/>
              </a:xfrm>
              <a:custGeom>
                <a:avLst/>
                <a:gdLst>
                  <a:gd name="T0" fmla="*/ 5 w 51"/>
                  <a:gd name="T1" fmla="*/ 115 h 21"/>
                  <a:gd name="T2" fmla="*/ 28 w 51"/>
                  <a:gd name="T3" fmla="*/ 72 h 21"/>
                  <a:gd name="T4" fmla="*/ 70 w 51"/>
                  <a:gd name="T5" fmla="*/ 65 h 21"/>
                  <a:gd name="T6" fmla="*/ 130 w 51"/>
                  <a:gd name="T7" fmla="*/ 49 h 21"/>
                  <a:gd name="T8" fmla="*/ 187 w 51"/>
                  <a:gd name="T9" fmla="*/ 28 h 21"/>
                  <a:gd name="T10" fmla="*/ 203 w 51"/>
                  <a:gd name="T11" fmla="*/ 12 h 21"/>
                  <a:gd name="T12" fmla="*/ 228 w 51"/>
                  <a:gd name="T13" fmla="*/ 7 h 21"/>
                  <a:gd name="T14" fmla="*/ 230 w 51"/>
                  <a:gd name="T15" fmla="*/ 37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1">
                    <a:moveTo>
                      <a:pt x="1" y="21"/>
                    </a:moveTo>
                    <a:cubicBezTo>
                      <a:pt x="0" y="17"/>
                      <a:pt x="3" y="14"/>
                      <a:pt x="6" y="13"/>
                    </a:cubicBezTo>
                    <a:cubicBezTo>
                      <a:pt x="9" y="13"/>
                      <a:pt x="12" y="13"/>
                      <a:pt x="15" y="12"/>
                    </a:cubicBezTo>
                    <a:cubicBezTo>
                      <a:pt x="19" y="11"/>
                      <a:pt x="23" y="10"/>
                      <a:pt x="28" y="9"/>
                    </a:cubicBezTo>
                    <a:cubicBezTo>
                      <a:pt x="31" y="8"/>
                      <a:pt x="36" y="7"/>
                      <a:pt x="40" y="5"/>
                    </a:cubicBezTo>
                    <a:cubicBezTo>
                      <a:pt x="41" y="4"/>
                      <a:pt x="43" y="3"/>
                      <a:pt x="44" y="2"/>
                    </a:cubicBezTo>
                    <a:cubicBezTo>
                      <a:pt x="46" y="1"/>
                      <a:pt x="48" y="0"/>
                      <a:pt x="49" y="1"/>
                    </a:cubicBezTo>
                    <a:cubicBezTo>
                      <a:pt x="50" y="2"/>
                      <a:pt x="51" y="5"/>
                      <a:pt x="5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0" name="Freeform 1719">
                <a:extLst>
                  <a:ext uri="{FF2B5EF4-FFF2-40B4-BE49-F238E27FC236}">
                    <a16:creationId xmlns:a16="http://schemas.microsoft.com/office/drawing/2014/main" id="{7C327D75-739F-4E66-A25E-CDF8C3FB5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260"/>
                <a:ext cx="5" cy="26"/>
              </a:xfrm>
              <a:custGeom>
                <a:avLst/>
                <a:gdLst>
                  <a:gd name="T0" fmla="*/ 8 w 3"/>
                  <a:gd name="T1" fmla="*/ 78 h 15"/>
                  <a:gd name="T2" fmla="*/ 0 w 3"/>
                  <a:gd name="T3" fmla="*/ 29 h 15"/>
                  <a:gd name="T4" fmla="*/ 0 w 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5">
                    <a:moveTo>
                      <a:pt x="2" y="15"/>
                    </a:moveTo>
                    <a:cubicBezTo>
                      <a:pt x="3" y="12"/>
                      <a:pt x="1" y="9"/>
                      <a:pt x="0" y="6"/>
                    </a:cubicBez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1" name="Freeform 1720">
                <a:extLst>
                  <a:ext uri="{FF2B5EF4-FFF2-40B4-BE49-F238E27FC236}">
                    <a16:creationId xmlns:a16="http://schemas.microsoft.com/office/drawing/2014/main" id="{24EBEF3D-3B87-43D2-A07B-111A3E231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274"/>
                <a:ext cx="15" cy="33"/>
              </a:xfrm>
              <a:custGeom>
                <a:avLst/>
                <a:gdLst>
                  <a:gd name="T0" fmla="*/ 37 w 9"/>
                  <a:gd name="T1" fmla="*/ 99 h 19"/>
                  <a:gd name="T2" fmla="*/ 33 w 9"/>
                  <a:gd name="T3" fmla="*/ 73 h 19"/>
                  <a:gd name="T4" fmla="*/ 13 w 9"/>
                  <a:gd name="T5" fmla="*/ 42 h 19"/>
                  <a:gd name="T6" fmla="*/ 5 w 9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8" y="19"/>
                    </a:moveTo>
                    <a:cubicBezTo>
                      <a:pt x="9" y="16"/>
                      <a:pt x="9" y="16"/>
                      <a:pt x="7" y="14"/>
                    </a:cubicBezTo>
                    <a:cubicBezTo>
                      <a:pt x="6" y="12"/>
                      <a:pt x="4" y="10"/>
                      <a:pt x="3" y="8"/>
                    </a:cubicBezTo>
                    <a:cubicBezTo>
                      <a:pt x="2" y="6"/>
                      <a:pt x="0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2" name="Freeform 1721">
                <a:extLst>
                  <a:ext uri="{FF2B5EF4-FFF2-40B4-BE49-F238E27FC236}">
                    <a16:creationId xmlns:a16="http://schemas.microsoft.com/office/drawing/2014/main" id="{6F436CBC-B1DF-4382-A2EB-8DE29D8A4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284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2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3" name="Freeform 1722">
                <a:extLst>
                  <a:ext uri="{FF2B5EF4-FFF2-40B4-BE49-F238E27FC236}">
                    <a16:creationId xmlns:a16="http://schemas.microsoft.com/office/drawing/2014/main" id="{F6518EF5-1351-487D-AFEF-FAF2D5891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261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1"/>
                      <a:pt x="2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4" name="Freeform 1723">
                <a:extLst>
                  <a:ext uri="{FF2B5EF4-FFF2-40B4-BE49-F238E27FC236}">
                    <a16:creationId xmlns:a16="http://schemas.microsoft.com/office/drawing/2014/main" id="{D685C0DA-8420-4772-9006-66B04A0F2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2297"/>
                <a:ext cx="4" cy="9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5" name="Freeform 1724">
                <a:extLst>
                  <a:ext uri="{FF2B5EF4-FFF2-40B4-BE49-F238E27FC236}">
                    <a16:creationId xmlns:a16="http://schemas.microsoft.com/office/drawing/2014/main" id="{CD7C5886-ACDC-40F9-8566-6F593BEAA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329"/>
                <a:ext cx="7" cy="3"/>
              </a:xfrm>
              <a:custGeom>
                <a:avLst/>
                <a:gdLst>
                  <a:gd name="T0" fmla="*/ 21 w 4"/>
                  <a:gd name="T1" fmla="*/ 5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2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6" name="Freeform 1725">
                <a:extLst>
                  <a:ext uri="{FF2B5EF4-FFF2-40B4-BE49-F238E27FC236}">
                    <a16:creationId xmlns:a16="http://schemas.microsoft.com/office/drawing/2014/main" id="{63929BF0-0F0B-4DCF-9C43-4AE57307B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306"/>
                <a:ext cx="1" cy="7"/>
              </a:xfrm>
              <a:custGeom>
                <a:avLst/>
                <a:gdLst>
                  <a:gd name="T0" fmla="*/ 1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7" name="Freeform 1726">
                <a:extLst>
                  <a:ext uri="{FF2B5EF4-FFF2-40B4-BE49-F238E27FC236}">
                    <a16:creationId xmlns:a16="http://schemas.microsoft.com/office/drawing/2014/main" id="{153A5BFF-D0EB-48C0-91A6-50539B884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276"/>
                <a:ext cx="5" cy="5"/>
              </a:xfrm>
              <a:custGeom>
                <a:avLst/>
                <a:gdLst>
                  <a:gd name="T0" fmla="*/ 13 w 3"/>
                  <a:gd name="T1" fmla="*/ 13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8" name="Freeform 1727">
                <a:extLst>
                  <a:ext uri="{FF2B5EF4-FFF2-40B4-BE49-F238E27FC236}">
                    <a16:creationId xmlns:a16="http://schemas.microsoft.com/office/drawing/2014/main" id="{B91952EE-FDBA-4B12-BB1E-1250DAF06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263"/>
                <a:ext cx="7" cy="32"/>
              </a:xfrm>
              <a:custGeom>
                <a:avLst/>
                <a:gdLst>
                  <a:gd name="T0" fmla="*/ 0 w 4"/>
                  <a:gd name="T1" fmla="*/ 94 h 18"/>
                  <a:gd name="T2" fmla="*/ 7 w 4"/>
                  <a:gd name="T3" fmla="*/ 37 h 18"/>
                  <a:gd name="T4" fmla="*/ 7 w 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8">
                    <a:moveTo>
                      <a:pt x="0" y="17"/>
                    </a:moveTo>
                    <a:cubicBezTo>
                      <a:pt x="4" y="18"/>
                      <a:pt x="2" y="8"/>
                      <a:pt x="1" y="7"/>
                    </a:cubicBez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9" name="Freeform 1728">
                <a:extLst>
                  <a:ext uri="{FF2B5EF4-FFF2-40B4-BE49-F238E27FC236}">
                    <a16:creationId xmlns:a16="http://schemas.microsoft.com/office/drawing/2014/main" id="{81626FE7-92EB-442A-A1FE-453EC51D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261"/>
                <a:ext cx="3" cy="9"/>
              </a:xfrm>
              <a:custGeom>
                <a:avLst/>
                <a:gdLst>
                  <a:gd name="T0" fmla="*/ 0 w 2"/>
                  <a:gd name="T1" fmla="*/ 29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0" name="Freeform 1729">
                <a:extLst>
                  <a:ext uri="{FF2B5EF4-FFF2-40B4-BE49-F238E27FC236}">
                    <a16:creationId xmlns:a16="http://schemas.microsoft.com/office/drawing/2014/main" id="{7FA1EEF0-354D-43A3-A0C5-98C7C3AC2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408"/>
                <a:ext cx="448" cy="345"/>
              </a:xfrm>
              <a:custGeom>
                <a:avLst/>
                <a:gdLst>
                  <a:gd name="T0" fmla="*/ 631 w 270"/>
                  <a:gd name="T1" fmla="*/ 0 h 195"/>
                  <a:gd name="T2" fmla="*/ 13 w 270"/>
                  <a:gd name="T3" fmla="*/ 614 h 195"/>
                  <a:gd name="T4" fmla="*/ 722 w 270"/>
                  <a:gd name="T5" fmla="*/ 683 h 195"/>
                  <a:gd name="T6" fmla="*/ 1233 w 270"/>
                  <a:gd name="T7" fmla="*/ 704 h 195"/>
                  <a:gd name="T8" fmla="*/ 631 w 270"/>
                  <a:gd name="T9" fmla="*/ 0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0" h="195">
                    <a:moveTo>
                      <a:pt x="138" y="0"/>
                    </a:moveTo>
                    <a:cubicBezTo>
                      <a:pt x="70" y="0"/>
                      <a:pt x="6" y="43"/>
                      <a:pt x="3" y="111"/>
                    </a:cubicBezTo>
                    <a:cubicBezTo>
                      <a:pt x="0" y="164"/>
                      <a:pt x="93" y="104"/>
                      <a:pt x="158" y="123"/>
                    </a:cubicBezTo>
                    <a:cubicBezTo>
                      <a:pt x="243" y="148"/>
                      <a:pt x="270" y="195"/>
                      <a:pt x="270" y="127"/>
                    </a:cubicBezTo>
                    <a:cubicBezTo>
                      <a:pt x="270" y="59"/>
                      <a:pt x="206" y="0"/>
                      <a:pt x="138" y="0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1" name="Freeform 1730">
                <a:extLst>
                  <a:ext uri="{FF2B5EF4-FFF2-40B4-BE49-F238E27FC236}">
                    <a16:creationId xmlns:a16="http://schemas.microsoft.com/office/drawing/2014/main" id="{94DCB33A-1AA6-4A47-8178-D2DD73771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497"/>
                <a:ext cx="193" cy="201"/>
              </a:xfrm>
              <a:custGeom>
                <a:avLst/>
                <a:gdLst>
                  <a:gd name="T0" fmla="*/ 534 w 116"/>
                  <a:gd name="T1" fmla="*/ 379 h 114"/>
                  <a:gd name="T2" fmla="*/ 263 w 116"/>
                  <a:gd name="T3" fmla="*/ 400 h 114"/>
                  <a:gd name="T4" fmla="*/ 28 w 116"/>
                  <a:gd name="T5" fmla="*/ 164 h 114"/>
                  <a:gd name="T6" fmla="*/ 341 w 116"/>
                  <a:gd name="T7" fmla="*/ 34 h 114"/>
                  <a:gd name="T8" fmla="*/ 534 w 116"/>
                  <a:gd name="T9" fmla="*/ 379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14">
                    <a:moveTo>
                      <a:pt x="116" y="69"/>
                    </a:moveTo>
                    <a:cubicBezTo>
                      <a:pt x="114" y="114"/>
                      <a:pt x="86" y="79"/>
                      <a:pt x="57" y="73"/>
                    </a:cubicBezTo>
                    <a:cubicBezTo>
                      <a:pt x="28" y="67"/>
                      <a:pt x="0" y="56"/>
                      <a:pt x="6" y="30"/>
                    </a:cubicBezTo>
                    <a:cubicBezTo>
                      <a:pt x="11" y="4"/>
                      <a:pt x="44" y="0"/>
                      <a:pt x="74" y="6"/>
                    </a:cubicBezTo>
                    <a:cubicBezTo>
                      <a:pt x="103" y="12"/>
                      <a:pt x="116" y="43"/>
                      <a:pt x="116" y="69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230" name="Freeform 1731">
              <a:extLst>
                <a:ext uri="{FF2B5EF4-FFF2-40B4-BE49-F238E27FC236}">
                  <a16:creationId xmlns:a16="http://schemas.microsoft.com/office/drawing/2014/main" id="{3C0E52B0-8D0B-4566-8F0A-7FA355636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509"/>
              <a:ext cx="38" cy="57"/>
            </a:xfrm>
            <a:custGeom>
              <a:avLst/>
              <a:gdLst>
                <a:gd name="T0" fmla="*/ 104 w 23"/>
                <a:gd name="T1" fmla="*/ 0 h 32"/>
                <a:gd name="T2" fmla="*/ 0 w 23"/>
                <a:gd name="T3" fmla="*/ 182 h 32"/>
                <a:gd name="T4" fmla="*/ 104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23" y="0"/>
                    <a:pt x="0" y="6"/>
                    <a:pt x="0" y="32"/>
                  </a:cubicBezTo>
                  <a:cubicBezTo>
                    <a:pt x="0" y="32"/>
                    <a:pt x="19" y="31"/>
                    <a:pt x="23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1" name="Freeform 1732">
              <a:extLst>
                <a:ext uri="{FF2B5EF4-FFF2-40B4-BE49-F238E27FC236}">
                  <a16:creationId xmlns:a16="http://schemas.microsoft.com/office/drawing/2014/main" id="{7B54E4E1-E1BE-4261-A347-CCFC69F74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566"/>
              <a:ext cx="55" cy="86"/>
            </a:xfrm>
            <a:custGeom>
              <a:avLst/>
              <a:gdLst>
                <a:gd name="T0" fmla="*/ 125 w 33"/>
                <a:gd name="T1" fmla="*/ 0 h 49"/>
                <a:gd name="T2" fmla="*/ 33 w 33"/>
                <a:gd name="T3" fmla="*/ 265 h 49"/>
                <a:gd name="T4" fmla="*/ 125 w 3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9">
                  <a:moveTo>
                    <a:pt x="27" y="0"/>
                  </a:moveTo>
                  <a:cubicBezTo>
                    <a:pt x="27" y="0"/>
                    <a:pt x="0" y="11"/>
                    <a:pt x="7" y="49"/>
                  </a:cubicBezTo>
                  <a:cubicBezTo>
                    <a:pt x="7" y="49"/>
                    <a:pt x="33" y="36"/>
                    <a:pt x="27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Freeform 1733">
              <a:extLst>
                <a:ext uri="{FF2B5EF4-FFF2-40B4-BE49-F238E27FC236}">
                  <a16:creationId xmlns:a16="http://schemas.microsoft.com/office/drawing/2014/main" id="{41BC6FD9-EDA0-4D80-ADDF-F1BFF584A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52"/>
              <a:ext cx="53" cy="57"/>
            </a:xfrm>
            <a:custGeom>
              <a:avLst/>
              <a:gdLst>
                <a:gd name="T0" fmla="*/ 0 w 32"/>
                <a:gd name="T1" fmla="*/ 182 h 32"/>
                <a:gd name="T2" fmla="*/ 146 w 32"/>
                <a:gd name="T3" fmla="*/ 0 h 32"/>
                <a:gd name="T4" fmla="*/ 0 w 32"/>
                <a:gd name="T5" fmla="*/ 18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32"/>
                  </a:moveTo>
                  <a:cubicBezTo>
                    <a:pt x="0" y="32"/>
                    <a:pt x="1" y="3"/>
                    <a:pt x="32" y="0"/>
                  </a:cubicBezTo>
                  <a:cubicBezTo>
                    <a:pt x="32" y="0"/>
                    <a:pt x="29" y="26"/>
                    <a:pt x="0" y="3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3" name="Freeform 1734">
              <a:extLst>
                <a:ext uri="{FF2B5EF4-FFF2-40B4-BE49-F238E27FC236}">
                  <a16:creationId xmlns:a16="http://schemas.microsoft.com/office/drawing/2014/main" id="{4B3F29B3-425A-494E-8F73-2190A0A2C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652"/>
              <a:ext cx="54" cy="51"/>
            </a:xfrm>
            <a:custGeom>
              <a:avLst/>
              <a:gdLst>
                <a:gd name="T0" fmla="*/ 97 w 33"/>
                <a:gd name="T1" fmla="*/ 0 h 29"/>
                <a:gd name="T2" fmla="*/ 67 w 33"/>
                <a:gd name="T3" fmla="*/ 158 h 29"/>
                <a:gd name="T4" fmla="*/ 97 w 3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9">
                  <a:moveTo>
                    <a:pt x="22" y="0"/>
                  </a:moveTo>
                  <a:cubicBezTo>
                    <a:pt x="22" y="0"/>
                    <a:pt x="0" y="10"/>
                    <a:pt x="15" y="29"/>
                  </a:cubicBezTo>
                  <a:cubicBezTo>
                    <a:pt x="15" y="29"/>
                    <a:pt x="33" y="23"/>
                    <a:pt x="2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4" name="Freeform 1735">
              <a:extLst>
                <a:ext uri="{FF2B5EF4-FFF2-40B4-BE49-F238E27FC236}">
                  <a16:creationId xmlns:a16="http://schemas.microsoft.com/office/drawing/2014/main" id="{0AA2971E-F500-477B-805A-DEC8F828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2399"/>
              <a:ext cx="77" cy="66"/>
            </a:xfrm>
            <a:custGeom>
              <a:avLst/>
              <a:gdLst>
                <a:gd name="T0" fmla="*/ 0 w 46"/>
                <a:gd name="T1" fmla="*/ 171 h 37"/>
                <a:gd name="T2" fmla="*/ 216 w 46"/>
                <a:gd name="T3" fmla="*/ 16 h 37"/>
                <a:gd name="T4" fmla="*/ 0 w 46"/>
                <a:gd name="T5" fmla="*/ 17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">
                  <a:moveTo>
                    <a:pt x="0" y="30"/>
                  </a:moveTo>
                  <a:cubicBezTo>
                    <a:pt x="0" y="30"/>
                    <a:pt x="17" y="0"/>
                    <a:pt x="46" y="3"/>
                  </a:cubicBezTo>
                  <a:cubicBezTo>
                    <a:pt x="46" y="3"/>
                    <a:pt x="35" y="37"/>
                    <a:pt x="0" y="3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5" name="Freeform 1736">
              <a:extLst>
                <a:ext uri="{FF2B5EF4-FFF2-40B4-BE49-F238E27FC236}">
                  <a16:creationId xmlns:a16="http://schemas.microsoft.com/office/drawing/2014/main" id="{C77F6EB3-EDCD-462A-83DE-5B701F1D1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703"/>
              <a:ext cx="56" cy="78"/>
            </a:xfrm>
            <a:custGeom>
              <a:avLst/>
              <a:gdLst>
                <a:gd name="T0" fmla="*/ 84 w 34"/>
                <a:gd name="T1" fmla="*/ 0 h 44"/>
                <a:gd name="T2" fmla="*/ 76 w 34"/>
                <a:gd name="T3" fmla="*/ 245 h 44"/>
                <a:gd name="T4" fmla="*/ 84 w 3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19" y="0"/>
                  </a:moveTo>
                  <a:cubicBezTo>
                    <a:pt x="19" y="0"/>
                    <a:pt x="0" y="17"/>
                    <a:pt x="17" y="44"/>
                  </a:cubicBezTo>
                  <a:cubicBezTo>
                    <a:pt x="17" y="44"/>
                    <a:pt x="34" y="26"/>
                    <a:pt x="19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6" name="Freeform 1737">
              <a:extLst>
                <a:ext uri="{FF2B5EF4-FFF2-40B4-BE49-F238E27FC236}">
                  <a16:creationId xmlns:a16="http://schemas.microsoft.com/office/drawing/2014/main" id="{47C5E96E-6EA7-4404-B0FA-84D9ECE22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353"/>
              <a:ext cx="102" cy="69"/>
            </a:xfrm>
            <a:custGeom>
              <a:avLst/>
              <a:gdLst>
                <a:gd name="T0" fmla="*/ 0 w 62"/>
                <a:gd name="T1" fmla="*/ 159 h 39"/>
                <a:gd name="T2" fmla="*/ 276 w 62"/>
                <a:gd name="T3" fmla="*/ 65 h 39"/>
                <a:gd name="T4" fmla="*/ 0 w 62"/>
                <a:gd name="T5" fmla="*/ 15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9">
                  <a:moveTo>
                    <a:pt x="0" y="29"/>
                  </a:moveTo>
                  <a:cubicBezTo>
                    <a:pt x="0" y="29"/>
                    <a:pt x="24" y="0"/>
                    <a:pt x="62" y="12"/>
                  </a:cubicBezTo>
                  <a:cubicBezTo>
                    <a:pt x="62" y="12"/>
                    <a:pt x="51" y="39"/>
                    <a:pt x="0" y="2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7" name="Freeform 1738">
              <a:extLst>
                <a:ext uri="{FF2B5EF4-FFF2-40B4-BE49-F238E27FC236}">
                  <a16:creationId xmlns:a16="http://schemas.microsoft.com/office/drawing/2014/main" id="{25644AA7-9680-4DF0-8610-68D510CC5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686"/>
              <a:ext cx="28" cy="39"/>
            </a:xfrm>
            <a:custGeom>
              <a:avLst/>
              <a:gdLst>
                <a:gd name="T0" fmla="*/ 20 w 17"/>
                <a:gd name="T1" fmla="*/ 0 h 22"/>
                <a:gd name="T2" fmla="*/ 35 w 17"/>
                <a:gd name="T3" fmla="*/ 122 h 22"/>
                <a:gd name="T4" fmla="*/ 20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4" y="0"/>
                    <a:pt x="0" y="14"/>
                    <a:pt x="8" y="22"/>
                  </a:cubicBezTo>
                  <a:cubicBezTo>
                    <a:pt x="8" y="22"/>
                    <a:pt x="17" y="6"/>
                    <a:pt x="4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8" name="Freeform 1739">
              <a:extLst>
                <a:ext uri="{FF2B5EF4-FFF2-40B4-BE49-F238E27FC236}">
                  <a16:creationId xmlns:a16="http://schemas.microsoft.com/office/drawing/2014/main" id="{D4FC37F8-2F76-4537-9AAA-7C39B2B94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638"/>
              <a:ext cx="30" cy="48"/>
            </a:xfrm>
            <a:custGeom>
              <a:avLst/>
              <a:gdLst>
                <a:gd name="T0" fmla="*/ 5 w 18"/>
                <a:gd name="T1" fmla="*/ 0 h 27"/>
                <a:gd name="T2" fmla="*/ 37 w 18"/>
                <a:gd name="T3" fmla="*/ 151 h 27"/>
                <a:gd name="T4" fmla="*/ 5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" y="0"/>
                  </a:moveTo>
                  <a:cubicBezTo>
                    <a:pt x="1" y="0"/>
                    <a:pt x="0" y="21"/>
                    <a:pt x="8" y="27"/>
                  </a:cubicBezTo>
                  <a:cubicBezTo>
                    <a:pt x="8" y="27"/>
                    <a:pt x="18" y="15"/>
                    <a:pt x="1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9" name="Freeform 1740">
              <a:extLst>
                <a:ext uri="{FF2B5EF4-FFF2-40B4-BE49-F238E27FC236}">
                  <a16:creationId xmlns:a16="http://schemas.microsoft.com/office/drawing/2014/main" id="{9CC10723-6CB9-4329-B42F-8835BD1E9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567"/>
              <a:ext cx="43" cy="71"/>
            </a:xfrm>
            <a:custGeom>
              <a:avLst/>
              <a:gdLst>
                <a:gd name="T0" fmla="*/ 0 w 26"/>
                <a:gd name="T1" fmla="*/ 0 h 40"/>
                <a:gd name="T2" fmla="*/ 76 w 26"/>
                <a:gd name="T3" fmla="*/ 224 h 40"/>
                <a:gd name="T4" fmla="*/ 0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cubicBezTo>
                    <a:pt x="0" y="0"/>
                    <a:pt x="5" y="36"/>
                    <a:pt x="17" y="40"/>
                  </a:cubicBezTo>
                  <a:cubicBezTo>
                    <a:pt x="17" y="40"/>
                    <a:pt x="26" y="18"/>
                    <a:pt x="0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0" name="Freeform 1741">
              <a:extLst>
                <a:ext uri="{FF2B5EF4-FFF2-40B4-BE49-F238E27FC236}">
                  <a16:creationId xmlns:a16="http://schemas.microsoft.com/office/drawing/2014/main" id="{F06EFDB8-BE25-465F-A09A-A2BDCB284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530"/>
              <a:ext cx="30" cy="37"/>
            </a:xfrm>
            <a:custGeom>
              <a:avLst/>
              <a:gdLst>
                <a:gd name="T0" fmla="*/ 8 w 18"/>
                <a:gd name="T1" fmla="*/ 0 h 21"/>
                <a:gd name="T2" fmla="*/ 70 w 18"/>
                <a:gd name="T3" fmla="*/ 115 h 21"/>
                <a:gd name="T4" fmla="*/ 8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2" y="0"/>
                  </a:moveTo>
                  <a:cubicBezTo>
                    <a:pt x="2" y="0"/>
                    <a:pt x="0" y="14"/>
                    <a:pt x="15" y="21"/>
                  </a:cubicBezTo>
                  <a:cubicBezTo>
                    <a:pt x="15" y="21"/>
                    <a:pt x="18" y="8"/>
                    <a:pt x="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1" name="Freeform 1742">
              <a:extLst>
                <a:ext uri="{FF2B5EF4-FFF2-40B4-BE49-F238E27FC236}">
                  <a16:creationId xmlns:a16="http://schemas.microsoft.com/office/drawing/2014/main" id="{522A3BC2-474B-4A75-AAEA-F6ABFD75F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486"/>
              <a:ext cx="45" cy="44"/>
            </a:xfrm>
            <a:custGeom>
              <a:avLst/>
              <a:gdLst>
                <a:gd name="T0" fmla="*/ 8 w 27"/>
                <a:gd name="T1" fmla="*/ 0 h 25"/>
                <a:gd name="T2" fmla="*/ 112 w 27"/>
                <a:gd name="T3" fmla="*/ 136 h 25"/>
                <a:gd name="T4" fmla="*/ 8 w 2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2" y="0"/>
                  </a:moveTo>
                  <a:cubicBezTo>
                    <a:pt x="2" y="0"/>
                    <a:pt x="0" y="14"/>
                    <a:pt x="24" y="25"/>
                  </a:cubicBezTo>
                  <a:cubicBezTo>
                    <a:pt x="24" y="25"/>
                    <a:pt x="27" y="5"/>
                    <a:pt x="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2" name="Freeform 1743">
              <a:extLst>
                <a:ext uri="{FF2B5EF4-FFF2-40B4-BE49-F238E27FC236}">
                  <a16:creationId xmlns:a16="http://schemas.microsoft.com/office/drawing/2014/main" id="{1EBC74C4-F0F7-46C6-8056-6F1CB00A9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38"/>
              <a:ext cx="43" cy="48"/>
            </a:xfrm>
            <a:custGeom>
              <a:avLst/>
              <a:gdLst>
                <a:gd name="T0" fmla="*/ 0 w 26"/>
                <a:gd name="T1" fmla="*/ 21 h 27"/>
                <a:gd name="T2" fmla="*/ 117 w 26"/>
                <a:gd name="T3" fmla="*/ 151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1" y="0"/>
                    <a:pt x="0" y="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3" name="Freeform 1744">
              <a:extLst>
                <a:ext uri="{FF2B5EF4-FFF2-40B4-BE49-F238E27FC236}">
                  <a16:creationId xmlns:a16="http://schemas.microsoft.com/office/drawing/2014/main" id="{6682C58A-8623-4992-BF60-3DF3D7251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408"/>
              <a:ext cx="48" cy="37"/>
            </a:xfrm>
            <a:custGeom>
              <a:avLst/>
              <a:gdLst>
                <a:gd name="T0" fmla="*/ 0 w 29"/>
                <a:gd name="T1" fmla="*/ 16 h 21"/>
                <a:gd name="T2" fmla="*/ 131 w 29"/>
                <a:gd name="T3" fmla="*/ 115 h 21"/>
                <a:gd name="T4" fmla="*/ 0 w 29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3"/>
                  </a:moveTo>
                  <a:cubicBezTo>
                    <a:pt x="0" y="3"/>
                    <a:pt x="3" y="15"/>
                    <a:pt x="29" y="21"/>
                  </a:cubicBezTo>
                  <a:cubicBezTo>
                    <a:pt x="29" y="21"/>
                    <a:pt x="23" y="0"/>
                    <a:pt x="0" y="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4" name="Freeform 1745">
              <a:extLst>
                <a:ext uri="{FF2B5EF4-FFF2-40B4-BE49-F238E27FC236}">
                  <a16:creationId xmlns:a16="http://schemas.microsoft.com/office/drawing/2014/main" id="{4C67FC35-E249-4067-B7B4-C45843594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375"/>
              <a:ext cx="80" cy="38"/>
            </a:xfrm>
            <a:custGeom>
              <a:avLst/>
              <a:gdLst>
                <a:gd name="T0" fmla="*/ 0 w 48"/>
                <a:gd name="T1" fmla="*/ 28 h 22"/>
                <a:gd name="T2" fmla="*/ 222 w 48"/>
                <a:gd name="T3" fmla="*/ 114 h 22"/>
                <a:gd name="T4" fmla="*/ 0 w 48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5"/>
                  </a:moveTo>
                  <a:cubicBezTo>
                    <a:pt x="0" y="5"/>
                    <a:pt x="23" y="21"/>
                    <a:pt x="48" y="22"/>
                  </a:cubicBezTo>
                  <a:cubicBezTo>
                    <a:pt x="48" y="22"/>
                    <a:pt x="31" y="0"/>
                    <a:pt x="0" y="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5" name="Freeform 1746">
              <a:extLst>
                <a:ext uri="{FF2B5EF4-FFF2-40B4-BE49-F238E27FC236}">
                  <a16:creationId xmlns:a16="http://schemas.microsoft.com/office/drawing/2014/main" id="{A4B00738-8C7E-4EFB-908E-F3720A164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348"/>
              <a:ext cx="61" cy="53"/>
            </a:xfrm>
            <a:custGeom>
              <a:avLst/>
              <a:gdLst>
                <a:gd name="T0" fmla="*/ 0 w 37"/>
                <a:gd name="T1" fmla="*/ 78 h 30"/>
                <a:gd name="T2" fmla="*/ 167 w 37"/>
                <a:gd name="T3" fmla="*/ 110 h 30"/>
                <a:gd name="T4" fmla="*/ 0 w 37"/>
                <a:gd name="T5" fmla="*/ 7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0">
                  <a:moveTo>
                    <a:pt x="0" y="14"/>
                  </a:moveTo>
                  <a:cubicBezTo>
                    <a:pt x="0" y="14"/>
                    <a:pt x="12" y="30"/>
                    <a:pt x="37" y="20"/>
                  </a:cubicBezTo>
                  <a:cubicBezTo>
                    <a:pt x="37" y="20"/>
                    <a:pt x="15" y="0"/>
                    <a:pt x="0" y="1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6" name="Freeform 1747">
              <a:extLst>
                <a:ext uri="{FF2B5EF4-FFF2-40B4-BE49-F238E27FC236}">
                  <a16:creationId xmlns:a16="http://schemas.microsoft.com/office/drawing/2014/main" id="{3E74E2BA-B5BA-4C83-9DEA-AA569AFA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336"/>
              <a:ext cx="72" cy="67"/>
            </a:xfrm>
            <a:custGeom>
              <a:avLst/>
              <a:gdLst>
                <a:gd name="T0" fmla="*/ 0 w 43"/>
                <a:gd name="T1" fmla="*/ 122 h 38"/>
                <a:gd name="T2" fmla="*/ 203 w 43"/>
                <a:gd name="T3" fmla="*/ 115 h 38"/>
                <a:gd name="T4" fmla="*/ 0 w 43"/>
                <a:gd name="T5" fmla="*/ 12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8">
                  <a:moveTo>
                    <a:pt x="0" y="22"/>
                  </a:moveTo>
                  <a:cubicBezTo>
                    <a:pt x="0" y="22"/>
                    <a:pt x="22" y="38"/>
                    <a:pt x="43" y="21"/>
                  </a:cubicBezTo>
                  <a:cubicBezTo>
                    <a:pt x="43" y="21"/>
                    <a:pt x="20" y="0"/>
                    <a:pt x="0" y="2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7" name="Freeform 1748">
              <a:extLst>
                <a:ext uri="{FF2B5EF4-FFF2-40B4-BE49-F238E27FC236}">
                  <a16:creationId xmlns:a16="http://schemas.microsoft.com/office/drawing/2014/main" id="{FE228EF3-C466-4A8E-806C-8A30A7039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507"/>
              <a:ext cx="38" cy="57"/>
            </a:xfrm>
            <a:custGeom>
              <a:avLst/>
              <a:gdLst>
                <a:gd name="T0" fmla="*/ 104 w 23"/>
                <a:gd name="T1" fmla="*/ 0 h 32"/>
                <a:gd name="T2" fmla="*/ 0 w 23"/>
                <a:gd name="T3" fmla="*/ 182 h 32"/>
                <a:gd name="T4" fmla="*/ 104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23" y="0"/>
                    <a:pt x="0" y="6"/>
                    <a:pt x="0" y="32"/>
                  </a:cubicBezTo>
                  <a:cubicBezTo>
                    <a:pt x="0" y="32"/>
                    <a:pt x="20" y="31"/>
                    <a:pt x="23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8" name="Freeform 1749">
              <a:extLst>
                <a:ext uri="{FF2B5EF4-FFF2-40B4-BE49-F238E27FC236}">
                  <a16:creationId xmlns:a16="http://schemas.microsoft.com/office/drawing/2014/main" id="{A32A91CB-874A-498C-84A4-505FFAC8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564"/>
              <a:ext cx="57" cy="88"/>
            </a:xfrm>
            <a:custGeom>
              <a:avLst/>
              <a:gdLst>
                <a:gd name="T0" fmla="*/ 126 w 34"/>
                <a:gd name="T1" fmla="*/ 0 h 50"/>
                <a:gd name="T2" fmla="*/ 34 w 34"/>
                <a:gd name="T3" fmla="*/ 273 h 50"/>
                <a:gd name="T4" fmla="*/ 126 w 3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0">
                  <a:moveTo>
                    <a:pt x="27" y="0"/>
                  </a:moveTo>
                  <a:cubicBezTo>
                    <a:pt x="27" y="0"/>
                    <a:pt x="0" y="11"/>
                    <a:pt x="7" y="50"/>
                  </a:cubicBezTo>
                  <a:cubicBezTo>
                    <a:pt x="7" y="50"/>
                    <a:pt x="34" y="36"/>
                    <a:pt x="27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9" name="Freeform 1750">
              <a:extLst>
                <a:ext uri="{FF2B5EF4-FFF2-40B4-BE49-F238E27FC236}">
                  <a16:creationId xmlns:a16="http://schemas.microsoft.com/office/drawing/2014/main" id="{AE2564E8-E63E-41A6-92C8-57AB4EC56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51"/>
              <a:ext cx="55" cy="56"/>
            </a:xfrm>
            <a:custGeom>
              <a:avLst/>
              <a:gdLst>
                <a:gd name="T0" fmla="*/ 0 w 33"/>
                <a:gd name="T1" fmla="*/ 172 h 32"/>
                <a:gd name="T2" fmla="*/ 153 w 33"/>
                <a:gd name="T3" fmla="*/ 0 h 32"/>
                <a:gd name="T4" fmla="*/ 0 w 33"/>
                <a:gd name="T5" fmla="*/ 1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0" y="32"/>
                  </a:moveTo>
                  <a:cubicBezTo>
                    <a:pt x="0" y="32"/>
                    <a:pt x="1" y="3"/>
                    <a:pt x="33" y="0"/>
                  </a:cubicBezTo>
                  <a:cubicBezTo>
                    <a:pt x="33" y="0"/>
                    <a:pt x="30" y="26"/>
                    <a:pt x="0" y="32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0" name="Freeform 1751">
              <a:extLst>
                <a:ext uri="{FF2B5EF4-FFF2-40B4-BE49-F238E27FC236}">
                  <a16:creationId xmlns:a16="http://schemas.microsoft.com/office/drawing/2014/main" id="{22C5E276-6FB4-45BC-B214-1FE3B7540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652"/>
              <a:ext cx="56" cy="50"/>
            </a:xfrm>
            <a:custGeom>
              <a:avLst/>
              <a:gdLst>
                <a:gd name="T0" fmla="*/ 97 w 34"/>
                <a:gd name="T1" fmla="*/ 0 h 28"/>
                <a:gd name="T2" fmla="*/ 71 w 34"/>
                <a:gd name="T3" fmla="*/ 159 h 28"/>
                <a:gd name="T4" fmla="*/ 97 w 3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2" y="0"/>
                  </a:moveTo>
                  <a:cubicBezTo>
                    <a:pt x="22" y="0"/>
                    <a:pt x="0" y="10"/>
                    <a:pt x="16" y="28"/>
                  </a:cubicBezTo>
                  <a:cubicBezTo>
                    <a:pt x="16" y="28"/>
                    <a:pt x="34" y="22"/>
                    <a:pt x="22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1" name="Freeform 1752">
              <a:extLst>
                <a:ext uri="{FF2B5EF4-FFF2-40B4-BE49-F238E27FC236}">
                  <a16:creationId xmlns:a16="http://schemas.microsoft.com/office/drawing/2014/main" id="{9883ED64-BD17-4043-A730-74783FDB3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398"/>
              <a:ext cx="75" cy="65"/>
            </a:xfrm>
            <a:custGeom>
              <a:avLst/>
              <a:gdLst>
                <a:gd name="T0" fmla="*/ 0 w 45"/>
                <a:gd name="T1" fmla="*/ 163 h 37"/>
                <a:gd name="T2" fmla="*/ 208 w 45"/>
                <a:gd name="T3" fmla="*/ 16 h 37"/>
                <a:gd name="T4" fmla="*/ 0 w 45"/>
                <a:gd name="T5" fmla="*/ 16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7">
                  <a:moveTo>
                    <a:pt x="0" y="30"/>
                  </a:moveTo>
                  <a:cubicBezTo>
                    <a:pt x="0" y="30"/>
                    <a:pt x="17" y="0"/>
                    <a:pt x="45" y="3"/>
                  </a:cubicBezTo>
                  <a:cubicBezTo>
                    <a:pt x="45" y="3"/>
                    <a:pt x="35" y="37"/>
                    <a:pt x="0" y="3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2" name="Freeform 1753">
              <a:extLst>
                <a:ext uri="{FF2B5EF4-FFF2-40B4-BE49-F238E27FC236}">
                  <a16:creationId xmlns:a16="http://schemas.microsoft.com/office/drawing/2014/main" id="{BCC714C8-92B1-4958-BCC8-4A3A7D069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702"/>
              <a:ext cx="54" cy="78"/>
            </a:xfrm>
            <a:custGeom>
              <a:avLst/>
              <a:gdLst>
                <a:gd name="T0" fmla="*/ 83 w 33"/>
                <a:gd name="T1" fmla="*/ 0 h 44"/>
                <a:gd name="T2" fmla="*/ 70 w 33"/>
                <a:gd name="T3" fmla="*/ 245 h 44"/>
                <a:gd name="T4" fmla="*/ 83 w 33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19" y="0"/>
                  </a:moveTo>
                  <a:cubicBezTo>
                    <a:pt x="19" y="0"/>
                    <a:pt x="0" y="17"/>
                    <a:pt x="16" y="44"/>
                  </a:cubicBezTo>
                  <a:cubicBezTo>
                    <a:pt x="16" y="44"/>
                    <a:pt x="33" y="26"/>
                    <a:pt x="19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3" name="Freeform 1754">
              <a:extLst>
                <a:ext uri="{FF2B5EF4-FFF2-40B4-BE49-F238E27FC236}">
                  <a16:creationId xmlns:a16="http://schemas.microsoft.com/office/drawing/2014/main" id="{326FEA76-947D-4608-808F-B01F01716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352"/>
              <a:ext cx="104" cy="69"/>
            </a:xfrm>
            <a:custGeom>
              <a:avLst/>
              <a:gdLst>
                <a:gd name="T0" fmla="*/ 0 w 63"/>
                <a:gd name="T1" fmla="*/ 159 h 39"/>
                <a:gd name="T2" fmla="*/ 284 w 63"/>
                <a:gd name="T3" fmla="*/ 65 h 39"/>
                <a:gd name="T4" fmla="*/ 0 w 63"/>
                <a:gd name="T5" fmla="*/ 15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9">
                  <a:moveTo>
                    <a:pt x="0" y="29"/>
                  </a:moveTo>
                  <a:cubicBezTo>
                    <a:pt x="0" y="29"/>
                    <a:pt x="24" y="0"/>
                    <a:pt x="63" y="12"/>
                  </a:cubicBezTo>
                  <a:cubicBezTo>
                    <a:pt x="63" y="12"/>
                    <a:pt x="51" y="39"/>
                    <a:pt x="0" y="29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4" name="Freeform 1755">
              <a:extLst>
                <a:ext uri="{FF2B5EF4-FFF2-40B4-BE49-F238E27FC236}">
                  <a16:creationId xmlns:a16="http://schemas.microsoft.com/office/drawing/2014/main" id="{A44FFC22-0E0C-41CF-9B5A-5C58FC304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684"/>
              <a:ext cx="28" cy="39"/>
            </a:xfrm>
            <a:custGeom>
              <a:avLst/>
              <a:gdLst>
                <a:gd name="T0" fmla="*/ 20 w 17"/>
                <a:gd name="T1" fmla="*/ 0 h 22"/>
                <a:gd name="T2" fmla="*/ 35 w 17"/>
                <a:gd name="T3" fmla="*/ 122 h 22"/>
                <a:gd name="T4" fmla="*/ 20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4" y="0"/>
                    <a:pt x="0" y="15"/>
                    <a:pt x="8" y="22"/>
                  </a:cubicBezTo>
                  <a:cubicBezTo>
                    <a:pt x="8" y="22"/>
                    <a:pt x="17" y="7"/>
                    <a:pt x="4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5" name="Freeform 1756">
              <a:extLst>
                <a:ext uri="{FF2B5EF4-FFF2-40B4-BE49-F238E27FC236}">
                  <a16:creationId xmlns:a16="http://schemas.microsoft.com/office/drawing/2014/main" id="{CC03207D-5F87-4545-A13C-B62CA67A7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636"/>
              <a:ext cx="30" cy="48"/>
            </a:xfrm>
            <a:custGeom>
              <a:avLst/>
              <a:gdLst>
                <a:gd name="T0" fmla="*/ 8 w 18"/>
                <a:gd name="T1" fmla="*/ 0 h 27"/>
                <a:gd name="T2" fmla="*/ 37 w 18"/>
                <a:gd name="T3" fmla="*/ 151 h 27"/>
                <a:gd name="T4" fmla="*/ 8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2" y="0"/>
                  </a:moveTo>
                  <a:cubicBezTo>
                    <a:pt x="2" y="0"/>
                    <a:pt x="0" y="21"/>
                    <a:pt x="8" y="27"/>
                  </a:cubicBezTo>
                  <a:cubicBezTo>
                    <a:pt x="8" y="27"/>
                    <a:pt x="18" y="15"/>
                    <a:pt x="2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6" name="Freeform 1757">
              <a:extLst>
                <a:ext uri="{FF2B5EF4-FFF2-40B4-BE49-F238E27FC236}">
                  <a16:creationId xmlns:a16="http://schemas.microsoft.com/office/drawing/2014/main" id="{8D2915F1-F8E4-40C8-8D5B-559A002FF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566"/>
              <a:ext cx="43" cy="70"/>
            </a:xfrm>
            <a:custGeom>
              <a:avLst/>
              <a:gdLst>
                <a:gd name="T0" fmla="*/ 0 w 26"/>
                <a:gd name="T1" fmla="*/ 0 h 40"/>
                <a:gd name="T2" fmla="*/ 83 w 26"/>
                <a:gd name="T3" fmla="*/ 215 h 40"/>
                <a:gd name="T4" fmla="*/ 0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cubicBezTo>
                    <a:pt x="0" y="0"/>
                    <a:pt x="5" y="36"/>
                    <a:pt x="18" y="40"/>
                  </a:cubicBezTo>
                  <a:cubicBezTo>
                    <a:pt x="18" y="40"/>
                    <a:pt x="26" y="18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7" name="Freeform 1758">
              <a:extLst>
                <a:ext uri="{FF2B5EF4-FFF2-40B4-BE49-F238E27FC236}">
                  <a16:creationId xmlns:a16="http://schemas.microsoft.com/office/drawing/2014/main" id="{567C011B-1D60-4B3C-AD24-106F1F650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528"/>
              <a:ext cx="30" cy="38"/>
            </a:xfrm>
            <a:custGeom>
              <a:avLst/>
              <a:gdLst>
                <a:gd name="T0" fmla="*/ 8 w 18"/>
                <a:gd name="T1" fmla="*/ 0 h 21"/>
                <a:gd name="T2" fmla="*/ 70 w 18"/>
                <a:gd name="T3" fmla="*/ 125 h 21"/>
                <a:gd name="T4" fmla="*/ 8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2" y="0"/>
                  </a:moveTo>
                  <a:cubicBezTo>
                    <a:pt x="2" y="0"/>
                    <a:pt x="0" y="14"/>
                    <a:pt x="15" y="21"/>
                  </a:cubicBezTo>
                  <a:cubicBezTo>
                    <a:pt x="15" y="21"/>
                    <a:pt x="18" y="8"/>
                    <a:pt x="2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8" name="Freeform 1759">
              <a:extLst>
                <a:ext uri="{FF2B5EF4-FFF2-40B4-BE49-F238E27FC236}">
                  <a16:creationId xmlns:a16="http://schemas.microsoft.com/office/drawing/2014/main" id="{3DBE27DA-6A3A-4488-BE60-A8FEC49D8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484"/>
              <a:ext cx="43" cy="44"/>
            </a:xfrm>
            <a:custGeom>
              <a:avLst/>
              <a:gdLst>
                <a:gd name="T0" fmla="*/ 5 w 26"/>
                <a:gd name="T1" fmla="*/ 0 h 25"/>
                <a:gd name="T2" fmla="*/ 104 w 26"/>
                <a:gd name="T3" fmla="*/ 136 h 25"/>
                <a:gd name="T4" fmla="*/ 5 w 2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" y="0"/>
                  </a:moveTo>
                  <a:cubicBezTo>
                    <a:pt x="1" y="0"/>
                    <a:pt x="0" y="14"/>
                    <a:pt x="23" y="25"/>
                  </a:cubicBezTo>
                  <a:cubicBezTo>
                    <a:pt x="23" y="25"/>
                    <a:pt x="26" y="5"/>
                    <a:pt x="1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9" name="Freeform 1760">
              <a:extLst>
                <a:ext uri="{FF2B5EF4-FFF2-40B4-BE49-F238E27FC236}">
                  <a16:creationId xmlns:a16="http://schemas.microsoft.com/office/drawing/2014/main" id="{74EC3F68-8442-46E4-BE9F-976B0A726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36"/>
              <a:ext cx="43" cy="48"/>
            </a:xfrm>
            <a:custGeom>
              <a:avLst/>
              <a:gdLst>
                <a:gd name="T0" fmla="*/ 0 w 26"/>
                <a:gd name="T1" fmla="*/ 21 h 27"/>
                <a:gd name="T2" fmla="*/ 117 w 26"/>
                <a:gd name="T3" fmla="*/ 151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1" y="0"/>
                    <a:pt x="0" y="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0" name="Freeform 1761">
              <a:extLst>
                <a:ext uri="{FF2B5EF4-FFF2-40B4-BE49-F238E27FC236}">
                  <a16:creationId xmlns:a16="http://schemas.microsoft.com/office/drawing/2014/main" id="{97D92769-1EA2-4F52-A418-1BD1AD19B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406"/>
              <a:ext cx="47" cy="38"/>
            </a:xfrm>
            <a:custGeom>
              <a:avLst/>
              <a:gdLst>
                <a:gd name="T0" fmla="*/ 0 w 28"/>
                <a:gd name="T1" fmla="*/ 16 h 21"/>
                <a:gd name="T2" fmla="*/ 133 w 28"/>
                <a:gd name="T3" fmla="*/ 125 h 21"/>
                <a:gd name="T4" fmla="*/ 0 w 28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3"/>
                  </a:moveTo>
                  <a:cubicBezTo>
                    <a:pt x="0" y="3"/>
                    <a:pt x="2" y="15"/>
                    <a:pt x="28" y="21"/>
                  </a:cubicBezTo>
                  <a:cubicBezTo>
                    <a:pt x="28" y="21"/>
                    <a:pt x="23" y="0"/>
                    <a:pt x="0" y="3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1" name="Freeform 1762">
              <a:extLst>
                <a:ext uri="{FF2B5EF4-FFF2-40B4-BE49-F238E27FC236}">
                  <a16:creationId xmlns:a16="http://schemas.microsoft.com/office/drawing/2014/main" id="{0B4277A2-0A91-4819-8FA2-FBA144ED9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373"/>
              <a:ext cx="81" cy="39"/>
            </a:xfrm>
            <a:custGeom>
              <a:avLst/>
              <a:gdLst>
                <a:gd name="T0" fmla="*/ 0 w 49"/>
                <a:gd name="T1" fmla="*/ 28 h 22"/>
                <a:gd name="T2" fmla="*/ 222 w 49"/>
                <a:gd name="T3" fmla="*/ 122 h 22"/>
                <a:gd name="T4" fmla="*/ 0 w 49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5"/>
                  </a:moveTo>
                  <a:cubicBezTo>
                    <a:pt x="0" y="5"/>
                    <a:pt x="23" y="22"/>
                    <a:pt x="49" y="22"/>
                  </a:cubicBezTo>
                  <a:cubicBezTo>
                    <a:pt x="49" y="22"/>
                    <a:pt x="32" y="0"/>
                    <a:pt x="0" y="5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2" name="Freeform 1763">
              <a:extLst>
                <a:ext uri="{FF2B5EF4-FFF2-40B4-BE49-F238E27FC236}">
                  <a16:creationId xmlns:a16="http://schemas.microsoft.com/office/drawing/2014/main" id="{684D90D0-7FAE-46C2-93E4-DA12AF9E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346"/>
              <a:ext cx="60" cy="55"/>
            </a:xfrm>
            <a:custGeom>
              <a:avLst/>
              <a:gdLst>
                <a:gd name="T0" fmla="*/ 0 w 36"/>
                <a:gd name="T1" fmla="*/ 78 h 31"/>
                <a:gd name="T2" fmla="*/ 167 w 36"/>
                <a:gd name="T3" fmla="*/ 110 h 31"/>
                <a:gd name="T4" fmla="*/ 0 w 36"/>
                <a:gd name="T5" fmla="*/ 7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0" y="14"/>
                  </a:moveTo>
                  <a:cubicBezTo>
                    <a:pt x="0" y="14"/>
                    <a:pt x="11" y="31"/>
                    <a:pt x="36" y="20"/>
                  </a:cubicBezTo>
                  <a:cubicBezTo>
                    <a:pt x="36" y="20"/>
                    <a:pt x="15" y="0"/>
                    <a:pt x="0" y="1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3" name="Freeform 1764">
              <a:extLst>
                <a:ext uri="{FF2B5EF4-FFF2-40B4-BE49-F238E27FC236}">
                  <a16:creationId xmlns:a16="http://schemas.microsoft.com/office/drawing/2014/main" id="{5594A878-CBC8-4369-A13F-1CB7F8FB4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334"/>
              <a:ext cx="71" cy="69"/>
            </a:xfrm>
            <a:custGeom>
              <a:avLst/>
              <a:gdLst>
                <a:gd name="T0" fmla="*/ 0 w 43"/>
                <a:gd name="T1" fmla="*/ 122 h 39"/>
                <a:gd name="T2" fmla="*/ 193 w 43"/>
                <a:gd name="T3" fmla="*/ 115 h 39"/>
                <a:gd name="T4" fmla="*/ 0 w 43"/>
                <a:gd name="T5" fmla="*/ 1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9">
                  <a:moveTo>
                    <a:pt x="0" y="22"/>
                  </a:moveTo>
                  <a:cubicBezTo>
                    <a:pt x="0" y="22"/>
                    <a:pt x="21" y="39"/>
                    <a:pt x="43" y="21"/>
                  </a:cubicBezTo>
                  <a:cubicBezTo>
                    <a:pt x="43" y="21"/>
                    <a:pt x="19" y="0"/>
                    <a:pt x="0" y="22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4" name="Freeform 1765">
              <a:extLst>
                <a:ext uri="{FF2B5EF4-FFF2-40B4-BE49-F238E27FC236}">
                  <a16:creationId xmlns:a16="http://schemas.microsoft.com/office/drawing/2014/main" id="{1E41F962-382C-41EC-A66F-2D6B627FD6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6" y="2260"/>
              <a:ext cx="940" cy="1000"/>
            </a:xfrm>
            <a:custGeom>
              <a:avLst/>
              <a:gdLst>
                <a:gd name="T0" fmla="*/ 1295 w 567"/>
                <a:gd name="T1" fmla="*/ 0 h 566"/>
                <a:gd name="T2" fmla="*/ 0 w 567"/>
                <a:gd name="T3" fmla="*/ 1560 h 566"/>
                <a:gd name="T4" fmla="*/ 1295 w 567"/>
                <a:gd name="T5" fmla="*/ 3122 h 566"/>
                <a:gd name="T6" fmla="*/ 2583 w 567"/>
                <a:gd name="T7" fmla="*/ 1560 h 566"/>
                <a:gd name="T8" fmla="*/ 1295 w 567"/>
                <a:gd name="T9" fmla="*/ 0 h 566"/>
                <a:gd name="T10" fmla="*/ 1295 w 567"/>
                <a:gd name="T11" fmla="*/ 2940 h 566"/>
                <a:gd name="T12" fmla="*/ 154 w 567"/>
                <a:gd name="T13" fmla="*/ 1560 h 566"/>
                <a:gd name="T14" fmla="*/ 1295 w 567"/>
                <a:gd name="T15" fmla="*/ 180 h 566"/>
                <a:gd name="T16" fmla="*/ 2432 w 567"/>
                <a:gd name="T17" fmla="*/ 1560 h 566"/>
                <a:gd name="T18" fmla="*/ 1295 w 567"/>
                <a:gd name="T19" fmla="*/ 2940 h 5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7" h="566">
                  <a:moveTo>
                    <a:pt x="284" y="0"/>
                  </a:moveTo>
                  <a:cubicBezTo>
                    <a:pt x="127" y="0"/>
                    <a:pt x="0" y="126"/>
                    <a:pt x="0" y="283"/>
                  </a:cubicBezTo>
                  <a:cubicBezTo>
                    <a:pt x="0" y="439"/>
                    <a:pt x="127" y="566"/>
                    <a:pt x="284" y="566"/>
                  </a:cubicBezTo>
                  <a:cubicBezTo>
                    <a:pt x="440" y="566"/>
                    <a:pt x="567" y="439"/>
                    <a:pt x="567" y="283"/>
                  </a:cubicBezTo>
                  <a:cubicBezTo>
                    <a:pt x="567" y="126"/>
                    <a:pt x="440" y="0"/>
                    <a:pt x="284" y="0"/>
                  </a:cubicBezTo>
                  <a:close/>
                  <a:moveTo>
                    <a:pt x="284" y="533"/>
                  </a:moveTo>
                  <a:cubicBezTo>
                    <a:pt x="145" y="533"/>
                    <a:pt x="34" y="421"/>
                    <a:pt x="34" y="283"/>
                  </a:cubicBezTo>
                  <a:cubicBezTo>
                    <a:pt x="34" y="145"/>
                    <a:pt x="145" y="33"/>
                    <a:pt x="284" y="33"/>
                  </a:cubicBezTo>
                  <a:cubicBezTo>
                    <a:pt x="422" y="33"/>
                    <a:pt x="534" y="145"/>
                    <a:pt x="534" y="283"/>
                  </a:cubicBezTo>
                  <a:cubicBezTo>
                    <a:pt x="534" y="421"/>
                    <a:pt x="422" y="533"/>
                    <a:pt x="284" y="533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5" name="Oval 1766">
              <a:extLst>
                <a:ext uri="{FF2B5EF4-FFF2-40B4-BE49-F238E27FC236}">
                  <a16:creationId xmlns:a16="http://schemas.microsoft.com/office/drawing/2014/main" id="{EF7E67EB-BC31-4693-A74B-25C0EE58B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2352"/>
              <a:ext cx="768" cy="818"/>
            </a:xfrm>
            <a:prstGeom prst="ellips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66" name="Freeform 1767">
              <a:extLst>
                <a:ext uri="{FF2B5EF4-FFF2-40B4-BE49-F238E27FC236}">
                  <a16:creationId xmlns:a16="http://schemas.microsoft.com/office/drawing/2014/main" id="{96DF5FEF-A2C3-4084-9847-6E894AC4D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415"/>
              <a:ext cx="153" cy="166"/>
            </a:xfrm>
            <a:custGeom>
              <a:avLst/>
              <a:gdLst>
                <a:gd name="T0" fmla="*/ 422 w 92"/>
                <a:gd name="T1" fmla="*/ 0 h 94"/>
                <a:gd name="T2" fmla="*/ 0 w 92"/>
                <a:gd name="T3" fmla="*/ 517 h 94"/>
                <a:gd name="T4" fmla="*/ 422 w 9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94">
                  <a:moveTo>
                    <a:pt x="92" y="0"/>
                  </a:moveTo>
                  <a:cubicBezTo>
                    <a:pt x="92" y="0"/>
                    <a:pt x="5" y="8"/>
                    <a:pt x="0" y="94"/>
                  </a:cubicBezTo>
                  <a:cubicBezTo>
                    <a:pt x="0" y="94"/>
                    <a:pt x="5" y="23"/>
                    <a:pt x="92" y="0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7" name="Freeform 1768">
              <a:extLst>
                <a:ext uri="{FF2B5EF4-FFF2-40B4-BE49-F238E27FC236}">
                  <a16:creationId xmlns:a16="http://schemas.microsoft.com/office/drawing/2014/main" id="{6B4C62C2-3D28-46A1-8D72-64FBBE3E4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726"/>
              <a:ext cx="12" cy="27"/>
            </a:xfrm>
            <a:custGeom>
              <a:avLst/>
              <a:gdLst>
                <a:gd name="T0" fmla="*/ 21 w 7"/>
                <a:gd name="T1" fmla="*/ 0 h 15"/>
                <a:gd name="T2" fmla="*/ 36 w 7"/>
                <a:gd name="T3" fmla="*/ 45 h 15"/>
                <a:gd name="T4" fmla="*/ 21 w 7"/>
                <a:gd name="T5" fmla="*/ 88 h 15"/>
                <a:gd name="T6" fmla="*/ 0 w 7"/>
                <a:gd name="T7" fmla="*/ 45 h 15"/>
                <a:gd name="T8" fmla="*/ 21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0"/>
                  </a:moveTo>
                  <a:cubicBezTo>
                    <a:pt x="5" y="0"/>
                    <a:pt x="7" y="3"/>
                    <a:pt x="7" y="8"/>
                  </a:cubicBezTo>
                  <a:cubicBezTo>
                    <a:pt x="7" y="12"/>
                    <a:pt x="6" y="15"/>
                    <a:pt x="4" y="15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8" name="Freeform 1769">
              <a:extLst>
                <a:ext uri="{FF2B5EF4-FFF2-40B4-BE49-F238E27FC236}">
                  <a16:creationId xmlns:a16="http://schemas.microsoft.com/office/drawing/2014/main" id="{D273DB96-ED31-4371-A16C-2D861A2BC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668"/>
              <a:ext cx="12" cy="18"/>
            </a:xfrm>
            <a:custGeom>
              <a:avLst/>
              <a:gdLst>
                <a:gd name="T0" fmla="*/ 21 w 7"/>
                <a:gd name="T1" fmla="*/ 0 h 10"/>
                <a:gd name="T2" fmla="*/ 36 w 7"/>
                <a:gd name="T3" fmla="*/ 29 h 10"/>
                <a:gd name="T4" fmla="*/ 15 w 7"/>
                <a:gd name="T5" fmla="*/ 58 h 10"/>
                <a:gd name="T6" fmla="*/ 0 w 7"/>
                <a:gd name="T7" fmla="*/ 29 h 10"/>
                <a:gd name="T8" fmla="*/ 21 w 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cubicBezTo>
                    <a:pt x="6" y="0"/>
                    <a:pt x="7" y="3"/>
                    <a:pt x="7" y="5"/>
                  </a:cubicBezTo>
                  <a:cubicBezTo>
                    <a:pt x="7" y="8"/>
                    <a:pt x="5" y="10"/>
                    <a:pt x="3" y="10"/>
                  </a:cubicBezTo>
                  <a:cubicBezTo>
                    <a:pt x="1" y="10"/>
                    <a:pt x="0" y="7"/>
                    <a:pt x="0" y="5"/>
                  </a:cubicBezTo>
                  <a:cubicBezTo>
                    <a:pt x="1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9" name="Freeform 1770">
              <a:extLst>
                <a:ext uri="{FF2B5EF4-FFF2-40B4-BE49-F238E27FC236}">
                  <a16:creationId xmlns:a16="http://schemas.microsoft.com/office/drawing/2014/main" id="{46AC7BCA-06DE-4ECE-9AA6-2A76751CF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700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20 h 6"/>
                <a:gd name="T4" fmla="*/ 5 w 3"/>
                <a:gd name="T5" fmla="*/ 0 h 6"/>
                <a:gd name="T6" fmla="*/ 13 w 3"/>
                <a:gd name="T7" fmla="*/ 13 h 6"/>
                <a:gd name="T8" fmla="*/ 8 w 3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2" y="6"/>
                    <a:pt x="1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4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0" name="Freeform 1771">
              <a:extLst>
                <a:ext uri="{FF2B5EF4-FFF2-40B4-BE49-F238E27FC236}">
                  <a16:creationId xmlns:a16="http://schemas.microsoft.com/office/drawing/2014/main" id="{83174DAF-2831-461F-BE28-42A1D48C2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659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20 h 6"/>
                <a:gd name="T4" fmla="*/ 5 w 3"/>
                <a:gd name="T5" fmla="*/ 0 h 6"/>
                <a:gd name="T6" fmla="*/ 13 w 3"/>
                <a:gd name="T7" fmla="*/ 13 h 6"/>
                <a:gd name="T8" fmla="*/ 8 w 3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1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1" name="Freeform 1772">
              <a:extLst>
                <a:ext uri="{FF2B5EF4-FFF2-40B4-BE49-F238E27FC236}">
                  <a16:creationId xmlns:a16="http://schemas.microsoft.com/office/drawing/2014/main" id="{E22588AB-0C40-4D3D-9543-2EF35CA00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539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20 h 6"/>
                <a:gd name="T4" fmla="*/ 5 w 3"/>
                <a:gd name="T5" fmla="*/ 0 h 6"/>
                <a:gd name="T6" fmla="*/ 13 w 3"/>
                <a:gd name="T7" fmla="*/ 20 h 6"/>
                <a:gd name="T8" fmla="*/ 8 w 3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1" y="5"/>
                    <a:pt x="0" y="3"/>
                  </a:cubicBezTo>
                  <a:cubicBezTo>
                    <a:pt x="0" y="2"/>
                    <a:pt x="0" y="0"/>
                    <a:pt x="1" y="0"/>
                  </a:cubicBezTo>
                  <a:cubicBezTo>
                    <a:pt x="1" y="0"/>
                    <a:pt x="2" y="1"/>
                    <a:pt x="3" y="3"/>
                  </a:cubicBezTo>
                  <a:cubicBezTo>
                    <a:pt x="3" y="4"/>
                    <a:pt x="3" y="6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2" name="Freeform 1773">
              <a:extLst>
                <a:ext uri="{FF2B5EF4-FFF2-40B4-BE49-F238E27FC236}">
                  <a16:creationId xmlns:a16="http://schemas.microsoft.com/office/drawing/2014/main" id="{F2B95342-1770-4BEF-9BF0-EDB3329CD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594"/>
              <a:ext cx="13" cy="23"/>
            </a:xfrm>
            <a:custGeom>
              <a:avLst/>
              <a:gdLst>
                <a:gd name="T0" fmla="*/ 29 w 8"/>
                <a:gd name="T1" fmla="*/ 65 h 13"/>
                <a:gd name="T2" fmla="*/ 8 w 8"/>
                <a:gd name="T3" fmla="*/ 37 h 13"/>
                <a:gd name="T4" fmla="*/ 5 w 8"/>
                <a:gd name="T5" fmla="*/ 0 h 13"/>
                <a:gd name="T6" fmla="*/ 26 w 8"/>
                <a:gd name="T7" fmla="*/ 28 h 13"/>
                <a:gd name="T8" fmla="*/ 29 w 8"/>
                <a:gd name="T9" fmla="*/ 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7" y="12"/>
                  </a:moveTo>
                  <a:cubicBezTo>
                    <a:pt x="6" y="13"/>
                    <a:pt x="3" y="10"/>
                    <a:pt x="2" y="7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4" y="2"/>
                    <a:pt x="6" y="5"/>
                  </a:cubicBezTo>
                  <a:cubicBezTo>
                    <a:pt x="7" y="9"/>
                    <a:pt x="8" y="12"/>
                    <a:pt x="7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3" name="Freeform 1774">
              <a:extLst>
                <a:ext uri="{FF2B5EF4-FFF2-40B4-BE49-F238E27FC236}">
                  <a16:creationId xmlns:a16="http://schemas.microsoft.com/office/drawing/2014/main" id="{685AFF13-B313-4C61-80A1-1DF9E283E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497"/>
              <a:ext cx="18" cy="21"/>
            </a:xfrm>
            <a:custGeom>
              <a:avLst/>
              <a:gdLst>
                <a:gd name="T0" fmla="*/ 43 w 11"/>
                <a:gd name="T1" fmla="*/ 65 h 12"/>
                <a:gd name="T2" fmla="*/ 13 w 11"/>
                <a:gd name="T3" fmla="*/ 44 h 12"/>
                <a:gd name="T4" fmla="*/ 5 w 11"/>
                <a:gd name="T5" fmla="*/ 7 h 12"/>
                <a:gd name="T6" fmla="*/ 29 w 11"/>
                <a:gd name="T7" fmla="*/ 28 h 12"/>
                <a:gd name="T8" fmla="*/ 43 w 11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10" y="12"/>
                  </a:moveTo>
                  <a:cubicBezTo>
                    <a:pt x="8" y="12"/>
                    <a:pt x="6" y="11"/>
                    <a:pt x="3" y="8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5" y="2"/>
                    <a:pt x="7" y="5"/>
                  </a:cubicBezTo>
                  <a:cubicBezTo>
                    <a:pt x="10" y="8"/>
                    <a:pt x="11" y="11"/>
                    <a:pt x="10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4" name="Freeform 1775">
              <a:extLst>
                <a:ext uri="{FF2B5EF4-FFF2-40B4-BE49-F238E27FC236}">
                  <a16:creationId xmlns:a16="http://schemas.microsoft.com/office/drawing/2014/main" id="{D9FC0B0F-613F-4B51-A39B-D37EBFC2B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451"/>
              <a:ext cx="20" cy="19"/>
            </a:xfrm>
            <a:custGeom>
              <a:avLst/>
              <a:gdLst>
                <a:gd name="T0" fmla="*/ 50 w 12"/>
                <a:gd name="T1" fmla="*/ 50 h 11"/>
                <a:gd name="T2" fmla="*/ 20 w 12"/>
                <a:gd name="T3" fmla="*/ 41 h 11"/>
                <a:gd name="T4" fmla="*/ 5 w 12"/>
                <a:gd name="T5" fmla="*/ 5 h 11"/>
                <a:gd name="T6" fmla="*/ 37 w 12"/>
                <a:gd name="T7" fmla="*/ 16 h 11"/>
                <a:gd name="T8" fmla="*/ 50 w 1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1" y="10"/>
                  </a:moveTo>
                  <a:cubicBezTo>
                    <a:pt x="10" y="11"/>
                    <a:pt x="7" y="10"/>
                    <a:pt x="4" y="8"/>
                  </a:cubicBezTo>
                  <a:cubicBezTo>
                    <a:pt x="2" y="5"/>
                    <a:pt x="0" y="2"/>
                    <a:pt x="1" y="1"/>
                  </a:cubicBezTo>
                  <a:cubicBezTo>
                    <a:pt x="2" y="0"/>
                    <a:pt x="5" y="1"/>
                    <a:pt x="8" y="3"/>
                  </a:cubicBezTo>
                  <a:cubicBezTo>
                    <a:pt x="11" y="6"/>
                    <a:pt x="12" y="8"/>
                    <a:pt x="11" y="1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5" name="Freeform 1776">
              <a:extLst>
                <a:ext uri="{FF2B5EF4-FFF2-40B4-BE49-F238E27FC236}">
                  <a16:creationId xmlns:a16="http://schemas.microsoft.com/office/drawing/2014/main" id="{66DEDAFF-4295-4CA1-841C-72D4C4E81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417"/>
              <a:ext cx="18" cy="18"/>
            </a:xfrm>
            <a:custGeom>
              <a:avLst/>
              <a:gdLst>
                <a:gd name="T0" fmla="*/ 43 w 11"/>
                <a:gd name="T1" fmla="*/ 45 h 10"/>
                <a:gd name="T2" fmla="*/ 18 w 11"/>
                <a:gd name="T3" fmla="*/ 41 h 10"/>
                <a:gd name="T4" fmla="*/ 5 w 11"/>
                <a:gd name="T5" fmla="*/ 7 h 10"/>
                <a:gd name="T6" fmla="*/ 29 w 11"/>
                <a:gd name="T7" fmla="*/ 16 h 10"/>
                <a:gd name="T8" fmla="*/ 43 w 11"/>
                <a:gd name="T9" fmla="*/ 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8"/>
                  </a:moveTo>
                  <a:cubicBezTo>
                    <a:pt x="9" y="10"/>
                    <a:pt x="6" y="9"/>
                    <a:pt x="4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1" y="0"/>
                    <a:pt x="4" y="1"/>
                    <a:pt x="7" y="3"/>
                  </a:cubicBezTo>
                  <a:cubicBezTo>
                    <a:pt x="9" y="5"/>
                    <a:pt x="11" y="7"/>
                    <a:pt x="10" y="8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6" name="Freeform 1777">
              <a:extLst>
                <a:ext uri="{FF2B5EF4-FFF2-40B4-BE49-F238E27FC236}">
                  <a16:creationId xmlns:a16="http://schemas.microsoft.com/office/drawing/2014/main" id="{915F57DA-3666-415C-9C73-12E5BEF3E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389"/>
              <a:ext cx="19" cy="12"/>
            </a:xfrm>
            <a:custGeom>
              <a:avLst/>
              <a:gdLst>
                <a:gd name="T0" fmla="*/ 43 w 12"/>
                <a:gd name="T1" fmla="*/ 26 h 7"/>
                <a:gd name="T2" fmla="*/ 21 w 12"/>
                <a:gd name="T3" fmla="*/ 29 h 7"/>
                <a:gd name="T4" fmla="*/ 0 w 12"/>
                <a:gd name="T5" fmla="*/ 5 h 7"/>
                <a:gd name="T6" fmla="*/ 27 w 12"/>
                <a:gd name="T7" fmla="*/ 5 h 7"/>
                <a:gd name="T8" fmla="*/ 43 w 12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1" y="5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5"/>
                    <a:pt x="0" y="3"/>
                    <a:pt x="0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1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7" name="Freeform 1778">
              <a:extLst>
                <a:ext uri="{FF2B5EF4-FFF2-40B4-BE49-F238E27FC236}">
                  <a16:creationId xmlns:a16="http://schemas.microsoft.com/office/drawing/2014/main" id="{0F917F65-993E-4AC0-AC50-E2B4BE4A1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369"/>
              <a:ext cx="20" cy="13"/>
            </a:xfrm>
            <a:custGeom>
              <a:avLst/>
              <a:gdLst>
                <a:gd name="T0" fmla="*/ 55 w 12"/>
                <a:gd name="T1" fmla="*/ 32 h 7"/>
                <a:gd name="T2" fmla="*/ 22 w 12"/>
                <a:gd name="T3" fmla="*/ 37 h 7"/>
                <a:gd name="T4" fmla="*/ 5 w 12"/>
                <a:gd name="T5" fmla="*/ 7 h 7"/>
                <a:gd name="T6" fmla="*/ 33 w 12"/>
                <a:gd name="T7" fmla="*/ 7 h 7"/>
                <a:gd name="T8" fmla="*/ 55 w 12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5"/>
                  </a:moveTo>
                  <a:cubicBezTo>
                    <a:pt x="11" y="7"/>
                    <a:pt x="9" y="7"/>
                    <a:pt x="5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8" name="Freeform 1779">
              <a:extLst>
                <a:ext uri="{FF2B5EF4-FFF2-40B4-BE49-F238E27FC236}">
                  <a16:creationId xmlns:a16="http://schemas.microsoft.com/office/drawing/2014/main" id="{5BEEFD69-EB8F-4320-BD04-FFD90822B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362"/>
              <a:ext cx="20" cy="14"/>
            </a:xfrm>
            <a:custGeom>
              <a:avLst/>
              <a:gdLst>
                <a:gd name="T0" fmla="*/ 55 w 12"/>
                <a:gd name="T1" fmla="*/ 21 h 8"/>
                <a:gd name="T2" fmla="*/ 28 w 12"/>
                <a:gd name="T3" fmla="*/ 44 h 8"/>
                <a:gd name="T4" fmla="*/ 0 w 12"/>
                <a:gd name="T5" fmla="*/ 28 h 8"/>
                <a:gd name="T6" fmla="*/ 28 w 12"/>
                <a:gd name="T7" fmla="*/ 7 h 8"/>
                <a:gd name="T8" fmla="*/ 55 w 12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2" y="4"/>
                  </a:moveTo>
                  <a:cubicBezTo>
                    <a:pt x="12" y="6"/>
                    <a:pt x="10" y="8"/>
                    <a:pt x="6" y="8"/>
                  </a:cubicBezTo>
                  <a:cubicBezTo>
                    <a:pt x="3" y="8"/>
                    <a:pt x="0" y="7"/>
                    <a:pt x="0" y="5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9" name="Freeform 1780">
              <a:extLst>
                <a:ext uri="{FF2B5EF4-FFF2-40B4-BE49-F238E27FC236}">
                  <a16:creationId xmlns:a16="http://schemas.microsoft.com/office/drawing/2014/main" id="{45ECB5DC-11AD-4F1F-883C-938AB1FF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378"/>
              <a:ext cx="28" cy="16"/>
            </a:xfrm>
            <a:custGeom>
              <a:avLst/>
              <a:gdLst>
                <a:gd name="T0" fmla="*/ 71 w 17"/>
                <a:gd name="T1" fmla="*/ 16 h 9"/>
                <a:gd name="T2" fmla="*/ 41 w 17"/>
                <a:gd name="T3" fmla="*/ 44 h 9"/>
                <a:gd name="T4" fmla="*/ 0 w 17"/>
                <a:gd name="T5" fmla="*/ 37 h 9"/>
                <a:gd name="T6" fmla="*/ 33 w 17"/>
                <a:gd name="T7" fmla="*/ 7 h 9"/>
                <a:gd name="T8" fmla="*/ 71 w 17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5"/>
                    <a:pt x="14" y="7"/>
                    <a:pt x="9" y="8"/>
                  </a:cubicBezTo>
                  <a:cubicBezTo>
                    <a:pt x="5" y="9"/>
                    <a:pt x="1" y="9"/>
                    <a:pt x="0" y="7"/>
                  </a:cubicBez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0" name="Freeform 1781">
              <a:extLst>
                <a:ext uri="{FF2B5EF4-FFF2-40B4-BE49-F238E27FC236}">
                  <a16:creationId xmlns:a16="http://schemas.microsoft.com/office/drawing/2014/main" id="{A6E745BF-1962-4D14-9106-167DDDA6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428"/>
              <a:ext cx="23" cy="17"/>
            </a:xfrm>
            <a:custGeom>
              <a:avLst/>
              <a:gdLst>
                <a:gd name="T0" fmla="*/ 58 w 14"/>
                <a:gd name="T1" fmla="*/ 5 h 10"/>
                <a:gd name="T2" fmla="*/ 41 w 14"/>
                <a:gd name="T3" fmla="*/ 34 h 10"/>
                <a:gd name="T4" fmla="*/ 5 w 14"/>
                <a:gd name="T5" fmla="*/ 44 h 10"/>
                <a:gd name="T6" fmla="*/ 21 w 14"/>
                <a:gd name="T7" fmla="*/ 9 h 10"/>
                <a:gd name="T8" fmla="*/ 58 w 14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3" y="1"/>
                  </a:moveTo>
                  <a:cubicBezTo>
                    <a:pt x="14" y="3"/>
                    <a:pt x="12" y="5"/>
                    <a:pt x="9" y="7"/>
                  </a:cubicBezTo>
                  <a:cubicBezTo>
                    <a:pt x="6" y="9"/>
                    <a:pt x="2" y="10"/>
                    <a:pt x="1" y="9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9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1" name="Freeform 1782">
              <a:extLst>
                <a:ext uri="{FF2B5EF4-FFF2-40B4-BE49-F238E27FC236}">
                  <a16:creationId xmlns:a16="http://schemas.microsoft.com/office/drawing/2014/main" id="{7A282601-EB36-47C0-8447-D5FBEB9DB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479"/>
              <a:ext cx="17" cy="19"/>
            </a:xfrm>
            <a:custGeom>
              <a:avLst/>
              <a:gdLst>
                <a:gd name="T0" fmla="*/ 44 w 10"/>
                <a:gd name="T1" fmla="*/ 5 h 11"/>
                <a:gd name="T2" fmla="*/ 34 w 10"/>
                <a:gd name="T3" fmla="*/ 36 h 11"/>
                <a:gd name="T4" fmla="*/ 5 w 10"/>
                <a:gd name="T5" fmla="*/ 50 h 11"/>
                <a:gd name="T6" fmla="*/ 15 w 10"/>
                <a:gd name="T7" fmla="*/ 21 h 11"/>
                <a:gd name="T8" fmla="*/ 44 w 10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1"/>
                  </a:moveTo>
                  <a:cubicBezTo>
                    <a:pt x="10" y="2"/>
                    <a:pt x="9" y="5"/>
                    <a:pt x="7" y="7"/>
                  </a:cubicBezTo>
                  <a:cubicBezTo>
                    <a:pt x="5" y="10"/>
                    <a:pt x="2" y="11"/>
                    <a:pt x="1" y="10"/>
                  </a:cubicBezTo>
                  <a:cubicBezTo>
                    <a:pt x="0" y="9"/>
                    <a:pt x="1" y="6"/>
                    <a:pt x="3" y="4"/>
                  </a:cubicBezTo>
                  <a:cubicBezTo>
                    <a:pt x="5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2" name="Freeform 1783">
              <a:extLst>
                <a:ext uri="{FF2B5EF4-FFF2-40B4-BE49-F238E27FC236}">
                  <a16:creationId xmlns:a16="http://schemas.microsoft.com/office/drawing/2014/main" id="{27248740-FCDB-4A76-BED5-F4F4DC5BC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521"/>
              <a:ext cx="15" cy="16"/>
            </a:xfrm>
            <a:custGeom>
              <a:avLst/>
              <a:gdLst>
                <a:gd name="T0" fmla="*/ 37 w 9"/>
                <a:gd name="T1" fmla="*/ 7 h 9"/>
                <a:gd name="T2" fmla="*/ 28 w 9"/>
                <a:gd name="T3" fmla="*/ 36 h 9"/>
                <a:gd name="T4" fmla="*/ 5 w 9"/>
                <a:gd name="T5" fmla="*/ 44 h 9"/>
                <a:gd name="T6" fmla="*/ 13 w 9"/>
                <a:gd name="T7" fmla="*/ 16 h 9"/>
                <a:gd name="T8" fmla="*/ 37 w 9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1"/>
                  </a:moveTo>
                  <a:cubicBezTo>
                    <a:pt x="9" y="1"/>
                    <a:pt x="8" y="4"/>
                    <a:pt x="6" y="6"/>
                  </a:cubicBezTo>
                  <a:cubicBezTo>
                    <a:pt x="4" y="8"/>
                    <a:pt x="2" y="9"/>
                    <a:pt x="1" y="8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3" name="Freeform 1784">
              <a:extLst>
                <a:ext uri="{FF2B5EF4-FFF2-40B4-BE49-F238E27FC236}">
                  <a16:creationId xmlns:a16="http://schemas.microsoft.com/office/drawing/2014/main" id="{788C892D-13D4-4F69-9FAB-81C311FCD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596"/>
              <a:ext cx="16" cy="30"/>
            </a:xfrm>
            <a:custGeom>
              <a:avLst/>
              <a:gdLst>
                <a:gd name="T0" fmla="*/ 29 w 10"/>
                <a:gd name="T1" fmla="*/ 7 h 17"/>
                <a:gd name="T2" fmla="*/ 35 w 10"/>
                <a:gd name="T3" fmla="*/ 56 h 17"/>
                <a:gd name="T4" fmla="*/ 13 w 10"/>
                <a:gd name="T5" fmla="*/ 86 h 17"/>
                <a:gd name="T6" fmla="*/ 5 w 10"/>
                <a:gd name="T7" fmla="*/ 37 h 17"/>
                <a:gd name="T8" fmla="*/ 29 w 10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7">
                  <a:moveTo>
                    <a:pt x="7" y="1"/>
                  </a:moveTo>
                  <a:cubicBezTo>
                    <a:pt x="9" y="1"/>
                    <a:pt x="10" y="5"/>
                    <a:pt x="9" y="10"/>
                  </a:cubicBezTo>
                  <a:cubicBezTo>
                    <a:pt x="8" y="14"/>
                    <a:pt x="5" y="17"/>
                    <a:pt x="3" y="16"/>
                  </a:cubicBezTo>
                  <a:cubicBezTo>
                    <a:pt x="1" y="16"/>
                    <a:pt x="0" y="12"/>
                    <a:pt x="1" y="7"/>
                  </a:cubicBezTo>
                  <a:cubicBezTo>
                    <a:pt x="2" y="3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4" name="Freeform 1785">
              <a:extLst>
                <a:ext uri="{FF2B5EF4-FFF2-40B4-BE49-F238E27FC236}">
                  <a16:creationId xmlns:a16="http://schemas.microsoft.com/office/drawing/2014/main" id="{6571EA4A-73EA-4C99-BB6C-413796DAD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668"/>
              <a:ext cx="765" cy="508"/>
            </a:xfrm>
            <a:custGeom>
              <a:avLst/>
              <a:gdLst>
                <a:gd name="T0" fmla="*/ 1813 w 462"/>
                <a:gd name="T1" fmla="*/ 1115 h 287"/>
                <a:gd name="T2" fmla="*/ 1571 w 462"/>
                <a:gd name="T3" fmla="*/ 1342 h 287"/>
                <a:gd name="T4" fmla="*/ 1288 w 462"/>
                <a:gd name="T5" fmla="*/ 1505 h 287"/>
                <a:gd name="T6" fmla="*/ 1141 w 462"/>
                <a:gd name="T7" fmla="*/ 1492 h 287"/>
                <a:gd name="T8" fmla="*/ 1003 w 462"/>
                <a:gd name="T9" fmla="*/ 1535 h 287"/>
                <a:gd name="T10" fmla="*/ 561 w 462"/>
                <a:gd name="T11" fmla="*/ 1388 h 287"/>
                <a:gd name="T12" fmla="*/ 285 w 462"/>
                <a:gd name="T13" fmla="*/ 1138 h 287"/>
                <a:gd name="T14" fmla="*/ 109 w 462"/>
                <a:gd name="T15" fmla="*/ 727 h 287"/>
                <a:gd name="T16" fmla="*/ 50 w 462"/>
                <a:gd name="T17" fmla="*/ 517 h 287"/>
                <a:gd name="T18" fmla="*/ 13 w 462"/>
                <a:gd name="T19" fmla="*/ 326 h 287"/>
                <a:gd name="T20" fmla="*/ 180 w 462"/>
                <a:gd name="T21" fmla="*/ 395 h 287"/>
                <a:gd name="T22" fmla="*/ 291 w 462"/>
                <a:gd name="T23" fmla="*/ 301 h 287"/>
                <a:gd name="T24" fmla="*/ 498 w 462"/>
                <a:gd name="T25" fmla="*/ 188 h 287"/>
                <a:gd name="T26" fmla="*/ 664 w 462"/>
                <a:gd name="T27" fmla="*/ 89 h 287"/>
                <a:gd name="T28" fmla="*/ 886 w 462"/>
                <a:gd name="T29" fmla="*/ 7 h 287"/>
                <a:gd name="T30" fmla="*/ 1176 w 462"/>
                <a:gd name="T31" fmla="*/ 0 h 287"/>
                <a:gd name="T32" fmla="*/ 1358 w 462"/>
                <a:gd name="T33" fmla="*/ 73 h 287"/>
                <a:gd name="T34" fmla="*/ 1643 w 462"/>
                <a:gd name="T35" fmla="*/ 204 h 287"/>
                <a:gd name="T36" fmla="*/ 1840 w 462"/>
                <a:gd name="T37" fmla="*/ 345 h 287"/>
                <a:gd name="T38" fmla="*/ 2062 w 462"/>
                <a:gd name="T39" fmla="*/ 345 h 287"/>
                <a:gd name="T40" fmla="*/ 2028 w 462"/>
                <a:gd name="T41" fmla="*/ 533 h 287"/>
                <a:gd name="T42" fmla="*/ 1813 w 462"/>
                <a:gd name="T43" fmla="*/ 1115 h 2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2" h="287">
                  <a:moveTo>
                    <a:pt x="399" y="201"/>
                  </a:moveTo>
                  <a:cubicBezTo>
                    <a:pt x="386" y="228"/>
                    <a:pt x="346" y="242"/>
                    <a:pt x="346" y="242"/>
                  </a:cubicBezTo>
                  <a:cubicBezTo>
                    <a:pt x="340" y="260"/>
                    <a:pt x="284" y="271"/>
                    <a:pt x="284" y="271"/>
                  </a:cubicBezTo>
                  <a:cubicBezTo>
                    <a:pt x="274" y="283"/>
                    <a:pt x="251" y="269"/>
                    <a:pt x="251" y="269"/>
                  </a:cubicBezTo>
                  <a:cubicBezTo>
                    <a:pt x="247" y="285"/>
                    <a:pt x="221" y="277"/>
                    <a:pt x="221" y="277"/>
                  </a:cubicBezTo>
                  <a:cubicBezTo>
                    <a:pt x="194" y="287"/>
                    <a:pt x="124" y="250"/>
                    <a:pt x="124" y="250"/>
                  </a:cubicBezTo>
                  <a:cubicBezTo>
                    <a:pt x="107" y="251"/>
                    <a:pt x="63" y="205"/>
                    <a:pt x="63" y="205"/>
                  </a:cubicBezTo>
                  <a:cubicBezTo>
                    <a:pt x="63" y="205"/>
                    <a:pt x="8" y="139"/>
                    <a:pt x="24" y="131"/>
                  </a:cubicBezTo>
                  <a:cubicBezTo>
                    <a:pt x="24" y="131"/>
                    <a:pt x="0" y="105"/>
                    <a:pt x="11" y="93"/>
                  </a:cubicBezTo>
                  <a:cubicBezTo>
                    <a:pt x="11" y="93"/>
                    <a:pt x="0" y="65"/>
                    <a:pt x="3" y="59"/>
                  </a:cubicBezTo>
                  <a:cubicBezTo>
                    <a:pt x="3" y="59"/>
                    <a:pt x="20" y="83"/>
                    <a:pt x="40" y="71"/>
                  </a:cubicBezTo>
                  <a:cubicBezTo>
                    <a:pt x="60" y="59"/>
                    <a:pt x="64" y="54"/>
                    <a:pt x="64" y="54"/>
                  </a:cubicBezTo>
                  <a:cubicBezTo>
                    <a:pt x="64" y="54"/>
                    <a:pt x="106" y="54"/>
                    <a:pt x="110" y="34"/>
                  </a:cubicBezTo>
                  <a:cubicBezTo>
                    <a:pt x="110" y="34"/>
                    <a:pt x="148" y="34"/>
                    <a:pt x="146" y="16"/>
                  </a:cubicBezTo>
                  <a:cubicBezTo>
                    <a:pt x="146" y="16"/>
                    <a:pt x="190" y="19"/>
                    <a:pt x="195" y="1"/>
                  </a:cubicBezTo>
                  <a:cubicBezTo>
                    <a:pt x="195" y="1"/>
                    <a:pt x="246" y="27"/>
                    <a:pt x="259" y="0"/>
                  </a:cubicBezTo>
                  <a:cubicBezTo>
                    <a:pt x="259" y="0"/>
                    <a:pt x="282" y="26"/>
                    <a:pt x="299" y="13"/>
                  </a:cubicBezTo>
                  <a:cubicBezTo>
                    <a:pt x="299" y="13"/>
                    <a:pt x="333" y="51"/>
                    <a:pt x="362" y="37"/>
                  </a:cubicBezTo>
                  <a:cubicBezTo>
                    <a:pt x="362" y="37"/>
                    <a:pt x="380" y="71"/>
                    <a:pt x="405" y="62"/>
                  </a:cubicBezTo>
                  <a:cubicBezTo>
                    <a:pt x="405" y="62"/>
                    <a:pt x="442" y="96"/>
                    <a:pt x="454" y="62"/>
                  </a:cubicBezTo>
                  <a:cubicBezTo>
                    <a:pt x="454" y="62"/>
                    <a:pt x="462" y="77"/>
                    <a:pt x="447" y="96"/>
                  </a:cubicBezTo>
                  <a:cubicBezTo>
                    <a:pt x="447" y="96"/>
                    <a:pt x="446" y="154"/>
                    <a:pt x="399" y="201"/>
                  </a:cubicBezTo>
                  <a:close/>
                </a:path>
              </a:pathLst>
            </a:custGeom>
            <a:solidFill>
              <a:srgbClr val="F6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5" name="Freeform 1786">
              <a:extLst>
                <a:ext uri="{FF2B5EF4-FFF2-40B4-BE49-F238E27FC236}">
                  <a16:creationId xmlns:a16="http://schemas.microsoft.com/office/drawing/2014/main" id="{E81C16E1-99E2-4EB2-8476-F8CA9967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735"/>
              <a:ext cx="85" cy="76"/>
            </a:xfrm>
            <a:custGeom>
              <a:avLst/>
              <a:gdLst>
                <a:gd name="T0" fmla="*/ 0 w 51"/>
                <a:gd name="T1" fmla="*/ 131 h 43"/>
                <a:gd name="T2" fmla="*/ 237 w 51"/>
                <a:gd name="T3" fmla="*/ 57 h 43"/>
                <a:gd name="T4" fmla="*/ 0 w 51"/>
                <a:gd name="T5" fmla="*/ 13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3">
                  <a:moveTo>
                    <a:pt x="0" y="24"/>
                  </a:moveTo>
                  <a:cubicBezTo>
                    <a:pt x="0" y="24"/>
                    <a:pt x="30" y="0"/>
                    <a:pt x="51" y="10"/>
                  </a:cubicBezTo>
                  <a:cubicBezTo>
                    <a:pt x="51" y="10"/>
                    <a:pt x="23" y="43"/>
                    <a:pt x="0" y="2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6" name="Freeform 1787">
              <a:extLst>
                <a:ext uri="{FF2B5EF4-FFF2-40B4-BE49-F238E27FC236}">
                  <a16:creationId xmlns:a16="http://schemas.microsoft.com/office/drawing/2014/main" id="{784429EC-A688-4DFB-B4CF-7441FDC72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702"/>
              <a:ext cx="78" cy="62"/>
            </a:xfrm>
            <a:custGeom>
              <a:avLst/>
              <a:gdLst>
                <a:gd name="T0" fmla="*/ 214 w 47"/>
                <a:gd name="T1" fmla="*/ 34 h 35"/>
                <a:gd name="T2" fmla="*/ 0 w 47"/>
                <a:gd name="T3" fmla="*/ 159 h 35"/>
                <a:gd name="T4" fmla="*/ 214 w 47"/>
                <a:gd name="T5" fmla="*/ 3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47" y="6"/>
                  </a:moveTo>
                  <a:cubicBezTo>
                    <a:pt x="47" y="6"/>
                    <a:pt x="9" y="0"/>
                    <a:pt x="0" y="29"/>
                  </a:cubicBezTo>
                  <a:cubicBezTo>
                    <a:pt x="0" y="29"/>
                    <a:pt x="31" y="35"/>
                    <a:pt x="47" y="6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7" name="Freeform 1788">
              <a:extLst>
                <a:ext uri="{FF2B5EF4-FFF2-40B4-BE49-F238E27FC236}">
                  <a16:creationId xmlns:a16="http://schemas.microsoft.com/office/drawing/2014/main" id="{8C183934-44E2-471C-91E4-88EC5DB92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661"/>
              <a:ext cx="58" cy="69"/>
            </a:xfrm>
            <a:custGeom>
              <a:avLst/>
              <a:gdLst>
                <a:gd name="T0" fmla="*/ 154 w 35"/>
                <a:gd name="T1" fmla="*/ 73 h 39"/>
                <a:gd name="T2" fmla="*/ 0 w 35"/>
                <a:gd name="T3" fmla="*/ 159 h 39"/>
                <a:gd name="T4" fmla="*/ 154 w 35"/>
                <a:gd name="T5" fmla="*/ 7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9">
                  <a:moveTo>
                    <a:pt x="34" y="13"/>
                  </a:moveTo>
                  <a:cubicBezTo>
                    <a:pt x="34" y="13"/>
                    <a:pt x="3" y="0"/>
                    <a:pt x="0" y="29"/>
                  </a:cubicBezTo>
                  <a:cubicBezTo>
                    <a:pt x="0" y="29"/>
                    <a:pt x="35" y="39"/>
                    <a:pt x="34" y="1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8" name="Freeform 1789">
              <a:extLst>
                <a:ext uri="{FF2B5EF4-FFF2-40B4-BE49-F238E27FC236}">
                  <a16:creationId xmlns:a16="http://schemas.microsoft.com/office/drawing/2014/main" id="{6B31D4D5-4144-4535-830A-FA12524D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647"/>
              <a:ext cx="86" cy="56"/>
            </a:xfrm>
            <a:custGeom>
              <a:avLst/>
              <a:gdLst>
                <a:gd name="T0" fmla="*/ 235 w 52"/>
                <a:gd name="T1" fmla="*/ 33 h 32"/>
                <a:gd name="T2" fmla="*/ 0 w 52"/>
                <a:gd name="T3" fmla="*/ 114 h 32"/>
                <a:gd name="T4" fmla="*/ 235 w 52"/>
                <a:gd name="T5" fmla="*/ 3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2">
                  <a:moveTo>
                    <a:pt x="52" y="6"/>
                  </a:moveTo>
                  <a:cubicBezTo>
                    <a:pt x="52" y="6"/>
                    <a:pt x="16" y="0"/>
                    <a:pt x="0" y="21"/>
                  </a:cubicBezTo>
                  <a:cubicBezTo>
                    <a:pt x="0" y="21"/>
                    <a:pt x="34" y="32"/>
                    <a:pt x="52" y="6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9" name="Freeform 1790">
              <a:extLst>
                <a:ext uri="{FF2B5EF4-FFF2-40B4-BE49-F238E27FC236}">
                  <a16:creationId xmlns:a16="http://schemas.microsoft.com/office/drawing/2014/main" id="{D4569C66-6DA9-4C57-AFE9-11B4DC8C4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626"/>
              <a:ext cx="111" cy="83"/>
            </a:xfrm>
            <a:custGeom>
              <a:avLst/>
              <a:gdLst>
                <a:gd name="T0" fmla="*/ 305 w 67"/>
                <a:gd name="T1" fmla="*/ 101 h 47"/>
                <a:gd name="T2" fmla="*/ 0 w 67"/>
                <a:gd name="T3" fmla="*/ 101 h 47"/>
                <a:gd name="T4" fmla="*/ 305 w 67"/>
                <a:gd name="T5" fmla="*/ 10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7">
                  <a:moveTo>
                    <a:pt x="67" y="18"/>
                  </a:moveTo>
                  <a:cubicBezTo>
                    <a:pt x="67" y="18"/>
                    <a:pt x="31" y="0"/>
                    <a:pt x="0" y="18"/>
                  </a:cubicBezTo>
                  <a:cubicBezTo>
                    <a:pt x="0" y="18"/>
                    <a:pt x="32" y="47"/>
                    <a:pt x="67" y="18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0" name="Freeform 1791">
              <a:extLst>
                <a:ext uri="{FF2B5EF4-FFF2-40B4-BE49-F238E27FC236}">
                  <a16:creationId xmlns:a16="http://schemas.microsoft.com/office/drawing/2014/main" id="{9B37D029-472D-44A7-9A64-51420D80B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636"/>
              <a:ext cx="68" cy="67"/>
            </a:xfrm>
            <a:custGeom>
              <a:avLst/>
              <a:gdLst>
                <a:gd name="T0" fmla="*/ 187 w 41"/>
                <a:gd name="T1" fmla="*/ 122 h 38"/>
                <a:gd name="T2" fmla="*/ 0 w 41"/>
                <a:gd name="T3" fmla="*/ 65 h 38"/>
                <a:gd name="T4" fmla="*/ 187 w 41"/>
                <a:gd name="T5" fmla="*/ 12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8">
                  <a:moveTo>
                    <a:pt x="41" y="22"/>
                  </a:moveTo>
                  <a:cubicBezTo>
                    <a:pt x="41" y="22"/>
                    <a:pt x="27" y="0"/>
                    <a:pt x="0" y="12"/>
                  </a:cubicBezTo>
                  <a:cubicBezTo>
                    <a:pt x="0" y="12"/>
                    <a:pt x="20" y="38"/>
                    <a:pt x="41" y="2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1" name="Freeform 1792">
              <a:extLst>
                <a:ext uri="{FF2B5EF4-FFF2-40B4-BE49-F238E27FC236}">
                  <a16:creationId xmlns:a16="http://schemas.microsoft.com/office/drawing/2014/main" id="{B5369849-B86B-4265-9969-A43E16515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665"/>
              <a:ext cx="104" cy="63"/>
            </a:xfrm>
            <a:custGeom>
              <a:avLst/>
              <a:gdLst>
                <a:gd name="T0" fmla="*/ 284 w 63"/>
                <a:gd name="T1" fmla="*/ 179 h 36"/>
                <a:gd name="T2" fmla="*/ 0 w 63"/>
                <a:gd name="T3" fmla="*/ 33 h 36"/>
                <a:gd name="T4" fmla="*/ 284 w 63"/>
                <a:gd name="T5" fmla="*/ 17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6">
                  <a:moveTo>
                    <a:pt x="63" y="33"/>
                  </a:moveTo>
                  <a:cubicBezTo>
                    <a:pt x="63" y="33"/>
                    <a:pt x="48" y="0"/>
                    <a:pt x="0" y="6"/>
                  </a:cubicBezTo>
                  <a:cubicBezTo>
                    <a:pt x="0" y="6"/>
                    <a:pt x="13" y="36"/>
                    <a:pt x="63" y="3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2" name="Freeform 1793">
              <a:extLst>
                <a:ext uri="{FF2B5EF4-FFF2-40B4-BE49-F238E27FC236}">
                  <a16:creationId xmlns:a16="http://schemas.microsoft.com/office/drawing/2014/main" id="{29215380-BAB5-4922-8789-E2447AC26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703"/>
              <a:ext cx="72" cy="80"/>
            </a:xfrm>
            <a:custGeom>
              <a:avLst/>
              <a:gdLst>
                <a:gd name="T0" fmla="*/ 196 w 43"/>
                <a:gd name="T1" fmla="*/ 190 h 45"/>
                <a:gd name="T2" fmla="*/ 0 w 43"/>
                <a:gd name="T3" fmla="*/ 64 h 45"/>
                <a:gd name="T4" fmla="*/ 196 w 43"/>
                <a:gd name="T5" fmla="*/ 19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5">
                  <a:moveTo>
                    <a:pt x="42" y="34"/>
                  </a:moveTo>
                  <a:cubicBezTo>
                    <a:pt x="42" y="34"/>
                    <a:pt x="43" y="0"/>
                    <a:pt x="0" y="11"/>
                  </a:cubicBezTo>
                  <a:cubicBezTo>
                    <a:pt x="0" y="11"/>
                    <a:pt x="13" y="45"/>
                    <a:pt x="42" y="3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3" name="Freeform 1794">
              <a:extLst>
                <a:ext uri="{FF2B5EF4-FFF2-40B4-BE49-F238E27FC236}">
                  <a16:creationId xmlns:a16="http://schemas.microsoft.com/office/drawing/2014/main" id="{57D776AD-4EF7-418D-841E-DB1BFB50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734"/>
              <a:ext cx="66" cy="91"/>
            </a:xfrm>
            <a:custGeom>
              <a:avLst/>
              <a:gdLst>
                <a:gd name="T0" fmla="*/ 180 w 40"/>
                <a:gd name="T1" fmla="*/ 119 h 52"/>
                <a:gd name="T2" fmla="*/ 0 w 40"/>
                <a:gd name="T3" fmla="*/ 93 h 52"/>
                <a:gd name="T4" fmla="*/ 180 w 40"/>
                <a:gd name="T5" fmla="*/ 11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2">
                  <a:moveTo>
                    <a:pt x="40" y="22"/>
                  </a:moveTo>
                  <a:cubicBezTo>
                    <a:pt x="40" y="22"/>
                    <a:pt x="26" y="0"/>
                    <a:pt x="0" y="17"/>
                  </a:cubicBezTo>
                  <a:cubicBezTo>
                    <a:pt x="0" y="17"/>
                    <a:pt x="33" y="52"/>
                    <a:pt x="40" y="2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4" name="Freeform 1795">
              <a:extLst>
                <a:ext uri="{FF2B5EF4-FFF2-40B4-BE49-F238E27FC236}">
                  <a16:creationId xmlns:a16="http://schemas.microsoft.com/office/drawing/2014/main" id="{2F6A8C9D-286A-4905-95A9-BE412F843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723"/>
              <a:ext cx="41" cy="49"/>
            </a:xfrm>
            <a:custGeom>
              <a:avLst/>
              <a:gdLst>
                <a:gd name="T0" fmla="*/ 56 w 25"/>
                <a:gd name="T1" fmla="*/ 0 h 28"/>
                <a:gd name="T2" fmla="*/ 56 w 25"/>
                <a:gd name="T3" fmla="*/ 151 h 28"/>
                <a:gd name="T4" fmla="*/ 56 w 2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13" y="0"/>
                  </a:moveTo>
                  <a:cubicBezTo>
                    <a:pt x="13" y="0"/>
                    <a:pt x="0" y="13"/>
                    <a:pt x="13" y="28"/>
                  </a:cubicBezTo>
                  <a:cubicBezTo>
                    <a:pt x="13" y="28"/>
                    <a:pt x="25" y="19"/>
                    <a:pt x="13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5" name="Freeform 1796">
              <a:extLst>
                <a:ext uri="{FF2B5EF4-FFF2-40B4-BE49-F238E27FC236}">
                  <a16:creationId xmlns:a16="http://schemas.microsoft.com/office/drawing/2014/main" id="{4D8B08D7-7135-4FF5-A73A-41824F1D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762"/>
              <a:ext cx="29" cy="21"/>
            </a:xfrm>
            <a:custGeom>
              <a:avLst/>
              <a:gdLst>
                <a:gd name="T0" fmla="*/ 84 w 17"/>
                <a:gd name="T1" fmla="*/ 21 h 12"/>
                <a:gd name="T2" fmla="*/ 49 w 17"/>
                <a:gd name="T3" fmla="*/ 58 h 12"/>
                <a:gd name="T4" fmla="*/ 5 w 17"/>
                <a:gd name="T5" fmla="*/ 37 h 12"/>
                <a:gd name="T6" fmla="*/ 41 w 17"/>
                <a:gd name="T7" fmla="*/ 7 h 12"/>
                <a:gd name="T8" fmla="*/ 84 w 17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7" y="4"/>
                  </a:moveTo>
                  <a:cubicBezTo>
                    <a:pt x="17" y="7"/>
                    <a:pt x="14" y="10"/>
                    <a:pt x="10" y="11"/>
                  </a:cubicBezTo>
                  <a:cubicBezTo>
                    <a:pt x="5" y="12"/>
                    <a:pt x="1" y="10"/>
                    <a:pt x="1" y="7"/>
                  </a:cubicBezTo>
                  <a:cubicBezTo>
                    <a:pt x="0" y="5"/>
                    <a:pt x="3" y="2"/>
                    <a:pt x="8" y="1"/>
                  </a:cubicBezTo>
                  <a:cubicBezTo>
                    <a:pt x="12" y="0"/>
                    <a:pt x="16" y="1"/>
                    <a:pt x="17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6" name="Freeform 1797">
              <a:extLst>
                <a:ext uri="{FF2B5EF4-FFF2-40B4-BE49-F238E27FC236}">
                  <a16:creationId xmlns:a16="http://schemas.microsoft.com/office/drawing/2014/main" id="{36BA82F3-5632-4BCA-BEC3-32DFB85F3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719"/>
              <a:ext cx="28" cy="23"/>
            </a:xfrm>
            <a:custGeom>
              <a:avLst/>
              <a:gdLst>
                <a:gd name="T0" fmla="*/ 68 w 17"/>
                <a:gd name="T1" fmla="*/ 12 h 13"/>
                <a:gd name="T2" fmla="*/ 49 w 17"/>
                <a:gd name="T3" fmla="*/ 60 h 13"/>
                <a:gd name="T4" fmla="*/ 5 w 17"/>
                <a:gd name="T5" fmla="*/ 60 h 13"/>
                <a:gd name="T6" fmla="*/ 26 w 17"/>
                <a:gd name="T7" fmla="*/ 12 h 13"/>
                <a:gd name="T8" fmla="*/ 68 w 17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5" y="2"/>
                  </a:moveTo>
                  <a:cubicBezTo>
                    <a:pt x="17" y="5"/>
                    <a:pt x="15" y="8"/>
                    <a:pt x="11" y="11"/>
                  </a:cubicBezTo>
                  <a:cubicBezTo>
                    <a:pt x="7" y="13"/>
                    <a:pt x="3" y="13"/>
                    <a:pt x="1" y="11"/>
                  </a:cubicBezTo>
                  <a:cubicBezTo>
                    <a:pt x="0" y="9"/>
                    <a:pt x="2" y="5"/>
                    <a:pt x="6" y="2"/>
                  </a:cubicBezTo>
                  <a:cubicBezTo>
                    <a:pt x="10" y="0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7" name="Freeform 1798">
              <a:extLst>
                <a:ext uri="{FF2B5EF4-FFF2-40B4-BE49-F238E27FC236}">
                  <a16:creationId xmlns:a16="http://schemas.microsoft.com/office/drawing/2014/main" id="{5F75D40E-66A9-4346-9ECB-E1C8897C8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673"/>
              <a:ext cx="29" cy="13"/>
            </a:xfrm>
            <a:custGeom>
              <a:avLst/>
              <a:gdLst>
                <a:gd name="T0" fmla="*/ 78 w 17"/>
                <a:gd name="T1" fmla="*/ 13 h 7"/>
                <a:gd name="T2" fmla="*/ 44 w 17"/>
                <a:gd name="T3" fmla="*/ 37 h 7"/>
                <a:gd name="T4" fmla="*/ 0 w 17"/>
                <a:gd name="T5" fmla="*/ 32 h 7"/>
                <a:gd name="T6" fmla="*/ 41 w 17"/>
                <a:gd name="T7" fmla="*/ 7 h 7"/>
                <a:gd name="T8" fmla="*/ 78 w 17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16" y="2"/>
                  </a:moveTo>
                  <a:cubicBezTo>
                    <a:pt x="17" y="3"/>
                    <a:pt x="13" y="5"/>
                    <a:pt x="9" y="6"/>
                  </a:cubicBezTo>
                  <a:cubicBezTo>
                    <a:pt x="5" y="7"/>
                    <a:pt x="1" y="6"/>
                    <a:pt x="0" y="5"/>
                  </a:cubicBezTo>
                  <a:cubicBezTo>
                    <a:pt x="0" y="4"/>
                    <a:pt x="3" y="2"/>
                    <a:pt x="8" y="1"/>
                  </a:cubicBezTo>
                  <a:cubicBezTo>
                    <a:pt x="12" y="0"/>
                    <a:pt x="16" y="0"/>
                    <a:pt x="16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8" name="Freeform 1799">
              <a:extLst>
                <a:ext uri="{FF2B5EF4-FFF2-40B4-BE49-F238E27FC236}">
                  <a16:creationId xmlns:a16="http://schemas.microsoft.com/office/drawing/2014/main" id="{5951091C-A481-4512-9ECC-9B5AC0C08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650"/>
              <a:ext cx="35" cy="23"/>
            </a:xfrm>
            <a:custGeom>
              <a:avLst/>
              <a:gdLst>
                <a:gd name="T0" fmla="*/ 97 w 21"/>
                <a:gd name="T1" fmla="*/ 37 h 13"/>
                <a:gd name="T2" fmla="*/ 47 w 21"/>
                <a:gd name="T3" fmla="*/ 65 h 13"/>
                <a:gd name="T4" fmla="*/ 0 w 21"/>
                <a:gd name="T5" fmla="*/ 34 h 13"/>
                <a:gd name="T6" fmla="*/ 50 w 21"/>
                <a:gd name="T7" fmla="*/ 0 h 13"/>
                <a:gd name="T8" fmla="*/ 97 w 21"/>
                <a:gd name="T9" fmla="*/ 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3">
                  <a:moveTo>
                    <a:pt x="21" y="7"/>
                  </a:moveTo>
                  <a:cubicBezTo>
                    <a:pt x="21" y="10"/>
                    <a:pt x="16" y="13"/>
                    <a:pt x="10" y="12"/>
                  </a:cubicBezTo>
                  <a:cubicBezTo>
                    <a:pt x="5" y="12"/>
                    <a:pt x="0" y="9"/>
                    <a:pt x="0" y="6"/>
                  </a:cubicBezTo>
                  <a:cubicBezTo>
                    <a:pt x="0" y="2"/>
                    <a:pt x="5" y="0"/>
                    <a:pt x="11" y="0"/>
                  </a:cubicBezTo>
                  <a:cubicBezTo>
                    <a:pt x="17" y="0"/>
                    <a:pt x="21" y="3"/>
                    <a:pt x="21" y="7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9" name="Freeform 1800">
              <a:extLst>
                <a:ext uri="{FF2B5EF4-FFF2-40B4-BE49-F238E27FC236}">
                  <a16:creationId xmlns:a16="http://schemas.microsoft.com/office/drawing/2014/main" id="{B0B7A2A4-A4A6-422C-8AFC-2DF8BC851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654"/>
              <a:ext cx="27" cy="21"/>
            </a:xfrm>
            <a:custGeom>
              <a:avLst/>
              <a:gdLst>
                <a:gd name="T0" fmla="*/ 71 w 16"/>
                <a:gd name="T1" fmla="*/ 49 h 12"/>
                <a:gd name="T2" fmla="*/ 29 w 16"/>
                <a:gd name="T3" fmla="*/ 56 h 12"/>
                <a:gd name="T4" fmla="*/ 5 w 16"/>
                <a:gd name="T5" fmla="*/ 16 h 12"/>
                <a:gd name="T6" fmla="*/ 49 w 16"/>
                <a:gd name="T7" fmla="*/ 7 h 12"/>
                <a:gd name="T8" fmla="*/ 71 w 16"/>
                <a:gd name="T9" fmla="*/ 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15" y="9"/>
                  </a:moveTo>
                  <a:cubicBezTo>
                    <a:pt x="14" y="11"/>
                    <a:pt x="10" y="12"/>
                    <a:pt x="6" y="10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2" y="0"/>
                    <a:pt x="6" y="0"/>
                    <a:pt x="10" y="1"/>
                  </a:cubicBezTo>
                  <a:cubicBezTo>
                    <a:pt x="14" y="3"/>
                    <a:pt x="16" y="7"/>
                    <a:pt x="15" y="9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0" name="Freeform 1801">
              <a:extLst>
                <a:ext uri="{FF2B5EF4-FFF2-40B4-BE49-F238E27FC236}">
                  <a16:creationId xmlns:a16="http://schemas.microsoft.com/office/drawing/2014/main" id="{EC8324DE-DDCD-4D88-AC1D-F69CDDE8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689"/>
              <a:ext cx="28" cy="22"/>
            </a:xfrm>
            <a:custGeom>
              <a:avLst/>
              <a:gdLst>
                <a:gd name="T0" fmla="*/ 71 w 17"/>
                <a:gd name="T1" fmla="*/ 57 h 12"/>
                <a:gd name="T2" fmla="*/ 26 w 17"/>
                <a:gd name="T3" fmla="*/ 61 h 12"/>
                <a:gd name="T4" fmla="*/ 5 w 17"/>
                <a:gd name="T5" fmla="*/ 20 h 12"/>
                <a:gd name="T6" fmla="*/ 43 w 17"/>
                <a:gd name="T7" fmla="*/ 13 h 12"/>
                <a:gd name="T8" fmla="*/ 71 w 17"/>
                <a:gd name="T9" fmla="*/ 5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6" y="9"/>
                  </a:moveTo>
                  <a:cubicBezTo>
                    <a:pt x="14" y="12"/>
                    <a:pt x="10" y="12"/>
                    <a:pt x="6" y="10"/>
                  </a:cubicBezTo>
                  <a:cubicBezTo>
                    <a:pt x="2" y="9"/>
                    <a:pt x="0" y="5"/>
                    <a:pt x="1" y="3"/>
                  </a:cubicBezTo>
                  <a:cubicBezTo>
                    <a:pt x="2" y="1"/>
                    <a:pt x="6" y="0"/>
                    <a:pt x="10" y="2"/>
                  </a:cubicBezTo>
                  <a:cubicBezTo>
                    <a:pt x="14" y="4"/>
                    <a:pt x="17" y="7"/>
                    <a:pt x="16" y="9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1" name="Freeform 1802">
              <a:extLst>
                <a:ext uri="{FF2B5EF4-FFF2-40B4-BE49-F238E27FC236}">
                  <a16:creationId xmlns:a16="http://schemas.microsoft.com/office/drawing/2014/main" id="{02342C44-3381-4351-8CB5-335E7D109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728"/>
              <a:ext cx="28" cy="21"/>
            </a:xfrm>
            <a:custGeom>
              <a:avLst/>
              <a:gdLst>
                <a:gd name="T0" fmla="*/ 71 w 17"/>
                <a:gd name="T1" fmla="*/ 56 h 12"/>
                <a:gd name="T2" fmla="*/ 33 w 17"/>
                <a:gd name="T3" fmla="*/ 58 h 12"/>
                <a:gd name="T4" fmla="*/ 5 w 17"/>
                <a:gd name="T5" fmla="*/ 16 h 12"/>
                <a:gd name="T6" fmla="*/ 49 w 17"/>
                <a:gd name="T7" fmla="*/ 12 h 12"/>
                <a:gd name="T8" fmla="*/ 71 w 17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6" y="10"/>
                  </a:moveTo>
                  <a:cubicBezTo>
                    <a:pt x="15" y="12"/>
                    <a:pt x="11" y="12"/>
                    <a:pt x="7" y="11"/>
                  </a:cubicBezTo>
                  <a:cubicBezTo>
                    <a:pt x="3" y="9"/>
                    <a:pt x="0" y="6"/>
                    <a:pt x="1" y="3"/>
                  </a:cubicBezTo>
                  <a:cubicBezTo>
                    <a:pt x="3" y="1"/>
                    <a:pt x="7" y="0"/>
                    <a:pt x="11" y="2"/>
                  </a:cubicBezTo>
                  <a:cubicBezTo>
                    <a:pt x="15" y="4"/>
                    <a:pt x="17" y="7"/>
                    <a:pt x="16" y="1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2" name="Freeform 1803">
              <a:extLst>
                <a:ext uri="{FF2B5EF4-FFF2-40B4-BE49-F238E27FC236}">
                  <a16:creationId xmlns:a16="http://schemas.microsoft.com/office/drawing/2014/main" id="{4C1D64FE-9D12-484C-9638-1430B6492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767"/>
              <a:ext cx="21" cy="20"/>
            </a:xfrm>
            <a:custGeom>
              <a:avLst/>
              <a:gdLst>
                <a:gd name="T0" fmla="*/ 50 w 13"/>
                <a:gd name="T1" fmla="*/ 49 h 11"/>
                <a:gd name="T2" fmla="*/ 21 w 13"/>
                <a:gd name="T3" fmla="*/ 60 h 11"/>
                <a:gd name="T4" fmla="*/ 5 w 13"/>
                <a:gd name="T5" fmla="*/ 16 h 11"/>
                <a:gd name="T6" fmla="*/ 39 w 13"/>
                <a:gd name="T7" fmla="*/ 7 h 11"/>
                <a:gd name="T8" fmla="*/ 50 w 13"/>
                <a:gd name="T9" fmla="*/ 4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8"/>
                  </a:moveTo>
                  <a:cubicBezTo>
                    <a:pt x="11" y="10"/>
                    <a:pt x="8" y="11"/>
                    <a:pt x="5" y="10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2" y="1"/>
                    <a:pt x="6" y="0"/>
                    <a:pt x="9" y="1"/>
                  </a:cubicBezTo>
                  <a:cubicBezTo>
                    <a:pt x="12" y="2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3" name="Freeform 1804">
              <a:extLst>
                <a:ext uri="{FF2B5EF4-FFF2-40B4-BE49-F238E27FC236}">
                  <a16:creationId xmlns:a16="http://schemas.microsoft.com/office/drawing/2014/main" id="{9F7ECF88-E723-45CB-8AC7-4DE605D9F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742"/>
              <a:ext cx="14" cy="18"/>
            </a:xfrm>
            <a:custGeom>
              <a:avLst/>
              <a:gdLst>
                <a:gd name="T0" fmla="*/ 37 w 8"/>
                <a:gd name="T1" fmla="*/ 36 h 10"/>
                <a:gd name="T2" fmla="*/ 12 w 8"/>
                <a:gd name="T3" fmla="*/ 52 h 10"/>
                <a:gd name="T4" fmla="*/ 7 w 8"/>
                <a:gd name="T5" fmla="*/ 16 h 10"/>
                <a:gd name="T6" fmla="*/ 33 w 8"/>
                <a:gd name="T7" fmla="*/ 0 h 10"/>
                <a:gd name="T8" fmla="*/ 37 w 8"/>
                <a:gd name="T9" fmla="*/ 3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7" y="6"/>
                  </a:moveTo>
                  <a:cubicBezTo>
                    <a:pt x="6" y="8"/>
                    <a:pt x="4" y="10"/>
                    <a:pt x="2" y="9"/>
                  </a:cubicBezTo>
                  <a:cubicBezTo>
                    <a:pt x="1" y="8"/>
                    <a:pt x="0" y="6"/>
                    <a:pt x="1" y="3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8" y="1"/>
                    <a:pt x="8" y="3"/>
                    <a:pt x="7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4" name="Freeform 1805">
              <a:extLst>
                <a:ext uri="{FF2B5EF4-FFF2-40B4-BE49-F238E27FC236}">
                  <a16:creationId xmlns:a16="http://schemas.microsoft.com/office/drawing/2014/main" id="{C4C44B81-5C18-4D38-8BF3-62A2EAA2E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693"/>
              <a:ext cx="19" cy="12"/>
            </a:xfrm>
            <a:custGeom>
              <a:avLst/>
              <a:gdLst>
                <a:gd name="T0" fmla="*/ 48 w 12"/>
                <a:gd name="T1" fmla="*/ 15 h 7"/>
                <a:gd name="T2" fmla="*/ 25 w 12"/>
                <a:gd name="T3" fmla="*/ 36 h 7"/>
                <a:gd name="T4" fmla="*/ 0 w 12"/>
                <a:gd name="T5" fmla="*/ 21 h 7"/>
                <a:gd name="T6" fmla="*/ 25 w 12"/>
                <a:gd name="T7" fmla="*/ 0 h 7"/>
                <a:gd name="T8" fmla="*/ 48 w 12"/>
                <a:gd name="T9" fmla="*/ 1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12" y="5"/>
                    <a:pt x="10" y="7"/>
                    <a:pt x="6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2" y="1"/>
                    <a:pt x="12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5" name="Freeform 1806">
              <a:extLst>
                <a:ext uri="{FF2B5EF4-FFF2-40B4-BE49-F238E27FC236}">
                  <a16:creationId xmlns:a16="http://schemas.microsoft.com/office/drawing/2014/main" id="{7F67C310-65C0-4B8F-844D-7CF7F3C73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737"/>
              <a:ext cx="83" cy="74"/>
            </a:xfrm>
            <a:custGeom>
              <a:avLst/>
              <a:gdLst>
                <a:gd name="T0" fmla="*/ 0 w 50"/>
                <a:gd name="T1" fmla="*/ 130 h 42"/>
                <a:gd name="T2" fmla="*/ 229 w 50"/>
                <a:gd name="T3" fmla="*/ 49 h 42"/>
                <a:gd name="T4" fmla="*/ 0 w 50"/>
                <a:gd name="T5" fmla="*/ 13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2">
                  <a:moveTo>
                    <a:pt x="0" y="24"/>
                  </a:moveTo>
                  <a:cubicBezTo>
                    <a:pt x="0" y="24"/>
                    <a:pt x="30" y="0"/>
                    <a:pt x="50" y="9"/>
                  </a:cubicBezTo>
                  <a:cubicBezTo>
                    <a:pt x="50" y="9"/>
                    <a:pt x="22" y="42"/>
                    <a:pt x="0" y="2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6" name="Freeform 1807">
              <a:extLst>
                <a:ext uri="{FF2B5EF4-FFF2-40B4-BE49-F238E27FC236}">
                  <a16:creationId xmlns:a16="http://schemas.microsoft.com/office/drawing/2014/main" id="{7A2683F0-AA3E-44F6-B990-331DE53D1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703"/>
              <a:ext cx="78" cy="62"/>
            </a:xfrm>
            <a:custGeom>
              <a:avLst/>
              <a:gdLst>
                <a:gd name="T0" fmla="*/ 214 w 47"/>
                <a:gd name="T1" fmla="*/ 28 h 35"/>
                <a:gd name="T2" fmla="*/ 0 w 47"/>
                <a:gd name="T3" fmla="*/ 158 h 35"/>
                <a:gd name="T4" fmla="*/ 214 w 47"/>
                <a:gd name="T5" fmla="*/ 2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47" y="5"/>
                  </a:moveTo>
                  <a:cubicBezTo>
                    <a:pt x="47" y="5"/>
                    <a:pt x="10" y="0"/>
                    <a:pt x="0" y="28"/>
                  </a:cubicBezTo>
                  <a:cubicBezTo>
                    <a:pt x="0" y="28"/>
                    <a:pt x="31" y="35"/>
                    <a:pt x="47" y="5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7" name="Freeform 1808">
              <a:extLst>
                <a:ext uri="{FF2B5EF4-FFF2-40B4-BE49-F238E27FC236}">
                  <a16:creationId xmlns:a16="http://schemas.microsoft.com/office/drawing/2014/main" id="{06948518-C28B-44E2-BA8D-3D553467A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661"/>
              <a:ext cx="58" cy="69"/>
            </a:xfrm>
            <a:custGeom>
              <a:avLst/>
              <a:gdLst>
                <a:gd name="T0" fmla="*/ 154 w 35"/>
                <a:gd name="T1" fmla="*/ 78 h 39"/>
                <a:gd name="T2" fmla="*/ 0 w 35"/>
                <a:gd name="T3" fmla="*/ 159 h 39"/>
                <a:gd name="T4" fmla="*/ 154 w 35"/>
                <a:gd name="T5" fmla="*/ 7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9">
                  <a:moveTo>
                    <a:pt x="34" y="14"/>
                  </a:moveTo>
                  <a:cubicBezTo>
                    <a:pt x="34" y="14"/>
                    <a:pt x="3" y="0"/>
                    <a:pt x="0" y="29"/>
                  </a:cubicBezTo>
                  <a:cubicBezTo>
                    <a:pt x="0" y="29"/>
                    <a:pt x="35" y="39"/>
                    <a:pt x="34" y="1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8" name="Freeform 1809">
              <a:extLst>
                <a:ext uri="{FF2B5EF4-FFF2-40B4-BE49-F238E27FC236}">
                  <a16:creationId xmlns:a16="http://schemas.microsoft.com/office/drawing/2014/main" id="{484463E4-C790-4883-B8C2-6654AD563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647"/>
              <a:ext cx="88" cy="56"/>
            </a:xfrm>
            <a:custGeom>
              <a:avLst/>
              <a:gdLst>
                <a:gd name="T0" fmla="*/ 242 w 53"/>
                <a:gd name="T1" fmla="*/ 37 h 32"/>
                <a:gd name="T2" fmla="*/ 0 w 53"/>
                <a:gd name="T3" fmla="*/ 119 h 32"/>
                <a:gd name="T4" fmla="*/ 242 w 53"/>
                <a:gd name="T5" fmla="*/ 3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2">
                  <a:moveTo>
                    <a:pt x="53" y="7"/>
                  </a:moveTo>
                  <a:cubicBezTo>
                    <a:pt x="53" y="7"/>
                    <a:pt x="16" y="0"/>
                    <a:pt x="0" y="22"/>
                  </a:cubicBezTo>
                  <a:cubicBezTo>
                    <a:pt x="0" y="22"/>
                    <a:pt x="34" y="32"/>
                    <a:pt x="53" y="7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9" name="Freeform 1810">
              <a:extLst>
                <a:ext uri="{FF2B5EF4-FFF2-40B4-BE49-F238E27FC236}">
                  <a16:creationId xmlns:a16="http://schemas.microsoft.com/office/drawing/2014/main" id="{83B66FFB-606F-4C63-AB80-CFA28552D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626"/>
              <a:ext cx="109" cy="83"/>
            </a:xfrm>
            <a:custGeom>
              <a:avLst/>
              <a:gdLst>
                <a:gd name="T0" fmla="*/ 297 w 66"/>
                <a:gd name="T1" fmla="*/ 101 h 47"/>
                <a:gd name="T2" fmla="*/ 0 w 66"/>
                <a:gd name="T3" fmla="*/ 106 h 47"/>
                <a:gd name="T4" fmla="*/ 297 w 66"/>
                <a:gd name="T5" fmla="*/ 10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7">
                  <a:moveTo>
                    <a:pt x="66" y="18"/>
                  </a:moveTo>
                  <a:cubicBezTo>
                    <a:pt x="66" y="18"/>
                    <a:pt x="30" y="0"/>
                    <a:pt x="0" y="19"/>
                  </a:cubicBezTo>
                  <a:cubicBezTo>
                    <a:pt x="0" y="19"/>
                    <a:pt x="31" y="47"/>
                    <a:pt x="66" y="1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0" name="Freeform 1811">
              <a:extLst>
                <a:ext uri="{FF2B5EF4-FFF2-40B4-BE49-F238E27FC236}">
                  <a16:creationId xmlns:a16="http://schemas.microsoft.com/office/drawing/2014/main" id="{C0BF851F-4B8B-4A08-9C81-627D2F447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636"/>
              <a:ext cx="70" cy="67"/>
            </a:xfrm>
            <a:custGeom>
              <a:avLst/>
              <a:gdLst>
                <a:gd name="T0" fmla="*/ 195 w 42"/>
                <a:gd name="T1" fmla="*/ 122 h 38"/>
                <a:gd name="T2" fmla="*/ 0 w 42"/>
                <a:gd name="T3" fmla="*/ 65 h 38"/>
                <a:gd name="T4" fmla="*/ 195 w 42"/>
                <a:gd name="T5" fmla="*/ 12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8">
                  <a:moveTo>
                    <a:pt x="42" y="22"/>
                  </a:moveTo>
                  <a:cubicBezTo>
                    <a:pt x="42" y="22"/>
                    <a:pt x="27" y="0"/>
                    <a:pt x="0" y="12"/>
                  </a:cubicBezTo>
                  <a:cubicBezTo>
                    <a:pt x="0" y="12"/>
                    <a:pt x="21" y="38"/>
                    <a:pt x="42" y="22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1" name="Freeform 1812">
              <a:extLst>
                <a:ext uri="{FF2B5EF4-FFF2-40B4-BE49-F238E27FC236}">
                  <a16:creationId xmlns:a16="http://schemas.microsoft.com/office/drawing/2014/main" id="{DACB0BB6-B4EB-497B-8752-57AFA2AA7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665"/>
              <a:ext cx="103" cy="65"/>
            </a:xfrm>
            <a:custGeom>
              <a:avLst/>
              <a:gdLst>
                <a:gd name="T0" fmla="*/ 284 w 62"/>
                <a:gd name="T1" fmla="*/ 184 h 37"/>
                <a:gd name="T2" fmla="*/ 0 w 62"/>
                <a:gd name="T3" fmla="*/ 33 h 37"/>
                <a:gd name="T4" fmla="*/ 284 w 62"/>
                <a:gd name="T5" fmla="*/ 18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7">
                  <a:moveTo>
                    <a:pt x="62" y="34"/>
                  </a:moveTo>
                  <a:cubicBezTo>
                    <a:pt x="62" y="34"/>
                    <a:pt x="48" y="0"/>
                    <a:pt x="0" y="6"/>
                  </a:cubicBezTo>
                  <a:cubicBezTo>
                    <a:pt x="0" y="6"/>
                    <a:pt x="12" y="37"/>
                    <a:pt x="62" y="3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2" name="Freeform 1813">
              <a:extLst>
                <a:ext uri="{FF2B5EF4-FFF2-40B4-BE49-F238E27FC236}">
                  <a16:creationId xmlns:a16="http://schemas.microsoft.com/office/drawing/2014/main" id="{23210C44-8C3C-47D2-8056-4AA36D7A4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703"/>
              <a:ext cx="73" cy="80"/>
            </a:xfrm>
            <a:custGeom>
              <a:avLst/>
              <a:gdLst>
                <a:gd name="T0" fmla="*/ 192 w 44"/>
                <a:gd name="T1" fmla="*/ 190 h 45"/>
                <a:gd name="T2" fmla="*/ 0 w 44"/>
                <a:gd name="T3" fmla="*/ 66 h 45"/>
                <a:gd name="T4" fmla="*/ 192 w 44"/>
                <a:gd name="T5" fmla="*/ 19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5">
                  <a:moveTo>
                    <a:pt x="42" y="34"/>
                  </a:moveTo>
                  <a:cubicBezTo>
                    <a:pt x="42" y="34"/>
                    <a:pt x="44" y="0"/>
                    <a:pt x="0" y="12"/>
                  </a:cubicBezTo>
                  <a:cubicBezTo>
                    <a:pt x="0" y="12"/>
                    <a:pt x="13" y="45"/>
                    <a:pt x="42" y="3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3" name="Freeform 1814">
              <a:extLst>
                <a:ext uri="{FF2B5EF4-FFF2-40B4-BE49-F238E27FC236}">
                  <a16:creationId xmlns:a16="http://schemas.microsoft.com/office/drawing/2014/main" id="{166BFED2-76BD-4770-AF4E-933FEA0F0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734"/>
              <a:ext cx="67" cy="91"/>
            </a:xfrm>
            <a:custGeom>
              <a:avLst/>
              <a:gdLst>
                <a:gd name="T0" fmla="*/ 188 w 40"/>
                <a:gd name="T1" fmla="*/ 123 h 52"/>
                <a:gd name="T2" fmla="*/ 0 w 40"/>
                <a:gd name="T3" fmla="*/ 93 h 52"/>
                <a:gd name="T4" fmla="*/ 188 w 40"/>
                <a:gd name="T5" fmla="*/ 12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2">
                  <a:moveTo>
                    <a:pt x="40" y="23"/>
                  </a:moveTo>
                  <a:cubicBezTo>
                    <a:pt x="40" y="23"/>
                    <a:pt x="27" y="0"/>
                    <a:pt x="0" y="17"/>
                  </a:cubicBezTo>
                  <a:cubicBezTo>
                    <a:pt x="0" y="17"/>
                    <a:pt x="33" y="52"/>
                    <a:pt x="40" y="23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4" name="Freeform 1815">
              <a:extLst>
                <a:ext uri="{FF2B5EF4-FFF2-40B4-BE49-F238E27FC236}">
                  <a16:creationId xmlns:a16="http://schemas.microsoft.com/office/drawing/2014/main" id="{6A0A0992-0760-4B35-8F11-05B2E8F8C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723"/>
              <a:ext cx="41" cy="51"/>
            </a:xfrm>
            <a:custGeom>
              <a:avLst/>
              <a:gdLst>
                <a:gd name="T0" fmla="*/ 56 w 25"/>
                <a:gd name="T1" fmla="*/ 0 h 29"/>
                <a:gd name="T2" fmla="*/ 54 w 25"/>
                <a:gd name="T3" fmla="*/ 158 h 29"/>
                <a:gd name="T4" fmla="*/ 56 w 2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13" y="0"/>
                  </a:moveTo>
                  <a:cubicBezTo>
                    <a:pt x="13" y="0"/>
                    <a:pt x="0" y="13"/>
                    <a:pt x="12" y="29"/>
                  </a:cubicBezTo>
                  <a:cubicBezTo>
                    <a:pt x="12" y="29"/>
                    <a:pt x="25" y="19"/>
                    <a:pt x="13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5" name="Freeform 1816">
              <a:extLst>
                <a:ext uri="{FF2B5EF4-FFF2-40B4-BE49-F238E27FC236}">
                  <a16:creationId xmlns:a16="http://schemas.microsoft.com/office/drawing/2014/main" id="{C9E22894-EA01-4B4C-BCD3-FF77A1F9EE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4" y="2668"/>
              <a:ext cx="765" cy="508"/>
            </a:xfrm>
            <a:custGeom>
              <a:avLst/>
              <a:gdLst>
                <a:gd name="T0" fmla="*/ 2062 w 462"/>
                <a:gd name="T1" fmla="*/ 345 h 287"/>
                <a:gd name="T2" fmla="*/ 1840 w 462"/>
                <a:gd name="T3" fmla="*/ 345 h 287"/>
                <a:gd name="T4" fmla="*/ 1643 w 462"/>
                <a:gd name="T5" fmla="*/ 204 h 287"/>
                <a:gd name="T6" fmla="*/ 1358 w 462"/>
                <a:gd name="T7" fmla="*/ 73 h 287"/>
                <a:gd name="T8" fmla="*/ 1176 w 462"/>
                <a:gd name="T9" fmla="*/ 0 h 287"/>
                <a:gd name="T10" fmla="*/ 886 w 462"/>
                <a:gd name="T11" fmla="*/ 7 h 287"/>
                <a:gd name="T12" fmla="*/ 664 w 462"/>
                <a:gd name="T13" fmla="*/ 89 h 287"/>
                <a:gd name="T14" fmla="*/ 498 w 462"/>
                <a:gd name="T15" fmla="*/ 188 h 287"/>
                <a:gd name="T16" fmla="*/ 291 w 462"/>
                <a:gd name="T17" fmla="*/ 301 h 287"/>
                <a:gd name="T18" fmla="*/ 180 w 462"/>
                <a:gd name="T19" fmla="*/ 395 h 287"/>
                <a:gd name="T20" fmla="*/ 13 w 462"/>
                <a:gd name="T21" fmla="*/ 326 h 287"/>
                <a:gd name="T22" fmla="*/ 50 w 462"/>
                <a:gd name="T23" fmla="*/ 517 h 287"/>
                <a:gd name="T24" fmla="*/ 109 w 462"/>
                <a:gd name="T25" fmla="*/ 720 h 287"/>
                <a:gd name="T26" fmla="*/ 285 w 462"/>
                <a:gd name="T27" fmla="*/ 1138 h 287"/>
                <a:gd name="T28" fmla="*/ 561 w 462"/>
                <a:gd name="T29" fmla="*/ 1388 h 287"/>
                <a:gd name="T30" fmla="*/ 1003 w 462"/>
                <a:gd name="T31" fmla="*/ 1535 h 287"/>
                <a:gd name="T32" fmla="*/ 1141 w 462"/>
                <a:gd name="T33" fmla="*/ 1492 h 287"/>
                <a:gd name="T34" fmla="*/ 1288 w 462"/>
                <a:gd name="T35" fmla="*/ 1505 h 287"/>
                <a:gd name="T36" fmla="*/ 1571 w 462"/>
                <a:gd name="T37" fmla="*/ 1342 h 287"/>
                <a:gd name="T38" fmla="*/ 1813 w 462"/>
                <a:gd name="T39" fmla="*/ 1115 h 287"/>
                <a:gd name="T40" fmla="*/ 2028 w 462"/>
                <a:gd name="T41" fmla="*/ 533 h 287"/>
                <a:gd name="T42" fmla="*/ 2062 w 462"/>
                <a:gd name="T43" fmla="*/ 345 h 287"/>
                <a:gd name="T44" fmla="*/ 1621 w 462"/>
                <a:gd name="T45" fmla="*/ 1115 h 287"/>
                <a:gd name="T46" fmla="*/ 1391 w 462"/>
                <a:gd name="T47" fmla="*/ 1241 h 287"/>
                <a:gd name="T48" fmla="*/ 1071 w 462"/>
                <a:gd name="T49" fmla="*/ 1342 h 287"/>
                <a:gd name="T50" fmla="*/ 628 w 462"/>
                <a:gd name="T51" fmla="*/ 977 h 287"/>
                <a:gd name="T52" fmla="*/ 414 w 462"/>
                <a:gd name="T53" fmla="*/ 850 h 287"/>
                <a:gd name="T54" fmla="*/ 417 w 462"/>
                <a:gd name="T55" fmla="*/ 620 h 287"/>
                <a:gd name="T56" fmla="*/ 844 w 462"/>
                <a:gd name="T57" fmla="*/ 338 h 287"/>
                <a:gd name="T58" fmla="*/ 1136 w 462"/>
                <a:gd name="T59" fmla="*/ 432 h 287"/>
                <a:gd name="T60" fmla="*/ 1379 w 462"/>
                <a:gd name="T61" fmla="*/ 416 h 287"/>
                <a:gd name="T62" fmla="*/ 1788 w 462"/>
                <a:gd name="T63" fmla="*/ 589 h 287"/>
                <a:gd name="T64" fmla="*/ 1788 w 462"/>
                <a:gd name="T65" fmla="*/ 589 h 287"/>
                <a:gd name="T66" fmla="*/ 1621 w 462"/>
                <a:gd name="T67" fmla="*/ 1115 h 2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62" h="287">
                  <a:moveTo>
                    <a:pt x="454" y="62"/>
                  </a:moveTo>
                  <a:cubicBezTo>
                    <a:pt x="442" y="96"/>
                    <a:pt x="405" y="62"/>
                    <a:pt x="405" y="62"/>
                  </a:cubicBezTo>
                  <a:cubicBezTo>
                    <a:pt x="380" y="71"/>
                    <a:pt x="362" y="37"/>
                    <a:pt x="362" y="37"/>
                  </a:cubicBezTo>
                  <a:cubicBezTo>
                    <a:pt x="333" y="51"/>
                    <a:pt x="299" y="13"/>
                    <a:pt x="299" y="13"/>
                  </a:cubicBezTo>
                  <a:cubicBezTo>
                    <a:pt x="282" y="26"/>
                    <a:pt x="259" y="0"/>
                    <a:pt x="259" y="0"/>
                  </a:cubicBezTo>
                  <a:cubicBezTo>
                    <a:pt x="246" y="27"/>
                    <a:pt x="195" y="1"/>
                    <a:pt x="195" y="1"/>
                  </a:cubicBezTo>
                  <a:cubicBezTo>
                    <a:pt x="190" y="19"/>
                    <a:pt x="146" y="16"/>
                    <a:pt x="146" y="16"/>
                  </a:cubicBezTo>
                  <a:cubicBezTo>
                    <a:pt x="148" y="34"/>
                    <a:pt x="110" y="34"/>
                    <a:pt x="110" y="34"/>
                  </a:cubicBezTo>
                  <a:cubicBezTo>
                    <a:pt x="106" y="54"/>
                    <a:pt x="64" y="54"/>
                    <a:pt x="64" y="54"/>
                  </a:cubicBezTo>
                  <a:cubicBezTo>
                    <a:pt x="64" y="54"/>
                    <a:pt x="60" y="59"/>
                    <a:pt x="40" y="71"/>
                  </a:cubicBezTo>
                  <a:cubicBezTo>
                    <a:pt x="20" y="83"/>
                    <a:pt x="3" y="59"/>
                    <a:pt x="3" y="59"/>
                  </a:cubicBezTo>
                  <a:cubicBezTo>
                    <a:pt x="0" y="64"/>
                    <a:pt x="11" y="93"/>
                    <a:pt x="11" y="93"/>
                  </a:cubicBezTo>
                  <a:cubicBezTo>
                    <a:pt x="0" y="105"/>
                    <a:pt x="24" y="130"/>
                    <a:pt x="24" y="130"/>
                  </a:cubicBezTo>
                  <a:cubicBezTo>
                    <a:pt x="8" y="139"/>
                    <a:pt x="63" y="205"/>
                    <a:pt x="63" y="205"/>
                  </a:cubicBezTo>
                  <a:cubicBezTo>
                    <a:pt x="63" y="205"/>
                    <a:pt x="107" y="251"/>
                    <a:pt x="124" y="250"/>
                  </a:cubicBezTo>
                  <a:cubicBezTo>
                    <a:pt x="124" y="250"/>
                    <a:pt x="194" y="287"/>
                    <a:pt x="221" y="277"/>
                  </a:cubicBezTo>
                  <a:cubicBezTo>
                    <a:pt x="221" y="277"/>
                    <a:pt x="247" y="285"/>
                    <a:pt x="251" y="269"/>
                  </a:cubicBezTo>
                  <a:cubicBezTo>
                    <a:pt x="251" y="269"/>
                    <a:pt x="274" y="283"/>
                    <a:pt x="284" y="271"/>
                  </a:cubicBezTo>
                  <a:cubicBezTo>
                    <a:pt x="284" y="271"/>
                    <a:pt x="340" y="260"/>
                    <a:pt x="346" y="242"/>
                  </a:cubicBezTo>
                  <a:cubicBezTo>
                    <a:pt x="346" y="242"/>
                    <a:pt x="386" y="228"/>
                    <a:pt x="399" y="201"/>
                  </a:cubicBezTo>
                  <a:cubicBezTo>
                    <a:pt x="446" y="154"/>
                    <a:pt x="447" y="96"/>
                    <a:pt x="447" y="96"/>
                  </a:cubicBezTo>
                  <a:cubicBezTo>
                    <a:pt x="462" y="77"/>
                    <a:pt x="454" y="62"/>
                    <a:pt x="454" y="62"/>
                  </a:cubicBezTo>
                  <a:close/>
                  <a:moveTo>
                    <a:pt x="357" y="201"/>
                  </a:moveTo>
                  <a:cubicBezTo>
                    <a:pt x="341" y="215"/>
                    <a:pt x="327" y="220"/>
                    <a:pt x="306" y="224"/>
                  </a:cubicBezTo>
                  <a:cubicBezTo>
                    <a:pt x="283" y="228"/>
                    <a:pt x="259" y="242"/>
                    <a:pt x="236" y="242"/>
                  </a:cubicBezTo>
                  <a:cubicBezTo>
                    <a:pt x="184" y="244"/>
                    <a:pt x="178" y="192"/>
                    <a:pt x="138" y="176"/>
                  </a:cubicBezTo>
                  <a:cubicBezTo>
                    <a:pt x="118" y="168"/>
                    <a:pt x="106" y="172"/>
                    <a:pt x="91" y="153"/>
                  </a:cubicBezTo>
                  <a:cubicBezTo>
                    <a:pt x="77" y="136"/>
                    <a:pt x="73" y="126"/>
                    <a:pt x="92" y="112"/>
                  </a:cubicBezTo>
                  <a:cubicBezTo>
                    <a:pt x="118" y="93"/>
                    <a:pt x="152" y="59"/>
                    <a:pt x="186" y="61"/>
                  </a:cubicBezTo>
                  <a:cubicBezTo>
                    <a:pt x="208" y="62"/>
                    <a:pt x="228" y="75"/>
                    <a:pt x="250" y="78"/>
                  </a:cubicBezTo>
                  <a:cubicBezTo>
                    <a:pt x="268" y="80"/>
                    <a:pt x="286" y="72"/>
                    <a:pt x="304" y="75"/>
                  </a:cubicBezTo>
                  <a:cubicBezTo>
                    <a:pt x="338" y="80"/>
                    <a:pt x="359" y="117"/>
                    <a:pt x="394" y="106"/>
                  </a:cubicBezTo>
                  <a:cubicBezTo>
                    <a:pt x="394" y="106"/>
                    <a:pt x="394" y="106"/>
                    <a:pt x="394" y="106"/>
                  </a:cubicBezTo>
                  <a:cubicBezTo>
                    <a:pt x="447" y="125"/>
                    <a:pt x="377" y="184"/>
                    <a:pt x="357" y="201"/>
                  </a:cubicBezTo>
                  <a:close/>
                </a:path>
              </a:pathLst>
            </a:custGeom>
            <a:solidFill>
              <a:srgbClr val="F4C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6" name="Freeform 1817">
              <a:extLst>
                <a:ext uri="{FF2B5EF4-FFF2-40B4-BE49-F238E27FC236}">
                  <a16:creationId xmlns:a16="http://schemas.microsoft.com/office/drawing/2014/main" id="{1CBFFD2A-41CF-4E55-B10F-9D2BE3DB5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825"/>
              <a:ext cx="125" cy="119"/>
            </a:xfrm>
            <a:custGeom>
              <a:avLst/>
              <a:gdLst>
                <a:gd name="T0" fmla="*/ 175 w 75"/>
                <a:gd name="T1" fmla="*/ 37 h 67"/>
                <a:gd name="T2" fmla="*/ 88 w 75"/>
                <a:gd name="T3" fmla="*/ 123 h 67"/>
                <a:gd name="T4" fmla="*/ 5 w 75"/>
                <a:gd name="T5" fmla="*/ 240 h 67"/>
                <a:gd name="T6" fmla="*/ 245 w 75"/>
                <a:gd name="T7" fmla="*/ 337 h 67"/>
                <a:gd name="T8" fmla="*/ 305 w 75"/>
                <a:gd name="T9" fmla="*/ 186 h 67"/>
                <a:gd name="T10" fmla="*/ 320 w 75"/>
                <a:gd name="T11" fmla="*/ 50 h 67"/>
                <a:gd name="T12" fmla="*/ 180 w 75"/>
                <a:gd name="T13" fmla="*/ 37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67">
                  <a:moveTo>
                    <a:pt x="38" y="7"/>
                  </a:moveTo>
                  <a:cubicBezTo>
                    <a:pt x="30" y="10"/>
                    <a:pt x="26" y="16"/>
                    <a:pt x="19" y="22"/>
                  </a:cubicBezTo>
                  <a:cubicBezTo>
                    <a:pt x="12" y="28"/>
                    <a:pt x="0" y="32"/>
                    <a:pt x="1" y="43"/>
                  </a:cubicBezTo>
                  <a:cubicBezTo>
                    <a:pt x="3" y="58"/>
                    <a:pt x="42" y="67"/>
                    <a:pt x="53" y="60"/>
                  </a:cubicBezTo>
                  <a:cubicBezTo>
                    <a:pt x="61" y="55"/>
                    <a:pt x="62" y="41"/>
                    <a:pt x="66" y="33"/>
                  </a:cubicBezTo>
                  <a:cubicBezTo>
                    <a:pt x="69" y="26"/>
                    <a:pt x="75" y="18"/>
                    <a:pt x="69" y="9"/>
                  </a:cubicBezTo>
                  <a:cubicBezTo>
                    <a:pt x="62" y="0"/>
                    <a:pt x="47" y="5"/>
                    <a:pt x="39" y="7"/>
                  </a:cubicBezTo>
                </a:path>
              </a:pathLst>
            </a:custGeom>
            <a:solidFill>
              <a:srgbClr val="F5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7" name="Freeform 1818">
              <a:extLst>
                <a:ext uri="{FF2B5EF4-FFF2-40B4-BE49-F238E27FC236}">
                  <a16:creationId xmlns:a16="http://schemas.microsoft.com/office/drawing/2014/main" id="{4A5FD12D-6FC8-4322-A19C-5EC827F7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810"/>
              <a:ext cx="114" cy="109"/>
            </a:xfrm>
            <a:custGeom>
              <a:avLst/>
              <a:gdLst>
                <a:gd name="T0" fmla="*/ 50 w 69"/>
                <a:gd name="T1" fmla="*/ 338 h 62"/>
                <a:gd name="T2" fmla="*/ 84 w 69"/>
                <a:gd name="T3" fmla="*/ 93 h 62"/>
                <a:gd name="T4" fmla="*/ 311 w 69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11" y="62"/>
                  </a:moveTo>
                  <a:cubicBezTo>
                    <a:pt x="0" y="47"/>
                    <a:pt x="5" y="26"/>
                    <a:pt x="19" y="17"/>
                  </a:cubicBezTo>
                  <a:cubicBezTo>
                    <a:pt x="34" y="5"/>
                    <a:pt x="50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8" name="Freeform 1819">
              <a:extLst>
                <a:ext uri="{FF2B5EF4-FFF2-40B4-BE49-F238E27FC236}">
                  <a16:creationId xmlns:a16="http://schemas.microsoft.com/office/drawing/2014/main" id="{744986A8-86EB-4178-A23B-8D519E9BC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769"/>
              <a:ext cx="68" cy="51"/>
            </a:xfrm>
            <a:custGeom>
              <a:avLst/>
              <a:gdLst>
                <a:gd name="T0" fmla="*/ 187 w 41"/>
                <a:gd name="T1" fmla="*/ 0 h 29"/>
                <a:gd name="T2" fmla="*/ 60 w 41"/>
                <a:gd name="T3" fmla="*/ 65 h 29"/>
                <a:gd name="T4" fmla="*/ 0 w 41"/>
                <a:gd name="T5" fmla="*/ 15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9">
                  <a:moveTo>
                    <a:pt x="41" y="0"/>
                  </a:moveTo>
                  <a:cubicBezTo>
                    <a:pt x="30" y="2"/>
                    <a:pt x="21" y="5"/>
                    <a:pt x="13" y="12"/>
                  </a:cubicBezTo>
                  <a:cubicBezTo>
                    <a:pt x="6" y="17"/>
                    <a:pt x="4" y="22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9" name="Freeform 1820">
              <a:extLst>
                <a:ext uri="{FF2B5EF4-FFF2-40B4-BE49-F238E27FC236}">
                  <a16:creationId xmlns:a16="http://schemas.microsoft.com/office/drawing/2014/main" id="{9AA26AB5-8412-49A2-B9C2-586D9F4E0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739"/>
              <a:ext cx="171" cy="69"/>
            </a:xfrm>
            <a:custGeom>
              <a:avLst/>
              <a:gdLst>
                <a:gd name="T0" fmla="*/ 0 w 103"/>
                <a:gd name="T1" fmla="*/ 106 h 39"/>
                <a:gd name="T2" fmla="*/ 317 w 103"/>
                <a:gd name="T3" fmla="*/ 28 h 39"/>
                <a:gd name="T4" fmla="*/ 471 w 103"/>
                <a:gd name="T5" fmla="*/ 21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">
                  <a:moveTo>
                    <a:pt x="0" y="19"/>
                  </a:moveTo>
                  <a:cubicBezTo>
                    <a:pt x="18" y="6"/>
                    <a:pt x="48" y="0"/>
                    <a:pt x="69" y="5"/>
                  </a:cubicBezTo>
                  <a:cubicBezTo>
                    <a:pt x="87" y="10"/>
                    <a:pt x="98" y="22"/>
                    <a:pt x="103" y="39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0" name="Freeform 1821">
              <a:extLst>
                <a:ext uri="{FF2B5EF4-FFF2-40B4-BE49-F238E27FC236}">
                  <a16:creationId xmlns:a16="http://schemas.microsoft.com/office/drawing/2014/main" id="{64E87CF4-E5DD-4270-BCE0-26129B89A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714"/>
              <a:ext cx="129" cy="37"/>
            </a:xfrm>
            <a:custGeom>
              <a:avLst/>
              <a:gdLst>
                <a:gd name="T0" fmla="*/ 0 w 78"/>
                <a:gd name="T1" fmla="*/ 44 h 21"/>
                <a:gd name="T2" fmla="*/ 243 w 78"/>
                <a:gd name="T3" fmla="*/ 28 h 21"/>
                <a:gd name="T4" fmla="*/ 352 w 7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1">
                  <a:moveTo>
                    <a:pt x="0" y="8"/>
                  </a:moveTo>
                  <a:cubicBezTo>
                    <a:pt x="17" y="0"/>
                    <a:pt x="36" y="0"/>
                    <a:pt x="54" y="5"/>
                  </a:cubicBezTo>
                  <a:cubicBezTo>
                    <a:pt x="61" y="7"/>
                    <a:pt x="77" y="15"/>
                    <a:pt x="78" y="21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1" name="Freeform 1822">
              <a:extLst>
                <a:ext uri="{FF2B5EF4-FFF2-40B4-BE49-F238E27FC236}">
                  <a16:creationId xmlns:a16="http://schemas.microsoft.com/office/drawing/2014/main" id="{52FAB44B-362F-43CB-A8FA-B7D336D06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002"/>
              <a:ext cx="95" cy="124"/>
            </a:xfrm>
            <a:custGeom>
              <a:avLst/>
              <a:gdLst>
                <a:gd name="T0" fmla="*/ 5 w 57"/>
                <a:gd name="T1" fmla="*/ 0 h 70"/>
                <a:gd name="T2" fmla="*/ 97 w 57"/>
                <a:gd name="T3" fmla="*/ 239 h 70"/>
                <a:gd name="T4" fmla="*/ 263 w 57"/>
                <a:gd name="T5" fmla="*/ 361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70">
                  <a:moveTo>
                    <a:pt x="1" y="0"/>
                  </a:moveTo>
                  <a:cubicBezTo>
                    <a:pt x="0" y="14"/>
                    <a:pt x="13" y="33"/>
                    <a:pt x="21" y="43"/>
                  </a:cubicBezTo>
                  <a:cubicBezTo>
                    <a:pt x="26" y="51"/>
                    <a:pt x="50" y="70"/>
                    <a:pt x="57" y="65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2" name="Freeform 1823">
              <a:extLst>
                <a:ext uri="{FF2B5EF4-FFF2-40B4-BE49-F238E27FC236}">
                  <a16:creationId xmlns:a16="http://schemas.microsoft.com/office/drawing/2014/main" id="{39664970-D0F9-4723-9F7F-1A6F7379F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008"/>
              <a:ext cx="93" cy="56"/>
            </a:xfrm>
            <a:custGeom>
              <a:avLst/>
              <a:gdLst>
                <a:gd name="T0" fmla="*/ 0 w 56"/>
                <a:gd name="T1" fmla="*/ 0 h 32"/>
                <a:gd name="T2" fmla="*/ 154 w 56"/>
                <a:gd name="T3" fmla="*/ 135 h 32"/>
                <a:gd name="T4" fmla="*/ 256 w 56"/>
                <a:gd name="T5" fmla="*/ 1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2">
                  <a:moveTo>
                    <a:pt x="0" y="0"/>
                  </a:moveTo>
                  <a:cubicBezTo>
                    <a:pt x="4" y="11"/>
                    <a:pt x="22" y="21"/>
                    <a:pt x="34" y="25"/>
                  </a:cubicBezTo>
                  <a:cubicBezTo>
                    <a:pt x="41" y="28"/>
                    <a:pt x="50" y="28"/>
                    <a:pt x="56" y="32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3" name="Freeform 1824">
              <a:extLst>
                <a:ext uri="{FF2B5EF4-FFF2-40B4-BE49-F238E27FC236}">
                  <a16:creationId xmlns:a16="http://schemas.microsoft.com/office/drawing/2014/main" id="{6E473FC3-0764-40FB-8F54-FCAD70F52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831"/>
              <a:ext cx="30" cy="76"/>
            </a:xfrm>
            <a:custGeom>
              <a:avLst/>
              <a:gdLst>
                <a:gd name="T0" fmla="*/ 0 w 18"/>
                <a:gd name="T1" fmla="*/ 0 h 43"/>
                <a:gd name="T2" fmla="*/ 50 w 18"/>
                <a:gd name="T3" fmla="*/ 237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18" y="7"/>
                    <a:pt x="15" y="30"/>
                    <a:pt x="11" y="43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4" name="Freeform 1825">
              <a:extLst>
                <a:ext uri="{FF2B5EF4-FFF2-40B4-BE49-F238E27FC236}">
                  <a16:creationId xmlns:a16="http://schemas.microsoft.com/office/drawing/2014/main" id="{7ED31618-5BA3-4D2A-BDEC-5CBCBC525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852"/>
              <a:ext cx="20" cy="12"/>
            </a:xfrm>
            <a:custGeom>
              <a:avLst/>
              <a:gdLst>
                <a:gd name="T0" fmla="*/ 55 w 12"/>
                <a:gd name="T1" fmla="*/ 0 h 7"/>
                <a:gd name="T2" fmla="*/ 0 w 1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7" y="2"/>
                    <a:pt x="3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5" name="Freeform 1826">
              <a:extLst>
                <a:ext uri="{FF2B5EF4-FFF2-40B4-BE49-F238E27FC236}">
                  <a16:creationId xmlns:a16="http://schemas.microsoft.com/office/drawing/2014/main" id="{8635B658-0191-461C-A2EB-2BB414477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914"/>
              <a:ext cx="152" cy="94"/>
            </a:xfrm>
            <a:custGeom>
              <a:avLst/>
              <a:gdLst>
                <a:gd name="T0" fmla="*/ 406 w 92"/>
                <a:gd name="T1" fmla="*/ 0 h 53"/>
                <a:gd name="T2" fmla="*/ 0 w 92"/>
                <a:gd name="T3" fmla="*/ 239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53">
                  <a:moveTo>
                    <a:pt x="90" y="0"/>
                  </a:moveTo>
                  <a:cubicBezTo>
                    <a:pt x="92" y="46"/>
                    <a:pt x="33" y="53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6" name="Freeform 1827">
              <a:extLst>
                <a:ext uri="{FF2B5EF4-FFF2-40B4-BE49-F238E27FC236}">
                  <a16:creationId xmlns:a16="http://schemas.microsoft.com/office/drawing/2014/main" id="{728A9717-BBC0-465B-9345-594981883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997"/>
              <a:ext cx="108" cy="60"/>
            </a:xfrm>
            <a:custGeom>
              <a:avLst/>
              <a:gdLst>
                <a:gd name="T0" fmla="*/ 0 w 65"/>
                <a:gd name="T1" fmla="*/ 152 h 34"/>
                <a:gd name="T2" fmla="*/ 297 w 6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4">
                  <a:moveTo>
                    <a:pt x="0" y="28"/>
                  </a:moveTo>
                  <a:cubicBezTo>
                    <a:pt x="28" y="34"/>
                    <a:pt x="47" y="16"/>
                    <a:pt x="65" y="0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7" name="Freeform 1828">
              <a:extLst>
                <a:ext uri="{FF2B5EF4-FFF2-40B4-BE49-F238E27FC236}">
                  <a16:creationId xmlns:a16="http://schemas.microsoft.com/office/drawing/2014/main" id="{CEC5D15F-6FD3-4415-911C-9F997CB28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864"/>
              <a:ext cx="141" cy="39"/>
            </a:xfrm>
            <a:custGeom>
              <a:avLst/>
              <a:gdLst>
                <a:gd name="T0" fmla="*/ 0 w 85"/>
                <a:gd name="T1" fmla="*/ 122 h 22"/>
                <a:gd name="T2" fmla="*/ 91 w 85"/>
                <a:gd name="T3" fmla="*/ 50 h 22"/>
                <a:gd name="T4" fmla="*/ 214 w 85"/>
                <a:gd name="T5" fmla="*/ 0 h 22"/>
                <a:gd name="T6" fmla="*/ 388 w 85"/>
                <a:gd name="T7" fmla="*/ 10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22">
                  <a:moveTo>
                    <a:pt x="0" y="22"/>
                  </a:moveTo>
                  <a:cubicBezTo>
                    <a:pt x="6" y="20"/>
                    <a:pt x="13" y="13"/>
                    <a:pt x="20" y="9"/>
                  </a:cubicBezTo>
                  <a:cubicBezTo>
                    <a:pt x="29" y="4"/>
                    <a:pt x="36" y="0"/>
                    <a:pt x="47" y="0"/>
                  </a:cubicBezTo>
                  <a:cubicBezTo>
                    <a:pt x="64" y="0"/>
                    <a:pt x="73" y="10"/>
                    <a:pt x="85" y="19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8" name="Freeform 1829">
              <a:extLst>
                <a:ext uri="{FF2B5EF4-FFF2-40B4-BE49-F238E27FC236}">
                  <a16:creationId xmlns:a16="http://schemas.microsoft.com/office/drawing/2014/main" id="{05E4FF84-6DCE-438C-AB38-96253A556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838"/>
              <a:ext cx="68" cy="28"/>
            </a:xfrm>
            <a:custGeom>
              <a:avLst/>
              <a:gdLst>
                <a:gd name="T0" fmla="*/ 187 w 41"/>
                <a:gd name="T1" fmla="*/ 12 h 16"/>
                <a:gd name="T2" fmla="*/ 0 w 41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6">
                  <a:moveTo>
                    <a:pt x="41" y="2"/>
                  </a:moveTo>
                  <a:cubicBezTo>
                    <a:pt x="27" y="0"/>
                    <a:pt x="8" y="3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9" name="Freeform 1830">
              <a:extLst>
                <a:ext uri="{FF2B5EF4-FFF2-40B4-BE49-F238E27FC236}">
                  <a16:creationId xmlns:a16="http://schemas.microsoft.com/office/drawing/2014/main" id="{3CCD167B-AD48-4504-8B44-10D087D2B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833"/>
              <a:ext cx="5" cy="15"/>
            </a:xfrm>
            <a:custGeom>
              <a:avLst/>
              <a:gdLst>
                <a:gd name="T0" fmla="*/ 0 w 3"/>
                <a:gd name="T1" fmla="*/ 0 h 9"/>
                <a:gd name="T2" fmla="*/ 13 w 3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2" y="3"/>
                    <a:pt x="2" y="6"/>
                    <a:pt x="3" y="9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0" name="Freeform 1831">
              <a:extLst>
                <a:ext uri="{FF2B5EF4-FFF2-40B4-BE49-F238E27FC236}">
                  <a16:creationId xmlns:a16="http://schemas.microsoft.com/office/drawing/2014/main" id="{B00CB7C2-48C1-40E5-BC06-4EEBFA136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871"/>
              <a:ext cx="26" cy="36"/>
            </a:xfrm>
            <a:custGeom>
              <a:avLst/>
              <a:gdLst>
                <a:gd name="T0" fmla="*/ 0 w 16"/>
                <a:gd name="T1" fmla="*/ 65 h 20"/>
                <a:gd name="T2" fmla="*/ 63 w 16"/>
                <a:gd name="T3" fmla="*/ 101 h 20"/>
                <a:gd name="T4" fmla="*/ 60 w 16"/>
                <a:gd name="T5" fmla="*/ 58 h 20"/>
                <a:gd name="T6" fmla="*/ 55 w 16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0" y="11"/>
                  </a:moveTo>
                  <a:cubicBezTo>
                    <a:pt x="2" y="12"/>
                    <a:pt x="14" y="20"/>
                    <a:pt x="15" y="17"/>
                  </a:cubicBezTo>
                  <a:cubicBezTo>
                    <a:pt x="16" y="15"/>
                    <a:pt x="15" y="11"/>
                    <a:pt x="14" y="10"/>
                  </a:cubicBezTo>
                  <a:cubicBezTo>
                    <a:pt x="14" y="7"/>
                    <a:pt x="13" y="3"/>
                    <a:pt x="13" y="0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1" name="Freeform 1832">
              <a:extLst>
                <a:ext uri="{FF2B5EF4-FFF2-40B4-BE49-F238E27FC236}">
                  <a16:creationId xmlns:a16="http://schemas.microsoft.com/office/drawing/2014/main" id="{26AAFE47-4D24-4AD9-965A-EFAA9AE3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935"/>
              <a:ext cx="36" cy="37"/>
            </a:xfrm>
            <a:custGeom>
              <a:avLst/>
              <a:gdLst>
                <a:gd name="T0" fmla="*/ 0 w 22"/>
                <a:gd name="T1" fmla="*/ 72 h 21"/>
                <a:gd name="T2" fmla="*/ 75 w 22"/>
                <a:gd name="T3" fmla="*/ 93 h 21"/>
                <a:gd name="T4" fmla="*/ 41 w 22"/>
                <a:gd name="T5" fmla="*/ 37 h 21"/>
                <a:gd name="T6" fmla="*/ 26 w 22"/>
                <a:gd name="T7" fmla="*/ 7 h 21"/>
                <a:gd name="T8" fmla="*/ 56 w 22"/>
                <a:gd name="T9" fmla="*/ 12 h 21"/>
                <a:gd name="T10" fmla="*/ 97 w 22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">
                  <a:moveTo>
                    <a:pt x="0" y="13"/>
                  </a:moveTo>
                  <a:cubicBezTo>
                    <a:pt x="3" y="14"/>
                    <a:pt x="16" y="21"/>
                    <a:pt x="17" y="17"/>
                  </a:cubicBezTo>
                  <a:cubicBezTo>
                    <a:pt x="17" y="14"/>
                    <a:pt x="11" y="9"/>
                    <a:pt x="9" y="7"/>
                  </a:cubicBezTo>
                  <a:cubicBezTo>
                    <a:pt x="8" y="6"/>
                    <a:pt x="6" y="4"/>
                    <a:pt x="6" y="1"/>
                  </a:cubicBezTo>
                  <a:cubicBezTo>
                    <a:pt x="8" y="0"/>
                    <a:pt x="11" y="1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2" name="Freeform 1833">
              <a:extLst>
                <a:ext uri="{FF2B5EF4-FFF2-40B4-BE49-F238E27FC236}">
                  <a16:creationId xmlns:a16="http://schemas.microsoft.com/office/drawing/2014/main" id="{8E3B3473-A63D-40EC-9A2F-738A843DC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032"/>
              <a:ext cx="20" cy="36"/>
            </a:xfrm>
            <a:custGeom>
              <a:avLst/>
              <a:gdLst>
                <a:gd name="T0" fmla="*/ 8 w 12"/>
                <a:gd name="T1" fmla="*/ 23 h 20"/>
                <a:gd name="T2" fmla="*/ 28 w 12"/>
                <a:gd name="T3" fmla="*/ 117 h 20"/>
                <a:gd name="T4" fmla="*/ 50 w 12"/>
                <a:gd name="T5" fmla="*/ 52 h 20"/>
                <a:gd name="T6" fmla="*/ 55 w 1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2" y="4"/>
                  </a:moveTo>
                  <a:cubicBezTo>
                    <a:pt x="0" y="4"/>
                    <a:pt x="4" y="18"/>
                    <a:pt x="6" y="20"/>
                  </a:cubicBezTo>
                  <a:cubicBezTo>
                    <a:pt x="9" y="19"/>
                    <a:pt x="10" y="11"/>
                    <a:pt x="11" y="9"/>
                  </a:cubicBezTo>
                  <a:cubicBezTo>
                    <a:pt x="11" y="6"/>
                    <a:pt x="12" y="3"/>
                    <a:pt x="12" y="0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3" name="Freeform 1834">
              <a:extLst>
                <a:ext uri="{FF2B5EF4-FFF2-40B4-BE49-F238E27FC236}">
                  <a16:creationId xmlns:a16="http://schemas.microsoft.com/office/drawing/2014/main" id="{A2651233-3315-4D61-A52B-8272C3AE2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006"/>
              <a:ext cx="27" cy="28"/>
            </a:xfrm>
            <a:custGeom>
              <a:avLst/>
              <a:gdLst>
                <a:gd name="T0" fmla="*/ 29 w 16"/>
                <a:gd name="T1" fmla="*/ 0 h 16"/>
                <a:gd name="T2" fmla="*/ 5 w 16"/>
                <a:gd name="T3" fmla="*/ 86 h 16"/>
                <a:gd name="T4" fmla="*/ 78 w 16"/>
                <a:gd name="T5" fmla="*/ 4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6" y="0"/>
                  </a:moveTo>
                  <a:cubicBezTo>
                    <a:pt x="3" y="4"/>
                    <a:pt x="0" y="11"/>
                    <a:pt x="1" y="16"/>
                  </a:cubicBezTo>
                  <a:cubicBezTo>
                    <a:pt x="6" y="16"/>
                    <a:pt x="11" y="10"/>
                    <a:pt x="16" y="8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4" name="Freeform 1835">
              <a:extLst>
                <a:ext uri="{FF2B5EF4-FFF2-40B4-BE49-F238E27FC236}">
                  <a16:creationId xmlns:a16="http://schemas.microsoft.com/office/drawing/2014/main" id="{2B1C19C3-D47F-4FEF-949A-8BE4641A3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091"/>
              <a:ext cx="30" cy="46"/>
            </a:xfrm>
            <a:custGeom>
              <a:avLst/>
              <a:gdLst>
                <a:gd name="T0" fmla="*/ 22 w 18"/>
                <a:gd name="T1" fmla="*/ 0 h 26"/>
                <a:gd name="T2" fmla="*/ 0 w 18"/>
                <a:gd name="T3" fmla="*/ 122 h 26"/>
                <a:gd name="T4" fmla="*/ 50 w 18"/>
                <a:gd name="T5" fmla="*/ 44 h 26"/>
                <a:gd name="T6" fmla="*/ 83 w 18"/>
                <a:gd name="T7" fmla="*/ 14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5" y="0"/>
                  </a:moveTo>
                  <a:cubicBezTo>
                    <a:pt x="3" y="7"/>
                    <a:pt x="0" y="14"/>
                    <a:pt x="0" y="22"/>
                  </a:cubicBezTo>
                  <a:cubicBezTo>
                    <a:pt x="7" y="25"/>
                    <a:pt x="6" y="8"/>
                    <a:pt x="11" y="8"/>
                  </a:cubicBezTo>
                  <a:cubicBezTo>
                    <a:pt x="17" y="8"/>
                    <a:pt x="17" y="22"/>
                    <a:pt x="18" y="26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5" name="Freeform 1836">
              <a:extLst>
                <a:ext uri="{FF2B5EF4-FFF2-40B4-BE49-F238E27FC236}">
                  <a16:creationId xmlns:a16="http://schemas.microsoft.com/office/drawing/2014/main" id="{2EE65997-5744-4C74-9F52-4CE0701A6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889"/>
              <a:ext cx="28" cy="23"/>
            </a:xfrm>
            <a:custGeom>
              <a:avLst/>
              <a:gdLst>
                <a:gd name="T0" fmla="*/ 5 w 17"/>
                <a:gd name="T1" fmla="*/ 73 h 13"/>
                <a:gd name="T2" fmla="*/ 76 w 17"/>
                <a:gd name="T3" fmla="*/ 50 h 13"/>
                <a:gd name="T4" fmla="*/ 0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" y="13"/>
                  </a:moveTo>
                  <a:cubicBezTo>
                    <a:pt x="5" y="13"/>
                    <a:pt x="14" y="13"/>
                    <a:pt x="17" y="9"/>
                  </a:cubicBezTo>
                  <a:cubicBezTo>
                    <a:pt x="14" y="3"/>
                    <a:pt x="5" y="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6" name="Freeform 1837">
              <a:extLst>
                <a:ext uri="{FF2B5EF4-FFF2-40B4-BE49-F238E27FC236}">
                  <a16:creationId xmlns:a16="http://schemas.microsoft.com/office/drawing/2014/main" id="{03FE9CFF-E4DD-43D0-B13C-6D1432DB3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758"/>
              <a:ext cx="25" cy="30"/>
            </a:xfrm>
            <a:custGeom>
              <a:avLst/>
              <a:gdLst>
                <a:gd name="T0" fmla="*/ 0 w 15"/>
                <a:gd name="T1" fmla="*/ 44 h 17"/>
                <a:gd name="T2" fmla="*/ 63 w 15"/>
                <a:gd name="T3" fmla="*/ 94 h 17"/>
                <a:gd name="T4" fmla="*/ 62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8"/>
                  </a:moveTo>
                  <a:cubicBezTo>
                    <a:pt x="4" y="11"/>
                    <a:pt x="9" y="17"/>
                    <a:pt x="14" y="17"/>
                  </a:cubicBezTo>
                  <a:cubicBezTo>
                    <a:pt x="15" y="12"/>
                    <a:pt x="13" y="6"/>
                    <a:pt x="13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7" name="Freeform 1838">
              <a:extLst>
                <a:ext uri="{FF2B5EF4-FFF2-40B4-BE49-F238E27FC236}">
                  <a16:creationId xmlns:a16="http://schemas.microsoft.com/office/drawing/2014/main" id="{924BCF1B-475A-4E4C-B6EF-DDB0A442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762"/>
              <a:ext cx="41" cy="44"/>
            </a:xfrm>
            <a:custGeom>
              <a:avLst/>
              <a:gdLst>
                <a:gd name="T0" fmla="*/ 54 w 25"/>
                <a:gd name="T1" fmla="*/ 0 h 25"/>
                <a:gd name="T2" fmla="*/ 0 w 25"/>
                <a:gd name="T3" fmla="*/ 77 h 25"/>
                <a:gd name="T4" fmla="*/ 105 w 25"/>
                <a:gd name="T5" fmla="*/ 33 h 25"/>
                <a:gd name="T6" fmla="*/ 62 w 25"/>
                <a:gd name="T7" fmla="*/ 13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8" y="4"/>
                    <a:pt x="1" y="8"/>
                    <a:pt x="0" y="14"/>
                  </a:cubicBezTo>
                  <a:cubicBezTo>
                    <a:pt x="8" y="16"/>
                    <a:pt x="16" y="3"/>
                    <a:pt x="24" y="6"/>
                  </a:cubicBezTo>
                  <a:cubicBezTo>
                    <a:pt x="25" y="13"/>
                    <a:pt x="16" y="19"/>
                    <a:pt x="14" y="25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8" name="Freeform 1839">
              <a:extLst>
                <a:ext uri="{FF2B5EF4-FFF2-40B4-BE49-F238E27FC236}">
                  <a16:creationId xmlns:a16="http://schemas.microsoft.com/office/drawing/2014/main" id="{A2CDB912-B9C2-4B29-805E-0A57502B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709"/>
              <a:ext cx="22" cy="19"/>
            </a:xfrm>
            <a:custGeom>
              <a:avLst/>
              <a:gdLst>
                <a:gd name="T0" fmla="*/ 0 w 13"/>
                <a:gd name="T1" fmla="*/ 16 h 11"/>
                <a:gd name="T2" fmla="*/ 49 w 13"/>
                <a:gd name="T3" fmla="*/ 57 h 11"/>
                <a:gd name="T4" fmla="*/ 63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7"/>
                    <a:pt x="6" y="10"/>
                    <a:pt x="10" y="11"/>
                  </a:cubicBezTo>
                  <a:cubicBezTo>
                    <a:pt x="10" y="8"/>
                    <a:pt x="12" y="4"/>
                    <a:pt x="13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9" name="Freeform 1840">
              <a:extLst>
                <a:ext uri="{FF2B5EF4-FFF2-40B4-BE49-F238E27FC236}">
                  <a16:creationId xmlns:a16="http://schemas.microsoft.com/office/drawing/2014/main" id="{AE3D2F82-6450-453E-B7F9-861019754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836"/>
              <a:ext cx="11" cy="11"/>
            </a:xfrm>
            <a:custGeom>
              <a:avLst/>
              <a:gdLst>
                <a:gd name="T0" fmla="*/ 0 w 7"/>
                <a:gd name="T1" fmla="*/ 37 h 6"/>
                <a:gd name="T2" fmla="*/ 27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3"/>
                    <a:pt x="4" y="0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0" name="Freeform 1841">
              <a:extLst>
                <a:ext uri="{FF2B5EF4-FFF2-40B4-BE49-F238E27FC236}">
                  <a16:creationId xmlns:a16="http://schemas.microsoft.com/office/drawing/2014/main" id="{F23D9C88-8381-4E46-9548-063189D9F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891"/>
              <a:ext cx="15" cy="11"/>
            </a:xfrm>
            <a:custGeom>
              <a:avLst/>
              <a:gdLst>
                <a:gd name="T0" fmla="*/ 0 w 9"/>
                <a:gd name="T1" fmla="*/ 0 h 6"/>
                <a:gd name="T2" fmla="*/ 42 w 9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2"/>
                    <a:pt x="6" y="4"/>
                    <a:pt x="9" y="6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1" name="Freeform 1842">
              <a:extLst>
                <a:ext uri="{FF2B5EF4-FFF2-40B4-BE49-F238E27FC236}">
                  <a16:creationId xmlns:a16="http://schemas.microsoft.com/office/drawing/2014/main" id="{1AD571BA-5D09-4AFA-A5B8-5CA7865AF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668"/>
              <a:ext cx="765" cy="506"/>
            </a:xfrm>
            <a:custGeom>
              <a:avLst/>
              <a:gdLst>
                <a:gd name="T0" fmla="*/ 1813 w 462"/>
                <a:gd name="T1" fmla="*/ 1115 h 286"/>
                <a:gd name="T2" fmla="*/ 1571 w 462"/>
                <a:gd name="T3" fmla="*/ 1334 h 286"/>
                <a:gd name="T4" fmla="*/ 1288 w 462"/>
                <a:gd name="T5" fmla="*/ 1497 h 286"/>
                <a:gd name="T6" fmla="*/ 1136 w 462"/>
                <a:gd name="T7" fmla="*/ 1490 h 286"/>
                <a:gd name="T8" fmla="*/ 1003 w 462"/>
                <a:gd name="T9" fmla="*/ 1534 h 286"/>
                <a:gd name="T10" fmla="*/ 561 w 462"/>
                <a:gd name="T11" fmla="*/ 1380 h 286"/>
                <a:gd name="T12" fmla="*/ 285 w 462"/>
                <a:gd name="T13" fmla="*/ 1136 h 286"/>
                <a:gd name="T14" fmla="*/ 109 w 462"/>
                <a:gd name="T15" fmla="*/ 720 h 286"/>
                <a:gd name="T16" fmla="*/ 50 w 462"/>
                <a:gd name="T17" fmla="*/ 517 h 286"/>
                <a:gd name="T18" fmla="*/ 13 w 462"/>
                <a:gd name="T19" fmla="*/ 326 h 286"/>
                <a:gd name="T20" fmla="*/ 180 w 462"/>
                <a:gd name="T21" fmla="*/ 387 h 286"/>
                <a:gd name="T22" fmla="*/ 291 w 462"/>
                <a:gd name="T23" fmla="*/ 301 h 286"/>
                <a:gd name="T24" fmla="*/ 498 w 462"/>
                <a:gd name="T25" fmla="*/ 182 h 286"/>
                <a:gd name="T26" fmla="*/ 664 w 462"/>
                <a:gd name="T27" fmla="*/ 85 h 286"/>
                <a:gd name="T28" fmla="*/ 886 w 462"/>
                <a:gd name="T29" fmla="*/ 0 h 286"/>
                <a:gd name="T30" fmla="*/ 1176 w 462"/>
                <a:gd name="T31" fmla="*/ 0 h 286"/>
                <a:gd name="T32" fmla="*/ 1358 w 462"/>
                <a:gd name="T33" fmla="*/ 65 h 286"/>
                <a:gd name="T34" fmla="*/ 1643 w 462"/>
                <a:gd name="T35" fmla="*/ 200 h 286"/>
                <a:gd name="T36" fmla="*/ 1840 w 462"/>
                <a:gd name="T37" fmla="*/ 338 h 286"/>
                <a:gd name="T38" fmla="*/ 2062 w 462"/>
                <a:gd name="T39" fmla="*/ 338 h 286"/>
                <a:gd name="T40" fmla="*/ 2028 w 462"/>
                <a:gd name="T41" fmla="*/ 533 h 286"/>
                <a:gd name="T42" fmla="*/ 1813 w 462"/>
                <a:gd name="T43" fmla="*/ 1115 h 28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2" h="286">
                  <a:moveTo>
                    <a:pt x="399" y="201"/>
                  </a:moveTo>
                  <a:cubicBezTo>
                    <a:pt x="386" y="228"/>
                    <a:pt x="346" y="241"/>
                    <a:pt x="346" y="241"/>
                  </a:cubicBezTo>
                  <a:cubicBezTo>
                    <a:pt x="340" y="259"/>
                    <a:pt x="284" y="270"/>
                    <a:pt x="284" y="270"/>
                  </a:cubicBezTo>
                  <a:cubicBezTo>
                    <a:pt x="274" y="283"/>
                    <a:pt x="250" y="269"/>
                    <a:pt x="250" y="269"/>
                  </a:cubicBezTo>
                  <a:cubicBezTo>
                    <a:pt x="247" y="285"/>
                    <a:pt x="221" y="277"/>
                    <a:pt x="221" y="277"/>
                  </a:cubicBezTo>
                  <a:cubicBezTo>
                    <a:pt x="194" y="286"/>
                    <a:pt x="124" y="249"/>
                    <a:pt x="124" y="249"/>
                  </a:cubicBezTo>
                  <a:cubicBezTo>
                    <a:pt x="107" y="251"/>
                    <a:pt x="63" y="205"/>
                    <a:pt x="63" y="205"/>
                  </a:cubicBezTo>
                  <a:cubicBezTo>
                    <a:pt x="63" y="205"/>
                    <a:pt x="8" y="139"/>
                    <a:pt x="24" y="130"/>
                  </a:cubicBezTo>
                  <a:cubicBezTo>
                    <a:pt x="24" y="130"/>
                    <a:pt x="0" y="105"/>
                    <a:pt x="11" y="93"/>
                  </a:cubicBezTo>
                  <a:cubicBezTo>
                    <a:pt x="11" y="93"/>
                    <a:pt x="0" y="64"/>
                    <a:pt x="3" y="59"/>
                  </a:cubicBezTo>
                  <a:cubicBezTo>
                    <a:pt x="3" y="59"/>
                    <a:pt x="20" y="82"/>
                    <a:pt x="40" y="70"/>
                  </a:cubicBezTo>
                  <a:cubicBezTo>
                    <a:pt x="60" y="59"/>
                    <a:pt x="64" y="54"/>
                    <a:pt x="64" y="54"/>
                  </a:cubicBezTo>
                  <a:cubicBezTo>
                    <a:pt x="64" y="54"/>
                    <a:pt x="106" y="53"/>
                    <a:pt x="110" y="33"/>
                  </a:cubicBezTo>
                  <a:cubicBezTo>
                    <a:pt x="110" y="33"/>
                    <a:pt x="148" y="34"/>
                    <a:pt x="146" y="15"/>
                  </a:cubicBezTo>
                  <a:cubicBezTo>
                    <a:pt x="146" y="15"/>
                    <a:pt x="190" y="19"/>
                    <a:pt x="195" y="0"/>
                  </a:cubicBezTo>
                  <a:cubicBezTo>
                    <a:pt x="195" y="0"/>
                    <a:pt x="246" y="27"/>
                    <a:pt x="259" y="0"/>
                  </a:cubicBezTo>
                  <a:cubicBezTo>
                    <a:pt x="259" y="0"/>
                    <a:pt x="282" y="26"/>
                    <a:pt x="299" y="12"/>
                  </a:cubicBezTo>
                  <a:cubicBezTo>
                    <a:pt x="299" y="12"/>
                    <a:pt x="333" y="51"/>
                    <a:pt x="362" y="36"/>
                  </a:cubicBezTo>
                  <a:cubicBezTo>
                    <a:pt x="362" y="36"/>
                    <a:pt x="380" y="70"/>
                    <a:pt x="405" y="61"/>
                  </a:cubicBezTo>
                  <a:cubicBezTo>
                    <a:pt x="405" y="61"/>
                    <a:pt x="442" y="96"/>
                    <a:pt x="454" y="61"/>
                  </a:cubicBezTo>
                  <a:cubicBezTo>
                    <a:pt x="454" y="61"/>
                    <a:pt x="462" y="77"/>
                    <a:pt x="447" y="96"/>
                  </a:cubicBezTo>
                  <a:cubicBezTo>
                    <a:pt x="447" y="96"/>
                    <a:pt x="446" y="153"/>
                    <a:pt x="399" y="201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5" name="Atherosclerotic-plaque-artery-cross-section">
            <a:extLst>
              <a:ext uri="{FF2B5EF4-FFF2-40B4-BE49-F238E27FC236}">
                <a16:creationId xmlns:a16="http://schemas.microsoft.com/office/drawing/2014/main" id="{664EAB73-2ECF-4648-9019-8F21735AB532}"/>
              </a:ext>
            </a:extLst>
          </p:cNvPr>
          <p:cNvGrpSpPr>
            <a:grpSpLocks/>
          </p:cNvGrpSpPr>
          <p:nvPr/>
        </p:nvGrpSpPr>
        <p:grpSpPr bwMode="auto">
          <a:xfrm>
            <a:off x="8232775" y="3971925"/>
            <a:ext cx="1493838" cy="1592263"/>
            <a:chOff x="4226" y="2256"/>
            <a:chExt cx="941" cy="1003"/>
          </a:xfrm>
        </p:grpSpPr>
        <p:grpSp>
          <p:nvGrpSpPr>
            <p:cNvPr id="39951" name="Group 1844">
              <a:extLst>
                <a:ext uri="{FF2B5EF4-FFF2-40B4-BE49-F238E27FC236}">
                  <a16:creationId xmlns:a16="http://schemas.microsoft.com/office/drawing/2014/main" id="{0C7C76C5-262E-4D37-8B17-5F523D914D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26" y="2256"/>
              <a:ext cx="940" cy="1003"/>
              <a:chOff x="4226" y="2256"/>
              <a:chExt cx="940" cy="1003"/>
            </a:xfrm>
          </p:grpSpPr>
          <p:sp>
            <p:nvSpPr>
              <p:cNvPr id="40029" name="Oval 1845">
                <a:extLst>
                  <a:ext uri="{FF2B5EF4-FFF2-40B4-BE49-F238E27FC236}">
                    <a16:creationId xmlns:a16="http://schemas.microsoft.com/office/drawing/2014/main" id="{CD853922-66C2-4376-BBF1-5E2CE5959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2" y="2311"/>
                <a:ext cx="829" cy="884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30" name="Freeform 1846">
                <a:extLst>
                  <a:ext uri="{FF2B5EF4-FFF2-40B4-BE49-F238E27FC236}">
                    <a16:creationId xmlns:a16="http://schemas.microsoft.com/office/drawing/2014/main" id="{866CD459-039B-470C-B041-9A8904AB3B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37" y="2270"/>
                <a:ext cx="917" cy="976"/>
              </a:xfrm>
              <a:custGeom>
                <a:avLst/>
                <a:gdLst>
                  <a:gd name="T0" fmla="*/ 1262 w 553"/>
                  <a:gd name="T1" fmla="*/ 0 h 552"/>
                  <a:gd name="T2" fmla="*/ 0 w 553"/>
                  <a:gd name="T3" fmla="*/ 1526 h 552"/>
                  <a:gd name="T4" fmla="*/ 1262 w 553"/>
                  <a:gd name="T5" fmla="*/ 3052 h 552"/>
                  <a:gd name="T6" fmla="*/ 2522 w 553"/>
                  <a:gd name="T7" fmla="*/ 1526 h 552"/>
                  <a:gd name="T8" fmla="*/ 1262 w 553"/>
                  <a:gd name="T9" fmla="*/ 0 h 552"/>
                  <a:gd name="T10" fmla="*/ 1254 w 553"/>
                  <a:gd name="T11" fmla="*/ 585 h 552"/>
                  <a:gd name="T12" fmla="*/ 584 w 553"/>
                  <a:gd name="T13" fmla="*/ 631 h 552"/>
                  <a:gd name="T14" fmla="*/ 1262 w 553"/>
                  <a:gd name="T15" fmla="*/ 309 h 552"/>
                  <a:gd name="T16" fmla="*/ 1997 w 553"/>
                  <a:gd name="T17" fmla="*/ 704 h 552"/>
                  <a:gd name="T18" fmla="*/ 1254 w 553"/>
                  <a:gd name="T19" fmla="*/ 585 h 5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3" h="552">
                    <a:moveTo>
                      <a:pt x="277" y="0"/>
                    </a:moveTo>
                    <a:cubicBezTo>
                      <a:pt x="124" y="0"/>
                      <a:pt x="0" y="123"/>
                      <a:pt x="0" y="276"/>
                    </a:cubicBezTo>
                    <a:cubicBezTo>
                      <a:pt x="0" y="428"/>
                      <a:pt x="124" y="552"/>
                      <a:pt x="277" y="552"/>
                    </a:cubicBezTo>
                    <a:cubicBezTo>
                      <a:pt x="429" y="552"/>
                      <a:pt x="553" y="428"/>
                      <a:pt x="553" y="276"/>
                    </a:cubicBezTo>
                    <a:cubicBezTo>
                      <a:pt x="553" y="123"/>
                      <a:pt x="429" y="0"/>
                      <a:pt x="277" y="0"/>
                    </a:cubicBezTo>
                    <a:close/>
                    <a:moveTo>
                      <a:pt x="275" y="106"/>
                    </a:moveTo>
                    <a:cubicBezTo>
                      <a:pt x="200" y="105"/>
                      <a:pt x="73" y="169"/>
                      <a:pt x="128" y="114"/>
                    </a:cubicBezTo>
                    <a:cubicBezTo>
                      <a:pt x="166" y="77"/>
                      <a:pt x="219" y="56"/>
                      <a:pt x="277" y="56"/>
                    </a:cubicBezTo>
                    <a:cubicBezTo>
                      <a:pt x="340" y="56"/>
                      <a:pt x="404" y="79"/>
                      <a:pt x="438" y="127"/>
                    </a:cubicBezTo>
                    <a:cubicBezTo>
                      <a:pt x="462" y="161"/>
                      <a:pt x="337" y="107"/>
                      <a:pt x="275" y="106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1" name="Freeform 1847">
                <a:extLst>
                  <a:ext uri="{FF2B5EF4-FFF2-40B4-BE49-F238E27FC236}">
                    <a16:creationId xmlns:a16="http://schemas.microsoft.com/office/drawing/2014/main" id="{95BB5966-1903-4C3F-9F8C-CF6F8D7453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80" y="2316"/>
                <a:ext cx="831" cy="884"/>
              </a:xfrm>
              <a:custGeom>
                <a:avLst/>
                <a:gdLst>
                  <a:gd name="T0" fmla="*/ 1144 w 501"/>
                  <a:gd name="T1" fmla="*/ 0 h 500"/>
                  <a:gd name="T2" fmla="*/ 0 w 501"/>
                  <a:gd name="T3" fmla="*/ 1381 h 500"/>
                  <a:gd name="T4" fmla="*/ 1144 w 501"/>
                  <a:gd name="T5" fmla="*/ 2763 h 500"/>
                  <a:gd name="T6" fmla="*/ 2286 w 501"/>
                  <a:gd name="T7" fmla="*/ 1381 h 500"/>
                  <a:gd name="T8" fmla="*/ 1144 w 501"/>
                  <a:gd name="T9" fmla="*/ 0 h 500"/>
                  <a:gd name="T10" fmla="*/ 1144 w 501"/>
                  <a:gd name="T11" fmla="*/ 2657 h 500"/>
                  <a:gd name="T12" fmla="*/ 88 w 501"/>
                  <a:gd name="T13" fmla="*/ 1381 h 500"/>
                  <a:gd name="T14" fmla="*/ 1144 w 501"/>
                  <a:gd name="T15" fmla="*/ 101 h 500"/>
                  <a:gd name="T16" fmla="*/ 2198 w 501"/>
                  <a:gd name="T17" fmla="*/ 1381 h 500"/>
                  <a:gd name="T18" fmla="*/ 1144 w 501"/>
                  <a:gd name="T19" fmla="*/ 2657 h 5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1" h="500">
                    <a:moveTo>
                      <a:pt x="251" y="0"/>
                    </a:moveTo>
                    <a:cubicBezTo>
                      <a:pt x="112" y="0"/>
                      <a:pt x="0" y="112"/>
                      <a:pt x="0" y="250"/>
                    </a:cubicBezTo>
                    <a:cubicBezTo>
                      <a:pt x="0" y="388"/>
                      <a:pt x="112" y="500"/>
                      <a:pt x="251" y="500"/>
                    </a:cubicBezTo>
                    <a:cubicBezTo>
                      <a:pt x="389" y="500"/>
                      <a:pt x="501" y="388"/>
                      <a:pt x="501" y="250"/>
                    </a:cubicBezTo>
                    <a:cubicBezTo>
                      <a:pt x="501" y="112"/>
                      <a:pt x="389" y="0"/>
                      <a:pt x="251" y="0"/>
                    </a:cubicBezTo>
                    <a:close/>
                    <a:moveTo>
                      <a:pt x="251" y="481"/>
                    </a:moveTo>
                    <a:cubicBezTo>
                      <a:pt x="123" y="481"/>
                      <a:pt x="19" y="378"/>
                      <a:pt x="19" y="250"/>
                    </a:cubicBezTo>
                    <a:cubicBezTo>
                      <a:pt x="19" y="122"/>
                      <a:pt x="123" y="18"/>
                      <a:pt x="251" y="18"/>
                    </a:cubicBezTo>
                    <a:cubicBezTo>
                      <a:pt x="378" y="18"/>
                      <a:pt x="482" y="122"/>
                      <a:pt x="482" y="250"/>
                    </a:cubicBezTo>
                    <a:cubicBezTo>
                      <a:pt x="482" y="378"/>
                      <a:pt x="378" y="481"/>
                      <a:pt x="251" y="481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2" name="Freeform 1848">
                <a:extLst>
                  <a:ext uri="{FF2B5EF4-FFF2-40B4-BE49-F238E27FC236}">
                    <a16:creationId xmlns:a16="http://schemas.microsoft.com/office/drawing/2014/main" id="{AA3E2237-6A3B-437B-BE44-497AA25AE4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26" y="2256"/>
                <a:ext cx="940" cy="1003"/>
              </a:xfrm>
              <a:custGeom>
                <a:avLst/>
                <a:gdLst>
                  <a:gd name="T0" fmla="*/ 1295 w 567"/>
                  <a:gd name="T1" fmla="*/ 0 h 567"/>
                  <a:gd name="T2" fmla="*/ 0 w 567"/>
                  <a:gd name="T3" fmla="*/ 1571 h 567"/>
                  <a:gd name="T4" fmla="*/ 1295 w 567"/>
                  <a:gd name="T5" fmla="*/ 3138 h 567"/>
                  <a:gd name="T6" fmla="*/ 2583 w 567"/>
                  <a:gd name="T7" fmla="*/ 1571 h 567"/>
                  <a:gd name="T8" fmla="*/ 1295 w 567"/>
                  <a:gd name="T9" fmla="*/ 0 h 567"/>
                  <a:gd name="T10" fmla="*/ 1295 w 567"/>
                  <a:gd name="T11" fmla="*/ 2958 h 567"/>
                  <a:gd name="T12" fmla="*/ 151 w 567"/>
                  <a:gd name="T13" fmla="*/ 1571 h 567"/>
                  <a:gd name="T14" fmla="*/ 1295 w 567"/>
                  <a:gd name="T15" fmla="*/ 188 h 567"/>
                  <a:gd name="T16" fmla="*/ 2432 w 567"/>
                  <a:gd name="T17" fmla="*/ 1571 h 567"/>
                  <a:gd name="T18" fmla="*/ 1295 w 567"/>
                  <a:gd name="T19" fmla="*/ 2958 h 5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7" h="567">
                    <a:moveTo>
                      <a:pt x="284" y="0"/>
                    </a:moveTo>
                    <a:cubicBezTo>
                      <a:pt x="127" y="0"/>
                      <a:pt x="0" y="127"/>
                      <a:pt x="0" y="284"/>
                    </a:cubicBezTo>
                    <a:cubicBezTo>
                      <a:pt x="0" y="440"/>
                      <a:pt x="127" y="567"/>
                      <a:pt x="284" y="567"/>
                    </a:cubicBezTo>
                    <a:cubicBezTo>
                      <a:pt x="440" y="567"/>
                      <a:pt x="567" y="440"/>
                      <a:pt x="567" y="284"/>
                    </a:cubicBezTo>
                    <a:cubicBezTo>
                      <a:pt x="567" y="127"/>
                      <a:pt x="440" y="0"/>
                      <a:pt x="284" y="0"/>
                    </a:cubicBezTo>
                    <a:close/>
                    <a:moveTo>
                      <a:pt x="284" y="534"/>
                    </a:moveTo>
                    <a:cubicBezTo>
                      <a:pt x="145" y="534"/>
                      <a:pt x="33" y="422"/>
                      <a:pt x="33" y="284"/>
                    </a:cubicBezTo>
                    <a:cubicBezTo>
                      <a:pt x="33" y="146"/>
                      <a:pt x="145" y="34"/>
                      <a:pt x="284" y="34"/>
                    </a:cubicBezTo>
                    <a:cubicBezTo>
                      <a:pt x="422" y="34"/>
                      <a:pt x="534" y="146"/>
                      <a:pt x="534" y="284"/>
                    </a:cubicBezTo>
                    <a:cubicBezTo>
                      <a:pt x="534" y="422"/>
                      <a:pt x="422" y="534"/>
                      <a:pt x="284" y="534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3" name="Freeform 1849">
                <a:extLst>
                  <a:ext uri="{FF2B5EF4-FFF2-40B4-BE49-F238E27FC236}">
                    <a16:creationId xmlns:a16="http://schemas.microsoft.com/office/drawing/2014/main" id="{317C2D57-8AC5-4F2C-AA15-60CC73915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325"/>
                <a:ext cx="425" cy="813"/>
              </a:xfrm>
              <a:custGeom>
                <a:avLst/>
                <a:gdLst>
                  <a:gd name="T0" fmla="*/ 1172 w 256"/>
                  <a:gd name="T1" fmla="*/ 85 h 460"/>
                  <a:gd name="T2" fmla="*/ 1074 w 256"/>
                  <a:gd name="T3" fmla="*/ 16 h 460"/>
                  <a:gd name="T4" fmla="*/ 976 w 256"/>
                  <a:gd name="T5" fmla="*/ 21 h 460"/>
                  <a:gd name="T6" fmla="*/ 923 w 256"/>
                  <a:gd name="T7" fmla="*/ 57 h 460"/>
                  <a:gd name="T8" fmla="*/ 901 w 256"/>
                  <a:gd name="T9" fmla="*/ 78 h 460"/>
                  <a:gd name="T10" fmla="*/ 882 w 256"/>
                  <a:gd name="T11" fmla="*/ 94 h 460"/>
                  <a:gd name="T12" fmla="*/ 847 w 256"/>
                  <a:gd name="T13" fmla="*/ 78 h 460"/>
                  <a:gd name="T14" fmla="*/ 782 w 256"/>
                  <a:gd name="T15" fmla="*/ 85 h 460"/>
                  <a:gd name="T16" fmla="*/ 692 w 256"/>
                  <a:gd name="T17" fmla="*/ 150 h 460"/>
                  <a:gd name="T18" fmla="*/ 652 w 256"/>
                  <a:gd name="T19" fmla="*/ 171 h 460"/>
                  <a:gd name="T20" fmla="*/ 548 w 256"/>
                  <a:gd name="T21" fmla="*/ 179 h 460"/>
                  <a:gd name="T22" fmla="*/ 476 w 256"/>
                  <a:gd name="T23" fmla="*/ 224 h 460"/>
                  <a:gd name="T24" fmla="*/ 422 w 256"/>
                  <a:gd name="T25" fmla="*/ 346 h 460"/>
                  <a:gd name="T26" fmla="*/ 375 w 256"/>
                  <a:gd name="T27" fmla="*/ 359 h 460"/>
                  <a:gd name="T28" fmla="*/ 325 w 256"/>
                  <a:gd name="T29" fmla="*/ 396 h 460"/>
                  <a:gd name="T30" fmla="*/ 222 w 256"/>
                  <a:gd name="T31" fmla="*/ 581 h 460"/>
                  <a:gd name="T32" fmla="*/ 201 w 256"/>
                  <a:gd name="T33" fmla="*/ 606 h 460"/>
                  <a:gd name="T34" fmla="*/ 151 w 256"/>
                  <a:gd name="T35" fmla="*/ 647 h 460"/>
                  <a:gd name="T36" fmla="*/ 105 w 256"/>
                  <a:gd name="T37" fmla="*/ 756 h 460"/>
                  <a:gd name="T38" fmla="*/ 88 w 256"/>
                  <a:gd name="T39" fmla="*/ 891 h 460"/>
                  <a:gd name="T40" fmla="*/ 33 w 256"/>
                  <a:gd name="T41" fmla="*/ 1009 h 460"/>
                  <a:gd name="T42" fmla="*/ 33 w 256"/>
                  <a:gd name="T43" fmla="*/ 1128 h 460"/>
                  <a:gd name="T44" fmla="*/ 5 w 256"/>
                  <a:gd name="T45" fmla="*/ 1295 h 460"/>
                  <a:gd name="T46" fmla="*/ 5 w 256"/>
                  <a:gd name="T47" fmla="*/ 1389 h 460"/>
                  <a:gd name="T48" fmla="*/ 22 w 256"/>
                  <a:gd name="T49" fmla="*/ 1474 h 460"/>
                  <a:gd name="T50" fmla="*/ 20 w 256"/>
                  <a:gd name="T51" fmla="*/ 1684 h 460"/>
                  <a:gd name="T52" fmla="*/ 50 w 256"/>
                  <a:gd name="T53" fmla="*/ 1762 h 460"/>
                  <a:gd name="T54" fmla="*/ 88 w 256"/>
                  <a:gd name="T55" fmla="*/ 1815 h 460"/>
                  <a:gd name="T56" fmla="*/ 110 w 256"/>
                  <a:gd name="T57" fmla="*/ 1893 h 460"/>
                  <a:gd name="T58" fmla="*/ 166 w 256"/>
                  <a:gd name="T59" fmla="*/ 2048 h 460"/>
                  <a:gd name="T60" fmla="*/ 237 w 256"/>
                  <a:gd name="T61" fmla="*/ 2149 h 460"/>
                  <a:gd name="T62" fmla="*/ 304 w 256"/>
                  <a:gd name="T63" fmla="*/ 2280 h 460"/>
                  <a:gd name="T64" fmla="*/ 360 w 256"/>
                  <a:gd name="T65" fmla="*/ 2340 h 460"/>
                  <a:gd name="T66" fmla="*/ 438 w 256"/>
                  <a:gd name="T67" fmla="*/ 2381 h 460"/>
                  <a:gd name="T68" fmla="*/ 506 w 256"/>
                  <a:gd name="T69" fmla="*/ 2483 h 460"/>
                  <a:gd name="T70" fmla="*/ 588 w 256"/>
                  <a:gd name="T71" fmla="*/ 2527 h 460"/>
                  <a:gd name="T72" fmla="*/ 686 w 256"/>
                  <a:gd name="T73" fmla="*/ 2540 h 46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56" h="460">
                    <a:moveTo>
                      <a:pt x="256" y="15"/>
                    </a:moveTo>
                    <a:cubicBezTo>
                      <a:pt x="252" y="8"/>
                      <a:pt x="243" y="5"/>
                      <a:pt x="235" y="3"/>
                    </a:cubicBezTo>
                    <a:cubicBezTo>
                      <a:pt x="227" y="0"/>
                      <a:pt x="221" y="1"/>
                      <a:pt x="213" y="4"/>
                    </a:cubicBezTo>
                    <a:cubicBezTo>
                      <a:pt x="209" y="6"/>
                      <a:pt x="206" y="7"/>
                      <a:pt x="202" y="10"/>
                    </a:cubicBezTo>
                    <a:cubicBezTo>
                      <a:pt x="201" y="11"/>
                      <a:pt x="199" y="12"/>
                      <a:pt x="197" y="14"/>
                    </a:cubicBezTo>
                    <a:cubicBezTo>
                      <a:pt x="196" y="15"/>
                      <a:pt x="195" y="17"/>
                      <a:pt x="193" y="17"/>
                    </a:cubicBezTo>
                    <a:cubicBezTo>
                      <a:pt x="191" y="18"/>
                      <a:pt x="187" y="15"/>
                      <a:pt x="185" y="14"/>
                    </a:cubicBezTo>
                    <a:cubicBezTo>
                      <a:pt x="180" y="12"/>
                      <a:pt x="175" y="14"/>
                      <a:pt x="171" y="15"/>
                    </a:cubicBezTo>
                    <a:cubicBezTo>
                      <a:pt x="164" y="18"/>
                      <a:pt x="157" y="23"/>
                      <a:pt x="151" y="27"/>
                    </a:cubicBezTo>
                    <a:cubicBezTo>
                      <a:pt x="148" y="29"/>
                      <a:pt x="146" y="31"/>
                      <a:pt x="143" y="31"/>
                    </a:cubicBezTo>
                    <a:cubicBezTo>
                      <a:pt x="135" y="31"/>
                      <a:pt x="128" y="31"/>
                      <a:pt x="120" y="32"/>
                    </a:cubicBezTo>
                    <a:cubicBezTo>
                      <a:pt x="113" y="33"/>
                      <a:pt x="108" y="35"/>
                      <a:pt x="104" y="41"/>
                    </a:cubicBezTo>
                    <a:cubicBezTo>
                      <a:pt x="100" y="48"/>
                      <a:pt x="98" y="59"/>
                      <a:pt x="92" y="63"/>
                    </a:cubicBezTo>
                    <a:cubicBezTo>
                      <a:pt x="89" y="65"/>
                      <a:pt x="85" y="65"/>
                      <a:pt x="82" y="65"/>
                    </a:cubicBezTo>
                    <a:cubicBezTo>
                      <a:pt x="78" y="67"/>
                      <a:pt x="74" y="70"/>
                      <a:pt x="71" y="72"/>
                    </a:cubicBezTo>
                    <a:cubicBezTo>
                      <a:pt x="60" y="81"/>
                      <a:pt x="56" y="94"/>
                      <a:pt x="49" y="105"/>
                    </a:cubicBezTo>
                    <a:cubicBezTo>
                      <a:pt x="47" y="109"/>
                      <a:pt x="47" y="109"/>
                      <a:pt x="44" y="110"/>
                    </a:cubicBezTo>
                    <a:cubicBezTo>
                      <a:pt x="40" y="112"/>
                      <a:pt x="36" y="114"/>
                      <a:pt x="33" y="117"/>
                    </a:cubicBezTo>
                    <a:cubicBezTo>
                      <a:pt x="27" y="122"/>
                      <a:pt x="24" y="130"/>
                      <a:pt x="23" y="137"/>
                    </a:cubicBezTo>
                    <a:cubicBezTo>
                      <a:pt x="21" y="145"/>
                      <a:pt x="23" y="154"/>
                      <a:pt x="19" y="161"/>
                    </a:cubicBezTo>
                    <a:cubicBezTo>
                      <a:pt x="15" y="168"/>
                      <a:pt x="9" y="175"/>
                      <a:pt x="7" y="183"/>
                    </a:cubicBezTo>
                    <a:cubicBezTo>
                      <a:pt x="5" y="190"/>
                      <a:pt x="6" y="197"/>
                      <a:pt x="7" y="204"/>
                    </a:cubicBezTo>
                    <a:cubicBezTo>
                      <a:pt x="8" y="214"/>
                      <a:pt x="3" y="225"/>
                      <a:pt x="1" y="235"/>
                    </a:cubicBezTo>
                    <a:cubicBezTo>
                      <a:pt x="0" y="240"/>
                      <a:pt x="0" y="246"/>
                      <a:pt x="1" y="252"/>
                    </a:cubicBezTo>
                    <a:cubicBezTo>
                      <a:pt x="2" y="257"/>
                      <a:pt x="4" y="262"/>
                      <a:pt x="5" y="267"/>
                    </a:cubicBezTo>
                    <a:cubicBezTo>
                      <a:pt x="6" y="280"/>
                      <a:pt x="2" y="292"/>
                      <a:pt x="4" y="305"/>
                    </a:cubicBezTo>
                    <a:cubicBezTo>
                      <a:pt x="4" y="311"/>
                      <a:pt x="8" y="315"/>
                      <a:pt x="11" y="319"/>
                    </a:cubicBezTo>
                    <a:cubicBezTo>
                      <a:pt x="14" y="321"/>
                      <a:pt x="17" y="326"/>
                      <a:pt x="19" y="329"/>
                    </a:cubicBezTo>
                    <a:cubicBezTo>
                      <a:pt x="22" y="333"/>
                      <a:pt x="23" y="338"/>
                      <a:pt x="24" y="343"/>
                    </a:cubicBezTo>
                    <a:cubicBezTo>
                      <a:pt x="27" y="353"/>
                      <a:pt x="31" y="362"/>
                      <a:pt x="36" y="371"/>
                    </a:cubicBezTo>
                    <a:cubicBezTo>
                      <a:pt x="40" y="379"/>
                      <a:pt x="44" y="384"/>
                      <a:pt x="52" y="389"/>
                    </a:cubicBezTo>
                    <a:cubicBezTo>
                      <a:pt x="59" y="393"/>
                      <a:pt x="62" y="406"/>
                      <a:pt x="66" y="413"/>
                    </a:cubicBezTo>
                    <a:cubicBezTo>
                      <a:pt x="69" y="418"/>
                      <a:pt x="73" y="422"/>
                      <a:pt x="79" y="424"/>
                    </a:cubicBezTo>
                    <a:cubicBezTo>
                      <a:pt x="86" y="426"/>
                      <a:pt x="91" y="425"/>
                      <a:pt x="96" y="431"/>
                    </a:cubicBezTo>
                    <a:cubicBezTo>
                      <a:pt x="100" y="438"/>
                      <a:pt x="105" y="444"/>
                      <a:pt x="111" y="450"/>
                    </a:cubicBezTo>
                    <a:cubicBezTo>
                      <a:pt x="117" y="455"/>
                      <a:pt x="120" y="457"/>
                      <a:pt x="128" y="458"/>
                    </a:cubicBezTo>
                    <a:cubicBezTo>
                      <a:pt x="135" y="459"/>
                      <a:pt x="142" y="460"/>
                      <a:pt x="150" y="46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4" name="Freeform 1850">
                <a:extLst>
                  <a:ext uri="{FF2B5EF4-FFF2-40B4-BE49-F238E27FC236}">
                    <a16:creationId xmlns:a16="http://schemas.microsoft.com/office/drawing/2014/main" id="{303D9086-2641-4735-A949-536EDEFD2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546"/>
                <a:ext cx="29" cy="92"/>
              </a:xfrm>
              <a:custGeom>
                <a:avLst/>
                <a:gdLst>
                  <a:gd name="T0" fmla="*/ 76 w 18"/>
                  <a:gd name="T1" fmla="*/ 0 h 52"/>
                  <a:gd name="T2" fmla="*/ 42 w 18"/>
                  <a:gd name="T3" fmla="*/ 78 h 52"/>
                  <a:gd name="T4" fmla="*/ 13 w 18"/>
                  <a:gd name="T5" fmla="*/ 156 h 52"/>
                  <a:gd name="T6" fmla="*/ 0 w 18"/>
                  <a:gd name="T7" fmla="*/ 28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2">
                    <a:moveTo>
                      <a:pt x="18" y="0"/>
                    </a:moveTo>
                    <a:cubicBezTo>
                      <a:pt x="17" y="5"/>
                      <a:pt x="13" y="10"/>
                      <a:pt x="10" y="14"/>
                    </a:cubicBezTo>
                    <a:cubicBezTo>
                      <a:pt x="8" y="18"/>
                      <a:pt x="5" y="23"/>
                      <a:pt x="3" y="28"/>
                    </a:cubicBezTo>
                    <a:cubicBezTo>
                      <a:pt x="0" y="36"/>
                      <a:pt x="0" y="44"/>
                      <a:pt x="0" y="5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5" name="Freeform 1851">
                <a:extLst>
                  <a:ext uri="{FF2B5EF4-FFF2-40B4-BE49-F238E27FC236}">
                    <a16:creationId xmlns:a16="http://schemas.microsoft.com/office/drawing/2014/main" id="{C35F5114-CFB1-4B22-93B1-B020C9746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652"/>
                <a:ext cx="18" cy="104"/>
              </a:xfrm>
              <a:custGeom>
                <a:avLst/>
                <a:gdLst>
                  <a:gd name="T0" fmla="*/ 47 w 11"/>
                  <a:gd name="T1" fmla="*/ 0 h 59"/>
                  <a:gd name="T2" fmla="*/ 18 w 11"/>
                  <a:gd name="T3" fmla="*/ 78 h 59"/>
                  <a:gd name="T4" fmla="*/ 0 w 11"/>
                  <a:gd name="T5" fmla="*/ 192 h 59"/>
                  <a:gd name="T6" fmla="*/ 21 w 11"/>
                  <a:gd name="T7" fmla="*/ 323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9">
                    <a:moveTo>
                      <a:pt x="11" y="0"/>
                    </a:moveTo>
                    <a:cubicBezTo>
                      <a:pt x="11" y="4"/>
                      <a:pt x="6" y="10"/>
                      <a:pt x="4" y="14"/>
                    </a:cubicBezTo>
                    <a:cubicBezTo>
                      <a:pt x="0" y="21"/>
                      <a:pt x="0" y="28"/>
                      <a:pt x="0" y="35"/>
                    </a:cubicBezTo>
                    <a:cubicBezTo>
                      <a:pt x="0" y="44"/>
                      <a:pt x="3" y="52"/>
                      <a:pt x="5" y="5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6" name="Freeform 1852">
                <a:extLst>
                  <a:ext uri="{FF2B5EF4-FFF2-40B4-BE49-F238E27FC236}">
                    <a16:creationId xmlns:a16="http://schemas.microsoft.com/office/drawing/2014/main" id="{AFE1A6D2-6C0B-4815-AB89-3184E0E99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456"/>
                <a:ext cx="63" cy="81"/>
              </a:xfrm>
              <a:custGeom>
                <a:avLst/>
                <a:gdLst>
                  <a:gd name="T0" fmla="*/ 0 w 38"/>
                  <a:gd name="T1" fmla="*/ 252 h 46"/>
                  <a:gd name="T2" fmla="*/ 96 w 38"/>
                  <a:gd name="T3" fmla="*/ 37 h 46"/>
                  <a:gd name="T4" fmla="*/ 172 w 3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6">
                    <a:moveTo>
                      <a:pt x="0" y="46"/>
                    </a:moveTo>
                    <a:cubicBezTo>
                      <a:pt x="4" y="33"/>
                      <a:pt x="10" y="17"/>
                      <a:pt x="21" y="7"/>
                    </a:cubicBezTo>
                    <a:cubicBezTo>
                      <a:pt x="25" y="5"/>
                      <a:pt x="34" y="0"/>
                      <a:pt x="38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7" name="Freeform 1853">
                <a:extLst>
                  <a:ext uri="{FF2B5EF4-FFF2-40B4-BE49-F238E27FC236}">
                    <a16:creationId xmlns:a16="http://schemas.microsoft.com/office/drawing/2014/main" id="{09A7CD16-80DE-4C5D-A169-45A8AACF4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601"/>
                <a:ext cx="32" cy="92"/>
              </a:xfrm>
              <a:custGeom>
                <a:avLst/>
                <a:gdLst>
                  <a:gd name="T0" fmla="*/ 91 w 19"/>
                  <a:gd name="T1" fmla="*/ 0 h 52"/>
                  <a:gd name="T2" fmla="*/ 13 w 19"/>
                  <a:gd name="T3" fmla="*/ 150 h 52"/>
                  <a:gd name="T4" fmla="*/ 22 w 19"/>
                  <a:gd name="T5" fmla="*/ 2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cubicBezTo>
                      <a:pt x="13" y="9"/>
                      <a:pt x="6" y="16"/>
                      <a:pt x="3" y="27"/>
                    </a:cubicBezTo>
                    <a:cubicBezTo>
                      <a:pt x="0" y="34"/>
                      <a:pt x="2" y="45"/>
                      <a:pt x="5" y="5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8" name="Freeform 1854">
                <a:extLst>
                  <a:ext uri="{FF2B5EF4-FFF2-40B4-BE49-F238E27FC236}">
                    <a16:creationId xmlns:a16="http://schemas.microsoft.com/office/drawing/2014/main" id="{FAC27E2E-0E5E-42C9-BDD8-36209875D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489"/>
                <a:ext cx="62" cy="126"/>
              </a:xfrm>
              <a:custGeom>
                <a:avLst/>
                <a:gdLst>
                  <a:gd name="T0" fmla="*/ 174 w 37"/>
                  <a:gd name="T1" fmla="*/ 0 h 71"/>
                  <a:gd name="T2" fmla="*/ 117 w 37"/>
                  <a:gd name="T3" fmla="*/ 85 h 71"/>
                  <a:gd name="T4" fmla="*/ 50 w 37"/>
                  <a:gd name="T5" fmla="*/ 202 h 71"/>
                  <a:gd name="T6" fmla="*/ 0 w 37"/>
                  <a:gd name="T7" fmla="*/ 398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1">
                    <a:moveTo>
                      <a:pt x="37" y="0"/>
                    </a:moveTo>
                    <a:cubicBezTo>
                      <a:pt x="32" y="3"/>
                      <a:pt x="28" y="11"/>
                      <a:pt x="25" y="15"/>
                    </a:cubicBezTo>
                    <a:cubicBezTo>
                      <a:pt x="20" y="22"/>
                      <a:pt x="16" y="29"/>
                      <a:pt x="11" y="36"/>
                    </a:cubicBezTo>
                    <a:cubicBezTo>
                      <a:pt x="5" y="47"/>
                      <a:pt x="0" y="58"/>
                      <a:pt x="0" y="7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9" name="Freeform 1855">
                <a:extLst>
                  <a:ext uri="{FF2B5EF4-FFF2-40B4-BE49-F238E27FC236}">
                    <a16:creationId xmlns:a16="http://schemas.microsoft.com/office/drawing/2014/main" id="{EF1C7B90-0365-4E92-870C-69DBBE7B4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758"/>
                <a:ext cx="16" cy="103"/>
              </a:xfrm>
              <a:custGeom>
                <a:avLst/>
                <a:gdLst>
                  <a:gd name="T0" fmla="*/ 29 w 10"/>
                  <a:gd name="T1" fmla="*/ 0 h 58"/>
                  <a:gd name="T2" fmla="*/ 8 w 10"/>
                  <a:gd name="T3" fmla="*/ 195 h 58"/>
                  <a:gd name="T4" fmla="*/ 42 w 10"/>
                  <a:gd name="T5" fmla="*/ 325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8">
                    <a:moveTo>
                      <a:pt x="7" y="0"/>
                    </a:moveTo>
                    <a:cubicBezTo>
                      <a:pt x="7" y="12"/>
                      <a:pt x="0" y="23"/>
                      <a:pt x="2" y="35"/>
                    </a:cubicBezTo>
                    <a:cubicBezTo>
                      <a:pt x="3" y="43"/>
                      <a:pt x="7" y="50"/>
                      <a:pt x="10" y="5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0" name="Freeform 1856">
                <a:extLst>
                  <a:ext uri="{FF2B5EF4-FFF2-40B4-BE49-F238E27FC236}">
                    <a16:creationId xmlns:a16="http://schemas.microsoft.com/office/drawing/2014/main" id="{D12B22B1-3F42-4991-9E89-E092489F5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873"/>
                <a:ext cx="53" cy="113"/>
              </a:xfrm>
              <a:custGeom>
                <a:avLst/>
                <a:gdLst>
                  <a:gd name="T0" fmla="*/ 146 w 32"/>
                  <a:gd name="T1" fmla="*/ 353 h 64"/>
                  <a:gd name="T2" fmla="*/ 83 w 32"/>
                  <a:gd name="T3" fmla="*/ 272 h 64"/>
                  <a:gd name="T4" fmla="*/ 22 w 32"/>
                  <a:gd name="T5" fmla="*/ 166 h 64"/>
                  <a:gd name="T6" fmla="*/ 8 w 32"/>
                  <a:gd name="T7" fmla="*/ 57 h 64"/>
                  <a:gd name="T8" fmla="*/ 0 w 32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4">
                    <a:moveTo>
                      <a:pt x="32" y="64"/>
                    </a:moveTo>
                    <a:cubicBezTo>
                      <a:pt x="27" y="60"/>
                      <a:pt x="23" y="54"/>
                      <a:pt x="18" y="49"/>
                    </a:cubicBezTo>
                    <a:cubicBezTo>
                      <a:pt x="13" y="44"/>
                      <a:pt x="8" y="38"/>
                      <a:pt x="5" y="30"/>
                    </a:cubicBezTo>
                    <a:cubicBezTo>
                      <a:pt x="3" y="24"/>
                      <a:pt x="2" y="16"/>
                      <a:pt x="2" y="10"/>
                    </a:cubicBezTo>
                    <a:cubicBezTo>
                      <a:pt x="1" y="6"/>
                      <a:pt x="0" y="3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1" name="Freeform 1857">
                <a:extLst>
                  <a:ext uri="{FF2B5EF4-FFF2-40B4-BE49-F238E27FC236}">
                    <a16:creationId xmlns:a16="http://schemas.microsoft.com/office/drawing/2014/main" id="{6CF85FE6-6E41-4D3B-B14E-406384CAC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985"/>
                <a:ext cx="57" cy="81"/>
              </a:xfrm>
              <a:custGeom>
                <a:avLst/>
                <a:gdLst>
                  <a:gd name="T0" fmla="*/ 161 w 34"/>
                  <a:gd name="T1" fmla="*/ 252 h 46"/>
                  <a:gd name="T2" fmla="*/ 20 w 34"/>
                  <a:gd name="T3" fmla="*/ 127 h 46"/>
                  <a:gd name="T4" fmla="*/ 5 w 34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6">
                    <a:moveTo>
                      <a:pt x="34" y="46"/>
                    </a:moveTo>
                    <a:cubicBezTo>
                      <a:pt x="23" y="40"/>
                      <a:pt x="12" y="35"/>
                      <a:pt x="4" y="23"/>
                    </a:cubicBezTo>
                    <a:cubicBezTo>
                      <a:pt x="0" y="16"/>
                      <a:pt x="0" y="7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2" name="Freeform 1858">
                <a:extLst>
                  <a:ext uri="{FF2B5EF4-FFF2-40B4-BE49-F238E27FC236}">
                    <a16:creationId xmlns:a16="http://schemas.microsoft.com/office/drawing/2014/main" id="{E1F6365B-91E6-4E26-8F80-FE9594303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3073"/>
                <a:ext cx="69" cy="57"/>
              </a:xfrm>
              <a:custGeom>
                <a:avLst/>
                <a:gdLst>
                  <a:gd name="T0" fmla="*/ 186 w 42"/>
                  <a:gd name="T1" fmla="*/ 182 h 32"/>
                  <a:gd name="T2" fmla="*/ 49 w 42"/>
                  <a:gd name="T3" fmla="*/ 93 h 32"/>
                  <a:gd name="T4" fmla="*/ 0 w 4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2">
                    <a:moveTo>
                      <a:pt x="42" y="32"/>
                    </a:moveTo>
                    <a:cubicBezTo>
                      <a:pt x="28" y="32"/>
                      <a:pt x="19" y="26"/>
                      <a:pt x="11" y="16"/>
                    </a:cubicBezTo>
                    <a:cubicBezTo>
                      <a:pt x="7" y="11"/>
                      <a:pt x="4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3" name="Freeform 1859">
                <a:extLst>
                  <a:ext uri="{FF2B5EF4-FFF2-40B4-BE49-F238E27FC236}">
                    <a16:creationId xmlns:a16="http://schemas.microsoft.com/office/drawing/2014/main" id="{C94774E9-6035-4388-AB61-947145358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693"/>
                <a:ext cx="19" cy="118"/>
              </a:xfrm>
              <a:custGeom>
                <a:avLst/>
                <a:gdLst>
                  <a:gd name="T0" fmla="*/ 57 w 11"/>
                  <a:gd name="T1" fmla="*/ 0 h 67"/>
                  <a:gd name="T2" fmla="*/ 36 w 11"/>
                  <a:gd name="T3" fmla="*/ 56 h 67"/>
                  <a:gd name="T4" fmla="*/ 21 w 11"/>
                  <a:gd name="T5" fmla="*/ 122 h 67"/>
                  <a:gd name="T6" fmla="*/ 5 w 11"/>
                  <a:gd name="T7" fmla="*/ 201 h 67"/>
                  <a:gd name="T8" fmla="*/ 48 w 11"/>
                  <a:gd name="T9" fmla="*/ 36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7">
                    <a:moveTo>
                      <a:pt x="11" y="0"/>
                    </a:moveTo>
                    <a:cubicBezTo>
                      <a:pt x="8" y="2"/>
                      <a:pt x="8" y="7"/>
                      <a:pt x="7" y="10"/>
                    </a:cubicBezTo>
                    <a:cubicBezTo>
                      <a:pt x="6" y="14"/>
                      <a:pt x="5" y="18"/>
                      <a:pt x="4" y="22"/>
                    </a:cubicBezTo>
                    <a:cubicBezTo>
                      <a:pt x="2" y="27"/>
                      <a:pt x="1" y="32"/>
                      <a:pt x="1" y="37"/>
                    </a:cubicBezTo>
                    <a:cubicBezTo>
                      <a:pt x="0" y="48"/>
                      <a:pt x="5" y="58"/>
                      <a:pt x="9" y="6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4" name="Freeform 1860">
                <a:extLst>
                  <a:ext uri="{FF2B5EF4-FFF2-40B4-BE49-F238E27FC236}">
                    <a16:creationId xmlns:a16="http://schemas.microsoft.com/office/drawing/2014/main" id="{B6997B31-3ADA-447B-8FEC-206B331C5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820"/>
                <a:ext cx="29" cy="101"/>
              </a:xfrm>
              <a:custGeom>
                <a:avLst/>
                <a:gdLst>
                  <a:gd name="T0" fmla="*/ 84 w 17"/>
                  <a:gd name="T1" fmla="*/ 317 h 57"/>
                  <a:gd name="T2" fmla="*/ 41 w 17"/>
                  <a:gd name="T3" fmla="*/ 229 h 57"/>
                  <a:gd name="T4" fmla="*/ 9 w 17"/>
                  <a:gd name="T5" fmla="*/ 145 h 57"/>
                  <a:gd name="T6" fmla="*/ 15 w 17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7">
                    <a:moveTo>
                      <a:pt x="17" y="57"/>
                    </a:moveTo>
                    <a:cubicBezTo>
                      <a:pt x="15" y="51"/>
                      <a:pt x="10" y="47"/>
                      <a:pt x="8" y="41"/>
                    </a:cubicBezTo>
                    <a:cubicBezTo>
                      <a:pt x="5" y="36"/>
                      <a:pt x="3" y="31"/>
                      <a:pt x="2" y="26"/>
                    </a:cubicBezTo>
                    <a:cubicBezTo>
                      <a:pt x="1" y="18"/>
                      <a:pt x="0" y="7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5" name="Freeform 1861">
                <a:extLst>
                  <a:ext uri="{FF2B5EF4-FFF2-40B4-BE49-F238E27FC236}">
                    <a16:creationId xmlns:a16="http://schemas.microsoft.com/office/drawing/2014/main" id="{508028CA-0BB7-4535-864B-44E267163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939"/>
                <a:ext cx="42" cy="76"/>
              </a:xfrm>
              <a:custGeom>
                <a:avLst/>
                <a:gdLst>
                  <a:gd name="T0" fmla="*/ 0 w 25"/>
                  <a:gd name="T1" fmla="*/ 0 h 43"/>
                  <a:gd name="T2" fmla="*/ 20 w 25"/>
                  <a:gd name="T3" fmla="*/ 85 h 43"/>
                  <a:gd name="T4" fmla="*/ 49 w 25"/>
                  <a:gd name="T5" fmla="*/ 150 h 43"/>
                  <a:gd name="T6" fmla="*/ 119 w 25"/>
                  <a:gd name="T7" fmla="*/ 23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3">
                    <a:moveTo>
                      <a:pt x="0" y="0"/>
                    </a:moveTo>
                    <a:cubicBezTo>
                      <a:pt x="3" y="3"/>
                      <a:pt x="2" y="11"/>
                      <a:pt x="4" y="15"/>
                    </a:cubicBezTo>
                    <a:cubicBezTo>
                      <a:pt x="5" y="20"/>
                      <a:pt x="7" y="24"/>
                      <a:pt x="10" y="27"/>
                    </a:cubicBezTo>
                    <a:cubicBezTo>
                      <a:pt x="14" y="33"/>
                      <a:pt x="21" y="37"/>
                      <a:pt x="25" y="4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6" name="Freeform 1862">
                <a:extLst>
                  <a:ext uri="{FF2B5EF4-FFF2-40B4-BE49-F238E27FC236}">
                    <a16:creationId xmlns:a16="http://schemas.microsoft.com/office/drawing/2014/main" id="{C9A62DAE-463D-4310-A50B-0D0135E7A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3043"/>
                <a:ext cx="67" cy="60"/>
              </a:xfrm>
              <a:custGeom>
                <a:avLst/>
                <a:gdLst>
                  <a:gd name="T0" fmla="*/ 0 w 40"/>
                  <a:gd name="T1" fmla="*/ 0 h 34"/>
                  <a:gd name="T2" fmla="*/ 95 w 40"/>
                  <a:gd name="T3" fmla="*/ 109 h 34"/>
                  <a:gd name="T4" fmla="*/ 141 w 40"/>
                  <a:gd name="T5" fmla="*/ 171 h 34"/>
                  <a:gd name="T6" fmla="*/ 188 w 40"/>
                  <a:gd name="T7" fmla="*/ 18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34">
                    <a:moveTo>
                      <a:pt x="0" y="0"/>
                    </a:moveTo>
                    <a:cubicBezTo>
                      <a:pt x="7" y="8"/>
                      <a:pt x="12" y="14"/>
                      <a:pt x="20" y="20"/>
                    </a:cubicBezTo>
                    <a:cubicBezTo>
                      <a:pt x="24" y="23"/>
                      <a:pt x="26" y="28"/>
                      <a:pt x="30" y="31"/>
                    </a:cubicBezTo>
                    <a:cubicBezTo>
                      <a:pt x="33" y="32"/>
                      <a:pt x="37" y="32"/>
                      <a:pt x="40" y="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7" name="Freeform 1863">
                <a:extLst>
                  <a:ext uri="{FF2B5EF4-FFF2-40B4-BE49-F238E27FC236}">
                    <a16:creationId xmlns:a16="http://schemas.microsoft.com/office/drawing/2014/main" id="{20A96CAC-EBE3-4C6D-971C-FE9CECFB5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389"/>
                <a:ext cx="58" cy="60"/>
              </a:xfrm>
              <a:custGeom>
                <a:avLst/>
                <a:gdLst>
                  <a:gd name="T0" fmla="*/ 159 w 35"/>
                  <a:gd name="T1" fmla="*/ 7 h 34"/>
                  <a:gd name="T2" fmla="*/ 109 w 35"/>
                  <a:gd name="T3" fmla="*/ 37 h 34"/>
                  <a:gd name="T4" fmla="*/ 55 w 35"/>
                  <a:gd name="T5" fmla="*/ 86 h 34"/>
                  <a:gd name="T6" fmla="*/ 0 w 35"/>
                  <a:gd name="T7" fmla="*/ 18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4">
                    <a:moveTo>
                      <a:pt x="35" y="1"/>
                    </a:moveTo>
                    <a:cubicBezTo>
                      <a:pt x="32" y="0"/>
                      <a:pt x="26" y="5"/>
                      <a:pt x="24" y="7"/>
                    </a:cubicBezTo>
                    <a:cubicBezTo>
                      <a:pt x="20" y="9"/>
                      <a:pt x="16" y="12"/>
                      <a:pt x="12" y="16"/>
                    </a:cubicBezTo>
                    <a:cubicBezTo>
                      <a:pt x="6" y="21"/>
                      <a:pt x="3" y="27"/>
                      <a:pt x="0" y="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8" name="Freeform 1864">
                <a:extLst>
                  <a:ext uri="{FF2B5EF4-FFF2-40B4-BE49-F238E27FC236}">
                    <a16:creationId xmlns:a16="http://schemas.microsoft.com/office/drawing/2014/main" id="{86BE57AC-C225-4131-8A96-109432C4C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348"/>
                <a:ext cx="87" cy="34"/>
              </a:xfrm>
              <a:custGeom>
                <a:avLst/>
                <a:gdLst>
                  <a:gd name="T0" fmla="*/ 235 w 53"/>
                  <a:gd name="T1" fmla="*/ 7 h 19"/>
                  <a:gd name="T2" fmla="*/ 80 w 53"/>
                  <a:gd name="T3" fmla="*/ 36 h 19"/>
                  <a:gd name="T4" fmla="*/ 26 w 53"/>
                  <a:gd name="T5" fmla="*/ 81 h 19"/>
                  <a:gd name="T6" fmla="*/ 0 w 53"/>
                  <a:gd name="T7" fmla="*/ 10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53" y="1"/>
                    </a:moveTo>
                    <a:cubicBezTo>
                      <a:pt x="41" y="1"/>
                      <a:pt x="29" y="0"/>
                      <a:pt x="18" y="6"/>
                    </a:cubicBezTo>
                    <a:cubicBezTo>
                      <a:pt x="14" y="8"/>
                      <a:pt x="9" y="11"/>
                      <a:pt x="6" y="14"/>
                    </a:cubicBezTo>
                    <a:cubicBezTo>
                      <a:pt x="4" y="16"/>
                      <a:pt x="2" y="18"/>
                      <a:pt x="0" y="1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9" name="Freeform 1865">
                <a:extLst>
                  <a:ext uri="{FF2B5EF4-FFF2-40B4-BE49-F238E27FC236}">
                    <a16:creationId xmlns:a16="http://schemas.microsoft.com/office/drawing/2014/main" id="{92DBBF41-0189-44EA-A8C0-8CCDF57D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25"/>
                <a:ext cx="78" cy="25"/>
              </a:xfrm>
              <a:custGeom>
                <a:avLst/>
                <a:gdLst>
                  <a:gd name="T0" fmla="*/ 214 w 47"/>
                  <a:gd name="T1" fmla="*/ 13 h 14"/>
                  <a:gd name="T2" fmla="*/ 83 w 47"/>
                  <a:gd name="T3" fmla="*/ 23 h 14"/>
                  <a:gd name="T4" fmla="*/ 0 w 47"/>
                  <a:gd name="T5" fmla="*/ 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47" y="2"/>
                    </a:moveTo>
                    <a:cubicBezTo>
                      <a:pt x="37" y="2"/>
                      <a:pt x="28" y="0"/>
                      <a:pt x="18" y="4"/>
                    </a:cubicBezTo>
                    <a:cubicBezTo>
                      <a:pt x="12" y="7"/>
                      <a:pt x="6" y="11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0" name="Freeform 1866">
                <a:extLst>
                  <a:ext uri="{FF2B5EF4-FFF2-40B4-BE49-F238E27FC236}">
                    <a16:creationId xmlns:a16="http://schemas.microsoft.com/office/drawing/2014/main" id="{7376EF73-016F-4524-9B2F-6224F14BD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353"/>
                <a:ext cx="73" cy="43"/>
              </a:xfrm>
              <a:custGeom>
                <a:avLst/>
                <a:gdLst>
                  <a:gd name="T0" fmla="*/ 201 w 44"/>
                  <a:gd name="T1" fmla="*/ 0 h 24"/>
                  <a:gd name="T2" fmla="*/ 138 w 44"/>
                  <a:gd name="T3" fmla="*/ 13 h 24"/>
                  <a:gd name="T4" fmla="*/ 75 w 44"/>
                  <a:gd name="T5" fmla="*/ 52 h 24"/>
                  <a:gd name="T6" fmla="*/ 0 w 44"/>
                  <a:gd name="T7" fmla="*/ 13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4">
                    <a:moveTo>
                      <a:pt x="44" y="0"/>
                    </a:moveTo>
                    <a:cubicBezTo>
                      <a:pt x="39" y="0"/>
                      <a:pt x="35" y="1"/>
                      <a:pt x="30" y="2"/>
                    </a:cubicBezTo>
                    <a:cubicBezTo>
                      <a:pt x="25" y="4"/>
                      <a:pt x="21" y="6"/>
                      <a:pt x="16" y="9"/>
                    </a:cubicBezTo>
                    <a:cubicBezTo>
                      <a:pt x="11" y="12"/>
                      <a:pt x="2" y="17"/>
                      <a:pt x="0" y="2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1" name="Freeform 1867">
                <a:extLst>
                  <a:ext uri="{FF2B5EF4-FFF2-40B4-BE49-F238E27FC236}">
                    <a16:creationId xmlns:a16="http://schemas.microsoft.com/office/drawing/2014/main" id="{1F493CAB-2936-4CE6-9500-6E76D3C1B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408"/>
                <a:ext cx="58" cy="55"/>
              </a:xfrm>
              <a:custGeom>
                <a:avLst/>
                <a:gdLst>
                  <a:gd name="T0" fmla="*/ 0 w 35"/>
                  <a:gd name="T1" fmla="*/ 174 h 31"/>
                  <a:gd name="T2" fmla="*/ 159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3" y="13"/>
                      <a:pt x="21" y="6"/>
                      <a:pt x="3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2" name="Freeform 1868">
                <a:extLst>
                  <a:ext uri="{FF2B5EF4-FFF2-40B4-BE49-F238E27FC236}">
                    <a16:creationId xmlns:a16="http://schemas.microsoft.com/office/drawing/2014/main" id="{012AE63E-9451-4414-9CCA-20B4C0B58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330"/>
                <a:ext cx="85" cy="25"/>
              </a:xfrm>
              <a:custGeom>
                <a:avLst/>
                <a:gdLst>
                  <a:gd name="T0" fmla="*/ 237 w 51"/>
                  <a:gd name="T1" fmla="*/ 0 h 14"/>
                  <a:gd name="T2" fmla="*/ 158 w 51"/>
                  <a:gd name="T3" fmla="*/ 7 h 14"/>
                  <a:gd name="T4" fmla="*/ 97 w 51"/>
                  <a:gd name="T5" fmla="*/ 23 h 14"/>
                  <a:gd name="T6" fmla="*/ 42 w 51"/>
                  <a:gd name="T7" fmla="*/ 52 h 14"/>
                  <a:gd name="T8" fmla="*/ 0 w 51"/>
                  <a:gd name="T9" fmla="*/ 8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">
                    <a:moveTo>
                      <a:pt x="51" y="0"/>
                    </a:moveTo>
                    <a:cubicBezTo>
                      <a:pt x="46" y="1"/>
                      <a:pt x="39" y="0"/>
                      <a:pt x="34" y="1"/>
                    </a:cubicBezTo>
                    <a:cubicBezTo>
                      <a:pt x="29" y="2"/>
                      <a:pt x="25" y="3"/>
                      <a:pt x="21" y="4"/>
                    </a:cubicBezTo>
                    <a:cubicBezTo>
                      <a:pt x="17" y="5"/>
                      <a:pt x="13" y="7"/>
                      <a:pt x="9" y="9"/>
                    </a:cubicBezTo>
                    <a:cubicBezTo>
                      <a:pt x="7" y="10"/>
                      <a:pt x="2" y="12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3" name="Freeform 1869">
                <a:extLst>
                  <a:ext uri="{FF2B5EF4-FFF2-40B4-BE49-F238E27FC236}">
                    <a16:creationId xmlns:a16="http://schemas.microsoft.com/office/drawing/2014/main" id="{57B55272-E04C-4C2C-81EE-9924FB550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332"/>
                <a:ext cx="306" cy="237"/>
              </a:xfrm>
              <a:custGeom>
                <a:avLst/>
                <a:gdLst>
                  <a:gd name="T0" fmla="*/ 0 w 185"/>
                  <a:gd name="T1" fmla="*/ 60 h 134"/>
                  <a:gd name="T2" fmla="*/ 112 w 185"/>
                  <a:gd name="T3" fmla="*/ 12 h 134"/>
                  <a:gd name="T4" fmla="*/ 151 w 185"/>
                  <a:gd name="T5" fmla="*/ 12 h 134"/>
                  <a:gd name="T6" fmla="*/ 189 w 185"/>
                  <a:gd name="T7" fmla="*/ 65 h 134"/>
                  <a:gd name="T8" fmla="*/ 227 w 185"/>
                  <a:gd name="T9" fmla="*/ 110 h 134"/>
                  <a:gd name="T10" fmla="*/ 268 w 185"/>
                  <a:gd name="T11" fmla="*/ 115 h 134"/>
                  <a:gd name="T12" fmla="*/ 359 w 185"/>
                  <a:gd name="T13" fmla="*/ 131 h 134"/>
                  <a:gd name="T14" fmla="*/ 422 w 185"/>
                  <a:gd name="T15" fmla="*/ 203 h 134"/>
                  <a:gd name="T16" fmla="*/ 498 w 185"/>
                  <a:gd name="T17" fmla="*/ 260 h 134"/>
                  <a:gd name="T18" fmla="*/ 660 w 185"/>
                  <a:gd name="T19" fmla="*/ 382 h 134"/>
                  <a:gd name="T20" fmla="*/ 670 w 185"/>
                  <a:gd name="T21" fmla="*/ 447 h 134"/>
                  <a:gd name="T22" fmla="*/ 691 w 185"/>
                  <a:gd name="T23" fmla="*/ 481 h 134"/>
                  <a:gd name="T24" fmla="*/ 815 w 185"/>
                  <a:gd name="T25" fmla="*/ 614 h 134"/>
                  <a:gd name="T26" fmla="*/ 832 w 185"/>
                  <a:gd name="T27" fmla="*/ 697 h 134"/>
                  <a:gd name="T28" fmla="*/ 837 w 185"/>
                  <a:gd name="T29" fmla="*/ 741 h 1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5" h="134">
                    <a:moveTo>
                      <a:pt x="0" y="11"/>
                    </a:moveTo>
                    <a:cubicBezTo>
                      <a:pt x="6" y="6"/>
                      <a:pt x="17" y="4"/>
                      <a:pt x="25" y="2"/>
                    </a:cubicBezTo>
                    <a:cubicBezTo>
                      <a:pt x="28" y="1"/>
                      <a:pt x="30" y="0"/>
                      <a:pt x="33" y="2"/>
                    </a:cubicBezTo>
                    <a:cubicBezTo>
                      <a:pt x="37" y="4"/>
                      <a:pt x="39" y="9"/>
                      <a:pt x="42" y="12"/>
                    </a:cubicBezTo>
                    <a:cubicBezTo>
                      <a:pt x="44" y="15"/>
                      <a:pt x="46" y="19"/>
                      <a:pt x="50" y="20"/>
                    </a:cubicBezTo>
                    <a:cubicBezTo>
                      <a:pt x="53" y="22"/>
                      <a:pt x="56" y="21"/>
                      <a:pt x="59" y="21"/>
                    </a:cubicBezTo>
                    <a:cubicBezTo>
                      <a:pt x="66" y="21"/>
                      <a:pt x="73" y="21"/>
                      <a:pt x="79" y="24"/>
                    </a:cubicBezTo>
                    <a:cubicBezTo>
                      <a:pt x="87" y="26"/>
                      <a:pt x="89" y="31"/>
                      <a:pt x="93" y="37"/>
                    </a:cubicBezTo>
                    <a:cubicBezTo>
                      <a:pt x="97" y="42"/>
                      <a:pt x="104" y="45"/>
                      <a:pt x="110" y="47"/>
                    </a:cubicBezTo>
                    <a:cubicBezTo>
                      <a:pt x="123" y="51"/>
                      <a:pt x="138" y="56"/>
                      <a:pt x="146" y="69"/>
                    </a:cubicBezTo>
                    <a:cubicBezTo>
                      <a:pt x="147" y="73"/>
                      <a:pt x="148" y="77"/>
                      <a:pt x="148" y="81"/>
                    </a:cubicBezTo>
                    <a:cubicBezTo>
                      <a:pt x="149" y="84"/>
                      <a:pt x="150" y="85"/>
                      <a:pt x="153" y="87"/>
                    </a:cubicBezTo>
                    <a:cubicBezTo>
                      <a:pt x="163" y="94"/>
                      <a:pt x="174" y="100"/>
                      <a:pt x="180" y="111"/>
                    </a:cubicBezTo>
                    <a:cubicBezTo>
                      <a:pt x="183" y="115"/>
                      <a:pt x="184" y="121"/>
                      <a:pt x="184" y="126"/>
                    </a:cubicBezTo>
                    <a:cubicBezTo>
                      <a:pt x="184" y="129"/>
                      <a:pt x="184" y="132"/>
                      <a:pt x="185" y="1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4" name="Freeform 1870">
                <a:extLst>
                  <a:ext uri="{FF2B5EF4-FFF2-40B4-BE49-F238E27FC236}">
                    <a16:creationId xmlns:a16="http://schemas.microsoft.com/office/drawing/2014/main" id="{B466EE8C-E709-4685-AB03-BFB271397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323"/>
                <a:ext cx="61" cy="16"/>
              </a:xfrm>
              <a:custGeom>
                <a:avLst/>
                <a:gdLst>
                  <a:gd name="T0" fmla="*/ 0 w 37"/>
                  <a:gd name="T1" fmla="*/ 21 h 9"/>
                  <a:gd name="T2" fmla="*/ 49 w 37"/>
                  <a:gd name="T3" fmla="*/ 7 h 9"/>
                  <a:gd name="T4" fmla="*/ 104 w 37"/>
                  <a:gd name="T5" fmla="*/ 7 h 9"/>
                  <a:gd name="T6" fmla="*/ 147 w 37"/>
                  <a:gd name="T7" fmla="*/ 36 h 9"/>
                  <a:gd name="T8" fmla="*/ 167 w 37"/>
                  <a:gd name="T9" fmla="*/ 5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4"/>
                    </a:moveTo>
                    <a:cubicBezTo>
                      <a:pt x="4" y="4"/>
                      <a:pt x="8" y="2"/>
                      <a:pt x="11" y="1"/>
                    </a:cubicBezTo>
                    <a:cubicBezTo>
                      <a:pt x="15" y="0"/>
                      <a:pt x="20" y="0"/>
                      <a:pt x="23" y="1"/>
                    </a:cubicBezTo>
                    <a:cubicBezTo>
                      <a:pt x="27" y="2"/>
                      <a:pt x="30" y="4"/>
                      <a:pt x="33" y="6"/>
                    </a:cubicBezTo>
                    <a:cubicBezTo>
                      <a:pt x="34" y="7"/>
                      <a:pt x="36" y="8"/>
                      <a:pt x="37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5" name="Freeform 1871">
                <a:extLst>
                  <a:ext uri="{FF2B5EF4-FFF2-40B4-BE49-F238E27FC236}">
                    <a16:creationId xmlns:a16="http://schemas.microsoft.com/office/drawing/2014/main" id="{8788E7E2-867F-4FD8-B79E-C9D156065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337"/>
                <a:ext cx="73" cy="38"/>
              </a:xfrm>
              <a:custGeom>
                <a:avLst/>
                <a:gdLst>
                  <a:gd name="T0" fmla="*/ 0 w 44"/>
                  <a:gd name="T1" fmla="*/ 0 h 21"/>
                  <a:gd name="T2" fmla="*/ 50 w 44"/>
                  <a:gd name="T3" fmla="*/ 24 h 21"/>
                  <a:gd name="T4" fmla="*/ 133 w 44"/>
                  <a:gd name="T5" fmla="*/ 52 h 21"/>
                  <a:gd name="T6" fmla="*/ 201 w 44"/>
                  <a:gd name="T7" fmla="*/ 12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1" y="2"/>
                      <a:pt x="8" y="3"/>
                      <a:pt x="11" y="4"/>
                    </a:cubicBezTo>
                    <a:cubicBezTo>
                      <a:pt x="17" y="5"/>
                      <a:pt x="23" y="7"/>
                      <a:pt x="29" y="9"/>
                    </a:cubicBezTo>
                    <a:cubicBezTo>
                      <a:pt x="35" y="11"/>
                      <a:pt x="41" y="16"/>
                      <a:pt x="44" y="2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6" name="Freeform 1872">
                <a:extLst>
                  <a:ext uri="{FF2B5EF4-FFF2-40B4-BE49-F238E27FC236}">
                    <a16:creationId xmlns:a16="http://schemas.microsoft.com/office/drawing/2014/main" id="{733237F3-B60E-4D40-805B-27EFBD552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380"/>
                <a:ext cx="71" cy="46"/>
              </a:xfrm>
              <a:custGeom>
                <a:avLst/>
                <a:gdLst>
                  <a:gd name="T0" fmla="*/ 0 w 43"/>
                  <a:gd name="T1" fmla="*/ 0 h 26"/>
                  <a:gd name="T2" fmla="*/ 76 w 43"/>
                  <a:gd name="T3" fmla="*/ 28 h 26"/>
                  <a:gd name="T4" fmla="*/ 145 w 43"/>
                  <a:gd name="T5" fmla="*/ 73 h 26"/>
                  <a:gd name="T6" fmla="*/ 175 w 43"/>
                  <a:gd name="T7" fmla="*/ 115 h 26"/>
                  <a:gd name="T8" fmla="*/ 193 w 43"/>
                  <a:gd name="T9" fmla="*/ 14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6">
                    <a:moveTo>
                      <a:pt x="0" y="0"/>
                    </a:moveTo>
                    <a:cubicBezTo>
                      <a:pt x="5" y="3"/>
                      <a:pt x="12" y="3"/>
                      <a:pt x="17" y="5"/>
                    </a:cubicBezTo>
                    <a:cubicBezTo>
                      <a:pt x="23" y="7"/>
                      <a:pt x="28" y="10"/>
                      <a:pt x="32" y="13"/>
                    </a:cubicBezTo>
                    <a:cubicBezTo>
                      <a:pt x="35" y="16"/>
                      <a:pt x="38" y="18"/>
                      <a:pt x="39" y="21"/>
                    </a:cubicBezTo>
                    <a:cubicBezTo>
                      <a:pt x="41" y="23"/>
                      <a:pt x="41" y="25"/>
                      <a:pt x="43" y="2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7" name="Freeform 1873">
                <a:extLst>
                  <a:ext uri="{FF2B5EF4-FFF2-40B4-BE49-F238E27FC236}">
                    <a16:creationId xmlns:a16="http://schemas.microsoft.com/office/drawing/2014/main" id="{A90DC666-40E4-421C-858C-C6D07DDEC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443"/>
                <a:ext cx="52" cy="68"/>
              </a:xfrm>
              <a:custGeom>
                <a:avLst/>
                <a:gdLst>
                  <a:gd name="T0" fmla="*/ 0 w 31"/>
                  <a:gd name="T1" fmla="*/ 0 h 38"/>
                  <a:gd name="T2" fmla="*/ 50 w 31"/>
                  <a:gd name="T3" fmla="*/ 64 h 38"/>
                  <a:gd name="T4" fmla="*/ 99 w 31"/>
                  <a:gd name="T5" fmla="*/ 122 h 38"/>
                  <a:gd name="T6" fmla="*/ 146 w 31"/>
                  <a:gd name="T7" fmla="*/ 21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2" y="5"/>
                      <a:pt x="7" y="8"/>
                      <a:pt x="11" y="11"/>
                    </a:cubicBezTo>
                    <a:cubicBezTo>
                      <a:pt x="15" y="14"/>
                      <a:pt x="18" y="17"/>
                      <a:pt x="21" y="21"/>
                    </a:cubicBezTo>
                    <a:cubicBezTo>
                      <a:pt x="26" y="27"/>
                      <a:pt x="28" y="32"/>
                      <a:pt x="31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8" name="Freeform 1874">
                <a:extLst>
                  <a:ext uri="{FF2B5EF4-FFF2-40B4-BE49-F238E27FC236}">
                    <a16:creationId xmlns:a16="http://schemas.microsoft.com/office/drawing/2014/main" id="{30D8D685-F411-4828-A3B7-C4F729AE8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50"/>
                <a:ext cx="69" cy="39"/>
              </a:xfrm>
              <a:custGeom>
                <a:avLst/>
                <a:gdLst>
                  <a:gd name="T0" fmla="*/ 0 w 42"/>
                  <a:gd name="T1" fmla="*/ 7 h 22"/>
                  <a:gd name="T2" fmla="*/ 54 w 42"/>
                  <a:gd name="T3" fmla="*/ 0 h 22"/>
                  <a:gd name="T4" fmla="*/ 102 w 42"/>
                  <a:gd name="T5" fmla="*/ 16 h 22"/>
                  <a:gd name="T6" fmla="*/ 156 w 42"/>
                  <a:gd name="T7" fmla="*/ 62 h 22"/>
                  <a:gd name="T8" fmla="*/ 186 w 42"/>
                  <a:gd name="T9" fmla="*/ 1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2">
                    <a:moveTo>
                      <a:pt x="0" y="1"/>
                    </a:moveTo>
                    <a:cubicBezTo>
                      <a:pt x="3" y="2"/>
                      <a:pt x="8" y="0"/>
                      <a:pt x="12" y="0"/>
                    </a:cubicBezTo>
                    <a:cubicBezTo>
                      <a:pt x="16" y="1"/>
                      <a:pt x="20" y="2"/>
                      <a:pt x="23" y="3"/>
                    </a:cubicBezTo>
                    <a:cubicBezTo>
                      <a:pt x="27" y="5"/>
                      <a:pt x="32" y="8"/>
                      <a:pt x="35" y="11"/>
                    </a:cubicBezTo>
                    <a:cubicBezTo>
                      <a:pt x="37" y="15"/>
                      <a:pt x="38" y="19"/>
                      <a:pt x="42" y="2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9" name="Freeform 1875">
                <a:extLst>
                  <a:ext uri="{FF2B5EF4-FFF2-40B4-BE49-F238E27FC236}">
                    <a16:creationId xmlns:a16="http://schemas.microsoft.com/office/drawing/2014/main" id="{2AFD0230-9C02-49AF-BA1A-823E48D6B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396"/>
                <a:ext cx="63" cy="63"/>
              </a:xfrm>
              <a:custGeom>
                <a:avLst/>
                <a:gdLst>
                  <a:gd name="T0" fmla="*/ 0 w 38"/>
                  <a:gd name="T1" fmla="*/ 0 h 36"/>
                  <a:gd name="T2" fmla="*/ 75 w 38"/>
                  <a:gd name="T3" fmla="*/ 28 h 36"/>
                  <a:gd name="T4" fmla="*/ 113 w 38"/>
                  <a:gd name="T5" fmla="*/ 58 h 36"/>
                  <a:gd name="T6" fmla="*/ 154 w 38"/>
                  <a:gd name="T7" fmla="*/ 135 h 36"/>
                  <a:gd name="T8" fmla="*/ 172 w 38"/>
                  <a:gd name="T9" fmla="*/ 19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5" y="1"/>
                      <a:pt x="11" y="3"/>
                      <a:pt x="16" y="5"/>
                    </a:cubicBezTo>
                    <a:cubicBezTo>
                      <a:pt x="20" y="6"/>
                      <a:pt x="23" y="8"/>
                      <a:pt x="25" y="11"/>
                    </a:cubicBezTo>
                    <a:cubicBezTo>
                      <a:pt x="28" y="16"/>
                      <a:pt x="32" y="20"/>
                      <a:pt x="34" y="25"/>
                    </a:cubicBezTo>
                    <a:cubicBezTo>
                      <a:pt x="36" y="28"/>
                      <a:pt x="36" y="33"/>
                      <a:pt x="38" y="3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0" name="Freeform 1876">
                <a:extLst>
                  <a:ext uri="{FF2B5EF4-FFF2-40B4-BE49-F238E27FC236}">
                    <a16:creationId xmlns:a16="http://schemas.microsoft.com/office/drawing/2014/main" id="{B5EEA20F-B46A-4E1C-9273-D5A564800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327"/>
                <a:ext cx="85" cy="25"/>
              </a:xfrm>
              <a:custGeom>
                <a:avLst/>
                <a:gdLst>
                  <a:gd name="T0" fmla="*/ 237 w 51"/>
                  <a:gd name="T1" fmla="*/ 80 h 14"/>
                  <a:gd name="T2" fmla="*/ 175 w 51"/>
                  <a:gd name="T3" fmla="*/ 36 h 14"/>
                  <a:gd name="T4" fmla="*/ 125 w 51"/>
                  <a:gd name="T5" fmla="*/ 13 h 14"/>
                  <a:gd name="T6" fmla="*/ 0 w 51"/>
                  <a:gd name="T7" fmla="*/ 1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4">
                    <a:moveTo>
                      <a:pt x="51" y="14"/>
                    </a:moveTo>
                    <a:cubicBezTo>
                      <a:pt x="47" y="13"/>
                      <a:pt x="42" y="8"/>
                      <a:pt x="38" y="6"/>
                    </a:cubicBezTo>
                    <a:cubicBezTo>
                      <a:pt x="35" y="4"/>
                      <a:pt x="31" y="3"/>
                      <a:pt x="27" y="2"/>
                    </a:cubicBezTo>
                    <a:cubicBezTo>
                      <a:pt x="18" y="0"/>
                      <a:pt x="9" y="3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1" name="Freeform 1877">
                <a:extLst>
                  <a:ext uri="{FF2B5EF4-FFF2-40B4-BE49-F238E27FC236}">
                    <a16:creationId xmlns:a16="http://schemas.microsoft.com/office/drawing/2014/main" id="{E8BD66B1-3ACA-4D3A-A43A-FCF5052C9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316"/>
                <a:ext cx="81" cy="11"/>
              </a:xfrm>
              <a:custGeom>
                <a:avLst/>
                <a:gdLst>
                  <a:gd name="T0" fmla="*/ 0 w 49"/>
                  <a:gd name="T1" fmla="*/ 37 h 6"/>
                  <a:gd name="T2" fmla="*/ 58 w 49"/>
                  <a:gd name="T3" fmla="*/ 7 h 6"/>
                  <a:gd name="T4" fmla="*/ 122 w 49"/>
                  <a:gd name="T5" fmla="*/ 0 h 6"/>
                  <a:gd name="T6" fmla="*/ 222 w 49"/>
                  <a:gd name="T7" fmla="*/ 3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">
                    <a:moveTo>
                      <a:pt x="0" y="6"/>
                    </a:moveTo>
                    <a:cubicBezTo>
                      <a:pt x="1" y="5"/>
                      <a:pt x="10" y="2"/>
                      <a:pt x="13" y="1"/>
                    </a:cubicBezTo>
                    <a:cubicBezTo>
                      <a:pt x="17" y="0"/>
                      <a:pt x="22" y="1"/>
                      <a:pt x="27" y="0"/>
                    </a:cubicBezTo>
                    <a:cubicBezTo>
                      <a:pt x="35" y="0"/>
                      <a:pt x="42" y="2"/>
                      <a:pt x="49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2" name="Freeform 1878">
                <a:extLst>
                  <a:ext uri="{FF2B5EF4-FFF2-40B4-BE49-F238E27FC236}">
                    <a16:creationId xmlns:a16="http://schemas.microsoft.com/office/drawing/2014/main" id="{DCDE4935-1CAB-446C-9761-8E467B5E7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569"/>
                <a:ext cx="52" cy="170"/>
              </a:xfrm>
              <a:custGeom>
                <a:avLst/>
                <a:gdLst>
                  <a:gd name="T0" fmla="*/ 0 w 31"/>
                  <a:gd name="T1" fmla="*/ 0 h 96"/>
                  <a:gd name="T2" fmla="*/ 57 w 31"/>
                  <a:gd name="T3" fmla="*/ 50 h 96"/>
                  <a:gd name="T4" fmla="*/ 96 w 31"/>
                  <a:gd name="T5" fmla="*/ 138 h 96"/>
                  <a:gd name="T6" fmla="*/ 91 w 31"/>
                  <a:gd name="T7" fmla="*/ 244 h 96"/>
                  <a:gd name="T8" fmla="*/ 109 w 31"/>
                  <a:gd name="T9" fmla="*/ 301 h 96"/>
                  <a:gd name="T10" fmla="*/ 141 w 31"/>
                  <a:gd name="T11" fmla="*/ 411 h 96"/>
                  <a:gd name="T12" fmla="*/ 133 w 31"/>
                  <a:gd name="T13" fmla="*/ 499 h 96"/>
                  <a:gd name="T14" fmla="*/ 124 w 31"/>
                  <a:gd name="T15" fmla="*/ 533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6">
                    <a:moveTo>
                      <a:pt x="0" y="0"/>
                    </a:moveTo>
                    <a:cubicBezTo>
                      <a:pt x="2" y="4"/>
                      <a:pt x="8" y="6"/>
                      <a:pt x="12" y="9"/>
                    </a:cubicBezTo>
                    <a:cubicBezTo>
                      <a:pt x="16" y="13"/>
                      <a:pt x="19" y="19"/>
                      <a:pt x="20" y="25"/>
                    </a:cubicBezTo>
                    <a:cubicBezTo>
                      <a:pt x="21" y="31"/>
                      <a:pt x="17" y="38"/>
                      <a:pt x="19" y="44"/>
                    </a:cubicBezTo>
                    <a:cubicBezTo>
                      <a:pt x="19" y="48"/>
                      <a:pt x="21" y="51"/>
                      <a:pt x="23" y="54"/>
                    </a:cubicBezTo>
                    <a:cubicBezTo>
                      <a:pt x="26" y="60"/>
                      <a:pt x="29" y="67"/>
                      <a:pt x="30" y="74"/>
                    </a:cubicBezTo>
                    <a:cubicBezTo>
                      <a:pt x="31" y="80"/>
                      <a:pt x="29" y="85"/>
                      <a:pt x="28" y="90"/>
                    </a:cubicBezTo>
                    <a:cubicBezTo>
                      <a:pt x="27" y="92"/>
                      <a:pt x="26" y="94"/>
                      <a:pt x="26" y="9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3" name="Freeform 1879">
                <a:extLst>
                  <a:ext uri="{FF2B5EF4-FFF2-40B4-BE49-F238E27FC236}">
                    <a16:creationId xmlns:a16="http://schemas.microsoft.com/office/drawing/2014/main" id="{D1CC2F1E-89F5-4642-BB3C-5D45D900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472"/>
                <a:ext cx="41" cy="60"/>
              </a:xfrm>
              <a:custGeom>
                <a:avLst/>
                <a:gdLst>
                  <a:gd name="T0" fmla="*/ 0 w 25"/>
                  <a:gd name="T1" fmla="*/ 0 h 34"/>
                  <a:gd name="T2" fmla="*/ 89 w 25"/>
                  <a:gd name="T3" fmla="*/ 49 h 34"/>
                  <a:gd name="T4" fmla="*/ 110 w 25"/>
                  <a:gd name="T5" fmla="*/ 18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7" y="0"/>
                      <a:pt x="16" y="3"/>
                      <a:pt x="20" y="9"/>
                    </a:cubicBezTo>
                    <a:cubicBezTo>
                      <a:pt x="25" y="17"/>
                      <a:pt x="25" y="25"/>
                      <a:pt x="25" y="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4" name="Freeform 1880">
                <a:extLst>
                  <a:ext uri="{FF2B5EF4-FFF2-40B4-BE49-F238E27FC236}">
                    <a16:creationId xmlns:a16="http://schemas.microsoft.com/office/drawing/2014/main" id="{6028ABBC-C2FB-495F-BC9D-FD0B7DDAE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2509"/>
                <a:ext cx="35" cy="87"/>
              </a:xfrm>
              <a:custGeom>
                <a:avLst/>
                <a:gdLst>
                  <a:gd name="T0" fmla="*/ 0 w 21"/>
                  <a:gd name="T1" fmla="*/ 0 h 49"/>
                  <a:gd name="T2" fmla="*/ 42 w 21"/>
                  <a:gd name="T3" fmla="*/ 64 h 49"/>
                  <a:gd name="T4" fmla="*/ 83 w 21"/>
                  <a:gd name="T5" fmla="*/ 123 h 49"/>
                  <a:gd name="T6" fmla="*/ 92 w 21"/>
                  <a:gd name="T7" fmla="*/ 240 h 49"/>
                  <a:gd name="T8" fmla="*/ 97 w 21"/>
                  <a:gd name="T9" fmla="*/ 27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9">
                    <a:moveTo>
                      <a:pt x="0" y="0"/>
                    </a:moveTo>
                    <a:cubicBezTo>
                      <a:pt x="2" y="5"/>
                      <a:pt x="6" y="8"/>
                      <a:pt x="9" y="11"/>
                    </a:cubicBezTo>
                    <a:cubicBezTo>
                      <a:pt x="14" y="14"/>
                      <a:pt x="16" y="17"/>
                      <a:pt x="18" y="22"/>
                    </a:cubicBezTo>
                    <a:cubicBezTo>
                      <a:pt x="20" y="29"/>
                      <a:pt x="19" y="36"/>
                      <a:pt x="20" y="43"/>
                    </a:cubicBezTo>
                    <a:cubicBezTo>
                      <a:pt x="21" y="45"/>
                      <a:pt x="21" y="47"/>
                      <a:pt x="21" y="4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5" name="Freeform 1881">
                <a:extLst>
                  <a:ext uri="{FF2B5EF4-FFF2-40B4-BE49-F238E27FC236}">
                    <a16:creationId xmlns:a16="http://schemas.microsoft.com/office/drawing/2014/main" id="{5EFE915E-7335-4FF1-A860-6167E6BD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603"/>
                <a:ext cx="18" cy="77"/>
              </a:xfrm>
              <a:custGeom>
                <a:avLst/>
                <a:gdLst>
                  <a:gd name="T0" fmla="*/ 0 w 11"/>
                  <a:gd name="T1" fmla="*/ 0 h 44"/>
                  <a:gd name="T2" fmla="*/ 47 w 11"/>
                  <a:gd name="T3" fmla="*/ 142 h 44"/>
                  <a:gd name="T4" fmla="*/ 43 w 11"/>
                  <a:gd name="T5" fmla="*/ 205 h 44"/>
                  <a:gd name="T6" fmla="*/ 34 w 11"/>
                  <a:gd name="T7" fmla="*/ 23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4">
                    <a:moveTo>
                      <a:pt x="0" y="0"/>
                    </a:moveTo>
                    <a:cubicBezTo>
                      <a:pt x="4" y="9"/>
                      <a:pt x="11" y="16"/>
                      <a:pt x="11" y="26"/>
                    </a:cubicBezTo>
                    <a:cubicBezTo>
                      <a:pt x="11" y="30"/>
                      <a:pt x="10" y="34"/>
                      <a:pt x="10" y="38"/>
                    </a:cubicBezTo>
                    <a:cubicBezTo>
                      <a:pt x="9" y="40"/>
                      <a:pt x="8" y="44"/>
                      <a:pt x="8" y="4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6" name="Freeform 1882">
                <a:extLst>
                  <a:ext uri="{FF2B5EF4-FFF2-40B4-BE49-F238E27FC236}">
                    <a16:creationId xmlns:a16="http://schemas.microsoft.com/office/drawing/2014/main" id="{42CD3AE4-ED25-4D9B-9EEE-670FC1091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2564"/>
                <a:ext cx="23" cy="69"/>
              </a:xfrm>
              <a:custGeom>
                <a:avLst/>
                <a:gdLst>
                  <a:gd name="T0" fmla="*/ 0 w 14"/>
                  <a:gd name="T1" fmla="*/ 0 h 39"/>
                  <a:gd name="T2" fmla="*/ 49 w 14"/>
                  <a:gd name="T3" fmla="*/ 94 h 39"/>
                  <a:gd name="T4" fmla="*/ 62 w 14"/>
                  <a:gd name="T5" fmla="*/ 166 h 39"/>
                  <a:gd name="T6" fmla="*/ 62 w 14"/>
                  <a:gd name="T7" fmla="*/ 21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5" y="5"/>
                      <a:pt x="9" y="10"/>
                      <a:pt x="11" y="17"/>
                    </a:cubicBezTo>
                    <a:cubicBezTo>
                      <a:pt x="13" y="22"/>
                      <a:pt x="13" y="26"/>
                      <a:pt x="14" y="30"/>
                    </a:cubicBezTo>
                    <a:cubicBezTo>
                      <a:pt x="14" y="33"/>
                      <a:pt x="13" y="36"/>
                      <a:pt x="14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1883">
                <a:extLst>
                  <a:ext uri="{FF2B5EF4-FFF2-40B4-BE49-F238E27FC236}">
                    <a16:creationId xmlns:a16="http://schemas.microsoft.com/office/drawing/2014/main" id="{BBBF5A15-7E8E-4E14-A7EA-9F11F17B9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739"/>
                <a:ext cx="103" cy="293"/>
              </a:xfrm>
              <a:custGeom>
                <a:avLst/>
                <a:gdLst>
                  <a:gd name="T0" fmla="*/ 262 w 62"/>
                  <a:gd name="T1" fmla="*/ 0 h 166"/>
                  <a:gd name="T2" fmla="*/ 284 w 62"/>
                  <a:gd name="T3" fmla="*/ 152 h 166"/>
                  <a:gd name="T4" fmla="*/ 279 w 62"/>
                  <a:gd name="T5" fmla="*/ 215 h 166"/>
                  <a:gd name="T6" fmla="*/ 251 w 62"/>
                  <a:gd name="T7" fmla="*/ 265 h 166"/>
                  <a:gd name="T8" fmla="*/ 249 w 62"/>
                  <a:gd name="T9" fmla="*/ 387 h 166"/>
                  <a:gd name="T10" fmla="*/ 209 w 62"/>
                  <a:gd name="T11" fmla="*/ 538 h 166"/>
                  <a:gd name="T12" fmla="*/ 159 w 62"/>
                  <a:gd name="T13" fmla="*/ 616 h 166"/>
                  <a:gd name="T14" fmla="*/ 116 w 62"/>
                  <a:gd name="T15" fmla="*/ 807 h 166"/>
                  <a:gd name="T16" fmla="*/ 42 w 62"/>
                  <a:gd name="T17" fmla="*/ 879 h 166"/>
                  <a:gd name="T18" fmla="*/ 0 w 62"/>
                  <a:gd name="T19" fmla="*/ 913 h 1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166">
                    <a:moveTo>
                      <a:pt x="57" y="0"/>
                    </a:moveTo>
                    <a:cubicBezTo>
                      <a:pt x="57" y="9"/>
                      <a:pt x="61" y="19"/>
                      <a:pt x="62" y="28"/>
                    </a:cubicBezTo>
                    <a:cubicBezTo>
                      <a:pt x="62" y="32"/>
                      <a:pt x="62" y="36"/>
                      <a:pt x="61" y="39"/>
                    </a:cubicBezTo>
                    <a:cubicBezTo>
                      <a:pt x="60" y="43"/>
                      <a:pt x="57" y="45"/>
                      <a:pt x="55" y="48"/>
                    </a:cubicBezTo>
                    <a:cubicBezTo>
                      <a:pt x="51" y="54"/>
                      <a:pt x="54" y="63"/>
                      <a:pt x="54" y="70"/>
                    </a:cubicBezTo>
                    <a:cubicBezTo>
                      <a:pt x="54" y="80"/>
                      <a:pt x="54" y="91"/>
                      <a:pt x="46" y="98"/>
                    </a:cubicBezTo>
                    <a:cubicBezTo>
                      <a:pt x="41" y="102"/>
                      <a:pt x="36" y="106"/>
                      <a:pt x="35" y="112"/>
                    </a:cubicBezTo>
                    <a:cubicBezTo>
                      <a:pt x="31" y="124"/>
                      <a:pt x="33" y="137"/>
                      <a:pt x="25" y="147"/>
                    </a:cubicBezTo>
                    <a:cubicBezTo>
                      <a:pt x="21" y="152"/>
                      <a:pt x="15" y="157"/>
                      <a:pt x="9" y="160"/>
                    </a:cubicBezTo>
                    <a:cubicBezTo>
                      <a:pt x="6" y="161"/>
                      <a:pt x="2" y="163"/>
                      <a:pt x="0" y="16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1884">
                <a:extLst>
                  <a:ext uri="{FF2B5EF4-FFF2-40B4-BE49-F238E27FC236}">
                    <a16:creationId xmlns:a16="http://schemas.microsoft.com/office/drawing/2014/main" id="{C30FB855-D0AD-4CC9-92A4-261FCFDD8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3137"/>
                <a:ext cx="287" cy="49"/>
              </a:xfrm>
              <a:custGeom>
                <a:avLst/>
                <a:gdLst>
                  <a:gd name="T0" fmla="*/ 0 w 173"/>
                  <a:gd name="T1" fmla="*/ 0 h 28"/>
                  <a:gd name="T2" fmla="*/ 83 w 173"/>
                  <a:gd name="T3" fmla="*/ 102 h 28"/>
                  <a:gd name="T4" fmla="*/ 192 w 173"/>
                  <a:gd name="T5" fmla="*/ 93 h 28"/>
                  <a:gd name="T6" fmla="*/ 289 w 173"/>
                  <a:gd name="T7" fmla="*/ 102 h 28"/>
                  <a:gd name="T8" fmla="*/ 448 w 173"/>
                  <a:gd name="T9" fmla="*/ 123 h 28"/>
                  <a:gd name="T10" fmla="*/ 521 w 173"/>
                  <a:gd name="T11" fmla="*/ 93 h 28"/>
                  <a:gd name="T12" fmla="*/ 561 w 173"/>
                  <a:gd name="T13" fmla="*/ 107 h 28"/>
                  <a:gd name="T14" fmla="*/ 650 w 173"/>
                  <a:gd name="T15" fmla="*/ 119 h 28"/>
                  <a:gd name="T16" fmla="*/ 790 w 173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3" h="28">
                    <a:moveTo>
                      <a:pt x="0" y="0"/>
                    </a:moveTo>
                    <a:cubicBezTo>
                      <a:pt x="3" y="5"/>
                      <a:pt x="12" y="15"/>
                      <a:pt x="18" y="19"/>
                    </a:cubicBezTo>
                    <a:cubicBezTo>
                      <a:pt x="26" y="23"/>
                      <a:pt x="34" y="20"/>
                      <a:pt x="42" y="17"/>
                    </a:cubicBezTo>
                    <a:cubicBezTo>
                      <a:pt x="50" y="14"/>
                      <a:pt x="55" y="17"/>
                      <a:pt x="63" y="19"/>
                    </a:cubicBezTo>
                    <a:cubicBezTo>
                      <a:pt x="76" y="23"/>
                      <a:pt x="85" y="28"/>
                      <a:pt x="98" y="23"/>
                    </a:cubicBezTo>
                    <a:cubicBezTo>
                      <a:pt x="104" y="20"/>
                      <a:pt x="108" y="16"/>
                      <a:pt x="114" y="17"/>
                    </a:cubicBezTo>
                    <a:cubicBezTo>
                      <a:pt x="117" y="17"/>
                      <a:pt x="120" y="19"/>
                      <a:pt x="123" y="20"/>
                    </a:cubicBezTo>
                    <a:cubicBezTo>
                      <a:pt x="129" y="22"/>
                      <a:pt x="136" y="23"/>
                      <a:pt x="142" y="22"/>
                    </a:cubicBezTo>
                    <a:cubicBezTo>
                      <a:pt x="153" y="21"/>
                      <a:pt x="167" y="11"/>
                      <a:pt x="17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1885">
                <a:extLst>
                  <a:ext uri="{FF2B5EF4-FFF2-40B4-BE49-F238E27FC236}">
                    <a16:creationId xmlns:a16="http://schemas.microsoft.com/office/drawing/2014/main" id="{79C0FF5D-9DA8-4C3B-AD8D-78EDCEAB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3034"/>
                <a:ext cx="141" cy="104"/>
              </a:xfrm>
              <a:custGeom>
                <a:avLst/>
                <a:gdLst>
                  <a:gd name="T0" fmla="*/ 388 w 85"/>
                  <a:gd name="T1" fmla="*/ 0 h 59"/>
                  <a:gd name="T2" fmla="*/ 342 w 85"/>
                  <a:gd name="T3" fmla="*/ 78 h 59"/>
                  <a:gd name="T4" fmla="*/ 300 w 85"/>
                  <a:gd name="T5" fmla="*/ 137 h 59"/>
                  <a:gd name="T6" fmla="*/ 250 w 85"/>
                  <a:gd name="T7" fmla="*/ 152 h 59"/>
                  <a:gd name="T8" fmla="*/ 214 w 85"/>
                  <a:gd name="T9" fmla="*/ 196 h 59"/>
                  <a:gd name="T10" fmla="*/ 100 w 85"/>
                  <a:gd name="T11" fmla="*/ 308 h 59"/>
                  <a:gd name="T12" fmla="*/ 0 w 85"/>
                  <a:gd name="T13" fmla="*/ 31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59">
                    <a:moveTo>
                      <a:pt x="85" y="0"/>
                    </a:moveTo>
                    <a:cubicBezTo>
                      <a:pt x="82" y="0"/>
                      <a:pt x="77" y="11"/>
                      <a:pt x="75" y="14"/>
                    </a:cubicBezTo>
                    <a:cubicBezTo>
                      <a:pt x="73" y="19"/>
                      <a:pt x="71" y="22"/>
                      <a:pt x="66" y="25"/>
                    </a:cubicBezTo>
                    <a:cubicBezTo>
                      <a:pt x="63" y="26"/>
                      <a:pt x="59" y="27"/>
                      <a:pt x="55" y="28"/>
                    </a:cubicBezTo>
                    <a:cubicBezTo>
                      <a:pt x="50" y="29"/>
                      <a:pt x="49" y="31"/>
                      <a:pt x="47" y="36"/>
                    </a:cubicBezTo>
                    <a:cubicBezTo>
                      <a:pt x="41" y="47"/>
                      <a:pt x="35" y="54"/>
                      <a:pt x="22" y="56"/>
                    </a:cubicBezTo>
                    <a:cubicBezTo>
                      <a:pt x="15" y="57"/>
                      <a:pt x="7" y="59"/>
                      <a:pt x="0" y="5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1886">
                <a:extLst>
                  <a:ext uri="{FF2B5EF4-FFF2-40B4-BE49-F238E27FC236}">
                    <a16:creationId xmlns:a16="http://schemas.microsoft.com/office/drawing/2014/main" id="{851961A9-154A-48FF-BDB4-6927099B6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2680"/>
                <a:ext cx="23" cy="105"/>
              </a:xfrm>
              <a:custGeom>
                <a:avLst/>
                <a:gdLst>
                  <a:gd name="T0" fmla="*/ 0 w 14"/>
                  <a:gd name="T1" fmla="*/ 0 h 59"/>
                  <a:gd name="T2" fmla="*/ 54 w 14"/>
                  <a:gd name="T3" fmla="*/ 194 h 59"/>
                  <a:gd name="T4" fmla="*/ 8 w 14"/>
                  <a:gd name="T5" fmla="*/ 3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9">
                    <a:moveTo>
                      <a:pt x="0" y="0"/>
                    </a:moveTo>
                    <a:cubicBezTo>
                      <a:pt x="5" y="11"/>
                      <a:pt x="14" y="21"/>
                      <a:pt x="12" y="34"/>
                    </a:cubicBezTo>
                    <a:cubicBezTo>
                      <a:pt x="10" y="42"/>
                      <a:pt x="6" y="52"/>
                      <a:pt x="2" y="5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1" name="Freeform 1887">
                <a:extLst>
                  <a:ext uri="{FF2B5EF4-FFF2-40B4-BE49-F238E27FC236}">
                    <a16:creationId xmlns:a16="http://schemas.microsoft.com/office/drawing/2014/main" id="{998DA44F-1F59-4130-9E62-C370B63BC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900"/>
                <a:ext cx="39" cy="85"/>
              </a:xfrm>
              <a:custGeom>
                <a:avLst/>
                <a:gdLst>
                  <a:gd name="T0" fmla="*/ 107 w 23"/>
                  <a:gd name="T1" fmla="*/ 0 h 48"/>
                  <a:gd name="T2" fmla="*/ 0 w 23"/>
                  <a:gd name="T3" fmla="*/ 26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8">
                    <a:moveTo>
                      <a:pt x="22" y="0"/>
                    </a:moveTo>
                    <a:cubicBezTo>
                      <a:pt x="23" y="19"/>
                      <a:pt x="16" y="37"/>
                      <a:pt x="0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2" name="Freeform 1888">
                <a:extLst>
                  <a:ext uri="{FF2B5EF4-FFF2-40B4-BE49-F238E27FC236}">
                    <a16:creationId xmlns:a16="http://schemas.microsoft.com/office/drawing/2014/main" id="{EF2AE98B-3A02-4582-A252-2F5B92504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002"/>
                <a:ext cx="65" cy="73"/>
              </a:xfrm>
              <a:custGeom>
                <a:avLst/>
                <a:gdLst>
                  <a:gd name="T0" fmla="*/ 180 w 39"/>
                  <a:gd name="T1" fmla="*/ 0 h 41"/>
                  <a:gd name="T2" fmla="*/ 83 w 39"/>
                  <a:gd name="T3" fmla="*/ 187 h 41"/>
                  <a:gd name="T4" fmla="*/ 0 w 39"/>
                  <a:gd name="T5" fmla="*/ 23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0"/>
                    </a:moveTo>
                    <a:cubicBezTo>
                      <a:pt x="33" y="11"/>
                      <a:pt x="29" y="25"/>
                      <a:pt x="18" y="33"/>
                    </a:cubicBezTo>
                    <a:cubicBezTo>
                      <a:pt x="12" y="37"/>
                      <a:pt x="6" y="39"/>
                      <a:pt x="0" y="4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1889">
                <a:extLst>
                  <a:ext uri="{FF2B5EF4-FFF2-40B4-BE49-F238E27FC236}">
                    <a16:creationId xmlns:a16="http://schemas.microsoft.com/office/drawing/2014/main" id="{A87CFBD8-7A63-4BEB-80F2-71AB2FA07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3131"/>
                <a:ext cx="93" cy="48"/>
              </a:xfrm>
              <a:custGeom>
                <a:avLst/>
                <a:gdLst>
                  <a:gd name="T0" fmla="*/ 256 w 56"/>
                  <a:gd name="T1" fmla="*/ 0 h 27"/>
                  <a:gd name="T2" fmla="*/ 221 w 56"/>
                  <a:gd name="T3" fmla="*/ 44 h 27"/>
                  <a:gd name="T4" fmla="*/ 168 w 56"/>
                  <a:gd name="T5" fmla="*/ 89 h 27"/>
                  <a:gd name="T6" fmla="*/ 83 w 56"/>
                  <a:gd name="T7" fmla="*/ 107 h 27"/>
                  <a:gd name="T8" fmla="*/ 0 w 56"/>
                  <a:gd name="T9" fmla="*/ 13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0"/>
                    </a:moveTo>
                    <a:cubicBezTo>
                      <a:pt x="56" y="3"/>
                      <a:pt x="50" y="6"/>
                      <a:pt x="48" y="8"/>
                    </a:cubicBezTo>
                    <a:cubicBezTo>
                      <a:pt x="45" y="11"/>
                      <a:pt x="41" y="14"/>
                      <a:pt x="37" y="16"/>
                    </a:cubicBezTo>
                    <a:cubicBezTo>
                      <a:pt x="31" y="18"/>
                      <a:pt x="25" y="18"/>
                      <a:pt x="18" y="19"/>
                    </a:cubicBezTo>
                    <a:cubicBezTo>
                      <a:pt x="14" y="20"/>
                      <a:pt x="5" y="27"/>
                      <a:pt x="0" y="2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1890">
                <a:extLst>
                  <a:ext uri="{FF2B5EF4-FFF2-40B4-BE49-F238E27FC236}">
                    <a16:creationId xmlns:a16="http://schemas.microsoft.com/office/drawing/2014/main" id="{8CF3FF70-A59E-44AE-B5D4-050C112B3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634"/>
                <a:ext cx="20" cy="85"/>
              </a:xfrm>
              <a:custGeom>
                <a:avLst/>
                <a:gdLst>
                  <a:gd name="T0" fmla="*/ 0 w 12"/>
                  <a:gd name="T1" fmla="*/ 0 h 48"/>
                  <a:gd name="T2" fmla="*/ 42 w 12"/>
                  <a:gd name="T3" fmla="*/ 135 h 48"/>
                  <a:gd name="T4" fmla="*/ 37 w 12"/>
                  <a:gd name="T5" fmla="*/ 26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0" y="0"/>
                    </a:moveTo>
                    <a:cubicBezTo>
                      <a:pt x="5" y="6"/>
                      <a:pt x="9" y="16"/>
                      <a:pt x="9" y="24"/>
                    </a:cubicBezTo>
                    <a:cubicBezTo>
                      <a:pt x="10" y="30"/>
                      <a:pt x="12" y="42"/>
                      <a:pt x="8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1891">
                <a:extLst>
                  <a:ext uri="{FF2B5EF4-FFF2-40B4-BE49-F238E27FC236}">
                    <a16:creationId xmlns:a16="http://schemas.microsoft.com/office/drawing/2014/main" id="{F8DCC309-2773-4CE8-BACA-35B1BAE24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2801"/>
                <a:ext cx="20" cy="95"/>
              </a:xfrm>
              <a:custGeom>
                <a:avLst/>
                <a:gdLst>
                  <a:gd name="T0" fmla="*/ 42 w 12"/>
                  <a:gd name="T1" fmla="*/ 0 h 54"/>
                  <a:gd name="T2" fmla="*/ 50 w 12"/>
                  <a:gd name="T3" fmla="*/ 99 h 54"/>
                  <a:gd name="T4" fmla="*/ 42 w 12"/>
                  <a:gd name="T5" fmla="*/ 192 h 54"/>
                  <a:gd name="T6" fmla="*/ 0 w 12"/>
                  <a:gd name="T7" fmla="*/ 29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4">
                    <a:moveTo>
                      <a:pt x="9" y="0"/>
                    </a:moveTo>
                    <a:cubicBezTo>
                      <a:pt x="8" y="6"/>
                      <a:pt x="11" y="12"/>
                      <a:pt x="11" y="18"/>
                    </a:cubicBezTo>
                    <a:cubicBezTo>
                      <a:pt x="12" y="24"/>
                      <a:pt x="10" y="29"/>
                      <a:pt x="9" y="35"/>
                    </a:cubicBezTo>
                    <a:cubicBezTo>
                      <a:pt x="7" y="42"/>
                      <a:pt x="4" y="49"/>
                      <a:pt x="0" y="5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1892">
                <a:extLst>
                  <a:ext uri="{FF2B5EF4-FFF2-40B4-BE49-F238E27FC236}">
                    <a16:creationId xmlns:a16="http://schemas.microsoft.com/office/drawing/2014/main" id="{58E06ADB-2187-46C8-94D8-973E1600A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739"/>
                <a:ext cx="18" cy="102"/>
              </a:xfrm>
              <a:custGeom>
                <a:avLst/>
                <a:gdLst>
                  <a:gd name="T0" fmla="*/ 26 w 11"/>
                  <a:gd name="T1" fmla="*/ 0 h 58"/>
                  <a:gd name="T2" fmla="*/ 43 w 11"/>
                  <a:gd name="T3" fmla="*/ 86 h 58"/>
                  <a:gd name="T4" fmla="*/ 41 w 11"/>
                  <a:gd name="T5" fmla="*/ 186 h 58"/>
                  <a:gd name="T6" fmla="*/ 21 w 11"/>
                  <a:gd name="T7" fmla="*/ 266 h 58"/>
                  <a:gd name="T8" fmla="*/ 0 w 11"/>
                  <a:gd name="T9" fmla="*/ 3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8">
                    <a:moveTo>
                      <a:pt x="6" y="0"/>
                    </a:moveTo>
                    <a:cubicBezTo>
                      <a:pt x="5" y="5"/>
                      <a:pt x="9" y="11"/>
                      <a:pt x="10" y="16"/>
                    </a:cubicBezTo>
                    <a:cubicBezTo>
                      <a:pt x="11" y="22"/>
                      <a:pt x="10" y="28"/>
                      <a:pt x="9" y="34"/>
                    </a:cubicBezTo>
                    <a:cubicBezTo>
                      <a:pt x="8" y="39"/>
                      <a:pt x="8" y="44"/>
                      <a:pt x="5" y="49"/>
                    </a:cubicBezTo>
                    <a:cubicBezTo>
                      <a:pt x="3" y="53"/>
                      <a:pt x="1" y="55"/>
                      <a:pt x="0" y="5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1893">
                <a:extLst>
                  <a:ext uri="{FF2B5EF4-FFF2-40B4-BE49-F238E27FC236}">
                    <a16:creationId xmlns:a16="http://schemas.microsoft.com/office/drawing/2014/main" id="{48FB3916-CA5B-41EC-A453-C4CFB763F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2958"/>
                <a:ext cx="46" cy="74"/>
              </a:xfrm>
              <a:custGeom>
                <a:avLst/>
                <a:gdLst>
                  <a:gd name="T0" fmla="*/ 125 w 28"/>
                  <a:gd name="T1" fmla="*/ 0 h 42"/>
                  <a:gd name="T2" fmla="*/ 84 w 28"/>
                  <a:gd name="T3" fmla="*/ 127 h 42"/>
                  <a:gd name="T4" fmla="*/ 0 w 28"/>
                  <a:gd name="T5" fmla="*/ 22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8" y="0"/>
                    </a:moveTo>
                    <a:cubicBezTo>
                      <a:pt x="27" y="8"/>
                      <a:pt x="24" y="15"/>
                      <a:pt x="19" y="23"/>
                    </a:cubicBezTo>
                    <a:cubicBezTo>
                      <a:pt x="14" y="31"/>
                      <a:pt x="5" y="35"/>
                      <a:pt x="0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8" name="Freeform 1894">
                <a:extLst>
                  <a:ext uri="{FF2B5EF4-FFF2-40B4-BE49-F238E27FC236}">
                    <a16:creationId xmlns:a16="http://schemas.microsoft.com/office/drawing/2014/main" id="{19524FEA-1D0B-4C1C-BC25-AEFD1ADDA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2848"/>
                <a:ext cx="34" cy="105"/>
              </a:xfrm>
              <a:custGeom>
                <a:avLst/>
                <a:gdLst>
                  <a:gd name="T0" fmla="*/ 76 w 21"/>
                  <a:gd name="T1" fmla="*/ 0 h 59"/>
                  <a:gd name="T2" fmla="*/ 63 w 21"/>
                  <a:gd name="T3" fmla="*/ 219 h 59"/>
                  <a:gd name="T4" fmla="*/ 0 w 21"/>
                  <a:gd name="T5" fmla="*/ 3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9">
                    <a:moveTo>
                      <a:pt x="18" y="0"/>
                    </a:moveTo>
                    <a:cubicBezTo>
                      <a:pt x="18" y="14"/>
                      <a:pt x="21" y="25"/>
                      <a:pt x="15" y="39"/>
                    </a:cubicBezTo>
                    <a:cubicBezTo>
                      <a:pt x="12" y="46"/>
                      <a:pt x="6" y="55"/>
                      <a:pt x="0" y="5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9" name="Freeform 1895">
                <a:extLst>
                  <a:ext uri="{FF2B5EF4-FFF2-40B4-BE49-F238E27FC236}">
                    <a16:creationId xmlns:a16="http://schemas.microsoft.com/office/drawing/2014/main" id="{B5A3CD4E-C647-4012-87D2-DE69CC144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3073"/>
                <a:ext cx="63" cy="51"/>
              </a:xfrm>
              <a:custGeom>
                <a:avLst/>
                <a:gdLst>
                  <a:gd name="T0" fmla="*/ 172 w 38"/>
                  <a:gd name="T1" fmla="*/ 0 h 29"/>
                  <a:gd name="T2" fmla="*/ 88 w 38"/>
                  <a:gd name="T3" fmla="*/ 114 h 29"/>
                  <a:gd name="T4" fmla="*/ 0 w 38"/>
                  <a:gd name="T5" fmla="*/ 15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29" y="3"/>
                      <a:pt x="26" y="15"/>
                      <a:pt x="19" y="21"/>
                    </a:cubicBezTo>
                    <a:cubicBezTo>
                      <a:pt x="14" y="26"/>
                      <a:pt x="6" y="26"/>
                      <a:pt x="0" y="2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0" name="Freeform 1896">
                <a:extLst>
                  <a:ext uri="{FF2B5EF4-FFF2-40B4-BE49-F238E27FC236}">
                    <a16:creationId xmlns:a16="http://schemas.microsoft.com/office/drawing/2014/main" id="{BF1795AC-B183-44F0-871D-9ED395B10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3177"/>
                <a:ext cx="96" cy="14"/>
              </a:xfrm>
              <a:custGeom>
                <a:avLst/>
                <a:gdLst>
                  <a:gd name="T0" fmla="*/ 263 w 58"/>
                  <a:gd name="T1" fmla="*/ 0 h 8"/>
                  <a:gd name="T2" fmla="*/ 180 w 58"/>
                  <a:gd name="T3" fmla="*/ 33 h 8"/>
                  <a:gd name="T4" fmla="*/ 91 w 58"/>
                  <a:gd name="T5" fmla="*/ 28 h 8"/>
                  <a:gd name="T6" fmla="*/ 0 w 58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">
                    <a:moveTo>
                      <a:pt x="58" y="0"/>
                    </a:moveTo>
                    <a:cubicBezTo>
                      <a:pt x="54" y="3"/>
                      <a:pt x="45" y="5"/>
                      <a:pt x="40" y="6"/>
                    </a:cubicBezTo>
                    <a:cubicBezTo>
                      <a:pt x="33" y="8"/>
                      <a:pt x="26" y="6"/>
                      <a:pt x="20" y="5"/>
                    </a:cubicBezTo>
                    <a:cubicBezTo>
                      <a:pt x="16" y="4"/>
                      <a:pt x="2" y="6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1" name="Freeform 1897">
                <a:extLst>
                  <a:ext uri="{FF2B5EF4-FFF2-40B4-BE49-F238E27FC236}">
                    <a16:creationId xmlns:a16="http://schemas.microsoft.com/office/drawing/2014/main" id="{7B99DC0D-3324-4A8C-AE35-C23245AF0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3105"/>
                <a:ext cx="67" cy="48"/>
              </a:xfrm>
              <a:custGeom>
                <a:avLst/>
                <a:gdLst>
                  <a:gd name="T0" fmla="*/ 188 w 40"/>
                  <a:gd name="T1" fmla="*/ 0 h 27"/>
                  <a:gd name="T2" fmla="*/ 95 w 40"/>
                  <a:gd name="T3" fmla="*/ 107 h 27"/>
                  <a:gd name="T4" fmla="*/ 0 w 40"/>
                  <a:gd name="T5" fmla="*/ 14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7">
                    <a:moveTo>
                      <a:pt x="40" y="0"/>
                    </a:moveTo>
                    <a:cubicBezTo>
                      <a:pt x="39" y="10"/>
                      <a:pt x="27" y="15"/>
                      <a:pt x="20" y="19"/>
                    </a:cubicBezTo>
                    <a:cubicBezTo>
                      <a:pt x="14" y="23"/>
                      <a:pt x="7" y="27"/>
                      <a:pt x="0" y="2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2" name="Freeform 1898">
                <a:extLst>
                  <a:ext uri="{FF2B5EF4-FFF2-40B4-BE49-F238E27FC236}">
                    <a16:creationId xmlns:a16="http://schemas.microsoft.com/office/drawing/2014/main" id="{E7A61B45-40FE-4441-A760-E2FE7D37D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3057"/>
                <a:ext cx="64" cy="58"/>
              </a:xfrm>
              <a:custGeom>
                <a:avLst/>
                <a:gdLst>
                  <a:gd name="T0" fmla="*/ 172 w 39"/>
                  <a:gd name="T1" fmla="*/ 0 h 33"/>
                  <a:gd name="T2" fmla="*/ 151 w 39"/>
                  <a:gd name="T3" fmla="*/ 56 h 33"/>
                  <a:gd name="T4" fmla="*/ 105 w 39"/>
                  <a:gd name="T5" fmla="*/ 109 h 33"/>
                  <a:gd name="T6" fmla="*/ 0 w 39"/>
                  <a:gd name="T7" fmla="*/ 17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3">
                    <a:moveTo>
                      <a:pt x="39" y="0"/>
                    </a:moveTo>
                    <a:cubicBezTo>
                      <a:pt x="37" y="3"/>
                      <a:pt x="36" y="7"/>
                      <a:pt x="34" y="10"/>
                    </a:cubicBezTo>
                    <a:cubicBezTo>
                      <a:pt x="31" y="14"/>
                      <a:pt x="28" y="17"/>
                      <a:pt x="24" y="20"/>
                    </a:cubicBezTo>
                    <a:cubicBezTo>
                      <a:pt x="16" y="25"/>
                      <a:pt x="8" y="28"/>
                      <a:pt x="0" y="3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Freeform 1899">
                <a:extLst>
                  <a:ext uri="{FF2B5EF4-FFF2-40B4-BE49-F238E27FC236}">
                    <a16:creationId xmlns:a16="http://schemas.microsoft.com/office/drawing/2014/main" id="{C75DF8C8-52AA-48D4-A90B-1204B1562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3176"/>
                <a:ext cx="83" cy="12"/>
              </a:xfrm>
              <a:custGeom>
                <a:avLst/>
                <a:gdLst>
                  <a:gd name="T0" fmla="*/ 0 w 50"/>
                  <a:gd name="T1" fmla="*/ 0 h 7"/>
                  <a:gd name="T2" fmla="*/ 55 w 50"/>
                  <a:gd name="T3" fmla="*/ 26 h 7"/>
                  <a:gd name="T4" fmla="*/ 146 w 50"/>
                  <a:gd name="T5" fmla="*/ 29 h 7"/>
                  <a:gd name="T6" fmla="*/ 229 w 50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">
                    <a:moveTo>
                      <a:pt x="0" y="0"/>
                    </a:moveTo>
                    <a:cubicBezTo>
                      <a:pt x="4" y="1"/>
                      <a:pt x="8" y="4"/>
                      <a:pt x="12" y="5"/>
                    </a:cubicBezTo>
                    <a:cubicBezTo>
                      <a:pt x="18" y="7"/>
                      <a:pt x="26" y="7"/>
                      <a:pt x="32" y="6"/>
                    </a:cubicBezTo>
                    <a:cubicBezTo>
                      <a:pt x="38" y="5"/>
                      <a:pt x="44" y="4"/>
                      <a:pt x="5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4" name="Freeform 1900">
                <a:extLst>
                  <a:ext uri="{FF2B5EF4-FFF2-40B4-BE49-F238E27FC236}">
                    <a16:creationId xmlns:a16="http://schemas.microsoft.com/office/drawing/2014/main" id="{FA1D9622-E003-4BC3-8C3B-279F1491D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3133"/>
                <a:ext cx="67" cy="34"/>
              </a:xfrm>
              <a:custGeom>
                <a:avLst/>
                <a:gdLst>
                  <a:gd name="T0" fmla="*/ 188 w 40"/>
                  <a:gd name="T1" fmla="*/ 109 h 19"/>
                  <a:gd name="T2" fmla="*/ 0 w 40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9">
                    <a:moveTo>
                      <a:pt x="40" y="19"/>
                    </a:moveTo>
                    <a:cubicBezTo>
                      <a:pt x="30" y="12"/>
                      <a:pt x="4" y="1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5" name="Freeform 1901">
                <a:extLst>
                  <a:ext uri="{FF2B5EF4-FFF2-40B4-BE49-F238E27FC236}">
                    <a16:creationId xmlns:a16="http://schemas.microsoft.com/office/drawing/2014/main" id="{F5F3987E-72EA-4784-BC41-D1090DC63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188"/>
                <a:ext cx="92" cy="14"/>
              </a:xfrm>
              <a:custGeom>
                <a:avLst/>
                <a:gdLst>
                  <a:gd name="T0" fmla="*/ 0 w 55"/>
                  <a:gd name="T1" fmla="*/ 0 h 8"/>
                  <a:gd name="T2" fmla="*/ 120 w 55"/>
                  <a:gd name="T3" fmla="*/ 37 h 8"/>
                  <a:gd name="T4" fmla="*/ 258 w 55"/>
                  <a:gd name="T5" fmla="*/ 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8">
                    <a:moveTo>
                      <a:pt x="0" y="0"/>
                    </a:moveTo>
                    <a:cubicBezTo>
                      <a:pt x="7" y="8"/>
                      <a:pt x="16" y="8"/>
                      <a:pt x="26" y="7"/>
                    </a:cubicBezTo>
                    <a:cubicBezTo>
                      <a:pt x="35" y="7"/>
                      <a:pt x="47" y="5"/>
                      <a:pt x="55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6" name="Freeform 1902">
                <a:extLst>
                  <a:ext uri="{FF2B5EF4-FFF2-40B4-BE49-F238E27FC236}">
                    <a16:creationId xmlns:a16="http://schemas.microsoft.com/office/drawing/2014/main" id="{BADC9606-A9E0-464E-B35E-BDDE315E6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3158"/>
                <a:ext cx="73" cy="30"/>
              </a:xfrm>
              <a:custGeom>
                <a:avLst/>
                <a:gdLst>
                  <a:gd name="T0" fmla="*/ 201 w 44"/>
                  <a:gd name="T1" fmla="*/ 94 h 17"/>
                  <a:gd name="T2" fmla="*/ 126 w 44"/>
                  <a:gd name="T3" fmla="*/ 86 h 17"/>
                  <a:gd name="T4" fmla="*/ 75 w 44"/>
                  <a:gd name="T5" fmla="*/ 72 h 17"/>
                  <a:gd name="T6" fmla="*/ 28 w 44"/>
                  <a:gd name="T7" fmla="*/ 37 h 17"/>
                  <a:gd name="T8" fmla="*/ 0 w 4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7">
                    <a:moveTo>
                      <a:pt x="44" y="17"/>
                    </a:moveTo>
                    <a:cubicBezTo>
                      <a:pt x="39" y="15"/>
                      <a:pt x="33" y="17"/>
                      <a:pt x="28" y="16"/>
                    </a:cubicBezTo>
                    <a:cubicBezTo>
                      <a:pt x="24" y="16"/>
                      <a:pt x="20" y="14"/>
                      <a:pt x="16" y="13"/>
                    </a:cubicBezTo>
                    <a:cubicBezTo>
                      <a:pt x="12" y="12"/>
                      <a:pt x="9" y="10"/>
                      <a:pt x="6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7" name="Freeform 1903">
                <a:extLst>
                  <a:ext uri="{FF2B5EF4-FFF2-40B4-BE49-F238E27FC236}">
                    <a16:creationId xmlns:a16="http://schemas.microsoft.com/office/drawing/2014/main" id="{9FCCCEC5-E96C-4E46-AB2E-137AD950A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3126"/>
                <a:ext cx="60" cy="30"/>
              </a:xfrm>
              <a:custGeom>
                <a:avLst/>
                <a:gdLst>
                  <a:gd name="T0" fmla="*/ 167 w 36"/>
                  <a:gd name="T1" fmla="*/ 94 h 17"/>
                  <a:gd name="T2" fmla="*/ 103 w 36"/>
                  <a:gd name="T3" fmla="*/ 78 h 17"/>
                  <a:gd name="T4" fmla="*/ 55 w 36"/>
                  <a:gd name="T5" fmla="*/ 60 h 17"/>
                  <a:gd name="T6" fmla="*/ 0 w 3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36" y="17"/>
                    </a:moveTo>
                    <a:cubicBezTo>
                      <a:pt x="31" y="17"/>
                      <a:pt x="27" y="15"/>
                      <a:pt x="22" y="14"/>
                    </a:cubicBezTo>
                    <a:cubicBezTo>
                      <a:pt x="18" y="13"/>
                      <a:pt x="16" y="13"/>
                      <a:pt x="12" y="11"/>
                    </a:cubicBezTo>
                    <a:cubicBezTo>
                      <a:pt x="8" y="8"/>
                      <a:pt x="3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8" name="Freeform 1904">
                <a:extLst>
                  <a:ext uri="{FF2B5EF4-FFF2-40B4-BE49-F238E27FC236}">
                    <a16:creationId xmlns:a16="http://schemas.microsoft.com/office/drawing/2014/main" id="{AF7E70FD-C9BF-4A30-8E8E-95C5438AD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707"/>
                <a:ext cx="36" cy="74"/>
              </a:xfrm>
              <a:custGeom>
                <a:avLst/>
                <a:gdLst>
                  <a:gd name="T0" fmla="*/ 97 w 22"/>
                  <a:gd name="T1" fmla="*/ 28 h 42"/>
                  <a:gd name="T2" fmla="*/ 75 w 22"/>
                  <a:gd name="T3" fmla="*/ 0 h 42"/>
                  <a:gd name="T4" fmla="*/ 18 w 22"/>
                  <a:gd name="T5" fmla="*/ 16 h 42"/>
                  <a:gd name="T6" fmla="*/ 18 w 22"/>
                  <a:gd name="T7" fmla="*/ 127 h 42"/>
                  <a:gd name="T8" fmla="*/ 43 w 22"/>
                  <a:gd name="T9" fmla="*/ 217 h 42"/>
                  <a:gd name="T10" fmla="*/ 92 w 22"/>
                  <a:gd name="T11" fmla="*/ 217 h 42"/>
                  <a:gd name="T12" fmla="*/ 92 w 22"/>
                  <a:gd name="T13" fmla="*/ 2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2">
                    <a:moveTo>
                      <a:pt x="22" y="5"/>
                    </a:moveTo>
                    <a:cubicBezTo>
                      <a:pt x="21" y="2"/>
                      <a:pt x="21" y="0"/>
                      <a:pt x="17" y="0"/>
                    </a:cubicBezTo>
                    <a:cubicBezTo>
                      <a:pt x="15" y="0"/>
                      <a:pt x="6" y="1"/>
                      <a:pt x="4" y="3"/>
                    </a:cubicBezTo>
                    <a:cubicBezTo>
                      <a:pt x="0" y="5"/>
                      <a:pt x="3" y="18"/>
                      <a:pt x="4" y="23"/>
                    </a:cubicBezTo>
                    <a:cubicBezTo>
                      <a:pt x="4" y="28"/>
                      <a:pt x="4" y="38"/>
                      <a:pt x="10" y="40"/>
                    </a:cubicBezTo>
                    <a:cubicBezTo>
                      <a:pt x="13" y="42"/>
                      <a:pt x="17" y="41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Freeform 1905">
                <a:extLst>
                  <a:ext uri="{FF2B5EF4-FFF2-40B4-BE49-F238E27FC236}">
                    <a16:creationId xmlns:a16="http://schemas.microsoft.com/office/drawing/2014/main" id="{2DB7E0D4-4147-4DD9-B790-E5F5A83BF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573"/>
                <a:ext cx="43" cy="74"/>
              </a:xfrm>
              <a:custGeom>
                <a:avLst/>
                <a:gdLst>
                  <a:gd name="T0" fmla="*/ 71 w 26"/>
                  <a:gd name="T1" fmla="*/ 229 h 42"/>
                  <a:gd name="T2" fmla="*/ 5 w 26"/>
                  <a:gd name="T3" fmla="*/ 164 h 42"/>
                  <a:gd name="T4" fmla="*/ 41 w 26"/>
                  <a:gd name="T5" fmla="*/ 21 h 42"/>
                  <a:gd name="T6" fmla="*/ 104 w 26"/>
                  <a:gd name="T7" fmla="*/ 28 h 42"/>
                  <a:gd name="T8" fmla="*/ 117 w 26"/>
                  <a:gd name="T9" fmla="*/ 5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16" y="42"/>
                    </a:moveTo>
                    <a:cubicBezTo>
                      <a:pt x="7" y="42"/>
                      <a:pt x="1" y="40"/>
                      <a:pt x="1" y="30"/>
                    </a:cubicBezTo>
                    <a:cubicBezTo>
                      <a:pt x="0" y="23"/>
                      <a:pt x="3" y="10"/>
                      <a:pt x="9" y="4"/>
                    </a:cubicBezTo>
                    <a:cubicBezTo>
                      <a:pt x="12" y="0"/>
                      <a:pt x="19" y="3"/>
                      <a:pt x="23" y="5"/>
                    </a:cubicBezTo>
                    <a:cubicBezTo>
                      <a:pt x="26" y="6"/>
                      <a:pt x="26" y="7"/>
                      <a:pt x="26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1906">
                <a:extLst>
                  <a:ext uri="{FF2B5EF4-FFF2-40B4-BE49-F238E27FC236}">
                    <a16:creationId xmlns:a16="http://schemas.microsoft.com/office/drawing/2014/main" id="{3A4702D9-68BA-4441-939A-3229D0D7F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829"/>
                <a:ext cx="34" cy="74"/>
              </a:xfrm>
              <a:custGeom>
                <a:avLst/>
                <a:gdLst>
                  <a:gd name="T0" fmla="*/ 50 w 21"/>
                  <a:gd name="T1" fmla="*/ 0 h 42"/>
                  <a:gd name="T2" fmla="*/ 26 w 21"/>
                  <a:gd name="T3" fmla="*/ 16 h 42"/>
                  <a:gd name="T4" fmla="*/ 5 w 21"/>
                  <a:gd name="T5" fmla="*/ 44 h 42"/>
                  <a:gd name="T6" fmla="*/ 13 w 21"/>
                  <a:gd name="T7" fmla="*/ 109 h 42"/>
                  <a:gd name="T8" fmla="*/ 26 w 21"/>
                  <a:gd name="T9" fmla="*/ 171 h 42"/>
                  <a:gd name="T10" fmla="*/ 63 w 21"/>
                  <a:gd name="T11" fmla="*/ 224 h 42"/>
                  <a:gd name="T12" fmla="*/ 89 w 21"/>
                  <a:gd name="T13" fmla="*/ 208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2">
                    <a:moveTo>
                      <a:pt x="12" y="0"/>
                    </a:moveTo>
                    <a:cubicBezTo>
                      <a:pt x="10" y="0"/>
                      <a:pt x="7" y="2"/>
                      <a:pt x="6" y="3"/>
                    </a:cubicBezTo>
                    <a:cubicBezTo>
                      <a:pt x="3" y="4"/>
                      <a:pt x="1" y="5"/>
                      <a:pt x="1" y="8"/>
                    </a:cubicBezTo>
                    <a:cubicBezTo>
                      <a:pt x="0" y="12"/>
                      <a:pt x="2" y="16"/>
                      <a:pt x="3" y="20"/>
                    </a:cubicBezTo>
                    <a:cubicBezTo>
                      <a:pt x="4" y="24"/>
                      <a:pt x="5" y="28"/>
                      <a:pt x="6" y="31"/>
                    </a:cubicBezTo>
                    <a:cubicBezTo>
                      <a:pt x="8" y="36"/>
                      <a:pt x="9" y="42"/>
                      <a:pt x="15" y="41"/>
                    </a:cubicBezTo>
                    <a:cubicBezTo>
                      <a:pt x="17" y="41"/>
                      <a:pt x="20" y="40"/>
                      <a:pt x="21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1907">
                <a:extLst>
                  <a:ext uri="{FF2B5EF4-FFF2-40B4-BE49-F238E27FC236}">
                    <a16:creationId xmlns:a16="http://schemas.microsoft.com/office/drawing/2014/main" id="{6D7366CF-4732-4638-98F5-5E9C6A7EC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955"/>
                <a:ext cx="58" cy="68"/>
              </a:xfrm>
              <a:custGeom>
                <a:avLst/>
                <a:gdLst>
                  <a:gd name="T0" fmla="*/ 76 w 35"/>
                  <a:gd name="T1" fmla="*/ 16 h 39"/>
                  <a:gd name="T2" fmla="*/ 22 w 35"/>
                  <a:gd name="T3" fmla="*/ 49 h 39"/>
                  <a:gd name="T4" fmla="*/ 68 w 35"/>
                  <a:gd name="T5" fmla="*/ 164 h 39"/>
                  <a:gd name="T6" fmla="*/ 126 w 35"/>
                  <a:gd name="T7" fmla="*/ 201 h 39"/>
                  <a:gd name="T8" fmla="*/ 159 w 35"/>
                  <a:gd name="T9" fmla="*/ 17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9">
                    <a:moveTo>
                      <a:pt x="17" y="3"/>
                    </a:moveTo>
                    <a:cubicBezTo>
                      <a:pt x="12" y="0"/>
                      <a:pt x="7" y="6"/>
                      <a:pt x="5" y="9"/>
                    </a:cubicBezTo>
                    <a:cubicBezTo>
                      <a:pt x="0" y="16"/>
                      <a:pt x="10" y="26"/>
                      <a:pt x="15" y="31"/>
                    </a:cubicBezTo>
                    <a:cubicBezTo>
                      <a:pt x="19" y="35"/>
                      <a:pt x="23" y="39"/>
                      <a:pt x="28" y="38"/>
                    </a:cubicBezTo>
                    <a:cubicBezTo>
                      <a:pt x="32" y="38"/>
                      <a:pt x="35" y="36"/>
                      <a:pt x="35" y="3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2" name="Freeform 1908">
                <a:extLst>
                  <a:ext uri="{FF2B5EF4-FFF2-40B4-BE49-F238E27FC236}">
                    <a16:creationId xmlns:a16="http://schemas.microsoft.com/office/drawing/2014/main" id="{9CB94EF6-02A0-4967-B585-4DB1C4587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3064"/>
                <a:ext cx="61" cy="76"/>
              </a:xfrm>
              <a:custGeom>
                <a:avLst/>
                <a:gdLst>
                  <a:gd name="T0" fmla="*/ 43 w 37"/>
                  <a:gd name="T1" fmla="*/ 34 h 43"/>
                  <a:gd name="T2" fmla="*/ 8 w 37"/>
                  <a:gd name="T3" fmla="*/ 85 h 43"/>
                  <a:gd name="T4" fmla="*/ 81 w 37"/>
                  <a:gd name="T5" fmla="*/ 200 h 43"/>
                  <a:gd name="T6" fmla="*/ 147 w 37"/>
                  <a:gd name="T7" fmla="*/ 203 h 43"/>
                  <a:gd name="T8" fmla="*/ 160 w 37"/>
                  <a:gd name="T9" fmla="*/ 1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3">
                    <a:moveTo>
                      <a:pt x="10" y="6"/>
                    </a:moveTo>
                    <a:cubicBezTo>
                      <a:pt x="8" y="0"/>
                      <a:pt x="2" y="13"/>
                      <a:pt x="2" y="15"/>
                    </a:cubicBezTo>
                    <a:cubicBezTo>
                      <a:pt x="0" y="24"/>
                      <a:pt x="11" y="32"/>
                      <a:pt x="18" y="36"/>
                    </a:cubicBezTo>
                    <a:cubicBezTo>
                      <a:pt x="22" y="38"/>
                      <a:pt x="29" y="43"/>
                      <a:pt x="33" y="37"/>
                    </a:cubicBezTo>
                    <a:cubicBezTo>
                      <a:pt x="35" y="35"/>
                      <a:pt x="37" y="30"/>
                      <a:pt x="36" y="2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1909">
                <a:extLst>
                  <a:ext uri="{FF2B5EF4-FFF2-40B4-BE49-F238E27FC236}">
                    <a16:creationId xmlns:a16="http://schemas.microsoft.com/office/drawing/2014/main" id="{5F6A8E64-F107-4B80-B880-25C8C9A9B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642"/>
                <a:ext cx="19" cy="68"/>
              </a:xfrm>
              <a:custGeom>
                <a:avLst/>
                <a:gdLst>
                  <a:gd name="T0" fmla="*/ 48 w 12"/>
                  <a:gd name="T1" fmla="*/ 9 h 39"/>
                  <a:gd name="T2" fmla="*/ 25 w 12"/>
                  <a:gd name="T3" fmla="*/ 5 h 39"/>
                  <a:gd name="T4" fmla="*/ 8 w 12"/>
                  <a:gd name="T5" fmla="*/ 85 h 39"/>
                  <a:gd name="T6" fmla="*/ 0 w 12"/>
                  <a:gd name="T7" fmla="*/ 176 h 39"/>
                  <a:gd name="T8" fmla="*/ 8 w 12"/>
                  <a:gd name="T9" fmla="*/ 20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9">
                    <a:moveTo>
                      <a:pt x="12" y="2"/>
                    </a:moveTo>
                    <a:cubicBezTo>
                      <a:pt x="10" y="2"/>
                      <a:pt x="8" y="0"/>
                      <a:pt x="6" y="1"/>
                    </a:cubicBezTo>
                    <a:cubicBezTo>
                      <a:pt x="4" y="2"/>
                      <a:pt x="2" y="13"/>
                      <a:pt x="2" y="16"/>
                    </a:cubicBezTo>
                    <a:cubicBezTo>
                      <a:pt x="1" y="21"/>
                      <a:pt x="0" y="27"/>
                      <a:pt x="0" y="33"/>
                    </a:cubicBezTo>
                    <a:cubicBezTo>
                      <a:pt x="0" y="35"/>
                      <a:pt x="0" y="38"/>
                      <a:pt x="2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1910">
                <a:extLst>
                  <a:ext uri="{FF2B5EF4-FFF2-40B4-BE49-F238E27FC236}">
                    <a16:creationId xmlns:a16="http://schemas.microsoft.com/office/drawing/2014/main" id="{059B8F38-EEAE-4C8E-9139-12B85FB54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779"/>
                <a:ext cx="19" cy="61"/>
              </a:xfrm>
              <a:custGeom>
                <a:avLst/>
                <a:gdLst>
                  <a:gd name="T0" fmla="*/ 40 w 12"/>
                  <a:gd name="T1" fmla="*/ 7 h 34"/>
                  <a:gd name="T2" fmla="*/ 8 w 12"/>
                  <a:gd name="T3" fmla="*/ 23 h 34"/>
                  <a:gd name="T4" fmla="*/ 16 w 12"/>
                  <a:gd name="T5" fmla="*/ 109 h 34"/>
                  <a:gd name="T6" fmla="*/ 48 w 12"/>
                  <a:gd name="T7" fmla="*/ 18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4">
                    <a:moveTo>
                      <a:pt x="10" y="1"/>
                    </a:moveTo>
                    <a:cubicBezTo>
                      <a:pt x="6" y="1"/>
                      <a:pt x="3" y="0"/>
                      <a:pt x="2" y="4"/>
                    </a:cubicBezTo>
                    <a:cubicBezTo>
                      <a:pt x="0" y="8"/>
                      <a:pt x="4" y="15"/>
                      <a:pt x="4" y="19"/>
                    </a:cubicBezTo>
                    <a:cubicBezTo>
                      <a:pt x="5" y="22"/>
                      <a:pt x="7" y="34"/>
                      <a:pt x="12" y="3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Freeform 1911">
                <a:extLst>
                  <a:ext uri="{FF2B5EF4-FFF2-40B4-BE49-F238E27FC236}">
                    <a16:creationId xmlns:a16="http://schemas.microsoft.com/office/drawing/2014/main" id="{A0E3E4F7-5AB2-4C9C-B8E2-6E9CA3AC3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903"/>
                <a:ext cx="40" cy="66"/>
              </a:xfrm>
              <a:custGeom>
                <a:avLst/>
                <a:gdLst>
                  <a:gd name="T0" fmla="*/ 62 w 24"/>
                  <a:gd name="T1" fmla="*/ 0 h 37"/>
                  <a:gd name="T2" fmla="*/ 63 w 24"/>
                  <a:gd name="T3" fmla="*/ 159 h 37"/>
                  <a:gd name="T4" fmla="*/ 112 w 24"/>
                  <a:gd name="T5" fmla="*/ 21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13" y="0"/>
                    </a:moveTo>
                    <a:cubicBezTo>
                      <a:pt x="0" y="2"/>
                      <a:pt x="11" y="21"/>
                      <a:pt x="14" y="28"/>
                    </a:cubicBezTo>
                    <a:cubicBezTo>
                      <a:pt x="16" y="32"/>
                      <a:pt x="19" y="37"/>
                      <a:pt x="24" y="3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1912">
                <a:extLst>
                  <a:ext uri="{FF2B5EF4-FFF2-40B4-BE49-F238E27FC236}">
                    <a16:creationId xmlns:a16="http://schemas.microsoft.com/office/drawing/2014/main" id="{A572ECF2-17F8-4F8A-8F9A-489A7C2B2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705"/>
                <a:ext cx="6" cy="9"/>
              </a:xfrm>
              <a:custGeom>
                <a:avLst/>
                <a:gdLst>
                  <a:gd name="T0" fmla="*/ 0 w 4"/>
                  <a:gd name="T1" fmla="*/ 29 h 5"/>
                  <a:gd name="T2" fmla="*/ 1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3"/>
                      <a:pt x="4" y="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1913">
                <a:extLst>
                  <a:ext uri="{FF2B5EF4-FFF2-40B4-BE49-F238E27FC236}">
                    <a16:creationId xmlns:a16="http://schemas.microsoft.com/office/drawing/2014/main" id="{5D52B357-1D41-476F-80CA-F1C59880E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633"/>
                <a:ext cx="23" cy="16"/>
              </a:xfrm>
              <a:custGeom>
                <a:avLst/>
                <a:gdLst>
                  <a:gd name="T0" fmla="*/ 62 w 14"/>
                  <a:gd name="T1" fmla="*/ 50 h 9"/>
                  <a:gd name="T2" fmla="*/ 0 w 14"/>
                  <a:gd name="T3" fmla="*/ 3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14" y="9"/>
                    </a:moveTo>
                    <a:cubicBezTo>
                      <a:pt x="14" y="1"/>
                      <a:pt x="2" y="0"/>
                      <a:pt x="0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1914">
                <a:extLst>
                  <a:ext uri="{FF2B5EF4-FFF2-40B4-BE49-F238E27FC236}">
                    <a16:creationId xmlns:a16="http://schemas.microsoft.com/office/drawing/2014/main" id="{1F240E22-E5E0-4616-B537-74B191401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634"/>
                <a:ext cx="11" cy="9"/>
              </a:xfrm>
              <a:custGeom>
                <a:avLst/>
                <a:gdLst>
                  <a:gd name="T0" fmla="*/ 20 w 7"/>
                  <a:gd name="T1" fmla="*/ 0 h 5"/>
                  <a:gd name="T2" fmla="*/ 0 w 7"/>
                  <a:gd name="T3" fmla="*/ 2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7" y="3"/>
                      <a:pt x="3" y="5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1915">
                <a:extLst>
                  <a:ext uri="{FF2B5EF4-FFF2-40B4-BE49-F238E27FC236}">
                    <a16:creationId xmlns:a16="http://schemas.microsoft.com/office/drawing/2014/main" id="{D20F7A27-A80E-4CE9-80A9-E8489FB6C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560"/>
                <a:ext cx="23" cy="21"/>
              </a:xfrm>
              <a:custGeom>
                <a:avLst/>
                <a:gdLst>
                  <a:gd name="T0" fmla="*/ 41 w 14"/>
                  <a:gd name="T1" fmla="*/ 65 h 12"/>
                  <a:gd name="T2" fmla="*/ 0 w 14"/>
                  <a:gd name="T3" fmla="*/ 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7"/>
                      <a:pt x="4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1916">
                <a:extLst>
                  <a:ext uri="{FF2B5EF4-FFF2-40B4-BE49-F238E27FC236}">
                    <a16:creationId xmlns:a16="http://schemas.microsoft.com/office/drawing/2014/main" id="{A1881F0B-C0D6-4FB8-81D1-2596F4BEC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631"/>
                <a:ext cx="6" cy="5"/>
              </a:xfrm>
              <a:custGeom>
                <a:avLst/>
                <a:gdLst>
                  <a:gd name="T0" fmla="*/ 14 w 4"/>
                  <a:gd name="T1" fmla="*/ 13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Freeform 1917">
                <a:extLst>
                  <a:ext uri="{FF2B5EF4-FFF2-40B4-BE49-F238E27FC236}">
                    <a16:creationId xmlns:a16="http://schemas.microsoft.com/office/drawing/2014/main" id="{0A1CB257-59B0-4C6D-835F-D17B1F4A1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707"/>
                <a:ext cx="24" cy="11"/>
              </a:xfrm>
              <a:custGeom>
                <a:avLst/>
                <a:gdLst>
                  <a:gd name="T0" fmla="*/ 70 w 14"/>
                  <a:gd name="T1" fmla="*/ 24 h 6"/>
                  <a:gd name="T2" fmla="*/ 0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4"/>
                    </a:moveTo>
                    <a:cubicBezTo>
                      <a:pt x="9" y="4"/>
                      <a:pt x="2" y="6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2" name="Freeform 1918">
                <a:extLst>
                  <a:ext uri="{FF2B5EF4-FFF2-40B4-BE49-F238E27FC236}">
                    <a16:creationId xmlns:a16="http://schemas.microsoft.com/office/drawing/2014/main" id="{DF55AB15-FBA9-4BF4-AE43-89AF34D9D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771"/>
                <a:ext cx="30" cy="8"/>
              </a:xfrm>
              <a:custGeom>
                <a:avLst/>
                <a:gdLst>
                  <a:gd name="T0" fmla="*/ 83 w 18"/>
                  <a:gd name="T1" fmla="*/ 0 h 5"/>
                  <a:gd name="T2" fmla="*/ 70 w 18"/>
                  <a:gd name="T3" fmla="*/ 16 h 5"/>
                  <a:gd name="T4" fmla="*/ 42 w 18"/>
                  <a:gd name="T5" fmla="*/ 21 h 5"/>
                  <a:gd name="T6" fmla="*/ 0 w 18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18" y="0"/>
                    </a:moveTo>
                    <a:cubicBezTo>
                      <a:pt x="16" y="1"/>
                      <a:pt x="17" y="3"/>
                      <a:pt x="15" y="4"/>
                    </a:cubicBezTo>
                    <a:cubicBezTo>
                      <a:pt x="14" y="5"/>
                      <a:pt x="11" y="5"/>
                      <a:pt x="9" y="5"/>
                    </a:cubicBezTo>
                    <a:cubicBezTo>
                      <a:pt x="5" y="5"/>
                      <a:pt x="2" y="5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3" name="Freeform 1919">
                <a:extLst>
                  <a:ext uri="{FF2B5EF4-FFF2-40B4-BE49-F238E27FC236}">
                    <a16:creationId xmlns:a16="http://schemas.microsoft.com/office/drawing/2014/main" id="{D1B15268-42BC-4FA7-B02F-8FED3BCEA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831"/>
                <a:ext cx="32" cy="14"/>
              </a:xfrm>
              <a:custGeom>
                <a:avLst/>
                <a:gdLst>
                  <a:gd name="T0" fmla="*/ 86 w 19"/>
                  <a:gd name="T1" fmla="*/ 0 h 8"/>
                  <a:gd name="T2" fmla="*/ 34 w 19"/>
                  <a:gd name="T3" fmla="*/ 33 h 8"/>
                  <a:gd name="T4" fmla="*/ 0 w 1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8" y="0"/>
                    </a:moveTo>
                    <a:cubicBezTo>
                      <a:pt x="19" y="5"/>
                      <a:pt x="11" y="5"/>
                      <a:pt x="7" y="6"/>
                    </a:cubicBezTo>
                    <a:cubicBezTo>
                      <a:pt x="5" y="6"/>
                      <a:pt x="1" y="8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4" name="Freeform 1920">
                <a:extLst>
                  <a:ext uri="{FF2B5EF4-FFF2-40B4-BE49-F238E27FC236}">
                    <a16:creationId xmlns:a16="http://schemas.microsoft.com/office/drawing/2014/main" id="{FD86EDE5-347B-456C-B097-4F26D7241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779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4" y="1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5" name="Freeform 1921">
                <a:extLst>
                  <a:ext uri="{FF2B5EF4-FFF2-40B4-BE49-F238E27FC236}">
                    <a16:creationId xmlns:a16="http://schemas.microsoft.com/office/drawing/2014/main" id="{EC724023-E7CA-419B-AF05-46382DA2D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779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6" name="Freeform 1922">
                <a:extLst>
                  <a:ext uri="{FF2B5EF4-FFF2-40B4-BE49-F238E27FC236}">
                    <a16:creationId xmlns:a16="http://schemas.microsoft.com/office/drawing/2014/main" id="{6052E8F7-B49C-49E0-92D7-E86351C39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714"/>
                <a:ext cx="7" cy="5"/>
              </a:xfrm>
              <a:custGeom>
                <a:avLst/>
                <a:gdLst>
                  <a:gd name="T0" fmla="*/ 21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7" name="Freeform 1923">
                <a:extLst>
                  <a:ext uri="{FF2B5EF4-FFF2-40B4-BE49-F238E27FC236}">
                    <a16:creationId xmlns:a16="http://schemas.microsoft.com/office/drawing/2014/main" id="{19169E8F-81D3-496F-ADB5-79D73E780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836"/>
                <a:ext cx="9" cy="7"/>
              </a:xfrm>
              <a:custGeom>
                <a:avLst/>
                <a:gdLst>
                  <a:gd name="T0" fmla="*/ 0 w 5"/>
                  <a:gd name="T1" fmla="*/ 7 h 4"/>
                  <a:gd name="T2" fmla="*/ 29 w 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3" y="0"/>
                      <a:pt x="5" y="1"/>
                      <a:pt x="5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8" name="Freeform 1924">
                <a:extLst>
                  <a:ext uri="{FF2B5EF4-FFF2-40B4-BE49-F238E27FC236}">
                    <a16:creationId xmlns:a16="http://schemas.microsoft.com/office/drawing/2014/main" id="{AB901660-12CE-4F0D-850B-E9D949C17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894"/>
                <a:ext cx="33" cy="22"/>
              </a:xfrm>
              <a:custGeom>
                <a:avLst/>
                <a:gdLst>
                  <a:gd name="T0" fmla="*/ 84 w 20"/>
                  <a:gd name="T1" fmla="*/ 0 h 12"/>
                  <a:gd name="T2" fmla="*/ 76 w 20"/>
                  <a:gd name="T3" fmla="*/ 44 h 12"/>
                  <a:gd name="T4" fmla="*/ 35 w 20"/>
                  <a:gd name="T5" fmla="*/ 68 h 12"/>
                  <a:gd name="T6" fmla="*/ 0 w 20"/>
                  <a:gd name="T7" fmla="*/ 5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cubicBezTo>
                      <a:pt x="19" y="2"/>
                      <a:pt x="20" y="5"/>
                      <a:pt x="17" y="7"/>
                    </a:cubicBezTo>
                    <a:cubicBezTo>
                      <a:pt x="15" y="9"/>
                      <a:pt x="11" y="10"/>
                      <a:pt x="8" y="11"/>
                    </a:cubicBezTo>
                    <a:cubicBezTo>
                      <a:pt x="6" y="12"/>
                      <a:pt x="1" y="11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9" name="Freeform 1925">
                <a:extLst>
                  <a:ext uri="{FF2B5EF4-FFF2-40B4-BE49-F238E27FC236}">
                    <a16:creationId xmlns:a16="http://schemas.microsoft.com/office/drawing/2014/main" id="{BCA2FC8A-AC5C-4125-8E4E-5406FA956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909"/>
                <a:ext cx="8" cy="7"/>
              </a:xfrm>
              <a:custGeom>
                <a:avLst/>
                <a:gdLst>
                  <a:gd name="T0" fmla="*/ 21 w 5"/>
                  <a:gd name="T1" fmla="*/ 21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0" name="Freeform 1926">
                <a:extLst>
                  <a:ext uri="{FF2B5EF4-FFF2-40B4-BE49-F238E27FC236}">
                    <a16:creationId xmlns:a16="http://schemas.microsoft.com/office/drawing/2014/main" id="{666A707E-0891-4BE4-B0BE-D1A8A7D57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962"/>
                <a:ext cx="25" cy="26"/>
              </a:xfrm>
              <a:custGeom>
                <a:avLst/>
                <a:gdLst>
                  <a:gd name="T0" fmla="*/ 62 w 15"/>
                  <a:gd name="T1" fmla="*/ 0 h 15"/>
                  <a:gd name="T2" fmla="*/ 33 w 15"/>
                  <a:gd name="T3" fmla="*/ 57 h 15"/>
                  <a:gd name="T4" fmla="*/ 0 w 15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13" y="0"/>
                    </a:moveTo>
                    <a:cubicBezTo>
                      <a:pt x="15" y="6"/>
                      <a:pt x="11" y="8"/>
                      <a:pt x="7" y="11"/>
                    </a:cubicBezTo>
                    <a:cubicBezTo>
                      <a:pt x="5" y="12"/>
                      <a:pt x="2" y="15"/>
                      <a:pt x="0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1" name="Freeform 1927">
                <a:extLst>
                  <a:ext uri="{FF2B5EF4-FFF2-40B4-BE49-F238E27FC236}">
                    <a16:creationId xmlns:a16="http://schemas.microsoft.com/office/drawing/2014/main" id="{02A27980-E2B6-40B4-8B19-8FFAD2F15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016"/>
                <a:ext cx="27" cy="30"/>
              </a:xfrm>
              <a:custGeom>
                <a:avLst/>
                <a:gdLst>
                  <a:gd name="T0" fmla="*/ 62 w 16"/>
                  <a:gd name="T1" fmla="*/ 0 h 17"/>
                  <a:gd name="T2" fmla="*/ 71 w 16"/>
                  <a:gd name="T3" fmla="*/ 44 h 17"/>
                  <a:gd name="T4" fmla="*/ 42 w 16"/>
                  <a:gd name="T5" fmla="*/ 72 h 17"/>
                  <a:gd name="T6" fmla="*/ 0 w 16"/>
                  <a:gd name="T7" fmla="*/ 8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13" y="0"/>
                    </a:moveTo>
                    <a:cubicBezTo>
                      <a:pt x="14" y="1"/>
                      <a:pt x="16" y="5"/>
                      <a:pt x="15" y="8"/>
                    </a:cubicBezTo>
                    <a:cubicBezTo>
                      <a:pt x="15" y="9"/>
                      <a:pt x="10" y="11"/>
                      <a:pt x="9" y="13"/>
                    </a:cubicBezTo>
                    <a:cubicBezTo>
                      <a:pt x="7" y="15"/>
                      <a:pt x="3" y="17"/>
                      <a:pt x="0" y="1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1928">
                <a:extLst>
                  <a:ext uri="{FF2B5EF4-FFF2-40B4-BE49-F238E27FC236}">
                    <a16:creationId xmlns:a16="http://schemas.microsoft.com/office/drawing/2014/main" id="{F5D5AF4A-5851-4D86-9397-D4426F79F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972"/>
                <a:ext cx="9" cy="6"/>
              </a:xfrm>
              <a:custGeom>
                <a:avLst/>
                <a:gdLst>
                  <a:gd name="T0" fmla="*/ 0 w 5"/>
                  <a:gd name="T1" fmla="*/ 0 h 3"/>
                  <a:gd name="T2" fmla="*/ 29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5" y="0"/>
                      <a:pt x="5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1929">
                <a:extLst>
                  <a:ext uri="{FF2B5EF4-FFF2-40B4-BE49-F238E27FC236}">
                    <a16:creationId xmlns:a16="http://schemas.microsoft.com/office/drawing/2014/main" id="{61FF05B6-CC60-44B3-BB2D-71080190A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983"/>
                <a:ext cx="5" cy="12"/>
              </a:xfrm>
              <a:custGeom>
                <a:avLst/>
                <a:gdLst>
                  <a:gd name="T0" fmla="*/ 13 w 3"/>
                  <a:gd name="T1" fmla="*/ 0 h 7"/>
                  <a:gd name="T2" fmla="*/ 8 w 3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0" y="6"/>
                      <a:pt x="2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1930">
                <a:extLst>
                  <a:ext uri="{FF2B5EF4-FFF2-40B4-BE49-F238E27FC236}">
                    <a16:creationId xmlns:a16="http://schemas.microsoft.com/office/drawing/2014/main" id="{2FF2C932-E248-4981-A8EC-5AF88CEDF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3023"/>
                <a:ext cx="50" cy="69"/>
              </a:xfrm>
              <a:custGeom>
                <a:avLst/>
                <a:gdLst>
                  <a:gd name="T0" fmla="*/ 20 w 30"/>
                  <a:gd name="T1" fmla="*/ 0 h 39"/>
                  <a:gd name="T2" fmla="*/ 13 w 30"/>
                  <a:gd name="T3" fmla="*/ 50 h 39"/>
                  <a:gd name="T4" fmla="*/ 62 w 30"/>
                  <a:gd name="T5" fmla="*/ 115 h 39"/>
                  <a:gd name="T6" fmla="*/ 138 w 30"/>
                  <a:gd name="T7" fmla="*/ 21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4" y="0"/>
                    </a:moveTo>
                    <a:cubicBezTo>
                      <a:pt x="0" y="1"/>
                      <a:pt x="1" y="7"/>
                      <a:pt x="3" y="9"/>
                    </a:cubicBezTo>
                    <a:cubicBezTo>
                      <a:pt x="5" y="14"/>
                      <a:pt x="9" y="17"/>
                      <a:pt x="13" y="21"/>
                    </a:cubicBezTo>
                    <a:cubicBezTo>
                      <a:pt x="17" y="27"/>
                      <a:pt x="21" y="39"/>
                      <a:pt x="30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1931">
                <a:extLst>
                  <a:ext uri="{FF2B5EF4-FFF2-40B4-BE49-F238E27FC236}">
                    <a16:creationId xmlns:a16="http://schemas.microsoft.com/office/drawing/2014/main" id="{E5CCF573-B79D-4132-98AC-211F40EC3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045"/>
                <a:ext cx="4" cy="10"/>
              </a:xfrm>
              <a:custGeom>
                <a:avLst/>
                <a:gdLst>
                  <a:gd name="T0" fmla="*/ 16 w 2"/>
                  <a:gd name="T1" fmla="*/ 0 h 6"/>
                  <a:gd name="T2" fmla="*/ 16 w 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0" y="2"/>
                      <a:pt x="0" y="4"/>
                      <a:pt x="2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Freeform 1932">
                <a:extLst>
                  <a:ext uri="{FF2B5EF4-FFF2-40B4-BE49-F238E27FC236}">
                    <a16:creationId xmlns:a16="http://schemas.microsoft.com/office/drawing/2014/main" id="{F2C4BE56-2F6D-4953-B1AE-6CAAEF6C6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3032"/>
                <a:ext cx="9" cy="2"/>
              </a:xfrm>
              <a:custGeom>
                <a:avLst/>
                <a:gdLst>
                  <a:gd name="T0" fmla="*/ 0 w 5"/>
                  <a:gd name="T1" fmla="*/ 8 h 1"/>
                  <a:gd name="T2" fmla="*/ 29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7" name="Freeform 1933">
                <a:extLst>
                  <a:ext uri="{FF2B5EF4-FFF2-40B4-BE49-F238E27FC236}">
                    <a16:creationId xmlns:a16="http://schemas.microsoft.com/office/drawing/2014/main" id="{4891EFF3-C795-49F8-A5C6-87A5FCE7A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089"/>
                <a:ext cx="20" cy="26"/>
              </a:xfrm>
              <a:custGeom>
                <a:avLst/>
                <a:gdLst>
                  <a:gd name="T0" fmla="*/ 42 w 12"/>
                  <a:gd name="T1" fmla="*/ 0 h 15"/>
                  <a:gd name="T2" fmla="*/ 28 w 12"/>
                  <a:gd name="T3" fmla="*/ 42 h 15"/>
                  <a:gd name="T4" fmla="*/ 0 w 12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9" y="0"/>
                    </a:moveTo>
                    <a:cubicBezTo>
                      <a:pt x="12" y="5"/>
                      <a:pt x="9" y="5"/>
                      <a:pt x="6" y="8"/>
                    </a:cubicBezTo>
                    <a:cubicBezTo>
                      <a:pt x="4" y="10"/>
                      <a:pt x="2" y="15"/>
                      <a:pt x="0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Freeform 1934">
                <a:extLst>
                  <a:ext uri="{FF2B5EF4-FFF2-40B4-BE49-F238E27FC236}">
                    <a16:creationId xmlns:a16="http://schemas.microsoft.com/office/drawing/2014/main" id="{49CEB388-1446-4697-9F08-DB6A113B6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3096"/>
                <a:ext cx="10" cy="4"/>
              </a:xfrm>
              <a:custGeom>
                <a:avLst/>
                <a:gdLst>
                  <a:gd name="T0" fmla="*/ 28 w 6"/>
                  <a:gd name="T1" fmla="*/ 16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1"/>
                      <a:pt x="2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1935">
                <a:extLst>
                  <a:ext uri="{FF2B5EF4-FFF2-40B4-BE49-F238E27FC236}">
                    <a16:creationId xmlns:a16="http://schemas.microsoft.com/office/drawing/2014/main" id="{28C95C55-8AEB-4783-84A6-013D0811F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3149"/>
                <a:ext cx="66" cy="48"/>
              </a:xfrm>
              <a:custGeom>
                <a:avLst/>
                <a:gdLst>
                  <a:gd name="T0" fmla="*/ 21 w 40"/>
                  <a:gd name="T1" fmla="*/ 0 h 27"/>
                  <a:gd name="T2" fmla="*/ 21 w 40"/>
                  <a:gd name="T3" fmla="*/ 78 h 27"/>
                  <a:gd name="T4" fmla="*/ 54 w 40"/>
                  <a:gd name="T5" fmla="*/ 94 h 27"/>
                  <a:gd name="T6" fmla="*/ 96 w 40"/>
                  <a:gd name="T7" fmla="*/ 123 h 27"/>
                  <a:gd name="T8" fmla="*/ 160 w 40"/>
                  <a:gd name="T9" fmla="*/ 139 h 27"/>
                  <a:gd name="T10" fmla="*/ 180 w 40"/>
                  <a:gd name="T11" fmla="*/ 7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7">
                    <a:moveTo>
                      <a:pt x="5" y="0"/>
                    </a:moveTo>
                    <a:cubicBezTo>
                      <a:pt x="2" y="5"/>
                      <a:pt x="0" y="10"/>
                      <a:pt x="5" y="14"/>
                    </a:cubicBezTo>
                    <a:cubicBezTo>
                      <a:pt x="7" y="16"/>
                      <a:pt x="10" y="16"/>
                      <a:pt x="12" y="17"/>
                    </a:cubicBezTo>
                    <a:cubicBezTo>
                      <a:pt x="15" y="18"/>
                      <a:pt x="18" y="20"/>
                      <a:pt x="21" y="22"/>
                    </a:cubicBezTo>
                    <a:cubicBezTo>
                      <a:pt x="24" y="23"/>
                      <a:pt x="33" y="27"/>
                      <a:pt x="36" y="25"/>
                    </a:cubicBezTo>
                    <a:cubicBezTo>
                      <a:pt x="40" y="22"/>
                      <a:pt x="39" y="18"/>
                      <a:pt x="4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1936">
                <a:extLst>
                  <a:ext uri="{FF2B5EF4-FFF2-40B4-BE49-F238E27FC236}">
                    <a16:creationId xmlns:a16="http://schemas.microsoft.com/office/drawing/2014/main" id="{6C145C05-20C6-4B88-859E-26286608B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3193"/>
                <a:ext cx="73" cy="37"/>
              </a:xfrm>
              <a:custGeom>
                <a:avLst/>
                <a:gdLst>
                  <a:gd name="T0" fmla="*/ 8 w 44"/>
                  <a:gd name="T1" fmla="*/ 0 h 21"/>
                  <a:gd name="T2" fmla="*/ 0 w 44"/>
                  <a:gd name="T3" fmla="*/ 0 h 21"/>
                  <a:gd name="T4" fmla="*/ 13 w 44"/>
                  <a:gd name="T5" fmla="*/ 58 h 21"/>
                  <a:gd name="T6" fmla="*/ 50 w 44"/>
                  <a:gd name="T7" fmla="*/ 78 h 21"/>
                  <a:gd name="T8" fmla="*/ 110 w 44"/>
                  <a:gd name="T9" fmla="*/ 93 h 21"/>
                  <a:gd name="T10" fmla="*/ 183 w 44"/>
                  <a:gd name="T11" fmla="*/ 99 h 21"/>
                  <a:gd name="T12" fmla="*/ 196 w 44"/>
                  <a:gd name="T13" fmla="*/ 3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3"/>
                      <a:pt x="0" y="9"/>
                      <a:pt x="3" y="11"/>
                    </a:cubicBezTo>
                    <a:cubicBezTo>
                      <a:pt x="5" y="13"/>
                      <a:pt x="9" y="14"/>
                      <a:pt x="11" y="14"/>
                    </a:cubicBezTo>
                    <a:cubicBezTo>
                      <a:pt x="15" y="15"/>
                      <a:pt x="19" y="16"/>
                      <a:pt x="24" y="17"/>
                    </a:cubicBezTo>
                    <a:cubicBezTo>
                      <a:pt x="29" y="18"/>
                      <a:pt x="35" y="21"/>
                      <a:pt x="40" y="18"/>
                    </a:cubicBezTo>
                    <a:cubicBezTo>
                      <a:pt x="44" y="15"/>
                      <a:pt x="44" y="10"/>
                      <a:pt x="43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1937">
                <a:extLst>
                  <a:ext uri="{FF2B5EF4-FFF2-40B4-BE49-F238E27FC236}">
                    <a16:creationId xmlns:a16="http://schemas.microsoft.com/office/drawing/2014/main" id="{2D9DCC28-6322-439B-BE0C-9C16B2418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183"/>
                <a:ext cx="76" cy="49"/>
              </a:xfrm>
              <a:custGeom>
                <a:avLst/>
                <a:gdLst>
                  <a:gd name="T0" fmla="*/ 20 w 46"/>
                  <a:gd name="T1" fmla="*/ 44 h 28"/>
                  <a:gd name="T2" fmla="*/ 33 w 46"/>
                  <a:gd name="T3" fmla="*/ 130 h 28"/>
                  <a:gd name="T4" fmla="*/ 131 w 46"/>
                  <a:gd name="T5" fmla="*/ 114 h 28"/>
                  <a:gd name="T6" fmla="*/ 202 w 46"/>
                  <a:gd name="T7" fmla="*/ 58 h 28"/>
                  <a:gd name="T8" fmla="*/ 188 w 4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8">
                    <a:moveTo>
                      <a:pt x="4" y="8"/>
                    </a:moveTo>
                    <a:cubicBezTo>
                      <a:pt x="0" y="11"/>
                      <a:pt x="5" y="21"/>
                      <a:pt x="7" y="24"/>
                    </a:cubicBezTo>
                    <a:cubicBezTo>
                      <a:pt x="13" y="28"/>
                      <a:pt x="24" y="22"/>
                      <a:pt x="29" y="21"/>
                    </a:cubicBezTo>
                    <a:cubicBezTo>
                      <a:pt x="36" y="18"/>
                      <a:pt x="43" y="19"/>
                      <a:pt x="45" y="11"/>
                    </a:cubicBezTo>
                    <a:cubicBezTo>
                      <a:pt x="46" y="6"/>
                      <a:pt x="44" y="4"/>
                      <a:pt x="4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1938">
                <a:extLst>
                  <a:ext uri="{FF2B5EF4-FFF2-40B4-BE49-F238E27FC236}">
                    <a16:creationId xmlns:a16="http://schemas.microsoft.com/office/drawing/2014/main" id="{B327672D-6556-4E4F-B558-342D9DEB1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3117"/>
                <a:ext cx="76" cy="66"/>
              </a:xfrm>
              <a:custGeom>
                <a:avLst/>
                <a:gdLst>
                  <a:gd name="T0" fmla="*/ 20 w 46"/>
                  <a:gd name="T1" fmla="*/ 102 h 37"/>
                  <a:gd name="T2" fmla="*/ 58 w 46"/>
                  <a:gd name="T3" fmla="*/ 182 h 37"/>
                  <a:gd name="T4" fmla="*/ 139 w 46"/>
                  <a:gd name="T5" fmla="*/ 146 h 37"/>
                  <a:gd name="T6" fmla="*/ 188 w 46"/>
                  <a:gd name="T7" fmla="*/ 93 h 37"/>
                  <a:gd name="T8" fmla="*/ 193 w 46"/>
                  <a:gd name="T9" fmla="*/ 37 h 37"/>
                  <a:gd name="T10" fmla="*/ 159 w 46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7">
                    <a:moveTo>
                      <a:pt x="4" y="18"/>
                    </a:moveTo>
                    <a:cubicBezTo>
                      <a:pt x="0" y="22"/>
                      <a:pt x="10" y="30"/>
                      <a:pt x="13" y="32"/>
                    </a:cubicBezTo>
                    <a:cubicBezTo>
                      <a:pt x="20" y="37"/>
                      <a:pt x="25" y="30"/>
                      <a:pt x="31" y="26"/>
                    </a:cubicBezTo>
                    <a:cubicBezTo>
                      <a:pt x="35" y="23"/>
                      <a:pt x="38" y="20"/>
                      <a:pt x="42" y="16"/>
                    </a:cubicBezTo>
                    <a:cubicBezTo>
                      <a:pt x="45" y="12"/>
                      <a:pt x="46" y="11"/>
                      <a:pt x="43" y="7"/>
                    </a:cubicBezTo>
                    <a:cubicBezTo>
                      <a:pt x="40" y="3"/>
                      <a:pt x="39" y="0"/>
                      <a:pt x="3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1939">
                <a:extLst>
                  <a:ext uri="{FF2B5EF4-FFF2-40B4-BE49-F238E27FC236}">
                    <a16:creationId xmlns:a16="http://schemas.microsoft.com/office/drawing/2014/main" id="{C7DA2EA2-EE9F-443F-9B35-7AF1980C3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3011"/>
                <a:ext cx="68" cy="76"/>
              </a:xfrm>
              <a:custGeom>
                <a:avLst/>
                <a:gdLst>
                  <a:gd name="T0" fmla="*/ 22 w 41"/>
                  <a:gd name="T1" fmla="*/ 154 h 43"/>
                  <a:gd name="T2" fmla="*/ 63 w 41"/>
                  <a:gd name="T3" fmla="*/ 224 h 43"/>
                  <a:gd name="T4" fmla="*/ 138 w 41"/>
                  <a:gd name="T5" fmla="*/ 127 h 43"/>
                  <a:gd name="T6" fmla="*/ 172 w 41"/>
                  <a:gd name="T7" fmla="*/ 28 h 43"/>
                  <a:gd name="T8" fmla="*/ 118 w 41"/>
                  <a:gd name="T9" fmla="*/ 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5" y="28"/>
                    </a:moveTo>
                    <a:cubicBezTo>
                      <a:pt x="0" y="31"/>
                      <a:pt x="11" y="41"/>
                      <a:pt x="14" y="41"/>
                    </a:cubicBezTo>
                    <a:cubicBezTo>
                      <a:pt x="21" y="43"/>
                      <a:pt x="27" y="28"/>
                      <a:pt x="30" y="23"/>
                    </a:cubicBezTo>
                    <a:cubicBezTo>
                      <a:pt x="32" y="19"/>
                      <a:pt x="41" y="10"/>
                      <a:pt x="38" y="5"/>
                    </a:cubicBezTo>
                    <a:cubicBezTo>
                      <a:pt x="36" y="2"/>
                      <a:pt x="29" y="0"/>
                      <a:pt x="2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4" name="Freeform 1940">
                <a:extLst>
                  <a:ext uri="{FF2B5EF4-FFF2-40B4-BE49-F238E27FC236}">
                    <a16:creationId xmlns:a16="http://schemas.microsoft.com/office/drawing/2014/main" id="{067112B8-EF9B-4CD1-A149-35AD98FE3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866"/>
                <a:ext cx="42" cy="85"/>
              </a:xfrm>
              <a:custGeom>
                <a:avLst/>
                <a:gdLst>
                  <a:gd name="T0" fmla="*/ 0 w 25"/>
                  <a:gd name="T1" fmla="*/ 223 h 48"/>
                  <a:gd name="T2" fmla="*/ 71 w 25"/>
                  <a:gd name="T3" fmla="*/ 232 h 48"/>
                  <a:gd name="T4" fmla="*/ 113 w 25"/>
                  <a:gd name="T5" fmla="*/ 110 h 48"/>
                  <a:gd name="T6" fmla="*/ 113 w 25"/>
                  <a:gd name="T7" fmla="*/ 60 h 48"/>
                  <a:gd name="T8" fmla="*/ 104 w 25"/>
                  <a:gd name="T9" fmla="*/ 12 h 48"/>
                  <a:gd name="T10" fmla="*/ 62 w 25"/>
                  <a:gd name="T11" fmla="*/ 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8">
                    <a:moveTo>
                      <a:pt x="0" y="40"/>
                    </a:moveTo>
                    <a:cubicBezTo>
                      <a:pt x="5" y="43"/>
                      <a:pt x="10" y="48"/>
                      <a:pt x="15" y="42"/>
                    </a:cubicBezTo>
                    <a:cubicBezTo>
                      <a:pt x="19" y="36"/>
                      <a:pt x="23" y="28"/>
                      <a:pt x="24" y="20"/>
                    </a:cubicBezTo>
                    <a:cubicBezTo>
                      <a:pt x="25" y="17"/>
                      <a:pt x="24" y="14"/>
                      <a:pt x="24" y="11"/>
                    </a:cubicBezTo>
                    <a:cubicBezTo>
                      <a:pt x="23" y="9"/>
                      <a:pt x="24" y="4"/>
                      <a:pt x="22" y="2"/>
                    </a:cubicBezTo>
                    <a:cubicBezTo>
                      <a:pt x="20" y="0"/>
                      <a:pt x="15" y="1"/>
                      <a:pt x="1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Freeform 1941">
                <a:extLst>
                  <a:ext uri="{FF2B5EF4-FFF2-40B4-BE49-F238E27FC236}">
                    <a16:creationId xmlns:a16="http://schemas.microsoft.com/office/drawing/2014/main" id="{7B745A61-6279-4171-A6C8-61194394C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725"/>
                <a:ext cx="28" cy="83"/>
              </a:xfrm>
              <a:custGeom>
                <a:avLst/>
                <a:gdLst>
                  <a:gd name="T0" fmla="*/ 0 w 17"/>
                  <a:gd name="T1" fmla="*/ 231 h 47"/>
                  <a:gd name="T2" fmla="*/ 63 w 17"/>
                  <a:gd name="T3" fmla="*/ 221 h 47"/>
                  <a:gd name="T4" fmla="*/ 63 w 17"/>
                  <a:gd name="T5" fmla="*/ 72 h 47"/>
                  <a:gd name="T6" fmla="*/ 33 w 17"/>
                  <a:gd name="T7" fmla="*/ 12 h 47"/>
                  <a:gd name="T8" fmla="*/ 0 w 17"/>
                  <a:gd name="T9" fmla="*/ 3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0" y="42"/>
                    </a:moveTo>
                    <a:cubicBezTo>
                      <a:pt x="5" y="42"/>
                      <a:pt x="11" y="47"/>
                      <a:pt x="14" y="40"/>
                    </a:cubicBezTo>
                    <a:cubicBezTo>
                      <a:pt x="17" y="32"/>
                      <a:pt x="14" y="21"/>
                      <a:pt x="14" y="13"/>
                    </a:cubicBezTo>
                    <a:cubicBezTo>
                      <a:pt x="14" y="9"/>
                      <a:pt x="14" y="0"/>
                      <a:pt x="7" y="2"/>
                    </a:cubicBezTo>
                    <a:cubicBezTo>
                      <a:pt x="4" y="2"/>
                      <a:pt x="3" y="5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6" name="Freeform 1942">
                <a:extLst>
                  <a:ext uri="{FF2B5EF4-FFF2-40B4-BE49-F238E27FC236}">
                    <a16:creationId xmlns:a16="http://schemas.microsoft.com/office/drawing/2014/main" id="{36295BB2-F62C-4ABA-AFE6-9D38AD6A6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2573"/>
                <a:ext cx="46" cy="81"/>
              </a:xfrm>
              <a:custGeom>
                <a:avLst/>
                <a:gdLst>
                  <a:gd name="T0" fmla="*/ 54 w 28"/>
                  <a:gd name="T1" fmla="*/ 252 h 46"/>
                  <a:gd name="T2" fmla="*/ 125 w 28"/>
                  <a:gd name="T3" fmla="*/ 180 h 46"/>
                  <a:gd name="T4" fmla="*/ 89 w 28"/>
                  <a:gd name="T5" fmla="*/ 49 h 46"/>
                  <a:gd name="T6" fmla="*/ 0 w 28"/>
                  <a:gd name="T7" fmla="*/ 5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12" y="46"/>
                    </a:moveTo>
                    <a:cubicBezTo>
                      <a:pt x="19" y="46"/>
                      <a:pt x="28" y="41"/>
                      <a:pt x="28" y="33"/>
                    </a:cubicBezTo>
                    <a:cubicBezTo>
                      <a:pt x="28" y="26"/>
                      <a:pt x="24" y="16"/>
                      <a:pt x="20" y="9"/>
                    </a:cubicBezTo>
                    <a:cubicBezTo>
                      <a:pt x="14" y="0"/>
                      <a:pt x="7" y="3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7" name="Freeform 1943">
                <a:extLst>
                  <a:ext uri="{FF2B5EF4-FFF2-40B4-BE49-F238E27FC236}">
                    <a16:creationId xmlns:a16="http://schemas.microsoft.com/office/drawing/2014/main" id="{96304475-2E5D-4F87-A57D-A36570E45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2433"/>
                <a:ext cx="68" cy="78"/>
              </a:xfrm>
              <a:custGeom>
                <a:avLst/>
                <a:gdLst>
                  <a:gd name="T0" fmla="*/ 133 w 41"/>
                  <a:gd name="T1" fmla="*/ 245 h 44"/>
                  <a:gd name="T2" fmla="*/ 179 w 41"/>
                  <a:gd name="T3" fmla="*/ 167 h 44"/>
                  <a:gd name="T4" fmla="*/ 151 w 41"/>
                  <a:gd name="T5" fmla="*/ 117 h 44"/>
                  <a:gd name="T6" fmla="*/ 109 w 41"/>
                  <a:gd name="T7" fmla="*/ 62 h 44"/>
                  <a:gd name="T8" fmla="*/ 41 w 41"/>
                  <a:gd name="T9" fmla="*/ 7 h 44"/>
                  <a:gd name="T10" fmla="*/ 0 w 41"/>
                  <a:gd name="T11" fmla="*/ 4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4">
                    <a:moveTo>
                      <a:pt x="29" y="44"/>
                    </a:moveTo>
                    <a:cubicBezTo>
                      <a:pt x="34" y="39"/>
                      <a:pt x="41" y="38"/>
                      <a:pt x="39" y="30"/>
                    </a:cubicBezTo>
                    <a:cubicBezTo>
                      <a:pt x="39" y="26"/>
                      <a:pt x="35" y="24"/>
                      <a:pt x="33" y="21"/>
                    </a:cubicBezTo>
                    <a:cubicBezTo>
                      <a:pt x="30" y="18"/>
                      <a:pt x="27" y="14"/>
                      <a:pt x="24" y="11"/>
                    </a:cubicBezTo>
                    <a:cubicBezTo>
                      <a:pt x="21" y="8"/>
                      <a:pt x="13" y="0"/>
                      <a:pt x="9" y="1"/>
                    </a:cubicBezTo>
                    <a:cubicBezTo>
                      <a:pt x="5" y="1"/>
                      <a:pt x="2" y="6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8" name="Freeform 1944">
                <a:extLst>
                  <a:ext uri="{FF2B5EF4-FFF2-40B4-BE49-F238E27FC236}">
                    <a16:creationId xmlns:a16="http://schemas.microsoft.com/office/drawing/2014/main" id="{D26CF2AB-9505-4653-BB00-C6557A156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341"/>
                <a:ext cx="79" cy="57"/>
              </a:xfrm>
              <a:custGeom>
                <a:avLst/>
                <a:gdLst>
                  <a:gd name="T0" fmla="*/ 138 w 48"/>
                  <a:gd name="T1" fmla="*/ 182 h 32"/>
                  <a:gd name="T2" fmla="*/ 188 w 48"/>
                  <a:gd name="T3" fmla="*/ 80 h 32"/>
                  <a:gd name="T4" fmla="*/ 109 w 48"/>
                  <a:gd name="T5" fmla="*/ 12 h 32"/>
                  <a:gd name="T6" fmla="*/ 58 w 48"/>
                  <a:gd name="T7" fmla="*/ 7 h 32"/>
                  <a:gd name="T8" fmla="*/ 21 w 48"/>
                  <a:gd name="T9" fmla="*/ 16 h 32"/>
                  <a:gd name="T10" fmla="*/ 0 w 48"/>
                  <a:gd name="T11" fmla="*/ 8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2">
                    <a:moveTo>
                      <a:pt x="31" y="32"/>
                    </a:moveTo>
                    <a:cubicBezTo>
                      <a:pt x="35" y="26"/>
                      <a:pt x="48" y="25"/>
                      <a:pt x="42" y="14"/>
                    </a:cubicBezTo>
                    <a:cubicBezTo>
                      <a:pt x="39" y="8"/>
                      <a:pt x="31" y="5"/>
                      <a:pt x="24" y="2"/>
                    </a:cubicBezTo>
                    <a:cubicBezTo>
                      <a:pt x="21" y="1"/>
                      <a:pt x="17" y="1"/>
                      <a:pt x="13" y="1"/>
                    </a:cubicBezTo>
                    <a:cubicBezTo>
                      <a:pt x="10" y="1"/>
                      <a:pt x="7" y="0"/>
                      <a:pt x="5" y="3"/>
                    </a:cubicBezTo>
                    <a:cubicBezTo>
                      <a:pt x="3" y="5"/>
                      <a:pt x="1" y="11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Freeform 1945">
                <a:extLst>
                  <a:ext uri="{FF2B5EF4-FFF2-40B4-BE49-F238E27FC236}">
                    <a16:creationId xmlns:a16="http://schemas.microsoft.com/office/drawing/2014/main" id="{5CA7908C-45F7-49E8-BE96-25B8DEACD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3115"/>
                <a:ext cx="5" cy="2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0" name="Freeform 1946">
                <a:extLst>
                  <a:ext uri="{FF2B5EF4-FFF2-40B4-BE49-F238E27FC236}">
                    <a16:creationId xmlns:a16="http://schemas.microsoft.com/office/drawing/2014/main" id="{426AD38D-E363-4DEB-A17C-334FD17C1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3147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2" y="3"/>
                      <a:pt x="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Freeform 1947">
                <a:extLst>
                  <a:ext uri="{FF2B5EF4-FFF2-40B4-BE49-F238E27FC236}">
                    <a16:creationId xmlns:a16="http://schemas.microsoft.com/office/drawing/2014/main" id="{B3E1C91B-1889-4EC4-A6FF-D4D259E93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3137"/>
                <a:ext cx="63" cy="39"/>
              </a:xfrm>
              <a:custGeom>
                <a:avLst/>
                <a:gdLst>
                  <a:gd name="T0" fmla="*/ 172 w 38"/>
                  <a:gd name="T1" fmla="*/ 94 h 22"/>
                  <a:gd name="T2" fmla="*/ 126 w 38"/>
                  <a:gd name="T3" fmla="*/ 106 h 22"/>
                  <a:gd name="T4" fmla="*/ 68 w 38"/>
                  <a:gd name="T5" fmla="*/ 62 h 22"/>
                  <a:gd name="T6" fmla="*/ 13 w 38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2">
                    <a:moveTo>
                      <a:pt x="38" y="17"/>
                    </a:moveTo>
                    <a:cubicBezTo>
                      <a:pt x="35" y="21"/>
                      <a:pt x="32" y="22"/>
                      <a:pt x="28" y="19"/>
                    </a:cubicBezTo>
                    <a:cubicBezTo>
                      <a:pt x="24" y="16"/>
                      <a:pt x="20" y="13"/>
                      <a:pt x="15" y="11"/>
                    </a:cubicBezTo>
                    <a:cubicBezTo>
                      <a:pt x="11" y="9"/>
                      <a:pt x="0" y="6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2" name="Freeform 1948">
                <a:extLst>
                  <a:ext uri="{FF2B5EF4-FFF2-40B4-BE49-F238E27FC236}">
                    <a16:creationId xmlns:a16="http://schemas.microsoft.com/office/drawing/2014/main" id="{8735EAE2-F486-431C-8D16-A6BACED60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3188"/>
                <a:ext cx="63" cy="34"/>
              </a:xfrm>
              <a:custGeom>
                <a:avLst/>
                <a:gdLst>
                  <a:gd name="T0" fmla="*/ 0 w 38"/>
                  <a:gd name="T1" fmla="*/ 0 h 19"/>
                  <a:gd name="T2" fmla="*/ 22 w 38"/>
                  <a:gd name="T3" fmla="*/ 45 h 19"/>
                  <a:gd name="T4" fmla="*/ 55 w 38"/>
                  <a:gd name="T5" fmla="*/ 52 h 19"/>
                  <a:gd name="T6" fmla="*/ 96 w 38"/>
                  <a:gd name="T7" fmla="*/ 73 h 19"/>
                  <a:gd name="T8" fmla="*/ 172 w 38"/>
                  <a:gd name="T9" fmla="*/ 8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9">
                    <a:moveTo>
                      <a:pt x="0" y="0"/>
                    </a:moveTo>
                    <a:cubicBezTo>
                      <a:pt x="0" y="4"/>
                      <a:pt x="1" y="7"/>
                      <a:pt x="5" y="8"/>
                    </a:cubicBezTo>
                    <a:cubicBezTo>
                      <a:pt x="7" y="9"/>
                      <a:pt x="10" y="9"/>
                      <a:pt x="12" y="9"/>
                    </a:cubicBezTo>
                    <a:cubicBezTo>
                      <a:pt x="15" y="10"/>
                      <a:pt x="18" y="11"/>
                      <a:pt x="21" y="13"/>
                    </a:cubicBezTo>
                    <a:cubicBezTo>
                      <a:pt x="25" y="15"/>
                      <a:pt x="34" y="19"/>
                      <a:pt x="38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Freeform 1949">
                <a:extLst>
                  <a:ext uri="{FF2B5EF4-FFF2-40B4-BE49-F238E27FC236}">
                    <a16:creationId xmlns:a16="http://schemas.microsoft.com/office/drawing/2014/main" id="{21E2F81F-B2D8-43B5-A907-92796E668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3135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4" name="Freeform 1950">
                <a:extLst>
                  <a:ext uri="{FF2B5EF4-FFF2-40B4-BE49-F238E27FC236}">
                    <a16:creationId xmlns:a16="http://schemas.microsoft.com/office/drawing/2014/main" id="{7E3A8ABE-5488-4BD9-9B62-76573128C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3174"/>
                <a:ext cx="20" cy="23"/>
              </a:xfrm>
              <a:custGeom>
                <a:avLst/>
                <a:gdLst>
                  <a:gd name="T0" fmla="*/ 47 w 12"/>
                  <a:gd name="T1" fmla="*/ 0 h 13"/>
                  <a:gd name="T2" fmla="*/ 50 w 12"/>
                  <a:gd name="T3" fmla="*/ 21 h 13"/>
                  <a:gd name="T4" fmla="*/ 28 w 12"/>
                  <a:gd name="T5" fmla="*/ 44 h 13"/>
                  <a:gd name="T6" fmla="*/ 0 w 12"/>
                  <a:gd name="T7" fmla="*/ 7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0" y="0"/>
                    </a:moveTo>
                    <a:cubicBezTo>
                      <a:pt x="12" y="0"/>
                      <a:pt x="12" y="2"/>
                      <a:pt x="11" y="4"/>
                    </a:cubicBezTo>
                    <a:cubicBezTo>
                      <a:pt x="10" y="7"/>
                      <a:pt x="8" y="7"/>
                      <a:pt x="6" y="8"/>
                    </a:cubicBezTo>
                    <a:cubicBezTo>
                      <a:pt x="4" y="10"/>
                      <a:pt x="3" y="12"/>
                      <a:pt x="0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Freeform 1951">
                <a:extLst>
                  <a:ext uri="{FF2B5EF4-FFF2-40B4-BE49-F238E27FC236}">
                    <a16:creationId xmlns:a16="http://schemas.microsoft.com/office/drawing/2014/main" id="{0E747495-A87F-48F2-8235-5BDA9C9E9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3144"/>
                <a:ext cx="22" cy="17"/>
              </a:xfrm>
              <a:custGeom>
                <a:avLst/>
                <a:gdLst>
                  <a:gd name="T0" fmla="*/ 63 w 13"/>
                  <a:gd name="T1" fmla="*/ 0 h 10"/>
                  <a:gd name="T2" fmla="*/ 24 w 13"/>
                  <a:gd name="T3" fmla="*/ 20 h 10"/>
                  <a:gd name="T4" fmla="*/ 0 w 13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9" y="0"/>
                      <a:pt x="8" y="1"/>
                      <a:pt x="5" y="4"/>
                    </a:cubicBezTo>
                    <a:cubicBezTo>
                      <a:pt x="4" y="6"/>
                      <a:pt x="3" y="8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6" name="Freeform 1952">
                <a:extLst>
                  <a:ext uri="{FF2B5EF4-FFF2-40B4-BE49-F238E27FC236}">
                    <a16:creationId xmlns:a16="http://schemas.microsoft.com/office/drawing/2014/main" id="{97BA0B8C-4ABE-49B7-9AF5-0F25391F8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133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12 w 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4" y="5"/>
                      <a:pt x="2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Freeform 1953">
                <a:extLst>
                  <a:ext uri="{FF2B5EF4-FFF2-40B4-BE49-F238E27FC236}">
                    <a16:creationId xmlns:a16="http://schemas.microsoft.com/office/drawing/2014/main" id="{93EAAB3A-96AB-4A7D-B9E4-80E684DC1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3172"/>
                <a:ext cx="10" cy="4"/>
              </a:xfrm>
              <a:custGeom>
                <a:avLst/>
                <a:gdLst>
                  <a:gd name="T0" fmla="*/ 28 w 6"/>
                  <a:gd name="T1" fmla="*/ 0 h 2"/>
                  <a:gd name="T2" fmla="*/ 0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8" name="Freeform 1954">
                <a:extLst>
                  <a:ext uri="{FF2B5EF4-FFF2-40B4-BE49-F238E27FC236}">
                    <a16:creationId xmlns:a16="http://schemas.microsoft.com/office/drawing/2014/main" id="{00C80BB1-0681-48E4-9A46-ACE95BD6D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3193"/>
                <a:ext cx="15" cy="37"/>
              </a:xfrm>
              <a:custGeom>
                <a:avLst/>
                <a:gdLst>
                  <a:gd name="T0" fmla="*/ 13 w 9"/>
                  <a:gd name="T1" fmla="*/ 0 h 21"/>
                  <a:gd name="T2" fmla="*/ 20 w 9"/>
                  <a:gd name="T3" fmla="*/ 72 h 21"/>
                  <a:gd name="T4" fmla="*/ 0 w 9"/>
                  <a:gd name="T5" fmla="*/ 1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3" y="0"/>
                    </a:moveTo>
                    <a:cubicBezTo>
                      <a:pt x="9" y="2"/>
                      <a:pt x="4" y="8"/>
                      <a:pt x="4" y="13"/>
                    </a:cubicBezTo>
                    <a:cubicBezTo>
                      <a:pt x="4" y="16"/>
                      <a:pt x="5" y="21"/>
                      <a:pt x="0" y="2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9" name="Freeform 1955">
                <a:extLst>
                  <a:ext uri="{FF2B5EF4-FFF2-40B4-BE49-F238E27FC236}">
                    <a16:creationId xmlns:a16="http://schemas.microsoft.com/office/drawing/2014/main" id="{FBA2E079-E1CF-4EA3-9FBD-C12B6F107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3216"/>
                <a:ext cx="13" cy="34"/>
              </a:xfrm>
              <a:custGeom>
                <a:avLst/>
                <a:gdLst>
                  <a:gd name="T0" fmla="*/ 0 w 8"/>
                  <a:gd name="T1" fmla="*/ 0 h 19"/>
                  <a:gd name="T2" fmla="*/ 26 w 8"/>
                  <a:gd name="T3" fmla="*/ 81 h 19"/>
                  <a:gd name="T4" fmla="*/ 26 w 8"/>
                  <a:gd name="T5" fmla="*/ 109 h 19"/>
                  <a:gd name="T6" fmla="*/ 5 w 8"/>
                  <a:gd name="T7" fmla="*/ 10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8" y="2"/>
                      <a:pt x="5" y="7"/>
                      <a:pt x="6" y="14"/>
                    </a:cubicBezTo>
                    <a:cubicBezTo>
                      <a:pt x="6" y="16"/>
                      <a:pt x="7" y="17"/>
                      <a:pt x="6" y="19"/>
                    </a:cubicBezTo>
                    <a:cubicBezTo>
                      <a:pt x="5" y="19"/>
                      <a:pt x="2" y="19"/>
                      <a:pt x="1" y="1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0" name="Freeform 1956">
                <a:extLst>
                  <a:ext uri="{FF2B5EF4-FFF2-40B4-BE49-F238E27FC236}">
                    <a16:creationId xmlns:a16="http://schemas.microsoft.com/office/drawing/2014/main" id="{E2CBDF79-8169-45E1-AEFE-013BB4E27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3199"/>
                <a:ext cx="9" cy="1"/>
              </a:xfrm>
              <a:custGeom>
                <a:avLst/>
                <a:gdLst>
                  <a:gd name="T0" fmla="*/ 29 w 5"/>
                  <a:gd name="T1" fmla="*/ 0 h 1"/>
                  <a:gd name="T2" fmla="*/ 0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1" name="Freeform 1957">
                <a:extLst>
                  <a:ext uri="{FF2B5EF4-FFF2-40B4-BE49-F238E27FC236}">
                    <a16:creationId xmlns:a16="http://schemas.microsoft.com/office/drawing/2014/main" id="{F2C46A94-2119-40D9-8CF9-4C35D065B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3216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2" name="Freeform 1958">
                <a:extLst>
                  <a:ext uri="{FF2B5EF4-FFF2-40B4-BE49-F238E27FC236}">
                    <a16:creationId xmlns:a16="http://schemas.microsoft.com/office/drawing/2014/main" id="{98996A6B-7A41-409D-8436-F22952160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3227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3" name="Freeform 1959">
                <a:extLst>
                  <a:ext uri="{FF2B5EF4-FFF2-40B4-BE49-F238E27FC236}">
                    <a16:creationId xmlns:a16="http://schemas.microsoft.com/office/drawing/2014/main" id="{A175F069-44F1-42CD-BB89-434C3375D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3248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4" name="Freeform 1960">
                <a:extLst>
                  <a:ext uri="{FF2B5EF4-FFF2-40B4-BE49-F238E27FC236}">
                    <a16:creationId xmlns:a16="http://schemas.microsoft.com/office/drawing/2014/main" id="{82DF34CB-198E-425A-B5EA-F60AD2870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3191"/>
                <a:ext cx="1" cy="8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5" name="Freeform 1961">
                <a:extLst>
                  <a:ext uri="{FF2B5EF4-FFF2-40B4-BE49-F238E27FC236}">
                    <a16:creationId xmlns:a16="http://schemas.microsoft.com/office/drawing/2014/main" id="{3E5251E8-8EF7-46A9-9DBD-E6341ECFB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3223"/>
                <a:ext cx="18" cy="36"/>
              </a:xfrm>
              <a:custGeom>
                <a:avLst/>
                <a:gdLst>
                  <a:gd name="T0" fmla="*/ 0 w 11"/>
                  <a:gd name="T1" fmla="*/ 13 h 20"/>
                  <a:gd name="T2" fmla="*/ 41 w 11"/>
                  <a:gd name="T3" fmla="*/ 72 h 20"/>
                  <a:gd name="T4" fmla="*/ 29 w 11"/>
                  <a:gd name="T5" fmla="*/ 11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"/>
                    </a:moveTo>
                    <a:cubicBezTo>
                      <a:pt x="9" y="0"/>
                      <a:pt x="8" y="7"/>
                      <a:pt x="9" y="12"/>
                    </a:cubicBezTo>
                    <a:cubicBezTo>
                      <a:pt x="9" y="15"/>
                      <a:pt x="11" y="20"/>
                      <a:pt x="7" y="2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6" name="Freeform 1962">
                <a:extLst>
                  <a:ext uri="{FF2B5EF4-FFF2-40B4-BE49-F238E27FC236}">
                    <a16:creationId xmlns:a16="http://schemas.microsoft.com/office/drawing/2014/main" id="{F0C1E445-1219-4136-A3C2-2901B7049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3220"/>
                <a:ext cx="68" cy="16"/>
              </a:xfrm>
              <a:custGeom>
                <a:avLst/>
                <a:gdLst>
                  <a:gd name="T0" fmla="*/ 181 w 41"/>
                  <a:gd name="T1" fmla="*/ 0 h 9"/>
                  <a:gd name="T2" fmla="*/ 181 w 41"/>
                  <a:gd name="T3" fmla="*/ 28 h 9"/>
                  <a:gd name="T4" fmla="*/ 146 w 41"/>
                  <a:gd name="T5" fmla="*/ 36 h 9"/>
                  <a:gd name="T6" fmla="*/ 63 w 41"/>
                  <a:gd name="T7" fmla="*/ 36 h 9"/>
                  <a:gd name="T8" fmla="*/ 0 w 41"/>
                  <a:gd name="T9" fmla="*/ 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">
                    <a:moveTo>
                      <a:pt x="40" y="0"/>
                    </a:moveTo>
                    <a:cubicBezTo>
                      <a:pt x="40" y="1"/>
                      <a:pt x="41" y="3"/>
                      <a:pt x="40" y="5"/>
                    </a:cubicBezTo>
                    <a:cubicBezTo>
                      <a:pt x="39" y="6"/>
                      <a:pt x="34" y="6"/>
                      <a:pt x="32" y="6"/>
                    </a:cubicBezTo>
                    <a:cubicBezTo>
                      <a:pt x="26" y="5"/>
                      <a:pt x="20" y="5"/>
                      <a:pt x="14" y="6"/>
                    </a:cubicBezTo>
                    <a:cubicBezTo>
                      <a:pt x="10" y="7"/>
                      <a:pt x="2" y="9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7" name="Freeform 1963">
                <a:extLst>
                  <a:ext uri="{FF2B5EF4-FFF2-40B4-BE49-F238E27FC236}">
                    <a16:creationId xmlns:a16="http://schemas.microsoft.com/office/drawing/2014/main" id="{2F911F9A-4D9A-4FFF-840C-BBAA863CE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3174"/>
                <a:ext cx="81" cy="40"/>
              </a:xfrm>
              <a:custGeom>
                <a:avLst/>
                <a:gdLst>
                  <a:gd name="T0" fmla="*/ 222 w 49"/>
                  <a:gd name="T1" fmla="*/ 0 h 23"/>
                  <a:gd name="T2" fmla="*/ 202 w 49"/>
                  <a:gd name="T3" fmla="*/ 0 h 23"/>
                  <a:gd name="T4" fmla="*/ 180 w 49"/>
                  <a:gd name="T5" fmla="*/ 28 h 23"/>
                  <a:gd name="T6" fmla="*/ 76 w 49"/>
                  <a:gd name="T7" fmla="*/ 94 h 23"/>
                  <a:gd name="T8" fmla="*/ 5 w 49"/>
                  <a:gd name="T9" fmla="*/ 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3">
                    <a:moveTo>
                      <a:pt x="49" y="0"/>
                    </a:moveTo>
                    <a:cubicBezTo>
                      <a:pt x="48" y="0"/>
                      <a:pt x="46" y="0"/>
                      <a:pt x="45" y="0"/>
                    </a:cubicBezTo>
                    <a:cubicBezTo>
                      <a:pt x="42" y="0"/>
                      <a:pt x="42" y="3"/>
                      <a:pt x="40" y="5"/>
                    </a:cubicBezTo>
                    <a:cubicBezTo>
                      <a:pt x="35" y="11"/>
                      <a:pt x="24" y="16"/>
                      <a:pt x="17" y="18"/>
                    </a:cubicBezTo>
                    <a:cubicBezTo>
                      <a:pt x="12" y="20"/>
                      <a:pt x="0" y="23"/>
                      <a:pt x="1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Freeform 1964">
                <a:extLst>
                  <a:ext uri="{FF2B5EF4-FFF2-40B4-BE49-F238E27FC236}">
                    <a16:creationId xmlns:a16="http://schemas.microsoft.com/office/drawing/2014/main" id="{FCC60A90-027B-4242-A428-414E8E7CA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3082"/>
                <a:ext cx="61" cy="53"/>
              </a:xfrm>
              <a:custGeom>
                <a:avLst/>
                <a:gdLst>
                  <a:gd name="T0" fmla="*/ 0 w 37"/>
                  <a:gd name="T1" fmla="*/ 138 h 30"/>
                  <a:gd name="T2" fmla="*/ 43 w 37"/>
                  <a:gd name="T3" fmla="*/ 127 h 30"/>
                  <a:gd name="T4" fmla="*/ 71 w 37"/>
                  <a:gd name="T5" fmla="*/ 87 h 30"/>
                  <a:gd name="T6" fmla="*/ 117 w 37"/>
                  <a:gd name="T7" fmla="*/ 72 h 30"/>
                  <a:gd name="T8" fmla="*/ 160 w 37"/>
                  <a:gd name="T9" fmla="*/ 7 h 30"/>
                  <a:gd name="T10" fmla="*/ 152 w 3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0">
                    <a:moveTo>
                      <a:pt x="0" y="25"/>
                    </a:moveTo>
                    <a:cubicBezTo>
                      <a:pt x="2" y="30"/>
                      <a:pt x="8" y="26"/>
                      <a:pt x="10" y="23"/>
                    </a:cubicBezTo>
                    <a:cubicBezTo>
                      <a:pt x="12" y="20"/>
                      <a:pt x="13" y="17"/>
                      <a:pt x="16" y="16"/>
                    </a:cubicBezTo>
                    <a:cubicBezTo>
                      <a:pt x="19" y="14"/>
                      <a:pt x="23" y="14"/>
                      <a:pt x="26" y="13"/>
                    </a:cubicBezTo>
                    <a:cubicBezTo>
                      <a:pt x="31" y="12"/>
                      <a:pt x="37" y="7"/>
                      <a:pt x="36" y="1"/>
                    </a:cubicBezTo>
                    <a:cubicBezTo>
                      <a:pt x="35" y="0"/>
                      <a:pt x="35" y="0"/>
                      <a:pt x="3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9" name="Freeform 1965">
                <a:extLst>
                  <a:ext uri="{FF2B5EF4-FFF2-40B4-BE49-F238E27FC236}">
                    <a16:creationId xmlns:a16="http://schemas.microsoft.com/office/drawing/2014/main" id="{B5ECFB38-C753-4020-9821-A2BEA6DEB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2946"/>
                <a:ext cx="53" cy="72"/>
              </a:xfrm>
              <a:custGeom>
                <a:avLst/>
                <a:gdLst>
                  <a:gd name="T0" fmla="*/ 0 w 32"/>
                  <a:gd name="T1" fmla="*/ 216 h 41"/>
                  <a:gd name="T2" fmla="*/ 55 w 32"/>
                  <a:gd name="T3" fmla="*/ 184 h 41"/>
                  <a:gd name="T4" fmla="*/ 104 w 32"/>
                  <a:gd name="T5" fmla="*/ 77 h 41"/>
                  <a:gd name="T6" fmla="*/ 124 w 32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0" y="40"/>
                    </a:moveTo>
                    <a:cubicBezTo>
                      <a:pt x="6" y="39"/>
                      <a:pt x="9" y="41"/>
                      <a:pt x="12" y="34"/>
                    </a:cubicBezTo>
                    <a:cubicBezTo>
                      <a:pt x="14" y="26"/>
                      <a:pt x="17" y="19"/>
                      <a:pt x="23" y="14"/>
                    </a:cubicBezTo>
                    <a:cubicBezTo>
                      <a:pt x="28" y="10"/>
                      <a:pt x="32" y="5"/>
                      <a:pt x="2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0" name="Freeform 1966">
                <a:extLst>
                  <a:ext uri="{FF2B5EF4-FFF2-40B4-BE49-F238E27FC236}">
                    <a16:creationId xmlns:a16="http://schemas.microsoft.com/office/drawing/2014/main" id="{8F3EEF0B-E16E-4CC2-855E-DC8856420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802"/>
                <a:ext cx="13" cy="76"/>
              </a:xfrm>
              <a:custGeom>
                <a:avLst/>
                <a:gdLst>
                  <a:gd name="T0" fmla="*/ 8 w 8"/>
                  <a:gd name="T1" fmla="*/ 0 h 43"/>
                  <a:gd name="T2" fmla="*/ 34 w 8"/>
                  <a:gd name="T3" fmla="*/ 60 h 43"/>
                  <a:gd name="T4" fmla="*/ 18 w 8"/>
                  <a:gd name="T5" fmla="*/ 159 h 43"/>
                  <a:gd name="T6" fmla="*/ 0 w 8"/>
                  <a:gd name="T7" fmla="*/ 22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3">
                    <a:moveTo>
                      <a:pt x="2" y="0"/>
                    </a:moveTo>
                    <a:cubicBezTo>
                      <a:pt x="7" y="0"/>
                      <a:pt x="8" y="7"/>
                      <a:pt x="8" y="11"/>
                    </a:cubicBezTo>
                    <a:cubicBezTo>
                      <a:pt x="7" y="17"/>
                      <a:pt x="4" y="22"/>
                      <a:pt x="4" y="29"/>
                    </a:cubicBezTo>
                    <a:cubicBezTo>
                      <a:pt x="4" y="31"/>
                      <a:pt x="5" y="43"/>
                      <a:pt x="0" y="4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1" name="Freeform 1967">
                <a:extLst>
                  <a:ext uri="{FF2B5EF4-FFF2-40B4-BE49-F238E27FC236}">
                    <a16:creationId xmlns:a16="http://schemas.microsoft.com/office/drawing/2014/main" id="{E1D6472E-9528-4ADB-9478-1A1B11295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2638"/>
                <a:ext cx="20" cy="90"/>
              </a:xfrm>
              <a:custGeom>
                <a:avLst/>
                <a:gdLst>
                  <a:gd name="T0" fmla="*/ 8 w 12"/>
                  <a:gd name="T1" fmla="*/ 274 h 51"/>
                  <a:gd name="T2" fmla="*/ 47 w 12"/>
                  <a:gd name="T3" fmla="*/ 231 h 51"/>
                  <a:gd name="T4" fmla="*/ 33 w 12"/>
                  <a:gd name="T5" fmla="*/ 99 h 51"/>
                  <a:gd name="T6" fmla="*/ 5 w 12"/>
                  <a:gd name="T7" fmla="*/ 0 h 51"/>
                  <a:gd name="T8" fmla="*/ 5 w 12"/>
                  <a:gd name="T9" fmla="*/ 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1">
                    <a:moveTo>
                      <a:pt x="2" y="50"/>
                    </a:moveTo>
                    <a:cubicBezTo>
                      <a:pt x="6" y="51"/>
                      <a:pt x="9" y="46"/>
                      <a:pt x="10" y="42"/>
                    </a:cubicBezTo>
                    <a:cubicBezTo>
                      <a:pt x="12" y="34"/>
                      <a:pt x="6" y="27"/>
                      <a:pt x="7" y="18"/>
                    </a:cubicBezTo>
                    <a:cubicBezTo>
                      <a:pt x="8" y="13"/>
                      <a:pt x="8" y="2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2" name="Freeform 1968">
                <a:extLst>
                  <a:ext uri="{FF2B5EF4-FFF2-40B4-BE49-F238E27FC236}">
                    <a16:creationId xmlns:a16="http://schemas.microsoft.com/office/drawing/2014/main" id="{6ADFA714-24D2-4547-9F06-AB25A03CF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491"/>
                <a:ext cx="58" cy="90"/>
              </a:xfrm>
              <a:custGeom>
                <a:avLst/>
                <a:gdLst>
                  <a:gd name="T0" fmla="*/ 0 w 35"/>
                  <a:gd name="T1" fmla="*/ 21 h 51"/>
                  <a:gd name="T2" fmla="*/ 28 w 35"/>
                  <a:gd name="T3" fmla="*/ 0 h 51"/>
                  <a:gd name="T4" fmla="*/ 60 w 35"/>
                  <a:gd name="T5" fmla="*/ 60 h 51"/>
                  <a:gd name="T6" fmla="*/ 104 w 35"/>
                  <a:gd name="T7" fmla="*/ 199 h 51"/>
                  <a:gd name="T8" fmla="*/ 133 w 35"/>
                  <a:gd name="T9" fmla="*/ 28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0" y="4"/>
                    </a:moveTo>
                    <a:cubicBezTo>
                      <a:pt x="2" y="3"/>
                      <a:pt x="4" y="0"/>
                      <a:pt x="6" y="0"/>
                    </a:cubicBezTo>
                    <a:cubicBezTo>
                      <a:pt x="11" y="0"/>
                      <a:pt x="11" y="8"/>
                      <a:pt x="13" y="11"/>
                    </a:cubicBezTo>
                    <a:cubicBezTo>
                      <a:pt x="15" y="19"/>
                      <a:pt x="17" y="30"/>
                      <a:pt x="23" y="36"/>
                    </a:cubicBezTo>
                    <a:cubicBezTo>
                      <a:pt x="27" y="39"/>
                      <a:pt x="35" y="46"/>
                      <a:pt x="29" y="5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3" name="Freeform 1969">
                <a:extLst>
                  <a:ext uri="{FF2B5EF4-FFF2-40B4-BE49-F238E27FC236}">
                    <a16:creationId xmlns:a16="http://schemas.microsoft.com/office/drawing/2014/main" id="{CBC8BDB4-CBF2-4B79-85BA-E1BBF311C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380"/>
                <a:ext cx="48" cy="55"/>
              </a:xfrm>
              <a:custGeom>
                <a:avLst/>
                <a:gdLst>
                  <a:gd name="T0" fmla="*/ 131 w 29"/>
                  <a:gd name="T1" fmla="*/ 174 h 31"/>
                  <a:gd name="T2" fmla="*/ 50 w 29"/>
                  <a:gd name="T3" fmla="*/ 37 h 31"/>
                  <a:gd name="T4" fmla="*/ 0 w 29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1">
                    <a:moveTo>
                      <a:pt x="29" y="31"/>
                    </a:moveTo>
                    <a:cubicBezTo>
                      <a:pt x="21" y="24"/>
                      <a:pt x="19" y="14"/>
                      <a:pt x="11" y="7"/>
                    </a:cubicBezTo>
                    <a:cubicBezTo>
                      <a:pt x="9" y="6"/>
                      <a:pt x="2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4" name="Freeform 1970">
                <a:extLst>
                  <a:ext uri="{FF2B5EF4-FFF2-40B4-BE49-F238E27FC236}">
                    <a16:creationId xmlns:a16="http://schemas.microsoft.com/office/drawing/2014/main" id="{B60951A2-D44D-4C8C-88CE-5D5159DB7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288"/>
                <a:ext cx="74" cy="46"/>
              </a:xfrm>
              <a:custGeom>
                <a:avLst/>
                <a:gdLst>
                  <a:gd name="T0" fmla="*/ 179 w 45"/>
                  <a:gd name="T1" fmla="*/ 143 h 26"/>
                  <a:gd name="T2" fmla="*/ 164 w 45"/>
                  <a:gd name="T3" fmla="*/ 34 h 26"/>
                  <a:gd name="T4" fmla="*/ 76 w 45"/>
                  <a:gd name="T5" fmla="*/ 21 h 26"/>
                  <a:gd name="T6" fmla="*/ 5 w 45"/>
                  <a:gd name="T7" fmla="*/ 28 h 26"/>
                  <a:gd name="T8" fmla="*/ 0 w 45"/>
                  <a:gd name="T9" fmla="*/ 10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6">
                    <a:moveTo>
                      <a:pt x="40" y="26"/>
                    </a:moveTo>
                    <a:cubicBezTo>
                      <a:pt x="37" y="20"/>
                      <a:pt x="45" y="10"/>
                      <a:pt x="37" y="6"/>
                    </a:cubicBezTo>
                    <a:cubicBezTo>
                      <a:pt x="31" y="4"/>
                      <a:pt x="23" y="4"/>
                      <a:pt x="17" y="4"/>
                    </a:cubicBezTo>
                    <a:cubicBezTo>
                      <a:pt x="13" y="4"/>
                      <a:pt x="4" y="0"/>
                      <a:pt x="1" y="5"/>
                    </a:cubicBezTo>
                    <a:cubicBezTo>
                      <a:pt x="0" y="8"/>
                      <a:pt x="0" y="14"/>
                      <a:pt x="0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5" name="Freeform 1971">
                <a:extLst>
                  <a:ext uri="{FF2B5EF4-FFF2-40B4-BE49-F238E27FC236}">
                    <a16:creationId xmlns:a16="http://schemas.microsoft.com/office/drawing/2014/main" id="{9C4931C1-B0BD-40B3-AFBF-34DF030E2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284"/>
                <a:ext cx="83" cy="45"/>
              </a:xfrm>
              <a:custGeom>
                <a:avLst/>
                <a:gdLst>
                  <a:gd name="T0" fmla="*/ 229 w 50"/>
                  <a:gd name="T1" fmla="*/ 104 h 25"/>
                  <a:gd name="T2" fmla="*/ 183 w 50"/>
                  <a:gd name="T3" fmla="*/ 7 h 25"/>
                  <a:gd name="T4" fmla="*/ 138 w 50"/>
                  <a:gd name="T5" fmla="*/ 16 h 25"/>
                  <a:gd name="T6" fmla="*/ 70 w 50"/>
                  <a:gd name="T7" fmla="*/ 41 h 25"/>
                  <a:gd name="T8" fmla="*/ 5 w 50"/>
                  <a:gd name="T9" fmla="*/ 101 h 25"/>
                  <a:gd name="T10" fmla="*/ 22 w 50"/>
                  <a:gd name="T11" fmla="*/ 14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25">
                    <a:moveTo>
                      <a:pt x="50" y="18"/>
                    </a:moveTo>
                    <a:cubicBezTo>
                      <a:pt x="45" y="15"/>
                      <a:pt x="46" y="4"/>
                      <a:pt x="40" y="1"/>
                    </a:cubicBezTo>
                    <a:cubicBezTo>
                      <a:pt x="37" y="0"/>
                      <a:pt x="32" y="2"/>
                      <a:pt x="30" y="3"/>
                    </a:cubicBezTo>
                    <a:cubicBezTo>
                      <a:pt x="25" y="5"/>
                      <a:pt x="20" y="6"/>
                      <a:pt x="15" y="7"/>
                    </a:cubicBezTo>
                    <a:cubicBezTo>
                      <a:pt x="9" y="8"/>
                      <a:pt x="0" y="9"/>
                      <a:pt x="1" y="17"/>
                    </a:cubicBezTo>
                    <a:cubicBezTo>
                      <a:pt x="2" y="20"/>
                      <a:pt x="3" y="23"/>
                      <a:pt x="5" y="2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6" name="Freeform 1972">
                <a:extLst>
                  <a:ext uri="{FF2B5EF4-FFF2-40B4-BE49-F238E27FC236}">
                    <a16:creationId xmlns:a16="http://schemas.microsoft.com/office/drawing/2014/main" id="{8386D8D7-7EE4-48FC-9901-5BE29151D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332"/>
                <a:ext cx="79" cy="64"/>
              </a:xfrm>
              <a:custGeom>
                <a:avLst/>
                <a:gdLst>
                  <a:gd name="T0" fmla="*/ 209 w 48"/>
                  <a:gd name="T1" fmla="*/ 66 h 36"/>
                  <a:gd name="T2" fmla="*/ 214 w 48"/>
                  <a:gd name="T3" fmla="*/ 73 h 36"/>
                  <a:gd name="T4" fmla="*/ 173 w 48"/>
                  <a:gd name="T5" fmla="*/ 21 h 36"/>
                  <a:gd name="T6" fmla="*/ 146 w 48"/>
                  <a:gd name="T7" fmla="*/ 7 h 36"/>
                  <a:gd name="T8" fmla="*/ 109 w 48"/>
                  <a:gd name="T9" fmla="*/ 44 h 36"/>
                  <a:gd name="T10" fmla="*/ 63 w 48"/>
                  <a:gd name="T11" fmla="*/ 85 h 36"/>
                  <a:gd name="T12" fmla="*/ 13 w 48"/>
                  <a:gd name="T13" fmla="*/ 146 h 36"/>
                  <a:gd name="T14" fmla="*/ 26 w 48"/>
                  <a:gd name="T15" fmla="*/ 203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6">
                    <a:moveTo>
                      <a:pt x="47" y="12"/>
                    </a:moveTo>
                    <a:cubicBezTo>
                      <a:pt x="48" y="12"/>
                      <a:pt x="48" y="12"/>
                      <a:pt x="48" y="13"/>
                    </a:cubicBezTo>
                    <a:cubicBezTo>
                      <a:pt x="45" y="10"/>
                      <a:pt x="42" y="8"/>
                      <a:pt x="39" y="4"/>
                    </a:cubicBezTo>
                    <a:cubicBezTo>
                      <a:pt x="37" y="2"/>
                      <a:pt x="36" y="0"/>
                      <a:pt x="33" y="1"/>
                    </a:cubicBezTo>
                    <a:cubicBezTo>
                      <a:pt x="30" y="2"/>
                      <a:pt x="27" y="6"/>
                      <a:pt x="24" y="8"/>
                    </a:cubicBezTo>
                    <a:cubicBezTo>
                      <a:pt x="21" y="10"/>
                      <a:pt x="18" y="13"/>
                      <a:pt x="14" y="15"/>
                    </a:cubicBezTo>
                    <a:cubicBezTo>
                      <a:pt x="10" y="18"/>
                      <a:pt x="5" y="21"/>
                      <a:pt x="3" y="26"/>
                    </a:cubicBezTo>
                    <a:cubicBezTo>
                      <a:pt x="0" y="30"/>
                      <a:pt x="4" y="33"/>
                      <a:pt x="6" y="3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7" name="Freeform 1973">
                <a:extLst>
                  <a:ext uri="{FF2B5EF4-FFF2-40B4-BE49-F238E27FC236}">
                    <a16:creationId xmlns:a16="http://schemas.microsoft.com/office/drawing/2014/main" id="{7463401F-A297-4B9B-AA65-82DEB6545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410"/>
                <a:ext cx="63" cy="74"/>
              </a:xfrm>
              <a:custGeom>
                <a:avLst/>
                <a:gdLst>
                  <a:gd name="T0" fmla="*/ 172 w 38"/>
                  <a:gd name="T1" fmla="*/ 44 h 42"/>
                  <a:gd name="T2" fmla="*/ 109 w 38"/>
                  <a:gd name="T3" fmla="*/ 7 h 42"/>
                  <a:gd name="T4" fmla="*/ 83 w 38"/>
                  <a:gd name="T5" fmla="*/ 33 h 42"/>
                  <a:gd name="T6" fmla="*/ 46 w 38"/>
                  <a:gd name="T7" fmla="*/ 81 h 42"/>
                  <a:gd name="T8" fmla="*/ 0 w 38"/>
                  <a:gd name="T9" fmla="*/ 171 h 42"/>
                  <a:gd name="T10" fmla="*/ 28 w 38"/>
                  <a:gd name="T11" fmla="*/ 22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2">
                    <a:moveTo>
                      <a:pt x="38" y="8"/>
                    </a:moveTo>
                    <a:cubicBezTo>
                      <a:pt x="31" y="9"/>
                      <a:pt x="29" y="1"/>
                      <a:pt x="24" y="1"/>
                    </a:cubicBezTo>
                    <a:cubicBezTo>
                      <a:pt x="21" y="0"/>
                      <a:pt x="19" y="4"/>
                      <a:pt x="18" y="6"/>
                    </a:cubicBezTo>
                    <a:cubicBezTo>
                      <a:pt x="16" y="9"/>
                      <a:pt x="13" y="12"/>
                      <a:pt x="10" y="15"/>
                    </a:cubicBezTo>
                    <a:cubicBezTo>
                      <a:pt x="6" y="20"/>
                      <a:pt x="0" y="24"/>
                      <a:pt x="0" y="31"/>
                    </a:cubicBezTo>
                    <a:cubicBezTo>
                      <a:pt x="1" y="35"/>
                      <a:pt x="2" y="39"/>
                      <a:pt x="6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8" name="Freeform 1974">
                <a:extLst>
                  <a:ext uri="{FF2B5EF4-FFF2-40B4-BE49-F238E27FC236}">
                    <a16:creationId xmlns:a16="http://schemas.microsoft.com/office/drawing/2014/main" id="{FE4C60B9-6B47-4D62-BE5F-BFEA30707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514"/>
                <a:ext cx="58" cy="62"/>
              </a:xfrm>
              <a:custGeom>
                <a:avLst/>
                <a:gdLst>
                  <a:gd name="T0" fmla="*/ 28 w 35"/>
                  <a:gd name="T1" fmla="*/ 195 h 35"/>
                  <a:gd name="T2" fmla="*/ 22 w 35"/>
                  <a:gd name="T3" fmla="*/ 138 h 35"/>
                  <a:gd name="T4" fmla="*/ 60 w 35"/>
                  <a:gd name="T5" fmla="*/ 34 h 35"/>
                  <a:gd name="T6" fmla="*/ 118 w 35"/>
                  <a:gd name="T7" fmla="*/ 16 h 35"/>
                  <a:gd name="T8" fmla="*/ 159 w 35"/>
                  <a:gd name="T9" fmla="*/ 6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6" y="35"/>
                    </a:moveTo>
                    <a:cubicBezTo>
                      <a:pt x="0" y="35"/>
                      <a:pt x="4" y="27"/>
                      <a:pt x="5" y="25"/>
                    </a:cubicBezTo>
                    <a:cubicBezTo>
                      <a:pt x="7" y="19"/>
                      <a:pt x="9" y="11"/>
                      <a:pt x="13" y="6"/>
                    </a:cubicBezTo>
                    <a:cubicBezTo>
                      <a:pt x="16" y="1"/>
                      <a:pt x="22" y="0"/>
                      <a:pt x="26" y="3"/>
                    </a:cubicBezTo>
                    <a:cubicBezTo>
                      <a:pt x="29" y="5"/>
                      <a:pt x="33" y="10"/>
                      <a:pt x="35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9" name="Freeform 1975">
                <a:extLst>
                  <a:ext uri="{FF2B5EF4-FFF2-40B4-BE49-F238E27FC236}">
                    <a16:creationId xmlns:a16="http://schemas.microsoft.com/office/drawing/2014/main" id="{CCF36AC1-83D5-4801-A2A1-BDFCADA8E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371"/>
                <a:ext cx="53" cy="42"/>
              </a:xfrm>
              <a:custGeom>
                <a:avLst/>
                <a:gdLst>
                  <a:gd name="T0" fmla="*/ 20 w 32"/>
                  <a:gd name="T1" fmla="*/ 130 h 24"/>
                  <a:gd name="T2" fmla="*/ 41 w 32"/>
                  <a:gd name="T3" fmla="*/ 81 h 24"/>
                  <a:gd name="T4" fmla="*/ 96 w 32"/>
                  <a:gd name="T5" fmla="*/ 33 h 24"/>
                  <a:gd name="T6" fmla="*/ 146 w 32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4" y="24"/>
                    </a:moveTo>
                    <a:cubicBezTo>
                      <a:pt x="0" y="20"/>
                      <a:pt x="6" y="17"/>
                      <a:pt x="9" y="15"/>
                    </a:cubicBezTo>
                    <a:cubicBezTo>
                      <a:pt x="13" y="12"/>
                      <a:pt x="16" y="9"/>
                      <a:pt x="21" y="6"/>
                    </a:cubicBezTo>
                    <a:cubicBezTo>
                      <a:pt x="23" y="5"/>
                      <a:pt x="29" y="0"/>
                      <a:pt x="3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0" name="Freeform 1976">
                <a:extLst>
                  <a:ext uri="{FF2B5EF4-FFF2-40B4-BE49-F238E27FC236}">
                    <a16:creationId xmlns:a16="http://schemas.microsoft.com/office/drawing/2014/main" id="{6D7C2782-FBBF-4204-96B0-6DD46545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63"/>
                <a:ext cx="48" cy="55"/>
              </a:xfrm>
              <a:custGeom>
                <a:avLst/>
                <a:gdLst>
                  <a:gd name="T0" fmla="*/ 131 w 29"/>
                  <a:gd name="T1" fmla="*/ 0 h 31"/>
                  <a:gd name="T2" fmla="*/ 96 w 29"/>
                  <a:gd name="T3" fmla="*/ 35 h 31"/>
                  <a:gd name="T4" fmla="*/ 41 w 29"/>
                  <a:gd name="T5" fmla="*/ 110 h 31"/>
                  <a:gd name="T6" fmla="*/ 22 w 29"/>
                  <a:gd name="T7" fmla="*/ 17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1">
                    <a:moveTo>
                      <a:pt x="29" y="0"/>
                    </a:moveTo>
                    <a:cubicBezTo>
                      <a:pt x="26" y="0"/>
                      <a:pt x="23" y="3"/>
                      <a:pt x="21" y="6"/>
                    </a:cubicBezTo>
                    <a:cubicBezTo>
                      <a:pt x="17" y="11"/>
                      <a:pt x="15" y="16"/>
                      <a:pt x="9" y="20"/>
                    </a:cubicBezTo>
                    <a:cubicBezTo>
                      <a:pt x="7" y="22"/>
                      <a:pt x="0" y="27"/>
                      <a:pt x="5" y="3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1" name="Freeform 1977">
                <a:extLst>
                  <a:ext uri="{FF2B5EF4-FFF2-40B4-BE49-F238E27FC236}">
                    <a16:creationId xmlns:a16="http://schemas.microsoft.com/office/drawing/2014/main" id="{5BBF97FA-4B91-4DEB-ABEC-CE571A98C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385"/>
                <a:ext cx="19" cy="27"/>
              </a:xfrm>
              <a:custGeom>
                <a:avLst/>
                <a:gdLst>
                  <a:gd name="T0" fmla="*/ 35 w 12"/>
                  <a:gd name="T1" fmla="*/ 88 h 15"/>
                  <a:gd name="T2" fmla="*/ 0 w 1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9" y="15"/>
                    </a:moveTo>
                    <a:cubicBezTo>
                      <a:pt x="12" y="10"/>
                      <a:pt x="5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2" name="Freeform 1978">
                <a:extLst>
                  <a:ext uri="{FF2B5EF4-FFF2-40B4-BE49-F238E27FC236}">
                    <a16:creationId xmlns:a16="http://schemas.microsoft.com/office/drawing/2014/main" id="{0B13F1AB-22B0-46E1-BDC5-2B6AE5E3D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344"/>
                <a:ext cx="21" cy="31"/>
              </a:xfrm>
              <a:custGeom>
                <a:avLst/>
                <a:gdLst>
                  <a:gd name="T0" fmla="*/ 42 w 13"/>
                  <a:gd name="T1" fmla="*/ 104 h 17"/>
                  <a:gd name="T2" fmla="*/ 0 w 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0" y="17"/>
                    </a:moveTo>
                    <a:cubicBezTo>
                      <a:pt x="13" y="12"/>
                      <a:pt x="4" y="4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3" name="Freeform 1979">
                <a:extLst>
                  <a:ext uri="{FF2B5EF4-FFF2-40B4-BE49-F238E27FC236}">
                    <a16:creationId xmlns:a16="http://schemas.microsoft.com/office/drawing/2014/main" id="{333BD62C-4508-41BA-A151-08723D443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403"/>
                <a:ext cx="7" cy="3"/>
              </a:xfrm>
              <a:custGeom>
                <a:avLst/>
                <a:gdLst>
                  <a:gd name="T0" fmla="*/ 21 w 4"/>
                  <a:gd name="T1" fmla="*/ 8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4" name="Freeform 1980">
                <a:extLst>
                  <a:ext uri="{FF2B5EF4-FFF2-40B4-BE49-F238E27FC236}">
                    <a16:creationId xmlns:a16="http://schemas.microsoft.com/office/drawing/2014/main" id="{6E1E0664-927A-4656-BA04-94D30717C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369"/>
                <a:ext cx="10" cy="4"/>
              </a:xfrm>
              <a:custGeom>
                <a:avLst/>
                <a:gdLst>
                  <a:gd name="T0" fmla="*/ 0 w 6"/>
                  <a:gd name="T1" fmla="*/ 0 h 2"/>
                  <a:gd name="T2" fmla="*/ 28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1"/>
                      <a:pt x="5" y="2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5" name="Freeform 1981">
                <a:extLst>
                  <a:ext uri="{FF2B5EF4-FFF2-40B4-BE49-F238E27FC236}">
                    <a16:creationId xmlns:a16="http://schemas.microsoft.com/office/drawing/2014/main" id="{D0746563-0650-474B-989F-C50F51DF3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307"/>
                <a:ext cx="20" cy="27"/>
              </a:xfrm>
              <a:custGeom>
                <a:avLst/>
                <a:gdLst>
                  <a:gd name="T0" fmla="*/ 22 w 12"/>
                  <a:gd name="T1" fmla="*/ 88 h 15"/>
                  <a:gd name="T2" fmla="*/ 0 w 1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12" y="14"/>
                      <a:pt x="3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Freeform 1982">
                <a:extLst>
                  <a:ext uri="{FF2B5EF4-FFF2-40B4-BE49-F238E27FC236}">
                    <a16:creationId xmlns:a16="http://schemas.microsoft.com/office/drawing/2014/main" id="{B9175D76-2C73-4250-A37F-8E4E6752B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383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7" name="Freeform 1983">
                <a:extLst>
                  <a:ext uri="{FF2B5EF4-FFF2-40B4-BE49-F238E27FC236}">
                    <a16:creationId xmlns:a16="http://schemas.microsoft.com/office/drawing/2014/main" id="{FE55200C-3E60-4F21-AE20-F0E6BA040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35"/>
                <a:ext cx="25" cy="23"/>
              </a:xfrm>
              <a:custGeom>
                <a:avLst/>
                <a:gdLst>
                  <a:gd name="T0" fmla="*/ 70 w 15"/>
                  <a:gd name="T1" fmla="*/ 60 h 13"/>
                  <a:gd name="T2" fmla="*/ 50 w 15"/>
                  <a:gd name="T3" fmla="*/ 60 h 13"/>
                  <a:gd name="T4" fmla="*/ 37 w 15"/>
                  <a:gd name="T5" fmla="*/ 28 h 13"/>
                  <a:gd name="T6" fmla="*/ 0 w 1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11"/>
                    </a:moveTo>
                    <a:cubicBezTo>
                      <a:pt x="12" y="11"/>
                      <a:pt x="13" y="13"/>
                      <a:pt x="11" y="11"/>
                    </a:cubicBezTo>
                    <a:cubicBezTo>
                      <a:pt x="9" y="10"/>
                      <a:pt x="9" y="7"/>
                      <a:pt x="8" y="5"/>
                    </a:cubicBezTo>
                    <a:cubicBezTo>
                      <a:pt x="5" y="3"/>
                      <a:pt x="1" y="3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8" name="Freeform 1984">
                <a:extLst>
                  <a:ext uri="{FF2B5EF4-FFF2-40B4-BE49-F238E27FC236}">
                    <a16:creationId xmlns:a16="http://schemas.microsoft.com/office/drawing/2014/main" id="{CAF0E2E8-38ED-4B4C-9D46-DE92E9B34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497"/>
                <a:ext cx="24" cy="21"/>
              </a:xfrm>
              <a:custGeom>
                <a:avLst/>
                <a:gdLst>
                  <a:gd name="T0" fmla="*/ 45 w 14"/>
                  <a:gd name="T1" fmla="*/ 65 h 12"/>
                  <a:gd name="T2" fmla="*/ 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4"/>
                      <a:pt x="2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9" name="Freeform 1985">
                <a:extLst>
                  <a:ext uri="{FF2B5EF4-FFF2-40B4-BE49-F238E27FC236}">
                    <a16:creationId xmlns:a16="http://schemas.microsoft.com/office/drawing/2014/main" id="{27DB0218-F795-4ED4-87AA-D7A37FA90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454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8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1"/>
                      <a:pt x="2" y="5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0" name="Freeform 1986">
                <a:extLst>
                  <a:ext uri="{FF2B5EF4-FFF2-40B4-BE49-F238E27FC236}">
                    <a16:creationId xmlns:a16="http://schemas.microsoft.com/office/drawing/2014/main" id="{E9EED948-E410-4B78-813A-0E9F3A9CD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505"/>
                <a:ext cx="10" cy="4"/>
              </a:xfrm>
              <a:custGeom>
                <a:avLst/>
                <a:gdLst>
                  <a:gd name="T0" fmla="*/ 0 w 6"/>
                  <a:gd name="T1" fmla="*/ 8 h 2"/>
                  <a:gd name="T2" fmla="*/ 28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2" y="1"/>
                      <a:pt x="4" y="2"/>
                      <a:pt x="6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1" name="Freeform 1987">
                <a:extLst>
                  <a:ext uri="{FF2B5EF4-FFF2-40B4-BE49-F238E27FC236}">
                    <a16:creationId xmlns:a16="http://schemas.microsoft.com/office/drawing/2014/main" id="{EEFB1FCD-9A69-4A64-9EA4-3BE6312CB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567"/>
                <a:ext cx="7" cy="7"/>
              </a:xfrm>
              <a:custGeom>
                <a:avLst/>
                <a:gdLst>
                  <a:gd name="T0" fmla="*/ 21 w 4"/>
                  <a:gd name="T1" fmla="*/ 0 h 4"/>
                  <a:gd name="T2" fmla="*/ 0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2" name="Freeform 1988">
                <a:extLst>
                  <a:ext uri="{FF2B5EF4-FFF2-40B4-BE49-F238E27FC236}">
                    <a16:creationId xmlns:a16="http://schemas.microsoft.com/office/drawing/2014/main" id="{66AE0AE6-8BD6-4524-85A9-DE0C4EE08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3229"/>
                <a:ext cx="9" cy="26"/>
              </a:xfrm>
              <a:custGeom>
                <a:avLst/>
                <a:gdLst>
                  <a:gd name="T0" fmla="*/ 0 w 5"/>
                  <a:gd name="T1" fmla="*/ 5 h 15"/>
                  <a:gd name="T2" fmla="*/ 23 w 5"/>
                  <a:gd name="T3" fmla="*/ 49 h 15"/>
                  <a:gd name="T4" fmla="*/ 16 w 5"/>
                  <a:gd name="T5" fmla="*/ 7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0" y="1"/>
                    </a:moveTo>
                    <a:cubicBezTo>
                      <a:pt x="4" y="0"/>
                      <a:pt x="4" y="6"/>
                      <a:pt x="4" y="9"/>
                    </a:cubicBezTo>
                    <a:cubicBezTo>
                      <a:pt x="4" y="11"/>
                      <a:pt x="5" y="14"/>
                      <a:pt x="3" y="1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Freeform 1989">
                <a:extLst>
                  <a:ext uri="{FF2B5EF4-FFF2-40B4-BE49-F238E27FC236}">
                    <a16:creationId xmlns:a16="http://schemas.microsoft.com/office/drawing/2014/main" id="{7174DBDE-C609-4236-BE81-1D6F5B822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3204"/>
                <a:ext cx="16" cy="33"/>
              </a:xfrm>
              <a:custGeom>
                <a:avLst/>
                <a:gdLst>
                  <a:gd name="T0" fmla="*/ 0 w 10"/>
                  <a:gd name="T1" fmla="*/ 0 h 19"/>
                  <a:gd name="T2" fmla="*/ 0 w 10"/>
                  <a:gd name="T3" fmla="*/ 36 h 19"/>
                  <a:gd name="T4" fmla="*/ 21 w 10"/>
                  <a:gd name="T5" fmla="*/ 63 h 19"/>
                  <a:gd name="T6" fmla="*/ 42 w 10"/>
                  <a:gd name="T7" fmla="*/ 9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  <a:cubicBezTo>
                      <a:pt x="1" y="10"/>
                      <a:pt x="3" y="10"/>
                      <a:pt x="5" y="12"/>
                    </a:cubicBezTo>
                    <a:cubicBezTo>
                      <a:pt x="6" y="13"/>
                      <a:pt x="7" y="19"/>
                      <a:pt x="10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4" name="Freeform 1990">
                <a:extLst>
                  <a:ext uri="{FF2B5EF4-FFF2-40B4-BE49-F238E27FC236}">
                    <a16:creationId xmlns:a16="http://schemas.microsoft.com/office/drawing/2014/main" id="{0E9E7F55-D703-4048-BD91-77C2BDB56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3227"/>
                <a:ext cx="2" cy="5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5" name="Freeform 1991">
                <a:extLst>
                  <a:ext uri="{FF2B5EF4-FFF2-40B4-BE49-F238E27FC236}">
                    <a16:creationId xmlns:a16="http://schemas.microsoft.com/office/drawing/2014/main" id="{E4F162BE-F2C7-4906-BC27-25BB38AB0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230"/>
                <a:ext cx="1" cy="9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4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6" name="Freeform 1992">
                <a:extLst>
                  <a:ext uri="{FF2B5EF4-FFF2-40B4-BE49-F238E27FC236}">
                    <a16:creationId xmlns:a16="http://schemas.microsoft.com/office/drawing/2014/main" id="{DA395972-A431-4510-941D-5050B2CF3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3206"/>
                <a:ext cx="6" cy="5"/>
              </a:xfrm>
              <a:custGeom>
                <a:avLst/>
                <a:gdLst>
                  <a:gd name="T0" fmla="*/ 14 w 4"/>
                  <a:gd name="T1" fmla="*/ 5 h 3"/>
                  <a:gd name="T2" fmla="*/ 5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0"/>
                      <a:pt x="0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1993">
                <a:extLst>
                  <a:ext uri="{FF2B5EF4-FFF2-40B4-BE49-F238E27FC236}">
                    <a16:creationId xmlns:a16="http://schemas.microsoft.com/office/drawing/2014/main" id="{16B720D9-343B-4CD7-B8D7-6C44E1E7D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3174"/>
                <a:ext cx="17" cy="28"/>
              </a:xfrm>
              <a:custGeom>
                <a:avLst/>
                <a:gdLst>
                  <a:gd name="T0" fmla="*/ 0 w 10"/>
                  <a:gd name="T1" fmla="*/ 0 h 16"/>
                  <a:gd name="T2" fmla="*/ 29 w 10"/>
                  <a:gd name="T3" fmla="*/ 58 h 16"/>
                  <a:gd name="T4" fmla="*/ 49 w 10"/>
                  <a:gd name="T5" fmla="*/ 8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6" y="2"/>
                      <a:pt x="3" y="7"/>
                      <a:pt x="6" y="11"/>
                    </a:cubicBezTo>
                    <a:cubicBezTo>
                      <a:pt x="7" y="12"/>
                      <a:pt x="10" y="14"/>
                      <a:pt x="10" y="1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Freeform 1994">
                <a:extLst>
                  <a:ext uri="{FF2B5EF4-FFF2-40B4-BE49-F238E27FC236}">
                    <a16:creationId xmlns:a16="http://schemas.microsoft.com/office/drawing/2014/main" id="{D3D7ED3D-E230-489F-9F03-083740069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3133"/>
                <a:ext cx="19" cy="32"/>
              </a:xfrm>
              <a:custGeom>
                <a:avLst/>
                <a:gdLst>
                  <a:gd name="T0" fmla="*/ 0 w 11"/>
                  <a:gd name="T1" fmla="*/ 0 h 18"/>
                  <a:gd name="T2" fmla="*/ 48 w 11"/>
                  <a:gd name="T3" fmla="*/ 57 h 18"/>
                  <a:gd name="T4" fmla="*/ 50 w 11"/>
                  <a:gd name="T5" fmla="*/ 10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0"/>
                    </a:moveTo>
                    <a:cubicBezTo>
                      <a:pt x="2" y="5"/>
                      <a:pt x="8" y="6"/>
                      <a:pt x="9" y="10"/>
                    </a:cubicBezTo>
                    <a:cubicBezTo>
                      <a:pt x="10" y="13"/>
                      <a:pt x="11" y="16"/>
                      <a:pt x="10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Freeform 1995">
                <a:extLst>
                  <a:ext uri="{FF2B5EF4-FFF2-40B4-BE49-F238E27FC236}">
                    <a16:creationId xmlns:a16="http://schemas.microsoft.com/office/drawing/2014/main" id="{A8F04686-7257-4E62-8642-896303CDA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176"/>
                <a:ext cx="3" cy="7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Freeform 1996">
                <a:extLst>
                  <a:ext uri="{FF2B5EF4-FFF2-40B4-BE49-F238E27FC236}">
                    <a16:creationId xmlns:a16="http://schemas.microsoft.com/office/drawing/2014/main" id="{DD2BCA5F-2C0F-4F10-B36B-0297768F3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3197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1" name="Freeform 1997">
                <a:extLst>
                  <a:ext uri="{FF2B5EF4-FFF2-40B4-BE49-F238E27FC236}">
                    <a16:creationId xmlns:a16="http://schemas.microsoft.com/office/drawing/2014/main" id="{A2C30B3B-0474-47D4-9B93-8AD546B82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3131"/>
                <a:ext cx="3" cy="9"/>
              </a:xfrm>
              <a:custGeom>
                <a:avLst/>
                <a:gdLst>
                  <a:gd name="T0" fmla="*/ 8 w 2"/>
                  <a:gd name="T1" fmla="*/ 0 h 5"/>
                  <a:gd name="T2" fmla="*/ 5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0"/>
                      <a:pt x="1" y="3"/>
                      <a:pt x="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2" name="Freeform 1998">
                <a:extLst>
                  <a:ext uri="{FF2B5EF4-FFF2-40B4-BE49-F238E27FC236}">
                    <a16:creationId xmlns:a16="http://schemas.microsoft.com/office/drawing/2014/main" id="{9046F0BA-240C-4902-B738-AC66E9852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3082"/>
                <a:ext cx="18" cy="19"/>
              </a:xfrm>
              <a:custGeom>
                <a:avLst/>
                <a:gdLst>
                  <a:gd name="T0" fmla="*/ 8 w 11"/>
                  <a:gd name="T1" fmla="*/ 0 h 11"/>
                  <a:gd name="T2" fmla="*/ 0 w 11"/>
                  <a:gd name="T3" fmla="*/ 21 h 11"/>
                  <a:gd name="T4" fmla="*/ 21 w 11"/>
                  <a:gd name="T5" fmla="*/ 36 h 11"/>
                  <a:gd name="T6" fmla="*/ 47 w 11"/>
                  <a:gd name="T7" fmla="*/ 5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7"/>
                      <a:pt x="3" y="6"/>
                      <a:pt x="5" y="7"/>
                    </a:cubicBezTo>
                    <a:cubicBezTo>
                      <a:pt x="8" y="8"/>
                      <a:pt x="9" y="10"/>
                      <a:pt x="11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3" name="Freeform 1999">
                <a:extLst>
                  <a:ext uri="{FF2B5EF4-FFF2-40B4-BE49-F238E27FC236}">
                    <a16:creationId xmlns:a16="http://schemas.microsoft.com/office/drawing/2014/main" id="{3C550BB3-687C-40ED-8590-5E1950E4A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3013"/>
                <a:ext cx="31" cy="19"/>
              </a:xfrm>
              <a:custGeom>
                <a:avLst/>
                <a:gdLst>
                  <a:gd name="T0" fmla="*/ 5 w 19"/>
                  <a:gd name="T1" fmla="*/ 0 h 11"/>
                  <a:gd name="T2" fmla="*/ 13 w 19"/>
                  <a:gd name="T3" fmla="*/ 29 h 11"/>
                  <a:gd name="T4" fmla="*/ 34 w 19"/>
                  <a:gd name="T5" fmla="*/ 36 h 11"/>
                  <a:gd name="T6" fmla="*/ 54 w 19"/>
                  <a:gd name="T7" fmla="*/ 41 h 11"/>
                  <a:gd name="T8" fmla="*/ 83 w 19"/>
                  <a:gd name="T9" fmla="*/ 4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4" y="7"/>
                      <a:pt x="6" y="7"/>
                      <a:pt x="8" y="7"/>
                    </a:cubicBezTo>
                    <a:cubicBezTo>
                      <a:pt x="9" y="7"/>
                      <a:pt x="10" y="7"/>
                      <a:pt x="12" y="8"/>
                    </a:cubicBezTo>
                    <a:cubicBezTo>
                      <a:pt x="14" y="8"/>
                      <a:pt x="17" y="11"/>
                      <a:pt x="19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4" name="Freeform 2000">
                <a:extLst>
                  <a:ext uri="{FF2B5EF4-FFF2-40B4-BE49-F238E27FC236}">
                    <a16:creationId xmlns:a16="http://schemas.microsoft.com/office/drawing/2014/main" id="{265E8C82-52C2-4AE7-85C5-C1C052C05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3085"/>
                <a:ext cx="11" cy="6"/>
              </a:xfrm>
              <a:custGeom>
                <a:avLst/>
                <a:gdLst>
                  <a:gd name="T0" fmla="*/ 0 w 7"/>
                  <a:gd name="T1" fmla="*/ 24 h 3"/>
                  <a:gd name="T2" fmla="*/ 27 w 7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1"/>
                      <a:pt x="4" y="0"/>
                      <a:pt x="7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5" name="Freeform 2001">
                <a:extLst>
                  <a:ext uri="{FF2B5EF4-FFF2-40B4-BE49-F238E27FC236}">
                    <a16:creationId xmlns:a16="http://schemas.microsoft.com/office/drawing/2014/main" id="{9082E5ED-CAD3-4009-9E1D-B4D2746EA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3018"/>
                <a:ext cx="10" cy="4"/>
              </a:xfrm>
              <a:custGeom>
                <a:avLst/>
                <a:gdLst>
                  <a:gd name="T0" fmla="*/ 0 w 6"/>
                  <a:gd name="T1" fmla="*/ 16 h 2"/>
                  <a:gd name="T2" fmla="*/ 28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1" y="0"/>
                      <a:pt x="4" y="1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6" name="Freeform 2002">
                <a:extLst>
                  <a:ext uri="{FF2B5EF4-FFF2-40B4-BE49-F238E27FC236}">
                    <a16:creationId xmlns:a16="http://schemas.microsoft.com/office/drawing/2014/main" id="{EC5A7CA5-FC82-47F4-9F6B-94D6E018A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3029"/>
                <a:ext cx="5" cy="7"/>
              </a:xfrm>
              <a:custGeom>
                <a:avLst/>
                <a:gdLst>
                  <a:gd name="T0" fmla="*/ 0 w 3"/>
                  <a:gd name="T1" fmla="*/ 0 h 4"/>
                  <a:gd name="T2" fmla="*/ 13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1"/>
                      <a:pt x="2" y="3"/>
                      <a:pt x="3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7" name="Freeform 2003">
                <a:extLst>
                  <a:ext uri="{FF2B5EF4-FFF2-40B4-BE49-F238E27FC236}">
                    <a16:creationId xmlns:a16="http://schemas.microsoft.com/office/drawing/2014/main" id="{5BABD0F3-C944-4F10-8546-CAB7C00D7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2953"/>
                <a:ext cx="29" cy="17"/>
              </a:xfrm>
              <a:custGeom>
                <a:avLst/>
                <a:gdLst>
                  <a:gd name="T0" fmla="*/ 0 w 17"/>
                  <a:gd name="T1" fmla="*/ 9 h 10"/>
                  <a:gd name="T2" fmla="*/ 9 w 17"/>
                  <a:gd name="T3" fmla="*/ 5 h 10"/>
                  <a:gd name="T4" fmla="*/ 34 w 17"/>
                  <a:gd name="T5" fmla="*/ 5 h 10"/>
                  <a:gd name="T6" fmla="*/ 58 w 17"/>
                  <a:gd name="T7" fmla="*/ 26 h 10"/>
                  <a:gd name="T8" fmla="*/ 78 w 17"/>
                  <a:gd name="T9" fmla="*/ 34 h 10"/>
                  <a:gd name="T10" fmla="*/ 84 w 17"/>
                  <a:gd name="T11" fmla="*/ 49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0">
                    <a:moveTo>
                      <a:pt x="0" y="2"/>
                    </a:moveTo>
                    <a:cubicBezTo>
                      <a:pt x="1" y="2"/>
                      <a:pt x="2" y="1"/>
                      <a:pt x="2" y="1"/>
                    </a:cubicBezTo>
                    <a:cubicBezTo>
                      <a:pt x="4" y="0"/>
                      <a:pt x="6" y="1"/>
                      <a:pt x="7" y="1"/>
                    </a:cubicBezTo>
                    <a:cubicBezTo>
                      <a:pt x="9" y="2"/>
                      <a:pt x="10" y="4"/>
                      <a:pt x="12" y="5"/>
                    </a:cubicBezTo>
                    <a:cubicBezTo>
                      <a:pt x="14" y="6"/>
                      <a:pt x="15" y="6"/>
                      <a:pt x="16" y="7"/>
                    </a:cubicBezTo>
                    <a:cubicBezTo>
                      <a:pt x="17" y="8"/>
                      <a:pt x="17" y="9"/>
                      <a:pt x="17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8" name="Freeform 2004">
                <a:extLst>
                  <a:ext uri="{FF2B5EF4-FFF2-40B4-BE49-F238E27FC236}">
                    <a16:creationId xmlns:a16="http://schemas.microsoft.com/office/drawing/2014/main" id="{B2298075-4387-4BB3-AF72-307A12F15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2870"/>
                <a:ext cx="30" cy="16"/>
              </a:xfrm>
              <a:custGeom>
                <a:avLst/>
                <a:gdLst>
                  <a:gd name="T0" fmla="*/ 0 w 18"/>
                  <a:gd name="T1" fmla="*/ 12 h 9"/>
                  <a:gd name="T2" fmla="*/ 37 w 18"/>
                  <a:gd name="T3" fmla="*/ 7 h 9"/>
                  <a:gd name="T4" fmla="*/ 62 w 18"/>
                  <a:gd name="T5" fmla="*/ 21 h 9"/>
                  <a:gd name="T6" fmla="*/ 78 w 18"/>
                  <a:gd name="T7" fmla="*/ 5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0" y="2"/>
                    </a:moveTo>
                    <a:cubicBezTo>
                      <a:pt x="2" y="2"/>
                      <a:pt x="5" y="0"/>
                      <a:pt x="8" y="1"/>
                    </a:cubicBezTo>
                    <a:cubicBezTo>
                      <a:pt x="10" y="1"/>
                      <a:pt x="11" y="3"/>
                      <a:pt x="13" y="4"/>
                    </a:cubicBezTo>
                    <a:cubicBezTo>
                      <a:pt x="15" y="5"/>
                      <a:pt x="18" y="7"/>
                      <a:pt x="17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9" name="Freeform 2005">
                <a:extLst>
                  <a:ext uri="{FF2B5EF4-FFF2-40B4-BE49-F238E27FC236}">
                    <a16:creationId xmlns:a16="http://schemas.microsoft.com/office/drawing/2014/main" id="{D49DA667-1A0E-481E-8578-02175A1EC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944"/>
                <a:ext cx="5" cy="9"/>
              </a:xfrm>
              <a:custGeom>
                <a:avLst/>
                <a:gdLst>
                  <a:gd name="T0" fmla="*/ 5 w 3"/>
                  <a:gd name="T1" fmla="*/ 0 h 5"/>
                  <a:gd name="T2" fmla="*/ 13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2"/>
                      <a:pt x="2" y="4"/>
                      <a:pt x="3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0" name="Freeform 2006">
                <a:extLst>
                  <a:ext uri="{FF2B5EF4-FFF2-40B4-BE49-F238E27FC236}">
                    <a16:creationId xmlns:a16="http://schemas.microsoft.com/office/drawing/2014/main" id="{CB241425-6E12-460D-A93F-3E4E39398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" y="2962"/>
                <a:ext cx="5" cy="1"/>
              </a:xfrm>
              <a:custGeom>
                <a:avLst/>
                <a:gdLst>
                  <a:gd name="T0" fmla="*/ 0 w 3"/>
                  <a:gd name="T1" fmla="*/ 1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1" name="Freeform 2007">
                <a:extLst>
                  <a:ext uri="{FF2B5EF4-FFF2-40B4-BE49-F238E27FC236}">
                    <a16:creationId xmlns:a16="http://schemas.microsoft.com/office/drawing/2014/main" id="{10F2C9D0-EBD2-4B6B-A85D-E296AD295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866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3"/>
                      <a:pt x="3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2" name="Freeform 2008">
                <a:extLst>
                  <a:ext uri="{FF2B5EF4-FFF2-40B4-BE49-F238E27FC236}">
                    <a16:creationId xmlns:a16="http://schemas.microsoft.com/office/drawing/2014/main" id="{81F73D0C-234F-4E50-A219-35D0E30B0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2797"/>
                <a:ext cx="36" cy="16"/>
              </a:xfrm>
              <a:custGeom>
                <a:avLst/>
                <a:gdLst>
                  <a:gd name="T0" fmla="*/ 5 w 22"/>
                  <a:gd name="T1" fmla="*/ 50 h 9"/>
                  <a:gd name="T2" fmla="*/ 75 w 22"/>
                  <a:gd name="T3" fmla="*/ 16 h 9"/>
                  <a:gd name="T4" fmla="*/ 97 w 22"/>
                  <a:gd name="T5" fmla="*/ 3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1" y="9"/>
                    </a:moveTo>
                    <a:cubicBezTo>
                      <a:pt x="0" y="0"/>
                      <a:pt x="12" y="3"/>
                      <a:pt x="17" y="3"/>
                    </a:cubicBezTo>
                    <a:cubicBezTo>
                      <a:pt x="19" y="3"/>
                      <a:pt x="22" y="4"/>
                      <a:pt x="22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3" name="Freeform 2009">
                <a:extLst>
                  <a:ext uri="{FF2B5EF4-FFF2-40B4-BE49-F238E27FC236}">
                    <a16:creationId xmlns:a16="http://schemas.microsoft.com/office/drawing/2014/main" id="{6CF67FF6-4F57-4560-90E9-AB9F8CA2B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2797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4" name="Freeform 2010">
                <a:extLst>
                  <a:ext uri="{FF2B5EF4-FFF2-40B4-BE49-F238E27FC236}">
                    <a16:creationId xmlns:a16="http://schemas.microsoft.com/office/drawing/2014/main" id="{699AFE9E-8585-4798-8A4D-159B026E2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2725"/>
                <a:ext cx="35" cy="10"/>
              </a:xfrm>
              <a:custGeom>
                <a:avLst/>
                <a:gdLst>
                  <a:gd name="T0" fmla="*/ 0 w 21"/>
                  <a:gd name="T1" fmla="*/ 28 h 6"/>
                  <a:gd name="T2" fmla="*/ 33 w 21"/>
                  <a:gd name="T3" fmla="*/ 0 h 6"/>
                  <a:gd name="T4" fmla="*/ 62 w 21"/>
                  <a:gd name="T5" fmla="*/ 5 h 6"/>
                  <a:gd name="T6" fmla="*/ 75 w 21"/>
                  <a:gd name="T7" fmla="*/ 5 h 6"/>
                  <a:gd name="T8" fmla="*/ 97 w 21"/>
                  <a:gd name="T9" fmla="*/ 2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">
                    <a:moveTo>
                      <a:pt x="0" y="6"/>
                    </a:moveTo>
                    <a:cubicBezTo>
                      <a:pt x="0" y="2"/>
                      <a:pt x="4" y="0"/>
                      <a:pt x="7" y="0"/>
                    </a:cubicBezTo>
                    <a:cubicBezTo>
                      <a:pt x="9" y="1"/>
                      <a:pt x="11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1"/>
                      <a:pt x="21" y="3"/>
                      <a:pt x="2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5" name="Freeform 2011">
                <a:extLst>
                  <a:ext uri="{FF2B5EF4-FFF2-40B4-BE49-F238E27FC236}">
                    <a16:creationId xmlns:a16="http://schemas.microsoft.com/office/drawing/2014/main" id="{5AA1D368-DF3A-4B85-AB79-7CC512B58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721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6" name="Freeform 2012">
                <a:extLst>
                  <a:ext uri="{FF2B5EF4-FFF2-40B4-BE49-F238E27FC236}">
                    <a16:creationId xmlns:a16="http://schemas.microsoft.com/office/drawing/2014/main" id="{D7B4C73E-0438-45D2-8A0B-F07486469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" y="2626"/>
                <a:ext cx="25" cy="12"/>
              </a:xfrm>
              <a:custGeom>
                <a:avLst/>
                <a:gdLst>
                  <a:gd name="T0" fmla="*/ 0 w 15"/>
                  <a:gd name="T1" fmla="*/ 15 h 7"/>
                  <a:gd name="T2" fmla="*/ 37 w 15"/>
                  <a:gd name="T3" fmla="*/ 5 h 7"/>
                  <a:gd name="T4" fmla="*/ 70 w 1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3"/>
                    </a:moveTo>
                    <a:cubicBezTo>
                      <a:pt x="3" y="7"/>
                      <a:pt x="5" y="3"/>
                      <a:pt x="8" y="1"/>
                    </a:cubicBezTo>
                    <a:cubicBezTo>
                      <a:pt x="10" y="0"/>
                      <a:pt x="13" y="1"/>
                      <a:pt x="1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7" name="Freeform 2013">
                <a:extLst>
                  <a:ext uri="{FF2B5EF4-FFF2-40B4-BE49-F238E27FC236}">
                    <a16:creationId xmlns:a16="http://schemas.microsoft.com/office/drawing/2014/main" id="{0D8E78DB-2315-40CB-BD1D-E152E3921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2569"/>
                <a:ext cx="27" cy="14"/>
              </a:xfrm>
              <a:custGeom>
                <a:avLst/>
                <a:gdLst>
                  <a:gd name="T0" fmla="*/ 8 w 16"/>
                  <a:gd name="T1" fmla="*/ 44 h 8"/>
                  <a:gd name="T2" fmla="*/ 20 w 16"/>
                  <a:gd name="T3" fmla="*/ 21 h 8"/>
                  <a:gd name="T4" fmla="*/ 54 w 16"/>
                  <a:gd name="T5" fmla="*/ 12 h 8"/>
                  <a:gd name="T6" fmla="*/ 78 w 1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2" y="8"/>
                    </a:moveTo>
                    <a:cubicBezTo>
                      <a:pt x="0" y="7"/>
                      <a:pt x="3" y="4"/>
                      <a:pt x="4" y="4"/>
                    </a:cubicBezTo>
                    <a:cubicBezTo>
                      <a:pt x="7" y="3"/>
                      <a:pt x="9" y="3"/>
                      <a:pt x="11" y="2"/>
                    </a:cubicBezTo>
                    <a:cubicBezTo>
                      <a:pt x="12" y="1"/>
                      <a:pt x="15" y="0"/>
                      <a:pt x="16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8" name="Freeform 2014">
                <a:extLst>
                  <a:ext uri="{FF2B5EF4-FFF2-40B4-BE49-F238E27FC236}">
                    <a16:creationId xmlns:a16="http://schemas.microsoft.com/office/drawing/2014/main" id="{AC6AAB51-1231-45C1-9291-F1F9FA189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2634"/>
                <a:ext cx="1" cy="9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9" name="Freeform 2015">
                <a:extLst>
                  <a:ext uri="{FF2B5EF4-FFF2-40B4-BE49-F238E27FC236}">
                    <a16:creationId xmlns:a16="http://schemas.microsoft.com/office/drawing/2014/main" id="{86E0D66E-F7FD-4C07-83C5-BC515851A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2627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3" y="1"/>
                      <a:pt x="4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0" name="Freeform 2016">
                <a:extLst>
                  <a:ext uri="{FF2B5EF4-FFF2-40B4-BE49-F238E27FC236}">
                    <a16:creationId xmlns:a16="http://schemas.microsoft.com/office/drawing/2014/main" id="{4684C478-2448-4457-BFBF-1AD00DE73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2723"/>
                <a:ext cx="7" cy="5"/>
              </a:xfrm>
              <a:custGeom>
                <a:avLst/>
                <a:gdLst>
                  <a:gd name="T0" fmla="*/ 0 w 4"/>
                  <a:gd name="T1" fmla="*/ 8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1" name="Freeform 2017">
                <a:extLst>
                  <a:ext uri="{FF2B5EF4-FFF2-40B4-BE49-F238E27FC236}">
                    <a16:creationId xmlns:a16="http://schemas.microsoft.com/office/drawing/2014/main" id="{F3D75E41-84B0-43F6-A097-4B00ACC0C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2573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2" name="Freeform 2018">
                <a:extLst>
                  <a:ext uri="{FF2B5EF4-FFF2-40B4-BE49-F238E27FC236}">
                    <a16:creationId xmlns:a16="http://schemas.microsoft.com/office/drawing/2014/main" id="{B52FFB08-B07C-470B-BF15-BB39097AD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2475"/>
                <a:ext cx="25" cy="20"/>
              </a:xfrm>
              <a:custGeom>
                <a:avLst/>
                <a:gdLst>
                  <a:gd name="T0" fmla="*/ 20 w 15"/>
                  <a:gd name="T1" fmla="*/ 65 h 11"/>
                  <a:gd name="T2" fmla="*/ 42 w 15"/>
                  <a:gd name="T3" fmla="*/ 16 h 11"/>
                  <a:gd name="T4" fmla="*/ 70 w 15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4" y="11"/>
                    </a:moveTo>
                    <a:cubicBezTo>
                      <a:pt x="0" y="8"/>
                      <a:pt x="6" y="4"/>
                      <a:pt x="9" y="3"/>
                    </a:cubicBezTo>
                    <a:cubicBezTo>
                      <a:pt x="11" y="1"/>
                      <a:pt x="13" y="0"/>
                      <a:pt x="15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3" name="Freeform 2019">
                <a:extLst>
                  <a:ext uri="{FF2B5EF4-FFF2-40B4-BE49-F238E27FC236}">
                    <a16:creationId xmlns:a16="http://schemas.microsoft.com/office/drawing/2014/main" id="{1EC4A564-4819-473B-9342-B7AD20776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2415"/>
                <a:ext cx="31" cy="21"/>
              </a:xfrm>
              <a:custGeom>
                <a:avLst/>
                <a:gdLst>
                  <a:gd name="T0" fmla="*/ 18 w 19"/>
                  <a:gd name="T1" fmla="*/ 65 h 12"/>
                  <a:gd name="T2" fmla="*/ 62 w 19"/>
                  <a:gd name="T3" fmla="*/ 16 h 12"/>
                  <a:gd name="T4" fmla="*/ 83 w 19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4" y="12"/>
                    </a:moveTo>
                    <a:cubicBezTo>
                      <a:pt x="0" y="7"/>
                      <a:pt x="12" y="5"/>
                      <a:pt x="14" y="3"/>
                    </a:cubicBezTo>
                    <a:cubicBezTo>
                      <a:pt x="16" y="2"/>
                      <a:pt x="18" y="0"/>
                      <a:pt x="19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4" name="Freeform 2020">
                <a:extLst>
                  <a:ext uri="{FF2B5EF4-FFF2-40B4-BE49-F238E27FC236}">
                    <a16:creationId xmlns:a16="http://schemas.microsoft.com/office/drawing/2014/main" id="{25DA102E-73DF-48EB-B8DF-EF65B0BF1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6" y="2488"/>
                <a:ext cx="10" cy="5"/>
              </a:xfrm>
              <a:custGeom>
                <a:avLst/>
                <a:gdLst>
                  <a:gd name="T0" fmla="*/ 0 w 6"/>
                  <a:gd name="T1" fmla="*/ 0 h 3"/>
                  <a:gd name="T2" fmla="*/ 28 w 6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3" y="2"/>
                      <a:pt x="4" y="3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5" name="Freeform 2021">
                <a:extLst>
                  <a:ext uri="{FF2B5EF4-FFF2-40B4-BE49-F238E27FC236}">
                    <a16:creationId xmlns:a16="http://schemas.microsoft.com/office/drawing/2014/main" id="{1137C799-C91B-4923-B9C2-DC09AECA6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2408"/>
                <a:ext cx="3" cy="13"/>
              </a:xfrm>
              <a:custGeom>
                <a:avLst/>
                <a:gdLst>
                  <a:gd name="T0" fmla="*/ 0 w 2"/>
                  <a:gd name="T1" fmla="*/ 45 h 7"/>
                  <a:gd name="T2" fmla="*/ 5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1" y="5"/>
                      <a:pt x="2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6" name="Freeform 2022">
                <a:extLst>
                  <a:ext uri="{FF2B5EF4-FFF2-40B4-BE49-F238E27FC236}">
                    <a16:creationId xmlns:a16="http://schemas.microsoft.com/office/drawing/2014/main" id="{6C6D62A0-79F2-4929-BF4F-F9B945C8A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2355"/>
                <a:ext cx="16" cy="30"/>
              </a:xfrm>
              <a:custGeom>
                <a:avLst/>
                <a:gdLst>
                  <a:gd name="T0" fmla="*/ 8 w 10"/>
                  <a:gd name="T1" fmla="*/ 86 h 17"/>
                  <a:gd name="T2" fmla="*/ 0 w 10"/>
                  <a:gd name="T3" fmla="*/ 60 h 17"/>
                  <a:gd name="T4" fmla="*/ 16 w 10"/>
                  <a:gd name="T5" fmla="*/ 28 h 17"/>
                  <a:gd name="T6" fmla="*/ 42 w 10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2" y="16"/>
                    </a:moveTo>
                    <a:cubicBezTo>
                      <a:pt x="0" y="17"/>
                      <a:pt x="0" y="12"/>
                      <a:pt x="0" y="11"/>
                    </a:cubicBezTo>
                    <a:cubicBezTo>
                      <a:pt x="1" y="9"/>
                      <a:pt x="3" y="7"/>
                      <a:pt x="4" y="5"/>
                    </a:cubicBezTo>
                    <a:cubicBezTo>
                      <a:pt x="5" y="3"/>
                      <a:pt x="7" y="0"/>
                      <a:pt x="1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7" name="Freeform 2023">
                <a:extLst>
                  <a:ext uri="{FF2B5EF4-FFF2-40B4-BE49-F238E27FC236}">
                    <a16:creationId xmlns:a16="http://schemas.microsoft.com/office/drawing/2014/main" id="{60C2B960-4ED0-4235-A465-E23C0E090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373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8" name="Freeform 2024">
                <a:extLst>
                  <a:ext uri="{FF2B5EF4-FFF2-40B4-BE49-F238E27FC236}">
                    <a16:creationId xmlns:a16="http://schemas.microsoft.com/office/drawing/2014/main" id="{5DBFA212-8FA1-4CAD-B46A-74576576B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02"/>
                <a:ext cx="79" cy="42"/>
              </a:xfrm>
              <a:custGeom>
                <a:avLst/>
                <a:gdLst>
                  <a:gd name="T0" fmla="*/ 209 w 48"/>
                  <a:gd name="T1" fmla="*/ 123 h 24"/>
                  <a:gd name="T2" fmla="*/ 206 w 48"/>
                  <a:gd name="T3" fmla="*/ 93 h 24"/>
                  <a:gd name="T4" fmla="*/ 160 w 48"/>
                  <a:gd name="T5" fmla="*/ 70 h 24"/>
                  <a:gd name="T6" fmla="*/ 109 w 48"/>
                  <a:gd name="T7" fmla="*/ 56 h 24"/>
                  <a:gd name="T8" fmla="*/ 54 w 48"/>
                  <a:gd name="T9" fmla="*/ 28 h 24"/>
                  <a:gd name="T10" fmla="*/ 20 w 48"/>
                  <a:gd name="T11" fmla="*/ 7 h 24"/>
                  <a:gd name="T12" fmla="*/ 0 w 48"/>
                  <a:gd name="T13" fmla="*/ 1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4">
                    <a:moveTo>
                      <a:pt x="47" y="23"/>
                    </a:moveTo>
                    <a:cubicBezTo>
                      <a:pt x="48" y="24"/>
                      <a:pt x="47" y="18"/>
                      <a:pt x="46" y="17"/>
                    </a:cubicBezTo>
                    <a:cubicBezTo>
                      <a:pt x="44" y="14"/>
                      <a:pt x="39" y="14"/>
                      <a:pt x="36" y="13"/>
                    </a:cubicBezTo>
                    <a:cubicBezTo>
                      <a:pt x="31" y="13"/>
                      <a:pt x="28" y="11"/>
                      <a:pt x="24" y="10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3"/>
                      <a:pt x="7" y="0"/>
                      <a:pt x="4" y="1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9" name="Freeform 2025">
                <a:extLst>
                  <a:ext uri="{FF2B5EF4-FFF2-40B4-BE49-F238E27FC236}">
                    <a16:creationId xmlns:a16="http://schemas.microsoft.com/office/drawing/2014/main" id="{E4C3009A-5A56-4847-871B-E29507A83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2313"/>
                <a:ext cx="11" cy="30"/>
              </a:xfrm>
              <a:custGeom>
                <a:avLst/>
                <a:gdLst>
                  <a:gd name="T0" fmla="*/ 8 w 7"/>
                  <a:gd name="T1" fmla="*/ 94 h 17"/>
                  <a:gd name="T2" fmla="*/ 5 w 7"/>
                  <a:gd name="T3" fmla="*/ 65 h 17"/>
                  <a:gd name="T4" fmla="*/ 20 w 7"/>
                  <a:gd name="T5" fmla="*/ 28 h 17"/>
                  <a:gd name="T6" fmla="*/ 27 w 7"/>
                  <a:gd name="T7" fmla="*/ 0 h 17"/>
                  <a:gd name="T8" fmla="*/ 27 w 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7">
                    <a:moveTo>
                      <a:pt x="2" y="17"/>
                    </a:moveTo>
                    <a:cubicBezTo>
                      <a:pt x="0" y="16"/>
                      <a:pt x="0" y="13"/>
                      <a:pt x="1" y="12"/>
                    </a:cubicBezTo>
                    <a:cubicBezTo>
                      <a:pt x="2" y="9"/>
                      <a:pt x="4" y="8"/>
                      <a:pt x="5" y="5"/>
                    </a:cubicBezTo>
                    <a:cubicBezTo>
                      <a:pt x="6" y="4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0" name="Freeform 2026">
                <a:extLst>
                  <a:ext uri="{FF2B5EF4-FFF2-40B4-BE49-F238E27FC236}">
                    <a16:creationId xmlns:a16="http://schemas.microsoft.com/office/drawing/2014/main" id="{C3390572-6844-4EFF-BBAC-FA947040C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274"/>
                <a:ext cx="10" cy="26"/>
              </a:xfrm>
              <a:custGeom>
                <a:avLst/>
                <a:gdLst>
                  <a:gd name="T0" fmla="*/ 0 w 6"/>
                  <a:gd name="T1" fmla="*/ 73 h 15"/>
                  <a:gd name="T2" fmla="*/ 22 w 6"/>
                  <a:gd name="T3" fmla="*/ 57 h 15"/>
                  <a:gd name="T4" fmla="*/ 28 w 6"/>
                  <a:gd name="T5" fmla="*/ 28 h 15"/>
                  <a:gd name="T6" fmla="*/ 20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14"/>
                    </a:moveTo>
                    <a:cubicBezTo>
                      <a:pt x="3" y="14"/>
                      <a:pt x="4" y="15"/>
                      <a:pt x="5" y="11"/>
                    </a:cubicBezTo>
                    <a:cubicBezTo>
                      <a:pt x="6" y="9"/>
                      <a:pt x="6" y="7"/>
                      <a:pt x="6" y="5"/>
                    </a:cubicBezTo>
                    <a:cubicBezTo>
                      <a:pt x="5" y="3"/>
                      <a:pt x="6" y="2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1" name="Freeform 2027">
                <a:extLst>
                  <a:ext uri="{FF2B5EF4-FFF2-40B4-BE49-F238E27FC236}">
                    <a16:creationId xmlns:a16="http://schemas.microsoft.com/office/drawing/2014/main" id="{738918ED-DE09-45D5-A4D0-9AD8CCAB9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332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2" name="Freeform 2028">
                <a:extLst>
                  <a:ext uri="{FF2B5EF4-FFF2-40B4-BE49-F238E27FC236}">
                    <a16:creationId xmlns:a16="http://schemas.microsoft.com/office/drawing/2014/main" id="{45B262F4-F143-4312-A7C9-D15842DCA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295"/>
                <a:ext cx="5" cy="9"/>
              </a:xfrm>
              <a:custGeom>
                <a:avLst/>
                <a:gdLst>
                  <a:gd name="T0" fmla="*/ 13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3" name="Freeform 2029">
                <a:extLst>
                  <a:ext uri="{FF2B5EF4-FFF2-40B4-BE49-F238E27FC236}">
                    <a16:creationId xmlns:a16="http://schemas.microsoft.com/office/drawing/2014/main" id="{DFC915DF-1138-44F8-98C1-DA0F1E39C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276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4" name="Freeform 2030">
                <a:extLst>
                  <a:ext uri="{FF2B5EF4-FFF2-40B4-BE49-F238E27FC236}">
                    <a16:creationId xmlns:a16="http://schemas.microsoft.com/office/drawing/2014/main" id="{86360049-E17D-452A-AF92-967BDCBFE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314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5" name="Freeform 2031">
                <a:extLst>
                  <a:ext uri="{FF2B5EF4-FFF2-40B4-BE49-F238E27FC236}">
                    <a16:creationId xmlns:a16="http://schemas.microsoft.com/office/drawing/2014/main" id="{692C9160-9611-4FF8-90B4-F1154023F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277"/>
                <a:ext cx="95" cy="21"/>
              </a:xfrm>
              <a:custGeom>
                <a:avLst/>
                <a:gdLst>
                  <a:gd name="T0" fmla="*/ 5 w 57"/>
                  <a:gd name="T1" fmla="*/ 65 h 12"/>
                  <a:gd name="T2" fmla="*/ 5 w 57"/>
                  <a:gd name="T3" fmla="*/ 21 h 12"/>
                  <a:gd name="T4" fmla="*/ 62 w 57"/>
                  <a:gd name="T5" fmla="*/ 7 h 12"/>
                  <a:gd name="T6" fmla="*/ 195 w 57"/>
                  <a:gd name="T7" fmla="*/ 28 h 12"/>
                  <a:gd name="T8" fmla="*/ 250 w 57"/>
                  <a:gd name="T9" fmla="*/ 6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2">
                    <a:moveTo>
                      <a:pt x="1" y="12"/>
                    </a:moveTo>
                    <a:cubicBezTo>
                      <a:pt x="0" y="9"/>
                      <a:pt x="0" y="6"/>
                      <a:pt x="1" y="4"/>
                    </a:cubicBezTo>
                    <a:cubicBezTo>
                      <a:pt x="3" y="0"/>
                      <a:pt x="10" y="1"/>
                      <a:pt x="13" y="1"/>
                    </a:cubicBezTo>
                    <a:cubicBezTo>
                      <a:pt x="23" y="2"/>
                      <a:pt x="32" y="5"/>
                      <a:pt x="42" y="5"/>
                    </a:cubicBezTo>
                    <a:cubicBezTo>
                      <a:pt x="47" y="6"/>
                      <a:pt x="57" y="4"/>
                      <a:pt x="54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6" name="Freeform 2032">
                <a:extLst>
                  <a:ext uri="{FF2B5EF4-FFF2-40B4-BE49-F238E27FC236}">
                    <a16:creationId xmlns:a16="http://schemas.microsoft.com/office/drawing/2014/main" id="{841627A2-9559-4DBB-BE77-27D53684E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300"/>
                <a:ext cx="84" cy="37"/>
              </a:xfrm>
              <a:custGeom>
                <a:avLst/>
                <a:gdLst>
                  <a:gd name="T0" fmla="*/ 5 w 51"/>
                  <a:gd name="T1" fmla="*/ 115 h 21"/>
                  <a:gd name="T2" fmla="*/ 26 w 51"/>
                  <a:gd name="T3" fmla="*/ 72 h 21"/>
                  <a:gd name="T4" fmla="*/ 68 w 51"/>
                  <a:gd name="T5" fmla="*/ 65 h 21"/>
                  <a:gd name="T6" fmla="*/ 125 w 51"/>
                  <a:gd name="T7" fmla="*/ 49 h 21"/>
                  <a:gd name="T8" fmla="*/ 180 w 51"/>
                  <a:gd name="T9" fmla="*/ 28 h 21"/>
                  <a:gd name="T10" fmla="*/ 196 w 51"/>
                  <a:gd name="T11" fmla="*/ 12 h 21"/>
                  <a:gd name="T12" fmla="*/ 219 w 51"/>
                  <a:gd name="T13" fmla="*/ 7 h 21"/>
                  <a:gd name="T14" fmla="*/ 227 w 51"/>
                  <a:gd name="T15" fmla="*/ 37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1">
                    <a:moveTo>
                      <a:pt x="1" y="21"/>
                    </a:moveTo>
                    <a:cubicBezTo>
                      <a:pt x="0" y="17"/>
                      <a:pt x="3" y="14"/>
                      <a:pt x="6" y="13"/>
                    </a:cubicBezTo>
                    <a:cubicBezTo>
                      <a:pt x="9" y="13"/>
                      <a:pt x="12" y="13"/>
                      <a:pt x="15" y="12"/>
                    </a:cubicBezTo>
                    <a:cubicBezTo>
                      <a:pt x="19" y="11"/>
                      <a:pt x="24" y="10"/>
                      <a:pt x="28" y="9"/>
                    </a:cubicBezTo>
                    <a:cubicBezTo>
                      <a:pt x="32" y="8"/>
                      <a:pt x="36" y="7"/>
                      <a:pt x="40" y="5"/>
                    </a:cubicBezTo>
                    <a:cubicBezTo>
                      <a:pt x="42" y="4"/>
                      <a:pt x="43" y="3"/>
                      <a:pt x="44" y="2"/>
                    </a:cubicBezTo>
                    <a:cubicBezTo>
                      <a:pt x="46" y="1"/>
                      <a:pt x="48" y="0"/>
                      <a:pt x="49" y="1"/>
                    </a:cubicBezTo>
                    <a:cubicBezTo>
                      <a:pt x="50" y="2"/>
                      <a:pt x="51" y="5"/>
                      <a:pt x="51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7" name="Freeform 2033">
                <a:extLst>
                  <a:ext uri="{FF2B5EF4-FFF2-40B4-BE49-F238E27FC236}">
                    <a16:creationId xmlns:a16="http://schemas.microsoft.com/office/drawing/2014/main" id="{57DC795D-DB6E-4BBD-8168-65F1E07D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258"/>
                <a:ext cx="5" cy="26"/>
              </a:xfrm>
              <a:custGeom>
                <a:avLst/>
                <a:gdLst>
                  <a:gd name="T0" fmla="*/ 8 w 3"/>
                  <a:gd name="T1" fmla="*/ 78 h 15"/>
                  <a:gd name="T2" fmla="*/ 0 w 3"/>
                  <a:gd name="T3" fmla="*/ 29 h 15"/>
                  <a:gd name="T4" fmla="*/ 0 w 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5">
                    <a:moveTo>
                      <a:pt x="2" y="15"/>
                    </a:moveTo>
                    <a:cubicBezTo>
                      <a:pt x="3" y="12"/>
                      <a:pt x="1" y="9"/>
                      <a:pt x="0" y="6"/>
                    </a:cubicBez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8" name="Freeform 2034">
                <a:extLst>
                  <a:ext uri="{FF2B5EF4-FFF2-40B4-BE49-F238E27FC236}">
                    <a16:creationId xmlns:a16="http://schemas.microsoft.com/office/drawing/2014/main" id="{FF21B1C8-6636-4BBC-84A6-32633DB84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272"/>
                <a:ext cx="15" cy="34"/>
              </a:xfrm>
              <a:custGeom>
                <a:avLst/>
                <a:gdLst>
                  <a:gd name="T0" fmla="*/ 42 w 9"/>
                  <a:gd name="T1" fmla="*/ 109 h 19"/>
                  <a:gd name="T2" fmla="*/ 33 w 9"/>
                  <a:gd name="T3" fmla="*/ 81 h 19"/>
                  <a:gd name="T4" fmla="*/ 13 w 9"/>
                  <a:gd name="T5" fmla="*/ 45 h 19"/>
                  <a:gd name="T6" fmla="*/ 5 w 9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9" y="16"/>
                      <a:pt x="9" y="16"/>
                      <a:pt x="7" y="14"/>
                    </a:cubicBezTo>
                    <a:cubicBezTo>
                      <a:pt x="6" y="12"/>
                      <a:pt x="4" y="10"/>
                      <a:pt x="3" y="8"/>
                    </a:cubicBezTo>
                    <a:cubicBezTo>
                      <a:pt x="2" y="6"/>
                      <a:pt x="0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9" name="Freeform 2035">
                <a:extLst>
                  <a:ext uri="{FF2B5EF4-FFF2-40B4-BE49-F238E27FC236}">
                    <a16:creationId xmlns:a16="http://schemas.microsoft.com/office/drawing/2014/main" id="{79EA24F4-9EDE-4108-B5B3-DEBB713C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283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0" name="Freeform 2036">
                <a:extLst>
                  <a:ext uri="{FF2B5EF4-FFF2-40B4-BE49-F238E27FC236}">
                    <a16:creationId xmlns:a16="http://schemas.microsoft.com/office/drawing/2014/main" id="{8293BA06-6B3F-4EE3-86E9-F9C00D65E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260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1"/>
                      <a:pt x="3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1" name="Freeform 2037">
                <a:extLst>
                  <a:ext uri="{FF2B5EF4-FFF2-40B4-BE49-F238E27FC236}">
                    <a16:creationId xmlns:a16="http://schemas.microsoft.com/office/drawing/2014/main" id="{2269B207-6E3F-4DE1-96BC-964557F43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295"/>
                <a:ext cx="3" cy="9"/>
              </a:xfrm>
              <a:custGeom>
                <a:avLst/>
                <a:gdLst>
                  <a:gd name="T0" fmla="*/ 5 w 2"/>
                  <a:gd name="T1" fmla="*/ 0 h 5"/>
                  <a:gd name="T2" fmla="*/ 0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2" name="Freeform 2038">
                <a:extLst>
                  <a:ext uri="{FF2B5EF4-FFF2-40B4-BE49-F238E27FC236}">
                    <a16:creationId xmlns:a16="http://schemas.microsoft.com/office/drawing/2014/main" id="{196817C7-3C96-485E-8C97-FEA3F1A23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327"/>
                <a:ext cx="6" cy="3"/>
              </a:xfrm>
              <a:custGeom>
                <a:avLst/>
                <a:gdLst>
                  <a:gd name="T0" fmla="*/ 14 w 4"/>
                  <a:gd name="T1" fmla="*/ 5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2"/>
                      <a:pt x="0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3" name="Freeform 2039">
                <a:extLst>
                  <a:ext uri="{FF2B5EF4-FFF2-40B4-BE49-F238E27FC236}">
                    <a16:creationId xmlns:a16="http://schemas.microsoft.com/office/drawing/2014/main" id="{A3423673-472D-407C-8A78-C6A50CA48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304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4" name="Freeform 2040">
                <a:extLst>
                  <a:ext uri="{FF2B5EF4-FFF2-40B4-BE49-F238E27FC236}">
                    <a16:creationId xmlns:a16="http://schemas.microsoft.com/office/drawing/2014/main" id="{5E24B82A-D59D-40D8-987C-A319B26AF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274"/>
                <a:ext cx="4" cy="5"/>
              </a:xfrm>
              <a:custGeom>
                <a:avLst/>
                <a:gdLst>
                  <a:gd name="T0" fmla="*/ 7 w 3"/>
                  <a:gd name="T1" fmla="*/ 13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2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5" name="Freeform 2041">
                <a:extLst>
                  <a:ext uri="{FF2B5EF4-FFF2-40B4-BE49-F238E27FC236}">
                    <a16:creationId xmlns:a16="http://schemas.microsoft.com/office/drawing/2014/main" id="{98F81095-46DE-4BB5-941C-F3CE09172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261"/>
                <a:ext cx="6" cy="32"/>
              </a:xfrm>
              <a:custGeom>
                <a:avLst/>
                <a:gdLst>
                  <a:gd name="T0" fmla="*/ 0 w 4"/>
                  <a:gd name="T1" fmla="*/ 94 h 18"/>
                  <a:gd name="T2" fmla="*/ 5 w 4"/>
                  <a:gd name="T3" fmla="*/ 37 h 18"/>
                  <a:gd name="T4" fmla="*/ 5 w 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8">
                    <a:moveTo>
                      <a:pt x="0" y="17"/>
                    </a:moveTo>
                    <a:cubicBezTo>
                      <a:pt x="4" y="18"/>
                      <a:pt x="2" y="8"/>
                      <a:pt x="1" y="7"/>
                    </a:cubicBez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6" name="Freeform 2042">
                <a:extLst>
                  <a:ext uri="{FF2B5EF4-FFF2-40B4-BE49-F238E27FC236}">
                    <a16:creationId xmlns:a16="http://schemas.microsoft.com/office/drawing/2014/main" id="{22C7412B-440D-4358-892B-A105E823E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260"/>
                <a:ext cx="4" cy="8"/>
              </a:xfrm>
              <a:custGeom>
                <a:avLst/>
                <a:gdLst>
                  <a:gd name="T0" fmla="*/ 0 w 2"/>
                  <a:gd name="T1" fmla="*/ 21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0" y="2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7" name="Freeform 2043">
                <a:extLst>
                  <a:ext uri="{FF2B5EF4-FFF2-40B4-BE49-F238E27FC236}">
                    <a16:creationId xmlns:a16="http://schemas.microsoft.com/office/drawing/2014/main" id="{07EA6C94-2721-4F28-8A89-80A0494C5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2375"/>
                <a:ext cx="295" cy="111"/>
              </a:xfrm>
              <a:custGeom>
                <a:avLst/>
                <a:gdLst>
                  <a:gd name="T0" fmla="*/ 318 w 178"/>
                  <a:gd name="T1" fmla="*/ 56 h 63"/>
                  <a:gd name="T2" fmla="*/ 20 w 178"/>
                  <a:gd name="T3" fmla="*/ 174 h 63"/>
                  <a:gd name="T4" fmla="*/ 451 w 178"/>
                  <a:gd name="T5" fmla="*/ 215 h 63"/>
                  <a:gd name="T6" fmla="*/ 810 w 178"/>
                  <a:gd name="T7" fmla="*/ 310 h 63"/>
                  <a:gd name="T8" fmla="*/ 318 w 178"/>
                  <a:gd name="T9" fmla="*/ 56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63">
                    <a:moveTo>
                      <a:pt x="70" y="10"/>
                    </a:moveTo>
                    <a:cubicBezTo>
                      <a:pt x="50" y="8"/>
                      <a:pt x="9" y="0"/>
                      <a:pt x="4" y="32"/>
                    </a:cubicBezTo>
                    <a:cubicBezTo>
                      <a:pt x="0" y="55"/>
                      <a:pt x="39" y="22"/>
                      <a:pt x="99" y="39"/>
                    </a:cubicBezTo>
                    <a:cubicBezTo>
                      <a:pt x="178" y="62"/>
                      <a:pt x="178" y="63"/>
                      <a:pt x="178" y="57"/>
                    </a:cubicBezTo>
                    <a:cubicBezTo>
                      <a:pt x="178" y="49"/>
                      <a:pt x="132" y="13"/>
                      <a:pt x="70" y="10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8" name="Freeform 2044">
                <a:extLst>
                  <a:ext uri="{FF2B5EF4-FFF2-40B4-BE49-F238E27FC236}">
                    <a16:creationId xmlns:a16="http://schemas.microsoft.com/office/drawing/2014/main" id="{1372C9C9-0FC1-48CC-9EEC-566B8C373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2396"/>
                <a:ext cx="157" cy="85"/>
              </a:xfrm>
              <a:custGeom>
                <a:avLst/>
                <a:gdLst>
                  <a:gd name="T0" fmla="*/ 373 w 95"/>
                  <a:gd name="T1" fmla="*/ 195 h 48"/>
                  <a:gd name="T2" fmla="*/ 188 w 95"/>
                  <a:gd name="T3" fmla="*/ 135 h 48"/>
                  <a:gd name="T4" fmla="*/ 5 w 95"/>
                  <a:gd name="T5" fmla="*/ 60 h 48"/>
                  <a:gd name="T6" fmla="*/ 200 w 95"/>
                  <a:gd name="T7" fmla="*/ 85 h 48"/>
                  <a:gd name="T8" fmla="*/ 373 w 95"/>
                  <a:gd name="T9" fmla="*/ 195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48">
                    <a:moveTo>
                      <a:pt x="83" y="35"/>
                    </a:moveTo>
                    <a:cubicBezTo>
                      <a:pt x="95" y="48"/>
                      <a:pt x="63" y="29"/>
                      <a:pt x="42" y="24"/>
                    </a:cubicBezTo>
                    <a:cubicBezTo>
                      <a:pt x="21" y="20"/>
                      <a:pt x="0" y="17"/>
                      <a:pt x="1" y="11"/>
                    </a:cubicBezTo>
                    <a:cubicBezTo>
                      <a:pt x="3" y="0"/>
                      <a:pt x="23" y="10"/>
                      <a:pt x="44" y="15"/>
                    </a:cubicBezTo>
                    <a:cubicBezTo>
                      <a:pt x="65" y="19"/>
                      <a:pt x="75" y="26"/>
                      <a:pt x="83" y="35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952" name="Freeform 2045">
              <a:extLst>
                <a:ext uri="{FF2B5EF4-FFF2-40B4-BE49-F238E27FC236}">
                  <a16:creationId xmlns:a16="http://schemas.microsoft.com/office/drawing/2014/main" id="{B590092C-9717-4BED-9A76-7D9B64012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51"/>
              <a:ext cx="54" cy="54"/>
            </a:xfrm>
            <a:custGeom>
              <a:avLst/>
              <a:gdLst>
                <a:gd name="T0" fmla="*/ 13 w 33"/>
                <a:gd name="T1" fmla="*/ 164 h 31"/>
                <a:gd name="T2" fmla="*/ 139 w 33"/>
                <a:gd name="T3" fmla="*/ 0 h 31"/>
                <a:gd name="T4" fmla="*/ 13 w 33"/>
                <a:gd name="T5" fmla="*/ 16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1">
                  <a:moveTo>
                    <a:pt x="3" y="31"/>
                  </a:moveTo>
                  <a:cubicBezTo>
                    <a:pt x="3" y="31"/>
                    <a:pt x="0" y="3"/>
                    <a:pt x="32" y="0"/>
                  </a:cubicBezTo>
                  <a:cubicBezTo>
                    <a:pt x="32" y="0"/>
                    <a:pt x="33" y="25"/>
                    <a:pt x="3" y="31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2046">
              <a:extLst>
                <a:ext uri="{FF2B5EF4-FFF2-40B4-BE49-F238E27FC236}">
                  <a16:creationId xmlns:a16="http://schemas.microsoft.com/office/drawing/2014/main" id="{AF0C1FB8-57AC-4C6B-B5ED-8CD897CD9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398"/>
              <a:ext cx="74" cy="65"/>
            </a:xfrm>
            <a:custGeom>
              <a:avLst/>
              <a:gdLst>
                <a:gd name="T0" fmla="*/ 0 w 45"/>
                <a:gd name="T1" fmla="*/ 163 h 37"/>
                <a:gd name="T2" fmla="*/ 201 w 45"/>
                <a:gd name="T3" fmla="*/ 16 h 37"/>
                <a:gd name="T4" fmla="*/ 0 w 45"/>
                <a:gd name="T5" fmla="*/ 16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7">
                  <a:moveTo>
                    <a:pt x="0" y="30"/>
                  </a:moveTo>
                  <a:cubicBezTo>
                    <a:pt x="0" y="30"/>
                    <a:pt x="16" y="0"/>
                    <a:pt x="45" y="3"/>
                  </a:cubicBezTo>
                  <a:cubicBezTo>
                    <a:pt x="45" y="3"/>
                    <a:pt x="34" y="37"/>
                    <a:pt x="0" y="3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2047">
              <a:extLst>
                <a:ext uri="{FF2B5EF4-FFF2-40B4-BE49-F238E27FC236}">
                  <a16:creationId xmlns:a16="http://schemas.microsoft.com/office/drawing/2014/main" id="{75406805-DFFB-4165-ABB8-3C066721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352"/>
              <a:ext cx="103" cy="69"/>
            </a:xfrm>
            <a:custGeom>
              <a:avLst/>
              <a:gdLst>
                <a:gd name="T0" fmla="*/ 0 w 62"/>
                <a:gd name="T1" fmla="*/ 159 h 39"/>
                <a:gd name="T2" fmla="*/ 284 w 62"/>
                <a:gd name="T3" fmla="*/ 65 h 39"/>
                <a:gd name="T4" fmla="*/ 0 w 62"/>
                <a:gd name="T5" fmla="*/ 15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9">
                  <a:moveTo>
                    <a:pt x="0" y="29"/>
                  </a:moveTo>
                  <a:cubicBezTo>
                    <a:pt x="0" y="29"/>
                    <a:pt x="24" y="0"/>
                    <a:pt x="62" y="12"/>
                  </a:cubicBezTo>
                  <a:cubicBezTo>
                    <a:pt x="62" y="12"/>
                    <a:pt x="51" y="39"/>
                    <a:pt x="0" y="2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048">
              <a:extLst>
                <a:ext uri="{FF2B5EF4-FFF2-40B4-BE49-F238E27FC236}">
                  <a16:creationId xmlns:a16="http://schemas.microsoft.com/office/drawing/2014/main" id="{9403D9F9-767F-4765-9A48-17DAE9C9A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436"/>
              <a:ext cx="43" cy="48"/>
            </a:xfrm>
            <a:custGeom>
              <a:avLst/>
              <a:gdLst>
                <a:gd name="T0" fmla="*/ 0 w 26"/>
                <a:gd name="T1" fmla="*/ 21 h 27"/>
                <a:gd name="T2" fmla="*/ 117 w 26"/>
                <a:gd name="T3" fmla="*/ 151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1" y="0"/>
                    <a:pt x="0" y="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049">
              <a:extLst>
                <a:ext uri="{FF2B5EF4-FFF2-40B4-BE49-F238E27FC236}">
                  <a16:creationId xmlns:a16="http://schemas.microsoft.com/office/drawing/2014/main" id="{2452921A-4654-4462-82FD-736A04F06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406"/>
              <a:ext cx="48" cy="37"/>
            </a:xfrm>
            <a:custGeom>
              <a:avLst/>
              <a:gdLst>
                <a:gd name="T0" fmla="*/ 0 w 29"/>
                <a:gd name="T1" fmla="*/ 16 h 21"/>
                <a:gd name="T2" fmla="*/ 131 w 29"/>
                <a:gd name="T3" fmla="*/ 115 h 21"/>
                <a:gd name="T4" fmla="*/ 0 w 29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3"/>
                  </a:moveTo>
                  <a:cubicBezTo>
                    <a:pt x="0" y="3"/>
                    <a:pt x="3" y="15"/>
                    <a:pt x="29" y="21"/>
                  </a:cubicBezTo>
                  <a:cubicBezTo>
                    <a:pt x="29" y="21"/>
                    <a:pt x="23" y="0"/>
                    <a:pt x="0" y="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050">
              <a:extLst>
                <a:ext uri="{FF2B5EF4-FFF2-40B4-BE49-F238E27FC236}">
                  <a16:creationId xmlns:a16="http://schemas.microsoft.com/office/drawing/2014/main" id="{35A20686-06BA-41F0-BE45-37931C5BD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373"/>
              <a:ext cx="79" cy="39"/>
            </a:xfrm>
            <a:custGeom>
              <a:avLst/>
              <a:gdLst>
                <a:gd name="T0" fmla="*/ 0 w 48"/>
                <a:gd name="T1" fmla="*/ 28 h 22"/>
                <a:gd name="T2" fmla="*/ 214 w 48"/>
                <a:gd name="T3" fmla="*/ 122 h 22"/>
                <a:gd name="T4" fmla="*/ 0 w 48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5"/>
                  </a:moveTo>
                  <a:cubicBezTo>
                    <a:pt x="0" y="5"/>
                    <a:pt x="23" y="21"/>
                    <a:pt x="48" y="22"/>
                  </a:cubicBezTo>
                  <a:cubicBezTo>
                    <a:pt x="48" y="22"/>
                    <a:pt x="32" y="0"/>
                    <a:pt x="0" y="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051">
              <a:extLst>
                <a:ext uri="{FF2B5EF4-FFF2-40B4-BE49-F238E27FC236}">
                  <a16:creationId xmlns:a16="http://schemas.microsoft.com/office/drawing/2014/main" id="{7083CF8A-6F24-47EE-9402-EE85A3458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46"/>
              <a:ext cx="60" cy="53"/>
            </a:xfrm>
            <a:custGeom>
              <a:avLst/>
              <a:gdLst>
                <a:gd name="T0" fmla="*/ 0 w 36"/>
                <a:gd name="T1" fmla="*/ 78 h 30"/>
                <a:gd name="T2" fmla="*/ 167 w 36"/>
                <a:gd name="T3" fmla="*/ 110 h 30"/>
                <a:gd name="T4" fmla="*/ 0 w 36"/>
                <a:gd name="T5" fmla="*/ 7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0">
                  <a:moveTo>
                    <a:pt x="0" y="14"/>
                  </a:moveTo>
                  <a:cubicBezTo>
                    <a:pt x="0" y="14"/>
                    <a:pt x="11" y="30"/>
                    <a:pt x="36" y="20"/>
                  </a:cubicBezTo>
                  <a:cubicBezTo>
                    <a:pt x="36" y="20"/>
                    <a:pt x="14" y="0"/>
                    <a:pt x="0" y="1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052">
              <a:extLst>
                <a:ext uri="{FF2B5EF4-FFF2-40B4-BE49-F238E27FC236}">
                  <a16:creationId xmlns:a16="http://schemas.microsoft.com/office/drawing/2014/main" id="{5EC45882-C1B2-4B07-9643-10B67BFB4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334"/>
              <a:ext cx="73" cy="67"/>
            </a:xfrm>
            <a:custGeom>
              <a:avLst/>
              <a:gdLst>
                <a:gd name="T0" fmla="*/ 0 w 44"/>
                <a:gd name="T1" fmla="*/ 122 h 38"/>
                <a:gd name="T2" fmla="*/ 201 w 44"/>
                <a:gd name="T3" fmla="*/ 115 h 38"/>
                <a:gd name="T4" fmla="*/ 0 w 44"/>
                <a:gd name="T5" fmla="*/ 12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8">
                  <a:moveTo>
                    <a:pt x="0" y="22"/>
                  </a:moveTo>
                  <a:cubicBezTo>
                    <a:pt x="0" y="22"/>
                    <a:pt x="22" y="38"/>
                    <a:pt x="44" y="21"/>
                  </a:cubicBezTo>
                  <a:cubicBezTo>
                    <a:pt x="44" y="21"/>
                    <a:pt x="20" y="0"/>
                    <a:pt x="0" y="2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053">
              <a:extLst>
                <a:ext uri="{FF2B5EF4-FFF2-40B4-BE49-F238E27FC236}">
                  <a16:creationId xmlns:a16="http://schemas.microsoft.com/office/drawing/2014/main" id="{DDB59EC0-B351-45DB-B64C-3D55441C2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49"/>
              <a:ext cx="56" cy="55"/>
            </a:xfrm>
            <a:custGeom>
              <a:avLst/>
              <a:gdLst>
                <a:gd name="T0" fmla="*/ 20 w 34"/>
                <a:gd name="T1" fmla="*/ 174 h 31"/>
                <a:gd name="T2" fmla="*/ 143 w 34"/>
                <a:gd name="T3" fmla="*/ 0 h 31"/>
                <a:gd name="T4" fmla="*/ 20 w 34"/>
                <a:gd name="T5" fmla="*/ 17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1">
                  <a:moveTo>
                    <a:pt x="4" y="31"/>
                  </a:moveTo>
                  <a:cubicBezTo>
                    <a:pt x="4" y="31"/>
                    <a:pt x="0" y="3"/>
                    <a:pt x="32" y="0"/>
                  </a:cubicBezTo>
                  <a:cubicBezTo>
                    <a:pt x="32" y="0"/>
                    <a:pt x="34" y="25"/>
                    <a:pt x="4" y="31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054">
              <a:extLst>
                <a:ext uri="{FF2B5EF4-FFF2-40B4-BE49-F238E27FC236}">
                  <a16:creationId xmlns:a16="http://schemas.microsoft.com/office/drawing/2014/main" id="{759D4079-D60B-4959-8174-A3BBCEF3B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396"/>
              <a:ext cx="74" cy="65"/>
            </a:xfrm>
            <a:custGeom>
              <a:avLst/>
              <a:gdLst>
                <a:gd name="T0" fmla="*/ 0 w 45"/>
                <a:gd name="T1" fmla="*/ 163 h 37"/>
                <a:gd name="T2" fmla="*/ 201 w 45"/>
                <a:gd name="T3" fmla="*/ 16 h 37"/>
                <a:gd name="T4" fmla="*/ 0 w 45"/>
                <a:gd name="T5" fmla="*/ 16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7">
                  <a:moveTo>
                    <a:pt x="0" y="30"/>
                  </a:moveTo>
                  <a:cubicBezTo>
                    <a:pt x="0" y="30"/>
                    <a:pt x="17" y="0"/>
                    <a:pt x="45" y="3"/>
                  </a:cubicBezTo>
                  <a:cubicBezTo>
                    <a:pt x="45" y="3"/>
                    <a:pt x="35" y="37"/>
                    <a:pt x="0" y="3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055">
              <a:extLst>
                <a:ext uri="{FF2B5EF4-FFF2-40B4-BE49-F238E27FC236}">
                  <a16:creationId xmlns:a16="http://schemas.microsoft.com/office/drawing/2014/main" id="{94D15B22-AA03-4D66-BF9B-E8C1EF48A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350"/>
              <a:ext cx="105" cy="69"/>
            </a:xfrm>
            <a:custGeom>
              <a:avLst/>
              <a:gdLst>
                <a:gd name="T0" fmla="*/ 0 w 63"/>
                <a:gd name="T1" fmla="*/ 159 h 39"/>
                <a:gd name="T2" fmla="*/ 292 w 63"/>
                <a:gd name="T3" fmla="*/ 65 h 39"/>
                <a:gd name="T4" fmla="*/ 0 w 63"/>
                <a:gd name="T5" fmla="*/ 15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9">
                  <a:moveTo>
                    <a:pt x="0" y="29"/>
                  </a:moveTo>
                  <a:cubicBezTo>
                    <a:pt x="0" y="29"/>
                    <a:pt x="24" y="0"/>
                    <a:pt x="63" y="12"/>
                  </a:cubicBezTo>
                  <a:cubicBezTo>
                    <a:pt x="63" y="12"/>
                    <a:pt x="51" y="39"/>
                    <a:pt x="0" y="2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056">
              <a:extLst>
                <a:ext uri="{FF2B5EF4-FFF2-40B4-BE49-F238E27FC236}">
                  <a16:creationId xmlns:a16="http://schemas.microsoft.com/office/drawing/2014/main" id="{613C4C84-4B18-4652-AFA2-266B804D2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435"/>
              <a:ext cx="43" cy="47"/>
            </a:xfrm>
            <a:custGeom>
              <a:avLst/>
              <a:gdLst>
                <a:gd name="T0" fmla="*/ 0 w 26"/>
                <a:gd name="T1" fmla="*/ 21 h 27"/>
                <a:gd name="T2" fmla="*/ 117 w 26"/>
                <a:gd name="T3" fmla="*/ 143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2" y="0"/>
                    <a:pt x="0" y="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057">
              <a:extLst>
                <a:ext uri="{FF2B5EF4-FFF2-40B4-BE49-F238E27FC236}">
                  <a16:creationId xmlns:a16="http://schemas.microsoft.com/office/drawing/2014/main" id="{E16703B3-7612-4AC1-BD68-54925B28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2405"/>
              <a:ext cx="46" cy="37"/>
            </a:xfrm>
            <a:custGeom>
              <a:avLst/>
              <a:gdLst>
                <a:gd name="T0" fmla="*/ 0 w 28"/>
                <a:gd name="T1" fmla="*/ 16 h 21"/>
                <a:gd name="T2" fmla="*/ 125 w 28"/>
                <a:gd name="T3" fmla="*/ 115 h 21"/>
                <a:gd name="T4" fmla="*/ 0 w 28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3"/>
                  </a:moveTo>
                  <a:cubicBezTo>
                    <a:pt x="0" y="3"/>
                    <a:pt x="2" y="15"/>
                    <a:pt x="28" y="21"/>
                  </a:cubicBezTo>
                  <a:cubicBezTo>
                    <a:pt x="28" y="21"/>
                    <a:pt x="23" y="0"/>
                    <a:pt x="0" y="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058">
              <a:extLst>
                <a:ext uri="{FF2B5EF4-FFF2-40B4-BE49-F238E27FC236}">
                  <a16:creationId xmlns:a16="http://schemas.microsoft.com/office/drawing/2014/main" id="{9F8E21F9-83B0-4237-9340-654A2C829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371"/>
              <a:ext cx="81" cy="39"/>
            </a:xfrm>
            <a:custGeom>
              <a:avLst/>
              <a:gdLst>
                <a:gd name="T0" fmla="*/ 0 w 49"/>
                <a:gd name="T1" fmla="*/ 28 h 22"/>
                <a:gd name="T2" fmla="*/ 222 w 49"/>
                <a:gd name="T3" fmla="*/ 122 h 22"/>
                <a:gd name="T4" fmla="*/ 0 w 49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5"/>
                  </a:moveTo>
                  <a:cubicBezTo>
                    <a:pt x="0" y="5"/>
                    <a:pt x="23" y="22"/>
                    <a:pt x="49" y="22"/>
                  </a:cubicBezTo>
                  <a:cubicBezTo>
                    <a:pt x="49" y="22"/>
                    <a:pt x="32" y="0"/>
                    <a:pt x="0" y="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059">
              <a:extLst>
                <a:ext uri="{FF2B5EF4-FFF2-40B4-BE49-F238E27FC236}">
                  <a16:creationId xmlns:a16="http://schemas.microsoft.com/office/drawing/2014/main" id="{49971B6D-E51C-4B62-95A0-D4C2DE31C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44"/>
              <a:ext cx="60" cy="55"/>
            </a:xfrm>
            <a:custGeom>
              <a:avLst/>
              <a:gdLst>
                <a:gd name="T0" fmla="*/ 0 w 36"/>
                <a:gd name="T1" fmla="*/ 78 h 31"/>
                <a:gd name="T2" fmla="*/ 167 w 36"/>
                <a:gd name="T3" fmla="*/ 110 h 31"/>
                <a:gd name="T4" fmla="*/ 0 w 36"/>
                <a:gd name="T5" fmla="*/ 7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0" y="14"/>
                  </a:moveTo>
                  <a:cubicBezTo>
                    <a:pt x="0" y="14"/>
                    <a:pt x="11" y="31"/>
                    <a:pt x="36" y="20"/>
                  </a:cubicBezTo>
                  <a:cubicBezTo>
                    <a:pt x="36" y="20"/>
                    <a:pt x="15" y="0"/>
                    <a:pt x="0" y="1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060">
              <a:extLst>
                <a:ext uri="{FF2B5EF4-FFF2-40B4-BE49-F238E27FC236}">
                  <a16:creationId xmlns:a16="http://schemas.microsoft.com/office/drawing/2014/main" id="{76F05EBD-5C95-42E2-9777-E195C678D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332"/>
              <a:ext cx="71" cy="69"/>
            </a:xfrm>
            <a:custGeom>
              <a:avLst/>
              <a:gdLst>
                <a:gd name="T0" fmla="*/ 0 w 43"/>
                <a:gd name="T1" fmla="*/ 122 h 39"/>
                <a:gd name="T2" fmla="*/ 193 w 43"/>
                <a:gd name="T3" fmla="*/ 115 h 39"/>
                <a:gd name="T4" fmla="*/ 0 w 43"/>
                <a:gd name="T5" fmla="*/ 1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9">
                  <a:moveTo>
                    <a:pt x="0" y="22"/>
                  </a:moveTo>
                  <a:cubicBezTo>
                    <a:pt x="0" y="22"/>
                    <a:pt x="21" y="39"/>
                    <a:pt x="43" y="21"/>
                  </a:cubicBezTo>
                  <a:cubicBezTo>
                    <a:pt x="43" y="21"/>
                    <a:pt x="19" y="0"/>
                    <a:pt x="0" y="2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061">
              <a:extLst>
                <a:ext uri="{FF2B5EF4-FFF2-40B4-BE49-F238E27FC236}">
                  <a16:creationId xmlns:a16="http://schemas.microsoft.com/office/drawing/2014/main" id="{D60779B8-420C-4DE4-BB4F-2AE8D22C87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27" y="2258"/>
              <a:ext cx="940" cy="1001"/>
            </a:xfrm>
            <a:custGeom>
              <a:avLst/>
              <a:gdLst>
                <a:gd name="T0" fmla="*/ 1295 w 567"/>
                <a:gd name="T1" fmla="*/ 0 h 566"/>
                <a:gd name="T2" fmla="*/ 0 w 567"/>
                <a:gd name="T3" fmla="*/ 1567 h 566"/>
                <a:gd name="T4" fmla="*/ 1295 w 567"/>
                <a:gd name="T5" fmla="*/ 3130 h 566"/>
                <a:gd name="T6" fmla="*/ 2583 w 567"/>
                <a:gd name="T7" fmla="*/ 1567 h 566"/>
                <a:gd name="T8" fmla="*/ 1295 w 567"/>
                <a:gd name="T9" fmla="*/ 0 h 566"/>
                <a:gd name="T10" fmla="*/ 1295 w 567"/>
                <a:gd name="T11" fmla="*/ 2950 h 566"/>
                <a:gd name="T12" fmla="*/ 154 w 567"/>
                <a:gd name="T13" fmla="*/ 1567 h 566"/>
                <a:gd name="T14" fmla="*/ 1295 w 567"/>
                <a:gd name="T15" fmla="*/ 182 h 566"/>
                <a:gd name="T16" fmla="*/ 2432 w 567"/>
                <a:gd name="T17" fmla="*/ 1567 h 566"/>
                <a:gd name="T18" fmla="*/ 1295 w 567"/>
                <a:gd name="T19" fmla="*/ 2950 h 5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7" h="566">
                  <a:moveTo>
                    <a:pt x="284" y="0"/>
                  </a:moveTo>
                  <a:cubicBezTo>
                    <a:pt x="127" y="0"/>
                    <a:pt x="0" y="126"/>
                    <a:pt x="0" y="283"/>
                  </a:cubicBezTo>
                  <a:cubicBezTo>
                    <a:pt x="0" y="439"/>
                    <a:pt x="127" y="566"/>
                    <a:pt x="284" y="566"/>
                  </a:cubicBezTo>
                  <a:cubicBezTo>
                    <a:pt x="440" y="566"/>
                    <a:pt x="567" y="439"/>
                    <a:pt x="567" y="283"/>
                  </a:cubicBezTo>
                  <a:cubicBezTo>
                    <a:pt x="567" y="126"/>
                    <a:pt x="440" y="0"/>
                    <a:pt x="284" y="0"/>
                  </a:cubicBezTo>
                  <a:close/>
                  <a:moveTo>
                    <a:pt x="284" y="533"/>
                  </a:moveTo>
                  <a:cubicBezTo>
                    <a:pt x="146" y="533"/>
                    <a:pt x="34" y="421"/>
                    <a:pt x="34" y="283"/>
                  </a:cubicBezTo>
                  <a:cubicBezTo>
                    <a:pt x="34" y="145"/>
                    <a:pt x="146" y="33"/>
                    <a:pt x="284" y="33"/>
                  </a:cubicBezTo>
                  <a:cubicBezTo>
                    <a:pt x="422" y="33"/>
                    <a:pt x="534" y="145"/>
                    <a:pt x="534" y="283"/>
                  </a:cubicBezTo>
                  <a:cubicBezTo>
                    <a:pt x="534" y="421"/>
                    <a:pt x="422" y="533"/>
                    <a:pt x="284" y="533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Oval 2062">
              <a:extLst>
                <a:ext uri="{FF2B5EF4-FFF2-40B4-BE49-F238E27FC236}">
                  <a16:creationId xmlns:a16="http://schemas.microsoft.com/office/drawing/2014/main" id="{FDC46D21-F38F-4D41-A063-5192D27E7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2350"/>
              <a:ext cx="767" cy="818"/>
            </a:xfrm>
            <a:prstGeom prst="ellips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0" name="Freeform 2063">
              <a:extLst>
                <a:ext uri="{FF2B5EF4-FFF2-40B4-BE49-F238E27FC236}">
                  <a16:creationId xmlns:a16="http://schemas.microsoft.com/office/drawing/2014/main" id="{8C322D00-3DCC-40F9-9940-A8071A893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449"/>
              <a:ext cx="20" cy="19"/>
            </a:xfrm>
            <a:custGeom>
              <a:avLst/>
              <a:gdLst>
                <a:gd name="T0" fmla="*/ 50 w 12"/>
                <a:gd name="T1" fmla="*/ 50 h 11"/>
                <a:gd name="T2" fmla="*/ 22 w 12"/>
                <a:gd name="T3" fmla="*/ 41 h 11"/>
                <a:gd name="T4" fmla="*/ 5 w 12"/>
                <a:gd name="T5" fmla="*/ 5 h 11"/>
                <a:gd name="T6" fmla="*/ 37 w 12"/>
                <a:gd name="T7" fmla="*/ 16 h 11"/>
                <a:gd name="T8" fmla="*/ 50 w 1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1" y="10"/>
                  </a:moveTo>
                  <a:cubicBezTo>
                    <a:pt x="11" y="11"/>
                    <a:pt x="7" y="10"/>
                    <a:pt x="5" y="8"/>
                  </a:cubicBezTo>
                  <a:cubicBezTo>
                    <a:pt x="2" y="5"/>
                    <a:pt x="0" y="2"/>
                    <a:pt x="1" y="1"/>
                  </a:cubicBezTo>
                  <a:cubicBezTo>
                    <a:pt x="2" y="0"/>
                    <a:pt x="5" y="1"/>
                    <a:pt x="8" y="3"/>
                  </a:cubicBezTo>
                  <a:cubicBezTo>
                    <a:pt x="11" y="6"/>
                    <a:pt x="12" y="8"/>
                    <a:pt x="11" y="1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2064">
              <a:extLst>
                <a:ext uri="{FF2B5EF4-FFF2-40B4-BE49-F238E27FC236}">
                  <a16:creationId xmlns:a16="http://schemas.microsoft.com/office/drawing/2014/main" id="{259EA39A-BF12-4F50-ADA8-7E822D8DB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415"/>
              <a:ext cx="18" cy="18"/>
            </a:xfrm>
            <a:custGeom>
              <a:avLst/>
              <a:gdLst>
                <a:gd name="T0" fmla="*/ 43 w 11"/>
                <a:gd name="T1" fmla="*/ 45 h 10"/>
                <a:gd name="T2" fmla="*/ 18 w 11"/>
                <a:gd name="T3" fmla="*/ 41 h 10"/>
                <a:gd name="T4" fmla="*/ 5 w 11"/>
                <a:gd name="T5" fmla="*/ 7 h 10"/>
                <a:gd name="T6" fmla="*/ 29 w 11"/>
                <a:gd name="T7" fmla="*/ 16 h 10"/>
                <a:gd name="T8" fmla="*/ 43 w 11"/>
                <a:gd name="T9" fmla="*/ 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8"/>
                  </a:moveTo>
                  <a:cubicBezTo>
                    <a:pt x="9" y="10"/>
                    <a:pt x="6" y="9"/>
                    <a:pt x="4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4" y="1"/>
                    <a:pt x="7" y="3"/>
                  </a:cubicBezTo>
                  <a:cubicBezTo>
                    <a:pt x="9" y="5"/>
                    <a:pt x="11" y="7"/>
                    <a:pt x="10" y="8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2065">
              <a:extLst>
                <a:ext uri="{FF2B5EF4-FFF2-40B4-BE49-F238E27FC236}">
                  <a16:creationId xmlns:a16="http://schemas.microsoft.com/office/drawing/2014/main" id="{BB876320-DDEE-4014-B3EF-20A754228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387"/>
              <a:ext cx="20" cy="12"/>
            </a:xfrm>
            <a:custGeom>
              <a:avLst/>
              <a:gdLst>
                <a:gd name="T0" fmla="*/ 50 w 12"/>
                <a:gd name="T1" fmla="*/ 26 h 7"/>
                <a:gd name="T2" fmla="*/ 22 w 12"/>
                <a:gd name="T3" fmla="*/ 29 h 7"/>
                <a:gd name="T4" fmla="*/ 0 w 12"/>
                <a:gd name="T5" fmla="*/ 5 h 7"/>
                <a:gd name="T6" fmla="*/ 33 w 12"/>
                <a:gd name="T7" fmla="*/ 5 h 7"/>
                <a:gd name="T8" fmla="*/ 50 w 12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1" y="5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5"/>
                    <a:pt x="0" y="3"/>
                    <a:pt x="0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1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2066">
              <a:extLst>
                <a:ext uri="{FF2B5EF4-FFF2-40B4-BE49-F238E27FC236}">
                  <a16:creationId xmlns:a16="http://schemas.microsoft.com/office/drawing/2014/main" id="{F0210EC5-DE94-4CAC-BDC2-74B7764A8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367"/>
              <a:ext cx="20" cy="13"/>
            </a:xfrm>
            <a:custGeom>
              <a:avLst/>
              <a:gdLst>
                <a:gd name="T0" fmla="*/ 55 w 12"/>
                <a:gd name="T1" fmla="*/ 32 h 7"/>
                <a:gd name="T2" fmla="*/ 28 w 12"/>
                <a:gd name="T3" fmla="*/ 37 h 7"/>
                <a:gd name="T4" fmla="*/ 5 w 12"/>
                <a:gd name="T5" fmla="*/ 7 h 7"/>
                <a:gd name="T6" fmla="*/ 33 w 12"/>
                <a:gd name="T7" fmla="*/ 7 h 7"/>
                <a:gd name="T8" fmla="*/ 55 w 12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5"/>
                  </a:moveTo>
                  <a:cubicBezTo>
                    <a:pt x="11" y="7"/>
                    <a:pt x="9" y="7"/>
                    <a:pt x="6" y="6"/>
                  </a:cubicBezTo>
                  <a:cubicBezTo>
                    <a:pt x="3" y="5"/>
                    <a:pt x="0" y="3"/>
                    <a:pt x="1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2067">
              <a:extLst>
                <a:ext uri="{FF2B5EF4-FFF2-40B4-BE49-F238E27FC236}">
                  <a16:creationId xmlns:a16="http://schemas.microsoft.com/office/drawing/2014/main" id="{B176B6A2-9711-4BAA-B35A-AD18D4E06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60"/>
              <a:ext cx="20" cy="15"/>
            </a:xfrm>
            <a:custGeom>
              <a:avLst/>
              <a:gdLst>
                <a:gd name="T0" fmla="*/ 55 w 12"/>
                <a:gd name="T1" fmla="*/ 28 h 8"/>
                <a:gd name="T2" fmla="*/ 33 w 12"/>
                <a:gd name="T3" fmla="*/ 53 h 8"/>
                <a:gd name="T4" fmla="*/ 0 w 12"/>
                <a:gd name="T5" fmla="*/ 32 h 8"/>
                <a:gd name="T6" fmla="*/ 28 w 12"/>
                <a:gd name="T7" fmla="*/ 8 h 8"/>
                <a:gd name="T8" fmla="*/ 55 w 12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2" y="4"/>
                  </a:moveTo>
                  <a:cubicBezTo>
                    <a:pt x="12" y="6"/>
                    <a:pt x="10" y="8"/>
                    <a:pt x="7" y="8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2068">
              <a:extLst>
                <a:ext uri="{FF2B5EF4-FFF2-40B4-BE49-F238E27FC236}">
                  <a16:creationId xmlns:a16="http://schemas.microsoft.com/office/drawing/2014/main" id="{C309BC40-315A-4D7C-8E16-3036E768E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376"/>
              <a:ext cx="28" cy="16"/>
            </a:xfrm>
            <a:custGeom>
              <a:avLst/>
              <a:gdLst>
                <a:gd name="T0" fmla="*/ 71 w 17"/>
                <a:gd name="T1" fmla="*/ 16 h 9"/>
                <a:gd name="T2" fmla="*/ 41 w 17"/>
                <a:gd name="T3" fmla="*/ 44 h 9"/>
                <a:gd name="T4" fmla="*/ 5 w 17"/>
                <a:gd name="T5" fmla="*/ 37 h 9"/>
                <a:gd name="T6" fmla="*/ 33 w 17"/>
                <a:gd name="T7" fmla="*/ 7 h 9"/>
                <a:gd name="T8" fmla="*/ 71 w 17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5"/>
                    <a:pt x="14" y="7"/>
                    <a:pt x="9" y="8"/>
                  </a:cubicBezTo>
                  <a:cubicBezTo>
                    <a:pt x="5" y="9"/>
                    <a:pt x="1" y="9"/>
                    <a:pt x="1" y="7"/>
                  </a:cubicBez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2069">
              <a:extLst>
                <a:ext uri="{FF2B5EF4-FFF2-40B4-BE49-F238E27FC236}">
                  <a16:creationId xmlns:a16="http://schemas.microsoft.com/office/drawing/2014/main" id="{6F29AEAA-598B-476E-8801-27703868C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426"/>
              <a:ext cx="22" cy="17"/>
            </a:xfrm>
            <a:custGeom>
              <a:avLst/>
              <a:gdLst>
                <a:gd name="T0" fmla="*/ 58 w 13"/>
                <a:gd name="T1" fmla="*/ 5 h 10"/>
                <a:gd name="T2" fmla="*/ 41 w 13"/>
                <a:gd name="T3" fmla="*/ 34 h 10"/>
                <a:gd name="T4" fmla="*/ 0 w 13"/>
                <a:gd name="T5" fmla="*/ 44 h 10"/>
                <a:gd name="T6" fmla="*/ 24 w 13"/>
                <a:gd name="T7" fmla="*/ 9 h 10"/>
                <a:gd name="T8" fmla="*/ 58 w 13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2" y="1"/>
                  </a:moveTo>
                  <a:cubicBezTo>
                    <a:pt x="13" y="3"/>
                    <a:pt x="11" y="5"/>
                    <a:pt x="8" y="7"/>
                  </a:cubicBezTo>
                  <a:cubicBezTo>
                    <a:pt x="5" y="9"/>
                    <a:pt x="1" y="10"/>
                    <a:pt x="0" y="9"/>
                  </a:cubicBezTo>
                  <a:cubicBezTo>
                    <a:pt x="0" y="7"/>
                    <a:pt x="1" y="4"/>
                    <a:pt x="5" y="2"/>
                  </a:cubicBezTo>
                  <a:cubicBezTo>
                    <a:pt x="8" y="0"/>
                    <a:pt x="11" y="0"/>
                    <a:pt x="12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2070">
              <a:extLst>
                <a:ext uri="{FF2B5EF4-FFF2-40B4-BE49-F238E27FC236}">
                  <a16:creationId xmlns:a16="http://schemas.microsoft.com/office/drawing/2014/main" id="{5D03047E-1728-44BA-8300-0BB119173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477"/>
              <a:ext cx="17" cy="20"/>
            </a:xfrm>
            <a:custGeom>
              <a:avLst/>
              <a:gdLst>
                <a:gd name="T0" fmla="*/ 44 w 10"/>
                <a:gd name="T1" fmla="*/ 7 h 11"/>
                <a:gd name="T2" fmla="*/ 34 w 10"/>
                <a:gd name="T3" fmla="*/ 44 h 11"/>
                <a:gd name="T4" fmla="*/ 5 w 10"/>
                <a:gd name="T5" fmla="*/ 60 h 11"/>
                <a:gd name="T6" fmla="*/ 15 w 10"/>
                <a:gd name="T7" fmla="*/ 24 h 11"/>
                <a:gd name="T8" fmla="*/ 44 w 10"/>
                <a:gd name="T9" fmla="*/ 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1"/>
                  </a:moveTo>
                  <a:cubicBezTo>
                    <a:pt x="10" y="2"/>
                    <a:pt x="9" y="5"/>
                    <a:pt x="7" y="7"/>
                  </a:cubicBezTo>
                  <a:cubicBezTo>
                    <a:pt x="5" y="10"/>
                    <a:pt x="2" y="11"/>
                    <a:pt x="1" y="10"/>
                  </a:cubicBezTo>
                  <a:cubicBezTo>
                    <a:pt x="0" y="9"/>
                    <a:pt x="1" y="6"/>
                    <a:pt x="3" y="4"/>
                  </a:cubicBezTo>
                  <a:cubicBezTo>
                    <a:pt x="5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2071">
              <a:extLst>
                <a:ext uri="{FF2B5EF4-FFF2-40B4-BE49-F238E27FC236}">
                  <a16:creationId xmlns:a16="http://schemas.microsoft.com/office/drawing/2014/main" id="{DE4D7084-29A3-48C0-803D-55D055445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468"/>
              <a:ext cx="766" cy="706"/>
            </a:xfrm>
            <a:custGeom>
              <a:avLst/>
              <a:gdLst>
                <a:gd name="T0" fmla="*/ 2069 w 462"/>
                <a:gd name="T1" fmla="*/ 964 h 399"/>
                <a:gd name="T2" fmla="*/ 2038 w 462"/>
                <a:gd name="T3" fmla="*/ 1152 h 399"/>
                <a:gd name="T4" fmla="*/ 1820 w 462"/>
                <a:gd name="T5" fmla="*/ 1734 h 399"/>
                <a:gd name="T6" fmla="*/ 1578 w 462"/>
                <a:gd name="T7" fmla="*/ 1961 h 399"/>
                <a:gd name="T8" fmla="*/ 1295 w 462"/>
                <a:gd name="T9" fmla="*/ 2123 h 399"/>
                <a:gd name="T10" fmla="*/ 1144 w 462"/>
                <a:gd name="T11" fmla="*/ 2111 h 399"/>
                <a:gd name="T12" fmla="*/ 1006 w 462"/>
                <a:gd name="T13" fmla="*/ 2153 h 399"/>
                <a:gd name="T14" fmla="*/ 567 w 462"/>
                <a:gd name="T15" fmla="*/ 2007 h 399"/>
                <a:gd name="T16" fmla="*/ 285 w 462"/>
                <a:gd name="T17" fmla="*/ 1757 h 399"/>
                <a:gd name="T18" fmla="*/ 109 w 462"/>
                <a:gd name="T19" fmla="*/ 1347 h 399"/>
                <a:gd name="T20" fmla="*/ 50 w 462"/>
                <a:gd name="T21" fmla="*/ 1136 h 399"/>
                <a:gd name="T22" fmla="*/ 13 w 462"/>
                <a:gd name="T23" fmla="*/ 948 h 399"/>
                <a:gd name="T24" fmla="*/ 104 w 462"/>
                <a:gd name="T25" fmla="*/ 455 h 399"/>
                <a:gd name="T26" fmla="*/ 201 w 462"/>
                <a:gd name="T27" fmla="*/ 253 h 399"/>
                <a:gd name="T28" fmla="*/ 285 w 462"/>
                <a:gd name="T29" fmla="*/ 60 h 399"/>
                <a:gd name="T30" fmla="*/ 514 w 462"/>
                <a:gd name="T31" fmla="*/ 115 h 399"/>
                <a:gd name="T32" fmla="*/ 720 w 462"/>
                <a:gd name="T33" fmla="*/ 60 h 399"/>
                <a:gd name="T34" fmla="*/ 861 w 462"/>
                <a:gd name="T35" fmla="*/ 21 h 399"/>
                <a:gd name="T36" fmla="*/ 1094 w 462"/>
                <a:gd name="T37" fmla="*/ 0 h 399"/>
                <a:gd name="T38" fmla="*/ 1350 w 462"/>
                <a:gd name="T39" fmla="*/ 60 h 399"/>
                <a:gd name="T40" fmla="*/ 1496 w 462"/>
                <a:gd name="T41" fmla="*/ 110 h 399"/>
                <a:gd name="T42" fmla="*/ 1691 w 462"/>
                <a:gd name="T43" fmla="*/ 172 h 399"/>
                <a:gd name="T44" fmla="*/ 1809 w 462"/>
                <a:gd name="T45" fmla="*/ 85 h 399"/>
                <a:gd name="T46" fmla="*/ 1942 w 462"/>
                <a:gd name="T47" fmla="*/ 373 h 399"/>
                <a:gd name="T48" fmla="*/ 2069 w 462"/>
                <a:gd name="T49" fmla="*/ 964 h 39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2" h="399">
                  <a:moveTo>
                    <a:pt x="454" y="174"/>
                  </a:moveTo>
                  <a:cubicBezTo>
                    <a:pt x="454" y="174"/>
                    <a:pt x="462" y="189"/>
                    <a:pt x="447" y="208"/>
                  </a:cubicBezTo>
                  <a:cubicBezTo>
                    <a:pt x="447" y="208"/>
                    <a:pt x="446" y="266"/>
                    <a:pt x="399" y="313"/>
                  </a:cubicBezTo>
                  <a:cubicBezTo>
                    <a:pt x="387" y="340"/>
                    <a:pt x="346" y="354"/>
                    <a:pt x="346" y="354"/>
                  </a:cubicBezTo>
                  <a:cubicBezTo>
                    <a:pt x="340" y="372"/>
                    <a:pt x="284" y="383"/>
                    <a:pt x="284" y="383"/>
                  </a:cubicBezTo>
                  <a:cubicBezTo>
                    <a:pt x="274" y="395"/>
                    <a:pt x="251" y="381"/>
                    <a:pt x="251" y="381"/>
                  </a:cubicBezTo>
                  <a:cubicBezTo>
                    <a:pt x="247" y="397"/>
                    <a:pt x="221" y="389"/>
                    <a:pt x="221" y="389"/>
                  </a:cubicBezTo>
                  <a:cubicBezTo>
                    <a:pt x="194" y="399"/>
                    <a:pt x="124" y="362"/>
                    <a:pt x="124" y="362"/>
                  </a:cubicBezTo>
                  <a:cubicBezTo>
                    <a:pt x="107" y="363"/>
                    <a:pt x="63" y="317"/>
                    <a:pt x="63" y="317"/>
                  </a:cubicBezTo>
                  <a:cubicBezTo>
                    <a:pt x="63" y="317"/>
                    <a:pt x="8" y="251"/>
                    <a:pt x="24" y="243"/>
                  </a:cubicBezTo>
                  <a:cubicBezTo>
                    <a:pt x="24" y="243"/>
                    <a:pt x="0" y="217"/>
                    <a:pt x="11" y="205"/>
                  </a:cubicBezTo>
                  <a:cubicBezTo>
                    <a:pt x="11" y="205"/>
                    <a:pt x="0" y="177"/>
                    <a:pt x="3" y="171"/>
                  </a:cubicBezTo>
                  <a:cubicBezTo>
                    <a:pt x="3" y="171"/>
                    <a:pt x="2" y="87"/>
                    <a:pt x="23" y="82"/>
                  </a:cubicBezTo>
                  <a:cubicBezTo>
                    <a:pt x="23" y="82"/>
                    <a:pt x="28" y="40"/>
                    <a:pt x="44" y="46"/>
                  </a:cubicBezTo>
                  <a:cubicBezTo>
                    <a:pt x="44" y="46"/>
                    <a:pt x="52" y="21"/>
                    <a:pt x="63" y="11"/>
                  </a:cubicBezTo>
                  <a:cubicBezTo>
                    <a:pt x="63" y="11"/>
                    <a:pt x="57" y="52"/>
                    <a:pt x="113" y="21"/>
                  </a:cubicBezTo>
                  <a:cubicBezTo>
                    <a:pt x="113" y="21"/>
                    <a:pt x="146" y="29"/>
                    <a:pt x="158" y="11"/>
                  </a:cubicBezTo>
                  <a:cubicBezTo>
                    <a:pt x="158" y="11"/>
                    <a:pt x="182" y="21"/>
                    <a:pt x="189" y="4"/>
                  </a:cubicBezTo>
                  <a:cubicBezTo>
                    <a:pt x="189" y="4"/>
                    <a:pt x="230" y="18"/>
                    <a:pt x="240" y="0"/>
                  </a:cubicBezTo>
                  <a:cubicBezTo>
                    <a:pt x="240" y="0"/>
                    <a:pt x="268" y="21"/>
                    <a:pt x="296" y="11"/>
                  </a:cubicBezTo>
                  <a:cubicBezTo>
                    <a:pt x="296" y="11"/>
                    <a:pt x="311" y="29"/>
                    <a:pt x="328" y="20"/>
                  </a:cubicBezTo>
                  <a:cubicBezTo>
                    <a:pt x="328" y="20"/>
                    <a:pt x="354" y="48"/>
                    <a:pt x="371" y="31"/>
                  </a:cubicBezTo>
                  <a:cubicBezTo>
                    <a:pt x="371" y="31"/>
                    <a:pt x="412" y="39"/>
                    <a:pt x="397" y="15"/>
                  </a:cubicBezTo>
                  <a:cubicBezTo>
                    <a:pt x="397" y="15"/>
                    <a:pt x="430" y="41"/>
                    <a:pt x="426" y="67"/>
                  </a:cubicBezTo>
                  <a:cubicBezTo>
                    <a:pt x="426" y="67"/>
                    <a:pt x="462" y="101"/>
                    <a:pt x="454" y="174"/>
                  </a:cubicBezTo>
                  <a:close/>
                </a:path>
              </a:pathLst>
            </a:custGeom>
            <a:solidFill>
              <a:srgbClr val="F6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2072">
              <a:extLst>
                <a:ext uri="{FF2B5EF4-FFF2-40B4-BE49-F238E27FC236}">
                  <a16:creationId xmlns:a16="http://schemas.microsoft.com/office/drawing/2014/main" id="{FAC56FBB-4EDB-4FDC-9BD8-C71214F8A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406"/>
              <a:ext cx="146" cy="76"/>
            </a:xfrm>
            <a:custGeom>
              <a:avLst/>
              <a:gdLst>
                <a:gd name="T0" fmla="*/ 402 w 88"/>
                <a:gd name="T1" fmla="*/ 0 h 43"/>
                <a:gd name="T2" fmla="*/ 0 w 88"/>
                <a:gd name="T3" fmla="*/ 237 h 43"/>
                <a:gd name="T4" fmla="*/ 402 w 8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3">
                  <a:moveTo>
                    <a:pt x="88" y="0"/>
                  </a:moveTo>
                  <a:cubicBezTo>
                    <a:pt x="88" y="0"/>
                    <a:pt x="42" y="2"/>
                    <a:pt x="0" y="43"/>
                  </a:cubicBezTo>
                  <a:cubicBezTo>
                    <a:pt x="0" y="43"/>
                    <a:pt x="57" y="4"/>
                    <a:pt x="88" y="0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2073">
              <a:extLst>
                <a:ext uri="{FF2B5EF4-FFF2-40B4-BE49-F238E27FC236}">
                  <a16:creationId xmlns:a16="http://schemas.microsoft.com/office/drawing/2014/main" id="{CDBCADF9-910B-4796-AD94-A931F8193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481"/>
              <a:ext cx="78" cy="60"/>
            </a:xfrm>
            <a:custGeom>
              <a:avLst/>
              <a:gdLst>
                <a:gd name="T0" fmla="*/ 0 w 47"/>
                <a:gd name="T1" fmla="*/ 78 h 34"/>
                <a:gd name="T2" fmla="*/ 214 w 47"/>
                <a:gd name="T3" fmla="*/ 49 h 34"/>
                <a:gd name="T4" fmla="*/ 0 w 47"/>
                <a:gd name="T5" fmla="*/ 7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0" y="14"/>
                  </a:moveTo>
                  <a:cubicBezTo>
                    <a:pt x="0" y="14"/>
                    <a:pt x="24" y="0"/>
                    <a:pt x="47" y="9"/>
                  </a:cubicBezTo>
                  <a:cubicBezTo>
                    <a:pt x="47" y="9"/>
                    <a:pt x="6" y="34"/>
                    <a:pt x="0" y="1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2074">
              <a:extLst>
                <a:ext uri="{FF2B5EF4-FFF2-40B4-BE49-F238E27FC236}">
                  <a16:creationId xmlns:a16="http://schemas.microsoft.com/office/drawing/2014/main" id="{4FD2ED13-73FF-433E-9902-B1CD727B1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454"/>
              <a:ext cx="68" cy="60"/>
            </a:xfrm>
            <a:custGeom>
              <a:avLst/>
              <a:gdLst>
                <a:gd name="T0" fmla="*/ 187 w 41"/>
                <a:gd name="T1" fmla="*/ 72 h 34"/>
                <a:gd name="T2" fmla="*/ 0 w 41"/>
                <a:gd name="T3" fmla="*/ 131 h 34"/>
                <a:gd name="T4" fmla="*/ 187 w 41"/>
                <a:gd name="T5" fmla="*/ 7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4">
                  <a:moveTo>
                    <a:pt x="41" y="13"/>
                  </a:moveTo>
                  <a:cubicBezTo>
                    <a:pt x="41" y="13"/>
                    <a:pt x="14" y="0"/>
                    <a:pt x="0" y="24"/>
                  </a:cubicBezTo>
                  <a:cubicBezTo>
                    <a:pt x="0" y="24"/>
                    <a:pt x="29" y="34"/>
                    <a:pt x="41" y="1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2075">
              <a:extLst>
                <a:ext uri="{FF2B5EF4-FFF2-40B4-BE49-F238E27FC236}">
                  <a16:creationId xmlns:a16="http://schemas.microsoft.com/office/drawing/2014/main" id="{233FF20D-7270-4E1F-AEEC-936D34E8D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443"/>
              <a:ext cx="53" cy="57"/>
            </a:xfrm>
            <a:custGeom>
              <a:avLst/>
              <a:gdLst>
                <a:gd name="T0" fmla="*/ 146 w 32"/>
                <a:gd name="T1" fmla="*/ 66 h 32"/>
                <a:gd name="T2" fmla="*/ 0 w 32"/>
                <a:gd name="T3" fmla="*/ 109 h 32"/>
                <a:gd name="T4" fmla="*/ 146 w 32"/>
                <a:gd name="T5" fmla="*/ 6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32" y="12"/>
                  </a:moveTo>
                  <a:cubicBezTo>
                    <a:pt x="32" y="12"/>
                    <a:pt x="9" y="0"/>
                    <a:pt x="0" y="19"/>
                  </a:cubicBezTo>
                  <a:cubicBezTo>
                    <a:pt x="0" y="19"/>
                    <a:pt x="22" y="32"/>
                    <a:pt x="32" y="1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2076">
              <a:extLst>
                <a:ext uri="{FF2B5EF4-FFF2-40B4-BE49-F238E27FC236}">
                  <a16:creationId xmlns:a16="http://schemas.microsoft.com/office/drawing/2014/main" id="{89C1EA40-3FF9-4F55-AB5A-CB0BAA9BF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428"/>
              <a:ext cx="88" cy="67"/>
            </a:xfrm>
            <a:custGeom>
              <a:avLst/>
              <a:gdLst>
                <a:gd name="T0" fmla="*/ 242 w 53"/>
                <a:gd name="T1" fmla="*/ 99 h 38"/>
                <a:gd name="T2" fmla="*/ 0 w 53"/>
                <a:gd name="T3" fmla="*/ 115 h 38"/>
                <a:gd name="T4" fmla="*/ 242 w 53"/>
                <a:gd name="T5" fmla="*/ 9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8">
                  <a:moveTo>
                    <a:pt x="53" y="18"/>
                  </a:moveTo>
                  <a:cubicBezTo>
                    <a:pt x="53" y="18"/>
                    <a:pt x="24" y="0"/>
                    <a:pt x="0" y="21"/>
                  </a:cubicBezTo>
                  <a:cubicBezTo>
                    <a:pt x="0" y="21"/>
                    <a:pt x="35" y="38"/>
                    <a:pt x="53" y="18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2077">
              <a:extLst>
                <a:ext uri="{FF2B5EF4-FFF2-40B4-BE49-F238E27FC236}">
                  <a16:creationId xmlns:a16="http://schemas.microsoft.com/office/drawing/2014/main" id="{3C6F3B8B-60AD-44B8-ACA5-C8274BF47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433"/>
              <a:ext cx="93" cy="71"/>
            </a:xfrm>
            <a:custGeom>
              <a:avLst/>
              <a:gdLst>
                <a:gd name="T0" fmla="*/ 256 w 56"/>
                <a:gd name="T1" fmla="*/ 146 h 40"/>
                <a:gd name="T2" fmla="*/ 0 w 56"/>
                <a:gd name="T3" fmla="*/ 85 h 40"/>
                <a:gd name="T4" fmla="*/ 256 w 56"/>
                <a:gd name="T5" fmla="*/ 146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40">
                  <a:moveTo>
                    <a:pt x="56" y="26"/>
                  </a:moveTo>
                  <a:cubicBezTo>
                    <a:pt x="56" y="26"/>
                    <a:pt x="38" y="0"/>
                    <a:pt x="0" y="15"/>
                  </a:cubicBezTo>
                  <a:cubicBezTo>
                    <a:pt x="0" y="15"/>
                    <a:pt x="27" y="40"/>
                    <a:pt x="56" y="26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2078">
              <a:extLst>
                <a:ext uri="{FF2B5EF4-FFF2-40B4-BE49-F238E27FC236}">
                  <a16:creationId xmlns:a16="http://schemas.microsoft.com/office/drawing/2014/main" id="{79F59B68-5B6E-4AF3-BF45-9FF1DCB77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2458"/>
              <a:ext cx="53" cy="56"/>
            </a:xfrm>
            <a:custGeom>
              <a:avLst/>
              <a:gdLst>
                <a:gd name="T0" fmla="*/ 146 w 32"/>
                <a:gd name="T1" fmla="*/ 114 h 32"/>
                <a:gd name="T2" fmla="*/ 0 w 32"/>
                <a:gd name="T3" fmla="*/ 65 h 32"/>
                <a:gd name="T4" fmla="*/ 146 w 32"/>
                <a:gd name="T5" fmla="*/ 11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32" y="21"/>
                  </a:moveTo>
                  <a:cubicBezTo>
                    <a:pt x="32" y="21"/>
                    <a:pt x="20" y="0"/>
                    <a:pt x="0" y="12"/>
                  </a:cubicBezTo>
                  <a:cubicBezTo>
                    <a:pt x="0" y="12"/>
                    <a:pt x="16" y="32"/>
                    <a:pt x="32" y="21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2079">
              <a:extLst>
                <a:ext uri="{FF2B5EF4-FFF2-40B4-BE49-F238E27FC236}">
                  <a16:creationId xmlns:a16="http://schemas.microsoft.com/office/drawing/2014/main" id="{4662B312-8DB9-438A-9157-CDAF683B3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468"/>
              <a:ext cx="69" cy="76"/>
            </a:xfrm>
            <a:custGeom>
              <a:avLst/>
              <a:gdLst>
                <a:gd name="T0" fmla="*/ 186 w 42"/>
                <a:gd name="T1" fmla="*/ 138 h 43"/>
                <a:gd name="T2" fmla="*/ 0 w 42"/>
                <a:gd name="T3" fmla="*/ 78 h 43"/>
                <a:gd name="T4" fmla="*/ 186 w 42"/>
                <a:gd name="T5" fmla="*/ 13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3">
                  <a:moveTo>
                    <a:pt x="42" y="25"/>
                  </a:moveTo>
                  <a:cubicBezTo>
                    <a:pt x="42" y="25"/>
                    <a:pt x="20" y="0"/>
                    <a:pt x="0" y="14"/>
                  </a:cubicBezTo>
                  <a:cubicBezTo>
                    <a:pt x="0" y="14"/>
                    <a:pt x="19" y="43"/>
                    <a:pt x="42" y="2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2080">
              <a:extLst>
                <a:ext uri="{FF2B5EF4-FFF2-40B4-BE49-F238E27FC236}">
                  <a16:creationId xmlns:a16="http://schemas.microsoft.com/office/drawing/2014/main" id="{2107BFCC-48AF-4A6B-8184-1146C4D18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484"/>
              <a:ext cx="73" cy="50"/>
            </a:xfrm>
            <a:custGeom>
              <a:avLst/>
              <a:gdLst>
                <a:gd name="T0" fmla="*/ 75 w 44"/>
                <a:gd name="T1" fmla="*/ 0 h 28"/>
                <a:gd name="T2" fmla="*/ 5 w 44"/>
                <a:gd name="T3" fmla="*/ 93 h 28"/>
                <a:gd name="T4" fmla="*/ 75 w 4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8">
                  <a:moveTo>
                    <a:pt x="16" y="0"/>
                  </a:moveTo>
                  <a:cubicBezTo>
                    <a:pt x="16" y="0"/>
                    <a:pt x="0" y="7"/>
                    <a:pt x="1" y="16"/>
                  </a:cubicBezTo>
                  <a:cubicBezTo>
                    <a:pt x="1" y="16"/>
                    <a:pt x="44" y="28"/>
                    <a:pt x="16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2081">
              <a:extLst>
                <a:ext uri="{FF2B5EF4-FFF2-40B4-BE49-F238E27FC236}">
                  <a16:creationId xmlns:a16="http://schemas.microsoft.com/office/drawing/2014/main" id="{5865959A-3183-4E5D-B62D-B5FE01F38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481"/>
              <a:ext cx="78" cy="60"/>
            </a:xfrm>
            <a:custGeom>
              <a:avLst/>
              <a:gdLst>
                <a:gd name="T0" fmla="*/ 0 w 47"/>
                <a:gd name="T1" fmla="*/ 78 h 34"/>
                <a:gd name="T2" fmla="*/ 214 w 47"/>
                <a:gd name="T3" fmla="*/ 49 h 34"/>
                <a:gd name="T4" fmla="*/ 0 w 47"/>
                <a:gd name="T5" fmla="*/ 7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0" y="14"/>
                  </a:moveTo>
                  <a:cubicBezTo>
                    <a:pt x="0" y="14"/>
                    <a:pt x="24" y="0"/>
                    <a:pt x="47" y="9"/>
                  </a:cubicBezTo>
                  <a:cubicBezTo>
                    <a:pt x="47" y="9"/>
                    <a:pt x="6" y="34"/>
                    <a:pt x="0" y="1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2082">
              <a:extLst>
                <a:ext uri="{FF2B5EF4-FFF2-40B4-BE49-F238E27FC236}">
                  <a16:creationId xmlns:a16="http://schemas.microsoft.com/office/drawing/2014/main" id="{2856A481-F89D-49EC-A9DC-91715EC0C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454"/>
              <a:ext cx="70" cy="60"/>
            </a:xfrm>
            <a:custGeom>
              <a:avLst/>
              <a:gdLst>
                <a:gd name="T0" fmla="*/ 195 w 42"/>
                <a:gd name="T1" fmla="*/ 72 h 34"/>
                <a:gd name="T2" fmla="*/ 0 w 42"/>
                <a:gd name="T3" fmla="*/ 131 h 34"/>
                <a:gd name="T4" fmla="*/ 195 w 42"/>
                <a:gd name="T5" fmla="*/ 7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4">
                  <a:moveTo>
                    <a:pt x="42" y="13"/>
                  </a:moveTo>
                  <a:cubicBezTo>
                    <a:pt x="42" y="13"/>
                    <a:pt x="15" y="0"/>
                    <a:pt x="0" y="24"/>
                  </a:cubicBezTo>
                  <a:cubicBezTo>
                    <a:pt x="0" y="24"/>
                    <a:pt x="30" y="34"/>
                    <a:pt x="42" y="1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2083">
              <a:extLst>
                <a:ext uri="{FF2B5EF4-FFF2-40B4-BE49-F238E27FC236}">
                  <a16:creationId xmlns:a16="http://schemas.microsoft.com/office/drawing/2014/main" id="{BB55AC8B-7909-4268-94A4-478F38DC2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443"/>
              <a:ext cx="53" cy="57"/>
            </a:xfrm>
            <a:custGeom>
              <a:avLst/>
              <a:gdLst>
                <a:gd name="T0" fmla="*/ 146 w 32"/>
                <a:gd name="T1" fmla="*/ 73 h 32"/>
                <a:gd name="T2" fmla="*/ 0 w 32"/>
                <a:gd name="T3" fmla="*/ 109 h 32"/>
                <a:gd name="T4" fmla="*/ 146 w 32"/>
                <a:gd name="T5" fmla="*/ 7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32" y="13"/>
                  </a:moveTo>
                  <a:cubicBezTo>
                    <a:pt x="32" y="13"/>
                    <a:pt x="8" y="0"/>
                    <a:pt x="0" y="19"/>
                  </a:cubicBezTo>
                  <a:cubicBezTo>
                    <a:pt x="0" y="19"/>
                    <a:pt x="22" y="32"/>
                    <a:pt x="32" y="1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2084">
              <a:extLst>
                <a:ext uri="{FF2B5EF4-FFF2-40B4-BE49-F238E27FC236}">
                  <a16:creationId xmlns:a16="http://schemas.microsoft.com/office/drawing/2014/main" id="{05964EBC-4A40-44B8-B754-C95BA8B0F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428"/>
              <a:ext cx="86" cy="69"/>
            </a:xfrm>
            <a:custGeom>
              <a:avLst/>
              <a:gdLst>
                <a:gd name="T0" fmla="*/ 235 w 52"/>
                <a:gd name="T1" fmla="*/ 101 h 39"/>
                <a:gd name="T2" fmla="*/ 0 w 52"/>
                <a:gd name="T3" fmla="*/ 122 h 39"/>
                <a:gd name="T4" fmla="*/ 235 w 52"/>
                <a:gd name="T5" fmla="*/ 101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">
                  <a:moveTo>
                    <a:pt x="52" y="18"/>
                  </a:moveTo>
                  <a:cubicBezTo>
                    <a:pt x="52" y="18"/>
                    <a:pt x="23" y="0"/>
                    <a:pt x="0" y="22"/>
                  </a:cubicBezTo>
                  <a:cubicBezTo>
                    <a:pt x="0" y="22"/>
                    <a:pt x="35" y="39"/>
                    <a:pt x="52" y="18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2085">
              <a:extLst>
                <a:ext uri="{FF2B5EF4-FFF2-40B4-BE49-F238E27FC236}">
                  <a16:creationId xmlns:a16="http://schemas.microsoft.com/office/drawing/2014/main" id="{9AF9B15F-D57D-4027-B2B6-AE82B3BE9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433"/>
              <a:ext cx="95" cy="72"/>
            </a:xfrm>
            <a:custGeom>
              <a:avLst/>
              <a:gdLst>
                <a:gd name="T0" fmla="*/ 263 w 57"/>
                <a:gd name="T1" fmla="*/ 146 h 41"/>
                <a:gd name="T2" fmla="*/ 0 w 57"/>
                <a:gd name="T3" fmla="*/ 81 h 41"/>
                <a:gd name="T4" fmla="*/ 263 w 57"/>
                <a:gd name="T5" fmla="*/ 14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1">
                  <a:moveTo>
                    <a:pt x="57" y="27"/>
                  </a:moveTo>
                  <a:cubicBezTo>
                    <a:pt x="57" y="27"/>
                    <a:pt x="39" y="0"/>
                    <a:pt x="0" y="15"/>
                  </a:cubicBezTo>
                  <a:cubicBezTo>
                    <a:pt x="0" y="15"/>
                    <a:pt x="27" y="41"/>
                    <a:pt x="57" y="2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2086">
              <a:extLst>
                <a:ext uri="{FF2B5EF4-FFF2-40B4-BE49-F238E27FC236}">
                  <a16:creationId xmlns:a16="http://schemas.microsoft.com/office/drawing/2014/main" id="{45DFE56A-A363-47DA-AF00-82CB20DC9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2459"/>
              <a:ext cx="53" cy="55"/>
            </a:xfrm>
            <a:custGeom>
              <a:avLst/>
              <a:gdLst>
                <a:gd name="T0" fmla="*/ 146 w 32"/>
                <a:gd name="T1" fmla="*/ 110 h 31"/>
                <a:gd name="T2" fmla="*/ 0 w 32"/>
                <a:gd name="T3" fmla="*/ 66 h 31"/>
                <a:gd name="T4" fmla="*/ 146 w 32"/>
                <a:gd name="T5" fmla="*/ 11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1">
                  <a:moveTo>
                    <a:pt x="32" y="20"/>
                  </a:moveTo>
                  <a:cubicBezTo>
                    <a:pt x="32" y="20"/>
                    <a:pt x="20" y="0"/>
                    <a:pt x="0" y="12"/>
                  </a:cubicBezTo>
                  <a:cubicBezTo>
                    <a:pt x="0" y="12"/>
                    <a:pt x="16" y="31"/>
                    <a:pt x="32" y="2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2087">
              <a:extLst>
                <a:ext uri="{FF2B5EF4-FFF2-40B4-BE49-F238E27FC236}">
                  <a16:creationId xmlns:a16="http://schemas.microsoft.com/office/drawing/2014/main" id="{40E6E4F3-40EA-472D-9E7A-4C449489D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468"/>
              <a:ext cx="69" cy="78"/>
            </a:xfrm>
            <a:custGeom>
              <a:avLst/>
              <a:gdLst>
                <a:gd name="T0" fmla="*/ 186 w 42"/>
                <a:gd name="T1" fmla="*/ 138 h 44"/>
                <a:gd name="T2" fmla="*/ 0 w 42"/>
                <a:gd name="T3" fmla="*/ 78 h 44"/>
                <a:gd name="T4" fmla="*/ 186 w 42"/>
                <a:gd name="T5" fmla="*/ 13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4">
                  <a:moveTo>
                    <a:pt x="42" y="25"/>
                  </a:moveTo>
                  <a:cubicBezTo>
                    <a:pt x="42" y="25"/>
                    <a:pt x="20" y="0"/>
                    <a:pt x="0" y="14"/>
                  </a:cubicBezTo>
                  <a:cubicBezTo>
                    <a:pt x="0" y="14"/>
                    <a:pt x="19" y="44"/>
                    <a:pt x="42" y="2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2088">
              <a:extLst>
                <a:ext uri="{FF2B5EF4-FFF2-40B4-BE49-F238E27FC236}">
                  <a16:creationId xmlns:a16="http://schemas.microsoft.com/office/drawing/2014/main" id="{5005CFD1-FAC7-4EDE-B358-B8E8C84A7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484"/>
              <a:ext cx="73" cy="50"/>
            </a:xfrm>
            <a:custGeom>
              <a:avLst/>
              <a:gdLst>
                <a:gd name="T0" fmla="*/ 76 w 44"/>
                <a:gd name="T1" fmla="*/ 0 h 28"/>
                <a:gd name="T2" fmla="*/ 8 w 44"/>
                <a:gd name="T3" fmla="*/ 93 h 28"/>
                <a:gd name="T4" fmla="*/ 76 w 4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8">
                  <a:moveTo>
                    <a:pt x="17" y="0"/>
                  </a:moveTo>
                  <a:cubicBezTo>
                    <a:pt x="17" y="0"/>
                    <a:pt x="0" y="8"/>
                    <a:pt x="2" y="16"/>
                  </a:cubicBezTo>
                  <a:cubicBezTo>
                    <a:pt x="2" y="16"/>
                    <a:pt x="44" y="28"/>
                    <a:pt x="17" y="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2089">
              <a:extLst>
                <a:ext uri="{FF2B5EF4-FFF2-40B4-BE49-F238E27FC236}">
                  <a16:creationId xmlns:a16="http://schemas.microsoft.com/office/drawing/2014/main" id="{DD663EF5-7784-44FD-8508-BBE4E752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451"/>
              <a:ext cx="28" cy="19"/>
            </a:xfrm>
            <a:custGeom>
              <a:avLst/>
              <a:gdLst>
                <a:gd name="T0" fmla="*/ 76 w 17"/>
                <a:gd name="T1" fmla="*/ 29 h 11"/>
                <a:gd name="T2" fmla="*/ 35 w 17"/>
                <a:gd name="T3" fmla="*/ 57 h 11"/>
                <a:gd name="T4" fmla="*/ 0 w 17"/>
                <a:gd name="T5" fmla="*/ 28 h 11"/>
                <a:gd name="T6" fmla="*/ 41 w 17"/>
                <a:gd name="T7" fmla="*/ 5 h 11"/>
                <a:gd name="T8" fmla="*/ 76 w 17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17" y="6"/>
                  </a:moveTo>
                  <a:cubicBezTo>
                    <a:pt x="17" y="9"/>
                    <a:pt x="13" y="11"/>
                    <a:pt x="8" y="11"/>
                  </a:cubicBezTo>
                  <a:cubicBezTo>
                    <a:pt x="4" y="10"/>
                    <a:pt x="0" y="8"/>
                    <a:pt x="0" y="5"/>
                  </a:cubicBezTo>
                  <a:cubicBezTo>
                    <a:pt x="1" y="2"/>
                    <a:pt x="4" y="0"/>
                    <a:pt x="9" y="1"/>
                  </a:cubicBezTo>
                  <a:cubicBezTo>
                    <a:pt x="13" y="1"/>
                    <a:pt x="17" y="3"/>
                    <a:pt x="17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2090">
              <a:extLst>
                <a:ext uri="{FF2B5EF4-FFF2-40B4-BE49-F238E27FC236}">
                  <a16:creationId xmlns:a16="http://schemas.microsoft.com/office/drawing/2014/main" id="{00102E82-7207-4387-A7C5-4EEC953D2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479"/>
              <a:ext cx="28" cy="12"/>
            </a:xfrm>
            <a:custGeom>
              <a:avLst/>
              <a:gdLst>
                <a:gd name="T0" fmla="*/ 76 w 17"/>
                <a:gd name="T1" fmla="*/ 9 h 7"/>
                <a:gd name="T2" fmla="*/ 41 w 17"/>
                <a:gd name="T3" fmla="*/ 29 h 7"/>
                <a:gd name="T4" fmla="*/ 5 w 17"/>
                <a:gd name="T5" fmla="*/ 26 h 7"/>
                <a:gd name="T6" fmla="*/ 35 w 17"/>
                <a:gd name="T7" fmla="*/ 5 h 7"/>
                <a:gd name="T8" fmla="*/ 76 w 17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17" y="2"/>
                  </a:moveTo>
                  <a:cubicBezTo>
                    <a:pt x="17" y="3"/>
                    <a:pt x="14" y="5"/>
                    <a:pt x="9" y="6"/>
                  </a:cubicBezTo>
                  <a:cubicBezTo>
                    <a:pt x="5" y="7"/>
                    <a:pt x="1" y="7"/>
                    <a:pt x="1" y="5"/>
                  </a:cubicBezTo>
                  <a:cubicBezTo>
                    <a:pt x="0" y="4"/>
                    <a:pt x="4" y="2"/>
                    <a:pt x="8" y="1"/>
                  </a:cubicBezTo>
                  <a:cubicBezTo>
                    <a:pt x="13" y="0"/>
                    <a:pt x="17" y="1"/>
                    <a:pt x="17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2091">
              <a:extLst>
                <a:ext uri="{FF2B5EF4-FFF2-40B4-BE49-F238E27FC236}">
                  <a16:creationId xmlns:a16="http://schemas.microsoft.com/office/drawing/2014/main" id="{F0D09785-22AD-484A-A18A-0C7081F71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461"/>
              <a:ext cx="37" cy="23"/>
            </a:xfrm>
            <a:custGeom>
              <a:avLst/>
              <a:gdLst>
                <a:gd name="T0" fmla="*/ 99 w 22"/>
                <a:gd name="T1" fmla="*/ 37 h 13"/>
                <a:gd name="T2" fmla="*/ 54 w 22"/>
                <a:gd name="T3" fmla="*/ 65 h 13"/>
                <a:gd name="T4" fmla="*/ 5 w 22"/>
                <a:gd name="T5" fmla="*/ 34 h 13"/>
                <a:gd name="T6" fmla="*/ 54 w 22"/>
                <a:gd name="T7" fmla="*/ 0 h 13"/>
                <a:gd name="T8" fmla="*/ 99 w 22"/>
                <a:gd name="T9" fmla="*/ 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21" y="7"/>
                  </a:moveTo>
                  <a:cubicBezTo>
                    <a:pt x="21" y="10"/>
                    <a:pt x="16" y="13"/>
                    <a:pt x="11" y="12"/>
                  </a:cubicBezTo>
                  <a:cubicBezTo>
                    <a:pt x="5" y="12"/>
                    <a:pt x="0" y="9"/>
                    <a:pt x="1" y="6"/>
                  </a:cubicBezTo>
                  <a:cubicBezTo>
                    <a:pt x="1" y="2"/>
                    <a:pt x="6" y="0"/>
                    <a:pt x="11" y="0"/>
                  </a:cubicBezTo>
                  <a:cubicBezTo>
                    <a:pt x="17" y="0"/>
                    <a:pt x="22" y="4"/>
                    <a:pt x="21" y="7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2092">
              <a:extLst>
                <a:ext uri="{FF2B5EF4-FFF2-40B4-BE49-F238E27FC236}">
                  <a16:creationId xmlns:a16="http://schemas.microsoft.com/office/drawing/2014/main" id="{774AB2A8-4B5B-4406-A0F3-2AC83F702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465"/>
              <a:ext cx="20" cy="16"/>
            </a:xfrm>
            <a:custGeom>
              <a:avLst/>
              <a:gdLst>
                <a:gd name="T0" fmla="*/ 55 w 12"/>
                <a:gd name="T1" fmla="*/ 21 h 9"/>
                <a:gd name="T2" fmla="*/ 33 w 12"/>
                <a:gd name="T3" fmla="*/ 44 h 9"/>
                <a:gd name="T4" fmla="*/ 0 w 12"/>
                <a:gd name="T5" fmla="*/ 36 h 9"/>
                <a:gd name="T6" fmla="*/ 22 w 12"/>
                <a:gd name="T7" fmla="*/ 7 h 9"/>
                <a:gd name="T8" fmla="*/ 55 w 12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2" y="4"/>
                  </a:moveTo>
                  <a:cubicBezTo>
                    <a:pt x="12" y="6"/>
                    <a:pt x="10" y="8"/>
                    <a:pt x="7" y="8"/>
                  </a:cubicBezTo>
                  <a:cubicBezTo>
                    <a:pt x="3" y="9"/>
                    <a:pt x="0" y="8"/>
                    <a:pt x="0" y="6"/>
                  </a:cubicBezTo>
                  <a:cubicBezTo>
                    <a:pt x="0" y="4"/>
                    <a:pt x="2" y="2"/>
                    <a:pt x="5" y="1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2093">
              <a:extLst>
                <a:ext uri="{FF2B5EF4-FFF2-40B4-BE49-F238E27FC236}">
                  <a16:creationId xmlns:a16="http://schemas.microsoft.com/office/drawing/2014/main" id="{CEAE2BAA-EFB1-49B9-B9F3-CB5EE235B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493"/>
              <a:ext cx="28" cy="21"/>
            </a:xfrm>
            <a:custGeom>
              <a:avLst/>
              <a:gdLst>
                <a:gd name="T0" fmla="*/ 71 w 17"/>
                <a:gd name="T1" fmla="*/ 49 h 12"/>
                <a:gd name="T2" fmla="*/ 33 w 17"/>
                <a:gd name="T3" fmla="*/ 56 h 12"/>
                <a:gd name="T4" fmla="*/ 8 w 17"/>
                <a:gd name="T5" fmla="*/ 16 h 12"/>
                <a:gd name="T6" fmla="*/ 49 w 17"/>
                <a:gd name="T7" fmla="*/ 12 h 12"/>
                <a:gd name="T8" fmla="*/ 71 w 17"/>
                <a:gd name="T9" fmla="*/ 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6" y="9"/>
                  </a:moveTo>
                  <a:cubicBezTo>
                    <a:pt x="15" y="12"/>
                    <a:pt x="11" y="12"/>
                    <a:pt x="7" y="10"/>
                  </a:cubicBezTo>
                  <a:cubicBezTo>
                    <a:pt x="3" y="9"/>
                    <a:pt x="0" y="5"/>
                    <a:pt x="2" y="3"/>
                  </a:cubicBezTo>
                  <a:cubicBezTo>
                    <a:pt x="3" y="0"/>
                    <a:pt x="7" y="0"/>
                    <a:pt x="11" y="2"/>
                  </a:cubicBezTo>
                  <a:cubicBezTo>
                    <a:pt x="15" y="4"/>
                    <a:pt x="17" y="7"/>
                    <a:pt x="16" y="9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2094">
              <a:extLst>
                <a:ext uri="{FF2B5EF4-FFF2-40B4-BE49-F238E27FC236}">
                  <a16:creationId xmlns:a16="http://schemas.microsoft.com/office/drawing/2014/main" id="{16ACF43C-9847-4266-8CA3-81A7C6C96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479"/>
              <a:ext cx="19" cy="14"/>
            </a:xfrm>
            <a:custGeom>
              <a:avLst/>
              <a:gdLst>
                <a:gd name="T0" fmla="*/ 57 w 11"/>
                <a:gd name="T1" fmla="*/ 33 h 8"/>
                <a:gd name="T2" fmla="*/ 28 w 11"/>
                <a:gd name="T3" fmla="*/ 37 h 8"/>
                <a:gd name="T4" fmla="*/ 5 w 11"/>
                <a:gd name="T5" fmla="*/ 12 h 8"/>
                <a:gd name="T6" fmla="*/ 36 w 11"/>
                <a:gd name="T7" fmla="*/ 7 h 8"/>
                <a:gd name="T8" fmla="*/ 57 w 11"/>
                <a:gd name="T9" fmla="*/ 3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0" y="8"/>
                    <a:pt x="7" y="8"/>
                    <a:pt x="5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1"/>
                    <a:pt x="4" y="0"/>
                    <a:pt x="7" y="1"/>
                  </a:cubicBezTo>
                  <a:cubicBezTo>
                    <a:pt x="10" y="3"/>
                    <a:pt x="11" y="5"/>
                    <a:pt x="11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2095">
              <a:extLst>
                <a:ext uri="{FF2B5EF4-FFF2-40B4-BE49-F238E27FC236}">
                  <a16:creationId xmlns:a16="http://schemas.microsoft.com/office/drawing/2014/main" id="{5D190C15-5956-4952-B7B2-656597545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498"/>
              <a:ext cx="19" cy="13"/>
            </a:xfrm>
            <a:custGeom>
              <a:avLst/>
              <a:gdLst>
                <a:gd name="T0" fmla="*/ 48 w 12"/>
                <a:gd name="T1" fmla="*/ 20 h 7"/>
                <a:gd name="T2" fmla="*/ 25 w 12"/>
                <a:gd name="T3" fmla="*/ 45 h 7"/>
                <a:gd name="T4" fmla="*/ 0 w 12"/>
                <a:gd name="T5" fmla="*/ 24 h 7"/>
                <a:gd name="T6" fmla="*/ 21 w 12"/>
                <a:gd name="T7" fmla="*/ 0 h 7"/>
                <a:gd name="T8" fmla="*/ 48 w 12"/>
                <a:gd name="T9" fmla="*/ 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12" y="5"/>
                    <a:pt x="9" y="7"/>
                    <a:pt x="6" y="7"/>
                  </a:cubicBezTo>
                  <a:cubicBezTo>
                    <a:pt x="3" y="7"/>
                    <a:pt x="0" y="6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9" y="0"/>
                    <a:pt x="11" y="1"/>
                    <a:pt x="12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2096">
              <a:extLst>
                <a:ext uri="{FF2B5EF4-FFF2-40B4-BE49-F238E27FC236}">
                  <a16:creationId xmlns:a16="http://schemas.microsoft.com/office/drawing/2014/main" id="{09218986-1272-48BF-B6F5-88ACB33B5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495"/>
              <a:ext cx="12" cy="17"/>
            </a:xfrm>
            <a:custGeom>
              <a:avLst/>
              <a:gdLst>
                <a:gd name="T0" fmla="*/ 29 w 7"/>
                <a:gd name="T1" fmla="*/ 29 h 10"/>
                <a:gd name="T2" fmla="*/ 9 w 7"/>
                <a:gd name="T3" fmla="*/ 44 h 10"/>
                <a:gd name="T4" fmla="*/ 5 w 7"/>
                <a:gd name="T5" fmla="*/ 20 h 10"/>
                <a:gd name="T6" fmla="*/ 26 w 7"/>
                <a:gd name="T7" fmla="*/ 5 h 10"/>
                <a:gd name="T8" fmla="*/ 29 w 7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6" y="6"/>
                  </a:moveTo>
                  <a:cubicBezTo>
                    <a:pt x="5" y="9"/>
                    <a:pt x="3" y="10"/>
                    <a:pt x="2" y="9"/>
                  </a:cubicBezTo>
                  <a:cubicBezTo>
                    <a:pt x="0" y="9"/>
                    <a:pt x="0" y="6"/>
                    <a:pt x="1" y="4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1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2097">
              <a:extLst>
                <a:ext uri="{FF2B5EF4-FFF2-40B4-BE49-F238E27FC236}">
                  <a16:creationId xmlns:a16="http://schemas.microsoft.com/office/drawing/2014/main" id="{55C4E087-5AE2-49A2-9371-B99034CDE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2576"/>
              <a:ext cx="10" cy="4"/>
            </a:xfrm>
            <a:custGeom>
              <a:avLst/>
              <a:gdLst>
                <a:gd name="T0" fmla="*/ 0 w 6"/>
                <a:gd name="T1" fmla="*/ 0 h 2"/>
                <a:gd name="T2" fmla="*/ 28 w 6"/>
                <a:gd name="T3" fmla="*/ 16 h 2"/>
                <a:gd name="T4" fmla="*/ 0 w 6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2"/>
                    <a:pt x="6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C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2098">
              <a:extLst>
                <a:ext uri="{FF2B5EF4-FFF2-40B4-BE49-F238E27FC236}">
                  <a16:creationId xmlns:a16="http://schemas.microsoft.com/office/drawing/2014/main" id="{74A1A186-E348-417E-A22C-61C1AD63FB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5" y="2468"/>
              <a:ext cx="766" cy="706"/>
            </a:xfrm>
            <a:custGeom>
              <a:avLst/>
              <a:gdLst>
                <a:gd name="T0" fmla="*/ 2069 w 462"/>
                <a:gd name="T1" fmla="*/ 964 h 399"/>
                <a:gd name="T2" fmla="*/ 1942 w 462"/>
                <a:gd name="T3" fmla="*/ 373 h 399"/>
                <a:gd name="T4" fmla="*/ 1809 w 462"/>
                <a:gd name="T5" fmla="*/ 85 h 399"/>
                <a:gd name="T6" fmla="*/ 1691 w 462"/>
                <a:gd name="T7" fmla="*/ 172 h 399"/>
                <a:gd name="T8" fmla="*/ 1496 w 462"/>
                <a:gd name="T9" fmla="*/ 110 h 399"/>
                <a:gd name="T10" fmla="*/ 1350 w 462"/>
                <a:gd name="T11" fmla="*/ 60 h 399"/>
                <a:gd name="T12" fmla="*/ 1094 w 462"/>
                <a:gd name="T13" fmla="*/ 0 h 399"/>
                <a:gd name="T14" fmla="*/ 861 w 462"/>
                <a:gd name="T15" fmla="*/ 21 h 399"/>
                <a:gd name="T16" fmla="*/ 720 w 462"/>
                <a:gd name="T17" fmla="*/ 60 h 399"/>
                <a:gd name="T18" fmla="*/ 514 w 462"/>
                <a:gd name="T19" fmla="*/ 115 h 399"/>
                <a:gd name="T20" fmla="*/ 285 w 462"/>
                <a:gd name="T21" fmla="*/ 60 h 399"/>
                <a:gd name="T22" fmla="*/ 201 w 462"/>
                <a:gd name="T23" fmla="*/ 260 h 399"/>
                <a:gd name="T24" fmla="*/ 104 w 462"/>
                <a:gd name="T25" fmla="*/ 460 h 399"/>
                <a:gd name="T26" fmla="*/ 13 w 462"/>
                <a:gd name="T27" fmla="*/ 948 h 399"/>
                <a:gd name="T28" fmla="*/ 50 w 462"/>
                <a:gd name="T29" fmla="*/ 1136 h 399"/>
                <a:gd name="T30" fmla="*/ 109 w 462"/>
                <a:gd name="T31" fmla="*/ 1347 h 399"/>
                <a:gd name="T32" fmla="*/ 285 w 462"/>
                <a:gd name="T33" fmla="*/ 1757 h 399"/>
                <a:gd name="T34" fmla="*/ 567 w 462"/>
                <a:gd name="T35" fmla="*/ 2007 h 399"/>
                <a:gd name="T36" fmla="*/ 1006 w 462"/>
                <a:gd name="T37" fmla="*/ 2153 h 399"/>
                <a:gd name="T38" fmla="*/ 1144 w 462"/>
                <a:gd name="T39" fmla="*/ 2111 h 399"/>
                <a:gd name="T40" fmla="*/ 1295 w 462"/>
                <a:gd name="T41" fmla="*/ 2123 h 399"/>
                <a:gd name="T42" fmla="*/ 1578 w 462"/>
                <a:gd name="T43" fmla="*/ 1961 h 399"/>
                <a:gd name="T44" fmla="*/ 1820 w 462"/>
                <a:gd name="T45" fmla="*/ 1734 h 399"/>
                <a:gd name="T46" fmla="*/ 2038 w 462"/>
                <a:gd name="T47" fmla="*/ 1152 h 399"/>
                <a:gd name="T48" fmla="*/ 2069 w 462"/>
                <a:gd name="T49" fmla="*/ 964 h 399"/>
                <a:gd name="T50" fmla="*/ 1885 w 462"/>
                <a:gd name="T51" fmla="*/ 1209 h 399"/>
                <a:gd name="T52" fmla="*/ 1622 w 462"/>
                <a:gd name="T53" fmla="*/ 1623 h 399"/>
                <a:gd name="T54" fmla="*/ 1248 w 462"/>
                <a:gd name="T55" fmla="*/ 1706 h 399"/>
                <a:gd name="T56" fmla="*/ 885 w 462"/>
                <a:gd name="T57" fmla="*/ 1750 h 399"/>
                <a:gd name="T58" fmla="*/ 451 w 462"/>
                <a:gd name="T59" fmla="*/ 1431 h 399"/>
                <a:gd name="T60" fmla="*/ 247 w 462"/>
                <a:gd name="T61" fmla="*/ 957 h 399"/>
                <a:gd name="T62" fmla="*/ 438 w 462"/>
                <a:gd name="T63" fmla="*/ 683 h 399"/>
                <a:gd name="T64" fmla="*/ 610 w 462"/>
                <a:gd name="T65" fmla="*/ 373 h 399"/>
                <a:gd name="T66" fmla="*/ 899 w 462"/>
                <a:gd name="T67" fmla="*/ 345 h 399"/>
                <a:gd name="T68" fmla="*/ 1006 w 462"/>
                <a:gd name="T69" fmla="*/ 281 h 399"/>
                <a:gd name="T70" fmla="*/ 1217 w 462"/>
                <a:gd name="T71" fmla="*/ 288 h 399"/>
                <a:gd name="T72" fmla="*/ 1408 w 462"/>
                <a:gd name="T73" fmla="*/ 467 h 399"/>
                <a:gd name="T74" fmla="*/ 1622 w 462"/>
                <a:gd name="T75" fmla="*/ 541 h 399"/>
                <a:gd name="T76" fmla="*/ 1885 w 462"/>
                <a:gd name="T77" fmla="*/ 1209 h 39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62" h="399">
                  <a:moveTo>
                    <a:pt x="454" y="174"/>
                  </a:moveTo>
                  <a:cubicBezTo>
                    <a:pt x="462" y="101"/>
                    <a:pt x="426" y="67"/>
                    <a:pt x="426" y="67"/>
                  </a:cubicBezTo>
                  <a:cubicBezTo>
                    <a:pt x="430" y="41"/>
                    <a:pt x="397" y="15"/>
                    <a:pt x="397" y="15"/>
                  </a:cubicBezTo>
                  <a:cubicBezTo>
                    <a:pt x="412" y="39"/>
                    <a:pt x="371" y="31"/>
                    <a:pt x="371" y="31"/>
                  </a:cubicBezTo>
                  <a:cubicBezTo>
                    <a:pt x="354" y="48"/>
                    <a:pt x="328" y="20"/>
                    <a:pt x="328" y="20"/>
                  </a:cubicBezTo>
                  <a:cubicBezTo>
                    <a:pt x="311" y="29"/>
                    <a:pt x="296" y="11"/>
                    <a:pt x="296" y="11"/>
                  </a:cubicBezTo>
                  <a:cubicBezTo>
                    <a:pt x="268" y="21"/>
                    <a:pt x="240" y="0"/>
                    <a:pt x="240" y="0"/>
                  </a:cubicBezTo>
                  <a:cubicBezTo>
                    <a:pt x="230" y="18"/>
                    <a:pt x="189" y="4"/>
                    <a:pt x="189" y="4"/>
                  </a:cubicBezTo>
                  <a:cubicBezTo>
                    <a:pt x="182" y="21"/>
                    <a:pt x="158" y="11"/>
                    <a:pt x="158" y="11"/>
                  </a:cubicBezTo>
                  <a:cubicBezTo>
                    <a:pt x="146" y="29"/>
                    <a:pt x="113" y="21"/>
                    <a:pt x="113" y="21"/>
                  </a:cubicBezTo>
                  <a:cubicBezTo>
                    <a:pt x="57" y="52"/>
                    <a:pt x="63" y="11"/>
                    <a:pt x="63" y="11"/>
                  </a:cubicBezTo>
                  <a:cubicBezTo>
                    <a:pt x="52" y="21"/>
                    <a:pt x="44" y="47"/>
                    <a:pt x="44" y="47"/>
                  </a:cubicBezTo>
                  <a:cubicBezTo>
                    <a:pt x="28" y="40"/>
                    <a:pt x="23" y="83"/>
                    <a:pt x="23" y="83"/>
                  </a:cubicBezTo>
                  <a:cubicBezTo>
                    <a:pt x="2" y="87"/>
                    <a:pt x="3" y="171"/>
                    <a:pt x="3" y="171"/>
                  </a:cubicBezTo>
                  <a:cubicBezTo>
                    <a:pt x="0" y="177"/>
                    <a:pt x="11" y="205"/>
                    <a:pt x="11" y="205"/>
                  </a:cubicBezTo>
                  <a:cubicBezTo>
                    <a:pt x="0" y="217"/>
                    <a:pt x="24" y="243"/>
                    <a:pt x="24" y="243"/>
                  </a:cubicBezTo>
                  <a:cubicBezTo>
                    <a:pt x="8" y="251"/>
                    <a:pt x="63" y="317"/>
                    <a:pt x="63" y="317"/>
                  </a:cubicBezTo>
                  <a:cubicBezTo>
                    <a:pt x="63" y="317"/>
                    <a:pt x="107" y="363"/>
                    <a:pt x="124" y="362"/>
                  </a:cubicBezTo>
                  <a:cubicBezTo>
                    <a:pt x="124" y="362"/>
                    <a:pt x="194" y="399"/>
                    <a:pt x="221" y="389"/>
                  </a:cubicBezTo>
                  <a:cubicBezTo>
                    <a:pt x="221" y="389"/>
                    <a:pt x="247" y="397"/>
                    <a:pt x="251" y="381"/>
                  </a:cubicBezTo>
                  <a:cubicBezTo>
                    <a:pt x="251" y="381"/>
                    <a:pt x="274" y="395"/>
                    <a:pt x="284" y="383"/>
                  </a:cubicBezTo>
                  <a:cubicBezTo>
                    <a:pt x="284" y="383"/>
                    <a:pt x="340" y="372"/>
                    <a:pt x="346" y="354"/>
                  </a:cubicBezTo>
                  <a:cubicBezTo>
                    <a:pt x="346" y="354"/>
                    <a:pt x="387" y="340"/>
                    <a:pt x="399" y="313"/>
                  </a:cubicBezTo>
                  <a:cubicBezTo>
                    <a:pt x="446" y="266"/>
                    <a:pt x="447" y="208"/>
                    <a:pt x="447" y="208"/>
                  </a:cubicBezTo>
                  <a:cubicBezTo>
                    <a:pt x="462" y="189"/>
                    <a:pt x="454" y="174"/>
                    <a:pt x="454" y="174"/>
                  </a:cubicBezTo>
                  <a:close/>
                  <a:moveTo>
                    <a:pt x="414" y="218"/>
                  </a:moveTo>
                  <a:cubicBezTo>
                    <a:pt x="405" y="249"/>
                    <a:pt x="382" y="276"/>
                    <a:pt x="356" y="293"/>
                  </a:cubicBezTo>
                  <a:cubicBezTo>
                    <a:pt x="327" y="312"/>
                    <a:pt x="306" y="309"/>
                    <a:pt x="274" y="308"/>
                  </a:cubicBezTo>
                  <a:cubicBezTo>
                    <a:pt x="246" y="308"/>
                    <a:pt x="222" y="320"/>
                    <a:pt x="194" y="316"/>
                  </a:cubicBezTo>
                  <a:cubicBezTo>
                    <a:pt x="151" y="310"/>
                    <a:pt x="127" y="288"/>
                    <a:pt x="99" y="258"/>
                  </a:cubicBezTo>
                  <a:cubicBezTo>
                    <a:pt x="78" y="236"/>
                    <a:pt x="57" y="205"/>
                    <a:pt x="54" y="173"/>
                  </a:cubicBezTo>
                  <a:cubicBezTo>
                    <a:pt x="52" y="142"/>
                    <a:pt x="77" y="141"/>
                    <a:pt x="96" y="123"/>
                  </a:cubicBezTo>
                  <a:cubicBezTo>
                    <a:pt x="113" y="107"/>
                    <a:pt x="114" y="82"/>
                    <a:pt x="134" y="67"/>
                  </a:cubicBezTo>
                  <a:cubicBezTo>
                    <a:pt x="148" y="56"/>
                    <a:pt x="173" y="58"/>
                    <a:pt x="197" y="62"/>
                  </a:cubicBezTo>
                  <a:cubicBezTo>
                    <a:pt x="206" y="60"/>
                    <a:pt x="214" y="54"/>
                    <a:pt x="221" y="51"/>
                  </a:cubicBezTo>
                  <a:cubicBezTo>
                    <a:pt x="236" y="46"/>
                    <a:pt x="251" y="45"/>
                    <a:pt x="267" y="52"/>
                  </a:cubicBezTo>
                  <a:cubicBezTo>
                    <a:pt x="283" y="60"/>
                    <a:pt x="295" y="73"/>
                    <a:pt x="309" y="84"/>
                  </a:cubicBezTo>
                  <a:cubicBezTo>
                    <a:pt x="325" y="95"/>
                    <a:pt x="339" y="95"/>
                    <a:pt x="356" y="98"/>
                  </a:cubicBezTo>
                  <a:cubicBezTo>
                    <a:pt x="407" y="109"/>
                    <a:pt x="426" y="174"/>
                    <a:pt x="414" y="218"/>
                  </a:cubicBezTo>
                  <a:close/>
                </a:path>
              </a:pathLst>
            </a:custGeom>
            <a:solidFill>
              <a:srgbClr val="F4C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2099">
              <a:extLst>
                <a:ext uri="{FF2B5EF4-FFF2-40B4-BE49-F238E27FC236}">
                  <a16:creationId xmlns:a16="http://schemas.microsoft.com/office/drawing/2014/main" id="{185D9C1C-34F8-4C6D-B69E-B7F6C1A04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590"/>
              <a:ext cx="204" cy="264"/>
            </a:xfrm>
            <a:custGeom>
              <a:avLst/>
              <a:gdLst>
                <a:gd name="T0" fmla="*/ 396 w 123"/>
                <a:gd name="T1" fmla="*/ 89 h 149"/>
                <a:gd name="T2" fmla="*/ 279 w 123"/>
                <a:gd name="T3" fmla="*/ 229 h 149"/>
                <a:gd name="T4" fmla="*/ 154 w 123"/>
                <a:gd name="T5" fmla="*/ 351 h 149"/>
                <a:gd name="T6" fmla="*/ 41 w 123"/>
                <a:gd name="T7" fmla="*/ 468 h 149"/>
                <a:gd name="T8" fmla="*/ 100 w 123"/>
                <a:gd name="T9" fmla="*/ 749 h 149"/>
                <a:gd name="T10" fmla="*/ 327 w 123"/>
                <a:gd name="T11" fmla="*/ 622 h 149"/>
                <a:gd name="T12" fmla="*/ 514 w 123"/>
                <a:gd name="T13" fmla="*/ 411 h 149"/>
                <a:gd name="T14" fmla="*/ 542 w 123"/>
                <a:gd name="T15" fmla="*/ 172 h 149"/>
                <a:gd name="T16" fmla="*/ 393 w 123"/>
                <a:gd name="T17" fmla="*/ 78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149">
                  <a:moveTo>
                    <a:pt x="87" y="16"/>
                  </a:moveTo>
                  <a:cubicBezTo>
                    <a:pt x="80" y="0"/>
                    <a:pt x="66" y="36"/>
                    <a:pt x="61" y="41"/>
                  </a:cubicBezTo>
                  <a:cubicBezTo>
                    <a:pt x="52" y="49"/>
                    <a:pt x="45" y="58"/>
                    <a:pt x="34" y="63"/>
                  </a:cubicBezTo>
                  <a:cubicBezTo>
                    <a:pt x="24" y="69"/>
                    <a:pt x="15" y="73"/>
                    <a:pt x="9" y="84"/>
                  </a:cubicBezTo>
                  <a:cubicBezTo>
                    <a:pt x="0" y="102"/>
                    <a:pt x="2" y="125"/>
                    <a:pt x="22" y="135"/>
                  </a:cubicBezTo>
                  <a:cubicBezTo>
                    <a:pt x="48" y="149"/>
                    <a:pt x="52" y="123"/>
                    <a:pt x="72" y="112"/>
                  </a:cubicBezTo>
                  <a:cubicBezTo>
                    <a:pt x="90" y="102"/>
                    <a:pt x="104" y="96"/>
                    <a:pt x="113" y="74"/>
                  </a:cubicBezTo>
                  <a:cubicBezTo>
                    <a:pt x="118" y="62"/>
                    <a:pt x="123" y="44"/>
                    <a:pt x="119" y="31"/>
                  </a:cubicBezTo>
                  <a:cubicBezTo>
                    <a:pt x="114" y="17"/>
                    <a:pt x="99" y="14"/>
                    <a:pt x="86" y="14"/>
                  </a:cubicBezTo>
                </a:path>
              </a:pathLst>
            </a:custGeom>
            <a:solidFill>
              <a:srgbClr val="F5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2100">
              <a:extLst>
                <a:ext uri="{FF2B5EF4-FFF2-40B4-BE49-F238E27FC236}">
                  <a16:creationId xmlns:a16="http://schemas.microsoft.com/office/drawing/2014/main" id="{6C68EBA8-7FFE-46BF-8BAC-DDF06F04D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548"/>
              <a:ext cx="121" cy="94"/>
            </a:xfrm>
            <a:custGeom>
              <a:avLst/>
              <a:gdLst>
                <a:gd name="T0" fmla="*/ 333 w 73"/>
                <a:gd name="T1" fmla="*/ 16 h 53"/>
                <a:gd name="T2" fmla="*/ 146 w 73"/>
                <a:gd name="T3" fmla="*/ 37 h 53"/>
                <a:gd name="T4" fmla="*/ 0 w 73"/>
                <a:gd name="T5" fmla="*/ 296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3">
                  <a:moveTo>
                    <a:pt x="73" y="3"/>
                  </a:moveTo>
                  <a:cubicBezTo>
                    <a:pt x="59" y="1"/>
                    <a:pt x="46" y="0"/>
                    <a:pt x="32" y="7"/>
                  </a:cubicBezTo>
                  <a:cubicBezTo>
                    <a:pt x="17" y="16"/>
                    <a:pt x="7" y="37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2101">
              <a:extLst>
                <a:ext uri="{FF2B5EF4-FFF2-40B4-BE49-F238E27FC236}">
                  <a16:creationId xmlns:a16="http://schemas.microsoft.com/office/drawing/2014/main" id="{6C0F663A-FE6B-41A1-98E7-BD15AFFC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573"/>
              <a:ext cx="122" cy="70"/>
            </a:xfrm>
            <a:custGeom>
              <a:avLst/>
              <a:gdLst>
                <a:gd name="T0" fmla="*/ 0 w 74"/>
                <a:gd name="T1" fmla="*/ 215 h 40"/>
                <a:gd name="T2" fmla="*/ 214 w 74"/>
                <a:gd name="T3" fmla="*/ 33 h 40"/>
                <a:gd name="T4" fmla="*/ 331 w 74"/>
                <a:gd name="T5" fmla="*/ 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40">
                  <a:moveTo>
                    <a:pt x="0" y="40"/>
                  </a:moveTo>
                  <a:cubicBezTo>
                    <a:pt x="9" y="23"/>
                    <a:pt x="31" y="13"/>
                    <a:pt x="48" y="6"/>
                  </a:cubicBezTo>
                  <a:cubicBezTo>
                    <a:pt x="58" y="1"/>
                    <a:pt x="64" y="0"/>
                    <a:pt x="74" y="1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2102">
              <a:extLst>
                <a:ext uri="{FF2B5EF4-FFF2-40B4-BE49-F238E27FC236}">
                  <a16:creationId xmlns:a16="http://schemas.microsoft.com/office/drawing/2014/main" id="{492173F1-4764-4AA4-A965-7D6A2D680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995"/>
              <a:ext cx="189" cy="73"/>
            </a:xfrm>
            <a:custGeom>
              <a:avLst/>
              <a:gdLst>
                <a:gd name="T0" fmla="*/ 0 w 114"/>
                <a:gd name="T1" fmla="*/ 0 h 41"/>
                <a:gd name="T2" fmla="*/ 269 w 114"/>
                <a:gd name="T3" fmla="*/ 210 h 41"/>
                <a:gd name="T4" fmla="*/ 459 w 114"/>
                <a:gd name="T5" fmla="*/ 224 h 41"/>
                <a:gd name="T6" fmla="*/ 519 w 114"/>
                <a:gd name="T7" fmla="*/ 21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41">
                  <a:moveTo>
                    <a:pt x="0" y="0"/>
                  </a:moveTo>
                  <a:cubicBezTo>
                    <a:pt x="12" y="18"/>
                    <a:pt x="39" y="32"/>
                    <a:pt x="59" y="37"/>
                  </a:cubicBezTo>
                  <a:cubicBezTo>
                    <a:pt x="73" y="41"/>
                    <a:pt x="87" y="41"/>
                    <a:pt x="101" y="40"/>
                  </a:cubicBezTo>
                  <a:cubicBezTo>
                    <a:pt x="105" y="39"/>
                    <a:pt x="110" y="39"/>
                    <a:pt x="114" y="37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2103">
              <a:extLst>
                <a:ext uri="{FF2B5EF4-FFF2-40B4-BE49-F238E27FC236}">
                  <a16:creationId xmlns:a16="http://schemas.microsoft.com/office/drawing/2014/main" id="{0EA02F8C-72E6-49BD-8528-A1F5A87C2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965"/>
              <a:ext cx="149" cy="80"/>
            </a:xfrm>
            <a:custGeom>
              <a:avLst/>
              <a:gdLst>
                <a:gd name="T0" fmla="*/ 0 w 90"/>
                <a:gd name="T1" fmla="*/ 0 h 45"/>
                <a:gd name="T2" fmla="*/ 290 w 90"/>
                <a:gd name="T3" fmla="*/ 236 h 45"/>
                <a:gd name="T4" fmla="*/ 409 w 90"/>
                <a:gd name="T5" fmla="*/ 25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45">
                  <a:moveTo>
                    <a:pt x="0" y="0"/>
                  </a:moveTo>
                  <a:cubicBezTo>
                    <a:pt x="16" y="25"/>
                    <a:pt x="36" y="37"/>
                    <a:pt x="64" y="42"/>
                  </a:cubicBezTo>
                  <a:cubicBezTo>
                    <a:pt x="73" y="43"/>
                    <a:pt x="82" y="43"/>
                    <a:pt x="90" y="45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2104">
              <a:extLst>
                <a:ext uri="{FF2B5EF4-FFF2-40B4-BE49-F238E27FC236}">
                  <a16:creationId xmlns:a16="http://schemas.microsoft.com/office/drawing/2014/main" id="{F20C5A94-4B9D-47E4-BD7A-B2015B38D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611"/>
              <a:ext cx="169" cy="128"/>
            </a:xfrm>
            <a:custGeom>
              <a:avLst/>
              <a:gdLst>
                <a:gd name="T0" fmla="*/ 0 w 102"/>
                <a:gd name="T1" fmla="*/ 7 h 72"/>
                <a:gd name="T2" fmla="*/ 258 w 102"/>
                <a:gd name="T3" fmla="*/ 107 h 72"/>
                <a:gd name="T4" fmla="*/ 365 w 102"/>
                <a:gd name="T5" fmla="*/ 240 h 72"/>
                <a:gd name="T6" fmla="*/ 459 w 102"/>
                <a:gd name="T7" fmla="*/ 405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72">
                  <a:moveTo>
                    <a:pt x="0" y="1"/>
                  </a:moveTo>
                  <a:cubicBezTo>
                    <a:pt x="16" y="0"/>
                    <a:pt x="42" y="8"/>
                    <a:pt x="57" y="19"/>
                  </a:cubicBezTo>
                  <a:cubicBezTo>
                    <a:pt x="66" y="25"/>
                    <a:pt x="73" y="34"/>
                    <a:pt x="80" y="43"/>
                  </a:cubicBezTo>
                  <a:cubicBezTo>
                    <a:pt x="84" y="49"/>
                    <a:pt x="102" y="68"/>
                    <a:pt x="101" y="72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2105">
              <a:extLst>
                <a:ext uri="{FF2B5EF4-FFF2-40B4-BE49-F238E27FC236}">
                  <a16:creationId xmlns:a16="http://schemas.microsoft.com/office/drawing/2014/main" id="{423A9872-0B4D-4E07-96D1-247E70AAD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548"/>
              <a:ext cx="101" cy="111"/>
            </a:xfrm>
            <a:custGeom>
              <a:avLst/>
              <a:gdLst>
                <a:gd name="T0" fmla="*/ 0 w 61"/>
                <a:gd name="T1" fmla="*/ 0 h 63"/>
                <a:gd name="T2" fmla="*/ 277 w 61"/>
                <a:gd name="T3" fmla="*/ 34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63">
                  <a:moveTo>
                    <a:pt x="0" y="0"/>
                  </a:moveTo>
                  <a:cubicBezTo>
                    <a:pt x="30" y="3"/>
                    <a:pt x="51" y="38"/>
                    <a:pt x="61" y="63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2106">
              <a:extLst>
                <a:ext uri="{FF2B5EF4-FFF2-40B4-BE49-F238E27FC236}">
                  <a16:creationId xmlns:a16="http://schemas.microsoft.com/office/drawing/2014/main" id="{B19C67A3-3E0F-4037-A22E-BEDBD60F0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680"/>
              <a:ext cx="129" cy="153"/>
            </a:xfrm>
            <a:custGeom>
              <a:avLst/>
              <a:gdLst>
                <a:gd name="T0" fmla="*/ 0 w 78"/>
                <a:gd name="T1" fmla="*/ 0 h 86"/>
                <a:gd name="T2" fmla="*/ 117 w 78"/>
                <a:gd name="T3" fmla="*/ 21 h 86"/>
                <a:gd name="T4" fmla="*/ 271 w 78"/>
                <a:gd name="T5" fmla="*/ 174 h 86"/>
                <a:gd name="T6" fmla="*/ 352 w 78"/>
                <a:gd name="T7" fmla="*/ 484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86">
                  <a:moveTo>
                    <a:pt x="0" y="0"/>
                  </a:moveTo>
                  <a:cubicBezTo>
                    <a:pt x="9" y="1"/>
                    <a:pt x="17" y="0"/>
                    <a:pt x="26" y="4"/>
                  </a:cubicBezTo>
                  <a:cubicBezTo>
                    <a:pt x="38" y="9"/>
                    <a:pt x="51" y="21"/>
                    <a:pt x="60" y="31"/>
                  </a:cubicBezTo>
                  <a:cubicBezTo>
                    <a:pt x="74" y="47"/>
                    <a:pt x="78" y="68"/>
                    <a:pt x="78" y="86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2107">
              <a:extLst>
                <a:ext uri="{FF2B5EF4-FFF2-40B4-BE49-F238E27FC236}">
                  <a16:creationId xmlns:a16="http://schemas.microsoft.com/office/drawing/2014/main" id="{B9C46861-3492-44AB-BAC9-0E38E2F22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710"/>
              <a:ext cx="146" cy="87"/>
            </a:xfrm>
            <a:custGeom>
              <a:avLst/>
              <a:gdLst>
                <a:gd name="T0" fmla="*/ 402 w 88"/>
                <a:gd name="T1" fmla="*/ 273 h 49"/>
                <a:gd name="T2" fmla="*/ 151 w 88"/>
                <a:gd name="T3" fmla="*/ 37 h 49"/>
                <a:gd name="T4" fmla="*/ 0 w 88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9">
                  <a:moveTo>
                    <a:pt x="88" y="49"/>
                  </a:moveTo>
                  <a:cubicBezTo>
                    <a:pt x="83" y="27"/>
                    <a:pt x="51" y="14"/>
                    <a:pt x="33" y="7"/>
                  </a:cubicBezTo>
                  <a:cubicBezTo>
                    <a:pt x="21" y="2"/>
                    <a:pt x="13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2108">
              <a:extLst>
                <a:ext uri="{FF2B5EF4-FFF2-40B4-BE49-F238E27FC236}">
                  <a16:creationId xmlns:a16="http://schemas.microsoft.com/office/drawing/2014/main" id="{DFE28DC1-7960-49E6-A4A1-2FEB2FAB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838"/>
              <a:ext cx="174" cy="71"/>
            </a:xfrm>
            <a:custGeom>
              <a:avLst/>
              <a:gdLst>
                <a:gd name="T0" fmla="*/ 0 w 105"/>
                <a:gd name="T1" fmla="*/ 0 h 40"/>
                <a:gd name="T2" fmla="*/ 237 w 105"/>
                <a:gd name="T3" fmla="*/ 211 h 40"/>
                <a:gd name="T4" fmla="*/ 351 w 105"/>
                <a:gd name="T5" fmla="*/ 217 h 40"/>
                <a:gd name="T6" fmla="*/ 477 w 105"/>
                <a:gd name="T7" fmla="*/ 20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40">
                  <a:moveTo>
                    <a:pt x="0" y="0"/>
                  </a:moveTo>
                  <a:cubicBezTo>
                    <a:pt x="17" y="16"/>
                    <a:pt x="29" y="33"/>
                    <a:pt x="52" y="38"/>
                  </a:cubicBezTo>
                  <a:cubicBezTo>
                    <a:pt x="61" y="40"/>
                    <a:pt x="68" y="40"/>
                    <a:pt x="77" y="39"/>
                  </a:cubicBezTo>
                  <a:cubicBezTo>
                    <a:pt x="87" y="39"/>
                    <a:pt x="95" y="38"/>
                    <a:pt x="105" y="37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2109">
              <a:extLst>
                <a:ext uri="{FF2B5EF4-FFF2-40B4-BE49-F238E27FC236}">
                  <a16:creationId xmlns:a16="http://schemas.microsoft.com/office/drawing/2014/main" id="{EBA4F5F3-542D-4BDE-97CD-C71FD345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907"/>
              <a:ext cx="150" cy="69"/>
            </a:xfrm>
            <a:custGeom>
              <a:avLst/>
              <a:gdLst>
                <a:gd name="T0" fmla="*/ 417 w 90"/>
                <a:gd name="T1" fmla="*/ 150 h 39"/>
                <a:gd name="T2" fmla="*/ 97 w 90"/>
                <a:gd name="T3" fmla="*/ 110 h 39"/>
                <a:gd name="T4" fmla="*/ 0 w 9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39">
                  <a:moveTo>
                    <a:pt x="90" y="27"/>
                  </a:moveTo>
                  <a:cubicBezTo>
                    <a:pt x="73" y="39"/>
                    <a:pt x="38" y="29"/>
                    <a:pt x="21" y="20"/>
                  </a:cubicBezTo>
                  <a:cubicBezTo>
                    <a:pt x="11" y="15"/>
                    <a:pt x="5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2110">
              <a:extLst>
                <a:ext uri="{FF2B5EF4-FFF2-40B4-BE49-F238E27FC236}">
                  <a16:creationId xmlns:a16="http://schemas.microsoft.com/office/drawing/2014/main" id="{A2F51139-DCE5-4CEE-9057-201C7E4C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599"/>
              <a:ext cx="38" cy="32"/>
            </a:xfrm>
            <a:custGeom>
              <a:avLst/>
              <a:gdLst>
                <a:gd name="T0" fmla="*/ 0 w 23"/>
                <a:gd name="T1" fmla="*/ 37 h 18"/>
                <a:gd name="T2" fmla="*/ 96 w 23"/>
                <a:gd name="T3" fmla="*/ 101 h 18"/>
                <a:gd name="T4" fmla="*/ 84 w 2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7"/>
                  </a:moveTo>
                  <a:cubicBezTo>
                    <a:pt x="7" y="8"/>
                    <a:pt x="13" y="17"/>
                    <a:pt x="21" y="18"/>
                  </a:cubicBezTo>
                  <a:cubicBezTo>
                    <a:pt x="23" y="13"/>
                    <a:pt x="22" y="4"/>
                    <a:pt x="19" y="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2111">
              <a:extLst>
                <a:ext uri="{FF2B5EF4-FFF2-40B4-BE49-F238E27FC236}">
                  <a16:creationId xmlns:a16="http://schemas.microsoft.com/office/drawing/2014/main" id="{56D3060E-9CB9-41EA-9221-C6A81155D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532"/>
              <a:ext cx="29" cy="30"/>
            </a:xfrm>
            <a:custGeom>
              <a:avLst/>
              <a:gdLst>
                <a:gd name="T0" fmla="*/ 0 w 17"/>
                <a:gd name="T1" fmla="*/ 94 h 17"/>
                <a:gd name="T2" fmla="*/ 65 w 17"/>
                <a:gd name="T3" fmla="*/ 12 h 17"/>
                <a:gd name="T4" fmla="*/ 75 w 17"/>
                <a:gd name="T5" fmla="*/ 9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1" y="14"/>
                    <a:pt x="7" y="0"/>
                    <a:pt x="13" y="2"/>
                  </a:cubicBezTo>
                  <a:cubicBezTo>
                    <a:pt x="17" y="3"/>
                    <a:pt x="15" y="17"/>
                    <a:pt x="15" y="17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2112">
              <a:extLst>
                <a:ext uri="{FF2B5EF4-FFF2-40B4-BE49-F238E27FC236}">
                  <a16:creationId xmlns:a16="http://schemas.microsoft.com/office/drawing/2014/main" id="{A0718ACC-DECC-4602-9DAC-016481978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539"/>
              <a:ext cx="53" cy="41"/>
            </a:xfrm>
            <a:custGeom>
              <a:avLst/>
              <a:gdLst>
                <a:gd name="T0" fmla="*/ 0 w 32"/>
                <a:gd name="T1" fmla="*/ 86 h 23"/>
                <a:gd name="T2" fmla="*/ 109 w 32"/>
                <a:gd name="T3" fmla="*/ 21 h 23"/>
                <a:gd name="T4" fmla="*/ 124 w 32"/>
                <a:gd name="T5" fmla="*/ 1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15"/>
                  </a:moveTo>
                  <a:cubicBezTo>
                    <a:pt x="6" y="14"/>
                    <a:pt x="15" y="0"/>
                    <a:pt x="24" y="4"/>
                  </a:cubicBezTo>
                  <a:cubicBezTo>
                    <a:pt x="32" y="7"/>
                    <a:pt x="29" y="17"/>
                    <a:pt x="27" y="23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2113">
              <a:extLst>
                <a:ext uri="{FF2B5EF4-FFF2-40B4-BE49-F238E27FC236}">
                  <a16:creationId xmlns:a16="http://schemas.microsoft.com/office/drawing/2014/main" id="{93F914D5-62A9-41F2-A0C5-50EC48B46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2700"/>
              <a:ext cx="33" cy="39"/>
            </a:xfrm>
            <a:custGeom>
              <a:avLst/>
              <a:gdLst>
                <a:gd name="T0" fmla="*/ 0 w 20"/>
                <a:gd name="T1" fmla="*/ 7 h 22"/>
                <a:gd name="T2" fmla="*/ 89 w 20"/>
                <a:gd name="T3" fmla="*/ 7 h 22"/>
                <a:gd name="T4" fmla="*/ 58 w 20"/>
                <a:gd name="T5" fmla="*/ 12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1"/>
                  </a:moveTo>
                  <a:cubicBezTo>
                    <a:pt x="5" y="5"/>
                    <a:pt x="14" y="0"/>
                    <a:pt x="20" y="1"/>
                  </a:cubicBezTo>
                  <a:cubicBezTo>
                    <a:pt x="20" y="8"/>
                    <a:pt x="15" y="15"/>
                    <a:pt x="13" y="22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2114">
              <a:extLst>
                <a:ext uri="{FF2B5EF4-FFF2-40B4-BE49-F238E27FC236}">
                  <a16:creationId xmlns:a16="http://schemas.microsoft.com/office/drawing/2014/main" id="{E27BAC73-C578-4328-96E5-34591D3E1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965"/>
              <a:ext cx="37" cy="58"/>
            </a:xfrm>
            <a:custGeom>
              <a:avLst/>
              <a:gdLst>
                <a:gd name="T0" fmla="*/ 49 w 22"/>
                <a:gd name="T1" fmla="*/ 0 h 33"/>
                <a:gd name="T2" fmla="*/ 0 w 22"/>
                <a:gd name="T3" fmla="*/ 56 h 33"/>
                <a:gd name="T4" fmla="*/ 54 w 22"/>
                <a:gd name="T5" fmla="*/ 56 h 33"/>
                <a:gd name="T6" fmla="*/ 62 w 22"/>
                <a:gd name="T7" fmla="*/ 17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3">
                  <a:moveTo>
                    <a:pt x="10" y="0"/>
                  </a:moveTo>
                  <a:cubicBezTo>
                    <a:pt x="5" y="0"/>
                    <a:pt x="0" y="5"/>
                    <a:pt x="0" y="10"/>
                  </a:cubicBezTo>
                  <a:cubicBezTo>
                    <a:pt x="0" y="21"/>
                    <a:pt x="6" y="13"/>
                    <a:pt x="11" y="10"/>
                  </a:cubicBezTo>
                  <a:cubicBezTo>
                    <a:pt x="22" y="5"/>
                    <a:pt x="13" y="26"/>
                    <a:pt x="13" y="33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2115">
              <a:extLst>
                <a:ext uri="{FF2B5EF4-FFF2-40B4-BE49-F238E27FC236}">
                  <a16:creationId xmlns:a16="http://schemas.microsoft.com/office/drawing/2014/main" id="{7BB7B1D8-CE05-44C9-80DF-B335F3225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054"/>
              <a:ext cx="55" cy="40"/>
            </a:xfrm>
            <a:custGeom>
              <a:avLst/>
              <a:gdLst>
                <a:gd name="T0" fmla="*/ 0 w 33"/>
                <a:gd name="T1" fmla="*/ 0 h 23"/>
                <a:gd name="T2" fmla="*/ 50 w 33"/>
                <a:gd name="T3" fmla="*/ 122 h 23"/>
                <a:gd name="T4" fmla="*/ 88 w 33"/>
                <a:gd name="T5" fmla="*/ 9 h 23"/>
                <a:gd name="T6" fmla="*/ 153 w 33"/>
                <a:gd name="T7" fmla="*/ 7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0" y="0"/>
                  </a:moveTo>
                  <a:cubicBezTo>
                    <a:pt x="3" y="8"/>
                    <a:pt x="6" y="16"/>
                    <a:pt x="11" y="23"/>
                  </a:cubicBezTo>
                  <a:cubicBezTo>
                    <a:pt x="12" y="19"/>
                    <a:pt x="14" y="4"/>
                    <a:pt x="19" y="2"/>
                  </a:cubicBezTo>
                  <a:cubicBezTo>
                    <a:pt x="23" y="0"/>
                    <a:pt x="29" y="12"/>
                    <a:pt x="33" y="15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2116">
              <a:extLst>
                <a:ext uri="{FF2B5EF4-FFF2-40B4-BE49-F238E27FC236}">
                  <a16:creationId xmlns:a16="http://schemas.microsoft.com/office/drawing/2014/main" id="{D016DC52-6E9B-44D9-B2CE-B38E68A2D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836"/>
              <a:ext cx="35" cy="34"/>
            </a:xfrm>
            <a:custGeom>
              <a:avLst/>
              <a:gdLst>
                <a:gd name="T0" fmla="*/ 47 w 21"/>
                <a:gd name="T1" fmla="*/ 0 h 19"/>
                <a:gd name="T2" fmla="*/ 0 w 21"/>
                <a:gd name="T3" fmla="*/ 109 h 19"/>
                <a:gd name="T4" fmla="*/ 97 w 21"/>
                <a:gd name="T5" fmla="*/ 5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0" y="0"/>
                  </a:moveTo>
                  <a:cubicBezTo>
                    <a:pt x="4" y="4"/>
                    <a:pt x="1" y="12"/>
                    <a:pt x="0" y="19"/>
                  </a:cubicBezTo>
                  <a:cubicBezTo>
                    <a:pt x="7" y="18"/>
                    <a:pt x="15" y="11"/>
                    <a:pt x="21" y="9"/>
                  </a:cubicBezTo>
                </a:path>
              </a:pathLst>
            </a:custGeom>
            <a:noFill/>
            <a:ln w="9525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2117">
              <a:extLst>
                <a:ext uri="{FF2B5EF4-FFF2-40B4-BE49-F238E27FC236}">
                  <a16:creationId xmlns:a16="http://schemas.microsoft.com/office/drawing/2014/main" id="{2E1654BA-09D7-4758-8EBC-7D9069CD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666"/>
              <a:ext cx="28" cy="34"/>
            </a:xfrm>
            <a:custGeom>
              <a:avLst/>
              <a:gdLst>
                <a:gd name="T0" fmla="*/ 0 w 17"/>
                <a:gd name="T1" fmla="*/ 97 h 19"/>
                <a:gd name="T2" fmla="*/ 54 w 17"/>
                <a:gd name="T3" fmla="*/ 0 h 19"/>
                <a:gd name="T4" fmla="*/ 76 w 17"/>
                <a:gd name="T5" fmla="*/ 10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17"/>
                  </a:moveTo>
                  <a:cubicBezTo>
                    <a:pt x="3" y="11"/>
                    <a:pt x="7" y="4"/>
                    <a:pt x="12" y="0"/>
                  </a:cubicBezTo>
                  <a:cubicBezTo>
                    <a:pt x="16" y="6"/>
                    <a:pt x="15" y="13"/>
                    <a:pt x="17" y="19"/>
                  </a:cubicBezTo>
                </a:path>
              </a:pathLst>
            </a:custGeom>
            <a:noFill/>
            <a:ln w="9525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2118">
              <a:extLst>
                <a:ext uri="{FF2B5EF4-FFF2-40B4-BE49-F238E27FC236}">
                  <a16:creationId xmlns:a16="http://schemas.microsoft.com/office/drawing/2014/main" id="{14DBF571-41CD-43CA-99F6-393D63CE4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755"/>
              <a:ext cx="33" cy="28"/>
            </a:xfrm>
            <a:custGeom>
              <a:avLst/>
              <a:gdLst>
                <a:gd name="T0" fmla="*/ 41 w 20"/>
                <a:gd name="T1" fmla="*/ 0 h 16"/>
                <a:gd name="T2" fmla="*/ 0 w 20"/>
                <a:gd name="T3" fmla="*/ 77 h 16"/>
                <a:gd name="T4" fmla="*/ 89 w 20"/>
                <a:gd name="T5" fmla="*/ 6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9" y="0"/>
                  </a:moveTo>
                  <a:cubicBezTo>
                    <a:pt x="5" y="4"/>
                    <a:pt x="1" y="9"/>
                    <a:pt x="0" y="14"/>
                  </a:cubicBezTo>
                  <a:cubicBezTo>
                    <a:pt x="6" y="16"/>
                    <a:pt x="14" y="13"/>
                    <a:pt x="20" y="12"/>
                  </a:cubicBezTo>
                </a:path>
              </a:pathLst>
            </a:custGeom>
            <a:noFill/>
            <a:ln w="9525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2119">
              <a:extLst>
                <a:ext uri="{FF2B5EF4-FFF2-40B4-BE49-F238E27FC236}">
                  <a16:creationId xmlns:a16="http://schemas.microsoft.com/office/drawing/2014/main" id="{E8901893-2DBC-4B38-B377-544B4FDD9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810"/>
              <a:ext cx="30" cy="15"/>
            </a:xfrm>
            <a:custGeom>
              <a:avLst/>
              <a:gdLst>
                <a:gd name="T0" fmla="*/ 0 w 18"/>
                <a:gd name="T1" fmla="*/ 0 h 9"/>
                <a:gd name="T2" fmla="*/ 83 w 18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5" y="5"/>
                    <a:pt x="13" y="5"/>
                    <a:pt x="18" y="9"/>
                  </a:cubicBezTo>
                </a:path>
              </a:pathLst>
            </a:custGeom>
            <a:noFill/>
            <a:ln w="9525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2120">
              <a:extLst>
                <a:ext uri="{FF2B5EF4-FFF2-40B4-BE49-F238E27FC236}">
                  <a16:creationId xmlns:a16="http://schemas.microsoft.com/office/drawing/2014/main" id="{8A91ECBE-1B0B-4AAA-A00B-282121E96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947"/>
              <a:ext cx="8" cy="29"/>
            </a:xfrm>
            <a:custGeom>
              <a:avLst/>
              <a:gdLst>
                <a:gd name="T0" fmla="*/ 0 w 5"/>
                <a:gd name="T1" fmla="*/ 0 h 16"/>
                <a:gd name="T2" fmla="*/ 21 w 5"/>
                <a:gd name="T3" fmla="*/ 9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3" y="5"/>
                    <a:pt x="4" y="10"/>
                    <a:pt x="5" y="16"/>
                  </a:cubicBezTo>
                </a:path>
              </a:pathLst>
            </a:custGeom>
            <a:noFill/>
            <a:ln w="9525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2121">
              <a:extLst>
                <a:ext uri="{FF2B5EF4-FFF2-40B4-BE49-F238E27FC236}">
                  <a16:creationId xmlns:a16="http://schemas.microsoft.com/office/drawing/2014/main" id="{DC386CA6-EBBD-463B-95A7-2EF8B2B75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468"/>
              <a:ext cx="766" cy="706"/>
            </a:xfrm>
            <a:custGeom>
              <a:avLst/>
              <a:gdLst>
                <a:gd name="T0" fmla="*/ 2069 w 462"/>
                <a:gd name="T1" fmla="*/ 964 h 399"/>
                <a:gd name="T2" fmla="*/ 2038 w 462"/>
                <a:gd name="T3" fmla="*/ 1152 h 399"/>
                <a:gd name="T4" fmla="*/ 1820 w 462"/>
                <a:gd name="T5" fmla="*/ 1734 h 399"/>
                <a:gd name="T6" fmla="*/ 1578 w 462"/>
                <a:gd name="T7" fmla="*/ 1961 h 399"/>
                <a:gd name="T8" fmla="*/ 1295 w 462"/>
                <a:gd name="T9" fmla="*/ 2123 h 399"/>
                <a:gd name="T10" fmla="*/ 1144 w 462"/>
                <a:gd name="T11" fmla="*/ 2111 h 399"/>
                <a:gd name="T12" fmla="*/ 1006 w 462"/>
                <a:gd name="T13" fmla="*/ 2153 h 399"/>
                <a:gd name="T14" fmla="*/ 567 w 462"/>
                <a:gd name="T15" fmla="*/ 2007 h 399"/>
                <a:gd name="T16" fmla="*/ 285 w 462"/>
                <a:gd name="T17" fmla="*/ 1757 h 399"/>
                <a:gd name="T18" fmla="*/ 109 w 462"/>
                <a:gd name="T19" fmla="*/ 1347 h 399"/>
                <a:gd name="T20" fmla="*/ 50 w 462"/>
                <a:gd name="T21" fmla="*/ 1136 h 399"/>
                <a:gd name="T22" fmla="*/ 13 w 462"/>
                <a:gd name="T23" fmla="*/ 952 h 399"/>
                <a:gd name="T24" fmla="*/ 104 w 462"/>
                <a:gd name="T25" fmla="*/ 460 h 399"/>
                <a:gd name="T26" fmla="*/ 201 w 462"/>
                <a:gd name="T27" fmla="*/ 260 h 399"/>
                <a:gd name="T28" fmla="*/ 285 w 462"/>
                <a:gd name="T29" fmla="*/ 60 h 399"/>
                <a:gd name="T30" fmla="*/ 514 w 462"/>
                <a:gd name="T31" fmla="*/ 115 h 399"/>
                <a:gd name="T32" fmla="*/ 720 w 462"/>
                <a:gd name="T33" fmla="*/ 60 h 399"/>
                <a:gd name="T34" fmla="*/ 861 w 462"/>
                <a:gd name="T35" fmla="*/ 21 h 399"/>
                <a:gd name="T36" fmla="*/ 1094 w 462"/>
                <a:gd name="T37" fmla="*/ 0 h 399"/>
                <a:gd name="T38" fmla="*/ 1350 w 462"/>
                <a:gd name="T39" fmla="*/ 60 h 399"/>
                <a:gd name="T40" fmla="*/ 1496 w 462"/>
                <a:gd name="T41" fmla="*/ 110 h 399"/>
                <a:gd name="T42" fmla="*/ 1691 w 462"/>
                <a:gd name="T43" fmla="*/ 172 h 399"/>
                <a:gd name="T44" fmla="*/ 1809 w 462"/>
                <a:gd name="T45" fmla="*/ 85 h 399"/>
                <a:gd name="T46" fmla="*/ 1942 w 462"/>
                <a:gd name="T47" fmla="*/ 373 h 399"/>
                <a:gd name="T48" fmla="*/ 2069 w 462"/>
                <a:gd name="T49" fmla="*/ 964 h 39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2" h="399">
                  <a:moveTo>
                    <a:pt x="454" y="174"/>
                  </a:moveTo>
                  <a:cubicBezTo>
                    <a:pt x="454" y="174"/>
                    <a:pt x="462" y="189"/>
                    <a:pt x="447" y="208"/>
                  </a:cubicBezTo>
                  <a:cubicBezTo>
                    <a:pt x="447" y="208"/>
                    <a:pt x="446" y="266"/>
                    <a:pt x="399" y="313"/>
                  </a:cubicBezTo>
                  <a:cubicBezTo>
                    <a:pt x="387" y="340"/>
                    <a:pt x="346" y="354"/>
                    <a:pt x="346" y="354"/>
                  </a:cubicBezTo>
                  <a:cubicBezTo>
                    <a:pt x="340" y="372"/>
                    <a:pt x="284" y="383"/>
                    <a:pt x="284" y="383"/>
                  </a:cubicBezTo>
                  <a:cubicBezTo>
                    <a:pt x="274" y="395"/>
                    <a:pt x="251" y="381"/>
                    <a:pt x="251" y="381"/>
                  </a:cubicBezTo>
                  <a:cubicBezTo>
                    <a:pt x="247" y="398"/>
                    <a:pt x="221" y="389"/>
                    <a:pt x="221" y="389"/>
                  </a:cubicBezTo>
                  <a:cubicBezTo>
                    <a:pt x="194" y="399"/>
                    <a:pt x="124" y="362"/>
                    <a:pt x="124" y="362"/>
                  </a:cubicBezTo>
                  <a:cubicBezTo>
                    <a:pt x="107" y="363"/>
                    <a:pt x="63" y="317"/>
                    <a:pt x="63" y="317"/>
                  </a:cubicBezTo>
                  <a:cubicBezTo>
                    <a:pt x="63" y="317"/>
                    <a:pt x="8" y="251"/>
                    <a:pt x="24" y="243"/>
                  </a:cubicBezTo>
                  <a:cubicBezTo>
                    <a:pt x="24" y="243"/>
                    <a:pt x="0" y="217"/>
                    <a:pt x="11" y="205"/>
                  </a:cubicBezTo>
                  <a:cubicBezTo>
                    <a:pt x="11" y="205"/>
                    <a:pt x="0" y="177"/>
                    <a:pt x="3" y="172"/>
                  </a:cubicBezTo>
                  <a:cubicBezTo>
                    <a:pt x="3" y="172"/>
                    <a:pt x="2" y="87"/>
                    <a:pt x="23" y="83"/>
                  </a:cubicBezTo>
                  <a:cubicBezTo>
                    <a:pt x="23" y="83"/>
                    <a:pt x="28" y="40"/>
                    <a:pt x="44" y="47"/>
                  </a:cubicBezTo>
                  <a:cubicBezTo>
                    <a:pt x="44" y="47"/>
                    <a:pt x="52" y="21"/>
                    <a:pt x="63" y="11"/>
                  </a:cubicBezTo>
                  <a:cubicBezTo>
                    <a:pt x="63" y="11"/>
                    <a:pt x="57" y="52"/>
                    <a:pt x="113" y="21"/>
                  </a:cubicBezTo>
                  <a:cubicBezTo>
                    <a:pt x="113" y="21"/>
                    <a:pt x="146" y="30"/>
                    <a:pt x="158" y="11"/>
                  </a:cubicBezTo>
                  <a:cubicBezTo>
                    <a:pt x="158" y="11"/>
                    <a:pt x="182" y="21"/>
                    <a:pt x="189" y="4"/>
                  </a:cubicBezTo>
                  <a:cubicBezTo>
                    <a:pt x="189" y="4"/>
                    <a:pt x="230" y="18"/>
                    <a:pt x="240" y="0"/>
                  </a:cubicBezTo>
                  <a:cubicBezTo>
                    <a:pt x="240" y="0"/>
                    <a:pt x="268" y="21"/>
                    <a:pt x="296" y="11"/>
                  </a:cubicBezTo>
                  <a:cubicBezTo>
                    <a:pt x="296" y="11"/>
                    <a:pt x="311" y="29"/>
                    <a:pt x="328" y="20"/>
                  </a:cubicBezTo>
                  <a:cubicBezTo>
                    <a:pt x="328" y="20"/>
                    <a:pt x="354" y="48"/>
                    <a:pt x="371" y="31"/>
                  </a:cubicBezTo>
                  <a:cubicBezTo>
                    <a:pt x="371" y="31"/>
                    <a:pt x="412" y="39"/>
                    <a:pt x="397" y="15"/>
                  </a:cubicBezTo>
                  <a:cubicBezTo>
                    <a:pt x="397" y="15"/>
                    <a:pt x="430" y="41"/>
                    <a:pt x="426" y="67"/>
                  </a:cubicBezTo>
                  <a:cubicBezTo>
                    <a:pt x="426" y="67"/>
                    <a:pt x="462" y="101"/>
                    <a:pt x="454" y="174"/>
                  </a:cubicBezTo>
                  <a:close/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9" name="Text Box 2122">
            <a:extLst>
              <a:ext uri="{FF2B5EF4-FFF2-40B4-BE49-F238E27FC236}">
                <a16:creationId xmlns:a16="http://schemas.microsoft.com/office/drawing/2014/main" id="{5F2C7BEB-BF3B-4411-8966-2B6DB8C13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0075" y="5840413"/>
            <a:ext cx="1189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Obstruction :</a:t>
            </a:r>
          </a:p>
        </p:txBody>
      </p:sp>
      <p:sp>
        <p:nvSpPr>
          <p:cNvPr id="12300" name="Text Box 2123">
            <a:extLst>
              <a:ext uri="{FF2B5EF4-FFF2-40B4-BE49-F238E27FC236}">
                <a16:creationId xmlns:a16="http://schemas.microsoft.com/office/drawing/2014/main" id="{F5C20128-17C7-4293-802C-3501782C2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5810250"/>
            <a:ext cx="5349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0 %</a:t>
            </a:r>
          </a:p>
        </p:txBody>
      </p:sp>
      <p:sp>
        <p:nvSpPr>
          <p:cNvPr id="12301" name="Text Box 2124">
            <a:extLst>
              <a:ext uri="{FF2B5EF4-FFF2-40B4-BE49-F238E27FC236}">
                <a16:creationId xmlns:a16="http://schemas.microsoft.com/office/drawing/2014/main" id="{63FCC5DF-3435-4880-ADEB-0E7177E4D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5829300"/>
            <a:ext cx="6477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30 %</a:t>
            </a:r>
          </a:p>
        </p:txBody>
      </p:sp>
      <p:sp>
        <p:nvSpPr>
          <p:cNvPr id="12302" name="Text Box 2125">
            <a:extLst>
              <a:ext uri="{FF2B5EF4-FFF2-40B4-BE49-F238E27FC236}">
                <a16:creationId xmlns:a16="http://schemas.microsoft.com/office/drawing/2014/main" id="{80E710AB-46FE-4E10-97B0-4288F14D3F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4175" y="5829300"/>
            <a:ext cx="6477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65 %</a:t>
            </a:r>
          </a:p>
        </p:txBody>
      </p:sp>
      <p:sp>
        <p:nvSpPr>
          <p:cNvPr id="12303" name="Text Box 2126">
            <a:extLst>
              <a:ext uri="{FF2B5EF4-FFF2-40B4-BE49-F238E27FC236}">
                <a16:creationId xmlns:a16="http://schemas.microsoft.com/office/drawing/2014/main" id="{8AEC15B1-4825-4EB8-9835-856CA17E4D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8225" y="5819775"/>
            <a:ext cx="6477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90 %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4C4362C1-859B-44C5-B7AE-1398E23E153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Atheroma (4)</a:t>
            </a:r>
          </a:p>
        </p:txBody>
      </p:sp>
      <p:grpSp>
        <p:nvGrpSpPr>
          <p:cNvPr id="40962" name="normal-artery-wall-cross-section">
            <a:extLst>
              <a:ext uri="{FF2B5EF4-FFF2-40B4-BE49-F238E27FC236}">
                <a16:creationId xmlns:a16="http://schemas.microsoft.com/office/drawing/2014/main" id="{8B240296-4AD2-4646-98E7-642A7C0C60D7}"/>
              </a:ext>
            </a:extLst>
          </p:cNvPr>
          <p:cNvGrpSpPr>
            <a:grpSpLocks/>
          </p:cNvGrpSpPr>
          <p:nvPr/>
        </p:nvGrpSpPr>
        <p:grpSpPr bwMode="auto">
          <a:xfrm>
            <a:off x="2519363" y="4157663"/>
            <a:ext cx="1471612" cy="1566862"/>
            <a:chOff x="627" y="2258"/>
            <a:chExt cx="927" cy="987"/>
          </a:xfrm>
        </p:grpSpPr>
        <p:grpSp>
          <p:nvGrpSpPr>
            <p:cNvPr id="105277" name="Group 4">
              <a:extLst>
                <a:ext uri="{FF2B5EF4-FFF2-40B4-BE49-F238E27FC236}">
                  <a16:creationId xmlns:a16="http://schemas.microsoft.com/office/drawing/2014/main" id="{3787D090-D326-4F55-9695-7C15BA90EB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" y="2258"/>
              <a:ext cx="925" cy="987"/>
              <a:chOff x="627" y="2258"/>
              <a:chExt cx="925" cy="987"/>
            </a:xfrm>
          </p:grpSpPr>
          <p:sp>
            <p:nvSpPr>
              <p:cNvPr id="105371" name="Oval 5">
                <a:extLst>
                  <a:ext uri="{FF2B5EF4-FFF2-40B4-BE49-F238E27FC236}">
                    <a16:creationId xmlns:a16="http://schemas.microsoft.com/office/drawing/2014/main" id="{59F28459-FF53-4C3E-9609-251F78F14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" y="2312"/>
                <a:ext cx="815" cy="870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5372" name="Freeform 6">
                <a:extLst>
                  <a:ext uri="{FF2B5EF4-FFF2-40B4-BE49-F238E27FC236}">
                    <a16:creationId xmlns:a16="http://schemas.microsoft.com/office/drawing/2014/main" id="{BBB1B74B-E8C7-4410-844C-C48D59F26A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9" y="2272"/>
                <a:ext cx="900" cy="960"/>
              </a:xfrm>
              <a:custGeom>
                <a:avLst/>
                <a:gdLst>
                  <a:gd name="T0" fmla="*/ 1197 w 552"/>
                  <a:gd name="T1" fmla="*/ 0 h 552"/>
                  <a:gd name="T2" fmla="*/ 0 w 552"/>
                  <a:gd name="T3" fmla="*/ 1452 h 552"/>
                  <a:gd name="T4" fmla="*/ 1197 w 552"/>
                  <a:gd name="T5" fmla="*/ 2904 h 552"/>
                  <a:gd name="T6" fmla="*/ 2392 w 552"/>
                  <a:gd name="T7" fmla="*/ 1452 h 552"/>
                  <a:gd name="T8" fmla="*/ 1197 w 552"/>
                  <a:gd name="T9" fmla="*/ 0 h 552"/>
                  <a:gd name="T10" fmla="*/ 1197 w 552"/>
                  <a:gd name="T11" fmla="*/ 2603 h 552"/>
                  <a:gd name="T12" fmla="*/ 248 w 552"/>
                  <a:gd name="T13" fmla="*/ 1452 h 552"/>
                  <a:gd name="T14" fmla="*/ 1197 w 552"/>
                  <a:gd name="T15" fmla="*/ 294 h 552"/>
                  <a:gd name="T16" fmla="*/ 2151 w 552"/>
                  <a:gd name="T17" fmla="*/ 1452 h 552"/>
                  <a:gd name="T18" fmla="*/ 1197 w 552"/>
                  <a:gd name="T19" fmla="*/ 2603 h 5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3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9" y="552"/>
                      <a:pt x="552" y="428"/>
                      <a:pt x="552" y="276"/>
                    </a:cubicBezTo>
                    <a:cubicBezTo>
                      <a:pt x="552" y="123"/>
                      <a:pt x="429" y="0"/>
                      <a:pt x="276" y="0"/>
                    </a:cubicBezTo>
                    <a:close/>
                    <a:moveTo>
                      <a:pt x="276" y="495"/>
                    </a:moveTo>
                    <a:cubicBezTo>
                      <a:pt x="155" y="495"/>
                      <a:pt x="57" y="397"/>
                      <a:pt x="57" y="276"/>
                    </a:cubicBezTo>
                    <a:cubicBezTo>
                      <a:pt x="57" y="155"/>
                      <a:pt x="155" y="56"/>
                      <a:pt x="276" y="56"/>
                    </a:cubicBezTo>
                    <a:cubicBezTo>
                      <a:pt x="398" y="56"/>
                      <a:pt x="496" y="155"/>
                      <a:pt x="496" y="276"/>
                    </a:cubicBezTo>
                    <a:cubicBezTo>
                      <a:pt x="496" y="397"/>
                      <a:pt x="398" y="495"/>
                      <a:pt x="276" y="495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73" name="Freeform 7">
                <a:extLst>
                  <a:ext uri="{FF2B5EF4-FFF2-40B4-BE49-F238E27FC236}">
                    <a16:creationId xmlns:a16="http://schemas.microsoft.com/office/drawing/2014/main" id="{54EB1071-6DF0-4FAA-ABE0-D06ADF33CF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1" y="2317"/>
                <a:ext cx="816" cy="870"/>
              </a:xfrm>
              <a:custGeom>
                <a:avLst/>
                <a:gdLst>
                  <a:gd name="T0" fmla="*/ 1087 w 500"/>
                  <a:gd name="T1" fmla="*/ 0 h 500"/>
                  <a:gd name="T2" fmla="*/ 0 w 500"/>
                  <a:gd name="T3" fmla="*/ 1317 h 500"/>
                  <a:gd name="T4" fmla="*/ 1087 w 500"/>
                  <a:gd name="T5" fmla="*/ 2634 h 500"/>
                  <a:gd name="T6" fmla="*/ 2174 w 500"/>
                  <a:gd name="T7" fmla="*/ 1317 h 500"/>
                  <a:gd name="T8" fmla="*/ 1087 w 500"/>
                  <a:gd name="T9" fmla="*/ 0 h 500"/>
                  <a:gd name="T10" fmla="*/ 1087 w 500"/>
                  <a:gd name="T11" fmla="*/ 2533 h 500"/>
                  <a:gd name="T12" fmla="*/ 83 w 500"/>
                  <a:gd name="T13" fmla="*/ 1317 h 500"/>
                  <a:gd name="T14" fmla="*/ 1087 w 500"/>
                  <a:gd name="T15" fmla="*/ 94 h 500"/>
                  <a:gd name="T16" fmla="*/ 2095 w 500"/>
                  <a:gd name="T17" fmla="*/ 1317 h 500"/>
                  <a:gd name="T18" fmla="*/ 1087 w 500"/>
                  <a:gd name="T19" fmla="*/ 2533 h 5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0" h="500">
                    <a:moveTo>
                      <a:pt x="250" y="0"/>
                    </a:moveTo>
                    <a:cubicBezTo>
                      <a:pt x="112" y="0"/>
                      <a:pt x="0" y="112"/>
                      <a:pt x="0" y="250"/>
                    </a:cubicBezTo>
                    <a:cubicBezTo>
                      <a:pt x="0" y="388"/>
                      <a:pt x="112" y="500"/>
                      <a:pt x="250" y="500"/>
                    </a:cubicBezTo>
                    <a:cubicBezTo>
                      <a:pt x="388" y="500"/>
                      <a:pt x="500" y="388"/>
                      <a:pt x="500" y="250"/>
                    </a:cubicBezTo>
                    <a:cubicBezTo>
                      <a:pt x="500" y="112"/>
                      <a:pt x="388" y="0"/>
                      <a:pt x="250" y="0"/>
                    </a:cubicBezTo>
                    <a:close/>
                    <a:moveTo>
                      <a:pt x="250" y="481"/>
                    </a:moveTo>
                    <a:cubicBezTo>
                      <a:pt x="123" y="481"/>
                      <a:pt x="19" y="378"/>
                      <a:pt x="19" y="250"/>
                    </a:cubicBezTo>
                    <a:cubicBezTo>
                      <a:pt x="19" y="122"/>
                      <a:pt x="123" y="18"/>
                      <a:pt x="250" y="18"/>
                    </a:cubicBezTo>
                    <a:cubicBezTo>
                      <a:pt x="378" y="18"/>
                      <a:pt x="482" y="122"/>
                      <a:pt x="482" y="250"/>
                    </a:cubicBezTo>
                    <a:cubicBezTo>
                      <a:pt x="482" y="378"/>
                      <a:pt x="378" y="481"/>
                      <a:pt x="250" y="481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74" name="Freeform 8">
                <a:extLst>
                  <a:ext uri="{FF2B5EF4-FFF2-40B4-BE49-F238E27FC236}">
                    <a16:creationId xmlns:a16="http://schemas.microsoft.com/office/drawing/2014/main" id="{8B1D5A0D-0658-429F-BD4D-17716CFF12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7" y="2258"/>
                <a:ext cx="925" cy="987"/>
              </a:xfrm>
              <a:custGeom>
                <a:avLst/>
                <a:gdLst>
                  <a:gd name="T0" fmla="*/ 1230 w 567"/>
                  <a:gd name="T1" fmla="*/ 0 h 567"/>
                  <a:gd name="T2" fmla="*/ 0 w 567"/>
                  <a:gd name="T3" fmla="*/ 1497 h 567"/>
                  <a:gd name="T4" fmla="*/ 1230 w 567"/>
                  <a:gd name="T5" fmla="*/ 2991 h 567"/>
                  <a:gd name="T6" fmla="*/ 2462 w 567"/>
                  <a:gd name="T7" fmla="*/ 1497 h 567"/>
                  <a:gd name="T8" fmla="*/ 1230 w 567"/>
                  <a:gd name="T9" fmla="*/ 0 h 567"/>
                  <a:gd name="T10" fmla="*/ 1230 w 567"/>
                  <a:gd name="T11" fmla="*/ 2818 h 567"/>
                  <a:gd name="T12" fmla="*/ 144 w 567"/>
                  <a:gd name="T13" fmla="*/ 1497 h 567"/>
                  <a:gd name="T14" fmla="*/ 1230 w 567"/>
                  <a:gd name="T15" fmla="*/ 179 h 567"/>
                  <a:gd name="T16" fmla="*/ 2315 w 567"/>
                  <a:gd name="T17" fmla="*/ 1497 h 567"/>
                  <a:gd name="T18" fmla="*/ 1230 w 567"/>
                  <a:gd name="T19" fmla="*/ 2818 h 5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7" h="567">
                    <a:moveTo>
                      <a:pt x="283" y="0"/>
                    </a:moveTo>
                    <a:cubicBezTo>
                      <a:pt x="127" y="0"/>
                      <a:pt x="0" y="127"/>
                      <a:pt x="0" y="284"/>
                    </a:cubicBezTo>
                    <a:cubicBezTo>
                      <a:pt x="0" y="440"/>
                      <a:pt x="127" y="567"/>
                      <a:pt x="283" y="567"/>
                    </a:cubicBezTo>
                    <a:cubicBezTo>
                      <a:pt x="440" y="567"/>
                      <a:pt x="567" y="440"/>
                      <a:pt x="567" y="284"/>
                    </a:cubicBezTo>
                    <a:cubicBezTo>
                      <a:pt x="567" y="127"/>
                      <a:pt x="440" y="0"/>
                      <a:pt x="283" y="0"/>
                    </a:cubicBezTo>
                    <a:close/>
                    <a:moveTo>
                      <a:pt x="283" y="534"/>
                    </a:moveTo>
                    <a:cubicBezTo>
                      <a:pt x="145" y="534"/>
                      <a:pt x="33" y="422"/>
                      <a:pt x="33" y="284"/>
                    </a:cubicBezTo>
                    <a:cubicBezTo>
                      <a:pt x="33" y="146"/>
                      <a:pt x="145" y="34"/>
                      <a:pt x="283" y="34"/>
                    </a:cubicBezTo>
                    <a:cubicBezTo>
                      <a:pt x="421" y="34"/>
                      <a:pt x="533" y="146"/>
                      <a:pt x="533" y="284"/>
                    </a:cubicBezTo>
                    <a:cubicBezTo>
                      <a:pt x="533" y="422"/>
                      <a:pt x="421" y="534"/>
                      <a:pt x="283" y="534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75" name="Freeform 9">
                <a:extLst>
                  <a:ext uri="{FF2B5EF4-FFF2-40B4-BE49-F238E27FC236}">
                    <a16:creationId xmlns:a16="http://schemas.microsoft.com/office/drawing/2014/main" id="{00055945-7F20-4DA1-A1B3-07D28DBDF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326"/>
                <a:ext cx="417" cy="800"/>
              </a:xfrm>
              <a:custGeom>
                <a:avLst/>
                <a:gdLst>
                  <a:gd name="T0" fmla="*/ 1106 w 256"/>
                  <a:gd name="T1" fmla="*/ 78 h 460"/>
                  <a:gd name="T2" fmla="*/ 1016 w 256"/>
                  <a:gd name="T3" fmla="*/ 16 h 460"/>
                  <a:gd name="T4" fmla="*/ 920 w 256"/>
                  <a:gd name="T5" fmla="*/ 21 h 460"/>
                  <a:gd name="T6" fmla="*/ 873 w 256"/>
                  <a:gd name="T7" fmla="*/ 52 h 460"/>
                  <a:gd name="T8" fmla="*/ 852 w 256"/>
                  <a:gd name="T9" fmla="*/ 73 h 460"/>
                  <a:gd name="T10" fmla="*/ 832 w 256"/>
                  <a:gd name="T11" fmla="*/ 90 h 460"/>
                  <a:gd name="T12" fmla="*/ 798 w 256"/>
                  <a:gd name="T13" fmla="*/ 73 h 460"/>
                  <a:gd name="T14" fmla="*/ 735 w 256"/>
                  <a:gd name="T15" fmla="*/ 78 h 460"/>
                  <a:gd name="T16" fmla="*/ 653 w 256"/>
                  <a:gd name="T17" fmla="*/ 143 h 460"/>
                  <a:gd name="T18" fmla="*/ 619 w 256"/>
                  <a:gd name="T19" fmla="*/ 163 h 460"/>
                  <a:gd name="T20" fmla="*/ 518 w 256"/>
                  <a:gd name="T21" fmla="*/ 169 h 460"/>
                  <a:gd name="T22" fmla="*/ 446 w 256"/>
                  <a:gd name="T23" fmla="*/ 214 h 460"/>
                  <a:gd name="T24" fmla="*/ 393 w 256"/>
                  <a:gd name="T25" fmla="*/ 332 h 460"/>
                  <a:gd name="T26" fmla="*/ 355 w 256"/>
                  <a:gd name="T27" fmla="*/ 343 h 460"/>
                  <a:gd name="T28" fmla="*/ 308 w 256"/>
                  <a:gd name="T29" fmla="*/ 377 h 460"/>
                  <a:gd name="T30" fmla="*/ 212 w 256"/>
                  <a:gd name="T31" fmla="*/ 553 h 460"/>
                  <a:gd name="T32" fmla="*/ 191 w 256"/>
                  <a:gd name="T33" fmla="*/ 577 h 460"/>
                  <a:gd name="T34" fmla="*/ 143 w 256"/>
                  <a:gd name="T35" fmla="*/ 614 h 460"/>
                  <a:gd name="T36" fmla="*/ 96 w 256"/>
                  <a:gd name="T37" fmla="*/ 720 h 460"/>
                  <a:gd name="T38" fmla="*/ 77 w 256"/>
                  <a:gd name="T39" fmla="*/ 847 h 460"/>
                  <a:gd name="T40" fmla="*/ 29 w 256"/>
                  <a:gd name="T41" fmla="*/ 962 h 460"/>
                  <a:gd name="T42" fmla="*/ 29 w 256"/>
                  <a:gd name="T43" fmla="*/ 1073 h 460"/>
                  <a:gd name="T44" fmla="*/ 5 w 256"/>
                  <a:gd name="T45" fmla="*/ 1237 h 460"/>
                  <a:gd name="T46" fmla="*/ 5 w 256"/>
                  <a:gd name="T47" fmla="*/ 1325 h 460"/>
                  <a:gd name="T48" fmla="*/ 21 w 256"/>
                  <a:gd name="T49" fmla="*/ 1403 h 460"/>
                  <a:gd name="T50" fmla="*/ 18 w 256"/>
                  <a:gd name="T51" fmla="*/ 1603 h 460"/>
                  <a:gd name="T52" fmla="*/ 47 w 256"/>
                  <a:gd name="T53" fmla="*/ 1678 h 460"/>
                  <a:gd name="T54" fmla="*/ 81 w 256"/>
                  <a:gd name="T55" fmla="*/ 1730 h 460"/>
                  <a:gd name="T56" fmla="*/ 104 w 256"/>
                  <a:gd name="T57" fmla="*/ 1805 h 460"/>
                  <a:gd name="T58" fmla="*/ 156 w 256"/>
                  <a:gd name="T59" fmla="*/ 1951 h 460"/>
                  <a:gd name="T60" fmla="*/ 225 w 256"/>
                  <a:gd name="T61" fmla="*/ 2047 h 460"/>
                  <a:gd name="T62" fmla="*/ 287 w 256"/>
                  <a:gd name="T63" fmla="*/ 2172 h 460"/>
                  <a:gd name="T64" fmla="*/ 342 w 256"/>
                  <a:gd name="T65" fmla="*/ 2230 h 460"/>
                  <a:gd name="T66" fmla="*/ 410 w 256"/>
                  <a:gd name="T67" fmla="*/ 2268 h 460"/>
                  <a:gd name="T68" fmla="*/ 481 w 256"/>
                  <a:gd name="T69" fmla="*/ 2369 h 460"/>
                  <a:gd name="T70" fmla="*/ 554 w 256"/>
                  <a:gd name="T71" fmla="*/ 2410 h 460"/>
                  <a:gd name="T72" fmla="*/ 645 w 256"/>
                  <a:gd name="T73" fmla="*/ 2419 h 46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56" h="460">
                    <a:moveTo>
                      <a:pt x="256" y="15"/>
                    </a:moveTo>
                    <a:cubicBezTo>
                      <a:pt x="252" y="8"/>
                      <a:pt x="242" y="5"/>
                      <a:pt x="235" y="3"/>
                    </a:cubicBezTo>
                    <a:cubicBezTo>
                      <a:pt x="227" y="0"/>
                      <a:pt x="221" y="1"/>
                      <a:pt x="213" y="4"/>
                    </a:cubicBezTo>
                    <a:cubicBezTo>
                      <a:pt x="209" y="6"/>
                      <a:pt x="206" y="7"/>
                      <a:pt x="202" y="10"/>
                    </a:cubicBezTo>
                    <a:cubicBezTo>
                      <a:pt x="201" y="11"/>
                      <a:pt x="199" y="12"/>
                      <a:pt x="197" y="14"/>
                    </a:cubicBezTo>
                    <a:cubicBezTo>
                      <a:pt x="196" y="15"/>
                      <a:pt x="195" y="17"/>
                      <a:pt x="193" y="17"/>
                    </a:cubicBezTo>
                    <a:cubicBezTo>
                      <a:pt x="190" y="18"/>
                      <a:pt x="187" y="15"/>
                      <a:pt x="185" y="14"/>
                    </a:cubicBezTo>
                    <a:cubicBezTo>
                      <a:pt x="180" y="12"/>
                      <a:pt x="175" y="14"/>
                      <a:pt x="170" y="15"/>
                    </a:cubicBezTo>
                    <a:cubicBezTo>
                      <a:pt x="164" y="18"/>
                      <a:pt x="157" y="23"/>
                      <a:pt x="151" y="27"/>
                    </a:cubicBezTo>
                    <a:cubicBezTo>
                      <a:pt x="148" y="29"/>
                      <a:pt x="146" y="31"/>
                      <a:pt x="143" y="31"/>
                    </a:cubicBezTo>
                    <a:cubicBezTo>
                      <a:pt x="135" y="31"/>
                      <a:pt x="128" y="31"/>
                      <a:pt x="120" y="32"/>
                    </a:cubicBezTo>
                    <a:cubicBezTo>
                      <a:pt x="112" y="33"/>
                      <a:pt x="108" y="35"/>
                      <a:pt x="103" y="41"/>
                    </a:cubicBezTo>
                    <a:cubicBezTo>
                      <a:pt x="99" y="48"/>
                      <a:pt x="98" y="59"/>
                      <a:pt x="91" y="63"/>
                    </a:cubicBezTo>
                    <a:cubicBezTo>
                      <a:pt x="89" y="65"/>
                      <a:pt x="85" y="65"/>
                      <a:pt x="82" y="65"/>
                    </a:cubicBezTo>
                    <a:cubicBezTo>
                      <a:pt x="78" y="67"/>
                      <a:pt x="74" y="70"/>
                      <a:pt x="71" y="72"/>
                    </a:cubicBezTo>
                    <a:cubicBezTo>
                      <a:pt x="60" y="81"/>
                      <a:pt x="56" y="94"/>
                      <a:pt x="49" y="105"/>
                    </a:cubicBezTo>
                    <a:cubicBezTo>
                      <a:pt x="47" y="109"/>
                      <a:pt x="47" y="109"/>
                      <a:pt x="44" y="110"/>
                    </a:cubicBezTo>
                    <a:cubicBezTo>
                      <a:pt x="40" y="112"/>
                      <a:pt x="36" y="114"/>
                      <a:pt x="33" y="117"/>
                    </a:cubicBezTo>
                    <a:cubicBezTo>
                      <a:pt x="27" y="122"/>
                      <a:pt x="24" y="130"/>
                      <a:pt x="22" y="137"/>
                    </a:cubicBezTo>
                    <a:cubicBezTo>
                      <a:pt x="21" y="145"/>
                      <a:pt x="23" y="154"/>
                      <a:pt x="18" y="161"/>
                    </a:cubicBezTo>
                    <a:cubicBezTo>
                      <a:pt x="14" y="168"/>
                      <a:pt x="9" y="175"/>
                      <a:pt x="7" y="183"/>
                    </a:cubicBezTo>
                    <a:cubicBezTo>
                      <a:pt x="5" y="190"/>
                      <a:pt x="6" y="197"/>
                      <a:pt x="7" y="204"/>
                    </a:cubicBezTo>
                    <a:cubicBezTo>
                      <a:pt x="8" y="214"/>
                      <a:pt x="3" y="225"/>
                      <a:pt x="1" y="235"/>
                    </a:cubicBezTo>
                    <a:cubicBezTo>
                      <a:pt x="0" y="240"/>
                      <a:pt x="0" y="246"/>
                      <a:pt x="1" y="252"/>
                    </a:cubicBezTo>
                    <a:cubicBezTo>
                      <a:pt x="2" y="257"/>
                      <a:pt x="4" y="262"/>
                      <a:pt x="5" y="267"/>
                    </a:cubicBezTo>
                    <a:cubicBezTo>
                      <a:pt x="6" y="280"/>
                      <a:pt x="2" y="292"/>
                      <a:pt x="4" y="305"/>
                    </a:cubicBezTo>
                    <a:cubicBezTo>
                      <a:pt x="4" y="311"/>
                      <a:pt x="8" y="315"/>
                      <a:pt x="11" y="319"/>
                    </a:cubicBezTo>
                    <a:cubicBezTo>
                      <a:pt x="14" y="321"/>
                      <a:pt x="17" y="326"/>
                      <a:pt x="19" y="329"/>
                    </a:cubicBezTo>
                    <a:cubicBezTo>
                      <a:pt x="22" y="333"/>
                      <a:pt x="22" y="338"/>
                      <a:pt x="24" y="343"/>
                    </a:cubicBezTo>
                    <a:cubicBezTo>
                      <a:pt x="27" y="353"/>
                      <a:pt x="31" y="362"/>
                      <a:pt x="36" y="371"/>
                    </a:cubicBezTo>
                    <a:cubicBezTo>
                      <a:pt x="40" y="379"/>
                      <a:pt x="44" y="384"/>
                      <a:pt x="52" y="389"/>
                    </a:cubicBezTo>
                    <a:cubicBezTo>
                      <a:pt x="59" y="393"/>
                      <a:pt x="62" y="406"/>
                      <a:pt x="66" y="413"/>
                    </a:cubicBezTo>
                    <a:cubicBezTo>
                      <a:pt x="69" y="418"/>
                      <a:pt x="73" y="422"/>
                      <a:pt x="79" y="424"/>
                    </a:cubicBezTo>
                    <a:cubicBezTo>
                      <a:pt x="85" y="426"/>
                      <a:pt x="91" y="425"/>
                      <a:pt x="95" y="431"/>
                    </a:cubicBezTo>
                    <a:cubicBezTo>
                      <a:pt x="100" y="438"/>
                      <a:pt x="105" y="444"/>
                      <a:pt x="111" y="450"/>
                    </a:cubicBezTo>
                    <a:cubicBezTo>
                      <a:pt x="116" y="455"/>
                      <a:pt x="120" y="457"/>
                      <a:pt x="128" y="458"/>
                    </a:cubicBezTo>
                    <a:cubicBezTo>
                      <a:pt x="135" y="459"/>
                      <a:pt x="142" y="460"/>
                      <a:pt x="149" y="46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76" name="Freeform 10">
                <a:extLst>
                  <a:ext uri="{FF2B5EF4-FFF2-40B4-BE49-F238E27FC236}">
                    <a16:creationId xmlns:a16="http://schemas.microsoft.com/office/drawing/2014/main" id="{CE25EFA6-F109-470C-AF9E-B28A15FF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2543"/>
                <a:ext cx="29" cy="91"/>
              </a:xfrm>
              <a:custGeom>
                <a:avLst/>
                <a:gdLst>
                  <a:gd name="T0" fmla="*/ 76 w 18"/>
                  <a:gd name="T1" fmla="*/ 0 h 52"/>
                  <a:gd name="T2" fmla="*/ 42 w 18"/>
                  <a:gd name="T3" fmla="*/ 77 h 52"/>
                  <a:gd name="T4" fmla="*/ 13 w 18"/>
                  <a:gd name="T5" fmla="*/ 151 h 52"/>
                  <a:gd name="T6" fmla="*/ 0 w 18"/>
                  <a:gd name="T7" fmla="*/ 27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2">
                    <a:moveTo>
                      <a:pt x="18" y="0"/>
                    </a:moveTo>
                    <a:cubicBezTo>
                      <a:pt x="17" y="5"/>
                      <a:pt x="13" y="10"/>
                      <a:pt x="10" y="14"/>
                    </a:cubicBezTo>
                    <a:cubicBezTo>
                      <a:pt x="8" y="18"/>
                      <a:pt x="5" y="23"/>
                      <a:pt x="3" y="28"/>
                    </a:cubicBezTo>
                    <a:cubicBezTo>
                      <a:pt x="0" y="36"/>
                      <a:pt x="0" y="44"/>
                      <a:pt x="0" y="5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77" name="Freeform 11">
                <a:extLst>
                  <a:ext uri="{FF2B5EF4-FFF2-40B4-BE49-F238E27FC236}">
                    <a16:creationId xmlns:a16="http://schemas.microsoft.com/office/drawing/2014/main" id="{3B957861-65C7-4323-81EF-FF2A690A8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2648"/>
                <a:ext cx="18" cy="102"/>
              </a:xfrm>
              <a:custGeom>
                <a:avLst/>
                <a:gdLst>
                  <a:gd name="T0" fmla="*/ 47 w 11"/>
                  <a:gd name="T1" fmla="*/ 0 h 59"/>
                  <a:gd name="T2" fmla="*/ 13 w 11"/>
                  <a:gd name="T3" fmla="*/ 71 h 59"/>
                  <a:gd name="T4" fmla="*/ 0 w 11"/>
                  <a:gd name="T5" fmla="*/ 182 h 59"/>
                  <a:gd name="T6" fmla="*/ 21 w 11"/>
                  <a:gd name="T7" fmla="*/ 304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9">
                    <a:moveTo>
                      <a:pt x="11" y="0"/>
                    </a:moveTo>
                    <a:cubicBezTo>
                      <a:pt x="11" y="4"/>
                      <a:pt x="6" y="10"/>
                      <a:pt x="3" y="14"/>
                    </a:cubicBezTo>
                    <a:cubicBezTo>
                      <a:pt x="0" y="21"/>
                      <a:pt x="0" y="28"/>
                      <a:pt x="0" y="35"/>
                    </a:cubicBezTo>
                    <a:cubicBezTo>
                      <a:pt x="0" y="44"/>
                      <a:pt x="3" y="52"/>
                      <a:pt x="5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78" name="Freeform 12">
                <a:extLst>
                  <a:ext uri="{FF2B5EF4-FFF2-40B4-BE49-F238E27FC236}">
                    <a16:creationId xmlns:a16="http://schemas.microsoft.com/office/drawing/2014/main" id="{309A972C-B7B2-450B-BED7-1368F829B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2454"/>
                <a:ext cx="62" cy="81"/>
              </a:xfrm>
              <a:custGeom>
                <a:avLst/>
                <a:gdLst>
                  <a:gd name="T0" fmla="*/ 0 w 38"/>
                  <a:gd name="T1" fmla="*/ 252 h 46"/>
                  <a:gd name="T2" fmla="*/ 90 w 38"/>
                  <a:gd name="T3" fmla="*/ 37 h 46"/>
                  <a:gd name="T4" fmla="*/ 165 w 3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6">
                    <a:moveTo>
                      <a:pt x="0" y="46"/>
                    </a:moveTo>
                    <a:cubicBezTo>
                      <a:pt x="4" y="33"/>
                      <a:pt x="10" y="17"/>
                      <a:pt x="21" y="7"/>
                    </a:cubicBezTo>
                    <a:cubicBezTo>
                      <a:pt x="25" y="5"/>
                      <a:pt x="34" y="0"/>
                      <a:pt x="38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79" name="Freeform 13">
                <a:extLst>
                  <a:ext uri="{FF2B5EF4-FFF2-40B4-BE49-F238E27FC236}">
                    <a16:creationId xmlns:a16="http://schemas.microsoft.com/office/drawing/2014/main" id="{A98E5382-4CD6-43CC-A9DE-0147F4317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597"/>
                <a:ext cx="31" cy="91"/>
              </a:xfrm>
              <a:custGeom>
                <a:avLst/>
                <a:gdLst>
                  <a:gd name="T0" fmla="*/ 83 w 19"/>
                  <a:gd name="T1" fmla="*/ 0 h 52"/>
                  <a:gd name="T2" fmla="*/ 13 w 19"/>
                  <a:gd name="T3" fmla="*/ 144 h 52"/>
                  <a:gd name="T4" fmla="*/ 21 w 19"/>
                  <a:gd name="T5" fmla="*/ 27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cubicBezTo>
                      <a:pt x="13" y="9"/>
                      <a:pt x="6" y="16"/>
                      <a:pt x="3" y="27"/>
                    </a:cubicBezTo>
                    <a:cubicBezTo>
                      <a:pt x="0" y="34"/>
                      <a:pt x="1" y="45"/>
                      <a:pt x="5" y="5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0" name="Freeform 14">
                <a:extLst>
                  <a:ext uri="{FF2B5EF4-FFF2-40B4-BE49-F238E27FC236}">
                    <a16:creationId xmlns:a16="http://schemas.microsoft.com/office/drawing/2014/main" id="{6BC7F023-315F-4738-9ED6-F3D799441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488"/>
                <a:ext cx="61" cy="123"/>
              </a:xfrm>
              <a:custGeom>
                <a:avLst/>
                <a:gdLst>
                  <a:gd name="T0" fmla="*/ 167 w 37"/>
                  <a:gd name="T1" fmla="*/ 0 h 71"/>
                  <a:gd name="T2" fmla="*/ 112 w 37"/>
                  <a:gd name="T3" fmla="*/ 78 h 71"/>
                  <a:gd name="T4" fmla="*/ 49 w 37"/>
                  <a:gd name="T5" fmla="*/ 185 h 71"/>
                  <a:gd name="T6" fmla="*/ 0 w 37"/>
                  <a:gd name="T7" fmla="*/ 369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1">
                    <a:moveTo>
                      <a:pt x="37" y="0"/>
                    </a:moveTo>
                    <a:cubicBezTo>
                      <a:pt x="32" y="3"/>
                      <a:pt x="28" y="11"/>
                      <a:pt x="25" y="15"/>
                    </a:cubicBezTo>
                    <a:cubicBezTo>
                      <a:pt x="20" y="22"/>
                      <a:pt x="15" y="29"/>
                      <a:pt x="11" y="36"/>
                    </a:cubicBezTo>
                    <a:cubicBezTo>
                      <a:pt x="5" y="47"/>
                      <a:pt x="0" y="58"/>
                      <a:pt x="0" y="7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1" name="Freeform 15">
                <a:extLst>
                  <a:ext uri="{FF2B5EF4-FFF2-40B4-BE49-F238E27FC236}">
                    <a16:creationId xmlns:a16="http://schemas.microsoft.com/office/drawing/2014/main" id="{CE3B46D6-A2E9-4923-9BDB-A29B5C028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752"/>
                <a:ext cx="16" cy="101"/>
              </a:xfrm>
              <a:custGeom>
                <a:avLst/>
                <a:gdLst>
                  <a:gd name="T0" fmla="*/ 29 w 10"/>
                  <a:gd name="T1" fmla="*/ 0 h 58"/>
                  <a:gd name="T2" fmla="*/ 8 w 10"/>
                  <a:gd name="T3" fmla="*/ 185 h 58"/>
                  <a:gd name="T4" fmla="*/ 42 w 10"/>
                  <a:gd name="T5" fmla="*/ 306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8">
                    <a:moveTo>
                      <a:pt x="7" y="0"/>
                    </a:moveTo>
                    <a:cubicBezTo>
                      <a:pt x="7" y="12"/>
                      <a:pt x="0" y="23"/>
                      <a:pt x="2" y="35"/>
                    </a:cubicBezTo>
                    <a:cubicBezTo>
                      <a:pt x="3" y="43"/>
                      <a:pt x="6" y="50"/>
                      <a:pt x="10" y="5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2" name="Freeform 16">
                <a:extLst>
                  <a:ext uri="{FF2B5EF4-FFF2-40B4-BE49-F238E27FC236}">
                    <a16:creationId xmlns:a16="http://schemas.microsoft.com/office/drawing/2014/main" id="{8BF203FA-9F55-4360-B7BD-1483D8C58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865"/>
                <a:ext cx="52" cy="112"/>
              </a:xfrm>
              <a:custGeom>
                <a:avLst/>
                <a:gdLst>
                  <a:gd name="T0" fmla="*/ 138 w 32"/>
                  <a:gd name="T1" fmla="*/ 343 h 64"/>
                  <a:gd name="T2" fmla="*/ 76 w 32"/>
                  <a:gd name="T3" fmla="*/ 264 h 64"/>
                  <a:gd name="T4" fmla="*/ 21 w 32"/>
                  <a:gd name="T5" fmla="*/ 163 h 64"/>
                  <a:gd name="T6" fmla="*/ 5 w 32"/>
                  <a:gd name="T7" fmla="*/ 56 h 64"/>
                  <a:gd name="T8" fmla="*/ 0 w 32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4">
                    <a:moveTo>
                      <a:pt x="32" y="64"/>
                    </a:moveTo>
                    <a:cubicBezTo>
                      <a:pt x="27" y="60"/>
                      <a:pt x="23" y="54"/>
                      <a:pt x="18" y="49"/>
                    </a:cubicBezTo>
                    <a:cubicBezTo>
                      <a:pt x="13" y="44"/>
                      <a:pt x="8" y="38"/>
                      <a:pt x="5" y="30"/>
                    </a:cubicBezTo>
                    <a:cubicBezTo>
                      <a:pt x="3" y="24"/>
                      <a:pt x="2" y="16"/>
                      <a:pt x="1" y="10"/>
                    </a:cubicBezTo>
                    <a:cubicBezTo>
                      <a:pt x="1" y="6"/>
                      <a:pt x="0" y="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3" name="Freeform 17">
                <a:extLst>
                  <a:ext uri="{FF2B5EF4-FFF2-40B4-BE49-F238E27FC236}">
                    <a16:creationId xmlns:a16="http://schemas.microsoft.com/office/drawing/2014/main" id="{8B4E92D5-0A2F-45B8-A126-96133C0C8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2975"/>
                <a:ext cx="55" cy="80"/>
              </a:xfrm>
              <a:custGeom>
                <a:avLst/>
                <a:gdLst>
                  <a:gd name="T0" fmla="*/ 144 w 34"/>
                  <a:gd name="T1" fmla="*/ 242 h 46"/>
                  <a:gd name="T2" fmla="*/ 16 w 34"/>
                  <a:gd name="T3" fmla="*/ 122 h 46"/>
                  <a:gd name="T4" fmla="*/ 5 w 34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6">
                    <a:moveTo>
                      <a:pt x="34" y="46"/>
                    </a:moveTo>
                    <a:cubicBezTo>
                      <a:pt x="23" y="40"/>
                      <a:pt x="11" y="35"/>
                      <a:pt x="4" y="23"/>
                    </a:cubicBezTo>
                    <a:cubicBezTo>
                      <a:pt x="0" y="16"/>
                      <a:pt x="0" y="7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4" name="Freeform 18">
                <a:extLst>
                  <a:ext uri="{FF2B5EF4-FFF2-40B4-BE49-F238E27FC236}">
                    <a16:creationId xmlns:a16="http://schemas.microsoft.com/office/drawing/2014/main" id="{8F89F354-51B9-464C-AAAB-2677F5D2A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3062"/>
                <a:ext cx="67" cy="55"/>
              </a:xfrm>
              <a:custGeom>
                <a:avLst/>
                <a:gdLst>
                  <a:gd name="T0" fmla="*/ 178 w 41"/>
                  <a:gd name="T1" fmla="*/ 163 h 32"/>
                  <a:gd name="T2" fmla="*/ 47 w 41"/>
                  <a:gd name="T3" fmla="*/ 83 h 32"/>
                  <a:gd name="T4" fmla="*/ 0 w 4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2">
                    <a:moveTo>
                      <a:pt x="41" y="32"/>
                    </a:moveTo>
                    <a:cubicBezTo>
                      <a:pt x="28" y="32"/>
                      <a:pt x="18" y="26"/>
                      <a:pt x="11" y="16"/>
                    </a:cubicBezTo>
                    <a:cubicBezTo>
                      <a:pt x="7" y="11"/>
                      <a:pt x="4" y="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5" name="Freeform 19">
                <a:extLst>
                  <a:ext uri="{FF2B5EF4-FFF2-40B4-BE49-F238E27FC236}">
                    <a16:creationId xmlns:a16="http://schemas.microsoft.com/office/drawing/2014/main" id="{DE273DE5-CEC4-4E44-AE38-66BD44717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2688"/>
                <a:ext cx="18" cy="116"/>
              </a:xfrm>
              <a:custGeom>
                <a:avLst/>
                <a:gdLst>
                  <a:gd name="T0" fmla="*/ 47 w 11"/>
                  <a:gd name="T1" fmla="*/ 0 h 67"/>
                  <a:gd name="T2" fmla="*/ 29 w 11"/>
                  <a:gd name="T3" fmla="*/ 50 h 67"/>
                  <a:gd name="T4" fmla="*/ 13 w 11"/>
                  <a:gd name="T5" fmla="*/ 114 h 67"/>
                  <a:gd name="T6" fmla="*/ 5 w 11"/>
                  <a:gd name="T7" fmla="*/ 192 h 67"/>
                  <a:gd name="T8" fmla="*/ 41 w 11"/>
                  <a:gd name="T9" fmla="*/ 34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7">
                    <a:moveTo>
                      <a:pt x="11" y="0"/>
                    </a:moveTo>
                    <a:cubicBezTo>
                      <a:pt x="8" y="2"/>
                      <a:pt x="8" y="7"/>
                      <a:pt x="7" y="10"/>
                    </a:cubicBezTo>
                    <a:cubicBezTo>
                      <a:pt x="6" y="14"/>
                      <a:pt x="4" y="18"/>
                      <a:pt x="3" y="22"/>
                    </a:cubicBezTo>
                    <a:cubicBezTo>
                      <a:pt x="2" y="27"/>
                      <a:pt x="1" y="32"/>
                      <a:pt x="1" y="37"/>
                    </a:cubicBezTo>
                    <a:cubicBezTo>
                      <a:pt x="0" y="48"/>
                      <a:pt x="4" y="58"/>
                      <a:pt x="9" y="6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6" name="Freeform 20">
                <a:extLst>
                  <a:ext uri="{FF2B5EF4-FFF2-40B4-BE49-F238E27FC236}">
                    <a16:creationId xmlns:a16="http://schemas.microsoft.com/office/drawing/2014/main" id="{4EF47D88-A751-4DC1-8C60-5F928049A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813"/>
                <a:ext cx="28" cy="99"/>
              </a:xfrm>
              <a:custGeom>
                <a:avLst/>
                <a:gdLst>
                  <a:gd name="T0" fmla="*/ 76 w 17"/>
                  <a:gd name="T1" fmla="*/ 299 h 57"/>
                  <a:gd name="T2" fmla="*/ 33 w 17"/>
                  <a:gd name="T3" fmla="*/ 214 h 57"/>
                  <a:gd name="T4" fmla="*/ 8 w 17"/>
                  <a:gd name="T5" fmla="*/ 135 h 57"/>
                  <a:gd name="T6" fmla="*/ 13 w 17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7">
                    <a:moveTo>
                      <a:pt x="17" y="57"/>
                    </a:moveTo>
                    <a:cubicBezTo>
                      <a:pt x="15" y="51"/>
                      <a:pt x="10" y="47"/>
                      <a:pt x="7" y="41"/>
                    </a:cubicBezTo>
                    <a:cubicBezTo>
                      <a:pt x="5" y="36"/>
                      <a:pt x="3" y="31"/>
                      <a:pt x="2" y="26"/>
                    </a:cubicBezTo>
                    <a:cubicBezTo>
                      <a:pt x="1" y="18"/>
                      <a:pt x="0" y="7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7" name="Freeform 21">
                <a:extLst>
                  <a:ext uri="{FF2B5EF4-FFF2-40B4-BE49-F238E27FC236}">
                    <a16:creationId xmlns:a16="http://schemas.microsoft.com/office/drawing/2014/main" id="{8043E95B-CBD7-4C32-9F3B-BF9E2F8E7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930"/>
                <a:ext cx="42" cy="74"/>
              </a:xfrm>
              <a:custGeom>
                <a:avLst/>
                <a:gdLst>
                  <a:gd name="T0" fmla="*/ 0 w 26"/>
                  <a:gd name="T1" fmla="*/ 0 h 43"/>
                  <a:gd name="T2" fmla="*/ 21 w 26"/>
                  <a:gd name="T3" fmla="*/ 77 h 43"/>
                  <a:gd name="T4" fmla="*/ 47 w 26"/>
                  <a:gd name="T5" fmla="*/ 136 h 43"/>
                  <a:gd name="T6" fmla="*/ 110 w 26"/>
                  <a:gd name="T7" fmla="*/ 219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3">
                    <a:moveTo>
                      <a:pt x="0" y="0"/>
                    </a:moveTo>
                    <a:cubicBezTo>
                      <a:pt x="3" y="3"/>
                      <a:pt x="3" y="11"/>
                      <a:pt x="5" y="15"/>
                    </a:cubicBezTo>
                    <a:cubicBezTo>
                      <a:pt x="6" y="20"/>
                      <a:pt x="8" y="24"/>
                      <a:pt x="11" y="27"/>
                    </a:cubicBezTo>
                    <a:cubicBezTo>
                      <a:pt x="15" y="33"/>
                      <a:pt x="21" y="37"/>
                      <a:pt x="26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8" name="Freeform 22">
                <a:extLst>
                  <a:ext uri="{FF2B5EF4-FFF2-40B4-BE49-F238E27FC236}">
                    <a16:creationId xmlns:a16="http://schemas.microsoft.com/office/drawing/2014/main" id="{A33CBE44-392C-49D3-8BB8-DF77941CA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3032"/>
                <a:ext cx="66" cy="59"/>
              </a:xfrm>
              <a:custGeom>
                <a:avLst/>
                <a:gdLst>
                  <a:gd name="T0" fmla="*/ 0 w 40"/>
                  <a:gd name="T1" fmla="*/ 0 h 34"/>
                  <a:gd name="T2" fmla="*/ 84 w 40"/>
                  <a:gd name="T3" fmla="*/ 106 h 34"/>
                  <a:gd name="T4" fmla="*/ 137 w 40"/>
                  <a:gd name="T5" fmla="*/ 163 h 34"/>
                  <a:gd name="T6" fmla="*/ 180 w 40"/>
                  <a:gd name="T7" fmla="*/ 17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34">
                    <a:moveTo>
                      <a:pt x="0" y="0"/>
                    </a:moveTo>
                    <a:cubicBezTo>
                      <a:pt x="6" y="8"/>
                      <a:pt x="12" y="14"/>
                      <a:pt x="19" y="20"/>
                    </a:cubicBezTo>
                    <a:cubicBezTo>
                      <a:pt x="23" y="23"/>
                      <a:pt x="26" y="28"/>
                      <a:pt x="30" y="31"/>
                    </a:cubicBezTo>
                    <a:cubicBezTo>
                      <a:pt x="33" y="32"/>
                      <a:pt x="37" y="32"/>
                      <a:pt x="40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9" name="Freeform 23">
                <a:extLst>
                  <a:ext uri="{FF2B5EF4-FFF2-40B4-BE49-F238E27FC236}">
                    <a16:creationId xmlns:a16="http://schemas.microsoft.com/office/drawing/2014/main" id="{09D968DC-2721-4484-A56C-93E1C3474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388"/>
                <a:ext cx="57" cy="60"/>
              </a:xfrm>
              <a:custGeom>
                <a:avLst/>
                <a:gdLst>
                  <a:gd name="T0" fmla="*/ 151 w 35"/>
                  <a:gd name="T1" fmla="*/ 7 h 34"/>
                  <a:gd name="T2" fmla="*/ 104 w 35"/>
                  <a:gd name="T3" fmla="*/ 37 h 34"/>
                  <a:gd name="T4" fmla="*/ 54 w 35"/>
                  <a:gd name="T5" fmla="*/ 86 h 34"/>
                  <a:gd name="T6" fmla="*/ 0 w 35"/>
                  <a:gd name="T7" fmla="*/ 18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4">
                    <a:moveTo>
                      <a:pt x="35" y="1"/>
                    </a:moveTo>
                    <a:cubicBezTo>
                      <a:pt x="32" y="0"/>
                      <a:pt x="26" y="5"/>
                      <a:pt x="24" y="7"/>
                    </a:cubicBezTo>
                    <a:cubicBezTo>
                      <a:pt x="19" y="9"/>
                      <a:pt x="16" y="12"/>
                      <a:pt x="12" y="16"/>
                    </a:cubicBezTo>
                    <a:cubicBezTo>
                      <a:pt x="6" y="21"/>
                      <a:pt x="3" y="27"/>
                      <a:pt x="0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90" name="Freeform 24">
                <a:extLst>
                  <a:ext uri="{FF2B5EF4-FFF2-40B4-BE49-F238E27FC236}">
                    <a16:creationId xmlns:a16="http://schemas.microsoft.com/office/drawing/2014/main" id="{A9A93A75-1E31-4968-963A-2B0B51873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348"/>
                <a:ext cx="86" cy="33"/>
              </a:xfrm>
              <a:custGeom>
                <a:avLst/>
                <a:gdLst>
                  <a:gd name="T0" fmla="*/ 227 w 53"/>
                  <a:gd name="T1" fmla="*/ 5 h 19"/>
                  <a:gd name="T2" fmla="*/ 76 w 53"/>
                  <a:gd name="T3" fmla="*/ 30 h 19"/>
                  <a:gd name="T4" fmla="*/ 26 w 53"/>
                  <a:gd name="T5" fmla="*/ 73 h 19"/>
                  <a:gd name="T6" fmla="*/ 0 w 53"/>
                  <a:gd name="T7" fmla="*/ 9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53" y="1"/>
                    </a:moveTo>
                    <a:cubicBezTo>
                      <a:pt x="41" y="1"/>
                      <a:pt x="29" y="0"/>
                      <a:pt x="18" y="6"/>
                    </a:cubicBezTo>
                    <a:cubicBezTo>
                      <a:pt x="14" y="8"/>
                      <a:pt x="9" y="11"/>
                      <a:pt x="6" y="14"/>
                    </a:cubicBezTo>
                    <a:cubicBezTo>
                      <a:pt x="4" y="16"/>
                      <a:pt x="2" y="18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91" name="Freeform 25">
                <a:extLst>
                  <a:ext uri="{FF2B5EF4-FFF2-40B4-BE49-F238E27FC236}">
                    <a16:creationId xmlns:a16="http://schemas.microsoft.com/office/drawing/2014/main" id="{B6421887-1704-4F51-A1DE-CBDC812F7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326"/>
                <a:ext cx="76" cy="24"/>
              </a:xfrm>
              <a:custGeom>
                <a:avLst/>
                <a:gdLst>
                  <a:gd name="T0" fmla="*/ 199 w 47"/>
                  <a:gd name="T1" fmla="*/ 9 h 14"/>
                  <a:gd name="T2" fmla="*/ 76 w 47"/>
                  <a:gd name="T3" fmla="*/ 21 h 14"/>
                  <a:gd name="T4" fmla="*/ 0 w 47"/>
                  <a:gd name="T5" fmla="*/ 7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47" y="2"/>
                    </a:moveTo>
                    <a:cubicBezTo>
                      <a:pt x="36" y="2"/>
                      <a:pt x="28" y="0"/>
                      <a:pt x="18" y="4"/>
                    </a:cubicBezTo>
                    <a:cubicBezTo>
                      <a:pt x="12" y="7"/>
                      <a:pt x="6" y="11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92" name="Freeform 26">
                <a:extLst>
                  <a:ext uri="{FF2B5EF4-FFF2-40B4-BE49-F238E27FC236}">
                    <a16:creationId xmlns:a16="http://schemas.microsoft.com/office/drawing/2014/main" id="{EC507209-6348-4825-9C8E-4F0E64FCC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354"/>
                <a:ext cx="72" cy="41"/>
              </a:xfrm>
              <a:custGeom>
                <a:avLst/>
                <a:gdLst>
                  <a:gd name="T0" fmla="*/ 193 w 44"/>
                  <a:gd name="T1" fmla="*/ 0 h 24"/>
                  <a:gd name="T2" fmla="*/ 131 w 44"/>
                  <a:gd name="T3" fmla="*/ 9 h 24"/>
                  <a:gd name="T4" fmla="*/ 70 w 44"/>
                  <a:gd name="T5" fmla="*/ 44 h 24"/>
                  <a:gd name="T6" fmla="*/ 0 w 44"/>
                  <a:gd name="T7" fmla="*/ 1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4">
                    <a:moveTo>
                      <a:pt x="44" y="0"/>
                    </a:moveTo>
                    <a:cubicBezTo>
                      <a:pt x="39" y="0"/>
                      <a:pt x="35" y="1"/>
                      <a:pt x="30" y="2"/>
                    </a:cubicBezTo>
                    <a:cubicBezTo>
                      <a:pt x="25" y="4"/>
                      <a:pt x="21" y="6"/>
                      <a:pt x="16" y="9"/>
                    </a:cubicBezTo>
                    <a:cubicBezTo>
                      <a:pt x="10" y="12"/>
                      <a:pt x="1" y="17"/>
                      <a:pt x="0" y="2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93" name="Freeform 27">
                <a:extLst>
                  <a:ext uri="{FF2B5EF4-FFF2-40B4-BE49-F238E27FC236}">
                    <a16:creationId xmlns:a16="http://schemas.microsoft.com/office/drawing/2014/main" id="{954741C3-C30D-4E59-AC2A-ECD1B8436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2407"/>
                <a:ext cx="57" cy="54"/>
              </a:xfrm>
              <a:custGeom>
                <a:avLst/>
                <a:gdLst>
                  <a:gd name="T0" fmla="*/ 0 w 35"/>
                  <a:gd name="T1" fmla="*/ 164 h 31"/>
                  <a:gd name="T2" fmla="*/ 151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3" y="13"/>
                      <a:pt x="21" y="6"/>
                      <a:pt x="3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94" name="Freeform 28">
                <a:extLst>
                  <a:ext uri="{FF2B5EF4-FFF2-40B4-BE49-F238E27FC236}">
                    <a16:creationId xmlns:a16="http://schemas.microsoft.com/office/drawing/2014/main" id="{00B05600-550E-48DF-97AE-212106522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2331"/>
                <a:ext cx="83" cy="24"/>
              </a:xfrm>
              <a:custGeom>
                <a:avLst/>
                <a:gdLst>
                  <a:gd name="T0" fmla="*/ 220 w 51"/>
                  <a:gd name="T1" fmla="*/ 0 h 14"/>
                  <a:gd name="T2" fmla="*/ 146 w 51"/>
                  <a:gd name="T3" fmla="*/ 5 h 14"/>
                  <a:gd name="T4" fmla="*/ 90 w 51"/>
                  <a:gd name="T5" fmla="*/ 21 h 14"/>
                  <a:gd name="T6" fmla="*/ 39 w 51"/>
                  <a:gd name="T7" fmla="*/ 45 h 14"/>
                  <a:gd name="T8" fmla="*/ 0 w 51"/>
                  <a:gd name="T9" fmla="*/ 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">
                    <a:moveTo>
                      <a:pt x="51" y="0"/>
                    </a:moveTo>
                    <a:cubicBezTo>
                      <a:pt x="45" y="1"/>
                      <a:pt x="39" y="0"/>
                      <a:pt x="34" y="1"/>
                    </a:cubicBezTo>
                    <a:cubicBezTo>
                      <a:pt x="29" y="2"/>
                      <a:pt x="25" y="3"/>
                      <a:pt x="21" y="4"/>
                    </a:cubicBezTo>
                    <a:cubicBezTo>
                      <a:pt x="17" y="5"/>
                      <a:pt x="13" y="7"/>
                      <a:pt x="9" y="9"/>
                    </a:cubicBezTo>
                    <a:cubicBezTo>
                      <a:pt x="7" y="10"/>
                      <a:pt x="2" y="12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95" name="Freeform 29">
                <a:extLst>
                  <a:ext uri="{FF2B5EF4-FFF2-40B4-BE49-F238E27FC236}">
                    <a16:creationId xmlns:a16="http://schemas.microsoft.com/office/drawing/2014/main" id="{639F1E30-7951-490C-A3F8-BCBF5DBE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333"/>
                <a:ext cx="302" cy="233"/>
              </a:xfrm>
              <a:custGeom>
                <a:avLst/>
                <a:gdLst>
                  <a:gd name="T0" fmla="*/ 0 w 185"/>
                  <a:gd name="T1" fmla="*/ 57 h 134"/>
                  <a:gd name="T2" fmla="*/ 109 w 185"/>
                  <a:gd name="T3" fmla="*/ 9 h 134"/>
                  <a:gd name="T4" fmla="*/ 144 w 185"/>
                  <a:gd name="T5" fmla="*/ 9 h 134"/>
                  <a:gd name="T6" fmla="*/ 184 w 185"/>
                  <a:gd name="T7" fmla="*/ 64 h 134"/>
                  <a:gd name="T8" fmla="*/ 219 w 185"/>
                  <a:gd name="T9" fmla="*/ 106 h 134"/>
                  <a:gd name="T10" fmla="*/ 256 w 185"/>
                  <a:gd name="T11" fmla="*/ 111 h 134"/>
                  <a:gd name="T12" fmla="*/ 344 w 185"/>
                  <a:gd name="T13" fmla="*/ 127 h 134"/>
                  <a:gd name="T14" fmla="*/ 405 w 185"/>
                  <a:gd name="T15" fmla="*/ 193 h 134"/>
                  <a:gd name="T16" fmla="*/ 480 w 185"/>
                  <a:gd name="T17" fmla="*/ 249 h 134"/>
                  <a:gd name="T18" fmla="*/ 632 w 185"/>
                  <a:gd name="T19" fmla="*/ 363 h 134"/>
                  <a:gd name="T20" fmla="*/ 645 w 185"/>
                  <a:gd name="T21" fmla="*/ 426 h 134"/>
                  <a:gd name="T22" fmla="*/ 666 w 185"/>
                  <a:gd name="T23" fmla="*/ 457 h 134"/>
                  <a:gd name="T24" fmla="*/ 784 w 185"/>
                  <a:gd name="T25" fmla="*/ 584 h 134"/>
                  <a:gd name="T26" fmla="*/ 800 w 185"/>
                  <a:gd name="T27" fmla="*/ 662 h 134"/>
                  <a:gd name="T28" fmla="*/ 805 w 185"/>
                  <a:gd name="T29" fmla="*/ 704 h 1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5" h="134">
                    <a:moveTo>
                      <a:pt x="0" y="11"/>
                    </a:moveTo>
                    <a:cubicBezTo>
                      <a:pt x="6" y="6"/>
                      <a:pt x="17" y="4"/>
                      <a:pt x="25" y="2"/>
                    </a:cubicBezTo>
                    <a:cubicBezTo>
                      <a:pt x="28" y="1"/>
                      <a:pt x="30" y="0"/>
                      <a:pt x="33" y="2"/>
                    </a:cubicBezTo>
                    <a:cubicBezTo>
                      <a:pt x="37" y="4"/>
                      <a:pt x="39" y="9"/>
                      <a:pt x="42" y="12"/>
                    </a:cubicBezTo>
                    <a:cubicBezTo>
                      <a:pt x="44" y="15"/>
                      <a:pt x="46" y="19"/>
                      <a:pt x="50" y="20"/>
                    </a:cubicBezTo>
                    <a:cubicBezTo>
                      <a:pt x="52" y="22"/>
                      <a:pt x="56" y="21"/>
                      <a:pt x="59" y="21"/>
                    </a:cubicBezTo>
                    <a:cubicBezTo>
                      <a:pt x="66" y="21"/>
                      <a:pt x="73" y="21"/>
                      <a:pt x="79" y="24"/>
                    </a:cubicBezTo>
                    <a:cubicBezTo>
                      <a:pt x="87" y="26"/>
                      <a:pt x="89" y="31"/>
                      <a:pt x="93" y="37"/>
                    </a:cubicBezTo>
                    <a:cubicBezTo>
                      <a:pt x="96" y="42"/>
                      <a:pt x="104" y="45"/>
                      <a:pt x="110" y="47"/>
                    </a:cubicBezTo>
                    <a:cubicBezTo>
                      <a:pt x="123" y="51"/>
                      <a:pt x="138" y="56"/>
                      <a:pt x="145" y="69"/>
                    </a:cubicBezTo>
                    <a:cubicBezTo>
                      <a:pt x="147" y="73"/>
                      <a:pt x="147" y="77"/>
                      <a:pt x="148" y="81"/>
                    </a:cubicBezTo>
                    <a:cubicBezTo>
                      <a:pt x="149" y="84"/>
                      <a:pt x="150" y="85"/>
                      <a:pt x="153" y="87"/>
                    </a:cubicBezTo>
                    <a:cubicBezTo>
                      <a:pt x="163" y="94"/>
                      <a:pt x="173" y="100"/>
                      <a:pt x="180" y="111"/>
                    </a:cubicBezTo>
                    <a:cubicBezTo>
                      <a:pt x="183" y="115"/>
                      <a:pt x="184" y="121"/>
                      <a:pt x="184" y="126"/>
                    </a:cubicBezTo>
                    <a:cubicBezTo>
                      <a:pt x="184" y="129"/>
                      <a:pt x="184" y="132"/>
                      <a:pt x="185" y="1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96" name="Freeform 30">
                <a:extLst>
                  <a:ext uri="{FF2B5EF4-FFF2-40B4-BE49-F238E27FC236}">
                    <a16:creationId xmlns:a16="http://schemas.microsoft.com/office/drawing/2014/main" id="{7F2CD4D2-C273-47D0-92CB-B45B9479F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324"/>
                <a:ext cx="60" cy="16"/>
              </a:xfrm>
              <a:custGeom>
                <a:avLst/>
                <a:gdLst>
                  <a:gd name="T0" fmla="*/ 0 w 37"/>
                  <a:gd name="T1" fmla="*/ 21 h 9"/>
                  <a:gd name="T2" fmla="*/ 47 w 37"/>
                  <a:gd name="T3" fmla="*/ 7 h 9"/>
                  <a:gd name="T4" fmla="*/ 97 w 37"/>
                  <a:gd name="T5" fmla="*/ 7 h 9"/>
                  <a:gd name="T6" fmla="*/ 143 w 37"/>
                  <a:gd name="T7" fmla="*/ 36 h 9"/>
                  <a:gd name="T8" fmla="*/ 157 w 37"/>
                  <a:gd name="T9" fmla="*/ 5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4"/>
                    </a:moveTo>
                    <a:cubicBezTo>
                      <a:pt x="4" y="4"/>
                      <a:pt x="7" y="2"/>
                      <a:pt x="11" y="1"/>
                    </a:cubicBezTo>
                    <a:cubicBezTo>
                      <a:pt x="15" y="0"/>
                      <a:pt x="20" y="0"/>
                      <a:pt x="23" y="1"/>
                    </a:cubicBezTo>
                    <a:cubicBezTo>
                      <a:pt x="27" y="2"/>
                      <a:pt x="30" y="4"/>
                      <a:pt x="33" y="6"/>
                    </a:cubicBezTo>
                    <a:cubicBezTo>
                      <a:pt x="34" y="7"/>
                      <a:pt x="36" y="8"/>
                      <a:pt x="37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97" name="Freeform 31">
                <a:extLst>
                  <a:ext uri="{FF2B5EF4-FFF2-40B4-BE49-F238E27FC236}">
                    <a16:creationId xmlns:a16="http://schemas.microsoft.com/office/drawing/2014/main" id="{1449397B-4FCC-4938-A5FF-25D65C1B5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338"/>
                <a:ext cx="72" cy="36"/>
              </a:xfrm>
              <a:custGeom>
                <a:avLst/>
                <a:gdLst>
                  <a:gd name="T0" fmla="*/ 0 w 44"/>
                  <a:gd name="T1" fmla="*/ 0 h 21"/>
                  <a:gd name="T2" fmla="*/ 47 w 44"/>
                  <a:gd name="T3" fmla="*/ 21 h 21"/>
                  <a:gd name="T4" fmla="*/ 126 w 44"/>
                  <a:gd name="T5" fmla="*/ 45 h 21"/>
                  <a:gd name="T6" fmla="*/ 193 w 44"/>
                  <a:gd name="T7" fmla="*/ 10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1" y="2"/>
                      <a:pt x="8" y="3"/>
                      <a:pt x="11" y="4"/>
                    </a:cubicBezTo>
                    <a:cubicBezTo>
                      <a:pt x="17" y="5"/>
                      <a:pt x="23" y="7"/>
                      <a:pt x="29" y="9"/>
                    </a:cubicBezTo>
                    <a:cubicBezTo>
                      <a:pt x="35" y="11"/>
                      <a:pt x="41" y="16"/>
                      <a:pt x="44" y="2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98" name="Freeform 32">
                <a:extLst>
                  <a:ext uri="{FF2B5EF4-FFF2-40B4-BE49-F238E27FC236}">
                    <a16:creationId xmlns:a16="http://schemas.microsoft.com/office/drawing/2014/main" id="{035B90BD-7880-4CD5-8943-2F00B02BB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380"/>
                <a:ext cx="68" cy="45"/>
              </a:xfrm>
              <a:custGeom>
                <a:avLst/>
                <a:gdLst>
                  <a:gd name="T0" fmla="*/ 0 w 42"/>
                  <a:gd name="T1" fmla="*/ 0 h 26"/>
                  <a:gd name="T2" fmla="*/ 73 w 42"/>
                  <a:gd name="T3" fmla="*/ 28 h 26"/>
                  <a:gd name="T4" fmla="*/ 136 w 42"/>
                  <a:gd name="T5" fmla="*/ 69 h 26"/>
                  <a:gd name="T6" fmla="*/ 165 w 42"/>
                  <a:gd name="T7" fmla="*/ 107 h 26"/>
                  <a:gd name="T8" fmla="*/ 178 w 42"/>
                  <a:gd name="T9" fmla="*/ 1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6">
                    <a:moveTo>
                      <a:pt x="0" y="0"/>
                    </a:moveTo>
                    <a:cubicBezTo>
                      <a:pt x="5" y="3"/>
                      <a:pt x="11" y="3"/>
                      <a:pt x="17" y="5"/>
                    </a:cubicBezTo>
                    <a:cubicBezTo>
                      <a:pt x="23" y="7"/>
                      <a:pt x="27" y="10"/>
                      <a:pt x="32" y="13"/>
                    </a:cubicBezTo>
                    <a:cubicBezTo>
                      <a:pt x="35" y="16"/>
                      <a:pt x="37" y="18"/>
                      <a:pt x="39" y="21"/>
                    </a:cubicBezTo>
                    <a:cubicBezTo>
                      <a:pt x="40" y="23"/>
                      <a:pt x="41" y="25"/>
                      <a:pt x="42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99" name="Freeform 33">
                <a:extLst>
                  <a:ext uri="{FF2B5EF4-FFF2-40B4-BE49-F238E27FC236}">
                    <a16:creationId xmlns:a16="http://schemas.microsoft.com/office/drawing/2014/main" id="{AA278316-878B-4AC8-921C-EBEF5B4B6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42"/>
                <a:ext cx="51" cy="66"/>
              </a:xfrm>
              <a:custGeom>
                <a:avLst/>
                <a:gdLst>
                  <a:gd name="T0" fmla="*/ 0 w 31"/>
                  <a:gd name="T1" fmla="*/ 0 h 38"/>
                  <a:gd name="T2" fmla="*/ 43 w 31"/>
                  <a:gd name="T3" fmla="*/ 57 h 38"/>
                  <a:gd name="T4" fmla="*/ 95 w 31"/>
                  <a:gd name="T5" fmla="*/ 109 h 38"/>
                  <a:gd name="T6" fmla="*/ 138 w 31"/>
                  <a:gd name="T7" fmla="*/ 20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2" y="5"/>
                      <a:pt x="6" y="8"/>
                      <a:pt x="10" y="11"/>
                    </a:cubicBezTo>
                    <a:cubicBezTo>
                      <a:pt x="15" y="14"/>
                      <a:pt x="18" y="17"/>
                      <a:pt x="21" y="21"/>
                    </a:cubicBezTo>
                    <a:cubicBezTo>
                      <a:pt x="26" y="27"/>
                      <a:pt x="28" y="32"/>
                      <a:pt x="31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00" name="Freeform 34">
                <a:extLst>
                  <a:ext uri="{FF2B5EF4-FFF2-40B4-BE49-F238E27FC236}">
                    <a16:creationId xmlns:a16="http://schemas.microsoft.com/office/drawing/2014/main" id="{F9B656D5-B0E1-4A32-ABE9-AC6B0904E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350"/>
                <a:ext cx="67" cy="38"/>
              </a:xfrm>
              <a:custGeom>
                <a:avLst/>
                <a:gdLst>
                  <a:gd name="T0" fmla="*/ 0 w 41"/>
                  <a:gd name="T1" fmla="*/ 5 h 22"/>
                  <a:gd name="T2" fmla="*/ 54 w 41"/>
                  <a:gd name="T3" fmla="*/ 0 h 22"/>
                  <a:gd name="T4" fmla="*/ 101 w 41"/>
                  <a:gd name="T5" fmla="*/ 16 h 22"/>
                  <a:gd name="T6" fmla="*/ 150 w 41"/>
                  <a:gd name="T7" fmla="*/ 57 h 22"/>
                  <a:gd name="T8" fmla="*/ 178 w 41"/>
                  <a:gd name="T9" fmla="*/ 1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2">
                    <a:moveTo>
                      <a:pt x="0" y="1"/>
                    </a:moveTo>
                    <a:cubicBezTo>
                      <a:pt x="3" y="2"/>
                      <a:pt x="8" y="0"/>
                      <a:pt x="12" y="0"/>
                    </a:cubicBezTo>
                    <a:cubicBezTo>
                      <a:pt x="16" y="1"/>
                      <a:pt x="20" y="2"/>
                      <a:pt x="23" y="3"/>
                    </a:cubicBezTo>
                    <a:cubicBezTo>
                      <a:pt x="27" y="5"/>
                      <a:pt x="32" y="8"/>
                      <a:pt x="34" y="11"/>
                    </a:cubicBezTo>
                    <a:cubicBezTo>
                      <a:pt x="37" y="15"/>
                      <a:pt x="38" y="19"/>
                      <a:pt x="41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01" name="Freeform 35">
                <a:extLst>
                  <a:ext uri="{FF2B5EF4-FFF2-40B4-BE49-F238E27FC236}">
                    <a16:creationId xmlns:a16="http://schemas.microsoft.com/office/drawing/2014/main" id="{1444FABB-6A4C-4E4F-9B22-761BB3C45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395"/>
                <a:ext cx="62" cy="63"/>
              </a:xfrm>
              <a:custGeom>
                <a:avLst/>
                <a:gdLst>
                  <a:gd name="T0" fmla="*/ 0 w 38"/>
                  <a:gd name="T1" fmla="*/ 0 h 36"/>
                  <a:gd name="T2" fmla="*/ 69 w 38"/>
                  <a:gd name="T3" fmla="*/ 28 h 36"/>
                  <a:gd name="T4" fmla="*/ 109 w 38"/>
                  <a:gd name="T5" fmla="*/ 58 h 36"/>
                  <a:gd name="T6" fmla="*/ 147 w 38"/>
                  <a:gd name="T7" fmla="*/ 135 h 36"/>
                  <a:gd name="T8" fmla="*/ 165 w 38"/>
                  <a:gd name="T9" fmla="*/ 19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5" y="1"/>
                      <a:pt x="11" y="3"/>
                      <a:pt x="16" y="5"/>
                    </a:cubicBezTo>
                    <a:cubicBezTo>
                      <a:pt x="20" y="6"/>
                      <a:pt x="22" y="8"/>
                      <a:pt x="25" y="11"/>
                    </a:cubicBezTo>
                    <a:cubicBezTo>
                      <a:pt x="28" y="16"/>
                      <a:pt x="32" y="20"/>
                      <a:pt x="34" y="25"/>
                    </a:cubicBezTo>
                    <a:cubicBezTo>
                      <a:pt x="36" y="28"/>
                      <a:pt x="36" y="33"/>
                      <a:pt x="38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02" name="Freeform 36">
                <a:extLst>
                  <a:ext uri="{FF2B5EF4-FFF2-40B4-BE49-F238E27FC236}">
                    <a16:creationId xmlns:a16="http://schemas.microsoft.com/office/drawing/2014/main" id="{43658C80-70C2-4143-8700-9B8AACECF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327"/>
                <a:ext cx="83" cy="25"/>
              </a:xfrm>
              <a:custGeom>
                <a:avLst/>
                <a:gdLst>
                  <a:gd name="T0" fmla="*/ 220 w 51"/>
                  <a:gd name="T1" fmla="*/ 80 h 14"/>
                  <a:gd name="T2" fmla="*/ 164 w 51"/>
                  <a:gd name="T3" fmla="*/ 36 h 14"/>
                  <a:gd name="T4" fmla="*/ 117 w 51"/>
                  <a:gd name="T5" fmla="*/ 13 h 14"/>
                  <a:gd name="T6" fmla="*/ 0 w 51"/>
                  <a:gd name="T7" fmla="*/ 1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4">
                    <a:moveTo>
                      <a:pt x="51" y="14"/>
                    </a:moveTo>
                    <a:cubicBezTo>
                      <a:pt x="47" y="13"/>
                      <a:pt x="42" y="8"/>
                      <a:pt x="38" y="6"/>
                    </a:cubicBezTo>
                    <a:cubicBezTo>
                      <a:pt x="35" y="4"/>
                      <a:pt x="31" y="3"/>
                      <a:pt x="27" y="2"/>
                    </a:cubicBezTo>
                    <a:cubicBezTo>
                      <a:pt x="18" y="0"/>
                      <a:pt x="9" y="3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03" name="Freeform 37">
                <a:extLst>
                  <a:ext uri="{FF2B5EF4-FFF2-40B4-BE49-F238E27FC236}">
                    <a16:creationId xmlns:a16="http://schemas.microsoft.com/office/drawing/2014/main" id="{B642244C-582E-4FB2-AAB3-89A838587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2317"/>
                <a:ext cx="80" cy="10"/>
              </a:xfrm>
              <a:custGeom>
                <a:avLst/>
                <a:gdLst>
                  <a:gd name="T0" fmla="*/ 0 w 49"/>
                  <a:gd name="T1" fmla="*/ 28 h 6"/>
                  <a:gd name="T2" fmla="*/ 56 w 49"/>
                  <a:gd name="T3" fmla="*/ 5 h 6"/>
                  <a:gd name="T4" fmla="*/ 118 w 49"/>
                  <a:gd name="T5" fmla="*/ 0 h 6"/>
                  <a:gd name="T6" fmla="*/ 214 w 49"/>
                  <a:gd name="T7" fmla="*/ 2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">
                    <a:moveTo>
                      <a:pt x="0" y="6"/>
                    </a:moveTo>
                    <a:cubicBezTo>
                      <a:pt x="1" y="5"/>
                      <a:pt x="10" y="2"/>
                      <a:pt x="13" y="1"/>
                    </a:cubicBezTo>
                    <a:cubicBezTo>
                      <a:pt x="17" y="0"/>
                      <a:pt x="22" y="1"/>
                      <a:pt x="27" y="0"/>
                    </a:cubicBezTo>
                    <a:cubicBezTo>
                      <a:pt x="35" y="0"/>
                      <a:pt x="41" y="2"/>
                      <a:pt x="49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04" name="Freeform 38">
                <a:extLst>
                  <a:ext uri="{FF2B5EF4-FFF2-40B4-BE49-F238E27FC236}">
                    <a16:creationId xmlns:a16="http://schemas.microsoft.com/office/drawing/2014/main" id="{2EC1E207-D658-4E68-A4B6-5EE403356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566"/>
                <a:ext cx="49" cy="167"/>
              </a:xfrm>
              <a:custGeom>
                <a:avLst/>
                <a:gdLst>
                  <a:gd name="T0" fmla="*/ 0 w 30"/>
                  <a:gd name="T1" fmla="*/ 0 h 96"/>
                  <a:gd name="T2" fmla="*/ 54 w 30"/>
                  <a:gd name="T3" fmla="*/ 49 h 96"/>
                  <a:gd name="T4" fmla="*/ 88 w 30"/>
                  <a:gd name="T5" fmla="*/ 130 h 96"/>
                  <a:gd name="T6" fmla="*/ 77 w 30"/>
                  <a:gd name="T7" fmla="*/ 233 h 96"/>
                  <a:gd name="T8" fmla="*/ 101 w 30"/>
                  <a:gd name="T9" fmla="*/ 285 h 96"/>
                  <a:gd name="T10" fmla="*/ 131 w 30"/>
                  <a:gd name="T11" fmla="*/ 390 h 96"/>
                  <a:gd name="T12" fmla="*/ 118 w 30"/>
                  <a:gd name="T13" fmla="*/ 475 h 96"/>
                  <a:gd name="T14" fmla="*/ 113 w 30"/>
                  <a:gd name="T15" fmla="*/ 506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96">
                    <a:moveTo>
                      <a:pt x="0" y="0"/>
                    </a:moveTo>
                    <a:cubicBezTo>
                      <a:pt x="2" y="4"/>
                      <a:pt x="8" y="6"/>
                      <a:pt x="12" y="9"/>
                    </a:cubicBezTo>
                    <a:cubicBezTo>
                      <a:pt x="16" y="13"/>
                      <a:pt x="19" y="19"/>
                      <a:pt x="20" y="25"/>
                    </a:cubicBezTo>
                    <a:cubicBezTo>
                      <a:pt x="21" y="31"/>
                      <a:pt x="17" y="38"/>
                      <a:pt x="18" y="44"/>
                    </a:cubicBezTo>
                    <a:cubicBezTo>
                      <a:pt x="19" y="48"/>
                      <a:pt x="21" y="51"/>
                      <a:pt x="23" y="54"/>
                    </a:cubicBezTo>
                    <a:cubicBezTo>
                      <a:pt x="26" y="60"/>
                      <a:pt x="29" y="67"/>
                      <a:pt x="30" y="74"/>
                    </a:cubicBezTo>
                    <a:cubicBezTo>
                      <a:pt x="30" y="80"/>
                      <a:pt x="29" y="85"/>
                      <a:pt x="27" y="90"/>
                    </a:cubicBezTo>
                    <a:cubicBezTo>
                      <a:pt x="27" y="92"/>
                      <a:pt x="26" y="94"/>
                      <a:pt x="26" y="9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05" name="Freeform 39">
                <a:extLst>
                  <a:ext uri="{FF2B5EF4-FFF2-40B4-BE49-F238E27FC236}">
                    <a16:creationId xmlns:a16="http://schemas.microsoft.com/office/drawing/2014/main" id="{3437860C-6172-4AC6-8961-67DC2F00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470"/>
                <a:ext cx="41" cy="59"/>
              </a:xfrm>
              <a:custGeom>
                <a:avLst/>
                <a:gdLst>
                  <a:gd name="T0" fmla="*/ 0 w 25"/>
                  <a:gd name="T1" fmla="*/ 0 h 34"/>
                  <a:gd name="T2" fmla="*/ 89 w 25"/>
                  <a:gd name="T3" fmla="*/ 49 h 34"/>
                  <a:gd name="T4" fmla="*/ 105 w 25"/>
                  <a:gd name="T5" fmla="*/ 17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7" y="0"/>
                      <a:pt x="16" y="3"/>
                      <a:pt x="20" y="9"/>
                    </a:cubicBezTo>
                    <a:cubicBezTo>
                      <a:pt x="25" y="17"/>
                      <a:pt x="24" y="25"/>
                      <a:pt x="24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06" name="Freeform 40">
                <a:extLst>
                  <a:ext uri="{FF2B5EF4-FFF2-40B4-BE49-F238E27FC236}">
                    <a16:creationId xmlns:a16="http://schemas.microsoft.com/office/drawing/2014/main" id="{8226B0CD-CD2D-447B-BFFE-23485AF7C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507"/>
                <a:ext cx="34" cy="85"/>
              </a:xfrm>
              <a:custGeom>
                <a:avLst/>
                <a:gdLst>
                  <a:gd name="T0" fmla="*/ 0 w 21"/>
                  <a:gd name="T1" fmla="*/ 0 h 49"/>
                  <a:gd name="T2" fmla="*/ 39 w 21"/>
                  <a:gd name="T3" fmla="*/ 57 h 49"/>
                  <a:gd name="T4" fmla="*/ 76 w 21"/>
                  <a:gd name="T5" fmla="*/ 114 h 49"/>
                  <a:gd name="T6" fmla="*/ 84 w 21"/>
                  <a:gd name="T7" fmla="*/ 226 h 49"/>
                  <a:gd name="T8" fmla="*/ 89 w 21"/>
                  <a:gd name="T9" fmla="*/ 25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9">
                    <a:moveTo>
                      <a:pt x="0" y="0"/>
                    </a:moveTo>
                    <a:cubicBezTo>
                      <a:pt x="2" y="5"/>
                      <a:pt x="5" y="8"/>
                      <a:pt x="9" y="11"/>
                    </a:cubicBezTo>
                    <a:cubicBezTo>
                      <a:pt x="13" y="14"/>
                      <a:pt x="16" y="17"/>
                      <a:pt x="18" y="22"/>
                    </a:cubicBezTo>
                    <a:cubicBezTo>
                      <a:pt x="20" y="29"/>
                      <a:pt x="18" y="36"/>
                      <a:pt x="20" y="43"/>
                    </a:cubicBezTo>
                    <a:cubicBezTo>
                      <a:pt x="20" y="45"/>
                      <a:pt x="21" y="47"/>
                      <a:pt x="21" y="4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07" name="Freeform 41">
                <a:extLst>
                  <a:ext uri="{FF2B5EF4-FFF2-40B4-BE49-F238E27FC236}">
                    <a16:creationId xmlns:a16="http://schemas.microsoft.com/office/drawing/2014/main" id="{59AC5A29-D206-4911-9117-67D7D2056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599"/>
                <a:ext cx="20" cy="76"/>
              </a:xfrm>
              <a:custGeom>
                <a:avLst/>
                <a:gdLst>
                  <a:gd name="T0" fmla="*/ 0 w 12"/>
                  <a:gd name="T1" fmla="*/ 0 h 44"/>
                  <a:gd name="T2" fmla="*/ 55 w 12"/>
                  <a:gd name="T3" fmla="*/ 135 h 44"/>
                  <a:gd name="T4" fmla="*/ 47 w 12"/>
                  <a:gd name="T5" fmla="*/ 197 h 44"/>
                  <a:gd name="T6" fmla="*/ 42 w 12"/>
                  <a:gd name="T7" fmla="*/ 22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4">
                    <a:moveTo>
                      <a:pt x="0" y="0"/>
                    </a:moveTo>
                    <a:cubicBezTo>
                      <a:pt x="5" y="9"/>
                      <a:pt x="12" y="16"/>
                      <a:pt x="12" y="26"/>
                    </a:cubicBezTo>
                    <a:cubicBezTo>
                      <a:pt x="12" y="30"/>
                      <a:pt x="11" y="34"/>
                      <a:pt x="10" y="38"/>
                    </a:cubicBezTo>
                    <a:cubicBezTo>
                      <a:pt x="10" y="40"/>
                      <a:pt x="9" y="44"/>
                      <a:pt x="9" y="4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08" name="Freeform 42">
                <a:extLst>
                  <a:ext uri="{FF2B5EF4-FFF2-40B4-BE49-F238E27FC236}">
                    <a16:creationId xmlns:a16="http://schemas.microsoft.com/office/drawing/2014/main" id="{5592F233-E53C-4BCD-9E3A-4E060981D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561"/>
                <a:ext cx="22" cy="67"/>
              </a:xfrm>
              <a:custGeom>
                <a:avLst/>
                <a:gdLst>
                  <a:gd name="T0" fmla="*/ 0 w 14"/>
                  <a:gd name="T1" fmla="*/ 0 h 39"/>
                  <a:gd name="T2" fmla="*/ 42 w 14"/>
                  <a:gd name="T3" fmla="*/ 86 h 39"/>
                  <a:gd name="T4" fmla="*/ 49 w 14"/>
                  <a:gd name="T5" fmla="*/ 153 h 39"/>
                  <a:gd name="T6" fmla="*/ 55 w 14"/>
                  <a:gd name="T7" fmla="*/ 19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5" y="5"/>
                      <a:pt x="8" y="10"/>
                      <a:pt x="11" y="17"/>
                    </a:cubicBezTo>
                    <a:cubicBezTo>
                      <a:pt x="12" y="22"/>
                      <a:pt x="13" y="26"/>
                      <a:pt x="13" y="30"/>
                    </a:cubicBezTo>
                    <a:cubicBezTo>
                      <a:pt x="13" y="33"/>
                      <a:pt x="13" y="36"/>
                      <a:pt x="14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09" name="Freeform 43">
                <a:extLst>
                  <a:ext uri="{FF2B5EF4-FFF2-40B4-BE49-F238E27FC236}">
                    <a16:creationId xmlns:a16="http://schemas.microsoft.com/office/drawing/2014/main" id="{60848F03-CF5B-43C7-BA71-E2E5E43FF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733"/>
                <a:ext cx="101" cy="289"/>
              </a:xfrm>
              <a:custGeom>
                <a:avLst/>
                <a:gdLst>
                  <a:gd name="T0" fmla="*/ 248 w 62"/>
                  <a:gd name="T1" fmla="*/ 0 h 166"/>
                  <a:gd name="T2" fmla="*/ 262 w 62"/>
                  <a:gd name="T3" fmla="*/ 148 h 166"/>
                  <a:gd name="T4" fmla="*/ 262 w 62"/>
                  <a:gd name="T5" fmla="*/ 205 h 166"/>
                  <a:gd name="T6" fmla="*/ 239 w 62"/>
                  <a:gd name="T7" fmla="*/ 254 h 166"/>
                  <a:gd name="T8" fmla="*/ 233 w 62"/>
                  <a:gd name="T9" fmla="*/ 369 h 166"/>
                  <a:gd name="T10" fmla="*/ 199 w 62"/>
                  <a:gd name="T11" fmla="*/ 519 h 166"/>
                  <a:gd name="T12" fmla="*/ 152 w 62"/>
                  <a:gd name="T13" fmla="*/ 590 h 166"/>
                  <a:gd name="T14" fmla="*/ 104 w 62"/>
                  <a:gd name="T15" fmla="*/ 776 h 166"/>
                  <a:gd name="T16" fmla="*/ 39 w 62"/>
                  <a:gd name="T17" fmla="*/ 846 h 166"/>
                  <a:gd name="T18" fmla="*/ 0 w 62"/>
                  <a:gd name="T19" fmla="*/ 876 h 1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166">
                    <a:moveTo>
                      <a:pt x="57" y="0"/>
                    </a:moveTo>
                    <a:cubicBezTo>
                      <a:pt x="57" y="9"/>
                      <a:pt x="61" y="19"/>
                      <a:pt x="61" y="28"/>
                    </a:cubicBezTo>
                    <a:cubicBezTo>
                      <a:pt x="62" y="32"/>
                      <a:pt x="62" y="36"/>
                      <a:pt x="61" y="39"/>
                    </a:cubicBezTo>
                    <a:cubicBezTo>
                      <a:pt x="60" y="43"/>
                      <a:pt x="57" y="45"/>
                      <a:pt x="55" y="48"/>
                    </a:cubicBezTo>
                    <a:cubicBezTo>
                      <a:pt x="51" y="54"/>
                      <a:pt x="54" y="63"/>
                      <a:pt x="54" y="70"/>
                    </a:cubicBezTo>
                    <a:cubicBezTo>
                      <a:pt x="54" y="80"/>
                      <a:pt x="54" y="91"/>
                      <a:pt x="46" y="98"/>
                    </a:cubicBezTo>
                    <a:cubicBezTo>
                      <a:pt x="41" y="102"/>
                      <a:pt x="36" y="106"/>
                      <a:pt x="35" y="112"/>
                    </a:cubicBezTo>
                    <a:cubicBezTo>
                      <a:pt x="31" y="124"/>
                      <a:pt x="33" y="137"/>
                      <a:pt x="24" y="147"/>
                    </a:cubicBezTo>
                    <a:cubicBezTo>
                      <a:pt x="20" y="152"/>
                      <a:pt x="15" y="157"/>
                      <a:pt x="9" y="160"/>
                    </a:cubicBezTo>
                    <a:cubicBezTo>
                      <a:pt x="6" y="161"/>
                      <a:pt x="2" y="163"/>
                      <a:pt x="0" y="16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10" name="Freeform 44">
                <a:extLst>
                  <a:ext uri="{FF2B5EF4-FFF2-40B4-BE49-F238E27FC236}">
                    <a16:creationId xmlns:a16="http://schemas.microsoft.com/office/drawing/2014/main" id="{A9FB154B-91C8-4B11-948E-86BBED474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3124"/>
                <a:ext cx="280" cy="49"/>
              </a:xfrm>
              <a:custGeom>
                <a:avLst/>
                <a:gdLst>
                  <a:gd name="T0" fmla="*/ 0 w 172"/>
                  <a:gd name="T1" fmla="*/ 0 h 28"/>
                  <a:gd name="T2" fmla="*/ 77 w 172"/>
                  <a:gd name="T3" fmla="*/ 102 h 28"/>
                  <a:gd name="T4" fmla="*/ 181 w 172"/>
                  <a:gd name="T5" fmla="*/ 93 h 28"/>
                  <a:gd name="T6" fmla="*/ 273 w 172"/>
                  <a:gd name="T7" fmla="*/ 102 h 28"/>
                  <a:gd name="T8" fmla="*/ 423 w 172"/>
                  <a:gd name="T9" fmla="*/ 123 h 28"/>
                  <a:gd name="T10" fmla="*/ 493 w 172"/>
                  <a:gd name="T11" fmla="*/ 93 h 28"/>
                  <a:gd name="T12" fmla="*/ 531 w 172"/>
                  <a:gd name="T13" fmla="*/ 107 h 28"/>
                  <a:gd name="T14" fmla="*/ 612 w 172"/>
                  <a:gd name="T15" fmla="*/ 119 h 28"/>
                  <a:gd name="T16" fmla="*/ 742 w 172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28">
                    <a:moveTo>
                      <a:pt x="0" y="0"/>
                    </a:moveTo>
                    <a:cubicBezTo>
                      <a:pt x="2" y="5"/>
                      <a:pt x="12" y="15"/>
                      <a:pt x="18" y="19"/>
                    </a:cubicBezTo>
                    <a:cubicBezTo>
                      <a:pt x="26" y="23"/>
                      <a:pt x="34" y="20"/>
                      <a:pt x="42" y="17"/>
                    </a:cubicBezTo>
                    <a:cubicBezTo>
                      <a:pt x="50" y="14"/>
                      <a:pt x="55" y="17"/>
                      <a:pt x="63" y="19"/>
                    </a:cubicBezTo>
                    <a:cubicBezTo>
                      <a:pt x="76" y="23"/>
                      <a:pt x="84" y="28"/>
                      <a:pt x="98" y="23"/>
                    </a:cubicBezTo>
                    <a:cubicBezTo>
                      <a:pt x="104" y="20"/>
                      <a:pt x="108" y="16"/>
                      <a:pt x="114" y="17"/>
                    </a:cubicBezTo>
                    <a:cubicBezTo>
                      <a:pt x="117" y="17"/>
                      <a:pt x="120" y="19"/>
                      <a:pt x="123" y="20"/>
                    </a:cubicBezTo>
                    <a:cubicBezTo>
                      <a:pt x="129" y="22"/>
                      <a:pt x="136" y="23"/>
                      <a:pt x="142" y="22"/>
                    </a:cubicBezTo>
                    <a:cubicBezTo>
                      <a:pt x="153" y="21"/>
                      <a:pt x="167" y="11"/>
                      <a:pt x="172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11" name="Freeform 45">
                <a:extLst>
                  <a:ext uri="{FF2B5EF4-FFF2-40B4-BE49-F238E27FC236}">
                    <a16:creationId xmlns:a16="http://schemas.microsoft.com/office/drawing/2014/main" id="{38038D1D-AE96-4A88-9442-AB0B2AF9A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3024"/>
                <a:ext cx="139" cy="102"/>
              </a:xfrm>
              <a:custGeom>
                <a:avLst/>
                <a:gdLst>
                  <a:gd name="T0" fmla="*/ 371 w 85"/>
                  <a:gd name="T1" fmla="*/ 0 h 59"/>
                  <a:gd name="T2" fmla="*/ 329 w 85"/>
                  <a:gd name="T3" fmla="*/ 71 h 59"/>
                  <a:gd name="T4" fmla="*/ 289 w 85"/>
                  <a:gd name="T5" fmla="*/ 128 h 59"/>
                  <a:gd name="T6" fmla="*/ 235 w 85"/>
                  <a:gd name="T7" fmla="*/ 143 h 59"/>
                  <a:gd name="T8" fmla="*/ 206 w 85"/>
                  <a:gd name="T9" fmla="*/ 185 h 59"/>
                  <a:gd name="T10" fmla="*/ 96 w 85"/>
                  <a:gd name="T11" fmla="*/ 290 h 59"/>
                  <a:gd name="T12" fmla="*/ 0 w 85"/>
                  <a:gd name="T13" fmla="*/ 299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59">
                    <a:moveTo>
                      <a:pt x="85" y="0"/>
                    </a:moveTo>
                    <a:cubicBezTo>
                      <a:pt x="82" y="0"/>
                      <a:pt x="77" y="11"/>
                      <a:pt x="75" y="14"/>
                    </a:cubicBezTo>
                    <a:cubicBezTo>
                      <a:pt x="73" y="19"/>
                      <a:pt x="71" y="22"/>
                      <a:pt x="66" y="25"/>
                    </a:cubicBezTo>
                    <a:cubicBezTo>
                      <a:pt x="62" y="26"/>
                      <a:pt x="58" y="27"/>
                      <a:pt x="54" y="28"/>
                    </a:cubicBezTo>
                    <a:cubicBezTo>
                      <a:pt x="50" y="29"/>
                      <a:pt x="49" y="31"/>
                      <a:pt x="47" y="36"/>
                    </a:cubicBezTo>
                    <a:cubicBezTo>
                      <a:pt x="41" y="47"/>
                      <a:pt x="35" y="54"/>
                      <a:pt x="22" y="56"/>
                    </a:cubicBezTo>
                    <a:cubicBezTo>
                      <a:pt x="14" y="57"/>
                      <a:pt x="7" y="59"/>
                      <a:pt x="0" y="5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12" name="Freeform 46">
                <a:extLst>
                  <a:ext uri="{FF2B5EF4-FFF2-40B4-BE49-F238E27FC236}">
                    <a16:creationId xmlns:a16="http://schemas.microsoft.com/office/drawing/2014/main" id="{F6941DDC-5758-4BFC-9B33-8516BEE0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675"/>
                <a:ext cx="23" cy="103"/>
              </a:xfrm>
              <a:custGeom>
                <a:avLst/>
                <a:gdLst>
                  <a:gd name="T0" fmla="*/ 0 w 14"/>
                  <a:gd name="T1" fmla="*/ 0 h 59"/>
                  <a:gd name="T2" fmla="*/ 49 w 14"/>
                  <a:gd name="T3" fmla="*/ 180 h 59"/>
                  <a:gd name="T4" fmla="*/ 8 w 14"/>
                  <a:gd name="T5" fmla="*/ 314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9">
                    <a:moveTo>
                      <a:pt x="0" y="0"/>
                    </a:moveTo>
                    <a:cubicBezTo>
                      <a:pt x="5" y="11"/>
                      <a:pt x="14" y="21"/>
                      <a:pt x="11" y="34"/>
                    </a:cubicBezTo>
                    <a:cubicBezTo>
                      <a:pt x="10" y="42"/>
                      <a:pt x="5" y="52"/>
                      <a:pt x="2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13" name="Freeform 47">
                <a:extLst>
                  <a:ext uri="{FF2B5EF4-FFF2-40B4-BE49-F238E27FC236}">
                    <a16:creationId xmlns:a16="http://schemas.microsoft.com/office/drawing/2014/main" id="{156E211A-3FA9-4D4E-8772-803C18459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891"/>
                <a:ext cx="38" cy="84"/>
              </a:xfrm>
              <a:custGeom>
                <a:avLst/>
                <a:gdLst>
                  <a:gd name="T0" fmla="*/ 97 w 23"/>
                  <a:gd name="T1" fmla="*/ 0 h 48"/>
                  <a:gd name="T2" fmla="*/ 0 w 23"/>
                  <a:gd name="T3" fmla="*/ 25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8">
                    <a:moveTo>
                      <a:pt x="22" y="0"/>
                    </a:moveTo>
                    <a:cubicBezTo>
                      <a:pt x="23" y="19"/>
                      <a:pt x="16" y="37"/>
                      <a:pt x="0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14" name="Freeform 48">
                <a:extLst>
                  <a:ext uri="{FF2B5EF4-FFF2-40B4-BE49-F238E27FC236}">
                    <a16:creationId xmlns:a16="http://schemas.microsoft.com/office/drawing/2014/main" id="{BE229D72-BB8B-4122-96D4-B9E0862FC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992"/>
                <a:ext cx="62" cy="72"/>
              </a:xfrm>
              <a:custGeom>
                <a:avLst/>
                <a:gdLst>
                  <a:gd name="T0" fmla="*/ 165 w 38"/>
                  <a:gd name="T1" fmla="*/ 0 h 41"/>
                  <a:gd name="T2" fmla="*/ 77 w 38"/>
                  <a:gd name="T3" fmla="*/ 179 h 41"/>
                  <a:gd name="T4" fmla="*/ 0 w 38"/>
                  <a:gd name="T5" fmla="*/ 22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38" y="0"/>
                    </a:moveTo>
                    <a:cubicBezTo>
                      <a:pt x="33" y="11"/>
                      <a:pt x="29" y="25"/>
                      <a:pt x="18" y="33"/>
                    </a:cubicBezTo>
                    <a:cubicBezTo>
                      <a:pt x="12" y="37"/>
                      <a:pt x="6" y="39"/>
                      <a:pt x="0" y="4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15" name="Freeform 49">
                <a:extLst>
                  <a:ext uri="{FF2B5EF4-FFF2-40B4-BE49-F238E27FC236}">
                    <a16:creationId xmlns:a16="http://schemas.microsoft.com/office/drawing/2014/main" id="{62208792-D7EC-4C01-8090-123B48D4A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3119"/>
                <a:ext cx="92" cy="47"/>
              </a:xfrm>
              <a:custGeom>
                <a:avLst/>
                <a:gdLst>
                  <a:gd name="T0" fmla="*/ 248 w 56"/>
                  <a:gd name="T1" fmla="*/ 0 h 27"/>
                  <a:gd name="T2" fmla="*/ 214 w 56"/>
                  <a:gd name="T3" fmla="*/ 42 h 27"/>
                  <a:gd name="T4" fmla="*/ 164 w 56"/>
                  <a:gd name="T5" fmla="*/ 85 h 27"/>
                  <a:gd name="T6" fmla="*/ 81 w 56"/>
                  <a:gd name="T7" fmla="*/ 99 h 27"/>
                  <a:gd name="T8" fmla="*/ 0 w 56"/>
                  <a:gd name="T9" fmla="*/ 13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0"/>
                    </a:moveTo>
                    <a:cubicBezTo>
                      <a:pt x="55" y="3"/>
                      <a:pt x="50" y="6"/>
                      <a:pt x="48" y="8"/>
                    </a:cubicBezTo>
                    <a:cubicBezTo>
                      <a:pt x="45" y="11"/>
                      <a:pt x="41" y="14"/>
                      <a:pt x="37" y="16"/>
                    </a:cubicBezTo>
                    <a:cubicBezTo>
                      <a:pt x="31" y="18"/>
                      <a:pt x="24" y="18"/>
                      <a:pt x="18" y="19"/>
                    </a:cubicBezTo>
                    <a:cubicBezTo>
                      <a:pt x="13" y="20"/>
                      <a:pt x="5" y="27"/>
                      <a:pt x="0" y="2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16" name="Freeform 50">
                <a:extLst>
                  <a:ext uri="{FF2B5EF4-FFF2-40B4-BE49-F238E27FC236}">
                    <a16:creationId xmlns:a16="http://schemas.microsoft.com/office/drawing/2014/main" id="{3D024024-DC93-4C08-8245-D7F5BFD78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630"/>
                <a:ext cx="20" cy="84"/>
              </a:xfrm>
              <a:custGeom>
                <a:avLst/>
                <a:gdLst>
                  <a:gd name="T0" fmla="*/ 0 w 12"/>
                  <a:gd name="T1" fmla="*/ 0 h 48"/>
                  <a:gd name="T2" fmla="*/ 42 w 12"/>
                  <a:gd name="T3" fmla="*/ 130 h 48"/>
                  <a:gd name="T4" fmla="*/ 37 w 12"/>
                  <a:gd name="T5" fmla="*/ 25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0" y="0"/>
                    </a:moveTo>
                    <a:cubicBezTo>
                      <a:pt x="5" y="6"/>
                      <a:pt x="8" y="16"/>
                      <a:pt x="9" y="24"/>
                    </a:cubicBezTo>
                    <a:cubicBezTo>
                      <a:pt x="10" y="30"/>
                      <a:pt x="12" y="42"/>
                      <a:pt x="8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17" name="Freeform 51">
                <a:extLst>
                  <a:ext uri="{FF2B5EF4-FFF2-40B4-BE49-F238E27FC236}">
                    <a16:creationId xmlns:a16="http://schemas.microsoft.com/office/drawing/2014/main" id="{C6F2DA20-BB0D-46C0-923E-00C6DE142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794"/>
                <a:ext cx="21" cy="94"/>
              </a:xfrm>
              <a:custGeom>
                <a:avLst/>
                <a:gdLst>
                  <a:gd name="T0" fmla="*/ 39 w 13"/>
                  <a:gd name="T1" fmla="*/ 0 h 54"/>
                  <a:gd name="T2" fmla="*/ 50 w 13"/>
                  <a:gd name="T3" fmla="*/ 94 h 54"/>
                  <a:gd name="T4" fmla="*/ 42 w 13"/>
                  <a:gd name="T5" fmla="*/ 185 h 54"/>
                  <a:gd name="T6" fmla="*/ 0 w 13"/>
                  <a:gd name="T7" fmla="*/ 285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4">
                    <a:moveTo>
                      <a:pt x="9" y="0"/>
                    </a:moveTo>
                    <a:cubicBezTo>
                      <a:pt x="9" y="6"/>
                      <a:pt x="11" y="12"/>
                      <a:pt x="12" y="18"/>
                    </a:cubicBezTo>
                    <a:cubicBezTo>
                      <a:pt x="13" y="24"/>
                      <a:pt x="11" y="29"/>
                      <a:pt x="10" y="35"/>
                    </a:cubicBezTo>
                    <a:cubicBezTo>
                      <a:pt x="8" y="42"/>
                      <a:pt x="4" y="49"/>
                      <a:pt x="0" y="5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18" name="Freeform 52">
                <a:extLst>
                  <a:ext uri="{FF2B5EF4-FFF2-40B4-BE49-F238E27FC236}">
                    <a16:creationId xmlns:a16="http://schemas.microsoft.com/office/drawing/2014/main" id="{A26E78C7-C5EC-40FB-9D7D-BB0F3C86B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733"/>
                <a:ext cx="18" cy="101"/>
              </a:xfrm>
              <a:custGeom>
                <a:avLst/>
                <a:gdLst>
                  <a:gd name="T0" fmla="*/ 21 w 11"/>
                  <a:gd name="T1" fmla="*/ 0 h 58"/>
                  <a:gd name="T2" fmla="*/ 43 w 11"/>
                  <a:gd name="T3" fmla="*/ 85 h 58"/>
                  <a:gd name="T4" fmla="*/ 41 w 11"/>
                  <a:gd name="T5" fmla="*/ 179 h 58"/>
                  <a:gd name="T6" fmla="*/ 21 w 11"/>
                  <a:gd name="T7" fmla="*/ 258 h 58"/>
                  <a:gd name="T8" fmla="*/ 0 w 11"/>
                  <a:gd name="T9" fmla="*/ 30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8">
                    <a:moveTo>
                      <a:pt x="5" y="0"/>
                    </a:moveTo>
                    <a:cubicBezTo>
                      <a:pt x="5" y="5"/>
                      <a:pt x="9" y="11"/>
                      <a:pt x="10" y="16"/>
                    </a:cubicBezTo>
                    <a:cubicBezTo>
                      <a:pt x="11" y="22"/>
                      <a:pt x="10" y="28"/>
                      <a:pt x="9" y="34"/>
                    </a:cubicBezTo>
                    <a:cubicBezTo>
                      <a:pt x="8" y="39"/>
                      <a:pt x="8" y="44"/>
                      <a:pt x="5" y="49"/>
                    </a:cubicBezTo>
                    <a:cubicBezTo>
                      <a:pt x="3" y="53"/>
                      <a:pt x="1" y="55"/>
                      <a:pt x="0" y="5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19" name="Freeform 53">
                <a:extLst>
                  <a:ext uri="{FF2B5EF4-FFF2-40B4-BE49-F238E27FC236}">
                    <a16:creationId xmlns:a16="http://schemas.microsoft.com/office/drawing/2014/main" id="{DAABDF47-4C67-425D-B57B-628FFCA27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949"/>
                <a:ext cx="46" cy="73"/>
              </a:xfrm>
              <a:custGeom>
                <a:avLst/>
                <a:gdLst>
                  <a:gd name="T0" fmla="*/ 125 w 28"/>
                  <a:gd name="T1" fmla="*/ 0 h 42"/>
                  <a:gd name="T2" fmla="*/ 84 w 28"/>
                  <a:gd name="T3" fmla="*/ 122 h 42"/>
                  <a:gd name="T4" fmla="*/ 0 w 28"/>
                  <a:gd name="T5" fmla="*/ 22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8" y="0"/>
                    </a:moveTo>
                    <a:cubicBezTo>
                      <a:pt x="26" y="8"/>
                      <a:pt x="24" y="15"/>
                      <a:pt x="19" y="23"/>
                    </a:cubicBezTo>
                    <a:cubicBezTo>
                      <a:pt x="14" y="31"/>
                      <a:pt x="5" y="35"/>
                      <a:pt x="0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20" name="Freeform 54">
                <a:extLst>
                  <a:ext uri="{FF2B5EF4-FFF2-40B4-BE49-F238E27FC236}">
                    <a16:creationId xmlns:a16="http://schemas.microsoft.com/office/drawing/2014/main" id="{3A4A93E8-6288-4F7E-9C2F-9A5BC2C25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841"/>
                <a:ext cx="35" cy="102"/>
              </a:xfrm>
              <a:custGeom>
                <a:avLst/>
                <a:gdLst>
                  <a:gd name="T0" fmla="*/ 83 w 21"/>
                  <a:gd name="T1" fmla="*/ 0 h 59"/>
                  <a:gd name="T2" fmla="*/ 75 w 21"/>
                  <a:gd name="T3" fmla="*/ 201 h 59"/>
                  <a:gd name="T4" fmla="*/ 0 w 21"/>
                  <a:gd name="T5" fmla="*/ 304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9">
                    <a:moveTo>
                      <a:pt x="18" y="0"/>
                    </a:moveTo>
                    <a:cubicBezTo>
                      <a:pt x="18" y="14"/>
                      <a:pt x="21" y="25"/>
                      <a:pt x="16" y="39"/>
                    </a:cubicBezTo>
                    <a:cubicBezTo>
                      <a:pt x="12" y="46"/>
                      <a:pt x="7" y="55"/>
                      <a:pt x="0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21" name="Freeform 55">
                <a:extLst>
                  <a:ext uri="{FF2B5EF4-FFF2-40B4-BE49-F238E27FC236}">
                    <a16:creationId xmlns:a16="http://schemas.microsoft.com/office/drawing/2014/main" id="{FE83FF0B-1AB1-4E2F-81FC-191AA2DA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062"/>
                <a:ext cx="62" cy="50"/>
              </a:xfrm>
              <a:custGeom>
                <a:avLst/>
                <a:gdLst>
                  <a:gd name="T0" fmla="*/ 165 w 38"/>
                  <a:gd name="T1" fmla="*/ 0 h 29"/>
                  <a:gd name="T2" fmla="*/ 83 w 38"/>
                  <a:gd name="T3" fmla="*/ 107 h 29"/>
                  <a:gd name="T4" fmla="*/ 0 w 38"/>
                  <a:gd name="T5" fmla="*/ 14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29" y="3"/>
                      <a:pt x="25" y="15"/>
                      <a:pt x="19" y="21"/>
                    </a:cubicBezTo>
                    <a:cubicBezTo>
                      <a:pt x="13" y="26"/>
                      <a:pt x="6" y="26"/>
                      <a:pt x="0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22" name="Freeform 56">
                <a:extLst>
                  <a:ext uri="{FF2B5EF4-FFF2-40B4-BE49-F238E27FC236}">
                    <a16:creationId xmlns:a16="http://schemas.microsoft.com/office/drawing/2014/main" id="{5D319C12-9E6C-4CAF-8DAF-AC90D50AE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164"/>
                <a:ext cx="94" cy="14"/>
              </a:xfrm>
              <a:custGeom>
                <a:avLst/>
                <a:gdLst>
                  <a:gd name="T0" fmla="*/ 246 w 58"/>
                  <a:gd name="T1" fmla="*/ 0 h 8"/>
                  <a:gd name="T2" fmla="*/ 170 w 58"/>
                  <a:gd name="T3" fmla="*/ 33 h 8"/>
                  <a:gd name="T4" fmla="*/ 84 w 58"/>
                  <a:gd name="T5" fmla="*/ 28 h 8"/>
                  <a:gd name="T6" fmla="*/ 0 w 58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">
                    <a:moveTo>
                      <a:pt x="58" y="0"/>
                    </a:moveTo>
                    <a:cubicBezTo>
                      <a:pt x="53" y="3"/>
                      <a:pt x="45" y="5"/>
                      <a:pt x="40" y="6"/>
                    </a:cubicBezTo>
                    <a:cubicBezTo>
                      <a:pt x="33" y="8"/>
                      <a:pt x="26" y="6"/>
                      <a:pt x="20" y="5"/>
                    </a:cubicBezTo>
                    <a:cubicBezTo>
                      <a:pt x="15" y="4"/>
                      <a:pt x="2" y="6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23" name="Freeform 57">
                <a:extLst>
                  <a:ext uri="{FF2B5EF4-FFF2-40B4-BE49-F238E27FC236}">
                    <a16:creationId xmlns:a16="http://schemas.microsoft.com/office/drawing/2014/main" id="{308FC47B-90C8-4F09-8CEE-78D96ED29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3093"/>
                <a:ext cx="65" cy="47"/>
              </a:xfrm>
              <a:custGeom>
                <a:avLst/>
                <a:gdLst>
                  <a:gd name="T0" fmla="*/ 172 w 40"/>
                  <a:gd name="T1" fmla="*/ 0 h 27"/>
                  <a:gd name="T2" fmla="*/ 88 w 40"/>
                  <a:gd name="T3" fmla="*/ 99 h 27"/>
                  <a:gd name="T4" fmla="*/ 0 w 40"/>
                  <a:gd name="T5" fmla="*/ 13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7">
                    <a:moveTo>
                      <a:pt x="40" y="0"/>
                    </a:moveTo>
                    <a:cubicBezTo>
                      <a:pt x="39" y="10"/>
                      <a:pt x="27" y="15"/>
                      <a:pt x="20" y="19"/>
                    </a:cubicBezTo>
                    <a:cubicBezTo>
                      <a:pt x="14" y="23"/>
                      <a:pt x="7" y="27"/>
                      <a:pt x="0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24" name="Freeform 58">
                <a:extLst>
                  <a:ext uri="{FF2B5EF4-FFF2-40B4-BE49-F238E27FC236}">
                    <a16:creationId xmlns:a16="http://schemas.microsoft.com/office/drawing/2014/main" id="{2CD38B0F-4BFA-4F6C-A5F6-6AD79A7D1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046"/>
                <a:ext cx="64" cy="58"/>
              </a:xfrm>
              <a:custGeom>
                <a:avLst/>
                <a:gdLst>
                  <a:gd name="T0" fmla="*/ 172 w 39"/>
                  <a:gd name="T1" fmla="*/ 0 h 33"/>
                  <a:gd name="T2" fmla="*/ 151 w 39"/>
                  <a:gd name="T3" fmla="*/ 56 h 33"/>
                  <a:gd name="T4" fmla="*/ 105 w 39"/>
                  <a:gd name="T5" fmla="*/ 109 h 33"/>
                  <a:gd name="T6" fmla="*/ 0 w 39"/>
                  <a:gd name="T7" fmla="*/ 17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3">
                    <a:moveTo>
                      <a:pt x="39" y="0"/>
                    </a:moveTo>
                    <a:cubicBezTo>
                      <a:pt x="37" y="3"/>
                      <a:pt x="36" y="7"/>
                      <a:pt x="34" y="10"/>
                    </a:cubicBezTo>
                    <a:cubicBezTo>
                      <a:pt x="31" y="14"/>
                      <a:pt x="28" y="17"/>
                      <a:pt x="24" y="20"/>
                    </a:cubicBezTo>
                    <a:cubicBezTo>
                      <a:pt x="16" y="25"/>
                      <a:pt x="8" y="28"/>
                      <a:pt x="0" y="3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25" name="Freeform 59">
                <a:extLst>
                  <a:ext uri="{FF2B5EF4-FFF2-40B4-BE49-F238E27FC236}">
                    <a16:creationId xmlns:a16="http://schemas.microsoft.com/office/drawing/2014/main" id="{3B923B22-795D-4FED-8DDC-EB2A9FBB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3163"/>
                <a:ext cx="82" cy="12"/>
              </a:xfrm>
              <a:custGeom>
                <a:avLst/>
                <a:gdLst>
                  <a:gd name="T0" fmla="*/ 0 w 50"/>
                  <a:gd name="T1" fmla="*/ 0 h 7"/>
                  <a:gd name="T2" fmla="*/ 54 w 50"/>
                  <a:gd name="T3" fmla="*/ 26 h 7"/>
                  <a:gd name="T4" fmla="*/ 139 w 50"/>
                  <a:gd name="T5" fmla="*/ 29 h 7"/>
                  <a:gd name="T6" fmla="*/ 220 w 50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">
                    <a:moveTo>
                      <a:pt x="0" y="0"/>
                    </a:moveTo>
                    <a:cubicBezTo>
                      <a:pt x="4" y="1"/>
                      <a:pt x="8" y="4"/>
                      <a:pt x="12" y="5"/>
                    </a:cubicBezTo>
                    <a:cubicBezTo>
                      <a:pt x="18" y="7"/>
                      <a:pt x="26" y="7"/>
                      <a:pt x="32" y="6"/>
                    </a:cubicBezTo>
                    <a:cubicBezTo>
                      <a:pt x="38" y="5"/>
                      <a:pt x="44" y="4"/>
                      <a:pt x="5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26" name="Freeform 60">
                <a:extLst>
                  <a:ext uri="{FF2B5EF4-FFF2-40B4-BE49-F238E27FC236}">
                    <a16:creationId xmlns:a16="http://schemas.microsoft.com/office/drawing/2014/main" id="{5DFD253F-632C-4E3F-B467-E2997BBD7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3121"/>
                <a:ext cx="66" cy="33"/>
              </a:xfrm>
              <a:custGeom>
                <a:avLst/>
                <a:gdLst>
                  <a:gd name="T0" fmla="*/ 180 w 40"/>
                  <a:gd name="T1" fmla="*/ 99 h 19"/>
                  <a:gd name="T2" fmla="*/ 0 w 40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9">
                    <a:moveTo>
                      <a:pt x="40" y="19"/>
                    </a:moveTo>
                    <a:cubicBezTo>
                      <a:pt x="30" y="12"/>
                      <a:pt x="4" y="1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27" name="Freeform 61">
                <a:extLst>
                  <a:ext uri="{FF2B5EF4-FFF2-40B4-BE49-F238E27FC236}">
                    <a16:creationId xmlns:a16="http://schemas.microsoft.com/office/drawing/2014/main" id="{ADB5ABB4-A801-44E0-9845-CB8471C7C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175"/>
                <a:ext cx="90" cy="14"/>
              </a:xfrm>
              <a:custGeom>
                <a:avLst/>
                <a:gdLst>
                  <a:gd name="T0" fmla="*/ 0 w 55"/>
                  <a:gd name="T1" fmla="*/ 0 h 8"/>
                  <a:gd name="T2" fmla="*/ 115 w 55"/>
                  <a:gd name="T3" fmla="*/ 37 h 8"/>
                  <a:gd name="T4" fmla="*/ 241 w 55"/>
                  <a:gd name="T5" fmla="*/ 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8">
                    <a:moveTo>
                      <a:pt x="0" y="0"/>
                    </a:moveTo>
                    <a:cubicBezTo>
                      <a:pt x="7" y="8"/>
                      <a:pt x="16" y="8"/>
                      <a:pt x="26" y="7"/>
                    </a:cubicBezTo>
                    <a:cubicBezTo>
                      <a:pt x="35" y="7"/>
                      <a:pt x="47" y="5"/>
                      <a:pt x="5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28" name="Freeform 62">
                <a:extLst>
                  <a:ext uri="{FF2B5EF4-FFF2-40B4-BE49-F238E27FC236}">
                    <a16:creationId xmlns:a16="http://schemas.microsoft.com/office/drawing/2014/main" id="{7D4ED5F1-60DC-431C-8762-6BFA984E3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3145"/>
                <a:ext cx="71" cy="30"/>
              </a:xfrm>
              <a:custGeom>
                <a:avLst/>
                <a:gdLst>
                  <a:gd name="T0" fmla="*/ 186 w 44"/>
                  <a:gd name="T1" fmla="*/ 94 h 17"/>
                  <a:gd name="T2" fmla="*/ 118 w 44"/>
                  <a:gd name="T3" fmla="*/ 86 h 17"/>
                  <a:gd name="T4" fmla="*/ 68 w 44"/>
                  <a:gd name="T5" fmla="*/ 72 h 17"/>
                  <a:gd name="T6" fmla="*/ 21 w 44"/>
                  <a:gd name="T7" fmla="*/ 37 h 17"/>
                  <a:gd name="T8" fmla="*/ 0 w 4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7">
                    <a:moveTo>
                      <a:pt x="44" y="17"/>
                    </a:moveTo>
                    <a:cubicBezTo>
                      <a:pt x="39" y="15"/>
                      <a:pt x="33" y="17"/>
                      <a:pt x="28" y="16"/>
                    </a:cubicBezTo>
                    <a:cubicBezTo>
                      <a:pt x="24" y="16"/>
                      <a:pt x="20" y="14"/>
                      <a:pt x="16" y="13"/>
                    </a:cubicBezTo>
                    <a:cubicBezTo>
                      <a:pt x="12" y="12"/>
                      <a:pt x="9" y="10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29" name="Freeform 63">
                <a:extLst>
                  <a:ext uri="{FF2B5EF4-FFF2-40B4-BE49-F238E27FC236}">
                    <a16:creationId xmlns:a16="http://schemas.microsoft.com/office/drawing/2014/main" id="{6E2B6614-FCAC-45CE-81EF-82C9AD56F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3114"/>
                <a:ext cx="58" cy="30"/>
              </a:xfrm>
              <a:custGeom>
                <a:avLst/>
                <a:gdLst>
                  <a:gd name="T0" fmla="*/ 150 w 36"/>
                  <a:gd name="T1" fmla="*/ 94 h 17"/>
                  <a:gd name="T2" fmla="*/ 90 w 36"/>
                  <a:gd name="T3" fmla="*/ 78 h 17"/>
                  <a:gd name="T4" fmla="*/ 50 w 36"/>
                  <a:gd name="T5" fmla="*/ 60 h 17"/>
                  <a:gd name="T6" fmla="*/ 0 w 3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36" y="17"/>
                    </a:moveTo>
                    <a:cubicBezTo>
                      <a:pt x="31" y="17"/>
                      <a:pt x="27" y="15"/>
                      <a:pt x="22" y="14"/>
                    </a:cubicBezTo>
                    <a:cubicBezTo>
                      <a:pt x="18" y="13"/>
                      <a:pt x="16" y="13"/>
                      <a:pt x="12" y="11"/>
                    </a:cubicBezTo>
                    <a:cubicBezTo>
                      <a:pt x="8" y="8"/>
                      <a:pt x="3" y="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30" name="Freeform 64">
                <a:extLst>
                  <a:ext uri="{FF2B5EF4-FFF2-40B4-BE49-F238E27FC236}">
                    <a16:creationId xmlns:a16="http://schemas.microsoft.com/office/drawing/2014/main" id="{7AF1D6FB-CD75-4A6C-8F3E-B32DA6F5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2702"/>
                <a:ext cx="36" cy="73"/>
              </a:xfrm>
              <a:custGeom>
                <a:avLst/>
                <a:gdLst>
                  <a:gd name="T0" fmla="*/ 97 w 22"/>
                  <a:gd name="T1" fmla="*/ 28 h 42"/>
                  <a:gd name="T2" fmla="*/ 75 w 22"/>
                  <a:gd name="T3" fmla="*/ 0 h 42"/>
                  <a:gd name="T4" fmla="*/ 18 w 22"/>
                  <a:gd name="T5" fmla="*/ 16 h 42"/>
                  <a:gd name="T6" fmla="*/ 18 w 22"/>
                  <a:gd name="T7" fmla="*/ 122 h 42"/>
                  <a:gd name="T8" fmla="*/ 43 w 22"/>
                  <a:gd name="T9" fmla="*/ 212 h 42"/>
                  <a:gd name="T10" fmla="*/ 92 w 22"/>
                  <a:gd name="T11" fmla="*/ 212 h 42"/>
                  <a:gd name="T12" fmla="*/ 92 w 22"/>
                  <a:gd name="T13" fmla="*/ 20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2">
                    <a:moveTo>
                      <a:pt x="22" y="5"/>
                    </a:moveTo>
                    <a:cubicBezTo>
                      <a:pt x="21" y="2"/>
                      <a:pt x="21" y="0"/>
                      <a:pt x="17" y="0"/>
                    </a:cubicBezTo>
                    <a:cubicBezTo>
                      <a:pt x="14" y="0"/>
                      <a:pt x="6" y="1"/>
                      <a:pt x="4" y="3"/>
                    </a:cubicBezTo>
                    <a:cubicBezTo>
                      <a:pt x="0" y="5"/>
                      <a:pt x="3" y="18"/>
                      <a:pt x="4" y="23"/>
                    </a:cubicBezTo>
                    <a:cubicBezTo>
                      <a:pt x="4" y="28"/>
                      <a:pt x="4" y="38"/>
                      <a:pt x="10" y="40"/>
                    </a:cubicBezTo>
                    <a:cubicBezTo>
                      <a:pt x="13" y="42"/>
                      <a:pt x="17" y="41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31" name="Freeform 65">
                <a:extLst>
                  <a:ext uri="{FF2B5EF4-FFF2-40B4-BE49-F238E27FC236}">
                    <a16:creationId xmlns:a16="http://schemas.microsoft.com/office/drawing/2014/main" id="{24F3F0AE-0F26-44F3-86C9-EC7307243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2569"/>
                <a:ext cx="42" cy="73"/>
              </a:xfrm>
              <a:custGeom>
                <a:avLst/>
                <a:gdLst>
                  <a:gd name="T0" fmla="*/ 68 w 26"/>
                  <a:gd name="T1" fmla="*/ 221 h 42"/>
                  <a:gd name="T2" fmla="*/ 0 w 26"/>
                  <a:gd name="T3" fmla="*/ 156 h 42"/>
                  <a:gd name="T4" fmla="*/ 34 w 26"/>
                  <a:gd name="T5" fmla="*/ 21 h 42"/>
                  <a:gd name="T6" fmla="*/ 97 w 26"/>
                  <a:gd name="T7" fmla="*/ 28 h 42"/>
                  <a:gd name="T8" fmla="*/ 110 w 26"/>
                  <a:gd name="T9" fmla="*/ 5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16" y="42"/>
                    </a:moveTo>
                    <a:cubicBezTo>
                      <a:pt x="7" y="42"/>
                      <a:pt x="1" y="40"/>
                      <a:pt x="0" y="30"/>
                    </a:cubicBezTo>
                    <a:cubicBezTo>
                      <a:pt x="0" y="23"/>
                      <a:pt x="3" y="10"/>
                      <a:pt x="8" y="4"/>
                    </a:cubicBezTo>
                    <a:cubicBezTo>
                      <a:pt x="12" y="0"/>
                      <a:pt x="19" y="3"/>
                      <a:pt x="23" y="5"/>
                    </a:cubicBezTo>
                    <a:cubicBezTo>
                      <a:pt x="26" y="6"/>
                      <a:pt x="26" y="7"/>
                      <a:pt x="26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32" name="Freeform 66">
                <a:extLst>
                  <a:ext uri="{FF2B5EF4-FFF2-40B4-BE49-F238E27FC236}">
                    <a16:creationId xmlns:a16="http://schemas.microsoft.com/office/drawing/2014/main" id="{C0A36E7B-CC74-4FFF-9740-9A2F949CB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2822"/>
                <a:ext cx="35" cy="73"/>
              </a:xfrm>
              <a:custGeom>
                <a:avLst/>
                <a:gdLst>
                  <a:gd name="T0" fmla="*/ 55 w 21"/>
                  <a:gd name="T1" fmla="*/ 0 h 42"/>
                  <a:gd name="T2" fmla="*/ 28 w 21"/>
                  <a:gd name="T3" fmla="*/ 16 h 42"/>
                  <a:gd name="T4" fmla="*/ 0 w 21"/>
                  <a:gd name="T5" fmla="*/ 42 h 42"/>
                  <a:gd name="T6" fmla="*/ 13 w 21"/>
                  <a:gd name="T7" fmla="*/ 106 h 42"/>
                  <a:gd name="T8" fmla="*/ 28 w 21"/>
                  <a:gd name="T9" fmla="*/ 163 h 42"/>
                  <a:gd name="T10" fmla="*/ 63 w 21"/>
                  <a:gd name="T11" fmla="*/ 214 h 42"/>
                  <a:gd name="T12" fmla="*/ 97 w 21"/>
                  <a:gd name="T13" fmla="*/ 20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2">
                    <a:moveTo>
                      <a:pt x="12" y="0"/>
                    </a:moveTo>
                    <a:cubicBezTo>
                      <a:pt x="10" y="0"/>
                      <a:pt x="7" y="2"/>
                      <a:pt x="6" y="3"/>
                    </a:cubicBezTo>
                    <a:cubicBezTo>
                      <a:pt x="3" y="4"/>
                      <a:pt x="1" y="5"/>
                      <a:pt x="0" y="8"/>
                    </a:cubicBezTo>
                    <a:cubicBezTo>
                      <a:pt x="0" y="12"/>
                      <a:pt x="2" y="16"/>
                      <a:pt x="3" y="20"/>
                    </a:cubicBezTo>
                    <a:cubicBezTo>
                      <a:pt x="4" y="24"/>
                      <a:pt x="4" y="28"/>
                      <a:pt x="6" y="31"/>
                    </a:cubicBezTo>
                    <a:cubicBezTo>
                      <a:pt x="7" y="36"/>
                      <a:pt x="9" y="42"/>
                      <a:pt x="14" y="41"/>
                    </a:cubicBezTo>
                    <a:cubicBezTo>
                      <a:pt x="17" y="41"/>
                      <a:pt x="20" y="40"/>
                      <a:pt x="21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33" name="Freeform 67">
                <a:extLst>
                  <a:ext uri="{FF2B5EF4-FFF2-40B4-BE49-F238E27FC236}">
                    <a16:creationId xmlns:a16="http://schemas.microsoft.com/office/drawing/2014/main" id="{6F6552CB-C110-4E63-9DAA-DB650CEBE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945"/>
                <a:ext cx="57" cy="68"/>
              </a:xfrm>
              <a:custGeom>
                <a:avLst/>
                <a:gdLst>
                  <a:gd name="T0" fmla="*/ 75 w 35"/>
                  <a:gd name="T1" fmla="*/ 16 h 39"/>
                  <a:gd name="T2" fmla="*/ 21 w 35"/>
                  <a:gd name="T3" fmla="*/ 49 h 39"/>
                  <a:gd name="T4" fmla="*/ 64 w 35"/>
                  <a:gd name="T5" fmla="*/ 164 h 39"/>
                  <a:gd name="T6" fmla="*/ 122 w 35"/>
                  <a:gd name="T7" fmla="*/ 201 h 39"/>
                  <a:gd name="T8" fmla="*/ 151 w 35"/>
                  <a:gd name="T9" fmla="*/ 17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9">
                    <a:moveTo>
                      <a:pt x="17" y="3"/>
                    </a:moveTo>
                    <a:cubicBezTo>
                      <a:pt x="12" y="0"/>
                      <a:pt x="7" y="6"/>
                      <a:pt x="5" y="9"/>
                    </a:cubicBezTo>
                    <a:cubicBezTo>
                      <a:pt x="0" y="16"/>
                      <a:pt x="10" y="26"/>
                      <a:pt x="15" y="31"/>
                    </a:cubicBezTo>
                    <a:cubicBezTo>
                      <a:pt x="19" y="35"/>
                      <a:pt x="23" y="39"/>
                      <a:pt x="28" y="38"/>
                    </a:cubicBezTo>
                    <a:cubicBezTo>
                      <a:pt x="31" y="38"/>
                      <a:pt x="35" y="36"/>
                      <a:pt x="35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34" name="Freeform 68">
                <a:extLst>
                  <a:ext uri="{FF2B5EF4-FFF2-40B4-BE49-F238E27FC236}">
                    <a16:creationId xmlns:a16="http://schemas.microsoft.com/office/drawing/2014/main" id="{2B04EB8C-37EC-4AD9-B269-A1AFAF171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3053"/>
                <a:ext cx="60" cy="75"/>
              </a:xfrm>
              <a:custGeom>
                <a:avLst/>
                <a:gdLst>
                  <a:gd name="T0" fmla="*/ 42 w 37"/>
                  <a:gd name="T1" fmla="*/ 30 h 43"/>
                  <a:gd name="T2" fmla="*/ 8 w 37"/>
                  <a:gd name="T3" fmla="*/ 78 h 43"/>
                  <a:gd name="T4" fmla="*/ 76 w 37"/>
                  <a:gd name="T5" fmla="*/ 192 h 43"/>
                  <a:gd name="T6" fmla="*/ 143 w 37"/>
                  <a:gd name="T7" fmla="*/ 197 h 43"/>
                  <a:gd name="T8" fmla="*/ 149 w 37"/>
                  <a:gd name="T9" fmla="*/ 136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3">
                    <a:moveTo>
                      <a:pt x="10" y="6"/>
                    </a:moveTo>
                    <a:cubicBezTo>
                      <a:pt x="8" y="0"/>
                      <a:pt x="2" y="13"/>
                      <a:pt x="2" y="15"/>
                    </a:cubicBezTo>
                    <a:cubicBezTo>
                      <a:pt x="0" y="24"/>
                      <a:pt x="11" y="32"/>
                      <a:pt x="18" y="36"/>
                    </a:cubicBezTo>
                    <a:cubicBezTo>
                      <a:pt x="22" y="38"/>
                      <a:pt x="29" y="43"/>
                      <a:pt x="33" y="37"/>
                    </a:cubicBezTo>
                    <a:cubicBezTo>
                      <a:pt x="35" y="35"/>
                      <a:pt x="37" y="30"/>
                      <a:pt x="35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35" name="Freeform 69">
                <a:extLst>
                  <a:ext uri="{FF2B5EF4-FFF2-40B4-BE49-F238E27FC236}">
                    <a16:creationId xmlns:a16="http://schemas.microsoft.com/office/drawing/2014/main" id="{FA1B1E74-0264-4E65-B006-9D60CA9CA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2637"/>
                <a:ext cx="19" cy="68"/>
              </a:xfrm>
              <a:custGeom>
                <a:avLst/>
                <a:gdLst>
                  <a:gd name="T0" fmla="*/ 48 w 12"/>
                  <a:gd name="T1" fmla="*/ 9 h 39"/>
                  <a:gd name="T2" fmla="*/ 25 w 12"/>
                  <a:gd name="T3" fmla="*/ 5 h 39"/>
                  <a:gd name="T4" fmla="*/ 8 w 12"/>
                  <a:gd name="T5" fmla="*/ 85 h 39"/>
                  <a:gd name="T6" fmla="*/ 0 w 12"/>
                  <a:gd name="T7" fmla="*/ 176 h 39"/>
                  <a:gd name="T8" fmla="*/ 8 w 12"/>
                  <a:gd name="T9" fmla="*/ 20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9">
                    <a:moveTo>
                      <a:pt x="12" y="2"/>
                    </a:moveTo>
                    <a:cubicBezTo>
                      <a:pt x="10" y="2"/>
                      <a:pt x="7" y="0"/>
                      <a:pt x="6" y="1"/>
                    </a:cubicBezTo>
                    <a:cubicBezTo>
                      <a:pt x="3" y="2"/>
                      <a:pt x="2" y="13"/>
                      <a:pt x="2" y="16"/>
                    </a:cubicBezTo>
                    <a:cubicBezTo>
                      <a:pt x="1" y="21"/>
                      <a:pt x="0" y="27"/>
                      <a:pt x="0" y="33"/>
                    </a:cubicBezTo>
                    <a:cubicBezTo>
                      <a:pt x="0" y="35"/>
                      <a:pt x="0" y="38"/>
                      <a:pt x="2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36" name="Freeform 70">
                <a:extLst>
                  <a:ext uri="{FF2B5EF4-FFF2-40B4-BE49-F238E27FC236}">
                    <a16:creationId xmlns:a16="http://schemas.microsoft.com/office/drawing/2014/main" id="{160257E4-B170-41A0-9CF0-FAB30CE8F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2773"/>
                <a:ext cx="18" cy="59"/>
              </a:xfrm>
              <a:custGeom>
                <a:avLst/>
                <a:gdLst>
                  <a:gd name="T0" fmla="*/ 41 w 11"/>
                  <a:gd name="T1" fmla="*/ 5 h 34"/>
                  <a:gd name="T2" fmla="*/ 8 w 11"/>
                  <a:gd name="T3" fmla="*/ 21 h 34"/>
                  <a:gd name="T4" fmla="*/ 18 w 11"/>
                  <a:gd name="T5" fmla="*/ 99 h 34"/>
                  <a:gd name="T6" fmla="*/ 47 w 11"/>
                  <a:gd name="T7" fmla="*/ 16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4">
                    <a:moveTo>
                      <a:pt x="9" y="1"/>
                    </a:moveTo>
                    <a:cubicBezTo>
                      <a:pt x="6" y="1"/>
                      <a:pt x="3" y="0"/>
                      <a:pt x="2" y="4"/>
                    </a:cubicBezTo>
                    <a:cubicBezTo>
                      <a:pt x="0" y="8"/>
                      <a:pt x="3" y="15"/>
                      <a:pt x="4" y="19"/>
                    </a:cubicBezTo>
                    <a:cubicBezTo>
                      <a:pt x="5" y="22"/>
                      <a:pt x="6" y="34"/>
                      <a:pt x="11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37" name="Freeform 71">
                <a:extLst>
                  <a:ext uri="{FF2B5EF4-FFF2-40B4-BE49-F238E27FC236}">
                    <a16:creationId xmlns:a16="http://schemas.microsoft.com/office/drawing/2014/main" id="{A2CF2CA4-3962-4836-8758-45BD47907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2895"/>
                <a:ext cx="39" cy="64"/>
              </a:xfrm>
              <a:custGeom>
                <a:avLst/>
                <a:gdLst>
                  <a:gd name="T0" fmla="*/ 55 w 24"/>
                  <a:gd name="T1" fmla="*/ 0 h 37"/>
                  <a:gd name="T2" fmla="*/ 60 w 24"/>
                  <a:gd name="T3" fmla="*/ 144 h 37"/>
                  <a:gd name="T4" fmla="*/ 102 w 24"/>
                  <a:gd name="T5" fmla="*/ 19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13" y="0"/>
                    </a:moveTo>
                    <a:cubicBezTo>
                      <a:pt x="0" y="2"/>
                      <a:pt x="11" y="21"/>
                      <a:pt x="14" y="28"/>
                    </a:cubicBezTo>
                    <a:cubicBezTo>
                      <a:pt x="16" y="32"/>
                      <a:pt x="19" y="37"/>
                      <a:pt x="24" y="3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38" name="Freeform 72">
                <a:extLst>
                  <a:ext uri="{FF2B5EF4-FFF2-40B4-BE49-F238E27FC236}">
                    <a16:creationId xmlns:a16="http://schemas.microsoft.com/office/drawing/2014/main" id="{7C526364-E085-43EC-BFC6-FD5F5848A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2700"/>
                <a:ext cx="5" cy="9"/>
              </a:xfrm>
              <a:custGeom>
                <a:avLst/>
                <a:gdLst>
                  <a:gd name="T0" fmla="*/ 0 w 3"/>
                  <a:gd name="T1" fmla="*/ 29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39" name="Freeform 73">
                <a:extLst>
                  <a:ext uri="{FF2B5EF4-FFF2-40B4-BE49-F238E27FC236}">
                    <a16:creationId xmlns:a16="http://schemas.microsoft.com/office/drawing/2014/main" id="{70102760-46BD-4798-8C9A-953A4855E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628"/>
                <a:ext cx="24" cy="16"/>
              </a:xfrm>
              <a:custGeom>
                <a:avLst/>
                <a:gdLst>
                  <a:gd name="T0" fmla="*/ 61 w 15"/>
                  <a:gd name="T1" fmla="*/ 50 h 9"/>
                  <a:gd name="T2" fmla="*/ 0 w 15"/>
                  <a:gd name="T3" fmla="*/ 3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15" y="9"/>
                    </a:moveTo>
                    <a:cubicBezTo>
                      <a:pt x="14" y="1"/>
                      <a:pt x="2" y="0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40" name="Freeform 74">
                <a:extLst>
                  <a:ext uri="{FF2B5EF4-FFF2-40B4-BE49-F238E27FC236}">
                    <a16:creationId xmlns:a16="http://schemas.microsoft.com/office/drawing/2014/main" id="{6AEC1504-00D9-4BC0-BDE5-C021F591D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2630"/>
                <a:ext cx="11" cy="9"/>
              </a:xfrm>
              <a:custGeom>
                <a:avLst/>
                <a:gdLst>
                  <a:gd name="T0" fmla="*/ 14 w 7"/>
                  <a:gd name="T1" fmla="*/ 0 h 5"/>
                  <a:gd name="T2" fmla="*/ 0 w 7"/>
                  <a:gd name="T3" fmla="*/ 2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7" y="3"/>
                      <a:pt x="2" y="5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41" name="Freeform 75">
                <a:extLst>
                  <a:ext uri="{FF2B5EF4-FFF2-40B4-BE49-F238E27FC236}">
                    <a16:creationId xmlns:a16="http://schemas.microsoft.com/office/drawing/2014/main" id="{A76A295E-4CD6-43C6-A311-447A66E49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2557"/>
                <a:ext cx="25" cy="21"/>
              </a:xfrm>
              <a:custGeom>
                <a:avLst/>
                <a:gdLst>
                  <a:gd name="T0" fmla="*/ 47 w 15"/>
                  <a:gd name="T1" fmla="*/ 65 h 12"/>
                  <a:gd name="T2" fmla="*/ 0 w 15"/>
                  <a:gd name="T3" fmla="*/ 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0" y="12"/>
                    </a:moveTo>
                    <a:cubicBezTo>
                      <a:pt x="15" y="7"/>
                      <a:pt x="5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42" name="Freeform 76">
                <a:extLst>
                  <a:ext uri="{FF2B5EF4-FFF2-40B4-BE49-F238E27FC236}">
                    <a16:creationId xmlns:a16="http://schemas.microsoft.com/office/drawing/2014/main" id="{DBFFA9EE-C6FE-4C95-93E6-4F2AD1B2F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2627"/>
                <a:ext cx="6" cy="5"/>
              </a:xfrm>
              <a:custGeom>
                <a:avLst/>
                <a:gdLst>
                  <a:gd name="T0" fmla="*/ 14 w 4"/>
                  <a:gd name="T1" fmla="*/ 13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43" name="Freeform 77">
                <a:extLst>
                  <a:ext uri="{FF2B5EF4-FFF2-40B4-BE49-F238E27FC236}">
                    <a16:creationId xmlns:a16="http://schemas.microsoft.com/office/drawing/2014/main" id="{2BE50F49-FF34-460C-A995-11A911A8E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702"/>
                <a:ext cx="23" cy="10"/>
              </a:xfrm>
              <a:custGeom>
                <a:avLst/>
                <a:gdLst>
                  <a:gd name="T0" fmla="*/ 62 w 14"/>
                  <a:gd name="T1" fmla="*/ 20 h 6"/>
                  <a:gd name="T2" fmla="*/ 0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4"/>
                    </a:moveTo>
                    <a:cubicBezTo>
                      <a:pt x="9" y="4"/>
                      <a:pt x="2" y="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44" name="Freeform 78">
                <a:extLst>
                  <a:ext uri="{FF2B5EF4-FFF2-40B4-BE49-F238E27FC236}">
                    <a16:creationId xmlns:a16="http://schemas.microsoft.com/office/drawing/2014/main" id="{15A76B8E-F93E-42FE-91EE-E9BF81981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764"/>
                <a:ext cx="30" cy="9"/>
              </a:xfrm>
              <a:custGeom>
                <a:avLst/>
                <a:gdLst>
                  <a:gd name="T0" fmla="*/ 83 w 18"/>
                  <a:gd name="T1" fmla="*/ 0 h 5"/>
                  <a:gd name="T2" fmla="*/ 70 w 18"/>
                  <a:gd name="T3" fmla="*/ 23 h 5"/>
                  <a:gd name="T4" fmla="*/ 42 w 18"/>
                  <a:gd name="T5" fmla="*/ 29 h 5"/>
                  <a:gd name="T6" fmla="*/ 0 w 18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18" y="0"/>
                    </a:moveTo>
                    <a:cubicBezTo>
                      <a:pt x="16" y="1"/>
                      <a:pt x="17" y="3"/>
                      <a:pt x="15" y="4"/>
                    </a:cubicBezTo>
                    <a:cubicBezTo>
                      <a:pt x="13" y="5"/>
                      <a:pt x="11" y="5"/>
                      <a:pt x="9" y="5"/>
                    </a:cubicBezTo>
                    <a:cubicBezTo>
                      <a:pt x="5" y="5"/>
                      <a:pt x="2" y="5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45" name="Freeform 79">
                <a:extLst>
                  <a:ext uri="{FF2B5EF4-FFF2-40B4-BE49-F238E27FC236}">
                    <a16:creationId xmlns:a16="http://schemas.microsoft.com/office/drawing/2014/main" id="{9DDB95A0-FFE6-45A1-A400-6E0069442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2823"/>
                <a:ext cx="31" cy="14"/>
              </a:xfrm>
              <a:custGeom>
                <a:avLst/>
                <a:gdLst>
                  <a:gd name="T0" fmla="*/ 77 w 19"/>
                  <a:gd name="T1" fmla="*/ 0 h 8"/>
                  <a:gd name="T2" fmla="*/ 29 w 19"/>
                  <a:gd name="T3" fmla="*/ 33 h 8"/>
                  <a:gd name="T4" fmla="*/ 0 w 1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8" y="0"/>
                    </a:moveTo>
                    <a:cubicBezTo>
                      <a:pt x="19" y="5"/>
                      <a:pt x="11" y="5"/>
                      <a:pt x="7" y="6"/>
                    </a:cubicBezTo>
                    <a:cubicBezTo>
                      <a:pt x="5" y="6"/>
                      <a:pt x="1" y="8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46" name="Freeform 80">
                <a:extLst>
                  <a:ext uri="{FF2B5EF4-FFF2-40B4-BE49-F238E27FC236}">
                    <a16:creationId xmlns:a16="http://schemas.microsoft.com/office/drawing/2014/main" id="{124C6653-0149-48E4-AB05-8F9971E00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2773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47" name="Freeform 81">
                <a:extLst>
                  <a:ext uri="{FF2B5EF4-FFF2-40B4-BE49-F238E27FC236}">
                    <a16:creationId xmlns:a16="http://schemas.microsoft.com/office/drawing/2014/main" id="{E44B6ADB-1608-417F-A72E-C1E6CA656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773"/>
                <a:ext cx="5" cy="5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48" name="Freeform 82">
                <a:extLst>
                  <a:ext uri="{FF2B5EF4-FFF2-40B4-BE49-F238E27FC236}">
                    <a16:creationId xmlns:a16="http://schemas.microsoft.com/office/drawing/2014/main" id="{DC983937-4179-4C16-AE5B-471604628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709"/>
                <a:ext cx="6" cy="5"/>
              </a:xfrm>
              <a:custGeom>
                <a:avLst/>
                <a:gdLst>
                  <a:gd name="T0" fmla="*/ 14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0"/>
                      <a:pt x="0" y="1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49" name="Freeform 83">
                <a:extLst>
                  <a:ext uri="{FF2B5EF4-FFF2-40B4-BE49-F238E27FC236}">
                    <a16:creationId xmlns:a16="http://schemas.microsoft.com/office/drawing/2014/main" id="{AD145492-2C46-48C4-AD12-4E57006BA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" y="2829"/>
                <a:ext cx="8" cy="7"/>
              </a:xfrm>
              <a:custGeom>
                <a:avLst/>
                <a:gdLst>
                  <a:gd name="T0" fmla="*/ 0 w 5"/>
                  <a:gd name="T1" fmla="*/ 7 h 4"/>
                  <a:gd name="T2" fmla="*/ 21 w 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2" y="0"/>
                      <a:pt x="5" y="1"/>
                      <a:pt x="5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50" name="Freeform 84">
                <a:extLst>
                  <a:ext uri="{FF2B5EF4-FFF2-40B4-BE49-F238E27FC236}">
                    <a16:creationId xmlns:a16="http://schemas.microsoft.com/office/drawing/2014/main" id="{1C784E6F-061B-4734-9689-06885FE2B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2886"/>
                <a:ext cx="33" cy="21"/>
              </a:xfrm>
              <a:custGeom>
                <a:avLst/>
                <a:gdLst>
                  <a:gd name="T0" fmla="*/ 84 w 20"/>
                  <a:gd name="T1" fmla="*/ 0 h 12"/>
                  <a:gd name="T2" fmla="*/ 76 w 20"/>
                  <a:gd name="T3" fmla="*/ 37 h 12"/>
                  <a:gd name="T4" fmla="*/ 35 w 20"/>
                  <a:gd name="T5" fmla="*/ 58 h 12"/>
                  <a:gd name="T6" fmla="*/ 0 w 20"/>
                  <a:gd name="T7" fmla="*/ 4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cubicBezTo>
                      <a:pt x="19" y="2"/>
                      <a:pt x="20" y="5"/>
                      <a:pt x="17" y="7"/>
                    </a:cubicBezTo>
                    <a:cubicBezTo>
                      <a:pt x="15" y="9"/>
                      <a:pt x="11" y="10"/>
                      <a:pt x="8" y="11"/>
                    </a:cubicBezTo>
                    <a:cubicBezTo>
                      <a:pt x="6" y="12"/>
                      <a:pt x="1" y="11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51" name="Freeform 85">
                <a:extLst>
                  <a:ext uri="{FF2B5EF4-FFF2-40B4-BE49-F238E27FC236}">
                    <a16:creationId xmlns:a16="http://schemas.microsoft.com/office/drawing/2014/main" id="{2CA65713-3BB2-4838-9977-C1BCAFA71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" y="2900"/>
                <a:ext cx="8" cy="7"/>
              </a:xfrm>
              <a:custGeom>
                <a:avLst/>
                <a:gdLst>
                  <a:gd name="T0" fmla="*/ 21 w 5"/>
                  <a:gd name="T1" fmla="*/ 21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52" name="Freeform 86">
                <a:extLst>
                  <a:ext uri="{FF2B5EF4-FFF2-40B4-BE49-F238E27FC236}">
                    <a16:creationId xmlns:a16="http://schemas.microsoft.com/office/drawing/2014/main" id="{0E7FB252-B728-421C-8007-F62BDE8A1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952"/>
                <a:ext cx="25" cy="26"/>
              </a:xfrm>
              <a:custGeom>
                <a:avLst/>
                <a:gdLst>
                  <a:gd name="T0" fmla="*/ 55 w 15"/>
                  <a:gd name="T1" fmla="*/ 0 h 15"/>
                  <a:gd name="T2" fmla="*/ 33 w 15"/>
                  <a:gd name="T3" fmla="*/ 57 h 15"/>
                  <a:gd name="T4" fmla="*/ 0 w 15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12" y="0"/>
                    </a:moveTo>
                    <a:cubicBezTo>
                      <a:pt x="15" y="6"/>
                      <a:pt x="11" y="8"/>
                      <a:pt x="7" y="11"/>
                    </a:cubicBezTo>
                    <a:cubicBezTo>
                      <a:pt x="5" y="12"/>
                      <a:pt x="2" y="1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53" name="Freeform 87">
                <a:extLst>
                  <a:ext uri="{FF2B5EF4-FFF2-40B4-BE49-F238E27FC236}">
                    <a16:creationId xmlns:a16="http://schemas.microsoft.com/office/drawing/2014/main" id="{5BAB5173-D595-446B-B92D-C1FB3A98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3006"/>
                <a:ext cx="27" cy="30"/>
              </a:xfrm>
              <a:custGeom>
                <a:avLst/>
                <a:gdLst>
                  <a:gd name="T0" fmla="*/ 57 w 16"/>
                  <a:gd name="T1" fmla="*/ 0 h 17"/>
                  <a:gd name="T2" fmla="*/ 71 w 16"/>
                  <a:gd name="T3" fmla="*/ 44 h 17"/>
                  <a:gd name="T4" fmla="*/ 42 w 16"/>
                  <a:gd name="T5" fmla="*/ 72 h 17"/>
                  <a:gd name="T6" fmla="*/ 0 w 16"/>
                  <a:gd name="T7" fmla="*/ 8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12" y="0"/>
                    </a:moveTo>
                    <a:cubicBezTo>
                      <a:pt x="14" y="1"/>
                      <a:pt x="16" y="5"/>
                      <a:pt x="15" y="8"/>
                    </a:cubicBezTo>
                    <a:cubicBezTo>
                      <a:pt x="14" y="9"/>
                      <a:pt x="10" y="11"/>
                      <a:pt x="9" y="13"/>
                    </a:cubicBezTo>
                    <a:cubicBezTo>
                      <a:pt x="7" y="15"/>
                      <a:pt x="3" y="17"/>
                      <a:pt x="0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54" name="Freeform 88">
                <a:extLst>
                  <a:ext uri="{FF2B5EF4-FFF2-40B4-BE49-F238E27FC236}">
                    <a16:creationId xmlns:a16="http://schemas.microsoft.com/office/drawing/2014/main" id="{E35ED73B-0561-421A-9B00-8BDA7D846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2963"/>
                <a:ext cx="8" cy="5"/>
              </a:xfrm>
              <a:custGeom>
                <a:avLst/>
                <a:gdLst>
                  <a:gd name="T0" fmla="*/ 0 w 5"/>
                  <a:gd name="T1" fmla="*/ 0 h 3"/>
                  <a:gd name="T2" fmla="*/ 21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0"/>
                      <a:pt x="5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55" name="Freeform 89">
                <a:extLst>
                  <a:ext uri="{FF2B5EF4-FFF2-40B4-BE49-F238E27FC236}">
                    <a16:creationId xmlns:a16="http://schemas.microsoft.com/office/drawing/2014/main" id="{10DD5EEC-A706-46C4-99F1-E6D704444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2973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5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0" y="6"/>
                      <a:pt x="1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56" name="Freeform 90">
                <a:extLst>
                  <a:ext uri="{FF2B5EF4-FFF2-40B4-BE49-F238E27FC236}">
                    <a16:creationId xmlns:a16="http://schemas.microsoft.com/office/drawing/2014/main" id="{456C158D-9A92-494F-AC87-5EE161472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013"/>
                <a:ext cx="49" cy="68"/>
              </a:xfrm>
              <a:custGeom>
                <a:avLst/>
                <a:gdLst>
                  <a:gd name="T0" fmla="*/ 13 w 30"/>
                  <a:gd name="T1" fmla="*/ 0 h 39"/>
                  <a:gd name="T2" fmla="*/ 8 w 30"/>
                  <a:gd name="T3" fmla="*/ 49 h 39"/>
                  <a:gd name="T4" fmla="*/ 54 w 30"/>
                  <a:gd name="T5" fmla="*/ 113 h 39"/>
                  <a:gd name="T6" fmla="*/ 131 w 30"/>
                  <a:gd name="T7" fmla="*/ 20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3" y="0"/>
                    </a:moveTo>
                    <a:cubicBezTo>
                      <a:pt x="0" y="1"/>
                      <a:pt x="1" y="7"/>
                      <a:pt x="2" y="9"/>
                    </a:cubicBezTo>
                    <a:cubicBezTo>
                      <a:pt x="5" y="14"/>
                      <a:pt x="9" y="17"/>
                      <a:pt x="12" y="21"/>
                    </a:cubicBezTo>
                    <a:cubicBezTo>
                      <a:pt x="17" y="27"/>
                      <a:pt x="21" y="39"/>
                      <a:pt x="30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57" name="Freeform 91">
                <a:extLst>
                  <a:ext uri="{FF2B5EF4-FFF2-40B4-BE49-F238E27FC236}">
                    <a16:creationId xmlns:a16="http://schemas.microsoft.com/office/drawing/2014/main" id="{4A975A7C-85D6-4B66-AD3F-77ABB55AF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3034"/>
                <a:ext cx="2" cy="10"/>
              </a:xfrm>
              <a:custGeom>
                <a:avLst/>
                <a:gdLst>
                  <a:gd name="T0" fmla="*/ 8 w 1"/>
                  <a:gd name="T1" fmla="*/ 0 h 6"/>
                  <a:gd name="T2" fmla="*/ 8 w 1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58" name="Freeform 92">
                <a:extLst>
                  <a:ext uri="{FF2B5EF4-FFF2-40B4-BE49-F238E27FC236}">
                    <a16:creationId xmlns:a16="http://schemas.microsoft.com/office/drawing/2014/main" id="{B38375ED-6A75-4177-AFEF-D02AD4CA7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022"/>
                <a:ext cx="7" cy="2"/>
              </a:xfrm>
              <a:custGeom>
                <a:avLst/>
                <a:gdLst>
                  <a:gd name="T0" fmla="*/ 0 w 4"/>
                  <a:gd name="T1" fmla="*/ 8 h 1"/>
                  <a:gd name="T2" fmla="*/ 21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59" name="Freeform 93">
                <a:extLst>
                  <a:ext uri="{FF2B5EF4-FFF2-40B4-BE49-F238E27FC236}">
                    <a16:creationId xmlns:a16="http://schemas.microsoft.com/office/drawing/2014/main" id="{54B1B5F1-2EB8-4EF8-AA86-5C0DC63AA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3077"/>
                <a:ext cx="22" cy="27"/>
              </a:xfrm>
              <a:custGeom>
                <a:avLst/>
                <a:gdLst>
                  <a:gd name="T0" fmla="*/ 49 w 13"/>
                  <a:gd name="T1" fmla="*/ 0 h 15"/>
                  <a:gd name="T2" fmla="*/ 29 w 13"/>
                  <a:gd name="T3" fmla="*/ 45 h 15"/>
                  <a:gd name="T4" fmla="*/ 0 w 13"/>
                  <a:gd name="T5" fmla="*/ 7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0" y="0"/>
                    </a:moveTo>
                    <a:cubicBezTo>
                      <a:pt x="13" y="5"/>
                      <a:pt x="10" y="5"/>
                      <a:pt x="6" y="8"/>
                    </a:cubicBezTo>
                    <a:cubicBezTo>
                      <a:pt x="5" y="10"/>
                      <a:pt x="3" y="1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60" name="Freeform 94">
                <a:extLst>
                  <a:ext uri="{FF2B5EF4-FFF2-40B4-BE49-F238E27FC236}">
                    <a16:creationId xmlns:a16="http://schemas.microsoft.com/office/drawing/2014/main" id="{0E07C7F7-5BB3-4A9A-883B-0FB05596E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3084"/>
                <a:ext cx="10" cy="4"/>
              </a:xfrm>
              <a:custGeom>
                <a:avLst/>
                <a:gdLst>
                  <a:gd name="T0" fmla="*/ 28 w 6"/>
                  <a:gd name="T1" fmla="*/ 16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5" y="1"/>
                      <a:pt x="3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61" name="Freeform 95">
                <a:extLst>
                  <a:ext uri="{FF2B5EF4-FFF2-40B4-BE49-F238E27FC236}">
                    <a16:creationId xmlns:a16="http://schemas.microsoft.com/office/drawing/2014/main" id="{AA390EB6-2CEF-4750-90E1-CE489625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137"/>
                <a:ext cx="66" cy="47"/>
              </a:xfrm>
              <a:custGeom>
                <a:avLst/>
                <a:gdLst>
                  <a:gd name="T0" fmla="*/ 21 w 40"/>
                  <a:gd name="T1" fmla="*/ 0 h 27"/>
                  <a:gd name="T2" fmla="*/ 21 w 40"/>
                  <a:gd name="T3" fmla="*/ 73 h 27"/>
                  <a:gd name="T4" fmla="*/ 54 w 40"/>
                  <a:gd name="T5" fmla="*/ 91 h 27"/>
                  <a:gd name="T6" fmla="*/ 96 w 40"/>
                  <a:gd name="T7" fmla="*/ 115 h 27"/>
                  <a:gd name="T8" fmla="*/ 160 w 40"/>
                  <a:gd name="T9" fmla="*/ 134 h 27"/>
                  <a:gd name="T10" fmla="*/ 180 w 40"/>
                  <a:gd name="T11" fmla="*/ 7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7">
                    <a:moveTo>
                      <a:pt x="5" y="0"/>
                    </a:moveTo>
                    <a:cubicBezTo>
                      <a:pt x="2" y="5"/>
                      <a:pt x="0" y="10"/>
                      <a:pt x="5" y="14"/>
                    </a:cubicBezTo>
                    <a:cubicBezTo>
                      <a:pt x="7" y="16"/>
                      <a:pt x="10" y="16"/>
                      <a:pt x="12" y="17"/>
                    </a:cubicBezTo>
                    <a:cubicBezTo>
                      <a:pt x="15" y="18"/>
                      <a:pt x="18" y="20"/>
                      <a:pt x="21" y="22"/>
                    </a:cubicBezTo>
                    <a:cubicBezTo>
                      <a:pt x="24" y="23"/>
                      <a:pt x="33" y="27"/>
                      <a:pt x="36" y="25"/>
                    </a:cubicBezTo>
                    <a:cubicBezTo>
                      <a:pt x="40" y="22"/>
                      <a:pt x="39" y="18"/>
                      <a:pt x="4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62" name="Freeform 96">
                <a:extLst>
                  <a:ext uri="{FF2B5EF4-FFF2-40B4-BE49-F238E27FC236}">
                    <a16:creationId xmlns:a16="http://schemas.microsoft.com/office/drawing/2014/main" id="{CD3B7238-00EF-4674-A849-BCEC460B4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3180"/>
                <a:ext cx="72" cy="37"/>
              </a:xfrm>
              <a:custGeom>
                <a:avLst/>
                <a:gdLst>
                  <a:gd name="T0" fmla="*/ 8 w 44"/>
                  <a:gd name="T1" fmla="*/ 0 h 21"/>
                  <a:gd name="T2" fmla="*/ 0 w 44"/>
                  <a:gd name="T3" fmla="*/ 0 h 21"/>
                  <a:gd name="T4" fmla="*/ 13 w 44"/>
                  <a:gd name="T5" fmla="*/ 58 h 21"/>
                  <a:gd name="T6" fmla="*/ 47 w 44"/>
                  <a:gd name="T7" fmla="*/ 78 h 21"/>
                  <a:gd name="T8" fmla="*/ 101 w 44"/>
                  <a:gd name="T9" fmla="*/ 93 h 21"/>
                  <a:gd name="T10" fmla="*/ 173 w 44"/>
                  <a:gd name="T11" fmla="*/ 99 h 21"/>
                  <a:gd name="T12" fmla="*/ 188 w 44"/>
                  <a:gd name="T13" fmla="*/ 3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1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0" y="9"/>
                      <a:pt x="3" y="11"/>
                    </a:cubicBezTo>
                    <a:cubicBezTo>
                      <a:pt x="5" y="13"/>
                      <a:pt x="9" y="14"/>
                      <a:pt x="11" y="14"/>
                    </a:cubicBezTo>
                    <a:cubicBezTo>
                      <a:pt x="15" y="15"/>
                      <a:pt x="19" y="16"/>
                      <a:pt x="23" y="17"/>
                    </a:cubicBezTo>
                    <a:cubicBezTo>
                      <a:pt x="29" y="18"/>
                      <a:pt x="35" y="21"/>
                      <a:pt x="40" y="18"/>
                    </a:cubicBezTo>
                    <a:cubicBezTo>
                      <a:pt x="44" y="15"/>
                      <a:pt x="44" y="10"/>
                      <a:pt x="43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63" name="Freeform 97">
                <a:extLst>
                  <a:ext uri="{FF2B5EF4-FFF2-40B4-BE49-F238E27FC236}">
                    <a16:creationId xmlns:a16="http://schemas.microsoft.com/office/drawing/2014/main" id="{434B9418-9D6B-45BF-8670-F0731CF14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3170"/>
                <a:ext cx="77" cy="48"/>
              </a:xfrm>
              <a:custGeom>
                <a:avLst/>
                <a:gdLst>
                  <a:gd name="T0" fmla="*/ 18 w 47"/>
                  <a:gd name="T1" fmla="*/ 41 h 28"/>
                  <a:gd name="T2" fmla="*/ 34 w 47"/>
                  <a:gd name="T3" fmla="*/ 120 h 28"/>
                  <a:gd name="T4" fmla="*/ 131 w 47"/>
                  <a:gd name="T5" fmla="*/ 106 h 28"/>
                  <a:gd name="T6" fmla="*/ 202 w 47"/>
                  <a:gd name="T7" fmla="*/ 57 h 28"/>
                  <a:gd name="T8" fmla="*/ 185 w 47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8">
                    <a:moveTo>
                      <a:pt x="4" y="8"/>
                    </a:moveTo>
                    <a:cubicBezTo>
                      <a:pt x="0" y="11"/>
                      <a:pt x="6" y="21"/>
                      <a:pt x="8" y="24"/>
                    </a:cubicBezTo>
                    <a:cubicBezTo>
                      <a:pt x="13" y="28"/>
                      <a:pt x="25" y="22"/>
                      <a:pt x="30" y="21"/>
                    </a:cubicBezTo>
                    <a:cubicBezTo>
                      <a:pt x="37" y="18"/>
                      <a:pt x="43" y="19"/>
                      <a:pt x="46" y="11"/>
                    </a:cubicBezTo>
                    <a:cubicBezTo>
                      <a:pt x="47" y="6"/>
                      <a:pt x="45" y="4"/>
                      <a:pt x="4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64" name="Freeform 98">
                <a:extLst>
                  <a:ext uri="{FF2B5EF4-FFF2-40B4-BE49-F238E27FC236}">
                    <a16:creationId xmlns:a16="http://schemas.microsoft.com/office/drawing/2014/main" id="{C823A3D2-25A8-4068-8910-4BDC1B01C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3105"/>
                <a:ext cx="75" cy="65"/>
              </a:xfrm>
              <a:custGeom>
                <a:avLst/>
                <a:gdLst>
                  <a:gd name="T0" fmla="*/ 18 w 46"/>
                  <a:gd name="T1" fmla="*/ 98 h 37"/>
                  <a:gd name="T2" fmla="*/ 55 w 46"/>
                  <a:gd name="T3" fmla="*/ 172 h 37"/>
                  <a:gd name="T4" fmla="*/ 135 w 46"/>
                  <a:gd name="T5" fmla="*/ 142 h 37"/>
                  <a:gd name="T6" fmla="*/ 181 w 46"/>
                  <a:gd name="T7" fmla="*/ 86 h 37"/>
                  <a:gd name="T8" fmla="*/ 186 w 46"/>
                  <a:gd name="T9" fmla="*/ 37 h 37"/>
                  <a:gd name="T10" fmla="*/ 147 w 46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7">
                    <a:moveTo>
                      <a:pt x="4" y="18"/>
                    </a:moveTo>
                    <a:cubicBezTo>
                      <a:pt x="0" y="22"/>
                      <a:pt x="9" y="30"/>
                      <a:pt x="13" y="32"/>
                    </a:cubicBezTo>
                    <a:cubicBezTo>
                      <a:pt x="20" y="37"/>
                      <a:pt x="25" y="30"/>
                      <a:pt x="31" y="26"/>
                    </a:cubicBezTo>
                    <a:cubicBezTo>
                      <a:pt x="35" y="23"/>
                      <a:pt x="38" y="20"/>
                      <a:pt x="42" y="16"/>
                    </a:cubicBezTo>
                    <a:cubicBezTo>
                      <a:pt x="45" y="12"/>
                      <a:pt x="46" y="11"/>
                      <a:pt x="43" y="7"/>
                    </a:cubicBezTo>
                    <a:cubicBezTo>
                      <a:pt x="40" y="3"/>
                      <a:pt x="39" y="0"/>
                      <a:pt x="3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65" name="Freeform 99">
                <a:extLst>
                  <a:ext uri="{FF2B5EF4-FFF2-40B4-BE49-F238E27FC236}">
                    <a16:creationId xmlns:a16="http://schemas.microsoft.com/office/drawing/2014/main" id="{91EB80B7-FC1D-4DB5-828B-C317E999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3001"/>
                <a:ext cx="67" cy="75"/>
              </a:xfrm>
              <a:custGeom>
                <a:avLst/>
                <a:gdLst>
                  <a:gd name="T0" fmla="*/ 21 w 41"/>
                  <a:gd name="T1" fmla="*/ 148 h 43"/>
                  <a:gd name="T2" fmla="*/ 62 w 41"/>
                  <a:gd name="T3" fmla="*/ 220 h 43"/>
                  <a:gd name="T4" fmla="*/ 131 w 41"/>
                  <a:gd name="T5" fmla="*/ 122 h 43"/>
                  <a:gd name="T6" fmla="*/ 160 w 41"/>
                  <a:gd name="T7" fmla="*/ 28 h 43"/>
                  <a:gd name="T8" fmla="*/ 113 w 41"/>
                  <a:gd name="T9" fmla="*/ 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5" y="28"/>
                    </a:moveTo>
                    <a:cubicBezTo>
                      <a:pt x="0" y="31"/>
                      <a:pt x="11" y="41"/>
                      <a:pt x="14" y="41"/>
                    </a:cubicBezTo>
                    <a:cubicBezTo>
                      <a:pt x="21" y="43"/>
                      <a:pt x="27" y="28"/>
                      <a:pt x="30" y="23"/>
                    </a:cubicBezTo>
                    <a:cubicBezTo>
                      <a:pt x="32" y="19"/>
                      <a:pt x="41" y="10"/>
                      <a:pt x="37" y="5"/>
                    </a:cubicBezTo>
                    <a:cubicBezTo>
                      <a:pt x="35" y="2"/>
                      <a:pt x="29" y="0"/>
                      <a:pt x="2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66" name="Freeform 100">
                <a:extLst>
                  <a:ext uri="{FF2B5EF4-FFF2-40B4-BE49-F238E27FC236}">
                    <a16:creationId xmlns:a16="http://schemas.microsoft.com/office/drawing/2014/main" id="{17542182-F02A-4241-8EA0-914B52120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858"/>
                <a:ext cx="40" cy="84"/>
              </a:xfrm>
              <a:custGeom>
                <a:avLst/>
                <a:gdLst>
                  <a:gd name="T0" fmla="*/ 0 w 25"/>
                  <a:gd name="T1" fmla="*/ 215 h 48"/>
                  <a:gd name="T2" fmla="*/ 67 w 25"/>
                  <a:gd name="T3" fmla="*/ 228 h 48"/>
                  <a:gd name="T4" fmla="*/ 102 w 25"/>
                  <a:gd name="T5" fmla="*/ 107 h 48"/>
                  <a:gd name="T6" fmla="*/ 102 w 25"/>
                  <a:gd name="T7" fmla="*/ 58 h 48"/>
                  <a:gd name="T8" fmla="*/ 94 w 25"/>
                  <a:gd name="T9" fmla="*/ 12 h 48"/>
                  <a:gd name="T10" fmla="*/ 54 w 25"/>
                  <a:gd name="T11" fmla="*/ 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8">
                    <a:moveTo>
                      <a:pt x="0" y="40"/>
                    </a:moveTo>
                    <a:cubicBezTo>
                      <a:pt x="6" y="43"/>
                      <a:pt x="11" y="48"/>
                      <a:pt x="16" y="42"/>
                    </a:cubicBezTo>
                    <a:cubicBezTo>
                      <a:pt x="20" y="36"/>
                      <a:pt x="24" y="28"/>
                      <a:pt x="25" y="20"/>
                    </a:cubicBezTo>
                    <a:cubicBezTo>
                      <a:pt x="25" y="17"/>
                      <a:pt x="25" y="14"/>
                      <a:pt x="25" y="11"/>
                    </a:cubicBezTo>
                    <a:cubicBezTo>
                      <a:pt x="24" y="9"/>
                      <a:pt x="24" y="4"/>
                      <a:pt x="23" y="2"/>
                    </a:cubicBezTo>
                    <a:cubicBezTo>
                      <a:pt x="21" y="0"/>
                      <a:pt x="16" y="1"/>
                      <a:pt x="1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67" name="Freeform 101">
                <a:extLst>
                  <a:ext uri="{FF2B5EF4-FFF2-40B4-BE49-F238E27FC236}">
                    <a16:creationId xmlns:a16="http://schemas.microsoft.com/office/drawing/2014/main" id="{D6A9110D-9618-4726-B000-AB11D9AD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719"/>
                <a:ext cx="28" cy="82"/>
              </a:xfrm>
              <a:custGeom>
                <a:avLst/>
                <a:gdLst>
                  <a:gd name="T0" fmla="*/ 0 w 17"/>
                  <a:gd name="T1" fmla="*/ 222 h 47"/>
                  <a:gd name="T2" fmla="*/ 63 w 17"/>
                  <a:gd name="T3" fmla="*/ 213 h 47"/>
                  <a:gd name="T4" fmla="*/ 63 w 17"/>
                  <a:gd name="T5" fmla="*/ 70 h 47"/>
                  <a:gd name="T6" fmla="*/ 33 w 17"/>
                  <a:gd name="T7" fmla="*/ 9 h 47"/>
                  <a:gd name="T8" fmla="*/ 0 w 17"/>
                  <a:gd name="T9" fmla="*/ 3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0" y="42"/>
                    </a:moveTo>
                    <a:cubicBezTo>
                      <a:pt x="5" y="42"/>
                      <a:pt x="11" y="47"/>
                      <a:pt x="14" y="40"/>
                    </a:cubicBezTo>
                    <a:cubicBezTo>
                      <a:pt x="17" y="32"/>
                      <a:pt x="14" y="21"/>
                      <a:pt x="14" y="13"/>
                    </a:cubicBezTo>
                    <a:cubicBezTo>
                      <a:pt x="13" y="9"/>
                      <a:pt x="14" y="0"/>
                      <a:pt x="7" y="2"/>
                    </a:cubicBezTo>
                    <a:cubicBezTo>
                      <a:pt x="4" y="2"/>
                      <a:pt x="3" y="5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68" name="Freeform 102">
                <a:extLst>
                  <a:ext uri="{FF2B5EF4-FFF2-40B4-BE49-F238E27FC236}">
                    <a16:creationId xmlns:a16="http://schemas.microsoft.com/office/drawing/2014/main" id="{9D4FD6DB-BC22-4C37-A835-4E5F38EE8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569"/>
                <a:ext cx="46" cy="80"/>
              </a:xfrm>
              <a:custGeom>
                <a:avLst/>
                <a:gdLst>
                  <a:gd name="T0" fmla="*/ 54 w 28"/>
                  <a:gd name="T1" fmla="*/ 242 h 46"/>
                  <a:gd name="T2" fmla="*/ 125 w 28"/>
                  <a:gd name="T3" fmla="*/ 172 h 46"/>
                  <a:gd name="T4" fmla="*/ 89 w 28"/>
                  <a:gd name="T5" fmla="*/ 49 h 46"/>
                  <a:gd name="T6" fmla="*/ 0 w 28"/>
                  <a:gd name="T7" fmla="*/ 5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12" y="46"/>
                    </a:moveTo>
                    <a:cubicBezTo>
                      <a:pt x="19" y="46"/>
                      <a:pt x="27" y="41"/>
                      <a:pt x="28" y="33"/>
                    </a:cubicBezTo>
                    <a:cubicBezTo>
                      <a:pt x="28" y="26"/>
                      <a:pt x="24" y="16"/>
                      <a:pt x="20" y="9"/>
                    </a:cubicBezTo>
                    <a:cubicBezTo>
                      <a:pt x="14" y="0"/>
                      <a:pt x="7" y="3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69" name="Freeform 103">
                <a:extLst>
                  <a:ext uri="{FF2B5EF4-FFF2-40B4-BE49-F238E27FC236}">
                    <a16:creationId xmlns:a16="http://schemas.microsoft.com/office/drawing/2014/main" id="{65D8BDCD-56AA-49F2-8659-0B856D881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432"/>
                <a:ext cx="69" cy="76"/>
              </a:xfrm>
              <a:custGeom>
                <a:avLst/>
                <a:gdLst>
                  <a:gd name="T0" fmla="*/ 133 w 42"/>
                  <a:gd name="T1" fmla="*/ 226 h 44"/>
                  <a:gd name="T2" fmla="*/ 177 w 42"/>
                  <a:gd name="T3" fmla="*/ 155 h 44"/>
                  <a:gd name="T4" fmla="*/ 151 w 42"/>
                  <a:gd name="T5" fmla="*/ 107 h 44"/>
                  <a:gd name="T6" fmla="*/ 110 w 42"/>
                  <a:gd name="T7" fmla="*/ 57 h 44"/>
                  <a:gd name="T8" fmla="*/ 43 w 42"/>
                  <a:gd name="T9" fmla="*/ 5 h 44"/>
                  <a:gd name="T10" fmla="*/ 0 w 42"/>
                  <a:gd name="T11" fmla="*/ 41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4">
                    <a:moveTo>
                      <a:pt x="30" y="44"/>
                    </a:moveTo>
                    <a:cubicBezTo>
                      <a:pt x="35" y="39"/>
                      <a:pt x="42" y="38"/>
                      <a:pt x="40" y="30"/>
                    </a:cubicBezTo>
                    <a:cubicBezTo>
                      <a:pt x="39" y="26"/>
                      <a:pt x="36" y="24"/>
                      <a:pt x="34" y="21"/>
                    </a:cubicBezTo>
                    <a:cubicBezTo>
                      <a:pt x="31" y="18"/>
                      <a:pt x="28" y="14"/>
                      <a:pt x="25" y="11"/>
                    </a:cubicBezTo>
                    <a:cubicBezTo>
                      <a:pt x="22" y="8"/>
                      <a:pt x="14" y="0"/>
                      <a:pt x="10" y="1"/>
                    </a:cubicBezTo>
                    <a:cubicBezTo>
                      <a:pt x="6" y="1"/>
                      <a:pt x="3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70" name="Freeform 104">
                <a:extLst>
                  <a:ext uri="{FF2B5EF4-FFF2-40B4-BE49-F238E27FC236}">
                    <a16:creationId xmlns:a16="http://schemas.microsoft.com/office/drawing/2014/main" id="{B986F753-F7D4-4D36-8BA7-26AA860C1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341"/>
                <a:ext cx="76" cy="56"/>
              </a:xfrm>
              <a:custGeom>
                <a:avLst/>
                <a:gdLst>
                  <a:gd name="T0" fmla="*/ 128 w 47"/>
                  <a:gd name="T1" fmla="*/ 172 h 32"/>
                  <a:gd name="T2" fmla="*/ 178 w 47"/>
                  <a:gd name="T3" fmla="*/ 77 h 32"/>
                  <a:gd name="T4" fmla="*/ 102 w 47"/>
                  <a:gd name="T5" fmla="*/ 12 h 32"/>
                  <a:gd name="T6" fmla="*/ 55 w 47"/>
                  <a:gd name="T7" fmla="*/ 7 h 32"/>
                  <a:gd name="T8" fmla="*/ 21 w 47"/>
                  <a:gd name="T9" fmla="*/ 16 h 32"/>
                  <a:gd name="T10" fmla="*/ 0 w 47"/>
                  <a:gd name="T11" fmla="*/ 77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2">
                    <a:moveTo>
                      <a:pt x="30" y="32"/>
                    </a:moveTo>
                    <a:cubicBezTo>
                      <a:pt x="35" y="26"/>
                      <a:pt x="47" y="25"/>
                      <a:pt x="42" y="14"/>
                    </a:cubicBezTo>
                    <a:cubicBezTo>
                      <a:pt x="39" y="8"/>
                      <a:pt x="31" y="5"/>
                      <a:pt x="24" y="2"/>
                    </a:cubicBezTo>
                    <a:cubicBezTo>
                      <a:pt x="21" y="1"/>
                      <a:pt x="17" y="1"/>
                      <a:pt x="13" y="1"/>
                    </a:cubicBezTo>
                    <a:cubicBezTo>
                      <a:pt x="10" y="1"/>
                      <a:pt x="7" y="0"/>
                      <a:pt x="5" y="3"/>
                    </a:cubicBezTo>
                    <a:cubicBezTo>
                      <a:pt x="3" y="5"/>
                      <a:pt x="1" y="11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71" name="Freeform 105">
                <a:extLst>
                  <a:ext uri="{FF2B5EF4-FFF2-40B4-BE49-F238E27FC236}">
                    <a16:creationId xmlns:a16="http://schemas.microsoft.com/office/drawing/2014/main" id="{01A5989C-356C-41FF-B888-4354E912B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3104"/>
                <a:ext cx="5" cy="1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72" name="Freeform 106">
                <a:extLst>
                  <a:ext uri="{FF2B5EF4-FFF2-40B4-BE49-F238E27FC236}">
                    <a16:creationId xmlns:a16="http://schemas.microsoft.com/office/drawing/2014/main" id="{D719A81C-EEF9-4BEA-BE36-BD2AED670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3135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73" name="Freeform 107">
                <a:extLst>
                  <a:ext uri="{FF2B5EF4-FFF2-40B4-BE49-F238E27FC236}">
                    <a16:creationId xmlns:a16="http://schemas.microsoft.com/office/drawing/2014/main" id="{0E19D9D1-D31A-4B25-A9C1-92F7FFF53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3124"/>
                <a:ext cx="60" cy="39"/>
              </a:xfrm>
              <a:custGeom>
                <a:avLst/>
                <a:gdLst>
                  <a:gd name="T0" fmla="*/ 157 w 37"/>
                  <a:gd name="T1" fmla="*/ 94 h 22"/>
                  <a:gd name="T2" fmla="*/ 118 w 37"/>
                  <a:gd name="T3" fmla="*/ 106 h 22"/>
                  <a:gd name="T4" fmla="*/ 63 w 37"/>
                  <a:gd name="T5" fmla="*/ 62 h 22"/>
                  <a:gd name="T6" fmla="*/ 8 w 37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2">
                    <a:moveTo>
                      <a:pt x="37" y="17"/>
                    </a:moveTo>
                    <a:cubicBezTo>
                      <a:pt x="35" y="21"/>
                      <a:pt x="32" y="22"/>
                      <a:pt x="28" y="19"/>
                    </a:cubicBezTo>
                    <a:cubicBezTo>
                      <a:pt x="24" y="16"/>
                      <a:pt x="20" y="13"/>
                      <a:pt x="15" y="11"/>
                    </a:cubicBezTo>
                    <a:cubicBezTo>
                      <a:pt x="11" y="9"/>
                      <a:pt x="0" y="6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74" name="Freeform 108">
                <a:extLst>
                  <a:ext uri="{FF2B5EF4-FFF2-40B4-BE49-F238E27FC236}">
                    <a16:creationId xmlns:a16="http://schemas.microsoft.com/office/drawing/2014/main" id="{681C9D72-63D5-4F0D-8AAC-D5F668FF0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3175"/>
                <a:ext cx="62" cy="33"/>
              </a:xfrm>
              <a:custGeom>
                <a:avLst/>
                <a:gdLst>
                  <a:gd name="T0" fmla="*/ 0 w 38"/>
                  <a:gd name="T1" fmla="*/ 0 h 19"/>
                  <a:gd name="T2" fmla="*/ 18 w 38"/>
                  <a:gd name="T3" fmla="*/ 42 h 19"/>
                  <a:gd name="T4" fmla="*/ 54 w 38"/>
                  <a:gd name="T5" fmla="*/ 49 h 19"/>
                  <a:gd name="T6" fmla="*/ 88 w 38"/>
                  <a:gd name="T7" fmla="*/ 69 h 19"/>
                  <a:gd name="T8" fmla="*/ 165 w 38"/>
                  <a:gd name="T9" fmla="*/ 7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9">
                    <a:moveTo>
                      <a:pt x="0" y="0"/>
                    </a:moveTo>
                    <a:cubicBezTo>
                      <a:pt x="0" y="4"/>
                      <a:pt x="0" y="7"/>
                      <a:pt x="4" y="8"/>
                    </a:cubicBezTo>
                    <a:cubicBezTo>
                      <a:pt x="7" y="9"/>
                      <a:pt x="9" y="9"/>
                      <a:pt x="12" y="9"/>
                    </a:cubicBezTo>
                    <a:cubicBezTo>
                      <a:pt x="15" y="10"/>
                      <a:pt x="18" y="11"/>
                      <a:pt x="20" y="13"/>
                    </a:cubicBezTo>
                    <a:cubicBezTo>
                      <a:pt x="25" y="15"/>
                      <a:pt x="33" y="19"/>
                      <a:pt x="38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75" name="Freeform 109">
                <a:extLst>
                  <a:ext uri="{FF2B5EF4-FFF2-40B4-BE49-F238E27FC236}">
                    <a16:creationId xmlns:a16="http://schemas.microsoft.com/office/drawing/2014/main" id="{F7EB7A4A-715C-44FA-B9A3-096E81731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3123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76" name="Freeform 110">
                <a:extLst>
                  <a:ext uri="{FF2B5EF4-FFF2-40B4-BE49-F238E27FC236}">
                    <a16:creationId xmlns:a16="http://schemas.microsoft.com/office/drawing/2014/main" id="{E181E4EF-FECF-47B0-B30D-F1F78CBEE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161"/>
                <a:ext cx="19" cy="23"/>
              </a:xfrm>
              <a:custGeom>
                <a:avLst/>
                <a:gdLst>
                  <a:gd name="T0" fmla="*/ 40 w 12"/>
                  <a:gd name="T1" fmla="*/ 0 h 13"/>
                  <a:gd name="T2" fmla="*/ 43 w 12"/>
                  <a:gd name="T3" fmla="*/ 21 h 13"/>
                  <a:gd name="T4" fmla="*/ 25 w 12"/>
                  <a:gd name="T5" fmla="*/ 44 h 13"/>
                  <a:gd name="T6" fmla="*/ 0 w 12"/>
                  <a:gd name="T7" fmla="*/ 7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0" y="0"/>
                    </a:moveTo>
                    <a:cubicBezTo>
                      <a:pt x="12" y="0"/>
                      <a:pt x="12" y="2"/>
                      <a:pt x="11" y="4"/>
                    </a:cubicBezTo>
                    <a:cubicBezTo>
                      <a:pt x="10" y="7"/>
                      <a:pt x="8" y="7"/>
                      <a:pt x="6" y="8"/>
                    </a:cubicBezTo>
                    <a:cubicBezTo>
                      <a:pt x="4" y="10"/>
                      <a:pt x="3" y="12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77" name="Freeform 111">
                <a:extLst>
                  <a:ext uri="{FF2B5EF4-FFF2-40B4-BE49-F238E27FC236}">
                    <a16:creationId xmlns:a16="http://schemas.microsoft.com/office/drawing/2014/main" id="{766FF536-9306-41EC-A89C-15BEFDC71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3131"/>
                <a:ext cx="21" cy="18"/>
              </a:xfrm>
              <a:custGeom>
                <a:avLst/>
                <a:gdLst>
                  <a:gd name="T0" fmla="*/ 55 w 13"/>
                  <a:gd name="T1" fmla="*/ 0 h 10"/>
                  <a:gd name="T2" fmla="*/ 21 w 13"/>
                  <a:gd name="T3" fmla="*/ 23 h 10"/>
                  <a:gd name="T4" fmla="*/ 0 w 13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8" y="0"/>
                      <a:pt x="8" y="1"/>
                      <a:pt x="5" y="4"/>
                    </a:cubicBezTo>
                    <a:cubicBezTo>
                      <a:pt x="4" y="6"/>
                      <a:pt x="2" y="8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78" name="Freeform 112">
                <a:extLst>
                  <a:ext uri="{FF2B5EF4-FFF2-40B4-BE49-F238E27FC236}">
                    <a16:creationId xmlns:a16="http://schemas.microsoft.com/office/drawing/2014/main" id="{9EB1F2CE-BE2F-41B2-B55C-47B25CA27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3121"/>
                <a:ext cx="7" cy="10"/>
              </a:xfrm>
              <a:custGeom>
                <a:avLst/>
                <a:gdLst>
                  <a:gd name="T0" fmla="*/ 0 w 4"/>
                  <a:gd name="T1" fmla="*/ 0 h 6"/>
                  <a:gd name="T2" fmla="*/ 12 w 4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4" y="5"/>
                      <a:pt x="2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79" name="Freeform 113">
                <a:extLst>
                  <a:ext uri="{FF2B5EF4-FFF2-40B4-BE49-F238E27FC236}">
                    <a16:creationId xmlns:a16="http://schemas.microsoft.com/office/drawing/2014/main" id="{7F751E43-F348-4498-8DE4-A6DE69548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3159"/>
                <a:ext cx="10" cy="4"/>
              </a:xfrm>
              <a:custGeom>
                <a:avLst/>
                <a:gdLst>
                  <a:gd name="T0" fmla="*/ 28 w 6"/>
                  <a:gd name="T1" fmla="*/ 0 h 2"/>
                  <a:gd name="T2" fmla="*/ 0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0" name="Freeform 114">
                <a:extLst>
                  <a:ext uri="{FF2B5EF4-FFF2-40B4-BE49-F238E27FC236}">
                    <a16:creationId xmlns:a16="http://schemas.microsoft.com/office/drawing/2014/main" id="{3BB9EBC4-CE42-4DAF-A00B-245629FA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180"/>
                <a:ext cx="14" cy="37"/>
              </a:xfrm>
              <a:custGeom>
                <a:avLst/>
                <a:gdLst>
                  <a:gd name="T0" fmla="*/ 8 w 9"/>
                  <a:gd name="T1" fmla="*/ 0 h 21"/>
                  <a:gd name="T2" fmla="*/ 14 w 9"/>
                  <a:gd name="T3" fmla="*/ 72 h 21"/>
                  <a:gd name="T4" fmla="*/ 0 w 9"/>
                  <a:gd name="T5" fmla="*/ 1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9" y="2"/>
                      <a:pt x="4" y="8"/>
                      <a:pt x="4" y="13"/>
                    </a:cubicBezTo>
                    <a:cubicBezTo>
                      <a:pt x="4" y="16"/>
                      <a:pt x="5" y="21"/>
                      <a:pt x="0" y="2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1" name="Freeform 115">
                <a:extLst>
                  <a:ext uri="{FF2B5EF4-FFF2-40B4-BE49-F238E27FC236}">
                    <a16:creationId xmlns:a16="http://schemas.microsoft.com/office/drawing/2014/main" id="{20265880-3FC7-4456-9591-5B2C3A9B6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203"/>
                <a:ext cx="13" cy="33"/>
              </a:xfrm>
              <a:custGeom>
                <a:avLst/>
                <a:gdLst>
                  <a:gd name="T0" fmla="*/ 0 w 8"/>
                  <a:gd name="T1" fmla="*/ 0 h 19"/>
                  <a:gd name="T2" fmla="*/ 26 w 8"/>
                  <a:gd name="T3" fmla="*/ 73 h 19"/>
                  <a:gd name="T4" fmla="*/ 26 w 8"/>
                  <a:gd name="T5" fmla="*/ 99 h 19"/>
                  <a:gd name="T6" fmla="*/ 5 w 8"/>
                  <a:gd name="T7" fmla="*/ 9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8" y="2"/>
                      <a:pt x="5" y="7"/>
                      <a:pt x="6" y="14"/>
                    </a:cubicBezTo>
                    <a:cubicBezTo>
                      <a:pt x="6" y="16"/>
                      <a:pt x="7" y="17"/>
                      <a:pt x="6" y="19"/>
                    </a:cubicBezTo>
                    <a:cubicBezTo>
                      <a:pt x="5" y="19"/>
                      <a:pt x="2" y="19"/>
                      <a:pt x="1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2" name="Freeform 116">
                <a:extLst>
                  <a:ext uri="{FF2B5EF4-FFF2-40B4-BE49-F238E27FC236}">
                    <a16:creationId xmlns:a16="http://schemas.microsoft.com/office/drawing/2014/main" id="{81686B3E-F6CF-44C5-A044-F41477B33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185"/>
                <a:ext cx="8" cy="2"/>
              </a:xfrm>
              <a:custGeom>
                <a:avLst/>
                <a:gdLst>
                  <a:gd name="T0" fmla="*/ 21 w 5"/>
                  <a:gd name="T1" fmla="*/ 0 h 1"/>
                  <a:gd name="T2" fmla="*/ 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3" name="Freeform 117">
                <a:extLst>
                  <a:ext uri="{FF2B5EF4-FFF2-40B4-BE49-F238E27FC236}">
                    <a16:creationId xmlns:a16="http://schemas.microsoft.com/office/drawing/2014/main" id="{6D7FB8E1-3F50-4B66-8262-AF7E6ED57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203"/>
                <a:ext cx="5" cy="5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4" name="Freeform 118">
                <a:extLst>
                  <a:ext uri="{FF2B5EF4-FFF2-40B4-BE49-F238E27FC236}">
                    <a16:creationId xmlns:a16="http://schemas.microsoft.com/office/drawing/2014/main" id="{8EEC4AE2-C21A-4C1F-B0D8-EB05DE630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3213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5" name="Freeform 119">
                <a:extLst>
                  <a:ext uri="{FF2B5EF4-FFF2-40B4-BE49-F238E27FC236}">
                    <a16:creationId xmlns:a16="http://schemas.microsoft.com/office/drawing/2014/main" id="{4D6A840A-A83C-4B76-B8F8-4124809EA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3234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6" name="Freeform 120">
                <a:extLst>
                  <a:ext uri="{FF2B5EF4-FFF2-40B4-BE49-F238E27FC236}">
                    <a16:creationId xmlns:a16="http://schemas.microsoft.com/office/drawing/2014/main" id="{05CCE8F2-E197-48D5-A5E9-E113AB420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3178"/>
                <a:ext cx="2" cy="7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7" name="Freeform 121">
                <a:extLst>
                  <a:ext uri="{FF2B5EF4-FFF2-40B4-BE49-F238E27FC236}">
                    <a16:creationId xmlns:a16="http://schemas.microsoft.com/office/drawing/2014/main" id="{A4DC9B8C-96B1-4D94-BD18-8D8832F9F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3210"/>
                <a:ext cx="18" cy="35"/>
              </a:xfrm>
              <a:custGeom>
                <a:avLst/>
                <a:gdLst>
                  <a:gd name="T0" fmla="*/ 0 w 11"/>
                  <a:gd name="T1" fmla="*/ 12 h 20"/>
                  <a:gd name="T2" fmla="*/ 34 w 11"/>
                  <a:gd name="T3" fmla="*/ 65 h 20"/>
                  <a:gd name="T4" fmla="*/ 29 w 11"/>
                  <a:gd name="T5" fmla="*/ 10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"/>
                    </a:moveTo>
                    <a:cubicBezTo>
                      <a:pt x="9" y="0"/>
                      <a:pt x="8" y="7"/>
                      <a:pt x="8" y="12"/>
                    </a:cubicBezTo>
                    <a:cubicBezTo>
                      <a:pt x="9" y="15"/>
                      <a:pt x="11" y="20"/>
                      <a:pt x="7" y="2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8" name="Freeform 122">
                <a:extLst>
                  <a:ext uri="{FF2B5EF4-FFF2-40B4-BE49-F238E27FC236}">
                    <a16:creationId xmlns:a16="http://schemas.microsoft.com/office/drawing/2014/main" id="{AA4DA971-8DD1-44BE-9BEB-7E6E02E49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3206"/>
                <a:ext cx="67" cy="16"/>
              </a:xfrm>
              <a:custGeom>
                <a:avLst/>
                <a:gdLst>
                  <a:gd name="T0" fmla="*/ 173 w 41"/>
                  <a:gd name="T1" fmla="*/ 0 h 9"/>
                  <a:gd name="T2" fmla="*/ 173 w 41"/>
                  <a:gd name="T3" fmla="*/ 28 h 9"/>
                  <a:gd name="T4" fmla="*/ 139 w 41"/>
                  <a:gd name="T5" fmla="*/ 36 h 9"/>
                  <a:gd name="T6" fmla="*/ 56 w 41"/>
                  <a:gd name="T7" fmla="*/ 36 h 9"/>
                  <a:gd name="T8" fmla="*/ 0 w 41"/>
                  <a:gd name="T9" fmla="*/ 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">
                    <a:moveTo>
                      <a:pt x="40" y="0"/>
                    </a:moveTo>
                    <a:cubicBezTo>
                      <a:pt x="40" y="1"/>
                      <a:pt x="41" y="3"/>
                      <a:pt x="40" y="5"/>
                    </a:cubicBezTo>
                    <a:cubicBezTo>
                      <a:pt x="39" y="6"/>
                      <a:pt x="34" y="6"/>
                      <a:pt x="32" y="6"/>
                    </a:cubicBezTo>
                    <a:cubicBezTo>
                      <a:pt x="26" y="5"/>
                      <a:pt x="19" y="5"/>
                      <a:pt x="13" y="6"/>
                    </a:cubicBezTo>
                    <a:cubicBezTo>
                      <a:pt x="10" y="7"/>
                      <a:pt x="2" y="9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9" name="Freeform 123">
                <a:extLst>
                  <a:ext uri="{FF2B5EF4-FFF2-40B4-BE49-F238E27FC236}">
                    <a16:creationId xmlns:a16="http://schemas.microsoft.com/office/drawing/2014/main" id="{ABFF19F2-25CA-4CB5-AAF3-D96A95E41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161"/>
                <a:ext cx="81" cy="40"/>
              </a:xfrm>
              <a:custGeom>
                <a:avLst/>
                <a:gdLst>
                  <a:gd name="T0" fmla="*/ 212 w 50"/>
                  <a:gd name="T1" fmla="*/ 0 h 23"/>
                  <a:gd name="T2" fmla="*/ 198 w 50"/>
                  <a:gd name="T3" fmla="*/ 0 h 23"/>
                  <a:gd name="T4" fmla="*/ 173 w 50"/>
                  <a:gd name="T5" fmla="*/ 28 h 23"/>
                  <a:gd name="T6" fmla="*/ 76 w 50"/>
                  <a:gd name="T7" fmla="*/ 94 h 23"/>
                  <a:gd name="T8" fmla="*/ 8 w 50"/>
                  <a:gd name="T9" fmla="*/ 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3">
                    <a:moveTo>
                      <a:pt x="50" y="0"/>
                    </a:move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3" y="3"/>
                      <a:pt x="41" y="5"/>
                    </a:cubicBezTo>
                    <a:cubicBezTo>
                      <a:pt x="36" y="11"/>
                      <a:pt x="25" y="16"/>
                      <a:pt x="18" y="18"/>
                    </a:cubicBezTo>
                    <a:cubicBezTo>
                      <a:pt x="13" y="20"/>
                      <a:pt x="0" y="23"/>
                      <a:pt x="2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90" name="Freeform 124">
                <a:extLst>
                  <a:ext uri="{FF2B5EF4-FFF2-40B4-BE49-F238E27FC236}">
                    <a16:creationId xmlns:a16="http://schemas.microsoft.com/office/drawing/2014/main" id="{6461093A-F078-4DAF-A3F9-597A6FC87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071"/>
                <a:ext cx="61" cy="52"/>
              </a:xfrm>
              <a:custGeom>
                <a:avLst/>
                <a:gdLst>
                  <a:gd name="T0" fmla="*/ 0 w 37"/>
                  <a:gd name="T1" fmla="*/ 130 h 30"/>
                  <a:gd name="T2" fmla="*/ 43 w 37"/>
                  <a:gd name="T3" fmla="*/ 120 h 30"/>
                  <a:gd name="T4" fmla="*/ 71 w 37"/>
                  <a:gd name="T5" fmla="*/ 85 h 30"/>
                  <a:gd name="T6" fmla="*/ 117 w 37"/>
                  <a:gd name="T7" fmla="*/ 69 h 30"/>
                  <a:gd name="T8" fmla="*/ 160 w 37"/>
                  <a:gd name="T9" fmla="*/ 5 h 30"/>
                  <a:gd name="T10" fmla="*/ 152 w 3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0">
                    <a:moveTo>
                      <a:pt x="0" y="25"/>
                    </a:moveTo>
                    <a:cubicBezTo>
                      <a:pt x="2" y="30"/>
                      <a:pt x="8" y="26"/>
                      <a:pt x="10" y="23"/>
                    </a:cubicBezTo>
                    <a:cubicBezTo>
                      <a:pt x="12" y="20"/>
                      <a:pt x="13" y="17"/>
                      <a:pt x="16" y="16"/>
                    </a:cubicBezTo>
                    <a:cubicBezTo>
                      <a:pt x="19" y="14"/>
                      <a:pt x="22" y="14"/>
                      <a:pt x="26" y="13"/>
                    </a:cubicBezTo>
                    <a:cubicBezTo>
                      <a:pt x="31" y="12"/>
                      <a:pt x="37" y="7"/>
                      <a:pt x="36" y="1"/>
                    </a:cubicBezTo>
                    <a:cubicBezTo>
                      <a:pt x="35" y="0"/>
                      <a:pt x="35" y="0"/>
                      <a:pt x="3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91" name="Freeform 125">
                <a:extLst>
                  <a:ext uri="{FF2B5EF4-FFF2-40B4-BE49-F238E27FC236}">
                    <a16:creationId xmlns:a16="http://schemas.microsoft.com/office/drawing/2014/main" id="{86CFB588-3D66-4435-8EF4-7427594DF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37"/>
                <a:ext cx="52" cy="71"/>
              </a:xfrm>
              <a:custGeom>
                <a:avLst/>
                <a:gdLst>
                  <a:gd name="T0" fmla="*/ 0 w 32"/>
                  <a:gd name="T1" fmla="*/ 206 h 41"/>
                  <a:gd name="T2" fmla="*/ 54 w 32"/>
                  <a:gd name="T3" fmla="*/ 177 h 41"/>
                  <a:gd name="T4" fmla="*/ 98 w 32"/>
                  <a:gd name="T5" fmla="*/ 73 h 41"/>
                  <a:gd name="T6" fmla="*/ 117 w 32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0" y="40"/>
                    </a:moveTo>
                    <a:cubicBezTo>
                      <a:pt x="6" y="39"/>
                      <a:pt x="9" y="41"/>
                      <a:pt x="12" y="34"/>
                    </a:cubicBezTo>
                    <a:cubicBezTo>
                      <a:pt x="14" y="26"/>
                      <a:pt x="17" y="19"/>
                      <a:pt x="23" y="14"/>
                    </a:cubicBezTo>
                    <a:cubicBezTo>
                      <a:pt x="28" y="10"/>
                      <a:pt x="32" y="5"/>
                      <a:pt x="2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92" name="Freeform 126">
                <a:extLst>
                  <a:ext uri="{FF2B5EF4-FFF2-40B4-BE49-F238E27FC236}">
                    <a16:creationId xmlns:a16="http://schemas.microsoft.com/office/drawing/2014/main" id="{6153F8E7-B4EB-49D1-BDFB-5D54E0B68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796"/>
                <a:ext cx="14" cy="74"/>
              </a:xfrm>
              <a:custGeom>
                <a:avLst/>
                <a:gdLst>
                  <a:gd name="T0" fmla="*/ 12 w 9"/>
                  <a:gd name="T1" fmla="*/ 0 h 43"/>
                  <a:gd name="T2" fmla="*/ 34 w 9"/>
                  <a:gd name="T3" fmla="*/ 57 h 43"/>
                  <a:gd name="T4" fmla="*/ 19 w 9"/>
                  <a:gd name="T5" fmla="*/ 148 h 43"/>
                  <a:gd name="T6" fmla="*/ 0 w 9"/>
                  <a:gd name="T7" fmla="*/ 205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3">
                    <a:moveTo>
                      <a:pt x="3" y="0"/>
                    </a:moveTo>
                    <a:cubicBezTo>
                      <a:pt x="8" y="0"/>
                      <a:pt x="9" y="7"/>
                      <a:pt x="9" y="11"/>
                    </a:cubicBezTo>
                    <a:cubicBezTo>
                      <a:pt x="8" y="17"/>
                      <a:pt x="5" y="22"/>
                      <a:pt x="5" y="29"/>
                    </a:cubicBezTo>
                    <a:cubicBezTo>
                      <a:pt x="5" y="31"/>
                      <a:pt x="6" y="43"/>
                      <a:pt x="0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93" name="Freeform 127">
                <a:extLst>
                  <a:ext uri="{FF2B5EF4-FFF2-40B4-BE49-F238E27FC236}">
                    <a16:creationId xmlns:a16="http://schemas.microsoft.com/office/drawing/2014/main" id="{FD502735-198C-4031-BD05-37DF1C524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634"/>
                <a:ext cx="20" cy="88"/>
              </a:xfrm>
              <a:custGeom>
                <a:avLst/>
                <a:gdLst>
                  <a:gd name="T0" fmla="*/ 8 w 12"/>
                  <a:gd name="T1" fmla="*/ 255 h 51"/>
                  <a:gd name="T2" fmla="*/ 47 w 12"/>
                  <a:gd name="T3" fmla="*/ 214 h 51"/>
                  <a:gd name="T4" fmla="*/ 33 w 12"/>
                  <a:gd name="T5" fmla="*/ 91 h 51"/>
                  <a:gd name="T6" fmla="*/ 5 w 12"/>
                  <a:gd name="T7" fmla="*/ 0 h 51"/>
                  <a:gd name="T8" fmla="*/ 0 w 12"/>
                  <a:gd name="T9" fmla="*/ 5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1">
                    <a:moveTo>
                      <a:pt x="2" y="50"/>
                    </a:moveTo>
                    <a:cubicBezTo>
                      <a:pt x="6" y="51"/>
                      <a:pt x="9" y="46"/>
                      <a:pt x="10" y="42"/>
                    </a:cubicBezTo>
                    <a:cubicBezTo>
                      <a:pt x="12" y="34"/>
                      <a:pt x="6" y="27"/>
                      <a:pt x="7" y="18"/>
                    </a:cubicBezTo>
                    <a:cubicBezTo>
                      <a:pt x="7" y="13"/>
                      <a:pt x="8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94" name="Freeform 128">
                <a:extLst>
                  <a:ext uri="{FF2B5EF4-FFF2-40B4-BE49-F238E27FC236}">
                    <a16:creationId xmlns:a16="http://schemas.microsoft.com/office/drawing/2014/main" id="{14924250-0FAD-4EEE-BC26-8942DCB64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489"/>
                <a:ext cx="57" cy="89"/>
              </a:xfrm>
              <a:custGeom>
                <a:avLst/>
                <a:gdLst>
                  <a:gd name="T0" fmla="*/ 0 w 35"/>
                  <a:gd name="T1" fmla="*/ 21 h 51"/>
                  <a:gd name="T2" fmla="*/ 26 w 35"/>
                  <a:gd name="T3" fmla="*/ 0 h 51"/>
                  <a:gd name="T4" fmla="*/ 54 w 35"/>
                  <a:gd name="T5" fmla="*/ 58 h 51"/>
                  <a:gd name="T6" fmla="*/ 98 w 35"/>
                  <a:gd name="T7" fmla="*/ 192 h 51"/>
                  <a:gd name="T8" fmla="*/ 125 w 35"/>
                  <a:gd name="T9" fmla="*/ 27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0" y="4"/>
                    </a:moveTo>
                    <a:cubicBezTo>
                      <a:pt x="2" y="3"/>
                      <a:pt x="4" y="0"/>
                      <a:pt x="6" y="0"/>
                    </a:cubicBezTo>
                    <a:cubicBezTo>
                      <a:pt x="11" y="0"/>
                      <a:pt x="11" y="8"/>
                      <a:pt x="12" y="11"/>
                    </a:cubicBezTo>
                    <a:cubicBezTo>
                      <a:pt x="15" y="19"/>
                      <a:pt x="16" y="30"/>
                      <a:pt x="23" y="36"/>
                    </a:cubicBezTo>
                    <a:cubicBezTo>
                      <a:pt x="27" y="39"/>
                      <a:pt x="35" y="46"/>
                      <a:pt x="29" y="5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95" name="Freeform 129">
                <a:extLst>
                  <a:ext uri="{FF2B5EF4-FFF2-40B4-BE49-F238E27FC236}">
                    <a16:creationId xmlns:a16="http://schemas.microsoft.com/office/drawing/2014/main" id="{613740E0-1C7B-4F10-A272-5CD8B7599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380"/>
                <a:ext cx="49" cy="54"/>
              </a:xfrm>
              <a:custGeom>
                <a:avLst/>
                <a:gdLst>
                  <a:gd name="T0" fmla="*/ 131 w 30"/>
                  <a:gd name="T1" fmla="*/ 164 h 31"/>
                  <a:gd name="T2" fmla="*/ 54 w 30"/>
                  <a:gd name="T3" fmla="*/ 37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30" y="31"/>
                    </a:moveTo>
                    <a:cubicBezTo>
                      <a:pt x="22" y="24"/>
                      <a:pt x="20" y="14"/>
                      <a:pt x="12" y="7"/>
                    </a:cubicBezTo>
                    <a:cubicBezTo>
                      <a:pt x="10" y="6"/>
                      <a:pt x="3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96" name="Freeform 130">
                <a:extLst>
                  <a:ext uri="{FF2B5EF4-FFF2-40B4-BE49-F238E27FC236}">
                    <a16:creationId xmlns:a16="http://schemas.microsoft.com/office/drawing/2014/main" id="{AABC2BA7-2824-445B-B687-6D4716F9A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289"/>
                <a:ext cx="75" cy="45"/>
              </a:xfrm>
              <a:custGeom>
                <a:avLst/>
                <a:gdLst>
                  <a:gd name="T0" fmla="*/ 178 w 46"/>
                  <a:gd name="T1" fmla="*/ 135 h 26"/>
                  <a:gd name="T2" fmla="*/ 165 w 46"/>
                  <a:gd name="T3" fmla="*/ 29 h 26"/>
                  <a:gd name="T4" fmla="*/ 77 w 46"/>
                  <a:gd name="T5" fmla="*/ 21 h 26"/>
                  <a:gd name="T6" fmla="*/ 8 w 46"/>
                  <a:gd name="T7" fmla="*/ 28 h 26"/>
                  <a:gd name="T8" fmla="*/ 5 w 46"/>
                  <a:gd name="T9" fmla="*/ 9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6">
                    <a:moveTo>
                      <a:pt x="41" y="26"/>
                    </a:moveTo>
                    <a:cubicBezTo>
                      <a:pt x="38" y="20"/>
                      <a:pt x="46" y="10"/>
                      <a:pt x="38" y="6"/>
                    </a:cubicBezTo>
                    <a:cubicBezTo>
                      <a:pt x="32" y="4"/>
                      <a:pt x="24" y="4"/>
                      <a:pt x="18" y="4"/>
                    </a:cubicBezTo>
                    <a:cubicBezTo>
                      <a:pt x="13" y="4"/>
                      <a:pt x="5" y="0"/>
                      <a:pt x="2" y="5"/>
                    </a:cubicBezTo>
                    <a:cubicBezTo>
                      <a:pt x="0" y="8"/>
                      <a:pt x="1" y="14"/>
                      <a:pt x="1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97" name="Freeform 131">
                <a:extLst>
                  <a:ext uri="{FF2B5EF4-FFF2-40B4-BE49-F238E27FC236}">
                    <a16:creationId xmlns:a16="http://schemas.microsoft.com/office/drawing/2014/main" id="{178A5577-F06F-4935-8D26-6D4179CD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2286"/>
                <a:ext cx="81" cy="43"/>
              </a:xfrm>
              <a:custGeom>
                <a:avLst/>
                <a:gdLst>
                  <a:gd name="T0" fmla="*/ 212 w 50"/>
                  <a:gd name="T1" fmla="*/ 91 h 25"/>
                  <a:gd name="T2" fmla="*/ 165 w 50"/>
                  <a:gd name="T3" fmla="*/ 5 h 25"/>
                  <a:gd name="T4" fmla="*/ 128 w 50"/>
                  <a:gd name="T5" fmla="*/ 15 h 25"/>
                  <a:gd name="T6" fmla="*/ 60 w 50"/>
                  <a:gd name="T7" fmla="*/ 36 h 25"/>
                  <a:gd name="T8" fmla="*/ 5 w 50"/>
                  <a:gd name="T9" fmla="*/ 86 h 25"/>
                  <a:gd name="T10" fmla="*/ 21 w 50"/>
                  <a:gd name="T11" fmla="*/ 127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25">
                    <a:moveTo>
                      <a:pt x="50" y="18"/>
                    </a:moveTo>
                    <a:cubicBezTo>
                      <a:pt x="44" y="15"/>
                      <a:pt x="46" y="4"/>
                      <a:pt x="39" y="1"/>
                    </a:cubicBezTo>
                    <a:cubicBezTo>
                      <a:pt x="37" y="0"/>
                      <a:pt x="32" y="2"/>
                      <a:pt x="30" y="3"/>
                    </a:cubicBezTo>
                    <a:cubicBezTo>
                      <a:pt x="25" y="5"/>
                      <a:pt x="19" y="6"/>
                      <a:pt x="14" y="7"/>
                    </a:cubicBezTo>
                    <a:cubicBezTo>
                      <a:pt x="9" y="8"/>
                      <a:pt x="0" y="9"/>
                      <a:pt x="1" y="17"/>
                    </a:cubicBezTo>
                    <a:cubicBezTo>
                      <a:pt x="2" y="20"/>
                      <a:pt x="3" y="23"/>
                      <a:pt x="5" y="2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98" name="Freeform 132">
                <a:extLst>
                  <a:ext uri="{FF2B5EF4-FFF2-40B4-BE49-F238E27FC236}">
                    <a16:creationId xmlns:a16="http://schemas.microsoft.com/office/drawing/2014/main" id="{8F486E2D-09DE-4641-B736-908BA98BF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333"/>
                <a:ext cx="78" cy="62"/>
              </a:xfrm>
              <a:custGeom>
                <a:avLst/>
                <a:gdLst>
                  <a:gd name="T0" fmla="*/ 202 w 48"/>
                  <a:gd name="T1" fmla="*/ 62 h 36"/>
                  <a:gd name="T2" fmla="*/ 206 w 48"/>
                  <a:gd name="T3" fmla="*/ 65 h 36"/>
                  <a:gd name="T4" fmla="*/ 166 w 48"/>
                  <a:gd name="T5" fmla="*/ 21 h 36"/>
                  <a:gd name="T6" fmla="*/ 143 w 48"/>
                  <a:gd name="T7" fmla="*/ 5 h 36"/>
                  <a:gd name="T8" fmla="*/ 102 w 48"/>
                  <a:gd name="T9" fmla="*/ 41 h 36"/>
                  <a:gd name="T10" fmla="*/ 60 w 48"/>
                  <a:gd name="T11" fmla="*/ 78 h 36"/>
                  <a:gd name="T12" fmla="*/ 8 w 48"/>
                  <a:gd name="T13" fmla="*/ 134 h 36"/>
                  <a:gd name="T14" fmla="*/ 26 w 48"/>
                  <a:gd name="T15" fmla="*/ 184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6">
                    <a:moveTo>
                      <a:pt x="47" y="12"/>
                    </a:moveTo>
                    <a:cubicBezTo>
                      <a:pt x="48" y="12"/>
                      <a:pt x="48" y="12"/>
                      <a:pt x="48" y="13"/>
                    </a:cubicBezTo>
                    <a:cubicBezTo>
                      <a:pt x="44" y="10"/>
                      <a:pt x="41" y="8"/>
                      <a:pt x="39" y="4"/>
                    </a:cubicBezTo>
                    <a:cubicBezTo>
                      <a:pt x="37" y="2"/>
                      <a:pt x="36" y="0"/>
                      <a:pt x="33" y="1"/>
                    </a:cubicBezTo>
                    <a:cubicBezTo>
                      <a:pt x="30" y="2"/>
                      <a:pt x="27" y="6"/>
                      <a:pt x="24" y="8"/>
                    </a:cubicBezTo>
                    <a:cubicBezTo>
                      <a:pt x="21" y="10"/>
                      <a:pt x="18" y="13"/>
                      <a:pt x="14" y="15"/>
                    </a:cubicBezTo>
                    <a:cubicBezTo>
                      <a:pt x="10" y="18"/>
                      <a:pt x="5" y="21"/>
                      <a:pt x="2" y="26"/>
                    </a:cubicBezTo>
                    <a:cubicBezTo>
                      <a:pt x="0" y="30"/>
                      <a:pt x="4" y="33"/>
                      <a:pt x="6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99" name="Freeform 133">
                <a:extLst>
                  <a:ext uri="{FF2B5EF4-FFF2-40B4-BE49-F238E27FC236}">
                    <a16:creationId xmlns:a16="http://schemas.microsoft.com/office/drawing/2014/main" id="{928A002B-E7A7-461B-A05F-6429A7678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409"/>
                <a:ext cx="62" cy="73"/>
              </a:xfrm>
              <a:custGeom>
                <a:avLst/>
                <a:gdLst>
                  <a:gd name="T0" fmla="*/ 165 w 38"/>
                  <a:gd name="T1" fmla="*/ 42 h 42"/>
                  <a:gd name="T2" fmla="*/ 109 w 38"/>
                  <a:gd name="T3" fmla="*/ 5 h 42"/>
                  <a:gd name="T4" fmla="*/ 83 w 38"/>
                  <a:gd name="T5" fmla="*/ 30 h 42"/>
                  <a:gd name="T6" fmla="*/ 47 w 38"/>
                  <a:gd name="T7" fmla="*/ 78 h 42"/>
                  <a:gd name="T8" fmla="*/ 5 w 38"/>
                  <a:gd name="T9" fmla="*/ 163 h 42"/>
                  <a:gd name="T10" fmla="*/ 29 w 38"/>
                  <a:gd name="T11" fmla="*/ 221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2">
                    <a:moveTo>
                      <a:pt x="38" y="8"/>
                    </a:moveTo>
                    <a:cubicBezTo>
                      <a:pt x="32" y="9"/>
                      <a:pt x="30" y="1"/>
                      <a:pt x="25" y="1"/>
                    </a:cubicBezTo>
                    <a:cubicBezTo>
                      <a:pt x="22" y="0"/>
                      <a:pt x="20" y="4"/>
                      <a:pt x="19" y="6"/>
                    </a:cubicBezTo>
                    <a:cubicBezTo>
                      <a:pt x="16" y="9"/>
                      <a:pt x="14" y="12"/>
                      <a:pt x="11" y="15"/>
                    </a:cubicBezTo>
                    <a:cubicBezTo>
                      <a:pt x="7" y="20"/>
                      <a:pt x="0" y="24"/>
                      <a:pt x="1" y="31"/>
                    </a:cubicBezTo>
                    <a:cubicBezTo>
                      <a:pt x="2" y="35"/>
                      <a:pt x="3" y="39"/>
                      <a:pt x="7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00" name="Freeform 134">
                <a:extLst>
                  <a:ext uri="{FF2B5EF4-FFF2-40B4-BE49-F238E27FC236}">
                    <a16:creationId xmlns:a16="http://schemas.microsoft.com/office/drawing/2014/main" id="{985B8527-F110-4C5B-B3FE-19AB7BA70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2512"/>
                <a:ext cx="55" cy="61"/>
              </a:xfrm>
              <a:custGeom>
                <a:avLst/>
                <a:gdLst>
                  <a:gd name="T0" fmla="*/ 26 w 34"/>
                  <a:gd name="T1" fmla="*/ 185 h 35"/>
                  <a:gd name="T2" fmla="*/ 21 w 34"/>
                  <a:gd name="T3" fmla="*/ 134 h 35"/>
                  <a:gd name="T4" fmla="*/ 55 w 34"/>
                  <a:gd name="T5" fmla="*/ 30 h 35"/>
                  <a:gd name="T6" fmla="*/ 110 w 34"/>
                  <a:gd name="T7" fmla="*/ 16 h 35"/>
                  <a:gd name="T8" fmla="*/ 144 w 34"/>
                  <a:gd name="T9" fmla="*/ 5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6" y="35"/>
                    </a:moveTo>
                    <a:cubicBezTo>
                      <a:pt x="0" y="35"/>
                      <a:pt x="4" y="27"/>
                      <a:pt x="5" y="25"/>
                    </a:cubicBezTo>
                    <a:cubicBezTo>
                      <a:pt x="7" y="19"/>
                      <a:pt x="9" y="11"/>
                      <a:pt x="13" y="6"/>
                    </a:cubicBezTo>
                    <a:cubicBezTo>
                      <a:pt x="16" y="1"/>
                      <a:pt x="22" y="0"/>
                      <a:pt x="26" y="3"/>
                    </a:cubicBezTo>
                    <a:cubicBezTo>
                      <a:pt x="29" y="5"/>
                      <a:pt x="33" y="10"/>
                      <a:pt x="34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01" name="Freeform 135">
                <a:extLst>
                  <a:ext uri="{FF2B5EF4-FFF2-40B4-BE49-F238E27FC236}">
                    <a16:creationId xmlns:a16="http://schemas.microsoft.com/office/drawing/2014/main" id="{ACE73963-7208-4A98-B2F6-7CB6EDBB5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371"/>
                <a:ext cx="52" cy="42"/>
              </a:xfrm>
              <a:custGeom>
                <a:avLst/>
                <a:gdLst>
                  <a:gd name="T0" fmla="*/ 18 w 32"/>
                  <a:gd name="T1" fmla="*/ 130 h 24"/>
                  <a:gd name="T2" fmla="*/ 39 w 32"/>
                  <a:gd name="T3" fmla="*/ 81 h 24"/>
                  <a:gd name="T4" fmla="*/ 88 w 32"/>
                  <a:gd name="T5" fmla="*/ 33 h 24"/>
                  <a:gd name="T6" fmla="*/ 138 w 32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4" y="24"/>
                    </a:moveTo>
                    <a:cubicBezTo>
                      <a:pt x="0" y="20"/>
                      <a:pt x="6" y="17"/>
                      <a:pt x="9" y="15"/>
                    </a:cubicBezTo>
                    <a:cubicBezTo>
                      <a:pt x="13" y="12"/>
                      <a:pt x="16" y="9"/>
                      <a:pt x="20" y="6"/>
                    </a:cubicBezTo>
                    <a:cubicBezTo>
                      <a:pt x="23" y="5"/>
                      <a:pt x="29" y="0"/>
                      <a:pt x="3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02" name="Freeform 136">
                <a:extLst>
                  <a:ext uri="{FF2B5EF4-FFF2-40B4-BE49-F238E27FC236}">
                    <a16:creationId xmlns:a16="http://schemas.microsoft.com/office/drawing/2014/main" id="{A5F46A47-4071-4817-A342-7E237665C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461"/>
                <a:ext cx="47" cy="54"/>
              </a:xfrm>
              <a:custGeom>
                <a:avLst/>
                <a:gdLst>
                  <a:gd name="T0" fmla="*/ 123 w 29"/>
                  <a:gd name="T1" fmla="*/ 0 h 31"/>
                  <a:gd name="T2" fmla="*/ 89 w 29"/>
                  <a:gd name="T3" fmla="*/ 30 h 31"/>
                  <a:gd name="T4" fmla="*/ 39 w 29"/>
                  <a:gd name="T5" fmla="*/ 106 h 31"/>
                  <a:gd name="T6" fmla="*/ 21 w 29"/>
                  <a:gd name="T7" fmla="*/ 16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1">
                    <a:moveTo>
                      <a:pt x="29" y="0"/>
                    </a:moveTo>
                    <a:cubicBezTo>
                      <a:pt x="26" y="0"/>
                      <a:pt x="23" y="3"/>
                      <a:pt x="21" y="6"/>
                    </a:cubicBezTo>
                    <a:cubicBezTo>
                      <a:pt x="17" y="11"/>
                      <a:pt x="14" y="16"/>
                      <a:pt x="9" y="20"/>
                    </a:cubicBezTo>
                    <a:cubicBezTo>
                      <a:pt x="6" y="22"/>
                      <a:pt x="0" y="27"/>
                      <a:pt x="5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03" name="Freeform 137">
                <a:extLst>
                  <a:ext uri="{FF2B5EF4-FFF2-40B4-BE49-F238E27FC236}">
                    <a16:creationId xmlns:a16="http://schemas.microsoft.com/office/drawing/2014/main" id="{C922BCD4-4B79-4EE6-8E55-D945E84BF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2385"/>
                <a:ext cx="19" cy="26"/>
              </a:xfrm>
              <a:custGeom>
                <a:avLst/>
                <a:gdLst>
                  <a:gd name="T0" fmla="*/ 35 w 12"/>
                  <a:gd name="T1" fmla="*/ 78 h 15"/>
                  <a:gd name="T2" fmla="*/ 0 w 1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9" y="15"/>
                    </a:moveTo>
                    <a:cubicBezTo>
                      <a:pt x="12" y="10"/>
                      <a:pt x="4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04" name="Freeform 138">
                <a:extLst>
                  <a:ext uri="{FF2B5EF4-FFF2-40B4-BE49-F238E27FC236}">
                    <a16:creationId xmlns:a16="http://schemas.microsoft.com/office/drawing/2014/main" id="{7EBA9A5F-6300-49F2-B7B6-8B1BADA74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2345"/>
                <a:ext cx="21" cy="29"/>
              </a:xfrm>
              <a:custGeom>
                <a:avLst/>
                <a:gdLst>
                  <a:gd name="T0" fmla="*/ 42 w 13"/>
                  <a:gd name="T1" fmla="*/ 84 h 17"/>
                  <a:gd name="T2" fmla="*/ 0 w 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0" y="17"/>
                    </a:moveTo>
                    <a:cubicBezTo>
                      <a:pt x="13" y="12"/>
                      <a:pt x="3" y="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05" name="Freeform 139">
                <a:extLst>
                  <a:ext uri="{FF2B5EF4-FFF2-40B4-BE49-F238E27FC236}">
                    <a16:creationId xmlns:a16="http://schemas.microsoft.com/office/drawing/2014/main" id="{A7247A26-0517-4618-A8A8-309A0AEB5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402"/>
                <a:ext cx="8" cy="4"/>
              </a:xfrm>
              <a:custGeom>
                <a:avLst/>
                <a:gdLst>
                  <a:gd name="T0" fmla="*/ 21 w 5"/>
                  <a:gd name="T1" fmla="*/ 16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06" name="Freeform 140">
                <a:extLst>
                  <a:ext uri="{FF2B5EF4-FFF2-40B4-BE49-F238E27FC236}">
                    <a16:creationId xmlns:a16="http://schemas.microsoft.com/office/drawing/2014/main" id="{E9019301-1DA8-4960-B575-CE15B89B0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369"/>
                <a:ext cx="8" cy="4"/>
              </a:xfrm>
              <a:custGeom>
                <a:avLst/>
                <a:gdLst>
                  <a:gd name="T0" fmla="*/ 0 w 5"/>
                  <a:gd name="T1" fmla="*/ 0 h 2"/>
                  <a:gd name="T2" fmla="*/ 21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5" y="2"/>
                      <a:pt x="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07" name="Freeform 141">
                <a:extLst>
                  <a:ext uri="{FF2B5EF4-FFF2-40B4-BE49-F238E27FC236}">
                    <a16:creationId xmlns:a16="http://schemas.microsoft.com/office/drawing/2014/main" id="{4483CD28-54CE-4A08-A532-1FE644CFC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308"/>
                <a:ext cx="21" cy="26"/>
              </a:xfrm>
              <a:custGeom>
                <a:avLst/>
                <a:gdLst>
                  <a:gd name="T0" fmla="*/ 21 w 13"/>
                  <a:gd name="T1" fmla="*/ 78 h 15"/>
                  <a:gd name="T2" fmla="*/ 0 w 1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5" y="15"/>
                    </a:moveTo>
                    <a:cubicBezTo>
                      <a:pt x="13" y="14"/>
                      <a:pt x="4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08" name="Freeform 142">
                <a:extLst>
                  <a:ext uri="{FF2B5EF4-FFF2-40B4-BE49-F238E27FC236}">
                    <a16:creationId xmlns:a16="http://schemas.microsoft.com/office/drawing/2014/main" id="{A658A9B6-3E03-4F43-B751-08E39E452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383"/>
                <a:ext cx="2" cy="5"/>
              </a:xfrm>
              <a:custGeom>
                <a:avLst/>
                <a:gdLst>
                  <a:gd name="T0" fmla="*/ 8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09" name="Freeform 143">
                <a:extLst>
                  <a:ext uri="{FF2B5EF4-FFF2-40B4-BE49-F238E27FC236}">
                    <a16:creationId xmlns:a16="http://schemas.microsoft.com/office/drawing/2014/main" id="{7ED042AA-E0CE-49CD-9C6D-D53ECEE8B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2434"/>
                <a:ext cx="24" cy="22"/>
              </a:xfrm>
              <a:custGeom>
                <a:avLst/>
                <a:gdLst>
                  <a:gd name="T0" fmla="*/ 61 w 15"/>
                  <a:gd name="T1" fmla="*/ 54 h 13"/>
                  <a:gd name="T2" fmla="*/ 46 w 15"/>
                  <a:gd name="T3" fmla="*/ 54 h 13"/>
                  <a:gd name="T4" fmla="*/ 29 w 15"/>
                  <a:gd name="T5" fmla="*/ 24 h 13"/>
                  <a:gd name="T6" fmla="*/ 0 w 1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11"/>
                    </a:moveTo>
                    <a:cubicBezTo>
                      <a:pt x="12" y="11"/>
                      <a:pt x="13" y="13"/>
                      <a:pt x="11" y="11"/>
                    </a:cubicBezTo>
                    <a:cubicBezTo>
                      <a:pt x="9" y="10"/>
                      <a:pt x="9" y="7"/>
                      <a:pt x="7" y="5"/>
                    </a:cubicBezTo>
                    <a:cubicBezTo>
                      <a:pt x="5" y="3"/>
                      <a:pt x="1" y="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10" name="Freeform 144">
                <a:extLst>
                  <a:ext uri="{FF2B5EF4-FFF2-40B4-BE49-F238E27FC236}">
                    <a16:creationId xmlns:a16="http://schemas.microsoft.com/office/drawing/2014/main" id="{22B55E7A-30CD-4813-919F-785BB4EFE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2494"/>
                <a:ext cx="23" cy="21"/>
              </a:xfrm>
              <a:custGeom>
                <a:avLst/>
                <a:gdLst>
                  <a:gd name="T0" fmla="*/ 41 w 14"/>
                  <a:gd name="T1" fmla="*/ 65 h 12"/>
                  <a:gd name="T2" fmla="*/ 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4"/>
                      <a:pt x="1" y="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11" name="Freeform 145">
                <a:extLst>
                  <a:ext uri="{FF2B5EF4-FFF2-40B4-BE49-F238E27FC236}">
                    <a16:creationId xmlns:a16="http://schemas.microsoft.com/office/drawing/2014/main" id="{067E60F3-6028-4A34-81F0-33EC6BDCE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2453"/>
                <a:ext cx="3" cy="10"/>
              </a:xfrm>
              <a:custGeom>
                <a:avLst/>
                <a:gdLst>
                  <a:gd name="T0" fmla="*/ 0 w 2"/>
                  <a:gd name="T1" fmla="*/ 0 h 6"/>
                  <a:gd name="T2" fmla="*/ 5 w 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1"/>
                      <a:pt x="2" y="5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12" name="Freeform 146">
                <a:extLst>
                  <a:ext uri="{FF2B5EF4-FFF2-40B4-BE49-F238E27FC236}">
                    <a16:creationId xmlns:a16="http://schemas.microsoft.com/office/drawing/2014/main" id="{29B0E9A9-0FB8-4A9E-A573-E9BFAE504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503"/>
                <a:ext cx="9" cy="4"/>
              </a:xfrm>
              <a:custGeom>
                <a:avLst/>
                <a:gdLst>
                  <a:gd name="T0" fmla="*/ 0 w 5"/>
                  <a:gd name="T1" fmla="*/ 8 h 2"/>
                  <a:gd name="T2" fmla="*/ 29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1"/>
                      <a:pt x="4" y="2"/>
                      <a:pt x="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13" name="Freeform 147">
                <a:extLst>
                  <a:ext uri="{FF2B5EF4-FFF2-40B4-BE49-F238E27FC236}">
                    <a16:creationId xmlns:a16="http://schemas.microsoft.com/office/drawing/2014/main" id="{BACBF52A-99C7-40D4-B392-09915F12D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2564"/>
                <a:ext cx="7" cy="7"/>
              </a:xfrm>
              <a:custGeom>
                <a:avLst/>
                <a:gdLst>
                  <a:gd name="T0" fmla="*/ 21 w 4"/>
                  <a:gd name="T1" fmla="*/ 0 h 4"/>
                  <a:gd name="T2" fmla="*/ 0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14" name="Freeform 148">
                <a:extLst>
                  <a:ext uri="{FF2B5EF4-FFF2-40B4-BE49-F238E27FC236}">
                    <a16:creationId xmlns:a16="http://schemas.microsoft.com/office/drawing/2014/main" id="{E769CD9B-895F-4A5C-92EE-60F581E96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3215"/>
                <a:ext cx="8" cy="26"/>
              </a:xfrm>
              <a:custGeom>
                <a:avLst/>
                <a:gdLst>
                  <a:gd name="T0" fmla="*/ 0 w 5"/>
                  <a:gd name="T1" fmla="*/ 5 h 15"/>
                  <a:gd name="T2" fmla="*/ 16 w 5"/>
                  <a:gd name="T3" fmla="*/ 49 h 15"/>
                  <a:gd name="T4" fmla="*/ 16 w 5"/>
                  <a:gd name="T5" fmla="*/ 7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0" y="1"/>
                    </a:moveTo>
                    <a:cubicBezTo>
                      <a:pt x="5" y="0"/>
                      <a:pt x="4" y="6"/>
                      <a:pt x="4" y="9"/>
                    </a:cubicBezTo>
                    <a:cubicBezTo>
                      <a:pt x="4" y="11"/>
                      <a:pt x="5" y="14"/>
                      <a:pt x="4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15" name="Freeform 149">
                <a:extLst>
                  <a:ext uri="{FF2B5EF4-FFF2-40B4-BE49-F238E27FC236}">
                    <a16:creationId xmlns:a16="http://schemas.microsoft.com/office/drawing/2014/main" id="{4EC3EF40-3416-4239-80BD-4277C92A5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191"/>
                <a:ext cx="16" cy="33"/>
              </a:xfrm>
              <a:custGeom>
                <a:avLst/>
                <a:gdLst>
                  <a:gd name="T0" fmla="*/ 0 w 10"/>
                  <a:gd name="T1" fmla="*/ 0 h 19"/>
                  <a:gd name="T2" fmla="*/ 0 w 10"/>
                  <a:gd name="T3" fmla="*/ 36 h 19"/>
                  <a:gd name="T4" fmla="*/ 21 w 10"/>
                  <a:gd name="T5" fmla="*/ 63 h 19"/>
                  <a:gd name="T6" fmla="*/ 42 w 10"/>
                  <a:gd name="T7" fmla="*/ 9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  <a:cubicBezTo>
                      <a:pt x="1" y="10"/>
                      <a:pt x="3" y="10"/>
                      <a:pt x="5" y="12"/>
                    </a:cubicBezTo>
                    <a:cubicBezTo>
                      <a:pt x="6" y="13"/>
                      <a:pt x="7" y="19"/>
                      <a:pt x="1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16" name="Freeform 150">
                <a:extLst>
                  <a:ext uri="{FF2B5EF4-FFF2-40B4-BE49-F238E27FC236}">
                    <a16:creationId xmlns:a16="http://schemas.microsoft.com/office/drawing/2014/main" id="{48F06BC9-7260-4B82-A094-F7799DA8C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3213"/>
                <a:ext cx="2" cy="5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17" name="Freeform 151">
                <a:extLst>
                  <a:ext uri="{FF2B5EF4-FFF2-40B4-BE49-F238E27FC236}">
                    <a16:creationId xmlns:a16="http://schemas.microsoft.com/office/drawing/2014/main" id="{39C94D82-AFF9-4550-9235-A23DC7039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3217"/>
                <a:ext cx="1" cy="8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4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18" name="Freeform 152">
                <a:extLst>
                  <a:ext uri="{FF2B5EF4-FFF2-40B4-BE49-F238E27FC236}">
                    <a16:creationId xmlns:a16="http://schemas.microsoft.com/office/drawing/2014/main" id="{E63EE3A9-7BD7-4954-B042-8C2719143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192"/>
                <a:ext cx="5" cy="6"/>
              </a:xfrm>
              <a:custGeom>
                <a:avLst/>
                <a:gdLst>
                  <a:gd name="T0" fmla="*/ 13 w 3"/>
                  <a:gd name="T1" fmla="*/ 8 h 3"/>
                  <a:gd name="T2" fmla="*/ 5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0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19" name="Freeform 153">
                <a:extLst>
                  <a:ext uri="{FF2B5EF4-FFF2-40B4-BE49-F238E27FC236}">
                    <a16:creationId xmlns:a16="http://schemas.microsoft.com/office/drawing/2014/main" id="{3335F69D-5A9F-4C5D-A5D5-612A8EA82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161"/>
                <a:ext cx="16" cy="28"/>
              </a:xfrm>
              <a:custGeom>
                <a:avLst/>
                <a:gdLst>
                  <a:gd name="T0" fmla="*/ 0 w 10"/>
                  <a:gd name="T1" fmla="*/ 0 h 16"/>
                  <a:gd name="T2" fmla="*/ 26 w 10"/>
                  <a:gd name="T3" fmla="*/ 58 h 16"/>
                  <a:gd name="T4" fmla="*/ 42 w 10"/>
                  <a:gd name="T5" fmla="*/ 8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6" y="2"/>
                      <a:pt x="3" y="7"/>
                      <a:pt x="6" y="11"/>
                    </a:cubicBezTo>
                    <a:cubicBezTo>
                      <a:pt x="7" y="12"/>
                      <a:pt x="10" y="14"/>
                      <a:pt x="10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0" name="Freeform 154">
                <a:extLst>
                  <a:ext uri="{FF2B5EF4-FFF2-40B4-BE49-F238E27FC236}">
                    <a16:creationId xmlns:a16="http://schemas.microsoft.com/office/drawing/2014/main" id="{890271DC-97BB-4F4E-BFC1-566D16521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3121"/>
                <a:ext cx="18" cy="31"/>
              </a:xfrm>
              <a:custGeom>
                <a:avLst/>
                <a:gdLst>
                  <a:gd name="T0" fmla="*/ 0 w 11"/>
                  <a:gd name="T1" fmla="*/ 0 h 18"/>
                  <a:gd name="T2" fmla="*/ 41 w 11"/>
                  <a:gd name="T3" fmla="*/ 50 h 18"/>
                  <a:gd name="T4" fmla="*/ 43 w 11"/>
                  <a:gd name="T5" fmla="*/ 9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0"/>
                    </a:moveTo>
                    <a:cubicBezTo>
                      <a:pt x="2" y="5"/>
                      <a:pt x="7" y="6"/>
                      <a:pt x="9" y="10"/>
                    </a:cubicBezTo>
                    <a:cubicBezTo>
                      <a:pt x="10" y="13"/>
                      <a:pt x="11" y="16"/>
                      <a:pt x="1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1" name="Freeform 155">
                <a:extLst>
                  <a:ext uri="{FF2B5EF4-FFF2-40B4-BE49-F238E27FC236}">
                    <a16:creationId xmlns:a16="http://schemas.microsoft.com/office/drawing/2014/main" id="{2AE42C04-CD51-452F-B1A4-32B00BC08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163"/>
                <a:ext cx="3" cy="7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2" name="Freeform 156">
                <a:extLst>
                  <a:ext uri="{FF2B5EF4-FFF2-40B4-BE49-F238E27FC236}">
                    <a16:creationId xmlns:a16="http://schemas.microsoft.com/office/drawing/2014/main" id="{F2619277-2198-48B7-93D9-65A1AB36F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184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3" name="Freeform 157">
                <a:extLst>
                  <a:ext uri="{FF2B5EF4-FFF2-40B4-BE49-F238E27FC236}">
                    <a16:creationId xmlns:a16="http://schemas.microsoft.com/office/drawing/2014/main" id="{753E5903-E68A-4952-8DE4-0FBBC760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3119"/>
                <a:ext cx="3" cy="9"/>
              </a:xfrm>
              <a:custGeom>
                <a:avLst/>
                <a:gdLst>
                  <a:gd name="T0" fmla="*/ 8 w 2"/>
                  <a:gd name="T1" fmla="*/ 0 h 5"/>
                  <a:gd name="T2" fmla="*/ 5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0"/>
                      <a:pt x="1" y="3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4" name="Freeform 158">
                <a:extLst>
                  <a:ext uri="{FF2B5EF4-FFF2-40B4-BE49-F238E27FC236}">
                    <a16:creationId xmlns:a16="http://schemas.microsoft.com/office/drawing/2014/main" id="{61122F5B-A16B-4FD9-9EB9-6766B5124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3071"/>
                <a:ext cx="18" cy="19"/>
              </a:xfrm>
              <a:custGeom>
                <a:avLst/>
                <a:gdLst>
                  <a:gd name="T0" fmla="*/ 5 w 11"/>
                  <a:gd name="T1" fmla="*/ 0 h 11"/>
                  <a:gd name="T2" fmla="*/ 0 w 11"/>
                  <a:gd name="T3" fmla="*/ 21 h 11"/>
                  <a:gd name="T4" fmla="*/ 21 w 11"/>
                  <a:gd name="T5" fmla="*/ 36 h 11"/>
                  <a:gd name="T6" fmla="*/ 47 w 11"/>
                  <a:gd name="T7" fmla="*/ 5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7"/>
                      <a:pt x="2" y="6"/>
                      <a:pt x="5" y="7"/>
                    </a:cubicBezTo>
                    <a:cubicBezTo>
                      <a:pt x="7" y="8"/>
                      <a:pt x="9" y="10"/>
                      <a:pt x="11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5" name="Freeform 159">
                <a:extLst>
                  <a:ext uri="{FF2B5EF4-FFF2-40B4-BE49-F238E27FC236}">
                    <a16:creationId xmlns:a16="http://schemas.microsoft.com/office/drawing/2014/main" id="{BE3FB36D-932F-432A-9687-99854B62E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003"/>
                <a:ext cx="31" cy="19"/>
              </a:xfrm>
              <a:custGeom>
                <a:avLst/>
                <a:gdLst>
                  <a:gd name="T0" fmla="*/ 5 w 19"/>
                  <a:gd name="T1" fmla="*/ 0 h 11"/>
                  <a:gd name="T2" fmla="*/ 13 w 19"/>
                  <a:gd name="T3" fmla="*/ 29 h 11"/>
                  <a:gd name="T4" fmla="*/ 29 w 19"/>
                  <a:gd name="T5" fmla="*/ 36 h 11"/>
                  <a:gd name="T6" fmla="*/ 54 w 19"/>
                  <a:gd name="T7" fmla="*/ 41 h 11"/>
                  <a:gd name="T8" fmla="*/ 83 w 19"/>
                  <a:gd name="T9" fmla="*/ 4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4" y="7"/>
                      <a:pt x="6" y="7"/>
                      <a:pt x="7" y="7"/>
                    </a:cubicBezTo>
                    <a:cubicBezTo>
                      <a:pt x="9" y="7"/>
                      <a:pt x="10" y="7"/>
                      <a:pt x="12" y="8"/>
                    </a:cubicBezTo>
                    <a:cubicBezTo>
                      <a:pt x="14" y="8"/>
                      <a:pt x="17" y="11"/>
                      <a:pt x="19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6" name="Freeform 160">
                <a:extLst>
                  <a:ext uri="{FF2B5EF4-FFF2-40B4-BE49-F238E27FC236}">
                    <a16:creationId xmlns:a16="http://schemas.microsoft.com/office/drawing/2014/main" id="{E8DED0B2-F5A2-46CA-925B-232E60CF1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3074"/>
                <a:ext cx="10" cy="5"/>
              </a:xfrm>
              <a:custGeom>
                <a:avLst/>
                <a:gdLst>
                  <a:gd name="T0" fmla="*/ 0 w 6"/>
                  <a:gd name="T1" fmla="*/ 13 h 3"/>
                  <a:gd name="T2" fmla="*/ 28 w 6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7" name="Freeform 161">
                <a:extLst>
                  <a:ext uri="{FF2B5EF4-FFF2-40B4-BE49-F238E27FC236}">
                    <a16:creationId xmlns:a16="http://schemas.microsoft.com/office/drawing/2014/main" id="{5FA6854F-D67B-4F20-84DC-E9F3929FF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3008"/>
                <a:ext cx="10" cy="3"/>
              </a:xfrm>
              <a:custGeom>
                <a:avLst/>
                <a:gdLst>
                  <a:gd name="T0" fmla="*/ 0 w 6"/>
                  <a:gd name="T1" fmla="*/ 8 h 2"/>
                  <a:gd name="T2" fmla="*/ 28 w 6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1" y="0"/>
                      <a:pt x="4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8" name="Freeform 162">
                <a:extLst>
                  <a:ext uri="{FF2B5EF4-FFF2-40B4-BE49-F238E27FC236}">
                    <a16:creationId xmlns:a16="http://schemas.microsoft.com/office/drawing/2014/main" id="{62AC261F-7F4B-4986-BCF4-A569760E7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3018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9" name="Freeform 163">
                <a:extLst>
                  <a:ext uri="{FF2B5EF4-FFF2-40B4-BE49-F238E27FC236}">
                    <a16:creationId xmlns:a16="http://schemas.microsoft.com/office/drawing/2014/main" id="{E0AE1A48-87FA-4A81-9B1B-EEA556734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3"/>
                <a:ext cx="28" cy="18"/>
              </a:xfrm>
              <a:custGeom>
                <a:avLst/>
                <a:gdLst>
                  <a:gd name="T0" fmla="*/ 0 w 17"/>
                  <a:gd name="T1" fmla="*/ 13 h 10"/>
                  <a:gd name="T2" fmla="*/ 8 w 17"/>
                  <a:gd name="T3" fmla="*/ 7 h 10"/>
                  <a:gd name="T4" fmla="*/ 33 w 17"/>
                  <a:gd name="T5" fmla="*/ 7 h 10"/>
                  <a:gd name="T6" fmla="*/ 54 w 17"/>
                  <a:gd name="T7" fmla="*/ 29 h 10"/>
                  <a:gd name="T8" fmla="*/ 71 w 17"/>
                  <a:gd name="T9" fmla="*/ 41 h 10"/>
                  <a:gd name="T10" fmla="*/ 76 w 17"/>
                  <a:gd name="T11" fmla="*/ 5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0">
                    <a:moveTo>
                      <a:pt x="0" y="2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7" y="1"/>
                    </a:cubicBezTo>
                    <a:cubicBezTo>
                      <a:pt x="9" y="2"/>
                      <a:pt x="10" y="4"/>
                      <a:pt x="12" y="5"/>
                    </a:cubicBezTo>
                    <a:cubicBezTo>
                      <a:pt x="14" y="6"/>
                      <a:pt x="15" y="6"/>
                      <a:pt x="16" y="7"/>
                    </a:cubicBezTo>
                    <a:cubicBezTo>
                      <a:pt x="17" y="8"/>
                      <a:pt x="17" y="9"/>
                      <a:pt x="17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30" name="Freeform 164">
                <a:extLst>
                  <a:ext uri="{FF2B5EF4-FFF2-40B4-BE49-F238E27FC236}">
                    <a16:creationId xmlns:a16="http://schemas.microsoft.com/office/drawing/2014/main" id="{CC7DA9EB-3699-4ED1-8E10-B358DB955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62"/>
                <a:ext cx="30" cy="15"/>
              </a:xfrm>
              <a:custGeom>
                <a:avLst/>
                <a:gdLst>
                  <a:gd name="T0" fmla="*/ 0 w 18"/>
                  <a:gd name="T1" fmla="*/ 8 h 9"/>
                  <a:gd name="T2" fmla="*/ 37 w 18"/>
                  <a:gd name="T3" fmla="*/ 5 h 9"/>
                  <a:gd name="T4" fmla="*/ 62 w 18"/>
                  <a:gd name="T5" fmla="*/ 20 h 9"/>
                  <a:gd name="T6" fmla="*/ 78 w 18"/>
                  <a:gd name="T7" fmla="*/ 4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0" y="2"/>
                    </a:moveTo>
                    <a:cubicBezTo>
                      <a:pt x="2" y="2"/>
                      <a:pt x="5" y="0"/>
                      <a:pt x="8" y="1"/>
                    </a:cubicBezTo>
                    <a:cubicBezTo>
                      <a:pt x="10" y="1"/>
                      <a:pt x="11" y="3"/>
                      <a:pt x="13" y="4"/>
                    </a:cubicBezTo>
                    <a:cubicBezTo>
                      <a:pt x="15" y="5"/>
                      <a:pt x="18" y="7"/>
                      <a:pt x="17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31" name="Freeform 165">
                <a:extLst>
                  <a:ext uri="{FF2B5EF4-FFF2-40B4-BE49-F238E27FC236}">
                    <a16:creationId xmlns:a16="http://schemas.microsoft.com/office/drawing/2014/main" id="{1CEC85C6-19C4-4C6D-B52B-1C2B47D6F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935"/>
                <a:ext cx="5" cy="8"/>
              </a:xfrm>
              <a:custGeom>
                <a:avLst/>
                <a:gdLst>
                  <a:gd name="T0" fmla="*/ 5 w 3"/>
                  <a:gd name="T1" fmla="*/ 0 h 5"/>
                  <a:gd name="T2" fmla="*/ 13 w 3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2"/>
                      <a:pt x="2" y="4"/>
                      <a:pt x="3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32" name="Freeform 166">
                <a:extLst>
                  <a:ext uri="{FF2B5EF4-FFF2-40B4-BE49-F238E27FC236}">
                    <a16:creationId xmlns:a16="http://schemas.microsoft.com/office/drawing/2014/main" id="{E26821D3-6D38-447F-B90E-55F5D28D4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952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33" name="Freeform 167">
                <a:extLst>
                  <a:ext uri="{FF2B5EF4-FFF2-40B4-BE49-F238E27FC236}">
                    <a16:creationId xmlns:a16="http://schemas.microsoft.com/office/drawing/2014/main" id="{34B6237E-9E3F-40BC-B88A-1CEA58B96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858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3"/>
                      <a:pt x="3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34" name="Freeform 168">
                <a:extLst>
                  <a:ext uri="{FF2B5EF4-FFF2-40B4-BE49-F238E27FC236}">
                    <a16:creationId xmlns:a16="http://schemas.microsoft.com/office/drawing/2014/main" id="{4C8B1F0D-7A48-4D88-AC99-6E35798FC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790"/>
                <a:ext cx="36" cy="16"/>
              </a:xfrm>
              <a:custGeom>
                <a:avLst/>
                <a:gdLst>
                  <a:gd name="T0" fmla="*/ 5 w 22"/>
                  <a:gd name="T1" fmla="*/ 50 h 9"/>
                  <a:gd name="T2" fmla="*/ 75 w 22"/>
                  <a:gd name="T3" fmla="*/ 16 h 9"/>
                  <a:gd name="T4" fmla="*/ 92 w 22"/>
                  <a:gd name="T5" fmla="*/ 3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1" y="9"/>
                    </a:moveTo>
                    <a:cubicBezTo>
                      <a:pt x="0" y="0"/>
                      <a:pt x="11" y="3"/>
                      <a:pt x="17" y="3"/>
                    </a:cubicBezTo>
                    <a:cubicBezTo>
                      <a:pt x="19" y="3"/>
                      <a:pt x="22" y="4"/>
                      <a:pt x="21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35" name="Freeform 169">
                <a:extLst>
                  <a:ext uri="{FF2B5EF4-FFF2-40B4-BE49-F238E27FC236}">
                    <a16:creationId xmlns:a16="http://schemas.microsoft.com/office/drawing/2014/main" id="{0E993B35-7AED-4702-BCC6-74183256E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790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36" name="Freeform 170">
                <a:extLst>
                  <a:ext uri="{FF2B5EF4-FFF2-40B4-BE49-F238E27FC236}">
                    <a16:creationId xmlns:a16="http://schemas.microsoft.com/office/drawing/2014/main" id="{03F8741A-6A47-4AC8-B253-DC3136967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719"/>
                <a:ext cx="34" cy="10"/>
              </a:xfrm>
              <a:custGeom>
                <a:avLst/>
                <a:gdLst>
                  <a:gd name="T0" fmla="*/ 0 w 21"/>
                  <a:gd name="T1" fmla="*/ 28 h 6"/>
                  <a:gd name="T2" fmla="*/ 29 w 21"/>
                  <a:gd name="T3" fmla="*/ 0 h 6"/>
                  <a:gd name="T4" fmla="*/ 55 w 21"/>
                  <a:gd name="T5" fmla="*/ 5 h 6"/>
                  <a:gd name="T6" fmla="*/ 63 w 21"/>
                  <a:gd name="T7" fmla="*/ 5 h 6"/>
                  <a:gd name="T8" fmla="*/ 89 w 21"/>
                  <a:gd name="T9" fmla="*/ 2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">
                    <a:moveTo>
                      <a:pt x="0" y="6"/>
                    </a:moveTo>
                    <a:cubicBezTo>
                      <a:pt x="0" y="2"/>
                      <a:pt x="4" y="0"/>
                      <a:pt x="7" y="0"/>
                    </a:cubicBezTo>
                    <a:cubicBezTo>
                      <a:pt x="9" y="1"/>
                      <a:pt x="11" y="1"/>
                      <a:pt x="13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7" y="1"/>
                      <a:pt x="20" y="3"/>
                      <a:pt x="2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37" name="Freeform 171">
                <a:extLst>
                  <a:ext uri="{FF2B5EF4-FFF2-40B4-BE49-F238E27FC236}">
                    <a16:creationId xmlns:a16="http://schemas.microsoft.com/office/drawing/2014/main" id="{7434925D-87A5-4FC9-A15D-13F078FBF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716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38" name="Freeform 172">
                <a:extLst>
                  <a:ext uri="{FF2B5EF4-FFF2-40B4-BE49-F238E27FC236}">
                    <a16:creationId xmlns:a16="http://schemas.microsoft.com/office/drawing/2014/main" id="{162611F4-6272-4C8B-9AF8-70951A7A4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622"/>
                <a:ext cx="26" cy="12"/>
              </a:xfrm>
              <a:custGeom>
                <a:avLst/>
                <a:gdLst>
                  <a:gd name="T0" fmla="*/ 0 w 16"/>
                  <a:gd name="T1" fmla="*/ 15 h 7"/>
                  <a:gd name="T2" fmla="*/ 39 w 16"/>
                  <a:gd name="T3" fmla="*/ 5 h 7"/>
                  <a:gd name="T4" fmla="*/ 68 w 1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3" y="7"/>
                      <a:pt x="6" y="3"/>
                      <a:pt x="9" y="1"/>
                    </a:cubicBezTo>
                    <a:cubicBezTo>
                      <a:pt x="11" y="0"/>
                      <a:pt x="14" y="1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39" name="Freeform 173">
                <a:extLst>
                  <a:ext uri="{FF2B5EF4-FFF2-40B4-BE49-F238E27FC236}">
                    <a16:creationId xmlns:a16="http://schemas.microsoft.com/office/drawing/2014/main" id="{E2A6F868-A245-46F5-93EB-E85C73330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566"/>
                <a:ext cx="26" cy="14"/>
              </a:xfrm>
              <a:custGeom>
                <a:avLst/>
                <a:gdLst>
                  <a:gd name="T0" fmla="*/ 8 w 16"/>
                  <a:gd name="T1" fmla="*/ 44 h 8"/>
                  <a:gd name="T2" fmla="*/ 18 w 16"/>
                  <a:gd name="T3" fmla="*/ 21 h 8"/>
                  <a:gd name="T4" fmla="*/ 42 w 16"/>
                  <a:gd name="T5" fmla="*/ 12 h 8"/>
                  <a:gd name="T6" fmla="*/ 68 w 1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2" y="8"/>
                    </a:moveTo>
                    <a:cubicBezTo>
                      <a:pt x="0" y="7"/>
                      <a:pt x="3" y="4"/>
                      <a:pt x="4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2" y="1"/>
                      <a:pt x="15" y="0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40" name="Freeform 174">
                <a:extLst>
                  <a:ext uri="{FF2B5EF4-FFF2-40B4-BE49-F238E27FC236}">
                    <a16:creationId xmlns:a16="http://schemas.microsoft.com/office/drawing/2014/main" id="{8BCFB31A-45E6-4A80-AEE8-E1BAD1800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630"/>
                <a:ext cx="1" cy="9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41" name="Freeform 175">
                <a:extLst>
                  <a:ext uri="{FF2B5EF4-FFF2-40B4-BE49-F238E27FC236}">
                    <a16:creationId xmlns:a16="http://schemas.microsoft.com/office/drawing/2014/main" id="{65F56713-C199-473C-BB73-5C7487D14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623"/>
                <a:ext cx="7" cy="5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3" y="1"/>
                      <a:pt x="4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42" name="Freeform 176">
                <a:extLst>
                  <a:ext uri="{FF2B5EF4-FFF2-40B4-BE49-F238E27FC236}">
                    <a16:creationId xmlns:a16="http://schemas.microsoft.com/office/drawing/2014/main" id="{35AC800A-B657-4E69-9EB0-14710B44C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717"/>
                <a:ext cx="7" cy="5"/>
              </a:xfrm>
              <a:custGeom>
                <a:avLst/>
                <a:gdLst>
                  <a:gd name="T0" fmla="*/ 0 w 4"/>
                  <a:gd name="T1" fmla="*/ 8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43" name="Freeform 177">
                <a:extLst>
                  <a:ext uri="{FF2B5EF4-FFF2-40B4-BE49-F238E27FC236}">
                    <a16:creationId xmlns:a16="http://schemas.microsoft.com/office/drawing/2014/main" id="{350F63A4-8DE4-44A3-A484-F81E99A93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569"/>
                <a:ext cx="6" cy="4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44" name="Freeform 178">
                <a:extLst>
                  <a:ext uri="{FF2B5EF4-FFF2-40B4-BE49-F238E27FC236}">
                    <a16:creationId xmlns:a16="http://schemas.microsoft.com/office/drawing/2014/main" id="{1616AF14-7B64-47B2-A7AB-75140058E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474"/>
                <a:ext cx="23" cy="19"/>
              </a:xfrm>
              <a:custGeom>
                <a:avLst/>
                <a:gdLst>
                  <a:gd name="T0" fmla="*/ 13 w 14"/>
                  <a:gd name="T1" fmla="*/ 57 h 11"/>
                  <a:gd name="T2" fmla="*/ 35 w 14"/>
                  <a:gd name="T3" fmla="*/ 16 h 11"/>
                  <a:gd name="T4" fmla="*/ 62 w 14"/>
                  <a:gd name="T5" fmla="*/ 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11"/>
                    </a:moveTo>
                    <a:cubicBezTo>
                      <a:pt x="0" y="8"/>
                      <a:pt x="6" y="4"/>
                      <a:pt x="8" y="3"/>
                    </a:cubicBezTo>
                    <a:cubicBezTo>
                      <a:pt x="10" y="1"/>
                      <a:pt x="12" y="0"/>
                      <a:pt x="14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45" name="Freeform 179">
                <a:extLst>
                  <a:ext uri="{FF2B5EF4-FFF2-40B4-BE49-F238E27FC236}">
                    <a16:creationId xmlns:a16="http://schemas.microsoft.com/office/drawing/2014/main" id="{C3057B11-4F6A-447F-B4A6-E52C773B0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414"/>
                <a:ext cx="31" cy="21"/>
              </a:xfrm>
              <a:custGeom>
                <a:avLst/>
                <a:gdLst>
                  <a:gd name="T0" fmla="*/ 18 w 19"/>
                  <a:gd name="T1" fmla="*/ 65 h 12"/>
                  <a:gd name="T2" fmla="*/ 62 w 19"/>
                  <a:gd name="T3" fmla="*/ 16 h 12"/>
                  <a:gd name="T4" fmla="*/ 83 w 19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4" y="12"/>
                    </a:moveTo>
                    <a:cubicBezTo>
                      <a:pt x="0" y="7"/>
                      <a:pt x="12" y="5"/>
                      <a:pt x="14" y="3"/>
                    </a:cubicBezTo>
                    <a:cubicBezTo>
                      <a:pt x="15" y="2"/>
                      <a:pt x="17" y="0"/>
                      <a:pt x="19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46" name="Freeform 180">
                <a:extLst>
                  <a:ext uri="{FF2B5EF4-FFF2-40B4-BE49-F238E27FC236}">
                    <a16:creationId xmlns:a16="http://schemas.microsoft.com/office/drawing/2014/main" id="{07A07E78-DA2B-4E1B-8666-D27B2FA2C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486"/>
                <a:ext cx="9" cy="5"/>
              </a:xfrm>
              <a:custGeom>
                <a:avLst/>
                <a:gdLst>
                  <a:gd name="T0" fmla="*/ 0 w 6"/>
                  <a:gd name="T1" fmla="*/ 0 h 3"/>
                  <a:gd name="T2" fmla="*/ 21 w 6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2"/>
                      <a:pt x="3" y="3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47" name="Freeform 181">
                <a:extLst>
                  <a:ext uri="{FF2B5EF4-FFF2-40B4-BE49-F238E27FC236}">
                    <a16:creationId xmlns:a16="http://schemas.microsoft.com/office/drawing/2014/main" id="{7C1066A3-A255-40F3-8B94-750B0A653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407"/>
                <a:ext cx="3" cy="13"/>
              </a:xfrm>
              <a:custGeom>
                <a:avLst/>
                <a:gdLst>
                  <a:gd name="T0" fmla="*/ 0 w 2"/>
                  <a:gd name="T1" fmla="*/ 45 h 7"/>
                  <a:gd name="T2" fmla="*/ 5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1" y="5"/>
                      <a:pt x="2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48" name="Freeform 182">
                <a:extLst>
                  <a:ext uri="{FF2B5EF4-FFF2-40B4-BE49-F238E27FC236}">
                    <a16:creationId xmlns:a16="http://schemas.microsoft.com/office/drawing/2014/main" id="{81127AE6-EFBF-4F74-A431-720E506C3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355"/>
                <a:ext cx="16" cy="30"/>
              </a:xfrm>
              <a:custGeom>
                <a:avLst/>
                <a:gdLst>
                  <a:gd name="T0" fmla="*/ 13 w 10"/>
                  <a:gd name="T1" fmla="*/ 86 h 17"/>
                  <a:gd name="T2" fmla="*/ 5 w 10"/>
                  <a:gd name="T3" fmla="*/ 60 h 17"/>
                  <a:gd name="T4" fmla="*/ 21 w 10"/>
                  <a:gd name="T5" fmla="*/ 28 h 17"/>
                  <a:gd name="T6" fmla="*/ 42 w 10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3" y="16"/>
                    </a:moveTo>
                    <a:cubicBezTo>
                      <a:pt x="1" y="17"/>
                      <a:pt x="0" y="12"/>
                      <a:pt x="1" y="11"/>
                    </a:cubicBezTo>
                    <a:cubicBezTo>
                      <a:pt x="1" y="9"/>
                      <a:pt x="4" y="7"/>
                      <a:pt x="5" y="5"/>
                    </a:cubicBezTo>
                    <a:cubicBezTo>
                      <a:pt x="6" y="3"/>
                      <a:pt x="8" y="0"/>
                      <a:pt x="1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49" name="Freeform 183">
                <a:extLst>
                  <a:ext uri="{FF2B5EF4-FFF2-40B4-BE49-F238E27FC236}">
                    <a16:creationId xmlns:a16="http://schemas.microsoft.com/office/drawing/2014/main" id="{BAAB33AF-6C05-4068-8D1F-BD0266FE8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373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0" name="Freeform 184">
                <a:extLst>
                  <a:ext uri="{FF2B5EF4-FFF2-40B4-BE49-F238E27FC236}">
                    <a16:creationId xmlns:a16="http://schemas.microsoft.com/office/drawing/2014/main" id="{559304A2-77F7-4DB7-AA2F-9785DB41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303"/>
                <a:ext cx="78" cy="42"/>
              </a:xfrm>
              <a:custGeom>
                <a:avLst/>
                <a:gdLst>
                  <a:gd name="T0" fmla="*/ 202 w 48"/>
                  <a:gd name="T1" fmla="*/ 123 h 24"/>
                  <a:gd name="T2" fmla="*/ 198 w 48"/>
                  <a:gd name="T3" fmla="*/ 93 h 24"/>
                  <a:gd name="T4" fmla="*/ 151 w 48"/>
                  <a:gd name="T5" fmla="*/ 70 h 24"/>
                  <a:gd name="T6" fmla="*/ 102 w 48"/>
                  <a:gd name="T7" fmla="*/ 56 h 24"/>
                  <a:gd name="T8" fmla="*/ 54 w 48"/>
                  <a:gd name="T9" fmla="*/ 28 h 24"/>
                  <a:gd name="T10" fmla="*/ 13 w 48"/>
                  <a:gd name="T11" fmla="*/ 7 h 24"/>
                  <a:gd name="T12" fmla="*/ 0 w 48"/>
                  <a:gd name="T13" fmla="*/ 1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4">
                    <a:moveTo>
                      <a:pt x="47" y="23"/>
                    </a:moveTo>
                    <a:cubicBezTo>
                      <a:pt x="48" y="24"/>
                      <a:pt x="47" y="18"/>
                      <a:pt x="46" y="17"/>
                    </a:cubicBezTo>
                    <a:cubicBezTo>
                      <a:pt x="43" y="14"/>
                      <a:pt x="39" y="14"/>
                      <a:pt x="35" y="13"/>
                    </a:cubicBezTo>
                    <a:cubicBezTo>
                      <a:pt x="31" y="13"/>
                      <a:pt x="28" y="11"/>
                      <a:pt x="24" y="10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3"/>
                      <a:pt x="7" y="0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1" name="Freeform 185">
                <a:extLst>
                  <a:ext uri="{FF2B5EF4-FFF2-40B4-BE49-F238E27FC236}">
                    <a16:creationId xmlns:a16="http://schemas.microsoft.com/office/drawing/2014/main" id="{648F2842-164F-4920-9896-925CE0853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314"/>
                <a:ext cx="11" cy="29"/>
              </a:xfrm>
              <a:custGeom>
                <a:avLst/>
                <a:gdLst>
                  <a:gd name="T0" fmla="*/ 5 w 7"/>
                  <a:gd name="T1" fmla="*/ 84 h 17"/>
                  <a:gd name="T2" fmla="*/ 0 w 7"/>
                  <a:gd name="T3" fmla="*/ 58 h 17"/>
                  <a:gd name="T4" fmla="*/ 20 w 7"/>
                  <a:gd name="T5" fmla="*/ 26 h 17"/>
                  <a:gd name="T6" fmla="*/ 22 w 7"/>
                  <a:gd name="T7" fmla="*/ 0 h 17"/>
                  <a:gd name="T8" fmla="*/ 27 w 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0" y="16"/>
                      <a:pt x="0" y="13"/>
                      <a:pt x="0" y="12"/>
                    </a:cubicBezTo>
                    <a:cubicBezTo>
                      <a:pt x="1" y="9"/>
                      <a:pt x="4" y="8"/>
                      <a:pt x="5" y="5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2" name="Freeform 186">
                <a:extLst>
                  <a:ext uri="{FF2B5EF4-FFF2-40B4-BE49-F238E27FC236}">
                    <a16:creationId xmlns:a16="http://schemas.microsoft.com/office/drawing/2014/main" id="{D8F3815D-9E8D-4994-8DD0-E538330A3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275"/>
                <a:ext cx="10" cy="26"/>
              </a:xfrm>
              <a:custGeom>
                <a:avLst/>
                <a:gdLst>
                  <a:gd name="T0" fmla="*/ 0 w 6"/>
                  <a:gd name="T1" fmla="*/ 73 h 15"/>
                  <a:gd name="T2" fmla="*/ 22 w 6"/>
                  <a:gd name="T3" fmla="*/ 57 h 15"/>
                  <a:gd name="T4" fmla="*/ 22 w 6"/>
                  <a:gd name="T5" fmla="*/ 28 h 15"/>
                  <a:gd name="T6" fmla="*/ 20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14"/>
                    </a:moveTo>
                    <a:cubicBezTo>
                      <a:pt x="2" y="14"/>
                      <a:pt x="4" y="15"/>
                      <a:pt x="5" y="11"/>
                    </a:cubicBezTo>
                    <a:cubicBezTo>
                      <a:pt x="6" y="9"/>
                      <a:pt x="6" y="7"/>
                      <a:pt x="5" y="5"/>
                    </a:cubicBezTo>
                    <a:cubicBezTo>
                      <a:pt x="5" y="3"/>
                      <a:pt x="6" y="2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3" name="Freeform 187">
                <a:extLst>
                  <a:ext uri="{FF2B5EF4-FFF2-40B4-BE49-F238E27FC236}">
                    <a16:creationId xmlns:a16="http://schemas.microsoft.com/office/drawing/2014/main" id="{675B6DBC-2B61-4F57-AB3B-C33DEEFED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333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4" name="Freeform 188">
                <a:extLst>
                  <a:ext uri="{FF2B5EF4-FFF2-40B4-BE49-F238E27FC236}">
                    <a16:creationId xmlns:a16="http://schemas.microsoft.com/office/drawing/2014/main" id="{72220A5A-0EC2-436B-89E5-61A58F60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296"/>
                <a:ext cx="5" cy="9"/>
              </a:xfrm>
              <a:custGeom>
                <a:avLst/>
                <a:gdLst>
                  <a:gd name="T0" fmla="*/ 13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5" name="Freeform 189">
                <a:extLst>
                  <a:ext uri="{FF2B5EF4-FFF2-40B4-BE49-F238E27FC236}">
                    <a16:creationId xmlns:a16="http://schemas.microsoft.com/office/drawing/2014/main" id="{7AF5C4B5-D355-40CE-B3E8-CA5D05FAD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277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6" name="Freeform 190">
                <a:extLst>
                  <a:ext uri="{FF2B5EF4-FFF2-40B4-BE49-F238E27FC236}">
                    <a16:creationId xmlns:a16="http://schemas.microsoft.com/office/drawing/2014/main" id="{D4B2EFEA-88DF-458C-98AE-D89EBD9CE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315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7" name="Freeform 191">
                <a:extLst>
                  <a:ext uri="{FF2B5EF4-FFF2-40B4-BE49-F238E27FC236}">
                    <a16:creationId xmlns:a16="http://schemas.microsoft.com/office/drawing/2014/main" id="{5101CC58-40B1-4C0A-A7A4-E3269B125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279"/>
                <a:ext cx="93" cy="21"/>
              </a:xfrm>
              <a:custGeom>
                <a:avLst/>
                <a:gdLst>
                  <a:gd name="T0" fmla="*/ 5 w 57"/>
                  <a:gd name="T1" fmla="*/ 65 h 12"/>
                  <a:gd name="T2" fmla="*/ 5 w 57"/>
                  <a:gd name="T3" fmla="*/ 21 h 12"/>
                  <a:gd name="T4" fmla="*/ 55 w 57"/>
                  <a:gd name="T5" fmla="*/ 7 h 12"/>
                  <a:gd name="T6" fmla="*/ 184 w 57"/>
                  <a:gd name="T7" fmla="*/ 28 h 12"/>
                  <a:gd name="T8" fmla="*/ 235 w 57"/>
                  <a:gd name="T9" fmla="*/ 6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2">
                    <a:moveTo>
                      <a:pt x="1" y="12"/>
                    </a:moveTo>
                    <a:cubicBezTo>
                      <a:pt x="0" y="9"/>
                      <a:pt x="0" y="6"/>
                      <a:pt x="1" y="4"/>
                    </a:cubicBezTo>
                    <a:cubicBezTo>
                      <a:pt x="3" y="0"/>
                      <a:pt x="10" y="1"/>
                      <a:pt x="13" y="1"/>
                    </a:cubicBezTo>
                    <a:cubicBezTo>
                      <a:pt x="23" y="2"/>
                      <a:pt x="32" y="5"/>
                      <a:pt x="42" y="5"/>
                    </a:cubicBezTo>
                    <a:cubicBezTo>
                      <a:pt x="46" y="6"/>
                      <a:pt x="57" y="4"/>
                      <a:pt x="54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8" name="Freeform 192">
                <a:extLst>
                  <a:ext uri="{FF2B5EF4-FFF2-40B4-BE49-F238E27FC236}">
                    <a16:creationId xmlns:a16="http://schemas.microsoft.com/office/drawing/2014/main" id="{782D2D5E-3265-4A2A-AE76-3AB508CCD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301"/>
                <a:ext cx="83" cy="37"/>
              </a:xfrm>
              <a:custGeom>
                <a:avLst/>
                <a:gdLst>
                  <a:gd name="T0" fmla="*/ 5 w 51"/>
                  <a:gd name="T1" fmla="*/ 115 h 21"/>
                  <a:gd name="T2" fmla="*/ 26 w 51"/>
                  <a:gd name="T3" fmla="*/ 72 h 21"/>
                  <a:gd name="T4" fmla="*/ 63 w 51"/>
                  <a:gd name="T5" fmla="*/ 65 h 21"/>
                  <a:gd name="T6" fmla="*/ 122 w 51"/>
                  <a:gd name="T7" fmla="*/ 49 h 21"/>
                  <a:gd name="T8" fmla="*/ 173 w 51"/>
                  <a:gd name="T9" fmla="*/ 28 h 21"/>
                  <a:gd name="T10" fmla="*/ 190 w 51"/>
                  <a:gd name="T11" fmla="*/ 12 h 21"/>
                  <a:gd name="T12" fmla="*/ 212 w 51"/>
                  <a:gd name="T13" fmla="*/ 7 h 21"/>
                  <a:gd name="T14" fmla="*/ 215 w 51"/>
                  <a:gd name="T15" fmla="*/ 37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1">
                    <a:moveTo>
                      <a:pt x="1" y="21"/>
                    </a:moveTo>
                    <a:cubicBezTo>
                      <a:pt x="0" y="17"/>
                      <a:pt x="3" y="14"/>
                      <a:pt x="6" y="13"/>
                    </a:cubicBezTo>
                    <a:cubicBezTo>
                      <a:pt x="9" y="13"/>
                      <a:pt x="12" y="13"/>
                      <a:pt x="15" y="12"/>
                    </a:cubicBezTo>
                    <a:cubicBezTo>
                      <a:pt x="19" y="11"/>
                      <a:pt x="23" y="10"/>
                      <a:pt x="28" y="9"/>
                    </a:cubicBezTo>
                    <a:cubicBezTo>
                      <a:pt x="31" y="8"/>
                      <a:pt x="36" y="7"/>
                      <a:pt x="40" y="5"/>
                    </a:cubicBezTo>
                    <a:cubicBezTo>
                      <a:pt x="41" y="4"/>
                      <a:pt x="43" y="3"/>
                      <a:pt x="44" y="2"/>
                    </a:cubicBezTo>
                    <a:cubicBezTo>
                      <a:pt x="46" y="1"/>
                      <a:pt x="48" y="0"/>
                      <a:pt x="49" y="1"/>
                    </a:cubicBezTo>
                    <a:cubicBezTo>
                      <a:pt x="50" y="2"/>
                      <a:pt x="51" y="5"/>
                      <a:pt x="5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9" name="Freeform 193">
                <a:extLst>
                  <a:ext uri="{FF2B5EF4-FFF2-40B4-BE49-F238E27FC236}">
                    <a16:creationId xmlns:a16="http://schemas.microsoft.com/office/drawing/2014/main" id="{BB6ABE96-A784-4A84-A818-5BE34F515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260"/>
                <a:ext cx="7" cy="26"/>
              </a:xfrm>
              <a:custGeom>
                <a:avLst/>
                <a:gdLst>
                  <a:gd name="T0" fmla="*/ 16 w 4"/>
                  <a:gd name="T1" fmla="*/ 78 h 15"/>
                  <a:gd name="T2" fmla="*/ 7 w 4"/>
                  <a:gd name="T3" fmla="*/ 29 h 15"/>
                  <a:gd name="T4" fmla="*/ 7 w 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5">
                    <a:moveTo>
                      <a:pt x="3" y="15"/>
                    </a:moveTo>
                    <a:cubicBezTo>
                      <a:pt x="4" y="12"/>
                      <a:pt x="2" y="9"/>
                      <a:pt x="1" y="6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0" name="Freeform 194">
                <a:extLst>
                  <a:ext uri="{FF2B5EF4-FFF2-40B4-BE49-F238E27FC236}">
                    <a16:creationId xmlns:a16="http://schemas.microsoft.com/office/drawing/2014/main" id="{05C2FFA2-400C-4448-9428-B3C3AB287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273"/>
                <a:ext cx="14" cy="34"/>
              </a:xfrm>
              <a:custGeom>
                <a:avLst/>
                <a:gdLst>
                  <a:gd name="T0" fmla="*/ 30 w 9"/>
                  <a:gd name="T1" fmla="*/ 109 h 19"/>
                  <a:gd name="T2" fmla="*/ 26 w 9"/>
                  <a:gd name="T3" fmla="*/ 81 h 19"/>
                  <a:gd name="T4" fmla="*/ 12 w 9"/>
                  <a:gd name="T5" fmla="*/ 45 h 19"/>
                  <a:gd name="T6" fmla="*/ 5 w 9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8" y="19"/>
                    </a:moveTo>
                    <a:cubicBezTo>
                      <a:pt x="9" y="16"/>
                      <a:pt x="9" y="16"/>
                      <a:pt x="7" y="14"/>
                    </a:cubicBezTo>
                    <a:cubicBezTo>
                      <a:pt x="6" y="12"/>
                      <a:pt x="4" y="10"/>
                      <a:pt x="3" y="8"/>
                    </a:cubicBezTo>
                    <a:cubicBezTo>
                      <a:pt x="2" y="6"/>
                      <a:pt x="0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1" name="Freeform 195">
                <a:extLst>
                  <a:ext uri="{FF2B5EF4-FFF2-40B4-BE49-F238E27FC236}">
                    <a16:creationId xmlns:a16="http://schemas.microsoft.com/office/drawing/2014/main" id="{322569CB-A376-4286-96B0-E7BE8CE5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284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2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2" name="Freeform 196">
                <a:extLst>
                  <a:ext uri="{FF2B5EF4-FFF2-40B4-BE49-F238E27FC236}">
                    <a16:creationId xmlns:a16="http://schemas.microsoft.com/office/drawing/2014/main" id="{64522D79-4AAD-477E-B616-40667514E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261"/>
                <a:ext cx="3" cy="6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1"/>
                      <a:pt x="2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3" name="Freeform 197">
                <a:extLst>
                  <a:ext uri="{FF2B5EF4-FFF2-40B4-BE49-F238E27FC236}">
                    <a16:creationId xmlns:a16="http://schemas.microsoft.com/office/drawing/2014/main" id="{4F935A7A-7855-489B-8405-6B086D19D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2296"/>
                <a:ext cx="3" cy="9"/>
              </a:xfrm>
              <a:custGeom>
                <a:avLst/>
                <a:gdLst>
                  <a:gd name="T0" fmla="*/ 5 w 2"/>
                  <a:gd name="T1" fmla="*/ 0 h 5"/>
                  <a:gd name="T2" fmla="*/ 0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4" name="Freeform 198">
                <a:extLst>
                  <a:ext uri="{FF2B5EF4-FFF2-40B4-BE49-F238E27FC236}">
                    <a16:creationId xmlns:a16="http://schemas.microsoft.com/office/drawing/2014/main" id="{780F33B3-56F6-4C60-AC78-E5FBBC247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327"/>
                <a:ext cx="8" cy="4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2"/>
                      <a:pt x="1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5" name="Freeform 199">
                <a:extLst>
                  <a:ext uri="{FF2B5EF4-FFF2-40B4-BE49-F238E27FC236}">
                    <a16:creationId xmlns:a16="http://schemas.microsoft.com/office/drawing/2014/main" id="{E2B6E20B-BDED-4A68-9BA6-EF6026523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305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6" name="Freeform 200">
                <a:extLst>
                  <a:ext uri="{FF2B5EF4-FFF2-40B4-BE49-F238E27FC236}">
                    <a16:creationId xmlns:a16="http://schemas.microsoft.com/office/drawing/2014/main" id="{36C7D91B-8A87-4C45-B48D-5E819D2DB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275"/>
                <a:ext cx="4" cy="5"/>
              </a:xfrm>
              <a:custGeom>
                <a:avLst/>
                <a:gdLst>
                  <a:gd name="T0" fmla="*/ 7 w 3"/>
                  <a:gd name="T1" fmla="*/ 13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7" name="Freeform 201">
                <a:extLst>
                  <a:ext uri="{FF2B5EF4-FFF2-40B4-BE49-F238E27FC236}">
                    <a16:creationId xmlns:a16="http://schemas.microsoft.com/office/drawing/2014/main" id="{51602D19-6364-4A3E-955A-53DA4D0D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263"/>
                <a:ext cx="6" cy="31"/>
              </a:xfrm>
              <a:custGeom>
                <a:avLst/>
                <a:gdLst>
                  <a:gd name="T0" fmla="*/ 0 w 4"/>
                  <a:gd name="T1" fmla="*/ 86 h 18"/>
                  <a:gd name="T2" fmla="*/ 5 w 4"/>
                  <a:gd name="T3" fmla="*/ 36 h 18"/>
                  <a:gd name="T4" fmla="*/ 5 w 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8">
                    <a:moveTo>
                      <a:pt x="0" y="17"/>
                    </a:moveTo>
                    <a:cubicBezTo>
                      <a:pt x="4" y="18"/>
                      <a:pt x="2" y="8"/>
                      <a:pt x="1" y="7"/>
                    </a:cubicBez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8" name="Freeform 202">
                <a:extLst>
                  <a:ext uri="{FF2B5EF4-FFF2-40B4-BE49-F238E27FC236}">
                    <a16:creationId xmlns:a16="http://schemas.microsoft.com/office/drawing/2014/main" id="{3CF6F079-4BB5-4871-A0BB-E00E78E75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261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9" name="Freeform 203">
                <a:extLst>
                  <a:ext uri="{FF2B5EF4-FFF2-40B4-BE49-F238E27FC236}">
                    <a16:creationId xmlns:a16="http://schemas.microsoft.com/office/drawing/2014/main" id="{28E237F9-B9B2-4B12-B3F3-2F65764CB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2491"/>
                <a:ext cx="595" cy="567"/>
              </a:xfrm>
              <a:custGeom>
                <a:avLst/>
                <a:gdLst>
                  <a:gd name="T0" fmla="*/ 866 w 365"/>
                  <a:gd name="T1" fmla="*/ 0 h 326"/>
                  <a:gd name="T2" fmla="*/ 0 w 365"/>
                  <a:gd name="T3" fmla="*/ 859 h 326"/>
                  <a:gd name="T4" fmla="*/ 789 w 365"/>
                  <a:gd name="T5" fmla="*/ 1715 h 326"/>
                  <a:gd name="T6" fmla="*/ 1581 w 365"/>
                  <a:gd name="T7" fmla="*/ 859 h 326"/>
                  <a:gd name="T8" fmla="*/ 866 w 365"/>
                  <a:gd name="T9" fmla="*/ 0 h 3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5" h="326">
                    <a:moveTo>
                      <a:pt x="200" y="0"/>
                    </a:moveTo>
                    <a:cubicBezTo>
                      <a:pt x="99" y="0"/>
                      <a:pt x="0" y="63"/>
                      <a:pt x="0" y="163"/>
                    </a:cubicBezTo>
                    <a:cubicBezTo>
                      <a:pt x="0" y="264"/>
                      <a:pt x="81" y="326"/>
                      <a:pt x="182" y="326"/>
                    </a:cubicBezTo>
                    <a:cubicBezTo>
                      <a:pt x="283" y="326"/>
                      <a:pt x="365" y="264"/>
                      <a:pt x="365" y="163"/>
                    </a:cubicBezTo>
                    <a:cubicBezTo>
                      <a:pt x="365" y="63"/>
                      <a:pt x="301" y="0"/>
                      <a:pt x="200" y="0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0" name="Freeform 204">
                <a:extLst>
                  <a:ext uri="{FF2B5EF4-FFF2-40B4-BE49-F238E27FC236}">
                    <a16:creationId xmlns:a16="http://schemas.microsoft.com/office/drawing/2014/main" id="{3C7E43B9-2C58-4635-BDAA-A9CA3161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702"/>
                <a:ext cx="255" cy="214"/>
              </a:xfrm>
              <a:custGeom>
                <a:avLst/>
                <a:gdLst>
                  <a:gd name="T0" fmla="*/ 682 w 156"/>
                  <a:gd name="T1" fmla="*/ 278 h 123"/>
                  <a:gd name="T2" fmla="*/ 342 w 156"/>
                  <a:gd name="T3" fmla="*/ 647 h 123"/>
                  <a:gd name="T4" fmla="*/ 0 w 156"/>
                  <a:gd name="T5" fmla="*/ 278 h 123"/>
                  <a:gd name="T6" fmla="*/ 387 w 156"/>
                  <a:gd name="T7" fmla="*/ 0 h 123"/>
                  <a:gd name="T8" fmla="*/ 682 w 156"/>
                  <a:gd name="T9" fmla="*/ 278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123">
                    <a:moveTo>
                      <a:pt x="156" y="53"/>
                    </a:moveTo>
                    <a:cubicBezTo>
                      <a:pt x="156" y="92"/>
                      <a:pt x="121" y="123"/>
                      <a:pt x="78" y="123"/>
                    </a:cubicBezTo>
                    <a:cubicBezTo>
                      <a:pt x="35" y="123"/>
                      <a:pt x="0" y="92"/>
                      <a:pt x="0" y="53"/>
                    </a:cubicBezTo>
                    <a:cubicBezTo>
                      <a:pt x="0" y="14"/>
                      <a:pt x="46" y="0"/>
                      <a:pt x="89" y="0"/>
                    </a:cubicBezTo>
                    <a:cubicBezTo>
                      <a:pt x="132" y="0"/>
                      <a:pt x="156" y="14"/>
                      <a:pt x="156" y="53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5278" name="Freeform 205">
              <a:extLst>
                <a:ext uri="{FF2B5EF4-FFF2-40B4-BE49-F238E27FC236}">
                  <a16:creationId xmlns:a16="http://schemas.microsoft.com/office/drawing/2014/main" id="{47BE3C99-F338-4A69-AC52-DF7693B4D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505"/>
              <a:ext cx="38" cy="56"/>
            </a:xfrm>
            <a:custGeom>
              <a:avLst/>
              <a:gdLst>
                <a:gd name="T0" fmla="*/ 104 w 23"/>
                <a:gd name="T1" fmla="*/ 0 h 32"/>
                <a:gd name="T2" fmla="*/ 0 w 23"/>
                <a:gd name="T3" fmla="*/ 172 h 32"/>
                <a:gd name="T4" fmla="*/ 104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23" y="0"/>
                    <a:pt x="0" y="6"/>
                    <a:pt x="0" y="32"/>
                  </a:cubicBezTo>
                  <a:cubicBezTo>
                    <a:pt x="0" y="32"/>
                    <a:pt x="19" y="31"/>
                    <a:pt x="23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9" name="Freeform 206">
              <a:extLst>
                <a:ext uri="{FF2B5EF4-FFF2-40B4-BE49-F238E27FC236}">
                  <a16:creationId xmlns:a16="http://schemas.microsoft.com/office/drawing/2014/main" id="{3FF8BEA2-A5AC-4320-90E1-4A61E4BD9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561"/>
              <a:ext cx="54" cy="85"/>
            </a:xfrm>
            <a:custGeom>
              <a:avLst/>
              <a:gdLst>
                <a:gd name="T0" fmla="*/ 118 w 33"/>
                <a:gd name="T1" fmla="*/ 0 h 49"/>
                <a:gd name="T2" fmla="*/ 29 w 33"/>
                <a:gd name="T3" fmla="*/ 255 h 49"/>
                <a:gd name="T4" fmla="*/ 118 w 3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9">
                  <a:moveTo>
                    <a:pt x="27" y="0"/>
                  </a:moveTo>
                  <a:cubicBezTo>
                    <a:pt x="27" y="0"/>
                    <a:pt x="0" y="11"/>
                    <a:pt x="7" y="49"/>
                  </a:cubicBezTo>
                  <a:cubicBezTo>
                    <a:pt x="7" y="49"/>
                    <a:pt x="33" y="36"/>
                    <a:pt x="27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0" name="Freeform 207">
              <a:extLst>
                <a:ext uri="{FF2B5EF4-FFF2-40B4-BE49-F238E27FC236}">
                  <a16:creationId xmlns:a16="http://schemas.microsoft.com/office/drawing/2014/main" id="{357B4875-1315-4E4E-A125-25C80E95A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449"/>
              <a:ext cx="52" cy="56"/>
            </a:xfrm>
            <a:custGeom>
              <a:avLst/>
              <a:gdLst>
                <a:gd name="T0" fmla="*/ 0 w 32"/>
                <a:gd name="T1" fmla="*/ 172 h 32"/>
                <a:gd name="T2" fmla="*/ 138 w 32"/>
                <a:gd name="T3" fmla="*/ 0 h 32"/>
                <a:gd name="T4" fmla="*/ 0 w 32"/>
                <a:gd name="T5" fmla="*/ 1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32"/>
                  </a:moveTo>
                  <a:cubicBezTo>
                    <a:pt x="0" y="32"/>
                    <a:pt x="1" y="3"/>
                    <a:pt x="32" y="0"/>
                  </a:cubicBezTo>
                  <a:cubicBezTo>
                    <a:pt x="32" y="0"/>
                    <a:pt x="29" y="26"/>
                    <a:pt x="0" y="3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1" name="Freeform 208">
              <a:extLst>
                <a:ext uri="{FF2B5EF4-FFF2-40B4-BE49-F238E27FC236}">
                  <a16:creationId xmlns:a16="http://schemas.microsoft.com/office/drawing/2014/main" id="{DB2B6D59-EDA1-4A69-8C26-04624A626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646"/>
              <a:ext cx="54" cy="50"/>
            </a:xfrm>
            <a:custGeom>
              <a:avLst/>
              <a:gdLst>
                <a:gd name="T0" fmla="*/ 97 w 33"/>
                <a:gd name="T1" fmla="*/ 0 h 29"/>
                <a:gd name="T2" fmla="*/ 67 w 33"/>
                <a:gd name="T3" fmla="*/ 148 h 29"/>
                <a:gd name="T4" fmla="*/ 97 w 3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9">
                  <a:moveTo>
                    <a:pt x="22" y="0"/>
                  </a:moveTo>
                  <a:cubicBezTo>
                    <a:pt x="22" y="0"/>
                    <a:pt x="0" y="10"/>
                    <a:pt x="15" y="29"/>
                  </a:cubicBezTo>
                  <a:cubicBezTo>
                    <a:pt x="15" y="29"/>
                    <a:pt x="33" y="23"/>
                    <a:pt x="2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2" name="Freeform 209">
              <a:extLst>
                <a:ext uri="{FF2B5EF4-FFF2-40B4-BE49-F238E27FC236}">
                  <a16:creationId xmlns:a16="http://schemas.microsoft.com/office/drawing/2014/main" id="{C41F9DD6-34EB-4395-B0E9-E675B47B0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397"/>
              <a:ext cx="75" cy="64"/>
            </a:xfrm>
            <a:custGeom>
              <a:avLst/>
              <a:gdLst>
                <a:gd name="T0" fmla="*/ 0 w 46"/>
                <a:gd name="T1" fmla="*/ 156 h 37"/>
                <a:gd name="T2" fmla="*/ 199 w 46"/>
                <a:gd name="T3" fmla="*/ 16 h 37"/>
                <a:gd name="T4" fmla="*/ 0 w 46"/>
                <a:gd name="T5" fmla="*/ 15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">
                  <a:moveTo>
                    <a:pt x="0" y="30"/>
                  </a:moveTo>
                  <a:cubicBezTo>
                    <a:pt x="0" y="30"/>
                    <a:pt x="17" y="0"/>
                    <a:pt x="46" y="3"/>
                  </a:cubicBezTo>
                  <a:cubicBezTo>
                    <a:pt x="46" y="3"/>
                    <a:pt x="35" y="37"/>
                    <a:pt x="0" y="3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3" name="Freeform 210">
              <a:extLst>
                <a:ext uri="{FF2B5EF4-FFF2-40B4-BE49-F238E27FC236}">
                  <a16:creationId xmlns:a16="http://schemas.microsoft.com/office/drawing/2014/main" id="{7663A77C-CE87-47A1-B7FF-67660278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696"/>
              <a:ext cx="55" cy="77"/>
            </a:xfrm>
            <a:custGeom>
              <a:avLst/>
              <a:gdLst>
                <a:gd name="T0" fmla="*/ 81 w 34"/>
                <a:gd name="T1" fmla="*/ 0 h 44"/>
                <a:gd name="T2" fmla="*/ 73 w 34"/>
                <a:gd name="T3" fmla="*/ 236 h 44"/>
                <a:gd name="T4" fmla="*/ 81 w 3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19" y="0"/>
                  </a:moveTo>
                  <a:cubicBezTo>
                    <a:pt x="19" y="0"/>
                    <a:pt x="0" y="17"/>
                    <a:pt x="17" y="44"/>
                  </a:cubicBezTo>
                  <a:cubicBezTo>
                    <a:pt x="17" y="44"/>
                    <a:pt x="34" y="26"/>
                    <a:pt x="19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4" name="Freeform 211">
              <a:extLst>
                <a:ext uri="{FF2B5EF4-FFF2-40B4-BE49-F238E27FC236}">
                  <a16:creationId xmlns:a16="http://schemas.microsoft.com/office/drawing/2014/main" id="{0190418F-EAB3-4B90-B19F-EB60F86A8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352"/>
              <a:ext cx="101" cy="68"/>
            </a:xfrm>
            <a:custGeom>
              <a:avLst/>
              <a:gdLst>
                <a:gd name="T0" fmla="*/ 0 w 62"/>
                <a:gd name="T1" fmla="*/ 155 h 39"/>
                <a:gd name="T2" fmla="*/ 269 w 62"/>
                <a:gd name="T3" fmla="*/ 65 h 39"/>
                <a:gd name="T4" fmla="*/ 0 w 62"/>
                <a:gd name="T5" fmla="*/ 15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9">
                  <a:moveTo>
                    <a:pt x="0" y="29"/>
                  </a:moveTo>
                  <a:cubicBezTo>
                    <a:pt x="0" y="29"/>
                    <a:pt x="24" y="0"/>
                    <a:pt x="62" y="12"/>
                  </a:cubicBezTo>
                  <a:cubicBezTo>
                    <a:pt x="62" y="12"/>
                    <a:pt x="51" y="39"/>
                    <a:pt x="0" y="2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5" name="Freeform 212">
              <a:extLst>
                <a:ext uri="{FF2B5EF4-FFF2-40B4-BE49-F238E27FC236}">
                  <a16:creationId xmlns:a16="http://schemas.microsoft.com/office/drawing/2014/main" id="{56DD99BF-41F0-427E-AEDD-1AF0D539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773"/>
              <a:ext cx="88" cy="111"/>
            </a:xfrm>
            <a:custGeom>
              <a:avLst/>
              <a:gdLst>
                <a:gd name="T0" fmla="*/ 75 w 54"/>
                <a:gd name="T1" fmla="*/ 0 h 64"/>
                <a:gd name="T2" fmla="*/ 130 w 54"/>
                <a:gd name="T3" fmla="*/ 335 h 64"/>
                <a:gd name="T4" fmla="*/ 75 w 54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4">
                  <a:moveTo>
                    <a:pt x="17" y="0"/>
                  </a:moveTo>
                  <a:cubicBezTo>
                    <a:pt x="17" y="0"/>
                    <a:pt x="0" y="24"/>
                    <a:pt x="30" y="64"/>
                  </a:cubicBezTo>
                  <a:cubicBezTo>
                    <a:pt x="30" y="64"/>
                    <a:pt x="54" y="42"/>
                    <a:pt x="17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6" name="Freeform 213">
              <a:extLst>
                <a:ext uri="{FF2B5EF4-FFF2-40B4-BE49-F238E27FC236}">
                  <a16:creationId xmlns:a16="http://schemas.microsoft.com/office/drawing/2014/main" id="{D44E14DF-EF49-493B-8C84-58CFA0BB4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884"/>
              <a:ext cx="64" cy="105"/>
            </a:xfrm>
            <a:custGeom>
              <a:avLst/>
              <a:gdLst>
                <a:gd name="T0" fmla="*/ 0 w 39"/>
                <a:gd name="T1" fmla="*/ 0 h 60"/>
                <a:gd name="T2" fmla="*/ 151 w 39"/>
                <a:gd name="T3" fmla="*/ 322 h 60"/>
                <a:gd name="T4" fmla="*/ 0 w 39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0">
                  <a:moveTo>
                    <a:pt x="0" y="0"/>
                  </a:moveTo>
                  <a:cubicBezTo>
                    <a:pt x="0" y="0"/>
                    <a:pt x="2" y="39"/>
                    <a:pt x="34" y="60"/>
                  </a:cubicBezTo>
                  <a:cubicBezTo>
                    <a:pt x="34" y="60"/>
                    <a:pt x="39" y="21"/>
                    <a:pt x="0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7" name="Freeform 214">
              <a:extLst>
                <a:ext uri="{FF2B5EF4-FFF2-40B4-BE49-F238E27FC236}">
                  <a16:creationId xmlns:a16="http://schemas.microsoft.com/office/drawing/2014/main" id="{8F46EB76-6F73-4556-A91C-833D4C53E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989"/>
              <a:ext cx="57" cy="61"/>
            </a:xfrm>
            <a:custGeom>
              <a:avLst/>
              <a:gdLst>
                <a:gd name="T0" fmla="*/ 0 w 35"/>
                <a:gd name="T1" fmla="*/ 0 h 35"/>
                <a:gd name="T2" fmla="*/ 151 w 35"/>
                <a:gd name="T3" fmla="*/ 185 h 35"/>
                <a:gd name="T4" fmla="*/ 0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4" y="33"/>
                    <a:pt x="35" y="35"/>
                  </a:cubicBezTo>
                  <a:cubicBezTo>
                    <a:pt x="35" y="35"/>
                    <a:pt x="31" y="1"/>
                    <a:pt x="0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8" name="Freeform 215">
              <a:extLst>
                <a:ext uri="{FF2B5EF4-FFF2-40B4-BE49-F238E27FC236}">
                  <a16:creationId xmlns:a16="http://schemas.microsoft.com/office/drawing/2014/main" id="{940D8EB3-87E9-4903-96E8-43A0A219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3044"/>
              <a:ext cx="113" cy="77"/>
            </a:xfrm>
            <a:custGeom>
              <a:avLst/>
              <a:gdLst>
                <a:gd name="T0" fmla="*/ 0 w 69"/>
                <a:gd name="T1" fmla="*/ 16 h 44"/>
                <a:gd name="T2" fmla="*/ 303 w 69"/>
                <a:gd name="T3" fmla="*/ 215 h 44"/>
                <a:gd name="T4" fmla="*/ 0 w 69"/>
                <a:gd name="T5" fmla="*/ 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4">
                  <a:moveTo>
                    <a:pt x="0" y="3"/>
                  </a:moveTo>
                  <a:cubicBezTo>
                    <a:pt x="0" y="3"/>
                    <a:pt x="27" y="44"/>
                    <a:pt x="69" y="40"/>
                  </a:cubicBezTo>
                  <a:cubicBezTo>
                    <a:pt x="69" y="40"/>
                    <a:pt x="44" y="0"/>
                    <a:pt x="0" y="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9" name="Freeform 216">
              <a:extLst>
                <a:ext uri="{FF2B5EF4-FFF2-40B4-BE49-F238E27FC236}">
                  <a16:creationId xmlns:a16="http://schemas.microsoft.com/office/drawing/2014/main" id="{D536DB33-F57E-4BED-8D43-A7A087F66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3079"/>
              <a:ext cx="70" cy="80"/>
            </a:xfrm>
            <a:custGeom>
              <a:avLst/>
              <a:gdLst>
                <a:gd name="T0" fmla="*/ 0 w 43"/>
                <a:gd name="T1" fmla="*/ 106 h 46"/>
                <a:gd name="T2" fmla="*/ 186 w 43"/>
                <a:gd name="T3" fmla="*/ 157 h 46"/>
                <a:gd name="T4" fmla="*/ 0 w 43"/>
                <a:gd name="T5" fmla="*/ 10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6">
                  <a:moveTo>
                    <a:pt x="0" y="20"/>
                  </a:moveTo>
                  <a:cubicBezTo>
                    <a:pt x="0" y="20"/>
                    <a:pt x="21" y="46"/>
                    <a:pt x="43" y="30"/>
                  </a:cubicBezTo>
                  <a:cubicBezTo>
                    <a:pt x="43" y="30"/>
                    <a:pt x="25" y="0"/>
                    <a:pt x="0" y="2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0" name="Freeform 217">
              <a:extLst>
                <a:ext uri="{FF2B5EF4-FFF2-40B4-BE49-F238E27FC236}">
                  <a16:creationId xmlns:a16="http://schemas.microsoft.com/office/drawing/2014/main" id="{FA582E61-DA32-42C9-BDD9-E25D07155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095"/>
              <a:ext cx="116" cy="78"/>
            </a:xfrm>
            <a:custGeom>
              <a:avLst/>
              <a:gdLst>
                <a:gd name="T0" fmla="*/ 0 w 71"/>
                <a:gd name="T1" fmla="*/ 107 h 45"/>
                <a:gd name="T2" fmla="*/ 310 w 71"/>
                <a:gd name="T3" fmla="*/ 87 h 45"/>
                <a:gd name="T4" fmla="*/ 0 w 71"/>
                <a:gd name="T5" fmla="*/ 10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5">
                  <a:moveTo>
                    <a:pt x="0" y="21"/>
                  </a:moveTo>
                  <a:cubicBezTo>
                    <a:pt x="0" y="21"/>
                    <a:pt x="32" y="45"/>
                    <a:pt x="71" y="17"/>
                  </a:cubicBezTo>
                  <a:cubicBezTo>
                    <a:pt x="71" y="17"/>
                    <a:pt x="39" y="0"/>
                    <a:pt x="0" y="21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1" name="Freeform 218">
              <a:extLst>
                <a:ext uri="{FF2B5EF4-FFF2-40B4-BE49-F238E27FC236}">
                  <a16:creationId xmlns:a16="http://schemas.microsoft.com/office/drawing/2014/main" id="{3ADB1246-3F4C-4599-820B-D076D1426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081"/>
              <a:ext cx="83" cy="70"/>
            </a:xfrm>
            <a:custGeom>
              <a:avLst/>
              <a:gdLst>
                <a:gd name="T0" fmla="*/ 0 w 51"/>
                <a:gd name="T1" fmla="*/ 135 h 40"/>
                <a:gd name="T2" fmla="*/ 220 w 51"/>
                <a:gd name="T3" fmla="*/ 44 h 40"/>
                <a:gd name="T4" fmla="*/ 0 w 51"/>
                <a:gd name="T5" fmla="*/ 13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0">
                  <a:moveTo>
                    <a:pt x="0" y="25"/>
                  </a:moveTo>
                  <a:cubicBezTo>
                    <a:pt x="0" y="25"/>
                    <a:pt x="25" y="40"/>
                    <a:pt x="51" y="8"/>
                  </a:cubicBezTo>
                  <a:cubicBezTo>
                    <a:pt x="51" y="8"/>
                    <a:pt x="25" y="0"/>
                    <a:pt x="0" y="2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2" name="Freeform 219">
              <a:extLst>
                <a:ext uri="{FF2B5EF4-FFF2-40B4-BE49-F238E27FC236}">
                  <a16:creationId xmlns:a16="http://schemas.microsoft.com/office/drawing/2014/main" id="{91A054C6-7718-4FA3-A7C7-438F1CE23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3041"/>
              <a:ext cx="74" cy="57"/>
            </a:xfrm>
            <a:custGeom>
              <a:avLst/>
              <a:gdLst>
                <a:gd name="T0" fmla="*/ 201 w 45"/>
                <a:gd name="T1" fmla="*/ 9 h 33"/>
                <a:gd name="T2" fmla="*/ 0 w 45"/>
                <a:gd name="T3" fmla="*/ 161 h 33"/>
                <a:gd name="T4" fmla="*/ 201 w 45"/>
                <a:gd name="T5" fmla="*/ 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3">
                  <a:moveTo>
                    <a:pt x="45" y="2"/>
                  </a:moveTo>
                  <a:cubicBezTo>
                    <a:pt x="45" y="2"/>
                    <a:pt x="3" y="0"/>
                    <a:pt x="0" y="31"/>
                  </a:cubicBezTo>
                  <a:cubicBezTo>
                    <a:pt x="0" y="31"/>
                    <a:pt x="41" y="33"/>
                    <a:pt x="45" y="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3" name="Freeform 220">
              <a:extLst>
                <a:ext uri="{FF2B5EF4-FFF2-40B4-BE49-F238E27FC236}">
                  <a16:creationId xmlns:a16="http://schemas.microsoft.com/office/drawing/2014/main" id="{B4B35CE7-D013-46A7-9AB7-7A10E2892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996"/>
              <a:ext cx="49" cy="55"/>
            </a:xfrm>
            <a:custGeom>
              <a:avLst/>
              <a:gdLst>
                <a:gd name="T0" fmla="*/ 123 w 30"/>
                <a:gd name="T1" fmla="*/ 21 h 32"/>
                <a:gd name="T2" fmla="*/ 21 w 30"/>
                <a:gd name="T3" fmla="*/ 143 h 32"/>
                <a:gd name="T4" fmla="*/ 123 w 30"/>
                <a:gd name="T5" fmla="*/ 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28" y="4"/>
                  </a:moveTo>
                  <a:cubicBezTo>
                    <a:pt x="28" y="4"/>
                    <a:pt x="0" y="0"/>
                    <a:pt x="5" y="28"/>
                  </a:cubicBezTo>
                  <a:cubicBezTo>
                    <a:pt x="5" y="28"/>
                    <a:pt x="30" y="32"/>
                    <a:pt x="28" y="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4" name="Freeform 221">
              <a:extLst>
                <a:ext uri="{FF2B5EF4-FFF2-40B4-BE49-F238E27FC236}">
                  <a16:creationId xmlns:a16="http://schemas.microsoft.com/office/drawing/2014/main" id="{3D977628-C0E5-4FAB-8E63-2459C2D70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933"/>
              <a:ext cx="54" cy="70"/>
            </a:xfrm>
            <a:custGeom>
              <a:avLst/>
              <a:gdLst>
                <a:gd name="T0" fmla="*/ 123 w 33"/>
                <a:gd name="T1" fmla="*/ 0 h 40"/>
                <a:gd name="T2" fmla="*/ 0 w 33"/>
                <a:gd name="T3" fmla="*/ 215 h 40"/>
                <a:gd name="T4" fmla="*/ 123 w 33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0">
                  <a:moveTo>
                    <a:pt x="28" y="0"/>
                  </a:moveTo>
                  <a:cubicBezTo>
                    <a:pt x="28" y="0"/>
                    <a:pt x="2" y="18"/>
                    <a:pt x="0" y="40"/>
                  </a:cubicBezTo>
                  <a:cubicBezTo>
                    <a:pt x="0" y="40"/>
                    <a:pt x="33" y="20"/>
                    <a:pt x="28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5" name="Freeform 222">
              <a:extLst>
                <a:ext uri="{FF2B5EF4-FFF2-40B4-BE49-F238E27FC236}">
                  <a16:creationId xmlns:a16="http://schemas.microsoft.com/office/drawing/2014/main" id="{58AA3040-CDD8-4FA9-940E-8DB8C5963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851"/>
              <a:ext cx="44" cy="82"/>
            </a:xfrm>
            <a:custGeom>
              <a:avLst/>
              <a:gdLst>
                <a:gd name="T0" fmla="*/ 96 w 27"/>
                <a:gd name="T1" fmla="*/ 0 h 47"/>
                <a:gd name="T2" fmla="*/ 13 w 27"/>
                <a:gd name="T3" fmla="*/ 249 h 47"/>
                <a:gd name="T4" fmla="*/ 96 w 2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7">
                  <a:moveTo>
                    <a:pt x="22" y="0"/>
                  </a:moveTo>
                  <a:cubicBezTo>
                    <a:pt x="22" y="0"/>
                    <a:pt x="0" y="28"/>
                    <a:pt x="3" y="47"/>
                  </a:cubicBezTo>
                  <a:cubicBezTo>
                    <a:pt x="3" y="47"/>
                    <a:pt x="27" y="31"/>
                    <a:pt x="2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6" name="Freeform 223">
              <a:extLst>
                <a:ext uri="{FF2B5EF4-FFF2-40B4-BE49-F238E27FC236}">
                  <a16:creationId xmlns:a16="http://schemas.microsoft.com/office/drawing/2014/main" id="{91511650-2DE2-49CD-8705-BA6F9F086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796"/>
              <a:ext cx="47" cy="52"/>
            </a:xfrm>
            <a:custGeom>
              <a:avLst/>
              <a:gdLst>
                <a:gd name="T0" fmla="*/ 68 w 29"/>
                <a:gd name="T1" fmla="*/ 0 h 30"/>
                <a:gd name="T2" fmla="*/ 42 w 29"/>
                <a:gd name="T3" fmla="*/ 156 h 30"/>
                <a:gd name="T4" fmla="*/ 68 w 2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16" y="0"/>
                  </a:moveTo>
                  <a:cubicBezTo>
                    <a:pt x="16" y="0"/>
                    <a:pt x="0" y="14"/>
                    <a:pt x="10" y="30"/>
                  </a:cubicBezTo>
                  <a:cubicBezTo>
                    <a:pt x="10" y="30"/>
                    <a:pt x="29" y="11"/>
                    <a:pt x="16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7" name="Freeform 224">
              <a:extLst>
                <a:ext uri="{FF2B5EF4-FFF2-40B4-BE49-F238E27FC236}">
                  <a16:creationId xmlns:a16="http://schemas.microsoft.com/office/drawing/2014/main" id="{A9F72336-A89A-4DB8-B0B1-3851580B7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717"/>
              <a:ext cx="41" cy="79"/>
            </a:xfrm>
            <a:custGeom>
              <a:avLst/>
              <a:gdLst>
                <a:gd name="T0" fmla="*/ 56 w 25"/>
                <a:gd name="T1" fmla="*/ 0 h 45"/>
                <a:gd name="T2" fmla="*/ 54 w 25"/>
                <a:gd name="T3" fmla="*/ 244 h 45"/>
                <a:gd name="T4" fmla="*/ 56 w 25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5">
                  <a:moveTo>
                    <a:pt x="13" y="0"/>
                  </a:moveTo>
                  <a:cubicBezTo>
                    <a:pt x="13" y="0"/>
                    <a:pt x="0" y="27"/>
                    <a:pt x="12" y="45"/>
                  </a:cubicBezTo>
                  <a:cubicBezTo>
                    <a:pt x="12" y="45"/>
                    <a:pt x="25" y="17"/>
                    <a:pt x="13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8" name="Freeform 225">
              <a:extLst>
                <a:ext uri="{FF2B5EF4-FFF2-40B4-BE49-F238E27FC236}">
                  <a16:creationId xmlns:a16="http://schemas.microsoft.com/office/drawing/2014/main" id="{D1F06DF8-7283-4E36-BE94-442E6CC3C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679"/>
              <a:ext cx="28" cy="38"/>
            </a:xfrm>
            <a:custGeom>
              <a:avLst/>
              <a:gdLst>
                <a:gd name="T0" fmla="*/ 20 w 17"/>
                <a:gd name="T1" fmla="*/ 0 h 22"/>
                <a:gd name="T2" fmla="*/ 35 w 17"/>
                <a:gd name="T3" fmla="*/ 114 h 22"/>
                <a:gd name="T4" fmla="*/ 20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4" y="0"/>
                    <a:pt x="0" y="14"/>
                    <a:pt x="8" y="22"/>
                  </a:cubicBezTo>
                  <a:cubicBezTo>
                    <a:pt x="8" y="22"/>
                    <a:pt x="17" y="6"/>
                    <a:pt x="4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9" name="Freeform 226">
              <a:extLst>
                <a:ext uri="{FF2B5EF4-FFF2-40B4-BE49-F238E27FC236}">
                  <a16:creationId xmlns:a16="http://schemas.microsoft.com/office/drawing/2014/main" id="{A2C22ACA-D3C6-4DE6-B2F3-4AC38DF1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632"/>
              <a:ext cx="27" cy="47"/>
            </a:xfrm>
            <a:custGeom>
              <a:avLst/>
              <a:gdLst>
                <a:gd name="T0" fmla="*/ 5 w 17"/>
                <a:gd name="T1" fmla="*/ 0 h 27"/>
                <a:gd name="T2" fmla="*/ 33 w 17"/>
                <a:gd name="T3" fmla="*/ 143 h 27"/>
                <a:gd name="T4" fmla="*/ 5 w 17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1" y="0"/>
                    <a:pt x="0" y="21"/>
                    <a:pt x="8" y="27"/>
                  </a:cubicBezTo>
                  <a:cubicBezTo>
                    <a:pt x="8" y="27"/>
                    <a:pt x="17" y="15"/>
                    <a:pt x="1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0" name="Freeform 227">
              <a:extLst>
                <a:ext uri="{FF2B5EF4-FFF2-40B4-BE49-F238E27FC236}">
                  <a16:creationId xmlns:a16="http://schemas.microsoft.com/office/drawing/2014/main" id="{88BC35CD-2596-429E-9A9A-DB327A957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62"/>
              <a:ext cx="42" cy="70"/>
            </a:xfrm>
            <a:custGeom>
              <a:avLst/>
              <a:gdLst>
                <a:gd name="T0" fmla="*/ 0 w 26"/>
                <a:gd name="T1" fmla="*/ 0 h 40"/>
                <a:gd name="T2" fmla="*/ 71 w 26"/>
                <a:gd name="T3" fmla="*/ 215 h 40"/>
                <a:gd name="T4" fmla="*/ 0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cubicBezTo>
                    <a:pt x="0" y="0"/>
                    <a:pt x="5" y="36"/>
                    <a:pt x="17" y="40"/>
                  </a:cubicBezTo>
                  <a:cubicBezTo>
                    <a:pt x="17" y="40"/>
                    <a:pt x="26" y="18"/>
                    <a:pt x="0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1" name="Freeform 228">
              <a:extLst>
                <a:ext uri="{FF2B5EF4-FFF2-40B4-BE49-F238E27FC236}">
                  <a16:creationId xmlns:a16="http://schemas.microsoft.com/office/drawing/2014/main" id="{3990BF41-F077-4A6E-9C70-91E37974A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526"/>
              <a:ext cx="28" cy="36"/>
            </a:xfrm>
            <a:custGeom>
              <a:avLst/>
              <a:gdLst>
                <a:gd name="T0" fmla="*/ 8 w 17"/>
                <a:gd name="T1" fmla="*/ 0 h 21"/>
                <a:gd name="T2" fmla="*/ 68 w 17"/>
                <a:gd name="T3" fmla="*/ 106 h 21"/>
                <a:gd name="T4" fmla="*/ 8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2" y="0"/>
                  </a:moveTo>
                  <a:cubicBezTo>
                    <a:pt x="2" y="0"/>
                    <a:pt x="0" y="14"/>
                    <a:pt x="15" y="21"/>
                  </a:cubicBezTo>
                  <a:cubicBezTo>
                    <a:pt x="15" y="21"/>
                    <a:pt x="17" y="8"/>
                    <a:pt x="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2" name="Freeform 229">
              <a:extLst>
                <a:ext uri="{FF2B5EF4-FFF2-40B4-BE49-F238E27FC236}">
                  <a16:creationId xmlns:a16="http://schemas.microsoft.com/office/drawing/2014/main" id="{2678D8E6-6F8B-4340-A30E-C39B82837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482"/>
              <a:ext cx="44" cy="44"/>
            </a:xfrm>
            <a:custGeom>
              <a:avLst/>
              <a:gdLst>
                <a:gd name="T0" fmla="*/ 8 w 27"/>
                <a:gd name="T1" fmla="*/ 0 h 25"/>
                <a:gd name="T2" fmla="*/ 104 w 27"/>
                <a:gd name="T3" fmla="*/ 136 h 25"/>
                <a:gd name="T4" fmla="*/ 8 w 2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2" y="0"/>
                  </a:moveTo>
                  <a:cubicBezTo>
                    <a:pt x="2" y="0"/>
                    <a:pt x="0" y="14"/>
                    <a:pt x="24" y="25"/>
                  </a:cubicBezTo>
                  <a:cubicBezTo>
                    <a:pt x="24" y="25"/>
                    <a:pt x="27" y="5"/>
                    <a:pt x="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3" name="Freeform 230">
              <a:extLst>
                <a:ext uri="{FF2B5EF4-FFF2-40B4-BE49-F238E27FC236}">
                  <a16:creationId xmlns:a16="http://schemas.microsoft.com/office/drawing/2014/main" id="{85B37915-2EB5-4F3D-BDBA-49F76B2DF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435"/>
              <a:ext cx="42" cy="47"/>
            </a:xfrm>
            <a:custGeom>
              <a:avLst/>
              <a:gdLst>
                <a:gd name="T0" fmla="*/ 0 w 26"/>
                <a:gd name="T1" fmla="*/ 21 h 27"/>
                <a:gd name="T2" fmla="*/ 110 w 26"/>
                <a:gd name="T3" fmla="*/ 143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1" y="0"/>
                    <a:pt x="0" y="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4" name="Freeform 231">
              <a:extLst>
                <a:ext uri="{FF2B5EF4-FFF2-40B4-BE49-F238E27FC236}">
                  <a16:creationId xmlns:a16="http://schemas.microsoft.com/office/drawing/2014/main" id="{E68B841A-8B30-439E-8730-44C4D44B0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406"/>
              <a:ext cx="47" cy="36"/>
            </a:xfrm>
            <a:custGeom>
              <a:avLst/>
              <a:gdLst>
                <a:gd name="T0" fmla="*/ 0 w 29"/>
                <a:gd name="T1" fmla="*/ 15 h 21"/>
                <a:gd name="T2" fmla="*/ 123 w 29"/>
                <a:gd name="T3" fmla="*/ 106 h 21"/>
                <a:gd name="T4" fmla="*/ 0 w 29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3"/>
                  </a:moveTo>
                  <a:cubicBezTo>
                    <a:pt x="0" y="3"/>
                    <a:pt x="3" y="15"/>
                    <a:pt x="29" y="21"/>
                  </a:cubicBezTo>
                  <a:cubicBezTo>
                    <a:pt x="29" y="21"/>
                    <a:pt x="23" y="0"/>
                    <a:pt x="0" y="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5" name="Freeform 232">
              <a:extLst>
                <a:ext uri="{FF2B5EF4-FFF2-40B4-BE49-F238E27FC236}">
                  <a16:creationId xmlns:a16="http://schemas.microsoft.com/office/drawing/2014/main" id="{73296ADC-280F-4A5E-8ACF-4A193C1D4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373"/>
              <a:ext cx="79" cy="38"/>
            </a:xfrm>
            <a:custGeom>
              <a:avLst/>
              <a:gdLst>
                <a:gd name="T0" fmla="*/ 0 w 48"/>
                <a:gd name="T1" fmla="*/ 28 h 22"/>
                <a:gd name="T2" fmla="*/ 214 w 48"/>
                <a:gd name="T3" fmla="*/ 114 h 22"/>
                <a:gd name="T4" fmla="*/ 0 w 48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5"/>
                  </a:moveTo>
                  <a:cubicBezTo>
                    <a:pt x="0" y="5"/>
                    <a:pt x="23" y="21"/>
                    <a:pt x="48" y="22"/>
                  </a:cubicBezTo>
                  <a:cubicBezTo>
                    <a:pt x="48" y="22"/>
                    <a:pt x="31" y="0"/>
                    <a:pt x="0" y="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6" name="Freeform 233">
              <a:extLst>
                <a:ext uri="{FF2B5EF4-FFF2-40B4-BE49-F238E27FC236}">
                  <a16:creationId xmlns:a16="http://schemas.microsoft.com/office/drawing/2014/main" id="{F55EE38F-DE84-48B6-8656-F51FF289C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347"/>
              <a:ext cx="60" cy="52"/>
            </a:xfrm>
            <a:custGeom>
              <a:avLst/>
              <a:gdLst>
                <a:gd name="T0" fmla="*/ 0 w 37"/>
                <a:gd name="T1" fmla="*/ 73 h 30"/>
                <a:gd name="T2" fmla="*/ 157 w 37"/>
                <a:gd name="T3" fmla="*/ 106 h 30"/>
                <a:gd name="T4" fmla="*/ 0 w 37"/>
                <a:gd name="T5" fmla="*/ 7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0">
                  <a:moveTo>
                    <a:pt x="0" y="14"/>
                  </a:moveTo>
                  <a:cubicBezTo>
                    <a:pt x="0" y="14"/>
                    <a:pt x="12" y="30"/>
                    <a:pt x="37" y="20"/>
                  </a:cubicBezTo>
                  <a:cubicBezTo>
                    <a:pt x="37" y="20"/>
                    <a:pt x="15" y="0"/>
                    <a:pt x="0" y="1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7" name="Freeform 234">
              <a:extLst>
                <a:ext uri="{FF2B5EF4-FFF2-40B4-BE49-F238E27FC236}">
                  <a16:creationId xmlns:a16="http://schemas.microsoft.com/office/drawing/2014/main" id="{C43193EC-66B3-4074-98E9-4BFEAB81E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334"/>
              <a:ext cx="70" cy="67"/>
            </a:xfrm>
            <a:custGeom>
              <a:avLst/>
              <a:gdLst>
                <a:gd name="T0" fmla="*/ 0 w 43"/>
                <a:gd name="T1" fmla="*/ 122 h 38"/>
                <a:gd name="T2" fmla="*/ 186 w 43"/>
                <a:gd name="T3" fmla="*/ 115 h 38"/>
                <a:gd name="T4" fmla="*/ 0 w 43"/>
                <a:gd name="T5" fmla="*/ 12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8">
                  <a:moveTo>
                    <a:pt x="0" y="22"/>
                  </a:moveTo>
                  <a:cubicBezTo>
                    <a:pt x="0" y="22"/>
                    <a:pt x="22" y="38"/>
                    <a:pt x="43" y="21"/>
                  </a:cubicBezTo>
                  <a:cubicBezTo>
                    <a:pt x="43" y="21"/>
                    <a:pt x="20" y="0"/>
                    <a:pt x="0" y="2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8" name="Freeform 235">
              <a:extLst>
                <a:ext uri="{FF2B5EF4-FFF2-40B4-BE49-F238E27FC236}">
                  <a16:creationId xmlns:a16="http://schemas.microsoft.com/office/drawing/2014/main" id="{7F56CD3C-327D-44DE-99AA-9845A6FAF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503"/>
              <a:ext cx="38" cy="56"/>
            </a:xfrm>
            <a:custGeom>
              <a:avLst/>
              <a:gdLst>
                <a:gd name="T0" fmla="*/ 104 w 23"/>
                <a:gd name="T1" fmla="*/ 0 h 32"/>
                <a:gd name="T2" fmla="*/ 0 w 23"/>
                <a:gd name="T3" fmla="*/ 172 h 32"/>
                <a:gd name="T4" fmla="*/ 104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23" y="0"/>
                    <a:pt x="0" y="6"/>
                    <a:pt x="0" y="32"/>
                  </a:cubicBezTo>
                  <a:cubicBezTo>
                    <a:pt x="0" y="32"/>
                    <a:pt x="20" y="31"/>
                    <a:pt x="23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9" name="Freeform 236">
              <a:extLst>
                <a:ext uri="{FF2B5EF4-FFF2-40B4-BE49-F238E27FC236}">
                  <a16:creationId xmlns:a16="http://schemas.microsoft.com/office/drawing/2014/main" id="{D4B80B59-17B6-4B45-BACB-B236C3DA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559"/>
              <a:ext cx="55" cy="87"/>
            </a:xfrm>
            <a:custGeom>
              <a:avLst/>
              <a:gdLst>
                <a:gd name="T0" fmla="*/ 115 w 34"/>
                <a:gd name="T1" fmla="*/ 0 h 50"/>
                <a:gd name="T2" fmla="*/ 29 w 34"/>
                <a:gd name="T3" fmla="*/ 263 h 50"/>
                <a:gd name="T4" fmla="*/ 115 w 3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0">
                  <a:moveTo>
                    <a:pt x="27" y="0"/>
                  </a:moveTo>
                  <a:cubicBezTo>
                    <a:pt x="27" y="0"/>
                    <a:pt x="0" y="11"/>
                    <a:pt x="7" y="50"/>
                  </a:cubicBezTo>
                  <a:cubicBezTo>
                    <a:pt x="7" y="50"/>
                    <a:pt x="34" y="36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0" name="Freeform 237">
              <a:extLst>
                <a:ext uri="{FF2B5EF4-FFF2-40B4-BE49-F238E27FC236}">
                  <a16:creationId xmlns:a16="http://schemas.microsoft.com/office/drawing/2014/main" id="{4EC629E1-41FA-4944-9A3E-F84EDE10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448"/>
              <a:ext cx="53" cy="55"/>
            </a:xfrm>
            <a:custGeom>
              <a:avLst/>
              <a:gdLst>
                <a:gd name="T0" fmla="*/ 0 w 33"/>
                <a:gd name="T1" fmla="*/ 163 h 32"/>
                <a:gd name="T2" fmla="*/ 137 w 33"/>
                <a:gd name="T3" fmla="*/ 0 h 32"/>
                <a:gd name="T4" fmla="*/ 0 w 33"/>
                <a:gd name="T5" fmla="*/ 1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0" y="32"/>
                  </a:moveTo>
                  <a:cubicBezTo>
                    <a:pt x="0" y="32"/>
                    <a:pt x="1" y="3"/>
                    <a:pt x="33" y="0"/>
                  </a:cubicBezTo>
                  <a:cubicBezTo>
                    <a:pt x="33" y="0"/>
                    <a:pt x="30" y="26"/>
                    <a:pt x="0" y="3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1" name="Freeform 238">
              <a:extLst>
                <a:ext uri="{FF2B5EF4-FFF2-40B4-BE49-F238E27FC236}">
                  <a16:creationId xmlns:a16="http://schemas.microsoft.com/office/drawing/2014/main" id="{A9BA16ED-4C80-4E61-9B64-232BBF8A2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646"/>
              <a:ext cx="56" cy="49"/>
            </a:xfrm>
            <a:custGeom>
              <a:avLst/>
              <a:gdLst>
                <a:gd name="T0" fmla="*/ 97 w 34"/>
                <a:gd name="T1" fmla="*/ 0 h 28"/>
                <a:gd name="T2" fmla="*/ 71 w 34"/>
                <a:gd name="T3" fmla="*/ 151 h 28"/>
                <a:gd name="T4" fmla="*/ 97 w 3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2" y="0"/>
                  </a:moveTo>
                  <a:cubicBezTo>
                    <a:pt x="22" y="0"/>
                    <a:pt x="0" y="10"/>
                    <a:pt x="16" y="28"/>
                  </a:cubicBezTo>
                  <a:cubicBezTo>
                    <a:pt x="16" y="28"/>
                    <a:pt x="34" y="22"/>
                    <a:pt x="2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2" name="Freeform 239">
              <a:extLst>
                <a:ext uri="{FF2B5EF4-FFF2-40B4-BE49-F238E27FC236}">
                  <a16:creationId xmlns:a16="http://schemas.microsoft.com/office/drawing/2014/main" id="{0A8E6BCD-E92C-4941-BC40-F21BEE88B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395"/>
              <a:ext cx="74" cy="65"/>
            </a:xfrm>
            <a:custGeom>
              <a:avLst/>
              <a:gdLst>
                <a:gd name="T0" fmla="*/ 0 w 45"/>
                <a:gd name="T1" fmla="*/ 163 h 37"/>
                <a:gd name="T2" fmla="*/ 201 w 45"/>
                <a:gd name="T3" fmla="*/ 16 h 37"/>
                <a:gd name="T4" fmla="*/ 0 w 45"/>
                <a:gd name="T5" fmla="*/ 16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7">
                  <a:moveTo>
                    <a:pt x="0" y="30"/>
                  </a:moveTo>
                  <a:cubicBezTo>
                    <a:pt x="0" y="30"/>
                    <a:pt x="16" y="0"/>
                    <a:pt x="45" y="3"/>
                  </a:cubicBezTo>
                  <a:cubicBezTo>
                    <a:pt x="45" y="3"/>
                    <a:pt x="35" y="37"/>
                    <a:pt x="0" y="3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3" name="Freeform 240">
              <a:extLst>
                <a:ext uri="{FF2B5EF4-FFF2-40B4-BE49-F238E27FC236}">
                  <a16:creationId xmlns:a16="http://schemas.microsoft.com/office/drawing/2014/main" id="{B549CF5E-3281-4289-8130-72B75BCFA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695"/>
              <a:ext cx="53" cy="76"/>
            </a:xfrm>
            <a:custGeom>
              <a:avLst/>
              <a:gdLst>
                <a:gd name="T0" fmla="*/ 80 w 33"/>
                <a:gd name="T1" fmla="*/ 0 h 44"/>
                <a:gd name="T2" fmla="*/ 67 w 33"/>
                <a:gd name="T3" fmla="*/ 226 h 44"/>
                <a:gd name="T4" fmla="*/ 80 w 33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19" y="0"/>
                  </a:moveTo>
                  <a:cubicBezTo>
                    <a:pt x="19" y="0"/>
                    <a:pt x="0" y="17"/>
                    <a:pt x="16" y="44"/>
                  </a:cubicBezTo>
                  <a:cubicBezTo>
                    <a:pt x="16" y="44"/>
                    <a:pt x="33" y="26"/>
                    <a:pt x="19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4" name="Freeform 241">
              <a:extLst>
                <a:ext uri="{FF2B5EF4-FFF2-40B4-BE49-F238E27FC236}">
                  <a16:creationId xmlns:a16="http://schemas.microsoft.com/office/drawing/2014/main" id="{850BB165-66C8-441B-B001-4A145B034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350"/>
              <a:ext cx="103" cy="68"/>
            </a:xfrm>
            <a:custGeom>
              <a:avLst/>
              <a:gdLst>
                <a:gd name="T0" fmla="*/ 0 w 63"/>
                <a:gd name="T1" fmla="*/ 155 h 39"/>
                <a:gd name="T2" fmla="*/ 275 w 63"/>
                <a:gd name="T3" fmla="*/ 65 h 39"/>
                <a:gd name="T4" fmla="*/ 0 w 63"/>
                <a:gd name="T5" fmla="*/ 15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9">
                  <a:moveTo>
                    <a:pt x="0" y="29"/>
                  </a:moveTo>
                  <a:cubicBezTo>
                    <a:pt x="0" y="29"/>
                    <a:pt x="24" y="0"/>
                    <a:pt x="63" y="12"/>
                  </a:cubicBezTo>
                  <a:cubicBezTo>
                    <a:pt x="63" y="12"/>
                    <a:pt x="51" y="39"/>
                    <a:pt x="0" y="2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5" name="Freeform 242">
              <a:extLst>
                <a:ext uri="{FF2B5EF4-FFF2-40B4-BE49-F238E27FC236}">
                  <a16:creationId xmlns:a16="http://schemas.microsoft.com/office/drawing/2014/main" id="{B91D42EA-2DC3-41F3-BEF4-C3F6F0929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771"/>
              <a:ext cx="90" cy="112"/>
            </a:xfrm>
            <a:custGeom>
              <a:avLst/>
              <a:gdLst>
                <a:gd name="T0" fmla="*/ 75 w 55"/>
                <a:gd name="T1" fmla="*/ 0 h 64"/>
                <a:gd name="T2" fmla="*/ 131 w 55"/>
                <a:gd name="T3" fmla="*/ 343 h 64"/>
                <a:gd name="T4" fmla="*/ 75 w 55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4">
                  <a:moveTo>
                    <a:pt x="17" y="0"/>
                  </a:moveTo>
                  <a:cubicBezTo>
                    <a:pt x="17" y="0"/>
                    <a:pt x="0" y="24"/>
                    <a:pt x="30" y="64"/>
                  </a:cubicBezTo>
                  <a:cubicBezTo>
                    <a:pt x="30" y="64"/>
                    <a:pt x="55" y="42"/>
                    <a:pt x="17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6" name="Freeform 243">
              <a:extLst>
                <a:ext uri="{FF2B5EF4-FFF2-40B4-BE49-F238E27FC236}">
                  <a16:creationId xmlns:a16="http://schemas.microsoft.com/office/drawing/2014/main" id="{A90C76A3-5EB7-493C-A575-9998945E6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883"/>
              <a:ext cx="65" cy="104"/>
            </a:xfrm>
            <a:custGeom>
              <a:avLst/>
              <a:gdLst>
                <a:gd name="T0" fmla="*/ 0 w 40"/>
                <a:gd name="T1" fmla="*/ 0 h 60"/>
                <a:gd name="T2" fmla="*/ 145 w 40"/>
                <a:gd name="T3" fmla="*/ 312 h 60"/>
                <a:gd name="T4" fmla="*/ 0 w 4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0">
                  <a:moveTo>
                    <a:pt x="0" y="0"/>
                  </a:moveTo>
                  <a:cubicBezTo>
                    <a:pt x="0" y="0"/>
                    <a:pt x="2" y="39"/>
                    <a:pt x="34" y="60"/>
                  </a:cubicBezTo>
                  <a:cubicBezTo>
                    <a:pt x="34" y="60"/>
                    <a:pt x="40" y="21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7" name="Freeform 244">
              <a:extLst>
                <a:ext uri="{FF2B5EF4-FFF2-40B4-BE49-F238E27FC236}">
                  <a16:creationId xmlns:a16="http://schemas.microsoft.com/office/drawing/2014/main" id="{42FFA0ED-224C-406E-8155-DFC031E87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987"/>
              <a:ext cx="59" cy="61"/>
            </a:xfrm>
            <a:custGeom>
              <a:avLst/>
              <a:gdLst>
                <a:gd name="T0" fmla="*/ 0 w 36"/>
                <a:gd name="T1" fmla="*/ 0 h 35"/>
                <a:gd name="T2" fmla="*/ 159 w 36"/>
                <a:gd name="T3" fmla="*/ 185 h 35"/>
                <a:gd name="T4" fmla="*/ 0 w 36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0" y="0"/>
                  </a:moveTo>
                  <a:cubicBezTo>
                    <a:pt x="0" y="0"/>
                    <a:pt x="4" y="33"/>
                    <a:pt x="36" y="35"/>
                  </a:cubicBezTo>
                  <a:cubicBezTo>
                    <a:pt x="36" y="35"/>
                    <a:pt x="32" y="1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8" name="Freeform 245">
              <a:extLst>
                <a:ext uri="{FF2B5EF4-FFF2-40B4-BE49-F238E27FC236}">
                  <a16:creationId xmlns:a16="http://schemas.microsoft.com/office/drawing/2014/main" id="{A32361DD-F5FA-4AA9-B8A3-7007DEE18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43"/>
              <a:ext cx="113" cy="76"/>
            </a:xfrm>
            <a:custGeom>
              <a:avLst/>
              <a:gdLst>
                <a:gd name="T0" fmla="*/ 0 w 69"/>
                <a:gd name="T1" fmla="*/ 16 h 44"/>
                <a:gd name="T2" fmla="*/ 303 w 69"/>
                <a:gd name="T3" fmla="*/ 206 h 44"/>
                <a:gd name="T4" fmla="*/ 0 w 69"/>
                <a:gd name="T5" fmla="*/ 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4">
                  <a:moveTo>
                    <a:pt x="0" y="3"/>
                  </a:moveTo>
                  <a:cubicBezTo>
                    <a:pt x="0" y="3"/>
                    <a:pt x="26" y="44"/>
                    <a:pt x="69" y="40"/>
                  </a:cubicBezTo>
                  <a:cubicBezTo>
                    <a:pt x="69" y="40"/>
                    <a:pt x="43" y="0"/>
                    <a:pt x="0" y="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9" name="Freeform 246">
              <a:extLst>
                <a:ext uri="{FF2B5EF4-FFF2-40B4-BE49-F238E27FC236}">
                  <a16:creationId xmlns:a16="http://schemas.microsoft.com/office/drawing/2014/main" id="{0E62A26A-5046-4543-995A-14C89AF3E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3077"/>
              <a:ext cx="70" cy="81"/>
            </a:xfrm>
            <a:custGeom>
              <a:avLst/>
              <a:gdLst>
                <a:gd name="T0" fmla="*/ 0 w 43"/>
                <a:gd name="T1" fmla="*/ 109 h 46"/>
                <a:gd name="T2" fmla="*/ 186 w 43"/>
                <a:gd name="T3" fmla="*/ 164 h 46"/>
                <a:gd name="T4" fmla="*/ 0 w 43"/>
                <a:gd name="T5" fmla="*/ 10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6">
                  <a:moveTo>
                    <a:pt x="0" y="20"/>
                  </a:moveTo>
                  <a:cubicBezTo>
                    <a:pt x="0" y="20"/>
                    <a:pt x="21" y="46"/>
                    <a:pt x="43" y="30"/>
                  </a:cubicBezTo>
                  <a:cubicBezTo>
                    <a:pt x="43" y="30"/>
                    <a:pt x="25" y="0"/>
                    <a:pt x="0" y="2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0" name="Freeform 247">
              <a:extLst>
                <a:ext uri="{FF2B5EF4-FFF2-40B4-BE49-F238E27FC236}">
                  <a16:creationId xmlns:a16="http://schemas.microsoft.com/office/drawing/2014/main" id="{90640966-509B-48A7-B1BF-AB3EE577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3093"/>
              <a:ext cx="116" cy="78"/>
            </a:xfrm>
            <a:custGeom>
              <a:avLst/>
              <a:gdLst>
                <a:gd name="T0" fmla="*/ 0 w 71"/>
                <a:gd name="T1" fmla="*/ 107 h 45"/>
                <a:gd name="T2" fmla="*/ 310 w 71"/>
                <a:gd name="T3" fmla="*/ 87 h 45"/>
                <a:gd name="T4" fmla="*/ 0 w 71"/>
                <a:gd name="T5" fmla="*/ 10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5">
                  <a:moveTo>
                    <a:pt x="0" y="21"/>
                  </a:moveTo>
                  <a:cubicBezTo>
                    <a:pt x="0" y="21"/>
                    <a:pt x="32" y="45"/>
                    <a:pt x="71" y="17"/>
                  </a:cubicBezTo>
                  <a:cubicBezTo>
                    <a:pt x="71" y="17"/>
                    <a:pt x="39" y="0"/>
                    <a:pt x="0" y="21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1" name="Freeform 248">
              <a:extLst>
                <a:ext uri="{FF2B5EF4-FFF2-40B4-BE49-F238E27FC236}">
                  <a16:creationId xmlns:a16="http://schemas.microsoft.com/office/drawing/2014/main" id="{5D6ED650-F411-46A4-9A5D-ADE2050C5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079"/>
              <a:ext cx="81" cy="70"/>
            </a:xfrm>
            <a:custGeom>
              <a:avLst/>
              <a:gdLst>
                <a:gd name="T0" fmla="*/ 0 w 50"/>
                <a:gd name="T1" fmla="*/ 135 h 40"/>
                <a:gd name="T2" fmla="*/ 212 w 50"/>
                <a:gd name="T3" fmla="*/ 44 h 40"/>
                <a:gd name="T4" fmla="*/ 0 w 50"/>
                <a:gd name="T5" fmla="*/ 13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0">
                  <a:moveTo>
                    <a:pt x="0" y="25"/>
                  </a:moveTo>
                  <a:cubicBezTo>
                    <a:pt x="0" y="25"/>
                    <a:pt x="25" y="40"/>
                    <a:pt x="50" y="8"/>
                  </a:cubicBezTo>
                  <a:cubicBezTo>
                    <a:pt x="50" y="8"/>
                    <a:pt x="24" y="0"/>
                    <a:pt x="0" y="2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2" name="Freeform 249">
              <a:extLst>
                <a:ext uri="{FF2B5EF4-FFF2-40B4-BE49-F238E27FC236}">
                  <a16:creationId xmlns:a16="http://schemas.microsoft.com/office/drawing/2014/main" id="{1619BD47-F0DF-4CA9-970F-125037404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3039"/>
              <a:ext cx="74" cy="58"/>
            </a:xfrm>
            <a:custGeom>
              <a:avLst/>
              <a:gdLst>
                <a:gd name="T0" fmla="*/ 201 w 45"/>
                <a:gd name="T1" fmla="*/ 12 h 33"/>
                <a:gd name="T2" fmla="*/ 0 w 45"/>
                <a:gd name="T3" fmla="*/ 167 h 33"/>
                <a:gd name="T4" fmla="*/ 201 w 45"/>
                <a:gd name="T5" fmla="*/ 1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3">
                  <a:moveTo>
                    <a:pt x="45" y="2"/>
                  </a:moveTo>
                  <a:cubicBezTo>
                    <a:pt x="45" y="2"/>
                    <a:pt x="3" y="0"/>
                    <a:pt x="0" y="31"/>
                  </a:cubicBezTo>
                  <a:cubicBezTo>
                    <a:pt x="0" y="31"/>
                    <a:pt x="41" y="33"/>
                    <a:pt x="45" y="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3" name="Freeform 250">
              <a:extLst>
                <a:ext uri="{FF2B5EF4-FFF2-40B4-BE49-F238E27FC236}">
                  <a16:creationId xmlns:a16="http://schemas.microsoft.com/office/drawing/2014/main" id="{D2ABDA3E-F680-459E-8594-FD3B1A167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994"/>
              <a:ext cx="49" cy="56"/>
            </a:xfrm>
            <a:custGeom>
              <a:avLst/>
              <a:gdLst>
                <a:gd name="T0" fmla="*/ 126 w 30"/>
                <a:gd name="T1" fmla="*/ 21 h 32"/>
                <a:gd name="T2" fmla="*/ 21 w 30"/>
                <a:gd name="T3" fmla="*/ 151 h 32"/>
                <a:gd name="T4" fmla="*/ 126 w 30"/>
                <a:gd name="T5" fmla="*/ 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29" y="4"/>
                  </a:moveTo>
                  <a:cubicBezTo>
                    <a:pt x="29" y="4"/>
                    <a:pt x="0" y="0"/>
                    <a:pt x="5" y="28"/>
                  </a:cubicBezTo>
                  <a:cubicBezTo>
                    <a:pt x="5" y="28"/>
                    <a:pt x="30" y="32"/>
                    <a:pt x="29" y="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4" name="Freeform 251">
              <a:extLst>
                <a:ext uri="{FF2B5EF4-FFF2-40B4-BE49-F238E27FC236}">
                  <a16:creationId xmlns:a16="http://schemas.microsoft.com/office/drawing/2014/main" id="{DF047C4E-B972-42AC-BEC8-66BEB1954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933"/>
              <a:ext cx="52" cy="68"/>
            </a:xfrm>
            <a:custGeom>
              <a:avLst/>
              <a:gdLst>
                <a:gd name="T0" fmla="*/ 122 w 32"/>
                <a:gd name="T1" fmla="*/ 0 h 39"/>
                <a:gd name="T2" fmla="*/ 0 w 32"/>
                <a:gd name="T3" fmla="*/ 207 h 39"/>
                <a:gd name="T4" fmla="*/ 122 w 3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28" y="0"/>
                  </a:moveTo>
                  <a:cubicBezTo>
                    <a:pt x="28" y="0"/>
                    <a:pt x="1" y="17"/>
                    <a:pt x="0" y="39"/>
                  </a:cubicBezTo>
                  <a:cubicBezTo>
                    <a:pt x="0" y="39"/>
                    <a:pt x="32" y="19"/>
                    <a:pt x="28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5" name="Freeform 252">
              <a:extLst>
                <a:ext uri="{FF2B5EF4-FFF2-40B4-BE49-F238E27FC236}">
                  <a16:creationId xmlns:a16="http://schemas.microsoft.com/office/drawing/2014/main" id="{4354A580-E3A6-4746-B7E3-7F87221BD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849"/>
              <a:ext cx="44" cy="84"/>
            </a:xfrm>
            <a:custGeom>
              <a:avLst/>
              <a:gdLst>
                <a:gd name="T0" fmla="*/ 98 w 27"/>
                <a:gd name="T1" fmla="*/ 0 h 48"/>
                <a:gd name="T2" fmla="*/ 18 w 27"/>
                <a:gd name="T3" fmla="*/ 257 h 48"/>
                <a:gd name="T4" fmla="*/ 98 w 27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8">
                  <a:moveTo>
                    <a:pt x="23" y="0"/>
                  </a:moveTo>
                  <a:cubicBezTo>
                    <a:pt x="23" y="0"/>
                    <a:pt x="0" y="28"/>
                    <a:pt x="4" y="48"/>
                  </a:cubicBezTo>
                  <a:cubicBezTo>
                    <a:pt x="4" y="48"/>
                    <a:pt x="27" y="31"/>
                    <a:pt x="23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6" name="Freeform 253">
              <a:extLst>
                <a:ext uri="{FF2B5EF4-FFF2-40B4-BE49-F238E27FC236}">
                  <a16:creationId xmlns:a16="http://schemas.microsoft.com/office/drawing/2014/main" id="{25AB40E0-2B65-4E3E-9B2C-B22765D8F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794"/>
              <a:ext cx="47" cy="52"/>
            </a:xfrm>
            <a:custGeom>
              <a:avLst/>
              <a:gdLst>
                <a:gd name="T0" fmla="*/ 68 w 29"/>
                <a:gd name="T1" fmla="*/ 0 h 30"/>
                <a:gd name="T2" fmla="*/ 42 w 29"/>
                <a:gd name="T3" fmla="*/ 156 h 30"/>
                <a:gd name="T4" fmla="*/ 68 w 2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16" y="0"/>
                  </a:moveTo>
                  <a:cubicBezTo>
                    <a:pt x="16" y="0"/>
                    <a:pt x="0" y="14"/>
                    <a:pt x="10" y="30"/>
                  </a:cubicBezTo>
                  <a:cubicBezTo>
                    <a:pt x="10" y="30"/>
                    <a:pt x="29" y="12"/>
                    <a:pt x="16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7" name="Freeform 254">
              <a:extLst>
                <a:ext uri="{FF2B5EF4-FFF2-40B4-BE49-F238E27FC236}">
                  <a16:creationId xmlns:a16="http://schemas.microsoft.com/office/drawing/2014/main" id="{B357D941-80F7-440A-84ED-FB1946D1D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716"/>
              <a:ext cx="42" cy="78"/>
            </a:xfrm>
            <a:custGeom>
              <a:avLst/>
              <a:gdLst>
                <a:gd name="T0" fmla="*/ 55 w 26"/>
                <a:gd name="T1" fmla="*/ 0 h 45"/>
                <a:gd name="T2" fmla="*/ 50 w 26"/>
                <a:gd name="T3" fmla="*/ 234 h 45"/>
                <a:gd name="T4" fmla="*/ 55 w 2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13" y="0"/>
                  </a:moveTo>
                  <a:cubicBezTo>
                    <a:pt x="13" y="0"/>
                    <a:pt x="0" y="27"/>
                    <a:pt x="12" y="45"/>
                  </a:cubicBezTo>
                  <a:cubicBezTo>
                    <a:pt x="12" y="45"/>
                    <a:pt x="26" y="17"/>
                    <a:pt x="13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8" name="Freeform 255">
              <a:extLst>
                <a:ext uri="{FF2B5EF4-FFF2-40B4-BE49-F238E27FC236}">
                  <a16:creationId xmlns:a16="http://schemas.microsoft.com/office/drawing/2014/main" id="{DD9F5DEC-947E-4880-B2FC-1E8E7CBCB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677"/>
              <a:ext cx="28" cy="39"/>
            </a:xfrm>
            <a:custGeom>
              <a:avLst/>
              <a:gdLst>
                <a:gd name="T0" fmla="*/ 20 w 17"/>
                <a:gd name="T1" fmla="*/ 0 h 22"/>
                <a:gd name="T2" fmla="*/ 35 w 17"/>
                <a:gd name="T3" fmla="*/ 122 h 22"/>
                <a:gd name="T4" fmla="*/ 20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4" y="0"/>
                    <a:pt x="0" y="15"/>
                    <a:pt x="8" y="22"/>
                  </a:cubicBezTo>
                  <a:cubicBezTo>
                    <a:pt x="8" y="22"/>
                    <a:pt x="17" y="7"/>
                    <a:pt x="4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9" name="Freeform 256">
              <a:extLst>
                <a:ext uri="{FF2B5EF4-FFF2-40B4-BE49-F238E27FC236}">
                  <a16:creationId xmlns:a16="http://schemas.microsoft.com/office/drawing/2014/main" id="{8C74442F-37B1-479D-B5AA-A84A72471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630"/>
              <a:ext cx="29" cy="47"/>
            </a:xfrm>
            <a:custGeom>
              <a:avLst/>
              <a:gdLst>
                <a:gd name="T0" fmla="*/ 8 w 18"/>
                <a:gd name="T1" fmla="*/ 0 h 27"/>
                <a:gd name="T2" fmla="*/ 34 w 18"/>
                <a:gd name="T3" fmla="*/ 143 h 27"/>
                <a:gd name="T4" fmla="*/ 8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2" y="0"/>
                  </a:moveTo>
                  <a:cubicBezTo>
                    <a:pt x="2" y="0"/>
                    <a:pt x="0" y="21"/>
                    <a:pt x="8" y="27"/>
                  </a:cubicBezTo>
                  <a:cubicBezTo>
                    <a:pt x="8" y="27"/>
                    <a:pt x="18" y="15"/>
                    <a:pt x="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0" name="Freeform 257">
              <a:extLst>
                <a:ext uri="{FF2B5EF4-FFF2-40B4-BE49-F238E27FC236}">
                  <a16:creationId xmlns:a16="http://schemas.microsoft.com/office/drawing/2014/main" id="{6F819F39-7736-4C1C-B812-AFFCD79CF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61"/>
              <a:ext cx="42" cy="69"/>
            </a:xfrm>
            <a:custGeom>
              <a:avLst/>
              <a:gdLst>
                <a:gd name="T0" fmla="*/ 0 w 26"/>
                <a:gd name="T1" fmla="*/ 0 h 40"/>
                <a:gd name="T2" fmla="*/ 76 w 26"/>
                <a:gd name="T3" fmla="*/ 205 h 40"/>
                <a:gd name="T4" fmla="*/ 0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cubicBezTo>
                    <a:pt x="0" y="0"/>
                    <a:pt x="5" y="36"/>
                    <a:pt x="18" y="40"/>
                  </a:cubicBezTo>
                  <a:cubicBezTo>
                    <a:pt x="18" y="40"/>
                    <a:pt x="26" y="18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1" name="Freeform 258">
              <a:extLst>
                <a:ext uri="{FF2B5EF4-FFF2-40B4-BE49-F238E27FC236}">
                  <a16:creationId xmlns:a16="http://schemas.microsoft.com/office/drawing/2014/main" id="{98630761-5307-4C84-BE83-56801CDC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524"/>
              <a:ext cx="29" cy="37"/>
            </a:xfrm>
            <a:custGeom>
              <a:avLst/>
              <a:gdLst>
                <a:gd name="T0" fmla="*/ 8 w 18"/>
                <a:gd name="T1" fmla="*/ 0 h 21"/>
                <a:gd name="T2" fmla="*/ 63 w 18"/>
                <a:gd name="T3" fmla="*/ 115 h 21"/>
                <a:gd name="T4" fmla="*/ 8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2" y="0"/>
                  </a:moveTo>
                  <a:cubicBezTo>
                    <a:pt x="2" y="0"/>
                    <a:pt x="0" y="14"/>
                    <a:pt x="15" y="21"/>
                  </a:cubicBezTo>
                  <a:cubicBezTo>
                    <a:pt x="15" y="21"/>
                    <a:pt x="18" y="8"/>
                    <a:pt x="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2" name="Freeform 259">
              <a:extLst>
                <a:ext uri="{FF2B5EF4-FFF2-40B4-BE49-F238E27FC236}">
                  <a16:creationId xmlns:a16="http://schemas.microsoft.com/office/drawing/2014/main" id="{418154C4-2CD2-4DCA-AC61-1CB4E9B8A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481"/>
              <a:ext cx="42" cy="43"/>
            </a:xfrm>
            <a:custGeom>
              <a:avLst/>
              <a:gdLst>
                <a:gd name="T0" fmla="*/ 5 w 26"/>
                <a:gd name="T1" fmla="*/ 0 h 25"/>
                <a:gd name="T2" fmla="*/ 97 w 26"/>
                <a:gd name="T3" fmla="*/ 127 h 25"/>
                <a:gd name="T4" fmla="*/ 5 w 2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" y="0"/>
                  </a:moveTo>
                  <a:cubicBezTo>
                    <a:pt x="1" y="0"/>
                    <a:pt x="0" y="14"/>
                    <a:pt x="23" y="25"/>
                  </a:cubicBezTo>
                  <a:cubicBezTo>
                    <a:pt x="23" y="25"/>
                    <a:pt x="26" y="5"/>
                    <a:pt x="1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3" name="Freeform 260">
              <a:extLst>
                <a:ext uri="{FF2B5EF4-FFF2-40B4-BE49-F238E27FC236}">
                  <a16:creationId xmlns:a16="http://schemas.microsoft.com/office/drawing/2014/main" id="{C5572AE9-50D9-42C4-A8FD-485AE089A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434"/>
              <a:ext cx="42" cy="47"/>
            </a:xfrm>
            <a:custGeom>
              <a:avLst/>
              <a:gdLst>
                <a:gd name="T0" fmla="*/ 0 w 26"/>
                <a:gd name="T1" fmla="*/ 21 h 27"/>
                <a:gd name="T2" fmla="*/ 110 w 26"/>
                <a:gd name="T3" fmla="*/ 143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1" y="0"/>
                    <a:pt x="0" y="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4" name="Freeform 261">
              <a:extLst>
                <a:ext uri="{FF2B5EF4-FFF2-40B4-BE49-F238E27FC236}">
                  <a16:creationId xmlns:a16="http://schemas.microsoft.com/office/drawing/2014/main" id="{3A11A87A-86B9-4851-852D-E03B60827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404"/>
              <a:ext cx="46" cy="37"/>
            </a:xfrm>
            <a:custGeom>
              <a:avLst/>
              <a:gdLst>
                <a:gd name="T0" fmla="*/ 0 w 28"/>
                <a:gd name="T1" fmla="*/ 16 h 21"/>
                <a:gd name="T2" fmla="*/ 125 w 28"/>
                <a:gd name="T3" fmla="*/ 115 h 21"/>
                <a:gd name="T4" fmla="*/ 0 w 28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3"/>
                  </a:moveTo>
                  <a:cubicBezTo>
                    <a:pt x="0" y="3"/>
                    <a:pt x="2" y="15"/>
                    <a:pt x="28" y="21"/>
                  </a:cubicBezTo>
                  <a:cubicBezTo>
                    <a:pt x="28" y="21"/>
                    <a:pt x="22" y="0"/>
                    <a:pt x="0" y="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5" name="Freeform 262">
              <a:extLst>
                <a:ext uri="{FF2B5EF4-FFF2-40B4-BE49-F238E27FC236}">
                  <a16:creationId xmlns:a16="http://schemas.microsoft.com/office/drawing/2014/main" id="{C4CE411C-4AE2-4C82-A652-72CE405AA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371"/>
              <a:ext cx="80" cy="38"/>
            </a:xfrm>
            <a:custGeom>
              <a:avLst/>
              <a:gdLst>
                <a:gd name="T0" fmla="*/ 0 w 49"/>
                <a:gd name="T1" fmla="*/ 28 h 22"/>
                <a:gd name="T2" fmla="*/ 214 w 49"/>
                <a:gd name="T3" fmla="*/ 114 h 22"/>
                <a:gd name="T4" fmla="*/ 0 w 49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5"/>
                  </a:moveTo>
                  <a:cubicBezTo>
                    <a:pt x="0" y="5"/>
                    <a:pt x="23" y="22"/>
                    <a:pt x="49" y="22"/>
                  </a:cubicBezTo>
                  <a:cubicBezTo>
                    <a:pt x="49" y="22"/>
                    <a:pt x="32" y="0"/>
                    <a:pt x="0" y="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6" name="Freeform 263">
              <a:extLst>
                <a:ext uri="{FF2B5EF4-FFF2-40B4-BE49-F238E27FC236}">
                  <a16:creationId xmlns:a16="http://schemas.microsoft.com/office/drawing/2014/main" id="{3C11F8B1-2E1E-49A0-BD8F-90E49C191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45"/>
              <a:ext cx="58" cy="54"/>
            </a:xfrm>
            <a:custGeom>
              <a:avLst/>
              <a:gdLst>
                <a:gd name="T0" fmla="*/ 0 w 36"/>
                <a:gd name="T1" fmla="*/ 73 h 31"/>
                <a:gd name="T2" fmla="*/ 150 w 36"/>
                <a:gd name="T3" fmla="*/ 106 h 31"/>
                <a:gd name="T4" fmla="*/ 0 w 36"/>
                <a:gd name="T5" fmla="*/ 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0" y="14"/>
                  </a:moveTo>
                  <a:cubicBezTo>
                    <a:pt x="0" y="14"/>
                    <a:pt x="11" y="31"/>
                    <a:pt x="36" y="20"/>
                  </a:cubicBezTo>
                  <a:cubicBezTo>
                    <a:pt x="36" y="20"/>
                    <a:pt x="15" y="0"/>
                    <a:pt x="0" y="1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7" name="Freeform 264">
              <a:extLst>
                <a:ext uri="{FF2B5EF4-FFF2-40B4-BE49-F238E27FC236}">
                  <a16:creationId xmlns:a16="http://schemas.microsoft.com/office/drawing/2014/main" id="{24C77EEB-C9E5-4627-A726-44204AA40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33"/>
              <a:ext cx="70" cy="68"/>
            </a:xfrm>
            <a:custGeom>
              <a:avLst/>
              <a:gdLst>
                <a:gd name="T0" fmla="*/ 0 w 43"/>
                <a:gd name="T1" fmla="*/ 115 h 39"/>
                <a:gd name="T2" fmla="*/ 186 w 43"/>
                <a:gd name="T3" fmla="*/ 113 h 39"/>
                <a:gd name="T4" fmla="*/ 0 w 43"/>
                <a:gd name="T5" fmla="*/ 11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9">
                  <a:moveTo>
                    <a:pt x="0" y="22"/>
                  </a:moveTo>
                  <a:cubicBezTo>
                    <a:pt x="0" y="22"/>
                    <a:pt x="21" y="39"/>
                    <a:pt x="43" y="21"/>
                  </a:cubicBezTo>
                  <a:cubicBezTo>
                    <a:pt x="43" y="21"/>
                    <a:pt x="19" y="0"/>
                    <a:pt x="0" y="2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8" name="Freeform 265">
              <a:extLst>
                <a:ext uri="{FF2B5EF4-FFF2-40B4-BE49-F238E27FC236}">
                  <a16:creationId xmlns:a16="http://schemas.microsoft.com/office/drawing/2014/main" id="{28896370-40F6-49A8-BD2F-75852BF9FD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9" y="2260"/>
              <a:ext cx="925" cy="985"/>
            </a:xfrm>
            <a:custGeom>
              <a:avLst/>
              <a:gdLst>
                <a:gd name="T0" fmla="*/ 1232 w 567"/>
                <a:gd name="T1" fmla="*/ 0 h 566"/>
                <a:gd name="T2" fmla="*/ 0 w 567"/>
                <a:gd name="T3" fmla="*/ 1493 h 566"/>
                <a:gd name="T4" fmla="*/ 1232 w 567"/>
                <a:gd name="T5" fmla="*/ 2983 h 566"/>
                <a:gd name="T6" fmla="*/ 2462 w 567"/>
                <a:gd name="T7" fmla="*/ 1493 h 566"/>
                <a:gd name="T8" fmla="*/ 1232 w 567"/>
                <a:gd name="T9" fmla="*/ 0 h 566"/>
                <a:gd name="T10" fmla="*/ 1232 w 567"/>
                <a:gd name="T11" fmla="*/ 2811 h 566"/>
                <a:gd name="T12" fmla="*/ 144 w 567"/>
                <a:gd name="T13" fmla="*/ 1493 h 566"/>
                <a:gd name="T14" fmla="*/ 1232 w 567"/>
                <a:gd name="T15" fmla="*/ 172 h 566"/>
                <a:gd name="T16" fmla="*/ 2318 w 567"/>
                <a:gd name="T17" fmla="*/ 1493 h 566"/>
                <a:gd name="T18" fmla="*/ 1232 w 567"/>
                <a:gd name="T19" fmla="*/ 2811 h 5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7" h="566">
                  <a:moveTo>
                    <a:pt x="284" y="0"/>
                  </a:moveTo>
                  <a:cubicBezTo>
                    <a:pt x="127" y="0"/>
                    <a:pt x="0" y="126"/>
                    <a:pt x="0" y="283"/>
                  </a:cubicBezTo>
                  <a:cubicBezTo>
                    <a:pt x="0" y="439"/>
                    <a:pt x="127" y="566"/>
                    <a:pt x="284" y="566"/>
                  </a:cubicBezTo>
                  <a:cubicBezTo>
                    <a:pt x="440" y="566"/>
                    <a:pt x="567" y="439"/>
                    <a:pt x="567" y="283"/>
                  </a:cubicBezTo>
                  <a:cubicBezTo>
                    <a:pt x="567" y="126"/>
                    <a:pt x="440" y="0"/>
                    <a:pt x="284" y="0"/>
                  </a:cubicBezTo>
                  <a:close/>
                  <a:moveTo>
                    <a:pt x="284" y="533"/>
                  </a:moveTo>
                  <a:cubicBezTo>
                    <a:pt x="145" y="533"/>
                    <a:pt x="33" y="421"/>
                    <a:pt x="33" y="283"/>
                  </a:cubicBezTo>
                  <a:cubicBezTo>
                    <a:pt x="33" y="145"/>
                    <a:pt x="145" y="33"/>
                    <a:pt x="284" y="33"/>
                  </a:cubicBezTo>
                  <a:cubicBezTo>
                    <a:pt x="422" y="33"/>
                    <a:pt x="534" y="145"/>
                    <a:pt x="534" y="283"/>
                  </a:cubicBezTo>
                  <a:cubicBezTo>
                    <a:pt x="534" y="421"/>
                    <a:pt x="422" y="533"/>
                    <a:pt x="284" y="533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9" name="Oval 266">
              <a:extLst>
                <a:ext uri="{FF2B5EF4-FFF2-40B4-BE49-F238E27FC236}">
                  <a16:creationId xmlns:a16="http://schemas.microsoft.com/office/drawing/2014/main" id="{8FBD78A0-BA53-4403-9AB6-3F71555D5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2" y="2350"/>
              <a:ext cx="755" cy="806"/>
            </a:xfrm>
            <a:prstGeom prst="ellips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340" name="Freeform 267">
              <a:extLst>
                <a:ext uri="{FF2B5EF4-FFF2-40B4-BE49-F238E27FC236}">
                  <a16:creationId xmlns:a16="http://schemas.microsoft.com/office/drawing/2014/main" id="{1A00E69A-3A85-4DD7-B90D-9B4DEE3C0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488"/>
              <a:ext cx="238" cy="264"/>
            </a:xfrm>
            <a:custGeom>
              <a:avLst/>
              <a:gdLst>
                <a:gd name="T0" fmla="*/ 632 w 146"/>
                <a:gd name="T1" fmla="*/ 0 h 152"/>
                <a:gd name="T2" fmla="*/ 34 w 146"/>
                <a:gd name="T3" fmla="*/ 797 h 152"/>
                <a:gd name="T4" fmla="*/ 632 w 146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52">
                  <a:moveTo>
                    <a:pt x="146" y="0"/>
                  </a:moveTo>
                  <a:cubicBezTo>
                    <a:pt x="146" y="0"/>
                    <a:pt x="27" y="26"/>
                    <a:pt x="8" y="152"/>
                  </a:cubicBezTo>
                  <a:cubicBezTo>
                    <a:pt x="8" y="152"/>
                    <a:pt x="0" y="29"/>
                    <a:pt x="146" y="0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1" name="Freeform 268">
              <a:extLst>
                <a:ext uri="{FF2B5EF4-FFF2-40B4-BE49-F238E27FC236}">
                  <a16:creationId xmlns:a16="http://schemas.microsoft.com/office/drawing/2014/main" id="{C8E26CB1-3EBA-4071-A915-316B0D8FA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719"/>
              <a:ext cx="11" cy="26"/>
            </a:xfrm>
            <a:custGeom>
              <a:avLst/>
              <a:gdLst>
                <a:gd name="T0" fmla="*/ 14 w 7"/>
                <a:gd name="T1" fmla="*/ 0 h 15"/>
                <a:gd name="T2" fmla="*/ 27 w 7"/>
                <a:gd name="T3" fmla="*/ 42 h 15"/>
                <a:gd name="T4" fmla="*/ 14 w 7"/>
                <a:gd name="T5" fmla="*/ 78 h 15"/>
                <a:gd name="T6" fmla="*/ 0 w 7"/>
                <a:gd name="T7" fmla="*/ 42 h 15"/>
                <a:gd name="T8" fmla="*/ 14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0"/>
                  </a:moveTo>
                  <a:cubicBezTo>
                    <a:pt x="5" y="0"/>
                    <a:pt x="7" y="3"/>
                    <a:pt x="7" y="8"/>
                  </a:cubicBezTo>
                  <a:cubicBezTo>
                    <a:pt x="7" y="12"/>
                    <a:pt x="6" y="15"/>
                    <a:pt x="4" y="15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2" name="Freeform 269">
              <a:extLst>
                <a:ext uri="{FF2B5EF4-FFF2-40B4-BE49-F238E27FC236}">
                  <a16:creationId xmlns:a16="http://schemas.microsoft.com/office/drawing/2014/main" id="{6FAD9D87-594B-4F58-A314-3BCC8509C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662"/>
              <a:ext cx="11" cy="17"/>
            </a:xfrm>
            <a:custGeom>
              <a:avLst/>
              <a:gdLst>
                <a:gd name="T0" fmla="*/ 14 w 7"/>
                <a:gd name="T1" fmla="*/ 0 h 10"/>
                <a:gd name="T2" fmla="*/ 27 w 7"/>
                <a:gd name="T3" fmla="*/ 26 h 10"/>
                <a:gd name="T4" fmla="*/ 13 w 7"/>
                <a:gd name="T5" fmla="*/ 49 h 10"/>
                <a:gd name="T6" fmla="*/ 0 w 7"/>
                <a:gd name="T7" fmla="*/ 26 h 10"/>
                <a:gd name="T8" fmla="*/ 14 w 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cubicBezTo>
                    <a:pt x="6" y="0"/>
                    <a:pt x="7" y="3"/>
                    <a:pt x="7" y="5"/>
                  </a:cubicBezTo>
                  <a:cubicBezTo>
                    <a:pt x="6" y="8"/>
                    <a:pt x="5" y="10"/>
                    <a:pt x="3" y="10"/>
                  </a:cubicBezTo>
                  <a:cubicBezTo>
                    <a:pt x="1" y="10"/>
                    <a:pt x="0" y="7"/>
                    <a:pt x="0" y="5"/>
                  </a:cubicBezTo>
                  <a:cubicBezTo>
                    <a:pt x="1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3" name="Freeform 270">
              <a:extLst>
                <a:ext uri="{FF2B5EF4-FFF2-40B4-BE49-F238E27FC236}">
                  <a16:creationId xmlns:a16="http://schemas.microsoft.com/office/drawing/2014/main" id="{89FE161C-FDED-402D-B0F2-44557E7EA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818"/>
              <a:ext cx="21" cy="30"/>
            </a:xfrm>
            <a:custGeom>
              <a:avLst/>
              <a:gdLst>
                <a:gd name="T0" fmla="*/ 16 w 13"/>
                <a:gd name="T1" fmla="*/ 7 h 17"/>
                <a:gd name="T2" fmla="*/ 47 w 13"/>
                <a:gd name="T3" fmla="*/ 37 h 17"/>
                <a:gd name="T4" fmla="*/ 42 w 13"/>
                <a:gd name="T5" fmla="*/ 86 h 17"/>
                <a:gd name="T6" fmla="*/ 8 w 13"/>
                <a:gd name="T7" fmla="*/ 56 h 17"/>
                <a:gd name="T8" fmla="*/ 16 w 13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4" y="1"/>
                  </a:moveTo>
                  <a:cubicBezTo>
                    <a:pt x="6" y="0"/>
                    <a:pt x="10" y="3"/>
                    <a:pt x="11" y="7"/>
                  </a:cubicBezTo>
                  <a:cubicBezTo>
                    <a:pt x="13" y="11"/>
                    <a:pt x="12" y="15"/>
                    <a:pt x="10" y="16"/>
                  </a:cubicBezTo>
                  <a:cubicBezTo>
                    <a:pt x="7" y="17"/>
                    <a:pt x="4" y="15"/>
                    <a:pt x="2" y="10"/>
                  </a:cubicBezTo>
                  <a:cubicBezTo>
                    <a:pt x="0" y="6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4" name="Freeform 271">
              <a:extLst>
                <a:ext uri="{FF2B5EF4-FFF2-40B4-BE49-F238E27FC236}">
                  <a16:creationId xmlns:a16="http://schemas.microsoft.com/office/drawing/2014/main" id="{25F1B24E-71BF-401E-AB31-6892F93AB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919"/>
              <a:ext cx="21" cy="30"/>
            </a:xfrm>
            <a:custGeom>
              <a:avLst/>
              <a:gdLst>
                <a:gd name="T0" fmla="*/ 13 w 13"/>
                <a:gd name="T1" fmla="*/ 7 h 17"/>
                <a:gd name="T2" fmla="*/ 47 w 13"/>
                <a:gd name="T3" fmla="*/ 34 h 17"/>
                <a:gd name="T4" fmla="*/ 42 w 13"/>
                <a:gd name="T5" fmla="*/ 86 h 17"/>
                <a:gd name="T6" fmla="*/ 8 w 13"/>
                <a:gd name="T7" fmla="*/ 56 h 17"/>
                <a:gd name="T8" fmla="*/ 13 w 13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3" y="1"/>
                  </a:moveTo>
                  <a:cubicBezTo>
                    <a:pt x="5" y="0"/>
                    <a:pt x="9" y="2"/>
                    <a:pt x="11" y="6"/>
                  </a:cubicBezTo>
                  <a:cubicBezTo>
                    <a:pt x="13" y="10"/>
                    <a:pt x="12" y="15"/>
                    <a:pt x="10" y="16"/>
                  </a:cubicBezTo>
                  <a:cubicBezTo>
                    <a:pt x="7" y="17"/>
                    <a:pt x="4" y="15"/>
                    <a:pt x="2" y="10"/>
                  </a:cubicBezTo>
                  <a:cubicBezTo>
                    <a:pt x="0" y="6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5" name="Freeform 272">
              <a:extLst>
                <a:ext uri="{FF2B5EF4-FFF2-40B4-BE49-F238E27FC236}">
                  <a16:creationId xmlns:a16="http://schemas.microsoft.com/office/drawing/2014/main" id="{D0DBA902-2EC9-4048-B42C-056EE2341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3003"/>
              <a:ext cx="23" cy="27"/>
            </a:xfrm>
            <a:custGeom>
              <a:avLst/>
              <a:gdLst>
                <a:gd name="T0" fmla="*/ 8 w 14"/>
                <a:gd name="T1" fmla="*/ 8 h 16"/>
                <a:gd name="T2" fmla="*/ 49 w 14"/>
                <a:gd name="T3" fmla="*/ 24 h 16"/>
                <a:gd name="T4" fmla="*/ 54 w 14"/>
                <a:gd name="T5" fmla="*/ 69 h 16"/>
                <a:gd name="T6" fmla="*/ 13 w 14"/>
                <a:gd name="T7" fmla="*/ 54 h 16"/>
                <a:gd name="T8" fmla="*/ 8 w 14"/>
                <a:gd name="T9" fmla="*/ 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2" y="2"/>
                  </a:moveTo>
                  <a:cubicBezTo>
                    <a:pt x="4" y="0"/>
                    <a:pt x="8" y="1"/>
                    <a:pt x="11" y="5"/>
                  </a:cubicBezTo>
                  <a:cubicBezTo>
                    <a:pt x="14" y="8"/>
                    <a:pt x="14" y="13"/>
                    <a:pt x="12" y="14"/>
                  </a:cubicBezTo>
                  <a:cubicBezTo>
                    <a:pt x="10" y="16"/>
                    <a:pt x="6" y="15"/>
                    <a:pt x="3" y="11"/>
                  </a:cubicBezTo>
                  <a:cubicBezTo>
                    <a:pt x="0" y="8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6" name="Freeform 273">
              <a:extLst>
                <a:ext uri="{FF2B5EF4-FFF2-40B4-BE49-F238E27FC236}">
                  <a16:creationId xmlns:a16="http://schemas.microsoft.com/office/drawing/2014/main" id="{BA9BA0D6-0527-428C-BEF1-3A9974C1C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3116"/>
              <a:ext cx="24" cy="19"/>
            </a:xfrm>
            <a:custGeom>
              <a:avLst/>
              <a:gdLst>
                <a:gd name="T0" fmla="*/ 5 w 15"/>
                <a:gd name="T1" fmla="*/ 16 h 11"/>
                <a:gd name="T2" fmla="*/ 35 w 15"/>
                <a:gd name="T3" fmla="*/ 5 h 11"/>
                <a:gd name="T4" fmla="*/ 61 w 15"/>
                <a:gd name="T5" fmla="*/ 36 h 11"/>
                <a:gd name="T6" fmla="*/ 29 w 15"/>
                <a:gd name="T7" fmla="*/ 50 h 11"/>
                <a:gd name="T8" fmla="*/ 5 w 15"/>
                <a:gd name="T9" fmla="*/ 1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1" y="3"/>
                  </a:moveTo>
                  <a:cubicBezTo>
                    <a:pt x="2" y="1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ubicBezTo>
                    <a:pt x="14" y="10"/>
                    <a:pt x="10" y="11"/>
                    <a:pt x="7" y="10"/>
                  </a:cubicBezTo>
                  <a:cubicBezTo>
                    <a:pt x="3" y="9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7" name="Freeform 274">
              <a:extLst>
                <a:ext uri="{FF2B5EF4-FFF2-40B4-BE49-F238E27FC236}">
                  <a16:creationId xmlns:a16="http://schemas.microsoft.com/office/drawing/2014/main" id="{A51398D3-4142-4A8A-BC4C-1AFFFF3B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097"/>
              <a:ext cx="24" cy="17"/>
            </a:xfrm>
            <a:custGeom>
              <a:avLst/>
              <a:gdLst>
                <a:gd name="T0" fmla="*/ 5 w 15"/>
                <a:gd name="T1" fmla="*/ 34 h 10"/>
                <a:gd name="T2" fmla="*/ 29 w 15"/>
                <a:gd name="T3" fmla="*/ 9 h 10"/>
                <a:gd name="T4" fmla="*/ 56 w 15"/>
                <a:gd name="T5" fmla="*/ 15 h 10"/>
                <a:gd name="T6" fmla="*/ 35 w 15"/>
                <a:gd name="T7" fmla="*/ 44 h 10"/>
                <a:gd name="T8" fmla="*/ 5 w 15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7"/>
                  </a:moveTo>
                  <a:cubicBezTo>
                    <a:pt x="0" y="6"/>
                    <a:pt x="3" y="3"/>
                    <a:pt x="7" y="2"/>
                  </a:cubicBezTo>
                  <a:cubicBezTo>
                    <a:pt x="10" y="0"/>
                    <a:pt x="14" y="1"/>
                    <a:pt x="14" y="3"/>
                  </a:cubicBezTo>
                  <a:cubicBezTo>
                    <a:pt x="15" y="5"/>
                    <a:pt x="13" y="7"/>
                    <a:pt x="9" y="9"/>
                  </a:cubicBezTo>
                  <a:cubicBezTo>
                    <a:pt x="5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8" name="Freeform 275">
              <a:extLst>
                <a:ext uri="{FF2B5EF4-FFF2-40B4-BE49-F238E27FC236}">
                  <a16:creationId xmlns:a16="http://schemas.microsoft.com/office/drawing/2014/main" id="{063D9B37-B514-4258-9E7D-8C5A9D1E6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071"/>
              <a:ext cx="25" cy="15"/>
            </a:xfrm>
            <a:custGeom>
              <a:avLst/>
              <a:gdLst>
                <a:gd name="T0" fmla="*/ 5 w 15"/>
                <a:gd name="T1" fmla="*/ 33 h 9"/>
                <a:gd name="T2" fmla="*/ 28 w 15"/>
                <a:gd name="T3" fmla="*/ 5 h 9"/>
                <a:gd name="T4" fmla="*/ 63 w 15"/>
                <a:gd name="T5" fmla="*/ 8 h 9"/>
                <a:gd name="T6" fmla="*/ 37 w 15"/>
                <a:gd name="T7" fmla="*/ 37 h 9"/>
                <a:gd name="T8" fmla="*/ 5 w 15"/>
                <a:gd name="T9" fmla="*/ 3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" y="7"/>
                  </a:moveTo>
                  <a:cubicBezTo>
                    <a:pt x="0" y="5"/>
                    <a:pt x="2" y="2"/>
                    <a:pt x="6" y="1"/>
                  </a:cubicBezTo>
                  <a:cubicBezTo>
                    <a:pt x="10" y="0"/>
                    <a:pt x="13" y="0"/>
                    <a:pt x="14" y="2"/>
                  </a:cubicBezTo>
                  <a:cubicBezTo>
                    <a:pt x="15" y="4"/>
                    <a:pt x="12" y="6"/>
                    <a:pt x="8" y="8"/>
                  </a:cubicBezTo>
                  <a:cubicBezTo>
                    <a:pt x="5" y="9"/>
                    <a:pt x="1" y="8"/>
                    <a:pt x="1" y="7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9" name="Freeform 276">
              <a:extLst>
                <a:ext uri="{FF2B5EF4-FFF2-40B4-BE49-F238E27FC236}">
                  <a16:creationId xmlns:a16="http://schemas.microsoft.com/office/drawing/2014/main" id="{0ED0A9E9-B3DA-4DAB-A287-EDC6BD1A2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011"/>
              <a:ext cx="20" cy="19"/>
            </a:xfrm>
            <a:custGeom>
              <a:avLst/>
              <a:gdLst>
                <a:gd name="T0" fmla="*/ 8 w 12"/>
                <a:gd name="T1" fmla="*/ 50 h 11"/>
                <a:gd name="T2" fmla="*/ 20 w 12"/>
                <a:gd name="T3" fmla="*/ 16 h 11"/>
                <a:gd name="T4" fmla="*/ 50 w 12"/>
                <a:gd name="T5" fmla="*/ 5 h 11"/>
                <a:gd name="T6" fmla="*/ 42 w 12"/>
                <a:gd name="T7" fmla="*/ 41 h 11"/>
                <a:gd name="T8" fmla="*/ 8 w 1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2" y="10"/>
                  </a:moveTo>
                  <a:cubicBezTo>
                    <a:pt x="0" y="8"/>
                    <a:pt x="1" y="5"/>
                    <a:pt x="4" y="3"/>
                  </a:cubicBezTo>
                  <a:cubicBezTo>
                    <a:pt x="6" y="0"/>
                    <a:pt x="9" y="0"/>
                    <a:pt x="11" y="1"/>
                  </a:cubicBezTo>
                  <a:cubicBezTo>
                    <a:pt x="12" y="3"/>
                    <a:pt x="11" y="6"/>
                    <a:pt x="9" y="8"/>
                  </a:cubicBezTo>
                  <a:cubicBezTo>
                    <a:pt x="6" y="10"/>
                    <a:pt x="3" y="11"/>
                    <a:pt x="2" y="1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0" name="Freeform 277">
              <a:extLst>
                <a:ext uri="{FF2B5EF4-FFF2-40B4-BE49-F238E27FC236}">
                  <a16:creationId xmlns:a16="http://schemas.microsoft.com/office/drawing/2014/main" id="{817C9484-3975-46C2-92C5-1520CE65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954"/>
              <a:ext cx="16" cy="21"/>
            </a:xfrm>
            <a:custGeom>
              <a:avLst/>
              <a:gdLst>
                <a:gd name="T0" fmla="*/ 5 w 10"/>
                <a:gd name="T1" fmla="*/ 58 h 12"/>
                <a:gd name="T2" fmla="*/ 13 w 10"/>
                <a:gd name="T3" fmla="*/ 21 h 12"/>
                <a:gd name="T4" fmla="*/ 35 w 10"/>
                <a:gd name="T5" fmla="*/ 7 h 12"/>
                <a:gd name="T6" fmla="*/ 29 w 10"/>
                <a:gd name="T7" fmla="*/ 44 h 12"/>
                <a:gd name="T8" fmla="*/ 5 w 10"/>
                <a:gd name="T9" fmla="*/ 5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1" y="11"/>
                  </a:moveTo>
                  <a:cubicBezTo>
                    <a:pt x="0" y="10"/>
                    <a:pt x="1" y="7"/>
                    <a:pt x="3" y="4"/>
                  </a:cubicBezTo>
                  <a:cubicBezTo>
                    <a:pt x="5" y="2"/>
                    <a:pt x="7" y="0"/>
                    <a:pt x="9" y="1"/>
                  </a:cubicBezTo>
                  <a:cubicBezTo>
                    <a:pt x="10" y="2"/>
                    <a:pt x="9" y="5"/>
                    <a:pt x="7" y="8"/>
                  </a:cubicBezTo>
                  <a:cubicBezTo>
                    <a:pt x="5" y="10"/>
                    <a:pt x="2" y="12"/>
                    <a:pt x="1" y="1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1" name="Freeform 278">
              <a:extLst>
                <a:ext uri="{FF2B5EF4-FFF2-40B4-BE49-F238E27FC236}">
                  <a16:creationId xmlns:a16="http://schemas.microsoft.com/office/drawing/2014/main" id="{ECB8E373-634A-44BB-9115-5A04F014B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886"/>
              <a:ext cx="11" cy="21"/>
            </a:xfrm>
            <a:custGeom>
              <a:avLst/>
              <a:gdLst>
                <a:gd name="T0" fmla="*/ 5 w 7"/>
                <a:gd name="T1" fmla="*/ 65 h 12"/>
                <a:gd name="T2" fmla="*/ 5 w 7"/>
                <a:gd name="T3" fmla="*/ 28 h 12"/>
                <a:gd name="T4" fmla="*/ 22 w 7"/>
                <a:gd name="T5" fmla="*/ 7 h 12"/>
                <a:gd name="T6" fmla="*/ 22 w 7"/>
                <a:gd name="T7" fmla="*/ 37 h 12"/>
                <a:gd name="T8" fmla="*/ 5 w 7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1" y="12"/>
                  </a:moveTo>
                  <a:cubicBezTo>
                    <a:pt x="0" y="11"/>
                    <a:pt x="0" y="8"/>
                    <a:pt x="1" y="5"/>
                  </a:cubicBezTo>
                  <a:cubicBezTo>
                    <a:pt x="3" y="2"/>
                    <a:pt x="5" y="0"/>
                    <a:pt x="6" y="1"/>
                  </a:cubicBezTo>
                  <a:cubicBezTo>
                    <a:pt x="7" y="1"/>
                    <a:pt x="7" y="4"/>
                    <a:pt x="6" y="7"/>
                  </a:cubicBezTo>
                  <a:cubicBezTo>
                    <a:pt x="5" y="10"/>
                    <a:pt x="3" y="12"/>
                    <a:pt x="1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2" name="Freeform 279">
              <a:extLst>
                <a:ext uri="{FF2B5EF4-FFF2-40B4-BE49-F238E27FC236}">
                  <a16:creationId xmlns:a16="http://schemas.microsoft.com/office/drawing/2014/main" id="{BF490E33-7FFC-485C-A0E5-D2FD161C6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809"/>
              <a:ext cx="11" cy="23"/>
            </a:xfrm>
            <a:custGeom>
              <a:avLst/>
              <a:gdLst>
                <a:gd name="T0" fmla="*/ 5 w 7"/>
                <a:gd name="T1" fmla="*/ 65 h 13"/>
                <a:gd name="T2" fmla="*/ 5 w 7"/>
                <a:gd name="T3" fmla="*/ 34 h 13"/>
                <a:gd name="T4" fmla="*/ 22 w 7"/>
                <a:gd name="T5" fmla="*/ 7 h 13"/>
                <a:gd name="T6" fmla="*/ 22 w 7"/>
                <a:gd name="T7" fmla="*/ 44 h 13"/>
                <a:gd name="T8" fmla="*/ 5 w 7"/>
                <a:gd name="T9" fmla="*/ 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1" y="12"/>
                  </a:moveTo>
                  <a:cubicBezTo>
                    <a:pt x="0" y="12"/>
                    <a:pt x="0" y="9"/>
                    <a:pt x="1" y="6"/>
                  </a:cubicBezTo>
                  <a:cubicBezTo>
                    <a:pt x="3" y="2"/>
                    <a:pt x="5" y="0"/>
                    <a:pt x="6" y="1"/>
                  </a:cubicBezTo>
                  <a:cubicBezTo>
                    <a:pt x="7" y="2"/>
                    <a:pt x="7" y="5"/>
                    <a:pt x="6" y="8"/>
                  </a:cubicBezTo>
                  <a:cubicBezTo>
                    <a:pt x="5" y="11"/>
                    <a:pt x="2" y="13"/>
                    <a:pt x="1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3" name="Freeform 280">
              <a:extLst>
                <a:ext uri="{FF2B5EF4-FFF2-40B4-BE49-F238E27FC236}">
                  <a16:creationId xmlns:a16="http://schemas.microsoft.com/office/drawing/2014/main" id="{848D8EDD-948F-4712-BB9C-CC7007C6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747"/>
              <a:ext cx="10" cy="21"/>
            </a:xfrm>
            <a:custGeom>
              <a:avLst/>
              <a:gdLst>
                <a:gd name="T0" fmla="*/ 8 w 6"/>
                <a:gd name="T1" fmla="*/ 65 h 12"/>
                <a:gd name="T2" fmla="*/ 5 w 6"/>
                <a:gd name="T3" fmla="*/ 33 h 12"/>
                <a:gd name="T4" fmla="*/ 20 w 6"/>
                <a:gd name="T5" fmla="*/ 0 h 12"/>
                <a:gd name="T6" fmla="*/ 28 w 6"/>
                <a:gd name="T7" fmla="*/ 33 h 12"/>
                <a:gd name="T8" fmla="*/ 8 w 6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2" y="12"/>
                  </a:moveTo>
                  <a:cubicBezTo>
                    <a:pt x="1" y="12"/>
                    <a:pt x="0" y="9"/>
                    <a:pt x="1" y="6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5" y="0"/>
                    <a:pt x="6" y="3"/>
                    <a:pt x="6" y="6"/>
                  </a:cubicBezTo>
                  <a:cubicBezTo>
                    <a:pt x="5" y="9"/>
                    <a:pt x="4" y="12"/>
                    <a:pt x="2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4" name="Freeform 281">
              <a:extLst>
                <a:ext uri="{FF2B5EF4-FFF2-40B4-BE49-F238E27FC236}">
                  <a16:creationId xmlns:a16="http://schemas.microsoft.com/office/drawing/2014/main" id="{773F203C-B0C2-45D9-ABE6-95667DBB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693"/>
              <a:ext cx="5" cy="10"/>
            </a:xfrm>
            <a:custGeom>
              <a:avLst/>
              <a:gdLst>
                <a:gd name="T0" fmla="*/ 8 w 3"/>
                <a:gd name="T1" fmla="*/ 28 h 6"/>
                <a:gd name="T2" fmla="*/ 0 w 3"/>
                <a:gd name="T3" fmla="*/ 13 h 6"/>
                <a:gd name="T4" fmla="*/ 5 w 3"/>
                <a:gd name="T5" fmla="*/ 0 h 6"/>
                <a:gd name="T6" fmla="*/ 13 w 3"/>
                <a:gd name="T7" fmla="*/ 8 h 6"/>
                <a:gd name="T8" fmla="*/ 8 w 3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2" y="6"/>
                    <a:pt x="1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4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5" name="Freeform 282">
              <a:extLst>
                <a:ext uri="{FF2B5EF4-FFF2-40B4-BE49-F238E27FC236}">
                  <a16:creationId xmlns:a16="http://schemas.microsoft.com/office/drawing/2014/main" id="{B30D8D7B-FC57-4374-8696-FA2AD7CDF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653"/>
              <a:ext cx="5" cy="10"/>
            </a:xfrm>
            <a:custGeom>
              <a:avLst/>
              <a:gdLst>
                <a:gd name="T0" fmla="*/ 8 w 3"/>
                <a:gd name="T1" fmla="*/ 28 h 6"/>
                <a:gd name="T2" fmla="*/ 0 w 3"/>
                <a:gd name="T3" fmla="*/ 13 h 6"/>
                <a:gd name="T4" fmla="*/ 5 w 3"/>
                <a:gd name="T5" fmla="*/ 0 h 6"/>
                <a:gd name="T6" fmla="*/ 13 w 3"/>
                <a:gd name="T7" fmla="*/ 8 h 6"/>
                <a:gd name="T8" fmla="*/ 8 w 3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1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6" name="Freeform 283">
              <a:extLst>
                <a:ext uri="{FF2B5EF4-FFF2-40B4-BE49-F238E27FC236}">
                  <a16:creationId xmlns:a16="http://schemas.microsoft.com/office/drawing/2014/main" id="{6E49DE05-6641-444B-BD79-AC06DBAC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535"/>
              <a:ext cx="5" cy="10"/>
            </a:xfrm>
            <a:custGeom>
              <a:avLst/>
              <a:gdLst>
                <a:gd name="T0" fmla="*/ 8 w 3"/>
                <a:gd name="T1" fmla="*/ 28 h 6"/>
                <a:gd name="T2" fmla="*/ 0 w 3"/>
                <a:gd name="T3" fmla="*/ 13 h 6"/>
                <a:gd name="T4" fmla="*/ 5 w 3"/>
                <a:gd name="T5" fmla="*/ 0 h 6"/>
                <a:gd name="T6" fmla="*/ 13 w 3"/>
                <a:gd name="T7" fmla="*/ 13 h 6"/>
                <a:gd name="T8" fmla="*/ 8 w 3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1" y="5"/>
                    <a:pt x="0" y="3"/>
                  </a:cubicBezTo>
                  <a:cubicBezTo>
                    <a:pt x="0" y="2"/>
                    <a:pt x="0" y="0"/>
                    <a:pt x="1" y="0"/>
                  </a:cubicBezTo>
                  <a:cubicBezTo>
                    <a:pt x="1" y="0"/>
                    <a:pt x="2" y="1"/>
                    <a:pt x="3" y="3"/>
                  </a:cubicBezTo>
                  <a:cubicBezTo>
                    <a:pt x="3" y="4"/>
                    <a:pt x="3" y="6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7" name="Freeform 284">
              <a:extLst>
                <a:ext uri="{FF2B5EF4-FFF2-40B4-BE49-F238E27FC236}">
                  <a16:creationId xmlns:a16="http://schemas.microsoft.com/office/drawing/2014/main" id="{76F01B85-BBE9-4C14-9B08-87B597987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588"/>
              <a:ext cx="13" cy="23"/>
            </a:xfrm>
            <a:custGeom>
              <a:avLst/>
              <a:gdLst>
                <a:gd name="T0" fmla="*/ 29 w 8"/>
                <a:gd name="T1" fmla="*/ 65 h 13"/>
                <a:gd name="T2" fmla="*/ 8 w 8"/>
                <a:gd name="T3" fmla="*/ 37 h 13"/>
                <a:gd name="T4" fmla="*/ 5 w 8"/>
                <a:gd name="T5" fmla="*/ 0 h 13"/>
                <a:gd name="T6" fmla="*/ 26 w 8"/>
                <a:gd name="T7" fmla="*/ 28 h 13"/>
                <a:gd name="T8" fmla="*/ 29 w 8"/>
                <a:gd name="T9" fmla="*/ 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7" y="12"/>
                  </a:moveTo>
                  <a:cubicBezTo>
                    <a:pt x="6" y="13"/>
                    <a:pt x="3" y="10"/>
                    <a:pt x="2" y="7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4" y="2"/>
                    <a:pt x="6" y="5"/>
                  </a:cubicBezTo>
                  <a:cubicBezTo>
                    <a:pt x="7" y="9"/>
                    <a:pt x="8" y="12"/>
                    <a:pt x="7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8" name="Freeform 285">
              <a:extLst>
                <a:ext uri="{FF2B5EF4-FFF2-40B4-BE49-F238E27FC236}">
                  <a16:creationId xmlns:a16="http://schemas.microsoft.com/office/drawing/2014/main" id="{25B850BB-8706-492E-9F85-CE1FAEACF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493"/>
              <a:ext cx="17" cy="21"/>
            </a:xfrm>
            <a:custGeom>
              <a:avLst/>
              <a:gdLst>
                <a:gd name="T0" fmla="*/ 36 w 11"/>
                <a:gd name="T1" fmla="*/ 65 h 12"/>
                <a:gd name="T2" fmla="*/ 12 w 11"/>
                <a:gd name="T3" fmla="*/ 44 h 12"/>
                <a:gd name="T4" fmla="*/ 5 w 11"/>
                <a:gd name="T5" fmla="*/ 7 h 12"/>
                <a:gd name="T6" fmla="*/ 26 w 11"/>
                <a:gd name="T7" fmla="*/ 28 h 12"/>
                <a:gd name="T8" fmla="*/ 36 w 11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10" y="12"/>
                  </a:moveTo>
                  <a:cubicBezTo>
                    <a:pt x="8" y="12"/>
                    <a:pt x="6" y="11"/>
                    <a:pt x="3" y="8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5" y="2"/>
                    <a:pt x="7" y="5"/>
                  </a:cubicBezTo>
                  <a:cubicBezTo>
                    <a:pt x="10" y="8"/>
                    <a:pt x="11" y="11"/>
                    <a:pt x="10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9" name="Freeform 286">
              <a:extLst>
                <a:ext uri="{FF2B5EF4-FFF2-40B4-BE49-F238E27FC236}">
                  <a16:creationId xmlns:a16="http://schemas.microsoft.com/office/drawing/2014/main" id="{469EB812-B3C0-4268-99A5-CC111CACF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448"/>
              <a:ext cx="20" cy="19"/>
            </a:xfrm>
            <a:custGeom>
              <a:avLst/>
              <a:gdLst>
                <a:gd name="T0" fmla="*/ 50 w 12"/>
                <a:gd name="T1" fmla="*/ 50 h 11"/>
                <a:gd name="T2" fmla="*/ 20 w 12"/>
                <a:gd name="T3" fmla="*/ 41 h 11"/>
                <a:gd name="T4" fmla="*/ 5 w 12"/>
                <a:gd name="T5" fmla="*/ 5 h 11"/>
                <a:gd name="T6" fmla="*/ 37 w 12"/>
                <a:gd name="T7" fmla="*/ 16 h 11"/>
                <a:gd name="T8" fmla="*/ 50 w 1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1" y="10"/>
                  </a:moveTo>
                  <a:cubicBezTo>
                    <a:pt x="10" y="11"/>
                    <a:pt x="7" y="10"/>
                    <a:pt x="4" y="8"/>
                  </a:cubicBezTo>
                  <a:cubicBezTo>
                    <a:pt x="2" y="5"/>
                    <a:pt x="0" y="2"/>
                    <a:pt x="1" y="1"/>
                  </a:cubicBezTo>
                  <a:cubicBezTo>
                    <a:pt x="2" y="0"/>
                    <a:pt x="5" y="1"/>
                    <a:pt x="8" y="3"/>
                  </a:cubicBezTo>
                  <a:cubicBezTo>
                    <a:pt x="11" y="6"/>
                    <a:pt x="12" y="8"/>
                    <a:pt x="11" y="1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0" name="Freeform 287">
              <a:extLst>
                <a:ext uri="{FF2B5EF4-FFF2-40B4-BE49-F238E27FC236}">
                  <a16:creationId xmlns:a16="http://schemas.microsoft.com/office/drawing/2014/main" id="{B21B3C40-5EC5-4B11-8054-4231B7130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414"/>
              <a:ext cx="18" cy="18"/>
            </a:xfrm>
            <a:custGeom>
              <a:avLst/>
              <a:gdLst>
                <a:gd name="T0" fmla="*/ 43 w 11"/>
                <a:gd name="T1" fmla="*/ 45 h 10"/>
                <a:gd name="T2" fmla="*/ 18 w 11"/>
                <a:gd name="T3" fmla="*/ 41 h 10"/>
                <a:gd name="T4" fmla="*/ 5 w 11"/>
                <a:gd name="T5" fmla="*/ 7 h 10"/>
                <a:gd name="T6" fmla="*/ 29 w 11"/>
                <a:gd name="T7" fmla="*/ 16 h 10"/>
                <a:gd name="T8" fmla="*/ 43 w 11"/>
                <a:gd name="T9" fmla="*/ 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8"/>
                  </a:moveTo>
                  <a:cubicBezTo>
                    <a:pt x="9" y="10"/>
                    <a:pt x="6" y="9"/>
                    <a:pt x="4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1" y="0"/>
                    <a:pt x="4" y="1"/>
                    <a:pt x="7" y="3"/>
                  </a:cubicBezTo>
                  <a:cubicBezTo>
                    <a:pt x="9" y="5"/>
                    <a:pt x="11" y="7"/>
                    <a:pt x="10" y="8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1" name="Freeform 288">
              <a:extLst>
                <a:ext uri="{FF2B5EF4-FFF2-40B4-BE49-F238E27FC236}">
                  <a16:creationId xmlns:a16="http://schemas.microsoft.com/office/drawing/2014/main" id="{BF6C7AF7-37F9-4FC3-BD01-F1B9EE3ED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387"/>
              <a:ext cx="20" cy="12"/>
            </a:xfrm>
            <a:custGeom>
              <a:avLst/>
              <a:gdLst>
                <a:gd name="T0" fmla="*/ 50 w 12"/>
                <a:gd name="T1" fmla="*/ 26 h 7"/>
                <a:gd name="T2" fmla="*/ 22 w 12"/>
                <a:gd name="T3" fmla="*/ 29 h 7"/>
                <a:gd name="T4" fmla="*/ 0 w 12"/>
                <a:gd name="T5" fmla="*/ 5 h 7"/>
                <a:gd name="T6" fmla="*/ 33 w 12"/>
                <a:gd name="T7" fmla="*/ 5 h 7"/>
                <a:gd name="T8" fmla="*/ 50 w 12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1" y="5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5"/>
                    <a:pt x="0" y="3"/>
                    <a:pt x="0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1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2" name="Freeform 289">
              <a:extLst>
                <a:ext uri="{FF2B5EF4-FFF2-40B4-BE49-F238E27FC236}">
                  <a16:creationId xmlns:a16="http://schemas.microsoft.com/office/drawing/2014/main" id="{04E5EA4D-26AC-4C50-A8D7-71FCF63D3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367"/>
              <a:ext cx="20" cy="13"/>
            </a:xfrm>
            <a:custGeom>
              <a:avLst/>
              <a:gdLst>
                <a:gd name="T0" fmla="*/ 55 w 12"/>
                <a:gd name="T1" fmla="*/ 32 h 7"/>
                <a:gd name="T2" fmla="*/ 22 w 12"/>
                <a:gd name="T3" fmla="*/ 37 h 7"/>
                <a:gd name="T4" fmla="*/ 5 w 12"/>
                <a:gd name="T5" fmla="*/ 7 h 7"/>
                <a:gd name="T6" fmla="*/ 33 w 12"/>
                <a:gd name="T7" fmla="*/ 7 h 7"/>
                <a:gd name="T8" fmla="*/ 55 w 12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5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3" name="Freeform 290">
              <a:extLst>
                <a:ext uri="{FF2B5EF4-FFF2-40B4-BE49-F238E27FC236}">
                  <a16:creationId xmlns:a16="http://schemas.microsoft.com/office/drawing/2014/main" id="{026F3A4E-1FD1-4C09-A09B-2A5CFE5B5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2361"/>
              <a:ext cx="20" cy="13"/>
            </a:xfrm>
            <a:custGeom>
              <a:avLst/>
              <a:gdLst>
                <a:gd name="T0" fmla="*/ 55 w 12"/>
                <a:gd name="T1" fmla="*/ 18 h 8"/>
                <a:gd name="T2" fmla="*/ 28 w 12"/>
                <a:gd name="T3" fmla="*/ 34 h 8"/>
                <a:gd name="T4" fmla="*/ 0 w 12"/>
                <a:gd name="T5" fmla="*/ 21 h 8"/>
                <a:gd name="T6" fmla="*/ 28 w 12"/>
                <a:gd name="T7" fmla="*/ 5 h 8"/>
                <a:gd name="T8" fmla="*/ 55 w 12"/>
                <a:gd name="T9" fmla="*/ 1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2" y="4"/>
                  </a:moveTo>
                  <a:cubicBezTo>
                    <a:pt x="12" y="6"/>
                    <a:pt x="10" y="8"/>
                    <a:pt x="6" y="8"/>
                  </a:cubicBezTo>
                  <a:cubicBezTo>
                    <a:pt x="3" y="8"/>
                    <a:pt x="0" y="7"/>
                    <a:pt x="0" y="5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4" name="Freeform 291">
              <a:extLst>
                <a:ext uri="{FF2B5EF4-FFF2-40B4-BE49-F238E27FC236}">
                  <a16:creationId xmlns:a16="http://schemas.microsoft.com/office/drawing/2014/main" id="{709FBFE9-3356-472E-90D8-32EE1E640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376"/>
              <a:ext cx="28" cy="16"/>
            </a:xfrm>
            <a:custGeom>
              <a:avLst/>
              <a:gdLst>
                <a:gd name="T0" fmla="*/ 71 w 17"/>
                <a:gd name="T1" fmla="*/ 16 h 9"/>
                <a:gd name="T2" fmla="*/ 41 w 17"/>
                <a:gd name="T3" fmla="*/ 44 h 9"/>
                <a:gd name="T4" fmla="*/ 0 w 17"/>
                <a:gd name="T5" fmla="*/ 37 h 9"/>
                <a:gd name="T6" fmla="*/ 33 w 17"/>
                <a:gd name="T7" fmla="*/ 7 h 9"/>
                <a:gd name="T8" fmla="*/ 71 w 17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5"/>
                    <a:pt x="13" y="7"/>
                    <a:pt x="9" y="8"/>
                  </a:cubicBezTo>
                  <a:cubicBezTo>
                    <a:pt x="5" y="9"/>
                    <a:pt x="1" y="9"/>
                    <a:pt x="0" y="7"/>
                  </a:cubicBez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5" name="Freeform 292">
              <a:extLst>
                <a:ext uri="{FF2B5EF4-FFF2-40B4-BE49-F238E27FC236}">
                  <a16:creationId xmlns:a16="http://schemas.microsoft.com/office/drawing/2014/main" id="{D3A7EA3B-5989-4A4B-8484-6CB23038D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425"/>
              <a:ext cx="23" cy="17"/>
            </a:xfrm>
            <a:custGeom>
              <a:avLst/>
              <a:gdLst>
                <a:gd name="T0" fmla="*/ 58 w 14"/>
                <a:gd name="T1" fmla="*/ 5 h 10"/>
                <a:gd name="T2" fmla="*/ 41 w 14"/>
                <a:gd name="T3" fmla="*/ 34 h 10"/>
                <a:gd name="T4" fmla="*/ 5 w 14"/>
                <a:gd name="T5" fmla="*/ 44 h 10"/>
                <a:gd name="T6" fmla="*/ 21 w 14"/>
                <a:gd name="T7" fmla="*/ 9 h 10"/>
                <a:gd name="T8" fmla="*/ 58 w 14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3" y="1"/>
                  </a:moveTo>
                  <a:cubicBezTo>
                    <a:pt x="14" y="3"/>
                    <a:pt x="12" y="5"/>
                    <a:pt x="9" y="7"/>
                  </a:cubicBezTo>
                  <a:cubicBezTo>
                    <a:pt x="6" y="9"/>
                    <a:pt x="2" y="10"/>
                    <a:pt x="1" y="9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9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6" name="Freeform 293">
              <a:extLst>
                <a:ext uri="{FF2B5EF4-FFF2-40B4-BE49-F238E27FC236}">
                  <a16:creationId xmlns:a16="http://schemas.microsoft.com/office/drawing/2014/main" id="{40540180-FA8A-4D0A-8C88-0624CA495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475"/>
              <a:ext cx="17" cy="19"/>
            </a:xfrm>
            <a:custGeom>
              <a:avLst/>
              <a:gdLst>
                <a:gd name="T0" fmla="*/ 44 w 10"/>
                <a:gd name="T1" fmla="*/ 5 h 11"/>
                <a:gd name="T2" fmla="*/ 34 w 10"/>
                <a:gd name="T3" fmla="*/ 36 h 11"/>
                <a:gd name="T4" fmla="*/ 5 w 10"/>
                <a:gd name="T5" fmla="*/ 50 h 11"/>
                <a:gd name="T6" fmla="*/ 15 w 10"/>
                <a:gd name="T7" fmla="*/ 21 h 11"/>
                <a:gd name="T8" fmla="*/ 44 w 10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1"/>
                  </a:moveTo>
                  <a:cubicBezTo>
                    <a:pt x="10" y="2"/>
                    <a:pt x="9" y="5"/>
                    <a:pt x="7" y="7"/>
                  </a:cubicBezTo>
                  <a:cubicBezTo>
                    <a:pt x="5" y="10"/>
                    <a:pt x="2" y="11"/>
                    <a:pt x="1" y="10"/>
                  </a:cubicBezTo>
                  <a:cubicBezTo>
                    <a:pt x="0" y="9"/>
                    <a:pt x="1" y="6"/>
                    <a:pt x="3" y="4"/>
                  </a:cubicBezTo>
                  <a:cubicBezTo>
                    <a:pt x="5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7" name="Freeform 294">
              <a:extLst>
                <a:ext uri="{FF2B5EF4-FFF2-40B4-BE49-F238E27FC236}">
                  <a16:creationId xmlns:a16="http://schemas.microsoft.com/office/drawing/2014/main" id="{8762DA99-6A92-4FF0-A5B9-D28127424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517"/>
              <a:ext cx="14" cy="16"/>
            </a:xfrm>
            <a:custGeom>
              <a:avLst/>
              <a:gdLst>
                <a:gd name="T0" fmla="*/ 30 w 9"/>
                <a:gd name="T1" fmla="*/ 7 h 9"/>
                <a:gd name="T2" fmla="*/ 22 w 9"/>
                <a:gd name="T3" fmla="*/ 36 h 9"/>
                <a:gd name="T4" fmla="*/ 5 w 9"/>
                <a:gd name="T5" fmla="*/ 44 h 9"/>
                <a:gd name="T6" fmla="*/ 12 w 9"/>
                <a:gd name="T7" fmla="*/ 16 h 9"/>
                <a:gd name="T8" fmla="*/ 30 w 9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1"/>
                  </a:moveTo>
                  <a:cubicBezTo>
                    <a:pt x="9" y="1"/>
                    <a:pt x="8" y="4"/>
                    <a:pt x="6" y="6"/>
                  </a:cubicBezTo>
                  <a:cubicBezTo>
                    <a:pt x="4" y="8"/>
                    <a:pt x="2" y="9"/>
                    <a:pt x="1" y="8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8" name="Freeform 295">
              <a:extLst>
                <a:ext uri="{FF2B5EF4-FFF2-40B4-BE49-F238E27FC236}">
                  <a16:creationId xmlns:a16="http://schemas.microsoft.com/office/drawing/2014/main" id="{3D66CF49-DBA6-486F-B89A-C68CCDFF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590"/>
              <a:ext cx="16" cy="30"/>
            </a:xfrm>
            <a:custGeom>
              <a:avLst/>
              <a:gdLst>
                <a:gd name="T0" fmla="*/ 29 w 10"/>
                <a:gd name="T1" fmla="*/ 7 h 17"/>
                <a:gd name="T2" fmla="*/ 35 w 10"/>
                <a:gd name="T3" fmla="*/ 56 h 17"/>
                <a:gd name="T4" fmla="*/ 13 w 10"/>
                <a:gd name="T5" fmla="*/ 86 h 17"/>
                <a:gd name="T6" fmla="*/ 5 w 10"/>
                <a:gd name="T7" fmla="*/ 37 h 17"/>
                <a:gd name="T8" fmla="*/ 29 w 10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7">
                  <a:moveTo>
                    <a:pt x="7" y="1"/>
                  </a:moveTo>
                  <a:cubicBezTo>
                    <a:pt x="9" y="1"/>
                    <a:pt x="10" y="5"/>
                    <a:pt x="9" y="10"/>
                  </a:cubicBezTo>
                  <a:cubicBezTo>
                    <a:pt x="8" y="14"/>
                    <a:pt x="5" y="17"/>
                    <a:pt x="3" y="16"/>
                  </a:cubicBezTo>
                  <a:cubicBezTo>
                    <a:pt x="1" y="16"/>
                    <a:pt x="0" y="12"/>
                    <a:pt x="1" y="7"/>
                  </a:cubicBezTo>
                  <a:cubicBezTo>
                    <a:pt x="2" y="3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9" name="Freeform 296">
              <a:extLst>
                <a:ext uri="{FF2B5EF4-FFF2-40B4-BE49-F238E27FC236}">
                  <a16:creationId xmlns:a16="http://schemas.microsoft.com/office/drawing/2014/main" id="{7DE4E476-2CFA-4656-836E-35B3AF8AA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121"/>
              <a:ext cx="37" cy="17"/>
            </a:xfrm>
            <a:custGeom>
              <a:avLst/>
              <a:gdLst>
                <a:gd name="T0" fmla="*/ 5 w 23"/>
                <a:gd name="T1" fmla="*/ 29 h 10"/>
                <a:gd name="T2" fmla="*/ 47 w 23"/>
                <a:gd name="T3" fmla="*/ 5 h 10"/>
                <a:gd name="T4" fmla="*/ 90 w 23"/>
                <a:gd name="T5" fmla="*/ 20 h 10"/>
                <a:gd name="T6" fmla="*/ 50 w 23"/>
                <a:gd name="T7" fmla="*/ 49 h 10"/>
                <a:gd name="T8" fmla="*/ 5 w 23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1" y="6"/>
                  </a:moveTo>
                  <a:cubicBezTo>
                    <a:pt x="0" y="3"/>
                    <a:pt x="5" y="1"/>
                    <a:pt x="11" y="1"/>
                  </a:cubicBezTo>
                  <a:cubicBezTo>
                    <a:pt x="17" y="0"/>
                    <a:pt x="22" y="2"/>
                    <a:pt x="22" y="4"/>
                  </a:cubicBezTo>
                  <a:cubicBezTo>
                    <a:pt x="23" y="7"/>
                    <a:pt x="18" y="9"/>
                    <a:pt x="12" y="10"/>
                  </a:cubicBezTo>
                  <a:cubicBezTo>
                    <a:pt x="6" y="10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0" name="Freeform 297">
              <a:extLst>
                <a:ext uri="{FF2B5EF4-FFF2-40B4-BE49-F238E27FC236}">
                  <a16:creationId xmlns:a16="http://schemas.microsoft.com/office/drawing/2014/main" id="{2DE22500-7DDF-4575-9E5E-4AC54F51E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069"/>
              <a:ext cx="37" cy="26"/>
            </a:xfrm>
            <a:custGeom>
              <a:avLst/>
              <a:gdLst>
                <a:gd name="T0" fmla="*/ 5 w 23"/>
                <a:gd name="T1" fmla="*/ 9 h 15"/>
                <a:gd name="T2" fmla="*/ 60 w 23"/>
                <a:gd name="T3" fmla="*/ 16 h 15"/>
                <a:gd name="T4" fmla="*/ 88 w 23"/>
                <a:gd name="T5" fmla="*/ 69 h 15"/>
                <a:gd name="T6" fmla="*/ 37 w 23"/>
                <a:gd name="T7" fmla="*/ 62 h 15"/>
                <a:gd name="T8" fmla="*/ 5 w 23"/>
                <a:gd name="T9" fmla="*/ 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1" y="2"/>
                  </a:moveTo>
                  <a:cubicBezTo>
                    <a:pt x="3" y="0"/>
                    <a:pt x="8" y="0"/>
                    <a:pt x="14" y="3"/>
                  </a:cubicBezTo>
                  <a:cubicBezTo>
                    <a:pt x="19" y="6"/>
                    <a:pt x="23" y="11"/>
                    <a:pt x="21" y="13"/>
                  </a:cubicBezTo>
                  <a:cubicBezTo>
                    <a:pt x="20" y="15"/>
                    <a:pt x="14" y="15"/>
                    <a:pt x="9" y="12"/>
                  </a:cubicBezTo>
                  <a:cubicBezTo>
                    <a:pt x="4" y="9"/>
                    <a:pt x="0" y="5"/>
                    <a:pt x="1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3" name="Artery-Cross-Section-Atheroma-Plaque">
            <a:extLst>
              <a:ext uri="{FF2B5EF4-FFF2-40B4-BE49-F238E27FC236}">
                <a16:creationId xmlns:a16="http://schemas.microsoft.com/office/drawing/2014/main" id="{2AE7E779-3BB0-42F0-8A17-1D989FF91720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4132263"/>
            <a:ext cx="1495425" cy="1592262"/>
            <a:chOff x="1824" y="2256"/>
            <a:chExt cx="942" cy="1003"/>
          </a:xfrm>
        </p:grpSpPr>
        <p:grpSp>
          <p:nvGrpSpPr>
            <p:cNvPr id="104957" name="Group 299">
              <a:extLst>
                <a:ext uri="{FF2B5EF4-FFF2-40B4-BE49-F238E27FC236}">
                  <a16:creationId xmlns:a16="http://schemas.microsoft.com/office/drawing/2014/main" id="{2F7D4F69-76E6-48F3-9E78-C711329529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4" y="2256"/>
              <a:ext cx="940" cy="1003"/>
              <a:chOff x="1824" y="2256"/>
              <a:chExt cx="940" cy="1003"/>
            </a:xfrm>
          </p:grpSpPr>
          <p:sp>
            <p:nvSpPr>
              <p:cNvPr id="105077" name="Oval 300">
                <a:extLst>
                  <a:ext uri="{FF2B5EF4-FFF2-40B4-BE49-F238E27FC236}">
                    <a16:creationId xmlns:a16="http://schemas.microsoft.com/office/drawing/2014/main" id="{83049C2C-4725-495D-972E-B701ABC97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2311"/>
                <a:ext cx="829" cy="884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5078" name="Freeform 301">
                <a:extLst>
                  <a:ext uri="{FF2B5EF4-FFF2-40B4-BE49-F238E27FC236}">
                    <a16:creationId xmlns:a16="http://schemas.microsoft.com/office/drawing/2014/main" id="{BF60A367-8F0E-4E59-BAC5-845BD84EED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6" y="2270"/>
                <a:ext cx="915" cy="976"/>
              </a:xfrm>
              <a:custGeom>
                <a:avLst/>
                <a:gdLst>
                  <a:gd name="T0" fmla="*/ 1258 w 552"/>
                  <a:gd name="T1" fmla="*/ 0 h 552"/>
                  <a:gd name="T2" fmla="*/ 0 w 552"/>
                  <a:gd name="T3" fmla="*/ 1526 h 552"/>
                  <a:gd name="T4" fmla="*/ 1258 w 552"/>
                  <a:gd name="T5" fmla="*/ 3052 h 552"/>
                  <a:gd name="T6" fmla="*/ 2515 w 552"/>
                  <a:gd name="T7" fmla="*/ 1526 h 552"/>
                  <a:gd name="T8" fmla="*/ 1258 w 552"/>
                  <a:gd name="T9" fmla="*/ 0 h 552"/>
                  <a:gd name="T10" fmla="*/ 2055 w 552"/>
                  <a:gd name="T11" fmla="*/ 2260 h 552"/>
                  <a:gd name="T12" fmla="*/ 1248 w 552"/>
                  <a:gd name="T13" fmla="*/ 2132 h 552"/>
                  <a:gd name="T14" fmla="*/ 492 w 552"/>
                  <a:gd name="T15" fmla="*/ 2304 h 552"/>
                  <a:gd name="T16" fmla="*/ 259 w 552"/>
                  <a:gd name="T17" fmla="*/ 1526 h 552"/>
                  <a:gd name="T18" fmla="*/ 1258 w 552"/>
                  <a:gd name="T19" fmla="*/ 309 h 552"/>
                  <a:gd name="T20" fmla="*/ 2259 w 552"/>
                  <a:gd name="T21" fmla="*/ 1526 h 552"/>
                  <a:gd name="T22" fmla="*/ 2055 w 552"/>
                  <a:gd name="T23" fmla="*/ 2260 h 5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3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9" y="552"/>
                      <a:pt x="552" y="428"/>
                      <a:pt x="552" y="276"/>
                    </a:cubicBezTo>
                    <a:cubicBezTo>
                      <a:pt x="552" y="123"/>
                      <a:pt x="429" y="0"/>
                      <a:pt x="276" y="0"/>
                    </a:cubicBezTo>
                    <a:close/>
                    <a:moveTo>
                      <a:pt x="451" y="409"/>
                    </a:moveTo>
                    <a:cubicBezTo>
                      <a:pt x="417" y="450"/>
                      <a:pt x="345" y="386"/>
                      <a:pt x="274" y="386"/>
                    </a:cubicBezTo>
                    <a:cubicBezTo>
                      <a:pt x="206" y="386"/>
                      <a:pt x="134" y="448"/>
                      <a:pt x="108" y="417"/>
                    </a:cubicBezTo>
                    <a:cubicBezTo>
                      <a:pt x="76" y="378"/>
                      <a:pt x="57" y="329"/>
                      <a:pt x="57" y="276"/>
                    </a:cubicBezTo>
                    <a:cubicBezTo>
                      <a:pt x="57" y="155"/>
                      <a:pt x="155" y="56"/>
                      <a:pt x="276" y="56"/>
                    </a:cubicBezTo>
                    <a:cubicBezTo>
                      <a:pt x="397" y="56"/>
                      <a:pt x="496" y="155"/>
                      <a:pt x="496" y="276"/>
                    </a:cubicBezTo>
                    <a:cubicBezTo>
                      <a:pt x="496" y="326"/>
                      <a:pt x="480" y="373"/>
                      <a:pt x="451" y="409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79" name="Freeform 302">
                <a:extLst>
                  <a:ext uri="{FF2B5EF4-FFF2-40B4-BE49-F238E27FC236}">
                    <a16:creationId xmlns:a16="http://schemas.microsoft.com/office/drawing/2014/main" id="{C9236F9A-AA20-4DA1-B5F4-52FC7DA3FC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9" y="2316"/>
                <a:ext cx="829" cy="884"/>
              </a:xfrm>
              <a:custGeom>
                <a:avLst/>
                <a:gdLst>
                  <a:gd name="T0" fmla="*/ 1141 w 500"/>
                  <a:gd name="T1" fmla="*/ 0 h 500"/>
                  <a:gd name="T2" fmla="*/ 0 w 500"/>
                  <a:gd name="T3" fmla="*/ 1381 h 500"/>
                  <a:gd name="T4" fmla="*/ 1141 w 500"/>
                  <a:gd name="T5" fmla="*/ 2763 h 500"/>
                  <a:gd name="T6" fmla="*/ 2278 w 500"/>
                  <a:gd name="T7" fmla="*/ 1381 h 500"/>
                  <a:gd name="T8" fmla="*/ 1141 w 500"/>
                  <a:gd name="T9" fmla="*/ 0 h 500"/>
                  <a:gd name="T10" fmla="*/ 1141 w 500"/>
                  <a:gd name="T11" fmla="*/ 2657 h 500"/>
                  <a:gd name="T12" fmla="*/ 88 w 500"/>
                  <a:gd name="T13" fmla="*/ 1381 h 500"/>
                  <a:gd name="T14" fmla="*/ 1141 w 500"/>
                  <a:gd name="T15" fmla="*/ 101 h 500"/>
                  <a:gd name="T16" fmla="*/ 2197 w 500"/>
                  <a:gd name="T17" fmla="*/ 1381 h 500"/>
                  <a:gd name="T18" fmla="*/ 1141 w 500"/>
                  <a:gd name="T19" fmla="*/ 2657 h 5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0" h="500">
                    <a:moveTo>
                      <a:pt x="250" y="0"/>
                    </a:moveTo>
                    <a:cubicBezTo>
                      <a:pt x="112" y="0"/>
                      <a:pt x="0" y="112"/>
                      <a:pt x="0" y="250"/>
                    </a:cubicBezTo>
                    <a:cubicBezTo>
                      <a:pt x="0" y="388"/>
                      <a:pt x="112" y="500"/>
                      <a:pt x="250" y="500"/>
                    </a:cubicBezTo>
                    <a:cubicBezTo>
                      <a:pt x="388" y="500"/>
                      <a:pt x="500" y="388"/>
                      <a:pt x="500" y="250"/>
                    </a:cubicBezTo>
                    <a:cubicBezTo>
                      <a:pt x="500" y="112"/>
                      <a:pt x="388" y="0"/>
                      <a:pt x="250" y="0"/>
                    </a:cubicBezTo>
                    <a:close/>
                    <a:moveTo>
                      <a:pt x="250" y="481"/>
                    </a:moveTo>
                    <a:cubicBezTo>
                      <a:pt x="123" y="481"/>
                      <a:pt x="19" y="378"/>
                      <a:pt x="19" y="250"/>
                    </a:cubicBezTo>
                    <a:cubicBezTo>
                      <a:pt x="19" y="122"/>
                      <a:pt x="123" y="18"/>
                      <a:pt x="250" y="18"/>
                    </a:cubicBezTo>
                    <a:cubicBezTo>
                      <a:pt x="378" y="18"/>
                      <a:pt x="482" y="122"/>
                      <a:pt x="482" y="250"/>
                    </a:cubicBezTo>
                    <a:cubicBezTo>
                      <a:pt x="482" y="378"/>
                      <a:pt x="378" y="481"/>
                      <a:pt x="250" y="481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80" name="Freeform 303">
                <a:extLst>
                  <a:ext uri="{FF2B5EF4-FFF2-40B4-BE49-F238E27FC236}">
                    <a16:creationId xmlns:a16="http://schemas.microsoft.com/office/drawing/2014/main" id="{7A4D7D17-32F5-4576-BA48-A0C0E467C3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24" y="2256"/>
                <a:ext cx="940" cy="1003"/>
              </a:xfrm>
              <a:custGeom>
                <a:avLst/>
                <a:gdLst>
                  <a:gd name="T0" fmla="*/ 1290 w 567"/>
                  <a:gd name="T1" fmla="*/ 0 h 567"/>
                  <a:gd name="T2" fmla="*/ 0 w 567"/>
                  <a:gd name="T3" fmla="*/ 1571 h 567"/>
                  <a:gd name="T4" fmla="*/ 1290 w 567"/>
                  <a:gd name="T5" fmla="*/ 3138 h 567"/>
                  <a:gd name="T6" fmla="*/ 2583 w 567"/>
                  <a:gd name="T7" fmla="*/ 1571 h 567"/>
                  <a:gd name="T8" fmla="*/ 1290 w 567"/>
                  <a:gd name="T9" fmla="*/ 0 h 567"/>
                  <a:gd name="T10" fmla="*/ 1290 w 567"/>
                  <a:gd name="T11" fmla="*/ 2958 h 567"/>
                  <a:gd name="T12" fmla="*/ 151 w 567"/>
                  <a:gd name="T13" fmla="*/ 1571 h 567"/>
                  <a:gd name="T14" fmla="*/ 1290 w 567"/>
                  <a:gd name="T15" fmla="*/ 188 h 567"/>
                  <a:gd name="T16" fmla="*/ 2430 w 567"/>
                  <a:gd name="T17" fmla="*/ 1571 h 567"/>
                  <a:gd name="T18" fmla="*/ 1290 w 567"/>
                  <a:gd name="T19" fmla="*/ 2958 h 5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7" h="567">
                    <a:moveTo>
                      <a:pt x="283" y="0"/>
                    </a:moveTo>
                    <a:cubicBezTo>
                      <a:pt x="127" y="0"/>
                      <a:pt x="0" y="127"/>
                      <a:pt x="0" y="284"/>
                    </a:cubicBezTo>
                    <a:cubicBezTo>
                      <a:pt x="0" y="440"/>
                      <a:pt x="127" y="567"/>
                      <a:pt x="283" y="567"/>
                    </a:cubicBezTo>
                    <a:cubicBezTo>
                      <a:pt x="440" y="567"/>
                      <a:pt x="567" y="440"/>
                      <a:pt x="567" y="284"/>
                    </a:cubicBezTo>
                    <a:cubicBezTo>
                      <a:pt x="567" y="127"/>
                      <a:pt x="440" y="0"/>
                      <a:pt x="283" y="0"/>
                    </a:cubicBezTo>
                    <a:close/>
                    <a:moveTo>
                      <a:pt x="283" y="534"/>
                    </a:moveTo>
                    <a:cubicBezTo>
                      <a:pt x="145" y="534"/>
                      <a:pt x="33" y="422"/>
                      <a:pt x="33" y="284"/>
                    </a:cubicBezTo>
                    <a:cubicBezTo>
                      <a:pt x="33" y="146"/>
                      <a:pt x="145" y="34"/>
                      <a:pt x="283" y="34"/>
                    </a:cubicBezTo>
                    <a:cubicBezTo>
                      <a:pt x="421" y="34"/>
                      <a:pt x="533" y="146"/>
                      <a:pt x="533" y="284"/>
                    </a:cubicBezTo>
                    <a:cubicBezTo>
                      <a:pt x="533" y="422"/>
                      <a:pt x="421" y="534"/>
                      <a:pt x="283" y="534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81" name="Freeform 304">
                <a:extLst>
                  <a:ext uri="{FF2B5EF4-FFF2-40B4-BE49-F238E27FC236}">
                    <a16:creationId xmlns:a16="http://schemas.microsoft.com/office/drawing/2014/main" id="{17E0BABF-DBC4-4D2A-A7C4-67B24B20B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325"/>
                <a:ext cx="424" cy="813"/>
              </a:xfrm>
              <a:custGeom>
                <a:avLst/>
                <a:gdLst>
                  <a:gd name="T0" fmla="*/ 1163 w 256"/>
                  <a:gd name="T1" fmla="*/ 85 h 460"/>
                  <a:gd name="T2" fmla="*/ 1067 w 256"/>
                  <a:gd name="T3" fmla="*/ 16 h 460"/>
                  <a:gd name="T4" fmla="*/ 969 w 256"/>
                  <a:gd name="T5" fmla="*/ 21 h 460"/>
                  <a:gd name="T6" fmla="*/ 919 w 256"/>
                  <a:gd name="T7" fmla="*/ 57 h 460"/>
                  <a:gd name="T8" fmla="*/ 894 w 256"/>
                  <a:gd name="T9" fmla="*/ 78 h 460"/>
                  <a:gd name="T10" fmla="*/ 878 w 256"/>
                  <a:gd name="T11" fmla="*/ 94 h 460"/>
                  <a:gd name="T12" fmla="*/ 840 w 256"/>
                  <a:gd name="T13" fmla="*/ 78 h 460"/>
                  <a:gd name="T14" fmla="*/ 773 w 256"/>
                  <a:gd name="T15" fmla="*/ 85 h 460"/>
                  <a:gd name="T16" fmla="*/ 686 w 256"/>
                  <a:gd name="T17" fmla="*/ 150 h 460"/>
                  <a:gd name="T18" fmla="*/ 651 w 256"/>
                  <a:gd name="T19" fmla="*/ 171 h 460"/>
                  <a:gd name="T20" fmla="*/ 547 w 256"/>
                  <a:gd name="T21" fmla="*/ 179 h 460"/>
                  <a:gd name="T22" fmla="*/ 469 w 256"/>
                  <a:gd name="T23" fmla="*/ 224 h 460"/>
                  <a:gd name="T24" fmla="*/ 414 w 256"/>
                  <a:gd name="T25" fmla="*/ 346 h 460"/>
                  <a:gd name="T26" fmla="*/ 373 w 256"/>
                  <a:gd name="T27" fmla="*/ 359 h 460"/>
                  <a:gd name="T28" fmla="*/ 323 w 256"/>
                  <a:gd name="T29" fmla="*/ 396 h 460"/>
                  <a:gd name="T30" fmla="*/ 222 w 256"/>
                  <a:gd name="T31" fmla="*/ 581 h 460"/>
                  <a:gd name="T32" fmla="*/ 200 w 256"/>
                  <a:gd name="T33" fmla="*/ 606 h 460"/>
                  <a:gd name="T34" fmla="*/ 151 w 256"/>
                  <a:gd name="T35" fmla="*/ 647 h 460"/>
                  <a:gd name="T36" fmla="*/ 99 w 256"/>
                  <a:gd name="T37" fmla="*/ 756 h 460"/>
                  <a:gd name="T38" fmla="*/ 83 w 256"/>
                  <a:gd name="T39" fmla="*/ 891 h 460"/>
                  <a:gd name="T40" fmla="*/ 33 w 256"/>
                  <a:gd name="T41" fmla="*/ 1009 h 460"/>
                  <a:gd name="T42" fmla="*/ 33 w 256"/>
                  <a:gd name="T43" fmla="*/ 1128 h 460"/>
                  <a:gd name="T44" fmla="*/ 5 w 256"/>
                  <a:gd name="T45" fmla="*/ 1295 h 460"/>
                  <a:gd name="T46" fmla="*/ 5 w 256"/>
                  <a:gd name="T47" fmla="*/ 1389 h 460"/>
                  <a:gd name="T48" fmla="*/ 22 w 256"/>
                  <a:gd name="T49" fmla="*/ 1474 h 460"/>
                  <a:gd name="T50" fmla="*/ 20 w 256"/>
                  <a:gd name="T51" fmla="*/ 1684 h 460"/>
                  <a:gd name="T52" fmla="*/ 50 w 256"/>
                  <a:gd name="T53" fmla="*/ 1762 h 460"/>
                  <a:gd name="T54" fmla="*/ 84 w 256"/>
                  <a:gd name="T55" fmla="*/ 1815 h 460"/>
                  <a:gd name="T56" fmla="*/ 109 w 256"/>
                  <a:gd name="T57" fmla="*/ 1893 h 460"/>
                  <a:gd name="T58" fmla="*/ 164 w 256"/>
                  <a:gd name="T59" fmla="*/ 2048 h 460"/>
                  <a:gd name="T60" fmla="*/ 235 w 256"/>
                  <a:gd name="T61" fmla="*/ 2149 h 460"/>
                  <a:gd name="T62" fmla="*/ 300 w 256"/>
                  <a:gd name="T63" fmla="*/ 2280 h 460"/>
                  <a:gd name="T64" fmla="*/ 359 w 256"/>
                  <a:gd name="T65" fmla="*/ 2340 h 460"/>
                  <a:gd name="T66" fmla="*/ 431 w 256"/>
                  <a:gd name="T67" fmla="*/ 2381 h 460"/>
                  <a:gd name="T68" fmla="*/ 505 w 256"/>
                  <a:gd name="T69" fmla="*/ 2483 h 460"/>
                  <a:gd name="T70" fmla="*/ 581 w 256"/>
                  <a:gd name="T71" fmla="*/ 2527 h 460"/>
                  <a:gd name="T72" fmla="*/ 677 w 256"/>
                  <a:gd name="T73" fmla="*/ 2540 h 46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56" h="460">
                    <a:moveTo>
                      <a:pt x="256" y="15"/>
                    </a:moveTo>
                    <a:cubicBezTo>
                      <a:pt x="252" y="8"/>
                      <a:pt x="242" y="5"/>
                      <a:pt x="235" y="3"/>
                    </a:cubicBezTo>
                    <a:cubicBezTo>
                      <a:pt x="227" y="0"/>
                      <a:pt x="221" y="1"/>
                      <a:pt x="213" y="4"/>
                    </a:cubicBezTo>
                    <a:cubicBezTo>
                      <a:pt x="209" y="6"/>
                      <a:pt x="206" y="7"/>
                      <a:pt x="202" y="10"/>
                    </a:cubicBezTo>
                    <a:cubicBezTo>
                      <a:pt x="200" y="11"/>
                      <a:pt x="199" y="12"/>
                      <a:pt x="197" y="14"/>
                    </a:cubicBezTo>
                    <a:cubicBezTo>
                      <a:pt x="196" y="15"/>
                      <a:pt x="195" y="17"/>
                      <a:pt x="193" y="17"/>
                    </a:cubicBezTo>
                    <a:cubicBezTo>
                      <a:pt x="190" y="18"/>
                      <a:pt x="187" y="15"/>
                      <a:pt x="185" y="14"/>
                    </a:cubicBezTo>
                    <a:cubicBezTo>
                      <a:pt x="180" y="12"/>
                      <a:pt x="175" y="14"/>
                      <a:pt x="170" y="15"/>
                    </a:cubicBezTo>
                    <a:cubicBezTo>
                      <a:pt x="163" y="18"/>
                      <a:pt x="157" y="23"/>
                      <a:pt x="151" y="27"/>
                    </a:cubicBezTo>
                    <a:cubicBezTo>
                      <a:pt x="148" y="29"/>
                      <a:pt x="146" y="31"/>
                      <a:pt x="143" y="31"/>
                    </a:cubicBezTo>
                    <a:cubicBezTo>
                      <a:pt x="135" y="31"/>
                      <a:pt x="127" y="31"/>
                      <a:pt x="120" y="32"/>
                    </a:cubicBezTo>
                    <a:cubicBezTo>
                      <a:pt x="112" y="33"/>
                      <a:pt x="108" y="35"/>
                      <a:pt x="103" y="41"/>
                    </a:cubicBezTo>
                    <a:cubicBezTo>
                      <a:pt x="99" y="48"/>
                      <a:pt x="98" y="59"/>
                      <a:pt x="91" y="63"/>
                    </a:cubicBezTo>
                    <a:cubicBezTo>
                      <a:pt x="89" y="65"/>
                      <a:pt x="85" y="65"/>
                      <a:pt x="82" y="65"/>
                    </a:cubicBezTo>
                    <a:cubicBezTo>
                      <a:pt x="77" y="67"/>
                      <a:pt x="74" y="70"/>
                      <a:pt x="71" y="72"/>
                    </a:cubicBezTo>
                    <a:cubicBezTo>
                      <a:pt x="60" y="81"/>
                      <a:pt x="56" y="94"/>
                      <a:pt x="49" y="105"/>
                    </a:cubicBezTo>
                    <a:cubicBezTo>
                      <a:pt x="47" y="109"/>
                      <a:pt x="47" y="109"/>
                      <a:pt x="44" y="110"/>
                    </a:cubicBezTo>
                    <a:cubicBezTo>
                      <a:pt x="40" y="112"/>
                      <a:pt x="36" y="114"/>
                      <a:pt x="33" y="117"/>
                    </a:cubicBezTo>
                    <a:cubicBezTo>
                      <a:pt x="27" y="122"/>
                      <a:pt x="24" y="130"/>
                      <a:pt x="22" y="137"/>
                    </a:cubicBezTo>
                    <a:cubicBezTo>
                      <a:pt x="21" y="145"/>
                      <a:pt x="23" y="154"/>
                      <a:pt x="18" y="161"/>
                    </a:cubicBezTo>
                    <a:cubicBezTo>
                      <a:pt x="14" y="168"/>
                      <a:pt x="9" y="175"/>
                      <a:pt x="7" y="183"/>
                    </a:cubicBezTo>
                    <a:cubicBezTo>
                      <a:pt x="5" y="190"/>
                      <a:pt x="6" y="197"/>
                      <a:pt x="7" y="204"/>
                    </a:cubicBezTo>
                    <a:cubicBezTo>
                      <a:pt x="8" y="214"/>
                      <a:pt x="3" y="225"/>
                      <a:pt x="1" y="235"/>
                    </a:cubicBezTo>
                    <a:cubicBezTo>
                      <a:pt x="0" y="240"/>
                      <a:pt x="0" y="246"/>
                      <a:pt x="1" y="252"/>
                    </a:cubicBezTo>
                    <a:cubicBezTo>
                      <a:pt x="2" y="257"/>
                      <a:pt x="4" y="262"/>
                      <a:pt x="5" y="267"/>
                    </a:cubicBezTo>
                    <a:cubicBezTo>
                      <a:pt x="6" y="280"/>
                      <a:pt x="2" y="292"/>
                      <a:pt x="4" y="305"/>
                    </a:cubicBezTo>
                    <a:cubicBezTo>
                      <a:pt x="4" y="311"/>
                      <a:pt x="8" y="315"/>
                      <a:pt x="11" y="319"/>
                    </a:cubicBezTo>
                    <a:cubicBezTo>
                      <a:pt x="13" y="321"/>
                      <a:pt x="17" y="326"/>
                      <a:pt x="19" y="329"/>
                    </a:cubicBezTo>
                    <a:cubicBezTo>
                      <a:pt x="21" y="333"/>
                      <a:pt x="22" y="338"/>
                      <a:pt x="24" y="343"/>
                    </a:cubicBezTo>
                    <a:cubicBezTo>
                      <a:pt x="27" y="353"/>
                      <a:pt x="31" y="362"/>
                      <a:pt x="36" y="371"/>
                    </a:cubicBezTo>
                    <a:cubicBezTo>
                      <a:pt x="40" y="379"/>
                      <a:pt x="44" y="384"/>
                      <a:pt x="52" y="389"/>
                    </a:cubicBezTo>
                    <a:cubicBezTo>
                      <a:pt x="59" y="393"/>
                      <a:pt x="62" y="406"/>
                      <a:pt x="66" y="413"/>
                    </a:cubicBezTo>
                    <a:cubicBezTo>
                      <a:pt x="68" y="418"/>
                      <a:pt x="73" y="422"/>
                      <a:pt x="79" y="424"/>
                    </a:cubicBezTo>
                    <a:cubicBezTo>
                      <a:pt x="85" y="426"/>
                      <a:pt x="91" y="425"/>
                      <a:pt x="95" y="431"/>
                    </a:cubicBezTo>
                    <a:cubicBezTo>
                      <a:pt x="100" y="438"/>
                      <a:pt x="105" y="444"/>
                      <a:pt x="111" y="450"/>
                    </a:cubicBezTo>
                    <a:cubicBezTo>
                      <a:pt x="116" y="455"/>
                      <a:pt x="120" y="457"/>
                      <a:pt x="128" y="458"/>
                    </a:cubicBezTo>
                    <a:cubicBezTo>
                      <a:pt x="135" y="459"/>
                      <a:pt x="142" y="460"/>
                      <a:pt x="149" y="46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82" name="Freeform 305">
                <a:extLst>
                  <a:ext uri="{FF2B5EF4-FFF2-40B4-BE49-F238E27FC236}">
                    <a16:creationId xmlns:a16="http://schemas.microsoft.com/office/drawing/2014/main" id="{98C3BCC7-2E97-46C6-A3C5-7199B8F2D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546"/>
                <a:ext cx="30" cy="92"/>
              </a:xfrm>
              <a:custGeom>
                <a:avLst/>
                <a:gdLst>
                  <a:gd name="T0" fmla="*/ 83 w 18"/>
                  <a:gd name="T1" fmla="*/ 0 h 52"/>
                  <a:gd name="T2" fmla="*/ 47 w 18"/>
                  <a:gd name="T3" fmla="*/ 78 h 52"/>
                  <a:gd name="T4" fmla="*/ 13 w 18"/>
                  <a:gd name="T5" fmla="*/ 156 h 52"/>
                  <a:gd name="T6" fmla="*/ 0 w 18"/>
                  <a:gd name="T7" fmla="*/ 28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2">
                    <a:moveTo>
                      <a:pt x="18" y="0"/>
                    </a:moveTo>
                    <a:cubicBezTo>
                      <a:pt x="17" y="5"/>
                      <a:pt x="13" y="10"/>
                      <a:pt x="10" y="14"/>
                    </a:cubicBezTo>
                    <a:cubicBezTo>
                      <a:pt x="8" y="18"/>
                      <a:pt x="5" y="23"/>
                      <a:pt x="3" y="28"/>
                    </a:cubicBezTo>
                    <a:cubicBezTo>
                      <a:pt x="0" y="36"/>
                      <a:pt x="0" y="44"/>
                      <a:pt x="0" y="5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83" name="Freeform 306">
                <a:extLst>
                  <a:ext uri="{FF2B5EF4-FFF2-40B4-BE49-F238E27FC236}">
                    <a16:creationId xmlns:a16="http://schemas.microsoft.com/office/drawing/2014/main" id="{94C626E4-1830-4766-93B1-C2C94A7FF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652"/>
                <a:ext cx="19" cy="105"/>
              </a:xfrm>
              <a:custGeom>
                <a:avLst/>
                <a:gdLst>
                  <a:gd name="T0" fmla="*/ 57 w 11"/>
                  <a:gd name="T1" fmla="*/ 0 h 59"/>
                  <a:gd name="T2" fmla="*/ 16 w 11"/>
                  <a:gd name="T3" fmla="*/ 78 h 59"/>
                  <a:gd name="T4" fmla="*/ 0 w 11"/>
                  <a:gd name="T5" fmla="*/ 196 h 59"/>
                  <a:gd name="T6" fmla="*/ 28 w 11"/>
                  <a:gd name="T7" fmla="*/ 333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9">
                    <a:moveTo>
                      <a:pt x="11" y="0"/>
                    </a:moveTo>
                    <a:cubicBezTo>
                      <a:pt x="11" y="4"/>
                      <a:pt x="5" y="10"/>
                      <a:pt x="3" y="14"/>
                    </a:cubicBezTo>
                    <a:cubicBezTo>
                      <a:pt x="0" y="21"/>
                      <a:pt x="0" y="28"/>
                      <a:pt x="0" y="35"/>
                    </a:cubicBezTo>
                    <a:cubicBezTo>
                      <a:pt x="0" y="44"/>
                      <a:pt x="3" y="52"/>
                      <a:pt x="5" y="5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84" name="Freeform 307">
                <a:extLst>
                  <a:ext uri="{FF2B5EF4-FFF2-40B4-BE49-F238E27FC236}">
                    <a16:creationId xmlns:a16="http://schemas.microsoft.com/office/drawing/2014/main" id="{7C340ABA-7B3D-41BE-9B97-3FCD1F48E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456"/>
                <a:ext cx="63" cy="81"/>
              </a:xfrm>
              <a:custGeom>
                <a:avLst/>
                <a:gdLst>
                  <a:gd name="T0" fmla="*/ 0 w 38"/>
                  <a:gd name="T1" fmla="*/ 252 h 46"/>
                  <a:gd name="T2" fmla="*/ 96 w 38"/>
                  <a:gd name="T3" fmla="*/ 37 h 46"/>
                  <a:gd name="T4" fmla="*/ 172 w 3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6">
                    <a:moveTo>
                      <a:pt x="0" y="46"/>
                    </a:moveTo>
                    <a:cubicBezTo>
                      <a:pt x="4" y="33"/>
                      <a:pt x="10" y="17"/>
                      <a:pt x="21" y="7"/>
                    </a:cubicBezTo>
                    <a:cubicBezTo>
                      <a:pt x="25" y="5"/>
                      <a:pt x="34" y="0"/>
                      <a:pt x="38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85" name="Freeform 308">
                <a:extLst>
                  <a:ext uri="{FF2B5EF4-FFF2-40B4-BE49-F238E27FC236}">
                    <a16:creationId xmlns:a16="http://schemas.microsoft.com/office/drawing/2014/main" id="{B54B96DC-130C-41F9-9322-FF8FFA4EA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601"/>
                <a:ext cx="31" cy="92"/>
              </a:xfrm>
              <a:custGeom>
                <a:avLst/>
                <a:gdLst>
                  <a:gd name="T0" fmla="*/ 83 w 19"/>
                  <a:gd name="T1" fmla="*/ 0 h 52"/>
                  <a:gd name="T2" fmla="*/ 8 w 19"/>
                  <a:gd name="T3" fmla="*/ 150 h 52"/>
                  <a:gd name="T4" fmla="*/ 21 w 19"/>
                  <a:gd name="T5" fmla="*/ 2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cubicBezTo>
                      <a:pt x="13" y="9"/>
                      <a:pt x="6" y="16"/>
                      <a:pt x="2" y="27"/>
                    </a:cubicBezTo>
                    <a:cubicBezTo>
                      <a:pt x="0" y="34"/>
                      <a:pt x="1" y="45"/>
                      <a:pt x="5" y="5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86" name="Freeform 309">
                <a:extLst>
                  <a:ext uri="{FF2B5EF4-FFF2-40B4-BE49-F238E27FC236}">
                    <a16:creationId xmlns:a16="http://schemas.microsoft.com/office/drawing/2014/main" id="{292E1381-7285-4668-B0D4-94E49A60C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490"/>
                <a:ext cx="61" cy="125"/>
              </a:xfrm>
              <a:custGeom>
                <a:avLst/>
                <a:gdLst>
                  <a:gd name="T0" fmla="*/ 167 w 37"/>
                  <a:gd name="T1" fmla="*/ 0 h 71"/>
                  <a:gd name="T2" fmla="*/ 109 w 37"/>
                  <a:gd name="T3" fmla="*/ 81 h 71"/>
                  <a:gd name="T4" fmla="*/ 49 w 37"/>
                  <a:gd name="T5" fmla="*/ 195 h 71"/>
                  <a:gd name="T6" fmla="*/ 0 w 37"/>
                  <a:gd name="T7" fmla="*/ 387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1">
                    <a:moveTo>
                      <a:pt x="37" y="0"/>
                    </a:moveTo>
                    <a:cubicBezTo>
                      <a:pt x="32" y="3"/>
                      <a:pt x="27" y="11"/>
                      <a:pt x="24" y="15"/>
                    </a:cubicBezTo>
                    <a:cubicBezTo>
                      <a:pt x="20" y="22"/>
                      <a:pt x="15" y="29"/>
                      <a:pt x="11" y="36"/>
                    </a:cubicBezTo>
                    <a:cubicBezTo>
                      <a:pt x="5" y="47"/>
                      <a:pt x="0" y="58"/>
                      <a:pt x="0" y="7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87" name="Freeform 310">
                <a:extLst>
                  <a:ext uri="{FF2B5EF4-FFF2-40B4-BE49-F238E27FC236}">
                    <a16:creationId xmlns:a16="http://schemas.microsoft.com/office/drawing/2014/main" id="{292DBE23-2998-424D-A8FB-A69D757C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758"/>
                <a:ext cx="17" cy="103"/>
              </a:xfrm>
              <a:custGeom>
                <a:avLst/>
                <a:gdLst>
                  <a:gd name="T0" fmla="*/ 29 w 10"/>
                  <a:gd name="T1" fmla="*/ 0 h 58"/>
                  <a:gd name="T2" fmla="*/ 9 w 10"/>
                  <a:gd name="T3" fmla="*/ 195 h 58"/>
                  <a:gd name="T4" fmla="*/ 49 w 10"/>
                  <a:gd name="T5" fmla="*/ 325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8">
                    <a:moveTo>
                      <a:pt x="6" y="0"/>
                    </a:moveTo>
                    <a:cubicBezTo>
                      <a:pt x="7" y="12"/>
                      <a:pt x="0" y="23"/>
                      <a:pt x="2" y="35"/>
                    </a:cubicBezTo>
                    <a:cubicBezTo>
                      <a:pt x="3" y="43"/>
                      <a:pt x="6" y="50"/>
                      <a:pt x="10" y="5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88" name="Freeform 311">
                <a:extLst>
                  <a:ext uri="{FF2B5EF4-FFF2-40B4-BE49-F238E27FC236}">
                    <a16:creationId xmlns:a16="http://schemas.microsoft.com/office/drawing/2014/main" id="{F8454645-84A7-425C-B667-BBC1BCB33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873"/>
                <a:ext cx="53" cy="113"/>
              </a:xfrm>
              <a:custGeom>
                <a:avLst/>
                <a:gdLst>
                  <a:gd name="T0" fmla="*/ 146 w 32"/>
                  <a:gd name="T1" fmla="*/ 353 h 64"/>
                  <a:gd name="T2" fmla="*/ 83 w 32"/>
                  <a:gd name="T3" fmla="*/ 272 h 64"/>
                  <a:gd name="T4" fmla="*/ 22 w 32"/>
                  <a:gd name="T5" fmla="*/ 166 h 64"/>
                  <a:gd name="T6" fmla="*/ 5 w 32"/>
                  <a:gd name="T7" fmla="*/ 57 h 64"/>
                  <a:gd name="T8" fmla="*/ 0 w 32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4">
                    <a:moveTo>
                      <a:pt x="32" y="64"/>
                    </a:moveTo>
                    <a:cubicBezTo>
                      <a:pt x="27" y="60"/>
                      <a:pt x="22" y="54"/>
                      <a:pt x="18" y="49"/>
                    </a:cubicBezTo>
                    <a:cubicBezTo>
                      <a:pt x="13" y="44"/>
                      <a:pt x="8" y="38"/>
                      <a:pt x="5" y="30"/>
                    </a:cubicBezTo>
                    <a:cubicBezTo>
                      <a:pt x="3" y="24"/>
                      <a:pt x="2" y="16"/>
                      <a:pt x="1" y="10"/>
                    </a:cubicBezTo>
                    <a:cubicBezTo>
                      <a:pt x="1" y="6"/>
                      <a:pt x="0" y="3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89" name="Freeform 312">
                <a:extLst>
                  <a:ext uri="{FF2B5EF4-FFF2-40B4-BE49-F238E27FC236}">
                    <a16:creationId xmlns:a16="http://schemas.microsoft.com/office/drawing/2014/main" id="{0DB14032-F642-41EE-A2F8-30C2D6CF1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985"/>
                <a:ext cx="56" cy="81"/>
              </a:xfrm>
              <a:custGeom>
                <a:avLst/>
                <a:gdLst>
                  <a:gd name="T0" fmla="*/ 152 w 34"/>
                  <a:gd name="T1" fmla="*/ 252 h 46"/>
                  <a:gd name="T2" fmla="*/ 20 w 34"/>
                  <a:gd name="T3" fmla="*/ 127 h 46"/>
                  <a:gd name="T4" fmla="*/ 5 w 34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6">
                    <a:moveTo>
                      <a:pt x="34" y="46"/>
                    </a:moveTo>
                    <a:cubicBezTo>
                      <a:pt x="23" y="40"/>
                      <a:pt x="11" y="35"/>
                      <a:pt x="4" y="23"/>
                    </a:cubicBezTo>
                    <a:cubicBezTo>
                      <a:pt x="0" y="16"/>
                      <a:pt x="0" y="7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90" name="Freeform 313">
                <a:extLst>
                  <a:ext uri="{FF2B5EF4-FFF2-40B4-BE49-F238E27FC236}">
                    <a16:creationId xmlns:a16="http://schemas.microsoft.com/office/drawing/2014/main" id="{825C84FE-9368-4AF5-B413-9D3D13079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073"/>
                <a:ext cx="68" cy="57"/>
              </a:xfrm>
              <a:custGeom>
                <a:avLst/>
                <a:gdLst>
                  <a:gd name="T0" fmla="*/ 187 w 41"/>
                  <a:gd name="T1" fmla="*/ 182 h 32"/>
                  <a:gd name="T2" fmla="*/ 50 w 41"/>
                  <a:gd name="T3" fmla="*/ 93 h 32"/>
                  <a:gd name="T4" fmla="*/ 0 w 4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2">
                    <a:moveTo>
                      <a:pt x="41" y="32"/>
                    </a:moveTo>
                    <a:cubicBezTo>
                      <a:pt x="28" y="32"/>
                      <a:pt x="18" y="26"/>
                      <a:pt x="11" y="16"/>
                    </a:cubicBezTo>
                    <a:cubicBezTo>
                      <a:pt x="7" y="11"/>
                      <a:pt x="4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91" name="Freeform 314">
                <a:extLst>
                  <a:ext uri="{FF2B5EF4-FFF2-40B4-BE49-F238E27FC236}">
                    <a16:creationId xmlns:a16="http://schemas.microsoft.com/office/drawing/2014/main" id="{8913D1CA-777F-4449-874D-368EC119B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693"/>
                <a:ext cx="18" cy="118"/>
              </a:xfrm>
              <a:custGeom>
                <a:avLst/>
                <a:gdLst>
                  <a:gd name="T0" fmla="*/ 47 w 11"/>
                  <a:gd name="T1" fmla="*/ 0 h 67"/>
                  <a:gd name="T2" fmla="*/ 29 w 11"/>
                  <a:gd name="T3" fmla="*/ 56 h 67"/>
                  <a:gd name="T4" fmla="*/ 13 w 11"/>
                  <a:gd name="T5" fmla="*/ 122 h 67"/>
                  <a:gd name="T6" fmla="*/ 5 w 11"/>
                  <a:gd name="T7" fmla="*/ 201 h 67"/>
                  <a:gd name="T8" fmla="*/ 41 w 11"/>
                  <a:gd name="T9" fmla="*/ 36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7">
                    <a:moveTo>
                      <a:pt x="11" y="0"/>
                    </a:moveTo>
                    <a:cubicBezTo>
                      <a:pt x="8" y="2"/>
                      <a:pt x="8" y="7"/>
                      <a:pt x="7" y="10"/>
                    </a:cubicBezTo>
                    <a:cubicBezTo>
                      <a:pt x="6" y="14"/>
                      <a:pt x="4" y="18"/>
                      <a:pt x="3" y="22"/>
                    </a:cubicBezTo>
                    <a:cubicBezTo>
                      <a:pt x="2" y="27"/>
                      <a:pt x="1" y="32"/>
                      <a:pt x="1" y="37"/>
                    </a:cubicBezTo>
                    <a:cubicBezTo>
                      <a:pt x="0" y="48"/>
                      <a:pt x="4" y="58"/>
                      <a:pt x="9" y="6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92" name="Freeform 315">
                <a:extLst>
                  <a:ext uri="{FF2B5EF4-FFF2-40B4-BE49-F238E27FC236}">
                    <a16:creationId xmlns:a16="http://schemas.microsoft.com/office/drawing/2014/main" id="{75DA1796-4CD2-4169-B394-D3371E4CE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820"/>
                <a:ext cx="28" cy="101"/>
              </a:xfrm>
              <a:custGeom>
                <a:avLst/>
                <a:gdLst>
                  <a:gd name="T0" fmla="*/ 76 w 17"/>
                  <a:gd name="T1" fmla="*/ 317 h 57"/>
                  <a:gd name="T2" fmla="*/ 33 w 17"/>
                  <a:gd name="T3" fmla="*/ 229 h 57"/>
                  <a:gd name="T4" fmla="*/ 8 w 17"/>
                  <a:gd name="T5" fmla="*/ 145 h 57"/>
                  <a:gd name="T6" fmla="*/ 13 w 17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7">
                    <a:moveTo>
                      <a:pt x="17" y="57"/>
                    </a:moveTo>
                    <a:cubicBezTo>
                      <a:pt x="15" y="51"/>
                      <a:pt x="10" y="47"/>
                      <a:pt x="7" y="41"/>
                    </a:cubicBezTo>
                    <a:cubicBezTo>
                      <a:pt x="5" y="36"/>
                      <a:pt x="3" y="31"/>
                      <a:pt x="2" y="26"/>
                    </a:cubicBezTo>
                    <a:cubicBezTo>
                      <a:pt x="1" y="18"/>
                      <a:pt x="0" y="7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93" name="Freeform 316">
                <a:extLst>
                  <a:ext uri="{FF2B5EF4-FFF2-40B4-BE49-F238E27FC236}">
                    <a16:creationId xmlns:a16="http://schemas.microsoft.com/office/drawing/2014/main" id="{2EEBE932-9D48-4A78-B87F-A365EA6FB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39"/>
                <a:ext cx="43" cy="76"/>
              </a:xfrm>
              <a:custGeom>
                <a:avLst/>
                <a:gdLst>
                  <a:gd name="T0" fmla="*/ 0 w 26"/>
                  <a:gd name="T1" fmla="*/ 0 h 43"/>
                  <a:gd name="T2" fmla="*/ 22 w 26"/>
                  <a:gd name="T3" fmla="*/ 85 h 43"/>
                  <a:gd name="T4" fmla="*/ 50 w 26"/>
                  <a:gd name="T5" fmla="*/ 150 h 43"/>
                  <a:gd name="T6" fmla="*/ 117 w 26"/>
                  <a:gd name="T7" fmla="*/ 23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3">
                    <a:moveTo>
                      <a:pt x="0" y="0"/>
                    </a:moveTo>
                    <a:cubicBezTo>
                      <a:pt x="3" y="3"/>
                      <a:pt x="3" y="11"/>
                      <a:pt x="5" y="15"/>
                    </a:cubicBezTo>
                    <a:cubicBezTo>
                      <a:pt x="6" y="20"/>
                      <a:pt x="8" y="24"/>
                      <a:pt x="11" y="27"/>
                    </a:cubicBezTo>
                    <a:cubicBezTo>
                      <a:pt x="15" y="33"/>
                      <a:pt x="21" y="37"/>
                      <a:pt x="26" y="4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94" name="Freeform 317">
                <a:extLst>
                  <a:ext uri="{FF2B5EF4-FFF2-40B4-BE49-F238E27FC236}">
                    <a16:creationId xmlns:a16="http://schemas.microsoft.com/office/drawing/2014/main" id="{B1EAB600-010F-468E-8D46-02BDDB29A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043"/>
                <a:ext cx="64" cy="60"/>
              </a:xfrm>
              <a:custGeom>
                <a:avLst/>
                <a:gdLst>
                  <a:gd name="T0" fmla="*/ 0 w 39"/>
                  <a:gd name="T1" fmla="*/ 0 h 34"/>
                  <a:gd name="T2" fmla="*/ 84 w 39"/>
                  <a:gd name="T3" fmla="*/ 109 h 34"/>
                  <a:gd name="T4" fmla="*/ 131 w 39"/>
                  <a:gd name="T5" fmla="*/ 171 h 34"/>
                  <a:gd name="T6" fmla="*/ 172 w 39"/>
                  <a:gd name="T7" fmla="*/ 18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4">
                    <a:moveTo>
                      <a:pt x="0" y="0"/>
                    </a:moveTo>
                    <a:cubicBezTo>
                      <a:pt x="6" y="8"/>
                      <a:pt x="12" y="14"/>
                      <a:pt x="19" y="20"/>
                    </a:cubicBezTo>
                    <a:cubicBezTo>
                      <a:pt x="23" y="23"/>
                      <a:pt x="26" y="28"/>
                      <a:pt x="30" y="31"/>
                    </a:cubicBezTo>
                    <a:cubicBezTo>
                      <a:pt x="33" y="32"/>
                      <a:pt x="37" y="32"/>
                      <a:pt x="39" y="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95" name="Freeform 318">
                <a:extLst>
                  <a:ext uri="{FF2B5EF4-FFF2-40B4-BE49-F238E27FC236}">
                    <a16:creationId xmlns:a16="http://schemas.microsoft.com/office/drawing/2014/main" id="{AA351AA7-FBDA-4C63-ABCA-48C755D22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389"/>
                <a:ext cx="56" cy="60"/>
              </a:xfrm>
              <a:custGeom>
                <a:avLst/>
                <a:gdLst>
                  <a:gd name="T0" fmla="*/ 152 w 34"/>
                  <a:gd name="T1" fmla="*/ 7 h 34"/>
                  <a:gd name="T2" fmla="*/ 109 w 34"/>
                  <a:gd name="T3" fmla="*/ 37 h 34"/>
                  <a:gd name="T4" fmla="*/ 54 w 34"/>
                  <a:gd name="T5" fmla="*/ 86 h 34"/>
                  <a:gd name="T6" fmla="*/ 0 w 34"/>
                  <a:gd name="T7" fmla="*/ 18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4">
                    <a:moveTo>
                      <a:pt x="34" y="1"/>
                    </a:moveTo>
                    <a:cubicBezTo>
                      <a:pt x="32" y="0"/>
                      <a:pt x="26" y="5"/>
                      <a:pt x="24" y="7"/>
                    </a:cubicBezTo>
                    <a:cubicBezTo>
                      <a:pt x="19" y="9"/>
                      <a:pt x="15" y="12"/>
                      <a:pt x="12" y="16"/>
                    </a:cubicBezTo>
                    <a:cubicBezTo>
                      <a:pt x="6" y="21"/>
                      <a:pt x="3" y="27"/>
                      <a:pt x="0" y="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96" name="Freeform 319">
                <a:extLst>
                  <a:ext uri="{FF2B5EF4-FFF2-40B4-BE49-F238E27FC236}">
                    <a16:creationId xmlns:a16="http://schemas.microsoft.com/office/drawing/2014/main" id="{C6BBB77A-B69B-46E7-910D-E70C74CDB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348"/>
                <a:ext cx="88" cy="34"/>
              </a:xfrm>
              <a:custGeom>
                <a:avLst/>
                <a:gdLst>
                  <a:gd name="T0" fmla="*/ 242 w 53"/>
                  <a:gd name="T1" fmla="*/ 7 h 19"/>
                  <a:gd name="T2" fmla="*/ 83 w 53"/>
                  <a:gd name="T3" fmla="*/ 36 h 19"/>
                  <a:gd name="T4" fmla="*/ 28 w 53"/>
                  <a:gd name="T5" fmla="*/ 81 h 19"/>
                  <a:gd name="T6" fmla="*/ 0 w 53"/>
                  <a:gd name="T7" fmla="*/ 10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53" y="1"/>
                    </a:moveTo>
                    <a:cubicBezTo>
                      <a:pt x="41" y="1"/>
                      <a:pt x="28" y="0"/>
                      <a:pt x="18" y="6"/>
                    </a:cubicBezTo>
                    <a:cubicBezTo>
                      <a:pt x="14" y="8"/>
                      <a:pt x="9" y="11"/>
                      <a:pt x="6" y="14"/>
                    </a:cubicBezTo>
                    <a:cubicBezTo>
                      <a:pt x="4" y="16"/>
                      <a:pt x="2" y="18"/>
                      <a:pt x="0" y="1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97" name="Freeform 320">
                <a:extLst>
                  <a:ext uri="{FF2B5EF4-FFF2-40B4-BE49-F238E27FC236}">
                    <a16:creationId xmlns:a16="http://schemas.microsoft.com/office/drawing/2014/main" id="{844A4430-063C-424A-9C51-22D052BFB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325"/>
                <a:ext cx="78" cy="25"/>
              </a:xfrm>
              <a:custGeom>
                <a:avLst/>
                <a:gdLst>
                  <a:gd name="T0" fmla="*/ 214 w 47"/>
                  <a:gd name="T1" fmla="*/ 13 h 14"/>
                  <a:gd name="T2" fmla="*/ 83 w 47"/>
                  <a:gd name="T3" fmla="*/ 23 h 14"/>
                  <a:gd name="T4" fmla="*/ 0 w 47"/>
                  <a:gd name="T5" fmla="*/ 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47" y="2"/>
                    </a:moveTo>
                    <a:cubicBezTo>
                      <a:pt x="36" y="2"/>
                      <a:pt x="28" y="0"/>
                      <a:pt x="18" y="4"/>
                    </a:cubicBezTo>
                    <a:cubicBezTo>
                      <a:pt x="11" y="7"/>
                      <a:pt x="6" y="11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98" name="Freeform 321">
                <a:extLst>
                  <a:ext uri="{FF2B5EF4-FFF2-40B4-BE49-F238E27FC236}">
                    <a16:creationId xmlns:a16="http://schemas.microsoft.com/office/drawing/2014/main" id="{46D1BF04-50CF-4AC1-9168-EF91A127B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353"/>
                <a:ext cx="73" cy="43"/>
              </a:xfrm>
              <a:custGeom>
                <a:avLst/>
                <a:gdLst>
                  <a:gd name="T0" fmla="*/ 201 w 44"/>
                  <a:gd name="T1" fmla="*/ 0 h 24"/>
                  <a:gd name="T2" fmla="*/ 138 w 44"/>
                  <a:gd name="T3" fmla="*/ 13 h 24"/>
                  <a:gd name="T4" fmla="*/ 75 w 44"/>
                  <a:gd name="T5" fmla="*/ 52 h 24"/>
                  <a:gd name="T6" fmla="*/ 0 w 44"/>
                  <a:gd name="T7" fmla="*/ 13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4">
                    <a:moveTo>
                      <a:pt x="44" y="0"/>
                    </a:moveTo>
                    <a:cubicBezTo>
                      <a:pt x="39" y="0"/>
                      <a:pt x="35" y="1"/>
                      <a:pt x="30" y="2"/>
                    </a:cubicBezTo>
                    <a:cubicBezTo>
                      <a:pt x="25" y="4"/>
                      <a:pt x="21" y="6"/>
                      <a:pt x="16" y="9"/>
                    </a:cubicBezTo>
                    <a:cubicBezTo>
                      <a:pt x="10" y="12"/>
                      <a:pt x="1" y="17"/>
                      <a:pt x="0" y="2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99" name="Freeform 322">
                <a:extLst>
                  <a:ext uri="{FF2B5EF4-FFF2-40B4-BE49-F238E27FC236}">
                    <a16:creationId xmlns:a16="http://schemas.microsoft.com/office/drawing/2014/main" id="{988B3F53-C87E-464E-AE79-FB7D03F83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408"/>
                <a:ext cx="58" cy="55"/>
              </a:xfrm>
              <a:custGeom>
                <a:avLst/>
                <a:gdLst>
                  <a:gd name="T0" fmla="*/ 0 w 35"/>
                  <a:gd name="T1" fmla="*/ 174 h 31"/>
                  <a:gd name="T2" fmla="*/ 159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3" y="13"/>
                      <a:pt x="21" y="6"/>
                      <a:pt x="3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00" name="Freeform 323">
                <a:extLst>
                  <a:ext uri="{FF2B5EF4-FFF2-40B4-BE49-F238E27FC236}">
                    <a16:creationId xmlns:a16="http://schemas.microsoft.com/office/drawing/2014/main" id="{48867420-1DCF-433E-A7E3-41BCA4B49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330"/>
                <a:ext cx="84" cy="25"/>
              </a:xfrm>
              <a:custGeom>
                <a:avLst/>
                <a:gdLst>
                  <a:gd name="T0" fmla="*/ 227 w 51"/>
                  <a:gd name="T1" fmla="*/ 0 h 14"/>
                  <a:gd name="T2" fmla="*/ 152 w 51"/>
                  <a:gd name="T3" fmla="*/ 7 h 14"/>
                  <a:gd name="T4" fmla="*/ 96 w 51"/>
                  <a:gd name="T5" fmla="*/ 23 h 14"/>
                  <a:gd name="T6" fmla="*/ 41 w 51"/>
                  <a:gd name="T7" fmla="*/ 52 h 14"/>
                  <a:gd name="T8" fmla="*/ 0 w 51"/>
                  <a:gd name="T9" fmla="*/ 8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">
                    <a:moveTo>
                      <a:pt x="51" y="0"/>
                    </a:moveTo>
                    <a:cubicBezTo>
                      <a:pt x="45" y="1"/>
                      <a:pt x="39" y="0"/>
                      <a:pt x="34" y="1"/>
                    </a:cubicBezTo>
                    <a:cubicBezTo>
                      <a:pt x="29" y="2"/>
                      <a:pt x="25" y="3"/>
                      <a:pt x="21" y="4"/>
                    </a:cubicBezTo>
                    <a:cubicBezTo>
                      <a:pt x="17" y="5"/>
                      <a:pt x="13" y="7"/>
                      <a:pt x="9" y="9"/>
                    </a:cubicBezTo>
                    <a:cubicBezTo>
                      <a:pt x="7" y="10"/>
                      <a:pt x="2" y="12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01" name="Freeform 324">
                <a:extLst>
                  <a:ext uri="{FF2B5EF4-FFF2-40B4-BE49-F238E27FC236}">
                    <a16:creationId xmlns:a16="http://schemas.microsoft.com/office/drawing/2014/main" id="{0CCADB98-A84D-4F58-818A-676BC9D8E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332"/>
                <a:ext cx="305" cy="237"/>
              </a:xfrm>
              <a:custGeom>
                <a:avLst/>
                <a:gdLst>
                  <a:gd name="T0" fmla="*/ 0 w 184"/>
                  <a:gd name="T1" fmla="*/ 60 h 134"/>
                  <a:gd name="T2" fmla="*/ 113 w 184"/>
                  <a:gd name="T3" fmla="*/ 12 h 134"/>
                  <a:gd name="T4" fmla="*/ 151 w 184"/>
                  <a:gd name="T5" fmla="*/ 12 h 134"/>
                  <a:gd name="T6" fmla="*/ 192 w 184"/>
                  <a:gd name="T7" fmla="*/ 65 h 134"/>
                  <a:gd name="T8" fmla="*/ 229 w 184"/>
                  <a:gd name="T9" fmla="*/ 110 h 134"/>
                  <a:gd name="T10" fmla="*/ 269 w 184"/>
                  <a:gd name="T11" fmla="*/ 115 h 134"/>
                  <a:gd name="T12" fmla="*/ 360 w 184"/>
                  <a:gd name="T13" fmla="*/ 131 h 134"/>
                  <a:gd name="T14" fmla="*/ 423 w 184"/>
                  <a:gd name="T15" fmla="*/ 203 h 134"/>
                  <a:gd name="T16" fmla="*/ 501 w 184"/>
                  <a:gd name="T17" fmla="*/ 260 h 134"/>
                  <a:gd name="T18" fmla="*/ 660 w 184"/>
                  <a:gd name="T19" fmla="*/ 382 h 134"/>
                  <a:gd name="T20" fmla="*/ 673 w 184"/>
                  <a:gd name="T21" fmla="*/ 447 h 134"/>
                  <a:gd name="T22" fmla="*/ 698 w 184"/>
                  <a:gd name="T23" fmla="*/ 481 h 134"/>
                  <a:gd name="T24" fmla="*/ 819 w 184"/>
                  <a:gd name="T25" fmla="*/ 614 h 134"/>
                  <a:gd name="T26" fmla="*/ 839 w 184"/>
                  <a:gd name="T27" fmla="*/ 697 h 134"/>
                  <a:gd name="T28" fmla="*/ 839 w 184"/>
                  <a:gd name="T29" fmla="*/ 741 h 1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4" h="134">
                    <a:moveTo>
                      <a:pt x="0" y="11"/>
                    </a:moveTo>
                    <a:cubicBezTo>
                      <a:pt x="6" y="6"/>
                      <a:pt x="17" y="4"/>
                      <a:pt x="25" y="2"/>
                    </a:cubicBezTo>
                    <a:cubicBezTo>
                      <a:pt x="28" y="1"/>
                      <a:pt x="30" y="0"/>
                      <a:pt x="33" y="2"/>
                    </a:cubicBezTo>
                    <a:cubicBezTo>
                      <a:pt x="37" y="4"/>
                      <a:pt x="39" y="9"/>
                      <a:pt x="42" y="12"/>
                    </a:cubicBezTo>
                    <a:cubicBezTo>
                      <a:pt x="44" y="15"/>
                      <a:pt x="46" y="19"/>
                      <a:pt x="50" y="20"/>
                    </a:cubicBezTo>
                    <a:cubicBezTo>
                      <a:pt x="52" y="22"/>
                      <a:pt x="56" y="21"/>
                      <a:pt x="59" y="21"/>
                    </a:cubicBezTo>
                    <a:cubicBezTo>
                      <a:pt x="66" y="21"/>
                      <a:pt x="73" y="21"/>
                      <a:pt x="79" y="24"/>
                    </a:cubicBezTo>
                    <a:cubicBezTo>
                      <a:pt x="87" y="26"/>
                      <a:pt x="89" y="31"/>
                      <a:pt x="93" y="37"/>
                    </a:cubicBezTo>
                    <a:cubicBezTo>
                      <a:pt x="96" y="42"/>
                      <a:pt x="104" y="45"/>
                      <a:pt x="110" y="47"/>
                    </a:cubicBezTo>
                    <a:cubicBezTo>
                      <a:pt x="123" y="51"/>
                      <a:pt x="138" y="56"/>
                      <a:pt x="145" y="69"/>
                    </a:cubicBezTo>
                    <a:cubicBezTo>
                      <a:pt x="147" y="73"/>
                      <a:pt x="147" y="77"/>
                      <a:pt x="148" y="81"/>
                    </a:cubicBezTo>
                    <a:cubicBezTo>
                      <a:pt x="149" y="84"/>
                      <a:pt x="150" y="85"/>
                      <a:pt x="153" y="87"/>
                    </a:cubicBezTo>
                    <a:cubicBezTo>
                      <a:pt x="163" y="94"/>
                      <a:pt x="173" y="100"/>
                      <a:pt x="180" y="111"/>
                    </a:cubicBezTo>
                    <a:cubicBezTo>
                      <a:pt x="183" y="115"/>
                      <a:pt x="184" y="121"/>
                      <a:pt x="184" y="126"/>
                    </a:cubicBezTo>
                    <a:cubicBezTo>
                      <a:pt x="184" y="129"/>
                      <a:pt x="184" y="132"/>
                      <a:pt x="184" y="1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02" name="Freeform 325">
                <a:extLst>
                  <a:ext uri="{FF2B5EF4-FFF2-40B4-BE49-F238E27FC236}">
                    <a16:creationId xmlns:a16="http://schemas.microsoft.com/office/drawing/2014/main" id="{B4806926-9AB5-4A21-8DB0-47D9A582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323"/>
                <a:ext cx="61" cy="16"/>
              </a:xfrm>
              <a:custGeom>
                <a:avLst/>
                <a:gdLst>
                  <a:gd name="T0" fmla="*/ 0 w 37"/>
                  <a:gd name="T1" fmla="*/ 21 h 9"/>
                  <a:gd name="T2" fmla="*/ 49 w 37"/>
                  <a:gd name="T3" fmla="*/ 7 h 9"/>
                  <a:gd name="T4" fmla="*/ 104 w 37"/>
                  <a:gd name="T5" fmla="*/ 7 h 9"/>
                  <a:gd name="T6" fmla="*/ 147 w 37"/>
                  <a:gd name="T7" fmla="*/ 36 h 9"/>
                  <a:gd name="T8" fmla="*/ 167 w 37"/>
                  <a:gd name="T9" fmla="*/ 5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4"/>
                    </a:moveTo>
                    <a:cubicBezTo>
                      <a:pt x="4" y="4"/>
                      <a:pt x="7" y="2"/>
                      <a:pt x="11" y="1"/>
                    </a:cubicBezTo>
                    <a:cubicBezTo>
                      <a:pt x="15" y="0"/>
                      <a:pt x="19" y="0"/>
                      <a:pt x="23" y="1"/>
                    </a:cubicBezTo>
                    <a:cubicBezTo>
                      <a:pt x="27" y="2"/>
                      <a:pt x="30" y="4"/>
                      <a:pt x="33" y="6"/>
                    </a:cubicBezTo>
                    <a:cubicBezTo>
                      <a:pt x="34" y="7"/>
                      <a:pt x="35" y="8"/>
                      <a:pt x="37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03" name="Freeform 326">
                <a:extLst>
                  <a:ext uri="{FF2B5EF4-FFF2-40B4-BE49-F238E27FC236}">
                    <a16:creationId xmlns:a16="http://schemas.microsoft.com/office/drawing/2014/main" id="{1BBFD51E-804B-4AB5-8BCA-CC1007929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337"/>
                <a:ext cx="75" cy="38"/>
              </a:xfrm>
              <a:custGeom>
                <a:avLst/>
                <a:gdLst>
                  <a:gd name="T0" fmla="*/ 0 w 45"/>
                  <a:gd name="T1" fmla="*/ 0 h 21"/>
                  <a:gd name="T2" fmla="*/ 55 w 45"/>
                  <a:gd name="T3" fmla="*/ 24 h 21"/>
                  <a:gd name="T4" fmla="*/ 138 w 45"/>
                  <a:gd name="T5" fmla="*/ 52 h 21"/>
                  <a:gd name="T6" fmla="*/ 208 w 45"/>
                  <a:gd name="T7" fmla="*/ 12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1">
                    <a:moveTo>
                      <a:pt x="0" y="0"/>
                    </a:moveTo>
                    <a:cubicBezTo>
                      <a:pt x="2" y="2"/>
                      <a:pt x="9" y="3"/>
                      <a:pt x="12" y="4"/>
                    </a:cubicBezTo>
                    <a:cubicBezTo>
                      <a:pt x="18" y="5"/>
                      <a:pt x="24" y="7"/>
                      <a:pt x="30" y="9"/>
                    </a:cubicBezTo>
                    <a:cubicBezTo>
                      <a:pt x="36" y="11"/>
                      <a:pt x="41" y="16"/>
                      <a:pt x="45" y="2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04" name="Freeform 327">
                <a:extLst>
                  <a:ext uri="{FF2B5EF4-FFF2-40B4-BE49-F238E27FC236}">
                    <a16:creationId xmlns:a16="http://schemas.microsoft.com/office/drawing/2014/main" id="{DBACB8FF-E273-4DFC-BD97-7A37E7C7B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380"/>
                <a:ext cx="72" cy="46"/>
              </a:xfrm>
              <a:custGeom>
                <a:avLst/>
                <a:gdLst>
                  <a:gd name="T0" fmla="*/ 0 w 43"/>
                  <a:gd name="T1" fmla="*/ 0 h 26"/>
                  <a:gd name="T2" fmla="*/ 84 w 43"/>
                  <a:gd name="T3" fmla="*/ 28 h 26"/>
                  <a:gd name="T4" fmla="*/ 154 w 43"/>
                  <a:gd name="T5" fmla="*/ 73 h 26"/>
                  <a:gd name="T6" fmla="*/ 188 w 43"/>
                  <a:gd name="T7" fmla="*/ 115 h 26"/>
                  <a:gd name="T8" fmla="*/ 203 w 43"/>
                  <a:gd name="T9" fmla="*/ 14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6">
                    <a:moveTo>
                      <a:pt x="0" y="0"/>
                    </a:moveTo>
                    <a:cubicBezTo>
                      <a:pt x="6" y="3"/>
                      <a:pt x="12" y="3"/>
                      <a:pt x="18" y="5"/>
                    </a:cubicBezTo>
                    <a:cubicBezTo>
                      <a:pt x="24" y="7"/>
                      <a:pt x="28" y="10"/>
                      <a:pt x="33" y="13"/>
                    </a:cubicBezTo>
                    <a:cubicBezTo>
                      <a:pt x="36" y="16"/>
                      <a:pt x="38" y="18"/>
                      <a:pt x="40" y="21"/>
                    </a:cubicBezTo>
                    <a:cubicBezTo>
                      <a:pt x="41" y="23"/>
                      <a:pt x="42" y="25"/>
                      <a:pt x="43" y="2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05" name="Freeform 328">
                <a:extLst>
                  <a:ext uri="{FF2B5EF4-FFF2-40B4-BE49-F238E27FC236}">
                    <a16:creationId xmlns:a16="http://schemas.microsoft.com/office/drawing/2014/main" id="{AD2060DE-9C65-4B54-83D0-FCE93BCFA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444"/>
                <a:ext cx="51" cy="67"/>
              </a:xfrm>
              <a:custGeom>
                <a:avLst/>
                <a:gdLst>
                  <a:gd name="T0" fmla="*/ 0 w 31"/>
                  <a:gd name="T1" fmla="*/ 0 h 38"/>
                  <a:gd name="T2" fmla="*/ 43 w 31"/>
                  <a:gd name="T3" fmla="*/ 60 h 38"/>
                  <a:gd name="T4" fmla="*/ 95 w 31"/>
                  <a:gd name="T5" fmla="*/ 115 h 38"/>
                  <a:gd name="T6" fmla="*/ 138 w 31"/>
                  <a:gd name="T7" fmla="*/ 20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2" y="5"/>
                      <a:pt x="6" y="8"/>
                      <a:pt x="10" y="11"/>
                    </a:cubicBezTo>
                    <a:cubicBezTo>
                      <a:pt x="15" y="14"/>
                      <a:pt x="18" y="17"/>
                      <a:pt x="21" y="21"/>
                    </a:cubicBezTo>
                    <a:cubicBezTo>
                      <a:pt x="26" y="27"/>
                      <a:pt x="28" y="32"/>
                      <a:pt x="31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06" name="Freeform 329">
                <a:extLst>
                  <a:ext uri="{FF2B5EF4-FFF2-40B4-BE49-F238E27FC236}">
                    <a16:creationId xmlns:a16="http://schemas.microsoft.com/office/drawing/2014/main" id="{9CD20262-91B5-46FD-A29B-9A95FF202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350"/>
                <a:ext cx="68" cy="39"/>
              </a:xfrm>
              <a:custGeom>
                <a:avLst/>
                <a:gdLst>
                  <a:gd name="T0" fmla="*/ 0 w 41"/>
                  <a:gd name="T1" fmla="*/ 7 h 22"/>
                  <a:gd name="T2" fmla="*/ 55 w 41"/>
                  <a:gd name="T3" fmla="*/ 0 h 22"/>
                  <a:gd name="T4" fmla="*/ 104 w 41"/>
                  <a:gd name="T5" fmla="*/ 16 h 22"/>
                  <a:gd name="T6" fmla="*/ 154 w 41"/>
                  <a:gd name="T7" fmla="*/ 62 h 22"/>
                  <a:gd name="T8" fmla="*/ 187 w 41"/>
                  <a:gd name="T9" fmla="*/ 1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2">
                    <a:moveTo>
                      <a:pt x="0" y="1"/>
                    </a:moveTo>
                    <a:cubicBezTo>
                      <a:pt x="3" y="2"/>
                      <a:pt x="8" y="0"/>
                      <a:pt x="12" y="0"/>
                    </a:cubicBezTo>
                    <a:cubicBezTo>
                      <a:pt x="16" y="1"/>
                      <a:pt x="20" y="2"/>
                      <a:pt x="23" y="3"/>
                    </a:cubicBezTo>
                    <a:cubicBezTo>
                      <a:pt x="27" y="5"/>
                      <a:pt x="32" y="8"/>
                      <a:pt x="34" y="11"/>
                    </a:cubicBezTo>
                    <a:cubicBezTo>
                      <a:pt x="37" y="15"/>
                      <a:pt x="38" y="19"/>
                      <a:pt x="41" y="2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07" name="Freeform 330">
                <a:extLst>
                  <a:ext uri="{FF2B5EF4-FFF2-40B4-BE49-F238E27FC236}">
                    <a16:creationId xmlns:a16="http://schemas.microsoft.com/office/drawing/2014/main" id="{04EFF8D2-E0D6-4425-B528-3D54D6387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396"/>
                <a:ext cx="63" cy="63"/>
              </a:xfrm>
              <a:custGeom>
                <a:avLst/>
                <a:gdLst>
                  <a:gd name="T0" fmla="*/ 0 w 38"/>
                  <a:gd name="T1" fmla="*/ 0 h 36"/>
                  <a:gd name="T2" fmla="*/ 75 w 38"/>
                  <a:gd name="T3" fmla="*/ 28 h 36"/>
                  <a:gd name="T4" fmla="*/ 113 w 38"/>
                  <a:gd name="T5" fmla="*/ 58 h 36"/>
                  <a:gd name="T6" fmla="*/ 154 w 38"/>
                  <a:gd name="T7" fmla="*/ 135 h 36"/>
                  <a:gd name="T8" fmla="*/ 172 w 38"/>
                  <a:gd name="T9" fmla="*/ 19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5" y="1"/>
                      <a:pt x="11" y="3"/>
                      <a:pt x="16" y="5"/>
                    </a:cubicBezTo>
                    <a:cubicBezTo>
                      <a:pt x="20" y="6"/>
                      <a:pt x="22" y="8"/>
                      <a:pt x="25" y="11"/>
                    </a:cubicBezTo>
                    <a:cubicBezTo>
                      <a:pt x="28" y="16"/>
                      <a:pt x="32" y="20"/>
                      <a:pt x="34" y="25"/>
                    </a:cubicBezTo>
                    <a:cubicBezTo>
                      <a:pt x="36" y="28"/>
                      <a:pt x="36" y="33"/>
                      <a:pt x="38" y="3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08" name="Freeform 331">
                <a:extLst>
                  <a:ext uri="{FF2B5EF4-FFF2-40B4-BE49-F238E27FC236}">
                    <a16:creationId xmlns:a16="http://schemas.microsoft.com/office/drawing/2014/main" id="{346B0A83-7889-4D07-B1A2-9607EE798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327"/>
                <a:ext cx="84" cy="25"/>
              </a:xfrm>
              <a:custGeom>
                <a:avLst/>
                <a:gdLst>
                  <a:gd name="T0" fmla="*/ 227 w 51"/>
                  <a:gd name="T1" fmla="*/ 80 h 14"/>
                  <a:gd name="T2" fmla="*/ 171 w 51"/>
                  <a:gd name="T3" fmla="*/ 36 h 14"/>
                  <a:gd name="T4" fmla="*/ 119 w 51"/>
                  <a:gd name="T5" fmla="*/ 13 h 14"/>
                  <a:gd name="T6" fmla="*/ 0 w 51"/>
                  <a:gd name="T7" fmla="*/ 1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4">
                    <a:moveTo>
                      <a:pt x="51" y="14"/>
                    </a:moveTo>
                    <a:cubicBezTo>
                      <a:pt x="47" y="13"/>
                      <a:pt x="42" y="8"/>
                      <a:pt x="38" y="6"/>
                    </a:cubicBezTo>
                    <a:cubicBezTo>
                      <a:pt x="34" y="4"/>
                      <a:pt x="31" y="3"/>
                      <a:pt x="27" y="2"/>
                    </a:cubicBezTo>
                    <a:cubicBezTo>
                      <a:pt x="18" y="0"/>
                      <a:pt x="9" y="3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09" name="Freeform 332">
                <a:extLst>
                  <a:ext uri="{FF2B5EF4-FFF2-40B4-BE49-F238E27FC236}">
                    <a16:creationId xmlns:a16="http://schemas.microsoft.com/office/drawing/2014/main" id="{3AAA83CC-76B2-4D38-B2F2-4B2CDC409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316"/>
                <a:ext cx="81" cy="11"/>
              </a:xfrm>
              <a:custGeom>
                <a:avLst/>
                <a:gdLst>
                  <a:gd name="T0" fmla="*/ 0 w 49"/>
                  <a:gd name="T1" fmla="*/ 37 h 6"/>
                  <a:gd name="T2" fmla="*/ 58 w 49"/>
                  <a:gd name="T3" fmla="*/ 7 h 6"/>
                  <a:gd name="T4" fmla="*/ 117 w 49"/>
                  <a:gd name="T5" fmla="*/ 0 h 6"/>
                  <a:gd name="T6" fmla="*/ 222 w 49"/>
                  <a:gd name="T7" fmla="*/ 3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">
                    <a:moveTo>
                      <a:pt x="0" y="6"/>
                    </a:moveTo>
                    <a:cubicBezTo>
                      <a:pt x="1" y="5"/>
                      <a:pt x="10" y="2"/>
                      <a:pt x="13" y="1"/>
                    </a:cubicBezTo>
                    <a:cubicBezTo>
                      <a:pt x="17" y="0"/>
                      <a:pt x="22" y="1"/>
                      <a:pt x="26" y="0"/>
                    </a:cubicBezTo>
                    <a:cubicBezTo>
                      <a:pt x="35" y="0"/>
                      <a:pt x="41" y="2"/>
                      <a:pt x="49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10" name="Freeform 333">
                <a:extLst>
                  <a:ext uri="{FF2B5EF4-FFF2-40B4-BE49-F238E27FC236}">
                    <a16:creationId xmlns:a16="http://schemas.microsoft.com/office/drawing/2014/main" id="{A3FCD1AB-A364-407B-8A01-4616116DD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569"/>
                <a:ext cx="49" cy="170"/>
              </a:xfrm>
              <a:custGeom>
                <a:avLst/>
                <a:gdLst>
                  <a:gd name="T0" fmla="*/ 0 w 30"/>
                  <a:gd name="T1" fmla="*/ 0 h 96"/>
                  <a:gd name="T2" fmla="*/ 54 w 30"/>
                  <a:gd name="T3" fmla="*/ 50 h 96"/>
                  <a:gd name="T4" fmla="*/ 88 w 30"/>
                  <a:gd name="T5" fmla="*/ 138 h 96"/>
                  <a:gd name="T6" fmla="*/ 77 w 30"/>
                  <a:gd name="T7" fmla="*/ 244 h 96"/>
                  <a:gd name="T8" fmla="*/ 101 w 30"/>
                  <a:gd name="T9" fmla="*/ 301 h 96"/>
                  <a:gd name="T10" fmla="*/ 131 w 30"/>
                  <a:gd name="T11" fmla="*/ 411 h 96"/>
                  <a:gd name="T12" fmla="*/ 118 w 30"/>
                  <a:gd name="T13" fmla="*/ 499 h 96"/>
                  <a:gd name="T14" fmla="*/ 113 w 30"/>
                  <a:gd name="T15" fmla="*/ 533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96">
                    <a:moveTo>
                      <a:pt x="0" y="0"/>
                    </a:moveTo>
                    <a:cubicBezTo>
                      <a:pt x="2" y="4"/>
                      <a:pt x="8" y="6"/>
                      <a:pt x="12" y="9"/>
                    </a:cubicBezTo>
                    <a:cubicBezTo>
                      <a:pt x="16" y="13"/>
                      <a:pt x="19" y="19"/>
                      <a:pt x="20" y="25"/>
                    </a:cubicBezTo>
                    <a:cubicBezTo>
                      <a:pt x="21" y="31"/>
                      <a:pt x="17" y="38"/>
                      <a:pt x="18" y="44"/>
                    </a:cubicBezTo>
                    <a:cubicBezTo>
                      <a:pt x="19" y="48"/>
                      <a:pt x="21" y="51"/>
                      <a:pt x="23" y="54"/>
                    </a:cubicBezTo>
                    <a:cubicBezTo>
                      <a:pt x="26" y="60"/>
                      <a:pt x="29" y="67"/>
                      <a:pt x="30" y="74"/>
                    </a:cubicBezTo>
                    <a:cubicBezTo>
                      <a:pt x="30" y="80"/>
                      <a:pt x="29" y="85"/>
                      <a:pt x="27" y="90"/>
                    </a:cubicBezTo>
                    <a:cubicBezTo>
                      <a:pt x="27" y="92"/>
                      <a:pt x="26" y="94"/>
                      <a:pt x="26" y="9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11" name="Freeform 334">
                <a:extLst>
                  <a:ext uri="{FF2B5EF4-FFF2-40B4-BE49-F238E27FC236}">
                    <a16:creationId xmlns:a16="http://schemas.microsoft.com/office/drawing/2014/main" id="{A63C7B90-7E13-4176-B7D6-F7BB653C9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472"/>
                <a:ext cx="42" cy="60"/>
              </a:xfrm>
              <a:custGeom>
                <a:avLst/>
                <a:gdLst>
                  <a:gd name="T0" fmla="*/ 0 w 25"/>
                  <a:gd name="T1" fmla="*/ 0 h 34"/>
                  <a:gd name="T2" fmla="*/ 96 w 25"/>
                  <a:gd name="T3" fmla="*/ 49 h 34"/>
                  <a:gd name="T4" fmla="*/ 113 w 25"/>
                  <a:gd name="T5" fmla="*/ 18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7" y="0"/>
                      <a:pt x="16" y="3"/>
                      <a:pt x="20" y="9"/>
                    </a:cubicBezTo>
                    <a:cubicBezTo>
                      <a:pt x="25" y="17"/>
                      <a:pt x="24" y="25"/>
                      <a:pt x="24" y="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12" name="Freeform 335">
                <a:extLst>
                  <a:ext uri="{FF2B5EF4-FFF2-40B4-BE49-F238E27FC236}">
                    <a16:creationId xmlns:a16="http://schemas.microsoft.com/office/drawing/2014/main" id="{943161F8-95BC-4445-8001-59E64924D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509"/>
                <a:ext cx="35" cy="87"/>
              </a:xfrm>
              <a:custGeom>
                <a:avLst/>
                <a:gdLst>
                  <a:gd name="T0" fmla="*/ 0 w 21"/>
                  <a:gd name="T1" fmla="*/ 0 h 49"/>
                  <a:gd name="T2" fmla="*/ 42 w 21"/>
                  <a:gd name="T3" fmla="*/ 64 h 49"/>
                  <a:gd name="T4" fmla="*/ 78 w 21"/>
                  <a:gd name="T5" fmla="*/ 123 h 49"/>
                  <a:gd name="T6" fmla="*/ 92 w 21"/>
                  <a:gd name="T7" fmla="*/ 240 h 49"/>
                  <a:gd name="T8" fmla="*/ 97 w 21"/>
                  <a:gd name="T9" fmla="*/ 27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9">
                    <a:moveTo>
                      <a:pt x="0" y="0"/>
                    </a:moveTo>
                    <a:cubicBezTo>
                      <a:pt x="2" y="5"/>
                      <a:pt x="5" y="8"/>
                      <a:pt x="9" y="11"/>
                    </a:cubicBezTo>
                    <a:cubicBezTo>
                      <a:pt x="13" y="14"/>
                      <a:pt x="16" y="17"/>
                      <a:pt x="17" y="22"/>
                    </a:cubicBezTo>
                    <a:cubicBezTo>
                      <a:pt x="20" y="29"/>
                      <a:pt x="18" y="36"/>
                      <a:pt x="20" y="43"/>
                    </a:cubicBezTo>
                    <a:cubicBezTo>
                      <a:pt x="20" y="45"/>
                      <a:pt x="21" y="47"/>
                      <a:pt x="21" y="4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13" name="Freeform 336">
                <a:extLst>
                  <a:ext uri="{FF2B5EF4-FFF2-40B4-BE49-F238E27FC236}">
                    <a16:creationId xmlns:a16="http://schemas.microsoft.com/office/drawing/2014/main" id="{56AC3065-E452-49CE-AB19-A785E4F5C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603"/>
                <a:ext cx="19" cy="77"/>
              </a:xfrm>
              <a:custGeom>
                <a:avLst/>
                <a:gdLst>
                  <a:gd name="T0" fmla="*/ 0 w 12"/>
                  <a:gd name="T1" fmla="*/ 0 h 44"/>
                  <a:gd name="T2" fmla="*/ 48 w 12"/>
                  <a:gd name="T3" fmla="*/ 142 h 44"/>
                  <a:gd name="T4" fmla="*/ 40 w 12"/>
                  <a:gd name="T5" fmla="*/ 205 h 44"/>
                  <a:gd name="T6" fmla="*/ 35 w 12"/>
                  <a:gd name="T7" fmla="*/ 23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4">
                    <a:moveTo>
                      <a:pt x="0" y="0"/>
                    </a:moveTo>
                    <a:cubicBezTo>
                      <a:pt x="5" y="9"/>
                      <a:pt x="12" y="16"/>
                      <a:pt x="12" y="26"/>
                    </a:cubicBezTo>
                    <a:cubicBezTo>
                      <a:pt x="12" y="30"/>
                      <a:pt x="11" y="34"/>
                      <a:pt x="10" y="38"/>
                    </a:cubicBezTo>
                    <a:cubicBezTo>
                      <a:pt x="10" y="40"/>
                      <a:pt x="9" y="44"/>
                      <a:pt x="9" y="4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14" name="Freeform 337">
                <a:extLst>
                  <a:ext uri="{FF2B5EF4-FFF2-40B4-BE49-F238E27FC236}">
                    <a16:creationId xmlns:a16="http://schemas.microsoft.com/office/drawing/2014/main" id="{156A8BEC-686E-40D4-929B-D0F726D0F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564"/>
                <a:ext cx="23" cy="69"/>
              </a:xfrm>
              <a:custGeom>
                <a:avLst/>
                <a:gdLst>
                  <a:gd name="T0" fmla="*/ 0 w 14"/>
                  <a:gd name="T1" fmla="*/ 0 h 39"/>
                  <a:gd name="T2" fmla="*/ 49 w 14"/>
                  <a:gd name="T3" fmla="*/ 94 h 39"/>
                  <a:gd name="T4" fmla="*/ 58 w 14"/>
                  <a:gd name="T5" fmla="*/ 166 h 39"/>
                  <a:gd name="T6" fmla="*/ 62 w 14"/>
                  <a:gd name="T7" fmla="*/ 21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5" y="5"/>
                      <a:pt x="8" y="10"/>
                      <a:pt x="11" y="17"/>
                    </a:cubicBezTo>
                    <a:cubicBezTo>
                      <a:pt x="12" y="22"/>
                      <a:pt x="13" y="26"/>
                      <a:pt x="13" y="30"/>
                    </a:cubicBezTo>
                    <a:cubicBezTo>
                      <a:pt x="13" y="33"/>
                      <a:pt x="13" y="36"/>
                      <a:pt x="14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15" name="Freeform 338">
                <a:extLst>
                  <a:ext uri="{FF2B5EF4-FFF2-40B4-BE49-F238E27FC236}">
                    <a16:creationId xmlns:a16="http://schemas.microsoft.com/office/drawing/2014/main" id="{82E8CAB5-D690-4524-A7B1-029F9D254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739"/>
                <a:ext cx="102" cy="293"/>
              </a:xfrm>
              <a:custGeom>
                <a:avLst/>
                <a:gdLst>
                  <a:gd name="T0" fmla="*/ 255 w 62"/>
                  <a:gd name="T1" fmla="*/ 0 h 166"/>
                  <a:gd name="T2" fmla="*/ 271 w 62"/>
                  <a:gd name="T3" fmla="*/ 152 h 166"/>
                  <a:gd name="T4" fmla="*/ 271 w 62"/>
                  <a:gd name="T5" fmla="*/ 215 h 166"/>
                  <a:gd name="T6" fmla="*/ 243 w 62"/>
                  <a:gd name="T7" fmla="*/ 265 h 166"/>
                  <a:gd name="T8" fmla="*/ 240 w 62"/>
                  <a:gd name="T9" fmla="*/ 387 h 166"/>
                  <a:gd name="T10" fmla="*/ 206 w 62"/>
                  <a:gd name="T11" fmla="*/ 538 h 166"/>
                  <a:gd name="T12" fmla="*/ 151 w 62"/>
                  <a:gd name="T13" fmla="*/ 616 h 166"/>
                  <a:gd name="T14" fmla="*/ 105 w 62"/>
                  <a:gd name="T15" fmla="*/ 807 h 166"/>
                  <a:gd name="T16" fmla="*/ 41 w 62"/>
                  <a:gd name="T17" fmla="*/ 879 h 166"/>
                  <a:gd name="T18" fmla="*/ 0 w 62"/>
                  <a:gd name="T19" fmla="*/ 913 h 1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166">
                    <a:moveTo>
                      <a:pt x="57" y="0"/>
                    </a:moveTo>
                    <a:cubicBezTo>
                      <a:pt x="57" y="9"/>
                      <a:pt x="61" y="19"/>
                      <a:pt x="61" y="28"/>
                    </a:cubicBezTo>
                    <a:cubicBezTo>
                      <a:pt x="61" y="32"/>
                      <a:pt x="62" y="36"/>
                      <a:pt x="61" y="39"/>
                    </a:cubicBezTo>
                    <a:cubicBezTo>
                      <a:pt x="60" y="43"/>
                      <a:pt x="57" y="45"/>
                      <a:pt x="55" y="48"/>
                    </a:cubicBezTo>
                    <a:cubicBezTo>
                      <a:pt x="51" y="54"/>
                      <a:pt x="54" y="63"/>
                      <a:pt x="54" y="70"/>
                    </a:cubicBezTo>
                    <a:cubicBezTo>
                      <a:pt x="54" y="80"/>
                      <a:pt x="54" y="91"/>
                      <a:pt x="46" y="98"/>
                    </a:cubicBezTo>
                    <a:cubicBezTo>
                      <a:pt x="41" y="102"/>
                      <a:pt x="36" y="106"/>
                      <a:pt x="34" y="112"/>
                    </a:cubicBezTo>
                    <a:cubicBezTo>
                      <a:pt x="31" y="124"/>
                      <a:pt x="33" y="137"/>
                      <a:pt x="24" y="147"/>
                    </a:cubicBezTo>
                    <a:cubicBezTo>
                      <a:pt x="20" y="152"/>
                      <a:pt x="14" y="157"/>
                      <a:pt x="9" y="160"/>
                    </a:cubicBezTo>
                    <a:cubicBezTo>
                      <a:pt x="6" y="161"/>
                      <a:pt x="2" y="163"/>
                      <a:pt x="0" y="16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16" name="Freeform 339">
                <a:extLst>
                  <a:ext uri="{FF2B5EF4-FFF2-40B4-BE49-F238E27FC236}">
                    <a16:creationId xmlns:a16="http://schemas.microsoft.com/office/drawing/2014/main" id="{7EEA96A8-87E7-4707-9310-1470EC855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137"/>
                <a:ext cx="285" cy="49"/>
              </a:xfrm>
              <a:custGeom>
                <a:avLst/>
                <a:gdLst>
                  <a:gd name="T0" fmla="*/ 0 w 172"/>
                  <a:gd name="T1" fmla="*/ 0 h 28"/>
                  <a:gd name="T2" fmla="*/ 83 w 172"/>
                  <a:gd name="T3" fmla="*/ 102 h 28"/>
                  <a:gd name="T4" fmla="*/ 192 w 172"/>
                  <a:gd name="T5" fmla="*/ 93 h 28"/>
                  <a:gd name="T6" fmla="*/ 285 w 172"/>
                  <a:gd name="T7" fmla="*/ 102 h 28"/>
                  <a:gd name="T8" fmla="*/ 444 w 172"/>
                  <a:gd name="T9" fmla="*/ 123 h 28"/>
                  <a:gd name="T10" fmla="*/ 519 w 172"/>
                  <a:gd name="T11" fmla="*/ 93 h 28"/>
                  <a:gd name="T12" fmla="*/ 560 w 172"/>
                  <a:gd name="T13" fmla="*/ 107 h 28"/>
                  <a:gd name="T14" fmla="*/ 645 w 172"/>
                  <a:gd name="T15" fmla="*/ 119 h 28"/>
                  <a:gd name="T16" fmla="*/ 782 w 172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28">
                    <a:moveTo>
                      <a:pt x="0" y="0"/>
                    </a:moveTo>
                    <a:cubicBezTo>
                      <a:pt x="2" y="5"/>
                      <a:pt x="12" y="15"/>
                      <a:pt x="18" y="19"/>
                    </a:cubicBezTo>
                    <a:cubicBezTo>
                      <a:pt x="26" y="23"/>
                      <a:pt x="34" y="20"/>
                      <a:pt x="42" y="17"/>
                    </a:cubicBezTo>
                    <a:cubicBezTo>
                      <a:pt x="50" y="14"/>
                      <a:pt x="55" y="17"/>
                      <a:pt x="63" y="19"/>
                    </a:cubicBezTo>
                    <a:cubicBezTo>
                      <a:pt x="76" y="23"/>
                      <a:pt x="84" y="28"/>
                      <a:pt x="98" y="23"/>
                    </a:cubicBezTo>
                    <a:cubicBezTo>
                      <a:pt x="104" y="20"/>
                      <a:pt x="108" y="16"/>
                      <a:pt x="114" y="17"/>
                    </a:cubicBezTo>
                    <a:cubicBezTo>
                      <a:pt x="117" y="17"/>
                      <a:pt x="120" y="19"/>
                      <a:pt x="123" y="20"/>
                    </a:cubicBezTo>
                    <a:cubicBezTo>
                      <a:pt x="129" y="22"/>
                      <a:pt x="135" y="23"/>
                      <a:pt x="142" y="22"/>
                    </a:cubicBezTo>
                    <a:cubicBezTo>
                      <a:pt x="153" y="21"/>
                      <a:pt x="167" y="11"/>
                      <a:pt x="172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17" name="Freeform 340">
                <a:extLst>
                  <a:ext uri="{FF2B5EF4-FFF2-40B4-BE49-F238E27FC236}">
                    <a16:creationId xmlns:a16="http://schemas.microsoft.com/office/drawing/2014/main" id="{798568BC-307C-4005-91EB-AE795795B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034"/>
                <a:ext cx="141" cy="104"/>
              </a:xfrm>
              <a:custGeom>
                <a:avLst/>
                <a:gdLst>
                  <a:gd name="T0" fmla="*/ 388 w 85"/>
                  <a:gd name="T1" fmla="*/ 0 h 59"/>
                  <a:gd name="T2" fmla="*/ 342 w 85"/>
                  <a:gd name="T3" fmla="*/ 78 h 59"/>
                  <a:gd name="T4" fmla="*/ 300 w 85"/>
                  <a:gd name="T5" fmla="*/ 137 h 59"/>
                  <a:gd name="T6" fmla="*/ 247 w 85"/>
                  <a:gd name="T7" fmla="*/ 152 h 59"/>
                  <a:gd name="T8" fmla="*/ 214 w 85"/>
                  <a:gd name="T9" fmla="*/ 196 h 59"/>
                  <a:gd name="T10" fmla="*/ 96 w 85"/>
                  <a:gd name="T11" fmla="*/ 308 h 59"/>
                  <a:gd name="T12" fmla="*/ 0 w 85"/>
                  <a:gd name="T13" fmla="*/ 31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59">
                    <a:moveTo>
                      <a:pt x="85" y="0"/>
                    </a:moveTo>
                    <a:cubicBezTo>
                      <a:pt x="82" y="0"/>
                      <a:pt x="77" y="11"/>
                      <a:pt x="75" y="14"/>
                    </a:cubicBezTo>
                    <a:cubicBezTo>
                      <a:pt x="73" y="19"/>
                      <a:pt x="71" y="22"/>
                      <a:pt x="66" y="25"/>
                    </a:cubicBezTo>
                    <a:cubicBezTo>
                      <a:pt x="62" y="26"/>
                      <a:pt x="58" y="27"/>
                      <a:pt x="54" y="28"/>
                    </a:cubicBezTo>
                    <a:cubicBezTo>
                      <a:pt x="50" y="29"/>
                      <a:pt x="49" y="31"/>
                      <a:pt x="47" y="36"/>
                    </a:cubicBezTo>
                    <a:cubicBezTo>
                      <a:pt x="41" y="47"/>
                      <a:pt x="35" y="54"/>
                      <a:pt x="21" y="56"/>
                    </a:cubicBezTo>
                    <a:cubicBezTo>
                      <a:pt x="14" y="57"/>
                      <a:pt x="7" y="59"/>
                      <a:pt x="0" y="5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18" name="Freeform 341">
                <a:extLst>
                  <a:ext uri="{FF2B5EF4-FFF2-40B4-BE49-F238E27FC236}">
                    <a16:creationId xmlns:a16="http://schemas.microsoft.com/office/drawing/2014/main" id="{152CF3B5-B5CB-4A60-A9E2-3684F95D7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680"/>
                <a:ext cx="22" cy="105"/>
              </a:xfrm>
              <a:custGeom>
                <a:avLst/>
                <a:gdLst>
                  <a:gd name="T0" fmla="*/ 0 w 13"/>
                  <a:gd name="T1" fmla="*/ 0 h 59"/>
                  <a:gd name="T2" fmla="*/ 54 w 13"/>
                  <a:gd name="T3" fmla="*/ 194 h 59"/>
                  <a:gd name="T4" fmla="*/ 5 w 13"/>
                  <a:gd name="T5" fmla="*/ 3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9">
                    <a:moveTo>
                      <a:pt x="0" y="0"/>
                    </a:moveTo>
                    <a:cubicBezTo>
                      <a:pt x="5" y="11"/>
                      <a:pt x="13" y="21"/>
                      <a:pt x="11" y="34"/>
                    </a:cubicBezTo>
                    <a:cubicBezTo>
                      <a:pt x="10" y="42"/>
                      <a:pt x="5" y="52"/>
                      <a:pt x="1" y="5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19" name="Freeform 342">
                <a:extLst>
                  <a:ext uri="{FF2B5EF4-FFF2-40B4-BE49-F238E27FC236}">
                    <a16:creationId xmlns:a16="http://schemas.microsoft.com/office/drawing/2014/main" id="{02414F5F-5D44-4A9D-980C-35CB32F4E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900"/>
                <a:ext cx="38" cy="85"/>
              </a:xfrm>
              <a:custGeom>
                <a:avLst/>
                <a:gdLst>
                  <a:gd name="T0" fmla="*/ 97 w 23"/>
                  <a:gd name="T1" fmla="*/ 0 h 48"/>
                  <a:gd name="T2" fmla="*/ 0 w 23"/>
                  <a:gd name="T3" fmla="*/ 26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8">
                    <a:moveTo>
                      <a:pt x="22" y="0"/>
                    </a:moveTo>
                    <a:cubicBezTo>
                      <a:pt x="23" y="19"/>
                      <a:pt x="16" y="37"/>
                      <a:pt x="0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20" name="Freeform 343">
                <a:extLst>
                  <a:ext uri="{FF2B5EF4-FFF2-40B4-BE49-F238E27FC236}">
                    <a16:creationId xmlns:a16="http://schemas.microsoft.com/office/drawing/2014/main" id="{0CCD73D6-645D-4AE4-8368-75D0B4963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002"/>
                <a:ext cx="63" cy="73"/>
              </a:xfrm>
              <a:custGeom>
                <a:avLst/>
                <a:gdLst>
                  <a:gd name="T0" fmla="*/ 172 w 38"/>
                  <a:gd name="T1" fmla="*/ 0 h 41"/>
                  <a:gd name="T2" fmla="*/ 83 w 38"/>
                  <a:gd name="T3" fmla="*/ 187 h 41"/>
                  <a:gd name="T4" fmla="*/ 0 w 38"/>
                  <a:gd name="T5" fmla="*/ 23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38" y="0"/>
                    </a:moveTo>
                    <a:cubicBezTo>
                      <a:pt x="33" y="11"/>
                      <a:pt x="29" y="25"/>
                      <a:pt x="18" y="33"/>
                    </a:cubicBezTo>
                    <a:cubicBezTo>
                      <a:pt x="12" y="37"/>
                      <a:pt x="6" y="39"/>
                      <a:pt x="0" y="4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21" name="Freeform 344">
                <a:extLst>
                  <a:ext uri="{FF2B5EF4-FFF2-40B4-BE49-F238E27FC236}">
                    <a16:creationId xmlns:a16="http://schemas.microsoft.com/office/drawing/2014/main" id="{9FFD3C4D-2A04-4247-81CF-010A7AEC9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31"/>
                <a:ext cx="93" cy="48"/>
              </a:xfrm>
              <a:custGeom>
                <a:avLst/>
                <a:gdLst>
                  <a:gd name="T0" fmla="*/ 256 w 56"/>
                  <a:gd name="T1" fmla="*/ 0 h 27"/>
                  <a:gd name="T2" fmla="*/ 221 w 56"/>
                  <a:gd name="T3" fmla="*/ 44 h 27"/>
                  <a:gd name="T4" fmla="*/ 168 w 56"/>
                  <a:gd name="T5" fmla="*/ 89 h 27"/>
                  <a:gd name="T6" fmla="*/ 83 w 56"/>
                  <a:gd name="T7" fmla="*/ 107 h 27"/>
                  <a:gd name="T8" fmla="*/ 0 w 56"/>
                  <a:gd name="T9" fmla="*/ 13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0"/>
                    </a:moveTo>
                    <a:cubicBezTo>
                      <a:pt x="55" y="3"/>
                      <a:pt x="50" y="6"/>
                      <a:pt x="48" y="8"/>
                    </a:cubicBezTo>
                    <a:cubicBezTo>
                      <a:pt x="45" y="11"/>
                      <a:pt x="41" y="14"/>
                      <a:pt x="37" y="16"/>
                    </a:cubicBezTo>
                    <a:cubicBezTo>
                      <a:pt x="31" y="18"/>
                      <a:pt x="24" y="18"/>
                      <a:pt x="18" y="19"/>
                    </a:cubicBezTo>
                    <a:cubicBezTo>
                      <a:pt x="13" y="20"/>
                      <a:pt x="5" y="27"/>
                      <a:pt x="0" y="2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22" name="Freeform 345">
                <a:extLst>
                  <a:ext uri="{FF2B5EF4-FFF2-40B4-BE49-F238E27FC236}">
                    <a16:creationId xmlns:a16="http://schemas.microsoft.com/office/drawing/2014/main" id="{9C1C0887-F0D8-48F0-B131-567455560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635"/>
                <a:ext cx="22" cy="84"/>
              </a:xfrm>
              <a:custGeom>
                <a:avLst/>
                <a:gdLst>
                  <a:gd name="T0" fmla="*/ 0 w 13"/>
                  <a:gd name="T1" fmla="*/ 0 h 48"/>
                  <a:gd name="T2" fmla="*/ 49 w 13"/>
                  <a:gd name="T3" fmla="*/ 130 h 48"/>
                  <a:gd name="T4" fmla="*/ 42 w 13"/>
                  <a:gd name="T5" fmla="*/ 25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8">
                    <a:moveTo>
                      <a:pt x="0" y="0"/>
                    </a:moveTo>
                    <a:cubicBezTo>
                      <a:pt x="6" y="6"/>
                      <a:pt x="9" y="16"/>
                      <a:pt x="10" y="24"/>
                    </a:cubicBezTo>
                    <a:cubicBezTo>
                      <a:pt x="11" y="30"/>
                      <a:pt x="13" y="42"/>
                      <a:pt x="9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23" name="Freeform 346">
                <a:extLst>
                  <a:ext uri="{FF2B5EF4-FFF2-40B4-BE49-F238E27FC236}">
                    <a16:creationId xmlns:a16="http://schemas.microsoft.com/office/drawing/2014/main" id="{21BCDE5D-2682-4223-8992-D3C1397DC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801"/>
                <a:ext cx="21" cy="95"/>
              </a:xfrm>
              <a:custGeom>
                <a:avLst/>
                <a:gdLst>
                  <a:gd name="T0" fmla="*/ 39 w 13"/>
                  <a:gd name="T1" fmla="*/ 0 h 54"/>
                  <a:gd name="T2" fmla="*/ 50 w 13"/>
                  <a:gd name="T3" fmla="*/ 99 h 54"/>
                  <a:gd name="T4" fmla="*/ 42 w 13"/>
                  <a:gd name="T5" fmla="*/ 192 h 54"/>
                  <a:gd name="T6" fmla="*/ 0 w 13"/>
                  <a:gd name="T7" fmla="*/ 29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4">
                    <a:moveTo>
                      <a:pt x="9" y="0"/>
                    </a:moveTo>
                    <a:cubicBezTo>
                      <a:pt x="9" y="6"/>
                      <a:pt x="11" y="12"/>
                      <a:pt x="12" y="18"/>
                    </a:cubicBezTo>
                    <a:cubicBezTo>
                      <a:pt x="13" y="24"/>
                      <a:pt x="11" y="29"/>
                      <a:pt x="10" y="35"/>
                    </a:cubicBezTo>
                    <a:cubicBezTo>
                      <a:pt x="8" y="42"/>
                      <a:pt x="4" y="49"/>
                      <a:pt x="0" y="5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24" name="Freeform 347">
                <a:extLst>
                  <a:ext uri="{FF2B5EF4-FFF2-40B4-BE49-F238E27FC236}">
                    <a16:creationId xmlns:a16="http://schemas.microsoft.com/office/drawing/2014/main" id="{AF292CAD-6F6B-4FA0-BE59-BDA4DD73E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739"/>
                <a:ext cx="19" cy="102"/>
              </a:xfrm>
              <a:custGeom>
                <a:avLst/>
                <a:gdLst>
                  <a:gd name="T0" fmla="*/ 28 w 11"/>
                  <a:gd name="T1" fmla="*/ 0 h 58"/>
                  <a:gd name="T2" fmla="*/ 50 w 11"/>
                  <a:gd name="T3" fmla="*/ 86 h 58"/>
                  <a:gd name="T4" fmla="*/ 48 w 11"/>
                  <a:gd name="T5" fmla="*/ 186 h 58"/>
                  <a:gd name="T6" fmla="*/ 28 w 11"/>
                  <a:gd name="T7" fmla="*/ 266 h 58"/>
                  <a:gd name="T8" fmla="*/ 0 w 11"/>
                  <a:gd name="T9" fmla="*/ 3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8">
                    <a:moveTo>
                      <a:pt x="5" y="0"/>
                    </a:moveTo>
                    <a:cubicBezTo>
                      <a:pt x="5" y="5"/>
                      <a:pt x="9" y="11"/>
                      <a:pt x="10" y="16"/>
                    </a:cubicBezTo>
                    <a:cubicBezTo>
                      <a:pt x="11" y="22"/>
                      <a:pt x="10" y="28"/>
                      <a:pt x="9" y="34"/>
                    </a:cubicBezTo>
                    <a:cubicBezTo>
                      <a:pt x="8" y="39"/>
                      <a:pt x="8" y="44"/>
                      <a:pt x="5" y="49"/>
                    </a:cubicBezTo>
                    <a:cubicBezTo>
                      <a:pt x="3" y="53"/>
                      <a:pt x="1" y="55"/>
                      <a:pt x="0" y="5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25" name="Freeform 348">
                <a:extLst>
                  <a:ext uri="{FF2B5EF4-FFF2-40B4-BE49-F238E27FC236}">
                    <a16:creationId xmlns:a16="http://schemas.microsoft.com/office/drawing/2014/main" id="{832181D0-D4F7-4B51-A0AA-DC1576725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958"/>
                <a:ext cx="47" cy="74"/>
              </a:xfrm>
              <a:custGeom>
                <a:avLst/>
                <a:gdLst>
                  <a:gd name="T0" fmla="*/ 133 w 28"/>
                  <a:gd name="T1" fmla="*/ 0 h 42"/>
                  <a:gd name="T2" fmla="*/ 91 w 28"/>
                  <a:gd name="T3" fmla="*/ 127 h 42"/>
                  <a:gd name="T4" fmla="*/ 0 w 28"/>
                  <a:gd name="T5" fmla="*/ 22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8" y="0"/>
                    </a:moveTo>
                    <a:cubicBezTo>
                      <a:pt x="26" y="8"/>
                      <a:pt x="24" y="15"/>
                      <a:pt x="19" y="23"/>
                    </a:cubicBezTo>
                    <a:cubicBezTo>
                      <a:pt x="14" y="31"/>
                      <a:pt x="5" y="35"/>
                      <a:pt x="0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26" name="Freeform 349">
                <a:extLst>
                  <a:ext uri="{FF2B5EF4-FFF2-40B4-BE49-F238E27FC236}">
                    <a16:creationId xmlns:a16="http://schemas.microsoft.com/office/drawing/2014/main" id="{4381C50B-C820-47F6-9781-6D9493576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848"/>
                <a:ext cx="35" cy="105"/>
              </a:xfrm>
              <a:custGeom>
                <a:avLst/>
                <a:gdLst>
                  <a:gd name="T0" fmla="*/ 83 w 21"/>
                  <a:gd name="T1" fmla="*/ 0 h 59"/>
                  <a:gd name="T2" fmla="*/ 75 w 21"/>
                  <a:gd name="T3" fmla="*/ 219 h 59"/>
                  <a:gd name="T4" fmla="*/ 0 w 21"/>
                  <a:gd name="T5" fmla="*/ 3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9">
                    <a:moveTo>
                      <a:pt x="18" y="0"/>
                    </a:moveTo>
                    <a:cubicBezTo>
                      <a:pt x="18" y="14"/>
                      <a:pt x="21" y="25"/>
                      <a:pt x="16" y="39"/>
                    </a:cubicBezTo>
                    <a:cubicBezTo>
                      <a:pt x="12" y="46"/>
                      <a:pt x="7" y="55"/>
                      <a:pt x="0" y="5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27" name="Freeform 350">
                <a:extLst>
                  <a:ext uri="{FF2B5EF4-FFF2-40B4-BE49-F238E27FC236}">
                    <a16:creationId xmlns:a16="http://schemas.microsoft.com/office/drawing/2014/main" id="{D70D6A1B-CCEB-4E6F-9311-0B8081D8B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3073"/>
                <a:ext cx="63" cy="51"/>
              </a:xfrm>
              <a:custGeom>
                <a:avLst/>
                <a:gdLst>
                  <a:gd name="T0" fmla="*/ 172 w 38"/>
                  <a:gd name="T1" fmla="*/ 0 h 29"/>
                  <a:gd name="T2" fmla="*/ 88 w 38"/>
                  <a:gd name="T3" fmla="*/ 114 h 29"/>
                  <a:gd name="T4" fmla="*/ 0 w 38"/>
                  <a:gd name="T5" fmla="*/ 15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29" y="3"/>
                      <a:pt x="25" y="15"/>
                      <a:pt x="19" y="21"/>
                    </a:cubicBezTo>
                    <a:cubicBezTo>
                      <a:pt x="13" y="26"/>
                      <a:pt x="6" y="26"/>
                      <a:pt x="0" y="2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28" name="Freeform 351">
                <a:extLst>
                  <a:ext uri="{FF2B5EF4-FFF2-40B4-BE49-F238E27FC236}">
                    <a16:creationId xmlns:a16="http://schemas.microsoft.com/office/drawing/2014/main" id="{3D8B1F92-469D-4DBC-9B65-B957D622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177"/>
                <a:ext cx="96" cy="15"/>
              </a:xfrm>
              <a:custGeom>
                <a:avLst/>
                <a:gdLst>
                  <a:gd name="T0" fmla="*/ 263 w 58"/>
                  <a:gd name="T1" fmla="*/ 0 h 8"/>
                  <a:gd name="T2" fmla="*/ 179 w 58"/>
                  <a:gd name="T3" fmla="*/ 39 h 8"/>
                  <a:gd name="T4" fmla="*/ 84 w 58"/>
                  <a:gd name="T5" fmla="*/ 32 h 8"/>
                  <a:gd name="T6" fmla="*/ 0 w 58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">
                    <a:moveTo>
                      <a:pt x="58" y="0"/>
                    </a:moveTo>
                    <a:cubicBezTo>
                      <a:pt x="53" y="3"/>
                      <a:pt x="45" y="5"/>
                      <a:pt x="39" y="6"/>
                    </a:cubicBezTo>
                    <a:cubicBezTo>
                      <a:pt x="33" y="8"/>
                      <a:pt x="26" y="6"/>
                      <a:pt x="19" y="5"/>
                    </a:cubicBezTo>
                    <a:cubicBezTo>
                      <a:pt x="15" y="4"/>
                      <a:pt x="2" y="6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29" name="Freeform 352">
                <a:extLst>
                  <a:ext uri="{FF2B5EF4-FFF2-40B4-BE49-F238E27FC236}">
                    <a16:creationId xmlns:a16="http://schemas.microsoft.com/office/drawing/2014/main" id="{9FC11EE2-2523-4952-B38C-FCB0A6BEA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105"/>
                <a:ext cx="64" cy="48"/>
              </a:xfrm>
              <a:custGeom>
                <a:avLst/>
                <a:gdLst>
                  <a:gd name="T0" fmla="*/ 172 w 39"/>
                  <a:gd name="T1" fmla="*/ 0 h 27"/>
                  <a:gd name="T2" fmla="*/ 89 w 39"/>
                  <a:gd name="T3" fmla="*/ 107 h 27"/>
                  <a:gd name="T4" fmla="*/ 0 w 39"/>
                  <a:gd name="T5" fmla="*/ 14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7">
                    <a:moveTo>
                      <a:pt x="39" y="0"/>
                    </a:moveTo>
                    <a:cubicBezTo>
                      <a:pt x="39" y="10"/>
                      <a:pt x="27" y="15"/>
                      <a:pt x="20" y="19"/>
                    </a:cubicBezTo>
                    <a:cubicBezTo>
                      <a:pt x="14" y="23"/>
                      <a:pt x="7" y="27"/>
                      <a:pt x="0" y="2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30" name="Freeform 353">
                <a:extLst>
                  <a:ext uri="{FF2B5EF4-FFF2-40B4-BE49-F238E27FC236}">
                    <a16:creationId xmlns:a16="http://schemas.microsoft.com/office/drawing/2014/main" id="{D57831FE-1242-45ED-90BA-79B8DC7CC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3057"/>
                <a:ext cx="65" cy="58"/>
              </a:xfrm>
              <a:custGeom>
                <a:avLst/>
                <a:gdLst>
                  <a:gd name="T0" fmla="*/ 180 w 39"/>
                  <a:gd name="T1" fmla="*/ 0 h 33"/>
                  <a:gd name="T2" fmla="*/ 158 w 39"/>
                  <a:gd name="T3" fmla="*/ 56 h 33"/>
                  <a:gd name="T4" fmla="*/ 112 w 39"/>
                  <a:gd name="T5" fmla="*/ 109 h 33"/>
                  <a:gd name="T6" fmla="*/ 0 w 39"/>
                  <a:gd name="T7" fmla="*/ 17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3">
                    <a:moveTo>
                      <a:pt x="39" y="0"/>
                    </a:moveTo>
                    <a:cubicBezTo>
                      <a:pt x="36" y="3"/>
                      <a:pt x="35" y="7"/>
                      <a:pt x="34" y="10"/>
                    </a:cubicBezTo>
                    <a:cubicBezTo>
                      <a:pt x="31" y="14"/>
                      <a:pt x="28" y="17"/>
                      <a:pt x="24" y="20"/>
                    </a:cubicBezTo>
                    <a:cubicBezTo>
                      <a:pt x="16" y="25"/>
                      <a:pt x="8" y="28"/>
                      <a:pt x="0" y="3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31" name="Freeform 354">
                <a:extLst>
                  <a:ext uri="{FF2B5EF4-FFF2-40B4-BE49-F238E27FC236}">
                    <a16:creationId xmlns:a16="http://schemas.microsoft.com/office/drawing/2014/main" id="{FD3105AC-9D84-4FAD-BD9C-35B678E1A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176"/>
                <a:ext cx="83" cy="12"/>
              </a:xfrm>
              <a:custGeom>
                <a:avLst/>
                <a:gdLst>
                  <a:gd name="T0" fmla="*/ 0 w 50"/>
                  <a:gd name="T1" fmla="*/ 0 h 7"/>
                  <a:gd name="T2" fmla="*/ 55 w 50"/>
                  <a:gd name="T3" fmla="*/ 26 h 7"/>
                  <a:gd name="T4" fmla="*/ 146 w 50"/>
                  <a:gd name="T5" fmla="*/ 29 h 7"/>
                  <a:gd name="T6" fmla="*/ 229 w 50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">
                    <a:moveTo>
                      <a:pt x="0" y="0"/>
                    </a:moveTo>
                    <a:cubicBezTo>
                      <a:pt x="4" y="1"/>
                      <a:pt x="8" y="4"/>
                      <a:pt x="12" y="5"/>
                    </a:cubicBezTo>
                    <a:cubicBezTo>
                      <a:pt x="18" y="7"/>
                      <a:pt x="26" y="7"/>
                      <a:pt x="32" y="6"/>
                    </a:cubicBezTo>
                    <a:cubicBezTo>
                      <a:pt x="38" y="5"/>
                      <a:pt x="44" y="4"/>
                      <a:pt x="5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32" name="Freeform 355">
                <a:extLst>
                  <a:ext uri="{FF2B5EF4-FFF2-40B4-BE49-F238E27FC236}">
                    <a16:creationId xmlns:a16="http://schemas.microsoft.com/office/drawing/2014/main" id="{CBA931D6-8577-4BEC-B2C4-7A7DDCFE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133"/>
                <a:ext cx="66" cy="34"/>
              </a:xfrm>
              <a:custGeom>
                <a:avLst/>
                <a:gdLst>
                  <a:gd name="T0" fmla="*/ 180 w 40"/>
                  <a:gd name="T1" fmla="*/ 109 h 19"/>
                  <a:gd name="T2" fmla="*/ 0 w 40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9">
                    <a:moveTo>
                      <a:pt x="40" y="19"/>
                    </a:moveTo>
                    <a:cubicBezTo>
                      <a:pt x="30" y="12"/>
                      <a:pt x="4" y="1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33" name="Freeform 356">
                <a:extLst>
                  <a:ext uri="{FF2B5EF4-FFF2-40B4-BE49-F238E27FC236}">
                    <a16:creationId xmlns:a16="http://schemas.microsoft.com/office/drawing/2014/main" id="{38DEDF8D-E7B6-4902-B190-2409B442B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188"/>
                <a:ext cx="91" cy="14"/>
              </a:xfrm>
              <a:custGeom>
                <a:avLst/>
                <a:gdLst>
                  <a:gd name="T0" fmla="*/ 0 w 55"/>
                  <a:gd name="T1" fmla="*/ 0 h 8"/>
                  <a:gd name="T2" fmla="*/ 117 w 55"/>
                  <a:gd name="T3" fmla="*/ 37 h 8"/>
                  <a:gd name="T4" fmla="*/ 250 w 55"/>
                  <a:gd name="T5" fmla="*/ 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8">
                    <a:moveTo>
                      <a:pt x="0" y="0"/>
                    </a:moveTo>
                    <a:cubicBezTo>
                      <a:pt x="7" y="8"/>
                      <a:pt x="16" y="8"/>
                      <a:pt x="26" y="7"/>
                    </a:cubicBezTo>
                    <a:cubicBezTo>
                      <a:pt x="35" y="7"/>
                      <a:pt x="47" y="5"/>
                      <a:pt x="55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34" name="Freeform 357">
                <a:extLst>
                  <a:ext uri="{FF2B5EF4-FFF2-40B4-BE49-F238E27FC236}">
                    <a16:creationId xmlns:a16="http://schemas.microsoft.com/office/drawing/2014/main" id="{D8A35D6F-4EDF-4245-9897-5316E61A5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158"/>
                <a:ext cx="73" cy="30"/>
              </a:xfrm>
              <a:custGeom>
                <a:avLst/>
                <a:gdLst>
                  <a:gd name="T0" fmla="*/ 201 w 44"/>
                  <a:gd name="T1" fmla="*/ 94 h 17"/>
                  <a:gd name="T2" fmla="*/ 126 w 44"/>
                  <a:gd name="T3" fmla="*/ 86 h 17"/>
                  <a:gd name="T4" fmla="*/ 75 w 44"/>
                  <a:gd name="T5" fmla="*/ 72 h 17"/>
                  <a:gd name="T6" fmla="*/ 22 w 44"/>
                  <a:gd name="T7" fmla="*/ 37 h 17"/>
                  <a:gd name="T8" fmla="*/ 0 w 4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7">
                    <a:moveTo>
                      <a:pt x="44" y="17"/>
                    </a:moveTo>
                    <a:cubicBezTo>
                      <a:pt x="39" y="15"/>
                      <a:pt x="33" y="17"/>
                      <a:pt x="28" y="16"/>
                    </a:cubicBezTo>
                    <a:cubicBezTo>
                      <a:pt x="24" y="16"/>
                      <a:pt x="20" y="14"/>
                      <a:pt x="16" y="13"/>
                    </a:cubicBezTo>
                    <a:cubicBezTo>
                      <a:pt x="12" y="12"/>
                      <a:pt x="8" y="10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35" name="Freeform 358">
                <a:extLst>
                  <a:ext uri="{FF2B5EF4-FFF2-40B4-BE49-F238E27FC236}">
                    <a16:creationId xmlns:a16="http://schemas.microsoft.com/office/drawing/2014/main" id="{E445215B-78B7-4C5F-A3BA-3F77C0773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126"/>
                <a:ext cx="60" cy="30"/>
              </a:xfrm>
              <a:custGeom>
                <a:avLst/>
                <a:gdLst>
                  <a:gd name="T0" fmla="*/ 167 w 36"/>
                  <a:gd name="T1" fmla="*/ 94 h 17"/>
                  <a:gd name="T2" fmla="*/ 103 w 36"/>
                  <a:gd name="T3" fmla="*/ 78 h 17"/>
                  <a:gd name="T4" fmla="*/ 55 w 36"/>
                  <a:gd name="T5" fmla="*/ 60 h 17"/>
                  <a:gd name="T6" fmla="*/ 0 w 3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36" y="17"/>
                    </a:moveTo>
                    <a:cubicBezTo>
                      <a:pt x="31" y="17"/>
                      <a:pt x="27" y="15"/>
                      <a:pt x="22" y="14"/>
                    </a:cubicBezTo>
                    <a:cubicBezTo>
                      <a:pt x="18" y="13"/>
                      <a:pt x="16" y="13"/>
                      <a:pt x="12" y="11"/>
                    </a:cubicBezTo>
                    <a:cubicBezTo>
                      <a:pt x="8" y="8"/>
                      <a:pt x="2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36" name="Freeform 359">
                <a:extLst>
                  <a:ext uri="{FF2B5EF4-FFF2-40B4-BE49-F238E27FC236}">
                    <a16:creationId xmlns:a16="http://schemas.microsoft.com/office/drawing/2014/main" id="{7AB28FA2-3F65-4A8A-93B8-EB4720D60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707"/>
                <a:ext cx="36" cy="74"/>
              </a:xfrm>
              <a:custGeom>
                <a:avLst/>
                <a:gdLst>
                  <a:gd name="T0" fmla="*/ 97 w 22"/>
                  <a:gd name="T1" fmla="*/ 28 h 42"/>
                  <a:gd name="T2" fmla="*/ 75 w 22"/>
                  <a:gd name="T3" fmla="*/ 0 h 42"/>
                  <a:gd name="T4" fmla="*/ 18 w 22"/>
                  <a:gd name="T5" fmla="*/ 16 h 42"/>
                  <a:gd name="T6" fmla="*/ 18 w 22"/>
                  <a:gd name="T7" fmla="*/ 127 h 42"/>
                  <a:gd name="T8" fmla="*/ 43 w 22"/>
                  <a:gd name="T9" fmla="*/ 217 h 42"/>
                  <a:gd name="T10" fmla="*/ 92 w 22"/>
                  <a:gd name="T11" fmla="*/ 217 h 42"/>
                  <a:gd name="T12" fmla="*/ 92 w 22"/>
                  <a:gd name="T13" fmla="*/ 2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2">
                    <a:moveTo>
                      <a:pt x="22" y="5"/>
                    </a:moveTo>
                    <a:cubicBezTo>
                      <a:pt x="21" y="2"/>
                      <a:pt x="21" y="0"/>
                      <a:pt x="17" y="0"/>
                    </a:cubicBezTo>
                    <a:cubicBezTo>
                      <a:pt x="14" y="0"/>
                      <a:pt x="6" y="1"/>
                      <a:pt x="4" y="3"/>
                    </a:cubicBezTo>
                    <a:cubicBezTo>
                      <a:pt x="0" y="5"/>
                      <a:pt x="3" y="18"/>
                      <a:pt x="4" y="23"/>
                    </a:cubicBezTo>
                    <a:cubicBezTo>
                      <a:pt x="4" y="28"/>
                      <a:pt x="4" y="38"/>
                      <a:pt x="10" y="40"/>
                    </a:cubicBezTo>
                    <a:cubicBezTo>
                      <a:pt x="13" y="42"/>
                      <a:pt x="17" y="41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37" name="Freeform 360">
                <a:extLst>
                  <a:ext uri="{FF2B5EF4-FFF2-40B4-BE49-F238E27FC236}">
                    <a16:creationId xmlns:a16="http://schemas.microsoft.com/office/drawing/2014/main" id="{9F511B1A-D6B6-4EE5-80E3-C0F773E91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573"/>
                <a:ext cx="43" cy="74"/>
              </a:xfrm>
              <a:custGeom>
                <a:avLst/>
                <a:gdLst>
                  <a:gd name="T0" fmla="*/ 71 w 26"/>
                  <a:gd name="T1" fmla="*/ 229 h 42"/>
                  <a:gd name="T2" fmla="*/ 0 w 26"/>
                  <a:gd name="T3" fmla="*/ 164 h 42"/>
                  <a:gd name="T4" fmla="*/ 36 w 26"/>
                  <a:gd name="T5" fmla="*/ 21 h 42"/>
                  <a:gd name="T6" fmla="*/ 104 w 26"/>
                  <a:gd name="T7" fmla="*/ 28 h 42"/>
                  <a:gd name="T8" fmla="*/ 117 w 26"/>
                  <a:gd name="T9" fmla="*/ 5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16" y="42"/>
                    </a:moveTo>
                    <a:cubicBezTo>
                      <a:pt x="7" y="42"/>
                      <a:pt x="1" y="40"/>
                      <a:pt x="0" y="30"/>
                    </a:cubicBezTo>
                    <a:cubicBezTo>
                      <a:pt x="0" y="23"/>
                      <a:pt x="3" y="10"/>
                      <a:pt x="8" y="4"/>
                    </a:cubicBezTo>
                    <a:cubicBezTo>
                      <a:pt x="12" y="0"/>
                      <a:pt x="19" y="3"/>
                      <a:pt x="23" y="5"/>
                    </a:cubicBezTo>
                    <a:cubicBezTo>
                      <a:pt x="26" y="6"/>
                      <a:pt x="26" y="7"/>
                      <a:pt x="26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38" name="Freeform 361">
                <a:extLst>
                  <a:ext uri="{FF2B5EF4-FFF2-40B4-BE49-F238E27FC236}">
                    <a16:creationId xmlns:a16="http://schemas.microsoft.com/office/drawing/2014/main" id="{CE510035-8BFD-454B-A71D-1571A23DE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829"/>
                <a:ext cx="35" cy="74"/>
              </a:xfrm>
              <a:custGeom>
                <a:avLst/>
                <a:gdLst>
                  <a:gd name="T0" fmla="*/ 55 w 21"/>
                  <a:gd name="T1" fmla="*/ 0 h 42"/>
                  <a:gd name="T2" fmla="*/ 28 w 21"/>
                  <a:gd name="T3" fmla="*/ 16 h 42"/>
                  <a:gd name="T4" fmla="*/ 0 w 21"/>
                  <a:gd name="T5" fmla="*/ 44 h 42"/>
                  <a:gd name="T6" fmla="*/ 13 w 21"/>
                  <a:gd name="T7" fmla="*/ 109 h 42"/>
                  <a:gd name="T8" fmla="*/ 28 w 21"/>
                  <a:gd name="T9" fmla="*/ 171 h 42"/>
                  <a:gd name="T10" fmla="*/ 63 w 21"/>
                  <a:gd name="T11" fmla="*/ 224 h 42"/>
                  <a:gd name="T12" fmla="*/ 97 w 21"/>
                  <a:gd name="T13" fmla="*/ 208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2">
                    <a:moveTo>
                      <a:pt x="12" y="0"/>
                    </a:moveTo>
                    <a:cubicBezTo>
                      <a:pt x="10" y="0"/>
                      <a:pt x="7" y="2"/>
                      <a:pt x="6" y="3"/>
                    </a:cubicBezTo>
                    <a:cubicBezTo>
                      <a:pt x="3" y="4"/>
                      <a:pt x="1" y="5"/>
                      <a:pt x="0" y="8"/>
                    </a:cubicBezTo>
                    <a:cubicBezTo>
                      <a:pt x="0" y="12"/>
                      <a:pt x="2" y="16"/>
                      <a:pt x="3" y="20"/>
                    </a:cubicBezTo>
                    <a:cubicBezTo>
                      <a:pt x="4" y="24"/>
                      <a:pt x="4" y="28"/>
                      <a:pt x="6" y="31"/>
                    </a:cubicBezTo>
                    <a:cubicBezTo>
                      <a:pt x="7" y="36"/>
                      <a:pt x="9" y="42"/>
                      <a:pt x="14" y="41"/>
                    </a:cubicBezTo>
                    <a:cubicBezTo>
                      <a:pt x="17" y="41"/>
                      <a:pt x="19" y="40"/>
                      <a:pt x="21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39" name="Freeform 362">
                <a:extLst>
                  <a:ext uri="{FF2B5EF4-FFF2-40B4-BE49-F238E27FC236}">
                    <a16:creationId xmlns:a16="http://schemas.microsoft.com/office/drawing/2014/main" id="{3BAD306A-5EF0-4219-9BE3-97C9A2308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955"/>
                <a:ext cx="58" cy="69"/>
              </a:xfrm>
              <a:custGeom>
                <a:avLst/>
                <a:gdLst>
                  <a:gd name="T0" fmla="*/ 76 w 35"/>
                  <a:gd name="T1" fmla="*/ 16 h 39"/>
                  <a:gd name="T2" fmla="*/ 22 w 35"/>
                  <a:gd name="T3" fmla="*/ 50 h 39"/>
                  <a:gd name="T4" fmla="*/ 68 w 35"/>
                  <a:gd name="T5" fmla="*/ 172 h 39"/>
                  <a:gd name="T6" fmla="*/ 126 w 35"/>
                  <a:gd name="T7" fmla="*/ 211 h 39"/>
                  <a:gd name="T8" fmla="*/ 159 w 35"/>
                  <a:gd name="T9" fmla="*/ 17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9">
                    <a:moveTo>
                      <a:pt x="17" y="3"/>
                    </a:moveTo>
                    <a:cubicBezTo>
                      <a:pt x="12" y="0"/>
                      <a:pt x="7" y="6"/>
                      <a:pt x="5" y="9"/>
                    </a:cubicBezTo>
                    <a:cubicBezTo>
                      <a:pt x="0" y="16"/>
                      <a:pt x="10" y="26"/>
                      <a:pt x="15" y="31"/>
                    </a:cubicBezTo>
                    <a:cubicBezTo>
                      <a:pt x="18" y="35"/>
                      <a:pt x="23" y="39"/>
                      <a:pt x="28" y="38"/>
                    </a:cubicBezTo>
                    <a:cubicBezTo>
                      <a:pt x="31" y="38"/>
                      <a:pt x="35" y="36"/>
                      <a:pt x="35" y="3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40" name="Freeform 363">
                <a:extLst>
                  <a:ext uri="{FF2B5EF4-FFF2-40B4-BE49-F238E27FC236}">
                    <a16:creationId xmlns:a16="http://schemas.microsoft.com/office/drawing/2014/main" id="{2F7F409E-BE33-4962-BF7D-DB7F0157E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064"/>
                <a:ext cx="61" cy="76"/>
              </a:xfrm>
              <a:custGeom>
                <a:avLst/>
                <a:gdLst>
                  <a:gd name="T0" fmla="*/ 43 w 37"/>
                  <a:gd name="T1" fmla="*/ 34 h 43"/>
                  <a:gd name="T2" fmla="*/ 8 w 37"/>
                  <a:gd name="T3" fmla="*/ 85 h 43"/>
                  <a:gd name="T4" fmla="*/ 76 w 37"/>
                  <a:gd name="T5" fmla="*/ 200 h 43"/>
                  <a:gd name="T6" fmla="*/ 147 w 37"/>
                  <a:gd name="T7" fmla="*/ 203 h 43"/>
                  <a:gd name="T8" fmla="*/ 158 w 37"/>
                  <a:gd name="T9" fmla="*/ 1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3">
                    <a:moveTo>
                      <a:pt x="10" y="6"/>
                    </a:moveTo>
                    <a:cubicBezTo>
                      <a:pt x="8" y="0"/>
                      <a:pt x="2" y="13"/>
                      <a:pt x="2" y="15"/>
                    </a:cubicBezTo>
                    <a:cubicBezTo>
                      <a:pt x="0" y="24"/>
                      <a:pt x="11" y="32"/>
                      <a:pt x="17" y="36"/>
                    </a:cubicBezTo>
                    <a:cubicBezTo>
                      <a:pt x="22" y="38"/>
                      <a:pt x="29" y="43"/>
                      <a:pt x="33" y="37"/>
                    </a:cubicBezTo>
                    <a:cubicBezTo>
                      <a:pt x="35" y="35"/>
                      <a:pt x="37" y="30"/>
                      <a:pt x="35" y="2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41" name="Freeform 364">
                <a:extLst>
                  <a:ext uri="{FF2B5EF4-FFF2-40B4-BE49-F238E27FC236}">
                    <a16:creationId xmlns:a16="http://schemas.microsoft.com/office/drawing/2014/main" id="{DE213A4E-B463-4B2A-9CBF-8BB05EFD8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642"/>
                <a:ext cx="20" cy="69"/>
              </a:xfrm>
              <a:custGeom>
                <a:avLst/>
                <a:gdLst>
                  <a:gd name="T0" fmla="*/ 55 w 12"/>
                  <a:gd name="T1" fmla="*/ 12 h 39"/>
                  <a:gd name="T2" fmla="*/ 28 w 12"/>
                  <a:gd name="T3" fmla="*/ 7 h 39"/>
                  <a:gd name="T4" fmla="*/ 8 w 12"/>
                  <a:gd name="T5" fmla="*/ 88 h 39"/>
                  <a:gd name="T6" fmla="*/ 0 w 12"/>
                  <a:gd name="T7" fmla="*/ 182 h 39"/>
                  <a:gd name="T8" fmla="*/ 8 w 12"/>
                  <a:gd name="T9" fmla="*/ 21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9">
                    <a:moveTo>
                      <a:pt x="12" y="2"/>
                    </a:moveTo>
                    <a:cubicBezTo>
                      <a:pt x="10" y="2"/>
                      <a:pt x="7" y="0"/>
                      <a:pt x="6" y="1"/>
                    </a:cubicBezTo>
                    <a:cubicBezTo>
                      <a:pt x="3" y="2"/>
                      <a:pt x="2" y="13"/>
                      <a:pt x="2" y="16"/>
                    </a:cubicBezTo>
                    <a:cubicBezTo>
                      <a:pt x="1" y="21"/>
                      <a:pt x="0" y="27"/>
                      <a:pt x="0" y="33"/>
                    </a:cubicBezTo>
                    <a:cubicBezTo>
                      <a:pt x="0" y="35"/>
                      <a:pt x="0" y="38"/>
                      <a:pt x="2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42" name="Freeform 365">
                <a:extLst>
                  <a:ext uri="{FF2B5EF4-FFF2-40B4-BE49-F238E27FC236}">
                    <a16:creationId xmlns:a16="http://schemas.microsoft.com/office/drawing/2014/main" id="{E363ACBC-501A-4078-A3F3-535BD0A22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780"/>
                <a:ext cx="18" cy="60"/>
              </a:xfrm>
              <a:custGeom>
                <a:avLst/>
                <a:gdLst>
                  <a:gd name="T0" fmla="*/ 41 w 11"/>
                  <a:gd name="T1" fmla="*/ 7 h 34"/>
                  <a:gd name="T2" fmla="*/ 8 w 11"/>
                  <a:gd name="T3" fmla="*/ 21 h 34"/>
                  <a:gd name="T4" fmla="*/ 18 w 11"/>
                  <a:gd name="T5" fmla="*/ 106 h 34"/>
                  <a:gd name="T6" fmla="*/ 47 w 11"/>
                  <a:gd name="T7" fmla="*/ 17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4">
                    <a:moveTo>
                      <a:pt x="9" y="1"/>
                    </a:moveTo>
                    <a:cubicBezTo>
                      <a:pt x="6" y="1"/>
                      <a:pt x="3" y="0"/>
                      <a:pt x="2" y="4"/>
                    </a:cubicBezTo>
                    <a:cubicBezTo>
                      <a:pt x="0" y="8"/>
                      <a:pt x="3" y="15"/>
                      <a:pt x="4" y="19"/>
                    </a:cubicBezTo>
                    <a:cubicBezTo>
                      <a:pt x="5" y="22"/>
                      <a:pt x="6" y="34"/>
                      <a:pt x="11" y="3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43" name="Freeform 366">
                <a:extLst>
                  <a:ext uri="{FF2B5EF4-FFF2-40B4-BE49-F238E27FC236}">
                    <a16:creationId xmlns:a16="http://schemas.microsoft.com/office/drawing/2014/main" id="{A9285F5D-17D8-400E-9E18-B5968E181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903"/>
                <a:ext cx="40" cy="66"/>
              </a:xfrm>
              <a:custGeom>
                <a:avLst/>
                <a:gdLst>
                  <a:gd name="T0" fmla="*/ 62 w 24"/>
                  <a:gd name="T1" fmla="*/ 0 h 37"/>
                  <a:gd name="T2" fmla="*/ 63 w 24"/>
                  <a:gd name="T3" fmla="*/ 159 h 37"/>
                  <a:gd name="T4" fmla="*/ 112 w 24"/>
                  <a:gd name="T5" fmla="*/ 21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13" y="0"/>
                    </a:moveTo>
                    <a:cubicBezTo>
                      <a:pt x="0" y="2"/>
                      <a:pt x="11" y="21"/>
                      <a:pt x="14" y="28"/>
                    </a:cubicBezTo>
                    <a:cubicBezTo>
                      <a:pt x="16" y="32"/>
                      <a:pt x="19" y="37"/>
                      <a:pt x="24" y="3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44" name="Freeform 367">
                <a:extLst>
                  <a:ext uri="{FF2B5EF4-FFF2-40B4-BE49-F238E27FC236}">
                    <a16:creationId xmlns:a16="http://schemas.microsoft.com/office/drawing/2014/main" id="{AD8CD8F1-3339-4E16-BDA8-E08F369F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705"/>
                <a:ext cx="5" cy="9"/>
              </a:xfrm>
              <a:custGeom>
                <a:avLst/>
                <a:gdLst>
                  <a:gd name="T0" fmla="*/ 0 w 3"/>
                  <a:gd name="T1" fmla="*/ 29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45" name="Freeform 368">
                <a:extLst>
                  <a:ext uri="{FF2B5EF4-FFF2-40B4-BE49-F238E27FC236}">
                    <a16:creationId xmlns:a16="http://schemas.microsoft.com/office/drawing/2014/main" id="{6C1D05E5-086C-4990-80A7-AA71DE429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633"/>
                <a:ext cx="25" cy="16"/>
              </a:xfrm>
              <a:custGeom>
                <a:avLst/>
                <a:gdLst>
                  <a:gd name="T0" fmla="*/ 70 w 15"/>
                  <a:gd name="T1" fmla="*/ 50 h 9"/>
                  <a:gd name="T2" fmla="*/ 0 w 15"/>
                  <a:gd name="T3" fmla="*/ 3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15" y="9"/>
                    </a:moveTo>
                    <a:cubicBezTo>
                      <a:pt x="14" y="1"/>
                      <a:pt x="2" y="0"/>
                      <a:pt x="0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46" name="Freeform 369">
                <a:extLst>
                  <a:ext uri="{FF2B5EF4-FFF2-40B4-BE49-F238E27FC236}">
                    <a16:creationId xmlns:a16="http://schemas.microsoft.com/office/drawing/2014/main" id="{193B37AC-93A2-437F-86C1-89B6629FB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635"/>
                <a:ext cx="11" cy="8"/>
              </a:xfrm>
              <a:custGeom>
                <a:avLst/>
                <a:gdLst>
                  <a:gd name="T0" fmla="*/ 14 w 7"/>
                  <a:gd name="T1" fmla="*/ 0 h 5"/>
                  <a:gd name="T2" fmla="*/ 0 w 7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7" y="3"/>
                      <a:pt x="2" y="5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47" name="Freeform 370">
                <a:extLst>
                  <a:ext uri="{FF2B5EF4-FFF2-40B4-BE49-F238E27FC236}">
                    <a16:creationId xmlns:a16="http://schemas.microsoft.com/office/drawing/2014/main" id="{E1F462C2-F304-4AF3-9CBB-D28517CEB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560"/>
                <a:ext cx="24" cy="21"/>
              </a:xfrm>
              <a:custGeom>
                <a:avLst/>
                <a:gdLst>
                  <a:gd name="T0" fmla="*/ 42 w 15"/>
                  <a:gd name="T1" fmla="*/ 65 h 12"/>
                  <a:gd name="T2" fmla="*/ 0 w 15"/>
                  <a:gd name="T3" fmla="*/ 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0" y="12"/>
                    </a:moveTo>
                    <a:cubicBezTo>
                      <a:pt x="15" y="7"/>
                      <a:pt x="5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48" name="Freeform 371">
                <a:extLst>
                  <a:ext uri="{FF2B5EF4-FFF2-40B4-BE49-F238E27FC236}">
                    <a16:creationId xmlns:a16="http://schemas.microsoft.com/office/drawing/2014/main" id="{89CAE70C-C4B0-41CD-931F-10878E543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631"/>
                <a:ext cx="7" cy="5"/>
              </a:xfrm>
              <a:custGeom>
                <a:avLst/>
                <a:gdLst>
                  <a:gd name="T0" fmla="*/ 21 w 4"/>
                  <a:gd name="T1" fmla="*/ 13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49" name="Freeform 372">
                <a:extLst>
                  <a:ext uri="{FF2B5EF4-FFF2-40B4-BE49-F238E27FC236}">
                    <a16:creationId xmlns:a16="http://schemas.microsoft.com/office/drawing/2014/main" id="{BA4F8B71-46C4-4989-8B70-8E6EAC480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707"/>
                <a:ext cx="23" cy="11"/>
              </a:xfrm>
              <a:custGeom>
                <a:avLst/>
                <a:gdLst>
                  <a:gd name="T0" fmla="*/ 62 w 14"/>
                  <a:gd name="T1" fmla="*/ 24 h 6"/>
                  <a:gd name="T2" fmla="*/ 0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4"/>
                    </a:moveTo>
                    <a:cubicBezTo>
                      <a:pt x="9" y="4"/>
                      <a:pt x="2" y="6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50" name="Freeform 373">
                <a:extLst>
                  <a:ext uri="{FF2B5EF4-FFF2-40B4-BE49-F238E27FC236}">
                    <a16:creationId xmlns:a16="http://schemas.microsoft.com/office/drawing/2014/main" id="{A7AA97B0-A23B-4171-84B8-013B0723B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771"/>
                <a:ext cx="30" cy="9"/>
              </a:xfrm>
              <a:custGeom>
                <a:avLst/>
                <a:gdLst>
                  <a:gd name="T0" fmla="*/ 83 w 18"/>
                  <a:gd name="T1" fmla="*/ 0 h 5"/>
                  <a:gd name="T2" fmla="*/ 70 w 18"/>
                  <a:gd name="T3" fmla="*/ 23 h 5"/>
                  <a:gd name="T4" fmla="*/ 42 w 18"/>
                  <a:gd name="T5" fmla="*/ 29 h 5"/>
                  <a:gd name="T6" fmla="*/ 0 w 18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18" y="0"/>
                    </a:moveTo>
                    <a:cubicBezTo>
                      <a:pt x="16" y="1"/>
                      <a:pt x="16" y="3"/>
                      <a:pt x="15" y="4"/>
                    </a:cubicBezTo>
                    <a:cubicBezTo>
                      <a:pt x="13" y="5"/>
                      <a:pt x="11" y="5"/>
                      <a:pt x="9" y="5"/>
                    </a:cubicBezTo>
                    <a:cubicBezTo>
                      <a:pt x="5" y="5"/>
                      <a:pt x="2" y="5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51" name="Freeform 374">
                <a:extLst>
                  <a:ext uri="{FF2B5EF4-FFF2-40B4-BE49-F238E27FC236}">
                    <a16:creationId xmlns:a16="http://schemas.microsoft.com/office/drawing/2014/main" id="{861C6316-9C95-4D5E-9074-AB7DC73CD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831"/>
                <a:ext cx="32" cy="14"/>
              </a:xfrm>
              <a:custGeom>
                <a:avLst/>
                <a:gdLst>
                  <a:gd name="T0" fmla="*/ 86 w 19"/>
                  <a:gd name="T1" fmla="*/ 0 h 8"/>
                  <a:gd name="T2" fmla="*/ 37 w 19"/>
                  <a:gd name="T3" fmla="*/ 33 h 8"/>
                  <a:gd name="T4" fmla="*/ 0 w 1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8" y="0"/>
                    </a:moveTo>
                    <a:cubicBezTo>
                      <a:pt x="19" y="5"/>
                      <a:pt x="12" y="5"/>
                      <a:pt x="8" y="6"/>
                    </a:cubicBezTo>
                    <a:cubicBezTo>
                      <a:pt x="6" y="6"/>
                      <a:pt x="2" y="8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52" name="Freeform 375">
                <a:extLst>
                  <a:ext uri="{FF2B5EF4-FFF2-40B4-BE49-F238E27FC236}">
                    <a16:creationId xmlns:a16="http://schemas.microsoft.com/office/drawing/2014/main" id="{345FB517-7264-40F2-9F15-F332FCECC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780"/>
                <a:ext cx="6" cy="3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53" name="Freeform 376">
                <a:extLst>
                  <a:ext uri="{FF2B5EF4-FFF2-40B4-BE49-F238E27FC236}">
                    <a16:creationId xmlns:a16="http://schemas.microsoft.com/office/drawing/2014/main" id="{7D87BE31-B367-44DF-935D-3849DA0C8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780"/>
                <a:ext cx="5" cy="5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54" name="Freeform 377">
                <a:extLst>
                  <a:ext uri="{FF2B5EF4-FFF2-40B4-BE49-F238E27FC236}">
                    <a16:creationId xmlns:a16="http://schemas.microsoft.com/office/drawing/2014/main" id="{FE4D636D-03D1-4CBE-AB7D-F80885223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714"/>
                <a:ext cx="6" cy="5"/>
              </a:xfrm>
              <a:custGeom>
                <a:avLst/>
                <a:gdLst>
                  <a:gd name="T0" fmla="*/ 14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0"/>
                      <a:pt x="0" y="1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55" name="Freeform 378">
                <a:extLst>
                  <a:ext uri="{FF2B5EF4-FFF2-40B4-BE49-F238E27FC236}">
                    <a16:creationId xmlns:a16="http://schemas.microsoft.com/office/drawing/2014/main" id="{4B77D1B1-ECD1-4086-A71B-CD664F0FB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836"/>
                <a:ext cx="10" cy="7"/>
              </a:xfrm>
              <a:custGeom>
                <a:avLst/>
                <a:gdLst>
                  <a:gd name="T0" fmla="*/ 0 w 6"/>
                  <a:gd name="T1" fmla="*/ 7 h 4"/>
                  <a:gd name="T2" fmla="*/ 28 w 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3" y="0"/>
                      <a:pt x="6" y="1"/>
                      <a:pt x="6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56" name="Freeform 379">
                <a:extLst>
                  <a:ext uri="{FF2B5EF4-FFF2-40B4-BE49-F238E27FC236}">
                    <a16:creationId xmlns:a16="http://schemas.microsoft.com/office/drawing/2014/main" id="{BCE64684-C505-4EC1-BC0F-074574C91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894"/>
                <a:ext cx="33" cy="22"/>
              </a:xfrm>
              <a:custGeom>
                <a:avLst/>
                <a:gdLst>
                  <a:gd name="T0" fmla="*/ 84 w 20"/>
                  <a:gd name="T1" fmla="*/ 0 h 12"/>
                  <a:gd name="T2" fmla="*/ 76 w 20"/>
                  <a:gd name="T3" fmla="*/ 44 h 12"/>
                  <a:gd name="T4" fmla="*/ 35 w 20"/>
                  <a:gd name="T5" fmla="*/ 68 h 12"/>
                  <a:gd name="T6" fmla="*/ 0 w 20"/>
                  <a:gd name="T7" fmla="*/ 5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cubicBezTo>
                      <a:pt x="19" y="2"/>
                      <a:pt x="20" y="5"/>
                      <a:pt x="17" y="7"/>
                    </a:cubicBezTo>
                    <a:cubicBezTo>
                      <a:pt x="15" y="9"/>
                      <a:pt x="11" y="10"/>
                      <a:pt x="8" y="11"/>
                    </a:cubicBezTo>
                    <a:cubicBezTo>
                      <a:pt x="6" y="12"/>
                      <a:pt x="1" y="11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57" name="Freeform 380">
                <a:extLst>
                  <a:ext uri="{FF2B5EF4-FFF2-40B4-BE49-F238E27FC236}">
                    <a16:creationId xmlns:a16="http://schemas.microsoft.com/office/drawing/2014/main" id="{CF06B96D-0F3A-4A1F-A90C-6C89CF10B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909"/>
                <a:ext cx="9" cy="7"/>
              </a:xfrm>
              <a:custGeom>
                <a:avLst/>
                <a:gdLst>
                  <a:gd name="T0" fmla="*/ 29 w 5"/>
                  <a:gd name="T1" fmla="*/ 21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58" name="Freeform 381">
                <a:extLst>
                  <a:ext uri="{FF2B5EF4-FFF2-40B4-BE49-F238E27FC236}">
                    <a16:creationId xmlns:a16="http://schemas.microsoft.com/office/drawing/2014/main" id="{48184F24-37F7-4E4E-A9E7-8D03E4A2D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962"/>
                <a:ext cx="25" cy="26"/>
              </a:xfrm>
              <a:custGeom>
                <a:avLst/>
                <a:gdLst>
                  <a:gd name="T0" fmla="*/ 55 w 15"/>
                  <a:gd name="T1" fmla="*/ 0 h 15"/>
                  <a:gd name="T2" fmla="*/ 33 w 15"/>
                  <a:gd name="T3" fmla="*/ 57 h 15"/>
                  <a:gd name="T4" fmla="*/ 0 w 15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12" y="0"/>
                    </a:moveTo>
                    <a:cubicBezTo>
                      <a:pt x="15" y="6"/>
                      <a:pt x="11" y="8"/>
                      <a:pt x="7" y="11"/>
                    </a:cubicBezTo>
                    <a:cubicBezTo>
                      <a:pt x="5" y="12"/>
                      <a:pt x="1" y="15"/>
                      <a:pt x="0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59" name="Freeform 382">
                <a:extLst>
                  <a:ext uri="{FF2B5EF4-FFF2-40B4-BE49-F238E27FC236}">
                    <a16:creationId xmlns:a16="http://schemas.microsoft.com/office/drawing/2014/main" id="{3D102013-60F2-4B70-BC72-0FC81863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3016"/>
                <a:ext cx="26" cy="31"/>
              </a:xfrm>
              <a:custGeom>
                <a:avLst/>
                <a:gdLst>
                  <a:gd name="T0" fmla="*/ 54 w 16"/>
                  <a:gd name="T1" fmla="*/ 0 h 17"/>
                  <a:gd name="T2" fmla="*/ 63 w 16"/>
                  <a:gd name="T3" fmla="*/ 49 h 17"/>
                  <a:gd name="T4" fmla="*/ 39 w 16"/>
                  <a:gd name="T5" fmla="*/ 80 h 17"/>
                  <a:gd name="T6" fmla="*/ 0 w 16"/>
                  <a:gd name="T7" fmla="*/ 9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12" y="0"/>
                    </a:moveTo>
                    <a:cubicBezTo>
                      <a:pt x="14" y="1"/>
                      <a:pt x="16" y="5"/>
                      <a:pt x="15" y="8"/>
                    </a:cubicBezTo>
                    <a:cubicBezTo>
                      <a:pt x="14" y="9"/>
                      <a:pt x="10" y="11"/>
                      <a:pt x="9" y="13"/>
                    </a:cubicBezTo>
                    <a:cubicBezTo>
                      <a:pt x="7" y="15"/>
                      <a:pt x="3" y="17"/>
                      <a:pt x="0" y="1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60" name="Freeform 383">
                <a:extLst>
                  <a:ext uri="{FF2B5EF4-FFF2-40B4-BE49-F238E27FC236}">
                    <a16:creationId xmlns:a16="http://schemas.microsoft.com/office/drawing/2014/main" id="{21A94698-B51F-4033-B12F-D404C9512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972"/>
                <a:ext cx="8" cy="6"/>
              </a:xfrm>
              <a:custGeom>
                <a:avLst/>
                <a:gdLst>
                  <a:gd name="T0" fmla="*/ 0 w 5"/>
                  <a:gd name="T1" fmla="*/ 0 h 3"/>
                  <a:gd name="T2" fmla="*/ 21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0"/>
                      <a:pt x="5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61" name="Freeform 384">
                <a:extLst>
                  <a:ext uri="{FF2B5EF4-FFF2-40B4-BE49-F238E27FC236}">
                    <a16:creationId xmlns:a16="http://schemas.microsoft.com/office/drawing/2014/main" id="{B790C2CD-773A-47D5-8FF0-DCAD59A4D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983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5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0" y="6"/>
                      <a:pt x="1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62" name="Freeform 385">
                <a:extLst>
                  <a:ext uri="{FF2B5EF4-FFF2-40B4-BE49-F238E27FC236}">
                    <a16:creationId xmlns:a16="http://schemas.microsoft.com/office/drawing/2014/main" id="{76593608-7C6A-4C35-81E8-07D6EB299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3024"/>
                <a:ext cx="50" cy="68"/>
              </a:xfrm>
              <a:custGeom>
                <a:avLst/>
                <a:gdLst>
                  <a:gd name="T0" fmla="*/ 13 w 30"/>
                  <a:gd name="T1" fmla="*/ 0 h 39"/>
                  <a:gd name="T2" fmla="*/ 8 w 30"/>
                  <a:gd name="T3" fmla="*/ 49 h 39"/>
                  <a:gd name="T4" fmla="*/ 55 w 30"/>
                  <a:gd name="T5" fmla="*/ 113 h 39"/>
                  <a:gd name="T6" fmla="*/ 138 w 30"/>
                  <a:gd name="T7" fmla="*/ 20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3" y="0"/>
                    </a:moveTo>
                    <a:cubicBezTo>
                      <a:pt x="0" y="1"/>
                      <a:pt x="1" y="7"/>
                      <a:pt x="2" y="9"/>
                    </a:cubicBezTo>
                    <a:cubicBezTo>
                      <a:pt x="5" y="14"/>
                      <a:pt x="9" y="17"/>
                      <a:pt x="12" y="21"/>
                    </a:cubicBezTo>
                    <a:cubicBezTo>
                      <a:pt x="17" y="27"/>
                      <a:pt x="21" y="39"/>
                      <a:pt x="30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63" name="Freeform 386">
                <a:extLst>
                  <a:ext uri="{FF2B5EF4-FFF2-40B4-BE49-F238E27FC236}">
                    <a16:creationId xmlns:a16="http://schemas.microsoft.com/office/drawing/2014/main" id="{FEFB31A6-EC8F-4361-8A12-4FC5B5799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045"/>
                <a:ext cx="1" cy="10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64" name="Freeform 387">
                <a:extLst>
                  <a:ext uri="{FF2B5EF4-FFF2-40B4-BE49-F238E27FC236}">
                    <a16:creationId xmlns:a16="http://schemas.microsoft.com/office/drawing/2014/main" id="{66A389A2-6A56-4E1E-9C62-6651448EB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032"/>
                <a:ext cx="6" cy="2"/>
              </a:xfrm>
              <a:custGeom>
                <a:avLst/>
                <a:gdLst>
                  <a:gd name="T0" fmla="*/ 0 w 4"/>
                  <a:gd name="T1" fmla="*/ 8 h 1"/>
                  <a:gd name="T2" fmla="*/ 14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65" name="Freeform 388">
                <a:extLst>
                  <a:ext uri="{FF2B5EF4-FFF2-40B4-BE49-F238E27FC236}">
                    <a16:creationId xmlns:a16="http://schemas.microsoft.com/office/drawing/2014/main" id="{B10E8C63-BCEC-4F92-B4C7-E909B3162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3089"/>
                <a:ext cx="22" cy="26"/>
              </a:xfrm>
              <a:custGeom>
                <a:avLst/>
                <a:gdLst>
                  <a:gd name="T0" fmla="*/ 49 w 13"/>
                  <a:gd name="T1" fmla="*/ 0 h 15"/>
                  <a:gd name="T2" fmla="*/ 29 w 13"/>
                  <a:gd name="T3" fmla="*/ 42 h 15"/>
                  <a:gd name="T4" fmla="*/ 0 w 13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0" y="0"/>
                    </a:moveTo>
                    <a:cubicBezTo>
                      <a:pt x="13" y="5"/>
                      <a:pt x="10" y="5"/>
                      <a:pt x="6" y="8"/>
                    </a:cubicBezTo>
                    <a:cubicBezTo>
                      <a:pt x="5" y="10"/>
                      <a:pt x="3" y="15"/>
                      <a:pt x="0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66" name="Freeform 389">
                <a:extLst>
                  <a:ext uri="{FF2B5EF4-FFF2-40B4-BE49-F238E27FC236}">
                    <a16:creationId xmlns:a16="http://schemas.microsoft.com/office/drawing/2014/main" id="{335D556D-2583-4010-A24B-493395FA9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096"/>
                <a:ext cx="10" cy="4"/>
              </a:xfrm>
              <a:custGeom>
                <a:avLst/>
                <a:gdLst>
                  <a:gd name="T0" fmla="*/ 28 w 6"/>
                  <a:gd name="T1" fmla="*/ 16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5" y="1"/>
                      <a:pt x="3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67" name="Freeform 390">
                <a:extLst>
                  <a:ext uri="{FF2B5EF4-FFF2-40B4-BE49-F238E27FC236}">
                    <a16:creationId xmlns:a16="http://schemas.microsoft.com/office/drawing/2014/main" id="{7B3464CC-F243-4591-8B0E-116F30B35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149"/>
                <a:ext cx="67" cy="48"/>
              </a:xfrm>
              <a:custGeom>
                <a:avLst/>
                <a:gdLst>
                  <a:gd name="T0" fmla="*/ 22 w 40"/>
                  <a:gd name="T1" fmla="*/ 0 h 27"/>
                  <a:gd name="T2" fmla="*/ 22 w 40"/>
                  <a:gd name="T3" fmla="*/ 78 h 27"/>
                  <a:gd name="T4" fmla="*/ 57 w 40"/>
                  <a:gd name="T5" fmla="*/ 94 h 27"/>
                  <a:gd name="T6" fmla="*/ 95 w 40"/>
                  <a:gd name="T7" fmla="*/ 123 h 27"/>
                  <a:gd name="T8" fmla="*/ 169 w 40"/>
                  <a:gd name="T9" fmla="*/ 139 h 27"/>
                  <a:gd name="T10" fmla="*/ 188 w 40"/>
                  <a:gd name="T11" fmla="*/ 7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7">
                    <a:moveTo>
                      <a:pt x="5" y="0"/>
                    </a:moveTo>
                    <a:cubicBezTo>
                      <a:pt x="2" y="5"/>
                      <a:pt x="0" y="10"/>
                      <a:pt x="5" y="14"/>
                    </a:cubicBezTo>
                    <a:cubicBezTo>
                      <a:pt x="7" y="16"/>
                      <a:pt x="9" y="16"/>
                      <a:pt x="12" y="17"/>
                    </a:cubicBezTo>
                    <a:cubicBezTo>
                      <a:pt x="15" y="18"/>
                      <a:pt x="17" y="20"/>
                      <a:pt x="20" y="22"/>
                    </a:cubicBezTo>
                    <a:cubicBezTo>
                      <a:pt x="24" y="23"/>
                      <a:pt x="33" y="27"/>
                      <a:pt x="36" y="25"/>
                    </a:cubicBezTo>
                    <a:cubicBezTo>
                      <a:pt x="40" y="22"/>
                      <a:pt x="39" y="18"/>
                      <a:pt x="4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68" name="Freeform 391">
                <a:extLst>
                  <a:ext uri="{FF2B5EF4-FFF2-40B4-BE49-F238E27FC236}">
                    <a16:creationId xmlns:a16="http://schemas.microsoft.com/office/drawing/2014/main" id="{D24E1FC0-4130-4D6F-8958-3063DAFCB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3193"/>
                <a:ext cx="75" cy="37"/>
              </a:xfrm>
              <a:custGeom>
                <a:avLst/>
                <a:gdLst>
                  <a:gd name="T0" fmla="*/ 13 w 45"/>
                  <a:gd name="T1" fmla="*/ 0 h 21"/>
                  <a:gd name="T2" fmla="*/ 5 w 45"/>
                  <a:gd name="T3" fmla="*/ 0 h 21"/>
                  <a:gd name="T4" fmla="*/ 13 w 45"/>
                  <a:gd name="T5" fmla="*/ 58 h 21"/>
                  <a:gd name="T6" fmla="*/ 55 w 45"/>
                  <a:gd name="T7" fmla="*/ 78 h 21"/>
                  <a:gd name="T8" fmla="*/ 112 w 45"/>
                  <a:gd name="T9" fmla="*/ 93 h 21"/>
                  <a:gd name="T10" fmla="*/ 188 w 45"/>
                  <a:gd name="T11" fmla="*/ 99 h 21"/>
                  <a:gd name="T12" fmla="*/ 203 w 45"/>
                  <a:gd name="T13" fmla="*/ 3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1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3"/>
                      <a:pt x="1" y="9"/>
                      <a:pt x="3" y="11"/>
                    </a:cubicBezTo>
                    <a:cubicBezTo>
                      <a:pt x="5" y="13"/>
                      <a:pt x="10" y="14"/>
                      <a:pt x="12" y="14"/>
                    </a:cubicBezTo>
                    <a:cubicBezTo>
                      <a:pt x="16" y="15"/>
                      <a:pt x="20" y="16"/>
                      <a:pt x="24" y="17"/>
                    </a:cubicBezTo>
                    <a:cubicBezTo>
                      <a:pt x="30" y="18"/>
                      <a:pt x="36" y="21"/>
                      <a:pt x="41" y="18"/>
                    </a:cubicBezTo>
                    <a:cubicBezTo>
                      <a:pt x="45" y="15"/>
                      <a:pt x="45" y="10"/>
                      <a:pt x="44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69" name="Freeform 392">
                <a:extLst>
                  <a:ext uri="{FF2B5EF4-FFF2-40B4-BE49-F238E27FC236}">
                    <a16:creationId xmlns:a16="http://schemas.microsoft.com/office/drawing/2014/main" id="{9479FBD2-7A71-4E3D-8017-52937B39F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183"/>
                <a:ext cx="78" cy="49"/>
              </a:xfrm>
              <a:custGeom>
                <a:avLst/>
                <a:gdLst>
                  <a:gd name="T0" fmla="*/ 20 w 47"/>
                  <a:gd name="T1" fmla="*/ 44 h 28"/>
                  <a:gd name="T2" fmla="*/ 37 w 47"/>
                  <a:gd name="T3" fmla="*/ 130 h 28"/>
                  <a:gd name="T4" fmla="*/ 138 w 47"/>
                  <a:gd name="T5" fmla="*/ 114 h 28"/>
                  <a:gd name="T6" fmla="*/ 209 w 47"/>
                  <a:gd name="T7" fmla="*/ 58 h 28"/>
                  <a:gd name="T8" fmla="*/ 193 w 47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8">
                    <a:moveTo>
                      <a:pt x="4" y="8"/>
                    </a:moveTo>
                    <a:cubicBezTo>
                      <a:pt x="0" y="11"/>
                      <a:pt x="6" y="21"/>
                      <a:pt x="8" y="24"/>
                    </a:cubicBezTo>
                    <a:cubicBezTo>
                      <a:pt x="13" y="28"/>
                      <a:pt x="25" y="22"/>
                      <a:pt x="30" y="21"/>
                    </a:cubicBezTo>
                    <a:cubicBezTo>
                      <a:pt x="37" y="18"/>
                      <a:pt x="43" y="19"/>
                      <a:pt x="46" y="11"/>
                    </a:cubicBezTo>
                    <a:cubicBezTo>
                      <a:pt x="47" y="6"/>
                      <a:pt x="45" y="4"/>
                      <a:pt x="4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70" name="Freeform 393">
                <a:extLst>
                  <a:ext uri="{FF2B5EF4-FFF2-40B4-BE49-F238E27FC236}">
                    <a16:creationId xmlns:a16="http://schemas.microsoft.com/office/drawing/2014/main" id="{CCCFE7BB-B3FC-4CB1-A392-1242B0A1C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117"/>
                <a:ext cx="74" cy="66"/>
              </a:xfrm>
              <a:custGeom>
                <a:avLst/>
                <a:gdLst>
                  <a:gd name="T0" fmla="*/ 20 w 45"/>
                  <a:gd name="T1" fmla="*/ 102 h 37"/>
                  <a:gd name="T2" fmla="*/ 54 w 45"/>
                  <a:gd name="T3" fmla="*/ 182 h 37"/>
                  <a:gd name="T4" fmla="*/ 138 w 45"/>
                  <a:gd name="T5" fmla="*/ 146 h 37"/>
                  <a:gd name="T6" fmla="*/ 186 w 45"/>
                  <a:gd name="T7" fmla="*/ 93 h 37"/>
                  <a:gd name="T8" fmla="*/ 192 w 45"/>
                  <a:gd name="T9" fmla="*/ 37 h 37"/>
                  <a:gd name="T10" fmla="*/ 151 w 45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7">
                    <a:moveTo>
                      <a:pt x="4" y="18"/>
                    </a:moveTo>
                    <a:cubicBezTo>
                      <a:pt x="0" y="22"/>
                      <a:pt x="9" y="30"/>
                      <a:pt x="12" y="32"/>
                    </a:cubicBezTo>
                    <a:cubicBezTo>
                      <a:pt x="20" y="37"/>
                      <a:pt x="25" y="30"/>
                      <a:pt x="31" y="26"/>
                    </a:cubicBezTo>
                    <a:cubicBezTo>
                      <a:pt x="35" y="23"/>
                      <a:pt x="38" y="20"/>
                      <a:pt x="42" y="16"/>
                    </a:cubicBezTo>
                    <a:cubicBezTo>
                      <a:pt x="45" y="12"/>
                      <a:pt x="45" y="11"/>
                      <a:pt x="43" y="7"/>
                    </a:cubicBezTo>
                    <a:cubicBezTo>
                      <a:pt x="40" y="3"/>
                      <a:pt x="39" y="0"/>
                      <a:pt x="3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71" name="Freeform 394">
                <a:extLst>
                  <a:ext uri="{FF2B5EF4-FFF2-40B4-BE49-F238E27FC236}">
                    <a16:creationId xmlns:a16="http://schemas.microsoft.com/office/drawing/2014/main" id="{731B8F24-CAA2-4802-9A1E-F2320049E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011"/>
                <a:ext cx="68" cy="76"/>
              </a:xfrm>
              <a:custGeom>
                <a:avLst/>
                <a:gdLst>
                  <a:gd name="T0" fmla="*/ 22 w 41"/>
                  <a:gd name="T1" fmla="*/ 154 h 43"/>
                  <a:gd name="T2" fmla="*/ 63 w 41"/>
                  <a:gd name="T3" fmla="*/ 224 h 43"/>
                  <a:gd name="T4" fmla="*/ 138 w 41"/>
                  <a:gd name="T5" fmla="*/ 127 h 43"/>
                  <a:gd name="T6" fmla="*/ 168 w 41"/>
                  <a:gd name="T7" fmla="*/ 28 h 43"/>
                  <a:gd name="T8" fmla="*/ 118 w 41"/>
                  <a:gd name="T9" fmla="*/ 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5" y="28"/>
                    </a:moveTo>
                    <a:cubicBezTo>
                      <a:pt x="0" y="31"/>
                      <a:pt x="11" y="41"/>
                      <a:pt x="14" y="41"/>
                    </a:cubicBezTo>
                    <a:cubicBezTo>
                      <a:pt x="21" y="43"/>
                      <a:pt x="27" y="28"/>
                      <a:pt x="30" y="23"/>
                    </a:cubicBezTo>
                    <a:cubicBezTo>
                      <a:pt x="32" y="19"/>
                      <a:pt x="41" y="10"/>
                      <a:pt x="37" y="5"/>
                    </a:cubicBezTo>
                    <a:cubicBezTo>
                      <a:pt x="35" y="2"/>
                      <a:pt x="29" y="0"/>
                      <a:pt x="2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72" name="Freeform 395">
                <a:extLst>
                  <a:ext uri="{FF2B5EF4-FFF2-40B4-BE49-F238E27FC236}">
                    <a16:creationId xmlns:a16="http://schemas.microsoft.com/office/drawing/2014/main" id="{4B2F32CC-D4D1-401F-8004-8EB3D23A7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866"/>
                <a:ext cx="41" cy="85"/>
              </a:xfrm>
              <a:custGeom>
                <a:avLst/>
                <a:gdLst>
                  <a:gd name="T0" fmla="*/ 0 w 25"/>
                  <a:gd name="T1" fmla="*/ 223 h 48"/>
                  <a:gd name="T2" fmla="*/ 71 w 25"/>
                  <a:gd name="T3" fmla="*/ 232 h 48"/>
                  <a:gd name="T4" fmla="*/ 110 w 25"/>
                  <a:gd name="T5" fmla="*/ 110 h 48"/>
                  <a:gd name="T6" fmla="*/ 105 w 25"/>
                  <a:gd name="T7" fmla="*/ 60 h 48"/>
                  <a:gd name="T8" fmla="*/ 102 w 25"/>
                  <a:gd name="T9" fmla="*/ 12 h 48"/>
                  <a:gd name="T10" fmla="*/ 56 w 25"/>
                  <a:gd name="T11" fmla="*/ 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8">
                    <a:moveTo>
                      <a:pt x="0" y="40"/>
                    </a:moveTo>
                    <a:cubicBezTo>
                      <a:pt x="6" y="43"/>
                      <a:pt x="11" y="48"/>
                      <a:pt x="16" y="42"/>
                    </a:cubicBezTo>
                    <a:cubicBezTo>
                      <a:pt x="20" y="36"/>
                      <a:pt x="24" y="28"/>
                      <a:pt x="25" y="20"/>
                    </a:cubicBezTo>
                    <a:cubicBezTo>
                      <a:pt x="25" y="17"/>
                      <a:pt x="25" y="14"/>
                      <a:pt x="24" y="11"/>
                    </a:cubicBezTo>
                    <a:cubicBezTo>
                      <a:pt x="24" y="9"/>
                      <a:pt x="24" y="4"/>
                      <a:pt x="23" y="2"/>
                    </a:cubicBezTo>
                    <a:cubicBezTo>
                      <a:pt x="21" y="0"/>
                      <a:pt x="16" y="1"/>
                      <a:pt x="1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73" name="Freeform 396">
                <a:extLst>
                  <a:ext uri="{FF2B5EF4-FFF2-40B4-BE49-F238E27FC236}">
                    <a16:creationId xmlns:a16="http://schemas.microsoft.com/office/drawing/2014/main" id="{2538564F-546A-446E-8BC2-96D69BA42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725"/>
                <a:ext cx="28" cy="83"/>
              </a:xfrm>
              <a:custGeom>
                <a:avLst/>
                <a:gdLst>
                  <a:gd name="T0" fmla="*/ 0 w 17"/>
                  <a:gd name="T1" fmla="*/ 231 h 47"/>
                  <a:gd name="T2" fmla="*/ 63 w 17"/>
                  <a:gd name="T3" fmla="*/ 221 h 47"/>
                  <a:gd name="T4" fmla="*/ 63 w 17"/>
                  <a:gd name="T5" fmla="*/ 72 h 47"/>
                  <a:gd name="T6" fmla="*/ 33 w 17"/>
                  <a:gd name="T7" fmla="*/ 12 h 47"/>
                  <a:gd name="T8" fmla="*/ 0 w 17"/>
                  <a:gd name="T9" fmla="*/ 3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0" y="42"/>
                    </a:moveTo>
                    <a:cubicBezTo>
                      <a:pt x="5" y="42"/>
                      <a:pt x="11" y="47"/>
                      <a:pt x="14" y="40"/>
                    </a:cubicBezTo>
                    <a:cubicBezTo>
                      <a:pt x="17" y="32"/>
                      <a:pt x="14" y="21"/>
                      <a:pt x="14" y="13"/>
                    </a:cubicBezTo>
                    <a:cubicBezTo>
                      <a:pt x="13" y="9"/>
                      <a:pt x="14" y="0"/>
                      <a:pt x="7" y="2"/>
                    </a:cubicBezTo>
                    <a:cubicBezTo>
                      <a:pt x="4" y="2"/>
                      <a:pt x="3" y="5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74" name="Freeform 397">
                <a:extLst>
                  <a:ext uri="{FF2B5EF4-FFF2-40B4-BE49-F238E27FC236}">
                    <a16:creationId xmlns:a16="http://schemas.microsoft.com/office/drawing/2014/main" id="{0406A3AC-FE59-4C18-9F0D-4C02839CE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573"/>
                <a:ext cx="47" cy="81"/>
              </a:xfrm>
              <a:custGeom>
                <a:avLst/>
                <a:gdLst>
                  <a:gd name="T0" fmla="*/ 57 w 28"/>
                  <a:gd name="T1" fmla="*/ 252 h 46"/>
                  <a:gd name="T2" fmla="*/ 133 w 28"/>
                  <a:gd name="T3" fmla="*/ 180 h 46"/>
                  <a:gd name="T4" fmla="*/ 96 w 28"/>
                  <a:gd name="T5" fmla="*/ 49 h 46"/>
                  <a:gd name="T6" fmla="*/ 0 w 28"/>
                  <a:gd name="T7" fmla="*/ 5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12" y="46"/>
                    </a:moveTo>
                    <a:cubicBezTo>
                      <a:pt x="19" y="46"/>
                      <a:pt x="27" y="41"/>
                      <a:pt x="28" y="33"/>
                    </a:cubicBezTo>
                    <a:cubicBezTo>
                      <a:pt x="28" y="26"/>
                      <a:pt x="24" y="16"/>
                      <a:pt x="20" y="9"/>
                    </a:cubicBezTo>
                    <a:cubicBezTo>
                      <a:pt x="13" y="0"/>
                      <a:pt x="7" y="3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75" name="Freeform 398">
                <a:extLst>
                  <a:ext uri="{FF2B5EF4-FFF2-40B4-BE49-F238E27FC236}">
                    <a16:creationId xmlns:a16="http://schemas.microsoft.com/office/drawing/2014/main" id="{8C9ADCD3-B2EA-4E74-8BD1-ACDAA64D0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433"/>
                <a:ext cx="70" cy="78"/>
              </a:xfrm>
              <a:custGeom>
                <a:avLst/>
                <a:gdLst>
                  <a:gd name="T0" fmla="*/ 138 w 42"/>
                  <a:gd name="T1" fmla="*/ 245 h 44"/>
                  <a:gd name="T2" fmla="*/ 187 w 42"/>
                  <a:gd name="T3" fmla="*/ 167 h 44"/>
                  <a:gd name="T4" fmla="*/ 158 w 42"/>
                  <a:gd name="T5" fmla="*/ 117 h 44"/>
                  <a:gd name="T6" fmla="*/ 117 w 42"/>
                  <a:gd name="T7" fmla="*/ 62 h 44"/>
                  <a:gd name="T8" fmla="*/ 47 w 42"/>
                  <a:gd name="T9" fmla="*/ 7 h 44"/>
                  <a:gd name="T10" fmla="*/ 0 w 42"/>
                  <a:gd name="T11" fmla="*/ 4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4">
                    <a:moveTo>
                      <a:pt x="30" y="44"/>
                    </a:moveTo>
                    <a:cubicBezTo>
                      <a:pt x="35" y="39"/>
                      <a:pt x="42" y="38"/>
                      <a:pt x="40" y="30"/>
                    </a:cubicBezTo>
                    <a:cubicBezTo>
                      <a:pt x="39" y="26"/>
                      <a:pt x="36" y="24"/>
                      <a:pt x="34" y="21"/>
                    </a:cubicBezTo>
                    <a:cubicBezTo>
                      <a:pt x="31" y="18"/>
                      <a:pt x="28" y="14"/>
                      <a:pt x="25" y="11"/>
                    </a:cubicBezTo>
                    <a:cubicBezTo>
                      <a:pt x="22" y="8"/>
                      <a:pt x="14" y="0"/>
                      <a:pt x="10" y="1"/>
                    </a:cubicBezTo>
                    <a:cubicBezTo>
                      <a:pt x="6" y="1"/>
                      <a:pt x="3" y="6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76" name="Freeform 399">
                <a:extLst>
                  <a:ext uri="{FF2B5EF4-FFF2-40B4-BE49-F238E27FC236}">
                    <a16:creationId xmlns:a16="http://schemas.microsoft.com/office/drawing/2014/main" id="{494229CC-1DCE-41F6-8A58-45D6A252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341"/>
                <a:ext cx="78" cy="57"/>
              </a:xfrm>
              <a:custGeom>
                <a:avLst/>
                <a:gdLst>
                  <a:gd name="T0" fmla="*/ 138 w 47"/>
                  <a:gd name="T1" fmla="*/ 182 h 32"/>
                  <a:gd name="T2" fmla="*/ 193 w 47"/>
                  <a:gd name="T3" fmla="*/ 80 h 32"/>
                  <a:gd name="T4" fmla="*/ 110 w 47"/>
                  <a:gd name="T5" fmla="*/ 12 h 32"/>
                  <a:gd name="T6" fmla="*/ 61 w 47"/>
                  <a:gd name="T7" fmla="*/ 7 h 32"/>
                  <a:gd name="T8" fmla="*/ 22 w 47"/>
                  <a:gd name="T9" fmla="*/ 16 h 32"/>
                  <a:gd name="T10" fmla="*/ 0 w 47"/>
                  <a:gd name="T11" fmla="*/ 8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2">
                    <a:moveTo>
                      <a:pt x="30" y="32"/>
                    </a:moveTo>
                    <a:cubicBezTo>
                      <a:pt x="35" y="26"/>
                      <a:pt x="47" y="25"/>
                      <a:pt x="42" y="14"/>
                    </a:cubicBezTo>
                    <a:cubicBezTo>
                      <a:pt x="38" y="8"/>
                      <a:pt x="31" y="5"/>
                      <a:pt x="24" y="2"/>
                    </a:cubicBezTo>
                    <a:cubicBezTo>
                      <a:pt x="21" y="1"/>
                      <a:pt x="17" y="1"/>
                      <a:pt x="13" y="1"/>
                    </a:cubicBezTo>
                    <a:cubicBezTo>
                      <a:pt x="10" y="1"/>
                      <a:pt x="7" y="0"/>
                      <a:pt x="5" y="3"/>
                    </a:cubicBezTo>
                    <a:cubicBezTo>
                      <a:pt x="3" y="5"/>
                      <a:pt x="1" y="11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77" name="Freeform 400">
                <a:extLst>
                  <a:ext uri="{FF2B5EF4-FFF2-40B4-BE49-F238E27FC236}">
                    <a16:creationId xmlns:a16="http://schemas.microsoft.com/office/drawing/2014/main" id="{1D4587D7-E931-481B-AECD-A80EF661A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115"/>
                <a:ext cx="5" cy="2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78" name="Freeform 401">
                <a:extLst>
                  <a:ext uri="{FF2B5EF4-FFF2-40B4-BE49-F238E27FC236}">
                    <a16:creationId xmlns:a16="http://schemas.microsoft.com/office/drawing/2014/main" id="{B3BDB3D1-3A78-4EBB-9CBD-EDEE97932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147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3"/>
                      <a:pt x="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79" name="Freeform 402">
                <a:extLst>
                  <a:ext uri="{FF2B5EF4-FFF2-40B4-BE49-F238E27FC236}">
                    <a16:creationId xmlns:a16="http://schemas.microsoft.com/office/drawing/2014/main" id="{512310B8-0586-4164-843F-8E8D2BE33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137"/>
                <a:ext cx="61" cy="39"/>
              </a:xfrm>
              <a:custGeom>
                <a:avLst/>
                <a:gdLst>
                  <a:gd name="T0" fmla="*/ 167 w 37"/>
                  <a:gd name="T1" fmla="*/ 94 h 22"/>
                  <a:gd name="T2" fmla="*/ 125 w 37"/>
                  <a:gd name="T3" fmla="*/ 106 h 22"/>
                  <a:gd name="T4" fmla="*/ 68 w 37"/>
                  <a:gd name="T5" fmla="*/ 62 h 22"/>
                  <a:gd name="T6" fmla="*/ 8 w 37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2">
                    <a:moveTo>
                      <a:pt x="37" y="17"/>
                    </a:moveTo>
                    <a:cubicBezTo>
                      <a:pt x="35" y="21"/>
                      <a:pt x="32" y="22"/>
                      <a:pt x="28" y="19"/>
                    </a:cubicBezTo>
                    <a:cubicBezTo>
                      <a:pt x="24" y="16"/>
                      <a:pt x="20" y="13"/>
                      <a:pt x="15" y="11"/>
                    </a:cubicBezTo>
                    <a:cubicBezTo>
                      <a:pt x="11" y="9"/>
                      <a:pt x="0" y="6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0" name="Freeform 403">
                <a:extLst>
                  <a:ext uri="{FF2B5EF4-FFF2-40B4-BE49-F238E27FC236}">
                    <a16:creationId xmlns:a16="http://schemas.microsoft.com/office/drawing/2014/main" id="{30434604-432B-47E0-8DD2-05191AF85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188"/>
                <a:ext cx="63" cy="34"/>
              </a:xfrm>
              <a:custGeom>
                <a:avLst/>
                <a:gdLst>
                  <a:gd name="T0" fmla="*/ 0 w 38"/>
                  <a:gd name="T1" fmla="*/ 0 h 19"/>
                  <a:gd name="T2" fmla="*/ 20 w 38"/>
                  <a:gd name="T3" fmla="*/ 45 h 19"/>
                  <a:gd name="T4" fmla="*/ 55 w 38"/>
                  <a:gd name="T5" fmla="*/ 52 h 19"/>
                  <a:gd name="T6" fmla="*/ 91 w 38"/>
                  <a:gd name="T7" fmla="*/ 73 h 19"/>
                  <a:gd name="T8" fmla="*/ 172 w 38"/>
                  <a:gd name="T9" fmla="*/ 8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9">
                    <a:moveTo>
                      <a:pt x="0" y="0"/>
                    </a:moveTo>
                    <a:cubicBezTo>
                      <a:pt x="0" y="4"/>
                      <a:pt x="0" y="7"/>
                      <a:pt x="4" y="8"/>
                    </a:cubicBezTo>
                    <a:cubicBezTo>
                      <a:pt x="7" y="9"/>
                      <a:pt x="9" y="9"/>
                      <a:pt x="12" y="9"/>
                    </a:cubicBezTo>
                    <a:cubicBezTo>
                      <a:pt x="15" y="10"/>
                      <a:pt x="18" y="11"/>
                      <a:pt x="20" y="13"/>
                    </a:cubicBezTo>
                    <a:cubicBezTo>
                      <a:pt x="25" y="15"/>
                      <a:pt x="33" y="19"/>
                      <a:pt x="38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1" name="Freeform 404">
                <a:extLst>
                  <a:ext uri="{FF2B5EF4-FFF2-40B4-BE49-F238E27FC236}">
                    <a16:creationId xmlns:a16="http://schemas.microsoft.com/office/drawing/2014/main" id="{D8B9BEE0-43AE-4E8B-B077-A6A7CEC20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3135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2" name="Freeform 405">
                <a:extLst>
                  <a:ext uri="{FF2B5EF4-FFF2-40B4-BE49-F238E27FC236}">
                    <a16:creationId xmlns:a16="http://schemas.microsoft.com/office/drawing/2014/main" id="{5476308F-F2EF-4D69-A77E-363CC497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174"/>
                <a:ext cx="20" cy="23"/>
              </a:xfrm>
              <a:custGeom>
                <a:avLst/>
                <a:gdLst>
                  <a:gd name="T0" fmla="*/ 47 w 12"/>
                  <a:gd name="T1" fmla="*/ 0 h 13"/>
                  <a:gd name="T2" fmla="*/ 50 w 12"/>
                  <a:gd name="T3" fmla="*/ 21 h 13"/>
                  <a:gd name="T4" fmla="*/ 28 w 12"/>
                  <a:gd name="T5" fmla="*/ 44 h 13"/>
                  <a:gd name="T6" fmla="*/ 0 w 12"/>
                  <a:gd name="T7" fmla="*/ 7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0" y="0"/>
                    </a:moveTo>
                    <a:cubicBezTo>
                      <a:pt x="12" y="0"/>
                      <a:pt x="12" y="2"/>
                      <a:pt x="11" y="4"/>
                    </a:cubicBezTo>
                    <a:cubicBezTo>
                      <a:pt x="10" y="7"/>
                      <a:pt x="8" y="7"/>
                      <a:pt x="6" y="8"/>
                    </a:cubicBezTo>
                    <a:cubicBezTo>
                      <a:pt x="4" y="10"/>
                      <a:pt x="3" y="12"/>
                      <a:pt x="0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3" name="Freeform 406">
                <a:extLst>
                  <a:ext uri="{FF2B5EF4-FFF2-40B4-BE49-F238E27FC236}">
                    <a16:creationId xmlns:a16="http://schemas.microsoft.com/office/drawing/2014/main" id="{2BA3B93F-79CC-4D97-8E0C-39D1E6410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144"/>
                <a:ext cx="22" cy="17"/>
              </a:xfrm>
              <a:custGeom>
                <a:avLst/>
                <a:gdLst>
                  <a:gd name="T0" fmla="*/ 63 w 13"/>
                  <a:gd name="T1" fmla="*/ 0 h 10"/>
                  <a:gd name="T2" fmla="*/ 24 w 13"/>
                  <a:gd name="T3" fmla="*/ 20 h 10"/>
                  <a:gd name="T4" fmla="*/ 0 w 13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8" y="0"/>
                      <a:pt x="8" y="1"/>
                      <a:pt x="5" y="4"/>
                    </a:cubicBezTo>
                    <a:cubicBezTo>
                      <a:pt x="4" y="6"/>
                      <a:pt x="2" y="8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4" name="Freeform 407">
                <a:extLst>
                  <a:ext uri="{FF2B5EF4-FFF2-40B4-BE49-F238E27FC236}">
                    <a16:creationId xmlns:a16="http://schemas.microsoft.com/office/drawing/2014/main" id="{82572D98-ED0A-4E99-802D-FAFACEE11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3133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12 w 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4" y="5"/>
                      <a:pt x="2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5" name="Freeform 408">
                <a:extLst>
                  <a:ext uri="{FF2B5EF4-FFF2-40B4-BE49-F238E27FC236}">
                    <a16:creationId xmlns:a16="http://schemas.microsoft.com/office/drawing/2014/main" id="{D032559A-B1EE-48ED-8031-40E66AD72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172"/>
                <a:ext cx="10" cy="4"/>
              </a:xfrm>
              <a:custGeom>
                <a:avLst/>
                <a:gdLst>
                  <a:gd name="T0" fmla="*/ 28 w 6"/>
                  <a:gd name="T1" fmla="*/ 0 h 2"/>
                  <a:gd name="T2" fmla="*/ 0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6" name="Freeform 409">
                <a:extLst>
                  <a:ext uri="{FF2B5EF4-FFF2-40B4-BE49-F238E27FC236}">
                    <a16:creationId xmlns:a16="http://schemas.microsoft.com/office/drawing/2014/main" id="{D0317656-E634-4FE7-ADA4-FA9FD7C06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3193"/>
                <a:ext cx="15" cy="37"/>
              </a:xfrm>
              <a:custGeom>
                <a:avLst/>
                <a:gdLst>
                  <a:gd name="T0" fmla="*/ 8 w 9"/>
                  <a:gd name="T1" fmla="*/ 0 h 21"/>
                  <a:gd name="T2" fmla="*/ 20 w 9"/>
                  <a:gd name="T3" fmla="*/ 72 h 21"/>
                  <a:gd name="T4" fmla="*/ 0 w 9"/>
                  <a:gd name="T5" fmla="*/ 1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9" y="2"/>
                      <a:pt x="4" y="8"/>
                      <a:pt x="4" y="13"/>
                    </a:cubicBezTo>
                    <a:cubicBezTo>
                      <a:pt x="4" y="16"/>
                      <a:pt x="5" y="21"/>
                      <a:pt x="0" y="2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7" name="Freeform 410">
                <a:extLst>
                  <a:ext uri="{FF2B5EF4-FFF2-40B4-BE49-F238E27FC236}">
                    <a16:creationId xmlns:a16="http://schemas.microsoft.com/office/drawing/2014/main" id="{F2CBD613-1C4A-4485-8315-E81C6359F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216"/>
                <a:ext cx="14" cy="34"/>
              </a:xfrm>
              <a:custGeom>
                <a:avLst/>
                <a:gdLst>
                  <a:gd name="T0" fmla="*/ 0 w 8"/>
                  <a:gd name="T1" fmla="*/ 0 h 19"/>
                  <a:gd name="T2" fmla="*/ 33 w 8"/>
                  <a:gd name="T3" fmla="*/ 81 h 19"/>
                  <a:gd name="T4" fmla="*/ 33 w 8"/>
                  <a:gd name="T5" fmla="*/ 109 h 19"/>
                  <a:gd name="T6" fmla="*/ 7 w 8"/>
                  <a:gd name="T7" fmla="*/ 10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8" y="2"/>
                      <a:pt x="5" y="7"/>
                      <a:pt x="6" y="14"/>
                    </a:cubicBezTo>
                    <a:cubicBezTo>
                      <a:pt x="6" y="16"/>
                      <a:pt x="7" y="17"/>
                      <a:pt x="6" y="19"/>
                    </a:cubicBezTo>
                    <a:cubicBezTo>
                      <a:pt x="5" y="19"/>
                      <a:pt x="2" y="19"/>
                      <a:pt x="1" y="1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8" name="Freeform 411">
                <a:extLst>
                  <a:ext uri="{FF2B5EF4-FFF2-40B4-BE49-F238E27FC236}">
                    <a16:creationId xmlns:a16="http://schemas.microsoft.com/office/drawing/2014/main" id="{2E33612F-4ACF-4303-BFA7-581891315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199"/>
                <a:ext cx="8" cy="1"/>
              </a:xfrm>
              <a:custGeom>
                <a:avLst/>
                <a:gdLst>
                  <a:gd name="T0" fmla="*/ 21 w 5"/>
                  <a:gd name="T1" fmla="*/ 0 h 1"/>
                  <a:gd name="T2" fmla="*/ 0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9" name="Freeform 412">
                <a:extLst>
                  <a:ext uri="{FF2B5EF4-FFF2-40B4-BE49-F238E27FC236}">
                    <a16:creationId xmlns:a16="http://schemas.microsoft.com/office/drawing/2014/main" id="{FC2D93F1-C763-446D-8727-5F5ECD920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216"/>
                <a:ext cx="3" cy="6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90" name="Freeform 413">
                <a:extLst>
                  <a:ext uri="{FF2B5EF4-FFF2-40B4-BE49-F238E27FC236}">
                    <a16:creationId xmlns:a16="http://schemas.microsoft.com/office/drawing/2014/main" id="{17EFE0D1-98A2-4497-80D5-456E43383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3227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91" name="Freeform 414">
                <a:extLst>
                  <a:ext uri="{FF2B5EF4-FFF2-40B4-BE49-F238E27FC236}">
                    <a16:creationId xmlns:a16="http://schemas.microsoft.com/office/drawing/2014/main" id="{A9AC0C44-101C-4E98-8051-B95904843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3248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92" name="Freeform 415">
                <a:extLst>
                  <a:ext uri="{FF2B5EF4-FFF2-40B4-BE49-F238E27FC236}">
                    <a16:creationId xmlns:a16="http://schemas.microsoft.com/office/drawing/2014/main" id="{BB6B497F-662F-4965-B063-314E2824E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192"/>
                <a:ext cx="2" cy="7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93" name="Freeform 416">
                <a:extLst>
                  <a:ext uri="{FF2B5EF4-FFF2-40B4-BE49-F238E27FC236}">
                    <a16:creationId xmlns:a16="http://schemas.microsoft.com/office/drawing/2014/main" id="{034AB5C0-ED68-4BFC-BE84-07EBEB221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223"/>
                <a:ext cx="19" cy="36"/>
              </a:xfrm>
              <a:custGeom>
                <a:avLst/>
                <a:gdLst>
                  <a:gd name="T0" fmla="*/ 0 w 11"/>
                  <a:gd name="T1" fmla="*/ 13 h 20"/>
                  <a:gd name="T2" fmla="*/ 41 w 11"/>
                  <a:gd name="T3" fmla="*/ 72 h 20"/>
                  <a:gd name="T4" fmla="*/ 36 w 11"/>
                  <a:gd name="T5" fmla="*/ 11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"/>
                    </a:moveTo>
                    <a:cubicBezTo>
                      <a:pt x="9" y="0"/>
                      <a:pt x="8" y="7"/>
                      <a:pt x="8" y="12"/>
                    </a:cubicBezTo>
                    <a:cubicBezTo>
                      <a:pt x="9" y="15"/>
                      <a:pt x="11" y="20"/>
                      <a:pt x="7" y="2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94" name="Freeform 417">
                <a:extLst>
                  <a:ext uri="{FF2B5EF4-FFF2-40B4-BE49-F238E27FC236}">
                    <a16:creationId xmlns:a16="http://schemas.microsoft.com/office/drawing/2014/main" id="{E8059A70-0454-471C-A870-6539EB52F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220"/>
                <a:ext cx="68" cy="16"/>
              </a:xfrm>
              <a:custGeom>
                <a:avLst/>
                <a:gdLst>
                  <a:gd name="T0" fmla="*/ 181 w 41"/>
                  <a:gd name="T1" fmla="*/ 0 h 9"/>
                  <a:gd name="T2" fmla="*/ 181 w 41"/>
                  <a:gd name="T3" fmla="*/ 28 h 9"/>
                  <a:gd name="T4" fmla="*/ 146 w 41"/>
                  <a:gd name="T5" fmla="*/ 36 h 9"/>
                  <a:gd name="T6" fmla="*/ 60 w 41"/>
                  <a:gd name="T7" fmla="*/ 36 h 9"/>
                  <a:gd name="T8" fmla="*/ 0 w 41"/>
                  <a:gd name="T9" fmla="*/ 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">
                    <a:moveTo>
                      <a:pt x="40" y="0"/>
                    </a:moveTo>
                    <a:cubicBezTo>
                      <a:pt x="40" y="1"/>
                      <a:pt x="41" y="3"/>
                      <a:pt x="40" y="5"/>
                    </a:cubicBezTo>
                    <a:cubicBezTo>
                      <a:pt x="39" y="6"/>
                      <a:pt x="34" y="6"/>
                      <a:pt x="32" y="6"/>
                    </a:cubicBezTo>
                    <a:cubicBezTo>
                      <a:pt x="26" y="5"/>
                      <a:pt x="19" y="5"/>
                      <a:pt x="13" y="6"/>
                    </a:cubicBezTo>
                    <a:cubicBezTo>
                      <a:pt x="10" y="7"/>
                      <a:pt x="2" y="9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95" name="Freeform 418">
                <a:extLst>
                  <a:ext uri="{FF2B5EF4-FFF2-40B4-BE49-F238E27FC236}">
                    <a16:creationId xmlns:a16="http://schemas.microsoft.com/office/drawing/2014/main" id="{AC592E1B-F411-421A-9143-25EA7A8FD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174"/>
                <a:ext cx="83" cy="41"/>
              </a:xfrm>
              <a:custGeom>
                <a:avLst/>
                <a:gdLst>
                  <a:gd name="T0" fmla="*/ 229 w 50"/>
                  <a:gd name="T1" fmla="*/ 0 h 23"/>
                  <a:gd name="T2" fmla="*/ 209 w 50"/>
                  <a:gd name="T3" fmla="*/ 0 h 23"/>
                  <a:gd name="T4" fmla="*/ 188 w 50"/>
                  <a:gd name="T5" fmla="*/ 29 h 23"/>
                  <a:gd name="T6" fmla="*/ 83 w 50"/>
                  <a:gd name="T7" fmla="*/ 102 h 23"/>
                  <a:gd name="T8" fmla="*/ 8 w 50"/>
                  <a:gd name="T9" fmla="*/ 7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3">
                    <a:moveTo>
                      <a:pt x="50" y="0"/>
                    </a:move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2" y="3"/>
                      <a:pt x="41" y="5"/>
                    </a:cubicBezTo>
                    <a:cubicBezTo>
                      <a:pt x="36" y="11"/>
                      <a:pt x="25" y="16"/>
                      <a:pt x="18" y="18"/>
                    </a:cubicBezTo>
                    <a:cubicBezTo>
                      <a:pt x="13" y="20"/>
                      <a:pt x="0" y="23"/>
                      <a:pt x="2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96" name="Freeform 419">
                <a:extLst>
                  <a:ext uri="{FF2B5EF4-FFF2-40B4-BE49-F238E27FC236}">
                    <a16:creationId xmlns:a16="http://schemas.microsoft.com/office/drawing/2014/main" id="{685A65EF-5B05-4992-82F1-766532399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3082"/>
                <a:ext cx="63" cy="53"/>
              </a:xfrm>
              <a:custGeom>
                <a:avLst/>
                <a:gdLst>
                  <a:gd name="T0" fmla="*/ 0 w 38"/>
                  <a:gd name="T1" fmla="*/ 138 h 30"/>
                  <a:gd name="T2" fmla="*/ 50 w 38"/>
                  <a:gd name="T3" fmla="*/ 127 h 30"/>
                  <a:gd name="T4" fmla="*/ 76 w 38"/>
                  <a:gd name="T5" fmla="*/ 87 h 30"/>
                  <a:gd name="T6" fmla="*/ 124 w 38"/>
                  <a:gd name="T7" fmla="*/ 72 h 30"/>
                  <a:gd name="T8" fmla="*/ 167 w 38"/>
                  <a:gd name="T9" fmla="*/ 7 h 30"/>
                  <a:gd name="T10" fmla="*/ 159 w 38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0">
                    <a:moveTo>
                      <a:pt x="0" y="25"/>
                    </a:moveTo>
                    <a:cubicBezTo>
                      <a:pt x="3" y="30"/>
                      <a:pt x="9" y="26"/>
                      <a:pt x="11" y="23"/>
                    </a:cubicBezTo>
                    <a:cubicBezTo>
                      <a:pt x="13" y="20"/>
                      <a:pt x="14" y="17"/>
                      <a:pt x="17" y="16"/>
                    </a:cubicBezTo>
                    <a:cubicBezTo>
                      <a:pt x="20" y="14"/>
                      <a:pt x="23" y="14"/>
                      <a:pt x="27" y="13"/>
                    </a:cubicBezTo>
                    <a:cubicBezTo>
                      <a:pt x="32" y="12"/>
                      <a:pt x="38" y="7"/>
                      <a:pt x="37" y="1"/>
                    </a:cubicBezTo>
                    <a:cubicBezTo>
                      <a:pt x="36" y="0"/>
                      <a:pt x="36" y="0"/>
                      <a:pt x="3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97" name="Freeform 420">
                <a:extLst>
                  <a:ext uri="{FF2B5EF4-FFF2-40B4-BE49-F238E27FC236}">
                    <a16:creationId xmlns:a16="http://schemas.microsoft.com/office/drawing/2014/main" id="{7DC5DB06-2325-4B7F-8B09-0FE913D30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946"/>
                <a:ext cx="53" cy="72"/>
              </a:xfrm>
              <a:custGeom>
                <a:avLst/>
                <a:gdLst>
                  <a:gd name="T0" fmla="*/ 0 w 32"/>
                  <a:gd name="T1" fmla="*/ 216 h 41"/>
                  <a:gd name="T2" fmla="*/ 50 w 32"/>
                  <a:gd name="T3" fmla="*/ 184 h 41"/>
                  <a:gd name="T4" fmla="*/ 104 w 32"/>
                  <a:gd name="T5" fmla="*/ 77 h 41"/>
                  <a:gd name="T6" fmla="*/ 124 w 32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0" y="40"/>
                    </a:moveTo>
                    <a:cubicBezTo>
                      <a:pt x="6" y="39"/>
                      <a:pt x="9" y="41"/>
                      <a:pt x="11" y="34"/>
                    </a:cubicBezTo>
                    <a:cubicBezTo>
                      <a:pt x="14" y="26"/>
                      <a:pt x="17" y="19"/>
                      <a:pt x="23" y="14"/>
                    </a:cubicBezTo>
                    <a:cubicBezTo>
                      <a:pt x="28" y="10"/>
                      <a:pt x="32" y="5"/>
                      <a:pt x="2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98" name="Freeform 421">
                <a:extLst>
                  <a:ext uri="{FF2B5EF4-FFF2-40B4-BE49-F238E27FC236}">
                    <a16:creationId xmlns:a16="http://schemas.microsoft.com/office/drawing/2014/main" id="{00BBEB97-D5EC-461E-ADD8-8F52ECE59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802"/>
                <a:ext cx="15" cy="77"/>
              </a:xfrm>
              <a:custGeom>
                <a:avLst/>
                <a:gdLst>
                  <a:gd name="T0" fmla="*/ 13 w 9"/>
                  <a:gd name="T1" fmla="*/ 0 h 43"/>
                  <a:gd name="T2" fmla="*/ 42 w 9"/>
                  <a:gd name="T3" fmla="*/ 64 h 43"/>
                  <a:gd name="T4" fmla="*/ 22 w 9"/>
                  <a:gd name="T5" fmla="*/ 167 h 43"/>
                  <a:gd name="T6" fmla="*/ 0 w 9"/>
                  <a:gd name="T7" fmla="*/ 23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3">
                    <a:moveTo>
                      <a:pt x="3" y="0"/>
                    </a:moveTo>
                    <a:cubicBezTo>
                      <a:pt x="8" y="0"/>
                      <a:pt x="9" y="7"/>
                      <a:pt x="9" y="11"/>
                    </a:cubicBezTo>
                    <a:cubicBezTo>
                      <a:pt x="8" y="17"/>
                      <a:pt x="5" y="22"/>
                      <a:pt x="5" y="29"/>
                    </a:cubicBezTo>
                    <a:cubicBezTo>
                      <a:pt x="5" y="31"/>
                      <a:pt x="6" y="43"/>
                      <a:pt x="0" y="4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99" name="Freeform 422">
                <a:extLst>
                  <a:ext uri="{FF2B5EF4-FFF2-40B4-BE49-F238E27FC236}">
                    <a16:creationId xmlns:a16="http://schemas.microsoft.com/office/drawing/2014/main" id="{9A4D12A3-457B-449F-B6E8-19BB0C7DD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638"/>
                <a:ext cx="20" cy="90"/>
              </a:xfrm>
              <a:custGeom>
                <a:avLst/>
                <a:gdLst>
                  <a:gd name="T0" fmla="*/ 8 w 12"/>
                  <a:gd name="T1" fmla="*/ 274 h 51"/>
                  <a:gd name="T2" fmla="*/ 47 w 12"/>
                  <a:gd name="T3" fmla="*/ 231 h 51"/>
                  <a:gd name="T4" fmla="*/ 33 w 12"/>
                  <a:gd name="T5" fmla="*/ 99 h 51"/>
                  <a:gd name="T6" fmla="*/ 5 w 12"/>
                  <a:gd name="T7" fmla="*/ 0 h 51"/>
                  <a:gd name="T8" fmla="*/ 0 w 12"/>
                  <a:gd name="T9" fmla="*/ 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1">
                    <a:moveTo>
                      <a:pt x="2" y="50"/>
                    </a:moveTo>
                    <a:cubicBezTo>
                      <a:pt x="6" y="51"/>
                      <a:pt x="9" y="46"/>
                      <a:pt x="10" y="42"/>
                    </a:cubicBezTo>
                    <a:cubicBezTo>
                      <a:pt x="12" y="34"/>
                      <a:pt x="5" y="27"/>
                      <a:pt x="7" y="18"/>
                    </a:cubicBezTo>
                    <a:cubicBezTo>
                      <a:pt x="7" y="13"/>
                      <a:pt x="8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00" name="Freeform 423">
                <a:extLst>
                  <a:ext uri="{FF2B5EF4-FFF2-40B4-BE49-F238E27FC236}">
                    <a16:creationId xmlns:a16="http://schemas.microsoft.com/office/drawing/2014/main" id="{44A91FFF-C963-4271-A6D2-A14B1E92B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491"/>
                <a:ext cx="58" cy="90"/>
              </a:xfrm>
              <a:custGeom>
                <a:avLst/>
                <a:gdLst>
                  <a:gd name="T0" fmla="*/ 0 w 35"/>
                  <a:gd name="T1" fmla="*/ 21 h 51"/>
                  <a:gd name="T2" fmla="*/ 28 w 35"/>
                  <a:gd name="T3" fmla="*/ 0 h 51"/>
                  <a:gd name="T4" fmla="*/ 55 w 35"/>
                  <a:gd name="T5" fmla="*/ 60 h 51"/>
                  <a:gd name="T6" fmla="*/ 104 w 35"/>
                  <a:gd name="T7" fmla="*/ 199 h 51"/>
                  <a:gd name="T8" fmla="*/ 133 w 35"/>
                  <a:gd name="T9" fmla="*/ 28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0" y="4"/>
                    </a:moveTo>
                    <a:cubicBezTo>
                      <a:pt x="2" y="3"/>
                      <a:pt x="4" y="0"/>
                      <a:pt x="6" y="0"/>
                    </a:cubicBezTo>
                    <a:cubicBezTo>
                      <a:pt x="11" y="0"/>
                      <a:pt x="11" y="8"/>
                      <a:pt x="12" y="11"/>
                    </a:cubicBezTo>
                    <a:cubicBezTo>
                      <a:pt x="15" y="19"/>
                      <a:pt x="16" y="30"/>
                      <a:pt x="23" y="36"/>
                    </a:cubicBezTo>
                    <a:cubicBezTo>
                      <a:pt x="27" y="39"/>
                      <a:pt x="35" y="46"/>
                      <a:pt x="29" y="5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01" name="Freeform 424">
                <a:extLst>
                  <a:ext uri="{FF2B5EF4-FFF2-40B4-BE49-F238E27FC236}">
                    <a16:creationId xmlns:a16="http://schemas.microsoft.com/office/drawing/2014/main" id="{BB0D2E8F-554E-4B0E-9655-9E2C34A52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80"/>
                <a:ext cx="50" cy="55"/>
              </a:xfrm>
              <a:custGeom>
                <a:avLst/>
                <a:gdLst>
                  <a:gd name="T0" fmla="*/ 138 w 30"/>
                  <a:gd name="T1" fmla="*/ 174 h 31"/>
                  <a:gd name="T2" fmla="*/ 55 w 30"/>
                  <a:gd name="T3" fmla="*/ 37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30" y="31"/>
                    </a:moveTo>
                    <a:cubicBezTo>
                      <a:pt x="22" y="24"/>
                      <a:pt x="20" y="14"/>
                      <a:pt x="12" y="7"/>
                    </a:cubicBezTo>
                    <a:cubicBezTo>
                      <a:pt x="10" y="6"/>
                      <a:pt x="3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02" name="Freeform 425">
                <a:extLst>
                  <a:ext uri="{FF2B5EF4-FFF2-40B4-BE49-F238E27FC236}">
                    <a16:creationId xmlns:a16="http://schemas.microsoft.com/office/drawing/2014/main" id="{5EA65CEA-BEB7-4316-844A-B30B11A6D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288"/>
                <a:ext cx="77" cy="46"/>
              </a:xfrm>
              <a:custGeom>
                <a:avLst/>
                <a:gdLst>
                  <a:gd name="T0" fmla="*/ 194 w 46"/>
                  <a:gd name="T1" fmla="*/ 143 h 26"/>
                  <a:gd name="T2" fmla="*/ 174 w 46"/>
                  <a:gd name="T3" fmla="*/ 34 h 26"/>
                  <a:gd name="T4" fmla="*/ 84 w 46"/>
                  <a:gd name="T5" fmla="*/ 21 h 26"/>
                  <a:gd name="T6" fmla="*/ 8 w 46"/>
                  <a:gd name="T7" fmla="*/ 28 h 26"/>
                  <a:gd name="T8" fmla="*/ 5 w 46"/>
                  <a:gd name="T9" fmla="*/ 10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6">
                    <a:moveTo>
                      <a:pt x="41" y="26"/>
                    </a:moveTo>
                    <a:cubicBezTo>
                      <a:pt x="38" y="20"/>
                      <a:pt x="46" y="10"/>
                      <a:pt x="37" y="6"/>
                    </a:cubicBezTo>
                    <a:cubicBezTo>
                      <a:pt x="31" y="4"/>
                      <a:pt x="24" y="4"/>
                      <a:pt x="18" y="4"/>
                    </a:cubicBezTo>
                    <a:cubicBezTo>
                      <a:pt x="13" y="4"/>
                      <a:pt x="5" y="0"/>
                      <a:pt x="2" y="5"/>
                    </a:cubicBezTo>
                    <a:cubicBezTo>
                      <a:pt x="0" y="8"/>
                      <a:pt x="1" y="14"/>
                      <a:pt x="1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03" name="Freeform 426">
                <a:extLst>
                  <a:ext uri="{FF2B5EF4-FFF2-40B4-BE49-F238E27FC236}">
                    <a16:creationId xmlns:a16="http://schemas.microsoft.com/office/drawing/2014/main" id="{AB5CF94D-D111-4DFA-ACD8-ED72F9303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284"/>
                <a:ext cx="83" cy="45"/>
              </a:xfrm>
              <a:custGeom>
                <a:avLst/>
                <a:gdLst>
                  <a:gd name="T0" fmla="*/ 229 w 50"/>
                  <a:gd name="T1" fmla="*/ 104 h 25"/>
                  <a:gd name="T2" fmla="*/ 179 w 50"/>
                  <a:gd name="T3" fmla="*/ 7 h 25"/>
                  <a:gd name="T4" fmla="*/ 133 w 50"/>
                  <a:gd name="T5" fmla="*/ 16 h 25"/>
                  <a:gd name="T6" fmla="*/ 63 w 50"/>
                  <a:gd name="T7" fmla="*/ 41 h 25"/>
                  <a:gd name="T8" fmla="*/ 5 w 50"/>
                  <a:gd name="T9" fmla="*/ 101 h 25"/>
                  <a:gd name="T10" fmla="*/ 22 w 50"/>
                  <a:gd name="T11" fmla="*/ 14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25">
                    <a:moveTo>
                      <a:pt x="50" y="18"/>
                    </a:moveTo>
                    <a:cubicBezTo>
                      <a:pt x="44" y="15"/>
                      <a:pt x="46" y="4"/>
                      <a:pt x="39" y="1"/>
                    </a:cubicBezTo>
                    <a:cubicBezTo>
                      <a:pt x="36" y="0"/>
                      <a:pt x="32" y="2"/>
                      <a:pt x="29" y="3"/>
                    </a:cubicBezTo>
                    <a:cubicBezTo>
                      <a:pt x="25" y="5"/>
                      <a:pt x="19" y="6"/>
                      <a:pt x="14" y="7"/>
                    </a:cubicBezTo>
                    <a:cubicBezTo>
                      <a:pt x="9" y="8"/>
                      <a:pt x="0" y="9"/>
                      <a:pt x="1" y="17"/>
                    </a:cubicBezTo>
                    <a:cubicBezTo>
                      <a:pt x="2" y="20"/>
                      <a:pt x="3" y="23"/>
                      <a:pt x="5" y="2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04" name="Freeform 427">
                <a:extLst>
                  <a:ext uri="{FF2B5EF4-FFF2-40B4-BE49-F238E27FC236}">
                    <a16:creationId xmlns:a16="http://schemas.microsoft.com/office/drawing/2014/main" id="{DFC8D9FB-C823-40C9-8CAC-E87CC0D49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332"/>
                <a:ext cx="80" cy="64"/>
              </a:xfrm>
              <a:custGeom>
                <a:avLst/>
                <a:gdLst>
                  <a:gd name="T0" fmla="*/ 217 w 48"/>
                  <a:gd name="T1" fmla="*/ 66 h 36"/>
                  <a:gd name="T2" fmla="*/ 222 w 48"/>
                  <a:gd name="T3" fmla="*/ 73 h 36"/>
                  <a:gd name="T4" fmla="*/ 180 w 48"/>
                  <a:gd name="T5" fmla="*/ 21 h 36"/>
                  <a:gd name="T6" fmla="*/ 153 w 48"/>
                  <a:gd name="T7" fmla="*/ 7 h 36"/>
                  <a:gd name="T8" fmla="*/ 112 w 48"/>
                  <a:gd name="T9" fmla="*/ 44 h 36"/>
                  <a:gd name="T10" fmla="*/ 63 w 48"/>
                  <a:gd name="T11" fmla="*/ 85 h 36"/>
                  <a:gd name="T12" fmla="*/ 8 w 48"/>
                  <a:gd name="T13" fmla="*/ 146 h 36"/>
                  <a:gd name="T14" fmla="*/ 28 w 48"/>
                  <a:gd name="T15" fmla="*/ 203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6">
                    <a:moveTo>
                      <a:pt x="47" y="12"/>
                    </a:moveTo>
                    <a:cubicBezTo>
                      <a:pt x="47" y="12"/>
                      <a:pt x="48" y="12"/>
                      <a:pt x="48" y="13"/>
                    </a:cubicBezTo>
                    <a:cubicBezTo>
                      <a:pt x="44" y="10"/>
                      <a:pt x="41" y="8"/>
                      <a:pt x="39" y="4"/>
                    </a:cubicBezTo>
                    <a:cubicBezTo>
                      <a:pt x="37" y="2"/>
                      <a:pt x="35" y="0"/>
                      <a:pt x="33" y="1"/>
                    </a:cubicBezTo>
                    <a:cubicBezTo>
                      <a:pt x="30" y="2"/>
                      <a:pt x="27" y="6"/>
                      <a:pt x="24" y="8"/>
                    </a:cubicBezTo>
                    <a:cubicBezTo>
                      <a:pt x="21" y="10"/>
                      <a:pt x="17" y="13"/>
                      <a:pt x="14" y="15"/>
                    </a:cubicBezTo>
                    <a:cubicBezTo>
                      <a:pt x="10" y="18"/>
                      <a:pt x="5" y="21"/>
                      <a:pt x="2" y="26"/>
                    </a:cubicBezTo>
                    <a:cubicBezTo>
                      <a:pt x="0" y="30"/>
                      <a:pt x="4" y="33"/>
                      <a:pt x="6" y="3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05" name="Freeform 428">
                <a:extLst>
                  <a:ext uri="{FF2B5EF4-FFF2-40B4-BE49-F238E27FC236}">
                    <a16:creationId xmlns:a16="http://schemas.microsoft.com/office/drawing/2014/main" id="{45314336-7570-48AA-A3A7-044BA47AC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410"/>
                <a:ext cx="63" cy="74"/>
              </a:xfrm>
              <a:custGeom>
                <a:avLst/>
                <a:gdLst>
                  <a:gd name="T0" fmla="*/ 172 w 38"/>
                  <a:gd name="T1" fmla="*/ 44 h 42"/>
                  <a:gd name="T2" fmla="*/ 113 w 38"/>
                  <a:gd name="T3" fmla="*/ 7 h 42"/>
                  <a:gd name="T4" fmla="*/ 88 w 38"/>
                  <a:gd name="T5" fmla="*/ 33 h 42"/>
                  <a:gd name="T6" fmla="*/ 50 w 38"/>
                  <a:gd name="T7" fmla="*/ 81 h 42"/>
                  <a:gd name="T8" fmla="*/ 5 w 38"/>
                  <a:gd name="T9" fmla="*/ 171 h 42"/>
                  <a:gd name="T10" fmla="*/ 33 w 38"/>
                  <a:gd name="T11" fmla="*/ 22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2">
                    <a:moveTo>
                      <a:pt x="38" y="8"/>
                    </a:moveTo>
                    <a:cubicBezTo>
                      <a:pt x="32" y="9"/>
                      <a:pt x="30" y="1"/>
                      <a:pt x="25" y="1"/>
                    </a:cubicBezTo>
                    <a:cubicBezTo>
                      <a:pt x="22" y="0"/>
                      <a:pt x="20" y="4"/>
                      <a:pt x="19" y="6"/>
                    </a:cubicBezTo>
                    <a:cubicBezTo>
                      <a:pt x="16" y="9"/>
                      <a:pt x="14" y="12"/>
                      <a:pt x="11" y="15"/>
                    </a:cubicBezTo>
                    <a:cubicBezTo>
                      <a:pt x="7" y="20"/>
                      <a:pt x="0" y="24"/>
                      <a:pt x="1" y="31"/>
                    </a:cubicBezTo>
                    <a:cubicBezTo>
                      <a:pt x="2" y="35"/>
                      <a:pt x="3" y="39"/>
                      <a:pt x="7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06" name="Freeform 429">
                <a:extLst>
                  <a:ext uri="{FF2B5EF4-FFF2-40B4-BE49-F238E27FC236}">
                    <a16:creationId xmlns:a16="http://schemas.microsoft.com/office/drawing/2014/main" id="{DE82306B-F0E8-4F33-A368-734EB44EB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514"/>
                <a:ext cx="57" cy="62"/>
              </a:xfrm>
              <a:custGeom>
                <a:avLst/>
                <a:gdLst>
                  <a:gd name="T0" fmla="*/ 29 w 34"/>
                  <a:gd name="T1" fmla="*/ 195 h 35"/>
                  <a:gd name="T2" fmla="*/ 22 w 34"/>
                  <a:gd name="T3" fmla="*/ 138 h 35"/>
                  <a:gd name="T4" fmla="*/ 62 w 34"/>
                  <a:gd name="T5" fmla="*/ 34 h 35"/>
                  <a:gd name="T6" fmla="*/ 124 w 34"/>
                  <a:gd name="T7" fmla="*/ 16 h 35"/>
                  <a:gd name="T8" fmla="*/ 161 w 34"/>
                  <a:gd name="T9" fmla="*/ 6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6" y="35"/>
                    </a:moveTo>
                    <a:cubicBezTo>
                      <a:pt x="0" y="35"/>
                      <a:pt x="4" y="27"/>
                      <a:pt x="5" y="25"/>
                    </a:cubicBezTo>
                    <a:cubicBezTo>
                      <a:pt x="7" y="19"/>
                      <a:pt x="9" y="11"/>
                      <a:pt x="13" y="6"/>
                    </a:cubicBezTo>
                    <a:cubicBezTo>
                      <a:pt x="16" y="1"/>
                      <a:pt x="22" y="0"/>
                      <a:pt x="26" y="3"/>
                    </a:cubicBezTo>
                    <a:cubicBezTo>
                      <a:pt x="29" y="5"/>
                      <a:pt x="32" y="10"/>
                      <a:pt x="34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07" name="Freeform 430">
                <a:extLst>
                  <a:ext uri="{FF2B5EF4-FFF2-40B4-BE49-F238E27FC236}">
                    <a16:creationId xmlns:a16="http://schemas.microsoft.com/office/drawing/2014/main" id="{FF5640AD-A2C5-42D0-84E2-10060B908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371"/>
                <a:ext cx="53" cy="42"/>
              </a:xfrm>
              <a:custGeom>
                <a:avLst/>
                <a:gdLst>
                  <a:gd name="T0" fmla="*/ 13 w 32"/>
                  <a:gd name="T1" fmla="*/ 130 h 24"/>
                  <a:gd name="T2" fmla="*/ 36 w 32"/>
                  <a:gd name="T3" fmla="*/ 81 h 24"/>
                  <a:gd name="T4" fmla="*/ 91 w 32"/>
                  <a:gd name="T5" fmla="*/ 33 h 24"/>
                  <a:gd name="T6" fmla="*/ 146 w 32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3" y="24"/>
                    </a:moveTo>
                    <a:cubicBezTo>
                      <a:pt x="0" y="20"/>
                      <a:pt x="6" y="17"/>
                      <a:pt x="8" y="15"/>
                    </a:cubicBezTo>
                    <a:cubicBezTo>
                      <a:pt x="12" y="12"/>
                      <a:pt x="16" y="9"/>
                      <a:pt x="20" y="6"/>
                    </a:cubicBezTo>
                    <a:cubicBezTo>
                      <a:pt x="23" y="5"/>
                      <a:pt x="29" y="0"/>
                      <a:pt x="3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08" name="Freeform 431">
                <a:extLst>
                  <a:ext uri="{FF2B5EF4-FFF2-40B4-BE49-F238E27FC236}">
                    <a16:creationId xmlns:a16="http://schemas.microsoft.com/office/drawing/2014/main" id="{A56582EB-4D32-4397-8041-8CE76A8BA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463"/>
                <a:ext cx="48" cy="55"/>
              </a:xfrm>
              <a:custGeom>
                <a:avLst/>
                <a:gdLst>
                  <a:gd name="T0" fmla="*/ 131 w 29"/>
                  <a:gd name="T1" fmla="*/ 0 h 31"/>
                  <a:gd name="T2" fmla="*/ 96 w 29"/>
                  <a:gd name="T3" fmla="*/ 35 h 31"/>
                  <a:gd name="T4" fmla="*/ 41 w 29"/>
                  <a:gd name="T5" fmla="*/ 110 h 31"/>
                  <a:gd name="T6" fmla="*/ 22 w 29"/>
                  <a:gd name="T7" fmla="*/ 17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1">
                    <a:moveTo>
                      <a:pt x="29" y="0"/>
                    </a:moveTo>
                    <a:cubicBezTo>
                      <a:pt x="25" y="0"/>
                      <a:pt x="22" y="3"/>
                      <a:pt x="21" y="6"/>
                    </a:cubicBezTo>
                    <a:cubicBezTo>
                      <a:pt x="17" y="11"/>
                      <a:pt x="14" y="16"/>
                      <a:pt x="9" y="20"/>
                    </a:cubicBezTo>
                    <a:cubicBezTo>
                      <a:pt x="6" y="22"/>
                      <a:pt x="0" y="27"/>
                      <a:pt x="5" y="3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09" name="Freeform 432">
                <a:extLst>
                  <a:ext uri="{FF2B5EF4-FFF2-40B4-BE49-F238E27FC236}">
                    <a16:creationId xmlns:a16="http://schemas.microsoft.com/office/drawing/2014/main" id="{EF0D37E7-A3BC-4BF2-B552-8208EC109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385"/>
                <a:ext cx="18" cy="27"/>
              </a:xfrm>
              <a:custGeom>
                <a:avLst/>
                <a:gdLst>
                  <a:gd name="T0" fmla="*/ 41 w 11"/>
                  <a:gd name="T1" fmla="*/ 88 h 15"/>
                  <a:gd name="T2" fmla="*/ 0 w 11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9" y="15"/>
                    </a:moveTo>
                    <a:cubicBezTo>
                      <a:pt x="11" y="10"/>
                      <a:pt x="4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10" name="Freeform 433">
                <a:extLst>
                  <a:ext uri="{FF2B5EF4-FFF2-40B4-BE49-F238E27FC236}">
                    <a16:creationId xmlns:a16="http://schemas.microsoft.com/office/drawing/2014/main" id="{8750EE30-8163-4AEC-B037-0C36E06D7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345"/>
                <a:ext cx="22" cy="30"/>
              </a:xfrm>
              <a:custGeom>
                <a:avLst/>
                <a:gdLst>
                  <a:gd name="T0" fmla="*/ 49 w 13"/>
                  <a:gd name="T1" fmla="*/ 94 h 17"/>
                  <a:gd name="T2" fmla="*/ 0 w 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0" y="17"/>
                    </a:moveTo>
                    <a:cubicBezTo>
                      <a:pt x="13" y="12"/>
                      <a:pt x="3" y="4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11" name="Freeform 434">
                <a:extLst>
                  <a:ext uri="{FF2B5EF4-FFF2-40B4-BE49-F238E27FC236}">
                    <a16:creationId xmlns:a16="http://schemas.microsoft.com/office/drawing/2014/main" id="{96AC4116-BF52-4CE7-8C4A-DFCAD05C2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403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12" name="Freeform 435">
                <a:extLst>
                  <a:ext uri="{FF2B5EF4-FFF2-40B4-BE49-F238E27FC236}">
                    <a16:creationId xmlns:a16="http://schemas.microsoft.com/office/drawing/2014/main" id="{65B0E91F-E61C-47CB-8F91-B7DAC7368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369"/>
                <a:ext cx="8" cy="4"/>
              </a:xfrm>
              <a:custGeom>
                <a:avLst/>
                <a:gdLst>
                  <a:gd name="T0" fmla="*/ 0 w 5"/>
                  <a:gd name="T1" fmla="*/ 0 h 2"/>
                  <a:gd name="T2" fmla="*/ 21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5" y="2"/>
                      <a:pt x="5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13" name="Freeform 436">
                <a:extLst>
                  <a:ext uri="{FF2B5EF4-FFF2-40B4-BE49-F238E27FC236}">
                    <a16:creationId xmlns:a16="http://schemas.microsoft.com/office/drawing/2014/main" id="{326010AE-AD36-47DF-ABB0-8201AD052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307"/>
                <a:ext cx="21" cy="27"/>
              </a:xfrm>
              <a:custGeom>
                <a:avLst/>
                <a:gdLst>
                  <a:gd name="T0" fmla="*/ 21 w 13"/>
                  <a:gd name="T1" fmla="*/ 88 h 15"/>
                  <a:gd name="T2" fmla="*/ 0 w 1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5" y="15"/>
                    </a:moveTo>
                    <a:cubicBezTo>
                      <a:pt x="13" y="14"/>
                      <a:pt x="4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14" name="Freeform 437">
                <a:extLst>
                  <a:ext uri="{FF2B5EF4-FFF2-40B4-BE49-F238E27FC236}">
                    <a16:creationId xmlns:a16="http://schemas.microsoft.com/office/drawing/2014/main" id="{C5BD801C-42D4-4829-8D1A-E492E5BB4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383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15" name="Freeform 438">
                <a:extLst>
                  <a:ext uri="{FF2B5EF4-FFF2-40B4-BE49-F238E27FC236}">
                    <a16:creationId xmlns:a16="http://schemas.microsoft.com/office/drawing/2014/main" id="{8A28B124-7B7C-4002-ABF4-ABAF39382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435"/>
                <a:ext cx="25" cy="23"/>
              </a:xfrm>
              <a:custGeom>
                <a:avLst/>
                <a:gdLst>
                  <a:gd name="T0" fmla="*/ 70 w 15"/>
                  <a:gd name="T1" fmla="*/ 60 h 13"/>
                  <a:gd name="T2" fmla="*/ 50 w 15"/>
                  <a:gd name="T3" fmla="*/ 60 h 13"/>
                  <a:gd name="T4" fmla="*/ 33 w 15"/>
                  <a:gd name="T5" fmla="*/ 28 h 13"/>
                  <a:gd name="T6" fmla="*/ 0 w 1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11"/>
                    </a:moveTo>
                    <a:cubicBezTo>
                      <a:pt x="12" y="11"/>
                      <a:pt x="13" y="13"/>
                      <a:pt x="11" y="11"/>
                    </a:cubicBezTo>
                    <a:cubicBezTo>
                      <a:pt x="9" y="10"/>
                      <a:pt x="9" y="7"/>
                      <a:pt x="7" y="5"/>
                    </a:cubicBezTo>
                    <a:cubicBezTo>
                      <a:pt x="5" y="3"/>
                      <a:pt x="1" y="3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16" name="Freeform 439">
                <a:extLst>
                  <a:ext uri="{FF2B5EF4-FFF2-40B4-BE49-F238E27FC236}">
                    <a16:creationId xmlns:a16="http://schemas.microsoft.com/office/drawing/2014/main" id="{73F111FC-9184-4ABD-9C63-EB7847CF8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97"/>
                <a:ext cx="23" cy="21"/>
              </a:xfrm>
              <a:custGeom>
                <a:avLst/>
                <a:gdLst>
                  <a:gd name="T0" fmla="*/ 41 w 14"/>
                  <a:gd name="T1" fmla="*/ 65 h 12"/>
                  <a:gd name="T2" fmla="*/ 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4"/>
                      <a:pt x="1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17" name="Freeform 440">
                <a:extLst>
                  <a:ext uri="{FF2B5EF4-FFF2-40B4-BE49-F238E27FC236}">
                    <a16:creationId xmlns:a16="http://schemas.microsoft.com/office/drawing/2014/main" id="{04AA8B67-67C6-4081-B4CF-817141872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454"/>
                <a:ext cx="3" cy="11"/>
              </a:xfrm>
              <a:custGeom>
                <a:avLst/>
                <a:gdLst>
                  <a:gd name="T0" fmla="*/ 0 w 2"/>
                  <a:gd name="T1" fmla="*/ 0 h 6"/>
                  <a:gd name="T2" fmla="*/ 5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1"/>
                      <a:pt x="2" y="5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18" name="Freeform 441">
                <a:extLst>
                  <a:ext uri="{FF2B5EF4-FFF2-40B4-BE49-F238E27FC236}">
                    <a16:creationId xmlns:a16="http://schemas.microsoft.com/office/drawing/2014/main" id="{3C31EA26-1E2A-4395-AA05-28A74CCCA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505"/>
                <a:ext cx="8" cy="4"/>
              </a:xfrm>
              <a:custGeom>
                <a:avLst/>
                <a:gdLst>
                  <a:gd name="T0" fmla="*/ 0 w 5"/>
                  <a:gd name="T1" fmla="*/ 8 h 2"/>
                  <a:gd name="T2" fmla="*/ 21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1"/>
                      <a:pt x="4" y="2"/>
                      <a:pt x="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19" name="Freeform 442">
                <a:extLst>
                  <a:ext uri="{FF2B5EF4-FFF2-40B4-BE49-F238E27FC236}">
                    <a16:creationId xmlns:a16="http://schemas.microsoft.com/office/drawing/2014/main" id="{72C409A1-CB74-4A2F-9FB5-C178B72FB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567"/>
                <a:ext cx="6" cy="7"/>
              </a:xfrm>
              <a:custGeom>
                <a:avLst/>
                <a:gdLst>
                  <a:gd name="T0" fmla="*/ 14 w 4"/>
                  <a:gd name="T1" fmla="*/ 0 h 4"/>
                  <a:gd name="T2" fmla="*/ 0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20" name="Freeform 443">
                <a:extLst>
                  <a:ext uri="{FF2B5EF4-FFF2-40B4-BE49-F238E27FC236}">
                    <a16:creationId xmlns:a16="http://schemas.microsoft.com/office/drawing/2014/main" id="{C7F6B6D5-FE38-48D1-9768-43A795989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229"/>
                <a:ext cx="8" cy="26"/>
              </a:xfrm>
              <a:custGeom>
                <a:avLst/>
                <a:gdLst>
                  <a:gd name="T0" fmla="*/ 0 w 5"/>
                  <a:gd name="T1" fmla="*/ 5 h 15"/>
                  <a:gd name="T2" fmla="*/ 16 w 5"/>
                  <a:gd name="T3" fmla="*/ 49 h 15"/>
                  <a:gd name="T4" fmla="*/ 16 w 5"/>
                  <a:gd name="T5" fmla="*/ 7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0" y="1"/>
                    </a:moveTo>
                    <a:cubicBezTo>
                      <a:pt x="5" y="0"/>
                      <a:pt x="4" y="6"/>
                      <a:pt x="4" y="9"/>
                    </a:cubicBezTo>
                    <a:cubicBezTo>
                      <a:pt x="4" y="11"/>
                      <a:pt x="5" y="14"/>
                      <a:pt x="4" y="1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21" name="Freeform 444">
                <a:extLst>
                  <a:ext uri="{FF2B5EF4-FFF2-40B4-BE49-F238E27FC236}">
                    <a16:creationId xmlns:a16="http://schemas.microsoft.com/office/drawing/2014/main" id="{F8296405-8456-4F06-8512-BA6035B2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204"/>
                <a:ext cx="16" cy="33"/>
              </a:xfrm>
              <a:custGeom>
                <a:avLst/>
                <a:gdLst>
                  <a:gd name="T0" fmla="*/ 0 w 10"/>
                  <a:gd name="T1" fmla="*/ 0 h 19"/>
                  <a:gd name="T2" fmla="*/ 0 w 10"/>
                  <a:gd name="T3" fmla="*/ 36 h 19"/>
                  <a:gd name="T4" fmla="*/ 16 w 10"/>
                  <a:gd name="T5" fmla="*/ 63 h 19"/>
                  <a:gd name="T6" fmla="*/ 42 w 10"/>
                  <a:gd name="T7" fmla="*/ 9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  <a:cubicBezTo>
                      <a:pt x="1" y="10"/>
                      <a:pt x="3" y="10"/>
                      <a:pt x="4" y="12"/>
                    </a:cubicBezTo>
                    <a:cubicBezTo>
                      <a:pt x="6" y="13"/>
                      <a:pt x="7" y="19"/>
                      <a:pt x="10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22" name="Freeform 445">
                <a:extLst>
                  <a:ext uri="{FF2B5EF4-FFF2-40B4-BE49-F238E27FC236}">
                    <a16:creationId xmlns:a16="http://schemas.microsoft.com/office/drawing/2014/main" id="{E97000BB-2BB3-4AA0-84E4-540D8E911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3227"/>
                <a:ext cx="1" cy="5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23" name="Freeform 446">
                <a:extLst>
                  <a:ext uri="{FF2B5EF4-FFF2-40B4-BE49-F238E27FC236}">
                    <a16:creationId xmlns:a16="http://schemas.microsoft.com/office/drawing/2014/main" id="{282EA5E2-4F23-4067-B997-98517AC0B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230"/>
                <a:ext cx="2" cy="9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4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24" name="Freeform 447">
                <a:extLst>
                  <a:ext uri="{FF2B5EF4-FFF2-40B4-BE49-F238E27FC236}">
                    <a16:creationId xmlns:a16="http://schemas.microsoft.com/office/drawing/2014/main" id="{1E1B9979-5072-4AEB-B0D8-6E805D9D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206"/>
                <a:ext cx="5" cy="5"/>
              </a:xfrm>
              <a:custGeom>
                <a:avLst/>
                <a:gdLst>
                  <a:gd name="T0" fmla="*/ 13 w 3"/>
                  <a:gd name="T1" fmla="*/ 5 h 3"/>
                  <a:gd name="T2" fmla="*/ 5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0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25" name="Freeform 448">
                <a:extLst>
                  <a:ext uri="{FF2B5EF4-FFF2-40B4-BE49-F238E27FC236}">
                    <a16:creationId xmlns:a16="http://schemas.microsoft.com/office/drawing/2014/main" id="{AE204031-B414-44B1-A646-850397BF9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3174"/>
                <a:ext cx="17" cy="28"/>
              </a:xfrm>
              <a:custGeom>
                <a:avLst/>
                <a:gdLst>
                  <a:gd name="T0" fmla="*/ 0 w 10"/>
                  <a:gd name="T1" fmla="*/ 0 h 16"/>
                  <a:gd name="T2" fmla="*/ 29 w 10"/>
                  <a:gd name="T3" fmla="*/ 58 h 16"/>
                  <a:gd name="T4" fmla="*/ 49 w 10"/>
                  <a:gd name="T5" fmla="*/ 8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5" y="2"/>
                      <a:pt x="3" y="7"/>
                      <a:pt x="6" y="11"/>
                    </a:cubicBezTo>
                    <a:cubicBezTo>
                      <a:pt x="7" y="12"/>
                      <a:pt x="10" y="14"/>
                      <a:pt x="10" y="1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26" name="Freeform 449">
                <a:extLst>
                  <a:ext uri="{FF2B5EF4-FFF2-40B4-BE49-F238E27FC236}">
                    <a16:creationId xmlns:a16="http://schemas.microsoft.com/office/drawing/2014/main" id="{72F16F69-D3C5-4A98-A99F-5169541CB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133"/>
                <a:ext cx="18" cy="32"/>
              </a:xfrm>
              <a:custGeom>
                <a:avLst/>
                <a:gdLst>
                  <a:gd name="T0" fmla="*/ 0 w 11"/>
                  <a:gd name="T1" fmla="*/ 0 h 18"/>
                  <a:gd name="T2" fmla="*/ 41 w 11"/>
                  <a:gd name="T3" fmla="*/ 57 h 18"/>
                  <a:gd name="T4" fmla="*/ 43 w 11"/>
                  <a:gd name="T5" fmla="*/ 10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0"/>
                    </a:moveTo>
                    <a:cubicBezTo>
                      <a:pt x="2" y="5"/>
                      <a:pt x="7" y="6"/>
                      <a:pt x="9" y="10"/>
                    </a:cubicBezTo>
                    <a:cubicBezTo>
                      <a:pt x="10" y="13"/>
                      <a:pt x="11" y="16"/>
                      <a:pt x="10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27" name="Freeform 450">
                <a:extLst>
                  <a:ext uri="{FF2B5EF4-FFF2-40B4-BE49-F238E27FC236}">
                    <a16:creationId xmlns:a16="http://schemas.microsoft.com/office/drawing/2014/main" id="{21F7AE54-0165-4CC8-86FD-FF38B949E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3176"/>
                <a:ext cx="5" cy="7"/>
              </a:xfrm>
              <a:custGeom>
                <a:avLst/>
                <a:gdLst>
                  <a:gd name="T0" fmla="*/ 13 w 3"/>
                  <a:gd name="T1" fmla="*/ 0 h 4"/>
                  <a:gd name="T2" fmla="*/ 5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1"/>
                      <a:pt x="0" y="2"/>
                      <a:pt x="1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28" name="Freeform 451">
                <a:extLst>
                  <a:ext uri="{FF2B5EF4-FFF2-40B4-BE49-F238E27FC236}">
                    <a16:creationId xmlns:a16="http://schemas.microsoft.com/office/drawing/2014/main" id="{7CBD4681-B4D2-44C8-A944-3ED41111B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197"/>
                <a:ext cx="6" cy="3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2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29" name="Freeform 452">
                <a:extLst>
                  <a:ext uri="{FF2B5EF4-FFF2-40B4-BE49-F238E27FC236}">
                    <a16:creationId xmlns:a16="http://schemas.microsoft.com/office/drawing/2014/main" id="{20075820-D340-4A55-A895-5CB001D6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3131"/>
                <a:ext cx="4" cy="9"/>
              </a:xfrm>
              <a:custGeom>
                <a:avLst/>
                <a:gdLst>
                  <a:gd name="T0" fmla="*/ 16 w 2"/>
                  <a:gd name="T1" fmla="*/ 0 h 5"/>
                  <a:gd name="T2" fmla="*/ 8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0"/>
                      <a:pt x="1" y="3"/>
                      <a:pt x="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30" name="Freeform 453">
                <a:extLst>
                  <a:ext uri="{FF2B5EF4-FFF2-40B4-BE49-F238E27FC236}">
                    <a16:creationId xmlns:a16="http://schemas.microsoft.com/office/drawing/2014/main" id="{1D8EB789-BB6F-4B33-857A-346F3D150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3082"/>
                <a:ext cx="20" cy="19"/>
              </a:xfrm>
              <a:custGeom>
                <a:avLst/>
                <a:gdLst>
                  <a:gd name="T0" fmla="*/ 8 w 12"/>
                  <a:gd name="T1" fmla="*/ 0 h 11"/>
                  <a:gd name="T2" fmla="*/ 5 w 12"/>
                  <a:gd name="T3" fmla="*/ 21 h 11"/>
                  <a:gd name="T4" fmla="*/ 28 w 12"/>
                  <a:gd name="T5" fmla="*/ 36 h 11"/>
                  <a:gd name="T6" fmla="*/ 55 w 12"/>
                  <a:gd name="T7" fmla="*/ 5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1" y="7"/>
                      <a:pt x="3" y="6"/>
                      <a:pt x="6" y="7"/>
                    </a:cubicBezTo>
                    <a:cubicBezTo>
                      <a:pt x="8" y="8"/>
                      <a:pt x="10" y="10"/>
                      <a:pt x="12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31" name="Freeform 454">
                <a:extLst>
                  <a:ext uri="{FF2B5EF4-FFF2-40B4-BE49-F238E27FC236}">
                    <a16:creationId xmlns:a16="http://schemas.microsoft.com/office/drawing/2014/main" id="{FD367D48-07B0-4AA8-A4D2-D286C2092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3013"/>
                <a:ext cx="31" cy="19"/>
              </a:xfrm>
              <a:custGeom>
                <a:avLst/>
                <a:gdLst>
                  <a:gd name="T0" fmla="*/ 5 w 19"/>
                  <a:gd name="T1" fmla="*/ 0 h 11"/>
                  <a:gd name="T2" fmla="*/ 13 w 19"/>
                  <a:gd name="T3" fmla="*/ 29 h 11"/>
                  <a:gd name="T4" fmla="*/ 29 w 19"/>
                  <a:gd name="T5" fmla="*/ 36 h 11"/>
                  <a:gd name="T6" fmla="*/ 54 w 19"/>
                  <a:gd name="T7" fmla="*/ 41 h 11"/>
                  <a:gd name="T8" fmla="*/ 83 w 19"/>
                  <a:gd name="T9" fmla="*/ 4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4" y="7"/>
                      <a:pt x="6" y="7"/>
                      <a:pt x="7" y="7"/>
                    </a:cubicBezTo>
                    <a:cubicBezTo>
                      <a:pt x="9" y="7"/>
                      <a:pt x="10" y="7"/>
                      <a:pt x="12" y="8"/>
                    </a:cubicBezTo>
                    <a:cubicBezTo>
                      <a:pt x="14" y="8"/>
                      <a:pt x="17" y="11"/>
                      <a:pt x="19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32" name="Freeform 455">
                <a:extLst>
                  <a:ext uri="{FF2B5EF4-FFF2-40B4-BE49-F238E27FC236}">
                    <a16:creationId xmlns:a16="http://schemas.microsoft.com/office/drawing/2014/main" id="{F40CF1F7-E81F-4BDC-9C0F-B8386A92F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085"/>
                <a:ext cx="10" cy="6"/>
              </a:xfrm>
              <a:custGeom>
                <a:avLst/>
                <a:gdLst>
                  <a:gd name="T0" fmla="*/ 0 w 6"/>
                  <a:gd name="T1" fmla="*/ 24 h 3"/>
                  <a:gd name="T2" fmla="*/ 28 w 6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33" name="Freeform 456">
                <a:extLst>
                  <a:ext uri="{FF2B5EF4-FFF2-40B4-BE49-F238E27FC236}">
                    <a16:creationId xmlns:a16="http://schemas.microsoft.com/office/drawing/2014/main" id="{CCD6EEDA-7BEF-48AD-98D7-3E2A0AF00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018"/>
                <a:ext cx="10" cy="4"/>
              </a:xfrm>
              <a:custGeom>
                <a:avLst/>
                <a:gdLst>
                  <a:gd name="T0" fmla="*/ 0 w 6"/>
                  <a:gd name="T1" fmla="*/ 16 h 2"/>
                  <a:gd name="T2" fmla="*/ 28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1" y="0"/>
                      <a:pt x="4" y="1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34" name="Freeform 457">
                <a:extLst>
                  <a:ext uri="{FF2B5EF4-FFF2-40B4-BE49-F238E27FC236}">
                    <a16:creationId xmlns:a16="http://schemas.microsoft.com/office/drawing/2014/main" id="{EFB1F8D9-7128-4409-9092-8F5D64534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3029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35" name="Freeform 458">
                <a:extLst>
                  <a:ext uri="{FF2B5EF4-FFF2-40B4-BE49-F238E27FC236}">
                    <a16:creationId xmlns:a16="http://schemas.microsoft.com/office/drawing/2014/main" id="{7EB91D75-FE16-438C-A89A-FEE9F11EB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953"/>
                <a:ext cx="28" cy="17"/>
              </a:xfrm>
              <a:custGeom>
                <a:avLst/>
                <a:gdLst>
                  <a:gd name="T0" fmla="*/ 0 w 17"/>
                  <a:gd name="T1" fmla="*/ 9 h 10"/>
                  <a:gd name="T2" fmla="*/ 8 w 17"/>
                  <a:gd name="T3" fmla="*/ 5 h 10"/>
                  <a:gd name="T4" fmla="*/ 26 w 17"/>
                  <a:gd name="T5" fmla="*/ 5 h 10"/>
                  <a:gd name="T6" fmla="*/ 54 w 17"/>
                  <a:gd name="T7" fmla="*/ 26 h 10"/>
                  <a:gd name="T8" fmla="*/ 71 w 17"/>
                  <a:gd name="T9" fmla="*/ 34 h 10"/>
                  <a:gd name="T10" fmla="*/ 76 w 17"/>
                  <a:gd name="T11" fmla="*/ 49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0">
                    <a:moveTo>
                      <a:pt x="0" y="2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6" y="1"/>
                    </a:cubicBezTo>
                    <a:cubicBezTo>
                      <a:pt x="9" y="2"/>
                      <a:pt x="10" y="4"/>
                      <a:pt x="12" y="5"/>
                    </a:cubicBezTo>
                    <a:cubicBezTo>
                      <a:pt x="13" y="6"/>
                      <a:pt x="15" y="6"/>
                      <a:pt x="16" y="7"/>
                    </a:cubicBezTo>
                    <a:cubicBezTo>
                      <a:pt x="17" y="8"/>
                      <a:pt x="17" y="9"/>
                      <a:pt x="17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36" name="Freeform 459">
                <a:extLst>
                  <a:ext uri="{FF2B5EF4-FFF2-40B4-BE49-F238E27FC236}">
                    <a16:creationId xmlns:a16="http://schemas.microsoft.com/office/drawing/2014/main" id="{4AC301B3-6FB5-4490-B616-138096CE0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870"/>
                <a:ext cx="30" cy="16"/>
              </a:xfrm>
              <a:custGeom>
                <a:avLst/>
                <a:gdLst>
                  <a:gd name="T0" fmla="*/ 0 w 18"/>
                  <a:gd name="T1" fmla="*/ 12 h 9"/>
                  <a:gd name="T2" fmla="*/ 33 w 18"/>
                  <a:gd name="T3" fmla="*/ 7 h 9"/>
                  <a:gd name="T4" fmla="*/ 62 w 18"/>
                  <a:gd name="T5" fmla="*/ 21 h 9"/>
                  <a:gd name="T6" fmla="*/ 78 w 18"/>
                  <a:gd name="T7" fmla="*/ 5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0" y="2"/>
                    </a:moveTo>
                    <a:cubicBezTo>
                      <a:pt x="2" y="2"/>
                      <a:pt x="5" y="0"/>
                      <a:pt x="7" y="1"/>
                    </a:cubicBezTo>
                    <a:cubicBezTo>
                      <a:pt x="9" y="1"/>
                      <a:pt x="11" y="3"/>
                      <a:pt x="13" y="4"/>
                    </a:cubicBezTo>
                    <a:cubicBezTo>
                      <a:pt x="15" y="5"/>
                      <a:pt x="18" y="7"/>
                      <a:pt x="17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37" name="Freeform 460">
                <a:extLst>
                  <a:ext uri="{FF2B5EF4-FFF2-40B4-BE49-F238E27FC236}">
                    <a16:creationId xmlns:a16="http://schemas.microsoft.com/office/drawing/2014/main" id="{7193D643-C7AA-42EA-9CB1-4D5183623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44"/>
                <a:ext cx="5" cy="9"/>
              </a:xfrm>
              <a:custGeom>
                <a:avLst/>
                <a:gdLst>
                  <a:gd name="T0" fmla="*/ 5 w 3"/>
                  <a:gd name="T1" fmla="*/ 0 h 5"/>
                  <a:gd name="T2" fmla="*/ 13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2"/>
                      <a:pt x="1" y="4"/>
                      <a:pt x="3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38" name="Freeform 461">
                <a:extLst>
                  <a:ext uri="{FF2B5EF4-FFF2-40B4-BE49-F238E27FC236}">
                    <a16:creationId xmlns:a16="http://schemas.microsoft.com/office/drawing/2014/main" id="{B419846D-EDA5-4AF0-B6C0-4B673BE00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962"/>
                <a:ext cx="7" cy="1"/>
              </a:xfrm>
              <a:custGeom>
                <a:avLst/>
                <a:gdLst>
                  <a:gd name="T0" fmla="*/ 0 w 4"/>
                  <a:gd name="T1" fmla="*/ 1 h 1"/>
                  <a:gd name="T2" fmla="*/ 21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39" name="Freeform 462">
                <a:extLst>
                  <a:ext uri="{FF2B5EF4-FFF2-40B4-BE49-F238E27FC236}">
                    <a16:creationId xmlns:a16="http://schemas.microsoft.com/office/drawing/2014/main" id="{BEA3CFE3-A365-46A2-AB16-9BEA6F714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866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3"/>
                      <a:pt x="3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40" name="Freeform 463">
                <a:extLst>
                  <a:ext uri="{FF2B5EF4-FFF2-40B4-BE49-F238E27FC236}">
                    <a16:creationId xmlns:a16="http://schemas.microsoft.com/office/drawing/2014/main" id="{C5D7404F-B097-46E6-B542-E8BE9B4FF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797"/>
                <a:ext cx="35" cy="16"/>
              </a:xfrm>
              <a:custGeom>
                <a:avLst/>
                <a:gdLst>
                  <a:gd name="T0" fmla="*/ 5 w 21"/>
                  <a:gd name="T1" fmla="*/ 50 h 9"/>
                  <a:gd name="T2" fmla="*/ 78 w 21"/>
                  <a:gd name="T3" fmla="*/ 16 h 9"/>
                  <a:gd name="T4" fmla="*/ 97 w 21"/>
                  <a:gd name="T5" fmla="*/ 3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1" y="9"/>
                    </a:moveTo>
                    <a:cubicBezTo>
                      <a:pt x="0" y="0"/>
                      <a:pt x="11" y="3"/>
                      <a:pt x="17" y="3"/>
                    </a:cubicBezTo>
                    <a:cubicBezTo>
                      <a:pt x="18" y="3"/>
                      <a:pt x="21" y="4"/>
                      <a:pt x="21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41" name="Freeform 464">
                <a:extLst>
                  <a:ext uri="{FF2B5EF4-FFF2-40B4-BE49-F238E27FC236}">
                    <a16:creationId xmlns:a16="http://schemas.microsoft.com/office/drawing/2014/main" id="{FB912F07-4376-42C9-A045-2440C0000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797"/>
                <a:ext cx="4" cy="5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42" name="Freeform 465">
                <a:extLst>
                  <a:ext uri="{FF2B5EF4-FFF2-40B4-BE49-F238E27FC236}">
                    <a16:creationId xmlns:a16="http://schemas.microsoft.com/office/drawing/2014/main" id="{2F8E2226-E1AF-4B9A-B6F6-CFCC965EB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725"/>
                <a:ext cx="36" cy="10"/>
              </a:xfrm>
              <a:custGeom>
                <a:avLst/>
                <a:gdLst>
                  <a:gd name="T0" fmla="*/ 5 w 22"/>
                  <a:gd name="T1" fmla="*/ 28 h 6"/>
                  <a:gd name="T2" fmla="*/ 34 w 22"/>
                  <a:gd name="T3" fmla="*/ 0 h 6"/>
                  <a:gd name="T4" fmla="*/ 62 w 22"/>
                  <a:gd name="T5" fmla="*/ 5 h 6"/>
                  <a:gd name="T6" fmla="*/ 70 w 22"/>
                  <a:gd name="T7" fmla="*/ 5 h 6"/>
                  <a:gd name="T8" fmla="*/ 97 w 22"/>
                  <a:gd name="T9" fmla="*/ 2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6">
                    <a:moveTo>
                      <a:pt x="1" y="6"/>
                    </a:moveTo>
                    <a:cubicBezTo>
                      <a:pt x="0" y="2"/>
                      <a:pt x="5" y="0"/>
                      <a:pt x="8" y="0"/>
                    </a:cubicBezTo>
                    <a:cubicBezTo>
                      <a:pt x="10" y="1"/>
                      <a:pt x="12" y="1"/>
                      <a:pt x="14" y="1"/>
                    </a:cubicBezTo>
                    <a:cubicBezTo>
                      <a:pt x="15" y="1"/>
                      <a:pt x="16" y="1"/>
                      <a:pt x="16" y="1"/>
                    </a:cubicBezTo>
                    <a:cubicBezTo>
                      <a:pt x="18" y="1"/>
                      <a:pt x="21" y="3"/>
                      <a:pt x="22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43" name="Freeform 466">
                <a:extLst>
                  <a:ext uri="{FF2B5EF4-FFF2-40B4-BE49-F238E27FC236}">
                    <a16:creationId xmlns:a16="http://schemas.microsoft.com/office/drawing/2014/main" id="{A606D646-F323-408C-9C0F-29954CC5F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721"/>
                <a:ext cx="1" cy="5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44" name="Freeform 467">
                <a:extLst>
                  <a:ext uri="{FF2B5EF4-FFF2-40B4-BE49-F238E27FC236}">
                    <a16:creationId xmlns:a16="http://schemas.microsoft.com/office/drawing/2014/main" id="{487691BC-29A3-4CDF-8B50-739696E93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626"/>
                <a:ext cx="25" cy="12"/>
              </a:xfrm>
              <a:custGeom>
                <a:avLst/>
                <a:gdLst>
                  <a:gd name="T0" fmla="*/ 0 w 15"/>
                  <a:gd name="T1" fmla="*/ 15 h 7"/>
                  <a:gd name="T2" fmla="*/ 42 w 15"/>
                  <a:gd name="T3" fmla="*/ 5 h 7"/>
                  <a:gd name="T4" fmla="*/ 70 w 1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3"/>
                    </a:moveTo>
                    <a:cubicBezTo>
                      <a:pt x="3" y="7"/>
                      <a:pt x="6" y="3"/>
                      <a:pt x="9" y="1"/>
                    </a:cubicBezTo>
                    <a:cubicBezTo>
                      <a:pt x="11" y="0"/>
                      <a:pt x="13" y="1"/>
                      <a:pt x="1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45" name="Freeform 468">
                <a:extLst>
                  <a:ext uri="{FF2B5EF4-FFF2-40B4-BE49-F238E27FC236}">
                    <a16:creationId xmlns:a16="http://schemas.microsoft.com/office/drawing/2014/main" id="{8C60E24D-2C60-4B68-B8D7-5B37B149B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569"/>
                <a:ext cx="26" cy="14"/>
              </a:xfrm>
              <a:custGeom>
                <a:avLst/>
                <a:gdLst>
                  <a:gd name="T0" fmla="*/ 8 w 16"/>
                  <a:gd name="T1" fmla="*/ 44 h 8"/>
                  <a:gd name="T2" fmla="*/ 18 w 16"/>
                  <a:gd name="T3" fmla="*/ 21 h 8"/>
                  <a:gd name="T4" fmla="*/ 42 w 16"/>
                  <a:gd name="T5" fmla="*/ 12 h 8"/>
                  <a:gd name="T6" fmla="*/ 68 w 1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2" y="8"/>
                    </a:moveTo>
                    <a:cubicBezTo>
                      <a:pt x="0" y="7"/>
                      <a:pt x="3" y="4"/>
                      <a:pt x="4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2" y="1"/>
                      <a:pt x="15" y="0"/>
                      <a:pt x="16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46" name="Freeform 469">
                <a:extLst>
                  <a:ext uri="{FF2B5EF4-FFF2-40B4-BE49-F238E27FC236}">
                    <a16:creationId xmlns:a16="http://schemas.microsoft.com/office/drawing/2014/main" id="{E4B43454-C407-418F-8F20-CEBDC5801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635"/>
                <a:ext cx="4" cy="8"/>
              </a:xfrm>
              <a:custGeom>
                <a:avLst/>
                <a:gdLst>
                  <a:gd name="T0" fmla="*/ 16 w 2"/>
                  <a:gd name="T1" fmla="*/ 0 h 5"/>
                  <a:gd name="T2" fmla="*/ 8 w 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0" y="3"/>
                      <a:pt x="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47" name="Freeform 470">
                <a:extLst>
                  <a:ext uri="{FF2B5EF4-FFF2-40B4-BE49-F238E27FC236}">
                    <a16:creationId xmlns:a16="http://schemas.microsoft.com/office/drawing/2014/main" id="{129140FF-4A46-46A1-95E3-28A1A3F15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627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3" y="1"/>
                      <a:pt x="4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48" name="Freeform 471">
                <a:extLst>
                  <a:ext uri="{FF2B5EF4-FFF2-40B4-BE49-F238E27FC236}">
                    <a16:creationId xmlns:a16="http://schemas.microsoft.com/office/drawing/2014/main" id="{B09545EA-51AA-4E28-A7AE-B2D1FE589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723"/>
                <a:ext cx="6" cy="5"/>
              </a:xfrm>
              <a:custGeom>
                <a:avLst/>
                <a:gdLst>
                  <a:gd name="T0" fmla="*/ 0 w 4"/>
                  <a:gd name="T1" fmla="*/ 8 h 3"/>
                  <a:gd name="T2" fmla="*/ 1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49" name="Freeform 472">
                <a:extLst>
                  <a:ext uri="{FF2B5EF4-FFF2-40B4-BE49-F238E27FC236}">
                    <a16:creationId xmlns:a16="http://schemas.microsoft.com/office/drawing/2014/main" id="{DCCEFF31-6F75-4CED-AE95-96E87248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573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50" name="Freeform 473">
                <a:extLst>
                  <a:ext uri="{FF2B5EF4-FFF2-40B4-BE49-F238E27FC236}">
                    <a16:creationId xmlns:a16="http://schemas.microsoft.com/office/drawing/2014/main" id="{B3D95709-B0DB-4500-B480-7AB97ED6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475"/>
                <a:ext cx="23" cy="20"/>
              </a:xfrm>
              <a:custGeom>
                <a:avLst/>
                <a:gdLst>
                  <a:gd name="T0" fmla="*/ 13 w 14"/>
                  <a:gd name="T1" fmla="*/ 65 h 11"/>
                  <a:gd name="T2" fmla="*/ 35 w 14"/>
                  <a:gd name="T3" fmla="*/ 16 h 11"/>
                  <a:gd name="T4" fmla="*/ 62 w 14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11"/>
                    </a:moveTo>
                    <a:cubicBezTo>
                      <a:pt x="0" y="8"/>
                      <a:pt x="6" y="4"/>
                      <a:pt x="8" y="3"/>
                    </a:cubicBezTo>
                    <a:cubicBezTo>
                      <a:pt x="10" y="1"/>
                      <a:pt x="12" y="0"/>
                      <a:pt x="1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51" name="Freeform 474">
                <a:extLst>
                  <a:ext uri="{FF2B5EF4-FFF2-40B4-BE49-F238E27FC236}">
                    <a16:creationId xmlns:a16="http://schemas.microsoft.com/office/drawing/2014/main" id="{CE5D52ED-68C6-4BBE-B843-0F0DC7048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415"/>
                <a:ext cx="31" cy="21"/>
              </a:xfrm>
              <a:custGeom>
                <a:avLst/>
                <a:gdLst>
                  <a:gd name="T0" fmla="*/ 18 w 19"/>
                  <a:gd name="T1" fmla="*/ 65 h 12"/>
                  <a:gd name="T2" fmla="*/ 62 w 19"/>
                  <a:gd name="T3" fmla="*/ 16 h 12"/>
                  <a:gd name="T4" fmla="*/ 83 w 19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4" y="12"/>
                    </a:moveTo>
                    <a:cubicBezTo>
                      <a:pt x="0" y="7"/>
                      <a:pt x="12" y="5"/>
                      <a:pt x="14" y="3"/>
                    </a:cubicBezTo>
                    <a:cubicBezTo>
                      <a:pt x="15" y="2"/>
                      <a:pt x="17" y="0"/>
                      <a:pt x="19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52" name="Freeform 475">
                <a:extLst>
                  <a:ext uri="{FF2B5EF4-FFF2-40B4-BE49-F238E27FC236}">
                    <a16:creationId xmlns:a16="http://schemas.microsoft.com/office/drawing/2014/main" id="{1D93FCF1-18AC-4705-AA5F-6C6C931BE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488"/>
                <a:ext cx="10" cy="5"/>
              </a:xfrm>
              <a:custGeom>
                <a:avLst/>
                <a:gdLst>
                  <a:gd name="T0" fmla="*/ 0 w 6"/>
                  <a:gd name="T1" fmla="*/ 0 h 3"/>
                  <a:gd name="T2" fmla="*/ 28 w 6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2"/>
                      <a:pt x="3" y="3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53" name="Freeform 476">
                <a:extLst>
                  <a:ext uri="{FF2B5EF4-FFF2-40B4-BE49-F238E27FC236}">
                    <a16:creationId xmlns:a16="http://schemas.microsoft.com/office/drawing/2014/main" id="{2604B533-6956-4CE7-902E-CD6432568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408"/>
                <a:ext cx="3" cy="13"/>
              </a:xfrm>
              <a:custGeom>
                <a:avLst/>
                <a:gdLst>
                  <a:gd name="T0" fmla="*/ 0 w 2"/>
                  <a:gd name="T1" fmla="*/ 45 h 7"/>
                  <a:gd name="T2" fmla="*/ 5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1" y="5"/>
                      <a:pt x="2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54" name="Freeform 477">
                <a:extLst>
                  <a:ext uri="{FF2B5EF4-FFF2-40B4-BE49-F238E27FC236}">
                    <a16:creationId xmlns:a16="http://schemas.microsoft.com/office/drawing/2014/main" id="{99F6AF10-C2CA-4418-A13B-303C53E49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355"/>
                <a:ext cx="17" cy="30"/>
              </a:xfrm>
              <a:custGeom>
                <a:avLst/>
                <a:gdLst>
                  <a:gd name="T0" fmla="*/ 15 w 10"/>
                  <a:gd name="T1" fmla="*/ 86 h 17"/>
                  <a:gd name="T2" fmla="*/ 5 w 10"/>
                  <a:gd name="T3" fmla="*/ 60 h 17"/>
                  <a:gd name="T4" fmla="*/ 26 w 10"/>
                  <a:gd name="T5" fmla="*/ 28 h 17"/>
                  <a:gd name="T6" fmla="*/ 49 w 10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3" y="16"/>
                    </a:moveTo>
                    <a:cubicBezTo>
                      <a:pt x="1" y="17"/>
                      <a:pt x="0" y="12"/>
                      <a:pt x="1" y="11"/>
                    </a:cubicBezTo>
                    <a:cubicBezTo>
                      <a:pt x="1" y="9"/>
                      <a:pt x="4" y="7"/>
                      <a:pt x="5" y="5"/>
                    </a:cubicBezTo>
                    <a:cubicBezTo>
                      <a:pt x="6" y="3"/>
                      <a:pt x="8" y="0"/>
                      <a:pt x="1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55" name="Freeform 478">
                <a:extLst>
                  <a:ext uri="{FF2B5EF4-FFF2-40B4-BE49-F238E27FC236}">
                    <a16:creationId xmlns:a16="http://schemas.microsoft.com/office/drawing/2014/main" id="{42C72E06-233B-4014-A028-F5B96B97A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373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56" name="Freeform 479">
                <a:extLst>
                  <a:ext uri="{FF2B5EF4-FFF2-40B4-BE49-F238E27FC236}">
                    <a16:creationId xmlns:a16="http://schemas.microsoft.com/office/drawing/2014/main" id="{F9DCE4B2-DAA2-4F29-BB90-107204C48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302"/>
                <a:ext cx="79" cy="43"/>
              </a:xfrm>
              <a:custGeom>
                <a:avLst/>
                <a:gdLst>
                  <a:gd name="T0" fmla="*/ 209 w 48"/>
                  <a:gd name="T1" fmla="*/ 131 h 24"/>
                  <a:gd name="T2" fmla="*/ 206 w 48"/>
                  <a:gd name="T3" fmla="*/ 97 h 24"/>
                  <a:gd name="T4" fmla="*/ 156 w 48"/>
                  <a:gd name="T5" fmla="*/ 73 h 24"/>
                  <a:gd name="T6" fmla="*/ 109 w 48"/>
                  <a:gd name="T7" fmla="*/ 57 h 24"/>
                  <a:gd name="T8" fmla="*/ 54 w 48"/>
                  <a:gd name="T9" fmla="*/ 29 h 24"/>
                  <a:gd name="T10" fmla="*/ 13 w 48"/>
                  <a:gd name="T11" fmla="*/ 7 h 24"/>
                  <a:gd name="T12" fmla="*/ 0 w 48"/>
                  <a:gd name="T13" fmla="*/ 13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4">
                    <a:moveTo>
                      <a:pt x="47" y="23"/>
                    </a:moveTo>
                    <a:cubicBezTo>
                      <a:pt x="48" y="24"/>
                      <a:pt x="47" y="18"/>
                      <a:pt x="46" y="17"/>
                    </a:cubicBezTo>
                    <a:cubicBezTo>
                      <a:pt x="43" y="14"/>
                      <a:pt x="39" y="14"/>
                      <a:pt x="35" y="13"/>
                    </a:cubicBezTo>
                    <a:cubicBezTo>
                      <a:pt x="31" y="13"/>
                      <a:pt x="28" y="11"/>
                      <a:pt x="24" y="10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3"/>
                      <a:pt x="7" y="0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57" name="Freeform 480">
                <a:extLst>
                  <a:ext uri="{FF2B5EF4-FFF2-40B4-BE49-F238E27FC236}">
                    <a16:creationId xmlns:a16="http://schemas.microsoft.com/office/drawing/2014/main" id="{DFC722A3-BE1A-4161-8820-CD18771A7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313"/>
                <a:ext cx="12" cy="30"/>
              </a:xfrm>
              <a:custGeom>
                <a:avLst/>
                <a:gdLst>
                  <a:gd name="T0" fmla="*/ 5 w 7"/>
                  <a:gd name="T1" fmla="*/ 94 h 17"/>
                  <a:gd name="T2" fmla="*/ 0 w 7"/>
                  <a:gd name="T3" fmla="*/ 65 h 17"/>
                  <a:gd name="T4" fmla="*/ 26 w 7"/>
                  <a:gd name="T5" fmla="*/ 28 h 17"/>
                  <a:gd name="T6" fmla="*/ 29 w 7"/>
                  <a:gd name="T7" fmla="*/ 0 h 17"/>
                  <a:gd name="T8" fmla="*/ 36 w 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0" y="16"/>
                      <a:pt x="0" y="13"/>
                      <a:pt x="0" y="12"/>
                    </a:cubicBezTo>
                    <a:cubicBezTo>
                      <a:pt x="1" y="9"/>
                      <a:pt x="4" y="8"/>
                      <a:pt x="5" y="5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58" name="Freeform 481">
                <a:extLst>
                  <a:ext uri="{FF2B5EF4-FFF2-40B4-BE49-F238E27FC236}">
                    <a16:creationId xmlns:a16="http://schemas.microsoft.com/office/drawing/2014/main" id="{45F4BE2F-D1EB-4EE2-AD07-743950CBA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274"/>
                <a:ext cx="10" cy="26"/>
              </a:xfrm>
              <a:custGeom>
                <a:avLst/>
                <a:gdLst>
                  <a:gd name="T0" fmla="*/ 0 w 6"/>
                  <a:gd name="T1" fmla="*/ 73 h 15"/>
                  <a:gd name="T2" fmla="*/ 22 w 6"/>
                  <a:gd name="T3" fmla="*/ 57 h 15"/>
                  <a:gd name="T4" fmla="*/ 22 w 6"/>
                  <a:gd name="T5" fmla="*/ 28 h 15"/>
                  <a:gd name="T6" fmla="*/ 20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14"/>
                    </a:moveTo>
                    <a:cubicBezTo>
                      <a:pt x="2" y="14"/>
                      <a:pt x="4" y="15"/>
                      <a:pt x="5" y="11"/>
                    </a:cubicBezTo>
                    <a:cubicBezTo>
                      <a:pt x="6" y="9"/>
                      <a:pt x="6" y="7"/>
                      <a:pt x="5" y="5"/>
                    </a:cubicBezTo>
                    <a:cubicBezTo>
                      <a:pt x="5" y="3"/>
                      <a:pt x="6" y="2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59" name="Freeform 482">
                <a:extLst>
                  <a:ext uri="{FF2B5EF4-FFF2-40B4-BE49-F238E27FC236}">
                    <a16:creationId xmlns:a16="http://schemas.microsoft.com/office/drawing/2014/main" id="{0B30B7E4-F556-479F-A20E-8BEC5407D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332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60" name="Freeform 483">
                <a:extLst>
                  <a:ext uri="{FF2B5EF4-FFF2-40B4-BE49-F238E27FC236}">
                    <a16:creationId xmlns:a16="http://schemas.microsoft.com/office/drawing/2014/main" id="{71D9720B-3206-46C8-A850-ED10F808A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295"/>
                <a:ext cx="5" cy="9"/>
              </a:xfrm>
              <a:custGeom>
                <a:avLst/>
                <a:gdLst>
                  <a:gd name="T0" fmla="*/ 13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61" name="Freeform 484">
                <a:extLst>
                  <a:ext uri="{FF2B5EF4-FFF2-40B4-BE49-F238E27FC236}">
                    <a16:creationId xmlns:a16="http://schemas.microsoft.com/office/drawing/2014/main" id="{6BDEF2B1-B846-4D1E-8786-1D109E91D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76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62" name="Freeform 485">
                <a:extLst>
                  <a:ext uri="{FF2B5EF4-FFF2-40B4-BE49-F238E27FC236}">
                    <a16:creationId xmlns:a16="http://schemas.microsoft.com/office/drawing/2014/main" id="{3C9C4D02-9C74-4A18-8335-6A227C7E8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314"/>
                <a:ext cx="7" cy="6"/>
              </a:xfrm>
              <a:custGeom>
                <a:avLst/>
                <a:gdLst>
                  <a:gd name="T0" fmla="*/ 0 w 4"/>
                  <a:gd name="T1" fmla="*/ 24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0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63" name="Freeform 486">
                <a:extLst>
                  <a:ext uri="{FF2B5EF4-FFF2-40B4-BE49-F238E27FC236}">
                    <a16:creationId xmlns:a16="http://schemas.microsoft.com/office/drawing/2014/main" id="{E2246B0E-AC1E-4330-AD92-3B3EA8C79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277"/>
                <a:ext cx="95" cy="22"/>
              </a:xfrm>
              <a:custGeom>
                <a:avLst/>
                <a:gdLst>
                  <a:gd name="T0" fmla="*/ 5 w 57"/>
                  <a:gd name="T1" fmla="*/ 73 h 12"/>
                  <a:gd name="T2" fmla="*/ 5 w 57"/>
                  <a:gd name="T3" fmla="*/ 24 h 12"/>
                  <a:gd name="T4" fmla="*/ 62 w 57"/>
                  <a:gd name="T5" fmla="*/ 7 h 12"/>
                  <a:gd name="T6" fmla="*/ 195 w 57"/>
                  <a:gd name="T7" fmla="*/ 31 h 12"/>
                  <a:gd name="T8" fmla="*/ 250 w 57"/>
                  <a:gd name="T9" fmla="*/ 7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2">
                    <a:moveTo>
                      <a:pt x="1" y="12"/>
                    </a:moveTo>
                    <a:cubicBezTo>
                      <a:pt x="0" y="9"/>
                      <a:pt x="0" y="6"/>
                      <a:pt x="1" y="4"/>
                    </a:cubicBezTo>
                    <a:cubicBezTo>
                      <a:pt x="3" y="0"/>
                      <a:pt x="10" y="1"/>
                      <a:pt x="13" y="1"/>
                    </a:cubicBezTo>
                    <a:cubicBezTo>
                      <a:pt x="23" y="2"/>
                      <a:pt x="32" y="5"/>
                      <a:pt x="42" y="5"/>
                    </a:cubicBezTo>
                    <a:cubicBezTo>
                      <a:pt x="46" y="6"/>
                      <a:pt x="57" y="4"/>
                      <a:pt x="54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64" name="Freeform 487">
                <a:extLst>
                  <a:ext uri="{FF2B5EF4-FFF2-40B4-BE49-F238E27FC236}">
                    <a16:creationId xmlns:a16="http://schemas.microsoft.com/office/drawing/2014/main" id="{FE219E62-D2F0-4E40-8931-D0AE4D39A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300"/>
                <a:ext cx="84" cy="37"/>
              </a:xfrm>
              <a:custGeom>
                <a:avLst/>
                <a:gdLst>
                  <a:gd name="T0" fmla="*/ 8 w 51"/>
                  <a:gd name="T1" fmla="*/ 115 h 21"/>
                  <a:gd name="T2" fmla="*/ 33 w 51"/>
                  <a:gd name="T3" fmla="*/ 72 h 21"/>
                  <a:gd name="T4" fmla="*/ 71 w 51"/>
                  <a:gd name="T5" fmla="*/ 65 h 21"/>
                  <a:gd name="T6" fmla="*/ 125 w 51"/>
                  <a:gd name="T7" fmla="*/ 49 h 21"/>
                  <a:gd name="T8" fmla="*/ 180 w 51"/>
                  <a:gd name="T9" fmla="*/ 28 h 21"/>
                  <a:gd name="T10" fmla="*/ 201 w 51"/>
                  <a:gd name="T11" fmla="*/ 12 h 21"/>
                  <a:gd name="T12" fmla="*/ 222 w 51"/>
                  <a:gd name="T13" fmla="*/ 7 h 21"/>
                  <a:gd name="T14" fmla="*/ 227 w 51"/>
                  <a:gd name="T15" fmla="*/ 37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1">
                    <a:moveTo>
                      <a:pt x="2" y="21"/>
                    </a:moveTo>
                    <a:cubicBezTo>
                      <a:pt x="0" y="17"/>
                      <a:pt x="4" y="14"/>
                      <a:pt x="7" y="13"/>
                    </a:cubicBezTo>
                    <a:cubicBezTo>
                      <a:pt x="10" y="13"/>
                      <a:pt x="13" y="13"/>
                      <a:pt x="16" y="12"/>
                    </a:cubicBezTo>
                    <a:cubicBezTo>
                      <a:pt x="20" y="11"/>
                      <a:pt x="24" y="10"/>
                      <a:pt x="28" y="9"/>
                    </a:cubicBezTo>
                    <a:cubicBezTo>
                      <a:pt x="32" y="8"/>
                      <a:pt x="37" y="7"/>
                      <a:pt x="40" y="5"/>
                    </a:cubicBezTo>
                    <a:cubicBezTo>
                      <a:pt x="42" y="4"/>
                      <a:pt x="44" y="3"/>
                      <a:pt x="45" y="2"/>
                    </a:cubicBezTo>
                    <a:cubicBezTo>
                      <a:pt x="47" y="1"/>
                      <a:pt x="49" y="0"/>
                      <a:pt x="50" y="1"/>
                    </a:cubicBezTo>
                    <a:cubicBezTo>
                      <a:pt x="51" y="2"/>
                      <a:pt x="51" y="5"/>
                      <a:pt x="51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65" name="Freeform 488">
                <a:extLst>
                  <a:ext uri="{FF2B5EF4-FFF2-40B4-BE49-F238E27FC236}">
                    <a16:creationId xmlns:a16="http://schemas.microsoft.com/office/drawing/2014/main" id="{31DF7431-795B-4BB0-B754-F6944C78A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258"/>
                <a:ext cx="6" cy="26"/>
              </a:xfrm>
              <a:custGeom>
                <a:avLst/>
                <a:gdLst>
                  <a:gd name="T0" fmla="*/ 8 w 4"/>
                  <a:gd name="T1" fmla="*/ 78 h 15"/>
                  <a:gd name="T2" fmla="*/ 5 w 4"/>
                  <a:gd name="T3" fmla="*/ 29 h 15"/>
                  <a:gd name="T4" fmla="*/ 5 w 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5">
                    <a:moveTo>
                      <a:pt x="2" y="15"/>
                    </a:moveTo>
                    <a:cubicBezTo>
                      <a:pt x="4" y="12"/>
                      <a:pt x="2" y="9"/>
                      <a:pt x="1" y="6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66" name="Freeform 489">
                <a:extLst>
                  <a:ext uri="{FF2B5EF4-FFF2-40B4-BE49-F238E27FC236}">
                    <a16:creationId xmlns:a16="http://schemas.microsoft.com/office/drawing/2014/main" id="{2E746FE8-C0C9-4178-A9BA-37DB260EF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272"/>
                <a:ext cx="15" cy="34"/>
              </a:xfrm>
              <a:custGeom>
                <a:avLst/>
                <a:gdLst>
                  <a:gd name="T0" fmla="*/ 37 w 9"/>
                  <a:gd name="T1" fmla="*/ 109 h 19"/>
                  <a:gd name="T2" fmla="*/ 33 w 9"/>
                  <a:gd name="T3" fmla="*/ 81 h 19"/>
                  <a:gd name="T4" fmla="*/ 13 w 9"/>
                  <a:gd name="T5" fmla="*/ 45 h 19"/>
                  <a:gd name="T6" fmla="*/ 5 w 9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8" y="19"/>
                    </a:moveTo>
                    <a:cubicBezTo>
                      <a:pt x="8" y="16"/>
                      <a:pt x="9" y="16"/>
                      <a:pt x="7" y="14"/>
                    </a:cubicBezTo>
                    <a:cubicBezTo>
                      <a:pt x="6" y="12"/>
                      <a:pt x="4" y="10"/>
                      <a:pt x="3" y="8"/>
                    </a:cubicBezTo>
                    <a:cubicBezTo>
                      <a:pt x="2" y="6"/>
                      <a:pt x="0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67" name="Freeform 490">
                <a:extLst>
                  <a:ext uri="{FF2B5EF4-FFF2-40B4-BE49-F238E27FC236}">
                    <a16:creationId xmlns:a16="http://schemas.microsoft.com/office/drawing/2014/main" id="{BCAB7487-1F01-4BDC-8505-BB9F4A4CE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283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68" name="Freeform 491">
                <a:extLst>
                  <a:ext uri="{FF2B5EF4-FFF2-40B4-BE49-F238E27FC236}">
                    <a16:creationId xmlns:a16="http://schemas.microsoft.com/office/drawing/2014/main" id="{E68005ED-5F30-4231-8572-3D41968EC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60"/>
                <a:ext cx="4" cy="5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1"/>
                      <a:pt x="2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69" name="Freeform 492">
                <a:extLst>
                  <a:ext uri="{FF2B5EF4-FFF2-40B4-BE49-F238E27FC236}">
                    <a16:creationId xmlns:a16="http://schemas.microsoft.com/office/drawing/2014/main" id="{8D8C0F25-8826-4E6D-83C8-BA72F443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295"/>
                <a:ext cx="4" cy="9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70" name="Freeform 493">
                <a:extLst>
                  <a:ext uri="{FF2B5EF4-FFF2-40B4-BE49-F238E27FC236}">
                    <a16:creationId xmlns:a16="http://schemas.microsoft.com/office/drawing/2014/main" id="{84D51640-6C92-4935-B3D1-F3597FF93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327"/>
                <a:ext cx="9" cy="3"/>
              </a:xfrm>
              <a:custGeom>
                <a:avLst/>
                <a:gdLst>
                  <a:gd name="T0" fmla="*/ 29 w 5"/>
                  <a:gd name="T1" fmla="*/ 5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2"/>
                      <a:pt x="1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71" name="Freeform 494">
                <a:extLst>
                  <a:ext uri="{FF2B5EF4-FFF2-40B4-BE49-F238E27FC236}">
                    <a16:creationId xmlns:a16="http://schemas.microsoft.com/office/drawing/2014/main" id="{0D749DAF-B2EF-4E7C-AE83-6285FDBDA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304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72" name="Freeform 495">
                <a:extLst>
                  <a:ext uri="{FF2B5EF4-FFF2-40B4-BE49-F238E27FC236}">
                    <a16:creationId xmlns:a16="http://schemas.microsoft.com/office/drawing/2014/main" id="{3B7E5AD2-04C0-44B1-AF9A-D492838D2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274"/>
                <a:ext cx="3" cy="5"/>
              </a:xfrm>
              <a:custGeom>
                <a:avLst/>
                <a:gdLst>
                  <a:gd name="T0" fmla="*/ 8 w 2"/>
                  <a:gd name="T1" fmla="*/ 13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73" name="Freeform 496">
                <a:extLst>
                  <a:ext uri="{FF2B5EF4-FFF2-40B4-BE49-F238E27FC236}">
                    <a16:creationId xmlns:a16="http://schemas.microsoft.com/office/drawing/2014/main" id="{83186845-671E-4FCB-9422-7D441B261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261"/>
                <a:ext cx="7" cy="32"/>
              </a:xfrm>
              <a:custGeom>
                <a:avLst/>
                <a:gdLst>
                  <a:gd name="T0" fmla="*/ 0 w 4"/>
                  <a:gd name="T1" fmla="*/ 94 h 18"/>
                  <a:gd name="T2" fmla="*/ 7 w 4"/>
                  <a:gd name="T3" fmla="*/ 37 h 18"/>
                  <a:gd name="T4" fmla="*/ 7 w 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8">
                    <a:moveTo>
                      <a:pt x="0" y="17"/>
                    </a:moveTo>
                    <a:cubicBezTo>
                      <a:pt x="4" y="18"/>
                      <a:pt x="2" y="8"/>
                      <a:pt x="1" y="7"/>
                    </a:cubicBez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74" name="Freeform 497">
                <a:extLst>
                  <a:ext uri="{FF2B5EF4-FFF2-40B4-BE49-F238E27FC236}">
                    <a16:creationId xmlns:a16="http://schemas.microsoft.com/office/drawing/2014/main" id="{135AE27F-8DFD-4D12-904C-B4752E5C1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260"/>
                <a:ext cx="3" cy="8"/>
              </a:xfrm>
              <a:custGeom>
                <a:avLst/>
                <a:gdLst>
                  <a:gd name="T0" fmla="*/ 0 w 2"/>
                  <a:gd name="T1" fmla="*/ 21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75" name="Freeform 498">
                <a:extLst>
                  <a:ext uri="{FF2B5EF4-FFF2-40B4-BE49-F238E27FC236}">
                    <a16:creationId xmlns:a16="http://schemas.microsoft.com/office/drawing/2014/main" id="{FDB78A2B-E399-470E-83FF-AA9D4CDD2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495"/>
                <a:ext cx="523" cy="506"/>
              </a:xfrm>
              <a:custGeom>
                <a:avLst/>
                <a:gdLst>
                  <a:gd name="T0" fmla="*/ 789 w 315"/>
                  <a:gd name="T1" fmla="*/ 0 h 286"/>
                  <a:gd name="T2" fmla="*/ 0 w 315"/>
                  <a:gd name="T3" fmla="*/ 780 h 286"/>
                  <a:gd name="T4" fmla="*/ 736 w 315"/>
                  <a:gd name="T5" fmla="*/ 1405 h 286"/>
                  <a:gd name="T6" fmla="*/ 1441 w 315"/>
                  <a:gd name="T7" fmla="*/ 780 h 286"/>
                  <a:gd name="T8" fmla="*/ 789 w 315"/>
                  <a:gd name="T9" fmla="*/ 0 h 2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5" h="286">
                    <a:moveTo>
                      <a:pt x="172" y="0"/>
                    </a:moveTo>
                    <a:cubicBezTo>
                      <a:pt x="85" y="0"/>
                      <a:pt x="0" y="54"/>
                      <a:pt x="0" y="141"/>
                    </a:cubicBezTo>
                    <a:cubicBezTo>
                      <a:pt x="0" y="228"/>
                      <a:pt x="77" y="229"/>
                      <a:pt x="161" y="254"/>
                    </a:cubicBezTo>
                    <a:cubicBezTo>
                      <a:pt x="270" y="286"/>
                      <a:pt x="315" y="228"/>
                      <a:pt x="315" y="141"/>
                    </a:cubicBezTo>
                    <a:cubicBezTo>
                      <a:pt x="315" y="54"/>
                      <a:pt x="260" y="0"/>
                      <a:pt x="172" y="0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76" name="Freeform 499">
                <a:extLst>
                  <a:ext uri="{FF2B5EF4-FFF2-40B4-BE49-F238E27FC236}">
                    <a16:creationId xmlns:a16="http://schemas.microsoft.com/office/drawing/2014/main" id="{6765D09E-4A7E-4150-938A-7A82344E8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661"/>
                <a:ext cx="277" cy="205"/>
              </a:xfrm>
              <a:custGeom>
                <a:avLst/>
                <a:gdLst>
                  <a:gd name="T0" fmla="*/ 713 w 167"/>
                  <a:gd name="T1" fmla="*/ 293 h 116"/>
                  <a:gd name="T2" fmla="*/ 375 w 167"/>
                  <a:gd name="T3" fmla="*/ 624 h 116"/>
                  <a:gd name="T4" fmla="*/ 0 w 167"/>
                  <a:gd name="T5" fmla="*/ 293 h 116"/>
                  <a:gd name="T6" fmla="*/ 410 w 167"/>
                  <a:gd name="T7" fmla="*/ 0 h 116"/>
                  <a:gd name="T8" fmla="*/ 713 w 167"/>
                  <a:gd name="T9" fmla="*/ 293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116">
                    <a:moveTo>
                      <a:pt x="156" y="53"/>
                    </a:moveTo>
                    <a:cubicBezTo>
                      <a:pt x="167" y="116"/>
                      <a:pt x="125" y="113"/>
                      <a:pt x="82" y="113"/>
                    </a:cubicBezTo>
                    <a:cubicBezTo>
                      <a:pt x="39" y="113"/>
                      <a:pt x="0" y="92"/>
                      <a:pt x="0" y="53"/>
                    </a:cubicBezTo>
                    <a:cubicBezTo>
                      <a:pt x="0" y="15"/>
                      <a:pt x="47" y="0"/>
                      <a:pt x="90" y="0"/>
                    </a:cubicBezTo>
                    <a:cubicBezTo>
                      <a:pt x="133" y="0"/>
                      <a:pt x="150" y="15"/>
                      <a:pt x="156" y="53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4958" name="Freeform 500">
              <a:extLst>
                <a:ext uri="{FF2B5EF4-FFF2-40B4-BE49-F238E27FC236}">
                  <a16:creationId xmlns:a16="http://schemas.microsoft.com/office/drawing/2014/main" id="{DCD8FFB3-4EA3-4E37-9A96-E171B975F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507"/>
              <a:ext cx="38" cy="57"/>
            </a:xfrm>
            <a:custGeom>
              <a:avLst/>
              <a:gdLst>
                <a:gd name="T0" fmla="*/ 104 w 23"/>
                <a:gd name="T1" fmla="*/ 0 h 32"/>
                <a:gd name="T2" fmla="*/ 0 w 23"/>
                <a:gd name="T3" fmla="*/ 182 h 32"/>
                <a:gd name="T4" fmla="*/ 104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23" y="0"/>
                    <a:pt x="0" y="6"/>
                    <a:pt x="0" y="32"/>
                  </a:cubicBezTo>
                  <a:cubicBezTo>
                    <a:pt x="0" y="32"/>
                    <a:pt x="19" y="31"/>
                    <a:pt x="23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59" name="Freeform 501">
              <a:extLst>
                <a:ext uri="{FF2B5EF4-FFF2-40B4-BE49-F238E27FC236}">
                  <a16:creationId xmlns:a16="http://schemas.microsoft.com/office/drawing/2014/main" id="{1A5FB447-CD23-434C-9F9C-5C96EC7E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564"/>
              <a:ext cx="55" cy="86"/>
            </a:xfrm>
            <a:custGeom>
              <a:avLst/>
              <a:gdLst>
                <a:gd name="T0" fmla="*/ 125 w 33"/>
                <a:gd name="T1" fmla="*/ 0 h 49"/>
                <a:gd name="T2" fmla="*/ 28 w 33"/>
                <a:gd name="T3" fmla="*/ 265 h 49"/>
                <a:gd name="T4" fmla="*/ 125 w 3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9">
                  <a:moveTo>
                    <a:pt x="27" y="0"/>
                  </a:moveTo>
                  <a:cubicBezTo>
                    <a:pt x="27" y="0"/>
                    <a:pt x="0" y="11"/>
                    <a:pt x="6" y="49"/>
                  </a:cubicBezTo>
                  <a:cubicBezTo>
                    <a:pt x="6" y="49"/>
                    <a:pt x="33" y="36"/>
                    <a:pt x="27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0" name="Freeform 502">
              <a:extLst>
                <a:ext uri="{FF2B5EF4-FFF2-40B4-BE49-F238E27FC236}">
                  <a16:creationId xmlns:a16="http://schemas.microsoft.com/office/drawing/2014/main" id="{E3B3EDA9-37E6-48C8-83E0-BFB8EDDF2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51"/>
              <a:ext cx="53" cy="56"/>
            </a:xfrm>
            <a:custGeom>
              <a:avLst/>
              <a:gdLst>
                <a:gd name="T0" fmla="*/ 0 w 32"/>
                <a:gd name="T1" fmla="*/ 172 h 32"/>
                <a:gd name="T2" fmla="*/ 146 w 32"/>
                <a:gd name="T3" fmla="*/ 0 h 32"/>
                <a:gd name="T4" fmla="*/ 0 w 32"/>
                <a:gd name="T5" fmla="*/ 1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32"/>
                  </a:moveTo>
                  <a:cubicBezTo>
                    <a:pt x="0" y="32"/>
                    <a:pt x="1" y="3"/>
                    <a:pt x="32" y="0"/>
                  </a:cubicBezTo>
                  <a:cubicBezTo>
                    <a:pt x="32" y="0"/>
                    <a:pt x="29" y="26"/>
                    <a:pt x="0" y="3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1" name="Freeform 503">
              <a:extLst>
                <a:ext uri="{FF2B5EF4-FFF2-40B4-BE49-F238E27FC236}">
                  <a16:creationId xmlns:a16="http://schemas.microsoft.com/office/drawing/2014/main" id="{86D3F5FB-23A8-495F-90F0-AA5CA8274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50"/>
              <a:ext cx="54" cy="52"/>
            </a:xfrm>
            <a:custGeom>
              <a:avLst/>
              <a:gdLst>
                <a:gd name="T0" fmla="*/ 92 w 33"/>
                <a:gd name="T1" fmla="*/ 0 h 29"/>
                <a:gd name="T2" fmla="*/ 67 w 33"/>
                <a:gd name="T3" fmla="*/ 167 h 29"/>
                <a:gd name="T4" fmla="*/ 92 w 3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9">
                  <a:moveTo>
                    <a:pt x="21" y="0"/>
                  </a:moveTo>
                  <a:cubicBezTo>
                    <a:pt x="21" y="0"/>
                    <a:pt x="0" y="10"/>
                    <a:pt x="15" y="29"/>
                  </a:cubicBezTo>
                  <a:cubicBezTo>
                    <a:pt x="15" y="29"/>
                    <a:pt x="33" y="23"/>
                    <a:pt x="21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2" name="Freeform 504">
              <a:extLst>
                <a:ext uri="{FF2B5EF4-FFF2-40B4-BE49-F238E27FC236}">
                  <a16:creationId xmlns:a16="http://schemas.microsoft.com/office/drawing/2014/main" id="{9E30A32A-F482-47AD-B6B9-4B6D92A7D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398"/>
              <a:ext cx="77" cy="65"/>
            </a:xfrm>
            <a:custGeom>
              <a:avLst/>
              <a:gdLst>
                <a:gd name="T0" fmla="*/ 0 w 46"/>
                <a:gd name="T1" fmla="*/ 163 h 37"/>
                <a:gd name="T2" fmla="*/ 216 w 46"/>
                <a:gd name="T3" fmla="*/ 16 h 37"/>
                <a:gd name="T4" fmla="*/ 0 w 46"/>
                <a:gd name="T5" fmla="*/ 16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">
                  <a:moveTo>
                    <a:pt x="0" y="30"/>
                  </a:moveTo>
                  <a:cubicBezTo>
                    <a:pt x="0" y="30"/>
                    <a:pt x="17" y="0"/>
                    <a:pt x="46" y="3"/>
                  </a:cubicBezTo>
                  <a:cubicBezTo>
                    <a:pt x="46" y="3"/>
                    <a:pt x="35" y="37"/>
                    <a:pt x="0" y="3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3" name="Freeform 505">
              <a:extLst>
                <a:ext uri="{FF2B5EF4-FFF2-40B4-BE49-F238E27FC236}">
                  <a16:creationId xmlns:a16="http://schemas.microsoft.com/office/drawing/2014/main" id="{33DDEB73-1366-4BC8-9CCD-50C3E1B09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702"/>
              <a:ext cx="56" cy="78"/>
            </a:xfrm>
            <a:custGeom>
              <a:avLst/>
              <a:gdLst>
                <a:gd name="T0" fmla="*/ 84 w 34"/>
                <a:gd name="T1" fmla="*/ 0 h 44"/>
                <a:gd name="T2" fmla="*/ 76 w 34"/>
                <a:gd name="T3" fmla="*/ 245 h 44"/>
                <a:gd name="T4" fmla="*/ 84 w 3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19" y="0"/>
                  </a:moveTo>
                  <a:cubicBezTo>
                    <a:pt x="19" y="0"/>
                    <a:pt x="0" y="17"/>
                    <a:pt x="17" y="44"/>
                  </a:cubicBezTo>
                  <a:cubicBezTo>
                    <a:pt x="17" y="44"/>
                    <a:pt x="34" y="26"/>
                    <a:pt x="19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4" name="Freeform 506">
              <a:extLst>
                <a:ext uri="{FF2B5EF4-FFF2-40B4-BE49-F238E27FC236}">
                  <a16:creationId xmlns:a16="http://schemas.microsoft.com/office/drawing/2014/main" id="{34A40A80-8391-4D8A-8FAD-FA3680894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352"/>
              <a:ext cx="102" cy="69"/>
            </a:xfrm>
            <a:custGeom>
              <a:avLst/>
              <a:gdLst>
                <a:gd name="T0" fmla="*/ 0 w 62"/>
                <a:gd name="T1" fmla="*/ 159 h 39"/>
                <a:gd name="T2" fmla="*/ 276 w 62"/>
                <a:gd name="T3" fmla="*/ 65 h 39"/>
                <a:gd name="T4" fmla="*/ 0 w 62"/>
                <a:gd name="T5" fmla="*/ 15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9">
                  <a:moveTo>
                    <a:pt x="0" y="29"/>
                  </a:moveTo>
                  <a:cubicBezTo>
                    <a:pt x="0" y="29"/>
                    <a:pt x="24" y="0"/>
                    <a:pt x="62" y="12"/>
                  </a:cubicBezTo>
                  <a:cubicBezTo>
                    <a:pt x="62" y="12"/>
                    <a:pt x="51" y="39"/>
                    <a:pt x="0" y="2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5" name="Freeform 507">
              <a:extLst>
                <a:ext uri="{FF2B5EF4-FFF2-40B4-BE49-F238E27FC236}">
                  <a16:creationId xmlns:a16="http://schemas.microsoft.com/office/drawing/2014/main" id="{A6B3C2B6-0DDE-4D87-B35D-AB7133726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780"/>
              <a:ext cx="89" cy="113"/>
            </a:xfrm>
            <a:custGeom>
              <a:avLst/>
              <a:gdLst>
                <a:gd name="T0" fmla="*/ 76 w 54"/>
                <a:gd name="T1" fmla="*/ 0 h 64"/>
                <a:gd name="T2" fmla="*/ 134 w 54"/>
                <a:gd name="T3" fmla="*/ 353 h 64"/>
                <a:gd name="T4" fmla="*/ 76 w 54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4">
                  <a:moveTo>
                    <a:pt x="17" y="0"/>
                  </a:moveTo>
                  <a:cubicBezTo>
                    <a:pt x="17" y="0"/>
                    <a:pt x="0" y="24"/>
                    <a:pt x="30" y="64"/>
                  </a:cubicBezTo>
                  <a:cubicBezTo>
                    <a:pt x="30" y="64"/>
                    <a:pt x="54" y="42"/>
                    <a:pt x="17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6" name="Freeform 508">
              <a:extLst>
                <a:ext uri="{FF2B5EF4-FFF2-40B4-BE49-F238E27FC236}">
                  <a16:creationId xmlns:a16="http://schemas.microsoft.com/office/drawing/2014/main" id="{34091A7C-A8C3-455C-888B-3C86E7EF9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893"/>
              <a:ext cx="64" cy="106"/>
            </a:xfrm>
            <a:custGeom>
              <a:avLst/>
              <a:gdLst>
                <a:gd name="T0" fmla="*/ 0 w 39"/>
                <a:gd name="T1" fmla="*/ 0 h 60"/>
                <a:gd name="T2" fmla="*/ 151 w 39"/>
                <a:gd name="T3" fmla="*/ 330 h 60"/>
                <a:gd name="T4" fmla="*/ 0 w 39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0">
                  <a:moveTo>
                    <a:pt x="0" y="0"/>
                  </a:moveTo>
                  <a:cubicBezTo>
                    <a:pt x="0" y="0"/>
                    <a:pt x="2" y="39"/>
                    <a:pt x="34" y="60"/>
                  </a:cubicBezTo>
                  <a:cubicBezTo>
                    <a:pt x="34" y="60"/>
                    <a:pt x="39" y="21"/>
                    <a:pt x="0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7" name="Freeform 509">
              <a:extLst>
                <a:ext uri="{FF2B5EF4-FFF2-40B4-BE49-F238E27FC236}">
                  <a16:creationId xmlns:a16="http://schemas.microsoft.com/office/drawing/2014/main" id="{D74F176E-DE66-4CB2-924A-764178A71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942"/>
              <a:ext cx="53" cy="71"/>
            </a:xfrm>
            <a:custGeom>
              <a:avLst/>
              <a:gdLst>
                <a:gd name="T0" fmla="*/ 126 w 32"/>
                <a:gd name="T1" fmla="*/ 0 h 40"/>
                <a:gd name="T2" fmla="*/ 0 w 32"/>
                <a:gd name="T3" fmla="*/ 224 h 40"/>
                <a:gd name="T4" fmla="*/ 126 w 3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0">
                  <a:moveTo>
                    <a:pt x="28" y="0"/>
                  </a:moveTo>
                  <a:cubicBezTo>
                    <a:pt x="28" y="0"/>
                    <a:pt x="1" y="18"/>
                    <a:pt x="0" y="40"/>
                  </a:cubicBezTo>
                  <a:cubicBezTo>
                    <a:pt x="0" y="40"/>
                    <a:pt x="32" y="20"/>
                    <a:pt x="28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8" name="Freeform 510">
              <a:extLst>
                <a:ext uri="{FF2B5EF4-FFF2-40B4-BE49-F238E27FC236}">
                  <a16:creationId xmlns:a16="http://schemas.microsoft.com/office/drawing/2014/main" id="{38EC53F4-86AA-4AE2-936F-735BEC1F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59"/>
              <a:ext cx="45" cy="83"/>
            </a:xfrm>
            <a:custGeom>
              <a:avLst/>
              <a:gdLst>
                <a:gd name="T0" fmla="*/ 103 w 27"/>
                <a:gd name="T1" fmla="*/ 0 h 47"/>
                <a:gd name="T2" fmla="*/ 13 w 27"/>
                <a:gd name="T3" fmla="*/ 260 h 47"/>
                <a:gd name="T4" fmla="*/ 103 w 2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7">
                  <a:moveTo>
                    <a:pt x="22" y="0"/>
                  </a:moveTo>
                  <a:cubicBezTo>
                    <a:pt x="22" y="0"/>
                    <a:pt x="0" y="28"/>
                    <a:pt x="3" y="47"/>
                  </a:cubicBezTo>
                  <a:cubicBezTo>
                    <a:pt x="3" y="47"/>
                    <a:pt x="27" y="31"/>
                    <a:pt x="2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9" name="Freeform 511">
              <a:extLst>
                <a:ext uri="{FF2B5EF4-FFF2-40B4-BE49-F238E27FC236}">
                  <a16:creationId xmlns:a16="http://schemas.microsoft.com/office/drawing/2014/main" id="{DF8CF3FC-70EF-4A16-A54A-9FE889CF0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802"/>
              <a:ext cx="50" cy="54"/>
            </a:xfrm>
            <a:custGeom>
              <a:avLst/>
              <a:gdLst>
                <a:gd name="T0" fmla="*/ 78 w 30"/>
                <a:gd name="T1" fmla="*/ 0 h 30"/>
                <a:gd name="T2" fmla="*/ 50 w 30"/>
                <a:gd name="T3" fmla="*/ 175 h 30"/>
                <a:gd name="T4" fmla="*/ 78 w 3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17" y="0"/>
                  </a:moveTo>
                  <a:cubicBezTo>
                    <a:pt x="17" y="0"/>
                    <a:pt x="0" y="14"/>
                    <a:pt x="11" y="30"/>
                  </a:cubicBezTo>
                  <a:cubicBezTo>
                    <a:pt x="11" y="30"/>
                    <a:pt x="30" y="11"/>
                    <a:pt x="17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0" name="Freeform 512">
              <a:extLst>
                <a:ext uri="{FF2B5EF4-FFF2-40B4-BE49-F238E27FC236}">
                  <a16:creationId xmlns:a16="http://schemas.microsoft.com/office/drawing/2014/main" id="{A4A739FE-4F0E-49F6-B1AB-F40800C24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723"/>
              <a:ext cx="41" cy="79"/>
            </a:xfrm>
            <a:custGeom>
              <a:avLst/>
              <a:gdLst>
                <a:gd name="T0" fmla="*/ 56 w 25"/>
                <a:gd name="T1" fmla="*/ 0 h 45"/>
                <a:gd name="T2" fmla="*/ 54 w 25"/>
                <a:gd name="T3" fmla="*/ 244 h 45"/>
                <a:gd name="T4" fmla="*/ 56 w 25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5">
                  <a:moveTo>
                    <a:pt x="13" y="0"/>
                  </a:moveTo>
                  <a:cubicBezTo>
                    <a:pt x="13" y="0"/>
                    <a:pt x="0" y="27"/>
                    <a:pt x="12" y="45"/>
                  </a:cubicBezTo>
                  <a:cubicBezTo>
                    <a:pt x="12" y="45"/>
                    <a:pt x="25" y="17"/>
                    <a:pt x="13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1" name="Freeform 513">
              <a:extLst>
                <a:ext uri="{FF2B5EF4-FFF2-40B4-BE49-F238E27FC236}">
                  <a16:creationId xmlns:a16="http://schemas.microsoft.com/office/drawing/2014/main" id="{6B41F1D0-C328-4A2C-9C5B-9DE665D72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684"/>
              <a:ext cx="28" cy="39"/>
            </a:xfrm>
            <a:custGeom>
              <a:avLst/>
              <a:gdLst>
                <a:gd name="T0" fmla="*/ 20 w 17"/>
                <a:gd name="T1" fmla="*/ 0 h 22"/>
                <a:gd name="T2" fmla="*/ 35 w 17"/>
                <a:gd name="T3" fmla="*/ 122 h 22"/>
                <a:gd name="T4" fmla="*/ 20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4" y="0"/>
                    <a:pt x="0" y="14"/>
                    <a:pt x="8" y="22"/>
                  </a:cubicBezTo>
                  <a:cubicBezTo>
                    <a:pt x="8" y="22"/>
                    <a:pt x="17" y="6"/>
                    <a:pt x="4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2" name="Freeform 514">
              <a:extLst>
                <a:ext uri="{FF2B5EF4-FFF2-40B4-BE49-F238E27FC236}">
                  <a16:creationId xmlns:a16="http://schemas.microsoft.com/office/drawing/2014/main" id="{00355A63-EB22-499C-93F4-0EC5F43EA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636"/>
              <a:ext cx="29" cy="48"/>
            </a:xfrm>
            <a:custGeom>
              <a:avLst/>
              <a:gdLst>
                <a:gd name="T0" fmla="*/ 5 w 17"/>
                <a:gd name="T1" fmla="*/ 0 h 27"/>
                <a:gd name="T2" fmla="*/ 41 w 17"/>
                <a:gd name="T3" fmla="*/ 151 h 27"/>
                <a:gd name="T4" fmla="*/ 5 w 17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1" y="0"/>
                    <a:pt x="0" y="21"/>
                    <a:pt x="8" y="27"/>
                  </a:cubicBezTo>
                  <a:cubicBezTo>
                    <a:pt x="8" y="27"/>
                    <a:pt x="17" y="15"/>
                    <a:pt x="1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3" name="Freeform 515">
              <a:extLst>
                <a:ext uri="{FF2B5EF4-FFF2-40B4-BE49-F238E27FC236}">
                  <a16:creationId xmlns:a16="http://schemas.microsoft.com/office/drawing/2014/main" id="{5C237BDB-D85F-4701-B6DC-51E221358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566"/>
              <a:ext cx="43" cy="70"/>
            </a:xfrm>
            <a:custGeom>
              <a:avLst/>
              <a:gdLst>
                <a:gd name="T0" fmla="*/ 0 w 26"/>
                <a:gd name="T1" fmla="*/ 0 h 40"/>
                <a:gd name="T2" fmla="*/ 76 w 26"/>
                <a:gd name="T3" fmla="*/ 215 h 40"/>
                <a:gd name="T4" fmla="*/ 0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cubicBezTo>
                    <a:pt x="0" y="0"/>
                    <a:pt x="4" y="36"/>
                    <a:pt x="17" y="40"/>
                  </a:cubicBezTo>
                  <a:cubicBezTo>
                    <a:pt x="17" y="40"/>
                    <a:pt x="26" y="18"/>
                    <a:pt x="0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4" name="Freeform 516">
              <a:extLst>
                <a:ext uri="{FF2B5EF4-FFF2-40B4-BE49-F238E27FC236}">
                  <a16:creationId xmlns:a16="http://schemas.microsoft.com/office/drawing/2014/main" id="{EF08C732-DE33-4E8F-A0CE-C39C21BBE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528"/>
              <a:ext cx="28" cy="38"/>
            </a:xfrm>
            <a:custGeom>
              <a:avLst/>
              <a:gdLst>
                <a:gd name="T0" fmla="*/ 8 w 17"/>
                <a:gd name="T1" fmla="*/ 0 h 21"/>
                <a:gd name="T2" fmla="*/ 68 w 17"/>
                <a:gd name="T3" fmla="*/ 125 h 21"/>
                <a:gd name="T4" fmla="*/ 8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2" y="0"/>
                  </a:moveTo>
                  <a:cubicBezTo>
                    <a:pt x="2" y="0"/>
                    <a:pt x="0" y="14"/>
                    <a:pt x="15" y="21"/>
                  </a:cubicBezTo>
                  <a:cubicBezTo>
                    <a:pt x="15" y="21"/>
                    <a:pt x="17" y="8"/>
                    <a:pt x="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5" name="Freeform 517">
              <a:extLst>
                <a:ext uri="{FF2B5EF4-FFF2-40B4-BE49-F238E27FC236}">
                  <a16:creationId xmlns:a16="http://schemas.microsoft.com/office/drawing/2014/main" id="{4B1A66C3-ABD7-4E27-B291-AF60213E8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484"/>
              <a:ext cx="45" cy="44"/>
            </a:xfrm>
            <a:custGeom>
              <a:avLst/>
              <a:gdLst>
                <a:gd name="T0" fmla="*/ 8 w 27"/>
                <a:gd name="T1" fmla="*/ 0 h 25"/>
                <a:gd name="T2" fmla="*/ 112 w 27"/>
                <a:gd name="T3" fmla="*/ 136 h 25"/>
                <a:gd name="T4" fmla="*/ 8 w 2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2" y="0"/>
                  </a:moveTo>
                  <a:cubicBezTo>
                    <a:pt x="2" y="0"/>
                    <a:pt x="0" y="14"/>
                    <a:pt x="24" y="25"/>
                  </a:cubicBezTo>
                  <a:cubicBezTo>
                    <a:pt x="24" y="25"/>
                    <a:pt x="27" y="5"/>
                    <a:pt x="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6" name="Freeform 518">
              <a:extLst>
                <a:ext uri="{FF2B5EF4-FFF2-40B4-BE49-F238E27FC236}">
                  <a16:creationId xmlns:a16="http://schemas.microsoft.com/office/drawing/2014/main" id="{8621CEA5-A2D5-4070-91DA-CE0CE129F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36"/>
              <a:ext cx="45" cy="48"/>
            </a:xfrm>
            <a:custGeom>
              <a:avLst/>
              <a:gdLst>
                <a:gd name="T0" fmla="*/ 0 w 27"/>
                <a:gd name="T1" fmla="*/ 21 h 27"/>
                <a:gd name="T2" fmla="*/ 125 w 27"/>
                <a:gd name="T3" fmla="*/ 151 h 27"/>
                <a:gd name="T4" fmla="*/ 0 w 27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0" y="4"/>
                  </a:moveTo>
                  <a:cubicBezTo>
                    <a:pt x="0" y="4"/>
                    <a:pt x="6" y="21"/>
                    <a:pt x="27" y="27"/>
                  </a:cubicBezTo>
                  <a:cubicBezTo>
                    <a:pt x="27" y="27"/>
                    <a:pt x="22" y="0"/>
                    <a:pt x="0" y="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7" name="Freeform 519">
              <a:extLst>
                <a:ext uri="{FF2B5EF4-FFF2-40B4-BE49-F238E27FC236}">
                  <a16:creationId xmlns:a16="http://schemas.microsoft.com/office/drawing/2014/main" id="{C53D0470-1F19-41FE-B771-C7DE6F0D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406"/>
              <a:ext cx="46" cy="38"/>
            </a:xfrm>
            <a:custGeom>
              <a:avLst/>
              <a:gdLst>
                <a:gd name="T0" fmla="*/ 0 w 28"/>
                <a:gd name="T1" fmla="*/ 16 h 21"/>
                <a:gd name="T2" fmla="*/ 125 w 28"/>
                <a:gd name="T3" fmla="*/ 125 h 21"/>
                <a:gd name="T4" fmla="*/ 0 w 28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3"/>
                  </a:moveTo>
                  <a:cubicBezTo>
                    <a:pt x="0" y="3"/>
                    <a:pt x="3" y="15"/>
                    <a:pt x="28" y="21"/>
                  </a:cubicBezTo>
                  <a:cubicBezTo>
                    <a:pt x="28" y="21"/>
                    <a:pt x="23" y="0"/>
                    <a:pt x="0" y="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8" name="Freeform 520">
              <a:extLst>
                <a:ext uri="{FF2B5EF4-FFF2-40B4-BE49-F238E27FC236}">
                  <a16:creationId xmlns:a16="http://schemas.microsoft.com/office/drawing/2014/main" id="{78939515-6086-4E4B-99BC-DCEC93708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373"/>
              <a:ext cx="80" cy="39"/>
            </a:xfrm>
            <a:custGeom>
              <a:avLst/>
              <a:gdLst>
                <a:gd name="T0" fmla="*/ 0 w 48"/>
                <a:gd name="T1" fmla="*/ 28 h 22"/>
                <a:gd name="T2" fmla="*/ 222 w 48"/>
                <a:gd name="T3" fmla="*/ 122 h 22"/>
                <a:gd name="T4" fmla="*/ 0 w 48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5"/>
                  </a:moveTo>
                  <a:cubicBezTo>
                    <a:pt x="0" y="5"/>
                    <a:pt x="23" y="21"/>
                    <a:pt x="48" y="22"/>
                  </a:cubicBezTo>
                  <a:cubicBezTo>
                    <a:pt x="48" y="22"/>
                    <a:pt x="31" y="0"/>
                    <a:pt x="0" y="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9" name="Freeform 521">
              <a:extLst>
                <a:ext uri="{FF2B5EF4-FFF2-40B4-BE49-F238E27FC236}">
                  <a16:creationId xmlns:a16="http://schemas.microsoft.com/office/drawing/2014/main" id="{1C807DEC-FCCF-4DB5-8976-3096BC170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346"/>
              <a:ext cx="61" cy="53"/>
            </a:xfrm>
            <a:custGeom>
              <a:avLst/>
              <a:gdLst>
                <a:gd name="T0" fmla="*/ 0 w 37"/>
                <a:gd name="T1" fmla="*/ 78 h 30"/>
                <a:gd name="T2" fmla="*/ 167 w 37"/>
                <a:gd name="T3" fmla="*/ 110 h 30"/>
                <a:gd name="T4" fmla="*/ 0 w 37"/>
                <a:gd name="T5" fmla="*/ 7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0">
                  <a:moveTo>
                    <a:pt x="0" y="14"/>
                  </a:moveTo>
                  <a:cubicBezTo>
                    <a:pt x="0" y="14"/>
                    <a:pt x="12" y="30"/>
                    <a:pt x="37" y="20"/>
                  </a:cubicBezTo>
                  <a:cubicBezTo>
                    <a:pt x="37" y="20"/>
                    <a:pt x="15" y="0"/>
                    <a:pt x="0" y="1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0" name="Freeform 522">
              <a:extLst>
                <a:ext uri="{FF2B5EF4-FFF2-40B4-BE49-F238E27FC236}">
                  <a16:creationId xmlns:a16="http://schemas.microsoft.com/office/drawing/2014/main" id="{9957186F-865E-4F4A-B6E0-FFF03F6E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334"/>
              <a:ext cx="72" cy="67"/>
            </a:xfrm>
            <a:custGeom>
              <a:avLst/>
              <a:gdLst>
                <a:gd name="T0" fmla="*/ 0 w 43"/>
                <a:gd name="T1" fmla="*/ 122 h 38"/>
                <a:gd name="T2" fmla="*/ 203 w 43"/>
                <a:gd name="T3" fmla="*/ 115 h 38"/>
                <a:gd name="T4" fmla="*/ 0 w 43"/>
                <a:gd name="T5" fmla="*/ 12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8">
                  <a:moveTo>
                    <a:pt x="0" y="22"/>
                  </a:moveTo>
                  <a:cubicBezTo>
                    <a:pt x="0" y="22"/>
                    <a:pt x="21" y="38"/>
                    <a:pt x="43" y="21"/>
                  </a:cubicBezTo>
                  <a:cubicBezTo>
                    <a:pt x="43" y="21"/>
                    <a:pt x="20" y="0"/>
                    <a:pt x="0" y="2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1" name="Freeform 523">
              <a:extLst>
                <a:ext uri="{FF2B5EF4-FFF2-40B4-BE49-F238E27FC236}">
                  <a16:creationId xmlns:a16="http://schemas.microsoft.com/office/drawing/2014/main" id="{15A67E5B-24FA-47B6-BACE-88043A436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505"/>
              <a:ext cx="38" cy="57"/>
            </a:xfrm>
            <a:custGeom>
              <a:avLst/>
              <a:gdLst>
                <a:gd name="T0" fmla="*/ 104 w 23"/>
                <a:gd name="T1" fmla="*/ 0 h 32"/>
                <a:gd name="T2" fmla="*/ 0 w 23"/>
                <a:gd name="T3" fmla="*/ 182 h 32"/>
                <a:gd name="T4" fmla="*/ 104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23" y="0"/>
                    <a:pt x="0" y="6"/>
                    <a:pt x="0" y="32"/>
                  </a:cubicBezTo>
                  <a:cubicBezTo>
                    <a:pt x="0" y="32"/>
                    <a:pt x="20" y="31"/>
                    <a:pt x="23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2" name="Freeform 524">
              <a:extLst>
                <a:ext uri="{FF2B5EF4-FFF2-40B4-BE49-F238E27FC236}">
                  <a16:creationId xmlns:a16="http://schemas.microsoft.com/office/drawing/2014/main" id="{19F42BC4-40CA-4F57-BB06-08019625B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562"/>
              <a:ext cx="55" cy="88"/>
            </a:xfrm>
            <a:custGeom>
              <a:avLst/>
              <a:gdLst>
                <a:gd name="T0" fmla="*/ 125 w 33"/>
                <a:gd name="T1" fmla="*/ 0 h 50"/>
                <a:gd name="T2" fmla="*/ 33 w 33"/>
                <a:gd name="T3" fmla="*/ 273 h 50"/>
                <a:gd name="T4" fmla="*/ 125 w 33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0">
                  <a:moveTo>
                    <a:pt x="27" y="0"/>
                  </a:moveTo>
                  <a:cubicBezTo>
                    <a:pt x="27" y="0"/>
                    <a:pt x="0" y="11"/>
                    <a:pt x="7" y="50"/>
                  </a:cubicBezTo>
                  <a:cubicBezTo>
                    <a:pt x="7" y="50"/>
                    <a:pt x="33" y="36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3" name="Freeform 525">
              <a:extLst>
                <a:ext uri="{FF2B5EF4-FFF2-40B4-BE49-F238E27FC236}">
                  <a16:creationId xmlns:a16="http://schemas.microsoft.com/office/drawing/2014/main" id="{58D98D82-FAE1-46EC-B45B-709F5412E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49"/>
              <a:ext cx="55" cy="56"/>
            </a:xfrm>
            <a:custGeom>
              <a:avLst/>
              <a:gdLst>
                <a:gd name="T0" fmla="*/ 0 w 33"/>
                <a:gd name="T1" fmla="*/ 172 h 32"/>
                <a:gd name="T2" fmla="*/ 153 w 33"/>
                <a:gd name="T3" fmla="*/ 0 h 32"/>
                <a:gd name="T4" fmla="*/ 0 w 33"/>
                <a:gd name="T5" fmla="*/ 1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0" y="32"/>
                  </a:moveTo>
                  <a:cubicBezTo>
                    <a:pt x="0" y="32"/>
                    <a:pt x="1" y="3"/>
                    <a:pt x="33" y="0"/>
                  </a:cubicBezTo>
                  <a:cubicBezTo>
                    <a:pt x="33" y="0"/>
                    <a:pt x="30" y="26"/>
                    <a:pt x="0" y="3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4" name="Freeform 526">
              <a:extLst>
                <a:ext uri="{FF2B5EF4-FFF2-40B4-BE49-F238E27FC236}">
                  <a16:creationId xmlns:a16="http://schemas.microsoft.com/office/drawing/2014/main" id="{ACFC622A-33FA-4091-AFC0-126D8B4A3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50"/>
              <a:ext cx="56" cy="50"/>
            </a:xfrm>
            <a:custGeom>
              <a:avLst/>
              <a:gdLst>
                <a:gd name="T0" fmla="*/ 97 w 34"/>
                <a:gd name="T1" fmla="*/ 0 h 28"/>
                <a:gd name="T2" fmla="*/ 71 w 34"/>
                <a:gd name="T3" fmla="*/ 159 h 28"/>
                <a:gd name="T4" fmla="*/ 97 w 3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2" y="0"/>
                  </a:moveTo>
                  <a:cubicBezTo>
                    <a:pt x="22" y="0"/>
                    <a:pt x="0" y="10"/>
                    <a:pt x="16" y="28"/>
                  </a:cubicBezTo>
                  <a:cubicBezTo>
                    <a:pt x="16" y="28"/>
                    <a:pt x="34" y="22"/>
                    <a:pt x="2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5" name="Freeform 527">
              <a:extLst>
                <a:ext uri="{FF2B5EF4-FFF2-40B4-BE49-F238E27FC236}">
                  <a16:creationId xmlns:a16="http://schemas.microsoft.com/office/drawing/2014/main" id="{E38581F3-1C0D-4F70-BFE9-0FA23394F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396"/>
              <a:ext cx="75" cy="65"/>
            </a:xfrm>
            <a:custGeom>
              <a:avLst/>
              <a:gdLst>
                <a:gd name="T0" fmla="*/ 0 w 45"/>
                <a:gd name="T1" fmla="*/ 163 h 37"/>
                <a:gd name="T2" fmla="*/ 208 w 45"/>
                <a:gd name="T3" fmla="*/ 16 h 37"/>
                <a:gd name="T4" fmla="*/ 0 w 45"/>
                <a:gd name="T5" fmla="*/ 16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7">
                  <a:moveTo>
                    <a:pt x="0" y="30"/>
                  </a:moveTo>
                  <a:cubicBezTo>
                    <a:pt x="0" y="30"/>
                    <a:pt x="16" y="0"/>
                    <a:pt x="45" y="3"/>
                  </a:cubicBezTo>
                  <a:cubicBezTo>
                    <a:pt x="45" y="3"/>
                    <a:pt x="35" y="37"/>
                    <a:pt x="0" y="3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6" name="Freeform 528">
              <a:extLst>
                <a:ext uri="{FF2B5EF4-FFF2-40B4-BE49-F238E27FC236}">
                  <a16:creationId xmlns:a16="http://schemas.microsoft.com/office/drawing/2014/main" id="{D851C1CE-B708-4A77-B699-CA9FAFE2A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700"/>
              <a:ext cx="54" cy="78"/>
            </a:xfrm>
            <a:custGeom>
              <a:avLst/>
              <a:gdLst>
                <a:gd name="T0" fmla="*/ 83 w 33"/>
                <a:gd name="T1" fmla="*/ 0 h 44"/>
                <a:gd name="T2" fmla="*/ 70 w 33"/>
                <a:gd name="T3" fmla="*/ 245 h 44"/>
                <a:gd name="T4" fmla="*/ 83 w 33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19" y="0"/>
                  </a:moveTo>
                  <a:cubicBezTo>
                    <a:pt x="19" y="0"/>
                    <a:pt x="0" y="17"/>
                    <a:pt x="16" y="44"/>
                  </a:cubicBezTo>
                  <a:cubicBezTo>
                    <a:pt x="16" y="44"/>
                    <a:pt x="33" y="26"/>
                    <a:pt x="19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7" name="Freeform 529">
              <a:extLst>
                <a:ext uri="{FF2B5EF4-FFF2-40B4-BE49-F238E27FC236}">
                  <a16:creationId xmlns:a16="http://schemas.microsoft.com/office/drawing/2014/main" id="{3F55C8FD-599C-49A6-BDA8-48F5CDB0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350"/>
              <a:ext cx="104" cy="69"/>
            </a:xfrm>
            <a:custGeom>
              <a:avLst/>
              <a:gdLst>
                <a:gd name="T0" fmla="*/ 0 w 63"/>
                <a:gd name="T1" fmla="*/ 159 h 39"/>
                <a:gd name="T2" fmla="*/ 284 w 63"/>
                <a:gd name="T3" fmla="*/ 65 h 39"/>
                <a:gd name="T4" fmla="*/ 0 w 63"/>
                <a:gd name="T5" fmla="*/ 15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9">
                  <a:moveTo>
                    <a:pt x="0" y="29"/>
                  </a:moveTo>
                  <a:cubicBezTo>
                    <a:pt x="0" y="29"/>
                    <a:pt x="24" y="0"/>
                    <a:pt x="63" y="12"/>
                  </a:cubicBezTo>
                  <a:cubicBezTo>
                    <a:pt x="63" y="12"/>
                    <a:pt x="51" y="39"/>
                    <a:pt x="0" y="2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8" name="Freeform 530">
              <a:extLst>
                <a:ext uri="{FF2B5EF4-FFF2-40B4-BE49-F238E27FC236}">
                  <a16:creationId xmlns:a16="http://schemas.microsoft.com/office/drawing/2014/main" id="{E286C9D1-A22C-4BAF-A35C-9710D4101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778"/>
              <a:ext cx="91" cy="113"/>
            </a:xfrm>
            <a:custGeom>
              <a:avLst/>
              <a:gdLst>
                <a:gd name="T0" fmla="*/ 76 w 55"/>
                <a:gd name="T1" fmla="*/ 0 h 64"/>
                <a:gd name="T2" fmla="*/ 137 w 55"/>
                <a:gd name="T3" fmla="*/ 353 h 64"/>
                <a:gd name="T4" fmla="*/ 76 w 55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4">
                  <a:moveTo>
                    <a:pt x="17" y="0"/>
                  </a:moveTo>
                  <a:cubicBezTo>
                    <a:pt x="17" y="0"/>
                    <a:pt x="0" y="24"/>
                    <a:pt x="30" y="64"/>
                  </a:cubicBezTo>
                  <a:cubicBezTo>
                    <a:pt x="30" y="64"/>
                    <a:pt x="55" y="42"/>
                    <a:pt x="17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9" name="Freeform 531">
              <a:extLst>
                <a:ext uri="{FF2B5EF4-FFF2-40B4-BE49-F238E27FC236}">
                  <a16:creationId xmlns:a16="http://schemas.microsoft.com/office/drawing/2014/main" id="{368ABDB6-CF1B-47B7-B2D2-F71F9A302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891"/>
              <a:ext cx="66" cy="106"/>
            </a:xfrm>
            <a:custGeom>
              <a:avLst/>
              <a:gdLst>
                <a:gd name="T0" fmla="*/ 0 w 40"/>
                <a:gd name="T1" fmla="*/ 0 h 60"/>
                <a:gd name="T2" fmla="*/ 152 w 40"/>
                <a:gd name="T3" fmla="*/ 330 h 60"/>
                <a:gd name="T4" fmla="*/ 0 w 4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0">
                  <a:moveTo>
                    <a:pt x="0" y="0"/>
                  </a:moveTo>
                  <a:cubicBezTo>
                    <a:pt x="0" y="0"/>
                    <a:pt x="2" y="39"/>
                    <a:pt x="34" y="60"/>
                  </a:cubicBezTo>
                  <a:cubicBezTo>
                    <a:pt x="34" y="60"/>
                    <a:pt x="40" y="21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90" name="Freeform 532">
              <a:extLst>
                <a:ext uri="{FF2B5EF4-FFF2-40B4-BE49-F238E27FC236}">
                  <a16:creationId xmlns:a16="http://schemas.microsoft.com/office/drawing/2014/main" id="{FE3369B3-A44C-46FA-B32E-B725338EE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942"/>
              <a:ext cx="54" cy="69"/>
            </a:xfrm>
            <a:custGeom>
              <a:avLst/>
              <a:gdLst>
                <a:gd name="T0" fmla="*/ 126 w 33"/>
                <a:gd name="T1" fmla="*/ 0 h 39"/>
                <a:gd name="T2" fmla="*/ 0 w 33"/>
                <a:gd name="T3" fmla="*/ 216 h 39"/>
                <a:gd name="T4" fmla="*/ 126 w 3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9">
                  <a:moveTo>
                    <a:pt x="29" y="0"/>
                  </a:moveTo>
                  <a:cubicBezTo>
                    <a:pt x="29" y="0"/>
                    <a:pt x="2" y="17"/>
                    <a:pt x="0" y="39"/>
                  </a:cubicBezTo>
                  <a:cubicBezTo>
                    <a:pt x="0" y="39"/>
                    <a:pt x="33" y="19"/>
                    <a:pt x="29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91" name="Freeform 533">
              <a:extLst>
                <a:ext uri="{FF2B5EF4-FFF2-40B4-BE49-F238E27FC236}">
                  <a16:creationId xmlns:a16="http://schemas.microsoft.com/office/drawing/2014/main" id="{CAFD2E9D-518B-448A-87ED-F09DFAB50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57"/>
              <a:ext cx="45" cy="85"/>
            </a:xfrm>
            <a:custGeom>
              <a:avLst/>
              <a:gdLst>
                <a:gd name="T0" fmla="*/ 105 w 27"/>
                <a:gd name="T1" fmla="*/ 0 h 48"/>
                <a:gd name="T2" fmla="*/ 20 w 27"/>
                <a:gd name="T3" fmla="*/ 267 h 48"/>
                <a:gd name="T4" fmla="*/ 105 w 27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8">
                  <a:moveTo>
                    <a:pt x="23" y="0"/>
                  </a:moveTo>
                  <a:cubicBezTo>
                    <a:pt x="23" y="0"/>
                    <a:pt x="0" y="28"/>
                    <a:pt x="4" y="48"/>
                  </a:cubicBezTo>
                  <a:cubicBezTo>
                    <a:pt x="4" y="48"/>
                    <a:pt x="27" y="31"/>
                    <a:pt x="23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92" name="Freeform 534">
              <a:extLst>
                <a:ext uri="{FF2B5EF4-FFF2-40B4-BE49-F238E27FC236}">
                  <a16:creationId xmlns:a16="http://schemas.microsoft.com/office/drawing/2014/main" id="{EE8E0F2B-F493-4B02-9DD2-EDB2DBDC1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801"/>
              <a:ext cx="48" cy="53"/>
            </a:xfrm>
            <a:custGeom>
              <a:avLst/>
              <a:gdLst>
                <a:gd name="T0" fmla="*/ 71 w 29"/>
                <a:gd name="T1" fmla="*/ 0 h 30"/>
                <a:gd name="T2" fmla="*/ 46 w 29"/>
                <a:gd name="T3" fmla="*/ 166 h 30"/>
                <a:gd name="T4" fmla="*/ 71 w 2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16" y="0"/>
                  </a:moveTo>
                  <a:cubicBezTo>
                    <a:pt x="16" y="0"/>
                    <a:pt x="0" y="14"/>
                    <a:pt x="10" y="30"/>
                  </a:cubicBezTo>
                  <a:cubicBezTo>
                    <a:pt x="10" y="30"/>
                    <a:pt x="29" y="12"/>
                    <a:pt x="16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93" name="Freeform 535">
              <a:extLst>
                <a:ext uri="{FF2B5EF4-FFF2-40B4-BE49-F238E27FC236}">
                  <a16:creationId xmlns:a16="http://schemas.microsoft.com/office/drawing/2014/main" id="{CFC79F03-1DBD-4C90-8F05-27706FE0B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721"/>
              <a:ext cx="41" cy="80"/>
            </a:xfrm>
            <a:custGeom>
              <a:avLst/>
              <a:gdLst>
                <a:gd name="T0" fmla="*/ 56 w 25"/>
                <a:gd name="T1" fmla="*/ 0 h 45"/>
                <a:gd name="T2" fmla="*/ 54 w 25"/>
                <a:gd name="T3" fmla="*/ 252 h 45"/>
                <a:gd name="T4" fmla="*/ 56 w 25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5">
                  <a:moveTo>
                    <a:pt x="13" y="0"/>
                  </a:moveTo>
                  <a:cubicBezTo>
                    <a:pt x="13" y="0"/>
                    <a:pt x="0" y="27"/>
                    <a:pt x="12" y="45"/>
                  </a:cubicBezTo>
                  <a:cubicBezTo>
                    <a:pt x="12" y="45"/>
                    <a:pt x="25" y="17"/>
                    <a:pt x="13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94" name="Freeform 536">
              <a:extLst>
                <a:ext uri="{FF2B5EF4-FFF2-40B4-BE49-F238E27FC236}">
                  <a16:creationId xmlns:a16="http://schemas.microsoft.com/office/drawing/2014/main" id="{84AE580C-F66A-4BF5-AB35-03B0A47FE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682"/>
              <a:ext cx="28" cy="39"/>
            </a:xfrm>
            <a:custGeom>
              <a:avLst/>
              <a:gdLst>
                <a:gd name="T0" fmla="*/ 20 w 17"/>
                <a:gd name="T1" fmla="*/ 0 h 22"/>
                <a:gd name="T2" fmla="*/ 35 w 17"/>
                <a:gd name="T3" fmla="*/ 122 h 22"/>
                <a:gd name="T4" fmla="*/ 20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4" y="0"/>
                    <a:pt x="0" y="15"/>
                    <a:pt x="8" y="22"/>
                  </a:cubicBezTo>
                  <a:cubicBezTo>
                    <a:pt x="8" y="22"/>
                    <a:pt x="17" y="7"/>
                    <a:pt x="4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95" name="Freeform 537">
              <a:extLst>
                <a:ext uri="{FF2B5EF4-FFF2-40B4-BE49-F238E27FC236}">
                  <a16:creationId xmlns:a16="http://schemas.microsoft.com/office/drawing/2014/main" id="{D72A3BA7-DF47-47A1-B951-F50480191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635"/>
              <a:ext cx="30" cy="47"/>
            </a:xfrm>
            <a:custGeom>
              <a:avLst/>
              <a:gdLst>
                <a:gd name="T0" fmla="*/ 8 w 18"/>
                <a:gd name="T1" fmla="*/ 0 h 27"/>
                <a:gd name="T2" fmla="*/ 37 w 18"/>
                <a:gd name="T3" fmla="*/ 143 h 27"/>
                <a:gd name="T4" fmla="*/ 8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2" y="0"/>
                  </a:moveTo>
                  <a:cubicBezTo>
                    <a:pt x="2" y="0"/>
                    <a:pt x="0" y="21"/>
                    <a:pt x="8" y="27"/>
                  </a:cubicBezTo>
                  <a:cubicBezTo>
                    <a:pt x="8" y="27"/>
                    <a:pt x="18" y="15"/>
                    <a:pt x="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96" name="Freeform 538">
              <a:extLst>
                <a:ext uri="{FF2B5EF4-FFF2-40B4-BE49-F238E27FC236}">
                  <a16:creationId xmlns:a16="http://schemas.microsoft.com/office/drawing/2014/main" id="{6CC1EFDF-87AE-4B31-822A-468304665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564"/>
              <a:ext cx="43" cy="71"/>
            </a:xfrm>
            <a:custGeom>
              <a:avLst/>
              <a:gdLst>
                <a:gd name="T0" fmla="*/ 0 w 26"/>
                <a:gd name="T1" fmla="*/ 0 h 40"/>
                <a:gd name="T2" fmla="*/ 83 w 26"/>
                <a:gd name="T3" fmla="*/ 224 h 40"/>
                <a:gd name="T4" fmla="*/ 0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cubicBezTo>
                    <a:pt x="0" y="0"/>
                    <a:pt x="5" y="36"/>
                    <a:pt x="18" y="40"/>
                  </a:cubicBezTo>
                  <a:cubicBezTo>
                    <a:pt x="18" y="40"/>
                    <a:pt x="26" y="18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97" name="Freeform 539">
              <a:extLst>
                <a:ext uri="{FF2B5EF4-FFF2-40B4-BE49-F238E27FC236}">
                  <a16:creationId xmlns:a16="http://schemas.microsoft.com/office/drawing/2014/main" id="{82BA1582-C43A-4313-A74E-5FA8D4B4E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527"/>
              <a:ext cx="30" cy="37"/>
            </a:xfrm>
            <a:custGeom>
              <a:avLst/>
              <a:gdLst>
                <a:gd name="T0" fmla="*/ 8 w 18"/>
                <a:gd name="T1" fmla="*/ 0 h 21"/>
                <a:gd name="T2" fmla="*/ 70 w 18"/>
                <a:gd name="T3" fmla="*/ 115 h 21"/>
                <a:gd name="T4" fmla="*/ 8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2" y="0"/>
                  </a:moveTo>
                  <a:cubicBezTo>
                    <a:pt x="2" y="0"/>
                    <a:pt x="0" y="14"/>
                    <a:pt x="15" y="21"/>
                  </a:cubicBezTo>
                  <a:cubicBezTo>
                    <a:pt x="15" y="21"/>
                    <a:pt x="18" y="8"/>
                    <a:pt x="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98" name="Freeform 540">
              <a:extLst>
                <a:ext uri="{FF2B5EF4-FFF2-40B4-BE49-F238E27FC236}">
                  <a16:creationId xmlns:a16="http://schemas.microsoft.com/office/drawing/2014/main" id="{8B639535-1297-44D1-80C0-3A1270D99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482"/>
              <a:ext cx="43" cy="45"/>
            </a:xfrm>
            <a:custGeom>
              <a:avLst/>
              <a:gdLst>
                <a:gd name="T0" fmla="*/ 5 w 26"/>
                <a:gd name="T1" fmla="*/ 0 h 25"/>
                <a:gd name="T2" fmla="*/ 104 w 26"/>
                <a:gd name="T3" fmla="*/ 146 h 25"/>
                <a:gd name="T4" fmla="*/ 5 w 2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" y="0"/>
                  </a:moveTo>
                  <a:cubicBezTo>
                    <a:pt x="1" y="0"/>
                    <a:pt x="0" y="14"/>
                    <a:pt x="23" y="25"/>
                  </a:cubicBezTo>
                  <a:cubicBezTo>
                    <a:pt x="23" y="25"/>
                    <a:pt x="26" y="5"/>
                    <a:pt x="1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99" name="Freeform 541">
              <a:extLst>
                <a:ext uri="{FF2B5EF4-FFF2-40B4-BE49-F238E27FC236}">
                  <a16:creationId xmlns:a16="http://schemas.microsoft.com/office/drawing/2014/main" id="{98389C46-0F3B-47D0-827B-F37D22AB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435"/>
              <a:ext cx="43" cy="47"/>
            </a:xfrm>
            <a:custGeom>
              <a:avLst/>
              <a:gdLst>
                <a:gd name="T0" fmla="*/ 0 w 26"/>
                <a:gd name="T1" fmla="*/ 21 h 27"/>
                <a:gd name="T2" fmla="*/ 117 w 26"/>
                <a:gd name="T3" fmla="*/ 143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1" y="0"/>
                    <a:pt x="0" y="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00" name="Freeform 542">
              <a:extLst>
                <a:ext uri="{FF2B5EF4-FFF2-40B4-BE49-F238E27FC236}">
                  <a16:creationId xmlns:a16="http://schemas.microsoft.com/office/drawing/2014/main" id="{6F6B0AD2-03E9-4C72-BC4D-3EF306C40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405"/>
              <a:ext cx="47" cy="37"/>
            </a:xfrm>
            <a:custGeom>
              <a:avLst/>
              <a:gdLst>
                <a:gd name="T0" fmla="*/ 0 w 28"/>
                <a:gd name="T1" fmla="*/ 16 h 21"/>
                <a:gd name="T2" fmla="*/ 133 w 28"/>
                <a:gd name="T3" fmla="*/ 115 h 21"/>
                <a:gd name="T4" fmla="*/ 0 w 28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3"/>
                  </a:moveTo>
                  <a:cubicBezTo>
                    <a:pt x="0" y="3"/>
                    <a:pt x="2" y="15"/>
                    <a:pt x="28" y="21"/>
                  </a:cubicBezTo>
                  <a:cubicBezTo>
                    <a:pt x="28" y="21"/>
                    <a:pt x="22" y="0"/>
                    <a:pt x="0" y="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01" name="Freeform 543">
              <a:extLst>
                <a:ext uri="{FF2B5EF4-FFF2-40B4-BE49-F238E27FC236}">
                  <a16:creationId xmlns:a16="http://schemas.microsoft.com/office/drawing/2014/main" id="{978B6021-814B-4500-AB0B-146C108AF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371"/>
              <a:ext cx="81" cy="39"/>
            </a:xfrm>
            <a:custGeom>
              <a:avLst/>
              <a:gdLst>
                <a:gd name="T0" fmla="*/ 0 w 49"/>
                <a:gd name="T1" fmla="*/ 28 h 22"/>
                <a:gd name="T2" fmla="*/ 222 w 49"/>
                <a:gd name="T3" fmla="*/ 122 h 22"/>
                <a:gd name="T4" fmla="*/ 0 w 49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5"/>
                  </a:moveTo>
                  <a:cubicBezTo>
                    <a:pt x="0" y="5"/>
                    <a:pt x="23" y="22"/>
                    <a:pt x="49" y="22"/>
                  </a:cubicBezTo>
                  <a:cubicBezTo>
                    <a:pt x="49" y="22"/>
                    <a:pt x="32" y="0"/>
                    <a:pt x="0" y="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02" name="Freeform 544">
              <a:extLst>
                <a:ext uri="{FF2B5EF4-FFF2-40B4-BE49-F238E27FC236}">
                  <a16:creationId xmlns:a16="http://schemas.microsoft.com/office/drawing/2014/main" id="{4D38E9EB-A21B-449B-B324-8B425DA33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345"/>
              <a:ext cx="60" cy="54"/>
            </a:xfrm>
            <a:custGeom>
              <a:avLst/>
              <a:gdLst>
                <a:gd name="T0" fmla="*/ 0 w 36"/>
                <a:gd name="T1" fmla="*/ 73 h 31"/>
                <a:gd name="T2" fmla="*/ 167 w 36"/>
                <a:gd name="T3" fmla="*/ 106 h 31"/>
                <a:gd name="T4" fmla="*/ 0 w 36"/>
                <a:gd name="T5" fmla="*/ 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0" y="14"/>
                  </a:moveTo>
                  <a:cubicBezTo>
                    <a:pt x="0" y="14"/>
                    <a:pt x="11" y="31"/>
                    <a:pt x="36" y="20"/>
                  </a:cubicBezTo>
                  <a:cubicBezTo>
                    <a:pt x="36" y="20"/>
                    <a:pt x="14" y="0"/>
                    <a:pt x="0" y="1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03" name="Freeform 545">
              <a:extLst>
                <a:ext uri="{FF2B5EF4-FFF2-40B4-BE49-F238E27FC236}">
                  <a16:creationId xmlns:a16="http://schemas.microsoft.com/office/drawing/2014/main" id="{963419A0-B1B9-408C-8ED7-E51EC3720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32"/>
              <a:ext cx="71" cy="69"/>
            </a:xfrm>
            <a:custGeom>
              <a:avLst/>
              <a:gdLst>
                <a:gd name="T0" fmla="*/ 0 w 43"/>
                <a:gd name="T1" fmla="*/ 122 h 39"/>
                <a:gd name="T2" fmla="*/ 193 w 43"/>
                <a:gd name="T3" fmla="*/ 115 h 39"/>
                <a:gd name="T4" fmla="*/ 0 w 43"/>
                <a:gd name="T5" fmla="*/ 1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9">
                  <a:moveTo>
                    <a:pt x="0" y="22"/>
                  </a:moveTo>
                  <a:cubicBezTo>
                    <a:pt x="0" y="22"/>
                    <a:pt x="21" y="39"/>
                    <a:pt x="43" y="21"/>
                  </a:cubicBezTo>
                  <a:cubicBezTo>
                    <a:pt x="43" y="21"/>
                    <a:pt x="19" y="0"/>
                    <a:pt x="0" y="2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04" name="Freeform 546">
              <a:extLst>
                <a:ext uri="{FF2B5EF4-FFF2-40B4-BE49-F238E27FC236}">
                  <a16:creationId xmlns:a16="http://schemas.microsoft.com/office/drawing/2014/main" id="{5E5A65D9-536F-4809-8FC9-D8ECFDACF6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6" y="2258"/>
              <a:ext cx="940" cy="1001"/>
            </a:xfrm>
            <a:custGeom>
              <a:avLst/>
              <a:gdLst>
                <a:gd name="T0" fmla="*/ 1290 w 567"/>
                <a:gd name="T1" fmla="*/ 0 h 566"/>
                <a:gd name="T2" fmla="*/ 0 w 567"/>
                <a:gd name="T3" fmla="*/ 1567 h 566"/>
                <a:gd name="T4" fmla="*/ 1290 w 567"/>
                <a:gd name="T5" fmla="*/ 3130 h 566"/>
                <a:gd name="T6" fmla="*/ 2583 w 567"/>
                <a:gd name="T7" fmla="*/ 1567 h 566"/>
                <a:gd name="T8" fmla="*/ 1290 w 567"/>
                <a:gd name="T9" fmla="*/ 0 h 566"/>
                <a:gd name="T10" fmla="*/ 1290 w 567"/>
                <a:gd name="T11" fmla="*/ 2950 h 566"/>
                <a:gd name="T12" fmla="*/ 151 w 567"/>
                <a:gd name="T13" fmla="*/ 1567 h 566"/>
                <a:gd name="T14" fmla="*/ 1290 w 567"/>
                <a:gd name="T15" fmla="*/ 182 h 566"/>
                <a:gd name="T16" fmla="*/ 2430 w 567"/>
                <a:gd name="T17" fmla="*/ 1567 h 566"/>
                <a:gd name="T18" fmla="*/ 1290 w 567"/>
                <a:gd name="T19" fmla="*/ 2950 h 5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7" h="566">
                  <a:moveTo>
                    <a:pt x="283" y="0"/>
                  </a:moveTo>
                  <a:cubicBezTo>
                    <a:pt x="127" y="0"/>
                    <a:pt x="0" y="126"/>
                    <a:pt x="0" y="283"/>
                  </a:cubicBezTo>
                  <a:cubicBezTo>
                    <a:pt x="0" y="439"/>
                    <a:pt x="127" y="566"/>
                    <a:pt x="283" y="566"/>
                  </a:cubicBezTo>
                  <a:cubicBezTo>
                    <a:pt x="440" y="566"/>
                    <a:pt x="567" y="439"/>
                    <a:pt x="567" y="283"/>
                  </a:cubicBezTo>
                  <a:cubicBezTo>
                    <a:pt x="567" y="126"/>
                    <a:pt x="440" y="0"/>
                    <a:pt x="283" y="0"/>
                  </a:cubicBezTo>
                  <a:close/>
                  <a:moveTo>
                    <a:pt x="283" y="533"/>
                  </a:moveTo>
                  <a:cubicBezTo>
                    <a:pt x="145" y="533"/>
                    <a:pt x="33" y="421"/>
                    <a:pt x="33" y="283"/>
                  </a:cubicBezTo>
                  <a:cubicBezTo>
                    <a:pt x="33" y="145"/>
                    <a:pt x="145" y="33"/>
                    <a:pt x="283" y="33"/>
                  </a:cubicBezTo>
                  <a:cubicBezTo>
                    <a:pt x="422" y="33"/>
                    <a:pt x="533" y="145"/>
                    <a:pt x="533" y="283"/>
                  </a:cubicBezTo>
                  <a:cubicBezTo>
                    <a:pt x="533" y="421"/>
                    <a:pt x="422" y="533"/>
                    <a:pt x="283" y="533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05" name="Oval 547">
              <a:extLst>
                <a:ext uri="{FF2B5EF4-FFF2-40B4-BE49-F238E27FC236}">
                  <a16:creationId xmlns:a16="http://schemas.microsoft.com/office/drawing/2014/main" id="{F3B74A5D-E3B0-4C25-B06C-B89615137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0" y="2350"/>
              <a:ext cx="768" cy="819"/>
            </a:xfrm>
            <a:prstGeom prst="ellips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6" name="Freeform 548">
              <a:extLst>
                <a:ext uri="{FF2B5EF4-FFF2-40B4-BE49-F238E27FC236}">
                  <a16:creationId xmlns:a16="http://schemas.microsoft.com/office/drawing/2014/main" id="{1E7B0F0B-B83F-4098-AC29-CAE6264A5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507"/>
              <a:ext cx="203" cy="267"/>
            </a:xfrm>
            <a:custGeom>
              <a:avLst/>
              <a:gdLst>
                <a:gd name="T0" fmla="*/ 553 w 123"/>
                <a:gd name="T1" fmla="*/ 0 h 151"/>
                <a:gd name="T2" fmla="*/ 76 w 123"/>
                <a:gd name="T3" fmla="*/ 835 h 151"/>
                <a:gd name="T4" fmla="*/ 553 w 123"/>
                <a:gd name="T5" fmla="*/ 0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51">
                  <a:moveTo>
                    <a:pt x="123" y="0"/>
                  </a:moveTo>
                  <a:cubicBezTo>
                    <a:pt x="123" y="0"/>
                    <a:pt x="24" y="8"/>
                    <a:pt x="17" y="151"/>
                  </a:cubicBezTo>
                  <a:cubicBezTo>
                    <a:pt x="17" y="151"/>
                    <a:pt x="0" y="10"/>
                    <a:pt x="123" y="0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07" name="Freeform 549">
              <a:extLst>
                <a:ext uri="{FF2B5EF4-FFF2-40B4-BE49-F238E27FC236}">
                  <a16:creationId xmlns:a16="http://schemas.microsoft.com/office/drawing/2014/main" id="{58000457-DFA7-49A2-A367-3527A20A3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725"/>
              <a:ext cx="12" cy="26"/>
            </a:xfrm>
            <a:custGeom>
              <a:avLst/>
              <a:gdLst>
                <a:gd name="T0" fmla="*/ 15 w 7"/>
                <a:gd name="T1" fmla="*/ 0 h 15"/>
                <a:gd name="T2" fmla="*/ 36 w 7"/>
                <a:gd name="T3" fmla="*/ 42 h 15"/>
                <a:gd name="T4" fmla="*/ 21 w 7"/>
                <a:gd name="T5" fmla="*/ 78 h 15"/>
                <a:gd name="T6" fmla="*/ 0 w 7"/>
                <a:gd name="T7" fmla="*/ 42 h 15"/>
                <a:gd name="T8" fmla="*/ 15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5" y="0"/>
                    <a:pt x="7" y="3"/>
                    <a:pt x="7" y="8"/>
                  </a:cubicBezTo>
                  <a:cubicBezTo>
                    <a:pt x="7" y="12"/>
                    <a:pt x="5" y="15"/>
                    <a:pt x="4" y="15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08" name="Freeform 550">
              <a:extLst>
                <a:ext uri="{FF2B5EF4-FFF2-40B4-BE49-F238E27FC236}">
                  <a16:creationId xmlns:a16="http://schemas.microsoft.com/office/drawing/2014/main" id="{112C0C08-ED48-40F8-B822-7231B8B2C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666"/>
              <a:ext cx="12" cy="18"/>
            </a:xfrm>
            <a:custGeom>
              <a:avLst/>
              <a:gdLst>
                <a:gd name="T0" fmla="*/ 21 w 7"/>
                <a:gd name="T1" fmla="*/ 0 h 10"/>
                <a:gd name="T2" fmla="*/ 36 w 7"/>
                <a:gd name="T3" fmla="*/ 29 h 10"/>
                <a:gd name="T4" fmla="*/ 15 w 7"/>
                <a:gd name="T5" fmla="*/ 58 h 10"/>
                <a:gd name="T6" fmla="*/ 0 w 7"/>
                <a:gd name="T7" fmla="*/ 29 h 10"/>
                <a:gd name="T8" fmla="*/ 21 w 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cubicBezTo>
                    <a:pt x="6" y="0"/>
                    <a:pt x="7" y="3"/>
                    <a:pt x="7" y="5"/>
                  </a:cubicBezTo>
                  <a:cubicBezTo>
                    <a:pt x="6" y="8"/>
                    <a:pt x="5" y="10"/>
                    <a:pt x="3" y="10"/>
                  </a:cubicBezTo>
                  <a:cubicBezTo>
                    <a:pt x="1" y="10"/>
                    <a:pt x="0" y="7"/>
                    <a:pt x="0" y="5"/>
                  </a:cubicBezTo>
                  <a:cubicBezTo>
                    <a:pt x="1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09" name="Freeform 551">
              <a:extLst>
                <a:ext uri="{FF2B5EF4-FFF2-40B4-BE49-F238E27FC236}">
                  <a16:creationId xmlns:a16="http://schemas.microsoft.com/office/drawing/2014/main" id="{351CA5FC-81C4-4B6A-82DD-DA61C2CB7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825"/>
              <a:ext cx="22" cy="31"/>
            </a:xfrm>
            <a:custGeom>
              <a:avLst/>
              <a:gdLst>
                <a:gd name="T0" fmla="*/ 14 w 13"/>
                <a:gd name="T1" fmla="*/ 7 h 17"/>
                <a:gd name="T2" fmla="*/ 54 w 13"/>
                <a:gd name="T3" fmla="*/ 44 h 17"/>
                <a:gd name="T4" fmla="*/ 49 w 13"/>
                <a:gd name="T5" fmla="*/ 97 h 17"/>
                <a:gd name="T6" fmla="*/ 8 w 13"/>
                <a:gd name="T7" fmla="*/ 60 h 17"/>
                <a:gd name="T8" fmla="*/ 14 w 13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3" y="1"/>
                  </a:moveTo>
                  <a:cubicBezTo>
                    <a:pt x="6" y="0"/>
                    <a:pt x="9" y="3"/>
                    <a:pt x="11" y="7"/>
                  </a:cubicBezTo>
                  <a:cubicBezTo>
                    <a:pt x="13" y="11"/>
                    <a:pt x="12" y="15"/>
                    <a:pt x="10" y="16"/>
                  </a:cubicBezTo>
                  <a:cubicBezTo>
                    <a:pt x="7" y="17"/>
                    <a:pt x="4" y="15"/>
                    <a:pt x="2" y="10"/>
                  </a:cubicBezTo>
                  <a:cubicBezTo>
                    <a:pt x="0" y="6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10" name="Freeform 552">
              <a:extLst>
                <a:ext uri="{FF2B5EF4-FFF2-40B4-BE49-F238E27FC236}">
                  <a16:creationId xmlns:a16="http://schemas.microsoft.com/office/drawing/2014/main" id="{0E6FD3C4-DE6B-49A5-A02E-140B9EF68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928"/>
              <a:ext cx="22" cy="30"/>
            </a:xfrm>
            <a:custGeom>
              <a:avLst/>
              <a:gdLst>
                <a:gd name="T0" fmla="*/ 14 w 13"/>
                <a:gd name="T1" fmla="*/ 7 h 17"/>
                <a:gd name="T2" fmla="*/ 54 w 13"/>
                <a:gd name="T3" fmla="*/ 34 h 17"/>
                <a:gd name="T4" fmla="*/ 49 w 13"/>
                <a:gd name="T5" fmla="*/ 86 h 17"/>
                <a:gd name="T6" fmla="*/ 8 w 13"/>
                <a:gd name="T7" fmla="*/ 56 h 17"/>
                <a:gd name="T8" fmla="*/ 14 w 13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3" y="1"/>
                  </a:moveTo>
                  <a:cubicBezTo>
                    <a:pt x="5" y="0"/>
                    <a:pt x="9" y="2"/>
                    <a:pt x="11" y="6"/>
                  </a:cubicBezTo>
                  <a:cubicBezTo>
                    <a:pt x="13" y="10"/>
                    <a:pt x="12" y="15"/>
                    <a:pt x="10" y="16"/>
                  </a:cubicBezTo>
                  <a:cubicBezTo>
                    <a:pt x="7" y="17"/>
                    <a:pt x="4" y="15"/>
                    <a:pt x="2" y="10"/>
                  </a:cubicBezTo>
                  <a:cubicBezTo>
                    <a:pt x="0" y="6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11" name="Freeform 553">
              <a:extLst>
                <a:ext uri="{FF2B5EF4-FFF2-40B4-BE49-F238E27FC236}">
                  <a16:creationId xmlns:a16="http://schemas.microsoft.com/office/drawing/2014/main" id="{B2501929-4221-4DCB-9CE0-4A96F4644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963"/>
              <a:ext cx="16" cy="22"/>
            </a:xfrm>
            <a:custGeom>
              <a:avLst/>
              <a:gdLst>
                <a:gd name="T0" fmla="*/ 5 w 10"/>
                <a:gd name="T1" fmla="*/ 68 h 12"/>
                <a:gd name="T2" fmla="*/ 13 w 10"/>
                <a:gd name="T3" fmla="*/ 24 h 12"/>
                <a:gd name="T4" fmla="*/ 34 w 10"/>
                <a:gd name="T5" fmla="*/ 7 h 12"/>
                <a:gd name="T6" fmla="*/ 29 w 10"/>
                <a:gd name="T7" fmla="*/ 51 h 12"/>
                <a:gd name="T8" fmla="*/ 5 w 10"/>
                <a:gd name="T9" fmla="*/ 6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1" y="11"/>
                  </a:moveTo>
                  <a:cubicBezTo>
                    <a:pt x="0" y="10"/>
                    <a:pt x="1" y="7"/>
                    <a:pt x="3" y="4"/>
                  </a:cubicBezTo>
                  <a:cubicBezTo>
                    <a:pt x="5" y="2"/>
                    <a:pt x="7" y="0"/>
                    <a:pt x="8" y="1"/>
                  </a:cubicBezTo>
                  <a:cubicBezTo>
                    <a:pt x="10" y="2"/>
                    <a:pt x="9" y="5"/>
                    <a:pt x="7" y="8"/>
                  </a:cubicBezTo>
                  <a:cubicBezTo>
                    <a:pt x="5" y="10"/>
                    <a:pt x="2" y="12"/>
                    <a:pt x="1" y="1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12" name="Freeform 554">
              <a:extLst>
                <a:ext uri="{FF2B5EF4-FFF2-40B4-BE49-F238E27FC236}">
                  <a16:creationId xmlns:a16="http://schemas.microsoft.com/office/drawing/2014/main" id="{BB3ED6E7-6276-4F79-BBDB-7A07DE204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894"/>
              <a:ext cx="12" cy="22"/>
            </a:xfrm>
            <a:custGeom>
              <a:avLst/>
              <a:gdLst>
                <a:gd name="T0" fmla="*/ 5 w 7"/>
                <a:gd name="T1" fmla="*/ 73 h 12"/>
                <a:gd name="T2" fmla="*/ 5 w 7"/>
                <a:gd name="T3" fmla="*/ 31 h 12"/>
                <a:gd name="T4" fmla="*/ 29 w 7"/>
                <a:gd name="T5" fmla="*/ 7 h 12"/>
                <a:gd name="T6" fmla="*/ 29 w 7"/>
                <a:gd name="T7" fmla="*/ 44 h 12"/>
                <a:gd name="T8" fmla="*/ 5 w 7"/>
                <a:gd name="T9" fmla="*/ 7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1" y="12"/>
                  </a:moveTo>
                  <a:cubicBezTo>
                    <a:pt x="0" y="11"/>
                    <a:pt x="0" y="8"/>
                    <a:pt x="1" y="5"/>
                  </a:cubicBezTo>
                  <a:cubicBezTo>
                    <a:pt x="3" y="2"/>
                    <a:pt x="5" y="0"/>
                    <a:pt x="6" y="1"/>
                  </a:cubicBezTo>
                  <a:cubicBezTo>
                    <a:pt x="7" y="1"/>
                    <a:pt x="7" y="4"/>
                    <a:pt x="6" y="7"/>
                  </a:cubicBezTo>
                  <a:cubicBezTo>
                    <a:pt x="5" y="10"/>
                    <a:pt x="2" y="12"/>
                    <a:pt x="1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13" name="Freeform 555">
              <a:extLst>
                <a:ext uri="{FF2B5EF4-FFF2-40B4-BE49-F238E27FC236}">
                  <a16:creationId xmlns:a16="http://schemas.microsoft.com/office/drawing/2014/main" id="{03BEEA64-73A7-4DEA-8B84-00964DB50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817"/>
              <a:ext cx="11" cy="23"/>
            </a:xfrm>
            <a:custGeom>
              <a:avLst/>
              <a:gdLst>
                <a:gd name="T0" fmla="*/ 5 w 7"/>
                <a:gd name="T1" fmla="*/ 65 h 13"/>
                <a:gd name="T2" fmla="*/ 5 w 7"/>
                <a:gd name="T3" fmla="*/ 34 h 13"/>
                <a:gd name="T4" fmla="*/ 22 w 7"/>
                <a:gd name="T5" fmla="*/ 7 h 13"/>
                <a:gd name="T6" fmla="*/ 22 w 7"/>
                <a:gd name="T7" fmla="*/ 44 h 13"/>
                <a:gd name="T8" fmla="*/ 5 w 7"/>
                <a:gd name="T9" fmla="*/ 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1" y="12"/>
                  </a:moveTo>
                  <a:cubicBezTo>
                    <a:pt x="0" y="12"/>
                    <a:pt x="0" y="9"/>
                    <a:pt x="1" y="6"/>
                  </a:cubicBezTo>
                  <a:cubicBezTo>
                    <a:pt x="3" y="2"/>
                    <a:pt x="5" y="0"/>
                    <a:pt x="6" y="1"/>
                  </a:cubicBezTo>
                  <a:cubicBezTo>
                    <a:pt x="7" y="2"/>
                    <a:pt x="7" y="5"/>
                    <a:pt x="6" y="8"/>
                  </a:cubicBezTo>
                  <a:cubicBezTo>
                    <a:pt x="5" y="11"/>
                    <a:pt x="2" y="13"/>
                    <a:pt x="1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14" name="Freeform 556">
              <a:extLst>
                <a:ext uri="{FF2B5EF4-FFF2-40B4-BE49-F238E27FC236}">
                  <a16:creationId xmlns:a16="http://schemas.microsoft.com/office/drawing/2014/main" id="{F079114A-C259-4820-BB59-C3013C5BB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753"/>
              <a:ext cx="10" cy="21"/>
            </a:xfrm>
            <a:custGeom>
              <a:avLst/>
              <a:gdLst>
                <a:gd name="T0" fmla="*/ 8 w 6"/>
                <a:gd name="T1" fmla="*/ 65 h 12"/>
                <a:gd name="T2" fmla="*/ 0 w 6"/>
                <a:gd name="T3" fmla="*/ 33 h 12"/>
                <a:gd name="T4" fmla="*/ 20 w 6"/>
                <a:gd name="T5" fmla="*/ 0 h 12"/>
                <a:gd name="T6" fmla="*/ 22 w 6"/>
                <a:gd name="T7" fmla="*/ 33 h 12"/>
                <a:gd name="T8" fmla="*/ 8 w 6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2" y="12"/>
                  </a:moveTo>
                  <a:cubicBezTo>
                    <a:pt x="1" y="12"/>
                    <a:pt x="0" y="9"/>
                    <a:pt x="0" y="6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5" y="0"/>
                    <a:pt x="6" y="3"/>
                    <a:pt x="5" y="6"/>
                  </a:cubicBezTo>
                  <a:cubicBezTo>
                    <a:pt x="5" y="9"/>
                    <a:pt x="4" y="12"/>
                    <a:pt x="2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15" name="Freeform 557">
              <a:extLst>
                <a:ext uri="{FF2B5EF4-FFF2-40B4-BE49-F238E27FC236}">
                  <a16:creationId xmlns:a16="http://schemas.microsoft.com/office/drawing/2014/main" id="{AA73E5EE-0011-49D5-84DB-7D600A047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698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20 h 6"/>
                <a:gd name="T4" fmla="*/ 5 w 3"/>
                <a:gd name="T5" fmla="*/ 0 h 6"/>
                <a:gd name="T6" fmla="*/ 13 w 3"/>
                <a:gd name="T7" fmla="*/ 13 h 6"/>
                <a:gd name="T8" fmla="*/ 8 w 3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2" y="6"/>
                    <a:pt x="1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16" name="Freeform 558">
              <a:extLst>
                <a:ext uri="{FF2B5EF4-FFF2-40B4-BE49-F238E27FC236}">
                  <a16:creationId xmlns:a16="http://schemas.microsoft.com/office/drawing/2014/main" id="{07E14EEE-80EA-4F60-9541-A238EF705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657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20 h 6"/>
                <a:gd name="T4" fmla="*/ 5 w 3"/>
                <a:gd name="T5" fmla="*/ 0 h 6"/>
                <a:gd name="T6" fmla="*/ 8 w 3"/>
                <a:gd name="T7" fmla="*/ 13 h 6"/>
                <a:gd name="T8" fmla="*/ 8 w 3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0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3" y="4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17" name="Freeform 559">
              <a:extLst>
                <a:ext uri="{FF2B5EF4-FFF2-40B4-BE49-F238E27FC236}">
                  <a16:creationId xmlns:a16="http://schemas.microsoft.com/office/drawing/2014/main" id="{58323F42-0F88-424D-82B0-95EED5F6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537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20 h 6"/>
                <a:gd name="T4" fmla="*/ 5 w 3"/>
                <a:gd name="T5" fmla="*/ 0 h 6"/>
                <a:gd name="T6" fmla="*/ 13 w 3"/>
                <a:gd name="T7" fmla="*/ 20 h 6"/>
                <a:gd name="T8" fmla="*/ 8 w 3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0" y="0"/>
                    <a:pt x="1" y="0"/>
                  </a:cubicBezTo>
                  <a:cubicBezTo>
                    <a:pt x="1" y="0"/>
                    <a:pt x="2" y="1"/>
                    <a:pt x="3" y="3"/>
                  </a:cubicBezTo>
                  <a:cubicBezTo>
                    <a:pt x="3" y="4"/>
                    <a:pt x="3" y="6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18" name="Freeform 560">
              <a:extLst>
                <a:ext uri="{FF2B5EF4-FFF2-40B4-BE49-F238E27FC236}">
                  <a16:creationId xmlns:a16="http://schemas.microsoft.com/office/drawing/2014/main" id="{BDB1AF6F-DE1D-4BEF-A755-48DE6019C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592"/>
              <a:ext cx="13" cy="23"/>
            </a:xfrm>
            <a:custGeom>
              <a:avLst/>
              <a:gdLst>
                <a:gd name="T0" fmla="*/ 29 w 8"/>
                <a:gd name="T1" fmla="*/ 65 h 13"/>
                <a:gd name="T2" fmla="*/ 8 w 8"/>
                <a:gd name="T3" fmla="*/ 37 h 13"/>
                <a:gd name="T4" fmla="*/ 5 w 8"/>
                <a:gd name="T5" fmla="*/ 0 h 13"/>
                <a:gd name="T6" fmla="*/ 21 w 8"/>
                <a:gd name="T7" fmla="*/ 28 h 13"/>
                <a:gd name="T8" fmla="*/ 29 w 8"/>
                <a:gd name="T9" fmla="*/ 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7" y="12"/>
                  </a:moveTo>
                  <a:cubicBezTo>
                    <a:pt x="5" y="13"/>
                    <a:pt x="3" y="10"/>
                    <a:pt x="2" y="7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4" y="2"/>
                    <a:pt x="5" y="5"/>
                  </a:cubicBezTo>
                  <a:cubicBezTo>
                    <a:pt x="7" y="9"/>
                    <a:pt x="8" y="12"/>
                    <a:pt x="7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19" name="Freeform 561">
              <a:extLst>
                <a:ext uri="{FF2B5EF4-FFF2-40B4-BE49-F238E27FC236}">
                  <a16:creationId xmlns:a16="http://schemas.microsoft.com/office/drawing/2014/main" id="{5B8035D8-6C44-4F99-B98B-9DA4D58E1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495"/>
              <a:ext cx="18" cy="21"/>
            </a:xfrm>
            <a:custGeom>
              <a:avLst/>
              <a:gdLst>
                <a:gd name="T0" fmla="*/ 41 w 11"/>
                <a:gd name="T1" fmla="*/ 65 h 12"/>
                <a:gd name="T2" fmla="*/ 13 w 11"/>
                <a:gd name="T3" fmla="*/ 44 h 12"/>
                <a:gd name="T4" fmla="*/ 5 w 11"/>
                <a:gd name="T5" fmla="*/ 7 h 12"/>
                <a:gd name="T6" fmla="*/ 29 w 11"/>
                <a:gd name="T7" fmla="*/ 28 h 12"/>
                <a:gd name="T8" fmla="*/ 41 w 11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9" y="12"/>
                  </a:moveTo>
                  <a:cubicBezTo>
                    <a:pt x="8" y="12"/>
                    <a:pt x="6" y="11"/>
                    <a:pt x="3" y="8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5" y="2"/>
                    <a:pt x="7" y="5"/>
                  </a:cubicBezTo>
                  <a:cubicBezTo>
                    <a:pt x="10" y="8"/>
                    <a:pt x="11" y="11"/>
                    <a:pt x="9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20" name="Freeform 562">
              <a:extLst>
                <a:ext uri="{FF2B5EF4-FFF2-40B4-BE49-F238E27FC236}">
                  <a16:creationId xmlns:a16="http://schemas.microsoft.com/office/drawing/2014/main" id="{51FD93AF-96B8-451A-83C3-7E87726B3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449"/>
              <a:ext cx="20" cy="19"/>
            </a:xfrm>
            <a:custGeom>
              <a:avLst/>
              <a:gdLst>
                <a:gd name="T0" fmla="*/ 50 w 12"/>
                <a:gd name="T1" fmla="*/ 50 h 11"/>
                <a:gd name="T2" fmla="*/ 20 w 12"/>
                <a:gd name="T3" fmla="*/ 41 h 11"/>
                <a:gd name="T4" fmla="*/ 5 w 12"/>
                <a:gd name="T5" fmla="*/ 5 h 11"/>
                <a:gd name="T6" fmla="*/ 37 w 12"/>
                <a:gd name="T7" fmla="*/ 16 h 11"/>
                <a:gd name="T8" fmla="*/ 50 w 1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1" y="10"/>
                  </a:moveTo>
                  <a:cubicBezTo>
                    <a:pt x="10" y="11"/>
                    <a:pt x="7" y="10"/>
                    <a:pt x="4" y="8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5" y="1"/>
                    <a:pt x="8" y="3"/>
                  </a:cubicBezTo>
                  <a:cubicBezTo>
                    <a:pt x="11" y="6"/>
                    <a:pt x="12" y="8"/>
                    <a:pt x="11" y="1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21" name="Freeform 563">
              <a:extLst>
                <a:ext uri="{FF2B5EF4-FFF2-40B4-BE49-F238E27FC236}">
                  <a16:creationId xmlns:a16="http://schemas.microsoft.com/office/drawing/2014/main" id="{C441CABD-5459-4E7A-9A0B-CDBBA0902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415"/>
              <a:ext cx="18" cy="18"/>
            </a:xfrm>
            <a:custGeom>
              <a:avLst/>
              <a:gdLst>
                <a:gd name="T0" fmla="*/ 43 w 11"/>
                <a:gd name="T1" fmla="*/ 45 h 10"/>
                <a:gd name="T2" fmla="*/ 13 w 11"/>
                <a:gd name="T3" fmla="*/ 41 h 10"/>
                <a:gd name="T4" fmla="*/ 0 w 11"/>
                <a:gd name="T5" fmla="*/ 7 h 10"/>
                <a:gd name="T6" fmla="*/ 29 w 11"/>
                <a:gd name="T7" fmla="*/ 16 h 10"/>
                <a:gd name="T8" fmla="*/ 43 w 11"/>
                <a:gd name="T9" fmla="*/ 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8"/>
                  </a:moveTo>
                  <a:cubicBezTo>
                    <a:pt x="9" y="10"/>
                    <a:pt x="6" y="9"/>
                    <a:pt x="3" y="7"/>
                  </a:cubicBezTo>
                  <a:cubicBezTo>
                    <a:pt x="1" y="5"/>
                    <a:pt x="0" y="2"/>
                    <a:pt x="0" y="1"/>
                  </a:cubicBezTo>
                  <a:cubicBezTo>
                    <a:pt x="1" y="0"/>
                    <a:pt x="4" y="1"/>
                    <a:pt x="7" y="3"/>
                  </a:cubicBezTo>
                  <a:cubicBezTo>
                    <a:pt x="9" y="5"/>
                    <a:pt x="11" y="7"/>
                    <a:pt x="10" y="8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22" name="Freeform 564">
              <a:extLst>
                <a:ext uri="{FF2B5EF4-FFF2-40B4-BE49-F238E27FC236}">
                  <a16:creationId xmlns:a16="http://schemas.microsoft.com/office/drawing/2014/main" id="{0CC6647D-311B-4835-8722-AFBCDA840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387"/>
              <a:ext cx="19" cy="12"/>
            </a:xfrm>
            <a:custGeom>
              <a:avLst/>
              <a:gdLst>
                <a:gd name="T0" fmla="*/ 43 w 12"/>
                <a:gd name="T1" fmla="*/ 26 h 7"/>
                <a:gd name="T2" fmla="*/ 21 w 12"/>
                <a:gd name="T3" fmla="*/ 29 h 7"/>
                <a:gd name="T4" fmla="*/ 0 w 12"/>
                <a:gd name="T5" fmla="*/ 5 h 7"/>
                <a:gd name="T6" fmla="*/ 27 w 12"/>
                <a:gd name="T7" fmla="*/ 5 h 7"/>
                <a:gd name="T8" fmla="*/ 43 w 12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1" y="5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5"/>
                    <a:pt x="0" y="3"/>
                    <a:pt x="0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1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23" name="Freeform 565">
              <a:extLst>
                <a:ext uri="{FF2B5EF4-FFF2-40B4-BE49-F238E27FC236}">
                  <a16:creationId xmlns:a16="http://schemas.microsoft.com/office/drawing/2014/main" id="{A6DC94D7-DE9D-41C1-AD0C-81E283234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368"/>
              <a:ext cx="20" cy="12"/>
            </a:xfrm>
            <a:custGeom>
              <a:avLst/>
              <a:gdLst>
                <a:gd name="T0" fmla="*/ 55 w 12"/>
                <a:gd name="T1" fmla="*/ 26 h 7"/>
                <a:gd name="T2" fmla="*/ 22 w 12"/>
                <a:gd name="T3" fmla="*/ 29 h 7"/>
                <a:gd name="T4" fmla="*/ 5 w 12"/>
                <a:gd name="T5" fmla="*/ 5 h 7"/>
                <a:gd name="T6" fmla="*/ 33 w 12"/>
                <a:gd name="T7" fmla="*/ 5 h 7"/>
                <a:gd name="T8" fmla="*/ 55 w 12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5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24" name="Freeform 566">
              <a:extLst>
                <a:ext uri="{FF2B5EF4-FFF2-40B4-BE49-F238E27FC236}">
                  <a16:creationId xmlns:a16="http://schemas.microsoft.com/office/drawing/2014/main" id="{89A8066B-55E0-4AB5-A912-EA5B95D8E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360"/>
              <a:ext cx="20" cy="15"/>
            </a:xfrm>
            <a:custGeom>
              <a:avLst/>
              <a:gdLst>
                <a:gd name="T0" fmla="*/ 55 w 12"/>
                <a:gd name="T1" fmla="*/ 28 h 8"/>
                <a:gd name="T2" fmla="*/ 28 w 12"/>
                <a:gd name="T3" fmla="*/ 53 h 8"/>
                <a:gd name="T4" fmla="*/ 0 w 12"/>
                <a:gd name="T5" fmla="*/ 32 h 8"/>
                <a:gd name="T6" fmla="*/ 28 w 12"/>
                <a:gd name="T7" fmla="*/ 8 h 8"/>
                <a:gd name="T8" fmla="*/ 55 w 12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2" y="4"/>
                  </a:moveTo>
                  <a:cubicBezTo>
                    <a:pt x="12" y="6"/>
                    <a:pt x="10" y="8"/>
                    <a:pt x="6" y="8"/>
                  </a:cubicBezTo>
                  <a:cubicBezTo>
                    <a:pt x="3" y="8"/>
                    <a:pt x="0" y="7"/>
                    <a:pt x="0" y="5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25" name="Freeform 567">
              <a:extLst>
                <a:ext uri="{FF2B5EF4-FFF2-40B4-BE49-F238E27FC236}">
                  <a16:creationId xmlns:a16="http://schemas.microsoft.com/office/drawing/2014/main" id="{AA9DCCB2-362E-4F21-8409-170D23433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376"/>
              <a:ext cx="28" cy="16"/>
            </a:xfrm>
            <a:custGeom>
              <a:avLst/>
              <a:gdLst>
                <a:gd name="T0" fmla="*/ 71 w 17"/>
                <a:gd name="T1" fmla="*/ 16 h 9"/>
                <a:gd name="T2" fmla="*/ 41 w 17"/>
                <a:gd name="T3" fmla="*/ 44 h 9"/>
                <a:gd name="T4" fmla="*/ 0 w 17"/>
                <a:gd name="T5" fmla="*/ 37 h 9"/>
                <a:gd name="T6" fmla="*/ 33 w 17"/>
                <a:gd name="T7" fmla="*/ 7 h 9"/>
                <a:gd name="T8" fmla="*/ 71 w 17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5"/>
                    <a:pt x="13" y="7"/>
                    <a:pt x="9" y="8"/>
                  </a:cubicBezTo>
                  <a:cubicBezTo>
                    <a:pt x="5" y="9"/>
                    <a:pt x="1" y="9"/>
                    <a:pt x="0" y="7"/>
                  </a:cubicBez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5" y="1"/>
                    <a:pt x="16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26" name="Freeform 568">
              <a:extLst>
                <a:ext uri="{FF2B5EF4-FFF2-40B4-BE49-F238E27FC236}">
                  <a16:creationId xmlns:a16="http://schemas.microsoft.com/office/drawing/2014/main" id="{E7C36178-32FA-4F1C-BED3-63D16DBE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426"/>
              <a:ext cx="23" cy="18"/>
            </a:xfrm>
            <a:custGeom>
              <a:avLst/>
              <a:gdLst>
                <a:gd name="T0" fmla="*/ 58 w 14"/>
                <a:gd name="T1" fmla="*/ 7 h 10"/>
                <a:gd name="T2" fmla="*/ 41 w 14"/>
                <a:gd name="T3" fmla="*/ 41 h 10"/>
                <a:gd name="T4" fmla="*/ 5 w 14"/>
                <a:gd name="T5" fmla="*/ 52 h 10"/>
                <a:gd name="T6" fmla="*/ 21 w 14"/>
                <a:gd name="T7" fmla="*/ 13 h 10"/>
                <a:gd name="T8" fmla="*/ 58 w 14"/>
                <a:gd name="T9" fmla="*/ 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3" y="1"/>
                  </a:moveTo>
                  <a:cubicBezTo>
                    <a:pt x="14" y="3"/>
                    <a:pt x="12" y="5"/>
                    <a:pt x="9" y="7"/>
                  </a:cubicBezTo>
                  <a:cubicBezTo>
                    <a:pt x="5" y="9"/>
                    <a:pt x="2" y="10"/>
                    <a:pt x="1" y="9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9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27" name="Freeform 569">
              <a:extLst>
                <a:ext uri="{FF2B5EF4-FFF2-40B4-BE49-F238E27FC236}">
                  <a16:creationId xmlns:a16="http://schemas.microsoft.com/office/drawing/2014/main" id="{363B41B8-54BA-4298-9E70-D4CFEF2D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477"/>
              <a:ext cx="17" cy="20"/>
            </a:xfrm>
            <a:custGeom>
              <a:avLst/>
              <a:gdLst>
                <a:gd name="T0" fmla="*/ 44 w 10"/>
                <a:gd name="T1" fmla="*/ 7 h 11"/>
                <a:gd name="T2" fmla="*/ 34 w 10"/>
                <a:gd name="T3" fmla="*/ 44 h 11"/>
                <a:gd name="T4" fmla="*/ 5 w 10"/>
                <a:gd name="T5" fmla="*/ 60 h 11"/>
                <a:gd name="T6" fmla="*/ 15 w 10"/>
                <a:gd name="T7" fmla="*/ 24 h 11"/>
                <a:gd name="T8" fmla="*/ 44 w 10"/>
                <a:gd name="T9" fmla="*/ 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1"/>
                  </a:moveTo>
                  <a:cubicBezTo>
                    <a:pt x="10" y="2"/>
                    <a:pt x="9" y="5"/>
                    <a:pt x="7" y="7"/>
                  </a:cubicBezTo>
                  <a:cubicBezTo>
                    <a:pt x="5" y="10"/>
                    <a:pt x="2" y="11"/>
                    <a:pt x="1" y="10"/>
                  </a:cubicBezTo>
                  <a:cubicBezTo>
                    <a:pt x="0" y="9"/>
                    <a:pt x="1" y="6"/>
                    <a:pt x="3" y="4"/>
                  </a:cubicBezTo>
                  <a:cubicBezTo>
                    <a:pt x="5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28" name="Freeform 570">
              <a:extLst>
                <a:ext uri="{FF2B5EF4-FFF2-40B4-BE49-F238E27FC236}">
                  <a16:creationId xmlns:a16="http://schemas.microsoft.com/office/drawing/2014/main" id="{5E3F5D83-2A27-456C-B41E-0B44B6807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20"/>
              <a:ext cx="15" cy="15"/>
            </a:xfrm>
            <a:custGeom>
              <a:avLst/>
              <a:gdLst>
                <a:gd name="T0" fmla="*/ 37 w 9"/>
                <a:gd name="T1" fmla="*/ 5 h 9"/>
                <a:gd name="T2" fmla="*/ 28 w 9"/>
                <a:gd name="T3" fmla="*/ 28 h 9"/>
                <a:gd name="T4" fmla="*/ 5 w 9"/>
                <a:gd name="T5" fmla="*/ 37 h 9"/>
                <a:gd name="T6" fmla="*/ 13 w 9"/>
                <a:gd name="T7" fmla="*/ 13 h 9"/>
                <a:gd name="T8" fmla="*/ 37 w 9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1"/>
                  </a:moveTo>
                  <a:cubicBezTo>
                    <a:pt x="9" y="1"/>
                    <a:pt x="8" y="4"/>
                    <a:pt x="6" y="6"/>
                  </a:cubicBezTo>
                  <a:cubicBezTo>
                    <a:pt x="4" y="8"/>
                    <a:pt x="2" y="9"/>
                    <a:pt x="1" y="8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29" name="Freeform 571">
              <a:extLst>
                <a:ext uri="{FF2B5EF4-FFF2-40B4-BE49-F238E27FC236}">
                  <a16:creationId xmlns:a16="http://schemas.microsoft.com/office/drawing/2014/main" id="{8211C0D4-9CDF-4200-BF9B-480BCD9F5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94"/>
              <a:ext cx="16" cy="30"/>
            </a:xfrm>
            <a:custGeom>
              <a:avLst/>
              <a:gdLst>
                <a:gd name="T0" fmla="*/ 29 w 10"/>
                <a:gd name="T1" fmla="*/ 7 h 17"/>
                <a:gd name="T2" fmla="*/ 35 w 10"/>
                <a:gd name="T3" fmla="*/ 56 h 17"/>
                <a:gd name="T4" fmla="*/ 13 w 10"/>
                <a:gd name="T5" fmla="*/ 86 h 17"/>
                <a:gd name="T6" fmla="*/ 5 w 10"/>
                <a:gd name="T7" fmla="*/ 37 h 17"/>
                <a:gd name="T8" fmla="*/ 29 w 10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7">
                  <a:moveTo>
                    <a:pt x="7" y="1"/>
                  </a:moveTo>
                  <a:cubicBezTo>
                    <a:pt x="9" y="1"/>
                    <a:pt x="10" y="5"/>
                    <a:pt x="9" y="10"/>
                  </a:cubicBezTo>
                  <a:cubicBezTo>
                    <a:pt x="8" y="14"/>
                    <a:pt x="5" y="17"/>
                    <a:pt x="3" y="16"/>
                  </a:cubicBezTo>
                  <a:cubicBezTo>
                    <a:pt x="0" y="16"/>
                    <a:pt x="0" y="12"/>
                    <a:pt x="1" y="7"/>
                  </a:cubicBezTo>
                  <a:cubicBezTo>
                    <a:pt x="2" y="3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30" name="Freeform 572">
              <a:extLst>
                <a:ext uri="{FF2B5EF4-FFF2-40B4-BE49-F238E27FC236}">
                  <a16:creationId xmlns:a16="http://schemas.microsoft.com/office/drawing/2014/main" id="{76018D46-805D-4EC5-8DED-17FB95E79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978"/>
              <a:ext cx="85" cy="81"/>
            </a:xfrm>
            <a:custGeom>
              <a:avLst/>
              <a:gdLst>
                <a:gd name="T0" fmla="*/ 0 w 51"/>
                <a:gd name="T1" fmla="*/ 58 h 46"/>
                <a:gd name="T2" fmla="*/ 237 w 51"/>
                <a:gd name="T3" fmla="*/ 114 h 46"/>
                <a:gd name="T4" fmla="*/ 0 w 51"/>
                <a:gd name="T5" fmla="*/ 5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6">
                  <a:moveTo>
                    <a:pt x="0" y="11"/>
                  </a:moveTo>
                  <a:cubicBezTo>
                    <a:pt x="0" y="11"/>
                    <a:pt x="9" y="46"/>
                    <a:pt x="51" y="21"/>
                  </a:cubicBezTo>
                  <a:cubicBezTo>
                    <a:pt x="51" y="21"/>
                    <a:pt x="20" y="0"/>
                    <a:pt x="0" y="11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31" name="Freeform 573">
              <a:extLst>
                <a:ext uri="{FF2B5EF4-FFF2-40B4-BE49-F238E27FC236}">
                  <a16:creationId xmlns:a16="http://schemas.microsoft.com/office/drawing/2014/main" id="{2DEF106C-A70F-4173-9A39-38ED6BB40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970"/>
              <a:ext cx="71" cy="54"/>
            </a:xfrm>
            <a:custGeom>
              <a:avLst/>
              <a:gdLst>
                <a:gd name="T0" fmla="*/ 193 w 43"/>
                <a:gd name="T1" fmla="*/ 45 h 30"/>
                <a:gd name="T2" fmla="*/ 0 w 43"/>
                <a:gd name="T3" fmla="*/ 146 h 30"/>
                <a:gd name="T4" fmla="*/ 193 w 43"/>
                <a:gd name="T5" fmla="*/ 4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0">
                  <a:moveTo>
                    <a:pt x="43" y="8"/>
                  </a:moveTo>
                  <a:cubicBezTo>
                    <a:pt x="43" y="8"/>
                    <a:pt x="9" y="0"/>
                    <a:pt x="0" y="25"/>
                  </a:cubicBezTo>
                  <a:cubicBezTo>
                    <a:pt x="0" y="25"/>
                    <a:pt x="35" y="30"/>
                    <a:pt x="43" y="8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32" name="Freeform 574">
              <a:extLst>
                <a:ext uri="{FF2B5EF4-FFF2-40B4-BE49-F238E27FC236}">
                  <a16:creationId xmlns:a16="http://schemas.microsoft.com/office/drawing/2014/main" id="{B44DF07C-0F07-4C9A-A78F-9BF8F0FAE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951"/>
              <a:ext cx="50" cy="42"/>
            </a:xfrm>
            <a:custGeom>
              <a:avLst/>
              <a:gdLst>
                <a:gd name="T0" fmla="*/ 138 w 30"/>
                <a:gd name="T1" fmla="*/ 49 h 24"/>
                <a:gd name="T2" fmla="*/ 0 w 30"/>
                <a:gd name="T3" fmla="*/ 102 h 24"/>
                <a:gd name="T4" fmla="*/ 138 w 30"/>
                <a:gd name="T5" fmla="*/ 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9"/>
                  </a:moveTo>
                  <a:cubicBezTo>
                    <a:pt x="30" y="9"/>
                    <a:pt x="8" y="0"/>
                    <a:pt x="0" y="19"/>
                  </a:cubicBezTo>
                  <a:cubicBezTo>
                    <a:pt x="0" y="19"/>
                    <a:pt x="22" y="24"/>
                    <a:pt x="30" y="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33" name="Freeform 575">
              <a:extLst>
                <a:ext uri="{FF2B5EF4-FFF2-40B4-BE49-F238E27FC236}">
                  <a16:creationId xmlns:a16="http://schemas.microsoft.com/office/drawing/2014/main" id="{E8AC6C2E-0BBB-474A-863C-6B3030ED9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939"/>
              <a:ext cx="66" cy="37"/>
            </a:xfrm>
            <a:custGeom>
              <a:avLst/>
              <a:gdLst>
                <a:gd name="T0" fmla="*/ 180 w 40"/>
                <a:gd name="T1" fmla="*/ 44 h 21"/>
                <a:gd name="T2" fmla="*/ 0 w 40"/>
                <a:gd name="T3" fmla="*/ 86 h 21"/>
                <a:gd name="T4" fmla="*/ 180 w 40"/>
                <a:gd name="T5" fmla="*/ 4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1">
                  <a:moveTo>
                    <a:pt x="40" y="8"/>
                  </a:moveTo>
                  <a:cubicBezTo>
                    <a:pt x="40" y="8"/>
                    <a:pt x="14" y="0"/>
                    <a:pt x="0" y="16"/>
                  </a:cubicBezTo>
                  <a:cubicBezTo>
                    <a:pt x="0" y="16"/>
                    <a:pt x="26" y="21"/>
                    <a:pt x="40" y="8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34" name="Freeform 576">
              <a:extLst>
                <a:ext uri="{FF2B5EF4-FFF2-40B4-BE49-F238E27FC236}">
                  <a16:creationId xmlns:a16="http://schemas.microsoft.com/office/drawing/2014/main" id="{151F8063-D589-4A47-9A92-923D24DB8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988"/>
              <a:ext cx="50" cy="48"/>
            </a:xfrm>
            <a:custGeom>
              <a:avLst/>
              <a:gdLst>
                <a:gd name="T0" fmla="*/ 138 w 30"/>
                <a:gd name="T1" fmla="*/ 89 h 27"/>
                <a:gd name="T2" fmla="*/ 0 w 30"/>
                <a:gd name="T3" fmla="*/ 44 h 27"/>
                <a:gd name="T4" fmla="*/ 138 w 30"/>
                <a:gd name="T5" fmla="*/ 8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7">
                  <a:moveTo>
                    <a:pt x="30" y="16"/>
                  </a:moveTo>
                  <a:cubicBezTo>
                    <a:pt x="30" y="16"/>
                    <a:pt x="17" y="0"/>
                    <a:pt x="0" y="8"/>
                  </a:cubicBezTo>
                  <a:cubicBezTo>
                    <a:pt x="0" y="8"/>
                    <a:pt x="10" y="27"/>
                    <a:pt x="30" y="16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35" name="Freeform 577">
              <a:extLst>
                <a:ext uri="{FF2B5EF4-FFF2-40B4-BE49-F238E27FC236}">
                  <a16:creationId xmlns:a16="http://schemas.microsoft.com/office/drawing/2014/main" id="{45D1DF39-DADE-4E79-85F8-01154946F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93"/>
              <a:ext cx="51" cy="50"/>
            </a:xfrm>
            <a:custGeom>
              <a:avLst/>
              <a:gdLst>
                <a:gd name="T0" fmla="*/ 138 w 31"/>
                <a:gd name="T1" fmla="*/ 52 h 28"/>
                <a:gd name="T2" fmla="*/ 0 w 31"/>
                <a:gd name="T3" fmla="*/ 68 h 28"/>
                <a:gd name="T4" fmla="*/ 138 w 31"/>
                <a:gd name="T5" fmla="*/ 5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8">
                  <a:moveTo>
                    <a:pt x="31" y="9"/>
                  </a:moveTo>
                  <a:cubicBezTo>
                    <a:pt x="31" y="9"/>
                    <a:pt x="15" y="0"/>
                    <a:pt x="0" y="12"/>
                  </a:cubicBezTo>
                  <a:cubicBezTo>
                    <a:pt x="0" y="12"/>
                    <a:pt x="14" y="28"/>
                    <a:pt x="31" y="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36" name="Freeform 578">
              <a:extLst>
                <a:ext uri="{FF2B5EF4-FFF2-40B4-BE49-F238E27FC236}">
                  <a16:creationId xmlns:a16="http://schemas.microsoft.com/office/drawing/2014/main" id="{E0B4B1AA-3DDF-458B-AADB-D1DC7E0A2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923"/>
              <a:ext cx="80" cy="63"/>
            </a:xfrm>
            <a:custGeom>
              <a:avLst/>
              <a:gdLst>
                <a:gd name="T0" fmla="*/ 0 w 48"/>
                <a:gd name="T1" fmla="*/ 81 h 36"/>
                <a:gd name="T2" fmla="*/ 222 w 48"/>
                <a:gd name="T3" fmla="*/ 114 h 36"/>
                <a:gd name="T4" fmla="*/ 0 w 48"/>
                <a:gd name="T5" fmla="*/ 8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6">
                  <a:moveTo>
                    <a:pt x="0" y="15"/>
                  </a:moveTo>
                  <a:cubicBezTo>
                    <a:pt x="0" y="15"/>
                    <a:pt x="29" y="0"/>
                    <a:pt x="48" y="21"/>
                  </a:cubicBezTo>
                  <a:cubicBezTo>
                    <a:pt x="48" y="21"/>
                    <a:pt x="30" y="36"/>
                    <a:pt x="0" y="1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37" name="Freeform 579">
              <a:extLst>
                <a:ext uri="{FF2B5EF4-FFF2-40B4-BE49-F238E27FC236}">
                  <a16:creationId xmlns:a16="http://schemas.microsoft.com/office/drawing/2014/main" id="{08BE02F0-8336-4AEC-8CE0-7AD4AA3C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958"/>
              <a:ext cx="64" cy="89"/>
            </a:xfrm>
            <a:custGeom>
              <a:avLst/>
              <a:gdLst>
                <a:gd name="T0" fmla="*/ 172 w 39"/>
                <a:gd name="T1" fmla="*/ 142 h 50"/>
                <a:gd name="T2" fmla="*/ 0 w 39"/>
                <a:gd name="T3" fmla="*/ 57 h 50"/>
                <a:gd name="T4" fmla="*/ 172 w 39"/>
                <a:gd name="T5" fmla="*/ 1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39" y="25"/>
                  </a:moveTo>
                  <a:cubicBezTo>
                    <a:pt x="39" y="25"/>
                    <a:pt x="31" y="0"/>
                    <a:pt x="0" y="10"/>
                  </a:cubicBezTo>
                  <a:cubicBezTo>
                    <a:pt x="0" y="10"/>
                    <a:pt x="3" y="50"/>
                    <a:pt x="39" y="2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38" name="Freeform 580">
              <a:extLst>
                <a:ext uri="{FF2B5EF4-FFF2-40B4-BE49-F238E27FC236}">
                  <a16:creationId xmlns:a16="http://schemas.microsoft.com/office/drawing/2014/main" id="{A813F753-83E6-4B64-A710-56E0F35C9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944"/>
              <a:ext cx="45" cy="58"/>
            </a:xfrm>
            <a:custGeom>
              <a:avLst/>
              <a:gdLst>
                <a:gd name="T0" fmla="*/ 0 w 27"/>
                <a:gd name="T1" fmla="*/ 49 h 33"/>
                <a:gd name="T2" fmla="*/ 125 w 27"/>
                <a:gd name="T3" fmla="*/ 98 h 33"/>
                <a:gd name="T4" fmla="*/ 0 w 27"/>
                <a:gd name="T5" fmla="*/ 4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0" y="9"/>
                  </a:moveTo>
                  <a:cubicBezTo>
                    <a:pt x="0" y="9"/>
                    <a:pt x="16" y="0"/>
                    <a:pt x="27" y="18"/>
                  </a:cubicBezTo>
                  <a:cubicBezTo>
                    <a:pt x="27" y="18"/>
                    <a:pt x="14" y="33"/>
                    <a:pt x="0" y="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39" name="Freeform 581">
              <a:extLst>
                <a:ext uri="{FF2B5EF4-FFF2-40B4-BE49-F238E27FC236}">
                  <a16:creationId xmlns:a16="http://schemas.microsoft.com/office/drawing/2014/main" id="{9AC11EAA-9D6F-428A-BE5A-97C18A6F5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986"/>
              <a:ext cx="29" cy="23"/>
            </a:xfrm>
            <a:custGeom>
              <a:avLst/>
              <a:gdLst>
                <a:gd name="T0" fmla="*/ 5 w 17"/>
                <a:gd name="T1" fmla="*/ 50 h 13"/>
                <a:gd name="T2" fmla="*/ 34 w 17"/>
                <a:gd name="T3" fmla="*/ 12 h 13"/>
                <a:gd name="T4" fmla="*/ 78 w 17"/>
                <a:gd name="T5" fmla="*/ 21 h 13"/>
                <a:gd name="T6" fmla="*/ 49 w 17"/>
                <a:gd name="T7" fmla="*/ 60 h 13"/>
                <a:gd name="T8" fmla="*/ 5 w 17"/>
                <a:gd name="T9" fmla="*/ 5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" y="9"/>
                  </a:moveTo>
                  <a:cubicBezTo>
                    <a:pt x="0" y="7"/>
                    <a:pt x="3" y="3"/>
                    <a:pt x="7" y="2"/>
                  </a:cubicBezTo>
                  <a:cubicBezTo>
                    <a:pt x="11" y="0"/>
                    <a:pt x="15" y="1"/>
                    <a:pt x="16" y="4"/>
                  </a:cubicBezTo>
                  <a:cubicBezTo>
                    <a:pt x="17" y="6"/>
                    <a:pt x="14" y="10"/>
                    <a:pt x="10" y="11"/>
                  </a:cubicBezTo>
                  <a:cubicBezTo>
                    <a:pt x="6" y="13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0" name="Freeform 582">
              <a:extLst>
                <a:ext uri="{FF2B5EF4-FFF2-40B4-BE49-F238E27FC236}">
                  <a16:creationId xmlns:a16="http://schemas.microsoft.com/office/drawing/2014/main" id="{81E03A69-2D2C-4DA6-AF1A-A8C1E7D4E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70"/>
              <a:ext cx="17" cy="13"/>
            </a:xfrm>
            <a:custGeom>
              <a:avLst/>
              <a:gdLst>
                <a:gd name="T0" fmla="*/ 0 w 10"/>
                <a:gd name="T1" fmla="*/ 24 h 7"/>
                <a:gd name="T2" fmla="*/ 26 w 10"/>
                <a:gd name="T3" fmla="*/ 0 h 7"/>
                <a:gd name="T4" fmla="*/ 49 w 10"/>
                <a:gd name="T5" fmla="*/ 13 h 7"/>
                <a:gd name="T6" fmla="*/ 29 w 10"/>
                <a:gd name="T7" fmla="*/ 37 h 7"/>
                <a:gd name="T8" fmla="*/ 0 w 10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4"/>
                  </a:moveTo>
                  <a:cubicBezTo>
                    <a:pt x="0" y="3"/>
                    <a:pt x="2" y="1"/>
                    <a:pt x="5" y="0"/>
                  </a:cubicBezTo>
                  <a:cubicBezTo>
                    <a:pt x="7" y="0"/>
                    <a:pt x="10" y="0"/>
                    <a:pt x="10" y="2"/>
                  </a:cubicBezTo>
                  <a:cubicBezTo>
                    <a:pt x="10" y="4"/>
                    <a:pt x="9" y="6"/>
                    <a:pt x="6" y="6"/>
                  </a:cubicBezTo>
                  <a:cubicBezTo>
                    <a:pt x="3" y="7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1" name="Freeform 583">
              <a:extLst>
                <a:ext uri="{FF2B5EF4-FFF2-40B4-BE49-F238E27FC236}">
                  <a16:creationId xmlns:a16="http://schemas.microsoft.com/office/drawing/2014/main" id="{04F0C5D7-E612-4292-B5C0-88241C816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947"/>
              <a:ext cx="23" cy="16"/>
            </a:xfrm>
            <a:custGeom>
              <a:avLst/>
              <a:gdLst>
                <a:gd name="T0" fmla="*/ 0 w 14"/>
                <a:gd name="T1" fmla="*/ 12 h 9"/>
                <a:gd name="T2" fmla="*/ 35 w 14"/>
                <a:gd name="T3" fmla="*/ 7 h 9"/>
                <a:gd name="T4" fmla="*/ 62 w 14"/>
                <a:gd name="T5" fmla="*/ 36 h 9"/>
                <a:gd name="T6" fmla="*/ 26 w 14"/>
                <a:gd name="T7" fmla="*/ 44 h 9"/>
                <a:gd name="T8" fmla="*/ 0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0" y="2"/>
                  </a:move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4"/>
                    <a:pt x="14" y="6"/>
                  </a:cubicBezTo>
                  <a:cubicBezTo>
                    <a:pt x="13" y="8"/>
                    <a:pt x="10" y="9"/>
                    <a:pt x="6" y="8"/>
                  </a:cubicBezTo>
                  <a:cubicBezTo>
                    <a:pt x="2" y="7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2" name="Freeform 584">
              <a:extLst>
                <a:ext uri="{FF2B5EF4-FFF2-40B4-BE49-F238E27FC236}">
                  <a16:creationId xmlns:a16="http://schemas.microsoft.com/office/drawing/2014/main" id="{1563E8F0-0C32-4A56-AF53-9F9155FBB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962"/>
              <a:ext cx="16" cy="12"/>
            </a:xfrm>
            <a:custGeom>
              <a:avLst/>
              <a:gdLst>
                <a:gd name="T0" fmla="*/ 5 w 10"/>
                <a:gd name="T1" fmla="*/ 5 h 7"/>
                <a:gd name="T2" fmla="*/ 26 w 10"/>
                <a:gd name="T3" fmla="*/ 5 h 7"/>
                <a:gd name="T4" fmla="*/ 35 w 10"/>
                <a:gd name="T5" fmla="*/ 29 h 7"/>
                <a:gd name="T6" fmla="*/ 16 w 10"/>
                <a:gd name="T7" fmla="*/ 26 h 7"/>
                <a:gd name="T8" fmla="*/ 5 w 10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ubicBezTo>
                    <a:pt x="8" y="7"/>
                    <a:pt x="6" y="7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3" name="Freeform 585">
              <a:extLst>
                <a:ext uri="{FF2B5EF4-FFF2-40B4-BE49-F238E27FC236}">
                  <a16:creationId xmlns:a16="http://schemas.microsoft.com/office/drawing/2014/main" id="{E4658970-8A9B-43CD-8D16-EC760C26B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2983"/>
              <a:ext cx="29" cy="23"/>
            </a:xfrm>
            <a:custGeom>
              <a:avLst/>
              <a:gdLst>
                <a:gd name="T0" fmla="*/ 5 w 18"/>
                <a:gd name="T1" fmla="*/ 16 h 13"/>
                <a:gd name="T2" fmla="*/ 47 w 18"/>
                <a:gd name="T3" fmla="*/ 12 h 13"/>
                <a:gd name="T4" fmla="*/ 71 w 18"/>
                <a:gd name="T5" fmla="*/ 50 h 13"/>
                <a:gd name="T6" fmla="*/ 29 w 18"/>
                <a:gd name="T7" fmla="*/ 60 h 13"/>
                <a:gd name="T8" fmla="*/ 5 w 18"/>
                <a:gd name="T9" fmla="*/ 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1" y="3"/>
                  </a:moveTo>
                  <a:cubicBezTo>
                    <a:pt x="2" y="1"/>
                    <a:pt x="7" y="0"/>
                    <a:pt x="11" y="2"/>
                  </a:cubicBezTo>
                  <a:cubicBezTo>
                    <a:pt x="16" y="3"/>
                    <a:pt x="18" y="7"/>
                    <a:pt x="17" y="9"/>
                  </a:cubicBezTo>
                  <a:cubicBezTo>
                    <a:pt x="16" y="12"/>
                    <a:pt x="12" y="13"/>
                    <a:pt x="7" y="11"/>
                  </a:cubicBezTo>
                  <a:cubicBezTo>
                    <a:pt x="3" y="9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4" name="Freeform 586">
              <a:extLst>
                <a:ext uri="{FF2B5EF4-FFF2-40B4-BE49-F238E27FC236}">
                  <a16:creationId xmlns:a16="http://schemas.microsoft.com/office/drawing/2014/main" id="{E57892A0-1BF9-4A21-AAD2-F705D7C8B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955"/>
              <a:ext cx="22" cy="10"/>
            </a:xfrm>
            <a:custGeom>
              <a:avLst/>
              <a:gdLst>
                <a:gd name="T0" fmla="*/ 0 w 13"/>
                <a:gd name="T1" fmla="*/ 20 h 6"/>
                <a:gd name="T2" fmla="*/ 29 w 13"/>
                <a:gd name="T3" fmla="*/ 5 h 6"/>
                <a:gd name="T4" fmla="*/ 63 w 13"/>
                <a:gd name="T5" fmla="*/ 13 h 6"/>
                <a:gd name="T6" fmla="*/ 34 w 13"/>
                <a:gd name="T7" fmla="*/ 28 h 6"/>
                <a:gd name="T8" fmla="*/ 0 w 13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0" y="2"/>
                    <a:pt x="3" y="1"/>
                    <a:pt x="6" y="1"/>
                  </a:cubicBezTo>
                  <a:cubicBezTo>
                    <a:pt x="10" y="0"/>
                    <a:pt x="13" y="1"/>
                    <a:pt x="13" y="3"/>
                  </a:cubicBezTo>
                  <a:cubicBezTo>
                    <a:pt x="13" y="4"/>
                    <a:pt x="10" y="5"/>
                    <a:pt x="7" y="6"/>
                  </a:cubicBezTo>
                  <a:cubicBezTo>
                    <a:pt x="3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5" name="Freeform 587">
              <a:extLst>
                <a:ext uri="{FF2B5EF4-FFF2-40B4-BE49-F238E27FC236}">
                  <a16:creationId xmlns:a16="http://schemas.microsoft.com/office/drawing/2014/main" id="{7FE96D57-0869-4E9F-878D-BAA729726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004"/>
              <a:ext cx="38" cy="21"/>
            </a:xfrm>
            <a:custGeom>
              <a:avLst/>
              <a:gdLst>
                <a:gd name="T0" fmla="*/ 0 w 23"/>
                <a:gd name="T1" fmla="*/ 21 h 12"/>
                <a:gd name="T2" fmla="*/ 55 w 23"/>
                <a:gd name="T3" fmla="*/ 7 h 12"/>
                <a:gd name="T4" fmla="*/ 97 w 23"/>
                <a:gd name="T5" fmla="*/ 44 h 12"/>
                <a:gd name="T6" fmla="*/ 50 w 23"/>
                <a:gd name="T7" fmla="*/ 58 h 12"/>
                <a:gd name="T8" fmla="*/ 0 w 2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4"/>
                  </a:moveTo>
                  <a:cubicBezTo>
                    <a:pt x="1" y="1"/>
                    <a:pt x="6" y="0"/>
                    <a:pt x="12" y="1"/>
                  </a:cubicBezTo>
                  <a:cubicBezTo>
                    <a:pt x="18" y="2"/>
                    <a:pt x="23" y="5"/>
                    <a:pt x="22" y="8"/>
                  </a:cubicBezTo>
                  <a:cubicBezTo>
                    <a:pt x="22" y="11"/>
                    <a:pt x="17" y="12"/>
                    <a:pt x="11" y="11"/>
                  </a:cubicBezTo>
                  <a:cubicBezTo>
                    <a:pt x="4" y="10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6" name="Freeform 588">
              <a:extLst>
                <a:ext uri="{FF2B5EF4-FFF2-40B4-BE49-F238E27FC236}">
                  <a16:creationId xmlns:a16="http://schemas.microsoft.com/office/drawing/2014/main" id="{5E4601B7-21FD-4B5C-8F61-4AEA3AB7A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004"/>
              <a:ext cx="14" cy="11"/>
            </a:xfrm>
            <a:custGeom>
              <a:avLst/>
              <a:gdLst>
                <a:gd name="T0" fmla="*/ 0 w 9"/>
                <a:gd name="T1" fmla="*/ 13 h 6"/>
                <a:gd name="T2" fmla="*/ 19 w 9"/>
                <a:gd name="T3" fmla="*/ 7 h 6"/>
                <a:gd name="T4" fmla="*/ 34 w 9"/>
                <a:gd name="T5" fmla="*/ 24 h 6"/>
                <a:gd name="T6" fmla="*/ 14 w 9"/>
                <a:gd name="T7" fmla="*/ 37 h 6"/>
                <a:gd name="T8" fmla="*/ 0 w 9"/>
                <a:gd name="T9" fmla="*/ 1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8" y="2"/>
                    <a:pt x="9" y="3"/>
                    <a:pt x="9" y="4"/>
                  </a:cubicBezTo>
                  <a:cubicBezTo>
                    <a:pt x="9" y="6"/>
                    <a:pt x="7" y="6"/>
                    <a:pt x="4" y="6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7" name="Freeform 589">
              <a:extLst>
                <a:ext uri="{FF2B5EF4-FFF2-40B4-BE49-F238E27FC236}">
                  <a16:creationId xmlns:a16="http://schemas.microsoft.com/office/drawing/2014/main" id="{E66625B9-D452-4246-AEA5-08548812A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3009"/>
              <a:ext cx="17" cy="9"/>
            </a:xfrm>
            <a:custGeom>
              <a:avLst/>
              <a:gdLst>
                <a:gd name="T0" fmla="*/ 0 w 10"/>
                <a:gd name="T1" fmla="*/ 16 h 5"/>
                <a:gd name="T2" fmla="*/ 26 w 10"/>
                <a:gd name="T3" fmla="*/ 0 h 5"/>
                <a:gd name="T4" fmla="*/ 49 w 10"/>
                <a:gd name="T5" fmla="*/ 13 h 5"/>
                <a:gd name="T6" fmla="*/ 26 w 10"/>
                <a:gd name="T7" fmla="*/ 29 h 5"/>
                <a:gd name="T8" fmla="*/ 0 w 10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10" y="1"/>
                    <a:pt x="10" y="2"/>
                  </a:cubicBezTo>
                  <a:cubicBezTo>
                    <a:pt x="10" y="3"/>
                    <a:pt x="8" y="5"/>
                    <a:pt x="5" y="5"/>
                  </a:cubicBezTo>
                  <a:cubicBezTo>
                    <a:pt x="3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8" name="Freeform 590">
              <a:extLst>
                <a:ext uri="{FF2B5EF4-FFF2-40B4-BE49-F238E27FC236}">
                  <a16:creationId xmlns:a16="http://schemas.microsoft.com/office/drawing/2014/main" id="{6D329BA7-AD67-4617-9A78-E9E3DA353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978"/>
              <a:ext cx="83" cy="81"/>
            </a:xfrm>
            <a:custGeom>
              <a:avLst/>
              <a:gdLst>
                <a:gd name="T0" fmla="*/ 0 w 50"/>
                <a:gd name="T1" fmla="*/ 56 h 46"/>
                <a:gd name="T2" fmla="*/ 229 w 50"/>
                <a:gd name="T3" fmla="*/ 114 h 46"/>
                <a:gd name="T4" fmla="*/ 0 w 50"/>
                <a:gd name="T5" fmla="*/ 5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6">
                  <a:moveTo>
                    <a:pt x="0" y="10"/>
                  </a:moveTo>
                  <a:cubicBezTo>
                    <a:pt x="0" y="10"/>
                    <a:pt x="9" y="46"/>
                    <a:pt x="50" y="21"/>
                  </a:cubicBezTo>
                  <a:cubicBezTo>
                    <a:pt x="50" y="21"/>
                    <a:pt x="20" y="0"/>
                    <a:pt x="0" y="1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9" name="Freeform 591">
              <a:extLst>
                <a:ext uri="{FF2B5EF4-FFF2-40B4-BE49-F238E27FC236}">
                  <a16:creationId xmlns:a16="http://schemas.microsoft.com/office/drawing/2014/main" id="{97E3B03C-E53A-4AF7-977B-067D6A5B6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970"/>
              <a:ext cx="73" cy="52"/>
            </a:xfrm>
            <a:custGeom>
              <a:avLst/>
              <a:gdLst>
                <a:gd name="T0" fmla="*/ 201 w 44"/>
                <a:gd name="T1" fmla="*/ 41 h 29"/>
                <a:gd name="T2" fmla="*/ 0 w 44"/>
                <a:gd name="T3" fmla="*/ 145 h 29"/>
                <a:gd name="T4" fmla="*/ 201 w 44"/>
                <a:gd name="T5" fmla="*/ 4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9">
                  <a:moveTo>
                    <a:pt x="44" y="7"/>
                  </a:moveTo>
                  <a:cubicBezTo>
                    <a:pt x="44" y="7"/>
                    <a:pt x="10" y="0"/>
                    <a:pt x="0" y="25"/>
                  </a:cubicBezTo>
                  <a:cubicBezTo>
                    <a:pt x="0" y="25"/>
                    <a:pt x="35" y="29"/>
                    <a:pt x="44" y="7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0" name="Freeform 592">
              <a:extLst>
                <a:ext uri="{FF2B5EF4-FFF2-40B4-BE49-F238E27FC236}">
                  <a16:creationId xmlns:a16="http://schemas.microsoft.com/office/drawing/2014/main" id="{E4BA52A0-5BEC-4EE9-923D-83448B4E3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951"/>
              <a:ext cx="48" cy="42"/>
            </a:xfrm>
            <a:custGeom>
              <a:avLst/>
              <a:gdLst>
                <a:gd name="T0" fmla="*/ 131 w 29"/>
                <a:gd name="T1" fmla="*/ 44 h 24"/>
                <a:gd name="T2" fmla="*/ 0 w 29"/>
                <a:gd name="T3" fmla="*/ 98 h 24"/>
                <a:gd name="T4" fmla="*/ 131 w 29"/>
                <a:gd name="T5" fmla="*/ 4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4">
                  <a:moveTo>
                    <a:pt x="29" y="8"/>
                  </a:moveTo>
                  <a:cubicBezTo>
                    <a:pt x="29" y="8"/>
                    <a:pt x="7" y="0"/>
                    <a:pt x="0" y="18"/>
                  </a:cubicBezTo>
                  <a:cubicBezTo>
                    <a:pt x="0" y="18"/>
                    <a:pt x="22" y="24"/>
                    <a:pt x="29" y="8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1" name="Freeform 593">
              <a:extLst>
                <a:ext uri="{FF2B5EF4-FFF2-40B4-BE49-F238E27FC236}">
                  <a16:creationId xmlns:a16="http://schemas.microsoft.com/office/drawing/2014/main" id="{DF3B18D9-31C7-436D-B908-5A284B555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939"/>
              <a:ext cx="66" cy="37"/>
            </a:xfrm>
            <a:custGeom>
              <a:avLst/>
              <a:gdLst>
                <a:gd name="T0" fmla="*/ 180 w 40"/>
                <a:gd name="T1" fmla="*/ 37 h 21"/>
                <a:gd name="T2" fmla="*/ 0 w 40"/>
                <a:gd name="T3" fmla="*/ 81 h 21"/>
                <a:gd name="T4" fmla="*/ 180 w 40"/>
                <a:gd name="T5" fmla="*/ 3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1">
                  <a:moveTo>
                    <a:pt x="40" y="7"/>
                  </a:moveTo>
                  <a:cubicBezTo>
                    <a:pt x="40" y="7"/>
                    <a:pt x="14" y="0"/>
                    <a:pt x="0" y="15"/>
                  </a:cubicBezTo>
                  <a:cubicBezTo>
                    <a:pt x="0" y="15"/>
                    <a:pt x="26" y="21"/>
                    <a:pt x="40" y="7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2" name="Freeform 594">
              <a:extLst>
                <a:ext uri="{FF2B5EF4-FFF2-40B4-BE49-F238E27FC236}">
                  <a16:creationId xmlns:a16="http://schemas.microsoft.com/office/drawing/2014/main" id="{F27101AE-F5C5-4893-B258-48FBF57B1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88"/>
              <a:ext cx="51" cy="48"/>
            </a:xfrm>
            <a:custGeom>
              <a:avLst/>
              <a:gdLst>
                <a:gd name="T0" fmla="*/ 138 w 31"/>
                <a:gd name="T1" fmla="*/ 85 h 27"/>
                <a:gd name="T2" fmla="*/ 0 w 31"/>
                <a:gd name="T3" fmla="*/ 44 h 27"/>
                <a:gd name="T4" fmla="*/ 138 w 31"/>
                <a:gd name="T5" fmla="*/ 8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31" y="15"/>
                  </a:moveTo>
                  <a:cubicBezTo>
                    <a:pt x="31" y="15"/>
                    <a:pt x="18" y="0"/>
                    <a:pt x="0" y="8"/>
                  </a:cubicBezTo>
                  <a:cubicBezTo>
                    <a:pt x="0" y="8"/>
                    <a:pt x="10" y="27"/>
                    <a:pt x="31" y="1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3" name="Freeform 595">
              <a:extLst>
                <a:ext uri="{FF2B5EF4-FFF2-40B4-BE49-F238E27FC236}">
                  <a16:creationId xmlns:a16="http://schemas.microsoft.com/office/drawing/2014/main" id="{D21ABE29-1967-47C3-9F2D-6A252BE1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93"/>
              <a:ext cx="50" cy="50"/>
            </a:xfrm>
            <a:custGeom>
              <a:avLst/>
              <a:gdLst>
                <a:gd name="T0" fmla="*/ 138 w 30"/>
                <a:gd name="T1" fmla="*/ 45 h 28"/>
                <a:gd name="T2" fmla="*/ 0 w 30"/>
                <a:gd name="T3" fmla="*/ 68 h 28"/>
                <a:gd name="T4" fmla="*/ 138 w 30"/>
                <a:gd name="T5" fmla="*/ 4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8">
                  <a:moveTo>
                    <a:pt x="30" y="8"/>
                  </a:moveTo>
                  <a:cubicBezTo>
                    <a:pt x="30" y="8"/>
                    <a:pt x="15" y="0"/>
                    <a:pt x="0" y="12"/>
                  </a:cubicBezTo>
                  <a:cubicBezTo>
                    <a:pt x="0" y="12"/>
                    <a:pt x="14" y="28"/>
                    <a:pt x="30" y="8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4" name="Freeform 596">
              <a:extLst>
                <a:ext uri="{FF2B5EF4-FFF2-40B4-BE49-F238E27FC236}">
                  <a16:creationId xmlns:a16="http://schemas.microsoft.com/office/drawing/2014/main" id="{C613280A-34A6-4071-9D9F-F03F45968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923"/>
              <a:ext cx="78" cy="62"/>
            </a:xfrm>
            <a:custGeom>
              <a:avLst/>
              <a:gdLst>
                <a:gd name="T0" fmla="*/ 0 w 47"/>
                <a:gd name="T1" fmla="*/ 85 h 35"/>
                <a:gd name="T2" fmla="*/ 214 w 47"/>
                <a:gd name="T3" fmla="*/ 117 h 35"/>
                <a:gd name="T4" fmla="*/ 0 w 47"/>
                <a:gd name="T5" fmla="*/ 8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0" y="15"/>
                  </a:moveTo>
                  <a:cubicBezTo>
                    <a:pt x="0" y="15"/>
                    <a:pt x="28" y="0"/>
                    <a:pt x="47" y="21"/>
                  </a:cubicBezTo>
                  <a:cubicBezTo>
                    <a:pt x="47" y="21"/>
                    <a:pt x="30" y="35"/>
                    <a:pt x="0" y="1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5" name="Freeform 597">
              <a:extLst>
                <a:ext uri="{FF2B5EF4-FFF2-40B4-BE49-F238E27FC236}">
                  <a16:creationId xmlns:a16="http://schemas.microsoft.com/office/drawing/2014/main" id="{BA3720C0-C6EE-4D3F-B700-346D1E2E2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956"/>
              <a:ext cx="63" cy="91"/>
            </a:xfrm>
            <a:custGeom>
              <a:avLst/>
              <a:gdLst>
                <a:gd name="T0" fmla="*/ 172 w 38"/>
                <a:gd name="T1" fmla="*/ 146 h 51"/>
                <a:gd name="T2" fmla="*/ 0 w 38"/>
                <a:gd name="T3" fmla="*/ 64 h 51"/>
                <a:gd name="T4" fmla="*/ 172 w 38"/>
                <a:gd name="T5" fmla="*/ 14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1">
                  <a:moveTo>
                    <a:pt x="38" y="26"/>
                  </a:moveTo>
                  <a:cubicBezTo>
                    <a:pt x="38" y="26"/>
                    <a:pt x="30" y="0"/>
                    <a:pt x="0" y="11"/>
                  </a:cubicBezTo>
                  <a:cubicBezTo>
                    <a:pt x="0" y="11"/>
                    <a:pt x="2" y="51"/>
                    <a:pt x="38" y="26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6" name="Freeform 598">
              <a:extLst>
                <a:ext uri="{FF2B5EF4-FFF2-40B4-BE49-F238E27FC236}">
                  <a16:creationId xmlns:a16="http://schemas.microsoft.com/office/drawing/2014/main" id="{DAB7D9CD-C81C-4322-A2D9-D94D59D72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944"/>
              <a:ext cx="47" cy="57"/>
            </a:xfrm>
            <a:custGeom>
              <a:avLst/>
              <a:gdLst>
                <a:gd name="T0" fmla="*/ 0 w 28"/>
                <a:gd name="T1" fmla="*/ 52 h 32"/>
                <a:gd name="T2" fmla="*/ 133 w 28"/>
                <a:gd name="T3" fmla="*/ 102 h 32"/>
                <a:gd name="T4" fmla="*/ 0 w 28"/>
                <a:gd name="T5" fmla="*/ 5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0" y="9"/>
                  </a:moveTo>
                  <a:cubicBezTo>
                    <a:pt x="0" y="9"/>
                    <a:pt x="17" y="0"/>
                    <a:pt x="28" y="18"/>
                  </a:cubicBezTo>
                  <a:cubicBezTo>
                    <a:pt x="28" y="18"/>
                    <a:pt x="15" y="32"/>
                    <a:pt x="0" y="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7" name="Freeform 599">
              <a:extLst>
                <a:ext uri="{FF2B5EF4-FFF2-40B4-BE49-F238E27FC236}">
                  <a16:creationId xmlns:a16="http://schemas.microsoft.com/office/drawing/2014/main" id="{AF1161E7-22B5-4B26-9014-BC88B7A14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962"/>
              <a:ext cx="557" cy="212"/>
            </a:xfrm>
            <a:custGeom>
              <a:avLst/>
              <a:gdLst>
                <a:gd name="T0" fmla="*/ 0 w 336"/>
                <a:gd name="T1" fmla="*/ 208 h 120"/>
                <a:gd name="T2" fmla="*/ 277 w 336"/>
                <a:gd name="T3" fmla="*/ 459 h 120"/>
                <a:gd name="T4" fmla="*/ 719 w 336"/>
                <a:gd name="T5" fmla="*/ 606 h 120"/>
                <a:gd name="T6" fmla="*/ 852 w 336"/>
                <a:gd name="T7" fmla="*/ 562 h 120"/>
                <a:gd name="T8" fmla="*/ 1006 w 336"/>
                <a:gd name="T9" fmla="*/ 574 h 120"/>
                <a:gd name="T10" fmla="*/ 1288 w 336"/>
                <a:gd name="T11" fmla="*/ 415 h 120"/>
                <a:gd name="T12" fmla="*/ 1530 w 336"/>
                <a:gd name="T13" fmla="*/ 187 h 120"/>
                <a:gd name="T14" fmla="*/ 1371 w 336"/>
                <a:gd name="T15" fmla="*/ 200 h 120"/>
                <a:gd name="T16" fmla="*/ 1232 w 336"/>
                <a:gd name="T17" fmla="*/ 187 h 120"/>
                <a:gd name="T18" fmla="*/ 1039 w 336"/>
                <a:gd name="T19" fmla="*/ 94 h 120"/>
                <a:gd name="T20" fmla="*/ 928 w 336"/>
                <a:gd name="T21" fmla="*/ 37 h 120"/>
                <a:gd name="T22" fmla="*/ 728 w 336"/>
                <a:gd name="T23" fmla="*/ 0 h 120"/>
                <a:gd name="T24" fmla="*/ 547 w 336"/>
                <a:gd name="T25" fmla="*/ 37 h 120"/>
                <a:gd name="T26" fmla="*/ 421 w 336"/>
                <a:gd name="T27" fmla="*/ 94 h 120"/>
                <a:gd name="T28" fmla="*/ 214 w 336"/>
                <a:gd name="T29" fmla="*/ 187 h 120"/>
                <a:gd name="T30" fmla="*/ 0 w 336"/>
                <a:gd name="T31" fmla="*/ 208 h 1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6" h="120">
                  <a:moveTo>
                    <a:pt x="0" y="38"/>
                  </a:moveTo>
                  <a:cubicBezTo>
                    <a:pt x="0" y="38"/>
                    <a:pt x="44" y="84"/>
                    <a:pt x="61" y="83"/>
                  </a:cubicBezTo>
                  <a:cubicBezTo>
                    <a:pt x="61" y="83"/>
                    <a:pt x="131" y="120"/>
                    <a:pt x="158" y="110"/>
                  </a:cubicBezTo>
                  <a:cubicBezTo>
                    <a:pt x="158" y="110"/>
                    <a:pt x="184" y="118"/>
                    <a:pt x="187" y="102"/>
                  </a:cubicBezTo>
                  <a:cubicBezTo>
                    <a:pt x="187" y="102"/>
                    <a:pt x="211" y="116"/>
                    <a:pt x="221" y="104"/>
                  </a:cubicBezTo>
                  <a:cubicBezTo>
                    <a:pt x="221" y="104"/>
                    <a:pt x="277" y="93"/>
                    <a:pt x="283" y="75"/>
                  </a:cubicBezTo>
                  <a:cubicBezTo>
                    <a:pt x="283" y="75"/>
                    <a:pt x="323" y="61"/>
                    <a:pt x="336" y="34"/>
                  </a:cubicBezTo>
                  <a:cubicBezTo>
                    <a:pt x="336" y="34"/>
                    <a:pt x="311" y="48"/>
                    <a:pt x="301" y="36"/>
                  </a:cubicBezTo>
                  <a:cubicBezTo>
                    <a:pt x="301" y="36"/>
                    <a:pt x="277" y="46"/>
                    <a:pt x="270" y="34"/>
                  </a:cubicBezTo>
                  <a:cubicBezTo>
                    <a:pt x="270" y="34"/>
                    <a:pt x="236" y="45"/>
                    <a:pt x="228" y="17"/>
                  </a:cubicBezTo>
                  <a:cubicBezTo>
                    <a:pt x="228" y="17"/>
                    <a:pt x="207" y="17"/>
                    <a:pt x="204" y="7"/>
                  </a:cubicBezTo>
                  <a:cubicBezTo>
                    <a:pt x="204" y="7"/>
                    <a:pt x="176" y="14"/>
                    <a:pt x="160" y="0"/>
                  </a:cubicBezTo>
                  <a:cubicBezTo>
                    <a:pt x="160" y="0"/>
                    <a:pt x="141" y="12"/>
                    <a:pt x="120" y="7"/>
                  </a:cubicBezTo>
                  <a:cubicBezTo>
                    <a:pt x="120" y="7"/>
                    <a:pt x="115" y="21"/>
                    <a:pt x="92" y="17"/>
                  </a:cubicBezTo>
                  <a:cubicBezTo>
                    <a:pt x="92" y="17"/>
                    <a:pt x="83" y="35"/>
                    <a:pt x="47" y="34"/>
                  </a:cubicBezTo>
                  <a:cubicBezTo>
                    <a:pt x="47" y="34"/>
                    <a:pt x="28" y="50"/>
                    <a:pt x="0" y="38"/>
                  </a:cubicBezTo>
                  <a:close/>
                </a:path>
              </a:pathLst>
            </a:custGeom>
            <a:solidFill>
              <a:srgbClr val="F6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8" name="Freeform 600">
              <a:extLst>
                <a:ext uri="{FF2B5EF4-FFF2-40B4-BE49-F238E27FC236}">
                  <a16:creationId xmlns:a16="http://schemas.microsoft.com/office/drawing/2014/main" id="{F46F6D9E-6974-4656-A075-40C873A6E8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8" y="2962"/>
              <a:ext cx="557" cy="212"/>
            </a:xfrm>
            <a:custGeom>
              <a:avLst/>
              <a:gdLst>
                <a:gd name="T0" fmla="*/ 1371 w 336"/>
                <a:gd name="T1" fmla="*/ 200 h 120"/>
                <a:gd name="T2" fmla="*/ 1232 w 336"/>
                <a:gd name="T3" fmla="*/ 187 h 120"/>
                <a:gd name="T4" fmla="*/ 1039 w 336"/>
                <a:gd name="T5" fmla="*/ 94 h 120"/>
                <a:gd name="T6" fmla="*/ 928 w 336"/>
                <a:gd name="T7" fmla="*/ 37 h 120"/>
                <a:gd name="T8" fmla="*/ 728 w 336"/>
                <a:gd name="T9" fmla="*/ 0 h 120"/>
                <a:gd name="T10" fmla="*/ 547 w 336"/>
                <a:gd name="T11" fmla="*/ 37 h 120"/>
                <a:gd name="T12" fmla="*/ 421 w 336"/>
                <a:gd name="T13" fmla="*/ 94 h 120"/>
                <a:gd name="T14" fmla="*/ 214 w 336"/>
                <a:gd name="T15" fmla="*/ 187 h 120"/>
                <a:gd name="T16" fmla="*/ 0 w 336"/>
                <a:gd name="T17" fmla="*/ 208 h 120"/>
                <a:gd name="T18" fmla="*/ 277 w 336"/>
                <a:gd name="T19" fmla="*/ 459 h 120"/>
                <a:gd name="T20" fmla="*/ 719 w 336"/>
                <a:gd name="T21" fmla="*/ 606 h 120"/>
                <a:gd name="T22" fmla="*/ 857 w 336"/>
                <a:gd name="T23" fmla="*/ 562 h 120"/>
                <a:gd name="T24" fmla="*/ 1006 w 336"/>
                <a:gd name="T25" fmla="*/ 574 h 120"/>
                <a:gd name="T26" fmla="*/ 1288 w 336"/>
                <a:gd name="T27" fmla="*/ 415 h 120"/>
                <a:gd name="T28" fmla="*/ 1530 w 336"/>
                <a:gd name="T29" fmla="*/ 187 h 120"/>
                <a:gd name="T30" fmla="*/ 1371 w 336"/>
                <a:gd name="T31" fmla="*/ 200 h 120"/>
                <a:gd name="T32" fmla="*/ 1121 w 336"/>
                <a:gd name="T33" fmla="*/ 452 h 120"/>
                <a:gd name="T34" fmla="*/ 852 w 336"/>
                <a:gd name="T35" fmla="*/ 475 h 120"/>
                <a:gd name="T36" fmla="*/ 618 w 336"/>
                <a:gd name="T37" fmla="*/ 502 h 120"/>
                <a:gd name="T38" fmla="*/ 381 w 336"/>
                <a:gd name="T39" fmla="*/ 346 h 120"/>
                <a:gd name="T40" fmla="*/ 582 w 336"/>
                <a:gd name="T41" fmla="*/ 221 h 120"/>
                <a:gd name="T42" fmla="*/ 831 w 336"/>
                <a:gd name="T43" fmla="*/ 187 h 120"/>
                <a:gd name="T44" fmla="*/ 957 w 336"/>
                <a:gd name="T45" fmla="*/ 253 h 120"/>
                <a:gd name="T46" fmla="*/ 1033 w 336"/>
                <a:gd name="T47" fmla="*/ 272 h 120"/>
                <a:gd name="T48" fmla="*/ 1073 w 336"/>
                <a:gd name="T49" fmla="*/ 272 h 120"/>
                <a:gd name="T50" fmla="*/ 1184 w 336"/>
                <a:gd name="T51" fmla="*/ 309 h 120"/>
                <a:gd name="T52" fmla="*/ 1121 w 336"/>
                <a:gd name="T53" fmla="*/ 452 h 1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6" h="120">
                  <a:moveTo>
                    <a:pt x="301" y="36"/>
                  </a:moveTo>
                  <a:cubicBezTo>
                    <a:pt x="301" y="36"/>
                    <a:pt x="277" y="46"/>
                    <a:pt x="270" y="34"/>
                  </a:cubicBezTo>
                  <a:cubicBezTo>
                    <a:pt x="270" y="34"/>
                    <a:pt x="236" y="45"/>
                    <a:pt x="228" y="17"/>
                  </a:cubicBezTo>
                  <a:cubicBezTo>
                    <a:pt x="228" y="17"/>
                    <a:pt x="208" y="17"/>
                    <a:pt x="204" y="7"/>
                  </a:cubicBezTo>
                  <a:cubicBezTo>
                    <a:pt x="204" y="7"/>
                    <a:pt x="176" y="14"/>
                    <a:pt x="160" y="0"/>
                  </a:cubicBezTo>
                  <a:cubicBezTo>
                    <a:pt x="160" y="0"/>
                    <a:pt x="141" y="12"/>
                    <a:pt x="120" y="7"/>
                  </a:cubicBezTo>
                  <a:cubicBezTo>
                    <a:pt x="120" y="7"/>
                    <a:pt x="115" y="21"/>
                    <a:pt x="92" y="17"/>
                  </a:cubicBezTo>
                  <a:cubicBezTo>
                    <a:pt x="92" y="17"/>
                    <a:pt x="83" y="35"/>
                    <a:pt x="47" y="34"/>
                  </a:cubicBezTo>
                  <a:cubicBezTo>
                    <a:pt x="47" y="34"/>
                    <a:pt x="28" y="50"/>
                    <a:pt x="0" y="38"/>
                  </a:cubicBezTo>
                  <a:cubicBezTo>
                    <a:pt x="0" y="38"/>
                    <a:pt x="44" y="84"/>
                    <a:pt x="61" y="83"/>
                  </a:cubicBezTo>
                  <a:cubicBezTo>
                    <a:pt x="61" y="83"/>
                    <a:pt x="131" y="120"/>
                    <a:pt x="158" y="110"/>
                  </a:cubicBezTo>
                  <a:cubicBezTo>
                    <a:pt x="158" y="110"/>
                    <a:pt x="184" y="118"/>
                    <a:pt x="188" y="102"/>
                  </a:cubicBezTo>
                  <a:cubicBezTo>
                    <a:pt x="188" y="102"/>
                    <a:pt x="211" y="116"/>
                    <a:pt x="221" y="104"/>
                  </a:cubicBezTo>
                  <a:cubicBezTo>
                    <a:pt x="221" y="104"/>
                    <a:pt x="277" y="93"/>
                    <a:pt x="283" y="75"/>
                  </a:cubicBezTo>
                  <a:cubicBezTo>
                    <a:pt x="283" y="75"/>
                    <a:pt x="324" y="61"/>
                    <a:pt x="336" y="34"/>
                  </a:cubicBezTo>
                  <a:cubicBezTo>
                    <a:pt x="336" y="34"/>
                    <a:pt x="312" y="48"/>
                    <a:pt x="301" y="36"/>
                  </a:cubicBezTo>
                  <a:close/>
                  <a:moveTo>
                    <a:pt x="246" y="82"/>
                  </a:moveTo>
                  <a:cubicBezTo>
                    <a:pt x="225" y="93"/>
                    <a:pt x="209" y="88"/>
                    <a:pt x="187" y="86"/>
                  </a:cubicBezTo>
                  <a:cubicBezTo>
                    <a:pt x="170" y="85"/>
                    <a:pt x="154" y="92"/>
                    <a:pt x="136" y="91"/>
                  </a:cubicBezTo>
                  <a:cubicBezTo>
                    <a:pt x="121" y="91"/>
                    <a:pt x="88" y="81"/>
                    <a:pt x="84" y="63"/>
                  </a:cubicBezTo>
                  <a:cubicBezTo>
                    <a:pt x="79" y="41"/>
                    <a:pt x="114" y="42"/>
                    <a:pt x="128" y="40"/>
                  </a:cubicBezTo>
                  <a:cubicBezTo>
                    <a:pt x="147" y="38"/>
                    <a:pt x="162" y="28"/>
                    <a:pt x="182" y="34"/>
                  </a:cubicBezTo>
                  <a:cubicBezTo>
                    <a:pt x="192" y="37"/>
                    <a:pt x="201" y="42"/>
                    <a:pt x="210" y="46"/>
                  </a:cubicBezTo>
                  <a:cubicBezTo>
                    <a:pt x="216" y="48"/>
                    <a:pt x="222" y="48"/>
                    <a:pt x="227" y="49"/>
                  </a:cubicBezTo>
                  <a:cubicBezTo>
                    <a:pt x="235" y="49"/>
                    <a:pt x="235" y="49"/>
                    <a:pt x="235" y="49"/>
                  </a:cubicBezTo>
                  <a:cubicBezTo>
                    <a:pt x="244" y="52"/>
                    <a:pt x="252" y="49"/>
                    <a:pt x="260" y="56"/>
                  </a:cubicBezTo>
                  <a:cubicBezTo>
                    <a:pt x="274" y="67"/>
                    <a:pt x="256" y="77"/>
                    <a:pt x="246" y="82"/>
                  </a:cubicBezTo>
                  <a:close/>
                </a:path>
              </a:pathLst>
            </a:custGeom>
            <a:solidFill>
              <a:srgbClr val="F4C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9" name="Freeform 601">
              <a:extLst>
                <a:ext uri="{FF2B5EF4-FFF2-40B4-BE49-F238E27FC236}">
                  <a16:creationId xmlns:a16="http://schemas.microsoft.com/office/drawing/2014/main" id="{F8F4E353-3F91-4D85-8041-70756419A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050"/>
              <a:ext cx="73" cy="53"/>
            </a:xfrm>
            <a:custGeom>
              <a:avLst/>
              <a:gdLst>
                <a:gd name="T0" fmla="*/ 113 w 44"/>
                <a:gd name="T1" fmla="*/ 0 h 30"/>
                <a:gd name="T2" fmla="*/ 41 w 44"/>
                <a:gd name="T3" fmla="*/ 87 h 30"/>
                <a:gd name="T4" fmla="*/ 68 w 44"/>
                <a:gd name="T5" fmla="*/ 110 h 30"/>
                <a:gd name="T6" fmla="*/ 96 w 44"/>
                <a:gd name="T7" fmla="*/ 138 h 30"/>
                <a:gd name="T8" fmla="*/ 166 w 44"/>
                <a:gd name="T9" fmla="*/ 122 h 30"/>
                <a:gd name="T10" fmla="*/ 187 w 44"/>
                <a:gd name="T11" fmla="*/ 44 h 30"/>
                <a:gd name="T12" fmla="*/ 151 w 44"/>
                <a:gd name="T13" fmla="*/ 34 h 30"/>
                <a:gd name="T14" fmla="*/ 126 w 44"/>
                <a:gd name="T15" fmla="*/ 21 h 30"/>
                <a:gd name="T16" fmla="*/ 110 w 44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0">
                  <a:moveTo>
                    <a:pt x="25" y="0"/>
                  </a:moveTo>
                  <a:cubicBezTo>
                    <a:pt x="18" y="0"/>
                    <a:pt x="0" y="6"/>
                    <a:pt x="9" y="16"/>
                  </a:cubicBezTo>
                  <a:cubicBezTo>
                    <a:pt x="10" y="17"/>
                    <a:pt x="13" y="19"/>
                    <a:pt x="15" y="20"/>
                  </a:cubicBezTo>
                  <a:cubicBezTo>
                    <a:pt x="17" y="22"/>
                    <a:pt x="19" y="24"/>
                    <a:pt x="21" y="25"/>
                  </a:cubicBezTo>
                  <a:cubicBezTo>
                    <a:pt x="27" y="30"/>
                    <a:pt x="31" y="28"/>
                    <a:pt x="36" y="22"/>
                  </a:cubicBezTo>
                  <a:cubicBezTo>
                    <a:pt x="38" y="20"/>
                    <a:pt x="44" y="12"/>
                    <a:pt x="41" y="8"/>
                  </a:cubicBezTo>
                  <a:cubicBezTo>
                    <a:pt x="40" y="5"/>
                    <a:pt x="36" y="6"/>
                    <a:pt x="33" y="6"/>
                  </a:cubicBezTo>
                  <a:cubicBezTo>
                    <a:pt x="30" y="5"/>
                    <a:pt x="30" y="5"/>
                    <a:pt x="28" y="4"/>
                  </a:cubicBezTo>
                  <a:cubicBezTo>
                    <a:pt x="26" y="2"/>
                    <a:pt x="27" y="0"/>
                    <a:pt x="24" y="0"/>
                  </a:cubicBezTo>
                </a:path>
              </a:pathLst>
            </a:custGeom>
            <a:solidFill>
              <a:srgbClr val="F5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60" name="Freeform 602">
              <a:extLst>
                <a:ext uri="{FF2B5EF4-FFF2-40B4-BE49-F238E27FC236}">
                  <a16:creationId xmlns:a16="http://schemas.microsoft.com/office/drawing/2014/main" id="{D5847CD4-499F-463C-8A1F-603D49C08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025"/>
              <a:ext cx="76" cy="53"/>
            </a:xfrm>
            <a:custGeom>
              <a:avLst/>
              <a:gdLst>
                <a:gd name="T0" fmla="*/ 208 w 46"/>
                <a:gd name="T1" fmla="*/ 0 h 30"/>
                <a:gd name="T2" fmla="*/ 76 w 46"/>
                <a:gd name="T3" fmla="*/ 37 h 30"/>
                <a:gd name="T4" fmla="*/ 0 w 46"/>
                <a:gd name="T5" fmla="*/ 16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0">
                  <a:moveTo>
                    <a:pt x="46" y="0"/>
                  </a:moveTo>
                  <a:cubicBezTo>
                    <a:pt x="35" y="0"/>
                    <a:pt x="25" y="1"/>
                    <a:pt x="17" y="7"/>
                  </a:cubicBezTo>
                  <a:cubicBezTo>
                    <a:pt x="7" y="14"/>
                    <a:pt x="4" y="19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61" name="Freeform 603">
              <a:extLst>
                <a:ext uri="{FF2B5EF4-FFF2-40B4-BE49-F238E27FC236}">
                  <a16:creationId xmlns:a16="http://schemas.microsoft.com/office/drawing/2014/main" id="{C6E6CFA7-20F8-4883-9328-BE570FAB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3047"/>
              <a:ext cx="70" cy="8"/>
            </a:xfrm>
            <a:custGeom>
              <a:avLst/>
              <a:gdLst>
                <a:gd name="T0" fmla="*/ 0 w 42"/>
                <a:gd name="T1" fmla="*/ 21 h 5"/>
                <a:gd name="T2" fmla="*/ 195 w 42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">
                  <a:moveTo>
                    <a:pt x="0" y="5"/>
                  </a:moveTo>
                  <a:cubicBezTo>
                    <a:pt x="14" y="2"/>
                    <a:pt x="28" y="0"/>
                    <a:pt x="42" y="5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62" name="Freeform 604">
              <a:extLst>
                <a:ext uri="{FF2B5EF4-FFF2-40B4-BE49-F238E27FC236}">
                  <a16:creationId xmlns:a16="http://schemas.microsoft.com/office/drawing/2014/main" id="{E96F70A1-AC95-4D0F-A33C-6ECAD4387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3045"/>
              <a:ext cx="20" cy="35"/>
            </a:xfrm>
            <a:custGeom>
              <a:avLst/>
              <a:gdLst>
                <a:gd name="T0" fmla="*/ 0 w 12"/>
                <a:gd name="T1" fmla="*/ 0 h 20"/>
                <a:gd name="T2" fmla="*/ 55 w 12"/>
                <a:gd name="T3" fmla="*/ 10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9" y="3"/>
                    <a:pt x="12" y="10"/>
                    <a:pt x="12" y="2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63" name="Freeform 605">
              <a:extLst>
                <a:ext uri="{FF2B5EF4-FFF2-40B4-BE49-F238E27FC236}">
                  <a16:creationId xmlns:a16="http://schemas.microsoft.com/office/drawing/2014/main" id="{A7E99948-2ED3-4860-9DA7-CEAD886C8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057"/>
              <a:ext cx="36" cy="9"/>
            </a:xfrm>
            <a:custGeom>
              <a:avLst/>
              <a:gdLst>
                <a:gd name="T0" fmla="*/ 97 w 22"/>
                <a:gd name="T1" fmla="*/ 13 h 5"/>
                <a:gd name="T2" fmla="*/ 0 w 2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22" y="2"/>
                  </a:moveTo>
                  <a:cubicBezTo>
                    <a:pt x="17" y="0"/>
                    <a:pt x="5" y="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64" name="Freeform 606">
              <a:extLst>
                <a:ext uri="{FF2B5EF4-FFF2-40B4-BE49-F238E27FC236}">
                  <a16:creationId xmlns:a16="http://schemas.microsoft.com/office/drawing/2014/main" id="{88166A83-1F26-4CC4-B1AC-C27D20601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3004"/>
              <a:ext cx="68" cy="28"/>
            </a:xfrm>
            <a:custGeom>
              <a:avLst/>
              <a:gdLst>
                <a:gd name="T0" fmla="*/ 0 w 41"/>
                <a:gd name="T1" fmla="*/ 7 h 16"/>
                <a:gd name="T2" fmla="*/ 118 w 41"/>
                <a:gd name="T3" fmla="*/ 16 h 16"/>
                <a:gd name="T4" fmla="*/ 187 w 41"/>
                <a:gd name="T5" fmla="*/ 8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0" y="1"/>
                  </a:moveTo>
                  <a:cubicBezTo>
                    <a:pt x="8" y="2"/>
                    <a:pt x="18" y="0"/>
                    <a:pt x="26" y="3"/>
                  </a:cubicBezTo>
                  <a:cubicBezTo>
                    <a:pt x="33" y="6"/>
                    <a:pt x="36" y="12"/>
                    <a:pt x="41" y="16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65" name="Freeform 607">
              <a:extLst>
                <a:ext uri="{FF2B5EF4-FFF2-40B4-BE49-F238E27FC236}">
                  <a16:creationId xmlns:a16="http://schemas.microsoft.com/office/drawing/2014/main" id="{3578E28B-ABAF-484E-BA97-A7E0C0652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999"/>
              <a:ext cx="48" cy="14"/>
            </a:xfrm>
            <a:custGeom>
              <a:avLst/>
              <a:gdLst>
                <a:gd name="T0" fmla="*/ 131 w 29"/>
                <a:gd name="T1" fmla="*/ 37 h 8"/>
                <a:gd name="T2" fmla="*/ 0 w 29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">
                  <a:moveTo>
                    <a:pt x="29" y="7"/>
                  </a:moveTo>
                  <a:cubicBezTo>
                    <a:pt x="22" y="5"/>
                    <a:pt x="5" y="0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66" name="Freeform 608">
              <a:extLst>
                <a:ext uri="{FF2B5EF4-FFF2-40B4-BE49-F238E27FC236}">
                  <a16:creationId xmlns:a16="http://schemas.microsoft.com/office/drawing/2014/main" id="{B54B7E98-D480-4492-BEDE-72B3B5497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124"/>
              <a:ext cx="58" cy="16"/>
            </a:xfrm>
            <a:custGeom>
              <a:avLst/>
              <a:gdLst>
                <a:gd name="T0" fmla="*/ 0 w 35"/>
                <a:gd name="T1" fmla="*/ 28 h 9"/>
                <a:gd name="T2" fmla="*/ 104 w 35"/>
                <a:gd name="T3" fmla="*/ 50 h 9"/>
                <a:gd name="T4" fmla="*/ 159 w 3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0" y="5"/>
                  </a:moveTo>
                  <a:cubicBezTo>
                    <a:pt x="8" y="8"/>
                    <a:pt x="15" y="8"/>
                    <a:pt x="23" y="9"/>
                  </a:cubicBezTo>
                  <a:cubicBezTo>
                    <a:pt x="31" y="9"/>
                    <a:pt x="33" y="7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67" name="Freeform 609">
              <a:extLst>
                <a:ext uri="{FF2B5EF4-FFF2-40B4-BE49-F238E27FC236}">
                  <a16:creationId xmlns:a16="http://schemas.microsoft.com/office/drawing/2014/main" id="{456756AC-8C79-4558-A20B-89E332D3C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3140"/>
              <a:ext cx="40" cy="13"/>
            </a:xfrm>
            <a:custGeom>
              <a:avLst/>
              <a:gdLst>
                <a:gd name="T0" fmla="*/ 0 w 24"/>
                <a:gd name="T1" fmla="*/ 13 h 7"/>
                <a:gd name="T2" fmla="*/ 78 w 24"/>
                <a:gd name="T3" fmla="*/ 37 h 7"/>
                <a:gd name="T4" fmla="*/ 112 w 2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">
                  <a:moveTo>
                    <a:pt x="0" y="2"/>
                  </a:moveTo>
                  <a:cubicBezTo>
                    <a:pt x="0" y="1"/>
                    <a:pt x="14" y="7"/>
                    <a:pt x="17" y="6"/>
                  </a:cubicBezTo>
                  <a:cubicBezTo>
                    <a:pt x="21" y="6"/>
                    <a:pt x="22" y="2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68" name="Freeform 610">
              <a:extLst>
                <a:ext uri="{FF2B5EF4-FFF2-40B4-BE49-F238E27FC236}">
                  <a16:creationId xmlns:a16="http://schemas.microsoft.com/office/drawing/2014/main" id="{B788FA15-89CE-481A-9E8F-9B20E4C5D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3045"/>
              <a:ext cx="21" cy="23"/>
            </a:xfrm>
            <a:custGeom>
              <a:avLst/>
              <a:gdLst>
                <a:gd name="T0" fmla="*/ 0 w 13"/>
                <a:gd name="T1" fmla="*/ 0 h 13"/>
                <a:gd name="T2" fmla="*/ 39 w 13"/>
                <a:gd name="T3" fmla="*/ 60 h 13"/>
                <a:gd name="T4" fmla="*/ 55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2" y="2"/>
                    <a:pt x="5" y="13"/>
                    <a:pt x="9" y="11"/>
                  </a:cubicBezTo>
                  <a:cubicBezTo>
                    <a:pt x="11" y="10"/>
                    <a:pt x="12" y="2"/>
                    <a:pt x="13" y="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69" name="Freeform 611">
              <a:extLst>
                <a:ext uri="{FF2B5EF4-FFF2-40B4-BE49-F238E27FC236}">
                  <a16:creationId xmlns:a16="http://schemas.microsoft.com/office/drawing/2014/main" id="{D042ABBA-B841-482C-9D2D-0894B4350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3013"/>
              <a:ext cx="25" cy="21"/>
            </a:xfrm>
            <a:custGeom>
              <a:avLst/>
              <a:gdLst>
                <a:gd name="T0" fmla="*/ 28 w 15"/>
                <a:gd name="T1" fmla="*/ 65 h 12"/>
                <a:gd name="T2" fmla="*/ 70 w 15"/>
                <a:gd name="T3" fmla="*/ 5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6" y="12"/>
                  </a:moveTo>
                  <a:cubicBezTo>
                    <a:pt x="0" y="1"/>
                    <a:pt x="14" y="0"/>
                    <a:pt x="15" y="1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70" name="Freeform 612">
              <a:extLst>
                <a:ext uri="{FF2B5EF4-FFF2-40B4-BE49-F238E27FC236}">
                  <a16:creationId xmlns:a16="http://schemas.microsoft.com/office/drawing/2014/main" id="{45D0DA87-2C44-4041-AB21-5FFB085A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997"/>
              <a:ext cx="15" cy="18"/>
            </a:xfrm>
            <a:custGeom>
              <a:avLst/>
              <a:gdLst>
                <a:gd name="T0" fmla="*/ 0 w 9"/>
                <a:gd name="T1" fmla="*/ 13 h 10"/>
                <a:gd name="T2" fmla="*/ 13 w 9"/>
                <a:gd name="T3" fmla="*/ 52 h 10"/>
                <a:gd name="T4" fmla="*/ 4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0" y="4"/>
                    <a:pt x="0" y="9"/>
                    <a:pt x="3" y="9"/>
                  </a:cubicBezTo>
                  <a:cubicBezTo>
                    <a:pt x="6" y="10"/>
                    <a:pt x="8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71" name="Freeform 613">
              <a:extLst>
                <a:ext uri="{FF2B5EF4-FFF2-40B4-BE49-F238E27FC236}">
                  <a16:creationId xmlns:a16="http://schemas.microsoft.com/office/drawing/2014/main" id="{95C7FE0E-3D3C-4267-BBF4-0312A554D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3002"/>
              <a:ext cx="17" cy="18"/>
            </a:xfrm>
            <a:custGeom>
              <a:avLst/>
              <a:gdLst>
                <a:gd name="T0" fmla="*/ 0 w 10"/>
                <a:gd name="T1" fmla="*/ 45 h 10"/>
                <a:gd name="T2" fmla="*/ 26 w 10"/>
                <a:gd name="T3" fmla="*/ 0 h 10"/>
                <a:gd name="T4" fmla="*/ 49 w 10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8"/>
                  </a:moveTo>
                  <a:cubicBezTo>
                    <a:pt x="0" y="5"/>
                    <a:pt x="2" y="0"/>
                    <a:pt x="5" y="0"/>
                  </a:cubicBezTo>
                  <a:cubicBezTo>
                    <a:pt x="10" y="0"/>
                    <a:pt x="10" y="6"/>
                    <a:pt x="10" y="1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72" name="Freeform 614">
              <a:extLst>
                <a:ext uri="{FF2B5EF4-FFF2-40B4-BE49-F238E27FC236}">
                  <a16:creationId xmlns:a16="http://schemas.microsoft.com/office/drawing/2014/main" id="{64317D26-6518-47EA-9CC0-52B64B561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041"/>
              <a:ext cx="12" cy="13"/>
            </a:xfrm>
            <a:custGeom>
              <a:avLst/>
              <a:gdLst>
                <a:gd name="T0" fmla="*/ 0 w 7"/>
                <a:gd name="T1" fmla="*/ 45 h 7"/>
                <a:gd name="T2" fmla="*/ 3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5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73" name="Freeform 615">
              <a:extLst>
                <a:ext uri="{FF2B5EF4-FFF2-40B4-BE49-F238E27FC236}">
                  <a16:creationId xmlns:a16="http://schemas.microsoft.com/office/drawing/2014/main" id="{B2D2B9F5-0D9A-4901-911C-6759218C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052"/>
              <a:ext cx="15" cy="18"/>
            </a:xfrm>
            <a:custGeom>
              <a:avLst/>
              <a:gdLst>
                <a:gd name="T0" fmla="*/ 0 w 9"/>
                <a:gd name="T1" fmla="*/ 0 h 10"/>
                <a:gd name="T2" fmla="*/ 22 w 9"/>
                <a:gd name="T3" fmla="*/ 52 h 10"/>
                <a:gd name="T4" fmla="*/ 37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3"/>
                    <a:pt x="1" y="8"/>
                    <a:pt x="5" y="9"/>
                  </a:cubicBezTo>
                  <a:cubicBezTo>
                    <a:pt x="9" y="10"/>
                    <a:pt x="7" y="2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74" name="Freeform 616">
              <a:extLst>
                <a:ext uri="{FF2B5EF4-FFF2-40B4-BE49-F238E27FC236}">
                  <a16:creationId xmlns:a16="http://schemas.microsoft.com/office/drawing/2014/main" id="{786A80B2-05AE-4009-8D9A-826CEA485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142"/>
              <a:ext cx="3" cy="9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1"/>
                    <a:pt x="1" y="3"/>
                    <a:pt x="0" y="5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75" name="Freeform 617">
              <a:extLst>
                <a:ext uri="{FF2B5EF4-FFF2-40B4-BE49-F238E27FC236}">
                  <a16:creationId xmlns:a16="http://schemas.microsoft.com/office/drawing/2014/main" id="{14874C89-6319-48C0-9024-C8E66EB3B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130"/>
              <a:ext cx="23" cy="19"/>
            </a:xfrm>
            <a:custGeom>
              <a:avLst/>
              <a:gdLst>
                <a:gd name="T0" fmla="*/ 0 w 14"/>
                <a:gd name="T1" fmla="*/ 5 h 11"/>
                <a:gd name="T2" fmla="*/ 54 w 14"/>
                <a:gd name="T3" fmla="*/ 36 h 11"/>
                <a:gd name="T4" fmla="*/ 26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1"/>
                  </a:moveTo>
                  <a:cubicBezTo>
                    <a:pt x="1" y="3"/>
                    <a:pt x="9" y="11"/>
                    <a:pt x="12" y="7"/>
                  </a:cubicBezTo>
                  <a:cubicBezTo>
                    <a:pt x="14" y="4"/>
                    <a:pt x="8" y="1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76" name="Freeform 618">
              <a:extLst>
                <a:ext uri="{FF2B5EF4-FFF2-40B4-BE49-F238E27FC236}">
                  <a16:creationId xmlns:a16="http://schemas.microsoft.com/office/drawing/2014/main" id="{E55FE6BB-4248-4D86-8DA1-519CBE616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962"/>
              <a:ext cx="557" cy="210"/>
            </a:xfrm>
            <a:custGeom>
              <a:avLst/>
              <a:gdLst>
                <a:gd name="T0" fmla="*/ 0 w 336"/>
                <a:gd name="T1" fmla="*/ 208 h 119"/>
                <a:gd name="T2" fmla="*/ 277 w 336"/>
                <a:gd name="T3" fmla="*/ 452 h 119"/>
                <a:gd name="T4" fmla="*/ 719 w 336"/>
                <a:gd name="T5" fmla="*/ 604 h 119"/>
                <a:gd name="T6" fmla="*/ 857 w 336"/>
                <a:gd name="T7" fmla="*/ 561 h 119"/>
                <a:gd name="T8" fmla="*/ 1006 w 336"/>
                <a:gd name="T9" fmla="*/ 566 h 119"/>
                <a:gd name="T10" fmla="*/ 1295 w 336"/>
                <a:gd name="T11" fmla="*/ 408 h 119"/>
                <a:gd name="T12" fmla="*/ 1530 w 336"/>
                <a:gd name="T13" fmla="*/ 187 h 119"/>
                <a:gd name="T14" fmla="*/ 1378 w 336"/>
                <a:gd name="T15" fmla="*/ 199 h 119"/>
                <a:gd name="T16" fmla="*/ 1233 w 336"/>
                <a:gd name="T17" fmla="*/ 180 h 119"/>
                <a:gd name="T18" fmla="*/ 1039 w 336"/>
                <a:gd name="T19" fmla="*/ 94 h 119"/>
                <a:gd name="T20" fmla="*/ 928 w 336"/>
                <a:gd name="T21" fmla="*/ 37 h 119"/>
                <a:gd name="T22" fmla="*/ 728 w 336"/>
                <a:gd name="T23" fmla="*/ 0 h 119"/>
                <a:gd name="T24" fmla="*/ 547 w 336"/>
                <a:gd name="T25" fmla="*/ 34 h 119"/>
                <a:gd name="T26" fmla="*/ 423 w 336"/>
                <a:gd name="T27" fmla="*/ 94 h 119"/>
                <a:gd name="T28" fmla="*/ 220 w 336"/>
                <a:gd name="T29" fmla="*/ 180 h 119"/>
                <a:gd name="T30" fmla="*/ 0 w 336"/>
                <a:gd name="T31" fmla="*/ 208 h 1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6" h="119">
                  <a:moveTo>
                    <a:pt x="0" y="38"/>
                  </a:moveTo>
                  <a:cubicBezTo>
                    <a:pt x="0" y="38"/>
                    <a:pt x="45" y="84"/>
                    <a:pt x="61" y="82"/>
                  </a:cubicBezTo>
                  <a:cubicBezTo>
                    <a:pt x="61" y="82"/>
                    <a:pt x="131" y="119"/>
                    <a:pt x="158" y="110"/>
                  </a:cubicBezTo>
                  <a:cubicBezTo>
                    <a:pt x="158" y="110"/>
                    <a:pt x="185" y="118"/>
                    <a:pt x="188" y="102"/>
                  </a:cubicBezTo>
                  <a:cubicBezTo>
                    <a:pt x="188" y="102"/>
                    <a:pt x="212" y="116"/>
                    <a:pt x="221" y="103"/>
                  </a:cubicBezTo>
                  <a:cubicBezTo>
                    <a:pt x="221" y="103"/>
                    <a:pt x="277" y="92"/>
                    <a:pt x="284" y="74"/>
                  </a:cubicBezTo>
                  <a:cubicBezTo>
                    <a:pt x="284" y="74"/>
                    <a:pt x="324" y="61"/>
                    <a:pt x="336" y="34"/>
                  </a:cubicBezTo>
                  <a:cubicBezTo>
                    <a:pt x="336" y="34"/>
                    <a:pt x="312" y="48"/>
                    <a:pt x="302" y="36"/>
                  </a:cubicBezTo>
                  <a:cubicBezTo>
                    <a:pt x="302" y="36"/>
                    <a:pt x="277" y="45"/>
                    <a:pt x="271" y="33"/>
                  </a:cubicBezTo>
                  <a:cubicBezTo>
                    <a:pt x="271" y="33"/>
                    <a:pt x="236" y="45"/>
                    <a:pt x="228" y="17"/>
                  </a:cubicBezTo>
                  <a:cubicBezTo>
                    <a:pt x="228" y="17"/>
                    <a:pt x="208" y="17"/>
                    <a:pt x="204" y="7"/>
                  </a:cubicBezTo>
                  <a:cubicBezTo>
                    <a:pt x="204" y="7"/>
                    <a:pt x="176" y="14"/>
                    <a:pt x="160" y="0"/>
                  </a:cubicBezTo>
                  <a:cubicBezTo>
                    <a:pt x="160" y="0"/>
                    <a:pt x="142" y="12"/>
                    <a:pt x="120" y="6"/>
                  </a:cubicBezTo>
                  <a:cubicBezTo>
                    <a:pt x="120" y="6"/>
                    <a:pt x="115" y="20"/>
                    <a:pt x="93" y="17"/>
                  </a:cubicBezTo>
                  <a:cubicBezTo>
                    <a:pt x="93" y="17"/>
                    <a:pt x="84" y="35"/>
                    <a:pt x="48" y="33"/>
                  </a:cubicBezTo>
                  <a:cubicBezTo>
                    <a:pt x="48" y="33"/>
                    <a:pt x="28" y="50"/>
                    <a:pt x="0" y="38"/>
                  </a:cubicBezTo>
                  <a:close/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4" name="Cross-section-of-arterial-atheroma">
            <a:extLst>
              <a:ext uri="{FF2B5EF4-FFF2-40B4-BE49-F238E27FC236}">
                <a16:creationId xmlns:a16="http://schemas.microsoft.com/office/drawing/2014/main" id="{4078E8E2-0356-4591-97FB-0FAC93AB561D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4133850"/>
            <a:ext cx="1495425" cy="1590675"/>
            <a:chOff x="3024" y="2258"/>
            <a:chExt cx="942" cy="1002"/>
          </a:xfrm>
        </p:grpSpPr>
        <p:grpSp>
          <p:nvGrpSpPr>
            <p:cNvPr id="104644" name="Group 620">
              <a:extLst>
                <a:ext uri="{FF2B5EF4-FFF2-40B4-BE49-F238E27FC236}">
                  <a16:creationId xmlns:a16="http://schemas.microsoft.com/office/drawing/2014/main" id="{26D6AF63-F855-4714-94A1-77D90CF9EB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4" y="2258"/>
              <a:ext cx="940" cy="1002"/>
              <a:chOff x="3024" y="2258"/>
              <a:chExt cx="940" cy="1002"/>
            </a:xfrm>
          </p:grpSpPr>
          <p:sp>
            <p:nvSpPr>
              <p:cNvPr id="104757" name="Oval 621">
                <a:extLst>
                  <a:ext uri="{FF2B5EF4-FFF2-40B4-BE49-F238E27FC236}">
                    <a16:creationId xmlns:a16="http://schemas.microsoft.com/office/drawing/2014/main" id="{0B9A0446-D73C-4FB8-80AC-E3FC93B13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0" y="2313"/>
                <a:ext cx="829" cy="884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58" name="Freeform 622">
                <a:extLst>
                  <a:ext uri="{FF2B5EF4-FFF2-40B4-BE49-F238E27FC236}">
                    <a16:creationId xmlns:a16="http://schemas.microsoft.com/office/drawing/2014/main" id="{23B29C9B-3C20-489D-9AC7-4E4957FAB0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36" y="2272"/>
                <a:ext cx="915" cy="976"/>
              </a:xfrm>
              <a:custGeom>
                <a:avLst/>
                <a:gdLst>
                  <a:gd name="T0" fmla="*/ 1258 w 552"/>
                  <a:gd name="T1" fmla="*/ 0 h 552"/>
                  <a:gd name="T2" fmla="*/ 0 w 552"/>
                  <a:gd name="T3" fmla="*/ 1526 h 552"/>
                  <a:gd name="T4" fmla="*/ 1258 w 552"/>
                  <a:gd name="T5" fmla="*/ 3052 h 552"/>
                  <a:gd name="T6" fmla="*/ 2515 w 552"/>
                  <a:gd name="T7" fmla="*/ 1526 h 552"/>
                  <a:gd name="T8" fmla="*/ 1258 w 552"/>
                  <a:gd name="T9" fmla="*/ 0 h 552"/>
                  <a:gd name="T10" fmla="*/ 1266 w 552"/>
                  <a:gd name="T11" fmla="*/ 1188 h 552"/>
                  <a:gd name="T12" fmla="*/ 259 w 552"/>
                  <a:gd name="T13" fmla="*/ 1526 h 552"/>
                  <a:gd name="T14" fmla="*/ 1258 w 552"/>
                  <a:gd name="T15" fmla="*/ 309 h 552"/>
                  <a:gd name="T16" fmla="*/ 2259 w 552"/>
                  <a:gd name="T17" fmla="*/ 1526 h 552"/>
                  <a:gd name="T18" fmla="*/ 1266 w 552"/>
                  <a:gd name="T19" fmla="*/ 1188 h 5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3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9" y="552"/>
                      <a:pt x="552" y="428"/>
                      <a:pt x="552" y="276"/>
                    </a:cubicBezTo>
                    <a:cubicBezTo>
                      <a:pt x="552" y="123"/>
                      <a:pt x="429" y="0"/>
                      <a:pt x="276" y="0"/>
                    </a:cubicBezTo>
                    <a:close/>
                    <a:moveTo>
                      <a:pt x="278" y="215"/>
                    </a:moveTo>
                    <a:cubicBezTo>
                      <a:pt x="160" y="216"/>
                      <a:pt x="57" y="329"/>
                      <a:pt x="57" y="276"/>
                    </a:cubicBezTo>
                    <a:cubicBezTo>
                      <a:pt x="57" y="155"/>
                      <a:pt x="155" y="56"/>
                      <a:pt x="276" y="56"/>
                    </a:cubicBezTo>
                    <a:cubicBezTo>
                      <a:pt x="398" y="56"/>
                      <a:pt x="496" y="155"/>
                      <a:pt x="496" y="276"/>
                    </a:cubicBezTo>
                    <a:cubicBezTo>
                      <a:pt x="496" y="326"/>
                      <a:pt x="390" y="214"/>
                      <a:pt x="278" y="215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59" name="Freeform 623">
                <a:extLst>
                  <a:ext uri="{FF2B5EF4-FFF2-40B4-BE49-F238E27FC236}">
                    <a16:creationId xmlns:a16="http://schemas.microsoft.com/office/drawing/2014/main" id="{EA44AAFE-2E08-45CE-A17E-8C3CB51402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79" y="2318"/>
                <a:ext cx="829" cy="884"/>
              </a:xfrm>
              <a:custGeom>
                <a:avLst/>
                <a:gdLst>
                  <a:gd name="T0" fmla="*/ 1141 w 500"/>
                  <a:gd name="T1" fmla="*/ 0 h 500"/>
                  <a:gd name="T2" fmla="*/ 0 w 500"/>
                  <a:gd name="T3" fmla="*/ 1381 h 500"/>
                  <a:gd name="T4" fmla="*/ 1141 w 500"/>
                  <a:gd name="T5" fmla="*/ 2763 h 500"/>
                  <a:gd name="T6" fmla="*/ 2278 w 500"/>
                  <a:gd name="T7" fmla="*/ 1381 h 500"/>
                  <a:gd name="T8" fmla="*/ 1141 w 500"/>
                  <a:gd name="T9" fmla="*/ 0 h 500"/>
                  <a:gd name="T10" fmla="*/ 1141 w 500"/>
                  <a:gd name="T11" fmla="*/ 2657 h 500"/>
                  <a:gd name="T12" fmla="*/ 88 w 500"/>
                  <a:gd name="T13" fmla="*/ 1381 h 500"/>
                  <a:gd name="T14" fmla="*/ 1141 w 500"/>
                  <a:gd name="T15" fmla="*/ 101 h 500"/>
                  <a:gd name="T16" fmla="*/ 2197 w 500"/>
                  <a:gd name="T17" fmla="*/ 1381 h 500"/>
                  <a:gd name="T18" fmla="*/ 1141 w 500"/>
                  <a:gd name="T19" fmla="*/ 2657 h 5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0" h="500">
                    <a:moveTo>
                      <a:pt x="250" y="0"/>
                    </a:moveTo>
                    <a:cubicBezTo>
                      <a:pt x="112" y="0"/>
                      <a:pt x="0" y="112"/>
                      <a:pt x="0" y="250"/>
                    </a:cubicBezTo>
                    <a:cubicBezTo>
                      <a:pt x="0" y="388"/>
                      <a:pt x="112" y="500"/>
                      <a:pt x="250" y="500"/>
                    </a:cubicBezTo>
                    <a:cubicBezTo>
                      <a:pt x="389" y="500"/>
                      <a:pt x="500" y="388"/>
                      <a:pt x="500" y="250"/>
                    </a:cubicBezTo>
                    <a:cubicBezTo>
                      <a:pt x="500" y="112"/>
                      <a:pt x="389" y="0"/>
                      <a:pt x="250" y="0"/>
                    </a:cubicBezTo>
                    <a:close/>
                    <a:moveTo>
                      <a:pt x="250" y="481"/>
                    </a:moveTo>
                    <a:cubicBezTo>
                      <a:pt x="123" y="481"/>
                      <a:pt x="19" y="378"/>
                      <a:pt x="19" y="250"/>
                    </a:cubicBezTo>
                    <a:cubicBezTo>
                      <a:pt x="19" y="122"/>
                      <a:pt x="123" y="18"/>
                      <a:pt x="250" y="18"/>
                    </a:cubicBezTo>
                    <a:cubicBezTo>
                      <a:pt x="378" y="18"/>
                      <a:pt x="482" y="122"/>
                      <a:pt x="482" y="250"/>
                    </a:cubicBezTo>
                    <a:cubicBezTo>
                      <a:pt x="482" y="378"/>
                      <a:pt x="378" y="481"/>
                      <a:pt x="250" y="481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60" name="Freeform 624">
                <a:extLst>
                  <a:ext uri="{FF2B5EF4-FFF2-40B4-BE49-F238E27FC236}">
                    <a16:creationId xmlns:a16="http://schemas.microsoft.com/office/drawing/2014/main" id="{A769323E-35AE-4923-B648-7A032BE166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24" y="2258"/>
                <a:ext cx="940" cy="1002"/>
              </a:xfrm>
              <a:custGeom>
                <a:avLst/>
                <a:gdLst>
                  <a:gd name="T0" fmla="*/ 1290 w 567"/>
                  <a:gd name="T1" fmla="*/ 0 h 567"/>
                  <a:gd name="T2" fmla="*/ 0 w 567"/>
                  <a:gd name="T3" fmla="*/ 1568 h 567"/>
                  <a:gd name="T4" fmla="*/ 1290 w 567"/>
                  <a:gd name="T5" fmla="*/ 3130 h 567"/>
                  <a:gd name="T6" fmla="*/ 2583 w 567"/>
                  <a:gd name="T7" fmla="*/ 1568 h 567"/>
                  <a:gd name="T8" fmla="*/ 1290 w 567"/>
                  <a:gd name="T9" fmla="*/ 0 h 567"/>
                  <a:gd name="T10" fmla="*/ 1290 w 567"/>
                  <a:gd name="T11" fmla="*/ 2948 h 567"/>
                  <a:gd name="T12" fmla="*/ 151 w 567"/>
                  <a:gd name="T13" fmla="*/ 1568 h 567"/>
                  <a:gd name="T14" fmla="*/ 1290 w 567"/>
                  <a:gd name="T15" fmla="*/ 187 h 567"/>
                  <a:gd name="T16" fmla="*/ 2430 w 567"/>
                  <a:gd name="T17" fmla="*/ 1568 h 567"/>
                  <a:gd name="T18" fmla="*/ 1290 w 567"/>
                  <a:gd name="T19" fmla="*/ 2948 h 5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7" h="567">
                    <a:moveTo>
                      <a:pt x="283" y="0"/>
                    </a:moveTo>
                    <a:cubicBezTo>
                      <a:pt x="127" y="0"/>
                      <a:pt x="0" y="127"/>
                      <a:pt x="0" y="284"/>
                    </a:cubicBezTo>
                    <a:cubicBezTo>
                      <a:pt x="0" y="440"/>
                      <a:pt x="127" y="567"/>
                      <a:pt x="283" y="567"/>
                    </a:cubicBezTo>
                    <a:cubicBezTo>
                      <a:pt x="440" y="567"/>
                      <a:pt x="567" y="440"/>
                      <a:pt x="567" y="284"/>
                    </a:cubicBezTo>
                    <a:cubicBezTo>
                      <a:pt x="567" y="127"/>
                      <a:pt x="440" y="0"/>
                      <a:pt x="283" y="0"/>
                    </a:cubicBezTo>
                    <a:close/>
                    <a:moveTo>
                      <a:pt x="283" y="534"/>
                    </a:moveTo>
                    <a:cubicBezTo>
                      <a:pt x="145" y="534"/>
                      <a:pt x="33" y="422"/>
                      <a:pt x="33" y="284"/>
                    </a:cubicBezTo>
                    <a:cubicBezTo>
                      <a:pt x="33" y="146"/>
                      <a:pt x="145" y="34"/>
                      <a:pt x="283" y="34"/>
                    </a:cubicBezTo>
                    <a:cubicBezTo>
                      <a:pt x="422" y="34"/>
                      <a:pt x="533" y="146"/>
                      <a:pt x="533" y="284"/>
                    </a:cubicBezTo>
                    <a:cubicBezTo>
                      <a:pt x="533" y="422"/>
                      <a:pt x="422" y="534"/>
                      <a:pt x="283" y="534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61" name="Freeform 625">
                <a:extLst>
                  <a:ext uri="{FF2B5EF4-FFF2-40B4-BE49-F238E27FC236}">
                    <a16:creationId xmlns:a16="http://schemas.microsoft.com/office/drawing/2014/main" id="{2290B426-DFB0-4FA2-B0B1-73D16E33F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327"/>
                <a:ext cx="424" cy="813"/>
              </a:xfrm>
              <a:custGeom>
                <a:avLst/>
                <a:gdLst>
                  <a:gd name="T0" fmla="*/ 1163 w 256"/>
                  <a:gd name="T1" fmla="*/ 85 h 460"/>
                  <a:gd name="T2" fmla="*/ 1067 w 256"/>
                  <a:gd name="T3" fmla="*/ 16 h 460"/>
                  <a:gd name="T4" fmla="*/ 969 w 256"/>
                  <a:gd name="T5" fmla="*/ 21 h 460"/>
                  <a:gd name="T6" fmla="*/ 919 w 256"/>
                  <a:gd name="T7" fmla="*/ 57 h 460"/>
                  <a:gd name="T8" fmla="*/ 894 w 256"/>
                  <a:gd name="T9" fmla="*/ 78 h 460"/>
                  <a:gd name="T10" fmla="*/ 878 w 256"/>
                  <a:gd name="T11" fmla="*/ 94 h 460"/>
                  <a:gd name="T12" fmla="*/ 840 w 256"/>
                  <a:gd name="T13" fmla="*/ 78 h 460"/>
                  <a:gd name="T14" fmla="*/ 777 w 256"/>
                  <a:gd name="T15" fmla="*/ 85 h 460"/>
                  <a:gd name="T16" fmla="*/ 686 w 256"/>
                  <a:gd name="T17" fmla="*/ 150 h 460"/>
                  <a:gd name="T18" fmla="*/ 651 w 256"/>
                  <a:gd name="T19" fmla="*/ 171 h 460"/>
                  <a:gd name="T20" fmla="*/ 547 w 256"/>
                  <a:gd name="T21" fmla="*/ 179 h 460"/>
                  <a:gd name="T22" fmla="*/ 469 w 256"/>
                  <a:gd name="T23" fmla="*/ 224 h 460"/>
                  <a:gd name="T24" fmla="*/ 414 w 256"/>
                  <a:gd name="T25" fmla="*/ 346 h 460"/>
                  <a:gd name="T26" fmla="*/ 373 w 256"/>
                  <a:gd name="T27" fmla="*/ 359 h 460"/>
                  <a:gd name="T28" fmla="*/ 323 w 256"/>
                  <a:gd name="T29" fmla="*/ 396 h 460"/>
                  <a:gd name="T30" fmla="*/ 222 w 256"/>
                  <a:gd name="T31" fmla="*/ 581 h 460"/>
                  <a:gd name="T32" fmla="*/ 200 w 256"/>
                  <a:gd name="T33" fmla="*/ 606 h 460"/>
                  <a:gd name="T34" fmla="*/ 151 w 256"/>
                  <a:gd name="T35" fmla="*/ 647 h 460"/>
                  <a:gd name="T36" fmla="*/ 99 w 256"/>
                  <a:gd name="T37" fmla="*/ 756 h 460"/>
                  <a:gd name="T38" fmla="*/ 84 w 256"/>
                  <a:gd name="T39" fmla="*/ 891 h 460"/>
                  <a:gd name="T40" fmla="*/ 33 w 256"/>
                  <a:gd name="T41" fmla="*/ 1009 h 460"/>
                  <a:gd name="T42" fmla="*/ 33 w 256"/>
                  <a:gd name="T43" fmla="*/ 1128 h 460"/>
                  <a:gd name="T44" fmla="*/ 5 w 256"/>
                  <a:gd name="T45" fmla="*/ 1295 h 460"/>
                  <a:gd name="T46" fmla="*/ 5 w 256"/>
                  <a:gd name="T47" fmla="*/ 1389 h 460"/>
                  <a:gd name="T48" fmla="*/ 22 w 256"/>
                  <a:gd name="T49" fmla="*/ 1474 h 460"/>
                  <a:gd name="T50" fmla="*/ 20 w 256"/>
                  <a:gd name="T51" fmla="*/ 1684 h 460"/>
                  <a:gd name="T52" fmla="*/ 50 w 256"/>
                  <a:gd name="T53" fmla="*/ 1762 h 460"/>
                  <a:gd name="T54" fmla="*/ 84 w 256"/>
                  <a:gd name="T55" fmla="*/ 1815 h 460"/>
                  <a:gd name="T56" fmla="*/ 109 w 256"/>
                  <a:gd name="T57" fmla="*/ 1893 h 460"/>
                  <a:gd name="T58" fmla="*/ 164 w 256"/>
                  <a:gd name="T59" fmla="*/ 2048 h 460"/>
                  <a:gd name="T60" fmla="*/ 235 w 256"/>
                  <a:gd name="T61" fmla="*/ 2149 h 460"/>
                  <a:gd name="T62" fmla="*/ 300 w 256"/>
                  <a:gd name="T63" fmla="*/ 2280 h 460"/>
                  <a:gd name="T64" fmla="*/ 359 w 256"/>
                  <a:gd name="T65" fmla="*/ 2340 h 460"/>
                  <a:gd name="T66" fmla="*/ 431 w 256"/>
                  <a:gd name="T67" fmla="*/ 2381 h 460"/>
                  <a:gd name="T68" fmla="*/ 505 w 256"/>
                  <a:gd name="T69" fmla="*/ 2483 h 460"/>
                  <a:gd name="T70" fmla="*/ 581 w 256"/>
                  <a:gd name="T71" fmla="*/ 2527 h 460"/>
                  <a:gd name="T72" fmla="*/ 681 w 256"/>
                  <a:gd name="T73" fmla="*/ 2540 h 46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56" h="460">
                    <a:moveTo>
                      <a:pt x="256" y="15"/>
                    </a:moveTo>
                    <a:cubicBezTo>
                      <a:pt x="252" y="8"/>
                      <a:pt x="242" y="5"/>
                      <a:pt x="235" y="3"/>
                    </a:cubicBezTo>
                    <a:cubicBezTo>
                      <a:pt x="227" y="0"/>
                      <a:pt x="221" y="1"/>
                      <a:pt x="213" y="4"/>
                    </a:cubicBezTo>
                    <a:cubicBezTo>
                      <a:pt x="209" y="6"/>
                      <a:pt x="206" y="7"/>
                      <a:pt x="202" y="10"/>
                    </a:cubicBezTo>
                    <a:cubicBezTo>
                      <a:pt x="201" y="11"/>
                      <a:pt x="199" y="12"/>
                      <a:pt x="197" y="14"/>
                    </a:cubicBezTo>
                    <a:cubicBezTo>
                      <a:pt x="196" y="15"/>
                      <a:pt x="195" y="17"/>
                      <a:pt x="193" y="17"/>
                    </a:cubicBezTo>
                    <a:cubicBezTo>
                      <a:pt x="190" y="18"/>
                      <a:pt x="187" y="15"/>
                      <a:pt x="185" y="14"/>
                    </a:cubicBezTo>
                    <a:cubicBezTo>
                      <a:pt x="180" y="12"/>
                      <a:pt x="175" y="14"/>
                      <a:pt x="171" y="15"/>
                    </a:cubicBezTo>
                    <a:cubicBezTo>
                      <a:pt x="164" y="18"/>
                      <a:pt x="157" y="23"/>
                      <a:pt x="151" y="27"/>
                    </a:cubicBezTo>
                    <a:cubicBezTo>
                      <a:pt x="148" y="29"/>
                      <a:pt x="146" y="31"/>
                      <a:pt x="143" y="31"/>
                    </a:cubicBezTo>
                    <a:cubicBezTo>
                      <a:pt x="135" y="31"/>
                      <a:pt x="128" y="31"/>
                      <a:pt x="120" y="32"/>
                    </a:cubicBezTo>
                    <a:cubicBezTo>
                      <a:pt x="112" y="33"/>
                      <a:pt x="108" y="35"/>
                      <a:pt x="103" y="41"/>
                    </a:cubicBezTo>
                    <a:cubicBezTo>
                      <a:pt x="99" y="48"/>
                      <a:pt x="98" y="59"/>
                      <a:pt x="91" y="63"/>
                    </a:cubicBezTo>
                    <a:cubicBezTo>
                      <a:pt x="89" y="65"/>
                      <a:pt x="85" y="65"/>
                      <a:pt x="82" y="65"/>
                    </a:cubicBezTo>
                    <a:cubicBezTo>
                      <a:pt x="78" y="67"/>
                      <a:pt x="74" y="70"/>
                      <a:pt x="71" y="72"/>
                    </a:cubicBezTo>
                    <a:cubicBezTo>
                      <a:pt x="60" y="81"/>
                      <a:pt x="56" y="94"/>
                      <a:pt x="49" y="105"/>
                    </a:cubicBezTo>
                    <a:cubicBezTo>
                      <a:pt x="47" y="109"/>
                      <a:pt x="47" y="109"/>
                      <a:pt x="44" y="110"/>
                    </a:cubicBezTo>
                    <a:cubicBezTo>
                      <a:pt x="40" y="112"/>
                      <a:pt x="36" y="114"/>
                      <a:pt x="33" y="117"/>
                    </a:cubicBezTo>
                    <a:cubicBezTo>
                      <a:pt x="27" y="122"/>
                      <a:pt x="24" y="130"/>
                      <a:pt x="22" y="137"/>
                    </a:cubicBezTo>
                    <a:cubicBezTo>
                      <a:pt x="21" y="145"/>
                      <a:pt x="23" y="154"/>
                      <a:pt x="19" y="161"/>
                    </a:cubicBezTo>
                    <a:cubicBezTo>
                      <a:pt x="14" y="168"/>
                      <a:pt x="9" y="175"/>
                      <a:pt x="7" y="183"/>
                    </a:cubicBezTo>
                    <a:cubicBezTo>
                      <a:pt x="5" y="190"/>
                      <a:pt x="6" y="197"/>
                      <a:pt x="7" y="204"/>
                    </a:cubicBezTo>
                    <a:cubicBezTo>
                      <a:pt x="8" y="214"/>
                      <a:pt x="3" y="225"/>
                      <a:pt x="1" y="235"/>
                    </a:cubicBezTo>
                    <a:cubicBezTo>
                      <a:pt x="0" y="240"/>
                      <a:pt x="0" y="246"/>
                      <a:pt x="1" y="252"/>
                    </a:cubicBezTo>
                    <a:cubicBezTo>
                      <a:pt x="2" y="257"/>
                      <a:pt x="4" y="262"/>
                      <a:pt x="5" y="267"/>
                    </a:cubicBezTo>
                    <a:cubicBezTo>
                      <a:pt x="6" y="280"/>
                      <a:pt x="2" y="292"/>
                      <a:pt x="4" y="305"/>
                    </a:cubicBezTo>
                    <a:cubicBezTo>
                      <a:pt x="4" y="311"/>
                      <a:pt x="8" y="315"/>
                      <a:pt x="11" y="319"/>
                    </a:cubicBezTo>
                    <a:cubicBezTo>
                      <a:pt x="14" y="321"/>
                      <a:pt x="17" y="326"/>
                      <a:pt x="19" y="329"/>
                    </a:cubicBezTo>
                    <a:cubicBezTo>
                      <a:pt x="22" y="333"/>
                      <a:pt x="23" y="338"/>
                      <a:pt x="24" y="343"/>
                    </a:cubicBezTo>
                    <a:cubicBezTo>
                      <a:pt x="27" y="353"/>
                      <a:pt x="31" y="362"/>
                      <a:pt x="36" y="371"/>
                    </a:cubicBezTo>
                    <a:cubicBezTo>
                      <a:pt x="40" y="379"/>
                      <a:pt x="44" y="384"/>
                      <a:pt x="52" y="389"/>
                    </a:cubicBezTo>
                    <a:cubicBezTo>
                      <a:pt x="59" y="393"/>
                      <a:pt x="62" y="406"/>
                      <a:pt x="66" y="413"/>
                    </a:cubicBezTo>
                    <a:cubicBezTo>
                      <a:pt x="69" y="418"/>
                      <a:pt x="73" y="422"/>
                      <a:pt x="79" y="424"/>
                    </a:cubicBezTo>
                    <a:cubicBezTo>
                      <a:pt x="85" y="426"/>
                      <a:pt x="91" y="425"/>
                      <a:pt x="95" y="431"/>
                    </a:cubicBezTo>
                    <a:cubicBezTo>
                      <a:pt x="100" y="438"/>
                      <a:pt x="105" y="444"/>
                      <a:pt x="111" y="450"/>
                    </a:cubicBezTo>
                    <a:cubicBezTo>
                      <a:pt x="116" y="455"/>
                      <a:pt x="120" y="457"/>
                      <a:pt x="128" y="458"/>
                    </a:cubicBezTo>
                    <a:cubicBezTo>
                      <a:pt x="135" y="459"/>
                      <a:pt x="142" y="460"/>
                      <a:pt x="150" y="46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62" name="Freeform 626">
                <a:extLst>
                  <a:ext uri="{FF2B5EF4-FFF2-40B4-BE49-F238E27FC236}">
                    <a16:creationId xmlns:a16="http://schemas.microsoft.com/office/drawing/2014/main" id="{877141BF-EF33-49EB-8ACF-5BAB48369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548"/>
                <a:ext cx="30" cy="92"/>
              </a:xfrm>
              <a:custGeom>
                <a:avLst/>
                <a:gdLst>
                  <a:gd name="T0" fmla="*/ 83 w 18"/>
                  <a:gd name="T1" fmla="*/ 0 h 52"/>
                  <a:gd name="T2" fmla="*/ 47 w 18"/>
                  <a:gd name="T3" fmla="*/ 78 h 52"/>
                  <a:gd name="T4" fmla="*/ 13 w 18"/>
                  <a:gd name="T5" fmla="*/ 156 h 52"/>
                  <a:gd name="T6" fmla="*/ 0 w 18"/>
                  <a:gd name="T7" fmla="*/ 28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2">
                    <a:moveTo>
                      <a:pt x="18" y="0"/>
                    </a:moveTo>
                    <a:cubicBezTo>
                      <a:pt x="17" y="5"/>
                      <a:pt x="13" y="10"/>
                      <a:pt x="10" y="14"/>
                    </a:cubicBezTo>
                    <a:cubicBezTo>
                      <a:pt x="8" y="18"/>
                      <a:pt x="5" y="23"/>
                      <a:pt x="3" y="28"/>
                    </a:cubicBezTo>
                    <a:cubicBezTo>
                      <a:pt x="0" y="36"/>
                      <a:pt x="0" y="44"/>
                      <a:pt x="0" y="5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63" name="Freeform 627">
                <a:extLst>
                  <a:ext uri="{FF2B5EF4-FFF2-40B4-BE49-F238E27FC236}">
                    <a16:creationId xmlns:a16="http://schemas.microsoft.com/office/drawing/2014/main" id="{A17E5CAF-45C8-4DFF-A3E6-CB5D8D7BB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654"/>
                <a:ext cx="19" cy="104"/>
              </a:xfrm>
              <a:custGeom>
                <a:avLst/>
                <a:gdLst>
                  <a:gd name="T0" fmla="*/ 57 w 11"/>
                  <a:gd name="T1" fmla="*/ 0 h 59"/>
                  <a:gd name="T2" fmla="*/ 16 w 11"/>
                  <a:gd name="T3" fmla="*/ 78 h 59"/>
                  <a:gd name="T4" fmla="*/ 0 w 11"/>
                  <a:gd name="T5" fmla="*/ 192 h 59"/>
                  <a:gd name="T6" fmla="*/ 28 w 11"/>
                  <a:gd name="T7" fmla="*/ 323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9">
                    <a:moveTo>
                      <a:pt x="11" y="0"/>
                    </a:moveTo>
                    <a:cubicBezTo>
                      <a:pt x="11" y="4"/>
                      <a:pt x="6" y="10"/>
                      <a:pt x="3" y="14"/>
                    </a:cubicBezTo>
                    <a:cubicBezTo>
                      <a:pt x="0" y="21"/>
                      <a:pt x="0" y="28"/>
                      <a:pt x="0" y="35"/>
                    </a:cubicBezTo>
                    <a:cubicBezTo>
                      <a:pt x="0" y="44"/>
                      <a:pt x="3" y="52"/>
                      <a:pt x="5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64" name="Freeform 628">
                <a:extLst>
                  <a:ext uri="{FF2B5EF4-FFF2-40B4-BE49-F238E27FC236}">
                    <a16:creationId xmlns:a16="http://schemas.microsoft.com/office/drawing/2014/main" id="{5E93763A-207B-4283-9FAE-DBD7F6371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458"/>
                <a:ext cx="63" cy="81"/>
              </a:xfrm>
              <a:custGeom>
                <a:avLst/>
                <a:gdLst>
                  <a:gd name="T0" fmla="*/ 0 w 38"/>
                  <a:gd name="T1" fmla="*/ 252 h 46"/>
                  <a:gd name="T2" fmla="*/ 96 w 38"/>
                  <a:gd name="T3" fmla="*/ 37 h 46"/>
                  <a:gd name="T4" fmla="*/ 172 w 3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6">
                    <a:moveTo>
                      <a:pt x="0" y="46"/>
                    </a:moveTo>
                    <a:cubicBezTo>
                      <a:pt x="4" y="33"/>
                      <a:pt x="10" y="17"/>
                      <a:pt x="21" y="7"/>
                    </a:cubicBezTo>
                    <a:cubicBezTo>
                      <a:pt x="25" y="5"/>
                      <a:pt x="34" y="0"/>
                      <a:pt x="38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65" name="Freeform 629">
                <a:extLst>
                  <a:ext uri="{FF2B5EF4-FFF2-40B4-BE49-F238E27FC236}">
                    <a16:creationId xmlns:a16="http://schemas.microsoft.com/office/drawing/2014/main" id="{54E31781-8EBD-4183-B92C-B617BF3AF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603"/>
                <a:ext cx="31" cy="92"/>
              </a:xfrm>
              <a:custGeom>
                <a:avLst/>
                <a:gdLst>
                  <a:gd name="T0" fmla="*/ 83 w 19"/>
                  <a:gd name="T1" fmla="*/ 0 h 52"/>
                  <a:gd name="T2" fmla="*/ 13 w 19"/>
                  <a:gd name="T3" fmla="*/ 150 h 52"/>
                  <a:gd name="T4" fmla="*/ 21 w 19"/>
                  <a:gd name="T5" fmla="*/ 2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cubicBezTo>
                      <a:pt x="13" y="9"/>
                      <a:pt x="6" y="16"/>
                      <a:pt x="3" y="27"/>
                    </a:cubicBezTo>
                    <a:cubicBezTo>
                      <a:pt x="0" y="34"/>
                      <a:pt x="1" y="45"/>
                      <a:pt x="5" y="5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66" name="Freeform 630">
                <a:extLst>
                  <a:ext uri="{FF2B5EF4-FFF2-40B4-BE49-F238E27FC236}">
                    <a16:creationId xmlns:a16="http://schemas.microsoft.com/office/drawing/2014/main" id="{EAEB460A-D5AE-405C-B14E-A3B00178C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491"/>
                <a:ext cx="61" cy="126"/>
              </a:xfrm>
              <a:custGeom>
                <a:avLst/>
                <a:gdLst>
                  <a:gd name="T0" fmla="*/ 167 w 37"/>
                  <a:gd name="T1" fmla="*/ 0 h 71"/>
                  <a:gd name="T2" fmla="*/ 112 w 37"/>
                  <a:gd name="T3" fmla="*/ 85 h 71"/>
                  <a:gd name="T4" fmla="*/ 49 w 37"/>
                  <a:gd name="T5" fmla="*/ 202 h 71"/>
                  <a:gd name="T6" fmla="*/ 0 w 37"/>
                  <a:gd name="T7" fmla="*/ 398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1">
                    <a:moveTo>
                      <a:pt x="37" y="0"/>
                    </a:moveTo>
                    <a:cubicBezTo>
                      <a:pt x="32" y="3"/>
                      <a:pt x="28" y="11"/>
                      <a:pt x="25" y="15"/>
                    </a:cubicBezTo>
                    <a:cubicBezTo>
                      <a:pt x="20" y="22"/>
                      <a:pt x="15" y="29"/>
                      <a:pt x="11" y="36"/>
                    </a:cubicBezTo>
                    <a:cubicBezTo>
                      <a:pt x="5" y="47"/>
                      <a:pt x="0" y="58"/>
                      <a:pt x="0" y="7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67" name="Freeform 631">
                <a:extLst>
                  <a:ext uri="{FF2B5EF4-FFF2-40B4-BE49-F238E27FC236}">
                    <a16:creationId xmlns:a16="http://schemas.microsoft.com/office/drawing/2014/main" id="{AC198A22-AF34-4E58-BBCB-4A95EECBA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760"/>
                <a:ext cx="17" cy="103"/>
              </a:xfrm>
              <a:custGeom>
                <a:avLst/>
                <a:gdLst>
                  <a:gd name="T0" fmla="*/ 34 w 10"/>
                  <a:gd name="T1" fmla="*/ 0 h 58"/>
                  <a:gd name="T2" fmla="*/ 9 w 10"/>
                  <a:gd name="T3" fmla="*/ 195 h 58"/>
                  <a:gd name="T4" fmla="*/ 49 w 10"/>
                  <a:gd name="T5" fmla="*/ 325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8">
                    <a:moveTo>
                      <a:pt x="7" y="0"/>
                    </a:moveTo>
                    <a:cubicBezTo>
                      <a:pt x="7" y="12"/>
                      <a:pt x="0" y="23"/>
                      <a:pt x="2" y="35"/>
                    </a:cubicBezTo>
                    <a:cubicBezTo>
                      <a:pt x="3" y="43"/>
                      <a:pt x="6" y="50"/>
                      <a:pt x="10" y="5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68" name="Freeform 632">
                <a:extLst>
                  <a:ext uri="{FF2B5EF4-FFF2-40B4-BE49-F238E27FC236}">
                    <a16:creationId xmlns:a16="http://schemas.microsoft.com/office/drawing/2014/main" id="{173A9273-0791-4B7B-AB5D-37284B8AB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875"/>
                <a:ext cx="53" cy="113"/>
              </a:xfrm>
              <a:custGeom>
                <a:avLst/>
                <a:gdLst>
                  <a:gd name="T0" fmla="*/ 146 w 32"/>
                  <a:gd name="T1" fmla="*/ 353 h 64"/>
                  <a:gd name="T2" fmla="*/ 83 w 32"/>
                  <a:gd name="T3" fmla="*/ 272 h 64"/>
                  <a:gd name="T4" fmla="*/ 22 w 32"/>
                  <a:gd name="T5" fmla="*/ 166 h 64"/>
                  <a:gd name="T6" fmla="*/ 5 w 32"/>
                  <a:gd name="T7" fmla="*/ 57 h 64"/>
                  <a:gd name="T8" fmla="*/ 0 w 32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4">
                    <a:moveTo>
                      <a:pt x="32" y="64"/>
                    </a:moveTo>
                    <a:cubicBezTo>
                      <a:pt x="27" y="60"/>
                      <a:pt x="23" y="54"/>
                      <a:pt x="18" y="49"/>
                    </a:cubicBezTo>
                    <a:cubicBezTo>
                      <a:pt x="13" y="44"/>
                      <a:pt x="8" y="38"/>
                      <a:pt x="5" y="30"/>
                    </a:cubicBezTo>
                    <a:cubicBezTo>
                      <a:pt x="3" y="24"/>
                      <a:pt x="2" y="16"/>
                      <a:pt x="1" y="10"/>
                    </a:cubicBezTo>
                    <a:cubicBezTo>
                      <a:pt x="1" y="6"/>
                      <a:pt x="0" y="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69" name="Freeform 633">
                <a:extLst>
                  <a:ext uri="{FF2B5EF4-FFF2-40B4-BE49-F238E27FC236}">
                    <a16:creationId xmlns:a16="http://schemas.microsoft.com/office/drawing/2014/main" id="{6E6F3DF5-3C03-4FF6-8668-9E86C201C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986"/>
                <a:ext cx="56" cy="82"/>
              </a:xfrm>
              <a:custGeom>
                <a:avLst/>
                <a:gdLst>
                  <a:gd name="T0" fmla="*/ 152 w 34"/>
                  <a:gd name="T1" fmla="*/ 260 h 46"/>
                  <a:gd name="T2" fmla="*/ 20 w 34"/>
                  <a:gd name="T3" fmla="*/ 130 h 46"/>
                  <a:gd name="T4" fmla="*/ 5 w 34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6">
                    <a:moveTo>
                      <a:pt x="34" y="46"/>
                    </a:moveTo>
                    <a:cubicBezTo>
                      <a:pt x="23" y="40"/>
                      <a:pt x="11" y="35"/>
                      <a:pt x="4" y="23"/>
                    </a:cubicBezTo>
                    <a:cubicBezTo>
                      <a:pt x="0" y="16"/>
                      <a:pt x="0" y="7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70" name="Freeform 634">
                <a:extLst>
                  <a:ext uri="{FF2B5EF4-FFF2-40B4-BE49-F238E27FC236}">
                    <a16:creationId xmlns:a16="http://schemas.microsoft.com/office/drawing/2014/main" id="{F5668A6B-33AA-40F5-8785-FB43D079C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3075"/>
                <a:ext cx="68" cy="56"/>
              </a:xfrm>
              <a:custGeom>
                <a:avLst/>
                <a:gdLst>
                  <a:gd name="T0" fmla="*/ 187 w 41"/>
                  <a:gd name="T1" fmla="*/ 172 h 32"/>
                  <a:gd name="T2" fmla="*/ 50 w 41"/>
                  <a:gd name="T3" fmla="*/ 86 h 32"/>
                  <a:gd name="T4" fmla="*/ 0 w 4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2">
                    <a:moveTo>
                      <a:pt x="41" y="32"/>
                    </a:moveTo>
                    <a:cubicBezTo>
                      <a:pt x="28" y="32"/>
                      <a:pt x="18" y="26"/>
                      <a:pt x="11" y="16"/>
                    </a:cubicBezTo>
                    <a:cubicBezTo>
                      <a:pt x="7" y="11"/>
                      <a:pt x="4" y="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71" name="Freeform 635">
                <a:extLst>
                  <a:ext uri="{FF2B5EF4-FFF2-40B4-BE49-F238E27FC236}">
                    <a16:creationId xmlns:a16="http://schemas.microsoft.com/office/drawing/2014/main" id="{8D749883-2AFD-4AD3-8F35-8A8CD9930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695"/>
                <a:ext cx="18" cy="118"/>
              </a:xfrm>
              <a:custGeom>
                <a:avLst/>
                <a:gdLst>
                  <a:gd name="T0" fmla="*/ 47 w 11"/>
                  <a:gd name="T1" fmla="*/ 0 h 67"/>
                  <a:gd name="T2" fmla="*/ 29 w 11"/>
                  <a:gd name="T3" fmla="*/ 56 h 67"/>
                  <a:gd name="T4" fmla="*/ 18 w 11"/>
                  <a:gd name="T5" fmla="*/ 122 h 67"/>
                  <a:gd name="T6" fmla="*/ 5 w 11"/>
                  <a:gd name="T7" fmla="*/ 201 h 67"/>
                  <a:gd name="T8" fmla="*/ 41 w 11"/>
                  <a:gd name="T9" fmla="*/ 36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7">
                    <a:moveTo>
                      <a:pt x="11" y="0"/>
                    </a:moveTo>
                    <a:cubicBezTo>
                      <a:pt x="8" y="2"/>
                      <a:pt x="8" y="7"/>
                      <a:pt x="7" y="10"/>
                    </a:cubicBezTo>
                    <a:cubicBezTo>
                      <a:pt x="6" y="14"/>
                      <a:pt x="5" y="18"/>
                      <a:pt x="4" y="22"/>
                    </a:cubicBezTo>
                    <a:cubicBezTo>
                      <a:pt x="2" y="27"/>
                      <a:pt x="1" y="32"/>
                      <a:pt x="1" y="37"/>
                    </a:cubicBezTo>
                    <a:cubicBezTo>
                      <a:pt x="0" y="48"/>
                      <a:pt x="4" y="58"/>
                      <a:pt x="9" y="6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72" name="Freeform 636">
                <a:extLst>
                  <a:ext uri="{FF2B5EF4-FFF2-40B4-BE49-F238E27FC236}">
                    <a16:creationId xmlns:a16="http://schemas.microsoft.com/office/drawing/2014/main" id="{DAEBB1E9-86DD-48D9-8CDD-55C9E194F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822"/>
                <a:ext cx="28" cy="101"/>
              </a:xfrm>
              <a:custGeom>
                <a:avLst/>
                <a:gdLst>
                  <a:gd name="T0" fmla="*/ 76 w 17"/>
                  <a:gd name="T1" fmla="*/ 317 h 57"/>
                  <a:gd name="T2" fmla="*/ 33 w 17"/>
                  <a:gd name="T3" fmla="*/ 229 h 57"/>
                  <a:gd name="T4" fmla="*/ 8 w 17"/>
                  <a:gd name="T5" fmla="*/ 145 h 57"/>
                  <a:gd name="T6" fmla="*/ 13 w 17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7">
                    <a:moveTo>
                      <a:pt x="17" y="57"/>
                    </a:moveTo>
                    <a:cubicBezTo>
                      <a:pt x="15" y="51"/>
                      <a:pt x="10" y="47"/>
                      <a:pt x="7" y="41"/>
                    </a:cubicBezTo>
                    <a:cubicBezTo>
                      <a:pt x="5" y="36"/>
                      <a:pt x="3" y="31"/>
                      <a:pt x="2" y="26"/>
                    </a:cubicBezTo>
                    <a:cubicBezTo>
                      <a:pt x="1" y="18"/>
                      <a:pt x="0" y="7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73" name="Freeform 637">
                <a:extLst>
                  <a:ext uri="{FF2B5EF4-FFF2-40B4-BE49-F238E27FC236}">
                    <a16:creationId xmlns:a16="http://schemas.microsoft.com/office/drawing/2014/main" id="{82E0B2B6-69A3-4202-95A7-3655ABB02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940"/>
                <a:ext cx="43" cy="76"/>
              </a:xfrm>
              <a:custGeom>
                <a:avLst/>
                <a:gdLst>
                  <a:gd name="T0" fmla="*/ 0 w 26"/>
                  <a:gd name="T1" fmla="*/ 0 h 43"/>
                  <a:gd name="T2" fmla="*/ 22 w 26"/>
                  <a:gd name="T3" fmla="*/ 85 h 43"/>
                  <a:gd name="T4" fmla="*/ 50 w 26"/>
                  <a:gd name="T5" fmla="*/ 150 h 43"/>
                  <a:gd name="T6" fmla="*/ 117 w 26"/>
                  <a:gd name="T7" fmla="*/ 23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3">
                    <a:moveTo>
                      <a:pt x="0" y="0"/>
                    </a:moveTo>
                    <a:cubicBezTo>
                      <a:pt x="3" y="3"/>
                      <a:pt x="3" y="11"/>
                      <a:pt x="5" y="15"/>
                    </a:cubicBezTo>
                    <a:cubicBezTo>
                      <a:pt x="6" y="20"/>
                      <a:pt x="8" y="24"/>
                      <a:pt x="11" y="27"/>
                    </a:cubicBezTo>
                    <a:cubicBezTo>
                      <a:pt x="15" y="33"/>
                      <a:pt x="21" y="37"/>
                      <a:pt x="26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74" name="Freeform 638">
                <a:extLst>
                  <a:ext uri="{FF2B5EF4-FFF2-40B4-BE49-F238E27FC236}">
                    <a16:creationId xmlns:a16="http://schemas.microsoft.com/office/drawing/2014/main" id="{DB71E4A6-32AB-4E57-BA96-8DA5FB96F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3045"/>
                <a:ext cx="66" cy="60"/>
              </a:xfrm>
              <a:custGeom>
                <a:avLst/>
                <a:gdLst>
                  <a:gd name="T0" fmla="*/ 0 w 40"/>
                  <a:gd name="T1" fmla="*/ 0 h 34"/>
                  <a:gd name="T2" fmla="*/ 84 w 40"/>
                  <a:gd name="T3" fmla="*/ 109 h 34"/>
                  <a:gd name="T4" fmla="*/ 137 w 40"/>
                  <a:gd name="T5" fmla="*/ 171 h 34"/>
                  <a:gd name="T6" fmla="*/ 180 w 40"/>
                  <a:gd name="T7" fmla="*/ 18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34">
                    <a:moveTo>
                      <a:pt x="0" y="0"/>
                    </a:moveTo>
                    <a:cubicBezTo>
                      <a:pt x="6" y="8"/>
                      <a:pt x="12" y="14"/>
                      <a:pt x="19" y="20"/>
                    </a:cubicBezTo>
                    <a:cubicBezTo>
                      <a:pt x="23" y="23"/>
                      <a:pt x="26" y="28"/>
                      <a:pt x="30" y="31"/>
                    </a:cubicBezTo>
                    <a:cubicBezTo>
                      <a:pt x="33" y="32"/>
                      <a:pt x="37" y="32"/>
                      <a:pt x="40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75" name="Freeform 639">
                <a:extLst>
                  <a:ext uri="{FF2B5EF4-FFF2-40B4-BE49-F238E27FC236}">
                    <a16:creationId xmlns:a16="http://schemas.microsoft.com/office/drawing/2014/main" id="{AEA03FF5-84B2-4463-8B99-21560C1EF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390"/>
                <a:ext cx="58" cy="61"/>
              </a:xfrm>
              <a:custGeom>
                <a:avLst/>
                <a:gdLst>
                  <a:gd name="T0" fmla="*/ 159 w 35"/>
                  <a:gd name="T1" fmla="*/ 7 h 34"/>
                  <a:gd name="T2" fmla="*/ 109 w 35"/>
                  <a:gd name="T3" fmla="*/ 41 h 34"/>
                  <a:gd name="T4" fmla="*/ 55 w 35"/>
                  <a:gd name="T5" fmla="*/ 93 h 34"/>
                  <a:gd name="T6" fmla="*/ 0 w 35"/>
                  <a:gd name="T7" fmla="*/ 19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4">
                    <a:moveTo>
                      <a:pt x="35" y="1"/>
                    </a:moveTo>
                    <a:cubicBezTo>
                      <a:pt x="32" y="0"/>
                      <a:pt x="26" y="5"/>
                      <a:pt x="24" y="7"/>
                    </a:cubicBezTo>
                    <a:cubicBezTo>
                      <a:pt x="19" y="9"/>
                      <a:pt x="16" y="12"/>
                      <a:pt x="12" y="16"/>
                    </a:cubicBezTo>
                    <a:cubicBezTo>
                      <a:pt x="6" y="21"/>
                      <a:pt x="3" y="27"/>
                      <a:pt x="0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76" name="Freeform 640">
                <a:extLst>
                  <a:ext uri="{FF2B5EF4-FFF2-40B4-BE49-F238E27FC236}">
                    <a16:creationId xmlns:a16="http://schemas.microsoft.com/office/drawing/2014/main" id="{9BAD743D-1267-4851-ADEA-21A92BA65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350"/>
                <a:ext cx="88" cy="33"/>
              </a:xfrm>
              <a:custGeom>
                <a:avLst/>
                <a:gdLst>
                  <a:gd name="T0" fmla="*/ 242 w 53"/>
                  <a:gd name="T1" fmla="*/ 5 h 19"/>
                  <a:gd name="T2" fmla="*/ 83 w 53"/>
                  <a:gd name="T3" fmla="*/ 30 h 19"/>
                  <a:gd name="T4" fmla="*/ 28 w 53"/>
                  <a:gd name="T5" fmla="*/ 73 h 19"/>
                  <a:gd name="T6" fmla="*/ 0 w 53"/>
                  <a:gd name="T7" fmla="*/ 9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53" y="1"/>
                    </a:moveTo>
                    <a:cubicBezTo>
                      <a:pt x="41" y="1"/>
                      <a:pt x="29" y="0"/>
                      <a:pt x="18" y="6"/>
                    </a:cubicBezTo>
                    <a:cubicBezTo>
                      <a:pt x="14" y="8"/>
                      <a:pt x="9" y="11"/>
                      <a:pt x="6" y="14"/>
                    </a:cubicBezTo>
                    <a:cubicBezTo>
                      <a:pt x="4" y="16"/>
                      <a:pt x="2" y="18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77" name="Freeform 641">
                <a:extLst>
                  <a:ext uri="{FF2B5EF4-FFF2-40B4-BE49-F238E27FC236}">
                    <a16:creationId xmlns:a16="http://schemas.microsoft.com/office/drawing/2014/main" id="{0DF640C6-3E98-4BDD-95FA-F64444052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327"/>
                <a:ext cx="78" cy="25"/>
              </a:xfrm>
              <a:custGeom>
                <a:avLst/>
                <a:gdLst>
                  <a:gd name="T0" fmla="*/ 214 w 47"/>
                  <a:gd name="T1" fmla="*/ 13 h 14"/>
                  <a:gd name="T2" fmla="*/ 83 w 47"/>
                  <a:gd name="T3" fmla="*/ 23 h 14"/>
                  <a:gd name="T4" fmla="*/ 0 w 47"/>
                  <a:gd name="T5" fmla="*/ 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47" y="2"/>
                    </a:moveTo>
                    <a:cubicBezTo>
                      <a:pt x="36" y="2"/>
                      <a:pt x="28" y="0"/>
                      <a:pt x="18" y="4"/>
                    </a:cubicBezTo>
                    <a:cubicBezTo>
                      <a:pt x="12" y="7"/>
                      <a:pt x="6" y="11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78" name="Freeform 642">
                <a:extLst>
                  <a:ext uri="{FF2B5EF4-FFF2-40B4-BE49-F238E27FC236}">
                    <a16:creationId xmlns:a16="http://schemas.microsoft.com/office/drawing/2014/main" id="{E645FD12-E269-4C73-8E9E-FE55F5215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355"/>
                <a:ext cx="73" cy="43"/>
              </a:xfrm>
              <a:custGeom>
                <a:avLst/>
                <a:gdLst>
                  <a:gd name="T0" fmla="*/ 201 w 44"/>
                  <a:gd name="T1" fmla="*/ 0 h 24"/>
                  <a:gd name="T2" fmla="*/ 138 w 44"/>
                  <a:gd name="T3" fmla="*/ 13 h 24"/>
                  <a:gd name="T4" fmla="*/ 75 w 44"/>
                  <a:gd name="T5" fmla="*/ 52 h 24"/>
                  <a:gd name="T6" fmla="*/ 0 w 44"/>
                  <a:gd name="T7" fmla="*/ 13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4">
                    <a:moveTo>
                      <a:pt x="44" y="0"/>
                    </a:moveTo>
                    <a:cubicBezTo>
                      <a:pt x="39" y="0"/>
                      <a:pt x="35" y="1"/>
                      <a:pt x="30" y="2"/>
                    </a:cubicBezTo>
                    <a:cubicBezTo>
                      <a:pt x="25" y="4"/>
                      <a:pt x="21" y="6"/>
                      <a:pt x="16" y="9"/>
                    </a:cubicBezTo>
                    <a:cubicBezTo>
                      <a:pt x="11" y="12"/>
                      <a:pt x="1" y="17"/>
                      <a:pt x="0" y="2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79" name="Freeform 643">
                <a:extLst>
                  <a:ext uri="{FF2B5EF4-FFF2-40B4-BE49-F238E27FC236}">
                    <a16:creationId xmlns:a16="http://schemas.microsoft.com/office/drawing/2014/main" id="{E30C1463-7B00-4939-86D1-E94AC0AE9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410"/>
                <a:ext cx="58" cy="55"/>
              </a:xfrm>
              <a:custGeom>
                <a:avLst/>
                <a:gdLst>
                  <a:gd name="T0" fmla="*/ 0 w 35"/>
                  <a:gd name="T1" fmla="*/ 174 h 31"/>
                  <a:gd name="T2" fmla="*/ 159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3" y="13"/>
                      <a:pt x="21" y="6"/>
                      <a:pt x="3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80" name="Freeform 644">
                <a:extLst>
                  <a:ext uri="{FF2B5EF4-FFF2-40B4-BE49-F238E27FC236}">
                    <a16:creationId xmlns:a16="http://schemas.microsoft.com/office/drawing/2014/main" id="{0AADAFD1-F73F-4663-AD63-86C2CB095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332"/>
                <a:ext cx="84" cy="25"/>
              </a:xfrm>
              <a:custGeom>
                <a:avLst/>
                <a:gdLst>
                  <a:gd name="T0" fmla="*/ 227 w 51"/>
                  <a:gd name="T1" fmla="*/ 0 h 14"/>
                  <a:gd name="T2" fmla="*/ 152 w 51"/>
                  <a:gd name="T3" fmla="*/ 7 h 14"/>
                  <a:gd name="T4" fmla="*/ 96 w 51"/>
                  <a:gd name="T5" fmla="*/ 23 h 14"/>
                  <a:gd name="T6" fmla="*/ 41 w 51"/>
                  <a:gd name="T7" fmla="*/ 52 h 14"/>
                  <a:gd name="T8" fmla="*/ 0 w 51"/>
                  <a:gd name="T9" fmla="*/ 8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">
                    <a:moveTo>
                      <a:pt x="51" y="0"/>
                    </a:moveTo>
                    <a:cubicBezTo>
                      <a:pt x="45" y="1"/>
                      <a:pt x="39" y="0"/>
                      <a:pt x="34" y="1"/>
                    </a:cubicBezTo>
                    <a:cubicBezTo>
                      <a:pt x="29" y="2"/>
                      <a:pt x="25" y="3"/>
                      <a:pt x="21" y="4"/>
                    </a:cubicBezTo>
                    <a:cubicBezTo>
                      <a:pt x="17" y="5"/>
                      <a:pt x="13" y="7"/>
                      <a:pt x="9" y="9"/>
                    </a:cubicBezTo>
                    <a:cubicBezTo>
                      <a:pt x="7" y="10"/>
                      <a:pt x="2" y="12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81" name="Freeform 645">
                <a:extLst>
                  <a:ext uri="{FF2B5EF4-FFF2-40B4-BE49-F238E27FC236}">
                    <a16:creationId xmlns:a16="http://schemas.microsoft.com/office/drawing/2014/main" id="{991CFC28-D271-46EA-A892-8B73BF81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334"/>
                <a:ext cx="307" cy="237"/>
              </a:xfrm>
              <a:custGeom>
                <a:avLst/>
                <a:gdLst>
                  <a:gd name="T0" fmla="*/ 0 w 185"/>
                  <a:gd name="T1" fmla="*/ 60 h 134"/>
                  <a:gd name="T2" fmla="*/ 113 w 185"/>
                  <a:gd name="T3" fmla="*/ 12 h 134"/>
                  <a:gd name="T4" fmla="*/ 151 w 185"/>
                  <a:gd name="T5" fmla="*/ 12 h 134"/>
                  <a:gd name="T6" fmla="*/ 192 w 185"/>
                  <a:gd name="T7" fmla="*/ 65 h 134"/>
                  <a:gd name="T8" fmla="*/ 229 w 185"/>
                  <a:gd name="T9" fmla="*/ 110 h 134"/>
                  <a:gd name="T10" fmla="*/ 270 w 185"/>
                  <a:gd name="T11" fmla="*/ 115 h 134"/>
                  <a:gd name="T12" fmla="*/ 360 w 185"/>
                  <a:gd name="T13" fmla="*/ 131 h 134"/>
                  <a:gd name="T14" fmla="*/ 425 w 185"/>
                  <a:gd name="T15" fmla="*/ 203 h 134"/>
                  <a:gd name="T16" fmla="*/ 504 w 185"/>
                  <a:gd name="T17" fmla="*/ 260 h 134"/>
                  <a:gd name="T18" fmla="*/ 664 w 185"/>
                  <a:gd name="T19" fmla="*/ 382 h 134"/>
                  <a:gd name="T20" fmla="*/ 677 w 185"/>
                  <a:gd name="T21" fmla="*/ 447 h 134"/>
                  <a:gd name="T22" fmla="*/ 700 w 185"/>
                  <a:gd name="T23" fmla="*/ 481 h 134"/>
                  <a:gd name="T24" fmla="*/ 823 w 185"/>
                  <a:gd name="T25" fmla="*/ 614 h 134"/>
                  <a:gd name="T26" fmla="*/ 840 w 185"/>
                  <a:gd name="T27" fmla="*/ 697 h 134"/>
                  <a:gd name="T28" fmla="*/ 845 w 185"/>
                  <a:gd name="T29" fmla="*/ 741 h 1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5" h="134">
                    <a:moveTo>
                      <a:pt x="0" y="11"/>
                    </a:moveTo>
                    <a:cubicBezTo>
                      <a:pt x="6" y="6"/>
                      <a:pt x="17" y="4"/>
                      <a:pt x="25" y="2"/>
                    </a:cubicBezTo>
                    <a:cubicBezTo>
                      <a:pt x="28" y="1"/>
                      <a:pt x="30" y="0"/>
                      <a:pt x="33" y="2"/>
                    </a:cubicBezTo>
                    <a:cubicBezTo>
                      <a:pt x="37" y="4"/>
                      <a:pt x="39" y="9"/>
                      <a:pt x="42" y="12"/>
                    </a:cubicBezTo>
                    <a:cubicBezTo>
                      <a:pt x="44" y="15"/>
                      <a:pt x="46" y="19"/>
                      <a:pt x="50" y="20"/>
                    </a:cubicBezTo>
                    <a:cubicBezTo>
                      <a:pt x="52" y="22"/>
                      <a:pt x="56" y="21"/>
                      <a:pt x="59" y="21"/>
                    </a:cubicBezTo>
                    <a:cubicBezTo>
                      <a:pt x="66" y="21"/>
                      <a:pt x="73" y="21"/>
                      <a:pt x="79" y="24"/>
                    </a:cubicBezTo>
                    <a:cubicBezTo>
                      <a:pt x="87" y="26"/>
                      <a:pt x="89" y="31"/>
                      <a:pt x="93" y="37"/>
                    </a:cubicBezTo>
                    <a:cubicBezTo>
                      <a:pt x="96" y="42"/>
                      <a:pt x="104" y="45"/>
                      <a:pt x="110" y="47"/>
                    </a:cubicBezTo>
                    <a:cubicBezTo>
                      <a:pt x="123" y="51"/>
                      <a:pt x="138" y="56"/>
                      <a:pt x="145" y="69"/>
                    </a:cubicBezTo>
                    <a:cubicBezTo>
                      <a:pt x="147" y="73"/>
                      <a:pt x="147" y="77"/>
                      <a:pt x="148" y="81"/>
                    </a:cubicBezTo>
                    <a:cubicBezTo>
                      <a:pt x="149" y="84"/>
                      <a:pt x="150" y="85"/>
                      <a:pt x="153" y="87"/>
                    </a:cubicBezTo>
                    <a:cubicBezTo>
                      <a:pt x="163" y="94"/>
                      <a:pt x="173" y="100"/>
                      <a:pt x="180" y="111"/>
                    </a:cubicBezTo>
                    <a:cubicBezTo>
                      <a:pt x="183" y="115"/>
                      <a:pt x="184" y="121"/>
                      <a:pt x="184" y="126"/>
                    </a:cubicBezTo>
                    <a:cubicBezTo>
                      <a:pt x="184" y="129"/>
                      <a:pt x="184" y="132"/>
                      <a:pt x="185" y="1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82" name="Freeform 646">
                <a:extLst>
                  <a:ext uri="{FF2B5EF4-FFF2-40B4-BE49-F238E27FC236}">
                    <a16:creationId xmlns:a16="http://schemas.microsoft.com/office/drawing/2014/main" id="{37099635-42FF-4488-BB67-723287304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325"/>
                <a:ext cx="61" cy="16"/>
              </a:xfrm>
              <a:custGeom>
                <a:avLst/>
                <a:gdLst>
                  <a:gd name="T0" fmla="*/ 0 w 37"/>
                  <a:gd name="T1" fmla="*/ 21 h 9"/>
                  <a:gd name="T2" fmla="*/ 49 w 37"/>
                  <a:gd name="T3" fmla="*/ 7 h 9"/>
                  <a:gd name="T4" fmla="*/ 104 w 37"/>
                  <a:gd name="T5" fmla="*/ 7 h 9"/>
                  <a:gd name="T6" fmla="*/ 147 w 37"/>
                  <a:gd name="T7" fmla="*/ 36 h 9"/>
                  <a:gd name="T8" fmla="*/ 167 w 37"/>
                  <a:gd name="T9" fmla="*/ 5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4"/>
                    </a:moveTo>
                    <a:cubicBezTo>
                      <a:pt x="4" y="4"/>
                      <a:pt x="7" y="2"/>
                      <a:pt x="11" y="1"/>
                    </a:cubicBezTo>
                    <a:cubicBezTo>
                      <a:pt x="15" y="0"/>
                      <a:pt x="20" y="0"/>
                      <a:pt x="23" y="1"/>
                    </a:cubicBezTo>
                    <a:cubicBezTo>
                      <a:pt x="27" y="2"/>
                      <a:pt x="30" y="4"/>
                      <a:pt x="33" y="6"/>
                    </a:cubicBezTo>
                    <a:cubicBezTo>
                      <a:pt x="34" y="7"/>
                      <a:pt x="36" y="8"/>
                      <a:pt x="37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83" name="Freeform 647">
                <a:extLst>
                  <a:ext uri="{FF2B5EF4-FFF2-40B4-BE49-F238E27FC236}">
                    <a16:creationId xmlns:a16="http://schemas.microsoft.com/office/drawing/2014/main" id="{33A11021-8960-44EA-9E8A-5D35849B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339"/>
                <a:ext cx="73" cy="37"/>
              </a:xfrm>
              <a:custGeom>
                <a:avLst/>
                <a:gdLst>
                  <a:gd name="T0" fmla="*/ 0 w 44"/>
                  <a:gd name="T1" fmla="*/ 0 h 21"/>
                  <a:gd name="T2" fmla="*/ 50 w 44"/>
                  <a:gd name="T3" fmla="*/ 21 h 21"/>
                  <a:gd name="T4" fmla="*/ 133 w 44"/>
                  <a:gd name="T5" fmla="*/ 49 h 21"/>
                  <a:gd name="T6" fmla="*/ 201 w 44"/>
                  <a:gd name="T7" fmla="*/ 1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1" y="2"/>
                      <a:pt x="8" y="3"/>
                      <a:pt x="11" y="4"/>
                    </a:cubicBezTo>
                    <a:cubicBezTo>
                      <a:pt x="17" y="5"/>
                      <a:pt x="23" y="7"/>
                      <a:pt x="29" y="9"/>
                    </a:cubicBezTo>
                    <a:cubicBezTo>
                      <a:pt x="35" y="11"/>
                      <a:pt x="41" y="16"/>
                      <a:pt x="44" y="2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84" name="Freeform 648">
                <a:extLst>
                  <a:ext uri="{FF2B5EF4-FFF2-40B4-BE49-F238E27FC236}">
                    <a16:creationId xmlns:a16="http://schemas.microsoft.com/office/drawing/2014/main" id="{8A6023B5-FE8B-4502-8E8B-B2A4C0FE0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382"/>
                <a:ext cx="70" cy="46"/>
              </a:xfrm>
              <a:custGeom>
                <a:avLst/>
                <a:gdLst>
                  <a:gd name="T0" fmla="*/ 0 w 42"/>
                  <a:gd name="T1" fmla="*/ 0 h 26"/>
                  <a:gd name="T2" fmla="*/ 78 w 42"/>
                  <a:gd name="T3" fmla="*/ 28 h 26"/>
                  <a:gd name="T4" fmla="*/ 147 w 42"/>
                  <a:gd name="T5" fmla="*/ 73 h 26"/>
                  <a:gd name="T6" fmla="*/ 180 w 42"/>
                  <a:gd name="T7" fmla="*/ 115 h 26"/>
                  <a:gd name="T8" fmla="*/ 195 w 42"/>
                  <a:gd name="T9" fmla="*/ 14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6">
                    <a:moveTo>
                      <a:pt x="0" y="0"/>
                    </a:moveTo>
                    <a:cubicBezTo>
                      <a:pt x="5" y="3"/>
                      <a:pt x="11" y="3"/>
                      <a:pt x="17" y="5"/>
                    </a:cubicBezTo>
                    <a:cubicBezTo>
                      <a:pt x="23" y="7"/>
                      <a:pt x="28" y="10"/>
                      <a:pt x="32" y="13"/>
                    </a:cubicBezTo>
                    <a:cubicBezTo>
                      <a:pt x="35" y="16"/>
                      <a:pt x="37" y="18"/>
                      <a:pt x="39" y="21"/>
                    </a:cubicBezTo>
                    <a:cubicBezTo>
                      <a:pt x="40" y="23"/>
                      <a:pt x="41" y="25"/>
                      <a:pt x="42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85" name="Freeform 649">
                <a:extLst>
                  <a:ext uri="{FF2B5EF4-FFF2-40B4-BE49-F238E27FC236}">
                    <a16:creationId xmlns:a16="http://schemas.microsoft.com/office/drawing/2014/main" id="{23D852A4-43B2-4BF9-BF32-FF108F65D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445"/>
                <a:ext cx="51" cy="67"/>
              </a:xfrm>
              <a:custGeom>
                <a:avLst/>
                <a:gdLst>
                  <a:gd name="T0" fmla="*/ 0 w 31"/>
                  <a:gd name="T1" fmla="*/ 0 h 38"/>
                  <a:gd name="T2" fmla="*/ 43 w 31"/>
                  <a:gd name="T3" fmla="*/ 60 h 38"/>
                  <a:gd name="T4" fmla="*/ 95 w 31"/>
                  <a:gd name="T5" fmla="*/ 115 h 38"/>
                  <a:gd name="T6" fmla="*/ 138 w 31"/>
                  <a:gd name="T7" fmla="*/ 20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2" y="5"/>
                      <a:pt x="6" y="8"/>
                      <a:pt x="10" y="11"/>
                    </a:cubicBezTo>
                    <a:cubicBezTo>
                      <a:pt x="15" y="14"/>
                      <a:pt x="18" y="17"/>
                      <a:pt x="21" y="21"/>
                    </a:cubicBezTo>
                    <a:cubicBezTo>
                      <a:pt x="26" y="27"/>
                      <a:pt x="28" y="32"/>
                      <a:pt x="31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86" name="Freeform 650">
                <a:extLst>
                  <a:ext uri="{FF2B5EF4-FFF2-40B4-BE49-F238E27FC236}">
                    <a16:creationId xmlns:a16="http://schemas.microsoft.com/office/drawing/2014/main" id="{1EDFE2FA-D76A-427B-A8B9-115B19EC5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352"/>
                <a:ext cx="68" cy="38"/>
              </a:xfrm>
              <a:custGeom>
                <a:avLst/>
                <a:gdLst>
                  <a:gd name="T0" fmla="*/ 0 w 41"/>
                  <a:gd name="T1" fmla="*/ 5 h 22"/>
                  <a:gd name="T2" fmla="*/ 55 w 41"/>
                  <a:gd name="T3" fmla="*/ 0 h 22"/>
                  <a:gd name="T4" fmla="*/ 104 w 41"/>
                  <a:gd name="T5" fmla="*/ 16 h 22"/>
                  <a:gd name="T6" fmla="*/ 154 w 41"/>
                  <a:gd name="T7" fmla="*/ 57 h 22"/>
                  <a:gd name="T8" fmla="*/ 187 w 41"/>
                  <a:gd name="T9" fmla="*/ 1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2">
                    <a:moveTo>
                      <a:pt x="0" y="1"/>
                    </a:moveTo>
                    <a:cubicBezTo>
                      <a:pt x="3" y="2"/>
                      <a:pt x="8" y="0"/>
                      <a:pt x="12" y="0"/>
                    </a:cubicBezTo>
                    <a:cubicBezTo>
                      <a:pt x="16" y="1"/>
                      <a:pt x="20" y="2"/>
                      <a:pt x="23" y="3"/>
                    </a:cubicBezTo>
                    <a:cubicBezTo>
                      <a:pt x="27" y="5"/>
                      <a:pt x="32" y="8"/>
                      <a:pt x="34" y="11"/>
                    </a:cubicBezTo>
                    <a:cubicBezTo>
                      <a:pt x="37" y="15"/>
                      <a:pt x="38" y="19"/>
                      <a:pt x="41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87" name="Freeform 651">
                <a:extLst>
                  <a:ext uri="{FF2B5EF4-FFF2-40B4-BE49-F238E27FC236}">
                    <a16:creationId xmlns:a16="http://schemas.microsoft.com/office/drawing/2014/main" id="{3B2E4CBD-5736-47F1-A3B3-1AA4850D1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398"/>
                <a:ext cx="63" cy="63"/>
              </a:xfrm>
              <a:custGeom>
                <a:avLst/>
                <a:gdLst>
                  <a:gd name="T0" fmla="*/ 0 w 38"/>
                  <a:gd name="T1" fmla="*/ 0 h 36"/>
                  <a:gd name="T2" fmla="*/ 75 w 38"/>
                  <a:gd name="T3" fmla="*/ 28 h 36"/>
                  <a:gd name="T4" fmla="*/ 113 w 38"/>
                  <a:gd name="T5" fmla="*/ 58 h 36"/>
                  <a:gd name="T6" fmla="*/ 154 w 38"/>
                  <a:gd name="T7" fmla="*/ 135 h 36"/>
                  <a:gd name="T8" fmla="*/ 172 w 38"/>
                  <a:gd name="T9" fmla="*/ 19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5" y="1"/>
                      <a:pt x="11" y="3"/>
                      <a:pt x="16" y="5"/>
                    </a:cubicBezTo>
                    <a:cubicBezTo>
                      <a:pt x="20" y="6"/>
                      <a:pt x="22" y="8"/>
                      <a:pt x="25" y="11"/>
                    </a:cubicBezTo>
                    <a:cubicBezTo>
                      <a:pt x="28" y="16"/>
                      <a:pt x="32" y="20"/>
                      <a:pt x="34" y="25"/>
                    </a:cubicBezTo>
                    <a:cubicBezTo>
                      <a:pt x="36" y="28"/>
                      <a:pt x="36" y="33"/>
                      <a:pt x="38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88" name="Freeform 652">
                <a:extLst>
                  <a:ext uri="{FF2B5EF4-FFF2-40B4-BE49-F238E27FC236}">
                    <a16:creationId xmlns:a16="http://schemas.microsoft.com/office/drawing/2014/main" id="{C2EA7C56-9925-4863-B270-4F9A2BDB4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329"/>
                <a:ext cx="84" cy="24"/>
              </a:xfrm>
              <a:custGeom>
                <a:avLst/>
                <a:gdLst>
                  <a:gd name="T0" fmla="*/ 227 w 51"/>
                  <a:gd name="T1" fmla="*/ 70 h 14"/>
                  <a:gd name="T2" fmla="*/ 171 w 51"/>
                  <a:gd name="T3" fmla="*/ 29 h 14"/>
                  <a:gd name="T4" fmla="*/ 119 w 51"/>
                  <a:gd name="T5" fmla="*/ 9 h 14"/>
                  <a:gd name="T6" fmla="*/ 0 w 51"/>
                  <a:gd name="T7" fmla="*/ 1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4">
                    <a:moveTo>
                      <a:pt x="51" y="14"/>
                    </a:moveTo>
                    <a:cubicBezTo>
                      <a:pt x="47" y="13"/>
                      <a:pt x="42" y="8"/>
                      <a:pt x="38" y="6"/>
                    </a:cubicBezTo>
                    <a:cubicBezTo>
                      <a:pt x="35" y="4"/>
                      <a:pt x="31" y="3"/>
                      <a:pt x="27" y="2"/>
                    </a:cubicBezTo>
                    <a:cubicBezTo>
                      <a:pt x="18" y="0"/>
                      <a:pt x="9" y="3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89" name="Freeform 653">
                <a:extLst>
                  <a:ext uri="{FF2B5EF4-FFF2-40B4-BE49-F238E27FC236}">
                    <a16:creationId xmlns:a16="http://schemas.microsoft.com/office/drawing/2014/main" id="{56B88441-0804-4458-9F96-92B5BBEE1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318"/>
                <a:ext cx="81" cy="11"/>
              </a:xfrm>
              <a:custGeom>
                <a:avLst/>
                <a:gdLst>
                  <a:gd name="T0" fmla="*/ 0 w 49"/>
                  <a:gd name="T1" fmla="*/ 37 h 6"/>
                  <a:gd name="T2" fmla="*/ 58 w 49"/>
                  <a:gd name="T3" fmla="*/ 7 h 6"/>
                  <a:gd name="T4" fmla="*/ 122 w 49"/>
                  <a:gd name="T5" fmla="*/ 0 h 6"/>
                  <a:gd name="T6" fmla="*/ 222 w 49"/>
                  <a:gd name="T7" fmla="*/ 3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">
                    <a:moveTo>
                      <a:pt x="0" y="6"/>
                    </a:moveTo>
                    <a:cubicBezTo>
                      <a:pt x="1" y="5"/>
                      <a:pt x="10" y="2"/>
                      <a:pt x="13" y="1"/>
                    </a:cubicBezTo>
                    <a:cubicBezTo>
                      <a:pt x="17" y="0"/>
                      <a:pt x="22" y="1"/>
                      <a:pt x="27" y="0"/>
                    </a:cubicBezTo>
                    <a:cubicBezTo>
                      <a:pt x="35" y="0"/>
                      <a:pt x="41" y="2"/>
                      <a:pt x="49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90" name="Freeform 654">
                <a:extLst>
                  <a:ext uri="{FF2B5EF4-FFF2-40B4-BE49-F238E27FC236}">
                    <a16:creationId xmlns:a16="http://schemas.microsoft.com/office/drawing/2014/main" id="{D9FC5532-1910-46F4-8814-3F7762E34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571"/>
                <a:ext cx="49" cy="170"/>
              </a:xfrm>
              <a:custGeom>
                <a:avLst/>
                <a:gdLst>
                  <a:gd name="T0" fmla="*/ 0 w 30"/>
                  <a:gd name="T1" fmla="*/ 0 h 96"/>
                  <a:gd name="T2" fmla="*/ 54 w 30"/>
                  <a:gd name="T3" fmla="*/ 50 h 96"/>
                  <a:gd name="T4" fmla="*/ 88 w 30"/>
                  <a:gd name="T5" fmla="*/ 138 h 96"/>
                  <a:gd name="T6" fmla="*/ 77 w 30"/>
                  <a:gd name="T7" fmla="*/ 244 h 96"/>
                  <a:gd name="T8" fmla="*/ 101 w 30"/>
                  <a:gd name="T9" fmla="*/ 301 h 96"/>
                  <a:gd name="T10" fmla="*/ 131 w 30"/>
                  <a:gd name="T11" fmla="*/ 411 h 96"/>
                  <a:gd name="T12" fmla="*/ 118 w 30"/>
                  <a:gd name="T13" fmla="*/ 499 h 96"/>
                  <a:gd name="T14" fmla="*/ 113 w 30"/>
                  <a:gd name="T15" fmla="*/ 533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96">
                    <a:moveTo>
                      <a:pt x="0" y="0"/>
                    </a:moveTo>
                    <a:cubicBezTo>
                      <a:pt x="2" y="4"/>
                      <a:pt x="8" y="6"/>
                      <a:pt x="12" y="9"/>
                    </a:cubicBezTo>
                    <a:cubicBezTo>
                      <a:pt x="16" y="13"/>
                      <a:pt x="19" y="19"/>
                      <a:pt x="20" y="25"/>
                    </a:cubicBezTo>
                    <a:cubicBezTo>
                      <a:pt x="21" y="31"/>
                      <a:pt x="17" y="38"/>
                      <a:pt x="18" y="44"/>
                    </a:cubicBezTo>
                    <a:cubicBezTo>
                      <a:pt x="19" y="48"/>
                      <a:pt x="21" y="51"/>
                      <a:pt x="23" y="54"/>
                    </a:cubicBezTo>
                    <a:cubicBezTo>
                      <a:pt x="26" y="60"/>
                      <a:pt x="29" y="67"/>
                      <a:pt x="30" y="74"/>
                    </a:cubicBezTo>
                    <a:cubicBezTo>
                      <a:pt x="30" y="80"/>
                      <a:pt x="29" y="85"/>
                      <a:pt x="27" y="90"/>
                    </a:cubicBezTo>
                    <a:cubicBezTo>
                      <a:pt x="27" y="92"/>
                      <a:pt x="26" y="94"/>
                      <a:pt x="26" y="9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91" name="Freeform 655">
                <a:extLst>
                  <a:ext uri="{FF2B5EF4-FFF2-40B4-BE49-F238E27FC236}">
                    <a16:creationId xmlns:a16="http://schemas.microsoft.com/office/drawing/2014/main" id="{ED4E6060-8D6F-4F7C-8BB7-A463AB23B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74"/>
                <a:ext cx="42" cy="60"/>
              </a:xfrm>
              <a:custGeom>
                <a:avLst/>
                <a:gdLst>
                  <a:gd name="T0" fmla="*/ 0 w 25"/>
                  <a:gd name="T1" fmla="*/ 0 h 34"/>
                  <a:gd name="T2" fmla="*/ 96 w 25"/>
                  <a:gd name="T3" fmla="*/ 49 h 34"/>
                  <a:gd name="T4" fmla="*/ 119 w 25"/>
                  <a:gd name="T5" fmla="*/ 18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7" y="0"/>
                      <a:pt x="16" y="3"/>
                      <a:pt x="20" y="9"/>
                    </a:cubicBezTo>
                    <a:cubicBezTo>
                      <a:pt x="25" y="17"/>
                      <a:pt x="25" y="25"/>
                      <a:pt x="25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92" name="Freeform 656">
                <a:extLst>
                  <a:ext uri="{FF2B5EF4-FFF2-40B4-BE49-F238E27FC236}">
                    <a16:creationId xmlns:a16="http://schemas.microsoft.com/office/drawing/2014/main" id="{A9022D75-EB94-4A02-8876-BA2076FD3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511"/>
                <a:ext cx="35" cy="86"/>
              </a:xfrm>
              <a:custGeom>
                <a:avLst/>
                <a:gdLst>
                  <a:gd name="T0" fmla="*/ 0 w 21"/>
                  <a:gd name="T1" fmla="*/ 0 h 49"/>
                  <a:gd name="T2" fmla="*/ 42 w 21"/>
                  <a:gd name="T3" fmla="*/ 58 h 49"/>
                  <a:gd name="T4" fmla="*/ 83 w 21"/>
                  <a:gd name="T5" fmla="*/ 119 h 49"/>
                  <a:gd name="T6" fmla="*/ 92 w 21"/>
                  <a:gd name="T7" fmla="*/ 232 h 49"/>
                  <a:gd name="T8" fmla="*/ 97 w 21"/>
                  <a:gd name="T9" fmla="*/ 26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9">
                    <a:moveTo>
                      <a:pt x="0" y="0"/>
                    </a:moveTo>
                    <a:cubicBezTo>
                      <a:pt x="2" y="5"/>
                      <a:pt x="5" y="8"/>
                      <a:pt x="9" y="11"/>
                    </a:cubicBezTo>
                    <a:cubicBezTo>
                      <a:pt x="13" y="14"/>
                      <a:pt x="16" y="17"/>
                      <a:pt x="18" y="22"/>
                    </a:cubicBezTo>
                    <a:cubicBezTo>
                      <a:pt x="20" y="29"/>
                      <a:pt x="18" y="36"/>
                      <a:pt x="20" y="43"/>
                    </a:cubicBezTo>
                    <a:cubicBezTo>
                      <a:pt x="20" y="45"/>
                      <a:pt x="21" y="47"/>
                      <a:pt x="21" y="4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93" name="Freeform 657">
                <a:extLst>
                  <a:ext uri="{FF2B5EF4-FFF2-40B4-BE49-F238E27FC236}">
                    <a16:creationId xmlns:a16="http://schemas.microsoft.com/office/drawing/2014/main" id="{DBD8F7FA-2C14-4675-B242-304F03D5C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604"/>
                <a:ext cx="19" cy="78"/>
              </a:xfrm>
              <a:custGeom>
                <a:avLst/>
                <a:gdLst>
                  <a:gd name="T0" fmla="*/ 0 w 12"/>
                  <a:gd name="T1" fmla="*/ 0 h 44"/>
                  <a:gd name="T2" fmla="*/ 48 w 12"/>
                  <a:gd name="T3" fmla="*/ 145 h 44"/>
                  <a:gd name="T4" fmla="*/ 40 w 12"/>
                  <a:gd name="T5" fmla="*/ 211 h 44"/>
                  <a:gd name="T6" fmla="*/ 35 w 12"/>
                  <a:gd name="T7" fmla="*/ 24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4">
                    <a:moveTo>
                      <a:pt x="0" y="0"/>
                    </a:moveTo>
                    <a:cubicBezTo>
                      <a:pt x="5" y="9"/>
                      <a:pt x="12" y="16"/>
                      <a:pt x="12" y="26"/>
                    </a:cubicBezTo>
                    <a:cubicBezTo>
                      <a:pt x="12" y="30"/>
                      <a:pt x="11" y="34"/>
                      <a:pt x="10" y="38"/>
                    </a:cubicBezTo>
                    <a:cubicBezTo>
                      <a:pt x="10" y="40"/>
                      <a:pt x="9" y="44"/>
                      <a:pt x="9" y="4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94" name="Freeform 658">
                <a:extLst>
                  <a:ext uri="{FF2B5EF4-FFF2-40B4-BE49-F238E27FC236}">
                    <a16:creationId xmlns:a16="http://schemas.microsoft.com/office/drawing/2014/main" id="{74CE0FDF-BC46-48A0-92CF-DCF563AB2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566"/>
                <a:ext cx="23" cy="69"/>
              </a:xfrm>
              <a:custGeom>
                <a:avLst/>
                <a:gdLst>
                  <a:gd name="T0" fmla="*/ 0 w 14"/>
                  <a:gd name="T1" fmla="*/ 0 h 39"/>
                  <a:gd name="T2" fmla="*/ 49 w 14"/>
                  <a:gd name="T3" fmla="*/ 94 h 39"/>
                  <a:gd name="T4" fmla="*/ 58 w 14"/>
                  <a:gd name="T5" fmla="*/ 166 h 39"/>
                  <a:gd name="T6" fmla="*/ 62 w 14"/>
                  <a:gd name="T7" fmla="*/ 21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5" y="5"/>
                      <a:pt x="8" y="10"/>
                      <a:pt x="11" y="17"/>
                    </a:cubicBezTo>
                    <a:cubicBezTo>
                      <a:pt x="12" y="22"/>
                      <a:pt x="13" y="26"/>
                      <a:pt x="13" y="30"/>
                    </a:cubicBezTo>
                    <a:cubicBezTo>
                      <a:pt x="13" y="33"/>
                      <a:pt x="13" y="36"/>
                      <a:pt x="14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95" name="Freeform 659">
                <a:extLst>
                  <a:ext uri="{FF2B5EF4-FFF2-40B4-BE49-F238E27FC236}">
                    <a16:creationId xmlns:a16="http://schemas.microsoft.com/office/drawing/2014/main" id="{9F4C3F61-90FE-4AEF-90EE-352FFA36F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741"/>
                <a:ext cx="102" cy="293"/>
              </a:xfrm>
              <a:custGeom>
                <a:avLst/>
                <a:gdLst>
                  <a:gd name="T0" fmla="*/ 255 w 62"/>
                  <a:gd name="T1" fmla="*/ 0 h 166"/>
                  <a:gd name="T2" fmla="*/ 271 w 62"/>
                  <a:gd name="T3" fmla="*/ 152 h 166"/>
                  <a:gd name="T4" fmla="*/ 271 w 62"/>
                  <a:gd name="T5" fmla="*/ 215 h 166"/>
                  <a:gd name="T6" fmla="*/ 243 w 62"/>
                  <a:gd name="T7" fmla="*/ 265 h 166"/>
                  <a:gd name="T8" fmla="*/ 240 w 62"/>
                  <a:gd name="T9" fmla="*/ 387 h 166"/>
                  <a:gd name="T10" fmla="*/ 206 w 62"/>
                  <a:gd name="T11" fmla="*/ 538 h 166"/>
                  <a:gd name="T12" fmla="*/ 156 w 62"/>
                  <a:gd name="T13" fmla="*/ 616 h 166"/>
                  <a:gd name="T14" fmla="*/ 105 w 62"/>
                  <a:gd name="T15" fmla="*/ 807 h 166"/>
                  <a:gd name="T16" fmla="*/ 41 w 62"/>
                  <a:gd name="T17" fmla="*/ 879 h 166"/>
                  <a:gd name="T18" fmla="*/ 0 w 62"/>
                  <a:gd name="T19" fmla="*/ 913 h 1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166">
                    <a:moveTo>
                      <a:pt x="57" y="0"/>
                    </a:moveTo>
                    <a:cubicBezTo>
                      <a:pt x="57" y="9"/>
                      <a:pt x="61" y="19"/>
                      <a:pt x="61" y="28"/>
                    </a:cubicBezTo>
                    <a:cubicBezTo>
                      <a:pt x="62" y="32"/>
                      <a:pt x="62" y="36"/>
                      <a:pt x="61" y="39"/>
                    </a:cubicBezTo>
                    <a:cubicBezTo>
                      <a:pt x="60" y="43"/>
                      <a:pt x="57" y="45"/>
                      <a:pt x="55" y="48"/>
                    </a:cubicBezTo>
                    <a:cubicBezTo>
                      <a:pt x="51" y="54"/>
                      <a:pt x="54" y="63"/>
                      <a:pt x="54" y="70"/>
                    </a:cubicBezTo>
                    <a:cubicBezTo>
                      <a:pt x="54" y="80"/>
                      <a:pt x="54" y="91"/>
                      <a:pt x="46" y="98"/>
                    </a:cubicBezTo>
                    <a:cubicBezTo>
                      <a:pt x="41" y="102"/>
                      <a:pt x="36" y="106"/>
                      <a:pt x="35" y="112"/>
                    </a:cubicBezTo>
                    <a:cubicBezTo>
                      <a:pt x="31" y="124"/>
                      <a:pt x="33" y="137"/>
                      <a:pt x="24" y="147"/>
                    </a:cubicBezTo>
                    <a:cubicBezTo>
                      <a:pt x="20" y="152"/>
                      <a:pt x="15" y="157"/>
                      <a:pt x="9" y="160"/>
                    </a:cubicBezTo>
                    <a:cubicBezTo>
                      <a:pt x="6" y="161"/>
                      <a:pt x="2" y="163"/>
                      <a:pt x="0" y="16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96" name="Freeform 660">
                <a:extLst>
                  <a:ext uri="{FF2B5EF4-FFF2-40B4-BE49-F238E27FC236}">
                    <a16:creationId xmlns:a16="http://schemas.microsoft.com/office/drawing/2014/main" id="{A6E5B1B4-8E94-40C1-8509-6C0CDB6EE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3138"/>
                <a:ext cx="285" cy="50"/>
              </a:xfrm>
              <a:custGeom>
                <a:avLst/>
                <a:gdLst>
                  <a:gd name="T0" fmla="*/ 0 w 172"/>
                  <a:gd name="T1" fmla="*/ 0 h 28"/>
                  <a:gd name="T2" fmla="*/ 83 w 172"/>
                  <a:gd name="T3" fmla="*/ 109 h 28"/>
                  <a:gd name="T4" fmla="*/ 192 w 172"/>
                  <a:gd name="T5" fmla="*/ 96 h 28"/>
                  <a:gd name="T6" fmla="*/ 285 w 172"/>
                  <a:gd name="T7" fmla="*/ 109 h 28"/>
                  <a:gd name="T8" fmla="*/ 444 w 172"/>
                  <a:gd name="T9" fmla="*/ 130 h 28"/>
                  <a:gd name="T10" fmla="*/ 519 w 172"/>
                  <a:gd name="T11" fmla="*/ 96 h 28"/>
                  <a:gd name="T12" fmla="*/ 560 w 172"/>
                  <a:gd name="T13" fmla="*/ 114 h 28"/>
                  <a:gd name="T14" fmla="*/ 645 w 172"/>
                  <a:gd name="T15" fmla="*/ 125 h 28"/>
                  <a:gd name="T16" fmla="*/ 782 w 172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28">
                    <a:moveTo>
                      <a:pt x="0" y="0"/>
                    </a:moveTo>
                    <a:cubicBezTo>
                      <a:pt x="3" y="5"/>
                      <a:pt x="12" y="15"/>
                      <a:pt x="18" y="19"/>
                    </a:cubicBezTo>
                    <a:cubicBezTo>
                      <a:pt x="26" y="23"/>
                      <a:pt x="34" y="20"/>
                      <a:pt x="42" y="17"/>
                    </a:cubicBezTo>
                    <a:cubicBezTo>
                      <a:pt x="50" y="14"/>
                      <a:pt x="55" y="17"/>
                      <a:pt x="63" y="19"/>
                    </a:cubicBezTo>
                    <a:cubicBezTo>
                      <a:pt x="76" y="23"/>
                      <a:pt x="84" y="28"/>
                      <a:pt x="98" y="23"/>
                    </a:cubicBezTo>
                    <a:cubicBezTo>
                      <a:pt x="104" y="20"/>
                      <a:pt x="108" y="16"/>
                      <a:pt x="114" y="17"/>
                    </a:cubicBezTo>
                    <a:cubicBezTo>
                      <a:pt x="117" y="17"/>
                      <a:pt x="120" y="19"/>
                      <a:pt x="123" y="20"/>
                    </a:cubicBezTo>
                    <a:cubicBezTo>
                      <a:pt x="129" y="22"/>
                      <a:pt x="136" y="23"/>
                      <a:pt x="142" y="22"/>
                    </a:cubicBezTo>
                    <a:cubicBezTo>
                      <a:pt x="153" y="21"/>
                      <a:pt x="167" y="11"/>
                      <a:pt x="172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97" name="Freeform 661">
                <a:extLst>
                  <a:ext uri="{FF2B5EF4-FFF2-40B4-BE49-F238E27FC236}">
                    <a16:creationId xmlns:a16="http://schemas.microsoft.com/office/drawing/2014/main" id="{18BA19B8-E684-447D-87F9-D3457B1D5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3036"/>
                <a:ext cx="141" cy="104"/>
              </a:xfrm>
              <a:custGeom>
                <a:avLst/>
                <a:gdLst>
                  <a:gd name="T0" fmla="*/ 388 w 85"/>
                  <a:gd name="T1" fmla="*/ 0 h 59"/>
                  <a:gd name="T2" fmla="*/ 342 w 85"/>
                  <a:gd name="T3" fmla="*/ 78 h 59"/>
                  <a:gd name="T4" fmla="*/ 300 w 85"/>
                  <a:gd name="T5" fmla="*/ 137 h 59"/>
                  <a:gd name="T6" fmla="*/ 247 w 85"/>
                  <a:gd name="T7" fmla="*/ 152 h 59"/>
                  <a:gd name="T8" fmla="*/ 214 w 85"/>
                  <a:gd name="T9" fmla="*/ 196 h 59"/>
                  <a:gd name="T10" fmla="*/ 100 w 85"/>
                  <a:gd name="T11" fmla="*/ 308 h 59"/>
                  <a:gd name="T12" fmla="*/ 0 w 85"/>
                  <a:gd name="T13" fmla="*/ 31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59">
                    <a:moveTo>
                      <a:pt x="85" y="0"/>
                    </a:moveTo>
                    <a:cubicBezTo>
                      <a:pt x="82" y="0"/>
                      <a:pt x="77" y="11"/>
                      <a:pt x="75" y="14"/>
                    </a:cubicBezTo>
                    <a:cubicBezTo>
                      <a:pt x="73" y="19"/>
                      <a:pt x="71" y="22"/>
                      <a:pt x="66" y="25"/>
                    </a:cubicBezTo>
                    <a:cubicBezTo>
                      <a:pt x="62" y="26"/>
                      <a:pt x="58" y="27"/>
                      <a:pt x="54" y="28"/>
                    </a:cubicBezTo>
                    <a:cubicBezTo>
                      <a:pt x="50" y="29"/>
                      <a:pt x="49" y="31"/>
                      <a:pt x="47" y="36"/>
                    </a:cubicBezTo>
                    <a:cubicBezTo>
                      <a:pt x="41" y="47"/>
                      <a:pt x="35" y="54"/>
                      <a:pt x="22" y="56"/>
                    </a:cubicBezTo>
                    <a:cubicBezTo>
                      <a:pt x="14" y="57"/>
                      <a:pt x="7" y="59"/>
                      <a:pt x="0" y="5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98" name="Freeform 662">
                <a:extLst>
                  <a:ext uri="{FF2B5EF4-FFF2-40B4-BE49-F238E27FC236}">
                    <a16:creationId xmlns:a16="http://schemas.microsoft.com/office/drawing/2014/main" id="{EEB062C5-74AB-4E8A-AFD4-68249BE37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682"/>
                <a:ext cx="24" cy="105"/>
              </a:xfrm>
              <a:custGeom>
                <a:avLst/>
                <a:gdLst>
                  <a:gd name="T0" fmla="*/ 0 w 14"/>
                  <a:gd name="T1" fmla="*/ 0 h 59"/>
                  <a:gd name="T2" fmla="*/ 62 w 14"/>
                  <a:gd name="T3" fmla="*/ 194 h 59"/>
                  <a:gd name="T4" fmla="*/ 9 w 14"/>
                  <a:gd name="T5" fmla="*/ 3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9">
                    <a:moveTo>
                      <a:pt x="0" y="0"/>
                    </a:moveTo>
                    <a:cubicBezTo>
                      <a:pt x="5" y="11"/>
                      <a:pt x="14" y="21"/>
                      <a:pt x="12" y="34"/>
                    </a:cubicBezTo>
                    <a:cubicBezTo>
                      <a:pt x="10" y="42"/>
                      <a:pt x="6" y="52"/>
                      <a:pt x="2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99" name="Freeform 663">
                <a:extLst>
                  <a:ext uri="{FF2B5EF4-FFF2-40B4-BE49-F238E27FC236}">
                    <a16:creationId xmlns:a16="http://schemas.microsoft.com/office/drawing/2014/main" id="{BEF6C26C-0292-4349-961B-69F43F3B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902"/>
                <a:ext cx="38" cy="84"/>
              </a:xfrm>
              <a:custGeom>
                <a:avLst/>
                <a:gdLst>
                  <a:gd name="T0" fmla="*/ 97 w 23"/>
                  <a:gd name="T1" fmla="*/ 0 h 48"/>
                  <a:gd name="T2" fmla="*/ 0 w 23"/>
                  <a:gd name="T3" fmla="*/ 25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8">
                    <a:moveTo>
                      <a:pt x="22" y="0"/>
                    </a:moveTo>
                    <a:cubicBezTo>
                      <a:pt x="23" y="19"/>
                      <a:pt x="16" y="37"/>
                      <a:pt x="0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00" name="Freeform 664">
                <a:extLst>
                  <a:ext uri="{FF2B5EF4-FFF2-40B4-BE49-F238E27FC236}">
                    <a16:creationId xmlns:a16="http://schemas.microsoft.com/office/drawing/2014/main" id="{2B291C02-BF64-4D95-9C43-80616F8FD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3004"/>
                <a:ext cx="63" cy="73"/>
              </a:xfrm>
              <a:custGeom>
                <a:avLst/>
                <a:gdLst>
                  <a:gd name="T0" fmla="*/ 172 w 38"/>
                  <a:gd name="T1" fmla="*/ 0 h 41"/>
                  <a:gd name="T2" fmla="*/ 83 w 38"/>
                  <a:gd name="T3" fmla="*/ 187 h 41"/>
                  <a:gd name="T4" fmla="*/ 0 w 38"/>
                  <a:gd name="T5" fmla="*/ 23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38" y="0"/>
                    </a:moveTo>
                    <a:cubicBezTo>
                      <a:pt x="33" y="11"/>
                      <a:pt x="29" y="25"/>
                      <a:pt x="18" y="33"/>
                    </a:cubicBezTo>
                    <a:cubicBezTo>
                      <a:pt x="12" y="37"/>
                      <a:pt x="6" y="39"/>
                      <a:pt x="0" y="4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01" name="Freeform 665">
                <a:extLst>
                  <a:ext uri="{FF2B5EF4-FFF2-40B4-BE49-F238E27FC236}">
                    <a16:creationId xmlns:a16="http://schemas.microsoft.com/office/drawing/2014/main" id="{0AA43BAC-C662-4B51-A782-99D727206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133"/>
                <a:ext cx="93" cy="48"/>
              </a:xfrm>
              <a:custGeom>
                <a:avLst/>
                <a:gdLst>
                  <a:gd name="T0" fmla="*/ 256 w 56"/>
                  <a:gd name="T1" fmla="*/ 0 h 27"/>
                  <a:gd name="T2" fmla="*/ 221 w 56"/>
                  <a:gd name="T3" fmla="*/ 44 h 27"/>
                  <a:gd name="T4" fmla="*/ 168 w 56"/>
                  <a:gd name="T5" fmla="*/ 89 h 27"/>
                  <a:gd name="T6" fmla="*/ 83 w 56"/>
                  <a:gd name="T7" fmla="*/ 107 h 27"/>
                  <a:gd name="T8" fmla="*/ 0 w 56"/>
                  <a:gd name="T9" fmla="*/ 13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0"/>
                    </a:moveTo>
                    <a:cubicBezTo>
                      <a:pt x="55" y="3"/>
                      <a:pt x="50" y="6"/>
                      <a:pt x="48" y="8"/>
                    </a:cubicBezTo>
                    <a:cubicBezTo>
                      <a:pt x="45" y="11"/>
                      <a:pt x="41" y="14"/>
                      <a:pt x="37" y="16"/>
                    </a:cubicBezTo>
                    <a:cubicBezTo>
                      <a:pt x="31" y="18"/>
                      <a:pt x="25" y="18"/>
                      <a:pt x="18" y="19"/>
                    </a:cubicBezTo>
                    <a:cubicBezTo>
                      <a:pt x="13" y="20"/>
                      <a:pt x="5" y="27"/>
                      <a:pt x="0" y="2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02" name="Freeform 666">
                <a:extLst>
                  <a:ext uri="{FF2B5EF4-FFF2-40B4-BE49-F238E27FC236}">
                    <a16:creationId xmlns:a16="http://schemas.microsoft.com/office/drawing/2014/main" id="{BA784DF2-7916-4669-8D10-DFD0074FC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636"/>
                <a:ext cx="20" cy="85"/>
              </a:xfrm>
              <a:custGeom>
                <a:avLst/>
                <a:gdLst>
                  <a:gd name="T0" fmla="*/ 0 w 12"/>
                  <a:gd name="T1" fmla="*/ 0 h 48"/>
                  <a:gd name="T2" fmla="*/ 42 w 12"/>
                  <a:gd name="T3" fmla="*/ 135 h 48"/>
                  <a:gd name="T4" fmla="*/ 37 w 12"/>
                  <a:gd name="T5" fmla="*/ 26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0" y="0"/>
                    </a:moveTo>
                    <a:cubicBezTo>
                      <a:pt x="5" y="6"/>
                      <a:pt x="8" y="16"/>
                      <a:pt x="9" y="24"/>
                    </a:cubicBezTo>
                    <a:cubicBezTo>
                      <a:pt x="10" y="30"/>
                      <a:pt x="12" y="42"/>
                      <a:pt x="8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03" name="Freeform 667">
                <a:extLst>
                  <a:ext uri="{FF2B5EF4-FFF2-40B4-BE49-F238E27FC236}">
                    <a16:creationId xmlns:a16="http://schemas.microsoft.com/office/drawing/2014/main" id="{98431778-C472-4E42-812F-3644EE4B7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802"/>
                <a:ext cx="21" cy="96"/>
              </a:xfrm>
              <a:custGeom>
                <a:avLst/>
                <a:gdLst>
                  <a:gd name="T0" fmla="*/ 39 w 13"/>
                  <a:gd name="T1" fmla="*/ 0 h 54"/>
                  <a:gd name="T2" fmla="*/ 50 w 13"/>
                  <a:gd name="T3" fmla="*/ 101 h 54"/>
                  <a:gd name="T4" fmla="*/ 42 w 13"/>
                  <a:gd name="T5" fmla="*/ 196 h 54"/>
                  <a:gd name="T6" fmla="*/ 0 w 13"/>
                  <a:gd name="T7" fmla="*/ 30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4">
                    <a:moveTo>
                      <a:pt x="9" y="0"/>
                    </a:moveTo>
                    <a:cubicBezTo>
                      <a:pt x="9" y="6"/>
                      <a:pt x="12" y="12"/>
                      <a:pt x="12" y="18"/>
                    </a:cubicBezTo>
                    <a:cubicBezTo>
                      <a:pt x="13" y="24"/>
                      <a:pt x="11" y="29"/>
                      <a:pt x="10" y="35"/>
                    </a:cubicBezTo>
                    <a:cubicBezTo>
                      <a:pt x="8" y="42"/>
                      <a:pt x="4" y="49"/>
                      <a:pt x="0" y="5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04" name="Freeform 668">
                <a:extLst>
                  <a:ext uri="{FF2B5EF4-FFF2-40B4-BE49-F238E27FC236}">
                    <a16:creationId xmlns:a16="http://schemas.microsoft.com/office/drawing/2014/main" id="{ED027818-CA4B-40B8-B78C-402F96A5A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741"/>
                <a:ext cx="19" cy="102"/>
              </a:xfrm>
              <a:custGeom>
                <a:avLst/>
                <a:gdLst>
                  <a:gd name="T0" fmla="*/ 28 w 11"/>
                  <a:gd name="T1" fmla="*/ 0 h 58"/>
                  <a:gd name="T2" fmla="*/ 50 w 11"/>
                  <a:gd name="T3" fmla="*/ 86 h 58"/>
                  <a:gd name="T4" fmla="*/ 48 w 11"/>
                  <a:gd name="T5" fmla="*/ 186 h 58"/>
                  <a:gd name="T6" fmla="*/ 28 w 11"/>
                  <a:gd name="T7" fmla="*/ 266 h 58"/>
                  <a:gd name="T8" fmla="*/ 0 w 11"/>
                  <a:gd name="T9" fmla="*/ 3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8">
                    <a:moveTo>
                      <a:pt x="5" y="0"/>
                    </a:moveTo>
                    <a:cubicBezTo>
                      <a:pt x="5" y="5"/>
                      <a:pt x="9" y="11"/>
                      <a:pt x="10" y="16"/>
                    </a:cubicBezTo>
                    <a:cubicBezTo>
                      <a:pt x="11" y="22"/>
                      <a:pt x="10" y="28"/>
                      <a:pt x="9" y="34"/>
                    </a:cubicBezTo>
                    <a:cubicBezTo>
                      <a:pt x="8" y="39"/>
                      <a:pt x="8" y="44"/>
                      <a:pt x="5" y="49"/>
                    </a:cubicBezTo>
                    <a:cubicBezTo>
                      <a:pt x="3" y="53"/>
                      <a:pt x="1" y="55"/>
                      <a:pt x="0" y="5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05" name="Freeform 669">
                <a:extLst>
                  <a:ext uri="{FF2B5EF4-FFF2-40B4-BE49-F238E27FC236}">
                    <a16:creationId xmlns:a16="http://schemas.microsoft.com/office/drawing/2014/main" id="{F0DA8BE6-6788-48DE-AD0D-234EB5875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960"/>
                <a:ext cx="47" cy="74"/>
              </a:xfrm>
              <a:custGeom>
                <a:avLst/>
                <a:gdLst>
                  <a:gd name="T0" fmla="*/ 133 w 28"/>
                  <a:gd name="T1" fmla="*/ 0 h 42"/>
                  <a:gd name="T2" fmla="*/ 91 w 28"/>
                  <a:gd name="T3" fmla="*/ 127 h 42"/>
                  <a:gd name="T4" fmla="*/ 0 w 28"/>
                  <a:gd name="T5" fmla="*/ 22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8" y="0"/>
                    </a:moveTo>
                    <a:cubicBezTo>
                      <a:pt x="26" y="8"/>
                      <a:pt x="24" y="15"/>
                      <a:pt x="19" y="23"/>
                    </a:cubicBezTo>
                    <a:cubicBezTo>
                      <a:pt x="14" y="31"/>
                      <a:pt x="5" y="35"/>
                      <a:pt x="0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06" name="Freeform 670">
                <a:extLst>
                  <a:ext uri="{FF2B5EF4-FFF2-40B4-BE49-F238E27FC236}">
                    <a16:creationId xmlns:a16="http://schemas.microsoft.com/office/drawing/2014/main" id="{E98ECA5C-71E3-438F-AFC0-BE13638FA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850"/>
                <a:ext cx="35" cy="105"/>
              </a:xfrm>
              <a:custGeom>
                <a:avLst/>
                <a:gdLst>
                  <a:gd name="T0" fmla="*/ 78 w 21"/>
                  <a:gd name="T1" fmla="*/ 0 h 59"/>
                  <a:gd name="T2" fmla="*/ 70 w 21"/>
                  <a:gd name="T3" fmla="*/ 219 h 59"/>
                  <a:gd name="T4" fmla="*/ 0 w 21"/>
                  <a:gd name="T5" fmla="*/ 3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9">
                    <a:moveTo>
                      <a:pt x="17" y="0"/>
                    </a:moveTo>
                    <a:cubicBezTo>
                      <a:pt x="18" y="14"/>
                      <a:pt x="21" y="25"/>
                      <a:pt x="15" y="39"/>
                    </a:cubicBezTo>
                    <a:cubicBezTo>
                      <a:pt x="11" y="46"/>
                      <a:pt x="6" y="55"/>
                      <a:pt x="0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07" name="Freeform 671">
                <a:extLst>
                  <a:ext uri="{FF2B5EF4-FFF2-40B4-BE49-F238E27FC236}">
                    <a16:creationId xmlns:a16="http://schemas.microsoft.com/office/drawing/2014/main" id="{88F08F47-2903-4F78-AB5A-603A39A99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3075"/>
                <a:ext cx="63" cy="51"/>
              </a:xfrm>
              <a:custGeom>
                <a:avLst/>
                <a:gdLst>
                  <a:gd name="T0" fmla="*/ 172 w 38"/>
                  <a:gd name="T1" fmla="*/ 0 h 29"/>
                  <a:gd name="T2" fmla="*/ 88 w 38"/>
                  <a:gd name="T3" fmla="*/ 114 h 29"/>
                  <a:gd name="T4" fmla="*/ 0 w 38"/>
                  <a:gd name="T5" fmla="*/ 15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29" y="3"/>
                      <a:pt x="26" y="15"/>
                      <a:pt x="19" y="21"/>
                    </a:cubicBezTo>
                    <a:cubicBezTo>
                      <a:pt x="13" y="26"/>
                      <a:pt x="6" y="26"/>
                      <a:pt x="0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08" name="Freeform 672">
                <a:extLst>
                  <a:ext uri="{FF2B5EF4-FFF2-40B4-BE49-F238E27FC236}">
                    <a16:creationId xmlns:a16="http://schemas.microsoft.com/office/drawing/2014/main" id="{6D257633-E1BC-4B80-AC4D-0C8DCFB40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179"/>
                <a:ext cx="96" cy="14"/>
              </a:xfrm>
              <a:custGeom>
                <a:avLst/>
                <a:gdLst>
                  <a:gd name="T0" fmla="*/ 263 w 58"/>
                  <a:gd name="T1" fmla="*/ 0 h 8"/>
                  <a:gd name="T2" fmla="*/ 180 w 58"/>
                  <a:gd name="T3" fmla="*/ 33 h 8"/>
                  <a:gd name="T4" fmla="*/ 91 w 58"/>
                  <a:gd name="T5" fmla="*/ 28 h 8"/>
                  <a:gd name="T6" fmla="*/ 0 w 58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">
                    <a:moveTo>
                      <a:pt x="58" y="0"/>
                    </a:moveTo>
                    <a:cubicBezTo>
                      <a:pt x="53" y="3"/>
                      <a:pt x="45" y="5"/>
                      <a:pt x="40" y="6"/>
                    </a:cubicBezTo>
                    <a:cubicBezTo>
                      <a:pt x="33" y="8"/>
                      <a:pt x="26" y="6"/>
                      <a:pt x="20" y="5"/>
                    </a:cubicBezTo>
                    <a:cubicBezTo>
                      <a:pt x="15" y="4"/>
                      <a:pt x="2" y="6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09" name="Freeform 673">
                <a:extLst>
                  <a:ext uri="{FF2B5EF4-FFF2-40B4-BE49-F238E27FC236}">
                    <a16:creationId xmlns:a16="http://schemas.microsoft.com/office/drawing/2014/main" id="{407F8C9D-F860-4EB5-B197-07B29F24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107"/>
                <a:ext cx="66" cy="47"/>
              </a:xfrm>
              <a:custGeom>
                <a:avLst/>
                <a:gdLst>
                  <a:gd name="T0" fmla="*/ 180 w 40"/>
                  <a:gd name="T1" fmla="*/ 0 h 27"/>
                  <a:gd name="T2" fmla="*/ 89 w 40"/>
                  <a:gd name="T3" fmla="*/ 99 h 27"/>
                  <a:gd name="T4" fmla="*/ 0 w 40"/>
                  <a:gd name="T5" fmla="*/ 13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7">
                    <a:moveTo>
                      <a:pt x="40" y="0"/>
                    </a:moveTo>
                    <a:cubicBezTo>
                      <a:pt x="39" y="10"/>
                      <a:pt x="27" y="15"/>
                      <a:pt x="20" y="19"/>
                    </a:cubicBezTo>
                    <a:cubicBezTo>
                      <a:pt x="14" y="23"/>
                      <a:pt x="7" y="27"/>
                      <a:pt x="0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10" name="Freeform 674">
                <a:extLst>
                  <a:ext uri="{FF2B5EF4-FFF2-40B4-BE49-F238E27FC236}">
                    <a16:creationId xmlns:a16="http://schemas.microsoft.com/office/drawing/2014/main" id="{B140AF1E-DC2C-44CF-AC1A-EAD7A1799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3059"/>
                <a:ext cx="65" cy="58"/>
              </a:xfrm>
              <a:custGeom>
                <a:avLst/>
                <a:gdLst>
                  <a:gd name="T0" fmla="*/ 180 w 39"/>
                  <a:gd name="T1" fmla="*/ 0 h 33"/>
                  <a:gd name="T2" fmla="*/ 158 w 39"/>
                  <a:gd name="T3" fmla="*/ 56 h 33"/>
                  <a:gd name="T4" fmla="*/ 112 w 39"/>
                  <a:gd name="T5" fmla="*/ 109 h 33"/>
                  <a:gd name="T6" fmla="*/ 0 w 39"/>
                  <a:gd name="T7" fmla="*/ 17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3">
                    <a:moveTo>
                      <a:pt x="39" y="0"/>
                    </a:moveTo>
                    <a:cubicBezTo>
                      <a:pt x="37" y="3"/>
                      <a:pt x="36" y="7"/>
                      <a:pt x="34" y="10"/>
                    </a:cubicBezTo>
                    <a:cubicBezTo>
                      <a:pt x="31" y="14"/>
                      <a:pt x="28" y="17"/>
                      <a:pt x="24" y="20"/>
                    </a:cubicBezTo>
                    <a:cubicBezTo>
                      <a:pt x="16" y="25"/>
                      <a:pt x="8" y="28"/>
                      <a:pt x="0" y="3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11" name="Freeform 675">
                <a:extLst>
                  <a:ext uri="{FF2B5EF4-FFF2-40B4-BE49-F238E27FC236}">
                    <a16:creationId xmlns:a16="http://schemas.microsoft.com/office/drawing/2014/main" id="{DB4B6823-4633-4D5C-AE8A-9D593918B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3177"/>
                <a:ext cx="83" cy="13"/>
              </a:xfrm>
              <a:custGeom>
                <a:avLst/>
                <a:gdLst>
                  <a:gd name="T0" fmla="*/ 0 w 50"/>
                  <a:gd name="T1" fmla="*/ 0 h 7"/>
                  <a:gd name="T2" fmla="*/ 55 w 50"/>
                  <a:gd name="T3" fmla="*/ 32 h 7"/>
                  <a:gd name="T4" fmla="*/ 146 w 50"/>
                  <a:gd name="T5" fmla="*/ 37 h 7"/>
                  <a:gd name="T6" fmla="*/ 229 w 50"/>
                  <a:gd name="T7" fmla="*/ 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">
                    <a:moveTo>
                      <a:pt x="0" y="0"/>
                    </a:moveTo>
                    <a:cubicBezTo>
                      <a:pt x="4" y="1"/>
                      <a:pt x="8" y="4"/>
                      <a:pt x="12" y="5"/>
                    </a:cubicBezTo>
                    <a:cubicBezTo>
                      <a:pt x="18" y="7"/>
                      <a:pt x="26" y="7"/>
                      <a:pt x="32" y="6"/>
                    </a:cubicBezTo>
                    <a:cubicBezTo>
                      <a:pt x="38" y="5"/>
                      <a:pt x="44" y="4"/>
                      <a:pt x="5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12" name="Freeform 676">
                <a:extLst>
                  <a:ext uri="{FF2B5EF4-FFF2-40B4-BE49-F238E27FC236}">
                    <a16:creationId xmlns:a16="http://schemas.microsoft.com/office/drawing/2014/main" id="{10BA72CF-50AE-4D02-8D72-DD52B6600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135"/>
                <a:ext cx="66" cy="34"/>
              </a:xfrm>
              <a:custGeom>
                <a:avLst/>
                <a:gdLst>
                  <a:gd name="T0" fmla="*/ 180 w 40"/>
                  <a:gd name="T1" fmla="*/ 109 h 19"/>
                  <a:gd name="T2" fmla="*/ 0 w 40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9">
                    <a:moveTo>
                      <a:pt x="40" y="19"/>
                    </a:moveTo>
                    <a:cubicBezTo>
                      <a:pt x="30" y="12"/>
                      <a:pt x="4" y="1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13" name="Freeform 677">
                <a:extLst>
                  <a:ext uri="{FF2B5EF4-FFF2-40B4-BE49-F238E27FC236}">
                    <a16:creationId xmlns:a16="http://schemas.microsoft.com/office/drawing/2014/main" id="{043D3A34-2A25-415C-A307-278EDDB89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190"/>
                <a:ext cx="91" cy="14"/>
              </a:xfrm>
              <a:custGeom>
                <a:avLst/>
                <a:gdLst>
                  <a:gd name="T0" fmla="*/ 0 w 55"/>
                  <a:gd name="T1" fmla="*/ 0 h 8"/>
                  <a:gd name="T2" fmla="*/ 117 w 55"/>
                  <a:gd name="T3" fmla="*/ 37 h 8"/>
                  <a:gd name="T4" fmla="*/ 250 w 55"/>
                  <a:gd name="T5" fmla="*/ 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8">
                    <a:moveTo>
                      <a:pt x="0" y="0"/>
                    </a:moveTo>
                    <a:cubicBezTo>
                      <a:pt x="7" y="8"/>
                      <a:pt x="16" y="8"/>
                      <a:pt x="26" y="7"/>
                    </a:cubicBezTo>
                    <a:cubicBezTo>
                      <a:pt x="35" y="7"/>
                      <a:pt x="47" y="5"/>
                      <a:pt x="5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14" name="Freeform 678">
                <a:extLst>
                  <a:ext uri="{FF2B5EF4-FFF2-40B4-BE49-F238E27FC236}">
                    <a16:creationId xmlns:a16="http://schemas.microsoft.com/office/drawing/2014/main" id="{1357C00C-2731-42B4-8456-0A8BEAE00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3160"/>
                <a:ext cx="73" cy="30"/>
              </a:xfrm>
              <a:custGeom>
                <a:avLst/>
                <a:gdLst>
                  <a:gd name="T0" fmla="*/ 201 w 44"/>
                  <a:gd name="T1" fmla="*/ 94 h 17"/>
                  <a:gd name="T2" fmla="*/ 126 w 44"/>
                  <a:gd name="T3" fmla="*/ 86 h 17"/>
                  <a:gd name="T4" fmla="*/ 75 w 44"/>
                  <a:gd name="T5" fmla="*/ 72 h 17"/>
                  <a:gd name="T6" fmla="*/ 22 w 44"/>
                  <a:gd name="T7" fmla="*/ 37 h 17"/>
                  <a:gd name="T8" fmla="*/ 0 w 4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7">
                    <a:moveTo>
                      <a:pt x="44" y="17"/>
                    </a:moveTo>
                    <a:cubicBezTo>
                      <a:pt x="39" y="15"/>
                      <a:pt x="33" y="17"/>
                      <a:pt x="28" y="16"/>
                    </a:cubicBezTo>
                    <a:cubicBezTo>
                      <a:pt x="24" y="16"/>
                      <a:pt x="20" y="14"/>
                      <a:pt x="16" y="13"/>
                    </a:cubicBezTo>
                    <a:cubicBezTo>
                      <a:pt x="12" y="12"/>
                      <a:pt x="9" y="10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15" name="Freeform 679">
                <a:extLst>
                  <a:ext uri="{FF2B5EF4-FFF2-40B4-BE49-F238E27FC236}">
                    <a16:creationId xmlns:a16="http://schemas.microsoft.com/office/drawing/2014/main" id="{4886E45F-C390-4047-8DB8-51E624873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128"/>
                <a:ext cx="60" cy="30"/>
              </a:xfrm>
              <a:custGeom>
                <a:avLst/>
                <a:gdLst>
                  <a:gd name="T0" fmla="*/ 167 w 36"/>
                  <a:gd name="T1" fmla="*/ 94 h 17"/>
                  <a:gd name="T2" fmla="*/ 103 w 36"/>
                  <a:gd name="T3" fmla="*/ 78 h 17"/>
                  <a:gd name="T4" fmla="*/ 55 w 36"/>
                  <a:gd name="T5" fmla="*/ 60 h 17"/>
                  <a:gd name="T6" fmla="*/ 0 w 3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36" y="17"/>
                    </a:moveTo>
                    <a:cubicBezTo>
                      <a:pt x="31" y="17"/>
                      <a:pt x="27" y="15"/>
                      <a:pt x="22" y="14"/>
                    </a:cubicBezTo>
                    <a:cubicBezTo>
                      <a:pt x="18" y="13"/>
                      <a:pt x="16" y="13"/>
                      <a:pt x="12" y="11"/>
                    </a:cubicBezTo>
                    <a:cubicBezTo>
                      <a:pt x="8" y="8"/>
                      <a:pt x="3" y="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16" name="Freeform 680">
                <a:extLst>
                  <a:ext uri="{FF2B5EF4-FFF2-40B4-BE49-F238E27FC236}">
                    <a16:creationId xmlns:a16="http://schemas.microsoft.com/office/drawing/2014/main" id="{37E7648B-99D0-4068-B8D2-BCF8661BD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709"/>
                <a:ext cx="36" cy="74"/>
              </a:xfrm>
              <a:custGeom>
                <a:avLst/>
                <a:gdLst>
                  <a:gd name="T0" fmla="*/ 97 w 22"/>
                  <a:gd name="T1" fmla="*/ 28 h 42"/>
                  <a:gd name="T2" fmla="*/ 75 w 22"/>
                  <a:gd name="T3" fmla="*/ 0 h 42"/>
                  <a:gd name="T4" fmla="*/ 18 w 22"/>
                  <a:gd name="T5" fmla="*/ 16 h 42"/>
                  <a:gd name="T6" fmla="*/ 18 w 22"/>
                  <a:gd name="T7" fmla="*/ 127 h 42"/>
                  <a:gd name="T8" fmla="*/ 43 w 22"/>
                  <a:gd name="T9" fmla="*/ 217 h 42"/>
                  <a:gd name="T10" fmla="*/ 92 w 22"/>
                  <a:gd name="T11" fmla="*/ 217 h 42"/>
                  <a:gd name="T12" fmla="*/ 92 w 22"/>
                  <a:gd name="T13" fmla="*/ 2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2">
                    <a:moveTo>
                      <a:pt x="22" y="5"/>
                    </a:moveTo>
                    <a:cubicBezTo>
                      <a:pt x="21" y="2"/>
                      <a:pt x="21" y="0"/>
                      <a:pt x="17" y="0"/>
                    </a:cubicBezTo>
                    <a:cubicBezTo>
                      <a:pt x="14" y="0"/>
                      <a:pt x="6" y="1"/>
                      <a:pt x="4" y="3"/>
                    </a:cubicBezTo>
                    <a:cubicBezTo>
                      <a:pt x="0" y="5"/>
                      <a:pt x="3" y="18"/>
                      <a:pt x="4" y="23"/>
                    </a:cubicBezTo>
                    <a:cubicBezTo>
                      <a:pt x="4" y="28"/>
                      <a:pt x="4" y="38"/>
                      <a:pt x="10" y="40"/>
                    </a:cubicBezTo>
                    <a:cubicBezTo>
                      <a:pt x="13" y="42"/>
                      <a:pt x="17" y="41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17" name="Freeform 681">
                <a:extLst>
                  <a:ext uri="{FF2B5EF4-FFF2-40B4-BE49-F238E27FC236}">
                    <a16:creationId xmlns:a16="http://schemas.microsoft.com/office/drawing/2014/main" id="{8EB1D712-87A8-40FD-B058-6DAA82AC6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574"/>
                <a:ext cx="44" cy="75"/>
              </a:xfrm>
              <a:custGeom>
                <a:avLst/>
                <a:gdLst>
                  <a:gd name="T0" fmla="*/ 78 w 26"/>
                  <a:gd name="T1" fmla="*/ 239 h 42"/>
                  <a:gd name="T2" fmla="*/ 0 w 26"/>
                  <a:gd name="T3" fmla="*/ 171 h 42"/>
                  <a:gd name="T4" fmla="*/ 41 w 26"/>
                  <a:gd name="T5" fmla="*/ 23 h 42"/>
                  <a:gd name="T6" fmla="*/ 112 w 26"/>
                  <a:gd name="T7" fmla="*/ 29 h 42"/>
                  <a:gd name="T8" fmla="*/ 125 w 26"/>
                  <a:gd name="T9" fmla="*/ 6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16" y="42"/>
                    </a:moveTo>
                    <a:cubicBezTo>
                      <a:pt x="7" y="42"/>
                      <a:pt x="1" y="40"/>
                      <a:pt x="0" y="30"/>
                    </a:cubicBezTo>
                    <a:cubicBezTo>
                      <a:pt x="0" y="23"/>
                      <a:pt x="3" y="10"/>
                      <a:pt x="8" y="4"/>
                    </a:cubicBezTo>
                    <a:cubicBezTo>
                      <a:pt x="12" y="0"/>
                      <a:pt x="19" y="3"/>
                      <a:pt x="23" y="5"/>
                    </a:cubicBezTo>
                    <a:cubicBezTo>
                      <a:pt x="26" y="6"/>
                      <a:pt x="26" y="7"/>
                      <a:pt x="26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18" name="Freeform 682">
                <a:extLst>
                  <a:ext uri="{FF2B5EF4-FFF2-40B4-BE49-F238E27FC236}">
                    <a16:creationId xmlns:a16="http://schemas.microsoft.com/office/drawing/2014/main" id="{32734EC3-49F3-46BC-BF55-BF75889CC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31"/>
                <a:ext cx="35" cy="74"/>
              </a:xfrm>
              <a:custGeom>
                <a:avLst/>
                <a:gdLst>
                  <a:gd name="T0" fmla="*/ 55 w 21"/>
                  <a:gd name="T1" fmla="*/ 0 h 42"/>
                  <a:gd name="T2" fmla="*/ 28 w 21"/>
                  <a:gd name="T3" fmla="*/ 16 h 42"/>
                  <a:gd name="T4" fmla="*/ 0 w 21"/>
                  <a:gd name="T5" fmla="*/ 44 h 42"/>
                  <a:gd name="T6" fmla="*/ 13 w 21"/>
                  <a:gd name="T7" fmla="*/ 109 h 42"/>
                  <a:gd name="T8" fmla="*/ 28 w 21"/>
                  <a:gd name="T9" fmla="*/ 171 h 42"/>
                  <a:gd name="T10" fmla="*/ 63 w 21"/>
                  <a:gd name="T11" fmla="*/ 224 h 42"/>
                  <a:gd name="T12" fmla="*/ 97 w 21"/>
                  <a:gd name="T13" fmla="*/ 208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2">
                    <a:moveTo>
                      <a:pt x="12" y="0"/>
                    </a:moveTo>
                    <a:cubicBezTo>
                      <a:pt x="10" y="0"/>
                      <a:pt x="7" y="2"/>
                      <a:pt x="6" y="3"/>
                    </a:cubicBezTo>
                    <a:cubicBezTo>
                      <a:pt x="3" y="4"/>
                      <a:pt x="1" y="5"/>
                      <a:pt x="0" y="8"/>
                    </a:cubicBezTo>
                    <a:cubicBezTo>
                      <a:pt x="0" y="12"/>
                      <a:pt x="2" y="16"/>
                      <a:pt x="3" y="20"/>
                    </a:cubicBezTo>
                    <a:cubicBezTo>
                      <a:pt x="4" y="24"/>
                      <a:pt x="5" y="28"/>
                      <a:pt x="6" y="31"/>
                    </a:cubicBezTo>
                    <a:cubicBezTo>
                      <a:pt x="7" y="36"/>
                      <a:pt x="9" y="42"/>
                      <a:pt x="14" y="41"/>
                    </a:cubicBezTo>
                    <a:cubicBezTo>
                      <a:pt x="17" y="41"/>
                      <a:pt x="20" y="40"/>
                      <a:pt x="21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19" name="Freeform 683">
                <a:extLst>
                  <a:ext uri="{FF2B5EF4-FFF2-40B4-BE49-F238E27FC236}">
                    <a16:creationId xmlns:a16="http://schemas.microsoft.com/office/drawing/2014/main" id="{2BBF2C7C-9B88-4716-8B04-045313CD8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956"/>
                <a:ext cx="58" cy="69"/>
              </a:xfrm>
              <a:custGeom>
                <a:avLst/>
                <a:gdLst>
                  <a:gd name="T0" fmla="*/ 76 w 35"/>
                  <a:gd name="T1" fmla="*/ 16 h 39"/>
                  <a:gd name="T2" fmla="*/ 22 w 35"/>
                  <a:gd name="T3" fmla="*/ 50 h 39"/>
                  <a:gd name="T4" fmla="*/ 68 w 35"/>
                  <a:gd name="T5" fmla="*/ 172 h 39"/>
                  <a:gd name="T6" fmla="*/ 126 w 35"/>
                  <a:gd name="T7" fmla="*/ 211 h 39"/>
                  <a:gd name="T8" fmla="*/ 159 w 35"/>
                  <a:gd name="T9" fmla="*/ 17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9">
                    <a:moveTo>
                      <a:pt x="17" y="3"/>
                    </a:moveTo>
                    <a:cubicBezTo>
                      <a:pt x="12" y="0"/>
                      <a:pt x="7" y="6"/>
                      <a:pt x="5" y="9"/>
                    </a:cubicBezTo>
                    <a:cubicBezTo>
                      <a:pt x="0" y="16"/>
                      <a:pt x="10" y="26"/>
                      <a:pt x="15" y="31"/>
                    </a:cubicBezTo>
                    <a:cubicBezTo>
                      <a:pt x="19" y="35"/>
                      <a:pt x="23" y="39"/>
                      <a:pt x="28" y="38"/>
                    </a:cubicBezTo>
                    <a:cubicBezTo>
                      <a:pt x="31" y="38"/>
                      <a:pt x="35" y="36"/>
                      <a:pt x="35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20" name="Freeform 684">
                <a:extLst>
                  <a:ext uri="{FF2B5EF4-FFF2-40B4-BE49-F238E27FC236}">
                    <a16:creationId xmlns:a16="http://schemas.microsoft.com/office/drawing/2014/main" id="{D912986C-E0B5-4904-8BCB-1AB93AFA5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3066"/>
                <a:ext cx="61" cy="76"/>
              </a:xfrm>
              <a:custGeom>
                <a:avLst/>
                <a:gdLst>
                  <a:gd name="T0" fmla="*/ 43 w 37"/>
                  <a:gd name="T1" fmla="*/ 34 h 43"/>
                  <a:gd name="T2" fmla="*/ 8 w 37"/>
                  <a:gd name="T3" fmla="*/ 85 h 43"/>
                  <a:gd name="T4" fmla="*/ 81 w 37"/>
                  <a:gd name="T5" fmla="*/ 200 h 43"/>
                  <a:gd name="T6" fmla="*/ 147 w 37"/>
                  <a:gd name="T7" fmla="*/ 203 h 43"/>
                  <a:gd name="T8" fmla="*/ 158 w 37"/>
                  <a:gd name="T9" fmla="*/ 1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3">
                    <a:moveTo>
                      <a:pt x="10" y="6"/>
                    </a:moveTo>
                    <a:cubicBezTo>
                      <a:pt x="8" y="0"/>
                      <a:pt x="2" y="13"/>
                      <a:pt x="2" y="15"/>
                    </a:cubicBezTo>
                    <a:cubicBezTo>
                      <a:pt x="0" y="24"/>
                      <a:pt x="11" y="32"/>
                      <a:pt x="18" y="36"/>
                    </a:cubicBezTo>
                    <a:cubicBezTo>
                      <a:pt x="22" y="38"/>
                      <a:pt x="29" y="43"/>
                      <a:pt x="33" y="37"/>
                    </a:cubicBezTo>
                    <a:cubicBezTo>
                      <a:pt x="35" y="35"/>
                      <a:pt x="37" y="30"/>
                      <a:pt x="35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21" name="Freeform 685">
                <a:extLst>
                  <a:ext uri="{FF2B5EF4-FFF2-40B4-BE49-F238E27FC236}">
                    <a16:creationId xmlns:a16="http://schemas.microsoft.com/office/drawing/2014/main" id="{C8410D3C-C2A7-41CE-8930-223E1208F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643"/>
                <a:ext cx="20" cy="69"/>
              </a:xfrm>
              <a:custGeom>
                <a:avLst/>
                <a:gdLst>
                  <a:gd name="T0" fmla="*/ 55 w 12"/>
                  <a:gd name="T1" fmla="*/ 12 h 39"/>
                  <a:gd name="T2" fmla="*/ 28 w 12"/>
                  <a:gd name="T3" fmla="*/ 7 h 39"/>
                  <a:gd name="T4" fmla="*/ 8 w 12"/>
                  <a:gd name="T5" fmla="*/ 88 h 39"/>
                  <a:gd name="T6" fmla="*/ 0 w 12"/>
                  <a:gd name="T7" fmla="*/ 182 h 39"/>
                  <a:gd name="T8" fmla="*/ 8 w 12"/>
                  <a:gd name="T9" fmla="*/ 21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9">
                    <a:moveTo>
                      <a:pt x="12" y="2"/>
                    </a:moveTo>
                    <a:cubicBezTo>
                      <a:pt x="10" y="2"/>
                      <a:pt x="8" y="0"/>
                      <a:pt x="6" y="1"/>
                    </a:cubicBezTo>
                    <a:cubicBezTo>
                      <a:pt x="4" y="2"/>
                      <a:pt x="2" y="13"/>
                      <a:pt x="2" y="16"/>
                    </a:cubicBezTo>
                    <a:cubicBezTo>
                      <a:pt x="1" y="21"/>
                      <a:pt x="0" y="27"/>
                      <a:pt x="0" y="33"/>
                    </a:cubicBezTo>
                    <a:cubicBezTo>
                      <a:pt x="0" y="35"/>
                      <a:pt x="0" y="38"/>
                      <a:pt x="2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22" name="Freeform 686">
                <a:extLst>
                  <a:ext uri="{FF2B5EF4-FFF2-40B4-BE49-F238E27FC236}">
                    <a16:creationId xmlns:a16="http://schemas.microsoft.com/office/drawing/2014/main" id="{B4E4F498-8BFF-49B5-A848-9B9EBC359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781"/>
                <a:ext cx="18" cy="60"/>
              </a:xfrm>
              <a:custGeom>
                <a:avLst/>
                <a:gdLst>
                  <a:gd name="T0" fmla="*/ 41 w 11"/>
                  <a:gd name="T1" fmla="*/ 7 h 34"/>
                  <a:gd name="T2" fmla="*/ 8 w 11"/>
                  <a:gd name="T3" fmla="*/ 21 h 34"/>
                  <a:gd name="T4" fmla="*/ 18 w 11"/>
                  <a:gd name="T5" fmla="*/ 106 h 34"/>
                  <a:gd name="T6" fmla="*/ 47 w 11"/>
                  <a:gd name="T7" fmla="*/ 17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4">
                    <a:moveTo>
                      <a:pt x="9" y="1"/>
                    </a:moveTo>
                    <a:cubicBezTo>
                      <a:pt x="6" y="1"/>
                      <a:pt x="3" y="0"/>
                      <a:pt x="2" y="4"/>
                    </a:cubicBezTo>
                    <a:cubicBezTo>
                      <a:pt x="0" y="8"/>
                      <a:pt x="3" y="15"/>
                      <a:pt x="4" y="19"/>
                    </a:cubicBezTo>
                    <a:cubicBezTo>
                      <a:pt x="5" y="22"/>
                      <a:pt x="7" y="34"/>
                      <a:pt x="11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23" name="Freeform 687">
                <a:extLst>
                  <a:ext uri="{FF2B5EF4-FFF2-40B4-BE49-F238E27FC236}">
                    <a16:creationId xmlns:a16="http://schemas.microsoft.com/office/drawing/2014/main" id="{C0478B60-533F-46C3-9A2D-83297E47E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905"/>
                <a:ext cx="40" cy="65"/>
              </a:xfrm>
              <a:custGeom>
                <a:avLst/>
                <a:gdLst>
                  <a:gd name="T0" fmla="*/ 62 w 24"/>
                  <a:gd name="T1" fmla="*/ 0 h 37"/>
                  <a:gd name="T2" fmla="*/ 63 w 24"/>
                  <a:gd name="T3" fmla="*/ 151 h 37"/>
                  <a:gd name="T4" fmla="*/ 112 w 24"/>
                  <a:gd name="T5" fmla="*/ 20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13" y="0"/>
                    </a:moveTo>
                    <a:cubicBezTo>
                      <a:pt x="0" y="2"/>
                      <a:pt x="11" y="21"/>
                      <a:pt x="14" y="28"/>
                    </a:cubicBezTo>
                    <a:cubicBezTo>
                      <a:pt x="16" y="32"/>
                      <a:pt x="19" y="37"/>
                      <a:pt x="24" y="3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24" name="Freeform 688">
                <a:extLst>
                  <a:ext uri="{FF2B5EF4-FFF2-40B4-BE49-F238E27FC236}">
                    <a16:creationId xmlns:a16="http://schemas.microsoft.com/office/drawing/2014/main" id="{490B1E94-6B1D-4C53-8BD4-43C8BE920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707"/>
                <a:ext cx="5" cy="9"/>
              </a:xfrm>
              <a:custGeom>
                <a:avLst/>
                <a:gdLst>
                  <a:gd name="T0" fmla="*/ 0 w 3"/>
                  <a:gd name="T1" fmla="*/ 29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25" name="Freeform 689">
                <a:extLst>
                  <a:ext uri="{FF2B5EF4-FFF2-40B4-BE49-F238E27FC236}">
                    <a16:creationId xmlns:a16="http://schemas.microsoft.com/office/drawing/2014/main" id="{F0301A95-ABD3-4D88-93D7-F06DBE582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635"/>
                <a:ext cx="25" cy="15"/>
              </a:xfrm>
              <a:custGeom>
                <a:avLst/>
                <a:gdLst>
                  <a:gd name="T0" fmla="*/ 70 w 15"/>
                  <a:gd name="T1" fmla="*/ 42 h 9"/>
                  <a:gd name="T2" fmla="*/ 0 w 15"/>
                  <a:gd name="T3" fmla="*/ 3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15" y="9"/>
                    </a:moveTo>
                    <a:cubicBezTo>
                      <a:pt x="15" y="1"/>
                      <a:pt x="2" y="0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26" name="Freeform 690">
                <a:extLst>
                  <a:ext uri="{FF2B5EF4-FFF2-40B4-BE49-F238E27FC236}">
                    <a16:creationId xmlns:a16="http://schemas.microsoft.com/office/drawing/2014/main" id="{97DBFD2F-A9E9-4E1E-98F1-018F7B9B3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636"/>
                <a:ext cx="11" cy="9"/>
              </a:xfrm>
              <a:custGeom>
                <a:avLst/>
                <a:gdLst>
                  <a:gd name="T0" fmla="*/ 14 w 7"/>
                  <a:gd name="T1" fmla="*/ 0 h 5"/>
                  <a:gd name="T2" fmla="*/ 0 w 7"/>
                  <a:gd name="T3" fmla="*/ 2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7" y="3"/>
                      <a:pt x="2" y="5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27" name="Freeform 691">
                <a:extLst>
                  <a:ext uri="{FF2B5EF4-FFF2-40B4-BE49-F238E27FC236}">
                    <a16:creationId xmlns:a16="http://schemas.microsoft.com/office/drawing/2014/main" id="{2A06DB83-FBE3-4D03-969C-5648E8CE4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562"/>
                <a:ext cx="23" cy="21"/>
              </a:xfrm>
              <a:custGeom>
                <a:avLst/>
                <a:gdLst>
                  <a:gd name="T0" fmla="*/ 41 w 14"/>
                  <a:gd name="T1" fmla="*/ 65 h 12"/>
                  <a:gd name="T2" fmla="*/ 0 w 14"/>
                  <a:gd name="T3" fmla="*/ 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7"/>
                      <a:pt x="4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28" name="Freeform 692">
                <a:extLst>
                  <a:ext uri="{FF2B5EF4-FFF2-40B4-BE49-F238E27FC236}">
                    <a16:creationId xmlns:a16="http://schemas.microsoft.com/office/drawing/2014/main" id="{F8158FBD-D3CD-40ED-B7EC-FFBE70CCE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633"/>
                <a:ext cx="7" cy="5"/>
              </a:xfrm>
              <a:custGeom>
                <a:avLst/>
                <a:gdLst>
                  <a:gd name="T0" fmla="*/ 21 w 4"/>
                  <a:gd name="T1" fmla="*/ 13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29" name="Freeform 693">
                <a:extLst>
                  <a:ext uri="{FF2B5EF4-FFF2-40B4-BE49-F238E27FC236}">
                    <a16:creationId xmlns:a16="http://schemas.microsoft.com/office/drawing/2014/main" id="{1C25B420-FA90-4973-8184-6BD5A2ACC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709"/>
                <a:ext cx="23" cy="10"/>
              </a:xfrm>
              <a:custGeom>
                <a:avLst/>
                <a:gdLst>
                  <a:gd name="T0" fmla="*/ 62 w 14"/>
                  <a:gd name="T1" fmla="*/ 20 h 6"/>
                  <a:gd name="T2" fmla="*/ 0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4"/>
                    </a:moveTo>
                    <a:cubicBezTo>
                      <a:pt x="9" y="4"/>
                      <a:pt x="2" y="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30" name="Freeform 694">
                <a:extLst>
                  <a:ext uri="{FF2B5EF4-FFF2-40B4-BE49-F238E27FC236}">
                    <a16:creationId xmlns:a16="http://schemas.microsoft.com/office/drawing/2014/main" id="{857F5127-5BED-4A16-802C-CE5F1E9E4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772"/>
                <a:ext cx="30" cy="9"/>
              </a:xfrm>
              <a:custGeom>
                <a:avLst/>
                <a:gdLst>
                  <a:gd name="T0" fmla="*/ 83 w 18"/>
                  <a:gd name="T1" fmla="*/ 0 h 5"/>
                  <a:gd name="T2" fmla="*/ 70 w 18"/>
                  <a:gd name="T3" fmla="*/ 23 h 5"/>
                  <a:gd name="T4" fmla="*/ 42 w 18"/>
                  <a:gd name="T5" fmla="*/ 29 h 5"/>
                  <a:gd name="T6" fmla="*/ 0 w 18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18" y="0"/>
                    </a:moveTo>
                    <a:cubicBezTo>
                      <a:pt x="16" y="1"/>
                      <a:pt x="17" y="3"/>
                      <a:pt x="15" y="4"/>
                    </a:cubicBezTo>
                    <a:cubicBezTo>
                      <a:pt x="13" y="5"/>
                      <a:pt x="11" y="5"/>
                      <a:pt x="9" y="5"/>
                    </a:cubicBezTo>
                    <a:cubicBezTo>
                      <a:pt x="5" y="5"/>
                      <a:pt x="2" y="5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31" name="Freeform 695">
                <a:extLst>
                  <a:ext uri="{FF2B5EF4-FFF2-40B4-BE49-F238E27FC236}">
                    <a16:creationId xmlns:a16="http://schemas.microsoft.com/office/drawing/2014/main" id="{EA79E89A-6DA3-4E60-A250-FE5571A4C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833"/>
                <a:ext cx="31" cy="14"/>
              </a:xfrm>
              <a:custGeom>
                <a:avLst/>
                <a:gdLst>
                  <a:gd name="T0" fmla="*/ 77 w 19"/>
                  <a:gd name="T1" fmla="*/ 0 h 8"/>
                  <a:gd name="T2" fmla="*/ 29 w 19"/>
                  <a:gd name="T3" fmla="*/ 33 h 8"/>
                  <a:gd name="T4" fmla="*/ 0 w 1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8" y="0"/>
                    </a:moveTo>
                    <a:cubicBezTo>
                      <a:pt x="19" y="5"/>
                      <a:pt x="11" y="5"/>
                      <a:pt x="7" y="6"/>
                    </a:cubicBezTo>
                    <a:cubicBezTo>
                      <a:pt x="5" y="6"/>
                      <a:pt x="1" y="8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32" name="Freeform 696">
                <a:extLst>
                  <a:ext uri="{FF2B5EF4-FFF2-40B4-BE49-F238E27FC236}">
                    <a16:creationId xmlns:a16="http://schemas.microsoft.com/office/drawing/2014/main" id="{680A8CC9-E565-412D-B9A3-B1D5981BA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781"/>
                <a:ext cx="6" cy="4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4" y="1"/>
                      <a:pt x="4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33" name="Freeform 697">
                <a:extLst>
                  <a:ext uri="{FF2B5EF4-FFF2-40B4-BE49-F238E27FC236}">
                    <a16:creationId xmlns:a16="http://schemas.microsoft.com/office/drawing/2014/main" id="{7B64CE37-39A5-4EBD-933B-98BB81A34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781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34" name="Freeform 698">
                <a:extLst>
                  <a:ext uri="{FF2B5EF4-FFF2-40B4-BE49-F238E27FC236}">
                    <a16:creationId xmlns:a16="http://schemas.microsoft.com/office/drawing/2014/main" id="{28ABFC3D-23CA-4F5B-8FBE-4D4DB9F8D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716"/>
                <a:ext cx="6" cy="5"/>
              </a:xfrm>
              <a:custGeom>
                <a:avLst/>
                <a:gdLst>
                  <a:gd name="T0" fmla="*/ 14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35" name="Freeform 699">
                <a:extLst>
                  <a:ext uri="{FF2B5EF4-FFF2-40B4-BE49-F238E27FC236}">
                    <a16:creationId xmlns:a16="http://schemas.microsoft.com/office/drawing/2014/main" id="{E9E102E8-EE6C-4F3F-BD6E-444D84E8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838"/>
                <a:ext cx="8" cy="7"/>
              </a:xfrm>
              <a:custGeom>
                <a:avLst/>
                <a:gdLst>
                  <a:gd name="T0" fmla="*/ 0 w 5"/>
                  <a:gd name="T1" fmla="*/ 7 h 4"/>
                  <a:gd name="T2" fmla="*/ 21 w 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2" y="0"/>
                      <a:pt x="5" y="1"/>
                      <a:pt x="5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36" name="Freeform 700">
                <a:extLst>
                  <a:ext uri="{FF2B5EF4-FFF2-40B4-BE49-F238E27FC236}">
                    <a16:creationId xmlns:a16="http://schemas.microsoft.com/office/drawing/2014/main" id="{4435D673-BDF9-48E4-A593-50015C471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896"/>
                <a:ext cx="33" cy="21"/>
              </a:xfrm>
              <a:custGeom>
                <a:avLst/>
                <a:gdLst>
                  <a:gd name="T0" fmla="*/ 84 w 20"/>
                  <a:gd name="T1" fmla="*/ 0 h 12"/>
                  <a:gd name="T2" fmla="*/ 76 w 20"/>
                  <a:gd name="T3" fmla="*/ 37 h 12"/>
                  <a:gd name="T4" fmla="*/ 35 w 20"/>
                  <a:gd name="T5" fmla="*/ 58 h 12"/>
                  <a:gd name="T6" fmla="*/ 0 w 20"/>
                  <a:gd name="T7" fmla="*/ 4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cubicBezTo>
                      <a:pt x="19" y="2"/>
                      <a:pt x="20" y="5"/>
                      <a:pt x="17" y="7"/>
                    </a:cubicBezTo>
                    <a:cubicBezTo>
                      <a:pt x="15" y="9"/>
                      <a:pt x="11" y="10"/>
                      <a:pt x="8" y="11"/>
                    </a:cubicBezTo>
                    <a:cubicBezTo>
                      <a:pt x="6" y="12"/>
                      <a:pt x="1" y="11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37" name="Freeform 701">
                <a:extLst>
                  <a:ext uri="{FF2B5EF4-FFF2-40B4-BE49-F238E27FC236}">
                    <a16:creationId xmlns:a16="http://schemas.microsoft.com/office/drawing/2014/main" id="{38850011-30DB-4280-AF83-84EB00827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910"/>
                <a:ext cx="9" cy="7"/>
              </a:xfrm>
              <a:custGeom>
                <a:avLst/>
                <a:gdLst>
                  <a:gd name="T0" fmla="*/ 29 w 5"/>
                  <a:gd name="T1" fmla="*/ 21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38" name="Freeform 702">
                <a:extLst>
                  <a:ext uri="{FF2B5EF4-FFF2-40B4-BE49-F238E27FC236}">
                    <a16:creationId xmlns:a16="http://schemas.microsoft.com/office/drawing/2014/main" id="{87658D99-763B-420D-AF12-0EB5F23B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963"/>
                <a:ext cx="25" cy="27"/>
              </a:xfrm>
              <a:custGeom>
                <a:avLst/>
                <a:gdLst>
                  <a:gd name="T0" fmla="*/ 55 w 15"/>
                  <a:gd name="T1" fmla="*/ 0 h 15"/>
                  <a:gd name="T2" fmla="*/ 33 w 15"/>
                  <a:gd name="T3" fmla="*/ 65 h 15"/>
                  <a:gd name="T4" fmla="*/ 0 w 15"/>
                  <a:gd name="T5" fmla="*/ 7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12" y="0"/>
                    </a:moveTo>
                    <a:cubicBezTo>
                      <a:pt x="15" y="6"/>
                      <a:pt x="11" y="8"/>
                      <a:pt x="7" y="11"/>
                    </a:cubicBezTo>
                    <a:cubicBezTo>
                      <a:pt x="5" y="12"/>
                      <a:pt x="2" y="1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39" name="Freeform 703">
                <a:extLst>
                  <a:ext uri="{FF2B5EF4-FFF2-40B4-BE49-F238E27FC236}">
                    <a16:creationId xmlns:a16="http://schemas.microsoft.com/office/drawing/2014/main" id="{7D892D4F-F168-4430-B3E3-8F2FB9F4C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018"/>
                <a:ext cx="26" cy="30"/>
              </a:xfrm>
              <a:custGeom>
                <a:avLst/>
                <a:gdLst>
                  <a:gd name="T0" fmla="*/ 54 w 16"/>
                  <a:gd name="T1" fmla="*/ 0 h 17"/>
                  <a:gd name="T2" fmla="*/ 63 w 16"/>
                  <a:gd name="T3" fmla="*/ 44 h 17"/>
                  <a:gd name="T4" fmla="*/ 39 w 16"/>
                  <a:gd name="T5" fmla="*/ 72 h 17"/>
                  <a:gd name="T6" fmla="*/ 0 w 16"/>
                  <a:gd name="T7" fmla="*/ 8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12" y="0"/>
                    </a:moveTo>
                    <a:cubicBezTo>
                      <a:pt x="14" y="1"/>
                      <a:pt x="16" y="5"/>
                      <a:pt x="15" y="8"/>
                    </a:cubicBezTo>
                    <a:cubicBezTo>
                      <a:pt x="14" y="9"/>
                      <a:pt x="10" y="11"/>
                      <a:pt x="9" y="13"/>
                    </a:cubicBezTo>
                    <a:cubicBezTo>
                      <a:pt x="7" y="15"/>
                      <a:pt x="3" y="17"/>
                      <a:pt x="0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40" name="Freeform 704">
                <a:extLst>
                  <a:ext uri="{FF2B5EF4-FFF2-40B4-BE49-F238E27FC236}">
                    <a16:creationId xmlns:a16="http://schemas.microsoft.com/office/drawing/2014/main" id="{77F58E02-C939-49A6-928F-45AB0AA2E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974"/>
                <a:ext cx="8" cy="5"/>
              </a:xfrm>
              <a:custGeom>
                <a:avLst/>
                <a:gdLst>
                  <a:gd name="T0" fmla="*/ 0 w 5"/>
                  <a:gd name="T1" fmla="*/ 0 h 3"/>
                  <a:gd name="T2" fmla="*/ 21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0"/>
                      <a:pt x="5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41" name="Freeform 705">
                <a:extLst>
                  <a:ext uri="{FF2B5EF4-FFF2-40B4-BE49-F238E27FC236}">
                    <a16:creationId xmlns:a16="http://schemas.microsoft.com/office/drawing/2014/main" id="{03C19BAD-A621-4357-8B3B-48747EA31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85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5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0" y="6"/>
                      <a:pt x="1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42" name="Freeform 706">
                <a:extLst>
                  <a:ext uri="{FF2B5EF4-FFF2-40B4-BE49-F238E27FC236}">
                    <a16:creationId xmlns:a16="http://schemas.microsoft.com/office/drawing/2014/main" id="{30A2E75C-54DD-4C43-B9E4-185ED2438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3025"/>
                <a:ext cx="50" cy="69"/>
              </a:xfrm>
              <a:custGeom>
                <a:avLst/>
                <a:gdLst>
                  <a:gd name="T0" fmla="*/ 13 w 30"/>
                  <a:gd name="T1" fmla="*/ 0 h 39"/>
                  <a:gd name="T2" fmla="*/ 8 w 30"/>
                  <a:gd name="T3" fmla="*/ 50 h 39"/>
                  <a:gd name="T4" fmla="*/ 55 w 30"/>
                  <a:gd name="T5" fmla="*/ 115 h 39"/>
                  <a:gd name="T6" fmla="*/ 138 w 30"/>
                  <a:gd name="T7" fmla="*/ 21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3" y="0"/>
                    </a:moveTo>
                    <a:cubicBezTo>
                      <a:pt x="0" y="1"/>
                      <a:pt x="1" y="7"/>
                      <a:pt x="2" y="9"/>
                    </a:cubicBezTo>
                    <a:cubicBezTo>
                      <a:pt x="5" y="14"/>
                      <a:pt x="9" y="17"/>
                      <a:pt x="12" y="21"/>
                    </a:cubicBezTo>
                    <a:cubicBezTo>
                      <a:pt x="17" y="27"/>
                      <a:pt x="21" y="39"/>
                      <a:pt x="30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43" name="Freeform 707">
                <a:extLst>
                  <a:ext uri="{FF2B5EF4-FFF2-40B4-BE49-F238E27FC236}">
                    <a16:creationId xmlns:a16="http://schemas.microsoft.com/office/drawing/2014/main" id="{D08F00F5-A5C7-4640-84FC-EF6D45B20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3047"/>
                <a:ext cx="1" cy="10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44" name="Freeform 708">
                <a:extLst>
                  <a:ext uri="{FF2B5EF4-FFF2-40B4-BE49-F238E27FC236}">
                    <a16:creationId xmlns:a16="http://schemas.microsoft.com/office/drawing/2014/main" id="{90829B95-E44A-4BCC-9026-C09A25C27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3034"/>
                <a:ext cx="6" cy="2"/>
              </a:xfrm>
              <a:custGeom>
                <a:avLst/>
                <a:gdLst>
                  <a:gd name="T0" fmla="*/ 0 w 4"/>
                  <a:gd name="T1" fmla="*/ 8 h 1"/>
                  <a:gd name="T2" fmla="*/ 14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45" name="Freeform 709">
                <a:extLst>
                  <a:ext uri="{FF2B5EF4-FFF2-40B4-BE49-F238E27FC236}">
                    <a16:creationId xmlns:a16="http://schemas.microsoft.com/office/drawing/2014/main" id="{9BA87E43-437C-4CD3-87F0-EBB03C6FE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3091"/>
                <a:ext cx="22" cy="26"/>
              </a:xfrm>
              <a:custGeom>
                <a:avLst/>
                <a:gdLst>
                  <a:gd name="T0" fmla="*/ 49 w 13"/>
                  <a:gd name="T1" fmla="*/ 0 h 15"/>
                  <a:gd name="T2" fmla="*/ 29 w 13"/>
                  <a:gd name="T3" fmla="*/ 42 h 15"/>
                  <a:gd name="T4" fmla="*/ 0 w 13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0" y="0"/>
                    </a:moveTo>
                    <a:cubicBezTo>
                      <a:pt x="13" y="5"/>
                      <a:pt x="10" y="5"/>
                      <a:pt x="6" y="8"/>
                    </a:cubicBezTo>
                    <a:cubicBezTo>
                      <a:pt x="5" y="10"/>
                      <a:pt x="3" y="1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46" name="Freeform 710">
                <a:extLst>
                  <a:ext uri="{FF2B5EF4-FFF2-40B4-BE49-F238E27FC236}">
                    <a16:creationId xmlns:a16="http://schemas.microsoft.com/office/drawing/2014/main" id="{60B3FDFA-2736-408B-8D15-B78BEBDED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098"/>
                <a:ext cx="10" cy="3"/>
              </a:xfrm>
              <a:custGeom>
                <a:avLst/>
                <a:gdLst>
                  <a:gd name="T0" fmla="*/ 28 w 6"/>
                  <a:gd name="T1" fmla="*/ 8 h 2"/>
                  <a:gd name="T2" fmla="*/ 0 w 6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5" y="1"/>
                      <a:pt x="3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47" name="Freeform 711">
                <a:extLst>
                  <a:ext uri="{FF2B5EF4-FFF2-40B4-BE49-F238E27FC236}">
                    <a16:creationId xmlns:a16="http://schemas.microsoft.com/office/drawing/2014/main" id="{4C9CB890-5EB4-4E4A-9BD7-FB388C33C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151"/>
                <a:ext cx="67" cy="48"/>
              </a:xfrm>
              <a:custGeom>
                <a:avLst/>
                <a:gdLst>
                  <a:gd name="T0" fmla="*/ 22 w 40"/>
                  <a:gd name="T1" fmla="*/ 0 h 27"/>
                  <a:gd name="T2" fmla="*/ 22 w 40"/>
                  <a:gd name="T3" fmla="*/ 78 h 27"/>
                  <a:gd name="T4" fmla="*/ 57 w 40"/>
                  <a:gd name="T5" fmla="*/ 94 h 27"/>
                  <a:gd name="T6" fmla="*/ 99 w 40"/>
                  <a:gd name="T7" fmla="*/ 123 h 27"/>
                  <a:gd name="T8" fmla="*/ 169 w 40"/>
                  <a:gd name="T9" fmla="*/ 139 h 27"/>
                  <a:gd name="T10" fmla="*/ 188 w 40"/>
                  <a:gd name="T11" fmla="*/ 7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7">
                    <a:moveTo>
                      <a:pt x="5" y="0"/>
                    </a:moveTo>
                    <a:cubicBezTo>
                      <a:pt x="2" y="5"/>
                      <a:pt x="0" y="10"/>
                      <a:pt x="5" y="14"/>
                    </a:cubicBezTo>
                    <a:cubicBezTo>
                      <a:pt x="7" y="16"/>
                      <a:pt x="10" y="16"/>
                      <a:pt x="12" y="17"/>
                    </a:cubicBezTo>
                    <a:cubicBezTo>
                      <a:pt x="15" y="18"/>
                      <a:pt x="18" y="20"/>
                      <a:pt x="21" y="22"/>
                    </a:cubicBezTo>
                    <a:cubicBezTo>
                      <a:pt x="24" y="23"/>
                      <a:pt x="33" y="27"/>
                      <a:pt x="36" y="25"/>
                    </a:cubicBezTo>
                    <a:cubicBezTo>
                      <a:pt x="40" y="22"/>
                      <a:pt x="39" y="18"/>
                      <a:pt x="4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48" name="Freeform 712">
                <a:extLst>
                  <a:ext uri="{FF2B5EF4-FFF2-40B4-BE49-F238E27FC236}">
                    <a16:creationId xmlns:a16="http://schemas.microsoft.com/office/drawing/2014/main" id="{B3FA083E-F77A-44FE-AC42-CD2D94D92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195"/>
                <a:ext cx="73" cy="37"/>
              </a:xfrm>
              <a:custGeom>
                <a:avLst/>
                <a:gdLst>
                  <a:gd name="T0" fmla="*/ 8 w 44"/>
                  <a:gd name="T1" fmla="*/ 0 h 21"/>
                  <a:gd name="T2" fmla="*/ 0 w 44"/>
                  <a:gd name="T3" fmla="*/ 0 h 21"/>
                  <a:gd name="T4" fmla="*/ 13 w 44"/>
                  <a:gd name="T5" fmla="*/ 58 h 21"/>
                  <a:gd name="T6" fmla="*/ 50 w 44"/>
                  <a:gd name="T7" fmla="*/ 78 h 21"/>
                  <a:gd name="T8" fmla="*/ 105 w 44"/>
                  <a:gd name="T9" fmla="*/ 93 h 21"/>
                  <a:gd name="T10" fmla="*/ 183 w 44"/>
                  <a:gd name="T11" fmla="*/ 99 h 21"/>
                  <a:gd name="T12" fmla="*/ 196 w 44"/>
                  <a:gd name="T13" fmla="*/ 3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3"/>
                      <a:pt x="0" y="9"/>
                      <a:pt x="3" y="11"/>
                    </a:cubicBezTo>
                    <a:cubicBezTo>
                      <a:pt x="5" y="13"/>
                      <a:pt x="9" y="14"/>
                      <a:pt x="11" y="14"/>
                    </a:cubicBezTo>
                    <a:cubicBezTo>
                      <a:pt x="15" y="15"/>
                      <a:pt x="19" y="16"/>
                      <a:pt x="23" y="17"/>
                    </a:cubicBezTo>
                    <a:cubicBezTo>
                      <a:pt x="29" y="18"/>
                      <a:pt x="35" y="21"/>
                      <a:pt x="40" y="18"/>
                    </a:cubicBezTo>
                    <a:cubicBezTo>
                      <a:pt x="44" y="15"/>
                      <a:pt x="44" y="10"/>
                      <a:pt x="43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49" name="Freeform 713">
                <a:extLst>
                  <a:ext uri="{FF2B5EF4-FFF2-40B4-BE49-F238E27FC236}">
                    <a16:creationId xmlns:a16="http://schemas.microsoft.com/office/drawing/2014/main" id="{A3C1F401-A8C1-4DED-9A60-3193667DE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184"/>
                <a:ext cx="76" cy="50"/>
              </a:xfrm>
              <a:custGeom>
                <a:avLst/>
                <a:gdLst>
                  <a:gd name="T0" fmla="*/ 13 w 46"/>
                  <a:gd name="T1" fmla="*/ 45 h 28"/>
                  <a:gd name="T2" fmla="*/ 33 w 46"/>
                  <a:gd name="T3" fmla="*/ 138 h 28"/>
                  <a:gd name="T4" fmla="*/ 131 w 46"/>
                  <a:gd name="T5" fmla="*/ 121 h 28"/>
                  <a:gd name="T6" fmla="*/ 202 w 46"/>
                  <a:gd name="T7" fmla="*/ 64 h 28"/>
                  <a:gd name="T8" fmla="*/ 185 w 4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8">
                    <a:moveTo>
                      <a:pt x="3" y="8"/>
                    </a:moveTo>
                    <a:cubicBezTo>
                      <a:pt x="0" y="11"/>
                      <a:pt x="5" y="21"/>
                      <a:pt x="7" y="24"/>
                    </a:cubicBezTo>
                    <a:cubicBezTo>
                      <a:pt x="12" y="28"/>
                      <a:pt x="24" y="22"/>
                      <a:pt x="29" y="21"/>
                    </a:cubicBezTo>
                    <a:cubicBezTo>
                      <a:pt x="36" y="18"/>
                      <a:pt x="42" y="19"/>
                      <a:pt x="45" y="11"/>
                    </a:cubicBezTo>
                    <a:cubicBezTo>
                      <a:pt x="46" y="6"/>
                      <a:pt x="44" y="4"/>
                      <a:pt x="4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50" name="Freeform 714">
                <a:extLst>
                  <a:ext uri="{FF2B5EF4-FFF2-40B4-BE49-F238E27FC236}">
                    <a16:creationId xmlns:a16="http://schemas.microsoft.com/office/drawing/2014/main" id="{CE7DA2BF-AC57-46F6-B818-93D8DEF1F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119"/>
                <a:ext cx="76" cy="65"/>
              </a:xfrm>
              <a:custGeom>
                <a:avLst/>
                <a:gdLst>
                  <a:gd name="T0" fmla="*/ 20 w 46"/>
                  <a:gd name="T1" fmla="*/ 98 h 37"/>
                  <a:gd name="T2" fmla="*/ 58 w 46"/>
                  <a:gd name="T3" fmla="*/ 172 h 37"/>
                  <a:gd name="T4" fmla="*/ 139 w 46"/>
                  <a:gd name="T5" fmla="*/ 142 h 37"/>
                  <a:gd name="T6" fmla="*/ 188 w 46"/>
                  <a:gd name="T7" fmla="*/ 86 h 37"/>
                  <a:gd name="T8" fmla="*/ 193 w 46"/>
                  <a:gd name="T9" fmla="*/ 37 h 37"/>
                  <a:gd name="T10" fmla="*/ 154 w 46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7">
                    <a:moveTo>
                      <a:pt x="4" y="18"/>
                    </a:moveTo>
                    <a:cubicBezTo>
                      <a:pt x="0" y="22"/>
                      <a:pt x="9" y="30"/>
                      <a:pt x="13" y="32"/>
                    </a:cubicBezTo>
                    <a:cubicBezTo>
                      <a:pt x="20" y="37"/>
                      <a:pt x="25" y="30"/>
                      <a:pt x="31" y="26"/>
                    </a:cubicBezTo>
                    <a:cubicBezTo>
                      <a:pt x="35" y="23"/>
                      <a:pt x="38" y="20"/>
                      <a:pt x="42" y="16"/>
                    </a:cubicBezTo>
                    <a:cubicBezTo>
                      <a:pt x="45" y="12"/>
                      <a:pt x="46" y="11"/>
                      <a:pt x="43" y="7"/>
                    </a:cubicBezTo>
                    <a:cubicBezTo>
                      <a:pt x="40" y="3"/>
                      <a:pt x="39" y="0"/>
                      <a:pt x="3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51" name="Freeform 715">
                <a:extLst>
                  <a:ext uri="{FF2B5EF4-FFF2-40B4-BE49-F238E27FC236}">
                    <a16:creationId xmlns:a16="http://schemas.microsoft.com/office/drawing/2014/main" id="{A5FC8B97-D4D7-4167-8EAB-C094432C1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013"/>
                <a:ext cx="68" cy="76"/>
              </a:xfrm>
              <a:custGeom>
                <a:avLst/>
                <a:gdLst>
                  <a:gd name="T0" fmla="*/ 22 w 41"/>
                  <a:gd name="T1" fmla="*/ 154 h 43"/>
                  <a:gd name="T2" fmla="*/ 63 w 41"/>
                  <a:gd name="T3" fmla="*/ 224 h 43"/>
                  <a:gd name="T4" fmla="*/ 138 w 41"/>
                  <a:gd name="T5" fmla="*/ 127 h 43"/>
                  <a:gd name="T6" fmla="*/ 168 w 41"/>
                  <a:gd name="T7" fmla="*/ 28 h 43"/>
                  <a:gd name="T8" fmla="*/ 118 w 41"/>
                  <a:gd name="T9" fmla="*/ 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5" y="28"/>
                    </a:moveTo>
                    <a:cubicBezTo>
                      <a:pt x="0" y="31"/>
                      <a:pt x="11" y="41"/>
                      <a:pt x="14" y="41"/>
                    </a:cubicBezTo>
                    <a:cubicBezTo>
                      <a:pt x="21" y="43"/>
                      <a:pt x="27" y="28"/>
                      <a:pt x="30" y="23"/>
                    </a:cubicBezTo>
                    <a:cubicBezTo>
                      <a:pt x="32" y="19"/>
                      <a:pt x="41" y="10"/>
                      <a:pt x="37" y="5"/>
                    </a:cubicBezTo>
                    <a:cubicBezTo>
                      <a:pt x="35" y="2"/>
                      <a:pt x="29" y="0"/>
                      <a:pt x="2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52" name="Freeform 716">
                <a:extLst>
                  <a:ext uri="{FF2B5EF4-FFF2-40B4-BE49-F238E27FC236}">
                    <a16:creationId xmlns:a16="http://schemas.microsoft.com/office/drawing/2014/main" id="{98982219-F096-42B2-85A8-D9E62EC46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868"/>
                <a:ext cx="41" cy="85"/>
              </a:xfrm>
              <a:custGeom>
                <a:avLst/>
                <a:gdLst>
                  <a:gd name="T0" fmla="*/ 0 w 25"/>
                  <a:gd name="T1" fmla="*/ 223 h 48"/>
                  <a:gd name="T2" fmla="*/ 71 w 25"/>
                  <a:gd name="T3" fmla="*/ 232 h 48"/>
                  <a:gd name="T4" fmla="*/ 110 w 25"/>
                  <a:gd name="T5" fmla="*/ 110 h 48"/>
                  <a:gd name="T6" fmla="*/ 110 w 25"/>
                  <a:gd name="T7" fmla="*/ 60 h 48"/>
                  <a:gd name="T8" fmla="*/ 102 w 25"/>
                  <a:gd name="T9" fmla="*/ 12 h 48"/>
                  <a:gd name="T10" fmla="*/ 56 w 25"/>
                  <a:gd name="T11" fmla="*/ 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8">
                    <a:moveTo>
                      <a:pt x="0" y="40"/>
                    </a:moveTo>
                    <a:cubicBezTo>
                      <a:pt x="6" y="43"/>
                      <a:pt x="11" y="48"/>
                      <a:pt x="16" y="42"/>
                    </a:cubicBezTo>
                    <a:cubicBezTo>
                      <a:pt x="20" y="36"/>
                      <a:pt x="24" y="28"/>
                      <a:pt x="25" y="20"/>
                    </a:cubicBezTo>
                    <a:cubicBezTo>
                      <a:pt x="25" y="17"/>
                      <a:pt x="25" y="14"/>
                      <a:pt x="25" y="11"/>
                    </a:cubicBezTo>
                    <a:cubicBezTo>
                      <a:pt x="24" y="9"/>
                      <a:pt x="24" y="4"/>
                      <a:pt x="23" y="2"/>
                    </a:cubicBezTo>
                    <a:cubicBezTo>
                      <a:pt x="21" y="0"/>
                      <a:pt x="16" y="1"/>
                      <a:pt x="1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53" name="Freeform 717">
                <a:extLst>
                  <a:ext uri="{FF2B5EF4-FFF2-40B4-BE49-F238E27FC236}">
                    <a16:creationId xmlns:a16="http://schemas.microsoft.com/office/drawing/2014/main" id="{4497DB80-6D1C-49DA-8E2D-3490EB72D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26"/>
                <a:ext cx="28" cy="84"/>
              </a:xfrm>
              <a:custGeom>
                <a:avLst/>
                <a:gdLst>
                  <a:gd name="T0" fmla="*/ 0 w 17"/>
                  <a:gd name="T1" fmla="*/ 239 h 47"/>
                  <a:gd name="T2" fmla="*/ 63 w 17"/>
                  <a:gd name="T3" fmla="*/ 227 h 47"/>
                  <a:gd name="T4" fmla="*/ 63 w 17"/>
                  <a:gd name="T5" fmla="*/ 73 h 47"/>
                  <a:gd name="T6" fmla="*/ 33 w 17"/>
                  <a:gd name="T7" fmla="*/ 13 h 47"/>
                  <a:gd name="T8" fmla="*/ 0 w 17"/>
                  <a:gd name="T9" fmla="*/ 3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0" y="42"/>
                    </a:moveTo>
                    <a:cubicBezTo>
                      <a:pt x="5" y="42"/>
                      <a:pt x="11" y="47"/>
                      <a:pt x="14" y="40"/>
                    </a:cubicBezTo>
                    <a:cubicBezTo>
                      <a:pt x="17" y="32"/>
                      <a:pt x="14" y="21"/>
                      <a:pt x="14" y="13"/>
                    </a:cubicBezTo>
                    <a:cubicBezTo>
                      <a:pt x="14" y="9"/>
                      <a:pt x="14" y="0"/>
                      <a:pt x="7" y="2"/>
                    </a:cubicBezTo>
                    <a:cubicBezTo>
                      <a:pt x="4" y="2"/>
                      <a:pt x="3" y="5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54" name="Freeform 718">
                <a:extLst>
                  <a:ext uri="{FF2B5EF4-FFF2-40B4-BE49-F238E27FC236}">
                    <a16:creationId xmlns:a16="http://schemas.microsoft.com/office/drawing/2014/main" id="{6B55ADBD-3CE1-4211-861F-672BA919F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74"/>
                <a:ext cx="47" cy="82"/>
              </a:xfrm>
              <a:custGeom>
                <a:avLst/>
                <a:gdLst>
                  <a:gd name="T0" fmla="*/ 57 w 28"/>
                  <a:gd name="T1" fmla="*/ 260 h 46"/>
                  <a:gd name="T2" fmla="*/ 133 w 28"/>
                  <a:gd name="T3" fmla="*/ 187 h 46"/>
                  <a:gd name="T4" fmla="*/ 96 w 28"/>
                  <a:gd name="T5" fmla="*/ 52 h 46"/>
                  <a:gd name="T6" fmla="*/ 0 w 28"/>
                  <a:gd name="T7" fmla="*/ 5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12" y="46"/>
                    </a:moveTo>
                    <a:cubicBezTo>
                      <a:pt x="19" y="46"/>
                      <a:pt x="27" y="41"/>
                      <a:pt x="28" y="33"/>
                    </a:cubicBezTo>
                    <a:cubicBezTo>
                      <a:pt x="28" y="26"/>
                      <a:pt x="24" y="16"/>
                      <a:pt x="20" y="9"/>
                    </a:cubicBezTo>
                    <a:cubicBezTo>
                      <a:pt x="14" y="0"/>
                      <a:pt x="7" y="3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55" name="Freeform 719">
                <a:extLst>
                  <a:ext uri="{FF2B5EF4-FFF2-40B4-BE49-F238E27FC236}">
                    <a16:creationId xmlns:a16="http://schemas.microsoft.com/office/drawing/2014/main" id="{31C66944-2EE0-4762-B2AA-D085A5A33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35"/>
                <a:ext cx="70" cy="77"/>
              </a:xfrm>
              <a:custGeom>
                <a:avLst/>
                <a:gdLst>
                  <a:gd name="T0" fmla="*/ 138 w 42"/>
                  <a:gd name="T1" fmla="*/ 236 h 44"/>
                  <a:gd name="T2" fmla="*/ 187 w 42"/>
                  <a:gd name="T3" fmla="*/ 163 h 44"/>
                  <a:gd name="T4" fmla="*/ 158 w 42"/>
                  <a:gd name="T5" fmla="*/ 114 h 44"/>
                  <a:gd name="T6" fmla="*/ 117 w 42"/>
                  <a:gd name="T7" fmla="*/ 58 h 44"/>
                  <a:gd name="T8" fmla="*/ 47 w 42"/>
                  <a:gd name="T9" fmla="*/ 7 h 44"/>
                  <a:gd name="T10" fmla="*/ 0 w 42"/>
                  <a:gd name="T11" fmla="*/ 4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4">
                    <a:moveTo>
                      <a:pt x="30" y="44"/>
                    </a:moveTo>
                    <a:cubicBezTo>
                      <a:pt x="35" y="39"/>
                      <a:pt x="42" y="38"/>
                      <a:pt x="40" y="30"/>
                    </a:cubicBezTo>
                    <a:cubicBezTo>
                      <a:pt x="39" y="26"/>
                      <a:pt x="36" y="24"/>
                      <a:pt x="34" y="21"/>
                    </a:cubicBezTo>
                    <a:cubicBezTo>
                      <a:pt x="31" y="18"/>
                      <a:pt x="28" y="14"/>
                      <a:pt x="25" y="11"/>
                    </a:cubicBezTo>
                    <a:cubicBezTo>
                      <a:pt x="22" y="8"/>
                      <a:pt x="14" y="0"/>
                      <a:pt x="10" y="1"/>
                    </a:cubicBezTo>
                    <a:cubicBezTo>
                      <a:pt x="6" y="1"/>
                      <a:pt x="3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56" name="Freeform 720">
                <a:extLst>
                  <a:ext uri="{FF2B5EF4-FFF2-40B4-BE49-F238E27FC236}">
                    <a16:creationId xmlns:a16="http://schemas.microsoft.com/office/drawing/2014/main" id="{78B29154-48E0-4B75-8FE0-584862171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343"/>
                <a:ext cx="78" cy="56"/>
              </a:xfrm>
              <a:custGeom>
                <a:avLst/>
                <a:gdLst>
                  <a:gd name="T0" fmla="*/ 138 w 47"/>
                  <a:gd name="T1" fmla="*/ 172 h 32"/>
                  <a:gd name="T2" fmla="*/ 193 w 47"/>
                  <a:gd name="T3" fmla="*/ 77 h 32"/>
                  <a:gd name="T4" fmla="*/ 110 w 47"/>
                  <a:gd name="T5" fmla="*/ 12 h 32"/>
                  <a:gd name="T6" fmla="*/ 61 w 47"/>
                  <a:gd name="T7" fmla="*/ 7 h 32"/>
                  <a:gd name="T8" fmla="*/ 22 w 47"/>
                  <a:gd name="T9" fmla="*/ 16 h 32"/>
                  <a:gd name="T10" fmla="*/ 0 w 47"/>
                  <a:gd name="T11" fmla="*/ 77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2">
                    <a:moveTo>
                      <a:pt x="30" y="32"/>
                    </a:moveTo>
                    <a:cubicBezTo>
                      <a:pt x="35" y="26"/>
                      <a:pt x="47" y="25"/>
                      <a:pt x="42" y="14"/>
                    </a:cubicBezTo>
                    <a:cubicBezTo>
                      <a:pt x="39" y="8"/>
                      <a:pt x="31" y="5"/>
                      <a:pt x="24" y="2"/>
                    </a:cubicBezTo>
                    <a:cubicBezTo>
                      <a:pt x="21" y="1"/>
                      <a:pt x="17" y="1"/>
                      <a:pt x="13" y="1"/>
                    </a:cubicBezTo>
                    <a:cubicBezTo>
                      <a:pt x="10" y="1"/>
                      <a:pt x="7" y="0"/>
                      <a:pt x="5" y="3"/>
                    </a:cubicBezTo>
                    <a:cubicBezTo>
                      <a:pt x="3" y="5"/>
                      <a:pt x="1" y="11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57" name="Freeform 721">
                <a:extLst>
                  <a:ext uri="{FF2B5EF4-FFF2-40B4-BE49-F238E27FC236}">
                    <a16:creationId xmlns:a16="http://schemas.microsoft.com/office/drawing/2014/main" id="{2DC75C7F-56CB-42CE-92FF-D25CB57AD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117"/>
                <a:ext cx="5" cy="2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58" name="Freeform 722">
                <a:extLst>
                  <a:ext uri="{FF2B5EF4-FFF2-40B4-BE49-F238E27FC236}">
                    <a16:creationId xmlns:a16="http://schemas.microsoft.com/office/drawing/2014/main" id="{EE124F89-6E2A-413D-817E-3DC4762B2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314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2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59" name="Freeform 723">
                <a:extLst>
                  <a:ext uri="{FF2B5EF4-FFF2-40B4-BE49-F238E27FC236}">
                    <a16:creationId xmlns:a16="http://schemas.microsoft.com/office/drawing/2014/main" id="{769E202E-932F-4241-8C21-DE2C49AC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3138"/>
                <a:ext cx="63" cy="39"/>
              </a:xfrm>
              <a:custGeom>
                <a:avLst/>
                <a:gdLst>
                  <a:gd name="T0" fmla="*/ 172 w 38"/>
                  <a:gd name="T1" fmla="*/ 94 h 22"/>
                  <a:gd name="T2" fmla="*/ 126 w 38"/>
                  <a:gd name="T3" fmla="*/ 106 h 22"/>
                  <a:gd name="T4" fmla="*/ 68 w 38"/>
                  <a:gd name="T5" fmla="*/ 62 h 22"/>
                  <a:gd name="T6" fmla="*/ 13 w 38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2">
                    <a:moveTo>
                      <a:pt x="38" y="17"/>
                    </a:moveTo>
                    <a:cubicBezTo>
                      <a:pt x="35" y="21"/>
                      <a:pt x="32" y="22"/>
                      <a:pt x="28" y="19"/>
                    </a:cubicBezTo>
                    <a:cubicBezTo>
                      <a:pt x="24" y="16"/>
                      <a:pt x="20" y="13"/>
                      <a:pt x="15" y="11"/>
                    </a:cubicBezTo>
                    <a:cubicBezTo>
                      <a:pt x="11" y="9"/>
                      <a:pt x="0" y="6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60" name="Freeform 724">
                <a:extLst>
                  <a:ext uri="{FF2B5EF4-FFF2-40B4-BE49-F238E27FC236}">
                    <a16:creationId xmlns:a16="http://schemas.microsoft.com/office/drawing/2014/main" id="{E9866A68-578C-42B7-837A-8003996AC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190"/>
                <a:ext cx="63" cy="33"/>
              </a:xfrm>
              <a:custGeom>
                <a:avLst/>
                <a:gdLst>
                  <a:gd name="T0" fmla="*/ 0 w 38"/>
                  <a:gd name="T1" fmla="*/ 0 h 19"/>
                  <a:gd name="T2" fmla="*/ 20 w 38"/>
                  <a:gd name="T3" fmla="*/ 42 h 19"/>
                  <a:gd name="T4" fmla="*/ 55 w 38"/>
                  <a:gd name="T5" fmla="*/ 49 h 19"/>
                  <a:gd name="T6" fmla="*/ 91 w 38"/>
                  <a:gd name="T7" fmla="*/ 69 h 19"/>
                  <a:gd name="T8" fmla="*/ 172 w 38"/>
                  <a:gd name="T9" fmla="*/ 7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9">
                    <a:moveTo>
                      <a:pt x="0" y="0"/>
                    </a:moveTo>
                    <a:cubicBezTo>
                      <a:pt x="0" y="4"/>
                      <a:pt x="0" y="7"/>
                      <a:pt x="4" y="8"/>
                    </a:cubicBezTo>
                    <a:cubicBezTo>
                      <a:pt x="7" y="9"/>
                      <a:pt x="9" y="9"/>
                      <a:pt x="12" y="9"/>
                    </a:cubicBezTo>
                    <a:cubicBezTo>
                      <a:pt x="15" y="10"/>
                      <a:pt x="18" y="11"/>
                      <a:pt x="20" y="13"/>
                    </a:cubicBezTo>
                    <a:cubicBezTo>
                      <a:pt x="25" y="15"/>
                      <a:pt x="33" y="19"/>
                      <a:pt x="38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61" name="Freeform 725">
                <a:extLst>
                  <a:ext uri="{FF2B5EF4-FFF2-40B4-BE49-F238E27FC236}">
                    <a16:creationId xmlns:a16="http://schemas.microsoft.com/office/drawing/2014/main" id="{BC7D6F78-9638-4336-85BF-2086B5DDA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137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62" name="Freeform 726">
                <a:extLst>
                  <a:ext uri="{FF2B5EF4-FFF2-40B4-BE49-F238E27FC236}">
                    <a16:creationId xmlns:a16="http://schemas.microsoft.com/office/drawing/2014/main" id="{B327BBA9-A3DC-49B6-BE61-9A6689C35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176"/>
                <a:ext cx="20" cy="23"/>
              </a:xfrm>
              <a:custGeom>
                <a:avLst/>
                <a:gdLst>
                  <a:gd name="T0" fmla="*/ 47 w 12"/>
                  <a:gd name="T1" fmla="*/ 0 h 13"/>
                  <a:gd name="T2" fmla="*/ 50 w 12"/>
                  <a:gd name="T3" fmla="*/ 21 h 13"/>
                  <a:gd name="T4" fmla="*/ 28 w 12"/>
                  <a:gd name="T5" fmla="*/ 44 h 13"/>
                  <a:gd name="T6" fmla="*/ 0 w 12"/>
                  <a:gd name="T7" fmla="*/ 7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0" y="0"/>
                    </a:moveTo>
                    <a:cubicBezTo>
                      <a:pt x="12" y="0"/>
                      <a:pt x="12" y="2"/>
                      <a:pt x="11" y="4"/>
                    </a:cubicBezTo>
                    <a:cubicBezTo>
                      <a:pt x="10" y="7"/>
                      <a:pt x="8" y="7"/>
                      <a:pt x="6" y="8"/>
                    </a:cubicBezTo>
                    <a:cubicBezTo>
                      <a:pt x="4" y="10"/>
                      <a:pt x="3" y="12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63" name="Freeform 727">
                <a:extLst>
                  <a:ext uri="{FF2B5EF4-FFF2-40B4-BE49-F238E27FC236}">
                    <a16:creationId xmlns:a16="http://schemas.microsoft.com/office/drawing/2014/main" id="{A5CC0F1F-FBEE-4BF2-82F9-4954BAFE3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3146"/>
                <a:ext cx="22" cy="17"/>
              </a:xfrm>
              <a:custGeom>
                <a:avLst/>
                <a:gdLst>
                  <a:gd name="T0" fmla="*/ 63 w 13"/>
                  <a:gd name="T1" fmla="*/ 0 h 10"/>
                  <a:gd name="T2" fmla="*/ 24 w 13"/>
                  <a:gd name="T3" fmla="*/ 20 h 10"/>
                  <a:gd name="T4" fmla="*/ 0 w 13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8" y="0"/>
                      <a:pt x="8" y="1"/>
                      <a:pt x="5" y="4"/>
                    </a:cubicBezTo>
                    <a:cubicBezTo>
                      <a:pt x="4" y="6"/>
                      <a:pt x="2" y="8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64" name="Freeform 728">
                <a:extLst>
                  <a:ext uri="{FF2B5EF4-FFF2-40B4-BE49-F238E27FC236}">
                    <a16:creationId xmlns:a16="http://schemas.microsoft.com/office/drawing/2014/main" id="{A65FCF21-B8C8-4079-BE5B-98AF9B0AA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135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12 w 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4" y="5"/>
                      <a:pt x="2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65" name="Freeform 729">
                <a:extLst>
                  <a:ext uri="{FF2B5EF4-FFF2-40B4-BE49-F238E27FC236}">
                    <a16:creationId xmlns:a16="http://schemas.microsoft.com/office/drawing/2014/main" id="{4CA2C774-DDE2-4FDA-B9F8-CF4CA6BAD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3174"/>
                <a:ext cx="10" cy="3"/>
              </a:xfrm>
              <a:custGeom>
                <a:avLst/>
                <a:gdLst>
                  <a:gd name="T0" fmla="*/ 28 w 6"/>
                  <a:gd name="T1" fmla="*/ 0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66" name="Freeform 730">
                <a:extLst>
                  <a:ext uri="{FF2B5EF4-FFF2-40B4-BE49-F238E27FC236}">
                    <a16:creationId xmlns:a16="http://schemas.microsoft.com/office/drawing/2014/main" id="{79EFCFDA-CD61-4876-8050-31F839BC0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3195"/>
                <a:ext cx="15" cy="37"/>
              </a:xfrm>
              <a:custGeom>
                <a:avLst/>
                <a:gdLst>
                  <a:gd name="T0" fmla="*/ 8 w 9"/>
                  <a:gd name="T1" fmla="*/ 0 h 21"/>
                  <a:gd name="T2" fmla="*/ 20 w 9"/>
                  <a:gd name="T3" fmla="*/ 72 h 21"/>
                  <a:gd name="T4" fmla="*/ 0 w 9"/>
                  <a:gd name="T5" fmla="*/ 1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9" y="2"/>
                      <a:pt x="4" y="8"/>
                      <a:pt x="4" y="13"/>
                    </a:cubicBezTo>
                    <a:cubicBezTo>
                      <a:pt x="4" y="16"/>
                      <a:pt x="5" y="21"/>
                      <a:pt x="0" y="2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67" name="Freeform 731">
                <a:extLst>
                  <a:ext uri="{FF2B5EF4-FFF2-40B4-BE49-F238E27FC236}">
                    <a16:creationId xmlns:a16="http://schemas.microsoft.com/office/drawing/2014/main" id="{57AB4AD0-1288-40D4-B306-15B046810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218"/>
                <a:ext cx="14" cy="34"/>
              </a:xfrm>
              <a:custGeom>
                <a:avLst/>
                <a:gdLst>
                  <a:gd name="T0" fmla="*/ 0 w 8"/>
                  <a:gd name="T1" fmla="*/ 0 h 19"/>
                  <a:gd name="T2" fmla="*/ 33 w 8"/>
                  <a:gd name="T3" fmla="*/ 81 h 19"/>
                  <a:gd name="T4" fmla="*/ 33 w 8"/>
                  <a:gd name="T5" fmla="*/ 109 h 19"/>
                  <a:gd name="T6" fmla="*/ 7 w 8"/>
                  <a:gd name="T7" fmla="*/ 10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8" y="2"/>
                      <a:pt x="5" y="7"/>
                      <a:pt x="6" y="14"/>
                    </a:cubicBezTo>
                    <a:cubicBezTo>
                      <a:pt x="6" y="16"/>
                      <a:pt x="7" y="17"/>
                      <a:pt x="6" y="19"/>
                    </a:cubicBezTo>
                    <a:cubicBezTo>
                      <a:pt x="5" y="19"/>
                      <a:pt x="2" y="19"/>
                      <a:pt x="1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68" name="Freeform 732">
                <a:extLst>
                  <a:ext uri="{FF2B5EF4-FFF2-40B4-BE49-F238E27FC236}">
                    <a16:creationId xmlns:a16="http://schemas.microsoft.com/office/drawing/2014/main" id="{2D6CAA3A-3B08-424C-8DDF-ADD2E7E11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200"/>
                <a:ext cx="8" cy="2"/>
              </a:xfrm>
              <a:custGeom>
                <a:avLst/>
                <a:gdLst>
                  <a:gd name="T0" fmla="*/ 21 w 5"/>
                  <a:gd name="T1" fmla="*/ 0 h 1"/>
                  <a:gd name="T2" fmla="*/ 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69" name="Freeform 733">
                <a:extLst>
                  <a:ext uri="{FF2B5EF4-FFF2-40B4-BE49-F238E27FC236}">
                    <a16:creationId xmlns:a16="http://schemas.microsoft.com/office/drawing/2014/main" id="{2DF5FC78-B8CF-4649-B0CB-436D94C2E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3218"/>
                <a:ext cx="5" cy="5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70" name="Freeform 734">
                <a:extLst>
                  <a:ext uri="{FF2B5EF4-FFF2-40B4-BE49-F238E27FC236}">
                    <a16:creationId xmlns:a16="http://schemas.microsoft.com/office/drawing/2014/main" id="{5F4373AA-4C86-4679-8F83-89F7DEB8A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229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71" name="Freeform 735">
                <a:extLst>
                  <a:ext uri="{FF2B5EF4-FFF2-40B4-BE49-F238E27FC236}">
                    <a16:creationId xmlns:a16="http://schemas.microsoft.com/office/drawing/2014/main" id="{06CFD971-8228-482E-A251-FF129A6CA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250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72" name="Freeform 736">
                <a:extLst>
                  <a:ext uri="{FF2B5EF4-FFF2-40B4-BE49-F238E27FC236}">
                    <a16:creationId xmlns:a16="http://schemas.microsoft.com/office/drawing/2014/main" id="{FBB374FB-6729-4197-A8A5-0AB4A4DB5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193"/>
                <a:ext cx="2" cy="7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73" name="Freeform 737">
                <a:extLst>
                  <a:ext uri="{FF2B5EF4-FFF2-40B4-BE49-F238E27FC236}">
                    <a16:creationId xmlns:a16="http://schemas.microsoft.com/office/drawing/2014/main" id="{DFCCB7A4-DF60-4371-BD80-E579655C8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3225"/>
                <a:ext cx="19" cy="35"/>
              </a:xfrm>
              <a:custGeom>
                <a:avLst/>
                <a:gdLst>
                  <a:gd name="T0" fmla="*/ 0 w 11"/>
                  <a:gd name="T1" fmla="*/ 12 h 20"/>
                  <a:gd name="T2" fmla="*/ 41 w 11"/>
                  <a:gd name="T3" fmla="*/ 65 h 20"/>
                  <a:gd name="T4" fmla="*/ 36 w 11"/>
                  <a:gd name="T5" fmla="*/ 10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"/>
                    </a:moveTo>
                    <a:cubicBezTo>
                      <a:pt x="9" y="0"/>
                      <a:pt x="8" y="7"/>
                      <a:pt x="8" y="12"/>
                    </a:cubicBezTo>
                    <a:cubicBezTo>
                      <a:pt x="9" y="15"/>
                      <a:pt x="11" y="20"/>
                      <a:pt x="7" y="2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74" name="Freeform 738">
                <a:extLst>
                  <a:ext uri="{FF2B5EF4-FFF2-40B4-BE49-F238E27FC236}">
                    <a16:creationId xmlns:a16="http://schemas.microsoft.com/office/drawing/2014/main" id="{E5293C4A-C949-4F73-89AE-A35D1CEFD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222"/>
                <a:ext cx="68" cy="15"/>
              </a:xfrm>
              <a:custGeom>
                <a:avLst/>
                <a:gdLst>
                  <a:gd name="T0" fmla="*/ 181 w 41"/>
                  <a:gd name="T1" fmla="*/ 0 h 9"/>
                  <a:gd name="T2" fmla="*/ 181 w 41"/>
                  <a:gd name="T3" fmla="*/ 22 h 9"/>
                  <a:gd name="T4" fmla="*/ 146 w 41"/>
                  <a:gd name="T5" fmla="*/ 28 h 9"/>
                  <a:gd name="T6" fmla="*/ 60 w 41"/>
                  <a:gd name="T7" fmla="*/ 28 h 9"/>
                  <a:gd name="T8" fmla="*/ 0 w 41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">
                    <a:moveTo>
                      <a:pt x="40" y="0"/>
                    </a:moveTo>
                    <a:cubicBezTo>
                      <a:pt x="40" y="1"/>
                      <a:pt x="41" y="3"/>
                      <a:pt x="40" y="5"/>
                    </a:cubicBezTo>
                    <a:cubicBezTo>
                      <a:pt x="39" y="6"/>
                      <a:pt x="34" y="6"/>
                      <a:pt x="32" y="6"/>
                    </a:cubicBezTo>
                    <a:cubicBezTo>
                      <a:pt x="26" y="5"/>
                      <a:pt x="19" y="5"/>
                      <a:pt x="13" y="6"/>
                    </a:cubicBezTo>
                    <a:cubicBezTo>
                      <a:pt x="10" y="7"/>
                      <a:pt x="2" y="9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75" name="Freeform 739">
                <a:extLst>
                  <a:ext uri="{FF2B5EF4-FFF2-40B4-BE49-F238E27FC236}">
                    <a16:creationId xmlns:a16="http://schemas.microsoft.com/office/drawing/2014/main" id="{D6C3F2D9-E240-48E3-92E3-5F559758C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176"/>
                <a:ext cx="81" cy="40"/>
              </a:xfrm>
              <a:custGeom>
                <a:avLst/>
                <a:gdLst>
                  <a:gd name="T0" fmla="*/ 222 w 49"/>
                  <a:gd name="T1" fmla="*/ 0 h 23"/>
                  <a:gd name="T2" fmla="*/ 202 w 49"/>
                  <a:gd name="T3" fmla="*/ 0 h 23"/>
                  <a:gd name="T4" fmla="*/ 180 w 49"/>
                  <a:gd name="T5" fmla="*/ 28 h 23"/>
                  <a:gd name="T6" fmla="*/ 76 w 49"/>
                  <a:gd name="T7" fmla="*/ 94 h 23"/>
                  <a:gd name="T8" fmla="*/ 5 w 49"/>
                  <a:gd name="T9" fmla="*/ 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3">
                    <a:moveTo>
                      <a:pt x="49" y="0"/>
                    </a:moveTo>
                    <a:cubicBezTo>
                      <a:pt x="47" y="0"/>
                      <a:pt x="46" y="0"/>
                      <a:pt x="45" y="0"/>
                    </a:cubicBezTo>
                    <a:cubicBezTo>
                      <a:pt x="42" y="0"/>
                      <a:pt x="42" y="3"/>
                      <a:pt x="40" y="5"/>
                    </a:cubicBezTo>
                    <a:cubicBezTo>
                      <a:pt x="35" y="11"/>
                      <a:pt x="24" y="16"/>
                      <a:pt x="17" y="18"/>
                    </a:cubicBezTo>
                    <a:cubicBezTo>
                      <a:pt x="12" y="20"/>
                      <a:pt x="0" y="23"/>
                      <a:pt x="1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76" name="Freeform 740">
                <a:extLst>
                  <a:ext uri="{FF2B5EF4-FFF2-40B4-BE49-F238E27FC236}">
                    <a16:creationId xmlns:a16="http://schemas.microsoft.com/office/drawing/2014/main" id="{FE0AD278-A574-4223-871C-704D8E898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3084"/>
                <a:ext cx="62" cy="53"/>
              </a:xfrm>
              <a:custGeom>
                <a:avLst/>
                <a:gdLst>
                  <a:gd name="T0" fmla="*/ 0 w 37"/>
                  <a:gd name="T1" fmla="*/ 138 h 30"/>
                  <a:gd name="T2" fmla="*/ 47 w 37"/>
                  <a:gd name="T3" fmla="*/ 127 h 30"/>
                  <a:gd name="T4" fmla="*/ 75 w 37"/>
                  <a:gd name="T5" fmla="*/ 87 h 30"/>
                  <a:gd name="T6" fmla="*/ 124 w 37"/>
                  <a:gd name="T7" fmla="*/ 72 h 30"/>
                  <a:gd name="T8" fmla="*/ 169 w 37"/>
                  <a:gd name="T9" fmla="*/ 7 h 30"/>
                  <a:gd name="T10" fmla="*/ 161 w 3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0">
                    <a:moveTo>
                      <a:pt x="0" y="25"/>
                    </a:moveTo>
                    <a:cubicBezTo>
                      <a:pt x="2" y="30"/>
                      <a:pt x="8" y="26"/>
                      <a:pt x="10" y="23"/>
                    </a:cubicBezTo>
                    <a:cubicBezTo>
                      <a:pt x="12" y="20"/>
                      <a:pt x="13" y="17"/>
                      <a:pt x="16" y="16"/>
                    </a:cubicBezTo>
                    <a:cubicBezTo>
                      <a:pt x="19" y="14"/>
                      <a:pt x="23" y="14"/>
                      <a:pt x="26" y="13"/>
                    </a:cubicBezTo>
                    <a:cubicBezTo>
                      <a:pt x="31" y="12"/>
                      <a:pt x="37" y="7"/>
                      <a:pt x="36" y="1"/>
                    </a:cubicBezTo>
                    <a:cubicBezTo>
                      <a:pt x="35" y="0"/>
                      <a:pt x="35" y="0"/>
                      <a:pt x="3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77" name="Freeform 741">
                <a:extLst>
                  <a:ext uri="{FF2B5EF4-FFF2-40B4-BE49-F238E27FC236}">
                    <a16:creationId xmlns:a16="http://schemas.microsoft.com/office/drawing/2014/main" id="{B2614B2D-7D9E-4411-AC3B-875C23534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947"/>
                <a:ext cx="53" cy="73"/>
              </a:xfrm>
              <a:custGeom>
                <a:avLst/>
                <a:gdLst>
                  <a:gd name="T0" fmla="*/ 0 w 32"/>
                  <a:gd name="T1" fmla="*/ 224 h 41"/>
                  <a:gd name="T2" fmla="*/ 55 w 32"/>
                  <a:gd name="T3" fmla="*/ 194 h 41"/>
                  <a:gd name="T4" fmla="*/ 104 w 32"/>
                  <a:gd name="T5" fmla="*/ 80 h 41"/>
                  <a:gd name="T6" fmla="*/ 124 w 32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0" y="40"/>
                    </a:moveTo>
                    <a:cubicBezTo>
                      <a:pt x="6" y="39"/>
                      <a:pt x="9" y="41"/>
                      <a:pt x="12" y="34"/>
                    </a:cubicBezTo>
                    <a:cubicBezTo>
                      <a:pt x="14" y="26"/>
                      <a:pt x="17" y="19"/>
                      <a:pt x="23" y="14"/>
                    </a:cubicBezTo>
                    <a:cubicBezTo>
                      <a:pt x="28" y="10"/>
                      <a:pt x="32" y="5"/>
                      <a:pt x="2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78" name="Freeform 742">
                <a:extLst>
                  <a:ext uri="{FF2B5EF4-FFF2-40B4-BE49-F238E27FC236}">
                    <a16:creationId xmlns:a16="http://schemas.microsoft.com/office/drawing/2014/main" id="{8C0234B2-DDDE-4C7C-9D1B-D2F50E242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804"/>
                <a:ext cx="14" cy="76"/>
              </a:xfrm>
              <a:custGeom>
                <a:avLst/>
                <a:gdLst>
                  <a:gd name="T0" fmla="*/ 12 w 8"/>
                  <a:gd name="T1" fmla="*/ 0 h 43"/>
                  <a:gd name="T2" fmla="*/ 44 w 8"/>
                  <a:gd name="T3" fmla="*/ 60 h 43"/>
                  <a:gd name="T4" fmla="*/ 21 w 8"/>
                  <a:gd name="T5" fmla="*/ 159 h 43"/>
                  <a:gd name="T6" fmla="*/ 0 w 8"/>
                  <a:gd name="T7" fmla="*/ 22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3">
                    <a:moveTo>
                      <a:pt x="2" y="0"/>
                    </a:moveTo>
                    <a:cubicBezTo>
                      <a:pt x="7" y="0"/>
                      <a:pt x="8" y="7"/>
                      <a:pt x="8" y="11"/>
                    </a:cubicBezTo>
                    <a:cubicBezTo>
                      <a:pt x="7" y="17"/>
                      <a:pt x="4" y="22"/>
                      <a:pt x="4" y="29"/>
                    </a:cubicBezTo>
                    <a:cubicBezTo>
                      <a:pt x="4" y="31"/>
                      <a:pt x="5" y="43"/>
                      <a:pt x="0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79" name="Freeform 743">
                <a:extLst>
                  <a:ext uri="{FF2B5EF4-FFF2-40B4-BE49-F238E27FC236}">
                    <a16:creationId xmlns:a16="http://schemas.microsoft.com/office/drawing/2014/main" id="{143E372E-D277-40A5-A93F-16A4C3D81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40"/>
                <a:ext cx="20" cy="90"/>
              </a:xfrm>
              <a:custGeom>
                <a:avLst/>
                <a:gdLst>
                  <a:gd name="T0" fmla="*/ 8 w 12"/>
                  <a:gd name="T1" fmla="*/ 274 h 51"/>
                  <a:gd name="T2" fmla="*/ 47 w 12"/>
                  <a:gd name="T3" fmla="*/ 231 h 51"/>
                  <a:gd name="T4" fmla="*/ 33 w 12"/>
                  <a:gd name="T5" fmla="*/ 99 h 51"/>
                  <a:gd name="T6" fmla="*/ 5 w 12"/>
                  <a:gd name="T7" fmla="*/ 0 h 51"/>
                  <a:gd name="T8" fmla="*/ 0 w 12"/>
                  <a:gd name="T9" fmla="*/ 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1">
                    <a:moveTo>
                      <a:pt x="2" y="50"/>
                    </a:moveTo>
                    <a:cubicBezTo>
                      <a:pt x="6" y="51"/>
                      <a:pt x="9" y="46"/>
                      <a:pt x="10" y="42"/>
                    </a:cubicBezTo>
                    <a:cubicBezTo>
                      <a:pt x="12" y="34"/>
                      <a:pt x="6" y="27"/>
                      <a:pt x="7" y="18"/>
                    </a:cubicBezTo>
                    <a:cubicBezTo>
                      <a:pt x="7" y="13"/>
                      <a:pt x="8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80" name="Freeform 744">
                <a:extLst>
                  <a:ext uri="{FF2B5EF4-FFF2-40B4-BE49-F238E27FC236}">
                    <a16:creationId xmlns:a16="http://schemas.microsoft.com/office/drawing/2014/main" id="{F1A65E7D-237C-4E13-9B80-42BBB89B4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493"/>
                <a:ext cx="58" cy="90"/>
              </a:xfrm>
              <a:custGeom>
                <a:avLst/>
                <a:gdLst>
                  <a:gd name="T0" fmla="*/ 0 w 35"/>
                  <a:gd name="T1" fmla="*/ 21 h 51"/>
                  <a:gd name="T2" fmla="*/ 28 w 35"/>
                  <a:gd name="T3" fmla="*/ 0 h 51"/>
                  <a:gd name="T4" fmla="*/ 60 w 35"/>
                  <a:gd name="T5" fmla="*/ 60 h 51"/>
                  <a:gd name="T6" fmla="*/ 104 w 35"/>
                  <a:gd name="T7" fmla="*/ 199 h 51"/>
                  <a:gd name="T8" fmla="*/ 133 w 35"/>
                  <a:gd name="T9" fmla="*/ 28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0" y="4"/>
                    </a:moveTo>
                    <a:cubicBezTo>
                      <a:pt x="2" y="3"/>
                      <a:pt x="4" y="0"/>
                      <a:pt x="6" y="0"/>
                    </a:cubicBezTo>
                    <a:cubicBezTo>
                      <a:pt x="11" y="0"/>
                      <a:pt x="11" y="8"/>
                      <a:pt x="13" y="11"/>
                    </a:cubicBezTo>
                    <a:cubicBezTo>
                      <a:pt x="15" y="19"/>
                      <a:pt x="16" y="30"/>
                      <a:pt x="23" y="36"/>
                    </a:cubicBezTo>
                    <a:cubicBezTo>
                      <a:pt x="27" y="39"/>
                      <a:pt x="35" y="46"/>
                      <a:pt x="29" y="5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81" name="Freeform 745">
                <a:extLst>
                  <a:ext uri="{FF2B5EF4-FFF2-40B4-BE49-F238E27FC236}">
                    <a16:creationId xmlns:a16="http://schemas.microsoft.com/office/drawing/2014/main" id="{722B92A3-9F55-4D12-A585-D1B7ABF2D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382"/>
                <a:ext cx="50" cy="54"/>
              </a:xfrm>
              <a:custGeom>
                <a:avLst/>
                <a:gdLst>
                  <a:gd name="T0" fmla="*/ 138 w 30"/>
                  <a:gd name="T1" fmla="*/ 164 h 31"/>
                  <a:gd name="T2" fmla="*/ 55 w 30"/>
                  <a:gd name="T3" fmla="*/ 37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30" y="31"/>
                    </a:moveTo>
                    <a:cubicBezTo>
                      <a:pt x="22" y="24"/>
                      <a:pt x="20" y="14"/>
                      <a:pt x="12" y="7"/>
                    </a:cubicBezTo>
                    <a:cubicBezTo>
                      <a:pt x="10" y="6"/>
                      <a:pt x="3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82" name="Freeform 746">
                <a:extLst>
                  <a:ext uri="{FF2B5EF4-FFF2-40B4-BE49-F238E27FC236}">
                    <a16:creationId xmlns:a16="http://schemas.microsoft.com/office/drawing/2014/main" id="{4165705C-B2ED-4871-8DC5-387579FA0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290"/>
                <a:ext cx="76" cy="46"/>
              </a:xfrm>
              <a:custGeom>
                <a:avLst/>
                <a:gdLst>
                  <a:gd name="T0" fmla="*/ 185 w 46"/>
                  <a:gd name="T1" fmla="*/ 143 h 26"/>
                  <a:gd name="T2" fmla="*/ 172 w 46"/>
                  <a:gd name="T3" fmla="*/ 34 h 26"/>
                  <a:gd name="T4" fmla="*/ 83 w 46"/>
                  <a:gd name="T5" fmla="*/ 21 h 26"/>
                  <a:gd name="T6" fmla="*/ 8 w 46"/>
                  <a:gd name="T7" fmla="*/ 28 h 26"/>
                  <a:gd name="T8" fmla="*/ 5 w 46"/>
                  <a:gd name="T9" fmla="*/ 10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6">
                    <a:moveTo>
                      <a:pt x="41" y="26"/>
                    </a:moveTo>
                    <a:cubicBezTo>
                      <a:pt x="38" y="20"/>
                      <a:pt x="46" y="10"/>
                      <a:pt x="38" y="6"/>
                    </a:cubicBezTo>
                    <a:cubicBezTo>
                      <a:pt x="32" y="4"/>
                      <a:pt x="24" y="4"/>
                      <a:pt x="18" y="4"/>
                    </a:cubicBezTo>
                    <a:cubicBezTo>
                      <a:pt x="13" y="4"/>
                      <a:pt x="5" y="0"/>
                      <a:pt x="2" y="5"/>
                    </a:cubicBezTo>
                    <a:cubicBezTo>
                      <a:pt x="0" y="8"/>
                      <a:pt x="1" y="14"/>
                      <a:pt x="1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83" name="Freeform 747">
                <a:extLst>
                  <a:ext uri="{FF2B5EF4-FFF2-40B4-BE49-F238E27FC236}">
                    <a16:creationId xmlns:a16="http://schemas.microsoft.com/office/drawing/2014/main" id="{1CE85703-38D8-4C37-96DE-973B679FE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286"/>
                <a:ext cx="83" cy="44"/>
              </a:xfrm>
              <a:custGeom>
                <a:avLst/>
                <a:gdLst>
                  <a:gd name="T0" fmla="*/ 229 w 50"/>
                  <a:gd name="T1" fmla="*/ 99 h 25"/>
                  <a:gd name="T2" fmla="*/ 183 w 50"/>
                  <a:gd name="T3" fmla="*/ 7 h 25"/>
                  <a:gd name="T4" fmla="*/ 138 w 50"/>
                  <a:gd name="T5" fmla="*/ 16 h 25"/>
                  <a:gd name="T6" fmla="*/ 63 w 50"/>
                  <a:gd name="T7" fmla="*/ 37 h 25"/>
                  <a:gd name="T8" fmla="*/ 5 w 50"/>
                  <a:gd name="T9" fmla="*/ 93 h 25"/>
                  <a:gd name="T10" fmla="*/ 22 w 50"/>
                  <a:gd name="T11" fmla="*/ 13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25">
                    <a:moveTo>
                      <a:pt x="50" y="18"/>
                    </a:moveTo>
                    <a:cubicBezTo>
                      <a:pt x="44" y="15"/>
                      <a:pt x="46" y="4"/>
                      <a:pt x="40" y="1"/>
                    </a:cubicBezTo>
                    <a:cubicBezTo>
                      <a:pt x="37" y="0"/>
                      <a:pt x="32" y="2"/>
                      <a:pt x="30" y="3"/>
                    </a:cubicBezTo>
                    <a:cubicBezTo>
                      <a:pt x="25" y="5"/>
                      <a:pt x="20" y="6"/>
                      <a:pt x="14" y="7"/>
                    </a:cubicBezTo>
                    <a:cubicBezTo>
                      <a:pt x="9" y="8"/>
                      <a:pt x="0" y="9"/>
                      <a:pt x="1" y="17"/>
                    </a:cubicBezTo>
                    <a:cubicBezTo>
                      <a:pt x="2" y="20"/>
                      <a:pt x="3" y="23"/>
                      <a:pt x="5" y="2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84" name="Freeform 748">
                <a:extLst>
                  <a:ext uri="{FF2B5EF4-FFF2-40B4-BE49-F238E27FC236}">
                    <a16:creationId xmlns:a16="http://schemas.microsoft.com/office/drawing/2014/main" id="{7176B670-1541-4202-A0AA-2124A6ED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334"/>
                <a:ext cx="80" cy="64"/>
              </a:xfrm>
              <a:custGeom>
                <a:avLst/>
                <a:gdLst>
                  <a:gd name="T0" fmla="*/ 217 w 48"/>
                  <a:gd name="T1" fmla="*/ 66 h 36"/>
                  <a:gd name="T2" fmla="*/ 222 w 48"/>
                  <a:gd name="T3" fmla="*/ 73 h 36"/>
                  <a:gd name="T4" fmla="*/ 180 w 48"/>
                  <a:gd name="T5" fmla="*/ 21 h 36"/>
                  <a:gd name="T6" fmla="*/ 153 w 48"/>
                  <a:gd name="T7" fmla="*/ 7 h 36"/>
                  <a:gd name="T8" fmla="*/ 112 w 48"/>
                  <a:gd name="T9" fmla="*/ 44 h 36"/>
                  <a:gd name="T10" fmla="*/ 63 w 48"/>
                  <a:gd name="T11" fmla="*/ 85 h 36"/>
                  <a:gd name="T12" fmla="*/ 8 w 48"/>
                  <a:gd name="T13" fmla="*/ 146 h 36"/>
                  <a:gd name="T14" fmla="*/ 28 w 48"/>
                  <a:gd name="T15" fmla="*/ 203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6">
                    <a:moveTo>
                      <a:pt x="47" y="12"/>
                    </a:moveTo>
                    <a:cubicBezTo>
                      <a:pt x="48" y="12"/>
                      <a:pt x="48" y="12"/>
                      <a:pt x="48" y="13"/>
                    </a:cubicBezTo>
                    <a:cubicBezTo>
                      <a:pt x="44" y="10"/>
                      <a:pt x="42" y="8"/>
                      <a:pt x="39" y="4"/>
                    </a:cubicBezTo>
                    <a:cubicBezTo>
                      <a:pt x="37" y="2"/>
                      <a:pt x="36" y="0"/>
                      <a:pt x="33" y="1"/>
                    </a:cubicBezTo>
                    <a:cubicBezTo>
                      <a:pt x="30" y="2"/>
                      <a:pt x="27" y="6"/>
                      <a:pt x="24" y="8"/>
                    </a:cubicBezTo>
                    <a:cubicBezTo>
                      <a:pt x="21" y="10"/>
                      <a:pt x="18" y="13"/>
                      <a:pt x="14" y="15"/>
                    </a:cubicBezTo>
                    <a:cubicBezTo>
                      <a:pt x="10" y="18"/>
                      <a:pt x="5" y="21"/>
                      <a:pt x="2" y="26"/>
                    </a:cubicBezTo>
                    <a:cubicBezTo>
                      <a:pt x="0" y="30"/>
                      <a:pt x="4" y="33"/>
                      <a:pt x="6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85" name="Freeform 749">
                <a:extLst>
                  <a:ext uri="{FF2B5EF4-FFF2-40B4-BE49-F238E27FC236}">
                    <a16:creationId xmlns:a16="http://schemas.microsoft.com/office/drawing/2014/main" id="{C1CE86FC-94EA-43DA-ACEF-A0C984B2D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412"/>
                <a:ext cx="62" cy="74"/>
              </a:xfrm>
              <a:custGeom>
                <a:avLst/>
                <a:gdLst>
                  <a:gd name="T0" fmla="*/ 174 w 37"/>
                  <a:gd name="T1" fmla="*/ 44 h 42"/>
                  <a:gd name="T2" fmla="*/ 112 w 37"/>
                  <a:gd name="T3" fmla="*/ 7 h 42"/>
                  <a:gd name="T4" fmla="*/ 84 w 37"/>
                  <a:gd name="T5" fmla="*/ 33 h 42"/>
                  <a:gd name="T6" fmla="*/ 47 w 37"/>
                  <a:gd name="T7" fmla="*/ 81 h 42"/>
                  <a:gd name="T8" fmla="*/ 0 w 37"/>
                  <a:gd name="T9" fmla="*/ 171 h 42"/>
                  <a:gd name="T10" fmla="*/ 28 w 37"/>
                  <a:gd name="T11" fmla="*/ 22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2">
                    <a:moveTo>
                      <a:pt x="37" y="8"/>
                    </a:moveTo>
                    <a:cubicBezTo>
                      <a:pt x="31" y="9"/>
                      <a:pt x="29" y="1"/>
                      <a:pt x="24" y="1"/>
                    </a:cubicBezTo>
                    <a:cubicBezTo>
                      <a:pt x="21" y="0"/>
                      <a:pt x="19" y="4"/>
                      <a:pt x="18" y="6"/>
                    </a:cubicBezTo>
                    <a:cubicBezTo>
                      <a:pt x="15" y="9"/>
                      <a:pt x="13" y="12"/>
                      <a:pt x="10" y="15"/>
                    </a:cubicBezTo>
                    <a:cubicBezTo>
                      <a:pt x="6" y="20"/>
                      <a:pt x="0" y="24"/>
                      <a:pt x="0" y="31"/>
                    </a:cubicBezTo>
                    <a:cubicBezTo>
                      <a:pt x="1" y="35"/>
                      <a:pt x="2" y="39"/>
                      <a:pt x="6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86" name="Freeform 750">
                <a:extLst>
                  <a:ext uri="{FF2B5EF4-FFF2-40B4-BE49-F238E27FC236}">
                    <a16:creationId xmlns:a16="http://schemas.microsoft.com/office/drawing/2014/main" id="{7B355464-3312-406F-A07C-360A15FD8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516"/>
                <a:ext cx="57" cy="62"/>
              </a:xfrm>
              <a:custGeom>
                <a:avLst/>
                <a:gdLst>
                  <a:gd name="T0" fmla="*/ 29 w 34"/>
                  <a:gd name="T1" fmla="*/ 195 h 35"/>
                  <a:gd name="T2" fmla="*/ 22 w 34"/>
                  <a:gd name="T3" fmla="*/ 138 h 35"/>
                  <a:gd name="T4" fmla="*/ 62 w 34"/>
                  <a:gd name="T5" fmla="*/ 34 h 35"/>
                  <a:gd name="T6" fmla="*/ 124 w 34"/>
                  <a:gd name="T7" fmla="*/ 16 h 35"/>
                  <a:gd name="T8" fmla="*/ 161 w 34"/>
                  <a:gd name="T9" fmla="*/ 6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6" y="35"/>
                    </a:moveTo>
                    <a:cubicBezTo>
                      <a:pt x="0" y="35"/>
                      <a:pt x="4" y="27"/>
                      <a:pt x="5" y="25"/>
                    </a:cubicBezTo>
                    <a:cubicBezTo>
                      <a:pt x="7" y="19"/>
                      <a:pt x="9" y="11"/>
                      <a:pt x="13" y="6"/>
                    </a:cubicBezTo>
                    <a:cubicBezTo>
                      <a:pt x="16" y="1"/>
                      <a:pt x="22" y="0"/>
                      <a:pt x="26" y="3"/>
                    </a:cubicBezTo>
                    <a:cubicBezTo>
                      <a:pt x="29" y="5"/>
                      <a:pt x="33" y="10"/>
                      <a:pt x="34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87" name="Freeform 751">
                <a:extLst>
                  <a:ext uri="{FF2B5EF4-FFF2-40B4-BE49-F238E27FC236}">
                    <a16:creationId xmlns:a16="http://schemas.microsoft.com/office/drawing/2014/main" id="{0E6F416B-7705-486A-B464-A99305438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373"/>
                <a:ext cx="53" cy="42"/>
              </a:xfrm>
              <a:custGeom>
                <a:avLst/>
                <a:gdLst>
                  <a:gd name="T0" fmla="*/ 20 w 32"/>
                  <a:gd name="T1" fmla="*/ 130 h 24"/>
                  <a:gd name="T2" fmla="*/ 41 w 32"/>
                  <a:gd name="T3" fmla="*/ 81 h 24"/>
                  <a:gd name="T4" fmla="*/ 91 w 32"/>
                  <a:gd name="T5" fmla="*/ 33 h 24"/>
                  <a:gd name="T6" fmla="*/ 146 w 32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4" y="24"/>
                    </a:moveTo>
                    <a:cubicBezTo>
                      <a:pt x="0" y="20"/>
                      <a:pt x="6" y="17"/>
                      <a:pt x="9" y="15"/>
                    </a:cubicBezTo>
                    <a:cubicBezTo>
                      <a:pt x="13" y="12"/>
                      <a:pt x="16" y="9"/>
                      <a:pt x="20" y="6"/>
                    </a:cubicBezTo>
                    <a:cubicBezTo>
                      <a:pt x="23" y="5"/>
                      <a:pt x="29" y="0"/>
                      <a:pt x="3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88" name="Freeform 752">
                <a:extLst>
                  <a:ext uri="{FF2B5EF4-FFF2-40B4-BE49-F238E27FC236}">
                    <a16:creationId xmlns:a16="http://schemas.microsoft.com/office/drawing/2014/main" id="{B9A99FB3-2ED4-49E1-85EA-AB266FC12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65"/>
                <a:ext cx="48" cy="55"/>
              </a:xfrm>
              <a:custGeom>
                <a:avLst/>
                <a:gdLst>
                  <a:gd name="T0" fmla="*/ 131 w 29"/>
                  <a:gd name="T1" fmla="*/ 0 h 31"/>
                  <a:gd name="T2" fmla="*/ 96 w 29"/>
                  <a:gd name="T3" fmla="*/ 35 h 31"/>
                  <a:gd name="T4" fmla="*/ 41 w 29"/>
                  <a:gd name="T5" fmla="*/ 110 h 31"/>
                  <a:gd name="T6" fmla="*/ 22 w 29"/>
                  <a:gd name="T7" fmla="*/ 17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1">
                    <a:moveTo>
                      <a:pt x="29" y="0"/>
                    </a:moveTo>
                    <a:cubicBezTo>
                      <a:pt x="26" y="0"/>
                      <a:pt x="23" y="3"/>
                      <a:pt x="21" y="6"/>
                    </a:cubicBezTo>
                    <a:cubicBezTo>
                      <a:pt x="17" y="11"/>
                      <a:pt x="15" y="16"/>
                      <a:pt x="9" y="20"/>
                    </a:cubicBezTo>
                    <a:cubicBezTo>
                      <a:pt x="7" y="22"/>
                      <a:pt x="0" y="27"/>
                      <a:pt x="5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89" name="Freeform 753">
                <a:extLst>
                  <a:ext uri="{FF2B5EF4-FFF2-40B4-BE49-F238E27FC236}">
                    <a16:creationId xmlns:a16="http://schemas.microsoft.com/office/drawing/2014/main" id="{CF26C197-62F0-4348-85C1-B847121C1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387"/>
                <a:ext cx="20" cy="26"/>
              </a:xfrm>
              <a:custGeom>
                <a:avLst/>
                <a:gdLst>
                  <a:gd name="T0" fmla="*/ 42 w 12"/>
                  <a:gd name="T1" fmla="*/ 78 h 15"/>
                  <a:gd name="T2" fmla="*/ 0 w 1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9" y="15"/>
                    </a:moveTo>
                    <a:cubicBezTo>
                      <a:pt x="12" y="10"/>
                      <a:pt x="5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90" name="Freeform 754">
                <a:extLst>
                  <a:ext uri="{FF2B5EF4-FFF2-40B4-BE49-F238E27FC236}">
                    <a16:creationId xmlns:a16="http://schemas.microsoft.com/office/drawing/2014/main" id="{56FDC01E-6A18-494D-9355-4B2A2B92A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346"/>
                <a:ext cx="22" cy="30"/>
              </a:xfrm>
              <a:custGeom>
                <a:avLst/>
                <a:gdLst>
                  <a:gd name="T0" fmla="*/ 49 w 13"/>
                  <a:gd name="T1" fmla="*/ 94 h 17"/>
                  <a:gd name="T2" fmla="*/ 0 w 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0" y="17"/>
                    </a:moveTo>
                    <a:cubicBezTo>
                      <a:pt x="13" y="12"/>
                      <a:pt x="3" y="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91" name="Freeform 755">
                <a:extLst>
                  <a:ext uri="{FF2B5EF4-FFF2-40B4-BE49-F238E27FC236}">
                    <a16:creationId xmlns:a16="http://schemas.microsoft.com/office/drawing/2014/main" id="{32C227B7-AE2D-4618-AED8-E0EA2D3B4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405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92" name="Freeform 756">
                <a:extLst>
                  <a:ext uri="{FF2B5EF4-FFF2-40B4-BE49-F238E27FC236}">
                    <a16:creationId xmlns:a16="http://schemas.microsoft.com/office/drawing/2014/main" id="{9D353AE3-0E02-4D3B-81AD-C311AD2B4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71"/>
                <a:ext cx="8" cy="4"/>
              </a:xfrm>
              <a:custGeom>
                <a:avLst/>
                <a:gdLst>
                  <a:gd name="T0" fmla="*/ 0 w 5"/>
                  <a:gd name="T1" fmla="*/ 0 h 2"/>
                  <a:gd name="T2" fmla="*/ 21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5" y="2"/>
                      <a:pt x="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93" name="Freeform 757">
                <a:extLst>
                  <a:ext uri="{FF2B5EF4-FFF2-40B4-BE49-F238E27FC236}">
                    <a16:creationId xmlns:a16="http://schemas.microsoft.com/office/drawing/2014/main" id="{3A7DBC4B-B21A-4D0C-9B42-5DA6F1151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309"/>
                <a:ext cx="21" cy="27"/>
              </a:xfrm>
              <a:custGeom>
                <a:avLst/>
                <a:gdLst>
                  <a:gd name="T0" fmla="*/ 26 w 13"/>
                  <a:gd name="T1" fmla="*/ 88 h 15"/>
                  <a:gd name="T2" fmla="*/ 0 w 1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6" y="15"/>
                    </a:moveTo>
                    <a:cubicBezTo>
                      <a:pt x="13" y="14"/>
                      <a:pt x="4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94" name="Freeform 758">
                <a:extLst>
                  <a:ext uri="{FF2B5EF4-FFF2-40B4-BE49-F238E27FC236}">
                    <a16:creationId xmlns:a16="http://schemas.microsoft.com/office/drawing/2014/main" id="{53192840-045C-40D2-855A-A52A19F67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385"/>
                <a:ext cx="2" cy="5"/>
              </a:xfrm>
              <a:custGeom>
                <a:avLst/>
                <a:gdLst>
                  <a:gd name="T0" fmla="*/ 8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95" name="Freeform 759">
                <a:extLst>
                  <a:ext uri="{FF2B5EF4-FFF2-40B4-BE49-F238E27FC236}">
                    <a16:creationId xmlns:a16="http://schemas.microsoft.com/office/drawing/2014/main" id="{7E9144A2-3522-4516-AAAE-7F763A70A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436"/>
                <a:ext cx="25" cy="23"/>
              </a:xfrm>
              <a:custGeom>
                <a:avLst/>
                <a:gdLst>
                  <a:gd name="T0" fmla="*/ 70 w 15"/>
                  <a:gd name="T1" fmla="*/ 60 h 13"/>
                  <a:gd name="T2" fmla="*/ 50 w 15"/>
                  <a:gd name="T3" fmla="*/ 60 h 13"/>
                  <a:gd name="T4" fmla="*/ 33 w 15"/>
                  <a:gd name="T5" fmla="*/ 28 h 13"/>
                  <a:gd name="T6" fmla="*/ 0 w 1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11"/>
                    </a:moveTo>
                    <a:cubicBezTo>
                      <a:pt x="12" y="11"/>
                      <a:pt x="13" y="13"/>
                      <a:pt x="11" y="11"/>
                    </a:cubicBezTo>
                    <a:cubicBezTo>
                      <a:pt x="9" y="10"/>
                      <a:pt x="9" y="7"/>
                      <a:pt x="7" y="5"/>
                    </a:cubicBezTo>
                    <a:cubicBezTo>
                      <a:pt x="5" y="3"/>
                      <a:pt x="1" y="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96" name="Freeform 760">
                <a:extLst>
                  <a:ext uri="{FF2B5EF4-FFF2-40B4-BE49-F238E27FC236}">
                    <a16:creationId xmlns:a16="http://schemas.microsoft.com/office/drawing/2014/main" id="{40DE6C15-4FBF-4429-AA1B-250135BCE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498"/>
                <a:ext cx="23" cy="22"/>
              </a:xfrm>
              <a:custGeom>
                <a:avLst/>
                <a:gdLst>
                  <a:gd name="T0" fmla="*/ 41 w 14"/>
                  <a:gd name="T1" fmla="*/ 73 h 12"/>
                  <a:gd name="T2" fmla="*/ 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4"/>
                      <a:pt x="1" y="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97" name="Freeform 761">
                <a:extLst>
                  <a:ext uri="{FF2B5EF4-FFF2-40B4-BE49-F238E27FC236}">
                    <a16:creationId xmlns:a16="http://schemas.microsoft.com/office/drawing/2014/main" id="{CBFD5605-ADBE-4253-940E-3DC7DD954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456"/>
                <a:ext cx="3" cy="11"/>
              </a:xfrm>
              <a:custGeom>
                <a:avLst/>
                <a:gdLst>
                  <a:gd name="T0" fmla="*/ 0 w 2"/>
                  <a:gd name="T1" fmla="*/ 0 h 6"/>
                  <a:gd name="T2" fmla="*/ 5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1"/>
                      <a:pt x="2" y="5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98" name="Freeform 762">
                <a:extLst>
                  <a:ext uri="{FF2B5EF4-FFF2-40B4-BE49-F238E27FC236}">
                    <a16:creationId xmlns:a16="http://schemas.microsoft.com/office/drawing/2014/main" id="{4F03D49C-250E-4719-B009-C0E913733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507"/>
                <a:ext cx="8" cy="4"/>
              </a:xfrm>
              <a:custGeom>
                <a:avLst/>
                <a:gdLst>
                  <a:gd name="T0" fmla="*/ 0 w 5"/>
                  <a:gd name="T1" fmla="*/ 8 h 2"/>
                  <a:gd name="T2" fmla="*/ 21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1"/>
                      <a:pt x="4" y="2"/>
                      <a:pt x="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99" name="Freeform 763">
                <a:extLst>
                  <a:ext uri="{FF2B5EF4-FFF2-40B4-BE49-F238E27FC236}">
                    <a16:creationId xmlns:a16="http://schemas.microsoft.com/office/drawing/2014/main" id="{8545F5C2-A292-476E-95B9-5B85624C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569"/>
                <a:ext cx="6" cy="7"/>
              </a:xfrm>
              <a:custGeom>
                <a:avLst/>
                <a:gdLst>
                  <a:gd name="T0" fmla="*/ 14 w 4"/>
                  <a:gd name="T1" fmla="*/ 0 h 4"/>
                  <a:gd name="T2" fmla="*/ 0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00" name="Freeform 764">
                <a:extLst>
                  <a:ext uri="{FF2B5EF4-FFF2-40B4-BE49-F238E27FC236}">
                    <a16:creationId xmlns:a16="http://schemas.microsoft.com/office/drawing/2014/main" id="{1D7DABFA-C7F6-4A72-82AA-A9627EF4B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3230"/>
                <a:ext cx="8" cy="27"/>
              </a:xfrm>
              <a:custGeom>
                <a:avLst/>
                <a:gdLst>
                  <a:gd name="T0" fmla="*/ 0 w 5"/>
                  <a:gd name="T1" fmla="*/ 7 h 15"/>
                  <a:gd name="T2" fmla="*/ 16 w 5"/>
                  <a:gd name="T3" fmla="*/ 52 h 15"/>
                  <a:gd name="T4" fmla="*/ 16 w 5"/>
                  <a:gd name="T5" fmla="*/ 8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0" y="1"/>
                    </a:moveTo>
                    <a:cubicBezTo>
                      <a:pt x="5" y="0"/>
                      <a:pt x="4" y="6"/>
                      <a:pt x="4" y="9"/>
                    </a:cubicBezTo>
                    <a:cubicBezTo>
                      <a:pt x="4" y="11"/>
                      <a:pt x="5" y="14"/>
                      <a:pt x="4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01" name="Freeform 765">
                <a:extLst>
                  <a:ext uri="{FF2B5EF4-FFF2-40B4-BE49-F238E27FC236}">
                    <a16:creationId xmlns:a16="http://schemas.microsoft.com/office/drawing/2014/main" id="{02E5247C-82FB-45C9-910D-971E5F202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206"/>
                <a:ext cx="16" cy="33"/>
              </a:xfrm>
              <a:custGeom>
                <a:avLst/>
                <a:gdLst>
                  <a:gd name="T0" fmla="*/ 0 w 10"/>
                  <a:gd name="T1" fmla="*/ 0 h 19"/>
                  <a:gd name="T2" fmla="*/ 0 w 10"/>
                  <a:gd name="T3" fmla="*/ 36 h 19"/>
                  <a:gd name="T4" fmla="*/ 21 w 10"/>
                  <a:gd name="T5" fmla="*/ 63 h 19"/>
                  <a:gd name="T6" fmla="*/ 42 w 10"/>
                  <a:gd name="T7" fmla="*/ 9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  <a:cubicBezTo>
                      <a:pt x="1" y="10"/>
                      <a:pt x="3" y="10"/>
                      <a:pt x="5" y="12"/>
                    </a:cubicBezTo>
                    <a:cubicBezTo>
                      <a:pt x="6" y="13"/>
                      <a:pt x="7" y="19"/>
                      <a:pt x="1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02" name="Freeform 766">
                <a:extLst>
                  <a:ext uri="{FF2B5EF4-FFF2-40B4-BE49-F238E27FC236}">
                    <a16:creationId xmlns:a16="http://schemas.microsoft.com/office/drawing/2014/main" id="{5CA95D60-0B92-4852-B46A-5C9BE38B0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229"/>
                <a:ext cx="1" cy="5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03" name="Freeform 767">
                <a:extLst>
                  <a:ext uri="{FF2B5EF4-FFF2-40B4-BE49-F238E27FC236}">
                    <a16:creationId xmlns:a16="http://schemas.microsoft.com/office/drawing/2014/main" id="{78B6BE28-FA27-4EC7-9FFB-84E23E29A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232"/>
                <a:ext cx="2" cy="9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4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04" name="Freeform 768">
                <a:extLst>
                  <a:ext uri="{FF2B5EF4-FFF2-40B4-BE49-F238E27FC236}">
                    <a16:creationId xmlns:a16="http://schemas.microsoft.com/office/drawing/2014/main" id="{702E68F4-C0C5-45A6-9907-0A2885DB5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207"/>
                <a:ext cx="5" cy="6"/>
              </a:xfrm>
              <a:custGeom>
                <a:avLst/>
                <a:gdLst>
                  <a:gd name="T0" fmla="*/ 13 w 3"/>
                  <a:gd name="T1" fmla="*/ 8 h 3"/>
                  <a:gd name="T2" fmla="*/ 5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0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05" name="Freeform 769">
                <a:extLst>
                  <a:ext uri="{FF2B5EF4-FFF2-40B4-BE49-F238E27FC236}">
                    <a16:creationId xmlns:a16="http://schemas.microsoft.com/office/drawing/2014/main" id="{6A30B9F1-1493-4158-A3D3-BEC617FC1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3176"/>
                <a:ext cx="17" cy="28"/>
              </a:xfrm>
              <a:custGeom>
                <a:avLst/>
                <a:gdLst>
                  <a:gd name="T0" fmla="*/ 0 w 10"/>
                  <a:gd name="T1" fmla="*/ 0 h 16"/>
                  <a:gd name="T2" fmla="*/ 29 w 10"/>
                  <a:gd name="T3" fmla="*/ 58 h 16"/>
                  <a:gd name="T4" fmla="*/ 49 w 10"/>
                  <a:gd name="T5" fmla="*/ 8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6" y="2"/>
                      <a:pt x="3" y="7"/>
                      <a:pt x="6" y="11"/>
                    </a:cubicBezTo>
                    <a:cubicBezTo>
                      <a:pt x="7" y="12"/>
                      <a:pt x="10" y="14"/>
                      <a:pt x="10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06" name="Freeform 770">
                <a:extLst>
                  <a:ext uri="{FF2B5EF4-FFF2-40B4-BE49-F238E27FC236}">
                    <a16:creationId xmlns:a16="http://schemas.microsoft.com/office/drawing/2014/main" id="{FA0199DC-BAEA-4F99-BAFF-77D6E0BE5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135"/>
                <a:ext cx="18" cy="32"/>
              </a:xfrm>
              <a:custGeom>
                <a:avLst/>
                <a:gdLst>
                  <a:gd name="T0" fmla="*/ 0 w 11"/>
                  <a:gd name="T1" fmla="*/ 0 h 18"/>
                  <a:gd name="T2" fmla="*/ 41 w 11"/>
                  <a:gd name="T3" fmla="*/ 57 h 18"/>
                  <a:gd name="T4" fmla="*/ 43 w 11"/>
                  <a:gd name="T5" fmla="*/ 10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0"/>
                    </a:moveTo>
                    <a:cubicBezTo>
                      <a:pt x="2" y="5"/>
                      <a:pt x="7" y="6"/>
                      <a:pt x="9" y="10"/>
                    </a:cubicBezTo>
                    <a:cubicBezTo>
                      <a:pt x="10" y="13"/>
                      <a:pt x="11" y="16"/>
                      <a:pt x="1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07" name="Freeform 771">
                <a:extLst>
                  <a:ext uri="{FF2B5EF4-FFF2-40B4-BE49-F238E27FC236}">
                    <a16:creationId xmlns:a16="http://schemas.microsoft.com/office/drawing/2014/main" id="{B0E1498A-0C4D-46D6-95EC-681632A18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177"/>
                <a:ext cx="3" cy="7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08" name="Freeform 772">
                <a:extLst>
                  <a:ext uri="{FF2B5EF4-FFF2-40B4-BE49-F238E27FC236}">
                    <a16:creationId xmlns:a16="http://schemas.microsoft.com/office/drawing/2014/main" id="{834588B7-24D8-4F7C-9B6D-7A300D8DD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3199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09" name="Freeform 773">
                <a:extLst>
                  <a:ext uri="{FF2B5EF4-FFF2-40B4-BE49-F238E27FC236}">
                    <a16:creationId xmlns:a16="http://schemas.microsoft.com/office/drawing/2014/main" id="{6BEB6561-D44F-4BAA-9C57-D09D0DB68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133"/>
                <a:ext cx="4" cy="9"/>
              </a:xfrm>
              <a:custGeom>
                <a:avLst/>
                <a:gdLst>
                  <a:gd name="T0" fmla="*/ 16 w 2"/>
                  <a:gd name="T1" fmla="*/ 0 h 5"/>
                  <a:gd name="T2" fmla="*/ 8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0"/>
                      <a:pt x="1" y="3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10" name="Freeform 774">
                <a:extLst>
                  <a:ext uri="{FF2B5EF4-FFF2-40B4-BE49-F238E27FC236}">
                    <a16:creationId xmlns:a16="http://schemas.microsoft.com/office/drawing/2014/main" id="{3CA4B827-1068-45FF-9C0A-F5627970A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3084"/>
                <a:ext cx="18" cy="19"/>
              </a:xfrm>
              <a:custGeom>
                <a:avLst/>
                <a:gdLst>
                  <a:gd name="T0" fmla="*/ 8 w 11"/>
                  <a:gd name="T1" fmla="*/ 0 h 11"/>
                  <a:gd name="T2" fmla="*/ 0 w 11"/>
                  <a:gd name="T3" fmla="*/ 21 h 11"/>
                  <a:gd name="T4" fmla="*/ 21 w 11"/>
                  <a:gd name="T5" fmla="*/ 36 h 11"/>
                  <a:gd name="T6" fmla="*/ 47 w 11"/>
                  <a:gd name="T7" fmla="*/ 5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7"/>
                      <a:pt x="2" y="6"/>
                      <a:pt x="5" y="7"/>
                    </a:cubicBezTo>
                    <a:cubicBezTo>
                      <a:pt x="8" y="8"/>
                      <a:pt x="9" y="10"/>
                      <a:pt x="11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11" name="Freeform 775">
                <a:extLst>
                  <a:ext uri="{FF2B5EF4-FFF2-40B4-BE49-F238E27FC236}">
                    <a16:creationId xmlns:a16="http://schemas.microsoft.com/office/drawing/2014/main" id="{372BD179-3824-4D0D-9029-5FBAD7368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015"/>
                <a:ext cx="31" cy="19"/>
              </a:xfrm>
              <a:custGeom>
                <a:avLst/>
                <a:gdLst>
                  <a:gd name="T0" fmla="*/ 5 w 19"/>
                  <a:gd name="T1" fmla="*/ 0 h 11"/>
                  <a:gd name="T2" fmla="*/ 13 w 19"/>
                  <a:gd name="T3" fmla="*/ 29 h 11"/>
                  <a:gd name="T4" fmla="*/ 29 w 19"/>
                  <a:gd name="T5" fmla="*/ 36 h 11"/>
                  <a:gd name="T6" fmla="*/ 54 w 19"/>
                  <a:gd name="T7" fmla="*/ 41 h 11"/>
                  <a:gd name="T8" fmla="*/ 83 w 19"/>
                  <a:gd name="T9" fmla="*/ 4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4" y="7"/>
                      <a:pt x="6" y="7"/>
                      <a:pt x="7" y="7"/>
                    </a:cubicBezTo>
                    <a:cubicBezTo>
                      <a:pt x="9" y="7"/>
                      <a:pt x="10" y="7"/>
                      <a:pt x="12" y="8"/>
                    </a:cubicBezTo>
                    <a:cubicBezTo>
                      <a:pt x="14" y="8"/>
                      <a:pt x="17" y="11"/>
                      <a:pt x="19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12" name="Freeform 776">
                <a:extLst>
                  <a:ext uri="{FF2B5EF4-FFF2-40B4-BE49-F238E27FC236}">
                    <a16:creationId xmlns:a16="http://schemas.microsoft.com/office/drawing/2014/main" id="{2F805BDB-845B-4F36-8410-15ABE3B60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3087"/>
                <a:ext cx="10" cy="5"/>
              </a:xfrm>
              <a:custGeom>
                <a:avLst/>
                <a:gdLst>
                  <a:gd name="T0" fmla="*/ 0 w 6"/>
                  <a:gd name="T1" fmla="*/ 13 h 3"/>
                  <a:gd name="T2" fmla="*/ 28 w 6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13" name="Freeform 777">
                <a:extLst>
                  <a:ext uri="{FF2B5EF4-FFF2-40B4-BE49-F238E27FC236}">
                    <a16:creationId xmlns:a16="http://schemas.microsoft.com/office/drawing/2014/main" id="{5D6FB43C-38B8-4A59-9BC7-212DEAC1F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020"/>
                <a:ext cx="10" cy="4"/>
              </a:xfrm>
              <a:custGeom>
                <a:avLst/>
                <a:gdLst>
                  <a:gd name="T0" fmla="*/ 0 w 6"/>
                  <a:gd name="T1" fmla="*/ 16 h 2"/>
                  <a:gd name="T2" fmla="*/ 28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1" y="0"/>
                      <a:pt x="4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14" name="Freeform 778">
                <a:extLst>
                  <a:ext uri="{FF2B5EF4-FFF2-40B4-BE49-F238E27FC236}">
                    <a16:creationId xmlns:a16="http://schemas.microsoft.com/office/drawing/2014/main" id="{DCE2F76E-152C-4C48-B3A7-E1863AC1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3031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15" name="Freeform 779">
                <a:extLst>
                  <a:ext uri="{FF2B5EF4-FFF2-40B4-BE49-F238E27FC236}">
                    <a16:creationId xmlns:a16="http://schemas.microsoft.com/office/drawing/2014/main" id="{DA1E8947-1D99-448C-8DA0-C461A646F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55"/>
                <a:ext cx="28" cy="17"/>
              </a:xfrm>
              <a:custGeom>
                <a:avLst/>
                <a:gdLst>
                  <a:gd name="T0" fmla="*/ 0 w 17"/>
                  <a:gd name="T1" fmla="*/ 9 h 10"/>
                  <a:gd name="T2" fmla="*/ 8 w 17"/>
                  <a:gd name="T3" fmla="*/ 5 h 10"/>
                  <a:gd name="T4" fmla="*/ 33 w 17"/>
                  <a:gd name="T5" fmla="*/ 5 h 10"/>
                  <a:gd name="T6" fmla="*/ 54 w 17"/>
                  <a:gd name="T7" fmla="*/ 26 h 10"/>
                  <a:gd name="T8" fmla="*/ 71 w 17"/>
                  <a:gd name="T9" fmla="*/ 34 h 10"/>
                  <a:gd name="T10" fmla="*/ 76 w 17"/>
                  <a:gd name="T11" fmla="*/ 49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0">
                    <a:moveTo>
                      <a:pt x="0" y="2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7" y="1"/>
                    </a:cubicBezTo>
                    <a:cubicBezTo>
                      <a:pt x="9" y="2"/>
                      <a:pt x="10" y="4"/>
                      <a:pt x="12" y="5"/>
                    </a:cubicBezTo>
                    <a:cubicBezTo>
                      <a:pt x="14" y="6"/>
                      <a:pt x="15" y="6"/>
                      <a:pt x="16" y="7"/>
                    </a:cubicBezTo>
                    <a:cubicBezTo>
                      <a:pt x="17" y="8"/>
                      <a:pt x="17" y="9"/>
                      <a:pt x="17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16" name="Freeform 780">
                <a:extLst>
                  <a:ext uri="{FF2B5EF4-FFF2-40B4-BE49-F238E27FC236}">
                    <a16:creationId xmlns:a16="http://schemas.microsoft.com/office/drawing/2014/main" id="{096258DF-53AC-4E26-B119-CC666AC5F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871"/>
                <a:ext cx="30" cy="16"/>
              </a:xfrm>
              <a:custGeom>
                <a:avLst/>
                <a:gdLst>
                  <a:gd name="T0" fmla="*/ 0 w 18"/>
                  <a:gd name="T1" fmla="*/ 12 h 9"/>
                  <a:gd name="T2" fmla="*/ 37 w 18"/>
                  <a:gd name="T3" fmla="*/ 7 h 9"/>
                  <a:gd name="T4" fmla="*/ 62 w 18"/>
                  <a:gd name="T5" fmla="*/ 21 h 9"/>
                  <a:gd name="T6" fmla="*/ 78 w 18"/>
                  <a:gd name="T7" fmla="*/ 5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0" y="2"/>
                    </a:moveTo>
                    <a:cubicBezTo>
                      <a:pt x="2" y="2"/>
                      <a:pt x="5" y="0"/>
                      <a:pt x="8" y="1"/>
                    </a:cubicBezTo>
                    <a:cubicBezTo>
                      <a:pt x="10" y="1"/>
                      <a:pt x="11" y="3"/>
                      <a:pt x="13" y="4"/>
                    </a:cubicBezTo>
                    <a:cubicBezTo>
                      <a:pt x="15" y="5"/>
                      <a:pt x="18" y="7"/>
                      <a:pt x="17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17" name="Freeform 781">
                <a:extLst>
                  <a:ext uri="{FF2B5EF4-FFF2-40B4-BE49-F238E27FC236}">
                    <a16:creationId xmlns:a16="http://schemas.microsoft.com/office/drawing/2014/main" id="{8CDD6A9B-A200-4BEC-AD3D-F550A4E82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946"/>
                <a:ext cx="5" cy="9"/>
              </a:xfrm>
              <a:custGeom>
                <a:avLst/>
                <a:gdLst>
                  <a:gd name="T0" fmla="*/ 5 w 3"/>
                  <a:gd name="T1" fmla="*/ 0 h 5"/>
                  <a:gd name="T2" fmla="*/ 13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2"/>
                      <a:pt x="2" y="4"/>
                      <a:pt x="3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18" name="Freeform 782">
                <a:extLst>
                  <a:ext uri="{FF2B5EF4-FFF2-40B4-BE49-F238E27FC236}">
                    <a16:creationId xmlns:a16="http://schemas.microsoft.com/office/drawing/2014/main" id="{3FB981EC-8C30-4AC2-A46F-E80F802E8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963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19" name="Freeform 783">
                <a:extLst>
                  <a:ext uri="{FF2B5EF4-FFF2-40B4-BE49-F238E27FC236}">
                    <a16:creationId xmlns:a16="http://schemas.microsoft.com/office/drawing/2014/main" id="{D530A6F8-8B98-4B69-B0BA-D8E4E6996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868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3"/>
                      <a:pt x="3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20" name="Freeform 784">
                <a:extLst>
                  <a:ext uri="{FF2B5EF4-FFF2-40B4-BE49-F238E27FC236}">
                    <a16:creationId xmlns:a16="http://schemas.microsoft.com/office/drawing/2014/main" id="{7B016E66-28F6-4EF8-B274-363F4D821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799"/>
                <a:ext cx="36" cy="16"/>
              </a:xfrm>
              <a:custGeom>
                <a:avLst/>
                <a:gdLst>
                  <a:gd name="T0" fmla="*/ 5 w 22"/>
                  <a:gd name="T1" fmla="*/ 50 h 9"/>
                  <a:gd name="T2" fmla="*/ 75 w 22"/>
                  <a:gd name="T3" fmla="*/ 16 h 9"/>
                  <a:gd name="T4" fmla="*/ 92 w 22"/>
                  <a:gd name="T5" fmla="*/ 3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1" y="9"/>
                    </a:moveTo>
                    <a:cubicBezTo>
                      <a:pt x="0" y="0"/>
                      <a:pt x="11" y="3"/>
                      <a:pt x="17" y="3"/>
                    </a:cubicBezTo>
                    <a:cubicBezTo>
                      <a:pt x="19" y="3"/>
                      <a:pt x="22" y="4"/>
                      <a:pt x="21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21" name="Freeform 785">
                <a:extLst>
                  <a:ext uri="{FF2B5EF4-FFF2-40B4-BE49-F238E27FC236}">
                    <a16:creationId xmlns:a16="http://schemas.microsoft.com/office/drawing/2014/main" id="{0623FC58-F4D4-4CE0-AC86-803ECCC55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799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22" name="Freeform 786">
                <a:extLst>
                  <a:ext uri="{FF2B5EF4-FFF2-40B4-BE49-F238E27FC236}">
                    <a16:creationId xmlns:a16="http://schemas.microsoft.com/office/drawing/2014/main" id="{DE657BD7-4178-46AC-B616-C61109A39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726"/>
                <a:ext cx="35" cy="11"/>
              </a:xfrm>
              <a:custGeom>
                <a:avLst/>
                <a:gdLst>
                  <a:gd name="T0" fmla="*/ 0 w 21"/>
                  <a:gd name="T1" fmla="*/ 37 h 6"/>
                  <a:gd name="T2" fmla="*/ 33 w 21"/>
                  <a:gd name="T3" fmla="*/ 0 h 6"/>
                  <a:gd name="T4" fmla="*/ 62 w 21"/>
                  <a:gd name="T5" fmla="*/ 7 h 6"/>
                  <a:gd name="T6" fmla="*/ 70 w 21"/>
                  <a:gd name="T7" fmla="*/ 7 h 6"/>
                  <a:gd name="T8" fmla="*/ 97 w 21"/>
                  <a:gd name="T9" fmla="*/ 3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">
                    <a:moveTo>
                      <a:pt x="0" y="6"/>
                    </a:moveTo>
                    <a:cubicBezTo>
                      <a:pt x="0" y="2"/>
                      <a:pt x="4" y="0"/>
                      <a:pt x="7" y="0"/>
                    </a:cubicBezTo>
                    <a:cubicBezTo>
                      <a:pt x="9" y="1"/>
                      <a:pt x="11" y="1"/>
                      <a:pt x="13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7" y="1"/>
                      <a:pt x="20" y="3"/>
                      <a:pt x="2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23" name="Freeform 787">
                <a:extLst>
                  <a:ext uri="{FF2B5EF4-FFF2-40B4-BE49-F238E27FC236}">
                    <a16:creationId xmlns:a16="http://schemas.microsoft.com/office/drawing/2014/main" id="{C8337B9F-119F-4233-908E-EE184520A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723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24" name="Freeform 788">
                <a:extLst>
                  <a:ext uri="{FF2B5EF4-FFF2-40B4-BE49-F238E27FC236}">
                    <a16:creationId xmlns:a16="http://schemas.microsoft.com/office/drawing/2014/main" id="{DB41F155-8C7D-41B6-B286-0B76DFB9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627"/>
                <a:ext cx="26" cy="13"/>
              </a:xfrm>
              <a:custGeom>
                <a:avLst/>
                <a:gdLst>
                  <a:gd name="T0" fmla="*/ 0 w 16"/>
                  <a:gd name="T1" fmla="*/ 20 h 7"/>
                  <a:gd name="T2" fmla="*/ 39 w 16"/>
                  <a:gd name="T3" fmla="*/ 7 h 7"/>
                  <a:gd name="T4" fmla="*/ 68 w 1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3" y="7"/>
                      <a:pt x="6" y="3"/>
                      <a:pt x="9" y="1"/>
                    </a:cubicBezTo>
                    <a:cubicBezTo>
                      <a:pt x="11" y="0"/>
                      <a:pt x="14" y="1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25" name="Freeform 789">
                <a:extLst>
                  <a:ext uri="{FF2B5EF4-FFF2-40B4-BE49-F238E27FC236}">
                    <a16:creationId xmlns:a16="http://schemas.microsoft.com/office/drawing/2014/main" id="{B1069C7B-4A07-4832-B689-FC4CA4959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571"/>
                <a:ext cx="26" cy="14"/>
              </a:xfrm>
              <a:custGeom>
                <a:avLst/>
                <a:gdLst>
                  <a:gd name="T0" fmla="*/ 8 w 16"/>
                  <a:gd name="T1" fmla="*/ 44 h 8"/>
                  <a:gd name="T2" fmla="*/ 18 w 16"/>
                  <a:gd name="T3" fmla="*/ 21 h 8"/>
                  <a:gd name="T4" fmla="*/ 47 w 16"/>
                  <a:gd name="T5" fmla="*/ 12 h 8"/>
                  <a:gd name="T6" fmla="*/ 68 w 1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2" y="8"/>
                    </a:moveTo>
                    <a:cubicBezTo>
                      <a:pt x="0" y="7"/>
                      <a:pt x="3" y="4"/>
                      <a:pt x="4" y="4"/>
                    </a:cubicBezTo>
                    <a:cubicBezTo>
                      <a:pt x="6" y="3"/>
                      <a:pt x="8" y="3"/>
                      <a:pt x="11" y="2"/>
                    </a:cubicBezTo>
                    <a:cubicBezTo>
                      <a:pt x="12" y="1"/>
                      <a:pt x="15" y="0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26" name="Freeform 790">
                <a:extLst>
                  <a:ext uri="{FF2B5EF4-FFF2-40B4-BE49-F238E27FC236}">
                    <a16:creationId xmlns:a16="http://schemas.microsoft.com/office/drawing/2014/main" id="{79C593F0-A7B6-43EA-AB5F-78726092E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636"/>
                <a:ext cx="2" cy="9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27" name="Freeform 791">
                <a:extLst>
                  <a:ext uri="{FF2B5EF4-FFF2-40B4-BE49-F238E27FC236}">
                    <a16:creationId xmlns:a16="http://schemas.microsoft.com/office/drawing/2014/main" id="{2B7D4650-A908-4483-B48C-9D7BE7FE2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629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3" y="1"/>
                      <a:pt x="4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28" name="Freeform 792">
                <a:extLst>
                  <a:ext uri="{FF2B5EF4-FFF2-40B4-BE49-F238E27FC236}">
                    <a16:creationId xmlns:a16="http://schemas.microsoft.com/office/drawing/2014/main" id="{D393F543-839D-4523-9243-FEBAD1C68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725"/>
                <a:ext cx="6" cy="5"/>
              </a:xfrm>
              <a:custGeom>
                <a:avLst/>
                <a:gdLst>
                  <a:gd name="T0" fmla="*/ 0 w 4"/>
                  <a:gd name="T1" fmla="*/ 8 h 3"/>
                  <a:gd name="T2" fmla="*/ 1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29" name="Freeform 793">
                <a:extLst>
                  <a:ext uri="{FF2B5EF4-FFF2-40B4-BE49-F238E27FC236}">
                    <a16:creationId xmlns:a16="http://schemas.microsoft.com/office/drawing/2014/main" id="{6F1C3A7B-F4A9-46C6-B09B-9AAE2B8F5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574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30" name="Freeform 794">
                <a:extLst>
                  <a:ext uri="{FF2B5EF4-FFF2-40B4-BE49-F238E27FC236}">
                    <a16:creationId xmlns:a16="http://schemas.microsoft.com/office/drawing/2014/main" id="{35E69CD4-19F5-48B4-B421-AF17CEC37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477"/>
                <a:ext cx="23" cy="20"/>
              </a:xfrm>
              <a:custGeom>
                <a:avLst/>
                <a:gdLst>
                  <a:gd name="T0" fmla="*/ 20 w 14"/>
                  <a:gd name="T1" fmla="*/ 65 h 11"/>
                  <a:gd name="T2" fmla="*/ 35 w 14"/>
                  <a:gd name="T3" fmla="*/ 16 h 11"/>
                  <a:gd name="T4" fmla="*/ 62 w 14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4" y="11"/>
                    </a:moveTo>
                    <a:cubicBezTo>
                      <a:pt x="0" y="8"/>
                      <a:pt x="6" y="4"/>
                      <a:pt x="8" y="3"/>
                    </a:cubicBezTo>
                    <a:cubicBezTo>
                      <a:pt x="11" y="1"/>
                      <a:pt x="12" y="0"/>
                      <a:pt x="14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31" name="Freeform 795">
                <a:extLst>
                  <a:ext uri="{FF2B5EF4-FFF2-40B4-BE49-F238E27FC236}">
                    <a16:creationId xmlns:a16="http://schemas.microsoft.com/office/drawing/2014/main" id="{C4B8C35E-E44D-4DFE-BF70-D3B071B7E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417"/>
                <a:ext cx="31" cy="21"/>
              </a:xfrm>
              <a:custGeom>
                <a:avLst/>
                <a:gdLst>
                  <a:gd name="T0" fmla="*/ 18 w 19"/>
                  <a:gd name="T1" fmla="*/ 65 h 12"/>
                  <a:gd name="T2" fmla="*/ 62 w 19"/>
                  <a:gd name="T3" fmla="*/ 16 h 12"/>
                  <a:gd name="T4" fmla="*/ 83 w 19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4" y="12"/>
                    </a:moveTo>
                    <a:cubicBezTo>
                      <a:pt x="0" y="7"/>
                      <a:pt x="12" y="5"/>
                      <a:pt x="14" y="3"/>
                    </a:cubicBezTo>
                    <a:cubicBezTo>
                      <a:pt x="15" y="2"/>
                      <a:pt x="17" y="0"/>
                      <a:pt x="19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32" name="Freeform 796">
                <a:extLst>
                  <a:ext uri="{FF2B5EF4-FFF2-40B4-BE49-F238E27FC236}">
                    <a16:creationId xmlns:a16="http://schemas.microsoft.com/office/drawing/2014/main" id="{168611D6-8031-49E6-A439-ED21B2627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490"/>
                <a:ext cx="10" cy="5"/>
              </a:xfrm>
              <a:custGeom>
                <a:avLst/>
                <a:gdLst>
                  <a:gd name="T0" fmla="*/ 0 w 6"/>
                  <a:gd name="T1" fmla="*/ 0 h 3"/>
                  <a:gd name="T2" fmla="*/ 28 w 6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2"/>
                      <a:pt x="3" y="3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33" name="Freeform 797">
                <a:extLst>
                  <a:ext uri="{FF2B5EF4-FFF2-40B4-BE49-F238E27FC236}">
                    <a16:creationId xmlns:a16="http://schemas.microsoft.com/office/drawing/2014/main" id="{090671DD-1811-4B24-AE57-7754562C7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410"/>
                <a:ext cx="3" cy="12"/>
              </a:xfrm>
              <a:custGeom>
                <a:avLst/>
                <a:gdLst>
                  <a:gd name="T0" fmla="*/ 0 w 2"/>
                  <a:gd name="T1" fmla="*/ 36 h 7"/>
                  <a:gd name="T2" fmla="*/ 5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1" y="5"/>
                      <a:pt x="2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34" name="Freeform 798">
                <a:extLst>
                  <a:ext uri="{FF2B5EF4-FFF2-40B4-BE49-F238E27FC236}">
                    <a16:creationId xmlns:a16="http://schemas.microsoft.com/office/drawing/2014/main" id="{2EC82E29-3BDE-4300-8044-9F0403EB5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357"/>
                <a:ext cx="17" cy="30"/>
              </a:xfrm>
              <a:custGeom>
                <a:avLst/>
                <a:gdLst>
                  <a:gd name="T0" fmla="*/ 15 w 10"/>
                  <a:gd name="T1" fmla="*/ 86 h 17"/>
                  <a:gd name="T2" fmla="*/ 5 w 10"/>
                  <a:gd name="T3" fmla="*/ 60 h 17"/>
                  <a:gd name="T4" fmla="*/ 26 w 10"/>
                  <a:gd name="T5" fmla="*/ 28 h 17"/>
                  <a:gd name="T6" fmla="*/ 49 w 10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3" y="16"/>
                    </a:moveTo>
                    <a:cubicBezTo>
                      <a:pt x="1" y="17"/>
                      <a:pt x="0" y="12"/>
                      <a:pt x="1" y="11"/>
                    </a:cubicBezTo>
                    <a:cubicBezTo>
                      <a:pt x="1" y="9"/>
                      <a:pt x="4" y="7"/>
                      <a:pt x="5" y="5"/>
                    </a:cubicBezTo>
                    <a:cubicBezTo>
                      <a:pt x="6" y="3"/>
                      <a:pt x="8" y="0"/>
                      <a:pt x="1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35" name="Freeform 799">
                <a:extLst>
                  <a:ext uri="{FF2B5EF4-FFF2-40B4-BE49-F238E27FC236}">
                    <a16:creationId xmlns:a16="http://schemas.microsoft.com/office/drawing/2014/main" id="{38EAD40C-0DE6-49DB-8608-E0879994E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375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36" name="Freeform 800">
                <a:extLst>
                  <a:ext uri="{FF2B5EF4-FFF2-40B4-BE49-F238E27FC236}">
                    <a16:creationId xmlns:a16="http://schemas.microsoft.com/office/drawing/2014/main" id="{3FF6B066-9E00-413F-A849-6E5CED46B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304"/>
                <a:ext cx="79" cy="42"/>
              </a:xfrm>
              <a:custGeom>
                <a:avLst/>
                <a:gdLst>
                  <a:gd name="T0" fmla="*/ 209 w 48"/>
                  <a:gd name="T1" fmla="*/ 123 h 24"/>
                  <a:gd name="T2" fmla="*/ 206 w 48"/>
                  <a:gd name="T3" fmla="*/ 93 h 24"/>
                  <a:gd name="T4" fmla="*/ 160 w 48"/>
                  <a:gd name="T5" fmla="*/ 70 h 24"/>
                  <a:gd name="T6" fmla="*/ 109 w 48"/>
                  <a:gd name="T7" fmla="*/ 56 h 24"/>
                  <a:gd name="T8" fmla="*/ 54 w 48"/>
                  <a:gd name="T9" fmla="*/ 28 h 24"/>
                  <a:gd name="T10" fmla="*/ 13 w 48"/>
                  <a:gd name="T11" fmla="*/ 7 h 24"/>
                  <a:gd name="T12" fmla="*/ 0 w 48"/>
                  <a:gd name="T13" fmla="*/ 1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4">
                    <a:moveTo>
                      <a:pt x="47" y="23"/>
                    </a:moveTo>
                    <a:cubicBezTo>
                      <a:pt x="48" y="24"/>
                      <a:pt x="47" y="18"/>
                      <a:pt x="46" y="17"/>
                    </a:cubicBezTo>
                    <a:cubicBezTo>
                      <a:pt x="43" y="14"/>
                      <a:pt x="39" y="14"/>
                      <a:pt x="36" y="13"/>
                    </a:cubicBezTo>
                    <a:cubicBezTo>
                      <a:pt x="31" y="13"/>
                      <a:pt x="28" y="11"/>
                      <a:pt x="24" y="10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3"/>
                      <a:pt x="7" y="0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37" name="Freeform 801">
                <a:extLst>
                  <a:ext uri="{FF2B5EF4-FFF2-40B4-BE49-F238E27FC236}">
                    <a16:creationId xmlns:a16="http://schemas.microsoft.com/office/drawing/2014/main" id="{7075AD5D-D434-42E8-BE79-E2D3B04C4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314"/>
                <a:ext cx="12" cy="31"/>
              </a:xfrm>
              <a:custGeom>
                <a:avLst/>
                <a:gdLst>
                  <a:gd name="T0" fmla="*/ 5 w 7"/>
                  <a:gd name="T1" fmla="*/ 104 h 17"/>
                  <a:gd name="T2" fmla="*/ 5 w 7"/>
                  <a:gd name="T3" fmla="*/ 73 h 17"/>
                  <a:gd name="T4" fmla="*/ 26 w 7"/>
                  <a:gd name="T5" fmla="*/ 29 h 17"/>
                  <a:gd name="T6" fmla="*/ 36 w 7"/>
                  <a:gd name="T7" fmla="*/ 0 h 17"/>
                  <a:gd name="T8" fmla="*/ 36 w 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0" y="16"/>
                      <a:pt x="0" y="13"/>
                      <a:pt x="1" y="12"/>
                    </a:cubicBezTo>
                    <a:cubicBezTo>
                      <a:pt x="1" y="9"/>
                      <a:pt x="4" y="8"/>
                      <a:pt x="5" y="5"/>
                    </a:cubicBezTo>
                    <a:cubicBezTo>
                      <a:pt x="6" y="4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38" name="Freeform 802">
                <a:extLst>
                  <a:ext uri="{FF2B5EF4-FFF2-40B4-BE49-F238E27FC236}">
                    <a16:creationId xmlns:a16="http://schemas.microsoft.com/office/drawing/2014/main" id="{D2F828BD-D394-4331-872E-5F85C24BC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276"/>
                <a:ext cx="10" cy="26"/>
              </a:xfrm>
              <a:custGeom>
                <a:avLst/>
                <a:gdLst>
                  <a:gd name="T0" fmla="*/ 0 w 6"/>
                  <a:gd name="T1" fmla="*/ 73 h 15"/>
                  <a:gd name="T2" fmla="*/ 22 w 6"/>
                  <a:gd name="T3" fmla="*/ 57 h 15"/>
                  <a:gd name="T4" fmla="*/ 22 w 6"/>
                  <a:gd name="T5" fmla="*/ 28 h 15"/>
                  <a:gd name="T6" fmla="*/ 20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14"/>
                    </a:moveTo>
                    <a:cubicBezTo>
                      <a:pt x="3" y="14"/>
                      <a:pt x="4" y="15"/>
                      <a:pt x="5" y="11"/>
                    </a:cubicBezTo>
                    <a:cubicBezTo>
                      <a:pt x="6" y="9"/>
                      <a:pt x="6" y="7"/>
                      <a:pt x="5" y="5"/>
                    </a:cubicBezTo>
                    <a:cubicBezTo>
                      <a:pt x="5" y="3"/>
                      <a:pt x="6" y="2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39" name="Freeform 803">
                <a:extLst>
                  <a:ext uri="{FF2B5EF4-FFF2-40B4-BE49-F238E27FC236}">
                    <a16:creationId xmlns:a16="http://schemas.microsoft.com/office/drawing/2014/main" id="{CEDE0317-8740-44F3-9F76-18E00354F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334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40" name="Freeform 804">
                <a:extLst>
                  <a:ext uri="{FF2B5EF4-FFF2-40B4-BE49-F238E27FC236}">
                    <a16:creationId xmlns:a16="http://schemas.microsoft.com/office/drawing/2014/main" id="{39A7ADC2-3776-4CDD-9A0E-346769450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297"/>
                <a:ext cx="5" cy="9"/>
              </a:xfrm>
              <a:custGeom>
                <a:avLst/>
                <a:gdLst>
                  <a:gd name="T0" fmla="*/ 13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41" name="Freeform 805">
                <a:extLst>
                  <a:ext uri="{FF2B5EF4-FFF2-40B4-BE49-F238E27FC236}">
                    <a16:creationId xmlns:a16="http://schemas.microsoft.com/office/drawing/2014/main" id="{AB9DA082-10BC-4700-A8FE-DE0F1597A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277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42" name="Freeform 806">
                <a:extLst>
                  <a:ext uri="{FF2B5EF4-FFF2-40B4-BE49-F238E27FC236}">
                    <a16:creationId xmlns:a16="http://schemas.microsoft.com/office/drawing/2014/main" id="{7DFEA8A6-CDC0-483D-AEB4-AF426FE3E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316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43" name="Freeform 807">
                <a:extLst>
                  <a:ext uri="{FF2B5EF4-FFF2-40B4-BE49-F238E27FC236}">
                    <a16:creationId xmlns:a16="http://schemas.microsoft.com/office/drawing/2014/main" id="{3F620A0B-77FD-49DD-9B82-073AC7257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279"/>
                <a:ext cx="95" cy="21"/>
              </a:xfrm>
              <a:custGeom>
                <a:avLst/>
                <a:gdLst>
                  <a:gd name="T0" fmla="*/ 5 w 57"/>
                  <a:gd name="T1" fmla="*/ 65 h 12"/>
                  <a:gd name="T2" fmla="*/ 5 w 57"/>
                  <a:gd name="T3" fmla="*/ 21 h 12"/>
                  <a:gd name="T4" fmla="*/ 62 w 57"/>
                  <a:gd name="T5" fmla="*/ 7 h 12"/>
                  <a:gd name="T6" fmla="*/ 195 w 57"/>
                  <a:gd name="T7" fmla="*/ 28 h 12"/>
                  <a:gd name="T8" fmla="*/ 250 w 57"/>
                  <a:gd name="T9" fmla="*/ 6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2">
                    <a:moveTo>
                      <a:pt x="1" y="12"/>
                    </a:moveTo>
                    <a:cubicBezTo>
                      <a:pt x="0" y="9"/>
                      <a:pt x="0" y="6"/>
                      <a:pt x="1" y="4"/>
                    </a:cubicBezTo>
                    <a:cubicBezTo>
                      <a:pt x="3" y="0"/>
                      <a:pt x="10" y="1"/>
                      <a:pt x="13" y="1"/>
                    </a:cubicBezTo>
                    <a:cubicBezTo>
                      <a:pt x="23" y="2"/>
                      <a:pt x="32" y="5"/>
                      <a:pt x="42" y="5"/>
                    </a:cubicBezTo>
                    <a:cubicBezTo>
                      <a:pt x="46" y="6"/>
                      <a:pt x="57" y="4"/>
                      <a:pt x="54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44" name="Freeform 808">
                <a:extLst>
                  <a:ext uri="{FF2B5EF4-FFF2-40B4-BE49-F238E27FC236}">
                    <a16:creationId xmlns:a16="http://schemas.microsoft.com/office/drawing/2014/main" id="{937BFF28-9DFF-4E51-88A4-38302CDC1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302"/>
                <a:ext cx="85" cy="37"/>
              </a:xfrm>
              <a:custGeom>
                <a:avLst/>
                <a:gdLst>
                  <a:gd name="T0" fmla="*/ 5 w 51"/>
                  <a:gd name="T1" fmla="*/ 115 h 21"/>
                  <a:gd name="T2" fmla="*/ 28 w 51"/>
                  <a:gd name="T3" fmla="*/ 72 h 21"/>
                  <a:gd name="T4" fmla="*/ 70 w 51"/>
                  <a:gd name="T5" fmla="*/ 65 h 21"/>
                  <a:gd name="T6" fmla="*/ 130 w 51"/>
                  <a:gd name="T7" fmla="*/ 49 h 21"/>
                  <a:gd name="T8" fmla="*/ 187 w 51"/>
                  <a:gd name="T9" fmla="*/ 28 h 21"/>
                  <a:gd name="T10" fmla="*/ 203 w 51"/>
                  <a:gd name="T11" fmla="*/ 12 h 21"/>
                  <a:gd name="T12" fmla="*/ 228 w 51"/>
                  <a:gd name="T13" fmla="*/ 7 h 21"/>
                  <a:gd name="T14" fmla="*/ 230 w 51"/>
                  <a:gd name="T15" fmla="*/ 37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1">
                    <a:moveTo>
                      <a:pt x="1" y="21"/>
                    </a:moveTo>
                    <a:cubicBezTo>
                      <a:pt x="0" y="17"/>
                      <a:pt x="3" y="14"/>
                      <a:pt x="6" y="13"/>
                    </a:cubicBezTo>
                    <a:cubicBezTo>
                      <a:pt x="9" y="13"/>
                      <a:pt x="12" y="13"/>
                      <a:pt x="15" y="12"/>
                    </a:cubicBezTo>
                    <a:cubicBezTo>
                      <a:pt x="19" y="11"/>
                      <a:pt x="23" y="10"/>
                      <a:pt x="28" y="9"/>
                    </a:cubicBezTo>
                    <a:cubicBezTo>
                      <a:pt x="31" y="8"/>
                      <a:pt x="36" y="7"/>
                      <a:pt x="40" y="5"/>
                    </a:cubicBezTo>
                    <a:cubicBezTo>
                      <a:pt x="41" y="4"/>
                      <a:pt x="43" y="3"/>
                      <a:pt x="44" y="2"/>
                    </a:cubicBezTo>
                    <a:cubicBezTo>
                      <a:pt x="46" y="1"/>
                      <a:pt x="48" y="0"/>
                      <a:pt x="49" y="1"/>
                    </a:cubicBezTo>
                    <a:cubicBezTo>
                      <a:pt x="50" y="2"/>
                      <a:pt x="51" y="5"/>
                      <a:pt x="5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45" name="Freeform 809">
                <a:extLst>
                  <a:ext uri="{FF2B5EF4-FFF2-40B4-BE49-F238E27FC236}">
                    <a16:creationId xmlns:a16="http://schemas.microsoft.com/office/drawing/2014/main" id="{2A6FABD1-A43A-4B72-BCEE-CCD05E850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260"/>
                <a:ext cx="5" cy="26"/>
              </a:xfrm>
              <a:custGeom>
                <a:avLst/>
                <a:gdLst>
                  <a:gd name="T0" fmla="*/ 8 w 3"/>
                  <a:gd name="T1" fmla="*/ 78 h 15"/>
                  <a:gd name="T2" fmla="*/ 0 w 3"/>
                  <a:gd name="T3" fmla="*/ 29 h 15"/>
                  <a:gd name="T4" fmla="*/ 0 w 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5">
                    <a:moveTo>
                      <a:pt x="2" y="15"/>
                    </a:moveTo>
                    <a:cubicBezTo>
                      <a:pt x="3" y="12"/>
                      <a:pt x="1" y="9"/>
                      <a:pt x="0" y="6"/>
                    </a:cubicBez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46" name="Freeform 810">
                <a:extLst>
                  <a:ext uri="{FF2B5EF4-FFF2-40B4-BE49-F238E27FC236}">
                    <a16:creationId xmlns:a16="http://schemas.microsoft.com/office/drawing/2014/main" id="{9FA9506B-FC40-485B-8F68-B71FA25C8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274"/>
                <a:ext cx="15" cy="33"/>
              </a:xfrm>
              <a:custGeom>
                <a:avLst/>
                <a:gdLst>
                  <a:gd name="T0" fmla="*/ 37 w 9"/>
                  <a:gd name="T1" fmla="*/ 99 h 19"/>
                  <a:gd name="T2" fmla="*/ 33 w 9"/>
                  <a:gd name="T3" fmla="*/ 73 h 19"/>
                  <a:gd name="T4" fmla="*/ 13 w 9"/>
                  <a:gd name="T5" fmla="*/ 42 h 19"/>
                  <a:gd name="T6" fmla="*/ 5 w 9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8" y="19"/>
                    </a:moveTo>
                    <a:cubicBezTo>
                      <a:pt x="9" y="16"/>
                      <a:pt x="9" y="16"/>
                      <a:pt x="7" y="14"/>
                    </a:cubicBezTo>
                    <a:cubicBezTo>
                      <a:pt x="6" y="12"/>
                      <a:pt x="4" y="10"/>
                      <a:pt x="3" y="8"/>
                    </a:cubicBezTo>
                    <a:cubicBezTo>
                      <a:pt x="2" y="6"/>
                      <a:pt x="0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47" name="Freeform 811">
                <a:extLst>
                  <a:ext uri="{FF2B5EF4-FFF2-40B4-BE49-F238E27FC236}">
                    <a16:creationId xmlns:a16="http://schemas.microsoft.com/office/drawing/2014/main" id="{4C61995F-95BF-41DB-B64B-9A7533768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284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2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48" name="Freeform 812">
                <a:extLst>
                  <a:ext uri="{FF2B5EF4-FFF2-40B4-BE49-F238E27FC236}">
                    <a16:creationId xmlns:a16="http://schemas.microsoft.com/office/drawing/2014/main" id="{CE225F2B-EC58-401B-BB18-28002A84B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261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1"/>
                      <a:pt x="2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49" name="Freeform 813">
                <a:extLst>
                  <a:ext uri="{FF2B5EF4-FFF2-40B4-BE49-F238E27FC236}">
                    <a16:creationId xmlns:a16="http://schemas.microsoft.com/office/drawing/2014/main" id="{95CD8E98-4C41-4471-A7AB-4DD7C7BBB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2297"/>
                <a:ext cx="4" cy="9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50" name="Freeform 814">
                <a:extLst>
                  <a:ext uri="{FF2B5EF4-FFF2-40B4-BE49-F238E27FC236}">
                    <a16:creationId xmlns:a16="http://schemas.microsoft.com/office/drawing/2014/main" id="{C5063B52-B1EF-477B-AB4F-1E11DA65A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329"/>
                <a:ext cx="7" cy="3"/>
              </a:xfrm>
              <a:custGeom>
                <a:avLst/>
                <a:gdLst>
                  <a:gd name="T0" fmla="*/ 21 w 4"/>
                  <a:gd name="T1" fmla="*/ 5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2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51" name="Freeform 815">
                <a:extLst>
                  <a:ext uri="{FF2B5EF4-FFF2-40B4-BE49-F238E27FC236}">
                    <a16:creationId xmlns:a16="http://schemas.microsoft.com/office/drawing/2014/main" id="{23260B4B-B1E4-4775-A106-5B360D07C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306"/>
                <a:ext cx="1" cy="7"/>
              </a:xfrm>
              <a:custGeom>
                <a:avLst/>
                <a:gdLst>
                  <a:gd name="T0" fmla="*/ 1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52" name="Freeform 816">
                <a:extLst>
                  <a:ext uri="{FF2B5EF4-FFF2-40B4-BE49-F238E27FC236}">
                    <a16:creationId xmlns:a16="http://schemas.microsoft.com/office/drawing/2014/main" id="{33E02A1B-5670-4D66-81C9-0BE41AE55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276"/>
                <a:ext cx="5" cy="5"/>
              </a:xfrm>
              <a:custGeom>
                <a:avLst/>
                <a:gdLst>
                  <a:gd name="T0" fmla="*/ 13 w 3"/>
                  <a:gd name="T1" fmla="*/ 13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53" name="Freeform 817">
                <a:extLst>
                  <a:ext uri="{FF2B5EF4-FFF2-40B4-BE49-F238E27FC236}">
                    <a16:creationId xmlns:a16="http://schemas.microsoft.com/office/drawing/2014/main" id="{EFFBA55B-97B9-4E40-A1B3-C8217B93E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263"/>
                <a:ext cx="7" cy="32"/>
              </a:xfrm>
              <a:custGeom>
                <a:avLst/>
                <a:gdLst>
                  <a:gd name="T0" fmla="*/ 0 w 4"/>
                  <a:gd name="T1" fmla="*/ 94 h 18"/>
                  <a:gd name="T2" fmla="*/ 7 w 4"/>
                  <a:gd name="T3" fmla="*/ 37 h 18"/>
                  <a:gd name="T4" fmla="*/ 7 w 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8">
                    <a:moveTo>
                      <a:pt x="0" y="17"/>
                    </a:moveTo>
                    <a:cubicBezTo>
                      <a:pt x="4" y="18"/>
                      <a:pt x="2" y="8"/>
                      <a:pt x="1" y="7"/>
                    </a:cubicBez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54" name="Freeform 818">
                <a:extLst>
                  <a:ext uri="{FF2B5EF4-FFF2-40B4-BE49-F238E27FC236}">
                    <a16:creationId xmlns:a16="http://schemas.microsoft.com/office/drawing/2014/main" id="{E6225B66-71B1-4E4D-9996-94F7D48BE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261"/>
                <a:ext cx="3" cy="9"/>
              </a:xfrm>
              <a:custGeom>
                <a:avLst/>
                <a:gdLst>
                  <a:gd name="T0" fmla="*/ 0 w 2"/>
                  <a:gd name="T1" fmla="*/ 29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55" name="Freeform 819">
                <a:extLst>
                  <a:ext uri="{FF2B5EF4-FFF2-40B4-BE49-F238E27FC236}">
                    <a16:creationId xmlns:a16="http://schemas.microsoft.com/office/drawing/2014/main" id="{ABDA07AB-9E29-443D-A87E-ECD2F301D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408"/>
                <a:ext cx="448" cy="345"/>
              </a:xfrm>
              <a:custGeom>
                <a:avLst/>
                <a:gdLst>
                  <a:gd name="T0" fmla="*/ 631 w 270"/>
                  <a:gd name="T1" fmla="*/ 0 h 195"/>
                  <a:gd name="T2" fmla="*/ 13 w 270"/>
                  <a:gd name="T3" fmla="*/ 614 h 195"/>
                  <a:gd name="T4" fmla="*/ 722 w 270"/>
                  <a:gd name="T5" fmla="*/ 683 h 195"/>
                  <a:gd name="T6" fmla="*/ 1233 w 270"/>
                  <a:gd name="T7" fmla="*/ 704 h 195"/>
                  <a:gd name="T8" fmla="*/ 631 w 270"/>
                  <a:gd name="T9" fmla="*/ 0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0" h="195">
                    <a:moveTo>
                      <a:pt x="138" y="0"/>
                    </a:moveTo>
                    <a:cubicBezTo>
                      <a:pt x="70" y="0"/>
                      <a:pt x="6" y="43"/>
                      <a:pt x="3" y="111"/>
                    </a:cubicBezTo>
                    <a:cubicBezTo>
                      <a:pt x="0" y="164"/>
                      <a:pt x="93" y="104"/>
                      <a:pt x="158" y="123"/>
                    </a:cubicBezTo>
                    <a:cubicBezTo>
                      <a:pt x="243" y="148"/>
                      <a:pt x="270" y="195"/>
                      <a:pt x="270" y="127"/>
                    </a:cubicBezTo>
                    <a:cubicBezTo>
                      <a:pt x="270" y="59"/>
                      <a:pt x="206" y="0"/>
                      <a:pt x="138" y="0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56" name="Freeform 820">
                <a:extLst>
                  <a:ext uri="{FF2B5EF4-FFF2-40B4-BE49-F238E27FC236}">
                    <a16:creationId xmlns:a16="http://schemas.microsoft.com/office/drawing/2014/main" id="{EEF745A7-90EB-4F0F-9515-F857F54EA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497"/>
                <a:ext cx="193" cy="201"/>
              </a:xfrm>
              <a:custGeom>
                <a:avLst/>
                <a:gdLst>
                  <a:gd name="T0" fmla="*/ 534 w 116"/>
                  <a:gd name="T1" fmla="*/ 379 h 114"/>
                  <a:gd name="T2" fmla="*/ 263 w 116"/>
                  <a:gd name="T3" fmla="*/ 400 h 114"/>
                  <a:gd name="T4" fmla="*/ 28 w 116"/>
                  <a:gd name="T5" fmla="*/ 164 h 114"/>
                  <a:gd name="T6" fmla="*/ 341 w 116"/>
                  <a:gd name="T7" fmla="*/ 34 h 114"/>
                  <a:gd name="T8" fmla="*/ 534 w 116"/>
                  <a:gd name="T9" fmla="*/ 379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14">
                    <a:moveTo>
                      <a:pt x="116" y="69"/>
                    </a:moveTo>
                    <a:cubicBezTo>
                      <a:pt x="114" y="114"/>
                      <a:pt x="86" y="79"/>
                      <a:pt x="57" y="73"/>
                    </a:cubicBezTo>
                    <a:cubicBezTo>
                      <a:pt x="28" y="67"/>
                      <a:pt x="0" y="56"/>
                      <a:pt x="6" y="30"/>
                    </a:cubicBezTo>
                    <a:cubicBezTo>
                      <a:pt x="11" y="4"/>
                      <a:pt x="44" y="0"/>
                      <a:pt x="74" y="6"/>
                    </a:cubicBezTo>
                    <a:cubicBezTo>
                      <a:pt x="103" y="12"/>
                      <a:pt x="116" y="43"/>
                      <a:pt x="116" y="69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4645" name="Freeform 821">
              <a:extLst>
                <a:ext uri="{FF2B5EF4-FFF2-40B4-BE49-F238E27FC236}">
                  <a16:creationId xmlns:a16="http://schemas.microsoft.com/office/drawing/2014/main" id="{59FC9670-C107-4129-BB3E-9E6117826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509"/>
              <a:ext cx="38" cy="57"/>
            </a:xfrm>
            <a:custGeom>
              <a:avLst/>
              <a:gdLst>
                <a:gd name="T0" fmla="*/ 104 w 23"/>
                <a:gd name="T1" fmla="*/ 0 h 32"/>
                <a:gd name="T2" fmla="*/ 0 w 23"/>
                <a:gd name="T3" fmla="*/ 182 h 32"/>
                <a:gd name="T4" fmla="*/ 104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23" y="0"/>
                    <a:pt x="0" y="6"/>
                    <a:pt x="0" y="32"/>
                  </a:cubicBezTo>
                  <a:cubicBezTo>
                    <a:pt x="0" y="32"/>
                    <a:pt x="19" y="31"/>
                    <a:pt x="23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46" name="Freeform 822">
              <a:extLst>
                <a:ext uri="{FF2B5EF4-FFF2-40B4-BE49-F238E27FC236}">
                  <a16:creationId xmlns:a16="http://schemas.microsoft.com/office/drawing/2014/main" id="{899E59F1-6C87-4A55-B57D-D422CF4B7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566"/>
              <a:ext cx="55" cy="86"/>
            </a:xfrm>
            <a:custGeom>
              <a:avLst/>
              <a:gdLst>
                <a:gd name="T0" fmla="*/ 125 w 33"/>
                <a:gd name="T1" fmla="*/ 0 h 49"/>
                <a:gd name="T2" fmla="*/ 33 w 33"/>
                <a:gd name="T3" fmla="*/ 265 h 49"/>
                <a:gd name="T4" fmla="*/ 125 w 3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9">
                  <a:moveTo>
                    <a:pt x="27" y="0"/>
                  </a:moveTo>
                  <a:cubicBezTo>
                    <a:pt x="27" y="0"/>
                    <a:pt x="0" y="11"/>
                    <a:pt x="7" y="49"/>
                  </a:cubicBezTo>
                  <a:cubicBezTo>
                    <a:pt x="7" y="49"/>
                    <a:pt x="33" y="36"/>
                    <a:pt x="27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47" name="Freeform 823">
              <a:extLst>
                <a:ext uri="{FF2B5EF4-FFF2-40B4-BE49-F238E27FC236}">
                  <a16:creationId xmlns:a16="http://schemas.microsoft.com/office/drawing/2014/main" id="{7356D3E2-7445-4613-BE72-FEE137303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52"/>
              <a:ext cx="53" cy="57"/>
            </a:xfrm>
            <a:custGeom>
              <a:avLst/>
              <a:gdLst>
                <a:gd name="T0" fmla="*/ 0 w 32"/>
                <a:gd name="T1" fmla="*/ 182 h 32"/>
                <a:gd name="T2" fmla="*/ 146 w 32"/>
                <a:gd name="T3" fmla="*/ 0 h 32"/>
                <a:gd name="T4" fmla="*/ 0 w 32"/>
                <a:gd name="T5" fmla="*/ 18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32"/>
                  </a:moveTo>
                  <a:cubicBezTo>
                    <a:pt x="0" y="32"/>
                    <a:pt x="1" y="3"/>
                    <a:pt x="32" y="0"/>
                  </a:cubicBezTo>
                  <a:cubicBezTo>
                    <a:pt x="32" y="0"/>
                    <a:pt x="29" y="26"/>
                    <a:pt x="0" y="3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48" name="Freeform 824">
              <a:extLst>
                <a:ext uri="{FF2B5EF4-FFF2-40B4-BE49-F238E27FC236}">
                  <a16:creationId xmlns:a16="http://schemas.microsoft.com/office/drawing/2014/main" id="{07C96378-58A5-4B5A-BC85-BF299C2D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652"/>
              <a:ext cx="54" cy="51"/>
            </a:xfrm>
            <a:custGeom>
              <a:avLst/>
              <a:gdLst>
                <a:gd name="T0" fmla="*/ 97 w 33"/>
                <a:gd name="T1" fmla="*/ 0 h 29"/>
                <a:gd name="T2" fmla="*/ 67 w 33"/>
                <a:gd name="T3" fmla="*/ 158 h 29"/>
                <a:gd name="T4" fmla="*/ 97 w 3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9">
                  <a:moveTo>
                    <a:pt x="22" y="0"/>
                  </a:moveTo>
                  <a:cubicBezTo>
                    <a:pt x="22" y="0"/>
                    <a:pt x="0" y="10"/>
                    <a:pt x="15" y="29"/>
                  </a:cubicBezTo>
                  <a:cubicBezTo>
                    <a:pt x="15" y="29"/>
                    <a:pt x="33" y="23"/>
                    <a:pt x="2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49" name="Freeform 825">
              <a:extLst>
                <a:ext uri="{FF2B5EF4-FFF2-40B4-BE49-F238E27FC236}">
                  <a16:creationId xmlns:a16="http://schemas.microsoft.com/office/drawing/2014/main" id="{21638BDB-3F75-42AA-BE1E-749A60A53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2399"/>
              <a:ext cx="77" cy="66"/>
            </a:xfrm>
            <a:custGeom>
              <a:avLst/>
              <a:gdLst>
                <a:gd name="T0" fmla="*/ 0 w 46"/>
                <a:gd name="T1" fmla="*/ 171 h 37"/>
                <a:gd name="T2" fmla="*/ 216 w 46"/>
                <a:gd name="T3" fmla="*/ 16 h 37"/>
                <a:gd name="T4" fmla="*/ 0 w 46"/>
                <a:gd name="T5" fmla="*/ 17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">
                  <a:moveTo>
                    <a:pt x="0" y="30"/>
                  </a:moveTo>
                  <a:cubicBezTo>
                    <a:pt x="0" y="30"/>
                    <a:pt x="17" y="0"/>
                    <a:pt x="46" y="3"/>
                  </a:cubicBezTo>
                  <a:cubicBezTo>
                    <a:pt x="46" y="3"/>
                    <a:pt x="35" y="37"/>
                    <a:pt x="0" y="3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0" name="Freeform 826">
              <a:extLst>
                <a:ext uri="{FF2B5EF4-FFF2-40B4-BE49-F238E27FC236}">
                  <a16:creationId xmlns:a16="http://schemas.microsoft.com/office/drawing/2014/main" id="{9355DA21-80DF-44F8-8DE6-3091A422F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703"/>
              <a:ext cx="56" cy="78"/>
            </a:xfrm>
            <a:custGeom>
              <a:avLst/>
              <a:gdLst>
                <a:gd name="T0" fmla="*/ 84 w 34"/>
                <a:gd name="T1" fmla="*/ 0 h 44"/>
                <a:gd name="T2" fmla="*/ 76 w 34"/>
                <a:gd name="T3" fmla="*/ 245 h 44"/>
                <a:gd name="T4" fmla="*/ 84 w 3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19" y="0"/>
                  </a:moveTo>
                  <a:cubicBezTo>
                    <a:pt x="19" y="0"/>
                    <a:pt x="0" y="17"/>
                    <a:pt x="17" y="44"/>
                  </a:cubicBezTo>
                  <a:cubicBezTo>
                    <a:pt x="17" y="44"/>
                    <a:pt x="34" y="26"/>
                    <a:pt x="19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1" name="Freeform 827">
              <a:extLst>
                <a:ext uri="{FF2B5EF4-FFF2-40B4-BE49-F238E27FC236}">
                  <a16:creationId xmlns:a16="http://schemas.microsoft.com/office/drawing/2014/main" id="{5BDC0AAF-9EC9-4762-8588-14B3ACFF0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353"/>
              <a:ext cx="102" cy="69"/>
            </a:xfrm>
            <a:custGeom>
              <a:avLst/>
              <a:gdLst>
                <a:gd name="T0" fmla="*/ 0 w 62"/>
                <a:gd name="T1" fmla="*/ 159 h 39"/>
                <a:gd name="T2" fmla="*/ 276 w 62"/>
                <a:gd name="T3" fmla="*/ 65 h 39"/>
                <a:gd name="T4" fmla="*/ 0 w 62"/>
                <a:gd name="T5" fmla="*/ 15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9">
                  <a:moveTo>
                    <a:pt x="0" y="29"/>
                  </a:moveTo>
                  <a:cubicBezTo>
                    <a:pt x="0" y="29"/>
                    <a:pt x="24" y="0"/>
                    <a:pt x="62" y="12"/>
                  </a:cubicBezTo>
                  <a:cubicBezTo>
                    <a:pt x="62" y="12"/>
                    <a:pt x="51" y="39"/>
                    <a:pt x="0" y="2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2" name="Freeform 828">
              <a:extLst>
                <a:ext uri="{FF2B5EF4-FFF2-40B4-BE49-F238E27FC236}">
                  <a16:creationId xmlns:a16="http://schemas.microsoft.com/office/drawing/2014/main" id="{B66D1D1B-C244-4A03-A84F-50569DDE0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686"/>
              <a:ext cx="28" cy="39"/>
            </a:xfrm>
            <a:custGeom>
              <a:avLst/>
              <a:gdLst>
                <a:gd name="T0" fmla="*/ 20 w 17"/>
                <a:gd name="T1" fmla="*/ 0 h 22"/>
                <a:gd name="T2" fmla="*/ 35 w 17"/>
                <a:gd name="T3" fmla="*/ 122 h 22"/>
                <a:gd name="T4" fmla="*/ 20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4" y="0"/>
                    <a:pt x="0" y="14"/>
                    <a:pt x="8" y="22"/>
                  </a:cubicBezTo>
                  <a:cubicBezTo>
                    <a:pt x="8" y="22"/>
                    <a:pt x="17" y="6"/>
                    <a:pt x="4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3" name="Freeform 829">
              <a:extLst>
                <a:ext uri="{FF2B5EF4-FFF2-40B4-BE49-F238E27FC236}">
                  <a16:creationId xmlns:a16="http://schemas.microsoft.com/office/drawing/2014/main" id="{1D9F76B9-C0FA-4A68-905A-6D334BBAF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638"/>
              <a:ext cx="30" cy="48"/>
            </a:xfrm>
            <a:custGeom>
              <a:avLst/>
              <a:gdLst>
                <a:gd name="T0" fmla="*/ 5 w 18"/>
                <a:gd name="T1" fmla="*/ 0 h 27"/>
                <a:gd name="T2" fmla="*/ 37 w 18"/>
                <a:gd name="T3" fmla="*/ 151 h 27"/>
                <a:gd name="T4" fmla="*/ 5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" y="0"/>
                  </a:moveTo>
                  <a:cubicBezTo>
                    <a:pt x="1" y="0"/>
                    <a:pt x="0" y="21"/>
                    <a:pt x="8" y="27"/>
                  </a:cubicBezTo>
                  <a:cubicBezTo>
                    <a:pt x="8" y="27"/>
                    <a:pt x="18" y="15"/>
                    <a:pt x="1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4" name="Freeform 830">
              <a:extLst>
                <a:ext uri="{FF2B5EF4-FFF2-40B4-BE49-F238E27FC236}">
                  <a16:creationId xmlns:a16="http://schemas.microsoft.com/office/drawing/2014/main" id="{40F1E555-A6C2-4386-A079-12217FE3C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567"/>
              <a:ext cx="43" cy="71"/>
            </a:xfrm>
            <a:custGeom>
              <a:avLst/>
              <a:gdLst>
                <a:gd name="T0" fmla="*/ 0 w 26"/>
                <a:gd name="T1" fmla="*/ 0 h 40"/>
                <a:gd name="T2" fmla="*/ 76 w 26"/>
                <a:gd name="T3" fmla="*/ 224 h 40"/>
                <a:gd name="T4" fmla="*/ 0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cubicBezTo>
                    <a:pt x="0" y="0"/>
                    <a:pt x="5" y="36"/>
                    <a:pt x="17" y="40"/>
                  </a:cubicBezTo>
                  <a:cubicBezTo>
                    <a:pt x="17" y="40"/>
                    <a:pt x="26" y="18"/>
                    <a:pt x="0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5" name="Freeform 831">
              <a:extLst>
                <a:ext uri="{FF2B5EF4-FFF2-40B4-BE49-F238E27FC236}">
                  <a16:creationId xmlns:a16="http://schemas.microsoft.com/office/drawing/2014/main" id="{8FE31AF6-F460-466E-88A2-7B465D24C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530"/>
              <a:ext cx="30" cy="37"/>
            </a:xfrm>
            <a:custGeom>
              <a:avLst/>
              <a:gdLst>
                <a:gd name="T0" fmla="*/ 8 w 18"/>
                <a:gd name="T1" fmla="*/ 0 h 21"/>
                <a:gd name="T2" fmla="*/ 70 w 18"/>
                <a:gd name="T3" fmla="*/ 115 h 21"/>
                <a:gd name="T4" fmla="*/ 8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2" y="0"/>
                  </a:moveTo>
                  <a:cubicBezTo>
                    <a:pt x="2" y="0"/>
                    <a:pt x="0" y="14"/>
                    <a:pt x="15" y="21"/>
                  </a:cubicBezTo>
                  <a:cubicBezTo>
                    <a:pt x="15" y="21"/>
                    <a:pt x="18" y="8"/>
                    <a:pt x="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6" name="Freeform 832">
              <a:extLst>
                <a:ext uri="{FF2B5EF4-FFF2-40B4-BE49-F238E27FC236}">
                  <a16:creationId xmlns:a16="http://schemas.microsoft.com/office/drawing/2014/main" id="{255CA849-9C91-477C-97F9-14CF97E59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486"/>
              <a:ext cx="45" cy="44"/>
            </a:xfrm>
            <a:custGeom>
              <a:avLst/>
              <a:gdLst>
                <a:gd name="T0" fmla="*/ 8 w 27"/>
                <a:gd name="T1" fmla="*/ 0 h 25"/>
                <a:gd name="T2" fmla="*/ 112 w 27"/>
                <a:gd name="T3" fmla="*/ 136 h 25"/>
                <a:gd name="T4" fmla="*/ 8 w 2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2" y="0"/>
                  </a:moveTo>
                  <a:cubicBezTo>
                    <a:pt x="2" y="0"/>
                    <a:pt x="0" y="14"/>
                    <a:pt x="24" y="25"/>
                  </a:cubicBezTo>
                  <a:cubicBezTo>
                    <a:pt x="24" y="25"/>
                    <a:pt x="27" y="5"/>
                    <a:pt x="2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7" name="Freeform 833">
              <a:extLst>
                <a:ext uri="{FF2B5EF4-FFF2-40B4-BE49-F238E27FC236}">
                  <a16:creationId xmlns:a16="http://schemas.microsoft.com/office/drawing/2014/main" id="{FBB93702-AE32-4B43-9D8E-E0714E39D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38"/>
              <a:ext cx="43" cy="48"/>
            </a:xfrm>
            <a:custGeom>
              <a:avLst/>
              <a:gdLst>
                <a:gd name="T0" fmla="*/ 0 w 26"/>
                <a:gd name="T1" fmla="*/ 21 h 27"/>
                <a:gd name="T2" fmla="*/ 117 w 26"/>
                <a:gd name="T3" fmla="*/ 151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1" y="0"/>
                    <a:pt x="0" y="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8" name="Freeform 834">
              <a:extLst>
                <a:ext uri="{FF2B5EF4-FFF2-40B4-BE49-F238E27FC236}">
                  <a16:creationId xmlns:a16="http://schemas.microsoft.com/office/drawing/2014/main" id="{A20DF5C3-FD69-4B58-8B2E-2C973BB6F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408"/>
              <a:ext cx="48" cy="37"/>
            </a:xfrm>
            <a:custGeom>
              <a:avLst/>
              <a:gdLst>
                <a:gd name="T0" fmla="*/ 0 w 29"/>
                <a:gd name="T1" fmla="*/ 16 h 21"/>
                <a:gd name="T2" fmla="*/ 131 w 29"/>
                <a:gd name="T3" fmla="*/ 115 h 21"/>
                <a:gd name="T4" fmla="*/ 0 w 29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3"/>
                  </a:moveTo>
                  <a:cubicBezTo>
                    <a:pt x="0" y="3"/>
                    <a:pt x="3" y="15"/>
                    <a:pt x="29" y="21"/>
                  </a:cubicBezTo>
                  <a:cubicBezTo>
                    <a:pt x="29" y="21"/>
                    <a:pt x="23" y="0"/>
                    <a:pt x="0" y="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9" name="Freeform 835">
              <a:extLst>
                <a:ext uri="{FF2B5EF4-FFF2-40B4-BE49-F238E27FC236}">
                  <a16:creationId xmlns:a16="http://schemas.microsoft.com/office/drawing/2014/main" id="{C487F16D-50D2-4A67-A040-FAE2E6BF3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375"/>
              <a:ext cx="80" cy="38"/>
            </a:xfrm>
            <a:custGeom>
              <a:avLst/>
              <a:gdLst>
                <a:gd name="T0" fmla="*/ 0 w 48"/>
                <a:gd name="T1" fmla="*/ 28 h 22"/>
                <a:gd name="T2" fmla="*/ 222 w 48"/>
                <a:gd name="T3" fmla="*/ 114 h 22"/>
                <a:gd name="T4" fmla="*/ 0 w 48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5"/>
                  </a:moveTo>
                  <a:cubicBezTo>
                    <a:pt x="0" y="5"/>
                    <a:pt x="23" y="21"/>
                    <a:pt x="48" y="22"/>
                  </a:cubicBezTo>
                  <a:cubicBezTo>
                    <a:pt x="48" y="22"/>
                    <a:pt x="31" y="0"/>
                    <a:pt x="0" y="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0" name="Freeform 836">
              <a:extLst>
                <a:ext uri="{FF2B5EF4-FFF2-40B4-BE49-F238E27FC236}">
                  <a16:creationId xmlns:a16="http://schemas.microsoft.com/office/drawing/2014/main" id="{BEE1A537-6817-4D93-ADAA-C9E0A181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348"/>
              <a:ext cx="61" cy="53"/>
            </a:xfrm>
            <a:custGeom>
              <a:avLst/>
              <a:gdLst>
                <a:gd name="T0" fmla="*/ 0 w 37"/>
                <a:gd name="T1" fmla="*/ 78 h 30"/>
                <a:gd name="T2" fmla="*/ 167 w 37"/>
                <a:gd name="T3" fmla="*/ 110 h 30"/>
                <a:gd name="T4" fmla="*/ 0 w 37"/>
                <a:gd name="T5" fmla="*/ 7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0">
                  <a:moveTo>
                    <a:pt x="0" y="14"/>
                  </a:moveTo>
                  <a:cubicBezTo>
                    <a:pt x="0" y="14"/>
                    <a:pt x="12" y="30"/>
                    <a:pt x="37" y="20"/>
                  </a:cubicBezTo>
                  <a:cubicBezTo>
                    <a:pt x="37" y="20"/>
                    <a:pt x="15" y="0"/>
                    <a:pt x="0" y="1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1" name="Freeform 837">
              <a:extLst>
                <a:ext uri="{FF2B5EF4-FFF2-40B4-BE49-F238E27FC236}">
                  <a16:creationId xmlns:a16="http://schemas.microsoft.com/office/drawing/2014/main" id="{DA0DA7FA-E271-4A97-B508-BC2D0797B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336"/>
              <a:ext cx="72" cy="67"/>
            </a:xfrm>
            <a:custGeom>
              <a:avLst/>
              <a:gdLst>
                <a:gd name="T0" fmla="*/ 0 w 43"/>
                <a:gd name="T1" fmla="*/ 122 h 38"/>
                <a:gd name="T2" fmla="*/ 203 w 43"/>
                <a:gd name="T3" fmla="*/ 115 h 38"/>
                <a:gd name="T4" fmla="*/ 0 w 43"/>
                <a:gd name="T5" fmla="*/ 12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8">
                  <a:moveTo>
                    <a:pt x="0" y="22"/>
                  </a:moveTo>
                  <a:cubicBezTo>
                    <a:pt x="0" y="22"/>
                    <a:pt x="22" y="38"/>
                    <a:pt x="43" y="21"/>
                  </a:cubicBezTo>
                  <a:cubicBezTo>
                    <a:pt x="43" y="21"/>
                    <a:pt x="20" y="0"/>
                    <a:pt x="0" y="2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2" name="Freeform 838">
              <a:extLst>
                <a:ext uri="{FF2B5EF4-FFF2-40B4-BE49-F238E27FC236}">
                  <a16:creationId xmlns:a16="http://schemas.microsoft.com/office/drawing/2014/main" id="{CCB2A8B0-9E57-40D7-B28C-1D5C84506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507"/>
              <a:ext cx="38" cy="57"/>
            </a:xfrm>
            <a:custGeom>
              <a:avLst/>
              <a:gdLst>
                <a:gd name="T0" fmla="*/ 104 w 23"/>
                <a:gd name="T1" fmla="*/ 0 h 32"/>
                <a:gd name="T2" fmla="*/ 0 w 23"/>
                <a:gd name="T3" fmla="*/ 182 h 32"/>
                <a:gd name="T4" fmla="*/ 104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23" y="0"/>
                    <a:pt x="0" y="6"/>
                    <a:pt x="0" y="32"/>
                  </a:cubicBezTo>
                  <a:cubicBezTo>
                    <a:pt x="0" y="32"/>
                    <a:pt x="20" y="31"/>
                    <a:pt x="23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3" name="Freeform 839">
              <a:extLst>
                <a:ext uri="{FF2B5EF4-FFF2-40B4-BE49-F238E27FC236}">
                  <a16:creationId xmlns:a16="http://schemas.microsoft.com/office/drawing/2014/main" id="{75C03534-0D0C-4286-B91E-B60865B39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564"/>
              <a:ext cx="57" cy="88"/>
            </a:xfrm>
            <a:custGeom>
              <a:avLst/>
              <a:gdLst>
                <a:gd name="T0" fmla="*/ 126 w 34"/>
                <a:gd name="T1" fmla="*/ 0 h 50"/>
                <a:gd name="T2" fmla="*/ 34 w 34"/>
                <a:gd name="T3" fmla="*/ 273 h 50"/>
                <a:gd name="T4" fmla="*/ 126 w 3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0">
                  <a:moveTo>
                    <a:pt x="27" y="0"/>
                  </a:moveTo>
                  <a:cubicBezTo>
                    <a:pt x="27" y="0"/>
                    <a:pt x="0" y="11"/>
                    <a:pt x="7" y="50"/>
                  </a:cubicBezTo>
                  <a:cubicBezTo>
                    <a:pt x="7" y="50"/>
                    <a:pt x="34" y="36"/>
                    <a:pt x="27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4" name="Freeform 840">
              <a:extLst>
                <a:ext uri="{FF2B5EF4-FFF2-40B4-BE49-F238E27FC236}">
                  <a16:creationId xmlns:a16="http://schemas.microsoft.com/office/drawing/2014/main" id="{CDBCC9C1-4516-47D3-A0CB-FEBB14675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51"/>
              <a:ext cx="55" cy="56"/>
            </a:xfrm>
            <a:custGeom>
              <a:avLst/>
              <a:gdLst>
                <a:gd name="T0" fmla="*/ 0 w 33"/>
                <a:gd name="T1" fmla="*/ 172 h 32"/>
                <a:gd name="T2" fmla="*/ 153 w 33"/>
                <a:gd name="T3" fmla="*/ 0 h 32"/>
                <a:gd name="T4" fmla="*/ 0 w 33"/>
                <a:gd name="T5" fmla="*/ 1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0" y="32"/>
                  </a:moveTo>
                  <a:cubicBezTo>
                    <a:pt x="0" y="32"/>
                    <a:pt x="1" y="3"/>
                    <a:pt x="33" y="0"/>
                  </a:cubicBezTo>
                  <a:cubicBezTo>
                    <a:pt x="33" y="0"/>
                    <a:pt x="30" y="26"/>
                    <a:pt x="0" y="32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5" name="Freeform 841">
              <a:extLst>
                <a:ext uri="{FF2B5EF4-FFF2-40B4-BE49-F238E27FC236}">
                  <a16:creationId xmlns:a16="http://schemas.microsoft.com/office/drawing/2014/main" id="{F0CE0F5B-6089-40C8-BD10-0BB6A02F2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652"/>
              <a:ext cx="56" cy="50"/>
            </a:xfrm>
            <a:custGeom>
              <a:avLst/>
              <a:gdLst>
                <a:gd name="T0" fmla="*/ 97 w 34"/>
                <a:gd name="T1" fmla="*/ 0 h 28"/>
                <a:gd name="T2" fmla="*/ 71 w 34"/>
                <a:gd name="T3" fmla="*/ 159 h 28"/>
                <a:gd name="T4" fmla="*/ 97 w 3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2" y="0"/>
                  </a:moveTo>
                  <a:cubicBezTo>
                    <a:pt x="22" y="0"/>
                    <a:pt x="0" y="10"/>
                    <a:pt x="16" y="28"/>
                  </a:cubicBezTo>
                  <a:cubicBezTo>
                    <a:pt x="16" y="28"/>
                    <a:pt x="34" y="22"/>
                    <a:pt x="22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6" name="Freeform 842">
              <a:extLst>
                <a:ext uri="{FF2B5EF4-FFF2-40B4-BE49-F238E27FC236}">
                  <a16:creationId xmlns:a16="http://schemas.microsoft.com/office/drawing/2014/main" id="{7E5CD1D4-E039-4796-A524-B32E55560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398"/>
              <a:ext cx="75" cy="65"/>
            </a:xfrm>
            <a:custGeom>
              <a:avLst/>
              <a:gdLst>
                <a:gd name="T0" fmla="*/ 0 w 45"/>
                <a:gd name="T1" fmla="*/ 163 h 37"/>
                <a:gd name="T2" fmla="*/ 208 w 45"/>
                <a:gd name="T3" fmla="*/ 16 h 37"/>
                <a:gd name="T4" fmla="*/ 0 w 45"/>
                <a:gd name="T5" fmla="*/ 16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7">
                  <a:moveTo>
                    <a:pt x="0" y="30"/>
                  </a:moveTo>
                  <a:cubicBezTo>
                    <a:pt x="0" y="30"/>
                    <a:pt x="17" y="0"/>
                    <a:pt x="45" y="3"/>
                  </a:cubicBezTo>
                  <a:cubicBezTo>
                    <a:pt x="45" y="3"/>
                    <a:pt x="35" y="37"/>
                    <a:pt x="0" y="3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7" name="Freeform 843">
              <a:extLst>
                <a:ext uri="{FF2B5EF4-FFF2-40B4-BE49-F238E27FC236}">
                  <a16:creationId xmlns:a16="http://schemas.microsoft.com/office/drawing/2014/main" id="{BE536F91-EDC2-4C3F-B55E-45A5232E7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702"/>
              <a:ext cx="54" cy="78"/>
            </a:xfrm>
            <a:custGeom>
              <a:avLst/>
              <a:gdLst>
                <a:gd name="T0" fmla="*/ 83 w 33"/>
                <a:gd name="T1" fmla="*/ 0 h 44"/>
                <a:gd name="T2" fmla="*/ 70 w 33"/>
                <a:gd name="T3" fmla="*/ 245 h 44"/>
                <a:gd name="T4" fmla="*/ 83 w 33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19" y="0"/>
                  </a:moveTo>
                  <a:cubicBezTo>
                    <a:pt x="19" y="0"/>
                    <a:pt x="0" y="17"/>
                    <a:pt x="16" y="44"/>
                  </a:cubicBezTo>
                  <a:cubicBezTo>
                    <a:pt x="16" y="44"/>
                    <a:pt x="33" y="26"/>
                    <a:pt x="19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8" name="Freeform 844">
              <a:extLst>
                <a:ext uri="{FF2B5EF4-FFF2-40B4-BE49-F238E27FC236}">
                  <a16:creationId xmlns:a16="http://schemas.microsoft.com/office/drawing/2014/main" id="{75007AD6-A43B-4D32-9CA4-B51A8F914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352"/>
              <a:ext cx="104" cy="69"/>
            </a:xfrm>
            <a:custGeom>
              <a:avLst/>
              <a:gdLst>
                <a:gd name="T0" fmla="*/ 0 w 63"/>
                <a:gd name="T1" fmla="*/ 159 h 39"/>
                <a:gd name="T2" fmla="*/ 284 w 63"/>
                <a:gd name="T3" fmla="*/ 65 h 39"/>
                <a:gd name="T4" fmla="*/ 0 w 63"/>
                <a:gd name="T5" fmla="*/ 15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9">
                  <a:moveTo>
                    <a:pt x="0" y="29"/>
                  </a:moveTo>
                  <a:cubicBezTo>
                    <a:pt x="0" y="29"/>
                    <a:pt x="24" y="0"/>
                    <a:pt x="63" y="12"/>
                  </a:cubicBezTo>
                  <a:cubicBezTo>
                    <a:pt x="63" y="12"/>
                    <a:pt x="51" y="39"/>
                    <a:pt x="0" y="29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9" name="Freeform 845">
              <a:extLst>
                <a:ext uri="{FF2B5EF4-FFF2-40B4-BE49-F238E27FC236}">
                  <a16:creationId xmlns:a16="http://schemas.microsoft.com/office/drawing/2014/main" id="{755A3A29-143D-4D77-A5A7-493621D21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684"/>
              <a:ext cx="28" cy="39"/>
            </a:xfrm>
            <a:custGeom>
              <a:avLst/>
              <a:gdLst>
                <a:gd name="T0" fmla="*/ 20 w 17"/>
                <a:gd name="T1" fmla="*/ 0 h 22"/>
                <a:gd name="T2" fmla="*/ 35 w 17"/>
                <a:gd name="T3" fmla="*/ 122 h 22"/>
                <a:gd name="T4" fmla="*/ 20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4" y="0"/>
                    <a:pt x="0" y="15"/>
                    <a:pt x="8" y="22"/>
                  </a:cubicBezTo>
                  <a:cubicBezTo>
                    <a:pt x="8" y="22"/>
                    <a:pt x="17" y="7"/>
                    <a:pt x="4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0" name="Freeform 846">
              <a:extLst>
                <a:ext uri="{FF2B5EF4-FFF2-40B4-BE49-F238E27FC236}">
                  <a16:creationId xmlns:a16="http://schemas.microsoft.com/office/drawing/2014/main" id="{549BE7F6-5D76-44C2-BC87-8ABA71048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636"/>
              <a:ext cx="30" cy="48"/>
            </a:xfrm>
            <a:custGeom>
              <a:avLst/>
              <a:gdLst>
                <a:gd name="T0" fmla="*/ 8 w 18"/>
                <a:gd name="T1" fmla="*/ 0 h 27"/>
                <a:gd name="T2" fmla="*/ 37 w 18"/>
                <a:gd name="T3" fmla="*/ 151 h 27"/>
                <a:gd name="T4" fmla="*/ 8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2" y="0"/>
                  </a:moveTo>
                  <a:cubicBezTo>
                    <a:pt x="2" y="0"/>
                    <a:pt x="0" y="21"/>
                    <a:pt x="8" y="27"/>
                  </a:cubicBezTo>
                  <a:cubicBezTo>
                    <a:pt x="8" y="27"/>
                    <a:pt x="18" y="15"/>
                    <a:pt x="2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1" name="Freeform 847">
              <a:extLst>
                <a:ext uri="{FF2B5EF4-FFF2-40B4-BE49-F238E27FC236}">
                  <a16:creationId xmlns:a16="http://schemas.microsoft.com/office/drawing/2014/main" id="{3A5428CA-1D3D-493E-86E4-483C0B43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566"/>
              <a:ext cx="43" cy="70"/>
            </a:xfrm>
            <a:custGeom>
              <a:avLst/>
              <a:gdLst>
                <a:gd name="T0" fmla="*/ 0 w 26"/>
                <a:gd name="T1" fmla="*/ 0 h 40"/>
                <a:gd name="T2" fmla="*/ 83 w 26"/>
                <a:gd name="T3" fmla="*/ 215 h 40"/>
                <a:gd name="T4" fmla="*/ 0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cubicBezTo>
                    <a:pt x="0" y="0"/>
                    <a:pt x="5" y="36"/>
                    <a:pt x="18" y="40"/>
                  </a:cubicBezTo>
                  <a:cubicBezTo>
                    <a:pt x="18" y="40"/>
                    <a:pt x="26" y="18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2" name="Freeform 848">
              <a:extLst>
                <a:ext uri="{FF2B5EF4-FFF2-40B4-BE49-F238E27FC236}">
                  <a16:creationId xmlns:a16="http://schemas.microsoft.com/office/drawing/2014/main" id="{3104EC4F-9797-408E-BA7B-5C54A7C0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528"/>
              <a:ext cx="30" cy="38"/>
            </a:xfrm>
            <a:custGeom>
              <a:avLst/>
              <a:gdLst>
                <a:gd name="T0" fmla="*/ 8 w 18"/>
                <a:gd name="T1" fmla="*/ 0 h 21"/>
                <a:gd name="T2" fmla="*/ 70 w 18"/>
                <a:gd name="T3" fmla="*/ 125 h 21"/>
                <a:gd name="T4" fmla="*/ 8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2" y="0"/>
                  </a:moveTo>
                  <a:cubicBezTo>
                    <a:pt x="2" y="0"/>
                    <a:pt x="0" y="14"/>
                    <a:pt x="15" y="21"/>
                  </a:cubicBezTo>
                  <a:cubicBezTo>
                    <a:pt x="15" y="21"/>
                    <a:pt x="18" y="8"/>
                    <a:pt x="2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3" name="Freeform 849">
              <a:extLst>
                <a:ext uri="{FF2B5EF4-FFF2-40B4-BE49-F238E27FC236}">
                  <a16:creationId xmlns:a16="http://schemas.microsoft.com/office/drawing/2014/main" id="{68BBC867-154B-4BAB-BF8C-419CF6C48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484"/>
              <a:ext cx="43" cy="44"/>
            </a:xfrm>
            <a:custGeom>
              <a:avLst/>
              <a:gdLst>
                <a:gd name="T0" fmla="*/ 5 w 26"/>
                <a:gd name="T1" fmla="*/ 0 h 25"/>
                <a:gd name="T2" fmla="*/ 104 w 26"/>
                <a:gd name="T3" fmla="*/ 136 h 25"/>
                <a:gd name="T4" fmla="*/ 5 w 2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" y="0"/>
                  </a:moveTo>
                  <a:cubicBezTo>
                    <a:pt x="1" y="0"/>
                    <a:pt x="0" y="14"/>
                    <a:pt x="23" y="25"/>
                  </a:cubicBezTo>
                  <a:cubicBezTo>
                    <a:pt x="23" y="25"/>
                    <a:pt x="26" y="5"/>
                    <a:pt x="1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4" name="Freeform 850">
              <a:extLst>
                <a:ext uri="{FF2B5EF4-FFF2-40B4-BE49-F238E27FC236}">
                  <a16:creationId xmlns:a16="http://schemas.microsoft.com/office/drawing/2014/main" id="{1ABA1601-73BA-4966-990B-8DD317CBC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36"/>
              <a:ext cx="43" cy="48"/>
            </a:xfrm>
            <a:custGeom>
              <a:avLst/>
              <a:gdLst>
                <a:gd name="T0" fmla="*/ 0 w 26"/>
                <a:gd name="T1" fmla="*/ 21 h 27"/>
                <a:gd name="T2" fmla="*/ 117 w 26"/>
                <a:gd name="T3" fmla="*/ 151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1" y="0"/>
                    <a:pt x="0" y="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5" name="Freeform 851">
              <a:extLst>
                <a:ext uri="{FF2B5EF4-FFF2-40B4-BE49-F238E27FC236}">
                  <a16:creationId xmlns:a16="http://schemas.microsoft.com/office/drawing/2014/main" id="{2B3FEF83-A15B-4DB1-A483-608FB328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406"/>
              <a:ext cx="47" cy="38"/>
            </a:xfrm>
            <a:custGeom>
              <a:avLst/>
              <a:gdLst>
                <a:gd name="T0" fmla="*/ 0 w 28"/>
                <a:gd name="T1" fmla="*/ 16 h 21"/>
                <a:gd name="T2" fmla="*/ 133 w 28"/>
                <a:gd name="T3" fmla="*/ 125 h 21"/>
                <a:gd name="T4" fmla="*/ 0 w 28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3"/>
                  </a:moveTo>
                  <a:cubicBezTo>
                    <a:pt x="0" y="3"/>
                    <a:pt x="2" y="15"/>
                    <a:pt x="28" y="21"/>
                  </a:cubicBezTo>
                  <a:cubicBezTo>
                    <a:pt x="28" y="21"/>
                    <a:pt x="23" y="0"/>
                    <a:pt x="0" y="3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6" name="Freeform 852">
              <a:extLst>
                <a:ext uri="{FF2B5EF4-FFF2-40B4-BE49-F238E27FC236}">
                  <a16:creationId xmlns:a16="http://schemas.microsoft.com/office/drawing/2014/main" id="{F253E2B3-7247-4FFB-938B-705564BD1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373"/>
              <a:ext cx="81" cy="39"/>
            </a:xfrm>
            <a:custGeom>
              <a:avLst/>
              <a:gdLst>
                <a:gd name="T0" fmla="*/ 0 w 49"/>
                <a:gd name="T1" fmla="*/ 28 h 22"/>
                <a:gd name="T2" fmla="*/ 222 w 49"/>
                <a:gd name="T3" fmla="*/ 122 h 22"/>
                <a:gd name="T4" fmla="*/ 0 w 49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5"/>
                  </a:moveTo>
                  <a:cubicBezTo>
                    <a:pt x="0" y="5"/>
                    <a:pt x="23" y="22"/>
                    <a:pt x="49" y="22"/>
                  </a:cubicBezTo>
                  <a:cubicBezTo>
                    <a:pt x="49" y="22"/>
                    <a:pt x="32" y="0"/>
                    <a:pt x="0" y="5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7" name="Freeform 853">
              <a:extLst>
                <a:ext uri="{FF2B5EF4-FFF2-40B4-BE49-F238E27FC236}">
                  <a16:creationId xmlns:a16="http://schemas.microsoft.com/office/drawing/2014/main" id="{1D512C93-2526-4F5C-84FA-79A0BC446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346"/>
              <a:ext cx="60" cy="55"/>
            </a:xfrm>
            <a:custGeom>
              <a:avLst/>
              <a:gdLst>
                <a:gd name="T0" fmla="*/ 0 w 36"/>
                <a:gd name="T1" fmla="*/ 78 h 31"/>
                <a:gd name="T2" fmla="*/ 167 w 36"/>
                <a:gd name="T3" fmla="*/ 110 h 31"/>
                <a:gd name="T4" fmla="*/ 0 w 36"/>
                <a:gd name="T5" fmla="*/ 7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0" y="14"/>
                  </a:moveTo>
                  <a:cubicBezTo>
                    <a:pt x="0" y="14"/>
                    <a:pt x="11" y="31"/>
                    <a:pt x="36" y="20"/>
                  </a:cubicBezTo>
                  <a:cubicBezTo>
                    <a:pt x="36" y="20"/>
                    <a:pt x="15" y="0"/>
                    <a:pt x="0" y="1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8" name="Freeform 854">
              <a:extLst>
                <a:ext uri="{FF2B5EF4-FFF2-40B4-BE49-F238E27FC236}">
                  <a16:creationId xmlns:a16="http://schemas.microsoft.com/office/drawing/2014/main" id="{DE7E99B2-127F-4C14-89D4-AC1EB1E0A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334"/>
              <a:ext cx="71" cy="69"/>
            </a:xfrm>
            <a:custGeom>
              <a:avLst/>
              <a:gdLst>
                <a:gd name="T0" fmla="*/ 0 w 43"/>
                <a:gd name="T1" fmla="*/ 122 h 39"/>
                <a:gd name="T2" fmla="*/ 193 w 43"/>
                <a:gd name="T3" fmla="*/ 115 h 39"/>
                <a:gd name="T4" fmla="*/ 0 w 43"/>
                <a:gd name="T5" fmla="*/ 1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9">
                  <a:moveTo>
                    <a:pt x="0" y="22"/>
                  </a:moveTo>
                  <a:cubicBezTo>
                    <a:pt x="0" y="22"/>
                    <a:pt x="21" y="39"/>
                    <a:pt x="43" y="21"/>
                  </a:cubicBezTo>
                  <a:cubicBezTo>
                    <a:pt x="43" y="21"/>
                    <a:pt x="19" y="0"/>
                    <a:pt x="0" y="22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9" name="Freeform 855">
              <a:extLst>
                <a:ext uri="{FF2B5EF4-FFF2-40B4-BE49-F238E27FC236}">
                  <a16:creationId xmlns:a16="http://schemas.microsoft.com/office/drawing/2014/main" id="{DEEBAF1F-C3F6-4A1B-A036-3458392AFE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6" y="2260"/>
              <a:ext cx="940" cy="1000"/>
            </a:xfrm>
            <a:custGeom>
              <a:avLst/>
              <a:gdLst>
                <a:gd name="T0" fmla="*/ 1295 w 567"/>
                <a:gd name="T1" fmla="*/ 0 h 566"/>
                <a:gd name="T2" fmla="*/ 0 w 567"/>
                <a:gd name="T3" fmla="*/ 1560 h 566"/>
                <a:gd name="T4" fmla="*/ 1295 w 567"/>
                <a:gd name="T5" fmla="*/ 3122 h 566"/>
                <a:gd name="T6" fmla="*/ 2583 w 567"/>
                <a:gd name="T7" fmla="*/ 1560 h 566"/>
                <a:gd name="T8" fmla="*/ 1295 w 567"/>
                <a:gd name="T9" fmla="*/ 0 h 566"/>
                <a:gd name="T10" fmla="*/ 1295 w 567"/>
                <a:gd name="T11" fmla="*/ 2940 h 566"/>
                <a:gd name="T12" fmla="*/ 154 w 567"/>
                <a:gd name="T13" fmla="*/ 1560 h 566"/>
                <a:gd name="T14" fmla="*/ 1295 w 567"/>
                <a:gd name="T15" fmla="*/ 180 h 566"/>
                <a:gd name="T16" fmla="*/ 2432 w 567"/>
                <a:gd name="T17" fmla="*/ 1560 h 566"/>
                <a:gd name="T18" fmla="*/ 1295 w 567"/>
                <a:gd name="T19" fmla="*/ 2940 h 5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7" h="566">
                  <a:moveTo>
                    <a:pt x="284" y="0"/>
                  </a:moveTo>
                  <a:cubicBezTo>
                    <a:pt x="127" y="0"/>
                    <a:pt x="0" y="126"/>
                    <a:pt x="0" y="283"/>
                  </a:cubicBezTo>
                  <a:cubicBezTo>
                    <a:pt x="0" y="439"/>
                    <a:pt x="127" y="566"/>
                    <a:pt x="284" y="566"/>
                  </a:cubicBezTo>
                  <a:cubicBezTo>
                    <a:pt x="440" y="566"/>
                    <a:pt x="567" y="439"/>
                    <a:pt x="567" y="283"/>
                  </a:cubicBezTo>
                  <a:cubicBezTo>
                    <a:pt x="567" y="126"/>
                    <a:pt x="440" y="0"/>
                    <a:pt x="284" y="0"/>
                  </a:cubicBezTo>
                  <a:close/>
                  <a:moveTo>
                    <a:pt x="284" y="533"/>
                  </a:moveTo>
                  <a:cubicBezTo>
                    <a:pt x="145" y="533"/>
                    <a:pt x="34" y="421"/>
                    <a:pt x="34" y="283"/>
                  </a:cubicBezTo>
                  <a:cubicBezTo>
                    <a:pt x="34" y="145"/>
                    <a:pt x="145" y="33"/>
                    <a:pt x="284" y="33"/>
                  </a:cubicBezTo>
                  <a:cubicBezTo>
                    <a:pt x="422" y="33"/>
                    <a:pt x="534" y="145"/>
                    <a:pt x="534" y="283"/>
                  </a:cubicBezTo>
                  <a:cubicBezTo>
                    <a:pt x="534" y="421"/>
                    <a:pt x="422" y="533"/>
                    <a:pt x="284" y="533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80" name="Oval 856">
              <a:extLst>
                <a:ext uri="{FF2B5EF4-FFF2-40B4-BE49-F238E27FC236}">
                  <a16:creationId xmlns:a16="http://schemas.microsoft.com/office/drawing/2014/main" id="{2E8E8F2B-A402-4D74-ADC8-9CC0481F2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2352"/>
              <a:ext cx="768" cy="818"/>
            </a:xfrm>
            <a:prstGeom prst="ellips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681" name="Freeform 857">
              <a:extLst>
                <a:ext uri="{FF2B5EF4-FFF2-40B4-BE49-F238E27FC236}">
                  <a16:creationId xmlns:a16="http://schemas.microsoft.com/office/drawing/2014/main" id="{8AD0970C-D57A-48ED-9511-103B7E525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415"/>
              <a:ext cx="153" cy="166"/>
            </a:xfrm>
            <a:custGeom>
              <a:avLst/>
              <a:gdLst>
                <a:gd name="T0" fmla="*/ 422 w 92"/>
                <a:gd name="T1" fmla="*/ 0 h 94"/>
                <a:gd name="T2" fmla="*/ 0 w 92"/>
                <a:gd name="T3" fmla="*/ 517 h 94"/>
                <a:gd name="T4" fmla="*/ 422 w 9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94">
                  <a:moveTo>
                    <a:pt x="92" y="0"/>
                  </a:moveTo>
                  <a:cubicBezTo>
                    <a:pt x="92" y="0"/>
                    <a:pt x="5" y="8"/>
                    <a:pt x="0" y="94"/>
                  </a:cubicBezTo>
                  <a:cubicBezTo>
                    <a:pt x="0" y="94"/>
                    <a:pt x="5" y="23"/>
                    <a:pt x="92" y="0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82" name="Freeform 858">
              <a:extLst>
                <a:ext uri="{FF2B5EF4-FFF2-40B4-BE49-F238E27FC236}">
                  <a16:creationId xmlns:a16="http://schemas.microsoft.com/office/drawing/2014/main" id="{68C20F0C-A099-45A6-8B31-881CE3308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726"/>
              <a:ext cx="12" cy="27"/>
            </a:xfrm>
            <a:custGeom>
              <a:avLst/>
              <a:gdLst>
                <a:gd name="T0" fmla="*/ 21 w 7"/>
                <a:gd name="T1" fmla="*/ 0 h 15"/>
                <a:gd name="T2" fmla="*/ 36 w 7"/>
                <a:gd name="T3" fmla="*/ 45 h 15"/>
                <a:gd name="T4" fmla="*/ 21 w 7"/>
                <a:gd name="T5" fmla="*/ 88 h 15"/>
                <a:gd name="T6" fmla="*/ 0 w 7"/>
                <a:gd name="T7" fmla="*/ 45 h 15"/>
                <a:gd name="T8" fmla="*/ 21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0"/>
                  </a:moveTo>
                  <a:cubicBezTo>
                    <a:pt x="5" y="0"/>
                    <a:pt x="7" y="3"/>
                    <a:pt x="7" y="8"/>
                  </a:cubicBezTo>
                  <a:cubicBezTo>
                    <a:pt x="7" y="12"/>
                    <a:pt x="6" y="15"/>
                    <a:pt x="4" y="15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83" name="Freeform 859">
              <a:extLst>
                <a:ext uri="{FF2B5EF4-FFF2-40B4-BE49-F238E27FC236}">
                  <a16:creationId xmlns:a16="http://schemas.microsoft.com/office/drawing/2014/main" id="{889715FC-C9DC-49D4-B438-D179ADA69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668"/>
              <a:ext cx="12" cy="18"/>
            </a:xfrm>
            <a:custGeom>
              <a:avLst/>
              <a:gdLst>
                <a:gd name="T0" fmla="*/ 21 w 7"/>
                <a:gd name="T1" fmla="*/ 0 h 10"/>
                <a:gd name="T2" fmla="*/ 36 w 7"/>
                <a:gd name="T3" fmla="*/ 29 h 10"/>
                <a:gd name="T4" fmla="*/ 15 w 7"/>
                <a:gd name="T5" fmla="*/ 58 h 10"/>
                <a:gd name="T6" fmla="*/ 0 w 7"/>
                <a:gd name="T7" fmla="*/ 29 h 10"/>
                <a:gd name="T8" fmla="*/ 21 w 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cubicBezTo>
                    <a:pt x="6" y="0"/>
                    <a:pt x="7" y="3"/>
                    <a:pt x="7" y="5"/>
                  </a:cubicBezTo>
                  <a:cubicBezTo>
                    <a:pt x="7" y="8"/>
                    <a:pt x="5" y="10"/>
                    <a:pt x="3" y="10"/>
                  </a:cubicBezTo>
                  <a:cubicBezTo>
                    <a:pt x="1" y="10"/>
                    <a:pt x="0" y="7"/>
                    <a:pt x="0" y="5"/>
                  </a:cubicBezTo>
                  <a:cubicBezTo>
                    <a:pt x="1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84" name="Freeform 860">
              <a:extLst>
                <a:ext uri="{FF2B5EF4-FFF2-40B4-BE49-F238E27FC236}">
                  <a16:creationId xmlns:a16="http://schemas.microsoft.com/office/drawing/2014/main" id="{BCC01306-3D28-4102-A38D-97175487C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700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20 h 6"/>
                <a:gd name="T4" fmla="*/ 5 w 3"/>
                <a:gd name="T5" fmla="*/ 0 h 6"/>
                <a:gd name="T6" fmla="*/ 13 w 3"/>
                <a:gd name="T7" fmla="*/ 13 h 6"/>
                <a:gd name="T8" fmla="*/ 8 w 3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2" y="6"/>
                    <a:pt x="1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4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85" name="Freeform 861">
              <a:extLst>
                <a:ext uri="{FF2B5EF4-FFF2-40B4-BE49-F238E27FC236}">
                  <a16:creationId xmlns:a16="http://schemas.microsoft.com/office/drawing/2014/main" id="{79813BC6-F285-4D09-AA49-8FC2D7EEB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659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20 h 6"/>
                <a:gd name="T4" fmla="*/ 5 w 3"/>
                <a:gd name="T5" fmla="*/ 0 h 6"/>
                <a:gd name="T6" fmla="*/ 13 w 3"/>
                <a:gd name="T7" fmla="*/ 13 h 6"/>
                <a:gd name="T8" fmla="*/ 8 w 3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1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86" name="Freeform 862">
              <a:extLst>
                <a:ext uri="{FF2B5EF4-FFF2-40B4-BE49-F238E27FC236}">
                  <a16:creationId xmlns:a16="http://schemas.microsoft.com/office/drawing/2014/main" id="{C6639320-61A4-4DBC-A4A1-F19DD7C28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539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20 h 6"/>
                <a:gd name="T4" fmla="*/ 5 w 3"/>
                <a:gd name="T5" fmla="*/ 0 h 6"/>
                <a:gd name="T6" fmla="*/ 13 w 3"/>
                <a:gd name="T7" fmla="*/ 20 h 6"/>
                <a:gd name="T8" fmla="*/ 8 w 3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1" y="5"/>
                    <a:pt x="0" y="3"/>
                  </a:cubicBezTo>
                  <a:cubicBezTo>
                    <a:pt x="0" y="2"/>
                    <a:pt x="0" y="0"/>
                    <a:pt x="1" y="0"/>
                  </a:cubicBezTo>
                  <a:cubicBezTo>
                    <a:pt x="1" y="0"/>
                    <a:pt x="2" y="1"/>
                    <a:pt x="3" y="3"/>
                  </a:cubicBezTo>
                  <a:cubicBezTo>
                    <a:pt x="3" y="4"/>
                    <a:pt x="3" y="6"/>
                    <a:pt x="2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87" name="Freeform 863">
              <a:extLst>
                <a:ext uri="{FF2B5EF4-FFF2-40B4-BE49-F238E27FC236}">
                  <a16:creationId xmlns:a16="http://schemas.microsoft.com/office/drawing/2014/main" id="{CC206122-490C-43A7-8A1E-1FEF4A383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594"/>
              <a:ext cx="13" cy="23"/>
            </a:xfrm>
            <a:custGeom>
              <a:avLst/>
              <a:gdLst>
                <a:gd name="T0" fmla="*/ 29 w 8"/>
                <a:gd name="T1" fmla="*/ 65 h 13"/>
                <a:gd name="T2" fmla="*/ 8 w 8"/>
                <a:gd name="T3" fmla="*/ 37 h 13"/>
                <a:gd name="T4" fmla="*/ 5 w 8"/>
                <a:gd name="T5" fmla="*/ 0 h 13"/>
                <a:gd name="T6" fmla="*/ 26 w 8"/>
                <a:gd name="T7" fmla="*/ 28 h 13"/>
                <a:gd name="T8" fmla="*/ 29 w 8"/>
                <a:gd name="T9" fmla="*/ 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7" y="12"/>
                  </a:moveTo>
                  <a:cubicBezTo>
                    <a:pt x="6" y="13"/>
                    <a:pt x="3" y="10"/>
                    <a:pt x="2" y="7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4" y="2"/>
                    <a:pt x="6" y="5"/>
                  </a:cubicBezTo>
                  <a:cubicBezTo>
                    <a:pt x="7" y="9"/>
                    <a:pt x="8" y="12"/>
                    <a:pt x="7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88" name="Freeform 864">
              <a:extLst>
                <a:ext uri="{FF2B5EF4-FFF2-40B4-BE49-F238E27FC236}">
                  <a16:creationId xmlns:a16="http://schemas.microsoft.com/office/drawing/2014/main" id="{7B854304-6321-4F5E-9738-79175B7F4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497"/>
              <a:ext cx="18" cy="21"/>
            </a:xfrm>
            <a:custGeom>
              <a:avLst/>
              <a:gdLst>
                <a:gd name="T0" fmla="*/ 43 w 11"/>
                <a:gd name="T1" fmla="*/ 65 h 12"/>
                <a:gd name="T2" fmla="*/ 13 w 11"/>
                <a:gd name="T3" fmla="*/ 44 h 12"/>
                <a:gd name="T4" fmla="*/ 5 w 11"/>
                <a:gd name="T5" fmla="*/ 7 h 12"/>
                <a:gd name="T6" fmla="*/ 29 w 11"/>
                <a:gd name="T7" fmla="*/ 28 h 12"/>
                <a:gd name="T8" fmla="*/ 43 w 11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10" y="12"/>
                  </a:moveTo>
                  <a:cubicBezTo>
                    <a:pt x="8" y="12"/>
                    <a:pt x="6" y="11"/>
                    <a:pt x="3" y="8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5" y="2"/>
                    <a:pt x="7" y="5"/>
                  </a:cubicBezTo>
                  <a:cubicBezTo>
                    <a:pt x="10" y="8"/>
                    <a:pt x="11" y="11"/>
                    <a:pt x="10" y="1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89" name="Freeform 865">
              <a:extLst>
                <a:ext uri="{FF2B5EF4-FFF2-40B4-BE49-F238E27FC236}">
                  <a16:creationId xmlns:a16="http://schemas.microsoft.com/office/drawing/2014/main" id="{E2B61264-0B4F-4A50-9EAA-28DF4DB98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451"/>
              <a:ext cx="20" cy="19"/>
            </a:xfrm>
            <a:custGeom>
              <a:avLst/>
              <a:gdLst>
                <a:gd name="T0" fmla="*/ 50 w 12"/>
                <a:gd name="T1" fmla="*/ 50 h 11"/>
                <a:gd name="T2" fmla="*/ 20 w 12"/>
                <a:gd name="T3" fmla="*/ 41 h 11"/>
                <a:gd name="T4" fmla="*/ 5 w 12"/>
                <a:gd name="T5" fmla="*/ 5 h 11"/>
                <a:gd name="T6" fmla="*/ 37 w 12"/>
                <a:gd name="T7" fmla="*/ 16 h 11"/>
                <a:gd name="T8" fmla="*/ 50 w 1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1" y="10"/>
                  </a:moveTo>
                  <a:cubicBezTo>
                    <a:pt x="10" y="11"/>
                    <a:pt x="7" y="10"/>
                    <a:pt x="4" y="8"/>
                  </a:cubicBezTo>
                  <a:cubicBezTo>
                    <a:pt x="2" y="5"/>
                    <a:pt x="0" y="2"/>
                    <a:pt x="1" y="1"/>
                  </a:cubicBezTo>
                  <a:cubicBezTo>
                    <a:pt x="2" y="0"/>
                    <a:pt x="5" y="1"/>
                    <a:pt x="8" y="3"/>
                  </a:cubicBezTo>
                  <a:cubicBezTo>
                    <a:pt x="11" y="6"/>
                    <a:pt x="12" y="8"/>
                    <a:pt x="11" y="1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90" name="Freeform 866">
              <a:extLst>
                <a:ext uri="{FF2B5EF4-FFF2-40B4-BE49-F238E27FC236}">
                  <a16:creationId xmlns:a16="http://schemas.microsoft.com/office/drawing/2014/main" id="{A2D8F6C1-9424-4C48-A3D4-1A562F6E9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417"/>
              <a:ext cx="18" cy="18"/>
            </a:xfrm>
            <a:custGeom>
              <a:avLst/>
              <a:gdLst>
                <a:gd name="T0" fmla="*/ 43 w 11"/>
                <a:gd name="T1" fmla="*/ 45 h 10"/>
                <a:gd name="T2" fmla="*/ 18 w 11"/>
                <a:gd name="T3" fmla="*/ 41 h 10"/>
                <a:gd name="T4" fmla="*/ 5 w 11"/>
                <a:gd name="T5" fmla="*/ 7 h 10"/>
                <a:gd name="T6" fmla="*/ 29 w 11"/>
                <a:gd name="T7" fmla="*/ 16 h 10"/>
                <a:gd name="T8" fmla="*/ 43 w 11"/>
                <a:gd name="T9" fmla="*/ 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8"/>
                  </a:moveTo>
                  <a:cubicBezTo>
                    <a:pt x="9" y="10"/>
                    <a:pt x="6" y="9"/>
                    <a:pt x="4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1" y="0"/>
                    <a:pt x="4" y="1"/>
                    <a:pt x="7" y="3"/>
                  </a:cubicBezTo>
                  <a:cubicBezTo>
                    <a:pt x="9" y="5"/>
                    <a:pt x="11" y="7"/>
                    <a:pt x="10" y="8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91" name="Freeform 867">
              <a:extLst>
                <a:ext uri="{FF2B5EF4-FFF2-40B4-BE49-F238E27FC236}">
                  <a16:creationId xmlns:a16="http://schemas.microsoft.com/office/drawing/2014/main" id="{23D49E69-A07C-488C-904E-178706FEC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389"/>
              <a:ext cx="19" cy="12"/>
            </a:xfrm>
            <a:custGeom>
              <a:avLst/>
              <a:gdLst>
                <a:gd name="T0" fmla="*/ 43 w 12"/>
                <a:gd name="T1" fmla="*/ 26 h 7"/>
                <a:gd name="T2" fmla="*/ 21 w 12"/>
                <a:gd name="T3" fmla="*/ 29 h 7"/>
                <a:gd name="T4" fmla="*/ 0 w 12"/>
                <a:gd name="T5" fmla="*/ 5 h 7"/>
                <a:gd name="T6" fmla="*/ 27 w 12"/>
                <a:gd name="T7" fmla="*/ 5 h 7"/>
                <a:gd name="T8" fmla="*/ 43 w 12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1" y="5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5"/>
                    <a:pt x="0" y="3"/>
                    <a:pt x="0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1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92" name="Freeform 868">
              <a:extLst>
                <a:ext uri="{FF2B5EF4-FFF2-40B4-BE49-F238E27FC236}">
                  <a16:creationId xmlns:a16="http://schemas.microsoft.com/office/drawing/2014/main" id="{6EA249AD-905C-4E82-9C62-ADA521F21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369"/>
              <a:ext cx="20" cy="13"/>
            </a:xfrm>
            <a:custGeom>
              <a:avLst/>
              <a:gdLst>
                <a:gd name="T0" fmla="*/ 55 w 12"/>
                <a:gd name="T1" fmla="*/ 32 h 7"/>
                <a:gd name="T2" fmla="*/ 22 w 12"/>
                <a:gd name="T3" fmla="*/ 37 h 7"/>
                <a:gd name="T4" fmla="*/ 5 w 12"/>
                <a:gd name="T5" fmla="*/ 7 h 7"/>
                <a:gd name="T6" fmla="*/ 33 w 12"/>
                <a:gd name="T7" fmla="*/ 7 h 7"/>
                <a:gd name="T8" fmla="*/ 55 w 12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5"/>
                  </a:moveTo>
                  <a:cubicBezTo>
                    <a:pt x="11" y="7"/>
                    <a:pt x="9" y="7"/>
                    <a:pt x="5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93" name="Freeform 869">
              <a:extLst>
                <a:ext uri="{FF2B5EF4-FFF2-40B4-BE49-F238E27FC236}">
                  <a16:creationId xmlns:a16="http://schemas.microsoft.com/office/drawing/2014/main" id="{65DF1094-BA18-4E6E-89E7-B5293C85E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362"/>
              <a:ext cx="20" cy="14"/>
            </a:xfrm>
            <a:custGeom>
              <a:avLst/>
              <a:gdLst>
                <a:gd name="T0" fmla="*/ 55 w 12"/>
                <a:gd name="T1" fmla="*/ 21 h 8"/>
                <a:gd name="T2" fmla="*/ 28 w 12"/>
                <a:gd name="T3" fmla="*/ 44 h 8"/>
                <a:gd name="T4" fmla="*/ 0 w 12"/>
                <a:gd name="T5" fmla="*/ 28 h 8"/>
                <a:gd name="T6" fmla="*/ 28 w 12"/>
                <a:gd name="T7" fmla="*/ 7 h 8"/>
                <a:gd name="T8" fmla="*/ 55 w 12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2" y="4"/>
                  </a:moveTo>
                  <a:cubicBezTo>
                    <a:pt x="12" y="6"/>
                    <a:pt x="10" y="8"/>
                    <a:pt x="6" y="8"/>
                  </a:cubicBezTo>
                  <a:cubicBezTo>
                    <a:pt x="3" y="8"/>
                    <a:pt x="0" y="7"/>
                    <a:pt x="0" y="5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94" name="Freeform 870">
              <a:extLst>
                <a:ext uri="{FF2B5EF4-FFF2-40B4-BE49-F238E27FC236}">
                  <a16:creationId xmlns:a16="http://schemas.microsoft.com/office/drawing/2014/main" id="{88262379-A179-4467-A98C-449629069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378"/>
              <a:ext cx="28" cy="16"/>
            </a:xfrm>
            <a:custGeom>
              <a:avLst/>
              <a:gdLst>
                <a:gd name="T0" fmla="*/ 71 w 17"/>
                <a:gd name="T1" fmla="*/ 16 h 9"/>
                <a:gd name="T2" fmla="*/ 41 w 17"/>
                <a:gd name="T3" fmla="*/ 44 h 9"/>
                <a:gd name="T4" fmla="*/ 0 w 17"/>
                <a:gd name="T5" fmla="*/ 37 h 9"/>
                <a:gd name="T6" fmla="*/ 33 w 17"/>
                <a:gd name="T7" fmla="*/ 7 h 9"/>
                <a:gd name="T8" fmla="*/ 71 w 17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5"/>
                    <a:pt x="14" y="7"/>
                    <a:pt x="9" y="8"/>
                  </a:cubicBezTo>
                  <a:cubicBezTo>
                    <a:pt x="5" y="9"/>
                    <a:pt x="1" y="9"/>
                    <a:pt x="0" y="7"/>
                  </a:cubicBez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95" name="Freeform 871">
              <a:extLst>
                <a:ext uri="{FF2B5EF4-FFF2-40B4-BE49-F238E27FC236}">
                  <a16:creationId xmlns:a16="http://schemas.microsoft.com/office/drawing/2014/main" id="{4BC2E621-4763-4D6C-8C16-4767D98A3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428"/>
              <a:ext cx="23" cy="17"/>
            </a:xfrm>
            <a:custGeom>
              <a:avLst/>
              <a:gdLst>
                <a:gd name="T0" fmla="*/ 58 w 14"/>
                <a:gd name="T1" fmla="*/ 5 h 10"/>
                <a:gd name="T2" fmla="*/ 41 w 14"/>
                <a:gd name="T3" fmla="*/ 34 h 10"/>
                <a:gd name="T4" fmla="*/ 5 w 14"/>
                <a:gd name="T5" fmla="*/ 44 h 10"/>
                <a:gd name="T6" fmla="*/ 21 w 14"/>
                <a:gd name="T7" fmla="*/ 9 h 10"/>
                <a:gd name="T8" fmla="*/ 58 w 14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3" y="1"/>
                  </a:moveTo>
                  <a:cubicBezTo>
                    <a:pt x="14" y="3"/>
                    <a:pt x="12" y="5"/>
                    <a:pt x="9" y="7"/>
                  </a:cubicBezTo>
                  <a:cubicBezTo>
                    <a:pt x="6" y="9"/>
                    <a:pt x="2" y="10"/>
                    <a:pt x="1" y="9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9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96" name="Freeform 872">
              <a:extLst>
                <a:ext uri="{FF2B5EF4-FFF2-40B4-BE49-F238E27FC236}">
                  <a16:creationId xmlns:a16="http://schemas.microsoft.com/office/drawing/2014/main" id="{51279076-95BA-4F07-9CAC-F97C47B25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479"/>
              <a:ext cx="17" cy="19"/>
            </a:xfrm>
            <a:custGeom>
              <a:avLst/>
              <a:gdLst>
                <a:gd name="T0" fmla="*/ 44 w 10"/>
                <a:gd name="T1" fmla="*/ 5 h 11"/>
                <a:gd name="T2" fmla="*/ 34 w 10"/>
                <a:gd name="T3" fmla="*/ 36 h 11"/>
                <a:gd name="T4" fmla="*/ 5 w 10"/>
                <a:gd name="T5" fmla="*/ 50 h 11"/>
                <a:gd name="T6" fmla="*/ 15 w 10"/>
                <a:gd name="T7" fmla="*/ 21 h 11"/>
                <a:gd name="T8" fmla="*/ 44 w 10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1"/>
                  </a:moveTo>
                  <a:cubicBezTo>
                    <a:pt x="10" y="2"/>
                    <a:pt x="9" y="5"/>
                    <a:pt x="7" y="7"/>
                  </a:cubicBezTo>
                  <a:cubicBezTo>
                    <a:pt x="5" y="10"/>
                    <a:pt x="2" y="11"/>
                    <a:pt x="1" y="10"/>
                  </a:cubicBezTo>
                  <a:cubicBezTo>
                    <a:pt x="0" y="9"/>
                    <a:pt x="1" y="6"/>
                    <a:pt x="3" y="4"/>
                  </a:cubicBezTo>
                  <a:cubicBezTo>
                    <a:pt x="5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97" name="Freeform 873">
              <a:extLst>
                <a:ext uri="{FF2B5EF4-FFF2-40B4-BE49-F238E27FC236}">
                  <a16:creationId xmlns:a16="http://schemas.microsoft.com/office/drawing/2014/main" id="{87CAC2E6-C0AC-42C5-B612-FC3C5A074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521"/>
              <a:ext cx="15" cy="16"/>
            </a:xfrm>
            <a:custGeom>
              <a:avLst/>
              <a:gdLst>
                <a:gd name="T0" fmla="*/ 37 w 9"/>
                <a:gd name="T1" fmla="*/ 7 h 9"/>
                <a:gd name="T2" fmla="*/ 28 w 9"/>
                <a:gd name="T3" fmla="*/ 36 h 9"/>
                <a:gd name="T4" fmla="*/ 5 w 9"/>
                <a:gd name="T5" fmla="*/ 44 h 9"/>
                <a:gd name="T6" fmla="*/ 13 w 9"/>
                <a:gd name="T7" fmla="*/ 16 h 9"/>
                <a:gd name="T8" fmla="*/ 37 w 9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1"/>
                  </a:moveTo>
                  <a:cubicBezTo>
                    <a:pt x="9" y="1"/>
                    <a:pt x="8" y="4"/>
                    <a:pt x="6" y="6"/>
                  </a:cubicBezTo>
                  <a:cubicBezTo>
                    <a:pt x="4" y="8"/>
                    <a:pt x="2" y="9"/>
                    <a:pt x="1" y="8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98" name="Freeform 874">
              <a:extLst>
                <a:ext uri="{FF2B5EF4-FFF2-40B4-BE49-F238E27FC236}">
                  <a16:creationId xmlns:a16="http://schemas.microsoft.com/office/drawing/2014/main" id="{F55E6C7C-3D47-4A0B-99C2-1BAA14895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596"/>
              <a:ext cx="16" cy="30"/>
            </a:xfrm>
            <a:custGeom>
              <a:avLst/>
              <a:gdLst>
                <a:gd name="T0" fmla="*/ 29 w 10"/>
                <a:gd name="T1" fmla="*/ 7 h 17"/>
                <a:gd name="T2" fmla="*/ 35 w 10"/>
                <a:gd name="T3" fmla="*/ 56 h 17"/>
                <a:gd name="T4" fmla="*/ 13 w 10"/>
                <a:gd name="T5" fmla="*/ 86 h 17"/>
                <a:gd name="T6" fmla="*/ 5 w 10"/>
                <a:gd name="T7" fmla="*/ 37 h 17"/>
                <a:gd name="T8" fmla="*/ 29 w 10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7">
                  <a:moveTo>
                    <a:pt x="7" y="1"/>
                  </a:moveTo>
                  <a:cubicBezTo>
                    <a:pt x="9" y="1"/>
                    <a:pt x="10" y="5"/>
                    <a:pt x="9" y="10"/>
                  </a:cubicBezTo>
                  <a:cubicBezTo>
                    <a:pt x="8" y="14"/>
                    <a:pt x="5" y="17"/>
                    <a:pt x="3" y="16"/>
                  </a:cubicBezTo>
                  <a:cubicBezTo>
                    <a:pt x="1" y="16"/>
                    <a:pt x="0" y="12"/>
                    <a:pt x="1" y="7"/>
                  </a:cubicBezTo>
                  <a:cubicBezTo>
                    <a:pt x="2" y="3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99" name="Freeform 875">
              <a:extLst>
                <a:ext uri="{FF2B5EF4-FFF2-40B4-BE49-F238E27FC236}">
                  <a16:creationId xmlns:a16="http://schemas.microsoft.com/office/drawing/2014/main" id="{A5F0B6C2-384C-4098-AA91-52CD478CF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668"/>
              <a:ext cx="765" cy="508"/>
            </a:xfrm>
            <a:custGeom>
              <a:avLst/>
              <a:gdLst>
                <a:gd name="T0" fmla="*/ 1813 w 462"/>
                <a:gd name="T1" fmla="*/ 1115 h 287"/>
                <a:gd name="T2" fmla="*/ 1571 w 462"/>
                <a:gd name="T3" fmla="*/ 1342 h 287"/>
                <a:gd name="T4" fmla="*/ 1288 w 462"/>
                <a:gd name="T5" fmla="*/ 1505 h 287"/>
                <a:gd name="T6" fmla="*/ 1141 w 462"/>
                <a:gd name="T7" fmla="*/ 1492 h 287"/>
                <a:gd name="T8" fmla="*/ 1003 w 462"/>
                <a:gd name="T9" fmla="*/ 1535 h 287"/>
                <a:gd name="T10" fmla="*/ 561 w 462"/>
                <a:gd name="T11" fmla="*/ 1388 h 287"/>
                <a:gd name="T12" fmla="*/ 285 w 462"/>
                <a:gd name="T13" fmla="*/ 1138 h 287"/>
                <a:gd name="T14" fmla="*/ 109 w 462"/>
                <a:gd name="T15" fmla="*/ 727 h 287"/>
                <a:gd name="T16" fmla="*/ 50 w 462"/>
                <a:gd name="T17" fmla="*/ 517 h 287"/>
                <a:gd name="T18" fmla="*/ 13 w 462"/>
                <a:gd name="T19" fmla="*/ 326 h 287"/>
                <a:gd name="T20" fmla="*/ 180 w 462"/>
                <a:gd name="T21" fmla="*/ 395 h 287"/>
                <a:gd name="T22" fmla="*/ 291 w 462"/>
                <a:gd name="T23" fmla="*/ 301 h 287"/>
                <a:gd name="T24" fmla="*/ 498 w 462"/>
                <a:gd name="T25" fmla="*/ 188 h 287"/>
                <a:gd name="T26" fmla="*/ 664 w 462"/>
                <a:gd name="T27" fmla="*/ 89 h 287"/>
                <a:gd name="T28" fmla="*/ 886 w 462"/>
                <a:gd name="T29" fmla="*/ 7 h 287"/>
                <a:gd name="T30" fmla="*/ 1176 w 462"/>
                <a:gd name="T31" fmla="*/ 0 h 287"/>
                <a:gd name="T32" fmla="*/ 1358 w 462"/>
                <a:gd name="T33" fmla="*/ 73 h 287"/>
                <a:gd name="T34" fmla="*/ 1643 w 462"/>
                <a:gd name="T35" fmla="*/ 204 h 287"/>
                <a:gd name="T36" fmla="*/ 1840 w 462"/>
                <a:gd name="T37" fmla="*/ 345 h 287"/>
                <a:gd name="T38" fmla="*/ 2062 w 462"/>
                <a:gd name="T39" fmla="*/ 345 h 287"/>
                <a:gd name="T40" fmla="*/ 2028 w 462"/>
                <a:gd name="T41" fmla="*/ 533 h 287"/>
                <a:gd name="T42" fmla="*/ 1813 w 462"/>
                <a:gd name="T43" fmla="*/ 1115 h 2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2" h="287">
                  <a:moveTo>
                    <a:pt x="399" y="201"/>
                  </a:moveTo>
                  <a:cubicBezTo>
                    <a:pt x="386" y="228"/>
                    <a:pt x="346" y="242"/>
                    <a:pt x="346" y="242"/>
                  </a:cubicBezTo>
                  <a:cubicBezTo>
                    <a:pt x="340" y="260"/>
                    <a:pt x="284" y="271"/>
                    <a:pt x="284" y="271"/>
                  </a:cubicBezTo>
                  <a:cubicBezTo>
                    <a:pt x="274" y="283"/>
                    <a:pt x="251" y="269"/>
                    <a:pt x="251" y="269"/>
                  </a:cubicBezTo>
                  <a:cubicBezTo>
                    <a:pt x="247" y="285"/>
                    <a:pt x="221" y="277"/>
                    <a:pt x="221" y="277"/>
                  </a:cubicBezTo>
                  <a:cubicBezTo>
                    <a:pt x="194" y="287"/>
                    <a:pt x="124" y="250"/>
                    <a:pt x="124" y="250"/>
                  </a:cubicBezTo>
                  <a:cubicBezTo>
                    <a:pt x="107" y="251"/>
                    <a:pt x="63" y="205"/>
                    <a:pt x="63" y="205"/>
                  </a:cubicBezTo>
                  <a:cubicBezTo>
                    <a:pt x="63" y="205"/>
                    <a:pt x="8" y="139"/>
                    <a:pt x="24" y="131"/>
                  </a:cubicBezTo>
                  <a:cubicBezTo>
                    <a:pt x="24" y="131"/>
                    <a:pt x="0" y="105"/>
                    <a:pt x="11" y="93"/>
                  </a:cubicBezTo>
                  <a:cubicBezTo>
                    <a:pt x="11" y="93"/>
                    <a:pt x="0" y="65"/>
                    <a:pt x="3" y="59"/>
                  </a:cubicBezTo>
                  <a:cubicBezTo>
                    <a:pt x="3" y="59"/>
                    <a:pt x="20" y="83"/>
                    <a:pt x="40" y="71"/>
                  </a:cubicBezTo>
                  <a:cubicBezTo>
                    <a:pt x="60" y="59"/>
                    <a:pt x="64" y="54"/>
                    <a:pt x="64" y="54"/>
                  </a:cubicBezTo>
                  <a:cubicBezTo>
                    <a:pt x="64" y="54"/>
                    <a:pt x="106" y="54"/>
                    <a:pt x="110" y="34"/>
                  </a:cubicBezTo>
                  <a:cubicBezTo>
                    <a:pt x="110" y="34"/>
                    <a:pt x="148" y="34"/>
                    <a:pt x="146" y="16"/>
                  </a:cubicBezTo>
                  <a:cubicBezTo>
                    <a:pt x="146" y="16"/>
                    <a:pt x="190" y="19"/>
                    <a:pt x="195" y="1"/>
                  </a:cubicBezTo>
                  <a:cubicBezTo>
                    <a:pt x="195" y="1"/>
                    <a:pt x="246" y="27"/>
                    <a:pt x="259" y="0"/>
                  </a:cubicBezTo>
                  <a:cubicBezTo>
                    <a:pt x="259" y="0"/>
                    <a:pt x="282" y="26"/>
                    <a:pt x="299" y="13"/>
                  </a:cubicBezTo>
                  <a:cubicBezTo>
                    <a:pt x="299" y="13"/>
                    <a:pt x="333" y="51"/>
                    <a:pt x="362" y="37"/>
                  </a:cubicBezTo>
                  <a:cubicBezTo>
                    <a:pt x="362" y="37"/>
                    <a:pt x="380" y="71"/>
                    <a:pt x="405" y="62"/>
                  </a:cubicBezTo>
                  <a:cubicBezTo>
                    <a:pt x="405" y="62"/>
                    <a:pt x="442" y="96"/>
                    <a:pt x="454" y="62"/>
                  </a:cubicBezTo>
                  <a:cubicBezTo>
                    <a:pt x="454" y="62"/>
                    <a:pt x="462" y="77"/>
                    <a:pt x="447" y="96"/>
                  </a:cubicBezTo>
                  <a:cubicBezTo>
                    <a:pt x="447" y="96"/>
                    <a:pt x="446" y="154"/>
                    <a:pt x="399" y="201"/>
                  </a:cubicBezTo>
                  <a:close/>
                </a:path>
              </a:pathLst>
            </a:custGeom>
            <a:solidFill>
              <a:srgbClr val="F6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00" name="Freeform 876">
              <a:extLst>
                <a:ext uri="{FF2B5EF4-FFF2-40B4-BE49-F238E27FC236}">
                  <a16:creationId xmlns:a16="http://schemas.microsoft.com/office/drawing/2014/main" id="{EEB027C6-739E-44A8-A836-A9A738AF9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735"/>
              <a:ext cx="85" cy="76"/>
            </a:xfrm>
            <a:custGeom>
              <a:avLst/>
              <a:gdLst>
                <a:gd name="T0" fmla="*/ 0 w 51"/>
                <a:gd name="T1" fmla="*/ 131 h 43"/>
                <a:gd name="T2" fmla="*/ 237 w 51"/>
                <a:gd name="T3" fmla="*/ 57 h 43"/>
                <a:gd name="T4" fmla="*/ 0 w 51"/>
                <a:gd name="T5" fmla="*/ 13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3">
                  <a:moveTo>
                    <a:pt x="0" y="24"/>
                  </a:moveTo>
                  <a:cubicBezTo>
                    <a:pt x="0" y="24"/>
                    <a:pt x="30" y="0"/>
                    <a:pt x="51" y="10"/>
                  </a:cubicBezTo>
                  <a:cubicBezTo>
                    <a:pt x="51" y="10"/>
                    <a:pt x="23" y="43"/>
                    <a:pt x="0" y="2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01" name="Freeform 877">
              <a:extLst>
                <a:ext uri="{FF2B5EF4-FFF2-40B4-BE49-F238E27FC236}">
                  <a16:creationId xmlns:a16="http://schemas.microsoft.com/office/drawing/2014/main" id="{99BC1D5E-B920-43EA-9124-4415FC99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702"/>
              <a:ext cx="78" cy="62"/>
            </a:xfrm>
            <a:custGeom>
              <a:avLst/>
              <a:gdLst>
                <a:gd name="T0" fmla="*/ 214 w 47"/>
                <a:gd name="T1" fmla="*/ 34 h 35"/>
                <a:gd name="T2" fmla="*/ 0 w 47"/>
                <a:gd name="T3" fmla="*/ 159 h 35"/>
                <a:gd name="T4" fmla="*/ 214 w 47"/>
                <a:gd name="T5" fmla="*/ 3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47" y="6"/>
                  </a:moveTo>
                  <a:cubicBezTo>
                    <a:pt x="47" y="6"/>
                    <a:pt x="9" y="0"/>
                    <a:pt x="0" y="29"/>
                  </a:cubicBezTo>
                  <a:cubicBezTo>
                    <a:pt x="0" y="29"/>
                    <a:pt x="31" y="35"/>
                    <a:pt x="47" y="6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02" name="Freeform 878">
              <a:extLst>
                <a:ext uri="{FF2B5EF4-FFF2-40B4-BE49-F238E27FC236}">
                  <a16:creationId xmlns:a16="http://schemas.microsoft.com/office/drawing/2014/main" id="{A64BF107-9EF4-4371-A116-FAB7D476A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661"/>
              <a:ext cx="58" cy="69"/>
            </a:xfrm>
            <a:custGeom>
              <a:avLst/>
              <a:gdLst>
                <a:gd name="T0" fmla="*/ 154 w 35"/>
                <a:gd name="T1" fmla="*/ 73 h 39"/>
                <a:gd name="T2" fmla="*/ 0 w 35"/>
                <a:gd name="T3" fmla="*/ 159 h 39"/>
                <a:gd name="T4" fmla="*/ 154 w 35"/>
                <a:gd name="T5" fmla="*/ 7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9">
                  <a:moveTo>
                    <a:pt x="34" y="13"/>
                  </a:moveTo>
                  <a:cubicBezTo>
                    <a:pt x="34" y="13"/>
                    <a:pt x="3" y="0"/>
                    <a:pt x="0" y="29"/>
                  </a:cubicBezTo>
                  <a:cubicBezTo>
                    <a:pt x="0" y="29"/>
                    <a:pt x="35" y="39"/>
                    <a:pt x="34" y="1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03" name="Freeform 879">
              <a:extLst>
                <a:ext uri="{FF2B5EF4-FFF2-40B4-BE49-F238E27FC236}">
                  <a16:creationId xmlns:a16="http://schemas.microsoft.com/office/drawing/2014/main" id="{F74557CD-7F5C-4BB2-A8A7-EF0CCD18E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647"/>
              <a:ext cx="86" cy="56"/>
            </a:xfrm>
            <a:custGeom>
              <a:avLst/>
              <a:gdLst>
                <a:gd name="T0" fmla="*/ 235 w 52"/>
                <a:gd name="T1" fmla="*/ 33 h 32"/>
                <a:gd name="T2" fmla="*/ 0 w 52"/>
                <a:gd name="T3" fmla="*/ 114 h 32"/>
                <a:gd name="T4" fmla="*/ 235 w 52"/>
                <a:gd name="T5" fmla="*/ 3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2">
                  <a:moveTo>
                    <a:pt x="52" y="6"/>
                  </a:moveTo>
                  <a:cubicBezTo>
                    <a:pt x="52" y="6"/>
                    <a:pt x="16" y="0"/>
                    <a:pt x="0" y="21"/>
                  </a:cubicBezTo>
                  <a:cubicBezTo>
                    <a:pt x="0" y="21"/>
                    <a:pt x="34" y="32"/>
                    <a:pt x="52" y="6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04" name="Freeform 880">
              <a:extLst>
                <a:ext uri="{FF2B5EF4-FFF2-40B4-BE49-F238E27FC236}">
                  <a16:creationId xmlns:a16="http://schemas.microsoft.com/office/drawing/2014/main" id="{99782605-198B-4741-BCCE-2AF129D9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626"/>
              <a:ext cx="111" cy="83"/>
            </a:xfrm>
            <a:custGeom>
              <a:avLst/>
              <a:gdLst>
                <a:gd name="T0" fmla="*/ 305 w 67"/>
                <a:gd name="T1" fmla="*/ 101 h 47"/>
                <a:gd name="T2" fmla="*/ 0 w 67"/>
                <a:gd name="T3" fmla="*/ 101 h 47"/>
                <a:gd name="T4" fmla="*/ 305 w 67"/>
                <a:gd name="T5" fmla="*/ 10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7">
                  <a:moveTo>
                    <a:pt x="67" y="18"/>
                  </a:moveTo>
                  <a:cubicBezTo>
                    <a:pt x="67" y="18"/>
                    <a:pt x="31" y="0"/>
                    <a:pt x="0" y="18"/>
                  </a:cubicBezTo>
                  <a:cubicBezTo>
                    <a:pt x="0" y="18"/>
                    <a:pt x="32" y="47"/>
                    <a:pt x="67" y="18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05" name="Freeform 881">
              <a:extLst>
                <a:ext uri="{FF2B5EF4-FFF2-40B4-BE49-F238E27FC236}">
                  <a16:creationId xmlns:a16="http://schemas.microsoft.com/office/drawing/2014/main" id="{6812197A-BF26-464B-8470-634963C8F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636"/>
              <a:ext cx="68" cy="67"/>
            </a:xfrm>
            <a:custGeom>
              <a:avLst/>
              <a:gdLst>
                <a:gd name="T0" fmla="*/ 187 w 41"/>
                <a:gd name="T1" fmla="*/ 122 h 38"/>
                <a:gd name="T2" fmla="*/ 0 w 41"/>
                <a:gd name="T3" fmla="*/ 65 h 38"/>
                <a:gd name="T4" fmla="*/ 187 w 41"/>
                <a:gd name="T5" fmla="*/ 12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8">
                  <a:moveTo>
                    <a:pt x="41" y="22"/>
                  </a:moveTo>
                  <a:cubicBezTo>
                    <a:pt x="41" y="22"/>
                    <a:pt x="27" y="0"/>
                    <a:pt x="0" y="12"/>
                  </a:cubicBezTo>
                  <a:cubicBezTo>
                    <a:pt x="0" y="12"/>
                    <a:pt x="20" y="38"/>
                    <a:pt x="41" y="2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06" name="Freeform 882">
              <a:extLst>
                <a:ext uri="{FF2B5EF4-FFF2-40B4-BE49-F238E27FC236}">
                  <a16:creationId xmlns:a16="http://schemas.microsoft.com/office/drawing/2014/main" id="{07619408-3532-42AF-AD08-58CC603FE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665"/>
              <a:ext cx="104" cy="63"/>
            </a:xfrm>
            <a:custGeom>
              <a:avLst/>
              <a:gdLst>
                <a:gd name="T0" fmla="*/ 284 w 63"/>
                <a:gd name="T1" fmla="*/ 179 h 36"/>
                <a:gd name="T2" fmla="*/ 0 w 63"/>
                <a:gd name="T3" fmla="*/ 33 h 36"/>
                <a:gd name="T4" fmla="*/ 284 w 63"/>
                <a:gd name="T5" fmla="*/ 17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6">
                  <a:moveTo>
                    <a:pt x="63" y="33"/>
                  </a:moveTo>
                  <a:cubicBezTo>
                    <a:pt x="63" y="33"/>
                    <a:pt x="48" y="0"/>
                    <a:pt x="0" y="6"/>
                  </a:cubicBezTo>
                  <a:cubicBezTo>
                    <a:pt x="0" y="6"/>
                    <a:pt x="13" y="36"/>
                    <a:pt x="63" y="3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07" name="Freeform 883">
              <a:extLst>
                <a:ext uri="{FF2B5EF4-FFF2-40B4-BE49-F238E27FC236}">
                  <a16:creationId xmlns:a16="http://schemas.microsoft.com/office/drawing/2014/main" id="{1DA1F326-0B46-4A43-BBDB-6CE12560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703"/>
              <a:ext cx="72" cy="80"/>
            </a:xfrm>
            <a:custGeom>
              <a:avLst/>
              <a:gdLst>
                <a:gd name="T0" fmla="*/ 196 w 43"/>
                <a:gd name="T1" fmla="*/ 190 h 45"/>
                <a:gd name="T2" fmla="*/ 0 w 43"/>
                <a:gd name="T3" fmla="*/ 64 h 45"/>
                <a:gd name="T4" fmla="*/ 196 w 43"/>
                <a:gd name="T5" fmla="*/ 19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5">
                  <a:moveTo>
                    <a:pt x="42" y="34"/>
                  </a:moveTo>
                  <a:cubicBezTo>
                    <a:pt x="42" y="34"/>
                    <a:pt x="43" y="0"/>
                    <a:pt x="0" y="11"/>
                  </a:cubicBezTo>
                  <a:cubicBezTo>
                    <a:pt x="0" y="11"/>
                    <a:pt x="13" y="45"/>
                    <a:pt x="42" y="3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08" name="Freeform 884">
              <a:extLst>
                <a:ext uri="{FF2B5EF4-FFF2-40B4-BE49-F238E27FC236}">
                  <a16:creationId xmlns:a16="http://schemas.microsoft.com/office/drawing/2014/main" id="{C72BAEFE-38ED-4E84-B0D5-CBFEE4004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734"/>
              <a:ext cx="66" cy="91"/>
            </a:xfrm>
            <a:custGeom>
              <a:avLst/>
              <a:gdLst>
                <a:gd name="T0" fmla="*/ 180 w 40"/>
                <a:gd name="T1" fmla="*/ 119 h 52"/>
                <a:gd name="T2" fmla="*/ 0 w 40"/>
                <a:gd name="T3" fmla="*/ 93 h 52"/>
                <a:gd name="T4" fmla="*/ 180 w 40"/>
                <a:gd name="T5" fmla="*/ 11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2">
                  <a:moveTo>
                    <a:pt x="40" y="22"/>
                  </a:moveTo>
                  <a:cubicBezTo>
                    <a:pt x="40" y="22"/>
                    <a:pt x="26" y="0"/>
                    <a:pt x="0" y="17"/>
                  </a:cubicBezTo>
                  <a:cubicBezTo>
                    <a:pt x="0" y="17"/>
                    <a:pt x="33" y="52"/>
                    <a:pt x="40" y="2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09" name="Freeform 885">
              <a:extLst>
                <a:ext uri="{FF2B5EF4-FFF2-40B4-BE49-F238E27FC236}">
                  <a16:creationId xmlns:a16="http://schemas.microsoft.com/office/drawing/2014/main" id="{EAF58532-D886-4978-A241-ADA2CE3CB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723"/>
              <a:ext cx="41" cy="49"/>
            </a:xfrm>
            <a:custGeom>
              <a:avLst/>
              <a:gdLst>
                <a:gd name="T0" fmla="*/ 56 w 25"/>
                <a:gd name="T1" fmla="*/ 0 h 28"/>
                <a:gd name="T2" fmla="*/ 56 w 25"/>
                <a:gd name="T3" fmla="*/ 151 h 28"/>
                <a:gd name="T4" fmla="*/ 56 w 2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13" y="0"/>
                  </a:moveTo>
                  <a:cubicBezTo>
                    <a:pt x="13" y="0"/>
                    <a:pt x="0" y="13"/>
                    <a:pt x="13" y="28"/>
                  </a:cubicBezTo>
                  <a:cubicBezTo>
                    <a:pt x="13" y="28"/>
                    <a:pt x="25" y="19"/>
                    <a:pt x="13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10" name="Freeform 886">
              <a:extLst>
                <a:ext uri="{FF2B5EF4-FFF2-40B4-BE49-F238E27FC236}">
                  <a16:creationId xmlns:a16="http://schemas.microsoft.com/office/drawing/2014/main" id="{7F5E133D-1A57-4D20-A270-64E4F1D69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762"/>
              <a:ext cx="29" cy="21"/>
            </a:xfrm>
            <a:custGeom>
              <a:avLst/>
              <a:gdLst>
                <a:gd name="T0" fmla="*/ 84 w 17"/>
                <a:gd name="T1" fmla="*/ 21 h 12"/>
                <a:gd name="T2" fmla="*/ 49 w 17"/>
                <a:gd name="T3" fmla="*/ 58 h 12"/>
                <a:gd name="T4" fmla="*/ 5 w 17"/>
                <a:gd name="T5" fmla="*/ 37 h 12"/>
                <a:gd name="T6" fmla="*/ 41 w 17"/>
                <a:gd name="T7" fmla="*/ 7 h 12"/>
                <a:gd name="T8" fmla="*/ 84 w 17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7" y="4"/>
                  </a:moveTo>
                  <a:cubicBezTo>
                    <a:pt x="17" y="7"/>
                    <a:pt x="14" y="10"/>
                    <a:pt x="10" y="11"/>
                  </a:cubicBezTo>
                  <a:cubicBezTo>
                    <a:pt x="5" y="12"/>
                    <a:pt x="1" y="10"/>
                    <a:pt x="1" y="7"/>
                  </a:cubicBezTo>
                  <a:cubicBezTo>
                    <a:pt x="0" y="5"/>
                    <a:pt x="3" y="2"/>
                    <a:pt x="8" y="1"/>
                  </a:cubicBezTo>
                  <a:cubicBezTo>
                    <a:pt x="12" y="0"/>
                    <a:pt x="16" y="1"/>
                    <a:pt x="17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11" name="Freeform 887">
              <a:extLst>
                <a:ext uri="{FF2B5EF4-FFF2-40B4-BE49-F238E27FC236}">
                  <a16:creationId xmlns:a16="http://schemas.microsoft.com/office/drawing/2014/main" id="{5B801331-CFBD-4594-BBA4-46E819CD0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719"/>
              <a:ext cx="28" cy="23"/>
            </a:xfrm>
            <a:custGeom>
              <a:avLst/>
              <a:gdLst>
                <a:gd name="T0" fmla="*/ 68 w 17"/>
                <a:gd name="T1" fmla="*/ 12 h 13"/>
                <a:gd name="T2" fmla="*/ 49 w 17"/>
                <a:gd name="T3" fmla="*/ 60 h 13"/>
                <a:gd name="T4" fmla="*/ 5 w 17"/>
                <a:gd name="T5" fmla="*/ 60 h 13"/>
                <a:gd name="T6" fmla="*/ 26 w 17"/>
                <a:gd name="T7" fmla="*/ 12 h 13"/>
                <a:gd name="T8" fmla="*/ 68 w 17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5" y="2"/>
                  </a:moveTo>
                  <a:cubicBezTo>
                    <a:pt x="17" y="5"/>
                    <a:pt x="15" y="8"/>
                    <a:pt x="11" y="11"/>
                  </a:cubicBezTo>
                  <a:cubicBezTo>
                    <a:pt x="7" y="13"/>
                    <a:pt x="3" y="13"/>
                    <a:pt x="1" y="11"/>
                  </a:cubicBezTo>
                  <a:cubicBezTo>
                    <a:pt x="0" y="9"/>
                    <a:pt x="2" y="5"/>
                    <a:pt x="6" y="2"/>
                  </a:cubicBezTo>
                  <a:cubicBezTo>
                    <a:pt x="10" y="0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12" name="Freeform 888">
              <a:extLst>
                <a:ext uri="{FF2B5EF4-FFF2-40B4-BE49-F238E27FC236}">
                  <a16:creationId xmlns:a16="http://schemas.microsoft.com/office/drawing/2014/main" id="{1F0CE8F3-1BFD-4D72-88DB-B790FA20A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673"/>
              <a:ext cx="29" cy="13"/>
            </a:xfrm>
            <a:custGeom>
              <a:avLst/>
              <a:gdLst>
                <a:gd name="T0" fmla="*/ 78 w 17"/>
                <a:gd name="T1" fmla="*/ 13 h 7"/>
                <a:gd name="T2" fmla="*/ 44 w 17"/>
                <a:gd name="T3" fmla="*/ 37 h 7"/>
                <a:gd name="T4" fmla="*/ 0 w 17"/>
                <a:gd name="T5" fmla="*/ 32 h 7"/>
                <a:gd name="T6" fmla="*/ 41 w 17"/>
                <a:gd name="T7" fmla="*/ 7 h 7"/>
                <a:gd name="T8" fmla="*/ 78 w 17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16" y="2"/>
                  </a:moveTo>
                  <a:cubicBezTo>
                    <a:pt x="17" y="3"/>
                    <a:pt x="13" y="5"/>
                    <a:pt x="9" y="6"/>
                  </a:cubicBezTo>
                  <a:cubicBezTo>
                    <a:pt x="5" y="7"/>
                    <a:pt x="1" y="6"/>
                    <a:pt x="0" y="5"/>
                  </a:cubicBezTo>
                  <a:cubicBezTo>
                    <a:pt x="0" y="4"/>
                    <a:pt x="3" y="2"/>
                    <a:pt x="8" y="1"/>
                  </a:cubicBezTo>
                  <a:cubicBezTo>
                    <a:pt x="12" y="0"/>
                    <a:pt x="16" y="0"/>
                    <a:pt x="16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13" name="Freeform 889">
              <a:extLst>
                <a:ext uri="{FF2B5EF4-FFF2-40B4-BE49-F238E27FC236}">
                  <a16:creationId xmlns:a16="http://schemas.microsoft.com/office/drawing/2014/main" id="{943054DD-DA7F-4059-9A84-5F923DD94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650"/>
              <a:ext cx="35" cy="23"/>
            </a:xfrm>
            <a:custGeom>
              <a:avLst/>
              <a:gdLst>
                <a:gd name="T0" fmla="*/ 97 w 21"/>
                <a:gd name="T1" fmla="*/ 37 h 13"/>
                <a:gd name="T2" fmla="*/ 47 w 21"/>
                <a:gd name="T3" fmla="*/ 65 h 13"/>
                <a:gd name="T4" fmla="*/ 0 w 21"/>
                <a:gd name="T5" fmla="*/ 34 h 13"/>
                <a:gd name="T6" fmla="*/ 50 w 21"/>
                <a:gd name="T7" fmla="*/ 0 h 13"/>
                <a:gd name="T8" fmla="*/ 97 w 21"/>
                <a:gd name="T9" fmla="*/ 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3">
                  <a:moveTo>
                    <a:pt x="21" y="7"/>
                  </a:moveTo>
                  <a:cubicBezTo>
                    <a:pt x="21" y="10"/>
                    <a:pt x="16" y="13"/>
                    <a:pt x="10" y="12"/>
                  </a:cubicBezTo>
                  <a:cubicBezTo>
                    <a:pt x="5" y="12"/>
                    <a:pt x="0" y="9"/>
                    <a:pt x="0" y="6"/>
                  </a:cubicBezTo>
                  <a:cubicBezTo>
                    <a:pt x="0" y="2"/>
                    <a:pt x="5" y="0"/>
                    <a:pt x="11" y="0"/>
                  </a:cubicBezTo>
                  <a:cubicBezTo>
                    <a:pt x="17" y="0"/>
                    <a:pt x="21" y="3"/>
                    <a:pt x="21" y="7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14" name="Freeform 890">
              <a:extLst>
                <a:ext uri="{FF2B5EF4-FFF2-40B4-BE49-F238E27FC236}">
                  <a16:creationId xmlns:a16="http://schemas.microsoft.com/office/drawing/2014/main" id="{66EA65BC-6D50-42C5-956D-F2E26B714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654"/>
              <a:ext cx="27" cy="21"/>
            </a:xfrm>
            <a:custGeom>
              <a:avLst/>
              <a:gdLst>
                <a:gd name="T0" fmla="*/ 71 w 16"/>
                <a:gd name="T1" fmla="*/ 49 h 12"/>
                <a:gd name="T2" fmla="*/ 29 w 16"/>
                <a:gd name="T3" fmla="*/ 56 h 12"/>
                <a:gd name="T4" fmla="*/ 5 w 16"/>
                <a:gd name="T5" fmla="*/ 16 h 12"/>
                <a:gd name="T6" fmla="*/ 49 w 16"/>
                <a:gd name="T7" fmla="*/ 7 h 12"/>
                <a:gd name="T8" fmla="*/ 71 w 16"/>
                <a:gd name="T9" fmla="*/ 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15" y="9"/>
                  </a:moveTo>
                  <a:cubicBezTo>
                    <a:pt x="14" y="11"/>
                    <a:pt x="10" y="12"/>
                    <a:pt x="6" y="10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2" y="0"/>
                    <a:pt x="6" y="0"/>
                    <a:pt x="10" y="1"/>
                  </a:cubicBezTo>
                  <a:cubicBezTo>
                    <a:pt x="14" y="3"/>
                    <a:pt x="16" y="7"/>
                    <a:pt x="15" y="9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15" name="Freeform 891">
              <a:extLst>
                <a:ext uri="{FF2B5EF4-FFF2-40B4-BE49-F238E27FC236}">
                  <a16:creationId xmlns:a16="http://schemas.microsoft.com/office/drawing/2014/main" id="{CA92E43C-182D-4FD5-B2F0-9A6574ED7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689"/>
              <a:ext cx="28" cy="22"/>
            </a:xfrm>
            <a:custGeom>
              <a:avLst/>
              <a:gdLst>
                <a:gd name="T0" fmla="*/ 71 w 17"/>
                <a:gd name="T1" fmla="*/ 57 h 12"/>
                <a:gd name="T2" fmla="*/ 26 w 17"/>
                <a:gd name="T3" fmla="*/ 61 h 12"/>
                <a:gd name="T4" fmla="*/ 5 w 17"/>
                <a:gd name="T5" fmla="*/ 20 h 12"/>
                <a:gd name="T6" fmla="*/ 43 w 17"/>
                <a:gd name="T7" fmla="*/ 13 h 12"/>
                <a:gd name="T8" fmla="*/ 71 w 17"/>
                <a:gd name="T9" fmla="*/ 5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6" y="9"/>
                  </a:moveTo>
                  <a:cubicBezTo>
                    <a:pt x="14" y="12"/>
                    <a:pt x="10" y="12"/>
                    <a:pt x="6" y="10"/>
                  </a:cubicBezTo>
                  <a:cubicBezTo>
                    <a:pt x="2" y="9"/>
                    <a:pt x="0" y="5"/>
                    <a:pt x="1" y="3"/>
                  </a:cubicBezTo>
                  <a:cubicBezTo>
                    <a:pt x="2" y="1"/>
                    <a:pt x="6" y="0"/>
                    <a:pt x="10" y="2"/>
                  </a:cubicBezTo>
                  <a:cubicBezTo>
                    <a:pt x="14" y="4"/>
                    <a:pt x="17" y="7"/>
                    <a:pt x="16" y="9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16" name="Freeform 892">
              <a:extLst>
                <a:ext uri="{FF2B5EF4-FFF2-40B4-BE49-F238E27FC236}">
                  <a16:creationId xmlns:a16="http://schemas.microsoft.com/office/drawing/2014/main" id="{20BA383F-0B2A-4695-8380-AFAB4B94E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728"/>
              <a:ext cx="28" cy="21"/>
            </a:xfrm>
            <a:custGeom>
              <a:avLst/>
              <a:gdLst>
                <a:gd name="T0" fmla="*/ 71 w 17"/>
                <a:gd name="T1" fmla="*/ 56 h 12"/>
                <a:gd name="T2" fmla="*/ 33 w 17"/>
                <a:gd name="T3" fmla="*/ 58 h 12"/>
                <a:gd name="T4" fmla="*/ 5 w 17"/>
                <a:gd name="T5" fmla="*/ 16 h 12"/>
                <a:gd name="T6" fmla="*/ 49 w 17"/>
                <a:gd name="T7" fmla="*/ 12 h 12"/>
                <a:gd name="T8" fmla="*/ 71 w 17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6" y="10"/>
                  </a:moveTo>
                  <a:cubicBezTo>
                    <a:pt x="15" y="12"/>
                    <a:pt x="11" y="12"/>
                    <a:pt x="7" y="11"/>
                  </a:cubicBezTo>
                  <a:cubicBezTo>
                    <a:pt x="3" y="9"/>
                    <a:pt x="0" y="6"/>
                    <a:pt x="1" y="3"/>
                  </a:cubicBezTo>
                  <a:cubicBezTo>
                    <a:pt x="3" y="1"/>
                    <a:pt x="7" y="0"/>
                    <a:pt x="11" y="2"/>
                  </a:cubicBezTo>
                  <a:cubicBezTo>
                    <a:pt x="15" y="4"/>
                    <a:pt x="17" y="7"/>
                    <a:pt x="16" y="1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17" name="Freeform 893">
              <a:extLst>
                <a:ext uri="{FF2B5EF4-FFF2-40B4-BE49-F238E27FC236}">
                  <a16:creationId xmlns:a16="http://schemas.microsoft.com/office/drawing/2014/main" id="{819E5CB7-C8DA-4D6A-A3A9-C9ED02496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767"/>
              <a:ext cx="21" cy="20"/>
            </a:xfrm>
            <a:custGeom>
              <a:avLst/>
              <a:gdLst>
                <a:gd name="T0" fmla="*/ 50 w 13"/>
                <a:gd name="T1" fmla="*/ 49 h 11"/>
                <a:gd name="T2" fmla="*/ 21 w 13"/>
                <a:gd name="T3" fmla="*/ 60 h 11"/>
                <a:gd name="T4" fmla="*/ 5 w 13"/>
                <a:gd name="T5" fmla="*/ 16 h 11"/>
                <a:gd name="T6" fmla="*/ 39 w 13"/>
                <a:gd name="T7" fmla="*/ 7 h 11"/>
                <a:gd name="T8" fmla="*/ 50 w 13"/>
                <a:gd name="T9" fmla="*/ 4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8"/>
                  </a:moveTo>
                  <a:cubicBezTo>
                    <a:pt x="11" y="10"/>
                    <a:pt x="8" y="11"/>
                    <a:pt x="5" y="10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2" y="1"/>
                    <a:pt x="6" y="0"/>
                    <a:pt x="9" y="1"/>
                  </a:cubicBezTo>
                  <a:cubicBezTo>
                    <a:pt x="12" y="2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18" name="Freeform 894">
              <a:extLst>
                <a:ext uri="{FF2B5EF4-FFF2-40B4-BE49-F238E27FC236}">
                  <a16:creationId xmlns:a16="http://schemas.microsoft.com/office/drawing/2014/main" id="{46A2F096-A0FB-489B-BF78-3D1E32A0D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742"/>
              <a:ext cx="14" cy="18"/>
            </a:xfrm>
            <a:custGeom>
              <a:avLst/>
              <a:gdLst>
                <a:gd name="T0" fmla="*/ 37 w 8"/>
                <a:gd name="T1" fmla="*/ 36 h 10"/>
                <a:gd name="T2" fmla="*/ 12 w 8"/>
                <a:gd name="T3" fmla="*/ 52 h 10"/>
                <a:gd name="T4" fmla="*/ 7 w 8"/>
                <a:gd name="T5" fmla="*/ 16 h 10"/>
                <a:gd name="T6" fmla="*/ 33 w 8"/>
                <a:gd name="T7" fmla="*/ 0 h 10"/>
                <a:gd name="T8" fmla="*/ 37 w 8"/>
                <a:gd name="T9" fmla="*/ 3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7" y="6"/>
                  </a:moveTo>
                  <a:cubicBezTo>
                    <a:pt x="6" y="8"/>
                    <a:pt x="4" y="10"/>
                    <a:pt x="2" y="9"/>
                  </a:cubicBezTo>
                  <a:cubicBezTo>
                    <a:pt x="1" y="8"/>
                    <a:pt x="0" y="6"/>
                    <a:pt x="1" y="3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8" y="1"/>
                    <a:pt x="8" y="3"/>
                    <a:pt x="7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19" name="Freeform 895">
              <a:extLst>
                <a:ext uri="{FF2B5EF4-FFF2-40B4-BE49-F238E27FC236}">
                  <a16:creationId xmlns:a16="http://schemas.microsoft.com/office/drawing/2014/main" id="{6E85A7F3-F323-46C4-9A34-C1897F96F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693"/>
              <a:ext cx="19" cy="12"/>
            </a:xfrm>
            <a:custGeom>
              <a:avLst/>
              <a:gdLst>
                <a:gd name="T0" fmla="*/ 48 w 12"/>
                <a:gd name="T1" fmla="*/ 15 h 7"/>
                <a:gd name="T2" fmla="*/ 25 w 12"/>
                <a:gd name="T3" fmla="*/ 36 h 7"/>
                <a:gd name="T4" fmla="*/ 0 w 12"/>
                <a:gd name="T5" fmla="*/ 21 h 7"/>
                <a:gd name="T6" fmla="*/ 25 w 12"/>
                <a:gd name="T7" fmla="*/ 0 h 7"/>
                <a:gd name="T8" fmla="*/ 48 w 12"/>
                <a:gd name="T9" fmla="*/ 1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12" y="5"/>
                    <a:pt x="10" y="7"/>
                    <a:pt x="6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2" y="1"/>
                    <a:pt x="12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20" name="Freeform 896">
              <a:extLst>
                <a:ext uri="{FF2B5EF4-FFF2-40B4-BE49-F238E27FC236}">
                  <a16:creationId xmlns:a16="http://schemas.microsoft.com/office/drawing/2014/main" id="{8140490E-2F77-4681-AAB2-C03593F26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737"/>
              <a:ext cx="83" cy="74"/>
            </a:xfrm>
            <a:custGeom>
              <a:avLst/>
              <a:gdLst>
                <a:gd name="T0" fmla="*/ 0 w 50"/>
                <a:gd name="T1" fmla="*/ 130 h 42"/>
                <a:gd name="T2" fmla="*/ 229 w 50"/>
                <a:gd name="T3" fmla="*/ 49 h 42"/>
                <a:gd name="T4" fmla="*/ 0 w 50"/>
                <a:gd name="T5" fmla="*/ 13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2">
                  <a:moveTo>
                    <a:pt x="0" y="24"/>
                  </a:moveTo>
                  <a:cubicBezTo>
                    <a:pt x="0" y="24"/>
                    <a:pt x="30" y="0"/>
                    <a:pt x="50" y="9"/>
                  </a:cubicBezTo>
                  <a:cubicBezTo>
                    <a:pt x="50" y="9"/>
                    <a:pt x="22" y="42"/>
                    <a:pt x="0" y="2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21" name="Freeform 897">
              <a:extLst>
                <a:ext uri="{FF2B5EF4-FFF2-40B4-BE49-F238E27FC236}">
                  <a16:creationId xmlns:a16="http://schemas.microsoft.com/office/drawing/2014/main" id="{90E38DBE-0D8F-4BA0-B077-B956BBDEA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703"/>
              <a:ext cx="78" cy="62"/>
            </a:xfrm>
            <a:custGeom>
              <a:avLst/>
              <a:gdLst>
                <a:gd name="T0" fmla="*/ 214 w 47"/>
                <a:gd name="T1" fmla="*/ 28 h 35"/>
                <a:gd name="T2" fmla="*/ 0 w 47"/>
                <a:gd name="T3" fmla="*/ 158 h 35"/>
                <a:gd name="T4" fmla="*/ 214 w 47"/>
                <a:gd name="T5" fmla="*/ 2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47" y="5"/>
                  </a:moveTo>
                  <a:cubicBezTo>
                    <a:pt x="47" y="5"/>
                    <a:pt x="10" y="0"/>
                    <a:pt x="0" y="28"/>
                  </a:cubicBezTo>
                  <a:cubicBezTo>
                    <a:pt x="0" y="28"/>
                    <a:pt x="31" y="35"/>
                    <a:pt x="47" y="5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22" name="Freeform 898">
              <a:extLst>
                <a:ext uri="{FF2B5EF4-FFF2-40B4-BE49-F238E27FC236}">
                  <a16:creationId xmlns:a16="http://schemas.microsoft.com/office/drawing/2014/main" id="{54F3873E-9238-4356-A978-616BB3C41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661"/>
              <a:ext cx="58" cy="69"/>
            </a:xfrm>
            <a:custGeom>
              <a:avLst/>
              <a:gdLst>
                <a:gd name="T0" fmla="*/ 154 w 35"/>
                <a:gd name="T1" fmla="*/ 78 h 39"/>
                <a:gd name="T2" fmla="*/ 0 w 35"/>
                <a:gd name="T3" fmla="*/ 159 h 39"/>
                <a:gd name="T4" fmla="*/ 154 w 35"/>
                <a:gd name="T5" fmla="*/ 7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9">
                  <a:moveTo>
                    <a:pt x="34" y="14"/>
                  </a:moveTo>
                  <a:cubicBezTo>
                    <a:pt x="34" y="14"/>
                    <a:pt x="3" y="0"/>
                    <a:pt x="0" y="29"/>
                  </a:cubicBezTo>
                  <a:cubicBezTo>
                    <a:pt x="0" y="29"/>
                    <a:pt x="35" y="39"/>
                    <a:pt x="34" y="1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23" name="Freeform 899">
              <a:extLst>
                <a:ext uri="{FF2B5EF4-FFF2-40B4-BE49-F238E27FC236}">
                  <a16:creationId xmlns:a16="http://schemas.microsoft.com/office/drawing/2014/main" id="{9030BDB5-1A51-4DBC-A51F-5B7696171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647"/>
              <a:ext cx="88" cy="56"/>
            </a:xfrm>
            <a:custGeom>
              <a:avLst/>
              <a:gdLst>
                <a:gd name="T0" fmla="*/ 242 w 53"/>
                <a:gd name="T1" fmla="*/ 37 h 32"/>
                <a:gd name="T2" fmla="*/ 0 w 53"/>
                <a:gd name="T3" fmla="*/ 119 h 32"/>
                <a:gd name="T4" fmla="*/ 242 w 53"/>
                <a:gd name="T5" fmla="*/ 3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2">
                  <a:moveTo>
                    <a:pt x="53" y="7"/>
                  </a:moveTo>
                  <a:cubicBezTo>
                    <a:pt x="53" y="7"/>
                    <a:pt x="16" y="0"/>
                    <a:pt x="0" y="22"/>
                  </a:cubicBezTo>
                  <a:cubicBezTo>
                    <a:pt x="0" y="22"/>
                    <a:pt x="34" y="32"/>
                    <a:pt x="53" y="7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24" name="Freeform 900">
              <a:extLst>
                <a:ext uri="{FF2B5EF4-FFF2-40B4-BE49-F238E27FC236}">
                  <a16:creationId xmlns:a16="http://schemas.microsoft.com/office/drawing/2014/main" id="{43F89599-9EBC-42AB-BBCB-6C22558F2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626"/>
              <a:ext cx="109" cy="83"/>
            </a:xfrm>
            <a:custGeom>
              <a:avLst/>
              <a:gdLst>
                <a:gd name="T0" fmla="*/ 297 w 66"/>
                <a:gd name="T1" fmla="*/ 101 h 47"/>
                <a:gd name="T2" fmla="*/ 0 w 66"/>
                <a:gd name="T3" fmla="*/ 106 h 47"/>
                <a:gd name="T4" fmla="*/ 297 w 66"/>
                <a:gd name="T5" fmla="*/ 10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7">
                  <a:moveTo>
                    <a:pt x="66" y="18"/>
                  </a:moveTo>
                  <a:cubicBezTo>
                    <a:pt x="66" y="18"/>
                    <a:pt x="30" y="0"/>
                    <a:pt x="0" y="19"/>
                  </a:cubicBezTo>
                  <a:cubicBezTo>
                    <a:pt x="0" y="19"/>
                    <a:pt x="31" y="47"/>
                    <a:pt x="66" y="1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25" name="Freeform 901">
              <a:extLst>
                <a:ext uri="{FF2B5EF4-FFF2-40B4-BE49-F238E27FC236}">
                  <a16:creationId xmlns:a16="http://schemas.microsoft.com/office/drawing/2014/main" id="{2C84A008-1EFF-4CBF-87A9-B8F40D55E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636"/>
              <a:ext cx="70" cy="67"/>
            </a:xfrm>
            <a:custGeom>
              <a:avLst/>
              <a:gdLst>
                <a:gd name="T0" fmla="*/ 195 w 42"/>
                <a:gd name="T1" fmla="*/ 122 h 38"/>
                <a:gd name="T2" fmla="*/ 0 w 42"/>
                <a:gd name="T3" fmla="*/ 65 h 38"/>
                <a:gd name="T4" fmla="*/ 195 w 42"/>
                <a:gd name="T5" fmla="*/ 12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8">
                  <a:moveTo>
                    <a:pt x="42" y="22"/>
                  </a:moveTo>
                  <a:cubicBezTo>
                    <a:pt x="42" y="22"/>
                    <a:pt x="27" y="0"/>
                    <a:pt x="0" y="12"/>
                  </a:cubicBezTo>
                  <a:cubicBezTo>
                    <a:pt x="0" y="12"/>
                    <a:pt x="21" y="38"/>
                    <a:pt x="42" y="22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26" name="Freeform 902">
              <a:extLst>
                <a:ext uri="{FF2B5EF4-FFF2-40B4-BE49-F238E27FC236}">
                  <a16:creationId xmlns:a16="http://schemas.microsoft.com/office/drawing/2014/main" id="{A151CA77-52E0-4895-BCC5-6F2F6B76B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665"/>
              <a:ext cx="103" cy="65"/>
            </a:xfrm>
            <a:custGeom>
              <a:avLst/>
              <a:gdLst>
                <a:gd name="T0" fmla="*/ 284 w 62"/>
                <a:gd name="T1" fmla="*/ 184 h 37"/>
                <a:gd name="T2" fmla="*/ 0 w 62"/>
                <a:gd name="T3" fmla="*/ 33 h 37"/>
                <a:gd name="T4" fmla="*/ 284 w 62"/>
                <a:gd name="T5" fmla="*/ 18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7">
                  <a:moveTo>
                    <a:pt x="62" y="34"/>
                  </a:moveTo>
                  <a:cubicBezTo>
                    <a:pt x="62" y="34"/>
                    <a:pt x="48" y="0"/>
                    <a:pt x="0" y="6"/>
                  </a:cubicBezTo>
                  <a:cubicBezTo>
                    <a:pt x="0" y="6"/>
                    <a:pt x="12" y="37"/>
                    <a:pt x="62" y="3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27" name="Freeform 903">
              <a:extLst>
                <a:ext uri="{FF2B5EF4-FFF2-40B4-BE49-F238E27FC236}">
                  <a16:creationId xmlns:a16="http://schemas.microsoft.com/office/drawing/2014/main" id="{525D6369-6CF6-427D-A3D2-7197C9BA0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703"/>
              <a:ext cx="73" cy="80"/>
            </a:xfrm>
            <a:custGeom>
              <a:avLst/>
              <a:gdLst>
                <a:gd name="T0" fmla="*/ 192 w 44"/>
                <a:gd name="T1" fmla="*/ 190 h 45"/>
                <a:gd name="T2" fmla="*/ 0 w 44"/>
                <a:gd name="T3" fmla="*/ 66 h 45"/>
                <a:gd name="T4" fmla="*/ 192 w 44"/>
                <a:gd name="T5" fmla="*/ 19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5">
                  <a:moveTo>
                    <a:pt x="42" y="34"/>
                  </a:moveTo>
                  <a:cubicBezTo>
                    <a:pt x="42" y="34"/>
                    <a:pt x="44" y="0"/>
                    <a:pt x="0" y="12"/>
                  </a:cubicBezTo>
                  <a:cubicBezTo>
                    <a:pt x="0" y="12"/>
                    <a:pt x="13" y="45"/>
                    <a:pt x="42" y="3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28" name="Freeform 904">
              <a:extLst>
                <a:ext uri="{FF2B5EF4-FFF2-40B4-BE49-F238E27FC236}">
                  <a16:creationId xmlns:a16="http://schemas.microsoft.com/office/drawing/2014/main" id="{3F1EE6C2-899A-4F12-B0B4-E35F3B5AF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734"/>
              <a:ext cx="67" cy="91"/>
            </a:xfrm>
            <a:custGeom>
              <a:avLst/>
              <a:gdLst>
                <a:gd name="T0" fmla="*/ 188 w 40"/>
                <a:gd name="T1" fmla="*/ 123 h 52"/>
                <a:gd name="T2" fmla="*/ 0 w 40"/>
                <a:gd name="T3" fmla="*/ 93 h 52"/>
                <a:gd name="T4" fmla="*/ 188 w 40"/>
                <a:gd name="T5" fmla="*/ 12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2">
                  <a:moveTo>
                    <a:pt x="40" y="23"/>
                  </a:moveTo>
                  <a:cubicBezTo>
                    <a:pt x="40" y="23"/>
                    <a:pt x="27" y="0"/>
                    <a:pt x="0" y="17"/>
                  </a:cubicBezTo>
                  <a:cubicBezTo>
                    <a:pt x="0" y="17"/>
                    <a:pt x="33" y="52"/>
                    <a:pt x="40" y="23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29" name="Freeform 905">
              <a:extLst>
                <a:ext uri="{FF2B5EF4-FFF2-40B4-BE49-F238E27FC236}">
                  <a16:creationId xmlns:a16="http://schemas.microsoft.com/office/drawing/2014/main" id="{31C8CF66-9307-46DF-9093-80B825548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723"/>
              <a:ext cx="41" cy="51"/>
            </a:xfrm>
            <a:custGeom>
              <a:avLst/>
              <a:gdLst>
                <a:gd name="T0" fmla="*/ 56 w 25"/>
                <a:gd name="T1" fmla="*/ 0 h 29"/>
                <a:gd name="T2" fmla="*/ 54 w 25"/>
                <a:gd name="T3" fmla="*/ 158 h 29"/>
                <a:gd name="T4" fmla="*/ 56 w 2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13" y="0"/>
                  </a:moveTo>
                  <a:cubicBezTo>
                    <a:pt x="13" y="0"/>
                    <a:pt x="0" y="13"/>
                    <a:pt x="12" y="29"/>
                  </a:cubicBezTo>
                  <a:cubicBezTo>
                    <a:pt x="12" y="29"/>
                    <a:pt x="25" y="19"/>
                    <a:pt x="13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30" name="Freeform 906">
              <a:extLst>
                <a:ext uri="{FF2B5EF4-FFF2-40B4-BE49-F238E27FC236}">
                  <a16:creationId xmlns:a16="http://schemas.microsoft.com/office/drawing/2014/main" id="{F5DA8FF3-2AF7-4053-97DB-946038F042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4" y="2668"/>
              <a:ext cx="765" cy="508"/>
            </a:xfrm>
            <a:custGeom>
              <a:avLst/>
              <a:gdLst>
                <a:gd name="T0" fmla="*/ 2062 w 462"/>
                <a:gd name="T1" fmla="*/ 345 h 287"/>
                <a:gd name="T2" fmla="*/ 1840 w 462"/>
                <a:gd name="T3" fmla="*/ 345 h 287"/>
                <a:gd name="T4" fmla="*/ 1643 w 462"/>
                <a:gd name="T5" fmla="*/ 204 h 287"/>
                <a:gd name="T6" fmla="*/ 1358 w 462"/>
                <a:gd name="T7" fmla="*/ 73 h 287"/>
                <a:gd name="T8" fmla="*/ 1176 w 462"/>
                <a:gd name="T9" fmla="*/ 0 h 287"/>
                <a:gd name="T10" fmla="*/ 886 w 462"/>
                <a:gd name="T11" fmla="*/ 7 h 287"/>
                <a:gd name="T12" fmla="*/ 664 w 462"/>
                <a:gd name="T13" fmla="*/ 89 h 287"/>
                <a:gd name="T14" fmla="*/ 498 w 462"/>
                <a:gd name="T15" fmla="*/ 188 h 287"/>
                <a:gd name="T16" fmla="*/ 291 w 462"/>
                <a:gd name="T17" fmla="*/ 301 h 287"/>
                <a:gd name="T18" fmla="*/ 180 w 462"/>
                <a:gd name="T19" fmla="*/ 395 h 287"/>
                <a:gd name="T20" fmla="*/ 13 w 462"/>
                <a:gd name="T21" fmla="*/ 326 h 287"/>
                <a:gd name="T22" fmla="*/ 50 w 462"/>
                <a:gd name="T23" fmla="*/ 517 h 287"/>
                <a:gd name="T24" fmla="*/ 109 w 462"/>
                <a:gd name="T25" fmla="*/ 720 h 287"/>
                <a:gd name="T26" fmla="*/ 285 w 462"/>
                <a:gd name="T27" fmla="*/ 1138 h 287"/>
                <a:gd name="T28" fmla="*/ 561 w 462"/>
                <a:gd name="T29" fmla="*/ 1388 h 287"/>
                <a:gd name="T30" fmla="*/ 1003 w 462"/>
                <a:gd name="T31" fmla="*/ 1535 h 287"/>
                <a:gd name="T32" fmla="*/ 1141 w 462"/>
                <a:gd name="T33" fmla="*/ 1492 h 287"/>
                <a:gd name="T34" fmla="*/ 1288 w 462"/>
                <a:gd name="T35" fmla="*/ 1505 h 287"/>
                <a:gd name="T36" fmla="*/ 1571 w 462"/>
                <a:gd name="T37" fmla="*/ 1342 h 287"/>
                <a:gd name="T38" fmla="*/ 1813 w 462"/>
                <a:gd name="T39" fmla="*/ 1115 h 287"/>
                <a:gd name="T40" fmla="*/ 2028 w 462"/>
                <a:gd name="T41" fmla="*/ 533 h 287"/>
                <a:gd name="T42" fmla="*/ 2062 w 462"/>
                <a:gd name="T43" fmla="*/ 345 h 287"/>
                <a:gd name="T44" fmla="*/ 1621 w 462"/>
                <a:gd name="T45" fmla="*/ 1115 h 287"/>
                <a:gd name="T46" fmla="*/ 1391 w 462"/>
                <a:gd name="T47" fmla="*/ 1241 h 287"/>
                <a:gd name="T48" fmla="*/ 1071 w 462"/>
                <a:gd name="T49" fmla="*/ 1342 h 287"/>
                <a:gd name="T50" fmla="*/ 628 w 462"/>
                <a:gd name="T51" fmla="*/ 977 h 287"/>
                <a:gd name="T52" fmla="*/ 414 w 462"/>
                <a:gd name="T53" fmla="*/ 850 h 287"/>
                <a:gd name="T54" fmla="*/ 417 w 462"/>
                <a:gd name="T55" fmla="*/ 620 h 287"/>
                <a:gd name="T56" fmla="*/ 844 w 462"/>
                <a:gd name="T57" fmla="*/ 338 h 287"/>
                <a:gd name="T58" fmla="*/ 1136 w 462"/>
                <a:gd name="T59" fmla="*/ 432 h 287"/>
                <a:gd name="T60" fmla="*/ 1379 w 462"/>
                <a:gd name="T61" fmla="*/ 416 h 287"/>
                <a:gd name="T62" fmla="*/ 1788 w 462"/>
                <a:gd name="T63" fmla="*/ 589 h 287"/>
                <a:gd name="T64" fmla="*/ 1788 w 462"/>
                <a:gd name="T65" fmla="*/ 589 h 287"/>
                <a:gd name="T66" fmla="*/ 1621 w 462"/>
                <a:gd name="T67" fmla="*/ 1115 h 2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62" h="287">
                  <a:moveTo>
                    <a:pt x="454" y="62"/>
                  </a:moveTo>
                  <a:cubicBezTo>
                    <a:pt x="442" y="96"/>
                    <a:pt x="405" y="62"/>
                    <a:pt x="405" y="62"/>
                  </a:cubicBezTo>
                  <a:cubicBezTo>
                    <a:pt x="380" y="71"/>
                    <a:pt x="362" y="37"/>
                    <a:pt x="362" y="37"/>
                  </a:cubicBezTo>
                  <a:cubicBezTo>
                    <a:pt x="333" y="51"/>
                    <a:pt x="299" y="13"/>
                    <a:pt x="299" y="13"/>
                  </a:cubicBezTo>
                  <a:cubicBezTo>
                    <a:pt x="282" y="26"/>
                    <a:pt x="259" y="0"/>
                    <a:pt x="259" y="0"/>
                  </a:cubicBezTo>
                  <a:cubicBezTo>
                    <a:pt x="246" y="27"/>
                    <a:pt x="195" y="1"/>
                    <a:pt x="195" y="1"/>
                  </a:cubicBezTo>
                  <a:cubicBezTo>
                    <a:pt x="190" y="19"/>
                    <a:pt x="146" y="16"/>
                    <a:pt x="146" y="16"/>
                  </a:cubicBezTo>
                  <a:cubicBezTo>
                    <a:pt x="148" y="34"/>
                    <a:pt x="110" y="34"/>
                    <a:pt x="110" y="34"/>
                  </a:cubicBezTo>
                  <a:cubicBezTo>
                    <a:pt x="106" y="54"/>
                    <a:pt x="64" y="54"/>
                    <a:pt x="64" y="54"/>
                  </a:cubicBezTo>
                  <a:cubicBezTo>
                    <a:pt x="64" y="54"/>
                    <a:pt x="60" y="59"/>
                    <a:pt x="40" y="71"/>
                  </a:cubicBezTo>
                  <a:cubicBezTo>
                    <a:pt x="20" y="83"/>
                    <a:pt x="3" y="59"/>
                    <a:pt x="3" y="59"/>
                  </a:cubicBezTo>
                  <a:cubicBezTo>
                    <a:pt x="0" y="64"/>
                    <a:pt x="11" y="93"/>
                    <a:pt x="11" y="93"/>
                  </a:cubicBezTo>
                  <a:cubicBezTo>
                    <a:pt x="0" y="105"/>
                    <a:pt x="24" y="130"/>
                    <a:pt x="24" y="130"/>
                  </a:cubicBezTo>
                  <a:cubicBezTo>
                    <a:pt x="8" y="139"/>
                    <a:pt x="63" y="205"/>
                    <a:pt x="63" y="205"/>
                  </a:cubicBezTo>
                  <a:cubicBezTo>
                    <a:pt x="63" y="205"/>
                    <a:pt x="107" y="251"/>
                    <a:pt x="124" y="250"/>
                  </a:cubicBezTo>
                  <a:cubicBezTo>
                    <a:pt x="124" y="250"/>
                    <a:pt x="194" y="287"/>
                    <a:pt x="221" y="277"/>
                  </a:cubicBezTo>
                  <a:cubicBezTo>
                    <a:pt x="221" y="277"/>
                    <a:pt x="247" y="285"/>
                    <a:pt x="251" y="269"/>
                  </a:cubicBezTo>
                  <a:cubicBezTo>
                    <a:pt x="251" y="269"/>
                    <a:pt x="274" y="283"/>
                    <a:pt x="284" y="271"/>
                  </a:cubicBezTo>
                  <a:cubicBezTo>
                    <a:pt x="284" y="271"/>
                    <a:pt x="340" y="260"/>
                    <a:pt x="346" y="242"/>
                  </a:cubicBezTo>
                  <a:cubicBezTo>
                    <a:pt x="346" y="242"/>
                    <a:pt x="386" y="228"/>
                    <a:pt x="399" y="201"/>
                  </a:cubicBezTo>
                  <a:cubicBezTo>
                    <a:pt x="446" y="154"/>
                    <a:pt x="447" y="96"/>
                    <a:pt x="447" y="96"/>
                  </a:cubicBezTo>
                  <a:cubicBezTo>
                    <a:pt x="462" y="77"/>
                    <a:pt x="454" y="62"/>
                    <a:pt x="454" y="62"/>
                  </a:cubicBezTo>
                  <a:close/>
                  <a:moveTo>
                    <a:pt x="357" y="201"/>
                  </a:moveTo>
                  <a:cubicBezTo>
                    <a:pt x="341" y="215"/>
                    <a:pt x="327" y="220"/>
                    <a:pt x="306" y="224"/>
                  </a:cubicBezTo>
                  <a:cubicBezTo>
                    <a:pt x="283" y="228"/>
                    <a:pt x="259" y="242"/>
                    <a:pt x="236" y="242"/>
                  </a:cubicBezTo>
                  <a:cubicBezTo>
                    <a:pt x="184" y="244"/>
                    <a:pt x="178" y="192"/>
                    <a:pt x="138" y="176"/>
                  </a:cubicBezTo>
                  <a:cubicBezTo>
                    <a:pt x="118" y="168"/>
                    <a:pt x="106" y="172"/>
                    <a:pt x="91" y="153"/>
                  </a:cubicBezTo>
                  <a:cubicBezTo>
                    <a:pt x="77" y="136"/>
                    <a:pt x="73" y="126"/>
                    <a:pt x="92" y="112"/>
                  </a:cubicBezTo>
                  <a:cubicBezTo>
                    <a:pt x="118" y="93"/>
                    <a:pt x="152" y="59"/>
                    <a:pt x="186" y="61"/>
                  </a:cubicBezTo>
                  <a:cubicBezTo>
                    <a:pt x="208" y="62"/>
                    <a:pt x="228" y="75"/>
                    <a:pt x="250" y="78"/>
                  </a:cubicBezTo>
                  <a:cubicBezTo>
                    <a:pt x="268" y="80"/>
                    <a:pt x="286" y="72"/>
                    <a:pt x="304" y="75"/>
                  </a:cubicBezTo>
                  <a:cubicBezTo>
                    <a:pt x="338" y="80"/>
                    <a:pt x="359" y="117"/>
                    <a:pt x="394" y="106"/>
                  </a:cubicBezTo>
                  <a:cubicBezTo>
                    <a:pt x="394" y="106"/>
                    <a:pt x="394" y="106"/>
                    <a:pt x="394" y="106"/>
                  </a:cubicBezTo>
                  <a:cubicBezTo>
                    <a:pt x="447" y="125"/>
                    <a:pt x="377" y="184"/>
                    <a:pt x="357" y="201"/>
                  </a:cubicBezTo>
                  <a:close/>
                </a:path>
              </a:pathLst>
            </a:custGeom>
            <a:solidFill>
              <a:srgbClr val="F4C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31" name="Freeform 907">
              <a:extLst>
                <a:ext uri="{FF2B5EF4-FFF2-40B4-BE49-F238E27FC236}">
                  <a16:creationId xmlns:a16="http://schemas.microsoft.com/office/drawing/2014/main" id="{AC45259E-E399-4CB4-B15F-D968E7B54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825"/>
              <a:ext cx="125" cy="119"/>
            </a:xfrm>
            <a:custGeom>
              <a:avLst/>
              <a:gdLst>
                <a:gd name="T0" fmla="*/ 175 w 75"/>
                <a:gd name="T1" fmla="*/ 37 h 67"/>
                <a:gd name="T2" fmla="*/ 88 w 75"/>
                <a:gd name="T3" fmla="*/ 123 h 67"/>
                <a:gd name="T4" fmla="*/ 5 w 75"/>
                <a:gd name="T5" fmla="*/ 240 h 67"/>
                <a:gd name="T6" fmla="*/ 245 w 75"/>
                <a:gd name="T7" fmla="*/ 337 h 67"/>
                <a:gd name="T8" fmla="*/ 305 w 75"/>
                <a:gd name="T9" fmla="*/ 186 h 67"/>
                <a:gd name="T10" fmla="*/ 320 w 75"/>
                <a:gd name="T11" fmla="*/ 50 h 67"/>
                <a:gd name="T12" fmla="*/ 180 w 75"/>
                <a:gd name="T13" fmla="*/ 37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67">
                  <a:moveTo>
                    <a:pt x="38" y="7"/>
                  </a:moveTo>
                  <a:cubicBezTo>
                    <a:pt x="30" y="10"/>
                    <a:pt x="26" y="16"/>
                    <a:pt x="19" y="22"/>
                  </a:cubicBezTo>
                  <a:cubicBezTo>
                    <a:pt x="12" y="28"/>
                    <a:pt x="0" y="32"/>
                    <a:pt x="1" y="43"/>
                  </a:cubicBezTo>
                  <a:cubicBezTo>
                    <a:pt x="3" y="58"/>
                    <a:pt x="42" y="67"/>
                    <a:pt x="53" y="60"/>
                  </a:cubicBezTo>
                  <a:cubicBezTo>
                    <a:pt x="61" y="55"/>
                    <a:pt x="62" y="41"/>
                    <a:pt x="66" y="33"/>
                  </a:cubicBezTo>
                  <a:cubicBezTo>
                    <a:pt x="69" y="26"/>
                    <a:pt x="75" y="18"/>
                    <a:pt x="69" y="9"/>
                  </a:cubicBezTo>
                  <a:cubicBezTo>
                    <a:pt x="62" y="0"/>
                    <a:pt x="47" y="5"/>
                    <a:pt x="39" y="7"/>
                  </a:cubicBezTo>
                </a:path>
              </a:pathLst>
            </a:custGeom>
            <a:solidFill>
              <a:srgbClr val="F5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32" name="Freeform 908">
              <a:extLst>
                <a:ext uri="{FF2B5EF4-FFF2-40B4-BE49-F238E27FC236}">
                  <a16:creationId xmlns:a16="http://schemas.microsoft.com/office/drawing/2014/main" id="{12110892-1E6B-4357-AF96-E73466945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810"/>
              <a:ext cx="114" cy="109"/>
            </a:xfrm>
            <a:custGeom>
              <a:avLst/>
              <a:gdLst>
                <a:gd name="T0" fmla="*/ 50 w 69"/>
                <a:gd name="T1" fmla="*/ 338 h 62"/>
                <a:gd name="T2" fmla="*/ 84 w 69"/>
                <a:gd name="T3" fmla="*/ 93 h 62"/>
                <a:gd name="T4" fmla="*/ 311 w 69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11" y="62"/>
                  </a:moveTo>
                  <a:cubicBezTo>
                    <a:pt x="0" y="47"/>
                    <a:pt x="5" y="26"/>
                    <a:pt x="19" y="17"/>
                  </a:cubicBezTo>
                  <a:cubicBezTo>
                    <a:pt x="34" y="5"/>
                    <a:pt x="50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33" name="Freeform 909">
              <a:extLst>
                <a:ext uri="{FF2B5EF4-FFF2-40B4-BE49-F238E27FC236}">
                  <a16:creationId xmlns:a16="http://schemas.microsoft.com/office/drawing/2014/main" id="{E9CA36FB-655D-41C8-9D36-1B963F330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769"/>
              <a:ext cx="68" cy="51"/>
            </a:xfrm>
            <a:custGeom>
              <a:avLst/>
              <a:gdLst>
                <a:gd name="T0" fmla="*/ 187 w 41"/>
                <a:gd name="T1" fmla="*/ 0 h 29"/>
                <a:gd name="T2" fmla="*/ 60 w 41"/>
                <a:gd name="T3" fmla="*/ 65 h 29"/>
                <a:gd name="T4" fmla="*/ 0 w 41"/>
                <a:gd name="T5" fmla="*/ 15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9">
                  <a:moveTo>
                    <a:pt x="41" y="0"/>
                  </a:moveTo>
                  <a:cubicBezTo>
                    <a:pt x="30" y="2"/>
                    <a:pt x="21" y="5"/>
                    <a:pt x="13" y="12"/>
                  </a:cubicBezTo>
                  <a:cubicBezTo>
                    <a:pt x="6" y="17"/>
                    <a:pt x="4" y="22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34" name="Freeform 910">
              <a:extLst>
                <a:ext uri="{FF2B5EF4-FFF2-40B4-BE49-F238E27FC236}">
                  <a16:creationId xmlns:a16="http://schemas.microsoft.com/office/drawing/2014/main" id="{872BD58A-1D0E-4036-9702-2207CD0D3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739"/>
              <a:ext cx="171" cy="69"/>
            </a:xfrm>
            <a:custGeom>
              <a:avLst/>
              <a:gdLst>
                <a:gd name="T0" fmla="*/ 0 w 103"/>
                <a:gd name="T1" fmla="*/ 106 h 39"/>
                <a:gd name="T2" fmla="*/ 317 w 103"/>
                <a:gd name="T3" fmla="*/ 28 h 39"/>
                <a:gd name="T4" fmla="*/ 471 w 103"/>
                <a:gd name="T5" fmla="*/ 21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">
                  <a:moveTo>
                    <a:pt x="0" y="19"/>
                  </a:moveTo>
                  <a:cubicBezTo>
                    <a:pt x="18" y="6"/>
                    <a:pt x="48" y="0"/>
                    <a:pt x="69" y="5"/>
                  </a:cubicBezTo>
                  <a:cubicBezTo>
                    <a:pt x="87" y="10"/>
                    <a:pt x="98" y="22"/>
                    <a:pt x="103" y="39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35" name="Freeform 911">
              <a:extLst>
                <a:ext uri="{FF2B5EF4-FFF2-40B4-BE49-F238E27FC236}">
                  <a16:creationId xmlns:a16="http://schemas.microsoft.com/office/drawing/2014/main" id="{459B3743-373E-4A52-A13C-B5B4984C6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714"/>
              <a:ext cx="129" cy="37"/>
            </a:xfrm>
            <a:custGeom>
              <a:avLst/>
              <a:gdLst>
                <a:gd name="T0" fmla="*/ 0 w 78"/>
                <a:gd name="T1" fmla="*/ 44 h 21"/>
                <a:gd name="T2" fmla="*/ 243 w 78"/>
                <a:gd name="T3" fmla="*/ 28 h 21"/>
                <a:gd name="T4" fmla="*/ 352 w 7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1">
                  <a:moveTo>
                    <a:pt x="0" y="8"/>
                  </a:moveTo>
                  <a:cubicBezTo>
                    <a:pt x="17" y="0"/>
                    <a:pt x="36" y="0"/>
                    <a:pt x="54" y="5"/>
                  </a:cubicBezTo>
                  <a:cubicBezTo>
                    <a:pt x="61" y="7"/>
                    <a:pt x="77" y="15"/>
                    <a:pt x="78" y="21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36" name="Freeform 912">
              <a:extLst>
                <a:ext uri="{FF2B5EF4-FFF2-40B4-BE49-F238E27FC236}">
                  <a16:creationId xmlns:a16="http://schemas.microsoft.com/office/drawing/2014/main" id="{858D8814-A5E8-4475-AB37-55A2D0977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002"/>
              <a:ext cx="95" cy="124"/>
            </a:xfrm>
            <a:custGeom>
              <a:avLst/>
              <a:gdLst>
                <a:gd name="T0" fmla="*/ 5 w 57"/>
                <a:gd name="T1" fmla="*/ 0 h 70"/>
                <a:gd name="T2" fmla="*/ 97 w 57"/>
                <a:gd name="T3" fmla="*/ 239 h 70"/>
                <a:gd name="T4" fmla="*/ 263 w 57"/>
                <a:gd name="T5" fmla="*/ 361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70">
                  <a:moveTo>
                    <a:pt x="1" y="0"/>
                  </a:moveTo>
                  <a:cubicBezTo>
                    <a:pt x="0" y="14"/>
                    <a:pt x="13" y="33"/>
                    <a:pt x="21" y="43"/>
                  </a:cubicBezTo>
                  <a:cubicBezTo>
                    <a:pt x="26" y="51"/>
                    <a:pt x="50" y="70"/>
                    <a:pt x="57" y="65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37" name="Freeform 913">
              <a:extLst>
                <a:ext uri="{FF2B5EF4-FFF2-40B4-BE49-F238E27FC236}">
                  <a16:creationId xmlns:a16="http://schemas.microsoft.com/office/drawing/2014/main" id="{5A9775E9-705F-4A57-A59D-91BAC632A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008"/>
              <a:ext cx="93" cy="56"/>
            </a:xfrm>
            <a:custGeom>
              <a:avLst/>
              <a:gdLst>
                <a:gd name="T0" fmla="*/ 0 w 56"/>
                <a:gd name="T1" fmla="*/ 0 h 32"/>
                <a:gd name="T2" fmla="*/ 154 w 56"/>
                <a:gd name="T3" fmla="*/ 135 h 32"/>
                <a:gd name="T4" fmla="*/ 256 w 56"/>
                <a:gd name="T5" fmla="*/ 1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2">
                  <a:moveTo>
                    <a:pt x="0" y="0"/>
                  </a:moveTo>
                  <a:cubicBezTo>
                    <a:pt x="4" y="11"/>
                    <a:pt x="22" y="21"/>
                    <a:pt x="34" y="25"/>
                  </a:cubicBezTo>
                  <a:cubicBezTo>
                    <a:pt x="41" y="28"/>
                    <a:pt x="50" y="28"/>
                    <a:pt x="56" y="32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38" name="Freeform 914">
              <a:extLst>
                <a:ext uri="{FF2B5EF4-FFF2-40B4-BE49-F238E27FC236}">
                  <a16:creationId xmlns:a16="http://schemas.microsoft.com/office/drawing/2014/main" id="{C9A5C5ED-BB0A-4B7F-9C81-0972A4465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831"/>
              <a:ext cx="30" cy="76"/>
            </a:xfrm>
            <a:custGeom>
              <a:avLst/>
              <a:gdLst>
                <a:gd name="T0" fmla="*/ 0 w 18"/>
                <a:gd name="T1" fmla="*/ 0 h 43"/>
                <a:gd name="T2" fmla="*/ 50 w 18"/>
                <a:gd name="T3" fmla="*/ 237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18" y="7"/>
                    <a:pt x="15" y="30"/>
                    <a:pt x="11" y="43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39" name="Freeform 915">
              <a:extLst>
                <a:ext uri="{FF2B5EF4-FFF2-40B4-BE49-F238E27FC236}">
                  <a16:creationId xmlns:a16="http://schemas.microsoft.com/office/drawing/2014/main" id="{99F60087-AC84-44C3-B475-7CB1027B1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852"/>
              <a:ext cx="20" cy="12"/>
            </a:xfrm>
            <a:custGeom>
              <a:avLst/>
              <a:gdLst>
                <a:gd name="T0" fmla="*/ 55 w 12"/>
                <a:gd name="T1" fmla="*/ 0 h 7"/>
                <a:gd name="T2" fmla="*/ 0 w 1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7" y="2"/>
                    <a:pt x="3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40" name="Freeform 916">
              <a:extLst>
                <a:ext uri="{FF2B5EF4-FFF2-40B4-BE49-F238E27FC236}">
                  <a16:creationId xmlns:a16="http://schemas.microsoft.com/office/drawing/2014/main" id="{912FF033-33AD-4092-9D9F-6E769A29F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914"/>
              <a:ext cx="152" cy="94"/>
            </a:xfrm>
            <a:custGeom>
              <a:avLst/>
              <a:gdLst>
                <a:gd name="T0" fmla="*/ 406 w 92"/>
                <a:gd name="T1" fmla="*/ 0 h 53"/>
                <a:gd name="T2" fmla="*/ 0 w 92"/>
                <a:gd name="T3" fmla="*/ 239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53">
                  <a:moveTo>
                    <a:pt x="90" y="0"/>
                  </a:moveTo>
                  <a:cubicBezTo>
                    <a:pt x="92" y="46"/>
                    <a:pt x="33" y="53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41" name="Freeform 917">
              <a:extLst>
                <a:ext uri="{FF2B5EF4-FFF2-40B4-BE49-F238E27FC236}">
                  <a16:creationId xmlns:a16="http://schemas.microsoft.com/office/drawing/2014/main" id="{5C3536B4-78F5-41F8-BC1D-A2AD326AB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997"/>
              <a:ext cx="108" cy="60"/>
            </a:xfrm>
            <a:custGeom>
              <a:avLst/>
              <a:gdLst>
                <a:gd name="T0" fmla="*/ 0 w 65"/>
                <a:gd name="T1" fmla="*/ 152 h 34"/>
                <a:gd name="T2" fmla="*/ 297 w 6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4">
                  <a:moveTo>
                    <a:pt x="0" y="28"/>
                  </a:moveTo>
                  <a:cubicBezTo>
                    <a:pt x="28" y="34"/>
                    <a:pt x="47" y="16"/>
                    <a:pt x="65" y="0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42" name="Freeform 918">
              <a:extLst>
                <a:ext uri="{FF2B5EF4-FFF2-40B4-BE49-F238E27FC236}">
                  <a16:creationId xmlns:a16="http://schemas.microsoft.com/office/drawing/2014/main" id="{E15D6FD6-93D4-4E0E-B5F8-1CACAE94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864"/>
              <a:ext cx="141" cy="39"/>
            </a:xfrm>
            <a:custGeom>
              <a:avLst/>
              <a:gdLst>
                <a:gd name="T0" fmla="*/ 0 w 85"/>
                <a:gd name="T1" fmla="*/ 122 h 22"/>
                <a:gd name="T2" fmla="*/ 91 w 85"/>
                <a:gd name="T3" fmla="*/ 50 h 22"/>
                <a:gd name="T4" fmla="*/ 214 w 85"/>
                <a:gd name="T5" fmla="*/ 0 h 22"/>
                <a:gd name="T6" fmla="*/ 388 w 85"/>
                <a:gd name="T7" fmla="*/ 10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22">
                  <a:moveTo>
                    <a:pt x="0" y="22"/>
                  </a:moveTo>
                  <a:cubicBezTo>
                    <a:pt x="6" y="20"/>
                    <a:pt x="13" y="13"/>
                    <a:pt x="20" y="9"/>
                  </a:cubicBezTo>
                  <a:cubicBezTo>
                    <a:pt x="29" y="4"/>
                    <a:pt x="36" y="0"/>
                    <a:pt x="47" y="0"/>
                  </a:cubicBezTo>
                  <a:cubicBezTo>
                    <a:pt x="64" y="0"/>
                    <a:pt x="73" y="10"/>
                    <a:pt x="85" y="19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43" name="Freeform 919">
              <a:extLst>
                <a:ext uri="{FF2B5EF4-FFF2-40B4-BE49-F238E27FC236}">
                  <a16:creationId xmlns:a16="http://schemas.microsoft.com/office/drawing/2014/main" id="{ABCA4B69-036C-4876-877B-75DCCA34A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838"/>
              <a:ext cx="68" cy="28"/>
            </a:xfrm>
            <a:custGeom>
              <a:avLst/>
              <a:gdLst>
                <a:gd name="T0" fmla="*/ 187 w 41"/>
                <a:gd name="T1" fmla="*/ 12 h 16"/>
                <a:gd name="T2" fmla="*/ 0 w 41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6">
                  <a:moveTo>
                    <a:pt x="41" y="2"/>
                  </a:moveTo>
                  <a:cubicBezTo>
                    <a:pt x="27" y="0"/>
                    <a:pt x="8" y="3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44" name="Freeform 920">
              <a:extLst>
                <a:ext uri="{FF2B5EF4-FFF2-40B4-BE49-F238E27FC236}">
                  <a16:creationId xmlns:a16="http://schemas.microsoft.com/office/drawing/2014/main" id="{40977C4E-AF50-4123-9437-D669D3A9F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833"/>
              <a:ext cx="5" cy="15"/>
            </a:xfrm>
            <a:custGeom>
              <a:avLst/>
              <a:gdLst>
                <a:gd name="T0" fmla="*/ 0 w 3"/>
                <a:gd name="T1" fmla="*/ 0 h 9"/>
                <a:gd name="T2" fmla="*/ 13 w 3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2" y="3"/>
                    <a:pt x="2" y="6"/>
                    <a:pt x="3" y="9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45" name="Freeform 921">
              <a:extLst>
                <a:ext uri="{FF2B5EF4-FFF2-40B4-BE49-F238E27FC236}">
                  <a16:creationId xmlns:a16="http://schemas.microsoft.com/office/drawing/2014/main" id="{2437C2AC-746F-469B-A1E9-0E7328687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871"/>
              <a:ext cx="26" cy="36"/>
            </a:xfrm>
            <a:custGeom>
              <a:avLst/>
              <a:gdLst>
                <a:gd name="T0" fmla="*/ 0 w 16"/>
                <a:gd name="T1" fmla="*/ 65 h 20"/>
                <a:gd name="T2" fmla="*/ 63 w 16"/>
                <a:gd name="T3" fmla="*/ 101 h 20"/>
                <a:gd name="T4" fmla="*/ 60 w 16"/>
                <a:gd name="T5" fmla="*/ 58 h 20"/>
                <a:gd name="T6" fmla="*/ 55 w 16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0" y="11"/>
                  </a:moveTo>
                  <a:cubicBezTo>
                    <a:pt x="2" y="12"/>
                    <a:pt x="14" y="20"/>
                    <a:pt x="15" y="17"/>
                  </a:cubicBezTo>
                  <a:cubicBezTo>
                    <a:pt x="16" y="15"/>
                    <a:pt x="15" y="11"/>
                    <a:pt x="14" y="10"/>
                  </a:cubicBezTo>
                  <a:cubicBezTo>
                    <a:pt x="14" y="7"/>
                    <a:pt x="13" y="3"/>
                    <a:pt x="13" y="0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46" name="Freeform 922">
              <a:extLst>
                <a:ext uri="{FF2B5EF4-FFF2-40B4-BE49-F238E27FC236}">
                  <a16:creationId xmlns:a16="http://schemas.microsoft.com/office/drawing/2014/main" id="{E4EEB9EB-D6EA-4263-A110-3F676E11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935"/>
              <a:ext cx="36" cy="37"/>
            </a:xfrm>
            <a:custGeom>
              <a:avLst/>
              <a:gdLst>
                <a:gd name="T0" fmla="*/ 0 w 22"/>
                <a:gd name="T1" fmla="*/ 72 h 21"/>
                <a:gd name="T2" fmla="*/ 75 w 22"/>
                <a:gd name="T3" fmla="*/ 93 h 21"/>
                <a:gd name="T4" fmla="*/ 41 w 22"/>
                <a:gd name="T5" fmla="*/ 37 h 21"/>
                <a:gd name="T6" fmla="*/ 26 w 22"/>
                <a:gd name="T7" fmla="*/ 7 h 21"/>
                <a:gd name="T8" fmla="*/ 56 w 22"/>
                <a:gd name="T9" fmla="*/ 12 h 21"/>
                <a:gd name="T10" fmla="*/ 97 w 22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">
                  <a:moveTo>
                    <a:pt x="0" y="13"/>
                  </a:moveTo>
                  <a:cubicBezTo>
                    <a:pt x="3" y="14"/>
                    <a:pt x="16" y="21"/>
                    <a:pt x="17" y="17"/>
                  </a:cubicBezTo>
                  <a:cubicBezTo>
                    <a:pt x="17" y="14"/>
                    <a:pt x="11" y="9"/>
                    <a:pt x="9" y="7"/>
                  </a:cubicBezTo>
                  <a:cubicBezTo>
                    <a:pt x="8" y="6"/>
                    <a:pt x="6" y="4"/>
                    <a:pt x="6" y="1"/>
                  </a:cubicBezTo>
                  <a:cubicBezTo>
                    <a:pt x="8" y="0"/>
                    <a:pt x="11" y="1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47" name="Freeform 923">
              <a:extLst>
                <a:ext uri="{FF2B5EF4-FFF2-40B4-BE49-F238E27FC236}">
                  <a16:creationId xmlns:a16="http://schemas.microsoft.com/office/drawing/2014/main" id="{6127D88F-1FF7-459C-AC6F-33F90835D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032"/>
              <a:ext cx="20" cy="36"/>
            </a:xfrm>
            <a:custGeom>
              <a:avLst/>
              <a:gdLst>
                <a:gd name="T0" fmla="*/ 8 w 12"/>
                <a:gd name="T1" fmla="*/ 23 h 20"/>
                <a:gd name="T2" fmla="*/ 28 w 12"/>
                <a:gd name="T3" fmla="*/ 117 h 20"/>
                <a:gd name="T4" fmla="*/ 50 w 12"/>
                <a:gd name="T5" fmla="*/ 52 h 20"/>
                <a:gd name="T6" fmla="*/ 55 w 1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2" y="4"/>
                  </a:moveTo>
                  <a:cubicBezTo>
                    <a:pt x="0" y="4"/>
                    <a:pt x="4" y="18"/>
                    <a:pt x="6" y="20"/>
                  </a:cubicBezTo>
                  <a:cubicBezTo>
                    <a:pt x="9" y="19"/>
                    <a:pt x="10" y="11"/>
                    <a:pt x="11" y="9"/>
                  </a:cubicBezTo>
                  <a:cubicBezTo>
                    <a:pt x="11" y="6"/>
                    <a:pt x="12" y="3"/>
                    <a:pt x="12" y="0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48" name="Freeform 924">
              <a:extLst>
                <a:ext uri="{FF2B5EF4-FFF2-40B4-BE49-F238E27FC236}">
                  <a16:creationId xmlns:a16="http://schemas.microsoft.com/office/drawing/2014/main" id="{B49A117F-AA3B-427A-A549-0B2F6CD6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006"/>
              <a:ext cx="27" cy="28"/>
            </a:xfrm>
            <a:custGeom>
              <a:avLst/>
              <a:gdLst>
                <a:gd name="T0" fmla="*/ 29 w 16"/>
                <a:gd name="T1" fmla="*/ 0 h 16"/>
                <a:gd name="T2" fmla="*/ 5 w 16"/>
                <a:gd name="T3" fmla="*/ 86 h 16"/>
                <a:gd name="T4" fmla="*/ 78 w 16"/>
                <a:gd name="T5" fmla="*/ 4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6" y="0"/>
                  </a:moveTo>
                  <a:cubicBezTo>
                    <a:pt x="3" y="4"/>
                    <a:pt x="0" y="11"/>
                    <a:pt x="1" y="16"/>
                  </a:cubicBezTo>
                  <a:cubicBezTo>
                    <a:pt x="6" y="16"/>
                    <a:pt x="11" y="10"/>
                    <a:pt x="16" y="8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49" name="Freeform 925">
              <a:extLst>
                <a:ext uri="{FF2B5EF4-FFF2-40B4-BE49-F238E27FC236}">
                  <a16:creationId xmlns:a16="http://schemas.microsoft.com/office/drawing/2014/main" id="{B02AF887-364E-4DF9-8E2F-E1849B80A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091"/>
              <a:ext cx="30" cy="46"/>
            </a:xfrm>
            <a:custGeom>
              <a:avLst/>
              <a:gdLst>
                <a:gd name="T0" fmla="*/ 22 w 18"/>
                <a:gd name="T1" fmla="*/ 0 h 26"/>
                <a:gd name="T2" fmla="*/ 0 w 18"/>
                <a:gd name="T3" fmla="*/ 122 h 26"/>
                <a:gd name="T4" fmla="*/ 50 w 18"/>
                <a:gd name="T5" fmla="*/ 44 h 26"/>
                <a:gd name="T6" fmla="*/ 83 w 18"/>
                <a:gd name="T7" fmla="*/ 14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5" y="0"/>
                  </a:moveTo>
                  <a:cubicBezTo>
                    <a:pt x="3" y="7"/>
                    <a:pt x="0" y="14"/>
                    <a:pt x="0" y="22"/>
                  </a:cubicBezTo>
                  <a:cubicBezTo>
                    <a:pt x="7" y="25"/>
                    <a:pt x="6" y="8"/>
                    <a:pt x="11" y="8"/>
                  </a:cubicBezTo>
                  <a:cubicBezTo>
                    <a:pt x="17" y="8"/>
                    <a:pt x="17" y="22"/>
                    <a:pt x="18" y="26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0" name="Freeform 926">
              <a:extLst>
                <a:ext uri="{FF2B5EF4-FFF2-40B4-BE49-F238E27FC236}">
                  <a16:creationId xmlns:a16="http://schemas.microsoft.com/office/drawing/2014/main" id="{9D7964F3-3E01-4A0B-842F-32DA573EA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889"/>
              <a:ext cx="28" cy="23"/>
            </a:xfrm>
            <a:custGeom>
              <a:avLst/>
              <a:gdLst>
                <a:gd name="T0" fmla="*/ 5 w 17"/>
                <a:gd name="T1" fmla="*/ 73 h 13"/>
                <a:gd name="T2" fmla="*/ 76 w 17"/>
                <a:gd name="T3" fmla="*/ 50 h 13"/>
                <a:gd name="T4" fmla="*/ 0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" y="13"/>
                  </a:moveTo>
                  <a:cubicBezTo>
                    <a:pt x="5" y="13"/>
                    <a:pt x="14" y="13"/>
                    <a:pt x="17" y="9"/>
                  </a:cubicBezTo>
                  <a:cubicBezTo>
                    <a:pt x="14" y="3"/>
                    <a:pt x="5" y="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1" name="Freeform 927">
              <a:extLst>
                <a:ext uri="{FF2B5EF4-FFF2-40B4-BE49-F238E27FC236}">
                  <a16:creationId xmlns:a16="http://schemas.microsoft.com/office/drawing/2014/main" id="{65610135-6AA4-4241-89CB-1121AB8AE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758"/>
              <a:ext cx="25" cy="30"/>
            </a:xfrm>
            <a:custGeom>
              <a:avLst/>
              <a:gdLst>
                <a:gd name="T0" fmla="*/ 0 w 15"/>
                <a:gd name="T1" fmla="*/ 44 h 17"/>
                <a:gd name="T2" fmla="*/ 63 w 15"/>
                <a:gd name="T3" fmla="*/ 94 h 17"/>
                <a:gd name="T4" fmla="*/ 62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8"/>
                  </a:moveTo>
                  <a:cubicBezTo>
                    <a:pt x="4" y="11"/>
                    <a:pt x="9" y="17"/>
                    <a:pt x="14" y="17"/>
                  </a:cubicBezTo>
                  <a:cubicBezTo>
                    <a:pt x="15" y="12"/>
                    <a:pt x="13" y="6"/>
                    <a:pt x="13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2" name="Freeform 928">
              <a:extLst>
                <a:ext uri="{FF2B5EF4-FFF2-40B4-BE49-F238E27FC236}">
                  <a16:creationId xmlns:a16="http://schemas.microsoft.com/office/drawing/2014/main" id="{568F8BD8-F0A7-46FB-975A-2CAF38E4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762"/>
              <a:ext cx="41" cy="44"/>
            </a:xfrm>
            <a:custGeom>
              <a:avLst/>
              <a:gdLst>
                <a:gd name="T0" fmla="*/ 54 w 25"/>
                <a:gd name="T1" fmla="*/ 0 h 25"/>
                <a:gd name="T2" fmla="*/ 0 w 25"/>
                <a:gd name="T3" fmla="*/ 77 h 25"/>
                <a:gd name="T4" fmla="*/ 105 w 25"/>
                <a:gd name="T5" fmla="*/ 33 h 25"/>
                <a:gd name="T6" fmla="*/ 62 w 25"/>
                <a:gd name="T7" fmla="*/ 13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8" y="4"/>
                    <a:pt x="1" y="8"/>
                    <a:pt x="0" y="14"/>
                  </a:cubicBezTo>
                  <a:cubicBezTo>
                    <a:pt x="8" y="16"/>
                    <a:pt x="16" y="3"/>
                    <a:pt x="24" y="6"/>
                  </a:cubicBezTo>
                  <a:cubicBezTo>
                    <a:pt x="25" y="13"/>
                    <a:pt x="16" y="19"/>
                    <a:pt x="14" y="25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3" name="Freeform 929">
              <a:extLst>
                <a:ext uri="{FF2B5EF4-FFF2-40B4-BE49-F238E27FC236}">
                  <a16:creationId xmlns:a16="http://schemas.microsoft.com/office/drawing/2014/main" id="{8C297A21-FA76-4F4B-9067-8D753CE3A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709"/>
              <a:ext cx="22" cy="19"/>
            </a:xfrm>
            <a:custGeom>
              <a:avLst/>
              <a:gdLst>
                <a:gd name="T0" fmla="*/ 0 w 13"/>
                <a:gd name="T1" fmla="*/ 16 h 11"/>
                <a:gd name="T2" fmla="*/ 49 w 13"/>
                <a:gd name="T3" fmla="*/ 57 h 11"/>
                <a:gd name="T4" fmla="*/ 63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7"/>
                    <a:pt x="6" y="10"/>
                    <a:pt x="10" y="11"/>
                  </a:cubicBezTo>
                  <a:cubicBezTo>
                    <a:pt x="10" y="8"/>
                    <a:pt x="12" y="4"/>
                    <a:pt x="13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4" name="Freeform 930">
              <a:extLst>
                <a:ext uri="{FF2B5EF4-FFF2-40B4-BE49-F238E27FC236}">
                  <a16:creationId xmlns:a16="http://schemas.microsoft.com/office/drawing/2014/main" id="{A9E1D3D4-211B-4BE0-8D96-81BC64605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836"/>
              <a:ext cx="11" cy="11"/>
            </a:xfrm>
            <a:custGeom>
              <a:avLst/>
              <a:gdLst>
                <a:gd name="T0" fmla="*/ 0 w 7"/>
                <a:gd name="T1" fmla="*/ 37 h 6"/>
                <a:gd name="T2" fmla="*/ 27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3"/>
                    <a:pt x="4" y="0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5" name="Freeform 931">
              <a:extLst>
                <a:ext uri="{FF2B5EF4-FFF2-40B4-BE49-F238E27FC236}">
                  <a16:creationId xmlns:a16="http://schemas.microsoft.com/office/drawing/2014/main" id="{2079649A-5F0E-40DB-B40C-C644919AD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891"/>
              <a:ext cx="15" cy="11"/>
            </a:xfrm>
            <a:custGeom>
              <a:avLst/>
              <a:gdLst>
                <a:gd name="T0" fmla="*/ 0 w 9"/>
                <a:gd name="T1" fmla="*/ 0 h 6"/>
                <a:gd name="T2" fmla="*/ 42 w 9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2"/>
                    <a:pt x="6" y="4"/>
                    <a:pt x="9" y="6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6" name="Freeform 932">
              <a:extLst>
                <a:ext uri="{FF2B5EF4-FFF2-40B4-BE49-F238E27FC236}">
                  <a16:creationId xmlns:a16="http://schemas.microsoft.com/office/drawing/2014/main" id="{B3289F9D-F7CD-4D3B-80EE-0E92A55A2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668"/>
              <a:ext cx="765" cy="506"/>
            </a:xfrm>
            <a:custGeom>
              <a:avLst/>
              <a:gdLst>
                <a:gd name="T0" fmla="*/ 1813 w 462"/>
                <a:gd name="T1" fmla="*/ 1115 h 286"/>
                <a:gd name="T2" fmla="*/ 1571 w 462"/>
                <a:gd name="T3" fmla="*/ 1334 h 286"/>
                <a:gd name="T4" fmla="*/ 1288 w 462"/>
                <a:gd name="T5" fmla="*/ 1497 h 286"/>
                <a:gd name="T6" fmla="*/ 1136 w 462"/>
                <a:gd name="T7" fmla="*/ 1490 h 286"/>
                <a:gd name="T8" fmla="*/ 1003 w 462"/>
                <a:gd name="T9" fmla="*/ 1534 h 286"/>
                <a:gd name="T10" fmla="*/ 561 w 462"/>
                <a:gd name="T11" fmla="*/ 1380 h 286"/>
                <a:gd name="T12" fmla="*/ 285 w 462"/>
                <a:gd name="T13" fmla="*/ 1136 h 286"/>
                <a:gd name="T14" fmla="*/ 109 w 462"/>
                <a:gd name="T15" fmla="*/ 720 h 286"/>
                <a:gd name="T16" fmla="*/ 50 w 462"/>
                <a:gd name="T17" fmla="*/ 517 h 286"/>
                <a:gd name="T18" fmla="*/ 13 w 462"/>
                <a:gd name="T19" fmla="*/ 326 h 286"/>
                <a:gd name="T20" fmla="*/ 180 w 462"/>
                <a:gd name="T21" fmla="*/ 387 h 286"/>
                <a:gd name="T22" fmla="*/ 291 w 462"/>
                <a:gd name="T23" fmla="*/ 301 h 286"/>
                <a:gd name="T24" fmla="*/ 498 w 462"/>
                <a:gd name="T25" fmla="*/ 182 h 286"/>
                <a:gd name="T26" fmla="*/ 664 w 462"/>
                <a:gd name="T27" fmla="*/ 85 h 286"/>
                <a:gd name="T28" fmla="*/ 886 w 462"/>
                <a:gd name="T29" fmla="*/ 0 h 286"/>
                <a:gd name="T30" fmla="*/ 1176 w 462"/>
                <a:gd name="T31" fmla="*/ 0 h 286"/>
                <a:gd name="T32" fmla="*/ 1358 w 462"/>
                <a:gd name="T33" fmla="*/ 65 h 286"/>
                <a:gd name="T34" fmla="*/ 1643 w 462"/>
                <a:gd name="T35" fmla="*/ 200 h 286"/>
                <a:gd name="T36" fmla="*/ 1840 w 462"/>
                <a:gd name="T37" fmla="*/ 338 h 286"/>
                <a:gd name="T38" fmla="*/ 2062 w 462"/>
                <a:gd name="T39" fmla="*/ 338 h 286"/>
                <a:gd name="T40" fmla="*/ 2028 w 462"/>
                <a:gd name="T41" fmla="*/ 533 h 286"/>
                <a:gd name="T42" fmla="*/ 1813 w 462"/>
                <a:gd name="T43" fmla="*/ 1115 h 28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2" h="286">
                  <a:moveTo>
                    <a:pt x="399" y="201"/>
                  </a:moveTo>
                  <a:cubicBezTo>
                    <a:pt x="386" y="228"/>
                    <a:pt x="346" y="241"/>
                    <a:pt x="346" y="241"/>
                  </a:cubicBezTo>
                  <a:cubicBezTo>
                    <a:pt x="340" y="259"/>
                    <a:pt x="284" y="270"/>
                    <a:pt x="284" y="270"/>
                  </a:cubicBezTo>
                  <a:cubicBezTo>
                    <a:pt x="274" y="283"/>
                    <a:pt x="250" y="269"/>
                    <a:pt x="250" y="269"/>
                  </a:cubicBezTo>
                  <a:cubicBezTo>
                    <a:pt x="247" y="285"/>
                    <a:pt x="221" y="277"/>
                    <a:pt x="221" y="277"/>
                  </a:cubicBezTo>
                  <a:cubicBezTo>
                    <a:pt x="194" y="286"/>
                    <a:pt x="124" y="249"/>
                    <a:pt x="124" y="249"/>
                  </a:cubicBezTo>
                  <a:cubicBezTo>
                    <a:pt x="107" y="251"/>
                    <a:pt x="63" y="205"/>
                    <a:pt x="63" y="205"/>
                  </a:cubicBezTo>
                  <a:cubicBezTo>
                    <a:pt x="63" y="205"/>
                    <a:pt x="8" y="139"/>
                    <a:pt x="24" y="130"/>
                  </a:cubicBezTo>
                  <a:cubicBezTo>
                    <a:pt x="24" y="130"/>
                    <a:pt x="0" y="105"/>
                    <a:pt x="11" y="93"/>
                  </a:cubicBezTo>
                  <a:cubicBezTo>
                    <a:pt x="11" y="93"/>
                    <a:pt x="0" y="64"/>
                    <a:pt x="3" y="59"/>
                  </a:cubicBezTo>
                  <a:cubicBezTo>
                    <a:pt x="3" y="59"/>
                    <a:pt x="20" y="82"/>
                    <a:pt x="40" y="70"/>
                  </a:cubicBezTo>
                  <a:cubicBezTo>
                    <a:pt x="60" y="59"/>
                    <a:pt x="64" y="54"/>
                    <a:pt x="64" y="54"/>
                  </a:cubicBezTo>
                  <a:cubicBezTo>
                    <a:pt x="64" y="54"/>
                    <a:pt x="106" y="53"/>
                    <a:pt x="110" y="33"/>
                  </a:cubicBezTo>
                  <a:cubicBezTo>
                    <a:pt x="110" y="33"/>
                    <a:pt x="148" y="34"/>
                    <a:pt x="146" y="15"/>
                  </a:cubicBezTo>
                  <a:cubicBezTo>
                    <a:pt x="146" y="15"/>
                    <a:pt x="190" y="19"/>
                    <a:pt x="195" y="0"/>
                  </a:cubicBezTo>
                  <a:cubicBezTo>
                    <a:pt x="195" y="0"/>
                    <a:pt x="246" y="27"/>
                    <a:pt x="259" y="0"/>
                  </a:cubicBezTo>
                  <a:cubicBezTo>
                    <a:pt x="259" y="0"/>
                    <a:pt x="282" y="26"/>
                    <a:pt x="299" y="12"/>
                  </a:cubicBezTo>
                  <a:cubicBezTo>
                    <a:pt x="299" y="12"/>
                    <a:pt x="333" y="51"/>
                    <a:pt x="362" y="36"/>
                  </a:cubicBezTo>
                  <a:cubicBezTo>
                    <a:pt x="362" y="36"/>
                    <a:pt x="380" y="70"/>
                    <a:pt x="405" y="61"/>
                  </a:cubicBezTo>
                  <a:cubicBezTo>
                    <a:pt x="405" y="61"/>
                    <a:pt x="442" y="96"/>
                    <a:pt x="454" y="61"/>
                  </a:cubicBezTo>
                  <a:cubicBezTo>
                    <a:pt x="454" y="61"/>
                    <a:pt x="462" y="77"/>
                    <a:pt x="447" y="96"/>
                  </a:cubicBezTo>
                  <a:cubicBezTo>
                    <a:pt x="447" y="96"/>
                    <a:pt x="446" y="153"/>
                    <a:pt x="399" y="201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5" name="Atherosclerotic-plaque-artery-cross-section">
            <a:extLst>
              <a:ext uri="{FF2B5EF4-FFF2-40B4-BE49-F238E27FC236}">
                <a16:creationId xmlns:a16="http://schemas.microsoft.com/office/drawing/2014/main" id="{EB5BA159-3A20-4D81-89E1-ED676055F6A9}"/>
              </a:ext>
            </a:extLst>
          </p:cNvPr>
          <p:cNvGrpSpPr>
            <a:grpSpLocks/>
          </p:cNvGrpSpPr>
          <p:nvPr/>
        </p:nvGrpSpPr>
        <p:grpSpPr bwMode="auto">
          <a:xfrm>
            <a:off x="8232775" y="4132263"/>
            <a:ext cx="1493838" cy="1592262"/>
            <a:chOff x="4226" y="2256"/>
            <a:chExt cx="941" cy="1003"/>
          </a:xfrm>
        </p:grpSpPr>
        <p:grpSp>
          <p:nvGrpSpPr>
            <p:cNvPr id="41902" name="Group 934">
              <a:extLst>
                <a:ext uri="{FF2B5EF4-FFF2-40B4-BE49-F238E27FC236}">
                  <a16:creationId xmlns:a16="http://schemas.microsoft.com/office/drawing/2014/main" id="{4F5B3E74-5B79-4E16-A0CF-FF0775CE5D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26" y="2256"/>
              <a:ext cx="940" cy="1003"/>
              <a:chOff x="4226" y="2256"/>
              <a:chExt cx="940" cy="1003"/>
            </a:xfrm>
          </p:grpSpPr>
          <p:sp>
            <p:nvSpPr>
              <p:cNvPr id="41980" name="Oval 935">
                <a:extLst>
                  <a:ext uri="{FF2B5EF4-FFF2-40B4-BE49-F238E27FC236}">
                    <a16:creationId xmlns:a16="http://schemas.microsoft.com/office/drawing/2014/main" id="{B5336879-FF3C-4264-BE55-6787EE248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2" y="2311"/>
                <a:ext cx="829" cy="884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81" name="Freeform 936">
                <a:extLst>
                  <a:ext uri="{FF2B5EF4-FFF2-40B4-BE49-F238E27FC236}">
                    <a16:creationId xmlns:a16="http://schemas.microsoft.com/office/drawing/2014/main" id="{1082F8F4-0944-4C65-9186-4D5EA7D0B8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37" y="2270"/>
                <a:ext cx="917" cy="976"/>
              </a:xfrm>
              <a:custGeom>
                <a:avLst/>
                <a:gdLst>
                  <a:gd name="T0" fmla="*/ 1262 w 553"/>
                  <a:gd name="T1" fmla="*/ 0 h 552"/>
                  <a:gd name="T2" fmla="*/ 0 w 553"/>
                  <a:gd name="T3" fmla="*/ 1526 h 552"/>
                  <a:gd name="T4" fmla="*/ 1262 w 553"/>
                  <a:gd name="T5" fmla="*/ 3052 h 552"/>
                  <a:gd name="T6" fmla="*/ 2522 w 553"/>
                  <a:gd name="T7" fmla="*/ 1526 h 552"/>
                  <a:gd name="T8" fmla="*/ 1262 w 553"/>
                  <a:gd name="T9" fmla="*/ 0 h 552"/>
                  <a:gd name="T10" fmla="*/ 1254 w 553"/>
                  <a:gd name="T11" fmla="*/ 585 h 552"/>
                  <a:gd name="T12" fmla="*/ 584 w 553"/>
                  <a:gd name="T13" fmla="*/ 631 h 552"/>
                  <a:gd name="T14" fmla="*/ 1262 w 553"/>
                  <a:gd name="T15" fmla="*/ 309 h 552"/>
                  <a:gd name="T16" fmla="*/ 1997 w 553"/>
                  <a:gd name="T17" fmla="*/ 704 h 552"/>
                  <a:gd name="T18" fmla="*/ 1254 w 553"/>
                  <a:gd name="T19" fmla="*/ 585 h 5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3" h="552">
                    <a:moveTo>
                      <a:pt x="277" y="0"/>
                    </a:moveTo>
                    <a:cubicBezTo>
                      <a:pt x="124" y="0"/>
                      <a:pt x="0" y="123"/>
                      <a:pt x="0" y="276"/>
                    </a:cubicBezTo>
                    <a:cubicBezTo>
                      <a:pt x="0" y="428"/>
                      <a:pt x="124" y="552"/>
                      <a:pt x="277" y="552"/>
                    </a:cubicBezTo>
                    <a:cubicBezTo>
                      <a:pt x="429" y="552"/>
                      <a:pt x="553" y="428"/>
                      <a:pt x="553" y="276"/>
                    </a:cubicBezTo>
                    <a:cubicBezTo>
                      <a:pt x="553" y="123"/>
                      <a:pt x="429" y="0"/>
                      <a:pt x="277" y="0"/>
                    </a:cubicBezTo>
                    <a:close/>
                    <a:moveTo>
                      <a:pt x="275" y="106"/>
                    </a:moveTo>
                    <a:cubicBezTo>
                      <a:pt x="200" y="105"/>
                      <a:pt x="73" y="169"/>
                      <a:pt x="128" y="114"/>
                    </a:cubicBezTo>
                    <a:cubicBezTo>
                      <a:pt x="166" y="77"/>
                      <a:pt x="219" y="56"/>
                      <a:pt x="277" y="56"/>
                    </a:cubicBezTo>
                    <a:cubicBezTo>
                      <a:pt x="340" y="56"/>
                      <a:pt x="404" y="79"/>
                      <a:pt x="438" y="127"/>
                    </a:cubicBezTo>
                    <a:cubicBezTo>
                      <a:pt x="462" y="161"/>
                      <a:pt x="337" y="107"/>
                      <a:pt x="275" y="106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2" name="Freeform 937">
                <a:extLst>
                  <a:ext uri="{FF2B5EF4-FFF2-40B4-BE49-F238E27FC236}">
                    <a16:creationId xmlns:a16="http://schemas.microsoft.com/office/drawing/2014/main" id="{B9C14BD2-DBE6-485F-9F82-5EB7372DA8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80" y="2316"/>
                <a:ext cx="831" cy="884"/>
              </a:xfrm>
              <a:custGeom>
                <a:avLst/>
                <a:gdLst>
                  <a:gd name="T0" fmla="*/ 1144 w 501"/>
                  <a:gd name="T1" fmla="*/ 0 h 500"/>
                  <a:gd name="T2" fmla="*/ 0 w 501"/>
                  <a:gd name="T3" fmla="*/ 1381 h 500"/>
                  <a:gd name="T4" fmla="*/ 1144 w 501"/>
                  <a:gd name="T5" fmla="*/ 2763 h 500"/>
                  <a:gd name="T6" fmla="*/ 2286 w 501"/>
                  <a:gd name="T7" fmla="*/ 1381 h 500"/>
                  <a:gd name="T8" fmla="*/ 1144 w 501"/>
                  <a:gd name="T9" fmla="*/ 0 h 500"/>
                  <a:gd name="T10" fmla="*/ 1144 w 501"/>
                  <a:gd name="T11" fmla="*/ 2657 h 500"/>
                  <a:gd name="T12" fmla="*/ 88 w 501"/>
                  <a:gd name="T13" fmla="*/ 1381 h 500"/>
                  <a:gd name="T14" fmla="*/ 1144 w 501"/>
                  <a:gd name="T15" fmla="*/ 101 h 500"/>
                  <a:gd name="T16" fmla="*/ 2198 w 501"/>
                  <a:gd name="T17" fmla="*/ 1381 h 500"/>
                  <a:gd name="T18" fmla="*/ 1144 w 501"/>
                  <a:gd name="T19" fmla="*/ 2657 h 5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1" h="500">
                    <a:moveTo>
                      <a:pt x="251" y="0"/>
                    </a:moveTo>
                    <a:cubicBezTo>
                      <a:pt x="112" y="0"/>
                      <a:pt x="0" y="112"/>
                      <a:pt x="0" y="250"/>
                    </a:cubicBezTo>
                    <a:cubicBezTo>
                      <a:pt x="0" y="388"/>
                      <a:pt x="112" y="500"/>
                      <a:pt x="251" y="500"/>
                    </a:cubicBezTo>
                    <a:cubicBezTo>
                      <a:pt x="389" y="500"/>
                      <a:pt x="501" y="388"/>
                      <a:pt x="501" y="250"/>
                    </a:cubicBezTo>
                    <a:cubicBezTo>
                      <a:pt x="501" y="112"/>
                      <a:pt x="389" y="0"/>
                      <a:pt x="251" y="0"/>
                    </a:cubicBezTo>
                    <a:close/>
                    <a:moveTo>
                      <a:pt x="251" y="481"/>
                    </a:moveTo>
                    <a:cubicBezTo>
                      <a:pt x="123" y="481"/>
                      <a:pt x="19" y="378"/>
                      <a:pt x="19" y="250"/>
                    </a:cubicBezTo>
                    <a:cubicBezTo>
                      <a:pt x="19" y="122"/>
                      <a:pt x="123" y="18"/>
                      <a:pt x="251" y="18"/>
                    </a:cubicBezTo>
                    <a:cubicBezTo>
                      <a:pt x="378" y="18"/>
                      <a:pt x="482" y="122"/>
                      <a:pt x="482" y="250"/>
                    </a:cubicBezTo>
                    <a:cubicBezTo>
                      <a:pt x="482" y="378"/>
                      <a:pt x="378" y="481"/>
                      <a:pt x="251" y="481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3" name="Freeform 938">
                <a:extLst>
                  <a:ext uri="{FF2B5EF4-FFF2-40B4-BE49-F238E27FC236}">
                    <a16:creationId xmlns:a16="http://schemas.microsoft.com/office/drawing/2014/main" id="{8C318749-1913-46FA-B71F-0CF06A547A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26" y="2256"/>
                <a:ext cx="940" cy="1003"/>
              </a:xfrm>
              <a:custGeom>
                <a:avLst/>
                <a:gdLst>
                  <a:gd name="T0" fmla="*/ 1295 w 567"/>
                  <a:gd name="T1" fmla="*/ 0 h 567"/>
                  <a:gd name="T2" fmla="*/ 0 w 567"/>
                  <a:gd name="T3" fmla="*/ 1571 h 567"/>
                  <a:gd name="T4" fmla="*/ 1295 w 567"/>
                  <a:gd name="T5" fmla="*/ 3138 h 567"/>
                  <a:gd name="T6" fmla="*/ 2583 w 567"/>
                  <a:gd name="T7" fmla="*/ 1571 h 567"/>
                  <a:gd name="T8" fmla="*/ 1295 w 567"/>
                  <a:gd name="T9" fmla="*/ 0 h 567"/>
                  <a:gd name="T10" fmla="*/ 1295 w 567"/>
                  <a:gd name="T11" fmla="*/ 2958 h 567"/>
                  <a:gd name="T12" fmla="*/ 151 w 567"/>
                  <a:gd name="T13" fmla="*/ 1571 h 567"/>
                  <a:gd name="T14" fmla="*/ 1295 w 567"/>
                  <a:gd name="T15" fmla="*/ 188 h 567"/>
                  <a:gd name="T16" fmla="*/ 2432 w 567"/>
                  <a:gd name="T17" fmla="*/ 1571 h 567"/>
                  <a:gd name="T18" fmla="*/ 1295 w 567"/>
                  <a:gd name="T19" fmla="*/ 2958 h 5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7" h="567">
                    <a:moveTo>
                      <a:pt x="284" y="0"/>
                    </a:moveTo>
                    <a:cubicBezTo>
                      <a:pt x="127" y="0"/>
                      <a:pt x="0" y="127"/>
                      <a:pt x="0" y="284"/>
                    </a:cubicBezTo>
                    <a:cubicBezTo>
                      <a:pt x="0" y="440"/>
                      <a:pt x="127" y="567"/>
                      <a:pt x="284" y="567"/>
                    </a:cubicBezTo>
                    <a:cubicBezTo>
                      <a:pt x="440" y="567"/>
                      <a:pt x="567" y="440"/>
                      <a:pt x="567" y="284"/>
                    </a:cubicBezTo>
                    <a:cubicBezTo>
                      <a:pt x="567" y="127"/>
                      <a:pt x="440" y="0"/>
                      <a:pt x="284" y="0"/>
                    </a:cubicBezTo>
                    <a:close/>
                    <a:moveTo>
                      <a:pt x="284" y="534"/>
                    </a:moveTo>
                    <a:cubicBezTo>
                      <a:pt x="145" y="534"/>
                      <a:pt x="33" y="422"/>
                      <a:pt x="33" y="284"/>
                    </a:cubicBezTo>
                    <a:cubicBezTo>
                      <a:pt x="33" y="146"/>
                      <a:pt x="145" y="34"/>
                      <a:pt x="284" y="34"/>
                    </a:cubicBezTo>
                    <a:cubicBezTo>
                      <a:pt x="422" y="34"/>
                      <a:pt x="534" y="146"/>
                      <a:pt x="534" y="284"/>
                    </a:cubicBezTo>
                    <a:cubicBezTo>
                      <a:pt x="534" y="422"/>
                      <a:pt x="422" y="534"/>
                      <a:pt x="284" y="534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48" name="Freeform 939">
                <a:extLst>
                  <a:ext uri="{FF2B5EF4-FFF2-40B4-BE49-F238E27FC236}">
                    <a16:creationId xmlns:a16="http://schemas.microsoft.com/office/drawing/2014/main" id="{8308F47C-966C-4E7E-914E-E1C1E7343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325"/>
                <a:ext cx="425" cy="813"/>
              </a:xfrm>
              <a:custGeom>
                <a:avLst/>
                <a:gdLst>
                  <a:gd name="T0" fmla="*/ 1172 w 256"/>
                  <a:gd name="T1" fmla="*/ 85 h 460"/>
                  <a:gd name="T2" fmla="*/ 1074 w 256"/>
                  <a:gd name="T3" fmla="*/ 16 h 460"/>
                  <a:gd name="T4" fmla="*/ 976 w 256"/>
                  <a:gd name="T5" fmla="*/ 21 h 460"/>
                  <a:gd name="T6" fmla="*/ 923 w 256"/>
                  <a:gd name="T7" fmla="*/ 57 h 460"/>
                  <a:gd name="T8" fmla="*/ 901 w 256"/>
                  <a:gd name="T9" fmla="*/ 78 h 460"/>
                  <a:gd name="T10" fmla="*/ 882 w 256"/>
                  <a:gd name="T11" fmla="*/ 94 h 460"/>
                  <a:gd name="T12" fmla="*/ 847 w 256"/>
                  <a:gd name="T13" fmla="*/ 78 h 460"/>
                  <a:gd name="T14" fmla="*/ 782 w 256"/>
                  <a:gd name="T15" fmla="*/ 85 h 460"/>
                  <a:gd name="T16" fmla="*/ 692 w 256"/>
                  <a:gd name="T17" fmla="*/ 150 h 460"/>
                  <a:gd name="T18" fmla="*/ 652 w 256"/>
                  <a:gd name="T19" fmla="*/ 171 h 460"/>
                  <a:gd name="T20" fmla="*/ 548 w 256"/>
                  <a:gd name="T21" fmla="*/ 179 h 460"/>
                  <a:gd name="T22" fmla="*/ 476 w 256"/>
                  <a:gd name="T23" fmla="*/ 224 h 460"/>
                  <a:gd name="T24" fmla="*/ 422 w 256"/>
                  <a:gd name="T25" fmla="*/ 346 h 460"/>
                  <a:gd name="T26" fmla="*/ 375 w 256"/>
                  <a:gd name="T27" fmla="*/ 359 h 460"/>
                  <a:gd name="T28" fmla="*/ 325 w 256"/>
                  <a:gd name="T29" fmla="*/ 396 h 460"/>
                  <a:gd name="T30" fmla="*/ 222 w 256"/>
                  <a:gd name="T31" fmla="*/ 581 h 460"/>
                  <a:gd name="T32" fmla="*/ 201 w 256"/>
                  <a:gd name="T33" fmla="*/ 606 h 460"/>
                  <a:gd name="T34" fmla="*/ 151 w 256"/>
                  <a:gd name="T35" fmla="*/ 647 h 460"/>
                  <a:gd name="T36" fmla="*/ 105 w 256"/>
                  <a:gd name="T37" fmla="*/ 756 h 460"/>
                  <a:gd name="T38" fmla="*/ 88 w 256"/>
                  <a:gd name="T39" fmla="*/ 891 h 460"/>
                  <a:gd name="T40" fmla="*/ 33 w 256"/>
                  <a:gd name="T41" fmla="*/ 1009 h 460"/>
                  <a:gd name="T42" fmla="*/ 33 w 256"/>
                  <a:gd name="T43" fmla="*/ 1128 h 460"/>
                  <a:gd name="T44" fmla="*/ 5 w 256"/>
                  <a:gd name="T45" fmla="*/ 1295 h 460"/>
                  <a:gd name="T46" fmla="*/ 5 w 256"/>
                  <a:gd name="T47" fmla="*/ 1389 h 460"/>
                  <a:gd name="T48" fmla="*/ 22 w 256"/>
                  <a:gd name="T49" fmla="*/ 1474 h 460"/>
                  <a:gd name="T50" fmla="*/ 20 w 256"/>
                  <a:gd name="T51" fmla="*/ 1684 h 460"/>
                  <a:gd name="T52" fmla="*/ 50 w 256"/>
                  <a:gd name="T53" fmla="*/ 1762 h 460"/>
                  <a:gd name="T54" fmla="*/ 88 w 256"/>
                  <a:gd name="T55" fmla="*/ 1815 h 460"/>
                  <a:gd name="T56" fmla="*/ 110 w 256"/>
                  <a:gd name="T57" fmla="*/ 1893 h 460"/>
                  <a:gd name="T58" fmla="*/ 166 w 256"/>
                  <a:gd name="T59" fmla="*/ 2048 h 460"/>
                  <a:gd name="T60" fmla="*/ 237 w 256"/>
                  <a:gd name="T61" fmla="*/ 2149 h 460"/>
                  <a:gd name="T62" fmla="*/ 304 w 256"/>
                  <a:gd name="T63" fmla="*/ 2280 h 460"/>
                  <a:gd name="T64" fmla="*/ 360 w 256"/>
                  <a:gd name="T65" fmla="*/ 2340 h 460"/>
                  <a:gd name="T66" fmla="*/ 438 w 256"/>
                  <a:gd name="T67" fmla="*/ 2381 h 460"/>
                  <a:gd name="T68" fmla="*/ 506 w 256"/>
                  <a:gd name="T69" fmla="*/ 2483 h 460"/>
                  <a:gd name="T70" fmla="*/ 588 w 256"/>
                  <a:gd name="T71" fmla="*/ 2527 h 460"/>
                  <a:gd name="T72" fmla="*/ 686 w 256"/>
                  <a:gd name="T73" fmla="*/ 2540 h 46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56" h="460">
                    <a:moveTo>
                      <a:pt x="256" y="15"/>
                    </a:moveTo>
                    <a:cubicBezTo>
                      <a:pt x="252" y="8"/>
                      <a:pt x="243" y="5"/>
                      <a:pt x="235" y="3"/>
                    </a:cubicBezTo>
                    <a:cubicBezTo>
                      <a:pt x="227" y="0"/>
                      <a:pt x="221" y="1"/>
                      <a:pt x="213" y="4"/>
                    </a:cubicBezTo>
                    <a:cubicBezTo>
                      <a:pt x="209" y="6"/>
                      <a:pt x="206" y="7"/>
                      <a:pt x="202" y="10"/>
                    </a:cubicBezTo>
                    <a:cubicBezTo>
                      <a:pt x="201" y="11"/>
                      <a:pt x="199" y="12"/>
                      <a:pt x="197" y="14"/>
                    </a:cubicBezTo>
                    <a:cubicBezTo>
                      <a:pt x="196" y="15"/>
                      <a:pt x="195" y="17"/>
                      <a:pt x="193" y="17"/>
                    </a:cubicBezTo>
                    <a:cubicBezTo>
                      <a:pt x="191" y="18"/>
                      <a:pt x="187" y="15"/>
                      <a:pt x="185" y="14"/>
                    </a:cubicBezTo>
                    <a:cubicBezTo>
                      <a:pt x="180" y="12"/>
                      <a:pt x="175" y="14"/>
                      <a:pt x="171" y="15"/>
                    </a:cubicBezTo>
                    <a:cubicBezTo>
                      <a:pt x="164" y="18"/>
                      <a:pt x="157" y="23"/>
                      <a:pt x="151" y="27"/>
                    </a:cubicBezTo>
                    <a:cubicBezTo>
                      <a:pt x="148" y="29"/>
                      <a:pt x="146" y="31"/>
                      <a:pt x="143" y="31"/>
                    </a:cubicBezTo>
                    <a:cubicBezTo>
                      <a:pt x="135" y="31"/>
                      <a:pt x="128" y="31"/>
                      <a:pt x="120" y="32"/>
                    </a:cubicBezTo>
                    <a:cubicBezTo>
                      <a:pt x="113" y="33"/>
                      <a:pt x="108" y="35"/>
                      <a:pt x="104" y="41"/>
                    </a:cubicBezTo>
                    <a:cubicBezTo>
                      <a:pt x="100" y="48"/>
                      <a:pt x="98" y="59"/>
                      <a:pt x="92" y="63"/>
                    </a:cubicBezTo>
                    <a:cubicBezTo>
                      <a:pt x="89" y="65"/>
                      <a:pt x="85" y="65"/>
                      <a:pt x="82" y="65"/>
                    </a:cubicBezTo>
                    <a:cubicBezTo>
                      <a:pt x="78" y="67"/>
                      <a:pt x="74" y="70"/>
                      <a:pt x="71" y="72"/>
                    </a:cubicBezTo>
                    <a:cubicBezTo>
                      <a:pt x="60" y="81"/>
                      <a:pt x="56" y="94"/>
                      <a:pt x="49" y="105"/>
                    </a:cubicBezTo>
                    <a:cubicBezTo>
                      <a:pt x="47" y="109"/>
                      <a:pt x="47" y="109"/>
                      <a:pt x="44" y="110"/>
                    </a:cubicBezTo>
                    <a:cubicBezTo>
                      <a:pt x="40" y="112"/>
                      <a:pt x="36" y="114"/>
                      <a:pt x="33" y="117"/>
                    </a:cubicBezTo>
                    <a:cubicBezTo>
                      <a:pt x="27" y="122"/>
                      <a:pt x="24" y="130"/>
                      <a:pt x="23" y="137"/>
                    </a:cubicBezTo>
                    <a:cubicBezTo>
                      <a:pt x="21" y="145"/>
                      <a:pt x="23" y="154"/>
                      <a:pt x="19" y="161"/>
                    </a:cubicBezTo>
                    <a:cubicBezTo>
                      <a:pt x="15" y="168"/>
                      <a:pt x="9" y="175"/>
                      <a:pt x="7" y="183"/>
                    </a:cubicBezTo>
                    <a:cubicBezTo>
                      <a:pt x="5" y="190"/>
                      <a:pt x="6" y="197"/>
                      <a:pt x="7" y="204"/>
                    </a:cubicBezTo>
                    <a:cubicBezTo>
                      <a:pt x="8" y="214"/>
                      <a:pt x="3" y="225"/>
                      <a:pt x="1" y="235"/>
                    </a:cubicBezTo>
                    <a:cubicBezTo>
                      <a:pt x="0" y="240"/>
                      <a:pt x="0" y="246"/>
                      <a:pt x="1" y="252"/>
                    </a:cubicBezTo>
                    <a:cubicBezTo>
                      <a:pt x="2" y="257"/>
                      <a:pt x="4" y="262"/>
                      <a:pt x="5" y="267"/>
                    </a:cubicBezTo>
                    <a:cubicBezTo>
                      <a:pt x="6" y="280"/>
                      <a:pt x="2" y="292"/>
                      <a:pt x="4" y="305"/>
                    </a:cubicBezTo>
                    <a:cubicBezTo>
                      <a:pt x="4" y="311"/>
                      <a:pt x="8" y="315"/>
                      <a:pt x="11" y="319"/>
                    </a:cubicBezTo>
                    <a:cubicBezTo>
                      <a:pt x="14" y="321"/>
                      <a:pt x="17" y="326"/>
                      <a:pt x="19" y="329"/>
                    </a:cubicBezTo>
                    <a:cubicBezTo>
                      <a:pt x="22" y="333"/>
                      <a:pt x="23" y="338"/>
                      <a:pt x="24" y="343"/>
                    </a:cubicBezTo>
                    <a:cubicBezTo>
                      <a:pt x="27" y="353"/>
                      <a:pt x="31" y="362"/>
                      <a:pt x="36" y="371"/>
                    </a:cubicBezTo>
                    <a:cubicBezTo>
                      <a:pt x="40" y="379"/>
                      <a:pt x="44" y="384"/>
                      <a:pt x="52" y="389"/>
                    </a:cubicBezTo>
                    <a:cubicBezTo>
                      <a:pt x="59" y="393"/>
                      <a:pt x="62" y="406"/>
                      <a:pt x="66" y="413"/>
                    </a:cubicBezTo>
                    <a:cubicBezTo>
                      <a:pt x="69" y="418"/>
                      <a:pt x="73" y="422"/>
                      <a:pt x="79" y="424"/>
                    </a:cubicBezTo>
                    <a:cubicBezTo>
                      <a:pt x="86" y="426"/>
                      <a:pt x="91" y="425"/>
                      <a:pt x="96" y="431"/>
                    </a:cubicBezTo>
                    <a:cubicBezTo>
                      <a:pt x="100" y="438"/>
                      <a:pt x="105" y="444"/>
                      <a:pt x="111" y="450"/>
                    </a:cubicBezTo>
                    <a:cubicBezTo>
                      <a:pt x="117" y="455"/>
                      <a:pt x="120" y="457"/>
                      <a:pt x="128" y="458"/>
                    </a:cubicBezTo>
                    <a:cubicBezTo>
                      <a:pt x="135" y="459"/>
                      <a:pt x="142" y="460"/>
                      <a:pt x="150" y="46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49" name="Freeform 940">
                <a:extLst>
                  <a:ext uri="{FF2B5EF4-FFF2-40B4-BE49-F238E27FC236}">
                    <a16:creationId xmlns:a16="http://schemas.microsoft.com/office/drawing/2014/main" id="{C4825A78-8C8A-41D6-AD69-232DDF239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546"/>
                <a:ext cx="29" cy="92"/>
              </a:xfrm>
              <a:custGeom>
                <a:avLst/>
                <a:gdLst>
                  <a:gd name="T0" fmla="*/ 76 w 18"/>
                  <a:gd name="T1" fmla="*/ 0 h 52"/>
                  <a:gd name="T2" fmla="*/ 42 w 18"/>
                  <a:gd name="T3" fmla="*/ 78 h 52"/>
                  <a:gd name="T4" fmla="*/ 13 w 18"/>
                  <a:gd name="T5" fmla="*/ 156 h 52"/>
                  <a:gd name="T6" fmla="*/ 0 w 18"/>
                  <a:gd name="T7" fmla="*/ 28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2">
                    <a:moveTo>
                      <a:pt x="18" y="0"/>
                    </a:moveTo>
                    <a:cubicBezTo>
                      <a:pt x="17" y="5"/>
                      <a:pt x="13" y="10"/>
                      <a:pt x="10" y="14"/>
                    </a:cubicBezTo>
                    <a:cubicBezTo>
                      <a:pt x="8" y="18"/>
                      <a:pt x="5" y="23"/>
                      <a:pt x="3" y="28"/>
                    </a:cubicBezTo>
                    <a:cubicBezTo>
                      <a:pt x="0" y="36"/>
                      <a:pt x="0" y="44"/>
                      <a:pt x="0" y="5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50" name="Freeform 941">
                <a:extLst>
                  <a:ext uri="{FF2B5EF4-FFF2-40B4-BE49-F238E27FC236}">
                    <a16:creationId xmlns:a16="http://schemas.microsoft.com/office/drawing/2014/main" id="{5473F49B-C41E-48DC-8527-0F848229F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652"/>
                <a:ext cx="18" cy="104"/>
              </a:xfrm>
              <a:custGeom>
                <a:avLst/>
                <a:gdLst>
                  <a:gd name="T0" fmla="*/ 47 w 11"/>
                  <a:gd name="T1" fmla="*/ 0 h 59"/>
                  <a:gd name="T2" fmla="*/ 18 w 11"/>
                  <a:gd name="T3" fmla="*/ 78 h 59"/>
                  <a:gd name="T4" fmla="*/ 0 w 11"/>
                  <a:gd name="T5" fmla="*/ 192 h 59"/>
                  <a:gd name="T6" fmla="*/ 21 w 11"/>
                  <a:gd name="T7" fmla="*/ 323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9">
                    <a:moveTo>
                      <a:pt x="11" y="0"/>
                    </a:moveTo>
                    <a:cubicBezTo>
                      <a:pt x="11" y="4"/>
                      <a:pt x="6" y="10"/>
                      <a:pt x="4" y="14"/>
                    </a:cubicBezTo>
                    <a:cubicBezTo>
                      <a:pt x="0" y="21"/>
                      <a:pt x="0" y="28"/>
                      <a:pt x="0" y="35"/>
                    </a:cubicBezTo>
                    <a:cubicBezTo>
                      <a:pt x="0" y="44"/>
                      <a:pt x="3" y="52"/>
                      <a:pt x="5" y="5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51" name="Freeform 942">
                <a:extLst>
                  <a:ext uri="{FF2B5EF4-FFF2-40B4-BE49-F238E27FC236}">
                    <a16:creationId xmlns:a16="http://schemas.microsoft.com/office/drawing/2014/main" id="{3E54A11A-A87A-4614-8FB9-C8D67476F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456"/>
                <a:ext cx="63" cy="81"/>
              </a:xfrm>
              <a:custGeom>
                <a:avLst/>
                <a:gdLst>
                  <a:gd name="T0" fmla="*/ 0 w 38"/>
                  <a:gd name="T1" fmla="*/ 252 h 46"/>
                  <a:gd name="T2" fmla="*/ 96 w 38"/>
                  <a:gd name="T3" fmla="*/ 37 h 46"/>
                  <a:gd name="T4" fmla="*/ 172 w 3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6">
                    <a:moveTo>
                      <a:pt x="0" y="46"/>
                    </a:moveTo>
                    <a:cubicBezTo>
                      <a:pt x="4" y="33"/>
                      <a:pt x="10" y="17"/>
                      <a:pt x="21" y="7"/>
                    </a:cubicBezTo>
                    <a:cubicBezTo>
                      <a:pt x="25" y="5"/>
                      <a:pt x="34" y="0"/>
                      <a:pt x="38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52" name="Freeform 943">
                <a:extLst>
                  <a:ext uri="{FF2B5EF4-FFF2-40B4-BE49-F238E27FC236}">
                    <a16:creationId xmlns:a16="http://schemas.microsoft.com/office/drawing/2014/main" id="{849E75C2-D0BF-45E5-B972-0F5B47FCF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601"/>
                <a:ext cx="32" cy="92"/>
              </a:xfrm>
              <a:custGeom>
                <a:avLst/>
                <a:gdLst>
                  <a:gd name="T0" fmla="*/ 91 w 19"/>
                  <a:gd name="T1" fmla="*/ 0 h 52"/>
                  <a:gd name="T2" fmla="*/ 13 w 19"/>
                  <a:gd name="T3" fmla="*/ 150 h 52"/>
                  <a:gd name="T4" fmla="*/ 22 w 19"/>
                  <a:gd name="T5" fmla="*/ 2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cubicBezTo>
                      <a:pt x="13" y="9"/>
                      <a:pt x="6" y="16"/>
                      <a:pt x="3" y="27"/>
                    </a:cubicBezTo>
                    <a:cubicBezTo>
                      <a:pt x="0" y="34"/>
                      <a:pt x="2" y="45"/>
                      <a:pt x="5" y="5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53" name="Freeform 944">
                <a:extLst>
                  <a:ext uri="{FF2B5EF4-FFF2-40B4-BE49-F238E27FC236}">
                    <a16:creationId xmlns:a16="http://schemas.microsoft.com/office/drawing/2014/main" id="{1B5BB2B3-47BF-409A-84CC-5D54E077A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489"/>
                <a:ext cx="62" cy="126"/>
              </a:xfrm>
              <a:custGeom>
                <a:avLst/>
                <a:gdLst>
                  <a:gd name="T0" fmla="*/ 174 w 37"/>
                  <a:gd name="T1" fmla="*/ 0 h 71"/>
                  <a:gd name="T2" fmla="*/ 117 w 37"/>
                  <a:gd name="T3" fmla="*/ 85 h 71"/>
                  <a:gd name="T4" fmla="*/ 50 w 37"/>
                  <a:gd name="T5" fmla="*/ 202 h 71"/>
                  <a:gd name="T6" fmla="*/ 0 w 37"/>
                  <a:gd name="T7" fmla="*/ 398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1">
                    <a:moveTo>
                      <a:pt x="37" y="0"/>
                    </a:moveTo>
                    <a:cubicBezTo>
                      <a:pt x="32" y="3"/>
                      <a:pt x="28" y="11"/>
                      <a:pt x="25" y="15"/>
                    </a:cubicBezTo>
                    <a:cubicBezTo>
                      <a:pt x="20" y="22"/>
                      <a:pt x="16" y="29"/>
                      <a:pt x="11" y="36"/>
                    </a:cubicBezTo>
                    <a:cubicBezTo>
                      <a:pt x="5" y="47"/>
                      <a:pt x="0" y="58"/>
                      <a:pt x="0" y="7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54" name="Freeform 945">
                <a:extLst>
                  <a:ext uri="{FF2B5EF4-FFF2-40B4-BE49-F238E27FC236}">
                    <a16:creationId xmlns:a16="http://schemas.microsoft.com/office/drawing/2014/main" id="{C53B4E08-C4E0-49F0-A730-0E19C5B3B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758"/>
                <a:ext cx="16" cy="103"/>
              </a:xfrm>
              <a:custGeom>
                <a:avLst/>
                <a:gdLst>
                  <a:gd name="T0" fmla="*/ 29 w 10"/>
                  <a:gd name="T1" fmla="*/ 0 h 58"/>
                  <a:gd name="T2" fmla="*/ 8 w 10"/>
                  <a:gd name="T3" fmla="*/ 195 h 58"/>
                  <a:gd name="T4" fmla="*/ 42 w 10"/>
                  <a:gd name="T5" fmla="*/ 325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8">
                    <a:moveTo>
                      <a:pt x="7" y="0"/>
                    </a:moveTo>
                    <a:cubicBezTo>
                      <a:pt x="7" y="12"/>
                      <a:pt x="0" y="23"/>
                      <a:pt x="2" y="35"/>
                    </a:cubicBezTo>
                    <a:cubicBezTo>
                      <a:pt x="3" y="43"/>
                      <a:pt x="7" y="50"/>
                      <a:pt x="10" y="5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55" name="Freeform 946">
                <a:extLst>
                  <a:ext uri="{FF2B5EF4-FFF2-40B4-BE49-F238E27FC236}">
                    <a16:creationId xmlns:a16="http://schemas.microsoft.com/office/drawing/2014/main" id="{3B9F6F9A-CE21-40A4-922C-63CB72286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873"/>
                <a:ext cx="53" cy="113"/>
              </a:xfrm>
              <a:custGeom>
                <a:avLst/>
                <a:gdLst>
                  <a:gd name="T0" fmla="*/ 146 w 32"/>
                  <a:gd name="T1" fmla="*/ 353 h 64"/>
                  <a:gd name="T2" fmla="*/ 83 w 32"/>
                  <a:gd name="T3" fmla="*/ 272 h 64"/>
                  <a:gd name="T4" fmla="*/ 22 w 32"/>
                  <a:gd name="T5" fmla="*/ 166 h 64"/>
                  <a:gd name="T6" fmla="*/ 8 w 32"/>
                  <a:gd name="T7" fmla="*/ 57 h 64"/>
                  <a:gd name="T8" fmla="*/ 0 w 32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4">
                    <a:moveTo>
                      <a:pt x="32" y="64"/>
                    </a:moveTo>
                    <a:cubicBezTo>
                      <a:pt x="27" y="60"/>
                      <a:pt x="23" y="54"/>
                      <a:pt x="18" y="49"/>
                    </a:cubicBezTo>
                    <a:cubicBezTo>
                      <a:pt x="13" y="44"/>
                      <a:pt x="8" y="38"/>
                      <a:pt x="5" y="30"/>
                    </a:cubicBezTo>
                    <a:cubicBezTo>
                      <a:pt x="3" y="24"/>
                      <a:pt x="2" y="16"/>
                      <a:pt x="2" y="10"/>
                    </a:cubicBezTo>
                    <a:cubicBezTo>
                      <a:pt x="1" y="6"/>
                      <a:pt x="0" y="3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56" name="Freeform 947">
                <a:extLst>
                  <a:ext uri="{FF2B5EF4-FFF2-40B4-BE49-F238E27FC236}">
                    <a16:creationId xmlns:a16="http://schemas.microsoft.com/office/drawing/2014/main" id="{01052EC4-41C0-4BB8-9C23-23C80A8FF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985"/>
                <a:ext cx="57" cy="81"/>
              </a:xfrm>
              <a:custGeom>
                <a:avLst/>
                <a:gdLst>
                  <a:gd name="T0" fmla="*/ 161 w 34"/>
                  <a:gd name="T1" fmla="*/ 252 h 46"/>
                  <a:gd name="T2" fmla="*/ 20 w 34"/>
                  <a:gd name="T3" fmla="*/ 127 h 46"/>
                  <a:gd name="T4" fmla="*/ 5 w 34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6">
                    <a:moveTo>
                      <a:pt x="34" y="46"/>
                    </a:moveTo>
                    <a:cubicBezTo>
                      <a:pt x="23" y="40"/>
                      <a:pt x="12" y="35"/>
                      <a:pt x="4" y="23"/>
                    </a:cubicBezTo>
                    <a:cubicBezTo>
                      <a:pt x="0" y="16"/>
                      <a:pt x="0" y="7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57" name="Freeform 948">
                <a:extLst>
                  <a:ext uri="{FF2B5EF4-FFF2-40B4-BE49-F238E27FC236}">
                    <a16:creationId xmlns:a16="http://schemas.microsoft.com/office/drawing/2014/main" id="{FD6768C1-1B97-4FF5-943C-999315564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3073"/>
                <a:ext cx="69" cy="57"/>
              </a:xfrm>
              <a:custGeom>
                <a:avLst/>
                <a:gdLst>
                  <a:gd name="T0" fmla="*/ 186 w 42"/>
                  <a:gd name="T1" fmla="*/ 182 h 32"/>
                  <a:gd name="T2" fmla="*/ 49 w 42"/>
                  <a:gd name="T3" fmla="*/ 93 h 32"/>
                  <a:gd name="T4" fmla="*/ 0 w 4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2">
                    <a:moveTo>
                      <a:pt x="42" y="32"/>
                    </a:moveTo>
                    <a:cubicBezTo>
                      <a:pt x="28" y="32"/>
                      <a:pt x="19" y="26"/>
                      <a:pt x="11" y="16"/>
                    </a:cubicBezTo>
                    <a:cubicBezTo>
                      <a:pt x="7" y="11"/>
                      <a:pt x="4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58" name="Freeform 949">
                <a:extLst>
                  <a:ext uri="{FF2B5EF4-FFF2-40B4-BE49-F238E27FC236}">
                    <a16:creationId xmlns:a16="http://schemas.microsoft.com/office/drawing/2014/main" id="{5D461DAE-E686-4345-8918-0CC934DD4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693"/>
                <a:ext cx="19" cy="118"/>
              </a:xfrm>
              <a:custGeom>
                <a:avLst/>
                <a:gdLst>
                  <a:gd name="T0" fmla="*/ 57 w 11"/>
                  <a:gd name="T1" fmla="*/ 0 h 67"/>
                  <a:gd name="T2" fmla="*/ 36 w 11"/>
                  <a:gd name="T3" fmla="*/ 56 h 67"/>
                  <a:gd name="T4" fmla="*/ 21 w 11"/>
                  <a:gd name="T5" fmla="*/ 122 h 67"/>
                  <a:gd name="T6" fmla="*/ 5 w 11"/>
                  <a:gd name="T7" fmla="*/ 201 h 67"/>
                  <a:gd name="T8" fmla="*/ 48 w 11"/>
                  <a:gd name="T9" fmla="*/ 36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7">
                    <a:moveTo>
                      <a:pt x="11" y="0"/>
                    </a:moveTo>
                    <a:cubicBezTo>
                      <a:pt x="8" y="2"/>
                      <a:pt x="8" y="7"/>
                      <a:pt x="7" y="10"/>
                    </a:cubicBezTo>
                    <a:cubicBezTo>
                      <a:pt x="6" y="14"/>
                      <a:pt x="5" y="18"/>
                      <a:pt x="4" y="22"/>
                    </a:cubicBezTo>
                    <a:cubicBezTo>
                      <a:pt x="2" y="27"/>
                      <a:pt x="1" y="32"/>
                      <a:pt x="1" y="37"/>
                    </a:cubicBezTo>
                    <a:cubicBezTo>
                      <a:pt x="0" y="48"/>
                      <a:pt x="5" y="58"/>
                      <a:pt x="9" y="6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59" name="Freeform 950">
                <a:extLst>
                  <a:ext uri="{FF2B5EF4-FFF2-40B4-BE49-F238E27FC236}">
                    <a16:creationId xmlns:a16="http://schemas.microsoft.com/office/drawing/2014/main" id="{8B19F12D-B130-4989-AD03-0B04E7D13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820"/>
                <a:ext cx="29" cy="101"/>
              </a:xfrm>
              <a:custGeom>
                <a:avLst/>
                <a:gdLst>
                  <a:gd name="T0" fmla="*/ 84 w 17"/>
                  <a:gd name="T1" fmla="*/ 317 h 57"/>
                  <a:gd name="T2" fmla="*/ 41 w 17"/>
                  <a:gd name="T3" fmla="*/ 229 h 57"/>
                  <a:gd name="T4" fmla="*/ 9 w 17"/>
                  <a:gd name="T5" fmla="*/ 145 h 57"/>
                  <a:gd name="T6" fmla="*/ 15 w 17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7">
                    <a:moveTo>
                      <a:pt x="17" y="57"/>
                    </a:moveTo>
                    <a:cubicBezTo>
                      <a:pt x="15" y="51"/>
                      <a:pt x="10" y="47"/>
                      <a:pt x="8" y="41"/>
                    </a:cubicBezTo>
                    <a:cubicBezTo>
                      <a:pt x="5" y="36"/>
                      <a:pt x="3" y="31"/>
                      <a:pt x="2" y="26"/>
                    </a:cubicBezTo>
                    <a:cubicBezTo>
                      <a:pt x="1" y="18"/>
                      <a:pt x="0" y="7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0" name="Freeform 951">
                <a:extLst>
                  <a:ext uri="{FF2B5EF4-FFF2-40B4-BE49-F238E27FC236}">
                    <a16:creationId xmlns:a16="http://schemas.microsoft.com/office/drawing/2014/main" id="{A9130BCD-290A-49C2-9309-0E875C9D6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939"/>
                <a:ext cx="42" cy="76"/>
              </a:xfrm>
              <a:custGeom>
                <a:avLst/>
                <a:gdLst>
                  <a:gd name="T0" fmla="*/ 0 w 25"/>
                  <a:gd name="T1" fmla="*/ 0 h 43"/>
                  <a:gd name="T2" fmla="*/ 20 w 25"/>
                  <a:gd name="T3" fmla="*/ 85 h 43"/>
                  <a:gd name="T4" fmla="*/ 49 w 25"/>
                  <a:gd name="T5" fmla="*/ 150 h 43"/>
                  <a:gd name="T6" fmla="*/ 119 w 25"/>
                  <a:gd name="T7" fmla="*/ 23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3">
                    <a:moveTo>
                      <a:pt x="0" y="0"/>
                    </a:moveTo>
                    <a:cubicBezTo>
                      <a:pt x="3" y="3"/>
                      <a:pt x="2" y="11"/>
                      <a:pt x="4" y="15"/>
                    </a:cubicBezTo>
                    <a:cubicBezTo>
                      <a:pt x="5" y="20"/>
                      <a:pt x="7" y="24"/>
                      <a:pt x="10" y="27"/>
                    </a:cubicBezTo>
                    <a:cubicBezTo>
                      <a:pt x="14" y="33"/>
                      <a:pt x="21" y="37"/>
                      <a:pt x="25" y="4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1" name="Freeform 952">
                <a:extLst>
                  <a:ext uri="{FF2B5EF4-FFF2-40B4-BE49-F238E27FC236}">
                    <a16:creationId xmlns:a16="http://schemas.microsoft.com/office/drawing/2014/main" id="{6072587A-25B1-4D4C-8E3B-2678B6FD3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3043"/>
                <a:ext cx="67" cy="60"/>
              </a:xfrm>
              <a:custGeom>
                <a:avLst/>
                <a:gdLst>
                  <a:gd name="T0" fmla="*/ 0 w 40"/>
                  <a:gd name="T1" fmla="*/ 0 h 34"/>
                  <a:gd name="T2" fmla="*/ 95 w 40"/>
                  <a:gd name="T3" fmla="*/ 109 h 34"/>
                  <a:gd name="T4" fmla="*/ 141 w 40"/>
                  <a:gd name="T5" fmla="*/ 171 h 34"/>
                  <a:gd name="T6" fmla="*/ 188 w 40"/>
                  <a:gd name="T7" fmla="*/ 18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34">
                    <a:moveTo>
                      <a:pt x="0" y="0"/>
                    </a:moveTo>
                    <a:cubicBezTo>
                      <a:pt x="7" y="8"/>
                      <a:pt x="12" y="14"/>
                      <a:pt x="20" y="20"/>
                    </a:cubicBezTo>
                    <a:cubicBezTo>
                      <a:pt x="24" y="23"/>
                      <a:pt x="26" y="28"/>
                      <a:pt x="30" y="31"/>
                    </a:cubicBezTo>
                    <a:cubicBezTo>
                      <a:pt x="33" y="32"/>
                      <a:pt x="37" y="32"/>
                      <a:pt x="40" y="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2" name="Freeform 953">
                <a:extLst>
                  <a:ext uri="{FF2B5EF4-FFF2-40B4-BE49-F238E27FC236}">
                    <a16:creationId xmlns:a16="http://schemas.microsoft.com/office/drawing/2014/main" id="{270AA2CE-4D61-4558-9C94-BBAAD21C6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389"/>
                <a:ext cx="58" cy="60"/>
              </a:xfrm>
              <a:custGeom>
                <a:avLst/>
                <a:gdLst>
                  <a:gd name="T0" fmla="*/ 159 w 35"/>
                  <a:gd name="T1" fmla="*/ 7 h 34"/>
                  <a:gd name="T2" fmla="*/ 109 w 35"/>
                  <a:gd name="T3" fmla="*/ 37 h 34"/>
                  <a:gd name="T4" fmla="*/ 55 w 35"/>
                  <a:gd name="T5" fmla="*/ 86 h 34"/>
                  <a:gd name="T6" fmla="*/ 0 w 35"/>
                  <a:gd name="T7" fmla="*/ 18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4">
                    <a:moveTo>
                      <a:pt x="35" y="1"/>
                    </a:moveTo>
                    <a:cubicBezTo>
                      <a:pt x="32" y="0"/>
                      <a:pt x="26" y="5"/>
                      <a:pt x="24" y="7"/>
                    </a:cubicBezTo>
                    <a:cubicBezTo>
                      <a:pt x="20" y="9"/>
                      <a:pt x="16" y="12"/>
                      <a:pt x="12" y="16"/>
                    </a:cubicBezTo>
                    <a:cubicBezTo>
                      <a:pt x="6" y="21"/>
                      <a:pt x="3" y="27"/>
                      <a:pt x="0" y="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3" name="Freeform 954">
                <a:extLst>
                  <a:ext uri="{FF2B5EF4-FFF2-40B4-BE49-F238E27FC236}">
                    <a16:creationId xmlns:a16="http://schemas.microsoft.com/office/drawing/2014/main" id="{B76EA7C9-85BC-43D4-8058-1A05E17A9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348"/>
                <a:ext cx="87" cy="34"/>
              </a:xfrm>
              <a:custGeom>
                <a:avLst/>
                <a:gdLst>
                  <a:gd name="T0" fmla="*/ 235 w 53"/>
                  <a:gd name="T1" fmla="*/ 7 h 19"/>
                  <a:gd name="T2" fmla="*/ 80 w 53"/>
                  <a:gd name="T3" fmla="*/ 36 h 19"/>
                  <a:gd name="T4" fmla="*/ 26 w 53"/>
                  <a:gd name="T5" fmla="*/ 81 h 19"/>
                  <a:gd name="T6" fmla="*/ 0 w 53"/>
                  <a:gd name="T7" fmla="*/ 10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53" y="1"/>
                    </a:moveTo>
                    <a:cubicBezTo>
                      <a:pt x="41" y="1"/>
                      <a:pt x="29" y="0"/>
                      <a:pt x="18" y="6"/>
                    </a:cubicBezTo>
                    <a:cubicBezTo>
                      <a:pt x="14" y="8"/>
                      <a:pt x="9" y="11"/>
                      <a:pt x="6" y="14"/>
                    </a:cubicBezTo>
                    <a:cubicBezTo>
                      <a:pt x="4" y="16"/>
                      <a:pt x="2" y="18"/>
                      <a:pt x="0" y="1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4" name="Freeform 955">
                <a:extLst>
                  <a:ext uri="{FF2B5EF4-FFF2-40B4-BE49-F238E27FC236}">
                    <a16:creationId xmlns:a16="http://schemas.microsoft.com/office/drawing/2014/main" id="{ACEBD714-4712-4976-86DF-A9AA32F6A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25"/>
                <a:ext cx="78" cy="25"/>
              </a:xfrm>
              <a:custGeom>
                <a:avLst/>
                <a:gdLst>
                  <a:gd name="T0" fmla="*/ 214 w 47"/>
                  <a:gd name="T1" fmla="*/ 13 h 14"/>
                  <a:gd name="T2" fmla="*/ 83 w 47"/>
                  <a:gd name="T3" fmla="*/ 23 h 14"/>
                  <a:gd name="T4" fmla="*/ 0 w 47"/>
                  <a:gd name="T5" fmla="*/ 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47" y="2"/>
                    </a:moveTo>
                    <a:cubicBezTo>
                      <a:pt x="37" y="2"/>
                      <a:pt x="28" y="0"/>
                      <a:pt x="18" y="4"/>
                    </a:cubicBezTo>
                    <a:cubicBezTo>
                      <a:pt x="12" y="7"/>
                      <a:pt x="6" y="11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5" name="Freeform 956">
                <a:extLst>
                  <a:ext uri="{FF2B5EF4-FFF2-40B4-BE49-F238E27FC236}">
                    <a16:creationId xmlns:a16="http://schemas.microsoft.com/office/drawing/2014/main" id="{80AEF7A6-37FB-40D7-B4B2-A6478A0D8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353"/>
                <a:ext cx="73" cy="43"/>
              </a:xfrm>
              <a:custGeom>
                <a:avLst/>
                <a:gdLst>
                  <a:gd name="T0" fmla="*/ 201 w 44"/>
                  <a:gd name="T1" fmla="*/ 0 h 24"/>
                  <a:gd name="T2" fmla="*/ 138 w 44"/>
                  <a:gd name="T3" fmla="*/ 13 h 24"/>
                  <a:gd name="T4" fmla="*/ 75 w 44"/>
                  <a:gd name="T5" fmla="*/ 52 h 24"/>
                  <a:gd name="T6" fmla="*/ 0 w 44"/>
                  <a:gd name="T7" fmla="*/ 13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4">
                    <a:moveTo>
                      <a:pt x="44" y="0"/>
                    </a:moveTo>
                    <a:cubicBezTo>
                      <a:pt x="39" y="0"/>
                      <a:pt x="35" y="1"/>
                      <a:pt x="30" y="2"/>
                    </a:cubicBezTo>
                    <a:cubicBezTo>
                      <a:pt x="25" y="4"/>
                      <a:pt x="21" y="6"/>
                      <a:pt x="16" y="9"/>
                    </a:cubicBezTo>
                    <a:cubicBezTo>
                      <a:pt x="11" y="12"/>
                      <a:pt x="2" y="17"/>
                      <a:pt x="0" y="2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6" name="Freeform 957">
                <a:extLst>
                  <a:ext uri="{FF2B5EF4-FFF2-40B4-BE49-F238E27FC236}">
                    <a16:creationId xmlns:a16="http://schemas.microsoft.com/office/drawing/2014/main" id="{7CD637E5-939A-41CB-8E93-724865DC0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408"/>
                <a:ext cx="58" cy="55"/>
              </a:xfrm>
              <a:custGeom>
                <a:avLst/>
                <a:gdLst>
                  <a:gd name="T0" fmla="*/ 0 w 35"/>
                  <a:gd name="T1" fmla="*/ 174 h 31"/>
                  <a:gd name="T2" fmla="*/ 159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3" y="13"/>
                      <a:pt x="21" y="6"/>
                      <a:pt x="3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7" name="Freeform 958">
                <a:extLst>
                  <a:ext uri="{FF2B5EF4-FFF2-40B4-BE49-F238E27FC236}">
                    <a16:creationId xmlns:a16="http://schemas.microsoft.com/office/drawing/2014/main" id="{C602331D-F6E0-4446-A003-0E4E15B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330"/>
                <a:ext cx="85" cy="25"/>
              </a:xfrm>
              <a:custGeom>
                <a:avLst/>
                <a:gdLst>
                  <a:gd name="T0" fmla="*/ 237 w 51"/>
                  <a:gd name="T1" fmla="*/ 0 h 14"/>
                  <a:gd name="T2" fmla="*/ 158 w 51"/>
                  <a:gd name="T3" fmla="*/ 7 h 14"/>
                  <a:gd name="T4" fmla="*/ 97 w 51"/>
                  <a:gd name="T5" fmla="*/ 23 h 14"/>
                  <a:gd name="T6" fmla="*/ 42 w 51"/>
                  <a:gd name="T7" fmla="*/ 52 h 14"/>
                  <a:gd name="T8" fmla="*/ 0 w 51"/>
                  <a:gd name="T9" fmla="*/ 8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">
                    <a:moveTo>
                      <a:pt x="51" y="0"/>
                    </a:moveTo>
                    <a:cubicBezTo>
                      <a:pt x="46" y="1"/>
                      <a:pt x="39" y="0"/>
                      <a:pt x="34" y="1"/>
                    </a:cubicBezTo>
                    <a:cubicBezTo>
                      <a:pt x="29" y="2"/>
                      <a:pt x="25" y="3"/>
                      <a:pt x="21" y="4"/>
                    </a:cubicBezTo>
                    <a:cubicBezTo>
                      <a:pt x="17" y="5"/>
                      <a:pt x="13" y="7"/>
                      <a:pt x="9" y="9"/>
                    </a:cubicBezTo>
                    <a:cubicBezTo>
                      <a:pt x="7" y="10"/>
                      <a:pt x="2" y="12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8" name="Freeform 959">
                <a:extLst>
                  <a:ext uri="{FF2B5EF4-FFF2-40B4-BE49-F238E27FC236}">
                    <a16:creationId xmlns:a16="http://schemas.microsoft.com/office/drawing/2014/main" id="{2FF06280-3DA5-4C2E-AC73-3549A407D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332"/>
                <a:ext cx="306" cy="237"/>
              </a:xfrm>
              <a:custGeom>
                <a:avLst/>
                <a:gdLst>
                  <a:gd name="T0" fmla="*/ 0 w 185"/>
                  <a:gd name="T1" fmla="*/ 60 h 134"/>
                  <a:gd name="T2" fmla="*/ 112 w 185"/>
                  <a:gd name="T3" fmla="*/ 12 h 134"/>
                  <a:gd name="T4" fmla="*/ 151 w 185"/>
                  <a:gd name="T5" fmla="*/ 12 h 134"/>
                  <a:gd name="T6" fmla="*/ 189 w 185"/>
                  <a:gd name="T7" fmla="*/ 65 h 134"/>
                  <a:gd name="T8" fmla="*/ 227 w 185"/>
                  <a:gd name="T9" fmla="*/ 110 h 134"/>
                  <a:gd name="T10" fmla="*/ 268 w 185"/>
                  <a:gd name="T11" fmla="*/ 115 h 134"/>
                  <a:gd name="T12" fmla="*/ 359 w 185"/>
                  <a:gd name="T13" fmla="*/ 131 h 134"/>
                  <a:gd name="T14" fmla="*/ 422 w 185"/>
                  <a:gd name="T15" fmla="*/ 203 h 134"/>
                  <a:gd name="T16" fmla="*/ 498 w 185"/>
                  <a:gd name="T17" fmla="*/ 260 h 134"/>
                  <a:gd name="T18" fmla="*/ 660 w 185"/>
                  <a:gd name="T19" fmla="*/ 382 h 134"/>
                  <a:gd name="T20" fmla="*/ 670 w 185"/>
                  <a:gd name="T21" fmla="*/ 447 h 134"/>
                  <a:gd name="T22" fmla="*/ 691 w 185"/>
                  <a:gd name="T23" fmla="*/ 481 h 134"/>
                  <a:gd name="T24" fmla="*/ 815 w 185"/>
                  <a:gd name="T25" fmla="*/ 614 h 134"/>
                  <a:gd name="T26" fmla="*/ 832 w 185"/>
                  <a:gd name="T27" fmla="*/ 697 h 134"/>
                  <a:gd name="T28" fmla="*/ 837 w 185"/>
                  <a:gd name="T29" fmla="*/ 741 h 1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5" h="134">
                    <a:moveTo>
                      <a:pt x="0" y="11"/>
                    </a:moveTo>
                    <a:cubicBezTo>
                      <a:pt x="6" y="6"/>
                      <a:pt x="17" y="4"/>
                      <a:pt x="25" y="2"/>
                    </a:cubicBezTo>
                    <a:cubicBezTo>
                      <a:pt x="28" y="1"/>
                      <a:pt x="30" y="0"/>
                      <a:pt x="33" y="2"/>
                    </a:cubicBezTo>
                    <a:cubicBezTo>
                      <a:pt x="37" y="4"/>
                      <a:pt x="39" y="9"/>
                      <a:pt x="42" y="12"/>
                    </a:cubicBezTo>
                    <a:cubicBezTo>
                      <a:pt x="44" y="15"/>
                      <a:pt x="46" y="19"/>
                      <a:pt x="50" y="20"/>
                    </a:cubicBezTo>
                    <a:cubicBezTo>
                      <a:pt x="53" y="22"/>
                      <a:pt x="56" y="21"/>
                      <a:pt x="59" y="21"/>
                    </a:cubicBezTo>
                    <a:cubicBezTo>
                      <a:pt x="66" y="21"/>
                      <a:pt x="73" y="21"/>
                      <a:pt x="79" y="24"/>
                    </a:cubicBezTo>
                    <a:cubicBezTo>
                      <a:pt x="87" y="26"/>
                      <a:pt x="89" y="31"/>
                      <a:pt x="93" y="37"/>
                    </a:cubicBezTo>
                    <a:cubicBezTo>
                      <a:pt x="97" y="42"/>
                      <a:pt x="104" y="45"/>
                      <a:pt x="110" y="47"/>
                    </a:cubicBezTo>
                    <a:cubicBezTo>
                      <a:pt x="123" y="51"/>
                      <a:pt x="138" y="56"/>
                      <a:pt x="146" y="69"/>
                    </a:cubicBezTo>
                    <a:cubicBezTo>
                      <a:pt x="147" y="73"/>
                      <a:pt x="148" y="77"/>
                      <a:pt x="148" y="81"/>
                    </a:cubicBezTo>
                    <a:cubicBezTo>
                      <a:pt x="149" y="84"/>
                      <a:pt x="150" y="85"/>
                      <a:pt x="153" y="87"/>
                    </a:cubicBezTo>
                    <a:cubicBezTo>
                      <a:pt x="163" y="94"/>
                      <a:pt x="174" y="100"/>
                      <a:pt x="180" y="111"/>
                    </a:cubicBezTo>
                    <a:cubicBezTo>
                      <a:pt x="183" y="115"/>
                      <a:pt x="184" y="121"/>
                      <a:pt x="184" y="126"/>
                    </a:cubicBezTo>
                    <a:cubicBezTo>
                      <a:pt x="184" y="129"/>
                      <a:pt x="184" y="132"/>
                      <a:pt x="185" y="1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69" name="Freeform 960">
                <a:extLst>
                  <a:ext uri="{FF2B5EF4-FFF2-40B4-BE49-F238E27FC236}">
                    <a16:creationId xmlns:a16="http://schemas.microsoft.com/office/drawing/2014/main" id="{31E37E24-72D1-443B-B1BF-C1605C116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323"/>
                <a:ext cx="61" cy="16"/>
              </a:xfrm>
              <a:custGeom>
                <a:avLst/>
                <a:gdLst>
                  <a:gd name="T0" fmla="*/ 0 w 37"/>
                  <a:gd name="T1" fmla="*/ 21 h 9"/>
                  <a:gd name="T2" fmla="*/ 49 w 37"/>
                  <a:gd name="T3" fmla="*/ 7 h 9"/>
                  <a:gd name="T4" fmla="*/ 104 w 37"/>
                  <a:gd name="T5" fmla="*/ 7 h 9"/>
                  <a:gd name="T6" fmla="*/ 147 w 37"/>
                  <a:gd name="T7" fmla="*/ 36 h 9"/>
                  <a:gd name="T8" fmla="*/ 167 w 37"/>
                  <a:gd name="T9" fmla="*/ 5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4"/>
                    </a:moveTo>
                    <a:cubicBezTo>
                      <a:pt x="4" y="4"/>
                      <a:pt x="8" y="2"/>
                      <a:pt x="11" y="1"/>
                    </a:cubicBezTo>
                    <a:cubicBezTo>
                      <a:pt x="15" y="0"/>
                      <a:pt x="20" y="0"/>
                      <a:pt x="23" y="1"/>
                    </a:cubicBezTo>
                    <a:cubicBezTo>
                      <a:pt x="27" y="2"/>
                      <a:pt x="30" y="4"/>
                      <a:pt x="33" y="6"/>
                    </a:cubicBezTo>
                    <a:cubicBezTo>
                      <a:pt x="34" y="7"/>
                      <a:pt x="36" y="8"/>
                      <a:pt x="37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70" name="Freeform 961">
                <a:extLst>
                  <a:ext uri="{FF2B5EF4-FFF2-40B4-BE49-F238E27FC236}">
                    <a16:creationId xmlns:a16="http://schemas.microsoft.com/office/drawing/2014/main" id="{EB24A508-FECF-42AD-B28D-44E2665CB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337"/>
                <a:ext cx="73" cy="38"/>
              </a:xfrm>
              <a:custGeom>
                <a:avLst/>
                <a:gdLst>
                  <a:gd name="T0" fmla="*/ 0 w 44"/>
                  <a:gd name="T1" fmla="*/ 0 h 21"/>
                  <a:gd name="T2" fmla="*/ 50 w 44"/>
                  <a:gd name="T3" fmla="*/ 24 h 21"/>
                  <a:gd name="T4" fmla="*/ 133 w 44"/>
                  <a:gd name="T5" fmla="*/ 52 h 21"/>
                  <a:gd name="T6" fmla="*/ 201 w 44"/>
                  <a:gd name="T7" fmla="*/ 12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1" y="2"/>
                      <a:pt x="8" y="3"/>
                      <a:pt x="11" y="4"/>
                    </a:cubicBezTo>
                    <a:cubicBezTo>
                      <a:pt x="17" y="5"/>
                      <a:pt x="23" y="7"/>
                      <a:pt x="29" y="9"/>
                    </a:cubicBezTo>
                    <a:cubicBezTo>
                      <a:pt x="35" y="11"/>
                      <a:pt x="41" y="16"/>
                      <a:pt x="44" y="2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71" name="Freeform 962">
                <a:extLst>
                  <a:ext uri="{FF2B5EF4-FFF2-40B4-BE49-F238E27FC236}">
                    <a16:creationId xmlns:a16="http://schemas.microsoft.com/office/drawing/2014/main" id="{C58FDE86-6E2B-404D-A1D0-D0EB5D761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380"/>
                <a:ext cx="71" cy="46"/>
              </a:xfrm>
              <a:custGeom>
                <a:avLst/>
                <a:gdLst>
                  <a:gd name="T0" fmla="*/ 0 w 43"/>
                  <a:gd name="T1" fmla="*/ 0 h 26"/>
                  <a:gd name="T2" fmla="*/ 76 w 43"/>
                  <a:gd name="T3" fmla="*/ 28 h 26"/>
                  <a:gd name="T4" fmla="*/ 145 w 43"/>
                  <a:gd name="T5" fmla="*/ 73 h 26"/>
                  <a:gd name="T6" fmla="*/ 175 w 43"/>
                  <a:gd name="T7" fmla="*/ 115 h 26"/>
                  <a:gd name="T8" fmla="*/ 193 w 43"/>
                  <a:gd name="T9" fmla="*/ 14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6">
                    <a:moveTo>
                      <a:pt x="0" y="0"/>
                    </a:moveTo>
                    <a:cubicBezTo>
                      <a:pt x="5" y="3"/>
                      <a:pt x="12" y="3"/>
                      <a:pt x="17" y="5"/>
                    </a:cubicBezTo>
                    <a:cubicBezTo>
                      <a:pt x="23" y="7"/>
                      <a:pt x="28" y="10"/>
                      <a:pt x="32" y="13"/>
                    </a:cubicBezTo>
                    <a:cubicBezTo>
                      <a:pt x="35" y="16"/>
                      <a:pt x="38" y="18"/>
                      <a:pt x="39" y="21"/>
                    </a:cubicBezTo>
                    <a:cubicBezTo>
                      <a:pt x="41" y="23"/>
                      <a:pt x="41" y="25"/>
                      <a:pt x="43" y="2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72" name="Freeform 963">
                <a:extLst>
                  <a:ext uri="{FF2B5EF4-FFF2-40B4-BE49-F238E27FC236}">
                    <a16:creationId xmlns:a16="http://schemas.microsoft.com/office/drawing/2014/main" id="{DFC83624-7911-446A-9701-0FCBF6DA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443"/>
                <a:ext cx="52" cy="68"/>
              </a:xfrm>
              <a:custGeom>
                <a:avLst/>
                <a:gdLst>
                  <a:gd name="T0" fmla="*/ 0 w 31"/>
                  <a:gd name="T1" fmla="*/ 0 h 38"/>
                  <a:gd name="T2" fmla="*/ 50 w 31"/>
                  <a:gd name="T3" fmla="*/ 64 h 38"/>
                  <a:gd name="T4" fmla="*/ 99 w 31"/>
                  <a:gd name="T5" fmla="*/ 122 h 38"/>
                  <a:gd name="T6" fmla="*/ 146 w 31"/>
                  <a:gd name="T7" fmla="*/ 21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2" y="5"/>
                      <a:pt x="7" y="8"/>
                      <a:pt x="11" y="11"/>
                    </a:cubicBezTo>
                    <a:cubicBezTo>
                      <a:pt x="15" y="14"/>
                      <a:pt x="18" y="17"/>
                      <a:pt x="21" y="21"/>
                    </a:cubicBezTo>
                    <a:cubicBezTo>
                      <a:pt x="26" y="27"/>
                      <a:pt x="28" y="32"/>
                      <a:pt x="31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73" name="Freeform 964">
                <a:extLst>
                  <a:ext uri="{FF2B5EF4-FFF2-40B4-BE49-F238E27FC236}">
                    <a16:creationId xmlns:a16="http://schemas.microsoft.com/office/drawing/2014/main" id="{3F9774F5-CADB-4023-A370-580358D69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50"/>
                <a:ext cx="69" cy="39"/>
              </a:xfrm>
              <a:custGeom>
                <a:avLst/>
                <a:gdLst>
                  <a:gd name="T0" fmla="*/ 0 w 42"/>
                  <a:gd name="T1" fmla="*/ 7 h 22"/>
                  <a:gd name="T2" fmla="*/ 54 w 42"/>
                  <a:gd name="T3" fmla="*/ 0 h 22"/>
                  <a:gd name="T4" fmla="*/ 102 w 42"/>
                  <a:gd name="T5" fmla="*/ 16 h 22"/>
                  <a:gd name="T6" fmla="*/ 156 w 42"/>
                  <a:gd name="T7" fmla="*/ 62 h 22"/>
                  <a:gd name="T8" fmla="*/ 186 w 42"/>
                  <a:gd name="T9" fmla="*/ 1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2">
                    <a:moveTo>
                      <a:pt x="0" y="1"/>
                    </a:moveTo>
                    <a:cubicBezTo>
                      <a:pt x="3" y="2"/>
                      <a:pt x="8" y="0"/>
                      <a:pt x="12" y="0"/>
                    </a:cubicBezTo>
                    <a:cubicBezTo>
                      <a:pt x="16" y="1"/>
                      <a:pt x="20" y="2"/>
                      <a:pt x="23" y="3"/>
                    </a:cubicBezTo>
                    <a:cubicBezTo>
                      <a:pt x="27" y="5"/>
                      <a:pt x="32" y="8"/>
                      <a:pt x="35" y="11"/>
                    </a:cubicBezTo>
                    <a:cubicBezTo>
                      <a:pt x="37" y="15"/>
                      <a:pt x="38" y="19"/>
                      <a:pt x="42" y="2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74" name="Freeform 965">
                <a:extLst>
                  <a:ext uri="{FF2B5EF4-FFF2-40B4-BE49-F238E27FC236}">
                    <a16:creationId xmlns:a16="http://schemas.microsoft.com/office/drawing/2014/main" id="{595A21EE-6D85-4A46-B113-EA600B613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396"/>
                <a:ext cx="63" cy="63"/>
              </a:xfrm>
              <a:custGeom>
                <a:avLst/>
                <a:gdLst>
                  <a:gd name="T0" fmla="*/ 0 w 38"/>
                  <a:gd name="T1" fmla="*/ 0 h 36"/>
                  <a:gd name="T2" fmla="*/ 75 w 38"/>
                  <a:gd name="T3" fmla="*/ 28 h 36"/>
                  <a:gd name="T4" fmla="*/ 113 w 38"/>
                  <a:gd name="T5" fmla="*/ 58 h 36"/>
                  <a:gd name="T6" fmla="*/ 154 w 38"/>
                  <a:gd name="T7" fmla="*/ 135 h 36"/>
                  <a:gd name="T8" fmla="*/ 172 w 38"/>
                  <a:gd name="T9" fmla="*/ 19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5" y="1"/>
                      <a:pt x="11" y="3"/>
                      <a:pt x="16" y="5"/>
                    </a:cubicBezTo>
                    <a:cubicBezTo>
                      <a:pt x="20" y="6"/>
                      <a:pt x="23" y="8"/>
                      <a:pt x="25" y="11"/>
                    </a:cubicBezTo>
                    <a:cubicBezTo>
                      <a:pt x="28" y="16"/>
                      <a:pt x="32" y="20"/>
                      <a:pt x="34" y="25"/>
                    </a:cubicBezTo>
                    <a:cubicBezTo>
                      <a:pt x="36" y="28"/>
                      <a:pt x="36" y="33"/>
                      <a:pt x="38" y="3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75" name="Freeform 966">
                <a:extLst>
                  <a:ext uri="{FF2B5EF4-FFF2-40B4-BE49-F238E27FC236}">
                    <a16:creationId xmlns:a16="http://schemas.microsoft.com/office/drawing/2014/main" id="{5D91AE8D-100A-46AB-B8B9-8C35C8337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327"/>
                <a:ext cx="85" cy="25"/>
              </a:xfrm>
              <a:custGeom>
                <a:avLst/>
                <a:gdLst>
                  <a:gd name="T0" fmla="*/ 237 w 51"/>
                  <a:gd name="T1" fmla="*/ 80 h 14"/>
                  <a:gd name="T2" fmla="*/ 175 w 51"/>
                  <a:gd name="T3" fmla="*/ 36 h 14"/>
                  <a:gd name="T4" fmla="*/ 125 w 51"/>
                  <a:gd name="T5" fmla="*/ 13 h 14"/>
                  <a:gd name="T6" fmla="*/ 0 w 51"/>
                  <a:gd name="T7" fmla="*/ 1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4">
                    <a:moveTo>
                      <a:pt x="51" y="14"/>
                    </a:moveTo>
                    <a:cubicBezTo>
                      <a:pt x="47" y="13"/>
                      <a:pt x="42" y="8"/>
                      <a:pt x="38" y="6"/>
                    </a:cubicBezTo>
                    <a:cubicBezTo>
                      <a:pt x="35" y="4"/>
                      <a:pt x="31" y="3"/>
                      <a:pt x="27" y="2"/>
                    </a:cubicBezTo>
                    <a:cubicBezTo>
                      <a:pt x="18" y="0"/>
                      <a:pt x="9" y="3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76" name="Freeform 967">
                <a:extLst>
                  <a:ext uri="{FF2B5EF4-FFF2-40B4-BE49-F238E27FC236}">
                    <a16:creationId xmlns:a16="http://schemas.microsoft.com/office/drawing/2014/main" id="{390B84D2-8B4B-47A3-A8D7-BFC49F7CB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316"/>
                <a:ext cx="81" cy="11"/>
              </a:xfrm>
              <a:custGeom>
                <a:avLst/>
                <a:gdLst>
                  <a:gd name="T0" fmla="*/ 0 w 49"/>
                  <a:gd name="T1" fmla="*/ 37 h 6"/>
                  <a:gd name="T2" fmla="*/ 58 w 49"/>
                  <a:gd name="T3" fmla="*/ 7 h 6"/>
                  <a:gd name="T4" fmla="*/ 122 w 49"/>
                  <a:gd name="T5" fmla="*/ 0 h 6"/>
                  <a:gd name="T6" fmla="*/ 222 w 49"/>
                  <a:gd name="T7" fmla="*/ 3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">
                    <a:moveTo>
                      <a:pt x="0" y="6"/>
                    </a:moveTo>
                    <a:cubicBezTo>
                      <a:pt x="1" y="5"/>
                      <a:pt x="10" y="2"/>
                      <a:pt x="13" y="1"/>
                    </a:cubicBezTo>
                    <a:cubicBezTo>
                      <a:pt x="17" y="0"/>
                      <a:pt x="22" y="1"/>
                      <a:pt x="27" y="0"/>
                    </a:cubicBezTo>
                    <a:cubicBezTo>
                      <a:pt x="35" y="0"/>
                      <a:pt x="42" y="2"/>
                      <a:pt x="49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77" name="Freeform 968">
                <a:extLst>
                  <a:ext uri="{FF2B5EF4-FFF2-40B4-BE49-F238E27FC236}">
                    <a16:creationId xmlns:a16="http://schemas.microsoft.com/office/drawing/2014/main" id="{F73E1812-DDA4-4C98-8831-73697FC6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569"/>
                <a:ext cx="52" cy="170"/>
              </a:xfrm>
              <a:custGeom>
                <a:avLst/>
                <a:gdLst>
                  <a:gd name="T0" fmla="*/ 0 w 31"/>
                  <a:gd name="T1" fmla="*/ 0 h 96"/>
                  <a:gd name="T2" fmla="*/ 57 w 31"/>
                  <a:gd name="T3" fmla="*/ 50 h 96"/>
                  <a:gd name="T4" fmla="*/ 96 w 31"/>
                  <a:gd name="T5" fmla="*/ 138 h 96"/>
                  <a:gd name="T6" fmla="*/ 91 w 31"/>
                  <a:gd name="T7" fmla="*/ 244 h 96"/>
                  <a:gd name="T8" fmla="*/ 109 w 31"/>
                  <a:gd name="T9" fmla="*/ 301 h 96"/>
                  <a:gd name="T10" fmla="*/ 141 w 31"/>
                  <a:gd name="T11" fmla="*/ 411 h 96"/>
                  <a:gd name="T12" fmla="*/ 133 w 31"/>
                  <a:gd name="T13" fmla="*/ 499 h 96"/>
                  <a:gd name="T14" fmla="*/ 124 w 31"/>
                  <a:gd name="T15" fmla="*/ 533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6">
                    <a:moveTo>
                      <a:pt x="0" y="0"/>
                    </a:moveTo>
                    <a:cubicBezTo>
                      <a:pt x="2" y="4"/>
                      <a:pt x="8" y="6"/>
                      <a:pt x="12" y="9"/>
                    </a:cubicBezTo>
                    <a:cubicBezTo>
                      <a:pt x="16" y="13"/>
                      <a:pt x="19" y="19"/>
                      <a:pt x="20" y="25"/>
                    </a:cubicBezTo>
                    <a:cubicBezTo>
                      <a:pt x="21" y="31"/>
                      <a:pt x="17" y="38"/>
                      <a:pt x="19" y="44"/>
                    </a:cubicBezTo>
                    <a:cubicBezTo>
                      <a:pt x="19" y="48"/>
                      <a:pt x="21" y="51"/>
                      <a:pt x="23" y="54"/>
                    </a:cubicBezTo>
                    <a:cubicBezTo>
                      <a:pt x="26" y="60"/>
                      <a:pt x="29" y="67"/>
                      <a:pt x="30" y="74"/>
                    </a:cubicBezTo>
                    <a:cubicBezTo>
                      <a:pt x="31" y="80"/>
                      <a:pt x="29" y="85"/>
                      <a:pt x="28" y="90"/>
                    </a:cubicBezTo>
                    <a:cubicBezTo>
                      <a:pt x="27" y="92"/>
                      <a:pt x="26" y="94"/>
                      <a:pt x="26" y="9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78" name="Freeform 969">
                <a:extLst>
                  <a:ext uri="{FF2B5EF4-FFF2-40B4-BE49-F238E27FC236}">
                    <a16:creationId xmlns:a16="http://schemas.microsoft.com/office/drawing/2014/main" id="{F0E6B21D-7F96-4083-BB35-2BA47CE3A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472"/>
                <a:ext cx="41" cy="60"/>
              </a:xfrm>
              <a:custGeom>
                <a:avLst/>
                <a:gdLst>
                  <a:gd name="T0" fmla="*/ 0 w 25"/>
                  <a:gd name="T1" fmla="*/ 0 h 34"/>
                  <a:gd name="T2" fmla="*/ 89 w 25"/>
                  <a:gd name="T3" fmla="*/ 49 h 34"/>
                  <a:gd name="T4" fmla="*/ 110 w 25"/>
                  <a:gd name="T5" fmla="*/ 18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7" y="0"/>
                      <a:pt x="16" y="3"/>
                      <a:pt x="20" y="9"/>
                    </a:cubicBezTo>
                    <a:cubicBezTo>
                      <a:pt x="25" y="17"/>
                      <a:pt x="25" y="25"/>
                      <a:pt x="25" y="3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79" name="Freeform 970">
                <a:extLst>
                  <a:ext uri="{FF2B5EF4-FFF2-40B4-BE49-F238E27FC236}">
                    <a16:creationId xmlns:a16="http://schemas.microsoft.com/office/drawing/2014/main" id="{E93E3E22-B841-4301-A199-9D32E6BEF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2509"/>
                <a:ext cx="35" cy="87"/>
              </a:xfrm>
              <a:custGeom>
                <a:avLst/>
                <a:gdLst>
                  <a:gd name="T0" fmla="*/ 0 w 21"/>
                  <a:gd name="T1" fmla="*/ 0 h 49"/>
                  <a:gd name="T2" fmla="*/ 42 w 21"/>
                  <a:gd name="T3" fmla="*/ 64 h 49"/>
                  <a:gd name="T4" fmla="*/ 83 w 21"/>
                  <a:gd name="T5" fmla="*/ 123 h 49"/>
                  <a:gd name="T6" fmla="*/ 92 w 21"/>
                  <a:gd name="T7" fmla="*/ 240 h 49"/>
                  <a:gd name="T8" fmla="*/ 97 w 21"/>
                  <a:gd name="T9" fmla="*/ 27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9">
                    <a:moveTo>
                      <a:pt x="0" y="0"/>
                    </a:moveTo>
                    <a:cubicBezTo>
                      <a:pt x="2" y="5"/>
                      <a:pt x="6" y="8"/>
                      <a:pt x="9" y="11"/>
                    </a:cubicBezTo>
                    <a:cubicBezTo>
                      <a:pt x="14" y="14"/>
                      <a:pt x="16" y="17"/>
                      <a:pt x="18" y="22"/>
                    </a:cubicBezTo>
                    <a:cubicBezTo>
                      <a:pt x="20" y="29"/>
                      <a:pt x="19" y="36"/>
                      <a:pt x="20" y="43"/>
                    </a:cubicBezTo>
                    <a:cubicBezTo>
                      <a:pt x="21" y="45"/>
                      <a:pt x="21" y="47"/>
                      <a:pt x="21" y="4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80" name="Freeform 971">
                <a:extLst>
                  <a:ext uri="{FF2B5EF4-FFF2-40B4-BE49-F238E27FC236}">
                    <a16:creationId xmlns:a16="http://schemas.microsoft.com/office/drawing/2014/main" id="{1DEC5094-6ED9-4037-A23E-ED8D50462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603"/>
                <a:ext cx="18" cy="77"/>
              </a:xfrm>
              <a:custGeom>
                <a:avLst/>
                <a:gdLst>
                  <a:gd name="T0" fmla="*/ 0 w 11"/>
                  <a:gd name="T1" fmla="*/ 0 h 44"/>
                  <a:gd name="T2" fmla="*/ 47 w 11"/>
                  <a:gd name="T3" fmla="*/ 142 h 44"/>
                  <a:gd name="T4" fmla="*/ 43 w 11"/>
                  <a:gd name="T5" fmla="*/ 205 h 44"/>
                  <a:gd name="T6" fmla="*/ 34 w 11"/>
                  <a:gd name="T7" fmla="*/ 23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4">
                    <a:moveTo>
                      <a:pt x="0" y="0"/>
                    </a:moveTo>
                    <a:cubicBezTo>
                      <a:pt x="4" y="9"/>
                      <a:pt x="11" y="16"/>
                      <a:pt x="11" y="26"/>
                    </a:cubicBezTo>
                    <a:cubicBezTo>
                      <a:pt x="11" y="30"/>
                      <a:pt x="10" y="34"/>
                      <a:pt x="10" y="38"/>
                    </a:cubicBezTo>
                    <a:cubicBezTo>
                      <a:pt x="9" y="40"/>
                      <a:pt x="8" y="44"/>
                      <a:pt x="8" y="4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81" name="Freeform 972">
                <a:extLst>
                  <a:ext uri="{FF2B5EF4-FFF2-40B4-BE49-F238E27FC236}">
                    <a16:creationId xmlns:a16="http://schemas.microsoft.com/office/drawing/2014/main" id="{119D634F-1D9A-4BCC-96C4-FB197A842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2564"/>
                <a:ext cx="23" cy="69"/>
              </a:xfrm>
              <a:custGeom>
                <a:avLst/>
                <a:gdLst>
                  <a:gd name="T0" fmla="*/ 0 w 14"/>
                  <a:gd name="T1" fmla="*/ 0 h 39"/>
                  <a:gd name="T2" fmla="*/ 49 w 14"/>
                  <a:gd name="T3" fmla="*/ 94 h 39"/>
                  <a:gd name="T4" fmla="*/ 62 w 14"/>
                  <a:gd name="T5" fmla="*/ 166 h 39"/>
                  <a:gd name="T6" fmla="*/ 62 w 14"/>
                  <a:gd name="T7" fmla="*/ 21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5" y="5"/>
                      <a:pt x="9" y="10"/>
                      <a:pt x="11" y="17"/>
                    </a:cubicBezTo>
                    <a:cubicBezTo>
                      <a:pt x="13" y="22"/>
                      <a:pt x="13" y="26"/>
                      <a:pt x="14" y="30"/>
                    </a:cubicBezTo>
                    <a:cubicBezTo>
                      <a:pt x="14" y="33"/>
                      <a:pt x="13" y="36"/>
                      <a:pt x="14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82" name="Freeform 973">
                <a:extLst>
                  <a:ext uri="{FF2B5EF4-FFF2-40B4-BE49-F238E27FC236}">
                    <a16:creationId xmlns:a16="http://schemas.microsoft.com/office/drawing/2014/main" id="{17D55418-32C7-4925-8593-0390B4520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739"/>
                <a:ext cx="103" cy="293"/>
              </a:xfrm>
              <a:custGeom>
                <a:avLst/>
                <a:gdLst>
                  <a:gd name="T0" fmla="*/ 262 w 62"/>
                  <a:gd name="T1" fmla="*/ 0 h 166"/>
                  <a:gd name="T2" fmla="*/ 284 w 62"/>
                  <a:gd name="T3" fmla="*/ 152 h 166"/>
                  <a:gd name="T4" fmla="*/ 279 w 62"/>
                  <a:gd name="T5" fmla="*/ 215 h 166"/>
                  <a:gd name="T6" fmla="*/ 251 w 62"/>
                  <a:gd name="T7" fmla="*/ 265 h 166"/>
                  <a:gd name="T8" fmla="*/ 249 w 62"/>
                  <a:gd name="T9" fmla="*/ 387 h 166"/>
                  <a:gd name="T10" fmla="*/ 209 w 62"/>
                  <a:gd name="T11" fmla="*/ 538 h 166"/>
                  <a:gd name="T12" fmla="*/ 159 w 62"/>
                  <a:gd name="T13" fmla="*/ 616 h 166"/>
                  <a:gd name="T14" fmla="*/ 116 w 62"/>
                  <a:gd name="T15" fmla="*/ 807 h 166"/>
                  <a:gd name="T16" fmla="*/ 42 w 62"/>
                  <a:gd name="T17" fmla="*/ 879 h 166"/>
                  <a:gd name="T18" fmla="*/ 0 w 62"/>
                  <a:gd name="T19" fmla="*/ 913 h 1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166">
                    <a:moveTo>
                      <a:pt x="57" y="0"/>
                    </a:moveTo>
                    <a:cubicBezTo>
                      <a:pt x="57" y="9"/>
                      <a:pt x="61" y="19"/>
                      <a:pt x="62" y="28"/>
                    </a:cubicBezTo>
                    <a:cubicBezTo>
                      <a:pt x="62" y="32"/>
                      <a:pt x="62" y="36"/>
                      <a:pt x="61" y="39"/>
                    </a:cubicBezTo>
                    <a:cubicBezTo>
                      <a:pt x="60" y="43"/>
                      <a:pt x="57" y="45"/>
                      <a:pt x="55" y="48"/>
                    </a:cubicBezTo>
                    <a:cubicBezTo>
                      <a:pt x="51" y="54"/>
                      <a:pt x="54" y="63"/>
                      <a:pt x="54" y="70"/>
                    </a:cubicBezTo>
                    <a:cubicBezTo>
                      <a:pt x="54" y="80"/>
                      <a:pt x="54" y="91"/>
                      <a:pt x="46" y="98"/>
                    </a:cubicBezTo>
                    <a:cubicBezTo>
                      <a:pt x="41" y="102"/>
                      <a:pt x="36" y="106"/>
                      <a:pt x="35" y="112"/>
                    </a:cubicBezTo>
                    <a:cubicBezTo>
                      <a:pt x="31" y="124"/>
                      <a:pt x="33" y="137"/>
                      <a:pt x="25" y="147"/>
                    </a:cubicBezTo>
                    <a:cubicBezTo>
                      <a:pt x="21" y="152"/>
                      <a:pt x="15" y="157"/>
                      <a:pt x="9" y="160"/>
                    </a:cubicBezTo>
                    <a:cubicBezTo>
                      <a:pt x="6" y="161"/>
                      <a:pt x="2" y="163"/>
                      <a:pt x="0" y="16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83" name="Freeform 974">
                <a:extLst>
                  <a:ext uri="{FF2B5EF4-FFF2-40B4-BE49-F238E27FC236}">
                    <a16:creationId xmlns:a16="http://schemas.microsoft.com/office/drawing/2014/main" id="{5800A8B5-68CB-49F8-A6F8-117CF7195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3137"/>
                <a:ext cx="287" cy="49"/>
              </a:xfrm>
              <a:custGeom>
                <a:avLst/>
                <a:gdLst>
                  <a:gd name="T0" fmla="*/ 0 w 173"/>
                  <a:gd name="T1" fmla="*/ 0 h 28"/>
                  <a:gd name="T2" fmla="*/ 83 w 173"/>
                  <a:gd name="T3" fmla="*/ 102 h 28"/>
                  <a:gd name="T4" fmla="*/ 192 w 173"/>
                  <a:gd name="T5" fmla="*/ 93 h 28"/>
                  <a:gd name="T6" fmla="*/ 289 w 173"/>
                  <a:gd name="T7" fmla="*/ 102 h 28"/>
                  <a:gd name="T8" fmla="*/ 448 w 173"/>
                  <a:gd name="T9" fmla="*/ 123 h 28"/>
                  <a:gd name="T10" fmla="*/ 521 w 173"/>
                  <a:gd name="T11" fmla="*/ 93 h 28"/>
                  <a:gd name="T12" fmla="*/ 561 w 173"/>
                  <a:gd name="T13" fmla="*/ 107 h 28"/>
                  <a:gd name="T14" fmla="*/ 650 w 173"/>
                  <a:gd name="T15" fmla="*/ 119 h 28"/>
                  <a:gd name="T16" fmla="*/ 790 w 173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3" h="28">
                    <a:moveTo>
                      <a:pt x="0" y="0"/>
                    </a:moveTo>
                    <a:cubicBezTo>
                      <a:pt x="3" y="5"/>
                      <a:pt x="12" y="15"/>
                      <a:pt x="18" y="19"/>
                    </a:cubicBezTo>
                    <a:cubicBezTo>
                      <a:pt x="26" y="23"/>
                      <a:pt x="34" y="20"/>
                      <a:pt x="42" y="17"/>
                    </a:cubicBezTo>
                    <a:cubicBezTo>
                      <a:pt x="50" y="14"/>
                      <a:pt x="55" y="17"/>
                      <a:pt x="63" y="19"/>
                    </a:cubicBezTo>
                    <a:cubicBezTo>
                      <a:pt x="76" y="23"/>
                      <a:pt x="85" y="28"/>
                      <a:pt x="98" y="23"/>
                    </a:cubicBezTo>
                    <a:cubicBezTo>
                      <a:pt x="104" y="20"/>
                      <a:pt x="108" y="16"/>
                      <a:pt x="114" y="17"/>
                    </a:cubicBezTo>
                    <a:cubicBezTo>
                      <a:pt x="117" y="17"/>
                      <a:pt x="120" y="19"/>
                      <a:pt x="123" y="20"/>
                    </a:cubicBezTo>
                    <a:cubicBezTo>
                      <a:pt x="129" y="22"/>
                      <a:pt x="136" y="23"/>
                      <a:pt x="142" y="22"/>
                    </a:cubicBezTo>
                    <a:cubicBezTo>
                      <a:pt x="153" y="21"/>
                      <a:pt x="167" y="11"/>
                      <a:pt x="17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84" name="Freeform 975">
                <a:extLst>
                  <a:ext uri="{FF2B5EF4-FFF2-40B4-BE49-F238E27FC236}">
                    <a16:creationId xmlns:a16="http://schemas.microsoft.com/office/drawing/2014/main" id="{9CFF1990-4230-458F-92B2-B1B9F6AE7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3034"/>
                <a:ext cx="141" cy="104"/>
              </a:xfrm>
              <a:custGeom>
                <a:avLst/>
                <a:gdLst>
                  <a:gd name="T0" fmla="*/ 388 w 85"/>
                  <a:gd name="T1" fmla="*/ 0 h 59"/>
                  <a:gd name="T2" fmla="*/ 342 w 85"/>
                  <a:gd name="T3" fmla="*/ 78 h 59"/>
                  <a:gd name="T4" fmla="*/ 300 w 85"/>
                  <a:gd name="T5" fmla="*/ 137 h 59"/>
                  <a:gd name="T6" fmla="*/ 250 w 85"/>
                  <a:gd name="T7" fmla="*/ 152 h 59"/>
                  <a:gd name="T8" fmla="*/ 214 w 85"/>
                  <a:gd name="T9" fmla="*/ 196 h 59"/>
                  <a:gd name="T10" fmla="*/ 100 w 85"/>
                  <a:gd name="T11" fmla="*/ 308 h 59"/>
                  <a:gd name="T12" fmla="*/ 0 w 85"/>
                  <a:gd name="T13" fmla="*/ 31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59">
                    <a:moveTo>
                      <a:pt x="85" y="0"/>
                    </a:moveTo>
                    <a:cubicBezTo>
                      <a:pt x="82" y="0"/>
                      <a:pt x="77" y="11"/>
                      <a:pt x="75" y="14"/>
                    </a:cubicBezTo>
                    <a:cubicBezTo>
                      <a:pt x="73" y="19"/>
                      <a:pt x="71" y="22"/>
                      <a:pt x="66" y="25"/>
                    </a:cubicBezTo>
                    <a:cubicBezTo>
                      <a:pt x="63" y="26"/>
                      <a:pt x="59" y="27"/>
                      <a:pt x="55" y="28"/>
                    </a:cubicBezTo>
                    <a:cubicBezTo>
                      <a:pt x="50" y="29"/>
                      <a:pt x="49" y="31"/>
                      <a:pt x="47" y="36"/>
                    </a:cubicBezTo>
                    <a:cubicBezTo>
                      <a:pt x="41" y="47"/>
                      <a:pt x="35" y="54"/>
                      <a:pt x="22" y="56"/>
                    </a:cubicBezTo>
                    <a:cubicBezTo>
                      <a:pt x="15" y="57"/>
                      <a:pt x="7" y="59"/>
                      <a:pt x="0" y="5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85" name="Freeform 976">
                <a:extLst>
                  <a:ext uri="{FF2B5EF4-FFF2-40B4-BE49-F238E27FC236}">
                    <a16:creationId xmlns:a16="http://schemas.microsoft.com/office/drawing/2014/main" id="{FF93DDA1-58A6-4D6A-843E-9F5419356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2680"/>
                <a:ext cx="23" cy="105"/>
              </a:xfrm>
              <a:custGeom>
                <a:avLst/>
                <a:gdLst>
                  <a:gd name="T0" fmla="*/ 0 w 14"/>
                  <a:gd name="T1" fmla="*/ 0 h 59"/>
                  <a:gd name="T2" fmla="*/ 54 w 14"/>
                  <a:gd name="T3" fmla="*/ 194 h 59"/>
                  <a:gd name="T4" fmla="*/ 8 w 14"/>
                  <a:gd name="T5" fmla="*/ 3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9">
                    <a:moveTo>
                      <a:pt x="0" y="0"/>
                    </a:moveTo>
                    <a:cubicBezTo>
                      <a:pt x="5" y="11"/>
                      <a:pt x="14" y="21"/>
                      <a:pt x="12" y="34"/>
                    </a:cubicBezTo>
                    <a:cubicBezTo>
                      <a:pt x="10" y="42"/>
                      <a:pt x="6" y="52"/>
                      <a:pt x="2" y="5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86" name="Freeform 977">
                <a:extLst>
                  <a:ext uri="{FF2B5EF4-FFF2-40B4-BE49-F238E27FC236}">
                    <a16:creationId xmlns:a16="http://schemas.microsoft.com/office/drawing/2014/main" id="{4BED1A64-FFE1-4F4A-91B9-B23118096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900"/>
                <a:ext cx="39" cy="85"/>
              </a:xfrm>
              <a:custGeom>
                <a:avLst/>
                <a:gdLst>
                  <a:gd name="T0" fmla="*/ 107 w 23"/>
                  <a:gd name="T1" fmla="*/ 0 h 48"/>
                  <a:gd name="T2" fmla="*/ 0 w 23"/>
                  <a:gd name="T3" fmla="*/ 26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8">
                    <a:moveTo>
                      <a:pt x="22" y="0"/>
                    </a:moveTo>
                    <a:cubicBezTo>
                      <a:pt x="23" y="19"/>
                      <a:pt x="16" y="37"/>
                      <a:pt x="0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87" name="Freeform 978">
                <a:extLst>
                  <a:ext uri="{FF2B5EF4-FFF2-40B4-BE49-F238E27FC236}">
                    <a16:creationId xmlns:a16="http://schemas.microsoft.com/office/drawing/2014/main" id="{CCE678CA-C6D5-4034-B3E1-7F99AA955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002"/>
                <a:ext cx="65" cy="73"/>
              </a:xfrm>
              <a:custGeom>
                <a:avLst/>
                <a:gdLst>
                  <a:gd name="T0" fmla="*/ 180 w 39"/>
                  <a:gd name="T1" fmla="*/ 0 h 41"/>
                  <a:gd name="T2" fmla="*/ 83 w 39"/>
                  <a:gd name="T3" fmla="*/ 187 h 41"/>
                  <a:gd name="T4" fmla="*/ 0 w 39"/>
                  <a:gd name="T5" fmla="*/ 23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0"/>
                    </a:moveTo>
                    <a:cubicBezTo>
                      <a:pt x="33" y="11"/>
                      <a:pt x="29" y="25"/>
                      <a:pt x="18" y="33"/>
                    </a:cubicBezTo>
                    <a:cubicBezTo>
                      <a:pt x="12" y="37"/>
                      <a:pt x="6" y="39"/>
                      <a:pt x="0" y="4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88" name="Freeform 979">
                <a:extLst>
                  <a:ext uri="{FF2B5EF4-FFF2-40B4-BE49-F238E27FC236}">
                    <a16:creationId xmlns:a16="http://schemas.microsoft.com/office/drawing/2014/main" id="{FB4B9790-4E48-4C39-ABCA-7AB0923D5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3131"/>
                <a:ext cx="93" cy="48"/>
              </a:xfrm>
              <a:custGeom>
                <a:avLst/>
                <a:gdLst>
                  <a:gd name="T0" fmla="*/ 256 w 56"/>
                  <a:gd name="T1" fmla="*/ 0 h 27"/>
                  <a:gd name="T2" fmla="*/ 221 w 56"/>
                  <a:gd name="T3" fmla="*/ 44 h 27"/>
                  <a:gd name="T4" fmla="*/ 168 w 56"/>
                  <a:gd name="T5" fmla="*/ 89 h 27"/>
                  <a:gd name="T6" fmla="*/ 83 w 56"/>
                  <a:gd name="T7" fmla="*/ 107 h 27"/>
                  <a:gd name="T8" fmla="*/ 0 w 56"/>
                  <a:gd name="T9" fmla="*/ 13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0"/>
                    </a:moveTo>
                    <a:cubicBezTo>
                      <a:pt x="56" y="3"/>
                      <a:pt x="50" y="6"/>
                      <a:pt x="48" y="8"/>
                    </a:cubicBezTo>
                    <a:cubicBezTo>
                      <a:pt x="45" y="11"/>
                      <a:pt x="41" y="14"/>
                      <a:pt x="37" y="16"/>
                    </a:cubicBezTo>
                    <a:cubicBezTo>
                      <a:pt x="31" y="18"/>
                      <a:pt x="25" y="18"/>
                      <a:pt x="18" y="19"/>
                    </a:cubicBezTo>
                    <a:cubicBezTo>
                      <a:pt x="14" y="20"/>
                      <a:pt x="5" y="27"/>
                      <a:pt x="0" y="2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89" name="Freeform 980">
                <a:extLst>
                  <a:ext uri="{FF2B5EF4-FFF2-40B4-BE49-F238E27FC236}">
                    <a16:creationId xmlns:a16="http://schemas.microsoft.com/office/drawing/2014/main" id="{D080D642-5A94-4418-A50D-11672E369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634"/>
                <a:ext cx="20" cy="85"/>
              </a:xfrm>
              <a:custGeom>
                <a:avLst/>
                <a:gdLst>
                  <a:gd name="T0" fmla="*/ 0 w 12"/>
                  <a:gd name="T1" fmla="*/ 0 h 48"/>
                  <a:gd name="T2" fmla="*/ 42 w 12"/>
                  <a:gd name="T3" fmla="*/ 135 h 48"/>
                  <a:gd name="T4" fmla="*/ 37 w 12"/>
                  <a:gd name="T5" fmla="*/ 26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0" y="0"/>
                    </a:moveTo>
                    <a:cubicBezTo>
                      <a:pt x="5" y="6"/>
                      <a:pt x="9" y="16"/>
                      <a:pt x="9" y="24"/>
                    </a:cubicBezTo>
                    <a:cubicBezTo>
                      <a:pt x="10" y="30"/>
                      <a:pt x="12" y="42"/>
                      <a:pt x="8" y="4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90" name="Freeform 981">
                <a:extLst>
                  <a:ext uri="{FF2B5EF4-FFF2-40B4-BE49-F238E27FC236}">
                    <a16:creationId xmlns:a16="http://schemas.microsoft.com/office/drawing/2014/main" id="{69FD6E4D-C470-4F6D-BE9C-378F032B0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2801"/>
                <a:ext cx="20" cy="95"/>
              </a:xfrm>
              <a:custGeom>
                <a:avLst/>
                <a:gdLst>
                  <a:gd name="T0" fmla="*/ 42 w 12"/>
                  <a:gd name="T1" fmla="*/ 0 h 54"/>
                  <a:gd name="T2" fmla="*/ 50 w 12"/>
                  <a:gd name="T3" fmla="*/ 99 h 54"/>
                  <a:gd name="T4" fmla="*/ 42 w 12"/>
                  <a:gd name="T5" fmla="*/ 192 h 54"/>
                  <a:gd name="T6" fmla="*/ 0 w 12"/>
                  <a:gd name="T7" fmla="*/ 29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4">
                    <a:moveTo>
                      <a:pt x="9" y="0"/>
                    </a:moveTo>
                    <a:cubicBezTo>
                      <a:pt x="8" y="6"/>
                      <a:pt x="11" y="12"/>
                      <a:pt x="11" y="18"/>
                    </a:cubicBezTo>
                    <a:cubicBezTo>
                      <a:pt x="12" y="24"/>
                      <a:pt x="10" y="29"/>
                      <a:pt x="9" y="35"/>
                    </a:cubicBezTo>
                    <a:cubicBezTo>
                      <a:pt x="7" y="42"/>
                      <a:pt x="4" y="49"/>
                      <a:pt x="0" y="5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91" name="Freeform 982">
                <a:extLst>
                  <a:ext uri="{FF2B5EF4-FFF2-40B4-BE49-F238E27FC236}">
                    <a16:creationId xmlns:a16="http://schemas.microsoft.com/office/drawing/2014/main" id="{56D857BB-C215-4653-9EA1-DCBC3E60B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739"/>
                <a:ext cx="18" cy="102"/>
              </a:xfrm>
              <a:custGeom>
                <a:avLst/>
                <a:gdLst>
                  <a:gd name="T0" fmla="*/ 26 w 11"/>
                  <a:gd name="T1" fmla="*/ 0 h 58"/>
                  <a:gd name="T2" fmla="*/ 43 w 11"/>
                  <a:gd name="T3" fmla="*/ 86 h 58"/>
                  <a:gd name="T4" fmla="*/ 41 w 11"/>
                  <a:gd name="T5" fmla="*/ 186 h 58"/>
                  <a:gd name="T6" fmla="*/ 21 w 11"/>
                  <a:gd name="T7" fmla="*/ 266 h 58"/>
                  <a:gd name="T8" fmla="*/ 0 w 11"/>
                  <a:gd name="T9" fmla="*/ 3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8">
                    <a:moveTo>
                      <a:pt x="6" y="0"/>
                    </a:moveTo>
                    <a:cubicBezTo>
                      <a:pt x="5" y="5"/>
                      <a:pt x="9" y="11"/>
                      <a:pt x="10" y="16"/>
                    </a:cubicBezTo>
                    <a:cubicBezTo>
                      <a:pt x="11" y="22"/>
                      <a:pt x="10" y="28"/>
                      <a:pt x="9" y="34"/>
                    </a:cubicBezTo>
                    <a:cubicBezTo>
                      <a:pt x="8" y="39"/>
                      <a:pt x="8" y="44"/>
                      <a:pt x="5" y="49"/>
                    </a:cubicBezTo>
                    <a:cubicBezTo>
                      <a:pt x="3" y="53"/>
                      <a:pt x="1" y="55"/>
                      <a:pt x="0" y="5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92" name="Freeform 983">
                <a:extLst>
                  <a:ext uri="{FF2B5EF4-FFF2-40B4-BE49-F238E27FC236}">
                    <a16:creationId xmlns:a16="http://schemas.microsoft.com/office/drawing/2014/main" id="{AB1EAA2A-C46A-4951-A6D7-23FE94BDC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2958"/>
                <a:ext cx="46" cy="74"/>
              </a:xfrm>
              <a:custGeom>
                <a:avLst/>
                <a:gdLst>
                  <a:gd name="T0" fmla="*/ 125 w 28"/>
                  <a:gd name="T1" fmla="*/ 0 h 42"/>
                  <a:gd name="T2" fmla="*/ 84 w 28"/>
                  <a:gd name="T3" fmla="*/ 127 h 42"/>
                  <a:gd name="T4" fmla="*/ 0 w 28"/>
                  <a:gd name="T5" fmla="*/ 22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8" y="0"/>
                    </a:moveTo>
                    <a:cubicBezTo>
                      <a:pt x="27" y="8"/>
                      <a:pt x="24" y="15"/>
                      <a:pt x="19" y="23"/>
                    </a:cubicBezTo>
                    <a:cubicBezTo>
                      <a:pt x="14" y="31"/>
                      <a:pt x="5" y="35"/>
                      <a:pt x="0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93" name="Freeform 984">
                <a:extLst>
                  <a:ext uri="{FF2B5EF4-FFF2-40B4-BE49-F238E27FC236}">
                    <a16:creationId xmlns:a16="http://schemas.microsoft.com/office/drawing/2014/main" id="{CAD3C9E9-5B4B-480B-AE63-C40E7BD67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2848"/>
                <a:ext cx="34" cy="105"/>
              </a:xfrm>
              <a:custGeom>
                <a:avLst/>
                <a:gdLst>
                  <a:gd name="T0" fmla="*/ 76 w 21"/>
                  <a:gd name="T1" fmla="*/ 0 h 59"/>
                  <a:gd name="T2" fmla="*/ 63 w 21"/>
                  <a:gd name="T3" fmla="*/ 219 h 59"/>
                  <a:gd name="T4" fmla="*/ 0 w 21"/>
                  <a:gd name="T5" fmla="*/ 3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9">
                    <a:moveTo>
                      <a:pt x="18" y="0"/>
                    </a:moveTo>
                    <a:cubicBezTo>
                      <a:pt x="18" y="14"/>
                      <a:pt x="21" y="25"/>
                      <a:pt x="15" y="39"/>
                    </a:cubicBezTo>
                    <a:cubicBezTo>
                      <a:pt x="12" y="46"/>
                      <a:pt x="6" y="55"/>
                      <a:pt x="0" y="5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94" name="Freeform 985">
                <a:extLst>
                  <a:ext uri="{FF2B5EF4-FFF2-40B4-BE49-F238E27FC236}">
                    <a16:creationId xmlns:a16="http://schemas.microsoft.com/office/drawing/2014/main" id="{08487A56-3614-4F39-A6DC-BCBC6E8B1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3073"/>
                <a:ext cx="63" cy="51"/>
              </a:xfrm>
              <a:custGeom>
                <a:avLst/>
                <a:gdLst>
                  <a:gd name="T0" fmla="*/ 172 w 38"/>
                  <a:gd name="T1" fmla="*/ 0 h 29"/>
                  <a:gd name="T2" fmla="*/ 88 w 38"/>
                  <a:gd name="T3" fmla="*/ 114 h 29"/>
                  <a:gd name="T4" fmla="*/ 0 w 38"/>
                  <a:gd name="T5" fmla="*/ 15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29" y="3"/>
                      <a:pt x="26" y="15"/>
                      <a:pt x="19" y="21"/>
                    </a:cubicBezTo>
                    <a:cubicBezTo>
                      <a:pt x="14" y="26"/>
                      <a:pt x="6" y="26"/>
                      <a:pt x="0" y="2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95" name="Freeform 986">
                <a:extLst>
                  <a:ext uri="{FF2B5EF4-FFF2-40B4-BE49-F238E27FC236}">
                    <a16:creationId xmlns:a16="http://schemas.microsoft.com/office/drawing/2014/main" id="{2B8E86D8-772B-4F3E-A482-CB101E4F2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3177"/>
                <a:ext cx="96" cy="14"/>
              </a:xfrm>
              <a:custGeom>
                <a:avLst/>
                <a:gdLst>
                  <a:gd name="T0" fmla="*/ 263 w 58"/>
                  <a:gd name="T1" fmla="*/ 0 h 8"/>
                  <a:gd name="T2" fmla="*/ 180 w 58"/>
                  <a:gd name="T3" fmla="*/ 33 h 8"/>
                  <a:gd name="T4" fmla="*/ 91 w 58"/>
                  <a:gd name="T5" fmla="*/ 28 h 8"/>
                  <a:gd name="T6" fmla="*/ 0 w 58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">
                    <a:moveTo>
                      <a:pt x="58" y="0"/>
                    </a:moveTo>
                    <a:cubicBezTo>
                      <a:pt x="54" y="3"/>
                      <a:pt x="45" y="5"/>
                      <a:pt x="40" y="6"/>
                    </a:cubicBezTo>
                    <a:cubicBezTo>
                      <a:pt x="33" y="8"/>
                      <a:pt x="26" y="6"/>
                      <a:pt x="20" y="5"/>
                    </a:cubicBezTo>
                    <a:cubicBezTo>
                      <a:pt x="16" y="4"/>
                      <a:pt x="2" y="6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96" name="Freeform 987">
                <a:extLst>
                  <a:ext uri="{FF2B5EF4-FFF2-40B4-BE49-F238E27FC236}">
                    <a16:creationId xmlns:a16="http://schemas.microsoft.com/office/drawing/2014/main" id="{4147DA15-50F4-46B8-830D-8235913BF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3105"/>
                <a:ext cx="67" cy="48"/>
              </a:xfrm>
              <a:custGeom>
                <a:avLst/>
                <a:gdLst>
                  <a:gd name="T0" fmla="*/ 188 w 40"/>
                  <a:gd name="T1" fmla="*/ 0 h 27"/>
                  <a:gd name="T2" fmla="*/ 95 w 40"/>
                  <a:gd name="T3" fmla="*/ 107 h 27"/>
                  <a:gd name="T4" fmla="*/ 0 w 40"/>
                  <a:gd name="T5" fmla="*/ 14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7">
                    <a:moveTo>
                      <a:pt x="40" y="0"/>
                    </a:moveTo>
                    <a:cubicBezTo>
                      <a:pt x="39" y="10"/>
                      <a:pt x="27" y="15"/>
                      <a:pt x="20" y="19"/>
                    </a:cubicBezTo>
                    <a:cubicBezTo>
                      <a:pt x="14" y="23"/>
                      <a:pt x="7" y="27"/>
                      <a:pt x="0" y="2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97" name="Freeform 988">
                <a:extLst>
                  <a:ext uri="{FF2B5EF4-FFF2-40B4-BE49-F238E27FC236}">
                    <a16:creationId xmlns:a16="http://schemas.microsoft.com/office/drawing/2014/main" id="{67B7C79A-E207-4707-9C58-4AF87EF1F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3057"/>
                <a:ext cx="64" cy="58"/>
              </a:xfrm>
              <a:custGeom>
                <a:avLst/>
                <a:gdLst>
                  <a:gd name="T0" fmla="*/ 172 w 39"/>
                  <a:gd name="T1" fmla="*/ 0 h 33"/>
                  <a:gd name="T2" fmla="*/ 151 w 39"/>
                  <a:gd name="T3" fmla="*/ 56 h 33"/>
                  <a:gd name="T4" fmla="*/ 105 w 39"/>
                  <a:gd name="T5" fmla="*/ 109 h 33"/>
                  <a:gd name="T6" fmla="*/ 0 w 39"/>
                  <a:gd name="T7" fmla="*/ 17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3">
                    <a:moveTo>
                      <a:pt x="39" y="0"/>
                    </a:moveTo>
                    <a:cubicBezTo>
                      <a:pt x="37" y="3"/>
                      <a:pt x="36" y="7"/>
                      <a:pt x="34" y="10"/>
                    </a:cubicBezTo>
                    <a:cubicBezTo>
                      <a:pt x="31" y="14"/>
                      <a:pt x="28" y="17"/>
                      <a:pt x="24" y="20"/>
                    </a:cubicBezTo>
                    <a:cubicBezTo>
                      <a:pt x="16" y="25"/>
                      <a:pt x="8" y="28"/>
                      <a:pt x="0" y="3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98" name="Freeform 989">
                <a:extLst>
                  <a:ext uri="{FF2B5EF4-FFF2-40B4-BE49-F238E27FC236}">
                    <a16:creationId xmlns:a16="http://schemas.microsoft.com/office/drawing/2014/main" id="{36C0ADAC-EFB0-42CE-9D6F-33701B09C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3176"/>
                <a:ext cx="83" cy="12"/>
              </a:xfrm>
              <a:custGeom>
                <a:avLst/>
                <a:gdLst>
                  <a:gd name="T0" fmla="*/ 0 w 50"/>
                  <a:gd name="T1" fmla="*/ 0 h 7"/>
                  <a:gd name="T2" fmla="*/ 55 w 50"/>
                  <a:gd name="T3" fmla="*/ 26 h 7"/>
                  <a:gd name="T4" fmla="*/ 146 w 50"/>
                  <a:gd name="T5" fmla="*/ 29 h 7"/>
                  <a:gd name="T6" fmla="*/ 229 w 50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">
                    <a:moveTo>
                      <a:pt x="0" y="0"/>
                    </a:moveTo>
                    <a:cubicBezTo>
                      <a:pt x="4" y="1"/>
                      <a:pt x="8" y="4"/>
                      <a:pt x="12" y="5"/>
                    </a:cubicBezTo>
                    <a:cubicBezTo>
                      <a:pt x="18" y="7"/>
                      <a:pt x="26" y="7"/>
                      <a:pt x="32" y="6"/>
                    </a:cubicBezTo>
                    <a:cubicBezTo>
                      <a:pt x="38" y="5"/>
                      <a:pt x="44" y="4"/>
                      <a:pt x="5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99" name="Freeform 990">
                <a:extLst>
                  <a:ext uri="{FF2B5EF4-FFF2-40B4-BE49-F238E27FC236}">
                    <a16:creationId xmlns:a16="http://schemas.microsoft.com/office/drawing/2014/main" id="{124598CE-3035-472A-A912-5ED7ACA10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3133"/>
                <a:ext cx="67" cy="34"/>
              </a:xfrm>
              <a:custGeom>
                <a:avLst/>
                <a:gdLst>
                  <a:gd name="T0" fmla="*/ 188 w 40"/>
                  <a:gd name="T1" fmla="*/ 109 h 19"/>
                  <a:gd name="T2" fmla="*/ 0 w 40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9">
                    <a:moveTo>
                      <a:pt x="40" y="19"/>
                    </a:moveTo>
                    <a:cubicBezTo>
                      <a:pt x="30" y="12"/>
                      <a:pt x="4" y="1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00" name="Freeform 991">
                <a:extLst>
                  <a:ext uri="{FF2B5EF4-FFF2-40B4-BE49-F238E27FC236}">
                    <a16:creationId xmlns:a16="http://schemas.microsoft.com/office/drawing/2014/main" id="{1F7F41A7-A22F-461A-85DC-63E3E1F5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188"/>
                <a:ext cx="92" cy="14"/>
              </a:xfrm>
              <a:custGeom>
                <a:avLst/>
                <a:gdLst>
                  <a:gd name="T0" fmla="*/ 0 w 55"/>
                  <a:gd name="T1" fmla="*/ 0 h 8"/>
                  <a:gd name="T2" fmla="*/ 120 w 55"/>
                  <a:gd name="T3" fmla="*/ 37 h 8"/>
                  <a:gd name="T4" fmla="*/ 258 w 55"/>
                  <a:gd name="T5" fmla="*/ 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8">
                    <a:moveTo>
                      <a:pt x="0" y="0"/>
                    </a:moveTo>
                    <a:cubicBezTo>
                      <a:pt x="7" y="8"/>
                      <a:pt x="16" y="8"/>
                      <a:pt x="26" y="7"/>
                    </a:cubicBezTo>
                    <a:cubicBezTo>
                      <a:pt x="35" y="7"/>
                      <a:pt x="47" y="5"/>
                      <a:pt x="55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01" name="Freeform 992">
                <a:extLst>
                  <a:ext uri="{FF2B5EF4-FFF2-40B4-BE49-F238E27FC236}">
                    <a16:creationId xmlns:a16="http://schemas.microsoft.com/office/drawing/2014/main" id="{42370A06-4655-498A-91AB-B7653652F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3158"/>
                <a:ext cx="73" cy="30"/>
              </a:xfrm>
              <a:custGeom>
                <a:avLst/>
                <a:gdLst>
                  <a:gd name="T0" fmla="*/ 201 w 44"/>
                  <a:gd name="T1" fmla="*/ 94 h 17"/>
                  <a:gd name="T2" fmla="*/ 126 w 44"/>
                  <a:gd name="T3" fmla="*/ 86 h 17"/>
                  <a:gd name="T4" fmla="*/ 75 w 44"/>
                  <a:gd name="T5" fmla="*/ 72 h 17"/>
                  <a:gd name="T6" fmla="*/ 28 w 44"/>
                  <a:gd name="T7" fmla="*/ 37 h 17"/>
                  <a:gd name="T8" fmla="*/ 0 w 4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7">
                    <a:moveTo>
                      <a:pt x="44" y="17"/>
                    </a:moveTo>
                    <a:cubicBezTo>
                      <a:pt x="39" y="15"/>
                      <a:pt x="33" y="17"/>
                      <a:pt x="28" y="16"/>
                    </a:cubicBezTo>
                    <a:cubicBezTo>
                      <a:pt x="24" y="16"/>
                      <a:pt x="20" y="14"/>
                      <a:pt x="16" y="13"/>
                    </a:cubicBezTo>
                    <a:cubicBezTo>
                      <a:pt x="12" y="12"/>
                      <a:pt x="9" y="10"/>
                      <a:pt x="6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02" name="Freeform 993">
                <a:extLst>
                  <a:ext uri="{FF2B5EF4-FFF2-40B4-BE49-F238E27FC236}">
                    <a16:creationId xmlns:a16="http://schemas.microsoft.com/office/drawing/2014/main" id="{B739637A-00B7-4D6C-BE98-6AAF75126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3126"/>
                <a:ext cx="60" cy="30"/>
              </a:xfrm>
              <a:custGeom>
                <a:avLst/>
                <a:gdLst>
                  <a:gd name="T0" fmla="*/ 167 w 36"/>
                  <a:gd name="T1" fmla="*/ 94 h 17"/>
                  <a:gd name="T2" fmla="*/ 103 w 36"/>
                  <a:gd name="T3" fmla="*/ 78 h 17"/>
                  <a:gd name="T4" fmla="*/ 55 w 36"/>
                  <a:gd name="T5" fmla="*/ 60 h 17"/>
                  <a:gd name="T6" fmla="*/ 0 w 3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36" y="17"/>
                    </a:moveTo>
                    <a:cubicBezTo>
                      <a:pt x="31" y="17"/>
                      <a:pt x="27" y="15"/>
                      <a:pt x="22" y="14"/>
                    </a:cubicBezTo>
                    <a:cubicBezTo>
                      <a:pt x="18" y="13"/>
                      <a:pt x="16" y="13"/>
                      <a:pt x="12" y="11"/>
                    </a:cubicBezTo>
                    <a:cubicBezTo>
                      <a:pt x="8" y="8"/>
                      <a:pt x="3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03" name="Freeform 994">
                <a:extLst>
                  <a:ext uri="{FF2B5EF4-FFF2-40B4-BE49-F238E27FC236}">
                    <a16:creationId xmlns:a16="http://schemas.microsoft.com/office/drawing/2014/main" id="{4EE907EC-8F0B-42D7-8A67-38C89ED45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707"/>
                <a:ext cx="36" cy="74"/>
              </a:xfrm>
              <a:custGeom>
                <a:avLst/>
                <a:gdLst>
                  <a:gd name="T0" fmla="*/ 97 w 22"/>
                  <a:gd name="T1" fmla="*/ 28 h 42"/>
                  <a:gd name="T2" fmla="*/ 75 w 22"/>
                  <a:gd name="T3" fmla="*/ 0 h 42"/>
                  <a:gd name="T4" fmla="*/ 18 w 22"/>
                  <a:gd name="T5" fmla="*/ 16 h 42"/>
                  <a:gd name="T6" fmla="*/ 18 w 22"/>
                  <a:gd name="T7" fmla="*/ 127 h 42"/>
                  <a:gd name="T8" fmla="*/ 43 w 22"/>
                  <a:gd name="T9" fmla="*/ 217 h 42"/>
                  <a:gd name="T10" fmla="*/ 92 w 22"/>
                  <a:gd name="T11" fmla="*/ 217 h 42"/>
                  <a:gd name="T12" fmla="*/ 92 w 22"/>
                  <a:gd name="T13" fmla="*/ 2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2">
                    <a:moveTo>
                      <a:pt x="22" y="5"/>
                    </a:moveTo>
                    <a:cubicBezTo>
                      <a:pt x="21" y="2"/>
                      <a:pt x="21" y="0"/>
                      <a:pt x="17" y="0"/>
                    </a:cubicBezTo>
                    <a:cubicBezTo>
                      <a:pt x="15" y="0"/>
                      <a:pt x="6" y="1"/>
                      <a:pt x="4" y="3"/>
                    </a:cubicBezTo>
                    <a:cubicBezTo>
                      <a:pt x="0" y="5"/>
                      <a:pt x="3" y="18"/>
                      <a:pt x="4" y="23"/>
                    </a:cubicBezTo>
                    <a:cubicBezTo>
                      <a:pt x="4" y="28"/>
                      <a:pt x="4" y="38"/>
                      <a:pt x="10" y="40"/>
                    </a:cubicBezTo>
                    <a:cubicBezTo>
                      <a:pt x="13" y="42"/>
                      <a:pt x="17" y="41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04" name="Freeform 995">
                <a:extLst>
                  <a:ext uri="{FF2B5EF4-FFF2-40B4-BE49-F238E27FC236}">
                    <a16:creationId xmlns:a16="http://schemas.microsoft.com/office/drawing/2014/main" id="{4CF05914-ECF8-4E77-8417-F4336F857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573"/>
                <a:ext cx="43" cy="74"/>
              </a:xfrm>
              <a:custGeom>
                <a:avLst/>
                <a:gdLst>
                  <a:gd name="T0" fmla="*/ 71 w 26"/>
                  <a:gd name="T1" fmla="*/ 229 h 42"/>
                  <a:gd name="T2" fmla="*/ 5 w 26"/>
                  <a:gd name="T3" fmla="*/ 164 h 42"/>
                  <a:gd name="T4" fmla="*/ 41 w 26"/>
                  <a:gd name="T5" fmla="*/ 21 h 42"/>
                  <a:gd name="T6" fmla="*/ 104 w 26"/>
                  <a:gd name="T7" fmla="*/ 28 h 42"/>
                  <a:gd name="T8" fmla="*/ 117 w 26"/>
                  <a:gd name="T9" fmla="*/ 5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16" y="42"/>
                    </a:moveTo>
                    <a:cubicBezTo>
                      <a:pt x="7" y="42"/>
                      <a:pt x="1" y="40"/>
                      <a:pt x="1" y="30"/>
                    </a:cubicBezTo>
                    <a:cubicBezTo>
                      <a:pt x="0" y="23"/>
                      <a:pt x="3" y="10"/>
                      <a:pt x="9" y="4"/>
                    </a:cubicBezTo>
                    <a:cubicBezTo>
                      <a:pt x="12" y="0"/>
                      <a:pt x="19" y="3"/>
                      <a:pt x="23" y="5"/>
                    </a:cubicBezTo>
                    <a:cubicBezTo>
                      <a:pt x="26" y="6"/>
                      <a:pt x="26" y="7"/>
                      <a:pt x="26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05" name="Freeform 996">
                <a:extLst>
                  <a:ext uri="{FF2B5EF4-FFF2-40B4-BE49-F238E27FC236}">
                    <a16:creationId xmlns:a16="http://schemas.microsoft.com/office/drawing/2014/main" id="{88F22010-F288-4027-A098-146082C99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829"/>
                <a:ext cx="34" cy="74"/>
              </a:xfrm>
              <a:custGeom>
                <a:avLst/>
                <a:gdLst>
                  <a:gd name="T0" fmla="*/ 50 w 21"/>
                  <a:gd name="T1" fmla="*/ 0 h 42"/>
                  <a:gd name="T2" fmla="*/ 26 w 21"/>
                  <a:gd name="T3" fmla="*/ 16 h 42"/>
                  <a:gd name="T4" fmla="*/ 5 w 21"/>
                  <a:gd name="T5" fmla="*/ 44 h 42"/>
                  <a:gd name="T6" fmla="*/ 13 w 21"/>
                  <a:gd name="T7" fmla="*/ 109 h 42"/>
                  <a:gd name="T8" fmla="*/ 26 w 21"/>
                  <a:gd name="T9" fmla="*/ 171 h 42"/>
                  <a:gd name="T10" fmla="*/ 63 w 21"/>
                  <a:gd name="T11" fmla="*/ 224 h 42"/>
                  <a:gd name="T12" fmla="*/ 89 w 21"/>
                  <a:gd name="T13" fmla="*/ 208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2">
                    <a:moveTo>
                      <a:pt x="12" y="0"/>
                    </a:moveTo>
                    <a:cubicBezTo>
                      <a:pt x="10" y="0"/>
                      <a:pt x="7" y="2"/>
                      <a:pt x="6" y="3"/>
                    </a:cubicBezTo>
                    <a:cubicBezTo>
                      <a:pt x="3" y="4"/>
                      <a:pt x="1" y="5"/>
                      <a:pt x="1" y="8"/>
                    </a:cubicBezTo>
                    <a:cubicBezTo>
                      <a:pt x="0" y="12"/>
                      <a:pt x="2" y="16"/>
                      <a:pt x="3" y="20"/>
                    </a:cubicBezTo>
                    <a:cubicBezTo>
                      <a:pt x="4" y="24"/>
                      <a:pt x="5" y="28"/>
                      <a:pt x="6" y="31"/>
                    </a:cubicBezTo>
                    <a:cubicBezTo>
                      <a:pt x="8" y="36"/>
                      <a:pt x="9" y="42"/>
                      <a:pt x="15" y="41"/>
                    </a:cubicBezTo>
                    <a:cubicBezTo>
                      <a:pt x="17" y="41"/>
                      <a:pt x="20" y="40"/>
                      <a:pt x="21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06" name="Freeform 997">
                <a:extLst>
                  <a:ext uri="{FF2B5EF4-FFF2-40B4-BE49-F238E27FC236}">
                    <a16:creationId xmlns:a16="http://schemas.microsoft.com/office/drawing/2014/main" id="{2129E15F-046B-41F8-B15D-8A55BBB60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955"/>
                <a:ext cx="58" cy="68"/>
              </a:xfrm>
              <a:custGeom>
                <a:avLst/>
                <a:gdLst>
                  <a:gd name="T0" fmla="*/ 76 w 35"/>
                  <a:gd name="T1" fmla="*/ 16 h 39"/>
                  <a:gd name="T2" fmla="*/ 22 w 35"/>
                  <a:gd name="T3" fmla="*/ 49 h 39"/>
                  <a:gd name="T4" fmla="*/ 68 w 35"/>
                  <a:gd name="T5" fmla="*/ 164 h 39"/>
                  <a:gd name="T6" fmla="*/ 126 w 35"/>
                  <a:gd name="T7" fmla="*/ 201 h 39"/>
                  <a:gd name="T8" fmla="*/ 159 w 35"/>
                  <a:gd name="T9" fmla="*/ 17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9">
                    <a:moveTo>
                      <a:pt x="17" y="3"/>
                    </a:moveTo>
                    <a:cubicBezTo>
                      <a:pt x="12" y="0"/>
                      <a:pt x="7" y="6"/>
                      <a:pt x="5" y="9"/>
                    </a:cubicBezTo>
                    <a:cubicBezTo>
                      <a:pt x="0" y="16"/>
                      <a:pt x="10" y="26"/>
                      <a:pt x="15" y="31"/>
                    </a:cubicBezTo>
                    <a:cubicBezTo>
                      <a:pt x="19" y="35"/>
                      <a:pt x="23" y="39"/>
                      <a:pt x="28" y="38"/>
                    </a:cubicBezTo>
                    <a:cubicBezTo>
                      <a:pt x="32" y="38"/>
                      <a:pt x="35" y="36"/>
                      <a:pt x="35" y="3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07" name="Freeform 998">
                <a:extLst>
                  <a:ext uri="{FF2B5EF4-FFF2-40B4-BE49-F238E27FC236}">
                    <a16:creationId xmlns:a16="http://schemas.microsoft.com/office/drawing/2014/main" id="{074A2282-C4F8-4FFC-9CF4-AC6F6D4F1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3064"/>
                <a:ext cx="61" cy="76"/>
              </a:xfrm>
              <a:custGeom>
                <a:avLst/>
                <a:gdLst>
                  <a:gd name="T0" fmla="*/ 43 w 37"/>
                  <a:gd name="T1" fmla="*/ 34 h 43"/>
                  <a:gd name="T2" fmla="*/ 8 w 37"/>
                  <a:gd name="T3" fmla="*/ 85 h 43"/>
                  <a:gd name="T4" fmla="*/ 81 w 37"/>
                  <a:gd name="T5" fmla="*/ 200 h 43"/>
                  <a:gd name="T6" fmla="*/ 147 w 37"/>
                  <a:gd name="T7" fmla="*/ 203 h 43"/>
                  <a:gd name="T8" fmla="*/ 160 w 37"/>
                  <a:gd name="T9" fmla="*/ 1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3">
                    <a:moveTo>
                      <a:pt x="10" y="6"/>
                    </a:moveTo>
                    <a:cubicBezTo>
                      <a:pt x="8" y="0"/>
                      <a:pt x="2" y="13"/>
                      <a:pt x="2" y="15"/>
                    </a:cubicBezTo>
                    <a:cubicBezTo>
                      <a:pt x="0" y="24"/>
                      <a:pt x="11" y="32"/>
                      <a:pt x="18" y="36"/>
                    </a:cubicBezTo>
                    <a:cubicBezTo>
                      <a:pt x="22" y="38"/>
                      <a:pt x="29" y="43"/>
                      <a:pt x="33" y="37"/>
                    </a:cubicBezTo>
                    <a:cubicBezTo>
                      <a:pt x="35" y="35"/>
                      <a:pt x="37" y="30"/>
                      <a:pt x="36" y="2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08" name="Freeform 999">
                <a:extLst>
                  <a:ext uri="{FF2B5EF4-FFF2-40B4-BE49-F238E27FC236}">
                    <a16:creationId xmlns:a16="http://schemas.microsoft.com/office/drawing/2014/main" id="{1C351448-8DD1-4D5F-BEAB-678A7F37D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642"/>
                <a:ext cx="19" cy="68"/>
              </a:xfrm>
              <a:custGeom>
                <a:avLst/>
                <a:gdLst>
                  <a:gd name="T0" fmla="*/ 48 w 12"/>
                  <a:gd name="T1" fmla="*/ 9 h 39"/>
                  <a:gd name="T2" fmla="*/ 25 w 12"/>
                  <a:gd name="T3" fmla="*/ 5 h 39"/>
                  <a:gd name="T4" fmla="*/ 8 w 12"/>
                  <a:gd name="T5" fmla="*/ 85 h 39"/>
                  <a:gd name="T6" fmla="*/ 0 w 12"/>
                  <a:gd name="T7" fmla="*/ 176 h 39"/>
                  <a:gd name="T8" fmla="*/ 8 w 12"/>
                  <a:gd name="T9" fmla="*/ 20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9">
                    <a:moveTo>
                      <a:pt x="12" y="2"/>
                    </a:moveTo>
                    <a:cubicBezTo>
                      <a:pt x="10" y="2"/>
                      <a:pt x="8" y="0"/>
                      <a:pt x="6" y="1"/>
                    </a:cubicBezTo>
                    <a:cubicBezTo>
                      <a:pt x="4" y="2"/>
                      <a:pt x="2" y="13"/>
                      <a:pt x="2" y="16"/>
                    </a:cubicBezTo>
                    <a:cubicBezTo>
                      <a:pt x="1" y="21"/>
                      <a:pt x="0" y="27"/>
                      <a:pt x="0" y="33"/>
                    </a:cubicBezTo>
                    <a:cubicBezTo>
                      <a:pt x="0" y="35"/>
                      <a:pt x="0" y="38"/>
                      <a:pt x="2" y="3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09" name="Freeform 1000">
                <a:extLst>
                  <a:ext uri="{FF2B5EF4-FFF2-40B4-BE49-F238E27FC236}">
                    <a16:creationId xmlns:a16="http://schemas.microsoft.com/office/drawing/2014/main" id="{BDFF4317-6CE9-44EC-B393-A5C1B13B0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779"/>
                <a:ext cx="19" cy="61"/>
              </a:xfrm>
              <a:custGeom>
                <a:avLst/>
                <a:gdLst>
                  <a:gd name="T0" fmla="*/ 40 w 12"/>
                  <a:gd name="T1" fmla="*/ 7 h 34"/>
                  <a:gd name="T2" fmla="*/ 8 w 12"/>
                  <a:gd name="T3" fmla="*/ 23 h 34"/>
                  <a:gd name="T4" fmla="*/ 16 w 12"/>
                  <a:gd name="T5" fmla="*/ 109 h 34"/>
                  <a:gd name="T6" fmla="*/ 48 w 12"/>
                  <a:gd name="T7" fmla="*/ 18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4">
                    <a:moveTo>
                      <a:pt x="10" y="1"/>
                    </a:moveTo>
                    <a:cubicBezTo>
                      <a:pt x="6" y="1"/>
                      <a:pt x="3" y="0"/>
                      <a:pt x="2" y="4"/>
                    </a:cubicBezTo>
                    <a:cubicBezTo>
                      <a:pt x="0" y="8"/>
                      <a:pt x="4" y="15"/>
                      <a:pt x="4" y="19"/>
                    </a:cubicBezTo>
                    <a:cubicBezTo>
                      <a:pt x="5" y="22"/>
                      <a:pt x="7" y="34"/>
                      <a:pt x="12" y="3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10" name="Freeform 1001">
                <a:extLst>
                  <a:ext uri="{FF2B5EF4-FFF2-40B4-BE49-F238E27FC236}">
                    <a16:creationId xmlns:a16="http://schemas.microsoft.com/office/drawing/2014/main" id="{282A18A3-2FD9-45D0-99C0-386F62D5D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903"/>
                <a:ext cx="40" cy="66"/>
              </a:xfrm>
              <a:custGeom>
                <a:avLst/>
                <a:gdLst>
                  <a:gd name="T0" fmla="*/ 62 w 24"/>
                  <a:gd name="T1" fmla="*/ 0 h 37"/>
                  <a:gd name="T2" fmla="*/ 63 w 24"/>
                  <a:gd name="T3" fmla="*/ 159 h 37"/>
                  <a:gd name="T4" fmla="*/ 112 w 24"/>
                  <a:gd name="T5" fmla="*/ 21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13" y="0"/>
                    </a:moveTo>
                    <a:cubicBezTo>
                      <a:pt x="0" y="2"/>
                      <a:pt x="11" y="21"/>
                      <a:pt x="14" y="28"/>
                    </a:cubicBezTo>
                    <a:cubicBezTo>
                      <a:pt x="16" y="32"/>
                      <a:pt x="19" y="37"/>
                      <a:pt x="24" y="3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11" name="Freeform 1002">
                <a:extLst>
                  <a:ext uri="{FF2B5EF4-FFF2-40B4-BE49-F238E27FC236}">
                    <a16:creationId xmlns:a16="http://schemas.microsoft.com/office/drawing/2014/main" id="{052DDFA1-2A48-42F2-972F-AF44DDEE7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705"/>
                <a:ext cx="6" cy="9"/>
              </a:xfrm>
              <a:custGeom>
                <a:avLst/>
                <a:gdLst>
                  <a:gd name="T0" fmla="*/ 0 w 4"/>
                  <a:gd name="T1" fmla="*/ 29 h 5"/>
                  <a:gd name="T2" fmla="*/ 1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3"/>
                      <a:pt x="4" y="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12" name="Freeform 1003">
                <a:extLst>
                  <a:ext uri="{FF2B5EF4-FFF2-40B4-BE49-F238E27FC236}">
                    <a16:creationId xmlns:a16="http://schemas.microsoft.com/office/drawing/2014/main" id="{4BE0D5EA-06CB-49F6-A80C-BBEA06F4E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633"/>
                <a:ext cx="23" cy="16"/>
              </a:xfrm>
              <a:custGeom>
                <a:avLst/>
                <a:gdLst>
                  <a:gd name="T0" fmla="*/ 62 w 14"/>
                  <a:gd name="T1" fmla="*/ 50 h 9"/>
                  <a:gd name="T2" fmla="*/ 0 w 14"/>
                  <a:gd name="T3" fmla="*/ 3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14" y="9"/>
                    </a:moveTo>
                    <a:cubicBezTo>
                      <a:pt x="14" y="1"/>
                      <a:pt x="2" y="0"/>
                      <a:pt x="0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13" name="Freeform 1004">
                <a:extLst>
                  <a:ext uri="{FF2B5EF4-FFF2-40B4-BE49-F238E27FC236}">
                    <a16:creationId xmlns:a16="http://schemas.microsoft.com/office/drawing/2014/main" id="{49B4DD32-6DFF-4F77-B831-C3444ACA0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634"/>
                <a:ext cx="11" cy="9"/>
              </a:xfrm>
              <a:custGeom>
                <a:avLst/>
                <a:gdLst>
                  <a:gd name="T0" fmla="*/ 20 w 7"/>
                  <a:gd name="T1" fmla="*/ 0 h 5"/>
                  <a:gd name="T2" fmla="*/ 0 w 7"/>
                  <a:gd name="T3" fmla="*/ 2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7" y="3"/>
                      <a:pt x="3" y="5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14" name="Freeform 1005">
                <a:extLst>
                  <a:ext uri="{FF2B5EF4-FFF2-40B4-BE49-F238E27FC236}">
                    <a16:creationId xmlns:a16="http://schemas.microsoft.com/office/drawing/2014/main" id="{A1708755-3636-4C9E-B1BA-D74DCD583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560"/>
                <a:ext cx="23" cy="21"/>
              </a:xfrm>
              <a:custGeom>
                <a:avLst/>
                <a:gdLst>
                  <a:gd name="T0" fmla="*/ 41 w 14"/>
                  <a:gd name="T1" fmla="*/ 65 h 12"/>
                  <a:gd name="T2" fmla="*/ 0 w 14"/>
                  <a:gd name="T3" fmla="*/ 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7"/>
                      <a:pt x="4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15" name="Freeform 1006">
                <a:extLst>
                  <a:ext uri="{FF2B5EF4-FFF2-40B4-BE49-F238E27FC236}">
                    <a16:creationId xmlns:a16="http://schemas.microsoft.com/office/drawing/2014/main" id="{F9BAA4DE-F79A-42FD-B37E-1C80C10FE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631"/>
                <a:ext cx="6" cy="5"/>
              </a:xfrm>
              <a:custGeom>
                <a:avLst/>
                <a:gdLst>
                  <a:gd name="T0" fmla="*/ 14 w 4"/>
                  <a:gd name="T1" fmla="*/ 13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16" name="Freeform 1007">
                <a:extLst>
                  <a:ext uri="{FF2B5EF4-FFF2-40B4-BE49-F238E27FC236}">
                    <a16:creationId xmlns:a16="http://schemas.microsoft.com/office/drawing/2014/main" id="{E688DE5F-9139-430D-9C52-D5A85D52F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707"/>
                <a:ext cx="24" cy="11"/>
              </a:xfrm>
              <a:custGeom>
                <a:avLst/>
                <a:gdLst>
                  <a:gd name="T0" fmla="*/ 70 w 14"/>
                  <a:gd name="T1" fmla="*/ 24 h 6"/>
                  <a:gd name="T2" fmla="*/ 0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4"/>
                    </a:moveTo>
                    <a:cubicBezTo>
                      <a:pt x="9" y="4"/>
                      <a:pt x="2" y="6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17" name="Freeform 1008">
                <a:extLst>
                  <a:ext uri="{FF2B5EF4-FFF2-40B4-BE49-F238E27FC236}">
                    <a16:creationId xmlns:a16="http://schemas.microsoft.com/office/drawing/2014/main" id="{96BF6415-A50D-4E09-8AE5-F9987A226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771"/>
                <a:ext cx="30" cy="8"/>
              </a:xfrm>
              <a:custGeom>
                <a:avLst/>
                <a:gdLst>
                  <a:gd name="T0" fmla="*/ 83 w 18"/>
                  <a:gd name="T1" fmla="*/ 0 h 5"/>
                  <a:gd name="T2" fmla="*/ 70 w 18"/>
                  <a:gd name="T3" fmla="*/ 16 h 5"/>
                  <a:gd name="T4" fmla="*/ 42 w 18"/>
                  <a:gd name="T5" fmla="*/ 21 h 5"/>
                  <a:gd name="T6" fmla="*/ 0 w 18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18" y="0"/>
                    </a:moveTo>
                    <a:cubicBezTo>
                      <a:pt x="16" y="1"/>
                      <a:pt x="17" y="3"/>
                      <a:pt x="15" y="4"/>
                    </a:cubicBezTo>
                    <a:cubicBezTo>
                      <a:pt x="14" y="5"/>
                      <a:pt x="11" y="5"/>
                      <a:pt x="9" y="5"/>
                    </a:cubicBezTo>
                    <a:cubicBezTo>
                      <a:pt x="5" y="5"/>
                      <a:pt x="2" y="5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18" name="Freeform 1009">
                <a:extLst>
                  <a:ext uri="{FF2B5EF4-FFF2-40B4-BE49-F238E27FC236}">
                    <a16:creationId xmlns:a16="http://schemas.microsoft.com/office/drawing/2014/main" id="{C05CFF9A-40AE-4C6C-93E6-8436AA9F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831"/>
                <a:ext cx="32" cy="14"/>
              </a:xfrm>
              <a:custGeom>
                <a:avLst/>
                <a:gdLst>
                  <a:gd name="T0" fmla="*/ 86 w 19"/>
                  <a:gd name="T1" fmla="*/ 0 h 8"/>
                  <a:gd name="T2" fmla="*/ 34 w 19"/>
                  <a:gd name="T3" fmla="*/ 33 h 8"/>
                  <a:gd name="T4" fmla="*/ 0 w 1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8" y="0"/>
                    </a:moveTo>
                    <a:cubicBezTo>
                      <a:pt x="19" y="5"/>
                      <a:pt x="11" y="5"/>
                      <a:pt x="7" y="6"/>
                    </a:cubicBezTo>
                    <a:cubicBezTo>
                      <a:pt x="5" y="6"/>
                      <a:pt x="1" y="8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19" name="Freeform 1010">
                <a:extLst>
                  <a:ext uri="{FF2B5EF4-FFF2-40B4-BE49-F238E27FC236}">
                    <a16:creationId xmlns:a16="http://schemas.microsoft.com/office/drawing/2014/main" id="{F8C64C81-ADEB-4B87-9B5A-019F3A91D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779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4" y="1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0" name="Freeform 1011">
                <a:extLst>
                  <a:ext uri="{FF2B5EF4-FFF2-40B4-BE49-F238E27FC236}">
                    <a16:creationId xmlns:a16="http://schemas.microsoft.com/office/drawing/2014/main" id="{3F6968C7-266D-4D41-88BD-658E0DA0C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779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1" name="Freeform 1012">
                <a:extLst>
                  <a:ext uri="{FF2B5EF4-FFF2-40B4-BE49-F238E27FC236}">
                    <a16:creationId xmlns:a16="http://schemas.microsoft.com/office/drawing/2014/main" id="{39C6A8BB-9AF9-4E9F-BC44-F2672FED8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714"/>
                <a:ext cx="7" cy="5"/>
              </a:xfrm>
              <a:custGeom>
                <a:avLst/>
                <a:gdLst>
                  <a:gd name="T0" fmla="*/ 21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2" name="Freeform 1013">
                <a:extLst>
                  <a:ext uri="{FF2B5EF4-FFF2-40B4-BE49-F238E27FC236}">
                    <a16:creationId xmlns:a16="http://schemas.microsoft.com/office/drawing/2014/main" id="{5E6539E4-6336-48A6-93ED-0FB723B04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836"/>
                <a:ext cx="9" cy="7"/>
              </a:xfrm>
              <a:custGeom>
                <a:avLst/>
                <a:gdLst>
                  <a:gd name="T0" fmla="*/ 0 w 5"/>
                  <a:gd name="T1" fmla="*/ 7 h 4"/>
                  <a:gd name="T2" fmla="*/ 29 w 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3" y="0"/>
                      <a:pt x="5" y="1"/>
                      <a:pt x="5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3" name="Freeform 1014">
                <a:extLst>
                  <a:ext uri="{FF2B5EF4-FFF2-40B4-BE49-F238E27FC236}">
                    <a16:creationId xmlns:a16="http://schemas.microsoft.com/office/drawing/2014/main" id="{AA08A2F6-3381-4840-A80C-6DA3CB33D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894"/>
                <a:ext cx="33" cy="22"/>
              </a:xfrm>
              <a:custGeom>
                <a:avLst/>
                <a:gdLst>
                  <a:gd name="T0" fmla="*/ 84 w 20"/>
                  <a:gd name="T1" fmla="*/ 0 h 12"/>
                  <a:gd name="T2" fmla="*/ 76 w 20"/>
                  <a:gd name="T3" fmla="*/ 44 h 12"/>
                  <a:gd name="T4" fmla="*/ 35 w 20"/>
                  <a:gd name="T5" fmla="*/ 68 h 12"/>
                  <a:gd name="T6" fmla="*/ 0 w 20"/>
                  <a:gd name="T7" fmla="*/ 5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cubicBezTo>
                      <a:pt x="19" y="2"/>
                      <a:pt x="20" y="5"/>
                      <a:pt x="17" y="7"/>
                    </a:cubicBezTo>
                    <a:cubicBezTo>
                      <a:pt x="15" y="9"/>
                      <a:pt x="11" y="10"/>
                      <a:pt x="8" y="11"/>
                    </a:cubicBezTo>
                    <a:cubicBezTo>
                      <a:pt x="6" y="12"/>
                      <a:pt x="1" y="11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4" name="Freeform 1015">
                <a:extLst>
                  <a:ext uri="{FF2B5EF4-FFF2-40B4-BE49-F238E27FC236}">
                    <a16:creationId xmlns:a16="http://schemas.microsoft.com/office/drawing/2014/main" id="{8B498944-C3A0-471F-AAED-B4763AB57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909"/>
                <a:ext cx="8" cy="7"/>
              </a:xfrm>
              <a:custGeom>
                <a:avLst/>
                <a:gdLst>
                  <a:gd name="T0" fmla="*/ 21 w 5"/>
                  <a:gd name="T1" fmla="*/ 21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5" name="Freeform 1016">
                <a:extLst>
                  <a:ext uri="{FF2B5EF4-FFF2-40B4-BE49-F238E27FC236}">
                    <a16:creationId xmlns:a16="http://schemas.microsoft.com/office/drawing/2014/main" id="{992246DB-5CC8-4534-AA26-6159CE012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962"/>
                <a:ext cx="25" cy="26"/>
              </a:xfrm>
              <a:custGeom>
                <a:avLst/>
                <a:gdLst>
                  <a:gd name="T0" fmla="*/ 62 w 15"/>
                  <a:gd name="T1" fmla="*/ 0 h 15"/>
                  <a:gd name="T2" fmla="*/ 33 w 15"/>
                  <a:gd name="T3" fmla="*/ 57 h 15"/>
                  <a:gd name="T4" fmla="*/ 0 w 15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13" y="0"/>
                    </a:moveTo>
                    <a:cubicBezTo>
                      <a:pt x="15" y="6"/>
                      <a:pt x="11" y="8"/>
                      <a:pt x="7" y="11"/>
                    </a:cubicBezTo>
                    <a:cubicBezTo>
                      <a:pt x="5" y="12"/>
                      <a:pt x="2" y="15"/>
                      <a:pt x="0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6" name="Freeform 1017">
                <a:extLst>
                  <a:ext uri="{FF2B5EF4-FFF2-40B4-BE49-F238E27FC236}">
                    <a16:creationId xmlns:a16="http://schemas.microsoft.com/office/drawing/2014/main" id="{6E56726C-D492-4AB2-8E7B-403B87E88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016"/>
                <a:ext cx="27" cy="30"/>
              </a:xfrm>
              <a:custGeom>
                <a:avLst/>
                <a:gdLst>
                  <a:gd name="T0" fmla="*/ 62 w 16"/>
                  <a:gd name="T1" fmla="*/ 0 h 17"/>
                  <a:gd name="T2" fmla="*/ 71 w 16"/>
                  <a:gd name="T3" fmla="*/ 44 h 17"/>
                  <a:gd name="T4" fmla="*/ 42 w 16"/>
                  <a:gd name="T5" fmla="*/ 72 h 17"/>
                  <a:gd name="T6" fmla="*/ 0 w 16"/>
                  <a:gd name="T7" fmla="*/ 8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13" y="0"/>
                    </a:moveTo>
                    <a:cubicBezTo>
                      <a:pt x="14" y="1"/>
                      <a:pt x="16" y="5"/>
                      <a:pt x="15" y="8"/>
                    </a:cubicBezTo>
                    <a:cubicBezTo>
                      <a:pt x="15" y="9"/>
                      <a:pt x="10" y="11"/>
                      <a:pt x="9" y="13"/>
                    </a:cubicBezTo>
                    <a:cubicBezTo>
                      <a:pt x="7" y="15"/>
                      <a:pt x="3" y="17"/>
                      <a:pt x="0" y="1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7" name="Freeform 1018">
                <a:extLst>
                  <a:ext uri="{FF2B5EF4-FFF2-40B4-BE49-F238E27FC236}">
                    <a16:creationId xmlns:a16="http://schemas.microsoft.com/office/drawing/2014/main" id="{F384A3EC-F8E6-46F2-81D0-999628579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972"/>
                <a:ext cx="9" cy="6"/>
              </a:xfrm>
              <a:custGeom>
                <a:avLst/>
                <a:gdLst>
                  <a:gd name="T0" fmla="*/ 0 w 5"/>
                  <a:gd name="T1" fmla="*/ 0 h 3"/>
                  <a:gd name="T2" fmla="*/ 29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5" y="0"/>
                      <a:pt x="5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8" name="Freeform 1019">
                <a:extLst>
                  <a:ext uri="{FF2B5EF4-FFF2-40B4-BE49-F238E27FC236}">
                    <a16:creationId xmlns:a16="http://schemas.microsoft.com/office/drawing/2014/main" id="{398F88ED-675C-4DA6-991B-38D29510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983"/>
                <a:ext cx="5" cy="12"/>
              </a:xfrm>
              <a:custGeom>
                <a:avLst/>
                <a:gdLst>
                  <a:gd name="T0" fmla="*/ 13 w 3"/>
                  <a:gd name="T1" fmla="*/ 0 h 7"/>
                  <a:gd name="T2" fmla="*/ 8 w 3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0" y="6"/>
                      <a:pt x="2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9" name="Freeform 1020">
                <a:extLst>
                  <a:ext uri="{FF2B5EF4-FFF2-40B4-BE49-F238E27FC236}">
                    <a16:creationId xmlns:a16="http://schemas.microsoft.com/office/drawing/2014/main" id="{A2576B26-5D57-488A-A395-FC6CCBAAE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3023"/>
                <a:ext cx="50" cy="69"/>
              </a:xfrm>
              <a:custGeom>
                <a:avLst/>
                <a:gdLst>
                  <a:gd name="T0" fmla="*/ 20 w 30"/>
                  <a:gd name="T1" fmla="*/ 0 h 39"/>
                  <a:gd name="T2" fmla="*/ 13 w 30"/>
                  <a:gd name="T3" fmla="*/ 50 h 39"/>
                  <a:gd name="T4" fmla="*/ 62 w 30"/>
                  <a:gd name="T5" fmla="*/ 115 h 39"/>
                  <a:gd name="T6" fmla="*/ 138 w 30"/>
                  <a:gd name="T7" fmla="*/ 21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4" y="0"/>
                    </a:moveTo>
                    <a:cubicBezTo>
                      <a:pt x="0" y="1"/>
                      <a:pt x="1" y="7"/>
                      <a:pt x="3" y="9"/>
                    </a:cubicBezTo>
                    <a:cubicBezTo>
                      <a:pt x="5" y="14"/>
                      <a:pt x="9" y="17"/>
                      <a:pt x="13" y="21"/>
                    </a:cubicBezTo>
                    <a:cubicBezTo>
                      <a:pt x="17" y="27"/>
                      <a:pt x="21" y="39"/>
                      <a:pt x="30" y="3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0" name="Freeform 1021">
                <a:extLst>
                  <a:ext uri="{FF2B5EF4-FFF2-40B4-BE49-F238E27FC236}">
                    <a16:creationId xmlns:a16="http://schemas.microsoft.com/office/drawing/2014/main" id="{C3FE9781-4989-47AA-9016-C3C80FE69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045"/>
                <a:ext cx="4" cy="10"/>
              </a:xfrm>
              <a:custGeom>
                <a:avLst/>
                <a:gdLst>
                  <a:gd name="T0" fmla="*/ 16 w 2"/>
                  <a:gd name="T1" fmla="*/ 0 h 6"/>
                  <a:gd name="T2" fmla="*/ 16 w 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0" y="2"/>
                      <a:pt x="0" y="4"/>
                      <a:pt x="2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1" name="Freeform 1022">
                <a:extLst>
                  <a:ext uri="{FF2B5EF4-FFF2-40B4-BE49-F238E27FC236}">
                    <a16:creationId xmlns:a16="http://schemas.microsoft.com/office/drawing/2014/main" id="{9EEE3084-1E7A-4AF9-AB7F-D2AC0A76A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3032"/>
                <a:ext cx="9" cy="2"/>
              </a:xfrm>
              <a:custGeom>
                <a:avLst/>
                <a:gdLst>
                  <a:gd name="T0" fmla="*/ 0 w 5"/>
                  <a:gd name="T1" fmla="*/ 8 h 1"/>
                  <a:gd name="T2" fmla="*/ 29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2" name="Freeform 1023">
                <a:extLst>
                  <a:ext uri="{FF2B5EF4-FFF2-40B4-BE49-F238E27FC236}">
                    <a16:creationId xmlns:a16="http://schemas.microsoft.com/office/drawing/2014/main" id="{E8C97564-100C-48A3-8C9A-D3807126D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089"/>
                <a:ext cx="20" cy="26"/>
              </a:xfrm>
              <a:custGeom>
                <a:avLst/>
                <a:gdLst>
                  <a:gd name="T0" fmla="*/ 42 w 12"/>
                  <a:gd name="T1" fmla="*/ 0 h 15"/>
                  <a:gd name="T2" fmla="*/ 28 w 12"/>
                  <a:gd name="T3" fmla="*/ 42 h 15"/>
                  <a:gd name="T4" fmla="*/ 0 w 12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9" y="0"/>
                    </a:moveTo>
                    <a:cubicBezTo>
                      <a:pt x="12" y="5"/>
                      <a:pt x="9" y="5"/>
                      <a:pt x="6" y="8"/>
                    </a:cubicBezTo>
                    <a:cubicBezTo>
                      <a:pt x="4" y="10"/>
                      <a:pt x="2" y="15"/>
                      <a:pt x="0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3" name="Freeform 1024">
                <a:extLst>
                  <a:ext uri="{FF2B5EF4-FFF2-40B4-BE49-F238E27FC236}">
                    <a16:creationId xmlns:a16="http://schemas.microsoft.com/office/drawing/2014/main" id="{DAD0C7AF-9D61-49E4-8827-5BF6F85CE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3096"/>
                <a:ext cx="10" cy="4"/>
              </a:xfrm>
              <a:custGeom>
                <a:avLst/>
                <a:gdLst>
                  <a:gd name="T0" fmla="*/ 28 w 6"/>
                  <a:gd name="T1" fmla="*/ 16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1"/>
                      <a:pt x="2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4" name="Freeform 1025">
                <a:extLst>
                  <a:ext uri="{FF2B5EF4-FFF2-40B4-BE49-F238E27FC236}">
                    <a16:creationId xmlns:a16="http://schemas.microsoft.com/office/drawing/2014/main" id="{DB34D490-140E-4DC2-BFE8-464196394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3149"/>
                <a:ext cx="66" cy="48"/>
              </a:xfrm>
              <a:custGeom>
                <a:avLst/>
                <a:gdLst>
                  <a:gd name="T0" fmla="*/ 21 w 40"/>
                  <a:gd name="T1" fmla="*/ 0 h 27"/>
                  <a:gd name="T2" fmla="*/ 21 w 40"/>
                  <a:gd name="T3" fmla="*/ 78 h 27"/>
                  <a:gd name="T4" fmla="*/ 54 w 40"/>
                  <a:gd name="T5" fmla="*/ 94 h 27"/>
                  <a:gd name="T6" fmla="*/ 96 w 40"/>
                  <a:gd name="T7" fmla="*/ 123 h 27"/>
                  <a:gd name="T8" fmla="*/ 160 w 40"/>
                  <a:gd name="T9" fmla="*/ 139 h 27"/>
                  <a:gd name="T10" fmla="*/ 180 w 40"/>
                  <a:gd name="T11" fmla="*/ 7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7">
                    <a:moveTo>
                      <a:pt x="5" y="0"/>
                    </a:moveTo>
                    <a:cubicBezTo>
                      <a:pt x="2" y="5"/>
                      <a:pt x="0" y="10"/>
                      <a:pt x="5" y="14"/>
                    </a:cubicBezTo>
                    <a:cubicBezTo>
                      <a:pt x="7" y="16"/>
                      <a:pt x="10" y="16"/>
                      <a:pt x="12" y="17"/>
                    </a:cubicBezTo>
                    <a:cubicBezTo>
                      <a:pt x="15" y="18"/>
                      <a:pt x="18" y="20"/>
                      <a:pt x="21" y="22"/>
                    </a:cubicBezTo>
                    <a:cubicBezTo>
                      <a:pt x="24" y="23"/>
                      <a:pt x="33" y="27"/>
                      <a:pt x="36" y="25"/>
                    </a:cubicBezTo>
                    <a:cubicBezTo>
                      <a:pt x="40" y="22"/>
                      <a:pt x="39" y="18"/>
                      <a:pt x="4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5" name="Freeform 1026">
                <a:extLst>
                  <a:ext uri="{FF2B5EF4-FFF2-40B4-BE49-F238E27FC236}">
                    <a16:creationId xmlns:a16="http://schemas.microsoft.com/office/drawing/2014/main" id="{17F635C4-D9B1-4294-A77F-9859EEBDA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3193"/>
                <a:ext cx="73" cy="37"/>
              </a:xfrm>
              <a:custGeom>
                <a:avLst/>
                <a:gdLst>
                  <a:gd name="T0" fmla="*/ 8 w 44"/>
                  <a:gd name="T1" fmla="*/ 0 h 21"/>
                  <a:gd name="T2" fmla="*/ 0 w 44"/>
                  <a:gd name="T3" fmla="*/ 0 h 21"/>
                  <a:gd name="T4" fmla="*/ 13 w 44"/>
                  <a:gd name="T5" fmla="*/ 58 h 21"/>
                  <a:gd name="T6" fmla="*/ 50 w 44"/>
                  <a:gd name="T7" fmla="*/ 78 h 21"/>
                  <a:gd name="T8" fmla="*/ 110 w 44"/>
                  <a:gd name="T9" fmla="*/ 93 h 21"/>
                  <a:gd name="T10" fmla="*/ 183 w 44"/>
                  <a:gd name="T11" fmla="*/ 99 h 21"/>
                  <a:gd name="T12" fmla="*/ 196 w 44"/>
                  <a:gd name="T13" fmla="*/ 3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3"/>
                      <a:pt x="0" y="9"/>
                      <a:pt x="3" y="11"/>
                    </a:cubicBezTo>
                    <a:cubicBezTo>
                      <a:pt x="5" y="13"/>
                      <a:pt x="9" y="14"/>
                      <a:pt x="11" y="14"/>
                    </a:cubicBezTo>
                    <a:cubicBezTo>
                      <a:pt x="15" y="15"/>
                      <a:pt x="19" y="16"/>
                      <a:pt x="24" y="17"/>
                    </a:cubicBezTo>
                    <a:cubicBezTo>
                      <a:pt x="29" y="18"/>
                      <a:pt x="35" y="21"/>
                      <a:pt x="40" y="18"/>
                    </a:cubicBezTo>
                    <a:cubicBezTo>
                      <a:pt x="44" y="15"/>
                      <a:pt x="44" y="10"/>
                      <a:pt x="43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6" name="Freeform 1027">
                <a:extLst>
                  <a:ext uri="{FF2B5EF4-FFF2-40B4-BE49-F238E27FC236}">
                    <a16:creationId xmlns:a16="http://schemas.microsoft.com/office/drawing/2014/main" id="{3FFC218C-6BAF-4FF1-9994-AF595757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183"/>
                <a:ext cx="76" cy="49"/>
              </a:xfrm>
              <a:custGeom>
                <a:avLst/>
                <a:gdLst>
                  <a:gd name="T0" fmla="*/ 20 w 46"/>
                  <a:gd name="T1" fmla="*/ 44 h 28"/>
                  <a:gd name="T2" fmla="*/ 33 w 46"/>
                  <a:gd name="T3" fmla="*/ 130 h 28"/>
                  <a:gd name="T4" fmla="*/ 131 w 46"/>
                  <a:gd name="T5" fmla="*/ 114 h 28"/>
                  <a:gd name="T6" fmla="*/ 202 w 46"/>
                  <a:gd name="T7" fmla="*/ 58 h 28"/>
                  <a:gd name="T8" fmla="*/ 188 w 4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8">
                    <a:moveTo>
                      <a:pt x="4" y="8"/>
                    </a:moveTo>
                    <a:cubicBezTo>
                      <a:pt x="0" y="11"/>
                      <a:pt x="5" y="21"/>
                      <a:pt x="7" y="24"/>
                    </a:cubicBezTo>
                    <a:cubicBezTo>
                      <a:pt x="13" y="28"/>
                      <a:pt x="24" y="22"/>
                      <a:pt x="29" y="21"/>
                    </a:cubicBezTo>
                    <a:cubicBezTo>
                      <a:pt x="36" y="18"/>
                      <a:pt x="43" y="19"/>
                      <a:pt x="45" y="11"/>
                    </a:cubicBezTo>
                    <a:cubicBezTo>
                      <a:pt x="46" y="6"/>
                      <a:pt x="44" y="4"/>
                      <a:pt x="4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7" name="Freeform 1028">
                <a:extLst>
                  <a:ext uri="{FF2B5EF4-FFF2-40B4-BE49-F238E27FC236}">
                    <a16:creationId xmlns:a16="http://schemas.microsoft.com/office/drawing/2014/main" id="{06EFEF91-050E-4D7F-8B03-07E8970D5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3117"/>
                <a:ext cx="76" cy="66"/>
              </a:xfrm>
              <a:custGeom>
                <a:avLst/>
                <a:gdLst>
                  <a:gd name="T0" fmla="*/ 20 w 46"/>
                  <a:gd name="T1" fmla="*/ 102 h 37"/>
                  <a:gd name="T2" fmla="*/ 58 w 46"/>
                  <a:gd name="T3" fmla="*/ 182 h 37"/>
                  <a:gd name="T4" fmla="*/ 139 w 46"/>
                  <a:gd name="T5" fmla="*/ 146 h 37"/>
                  <a:gd name="T6" fmla="*/ 188 w 46"/>
                  <a:gd name="T7" fmla="*/ 93 h 37"/>
                  <a:gd name="T8" fmla="*/ 193 w 46"/>
                  <a:gd name="T9" fmla="*/ 37 h 37"/>
                  <a:gd name="T10" fmla="*/ 159 w 46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7">
                    <a:moveTo>
                      <a:pt x="4" y="18"/>
                    </a:moveTo>
                    <a:cubicBezTo>
                      <a:pt x="0" y="22"/>
                      <a:pt x="10" y="30"/>
                      <a:pt x="13" y="32"/>
                    </a:cubicBezTo>
                    <a:cubicBezTo>
                      <a:pt x="20" y="37"/>
                      <a:pt x="25" y="30"/>
                      <a:pt x="31" y="26"/>
                    </a:cubicBezTo>
                    <a:cubicBezTo>
                      <a:pt x="35" y="23"/>
                      <a:pt x="38" y="20"/>
                      <a:pt x="42" y="16"/>
                    </a:cubicBezTo>
                    <a:cubicBezTo>
                      <a:pt x="45" y="12"/>
                      <a:pt x="46" y="11"/>
                      <a:pt x="43" y="7"/>
                    </a:cubicBezTo>
                    <a:cubicBezTo>
                      <a:pt x="40" y="3"/>
                      <a:pt x="39" y="0"/>
                      <a:pt x="3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8" name="Freeform 1029">
                <a:extLst>
                  <a:ext uri="{FF2B5EF4-FFF2-40B4-BE49-F238E27FC236}">
                    <a16:creationId xmlns:a16="http://schemas.microsoft.com/office/drawing/2014/main" id="{D02103A1-DC4E-47FD-A9CB-84E0C8890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3011"/>
                <a:ext cx="68" cy="76"/>
              </a:xfrm>
              <a:custGeom>
                <a:avLst/>
                <a:gdLst>
                  <a:gd name="T0" fmla="*/ 22 w 41"/>
                  <a:gd name="T1" fmla="*/ 154 h 43"/>
                  <a:gd name="T2" fmla="*/ 63 w 41"/>
                  <a:gd name="T3" fmla="*/ 224 h 43"/>
                  <a:gd name="T4" fmla="*/ 138 w 41"/>
                  <a:gd name="T5" fmla="*/ 127 h 43"/>
                  <a:gd name="T6" fmla="*/ 172 w 41"/>
                  <a:gd name="T7" fmla="*/ 28 h 43"/>
                  <a:gd name="T8" fmla="*/ 118 w 41"/>
                  <a:gd name="T9" fmla="*/ 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5" y="28"/>
                    </a:moveTo>
                    <a:cubicBezTo>
                      <a:pt x="0" y="31"/>
                      <a:pt x="11" y="41"/>
                      <a:pt x="14" y="41"/>
                    </a:cubicBezTo>
                    <a:cubicBezTo>
                      <a:pt x="21" y="43"/>
                      <a:pt x="27" y="28"/>
                      <a:pt x="30" y="23"/>
                    </a:cubicBezTo>
                    <a:cubicBezTo>
                      <a:pt x="32" y="19"/>
                      <a:pt x="41" y="10"/>
                      <a:pt x="38" y="5"/>
                    </a:cubicBezTo>
                    <a:cubicBezTo>
                      <a:pt x="36" y="2"/>
                      <a:pt x="29" y="0"/>
                      <a:pt x="2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9" name="Freeform 1030">
                <a:extLst>
                  <a:ext uri="{FF2B5EF4-FFF2-40B4-BE49-F238E27FC236}">
                    <a16:creationId xmlns:a16="http://schemas.microsoft.com/office/drawing/2014/main" id="{0619D58E-2C31-4CF7-BADB-581FF78B2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866"/>
                <a:ext cx="42" cy="85"/>
              </a:xfrm>
              <a:custGeom>
                <a:avLst/>
                <a:gdLst>
                  <a:gd name="T0" fmla="*/ 0 w 25"/>
                  <a:gd name="T1" fmla="*/ 223 h 48"/>
                  <a:gd name="T2" fmla="*/ 71 w 25"/>
                  <a:gd name="T3" fmla="*/ 232 h 48"/>
                  <a:gd name="T4" fmla="*/ 113 w 25"/>
                  <a:gd name="T5" fmla="*/ 110 h 48"/>
                  <a:gd name="T6" fmla="*/ 113 w 25"/>
                  <a:gd name="T7" fmla="*/ 60 h 48"/>
                  <a:gd name="T8" fmla="*/ 104 w 25"/>
                  <a:gd name="T9" fmla="*/ 12 h 48"/>
                  <a:gd name="T10" fmla="*/ 62 w 25"/>
                  <a:gd name="T11" fmla="*/ 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8">
                    <a:moveTo>
                      <a:pt x="0" y="40"/>
                    </a:moveTo>
                    <a:cubicBezTo>
                      <a:pt x="5" y="43"/>
                      <a:pt x="10" y="48"/>
                      <a:pt x="15" y="42"/>
                    </a:cubicBezTo>
                    <a:cubicBezTo>
                      <a:pt x="19" y="36"/>
                      <a:pt x="23" y="28"/>
                      <a:pt x="24" y="20"/>
                    </a:cubicBezTo>
                    <a:cubicBezTo>
                      <a:pt x="25" y="17"/>
                      <a:pt x="24" y="14"/>
                      <a:pt x="24" y="11"/>
                    </a:cubicBezTo>
                    <a:cubicBezTo>
                      <a:pt x="23" y="9"/>
                      <a:pt x="24" y="4"/>
                      <a:pt x="22" y="2"/>
                    </a:cubicBezTo>
                    <a:cubicBezTo>
                      <a:pt x="20" y="0"/>
                      <a:pt x="15" y="1"/>
                      <a:pt x="1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0" name="Freeform 1031">
                <a:extLst>
                  <a:ext uri="{FF2B5EF4-FFF2-40B4-BE49-F238E27FC236}">
                    <a16:creationId xmlns:a16="http://schemas.microsoft.com/office/drawing/2014/main" id="{01371094-85FE-4F24-AC66-8F972BA10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725"/>
                <a:ext cx="28" cy="83"/>
              </a:xfrm>
              <a:custGeom>
                <a:avLst/>
                <a:gdLst>
                  <a:gd name="T0" fmla="*/ 0 w 17"/>
                  <a:gd name="T1" fmla="*/ 231 h 47"/>
                  <a:gd name="T2" fmla="*/ 63 w 17"/>
                  <a:gd name="T3" fmla="*/ 221 h 47"/>
                  <a:gd name="T4" fmla="*/ 63 w 17"/>
                  <a:gd name="T5" fmla="*/ 72 h 47"/>
                  <a:gd name="T6" fmla="*/ 33 w 17"/>
                  <a:gd name="T7" fmla="*/ 12 h 47"/>
                  <a:gd name="T8" fmla="*/ 0 w 17"/>
                  <a:gd name="T9" fmla="*/ 3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0" y="42"/>
                    </a:moveTo>
                    <a:cubicBezTo>
                      <a:pt x="5" y="42"/>
                      <a:pt x="11" y="47"/>
                      <a:pt x="14" y="40"/>
                    </a:cubicBezTo>
                    <a:cubicBezTo>
                      <a:pt x="17" y="32"/>
                      <a:pt x="14" y="21"/>
                      <a:pt x="14" y="13"/>
                    </a:cubicBezTo>
                    <a:cubicBezTo>
                      <a:pt x="14" y="9"/>
                      <a:pt x="14" y="0"/>
                      <a:pt x="7" y="2"/>
                    </a:cubicBezTo>
                    <a:cubicBezTo>
                      <a:pt x="4" y="2"/>
                      <a:pt x="3" y="5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1" name="Freeform 1032">
                <a:extLst>
                  <a:ext uri="{FF2B5EF4-FFF2-40B4-BE49-F238E27FC236}">
                    <a16:creationId xmlns:a16="http://schemas.microsoft.com/office/drawing/2014/main" id="{C7FCF747-E55E-44A3-AB63-0CFF5F626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2573"/>
                <a:ext cx="46" cy="81"/>
              </a:xfrm>
              <a:custGeom>
                <a:avLst/>
                <a:gdLst>
                  <a:gd name="T0" fmla="*/ 54 w 28"/>
                  <a:gd name="T1" fmla="*/ 252 h 46"/>
                  <a:gd name="T2" fmla="*/ 125 w 28"/>
                  <a:gd name="T3" fmla="*/ 180 h 46"/>
                  <a:gd name="T4" fmla="*/ 89 w 28"/>
                  <a:gd name="T5" fmla="*/ 49 h 46"/>
                  <a:gd name="T6" fmla="*/ 0 w 28"/>
                  <a:gd name="T7" fmla="*/ 5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12" y="46"/>
                    </a:moveTo>
                    <a:cubicBezTo>
                      <a:pt x="19" y="46"/>
                      <a:pt x="28" y="41"/>
                      <a:pt x="28" y="33"/>
                    </a:cubicBezTo>
                    <a:cubicBezTo>
                      <a:pt x="28" y="26"/>
                      <a:pt x="24" y="16"/>
                      <a:pt x="20" y="9"/>
                    </a:cubicBezTo>
                    <a:cubicBezTo>
                      <a:pt x="14" y="0"/>
                      <a:pt x="7" y="3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2" name="Freeform 1033">
                <a:extLst>
                  <a:ext uri="{FF2B5EF4-FFF2-40B4-BE49-F238E27FC236}">
                    <a16:creationId xmlns:a16="http://schemas.microsoft.com/office/drawing/2014/main" id="{12232074-FB51-474E-9EFF-40232030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2433"/>
                <a:ext cx="68" cy="78"/>
              </a:xfrm>
              <a:custGeom>
                <a:avLst/>
                <a:gdLst>
                  <a:gd name="T0" fmla="*/ 133 w 41"/>
                  <a:gd name="T1" fmla="*/ 245 h 44"/>
                  <a:gd name="T2" fmla="*/ 179 w 41"/>
                  <a:gd name="T3" fmla="*/ 167 h 44"/>
                  <a:gd name="T4" fmla="*/ 151 w 41"/>
                  <a:gd name="T5" fmla="*/ 117 h 44"/>
                  <a:gd name="T6" fmla="*/ 109 w 41"/>
                  <a:gd name="T7" fmla="*/ 62 h 44"/>
                  <a:gd name="T8" fmla="*/ 41 w 41"/>
                  <a:gd name="T9" fmla="*/ 7 h 44"/>
                  <a:gd name="T10" fmla="*/ 0 w 41"/>
                  <a:gd name="T11" fmla="*/ 4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4">
                    <a:moveTo>
                      <a:pt x="29" y="44"/>
                    </a:moveTo>
                    <a:cubicBezTo>
                      <a:pt x="34" y="39"/>
                      <a:pt x="41" y="38"/>
                      <a:pt x="39" y="30"/>
                    </a:cubicBezTo>
                    <a:cubicBezTo>
                      <a:pt x="39" y="26"/>
                      <a:pt x="35" y="24"/>
                      <a:pt x="33" y="21"/>
                    </a:cubicBezTo>
                    <a:cubicBezTo>
                      <a:pt x="30" y="18"/>
                      <a:pt x="27" y="14"/>
                      <a:pt x="24" y="11"/>
                    </a:cubicBezTo>
                    <a:cubicBezTo>
                      <a:pt x="21" y="8"/>
                      <a:pt x="13" y="0"/>
                      <a:pt x="9" y="1"/>
                    </a:cubicBezTo>
                    <a:cubicBezTo>
                      <a:pt x="5" y="1"/>
                      <a:pt x="2" y="6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3" name="Freeform 1034">
                <a:extLst>
                  <a:ext uri="{FF2B5EF4-FFF2-40B4-BE49-F238E27FC236}">
                    <a16:creationId xmlns:a16="http://schemas.microsoft.com/office/drawing/2014/main" id="{8F9A2B95-19A0-42C3-9B35-DD1EE86F3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341"/>
                <a:ext cx="79" cy="57"/>
              </a:xfrm>
              <a:custGeom>
                <a:avLst/>
                <a:gdLst>
                  <a:gd name="T0" fmla="*/ 138 w 48"/>
                  <a:gd name="T1" fmla="*/ 182 h 32"/>
                  <a:gd name="T2" fmla="*/ 188 w 48"/>
                  <a:gd name="T3" fmla="*/ 80 h 32"/>
                  <a:gd name="T4" fmla="*/ 109 w 48"/>
                  <a:gd name="T5" fmla="*/ 12 h 32"/>
                  <a:gd name="T6" fmla="*/ 58 w 48"/>
                  <a:gd name="T7" fmla="*/ 7 h 32"/>
                  <a:gd name="T8" fmla="*/ 21 w 48"/>
                  <a:gd name="T9" fmla="*/ 16 h 32"/>
                  <a:gd name="T10" fmla="*/ 0 w 48"/>
                  <a:gd name="T11" fmla="*/ 8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2">
                    <a:moveTo>
                      <a:pt x="31" y="32"/>
                    </a:moveTo>
                    <a:cubicBezTo>
                      <a:pt x="35" y="26"/>
                      <a:pt x="48" y="25"/>
                      <a:pt x="42" y="14"/>
                    </a:cubicBezTo>
                    <a:cubicBezTo>
                      <a:pt x="39" y="8"/>
                      <a:pt x="31" y="5"/>
                      <a:pt x="24" y="2"/>
                    </a:cubicBezTo>
                    <a:cubicBezTo>
                      <a:pt x="21" y="1"/>
                      <a:pt x="17" y="1"/>
                      <a:pt x="13" y="1"/>
                    </a:cubicBezTo>
                    <a:cubicBezTo>
                      <a:pt x="10" y="1"/>
                      <a:pt x="7" y="0"/>
                      <a:pt x="5" y="3"/>
                    </a:cubicBezTo>
                    <a:cubicBezTo>
                      <a:pt x="3" y="5"/>
                      <a:pt x="1" y="11"/>
                      <a:pt x="0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4" name="Freeform 1035">
                <a:extLst>
                  <a:ext uri="{FF2B5EF4-FFF2-40B4-BE49-F238E27FC236}">
                    <a16:creationId xmlns:a16="http://schemas.microsoft.com/office/drawing/2014/main" id="{87691613-B0E4-46A2-A280-99DA4BA7A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3115"/>
                <a:ext cx="5" cy="2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5" name="Freeform 1036">
                <a:extLst>
                  <a:ext uri="{FF2B5EF4-FFF2-40B4-BE49-F238E27FC236}">
                    <a16:creationId xmlns:a16="http://schemas.microsoft.com/office/drawing/2014/main" id="{44F77AA1-9767-47BC-A2EF-BA18760BD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3147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2" y="3"/>
                      <a:pt x="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6" name="Freeform 1037">
                <a:extLst>
                  <a:ext uri="{FF2B5EF4-FFF2-40B4-BE49-F238E27FC236}">
                    <a16:creationId xmlns:a16="http://schemas.microsoft.com/office/drawing/2014/main" id="{9DC1A8BC-414D-47AA-8C92-3A62E6866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3137"/>
                <a:ext cx="63" cy="39"/>
              </a:xfrm>
              <a:custGeom>
                <a:avLst/>
                <a:gdLst>
                  <a:gd name="T0" fmla="*/ 172 w 38"/>
                  <a:gd name="T1" fmla="*/ 94 h 22"/>
                  <a:gd name="T2" fmla="*/ 126 w 38"/>
                  <a:gd name="T3" fmla="*/ 106 h 22"/>
                  <a:gd name="T4" fmla="*/ 68 w 38"/>
                  <a:gd name="T5" fmla="*/ 62 h 22"/>
                  <a:gd name="T6" fmla="*/ 13 w 38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2">
                    <a:moveTo>
                      <a:pt x="38" y="17"/>
                    </a:moveTo>
                    <a:cubicBezTo>
                      <a:pt x="35" y="21"/>
                      <a:pt x="32" y="22"/>
                      <a:pt x="28" y="19"/>
                    </a:cubicBezTo>
                    <a:cubicBezTo>
                      <a:pt x="24" y="16"/>
                      <a:pt x="20" y="13"/>
                      <a:pt x="15" y="11"/>
                    </a:cubicBezTo>
                    <a:cubicBezTo>
                      <a:pt x="11" y="9"/>
                      <a:pt x="0" y="6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7" name="Freeform 1038">
                <a:extLst>
                  <a:ext uri="{FF2B5EF4-FFF2-40B4-BE49-F238E27FC236}">
                    <a16:creationId xmlns:a16="http://schemas.microsoft.com/office/drawing/2014/main" id="{B9C0D2DD-D669-4280-AB1D-5FA071F1A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3188"/>
                <a:ext cx="63" cy="34"/>
              </a:xfrm>
              <a:custGeom>
                <a:avLst/>
                <a:gdLst>
                  <a:gd name="T0" fmla="*/ 0 w 38"/>
                  <a:gd name="T1" fmla="*/ 0 h 19"/>
                  <a:gd name="T2" fmla="*/ 22 w 38"/>
                  <a:gd name="T3" fmla="*/ 45 h 19"/>
                  <a:gd name="T4" fmla="*/ 55 w 38"/>
                  <a:gd name="T5" fmla="*/ 52 h 19"/>
                  <a:gd name="T6" fmla="*/ 96 w 38"/>
                  <a:gd name="T7" fmla="*/ 73 h 19"/>
                  <a:gd name="T8" fmla="*/ 172 w 38"/>
                  <a:gd name="T9" fmla="*/ 8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9">
                    <a:moveTo>
                      <a:pt x="0" y="0"/>
                    </a:moveTo>
                    <a:cubicBezTo>
                      <a:pt x="0" y="4"/>
                      <a:pt x="1" y="7"/>
                      <a:pt x="5" y="8"/>
                    </a:cubicBezTo>
                    <a:cubicBezTo>
                      <a:pt x="7" y="9"/>
                      <a:pt x="10" y="9"/>
                      <a:pt x="12" y="9"/>
                    </a:cubicBezTo>
                    <a:cubicBezTo>
                      <a:pt x="15" y="10"/>
                      <a:pt x="18" y="11"/>
                      <a:pt x="21" y="13"/>
                    </a:cubicBezTo>
                    <a:cubicBezTo>
                      <a:pt x="25" y="15"/>
                      <a:pt x="34" y="19"/>
                      <a:pt x="38" y="1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8" name="Freeform 1039">
                <a:extLst>
                  <a:ext uri="{FF2B5EF4-FFF2-40B4-BE49-F238E27FC236}">
                    <a16:creationId xmlns:a16="http://schemas.microsoft.com/office/drawing/2014/main" id="{A7CAEA38-F2D0-46E9-8639-080442700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3135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9" name="Freeform 1040">
                <a:extLst>
                  <a:ext uri="{FF2B5EF4-FFF2-40B4-BE49-F238E27FC236}">
                    <a16:creationId xmlns:a16="http://schemas.microsoft.com/office/drawing/2014/main" id="{A4519F0E-8BCA-4F2D-84B1-E07D6C239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3174"/>
                <a:ext cx="20" cy="23"/>
              </a:xfrm>
              <a:custGeom>
                <a:avLst/>
                <a:gdLst>
                  <a:gd name="T0" fmla="*/ 47 w 12"/>
                  <a:gd name="T1" fmla="*/ 0 h 13"/>
                  <a:gd name="T2" fmla="*/ 50 w 12"/>
                  <a:gd name="T3" fmla="*/ 21 h 13"/>
                  <a:gd name="T4" fmla="*/ 28 w 12"/>
                  <a:gd name="T5" fmla="*/ 44 h 13"/>
                  <a:gd name="T6" fmla="*/ 0 w 12"/>
                  <a:gd name="T7" fmla="*/ 7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0" y="0"/>
                    </a:moveTo>
                    <a:cubicBezTo>
                      <a:pt x="12" y="0"/>
                      <a:pt x="12" y="2"/>
                      <a:pt x="11" y="4"/>
                    </a:cubicBezTo>
                    <a:cubicBezTo>
                      <a:pt x="10" y="7"/>
                      <a:pt x="8" y="7"/>
                      <a:pt x="6" y="8"/>
                    </a:cubicBezTo>
                    <a:cubicBezTo>
                      <a:pt x="4" y="10"/>
                      <a:pt x="3" y="12"/>
                      <a:pt x="0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0" name="Freeform 1041">
                <a:extLst>
                  <a:ext uri="{FF2B5EF4-FFF2-40B4-BE49-F238E27FC236}">
                    <a16:creationId xmlns:a16="http://schemas.microsoft.com/office/drawing/2014/main" id="{C74BDD8C-A830-4E11-B83E-C6C1331BE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3144"/>
                <a:ext cx="22" cy="17"/>
              </a:xfrm>
              <a:custGeom>
                <a:avLst/>
                <a:gdLst>
                  <a:gd name="T0" fmla="*/ 63 w 13"/>
                  <a:gd name="T1" fmla="*/ 0 h 10"/>
                  <a:gd name="T2" fmla="*/ 24 w 13"/>
                  <a:gd name="T3" fmla="*/ 20 h 10"/>
                  <a:gd name="T4" fmla="*/ 0 w 13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9" y="0"/>
                      <a:pt x="8" y="1"/>
                      <a:pt x="5" y="4"/>
                    </a:cubicBezTo>
                    <a:cubicBezTo>
                      <a:pt x="4" y="6"/>
                      <a:pt x="3" y="8"/>
                      <a:pt x="0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1" name="Freeform 1042">
                <a:extLst>
                  <a:ext uri="{FF2B5EF4-FFF2-40B4-BE49-F238E27FC236}">
                    <a16:creationId xmlns:a16="http://schemas.microsoft.com/office/drawing/2014/main" id="{A1573806-889E-45DD-80AE-98A8D2BE0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133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12 w 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4" y="5"/>
                      <a:pt x="2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2" name="Freeform 1043">
                <a:extLst>
                  <a:ext uri="{FF2B5EF4-FFF2-40B4-BE49-F238E27FC236}">
                    <a16:creationId xmlns:a16="http://schemas.microsoft.com/office/drawing/2014/main" id="{18D21B04-6379-485F-AF55-07BDB920B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3172"/>
                <a:ext cx="10" cy="4"/>
              </a:xfrm>
              <a:custGeom>
                <a:avLst/>
                <a:gdLst>
                  <a:gd name="T0" fmla="*/ 28 w 6"/>
                  <a:gd name="T1" fmla="*/ 0 h 2"/>
                  <a:gd name="T2" fmla="*/ 0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3" name="Freeform 1044">
                <a:extLst>
                  <a:ext uri="{FF2B5EF4-FFF2-40B4-BE49-F238E27FC236}">
                    <a16:creationId xmlns:a16="http://schemas.microsoft.com/office/drawing/2014/main" id="{F8CC0013-E5FC-4C09-B89A-883EDEC0E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3193"/>
                <a:ext cx="15" cy="37"/>
              </a:xfrm>
              <a:custGeom>
                <a:avLst/>
                <a:gdLst>
                  <a:gd name="T0" fmla="*/ 13 w 9"/>
                  <a:gd name="T1" fmla="*/ 0 h 21"/>
                  <a:gd name="T2" fmla="*/ 20 w 9"/>
                  <a:gd name="T3" fmla="*/ 72 h 21"/>
                  <a:gd name="T4" fmla="*/ 0 w 9"/>
                  <a:gd name="T5" fmla="*/ 1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3" y="0"/>
                    </a:moveTo>
                    <a:cubicBezTo>
                      <a:pt x="9" y="2"/>
                      <a:pt x="4" y="8"/>
                      <a:pt x="4" y="13"/>
                    </a:cubicBezTo>
                    <a:cubicBezTo>
                      <a:pt x="4" y="16"/>
                      <a:pt x="5" y="21"/>
                      <a:pt x="0" y="2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4" name="Freeform 1045">
                <a:extLst>
                  <a:ext uri="{FF2B5EF4-FFF2-40B4-BE49-F238E27FC236}">
                    <a16:creationId xmlns:a16="http://schemas.microsoft.com/office/drawing/2014/main" id="{48E0D6B8-6ADF-414D-B82C-EDE85917B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3216"/>
                <a:ext cx="13" cy="34"/>
              </a:xfrm>
              <a:custGeom>
                <a:avLst/>
                <a:gdLst>
                  <a:gd name="T0" fmla="*/ 0 w 8"/>
                  <a:gd name="T1" fmla="*/ 0 h 19"/>
                  <a:gd name="T2" fmla="*/ 26 w 8"/>
                  <a:gd name="T3" fmla="*/ 81 h 19"/>
                  <a:gd name="T4" fmla="*/ 26 w 8"/>
                  <a:gd name="T5" fmla="*/ 109 h 19"/>
                  <a:gd name="T6" fmla="*/ 5 w 8"/>
                  <a:gd name="T7" fmla="*/ 10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8" y="2"/>
                      <a:pt x="5" y="7"/>
                      <a:pt x="6" y="14"/>
                    </a:cubicBezTo>
                    <a:cubicBezTo>
                      <a:pt x="6" y="16"/>
                      <a:pt x="7" y="17"/>
                      <a:pt x="6" y="19"/>
                    </a:cubicBezTo>
                    <a:cubicBezTo>
                      <a:pt x="5" y="19"/>
                      <a:pt x="2" y="19"/>
                      <a:pt x="1" y="1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5" name="Freeform 1046">
                <a:extLst>
                  <a:ext uri="{FF2B5EF4-FFF2-40B4-BE49-F238E27FC236}">
                    <a16:creationId xmlns:a16="http://schemas.microsoft.com/office/drawing/2014/main" id="{1119C2C6-4F4E-4405-B6D2-38836F59D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3199"/>
                <a:ext cx="9" cy="1"/>
              </a:xfrm>
              <a:custGeom>
                <a:avLst/>
                <a:gdLst>
                  <a:gd name="T0" fmla="*/ 29 w 5"/>
                  <a:gd name="T1" fmla="*/ 0 h 1"/>
                  <a:gd name="T2" fmla="*/ 0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6" name="Freeform 1047">
                <a:extLst>
                  <a:ext uri="{FF2B5EF4-FFF2-40B4-BE49-F238E27FC236}">
                    <a16:creationId xmlns:a16="http://schemas.microsoft.com/office/drawing/2014/main" id="{007235E9-5614-41FC-83D9-724BDA0B4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3216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7" name="Freeform 1048">
                <a:extLst>
                  <a:ext uri="{FF2B5EF4-FFF2-40B4-BE49-F238E27FC236}">
                    <a16:creationId xmlns:a16="http://schemas.microsoft.com/office/drawing/2014/main" id="{88B63246-1ECB-4147-945B-67DE34568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3227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8" name="Freeform 1049">
                <a:extLst>
                  <a:ext uri="{FF2B5EF4-FFF2-40B4-BE49-F238E27FC236}">
                    <a16:creationId xmlns:a16="http://schemas.microsoft.com/office/drawing/2014/main" id="{17F059D0-C666-4F6B-AAE3-095375E39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3248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9" name="Freeform 1050">
                <a:extLst>
                  <a:ext uri="{FF2B5EF4-FFF2-40B4-BE49-F238E27FC236}">
                    <a16:creationId xmlns:a16="http://schemas.microsoft.com/office/drawing/2014/main" id="{924090C3-F283-45FC-80E5-4F1246753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3191"/>
                <a:ext cx="1" cy="8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0" name="Freeform 1051">
                <a:extLst>
                  <a:ext uri="{FF2B5EF4-FFF2-40B4-BE49-F238E27FC236}">
                    <a16:creationId xmlns:a16="http://schemas.microsoft.com/office/drawing/2014/main" id="{101647D7-FFC0-4839-A18C-60B7D4863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3223"/>
                <a:ext cx="18" cy="36"/>
              </a:xfrm>
              <a:custGeom>
                <a:avLst/>
                <a:gdLst>
                  <a:gd name="T0" fmla="*/ 0 w 11"/>
                  <a:gd name="T1" fmla="*/ 13 h 20"/>
                  <a:gd name="T2" fmla="*/ 41 w 11"/>
                  <a:gd name="T3" fmla="*/ 72 h 20"/>
                  <a:gd name="T4" fmla="*/ 29 w 11"/>
                  <a:gd name="T5" fmla="*/ 11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"/>
                    </a:moveTo>
                    <a:cubicBezTo>
                      <a:pt x="9" y="0"/>
                      <a:pt x="8" y="7"/>
                      <a:pt x="9" y="12"/>
                    </a:cubicBezTo>
                    <a:cubicBezTo>
                      <a:pt x="9" y="15"/>
                      <a:pt x="11" y="20"/>
                      <a:pt x="7" y="2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1" name="Freeform 1052">
                <a:extLst>
                  <a:ext uri="{FF2B5EF4-FFF2-40B4-BE49-F238E27FC236}">
                    <a16:creationId xmlns:a16="http://schemas.microsoft.com/office/drawing/2014/main" id="{247B6DB4-CEF8-4D00-82CE-26B0E42D2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3220"/>
                <a:ext cx="68" cy="16"/>
              </a:xfrm>
              <a:custGeom>
                <a:avLst/>
                <a:gdLst>
                  <a:gd name="T0" fmla="*/ 181 w 41"/>
                  <a:gd name="T1" fmla="*/ 0 h 9"/>
                  <a:gd name="T2" fmla="*/ 181 w 41"/>
                  <a:gd name="T3" fmla="*/ 28 h 9"/>
                  <a:gd name="T4" fmla="*/ 146 w 41"/>
                  <a:gd name="T5" fmla="*/ 36 h 9"/>
                  <a:gd name="T6" fmla="*/ 63 w 41"/>
                  <a:gd name="T7" fmla="*/ 36 h 9"/>
                  <a:gd name="T8" fmla="*/ 0 w 41"/>
                  <a:gd name="T9" fmla="*/ 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">
                    <a:moveTo>
                      <a:pt x="40" y="0"/>
                    </a:moveTo>
                    <a:cubicBezTo>
                      <a:pt x="40" y="1"/>
                      <a:pt x="41" y="3"/>
                      <a:pt x="40" y="5"/>
                    </a:cubicBezTo>
                    <a:cubicBezTo>
                      <a:pt x="39" y="6"/>
                      <a:pt x="34" y="6"/>
                      <a:pt x="32" y="6"/>
                    </a:cubicBezTo>
                    <a:cubicBezTo>
                      <a:pt x="26" y="5"/>
                      <a:pt x="20" y="5"/>
                      <a:pt x="14" y="6"/>
                    </a:cubicBezTo>
                    <a:cubicBezTo>
                      <a:pt x="10" y="7"/>
                      <a:pt x="2" y="9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2" name="Freeform 1053">
                <a:extLst>
                  <a:ext uri="{FF2B5EF4-FFF2-40B4-BE49-F238E27FC236}">
                    <a16:creationId xmlns:a16="http://schemas.microsoft.com/office/drawing/2014/main" id="{BB17F2AA-05CB-42D5-ABDE-FA34DEE46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3174"/>
                <a:ext cx="81" cy="40"/>
              </a:xfrm>
              <a:custGeom>
                <a:avLst/>
                <a:gdLst>
                  <a:gd name="T0" fmla="*/ 222 w 49"/>
                  <a:gd name="T1" fmla="*/ 0 h 23"/>
                  <a:gd name="T2" fmla="*/ 202 w 49"/>
                  <a:gd name="T3" fmla="*/ 0 h 23"/>
                  <a:gd name="T4" fmla="*/ 180 w 49"/>
                  <a:gd name="T5" fmla="*/ 28 h 23"/>
                  <a:gd name="T6" fmla="*/ 76 w 49"/>
                  <a:gd name="T7" fmla="*/ 94 h 23"/>
                  <a:gd name="T8" fmla="*/ 5 w 49"/>
                  <a:gd name="T9" fmla="*/ 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3">
                    <a:moveTo>
                      <a:pt x="49" y="0"/>
                    </a:moveTo>
                    <a:cubicBezTo>
                      <a:pt x="48" y="0"/>
                      <a:pt x="46" y="0"/>
                      <a:pt x="45" y="0"/>
                    </a:cubicBezTo>
                    <a:cubicBezTo>
                      <a:pt x="42" y="0"/>
                      <a:pt x="42" y="3"/>
                      <a:pt x="40" y="5"/>
                    </a:cubicBezTo>
                    <a:cubicBezTo>
                      <a:pt x="35" y="11"/>
                      <a:pt x="24" y="16"/>
                      <a:pt x="17" y="18"/>
                    </a:cubicBezTo>
                    <a:cubicBezTo>
                      <a:pt x="12" y="20"/>
                      <a:pt x="0" y="23"/>
                      <a:pt x="1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3" name="Freeform 1054">
                <a:extLst>
                  <a:ext uri="{FF2B5EF4-FFF2-40B4-BE49-F238E27FC236}">
                    <a16:creationId xmlns:a16="http://schemas.microsoft.com/office/drawing/2014/main" id="{C390861B-E56B-4341-ABC8-663B3A897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3082"/>
                <a:ext cx="61" cy="53"/>
              </a:xfrm>
              <a:custGeom>
                <a:avLst/>
                <a:gdLst>
                  <a:gd name="T0" fmla="*/ 0 w 37"/>
                  <a:gd name="T1" fmla="*/ 138 h 30"/>
                  <a:gd name="T2" fmla="*/ 43 w 37"/>
                  <a:gd name="T3" fmla="*/ 127 h 30"/>
                  <a:gd name="T4" fmla="*/ 71 w 37"/>
                  <a:gd name="T5" fmla="*/ 87 h 30"/>
                  <a:gd name="T6" fmla="*/ 117 w 37"/>
                  <a:gd name="T7" fmla="*/ 72 h 30"/>
                  <a:gd name="T8" fmla="*/ 160 w 37"/>
                  <a:gd name="T9" fmla="*/ 7 h 30"/>
                  <a:gd name="T10" fmla="*/ 152 w 3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0">
                    <a:moveTo>
                      <a:pt x="0" y="25"/>
                    </a:moveTo>
                    <a:cubicBezTo>
                      <a:pt x="2" y="30"/>
                      <a:pt x="8" y="26"/>
                      <a:pt x="10" y="23"/>
                    </a:cubicBezTo>
                    <a:cubicBezTo>
                      <a:pt x="12" y="20"/>
                      <a:pt x="13" y="17"/>
                      <a:pt x="16" y="16"/>
                    </a:cubicBezTo>
                    <a:cubicBezTo>
                      <a:pt x="19" y="14"/>
                      <a:pt x="23" y="14"/>
                      <a:pt x="26" y="13"/>
                    </a:cubicBezTo>
                    <a:cubicBezTo>
                      <a:pt x="31" y="12"/>
                      <a:pt x="37" y="7"/>
                      <a:pt x="36" y="1"/>
                    </a:cubicBezTo>
                    <a:cubicBezTo>
                      <a:pt x="35" y="0"/>
                      <a:pt x="35" y="0"/>
                      <a:pt x="3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4" name="Freeform 1055">
                <a:extLst>
                  <a:ext uri="{FF2B5EF4-FFF2-40B4-BE49-F238E27FC236}">
                    <a16:creationId xmlns:a16="http://schemas.microsoft.com/office/drawing/2014/main" id="{612C0885-9E79-4371-93B7-E09102BC1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2946"/>
                <a:ext cx="53" cy="72"/>
              </a:xfrm>
              <a:custGeom>
                <a:avLst/>
                <a:gdLst>
                  <a:gd name="T0" fmla="*/ 0 w 32"/>
                  <a:gd name="T1" fmla="*/ 216 h 41"/>
                  <a:gd name="T2" fmla="*/ 55 w 32"/>
                  <a:gd name="T3" fmla="*/ 184 h 41"/>
                  <a:gd name="T4" fmla="*/ 104 w 32"/>
                  <a:gd name="T5" fmla="*/ 77 h 41"/>
                  <a:gd name="T6" fmla="*/ 124 w 32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0" y="40"/>
                    </a:moveTo>
                    <a:cubicBezTo>
                      <a:pt x="6" y="39"/>
                      <a:pt x="9" y="41"/>
                      <a:pt x="12" y="34"/>
                    </a:cubicBezTo>
                    <a:cubicBezTo>
                      <a:pt x="14" y="26"/>
                      <a:pt x="17" y="19"/>
                      <a:pt x="23" y="14"/>
                    </a:cubicBezTo>
                    <a:cubicBezTo>
                      <a:pt x="28" y="10"/>
                      <a:pt x="32" y="5"/>
                      <a:pt x="2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5" name="Freeform 1056">
                <a:extLst>
                  <a:ext uri="{FF2B5EF4-FFF2-40B4-BE49-F238E27FC236}">
                    <a16:creationId xmlns:a16="http://schemas.microsoft.com/office/drawing/2014/main" id="{8D7070A1-A406-4E70-BCDA-DFA9B425E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802"/>
                <a:ext cx="13" cy="76"/>
              </a:xfrm>
              <a:custGeom>
                <a:avLst/>
                <a:gdLst>
                  <a:gd name="T0" fmla="*/ 8 w 8"/>
                  <a:gd name="T1" fmla="*/ 0 h 43"/>
                  <a:gd name="T2" fmla="*/ 34 w 8"/>
                  <a:gd name="T3" fmla="*/ 60 h 43"/>
                  <a:gd name="T4" fmla="*/ 18 w 8"/>
                  <a:gd name="T5" fmla="*/ 159 h 43"/>
                  <a:gd name="T6" fmla="*/ 0 w 8"/>
                  <a:gd name="T7" fmla="*/ 22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3">
                    <a:moveTo>
                      <a:pt x="2" y="0"/>
                    </a:moveTo>
                    <a:cubicBezTo>
                      <a:pt x="7" y="0"/>
                      <a:pt x="8" y="7"/>
                      <a:pt x="8" y="11"/>
                    </a:cubicBezTo>
                    <a:cubicBezTo>
                      <a:pt x="7" y="17"/>
                      <a:pt x="4" y="22"/>
                      <a:pt x="4" y="29"/>
                    </a:cubicBezTo>
                    <a:cubicBezTo>
                      <a:pt x="4" y="31"/>
                      <a:pt x="5" y="43"/>
                      <a:pt x="0" y="4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6" name="Freeform 1057">
                <a:extLst>
                  <a:ext uri="{FF2B5EF4-FFF2-40B4-BE49-F238E27FC236}">
                    <a16:creationId xmlns:a16="http://schemas.microsoft.com/office/drawing/2014/main" id="{11D24E0E-EB64-471E-82D7-C5A66DCDC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2638"/>
                <a:ext cx="20" cy="90"/>
              </a:xfrm>
              <a:custGeom>
                <a:avLst/>
                <a:gdLst>
                  <a:gd name="T0" fmla="*/ 8 w 12"/>
                  <a:gd name="T1" fmla="*/ 274 h 51"/>
                  <a:gd name="T2" fmla="*/ 47 w 12"/>
                  <a:gd name="T3" fmla="*/ 231 h 51"/>
                  <a:gd name="T4" fmla="*/ 33 w 12"/>
                  <a:gd name="T5" fmla="*/ 99 h 51"/>
                  <a:gd name="T6" fmla="*/ 5 w 12"/>
                  <a:gd name="T7" fmla="*/ 0 h 51"/>
                  <a:gd name="T8" fmla="*/ 5 w 12"/>
                  <a:gd name="T9" fmla="*/ 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1">
                    <a:moveTo>
                      <a:pt x="2" y="50"/>
                    </a:moveTo>
                    <a:cubicBezTo>
                      <a:pt x="6" y="51"/>
                      <a:pt x="9" y="46"/>
                      <a:pt x="10" y="42"/>
                    </a:cubicBezTo>
                    <a:cubicBezTo>
                      <a:pt x="12" y="34"/>
                      <a:pt x="6" y="27"/>
                      <a:pt x="7" y="18"/>
                    </a:cubicBezTo>
                    <a:cubicBezTo>
                      <a:pt x="8" y="13"/>
                      <a:pt x="8" y="2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7" name="Freeform 1058">
                <a:extLst>
                  <a:ext uri="{FF2B5EF4-FFF2-40B4-BE49-F238E27FC236}">
                    <a16:creationId xmlns:a16="http://schemas.microsoft.com/office/drawing/2014/main" id="{C2F692E4-3045-493E-A3AF-24270F489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491"/>
                <a:ext cx="58" cy="90"/>
              </a:xfrm>
              <a:custGeom>
                <a:avLst/>
                <a:gdLst>
                  <a:gd name="T0" fmla="*/ 0 w 35"/>
                  <a:gd name="T1" fmla="*/ 21 h 51"/>
                  <a:gd name="T2" fmla="*/ 28 w 35"/>
                  <a:gd name="T3" fmla="*/ 0 h 51"/>
                  <a:gd name="T4" fmla="*/ 60 w 35"/>
                  <a:gd name="T5" fmla="*/ 60 h 51"/>
                  <a:gd name="T6" fmla="*/ 104 w 35"/>
                  <a:gd name="T7" fmla="*/ 199 h 51"/>
                  <a:gd name="T8" fmla="*/ 133 w 35"/>
                  <a:gd name="T9" fmla="*/ 28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0" y="4"/>
                    </a:moveTo>
                    <a:cubicBezTo>
                      <a:pt x="2" y="3"/>
                      <a:pt x="4" y="0"/>
                      <a:pt x="6" y="0"/>
                    </a:cubicBezTo>
                    <a:cubicBezTo>
                      <a:pt x="11" y="0"/>
                      <a:pt x="11" y="8"/>
                      <a:pt x="13" y="11"/>
                    </a:cubicBezTo>
                    <a:cubicBezTo>
                      <a:pt x="15" y="19"/>
                      <a:pt x="17" y="30"/>
                      <a:pt x="23" y="36"/>
                    </a:cubicBezTo>
                    <a:cubicBezTo>
                      <a:pt x="27" y="39"/>
                      <a:pt x="35" y="46"/>
                      <a:pt x="29" y="5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8" name="Freeform 1059">
                <a:extLst>
                  <a:ext uri="{FF2B5EF4-FFF2-40B4-BE49-F238E27FC236}">
                    <a16:creationId xmlns:a16="http://schemas.microsoft.com/office/drawing/2014/main" id="{5BF3846E-54CC-48BA-8BFA-5E7EA63C8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380"/>
                <a:ext cx="48" cy="55"/>
              </a:xfrm>
              <a:custGeom>
                <a:avLst/>
                <a:gdLst>
                  <a:gd name="T0" fmla="*/ 131 w 29"/>
                  <a:gd name="T1" fmla="*/ 174 h 31"/>
                  <a:gd name="T2" fmla="*/ 50 w 29"/>
                  <a:gd name="T3" fmla="*/ 37 h 31"/>
                  <a:gd name="T4" fmla="*/ 0 w 29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1">
                    <a:moveTo>
                      <a:pt x="29" y="31"/>
                    </a:moveTo>
                    <a:cubicBezTo>
                      <a:pt x="21" y="24"/>
                      <a:pt x="19" y="14"/>
                      <a:pt x="11" y="7"/>
                    </a:cubicBezTo>
                    <a:cubicBezTo>
                      <a:pt x="9" y="6"/>
                      <a:pt x="2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9" name="Freeform 1060">
                <a:extLst>
                  <a:ext uri="{FF2B5EF4-FFF2-40B4-BE49-F238E27FC236}">
                    <a16:creationId xmlns:a16="http://schemas.microsoft.com/office/drawing/2014/main" id="{523E5BE9-45AE-4576-A53C-5D9D70202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288"/>
                <a:ext cx="74" cy="46"/>
              </a:xfrm>
              <a:custGeom>
                <a:avLst/>
                <a:gdLst>
                  <a:gd name="T0" fmla="*/ 179 w 45"/>
                  <a:gd name="T1" fmla="*/ 143 h 26"/>
                  <a:gd name="T2" fmla="*/ 164 w 45"/>
                  <a:gd name="T3" fmla="*/ 34 h 26"/>
                  <a:gd name="T4" fmla="*/ 76 w 45"/>
                  <a:gd name="T5" fmla="*/ 21 h 26"/>
                  <a:gd name="T6" fmla="*/ 5 w 45"/>
                  <a:gd name="T7" fmla="*/ 28 h 26"/>
                  <a:gd name="T8" fmla="*/ 0 w 45"/>
                  <a:gd name="T9" fmla="*/ 10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6">
                    <a:moveTo>
                      <a:pt x="40" y="26"/>
                    </a:moveTo>
                    <a:cubicBezTo>
                      <a:pt x="37" y="20"/>
                      <a:pt x="45" y="10"/>
                      <a:pt x="37" y="6"/>
                    </a:cubicBezTo>
                    <a:cubicBezTo>
                      <a:pt x="31" y="4"/>
                      <a:pt x="23" y="4"/>
                      <a:pt x="17" y="4"/>
                    </a:cubicBezTo>
                    <a:cubicBezTo>
                      <a:pt x="13" y="4"/>
                      <a:pt x="4" y="0"/>
                      <a:pt x="1" y="5"/>
                    </a:cubicBezTo>
                    <a:cubicBezTo>
                      <a:pt x="0" y="8"/>
                      <a:pt x="0" y="14"/>
                      <a:pt x="0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70" name="Freeform 1061">
                <a:extLst>
                  <a:ext uri="{FF2B5EF4-FFF2-40B4-BE49-F238E27FC236}">
                    <a16:creationId xmlns:a16="http://schemas.microsoft.com/office/drawing/2014/main" id="{72E541E0-7EF6-4FF4-B741-BC93DDBD0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284"/>
                <a:ext cx="83" cy="45"/>
              </a:xfrm>
              <a:custGeom>
                <a:avLst/>
                <a:gdLst>
                  <a:gd name="T0" fmla="*/ 229 w 50"/>
                  <a:gd name="T1" fmla="*/ 104 h 25"/>
                  <a:gd name="T2" fmla="*/ 183 w 50"/>
                  <a:gd name="T3" fmla="*/ 7 h 25"/>
                  <a:gd name="T4" fmla="*/ 138 w 50"/>
                  <a:gd name="T5" fmla="*/ 16 h 25"/>
                  <a:gd name="T6" fmla="*/ 70 w 50"/>
                  <a:gd name="T7" fmla="*/ 41 h 25"/>
                  <a:gd name="T8" fmla="*/ 5 w 50"/>
                  <a:gd name="T9" fmla="*/ 101 h 25"/>
                  <a:gd name="T10" fmla="*/ 22 w 50"/>
                  <a:gd name="T11" fmla="*/ 14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25">
                    <a:moveTo>
                      <a:pt x="50" y="18"/>
                    </a:moveTo>
                    <a:cubicBezTo>
                      <a:pt x="45" y="15"/>
                      <a:pt x="46" y="4"/>
                      <a:pt x="40" y="1"/>
                    </a:cubicBezTo>
                    <a:cubicBezTo>
                      <a:pt x="37" y="0"/>
                      <a:pt x="32" y="2"/>
                      <a:pt x="30" y="3"/>
                    </a:cubicBezTo>
                    <a:cubicBezTo>
                      <a:pt x="25" y="5"/>
                      <a:pt x="20" y="6"/>
                      <a:pt x="15" y="7"/>
                    </a:cubicBezTo>
                    <a:cubicBezTo>
                      <a:pt x="9" y="8"/>
                      <a:pt x="0" y="9"/>
                      <a:pt x="1" y="17"/>
                    </a:cubicBezTo>
                    <a:cubicBezTo>
                      <a:pt x="2" y="20"/>
                      <a:pt x="3" y="23"/>
                      <a:pt x="5" y="2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71" name="Freeform 1062">
                <a:extLst>
                  <a:ext uri="{FF2B5EF4-FFF2-40B4-BE49-F238E27FC236}">
                    <a16:creationId xmlns:a16="http://schemas.microsoft.com/office/drawing/2014/main" id="{12E31CF1-DB67-407B-9C24-C36898082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332"/>
                <a:ext cx="79" cy="64"/>
              </a:xfrm>
              <a:custGeom>
                <a:avLst/>
                <a:gdLst>
                  <a:gd name="T0" fmla="*/ 209 w 48"/>
                  <a:gd name="T1" fmla="*/ 66 h 36"/>
                  <a:gd name="T2" fmla="*/ 214 w 48"/>
                  <a:gd name="T3" fmla="*/ 73 h 36"/>
                  <a:gd name="T4" fmla="*/ 173 w 48"/>
                  <a:gd name="T5" fmla="*/ 21 h 36"/>
                  <a:gd name="T6" fmla="*/ 146 w 48"/>
                  <a:gd name="T7" fmla="*/ 7 h 36"/>
                  <a:gd name="T8" fmla="*/ 109 w 48"/>
                  <a:gd name="T9" fmla="*/ 44 h 36"/>
                  <a:gd name="T10" fmla="*/ 63 w 48"/>
                  <a:gd name="T11" fmla="*/ 85 h 36"/>
                  <a:gd name="T12" fmla="*/ 13 w 48"/>
                  <a:gd name="T13" fmla="*/ 146 h 36"/>
                  <a:gd name="T14" fmla="*/ 26 w 48"/>
                  <a:gd name="T15" fmla="*/ 203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6">
                    <a:moveTo>
                      <a:pt x="47" y="12"/>
                    </a:moveTo>
                    <a:cubicBezTo>
                      <a:pt x="48" y="12"/>
                      <a:pt x="48" y="12"/>
                      <a:pt x="48" y="13"/>
                    </a:cubicBezTo>
                    <a:cubicBezTo>
                      <a:pt x="45" y="10"/>
                      <a:pt x="42" y="8"/>
                      <a:pt x="39" y="4"/>
                    </a:cubicBezTo>
                    <a:cubicBezTo>
                      <a:pt x="37" y="2"/>
                      <a:pt x="36" y="0"/>
                      <a:pt x="33" y="1"/>
                    </a:cubicBezTo>
                    <a:cubicBezTo>
                      <a:pt x="30" y="2"/>
                      <a:pt x="27" y="6"/>
                      <a:pt x="24" y="8"/>
                    </a:cubicBezTo>
                    <a:cubicBezTo>
                      <a:pt x="21" y="10"/>
                      <a:pt x="18" y="13"/>
                      <a:pt x="14" y="15"/>
                    </a:cubicBezTo>
                    <a:cubicBezTo>
                      <a:pt x="10" y="18"/>
                      <a:pt x="5" y="21"/>
                      <a:pt x="3" y="26"/>
                    </a:cubicBezTo>
                    <a:cubicBezTo>
                      <a:pt x="0" y="30"/>
                      <a:pt x="4" y="33"/>
                      <a:pt x="6" y="3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72" name="Freeform 1063">
                <a:extLst>
                  <a:ext uri="{FF2B5EF4-FFF2-40B4-BE49-F238E27FC236}">
                    <a16:creationId xmlns:a16="http://schemas.microsoft.com/office/drawing/2014/main" id="{444700FF-B06F-49FD-87B0-B806A736B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410"/>
                <a:ext cx="63" cy="74"/>
              </a:xfrm>
              <a:custGeom>
                <a:avLst/>
                <a:gdLst>
                  <a:gd name="T0" fmla="*/ 172 w 38"/>
                  <a:gd name="T1" fmla="*/ 44 h 42"/>
                  <a:gd name="T2" fmla="*/ 109 w 38"/>
                  <a:gd name="T3" fmla="*/ 7 h 42"/>
                  <a:gd name="T4" fmla="*/ 83 w 38"/>
                  <a:gd name="T5" fmla="*/ 33 h 42"/>
                  <a:gd name="T6" fmla="*/ 46 w 38"/>
                  <a:gd name="T7" fmla="*/ 81 h 42"/>
                  <a:gd name="T8" fmla="*/ 0 w 38"/>
                  <a:gd name="T9" fmla="*/ 171 h 42"/>
                  <a:gd name="T10" fmla="*/ 28 w 38"/>
                  <a:gd name="T11" fmla="*/ 22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2">
                    <a:moveTo>
                      <a:pt x="38" y="8"/>
                    </a:moveTo>
                    <a:cubicBezTo>
                      <a:pt x="31" y="9"/>
                      <a:pt x="29" y="1"/>
                      <a:pt x="24" y="1"/>
                    </a:cubicBezTo>
                    <a:cubicBezTo>
                      <a:pt x="21" y="0"/>
                      <a:pt x="19" y="4"/>
                      <a:pt x="18" y="6"/>
                    </a:cubicBezTo>
                    <a:cubicBezTo>
                      <a:pt x="16" y="9"/>
                      <a:pt x="13" y="12"/>
                      <a:pt x="10" y="15"/>
                    </a:cubicBezTo>
                    <a:cubicBezTo>
                      <a:pt x="6" y="20"/>
                      <a:pt x="0" y="24"/>
                      <a:pt x="0" y="31"/>
                    </a:cubicBezTo>
                    <a:cubicBezTo>
                      <a:pt x="1" y="35"/>
                      <a:pt x="2" y="39"/>
                      <a:pt x="6" y="4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73" name="Freeform 1064">
                <a:extLst>
                  <a:ext uri="{FF2B5EF4-FFF2-40B4-BE49-F238E27FC236}">
                    <a16:creationId xmlns:a16="http://schemas.microsoft.com/office/drawing/2014/main" id="{ED135695-4CDB-4BDD-AFB9-A75A1E3A3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514"/>
                <a:ext cx="58" cy="62"/>
              </a:xfrm>
              <a:custGeom>
                <a:avLst/>
                <a:gdLst>
                  <a:gd name="T0" fmla="*/ 28 w 35"/>
                  <a:gd name="T1" fmla="*/ 195 h 35"/>
                  <a:gd name="T2" fmla="*/ 22 w 35"/>
                  <a:gd name="T3" fmla="*/ 138 h 35"/>
                  <a:gd name="T4" fmla="*/ 60 w 35"/>
                  <a:gd name="T5" fmla="*/ 34 h 35"/>
                  <a:gd name="T6" fmla="*/ 118 w 35"/>
                  <a:gd name="T7" fmla="*/ 16 h 35"/>
                  <a:gd name="T8" fmla="*/ 159 w 35"/>
                  <a:gd name="T9" fmla="*/ 6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6" y="35"/>
                    </a:moveTo>
                    <a:cubicBezTo>
                      <a:pt x="0" y="35"/>
                      <a:pt x="4" y="27"/>
                      <a:pt x="5" y="25"/>
                    </a:cubicBezTo>
                    <a:cubicBezTo>
                      <a:pt x="7" y="19"/>
                      <a:pt x="9" y="11"/>
                      <a:pt x="13" y="6"/>
                    </a:cubicBezTo>
                    <a:cubicBezTo>
                      <a:pt x="16" y="1"/>
                      <a:pt x="22" y="0"/>
                      <a:pt x="26" y="3"/>
                    </a:cubicBezTo>
                    <a:cubicBezTo>
                      <a:pt x="29" y="5"/>
                      <a:pt x="33" y="10"/>
                      <a:pt x="35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74" name="Freeform 1065">
                <a:extLst>
                  <a:ext uri="{FF2B5EF4-FFF2-40B4-BE49-F238E27FC236}">
                    <a16:creationId xmlns:a16="http://schemas.microsoft.com/office/drawing/2014/main" id="{171C8411-3427-42C4-8473-CB9F560F3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371"/>
                <a:ext cx="53" cy="42"/>
              </a:xfrm>
              <a:custGeom>
                <a:avLst/>
                <a:gdLst>
                  <a:gd name="T0" fmla="*/ 20 w 32"/>
                  <a:gd name="T1" fmla="*/ 130 h 24"/>
                  <a:gd name="T2" fmla="*/ 41 w 32"/>
                  <a:gd name="T3" fmla="*/ 81 h 24"/>
                  <a:gd name="T4" fmla="*/ 96 w 32"/>
                  <a:gd name="T5" fmla="*/ 33 h 24"/>
                  <a:gd name="T6" fmla="*/ 146 w 32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4" y="24"/>
                    </a:moveTo>
                    <a:cubicBezTo>
                      <a:pt x="0" y="20"/>
                      <a:pt x="6" y="17"/>
                      <a:pt x="9" y="15"/>
                    </a:cubicBezTo>
                    <a:cubicBezTo>
                      <a:pt x="13" y="12"/>
                      <a:pt x="16" y="9"/>
                      <a:pt x="21" y="6"/>
                    </a:cubicBezTo>
                    <a:cubicBezTo>
                      <a:pt x="23" y="5"/>
                      <a:pt x="29" y="0"/>
                      <a:pt x="32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75" name="Freeform 1066">
                <a:extLst>
                  <a:ext uri="{FF2B5EF4-FFF2-40B4-BE49-F238E27FC236}">
                    <a16:creationId xmlns:a16="http://schemas.microsoft.com/office/drawing/2014/main" id="{54139F27-B5C2-4C59-AA0A-90D2BAB56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63"/>
                <a:ext cx="48" cy="55"/>
              </a:xfrm>
              <a:custGeom>
                <a:avLst/>
                <a:gdLst>
                  <a:gd name="T0" fmla="*/ 131 w 29"/>
                  <a:gd name="T1" fmla="*/ 0 h 31"/>
                  <a:gd name="T2" fmla="*/ 96 w 29"/>
                  <a:gd name="T3" fmla="*/ 35 h 31"/>
                  <a:gd name="T4" fmla="*/ 41 w 29"/>
                  <a:gd name="T5" fmla="*/ 110 h 31"/>
                  <a:gd name="T6" fmla="*/ 22 w 29"/>
                  <a:gd name="T7" fmla="*/ 17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1">
                    <a:moveTo>
                      <a:pt x="29" y="0"/>
                    </a:moveTo>
                    <a:cubicBezTo>
                      <a:pt x="26" y="0"/>
                      <a:pt x="23" y="3"/>
                      <a:pt x="21" y="6"/>
                    </a:cubicBezTo>
                    <a:cubicBezTo>
                      <a:pt x="17" y="11"/>
                      <a:pt x="15" y="16"/>
                      <a:pt x="9" y="20"/>
                    </a:cubicBezTo>
                    <a:cubicBezTo>
                      <a:pt x="7" y="22"/>
                      <a:pt x="0" y="27"/>
                      <a:pt x="5" y="3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76" name="Freeform 1067">
                <a:extLst>
                  <a:ext uri="{FF2B5EF4-FFF2-40B4-BE49-F238E27FC236}">
                    <a16:creationId xmlns:a16="http://schemas.microsoft.com/office/drawing/2014/main" id="{FB5BA81A-A321-4F59-B24E-F6809C754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385"/>
                <a:ext cx="19" cy="27"/>
              </a:xfrm>
              <a:custGeom>
                <a:avLst/>
                <a:gdLst>
                  <a:gd name="T0" fmla="*/ 35 w 12"/>
                  <a:gd name="T1" fmla="*/ 88 h 15"/>
                  <a:gd name="T2" fmla="*/ 0 w 1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9" y="15"/>
                    </a:moveTo>
                    <a:cubicBezTo>
                      <a:pt x="12" y="10"/>
                      <a:pt x="5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77" name="Freeform 1068">
                <a:extLst>
                  <a:ext uri="{FF2B5EF4-FFF2-40B4-BE49-F238E27FC236}">
                    <a16:creationId xmlns:a16="http://schemas.microsoft.com/office/drawing/2014/main" id="{1A6D6A38-C0D1-439E-A31E-4DC96CD61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344"/>
                <a:ext cx="21" cy="31"/>
              </a:xfrm>
              <a:custGeom>
                <a:avLst/>
                <a:gdLst>
                  <a:gd name="T0" fmla="*/ 42 w 13"/>
                  <a:gd name="T1" fmla="*/ 104 h 17"/>
                  <a:gd name="T2" fmla="*/ 0 w 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0" y="17"/>
                    </a:moveTo>
                    <a:cubicBezTo>
                      <a:pt x="13" y="12"/>
                      <a:pt x="4" y="4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78" name="Freeform 1069">
                <a:extLst>
                  <a:ext uri="{FF2B5EF4-FFF2-40B4-BE49-F238E27FC236}">
                    <a16:creationId xmlns:a16="http://schemas.microsoft.com/office/drawing/2014/main" id="{6A590861-E666-42FD-9E92-FD6305F2E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403"/>
                <a:ext cx="7" cy="3"/>
              </a:xfrm>
              <a:custGeom>
                <a:avLst/>
                <a:gdLst>
                  <a:gd name="T0" fmla="*/ 21 w 4"/>
                  <a:gd name="T1" fmla="*/ 8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79" name="Freeform 1070">
                <a:extLst>
                  <a:ext uri="{FF2B5EF4-FFF2-40B4-BE49-F238E27FC236}">
                    <a16:creationId xmlns:a16="http://schemas.microsoft.com/office/drawing/2014/main" id="{2C569EC7-CA10-4FF0-AFAD-83D86372A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369"/>
                <a:ext cx="10" cy="4"/>
              </a:xfrm>
              <a:custGeom>
                <a:avLst/>
                <a:gdLst>
                  <a:gd name="T0" fmla="*/ 0 w 6"/>
                  <a:gd name="T1" fmla="*/ 0 h 2"/>
                  <a:gd name="T2" fmla="*/ 28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1"/>
                      <a:pt x="5" y="2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80" name="Freeform 1071">
                <a:extLst>
                  <a:ext uri="{FF2B5EF4-FFF2-40B4-BE49-F238E27FC236}">
                    <a16:creationId xmlns:a16="http://schemas.microsoft.com/office/drawing/2014/main" id="{6C30432E-C8D3-4594-BABF-21439D6E6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307"/>
                <a:ext cx="20" cy="27"/>
              </a:xfrm>
              <a:custGeom>
                <a:avLst/>
                <a:gdLst>
                  <a:gd name="T0" fmla="*/ 22 w 12"/>
                  <a:gd name="T1" fmla="*/ 88 h 15"/>
                  <a:gd name="T2" fmla="*/ 0 w 1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12" y="14"/>
                      <a:pt x="3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81" name="Freeform 1072">
                <a:extLst>
                  <a:ext uri="{FF2B5EF4-FFF2-40B4-BE49-F238E27FC236}">
                    <a16:creationId xmlns:a16="http://schemas.microsoft.com/office/drawing/2014/main" id="{09D087CB-B217-4278-8728-31A92D275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383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82" name="Freeform 1073">
                <a:extLst>
                  <a:ext uri="{FF2B5EF4-FFF2-40B4-BE49-F238E27FC236}">
                    <a16:creationId xmlns:a16="http://schemas.microsoft.com/office/drawing/2014/main" id="{883827D9-8E3F-47C3-A682-EBBF9EDCE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35"/>
                <a:ext cx="25" cy="23"/>
              </a:xfrm>
              <a:custGeom>
                <a:avLst/>
                <a:gdLst>
                  <a:gd name="T0" fmla="*/ 70 w 15"/>
                  <a:gd name="T1" fmla="*/ 60 h 13"/>
                  <a:gd name="T2" fmla="*/ 50 w 15"/>
                  <a:gd name="T3" fmla="*/ 60 h 13"/>
                  <a:gd name="T4" fmla="*/ 37 w 15"/>
                  <a:gd name="T5" fmla="*/ 28 h 13"/>
                  <a:gd name="T6" fmla="*/ 0 w 1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11"/>
                    </a:moveTo>
                    <a:cubicBezTo>
                      <a:pt x="12" y="11"/>
                      <a:pt x="13" y="13"/>
                      <a:pt x="11" y="11"/>
                    </a:cubicBezTo>
                    <a:cubicBezTo>
                      <a:pt x="9" y="10"/>
                      <a:pt x="9" y="7"/>
                      <a:pt x="8" y="5"/>
                    </a:cubicBezTo>
                    <a:cubicBezTo>
                      <a:pt x="5" y="3"/>
                      <a:pt x="1" y="3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83" name="Freeform 1074">
                <a:extLst>
                  <a:ext uri="{FF2B5EF4-FFF2-40B4-BE49-F238E27FC236}">
                    <a16:creationId xmlns:a16="http://schemas.microsoft.com/office/drawing/2014/main" id="{21D312F6-668D-427B-8033-07E688D87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497"/>
                <a:ext cx="24" cy="21"/>
              </a:xfrm>
              <a:custGeom>
                <a:avLst/>
                <a:gdLst>
                  <a:gd name="T0" fmla="*/ 45 w 14"/>
                  <a:gd name="T1" fmla="*/ 65 h 12"/>
                  <a:gd name="T2" fmla="*/ 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4"/>
                      <a:pt x="2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84" name="Freeform 1075">
                <a:extLst>
                  <a:ext uri="{FF2B5EF4-FFF2-40B4-BE49-F238E27FC236}">
                    <a16:creationId xmlns:a16="http://schemas.microsoft.com/office/drawing/2014/main" id="{E80DAD60-93D0-4242-A18A-EE8D6B3C7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454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8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1"/>
                      <a:pt x="2" y="5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85" name="Freeform 1076">
                <a:extLst>
                  <a:ext uri="{FF2B5EF4-FFF2-40B4-BE49-F238E27FC236}">
                    <a16:creationId xmlns:a16="http://schemas.microsoft.com/office/drawing/2014/main" id="{A2E4979F-0320-4296-B373-1635E6587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505"/>
                <a:ext cx="10" cy="4"/>
              </a:xfrm>
              <a:custGeom>
                <a:avLst/>
                <a:gdLst>
                  <a:gd name="T0" fmla="*/ 0 w 6"/>
                  <a:gd name="T1" fmla="*/ 8 h 2"/>
                  <a:gd name="T2" fmla="*/ 28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2" y="1"/>
                      <a:pt x="4" y="2"/>
                      <a:pt x="6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86" name="Freeform 1077">
                <a:extLst>
                  <a:ext uri="{FF2B5EF4-FFF2-40B4-BE49-F238E27FC236}">
                    <a16:creationId xmlns:a16="http://schemas.microsoft.com/office/drawing/2014/main" id="{625E997F-9E80-44C0-B28A-29F92AC6B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567"/>
                <a:ext cx="7" cy="7"/>
              </a:xfrm>
              <a:custGeom>
                <a:avLst/>
                <a:gdLst>
                  <a:gd name="T0" fmla="*/ 21 w 4"/>
                  <a:gd name="T1" fmla="*/ 0 h 4"/>
                  <a:gd name="T2" fmla="*/ 0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87" name="Freeform 1078">
                <a:extLst>
                  <a:ext uri="{FF2B5EF4-FFF2-40B4-BE49-F238E27FC236}">
                    <a16:creationId xmlns:a16="http://schemas.microsoft.com/office/drawing/2014/main" id="{45D767C4-33BF-4D67-BD82-901FE541B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3229"/>
                <a:ext cx="9" cy="26"/>
              </a:xfrm>
              <a:custGeom>
                <a:avLst/>
                <a:gdLst>
                  <a:gd name="T0" fmla="*/ 0 w 5"/>
                  <a:gd name="T1" fmla="*/ 5 h 15"/>
                  <a:gd name="T2" fmla="*/ 23 w 5"/>
                  <a:gd name="T3" fmla="*/ 49 h 15"/>
                  <a:gd name="T4" fmla="*/ 16 w 5"/>
                  <a:gd name="T5" fmla="*/ 7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0" y="1"/>
                    </a:moveTo>
                    <a:cubicBezTo>
                      <a:pt x="4" y="0"/>
                      <a:pt x="4" y="6"/>
                      <a:pt x="4" y="9"/>
                    </a:cubicBezTo>
                    <a:cubicBezTo>
                      <a:pt x="4" y="11"/>
                      <a:pt x="5" y="14"/>
                      <a:pt x="3" y="1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88" name="Freeform 1079">
                <a:extLst>
                  <a:ext uri="{FF2B5EF4-FFF2-40B4-BE49-F238E27FC236}">
                    <a16:creationId xmlns:a16="http://schemas.microsoft.com/office/drawing/2014/main" id="{83A13E39-8A04-4C3F-90C0-0F7F6DAC2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3204"/>
                <a:ext cx="16" cy="33"/>
              </a:xfrm>
              <a:custGeom>
                <a:avLst/>
                <a:gdLst>
                  <a:gd name="T0" fmla="*/ 0 w 10"/>
                  <a:gd name="T1" fmla="*/ 0 h 19"/>
                  <a:gd name="T2" fmla="*/ 0 w 10"/>
                  <a:gd name="T3" fmla="*/ 36 h 19"/>
                  <a:gd name="T4" fmla="*/ 21 w 10"/>
                  <a:gd name="T5" fmla="*/ 63 h 19"/>
                  <a:gd name="T6" fmla="*/ 42 w 10"/>
                  <a:gd name="T7" fmla="*/ 9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  <a:cubicBezTo>
                      <a:pt x="1" y="10"/>
                      <a:pt x="3" y="10"/>
                      <a:pt x="5" y="12"/>
                    </a:cubicBezTo>
                    <a:cubicBezTo>
                      <a:pt x="6" y="13"/>
                      <a:pt x="7" y="19"/>
                      <a:pt x="10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89" name="Freeform 1080">
                <a:extLst>
                  <a:ext uri="{FF2B5EF4-FFF2-40B4-BE49-F238E27FC236}">
                    <a16:creationId xmlns:a16="http://schemas.microsoft.com/office/drawing/2014/main" id="{1A2903D1-D8D6-4215-BE5E-7CE74A561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3227"/>
                <a:ext cx="2" cy="5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90" name="Freeform 1081">
                <a:extLst>
                  <a:ext uri="{FF2B5EF4-FFF2-40B4-BE49-F238E27FC236}">
                    <a16:creationId xmlns:a16="http://schemas.microsoft.com/office/drawing/2014/main" id="{94454E6A-0DF2-433E-BCD8-473D49F9C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230"/>
                <a:ext cx="1" cy="9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4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91" name="Freeform 1082">
                <a:extLst>
                  <a:ext uri="{FF2B5EF4-FFF2-40B4-BE49-F238E27FC236}">
                    <a16:creationId xmlns:a16="http://schemas.microsoft.com/office/drawing/2014/main" id="{60C0F423-06B5-4C39-B37A-29A116BDF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3206"/>
                <a:ext cx="6" cy="5"/>
              </a:xfrm>
              <a:custGeom>
                <a:avLst/>
                <a:gdLst>
                  <a:gd name="T0" fmla="*/ 14 w 4"/>
                  <a:gd name="T1" fmla="*/ 5 h 3"/>
                  <a:gd name="T2" fmla="*/ 5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0"/>
                      <a:pt x="0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92" name="Freeform 1083">
                <a:extLst>
                  <a:ext uri="{FF2B5EF4-FFF2-40B4-BE49-F238E27FC236}">
                    <a16:creationId xmlns:a16="http://schemas.microsoft.com/office/drawing/2014/main" id="{19AB1AB6-AE91-4BC1-B5A5-469E9163A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3174"/>
                <a:ext cx="17" cy="28"/>
              </a:xfrm>
              <a:custGeom>
                <a:avLst/>
                <a:gdLst>
                  <a:gd name="T0" fmla="*/ 0 w 10"/>
                  <a:gd name="T1" fmla="*/ 0 h 16"/>
                  <a:gd name="T2" fmla="*/ 29 w 10"/>
                  <a:gd name="T3" fmla="*/ 58 h 16"/>
                  <a:gd name="T4" fmla="*/ 49 w 10"/>
                  <a:gd name="T5" fmla="*/ 8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6" y="2"/>
                      <a:pt x="3" y="7"/>
                      <a:pt x="6" y="11"/>
                    </a:cubicBezTo>
                    <a:cubicBezTo>
                      <a:pt x="7" y="12"/>
                      <a:pt x="10" y="14"/>
                      <a:pt x="10" y="1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93" name="Freeform 1084">
                <a:extLst>
                  <a:ext uri="{FF2B5EF4-FFF2-40B4-BE49-F238E27FC236}">
                    <a16:creationId xmlns:a16="http://schemas.microsoft.com/office/drawing/2014/main" id="{33501D94-D14A-406D-8AB5-B6293C642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3133"/>
                <a:ext cx="19" cy="32"/>
              </a:xfrm>
              <a:custGeom>
                <a:avLst/>
                <a:gdLst>
                  <a:gd name="T0" fmla="*/ 0 w 11"/>
                  <a:gd name="T1" fmla="*/ 0 h 18"/>
                  <a:gd name="T2" fmla="*/ 48 w 11"/>
                  <a:gd name="T3" fmla="*/ 57 h 18"/>
                  <a:gd name="T4" fmla="*/ 50 w 11"/>
                  <a:gd name="T5" fmla="*/ 10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0"/>
                    </a:moveTo>
                    <a:cubicBezTo>
                      <a:pt x="2" y="5"/>
                      <a:pt x="8" y="6"/>
                      <a:pt x="9" y="10"/>
                    </a:cubicBezTo>
                    <a:cubicBezTo>
                      <a:pt x="10" y="13"/>
                      <a:pt x="11" y="16"/>
                      <a:pt x="10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94" name="Freeform 1085">
                <a:extLst>
                  <a:ext uri="{FF2B5EF4-FFF2-40B4-BE49-F238E27FC236}">
                    <a16:creationId xmlns:a16="http://schemas.microsoft.com/office/drawing/2014/main" id="{3D8230BF-47D1-4126-A915-F126994D9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176"/>
                <a:ext cx="3" cy="7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95" name="Freeform 1086">
                <a:extLst>
                  <a:ext uri="{FF2B5EF4-FFF2-40B4-BE49-F238E27FC236}">
                    <a16:creationId xmlns:a16="http://schemas.microsoft.com/office/drawing/2014/main" id="{8A71C6E6-5A22-421E-8084-CC53FFB0B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3197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96" name="Freeform 1087">
                <a:extLst>
                  <a:ext uri="{FF2B5EF4-FFF2-40B4-BE49-F238E27FC236}">
                    <a16:creationId xmlns:a16="http://schemas.microsoft.com/office/drawing/2014/main" id="{7ACF1E73-6D92-48C7-9570-EF0E25736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3131"/>
                <a:ext cx="3" cy="9"/>
              </a:xfrm>
              <a:custGeom>
                <a:avLst/>
                <a:gdLst>
                  <a:gd name="T0" fmla="*/ 8 w 2"/>
                  <a:gd name="T1" fmla="*/ 0 h 5"/>
                  <a:gd name="T2" fmla="*/ 5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0"/>
                      <a:pt x="1" y="3"/>
                      <a:pt x="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97" name="Freeform 1088">
                <a:extLst>
                  <a:ext uri="{FF2B5EF4-FFF2-40B4-BE49-F238E27FC236}">
                    <a16:creationId xmlns:a16="http://schemas.microsoft.com/office/drawing/2014/main" id="{732C7EC8-2FA2-4BC4-9B97-29E501E37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3082"/>
                <a:ext cx="18" cy="19"/>
              </a:xfrm>
              <a:custGeom>
                <a:avLst/>
                <a:gdLst>
                  <a:gd name="T0" fmla="*/ 8 w 11"/>
                  <a:gd name="T1" fmla="*/ 0 h 11"/>
                  <a:gd name="T2" fmla="*/ 0 w 11"/>
                  <a:gd name="T3" fmla="*/ 21 h 11"/>
                  <a:gd name="T4" fmla="*/ 21 w 11"/>
                  <a:gd name="T5" fmla="*/ 36 h 11"/>
                  <a:gd name="T6" fmla="*/ 47 w 11"/>
                  <a:gd name="T7" fmla="*/ 5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7"/>
                      <a:pt x="3" y="6"/>
                      <a:pt x="5" y="7"/>
                    </a:cubicBezTo>
                    <a:cubicBezTo>
                      <a:pt x="8" y="8"/>
                      <a:pt x="9" y="10"/>
                      <a:pt x="11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98" name="Freeform 1089">
                <a:extLst>
                  <a:ext uri="{FF2B5EF4-FFF2-40B4-BE49-F238E27FC236}">
                    <a16:creationId xmlns:a16="http://schemas.microsoft.com/office/drawing/2014/main" id="{44C0C913-62DB-49E9-B6B9-C2FBF4935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3013"/>
                <a:ext cx="31" cy="19"/>
              </a:xfrm>
              <a:custGeom>
                <a:avLst/>
                <a:gdLst>
                  <a:gd name="T0" fmla="*/ 5 w 19"/>
                  <a:gd name="T1" fmla="*/ 0 h 11"/>
                  <a:gd name="T2" fmla="*/ 13 w 19"/>
                  <a:gd name="T3" fmla="*/ 29 h 11"/>
                  <a:gd name="T4" fmla="*/ 34 w 19"/>
                  <a:gd name="T5" fmla="*/ 36 h 11"/>
                  <a:gd name="T6" fmla="*/ 54 w 19"/>
                  <a:gd name="T7" fmla="*/ 41 h 11"/>
                  <a:gd name="T8" fmla="*/ 83 w 19"/>
                  <a:gd name="T9" fmla="*/ 4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4" y="7"/>
                      <a:pt x="6" y="7"/>
                      <a:pt x="8" y="7"/>
                    </a:cubicBezTo>
                    <a:cubicBezTo>
                      <a:pt x="9" y="7"/>
                      <a:pt x="10" y="7"/>
                      <a:pt x="12" y="8"/>
                    </a:cubicBezTo>
                    <a:cubicBezTo>
                      <a:pt x="14" y="8"/>
                      <a:pt x="17" y="11"/>
                      <a:pt x="19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99" name="Freeform 1090">
                <a:extLst>
                  <a:ext uri="{FF2B5EF4-FFF2-40B4-BE49-F238E27FC236}">
                    <a16:creationId xmlns:a16="http://schemas.microsoft.com/office/drawing/2014/main" id="{37075E1A-937B-46FB-8F6C-599DB8655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3085"/>
                <a:ext cx="11" cy="6"/>
              </a:xfrm>
              <a:custGeom>
                <a:avLst/>
                <a:gdLst>
                  <a:gd name="T0" fmla="*/ 0 w 7"/>
                  <a:gd name="T1" fmla="*/ 24 h 3"/>
                  <a:gd name="T2" fmla="*/ 27 w 7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1"/>
                      <a:pt x="4" y="0"/>
                      <a:pt x="7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0" name="Freeform 1091">
                <a:extLst>
                  <a:ext uri="{FF2B5EF4-FFF2-40B4-BE49-F238E27FC236}">
                    <a16:creationId xmlns:a16="http://schemas.microsoft.com/office/drawing/2014/main" id="{7155F8B9-F7AA-433D-B5B2-909A3F9A1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3018"/>
                <a:ext cx="10" cy="4"/>
              </a:xfrm>
              <a:custGeom>
                <a:avLst/>
                <a:gdLst>
                  <a:gd name="T0" fmla="*/ 0 w 6"/>
                  <a:gd name="T1" fmla="*/ 16 h 2"/>
                  <a:gd name="T2" fmla="*/ 28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1" y="0"/>
                      <a:pt x="4" y="1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1" name="Freeform 1092">
                <a:extLst>
                  <a:ext uri="{FF2B5EF4-FFF2-40B4-BE49-F238E27FC236}">
                    <a16:creationId xmlns:a16="http://schemas.microsoft.com/office/drawing/2014/main" id="{C52E553F-0E94-4F7B-A18B-C4EBAA66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3029"/>
                <a:ext cx="5" cy="7"/>
              </a:xfrm>
              <a:custGeom>
                <a:avLst/>
                <a:gdLst>
                  <a:gd name="T0" fmla="*/ 0 w 3"/>
                  <a:gd name="T1" fmla="*/ 0 h 4"/>
                  <a:gd name="T2" fmla="*/ 13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1"/>
                      <a:pt x="2" y="3"/>
                      <a:pt x="3" y="4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2" name="Freeform 1093">
                <a:extLst>
                  <a:ext uri="{FF2B5EF4-FFF2-40B4-BE49-F238E27FC236}">
                    <a16:creationId xmlns:a16="http://schemas.microsoft.com/office/drawing/2014/main" id="{E2E1FE03-1FC0-4071-BB4E-5D874B272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2953"/>
                <a:ext cx="29" cy="17"/>
              </a:xfrm>
              <a:custGeom>
                <a:avLst/>
                <a:gdLst>
                  <a:gd name="T0" fmla="*/ 0 w 17"/>
                  <a:gd name="T1" fmla="*/ 9 h 10"/>
                  <a:gd name="T2" fmla="*/ 9 w 17"/>
                  <a:gd name="T3" fmla="*/ 5 h 10"/>
                  <a:gd name="T4" fmla="*/ 34 w 17"/>
                  <a:gd name="T5" fmla="*/ 5 h 10"/>
                  <a:gd name="T6" fmla="*/ 58 w 17"/>
                  <a:gd name="T7" fmla="*/ 26 h 10"/>
                  <a:gd name="T8" fmla="*/ 78 w 17"/>
                  <a:gd name="T9" fmla="*/ 34 h 10"/>
                  <a:gd name="T10" fmla="*/ 84 w 17"/>
                  <a:gd name="T11" fmla="*/ 49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0">
                    <a:moveTo>
                      <a:pt x="0" y="2"/>
                    </a:moveTo>
                    <a:cubicBezTo>
                      <a:pt x="1" y="2"/>
                      <a:pt x="2" y="1"/>
                      <a:pt x="2" y="1"/>
                    </a:cubicBezTo>
                    <a:cubicBezTo>
                      <a:pt x="4" y="0"/>
                      <a:pt x="6" y="1"/>
                      <a:pt x="7" y="1"/>
                    </a:cubicBezTo>
                    <a:cubicBezTo>
                      <a:pt x="9" y="2"/>
                      <a:pt x="10" y="4"/>
                      <a:pt x="12" y="5"/>
                    </a:cubicBezTo>
                    <a:cubicBezTo>
                      <a:pt x="14" y="6"/>
                      <a:pt x="15" y="6"/>
                      <a:pt x="16" y="7"/>
                    </a:cubicBezTo>
                    <a:cubicBezTo>
                      <a:pt x="17" y="8"/>
                      <a:pt x="17" y="9"/>
                      <a:pt x="17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3" name="Freeform 1094">
                <a:extLst>
                  <a:ext uri="{FF2B5EF4-FFF2-40B4-BE49-F238E27FC236}">
                    <a16:creationId xmlns:a16="http://schemas.microsoft.com/office/drawing/2014/main" id="{548E60DE-7B72-4980-806B-DEF72B64B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2870"/>
                <a:ext cx="30" cy="16"/>
              </a:xfrm>
              <a:custGeom>
                <a:avLst/>
                <a:gdLst>
                  <a:gd name="T0" fmla="*/ 0 w 18"/>
                  <a:gd name="T1" fmla="*/ 12 h 9"/>
                  <a:gd name="T2" fmla="*/ 37 w 18"/>
                  <a:gd name="T3" fmla="*/ 7 h 9"/>
                  <a:gd name="T4" fmla="*/ 62 w 18"/>
                  <a:gd name="T5" fmla="*/ 21 h 9"/>
                  <a:gd name="T6" fmla="*/ 78 w 18"/>
                  <a:gd name="T7" fmla="*/ 5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0" y="2"/>
                    </a:moveTo>
                    <a:cubicBezTo>
                      <a:pt x="2" y="2"/>
                      <a:pt x="5" y="0"/>
                      <a:pt x="8" y="1"/>
                    </a:cubicBezTo>
                    <a:cubicBezTo>
                      <a:pt x="10" y="1"/>
                      <a:pt x="11" y="3"/>
                      <a:pt x="13" y="4"/>
                    </a:cubicBezTo>
                    <a:cubicBezTo>
                      <a:pt x="15" y="5"/>
                      <a:pt x="18" y="7"/>
                      <a:pt x="17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4" name="Freeform 1095">
                <a:extLst>
                  <a:ext uri="{FF2B5EF4-FFF2-40B4-BE49-F238E27FC236}">
                    <a16:creationId xmlns:a16="http://schemas.microsoft.com/office/drawing/2014/main" id="{9C811C15-BBAF-4157-8D7F-471B867B6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944"/>
                <a:ext cx="5" cy="9"/>
              </a:xfrm>
              <a:custGeom>
                <a:avLst/>
                <a:gdLst>
                  <a:gd name="T0" fmla="*/ 5 w 3"/>
                  <a:gd name="T1" fmla="*/ 0 h 5"/>
                  <a:gd name="T2" fmla="*/ 13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2"/>
                      <a:pt x="2" y="4"/>
                      <a:pt x="3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5" name="Freeform 1096">
                <a:extLst>
                  <a:ext uri="{FF2B5EF4-FFF2-40B4-BE49-F238E27FC236}">
                    <a16:creationId xmlns:a16="http://schemas.microsoft.com/office/drawing/2014/main" id="{23F7A78D-2D67-4A84-A5BC-B0AACE3F2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" y="2962"/>
                <a:ext cx="5" cy="1"/>
              </a:xfrm>
              <a:custGeom>
                <a:avLst/>
                <a:gdLst>
                  <a:gd name="T0" fmla="*/ 0 w 3"/>
                  <a:gd name="T1" fmla="*/ 1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6" name="Freeform 1097">
                <a:extLst>
                  <a:ext uri="{FF2B5EF4-FFF2-40B4-BE49-F238E27FC236}">
                    <a16:creationId xmlns:a16="http://schemas.microsoft.com/office/drawing/2014/main" id="{23C5F2D2-AE78-42C9-8D8F-1B7555D70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866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3"/>
                      <a:pt x="3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7" name="Freeform 1098">
                <a:extLst>
                  <a:ext uri="{FF2B5EF4-FFF2-40B4-BE49-F238E27FC236}">
                    <a16:creationId xmlns:a16="http://schemas.microsoft.com/office/drawing/2014/main" id="{D13F1631-6023-4BAB-85FB-06849EAA6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2797"/>
                <a:ext cx="36" cy="16"/>
              </a:xfrm>
              <a:custGeom>
                <a:avLst/>
                <a:gdLst>
                  <a:gd name="T0" fmla="*/ 5 w 22"/>
                  <a:gd name="T1" fmla="*/ 50 h 9"/>
                  <a:gd name="T2" fmla="*/ 75 w 22"/>
                  <a:gd name="T3" fmla="*/ 16 h 9"/>
                  <a:gd name="T4" fmla="*/ 97 w 22"/>
                  <a:gd name="T5" fmla="*/ 3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1" y="9"/>
                    </a:moveTo>
                    <a:cubicBezTo>
                      <a:pt x="0" y="0"/>
                      <a:pt x="12" y="3"/>
                      <a:pt x="17" y="3"/>
                    </a:cubicBezTo>
                    <a:cubicBezTo>
                      <a:pt x="19" y="3"/>
                      <a:pt x="22" y="4"/>
                      <a:pt x="22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8" name="Freeform 1099">
                <a:extLst>
                  <a:ext uri="{FF2B5EF4-FFF2-40B4-BE49-F238E27FC236}">
                    <a16:creationId xmlns:a16="http://schemas.microsoft.com/office/drawing/2014/main" id="{3FA7C3B6-B1F0-4327-A5A5-B0DE42F07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2797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9" name="Freeform 1100">
                <a:extLst>
                  <a:ext uri="{FF2B5EF4-FFF2-40B4-BE49-F238E27FC236}">
                    <a16:creationId xmlns:a16="http://schemas.microsoft.com/office/drawing/2014/main" id="{09FAE253-C018-432A-B564-C9651A146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2725"/>
                <a:ext cx="35" cy="10"/>
              </a:xfrm>
              <a:custGeom>
                <a:avLst/>
                <a:gdLst>
                  <a:gd name="T0" fmla="*/ 0 w 21"/>
                  <a:gd name="T1" fmla="*/ 28 h 6"/>
                  <a:gd name="T2" fmla="*/ 33 w 21"/>
                  <a:gd name="T3" fmla="*/ 0 h 6"/>
                  <a:gd name="T4" fmla="*/ 62 w 21"/>
                  <a:gd name="T5" fmla="*/ 5 h 6"/>
                  <a:gd name="T6" fmla="*/ 75 w 21"/>
                  <a:gd name="T7" fmla="*/ 5 h 6"/>
                  <a:gd name="T8" fmla="*/ 97 w 21"/>
                  <a:gd name="T9" fmla="*/ 2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">
                    <a:moveTo>
                      <a:pt x="0" y="6"/>
                    </a:moveTo>
                    <a:cubicBezTo>
                      <a:pt x="0" y="2"/>
                      <a:pt x="4" y="0"/>
                      <a:pt x="7" y="0"/>
                    </a:cubicBezTo>
                    <a:cubicBezTo>
                      <a:pt x="9" y="1"/>
                      <a:pt x="11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1"/>
                      <a:pt x="21" y="3"/>
                      <a:pt x="21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0" name="Freeform 1101">
                <a:extLst>
                  <a:ext uri="{FF2B5EF4-FFF2-40B4-BE49-F238E27FC236}">
                    <a16:creationId xmlns:a16="http://schemas.microsoft.com/office/drawing/2014/main" id="{B6E379FC-94BC-4155-841D-0A012EBA7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721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1" name="Freeform 1102">
                <a:extLst>
                  <a:ext uri="{FF2B5EF4-FFF2-40B4-BE49-F238E27FC236}">
                    <a16:creationId xmlns:a16="http://schemas.microsoft.com/office/drawing/2014/main" id="{F3759DF4-A7BD-4DB2-8CCD-552E522FB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" y="2626"/>
                <a:ext cx="25" cy="12"/>
              </a:xfrm>
              <a:custGeom>
                <a:avLst/>
                <a:gdLst>
                  <a:gd name="T0" fmla="*/ 0 w 15"/>
                  <a:gd name="T1" fmla="*/ 15 h 7"/>
                  <a:gd name="T2" fmla="*/ 37 w 15"/>
                  <a:gd name="T3" fmla="*/ 5 h 7"/>
                  <a:gd name="T4" fmla="*/ 70 w 1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3"/>
                    </a:moveTo>
                    <a:cubicBezTo>
                      <a:pt x="3" y="7"/>
                      <a:pt x="5" y="3"/>
                      <a:pt x="8" y="1"/>
                    </a:cubicBezTo>
                    <a:cubicBezTo>
                      <a:pt x="10" y="0"/>
                      <a:pt x="13" y="1"/>
                      <a:pt x="15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2" name="Freeform 1103">
                <a:extLst>
                  <a:ext uri="{FF2B5EF4-FFF2-40B4-BE49-F238E27FC236}">
                    <a16:creationId xmlns:a16="http://schemas.microsoft.com/office/drawing/2014/main" id="{47207902-419F-4BD2-AFAA-FFB606498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2569"/>
                <a:ext cx="27" cy="14"/>
              </a:xfrm>
              <a:custGeom>
                <a:avLst/>
                <a:gdLst>
                  <a:gd name="T0" fmla="*/ 8 w 16"/>
                  <a:gd name="T1" fmla="*/ 44 h 8"/>
                  <a:gd name="T2" fmla="*/ 20 w 16"/>
                  <a:gd name="T3" fmla="*/ 21 h 8"/>
                  <a:gd name="T4" fmla="*/ 54 w 16"/>
                  <a:gd name="T5" fmla="*/ 12 h 8"/>
                  <a:gd name="T6" fmla="*/ 78 w 1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2" y="8"/>
                    </a:moveTo>
                    <a:cubicBezTo>
                      <a:pt x="0" y="7"/>
                      <a:pt x="3" y="4"/>
                      <a:pt x="4" y="4"/>
                    </a:cubicBezTo>
                    <a:cubicBezTo>
                      <a:pt x="7" y="3"/>
                      <a:pt x="9" y="3"/>
                      <a:pt x="11" y="2"/>
                    </a:cubicBezTo>
                    <a:cubicBezTo>
                      <a:pt x="12" y="1"/>
                      <a:pt x="15" y="0"/>
                      <a:pt x="16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3" name="Freeform 1104">
                <a:extLst>
                  <a:ext uri="{FF2B5EF4-FFF2-40B4-BE49-F238E27FC236}">
                    <a16:creationId xmlns:a16="http://schemas.microsoft.com/office/drawing/2014/main" id="{02D0FB09-6CD5-4263-B01B-D7561AAF7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2634"/>
                <a:ext cx="1" cy="9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4" name="Freeform 1105">
                <a:extLst>
                  <a:ext uri="{FF2B5EF4-FFF2-40B4-BE49-F238E27FC236}">
                    <a16:creationId xmlns:a16="http://schemas.microsoft.com/office/drawing/2014/main" id="{2A08B6E7-0FF1-4CD6-93CE-054827680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2627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3" y="1"/>
                      <a:pt x="4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5" name="Freeform 1106">
                <a:extLst>
                  <a:ext uri="{FF2B5EF4-FFF2-40B4-BE49-F238E27FC236}">
                    <a16:creationId xmlns:a16="http://schemas.microsoft.com/office/drawing/2014/main" id="{7EA30840-7635-4062-99CC-C196AB23E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2723"/>
                <a:ext cx="7" cy="5"/>
              </a:xfrm>
              <a:custGeom>
                <a:avLst/>
                <a:gdLst>
                  <a:gd name="T0" fmla="*/ 0 w 4"/>
                  <a:gd name="T1" fmla="*/ 8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6" name="Freeform 1107">
                <a:extLst>
                  <a:ext uri="{FF2B5EF4-FFF2-40B4-BE49-F238E27FC236}">
                    <a16:creationId xmlns:a16="http://schemas.microsoft.com/office/drawing/2014/main" id="{FF1698A3-A938-4DB9-8D29-5319ACA3C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2573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7" name="Freeform 1108">
                <a:extLst>
                  <a:ext uri="{FF2B5EF4-FFF2-40B4-BE49-F238E27FC236}">
                    <a16:creationId xmlns:a16="http://schemas.microsoft.com/office/drawing/2014/main" id="{6B8FF16B-B7E5-428E-857E-A59A47484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2475"/>
                <a:ext cx="25" cy="20"/>
              </a:xfrm>
              <a:custGeom>
                <a:avLst/>
                <a:gdLst>
                  <a:gd name="T0" fmla="*/ 20 w 15"/>
                  <a:gd name="T1" fmla="*/ 65 h 11"/>
                  <a:gd name="T2" fmla="*/ 42 w 15"/>
                  <a:gd name="T3" fmla="*/ 16 h 11"/>
                  <a:gd name="T4" fmla="*/ 70 w 15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4" y="11"/>
                    </a:moveTo>
                    <a:cubicBezTo>
                      <a:pt x="0" y="8"/>
                      <a:pt x="6" y="4"/>
                      <a:pt x="9" y="3"/>
                    </a:cubicBezTo>
                    <a:cubicBezTo>
                      <a:pt x="11" y="1"/>
                      <a:pt x="13" y="0"/>
                      <a:pt x="15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8" name="Freeform 1109">
                <a:extLst>
                  <a:ext uri="{FF2B5EF4-FFF2-40B4-BE49-F238E27FC236}">
                    <a16:creationId xmlns:a16="http://schemas.microsoft.com/office/drawing/2014/main" id="{1B298404-253D-48EC-AFCE-852965274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2415"/>
                <a:ext cx="31" cy="21"/>
              </a:xfrm>
              <a:custGeom>
                <a:avLst/>
                <a:gdLst>
                  <a:gd name="T0" fmla="*/ 18 w 19"/>
                  <a:gd name="T1" fmla="*/ 65 h 12"/>
                  <a:gd name="T2" fmla="*/ 62 w 19"/>
                  <a:gd name="T3" fmla="*/ 16 h 12"/>
                  <a:gd name="T4" fmla="*/ 83 w 19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4" y="12"/>
                    </a:moveTo>
                    <a:cubicBezTo>
                      <a:pt x="0" y="7"/>
                      <a:pt x="12" y="5"/>
                      <a:pt x="14" y="3"/>
                    </a:cubicBezTo>
                    <a:cubicBezTo>
                      <a:pt x="16" y="2"/>
                      <a:pt x="18" y="0"/>
                      <a:pt x="19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9" name="Freeform 1110">
                <a:extLst>
                  <a:ext uri="{FF2B5EF4-FFF2-40B4-BE49-F238E27FC236}">
                    <a16:creationId xmlns:a16="http://schemas.microsoft.com/office/drawing/2014/main" id="{AF2DAF10-366A-48CB-B8AF-23E8E843D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6" y="2488"/>
                <a:ext cx="10" cy="5"/>
              </a:xfrm>
              <a:custGeom>
                <a:avLst/>
                <a:gdLst>
                  <a:gd name="T0" fmla="*/ 0 w 6"/>
                  <a:gd name="T1" fmla="*/ 0 h 3"/>
                  <a:gd name="T2" fmla="*/ 28 w 6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3" y="2"/>
                      <a:pt x="4" y="3"/>
                      <a:pt x="6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0" name="Freeform 1111">
                <a:extLst>
                  <a:ext uri="{FF2B5EF4-FFF2-40B4-BE49-F238E27FC236}">
                    <a16:creationId xmlns:a16="http://schemas.microsoft.com/office/drawing/2014/main" id="{17C25566-8FF2-4D48-9039-15632B707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2408"/>
                <a:ext cx="3" cy="13"/>
              </a:xfrm>
              <a:custGeom>
                <a:avLst/>
                <a:gdLst>
                  <a:gd name="T0" fmla="*/ 0 w 2"/>
                  <a:gd name="T1" fmla="*/ 45 h 7"/>
                  <a:gd name="T2" fmla="*/ 5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1" y="5"/>
                      <a:pt x="2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1" name="Freeform 1112">
                <a:extLst>
                  <a:ext uri="{FF2B5EF4-FFF2-40B4-BE49-F238E27FC236}">
                    <a16:creationId xmlns:a16="http://schemas.microsoft.com/office/drawing/2014/main" id="{8213DF9B-1E76-4176-ABC5-CAA92DB7F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2355"/>
                <a:ext cx="16" cy="30"/>
              </a:xfrm>
              <a:custGeom>
                <a:avLst/>
                <a:gdLst>
                  <a:gd name="T0" fmla="*/ 8 w 10"/>
                  <a:gd name="T1" fmla="*/ 86 h 17"/>
                  <a:gd name="T2" fmla="*/ 0 w 10"/>
                  <a:gd name="T3" fmla="*/ 60 h 17"/>
                  <a:gd name="T4" fmla="*/ 16 w 10"/>
                  <a:gd name="T5" fmla="*/ 28 h 17"/>
                  <a:gd name="T6" fmla="*/ 42 w 10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2" y="16"/>
                    </a:moveTo>
                    <a:cubicBezTo>
                      <a:pt x="0" y="17"/>
                      <a:pt x="0" y="12"/>
                      <a:pt x="0" y="11"/>
                    </a:cubicBezTo>
                    <a:cubicBezTo>
                      <a:pt x="1" y="9"/>
                      <a:pt x="3" y="7"/>
                      <a:pt x="4" y="5"/>
                    </a:cubicBezTo>
                    <a:cubicBezTo>
                      <a:pt x="5" y="3"/>
                      <a:pt x="7" y="0"/>
                      <a:pt x="1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2" name="Freeform 1113">
                <a:extLst>
                  <a:ext uri="{FF2B5EF4-FFF2-40B4-BE49-F238E27FC236}">
                    <a16:creationId xmlns:a16="http://schemas.microsoft.com/office/drawing/2014/main" id="{EDE7FDF5-F82C-40BF-8202-F1C86360F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373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3" name="Freeform 1114">
                <a:extLst>
                  <a:ext uri="{FF2B5EF4-FFF2-40B4-BE49-F238E27FC236}">
                    <a16:creationId xmlns:a16="http://schemas.microsoft.com/office/drawing/2014/main" id="{E8767EFF-9FE1-4D03-8A75-55E16691B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02"/>
                <a:ext cx="79" cy="42"/>
              </a:xfrm>
              <a:custGeom>
                <a:avLst/>
                <a:gdLst>
                  <a:gd name="T0" fmla="*/ 209 w 48"/>
                  <a:gd name="T1" fmla="*/ 123 h 24"/>
                  <a:gd name="T2" fmla="*/ 206 w 48"/>
                  <a:gd name="T3" fmla="*/ 93 h 24"/>
                  <a:gd name="T4" fmla="*/ 160 w 48"/>
                  <a:gd name="T5" fmla="*/ 70 h 24"/>
                  <a:gd name="T6" fmla="*/ 109 w 48"/>
                  <a:gd name="T7" fmla="*/ 56 h 24"/>
                  <a:gd name="T8" fmla="*/ 54 w 48"/>
                  <a:gd name="T9" fmla="*/ 28 h 24"/>
                  <a:gd name="T10" fmla="*/ 20 w 48"/>
                  <a:gd name="T11" fmla="*/ 7 h 24"/>
                  <a:gd name="T12" fmla="*/ 0 w 48"/>
                  <a:gd name="T13" fmla="*/ 1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4">
                    <a:moveTo>
                      <a:pt x="47" y="23"/>
                    </a:moveTo>
                    <a:cubicBezTo>
                      <a:pt x="48" y="24"/>
                      <a:pt x="47" y="18"/>
                      <a:pt x="46" y="17"/>
                    </a:cubicBezTo>
                    <a:cubicBezTo>
                      <a:pt x="44" y="14"/>
                      <a:pt x="39" y="14"/>
                      <a:pt x="36" y="13"/>
                    </a:cubicBezTo>
                    <a:cubicBezTo>
                      <a:pt x="31" y="13"/>
                      <a:pt x="28" y="11"/>
                      <a:pt x="24" y="10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3"/>
                      <a:pt x="7" y="0"/>
                      <a:pt x="4" y="1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4" name="Freeform 1115">
                <a:extLst>
                  <a:ext uri="{FF2B5EF4-FFF2-40B4-BE49-F238E27FC236}">
                    <a16:creationId xmlns:a16="http://schemas.microsoft.com/office/drawing/2014/main" id="{32AE5088-E27B-455E-9117-7C2F937AA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2313"/>
                <a:ext cx="11" cy="30"/>
              </a:xfrm>
              <a:custGeom>
                <a:avLst/>
                <a:gdLst>
                  <a:gd name="T0" fmla="*/ 8 w 7"/>
                  <a:gd name="T1" fmla="*/ 94 h 17"/>
                  <a:gd name="T2" fmla="*/ 5 w 7"/>
                  <a:gd name="T3" fmla="*/ 65 h 17"/>
                  <a:gd name="T4" fmla="*/ 20 w 7"/>
                  <a:gd name="T5" fmla="*/ 28 h 17"/>
                  <a:gd name="T6" fmla="*/ 27 w 7"/>
                  <a:gd name="T7" fmla="*/ 0 h 17"/>
                  <a:gd name="T8" fmla="*/ 27 w 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7">
                    <a:moveTo>
                      <a:pt x="2" y="17"/>
                    </a:moveTo>
                    <a:cubicBezTo>
                      <a:pt x="0" y="16"/>
                      <a:pt x="0" y="13"/>
                      <a:pt x="1" y="12"/>
                    </a:cubicBezTo>
                    <a:cubicBezTo>
                      <a:pt x="2" y="9"/>
                      <a:pt x="4" y="8"/>
                      <a:pt x="5" y="5"/>
                    </a:cubicBezTo>
                    <a:cubicBezTo>
                      <a:pt x="6" y="4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5" name="Freeform 1116">
                <a:extLst>
                  <a:ext uri="{FF2B5EF4-FFF2-40B4-BE49-F238E27FC236}">
                    <a16:creationId xmlns:a16="http://schemas.microsoft.com/office/drawing/2014/main" id="{640904E8-45F1-46E6-9960-251FDE9B7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274"/>
                <a:ext cx="10" cy="26"/>
              </a:xfrm>
              <a:custGeom>
                <a:avLst/>
                <a:gdLst>
                  <a:gd name="T0" fmla="*/ 0 w 6"/>
                  <a:gd name="T1" fmla="*/ 73 h 15"/>
                  <a:gd name="T2" fmla="*/ 22 w 6"/>
                  <a:gd name="T3" fmla="*/ 57 h 15"/>
                  <a:gd name="T4" fmla="*/ 28 w 6"/>
                  <a:gd name="T5" fmla="*/ 28 h 15"/>
                  <a:gd name="T6" fmla="*/ 20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14"/>
                    </a:moveTo>
                    <a:cubicBezTo>
                      <a:pt x="3" y="14"/>
                      <a:pt x="4" y="15"/>
                      <a:pt x="5" y="11"/>
                    </a:cubicBezTo>
                    <a:cubicBezTo>
                      <a:pt x="6" y="9"/>
                      <a:pt x="6" y="7"/>
                      <a:pt x="6" y="5"/>
                    </a:cubicBezTo>
                    <a:cubicBezTo>
                      <a:pt x="5" y="3"/>
                      <a:pt x="6" y="2"/>
                      <a:pt x="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6" name="Freeform 1117">
                <a:extLst>
                  <a:ext uri="{FF2B5EF4-FFF2-40B4-BE49-F238E27FC236}">
                    <a16:creationId xmlns:a16="http://schemas.microsoft.com/office/drawing/2014/main" id="{0AE257F2-3448-4BC4-8D7C-A19FE1629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332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7" name="Freeform 1118">
                <a:extLst>
                  <a:ext uri="{FF2B5EF4-FFF2-40B4-BE49-F238E27FC236}">
                    <a16:creationId xmlns:a16="http://schemas.microsoft.com/office/drawing/2014/main" id="{D43CCCE1-3D8F-4566-80F6-5E4CCF19A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295"/>
                <a:ext cx="5" cy="9"/>
              </a:xfrm>
              <a:custGeom>
                <a:avLst/>
                <a:gdLst>
                  <a:gd name="T0" fmla="*/ 13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8" name="Freeform 1119">
                <a:extLst>
                  <a:ext uri="{FF2B5EF4-FFF2-40B4-BE49-F238E27FC236}">
                    <a16:creationId xmlns:a16="http://schemas.microsoft.com/office/drawing/2014/main" id="{639D1840-977C-42B9-BCF0-CE4C1E194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276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9" name="Freeform 1120">
                <a:extLst>
                  <a:ext uri="{FF2B5EF4-FFF2-40B4-BE49-F238E27FC236}">
                    <a16:creationId xmlns:a16="http://schemas.microsoft.com/office/drawing/2014/main" id="{DCB69D91-502A-4352-9213-1573F5F5B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314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0" name="Freeform 1121">
                <a:extLst>
                  <a:ext uri="{FF2B5EF4-FFF2-40B4-BE49-F238E27FC236}">
                    <a16:creationId xmlns:a16="http://schemas.microsoft.com/office/drawing/2014/main" id="{D812B4B7-D345-4A7A-B0C8-5B507EFAC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277"/>
                <a:ext cx="95" cy="21"/>
              </a:xfrm>
              <a:custGeom>
                <a:avLst/>
                <a:gdLst>
                  <a:gd name="T0" fmla="*/ 5 w 57"/>
                  <a:gd name="T1" fmla="*/ 65 h 12"/>
                  <a:gd name="T2" fmla="*/ 5 w 57"/>
                  <a:gd name="T3" fmla="*/ 21 h 12"/>
                  <a:gd name="T4" fmla="*/ 62 w 57"/>
                  <a:gd name="T5" fmla="*/ 7 h 12"/>
                  <a:gd name="T6" fmla="*/ 195 w 57"/>
                  <a:gd name="T7" fmla="*/ 28 h 12"/>
                  <a:gd name="T8" fmla="*/ 250 w 57"/>
                  <a:gd name="T9" fmla="*/ 6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2">
                    <a:moveTo>
                      <a:pt x="1" y="12"/>
                    </a:moveTo>
                    <a:cubicBezTo>
                      <a:pt x="0" y="9"/>
                      <a:pt x="0" y="6"/>
                      <a:pt x="1" y="4"/>
                    </a:cubicBezTo>
                    <a:cubicBezTo>
                      <a:pt x="3" y="0"/>
                      <a:pt x="10" y="1"/>
                      <a:pt x="13" y="1"/>
                    </a:cubicBezTo>
                    <a:cubicBezTo>
                      <a:pt x="23" y="2"/>
                      <a:pt x="32" y="5"/>
                      <a:pt x="42" y="5"/>
                    </a:cubicBezTo>
                    <a:cubicBezTo>
                      <a:pt x="47" y="6"/>
                      <a:pt x="57" y="4"/>
                      <a:pt x="54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1" name="Freeform 1122">
                <a:extLst>
                  <a:ext uri="{FF2B5EF4-FFF2-40B4-BE49-F238E27FC236}">
                    <a16:creationId xmlns:a16="http://schemas.microsoft.com/office/drawing/2014/main" id="{7C31DCC2-1231-41C9-957F-29DC9A070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300"/>
                <a:ext cx="84" cy="37"/>
              </a:xfrm>
              <a:custGeom>
                <a:avLst/>
                <a:gdLst>
                  <a:gd name="T0" fmla="*/ 5 w 51"/>
                  <a:gd name="T1" fmla="*/ 115 h 21"/>
                  <a:gd name="T2" fmla="*/ 26 w 51"/>
                  <a:gd name="T3" fmla="*/ 72 h 21"/>
                  <a:gd name="T4" fmla="*/ 68 w 51"/>
                  <a:gd name="T5" fmla="*/ 65 h 21"/>
                  <a:gd name="T6" fmla="*/ 125 w 51"/>
                  <a:gd name="T7" fmla="*/ 49 h 21"/>
                  <a:gd name="T8" fmla="*/ 180 w 51"/>
                  <a:gd name="T9" fmla="*/ 28 h 21"/>
                  <a:gd name="T10" fmla="*/ 196 w 51"/>
                  <a:gd name="T11" fmla="*/ 12 h 21"/>
                  <a:gd name="T12" fmla="*/ 219 w 51"/>
                  <a:gd name="T13" fmla="*/ 7 h 21"/>
                  <a:gd name="T14" fmla="*/ 227 w 51"/>
                  <a:gd name="T15" fmla="*/ 37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1">
                    <a:moveTo>
                      <a:pt x="1" y="21"/>
                    </a:moveTo>
                    <a:cubicBezTo>
                      <a:pt x="0" y="17"/>
                      <a:pt x="3" y="14"/>
                      <a:pt x="6" y="13"/>
                    </a:cubicBezTo>
                    <a:cubicBezTo>
                      <a:pt x="9" y="13"/>
                      <a:pt x="12" y="13"/>
                      <a:pt x="15" y="12"/>
                    </a:cubicBezTo>
                    <a:cubicBezTo>
                      <a:pt x="19" y="11"/>
                      <a:pt x="24" y="10"/>
                      <a:pt x="28" y="9"/>
                    </a:cubicBezTo>
                    <a:cubicBezTo>
                      <a:pt x="32" y="8"/>
                      <a:pt x="36" y="7"/>
                      <a:pt x="40" y="5"/>
                    </a:cubicBezTo>
                    <a:cubicBezTo>
                      <a:pt x="42" y="4"/>
                      <a:pt x="43" y="3"/>
                      <a:pt x="44" y="2"/>
                    </a:cubicBezTo>
                    <a:cubicBezTo>
                      <a:pt x="46" y="1"/>
                      <a:pt x="48" y="0"/>
                      <a:pt x="49" y="1"/>
                    </a:cubicBezTo>
                    <a:cubicBezTo>
                      <a:pt x="50" y="2"/>
                      <a:pt x="51" y="5"/>
                      <a:pt x="51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2" name="Freeform 1123">
                <a:extLst>
                  <a:ext uri="{FF2B5EF4-FFF2-40B4-BE49-F238E27FC236}">
                    <a16:creationId xmlns:a16="http://schemas.microsoft.com/office/drawing/2014/main" id="{B832DDB9-DAF3-4DC4-A26D-5309AE00B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258"/>
                <a:ext cx="5" cy="26"/>
              </a:xfrm>
              <a:custGeom>
                <a:avLst/>
                <a:gdLst>
                  <a:gd name="T0" fmla="*/ 8 w 3"/>
                  <a:gd name="T1" fmla="*/ 78 h 15"/>
                  <a:gd name="T2" fmla="*/ 0 w 3"/>
                  <a:gd name="T3" fmla="*/ 29 h 15"/>
                  <a:gd name="T4" fmla="*/ 0 w 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5">
                    <a:moveTo>
                      <a:pt x="2" y="15"/>
                    </a:moveTo>
                    <a:cubicBezTo>
                      <a:pt x="3" y="12"/>
                      <a:pt x="1" y="9"/>
                      <a:pt x="0" y="6"/>
                    </a:cubicBez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3" name="Freeform 1124">
                <a:extLst>
                  <a:ext uri="{FF2B5EF4-FFF2-40B4-BE49-F238E27FC236}">
                    <a16:creationId xmlns:a16="http://schemas.microsoft.com/office/drawing/2014/main" id="{D26D586C-4511-494B-B851-89FD68309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272"/>
                <a:ext cx="15" cy="34"/>
              </a:xfrm>
              <a:custGeom>
                <a:avLst/>
                <a:gdLst>
                  <a:gd name="T0" fmla="*/ 42 w 9"/>
                  <a:gd name="T1" fmla="*/ 109 h 19"/>
                  <a:gd name="T2" fmla="*/ 33 w 9"/>
                  <a:gd name="T3" fmla="*/ 81 h 19"/>
                  <a:gd name="T4" fmla="*/ 13 w 9"/>
                  <a:gd name="T5" fmla="*/ 45 h 19"/>
                  <a:gd name="T6" fmla="*/ 5 w 9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9" y="16"/>
                      <a:pt x="9" y="16"/>
                      <a:pt x="7" y="14"/>
                    </a:cubicBezTo>
                    <a:cubicBezTo>
                      <a:pt x="6" y="12"/>
                      <a:pt x="4" y="10"/>
                      <a:pt x="3" y="8"/>
                    </a:cubicBezTo>
                    <a:cubicBezTo>
                      <a:pt x="2" y="6"/>
                      <a:pt x="0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4" name="Freeform 1125">
                <a:extLst>
                  <a:ext uri="{FF2B5EF4-FFF2-40B4-BE49-F238E27FC236}">
                    <a16:creationId xmlns:a16="http://schemas.microsoft.com/office/drawing/2014/main" id="{A818864B-65C9-4DC6-A796-7899A9A33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283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5" name="Freeform 1126">
                <a:extLst>
                  <a:ext uri="{FF2B5EF4-FFF2-40B4-BE49-F238E27FC236}">
                    <a16:creationId xmlns:a16="http://schemas.microsoft.com/office/drawing/2014/main" id="{BF019B3D-669A-4484-A993-8A9185076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260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1"/>
                      <a:pt x="3" y="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6" name="Freeform 1127">
                <a:extLst>
                  <a:ext uri="{FF2B5EF4-FFF2-40B4-BE49-F238E27FC236}">
                    <a16:creationId xmlns:a16="http://schemas.microsoft.com/office/drawing/2014/main" id="{A2B05822-B7CF-4A0B-A5E0-21714369A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295"/>
                <a:ext cx="3" cy="9"/>
              </a:xfrm>
              <a:custGeom>
                <a:avLst/>
                <a:gdLst>
                  <a:gd name="T0" fmla="*/ 5 w 2"/>
                  <a:gd name="T1" fmla="*/ 0 h 5"/>
                  <a:gd name="T2" fmla="*/ 0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7" name="Freeform 1128">
                <a:extLst>
                  <a:ext uri="{FF2B5EF4-FFF2-40B4-BE49-F238E27FC236}">
                    <a16:creationId xmlns:a16="http://schemas.microsoft.com/office/drawing/2014/main" id="{D8382CF8-6056-47C4-879B-CCFC7FBA8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327"/>
                <a:ext cx="6" cy="3"/>
              </a:xfrm>
              <a:custGeom>
                <a:avLst/>
                <a:gdLst>
                  <a:gd name="T0" fmla="*/ 14 w 4"/>
                  <a:gd name="T1" fmla="*/ 5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2"/>
                      <a:pt x="0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8" name="Freeform 1129">
                <a:extLst>
                  <a:ext uri="{FF2B5EF4-FFF2-40B4-BE49-F238E27FC236}">
                    <a16:creationId xmlns:a16="http://schemas.microsoft.com/office/drawing/2014/main" id="{0130BBB1-C374-40A6-8D0A-E1F9BF90D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304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9" name="Freeform 1130">
                <a:extLst>
                  <a:ext uri="{FF2B5EF4-FFF2-40B4-BE49-F238E27FC236}">
                    <a16:creationId xmlns:a16="http://schemas.microsoft.com/office/drawing/2014/main" id="{12F254DE-D34F-450D-B86A-531FA0DD6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274"/>
                <a:ext cx="4" cy="5"/>
              </a:xfrm>
              <a:custGeom>
                <a:avLst/>
                <a:gdLst>
                  <a:gd name="T0" fmla="*/ 7 w 3"/>
                  <a:gd name="T1" fmla="*/ 13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2" y="0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40" name="Freeform 1131">
                <a:extLst>
                  <a:ext uri="{FF2B5EF4-FFF2-40B4-BE49-F238E27FC236}">
                    <a16:creationId xmlns:a16="http://schemas.microsoft.com/office/drawing/2014/main" id="{4DA64401-7580-48F6-9EF9-001845675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261"/>
                <a:ext cx="6" cy="32"/>
              </a:xfrm>
              <a:custGeom>
                <a:avLst/>
                <a:gdLst>
                  <a:gd name="T0" fmla="*/ 0 w 4"/>
                  <a:gd name="T1" fmla="*/ 94 h 18"/>
                  <a:gd name="T2" fmla="*/ 5 w 4"/>
                  <a:gd name="T3" fmla="*/ 37 h 18"/>
                  <a:gd name="T4" fmla="*/ 5 w 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8">
                    <a:moveTo>
                      <a:pt x="0" y="17"/>
                    </a:moveTo>
                    <a:cubicBezTo>
                      <a:pt x="4" y="18"/>
                      <a:pt x="2" y="8"/>
                      <a:pt x="1" y="7"/>
                    </a:cubicBez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41" name="Freeform 1132">
                <a:extLst>
                  <a:ext uri="{FF2B5EF4-FFF2-40B4-BE49-F238E27FC236}">
                    <a16:creationId xmlns:a16="http://schemas.microsoft.com/office/drawing/2014/main" id="{AB53006D-0D5C-4AF3-B8C2-2098D277B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260"/>
                <a:ext cx="4" cy="8"/>
              </a:xfrm>
              <a:custGeom>
                <a:avLst/>
                <a:gdLst>
                  <a:gd name="T0" fmla="*/ 0 w 2"/>
                  <a:gd name="T1" fmla="*/ 21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0" y="2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42" name="Freeform 1133">
                <a:extLst>
                  <a:ext uri="{FF2B5EF4-FFF2-40B4-BE49-F238E27FC236}">
                    <a16:creationId xmlns:a16="http://schemas.microsoft.com/office/drawing/2014/main" id="{973B1BC5-3FAF-4C98-B513-50B990C0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2375"/>
                <a:ext cx="295" cy="111"/>
              </a:xfrm>
              <a:custGeom>
                <a:avLst/>
                <a:gdLst>
                  <a:gd name="T0" fmla="*/ 318 w 178"/>
                  <a:gd name="T1" fmla="*/ 56 h 63"/>
                  <a:gd name="T2" fmla="*/ 20 w 178"/>
                  <a:gd name="T3" fmla="*/ 174 h 63"/>
                  <a:gd name="T4" fmla="*/ 451 w 178"/>
                  <a:gd name="T5" fmla="*/ 215 h 63"/>
                  <a:gd name="T6" fmla="*/ 810 w 178"/>
                  <a:gd name="T7" fmla="*/ 310 h 63"/>
                  <a:gd name="T8" fmla="*/ 318 w 178"/>
                  <a:gd name="T9" fmla="*/ 56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63">
                    <a:moveTo>
                      <a:pt x="70" y="10"/>
                    </a:moveTo>
                    <a:cubicBezTo>
                      <a:pt x="50" y="8"/>
                      <a:pt x="9" y="0"/>
                      <a:pt x="4" y="32"/>
                    </a:cubicBezTo>
                    <a:cubicBezTo>
                      <a:pt x="0" y="55"/>
                      <a:pt x="39" y="22"/>
                      <a:pt x="99" y="39"/>
                    </a:cubicBezTo>
                    <a:cubicBezTo>
                      <a:pt x="178" y="62"/>
                      <a:pt x="178" y="63"/>
                      <a:pt x="178" y="57"/>
                    </a:cubicBezTo>
                    <a:cubicBezTo>
                      <a:pt x="178" y="49"/>
                      <a:pt x="132" y="13"/>
                      <a:pt x="70" y="10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43" name="Freeform 1134">
                <a:extLst>
                  <a:ext uri="{FF2B5EF4-FFF2-40B4-BE49-F238E27FC236}">
                    <a16:creationId xmlns:a16="http://schemas.microsoft.com/office/drawing/2014/main" id="{6C8BC091-8DD9-41F6-A4C0-BFF29A441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2396"/>
                <a:ext cx="157" cy="85"/>
              </a:xfrm>
              <a:custGeom>
                <a:avLst/>
                <a:gdLst>
                  <a:gd name="T0" fmla="*/ 373 w 95"/>
                  <a:gd name="T1" fmla="*/ 195 h 48"/>
                  <a:gd name="T2" fmla="*/ 188 w 95"/>
                  <a:gd name="T3" fmla="*/ 135 h 48"/>
                  <a:gd name="T4" fmla="*/ 5 w 95"/>
                  <a:gd name="T5" fmla="*/ 60 h 48"/>
                  <a:gd name="T6" fmla="*/ 200 w 95"/>
                  <a:gd name="T7" fmla="*/ 85 h 48"/>
                  <a:gd name="T8" fmla="*/ 373 w 95"/>
                  <a:gd name="T9" fmla="*/ 195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48">
                    <a:moveTo>
                      <a:pt x="83" y="35"/>
                    </a:moveTo>
                    <a:cubicBezTo>
                      <a:pt x="95" y="48"/>
                      <a:pt x="63" y="29"/>
                      <a:pt x="42" y="24"/>
                    </a:cubicBezTo>
                    <a:cubicBezTo>
                      <a:pt x="21" y="20"/>
                      <a:pt x="0" y="17"/>
                      <a:pt x="1" y="11"/>
                    </a:cubicBezTo>
                    <a:cubicBezTo>
                      <a:pt x="3" y="0"/>
                      <a:pt x="23" y="10"/>
                      <a:pt x="44" y="15"/>
                    </a:cubicBezTo>
                    <a:cubicBezTo>
                      <a:pt x="65" y="19"/>
                      <a:pt x="75" y="26"/>
                      <a:pt x="83" y="35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903" name="Freeform 1135">
              <a:extLst>
                <a:ext uri="{FF2B5EF4-FFF2-40B4-BE49-F238E27FC236}">
                  <a16:creationId xmlns:a16="http://schemas.microsoft.com/office/drawing/2014/main" id="{E1B0B561-2CBF-4E21-A968-A5E84B3A9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51"/>
              <a:ext cx="54" cy="54"/>
            </a:xfrm>
            <a:custGeom>
              <a:avLst/>
              <a:gdLst>
                <a:gd name="T0" fmla="*/ 13 w 33"/>
                <a:gd name="T1" fmla="*/ 164 h 31"/>
                <a:gd name="T2" fmla="*/ 139 w 33"/>
                <a:gd name="T3" fmla="*/ 0 h 31"/>
                <a:gd name="T4" fmla="*/ 13 w 33"/>
                <a:gd name="T5" fmla="*/ 16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1">
                  <a:moveTo>
                    <a:pt x="3" y="31"/>
                  </a:moveTo>
                  <a:cubicBezTo>
                    <a:pt x="3" y="31"/>
                    <a:pt x="0" y="3"/>
                    <a:pt x="32" y="0"/>
                  </a:cubicBezTo>
                  <a:cubicBezTo>
                    <a:pt x="32" y="0"/>
                    <a:pt x="33" y="25"/>
                    <a:pt x="3" y="31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4" name="Freeform 1136">
              <a:extLst>
                <a:ext uri="{FF2B5EF4-FFF2-40B4-BE49-F238E27FC236}">
                  <a16:creationId xmlns:a16="http://schemas.microsoft.com/office/drawing/2014/main" id="{A04EF2DA-2B41-4919-99BB-F51112D9E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398"/>
              <a:ext cx="74" cy="65"/>
            </a:xfrm>
            <a:custGeom>
              <a:avLst/>
              <a:gdLst>
                <a:gd name="T0" fmla="*/ 0 w 45"/>
                <a:gd name="T1" fmla="*/ 163 h 37"/>
                <a:gd name="T2" fmla="*/ 201 w 45"/>
                <a:gd name="T3" fmla="*/ 16 h 37"/>
                <a:gd name="T4" fmla="*/ 0 w 45"/>
                <a:gd name="T5" fmla="*/ 16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7">
                  <a:moveTo>
                    <a:pt x="0" y="30"/>
                  </a:moveTo>
                  <a:cubicBezTo>
                    <a:pt x="0" y="30"/>
                    <a:pt x="16" y="0"/>
                    <a:pt x="45" y="3"/>
                  </a:cubicBezTo>
                  <a:cubicBezTo>
                    <a:pt x="45" y="3"/>
                    <a:pt x="34" y="37"/>
                    <a:pt x="0" y="3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5" name="Freeform 1137">
              <a:extLst>
                <a:ext uri="{FF2B5EF4-FFF2-40B4-BE49-F238E27FC236}">
                  <a16:creationId xmlns:a16="http://schemas.microsoft.com/office/drawing/2014/main" id="{A2D38218-D6DF-464A-8D76-E3A3E2201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352"/>
              <a:ext cx="103" cy="69"/>
            </a:xfrm>
            <a:custGeom>
              <a:avLst/>
              <a:gdLst>
                <a:gd name="T0" fmla="*/ 0 w 62"/>
                <a:gd name="T1" fmla="*/ 159 h 39"/>
                <a:gd name="T2" fmla="*/ 284 w 62"/>
                <a:gd name="T3" fmla="*/ 65 h 39"/>
                <a:gd name="T4" fmla="*/ 0 w 62"/>
                <a:gd name="T5" fmla="*/ 15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9">
                  <a:moveTo>
                    <a:pt x="0" y="29"/>
                  </a:moveTo>
                  <a:cubicBezTo>
                    <a:pt x="0" y="29"/>
                    <a:pt x="24" y="0"/>
                    <a:pt x="62" y="12"/>
                  </a:cubicBezTo>
                  <a:cubicBezTo>
                    <a:pt x="62" y="12"/>
                    <a:pt x="51" y="39"/>
                    <a:pt x="0" y="29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6" name="Freeform 1138">
              <a:extLst>
                <a:ext uri="{FF2B5EF4-FFF2-40B4-BE49-F238E27FC236}">
                  <a16:creationId xmlns:a16="http://schemas.microsoft.com/office/drawing/2014/main" id="{7255C5B7-203E-45B4-8E3D-D8B956626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436"/>
              <a:ext cx="43" cy="48"/>
            </a:xfrm>
            <a:custGeom>
              <a:avLst/>
              <a:gdLst>
                <a:gd name="T0" fmla="*/ 0 w 26"/>
                <a:gd name="T1" fmla="*/ 21 h 27"/>
                <a:gd name="T2" fmla="*/ 117 w 26"/>
                <a:gd name="T3" fmla="*/ 151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1" y="0"/>
                    <a:pt x="0" y="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7" name="Freeform 1139">
              <a:extLst>
                <a:ext uri="{FF2B5EF4-FFF2-40B4-BE49-F238E27FC236}">
                  <a16:creationId xmlns:a16="http://schemas.microsoft.com/office/drawing/2014/main" id="{83A14FDC-1458-4B9A-8474-106146B26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406"/>
              <a:ext cx="48" cy="37"/>
            </a:xfrm>
            <a:custGeom>
              <a:avLst/>
              <a:gdLst>
                <a:gd name="T0" fmla="*/ 0 w 29"/>
                <a:gd name="T1" fmla="*/ 16 h 21"/>
                <a:gd name="T2" fmla="*/ 131 w 29"/>
                <a:gd name="T3" fmla="*/ 115 h 21"/>
                <a:gd name="T4" fmla="*/ 0 w 29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3"/>
                  </a:moveTo>
                  <a:cubicBezTo>
                    <a:pt x="0" y="3"/>
                    <a:pt x="3" y="15"/>
                    <a:pt x="29" y="21"/>
                  </a:cubicBezTo>
                  <a:cubicBezTo>
                    <a:pt x="29" y="21"/>
                    <a:pt x="23" y="0"/>
                    <a:pt x="0" y="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8" name="Freeform 1140">
              <a:extLst>
                <a:ext uri="{FF2B5EF4-FFF2-40B4-BE49-F238E27FC236}">
                  <a16:creationId xmlns:a16="http://schemas.microsoft.com/office/drawing/2014/main" id="{D7CEC762-FDF5-4E43-89DE-06C1A7B4E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373"/>
              <a:ext cx="79" cy="39"/>
            </a:xfrm>
            <a:custGeom>
              <a:avLst/>
              <a:gdLst>
                <a:gd name="T0" fmla="*/ 0 w 48"/>
                <a:gd name="T1" fmla="*/ 28 h 22"/>
                <a:gd name="T2" fmla="*/ 214 w 48"/>
                <a:gd name="T3" fmla="*/ 122 h 22"/>
                <a:gd name="T4" fmla="*/ 0 w 48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5"/>
                  </a:moveTo>
                  <a:cubicBezTo>
                    <a:pt x="0" y="5"/>
                    <a:pt x="23" y="21"/>
                    <a:pt x="48" y="22"/>
                  </a:cubicBezTo>
                  <a:cubicBezTo>
                    <a:pt x="48" y="22"/>
                    <a:pt x="32" y="0"/>
                    <a:pt x="0" y="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9" name="Freeform 1141">
              <a:extLst>
                <a:ext uri="{FF2B5EF4-FFF2-40B4-BE49-F238E27FC236}">
                  <a16:creationId xmlns:a16="http://schemas.microsoft.com/office/drawing/2014/main" id="{EFA3799C-62CC-4475-9A94-47CACE1C0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46"/>
              <a:ext cx="60" cy="53"/>
            </a:xfrm>
            <a:custGeom>
              <a:avLst/>
              <a:gdLst>
                <a:gd name="T0" fmla="*/ 0 w 36"/>
                <a:gd name="T1" fmla="*/ 78 h 30"/>
                <a:gd name="T2" fmla="*/ 167 w 36"/>
                <a:gd name="T3" fmla="*/ 110 h 30"/>
                <a:gd name="T4" fmla="*/ 0 w 36"/>
                <a:gd name="T5" fmla="*/ 7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0">
                  <a:moveTo>
                    <a:pt x="0" y="14"/>
                  </a:moveTo>
                  <a:cubicBezTo>
                    <a:pt x="0" y="14"/>
                    <a:pt x="11" y="30"/>
                    <a:pt x="36" y="20"/>
                  </a:cubicBezTo>
                  <a:cubicBezTo>
                    <a:pt x="36" y="20"/>
                    <a:pt x="14" y="0"/>
                    <a:pt x="0" y="1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0" name="Freeform 1142">
              <a:extLst>
                <a:ext uri="{FF2B5EF4-FFF2-40B4-BE49-F238E27FC236}">
                  <a16:creationId xmlns:a16="http://schemas.microsoft.com/office/drawing/2014/main" id="{111622CC-0FBF-4FCD-9E12-B05C1869B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334"/>
              <a:ext cx="73" cy="67"/>
            </a:xfrm>
            <a:custGeom>
              <a:avLst/>
              <a:gdLst>
                <a:gd name="T0" fmla="*/ 0 w 44"/>
                <a:gd name="T1" fmla="*/ 122 h 38"/>
                <a:gd name="T2" fmla="*/ 201 w 44"/>
                <a:gd name="T3" fmla="*/ 115 h 38"/>
                <a:gd name="T4" fmla="*/ 0 w 44"/>
                <a:gd name="T5" fmla="*/ 12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8">
                  <a:moveTo>
                    <a:pt x="0" y="22"/>
                  </a:moveTo>
                  <a:cubicBezTo>
                    <a:pt x="0" y="22"/>
                    <a:pt x="22" y="38"/>
                    <a:pt x="44" y="21"/>
                  </a:cubicBezTo>
                  <a:cubicBezTo>
                    <a:pt x="44" y="21"/>
                    <a:pt x="20" y="0"/>
                    <a:pt x="0" y="2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1" name="Freeform 1143">
              <a:extLst>
                <a:ext uri="{FF2B5EF4-FFF2-40B4-BE49-F238E27FC236}">
                  <a16:creationId xmlns:a16="http://schemas.microsoft.com/office/drawing/2014/main" id="{C6B39CB7-E3BD-469A-8C69-BDAA2ADA4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49"/>
              <a:ext cx="56" cy="55"/>
            </a:xfrm>
            <a:custGeom>
              <a:avLst/>
              <a:gdLst>
                <a:gd name="T0" fmla="*/ 20 w 34"/>
                <a:gd name="T1" fmla="*/ 174 h 31"/>
                <a:gd name="T2" fmla="*/ 143 w 34"/>
                <a:gd name="T3" fmla="*/ 0 h 31"/>
                <a:gd name="T4" fmla="*/ 20 w 34"/>
                <a:gd name="T5" fmla="*/ 17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1">
                  <a:moveTo>
                    <a:pt x="4" y="31"/>
                  </a:moveTo>
                  <a:cubicBezTo>
                    <a:pt x="4" y="31"/>
                    <a:pt x="0" y="3"/>
                    <a:pt x="32" y="0"/>
                  </a:cubicBezTo>
                  <a:cubicBezTo>
                    <a:pt x="32" y="0"/>
                    <a:pt x="34" y="25"/>
                    <a:pt x="4" y="31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2" name="Freeform 1144">
              <a:extLst>
                <a:ext uri="{FF2B5EF4-FFF2-40B4-BE49-F238E27FC236}">
                  <a16:creationId xmlns:a16="http://schemas.microsoft.com/office/drawing/2014/main" id="{70390948-8558-47D8-94EB-E1D4340B2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396"/>
              <a:ext cx="74" cy="65"/>
            </a:xfrm>
            <a:custGeom>
              <a:avLst/>
              <a:gdLst>
                <a:gd name="T0" fmla="*/ 0 w 45"/>
                <a:gd name="T1" fmla="*/ 163 h 37"/>
                <a:gd name="T2" fmla="*/ 201 w 45"/>
                <a:gd name="T3" fmla="*/ 16 h 37"/>
                <a:gd name="T4" fmla="*/ 0 w 45"/>
                <a:gd name="T5" fmla="*/ 16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7">
                  <a:moveTo>
                    <a:pt x="0" y="30"/>
                  </a:moveTo>
                  <a:cubicBezTo>
                    <a:pt x="0" y="30"/>
                    <a:pt x="17" y="0"/>
                    <a:pt x="45" y="3"/>
                  </a:cubicBezTo>
                  <a:cubicBezTo>
                    <a:pt x="45" y="3"/>
                    <a:pt x="35" y="37"/>
                    <a:pt x="0" y="3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3" name="Freeform 1145">
              <a:extLst>
                <a:ext uri="{FF2B5EF4-FFF2-40B4-BE49-F238E27FC236}">
                  <a16:creationId xmlns:a16="http://schemas.microsoft.com/office/drawing/2014/main" id="{D0EB236A-0B4F-4AD3-B9ED-710EC6C1E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350"/>
              <a:ext cx="105" cy="69"/>
            </a:xfrm>
            <a:custGeom>
              <a:avLst/>
              <a:gdLst>
                <a:gd name="T0" fmla="*/ 0 w 63"/>
                <a:gd name="T1" fmla="*/ 159 h 39"/>
                <a:gd name="T2" fmla="*/ 292 w 63"/>
                <a:gd name="T3" fmla="*/ 65 h 39"/>
                <a:gd name="T4" fmla="*/ 0 w 63"/>
                <a:gd name="T5" fmla="*/ 15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9">
                  <a:moveTo>
                    <a:pt x="0" y="29"/>
                  </a:moveTo>
                  <a:cubicBezTo>
                    <a:pt x="0" y="29"/>
                    <a:pt x="24" y="0"/>
                    <a:pt x="63" y="12"/>
                  </a:cubicBezTo>
                  <a:cubicBezTo>
                    <a:pt x="63" y="12"/>
                    <a:pt x="51" y="39"/>
                    <a:pt x="0" y="2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4" name="Freeform 1146">
              <a:extLst>
                <a:ext uri="{FF2B5EF4-FFF2-40B4-BE49-F238E27FC236}">
                  <a16:creationId xmlns:a16="http://schemas.microsoft.com/office/drawing/2014/main" id="{641E412A-4556-4774-8ED8-B1232E487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435"/>
              <a:ext cx="43" cy="47"/>
            </a:xfrm>
            <a:custGeom>
              <a:avLst/>
              <a:gdLst>
                <a:gd name="T0" fmla="*/ 0 w 26"/>
                <a:gd name="T1" fmla="*/ 21 h 27"/>
                <a:gd name="T2" fmla="*/ 117 w 26"/>
                <a:gd name="T3" fmla="*/ 143 h 27"/>
                <a:gd name="T4" fmla="*/ 0 w 26"/>
                <a:gd name="T5" fmla="*/ 2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4"/>
                  </a:moveTo>
                  <a:cubicBezTo>
                    <a:pt x="0" y="4"/>
                    <a:pt x="5" y="21"/>
                    <a:pt x="26" y="27"/>
                  </a:cubicBezTo>
                  <a:cubicBezTo>
                    <a:pt x="26" y="27"/>
                    <a:pt x="22" y="0"/>
                    <a:pt x="0" y="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5" name="Freeform 1147">
              <a:extLst>
                <a:ext uri="{FF2B5EF4-FFF2-40B4-BE49-F238E27FC236}">
                  <a16:creationId xmlns:a16="http://schemas.microsoft.com/office/drawing/2014/main" id="{8F1DAED8-D253-4763-9999-9849C5D18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2405"/>
              <a:ext cx="46" cy="37"/>
            </a:xfrm>
            <a:custGeom>
              <a:avLst/>
              <a:gdLst>
                <a:gd name="T0" fmla="*/ 0 w 28"/>
                <a:gd name="T1" fmla="*/ 16 h 21"/>
                <a:gd name="T2" fmla="*/ 125 w 28"/>
                <a:gd name="T3" fmla="*/ 115 h 21"/>
                <a:gd name="T4" fmla="*/ 0 w 28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3"/>
                  </a:moveTo>
                  <a:cubicBezTo>
                    <a:pt x="0" y="3"/>
                    <a:pt x="2" y="15"/>
                    <a:pt x="28" y="21"/>
                  </a:cubicBezTo>
                  <a:cubicBezTo>
                    <a:pt x="28" y="21"/>
                    <a:pt x="23" y="0"/>
                    <a:pt x="0" y="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6" name="Freeform 1148">
              <a:extLst>
                <a:ext uri="{FF2B5EF4-FFF2-40B4-BE49-F238E27FC236}">
                  <a16:creationId xmlns:a16="http://schemas.microsoft.com/office/drawing/2014/main" id="{9563BC3D-D5CF-42BB-ABF8-06BB7EB3D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371"/>
              <a:ext cx="81" cy="39"/>
            </a:xfrm>
            <a:custGeom>
              <a:avLst/>
              <a:gdLst>
                <a:gd name="T0" fmla="*/ 0 w 49"/>
                <a:gd name="T1" fmla="*/ 28 h 22"/>
                <a:gd name="T2" fmla="*/ 222 w 49"/>
                <a:gd name="T3" fmla="*/ 122 h 22"/>
                <a:gd name="T4" fmla="*/ 0 w 49"/>
                <a:gd name="T5" fmla="*/ 2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5"/>
                  </a:moveTo>
                  <a:cubicBezTo>
                    <a:pt x="0" y="5"/>
                    <a:pt x="23" y="22"/>
                    <a:pt x="49" y="22"/>
                  </a:cubicBezTo>
                  <a:cubicBezTo>
                    <a:pt x="49" y="22"/>
                    <a:pt x="32" y="0"/>
                    <a:pt x="0" y="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7" name="Freeform 1149">
              <a:extLst>
                <a:ext uri="{FF2B5EF4-FFF2-40B4-BE49-F238E27FC236}">
                  <a16:creationId xmlns:a16="http://schemas.microsoft.com/office/drawing/2014/main" id="{06DCFD8D-AEFA-48E5-8CCF-CF77E7BD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44"/>
              <a:ext cx="60" cy="55"/>
            </a:xfrm>
            <a:custGeom>
              <a:avLst/>
              <a:gdLst>
                <a:gd name="T0" fmla="*/ 0 w 36"/>
                <a:gd name="T1" fmla="*/ 78 h 31"/>
                <a:gd name="T2" fmla="*/ 167 w 36"/>
                <a:gd name="T3" fmla="*/ 110 h 31"/>
                <a:gd name="T4" fmla="*/ 0 w 36"/>
                <a:gd name="T5" fmla="*/ 7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0" y="14"/>
                  </a:moveTo>
                  <a:cubicBezTo>
                    <a:pt x="0" y="14"/>
                    <a:pt x="11" y="31"/>
                    <a:pt x="36" y="20"/>
                  </a:cubicBezTo>
                  <a:cubicBezTo>
                    <a:pt x="36" y="20"/>
                    <a:pt x="15" y="0"/>
                    <a:pt x="0" y="1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8" name="Freeform 1150">
              <a:extLst>
                <a:ext uri="{FF2B5EF4-FFF2-40B4-BE49-F238E27FC236}">
                  <a16:creationId xmlns:a16="http://schemas.microsoft.com/office/drawing/2014/main" id="{BD682EF7-69C3-478B-B836-48F2D5AB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332"/>
              <a:ext cx="71" cy="69"/>
            </a:xfrm>
            <a:custGeom>
              <a:avLst/>
              <a:gdLst>
                <a:gd name="T0" fmla="*/ 0 w 43"/>
                <a:gd name="T1" fmla="*/ 122 h 39"/>
                <a:gd name="T2" fmla="*/ 193 w 43"/>
                <a:gd name="T3" fmla="*/ 115 h 39"/>
                <a:gd name="T4" fmla="*/ 0 w 43"/>
                <a:gd name="T5" fmla="*/ 1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9">
                  <a:moveTo>
                    <a:pt x="0" y="22"/>
                  </a:moveTo>
                  <a:cubicBezTo>
                    <a:pt x="0" y="22"/>
                    <a:pt x="21" y="39"/>
                    <a:pt x="43" y="21"/>
                  </a:cubicBezTo>
                  <a:cubicBezTo>
                    <a:pt x="43" y="21"/>
                    <a:pt x="19" y="0"/>
                    <a:pt x="0" y="2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9" name="Freeform 1151">
              <a:extLst>
                <a:ext uri="{FF2B5EF4-FFF2-40B4-BE49-F238E27FC236}">
                  <a16:creationId xmlns:a16="http://schemas.microsoft.com/office/drawing/2014/main" id="{0CFFB170-DA91-4A13-9BF4-3227A28B8D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27" y="2258"/>
              <a:ext cx="940" cy="1001"/>
            </a:xfrm>
            <a:custGeom>
              <a:avLst/>
              <a:gdLst>
                <a:gd name="T0" fmla="*/ 1295 w 567"/>
                <a:gd name="T1" fmla="*/ 0 h 566"/>
                <a:gd name="T2" fmla="*/ 0 w 567"/>
                <a:gd name="T3" fmla="*/ 1567 h 566"/>
                <a:gd name="T4" fmla="*/ 1295 w 567"/>
                <a:gd name="T5" fmla="*/ 3130 h 566"/>
                <a:gd name="T6" fmla="*/ 2583 w 567"/>
                <a:gd name="T7" fmla="*/ 1567 h 566"/>
                <a:gd name="T8" fmla="*/ 1295 w 567"/>
                <a:gd name="T9" fmla="*/ 0 h 566"/>
                <a:gd name="T10" fmla="*/ 1295 w 567"/>
                <a:gd name="T11" fmla="*/ 2950 h 566"/>
                <a:gd name="T12" fmla="*/ 154 w 567"/>
                <a:gd name="T13" fmla="*/ 1567 h 566"/>
                <a:gd name="T14" fmla="*/ 1295 w 567"/>
                <a:gd name="T15" fmla="*/ 182 h 566"/>
                <a:gd name="T16" fmla="*/ 2432 w 567"/>
                <a:gd name="T17" fmla="*/ 1567 h 566"/>
                <a:gd name="T18" fmla="*/ 1295 w 567"/>
                <a:gd name="T19" fmla="*/ 2950 h 5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7" h="566">
                  <a:moveTo>
                    <a:pt x="284" y="0"/>
                  </a:moveTo>
                  <a:cubicBezTo>
                    <a:pt x="127" y="0"/>
                    <a:pt x="0" y="126"/>
                    <a:pt x="0" y="283"/>
                  </a:cubicBezTo>
                  <a:cubicBezTo>
                    <a:pt x="0" y="439"/>
                    <a:pt x="127" y="566"/>
                    <a:pt x="284" y="566"/>
                  </a:cubicBezTo>
                  <a:cubicBezTo>
                    <a:pt x="440" y="566"/>
                    <a:pt x="567" y="439"/>
                    <a:pt x="567" y="283"/>
                  </a:cubicBezTo>
                  <a:cubicBezTo>
                    <a:pt x="567" y="126"/>
                    <a:pt x="440" y="0"/>
                    <a:pt x="284" y="0"/>
                  </a:cubicBezTo>
                  <a:close/>
                  <a:moveTo>
                    <a:pt x="284" y="533"/>
                  </a:moveTo>
                  <a:cubicBezTo>
                    <a:pt x="146" y="533"/>
                    <a:pt x="34" y="421"/>
                    <a:pt x="34" y="283"/>
                  </a:cubicBezTo>
                  <a:cubicBezTo>
                    <a:pt x="34" y="145"/>
                    <a:pt x="146" y="33"/>
                    <a:pt x="284" y="33"/>
                  </a:cubicBezTo>
                  <a:cubicBezTo>
                    <a:pt x="422" y="33"/>
                    <a:pt x="534" y="145"/>
                    <a:pt x="534" y="283"/>
                  </a:cubicBezTo>
                  <a:cubicBezTo>
                    <a:pt x="534" y="421"/>
                    <a:pt x="422" y="533"/>
                    <a:pt x="284" y="533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0" name="Oval 1152">
              <a:extLst>
                <a:ext uri="{FF2B5EF4-FFF2-40B4-BE49-F238E27FC236}">
                  <a16:creationId xmlns:a16="http://schemas.microsoft.com/office/drawing/2014/main" id="{4BD00014-0141-4B96-8FE6-D0DE4F571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2350"/>
              <a:ext cx="767" cy="818"/>
            </a:xfrm>
            <a:prstGeom prst="ellips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21" name="Freeform 1153">
              <a:extLst>
                <a:ext uri="{FF2B5EF4-FFF2-40B4-BE49-F238E27FC236}">
                  <a16:creationId xmlns:a16="http://schemas.microsoft.com/office/drawing/2014/main" id="{8FD1C110-7EE6-473E-8D09-8DE6E56E8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449"/>
              <a:ext cx="20" cy="19"/>
            </a:xfrm>
            <a:custGeom>
              <a:avLst/>
              <a:gdLst>
                <a:gd name="T0" fmla="*/ 50 w 12"/>
                <a:gd name="T1" fmla="*/ 50 h 11"/>
                <a:gd name="T2" fmla="*/ 22 w 12"/>
                <a:gd name="T3" fmla="*/ 41 h 11"/>
                <a:gd name="T4" fmla="*/ 5 w 12"/>
                <a:gd name="T5" fmla="*/ 5 h 11"/>
                <a:gd name="T6" fmla="*/ 37 w 12"/>
                <a:gd name="T7" fmla="*/ 16 h 11"/>
                <a:gd name="T8" fmla="*/ 50 w 1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1" y="10"/>
                  </a:moveTo>
                  <a:cubicBezTo>
                    <a:pt x="11" y="11"/>
                    <a:pt x="7" y="10"/>
                    <a:pt x="5" y="8"/>
                  </a:cubicBezTo>
                  <a:cubicBezTo>
                    <a:pt x="2" y="5"/>
                    <a:pt x="0" y="2"/>
                    <a:pt x="1" y="1"/>
                  </a:cubicBezTo>
                  <a:cubicBezTo>
                    <a:pt x="2" y="0"/>
                    <a:pt x="5" y="1"/>
                    <a:pt x="8" y="3"/>
                  </a:cubicBezTo>
                  <a:cubicBezTo>
                    <a:pt x="11" y="6"/>
                    <a:pt x="12" y="8"/>
                    <a:pt x="11" y="10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2" name="Freeform 1154">
              <a:extLst>
                <a:ext uri="{FF2B5EF4-FFF2-40B4-BE49-F238E27FC236}">
                  <a16:creationId xmlns:a16="http://schemas.microsoft.com/office/drawing/2014/main" id="{E755570F-D6E9-4075-B759-686E74046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415"/>
              <a:ext cx="18" cy="18"/>
            </a:xfrm>
            <a:custGeom>
              <a:avLst/>
              <a:gdLst>
                <a:gd name="T0" fmla="*/ 43 w 11"/>
                <a:gd name="T1" fmla="*/ 45 h 10"/>
                <a:gd name="T2" fmla="*/ 18 w 11"/>
                <a:gd name="T3" fmla="*/ 41 h 10"/>
                <a:gd name="T4" fmla="*/ 5 w 11"/>
                <a:gd name="T5" fmla="*/ 7 h 10"/>
                <a:gd name="T6" fmla="*/ 29 w 11"/>
                <a:gd name="T7" fmla="*/ 16 h 10"/>
                <a:gd name="T8" fmla="*/ 43 w 11"/>
                <a:gd name="T9" fmla="*/ 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8"/>
                  </a:moveTo>
                  <a:cubicBezTo>
                    <a:pt x="9" y="10"/>
                    <a:pt x="6" y="9"/>
                    <a:pt x="4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4" y="1"/>
                    <a:pt x="7" y="3"/>
                  </a:cubicBezTo>
                  <a:cubicBezTo>
                    <a:pt x="9" y="5"/>
                    <a:pt x="11" y="7"/>
                    <a:pt x="10" y="8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3" name="Freeform 1155">
              <a:extLst>
                <a:ext uri="{FF2B5EF4-FFF2-40B4-BE49-F238E27FC236}">
                  <a16:creationId xmlns:a16="http://schemas.microsoft.com/office/drawing/2014/main" id="{DD8E3312-B88F-4D19-A83F-A602B6C09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387"/>
              <a:ext cx="20" cy="12"/>
            </a:xfrm>
            <a:custGeom>
              <a:avLst/>
              <a:gdLst>
                <a:gd name="T0" fmla="*/ 50 w 12"/>
                <a:gd name="T1" fmla="*/ 26 h 7"/>
                <a:gd name="T2" fmla="*/ 22 w 12"/>
                <a:gd name="T3" fmla="*/ 29 h 7"/>
                <a:gd name="T4" fmla="*/ 0 w 12"/>
                <a:gd name="T5" fmla="*/ 5 h 7"/>
                <a:gd name="T6" fmla="*/ 33 w 12"/>
                <a:gd name="T7" fmla="*/ 5 h 7"/>
                <a:gd name="T8" fmla="*/ 50 w 12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1" y="5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5"/>
                    <a:pt x="0" y="3"/>
                    <a:pt x="0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1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4" name="Freeform 1156">
              <a:extLst>
                <a:ext uri="{FF2B5EF4-FFF2-40B4-BE49-F238E27FC236}">
                  <a16:creationId xmlns:a16="http://schemas.microsoft.com/office/drawing/2014/main" id="{8CE2A346-154C-488A-B846-C9104027F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367"/>
              <a:ext cx="20" cy="13"/>
            </a:xfrm>
            <a:custGeom>
              <a:avLst/>
              <a:gdLst>
                <a:gd name="T0" fmla="*/ 55 w 12"/>
                <a:gd name="T1" fmla="*/ 32 h 7"/>
                <a:gd name="T2" fmla="*/ 28 w 12"/>
                <a:gd name="T3" fmla="*/ 37 h 7"/>
                <a:gd name="T4" fmla="*/ 5 w 12"/>
                <a:gd name="T5" fmla="*/ 7 h 7"/>
                <a:gd name="T6" fmla="*/ 33 w 12"/>
                <a:gd name="T7" fmla="*/ 7 h 7"/>
                <a:gd name="T8" fmla="*/ 55 w 12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5"/>
                  </a:moveTo>
                  <a:cubicBezTo>
                    <a:pt x="11" y="7"/>
                    <a:pt x="9" y="7"/>
                    <a:pt x="6" y="6"/>
                  </a:cubicBezTo>
                  <a:cubicBezTo>
                    <a:pt x="3" y="5"/>
                    <a:pt x="0" y="3"/>
                    <a:pt x="1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5" name="Freeform 1157">
              <a:extLst>
                <a:ext uri="{FF2B5EF4-FFF2-40B4-BE49-F238E27FC236}">
                  <a16:creationId xmlns:a16="http://schemas.microsoft.com/office/drawing/2014/main" id="{F5C64BEE-38F8-4417-8DDA-A7ED9970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60"/>
              <a:ext cx="20" cy="15"/>
            </a:xfrm>
            <a:custGeom>
              <a:avLst/>
              <a:gdLst>
                <a:gd name="T0" fmla="*/ 55 w 12"/>
                <a:gd name="T1" fmla="*/ 28 h 8"/>
                <a:gd name="T2" fmla="*/ 33 w 12"/>
                <a:gd name="T3" fmla="*/ 53 h 8"/>
                <a:gd name="T4" fmla="*/ 0 w 12"/>
                <a:gd name="T5" fmla="*/ 32 h 8"/>
                <a:gd name="T6" fmla="*/ 28 w 12"/>
                <a:gd name="T7" fmla="*/ 8 h 8"/>
                <a:gd name="T8" fmla="*/ 55 w 12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2" y="4"/>
                  </a:moveTo>
                  <a:cubicBezTo>
                    <a:pt x="12" y="6"/>
                    <a:pt x="10" y="8"/>
                    <a:pt x="7" y="8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6" name="Freeform 1158">
              <a:extLst>
                <a:ext uri="{FF2B5EF4-FFF2-40B4-BE49-F238E27FC236}">
                  <a16:creationId xmlns:a16="http://schemas.microsoft.com/office/drawing/2014/main" id="{674B8D28-C0AB-49D1-8290-B1AE63B7E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376"/>
              <a:ext cx="28" cy="16"/>
            </a:xfrm>
            <a:custGeom>
              <a:avLst/>
              <a:gdLst>
                <a:gd name="T0" fmla="*/ 71 w 17"/>
                <a:gd name="T1" fmla="*/ 16 h 9"/>
                <a:gd name="T2" fmla="*/ 41 w 17"/>
                <a:gd name="T3" fmla="*/ 44 h 9"/>
                <a:gd name="T4" fmla="*/ 5 w 17"/>
                <a:gd name="T5" fmla="*/ 37 h 9"/>
                <a:gd name="T6" fmla="*/ 33 w 17"/>
                <a:gd name="T7" fmla="*/ 7 h 9"/>
                <a:gd name="T8" fmla="*/ 71 w 17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5"/>
                    <a:pt x="14" y="7"/>
                    <a:pt x="9" y="8"/>
                  </a:cubicBezTo>
                  <a:cubicBezTo>
                    <a:pt x="5" y="9"/>
                    <a:pt x="1" y="9"/>
                    <a:pt x="1" y="7"/>
                  </a:cubicBez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7" name="Freeform 1159">
              <a:extLst>
                <a:ext uri="{FF2B5EF4-FFF2-40B4-BE49-F238E27FC236}">
                  <a16:creationId xmlns:a16="http://schemas.microsoft.com/office/drawing/2014/main" id="{7EB80DA5-DD9B-4367-8303-2BA3518DB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426"/>
              <a:ext cx="22" cy="17"/>
            </a:xfrm>
            <a:custGeom>
              <a:avLst/>
              <a:gdLst>
                <a:gd name="T0" fmla="*/ 58 w 13"/>
                <a:gd name="T1" fmla="*/ 5 h 10"/>
                <a:gd name="T2" fmla="*/ 41 w 13"/>
                <a:gd name="T3" fmla="*/ 34 h 10"/>
                <a:gd name="T4" fmla="*/ 0 w 13"/>
                <a:gd name="T5" fmla="*/ 44 h 10"/>
                <a:gd name="T6" fmla="*/ 24 w 13"/>
                <a:gd name="T7" fmla="*/ 9 h 10"/>
                <a:gd name="T8" fmla="*/ 58 w 13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2" y="1"/>
                  </a:moveTo>
                  <a:cubicBezTo>
                    <a:pt x="13" y="3"/>
                    <a:pt x="11" y="5"/>
                    <a:pt x="8" y="7"/>
                  </a:cubicBezTo>
                  <a:cubicBezTo>
                    <a:pt x="5" y="9"/>
                    <a:pt x="1" y="10"/>
                    <a:pt x="0" y="9"/>
                  </a:cubicBezTo>
                  <a:cubicBezTo>
                    <a:pt x="0" y="7"/>
                    <a:pt x="1" y="4"/>
                    <a:pt x="5" y="2"/>
                  </a:cubicBezTo>
                  <a:cubicBezTo>
                    <a:pt x="8" y="0"/>
                    <a:pt x="11" y="0"/>
                    <a:pt x="12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8" name="Freeform 1160">
              <a:extLst>
                <a:ext uri="{FF2B5EF4-FFF2-40B4-BE49-F238E27FC236}">
                  <a16:creationId xmlns:a16="http://schemas.microsoft.com/office/drawing/2014/main" id="{1BAE5483-6220-4E1F-B4BF-BB4EE8798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477"/>
              <a:ext cx="17" cy="20"/>
            </a:xfrm>
            <a:custGeom>
              <a:avLst/>
              <a:gdLst>
                <a:gd name="T0" fmla="*/ 44 w 10"/>
                <a:gd name="T1" fmla="*/ 7 h 11"/>
                <a:gd name="T2" fmla="*/ 34 w 10"/>
                <a:gd name="T3" fmla="*/ 44 h 11"/>
                <a:gd name="T4" fmla="*/ 5 w 10"/>
                <a:gd name="T5" fmla="*/ 60 h 11"/>
                <a:gd name="T6" fmla="*/ 15 w 10"/>
                <a:gd name="T7" fmla="*/ 24 h 11"/>
                <a:gd name="T8" fmla="*/ 44 w 10"/>
                <a:gd name="T9" fmla="*/ 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1"/>
                  </a:moveTo>
                  <a:cubicBezTo>
                    <a:pt x="10" y="2"/>
                    <a:pt x="9" y="5"/>
                    <a:pt x="7" y="7"/>
                  </a:cubicBezTo>
                  <a:cubicBezTo>
                    <a:pt x="5" y="10"/>
                    <a:pt x="2" y="11"/>
                    <a:pt x="1" y="10"/>
                  </a:cubicBezTo>
                  <a:cubicBezTo>
                    <a:pt x="0" y="9"/>
                    <a:pt x="1" y="6"/>
                    <a:pt x="3" y="4"/>
                  </a:cubicBezTo>
                  <a:cubicBezTo>
                    <a:pt x="5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9" name="Freeform 1161">
              <a:extLst>
                <a:ext uri="{FF2B5EF4-FFF2-40B4-BE49-F238E27FC236}">
                  <a16:creationId xmlns:a16="http://schemas.microsoft.com/office/drawing/2014/main" id="{4104D0B6-1664-481A-865A-6EEEDF35C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468"/>
              <a:ext cx="766" cy="706"/>
            </a:xfrm>
            <a:custGeom>
              <a:avLst/>
              <a:gdLst>
                <a:gd name="T0" fmla="*/ 2069 w 462"/>
                <a:gd name="T1" fmla="*/ 964 h 399"/>
                <a:gd name="T2" fmla="*/ 2038 w 462"/>
                <a:gd name="T3" fmla="*/ 1152 h 399"/>
                <a:gd name="T4" fmla="*/ 1820 w 462"/>
                <a:gd name="T5" fmla="*/ 1734 h 399"/>
                <a:gd name="T6" fmla="*/ 1578 w 462"/>
                <a:gd name="T7" fmla="*/ 1961 h 399"/>
                <a:gd name="T8" fmla="*/ 1295 w 462"/>
                <a:gd name="T9" fmla="*/ 2123 h 399"/>
                <a:gd name="T10" fmla="*/ 1144 w 462"/>
                <a:gd name="T11" fmla="*/ 2111 h 399"/>
                <a:gd name="T12" fmla="*/ 1006 w 462"/>
                <a:gd name="T13" fmla="*/ 2153 h 399"/>
                <a:gd name="T14" fmla="*/ 567 w 462"/>
                <a:gd name="T15" fmla="*/ 2007 h 399"/>
                <a:gd name="T16" fmla="*/ 285 w 462"/>
                <a:gd name="T17" fmla="*/ 1757 h 399"/>
                <a:gd name="T18" fmla="*/ 109 w 462"/>
                <a:gd name="T19" fmla="*/ 1347 h 399"/>
                <a:gd name="T20" fmla="*/ 50 w 462"/>
                <a:gd name="T21" fmla="*/ 1136 h 399"/>
                <a:gd name="T22" fmla="*/ 13 w 462"/>
                <a:gd name="T23" fmla="*/ 948 h 399"/>
                <a:gd name="T24" fmla="*/ 104 w 462"/>
                <a:gd name="T25" fmla="*/ 455 h 399"/>
                <a:gd name="T26" fmla="*/ 201 w 462"/>
                <a:gd name="T27" fmla="*/ 253 h 399"/>
                <a:gd name="T28" fmla="*/ 285 w 462"/>
                <a:gd name="T29" fmla="*/ 60 h 399"/>
                <a:gd name="T30" fmla="*/ 514 w 462"/>
                <a:gd name="T31" fmla="*/ 115 h 399"/>
                <a:gd name="T32" fmla="*/ 720 w 462"/>
                <a:gd name="T33" fmla="*/ 60 h 399"/>
                <a:gd name="T34" fmla="*/ 861 w 462"/>
                <a:gd name="T35" fmla="*/ 21 h 399"/>
                <a:gd name="T36" fmla="*/ 1094 w 462"/>
                <a:gd name="T37" fmla="*/ 0 h 399"/>
                <a:gd name="T38" fmla="*/ 1350 w 462"/>
                <a:gd name="T39" fmla="*/ 60 h 399"/>
                <a:gd name="T40" fmla="*/ 1496 w 462"/>
                <a:gd name="T41" fmla="*/ 110 h 399"/>
                <a:gd name="T42" fmla="*/ 1691 w 462"/>
                <a:gd name="T43" fmla="*/ 172 h 399"/>
                <a:gd name="T44" fmla="*/ 1809 w 462"/>
                <a:gd name="T45" fmla="*/ 85 h 399"/>
                <a:gd name="T46" fmla="*/ 1942 w 462"/>
                <a:gd name="T47" fmla="*/ 373 h 399"/>
                <a:gd name="T48" fmla="*/ 2069 w 462"/>
                <a:gd name="T49" fmla="*/ 964 h 39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2" h="399">
                  <a:moveTo>
                    <a:pt x="454" y="174"/>
                  </a:moveTo>
                  <a:cubicBezTo>
                    <a:pt x="454" y="174"/>
                    <a:pt x="462" y="189"/>
                    <a:pt x="447" y="208"/>
                  </a:cubicBezTo>
                  <a:cubicBezTo>
                    <a:pt x="447" y="208"/>
                    <a:pt x="446" y="266"/>
                    <a:pt x="399" y="313"/>
                  </a:cubicBezTo>
                  <a:cubicBezTo>
                    <a:pt x="387" y="340"/>
                    <a:pt x="346" y="354"/>
                    <a:pt x="346" y="354"/>
                  </a:cubicBezTo>
                  <a:cubicBezTo>
                    <a:pt x="340" y="372"/>
                    <a:pt x="284" y="383"/>
                    <a:pt x="284" y="383"/>
                  </a:cubicBezTo>
                  <a:cubicBezTo>
                    <a:pt x="274" y="395"/>
                    <a:pt x="251" y="381"/>
                    <a:pt x="251" y="381"/>
                  </a:cubicBezTo>
                  <a:cubicBezTo>
                    <a:pt x="247" y="397"/>
                    <a:pt x="221" y="389"/>
                    <a:pt x="221" y="389"/>
                  </a:cubicBezTo>
                  <a:cubicBezTo>
                    <a:pt x="194" y="399"/>
                    <a:pt x="124" y="362"/>
                    <a:pt x="124" y="362"/>
                  </a:cubicBezTo>
                  <a:cubicBezTo>
                    <a:pt x="107" y="363"/>
                    <a:pt x="63" y="317"/>
                    <a:pt x="63" y="317"/>
                  </a:cubicBezTo>
                  <a:cubicBezTo>
                    <a:pt x="63" y="317"/>
                    <a:pt x="8" y="251"/>
                    <a:pt x="24" y="243"/>
                  </a:cubicBezTo>
                  <a:cubicBezTo>
                    <a:pt x="24" y="243"/>
                    <a:pt x="0" y="217"/>
                    <a:pt x="11" y="205"/>
                  </a:cubicBezTo>
                  <a:cubicBezTo>
                    <a:pt x="11" y="205"/>
                    <a:pt x="0" y="177"/>
                    <a:pt x="3" y="171"/>
                  </a:cubicBezTo>
                  <a:cubicBezTo>
                    <a:pt x="3" y="171"/>
                    <a:pt x="2" y="87"/>
                    <a:pt x="23" y="82"/>
                  </a:cubicBezTo>
                  <a:cubicBezTo>
                    <a:pt x="23" y="82"/>
                    <a:pt x="28" y="40"/>
                    <a:pt x="44" y="46"/>
                  </a:cubicBezTo>
                  <a:cubicBezTo>
                    <a:pt x="44" y="46"/>
                    <a:pt x="52" y="21"/>
                    <a:pt x="63" y="11"/>
                  </a:cubicBezTo>
                  <a:cubicBezTo>
                    <a:pt x="63" y="11"/>
                    <a:pt x="57" y="52"/>
                    <a:pt x="113" y="21"/>
                  </a:cubicBezTo>
                  <a:cubicBezTo>
                    <a:pt x="113" y="21"/>
                    <a:pt x="146" y="29"/>
                    <a:pt x="158" y="11"/>
                  </a:cubicBezTo>
                  <a:cubicBezTo>
                    <a:pt x="158" y="11"/>
                    <a:pt x="182" y="21"/>
                    <a:pt x="189" y="4"/>
                  </a:cubicBezTo>
                  <a:cubicBezTo>
                    <a:pt x="189" y="4"/>
                    <a:pt x="230" y="18"/>
                    <a:pt x="240" y="0"/>
                  </a:cubicBezTo>
                  <a:cubicBezTo>
                    <a:pt x="240" y="0"/>
                    <a:pt x="268" y="21"/>
                    <a:pt x="296" y="11"/>
                  </a:cubicBezTo>
                  <a:cubicBezTo>
                    <a:pt x="296" y="11"/>
                    <a:pt x="311" y="29"/>
                    <a:pt x="328" y="20"/>
                  </a:cubicBezTo>
                  <a:cubicBezTo>
                    <a:pt x="328" y="20"/>
                    <a:pt x="354" y="48"/>
                    <a:pt x="371" y="31"/>
                  </a:cubicBezTo>
                  <a:cubicBezTo>
                    <a:pt x="371" y="31"/>
                    <a:pt x="412" y="39"/>
                    <a:pt x="397" y="15"/>
                  </a:cubicBezTo>
                  <a:cubicBezTo>
                    <a:pt x="397" y="15"/>
                    <a:pt x="430" y="41"/>
                    <a:pt x="426" y="67"/>
                  </a:cubicBezTo>
                  <a:cubicBezTo>
                    <a:pt x="426" y="67"/>
                    <a:pt x="462" y="101"/>
                    <a:pt x="454" y="174"/>
                  </a:cubicBezTo>
                  <a:close/>
                </a:path>
              </a:pathLst>
            </a:custGeom>
            <a:solidFill>
              <a:srgbClr val="F6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0" name="Freeform 1162">
              <a:extLst>
                <a:ext uri="{FF2B5EF4-FFF2-40B4-BE49-F238E27FC236}">
                  <a16:creationId xmlns:a16="http://schemas.microsoft.com/office/drawing/2014/main" id="{D291512E-E35E-4A29-9F33-C46B97A07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406"/>
              <a:ext cx="146" cy="76"/>
            </a:xfrm>
            <a:custGeom>
              <a:avLst/>
              <a:gdLst>
                <a:gd name="T0" fmla="*/ 402 w 88"/>
                <a:gd name="T1" fmla="*/ 0 h 43"/>
                <a:gd name="T2" fmla="*/ 0 w 88"/>
                <a:gd name="T3" fmla="*/ 237 h 43"/>
                <a:gd name="T4" fmla="*/ 402 w 8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3">
                  <a:moveTo>
                    <a:pt x="88" y="0"/>
                  </a:moveTo>
                  <a:cubicBezTo>
                    <a:pt x="88" y="0"/>
                    <a:pt x="42" y="2"/>
                    <a:pt x="0" y="43"/>
                  </a:cubicBezTo>
                  <a:cubicBezTo>
                    <a:pt x="0" y="43"/>
                    <a:pt x="57" y="4"/>
                    <a:pt x="88" y="0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1" name="Freeform 1163">
              <a:extLst>
                <a:ext uri="{FF2B5EF4-FFF2-40B4-BE49-F238E27FC236}">
                  <a16:creationId xmlns:a16="http://schemas.microsoft.com/office/drawing/2014/main" id="{7D2C396D-4570-4B10-A653-CD5F73C3F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481"/>
              <a:ext cx="78" cy="60"/>
            </a:xfrm>
            <a:custGeom>
              <a:avLst/>
              <a:gdLst>
                <a:gd name="T0" fmla="*/ 0 w 47"/>
                <a:gd name="T1" fmla="*/ 78 h 34"/>
                <a:gd name="T2" fmla="*/ 214 w 47"/>
                <a:gd name="T3" fmla="*/ 49 h 34"/>
                <a:gd name="T4" fmla="*/ 0 w 47"/>
                <a:gd name="T5" fmla="*/ 7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0" y="14"/>
                  </a:moveTo>
                  <a:cubicBezTo>
                    <a:pt x="0" y="14"/>
                    <a:pt x="24" y="0"/>
                    <a:pt x="47" y="9"/>
                  </a:cubicBezTo>
                  <a:cubicBezTo>
                    <a:pt x="47" y="9"/>
                    <a:pt x="6" y="34"/>
                    <a:pt x="0" y="14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2" name="Freeform 1164">
              <a:extLst>
                <a:ext uri="{FF2B5EF4-FFF2-40B4-BE49-F238E27FC236}">
                  <a16:creationId xmlns:a16="http://schemas.microsoft.com/office/drawing/2014/main" id="{08DB99DA-DA25-4DE8-A05A-E8C14FC1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454"/>
              <a:ext cx="68" cy="60"/>
            </a:xfrm>
            <a:custGeom>
              <a:avLst/>
              <a:gdLst>
                <a:gd name="T0" fmla="*/ 187 w 41"/>
                <a:gd name="T1" fmla="*/ 72 h 34"/>
                <a:gd name="T2" fmla="*/ 0 w 41"/>
                <a:gd name="T3" fmla="*/ 131 h 34"/>
                <a:gd name="T4" fmla="*/ 187 w 41"/>
                <a:gd name="T5" fmla="*/ 7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4">
                  <a:moveTo>
                    <a:pt x="41" y="13"/>
                  </a:moveTo>
                  <a:cubicBezTo>
                    <a:pt x="41" y="13"/>
                    <a:pt x="14" y="0"/>
                    <a:pt x="0" y="24"/>
                  </a:cubicBezTo>
                  <a:cubicBezTo>
                    <a:pt x="0" y="24"/>
                    <a:pt x="29" y="34"/>
                    <a:pt x="41" y="13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3" name="Freeform 1165">
              <a:extLst>
                <a:ext uri="{FF2B5EF4-FFF2-40B4-BE49-F238E27FC236}">
                  <a16:creationId xmlns:a16="http://schemas.microsoft.com/office/drawing/2014/main" id="{A3ED7305-88DF-4343-BB51-66AA7239D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443"/>
              <a:ext cx="53" cy="57"/>
            </a:xfrm>
            <a:custGeom>
              <a:avLst/>
              <a:gdLst>
                <a:gd name="T0" fmla="*/ 146 w 32"/>
                <a:gd name="T1" fmla="*/ 66 h 32"/>
                <a:gd name="T2" fmla="*/ 0 w 32"/>
                <a:gd name="T3" fmla="*/ 109 h 32"/>
                <a:gd name="T4" fmla="*/ 146 w 32"/>
                <a:gd name="T5" fmla="*/ 6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32" y="12"/>
                  </a:moveTo>
                  <a:cubicBezTo>
                    <a:pt x="32" y="12"/>
                    <a:pt x="9" y="0"/>
                    <a:pt x="0" y="19"/>
                  </a:cubicBezTo>
                  <a:cubicBezTo>
                    <a:pt x="0" y="19"/>
                    <a:pt x="22" y="32"/>
                    <a:pt x="32" y="12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4" name="Freeform 1166">
              <a:extLst>
                <a:ext uri="{FF2B5EF4-FFF2-40B4-BE49-F238E27FC236}">
                  <a16:creationId xmlns:a16="http://schemas.microsoft.com/office/drawing/2014/main" id="{AAEFD9E7-1B58-4287-BDA6-FC264C1E9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428"/>
              <a:ext cx="88" cy="67"/>
            </a:xfrm>
            <a:custGeom>
              <a:avLst/>
              <a:gdLst>
                <a:gd name="T0" fmla="*/ 242 w 53"/>
                <a:gd name="T1" fmla="*/ 99 h 38"/>
                <a:gd name="T2" fmla="*/ 0 w 53"/>
                <a:gd name="T3" fmla="*/ 115 h 38"/>
                <a:gd name="T4" fmla="*/ 242 w 53"/>
                <a:gd name="T5" fmla="*/ 9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8">
                  <a:moveTo>
                    <a:pt x="53" y="18"/>
                  </a:moveTo>
                  <a:cubicBezTo>
                    <a:pt x="53" y="18"/>
                    <a:pt x="24" y="0"/>
                    <a:pt x="0" y="21"/>
                  </a:cubicBezTo>
                  <a:cubicBezTo>
                    <a:pt x="0" y="21"/>
                    <a:pt x="35" y="38"/>
                    <a:pt x="53" y="18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5" name="Freeform 1167">
              <a:extLst>
                <a:ext uri="{FF2B5EF4-FFF2-40B4-BE49-F238E27FC236}">
                  <a16:creationId xmlns:a16="http://schemas.microsoft.com/office/drawing/2014/main" id="{CC59465C-50BB-4179-994E-BC19A5EDD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433"/>
              <a:ext cx="93" cy="71"/>
            </a:xfrm>
            <a:custGeom>
              <a:avLst/>
              <a:gdLst>
                <a:gd name="T0" fmla="*/ 256 w 56"/>
                <a:gd name="T1" fmla="*/ 146 h 40"/>
                <a:gd name="T2" fmla="*/ 0 w 56"/>
                <a:gd name="T3" fmla="*/ 85 h 40"/>
                <a:gd name="T4" fmla="*/ 256 w 56"/>
                <a:gd name="T5" fmla="*/ 146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40">
                  <a:moveTo>
                    <a:pt x="56" y="26"/>
                  </a:moveTo>
                  <a:cubicBezTo>
                    <a:pt x="56" y="26"/>
                    <a:pt x="38" y="0"/>
                    <a:pt x="0" y="15"/>
                  </a:cubicBezTo>
                  <a:cubicBezTo>
                    <a:pt x="0" y="15"/>
                    <a:pt x="27" y="40"/>
                    <a:pt x="56" y="26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6" name="Freeform 1168">
              <a:extLst>
                <a:ext uri="{FF2B5EF4-FFF2-40B4-BE49-F238E27FC236}">
                  <a16:creationId xmlns:a16="http://schemas.microsoft.com/office/drawing/2014/main" id="{07846864-5790-47DA-8674-1A9D30299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2458"/>
              <a:ext cx="53" cy="56"/>
            </a:xfrm>
            <a:custGeom>
              <a:avLst/>
              <a:gdLst>
                <a:gd name="T0" fmla="*/ 146 w 32"/>
                <a:gd name="T1" fmla="*/ 114 h 32"/>
                <a:gd name="T2" fmla="*/ 0 w 32"/>
                <a:gd name="T3" fmla="*/ 65 h 32"/>
                <a:gd name="T4" fmla="*/ 146 w 32"/>
                <a:gd name="T5" fmla="*/ 11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32" y="21"/>
                  </a:moveTo>
                  <a:cubicBezTo>
                    <a:pt x="32" y="21"/>
                    <a:pt x="20" y="0"/>
                    <a:pt x="0" y="12"/>
                  </a:cubicBezTo>
                  <a:cubicBezTo>
                    <a:pt x="0" y="12"/>
                    <a:pt x="16" y="32"/>
                    <a:pt x="32" y="21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7" name="Freeform 1169">
              <a:extLst>
                <a:ext uri="{FF2B5EF4-FFF2-40B4-BE49-F238E27FC236}">
                  <a16:creationId xmlns:a16="http://schemas.microsoft.com/office/drawing/2014/main" id="{F5E8993F-DB13-46EA-A2F6-8A3DBD692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468"/>
              <a:ext cx="69" cy="76"/>
            </a:xfrm>
            <a:custGeom>
              <a:avLst/>
              <a:gdLst>
                <a:gd name="T0" fmla="*/ 186 w 42"/>
                <a:gd name="T1" fmla="*/ 138 h 43"/>
                <a:gd name="T2" fmla="*/ 0 w 42"/>
                <a:gd name="T3" fmla="*/ 78 h 43"/>
                <a:gd name="T4" fmla="*/ 186 w 42"/>
                <a:gd name="T5" fmla="*/ 13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3">
                  <a:moveTo>
                    <a:pt x="42" y="25"/>
                  </a:moveTo>
                  <a:cubicBezTo>
                    <a:pt x="42" y="25"/>
                    <a:pt x="20" y="0"/>
                    <a:pt x="0" y="14"/>
                  </a:cubicBezTo>
                  <a:cubicBezTo>
                    <a:pt x="0" y="14"/>
                    <a:pt x="19" y="43"/>
                    <a:pt x="42" y="25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8" name="Freeform 1170">
              <a:extLst>
                <a:ext uri="{FF2B5EF4-FFF2-40B4-BE49-F238E27FC236}">
                  <a16:creationId xmlns:a16="http://schemas.microsoft.com/office/drawing/2014/main" id="{535B1135-31F4-426E-9943-996C649C0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484"/>
              <a:ext cx="73" cy="50"/>
            </a:xfrm>
            <a:custGeom>
              <a:avLst/>
              <a:gdLst>
                <a:gd name="T0" fmla="*/ 75 w 44"/>
                <a:gd name="T1" fmla="*/ 0 h 28"/>
                <a:gd name="T2" fmla="*/ 5 w 44"/>
                <a:gd name="T3" fmla="*/ 93 h 28"/>
                <a:gd name="T4" fmla="*/ 75 w 4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8">
                  <a:moveTo>
                    <a:pt x="16" y="0"/>
                  </a:moveTo>
                  <a:cubicBezTo>
                    <a:pt x="16" y="0"/>
                    <a:pt x="0" y="7"/>
                    <a:pt x="1" y="16"/>
                  </a:cubicBezTo>
                  <a:cubicBezTo>
                    <a:pt x="1" y="16"/>
                    <a:pt x="44" y="28"/>
                    <a:pt x="16" y="0"/>
                  </a:cubicBezTo>
                  <a:close/>
                </a:path>
              </a:pathLst>
            </a:custGeom>
            <a:solidFill>
              <a:srgbClr val="B6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9" name="Freeform 1171">
              <a:extLst>
                <a:ext uri="{FF2B5EF4-FFF2-40B4-BE49-F238E27FC236}">
                  <a16:creationId xmlns:a16="http://schemas.microsoft.com/office/drawing/2014/main" id="{2C22AC75-3817-47EE-AC78-C0F1C327B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481"/>
              <a:ext cx="78" cy="60"/>
            </a:xfrm>
            <a:custGeom>
              <a:avLst/>
              <a:gdLst>
                <a:gd name="T0" fmla="*/ 0 w 47"/>
                <a:gd name="T1" fmla="*/ 78 h 34"/>
                <a:gd name="T2" fmla="*/ 214 w 47"/>
                <a:gd name="T3" fmla="*/ 49 h 34"/>
                <a:gd name="T4" fmla="*/ 0 w 47"/>
                <a:gd name="T5" fmla="*/ 7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0" y="14"/>
                  </a:moveTo>
                  <a:cubicBezTo>
                    <a:pt x="0" y="14"/>
                    <a:pt x="24" y="0"/>
                    <a:pt x="47" y="9"/>
                  </a:cubicBezTo>
                  <a:cubicBezTo>
                    <a:pt x="47" y="9"/>
                    <a:pt x="6" y="34"/>
                    <a:pt x="0" y="1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0" name="Freeform 1172">
              <a:extLst>
                <a:ext uri="{FF2B5EF4-FFF2-40B4-BE49-F238E27FC236}">
                  <a16:creationId xmlns:a16="http://schemas.microsoft.com/office/drawing/2014/main" id="{A06D40D1-D1B2-4EC0-BDCC-9718AE6E0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454"/>
              <a:ext cx="70" cy="60"/>
            </a:xfrm>
            <a:custGeom>
              <a:avLst/>
              <a:gdLst>
                <a:gd name="T0" fmla="*/ 195 w 42"/>
                <a:gd name="T1" fmla="*/ 72 h 34"/>
                <a:gd name="T2" fmla="*/ 0 w 42"/>
                <a:gd name="T3" fmla="*/ 131 h 34"/>
                <a:gd name="T4" fmla="*/ 195 w 42"/>
                <a:gd name="T5" fmla="*/ 7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4">
                  <a:moveTo>
                    <a:pt x="42" y="13"/>
                  </a:moveTo>
                  <a:cubicBezTo>
                    <a:pt x="42" y="13"/>
                    <a:pt x="15" y="0"/>
                    <a:pt x="0" y="24"/>
                  </a:cubicBezTo>
                  <a:cubicBezTo>
                    <a:pt x="0" y="24"/>
                    <a:pt x="30" y="34"/>
                    <a:pt x="42" y="1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1" name="Freeform 1173">
              <a:extLst>
                <a:ext uri="{FF2B5EF4-FFF2-40B4-BE49-F238E27FC236}">
                  <a16:creationId xmlns:a16="http://schemas.microsoft.com/office/drawing/2014/main" id="{B71DB87F-12FE-4B6E-B3A1-9EC5377DA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443"/>
              <a:ext cx="53" cy="57"/>
            </a:xfrm>
            <a:custGeom>
              <a:avLst/>
              <a:gdLst>
                <a:gd name="T0" fmla="*/ 146 w 32"/>
                <a:gd name="T1" fmla="*/ 73 h 32"/>
                <a:gd name="T2" fmla="*/ 0 w 32"/>
                <a:gd name="T3" fmla="*/ 109 h 32"/>
                <a:gd name="T4" fmla="*/ 146 w 32"/>
                <a:gd name="T5" fmla="*/ 7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32" y="13"/>
                  </a:moveTo>
                  <a:cubicBezTo>
                    <a:pt x="32" y="13"/>
                    <a:pt x="8" y="0"/>
                    <a:pt x="0" y="19"/>
                  </a:cubicBezTo>
                  <a:cubicBezTo>
                    <a:pt x="0" y="19"/>
                    <a:pt x="22" y="32"/>
                    <a:pt x="32" y="1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2" name="Freeform 1174">
              <a:extLst>
                <a:ext uri="{FF2B5EF4-FFF2-40B4-BE49-F238E27FC236}">
                  <a16:creationId xmlns:a16="http://schemas.microsoft.com/office/drawing/2014/main" id="{D85B931B-8052-44F5-8253-FFEDF116E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428"/>
              <a:ext cx="86" cy="69"/>
            </a:xfrm>
            <a:custGeom>
              <a:avLst/>
              <a:gdLst>
                <a:gd name="T0" fmla="*/ 235 w 52"/>
                <a:gd name="T1" fmla="*/ 101 h 39"/>
                <a:gd name="T2" fmla="*/ 0 w 52"/>
                <a:gd name="T3" fmla="*/ 122 h 39"/>
                <a:gd name="T4" fmla="*/ 235 w 52"/>
                <a:gd name="T5" fmla="*/ 101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">
                  <a:moveTo>
                    <a:pt x="52" y="18"/>
                  </a:moveTo>
                  <a:cubicBezTo>
                    <a:pt x="52" y="18"/>
                    <a:pt x="23" y="0"/>
                    <a:pt x="0" y="22"/>
                  </a:cubicBezTo>
                  <a:cubicBezTo>
                    <a:pt x="0" y="22"/>
                    <a:pt x="35" y="39"/>
                    <a:pt x="52" y="18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3" name="Freeform 1175">
              <a:extLst>
                <a:ext uri="{FF2B5EF4-FFF2-40B4-BE49-F238E27FC236}">
                  <a16:creationId xmlns:a16="http://schemas.microsoft.com/office/drawing/2014/main" id="{3F6D709A-96E3-4D7F-B0D8-3803F911D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433"/>
              <a:ext cx="95" cy="72"/>
            </a:xfrm>
            <a:custGeom>
              <a:avLst/>
              <a:gdLst>
                <a:gd name="T0" fmla="*/ 263 w 57"/>
                <a:gd name="T1" fmla="*/ 146 h 41"/>
                <a:gd name="T2" fmla="*/ 0 w 57"/>
                <a:gd name="T3" fmla="*/ 81 h 41"/>
                <a:gd name="T4" fmla="*/ 263 w 57"/>
                <a:gd name="T5" fmla="*/ 14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1">
                  <a:moveTo>
                    <a:pt x="57" y="27"/>
                  </a:moveTo>
                  <a:cubicBezTo>
                    <a:pt x="57" y="27"/>
                    <a:pt x="39" y="0"/>
                    <a:pt x="0" y="15"/>
                  </a:cubicBezTo>
                  <a:cubicBezTo>
                    <a:pt x="0" y="15"/>
                    <a:pt x="27" y="41"/>
                    <a:pt x="57" y="2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4" name="Freeform 1176">
              <a:extLst>
                <a:ext uri="{FF2B5EF4-FFF2-40B4-BE49-F238E27FC236}">
                  <a16:creationId xmlns:a16="http://schemas.microsoft.com/office/drawing/2014/main" id="{687593D5-7D00-450C-88B1-1A2DA4F3A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2459"/>
              <a:ext cx="53" cy="55"/>
            </a:xfrm>
            <a:custGeom>
              <a:avLst/>
              <a:gdLst>
                <a:gd name="T0" fmla="*/ 146 w 32"/>
                <a:gd name="T1" fmla="*/ 110 h 31"/>
                <a:gd name="T2" fmla="*/ 0 w 32"/>
                <a:gd name="T3" fmla="*/ 66 h 31"/>
                <a:gd name="T4" fmla="*/ 146 w 32"/>
                <a:gd name="T5" fmla="*/ 11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1">
                  <a:moveTo>
                    <a:pt x="32" y="20"/>
                  </a:moveTo>
                  <a:cubicBezTo>
                    <a:pt x="32" y="20"/>
                    <a:pt x="20" y="0"/>
                    <a:pt x="0" y="12"/>
                  </a:cubicBezTo>
                  <a:cubicBezTo>
                    <a:pt x="0" y="12"/>
                    <a:pt x="16" y="31"/>
                    <a:pt x="32" y="2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5" name="Freeform 1177">
              <a:extLst>
                <a:ext uri="{FF2B5EF4-FFF2-40B4-BE49-F238E27FC236}">
                  <a16:creationId xmlns:a16="http://schemas.microsoft.com/office/drawing/2014/main" id="{05AB0BB1-E2CC-45BA-9BCC-80CCA40B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468"/>
              <a:ext cx="69" cy="78"/>
            </a:xfrm>
            <a:custGeom>
              <a:avLst/>
              <a:gdLst>
                <a:gd name="T0" fmla="*/ 186 w 42"/>
                <a:gd name="T1" fmla="*/ 138 h 44"/>
                <a:gd name="T2" fmla="*/ 0 w 42"/>
                <a:gd name="T3" fmla="*/ 78 h 44"/>
                <a:gd name="T4" fmla="*/ 186 w 42"/>
                <a:gd name="T5" fmla="*/ 13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4">
                  <a:moveTo>
                    <a:pt x="42" y="25"/>
                  </a:moveTo>
                  <a:cubicBezTo>
                    <a:pt x="42" y="25"/>
                    <a:pt x="20" y="0"/>
                    <a:pt x="0" y="14"/>
                  </a:cubicBezTo>
                  <a:cubicBezTo>
                    <a:pt x="0" y="14"/>
                    <a:pt x="19" y="44"/>
                    <a:pt x="42" y="2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6" name="Freeform 1178">
              <a:extLst>
                <a:ext uri="{FF2B5EF4-FFF2-40B4-BE49-F238E27FC236}">
                  <a16:creationId xmlns:a16="http://schemas.microsoft.com/office/drawing/2014/main" id="{B99F06AC-23C2-4663-93D8-7E41FB802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484"/>
              <a:ext cx="73" cy="50"/>
            </a:xfrm>
            <a:custGeom>
              <a:avLst/>
              <a:gdLst>
                <a:gd name="T0" fmla="*/ 76 w 44"/>
                <a:gd name="T1" fmla="*/ 0 h 28"/>
                <a:gd name="T2" fmla="*/ 8 w 44"/>
                <a:gd name="T3" fmla="*/ 93 h 28"/>
                <a:gd name="T4" fmla="*/ 76 w 4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8">
                  <a:moveTo>
                    <a:pt x="17" y="0"/>
                  </a:moveTo>
                  <a:cubicBezTo>
                    <a:pt x="17" y="0"/>
                    <a:pt x="0" y="8"/>
                    <a:pt x="2" y="16"/>
                  </a:cubicBezTo>
                  <a:cubicBezTo>
                    <a:pt x="2" y="16"/>
                    <a:pt x="44" y="28"/>
                    <a:pt x="17" y="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7" name="Freeform 1179">
              <a:extLst>
                <a:ext uri="{FF2B5EF4-FFF2-40B4-BE49-F238E27FC236}">
                  <a16:creationId xmlns:a16="http://schemas.microsoft.com/office/drawing/2014/main" id="{0F2B22A8-88E4-4EC5-9DAC-0E4329B77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451"/>
              <a:ext cx="28" cy="19"/>
            </a:xfrm>
            <a:custGeom>
              <a:avLst/>
              <a:gdLst>
                <a:gd name="T0" fmla="*/ 76 w 17"/>
                <a:gd name="T1" fmla="*/ 29 h 11"/>
                <a:gd name="T2" fmla="*/ 35 w 17"/>
                <a:gd name="T3" fmla="*/ 57 h 11"/>
                <a:gd name="T4" fmla="*/ 0 w 17"/>
                <a:gd name="T5" fmla="*/ 28 h 11"/>
                <a:gd name="T6" fmla="*/ 41 w 17"/>
                <a:gd name="T7" fmla="*/ 5 h 11"/>
                <a:gd name="T8" fmla="*/ 76 w 17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17" y="6"/>
                  </a:moveTo>
                  <a:cubicBezTo>
                    <a:pt x="17" y="9"/>
                    <a:pt x="13" y="11"/>
                    <a:pt x="8" y="11"/>
                  </a:cubicBezTo>
                  <a:cubicBezTo>
                    <a:pt x="4" y="10"/>
                    <a:pt x="0" y="8"/>
                    <a:pt x="0" y="5"/>
                  </a:cubicBezTo>
                  <a:cubicBezTo>
                    <a:pt x="1" y="2"/>
                    <a:pt x="4" y="0"/>
                    <a:pt x="9" y="1"/>
                  </a:cubicBezTo>
                  <a:cubicBezTo>
                    <a:pt x="13" y="1"/>
                    <a:pt x="17" y="3"/>
                    <a:pt x="17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8" name="Freeform 1180">
              <a:extLst>
                <a:ext uri="{FF2B5EF4-FFF2-40B4-BE49-F238E27FC236}">
                  <a16:creationId xmlns:a16="http://schemas.microsoft.com/office/drawing/2014/main" id="{6184692C-518D-4F71-A920-AD363866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479"/>
              <a:ext cx="28" cy="12"/>
            </a:xfrm>
            <a:custGeom>
              <a:avLst/>
              <a:gdLst>
                <a:gd name="T0" fmla="*/ 76 w 17"/>
                <a:gd name="T1" fmla="*/ 9 h 7"/>
                <a:gd name="T2" fmla="*/ 41 w 17"/>
                <a:gd name="T3" fmla="*/ 29 h 7"/>
                <a:gd name="T4" fmla="*/ 5 w 17"/>
                <a:gd name="T5" fmla="*/ 26 h 7"/>
                <a:gd name="T6" fmla="*/ 35 w 17"/>
                <a:gd name="T7" fmla="*/ 5 h 7"/>
                <a:gd name="T8" fmla="*/ 76 w 17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17" y="2"/>
                  </a:moveTo>
                  <a:cubicBezTo>
                    <a:pt x="17" y="3"/>
                    <a:pt x="14" y="5"/>
                    <a:pt x="9" y="6"/>
                  </a:cubicBezTo>
                  <a:cubicBezTo>
                    <a:pt x="5" y="7"/>
                    <a:pt x="1" y="7"/>
                    <a:pt x="1" y="5"/>
                  </a:cubicBezTo>
                  <a:cubicBezTo>
                    <a:pt x="0" y="4"/>
                    <a:pt x="4" y="2"/>
                    <a:pt x="8" y="1"/>
                  </a:cubicBezTo>
                  <a:cubicBezTo>
                    <a:pt x="13" y="0"/>
                    <a:pt x="17" y="1"/>
                    <a:pt x="17" y="2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9" name="Freeform 1181">
              <a:extLst>
                <a:ext uri="{FF2B5EF4-FFF2-40B4-BE49-F238E27FC236}">
                  <a16:creationId xmlns:a16="http://schemas.microsoft.com/office/drawing/2014/main" id="{BA74C62C-7E06-4891-8421-A8405D62C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461"/>
              <a:ext cx="37" cy="23"/>
            </a:xfrm>
            <a:custGeom>
              <a:avLst/>
              <a:gdLst>
                <a:gd name="T0" fmla="*/ 99 w 22"/>
                <a:gd name="T1" fmla="*/ 37 h 13"/>
                <a:gd name="T2" fmla="*/ 54 w 22"/>
                <a:gd name="T3" fmla="*/ 65 h 13"/>
                <a:gd name="T4" fmla="*/ 5 w 22"/>
                <a:gd name="T5" fmla="*/ 34 h 13"/>
                <a:gd name="T6" fmla="*/ 54 w 22"/>
                <a:gd name="T7" fmla="*/ 0 h 13"/>
                <a:gd name="T8" fmla="*/ 99 w 22"/>
                <a:gd name="T9" fmla="*/ 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21" y="7"/>
                  </a:moveTo>
                  <a:cubicBezTo>
                    <a:pt x="21" y="10"/>
                    <a:pt x="16" y="13"/>
                    <a:pt x="11" y="12"/>
                  </a:cubicBezTo>
                  <a:cubicBezTo>
                    <a:pt x="5" y="12"/>
                    <a:pt x="0" y="9"/>
                    <a:pt x="1" y="6"/>
                  </a:cubicBezTo>
                  <a:cubicBezTo>
                    <a:pt x="1" y="2"/>
                    <a:pt x="6" y="0"/>
                    <a:pt x="11" y="0"/>
                  </a:cubicBezTo>
                  <a:cubicBezTo>
                    <a:pt x="17" y="0"/>
                    <a:pt x="22" y="4"/>
                    <a:pt x="21" y="7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0" name="Freeform 1182">
              <a:extLst>
                <a:ext uri="{FF2B5EF4-FFF2-40B4-BE49-F238E27FC236}">
                  <a16:creationId xmlns:a16="http://schemas.microsoft.com/office/drawing/2014/main" id="{51A26194-8094-4759-9B41-4AD14F303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465"/>
              <a:ext cx="20" cy="16"/>
            </a:xfrm>
            <a:custGeom>
              <a:avLst/>
              <a:gdLst>
                <a:gd name="T0" fmla="*/ 55 w 12"/>
                <a:gd name="T1" fmla="*/ 21 h 9"/>
                <a:gd name="T2" fmla="*/ 33 w 12"/>
                <a:gd name="T3" fmla="*/ 44 h 9"/>
                <a:gd name="T4" fmla="*/ 0 w 12"/>
                <a:gd name="T5" fmla="*/ 36 h 9"/>
                <a:gd name="T6" fmla="*/ 22 w 12"/>
                <a:gd name="T7" fmla="*/ 7 h 9"/>
                <a:gd name="T8" fmla="*/ 55 w 12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2" y="4"/>
                  </a:moveTo>
                  <a:cubicBezTo>
                    <a:pt x="12" y="6"/>
                    <a:pt x="10" y="8"/>
                    <a:pt x="7" y="8"/>
                  </a:cubicBezTo>
                  <a:cubicBezTo>
                    <a:pt x="3" y="9"/>
                    <a:pt x="0" y="8"/>
                    <a:pt x="0" y="6"/>
                  </a:cubicBezTo>
                  <a:cubicBezTo>
                    <a:pt x="0" y="4"/>
                    <a:pt x="2" y="2"/>
                    <a:pt x="5" y="1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1" name="Freeform 1183">
              <a:extLst>
                <a:ext uri="{FF2B5EF4-FFF2-40B4-BE49-F238E27FC236}">
                  <a16:creationId xmlns:a16="http://schemas.microsoft.com/office/drawing/2014/main" id="{958A0C4D-AA53-43FC-A6FF-79DF8F003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493"/>
              <a:ext cx="28" cy="21"/>
            </a:xfrm>
            <a:custGeom>
              <a:avLst/>
              <a:gdLst>
                <a:gd name="T0" fmla="*/ 71 w 17"/>
                <a:gd name="T1" fmla="*/ 49 h 12"/>
                <a:gd name="T2" fmla="*/ 33 w 17"/>
                <a:gd name="T3" fmla="*/ 56 h 12"/>
                <a:gd name="T4" fmla="*/ 8 w 17"/>
                <a:gd name="T5" fmla="*/ 16 h 12"/>
                <a:gd name="T6" fmla="*/ 49 w 17"/>
                <a:gd name="T7" fmla="*/ 12 h 12"/>
                <a:gd name="T8" fmla="*/ 71 w 17"/>
                <a:gd name="T9" fmla="*/ 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6" y="9"/>
                  </a:moveTo>
                  <a:cubicBezTo>
                    <a:pt x="15" y="12"/>
                    <a:pt x="11" y="12"/>
                    <a:pt x="7" y="10"/>
                  </a:cubicBezTo>
                  <a:cubicBezTo>
                    <a:pt x="3" y="9"/>
                    <a:pt x="0" y="5"/>
                    <a:pt x="2" y="3"/>
                  </a:cubicBezTo>
                  <a:cubicBezTo>
                    <a:pt x="3" y="0"/>
                    <a:pt x="7" y="0"/>
                    <a:pt x="11" y="2"/>
                  </a:cubicBezTo>
                  <a:cubicBezTo>
                    <a:pt x="15" y="4"/>
                    <a:pt x="17" y="7"/>
                    <a:pt x="16" y="9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2" name="Freeform 1184">
              <a:extLst>
                <a:ext uri="{FF2B5EF4-FFF2-40B4-BE49-F238E27FC236}">
                  <a16:creationId xmlns:a16="http://schemas.microsoft.com/office/drawing/2014/main" id="{02044E02-A173-452C-9787-5A12E07BC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479"/>
              <a:ext cx="19" cy="14"/>
            </a:xfrm>
            <a:custGeom>
              <a:avLst/>
              <a:gdLst>
                <a:gd name="T0" fmla="*/ 57 w 11"/>
                <a:gd name="T1" fmla="*/ 33 h 8"/>
                <a:gd name="T2" fmla="*/ 28 w 11"/>
                <a:gd name="T3" fmla="*/ 37 h 8"/>
                <a:gd name="T4" fmla="*/ 5 w 11"/>
                <a:gd name="T5" fmla="*/ 12 h 8"/>
                <a:gd name="T6" fmla="*/ 36 w 11"/>
                <a:gd name="T7" fmla="*/ 7 h 8"/>
                <a:gd name="T8" fmla="*/ 57 w 11"/>
                <a:gd name="T9" fmla="*/ 3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0" y="8"/>
                    <a:pt x="7" y="8"/>
                    <a:pt x="5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1"/>
                    <a:pt x="4" y="0"/>
                    <a:pt x="7" y="1"/>
                  </a:cubicBezTo>
                  <a:cubicBezTo>
                    <a:pt x="10" y="3"/>
                    <a:pt x="11" y="5"/>
                    <a:pt x="11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3" name="Freeform 1185">
              <a:extLst>
                <a:ext uri="{FF2B5EF4-FFF2-40B4-BE49-F238E27FC236}">
                  <a16:creationId xmlns:a16="http://schemas.microsoft.com/office/drawing/2014/main" id="{3394CCEC-1002-40CB-800B-3E004CF61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498"/>
              <a:ext cx="19" cy="13"/>
            </a:xfrm>
            <a:custGeom>
              <a:avLst/>
              <a:gdLst>
                <a:gd name="T0" fmla="*/ 48 w 12"/>
                <a:gd name="T1" fmla="*/ 20 h 7"/>
                <a:gd name="T2" fmla="*/ 25 w 12"/>
                <a:gd name="T3" fmla="*/ 45 h 7"/>
                <a:gd name="T4" fmla="*/ 0 w 12"/>
                <a:gd name="T5" fmla="*/ 24 h 7"/>
                <a:gd name="T6" fmla="*/ 21 w 12"/>
                <a:gd name="T7" fmla="*/ 0 h 7"/>
                <a:gd name="T8" fmla="*/ 48 w 12"/>
                <a:gd name="T9" fmla="*/ 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12" y="5"/>
                    <a:pt x="9" y="7"/>
                    <a:pt x="6" y="7"/>
                  </a:cubicBezTo>
                  <a:cubicBezTo>
                    <a:pt x="3" y="7"/>
                    <a:pt x="0" y="6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9" y="0"/>
                    <a:pt x="11" y="1"/>
                    <a:pt x="12" y="3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4" name="Freeform 1186">
              <a:extLst>
                <a:ext uri="{FF2B5EF4-FFF2-40B4-BE49-F238E27FC236}">
                  <a16:creationId xmlns:a16="http://schemas.microsoft.com/office/drawing/2014/main" id="{8643EA02-EB52-4D7D-9056-79C42C35F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495"/>
              <a:ext cx="12" cy="17"/>
            </a:xfrm>
            <a:custGeom>
              <a:avLst/>
              <a:gdLst>
                <a:gd name="T0" fmla="*/ 29 w 7"/>
                <a:gd name="T1" fmla="*/ 29 h 10"/>
                <a:gd name="T2" fmla="*/ 9 w 7"/>
                <a:gd name="T3" fmla="*/ 44 h 10"/>
                <a:gd name="T4" fmla="*/ 5 w 7"/>
                <a:gd name="T5" fmla="*/ 20 h 10"/>
                <a:gd name="T6" fmla="*/ 26 w 7"/>
                <a:gd name="T7" fmla="*/ 5 h 10"/>
                <a:gd name="T8" fmla="*/ 29 w 7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6" y="6"/>
                  </a:moveTo>
                  <a:cubicBezTo>
                    <a:pt x="5" y="9"/>
                    <a:pt x="3" y="10"/>
                    <a:pt x="2" y="9"/>
                  </a:cubicBezTo>
                  <a:cubicBezTo>
                    <a:pt x="0" y="9"/>
                    <a:pt x="0" y="6"/>
                    <a:pt x="1" y="4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1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A02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5" name="Freeform 1187">
              <a:extLst>
                <a:ext uri="{FF2B5EF4-FFF2-40B4-BE49-F238E27FC236}">
                  <a16:creationId xmlns:a16="http://schemas.microsoft.com/office/drawing/2014/main" id="{66C9AA5E-FE10-468C-9443-D4ACA1B3D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2576"/>
              <a:ext cx="10" cy="4"/>
            </a:xfrm>
            <a:custGeom>
              <a:avLst/>
              <a:gdLst>
                <a:gd name="T0" fmla="*/ 0 w 6"/>
                <a:gd name="T1" fmla="*/ 0 h 2"/>
                <a:gd name="T2" fmla="*/ 28 w 6"/>
                <a:gd name="T3" fmla="*/ 16 h 2"/>
                <a:gd name="T4" fmla="*/ 0 w 6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2"/>
                    <a:pt x="6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C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6" name="Freeform 1188">
              <a:extLst>
                <a:ext uri="{FF2B5EF4-FFF2-40B4-BE49-F238E27FC236}">
                  <a16:creationId xmlns:a16="http://schemas.microsoft.com/office/drawing/2014/main" id="{AF809085-DFB0-4973-92F5-AC24BCD4A5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5" y="2468"/>
              <a:ext cx="766" cy="706"/>
            </a:xfrm>
            <a:custGeom>
              <a:avLst/>
              <a:gdLst>
                <a:gd name="T0" fmla="*/ 2069 w 462"/>
                <a:gd name="T1" fmla="*/ 964 h 399"/>
                <a:gd name="T2" fmla="*/ 1942 w 462"/>
                <a:gd name="T3" fmla="*/ 373 h 399"/>
                <a:gd name="T4" fmla="*/ 1809 w 462"/>
                <a:gd name="T5" fmla="*/ 85 h 399"/>
                <a:gd name="T6" fmla="*/ 1691 w 462"/>
                <a:gd name="T7" fmla="*/ 172 h 399"/>
                <a:gd name="T8" fmla="*/ 1496 w 462"/>
                <a:gd name="T9" fmla="*/ 110 h 399"/>
                <a:gd name="T10" fmla="*/ 1350 w 462"/>
                <a:gd name="T11" fmla="*/ 60 h 399"/>
                <a:gd name="T12" fmla="*/ 1094 w 462"/>
                <a:gd name="T13" fmla="*/ 0 h 399"/>
                <a:gd name="T14" fmla="*/ 861 w 462"/>
                <a:gd name="T15" fmla="*/ 21 h 399"/>
                <a:gd name="T16" fmla="*/ 720 w 462"/>
                <a:gd name="T17" fmla="*/ 60 h 399"/>
                <a:gd name="T18" fmla="*/ 514 w 462"/>
                <a:gd name="T19" fmla="*/ 115 h 399"/>
                <a:gd name="T20" fmla="*/ 285 w 462"/>
                <a:gd name="T21" fmla="*/ 60 h 399"/>
                <a:gd name="T22" fmla="*/ 201 w 462"/>
                <a:gd name="T23" fmla="*/ 260 h 399"/>
                <a:gd name="T24" fmla="*/ 104 w 462"/>
                <a:gd name="T25" fmla="*/ 460 h 399"/>
                <a:gd name="T26" fmla="*/ 13 w 462"/>
                <a:gd name="T27" fmla="*/ 948 h 399"/>
                <a:gd name="T28" fmla="*/ 50 w 462"/>
                <a:gd name="T29" fmla="*/ 1136 h 399"/>
                <a:gd name="T30" fmla="*/ 109 w 462"/>
                <a:gd name="T31" fmla="*/ 1347 h 399"/>
                <a:gd name="T32" fmla="*/ 285 w 462"/>
                <a:gd name="T33" fmla="*/ 1757 h 399"/>
                <a:gd name="T34" fmla="*/ 567 w 462"/>
                <a:gd name="T35" fmla="*/ 2007 h 399"/>
                <a:gd name="T36" fmla="*/ 1006 w 462"/>
                <a:gd name="T37" fmla="*/ 2153 h 399"/>
                <a:gd name="T38" fmla="*/ 1144 w 462"/>
                <a:gd name="T39" fmla="*/ 2111 h 399"/>
                <a:gd name="T40" fmla="*/ 1295 w 462"/>
                <a:gd name="T41" fmla="*/ 2123 h 399"/>
                <a:gd name="T42" fmla="*/ 1578 w 462"/>
                <a:gd name="T43" fmla="*/ 1961 h 399"/>
                <a:gd name="T44" fmla="*/ 1820 w 462"/>
                <a:gd name="T45" fmla="*/ 1734 h 399"/>
                <a:gd name="T46" fmla="*/ 2038 w 462"/>
                <a:gd name="T47" fmla="*/ 1152 h 399"/>
                <a:gd name="T48" fmla="*/ 2069 w 462"/>
                <a:gd name="T49" fmla="*/ 964 h 399"/>
                <a:gd name="T50" fmla="*/ 1885 w 462"/>
                <a:gd name="T51" fmla="*/ 1209 h 399"/>
                <a:gd name="T52" fmla="*/ 1622 w 462"/>
                <a:gd name="T53" fmla="*/ 1623 h 399"/>
                <a:gd name="T54" fmla="*/ 1248 w 462"/>
                <a:gd name="T55" fmla="*/ 1706 h 399"/>
                <a:gd name="T56" fmla="*/ 885 w 462"/>
                <a:gd name="T57" fmla="*/ 1750 h 399"/>
                <a:gd name="T58" fmla="*/ 451 w 462"/>
                <a:gd name="T59" fmla="*/ 1431 h 399"/>
                <a:gd name="T60" fmla="*/ 247 w 462"/>
                <a:gd name="T61" fmla="*/ 957 h 399"/>
                <a:gd name="T62" fmla="*/ 438 w 462"/>
                <a:gd name="T63" fmla="*/ 683 h 399"/>
                <a:gd name="T64" fmla="*/ 610 w 462"/>
                <a:gd name="T65" fmla="*/ 373 h 399"/>
                <a:gd name="T66" fmla="*/ 899 w 462"/>
                <a:gd name="T67" fmla="*/ 345 h 399"/>
                <a:gd name="T68" fmla="*/ 1006 w 462"/>
                <a:gd name="T69" fmla="*/ 281 h 399"/>
                <a:gd name="T70" fmla="*/ 1217 w 462"/>
                <a:gd name="T71" fmla="*/ 288 h 399"/>
                <a:gd name="T72" fmla="*/ 1408 w 462"/>
                <a:gd name="T73" fmla="*/ 467 h 399"/>
                <a:gd name="T74" fmla="*/ 1622 w 462"/>
                <a:gd name="T75" fmla="*/ 541 h 399"/>
                <a:gd name="T76" fmla="*/ 1885 w 462"/>
                <a:gd name="T77" fmla="*/ 1209 h 39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62" h="399">
                  <a:moveTo>
                    <a:pt x="454" y="174"/>
                  </a:moveTo>
                  <a:cubicBezTo>
                    <a:pt x="462" y="101"/>
                    <a:pt x="426" y="67"/>
                    <a:pt x="426" y="67"/>
                  </a:cubicBezTo>
                  <a:cubicBezTo>
                    <a:pt x="430" y="41"/>
                    <a:pt x="397" y="15"/>
                    <a:pt x="397" y="15"/>
                  </a:cubicBezTo>
                  <a:cubicBezTo>
                    <a:pt x="412" y="39"/>
                    <a:pt x="371" y="31"/>
                    <a:pt x="371" y="31"/>
                  </a:cubicBezTo>
                  <a:cubicBezTo>
                    <a:pt x="354" y="48"/>
                    <a:pt x="328" y="20"/>
                    <a:pt x="328" y="20"/>
                  </a:cubicBezTo>
                  <a:cubicBezTo>
                    <a:pt x="311" y="29"/>
                    <a:pt x="296" y="11"/>
                    <a:pt x="296" y="11"/>
                  </a:cubicBezTo>
                  <a:cubicBezTo>
                    <a:pt x="268" y="21"/>
                    <a:pt x="240" y="0"/>
                    <a:pt x="240" y="0"/>
                  </a:cubicBezTo>
                  <a:cubicBezTo>
                    <a:pt x="230" y="18"/>
                    <a:pt x="189" y="4"/>
                    <a:pt x="189" y="4"/>
                  </a:cubicBezTo>
                  <a:cubicBezTo>
                    <a:pt x="182" y="21"/>
                    <a:pt x="158" y="11"/>
                    <a:pt x="158" y="11"/>
                  </a:cubicBezTo>
                  <a:cubicBezTo>
                    <a:pt x="146" y="29"/>
                    <a:pt x="113" y="21"/>
                    <a:pt x="113" y="21"/>
                  </a:cubicBezTo>
                  <a:cubicBezTo>
                    <a:pt x="57" y="52"/>
                    <a:pt x="63" y="11"/>
                    <a:pt x="63" y="11"/>
                  </a:cubicBezTo>
                  <a:cubicBezTo>
                    <a:pt x="52" y="21"/>
                    <a:pt x="44" y="47"/>
                    <a:pt x="44" y="47"/>
                  </a:cubicBezTo>
                  <a:cubicBezTo>
                    <a:pt x="28" y="40"/>
                    <a:pt x="23" y="83"/>
                    <a:pt x="23" y="83"/>
                  </a:cubicBezTo>
                  <a:cubicBezTo>
                    <a:pt x="2" y="87"/>
                    <a:pt x="3" y="171"/>
                    <a:pt x="3" y="171"/>
                  </a:cubicBezTo>
                  <a:cubicBezTo>
                    <a:pt x="0" y="177"/>
                    <a:pt x="11" y="205"/>
                    <a:pt x="11" y="205"/>
                  </a:cubicBezTo>
                  <a:cubicBezTo>
                    <a:pt x="0" y="217"/>
                    <a:pt x="24" y="243"/>
                    <a:pt x="24" y="243"/>
                  </a:cubicBezTo>
                  <a:cubicBezTo>
                    <a:pt x="8" y="251"/>
                    <a:pt x="63" y="317"/>
                    <a:pt x="63" y="317"/>
                  </a:cubicBezTo>
                  <a:cubicBezTo>
                    <a:pt x="63" y="317"/>
                    <a:pt x="107" y="363"/>
                    <a:pt x="124" y="362"/>
                  </a:cubicBezTo>
                  <a:cubicBezTo>
                    <a:pt x="124" y="362"/>
                    <a:pt x="194" y="399"/>
                    <a:pt x="221" y="389"/>
                  </a:cubicBezTo>
                  <a:cubicBezTo>
                    <a:pt x="221" y="389"/>
                    <a:pt x="247" y="397"/>
                    <a:pt x="251" y="381"/>
                  </a:cubicBezTo>
                  <a:cubicBezTo>
                    <a:pt x="251" y="381"/>
                    <a:pt x="274" y="395"/>
                    <a:pt x="284" y="383"/>
                  </a:cubicBezTo>
                  <a:cubicBezTo>
                    <a:pt x="284" y="383"/>
                    <a:pt x="340" y="372"/>
                    <a:pt x="346" y="354"/>
                  </a:cubicBezTo>
                  <a:cubicBezTo>
                    <a:pt x="346" y="354"/>
                    <a:pt x="387" y="340"/>
                    <a:pt x="399" y="313"/>
                  </a:cubicBezTo>
                  <a:cubicBezTo>
                    <a:pt x="446" y="266"/>
                    <a:pt x="447" y="208"/>
                    <a:pt x="447" y="208"/>
                  </a:cubicBezTo>
                  <a:cubicBezTo>
                    <a:pt x="462" y="189"/>
                    <a:pt x="454" y="174"/>
                    <a:pt x="454" y="174"/>
                  </a:cubicBezTo>
                  <a:close/>
                  <a:moveTo>
                    <a:pt x="414" y="218"/>
                  </a:moveTo>
                  <a:cubicBezTo>
                    <a:pt x="405" y="249"/>
                    <a:pt x="382" y="276"/>
                    <a:pt x="356" y="293"/>
                  </a:cubicBezTo>
                  <a:cubicBezTo>
                    <a:pt x="327" y="312"/>
                    <a:pt x="306" y="309"/>
                    <a:pt x="274" y="308"/>
                  </a:cubicBezTo>
                  <a:cubicBezTo>
                    <a:pt x="246" y="308"/>
                    <a:pt x="222" y="320"/>
                    <a:pt x="194" y="316"/>
                  </a:cubicBezTo>
                  <a:cubicBezTo>
                    <a:pt x="151" y="310"/>
                    <a:pt x="127" y="288"/>
                    <a:pt x="99" y="258"/>
                  </a:cubicBezTo>
                  <a:cubicBezTo>
                    <a:pt x="78" y="236"/>
                    <a:pt x="57" y="205"/>
                    <a:pt x="54" y="173"/>
                  </a:cubicBezTo>
                  <a:cubicBezTo>
                    <a:pt x="52" y="142"/>
                    <a:pt x="77" y="141"/>
                    <a:pt x="96" y="123"/>
                  </a:cubicBezTo>
                  <a:cubicBezTo>
                    <a:pt x="113" y="107"/>
                    <a:pt x="114" y="82"/>
                    <a:pt x="134" y="67"/>
                  </a:cubicBezTo>
                  <a:cubicBezTo>
                    <a:pt x="148" y="56"/>
                    <a:pt x="173" y="58"/>
                    <a:pt x="197" y="62"/>
                  </a:cubicBezTo>
                  <a:cubicBezTo>
                    <a:pt x="206" y="60"/>
                    <a:pt x="214" y="54"/>
                    <a:pt x="221" y="51"/>
                  </a:cubicBezTo>
                  <a:cubicBezTo>
                    <a:pt x="236" y="46"/>
                    <a:pt x="251" y="45"/>
                    <a:pt x="267" y="52"/>
                  </a:cubicBezTo>
                  <a:cubicBezTo>
                    <a:pt x="283" y="60"/>
                    <a:pt x="295" y="73"/>
                    <a:pt x="309" y="84"/>
                  </a:cubicBezTo>
                  <a:cubicBezTo>
                    <a:pt x="325" y="95"/>
                    <a:pt x="339" y="95"/>
                    <a:pt x="356" y="98"/>
                  </a:cubicBezTo>
                  <a:cubicBezTo>
                    <a:pt x="407" y="109"/>
                    <a:pt x="426" y="174"/>
                    <a:pt x="414" y="218"/>
                  </a:cubicBezTo>
                  <a:close/>
                </a:path>
              </a:pathLst>
            </a:custGeom>
            <a:solidFill>
              <a:srgbClr val="F4C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7" name="Freeform 1189">
              <a:extLst>
                <a:ext uri="{FF2B5EF4-FFF2-40B4-BE49-F238E27FC236}">
                  <a16:creationId xmlns:a16="http://schemas.microsoft.com/office/drawing/2014/main" id="{80F83A9F-4B55-4C06-900C-131F18856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590"/>
              <a:ext cx="204" cy="264"/>
            </a:xfrm>
            <a:custGeom>
              <a:avLst/>
              <a:gdLst>
                <a:gd name="T0" fmla="*/ 396 w 123"/>
                <a:gd name="T1" fmla="*/ 89 h 149"/>
                <a:gd name="T2" fmla="*/ 279 w 123"/>
                <a:gd name="T3" fmla="*/ 229 h 149"/>
                <a:gd name="T4" fmla="*/ 154 w 123"/>
                <a:gd name="T5" fmla="*/ 351 h 149"/>
                <a:gd name="T6" fmla="*/ 41 w 123"/>
                <a:gd name="T7" fmla="*/ 468 h 149"/>
                <a:gd name="T8" fmla="*/ 100 w 123"/>
                <a:gd name="T9" fmla="*/ 749 h 149"/>
                <a:gd name="T10" fmla="*/ 327 w 123"/>
                <a:gd name="T11" fmla="*/ 622 h 149"/>
                <a:gd name="T12" fmla="*/ 514 w 123"/>
                <a:gd name="T13" fmla="*/ 411 h 149"/>
                <a:gd name="T14" fmla="*/ 542 w 123"/>
                <a:gd name="T15" fmla="*/ 172 h 149"/>
                <a:gd name="T16" fmla="*/ 393 w 123"/>
                <a:gd name="T17" fmla="*/ 78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149">
                  <a:moveTo>
                    <a:pt x="87" y="16"/>
                  </a:moveTo>
                  <a:cubicBezTo>
                    <a:pt x="80" y="0"/>
                    <a:pt x="66" y="36"/>
                    <a:pt x="61" y="41"/>
                  </a:cubicBezTo>
                  <a:cubicBezTo>
                    <a:pt x="52" y="49"/>
                    <a:pt x="45" y="58"/>
                    <a:pt x="34" y="63"/>
                  </a:cubicBezTo>
                  <a:cubicBezTo>
                    <a:pt x="24" y="69"/>
                    <a:pt x="15" y="73"/>
                    <a:pt x="9" y="84"/>
                  </a:cubicBezTo>
                  <a:cubicBezTo>
                    <a:pt x="0" y="102"/>
                    <a:pt x="2" y="125"/>
                    <a:pt x="22" y="135"/>
                  </a:cubicBezTo>
                  <a:cubicBezTo>
                    <a:pt x="48" y="149"/>
                    <a:pt x="52" y="123"/>
                    <a:pt x="72" y="112"/>
                  </a:cubicBezTo>
                  <a:cubicBezTo>
                    <a:pt x="90" y="102"/>
                    <a:pt x="104" y="96"/>
                    <a:pt x="113" y="74"/>
                  </a:cubicBezTo>
                  <a:cubicBezTo>
                    <a:pt x="118" y="62"/>
                    <a:pt x="123" y="44"/>
                    <a:pt x="119" y="31"/>
                  </a:cubicBezTo>
                  <a:cubicBezTo>
                    <a:pt x="114" y="17"/>
                    <a:pt x="99" y="14"/>
                    <a:pt x="86" y="14"/>
                  </a:cubicBezTo>
                </a:path>
              </a:pathLst>
            </a:custGeom>
            <a:solidFill>
              <a:srgbClr val="F5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8" name="Freeform 1190">
              <a:extLst>
                <a:ext uri="{FF2B5EF4-FFF2-40B4-BE49-F238E27FC236}">
                  <a16:creationId xmlns:a16="http://schemas.microsoft.com/office/drawing/2014/main" id="{E607EAB5-D072-49B7-A0FE-6EE786194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548"/>
              <a:ext cx="121" cy="94"/>
            </a:xfrm>
            <a:custGeom>
              <a:avLst/>
              <a:gdLst>
                <a:gd name="T0" fmla="*/ 333 w 73"/>
                <a:gd name="T1" fmla="*/ 16 h 53"/>
                <a:gd name="T2" fmla="*/ 146 w 73"/>
                <a:gd name="T3" fmla="*/ 37 h 53"/>
                <a:gd name="T4" fmla="*/ 0 w 73"/>
                <a:gd name="T5" fmla="*/ 296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3">
                  <a:moveTo>
                    <a:pt x="73" y="3"/>
                  </a:moveTo>
                  <a:cubicBezTo>
                    <a:pt x="59" y="1"/>
                    <a:pt x="46" y="0"/>
                    <a:pt x="32" y="7"/>
                  </a:cubicBezTo>
                  <a:cubicBezTo>
                    <a:pt x="17" y="16"/>
                    <a:pt x="7" y="37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9" name="Freeform 1191">
              <a:extLst>
                <a:ext uri="{FF2B5EF4-FFF2-40B4-BE49-F238E27FC236}">
                  <a16:creationId xmlns:a16="http://schemas.microsoft.com/office/drawing/2014/main" id="{E557BE60-2463-4C5A-981F-1D714E0C8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573"/>
              <a:ext cx="122" cy="70"/>
            </a:xfrm>
            <a:custGeom>
              <a:avLst/>
              <a:gdLst>
                <a:gd name="T0" fmla="*/ 0 w 74"/>
                <a:gd name="T1" fmla="*/ 215 h 40"/>
                <a:gd name="T2" fmla="*/ 214 w 74"/>
                <a:gd name="T3" fmla="*/ 33 h 40"/>
                <a:gd name="T4" fmla="*/ 331 w 74"/>
                <a:gd name="T5" fmla="*/ 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40">
                  <a:moveTo>
                    <a:pt x="0" y="40"/>
                  </a:moveTo>
                  <a:cubicBezTo>
                    <a:pt x="9" y="23"/>
                    <a:pt x="31" y="13"/>
                    <a:pt x="48" y="6"/>
                  </a:cubicBezTo>
                  <a:cubicBezTo>
                    <a:pt x="58" y="1"/>
                    <a:pt x="64" y="0"/>
                    <a:pt x="74" y="1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60" name="Freeform 1192">
              <a:extLst>
                <a:ext uri="{FF2B5EF4-FFF2-40B4-BE49-F238E27FC236}">
                  <a16:creationId xmlns:a16="http://schemas.microsoft.com/office/drawing/2014/main" id="{F8D29EA4-AF04-4588-BD98-6E9BEA63A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995"/>
              <a:ext cx="189" cy="73"/>
            </a:xfrm>
            <a:custGeom>
              <a:avLst/>
              <a:gdLst>
                <a:gd name="T0" fmla="*/ 0 w 114"/>
                <a:gd name="T1" fmla="*/ 0 h 41"/>
                <a:gd name="T2" fmla="*/ 269 w 114"/>
                <a:gd name="T3" fmla="*/ 210 h 41"/>
                <a:gd name="T4" fmla="*/ 459 w 114"/>
                <a:gd name="T5" fmla="*/ 224 h 41"/>
                <a:gd name="T6" fmla="*/ 519 w 114"/>
                <a:gd name="T7" fmla="*/ 21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41">
                  <a:moveTo>
                    <a:pt x="0" y="0"/>
                  </a:moveTo>
                  <a:cubicBezTo>
                    <a:pt x="12" y="18"/>
                    <a:pt x="39" y="32"/>
                    <a:pt x="59" y="37"/>
                  </a:cubicBezTo>
                  <a:cubicBezTo>
                    <a:pt x="73" y="41"/>
                    <a:pt x="87" y="41"/>
                    <a:pt x="101" y="40"/>
                  </a:cubicBezTo>
                  <a:cubicBezTo>
                    <a:pt x="105" y="39"/>
                    <a:pt x="110" y="39"/>
                    <a:pt x="114" y="37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61" name="Freeform 1193">
              <a:extLst>
                <a:ext uri="{FF2B5EF4-FFF2-40B4-BE49-F238E27FC236}">
                  <a16:creationId xmlns:a16="http://schemas.microsoft.com/office/drawing/2014/main" id="{B94CA36A-11F0-4836-A9FE-8C6C5CEFF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965"/>
              <a:ext cx="149" cy="80"/>
            </a:xfrm>
            <a:custGeom>
              <a:avLst/>
              <a:gdLst>
                <a:gd name="T0" fmla="*/ 0 w 90"/>
                <a:gd name="T1" fmla="*/ 0 h 45"/>
                <a:gd name="T2" fmla="*/ 290 w 90"/>
                <a:gd name="T3" fmla="*/ 236 h 45"/>
                <a:gd name="T4" fmla="*/ 409 w 90"/>
                <a:gd name="T5" fmla="*/ 25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45">
                  <a:moveTo>
                    <a:pt x="0" y="0"/>
                  </a:moveTo>
                  <a:cubicBezTo>
                    <a:pt x="16" y="25"/>
                    <a:pt x="36" y="37"/>
                    <a:pt x="64" y="42"/>
                  </a:cubicBezTo>
                  <a:cubicBezTo>
                    <a:pt x="73" y="43"/>
                    <a:pt x="82" y="43"/>
                    <a:pt x="90" y="45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62" name="Freeform 1194">
              <a:extLst>
                <a:ext uri="{FF2B5EF4-FFF2-40B4-BE49-F238E27FC236}">
                  <a16:creationId xmlns:a16="http://schemas.microsoft.com/office/drawing/2014/main" id="{44A9BF4F-F22F-439A-8797-C75CE9A92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611"/>
              <a:ext cx="169" cy="128"/>
            </a:xfrm>
            <a:custGeom>
              <a:avLst/>
              <a:gdLst>
                <a:gd name="T0" fmla="*/ 0 w 102"/>
                <a:gd name="T1" fmla="*/ 7 h 72"/>
                <a:gd name="T2" fmla="*/ 258 w 102"/>
                <a:gd name="T3" fmla="*/ 107 h 72"/>
                <a:gd name="T4" fmla="*/ 365 w 102"/>
                <a:gd name="T5" fmla="*/ 240 h 72"/>
                <a:gd name="T6" fmla="*/ 459 w 102"/>
                <a:gd name="T7" fmla="*/ 405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72">
                  <a:moveTo>
                    <a:pt x="0" y="1"/>
                  </a:moveTo>
                  <a:cubicBezTo>
                    <a:pt x="16" y="0"/>
                    <a:pt x="42" y="8"/>
                    <a:pt x="57" y="19"/>
                  </a:cubicBezTo>
                  <a:cubicBezTo>
                    <a:pt x="66" y="25"/>
                    <a:pt x="73" y="34"/>
                    <a:pt x="80" y="43"/>
                  </a:cubicBezTo>
                  <a:cubicBezTo>
                    <a:pt x="84" y="49"/>
                    <a:pt x="102" y="68"/>
                    <a:pt x="101" y="72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63" name="Freeform 1195">
              <a:extLst>
                <a:ext uri="{FF2B5EF4-FFF2-40B4-BE49-F238E27FC236}">
                  <a16:creationId xmlns:a16="http://schemas.microsoft.com/office/drawing/2014/main" id="{8BCFABFB-376D-4DDF-830E-6A50D1ABA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548"/>
              <a:ext cx="101" cy="111"/>
            </a:xfrm>
            <a:custGeom>
              <a:avLst/>
              <a:gdLst>
                <a:gd name="T0" fmla="*/ 0 w 61"/>
                <a:gd name="T1" fmla="*/ 0 h 63"/>
                <a:gd name="T2" fmla="*/ 277 w 61"/>
                <a:gd name="T3" fmla="*/ 34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63">
                  <a:moveTo>
                    <a:pt x="0" y="0"/>
                  </a:moveTo>
                  <a:cubicBezTo>
                    <a:pt x="30" y="3"/>
                    <a:pt x="51" y="38"/>
                    <a:pt x="61" y="63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64" name="Freeform 1196">
              <a:extLst>
                <a:ext uri="{FF2B5EF4-FFF2-40B4-BE49-F238E27FC236}">
                  <a16:creationId xmlns:a16="http://schemas.microsoft.com/office/drawing/2014/main" id="{543529A1-0E13-450A-BBD8-E762CAB4A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680"/>
              <a:ext cx="129" cy="153"/>
            </a:xfrm>
            <a:custGeom>
              <a:avLst/>
              <a:gdLst>
                <a:gd name="T0" fmla="*/ 0 w 78"/>
                <a:gd name="T1" fmla="*/ 0 h 86"/>
                <a:gd name="T2" fmla="*/ 117 w 78"/>
                <a:gd name="T3" fmla="*/ 21 h 86"/>
                <a:gd name="T4" fmla="*/ 271 w 78"/>
                <a:gd name="T5" fmla="*/ 174 h 86"/>
                <a:gd name="T6" fmla="*/ 352 w 78"/>
                <a:gd name="T7" fmla="*/ 484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86">
                  <a:moveTo>
                    <a:pt x="0" y="0"/>
                  </a:moveTo>
                  <a:cubicBezTo>
                    <a:pt x="9" y="1"/>
                    <a:pt x="17" y="0"/>
                    <a:pt x="26" y="4"/>
                  </a:cubicBezTo>
                  <a:cubicBezTo>
                    <a:pt x="38" y="9"/>
                    <a:pt x="51" y="21"/>
                    <a:pt x="60" y="31"/>
                  </a:cubicBezTo>
                  <a:cubicBezTo>
                    <a:pt x="74" y="47"/>
                    <a:pt x="78" y="68"/>
                    <a:pt x="78" y="86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65" name="Freeform 1197">
              <a:extLst>
                <a:ext uri="{FF2B5EF4-FFF2-40B4-BE49-F238E27FC236}">
                  <a16:creationId xmlns:a16="http://schemas.microsoft.com/office/drawing/2014/main" id="{6C1CA634-12F7-487E-9388-554A491E2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710"/>
              <a:ext cx="146" cy="87"/>
            </a:xfrm>
            <a:custGeom>
              <a:avLst/>
              <a:gdLst>
                <a:gd name="T0" fmla="*/ 402 w 88"/>
                <a:gd name="T1" fmla="*/ 273 h 49"/>
                <a:gd name="T2" fmla="*/ 151 w 88"/>
                <a:gd name="T3" fmla="*/ 37 h 49"/>
                <a:gd name="T4" fmla="*/ 0 w 88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9">
                  <a:moveTo>
                    <a:pt x="88" y="49"/>
                  </a:moveTo>
                  <a:cubicBezTo>
                    <a:pt x="83" y="27"/>
                    <a:pt x="51" y="14"/>
                    <a:pt x="33" y="7"/>
                  </a:cubicBezTo>
                  <a:cubicBezTo>
                    <a:pt x="21" y="2"/>
                    <a:pt x="13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66" name="Freeform 1198">
              <a:extLst>
                <a:ext uri="{FF2B5EF4-FFF2-40B4-BE49-F238E27FC236}">
                  <a16:creationId xmlns:a16="http://schemas.microsoft.com/office/drawing/2014/main" id="{8E0F18C7-7A1E-49D3-9E4E-B9862590C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838"/>
              <a:ext cx="174" cy="71"/>
            </a:xfrm>
            <a:custGeom>
              <a:avLst/>
              <a:gdLst>
                <a:gd name="T0" fmla="*/ 0 w 105"/>
                <a:gd name="T1" fmla="*/ 0 h 40"/>
                <a:gd name="T2" fmla="*/ 237 w 105"/>
                <a:gd name="T3" fmla="*/ 211 h 40"/>
                <a:gd name="T4" fmla="*/ 351 w 105"/>
                <a:gd name="T5" fmla="*/ 217 h 40"/>
                <a:gd name="T6" fmla="*/ 477 w 105"/>
                <a:gd name="T7" fmla="*/ 20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40">
                  <a:moveTo>
                    <a:pt x="0" y="0"/>
                  </a:moveTo>
                  <a:cubicBezTo>
                    <a:pt x="17" y="16"/>
                    <a:pt x="29" y="33"/>
                    <a:pt x="52" y="38"/>
                  </a:cubicBezTo>
                  <a:cubicBezTo>
                    <a:pt x="61" y="40"/>
                    <a:pt x="68" y="40"/>
                    <a:pt x="77" y="39"/>
                  </a:cubicBezTo>
                  <a:cubicBezTo>
                    <a:pt x="87" y="39"/>
                    <a:pt x="95" y="38"/>
                    <a:pt x="105" y="37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67" name="Freeform 1199">
              <a:extLst>
                <a:ext uri="{FF2B5EF4-FFF2-40B4-BE49-F238E27FC236}">
                  <a16:creationId xmlns:a16="http://schemas.microsoft.com/office/drawing/2014/main" id="{487A0E01-E24B-4C3F-B3AB-DACA6CE17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907"/>
              <a:ext cx="150" cy="69"/>
            </a:xfrm>
            <a:custGeom>
              <a:avLst/>
              <a:gdLst>
                <a:gd name="T0" fmla="*/ 417 w 90"/>
                <a:gd name="T1" fmla="*/ 150 h 39"/>
                <a:gd name="T2" fmla="*/ 97 w 90"/>
                <a:gd name="T3" fmla="*/ 110 h 39"/>
                <a:gd name="T4" fmla="*/ 0 w 9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39">
                  <a:moveTo>
                    <a:pt x="90" y="27"/>
                  </a:moveTo>
                  <a:cubicBezTo>
                    <a:pt x="73" y="39"/>
                    <a:pt x="38" y="29"/>
                    <a:pt x="21" y="20"/>
                  </a:cubicBezTo>
                  <a:cubicBezTo>
                    <a:pt x="11" y="15"/>
                    <a:pt x="5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68" name="Freeform 1200">
              <a:extLst>
                <a:ext uri="{FF2B5EF4-FFF2-40B4-BE49-F238E27FC236}">
                  <a16:creationId xmlns:a16="http://schemas.microsoft.com/office/drawing/2014/main" id="{7814E858-1ACE-4CD6-BA14-61870E0DB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599"/>
              <a:ext cx="38" cy="32"/>
            </a:xfrm>
            <a:custGeom>
              <a:avLst/>
              <a:gdLst>
                <a:gd name="T0" fmla="*/ 0 w 23"/>
                <a:gd name="T1" fmla="*/ 37 h 18"/>
                <a:gd name="T2" fmla="*/ 96 w 23"/>
                <a:gd name="T3" fmla="*/ 101 h 18"/>
                <a:gd name="T4" fmla="*/ 84 w 2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7"/>
                  </a:moveTo>
                  <a:cubicBezTo>
                    <a:pt x="7" y="8"/>
                    <a:pt x="13" y="17"/>
                    <a:pt x="21" y="18"/>
                  </a:cubicBezTo>
                  <a:cubicBezTo>
                    <a:pt x="23" y="13"/>
                    <a:pt x="22" y="4"/>
                    <a:pt x="19" y="0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69" name="Freeform 1201">
              <a:extLst>
                <a:ext uri="{FF2B5EF4-FFF2-40B4-BE49-F238E27FC236}">
                  <a16:creationId xmlns:a16="http://schemas.microsoft.com/office/drawing/2014/main" id="{14AFA20D-3E12-42A6-BBED-23047F92D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532"/>
              <a:ext cx="29" cy="30"/>
            </a:xfrm>
            <a:custGeom>
              <a:avLst/>
              <a:gdLst>
                <a:gd name="T0" fmla="*/ 0 w 17"/>
                <a:gd name="T1" fmla="*/ 94 h 17"/>
                <a:gd name="T2" fmla="*/ 65 w 17"/>
                <a:gd name="T3" fmla="*/ 12 h 17"/>
                <a:gd name="T4" fmla="*/ 75 w 17"/>
                <a:gd name="T5" fmla="*/ 9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1" y="14"/>
                    <a:pt x="7" y="0"/>
                    <a:pt x="13" y="2"/>
                  </a:cubicBezTo>
                  <a:cubicBezTo>
                    <a:pt x="17" y="3"/>
                    <a:pt x="15" y="17"/>
                    <a:pt x="15" y="17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70" name="Freeform 1202">
              <a:extLst>
                <a:ext uri="{FF2B5EF4-FFF2-40B4-BE49-F238E27FC236}">
                  <a16:creationId xmlns:a16="http://schemas.microsoft.com/office/drawing/2014/main" id="{464FFF93-B1CC-4A93-ACB1-793F07260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539"/>
              <a:ext cx="53" cy="41"/>
            </a:xfrm>
            <a:custGeom>
              <a:avLst/>
              <a:gdLst>
                <a:gd name="T0" fmla="*/ 0 w 32"/>
                <a:gd name="T1" fmla="*/ 86 h 23"/>
                <a:gd name="T2" fmla="*/ 109 w 32"/>
                <a:gd name="T3" fmla="*/ 21 h 23"/>
                <a:gd name="T4" fmla="*/ 124 w 32"/>
                <a:gd name="T5" fmla="*/ 1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15"/>
                  </a:moveTo>
                  <a:cubicBezTo>
                    <a:pt x="6" y="14"/>
                    <a:pt x="15" y="0"/>
                    <a:pt x="24" y="4"/>
                  </a:cubicBezTo>
                  <a:cubicBezTo>
                    <a:pt x="32" y="7"/>
                    <a:pt x="29" y="17"/>
                    <a:pt x="27" y="23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71" name="Freeform 1203">
              <a:extLst>
                <a:ext uri="{FF2B5EF4-FFF2-40B4-BE49-F238E27FC236}">
                  <a16:creationId xmlns:a16="http://schemas.microsoft.com/office/drawing/2014/main" id="{8233D578-6873-4BCB-80C1-43E109E6B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2700"/>
              <a:ext cx="33" cy="39"/>
            </a:xfrm>
            <a:custGeom>
              <a:avLst/>
              <a:gdLst>
                <a:gd name="T0" fmla="*/ 0 w 20"/>
                <a:gd name="T1" fmla="*/ 7 h 22"/>
                <a:gd name="T2" fmla="*/ 89 w 20"/>
                <a:gd name="T3" fmla="*/ 7 h 22"/>
                <a:gd name="T4" fmla="*/ 58 w 20"/>
                <a:gd name="T5" fmla="*/ 12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1"/>
                  </a:moveTo>
                  <a:cubicBezTo>
                    <a:pt x="5" y="5"/>
                    <a:pt x="14" y="0"/>
                    <a:pt x="20" y="1"/>
                  </a:cubicBezTo>
                  <a:cubicBezTo>
                    <a:pt x="20" y="8"/>
                    <a:pt x="15" y="15"/>
                    <a:pt x="13" y="22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72" name="Freeform 1204">
              <a:extLst>
                <a:ext uri="{FF2B5EF4-FFF2-40B4-BE49-F238E27FC236}">
                  <a16:creationId xmlns:a16="http://schemas.microsoft.com/office/drawing/2014/main" id="{7B91FBE4-EF63-4F3E-9D3C-1453F0831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965"/>
              <a:ext cx="37" cy="58"/>
            </a:xfrm>
            <a:custGeom>
              <a:avLst/>
              <a:gdLst>
                <a:gd name="T0" fmla="*/ 49 w 22"/>
                <a:gd name="T1" fmla="*/ 0 h 33"/>
                <a:gd name="T2" fmla="*/ 0 w 22"/>
                <a:gd name="T3" fmla="*/ 56 h 33"/>
                <a:gd name="T4" fmla="*/ 54 w 22"/>
                <a:gd name="T5" fmla="*/ 56 h 33"/>
                <a:gd name="T6" fmla="*/ 62 w 22"/>
                <a:gd name="T7" fmla="*/ 17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3">
                  <a:moveTo>
                    <a:pt x="10" y="0"/>
                  </a:moveTo>
                  <a:cubicBezTo>
                    <a:pt x="5" y="0"/>
                    <a:pt x="0" y="5"/>
                    <a:pt x="0" y="10"/>
                  </a:cubicBezTo>
                  <a:cubicBezTo>
                    <a:pt x="0" y="21"/>
                    <a:pt x="6" y="13"/>
                    <a:pt x="11" y="10"/>
                  </a:cubicBezTo>
                  <a:cubicBezTo>
                    <a:pt x="22" y="5"/>
                    <a:pt x="13" y="26"/>
                    <a:pt x="13" y="33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73" name="Freeform 1205">
              <a:extLst>
                <a:ext uri="{FF2B5EF4-FFF2-40B4-BE49-F238E27FC236}">
                  <a16:creationId xmlns:a16="http://schemas.microsoft.com/office/drawing/2014/main" id="{C96A2AF6-2104-4510-932C-F280C20A5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054"/>
              <a:ext cx="55" cy="40"/>
            </a:xfrm>
            <a:custGeom>
              <a:avLst/>
              <a:gdLst>
                <a:gd name="T0" fmla="*/ 0 w 33"/>
                <a:gd name="T1" fmla="*/ 0 h 23"/>
                <a:gd name="T2" fmla="*/ 50 w 33"/>
                <a:gd name="T3" fmla="*/ 122 h 23"/>
                <a:gd name="T4" fmla="*/ 88 w 33"/>
                <a:gd name="T5" fmla="*/ 9 h 23"/>
                <a:gd name="T6" fmla="*/ 153 w 33"/>
                <a:gd name="T7" fmla="*/ 7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0" y="0"/>
                  </a:moveTo>
                  <a:cubicBezTo>
                    <a:pt x="3" y="8"/>
                    <a:pt x="6" y="16"/>
                    <a:pt x="11" y="23"/>
                  </a:cubicBezTo>
                  <a:cubicBezTo>
                    <a:pt x="12" y="19"/>
                    <a:pt x="14" y="4"/>
                    <a:pt x="19" y="2"/>
                  </a:cubicBezTo>
                  <a:cubicBezTo>
                    <a:pt x="23" y="0"/>
                    <a:pt x="29" y="12"/>
                    <a:pt x="33" y="15"/>
                  </a:cubicBezTo>
                </a:path>
              </a:pathLst>
            </a:custGeom>
            <a:noFill/>
            <a:ln w="9525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74" name="Freeform 1206">
              <a:extLst>
                <a:ext uri="{FF2B5EF4-FFF2-40B4-BE49-F238E27FC236}">
                  <a16:creationId xmlns:a16="http://schemas.microsoft.com/office/drawing/2014/main" id="{B6E7AB76-16A5-4236-BA4A-94A48E13B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836"/>
              <a:ext cx="35" cy="34"/>
            </a:xfrm>
            <a:custGeom>
              <a:avLst/>
              <a:gdLst>
                <a:gd name="T0" fmla="*/ 47 w 21"/>
                <a:gd name="T1" fmla="*/ 0 h 19"/>
                <a:gd name="T2" fmla="*/ 0 w 21"/>
                <a:gd name="T3" fmla="*/ 109 h 19"/>
                <a:gd name="T4" fmla="*/ 97 w 21"/>
                <a:gd name="T5" fmla="*/ 5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0" y="0"/>
                  </a:moveTo>
                  <a:cubicBezTo>
                    <a:pt x="4" y="4"/>
                    <a:pt x="1" y="12"/>
                    <a:pt x="0" y="19"/>
                  </a:cubicBezTo>
                  <a:cubicBezTo>
                    <a:pt x="7" y="18"/>
                    <a:pt x="15" y="11"/>
                    <a:pt x="21" y="9"/>
                  </a:cubicBezTo>
                </a:path>
              </a:pathLst>
            </a:custGeom>
            <a:noFill/>
            <a:ln w="9525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75" name="Freeform 1207">
              <a:extLst>
                <a:ext uri="{FF2B5EF4-FFF2-40B4-BE49-F238E27FC236}">
                  <a16:creationId xmlns:a16="http://schemas.microsoft.com/office/drawing/2014/main" id="{C8CDB7C8-77C1-43BE-BDC2-0F85553A0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666"/>
              <a:ext cx="28" cy="34"/>
            </a:xfrm>
            <a:custGeom>
              <a:avLst/>
              <a:gdLst>
                <a:gd name="T0" fmla="*/ 0 w 17"/>
                <a:gd name="T1" fmla="*/ 97 h 19"/>
                <a:gd name="T2" fmla="*/ 54 w 17"/>
                <a:gd name="T3" fmla="*/ 0 h 19"/>
                <a:gd name="T4" fmla="*/ 76 w 17"/>
                <a:gd name="T5" fmla="*/ 10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17"/>
                  </a:moveTo>
                  <a:cubicBezTo>
                    <a:pt x="3" y="11"/>
                    <a:pt x="7" y="4"/>
                    <a:pt x="12" y="0"/>
                  </a:cubicBezTo>
                  <a:cubicBezTo>
                    <a:pt x="16" y="6"/>
                    <a:pt x="15" y="13"/>
                    <a:pt x="17" y="19"/>
                  </a:cubicBezTo>
                </a:path>
              </a:pathLst>
            </a:custGeom>
            <a:noFill/>
            <a:ln w="9525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76" name="Freeform 1208">
              <a:extLst>
                <a:ext uri="{FF2B5EF4-FFF2-40B4-BE49-F238E27FC236}">
                  <a16:creationId xmlns:a16="http://schemas.microsoft.com/office/drawing/2014/main" id="{21341493-9E9B-4AF1-B01D-DFEE82840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755"/>
              <a:ext cx="33" cy="28"/>
            </a:xfrm>
            <a:custGeom>
              <a:avLst/>
              <a:gdLst>
                <a:gd name="T0" fmla="*/ 41 w 20"/>
                <a:gd name="T1" fmla="*/ 0 h 16"/>
                <a:gd name="T2" fmla="*/ 0 w 20"/>
                <a:gd name="T3" fmla="*/ 77 h 16"/>
                <a:gd name="T4" fmla="*/ 89 w 20"/>
                <a:gd name="T5" fmla="*/ 6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9" y="0"/>
                  </a:moveTo>
                  <a:cubicBezTo>
                    <a:pt x="5" y="4"/>
                    <a:pt x="1" y="9"/>
                    <a:pt x="0" y="14"/>
                  </a:cubicBezTo>
                  <a:cubicBezTo>
                    <a:pt x="6" y="16"/>
                    <a:pt x="14" y="13"/>
                    <a:pt x="20" y="12"/>
                  </a:cubicBezTo>
                </a:path>
              </a:pathLst>
            </a:custGeom>
            <a:noFill/>
            <a:ln w="9525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77" name="Freeform 1209">
              <a:extLst>
                <a:ext uri="{FF2B5EF4-FFF2-40B4-BE49-F238E27FC236}">
                  <a16:creationId xmlns:a16="http://schemas.microsoft.com/office/drawing/2014/main" id="{50C70108-7C7F-4260-9AD8-3A8A34E69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810"/>
              <a:ext cx="30" cy="15"/>
            </a:xfrm>
            <a:custGeom>
              <a:avLst/>
              <a:gdLst>
                <a:gd name="T0" fmla="*/ 0 w 18"/>
                <a:gd name="T1" fmla="*/ 0 h 9"/>
                <a:gd name="T2" fmla="*/ 83 w 18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5" y="5"/>
                    <a:pt x="13" y="5"/>
                    <a:pt x="18" y="9"/>
                  </a:cubicBezTo>
                </a:path>
              </a:pathLst>
            </a:custGeom>
            <a:noFill/>
            <a:ln w="9525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78" name="Freeform 1210">
              <a:extLst>
                <a:ext uri="{FF2B5EF4-FFF2-40B4-BE49-F238E27FC236}">
                  <a16:creationId xmlns:a16="http://schemas.microsoft.com/office/drawing/2014/main" id="{B0B4043F-CC0C-434C-88E2-9D6CD5229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947"/>
              <a:ext cx="8" cy="29"/>
            </a:xfrm>
            <a:custGeom>
              <a:avLst/>
              <a:gdLst>
                <a:gd name="T0" fmla="*/ 0 w 5"/>
                <a:gd name="T1" fmla="*/ 0 h 16"/>
                <a:gd name="T2" fmla="*/ 21 w 5"/>
                <a:gd name="T3" fmla="*/ 9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3" y="5"/>
                    <a:pt x="4" y="10"/>
                    <a:pt x="5" y="16"/>
                  </a:cubicBezTo>
                </a:path>
              </a:pathLst>
            </a:custGeom>
            <a:noFill/>
            <a:ln w="9525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79" name="Freeform 1211">
              <a:extLst>
                <a:ext uri="{FF2B5EF4-FFF2-40B4-BE49-F238E27FC236}">
                  <a16:creationId xmlns:a16="http://schemas.microsoft.com/office/drawing/2014/main" id="{4FAED3D5-B234-4F93-B670-7D91AEA2F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468"/>
              <a:ext cx="766" cy="706"/>
            </a:xfrm>
            <a:custGeom>
              <a:avLst/>
              <a:gdLst>
                <a:gd name="T0" fmla="*/ 2069 w 462"/>
                <a:gd name="T1" fmla="*/ 964 h 399"/>
                <a:gd name="T2" fmla="*/ 2038 w 462"/>
                <a:gd name="T3" fmla="*/ 1152 h 399"/>
                <a:gd name="T4" fmla="*/ 1820 w 462"/>
                <a:gd name="T5" fmla="*/ 1734 h 399"/>
                <a:gd name="T6" fmla="*/ 1578 w 462"/>
                <a:gd name="T7" fmla="*/ 1961 h 399"/>
                <a:gd name="T8" fmla="*/ 1295 w 462"/>
                <a:gd name="T9" fmla="*/ 2123 h 399"/>
                <a:gd name="T10" fmla="*/ 1144 w 462"/>
                <a:gd name="T11" fmla="*/ 2111 h 399"/>
                <a:gd name="T12" fmla="*/ 1006 w 462"/>
                <a:gd name="T13" fmla="*/ 2153 h 399"/>
                <a:gd name="T14" fmla="*/ 567 w 462"/>
                <a:gd name="T15" fmla="*/ 2007 h 399"/>
                <a:gd name="T16" fmla="*/ 285 w 462"/>
                <a:gd name="T17" fmla="*/ 1757 h 399"/>
                <a:gd name="T18" fmla="*/ 109 w 462"/>
                <a:gd name="T19" fmla="*/ 1347 h 399"/>
                <a:gd name="T20" fmla="*/ 50 w 462"/>
                <a:gd name="T21" fmla="*/ 1136 h 399"/>
                <a:gd name="T22" fmla="*/ 13 w 462"/>
                <a:gd name="T23" fmla="*/ 952 h 399"/>
                <a:gd name="T24" fmla="*/ 104 w 462"/>
                <a:gd name="T25" fmla="*/ 460 h 399"/>
                <a:gd name="T26" fmla="*/ 201 w 462"/>
                <a:gd name="T27" fmla="*/ 260 h 399"/>
                <a:gd name="T28" fmla="*/ 285 w 462"/>
                <a:gd name="T29" fmla="*/ 60 h 399"/>
                <a:gd name="T30" fmla="*/ 514 w 462"/>
                <a:gd name="T31" fmla="*/ 115 h 399"/>
                <a:gd name="T32" fmla="*/ 720 w 462"/>
                <a:gd name="T33" fmla="*/ 60 h 399"/>
                <a:gd name="T34" fmla="*/ 861 w 462"/>
                <a:gd name="T35" fmla="*/ 21 h 399"/>
                <a:gd name="T36" fmla="*/ 1094 w 462"/>
                <a:gd name="T37" fmla="*/ 0 h 399"/>
                <a:gd name="T38" fmla="*/ 1350 w 462"/>
                <a:gd name="T39" fmla="*/ 60 h 399"/>
                <a:gd name="T40" fmla="*/ 1496 w 462"/>
                <a:gd name="T41" fmla="*/ 110 h 399"/>
                <a:gd name="T42" fmla="*/ 1691 w 462"/>
                <a:gd name="T43" fmla="*/ 172 h 399"/>
                <a:gd name="T44" fmla="*/ 1809 w 462"/>
                <a:gd name="T45" fmla="*/ 85 h 399"/>
                <a:gd name="T46" fmla="*/ 1942 w 462"/>
                <a:gd name="T47" fmla="*/ 373 h 399"/>
                <a:gd name="T48" fmla="*/ 2069 w 462"/>
                <a:gd name="T49" fmla="*/ 964 h 39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2" h="399">
                  <a:moveTo>
                    <a:pt x="454" y="174"/>
                  </a:moveTo>
                  <a:cubicBezTo>
                    <a:pt x="454" y="174"/>
                    <a:pt x="462" y="189"/>
                    <a:pt x="447" y="208"/>
                  </a:cubicBezTo>
                  <a:cubicBezTo>
                    <a:pt x="447" y="208"/>
                    <a:pt x="446" y="266"/>
                    <a:pt x="399" y="313"/>
                  </a:cubicBezTo>
                  <a:cubicBezTo>
                    <a:pt x="387" y="340"/>
                    <a:pt x="346" y="354"/>
                    <a:pt x="346" y="354"/>
                  </a:cubicBezTo>
                  <a:cubicBezTo>
                    <a:pt x="340" y="372"/>
                    <a:pt x="284" y="383"/>
                    <a:pt x="284" y="383"/>
                  </a:cubicBezTo>
                  <a:cubicBezTo>
                    <a:pt x="274" y="395"/>
                    <a:pt x="251" y="381"/>
                    <a:pt x="251" y="381"/>
                  </a:cubicBezTo>
                  <a:cubicBezTo>
                    <a:pt x="247" y="398"/>
                    <a:pt x="221" y="389"/>
                    <a:pt x="221" y="389"/>
                  </a:cubicBezTo>
                  <a:cubicBezTo>
                    <a:pt x="194" y="399"/>
                    <a:pt x="124" y="362"/>
                    <a:pt x="124" y="362"/>
                  </a:cubicBezTo>
                  <a:cubicBezTo>
                    <a:pt x="107" y="363"/>
                    <a:pt x="63" y="317"/>
                    <a:pt x="63" y="317"/>
                  </a:cubicBezTo>
                  <a:cubicBezTo>
                    <a:pt x="63" y="317"/>
                    <a:pt x="8" y="251"/>
                    <a:pt x="24" y="243"/>
                  </a:cubicBezTo>
                  <a:cubicBezTo>
                    <a:pt x="24" y="243"/>
                    <a:pt x="0" y="217"/>
                    <a:pt x="11" y="205"/>
                  </a:cubicBezTo>
                  <a:cubicBezTo>
                    <a:pt x="11" y="205"/>
                    <a:pt x="0" y="177"/>
                    <a:pt x="3" y="172"/>
                  </a:cubicBezTo>
                  <a:cubicBezTo>
                    <a:pt x="3" y="172"/>
                    <a:pt x="2" y="87"/>
                    <a:pt x="23" y="83"/>
                  </a:cubicBezTo>
                  <a:cubicBezTo>
                    <a:pt x="23" y="83"/>
                    <a:pt x="28" y="40"/>
                    <a:pt x="44" y="47"/>
                  </a:cubicBezTo>
                  <a:cubicBezTo>
                    <a:pt x="44" y="47"/>
                    <a:pt x="52" y="21"/>
                    <a:pt x="63" y="11"/>
                  </a:cubicBezTo>
                  <a:cubicBezTo>
                    <a:pt x="63" y="11"/>
                    <a:pt x="57" y="52"/>
                    <a:pt x="113" y="21"/>
                  </a:cubicBezTo>
                  <a:cubicBezTo>
                    <a:pt x="113" y="21"/>
                    <a:pt x="146" y="30"/>
                    <a:pt x="158" y="11"/>
                  </a:cubicBezTo>
                  <a:cubicBezTo>
                    <a:pt x="158" y="11"/>
                    <a:pt x="182" y="21"/>
                    <a:pt x="189" y="4"/>
                  </a:cubicBezTo>
                  <a:cubicBezTo>
                    <a:pt x="189" y="4"/>
                    <a:pt x="230" y="18"/>
                    <a:pt x="240" y="0"/>
                  </a:cubicBezTo>
                  <a:cubicBezTo>
                    <a:pt x="240" y="0"/>
                    <a:pt x="268" y="21"/>
                    <a:pt x="296" y="11"/>
                  </a:cubicBezTo>
                  <a:cubicBezTo>
                    <a:pt x="296" y="11"/>
                    <a:pt x="311" y="29"/>
                    <a:pt x="328" y="20"/>
                  </a:cubicBezTo>
                  <a:cubicBezTo>
                    <a:pt x="328" y="20"/>
                    <a:pt x="354" y="48"/>
                    <a:pt x="371" y="31"/>
                  </a:cubicBezTo>
                  <a:cubicBezTo>
                    <a:pt x="371" y="31"/>
                    <a:pt x="412" y="39"/>
                    <a:pt x="397" y="15"/>
                  </a:cubicBezTo>
                  <a:cubicBezTo>
                    <a:pt x="397" y="15"/>
                    <a:pt x="430" y="41"/>
                    <a:pt x="426" y="67"/>
                  </a:cubicBezTo>
                  <a:cubicBezTo>
                    <a:pt x="426" y="67"/>
                    <a:pt x="462" y="101"/>
                    <a:pt x="454" y="174"/>
                  </a:cubicBezTo>
                  <a:close/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67" name="Text Box 1212">
            <a:extLst>
              <a:ext uri="{FF2B5EF4-FFF2-40B4-BE49-F238E27FC236}">
                <a16:creationId xmlns:a16="http://schemas.microsoft.com/office/drawing/2014/main" id="{E657B3F9-E233-4D3D-9828-600209232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0075" y="5840413"/>
            <a:ext cx="1189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Obstruction :</a:t>
            </a:r>
          </a:p>
        </p:txBody>
      </p:sp>
      <p:sp>
        <p:nvSpPr>
          <p:cNvPr id="15368" name="Text Box 1213">
            <a:extLst>
              <a:ext uri="{FF2B5EF4-FFF2-40B4-BE49-F238E27FC236}">
                <a16:creationId xmlns:a16="http://schemas.microsoft.com/office/drawing/2014/main" id="{87FA4A4C-72D1-48F4-8C4A-96BF538D41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5810250"/>
            <a:ext cx="5349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0 %</a:t>
            </a:r>
          </a:p>
        </p:txBody>
      </p:sp>
      <p:sp>
        <p:nvSpPr>
          <p:cNvPr id="15369" name="Text Box 1214">
            <a:extLst>
              <a:ext uri="{FF2B5EF4-FFF2-40B4-BE49-F238E27FC236}">
                <a16:creationId xmlns:a16="http://schemas.microsoft.com/office/drawing/2014/main" id="{F22CF79F-B775-4229-A964-77C5E791B7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5829300"/>
            <a:ext cx="6477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30 %</a:t>
            </a:r>
          </a:p>
        </p:txBody>
      </p:sp>
      <p:sp>
        <p:nvSpPr>
          <p:cNvPr id="15370" name="Text Box 1215">
            <a:extLst>
              <a:ext uri="{FF2B5EF4-FFF2-40B4-BE49-F238E27FC236}">
                <a16:creationId xmlns:a16="http://schemas.microsoft.com/office/drawing/2014/main" id="{40554317-F5B4-4B03-8634-DEF05DBCC5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4175" y="5829300"/>
            <a:ext cx="6477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65 %</a:t>
            </a:r>
          </a:p>
        </p:txBody>
      </p:sp>
      <p:sp>
        <p:nvSpPr>
          <p:cNvPr id="15371" name="Text Box 1216">
            <a:extLst>
              <a:ext uri="{FF2B5EF4-FFF2-40B4-BE49-F238E27FC236}">
                <a16:creationId xmlns:a16="http://schemas.microsoft.com/office/drawing/2014/main" id="{FB70F545-F964-4128-B584-5DCFD59D7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8225" y="5819775"/>
            <a:ext cx="6477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90 %</a:t>
            </a:r>
          </a:p>
        </p:txBody>
      </p:sp>
      <p:grpSp>
        <p:nvGrpSpPr>
          <p:cNvPr id="40971" name="arterial-wall-cross-section-illustration">
            <a:extLst>
              <a:ext uri="{FF2B5EF4-FFF2-40B4-BE49-F238E27FC236}">
                <a16:creationId xmlns:a16="http://schemas.microsoft.com/office/drawing/2014/main" id="{CFB1C58F-2E9D-492F-8D32-A05ABCB92148}"/>
              </a:ext>
            </a:extLst>
          </p:cNvPr>
          <p:cNvGrpSpPr>
            <a:grpSpLocks/>
          </p:cNvGrpSpPr>
          <p:nvPr/>
        </p:nvGrpSpPr>
        <p:grpSpPr bwMode="auto">
          <a:xfrm>
            <a:off x="2444750" y="1616075"/>
            <a:ext cx="1806575" cy="2203450"/>
            <a:chOff x="580" y="772"/>
            <a:chExt cx="1138" cy="1388"/>
          </a:xfrm>
        </p:grpSpPr>
        <p:grpSp>
          <p:nvGrpSpPr>
            <p:cNvPr id="41671" name="Group 1218">
              <a:extLst>
                <a:ext uri="{FF2B5EF4-FFF2-40B4-BE49-F238E27FC236}">
                  <a16:creationId xmlns:a16="http://schemas.microsoft.com/office/drawing/2014/main" id="{13BDF1B3-B8C7-45FC-91D9-D7468F2B1E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0" y="774"/>
              <a:ext cx="1138" cy="1386"/>
              <a:chOff x="580" y="774"/>
              <a:chExt cx="1138" cy="1386"/>
            </a:xfrm>
          </p:grpSpPr>
          <p:sp>
            <p:nvSpPr>
              <p:cNvPr id="41702" name="Oval 1219">
                <a:extLst>
                  <a:ext uri="{FF2B5EF4-FFF2-40B4-BE49-F238E27FC236}">
                    <a16:creationId xmlns:a16="http://schemas.microsoft.com/office/drawing/2014/main" id="{ED4F08FA-34B9-4601-9F97-EC777C2FF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0" y="1195"/>
                <a:ext cx="451" cy="879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03" name="Oval 1220">
                <a:extLst>
                  <a:ext uri="{FF2B5EF4-FFF2-40B4-BE49-F238E27FC236}">
                    <a16:creationId xmlns:a16="http://schemas.microsoft.com/office/drawing/2014/main" id="{18363548-CC74-424A-9436-E32313E57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" y="1195"/>
                <a:ext cx="451" cy="879"/>
              </a:xfrm>
              <a:prstGeom prst="ellipse">
                <a:avLst/>
              </a:pr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04" name="Freeform 1221">
                <a:extLst>
                  <a:ext uri="{FF2B5EF4-FFF2-40B4-BE49-F238E27FC236}">
                    <a16:creationId xmlns:a16="http://schemas.microsoft.com/office/drawing/2014/main" id="{E4FF1383-8B3A-44FE-AE56-9C8CE154A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545"/>
                <a:ext cx="342" cy="458"/>
              </a:xfrm>
              <a:custGeom>
                <a:avLst/>
                <a:gdLst>
                  <a:gd name="T0" fmla="*/ 228 w 195"/>
                  <a:gd name="T1" fmla="*/ 1471 h 245"/>
                  <a:gd name="T2" fmla="*/ 33 w 195"/>
                  <a:gd name="T3" fmla="*/ 1125 h 245"/>
                  <a:gd name="T4" fmla="*/ 70 w 195"/>
                  <a:gd name="T5" fmla="*/ 731 h 245"/>
                  <a:gd name="T6" fmla="*/ 379 w 195"/>
                  <a:gd name="T7" fmla="*/ 378 h 245"/>
                  <a:gd name="T8" fmla="*/ 658 w 195"/>
                  <a:gd name="T9" fmla="*/ 32 h 245"/>
                  <a:gd name="T10" fmla="*/ 944 w 195"/>
                  <a:gd name="T11" fmla="*/ 301 h 245"/>
                  <a:gd name="T12" fmla="*/ 1015 w 195"/>
                  <a:gd name="T13" fmla="*/ 993 h 245"/>
                  <a:gd name="T14" fmla="*/ 702 w 195"/>
                  <a:gd name="T15" fmla="*/ 1488 h 245"/>
                  <a:gd name="T16" fmla="*/ 228 w 195"/>
                  <a:gd name="T17" fmla="*/ 1471 h 2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5" h="245">
                    <a:moveTo>
                      <a:pt x="42" y="225"/>
                    </a:moveTo>
                    <a:cubicBezTo>
                      <a:pt x="25" y="212"/>
                      <a:pt x="12" y="192"/>
                      <a:pt x="6" y="172"/>
                    </a:cubicBezTo>
                    <a:cubicBezTo>
                      <a:pt x="1" y="153"/>
                      <a:pt x="0" y="128"/>
                      <a:pt x="13" y="112"/>
                    </a:cubicBezTo>
                    <a:cubicBezTo>
                      <a:pt x="28" y="91"/>
                      <a:pt x="54" y="80"/>
                      <a:pt x="70" y="58"/>
                    </a:cubicBezTo>
                    <a:cubicBezTo>
                      <a:pt x="84" y="38"/>
                      <a:pt x="95" y="10"/>
                      <a:pt x="122" y="5"/>
                    </a:cubicBezTo>
                    <a:cubicBezTo>
                      <a:pt x="149" y="0"/>
                      <a:pt x="167" y="23"/>
                      <a:pt x="175" y="46"/>
                    </a:cubicBezTo>
                    <a:cubicBezTo>
                      <a:pt x="187" y="79"/>
                      <a:pt x="195" y="117"/>
                      <a:pt x="188" y="152"/>
                    </a:cubicBezTo>
                    <a:cubicBezTo>
                      <a:pt x="181" y="188"/>
                      <a:pt x="161" y="209"/>
                      <a:pt x="130" y="228"/>
                    </a:cubicBezTo>
                    <a:cubicBezTo>
                      <a:pt x="103" y="245"/>
                      <a:pt x="67" y="245"/>
                      <a:pt x="42" y="225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5" name="Freeform 1222">
                <a:extLst>
                  <a:ext uri="{FF2B5EF4-FFF2-40B4-BE49-F238E27FC236}">
                    <a16:creationId xmlns:a16="http://schemas.microsoft.com/office/drawing/2014/main" id="{5F545611-1861-4D8F-A4BA-8159B1A8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774"/>
                <a:ext cx="893" cy="1379"/>
              </a:xfrm>
              <a:custGeom>
                <a:avLst/>
                <a:gdLst>
                  <a:gd name="T0" fmla="*/ 2684 w 509"/>
                  <a:gd name="T1" fmla="*/ 0 h 737"/>
                  <a:gd name="T2" fmla="*/ 2370 w 509"/>
                  <a:gd name="T3" fmla="*/ 329 h 737"/>
                  <a:gd name="T4" fmla="*/ 1761 w 509"/>
                  <a:gd name="T5" fmla="*/ 844 h 737"/>
                  <a:gd name="T6" fmla="*/ 930 w 509"/>
                  <a:gd name="T7" fmla="*/ 1347 h 737"/>
                  <a:gd name="T8" fmla="*/ 0 w 509"/>
                  <a:gd name="T9" fmla="*/ 1186 h 737"/>
                  <a:gd name="T10" fmla="*/ 0 w 509"/>
                  <a:gd name="T11" fmla="*/ 1186 h 737"/>
                  <a:gd name="T12" fmla="*/ 102 w 509"/>
                  <a:gd name="T13" fmla="*/ 1173 h 737"/>
                  <a:gd name="T14" fmla="*/ 967 w 509"/>
                  <a:gd name="T15" fmla="*/ 3014 h 737"/>
                  <a:gd name="T16" fmla="*/ 249 w 509"/>
                  <a:gd name="T17" fmla="*/ 4827 h 737"/>
                  <a:gd name="T18" fmla="*/ 249 w 509"/>
                  <a:gd name="T19" fmla="*/ 4827 h 737"/>
                  <a:gd name="T20" fmla="*/ 2247 w 509"/>
                  <a:gd name="T21" fmla="*/ 1186 h 737"/>
                  <a:gd name="T22" fmla="*/ 2512 w 509"/>
                  <a:gd name="T23" fmla="*/ 399 h 737"/>
                  <a:gd name="T24" fmla="*/ 2705 w 509"/>
                  <a:gd name="T25" fmla="*/ 157 h 737"/>
                  <a:gd name="T26" fmla="*/ 2684 w 509"/>
                  <a:gd name="T27" fmla="*/ 0 h 7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9" h="737">
                    <a:moveTo>
                      <a:pt x="497" y="0"/>
                    </a:moveTo>
                    <a:cubicBezTo>
                      <a:pt x="473" y="3"/>
                      <a:pt x="462" y="5"/>
                      <a:pt x="439" y="50"/>
                    </a:cubicBezTo>
                    <a:cubicBezTo>
                      <a:pt x="412" y="104"/>
                      <a:pt x="360" y="77"/>
                      <a:pt x="326" y="129"/>
                    </a:cubicBezTo>
                    <a:cubicBezTo>
                      <a:pt x="291" y="181"/>
                      <a:pt x="251" y="253"/>
                      <a:pt x="172" y="206"/>
                    </a:cubicBezTo>
                    <a:cubicBezTo>
                      <a:pt x="94" y="159"/>
                      <a:pt x="0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7" y="180"/>
                      <a:pt x="13" y="179"/>
                      <a:pt x="19" y="179"/>
                    </a:cubicBezTo>
                    <a:cubicBezTo>
                      <a:pt x="108" y="179"/>
                      <a:pt x="179" y="305"/>
                      <a:pt x="179" y="460"/>
                    </a:cubicBezTo>
                    <a:cubicBezTo>
                      <a:pt x="179" y="599"/>
                      <a:pt x="121" y="715"/>
                      <a:pt x="46" y="737"/>
                    </a:cubicBezTo>
                    <a:cubicBezTo>
                      <a:pt x="46" y="737"/>
                      <a:pt x="46" y="737"/>
                      <a:pt x="46" y="737"/>
                    </a:cubicBezTo>
                    <a:cubicBezTo>
                      <a:pt x="435" y="624"/>
                      <a:pt x="369" y="223"/>
                      <a:pt x="416" y="181"/>
                    </a:cubicBezTo>
                    <a:cubicBezTo>
                      <a:pt x="463" y="139"/>
                      <a:pt x="461" y="91"/>
                      <a:pt x="465" y="61"/>
                    </a:cubicBezTo>
                    <a:cubicBezTo>
                      <a:pt x="468" y="32"/>
                      <a:pt x="501" y="24"/>
                      <a:pt x="501" y="24"/>
                    </a:cubicBezTo>
                    <a:cubicBezTo>
                      <a:pt x="509" y="11"/>
                      <a:pt x="497" y="0"/>
                      <a:pt x="497" y="0"/>
                    </a:cubicBezTo>
                    <a:close/>
                  </a:path>
                </a:pathLst>
              </a:custGeom>
              <a:solidFill>
                <a:srgbClr val="F4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6" name="Freeform 1223">
                <a:extLst>
                  <a:ext uri="{FF2B5EF4-FFF2-40B4-BE49-F238E27FC236}">
                    <a16:creationId xmlns:a16="http://schemas.microsoft.com/office/drawing/2014/main" id="{9E2A1467-521D-427B-AFB7-2314741B2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807"/>
                <a:ext cx="604" cy="644"/>
              </a:xfrm>
              <a:custGeom>
                <a:avLst/>
                <a:gdLst>
                  <a:gd name="T0" fmla="*/ 1863 w 344"/>
                  <a:gd name="T1" fmla="*/ 24 h 344"/>
                  <a:gd name="T2" fmla="*/ 1770 w 344"/>
                  <a:gd name="T3" fmla="*/ 234 h 344"/>
                  <a:gd name="T4" fmla="*/ 1473 w 344"/>
                  <a:gd name="T5" fmla="*/ 768 h 344"/>
                  <a:gd name="T6" fmla="*/ 946 w 344"/>
                  <a:gd name="T7" fmla="*/ 1784 h 344"/>
                  <a:gd name="T8" fmla="*/ 416 w 344"/>
                  <a:gd name="T9" fmla="*/ 1668 h 344"/>
                  <a:gd name="T10" fmla="*/ 163 w 344"/>
                  <a:gd name="T11" fmla="*/ 1258 h 344"/>
                  <a:gd name="T12" fmla="*/ 0 w 344"/>
                  <a:gd name="T13" fmla="*/ 1161 h 344"/>
                  <a:gd name="T14" fmla="*/ 546 w 344"/>
                  <a:gd name="T15" fmla="*/ 1543 h 344"/>
                  <a:gd name="T16" fmla="*/ 1203 w 344"/>
                  <a:gd name="T17" fmla="*/ 949 h 344"/>
                  <a:gd name="T18" fmla="*/ 1689 w 344"/>
                  <a:gd name="T19" fmla="*/ 346 h 344"/>
                  <a:gd name="T20" fmla="*/ 1840 w 344"/>
                  <a:gd name="T21" fmla="*/ 0 h 344"/>
                  <a:gd name="T22" fmla="*/ 1863 w 344"/>
                  <a:gd name="T23" fmla="*/ 24 h 3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44">
                    <a:moveTo>
                      <a:pt x="344" y="4"/>
                    </a:moveTo>
                    <a:cubicBezTo>
                      <a:pt x="333" y="13"/>
                      <a:pt x="327" y="36"/>
                      <a:pt x="327" y="36"/>
                    </a:cubicBezTo>
                    <a:cubicBezTo>
                      <a:pt x="327" y="36"/>
                      <a:pt x="314" y="103"/>
                      <a:pt x="272" y="117"/>
                    </a:cubicBezTo>
                    <a:cubicBezTo>
                      <a:pt x="220" y="135"/>
                      <a:pt x="227" y="200"/>
                      <a:pt x="175" y="272"/>
                    </a:cubicBezTo>
                    <a:cubicBezTo>
                      <a:pt x="122" y="344"/>
                      <a:pt x="77" y="254"/>
                      <a:pt x="77" y="254"/>
                    </a:cubicBezTo>
                    <a:cubicBezTo>
                      <a:pt x="58" y="222"/>
                      <a:pt x="50" y="207"/>
                      <a:pt x="30" y="192"/>
                    </a:cubicBezTo>
                    <a:cubicBezTo>
                      <a:pt x="24" y="187"/>
                      <a:pt x="0" y="177"/>
                      <a:pt x="0" y="177"/>
                    </a:cubicBezTo>
                    <a:cubicBezTo>
                      <a:pt x="0" y="177"/>
                      <a:pt x="39" y="180"/>
                      <a:pt x="101" y="235"/>
                    </a:cubicBezTo>
                    <a:cubicBezTo>
                      <a:pt x="163" y="290"/>
                      <a:pt x="194" y="207"/>
                      <a:pt x="222" y="145"/>
                    </a:cubicBezTo>
                    <a:cubicBezTo>
                      <a:pt x="250" y="84"/>
                      <a:pt x="280" y="133"/>
                      <a:pt x="312" y="53"/>
                    </a:cubicBezTo>
                    <a:cubicBezTo>
                      <a:pt x="325" y="20"/>
                      <a:pt x="331" y="6"/>
                      <a:pt x="340" y="0"/>
                    </a:cubicBezTo>
                    <a:cubicBezTo>
                      <a:pt x="340" y="0"/>
                      <a:pt x="344" y="1"/>
                      <a:pt x="344" y="4"/>
                    </a:cubicBezTo>
                    <a:close/>
                  </a:path>
                </a:pathLst>
              </a:custGeom>
              <a:solidFill>
                <a:srgbClr val="F1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7" name="Freeform 1224">
                <a:extLst>
                  <a:ext uri="{FF2B5EF4-FFF2-40B4-BE49-F238E27FC236}">
                    <a16:creationId xmlns:a16="http://schemas.microsoft.com/office/drawing/2014/main" id="{C1D5CB58-CA98-441E-86A1-F824212A0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1271"/>
                <a:ext cx="167" cy="496"/>
              </a:xfrm>
              <a:custGeom>
                <a:avLst/>
                <a:gdLst>
                  <a:gd name="T0" fmla="*/ 517 w 95"/>
                  <a:gd name="T1" fmla="*/ 0 h 265"/>
                  <a:gd name="T2" fmla="*/ 260 w 95"/>
                  <a:gd name="T3" fmla="*/ 1737 h 265"/>
                  <a:gd name="T4" fmla="*/ 517 w 95"/>
                  <a:gd name="T5" fmla="*/ 0 h 2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5">
                    <a:moveTo>
                      <a:pt x="95" y="0"/>
                    </a:moveTo>
                    <a:cubicBezTo>
                      <a:pt x="95" y="0"/>
                      <a:pt x="16" y="112"/>
                      <a:pt x="48" y="265"/>
                    </a:cubicBezTo>
                    <a:cubicBezTo>
                      <a:pt x="48" y="265"/>
                      <a:pt x="0" y="143"/>
                      <a:pt x="95" y="0"/>
                    </a:cubicBezTo>
                    <a:close/>
                  </a:path>
                </a:pathLst>
              </a:custGeom>
              <a:solidFill>
                <a:srgbClr val="F1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8" name="Freeform 1225">
                <a:extLst>
                  <a:ext uri="{FF2B5EF4-FFF2-40B4-BE49-F238E27FC236}">
                    <a16:creationId xmlns:a16="http://schemas.microsoft.com/office/drawing/2014/main" id="{7DB1BBE2-0334-4B2A-8734-8BB8C01E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805"/>
                <a:ext cx="804" cy="1348"/>
              </a:xfrm>
              <a:custGeom>
                <a:avLst/>
                <a:gdLst>
                  <a:gd name="T0" fmla="*/ 2477 w 458"/>
                  <a:gd name="T1" fmla="*/ 0 h 720"/>
                  <a:gd name="T2" fmla="*/ 2465 w 458"/>
                  <a:gd name="T3" fmla="*/ 39 h 720"/>
                  <a:gd name="T4" fmla="*/ 2272 w 458"/>
                  <a:gd name="T5" fmla="*/ 288 h 720"/>
                  <a:gd name="T6" fmla="*/ 2006 w 458"/>
                  <a:gd name="T7" fmla="*/ 1077 h 720"/>
                  <a:gd name="T8" fmla="*/ 0 w 458"/>
                  <a:gd name="T9" fmla="*/ 4725 h 720"/>
                  <a:gd name="T10" fmla="*/ 0 w 458"/>
                  <a:gd name="T11" fmla="*/ 4725 h 720"/>
                  <a:gd name="T12" fmla="*/ 725 w 458"/>
                  <a:gd name="T13" fmla="*/ 2906 h 720"/>
                  <a:gd name="T14" fmla="*/ 1476 w 458"/>
                  <a:gd name="T15" fmla="*/ 2363 h 720"/>
                  <a:gd name="T16" fmla="*/ 1913 w 458"/>
                  <a:gd name="T17" fmla="*/ 947 h 720"/>
                  <a:gd name="T18" fmla="*/ 2219 w 458"/>
                  <a:gd name="T19" fmla="*/ 414 h 720"/>
                  <a:gd name="T20" fmla="*/ 2477 w 458"/>
                  <a:gd name="T21" fmla="*/ 0 h 7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8" h="720">
                    <a:moveTo>
                      <a:pt x="458" y="0"/>
                    </a:moveTo>
                    <a:cubicBezTo>
                      <a:pt x="458" y="3"/>
                      <a:pt x="458" y="4"/>
                      <a:pt x="456" y="6"/>
                    </a:cubicBezTo>
                    <a:cubicBezTo>
                      <a:pt x="456" y="6"/>
                      <a:pt x="423" y="15"/>
                      <a:pt x="420" y="44"/>
                    </a:cubicBezTo>
                    <a:cubicBezTo>
                      <a:pt x="416" y="74"/>
                      <a:pt x="418" y="123"/>
                      <a:pt x="371" y="164"/>
                    </a:cubicBezTo>
                    <a:cubicBezTo>
                      <a:pt x="324" y="206"/>
                      <a:pt x="390" y="607"/>
                      <a:pt x="0" y="720"/>
                    </a:cubicBezTo>
                    <a:cubicBezTo>
                      <a:pt x="0" y="720"/>
                      <a:pt x="0" y="720"/>
                      <a:pt x="0" y="720"/>
                    </a:cubicBezTo>
                    <a:cubicBezTo>
                      <a:pt x="76" y="698"/>
                      <a:pt x="134" y="582"/>
                      <a:pt x="134" y="443"/>
                    </a:cubicBezTo>
                    <a:cubicBezTo>
                      <a:pt x="134" y="443"/>
                      <a:pt x="227" y="458"/>
                      <a:pt x="273" y="360"/>
                    </a:cubicBezTo>
                    <a:cubicBezTo>
                      <a:pt x="318" y="263"/>
                      <a:pt x="305" y="178"/>
                      <a:pt x="354" y="144"/>
                    </a:cubicBezTo>
                    <a:cubicBezTo>
                      <a:pt x="354" y="144"/>
                      <a:pt x="406" y="114"/>
                      <a:pt x="410" y="63"/>
                    </a:cubicBezTo>
                    <a:cubicBezTo>
                      <a:pt x="413" y="13"/>
                      <a:pt x="444" y="5"/>
                      <a:pt x="458" y="0"/>
                    </a:cubicBezTo>
                    <a:close/>
                  </a:path>
                </a:pathLst>
              </a:custGeom>
              <a:solidFill>
                <a:srgbClr val="D57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9" name="Freeform 1226">
                <a:extLst>
                  <a:ext uri="{FF2B5EF4-FFF2-40B4-BE49-F238E27FC236}">
                    <a16:creationId xmlns:a16="http://schemas.microsoft.com/office/drawing/2014/main" id="{5E165727-B53A-44EC-B3E7-E558AF5417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8" y="1195"/>
                <a:ext cx="453" cy="879"/>
              </a:xfrm>
              <a:custGeom>
                <a:avLst/>
                <a:gdLst>
                  <a:gd name="T0" fmla="*/ 701 w 258"/>
                  <a:gd name="T1" fmla="*/ 0 h 470"/>
                  <a:gd name="T2" fmla="*/ 0 w 258"/>
                  <a:gd name="T3" fmla="*/ 1539 h 470"/>
                  <a:gd name="T4" fmla="*/ 701 w 258"/>
                  <a:gd name="T5" fmla="*/ 3075 h 470"/>
                  <a:gd name="T6" fmla="*/ 1396 w 258"/>
                  <a:gd name="T7" fmla="*/ 1539 h 470"/>
                  <a:gd name="T8" fmla="*/ 701 w 258"/>
                  <a:gd name="T9" fmla="*/ 0 h 470"/>
                  <a:gd name="T10" fmla="*/ 681 w 258"/>
                  <a:gd name="T11" fmla="*/ 3007 h 470"/>
                  <a:gd name="T12" fmla="*/ 37 w 258"/>
                  <a:gd name="T13" fmla="*/ 1539 h 470"/>
                  <a:gd name="T14" fmla="*/ 681 w 258"/>
                  <a:gd name="T15" fmla="*/ 60 h 470"/>
                  <a:gd name="T16" fmla="*/ 1347 w 258"/>
                  <a:gd name="T17" fmla="*/ 1539 h 470"/>
                  <a:gd name="T18" fmla="*/ 681 w 258"/>
                  <a:gd name="T19" fmla="*/ 3007 h 4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8" h="470">
                    <a:moveTo>
                      <a:pt x="129" y="0"/>
                    </a:moveTo>
                    <a:cubicBezTo>
                      <a:pt x="58" y="0"/>
                      <a:pt x="0" y="105"/>
                      <a:pt x="0" y="235"/>
                    </a:cubicBezTo>
                    <a:cubicBezTo>
                      <a:pt x="0" y="365"/>
                      <a:pt x="58" y="470"/>
                      <a:pt x="129" y="470"/>
                    </a:cubicBezTo>
                    <a:cubicBezTo>
                      <a:pt x="200" y="470"/>
                      <a:pt x="258" y="365"/>
                      <a:pt x="258" y="235"/>
                    </a:cubicBezTo>
                    <a:cubicBezTo>
                      <a:pt x="258" y="105"/>
                      <a:pt x="200" y="0"/>
                      <a:pt x="129" y="0"/>
                    </a:cubicBezTo>
                    <a:close/>
                    <a:moveTo>
                      <a:pt x="126" y="460"/>
                    </a:moveTo>
                    <a:cubicBezTo>
                      <a:pt x="63" y="460"/>
                      <a:pt x="7" y="352"/>
                      <a:pt x="7" y="235"/>
                    </a:cubicBezTo>
                    <a:cubicBezTo>
                      <a:pt x="7" y="117"/>
                      <a:pt x="63" y="9"/>
                      <a:pt x="126" y="9"/>
                    </a:cubicBezTo>
                    <a:cubicBezTo>
                      <a:pt x="190" y="9"/>
                      <a:pt x="249" y="117"/>
                      <a:pt x="249" y="235"/>
                    </a:cubicBezTo>
                    <a:cubicBezTo>
                      <a:pt x="249" y="352"/>
                      <a:pt x="190" y="460"/>
                      <a:pt x="126" y="460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0" name="Freeform 1227">
                <a:extLst>
                  <a:ext uri="{FF2B5EF4-FFF2-40B4-BE49-F238E27FC236}">
                    <a16:creationId xmlns:a16="http://schemas.microsoft.com/office/drawing/2014/main" id="{2C88A4D6-079E-459C-8D3E-06E641D4E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206"/>
                <a:ext cx="74" cy="69"/>
              </a:xfrm>
              <a:custGeom>
                <a:avLst/>
                <a:gdLst>
                  <a:gd name="T0" fmla="*/ 229 w 42"/>
                  <a:gd name="T1" fmla="*/ 32 h 37"/>
                  <a:gd name="T2" fmla="*/ 0 w 42"/>
                  <a:gd name="T3" fmla="*/ 218 h 37"/>
                  <a:gd name="T4" fmla="*/ 229 w 42"/>
                  <a:gd name="T5" fmla="*/ 3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42" y="5"/>
                    </a:moveTo>
                    <a:cubicBezTo>
                      <a:pt x="42" y="5"/>
                      <a:pt x="11" y="0"/>
                      <a:pt x="0" y="34"/>
                    </a:cubicBezTo>
                    <a:cubicBezTo>
                      <a:pt x="0" y="34"/>
                      <a:pt x="34" y="37"/>
                      <a:pt x="42" y="5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1" name="Freeform 1228">
                <a:extLst>
                  <a:ext uri="{FF2B5EF4-FFF2-40B4-BE49-F238E27FC236}">
                    <a16:creationId xmlns:a16="http://schemas.microsoft.com/office/drawing/2014/main" id="{C55D31D3-CED1-449A-935D-4DB82A638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269"/>
                <a:ext cx="65" cy="62"/>
              </a:xfrm>
              <a:custGeom>
                <a:avLst/>
                <a:gdLst>
                  <a:gd name="T0" fmla="*/ 135 w 37"/>
                  <a:gd name="T1" fmla="*/ 0 h 33"/>
                  <a:gd name="T2" fmla="*/ 21 w 37"/>
                  <a:gd name="T3" fmla="*/ 197 h 33"/>
                  <a:gd name="T4" fmla="*/ 135 w 37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3">
                    <a:moveTo>
                      <a:pt x="25" y="0"/>
                    </a:moveTo>
                    <a:cubicBezTo>
                      <a:pt x="25" y="0"/>
                      <a:pt x="0" y="4"/>
                      <a:pt x="4" y="30"/>
                    </a:cubicBezTo>
                    <a:cubicBezTo>
                      <a:pt x="4" y="30"/>
                      <a:pt x="37" y="33"/>
                      <a:pt x="25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2" name="Freeform 1229">
                <a:extLst>
                  <a:ext uri="{FF2B5EF4-FFF2-40B4-BE49-F238E27FC236}">
                    <a16:creationId xmlns:a16="http://schemas.microsoft.com/office/drawing/2014/main" id="{1FE4865C-A064-4A1F-8B7D-7FF605C8B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326"/>
                <a:ext cx="49" cy="69"/>
              </a:xfrm>
              <a:custGeom>
                <a:avLst/>
                <a:gdLst>
                  <a:gd name="T0" fmla="*/ 98 w 28"/>
                  <a:gd name="T1" fmla="*/ 0 h 37"/>
                  <a:gd name="T2" fmla="*/ 0 w 28"/>
                  <a:gd name="T3" fmla="*/ 241 h 37"/>
                  <a:gd name="T4" fmla="*/ 98 w 28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7">
                    <a:moveTo>
                      <a:pt x="18" y="0"/>
                    </a:moveTo>
                    <a:cubicBezTo>
                      <a:pt x="18" y="0"/>
                      <a:pt x="1" y="3"/>
                      <a:pt x="0" y="37"/>
                    </a:cubicBezTo>
                    <a:cubicBezTo>
                      <a:pt x="0" y="37"/>
                      <a:pt x="28" y="27"/>
                      <a:pt x="1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3" name="Freeform 1230">
                <a:extLst>
                  <a:ext uri="{FF2B5EF4-FFF2-40B4-BE49-F238E27FC236}">
                    <a16:creationId xmlns:a16="http://schemas.microsoft.com/office/drawing/2014/main" id="{BE17C916-945A-4FA3-A3F6-D0FE45814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1395"/>
                <a:ext cx="36" cy="62"/>
              </a:xfrm>
              <a:custGeom>
                <a:avLst/>
                <a:gdLst>
                  <a:gd name="T0" fmla="*/ 81 w 20"/>
                  <a:gd name="T1" fmla="*/ 0 h 33"/>
                  <a:gd name="T2" fmla="*/ 23 w 20"/>
                  <a:gd name="T3" fmla="*/ 218 h 33"/>
                  <a:gd name="T4" fmla="*/ 81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14" y="0"/>
                    </a:moveTo>
                    <a:cubicBezTo>
                      <a:pt x="14" y="0"/>
                      <a:pt x="0" y="9"/>
                      <a:pt x="4" y="33"/>
                    </a:cubicBezTo>
                    <a:cubicBezTo>
                      <a:pt x="4" y="33"/>
                      <a:pt x="20" y="23"/>
                      <a:pt x="14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4" name="Freeform 1231">
                <a:extLst>
                  <a:ext uri="{FF2B5EF4-FFF2-40B4-BE49-F238E27FC236}">
                    <a16:creationId xmlns:a16="http://schemas.microsoft.com/office/drawing/2014/main" id="{7A14DB25-8280-40D8-8FD2-04D428C80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1457"/>
                <a:ext cx="58" cy="78"/>
              </a:xfrm>
              <a:custGeom>
                <a:avLst/>
                <a:gdLst>
                  <a:gd name="T0" fmla="*/ 98 w 33"/>
                  <a:gd name="T1" fmla="*/ 0 h 42"/>
                  <a:gd name="T2" fmla="*/ 56 w 33"/>
                  <a:gd name="T3" fmla="*/ 269 h 42"/>
                  <a:gd name="T4" fmla="*/ 98 w 3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2">
                    <a:moveTo>
                      <a:pt x="18" y="0"/>
                    </a:moveTo>
                    <a:cubicBezTo>
                      <a:pt x="18" y="0"/>
                      <a:pt x="0" y="10"/>
                      <a:pt x="10" y="42"/>
                    </a:cubicBezTo>
                    <a:cubicBezTo>
                      <a:pt x="10" y="42"/>
                      <a:pt x="33" y="22"/>
                      <a:pt x="1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5" name="Freeform 1232">
                <a:extLst>
                  <a:ext uri="{FF2B5EF4-FFF2-40B4-BE49-F238E27FC236}">
                    <a16:creationId xmlns:a16="http://schemas.microsoft.com/office/drawing/2014/main" id="{4974203E-71CB-4C21-90D8-C917BF855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" y="1535"/>
                <a:ext cx="42" cy="41"/>
              </a:xfrm>
              <a:custGeom>
                <a:avLst/>
                <a:gdLst>
                  <a:gd name="T0" fmla="*/ 77 w 24"/>
                  <a:gd name="T1" fmla="*/ 0 h 22"/>
                  <a:gd name="T2" fmla="*/ 58 w 24"/>
                  <a:gd name="T3" fmla="*/ 142 h 22"/>
                  <a:gd name="T4" fmla="*/ 77 w 2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14" y="0"/>
                    </a:moveTo>
                    <a:cubicBezTo>
                      <a:pt x="14" y="0"/>
                      <a:pt x="0" y="8"/>
                      <a:pt x="11" y="22"/>
                    </a:cubicBezTo>
                    <a:cubicBezTo>
                      <a:pt x="11" y="22"/>
                      <a:pt x="24" y="15"/>
                      <a:pt x="14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6" name="Freeform 1233">
                <a:extLst>
                  <a:ext uri="{FF2B5EF4-FFF2-40B4-BE49-F238E27FC236}">
                    <a16:creationId xmlns:a16="http://schemas.microsoft.com/office/drawing/2014/main" id="{BD4C6317-0A42-4E1F-8F2A-A86E4A185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1576"/>
                <a:ext cx="56" cy="85"/>
              </a:xfrm>
              <a:custGeom>
                <a:avLst/>
                <a:gdLst>
                  <a:gd name="T0" fmla="*/ 77 w 32"/>
                  <a:gd name="T1" fmla="*/ 0 h 45"/>
                  <a:gd name="T2" fmla="*/ 70 w 32"/>
                  <a:gd name="T3" fmla="*/ 304 h 45"/>
                  <a:gd name="T4" fmla="*/ 77 w 32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5">
                    <a:moveTo>
                      <a:pt x="14" y="0"/>
                    </a:moveTo>
                    <a:cubicBezTo>
                      <a:pt x="14" y="0"/>
                      <a:pt x="0" y="16"/>
                      <a:pt x="13" y="45"/>
                    </a:cubicBezTo>
                    <a:cubicBezTo>
                      <a:pt x="13" y="45"/>
                      <a:pt x="32" y="21"/>
                      <a:pt x="14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7" name="Freeform 1234">
                <a:extLst>
                  <a:ext uri="{FF2B5EF4-FFF2-40B4-BE49-F238E27FC236}">
                    <a16:creationId xmlns:a16="http://schemas.microsoft.com/office/drawing/2014/main" id="{A982AE11-463A-4685-93A4-8554F0BE0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1661"/>
                <a:ext cx="60" cy="101"/>
              </a:xfrm>
              <a:custGeom>
                <a:avLst/>
                <a:gdLst>
                  <a:gd name="T0" fmla="*/ 65 w 34"/>
                  <a:gd name="T1" fmla="*/ 0 h 54"/>
                  <a:gd name="T2" fmla="*/ 99 w 34"/>
                  <a:gd name="T3" fmla="*/ 354 h 54"/>
                  <a:gd name="T4" fmla="*/ 65 w 34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4">
                    <a:moveTo>
                      <a:pt x="12" y="0"/>
                    </a:moveTo>
                    <a:cubicBezTo>
                      <a:pt x="12" y="0"/>
                      <a:pt x="0" y="27"/>
                      <a:pt x="18" y="54"/>
                    </a:cubicBezTo>
                    <a:cubicBezTo>
                      <a:pt x="18" y="54"/>
                      <a:pt x="34" y="27"/>
                      <a:pt x="12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8" name="Freeform 1235">
                <a:extLst>
                  <a:ext uri="{FF2B5EF4-FFF2-40B4-BE49-F238E27FC236}">
                    <a16:creationId xmlns:a16="http://schemas.microsoft.com/office/drawing/2014/main" id="{DC7273CB-8717-41C0-A684-9CEC9873C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1762"/>
                <a:ext cx="51" cy="78"/>
              </a:xfrm>
              <a:custGeom>
                <a:avLst/>
                <a:gdLst>
                  <a:gd name="T0" fmla="*/ 44 w 29"/>
                  <a:gd name="T1" fmla="*/ 0 h 42"/>
                  <a:gd name="T2" fmla="*/ 98 w 29"/>
                  <a:gd name="T3" fmla="*/ 269 h 42"/>
                  <a:gd name="T4" fmla="*/ 44 w 2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2">
                    <a:moveTo>
                      <a:pt x="8" y="0"/>
                    </a:moveTo>
                    <a:cubicBezTo>
                      <a:pt x="8" y="0"/>
                      <a:pt x="0" y="24"/>
                      <a:pt x="18" y="42"/>
                    </a:cubicBezTo>
                    <a:cubicBezTo>
                      <a:pt x="18" y="42"/>
                      <a:pt x="29" y="18"/>
                      <a:pt x="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9" name="Freeform 1236">
                <a:extLst>
                  <a:ext uri="{FF2B5EF4-FFF2-40B4-BE49-F238E27FC236}">
                    <a16:creationId xmlns:a16="http://schemas.microsoft.com/office/drawing/2014/main" id="{7F9B93DD-13D2-4D07-8850-1E95B31C7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840"/>
                <a:ext cx="56" cy="53"/>
              </a:xfrm>
              <a:custGeom>
                <a:avLst/>
                <a:gdLst>
                  <a:gd name="T0" fmla="*/ 56 w 32"/>
                  <a:gd name="T1" fmla="*/ 0 h 28"/>
                  <a:gd name="T2" fmla="*/ 114 w 32"/>
                  <a:gd name="T3" fmla="*/ 189 h 28"/>
                  <a:gd name="T4" fmla="*/ 56 w 3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8">
                    <a:moveTo>
                      <a:pt x="10" y="0"/>
                    </a:moveTo>
                    <a:cubicBezTo>
                      <a:pt x="10" y="0"/>
                      <a:pt x="0" y="21"/>
                      <a:pt x="21" y="28"/>
                    </a:cubicBezTo>
                    <a:cubicBezTo>
                      <a:pt x="21" y="28"/>
                      <a:pt x="32" y="7"/>
                      <a:pt x="1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0" name="Freeform 1237">
                <a:extLst>
                  <a:ext uri="{FF2B5EF4-FFF2-40B4-BE49-F238E27FC236}">
                    <a16:creationId xmlns:a16="http://schemas.microsoft.com/office/drawing/2014/main" id="{DE9AE14A-95EE-4B51-968E-CDC55D274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893"/>
                <a:ext cx="47" cy="80"/>
              </a:xfrm>
              <a:custGeom>
                <a:avLst/>
                <a:gdLst>
                  <a:gd name="T0" fmla="*/ 0 w 27"/>
                  <a:gd name="T1" fmla="*/ 0 h 43"/>
                  <a:gd name="T2" fmla="*/ 127 w 27"/>
                  <a:gd name="T3" fmla="*/ 277 h 43"/>
                  <a:gd name="T4" fmla="*/ 0 w 27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3">
                    <a:moveTo>
                      <a:pt x="0" y="0"/>
                    </a:moveTo>
                    <a:cubicBezTo>
                      <a:pt x="0" y="0"/>
                      <a:pt x="0" y="31"/>
                      <a:pt x="24" y="43"/>
                    </a:cubicBezTo>
                    <a:cubicBezTo>
                      <a:pt x="24" y="43"/>
                      <a:pt x="27" y="12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1" name="Freeform 1238">
                <a:extLst>
                  <a:ext uri="{FF2B5EF4-FFF2-40B4-BE49-F238E27FC236}">
                    <a16:creationId xmlns:a16="http://schemas.microsoft.com/office/drawing/2014/main" id="{004CCD29-6C5B-4836-A468-F527486D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1973"/>
                <a:ext cx="49" cy="50"/>
              </a:xfrm>
              <a:custGeom>
                <a:avLst/>
                <a:gdLst>
                  <a:gd name="T0" fmla="*/ 21 w 28"/>
                  <a:gd name="T1" fmla="*/ 0 h 27"/>
                  <a:gd name="T2" fmla="*/ 151 w 28"/>
                  <a:gd name="T3" fmla="*/ 172 h 27"/>
                  <a:gd name="T4" fmla="*/ 21 w 2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4" y="0"/>
                    </a:moveTo>
                    <a:cubicBezTo>
                      <a:pt x="4" y="0"/>
                      <a:pt x="0" y="25"/>
                      <a:pt x="28" y="27"/>
                    </a:cubicBezTo>
                    <a:cubicBezTo>
                      <a:pt x="28" y="27"/>
                      <a:pt x="27" y="2"/>
                      <a:pt x="4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2" name="Freeform 1239">
                <a:extLst>
                  <a:ext uri="{FF2B5EF4-FFF2-40B4-BE49-F238E27FC236}">
                    <a16:creationId xmlns:a16="http://schemas.microsoft.com/office/drawing/2014/main" id="{05177866-FBEC-40A7-AB24-9C5480AE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018"/>
                <a:ext cx="65" cy="58"/>
              </a:xfrm>
              <a:custGeom>
                <a:avLst/>
                <a:gdLst>
                  <a:gd name="T0" fmla="*/ 0 w 37"/>
                  <a:gd name="T1" fmla="*/ 21 h 31"/>
                  <a:gd name="T2" fmla="*/ 200 w 37"/>
                  <a:gd name="T3" fmla="*/ 129 h 31"/>
                  <a:gd name="T4" fmla="*/ 0 w 37"/>
                  <a:gd name="T5" fmla="*/ 2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1">
                    <a:moveTo>
                      <a:pt x="0" y="3"/>
                    </a:moveTo>
                    <a:cubicBezTo>
                      <a:pt x="0" y="3"/>
                      <a:pt x="4" y="31"/>
                      <a:pt x="37" y="20"/>
                    </a:cubicBezTo>
                    <a:cubicBezTo>
                      <a:pt x="37" y="20"/>
                      <a:pt x="28" y="0"/>
                      <a:pt x="0" y="3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3" name="Freeform 1240">
                <a:extLst>
                  <a:ext uri="{FF2B5EF4-FFF2-40B4-BE49-F238E27FC236}">
                    <a16:creationId xmlns:a16="http://schemas.microsoft.com/office/drawing/2014/main" id="{0508A8D3-6430-4FBF-8C6C-8FF441D71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027"/>
                <a:ext cx="56" cy="56"/>
              </a:xfrm>
              <a:custGeom>
                <a:avLst/>
                <a:gdLst>
                  <a:gd name="T0" fmla="*/ 0 w 32"/>
                  <a:gd name="T1" fmla="*/ 97 h 30"/>
                  <a:gd name="T2" fmla="*/ 172 w 32"/>
                  <a:gd name="T3" fmla="*/ 60 h 30"/>
                  <a:gd name="T4" fmla="*/ 0 w 32"/>
                  <a:gd name="T5" fmla="*/ 9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0">
                    <a:moveTo>
                      <a:pt x="0" y="15"/>
                    </a:moveTo>
                    <a:cubicBezTo>
                      <a:pt x="0" y="15"/>
                      <a:pt x="22" y="30"/>
                      <a:pt x="32" y="9"/>
                    </a:cubicBezTo>
                    <a:cubicBezTo>
                      <a:pt x="32" y="9"/>
                      <a:pt x="15" y="0"/>
                      <a:pt x="0" y="15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4" name="Freeform 1241">
                <a:extLst>
                  <a:ext uri="{FF2B5EF4-FFF2-40B4-BE49-F238E27FC236}">
                    <a16:creationId xmlns:a16="http://schemas.microsoft.com/office/drawing/2014/main" id="{89543F09-2C8F-4419-8F5C-864DA6EE8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999"/>
                <a:ext cx="58" cy="58"/>
              </a:xfrm>
              <a:custGeom>
                <a:avLst/>
                <a:gdLst>
                  <a:gd name="T0" fmla="*/ 0 w 33"/>
                  <a:gd name="T1" fmla="*/ 157 h 31"/>
                  <a:gd name="T2" fmla="*/ 179 w 33"/>
                  <a:gd name="T3" fmla="*/ 0 h 31"/>
                  <a:gd name="T4" fmla="*/ 0 w 33"/>
                  <a:gd name="T5" fmla="*/ 15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1">
                    <a:moveTo>
                      <a:pt x="0" y="24"/>
                    </a:moveTo>
                    <a:cubicBezTo>
                      <a:pt x="0" y="24"/>
                      <a:pt x="30" y="31"/>
                      <a:pt x="33" y="0"/>
                    </a:cubicBezTo>
                    <a:cubicBezTo>
                      <a:pt x="33" y="0"/>
                      <a:pt x="5" y="5"/>
                      <a:pt x="0" y="24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5" name="Freeform 1242">
                <a:extLst>
                  <a:ext uri="{FF2B5EF4-FFF2-40B4-BE49-F238E27FC236}">
                    <a16:creationId xmlns:a16="http://schemas.microsoft.com/office/drawing/2014/main" id="{69458404-35C0-4A78-BEE7-1EC005DFC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951"/>
                <a:ext cx="39" cy="48"/>
              </a:xfrm>
              <a:custGeom>
                <a:avLst/>
                <a:gdLst>
                  <a:gd name="T0" fmla="*/ 0 w 22"/>
                  <a:gd name="T1" fmla="*/ 164 h 26"/>
                  <a:gd name="T2" fmla="*/ 110 w 22"/>
                  <a:gd name="T3" fmla="*/ 0 h 26"/>
                  <a:gd name="T4" fmla="*/ 0 w 22"/>
                  <a:gd name="T5" fmla="*/ 16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6">
                    <a:moveTo>
                      <a:pt x="0" y="26"/>
                    </a:moveTo>
                    <a:cubicBezTo>
                      <a:pt x="0" y="26"/>
                      <a:pt x="1" y="11"/>
                      <a:pt x="20" y="0"/>
                    </a:cubicBezTo>
                    <a:cubicBezTo>
                      <a:pt x="20" y="0"/>
                      <a:pt x="22" y="19"/>
                      <a:pt x="0" y="26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6" name="Freeform 1243">
                <a:extLst>
                  <a:ext uri="{FF2B5EF4-FFF2-40B4-BE49-F238E27FC236}">
                    <a16:creationId xmlns:a16="http://schemas.microsoft.com/office/drawing/2014/main" id="{F423E322-2BE3-472F-BCDD-A55D1A9A1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881"/>
                <a:ext cx="56" cy="70"/>
              </a:xfrm>
              <a:custGeom>
                <a:avLst/>
                <a:gdLst>
                  <a:gd name="T0" fmla="*/ 28 w 32"/>
                  <a:gd name="T1" fmla="*/ 250 h 37"/>
                  <a:gd name="T2" fmla="*/ 130 w 32"/>
                  <a:gd name="T3" fmla="*/ 0 h 37"/>
                  <a:gd name="T4" fmla="*/ 28 w 32"/>
                  <a:gd name="T5" fmla="*/ 25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7">
                    <a:moveTo>
                      <a:pt x="5" y="37"/>
                    </a:moveTo>
                    <a:cubicBezTo>
                      <a:pt x="5" y="37"/>
                      <a:pt x="0" y="13"/>
                      <a:pt x="24" y="0"/>
                    </a:cubicBezTo>
                    <a:cubicBezTo>
                      <a:pt x="24" y="0"/>
                      <a:pt x="32" y="26"/>
                      <a:pt x="5" y="37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7" name="Freeform 1244">
                <a:extLst>
                  <a:ext uri="{FF2B5EF4-FFF2-40B4-BE49-F238E27FC236}">
                    <a16:creationId xmlns:a16="http://schemas.microsoft.com/office/drawing/2014/main" id="{51E2CDB0-E141-46D3-B47B-F507F34D9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791"/>
                <a:ext cx="65" cy="90"/>
              </a:xfrm>
              <a:custGeom>
                <a:avLst/>
                <a:gdLst>
                  <a:gd name="T0" fmla="*/ 44 w 37"/>
                  <a:gd name="T1" fmla="*/ 317 h 48"/>
                  <a:gd name="T2" fmla="*/ 130 w 37"/>
                  <a:gd name="T3" fmla="*/ 0 h 48"/>
                  <a:gd name="T4" fmla="*/ 44 w 37"/>
                  <a:gd name="T5" fmla="*/ 31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8">
                    <a:moveTo>
                      <a:pt x="8" y="48"/>
                    </a:moveTo>
                    <a:cubicBezTo>
                      <a:pt x="8" y="48"/>
                      <a:pt x="0" y="20"/>
                      <a:pt x="24" y="0"/>
                    </a:cubicBezTo>
                    <a:cubicBezTo>
                      <a:pt x="24" y="0"/>
                      <a:pt x="37" y="30"/>
                      <a:pt x="8" y="48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8" name="Freeform 1245">
                <a:extLst>
                  <a:ext uri="{FF2B5EF4-FFF2-40B4-BE49-F238E27FC236}">
                    <a16:creationId xmlns:a16="http://schemas.microsoft.com/office/drawing/2014/main" id="{3ECE5877-A1BD-4DD8-8B25-A3ACB11C9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679"/>
                <a:ext cx="72" cy="112"/>
              </a:xfrm>
              <a:custGeom>
                <a:avLst/>
                <a:gdLst>
                  <a:gd name="T0" fmla="*/ 86 w 41"/>
                  <a:gd name="T1" fmla="*/ 390 h 60"/>
                  <a:gd name="T2" fmla="*/ 135 w 41"/>
                  <a:gd name="T3" fmla="*/ 0 h 60"/>
                  <a:gd name="T4" fmla="*/ 86 w 41"/>
                  <a:gd name="T5" fmla="*/ 39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0">
                    <a:moveTo>
                      <a:pt x="16" y="60"/>
                    </a:moveTo>
                    <a:cubicBezTo>
                      <a:pt x="16" y="60"/>
                      <a:pt x="0" y="29"/>
                      <a:pt x="25" y="0"/>
                    </a:cubicBezTo>
                    <a:cubicBezTo>
                      <a:pt x="25" y="0"/>
                      <a:pt x="41" y="26"/>
                      <a:pt x="16" y="6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9" name="Freeform 1246">
                <a:extLst>
                  <a:ext uri="{FF2B5EF4-FFF2-40B4-BE49-F238E27FC236}">
                    <a16:creationId xmlns:a16="http://schemas.microsoft.com/office/drawing/2014/main" id="{07B8CCE6-021E-4C8D-B78A-ED25A511E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561"/>
                <a:ext cx="70" cy="118"/>
              </a:xfrm>
              <a:custGeom>
                <a:avLst/>
                <a:gdLst>
                  <a:gd name="T0" fmla="*/ 102 w 40"/>
                  <a:gd name="T1" fmla="*/ 0 h 63"/>
                  <a:gd name="T2" fmla="*/ 107 w 40"/>
                  <a:gd name="T3" fmla="*/ 414 h 63"/>
                  <a:gd name="T4" fmla="*/ 102 w 40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3">
                    <a:moveTo>
                      <a:pt x="19" y="0"/>
                    </a:moveTo>
                    <a:cubicBezTo>
                      <a:pt x="19" y="0"/>
                      <a:pt x="0" y="40"/>
                      <a:pt x="20" y="63"/>
                    </a:cubicBezTo>
                    <a:cubicBezTo>
                      <a:pt x="20" y="63"/>
                      <a:pt x="40" y="34"/>
                      <a:pt x="19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0" name="Freeform 1247">
                <a:extLst>
                  <a:ext uri="{FF2B5EF4-FFF2-40B4-BE49-F238E27FC236}">
                    <a16:creationId xmlns:a16="http://schemas.microsoft.com/office/drawing/2014/main" id="{32646118-B5FA-4F29-85AA-13CF72E67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473"/>
                <a:ext cx="66" cy="88"/>
              </a:xfrm>
              <a:custGeom>
                <a:avLst/>
                <a:gdLst>
                  <a:gd name="T0" fmla="*/ 63 w 38"/>
                  <a:gd name="T1" fmla="*/ 0 h 47"/>
                  <a:gd name="T2" fmla="*/ 109 w 38"/>
                  <a:gd name="T3" fmla="*/ 309 h 47"/>
                  <a:gd name="T4" fmla="*/ 63 w 38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7">
                    <a:moveTo>
                      <a:pt x="12" y="0"/>
                    </a:moveTo>
                    <a:cubicBezTo>
                      <a:pt x="12" y="0"/>
                      <a:pt x="0" y="30"/>
                      <a:pt x="21" y="47"/>
                    </a:cubicBezTo>
                    <a:cubicBezTo>
                      <a:pt x="21" y="47"/>
                      <a:pt x="38" y="22"/>
                      <a:pt x="12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1" name="Freeform 1248">
                <a:extLst>
                  <a:ext uri="{FF2B5EF4-FFF2-40B4-BE49-F238E27FC236}">
                    <a16:creationId xmlns:a16="http://schemas.microsoft.com/office/drawing/2014/main" id="{04A0055C-1613-4A76-B6B2-79EC6A1ED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365"/>
                <a:ext cx="72" cy="108"/>
              </a:xfrm>
              <a:custGeom>
                <a:avLst/>
                <a:gdLst>
                  <a:gd name="T0" fmla="*/ 44 w 41"/>
                  <a:gd name="T1" fmla="*/ 0 h 58"/>
                  <a:gd name="T2" fmla="*/ 151 w 41"/>
                  <a:gd name="T3" fmla="*/ 374 h 58"/>
                  <a:gd name="T4" fmla="*/ 44 w 4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8">
                    <a:moveTo>
                      <a:pt x="8" y="0"/>
                    </a:moveTo>
                    <a:cubicBezTo>
                      <a:pt x="8" y="0"/>
                      <a:pt x="0" y="40"/>
                      <a:pt x="28" y="58"/>
                    </a:cubicBezTo>
                    <a:cubicBezTo>
                      <a:pt x="28" y="58"/>
                      <a:pt x="41" y="19"/>
                      <a:pt x="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2" name="Freeform 1249">
                <a:extLst>
                  <a:ext uri="{FF2B5EF4-FFF2-40B4-BE49-F238E27FC236}">
                    <a16:creationId xmlns:a16="http://schemas.microsoft.com/office/drawing/2014/main" id="{7E6075D0-CE20-4074-8D6A-AB70C3D3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299"/>
                <a:ext cx="45" cy="66"/>
              </a:xfrm>
              <a:custGeom>
                <a:avLst/>
                <a:gdLst>
                  <a:gd name="T0" fmla="*/ 5 w 26"/>
                  <a:gd name="T1" fmla="*/ 0 h 35"/>
                  <a:gd name="T2" fmla="*/ 107 w 26"/>
                  <a:gd name="T3" fmla="*/ 234 h 35"/>
                  <a:gd name="T4" fmla="*/ 5 w 2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1" y="0"/>
                    </a:moveTo>
                    <a:cubicBezTo>
                      <a:pt x="1" y="0"/>
                      <a:pt x="0" y="28"/>
                      <a:pt x="21" y="35"/>
                    </a:cubicBezTo>
                    <a:cubicBezTo>
                      <a:pt x="21" y="35"/>
                      <a:pt x="26" y="10"/>
                      <a:pt x="1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3" name="Freeform 1250">
                <a:extLst>
                  <a:ext uri="{FF2B5EF4-FFF2-40B4-BE49-F238E27FC236}">
                    <a16:creationId xmlns:a16="http://schemas.microsoft.com/office/drawing/2014/main" id="{0B8512F0-ABF8-4B16-89CC-5B1115A6A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232"/>
                <a:ext cx="66" cy="67"/>
              </a:xfrm>
              <a:custGeom>
                <a:avLst/>
                <a:gdLst>
                  <a:gd name="T0" fmla="*/ 0 w 38"/>
                  <a:gd name="T1" fmla="*/ 0 h 36"/>
                  <a:gd name="T2" fmla="*/ 193 w 38"/>
                  <a:gd name="T3" fmla="*/ 233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10" y="30"/>
                      <a:pt x="37" y="36"/>
                    </a:cubicBezTo>
                    <a:cubicBezTo>
                      <a:pt x="37" y="36"/>
                      <a:pt x="38" y="3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4" name="Freeform 1251">
                <a:extLst>
                  <a:ext uri="{FF2B5EF4-FFF2-40B4-BE49-F238E27FC236}">
                    <a16:creationId xmlns:a16="http://schemas.microsoft.com/office/drawing/2014/main" id="{8BA8A917-DA7C-40F5-B83D-35F869A1E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178"/>
                <a:ext cx="90" cy="67"/>
              </a:xfrm>
              <a:custGeom>
                <a:avLst/>
                <a:gdLst>
                  <a:gd name="T0" fmla="*/ 0 w 51"/>
                  <a:gd name="T1" fmla="*/ 128 h 36"/>
                  <a:gd name="T2" fmla="*/ 281 w 51"/>
                  <a:gd name="T3" fmla="*/ 188 h 36"/>
                  <a:gd name="T4" fmla="*/ 0 w 51"/>
                  <a:gd name="T5" fmla="*/ 12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6" y="36"/>
                      <a:pt x="51" y="29"/>
                    </a:cubicBezTo>
                    <a:cubicBezTo>
                      <a:pt x="51" y="29"/>
                      <a:pt x="34" y="0"/>
                      <a:pt x="0" y="2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5" name="Freeform 1252">
                <a:extLst>
                  <a:ext uri="{FF2B5EF4-FFF2-40B4-BE49-F238E27FC236}">
                    <a16:creationId xmlns:a16="http://schemas.microsoft.com/office/drawing/2014/main" id="{820728CD-FA2F-42B3-A647-DA5D5739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284"/>
                <a:ext cx="24" cy="27"/>
              </a:xfrm>
              <a:custGeom>
                <a:avLst/>
                <a:gdLst>
                  <a:gd name="T0" fmla="*/ 65 w 14"/>
                  <a:gd name="T1" fmla="*/ 15 h 14"/>
                  <a:gd name="T2" fmla="*/ 50 w 14"/>
                  <a:gd name="T3" fmla="*/ 71 h 14"/>
                  <a:gd name="T4" fmla="*/ 9 w 14"/>
                  <a:gd name="T5" fmla="*/ 85 h 14"/>
                  <a:gd name="T6" fmla="*/ 21 w 14"/>
                  <a:gd name="T7" fmla="*/ 29 h 14"/>
                  <a:gd name="T8" fmla="*/ 65 w 14"/>
                  <a:gd name="T9" fmla="*/ 1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3" y="2"/>
                    </a:moveTo>
                    <a:cubicBezTo>
                      <a:pt x="14" y="3"/>
                      <a:pt x="13" y="7"/>
                      <a:pt x="10" y="10"/>
                    </a:cubicBezTo>
                    <a:cubicBezTo>
                      <a:pt x="7" y="13"/>
                      <a:pt x="3" y="14"/>
                      <a:pt x="2" y="12"/>
                    </a:cubicBezTo>
                    <a:cubicBezTo>
                      <a:pt x="0" y="11"/>
                      <a:pt x="1" y="7"/>
                      <a:pt x="4" y="4"/>
                    </a:cubicBezTo>
                    <a:cubicBezTo>
                      <a:pt x="7" y="1"/>
                      <a:pt x="11" y="0"/>
                      <a:pt x="13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6" name="Freeform 1253">
                <a:extLst>
                  <a:ext uri="{FF2B5EF4-FFF2-40B4-BE49-F238E27FC236}">
                    <a16:creationId xmlns:a16="http://schemas.microsoft.com/office/drawing/2014/main" id="{8805C790-1E65-4E2B-8D07-4A43AD226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473"/>
                <a:ext cx="19" cy="30"/>
              </a:xfrm>
              <a:custGeom>
                <a:avLst/>
                <a:gdLst>
                  <a:gd name="T0" fmla="*/ 41 w 11"/>
                  <a:gd name="T1" fmla="*/ 8 h 16"/>
                  <a:gd name="T2" fmla="*/ 50 w 11"/>
                  <a:gd name="T3" fmla="*/ 60 h 16"/>
                  <a:gd name="T4" fmla="*/ 16 w 11"/>
                  <a:gd name="T5" fmla="*/ 99 h 16"/>
                  <a:gd name="T6" fmla="*/ 5 w 11"/>
                  <a:gd name="T7" fmla="*/ 45 h 16"/>
                  <a:gd name="T8" fmla="*/ 41 w 11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8" y="1"/>
                    </a:moveTo>
                    <a:cubicBezTo>
                      <a:pt x="10" y="1"/>
                      <a:pt x="11" y="5"/>
                      <a:pt x="10" y="9"/>
                    </a:cubicBezTo>
                    <a:cubicBezTo>
                      <a:pt x="8" y="13"/>
                      <a:pt x="6" y="16"/>
                      <a:pt x="3" y="15"/>
                    </a:cubicBezTo>
                    <a:cubicBezTo>
                      <a:pt x="1" y="15"/>
                      <a:pt x="0" y="11"/>
                      <a:pt x="1" y="7"/>
                    </a:cubicBezTo>
                    <a:cubicBezTo>
                      <a:pt x="3" y="3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7" name="Freeform 1254">
                <a:extLst>
                  <a:ext uri="{FF2B5EF4-FFF2-40B4-BE49-F238E27FC236}">
                    <a16:creationId xmlns:a16="http://schemas.microsoft.com/office/drawing/2014/main" id="{FE2EA5D7-4686-4ACB-B996-679A4B5DB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1694"/>
                <a:ext cx="16" cy="30"/>
              </a:xfrm>
              <a:custGeom>
                <a:avLst/>
                <a:gdLst>
                  <a:gd name="T0" fmla="*/ 21 w 9"/>
                  <a:gd name="T1" fmla="*/ 0 h 16"/>
                  <a:gd name="T2" fmla="*/ 50 w 9"/>
                  <a:gd name="T3" fmla="*/ 53 h 16"/>
                  <a:gd name="T4" fmla="*/ 28 w 9"/>
                  <a:gd name="T5" fmla="*/ 99 h 16"/>
                  <a:gd name="T6" fmla="*/ 0 w 9"/>
                  <a:gd name="T7" fmla="*/ 53 h 16"/>
                  <a:gd name="T8" fmla="*/ 21 w 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4" y="0"/>
                    </a:moveTo>
                    <a:cubicBezTo>
                      <a:pt x="6" y="0"/>
                      <a:pt x="8" y="3"/>
                      <a:pt x="9" y="8"/>
                    </a:cubicBezTo>
                    <a:cubicBezTo>
                      <a:pt x="9" y="12"/>
                      <a:pt x="7" y="15"/>
                      <a:pt x="5" y="15"/>
                    </a:cubicBezTo>
                    <a:cubicBezTo>
                      <a:pt x="3" y="16"/>
                      <a:pt x="0" y="12"/>
                      <a:pt x="0" y="8"/>
                    </a:cubicBezTo>
                    <a:cubicBezTo>
                      <a:pt x="0" y="4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8" name="Freeform 1255">
                <a:extLst>
                  <a:ext uri="{FF2B5EF4-FFF2-40B4-BE49-F238E27FC236}">
                    <a16:creationId xmlns:a16="http://schemas.microsoft.com/office/drawing/2014/main" id="{E208D0CD-0F77-45D6-8B47-F62C20FA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786"/>
                <a:ext cx="16" cy="30"/>
              </a:xfrm>
              <a:custGeom>
                <a:avLst/>
                <a:gdLst>
                  <a:gd name="T0" fmla="*/ 16 w 9"/>
                  <a:gd name="T1" fmla="*/ 8 h 16"/>
                  <a:gd name="T2" fmla="*/ 44 w 9"/>
                  <a:gd name="T3" fmla="*/ 45 h 16"/>
                  <a:gd name="T4" fmla="*/ 37 w 9"/>
                  <a:gd name="T5" fmla="*/ 105 h 16"/>
                  <a:gd name="T6" fmla="*/ 7 w 9"/>
                  <a:gd name="T7" fmla="*/ 60 h 16"/>
                  <a:gd name="T8" fmla="*/ 16 w 9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3" y="1"/>
                    </a:moveTo>
                    <a:cubicBezTo>
                      <a:pt x="4" y="0"/>
                      <a:pt x="7" y="3"/>
                      <a:pt x="8" y="7"/>
                    </a:cubicBezTo>
                    <a:cubicBezTo>
                      <a:pt x="9" y="11"/>
                      <a:pt x="9" y="15"/>
                      <a:pt x="7" y="16"/>
                    </a:cubicBezTo>
                    <a:cubicBezTo>
                      <a:pt x="5" y="16"/>
                      <a:pt x="2" y="13"/>
                      <a:pt x="1" y="9"/>
                    </a:cubicBezTo>
                    <a:cubicBezTo>
                      <a:pt x="0" y="5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9" name="Freeform 1256">
                <a:extLst>
                  <a:ext uri="{FF2B5EF4-FFF2-40B4-BE49-F238E27FC236}">
                    <a16:creationId xmlns:a16="http://schemas.microsoft.com/office/drawing/2014/main" id="{9355CE7F-3A84-4817-A03A-4ADC5ACD8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1859"/>
                <a:ext cx="16" cy="20"/>
              </a:xfrm>
              <a:custGeom>
                <a:avLst/>
                <a:gdLst>
                  <a:gd name="T0" fmla="*/ 16 w 9"/>
                  <a:gd name="T1" fmla="*/ 0 h 11"/>
                  <a:gd name="T2" fmla="*/ 44 w 9"/>
                  <a:gd name="T3" fmla="*/ 24 h 11"/>
                  <a:gd name="T4" fmla="*/ 36 w 9"/>
                  <a:gd name="T5" fmla="*/ 65 h 11"/>
                  <a:gd name="T6" fmla="*/ 7 w 9"/>
                  <a:gd name="T7" fmla="*/ 36 h 11"/>
                  <a:gd name="T8" fmla="*/ 16 w 9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3" y="0"/>
                    </a:moveTo>
                    <a:cubicBezTo>
                      <a:pt x="5" y="0"/>
                      <a:pt x="7" y="1"/>
                      <a:pt x="8" y="4"/>
                    </a:cubicBezTo>
                    <a:cubicBezTo>
                      <a:pt x="9" y="7"/>
                      <a:pt x="8" y="10"/>
                      <a:pt x="6" y="11"/>
                    </a:cubicBezTo>
                    <a:cubicBezTo>
                      <a:pt x="4" y="11"/>
                      <a:pt x="2" y="9"/>
                      <a:pt x="1" y="6"/>
                    </a:cubicBezTo>
                    <a:cubicBezTo>
                      <a:pt x="0" y="3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0" name="Freeform 1257">
                <a:extLst>
                  <a:ext uri="{FF2B5EF4-FFF2-40B4-BE49-F238E27FC236}">
                    <a16:creationId xmlns:a16="http://schemas.microsoft.com/office/drawing/2014/main" id="{4A651B64-CF2B-43F9-BF5E-7D82E1C22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1924"/>
                <a:ext cx="19" cy="28"/>
              </a:xfrm>
              <a:custGeom>
                <a:avLst/>
                <a:gdLst>
                  <a:gd name="T0" fmla="*/ 9 w 11"/>
                  <a:gd name="T1" fmla="*/ 0 h 15"/>
                  <a:gd name="T2" fmla="*/ 41 w 11"/>
                  <a:gd name="T3" fmla="*/ 32 h 15"/>
                  <a:gd name="T4" fmla="*/ 48 w 11"/>
                  <a:gd name="T5" fmla="*/ 91 h 15"/>
                  <a:gd name="T6" fmla="*/ 9 w 11"/>
                  <a:gd name="T7" fmla="*/ 60 h 15"/>
                  <a:gd name="T8" fmla="*/ 9 w 1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2" y="0"/>
                    </a:moveTo>
                    <a:cubicBezTo>
                      <a:pt x="3" y="0"/>
                      <a:pt x="6" y="2"/>
                      <a:pt x="8" y="5"/>
                    </a:cubicBezTo>
                    <a:cubicBezTo>
                      <a:pt x="10" y="9"/>
                      <a:pt x="11" y="13"/>
                      <a:pt x="9" y="14"/>
                    </a:cubicBezTo>
                    <a:cubicBezTo>
                      <a:pt x="7" y="15"/>
                      <a:pt x="4" y="12"/>
                      <a:pt x="2" y="9"/>
                    </a:cubicBezTo>
                    <a:cubicBezTo>
                      <a:pt x="0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1" name="Freeform 1258">
                <a:extLst>
                  <a:ext uri="{FF2B5EF4-FFF2-40B4-BE49-F238E27FC236}">
                    <a16:creationId xmlns:a16="http://schemas.microsoft.com/office/drawing/2014/main" id="{7D680A4D-A2C1-4EB7-96F9-68464C9C4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988"/>
                <a:ext cx="24" cy="24"/>
              </a:xfrm>
              <a:custGeom>
                <a:avLst/>
                <a:gdLst>
                  <a:gd name="T0" fmla="*/ 9 w 14"/>
                  <a:gd name="T1" fmla="*/ 7 h 13"/>
                  <a:gd name="T2" fmla="*/ 50 w 14"/>
                  <a:gd name="T3" fmla="*/ 24 h 13"/>
                  <a:gd name="T4" fmla="*/ 65 w 14"/>
                  <a:gd name="T5" fmla="*/ 68 h 13"/>
                  <a:gd name="T6" fmla="*/ 26 w 14"/>
                  <a:gd name="T7" fmla="*/ 57 h 13"/>
                  <a:gd name="T8" fmla="*/ 9 w 14"/>
                  <a:gd name="T9" fmla="*/ 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2" y="1"/>
                    </a:moveTo>
                    <a:cubicBezTo>
                      <a:pt x="3" y="0"/>
                      <a:pt x="6" y="1"/>
                      <a:pt x="10" y="4"/>
                    </a:cubicBezTo>
                    <a:cubicBezTo>
                      <a:pt x="13" y="6"/>
                      <a:pt x="14" y="10"/>
                      <a:pt x="13" y="11"/>
                    </a:cubicBezTo>
                    <a:cubicBezTo>
                      <a:pt x="12" y="13"/>
                      <a:pt x="8" y="12"/>
                      <a:pt x="5" y="9"/>
                    </a:cubicBezTo>
                    <a:cubicBezTo>
                      <a:pt x="2" y="6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2" name="Freeform 1259">
                <a:extLst>
                  <a:ext uri="{FF2B5EF4-FFF2-40B4-BE49-F238E27FC236}">
                    <a16:creationId xmlns:a16="http://schemas.microsoft.com/office/drawing/2014/main" id="{1FFDBF2D-962D-4BBF-AEEB-22CA78E7A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2027"/>
                <a:ext cx="28" cy="25"/>
              </a:xfrm>
              <a:custGeom>
                <a:avLst/>
                <a:gdLst>
                  <a:gd name="T0" fmla="*/ 12 w 16"/>
                  <a:gd name="T1" fmla="*/ 23 h 13"/>
                  <a:gd name="T2" fmla="*/ 58 w 16"/>
                  <a:gd name="T3" fmla="*/ 15 h 13"/>
                  <a:gd name="T4" fmla="*/ 81 w 16"/>
                  <a:gd name="T5" fmla="*/ 71 h 13"/>
                  <a:gd name="T6" fmla="*/ 33 w 16"/>
                  <a:gd name="T7" fmla="*/ 77 h 13"/>
                  <a:gd name="T8" fmla="*/ 12 w 16"/>
                  <a:gd name="T9" fmla="*/ 2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2" y="3"/>
                    </a:moveTo>
                    <a:cubicBezTo>
                      <a:pt x="3" y="1"/>
                      <a:pt x="7" y="0"/>
                      <a:pt x="11" y="2"/>
                    </a:cubicBezTo>
                    <a:cubicBezTo>
                      <a:pt x="14" y="4"/>
                      <a:pt x="16" y="8"/>
                      <a:pt x="15" y="10"/>
                    </a:cubicBezTo>
                    <a:cubicBezTo>
                      <a:pt x="14" y="13"/>
                      <a:pt x="10" y="13"/>
                      <a:pt x="6" y="11"/>
                    </a:cubicBezTo>
                    <a:cubicBezTo>
                      <a:pt x="2" y="9"/>
                      <a:pt x="0" y="6"/>
                      <a:pt x="2" y="3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3" name="Freeform 1260">
                <a:extLst>
                  <a:ext uri="{FF2B5EF4-FFF2-40B4-BE49-F238E27FC236}">
                    <a16:creationId xmlns:a16="http://schemas.microsoft.com/office/drawing/2014/main" id="{261D53CE-F97D-4676-823A-B4153C71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46"/>
                <a:ext cx="19" cy="15"/>
              </a:xfrm>
              <a:custGeom>
                <a:avLst/>
                <a:gdLst>
                  <a:gd name="T0" fmla="*/ 0 w 11"/>
                  <a:gd name="T1" fmla="*/ 28 h 8"/>
                  <a:gd name="T2" fmla="*/ 28 w 11"/>
                  <a:gd name="T3" fmla="*/ 0 h 8"/>
                  <a:gd name="T4" fmla="*/ 50 w 11"/>
                  <a:gd name="T5" fmla="*/ 21 h 8"/>
                  <a:gd name="T6" fmla="*/ 29 w 11"/>
                  <a:gd name="T7" fmla="*/ 45 h 8"/>
                  <a:gd name="T8" fmla="*/ 0 w 11"/>
                  <a:gd name="T9" fmla="*/ 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8" y="0"/>
                      <a:pt x="10" y="1"/>
                      <a:pt x="10" y="3"/>
                    </a:cubicBezTo>
                    <a:cubicBezTo>
                      <a:pt x="11" y="5"/>
                      <a:pt x="8" y="7"/>
                      <a:pt x="6" y="7"/>
                    </a:cubicBezTo>
                    <a:cubicBezTo>
                      <a:pt x="3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4" name="Freeform 1261">
                <a:extLst>
                  <a:ext uri="{FF2B5EF4-FFF2-40B4-BE49-F238E27FC236}">
                    <a16:creationId xmlns:a16="http://schemas.microsoft.com/office/drawing/2014/main" id="{EB72FC27-BAEA-41CC-9261-C885AE1CC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906"/>
                <a:ext cx="15" cy="24"/>
              </a:xfrm>
              <a:custGeom>
                <a:avLst/>
                <a:gdLst>
                  <a:gd name="T0" fmla="*/ 8 w 9"/>
                  <a:gd name="T1" fmla="*/ 81 h 13"/>
                  <a:gd name="T2" fmla="*/ 5 w 9"/>
                  <a:gd name="T3" fmla="*/ 31 h 13"/>
                  <a:gd name="T4" fmla="*/ 33 w 9"/>
                  <a:gd name="T5" fmla="*/ 7 h 13"/>
                  <a:gd name="T6" fmla="*/ 37 w 9"/>
                  <a:gd name="T7" fmla="*/ 52 h 13"/>
                  <a:gd name="T8" fmla="*/ 8 w 9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2" y="13"/>
                    </a:moveTo>
                    <a:cubicBezTo>
                      <a:pt x="0" y="12"/>
                      <a:pt x="0" y="9"/>
                      <a:pt x="1" y="5"/>
                    </a:cubicBezTo>
                    <a:cubicBezTo>
                      <a:pt x="3" y="2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8"/>
                    </a:cubicBezTo>
                    <a:cubicBezTo>
                      <a:pt x="6" y="11"/>
                      <a:pt x="4" y="13"/>
                      <a:pt x="2" y="13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5" name="Freeform 1262">
                <a:extLst>
                  <a:ext uri="{FF2B5EF4-FFF2-40B4-BE49-F238E27FC236}">
                    <a16:creationId xmlns:a16="http://schemas.microsoft.com/office/drawing/2014/main" id="{9DEA4BB9-B853-4988-8EC9-7204BF246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827"/>
                <a:ext cx="16" cy="24"/>
              </a:xfrm>
              <a:custGeom>
                <a:avLst/>
                <a:gdLst>
                  <a:gd name="T0" fmla="*/ 16 w 9"/>
                  <a:gd name="T1" fmla="*/ 81 h 13"/>
                  <a:gd name="T2" fmla="*/ 7 w 9"/>
                  <a:gd name="T3" fmla="*/ 37 h 13"/>
                  <a:gd name="T4" fmla="*/ 37 w 9"/>
                  <a:gd name="T5" fmla="*/ 7 h 13"/>
                  <a:gd name="T6" fmla="*/ 44 w 9"/>
                  <a:gd name="T7" fmla="*/ 52 h 13"/>
                  <a:gd name="T8" fmla="*/ 16 w 9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3"/>
                    </a:moveTo>
                    <a:cubicBezTo>
                      <a:pt x="1" y="12"/>
                      <a:pt x="0" y="9"/>
                      <a:pt x="1" y="6"/>
                    </a:cubicBezTo>
                    <a:cubicBezTo>
                      <a:pt x="3" y="2"/>
                      <a:pt x="5" y="0"/>
                      <a:pt x="7" y="1"/>
                    </a:cubicBezTo>
                    <a:cubicBezTo>
                      <a:pt x="9" y="1"/>
                      <a:pt x="9" y="5"/>
                      <a:pt x="8" y="8"/>
                    </a:cubicBezTo>
                    <a:cubicBezTo>
                      <a:pt x="7" y="11"/>
                      <a:pt x="5" y="13"/>
                      <a:pt x="3" y="13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6" name="Freeform 1263">
                <a:extLst>
                  <a:ext uri="{FF2B5EF4-FFF2-40B4-BE49-F238E27FC236}">
                    <a16:creationId xmlns:a16="http://schemas.microsoft.com/office/drawing/2014/main" id="{5A5933DC-6DA1-4B66-9F22-D73AEA4DE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722"/>
                <a:ext cx="17" cy="30"/>
              </a:xfrm>
              <a:custGeom>
                <a:avLst/>
                <a:gdLst>
                  <a:gd name="T0" fmla="*/ 20 w 10"/>
                  <a:gd name="T1" fmla="*/ 99 h 16"/>
                  <a:gd name="T2" fmla="*/ 5 w 10"/>
                  <a:gd name="T3" fmla="*/ 45 h 16"/>
                  <a:gd name="T4" fmla="*/ 29 w 10"/>
                  <a:gd name="T5" fmla="*/ 0 h 16"/>
                  <a:gd name="T6" fmla="*/ 44 w 10"/>
                  <a:gd name="T7" fmla="*/ 53 h 16"/>
                  <a:gd name="T8" fmla="*/ 20 w 10"/>
                  <a:gd name="T9" fmla="*/ 9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4" y="15"/>
                    </a:moveTo>
                    <a:cubicBezTo>
                      <a:pt x="2" y="15"/>
                      <a:pt x="0" y="11"/>
                      <a:pt x="1" y="7"/>
                    </a:cubicBezTo>
                    <a:cubicBezTo>
                      <a:pt x="1" y="3"/>
                      <a:pt x="4" y="0"/>
                      <a:pt x="6" y="0"/>
                    </a:cubicBezTo>
                    <a:cubicBezTo>
                      <a:pt x="8" y="0"/>
                      <a:pt x="10" y="4"/>
                      <a:pt x="9" y="8"/>
                    </a:cubicBezTo>
                    <a:cubicBezTo>
                      <a:pt x="9" y="13"/>
                      <a:pt x="6" y="16"/>
                      <a:pt x="4" y="1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7" name="Freeform 1264">
                <a:extLst>
                  <a:ext uri="{FF2B5EF4-FFF2-40B4-BE49-F238E27FC236}">
                    <a16:creationId xmlns:a16="http://schemas.microsoft.com/office/drawing/2014/main" id="{CFC8EC39-A4E9-4871-AADC-91401F363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612"/>
                <a:ext cx="15" cy="28"/>
              </a:xfrm>
              <a:custGeom>
                <a:avLst/>
                <a:gdLst>
                  <a:gd name="T0" fmla="*/ 22 w 9"/>
                  <a:gd name="T1" fmla="*/ 97 h 15"/>
                  <a:gd name="T2" fmla="*/ 0 w 9"/>
                  <a:gd name="T3" fmla="*/ 52 h 15"/>
                  <a:gd name="T4" fmla="*/ 20 w 9"/>
                  <a:gd name="T5" fmla="*/ 0 h 15"/>
                  <a:gd name="T6" fmla="*/ 42 w 9"/>
                  <a:gd name="T7" fmla="*/ 45 h 15"/>
                  <a:gd name="T8" fmla="*/ 22 w 9"/>
                  <a:gd name="T9" fmla="*/ 9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15"/>
                    </a:moveTo>
                    <a:cubicBezTo>
                      <a:pt x="3" y="15"/>
                      <a:pt x="0" y="12"/>
                      <a:pt x="0" y="8"/>
                    </a:cubicBezTo>
                    <a:cubicBezTo>
                      <a:pt x="0" y="4"/>
                      <a:pt x="2" y="0"/>
                      <a:pt x="4" y="0"/>
                    </a:cubicBezTo>
                    <a:cubicBezTo>
                      <a:pt x="6" y="0"/>
                      <a:pt x="8" y="3"/>
                      <a:pt x="9" y="7"/>
                    </a:cubicBezTo>
                    <a:cubicBezTo>
                      <a:pt x="9" y="11"/>
                      <a:pt x="7" y="15"/>
                      <a:pt x="5" y="1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8" name="Freeform 1265">
                <a:extLst>
                  <a:ext uri="{FF2B5EF4-FFF2-40B4-BE49-F238E27FC236}">
                    <a16:creationId xmlns:a16="http://schemas.microsoft.com/office/drawing/2014/main" id="{32DBFF16-DA9F-4AB3-B6DB-32770BF3C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503"/>
                <a:ext cx="14" cy="30"/>
              </a:xfrm>
              <a:custGeom>
                <a:avLst/>
                <a:gdLst>
                  <a:gd name="T0" fmla="*/ 28 w 8"/>
                  <a:gd name="T1" fmla="*/ 105 h 16"/>
                  <a:gd name="T2" fmla="*/ 0 w 8"/>
                  <a:gd name="T3" fmla="*/ 60 h 16"/>
                  <a:gd name="T4" fmla="*/ 12 w 8"/>
                  <a:gd name="T5" fmla="*/ 8 h 16"/>
                  <a:gd name="T6" fmla="*/ 37 w 8"/>
                  <a:gd name="T7" fmla="*/ 53 h 16"/>
                  <a:gd name="T8" fmla="*/ 28 w 8"/>
                  <a:gd name="T9" fmla="*/ 10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5" y="16"/>
                    </a:moveTo>
                    <a:cubicBezTo>
                      <a:pt x="3" y="16"/>
                      <a:pt x="1" y="13"/>
                      <a:pt x="0" y="9"/>
                    </a:cubicBezTo>
                    <a:cubicBezTo>
                      <a:pt x="0" y="5"/>
                      <a:pt x="0" y="1"/>
                      <a:pt x="2" y="1"/>
                    </a:cubicBezTo>
                    <a:cubicBezTo>
                      <a:pt x="4" y="0"/>
                      <a:pt x="6" y="3"/>
                      <a:pt x="7" y="8"/>
                    </a:cubicBezTo>
                    <a:cubicBezTo>
                      <a:pt x="8" y="12"/>
                      <a:pt x="7" y="15"/>
                      <a:pt x="5" y="16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9" name="Freeform 1266">
                <a:extLst>
                  <a:ext uri="{FF2B5EF4-FFF2-40B4-BE49-F238E27FC236}">
                    <a16:creationId xmlns:a16="http://schemas.microsoft.com/office/drawing/2014/main" id="{4565FC21-6544-4829-94F3-1DD2470F4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397"/>
                <a:ext cx="22" cy="41"/>
              </a:xfrm>
              <a:custGeom>
                <a:avLst/>
                <a:gdLst>
                  <a:gd name="T0" fmla="*/ 49 w 13"/>
                  <a:gd name="T1" fmla="*/ 136 h 22"/>
                  <a:gd name="T2" fmla="*/ 8 w 13"/>
                  <a:gd name="T3" fmla="*/ 76 h 22"/>
                  <a:gd name="T4" fmla="*/ 14 w 13"/>
                  <a:gd name="T5" fmla="*/ 7 h 22"/>
                  <a:gd name="T6" fmla="*/ 54 w 13"/>
                  <a:gd name="T7" fmla="*/ 60 h 22"/>
                  <a:gd name="T8" fmla="*/ 49 w 13"/>
                  <a:gd name="T9" fmla="*/ 13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10" y="21"/>
                    </a:moveTo>
                    <a:cubicBezTo>
                      <a:pt x="8" y="22"/>
                      <a:pt x="4" y="18"/>
                      <a:pt x="2" y="12"/>
                    </a:cubicBezTo>
                    <a:cubicBezTo>
                      <a:pt x="0" y="7"/>
                      <a:pt x="0" y="1"/>
                      <a:pt x="3" y="1"/>
                    </a:cubicBezTo>
                    <a:cubicBezTo>
                      <a:pt x="5" y="0"/>
                      <a:pt x="9" y="4"/>
                      <a:pt x="11" y="9"/>
                    </a:cubicBezTo>
                    <a:cubicBezTo>
                      <a:pt x="13" y="15"/>
                      <a:pt x="13" y="20"/>
                      <a:pt x="10" y="2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0" name="Freeform 1267">
                <a:extLst>
                  <a:ext uri="{FF2B5EF4-FFF2-40B4-BE49-F238E27FC236}">
                    <a16:creationId xmlns:a16="http://schemas.microsoft.com/office/drawing/2014/main" id="{C45B45F0-3BDA-4E9B-BD20-0B6A65822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326"/>
                <a:ext cx="16" cy="22"/>
              </a:xfrm>
              <a:custGeom>
                <a:avLst/>
                <a:gdLst>
                  <a:gd name="T0" fmla="*/ 44 w 9"/>
                  <a:gd name="T1" fmla="*/ 68 h 12"/>
                  <a:gd name="T2" fmla="*/ 12 w 9"/>
                  <a:gd name="T3" fmla="*/ 44 h 12"/>
                  <a:gd name="T4" fmla="*/ 7 w 9"/>
                  <a:gd name="T5" fmla="*/ 7 h 12"/>
                  <a:gd name="T6" fmla="*/ 37 w 9"/>
                  <a:gd name="T7" fmla="*/ 31 h 12"/>
                  <a:gd name="T8" fmla="*/ 44 w 9"/>
                  <a:gd name="T9" fmla="*/ 6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8" y="11"/>
                    </a:moveTo>
                    <a:cubicBezTo>
                      <a:pt x="7" y="12"/>
                      <a:pt x="4" y="10"/>
                      <a:pt x="2" y="7"/>
                    </a:cubicBezTo>
                    <a:cubicBezTo>
                      <a:pt x="1" y="4"/>
                      <a:pt x="0" y="1"/>
                      <a:pt x="1" y="1"/>
                    </a:cubicBezTo>
                    <a:cubicBezTo>
                      <a:pt x="3" y="0"/>
                      <a:pt x="5" y="2"/>
                      <a:pt x="7" y="5"/>
                    </a:cubicBezTo>
                    <a:cubicBezTo>
                      <a:pt x="9" y="8"/>
                      <a:pt x="9" y="11"/>
                      <a:pt x="8" y="1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1" name="Freeform 1268">
                <a:extLst>
                  <a:ext uri="{FF2B5EF4-FFF2-40B4-BE49-F238E27FC236}">
                    <a16:creationId xmlns:a16="http://schemas.microsoft.com/office/drawing/2014/main" id="{C1644CE5-9231-485C-AF15-4CCF0D3CA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255"/>
                <a:ext cx="28" cy="28"/>
              </a:xfrm>
              <a:custGeom>
                <a:avLst/>
                <a:gdLst>
                  <a:gd name="T0" fmla="*/ 81 w 16"/>
                  <a:gd name="T1" fmla="*/ 91 h 15"/>
                  <a:gd name="T2" fmla="*/ 33 w 16"/>
                  <a:gd name="T3" fmla="*/ 65 h 15"/>
                  <a:gd name="T4" fmla="*/ 12 w 16"/>
                  <a:gd name="T5" fmla="*/ 7 h 15"/>
                  <a:gd name="T6" fmla="*/ 58 w 16"/>
                  <a:gd name="T7" fmla="*/ 32 h 15"/>
                  <a:gd name="T8" fmla="*/ 81 w 16"/>
                  <a:gd name="T9" fmla="*/ 9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5" y="14"/>
                    </a:moveTo>
                    <a:cubicBezTo>
                      <a:pt x="13" y="15"/>
                      <a:pt x="9" y="14"/>
                      <a:pt x="6" y="10"/>
                    </a:cubicBezTo>
                    <a:cubicBezTo>
                      <a:pt x="2" y="7"/>
                      <a:pt x="0" y="3"/>
                      <a:pt x="2" y="1"/>
                    </a:cubicBezTo>
                    <a:cubicBezTo>
                      <a:pt x="3" y="0"/>
                      <a:pt x="7" y="2"/>
                      <a:pt x="11" y="5"/>
                    </a:cubicBezTo>
                    <a:cubicBezTo>
                      <a:pt x="14" y="9"/>
                      <a:pt x="16" y="13"/>
                      <a:pt x="15" y="14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2" name="Freeform 1269">
                <a:extLst>
                  <a:ext uri="{FF2B5EF4-FFF2-40B4-BE49-F238E27FC236}">
                    <a16:creationId xmlns:a16="http://schemas.microsoft.com/office/drawing/2014/main" id="{6311285F-2A72-4F2F-B2E1-5206DB2C5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208"/>
                <a:ext cx="28" cy="18"/>
              </a:xfrm>
              <a:custGeom>
                <a:avLst/>
                <a:gdLst>
                  <a:gd name="T0" fmla="*/ 81 w 16"/>
                  <a:gd name="T1" fmla="*/ 41 h 10"/>
                  <a:gd name="T2" fmla="*/ 37 w 16"/>
                  <a:gd name="T3" fmla="*/ 52 h 10"/>
                  <a:gd name="T4" fmla="*/ 0 w 16"/>
                  <a:gd name="T5" fmla="*/ 23 h 10"/>
                  <a:gd name="T6" fmla="*/ 49 w 16"/>
                  <a:gd name="T7" fmla="*/ 7 h 10"/>
                  <a:gd name="T8" fmla="*/ 81 w 16"/>
                  <a:gd name="T9" fmla="*/ 4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5" y="7"/>
                    </a:moveTo>
                    <a:cubicBezTo>
                      <a:pt x="15" y="9"/>
                      <a:pt x="11" y="10"/>
                      <a:pt x="7" y="9"/>
                    </a:cubicBezTo>
                    <a:cubicBezTo>
                      <a:pt x="3" y="9"/>
                      <a:pt x="0" y="6"/>
                      <a:pt x="0" y="4"/>
                    </a:cubicBezTo>
                    <a:cubicBezTo>
                      <a:pt x="1" y="1"/>
                      <a:pt x="4" y="0"/>
                      <a:pt x="9" y="1"/>
                    </a:cubicBezTo>
                    <a:cubicBezTo>
                      <a:pt x="13" y="2"/>
                      <a:pt x="16" y="5"/>
                      <a:pt x="15" y="7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3" name="Freeform 1270">
                <a:extLst>
                  <a:ext uri="{FF2B5EF4-FFF2-40B4-BE49-F238E27FC236}">
                    <a16:creationId xmlns:a16="http://schemas.microsoft.com/office/drawing/2014/main" id="{E48D8CBD-5A27-4B96-ADB9-9A44480DD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1228"/>
                <a:ext cx="27" cy="27"/>
              </a:xfrm>
              <a:custGeom>
                <a:avLst/>
                <a:gdLst>
                  <a:gd name="T0" fmla="*/ 74 w 15"/>
                  <a:gd name="T1" fmla="*/ 15 h 14"/>
                  <a:gd name="T2" fmla="*/ 58 w 15"/>
                  <a:gd name="T3" fmla="*/ 71 h 14"/>
                  <a:gd name="T4" fmla="*/ 7 w 15"/>
                  <a:gd name="T5" fmla="*/ 85 h 14"/>
                  <a:gd name="T6" fmla="*/ 29 w 15"/>
                  <a:gd name="T7" fmla="*/ 29 h 14"/>
                  <a:gd name="T8" fmla="*/ 74 w 15"/>
                  <a:gd name="T9" fmla="*/ 1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3" y="2"/>
                    </a:moveTo>
                    <a:cubicBezTo>
                      <a:pt x="15" y="4"/>
                      <a:pt x="13" y="8"/>
                      <a:pt x="10" y="10"/>
                    </a:cubicBezTo>
                    <a:cubicBezTo>
                      <a:pt x="7" y="13"/>
                      <a:pt x="3" y="14"/>
                      <a:pt x="1" y="12"/>
                    </a:cubicBezTo>
                    <a:cubicBezTo>
                      <a:pt x="0" y="10"/>
                      <a:pt x="1" y="6"/>
                      <a:pt x="5" y="4"/>
                    </a:cubicBezTo>
                    <a:cubicBezTo>
                      <a:pt x="8" y="1"/>
                      <a:pt x="12" y="0"/>
                      <a:pt x="13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4" name="Freeform 1271">
                <a:extLst>
                  <a:ext uri="{FF2B5EF4-FFF2-40B4-BE49-F238E27FC236}">
                    <a16:creationId xmlns:a16="http://schemas.microsoft.com/office/drawing/2014/main" id="{BF0AE5E7-B6F4-4A5D-80B1-9774F2096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012"/>
                <a:ext cx="27" cy="23"/>
              </a:xfrm>
              <a:custGeom>
                <a:avLst/>
                <a:gdLst>
                  <a:gd name="T0" fmla="*/ 7 w 15"/>
                  <a:gd name="T1" fmla="*/ 63 h 12"/>
                  <a:gd name="T2" fmla="*/ 29 w 15"/>
                  <a:gd name="T3" fmla="*/ 15 h 12"/>
                  <a:gd name="T4" fmla="*/ 74 w 15"/>
                  <a:gd name="T5" fmla="*/ 23 h 12"/>
                  <a:gd name="T6" fmla="*/ 58 w 15"/>
                  <a:gd name="T7" fmla="*/ 69 h 12"/>
                  <a:gd name="T8" fmla="*/ 7 w 15"/>
                  <a:gd name="T9" fmla="*/ 6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" y="9"/>
                    </a:moveTo>
                    <a:cubicBezTo>
                      <a:pt x="0" y="7"/>
                      <a:pt x="2" y="4"/>
                      <a:pt x="5" y="2"/>
                    </a:cubicBezTo>
                    <a:cubicBezTo>
                      <a:pt x="8" y="0"/>
                      <a:pt x="12" y="1"/>
                      <a:pt x="13" y="3"/>
                    </a:cubicBezTo>
                    <a:cubicBezTo>
                      <a:pt x="15" y="5"/>
                      <a:pt x="13" y="8"/>
                      <a:pt x="10" y="10"/>
                    </a:cubicBezTo>
                    <a:cubicBezTo>
                      <a:pt x="6" y="12"/>
                      <a:pt x="3" y="12"/>
                      <a:pt x="1" y="9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5" name="Freeform 1272">
                <a:extLst>
                  <a:ext uri="{FF2B5EF4-FFF2-40B4-BE49-F238E27FC236}">
                    <a16:creationId xmlns:a16="http://schemas.microsoft.com/office/drawing/2014/main" id="{EB23AF47-D7AB-4375-84B7-742A90146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1967"/>
                <a:ext cx="14" cy="19"/>
              </a:xfrm>
              <a:custGeom>
                <a:avLst/>
                <a:gdLst>
                  <a:gd name="T0" fmla="*/ 7 w 8"/>
                  <a:gd name="T1" fmla="*/ 61 h 10"/>
                  <a:gd name="T2" fmla="*/ 12 w 8"/>
                  <a:gd name="T3" fmla="*/ 21 h 10"/>
                  <a:gd name="T4" fmla="*/ 37 w 8"/>
                  <a:gd name="T5" fmla="*/ 8 h 10"/>
                  <a:gd name="T6" fmla="*/ 33 w 8"/>
                  <a:gd name="T7" fmla="*/ 40 h 10"/>
                  <a:gd name="T8" fmla="*/ 7 w 8"/>
                  <a:gd name="T9" fmla="*/ 6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1" y="9"/>
                    </a:moveTo>
                    <a:cubicBezTo>
                      <a:pt x="0" y="8"/>
                      <a:pt x="0" y="6"/>
                      <a:pt x="2" y="3"/>
                    </a:cubicBezTo>
                    <a:cubicBezTo>
                      <a:pt x="3" y="1"/>
                      <a:pt x="6" y="0"/>
                      <a:pt x="7" y="1"/>
                    </a:cubicBezTo>
                    <a:cubicBezTo>
                      <a:pt x="8" y="2"/>
                      <a:pt x="7" y="4"/>
                      <a:pt x="6" y="6"/>
                    </a:cubicBezTo>
                    <a:cubicBezTo>
                      <a:pt x="4" y="9"/>
                      <a:pt x="2" y="10"/>
                      <a:pt x="1" y="9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6" name="Freeform 1273">
                <a:extLst>
                  <a:ext uri="{FF2B5EF4-FFF2-40B4-BE49-F238E27FC236}">
                    <a16:creationId xmlns:a16="http://schemas.microsoft.com/office/drawing/2014/main" id="{200D1DE7-03DD-4CE8-B24E-FEB45BC8C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1337"/>
                <a:ext cx="20" cy="30"/>
              </a:xfrm>
              <a:custGeom>
                <a:avLst/>
                <a:gdLst>
                  <a:gd name="T0" fmla="*/ 53 w 11"/>
                  <a:gd name="T1" fmla="*/ 8 h 16"/>
                  <a:gd name="T2" fmla="*/ 53 w 11"/>
                  <a:gd name="T3" fmla="*/ 68 h 16"/>
                  <a:gd name="T4" fmla="*/ 13 w 11"/>
                  <a:gd name="T5" fmla="*/ 99 h 16"/>
                  <a:gd name="T6" fmla="*/ 7 w 11"/>
                  <a:gd name="T7" fmla="*/ 39 h 16"/>
                  <a:gd name="T8" fmla="*/ 53 w 11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9" y="1"/>
                    </a:moveTo>
                    <a:cubicBezTo>
                      <a:pt x="11" y="2"/>
                      <a:pt x="11" y="6"/>
                      <a:pt x="9" y="10"/>
                    </a:cubicBezTo>
                    <a:cubicBezTo>
                      <a:pt x="8" y="14"/>
                      <a:pt x="4" y="16"/>
                      <a:pt x="2" y="15"/>
                    </a:cubicBezTo>
                    <a:cubicBezTo>
                      <a:pt x="0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9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7" name="Freeform 1274">
                <a:extLst>
                  <a:ext uri="{FF2B5EF4-FFF2-40B4-BE49-F238E27FC236}">
                    <a16:creationId xmlns:a16="http://schemas.microsoft.com/office/drawing/2014/main" id="{C8207F38-D7A3-42FA-882E-07C714CD5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1597"/>
                <a:ext cx="10" cy="30"/>
              </a:xfrm>
              <a:custGeom>
                <a:avLst/>
                <a:gdLst>
                  <a:gd name="T0" fmla="*/ 13 w 6"/>
                  <a:gd name="T1" fmla="*/ 8 h 16"/>
                  <a:gd name="T2" fmla="*/ 28 w 6"/>
                  <a:gd name="T3" fmla="*/ 53 h 16"/>
                  <a:gd name="T4" fmla="*/ 13 w 6"/>
                  <a:gd name="T5" fmla="*/ 105 h 16"/>
                  <a:gd name="T6" fmla="*/ 0 w 6"/>
                  <a:gd name="T7" fmla="*/ 53 h 16"/>
                  <a:gd name="T8" fmla="*/ 13 w 6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3" y="1"/>
                    </a:moveTo>
                    <a:cubicBezTo>
                      <a:pt x="5" y="0"/>
                      <a:pt x="6" y="4"/>
                      <a:pt x="6" y="8"/>
                    </a:cubicBezTo>
                    <a:cubicBezTo>
                      <a:pt x="6" y="12"/>
                      <a:pt x="5" y="16"/>
                      <a:pt x="3" y="16"/>
                    </a:cubicBezTo>
                    <a:cubicBezTo>
                      <a:pt x="1" y="16"/>
                      <a:pt x="0" y="12"/>
                      <a:pt x="0" y="8"/>
                    </a:cubicBezTo>
                    <a:cubicBezTo>
                      <a:pt x="0" y="4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8" name="Freeform 1275">
                <a:extLst>
                  <a:ext uri="{FF2B5EF4-FFF2-40B4-BE49-F238E27FC236}">
                    <a16:creationId xmlns:a16="http://schemas.microsoft.com/office/drawing/2014/main" id="{AFE52A4D-048D-4B9E-B794-D856F610C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1419"/>
                <a:ext cx="10" cy="15"/>
              </a:xfrm>
              <a:custGeom>
                <a:avLst/>
                <a:gdLst>
                  <a:gd name="T0" fmla="*/ 20 w 6"/>
                  <a:gd name="T1" fmla="*/ 8 h 8"/>
                  <a:gd name="T2" fmla="*/ 22 w 6"/>
                  <a:gd name="T3" fmla="*/ 32 h 8"/>
                  <a:gd name="T4" fmla="*/ 5 w 6"/>
                  <a:gd name="T5" fmla="*/ 53 h 8"/>
                  <a:gd name="T6" fmla="*/ 5 w 6"/>
                  <a:gd name="T7" fmla="*/ 21 h 8"/>
                  <a:gd name="T8" fmla="*/ 20 w 6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4" y="1"/>
                    </a:moveTo>
                    <a:cubicBezTo>
                      <a:pt x="6" y="1"/>
                      <a:pt x="6" y="3"/>
                      <a:pt x="5" y="5"/>
                    </a:cubicBezTo>
                    <a:cubicBezTo>
                      <a:pt x="4" y="7"/>
                      <a:pt x="2" y="8"/>
                      <a:pt x="1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9" name="Freeform 1276">
                <a:extLst>
                  <a:ext uri="{FF2B5EF4-FFF2-40B4-BE49-F238E27FC236}">
                    <a16:creationId xmlns:a16="http://schemas.microsoft.com/office/drawing/2014/main" id="{723A1623-B60A-471F-B5DE-02CBF20D1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1548"/>
                <a:ext cx="9" cy="15"/>
              </a:xfrm>
              <a:custGeom>
                <a:avLst/>
                <a:gdLst>
                  <a:gd name="T0" fmla="*/ 16 w 5"/>
                  <a:gd name="T1" fmla="*/ 0 h 8"/>
                  <a:gd name="T2" fmla="*/ 29 w 5"/>
                  <a:gd name="T3" fmla="*/ 28 h 8"/>
                  <a:gd name="T4" fmla="*/ 13 w 5"/>
                  <a:gd name="T5" fmla="*/ 53 h 8"/>
                  <a:gd name="T6" fmla="*/ 0 w 5"/>
                  <a:gd name="T7" fmla="*/ 21 h 8"/>
                  <a:gd name="T8" fmla="*/ 16 w 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4" y="0"/>
                      <a:pt x="5" y="2"/>
                      <a:pt x="5" y="4"/>
                    </a:cubicBezTo>
                    <a:cubicBezTo>
                      <a:pt x="4" y="6"/>
                      <a:pt x="3" y="8"/>
                      <a:pt x="2" y="8"/>
                    </a:cubicBezTo>
                    <a:cubicBezTo>
                      <a:pt x="1" y="7"/>
                      <a:pt x="0" y="6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0" name="Oval 1277">
                <a:extLst>
                  <a:ext uri="{FF2B5EF4-FFF2-40B4-BE49-F238E27FC236}">
                    <a16:creationId xmlns:a16="http://schemas.microsoft.com/office/drawing/2014/main" id="{9F594BB4-27C5-4EB8-8777-B81F9F2EF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1195"/>
                <a:ext cx="453" cy="879"/>
              </a:xfrm>
              <a:prstGeom prst="ellipse">
                <a:avLst/>
              </a:prstGeom>
              <a:noFill/>
              <a:ln w="63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1" name="Freeform 1278">
                <a:extLst>
                  <a:ext uri="{FF2B5EF4-FFF2-40B4-BE49-F238E27FC236}">
                    <a16:creationId xmlns:a16="http://schemas.microsoft.com/office/drawing/2014/main" id="{C68DF5FF-B72A-4BFC-8A09-B0CDC9464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206"/>
                <a:ext cx="74" cy="69"/>
              </a:xfrm>
              <a:custGeom>
                <a:avLst/>
                <a:gdLst>
                  <a:gd name="T0" fmla="*/ 229 w 42"/>
                  <a:gd name="T1" fmla="*/ 32 h 37"/>
                  <a:gd name="T2" fmla="*/ 0 w 42"/>
                  <a:gd name="T3" fmla="*/ 218 h 37"/>
                  <a:gd name="T4" fmla="*/ 229 w 42"/>
                  <a:gd name="T5" fmla="*/ 3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42" y="5"/>
                    </a:moveTo>
                    <a:cubicBezTo>
                      <a:pt x="42" y="5"/>
                      <a:pt x="11" y="0"/>
                      <a:pt x="0" y="34"/>
                    </a:cubicBezTo>
                    <a:cubicBezTo>
                      <a:pt x="0" y="34"/>
                      <a:pt x="34" y="37"/>
                      <a:pt x="42" y="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2" name="Freeform 1279">
                <a:extLst>
                  <a:ext uri="{FF2B5EF4-FFF2-40B4-BE49-F238E27FC236}">
                    <a16:creationId xmlns:a16="http://schemas.microsoft.com/office/drawing/2014/main" id="{E30FC22B-07C9-48E5-A1E9-5F2CDA879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269"/>
                <a:ext cx="65" cy="62"/>
              </a:xfrm>
              <a:custGeom>
                <a:avLst/>
                <a:gdLst>
                  <a:gd name="T0" fmla="*/ 135 w 37"/>
                  <a:gd name="T1" fmla="*/ 0 h 33"/>
                  <a:gd name="T2" fmla="*/ 21 w 37"/>
                  <a:gd name="T3" fmla="*/ 197 h 33"/>
                  <a:gd name="T4" fmla="*/ 135 w 37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3">
                    <a:moveTo>
                      <a:pt x="25" y="0"/>
                    </a:moveTo>
                    <a:cubicBezTo>
                      <a:pt x="25" y="0"/>
                      <a:pt x="0" y="4"/>
                      <a:pt x="4" y="30"/>
                    </a:cubicBezTo>
                    <a:cubicBezTo>
                      <a:pt x="4" y="30"/>
                      <a:pt x="37" y="33"/>
                      <a:pt x="25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3" name="Freeform 1280">
                <a:extLst>
                  <a:ext uri="{FF2B5EF4-FFF2-40B4-BE49-F238E27FC236}">
                    <a16:creationId xmlns:a16="http://schemas.microsoft.com/office/drawing/2014/main" id="{3F20C779-67F7-44D9-A0F9-E5BFE8A10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326"/>
                <a:ext cx="49" cy="69"/>
              </a:xfrm>
              <a:custGeom>
                <a:avLst/>
                <a:gdLst>
                  <a:gd name="T0" fmla="*/ 98 w 28"/>
                  <a:gd name="T1" fmla="*/ 0 h 37"/>
                  <a:gd name="T2" fmla="*/ 0 w 28"/>
                  <a:gd name="T3" fmla="*/ 241 h 37"/>
                  <a:gd name="T4" fmla="*/ 98 w 28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7">
                    <a:moveTo>
                      <a:pt x="18" y="0"/>
                    </a:moveTo>
                    <a:cubicBezTo>
                      <a:pt x="18" y="0"/>
                      <a:pt x="1" y="3"/>
                      <a:pt x="0" y="37"/>
                    </a:cubicBezTo>
                    <a:cubicBezTo>
                      <a:pt x="0" y="37"/>
                      <a:pt x="28" y="27"/>
                      <a:pt x="1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4" name="Freeform 1281">
                <a:extLst>
                  <a:ext uri="{FF2B5EF4-FFF2-40B4-BE49-F238E27FC236}">
                    <a16:creationId xmlns:a16="http://schemas.microsoft.com/office/drawing/2014/main" id="{317D523B-4191-4185-93AF-66E311565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1395"/>
                <a:ext cx="36" cy="62"/>
              </a:xfrm>
              <a:custGeom>
                <a:avLst/>
                <a:gdLst>
                  <a:gd name="T0" fmla="*/ 81 w 20"/>
                  <a:gd name="T1" fmla="*/ 0 h 33"/>
                  <a:gd name="T2" fmla="*/ 23 w 20"/>
                  <a:gd name="T3" fmla="*/ 218 h 33"/>
                  <a:gd name="T4" fmla="*/ 81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14" y="0"/>
                    </a:moveTo>
                    <a:cubicBezTo>
                      <a:pt x="14" y="0"/>
                      <a:pt x="0" y="9"/>
                      <a:pt x="4" y="33"/>
                    </a:cubicBezTo>
                    <a:cubicBezTo>
                      <a:pt x="4" y="33"/>
                      <a:pt x="20" y="23"/>
                      <a:pt x="1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5" name="Freeform 1282">
                <a:extLst>
                  <a:ext uri="{FF2B5EF4-FFF2-40B4-BE49-F238E27FC236}">
                    <a16:creationId xmlns:a16="http://schemas.microsoft.com/office/drawing/2014/main" id="{9BDED408-C1CA-46FC-A536-31A940908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1457"/>
                <a:ext cx="58" cy="78"/>
              </a:xfrm>
              <a:custGeom>
                <a:avLst/>
                <a:gdLst>
                  <a:gd name="T0" fmla="*/ 98 w 33"/>
                  <a:gd name="T1" fmla="*/ 0 h 42"/>
                  <a:gd name="T2" fmla="*/ 56 w 33"/>
                  <a:gd name="T3" fmla="*/ 269 h 42"/>
                  <a:gd name="T4" fmla="*/ 98 w 3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2">
                    <a:moveTo>
                      <a:pt x="18" y="0"/>
                    </a:moveTo>
                    <a:cubicBezTo>
                      <a:pt x="18" y="0"/>
                      <a:pt x="0" y="10"/>
                      <a:pt x="10" y="42"/>
                    </a:cubicBezTo>
                    <a:cubicBezTo>
                      <a:pt x="10" y="42"/>
                      <a:pt x="33" y="22"/>
                      <a:pt x="1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6" name="Freeform 1283">
                <a:extLst>
                  <a:ext uri="{FF2B5EF4-FFF2-40B4-BE49-F238E27FC236}">
                    <a16:creationId xmlns:a16="http://schemas.microsoft.com/office/drawing/2014/main" id="{100D0AA7-1129-42C8-95E3-50B8D9636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" y="1535"/>
                <a:ext cx="42" cy="41"/>
              </a:xfrm>
              <a:custGeom>
                <a:avLst/>
                <a:gdLst>
                  <a:gd name="T0" fmla="*/ 77 w 24"/>
                  <a:gd name="T1" fmla="*/ 0 h 22"/>
                  <a:gd name="T2" fmla="*/ 58 w 24"/>
                  <a:gd name="T3" fmla="*/ 142 h 22"/>
                  <a:gd name="T4" fmla="*/ 77 w 2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14" y="0"/>
                    </a:moveTo>
                    <a:cubicBezTo>
                      <a:pt x="14" y="0"/>
                      <a:pt x="0" y="8"/>
                      <a:pt x="11" y="22"/>
                    </a:cubicBezTo>
                    <a:cubicBezTo>
                      <a:pt x="11" y="22"/>
                      <a:pt x="24" y="15"/>
                      <a:pt x="1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7" name="Freeform 1284">
                <a:extLst>
                  <a:ext uri="{FF2B5EF4-FFF2-40B4-BE49-F238E27FC236}">
                    <a16:creationId xmlns:a16="http://schemas.microsoft.com/office/drawing/2014/main" id="{4651D432-C59B-4DBD-8AA7-55B12D30B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1576"/>
                <a:ext cx="56" cy="85"/>
              </a:xfrm>
              <a:custGeom>
                <a:avLst/>
                <a:gdLst>
                  <a:gd name="T0" fmla="*/ 77 w 32"/>
                  <a:gd name="T1" fmla="*/ 0 h 45"/>
                  <a:gd name="T2" fmla="*/ 70 w 32"/>
                  <a:gd name="T3" fmla="*/ 304 h 45"/>
                  <a:gd name="T4" fmla="*/ 77 w 32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5">
                    <a:moveTo>
                      <a:pt x="14" y="0"/>
                    </a:moveTo>
                    <a:cubicBezTo>
                      <a:pt x="14" y="0"/>
                      <a:pt x="0" y="16"/>
                      <a:pt x="13" y="45"/>
                    </a:cubicBezTo>
                    <a:cubicBezTo>
                      <a:pt x="13" y="45"/>
                      <a:pt x="32" y="21"/>
                      <a:pt x="1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8" name="Freeform 1285">
                <a:extLst>
                  <a:ext uri="{FF2B5EF4-FFF2-40B4-BE49-F238E27FC236}">
                    <a16:creationId xmlns:a16="http://schemas.microsoft.com/office/drawing/2014/main" id="{785E6946-1EE7-4E2D-B1C9-6C23783BD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1661"/>
                <a:ext cx="60" cy="101"/>
              </a:xfrm>
              <a:custGeom>
                <a:avLst/>
                <a:gdLst>
                  <a:gd name="T0" fmla="*/ 65 w 34"/>
                  <a:gd name="T1" fmla="*/ 0 h 54"/>
                  <a:gd name="T2" fmla="*/ 99 w 34"/>
                  <a:gd name="T3" fmla="*/ 354 h 54"/>
                  <a:gd name="T4" fmla="*/ 65 w 34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4">
                    <a:moveTo>
                      <a:pt x="12" y="0"/>
                    </a:moveTo>
                    <a:cubicBezTo>
                      <a:pt x="12" y="0"/>
                      <a:pt x="0" y="27"/>
                      <a:pt x="18" y="54"/>
                    </a:cubicBezTo>
                    <a:cubicBezTo>
                      <a:pt x="18" y="54"/>
                      <a:pt x="34" y="27"/>
                      <a:pt x="12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9" name="Freeform 1286">
                <a:extLst>
                  <a:ext uri="{FF2B5EF4-FFF2-40B4-BE49-F238E27FC236}">
                    <a16:creationId xmlns:a16="http://schemas.microsoft.com/office/drawing/2014/main" id="{FE8D7D26-59B2-4A2B-9F70-F20E4B6DC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1762"/>
                <a:ext cx="51" cy="78"/>
              </a:xfrm>
              <a:custGeom>
                <a:avLst/>
                <a:gdLst>
                  <a:gd name="T0" fmla="*/ 44 w 29"/>
                  <a:gd name="T1" fmla="*/ 0 h 42"/>
                  <a:gd name="T2" fmla="*/ 98 w 29"/>
                  <a:gd name="T3" fmla="*/ 269 h 42"/>
                  <a:gd name="T4" fmla="*/ 44 w 2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2">
                    <a:moveTo>
                      <a:pt x="8" y="0"/>
                    </a:moveTo>
                    <a:cubicBezTo>
                      <a:pt x="8" y="0"/>
                      <a:pt x="0" y="24"/>
                      <a:pt x="18" y="42"/>
                    </a:cubicBezTo>
                    <a:cubicBezTo>
                      <a:pt x="18" y="42"/>
                      <a:pt x="29" y="18"/>
                      <a:pt x="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0" name="Freeform 1287">
                <a:extLst>
                  <a:ext uri="{FF2B5EF4-FFF2-40B4-BE49-F238E27FC236}">
                    <a16:creationId xmlns:a16="http://schemas.microsoft.com/office/drawing/2014/main" id="{A4E79E1C-2FC0-43C6-9A74-7360B3086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840"/>
                <a:ext cx="56" cy="53"/>
              </a:xfrm>
              <a:custGeom>
                <a:avLst/>
                <a:gdLst>
                  <a:gd name="T0" fmla="*/ 56 w 32"/>
                  <a:gd name="T1" fmla="*/ 0 h 28"/>
                  <a:gd name="T2" fmla="*/ 114 w 32"/>
                  <a:gd name="T3" fmla="*/ 189 h 28"/>
                  <a:gd name="T4" fmla="*/ 56 w 3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8">
                    <a:moveTo>
                      <a:pt x="10" y="0"/>
                    </a:moveTo>
                    <a:cubicBezTo>
                      <a:pt x="10" y="0"/>
                      <a:pt x="0" y="21"/>
                      <a:pt x="21" y="28"/>
                    </a:cubicBezTo>
                    <a:cubicBezTo>
                      <a:pt x="21" y="28"/>
                      <a:pt x="32" y="7"/>
                      <a:pt x="10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1" name="Freeform 1288">
                <a:extLst>
                  <a:ext uri="{FF2B5EF4-FFF2-40B4-BE49-F238E27FC236}">
                    <a16:creationId xmlns:a16="http://schemas.microsoft.com/office/drawing/2014/main" id="{EA0A2129-39A6-4F14-BFA4-50F211C96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893"/>
                <a:ext cx="47" cy="80"/>
              </a:xfrm>
              <a:custGeom>
                <a:avLst/>
                <a:gdLst>
                  <a:gd name="T0" fmla="*/ 0 w 27"/>
                  <a:gd name="T1" fmla="*/ 0 h 43"/>
                  <a:gd name="T2" fmla="*/ 127 w 27"/>
                  <a:gd name="T3" fmla="*/ 277 h 43"/>
                  <a:gd name="T4" fmla="*/ 0 w 27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3">
                    <a:moveTo>
                      <a:pt x="0" y="0"/>
                    </a:moveTo>
                    <a:cubicBezTo>
                      <a:pt x="0" y="0"/>
                      <a:pt x="0" y="31"/>
                      <a:pt x="24" y="43"/>
                    </a:cubicBezTo>
                    <a:cubicBezTo>
                      <a:pt x="24" y="43"/>
                      <a:pt x="27" y="12"/>
                      <a:pt x="0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2" name="Freeform 1289">
                <a:extLst>
                  <a:ext uri="{FF2B5EF4-FFF2-40B4-BE49-F238E27FC236}">
                    <a16:creationId xmlns:a16="http://schemas.microsoft.com/office/drawing/2014/main" id="{72227C54-EFD7-45D6-A900-FC02A35A7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1973"/>
                <a:ext cx="49" cy="50"/>
              </a:xfrm>
              <a:custGeom>
                <a:avLst/>
                <a:gdLst>
                  <a:gd name="T0" fmla="*/ 21 w 28"/>
                  <a:gd name="T1" fmla="*/ 0 h 27"/>
                  <a:gd name="T2" fmla="*/ 151 w 28"/>
                  <a:gd name="T3" fmla="*/ 172 h 27"/>
                  <a:gd name="T4" fmla="*/ 21 w 2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4" y="0"/>
                    </a:moveTo>
                    <a:cubicBezTo>
                      <a:pt x="4" y="0"/>
                      <a:pt x="0" y="25"/>
                      <a:pt x="28" y="27"/>
                    </a:cubicBezTo>
                    <a:cubicBezTo>
                      <a:pt x="28" y="27"/>
                      <a:pt x="27" y="2"/>
                      <a:pt x="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3" name="Freeform 1290">
                <a:extLst>
                  <a:ext uri="{FF2B5EF4-FFF2-40B4-BE49-F238E27FC236}">
                    <a16:creationId xmlns:a16="http://schemas.microsoft.com/office/drawing/2014/main" id="{144E357D-4309-41F0-816D-04EE25D9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018"/>
                <a:ext cx="65" cy="58"/>
              </a:xfrm>
              <a:custGeom>
                <a:avLst/>
                <a:gdLst>
                  <a:gd name="T0" fmla="*/ 0 w 37"/>
                  <a:gd name="T1" fmla="*/ 21 h 31"/>
                  <a:gd name="T2" fmla="*/ 200 w 37"/>
                  <a:gd name="T3" fmla="*/ 129 h 31"/>
                  <a:gd name="T4" fmla="*/ 0 w 37"/>
                  <a:gd name="T5" fmla="*/ 2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1">
                    <a:moveTo>
                      <a:pt x="0" y="3"/>
                    </a:moveTo>
                    <a:cubicBezTo>
                      <a:pt x="0" y="3"/>
                      <a:pt x="4" y="31"/>
                      <a:pt x="37" y="20"/>
                    </a:cubicBezTo>
                    <a:cubicBezTo>
                      <a:pt x="37" y="20"/>
                      <a:pt x="28" y="0"/>
                      <a:pt x="0" y="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4" name="Freeform 1291">
                <a:extLst>
                  <a:ext uri="{FF2B5EF4-FFF2-40B4-BE49-F238E27FC236}">
                    <a16:creationId xmlns:a16="http://schemas.microsoft.com/office/drawing/2014/main" id="{96620E55-4ABE-47EB-A151-FA1FD6821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027"/>
                <a:ext cx="56" cy="56"/>
              </a:xfrm>
              <a:custGeom>
                <a:avLst/>
                <a:gdLst>
                  <a:gd name="T0" fmla="*/ 0 w 32"/>
                  <a:gd name="T1" fmla="*/ 97 h 30"/>
                  <a:gd name="T2" fmla="*/ 172 w 32"/>
                  <a:gd name="T3" fmla="*/ 60 h 30"/>
                  <a:gd name="T4" fmla="*/ 0 w 32"/>
                  <a:gd name="T5" fmla="*/ 9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0">
                    <a:moveTo>
                      <a:pt x="0" y="15"/>
                    </a:moveTo>
                    <a:cubicBezTo>
                      <a:pt x="0" y="15"/>
                      <a:pt x="22" y="30"/>
                      <a:pt x="32" y="9"/>
                    </a:cubicBezTo>
                    <a:cubicBezTo>
                      <a:pt x="32" y="9"/>
                      <a:pt x="15" y="0"/>
                      <a:pt x="0" y="1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5" name="Freeform 1292">
                <a:extLst>
                  <a:ext uri="{FF2B5EF4-FFF2-40B4-BE49-F238E27FC236}">
                    <a16:creationId xmlns:a16="http://schemas.microsoft.com/office/drawing/2014/main" id="{0B3D37B4-AA7B-438A-8C99-4856CDD9C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999"/>
                <a:ext cx="58" cy="58"/>
              </a:xfrm>
              <a:custGeom>
                <a:avLst/>
                <a:gdLst>
                  <a:gd name="T0" fmla="*/ 0 w 33"/>
                  <a:gd name="T1" fmla="*/ 157 h 31"/>
                  <a:gd name="T2" fmla="*/ 179 w 33"/>
                  <a:gd name="T3" fmla="*/ 0 h 31"/>
                  <a:gd name="T4" fmla="*/ 0 w 33"/>
                  <a:gd name="T5" fmla="*/ 15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1">
                    <a:moveTo>
                      <a:pt x="0" y="24"/>
                    </a:moveTo>
                    <a:cubicBezTo>
                      <a:pt x="0" y="24"/>
                      <a:pt x="30" y="31"/>
                      <a:pt x="33" y="0"/>
                    </a:cubicBezTo>
                    <a:cubicBezTo>
                      <a:pt x="33" y="0"/>
                      <a:pt x="5" y="5"/>
                      <a:pt x="0" y="2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6" name="Freeform 1293">
                <a:extLst>
                  <a:ext uri="{FF2B5EF4-FFF2-40B4-BE49-F238E27FC236}">
                    <a16:creationId xmlns:a16="http://schemas.microsoft.com/office/drawing/2014/main" id="{F372A290-8A22-496E-86B5-FF8ED5155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951"/>
                <a:ext cx="39" cy="48"/>
              </a:xfrm>
              <a:custGeom>
                <a:avLst/>
                <a:gdLst>
                  <a:gd name="T0" fmla="*/ 0 w 22"/>
                  <a:gd name="T1" fmla="*/ 164 h 26"/>
                  <a:gd name="T2" fmla="*/ 110 w 22"/>
                  <a:gd name="T3" fmla="*/ 0 h 26"/>
                  <a:gd name="T4" fmla="*/ 0 w 22"/>
                  <a:gd name="T5" fmla="*/ 16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6">
                    <a:moveTo>
                      <a:pt x="0" y="26"/>
                    </a:moveTo>
                    <a:cubicBezTo>
                      <a:pt x="0" y="26"/>
                      <a:pt x="1" y="11"/>
                      <a:pt x="20" y="0"/>
                    </a:cubicBezTo>
                    <a:cubicBezTo>
                      <a:pt x="20" y="0"/>
                      <a:pt x="22" y="19"/>
                      <a:pt x="0" y="2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7" name="Freeform 1294">
                <a:extLst>
                  <a:ext uri="{FF2B5EF4-FFF2-40B4-BE49-F238E27FC236}">
                    <a16:creationId xmlns:a16="http://schemas.microsoft.com/office/drawing/2014/main" id="{583B0056-2943-421A-BF1D-5860C8B4C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881"/>
                <a:ext cx="56" cy="70"/>
              </a:xfrm>
              <a:custGeom>
                <a:avLst/>
                <a:gdLst>
                  <a:gd name="T0" fmla="*/ 28 w 32"/>
                  <a:gd name="T1" fmla="*/ 250 h 37"/>
                  <a:gd name="T2" fmla="*/ 130 w 32"/>
                  <a:gd name="T3" fmla="*/ 0 h 37"/>
                  <a:gd name="T4" fmla="*/ 28 w 32"/>
                  <a:gd name="T5" fmla="*/ 25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7">
                    <a:moveTo>
                      <a:pt x="5" y="37"/>
                    </a:moveTo>
                    <a:cubicBezTo>
                      <a:pt x="5" y="37"/>
                      <a:pt x="0" y="13"/>
                      <a:pt x="24" y="0"/>
                    </a:cubicBezTo>
                    <a:cubicBezTo>
                      <a:pt x="24" y="0"/>
                      <a:pt x="32" y="26"/>
                      <a:pt x="5" y="3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8" name="Freeform 1295">
                <a:extLst>
                  <a:ext uri="{FF2B5EF4-FFF2-40B4-BE49-F238E27FC236}">
                    <a16:creationId xmlns:a16="http://schemas.microsoft.com/office/drawing/2014/main" id="{997A4DBE-4B70-4A79-A128-61BEF991D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791"/>
                <a:ext cx="65" cy="90"/>
              </a:xfrm>
              <a:custGeom>
                <a:avLst/>
                <a:gdLst>
                  <a:gd name="T0" fmla="*/ 44 w 37"/>
                  <a:gd name="T1" fmla="*/ 317 h 48"/>
                  <a:gd name="T2" fmla="*/ 130 w 37"/>
                  <a:gd name="T3" fmla="*/ 0 h 48"/>
                  <a:gd name="T4" fmla="*/ 44 w 37"/>
                  <a:gd name="T5" fmla="*/ 31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8">
                    <a:moveTo>
                      <a:pt x="8" y="48"/>
                    </a:moveTo>
                    <a:cubicBezTo>
                      <a:pt x="8" y="48"/>
                      <a:pt x="0" y="20"/>
                      <a:pt x="24" y="0"/>
                    </a:cubicBezTo>
                    <a:cubicBezTo>
                      <a:pt x="24" y="0"/>
                      <a:pt x="37" y="30"/>
                      <a:pt x="8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9" name="Freeform 1296">
                <a:extLst>
                  <a:ext uri="{FF2B5EF4-FFF2-40B4-BE49-F238E27FC236}">
                    <a16:creationId xmlns:a16="http://schemas.microsoft.com/office/drawing/2014/main" id="{7F4FCFCF-02ED-41EC-BE41-B8517B901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679"/>
                <a:ext cx="72" cy="112"/>
              </a:xfrm>
              <a:custGeom>
                <a:avLst/>
                <a:gdLst>
                  <a:gd name="T0" fmla="*/ 86 w 41"/>
                  <a:gd name="T1" fmla="*/ 390 h 60"/>
                  <a:gd name="T2" fmla="*/ 135 w 41"/>
                  <a:gd name="T3" fmla="*/ 0 h 60"/>
                  <a:gd name="T4" fmla="*/ 86 w 41"/>
                  <a:gd name="T5" fmla="*/ 39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0">
                    <a:moveTo>
                      <a:pt x="16" y="60"/>
                    </a:moveTo>
                    <a:cubicBezTo>
                      <a:pt x="16" y="60"/>
                      <a:pt x="0" y="29"/>
                      <a:pt x="25" y="0"/>
                    </a:cubicBezTo>
                    <a:cubicBezTo>
                      <a:pt x="25" y="0"/>
                      <a:pt x="41" y="26"/>
                      <a:pt x="16" y="6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0" name="Freeform 1297">
                <a:extLst>
                  <a:ext uri="{FF2B5EF4-FFF2-40B4-BE49-F238E27FC236}">
                    <a16:creationId xmlns:a16="http://schemas.microsoft.com/office/drawing/2014/main" id="{A1D6450C-7B61-44C7-BA8A-995DF11F2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561"/>
                <a:ext cx="70" cy="118"/>
              </a:xfrm>
              <a:custGeom>
                <a:avLst/>
                <a:gdLst>
                  <a:gd name="T0" fmla="*/ 102 w 40"/>
                  <a:gd name="T1" fmla="*/ 0 h 63"/>
                  <a:gd name="T2" fmla="*/ 107 w 40"/>
                  <a:gd name="T3" fmla="*/ 414 h 63"/>
                  <a:gd name="T4" fmla="*/ 102 w 40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3">
                    <a:moveTo>
                      <a:pt x="19" y="0"/>
                    </a:moveTo>
                    <a:cubicBezTo>
                      <a:pt x="19" y="0"/>
                      <a:pt x="0" y="40"/>
                      <a:pt x="20" y="63"/>
                    </a:cubicBezTo>
                    <a:cubicBezTo>
                      <a:pt x="20" y="63"/>
                      <a:pt x="40" y="34"/>
                      <a:pt x="19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1" name="Freeform 1298">
                <a:extLst>
                  <a:ext uri="{FF2B5EF4-FFF2-40B4-BE49-F238E27FC236}">
                    <a16:creationId xmlns:a16="http://schemas.microsoft.com/office/drawing/2014/main" id="{03A68749-7A39-46CB-912D-45BB568A5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473"/>
                <a:ext cx="66" cy="88"/>
              </a:xfrm>
              <a:custGeom>
                <a:avLst/>
                <a:gdLst>
                  <a:gd name="T0" fmla="*/ 63 w 38"/>
                  <a:gd name="T1" fmla="*/ 0 h 47"/>
                  <a:gd name="T2" fmla="*/ 109 w 38"/>
                  <a:gd name="T3" fmla="*/ 309 h 47"/>
                  <a:gd name="T4" fmla="*/ 63 w 38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7">
                    <a:moveTo>
                      <a:pt x="12" y="0"/>
                    </a:moveTo>
                    <a:cubicBezTo>
                      <a:pt x="12" y="0"/>
                      <a:pt x="0" y="30"/>
                      <a:pt x="21" y="47"/>
                    </a:cubicBezTo>
                    <a:cubicBezTo>
                      <a:pt x="21" y="47"/>
                      <a:pt x="38" y="22"/>
                      <a:pt x="12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2" name="Freeform 1299">
                <a:extLst>
                  <a:ext uri="{FF2B5EF4-FFF2-40B4-BE49-F238E27FC236}">
                    <a16:creationId xmlns:a16="http://schemas.microsoft.com/office/drawing/2014/main" id="{D9B5285D-197C-4741-8C56-1108B673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365"/>
                <a:ext cx="72" cy="108"/>
              </a:xfrm>
              <a:custGeom>
                <a:avLst/>
                <a:gdLst>
                  <a:gd name="T0" fmla="*/ 44 w 41"/>
                  <a:gd name="T1" fmla="*/ 0 h 58"/>
                  <a:gd name="T2" fmla="*/ 151 w 41"/>
                  <a:gd name="T3" fmla="*/ 374 h 58"/>
                  <a:gd name="T4" fmla="*/ 44 w 4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8">
                    <a:moveTo>
                      <a:pt x="8" y="0"/>
                    </a:moveTo>
                    <a:cubicBezTo>
                      <a:pt x="8" y="0"/>
                      <a:pt x="0" y="40"/>
                      <a:pt x="28" y="58"/>
                    </a:cubicBezTo>
                    <a:cubicBezTo>
                      <a:pt x="28" y="58"/>
                      <a:pt x="41" y="19"/>
                      <a:pt x="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3" name="Freeform 1300">
                <a:extLst>
                  <a:ext uri="{FF2B5EF4-FFF2-40B4-BE49-F238E27FC236}">
                    <a16:creationId xmlns:a16="http://schemas.microsoft.com/office/drawing/2014/main" id="{08DC0F64-E783-40B7-97E0-D97BF3D07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299"/>
                <a:ext cx="45" cy="66"/>
              </a:xfrm>
              <a:custGeom>
                <a:avLst/>
                <a:gdLst>
                  <a:gd name="T0" fmla="*/ 5 w 26"/>
                  <a:gd name="T1" fmla="*/ 0 h 35"/>
                  <a:gd name="T2" fmla="*/ 107 w 26"/>
                  <a:gd name="T3" fmla="*/ 234 h 35"/>
                  <a:gd name="T4" fmla="*/ 5 w 2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1" y="0"/>
                    </a:moveTo>
                    <a:cubicBezTo>
                      <a:pt x="1" y="0"/>
                      <a:pt x="0" y="28"/>
                      <a:pt x="21" y="35"/>
                    </a:cubicBezTo>
                    <a:cubicBezTo>
                      <a:pt x="21" y="35"/>
                      <a:pt x="26" y="10"/>
                      <a:pt x="1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4" name="Freeform 1301">
                <a:extLst>
                  <a:ext uri="{FF2B5EF4-FFF2-40B4-BE49-F238E27FC236}">
                    <a16:creationId xmlns:a16="http://schemas.microsoft.com/office/drawing/2014/main" id="{278FC20C-6C84-484A-B98D-5FA99C5C0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232"/>
                <a:ext cx="66" cy="67"/>
              </a:xfrm>
              <a:custGeom>
                <a:avLst/>
                <a:gdLst>
                  <a:gd name="T0" fmla="*/ 0 w 38"/>
                  <a:gd name="T1" fmla="*/ 0 h 36"/>
                  <a:gd name="T2" fmla="*/ 193 w 38"/>
                  <a:gd name="T3" fmla="*/ 233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10" y="30"/>
                      <a:pt x="37" y="36"/>
                    </a:cubicBezTo>
                    <a:cubicBezTo>
                      <a:pt x="37" y="36"/>
                      <a:pt x="38" y="3"/>
                      <a:pt x="0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5" name="Freeform 1302">
                <a:extLst>
                  <a:ext uri="{FF2B5EF4-FFF2-40B4-BE49-F238E27FC236}">
                    <a16:creationId xmlns:a16="http://schemas.microsoft.com/office/drawing/2014/main" id="{ADAF520A-555A-4132-9B36-869425367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178"/>
                <a:ext cx="90" cy="67"/>
              </a:xfrm>
              <a:custGeom>
                <a:avLst/>
                <a:gdLst>
                  <a:gd name="T0" fmla="*/ 0 w 51"/>
                  <a:gd name="T1" fmla="*/ 128 h 36"/>
                  <a:gd name="T2" fmla="*/ 281 w 51"/>
                  <a:gd name="T3" fmla="*/ 188 h 36"/>
                  <a:gd name="T4" fmla="*/ 0 w 51"/>
                  <a:gd name="T5" fmla="*/ 12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6" y="36"/>
                      <a:pt x="51" y="29"/>
                    </a:cubicBezTo>
                    <a:cubicBezTo>
                      <a:pt x="51" y="29"/>
                      <a:pt x="34" y="0"/>
                      <a:pt x="0" y="2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6" name="Freeform 1303">
                <a:extLst>
                  <a:ext uri="{FF2B5EF4-FFF2-40B4-BE49-F238E27FC236}">
                    <a16:creationId xmlns:a16="http://schemas.microsoft.com/office/drawing/2014/main" id="{9C44394B-40BB-4058-9599-F7F10C107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161"/>
                <a:ext cx="291" cy="206"/>
              </a:xfrm>
              <a:custGeom>
                <a:avLst/>
                <a:gdLst>
                  <a:gd name="T0" fmla="*/ 0 w 166"/>
                  <a:gd name="T1" fmla="*/ 24 h 110"/>
                  <a:gd name="T2" fmla="*/ 314 w 166"/>
                  <a:gd name="T3" fmla="*/ 294 h 110"/>
                  <a:gd name="T4" fmla="*/ 894 w 166"/>
                  <a:gd name="T5" fmla="*/ 0 h 110"/>
                  <a:gd name="T6" fmla="*/ 458 w 166"/>
                  <a:gd name="T7" fmla="*/ 474 h 110"/>
                  <a:gd name="T8" fmla="*/ 184 w 166"/>
                  <a:gd name="T9" fmla="*/ 189 h 110"/>
                  <a:gd name="T10" fmla="*/ 0 w 166"/>
                  <a:gd name="T11" fmla="*/ 24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110">
                    <a:moveTo>
                      <a:pt x="0" y="4"/>
                    </a:moveTo>
                    <a:cubicBezTo>
                      <a:pt x="0" y="4"/>
                      <a:pt x="28" y="17"/>
                      <a:pt x="58" y="45"/>
                    </a:cubicBezTo>
                    <a:cubicBezTo>
                      <a:pt x="76" y="62"/>
                      <a:pt x="121" y="110"/>
                      <a:pt x="166" y="0"/>
                    </a:cubicBezTo>
                    <a:cubicBezTo>
                      <a:pt x="166" y="0"/>
                      <a:pt x="142" y="101"/>
                      <a:pt x="85" y="72"/>
                    </a:cubicBezTo>
                    <a:cubicBezTo>
                      <a:pt x="72" y="65"/>
                      <a:pt x="48" y="40"/>
                      <a:pt x="34" y="29"/>
                    </a:cubicBezTo>
                    <a:cubicBezTo>
                      <a:pt x="28" y="23"/>
                      <a:pt x="17" y="14"/>
                      <a:pt x="0" y="4"/>
                    </a:cubicBez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7" name="Freeform 1304">
                <a:extLst>
                  <a:ext uri="{FF2B5EF4-FFF2-40B4-BE49-F238E27FC236}">
                    <a16:creationId xmlns:a16="http://schemas.microsoft.com/office/drawing/2014/main" id="{D8F3D16D-91E1-488E-AB86-AD0796A6C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974"/>
                <a:ext cx="95" cy="62"/>
              </a:xfrm>
              <a:custGeom>
                <a:avLst/>
                <a:gdLst>
                  <a:gd name="T0" fmla="*/ 0 w 54"/>
                  <a:gd name="T1" fmla="*/ 218 h 33"/>
                  <a:gd name="T2" fmla="*/ 158 w 54"/>
                  <a:gd name="T3" fmla="*/ 128 h 33"/>
                  <a:gd name="T4" fmla="*/ 294 w 54"/>
                  <a:gd name="T5" fmla="*/ 0 h 33"/>
                  <a:gd name="T6" fmla="*/ 121 w 54"/>
                  <a:gd name="T7" fmla="*/ 137 h 33"/>
                  <a:gd name="T8" fmla="*/ 0 w 54"/>
                  <a:gd name="T9" fmla="*/ 21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3">
                    <a:moveTo>
                      <a:pt x="0" y="33"/>
                    </a:moveTo>
                    <a:cubicBezTo>
                      <a:pt x="0" y="33"/>
                      <a:pt x="12" y="21"/>
                      <a:pt x="29" y="19"/>
                    </a:cubicBezTo>
                    <a:cubicBezTo>
                      <a:pt x="45" y="17"/>
                      <a:pt x="54" y="0"/>
                      <a:pt x="54" y="0"/>
                    </a:cubicBezTo>
                    <a:cubicBezTo>
                      <a:pt x="54" y="0"/>
                      <a:pt x="45" y="19"/>
                      <a:pt x="22" y="21"/>
                    </a:cubicBezTo>
                    <a:cubicBezTo>
                      <a:pt x="13" y="22"/>
                      <a:pt x="0" y="33"/>
                      <a:pt x="0" y="33"/>
                    </a:cubicBez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8" name="Freeform 1305">
                <a:extLst>
                  <a:ext uri="{FF2B5EF4-FFF2-40B4-BE49-F238E27FC236}">
                    <a16:creationId xmlns:a16="http://schemas.microsoft.com/office/drawing/2014/main" id="{8539A09C-63CC-4BB2-A53E-0D97895AE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095"/>
                <a:ext cx="59" cy="75"/>
              </a:xfrm>
              <a:custGeom>
                <a:avLst/>
                <a:gdLst>
                  <a:gd name="T0" fmla="*/ 0 w 34"/>
                  <a:gd name="T1" fmla="*/ 99 h 40"/>
                  <a:gd name="T2" fmla="*/ 177 w 34"/>
                  <a:gd name="T3" fmla="*/ 264 h 40"/>
                  <a:gd name="T4" fmla="*/ 30 w 3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0" y="15"/>
                    </a:moveTo>
                    <a:cubicBezTo>
                      <a:pt x="10" y="25"/>
                      <a:pt x="23" y="32"/>
                      <a:pt x="34" y="40"/>
                    </a:cubicBezTo>
                    <a:cubicBezTo>
                      <a:pt x="25" y="27"/>
                      <a:pt x="10" y="13"/>
                      <a:pt x="6" y="0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9" name="Freeform 1306">
                <a:extLst>
                  <a:ext uri="{FF2B5EF4-FFF2-40B4-BE49-F238E27FC236}">
                    <a16:creationId xmlns:a16="http://schemas.microsoft.com/office/drawing/2014/main" id="{1346B008-85DB-48E9-AD94-1342FCFA2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819"/>
                <a:ext cx="21" cy="18"/>
              </a:xfrm>
              <a:custGeom>
                <a:avLst/>
                <a:gdLst>
                  <a:gd name="T0" fmla="*/ 21 w 12"/>
                  <a:gd name="T1" fmla="*/ 0 h 10"/>
                  <a:gd name="T2" fmla="*/ 65 w 12"/>
                  <a:gd name="T3" fmla="*/ 58 h 10"/>
                  <a:gd name="T4" fmla="*/ 0 w 12"/>
                  <a:gd name="T5" fmla="*/ 4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0"/>
                    </a:moveTo>
                    <a:cubicBezTo>
                      <a:pt x="7" y="3"/>
                      <a:pt x="10" y="6"/>
                      <a:pt x="12" y="10"/>
                    </a:cubicBezTo>
                    <a:cubicBezTo>
                      <a:pt x="8" y="10"/>
                      <a:pt x="4" y="8"/>
                      <a:pt x="0" y="7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0" name="Freeform 1307">
                <a:extLst>
                  <a:ext uri="{FF2B5EF4-FFF2-40B4-BE49-F238E27FC236}">
                    <a16:creationId xmlns:a16="http://schemas.microsoft.com/office/drawing/2014/main" id="{B6713665-9A2B-4C30-926A-6045281B6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047"/>
                <a:ext cx="44" cy="60"/>
              </a:xfrm>
              <a:custGeom>
                <a:avLst/>
                <a:gdLst>
                  <a:gd name="T0" fmla="*/ 0 w 25"/>
                  <a:gd name="T1" fmla="*/ 81 h 32"/>
                  <a:gd name="T2" fmla="*/ 130 w 25"/>
                  <a:gd name="T3" fmla="*/ 212 h 32"/>
                  <a:gd name="T4" fmla="*/ 77 w 25"/>
                  <a:gd name="T5" fmla="*/ 105 h 32"/>
                  <a:gd name="T6" fmla="*/ 44 w 25"/>
                  <a:gd name="T7" fmla="*/ 0 h 32"/>
                  <a:gd name="T8" fmla="*/ 136 w 25"/>
                  <a:gd name="T9" fmla="*/ 9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2">
                    <a:moveTo>
                      <a:pt x="0" y="12"/>
                    </a:moveTo>
                    <a:cubicBezTo>
                      <a:pt x="7" y="16"/>
                      <a:pt x="14" y="27"/>
                      <a:pt x="24" y="32"/>
                    </a:cubicBezTo>
                    <a:cubicBezTo>
                      <a:pt x="22" y="26"/>
                      <a:pt x="17" y="21"/>
                      <a:pt x="14" y="16"/>
                    </a:cubicBezTo>
                    <a:cubicBezTo>
                      <a:pt x="12" y="11"/>
                      <a:pt x="9" y="5"/>
                      <a:pt x="8" y="0"/>
                    </a:cubicBezTo>
                    <a:cubicBezTo>
                      <a:pt x="13" y="3"/>
                      <a:pt x="23" y="13"/>
                      <a:pt x="25" y="14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1" name="Freeform 1308">
                <a:extLst>
                  <a:ext uri="{FF2B5EF4-FFF2-40B4-BE49-F238E27FC236}">
                    <a16:creationId xmlns:a16="http://schemas.microsoft.com/office/drawing/2014/main" id="{90A5E1BF-FCAD-441D-A0D6-B922F5B7C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805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9 w 5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4"/>
                      <a:pt x="2" y="8"/>
                      <a:pt x="5" y="11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2" name="Freeform 1309">
                <a:extLst>
                  <a:ext uri="{FF2B5EF4-FFF2-40B4-BE49-F238E27FC236}">
                    <a16:creationId xmlns:a16="http://schemas.microsoft.com/office/drawing/2014/main" id="{1EABFA3D-72AE-414A-9B26-63538B229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854"/>
                <a:ext cx="29" cy="41"/>
              </a:xfrm>
              <a:custGeom>
                <a:avLst/>
                <a:gdLst>
                  <a:gd name="T0" fmla="*/ 58 w 17"/>
                  <a:gd name="T1" fmla="*/ 142 h 22"/>
                  <a:gd name="T2" fmla="*/ 0 w 17"/>
                  <a:gd name="T3" fmla="*/ 73 h 22"/>
                  <a:gd name="T4" fmla="*/ 84 w 17"/>
                  <a:gd name="T5" fmla="*/ 39 h 22"/>
                  <a:gd name="T6" fmla="*/ 20 w 17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12" y="22"/>
                    </a:moveTo>
                    <a:cubicBezTo>
                      <a:pt x="8" y="18"/>
                      <a:pt x="4" y="14"/>
                      <a:pt x="0" y="11"/>
                    </a:cubicBezTo>
                    <a:cubicBezTo>
                      <a:pt x="2" y="8"/>
                      <a:pt x="14" y="7"/>
                      <a:pt x="17" y="6"/>
                    </a:cubicBezTo>
                    <a:cubicBezTo>
                      <a:pt x="13" y="4"/>
                      <a:pt x="9" y="1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3" name="Freeform 1310">
                <a:extLst>
                  <a:ext uri="{FF2B5EF4-FFF2-40B4-BE49-F238E27FC236}">
                    <a16:creationId xmlns:a16="http://schemas.microsoft.com/office/drawing/2014/main" id="{4DDAC746-5151-4997-8F57-6BF1B68FCD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0" y="1109"/>
                <a:ext cx="559" cy="1051"/>
              </a:xfrm>
              <a:custGeom>
                <a:avLst/>
                <a:gdLst>
                  <a:gd name="T0" fmla="*/ 857 w 319"/>
                  <a:gd name="T1" fmla="*/ 0 h 562"/>
                  <a:gd name="T2" fmla="*/ 0 w 319"/>
                  <a:gd name="T3" fmla="*/ 1840 h 562"/>
                  <a:gd name="T4" fmla="*/ 857 w 319"/>
                  <a:gd name="T5" fmla="*/ 3675 h 562"/>
                  <a:gd name="T6" fmla="*/ 1717 w 319"/>
                  <a:gd name="T7" fmla="*/ 1840 h 562"/>
                  <a:gd name="T8" fmla="*/ 857 w 319"/>
                  <a:gd name="T9" fmla="*/ 0 h 562"/>
                  <a:gd name="T10" fmla="*/ 836 w 319"/>
                  <a:gd name="T11" fmla="*/ 3540 h 562"/>
                  <a:gd name="T12" fmla="*/ 56 w 319"/>
                  <a:gd name="T13" fmla="*/ 1840 h 562"/>
                  <a:gd name="T14" fmla="*/ 836 w 319"/>
                  <a:gd name="T15" fmla="*/ 144 h 562"/>
                  <a:gd name="T16" fmla="*/ 1609 w 319"/>
                  <a:gd name="T17" fmla="*/ 1840 h 562"/>
                  <a:gd name="T18" fmla="*/ 836 w 319"/>
                  <a:gd name="T19" fmla="*/ 3540 h 5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9" h="562">
                    <a:moveTo>
                      <a:pt x="159" y="0"/>
                    </a:moveTo>
                    <a:cubicBezTo>
                      <a:pt x="71" y="0"/>
                      <a:pt x="0" y="126"/>
                      <a:pt x="0" y="281"/>
                    </a:cubicBezTo>
                    <a:cubicBezTo>
                      <a:pt x="0" y="436"/>
                      <a:pt x="71" y="562"/>
                      <a:pt x="159" y="562"/>
                    </a:cubicBezTo>
                    <a:cubicBezTo>
                      <a:pt x="248" y="562"/>
                      <a:pt x="319" y="436"/>
                      <a:pt x="319" y="281"/>
                    </a:cubicBezTo>
                    <a:cubicBezTo>
                      <a:pt x="319" y="126"/>
                      <a:pt x="248" y="0"/>
                      <a:pt x="159" y="0"/>
                    </a:cubicBezTo>
                    <a:close/>
                    <a:moveTo>
                      <a:pt x="155" y="541"/>
                    </a:moveTo>
                    <a:cubicBezTo>
                      <a:pt x="75" y="541"/>
                      <a:pt x="10" y="425"/>
                      <a:pt x="10" y="281"/>
                    </a:cubicBezTo>
                    <a:cubicBezTo>
                      <a:pt x="10" y="138"/>
                      <a:pt x="75" y="22"/>
                      <a:pt x="155" y="22"/>
                    </a:cubicBezTo>
                    <a:cubicBezTo>
                      <a:pt x="235" y="22"/>
                      <a:pt x="299" y="138"/>
                      <a:pt x="299" y="281"/>
                    </a:cubicBezTo>
                    <a:cubicBezTo>
                      <a:pt x="299" y="425"/>
                      <a:pt x="235" y="541"/>
                      <a:pt x="155" y="541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4" name="Freeform 1311">
                <a:extLst>
                  <a:ext uri="{FF2B5EF4-FFF2-40B4-BE49-F238E27FC236}">
                    <a16:creationId xmlns:a16="http://schemas.microsoft.com/office/drawing/2014/main" id="{9D6D554B-8937-4216-B540-D225C109EF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7" y="1150"/>
                <a:ext cx="507" cy="971"/>
              </a:xfrm>
              <a:custGeom>
                <a:avLst/>
                <a:gdLst>
                  <a:gd name="T0" fmla="*/ 782 w 289"/>
                  <a:gd name="T1" fmla="*/ 0 h 519"/>
                  <a:gd name="T2" fmla="*/ 0 w 289"/>
                  <a:gd name="T3" fmla="*/ 1697 h 519"/>
                  <a:gd name="T4" fmla="*/ 782 w 289"/>
                  <a:gd name="T5" fmla="*/ 3399 h 519"/>
                  <a:gd name="T6" fmla="*/ 1560 w 289"/>
                  <a:gd name="T7" fmla="*/ 1697 h 519"/>
                  <a:gd name="T8" fmla="*/ 782 w 289"/>
                  <a:gd name="T9" fmla="*/ 0 h 519"/>
                  <a:gd name="T10" fmla="*/ 760 w 289"/>
                  <a:gd name="T11" fmla="*/ 3235 h 519"/>
                  <a:gd name="T12" fmla="*/ 70 w 289"/>
                  <a:gd name="T13" fmla="*/ 1697 h 519"/>
                  <a:gd name="T14" fmla="*/ 760 w 289"/>
                  <a:gd name="T15" fmla="*/ 157 h 519"/>
                  <a:gd name="T16" fmla="*/ 1460 w 289"/>
                  <a:gd name="T17" fmla="*/ 1697 h 519"/>
                  <a:gd name="T18" fmla="*/ 760 w 289"/>
                  <a:gd name="T19" fmla="*/ 3235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9" h="519">
                    <a:moveTo>
                      <a:pt x="145" y="0"/>
                    </a:moveTo>
                    <a:cubicBezTo>
                      <a:pt x="65" y="0"/>
                      <a:pt x="0" y="116"/>
                      <a:pt x="0" y="259"/>
                    </a:cubicBezTo>
                    <a:cubicBezTo>
                      <a:pt x="0" y="403"/>
                      <a:pt x="65" y="519"/>
                      <a:pt x="145" y="519"/>
                    </a:cubicBezTo>
                    <a:cubicBezTo>
                      <a:pt x="225" y="519"/>
                      <a:pt x="289" y="403"/>
                      <a:pt x="289" y="259"/>
                    </a:cubicBezTo>
                    <a:cubicBezTo>
                      <a:pt x="289" y="116"/>
                      <a:pt x="225" y="0"/>
                      <a:pt x="145" y="0"/>
                    </a:cubicBezTo>
                    <a:close/>
                    <a:moveTo>
                      <a:pt x="141" y="494"/>
                    </a:moveTo>
                    <a:cubicBezTo>
                      <a:pt x="70" y="494"/>
                      <a:pt x="13" y="389"/>
                      <a:pt x="13" y="259"/>
                    </a:cubicBezTo>
                    <a:cubicBezTo>
                      <a:pt x="13" y="129"/>
                      <a:pt x="70" y="24"/>
                      <a:pt x="141" y="24"/>
                    </a:cubicBezTo>
                    <a:cubicBezTo>
                      <a:pt x="212" y="24"/>
                      <a:pt x="270" y="129"/>
                      <a:pt x="270" y="259"/>
                    </a:cubicBezTo>
                    <a:cubicBezTo>
                      <a:pt x="270" y="389"/>
                      <a:pt x="212" y="494"/>
                      <a:pt x="141" y="494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5" name="Freeform 1312">
                <a:extLst>
                  <a:ext uri="{FF2B5EF4-FFF2-40B4-BE49-F238E27FC236}">
                    <a16:creationId xmlns:a16="http://schemas.microsoft.com/office/drawing/2014/main" id="{9320D970-C9C5-4E34-AB0E-C062D9FFF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268"/>
                <a:ext cx="117" cy="501"/>
              </a:xfrm>
              <a:custGeom>
                <a:avLst/>
                <a:gdLst>
                  <a:gd name="T0" fmla="*/ 0 w 67"/>
                  <a:gd name="T1" fmla="*/ 0 h 268"/>
                  <a:gd name="T2" fmla="*/ 30 w 67"/>
                  <a:gd name="T3" fmla="*/ 24 h 268"/>
                  <a:gd name="T4" fmla="*/ 79 w 67"/>
                  <a:gd name="T5" fmla="*/ 84 h 268"/>
                  <a:gd name="T6" fmla="*/ 159 w 67"/>
                  <a:gd name="T7" fmla="*/ 202 h 268"/>
                  <a:gd name="T8" fmla="*/ 180 w 67"/>
                  <a:gd name="T9" fmla="*/ 322 h 268"/>
                  <a:gd name="T10" fmla="*/ 192 w 67"/>
                  <a:gd name="T11" fmla="*/ 430 h 268"/>
                  <a:gd name="T12" fmla="*/ 293 w 67"/>
                  <a:gd name="T13" fmla="*/ 602 h 268"/>
                  <a:gd name="T14" fmla="*/ 271 w 67"/>
                  <a:gd name="T15" fmla="*/ 796 h 268"/>
                  <a:gd name="T16" fmla="*/ 299 w 67"/>
                  <a:gd name="T17" fmla="*/ 923 h 268"/>
                  <a:gd name="T18" fmla="*/ 348 w 67"/>
                  <a:gd name="T19" fmla="*/ 1157 h 268"/>
                  <a:gd name="T20" fmla="*/ 306 w 67"/>
                  <a:gd name="T21" fmla="*/ 1279 h 268"/>
                  <a:gd name="T22" fmla="*/ 335 w 67"/>
                  <a:gd name="T23" fmla="*/ 1430 h 268"/>
                  <a:gd name="T24" fmla="*/ 330 w 67"/>
                  <a:gd name="T25" fmla="*/ 1639 h 268"/>
                  <a:gd name="T26" fmla="*/ 283 w 67"/>
                  <a:gd name="T27" fmla="*/ 1752 h 2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268">
                    <a:moveTo>
                      <a:pt x="0" y="0"/>
                    </a:moveTo>
                    <a:cubicBezTo>
                      <a:pt x="1" y="1"/>
                      <a:pt x="4" y="3"/>
                      <a:pt x="6" y="4"/>
                    </a:cubicBezTo>
                    <a:cubicBezTo>
                      <a:pt x="10" y="7"/>
                      <a:pt x="12" y="10"/>
                      <a:pt x="15" y="13"/>
                    </a:cubicBezTo>
                    <a:cubicBezTo>
                      <a:pt x="21" y="18"/>
                      <a:pt x="26" y="24"/>
                      <a:pt x="30" y="31"/>
                    </a:cubicBezTo>
                    <a:cubicBezTo>
                      <a:pt x="33" y="36"/>
                      <a:pt x="34" y="42"/>
                      <a:pt x="34" y="49"/>
                    </a:cubicBezTo>
                    <a:cubicBezTo>
                      <a:pt x="35" y="54"/>
                      <a:pt x="33" y="61"/>
                      <a:pt x="36" y="66"/>
                    </a:cubicBezTo>
                    <a:cubicBezTo>
                      <a:pt x="41" y="76"/>
                      <a:pt x="52" y="80"/>
                      <a:pt x="55" y="92"/>
                    </a:cubicBezTo>
                    <a:cubicBezTo>
                      <a:pt x="57" y="102"/>
                      <a:pt x="54" y="112"/>
                      <a:pt x="51" y="122"/>
                    </a:cubicBezTo>
                    <a:cubicBezTo>
                      <a:pt x="49" y="130"/>
                      <a:pt x="52" y="133"/>
                      <a:pt x="56" y="141"/>
                    </a:cubicBezTo>
                    <a:cubicBezTo>
                      <a:pt x="61" y="150"/>
                      <a:pt x="67" y="166"/>
                      <a:pt x="65" y="177"/>
                    </a:cubicBezTo>
                    <a:cubicBezTo>
                      <a:pt x="63" y="183"/>
                      <a:pt x="58" y="190"/>
                      <a:pt x="57" y="196"/>
                    </a:cubicBezTo>
                    <a:cubicBezTo>
                      <a:pt x="57" y="204"/>
                      <a:pt x="61" y="212"/>
                      <a:pt x="63" y="219"/>
                    </a:cubicBezTo>
                    <a:cubicBezTo>
                      <a:pt x="66" y="230"/>
                      <a:pt x="67" y="240"/>
                      <a:pt x="62" y="251"/>
                    </a:cubicBezTo>
                    <a:cubicBezTo>
                      <a:pt x="60" y="257"/>
                      <a:pt x="56" y="262"/>
                      <a:pt x="53" y="26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6" name="Freeform 1313">
                <a:extLst>
                  <a:ext uri="{FF2B5EF4-FFF2-40B4-BE49-F238E27FC236}">
                    <a16:creationId xmlns:a16="http://schemas.microsoft.com/office/drawing/2014/main" id="{A4594BF8-7FBB-4F4C-B761-F886FE947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337"/>
                <a:ext cx="33" cy="90"/>
              </a:xfrm>
              <a:custGeom>
                <a:avLst/>
                <a:gdLst>
                  <a:gd name="T0" fmla="*/ 0 w 19"/>
                  <a:gd name="T1" fmla="*/ 0 h 48"/>
                  <a:gd name="T2" fmla="*/ 90 w 19"/>
                  <a:gd name="T3" fmla="*/ 158 h 48"/>
                  <a:gd name="T4" fmla="*/ 99 w 19"/>
                  <a:gd name="T5" fmla="*/ 31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8">
                    <a:moveTo>
                      <a:pt x="0" y="0"/>
                    </a:moveTo>
                    <a:cubicBezTo>
                      <a:pt x="6" y="7"/>
                      <a:pt x="14" y="15"/>
                      <a:pt x="17" y="24"/>
                    </a:cubicBezTo>
                    <a:cubicBezTo>
                      <a:pt x="19" y="32"/>
                      <a:pt x="18" y="40"/>
                      <a:pt x="19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7" name="Freeform 1314">
                <a:extLst>
                  <a:ext uri="{FF2B5EF4-FFF2-40B4-BE49-F238E27FC236}">
                    <a16:creationId xmlns:a16="http://schemas.microsoft.com/office/drawing/2014/main" id="{14D3E787-AF7C-40ED-853E-404C9AE20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294"/>
                <a:ext cx="10" cy="54"/>
              </a:xfrm>
              <a:custGeom>
                <a:avLst/>
                <a:gdLst>
                  <a:gd name="T0" fmla="*/ 28 w 6"/>
                  <a:gd name="T1" fmla="*/ 188 h 29"/>
                  <a:gd name="T2" fmla="*/ 8 w 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6" y="29"/>
                    </a:moveTo>
                    <a:cubicBezTo>
                      <a:pt x="0" y="21"/>
                      <a:pt x="6" y="8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8" name="Freeform 1315">
                <a:extLst>
                  <a:ext uri="{FF2B5EF4-FFF2-40B4-BE49-F238E27FC236}">
                    <a16:creationId xmlns:a16="http://schemas.microsoft.com/office/drawing/2014/main" id="{552C3843-0B18-426D-9AE8-6909E775D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451"/>
                <a:ext cx="23" cy="103"/>
              </a:xfrm>
              <a:custGeom>
                <a:avLst/>
                <a:gdLst>
                  <a:gd name="T0" fmla="*/ 7 w 13"/>
                  <a:gd name="T1" fmla="*/ 0 h 55"/>
                  <a:gd name="T2" fmla="*/ 34 w 13"/>
                  <a:gd name="T3" fmla="*/ 105 h 55"/>
                  <a:gd name="T4" fmla="*/ 60 w 13"/>
                  <a:gd name="T5" fmla="*/ 197 h 55"/>
                  <a:gd name="T6" fmla="*/ 34 w 13"/>
                  <a:gd name="T7" fmla="*/ 361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5">
                    <a:moveTo>
                      <a:pt x="1" y="0"/>
                    </a:moveTo>
                    <a:cubicBezTo>
                      <a:pt x="0" y="5"/>
                      <a:pt x="5" y="12"/>
                      <a:pt x="6" y="16"/>
                    </a:cubicBezTo>
                    <a:cubicBezTo>
                      <a:pt x="8" y="21"/>
                      <a:pt x="11" y="25"/>
                      <a:pt x="11" y="30"/>
                    </a:cubicBezTo>
                    <a:cubicBezTo>
                      <a:pt x="13" y="41"/>
                      <a:pt x="10" y="46"/>
                      <a:pt x="6" y="5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9" name="Freeform 1316">
                <a:extLst>
                  <a:ext uri="{FF2B5EF4-FFF2-40B4-BE49-F238E27FC236}">
                    <a16:creationId xmlns:a16="http://schemas.microsoft.com/office/drawing/2014/main" id="{71320F6A-131B-4185-B0D9-97EC6EED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423"/>
                <a:ext cx="13" cy="37"/>
              </a:xfrm>
              <a:custGeom>
                <a:avLst/>
                <a:gdLst>
                  <a:gd name="T0" fmla="*/ 13 w 7"/>
                  <a:gd name="T1" fmla="*/ 126 h 20"/>
                  <a:gd name="T2" fmla="*/ 45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2" y="20"/>
                    </a:moveTo>
                    <a:cubicBezTo>
                      <a:pt x="0" y="14"/>
                      <a:pt x="6" y="6"/>
                      <a:pt x="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0" name="Freeform 1317">
                <a:extLst>
                  <a:ext uri="{FF2B5EF4-FFF2-40B4-BE49-F238E27FC236}">
                    <a16:creationId xmlns:a16="http://schemas.microsoft.com/office/drawing/2014/main" id="{9CD4646F-459C-4696-BE7A-5E0C1CBAE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367"/>
                <a:ext cx="21" cy="24"/>
              </a:xfrm>
              <a:custGeom>
                <a:avLst/>
                <a:gdLst>
                  <a:gd name="T0" fmla="*/ 0 w 12"/>
                  <a:gd name="T1" fmla="*/ 0 h 13"/>
                  <a:gd name="T2" fmla="*/ 65 w 12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4" y="5"/>
                      <a:pt x="9" y="8"/>
                      <a:pt x="12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1" name="Freeform 1318">
                <a:extLst>
                  <a:ext uri="{FF2B5EF4-FFF2-40B4-BE49-F238E27FC236}">
                    <a16:creationId xmlns:a16="http://schemas.microsoft.com/office/drawing/2014/main" id="{C0BE96EC-BDC2-46ED-98A2-BD05FE578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597"/>
                <a:ext cx="9" cy="80"/>
              </a:xfrm>
              <a:custGeom>
                <a:avLst/>
                <a:gdLst>
                  <a:gd name="T0" fmla="*/ 13 w 5"/>
                  <a:gd name="T1" fmla="*/ 0 h 43"/>
                  <a:gd name="T2" fmla="*/ 29 w 5"/>
                  <a:gd name="T3" fmla="*/ 162 h 43"/>
                  <a:gd name="T4" fmla="*/ 0 w 5"/>
                  <a:gd name="T5" fmla="*/ 27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3">
                    <a:moveTo>
                      <a:pt x="2" y="0"/>
                    </a:moveTo>
                    <a:cubicBezTo>
                      <a:pt x="1" y="8"/>
                      <a:pt x="5" y="17"/>
                      <a:pt x="5" y="25"/>
                    </a:cubicBezTo>
                    <a:cubicBezTo>
                      <a:pt x="5" y="31"/>
                      <a:pt x="2" y="37"/>
                      <a:pt x="0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2" name="Freeform 1319">
                <a:extLst>
                  <a:ext uri="{FF2B5EF4-FFF2-40B4-BE49-F238E27FC236}">
                    <a16:creationId xmlns:a16="http://schemas.microsoft.com/office/drawing/2014/main" id="{495160B5-D509-4959-8C8C-5CA9F8D65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765"/>
                <a:ext cx="249" cy="337"/>
              </a:xfrm>
              <a:custGeom>
                <a:avLst/>
                <a:gdLst>
                  <a:gd name="T0" fmla="*/ 766 w 142"/>
                  <a:gd name="T1" fmla="*/ 0 h 180"/>
                  <a:gd name="T2" fmla="*/ 751 w 142"/>
                  <a:gd name="T3" fmla="*/ 165 h 180"/>
                  <a:gd name="T4" fmla="*/ 717 w 142"/>
                  <a:gd name="T5" fmla="*/ 361 h 180"/>
                  <a:gd name="T6" fmla="*/ 658 w 142"/>
                  <a:gd name="T7" fmla="*/ 459 h 180"/>
                  <a:gd name="T8" fmla="*/ 630 w 142"/>
                  <a:gd name="T9" fmla="*/ 683 h 180"/>
                  <a:gd name="T10" fmla="*/ 530 w 142"/>
                  <a:gd name="T11" fmla="*/ 755 h 180"/>
                  <a:gd name="T12" fmla="*/ 486 w 142"/>
                  <a:gd name="T13" fmla="*/ 932 h 180"/>
                  <a:gd name="T14" fmla="*/ 270 w 142"/>
                  <a:gd name="T15" fmla="*/ 1052 h 180"/>
                  <a:gd name="T16" fmla="*/ 81 w 142"/>
                  <a:gd name="T17" fmla="*/ 1166 h 180"/>
                  <a:gd name="T18" fmla="*/ 0 w 142"/>
                  <a:gd name="T19" fmla="*/ 1077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80">
                    <a:moveTo>
                      <a:pt x="142" y="0"/>
                    </a:moveTo>
                    <a:cubicBezTo>
                      <a:pt x="138" y="6"/>
                      <a:pt x="140" y="17"/>
                      <a:pt x="139" y="25"/>
                    </a:cubicBezTo>
                    <a:cubicBezTo>
                      <a:pt x="138" y="34"/>
                      <a:pt x="138" y="47"/>
                      <a:pt x="133" y="55"/>
                    </a:cubicBezTo>
                    <a:cubicBezTo>
                      <a:pt x="129" y="60"/>
                      <a:pt x="124" y="62"/>
                      <a:pt x="122" y="70"/>
                    </a:cubicBezTo>
                    <a:cubicBezTo>
                      <a:pt x="121" y="80"/>
                      <a:pt x="123" y="95"/>
                      <a:pt x="117" y="104"/>
                    </a:cubicBezTo>
                    <a:cubicBezTo>
                      <a:pt x="113" y="111"/>
                      <a:pt x="104" y="111"/>
                      <a:pt x="98" y="115"/>
                    </a:cubicBezTo>
                    <a:cubicBezTo>
                      <a:pt x="92" y="120"/>
                      <a:pt x="92" y="134"/>
                      <a:pt x="90" y="142"/>
                    </a:cubicBezTo>
                    <a:cubicBezTo>
                      <a:pt x="85" y="160"/>
                      <a:pt x="62" y="152"/>
                      <a:pt x="50" y="160"/>
                    </a:cubicBezTo>
                    <a:cubicBezTo>
                      <a:pt x="39" y="167"/>
                      <a:pt x="29" y="180"/>
                      <a:pt x="15" y="178"/>
                    </a:cubicBezTo>
                    <a:cubicBezTo>
                      <a:pt x="6" y="176"/>
                      <a:pt x="3" y="171"/>
                      <a:pt x="0" y="16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3" name="Freeform 1320">
                <a:extLst>
                  <a:ext uri="{FF2B5EF4-FFF2-40B4-BE49-F238E27FC236}">
                    <a16:creationId xmlns:a16="http://schemas.microsoft.com/office/drawing/2014/main" id="{2A9174A1-D75C-4249-9716-9966C5ACD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735"/>
                <a:ext cx="222" cy="363"/>
              </a:xfrm>
              <a:custGeom>
                <a:avLst/>
                <a:gdLst>
                  <a:gd name="T0" fmla="*/ 673 w 127"/>
                  <a:gd name="T1" fmla="*/ 0 h 194"/>
                  <a:gd name="T2" fmla="*/ 678 w 127"/>
                  <a:gd name="T3" fmla="*/ 189 h 194"/>
                  <a:gd name="T4" fmla="*/ 605 w 127"/>
                  <a:gd name="T5" fmla="*/ 367 h 194"/>
                  <a:gd name="T6" fmla="*/ 584 w 127"/>
                  <a:gd name="T7" fmla="*/ 550 h 194"/>
                  <a:gd name="T8" fmla="*/ 486 w 127"/>
                  <a:gd name="T9" fmla="*/ 820 h 194"/>
                  <a:gd name="T10" fmla="*/ 287 w 127"/>
                  <a:gd name="T11" fmla="*/ 1141 h 194"/>
                  <a:gd name="T12" fmla="*/ 143 w 127"/>
                  <a:gd name="T13" fmla="*/ 1250 h 194"/>
                  <a:gd name="T14" fmla="*/ 0 w 127"/>
                  <a:gd name="T15" fmla="*/ 1271 h 1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194">
                    <a:moveTo>
                      <a:pt x="126" y="0"/>
                    </a:moveTo>
                    <a:cubicBezTo>
                      <a:pt x="121" y="8"/>
                      <a:pt x="127" y="19"/>
                      <a:pt x="127" y="29"/>
                    </a:cubicBezTo>
                    <a:cubicBezTo>
                      <a:pt x="126" y="40"/>
                      <a:pt x="117" y="46"/>
                      <a:pt x="113" y="56"/>
                    </a:cubicBezTo>
                    <a:cubicBezTo>
                      <a:pt x="110" y="65"/>
                      <a:pt x="111" y="75"/>
                      <a:pt x="109" y="84"/>
                    </a:cubicBezTo>
                    <a:cubicBezTo>
                      <a:pt x="106" y="99"/>
                      <a:pt x="99" y="112"/>
                      <a:pt x="91" y="125"/>
                    </a:cubicBezTo>
                    <a:cubicBezTo>
                      <a:pt x="79" y="142"/>
                      <a:pt x="70" y="160"/>
                      <a:pt x="54" y="174"/>
                    </a:cubicBezTo>
                    <a:cubicBezTo>
                      <a:pt x="46" y="182"/>
                      <a:pt x="39" y="190"/>
                      <a:pt x="27" y="191"/>
                    </a:cubicBezTo>
                    <a:cubicBezTo>
                      <a:pt x="19" y="192"/>
                      <a:pt x="7" y="188"/>
                      <a:pt x="0" y="19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4" name="Freeform 1321">
                <a:extLst>
                  <a:ext uri="{FF2B5EF4-FFF2-40B4-BE49-F238E27FC236}">
                    <a16:creationId xmlns:a16="http://schemas.microsoft.com/office/drawing/2014/main" id="{4E57D7BD-5D33-4DED-9EE2-C6793F0AF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806"/>
                <a:ext cx="31" cy="100"/>
              </a:xfrm>
              <a:custGeom>
                <a:avLst/>
                <a:gdLst>
                  <a:gd name="T0" fmla="*/ 0 w 18"/>
                  <a:gd name="T1" fmla="*/ 357 h 53"/>
                  <a:gd name="T2" fmla="*/ 50 w 18"/>
                  <a:gd name="T3" fmla="*/ 274 h 53"/>
                  <a:gd name="T4" fmla="*/ 71 w 18"/>
                  <a:gd name="T5" fmla="*/ 196 h 53"/>
                  <a:gd name="T6" fmla="*/ 91 w 18"/>
                  <a:gd name="T7" fmla="*/ 92 h 53"/>
                  <a:gd name="T8" fmla="*/ 83 w 18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3">
                    <a:moveTo>
                      <a:pt x="0" y="53"/>
                    </a:moveTo>
                    <a:cubicBezTo>
                      <a:pt x="2" y="48"/>
                      <a:pt x="7" y="45"/>
                      <a:pt x="10" y="41"/>
                    </a:cubicBezTo>
                    <a:cubicBezTo>
                      <a:pt x="12" y="37"/>
                      <a:pt x="13" y="33"/>
                      <a:pt x="14" y="29"/>
                    </a:cubicBezTo>
                    <a:cubicBezTo>
                      <a:pt x="16" y="24"/>
                      <a:pt x="18" y="19"/>
                      <a:pt x="18" y="14"/>
                    </a:cubicBezTo>
                    <a:cubicBezTo>
                      <a:pt x="18" y="9"/>
                      <a:pt x="16" y="5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5" name="Freeform 1322">
                <a:extLst>
                  <a:ext uri="{FF2B5EF4-FFF2-40B4-BE49-F238E27FC236}">
                    <a16:creationId xmlns:a16="http://schemas.microsoft.com/office/drawing/2014/main" id="{8D7E1A69-CDC5-4AD8-A92F-BAAB936C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719"/>
                <a:ext cx="14" cy="74"/>
              </a:xfrm>
              <a:custGeom>
                <a:avLst/>
                <a:gdLst>
                  <a:gd name="T0" fmla="*/ 0 w 8"/>
                  <a:gd name="T1" fmla="*/ 253 h 40"/>
                  <a:gd name="T2" fmla="*/ 44 w 8"/>
                  <a:gd name="T3" fmla="*/ 113 h 40"/>
                  <a:gd name="T4" fmla="*/ 16 w 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0">
                    <a:moveTo>
                      <a:pt x="0" y="40"/>
                    </a:moveTo>
                    <a:cubicBezTo>
                      <a:pt x="4" y="34"/>
                      <a:pt x="8" y="26"/>
                      <a:pt x="8" y="18"/>
                    </a:cubicBezTo>
                    <a:cubicBezTo>
                      <a:pt x="8" y="11"/>
                      <a:pt x="4" y="6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6" name="Freeform 1323">
                <a:extLst>
                  <a:ext uri="{FF2B5EF4-FFF2-40B4-BE49-F238E27FC236}">
                    <a16:creationId xmlns:a16="http://schemas.microsoft.com/office/drawing/2014/main" id="{78EB72F7-10C5-4DC4-B3C6-8C45414C9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533"/>
                <a:ext cx="19" cy="126"/>
              </a:xfrm>
              <a:custGeom>
                <a:avLst/>
                <a:gdLst>
                  <a:gd name="T0" fmla="*/ 5 w 11"/>
                  <a:gd name="T1" fmla="*/ 0 h 67"/>
                  <a:gd name="T2" fmla="*/ 36 w 11"/>
                  <a:gd name="T3" fmla="*/ 120 h 67"/>
                  <a:gd name="T4" fmla="*/ 50 w 11"/>
                  <a:gd name="T5" fmla="*/ 220 h 67"/>
                  <a:gd name="T6" fmla="*/ 16 w 11"/>
                  <a:gd name="T7" fmla="*/ 44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7">
                    <a:moveTo>
                      <a:pt x="1" y="0"/>
                    </a:moveTo>
                    <a:cubicBezTo>
                      <a:pt x="0" y="6"/>
                      <a:pt x="5" y="13"/>
                      <a:pt x="7" y="18"/>
                    </a:cubicBezTo>
                    <a:cubicBezTo>
                      <a:pt x="9" y="23"/>
                      <a:pt x="9" y="28"/>
                      <a:pt x="10" y="33"/>
                    </a:cubicBezTo>
                    <a:cubicBezTo>
                      <a:pt x="11" y="45"/>
                      <a:pt x="9" y="56"/>
                      <a:pt x="3" y="6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7" name="Freeform 1324">
                <a:extLst>
                  <a:ext uri="{FF2B5EF4-FFF2-40B4-BE49-F238E27FC236}">
                    <a16:creationId xmlns:a16="http://schemas.microsoft.com/office/drawing/2014/main" id="{CD39DC5E-1D94-47CD-BC97-458845D44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644"/>
                <a:ext cx="9" cy="103"/>
              </a:xfrm>
              <a:custGeom>
                <a:avLst/>
                <a:gdLst>
                  <a:gd name="T0" fmla="*/ 13 w 5"/>
                  <a:gd name="T1" fmla="*/ 361 h 55"/>
                  <a:gd name="T2" fmla="*/ 23 w 5"/>
                  <a:gd name="T3" fmla="*/ 270 h 55"/>
                  <a:gd name="T4" fmla="*/ 29 w 5"/>
                  <a:gd name="T5" fmla="*/ 157 h 55"/>
                  <a:gd name="T6" fmla="*/ 16 w 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5">
                    <a:moveTo>
                      <a:pt x="2" y="55"/>
                    </a:moveTo>
                    <a:cubicBezTo>
                      <a:pt x="0" y="52"/>
                      <a:pt x="3" y="45"/>
                      <a:pt x="4" y="41"/>
                    </a:cubicBezTo>
                    <a:cubicBezTo>
                      <a:pt x="4" y="35"/>
                      <a:pt x="4" y="30"/>
                      <a:pt x="5" y="24"/>
                    </a:cubicBezTo>
                    <a:cubicBezTo>
                      <a:pt x="5" y="15"/>
                      <a:pt x="5" y="8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8" name="Freeform 1325">
                <a:extLst>
                  <a:ext uri="{FF2B5EF4-FFF2-40B4-BE49-F238E27FC236}">
                    <a16:creationId xmlns:a16="http://schemas.microsoft.com/office/drawing/2014/main" id="{91601F73-5108-4122-B956-0AA20B3DA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1187"/>
                <a:ext cx="230" cy="889"/>
              </a:xfrm>
              <a:custGeom>
                <a:avLst/>
                <a:gdLst>
                  <a:gd name="T0" fmla="*/ 637 w 131"/>
                  <a:gd name="T1" fmla="*/ 3114 h 475"/>
                  <a:gd name="T2" fmla="*/ 521 w 131"/>
                  <a:gd name="T3" fmla="*/ 3099 h 475"/>
                  <a:gd name="T4" fmla="*/ 423 w 131"/>
                  <a:gd name="T5" fmla="*/ 3047 h 475"/>
                  <a:gd name="T6" fmla="*/ 385 w 131"/>
                  <a:gd name="T7" fmla="*/ 2935 h 475"/>
                  <a:gd name="T8" fmla="*/ 323 w 131"/>
                  <a:gd name="T9" fmla="*/ 2865 h 475"/>
                  <a:gd name="T10" fmla="*/ 228 w 131"/>
                  <a:gd name="T11" fmla="*/ 2768 h 475"/>
                  <a:gd name="T12" fmla="*/ 207 w 131"/>
                  <a:gd name="T13" fmla="*/ 2633 h 475"/>
                  <a:gd name="T14" fmla="*/ 151 w 131"/>
                  <a:gd name="T15" fmla="*/ 2519 h 475"/>
                  <a:gd name="T16" fmla="*/ 114 w 131"/>
                  <a:gd name="T17" fmla="*/ 2379 h 475"/>
                  <a:gd name="T18" fmla="*/ 86 w 131"/>
                  <a:gd name="T19" fmla="*/ 2280 h 475"/>
                  <a:gd name="T20" fmla="*/ 37 w 131"/>
                  <a:gd name="T21" fmla="*/ 2190 h 475"/>
                  <a:gd name="T22" fmla="*/ 49 w 131"/>
                  <a:gd name="T23" fmla="*/ 2038 h 475"/>
                  <a:gd name="T24" fmla="*/ 21 w 131"/>
                  <a:gd name="T25" fmla="*/ 1916 h 475"/>
                  <a:gd name="T26" fmla="*/ 7 w 131"/>
                  <a:gd name="T27" fmla="*/ 1731 h 475"/>
                  <a:gd name="T28" fmla="*/ 12 w 131"/>
                  <a:gd name="T29" fmla="*/ 1482 h 475"/>
                  <a:gd name="T30" fmla="*/ 28 w 131"/>
                  <a:gd name="T31" fmla="*/ 1299 h 475"/>
                  <a:gd name="T32" fmla="*/ 28 w 131"/>
                  <a:gd name="T33" fmla="*/ 1149 h 475"/>
                  <a:gd name="T34" fmla="*/ 58 w 131"/>
                  <a:gd name="T35" fmla="*/ 964 h 475"/>
                  <a:gd name="T36" fmla="*/ 93 w 131"/>
                  <a:gd name="T37" fmla="*/ 840 h 475"/>
                  <a:gd name="T38" fmla="*/ 107 w 131"/>
                  <a:gd name="T39" fmla="*/ 707 h 475"/>
                  <a:gd name="T40" fmla="*/ 184 w 131"/>
                  <a:gd name="T41" fmla="*/ 586 h 475"/>
                  <a:gd name="T42" fmla="*/ 209 w 131"/>
                  <a:gd name="T43" fmla="*/ 421 h 475"/>
                  <a:gd name="T44" fmla="*/ 286 w 131"/>
                  <a:gd name="T45" fmla="*/ 333 h 475"/>
                  <a:gd name="T46" fmla="*/ 385 w 131"/>
                  <a:gd name="T47" fmla="*/ 150 h 475"/>
                  <a:gd name="T48" fmla="*/ 478 w 131"/>
                  <a:gd name="T49" fmla="*/ 105 h 475"/>
                  <a:gd name="T50" fmla="*/ 558 w 131"/>
                  <a:gd name="T51" fmla="*/ 21 h 475"/>
                  <a:gd name="T52" fmla="*/ 653 w 131"/>
                  <a:gd name="T53" fmla="*/ 7 h 475"/>
                  <a:gd name="T54" fmla="*/ 709 w 131"/>
                  <a:gd name="T55" fmla="*/ 24 h 47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75">
                    <a:moveTo>
                      <a:pt x="118" y="475"/>
                    </a:moveTo>
                    <a:cubicBezTo>
                      <a:pt x="111" y="474"/>
                      <a:pt x="103" y="473"/>
                      <a:pt x="96" y="473"/>
                    </a:cubicBezTo>
                    <a:cubicBezTo>
                      <a:pt x="87" y="473"/>
                      <a:pt x="82" y="473"/>
                      <a:pt x="78" y="465"/>
                    </a:cubicBezTo>
                    <a:cubicBezTo>
                      <a:pt x="75" y="459"/>
                      <a:pt x="74" y="453"/>
                      <a:pt x="71" y="448"/>
                    </a:cubicBezTo>
                    <a:cubicBezTo>
                      <a:pt x="68" y="441"/>
                      <a:pt x="66" y="441"/>
                      <a:pt x="60" y="437"/>
                    </a:cubicBezTo>
                    <a:cubicBezTo>
                      <a:pt x="55" y="433"/>
                      <a:pt x="47" y="427"/>
                      <a:pt x="42" y="422"/>
                    </a:cubicBezTo>
                    <a:cubicBezTo>
                      <a:pt x="37" y="416"/>
                      <a:pt x="38" y="409"/>
                      <a:pt x="38" y="402"/>
                    </a:cubicBezTo>
                    <a:cubicBezTo>
                      <a:pt x="38" y="393"/>
                      <a:pt x="34" y="390"/>
                      <a:pt x="28" y="384"/>
                    </a:cubicBezTo>
                    <a:cubicBezTo>
                      <a:pt x="21" y="378"/>
                      <a:pt x="21" y="373"/>
                      <a:pt x="21" y="363"/>
                    </a:cubicBezTo>
                    <a:cubicBezTo>
                      <a:pt x="21" y="356"/>
                      <a:pt x="21" y="354"/>
                      <a:pt x="16" y="348"/>
                    </a:cubicBezTo>
                    <a:cubicBezTo>
                      <a:pt x="12" y="344"/>
                      <a:pt x="8" y="340"/>
                      <a:pt x="7" y="334"/>
                    </a:cubicBezTo>
                    <a:cubicBezTo>
                      <a:pt x="5" y="327"/>
                      <a:pt x="8" y="318"/>
                      <a:pt x="9" y="311"/>
                    </a:cubicBezTo>
                    <a:cubicBezTo>
                      <a:pt x="10" y="302"/>
                      <a:pt x="7" y="299"/>
                      <a:pt x="4" y="292"/>
                    </a:cubicBezTo>
                    <a:cubicBezTo>
                      <a:pt x="1" y="283"/>
                      <a:pt x="0" y="274"/>
                      <a:pt x="1" y="264"/>
                    </a:cubicBezTo>
                    <a:cubicBezTo>
                      <a:pt x="2" y="251"/>
                      <a:pt x="6" y="239"/>
                      <a:pt x="2" y="226"/>
                    </a:cubicBezTo>
                    <a:cubicBezTo>
                      <a:pt x="0" y="216"/>
                      <a:pt x="0" y="208"/>
                      <a:pt x="5" y="198"/>
                    </a:cubicBezTo>
                    <a:cubicBezTo>
                      <a:pt x="8" y="189"/>
                      <a:pt x="7" y="184"/>
                      <a:pt x="5" y="175"/>
                    </a:cubicBezTo>
                    <a:cubicBezTo>
                      <a:pt x="4" y="165"/>
                      <a:pt x="6" y="155"/>
                      <a:pt x="11" y="147"/>
                    </a:cubicBezTo>
                    <a:cubicBezTo>
                      <a:pt x="15" y="140"/>
                      <a:pt x="17" y="136"/>
                      <a:pt x="17" y="128"/>
                    </a:cubicBezTo>
                    <a:cubicBezTo>
                      <a:pt x="17" y="122"/>
                      <a:pt x="17" y="113"/>
                      <a:pt x="20" y="108"/>
                    </a:cubicBezTo>
                    <a:cubicBezTo>
                      <a:pt x="23" y="101"/>
                      <a:pt x="31" y="97"/>
                      <a:pt x="34" y="89"/>
                    </a:cubicBezTo>
                    <a:cubicBezTo>
                      <a:pt x="36" y="81"/>
                      <a:pt x="35" y="72"/>
                      <a:pt x="39" y="64"/>
                    </a:cubicBezTo>
                    <a:cubicBezTo>
                      <a:pt x="43" y="57"/>
                      <a:pt x="47" y="55"/>
                      <a:pt x="53" y="51"/>
                    </a:cubicBezTo>
                    <a:cubicBezTo>
                      <a:pt x="64" y="45"/>
                      <a:pt x="63" y="31"/>
                      <a:pt x="71" y="23"/>
                    </a:cubicBezTo>
                    <a:cubicBezTo>
                      <a:pt x="76" y="17"/>
                      <a:pt x="82" y="19"/>
                      <a:pt x="88" y="16"/>
                    </a:cubicBezTo>
                    <a:cubicBezTo>
                      <a:pt x="94" y="13"/>
                      <a:pt x="97" y="6"/>
                      <a:pt x="103" y="3"/>
                    </a:cubicBezTo>
                    <a:cubicBezTo>
                      <a:pt x="108" y="0"/>
                      <a:pt x="115" y="0"/>
                      <a:pt x="121" y="1"/>
                    </a:cubicBezTo>
                    <a:cubicBezTo>
                      <a:pt x="124" y="2"/>
                      <a:pt x="127" y="4"/>
                      <a:pt x="13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9" name="Freeform 1326">
                <a:extLst>
                  <a:ext uri="{FF2B5EF4-FFF2-40B4-BE49-F238E27FC236}">
                    <a16:creationId xmlns:a16="http://schemas.microsoft.com/office/drawing/2014/main" id="{B550A21F-CB95-4EB8-8BEF-1E5644AB2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182"/>
                <a:ext cx="133" cy="87"/>
              </a:xfrm>
              <a:custGeom>
                <a:avLst/>
                <a:gdLst>
                  <a:gd name="T0" fmla="*/ 408 w 76"/>
                  <a:gd name="T1" fmla="*/ 298 h 47"/>
                  <a:gd name="T2" fmla="*/ 334 w 76"/>
                  <a:gd name="T3" fmla="*/ 150 h 47"/>
                  <a:gd name="T4" fmla="*/ 221 w 76"/>
                  <a:gd name="T5" fmla="*/ 81 h 47"/>
                  <a:gd name="T6" fmla="*/ 166 w 76"/>
                  <a:gd name="T7" fmla="*/ 76 h 47"/>
                  <a:gd name="T8" fmla="*/ 102 w 76"/>
                  <a:gd name="T9" fmla="*/ 24 h 47"/>
                  <a:gd name="T10" fmla="*/ 0 w 76"/>
                  <a:gd name="T11" fmla="*/ 37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7">
                    <a:moveTo>
                      <a:pt x="76" y="47"/>
                    </a:moveTo>
                    <a:cubicBezTo>
                      <a:pt x="70" y="47"/>
                      <a:pt x="65" y="29"/>
                      <a:pt x="62" y="24"/>
                    </a:cubicBezTo>
                    <a:cubicBezTo>
                      <a:pt x="57" y="16"/>
                      <a:pt x="51" y="13"/>
                      <a:pt x="41" y="13"/>
                    </a:cubicBezTo>
                    <a:cubicBezTo>
                      <a:pt x="37" y="12"/>
                      <a:pt x="34" y="13"/>
                      <a:pt x="31" y="12"/>
                    </a:cubicBezTo>
                    <a:cubicBezTo>
                      <a:pt x="26" y="10"/>
                      <a:pt x="23" y="6"/>
                      <a:pt x="19" y="4"/>
                    </a:cubicBezTo>
                    <a:cubicBezTo>
                      <a:pt x="11" y="0"/>
                      <a:pt x="6" y="3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0" name="Freeform 1327">
                <a:extLst>
                  <a:ext uri="{FF2B5EF4-FFF2-40B4-BE49-F238E27FC236}">
                    <a16:creationId xmlns:a16="http://schemas.microsoft.com/office/drawing/2014/main" id="{160582A3-88C7-42AC-8187-8198FBF11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213"/>
                <a:ext cx="61" cy="81"/>
              </a:xfrm>
              <a:custGeom>
                <a:avLst/>
                <a:gdLst>
                  <a:gd name="T0" fmla="*/ 0 w 35"/>
                  <a:gd name="T1" fmla="*/ 15 h 43"/>
                  <a:gd name="T2" fmla="*/ 5 w 35"/>
                  <a:gd name="T3" fmla="*/ 0 h 43"/>
                  <a:gd name="T4" fmla="*/ 143 w 35"/>
                  <a:gd name="T5" fmla="*/ 81 h 43"/>
                  <a:gd name="T6" fmla="*/ 171 w 35"/>
                  <a:gd name="T7" fmla="*/ 202 h 43"/>
                  <a:gd name="T8" fmla="*/ 185 w 35"/>
                  <a:gd name="T9" fmla="*/ 28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8" y="4"/>
                      <a:pt x="22" y="4"/>
                      <a:pt x="27" y="12"/>
                    </a:cubicBezTo>
                    <a:cubicBezTo>
                      <a:pt x="29" y="17"/>
                      <a:pt x="30" y="25"/>
                      <a:pt x="32" y="30"/>
                    </a:cubicBezTo>
                    <a:cubicBezTo>
                      <a:pt x="33" y="34"/>
                      <a:pt x="35" y="40"/>
                      <a:pt x="35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1" name="Freeform 1328">
                <a:extLst>
                  <a:ext uri="{FF2B5EF4-FFF2-40B4-BE49-F238E27FC236}">
                    <a16:creationId xmlns:a16="http://schemas.microsoft.com/office/drawing/2014/main" id="{C619B2F7-18F0-4F85-B798-E02C2ADE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167"/>
                <a:ext cx="70" cy="41"/>
              </a:xfrm>
              <a:custGeom>
                <a:avLst/>
                <a:gdLst>
                  <a:gd name="T0" fmla="*/ 215 w 40"/>
                  <a:gd name="T1" fmla="*/ 142 h 22"/>
                  <a:gd name="T2" fmla="*/ 107 w 40"/>
                  <a:gd name="T3" fmla="*/ 24 h 22"/>
                  <a:gd name="T4" fmla="*/ 0 w 40"/>
                  <a:gd name="T5" fmla="*/ 6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3" y="17"/>
                      <a:pt x="28" y="8"/>
                      <a:pt x="20" y="4"/>
                    </a:cubicBezTo>
                    <a:cubicBezTo>
                      <a:pt x="12" y="0"/>
                      <a:pt x="5" y="5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2" name="Freeform 1329">
                <a:extLst>
                  <a:ext uri="{FF2B5EF4-FFF2-40B4-BE49-F238E27FC236}">
                    <a16:creationId xmlns:a16="http://schemas.microsoft.com/office/drawing/2014/main" id="{601DE8D8-7980-4C93-AD6A-B491BBC15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1187"/>
                <a:ext cx="56" cy="41"/>
              </a:xfrm>
              <a:custGeom>
                <a:avLst/>
                <a:gdLst>
                  <a:gd name="T0" fmla="*/ 172 w 32"/>
                  <a:gd name="T1" fmla="*/ 7 h 22"/>
                  <a:gd name="T2" fmla="*/ 56 w 32"/>
                  <a:gd name="T3" fmla="*/ 39 h 22"/>
                  <a:gd name="T4" fmla="*/ 0 w 32"/>
                  <a:gd name="T5" fmla="*/ 14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2">
                    <a:moveTo>
                      <a:pt x="32" y="1"/>
                    </a:moveTo>
                    <a:cubicBezTo>
                      <a:pt x="23" y="1"/>
                      <a:pt x="16" y="0"/>
                      <a:pt x="10" y="6"/>
                    </a:cubicBezTo>
                    <a:cubicBezTo>
                      <a:pt x="4" y="10"/>
                      <a:pt x="2" y="16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3" name="Freeform 1330">
                <a:extLst>
                  <a:ext uri="{FF2B5EF4-FFF2-40B4-BE49-F238E27FC236}">
                    <a16:creationId xmlns:a16="http://schemas.microsoft.com/office/drawing/2014/main" id="{16CD5ECE-B1B6-469E-9321-15E3DF3AE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1309"/>
                <a:ext cx="39" cy="86"/>
              </a:xfrm>
              <a:custGeom>
                <a:avLst/>
                <a:gdLst>
                  <a:gd name="T0" fmla="*/ 122 w 22"/>
                  <a:gd name="T1" fmla="*/ 0 h 46"/>
                  <a:gd name="T2" fmla="*/ 35 w 22"/>
                  <a:gd name="T3" fmla="*/ 150 h 46"/>
                  <a:gd name="T4" fmla="*/ 21 w 22"/>
                  <a:gd name="T5" fmla="*/ 30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13" y="4"/>
                      <a:pt x="9" y="14"/>
                      <a:pt x="6" y="23"/>
                    </a:cubicBezTo>
                    <a:cubicBezTo>
                      <a:pt x="4" y="29"/>
                      <a:pt x="0" y="39"/>
                      <a:pt x="4" y="4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4" name="Freeform 1331">
                <a:extLst>
                  <a:ext uri="{FF2B5EF4-FFF2-40B4-BE49-F238E27FC236}">
                    <a16:creationId xmlns:a16="http://schemas.microsoft.com/office/drawing/2014/main" id="{148ABB8A-E26E-40B0-ADD0-F64348B01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" y="1490"/>
                <a:ext cx="14" cy="83"/>
              </a:xfrm>
              <a:custGeom>
                <a:avLst/>
                <a:gdLst>
                  <a:gd name="T0" fmla="*/ 44 w 8"/>
                  <a:gd name="T1" fmla="*/ 0 h 44"/>
                  <a:gd name="T2" fmla="*/ 16 w 8"/>
                  <a:gd name="T3" fmla="*/ 81 h 44"/>
                  <a:gd name="T4" fmla="*/ 12 w 8"/>
                  <a:gd name="T5" fmla="*/ 153 h 44"/>
                  <a:gd name="T6" fmla="*/ 28 w 8"/>
                  <a:gd name="T7" fmla="*/ 29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8" y="5"/>
                      <a:pt x="5" y="8"/>
                      <a:pt x="3" y="12"/>
                    </a:cubicBezTo>
                    <a:cubicBezTo>
                      <a:pt x="3" y="15"/>
                      <a:pt x="3" y="19"/>
                      <a:pt x="2" y="23"/>
                    </a:cubicBezTo>
                    <a:cubicBezTo>
                      <a:pt x="2" y="29"/>
                      <a:pt x="0" y="38"/>
                      <a:pt x="5" y="4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5" name="Freeform 1332">
                <a:extLst>
                  <a:ext uri="{FF2B5EF4-FFF2-40B4-BE49-F238E27FC236}">
                    <a16:creationId xmlns:a16="http://schemas.microsoft.com/office/drawing/2014/main" id="{DB6B530A-E73E-4FC6-9C08-1778BE436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070"/>
                <a:ext cx="70" cy="38"/>
              </a:xfrm>
              <a:custGeom>
                <a:avLst/>
                <a:gdLst>
                  <a:gd name="T0" fmla="*/ 0 w 40"/>
                  <a:gd name="T1" fmla="*/ 0 h 20"/>
                  <a:gd name="T2" fmla="*/ 56 w 40"/>
                  <a:gd name="T3" fmla="*/ 55 h 20"/>
                  <a:gd name="T4" fmla="*/ 119 w 40"/>
                  <a:gd name="T5" fmla="*/ 124 h 20"/>
                  <a:gd name="T6" fmla="*/ 215 w 40"/>
                  <a:gd name="T7" fmla="*/ 9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0" y="0"/>
                    </a:moveTo>
                    <a:cubicBezTo>
                      <a:pt x="2" y="4"/>
                      <a:pt x="7" y="6"/>
                      <a:pt x="10" y="8"/>
                    </a:cubicBezTo>
                    <a:cubicBezTo>
                      <a:pt x="14" y="11"/>
                      <a:pt x="17" y="16"/>
                      <a:pt x="22" y="18"/>
                    </a:cubicBezTo>
                    <a:cubicBezTo>
                      <a:pt x="28" y="20"/>
                      <a:pt x="35" y="16"/>
                      <a:pt x="4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6" name="Freeform 1333">
                <a:extLst>
                  <a:ext uri="{FF2B5EF4-FFF2-40B4-BE49-F238E27FC236}">
                    <a16:creationId xmlns:a16="http://schemas.microsoft.com/office/drawing/2014/main" id="{840EA438-FEA8-4053-A667-0946DD3E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095"/>
                <a:ext cx="104" cy="28"/>
              </a:xfrm>
              <a:custGeom>
                <a:avLst/>
                <a:gdLst>
                  <a:gd name="T0" fmla="*/ 323 w 59"/>
                  <a:gd name="T1" fmla="*/ 0 h 15"/>
                  <a:gd name="T2" fmla="*/ 236 w 59"/>
                  <a:gd name="T3" fmla="*/ 60 h 15"/>
                  <a:gd name="T4" fmla="*/ 150 w 59"/>
                  <a:gd name="T5" fmla="*/ 91 h 15"/>
                  <a:gd name="T6" fmla="*/ 0 w 59"/>
                  <a:gd name="T7" fmla="*/ 4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5">
                    <a:moveTo>
                      <a:pt x="59" y="0"/>
                    </a:moveTo>
                    <a:cubicBezTo>
                      <a:pt x="53" y="0"/>
                      <a:pt x="48" y="6"/>
                      <a:pt x="43" y="9"/>
                    </a:cubicBezTo>
                    <a:cubicBezTo>
                      <a:pt x="38" y="12"/>
                      <a:pt x="33" y="13"/>
                      <a:pt x="27" y="14"/>
                    </a:cubicBezTo>
                    <a:cubicBezTo>
                      <a:pt x="17" y="15"/>
                      <a:pt x="8" y="11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7" name="Freeform 1334">
                <a:extLst>
                  <a:ext uri="{FF2B5EF4-FFF2-40B4-BE49-F238E27FC236}">
                    <a16:creationId xmlns:a16="http://schemas.microsoft.com/office/drawing/2014/main" id="{C90F603B-42FE-472E-A268-A656A90F3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994"/>
                <a:ext cx="72" cy="87"/>
              </a:xfrm>
              <a:custGeom>
                <a:avLst/>
                <a:gdLst>
                  <a:gd name="T0" fmla="*/ 0 w 41"/>
                  <a:gd name="T1" fmla="*/ 298 h 47"/>
                  <a:gd name="T2" fmla="*/ 146 w 41"/>
                  <a:gd name="T3" fmla="*/ 202 h 47"/>
                  <a:gd name="T4" fmla="*/ 221 w 41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7">
                    <a:moveTo>
                      <a:pt x="0" y="47"/>
                    </a:moveTo>
                    <a:cubicBezTo>
                      <a:pt x="9" y="42"/>
                      <a:pt x="19" y="39"/>
                      <a:pt x="27" y="32"/>
                    </a:cubicBezTo>
                    <a:cubicBezTo>
                      <a:pt x="38" y="23"/>
                      <a:pt x="36" y="12"/>
                      <a:pt x="4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8" name="Freeform 1335">
                <a:extLst>
                  <a:ext uri="{FF2B5EF4-FFF2-40B4-BE49-F238E27FC236}">
                    <a16:creationId xmlns:a16="http://schemas.microsoft.com/office/drawing/2014/main" id="{7480467C-10F0-49EA-9F29-29816EB60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898"/>
                <a:ext cx="58" cy="116"/>
              </a:xfrm>
              <a:custGeom>
                <a:avLst/>
                <a:gdLst>
                  <a:gd name="T0" fmla="*/ 179 w 33"/>
                  <a:gd name="T1" fmla="*/ 0 h 62"/>
                  <a:gd name="T2" fmla="*/ 146 w 33"/>
                  <a:gd name="T3" fmla="*/ 129 h 62"/>
                  <a:gd name="T4" fmla="*/ 114 w 33"/>
                  <a:gd name="T5" fmla="*/ 234 h 62"/>
                  <a:gd name="T6" fmla="*/ 70 w 33"/>
                  <a:gd name="T7" fmla="*/ 322 h 62"/>
                  <a:gd name="T8" fmla="*/ 0 w 33"/>
                  <a:gd name="T9" fmla="*/ 40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2">
                    <a:moveTo>
                      <a:pt x="33" y="0"/>
                    </a:moveTo>
                    <a:cubicBezTo>
                      <a:pt x="28" y="4"/>
                      <a:pt x="28" y="14"/>
                      <a:pt x="27" y="20"/>
                    </a:cubicBezTo>
                    <a:cubicBezTo>
                      <a:pt x="26" y="26"/>
                      <a:pt x="24" y="31"/>
                      <a:pt x="21" y="36"/>
                    </a:cubicBezTo>
                    <a:cubicBezTo>
                      <a:pt x="18" y="40"/>
                      <a:pt x="16" y="45"/>
                      <a:pt x="13" y="49"/>
                    </a:cubicBezTo>
                    <a:cubicBezTo>
                      <a:pt x="10" y="54"/>
                      <a:pt x="4" y="58"/>
                      <a:pt x="0" y="6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9" name="Freeform 1336">
                <a:extLst>
                  <a:ext uri="{FF2B5EF4-FFF2-40B4-BE49-F238E27FC236}">
                    <a16:creationId xmlns:a16="http://schemas.microsoft.com/office/drawing/2014/main" id="{15F62471-F294-43DD-AF54-359F14B2C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1980"/>
                <a:ext cx="59" cy="75"/>
              </a:xfrm>
              <a:custGeom>
                <a:avLst/>
                <a:gdLst>
                  <a:gd name="T0" fmla="*/ 0 w 34"/>
                  <a:gd name="T1" fmla="*/ 0 h 40"/>
                  <a:gd name="T2" fmla="*/ 69 w 34"/>
                  <a:gd name="T3" fmla="*/ 180 h 40"/>
                  <a:gd name="T4" fmla="*/ 177 w 34"/>
                  <a:gd name="T5" fmla="*/ 264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8" y="7"/>
                      <a:pt x="7" y="18"/>
                      <a:pt x="13" y="27"/>
                    </a:cubicBezTo>
                    <a:cubicBezTo>
                      <a:pt x="18" y="34"/>
                      <a:pt x="27" y="36"/>
                      <a:pt x="34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0" name="Freeform 1337">
                <a:extLst>
                  <a:ext uri="{FF2B5EF4-FFF2-40B4-BE49-F238E27FC236}">
                    <a16:creationId xmlns:a16="http://schemas.microsoft.com/office/drawing/2014/main" id="{F47DDF0B-EAA3-49CD-8640-593992878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1896"/>
                <a:ext cx="26" cy="71"/>
              </a:xfrm>
              <a:custGeom>
                <a:avLst/>
                <a:gdLst>
                  <a:gd name="T0" fmla="*/ 0 w 15"/>
                  <a:gd name="T1" fmla="*/ 0 h 38"/>
                  <a:gd name="T2" fmla="*/ 21 w 15"/>
                  <a:gd name="T3" fmla="*/ 157 h 38"/>
                  <a:gd name="T4" fmla="*/ 78 w 15"/>
                  <a:gd name="T5" fmla="*/ 24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8">
                    <a:moveTo>
                      <a:pt x="0" y="0"/>
                    </a:moveTo>
                    <a:cubicBezTo>
                      <a:pt x="3" y="7"/>
                      <a:pt x="1" y="17"/>
                      <a:pt x="4" y="24"/>
                    </a:cubicBezTo>
                    <a:cubicBezTo>
                      <a:pt x="6" y="30"/>
                      <a:pt x="12" y="33"/>
                      <a:pt x="15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1" name="Freeform 1338">
                <a:extLst>
                  <a:ext uri="{FF2B5EF4-FFF2-40B4-BE49-F238E27FC236}">
                    <a16:creationId xmlns:a16="http://schemas.microsoft.com/office/drawing/2014/main" id="{65ADB9F4-5E33-46D7-BD9B-F3F1A227D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1818"/>
                <a:ext cx="23" cy="73"/>
              </a:xfrm>
              <a:custGeom>
                <a:avLst/>
                <a:gdLst>
                  <a:gd name="T0" fmla="*/ 0 w 13"/>
                  <a:gd name="T1" fmla="*/ 0 h 39"/>
                  <a:gd name="T2" fmla="*/ 12 w 13"/>
                  <a:gd name="T3" fmla="*/ 84 h 39"/>
                  <a:gd name="T4" fmla="*/ 28 w 13"/>
                  <a:gd name="T5" fmla="*/ 172 h 39"/>
                  <a:gd name="T6" fmla="*/ 73 w 13"/>
                  <a:gd name="T7" fmla="*/ 25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9">
                    <a:moveTo>
                      <a:pt x="0" y="0"/>
                    </a:moveTo>
                    <a:cubicBezTo>
                      <a:pt x="0" y="4"/>
                      <a:pt x="2" y="9"/>
                      <a:pt x="2" y="13"/>
                    </a:cubicBezTo>
                    <a:cubicBezTo>
                      <a:pt x="3" y="18"/>
                      <a:pt x="3" y="21"/>
                      <a:pt x="5" y="26"/>
                    </a:cubicBezTo>
                    <a:cubicBezTo>
                      <a:pt x="7" y="31"/>
                      <a:pt x="11" y="34"/>
                      <a:pt x="13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2" name="Freeform 1339">
                <a:extLst>
                  <a:ext uri="{FF2B5EF4-FFF2-40B4-BE49-F238E27FC236}">
                    <a16:creationId xmlns:a16="http://schemas.microsoft.com/office/drawing/2014/main" id="{6DC200A0-5BE0-4A28-AF17-D24C5654B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" y="1711"/>
                <a:ext cx="18" cy="94"/>
              </a:xfrm>
              <a:custGeom>
                <a:avLst/>
                <a:gdLst>
                  <a:gd name="T0" fmla="*/ 23 w 10"/>
                  <a:gd name="T1" fmla="*/ 0 h 50"/>
                  <a:gd name="T2" fmla="*/ 16 w 10"/>
                  <a:gd name="T3" fmla="*/ 194 h 50"/>
                  <a:gd name="T4" fmla="*/ 58 w 10"/>
                  <a:gd name="T5" fmla="*/ 325 h 50"/>
                  <a:gd name="T6" fmla="*/ 58 w 10"/>
                  <a:gd name="T7" fmla="*/ 32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0">
                    <a:moveTo>
                      <a:pt x="4" y="0"/>
                    </a:moveTo>
                    <a:cubicBezTo>
                      <a:pt x="4" y="11"/>
                      <a:pt x="0" y="19"/>
                      <a:pt x="3" y="29"/>
                    </a:cubicBezTo>
                    <a:cubicBezTo>
                      <a:pt x="4" y="36"/>
                      <a:pt x="6" y="43"/>
                      <a:pt x="10" y="49"/>
                    </a:cubicBezTo>
                    <a:cubicBezTo>
                      <a:pt x="10" y="50"/>
                      <a:pt x="10" y="49"/>
                      <a:pt x="10" y="4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3" name="Freeform 1340">
                <a:extLst>
                  <a:ext uri="{FF2B5EF4-FFF2-40B4-BE49-F238E27FC236}">
                    <a16:creationId xmlns:a16="http://schemas.microsoft.com/office/drawing/2014/main" id="{4465E91F-9534-46D0-9976-956B63F75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1591"/>
                <a:ext cx="16" cy="105"/>
              </a:xfrm>
              <a:custGeom>
                <a:avLst/>
                <a:gdLst>
                  <a:gd name="T0" fmla="*/ 50 w 9"/>
                  <a:gd name="T1" fmla="*/ 0 h 56"/>
                  <a:gd name="T2" fmla="*/ 7 w 9"/>
                  <a:gd name="T3" fmla="*/ 225 h 56"/>
                  <a:gd name="T4" fmla="*/ 50 w 9"/>
                  <a:gd name="T5" fmla="*/ 369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6">
                    <a:moveTo>
                      <a:pt x="9" y="0"/>
                    </a:moveTo>
                    <a:cubicBezTo>
                      <a:pt x="6" y="11"/>
                      <a:pt x="0" y="21"/>
                      <a:pt x="1" y="34"/>
                    </a:cubicBezTo>
                    <a:cubicBezTo>
                      <a:pt x="2" y="40"/>
                      <a:pt x="5" y="52"/>
                      <a:pt x="9" y="5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4" name="Freeform 1341">
                <a:extLst>
                  <a:ext uri="{FF2B5EF4-FFF2-40B4-BE49-F238E27FC236}">
                    <a16:creationId xmlns:a16="http://schemas.microsoft.com/office/drawing/2014/main" id="{0E35174A-3518-4F03-A6B3-962A8E879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393"/>
                <a:ext cx="24" cy="90"/>
              </a:xfrm>
              <a:custGeom>
                <a:avLst/>
                <a:gdLst>
                  <a:gd name="T0" fmla="*/ 70 w 14"/>
                  <a:gd name="T1" fmla="*/ 0 h 48"/>
                  <a:gd name="T2" fmla="*/ 41 w 14"/>
                  <a:gd name="T3" fmla="*/ 73 h 48"/>
                  <a:gd name="T4" fmla="*/ 15 w 14"/>
                  <a:gd name="T5" fmla="*/ 144 h 48"/>
                  <a:gd name="T6" fmla="*/ 5 w 14"/>
                  <a:gd name="T7" fmla="*/ 31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8">
                    <a:moveTo>
                      <a:pt x="14" y="0"/>
                    </a:moveTo>
                    <a:cubicBezTo>
                      <a:pt x="13" y="3"/>
                      <a:pt x="10" y="8"/>
                      <a:pt x="8" y="11"/>
                    </a:cubicBezTo>
                    <a:cubicBezTo>
                      <a:pt x="6" y="14"/>
                      <a:pt x="4" y="18"/>
                      <a:pt x="3" y="22"/>
                    </a:cubicBezTo>
                    <a:cubicBezTo>
                      <a:pt x="1" y="30"/>
                      <a:pt x="0" y="40"/>
                      <a:pt x="1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5" name="Freeform 1342">
                <a:extLst>
                  <a:ext uri="{FF2B5EF4-FFF2-40B4-BE49-F238E27FC236}">
                    <a16:creationId xmlns:a16="http://schemas.microsoft.com/office/drawing/2014/main" id="{5696DFCC-6F1C-4CD2-B106-CF59636D7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1228"/>
                <a:ext cx="52" cy="68"/>
              </a:xfrm>
              <a:custGeom>
                <a:avLst/>
                <a:gdLst>
                  <a:gd name="T0" fmla="*/ 156 w 30"/>
                  <a:gd name="T1" fmla="*/ 0 h 36"/>
                  <a:gd name="T2" fmla="*/ 85 w 30"/>
                  <a:gd name="T3" fmla="*/ 32 h 36"/>
                  <a:gd name="T4" fmla="*/ 50 w 30"/>
                  <a:gd name="T5" fmla="*/ 89 h 36"/>
                  <a:gd name="T6" fmla="*/ 0 w 30"/>
                  <a:gd name="T7" fmla="*/ 242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6">
                    <a:moveTo>
                      <a:pt x="30" y="0"/>
                    </a:moveTo>
                    <a:cubicBezTo>
                      <a:pt x="25" y="1"/>
                      <a:pt x="20" y="2"/>
                      <a:pt x="16" y="5"/>
                    </a:cubicBezTo>
                    <a:cubicBezTo>
                      <a:pt x="13" y="7"/>
                      <a:pt x="12" y="10"/>
                      <a:pt x="10" y="13"/>
                    </a:cubicBezTo>
                    <a:cubicBezTo>
                      <a:pt x="6" y="20"/>
                      <a:pt x="0" y="29"/>
                      <a:pt x="0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6" name="Freeform 1343">
                <a:extLst>
                  <a:ext uri="{FF2B5EF4-FFF2-40B4-BE49-F238E27FC236}">
                    <a16:creationId xmlns:a16="http://schemas.microsoft.com/office/drawing/2014/main" id="{58042711-CCD9-4197-A783-D749CF908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165"/>
                <a:ext cx="92" cy="26"/>
              </a:xfrm>
              <a:custGeom>
                <a:avLst/>
                <a:gdLst>
                  <a:gd name="T0" fmla="*/ 288 w 52"/>
                  <a:gd name="T1" fmla="*/ 13 h 14"/>
                  <a:gd name="T2" fmla="*/ 211 w 52"/>
                  <a:gd name="T3" fmla="*/ 0 h 14"/>
                  <a:gd name="T4" fmla="*/ 115 w 52"/>
                  <a:gd name="T5" fmla="*/ 7 h 14"/>
                  <a:gd name="T6" fmla="*/ 0 w 52"/>
                  <a:gd name="T7" fmla="*/ 8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4">
                    <a:moveTo>
                      <a:pt x="52" y="2"/>
                    </a:moveTo>
                    <a:cubicBezTo>
                      <a:pt x="47" y="2"/>
                      <a:pt x="43" y="0"/>
                      <a:pt x="38" y="0"/>
                    </a:cubicBezTo>
                    <a:cubicBezTo>
                      <a:pt x="32" y="0"/>
                      <a:pt x="26" y="0"/>
                      <a:pt x="21" y="1"/>
                    </a:cubicBezTo>
                    <a:cubicBezTo>
                      <a:pt x="13" y="2"/>
                      <a:pt x="4" y="8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7" name="Freeform 1344">
                <a:extLst>
                  <a:ext uri="{FF2B5EF4-FFF2-40B4-BE49-F238E27FC236}">
                    <a16:creationId xmlns:a16="http://schemas.microsoft.com/office/drawing/2014/main" id="{C982244F-8C25-470C-9009-72086B872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176"/>
                <a:ext cx="70" cy="43"/>
              </a:xfrm>
              <a:custGeom>
                <a:avLst/>
                <a:gdLst>
                  <a:gd name="T0" fmla="*/ 0 w 40"/>
                  <a:gd name="T1" fmla="*/ 0 h 23"/>
                  <a:gd name="T2" fmla="*/ 135 w 40"/>
                  <a:gd name="T3" fmla="*/ 32 h 23"/>
                  <a:gd name="T4" fmla="*/ 215 w 40"/>
                  <a:gd name="T5" fmla="*/ 15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9" y="0"/>
                      <a:pt x="18" y="1"/>
                      <a:pt x="25" y="5"/>
                    </a:cubicBezTo>
                    <a:cubicBezTo>
                      <a:pt x="32" y="10"/>
                      <a:pt x="35" y="17"/>
                      <a:pt x="40" y="2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8" name="Freeform 1345">
                <a:extLst>
                  <a:ext uri="{FF2B5EF4-FFF2-40B4-BE49-F238E27FC236}">
                    <a16:creationId xmlns:a16="http://schemas.microsoft.com/office/drawing/2014/main" id="{1EE19A2D-1B79-41FE-B1E3-B7AC0E53E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1153"/>
                <a:ext cx="77" cy="38"/>
              </a:xfrm>
              <a:custGeom>
                <a:avLst/>
                <a:gdLst>
                  <a:gd name="T0" fmla="*/ 236 w 44"/>
                  <a:gd name="T1" fmla="*/ 29 h 20"/>
                  <a:gd name="T2" fmla="*/ 156 w 44"/>
                  <a:gd name="T3" fmla="*/ 0 h 20"/>
                  <a:gd name="T4" fmla="*/ 98 w 44"/>
                  <a:gd name="T5" fmla="*/ 29 h 20"/>
                  <a:gd name="T6" fmla="*/ 0 w 44"/>
                  <a:gd name="T7" fmla="*/ 13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0">
                    <a:moveTo>
                      <a:pt x="44" y="4"/>
                    </a:moveTo>
                    <a:cubicBezTo>
                      <a:pt x="39" y="4"/>
                      <a:pt x="35" y="0"/>
                      <a:pt x="29" y="0"/>
                    </a:cubicBezTo>
                    <a:cubicBezTo>
                      <a:pt x="26" y="1"/>
                      <a:pt x="22" y="2"/>
                      <a:pt x="18" y="4"/>
                    </a:cubicBezTo>
                    <a:cubicBezTo>
                      <a:pt x="10" y="8"/>
                      <a:pt x="4" y="12"/>
                      <a:pt x="0" y="2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9" name="Freeform 1346">
                <a:extLst>
                  <a:ext uri="{FF2B5EF4-FFF2-40B4-BE49-F238E27FC236}">
                    <a16:creationId xmlns:a16="http://schemas.microsoft.com/office/drawing/2014/main" id="{0434476B-4577-45D6-B171-D88B3E1B9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262"/>
                <a:ext cx="37" cy="34"/>
              </a:xfrm>
              <a:custGeom>
                <a:avLst/>
                <a:gdLst>
                  <a:gd name="T0" fmla="*/ 115 w 21"/>
                  <a:gd name="T1" fmla="*/ 121 h 18"/>
                  <a:gd name="T2" fmla="*/ 49 w 21"/>
                  <a:gd name="T3" fmla="*/ 47 h 18"/>
                  <a:gd name="T4" fmla="*/ 16 w 21"/>
                  <a:gd name="T5" fmla="*/ 21 h 18"/>
                  <a:gd name="T6" fmla="*/ 0 w 21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21" y="18"/>
                    </a:moveTo>
                    <a:cubicBezTo>
                      <a:pt x="17" y="16"/>
                      <a:pt x="12" y="11"/>
                      <a:pt x="9" y="7"/>
                    </a:cubicBezTo>
                    <a:cubicBezTo>
                      <a:pt x="7" y="6"/>
                      <a:pt x="5" y="5"/>
                      <a:pt x="3" y="3"/>
                    </a:cubicBezTo>
                    <a:cubicBezTo>
                      <a:pt x="1" y="2"/>
                      <a:pt x="1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0" name="Freeform 1347">
                <a:extLst>
                  <a:ext uri="{FF2B5EF4-FFF2-40B4-BE49-F238E27FC236}">
                    <a16:creationId xmlns:a16="http://schemas.microsoft.com/office/drawing/2014/main" id="{3AFD80BB-9519-44BA-918F-77D790B93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155"/>
                <a:ext cx="79" cy="21"/>
              </a:xfrm>
              <a:custGeom>
                <a:avLst/>
                <a:gdLst>
                  <a:gd name="T0" fmla="*/ 244 w 45"/>
                  <a:gd name="T1" fmla="*/ 76 h 11"/>
                  <a:gd name="T2" fmla="*/ 188 w 45"/>
                  <a:gd name="T3" fmla="*/ 21 h 11"/>
                  <a:gd name="T4" fmla="*/ 130 w 45"/>
                  <a:gd name="T5" fmla="*/ 8 h 11"/>
                  <a:gd name="T6" fmla="*/ 70 w 45"/>
                  <a:gd name="T7" fmla="*/ 0 h 11"/>
                  <a:gd name="T8" fmla="*/ 0 w 45"/>
                  <a:gd name="T9" fmla="*/ 2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">
                    <a:moveTo>
                      <a:pt x="45" y="11"/>
                    </a:moveTo>
                    <a:cubicBezTo>
                      <a:pt x="42" y="9"/>
                      <a:pt x="39" y="5"/>
                      <a:pt x="35" y="3"/>
                    </a:cubicBezTo>
                    <a:cubicBezTo>
                      <a:pt x="32" y="2"/>
                      <a:pt x="28" y="1"/>
                      <a:pt x="24" y="1"/>
                    </a:cubicBezTo>
                    <a:cubicBezTo>
                      <a:pt x="21" y="0"/>
                      <a:pt x="17" y="0"/>
                      <a:pt x="13" y="0"/>
                    </a:cubicBezTo>
                    <a:cubicBezTo>
                      <a:pt x="8" y="0"/>
                      <a:pt x="5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1" name="Freeform 1348">
                <a:extLst>
                  <a:ext uri="{FF2B5EF4-FFF2-40B4-BE49-F238E27FC236}">
                    <a16:creationId xmlns:a16="http://schemas.microsoft.com/office/drawing/2014/main" id="{F9287506-2130-419B-8BAB-1C6AFB99B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129"/>
                <a:ext cx="56" cy="23"/>
              </a:xfrm>
              <a:custGeom>
                <a:avLst/>
                <a:gdLst>
                  <a:gd name="T0" fmla="*/ 28 w 32"/>
                  <a:gd name="T1" fmla="*/ 84 h 12"/>
                  <a:gd name="T2" fmla="*/ 16 w 32"/>
                  <a:gd name="T3" fmla="*/ 15 h 12"/>
                  <a:gd name="T4" fmla="*/ 98 w 32"/>
                  <a:gd name="T5" fmla="*/ 8 h 12"/>
                  <a:gd name="T6" fmla="*/ 135 w 32"/>
                  <a:gd name="T7" fmla="*/ 15 h 12"/>
                  <a:gd name="T8" fmla="*/ 166 w 32"/>
                  <a:gd name="T9" fmla="*/ 23 h 12"/>
                  <a:gd name="T10" fmla="*/ 156 w 32"/>
                  <a:gd name="T11" fmla="*/ 84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2">
                    <a:moveTo>
                      <a:pt x="5" y="12"/>
                    </a:moveTo>
                    <a:cubicBezTo>
                      <a:pt x="2" y="11"/>
                      <a:pt x="0" y="4"/>
                      <a:pt x="3" y="2"/>
                    </a:cubicBezTo>
                    <a:cubicBezTo>
                      <a:pt x="8" y="0"/>
                      <a:pt x="13" y="1"/>
                      <a:pt x="18" y="1"/>
                    </a:cubicBezTo>
                    <a:cubicBezTo>
                      <a:pt x="20" y="2"/>
                      <a:pt x="23" y="2"/>
                      <a:pt x="25" y="2"/>
                    </a:cubicBezTo>
                    <a:cubicBezTo>
                      <a:pt x="27" y="2"/>
                      <a:pt x="30" y="1"/>
                      <a:pt x="31" y="3"/>
                    </a:cubicBezTo>
                    <a:cubicBezTo>
                      <a:pt x="32" y="5"/>
                      <a:pt x="32" y="11"/>
                      <a:pt x="29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2" name="Freeform 1349">
                <a:extLst>
                  <a:ext uri="{FF2B5EF4-FFF2-40B4-BE49-F238E27FC236}">
                    <a16:creationId xmlns:a16="http://schemas.microsoft.com/office/drawing/2014/main" id="{56E1B1F6-5A97-4E4E-9008-D9FFB35DD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110"/>
                <a:ext cx="51" cy="29"/>
              </a:xfrm>
              <a:custGeom>
                <a:avLst/>
                <a:gdLst>
                  <a:gd name="T0" fmla="*/ 16 w 29"/>
                  <a:gd name="T1" fmla="*/ 0 h 15"/>
                  <a:gd name="T2" fmla="*/ 7 w 29"/>
                  <a:gd name="T3" fmla="*/ 23 h 15"/>
                  <a:gd name="T4" fmla="*/ 7 w 29"/>
                  <a:gd name="T5" fmla="*/ 56 h 15"/>
                  <a:gd name="T6" fmla="*/ 33 w 29"/>
                  <a:gd name="T7" fmla="*/ 72 h 15"/>
                  <a:gd name="T8" fmla="*/ 77 w 29"/>
                  <a:gd name="T9" fmla="*/ 79 h 15"/>
                  <a:gd name="T10" fmla="*/ 114 w 29"/>
                  <a:gd name="T11" fmla="*/ 93 h 15"/>
                  <a:gd name="T12" fmla="*/ 142 w 29"/>
                  <a:gd name="T13" fmla="*/ 93 h 15"/>
                  <a:gd name="T14" fmla="*/ 151 w 29"/>
                  <a:gd name="T15" fmla="*/ 64 h 15"/>
                  <a:gd name="T16" fmla="*/ 151 w 29"/>
                  <a:gd name="T17" fmla="*/ 52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3" y="0"/>
                    </a:moveTo>
                    <a:cubicBezTo>
                      <a:pt x="1" y="0"/>
                      <a:pt x="1" y="2"/>
                      <a:pt x="1" y="3"/>
                    </a:cubicBezTo>
                    <a:cubicBezTo>
                      <a:pt x="1" y="4"/>
                      <a:pt x="0" y="7"/>
                      <a:pt x="1" y="8"/>
                    </a:cubicBezTo>
                    <a:cubicBezTo>
                      <a:pt x="2" y="10"/>
                      <a:pt x="5" y="10"/>
                      <a:pt x="6" y="10"/>
                    </a:cubicBezTo>
                    <a:cubicBezTo>
                      <a:pt x="9" y="10"/>
                      <a:pt x="11" y="10"/>
                      <a:pt x="14" y="11"/>
                    </a:cubicBezTo>
                    <a:cubicBezTo>
                      <a:pt x="16" y="11"/>
                      <a:pt x="19" y="12"/>
                      <a:pt x="21" y="13"/>
                    </a:cubicBezTo>
                    <a:cubicBezTo>
                      <a:pt x="22" y="14"/>
                      <a:pt x="25" y="15"/>
                      <a:pt x="26" y="13"/>
                    </a:cubicBezTo>
                    <a:cubicBezTo>
                      <a:pt x="27" y="13"/>
                      <a:pt x="28" y="10"/>
                      <a:pt x="28" y="9"/>
                    </a:cubicBezTo>
                    <a:cubicBezTo>
                      <a:pt x="29" y="8"/>
                      <a:pt x="29" y="7"/>
                      <a:pt x="28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3" name="Freeform 1350">
                <a:extLst>
                  <a:ext uri="{FF2B5EF4-FFF2-40B4-BE49-F238E27FC236}">
                    <a16:creationId xmlns:a16="http://schemas.microsoft.com/office/drawing/2014/main" id="{5C7B590D-C881-48A3-A339-64A5E7A27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116"/>
                <a:ext cx="12" cy="17"/>
              </a:xfrm>
              <a:custGeom>
                <a:avLst/>
                <a:gdLst>
                  <a:gd name="T0" fmla="*/ 36 w 7"/>
                  <a:gd name="T1" fmla="*/ 60 h 9"/>
                  <a:gd name="T2" fmla="*/ 21 w 7"/>
                  <a:gd name="T3" fmla="*/ 32 h 9"/>
                  <a:gd name="T4" fmla="*/ 9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3" y="9"/>
                      <a:pt x="4" y="7"/>
                      <a:pt x="4" y="5"/>
                    </a:cubicBezTo>
                    <a:cubicBezTo>
                      <a:pt x="3" y="4"/>
                      <a:pt x="0" y="0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4" name="Freeform 1351">
                <a:extLst>
                  <a:ext uri="{FF2B5EF4-FFF2-40B4-BE49-F238E27FC236}">
                    <a16:creationId xmlns:a16="http://schemas.microsoft.com/office/drawing/2014/main" id="{245068B8-CFFB-42E9-900C-928BABB6D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125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4"/>
                      <a:pt x="2" y="1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5" name="Freeform 1352">
                <a:extLst>
                  <a:ext uri="{FF2B5EF4-FFF2-40B4-BE49-F238E27FC236}">
                    <a16:creationId xmlns:a16="http://schemas.microsoft.com/office/drawing/2014/main" id="{DEA89CEC-5DF8-4D8F-8110-8F0BAAE1B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109"/>
                <a:ext cx="5" cy="7"/>
              </a:xfrm>
              <a:custGeom>
                <a:avLst/>
                <a:gdLst>
                  <a:gd name="T0" fmla="*/ 13 w 3"/>
                  <a:gd name="T1" fmla="*/ 21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6" name="Freeform 1353">
                <a:extLst>
                  <a:ext uri="{FF2B5EF4-FFF2-40B4-BE49-F238E27FC236}">
                    <a16:creationId xmlns:a16="http://schemas.microsoft.com/office/drawing/2014/main" id="{13CD82C9-6DDD-4485-8EF3-0F3E796A6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1129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7" name="Freeform 1354">
                <a:extLst>
                  <a:ext uri="{FF2B5EF4-FFF2-40B4-BE49-F238E27FC236}">
                    <a16:creationId xmlns:a16="http://schemas.microsoft.com/office/drawing/2014/main" id="{DE458F72-6308-4AC9-8CD7-CEC547614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1137"/>
                <a:ext cx="9" cy="26"/>
              </a:xfrm>
              <a:custGeom>
                <a:avLst/>
                <a:gdLst>
                  <a:gd name="T0" fmla="*/ 7 w 5"/>
                  <a:gd name="T1" fmla="*/ 0 h 14"/>
                  <a:gd name="T2" fmla="*/ 13 w 5"/>
                  <a:gd name="T3" fmla="*/ 52 h 14"/>
                  <a:gd name="T4" fmla="*/ 0 w 5"/>
                  <a:gd name="T5" fmla="*/ 8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4">
                    <a:moveTo>
                      <a:pt x="1" y="0"/>
                    </a:moveTo>
                    <a:cubicBezTo>
                      <a:pt x="5" y="2"/>
                      <a:pt x="3" y="5"/>
                      <a:pt x="2" y="8"/>
                    </a:cubicBezTo>
                    <a:cubicBezTo>
                      <a:pt x="2" y="10"/>
                      <a:pt x="2" y="14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8" name="Freeform 1355">
                <a:extLst>
                  <a:ext uri="{FF2B5EF4-FFF2-40B4-BE49-F238E27FC236}">
                    <a16:creationId xmlns:a16="http://schemas.microsoft.com/office/drawing/2014/main" id="{1FCA588A-60DF-4D26-9E25-DC8294FFF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129"/>
                <a:ext cx="49" cy="21"/>
              </a:xfrm>
              <a:custGeom>
                <a:avLst/>
                <a:gdLst>
                  <a:gd name="T0" fmla="*/ 151 w 28"/>
                  <a:gd name="T1" fmla="*/ 0 h 11"/>
                  <a:gd name="T2" fmla="*/ 144 w 28"/>
                  <a:gd name="T3" fmla="*/ 15 h 11"/>
                  <a:gd name="T4" fmla="*/ 119 w 28"/>
                  <a:gd name="T5" fmla="*/ 36 h 11"/>
                  <a:gd name="T6" fmla="*/ 65 w 28"/>
                  <a:gd name="T7" fmla="*/ 55 h 11"/>
                  <a:gd name="T8" fmla="*/ 16 w 28"/>
                  <a:gd name="T9" fmla="*/ 55 h 11"/>
                  <a:gd name="T10" fmla="*/ 7 w 28"/>
                  <a:gd name="T11" fmla="*/ 2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1">
                    <a:moveTo>
                      <a:pt x="28" y="0"/>
                    </a:moveTo>
                    <a:cubicBezTo>
                      <a:pt x="28" y="1"/>
                      <a:pt x="28" y="2"/>
                      <a:pt x="27" y="2"/>
                    </a:cubicBezTo>
                    <a:cubicBezTo>
                      <a:pt x="25" y="3"/>
                      <a:pt x="24" y="4"/>
                      <a:pt x="22" y="5"/>
                    </a:cubicBezTo>
                    <a:cubicBezTo>
                      <a:pt x="19" y="7"/>
                      <a:pt x="15" y="7"/>
                      <a:pt x="12" y="8"/>
                    </a:cubicBezTo>
                    <a:cubicBezTo>
                      <a:pt x="9" y="8"/>
                      <a:pt x="6" y="11"/>
                      <a:pt x="3" y="8"/>
                    </a:cubicBezTo>
                    <a:cubicBezTo>
                      <a:pt x="2" y="8"/>
                      <a:pt x="0" y="4"/>
                      <a:pt x="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9" name="Freeform 1356">
                <a:extLst>
                  <a:ext uri="{FF2B5EF4-FFF2-40B4-BE49-F238E27FC236}">
                    <a16:creationId xmlns:a16="http://schemas.microsoft.com/office/drawing/2014/main" id="{65058C78-B680-4A6F-A4E9-AD4A6F75F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1148"/>
                <a:ext cx="11" cy="19"/>
              </a:xfrm>
              <a:custGeom>
                <a:avLst/>
                <a:gdLst>
                  <a:gd name="T0" fmla="*/ 37 w 6"/>
                  <a:gd name="T1" fmla="*/ 61 h 10"/>
                  <a:gd name="T2" fmla="*/ 13 w 6"/>
                  <a:gd name="T3" fmla="*/ 61 h 10"/>
                  <a:gd name="T4" fmla="*/ 7 w 6"/>
                  <a:gd name="T5" fmla="*/ 36 h 10"/>
                  <a:gd name="T6" fmla="*/ 7 w 6"/>
                  <a:gd name="T7" fmla="*/ 15 h 10"/>
                  <a:gd name="T8" fmla="*/ 0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9"/>
                    </a:moveTo>
                    <a:cubicBezTo>
                      <a:pt x="5" y="9"/>
                      <a:pt x="3" y="10"/>
                      <a:pt x="2" y="9"/>
                    </a:cubicBezTo>
                    <a:cubicBezTo>
                      <a:pt x="1" y="8"/>
                      <a:pt x="1" y="6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0" name="Freeform 1357">
                <a:extLst>
                  <a:ext uri="{FF2B5EF4-FFF2-40B4-BE49-F238E27FC236}">
                    <a16:creationId xmlns:a16="http://schemas.microsoft.com/office/drawing/2014/main" id="{9E7BDFCE-BE76-428E-B5CA-8879BA159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1139"/>
                <a:ext cx="7" cy="1"/>
              </a:xfrm>
              <a:custGeom>
                <a:avLst/>
                <a:gdLst>
                  <a:gd name="T0" fmla="*/ 0 w 4"/>
                  <a:gd name="T1" fmla="*/ 0 h 1"/>
                  <a:gd name="T2" fmla="*/ 21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1" name="Freeform 1358">
                <a:extLst>
                  <a:ext uri="{FF2B5EF4-FFF2-40B4-BE49-F238E27FC236}">
                    <a16:creationId xmlns:a16="http://schemas.microsoft.com/office/drawing/2014/main" id="{60AAE9F8-8A8A-4929-BA20-AD4CAAA89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152"/>
                <a:ext cx="51" cy="28"/>
              </a:xfrm>
              <a:custGeom>
                <a:avLst/>
                <a:gdLst>
                  <a:gd name="T0" fmla="*/ 151 w 29"/>
                  <a:gd name="T1" fmla="*/ 0 h 15"/>
                  <a:gd name="T2" fmla="*/ 146 w 29"/>
                  <a:gd name="T3" fmla="*/ 21 h 15"/>
                  <a:gd name="T4" fmla="*/ 135 w 29"/>
                  <a:gd name="T5" fmla="*/ 21 h 15"/>
                  <a:gd name="T6" fmla="*/ 121 w 29"/>
                  <a:gd name="T7" fmla="*/ 24 h 15"/>
                  <a:gd name="T8" fmla="*/ 65 w 29"/>
                  <a:gd name="T9" fmla="*/ 60 h 15"/>
                  <a:gd name="T10" fmla="*/ 28 w 29"/>
                  <a:gd name="T11" fmla="*/ 91 h 15"/>
                  <a:gd name="T12" fmla="*/ 7 w 29"/>
                  <a:gd name="T13" fmla="*/ 6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5">
                    <a:moveTo>
                      <a:pt x="28" y="0"/>
                    </a:moveTo>
                    <a:cubicBezTo>
                      <a:pt x="28" y="1"/>
                      <a:pt x="29" y="2"/>
                      <a:pt x="27" y="3"/>
                    </a:cubicBezTo>
                    <a:cubicBezTo>
                      <a:pt x="27" y="3"/>
                      <a:pt x="26" y="3"/>
                      <a:pt x="25" y="3"/>
                    </a:cubicBezTo>
                    <a:cubicBezTo>
                      <a:pt x="24" y="3"/>
                      <a:pt x="23" y="4"/>
                      <a:pt x="22" y="4"/>
                    </a:cubicBezTo>
                    <a:cubicBezTo>
                      <a:pt x="18" y="4"/>
                      <a:pt x="15" y="7"/>
                      <a:pt x="12" y="9"/>
                    </a:cubicBezTo>
                    <a:cubicBezTo>
                      <a:pt x="11" y="11"/>
                      <a:pt x="8" y="15"/>
                      <a:pt x="5" y="14"/>
                    </a:cubicBezTo>
                    <a:cubicBezTo>
                      <a:pt x="4" y="14"/>
                      <a:pt x="0" y="11"/>
                      <a:pt x="1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2" name="Freeform 1359">
                <a:extLst>
                  <a:ext uri="{FF2B5EF4-FFF2-40B4-BE49-F238E27FC236}">
                    <a16:creationId xmlns:a16="http://schemas.microsoft.com/office/drawing/2014/main" id="{5516DCE1-5693-4794-8448-FA66F0838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146"/>
                <a:ext cx="4" cy="7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3" name="Freeform 1360">
                <a:extLst>
                  <a:ext uri="{FF2B5EF4-FFF2-40B4-BE49-F238E27FC236}">
                    <a16:creationId xmlns:a16="http://schemas.microsoft.com/office/drawing/2014/main" id="{8E8C8462-4A60-44D7-AAA7-B807CB24F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137"/>
                <a:ext cx="48" cy="24"/>
              </a:xfrm>
              <a:custGeom>
                <a:avLst/>
                <a:gdLst>
                  <a:gd name="T0" fmla="*/ 12 w 27"/>
                  <a:gd name="T1" fmla="*/ 0 h 13"/>
                  <a:gd name="T2" fmla="*/ 7 w 27"/>
                  <a:gd name="T3" fmla="*/ 13 h 13"/>
                  <a:gd name="T4" fmla="*/ 28 w 27"/>
                  <a:gd name="T5" fmla="*/ 20 h 13"/>
                  <a:gd name="T6" fmla="*/ 89 w 27"/>
                  <a:gd name="T7" fmla="*/ 68 h 13"/>
                  <a:gd name="T8" fmla="*/ 117 w 27"/>
                  <a:gd name="T9" fmla="*/ 81 h 13"/>
                  <a:gd name="T10" fmla="*/ 135 w 27"/>
                  <a:gd name="T11" fmla="*/ 57 h 13"/>
                  <a:gd name="T12" fmla="*/ 146 w 27"/>
                  <a:gd name="T13" fmla="*/ 2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3">
                    <a:moveTo>
                      <a:pt x="2" y="0"/>
                    </a:moveTo>
                    <a:cubicBezTo>
                      <a:pt x="1" y="1"/>
                      <a:pt x="0" y="2"/>
                      <a:pt x="1" y="2"/>
                    </a:cubicBezTo>
                    <a:cubicBezTo>
                      <a:pt x="1" y="4"/>
                      <a:pt x="4" y="3"/>
                      <a:pt x="5" y="3"/>
                    </a:cubicBezTo>
                    <a:cubicBezTo>
                      <a:pt x="10" y="4"/>
                      <a:pt x="14" y="7"/>
                      <a:pt x="16" y="11"/>
                    </a:cubicBezTo>
                    <a:cubicBezTo>
                      <a:pt x="18" y="12"/>
                      <a:pt x="19" y="13"/>
                      <a:pt x="21" y="13"/>
                    </a:cubicBezTo>
                    <a:cubicBezTo>
                      <a:pt x="23" y="12"/>
                      <a:pt x="23" y="11"/>
                      <a:pt x="24" y="9"/>
                    </a:cubicBezTo>
                    <a:cubicBezTo>
                      <a:pt x="25" y="7"/>
                      <a:pt x="27" y="6"/>
                      <a:pt x="26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4" name="Freeform 1361">
                <a:extLst>
                  <a:ext uri="{FF2B5EF4-FFF2-40B4-BE49-F238E27FC236}">
                    <a16:creationId xmlns:a16="http://schemas.microsoft.com/office/drawing/2014/main" id="{8703BF4D-F554-470B-BC9D-655267F52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148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5" name="Freeform 1362">
                <a:extLst>
                  <a:ext uri="{FF2B5EF4-FFF2-40B4-BE49-F238E27FC236}">
                    <a16:creationId xmlns:a16="http://schemas.microsoft.com/office/drawing/2014/main" id="{99908577-854F-4643-9E5C-3128C8B2F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161"/>
                <a:ext cx="10" cy="22"/>
              </a:xfrm>
              <a:custGeom>
                <a:avLst/>
                <a:gdLst>
                  <a:gd name="T0" fmla="*/ 20 w 6"/>
                  <a:gd name="T1" fmla="*/ 0 h 12"/>
                  <a:gd name="T2" fmla="*/ 13 w 6"/>
                  <a:gd name="T3" fmla="*/ 37 h 12"/>
                  <a:gd name="T4" fmla="*/ 0 w 6"/>
                  <a:gd name="T5" fmla="*/ 6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6" y="3"/>
                      <a:pt x="4" y="4"/>
                      <a:pt x="3" y="6"/>
                    </a:cubicBezTo>
                    <a:cubicBezTo>
                      <a:pt x="2" y="7"/>
                      <a:pt x="1" y="12"/>
                      <a:pt x="0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6" name="Freeform 1363">
                <a:extLst>
                  <a:ext uri="{FF2B5EF4-FFF2-40B4-BE49-F238E27FC236}">
                    <a16:creationId xmlns:a16="http://schemas.microsoft.com/office/drawing/2014/main" id="{9BC4FAAB-A0AD-47FD-93FA-6E40BB9EB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144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7" name="Freeform 1364">
                <a:extLst>
                  <a:ext uri="{FF2B5EF4-FFF2-40B4-BE49-F238E27FC236}">
                    <a16:creationId xmlns:a16="http://schemas.microsoft.com/office/drawing/2014/main" id="{86429418-E40A-4A26-8786-EA09E19CD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159"/>
                <a:ext cx="52" cy="43"/>
              </a:xfrm>
              <a:custGeom>
                <a:avLst/>
                <a:gdLst>
                  <a:gd name="T0" fmla="*/ 16 w 30"/>
                  <a:gd name="T1" fmla="*/ 0 h 23"/>
                  <a:gd name="T2" fmla="*/ 16 w 30"/>
                  <a:gd name="T3" fmla="*/ 39 h 23"/>
                  <a:gd name="T4" fmla="*/ 57 w 30"/>
                  <a:gd name="T5" fmla="*/ 73 h 23"/>
                  <a:gd name="T6" fmla="*/ 94 w 30"/>
                  <a:gd name="T7" fmla="*/ 120 h 23"/>
                  <a:gd name="T8" fmla="*/ 120 w 30"/>
                  <a:gd name="T9" fmla="*/ 129 h 23"/>
                  <a:gd name="T10" fmla="*/ 147 w 30"/>
                  <a:gd name="T11" fmla="*/ 112 h 23"/>
                  <a:gd name="T12" fmla="*/ 151 w 30"/>
                  <a:gd name="T13" fmla="*/ 77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3">
                    <a:moveTo>
                      <a:pt x="3" y="0"/>
                    </a:moveTo>
                    <a:cubicBezTo>
                      <a:pt x="0" y="2"/>
                      <a:pt x="0" y="5"/>
                      <a:pt x="3" y="6"/>
                    </a:cubicBezTo>
                    <a:cubicBezTo>
                      <a:pt x="6" y="7"/>
                      <a:pt x="8" y="9"/>
                      <a:pt x="11" y="11"/>
                    </a:cubicBezTo>
                    <a:cubicBezTo>
                      <a:pt x="13" y="13"/>
                      <a:pt x="16" y="15"/>
                      <a:pt x="18" y="18"/>
                    </a:cubicBezTo>
                    <a:cubicBezTo>
                      <a:pt x="19" y="20"/>
                      <a:pt x="21" y="23"/>
                      <a:pt x="23" y="20"/>
                    </a:cubicBezTo>
                    <a:cubicBezTo>
                      <a:pt x="25" y="19"/>
                      <a:pt x="26" y="18"/>
                      <a:pt x="28" y="17"/>
                    </a:cubicBezTo>
                    <a:cubicBezTo>
                      <a:pt x="29" y="16"/>
                      <a:pt x="30" y="13"/>
                      <a:pt x="29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8" name="Freeform 1365">
                <a:extLst>
                  <a:ext uri="{FF2B5EF4-FFF2-40B4-BE49-F238E27FC236}">
                    <a16:creationId xmlns:a16="http://schemas.microsoft.com/office/drawing/2014/main" id="{7D7DBE1A-8C6A-4D10-A137-2690E9537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170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9" name="Freeform 1366">
                <a:extLst>
                  <a:ext uri="{FF2B5EF4-FFF2-40B4-BE49-F238E27FC236}">
                    <a16:creationId xmlns:a16="http://schemas.microsoft.com/office/drawing/2014/main" id="{20F18807-A7FC-47E9-BE2F-1073EDE42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197"/>
                <a:ext cx="14" cy="13"/>
              </a:xfrm>
              <a:custGeom>
                <a:avLst/>
                <a:gdLst>
                  <a:gd name="T0" fmla="*/ 28 w 8"/>
                  <a:gd name="T1" fmla="*/ 0 h 7"/>
                  <a:gd name="T2" fmla="*/ 16 w 8"/>
                  <a:gd name="T3" fmla="*/ 24 h 7"/>
                  <a:gd name="T4" fmla="*/ 0 w 8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8" y="2"/>
                      <a:pt x="4" y="3"/>
                      <a:pt x="3" y="4"/>
                    </a:cubicBezTo>
                    <a:cubicBezTo>
                      <a:pt x="2" y="5"/>
                      <a:pt x="1" y="7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0" name="Freeform 1367">
                <a:extLst>
                  <a:ext uri="{FF2B5EF4-FFF2-40B4-BE49-F238E27FC236}">
                    <a16:creationId xmlns:a16="http://schemas.microsoft.com/office/drawing/2014/main" id="{0FCC9633-9293-4C56-B8BE-D24A19EF9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180"/>
                <a:ext cx="1" cy="5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1" name="Freeform 1368">
                <a:extLst>
                  <a:ext uri="{FF2B5EF4-FFF2-40B4-BE49-F238E27FC236}">
                    <a16:creationId xmlns:a16="http://schemas.microsoft.com/office/drawing/2014/main" id="{75B057DB-E54B-4C76-8608-59B46EFAB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159"/>
                <a:ext cx="1" cy="6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2" name="Freeform 1369">
                <a:extLst>
                  <a:ext uri="{FF2B5EF4-FFF2-40B4-BE49-F238E27FC236}">
                    <a16:creationId xmlns:a16="http://schemas.microsoft.com/office/drawing/2014/main" id="{63E054D7-4675-4378-A87A-3D378799A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200"/>
                <a:ext cx="38" cy="58"/>
              </a:xfrm>
              <a:custGeom>
                <a:avLst/>
                <a:gdLst>
                  <a:gd name="T0" fmla="*/ 0 w 22"/>
                  <a:gd name="T1" fmla="*/ 7 h 31"/>
                  <a:gd name="T2" fmla="*/ 36 w 22"/>
                  <a:gd name="T3" fmla="*/ 60 h 31"/>
                  <a:gd name="T4" fmla="*/ 83 w 22"/>
                  <a:gd name="T5" fmla="*/ 125 h 31"/>
                  <a:gd name="T6" fmla="*/ 104 w 22"/>
                  <a:gd name="T7" fmla="*/ 189 h 31"/>
                  <a:gd name="T8" fmla="*/ 71 w 22"/>
                  <a:gd name="T9" fmla="*/ 20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0" y="1"/>
                    </a:moveTo>
                    <a:cubicBezTo>
                      <a:pt x="3" y="0"/>
                      <a:pt x="5" y="7"/>
                      <a:pt x="7" y="9"/>
                    </a:cubicBezTo>
                    <a:cubicBezTo>
                      <a:pt x="10" y="13"/>
                      <a:pt x="13" y="16"/>
                      <a:pt x="16" y="19"/>
                    </a:cubicBezTo>
                    <a:cubicBezTo>
                      <a:pt x="18" y="21"/>
                      <a:pt x="22" y="27"/>
                      <a:pt x="20" y="29"/>
                    </a:cubicBezTo>
                    <a:cubicBezTo>
                      <a:pt x="19" y="30"/>
                      <a:pt x="15" y="31"/>
                      <a:pt x="14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3" name="Freeform 1370">
                <a:extLst>
                  <a:ext uri="{FF2B5EF4-FFF2-40B4-BE49-F238E27FC236}">
                    <a16:creationId xmlns:a16="http://schemas.microsoft.com/office/drawing/2014/main" id="{BB3C8B95-2BC9-407D-B8A1-0F176975A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185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4" name="Freeform 1371">
                <a:extLst>
                  <a:ext uri="{FF2B5EF4-FFF2-40B4-BE49-F238E27FC236}">
                    <a16:creationId xmlns:a16="http://schemas.microsoft.com/office/drawing/2014/main" id="{83A9E1F7-0312-4356-A6E1-D3CF69625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230"/>
                <a:ext cx="21" cy="25"/>
              </a:xfrm>
              <a:custGeom>
                <a:avLst/>
                <a:gdLst>
                  <a:gd name="T0" fmla="*/ 56 w 12"/>
                  <a:gd name="T1" fmla="*/ 0 h 13"/>
                  <a:gd name="T2" fmla="*/ 58 w 12"/>
                  <a:gd name="T3" fmla="*/ 37 h 13"/>
                  <a:gd name="T4" fmla="*/ 37 w 12"/>
                  <a:gd name="T5" fmla="*/ 48 h 13"/>
                  <a:gd name="T6" fmla="*/ 0 w 12"/>
                  <a:gd name="T7" fmla="*/ 7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0" y="0"/>
                    </a:moveTo>
                    <a:cubicBezTo>
                      <a:pt x="11" y="1"/>
                      <a:pt x="12" y="4"/>
                      <a:pt x="11" y="5"/>
                    </a:cubicBezTo>
                    <a:cubicBezTo>
                      <a:pt x="11" y="6"/>
                      <a:pt x="8" y="7"/>
                      <a:pt x="7" y="7"/>
                    </a:cubicBezTo>
                    <a:cubicBezTo>
                      <a:pt x="5" y="9"/>
                      <a:pt x="3" y="13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5" name="Freeform 1372">
                <a:extLst>
                  <a:ext uri="{FF2B5EF4-FFF2-40B4-BE49-F238E27FC236}">
                    <a16:creationId xmlns:a16="http://schemas.microsoft.com/office/drawing/2014/main" id="{60DE42DA-A623-434B-8BFE-82FE22542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200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6" name="Freeform 1373">
                <a:extLst>
                  <a:ext uri="{FF2B5EF4-FFF2-40B4-BE49-F238E27FC236}">
                    <a16:creationId xmlns:a16="http://schemas.microsoft.com/office/drawing/2014/main" id="{06473577-768E-4681-8456-2E84135BB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253"/>
                <a:ext cx="39" cy="71"/>
              </a:xfrm>
              <a:custGeom>
                <a:avLst/>
                <a:gdLst>
                  <a:gd name="T0" fmla="*/ 78 w 22"/>
                  <a:gd name="T1" fmla="*/ 226 h 38"/>
                  <a:gd name="T2" fmla="*/ 117 w 22"/>
                  <a:gd name="T3" fmla="*/ 217 h 38"/>
                  <a:gd name="T4" fmla="*/ 110 w 22"/>
                  <a:gd name="T5" fmla="*/ 172 h 38"/>
                  <a:gd name="T6" fmla="*/ 94 w 22"/>
                  <a:gd name="T7" fmla="*/ 112 h 38"/>
                  <a:gd name="T8" fmla="*/ 35 w 22"/>
                  <a:gd name="T9" fmla="*/ 24 h 38"/>
                  <a:gd name="T10" fmla="*/ 21 w 22"/>
                  <a:gd name="T11" fmla="*/ 0 h 38"/>
                  <a:gd name="T12" fmla="*/ 0 w 22"/>
                  <a:gd name="T13" fmla="*/ 1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8">
                    <a:moveTo>
                      <a:pt x="14" y="35"/>
                    </a:moveTo>
                    <a:cubicBezTo>
                      <a:pt x="15" y="38"/>
                      <a:pt x="20" y="34"/>
                      <a:pt x="21" y="33"/>
                    </a:cubicBezTo>
                    <a:cubicBezTo>
                      <a:pt x="22" y="31"/>
                      <a:pt x="20" y="28"/>
                      <a:pt x="20" y="26"/>
                    </a:cubicBezTo>
                    <a:cubicBezTo>
                      <a:pt x="19" y="23"/>
                      <a:pt x="18" y="20"/>
                      <a:pt x="17" y="17"/>
                    </a:cubicBezTo>
                    <a:cubicBezTo>
                      <a:pt x="14" y="12"/>
                      <a:pt x="9" y="10"/>
                      <a:pt x="6" y="4"/>
                    </a:cubicBezTo>
                    <a:cubicBezTo>
                      <a:pt x="6" y="3"/>
                      <a:pt x="6" y="0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7" name="Freeform 1374">
                <a:extLst>
                  <a:ext uri="{FF2B5EF4-FFF2-40B4-BE49-F238E27FC236}">
                    <a16:creationId xmlns:a16="http://schemas.microsoft.com/office/drawing/2014/main" id="{9ED8331F-C21D-4E36-BF54-70926F5D3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1174"/>
                <a:ext cx="10" cy="21"/>
              </a:xfrm>
              <a:custGeom>
                <a:avLst/>
                <a:gdLst>
                  <a:gd name="T0" fmla="*/ 13 w 6"/>
                  <a:gd name="T1" fmla="*/ 15 h 11"/>
                  <a:gd name="T2" fmla="*/ 28 w 6"/>
                  <a:gd name="T3" fmla="*/ 6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3" y="2"/>
                    </a:moveTo>
                    <a:cubicBezTo>
                      <a:pt x="0" y="0"/>
                      <a:pt x="0" y="11"/>
                      <a:pt x="6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8" name="Freeform 1375">
                <a:extLst>
                  <a:ext uri="{FF2B5EF4-FFF2-40B4-BE49-F238E27FC236}">
                    <a16:creationId xmlns:a16="http://schemas.microsoft.com/office/drawing/2014/main" id="{3C531946-9C61-4C23-B646-001830CBB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1174"/>
                <a:ext cx="7" cy="4"/>
              </a:xfrm>
              <a:custGeom>
                <a:avLst/>
                <a:gdLst>
                  <a:gd name="T0" fmla="*/ 21 w 4"/>
                  <a:gd name="T1" fmla="*/ 8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0" y="0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9" name="Freeform 1376">
                <a:extLst>
                  <a:ext uri="{FF2B5EF4-FFF2-40B4-BE49-F238E27FC236}">
                    <a16:creationId xmlns:a16="http://schemas.microsoft.com/office/drawing/2014/main" id="{0E25AB38-9840-48E3-8014-B7C7FF3C8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245"/>
                <a:ext cx="1" cy="11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0" name="Freeform 1377">
                <a:extLst>
                  <a:ext uri="{FF2B5EF4-FFF2-40B4-BE49-F238E27FC236}">
                    <a16:creationId xmlns:a16="http://schemas.microsoft.com/office/drawing/2014/main" id="{8C4E4BA6-FA16-4F1E-BFDB-8E41128C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303"/>
                <a:ext cx="19" cy="10"/>
              </a:xfrm>
              <a:custGeom>
                <a:avLst/>
                <a:gdLst>
                  <a:gd name="T0" fmla="*/ 0 w 11"/>
                  <a:gd name="T1" fmla="*/ 8 h 5"/>
                  <a:gd name="T2" fmla="*/ 29 w 11"/>
                  <a:gd name="T3" fmla="*/ 32 h 5"/>
                  <a:gd name="T4" fmla="*/ 57 w 11"/>
                  <a:gd name="T5" fmla="*/ 16 h 5"/>
                  <a:gd name="T6" fmla="*/ 57 w 1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0" y="1"/>
                    </a:moveTo>
                    <a:cubicBezTo>
                      <a:pt x="1" y="4"/>
                      <a:pt x="3" y="5"/>
                      <a:pt x="6" y="4"/>
                    </a:cubicBezTo>
                    <a:cubicBezTo>
                      <a:pt x="8" y="4"/>
                      <a:pt x="9" y="3"/>
                      <a:pt x="11" y="2"/>
                    </a:cubicBezTo>
                    <a:cubicBezTo>
                      <a:pt x="11" y="1"/>
                      <a:pt x="11" y="0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1" name="Freeform 1378">
                <a:extLst>
                  <a:ext uri="{FF2B5EF4-FFF2-40B4-BE49-F238E27FC236}">
                    <a16:creationId xmlns:a16="http://schemas.microsoft.com/office/drawing/2014/main" id="{A5B1AEAC-5586-4F27-B30B-5A964D510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1182"/>
                <a:ext cx="52" cy="46"/>
              </a:xfrm>
              <a:custGeom>
                <a:avLst/>
                <a:gdLst>
                  <a:gd name="T0" fmla="*/ 156 w 30"/>
                  <a:gd name="T1" fmla="*/ 0 h 25"/>
                  <a:gd name="T2" fmla="*/ 107 w 30"/>
                  <a:gd name="T3" fmla="*/ 52 h 25"/>
                  <a:gd name="T4" fmla="*/ 69 w 30"/>
                  <a:gd name="T5" fmla="*/ 105 h 25"/>
                  <a:gd name="T6" fmla="*/ 36 w 30"/>
                  <a:gd name="T7" fmla="*/ 149 h 25"/>
                  <a:gd name="T8" fmla="*/ 0 w 30"/>
                  <a:gd name="T9" fmla="*/ 1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30" y="0"/>
                    </a:moveTo>
                    <a:cubicBezTo>
                      <a:pt x="26" y="1"/>
                      <a:pt x="23" y="5"/>
                      <a:pt x="21" y="8"/>
                    </a:cubicBezTo>
                    <a:cubicBezTo>
                      <a:pt x="18" y="11"/>
                      <a:pt x="16" y="14"/>
                      <a:pt x="13" y="17"/>
                    </a:cubicBezTo>
                    <a:cubicBezTo>
                      <a:pt x="11" y="19"/>
                      <a:pt x="10" y="23"/>
                      <a:pt x="7" y="24"/>
                    </a:cubicBezTo>
                    <a:cubicBezTo>
                      <a:pt x="4" y="25"/>
                      <a:pt x="3" y="24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2" name="Freeform 1379">
                <a:extLst>
                  <a:ext uri="{FF2B5EF4-FFF2-40B4-BE49-F238E27FC236}">
                    <a16:creationId xmlns:a16="http://schemas.microsoft.com/office/drawing/2014/main" id="{2744CACD-6FF4-479F-A5F0-0F1772FAC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223"/>
                <a:ext cx="10" cy="17"/>
              </a:xfrm>
              <a:custGeom>
                <a:avLst/>
                <a:gdLst>
                  <a:gd name="T0" fmla="*/ 20 w 6"/>
                  <a:gd name="T1" fmla="*/ 0 h 9"/>
                  <a:gd name="T2" fmla="*/ 28 w 6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0" y="3"/>
                      <a:pt x="1" y="9"/>
                      <a:pt x="6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3" name="Freeform 1380">
                <a:extLst>
                  <a:ext uri="{FF2B5EF4-FFF2-40B4-BE49-F238E27FC236}">
                    <a16:creationId xmlns:a16="http://schemas.microsoft.com/office/drawing/2014/main" id="{D6B56CC7-CEE3-4636-9210-33E41BFB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" y="1228"/>
                <a:ext cx="55" cy="73"/>
              </a:xfrm>
              <a:custGeom>
                <a:avLst/>
                <a:gdLst>
                  <a:gd name="T0" fmla="*/ 145 w 31"/>
                  <a:gd name="T1" fmla="*/ 0 h 39"/>
                  <a:gd name="T2" fmla="*/ 130 w 31"/>
                  <a:gd name="T3" fmla="*/ 45 h 39"/>
                  <a:gd name="T4" fmla="*/ 73 w 31"/>
                  <a:gd name="T5" fmla="*/ 157 h 39"/>
                  <a:gd name="T6" fmla="*/ 37 w 31"/>
                  <a:gd name="T7" fmla="*/ 232 h 39"/>
                  <a:gd name="T8" fmla="*/ 0 w 31"/>
                  <a:gd name="T9" fmla="*/ 23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9">
                    <a:moveTo>
                      <a:pt x="26" y="0"/>
                    </a:moveTo>
                    <a:cubicBezTo>
                      <a:pt x="31" y="4"/>
                      <a:pt x="26" y="5"/>
                      <a:pt x="23" y="7"/>
                    </a:cubicBezTo>
                    <a:cubicBezTo>
                      <a:pt x="17" y="11"/>
                      <a:pt x="15" y="18"/>
                      <a:pt x="13" y="24"/>
                    </a:cubicBezTo>
                    <a:cubicBezTo>
                      <a:pt x="11" y="27"/>
                      <a:pt x="9" y="32"/>
                      <a:pt x="7" y="35"/>
                    </a:cubicBezTo>
                    <a:cubicBezTo>
                      <a:pt x="5" y="38"/>
                      <a:pt x="1" y="39"/>
                      <a:pt x="0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4" name="Freeform 1381">
                <a:extLst>
                  <a:ext uri="{FF2B5EF4-FFF2-40B4-BE49-F238E27FC236}">
                    <a16:creationId xmlns:a16="http://schemas.microsoft.com/office/drawing/2014/main" id="{FF9AFAE4-3BC0-471C-83C3-0C3F83D5A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296"/>
                <a:ext cx="15" cy="9"/>
              </a:xfrm>
              <a:custGeom>
                <a:avLst/>
                <a:gdLst>
                  <a:gd name="T0" fmla="*/ 21 w 8"/>
                  <a:gd name="T1" fmla="*/ 0 h 5"/>
                  <a:gd name="T2" fmla="*/ 53 w 8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0" y="3"/>
                      <a:pt x="8" y="5"/>
                      <a:pt x="8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5" name="Freeform 1382">
                <a:extLst>
                  <a:ext uri="{FF2B5EF4-FFF2-40B4-BE49-F238E27FC236}">
                    <a16:creationId xmlns:a16="http://schemas.microsoft.com/office/drawing/2014/main" id="{7FD78705-3524-4FB5-8AD4-228E26021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318"/>
                <a:ext cx="40" cy="107"/>
              </a:xfrm>
              <a:custGeom>
                <a:avLst/>
                <a:gdLst>
                  <a:gd name="T0" fmla="*/ 0 w 23"/>
                  <a:gd name="T1" fmla="*/ 0 h 57"/>
                  <a:gd name="T2" fmla="*/ 37 w 23"/>
                  <a:gd name="T3" fmla="*/ 60 h 57"/>
                  <a:gd name="T4" fmla="*/ 78 w 23"/>
                  <a:gd name="T5" fmla="*/ 225 h 57"/>
                  <a:gd name="T6" fmla="*/ 115 w 23"/>
                  <a:gd name="T7" fmla="*/ 345 h 57"/>
                  <a:gd name="T8" fmla="*/ 78 w 23"/>
                  <a:gd name="T9" fmla="*/ 34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7">
                    <a:moveTo>
                      <a:pt x="0" y="0"/>
                    </a:moveTo>
                    <a:cubicBezTo>
                      <a:pt x="5" y="0"/>
                      <a:pt x="6" y="5"/>
                      <a:pt x="7" y="9"/>
                    </a:cubicBezTo>
                    <a:cubicBezTo>
                      <a:pt x="10" y="17"/>
                      <a:pt x="12" y="26"/>
                      <a:pt x="15" y="34"/>
                    </a:cubicBezTo>
                    <a:cubicBezTo>
                      <a:pt x="17" y="39"/>
                      <a:pt x="23" y="46"/>
                      <a:pt x="22" y="52"/>
                    </a:cubicBezTo>
                    <a:cubicBezTo>
                      <a:pt x="21" y="55"/>
                      <a:pt x="17" y="57"/>
                      <a:pt x="15" y="5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6" name="Freeform 1383">
                <a:extLst>
                  <a:ext uri="{FF2B5EF4-FFF2-40B4-BE49-F238E27FC236}">
                    <a16:creationId xmlns:a16="http://schemas.microsoft.com/office/drawing/2014/main" id="{7E0A23CE-0A3F-4672-ACE4-3A7244029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313"/>
                <a:ext cx="5" cy="11"/>
              </a:xfrm>
              <a:custGeom>
                <a:avLst/>
                <a:gdLst>
                  <a:gd name="T0" fmla="*/ 13 w 3"/>
                  <a:gd name="T1" fmla="*/ 0 h 6"/>
                  <a:gd name="T2" fmla="*/ 5 w 3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4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7" name="Freeform 1384">
                <a:extLst>
                  <a:ext uri="{FF2B5EF4-FFF2-40B4-BE49-F238E27FC236}">
                    <a16:creationId xmlns:a16="http://schemas.microsoft.com/office/drawing/2014/main" id="{BD7B933C-C335-4E98-9C09-1ABD53B5D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400"/>
                <a:ext cx="23" cy="19"/>
              </a:xfrm>
              <a:custGeom>
                <a:avLst/>
                <a:gdLst>
                  <a:gd name="T0" fmla="*/ 0 w 13"/>
                  <a:gd name="T1" fmla="*/ 21 h 10"/>
                  <a:gd name="T2" fmla="*/ 65 w 1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3"/>
                    </a:moveTo>
                    <a:cubicBezTo>
                      <a:pt x="5" y="9"/>
                      <a:pt x="13" y="10"/>
                      <a:pt x="1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8" name="Freeform 1385">
                <a:extLst>
                  <a:ext uri="{FF2B5EF4-FFF2-40B4-BE49-F238E27FC236}">
                    <a16:creationId xmlns:a16="http://schemas.microsoft.com/office/drawing/2014/main" id="{B4FCE5FF-AF9D-4975-AD4E-E7A7BD860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414"/>
                <a:ext cx="44" cy="102"/>
              </a:xfrm>
              <a:custGeom>
                <a:avLst/>
                <a:gdLst>
                  <a:gd name="T0" fmla="*/ 28 w 25"/>
                  <a:gd name="T1" fmla="*/ 0 h 55"/>
                  <a:gd name="T2" fmla="*/ 7 w 25"/>
                  <a:gd name="T3" fmla="*/ 0 h 55"/>
                  <a:gd name="T4" fmla="*/ 37 w 25"/>
                  <a:gd name="T5" fmla="*/ 69 h 55"/>
                  <a:gd name="T6" fmla="*/ 58 w 25"/>
                  <a:gd name="T7" fmla="*/ 185 h 55"/>
                  <a:gd name="T8" fmla="*/ 93 w 25"/>
                  <a:gd name="T9" fmla="*/ 306 h 55"/>
                  <a:gd name="T10" fmla="*/ 109 w 25"/>
                  <a:gd name="T11" fmla="*/ 343 h 55"/>
                  <a:gd name="T12" fmla="*/ 136 w 25"/>
                  <a:gd name="T13" fmla="*/ 33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55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3"/>
                      <a:pt x="6" y="8"/>
                      <a:pt x="7" y="11"/>
                    </a:cubicBezTo>
                    <a:cubicBezTo>
                      <a:pt x="9" y="17"/>
                      <a:pt x="9" y="23"/>
                      <a:pt x="11" y="29"/>
                    </a:cubicBezTo>
                    <a:cubicBezTo>
                      <a:pt x="13" y="35"/>
                      <a:pt x="15" y="41"/>
                      <a:pt x="17" y="48"/>
                    </a:cubicBezTo>
                    <a:cubicBezTo>
                      <a:pt x="17" y="51"/>
                      <a:pt x="17" y="53"/>
                      <a:pt x="20" y="54"/>
                    </a:cubicBezTo>
                    <a:cubicBezTo>
                      <a:pt x="22" y="55"/>
                      <a:pt x="24" y="55"/>
                      <a:pt x="25" y="5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9" name="Freeform 1386">
                <a:extLst>
                  <a:ext uri="{FF2B5EF4-FFF2-40B4-BE49-F238E27FC236}">
                    <a16:creationId xmlns:a16="http://schemas.microsoft.com/office/drawing/2014/main" id="{A0FDBFA7-823F-478B-B0C0-8139C46FA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412"/>
                <a:ext cx="11" cy="7"/>
              </a:xfrm>
              <a:custGeom>
                <a:avLst/>
                <a:gdLst>
                  <a:gd name="T0" fmla="*/ 0 w 6"/>
                  <a:gd name="T1" fmla="*/ 0 h 4"/>
                  <a:gd name="T2" fmla="*/ 37 w 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4" y="2"/>
                      <a:pt x="6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0" name="Freeform 1387">
                <a:extLst>
                  <a:ext uri="{FF2B5EF4-FFF2-40B4-BE49-F238E27FC236}">
                    <a16:creationId xmlns:a16="http://schemas.microsoft.com/office/drawing/2014/main" id="{2257F31F-0CB2-47BB-97CE-3AC65277C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419"/>
                <a:ext cx="7" cy="6"/>
              </a:xfrm>
              <a:custGeom>
                <a:avLst/>
                <a:gdLst>
                  <a:gd name="T0" fmla="*/ 0 w 4"/>
                  <a:gd name="T1" fmla="*/ 8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0"/>
                      <a:pt x="4" y="1"/>
                      <a:pt x="4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1" name="Freeform 1388">
                <a:extLst>
                  <a:ext uri="{FF2B5EF4-FFF2-40B4-BE49-F238E27FC236}">
                    <a16:creationId xmlns:a16="http://schemas.microsoft.com/office/drawing/2014/main" id="{BF2E19C9-950A-47A4-A5DC-2AEFB4605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423"/>
                <a:ext cx="4" cy="7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0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2" name="Freeform 1389">
                <a:extLst>
                  <a:ext uri="{FF2B5EF4-FFF2-40B4-BE49-F238E27FC236}">
                    <a16:creationId xmlns:a16="http://schemas.microsoft.com/office/drawing/2014/main" id="{72224D11-3754-4494-8504-E65AABF41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498"/>
                <a:ext cx="25" cy="17"/>
              </a:xfrm>
              <a:custGeom>
                <a:avLst/>
                <a:gdLst>
                  <a:gd name="T0" fmla="*/ 68 w 14"/>
                  <a:gd name="T1" fmla="*/ 0 h 9"/>
                  <a:gd name="T2" fmla="*/ 36 w 14"/>
                  <a:gd name="T3" fmla="*/ 60 h 9"/>
                  <a:gd name="T4" fmla="*/ 0 w 14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2" y="0"/>
                    </a:moveTo>
                    <a:cubicBezTo>
                      <a:pt x="14" y="6"/>
                      <a:pt x="12" y="8"/>
                      <a:pt x="6" y="9"/>
                    </a:cubicBezTo>
                    <a:cubicBezTo>
                      <a:pt x="2" y="9"/>
                      <a:pt x="1" y="7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3" name="Freeform 1390">
                <a:extLst>
                  <a:ext uri="{FF2B5EF4-FFF2-40B4-BE49-F238E27FC236}">
                    <a16:creationId xmlns:a16="http://schemas.microsoft.com/office/drawing/2014/main" id="{C921A087-282F-42FB-ABCD-DD4AC619A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511"/>
                <a:ext cx="28" cy="142"/>
              </a:xfrm>
              <a:custGeom>
                <a:avLst/>
                <a:gdLst>
                  <a:gd name="T0" fmla="*/ 7 w 16"/>
                  <a:gd name="T1" fmla="*/ 0 h 76"/>
                  <a:gd name="T2" fmla="*/ 21 w 16"/>
                  <a:gd name="T3" fmla="*/ 144 h 76"/>
                  <a:gd name="T4" fmla="*/ 37 w 16"/>
                  <a:gd name="T5" fmla="*/ 321 h 76"/>
                  <a:gd name="T6" fmla="*/ 86 w 16"/>
                  <a:gd name="T7" fmla="*/ 471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6">
                    <a:moveTo>
                      <a:pt x="1" y="0"/>
                    </a:moveTo>
                    <a:cubicBezTo>
                      <a:pt x="0" y="7"/>
                      <a:pt x="3" y="15"/>
                      <a:pt x="4" y="22"/>
                    </a:cubicBezTo>
                    <a:cubicBezTo>
                      <a:pt x="6" y="31"/>
                      <a:pt x="7" y="40"/>
                      <a:pt x="7" y="49"/>
                    </a:cubicBezTo>
                    <a:cubicBezTo>
                      <a:pt x="7" y="55"/>
                      <a:pt x="4" y="76"/>
                      <a:pt x="16" y="7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4" name="Freeform 1391">
                <a:extLst>
                  <a:ext uri="{FF2B5EF4-FFF2-40B4-BE49-F238E27FC236}">
                    <a16:creationId xmlns:a16="http://schemas.microsoft.com/office/drawing/2014/main" id="{BDEF4B2E-ADEE-4B8C-8644-5DF63B4DB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623"/>
                <a:ext cx="17" cy="28"/>
              </a:xfrm>
              <a:custGeom>
                <a:avLst/>
                <a:gdLst>
                  <a:gd name="T0" fmla="*/ 44 w 10"/>
                  <a:gd name="T1" fmla="*/ 0 h 15"/>
                  <a:gd name="T2" fmla="*/ 0 w 10"/>
                  <a:gd name="T3" fmla="*/ 7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9" y="0"/>
                    </a:moveTo>
                    <a:cubicBezTo>
                      <a:pt x="10" y="6"/>
                      <a:pt x="8" y="1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5" name="Freeform 1392">
                <a:extLst>
                  <a:ext uri="{FF2B5EF4-FFF2-40B4-BE49-F238E27FC236}">
                    <a16:creationId xmlns:a16="http://schemas.microsoft.com/office/drawing/2014/main" id="{EED9B530-4C79-424C-9ABA-CF4BB3732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644"/>
                <a:ext cx="15" cy="123"/>
              </a:xfrm>
              <a:custGeom>
                <a:avLst/>
                <a:gdLst>
                  <a:gd name="T0" fmla="*/ 45 w 8"/>
                  <a:gd name="T1" fmla="*/ 0 h 66"/>
                  <a:gd name="T2" fmla="*/ 8 w 8"/>
                  <a:gd name="T3" fmla="*/ 0 h 66"/>
                  <a:gd name="T4" fmla="*/ 21 w 8"/>
                  <a:gd name="T5" fmla="*/ 112 h 66"/>
                  <a:gd name="T6" fmla="*/ 28 w 8"/>
                  <a:gd name="T7" fmla="*/ 261 h 66"/>
                  <a:gd name="T8" fmla="*/ 8 w 8"/>
                  <a:gd name="T9" fmla="*/ 382 h 66"/>
                  <a:gd name="T10" fmla="*/ 53 w 8"/>
                  <a:gd name="T11" fmla="*/ 427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6">
                    <a:moveTo>
                      <a:pt x="7" y="0"/>
                    </a:moveTo>
                    <a:cubicBezTo>
                      <a:pt x="5" y="0"/>
                      <a:pt x="3" y="0"/>
                      <a:pt x="1" y="0"/>
                    </a:cubicBezTo>
                    <a:cubicBezTo>
                      <a:pt x="0" y="5"/>
                      <a:pt x="3" y="12"/>
                      <a:pt x="3" y="17"/>
                    </a:cubicBezTo>
                    <a:cubicBezTo>
                      <a:pt x="4" y="25"/>
                      <a:pt x="5" y="32"/>
                      <a:pt x="4" y="40"/>
                    </a:cubicBezTo>
                    <a:cubicBezTo>
                      <a:pt x="4" y="46"/>
                      <a:pt x="2" y="53"/>
                      <a:pt x="1" y="59"/>
                    </a:cubicBezTo>
                    <a:cubicBezTo>
                      <a:pt x="1" y="63"/>
                      <a:pt x="3" y="65"/>
                      <a:pt x="8" y="6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6" name="Freeform 1393">
                <a:extLst>
                  <a:ext uri="{FF2B5EF4-FFF2-40B4-BE49-F238E27FC236}">
                    <a16:creationId xmlns:a16="http://schemas.microsoft.com/office/drawing/2014/main" id="{1B5A5180-1410-49DB-9E69-7E0B9682C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748"/>
                <a:ext cx="23" cy="15"/>
              </a:xfrm>
              <a:custGeom>
                <a:avLst/>
                <a:gdLst>
                  <a:gd name="T0" fmla="*/ 73 w 13"/>
                  <a:gd name="T1" fmla="*/ 0 h 8"/>
                  <a:gd name="T2" fmla="*/ 34 w 13"/>
                  <a:gd name="T3" fmla="*/ 53 h 8"/>
                  <a:gd name="T4" fmla="*/ 0 w 13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cubicBezTo>
                      <a:pt x="11" y="6"/>
                      <a:pt x="12" y="8"/>
                      <a:pt x="6" y="8"/>
                    </a:cubicBezTo>
                    <a:cubicBezTo>
                      <a:pt x="3" y="8"/>
                      <a:pt x="1" y="8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7" name="Freeform 1394">
                <a:extLst>
                  <a:ext uri="{FF2B5EF4-FFF2-40B4-BE49-F238E27FC236}">
                    <a16:creationId xmlns:a16="http://schemas.microsoft.com/office/drawing/2014/main" id="{C96EDDDA-029F-47F9-B32F-95E07D493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646"/>
                <a:ext cx="11" cy="9"/>
              </a:xfrm>
              <a:custGeom>
                <a:avLst/>
                <a:gdLst>
                  <a:gd name="T0" fmla="*/ 37 w 6"/>
                  <a:gd name="T1" fmla="*/ 0 h 5"/>
                  <a:gd name="T2" fmla="*/ 0 w 6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3" y="0"/>
                      <a:pt x="1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8" name="Freeform 1395">
                <a:extLst>
                  <a:ext uri="{FF2B5EF4-FFF2-40B4-BE49-F238E27FC236}">
                    <a16:creationId xmlns:a16="http://schemas.microsoft.com/office/drawing/2014/main" id="{91A741AD-03FC-4D0D-8045-542378933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763"/>
                <a:ext cx="7" cy="8"/>
              </a:xfrm>
              <a:custGeom>
                <a:avLst/>
                <a:gdLst>
                  <a:gd name="T0" fmla="*/ 21 w 4"/>
                  <a:gd name="T1" fmla="*/ 0 h 4"/>
                  <a:gd name="T2" fmla="*/ 0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9" name="Freeform 1396">
                <a:extLst>
                  <a:ext uri="{FF2B5EF4-FFF2-40B4-BE49-F238E27FC236}">
                    <a16:creationId xmlns:a16="http://schemas.microsoft.com/office/drawing/2014/main" id="{AC8C6F4D-BF51-4E53-96F5-855FAFC1F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763"/>
                <a:ext cx="51" cy="135"/>
              </a:xfrm>
              <a:custGeom>
                <a:avLst/>
                <a:gdLst>
                  <a:gd name="T0" fmla="*/ 135 w 29"/>
                  <a:gd name="T1" fmla="*/ 0 h 72"/>
                  <a:gd name="T2" fmla="*/ 121 w 29"/>
                  <a:gd name="T3" fmla="*/ 120 h 72"/>
                  <a:gd name="T4" fmla="*/ 102 w 29"/>
                  <a:gd name="T5" fmla="*/ 218 h 72"/>
                  <a:gd name="T6" fmla="*/ 98 w 29"/>
                  <a:gd name="T7" fmla="*/ 296 h 72"/>
                  <a:gd name="T8" fmla="*/ 0 w 29"/>
                  <a:gd name="T9" fmla="*/ 41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72">
                    <a:moveTo>
                      <a:pt x="25" y="0"/>
                    </a:moveTo>
                    <a:cubicBezTo>
                      <a:pt x="29" y="1"/>
                      <a:pt x="23" y="15"/>
                      <a:pt x="22" y="18"/>
                    </a:cubicBezTo>
                    <a:cubicBezTo>
                      <a:pt x="21" y="23"/>
                      <a:pt x="20" y="28"/>
                      <a:pt x="19" y="33"/>
                    </a:cubicBezTo>
                    <a:cubicBezTo>
                      <a:pt x="19" y="37"/>
                      <a:pt x="19" y="41"/>
                      <a:pt x="18" y="45"/>
                    </a:cubicBezTo>
                    <a:cubicBezTo>
                      <a:pt x="17" y="50"/>
                      <a:pt x="9" y="72"/>
                      <a:pt x="0" y="6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0" name="Freeform 1397">
                <a:extLst>
                  <a:ext uri="{FF2B5EF4-FFF2-40B4-BE49-F238E27FC236}">
                    <a16:creationId xmlns:a16="http://schemas.microsoft.com/office/drawing/2014/main" id="{D069CDE2-A62F-4A2E-897F-602D699F4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870"/>
                <a:ext cx="12" cy="23"/>
              </a:xfrm>
              <a:custGeom>
                <a:avLst/>
                <a:gdLst>
                  <a:gd name="T0" fmla="*/ 5 w 7"/>
                  <a:gd name="T1" fmla="*/ 0 h 12"/>
                  <a:gd name="T2" fmla="*/ 36 w 7"/>
                  <a:gd name="T3" fmla="*/ 77 h 12"/>
                  <a:gd name="T4" fmla="*/ 36 w 7"/>
                  <a:gd name="T5" fmla="*/ 6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1" y="0"/>
                    </a:moveTo>
                    <a:cubicBezTo>
                      <a:pt x="1" y="5"/>
                      <a:pt x="0" y="12"/>
                      <a:pt x="7" y="11"/>
                    </a:cubicBezTo>
                    <a:cubicBezTo>
                      <a:pt x="7" y="11"/>
                      <a:pt x="7" y="11"/>
                      <a:pt x="7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1" name="Freeform 1398">
                <a:extLst>
                  <a:ext uri="{FF2B5EF4-FFF2-40B4-BE49-F238E27FC236}">
                    <a16:creationId xmlns:a16="http://schemas.microsoft.com/office/drawing/2014/main" id="{B94E6CBE-0B4A-4972-847B-8F57C7DA4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763"/>
                <a:ext cx="8" cy="12"/>
              </a:xfrm>
              <a:custGeom>
                <a:avLst/>
                <a:gdLst>
                  <a:gd name="T0" fmla="*/ 0 w 5"/>
                  <a:gd name="T1" fmla="*/ 48 h 6"/>
                  <a:gd name="T2" fmla="*/ 21 w 5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0" y="3"/>
                      <a:pt x="1" y="0"/>
                      <a:pt x="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2" name="Freeform 1399">
                <a:extLst>
                  <a:ext uri="{FF2B5EF4-FFF2-40B4-BE49-F238E27FC236}">
                    <a16:creationId xmlns:a16="http://schemas.microsoft.com/office/drawing/2014/main" id="{435EAFDF-5BD4-44BC-83F7-3499D1ABE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881"/>
                <a:ext cx="69" cy="120"/>
              </a:xfrm>
              <a:custGeom>
                <a:avLst/>
                <a:gdLst>
                  <a:gd name="T0" fmla="*/ 179 w 39"/>
                  <a:gd name="T1" fmla="*/ 15 h 64"/>
                  <a:gd name="T2" fmla="*/ 182 w 39"/>
                  <a:gd name="T3" fmla="*/ 81 h 64"/>
                  <a:gd name="T4" fmla="*/ 110 w 39"/>
                  <a:gd name="T5" fmla="*/ 233 h 64"/>
                  <a:gd name="T6" fmla="*/ 60 w 39"/>
                  <a:gd name="T7" fmla="*/ 390 h 64"/>
                  <a:gd name="T8" fmla="*/ 0 w 39"/>
                  <a:gd name="T9" fmla="*/ 36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2" y="2"/>
                    </a:moveTo>
                    <a:cubicBezTo>
                      <a:pt x="39" y="0"/>
                      <a:pt x="34" y="10"/>
                      <a:pt x="33" y="12"/>
                    </a:cubicBezTo>
                    <a:cubicBezTo>
                      <a:pt x="28" y="19"/>
                      <a:pt x="24" y="27"/>
                      <a:pt x="20" y="35"/>
                    </a:cubicBezTo>
                    <a:cubicBezTo>
                      <a:pt x="18" y="42"/>
                      <a:pt x="15" y="53"/>
                      <a:pt x="11" y="59"/>
                    </a:cubicBezTo>
                    <a:cubicBezTo>
                      <a:pt x="6" y="64"/>
                      <a:pt x="3" y="60"/>
                      <a:pt x="0" y="5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3" name="Freeform 1400">
                <a:extLst>
                  <a:ext uri="{FF2B5EF4-FFF2-40B4-BE49-F238E27FC236}">
                    <a16:creationId xmlns:a16="http://schemas.microsoft.com/office/drawing/2014/main" id="{947E5CB0-745F-4618-8DD8-E35C701BA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885"/>
                <a:ext cx="5" cy="4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4" name="Freeform 1401">
                <a:extLst>
                  <a:ext uri="{FF2B5EF4-FFF2-40B4-BE49-F238E27FC236}">
                    <a16:creationId xmlns:a16="http://schemas.microsoft.com/office/drawing/2014/main" id="{5B74A4CC-722A-428E-A493-1838A1A35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1990"/>
                <a:ext cx="20" cy="20"/>
              </a:xfrm>
              <a:custGeom>
                <a:avLst/>
                <a:gdLst>
                  <a:gd name="T0" fmla="*/ 16 w 11"/>
                  <a:gd name="T1" fmla="*/ 0 h 11"/>
                  <a:gd name="T2" fmla="*/ 65 w 11"/>
                  <a:gd name="T3" fmla="*/ 3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cubicBezTo>
                      <a:pt x="0" y="7"/>
                      <a:pt x="11" y="11"/>
                      <a:pt x="1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5" name="Freeform 1402">
                <a:extLst>
                  <a:ext uri="{FF2B5EF4-FFF2-40B4-BE49-F238E27FC236}">
                    <a16:creationId xmlns:a16="http://schemas.microsoft.com/office/drawing/2014/main" id="{0BC5FE6C-BCEE-43A1-9775-16D25C9D8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995"/>
                <a:ext cx="55" cy="94"/>
              </a:xfrm>
              <a:custGeom>
                <a:avLst/>
                <a:gdLst>
                  <a:gd name="T0" fmla="*/ 174 w 31"/>
                  <a:gd name="T1" fmla="*/ 15 h 50"/>
                  <a:gd name="T2" fmla="*/ 158 w 31"/>
                  <a:gd name="T3" fmla="*/ 8 h 50"/>
                  <a:gd name="T4" fmla="*/ 62 w 31"/>
                  <a:gd name="T5" fmla="*/ 205 h 50"/>
                  <a:gd name="T6" fmla="*/ 12 w 31"/>
                  <a:gd name="T7" fmla="*/ 301 h 50"/>
                  <a:gd name="T8" fmla="*/ 12 w 31"/>
                  <a:gd name="T9" fmla="*/ 325 h 50"/>
                  <a:gd name="T10" fmla="*/ 37 w 31"/>
                  <a:gd name="T11" fmla="*/ 333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50">
                    <a:moveTo>
                      <a:pt x="31" y="2"/>
                    </a:moveTo>
                    <a:cubicBezTo>
                      <a:pt x="31" y="1"/>
                      <a:pt x="29" y="0"/>
                      <a:pt x="28" y="1"/>
                    </a:cubicBezTo>
                    <a:cubicBezTo>
                      <a:pt x="27" y="13"/>
                      <a:pt x="19" y="22"/>
                      <a:pt x="11" y="31"/>
                    </a:cubicBezTo>
                    <a:cubicBezTo>
                      <a:pt x="8" y="35"/>
                      <a:pt x="3" y="39"/>
                      <a:pt x="2" y="45"/>
                    </a:cubicBezTo>
                    <a:cubicBezTo>
                      <a:pt x="1" y="47"/>
                      <a:pt x="0" y="47"/>
                      <a:pt x="2" y="49"/>
                    </a:cubicBezTo>
                    <a:cubicBezTo>
                      <a:pt x="4" y="50"/>
                      <a:pt x="6" y="50"/>
                      <a:pt x="7" y="5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6" name="Freeform 1403">
                <a:extLst>
                  <a:ext uri="{FF2B5EF4-FFF2-40B4-BE49-F238E27FC236}">
                    <a16:creationId xmlns:a16="http://schemas.microsoft.com/office/drawing/2014/main" id="{9CB7C5AC-DCDB-4EA6-9BA9-9B9591229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055"/>
                <a:ext cx="16" cy="21"/>
              </a:xfrm>
              <a:custGeom>
                <a:avLst/>
                <a:gdLst>
                  <a:gd name="T0" fmla="*/ 50 w 9"/>
                  <a:gd name="T1" fmla="*/ 55 h 11"/>
                  <a:gd name="T2" fmla="*/ 7 w 9"/>
                  <a:gd name="T3" fmla="*/ 55 h 11"/>
                  <a:gd name="T4" fmla="*/ 0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9" y="8"/>
                    </a:moveTo>
                    <a:cubicBezTo>
                      <a:pt x="6" y="9"/>
                      <a:pt x="4" y="11"/>
                      <a:pt x="1" y="8"/>
                    </a:cubicBezTo>
                    <a:cubicBezTo>
                      <a:pt x="0" y="7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7" name="Freeform 1404">
                <a:extLst>
                  <a:ext uri="{FF2B5EF4-FFF2-40B4-BE49-F238E27FC236}">
                    <a16:creationId xmlns:a16="http://schemas.microsoft.com/office/drawing/2014/main" id="{7C5AD71D-ED83-4900-8DA2-530F6580E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990"/>
                <a:ext cx="7" cy="4"/>
              </a:xfrm>
              <a:custGeom>
                <a:avLst/>
                <a:gdLst>
                  <a:gd name="T0" fmla="*/ 21 w 4"/>
                  <a:gd name="T1" fmla="*/ 8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8" name="Freeform 1405">
                <a:extLst>
                  <a:ext uri="{FF2B5EF4-FFF2-40B4-BE49-F238E27FC236}">
                    <a16:creationId xmlns:a16="http://schemas.microsoft.com/office/drawing/2014/main" id="{64996DD3-6B40-4EA5-A80B-CED105301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065"/>
                <a:ext cx="9" cy="2"/>
              </a:xfrm>
              <a:custGeom>
                <a:avLst/>
                <a:gdLst>
                  <a:gd name="T0" fmla="*/ 29 w 5"/>
                  <a:gd name="T1" fmla="*/ 0 h 1"/>
                  <a:gd name="T2" fmla="*/ 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9" name="Freeform 1406">
                <a:extLst>
                  <a:ext uri="{FF2B5EF4-FFF2-40B4-BE49-F238E27FC236}">
                    <a16:creationId xmlns:a16="http://schemas.microsoft.com/office/drawing/2014/main" id="{929E9DA6-BD00-40FC-90F4-86911D77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2070"/>
                <a:ext cx="83" cy="58"/>
              </a:xfrm>
              <a:custGeom>
                <a:avLst/>
                <a:gdLst>
                  <a:gd name="T0" fmla="*/ 260 w 47"/>
                  <a:gd name="T1" fmla="*/ 0 h 31"/>
                  <a:gd name="T2" fmla="*/ 192 w 47"/>
                  <a:gd name="T3" fmla="*/ 73 h 31"/>
                  <a:gd name="T4" fmla="*/ 94 w 47"/>
                  <a:gd name="T5" fmla="*/ 150 h 31"/>
                  <a:gd name="T6" fmla="*/ 28 w 47"/>
                  <a:gd name="T7" fmla="*/ 178 h 31"/>
                  <a:gd name="T8" fmla="*/ 16 w 47"/>
                  <a:gd name="T9" fmla="*/ 1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47" y="0"/>
                    </a:moveTo>
                    <a:cubicBezTo>
                      <a:pt x="43" y="4"/>
                      <a:pt x="40" y="8"/>
                      <a:pt x="35" y="11"/>
                    </a:cubicBezTo>
                    <a:cubicBezTo>
                      <a:pt x="29" y="15"/>
                      <a:pt x="24" y="19"/>
                      <a:pt x="17" y="23"/>
                    </a:cubicBezTo>
                    <a:cubicBezTo>
                      <a:pt x="13" y="25"/>
                      <a:pt x="9" y="31"/>
                      <a:pt x="5" y="27"/>
                    </a:cubicBezTo>
                    <a:cubicBezTo>
                      <a:pt x="3" y="26"/>
                      <a:pt x="0" y="19"/>
                      <a:pt x="3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0" name="Freeform 1407">
                <a:extLst>
                  <a:ext uri="{FF2B5EF4-FFF2-40B4-BE49-F238E27FC236}">
                    <a16:creationId xmlns:a16="http://schemas.microsoft.com/office/drawing/2014/main" id="{B766DD29-988A-43EC-8614-77E25592A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123"/>
                <a:ext cx="17" cy="18"/>
              </a:xfrm>
              <a:custGeom>
                <a:avLst/>
                <a:gdLst>
                  <a:gd name="T0" fmla="*/ 26 w 10"/>
                  <a:gd name="T1" fmla="*/ 7 h 10"/>
                  <a:gd name="T2" fmla="*/ 49 w 10"/>
                  <a:gd name="T3" fmla="*/ 4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5" y="1"/>
                    </a:moveTo>
                    <a:cubicBezTo>
                      <a:pt x="0" y="0"/>
                      <a:pt x="5" y="10"/>
                      <a:pt x="1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1" name="Freeform 1408">
                <a:extLst>
                  <a:ext uri="{FF2B5EF4-FFF2-40B4-BE49-F238E27FC236}">
                    <a16:creationId xmlns:a16="http://schemas.microsoft.com/office/drawing/2014/main" id="{44402826-27F2-430D-8A5B-BB877ABEF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117"/>
                <a:ext cx="79" cy="43"/>
              </a:xfrm>
              <a:custGeom>
                <a:avLst/>
                <a:gdLst>
                  <a:gd name="T0" fmla="*/ 244 w 45"/>
                  <a:gd name="T1" fmla="*/ 21 h 23"/>
                  <a:gd name="T2" fmla="*/ 7 w 45"/>
                  <a:gd name="T3" fmla="*/ 1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3">
                    <a:moveTo>
                      <a:pt x="45" y="3"/>
                    </a:moveTo>
                    <a:cubicBezTo>
                      <a:pt x="36" y="0"/>
                      <a:pt x="0" y="23"/>
                      <a:pt x="1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2" name="Freeform 1409">
                <a:extLst>
                  <a:ext uri="{FF2B5EF4-FFF2-40B4-BE49-F238E27FC236}">
                    <a16:creationId xmlns:a16="http://schemas.microsoft.com/office/drawing/2014/main" id="{0DE3E9AA-38AA-4B9B-8C15-8B5B346CF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138"/>
                <a:ext cx="11" cy="20"/>
              </a:xfrm>
              <a:custGeom>
                <a:avLst/>
                <a:gdLst>
                  <a:gd name="T0" fmla="*/ 31 w 6"/>
                  <a:gd name="T1" fmla="*/ 0 h 11"/>
                  <a:gd name="T2" fmla="*/ 20 w 6"/>
                  <a:gd name="T3" fmla="*/ 65 h 11"/>
                  <a:gd name="T4" fmla="*/ 37 w 6"/>
                  <a:gd name="T5" fmla="*/ 6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cubicBezTo>
                      <a:pt x="0" y="2"/>
                      <a:pt x="3" y="6"/>
                      <a:pt x="3" y="11"/>
                    </a:cubicBezTo>
                    <a:cubicBezTo>
                      <a:pt x="4" y="11"/>
                      <a:pt x="5" y="11"/>
                      <a:pt x="6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3" name="Freeform 1410">
                <a:extLst>
                  <a:ext uri="{FF2B5EF4-FFF2-40B4-BE49-F238E27FC236}">
                    <a16:creationId xmlns:a16="http://schemas.microsoft.com/office/drawing/2014/main" id="{E30F7453-4733-4F9F-A694-2477E64E7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2134"/>
                <a:ext cx="3" cy="11"/>
              </a:xfrm>
              <a:custGeom>
                <a:avLst/>
                <a:gdLst>
                  <a:gd name="T0" fmla="*/ 5 w 2"/>
                  <a:gd name="T1" fmla="*/ 0 h 6"/>
                  <a:gd name="T2" fmla="*/ 0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2" y="2"/>
                      <a:pt x="2" y="4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4" name="Freeform 1411">
                <a:extLst>
                  <a:ext uri="{FF2B5EF4-FFF2-40B4-BE49-F238E27FC236}">
                    <a16:creationId xmlns:a16="http://schemas.microsoft.com/office/drawing/2014/main" id="{BFE4BD84-2315-46D6-BCF9-68E58EC16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2087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5" name="Freeform 1412">
                <a:extLst>
                  <a:ext uri="{FF2B5EF4-FFF2-40B4-BE49-F238E27FC236}">
                    <a16:creationId xmlns:a16="http://schemas.microsoft.com/office/drawing/2014/main" id="{C47F78B8-1FE9-4757-AD24-CBA68858D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003"/>
                <a:ext cx="5" cy="7"/>
              </a:xfrm>
              <a:custGeom>
                <a:avLst/>
                <a:gdLst>
                  <a:gd name="T0" fmla="*/ 0 w 3"/>
                  <a:gd name="T1" fmla="*/ 0 h 4"/>
                  <a:gd name="T2" fmla="*/ 13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3" y="2"/>
                      <a:pt x="3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6" name="Freeform 1413">
                <a:extLst>
                  <a:ext uri="{FF2B5EF4-FFF2-40B4-BE49-F238E27FC236}">
                    <a16:creationId xmlns:a16="http://schemas.microsoft.com/office/drawing/2014/main" id="{F346EDE5-3258-428C-BC8D-BFB39A92E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891"/>
                <a:ext cx="4" cy="9"/>
              </a:xfrm>
              <a:custGeom>
                <a:avLst/>
                <a:gdLst>
                  <a:gd name="T0" fmla="*/ 0 w 2"/>
                  <a:gd name="T1" fmla="*/ 0 h 5"/>
                  <a:gd name="T2" fmla="*/ 16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2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7" name="Freeform 1414">
                <a:extLst>
                  <a:ext uri="{FF2B5EF4-FFF2-40B4-BE49-F238E27FC236}">
                    <a16:creationId xmlns:a16="http://schemas.microsoft.com/office/drawing/2014/main" id="{F2C75CD5-502F-4A0A-B8A0-2DA96FFC0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2100"/>
                <a:ext cx="86" cy="43"/>
              </a:xfrm>
              <a:custGeom>
                <a:avLst/>
                <a:gdLst>
                  <a:gd name="T0" fmla="*/ 265 w 49"/>
                  <a:gd name="T1" fmla="*/ 112 h 23"/>
                  <a:gd name="T2" fmla="*/ 58 w 4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3">
                    <a:moveTo>
                      <a:pt x="49" y="17"/>
                    </a:moveTo>
                    <a:cubicBezTo>
                      <a:pt x="48" y="23"/>
                      <a:pt x="0" y="14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8" name="Freeform 1415">
                <a:extLst>
                  <a:ext uri="{FF2B5EF4-FFF2-40B4-BE49-F238E27FC236}">
                    <a16:creationId xmlns:a16="http://schemas.microsoft.com/office/drawing/2014/main" id="{ED86B90F-4B49-4C6A-8E8D-A42FB7ABE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2115"/>
                <a:ext cx="12" cy="21"/>
              </a:xfrm>
              <a:custGeom>
                <a:avLst/>
                <a:gdLst>
                  <a:gd name="T0" fmla="*/ 36 w 7"/>
                  <a:gd name="T1" fmla="*/ 15 h 11"/>
                  <a:gd name="T2" fmla="*/ 21 w 7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2"/>
                    </a:moveTo>
                    <a:cubicBezTo>
                      <a:pt x="2" y="0"/>
                      <a:pt x="0" y="8"/>
                      <a:pt x="4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9" name="Freeform 1416">
                <a:extLst>
                  <a:ext uri="{FF2B5EF4-FFF2-40B4-BE49-F238E27FC236}">
                    <a16:creationId xmlns:a16="http://schemas.microsoft.com/office/drawing/2014/main" id="{796FA239-C5AF-498C-9F83-147E393F8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151"/>
                <a:ext cx="7" cy="9"/>
              </a:xfrm>
              <a:custGeom>
                <a:avLst/>
                <a:gdLst>
                  <a:gd name="T0" fmla="*/ 21 w 4"/>
                  <a:gd name="T1" fmla="*/ 0 h 5"/>
                  <a:gd name="T2" fmla="*/ 0 w 4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4" y="2"/>
                      <a:pt x="3" y="4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0" name="Freeform 1417">
                <a:extLst>
                  <a:ext uri="{FF2B5EF4-FFF2-40B4-BE49-F238E27FC236}">
                    <a16:creationId xmlns:a16="http://schemas.microsoft.com/office/drawing/2014/main" id="{B509AAC5-9D65-4DEC-B7F7-9DC1667D7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136"/>
                <a:ext cx="9" cy="7"/>
              </a:xfrm>
              <a:custGeom>
                <a:avLst/>
                <a:gdLst>
                  <a:gd name="T0" fmla="*/ 0 w 5"/>
                  <a:gd name="T1" fmla="*/ 0 h 4"/>
                  <a:gd name="T2" fmla="*/ 29 w 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0"/>
                      <a:pt x="4" y="2"/>
                      <a:pt x="5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1" name="Freeform 1418">
                <a:extLst>
                  <a:ext uri="{FF2B5EF4-FFF2-40B4-BE49-F238E27FC236}">
                    <a16:creationId xmlns:a16="http://schemas.microsoft.com/office/drawing/2014/main" id="{9CCF5400-0E4A-47FC-9B3E-DEEDAA8EE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048"/>
                <a:ext cx="75" cy="71"/>
              </a:xfrm>
              <a:custGeom>
                <a:avLst/>
                <a:gdLst>
                  <a:gd name="T0" fmla="*/ 222 w 43"/>
                  <a:gd name="T1" fmla="*/ 202 h 38"/>
                  <a:gd name="T2" fmla="*/ 164 w 43"/>
                  <a:gd name="T3" fmla="*/ 181 h 38"/>
                  <a:gd name="T4" fmla="*/ 91 w 43"/>
                  <a:gd name="T5" fmla="*/ 112 h 38"/>
                  <a:gd name="T6" fmla="*/ 58 w 4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8">
                    <a:moveTo>
                      <a:pt x="42" y="31"/>
                    </a:moveTo>
                    <a:cubicBezTo>
                      <a:pt x="43" y="38"/>
                      <a:pt x="33" y="29"/>
                      <a:pt x="31" y="28"/>
                    </a:cubicBezTo>
                    <a:cubicBezTo>
                      <a:pt x="25" y="24"/>
                      <a:pt x="21" y="22"/>
                      <a:pt x="17" y="17"/>
                    </a:cubicBezTo>
                    <a:cubicBezTo>
                      <a:pt x="15" y="15"/>
                      <a:pt x="0" y="1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672" name="Freeform 1419">
              <a:extLst>
                <a:ext uri="{FF2B5EF4-FFF2-40B4-BE49-F238E27FC236}">
                  <a16:creationId xmlns:a16="http://schemas.microsoft.com/office/drawing/2014/main" id="{8893371D-9DFC-4BCE-B378-8F92E5F9C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055"/>
              <a:ext cx="14" cy="12"/>
            </a:xfrm>
            <a:custGeom>
              <a:avLst/>
              <a:gdLst>
                <a:gd name="T0" fmla="*/ 44 w 8"/>
                <a:gd name="T1" fmla="*/ 24 h 6"/>
                <a:gd name="T2" fmla="*/ 7 w 8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3"/>
                  </a:moveTo>
                  <a:cubicBezTo>
                    <a:pt x="5" y="0"/>
                    <a:pt x="0" y="0"/>
                    <a:pt x="1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3" name="Freeform 1420">
              <a:extLst>
                <a:ext uri="{FF2B5EF4-FFF2-40B4-BE49-F238E27FC236}">
                  <a16:creationId xmlns:a16="http://schemas.microsoft.com/office/drawing/2014/main" id="{EF203434-E7D7-4C72-830B-CD13D6549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111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4" name="Freeform 1421">
              <a:extLst>
                <a:ext uri="{FF2B5EF4-FFF2-40B4-BE49-F238E27FC236}">
                  <a16:creationId xmlns:a16="http://schemas.microsoft.com/office/drawing/2014/main" id="{EE8679A4-C278-4696-8311-FE20E0F1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125"/>
              <a:ext cx="9" cy="3"/>
            </a:xfrm>
            <a:custGeom>
              <a:avLst/>
              <a:gdLst>
                <a:gd name="T0" fmla="*/ 29 w 5"/>
                <a:gd name="T1" fmla="*/ 0 h 2"/>
                <a:gd name="T2" fmla="*/ 0 w 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1"/>
                    <a:pt x="2" y="1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5" name="Freeform 1422">
              <a:extLst>
                <a:ext uri="{FF2B5EF4-FFF2-40B4-BE49-F238E27FC236}">
                  <a16:creationId xmlns:a16="http://schemas.microsoft.com/office/drawing/2014/main" id="{255BF07E-6B79-4F37-9899-EFBCB8A88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975"/>
              <a:ext cx="50" cy="82"/>
            </a:xfrm>
            <a:custGeom>
              <a:avLst/>
              <a:gdLst>
                <a:gd name="T0" fmla="*/ 148 w 29"/>
                <a:gd name="T1" fmla="*/ 285 h 44"/>
                <a:gd name="T2" fmla="*/ 50 w 29"/>
                <a:gd name="T3" fmla="*/ 121 h 44"/>
                <a:gd name="T4" fmla="*/ 41 w 29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4">
                  <a:moveTo>
                    <a:pt x="29" y="44"/>
                  </a:moveTo>
                  <a:cubicBezTo>
                    <a:pt x="24" y="35"/>
                    <a:pt x="15" y="28"/>
                    <a:pt x="10" y="19"/>
                  </a:cubicBezTo>
                  <a:cubicBezTo>
                    <a:pt x="6" y="12"/>
                    <a:pt x="0" y="6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6" name="Freeform 1423">
              <a:extLst>
                <a:ext uri="{FF2B5EF4-FFF2-40B4-BE49-F238E27FC236}">
                  <a16:creationId xmlns:a16="http://schemas.microsoft.com/office/drawing/2014/main" id="{91415591-95C7-4CCA-87EB-E1585BA3F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984"/>
              <a:ext cx="15" cy="6"/>
            </a:xfrm>
            <a:custGeom>
              <a:avLst/>
              <a:gdLst>
                <a:gd name="T0" fmla="*/ 53 w 8"/>
                <a:gd name="T1" fmla="*/ 24 h 3"/>
                <a:gd name="T2" fmla="*/ 0 w 8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7" name="Freeform 1424">
              <a:extLst>
                <a:ext uri="{FF2B5EF4-FFF2-40B4-BE49-F238E27FC236}">
                  <a16:creationId xmlns:a16="http://schemas.microsoft.com/office/drawing/2014/main" id="{C7ED7B6A-C938-4273-AF46-C8B3F319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980"/>
              <a:ext cx="7" cy="4"/>
            </a:xfrm>
            <a:custGeom>
              <a:avLst/>
              <a:gdLst>
                <a:gd name="T0" fmla="*/ 0 w 4"/>
                <a:gd name="T1" fmla="*/ 16 h 2"/>
                <a:gd name="T2" fmla="*/ 21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4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8" name="Freeform 1425">
              <a:extLst>
                <a:ext uri="{FF2B5EF4-FFF2-40B4-BE49-F238E27FC236}">
                  <a16:creationId xmlns:a16="http://schemas.microsoft.com/office/drawing/2014/main" id="{5EF7D58B-9B51-4EBF-9E84-CC3D539AA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1902"/>
              <a:ext cx="39" cy="82"/>
            </a:xfrm>
            <a:custGeom>
              <a:avLst/>
              <a:gdLst>
                <a:gd name="T0" fmla="*/ 37 w 22"/>
                <a:gd name="T1" fmla="*/ 7 h 44"/>
                <a:gd name="T2" fmla="*/ 35 w 22"/>
                <a:gd name="T3" fmla="*/ 65 h 44"/>
                <a:gd name="T4" fmla="*/ 73 w 22"/>
                <a:gd name="T5" fmla="*/ 164 h 44"/>
                <a:gd name="T6" fmla="*/ 101 w 22"/>
                <a:gd name="T7" fmla="*/ 240 h 44"/>
                <a:gd name="T8" fmla="*/ 122 w 22"/>
                <a:gd name="T9" fmla="*/ 27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4">
                  <a:moveTo>
                    <a:pt x="7" y="1"/>
                  </a:moveTo>
                  <a:cubicBezTo>
                    <a:pt x="0" y="0"/>
                    <a:pt x="4" y="7"/>
                    <a:pt x="6" y="10"/>
                  </a:cubicBezTo>
                  <a:cubicBezTo>
                    <a:pt x="9" y="15"/>
                    <a:pt x="10" y="20"/>
                    <a:pt x="13" y="25"/>
                  </a:cubicBezTo>
                  <a:cubicBezTo>
                    <a:pt x="15" y="29"/>
                    <a:pt x="17" y="33"/>
                    <a:pt x="18" y="37"/>
                  </a:cubicBezTo>
                  <a:cubicBezTo>
                    <a:pt x="19" y="39"/>
                    <a:pt x="20" y="44"/>
                    <a:pt x="22" y="4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9" name="Freeform 1426">
              <a:extLst>
                <a:ext uri="{FF2B5EF4-FFF2-40B4-BE49-F238E27FC236}">
                  <a16:creationId xmlns:a16="http://schemas.microsoft.com/office/drawing/2014/main" id="{C27D0C6B-60C2-4280-901C-84D1D4DE9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911"/>
              <a:ext cx="11" cy="10"/>
            </a:xfrm>
            <a:custGeom>
              <a:avLst/>
              <a:gdLst>
                <a:gd name="T0" fmla="*/ 37 w 6"/>
                <a:gd name="T1" fmla="*/ 16 h 5"/>
                <a:gd name="T2" fmla="*/ 7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2" y="0"/>
                    <a:pt x="0" y="0"/>
                    <a:pt x="1" y="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0" name="Freeform 1427">
              <a:extLst>
                <a:ext uri="{FF2B5EF4-FFF2-40B4-BE49-F238E27FC236}">
                  <a16:creationId xmlns:a16="http://schemas.microsoft.com/office/drawing/2014/main" id="{473F6B61-21E5-4431-9169-D58989291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831"/>
              <a:ext cx="33" cy="82"/>
            </a:xfrm>
            <a:custGeom>
              <a:avLst/>
              <a:gdLst>
                <a:gd name="T0" fmla="*/ 85 w 19"/>
                <a:gd name="T1" fmla="*/ 285 h 44"/>
                <a:gd name="T2" fmla="*/ 90 w 19"/>
                <a:gd name="T3" fmla="*/ 240 h 44"/>
                <a:gd name="T4" fmla="*/ 69 w 19"/>
                <a:gd name="T5" fmla="*/ 209 h 44"/>
                <a:gd name="T6" fmla="*/ 52 w 19"/>
                <a:gd name="T7" fmla="*/ 142 h 44"/>
                <a:gd name="T8" fmla="*/ 5 w 19"/>
                <a:gd name="T9" fmla="*/ 0 h 44"/>
                <a:gd name="T10" fmla="*/ 0 w 19"/>
                <a:gd name="T11" fmla="*/ 13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4">
                  <a:moveTo>
                    <a:pt x="16" y="44"/>
                  </a:moveTo>
                  <a:cubicBezTo>
                    <a:pt x="18" y="42"/>
                    <a:pt x="19" y="40"/>
                    <a:pt x="17" y="37"/>
                  </a:cubicBezTo>
                  <a:cubicBezTo>
                    <a:pt x="16" y="35"/>
                    <a:pt x="14" y="34"/>
                    <a:pt x="13" y="32"/>
                  </a:cubicBezTo>
                  <a:cubicBezTo>
                    <a:pt x="12" y="29"/>
                    <a:pt x="11" y="25"/>
                    <a:pt x="10" y="22"/>
                  </a:cubicBezTo>
                  <a:cubicBezTo>
                    <a:pt x="8" y="18"/>
                    <a:pt x="6" y="0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1" name="Freeform 1428">
              <a:extLst>
                <a:ext uri="{FF2B5EF4-FFF2-40B4-BE49-F238E27FC236}">
                  <a16:creationId xmlns:a16="http://schemas.microsoft.com/office/drawing/2014/main" id="{90574A90-9B1E-4193-B4BE-FB7D1FCF9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823"/>
              <a:ext cx="14" cy="15"/>
            </a:xfrm>
            <a:custGeom>
              <a:avLst/>
              <a:gdLst>
                <a:gd name="T0" fmla="*/ 12 w 8"/>
                <a:gd name="T1" fmla="*/ 53 h 8"/>
                <a:gd name="T2" fmla="*/ 16 w 8"/>
                <a:gd name="T3" fmla="*/ 8 h 8"/>
                <a:gd name="T4" fmla="*/ 44 w 8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1" y="6"/>
                    <a:pt x="0" y="2"/>
                    <a:pt x="3" y="1"/>
                  </a:cubicBezTo>
                  <a:cubicBezTo>
                    <a:pt x="5" y="0"/>
                    <a:pt x="7" y="0"/>
                    <a:pt x="8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2" name="Freeform 1429">
              <a:extLst>
                <a:ext uri="{FF2B5EF4-FFF2-40B4-BE49-F238E27FC236}">
                  <a16:creationId xmlns:a16="http://schemas.microsoft.com/office/drawing/2014/main" id="{765B3AE5-2F96-4280-812A-A12A8B06F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1894"/>
              <a:ext cx="2" cy="10"/>
            </a:xfrm>
            <a:custGeom>
              <a:avLst/>
              <a:gdLst>
                <a:gd name="T0" fmla="*/ 0 w 1"/>
                <a:gd name="T1" fmla="*/ 40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4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3" name="Freeform 1430">
              <a:extLst>
                <a:ext uri="{FF2B5EF4-FFF2-40B4-BE49-F238E27FC236}">
                  <a16:creationId xmlns:a16="http://schemas.microsoft.com/office/drawing/2014/main" id="{49449FFE-9D0C-4DD9-8FE8-D64DEBE9F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733"/>
              <a:ext cx="21" cy="103"/>
            </a:xfrm>
            <a:custGeom>
              <a:avLst/>
              <a:gdLst>
                <a:gd name="T0" fmla="*/ 65 w 12"/>
                <a:gd name="T1" fmla="*/ 361 h 55"/>
                <a:gd name="T2" fmla="*/ 56 w 12"/>
                <a:gd name="T3" fmla="*/ 242 h 55"/>
                <a:gd name="T4" fmla="*/ 44 w 12"/>
                <a:gd name="T5" fmla="*/ 112 h 55"/>
                <a:gd name="T6" fmla="*/ 28 w 12"/>
                <a:gd name="T7" fmla="*/ 21 h 55"/>
                <a:gd name="T8" fmla="*/ 0 w 12"/>
                <a:gd name="T9" fmla="*/ 2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5">
                  <a:moveTo>
                    <a:pt x="12" y="55"/>
                  </a:moveTo>
                  <a:cubicBezTo>
                    <a:pt x="8" y="51"/>
                    <a:pt x="11" y="42"/>
                    <a:pt x="10" y="37"/>
                  </a:cubicBezTo>
                  <a:cubicBezTo>
                    <a:pt x="9" y="30"/>
                    <a:pt x="8" y="24"/>
                    <a:pt x="8" y="17"/>
                  </a:cubicBezTo>
                  <a:cubicBezTo>
                    <a:pt x="7" y="13"/>
                    <a:pt x="7" y="6"/>
                    <a:pt x="5" y="3"/>
                  </a:cubicBezTo>
                  <a:cubicBezTo>
                    <a:pt x="3" y="0"/>
                    <a:pt x="1" y="0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4" name="Freeform 1431">
              <a:extLst>
                <a:ext uri="{FF2B5EF4-FFF2-40B4-BE49-F238E27FC236}">
                  <a16:creationId xmlns:a16="http://schemas.microsoft.com/office/drawing/2014/main" id="{761E97F4-5990-4CDF-8293-BAC0D71D9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730"/>
              <a:ext cx="10" cy="11"/>
            </a:xfrm>
            <a:custGeom>
              <a:avLst/>
              <a:gdLst>
                <a:gd name="T0" fmla="*/ 5 w 6"/>
                <a:gd name="T1" fmla="*/ 37 h 6"/>
                <a:gd name="T2" fmla="*/ 28 w 6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6"/>
                  </a:moveTo>
                  <a:cubicBezTo>
                    <a:pt x="0" y="3"/>
                    <a:pt x="3" y="0"/>
                    <a:pt x="6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5" name="Freeform 1432">
              <a:extLst>
                <a:ext uri="{FF2B5EF4-FFF2-40B4-BE49-F238E27FC236}">
                  <a16:creationId xmlns:a16="http://schemas.microsoft.com/office/drawing/2014/main" id="{C87E3C91-5A1E-457E-B4AA-3C3859486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818"/>
              <a:ext cx="7" cy="9"/>
            </a:xfrm>
            <a:custGeom>
              <a:avLst/>
              <a:gdLst>
                <a:gd name="T0" fmla="*/ 0 w 4"/>
                <a:gd name="T1" fmla="*/ 0 h 5"/>
                <a:gd name="T2" fmla="*/ 21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1" y="5"/>
                    <a:pt x="4" y="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6" name="Freeform 1433">
              <a:extLst>
                <a:ext uri="{FF2B5EF4-FFF2-40B4-BE49-F238E27FC236}">
                  <a16:creationId xmlns:a16="http://schemas.microsoft.com/office/drawing/2014/main" id="{B5F7CD5A-F98B-4301-89A2-1A9E63B1A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1632"/>
              <a:ext cx="8" cy="101"/>
            </a:xfrm>
            <a:custGeom>
              <a:avLst/>
              <a:gdLst>
                <a:gd name="T0" fmla="*/ 21 w 5"/>
                <a:gd name="T1" fmla="*/ 346 h 54"/>
                <a:gd name="T2" fmla="*/ 8 w 5"/>
                <a:gd name="T3" fmla="*/ 150 h 54"/>
                <a:gd name="T4" fmla="*/ 5 w 5"/>
                <a:gd name="T5" fmla="*/ 45 h 54"/>
                <a:gd name="T6" fmla="*/ 21 w 5"/>
                <a:gd name="T7" fmla="*/ 1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4">
                  <a:moveTo>
                    <a:pt x="5" y="53"/>
                  </a:moveTo>
                  <a:cubicBezTo>
                    <a:pt x="0" y="54"/>
                    <a:pt x="2" y="27"/>
                    <a:pt x="2" y="23"/>
                  </a:cubicBezTo>
                  <a:cubicBezTo>
                    <a:pt x="3" y="17"/>
                    <a:pt x="2" y="12"/>
                    <a:pt x="1" y="7"/>
                  </a:cubicBezTo>
                  <a:cubicBezTo>
                    <a:pt x="1" y="5"/>
                    <a:pt x="2" y="0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7" name="Freeform 1434">
              <a:extLst>
                <a:ext uri="{FF2B5EF4-FFF2-40B4-BE49-F238E27FC236}">
                  <a16:creationId xmlns:a16="http://schemas.microsoft.com/office/drawing/2014/main" id="{85A65C71-1AF5-4CB6-9EE9-A612C5E0A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632"/>
              <a:ext cx="8" cy="12"/>
            </a:xfrm>
            <a:custGeom>
              <a:avLst/>
              <a:gdLst>
                <a:gd name="T0" fmla="*/ 21 w 5"/>
                <a:gd name="T1" fmla="*/ 48 h 6"/>
                <a:gd name="T2" fmla="*/ 0 w 5"/>
                <a:gd name="T3" fmla="*/ 1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5" y="3"/>
                    <a:pt x="3" y="0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8" name="Freeform 1435">
              <a:extLst>
                <a:ext uri="{FF2B5EF4-FFF2-40B4-BE49-F238E27FC236}">
                  <a16:creationId xmlns:a16="http://schemas.microsoft.com/office/drawing/2014/main" id="{B3D17802-861C-48C0-8516-29E3E114B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550"/>
              <a:ext cx="21" cy="90"/>
            </a:xfrm>
            <a:custGeom>
              <a:avLst/>
              <a:gdLst>
                <a:gd name="T0" fmla="*/ 33 w 12"/>
                <a:gd name="T1" fmla="*/ 302 h 48"/>
                <a:gd name="T2" fmla="*/ 33 w 12"/>
                <a:gd name="T3" fmla="*/ 128 h 48"/>
                <a:gd name="T4" fmla="*/ 33 w 12"/>
                <a:gd name="T5" fmla="*/ 68 h 48"/>
                <a:gd name="T6" fmla="*/ 28 w 12"/>
                <a:gd name="T7" fmla="*/ 21 h 48"/>
                <a:gd name="T8" fmla="*/ 65 w 12"/>
                <a:gd name="T9" fmla="*/ 2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8">
                  <a:moveTo>
                    <a:pt x="6" y="46"/>
                  </a:moveTo>
                  <a:cubicBezTo>
                    <a:pt x="0" y="48"/>
                    <a:pt x="6" y="22"/>
                    <a:pt x="6" y="19"/>
                  </a:cubicBezTo>
                  <a:cubicBezTo>
                    <a:pt x="7" y="16"/>
                    <a:pt x="6" y="13"/>
                    <a:pt x="6" y="10"/>
                  </a:cubicBezTo>
                  <a:cubicBezTo>
                    <a:pt x="6" y="9"/>
                    <a:pt x="5" y="4"/>
                    <a:pt x="5" y="3"/>
                  </a:cubicBezTo>
                  <a:cubicBezTo>
                    <a:pt x="7" y="0"/>
                    <a:pt x="10" y="2"/>
                    <a:pt x="12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9" name="Freeform 1436">
              <a:extLst>
                <a:ext uri="{FF2B5EF4-FFF2-40B4-BE49-F238E27FC236}">
                  <a16:creationId xmlns:a16="http://schemas.microsoft.com/office/drawing/2014/main" id="{B66301A2-7713-485B-AF23-F78AC12F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1550"/>
              <a:ext cx="7" cy="11"/>
            </a:xfrm>
            <a:custGeom>
              <a:avLst/>
              <a:gdLst>
                <a:gd name="T0" fmla="*/ 21 w 4"/>
                <a:gd name="T1" fmla="*/ 31 h 6"/>
                <a:gd name="T2" fmla="*/ 0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5"/>
                  </a:moveTo>
                  <a:cubicBezTo>
                    <a:pt x="3" y="0"/>
                    <a:pt x="0" y="3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0" name="Freeform 1437">
              <a:extLst>
                <a:ext uri="{FF2B5EF4-FFF2-40B4-BE49-F238E27FC236}">
                  <a16:creationId xmlns:a16="http://schemas.microsoft.com/office/drawing/2014/main" id="{B7A6A457-1895-4357-AF2E-B97723C2C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631"/>
              <a:ext cx="7" cy="3"/>
            </a:xfrm>
            <a:custGeom>
              <a:avLst/>
              <a:gdLst>
                <a:gd name="T0" fmla="*/ 21 w 4"/>
                <a:gd name="T1" fmla="*/ 0 h 2"/>
                <a:gd name="T2" fmla="*/ 0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1" name="Freeform 1438">
              <a:extLst>
                <a:ext uri="{FF2B5EF4-FFF2-40B4-BE49-F238E27FC236}">
                  <a16:creationId xmlns:a16="http://schemas.microsoft.com/office/drawing/2014/main" id="{618B160D-E486-4292-93E5-912C4BAF9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457"/>
              <a:ext cx="25" cy="97"/>
            </a:xfrm>
            <a:custGeom>
              <a:avLst/>
              <a:gdLst>
                <a:gd name="T0" fmla="*/ 7 w 14"/>
                <a:gd name="T1" fmla="*/ 338 h 52"/>
                <a:gd name="T2" fmla="*/ 7 w 14"/>
                <a:gd name="T3" fmla="*/ 298 h 52"/>
                <a:gd name="T4" fmla="*/ 13 w 14"/>
                <a:gd name="T5" fmla="*/ 233 h 52"/>
                <a:gd name="T6" fmla="*/ 36 w 14"/>
                <a:gd name="T7" fmla="*/ 97 h 52"/>
                <a:gd name="T8" fmla="*/ 80 w 14"/>
                <a:gd name="T9" fmla="*/ 24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2">
                  <a:moveTo>
                    <a:pt x="1" y="52"/>
                  </a:moveTo>
                  <a:cubicBezTo>
                    <a:pt x="0" y="51"/>
                    <a:pt x="1" y="48"/>
                    <a:pt x="1" y="46"/>
                  </a:cubicBezTo>
                  <a:cubicBezTo>
                    <a:pt x="2" y="43"/>
                    <a:pt x="2" y="39"/>
                    <a:pt x="2" y="36"/>
                  </a:cubicBezTo>
                  <a:cubicBezTo>
                    <a:pt x="3" y="29"/>
                    <a:pt x="5" y="22"/>
                    <a:pt x="6" y="15"/>
                  </a:cubicBezTo>
                  <a:cubicBezTo>
                    <a:pt x="7" y="10"/>
                    <a:pt x="7" y="0"/>
                    <a:pt x="14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2" name="Freeform 1439">
              <a:extLst>
                <a:ext uri="{FF2B5EF4-FFF2-40B4-BE49-F238E27FC236}">
                  <a16:creationId xmlns:a16="http://schemas.microsoft.com/office/drawing/2014/main" id="{32741782-0233-4CA0-ABBE-41EED2E92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458"/>
              <a:ext cx="6" cy="14"/>
            </a:xfrm>
            <a:custGeom>
              <a:avLst/>
              <a:gdLst>
                <a:gd name="T0" fmla="*/ 24 w 3"/>
                <a:gd name="T1" fmla="*/ 56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3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3" name="Freeform 1440">
              <a:extLst>
                <a:ext uri="{FF2B5EF4-FFF2-40B4-BE49-F238E27FC236}">
                  <a16:creationId xmlns:a16="http://schemas.microsoft.com/office/drawing/2014/main" id="{E8956F21-36EF-4A9A-AA18-15AD4EC94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460"/>
              <a:ext cx="7" cy="4"/>
            </a:xfrm>
            <a:custGeom>
              <a:avLst/>
              <a:gdLst>
                <a:gd name="T0" fmla="*/ 0 w 4"/>
                <a:gd name="T1" fmla="*/ 0 h 2"/>
                <a:gd name="T2" fmla="*/ 21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2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4" name="Freeform 1441">
              <a:extLst>
                <a:ext uri="{FF2B5EF4-FFF2-40B4-BE49-F238E27FC236}">
                  <a16:creationId xmlns:a16="http://schemas.microsoft.com/office/drawing/2014/main" id="{9CCECE30-06D9-4087-BC24-210ED4848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371"/>
              <a:ext cx="33" cy="93"/>
            </a:xfrm>
            <a:custGeom>
              <a:avLst/>
              <a:gdLst>
                <a:gd name="T0" fmla="*/ 99 w 19"/>
                <a:gd name="T1" fmla="*/ 24 h 50"/>
                <a:gd name="T2" fmla="*/ 63 w 19"/>
                <a:gd name="T3" fmla="*/ 37 h 50"/>
                <a:gd name="T4" fmla="*/ 57 w 19"/>
                <a:gd name="T5" fmla="*/ 97 h 50"/>
                <a:gd name="T6" fmla="*/ 49 w 19"/>
                <a:gd name="T7" fmla="*/ 166 h 50"/>
                <a:gd name="T8" fmla="*/ 21 w 19"/>
                <a:gd name="T9" fmla="*/ 270 h 50"/>
                <a:gd name="T10" fmla="*/ 16 w 19"/>
                <a:gd name="T11" fmla="*/ 32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0">
                  <a:moveTo>
                    <a:pt x="19" y="4"/>
                  </a:moveTo>
                  <a:cubicBezTo>
                    <a:pt x="16" y="7"/>
                    <a:pt x="14" y="0"/>
                    <a:pt x="12" y="6"/>
                  </a:cubicBezTo>
                  <a:cubicBezTo>
                    <a:pt x="11" y="9"/>
                    <a:pt x="11" y="12"/>
                    <a:pt x="11" y="15"/>
                  </a:cubicBezTo>
                  <a:cubicBezTo>
                    <a:pt x="10" y="19"/>
                    <a:pt x="9" y="23"/>
                    <a:pt x="9" y="26"/>
                  </a:cubicBezTo>
                  <a:cubicBezTo>
                    <a:pt x="7" y="31"/>
                    <a:pt x="6" y="38"/>
                    <a:pt x="4" y="42"/>
                  </a:cubicBezTo>
                  <a:cubicBezTo>
                    <a:pt x="3" y="45"/>
                    <a:pt x="0" y="47"/>
                    <a:pt x="3" y="5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5" name="Freeform 1442">
              <a:extLst>
                <a:ext uri="{FF2B5EF4-FFF2-40B4-BE49-F238E27FC236}">
                  <a16:creationId xmlns:a16="http://schemas.microsoft.com/office/drawing/2014/main" id="{B9B508AD-23AA-484E-90E4-0192EA0CC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369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6" name="Freeform 1443">
              <a:extLst>
                <a:ext uri="{FF2B5EF4-FFF2-40B4-BE49-F238E27FC236}">
                  <a16:creationId xmlns:a16="http://schemas.microsoft.com/office/drawing/2014/main" id="{D04462A1-6087-4080-9A72-0CA14567E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299"/>
              <a:ext cx="37" cy="79"/>
            </a:xfrm>
            <a:custGeom>
              <a:avLst/>
              <a:gdLst>
                <a:gd name="T0" fmla="*/ 0 w 21"/>
                <a:gd name="T1" fmla="*/ 280 h 42"/>
                <a:gd name="T2" fmla="*/ 44 w 21"/>
                <a:gd name="T3" fmla="*/ 194 h 42"/>
                <a:gd name="T4" fmla="*/ 72 w 21"/>
                <a:gd name="T5" fmla="*/ 85 h 42"/>
                <a:gd name="T6" fmla="*/ 93 w 21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2">
                  <a:moveTo>
                    <a:pt x="0" y="42"/>
                  </a:moveTo>
                  <a:cubicBezTo>
                    <a:pt x="0" y="37"/>
                    <a:pt x="6" y="33"/>
                    <a:pt x="8" y="29"/>
                  </a:cubicBezTo>
                  <a:cubicBezTo>
                    <a:pt x="10" y="24"/>
                    <a:pt x="11" y="18"/>
                    <a:pt x="13" y="13"/>
                  </a:cubicBezTo>
                  <a:cubicBezTo>
                    <a:pt x="14" y="10"/>
                    <a:pt x="21" y="2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7" name="Freeform 1444">
              <a:extLst>
                <a:ext uri="{FF2B5EF4-FFF2-40B4-BE49-F238E27FC236}">
                  <a16:creationId xmlns:a16="http://schemas.microsoft.com/office/drawing/2014/main" id="{4AF29AC2-FB65-4F11-832C-12E00B4C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1301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8" name="Freeform 1445">
              <a:extLst>
                <a:ext uri="{FF2B5EF4-FFF2-40B4-BE49-F238E27FC236}">
                  <a16:creationId xmlns:a16="http://schemas.microsoft.com/office/drawing/2014/main" id="{C52D97F2-0DFE-4EAD-A2F8-7A44A643F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371"/>
              <a:ext cx="4" cy="7"/>
            </a:xfrm>
            <a:custGeom>
              <a:avLst/>
              <a:gdLst>
                <a:gd name="T0" fmla="*/ 8 w 2"/>
                <a:gd name="T1" fmla="*/ 0 h 4"/>
                <a:gd name="T2" fmla="*/ 16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9" name="Freeform 1446">
              <a:extLst>
                <a:ext uri="{FF2B5EF4-FFF2-40B4-BE49-F238E27FC236}">
                  <a16:creationId xmlns:a16="http://schemas.microsoft.com/office/drawing/2014/main" id="{4E116DCE-50A8-4010-9FD6-0999891680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0" y="1109"/>
              <a:ext cx="559" cy="1049"/>
            </a:xfrm>
            <a:custGeom>
              <a:avLst/>
              <a:gdLst>
                <a:gd name="T0" fmla="*/ 860 w 319"/>
                <a:gd name="T1" fmla="*/ 0 h 561"/>
                <a:gd name="T2" fmla="*/ 0 w 319"/>
                <a:gd name="T3" fmla="*/ 1832 h 561"/>
                <a:gd name="T4" fmla="*/ 860 w 319"/>
                <a:gd name="T5" fmla="*/ 3667 h 561"/>
                <a:gd name="T6" fmla="*/ 1717 w 319"/>
                <a:gd name="T7" fmla="*/ 1832 h 561"/>
                <a:gd name="T8" fmla="*/ 860 w 319"/>
                <a:gd name="T9" fmla="*/ 0 h 561"/>
                <a:gd name="T10" fmla="*/ 836 w 319"/>
                <a:gd name="T11" fmla="*/ 3532 h 561"/>
                <a:gd name="T12" fmla="*/ 58 w 319"/>
                <a:gd name="T13" fmla="*/ 1836 h 561"/>
                <a:gd name="T14" fmla="*/ 836 w 319"/>
                <a:gd name="T15" fmla="*/ 137 h 561"/>
                <a:gd name="T16" fmla="*/ 1616 w 319"/>
                <a:gd name="T17" fmla="*/ 1836 h 561"/>
                <a:gd name="T18" fmla="*/ 836 w 319"/>
                <a:gd name="T19" fmla="*/ 3532 h 5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9" h="561">
                  <a:moveTo>
                    <a:pt x="160" y="0"/>
                  </a:moveTo>
                  <a:cubicBezTo>
                    <a:pt x="72" y="0"/>
                    <a:pt x="0" y="125"/>
                    <a:pt x="0" y="280"/>
                  </a:cubicBezTo>
                  <a:cubicBezTo>
                    <a:pt x="0" y="436"/>
                    <a:pt x="72" y="561"/>
                    <a:pt x="160" y="561"/>
                  </a:cubicBezTo>
                  <a:cubicBezTo>
                    <a:pt x="248" y="561"/>
                    <a:pt x="319" y="436"/>
                    <a:pt x="319" y="280"/>
                  </a:cubicBezTo>
                  <a:cubicBezTo>
                    <a:pt x="319" y="125"/>
                    <a:pt x="248" y="0"/>
                    <a:pt x="160" y="0"/>
                  </a:cubicBezTo>
                  <a:close/>
                  <a:moveTo>
                    <a:pt x="155" y="540"/>
                  </a:moveTo>
                  <a:cubicBezTo>
                    <a:pt x="75" y="540"/>
                    <a:pt x="11" y="424"/>
                    <a:pt x="11" y="281"/>
                  </a:cubicBezTo>
                  <a:cubicBezTo>
                    <a:pt x="11" y="138"/>
                    <a:pt x="75" y="21"/>
                    <a:pt x="155" y="21"/>
                  </a:cubicBezTo>
                  <a:cubicBezTo>
                    <a:pt x="235" y="21"/>
                    <a:pt x="300" y="138"/>
                    <a:pt x="300" y="281"/>
                  </a:cubicBezTo>
                  <a:cubicBezTo>
                    <a:pt x="300" y="424"/>
                    <a:pt x="235" y="540"/>
                    <a:pt x="155" y="540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0" name="Oval 1447">
              <a:extLst>
                <a:ext uri="{FF2B5EF4-FFF2-40B4-BE49-F238E27FC236}">
                  <a16:creationId xmlns:a16="http://schemas.microsoft.com/office/drawing/2014/main" id="{406D4787-14F4-4DCF-9DC5-716297705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1148"/>
              <a:ext cx="507" cy="971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01" name="Freeform 1448">
              <a:extLst>
                <a:ext uri="{FF2B5EF4-FFF2-40B4-BE49-F238E27FC236}">
                  <a16:creationId xmlns:a16="http://schemas.microsoft.com/office/drawing/2014/main" id="{B2414A00-9374-4A4A-97A8-C2006ED12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772"/>
              <a:ext cx="864" cy="1381"/>
            </a:xfrm>
            <a:custGeom>
              <a:avLst/>
              <a:gdLst>
                <a:gd name="T0" fmla="*/ 158 w 492"/>
                <a:gd name="T1" fmla="*/ 4835 h 738"/>
                <a:gd name="T2" fmla="*/ 2162 w 492"/>
                <a:gd name="T3" fmla="*/ 1194 h 738"/>
                <a:gd name="T4" fmla="*/ 2427 w 492"/>
                <a:gd name="T5" fmla="*/ 406 h 738"/>
                <a:gd name="T6" fmla="*/ 2627 w 492"/>
                <a:gd name="T7" fmla="*/ 157 h 738"/>
                <a:gd name="T8" fmla="*/ 2599 w 492"/>
                <a:gd name="T9" fmla="*/ 0 h 738"/>
                <a:gd name="T10" fmla="*/ 2285 w 492"/>
                <a:gd name="T11" fmla="*/ 333 h 738"/>
                <a:gd name="T12" fmla="*/ 1675 w 492"/>
                <a:gd name="T13" fmla="*/ 851 h 738"/>
                <a:gd name="T14" fmla="*/ 845 w 492"/>
                <a:gd name="T15" fmla="*/ 1347 h 738"/>
                <a:gd name="T16" fmla="*/ 0 w 492"/>
                <a:gd name="T17" fmla="*/ 1173 h 7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2" h="738">
                  <a:moveTo>
                    <a:pt x="29" y="738"/>
                  </a:moveTo>
                  <a:cubicBezTo>
                    <a:pt x="419" y="625"/>
                    <a:pt x="352" y="224"/>
                    <a:pt x="399" y="182"/>
                  </a:cubicBezTo>
                  <a:cubicBezTo>
                    <a:pt x="446" y="140"/>
                    <a:pt x="445" y="91"/>
                    <a:pt x="448" y="62"/>
                  </a:cubicBezTo>
                  <a:cubicBezTo>
                    <a:pt x="452" y="32"/>
                    <a:pt x="485" y="24"/>
                    <a:pt x="485" y="24"/>
                  </a:cubicBezTo>
                  <a:cubicBezTo>
                    <a:pt x="492" y="12"/>
                    <a:pt x="480" y="0"/>
                    <a:pt x="480" y="0"/>
                  </a:cubicBezTo>
                  <a:cubicBezTo>
                    <a:pt x="456" y="4"/>
                    <a:pt x="445" y="6"/>
                    <a:pt x="422" y="51"/>
                  </a:cubicBezTo>
                  <a:cubicBezTo>
                    <a:pt x="395" y="105"/>
                    <a:pt x="344" y="78"/>
                    <a:pt x="309" y="130"/>
                  </a:cubicBezTo>
                  <a:cubicBezTo>
                    <a:pt x="274" y="182"/>
                    <a:pt x="234" y="253"/>
                    <a:pt x="156" y="206"/>
                  </a:cubicBezTo>
                  <a:cubicBezTo>
                    <a:pt x="97" y="171"/>
                    <a:pt x="30" y="175"/>
                    <a:pt x="0" y="17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72" name="Atherosclerotic-Plaque-Artery-Cross-Section">
            <a:extLst>
              <a:ext uri="{FF2B5EF4-FFF2-40B4-BE49-F238E27FC236}">
                <a16:creationId xmlns:a16="http://schemas.microsoft.com/office/drawing/2014/main" id="{1372D2BF-23E4-4B1F-B49F-0FB7040B6059}"/>
              </a:ext>
            </a:extLst>
          </p:cNvPr>
          <p:cNvGrpSpPr>
            <a:grpSpLocks/>
          </p:cNvGrpSpPr>
          <p:nvPr/>
        </p:nvGrpSpPr>
        <p:grpSpPr bwMode="auto">
          <a:xfrm>
            <a:off x="4349750" y="1609725"/>
            <a:ext cx="1847850" cy="2254250"/>
            <a:chOff x="1780" y="768"/>
            <a:chExt cx="1164" cy="1420"/>
          </a:xfrm>
        </p:grpSpPr>
        <p:grpSp>
          <p:nvGrpSpPr>
            <p:cNvPr id="41421" name="Group 1450">
              <a:extLst>
                <a:ext uri="{FF2B5EF4-FFF2-40B4-BE49-F238E27FC236}">
                  <a16:creationId xmlns:a16="http://schemas.microsoft.com/office/drawing/2014/main" id="{B95E1E8E-1D52-4BEC-9409-1B6DD030C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80" y="770"/>
              <a:ext cx="1164" cy="1418"/>
              <a:chOff x="1780" y="770"/>
              <a:chExt cx="1164" cy="1418"/>
            </a:xfrm>
          </p:grpSpPr>
          <p:sp>
            <p:nvSpPr>
              <p:cNvPr id="41471" name="Oval 1451">
                <a:extLst>
                  <a:ext uri="{FF2B5EF4-FFF2-40B4-BE49-F238E27FC236}">
                    <a16:creationId xmlns:a16="http://schemas.microsoft.com/office/drawing/2014/main" id="{984F627F-31B1-4F98-929E-7E1174124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1201"/>
                <a:ext cx="461" cy="899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72" name="Freeform 1452">
                <a:extLst>
                  <a:ext uri="{FF2B5EF4-FFF2-40B4-BE49-F238E27FC236}">
                    <a16:creationId xmlns:a16="http://schemas.microsoft.com/office/drawing/2014/main" id="{5DFE31D9-5BB5-408B-88F1-763091D1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201"/>
                <a:ext cx="463" cy="715"/>
              </a:xfrm>
              <a:custGeom>
                <a:avLst/>
                <a:gdLst>
                  <a:gd name="T0" fmla="*/ 1491 w 258"/>
                  <a:gd name="T1" fmla="*/ 1640 h 374"/>
                  <a:gd name="T2" fmla="*/ 773 w 258"/>
                  <a:gd name="T3" fmla="*/ 2613 h 374"/>
                  <a:gd name="T4" fmla="*/ 16 w 258"/>
                  <a:gd name="T5" fmla="*/ 1363 h 374"/>
                  <a:gd name="T6" fmla="*/ 750 w 258"/>
                  <a:gd name="T7" fmla="*/ 0 h 374"/>
                  <a:gd name="T8" fmla="*/ 1491 w 258"/>
                  <a:gd name="T9" fmla="*/ 1640 h 3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374">
                    <a:moveTo>
                      <a:pt x="258" y="235"/>
                    </a:moveTo>
                    <a:cubicBezTo>
                      <a:pt x="258" y="365"/>
                      <a:pt x="205" y="374"/>
                      <a:pt x="134" y="374"/>
                    </a:cubicBezTo>
                    <a:cubicBezTo>
                      <a:pt x="63" y="374"/>
                      <a:pt x="5" y="250"/>
                      <a:pt x="3" y="195"/>
                    </a:cubicBezTo>
                    <a:cubicBezTo>
                      <a:pt x="0" y="66"/>
                      <a:pt x="59" y="0"/>
                      <a:pt x="130" y="0"/>
                    </a:cubicBezTo>
                    <a:cubicBezTo>
                      <a:pt x="201" y="0"/>
                      <a:pt x="258" y="105"/>
                      <a:pt x="258" y="235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3" name="Freeform 1453">
                <a:extLst>
                  <a:ext uri="{FF2B5EF4-FFF2-40B4-BE49-F238E27FC236}">
                    <a16:creationId xmlns:a16="http://schemas.microsoft.com/office/drawing/2014/main" id="{ECC18A1C-C8D5-4EA1-A817-2A2CF4239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472"/>
                <a:ext cx="348" cy="385"/>
              </a:xfrm>
              <a:custGeom>
                <a:avLst/>
                <a:gdLst>
                  <a:gd name="T0" fmla="*/ 255 w 194"/>
                  <a:gd name="T1" fmla="*/ 1375 h 201"/>
                  <a:gd name="T2" fmla="*/ 36 w 194"/>
                  <a:gd name="T3" fmla="*/ 1207 h 201"/>
                  <a:gd name="T4" fmla="*/ 70 w 194"/>
                  <a:gd name="T5" fmla="*/ 789 h 201"/>
                  <a:gd name="T6" fmla="*/ 398 w 194"/>
                  <a:gd name="T7" fmla="*/ 408 h 201"/>
                  <a:gd name="T8" fmla="*/ 705 w 194"/>
                  <a:gd name="T9" fmla="*/ 36 h 201"/>
                  <a:gd name="T10" fmla="*/ 1010 w 194"/>
                  <a:gd name="T11" fmla="*/ 324 h 201"/>
                  <a:gd name="T12" fmla="*/ 1078 w 194"/>
                  <a:gd name="T13" fmla="*/ 1067 h 201"/>
                  <a:gd name="T14" fmla="*/ 836 w 194"/>
                  <a:gd name="T15" fmla="*/ 1166 h 201"/>
                  <a:gd name="T16" fmla="*/ 255 w 194"/>
                  <a:gd name="T17" fmla="*/ 1375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4" h="201">
                    <a:moveTo>
                      <a:pt x="44" y="196"/>
                    </a:moveTo>
                    <a:cubicBezTo>
                      <a:pt x="24" y="201"/>
                      <a:pt x="11" y="192"/>
                      <a:pt x="6" y="172"/>
                    </a:cubicBezTo>
                    <a:cubicBezTo>
                      <a:pt x="0" y="153"/>
                      <a:pt x="0" y="128"/>
                      <a:pt x="12" y="112"/>
                    </a:cubicBezTo>
                    <a:cubicBezTo>
                      <a:pt x="27" y="91"/>
                      <a:pt x="53" y="80"/>
                      <a:pt x="69" y="58"/>
                    </a:cubicBezTo>
                    <a:cubicBezTo>
                      <a:pt x="83" y="37"/>
                      <a:pt x="94" y="10"/>
                      <a:pt x="122" y="5"/>
                    </a:cubicBezTo>
                    <a:cubicBezTo>
                      <a:pt x="148" y="0"/>
                      <a:pt x="166" y="23"/>
                      <a:pt x="175" y="46"/>
                    </a:cubicBezTo>
                    <a:cubicBezTo>
                      <a:pt x="187" y="79"/>
                      <a:pt x="194" y="117"/>
                      <a:pt x="187" y="152"/>
                    </a:cubicBezTo>
                    <a:cubicBezTo>
                      <a:pt x="180" y="188"/>
                      <a:pt x="176" y="147"/>
                      <a:pt x="145" y="166"/>
                    </a:cubicBezTo>
                    <a:cubicBezTo>
                      <a:pt x="117" y="184"/>
                      <a:pt x="79" y="188"/>
                      <a:pt x="44" y="196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4" name="Freeform 1454">
                <a:extLst>
                  <a:ext uri="{FF2B5EF4-FFF2-40B4-BE49-F238E27FC236}">
                    <a16:creationId xmlns:a16="http://schemas.microsoft.com/office/drawing/2014/main" id="{E86AC611-AB1E-4AD9-91AB-A9B9F628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770"/>
                <a:ext cx="911" cy="1410"/>
              </a:xfrm>
              <a:custGeom>
                <a:avLst/>
                <a:gdLst>
                  <a:gd name="T0" fmla="*/ 2859 w 508"/>
                  <a:gd name="T1" fmla="*/ 0 h 737"/>
                  <a:gd name="T2" fmla="*/ 2525 w 508"/>
                  <a:gd name="T3" fmla="*/ 352 h 737"/>
                  <a:gd name="T4" fmla="*/ 1874 w 508"/>
                  <a:gd name="T5" fmla="*/ 905 h 737"/>
                  <a:gd name="T6" fmla="*/ 990 w 508"/>
                  <a:gd name="T7" fmla="*/ 1443 h 737"/>
                  <a:gd name="T8" fmla="*/ 0 w 508"/>
                  <a:gd name="T9" fmla="*/ 1267 h 737"/>
                  <a:gd name="T10" fmla="*/ 0 w 508"/>
                  <a:gd name="T11" fmla="*/ 1267 h 737"/>
                  <a:gd name="T12" fmla="*/ 109 w 508"/>
                  <a:gd name="T13" fmla="*/ 1251 h 737"/>
                  <a:gd name="T14" fmla="*/ 1026 w 508"/>
                  <a:gd name="T15" fmla="*/ 3222 h 737"/>
                  <a:gd name="T16" fmla="*/ 260 w 508"/>
                  <a:gd name="T17" fmla="*/ 5162 h 737"/>
                  <a:gd name="T18" fmla="*/ 260 w 508"/>
                  <a:gd name="T19" fmla="*/ 5162 h 737"/>
                  <a:gd name="T20" fmla="*/ 2392 w 508"/>
                  <a:gd name="T21" fmla="*/ 1267 h 737"/>
                  <a:gd name="T22" fmla="*/ 2676 w 508"/>
                  <a:gd name="T23" fmla="*/ 429 h 737"/>
                  <a:gd name="T24" fmla="*/ 2885 w 508"/>
                  <a:gd name="T25" fmla="*/ 168 h 737"/>
                  <a:gd name="T26" fmla="*/ 2859 w 508"/>
                  <a:gd name="T27" fmla="*/ 0 h 7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8" h="737">
                    <a:moveTo>
                      <a:pt x="496" y="0"/>
                    </a:moveTo>
                    <a:cubicBezTo>
                      <a:pt x="472" y="3"/>
                      <a:pt x="461" y="5"/>
                      <a:pt x="438" y="50"/>
                    </a:cubicBezTo>
                    <a:cubicBezTo>
                      <a:pt x="411" y="104"/>
                      <a:pt x="360" y="77"/>
                      <a:pt x="325" y="129"/>
                    </a:cubicBezTo>
                    <a:cubicBezTo>
                      <a:pt x="290" y="181"/>
                      <a:pt x="250" y="253"/>
                      <a:pt x="172" y="206"/>
                    </a:cubicBezTo>
                    <a:cubicBezTo>
                      <a:pt x="93" y="159"/>
                      <a:pt x="0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6" y="180"/>
                      <a:pt x="12" y="179"/>
                      <a:pt x="19" y="179"/>
                    </a:cubicBezTo>
                    <a:cubicBezTo>
                      <a:pt x="107" y="179"/>
                      <a:pt x="178" y="305"/>
                      <a:pt x="178" y="460"/>
                    </a:cubicBezTo>
                    <a:cubicBezTo>
                      <a:pt x="178" y="599"/>
                      <a:pt x="121" y="715"/>
                      <a:pt x="45" y="737"/>
                    </a:cubicBezTo>
                    <a:cubicBezTo>
                      <a:pt x="45" y="737"/>
                      <a:pt x="45" y="737"/>
                      <a:pt x="45" y="737"/>
                    </a:cubicBezTo>
                    <a:cubicBezTo>
                      <a:pt x="435" y="624"/>
                      <a:pt x="368" y="223"/>
                      <a:pt x="415" y="181"/>
                    </a:cubicBezTo>
                    <a:cubicBezTo>
                      <a:pt x="462" y="139"/>
                      <a:pt x="461" y="91"/>
                      <a:pt x="464" y="61"/>
                    </a:cubicBezTo>
                    <a:cubicBezTo>
                      <a:pt x="467" y="32"/>
                      <a:pt x="500" y="24"/>
                      <a:pt x="500" y="24"/>
                    </a:cubicBezTo>
                    <a:cubicBezTo>
                      <a:pt x="508" y="11"/>
                      <a:pt x="496" y="0"/>
                      <a:pt x="496" y="0"/>
                    </a:cubicBezTo>
                    <a:close/>
                  </a:path>
                </a:pathLst>
              </a:custGeom>
              <a:solidFill>
                <a:srgbClr val="F4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5" name="Freeform 1455">
                <a:extLst>
                  <a:ext uri="{FF2B5EF4-FFF2-40B4-BE49-F238E27FC236}">
                    <a16:creationId xmlns:a16="http://schemas.microsoft.com/office/drawing/2014/main" id="{18E33E59-9A94-4B22-9FC8-50BCBFEEC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804"/>
                <a:ext cx="617" cy="659"/>
              </a:xfrm>
              <a:custGeom>
                <a:avLst/>
                <a:gdLst>
                  <a:gd name="T0" fmla="*/ 1986 w 344"/>
                  <a:gd name="T1" fmla="*/ 29 h 344"/>
                  <a:gd name="T2" fmla="*/ 1889 w 344"/>
                  <a:gd name="T3" fmla="*/ 253 h 344"/>
                  <a:gd name="T4" fmla="*/ 1569 w 344"/>
                  <a:gd name="T5" fmla="*/ 822 h 344"/>
                  <a:gd name="T6" fmla="*/ 1010 w 344"/>
                  <a:gd name="T7" fmla="*/ 1912 h 344"/>
                  <a:gd name="T8" fmla="*/ 450 w 344"/>
                  <a:gd name="T9" fmla="*/ 1787 h 344"/>
                  <a:gd name="T10" fmla="*/ 174 w 344"/>
                  <a:gd name="T11" fmla="*/ 1351 h 344"/>
                  <a:gd name="T12" fmla="*/ 0 w 344"/>
                  <a:gd name="T13" fmla="*/ 1243 h 344"/>
                  <a:gd name="T14" fmla="*/ 583 w 344"/>
                  <a:gd name="T15" fmla="*/ 1651 h 344"/>
                  <a:gd name="T16" fmla="*/ 1281 w 344"/>
                  <a:gd name="T17" fmla="*/ 1021 h 344"/>
                  <a:gd name="T18" fmla="*/ 1801 w 344"/>
                  <a:gd name="T19" fmla="*/ 374 h 344"/>
                  <a:gd name="T20" fmla="*/ 1962 w 344"/>
                  <a:gd name="T21" fmla="*/ 0 h 344"/>
                  <a:gd name="T22" fmla="*/ 1986 w 344"/>
                  <a:gd name="T23" fmla="*/ 29 h 3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44">
                    <a:moveTo>
                      <a:pt x="344" y="4"/>
                    </a:moveTo>
                    <a:cubicBezTo>
                      <a:pt x="334" y="13"/>
                      <a:pt x="327" y="36"/>
                      <a:pt x="327" y="36"/>
                    </a:cubicBezTo>
                    <a:cubicBezTo>
                      <a:pt x="327" y="36"/>
                      <a:pt x="314" y="103"/>
                      <a:pt x="272" y="117"/>
                    </a:cubicBezTo>
                    <a:cubicBezTo>
                      <a:pt x="220" y="135"/>
                      <a:pt x="227" y="200"/>
                      <a:pt x="175" y="272"/>
                    </a:cubicBezTo>
                    <a:cubicBezTo>
                      <a:pt x="122" y="344"/>
                      <a:pt x="78" y="254"/>
                      <a:pt x="78" y="254"/>
                    </a:cubicBezTo>
                    <a:cubicBezTo>
                      <a:pt x="58" y="222"/>
                      <a:pt x="50" y="207"/>
                      <a:pt x="30" y="192"/>
                    </a:cubicBezTo>
                    <a:cubicBezTo>
                      <a:pt x="24" y="187"/>
                      <a:pt x="0" y="177"/>
                      <a:pt x="0" y="177"/>
                    </a:cubicBezTo>
                    <a:cubicBezTo>
                      <a:pt x="0" y="177"/>
                      <a:pt x="39" y="180"/>
                      <a:pt x="101" y="235"/>
                    </a:cubicBezTo>
                    <a:cubicBezTo>
                      <a:pt x="163" y="290"/>
                      <a:pt x="195" y="207"/>
                      <a:pt x="222" y="145"/>
                    </a:cubicBezTo>
                    <a:cubicBezTo>
                      <a:pt x="250" y="84"/>
                      <a:pt x="280" y="133"/>
                      <a:pt x="312" y="53"/>
                    </a:cubicBezTo>
                    <a:cubicBezTo>
                      <a:pt x="325" y="20"/>
                      <a:pt x="331" y="6"/>
                      <a:pt x="340" y="0"/>
                    </a:cubicBezTo>
                    <a:cubicBezTo>
                      <a:pt x="340" y="0"/>
                      <a:pt x="344" y="1"/>
                      <a:pt x="344" y="4"/>
                    </a:cubicBezTo>
                    <a:close/>
                  </a:path>
                </a:pathLst>
              </a:custGeom>
              <a:solidFill>
                <a:srgbClr val="F1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6" name="Freeform 1456">
                <a:extLst>
                  <a:ext uri="{FF2B5EF4-FFF2-40B4-BE49-F238E27FC236}">
                    <a16:creationId xmlns:a16="http://schemas.microsoft.com/office/drawing/2014/main" id="{025CB038-DD7E-495E-A0C4-533023B8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260"/>
                <a:ext cx="197" cy="463"/>
              </a:xfrm>
              <a:custGeom>
                <a:avLst/>
                <a:gdLst>
                  <a:gd name="T0" fmla="*/ 632 w 110"/>
                  <a:gd name="T1" fmla="*/ 0 h 242"/>
                  <a:gd name="T2" fmla="*/ 471 w 110"/>
                  <a:gd name="T3" fmla="*/ 1695 h 242"/>
                  <a:gd name="T4" fmla="*/ 632 w 110"/>
                  <a:gd name="T5" fmla="*/ 0 h 2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242">
                    <a:moveTo>
                      <a:pt x="110" y="0"/>
                    </a:moveTo>
                    <a:cubicBezTo>
                      <a:pt x="110" y="0"/>
                      <a:pt x="20" y="106"/>
                      <a:pt x="82" y="242"/>
                    </a:cubicBezTo>
                    <a:cubicBezTo>
                      <a:pt x="82" y="242"/>
                      <a:pt x="0" y="128"/>
                      <a:pt x="110" y="0"/>
                    </a:cubicBezTo>
                    <a:close/>
                  </a:path>
                </a:pathLst>
              </a:custGeom>
              <a:solidFill>
                <a:srgbClr val="F1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7" name="Freeform 1457">
                <a:extLst>
                  <a:ext uri="{FF2B5EF4-FFF2-40B4-BE49-F238E27FC236}">
                    <a16:creationId xmlns:a16="http://schemas.microsoft.com/office/drawing/2014/main" id="{1EC3D2A8-B829-4E88-9285-CE43D88B1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802"/>
                <a:ext cx="823" cy="1378"/>
              </a:xfrm>
              <a:custGeom>
                <a:avLst/>
                <a:gdLst>
                  <a:gd name="T0" fmla="*/ 2647 w 459"/>
                  <a:gd name="T1" fmla="*/ 0 h 720"/>
                  <a:gd name="T2" fmla="*/ 2632 w 459"/>
                  <a:gd name="T3" fmla="*/ 40 h 720"/>
                  <a:gd name="T4" fmla="*/ 2421 w 459"/>
                  <a:gd name="T5" fmla="*/ 308 h 720"/>
                  <a:gd name="T6" fmla="*/ 2137 w 459"/>
                  <a:gd name="T7" fmla="*/ 1150 h 720"/>
                  <a:gd name="T8" fmla="*/ 0 w 459"/>
                  <a:gd name="T9" fmla="*/ 5047 h 720"/>
                  <a:gd name="T10" fmla="*/ 0 w 459"/>
                  <a:gd name="T11" fmla="*/ 5047 h 720"/>
                  <a:gd name="T12" fmla="*/ 771 w 459"/>
                  <a:gd name="T13" fmla="*/ 3106 h 720"/>
                  <a:gd name="T14" fmla="*/ 1572 w 459"/>
                  <a:gd name="T15" fmla="*/ 2524 h 720"/>
                  <a:gd name="T16" fmla="*/ 2042 w 459"/>
                  <a:gd name="T17" fmla="*/ 1011 h 720"/>
                  <a:gd name="T18" fmla="*/ 2363 w 459"/>
                  <a:gd name="T19" fmla="*/ 444 h 720"/>
                  <a:gd name="T20" fmla="*/ 2647 w 459"/>
                  <a:gd name="T21" fmla="*/ 0 h 7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9" h="720">
                    <a:moveTo>
                      <a:pt x="459" y="0"/>
                    </a:moveTo>
                    <a:cubicBezTo>
                      <a:pt x="459" y="3"/>
                      <a:pt x="458" y="4"/>
                      <a:pt x="457" y="6"/>
                    </a:cubicBezTo>
                    <a:cubicBezTo>
                      <a:pt x="457" y="6"/>
                      <a:pt x="423" y="15"/>
                      <a:pt x="420" y="44"/>
                    </a:cubicBezTo>
                    <a:cubicBezTo>
                      <a:pt x="417" y="74"/>
                      <a:pt x="418" y="123"/>
                      <a:pt x="371" y="164"/>
                    </a:cubicBezTo>
                    <a:cubicBezTo>
                      <a:pt x="324" y="206"/>
                      <a:pt x="390" y="607"/>
                      <a:pt x="0" y="720"/>
                    </a:cubicBezTo>
                    <a:cubicBezTo>
                      <a:pt x="0" y="720"/>
                      <a:pt x="0" y="720"/>
                      <a:pt x="0" y="720"/>
                    </a:cubicBezTo>
                    <a:cubicBezTo>
                      <a:pt x="76" y="698"/>
                      <a:pt x="134" y="582"/>
                      <a:pt x="134" y="443"/>
                    </a:cubicBezTo>
                    <a:cubicBezTo>
                      <a:pt x="134" y="443"/>
                      <a:pt x="227" y="458"/>
                      <a:pt x="273" y="360"/>
                    </a:cubicBezTo>
                    <a:cubicBezTo>
                      <a:pt x="318" y="263"/>
                      <a:pt x="305" y="178"/>
                      <a:pt x="354" y="144"/>
                    </a:cubicBezTo>
                    <a:cubicBezTo>
                      <a:pt x="354" y="144"/>
                      <a:pt x="407" y="114"/>
                      <a:pt x="410" y="63"/>
                    </a:cubicBezTo>
                    <a:cubicBezTo>
                      <a:pt x="414" y="13"/>
                      <a:pt x="444" y="5"/>
                      <a:pt x="459" y="0"/>
                    </a:cubicBezTo>
                    <a:close/>
                  </a:path>
                </a:pathLst>
              </a:custGeom>
              <a:solidFill>
                <a:srgbClr val="D57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8" name="Freeform 1458">
                <a:extLst>
                  <a:ext uri="{FF2B5EF4-FFF2-40B4-BE49-F238E27FC236}">
                    <a16:creationId xmlns:a16="http://schemas.microsoft.com/office/drawing/2014/main" id="{322A62AA-ED3B-4E82-994C-55A797D0B9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21" y="1201"/>
                <a:ext cx="461" cy="899"/>
              </a:xfrm>
              <a:custGeom>
                <a:avLst/>
                <a:gdLst>
                  <a:gd name="T0" fmla="*/ 743 w 257"/>
                  <a:gd name="T1" fmla="*/ 0 h 470"/>
                  <a:gd name="T2" fmla="*/ 0 w 257"/>
                  <a:gd name="T3" fmla="*/ 1647 h 470"/>
                  <a:gd name="T4" fmla="*/ 743 w 257"/>
                  <a:gd name="T5" fmla="*/ 3290 h 470"/>
                  <a:gd name="T6" fmla="*/ 1483 w 257"/>
                  <a:gd name="T7" fmla="*/ 1647 h 470"/>
                  <a:gd name="T8" fmla="*/ 743 w 257"/>
                  <a:gd name="T9" fmla="*/ 0 h 470"/>
                  <a:gd name="T10" fmla="*/ 1293 w 257"/>
                  <a:gd name="T11" fmla="*/ 2546 h 470"/>
                  <a:gd name="T12" fmla="*/ 802 w 257"/>
                  <a:gd name="T13" fmla="*/ 2422 h 470"/>
                  <a:gd name="T14" fmla="*/ 161 w 257"/>
                  <a:gd name="T15" fmla="*/ 2513 h 470"/>
                  <a:gd name="T16" fmla="*/ 36 w 257"/>
                  <a:gd name="T17" fmla="*/ 1647 h 470"/>
                  <a:gd name="T18" fmla="*/ 721 w 257"/>
                  <a:gd name="T19" fmla="*/ 63 h 470"/>
                  <a:gd name="T20" fmla="*/ 1431 w 257"/>
                  <a:gd name="T21" fmla="*/ 1647 h 470"/>
                  <a:gd name="T22" fmla="*/ 1293 w 257"/>
                  <a:gd name="T23" fmla="*/ 2546 h 4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7" h="470">
                    <a:moveTo>
                      <a:pt x="129" y="0"/>
                    </a:moveTo>
                    <a:cubicBezTo>
                      <a:pt x="57" y="0"/>
                      <a:pt x="0" y="105"/>
                      <a:pt x="0" y="235"/>
                    </a:cubicBezTo>
                    <a:cubicBezTo>
                      <a:pt x="0" y="365"/>
                      <a:pt x="57" y="470"/>
                      <a:pt x="129" y="470"/>
                    </a:cubicBezTo>
                    <a:cubicBezTo>
                      <a:pt x="200" y="470"/>
                      <a:pt x="257" y="365"/>
                      <a:pt x="257" y="235"/>
                    </a:cubicBezTo>
                    <a:cubicBezTo>
                      <a:pt x="257" y="105"/>
                      <a:pt x="200" y="0"/>
                      <a:pt x="129" y="0"/>
                    </a:cubicBezTo>
                    <a:close/>
                    <a:moveTo>
                      <a:pt x="224" y="364"/>
                    </a:moveTo>
                    <a:cubicBezTo>
                      <a:pt x="209" y="398"/>
                      <a:pt x="177" y="346"/>
                      <a:pt x="139" y="346"/>
                    </a:cubicBezTo>
                    <a:cubicBezTo>
                      <a:pt x="100" y="346"/>
                      <a:pt x="50" y="419"/>
                      <a:pt x="28" y="359"/>
                    </a:cubicBezTo>
                    <a:cubicBezTo>
                      <a:pt x="14" y="323"/>
                      <a:pt x="6" y="279"/>
                      <a:pt x="6" y="235"/>
                    </a:cubicBezTo>
                    <a:cubicBezTo>
                      <a:pt x="6" y="117"/>
                      <a:pt x="62" y="9"/>
                      <a:pt x="125" y="9"/>
                    </a:cubicBezTo>
                    <a:cubicBezTo>
                      <a:pt x="189" y="9"/>
                      <a:pt x="248" y="117"/>
                      <a:pt x="248" y="235"/>
                    </a:cubicBezTo>
                    <a:cubicBezTo>
                      <a:pt x="248" y="281"/>
                      <a:pt x="239" y="326"/>
                      <a:pt x="224" y="364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9" name="Freeform 1459">
                <a:extLst>
                  <a:ext uri="{FF2B5EF4-FFF2-40B4-BE49-F238E27FC236}">
                    <a16:creationId xmlns:a16="http://schemas.microsoft.com/office/drawing/2014/main" id="{029A6B2B-F86E-4352-866F-10391F689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212"/>
                <a:ext cx="74" cy="71"/>
              </a:xfrm>
              <a:custGeom>
                <a:avLst/>
                <a:gdLst>
                  <a:gd name="T0" fmla="*/ 242 w 41"/>
                  <a:gd name="T1" fmla="*/ 36 h 37"/>
                  <a:gd name="T2" fmla="*/ 0 w 41"/>
                  <a:gd name="T3" fmla="*/ 240 h 37"/>
                  <a:gd name="T4" fmla="*/ 242 w 41"/>
                  <a:gd name="T5" fmla="*/ 3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7">
                    <a:moveTo>
                      <a:pt x="41" y="5"/>
                    </a:moveTo>
                    <a:cubicBezTo>
                      <a:pt x="41" y="5"/>
                      <a:pt x="10" y="0"/>
                      <a:pt x="0" y="34"/>
                    </a:cubicBezTo>
                    <a:cubicBezTo>
                      <a:pt x="0" y="34"/>
                      <a:pt x="33" y="37"/>
                      <a:pt x="41" y="5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0" name="Freeform 1460">
                <a:extLst>
                  <a:ext uri="{FF2B5EF4-FFF2-40B4-BE49-F238E27FC236}">
                    <a16:creationId xmlns:a16="http://schemas.microsoft.com/office/drawing/2014/main" id="{E5665701-4249-450E-9C50-930E52B86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277"/>
                <a:ext cx="67" cy="63"/>
              </a:xfrm>
              <a:custGeom>
                <a:avLst/>
                <a:gdLst>
                  <a:gd name="T0" fmla="*/ 154 w 37"/>
                  <a:gd name="T1" fmla="*/ 0 h 33"/>
                  <a:gd name="T2" fmla="*/ 24 w 37"/>
                  <a:gd name="T3" fmla="*/ 208 h 33"/>
                  <a:gd name="T4" fmla="*/ 154 w 37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3">
                    <a:moveTo>
                      <a:pt x="26" y="0"/>
                    </a:moveTo>
                    <a:cubicBezTo>
                      <a:pt x="26" y="0"/>
                      <a:pt x="0" y="4"/>
                      <a:pt x="4" y="30"/>
                    </a:cubicBezTo>
                    <a:cubicBezTo>
                      <a:pt x="4" y="30"/>
                      <a:pt x="37" y="33"/>
                      <a:pt x="26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1" name="Freeform 1461">
                <a:extLst>
                  <a:ext uri="{FF2B5EF4-FFF2-40B4-BE49-F238E27FC236}">
                    <a16:creationId xmlns:a16="http://schemas.microsoft.com/office/drawing/2014/main" id="{C9D52CB2-43A8-4CD9-A953-6F327ACA0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335"/>
                <a:ext cx="52" cy="70"/>
              </a:xfrm>
              <a:custGeom>
                <a:avLst/>
                <a:gdLst>
                  <a:gd name="T0" fmla="*/ 102 w 29"/>
                  <a:gd name="T1" fmla="*/ 0 h 37"/>
                  <a:gd name="T2" fmla="*/ 0 w 29"/>
                  <a:gd name="T3" fmla="*/ 250 h 37"/>
                  <a:gd name="T4" fmla="*/ 102 w 29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7">
                    <a:moveTo>
                      <a:pt x="18" y="0"/>
                    </a:moveTo>
                    <a:cubicBezTo>
                      <a:pt x="18" y="0"/>
                      <a:pt x="1" y="3"/>
                      <a:pt x="0" y="37"/>
                    </a:cubicBezTo>
                    <a:cubicBezTo>
                      <a:pt x="0" y="37"/>
                      <a:pt x="29" y="27"/>
                      <a:pt x="1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2" name="Freeform 1462">
                <a:extLst>
                  <a:ext uri="{FF2B5EF4-FFF2-40B4-BE49-F238E27FC236}">
                    <a16:creationId xmlns:a16="http://schemas.microsoft.com/office/drawing/2014/main" id="{CF6AE368-45BF-48C2-AAE4-15639BEF6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405"/>
                <a:ext cx="34" cy="63"/>
              </a:xfrm>
              <a:custGeom>
                <a:avLst/>
                <a:gdLst>
                  <a:gd name="T0" fmla="*/ 73 w 19"/>
                  <a:gd name="T1" fmla="*/ 0 h 33"/>
                  <a:gd name="T2" fmla="*/ 16 w 19"/>
                  <a:gd name="T3" fmla="*/ 229 h 33"/>
                  <a:gd name="T4" fmla="*/ 73 w 19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3">
                    <a:moveTo>
                      <a:pt x="13" y="0"/>
                    </a:moveTo>
                    <a:cubicBezTo>
                      <a:pt x="13" y="0"/>
                      <a:pt x="0" y="9"/>
                      <a:pt x="3" y="33"/>
                    </a:cubicBezTo>
                    <a:cubicBezTo>
                      <a:pt x="3" y="33"/>
                      <a:pt x="19" y="23"/>
                      <a:pt x="13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3" name="Freeform 1463">
                <a:extLst>
                  <a:ext uri="{FF2B5EF4-FFF2-40B4-BE49-F238E27FC236}">
                    <a16:creationId xmlns:a16="http://schemas.microsoft.com/office/drawing/2014/main" id="{CE6C5859-160A-41BE-8A52-AB554DC2E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468"/>
                <a:ext cx="59" cy="81"/>
              </a:xfrm>
              <a:custGeom>
                <a:avLst/>
                <a:gdLst>
                  <a:gd name="T0" fmla="*/ 102 w 33"/>
                  <a:gd name="T1" fmla="*/ 0 h 42"/>
                  <a:gd name="T2" fmla="*/ 57 w 33"/>
                  <a:gd name="T3" fmla="*/ 301 h 42"/>
                  <a:gd name="T4" fmla="*/ 102 w 3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2">
                    <a:moveTo>
                      <a:pt x="18" y="0"/>
                    </a:moveTo>
                    <a:cubicBezTo>
                      <a:pt x="18" y="0"/>
                      <a:pt x="0" y="10"/>
                      <a:pt x="10" y="42"/>
                    </a:cubicBezTo>
                    <a:cubicBezTo>
                      <a:pt x="10" y="42"/>
                      <a:pt x="33" y="22"/>
                      <a:pt x="1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4" name="Freeform 1464">
                <a:extLst>
                  <a:ext uri="{FF2B5EF4-FFF2-40B4-BE49-F238E27FC236}">
                    <a16:creationId xmlns:a16="http://schemas.microsoft.com/office/drawing/2014/main" id="{3DED747E-E77A-46A4-ACFB-D2053CC4F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549"/>
                <a:ext cx="42" cy="42"/>
              </a:xfrm>
              <a:custGeom>
                <a:avLst/>
                <a:gdLst>
                  <a:gd name="T0" fmla="*/ 80 w 23"/>
                  <a:gd name="T1" fmla="*/ 0 h 22"/>
                  <a:gd name="T2" fmla="*/ 60 w 23"/>
                  <a:gd name="T3" fmla="*/ 153 h 22"/>
                  <a:gd name="T4" fmla="*/ 80 w 2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3" y="0"/>
                    </a:moveTo>
                    <a:cubicBezTo>
                      <a:pt x="13" y="0"/>
                      <a:pt x="0" y="8"/>
                      <a:pt x="10" y="22"/>
                    </a:cubicBezTo>
                    <a:cubicBezTo>
                      <a:pt x="10" y="22"/>
                      <a:pt x="23" y="15"/>
                      <a:pt x="13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5" name="Freeform 1465">
                <a:extLst>
                  <a:ext uri="{FF2B5EF4-FFF2-40B4-BE49-F238E27FC236}">
                    <a16:creationId xmlns:a16="http://schemas.microsoft.com/office/drawing/2014/main" id="{97A550E2-391E-4D3E-A815-A936698A7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591"/>
                <a:ext cx="58" cy="86"/>
              </a:xfrm>
              <a:custGeom>
                <a:avLst/>
                <a:gdLst>
                  <a:gd name="T0" fmla="*/ 82 w 32"/>
                  <a:gd name="T1" fmla="*/ 0 h 45"/>
                  <a:gd name="T2" fmla="*/ 80 w 32"/>
                  <a:gd name="T3" fmla="*/ 313 h 45"/>
                  <a:gd name="T4" fmla="*/ 82 w 32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5">
                    <a:moveTo>
                      <a:pt x="14" y="0"/>
                    </a:moveTo>
                    <a:cubicBezTo>
                      <a:pt x="14" y="0"/>
                      <a:pt x="0" y="16"/>
                      <a:pt x="13" y="45"/>
                    </a:cubicBezTo>
                    <a:cubicBezTo>
                      <a:pt x="13" y="45"/>
                      <a:pt x="32" y="21"/>
                      <a:pt x="14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6" name="Freeform 1466">
                <a:extLst>
                  <a:ext uri="{FF2B5EF4-FFF2-40B4-BE49-F238E27FC236}">
                    <a16:creationId xmlns:a16="http://schemas.microsoft.com/office/drawing/2014/main" id="{D8AD788F-B22D-4597-ABA9-552D091F3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1677"/>
                <a:ext cx="59" cy="103"/>
              </a:xfrm>
              <a:custGeom>
                <a:avLst/>
                <a:gdLst>
                  <a:gd name="T0" fmla="*/ 64 w 33"/>
                  <a:gd name="T1" fmla="*/ 0 h 54"/>
                  <a:gd name="T2" fmla="*/ 97 w 33"/>
                  <a:gd name="T3" fmla="*/ 374 h 54"/>
                  <a:gd name="T4" fmla="*/ 64 w 33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4">
                    <a:moveTo>
                      <a:pt x="11" y="0"/>
                    </a:moveTo>
                    <a:cubicBezTo>
                      <a:pt x="11" y="0"/>
                      <a:pt x="0" y="27"/>
                      <a:pt x="17" y="54"/>
                    </a:cubicBezTo>
                    <a:cubicBezTo>
                      <a:pt x="17" y="54"/>
                      <a:pt x="33" y="27"/>
                      <a:pt x="11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7" name="Freeform 1467">
                <a:extLst>
                  <a:ext uri="{FF2B5EF4-FFF2-40B4-BE49-F238E27FC236}">
                    <a16:creationId xmlns:a16="http://schemas.microsoft.com/office/drawing/2014/main" id="{45EC4B04-65A5-4688-84BE-19D5C0CD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1780"/>
                <a:ext cx="52" cy="81"/>
              </a:xfrm>
              <a:custGeom>
                <a:avLst/>
                <a:gdLst>
                  <a:gd name="T0" fmla="*/ 45 w 29"/>
                  <a:gd name="T1" fmla="*/ 0 h 42"/>
                  <a:gd name="T2" fmla="*/ 109 w 29"/>
                  <a:gd name="T3" fmla="*/ 301 h 42"/>
                  <a:gd name="T4" fmla="*/ 45 w 2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2">
                    <a:moveTo>
                      <a:pt x="8" y="0"/>
                    </a:moveTo>
                    <a:cubicBezTo>
                      <a:pt x="8" y="0"/>
                      <a:pt x="0" y="24"/>
                      <a:pt x="19" y="42"/>
                    </a:cubicBezTo>
                    <a:cubicBezTo>
                      <a:pt x="19" y="42"/>
                      <a:pt x="29" y="18"/>
                      <a:pt x="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8" name="Freeform 1468">
                <a:extLst>
                  <a:ext uri="{FF2B5EF4-FFF2-40B4-BE49-F238E27FC236}">
                    <a16:creationId xmlns:a16="http://schemas.microsoft.com/office/drawing/2014/main" id="{C8CEC73F-576A-4C60-9E3E-A0EFEA34B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861"/>
                <a:ext cx="56" cy="53"/>
              </a:xfrm>
              <a:custGeom>
                <a:avLst/>
                <a:gdLst>
                  <a:gd name="T0" fmla="*/ 60 w 31"/>
                  <a:gd name="T1" fmla="*/ 0 h 28"/>
                  <a:gd name="T2" fmla="*/ 117 w 31"/>
                  <a:gd name="T3" fmla="*/ 189 h 28"/>
                  <a:gd name="T4" fmla="*/ 60 w 31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8">
                    <a:moveTo>
                      <a:pt x="10" y="0"/>
                    </a:moveTo>
                    <a:cubicBezTo>
                      <a:pt x="10" y="0"/>
                      <a:pt x="0" y="21"/>
                      <a:pt x="20" y="28"/>
                    </a:cubicBezTo>
                    <a:cubicBezTo>
                      <a:pt x="20" y="28"/>
                      <a:pt x="31" y="7"/>
                      <a:pt x="1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9" name="Freeform 1469">
                <a:extLst>
                  <a:ext uri="{FF2B5EF4-FFF2-40B4-BE49-F238E27FC236}">
                    <a16:creationId xmlns:a16="http://schemas.microsoft.com/office/drawing/2014/main" id="{5E3CD156-05D3-4D50-845A-76DBE25C5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899"/>
                <a:ext cx="58" cy="46"/>
              </a:xfrm>
              <a:custGeom>
                <a:avLst/>
                <a:gdLst>
                  <a:gd name="T0" fmla="*/ 0 w 32"/>
                  <a:gd name="T1" fmla="*/ 56 h 24"/>
                  <a:gd name="T2" fmla="*/ 190 w 32"/>
                  <a:gd name="T3" fmla="*/ 121 h 24"/>
                  <a:gd name="T4" fmla="*/ 0 w 32"/>
                  <a:gd name="T5" fmla="*/ 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4">
                    <a:moveTo>
                      <a:pt x="0" y="8"/>
                    </a:moveTo>
                    <a:cubicBezTo>
                      <a:pt x="0" y="8"/>
                      <a:pt x="14" y="24"/>
                      <a:pt x="32" y="17"/>
                    </a:cubicBezTo>
                    <a:cubicBezTo>
                      <a:pt x="32" y="17"/>
                      <a:pt x="21" y="0"/>
                      <a:pt x="0" y="8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0" name="Freeform 1470">
                <a:extLst>
                  <a:ext uri="{FF2B5EF4-FFF2-40B4-BE49-F238E27FC236}">
                    <a16:creationId xmlns:a16="http://schemas.microsoft.com/office/drawing/2014/main" id="{70C9F77F-777F-4D60-A577-2AE85B7A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888"/>
                <a:ext cx="57" cy="59"/>
              </a:xfrm>
              <a:custGeom>
                <a:avLst/>
                <a:gdLst>
                  <a:gd name="T0" fmla="*/ 0 w 32"/>
                  <a:gd name="T1" fmla="*/ 152 h 31"/>
                  <a:gd name="T2" fmla="*/ 182 w 32"/>
                  <a:gd name="T3" fmla="*/ 36 h 31"/>
                  <a:gd name="T4" fmla="*/ 0 w 32"/>
                  <a:gd name="T5" fmla="*/ 15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1">
                    <a:moveTo>
                      <a:pt x="0" y="22"/>
                    </a:moveTo>
                    <a:cubicBezTo>
                      <a:pt x="0" y="22"/>
                      <a:pt x="23" y="31"/>
                      <a:pt x="32" y="5"/>
                    </a:cubicBezTo>
                    <a:cubicBezTo>
                      <a:pt x="32" y="5"/>
                      <a:pt x="8" y="0"/>
                      <a:pt x="0" y="22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1" name="Freeform 1471">
                <a:extLst>
                  <a:ext uri="{FF2B5EF4-FFF2-40B4-BE49-F238E27FC236}">
                    <a16:creationId xmlns:a16="http://schemas.microsoft.com/office/drawing/2014/main" id="{3A48B977-C211-41D1-87B7-8E9CB42C7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1851"/>
                <a:ext cx="67" cy="75"/>
              </a:xfrm>
              <a:custGeom>
                <a:avLst/>
                <a:gdLst>
                  <a:gd name="T0" fmla="*/ 0 w 37"/>
                  <a:gd name="T1" fmla="*/ 169 h 39"/>
                  <a:gd name="T2" fmla="*/ 219 w 37"/>
                  <a:gd name="T3" fmla="*/ 44 h 39"/>
                  <a:gd name="T4" fmla="*/ 0 w 37"/>
                  <a:gd name="T5" fmla="*/ 16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9">
                    <a:moveTo>
                      <a:pt x="0" y="24"/>
                    </a:moveTo>
                    <a:cubicBezTo>
                      <a:pt x="0" y="24"/>
                      <a:pt x="24" y="39"/>
                      <a:pt x="37" y="6"/>
                    </a:cubicBezTo>
                    <a:cubicBezTo>
                      <a:pt x="37" y="6"/>
                      <a:pt x="16" y="0"/>
                      <a:pt x="0" y="24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2" name="Freeform 1472">
                <a:extLst>
                  <a:ext uri="{FF2B5EF4-FFF2-40B4-BE49-F238E27FC236}">
                    <a16:creationId xmlns:a16="http://schemas.microsoft.com/office/drawing/2014/main" id="{4872037C-C40D-474A-B22A-8A00B85F7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847"/>
                <a:ext cx="57" cy="58"/>
              </a:xfrm>
              <a:custGeom>
                <a:avLst/>
                <a:gdLst>
                  <a:gd name="T0" fmla="*/ 0 w 32"/>
                  <a:gd name="T1" fmla="*/ 56 h 30"/>
                  <a:gd name="T2" fmla="*/ 182 w 32"/>
                  <a:gd name="T3" fmla="*/ 101 h 30"/>
                  <a:gd name="T4" fmla="*/ 0 w 32"/>
                  <a:gd name="T5" fmla="*/ 5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0">
                    <a:moveTo>
                      <a:pt x="0" y="8"/>
                    </a:moveTo>
                    <a:cubicBezTo>
                      <a:pt x="0" y="8"/>
                      <a:pt x="15" y="30"/>
                      <a:pt x="32" y="14"/>
                    </a:cubicBezTo>
                    <a:cubicBezTo>
                      <a:pt x="32" y="14"/>
                      <a:pt x="19" y="0"/>
                      <a:pt x="0" y="8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3" name="Freeform 1473">
                <a:extLst>
                  <a:ext uri="{FF2B5EF4-FFF2-40B4-BE49-F238E27FC236}">
                    <a16:creationId xmlns:a16="http://schemas.microsoft.com/office/drawing/2014/main" id="{06935E88-A795-4ED5-920E-2BBB63AC0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870"/>
                <a:ext cx="50" cy="52"/>
              </a:xfrm>
              <a:custGeom>
                <a:avLst/>
                <a:gdLst>
                  <a:gd name="T0" fmla="*/ 0 w 28"/>
                  <a:gd name="T1" fmla="*/ 23 h 27"/>
                  <a:gd name="T2" fmla="*/ 159 w 28"/>
                  <a:gd name="T3" fmla="*/ 137 h 27"/>
                  <a:gd name="T4" fmla="*/ 0 w 28"/>
                  <a:gd name="T5" fmla="*/ 2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0" y="3"/>
                    </a:moveTo>
                    <a:cubicBezTo>
                      <a:pt x="0" y="3"/>
                      <a:pt x="6" y="27"/>
                      <a:pt x="28" y="19"/>
                    </a:cubicBezTo>
                    <a:cubicBezTo>
                      <a:pt x="28" y="19"/>
                      <a:pt x="14" y="0"/>
                      <a:pt x="0" y="3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4" name="Freeform 1474">
                <a:extLst>
                  <a:ext uri="{FF2B5EF4-FFF2-40B4-BE49-F238E27FC236}">
                    <a16:creationId xmlns:a16="http://schemas.microsoft.com/office/drawing/2014/main" id="{D1F3E26B-D926-4EA9-8E91-49A0CBFAE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876"/>
                <a:ext cx="54" cy="73"/>
              </a:xfrm>
              <a:custGeom>
                <a:avLst/>
                <a:gdLst>
                  <a:gd name="T0" fmla="*/ 0 w 30"/>
                  <a:gd name="T1" fmla="*/ 115 h 38"/>
                  <a:gd name="T2" fmla="*/ 175 w 30"/>
                  <a:gd name="T3" fmla="*/ 100 h 38"/>
                  <a:gd name="T4" fmla="*/ 0 w 30"/>
                  <a:gd name="T5" fmla="*/ 1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8">
                    <a:moveTo>
                      <a:pt x="0" y="16"/>
                    </a:moveTo>
                    <a:cubicBezTo>
                      <a:pt x="0" y="16"/>
                      <a:pt x="10" y="0"/>
                      <a:pt x="30" y="14"/>
                    </a:cubicBezTo>
                    <a:cubicBezTo>
                      <a:pt x="30" y="14"/>
                      <a:pt x="15" y="38"/>
                      <a:pt x="0" y="16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5" name="Freeform 1475">
                <a:extLst>
                  <a:ext uri="{FF2B5EF4-FFF2-40B4-BE49-F238E27FC236}">
                    <a16:creationId xmlns:a16="http://schemas.microsoft.com/office/drawing/2014/main" id="{A4939A0B-03D1-46DE-B1A3-20FB7138C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811"/>
                <a:ext cx="66" cy="92"/>
              </a:xfrm>
              <a:custGeom>
                <a:avLst/>
                <a:gdLst>
                  <a:gd name="T0" fmla="*/ 45 w 37"/>
                  <a:gd name="T1" fmla="*/ 337 h 48"/>
                  <a:gd name="T2" fmla="*/ 137 w 37"/>
                  <a:gd name="T3" fmla="*/ 0 h 48"/>
                  <a:gd name="T4" fmla="*/ 45 w 37"/>
                  <a:gd name="T5" fmla="*/ 33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8">
                    <a:moveTo>
                      <a:pt x="8" y="48"/>
                    </a:moveTo>
                    <a:cubicBezTo>
                      <a:pt x="8" y="48"/>
                      <a:pt x="0" y="20"/>
                      <a:pt x="24" y="0"/>
                    </a:cubicBezTo>
                    <a:cubicBezTo>
                      <a:pt x="24" y="0"/>
                      <a:pt x="37" y="30"/>
                      <a:pt x="8" y="48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6" name="Freeform 1476">
                <a:extLst>
                  <a:ext uri="{FF2B5EF4-FFF2-40B4-BE49-F238E27FC236}">
                    <a16:creationId xmlns:a16="http://schemas.microsoft.com/office/drawing/2014/main" id="{8C556A3A-ACEB-4785-AD5A-9E91F7122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696"/>
                <a:ext cx="74" cy="115"/>
              </a:xfrm>
              <a:custGeom>
                <a:avLst/>
                <a:gdLst>
                  <a:gd name="T0" fmla="*/ 94 w 41"/>
                  <a:gd name="T1" fmla="*/ 422 h 60"/>
                  <a:gd name="T2" fmla="*/ 146 w 41"/>
                  <a:gd name="T3" fmla="*/ 0 h 60"/>
                  <a:gd name="T4" fmla="*/ 94 w 41"/>
                  <a:gd name="T5" fmla="*/ 422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0">
                    <a:moveTo>
                      <a:pt x="16" y="60"/>
                    </a:moveTo>
                    <a:cubicBezTo>
                      <a:pt x="16" y="60"/>
                      <a:pt x="0" y="29"/>
                      <a:pt x="25" y="0"/>
                    </a:cubicBezTo>
                    <a:cubicBezTo>
                      <a:pt x="25" y="0"/>
                      <a:pt x="41" y="26"/>
                      <a:pt x="16" y="6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7" name="Freeform 1477">
                <a:extLst>
                  <a:ext uri="{FF2B5EF4-FFF2-40B4-BE49-F238E27FC236}">
                    <a16:creationId xmlns:a16="http://schemas.microsoft.com/office/drawing/2014/main" id="{42BA5593-F15C-4679-B374-D726B8110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576"/>
                <a:ext cx="72" cy="120"/>
              </a:xfrm>
              <a:custGeom>
                <a:avLst/>
                <a:gdLst>
                  <a:gd name="T0" fmla="*/ 110 w 40"/>
                  <a:gd name="T1" fmla="*/ 0 h 63"/>
                  <a:gd name="T2" fmla="*/ 117 w 40"/>
                  <a:gd name="T3" fmla="*/ 436 h 63"/>
                  <a:gd name="T4" fmla="*/ 110 w 40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3">
                    <a:moveTo>
                      <a:pt x="19" y="0"/>
                    </a:moveTo>
                    <a:cubicBezTo>
                      <a:pt x="19" y="0"/>
                      <a:pt x="0" y="40"/>
                      <a:pt x="20" y="63"/>
                    </a:cubicBezTo>
                    <a:cubicBezTo>
                      <a:pt x="20" y="63"/>
                      <a:pt x="40" y="34"/>
                      <a:pt x="19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8" name="Freeform 1478">
                <a:extLst>
                  <a:ext uri="{FF2B5EF4-FFF2-40B4-BE49-F238E27FC236}">
                    <a16:creationId xmlns:a16="http://schemas.microsoft.com/office/drawing/2014/main" id="{6ACE83C5-62DC-4907-AD3D-7E1E3A886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486"/>
                <a:ext cx="68" cy="90"/>
              </a:xfrm>
              <a:custGeom>
                <a:avLst/>
                <a:gdLst>
                  <a:gd name="T0" fmla="*/ 68 w 38"/>
                  <a:gd name="T1" fmla="*/ 0 h 47"/>
                  <a:gd name="T2" fmla="*/ 122 w 38"/>
                  <a:gd name="T3" fmla="*/ 329 h 47"/>
                  <a:gd name="T4" fmla="*/ 68 w 38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7">
                    <a:moveTo>
                      <a:pt x="12" y="0"/>
                    </a:moveTo>
                    <a:cubicBezTo>
                      <a:pt x="12" y="0"/>
                      <a:pt x="0" y="30"/>
                      <a:pt x="21" y="47"/>
                    </a:cubicBezTo>
                    <a:cubicBezTo>
                      <a:pt x="21" y="47"/>
                      <a:pt x="38" y="22"/>
                      <a:pt x="12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9" name="Freeform 1479">
                <a:extLst>
                  <a:ext uri="{FF2B5EF4-FFF2-40B4-BE49-F238E27FC236}">
                    <a16:creationId xmlns:a16="http://schemas.microsoft.com/office/drawing/2014/main" id="{3B621D3E-715C-47FB-81CA-E0709BC4E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375"/>
                <a:ext cx="74" cy="111"/>
              </a:xfrm>
              <a:custGeom>
                <a:avLst/>
                <a:gdLst>
                  <a:gd name="T0" fmla="*/ 45 w 41"/>
                  <a:gd name="T1" fmla="*/ 0 h 58"/>
                  <a:gd name="T2" fmla="*/ 166 w 41"/>
                  <a:gd name="T3" fmla="*/ 406 h 58"/>
                  <a:gd name="T4" fmla="*/ 45 w 4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8">
                    <a:moveTo>
                      <a:pt x="8" y="0"/>
                    </a:moveTo>
                    <a:cubicBezTo>
                      <a:pt x="8" y="0"/>
                      <a:pt x="0" y="40"/>
                      <a:pt x="28" y="58"/>
                    </a:cubicBezTo>
                    <a:cubicBezTo>
                      <a:pt x="28" y="58"/>
                      <a:pt x="41" y="19"/>
                      <a:pt x="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0" name="Freeform 1480">
                <a:extLst>
                  <a:ext uri="{FF2B5EF4-FFF2-40B4-BE49-F238E27FC236}">
                    <a16:creationId xmlns:a16="http://schemas.microsoft.com/office/drawing/2014/main" id="{3572FBA2-33E8-4294-A750-9F65F6312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308"/>
                <a:ext cx="46" cy="67"/>
              </a:xfrm>
              <a:custGeom>
                <a:avLst/>
                <a:gdLst>
                  <a:gd name="T0" fmla="*/ 7 w 26"/>
                  <a:gd name="T1" fmla="*/ 0 h 35"/>
                  <a:gd name="T2" fmla="*/ 115 w 26"/>
                  <a:gd name="T3" fmla="*/ 245 h 35"/>
                  <a:gd name="T4" fmla="*/ 7 w 2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1" y="0"/>
                    </a:moveTo>
                    <a:cubicBezTo>
                      <a:pt x="1" y="0"/>
                      <a:pt x="0" y="28"/>
                      <a:pt x="21" y="35"/>
                    </a:cubicBezTo>
                    <a:cubicBezTo>
                      <a:pt x="21" y="35"/>
                      <a:pt x="26" y="10"/>
                      <a:pt x="1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1" name="Freeform 1481">
                <a:extLst>
                  <a:ext uri="{FF2B5EF4-FFF2-40B4-BE49-F238E27FC236}">
                    <a16:creationId xmlns:a16="http://schemas.microsoft.com/office/drawing/2014/main" id="{09085505-FB9A-4A69-AD80-EA110E2CD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239"/>
                <a:ext cx="68" cy="69"/>
              </a:xfrm>
              <a:custGeom>
                <a:avLst/>
                <a:gdLst>
                  <a:gd name="T0" fmla="*/ 0 w 38"/>
                  <a:gd name="T1" fmla="*/ 0 h 36"/>
                  <a:gd name="T2" fmla="*/ 211 w 38"/>
                  <a:gd name="T3" fmla="*/ 253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10" y="30"/>
                      <a:pt x="37" y="36"/>
                    </a:cubicBezTo>
                    <a:cubicBezTo>
                      <a:pt x="37" y="36"/>
                      <a:pt x="38" y="3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2" name="Freeform 1482">
                <a:extLst>
                  <a:ext uri="{FF2B5EF4-FFF2-40B4-BE49-F238E27FC236}">
                    <a16:creationId xmlns:a16="http://schemas.microsoft.com/office/drawing/2014/main" id="{A4FA4C8D-1562-43DA-8016-29BD10B0F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183"/>
                <a:ext cx="91" cy="69"/>
              </a:xfrm>
              <a:custGeom>
                <a:avLst/>
                <a:gdLst>
                  <a:gd name="T0" fmla="*/ 0 w 51"/>
                  <a:gd name="T1" fmla="*/ 140 h 36"/>
                  <a:gd name="T2" fmla="*/ 289 w 51"/>
                  <a:gd name="T3" fmla="*/ 205 h 36"/>
                  <a:gd name="T4" fmla="*/ 0 w 51"/>
                  <a:gd name="T5" fmla="*/ 14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6" y="36"/>
                      <a:pt x="51" y="29"/>
                    </a:cubicBezTo>
                    <a:cubicBezTo>
                      <a:pt x="51" y="29"/>
                      <a:pt x="34" y="0"/>
                      <a:pt x="0" y="2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3" name="Freeform 1483">
                <a:extLst>
                  <a:ext uri="{FF2B5EF4-FFF2-40B4-BE49-F238E27FC236}">
                    <a16:creationId xmlns:a16="http://schemas.microsoft.com/office/drawing/2014/main" id="{BD02B66E-0591-4B88-98C3-A8C831591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292"/>
                <a:ext cx="25" cy="27"/>
              </a:xfrm>
              <a:custGeom>
                <a:avLst/>
                <a:gdLst>
                  <a:gd name="T0" fmla="*/ 73 w 14"/>
                  <a:gd name="T1" fmla="*/ 15 h 14"/>
                  <a:gd name="T2" fmla="*/ 57 w 14"/>
                  <a:gd name="T3" fmla="*/ 71 h 14"/>
                  <a:gd name="T4" fmla="*/ 13 w 14"/>
                  <a:gd name="T5" fmla="*/ 85 h 14"/>
                  <a:gd name="T6" fmla="*/ 23 w 14"/>
                  <a:gd name="T7" fmla="*/ 29 h 14"/>
                  <a:gd name="T8" fmla="*/ 73 w 14"/>
                  <a:gd name="T9" fmla="*/ 1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3" y="2"/>
                    </a:moveTo>
                    <a:cubicBezTo>
                      <a:pt x="14" y="3"/>
                      <a:pt x="13" y="7"/>
                      <a:pt x="10" y="10"/>
                    </a:cubicBezTo>
                    <a:cubicBezTo>
                      <a:pt x="7" y="13"/>
                      <a:pt x="4" y="14"/>
                      <a:pt x="2" y="12"/>
                    </a:cubicBezTo>
                    <a:cubicBezTo>
                      <a:pt x="0" y="11"/>
                      <a:pt x="1" y="7"/>
                      <a:pt x="4" y="4"/>
                    </a:cubicBezTo>
                    <a:cubicBezTo>
                      <a:pt x="7" y="1"/>
                      <a:pt x="11" y="0"/>
                      <a:pt x="13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4" name="Freeform 1484">
                <a:extLst>
                  <a:ext uri="{FF2B5EF4-FFF2-40B4-BE49-F238E27FC236}">
                    <a16:creationId xmlns:a16="http://schemas.microsoft.com/office/drawing/2014/main" id="{0A714C56-F10F-416A-B6E3-79376E122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486"/>
                <a:ext cx="20" cy="30"/>
              </a:xfrm>
              <a:custGeom>
                <a:avLst/>
                <a:gdLst>
                  <a:gd name="T0" fmla="*/ 49 w 11"/>
                  <a:gd name="T1" fmla="*/ 8 h 16"/>
                  <a:gd name="T2" fmla="*/ 60 w 11"/>
                  <a:gd name="T3" fmla="*/ 60 h 16"/>
                  <a:gd name="T4" fmla="*/ 16 w 11"/>
                  <a:gd name="T5" fmla="*/ 99 h 16"/>
                  <a:gd name="T6" fmla="*/ 13 w 11"/>
                  <a:gd name="T7" fmla="*/ 45 h 16"/>
                  <a:gd name="T8" fmla="*/ 49 w 11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8" y="1"/>
                    </a:moveTo>
                    <a:cubicBezTo>
                      <a:pt x="10" y="1"/>
                      <a:pt x="11" y="5"/>
                      <a:pt x="10" y="9"/>
                    </a:cubicBezTo>
                    <a:cubicBezTo>
                      <a:pt x="9" y="13"/>
                      <a:pt x="6" y="16"/>
                      <a:pt x="3" y="15"/>
                    </a:cubicBezTo>
                    <a:cubicBezTo>
                      <a:pt x="1" y="15"/>
                      <a:pt x="0" y="11"/>
                      <a:pt x="2" y="7"/>
                    </a:cubicBezTo>
                    <a:cubicBezTo>
                      <a:pt x="3" y="3"/>
                      <a:pt x="6" y="0"/>
                      <a:pt x="8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5" name="Freeform 1485">
                <a:extLst>
                  <a:ext uri="{FF2B5EF4-FFF2-40B4-BE49-F238E27FC236}">
                    <a16:creationId xmlns:a16="http://schemas.microsoft.com/office/drawing/2014/main" id="{BEF61CE2-EFDF-4741-A140-F7ADE2FD0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712"/>
                <a:ext cx="16" cy="30"/>
              </a:xfrm>
              <a:custGeom>
                <a:avLst/>
                <a:gdLst>
                  <a:gd name="T0" fmla="*/ 21 w 9"/>
                  <a:gd name="T1" fmla="*/ 0 h 16"/>
                  <a:gd name="T2" fmla="*/ 50 w 9"/>
                  <a:gd name="T3" fmla="*/ 53 h 16"/>
                  <a:gd name="T4" fmla="*/ 28 w 9"/>
                  <a:gd name="T5" fmla="*/ 99 h 16"/>
                  <a:gd name="T6" fmla="*/ 0 w 9"/>
                  <a:gd name="T7" fmla="*/ 53 h 16"/>
                  <a:gd name="T8" fmla="*/ 21 w 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4" y="0"/>
                    </a:moveTo>
                    <a:cubicBezTo>
                      <a:pt x="6" y="0"/>
                      <a:pt x="9" y="3"/>
                      <a:pt x="9" y="8"/>
                    </a:cubicBezTo>
                    <a:cubicBezTo>
                      <a:pt x="9" y="12"/>
                      <a:pt x="8" y="15"/>
                      <a:pt x="5" y="15"/>
                    </a:cubicBezTo>
                    <a:cubicBezTo>
                      <a:pt x="3" y="16"/>
                      <a:pt x="1" y="12"/>
                      <a:pt x="0" y="8"/>
                    </a:cubicBezTo>
                    <a:cubicBezTo>
                      <a:pt x="0" y="4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6" name="Freeform 1486">
                <a:extLst>
                  <a:ext uri="{FF2B5EF4-FFF2-40B4-BE49-F238E27FC236}">
                    <a16:creationId xmlns:a16="http://schemas.microsoft.com/office/drawing/2014/main" id="{ADA73B94-4636-4BBC-BB98-C6CEF4B84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805"/>
                <a:ext cx="17" cy="31"/>
              </a:xfrm>
              <a:custGeom>
                <a:avLst/>
                <a:gdLst>
                  <a:gd name="T0" fmla="*/ 21 w 9"/>
                  <a:gd name="T1" fmla="*/ 8 h 16"/>
                  <a:gd name="T2" fmla="*/ 53 w 9"/>
                  <a:gd name="T3" fmla="*/ 52 h 16"/>
                  <a:gd name="T4" fmla="*/ 47 w 9"/>
                  <a:gd name="T5" fmla="*/ 116 h 16"/>
                  <a:gd name="T6" fmla="*/ 8 w 9"/>
                  <a:gd name="T7" fmla="*/ 64 h 16"/>
                  <a:gd name="T8" fmla="*/ 21 w 9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3" y="1"/>
                    </a:moveTo>
                    <a:cubicBezTo>
                      <a:pt x="5" y="0"/>
                      <a:pt x="7" y="3"/>
                      <a:pt x="8" y="7"/>
                    </a:cubicBezTo>
                    <a:cubicBezTo>
                      <a:pt x="9" y="11"/>
                      <a:pt x="9" y="15"/>
                      <a:pt x="7" y="16"/>
                    </a:cubicBezTo>
                    <a:cubicBezTo>
                      <a:pt x="5" y="16"/>
                      <a:pt x="3" y="13"/>
                      <a:pt x="1" y="9"/>
                    </a:cubicBezTo>
                    <a:cubicBezTo>
                      <a:pt x="0" y="5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7" name="Freeform 1487">
                <a:extLst>
                  <a:ext uri="{FF2B5EF4-FFF2-40B4-BE49-F238E27FC236}">
                    <a16:creationId xmlns:a16="http://schemas.microsoft.com/office/drawing/2014/main" id="{BB6AF197-CF79-4195-BDF1-4C2E6D9D4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880"/>
                <a:ext cx="14" cy="21"/>
              </a:xfrm>
              <a:custGeom>
                <a:avLst/>
                <a:gdLst>
                  <a:gd name="T0" fmla="*/ 12 w 8"/>
                  <a:gd name="T1" fmla="*/ 0 h 11"/>
                  <a:gd name="T2" fmla="*/ 37 w 8"/>
                  <a:gd name="T3" fmla="*/ 29 h 11"/>
                  <a:gd name="T4" fmla="*/ 28 w 8"/>
                  <a:gd name="T5" fmla="*/ 76 h 11"/>
                  <a:gd name="T6" fmla="*/ 0 w 8"/>
                  <a:gd name="T7" fmla="*/ 40 h 11"/>
                  <a:gd name="T8" fmla="*/ 12 w 8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4" y="0"/>
                      <a:pt x="6" y="1"/>
                      <a:pt x="7" y="4"/>
                    </a:cubicBezTo>
                    <a:cubicBezTo>
                      <a:pt x="8" y="7"/>
                      <a:pt x="7" y="10"/>
                      <a:pt x="5" y="11"/>
                    </a:cubicBezTo>
                    <a:cubicBezTo>
                      <a:pt x="3" y="11"/>
                      <a:pt x="1" y="9"/>
                      <a:pt x="0" y="6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8" name="Freeform 1488">
                <a:extLst>
                  <a:ext uri="{FF2B5EF4-FFF2-40B4-BE49-F238E27FC236}">
                    <a16:creationId xmlns:a16="http://schemas.microsoft.com/office/drawing/2014/main" id="{C3FA3879-5000-452C-88BF-725096C1E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913"/>
                <a:ext cx="27" cy="19"/>
              </a:xfrm>
              <a:custGeom>
                <a:avLst/>
                <a:gdLst>
                  <a:gd name="T0" fmla="*/ 0 w 15"/>
                  <a:gd name="T1" fmla="*/ 15 h 10"/>
                  <a:gd name="T2" fmla="*/ 52 w 15"/>
                  <a:gd name="T3" fmla="*/ 15 h 10"/>
                  <a:gd name="T4" fmla="*/ 81 w 15"/>
                  <a:gd name="T5" fmla="*/ 55 h 10"/>
                  <a:gd name="T6" fmla="*/ 36 w 15"/>
                  <a:gd name="T7" fmla="*/ 61 h 10"/>
                  <a:gd name="T8" fmla="*/ 0 w 15"/>
                  <a:gd name="T9" fmla="*/ 1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1"/>
                      <a:pt x="5" y="0"/>
                      <a:pt x="9" y="2"/>
                    </a:cubicBezTo>
                    <a:cubicBezTo>
                      <a:pt x="13" y="4"/>
                      <a:pt x="15" y="6"/>
                      <a:pt x="14" y="8"/>
                    </a:cubicBezTo>
                    <a:cubicBezTo>
                      <a:pt x="14" y="10"/>
                      <a:pt x="10" y="10"/>
                      <a:pt x="6" y="9"/>
                    </a:cubicBezTo>
                    <a:cubicBezTo>
                      <a:pt x="2" y="7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9" name="Freeform 1489">
                <a:extLst>
                  <a:ext uri="{FF2B5EF4-FFF2-40B4-BE49-F238E27FC236}">
                    <a16:creationId xmlns:a16="http://schemas.microsoft.com/office/drawing/2014/main" id="{4CEC22AE-DB68-470C-9DDA-399D7C5F5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903"/>
                <a:ext cx="29" cy="25"/>
              </a:xfrm>
              <a:custGeom>
                <a:avLst/>
                <a:gdLst>
                  <a:gd name="T0" fmla="*/ 7 w 16"/>
                  <a:gd name="T1" fmla="*/ 63 h 13"/>
                  <a:gd name="T2" fmla="*/ 36 w 16"/>
                  <a:gd name="T3" fmla="*/ 15 h 13"/>
                  <a:gd name="T4" fmla="*/ 89 w 16"/>
                  <a:gd name="T5" fmla="*/ 23 h 13"/>
                  <a:gd name="T6" fmla="*/ 60 w 16"/>
                  <a:gd name="T7" fmla="*/ 77 h 13"/>
                  <a:gd name="T8" fmla="*/ 7 w 16"/>
                  <a:gd name="T9" fmla="*/ 6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9"/>
                    </a:moveTo>
                    <a:cubicBezTo>
                      <a:pt x="0" y="7"/>
                      <a:pt x="2" y="3"/>
                      <a:pt x="6" y="2"/>
                    </a:cubicBezTo>
                    <a:cubicBezTo>
                      <a:pt x="10" y="0"/>
                      <a:pt x="14" y="1"/>
                      <a:pt x="15" y="3"/>
                    </a:cubicBezTo>
                    <a:cubicBezTo>
                      <a:pt x="16" y="6"/>
                      <a:pt x="14" y="10"/>
                      <a:pt x="10" y="11"/>
                    </a:cubicBezTo>
                    <a:cubicBezTo>
                      <a:pt x="6" y="13"/>
                      <a:pt x="2" y="12"/>
                      <a:pt x="1" y="9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0" name="Freeform 1490">
                <a:extLst>
                  <a:ext uri="{FF2B5EF4-FFF2-40B4-BE49-F238E27FC236}">
                    <a16:creationId xmlns:a16="http://schemas.microsoft.com/office/drawing/2014/main" id="{16483C0F-6497-4DB5-AE62-AD6B5282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861"/>
                <a:ext cx="19" cy="15"/>
              </a:xfrm>
              <a:custGeom>
                <a:avLst/>
                <a:gdLst>
                  <a:gd name="T0" fmla="*/ 0 w 11"/>
                  <a:gd name="T1" fmla="*/ 21 h 8"/>
                  <a:gd name="T2" fmla="*/ 29 w 11"/>
                  <a:gd name="T3" fmla="*/ 8 h 8"/>
                  <a:gd name="T4" fmla="*/ 50 w 11"/>
                  <a:gd name="T5" fmla="*/ 32 h 8"/>
                  <a:gd name="T6" fmla="*/ 21 w 11"/>
                  <a:gd name="T7" fmla="*/ 53 h 8"/>
                  <a:gd name="T8" fmla="*/ 0 w 11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1" y="1"/>
                      <a:pt x="3" y="0"/>
                      <a:pt x="6" y="1"/>
                    </a:cubicBezTo>
                    <a:cubicBezTo>
                      <a:pt x="9" y="1"/>
                      <a:pt x="11" y="3"/>
                      <a:pt x="10" y="5"/>
                    </a:cubicBezTo>
                    <a:cubicBezTo>
                      <a:pt x="10" y="7"/>
                      <a:pt x="7" y="8"/>
                      <a:pt x="4" y="8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1" name="Freeform 1491">
                <a:extLst>
                  <a:ext uri="{FF2B5EF4-FFF2-40B4-BE49-F238E27FC236}">
                    <a16:creationId xmlns:a16="http://schemas.microsoft.com/office/drawing/2014/main" id="{E88D2F8D-12C1-467C-9545-65F233BC7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899"/>
                <a:ext cx="23" cy="15"/>
              </a:xfrm>
              <a:custGeom>
                <a:avLst/>
                <a:gdLst>
                  <a:gd name="T0" fmla="*/ 0 w 13"/>
                  <a:gd name="T1" fmla="*/ 32 h 8"/>
                  <a:gd name="T2" fmla="*/ 34 w 13"/>
                  <a:gd name="T3" fmla="*/ 0 h 8"/>
                  <a:gd name="T4" fmla="*/ 73 w 13"/>
                  <a:gd name="T5" fmla="*/ 21 h 8"/>
                  <a:gd name="T6" fmla="*/ 37 w 13"/>
                  <a:gd name="T7" fmla="*/ 45 h 8"/>
                  <a:gd name="T8" fmla="*/ 0 w 13"/>
                  <a:gd name="T9" fmla="*/ 3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0" y="5"/>
                    </a:moveTo>
                    <a:cubicBezTo>
                      <a:pt x="0" y="3"/>
                      <a:pt x="2" y="1"/>
                      <a:pt x="6" y="0"/>
                    </a:cubicBezTo>
                    <a:cubicBezTo>
                      <a:pt x="9" y="0"/>
                      <a:pt x="12" y="1"/>
                      <a:pt x="13" y="3"/>
                    </a:cubicBezTo>
                    <a:cubicBezTo>
                      <a:pt x="13" y="5"/>
                      <a:pt x="10" y="7"/>
                      <a:pt x="7" y="7"/>
                    </a:cubicBezTo>
                    <a:cubicBezTo>
                      <a:pt x="3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2" name="Freeform 1492">
                <a:extLst>
                  <a:ext uri="{FF2B5EF4-FFF2-40B4-BE49-F238E27FC236}">
                    <a16:creationId xmlns:a16="http://schemas.microsoft.com/office/drawing/2014/main" id="{C93B328C-51FB-46CD-90DE-3283EE47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847"/>
                <a:ext cx="14" cy="25"/>
              </a:xfrm>
              <a:custGeom>
                <a:avLst/>
                <a:gdLst>
                  <a:gd name="T0" fmla="*/ 12 w 8"/>
                  <a:gd name="T1" fmla="*/ 92 h 13"/>
                  <a:gd name="T2" fmla="*/ 7 w 8"/>
                  <a:gd name="T3" fmla="*/ 44 h 13"/>
                  <a:gd name="T4" fmla="*/ 33 w 8"/>
                  <a:gd name="T5" fmla="*/ 8 h 13"/>
                  <a:gd name="T6" fmla="*/ 37 w 8"/>
                  <a:gd name="T7" fmla="*/ 56 h 13"/>
                  <a:gd name="T8" fmla="*/ 12 w 8"/>
                  <a:gd name="T9" fmla="*/ 9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2" y="13"/>
                    </a:moveTo>
                    <a:cubicBezTo>
                      <a:pt x="0" y="12"/>
                      <a:pt x="0" y="9"/>
                      <a:pt x="1" y="6"/>
                    </a:cubicBezTo>
                    <a:cubicBezTo>
                      <a:pt x="2" y="2"/>
                      <a:pt x="4" y="0"/>
                      <a:pt x="6" y="1"/>
                    </a:cubicBezTo>
                    <a:cubicBezTo>
                      <a:pt x="8" y="1"/>
                      <a:pt x="8" y="5"/>
                      <a:pt x="7" y="8"/>
                    </a:cubicBezTo>
                    <a:cubicBezTo>
                      <a:pt x="6" y="11"/>
                      <a:pt x="4" y="13"/>
                      <a:pt x="2" y="13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3" name="Freeform 1493">
                <a:extLst>
                  <a:ext uri="{FF2B5EF4-FFF2-40B4-BE49-F238E27FC236}">
                    <a16:creationId xmlns:a16="http://schemas.microsoft.com/office/drawing/2014/main" id="{EDF6CCBD-1B01-439E-8CF1-4318DA678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740"/>
                <a:ext cx="16" cy="31"/>
              </a:xfrm>
              <a:custGeom>
                <a:avLst/>
                <a:gdLst>
                  <a:gd name="T0" fmla="*/ 16 w 9"/>
                  <a:gd name="T1" fmla="*/ 109 h 16"/>
                  <a:gd name="T2" fmla="*/ 0 w 9"/>
                  <a:gd name="T3" fmla="*/ 52 h 16"/>
                  <a:gd name="T4" fmla="*/ 28 w 9"/>
                  <a:gd name="T5" fmla="*/ 0 h 16"/>
                  <a:gd name="T6" fmla="*/ 50 w 9"/>
                  <a:gd name="T7" fmla="*/ 60 h 16"/>
                  <a:gd name="T8" fmla="*/ 16 w 9"/>
                  <a:gd name="T9" fmla="*/ 10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3" y="15"/>
                    </a:moveTo>
                    <a:cubicBezTo>
                      <a:pt x="1" y="15"/>
                      <a:pt x="0" y="11"/>
                      <a:pt x="0" y="7"/>
                    </a:cubicBezTo>
                    <a:cubicBezTo>
                      <a:pt x="1" y="3"/>
                      <a:pt x="3" y="0"/>
                      <a:pt x="5" y="0"/>
                    </a:cubicBezTo>
                    <a:cubicBezTo>
                      <a:pt x="8" y="0"/>
                      <a:pt x="9" y="4"/>
                      <a:pt x="9" y="8"/>
                    </a:cubicBezTo>
                    <a:cubicBezTo>
                      <a:pt x="8" y="13"/>
                      <a:pt x="6" y="16"/>
                      <a:pt x="3" y="1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4" name="Freeform 1494">
                <a:extLst>
                  <a:ext uri="{FF2B5EF4-FFF2-40B4-BE49-F238E27FC236}">
                    <a16:creationId xmlns:a16="http://schemas.microsoft.com/office/drawing/2014/main" id="{FC16616F-9F6B-4835-BAC0-58B8DD5BE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627"/>
                <a:ext cx="16" cy="29"/>
              </a:xfrm>
              <a:custGeom>
                <a:avLst/>
                <a:gdLst>
                  <a:gd name="T0" fmla="*/ 28 w 9"/>
                  <a:gd name="T1" fmla="*/ 108 h 15"/>
                  <a:gd name="T2" fmla="*/ 0 w 9"/>
                  <a:gd name="T3" fmla="*/ 56 h 15"/>
                  <a:gd name="T4" fmla="*/ 21 w 9"/>
                  <a:gd name="T5" fmla="*/ 0 h 15"/>
                  <a:gd name="T6" fmla="*/ 50 w 9"/>
                  <a:gd name="T7" fmla="*/ 52 h 15"/>
                  <a:gd name="T8" fmla="*/ 28 w 9"/>
                  <a:gd name="T9" fmla="*/ 10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15"/>
                    </a:moveTo>
                    <a:cubicBezTo>
                      <a:pt x="3" y="15"/>
                      <a:pt x="1" y="12"/>
                      <a:pt x="0" y="8"/>
                    </a:cubicBezTo>
                    <a:cubicBezTo>
                      <a:pt x="0" y="4"/>
                      <a:pt x="2" y="0"/>
                      <a:pt x="4" y="0"/>
                    </a:cubicBezTo>
                    <a:cubicBezTo>
                      <a:pt x="6" y="0"/>
                      <a:pt x="9" y="3"/>
                      <a:pt x="9" y="7"/>
                    </a:cubicBezTo>
                    <a:cubicBezTo>
                      <a:pt x="9" y="11"/>
                      <a:pt x="7" y="15"/>
                      <a:pt x="5" y="1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5" name="Freeform 1495">
                <a:extLst>
                  <a:ext uri="{FF2B5EF4-FFF2-40B4-BE49-F238E27FC236}">
                    <a16:creationId xmlns:a16="http://schemas.microsoft.com/office/drawing/2014/main" id="{9AFEF076-B7BC-447F-866A-B9081F24C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516"/>
                <a:ext cx="14" cy="31"/>
              </a:xfrm>
              <a:custGeom>
                <a:avLst/>
                <a:gdLst>
                  <a:gd name="T0" fmla="*/ 28 w 8"/>
                  <a:gd name="T1" fmla="*/ 116 h 16"/>
                  <a:gd name="T2" fmla="*/ 7 w 8"/>
                  <a:gd name="T3" fmla="*/ 64 h 16"/>
                  <a:gd name="T4" fmla="*/ 12 w 8"/>
                  <a:gd name="T5" fmla="*/ 8 h 16"/>
                  <a:gd name="T6" fmla="*/ 37 w 8"/>
                  <a:gd name="T7" fmla="*/ 60 h 16"/>
                  <a:gd name="T8" fmla="*/ 28 w 8"/>
                  <a:gd name="T9" fmla="*/ 1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5" y="16"/>
                    </a:moveTo>
                    <a:cubicBezTo>
                      <a:pt x="4" y="16"/>
                      <a:pt x="2" y="13"/>
                      <a:pt x="1" y="9"/>
                    </a:cubicBezTo>
                    <a:cubicBezTo>
                      <a:pt x="0" y="5"/>
                      <a:pt x="1" y="1"/>
                      <a:pt x="2" y="1"/>
                    </a:cubicBezTo>
                    <a:cubicBezTo>
                      <a:pt x="4" y="0"/>
                      <a:pt x="6" y="3"/>
                      <a:pt x="7" y="8"/>
                    </a:cubicBezTo>
                    <a:cubicBezTo>
                      <a:pt x="8" y="12"/>
                      <a:pt x="7" y="15"/>
                      <a:pt x="5" y="16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6" name="Freeform 1496">
                <a:extLst>
                  <a:ext uri="{FF2B5EF4-FFF2-40B4-BE49-F238E27FC236}">
                    <a16:creationId xmlns:a16="http://schemas.microsoft.com/office/drawing/2014/main" id="{176CC057-9EC6-4970-A543-6BC1F42C4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407"/>
                <a:ext cx="23" cy="42"/>
              </a:xfrm>
              <a:custGeom>
                <a:avLst/>
                <a:gdLst>
                  <a:gd name="T0" fmla="*/ 60 w 13"/>
                  <a:gd name="T1" fmla="*/ 145 h 22"/>
                  <a:gd name="T2" fmla="*/ 16 w 13"/>
                  <a:gd name="T3" fmla="*/ 84 h 22"/>
                  <a:gd name="T4" fmla="*/ 16 w 13"/>
                  <a:gd name="T5" fmla="*/ 8 h 22"/>
                  <a:gd name="T6" fmla="*/ 60 w 13"/>
                  <a:gd name="T7" fmla="*/ 61 h 22"/>
                  <a:gd name="T8" fmla="*/ 60 w 13"/>
                  <a:gd name="T9" fmla="*/ 1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11" y="21"/>
                    </a:moveTo>
                    <a:cubicBezTo>
                      <a:pt x="8" y="22"/>
                      <a:pt x="5" y="18"/>
                      <a:pt x="3" y="12"/>
                    </a:cubicBezTo>
                    <a:cubicBezTo>
                      <a:pt x="0" y="7"/>
                      <a:pt x="1" y="1"/>
                      <a:pt x="3" y="1"/>
                    </a:cubicBezTo>
                    <a:cubicBezTo>
                      <a:pt x="5" y="0"/>
                      <a:pt x="9" y="4"/>
                      <a:pt x="11" y="9"/>
                    </a:cubicBezTo>
                    <a:cubicBezTo>
                      <a:pt x="13" y="15"/>
                      <a:pt x="13" y="20"/>
                      <a:pt x="11" y="2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7" name="Freeform 1497">
                <a:extLst>
                  <a:ext uri="{FF2B5EF4-FFF2-40B4-BE49-F238E27FC236}">
                    <a16:creationId xmlns:a16="http://schemas.microsoft.com/office/drawing/2014/main" id="{7CB33EFE-612A-436E-9DCB-58C3B35DC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335"/>
                <a:ext cx="16" cy="22"/>
              </a:xfrm>
              <a:custGeom>
                <a:avLst/>
                <a:gdLst>
                  <a:gd name="T0" fmla="*/ 44 w 9"/>
                  <a:gd name="T1" fmla="*/ 68 h 12"/>
                  <a:gd name="T2" fmla="*/ 16 w 9"/>
                  <a:gd name="T3" fmla="*/ 44 h 12"/>
                  <a:gd name="T4" fmla="*/ 12 w 9"/>
                  <a:gd name="T5" fmla="*/ 7 h 12"/>
                  <a:gd name="T6" fmla="*/ 37 w 9"/>
                  <a:gd name="T7" fmla="*/ 31 h 12"/>
                  <a:gd name="T8" fmla="*/ 44 w 9"/>
                  <a:gd name="T9" fmla="*/ 6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8" y="11"/>
                    </a:moveTo>
                    <a:cubicBezTo>
                      <a:pt x="7" y="12"/>
                      <a:pt x="4" y="10"/>
                      <a:pt x="3" y="7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7" y="5"/>
                    </a:cubicBezTo>
                    <a:cubicBezTo>
                      <a:pt x="9" y="8"/>
                      <a:pt x="9" y="11"/>
                      <a:pt x="8" y="1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8" name="Freeform 1498">
                <a:extLst>
                  <a:ext uri="{FF2B5EF4-FFF2-40B4-BE49-F238E27FC236}">
                    <a16:creationId xmlns:a16="http://schemas.microsoft.com/office/drawing/2014/main" id="{8804D677-C12A-4657-82A2-4DB260B4E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262"/>
                <a:ext cx="27" cy="28"/>
              </a:xfrm>
              <a:custGeom>
                <a:avLst/>
                <a:gdLst>
                  <a:gd name="T0" fmla="*/ 81 w 15"/>
                  <a:gd name="T1" fmla="*/ 91 h 15"/>
                  <a:gd name="T2" fmla="*/ 29 w 15"/>
                  <a:gd name="T3" fmla="*/ 65 h 15"/>
                  <a:gd name="T4" fmla="*/ 7 w 15"/>
                  <a:gd name="T5" fmla="*/ 7 h 15"/>
                  <a:gd name="T6" fmla="*/ 58 w 15"/>
                  <a:gd name="T7" fmla="*/ 32 h 15"/>
                  <a:gd name="T8" fmla="*/ 81 w 15"/>
                  <a:gd name="T9" fmla="*/ 9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4" y="14"/>
                    </a:moveTo>
                    <a:cubicBezTo>
                      <a:pt x="12" y="15"/>
                      <a:pt x="8" y="14"/>
                      <a:pt x="5" y="10"/>
                    </a:cubicBezTo>
                    <a:cubicBezTo>
                      <a:pt x="1" y="7"/>
                      <a:pt x="0" y="3"/>
                      <a:pt x="1" y="1"/>
                    </a:cubicBezTo>
                    <a:cubicBezTo>
                      <a:pt x="3" y="0"/>
                      <a:pt x="7" y="2"/>
                      <a:pt x="10" y="5"/>
                    </a:cubicBezTo>
                    <a:cubicBezTo>
                      <a:pt x="14" y="9"/>
                      <a:pt x="15" y="13"/>
                      <a:pt x="14" y="14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9" name="Freeform 1499">
                <a:extLst>
                  <a:ext uri="{FF2B5EF4-FFF2-40B4-BE49-F238E27FC236}">
                    <a16:creationId xmlns:a16="http://schemas.microsoft.com/office/drawing/2014/main" id="{8B774F41-FBCB-4709-8E93-F599D64BB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214"/>
                <a:ext cx="29" cy="19"/>
              </a:xfrm>
              <a:custGeom>
                <a:avLst/>
                <a:gdLst>
                  <a:gd name="T0" fmla="*/ 89 w 16"/>
                  <a:gd name="T1" fmla="*/ 48 h 10"/>
                  <a:gd name="T2" fmla="*/ 44 w 16"/>
                  <a:gd name="T3" fmla="*/ 61 h 10"/>
                  <a:gd name="T4" fmla="*/ 0 w 16"/>
                  <a:gd name="T5" fmla="*/ 29 h 10"/>
                  <a:gd name="T6" fmla="*/ 53 w 16"/>
                  <a:gd name="T7" fmla="*/ 8 h 10"/>
                  <a:gd name="T8" fmla="*/ 89 w 16"/>
                  <a:gd name="T9" fmla="*/ 4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5" y="7"/>
                    </a:moveTo>
                    <a:cubicBezTo>
                      <a:pt x="15" y="9"/>
                      <a:pt x="11" y="10"/>
                      <a:pt x="7" y="9"/>
                    </a:cubicBezTo>
                    <a:cubicBezTo>
                      <a:pt x="3" y="9"/>
                      <a:pt x="0" y="6"/>
                      <a:pt x="0" y="4"/>
                    </a:cubicBezTo>
                    <a:cubicBezTo>
                      <a:pt x="1" y="1"/>
                      <a:pt x="5" y="0"/>
                      <a:pt x="9" y="1"/>
                    </a:cubicBezTo>
                    <a:cubicBezTo>
                      <a:pt x="13" y="2"/>
                      <a:pt x="16" y="5"/>
                      <a:pt x="15" y="7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0" name="Freeform 1500">
                <a:extLst>
                  <a:ext uri="{FF2B5EF4-FFF2-40B4-BE49-F238E27FC236}">
                    <a16:creationId xmlns:a16="http://schemas.microsoft.com/office/drawing/2014/main" id="{98B3D9E9-DE08-4CF9-870B-0AC471C4B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235"/>
                <a:ext cx="27" cy="27"/>
              </a:xfrm>
              <a:custGeom>
                <a:avLst/>
                <a:gdLst>
                  <a:gd name="T0" fmla="*/ 74 w 15"/>
                  <a:gd name="T1" fmla="*/ 15 h 14"/>
                  <a:gd name="T2" fmla="*/ 58 w 15"/>
                  <a:gd name="T3" fmla="*/ 71 h 14"/>
                  <a:gd name="T4" fmla="*/ 7 w 15"/>
                  <a:gd name="T5" fmla="*/ 85 h 14"/>
                  <a:gd name="T6" fmla="*/ 29 w 15"/>
                  <a:gd name="T7" fmla="*/ 29 h 14"/>
                  <a:gd name="T8" fmla="*/ 74 w 15"/>
                  <a:gd name="T9" fmla="*/ 1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3" y="2"/>
                    </a:moveTo>
                    <a:cubicBezTo>
                      <a:pt x="15" y="4"/>
                      <a:pt x="13" y="8"/>
                      <a:pt x="10" y="10"/>
                    </a:cubicBezTo>
                    <a:cubicBezTo>
                      <a:pt x="7" y="13"/>
                      <a:pt x="3" y="14"/>
                      <a:pt x="1" y="12"/>
                    </a:cubicBezTo>
                    <a:cubicBezTo>
                      <a:pt x="0" y="10"/>
                      <a:pt x="1" y="6"/>
                      <a:pt x="5" y="4"/>
                    </a:cubicBezTo>
                    <a:cubicBezTo>
                      <a:pt x="8" y="1"/>
                      <a:pt x="12" y="0"/>
                      <a:pt x="13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1" name="Freeform 1501">
                <a:extLst>
                  <a:ext uri="{FF2B5EF4-FFF2-40B4-BE49-F238E27FC236}">
                    <a16:creationId xmlns:a16="http://schemas.microsoft.com/office/drawing/2014/main" id="{5774F15D-4EEF-4F17-9BCE-07E2E70ED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872"/>
                <a:ext cx="25" cy="23"/>
              </a:xfrm>
              <a:custGeom>
                <a:avLst/>
                <a:gdLst>
                  <a:gd name="T0" fmla="*/ 7 w 14"/>
                  <a:gd name="T1" fmla="*/ 63 h 12"/>
                  <a:gd name="T2" fmla="*/ 29 w 14"/>
                  <a:gd name="T3" fmla="*/ 15 h 12"/>
                  <a:gd name="T4" fmla="*/ 73 w 14"/>
                  <a:gd name="T5" fmla="*/ 23 h 12"/>
                  <a:gd name="T6" fmla="*/ 52 w 14"/>
                  <a:gd name="T7" fmla="*/ 69 h 12"/>
                  <a:gd name="T8" fmla="*/ 7 w 14"/>
                  <a:gd name="T9" fmla="*/ 6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" y="9"/>
                    </a:moveTo>
                    <a:cubicBezTo>
                      <a:pt x="0" y="7"/>
                      <a:pt x="1" y="4"/>
                      <a:pt x="5" y="2"/>
                    </a:cubicBezTo>
                    <a:cubicBezTo>
                      <a:pt x="8" y="0"/>
                      <a:pt x="12" y="0"/>
                      <a:pt x="13" y="3"/>
                    </a:cubicBezTo>
                    <a:cubicBezTo>
                      <a:pt x="14" y="5"/>
                      <a:pt x="12" y="8"/>
                      <a:pt x="9" y="10"/>
                    </a:cubicBezTo>
                    <a:cubicBezTo>
                      <a:pt x="6" y="12"/>
                      <a:pt x="2" y="12"/>
                      <a:pt x="1" y="9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2" name="Freeform 1502">
                <a:extLst>
                  <a:ext uri="{FF2B5EF4-FFF2-40B4-BE49-F238E27FC236}">
                    <a16:creationId xmlns:a16="http://schemas.microsoft.com/office/drawing/2014/main" id="{9E66D113-5621-484E-8280-ABB2807A2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888"/>
                <a:ext cx="18" cy="13"/>
              </a:xfrm>
              <a:custGeom>
                <a:avLst/>
                <a:gdLst>
                  <a:gd name="T0" fmla="*/ 7 w 10"/>
                  <a:gd name="T1" fmla="*/ 7 h 7"/>
                  <a:gd name="T2" fmla="*/ 36 w 10"/>
                  <a:gd name="T3" fmla="*/ 7 h 7"/>
                  <a:gd name="T4" fmla="*/ 52 w 10"/>
                  <a:gd name="T5" fmla="*/ 37 h 7"/>
                  <a:gd name="T6" fmla="*/ 23 w 10"/>
                  <a:gd name="T7" fmla="*/ 32 h 7"/>
                  <a:gd name="T8" fmla="*/ 7 w 10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ubicBezTo>
                      <a:pt x="9" y="7"/>
                      <a:pt x="6" y="7"/>
                      <a:pt x="4" y="5"/>
                    </a:cubicBezTo>
                    <a:cubicBezTo>
                      <a:pt x="2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3" name="Freeform 1503">
                <a:extLst>
                  <a:ext uri="{FF2B5EF4-FFF2-40B4-BE49-F238E27FC236}">
                    <a16:creationId xmlns:a16="http://schemas.microsoft.com/office/drawing/2014/main" id="{02499D15-8CF3-45E5-9D17-79F2A5C8F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346"/>
                <a:ext cx="19" cy="31"/>
              </a:xfrm>
              <a:custGeom>
                <a:avLst/>
                <a:gdLst>
                  <a:gd name="T0" fmla="*/ 48 w 11"/>
                  <a:gd name="T1" fmla="*/ 8 h 16"/>
                  <a:gd name="T2" fmla="*/ 50 w 11"/>
                  <a:gd name="T3" fmla="*/ 72 h 16"/>
                  <a:gd name="T4" fmla="*/ 9 w 11"/>
                  <a:gd name="T5" fmla="*/ 109 h 16"/>
                  <a:gd name="T6" fmla="*/ 9 w 11"/>
                  <a:gd name="T7" fmla="*/ 45 h 16"/>
                  <a:gd name="T8" fmla="*/ 48 w 11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9" y="1"/>
                    </a:moveTo>
                    <a:cubicBezTo>
                      <a:pt x="11" y="2"/>
                      <a:pt x="11" y="6"/>
                      <a:pt x="10" y="10"/>
                    </a:cubicBezTo>
                    <a:cubicBezTo>
                      <a:pt x="8" y="14"/>
                      <a:pt x="4" y="16"/>
                      <a:pt x="2" y="15"/>
                    </a:cubicBezTo>
                    <a:cubicBezTo>
                      <a:pt x="0" y="14"/>
                      <a:pt x="0" y="10"/>
                      <a:pt x="2" y="6"/>
                    </a:cubicBezTo>
                    <a:cubicBezTo>
                      <a:pt x="4" y="2"/>
                      <a:pt x="7" y="0"/>
                      <a:pt x="9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4" name="Freeform 1504">
                <a:extLst>
                  <a:ext uri="{FF2B5EF4-FFF2-40B4-BE49-F238E27FC236}">
                    <a16:creationId xmlns:a16="http://schemas.microsoft.com/office/drawing/2014/main" id="{B6669A78-E070-4771-8974-D103AE7E2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1612"/>
                <a:ext cx="11" cy="31"/>
              </a:xfrm>
              <a:custGeom>
                <a:avLst/>
                <a:gdLst>
                  <a:gd name="T0" fmla="*/ 20 w 6"/>
                  <a:gd name="T1" fmla="*/ 8 h 16"/>
                  <a:gd name="T2" fmla="*/ 37 w 6"/>
                  <a:gd name="T3" fmla="*/ 60 h 16"/>
                  <a:gd name="T4" fmla="*/ 20 w 6"/>
                  <a:gd name="T5" fmla="*/ 116 h 16"/>
                  <a:gd name="T6" fmla="*/ 0 w 6"/>
                  <a:gd name="T7" fmla="*/ 60 h 16"/>
                  <a:gd name="T8" fmla="*/ 20 w 6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3" y="1"/>
                    </a:moveTo>
                    <a:cubicBezTo>
                      <a:pt x="5" y="0"/>
                      <a:pt x="6" y="4"/>
                      <a:pt x="6" y="8"/>
                    </a:cubicBezTo>
                    <a:cubicBezTo>
                      <a:pt x="6" y="12"/>
                      <a:pt x="5" y="16"/>
                      <a:pt x="3" y="16"/>
                    </a:cubicBezTo>
                    <a:cubicBezTo>
                      <a:pt x="1" y="16"/>
                      <a:pt x="0" y="12"/>
                      <a:pt x="0" y="8"/>
                    </a:cubicBezTo>
                    <a:cubicBezTo>
                      <a:pt x="0" y="4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5" name="Freeform 1505">
                <a:extLst>
                  <a:ext uri="{FF2B5EF4-FFF2-40B4-BE49-F238E27FC236}">
                    <a16:creationId xmlns:a16="http://schemas.microsoft.com/office/drawing/2014/main" id="{1C3887E1-2EC2-4453-B825-BA11383E7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430"/>
                <a:ext cx="10" cy="16"/>
              </a:xfrm>
              <a:custGeom>
                <a:avLst/>
                <a:gdLst>
                  <a:gd name="T0" fmla="*/ 22 w 6"/>
                  <a:gd name="T1" fmla="*/ 8 h 8"/>
                  <a:gd name="T2" fmla="*/ 22 w 6"/>
                  <a:gd name="T3" fmla="*/ 40 h 8"/>
                  <a:gd name="T4" fmla="*/ 5 w 6"/>
                  <a:gd name="T5" fmla="*/ 64 h 8"/>
                  <a:gd name="T6" fmla="*/ 5 w 6"/>
                  <a:gd name="T7" fmla="*/ 24 h 8"/>
                  <a:gd name="T8" fmla="*/ 22 w 6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5" y="1"/>
                    </a:moveTo>
                    <a:cubicBezTo>
                      <a:pt x="6" y="1"/>
                      <a:pt x="6" y="3"/>
                      <a:pt x="5" y="5"/>
                    </a:cubicBezTo>
                    <a:cubicBezTo>
                      <a:pt x="4" y="7"/>
                      <a:pt x="2" y="8"/>
                      <a:pt x="1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6" name="Freeform 1506">
                <a:extLst>
                  <a:ext uri="{FF2B5EF4-FFF2-40B4-BE49-F238E27FC236}">
                    <a16:creationId xmlns:a16="http://schemas.microsoft.com/office/drawing/2014/main" id="{105ECFE6-68F9-41CB-9535-01DE5A1D6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62"/>
                <a:ext cx="9" cy="16"/>
              </a:xfrm>
              <a:custGeom>
                <a:avLst/>
                <a:gdLst>
                  <a:gd name="T0" fmla="*/ 16 w 5"/>
                  <a:gd name="T1" fmla="*/ 0 h 8"/>
                  <a:gd name="T2" fmla="*/ 29 w 5"/>
                  <a:gd name="T3" fmla="*/ 32 h 8"/>
                  <a:gd name="T4" fmla="*/ 13 w 5"/>
                  <a:gd name="T5" fmla="*/ 64 h 8"/>
                  <a:gd name="T6" fmla="*/ 0 w 5"/>
                  <a:gd name="T7" fmla="*/ 24 h 8"/>
                  <a:gd name="T8" fmla="*/ 16 w 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4" y="0"/>
                      <a:pt x="5" y="2"/>
                      <a:pt x="5" y="4"/>
                    </a:cubicBezTo>
                    <a:cubicBezTo>
                      <a:pt x="5" y="6"/>
                      <a:pt x="4" y="8"/>
                      <a:pt x="2" y="8"/>
                    </a:cubicBezTo>
                    <a:cubicBezTo>
                      <a:pt x="1" y="7"/>
                      <a:pt x="0" y="6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7" name="Oval 1507">
                <a:extLst>
                  <a:ext uri="{FF2B5EF4-FFF2-40B4-BE49-F238E27FC236}">
                    <a16:creationId xmlns:a16="http://schemas.microsoft.com/office/drawing/2014/main" id="{406A28C5-2243-47AC-8C31-A0A1FD783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201"/>
                <a:ext cx="461" cy="899"/>
              </a:xfrm>
              <a:prstGeom prst="ellipse">
                <a:avLst/>
              </a:prstGeom>
              <a:noFill/>
              <a:ln w="63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28" name="Freeform 1508">
                <a:extLst>
                  <a:ext uri="{FF2B5EF4-FFF2-40B4-BE49-F238E27FC236}">
                    <a16:creationId xmlns:a16="http://schemas.microsoft.com/office/drawing/2014/main" id="{752BF91E-1695-4ED1-A941-F1D47F213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212"/>
                <a:ext cx="74" cy="71"/>
              </a:xfrm>
              <a:custGeom>
                <a:avLst/>
                <a:gdLst>
                  <a:gd name="T0" fmla="*/ 242 w 41"/>
                  <a:gd name="T1" fmla="*/ 36 h 37"/>
                  <a:gd name="T2" fmla="*/ 0 w 41"/>
                  <a:gd name="T3" fmla="*/ 240 h 37"/>
                  <a:gd name="T4" fmla="*/ 242 w 41"/>
                  <a:gd name="T5" fmla="*/ 3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7">
                    <a:moveTo>
                      <a:pt x="41" y="5"/>
                    </a:moveTo>
                    <a:cubicBezTo>
                      <a:pt x="41" y="5"/>
                      <a:pt x="10" y="0"/>
                      <a:pt x="0" y="34"/>
                    </a:cubicBezTo>
                    <a:cubicBezTo>
                      <a:pt x="0" y="34"/>
                      <a:pt x="33" y="37"/>
                      <a:pt x="41" y="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9" name="Freeform 1509">
                <a:extLst>
                  <a:ext uri="{FF2B5EF4-FFF2-40B4-BE49-F238E27FC236}">
                    <a16:creationId xmlns:a16="http://schemas.microsoft.com/office/drawing/2014/main" id="{11F22E0F-1417-4454-94D1-DD2353399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277"/>
                <a:ext cx="67" cy="63"/>
              </a:xfrm>
              <a:custGeom>
                <a:avLst/>
                <a:gdLst>
                  <a:gd name="T0" fmla="*/ 154 w 37"/>
                  <a:gd name="T1" fmla="*/ 0 h 33"/>
                  <a:gd name="T2" fmla="*/ 24 w 37"/>
                  <a:gd name="T3" fmla="*/ 208 h 33"/>
                  <a:gd name="T4" fmla="*/ 154 w 37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3">
                    <a:moveTo>
                      <a:pt x="26" y="0"/>
                    </a:moveTo>
                    <a:cubicBezTo>
                      <a:pt x="26" y="0"/>
                      <a:pt x="0" y="4"/>
                      <a:pt x="4" y="30"/>
                    </a:cubicBezTo>
                    <a:cubicBezTo>
                      <a:pt x="4" y="30"/>
                      <a:pt x="37" y="33"/>
                      <a:pt x="26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0" name="Freeform 1510">
                <a:extLst>
                  <a:ext uri="{FF2B5EF4-FFF2-40B4-BE49-F238E27FC236}">
                    <a16:creationId xmlns:a16="http://schemas.microsoft.com/office/drawing/2014/main" id="{60DE3777-C2E2-45C1-8FA1-9F62EAC78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335"/>
                <a:ext cx="52" cy="70"/>
              </a:xfrm>
              <a:custGeom>
                <a:avLst/>
                <a:gdLst>
                  <a:gd name="T0" fmla="*/ 102 w 29"/>
                  <a:gd name="T1" fmla="*/ 0 h 37"/>
                  <a:gd name="T2" fmla="*/ 0 w 29"/>
                  <a:gd name="T3" fmla="*/ 250 h 37"/>
                  <a:gd name="T4" fmla="*/ 102 w 29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7">
                    <a:moveTo>
                      <a:pt x="18" y="0"/>
                    </a:moveTo>
                    <a:cubicBezTo>
                      <a:pt x="18" y="0"/>
                      <a:pt x="1" y="3"/>
                      <a:pt x="0" y="37"/>
                    </a:cubicBezTo>
                    <a:cubicBezTo>
                      <a:pt x="0" y="37"/>
                      <a:pt x="29" y="27"/>
                      <a:pt x="1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1" name="Freeform 1511">
                <a:extLst>
                  <a:ext uri="{FF2B5EF4-FFF2-40B4-BE49-F238E27FC236}">
                    <a16:creationId xmlns:a16="http://schemas.microsoft.com/office/drawing/2014/main" id="{0F9B78BF-C12A-42E1-A296-47E1E8595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405"/>
                <a:ext cx="34" cy="63"/>
              </a:xfrm>
              <a:custGeom>
                <a:avLst/>
                <a:gdLst>
                  <a:gd name="T0" fmla="*/ 73 w 19"/>
                  <a:gd name="T1" fmla="*/ 0 h 33"/>
                  <a:gd name="T2" fmla="*/ 16 w 19"/>
                  <a:gd name="T3" fmla="*/ 229 h 33"/>
                  <a:gd name="T4" fmla="*/ 73 w 19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3">
                    <a:moveTo>
                      <a:pt x="13" y="0"/>
                    </a:moveTo>
                    <a:cubicBezTo>
                      <a:pt x="13" y="0"/>
                      <a:pt x="0" y="9"/>
                      <a:pt x="3" y="33"/>
                    </a:cubicBezTo>
                    <a:cubicBezTo>
                      <a:pt x="3" y="33"/>
                      <a:pt x="19" y="23"/>
                      <a:pt x="13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2" name="Freeform 1512">
                <a:extLst>
                  <a:ext uri="{FF2B5EF4-FFF2-40B4-BE49-F238E27FC236}">
                    <a16:creationId xmlns:a16="http://schemas.microsoft.com/office/drawing/2014/main" id="{31D344B2-A79D-4386-9141-81D7DA3D3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468"/>
                <a:ext cx="59" cy="81"/>
              </a:xfrm>
              <a:custGeom>
                <a:avLst/>
                <a:gdLst>
                  <a:gd name="T0" fmla="*/ 102 w 33"/>
                  <a:gd name="T1" fmla="*/ 0 h 42"/>
                  <a:gd name="T2" fmla="*/ 57 w 33"/>
                  <a:gd name="T3" fmla="*/ 301 h 42"/>
                  <a:gd name="T4" fmla="*/ 102 w 3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2">
                    <a:moveTo>
                      <a:pt x="18" y="0"/>
                    </a:moveTo>
                    <a:cubicBezTo>
                      <a:pt x="18" y="0"/>
                      <a:pt x="0" y="10"/>
                      <a:pt x="10" y="42"/>
                    </a:cubicBezTo>
                    <a:cubicBezTo>
                      <a:pt x="10" y="42"/>
                      <a:pt x="33" y="22"/>
                      <a:pt x="1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3" name="Freeform 1513">
                <a:extLst>
                  <a:ext uri="{FF2B5EF4-FFF2-40B4-BE49-F238E27FC236}">
                    <a16:creationId xmlns:a16="http://schemas.microsoft.com/office/drawing/2014/main" id="{D6037FCB-0A03-4A86-A976-1F9EB6ED5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549"/>
                <a:ext cx="42" cy="42"/>
              </a:xfrm>
              <a:custGeom>
                <a:avLst/>
                <a:gdLst>
                  <a:gd name="T0" fmla="*/ 80 w 23"/>
                  <a:gd name="T1" fmla="*/ 0 h 22"/>
                  <a:gd name="T2" fmla="*/ 60 w 23"/>
                  <a:gd name="T3" fmla="*/ 153 h 22"/>
                  <a:gd name="T4" fmla="*/ 80 w 2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3" y="0"/>
                    </a:moveTo>
                    <a:cubicBezTo>
                      <a:pt x="13" y="0"/>
                      <a:pt x="0" y="8"/>
                      <a:pt x="10" y="22"/>
                    </a:cubicBezTo>
                    <a:cubicBezTo>
                      <a:pt x="10" y="22"/>
                      <a:pt x="23" y="15"/>
                      <a:pt x="13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4" name="Freeform 1514">
                <a:extLst>
                  <a:ext uri="{FF2B5EF4-FFF2-40B4-BE49-F238E27FC236}">
                    <a16:creationId xmlns:a16="http://schemas.microsoft.com/office/drawing/2014/main" id="{0BA3A9B8-D31E-41B9-BBB5-FA8746F39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591"/>
                <a:ext cx="58" cy="86"/>
              </a:xfrm>
              <a:custGeom>
                <a:avLst/>
                <a:gdLst>
                  <a:gd name="T0" fmla="*/ 82 w 32"/>
                  <a:gd name="T1" fmla="*/ 0 h 45"/>
                  <a:gd name="T2" fmla="*/ 80 w 32"/>
                  <a:gd name="T3" fmla="*/ 313 h 45"/>
                  <a:gd name="T4" fmla="*/ 82 w 32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5">
                    <a:moveTo>
                      <a:pt x="14" y="0"/>
                    </a:moveTo>
                    <a:cubicBezTo>
                      <a:pt x="14" y="0"/>
                      <a:pt x="0" y="16"/>
                      <a:pt x="13" y="45"/>
                    </a:cubicBezTo>
                    <a:cubicBezTo>
                      <a:pt x="13" y="45"/>
                      <a:pt x="32" y="21"/>
                      <a:pt x="1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5" name="Freeform 1515">
                <a:extLst>
                  <a:ext uri="{FF2B5EF4-FFF2-40B4-BE49-F238E27FC236}">
                    <a16:creationId xmlns:a16="http://schemas.microsoft.com/office/drawing/2014/main" id="{3B5D3FA8-D336-4722-986C-6209F8171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1677"/>
                <a:ext cx="59" cy="103"/>
              </a:xfrm>
              <a:custGeom>
                <a:avLst/>
                <a:gdLst>
                  <a:gd name="T0" fmla="*/ 64 w 33"/>
                  <a:gd name="T1" fmla="*/ 0 h 54"/>
                  <a:gd name="T2" fmla="*/ 97 w 33"/>
                  <a:gd name="T3" fmla="*/ 374 h 54"/>
                  <a:gd name="T4" fmla="*/ 64 w 33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4">
                    <a:moveTo>
                      <a:pt x="11" y="0"/>
                    </a:moveTo>
                    <a:cubicBezTo>
                      <a:pt x="11" y="0"/>
                      <a:pt x="0" y="27"/>
                      <a:pt x="17" y="54"/>
                    </a:cubicBezTo>
                    <a:cubicBezTo>
                      <a:pt x="17" y="54"/>
                      <a:pt x="33" y="27"/>
                      <a:pt x="11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6" name="Freeform 1516">
                <a:extLst>
                  <a:ext uri="{FF2B5EF4-FFF2-40B4-BE49-F238E27FC236}">
                    <a16:creationId xmlns:a16="http://schemas.microsoft.com/office/drawing/2014/main" id="{FD417DEB-6F63-4D81-AACD-862BCBFB7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1780"/>
                <a:ext cx="52" cy="81"/>
              </a:xfrm>
              <a:custGeom>
                <a:avLst/>
                <a:gdLst>
                  <a:gd name="T0" fmla="*/ 45 w 29"/>
                  <a:gd name="T1" fmla="*/ 0 h 42"/>
                  <a:gd name="T2" fmla="*/ 109 w 29"/>
                  <a:gd name="T3" fmla="*/ 301 h 42"/>
                  <a:gd name="T4" fmla="*/ 45 w 2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2">
                    <a:moveTo>
                      <a:pt x="8" y="0"/>
                    </a:moveTo>
                    <a:cubicBezTo>
                      <a:pt x="8" y="0"/>
                      <a:pt x="0" y="24"/>
                      <a:pt x="19" y="42"/>
                    </a:cubicBezTo>
                    <a:cubicBezTo>
                      <a:pt x="19" y="42"/>
                      <a:pt x="29" y="18"/>
                      <a:pt x="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7" name="Freeform 1517">
                <a:extLst>
                  <a:ext uri="{FF2B5EF4-FFF2-40B4-BE49-F238E27FC236}">
                    <a16:creationId xmlns:a16="http://schemas.microsoft.com/office/drawing/2014/main" id="{AF05D6DC-B6B0-47D6-95B8-456844383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861"/>
                <a:ext cx="56" cy="53"/>
              </a:xfrm>
              <a:custGeom>
                <a:avLst/>
                <a:gdLst>
                  <a:gd name="T0" fmla="*/ 60 w 31"/>
                  <a:gd name="T1" fmla="*/ 0 h 28"/>
                  <a:gd name="T2" fmla="*/ 117 w 31"/>
                  <a:gd name="T3" fmla="*/ 189 h 28"/>
                  <a:gd name="T4" fmla="*/ 60 w 31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8">
                    <a:moveTo>
                      <a:pt x="10" y="0"/>
                    </a:moveTo>
                    <a:cubicBezTo>
                      <a:pt x="10" y="0"/>
                      <a:pt x="0" y="21"/>
                      <a:pt x="20" y="28"/>
                    </a:cubicBezTo>
                    <a:cubicBezTo>
                      <a:pt x="20" y="28"/>
                      <a:pt x="31" y="7"/>
                      <a:pt x="10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8" name="Freeform 1518">
                <a:extLst>
                  <a:ext uri="{FF2B5EF4-FFF2-40B4-BE49-F238E27FC236}">
                    <a16:creationId xmlns:a16="http://schemas.microsoft.com/office/drawing/2014/main" id="{40757CA7-F5F3-48BD-AFF2-60E57F067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811"/>
                <a:ext cx="66" cy="92"/>
              </a:xfrm>
              <a:custGeom>
                <a:avLst/>
                <a:gdLst>
                  <a:gd name="T0" fmla="*/ 45 w 37"/>
                  <a:gd name="T1" fmla="*/ 337 h 48"/>
                  <a:gd name="T2" fmla="*/ 137 w 37"/>
                  <a:gd name="T3" fmla="*/ 0 h 48"/>
                  <a:gd name="T4" fmla="*/ 45 w 37"/>
                  <a:gd name="T5" fmla="*/ 33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8">
                    <a:moveTo>
                      <a:pt x="8" y="48"/>
                    </a:moveTo>
                    <a:cubicBezTo>
                      <a:pt x="8" y="48"/>
                      <a:pt x="0" y="20"/>
                      <a:pt x="24" y="0"/>
                    </a:cubicBezTo>
                    <a:cubicBezTo>
                      <a:pt x="24" y="0"/>
                      <a:pt x="37" y="30"/>
                      <a:pt x="8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9" name="Freeform 1519">
                <a:extLst>
                  <a:ext uri="{FF2B5EF4-FFF2-40B4-BE49-F238E27FC236}">
                    <a16:creationId xmlns:a16="http://schemas.microsoft.com/office/drawing/2014/main" id="{396BB6D5-D47D-4DBA-901B-B690FCDA2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696"/>
                <a:ext cx="74" cy="115"/>
              </a:xfrm>
              <a:custGeom>
                <a:avLst/>
                <a:gdLst>
                  <a:gd name="T0" fmla="*/ 94 w 41"/>
                  <a:gd name="T1" fmla="*/ 422 h 60"/>
                  <a:gd name="T2" fmla="*/ 146 w 41"/>
                  <a:gd name="T3" fmla="*/ 0 h 60"/>
                  <a:gd name="T4" fmla="*/ 94 w 41"/>
                  <a:gd name="T5" fmla="*/ 422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0">
                    <a:moveTo>
                      <a:pt x="16" y="60"/>
                    </a:moveTo>
                    <a:cubicBezTo>
                      <a:pt x="16" y="60"/>
                      <a:pt x="0" y="29"/>
                      <a:pt x="25" y="0"/>
                    </a:cubicBezTo>
                    <a:cubicBezTo>
                      <a:pt x="25" y="0"/>
                      <a:pt x="41" y="26"/>
                      <a:pt x="16" y="6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0" name="Freeform 1520">
                <a:extLst>
                  <a:ext uri="{FF2B5EF4-FFF2-40B4-BE49-F238E27FC236}">
                    <a16:creationId xmlns:a16="http://schemas.microsoft.com/office/drawing/2014/main" id="{F13A8A56-5582-4853-A421-9766BFF66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576"/>
                <a:ext cx="72" cy="120"/>
              </a:xfrm>
              <a:custGeom>
                <a:avLst/>
                <a:gdLst>
                  <a:gd name="T0" fmla="*/ 110 w 40"/>
                  <a:gd name="T1" fmla="*/ 0 h 63"/>
                  <a:gd name="T2" fmla="*/ 117 w 40"/>
                  <a:gd name="T3" fmla="*/ 436 h 63"/>
                  <a:gd name="T4" fmla="*/ 110 w 40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3">
                    <a:moveTo>
                      <a:pt x="19" y="0"/>
                    </a:moveTo>
                    <a:cubicBezTo>
                      <a:pt x="19" y="0"/>
                      <a:pt x="0" y="40"/>
                      <a:pt x="20" y="63"/>
                    </a:cubicBezTo>
                    <a:cubicBezTo>
                      <a:pt x="20" y="63"/>
                      <a:pt x="40" y="34"/>
                      <a:pt x="19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1" name="Freeform 1521">
                <a:extLst>
                  <a:ext uri="{FF2B5EF4-FFF2-40B4-BE49-F238E27FC236}">
                    <a16:creationId xmlns:a16="http://schemas.microsoft.com/office/drawing/2014/main" id="{A8BAFADD-27F8-4D63-A2B8-FCA2390EC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486"/>
                <a:ext cx="68" cy="90"/>
              </a:xfrm>
              <a:custGeom>
                <a:avLst/>
                <a:gdLst>
                  <a:gd name="T0" fmla="*/ 68 w 38"/>
                  <a:gd name="T1" fmla="*/ 0 h 47"/>
                  <a:gd name="T2" fmla="*/ 122 w 38"/>
                  <a:gd name="T3" fmla="*/ 329 h 47"/>
                  <a:gd name="T4" fmla="*/ 68 w 38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7">
                    <a:moveTo>
                      <a:pt x="12" y="0"/>
                    </a:moveTo>
                    <a:cubicBezTo>
                      <a:pt x="12" y="0"/>
                      <a:pt x="0" y="30"/>
                      <a:pt x="21" y="47"/>
                    </a:cubicBezTo>
                    <a:cubicBezTo>
                      <a:pt x="21" y="47"/>
                      <a:pt x="38" y="22"/>
                      <a:pt x="12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2" name="Freeform 1522">
                <a:extLst>
                  <a:ext uri="{FF2B5EF4-FFF2-40B4-BE49-F238E27FC236}">
                    <a16:creationId xmlns:a16="http://schemas.microsoft.com/office/drawing/2014/main" id="{DD066E37-8AD9-4392-894B-C070E1C35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375"/>
                <a:ext cx="74" cy="111"/>
              </a:xfrm>
              <a:custGeom>
                <a:avLst/>
                <a:gdLst>
                  <a:gd name="T0" fmla="*/ 45 w 41"/>
                  <a:gd name="T1" fmla="*/ 0 h 58"/>
                  <a:gd name="T2" fmla="*/ 166 w 41"/>
                  <a:gd name="T3" fmla="*/ 406 h 58"/>
                  <a:gd name="T4" fmla="*/ 45 w 4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8">
                    <a:moveTo>
                      <a:pt x="8" y="0"/>
                    </a:moveTo>
                    <a:cubicBezTo>
                      <a:pt x="8" y="0"/>
                      <a:pt x="0" y="40"/>
                      <a:pt x="28" y="58"/>
                    </a:cubicBezTo>
                    <a:cubicBezTo>
                      <a:pt x="28" y="58"/>
                      <a:pt x="41" y="19"/>
                      <a:pt x="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3" name="Freeform 1523">
                <a:extLst>
                  <a:ext uri="{FF2B5EF4-FFF2-40B4-BE49-F238E27FC236}">
                    <a16:creationId xmlns:a16="http://schemas.microsoft.com/office/drawing/2014/main" id="{DC8517F4-CE1B-4E35-A191-DE94764DA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308"/>
                <a:ext cx="46" cy="67"/>
              </a:xfrm>
              <a:custGeom>
                <a:avLst/>
                <a:gdLst>
                  <a:gd name="T0" fmla="*/ 7 w 26"/>
                  <a:gd name="T1" fmla="*/ 0 h 35"/>
                  <a:gd name="T2" fmla="*/ 115 w 26"/>
                  <a:gd name="T3" fmla="*/ 245 h 35"/>
                  <a:gd name="T4" fmla="*/ 7 w 2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1" y="0"/>
                    </a:moveTo>
                    <a:cubicBezTo>
                      <a:pt x="1" y="0"/>
                      <a:pt x="0" y="28"/>
                      <a:pt x="21" y="35"/>
                    </a:cubicBezTo>
                    <a:cubicBezTo>
                      <a:pt x="21" y="35"/>
                      <a:pt x="26" y="10"/>
                      <a:pt x="1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4" name="Freeform 1524">
                <a:extLst>
                  <a:ext uri="{FF2B5EF4-FFF2-40B4-BE49-F238E27FC236}">
                    <a16:creationId xmlns:a16="http://schemas.microsoft.com/office/drawing/2014/main" id="{A6CB1638-50C4-4E88-B88E-F06F93509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239"/>
                <a:ext cx="68" cy="69"/>
              </a:xfrm>
              <a:custGeom>
                <a:avLst/>
                <a:gdLst>
                  <a:gd name="T0" fmla="*/ 0 w 38"/>
                  <a:gd name="T1" fmla="*/ 0 h 36"/>
                  <a:gd name="T2" fmla="*/ 211 w 38"/>
                  <a:gd name="T3" fmla="*/ 253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10" y="30"/>
                      <a:pt x="37" y="36"/>
                    </a:cubicBezTo>
                    <a:cubicBezTo>
                      <a:pt x="37" y="36"/>
                      <a:pt x="38" y="3"/>
                      <a:pt x="0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5" name="Freeform 1525">
                <a:extLst>
                  <a:ext uri="{FF2B5EF4-FFF2-40B4-BE49-F238E27FC236}">
                    <a16:creationId xmlns:a16="http://schemas.microsoft.com/office/drawing/2014/main" id="{66A162D4-6FEB-4CB7-A422-FCD6852A3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183"/>
                <a:ext cx="91" cy="69"/>
              </a:xfrm>
              <a:custGeom>
                <a:avLst/>
                <a:gdLst>
                  <a:gd name="T0" fmla="*/ 0 w 51"/>
                  <a:gd name="T1" fmla="*/ 140 h 36"/>
                  <a:gd name="T2" fmla="*/ 289 w 51"/>
                  <a:gd name="T3" fmla="*/ 205 h 36"/>
                  <a:gd name="T4" fmla="*/ 0 w 51"/>
                  <a:gd name="T5" fmla="*/ 14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6" y="36"/>
                      <a:pt x="51" y="29"/>
                    </a:cubicBezTo>
                    <a:cubicBezTo>
                      <a:pt x="51" y="29"/>
                      <a:pt x="34" y="0"/>
                      <a:pt x="0" y="2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6" name="Freeform 1526">
                <a:extLst>
                  <a:ext uri="{FF2B5EF4-FFF2-40B4-BE49-F238E27FC236}">
                    <a16:creationId xmlns:a16="http://schemas.microsoft.com/office/drawing/2014/main" id="{D521274F-FDE3-4D46-AF97-74A4A6E28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1166"/>
                <a:ext cx="296" cy="211"/>
              </a:xfrm>
              <a:custGeom>
                <a:avLst/>
                <a:gdLst>
                  <a:gd name="T0" fmla="*/ 0 w 165"/>
                  <a:gd name="T1" fmla="*/ 29 h 110"/>
                  <a:gd name="T2" fmla="*/ 328 w 165"/>
                  <a:gd name="T3" fmla="*/ 317 h 110"/>
                  <a:gd name="T4" fmla="*/ 953 w 165"/>
                  <a:gd name="T5" fmla="*/ 0 h 110"/>
                  <a:gd name="T6" fmla="*/ 486 w 165"/>
                  <a:gd name="T7" fmla="*/ 508 h 110"/>
                  <a:gd name="T8" fmla="*/ 196 w 165"/>
                  <a:gd name="T9" fmla="*/ 205 h 110"/>
                  <a:gd name="T10" fmla="*/ 0 w 165"/>
                  <a:gd name="T11" fmla="*/ 29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110">
                    <a:moveTo>
                      <a:pt x="0" y="4"/>
                    </a:moveTo>
                    <a:cubicBezTo>
                      <a:pt x="0" y="4"/>
                      <a:pt x="27" y="17"/>
                      <a:pt x="57" y="45"/>
                    </a:cubicBezTo>
                    <a:cubicBezTo>
                      <a:pt x="75" y="62"/>
                      <a:pt x="121" y="110"/>
                      <a:pt x="165" y="0"/>
                    </a:cubicBezTo>
                    <a:cubicBezTo>
                      <a:pt x="165" y="0"/>
                      <a:pt x="141" y="101"/>
                      <a:pt x="84" y="72"/>
                    </a:cubicBezTo>
                    <a:cubicBezTo>
                      <a:pt x="71" y="65"/>
                      <a:pt x="47" y="40"/>
                      <a:pt x="34" y="29"/>
                    </a:cubicBezTo>
                    <a:cubicBezTo>
                      <a:pt x="27" y="23"/>
                      <a:pt x="16" y="14"/>
                      <a:pt x="0" y="4"/>
                    </a:cubicBez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7" name="Freeform 1527">
                <a:extLst>
                  <a:ext uri="{FF2B5EF4-FFF2-40B4-BE49-F238E27FC236}">
                    <a16:creationId xmlns:a16="http://schemas.microsoft.com/office/drawing/2014/main" id="{2D66FFD0-EECD-4EA3-B89E-47AC6C403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975"/>
                <a:ext cx="97" cy="63"/>
              </a:xfrm>
              <a:custGeom>
                <a:avLst/>
                <a:gdLst>
                  <a:gd name="T0" fmla="*/ 0 w 54"/>
                  <a:gd name="T1" fmla="*/ 229 h 33"/>
                  <a:gd name="T2" fmla="*/ 167 w 54"/>
                  <a:gd name="T3" fmla="*/ 132 h 33"/>
                  <a:gd name="T4" fmla="*/ 313 w 54"/>
                  <a:gd name="T5" fmla="*/ 0 h 33"/>
                  <a:gd name="T6" fmla="*/ 129 w 54"/>
                  <a:gd name="T7" fmla="*/ 145 h 33"/>
                  <a:gd name="T8" fmla="*/ 0 w 54"/>
                  <a:gd name="T9" fmla="*/ 22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3">
                    <a:moveTo>
                      <a:pt x="0" y="33"/>
                    </a:moveTo>
                    <a:cubicBezTo>
                      <a:pt x="0" y="33"/>
                      <a:pt x="12" y="21"/>
                      <a:pt x="29" y="19"/>
                    </a:cubicBezTo>
                    <a:cubicBezTo>
                      <a:pt x="45" y="17"/>
                      <a:pt x="54" y="0"/>
                      <a:pt x="54" y="0"/>
                    </a:cubicBezTo>
                    <a:cubicBezTo>
                      <a:pt x="54" y="0"/>
                      <a:pt x="46" y="19"/>
                      <a:pt x="22" y="21"/>
                    </a:cubicBezTo>
                    <a:cubicBezTo>
                      <a:pt x="13" y="22"/>
                      <a:pt x="0" y="33"/>
                      <a:pt x="0" y="33"/>
                    </a:cubicBez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8" name="Freeform 1528">
                <a:extLst>
                  <a:ext uri="{FF2B5EF4-FFF2-40B4-BE49-F238E27FC236}">
                    <a16:creationId xmlns:a16="http://schemas.microsoft.com/office/drawing/2014/main" id="{915BF4A5-1ACB-42EF-9FDB-DCD6055B7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099"/>
                <a:ext cx="61" cy="77"/>
              </a:xfrm>
              <a:custGeom>
                <a:avLst/>
                <a:gdLst>
                  <a:gd name="T0" fmla="*/ 0 w 34"/>
                  <a:gd name="T1" fmla="*/ 108 h 40"/>
                  <a:gd name="T2" fmla="*/ 196 w 34"/>
                  <a:gd name="T3" fmla="*/ 285 h 40"/>
                  <a:gd name="T4" fmla="*/ 36 w 3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0" y="15"/>
                    </a:moveTo>
                    <a:cubicBezTo>
                      <a:pt x="10" y="25"/>
                      <a:pt x="23" y="32"/>
                      <a:pt x="34" y="40"/>
                    </a:cubicBezTo>
                    <a:cubicBezTo>
                      <a:pt x="25" y="27"/>
                      <a:pt x="11" y="13"/>
                      <a:pt x="6" y="0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9" name="Freeform 1529">
                <a:extLst>
                  <a:ext uri="{FF2B5EF4-FFF2-40B4-BE49-F238E27FC236}">
                    <a16:creationId xmlns:a16="http://schemas.microsoft.com/office/drawing/2014/main" id="{7E138CD3-6D09-4979-B3B7-C9D7E47A1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816"/>
                <a:ext cx="21" cy="19"/>
              </a:xfrm>
              <a:custGeom>
                <a:avLst/>
                <a:gdLst>
                  <a:gd name="T0" fmla="*/ 21 w 12"/>
                  <a:gd name="T1" fmla="*/ 0 h 10"/>
                  <a:gd name="T2" fmla="*/ 65 w 12"/>
                  <a:gd name="T3" fmla="*/ 68 h 10"/>
                  <a:gd name="T4" fmla="*/ 0 w 12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0"/>
                    </a:moveTo>
                    <a:cubicBezTo>
                      <a:pt x="7" y="3"/>
                      <a:pt x="10" y="6"/>
                      <a:pt x="12" y="10"/>
                    </a:cubicBezTo>
                    <a:cubicBezTo>
                      <a:pt x="8" y="10"/>
                      <a:pt x="4" y="8"/>
                      <a:pt x="0" y="7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0" name="Freeform 1530">
                <a:extLst>
                  <a:ext uri="{FF2B5EF4-FFF2-40B4-BE49-F238E27FC236}">
                    <a16:creationId xmlns:a16="http://schemas.microsoft.com/office/drawing/2014/main" id="{D56CF0A0-150C-40B3-880F-30373B390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049"/>
                <a:ext cx="45" cy="62"/>
              </a:xfrm>
              <a:custGeom>
                <a:avLst/>
                <a:gdLst>
                  <a:gd name="T0" fmla="*/ 0 w 25"/>
                  <a:gd name="T1" fmla="*/ 87 h 32"/>
                  <a:gd name="T2" fmla="*/ 139 w 25"/>
                  <a:gd name="T3" fmla="*/ 233 h 32"/>
                  <a:gd name="T4" fmla="*/ 88 w 25"/>
                  <a:gd name="T5" fmla="*/ 116 h 32"/>
                  <a:gd name="T6" fmla="*/ 45 w 25"/>
                  <a:gd name="T7" fmla="*/ 0 h 32"/>
                  <a:gd name="T8" fmla="*/ 146 w 25"/>
                  <a:gd name="T9" fmla="*/ 10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2">
                    <a:moveTo>
                      <a:pt x="0" y="12"/>
                    </a:moveTo>
                    <a:cubicBezTo>
                      <a:pt x="8" y="16"/>
                      <a:pt x="15" y="27"/>
                      <a:pt x="24" y="32"/>
                    </a:cubicBezTo>
                    <a:cubicBezTo>
                      <a:pt x="22" y="26"/>
                      <a:pt x="17" y="21"/>
                      <a:pt x="15" y="16"/>
                    </a:cubicBezTo>
                    <a:cubicBezTo>
                      <a:pt x="12" y="11"/>
                      <a:pt x="10" y="5"/>
                      <a:pt x="8" y="0"/>
                    </a:cubicBezTo>
                    <a:cubicBezTo>
                      <a:pt x="14" y="3"/>
                      <a:pt x="23" y="13"/>
                      <a:pt x="25" y="14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1" name="Freeform 1531">
                <a:extLst>
                  <a:ext uri="{FF2B5EF4-FFF2-40B4-BE49-F238E27FC236}">
                    <a16:creationId xmlns:a16="http://schemas.microsoft.com/office/drawing/2014/main" id="{45052D55-3B8D-49FC-8336-113C297C9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802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9 w 5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4"/>
                      <a:pt x="3" y="8"/>
                      <a:pt x="5" y="11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2" name="Freeform 1532">
                <a:extLst>
                  <a:ext uri="{FF2B5EF4-FFF2-40B4-BE49-F238E27FC236}">
                    <a16:creationId xmlns:a16="http://schemas.microsoft.com/office/drawing/2014/main" id="{0A9F3B21-B852-4056-BC27-5D694DD6E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852"/>
                <a:ext cx="30" cy="42"/>
              </a:xfrm>
              <a:custGeom>
                <a:avLst/>
                <a:gdLst>
                  <a:gd name="T0" fmla="*/ 65 w 17"/>
                  <a:gd name="T1" fmla="*/ 153 h 22"/>
                  <a:gd name="T2" fmla="*/ 0 w 17"/>
                  <a:gd name="T3" fmla="*/ 76 h 22"/>
                  <a:gd name="T4" fmla="*/ 94 w 17"/>
                  <a:gd name="T5" fmla="*/ 40 h 22"/>
                  <a:gd name="T6" fmla="*/ 28 w 17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12" y="22"/>
                    </a:moveTo>
                    <a:cubicBezTo>
                      <a:pt x="8" y="18"/>
                      <a:pt x="4" y="14"/>
                      <a:pt x="0" y="11"/>
                    </a:cubicBezTo>
                    <a:cubicBezTo>
                      <a:pt x="2" y="8"/>
                      <a:pt x="14" y="7"/>
                      <a:pt x="17" y="6"/>
                    </a:cubicBezTo>
                    <a:cubicBezTo>
                      <a:pt x="13" y="4"/>
                      <a:pt x="9" y="1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3" name="Freeform 1533">
                <a:extLst>
                  <a:ext uri="{FF2B5EF4-FFF2-40B4-BE49-F238E27FC236}">
                    <a16:creationId xmlns:a16="http://schemas.microsoft.com/office/drawing/2014/main" id="{C57E1BF7-7E72-4909-A13B-C557307B65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80" y="1112"/>
                <a:ext cx="572" cy="1076"/>
              </a:xfrm>
              <a:custGeom>
                <a:avLst/>
                <a:gdLst>
                  <a:gd name="T0" fmla="*/ 923 w 319"/>
                  <a:gd name="T1" fmla="*/ 0 h 562"/>
                  <a:gd name="T2" fmla="*/ 0 w 319"/>
                  <a:gd name="T3" fmla="*/ 1972 h 562"/>
                  <a:gd name="T4" fmla="*/ 923 w 319"/>
                  <a:gd name="T5" fmla="*/ 3944 h 562"/>
                  <a:gd name="T6" fmla="*/ 1840 w 319"/>
                  <a:gd name="T7" fmla="*/ 1972 h 562"/>
                  <a:gd name="T8" fmla="*/ 923 w 319"/>
                  <a:gd name="T9" fmla="*/ 0 h 562"/>
                  <a:gd name="T10" fmla="*/ 893 w 319"/>
                  <a:gd name="T11" fmla="*/ 3799 h 562"/>
                  <a:gd name="T12" fmla="*/ 65 w 319"/>
                  <a:gd name="T13" fmla="*/ 1972 h 562"/>
                  <a:gd name="T14" fmla="*/ 893 w 319"/>
                  <a:gd name="T15" fmla="*/ 153 h 562"/>
                  <a:gd name="T16" fmla="*/ 1730 w 319"/>
                  <a:gd name="T17" fmla="*/ 1972 h 562"/>
                  <a:gd name="T18" fmla="*/ 893 w 319"/>
                  <a:gd name="T19" fmla="*/ 3799 h 5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9" h="562">
                    <a:moveTo>
                      <a:pt x="160" y="0"/>
                    </a:moveTo>
                    <a:cubicBezTo>
                      <a:pt x="71" y="0"/>
                      <a:pt x="0" y="126"/>
                      <a:pt x="0" y="281"/>
                    </a:cubicBezTo>
                    <a:cubicBezTo>
                      <a:pt x="0" y="436"/>
                      <a:pt x="71" y="562"/>
                      <a:pt x="160" y="562"/>
                    </a:cubicBezTo>
                    <a:cubicBezTo>
                      <a:pt x="248" y="562"/>
                      <a:pt x="319" y="436"/>
                      <a:pt x="319" y="281"/>
                    </a:cubicBezTo>
                    <a:cubicBezTo>
                      <a:pt x="319" y="126"/>
                      <a:pt x="248" y="0"/>
                      <a:pt x="160" y="0"/>
                    </a:cubicBezTo>
                    <a:close/>
                    <a:moveTo>
                      <a:pt x="155" y="541"/>
                    </a:moveTo>
                    <a:cubicBezTo>
                      <a:pt x="75" y="541"/>
                      <a:pt x="11" y="425"/>
                      <a:pt x="11" y="281"/>
                    </a:cubicBezTo>
                    <a:cubicBezTo>
                      <a:pt x="11" y="138"/>
                      <a:pt x="75" y="22"/>
                      <a:pt x="155" y="22"/>
                    </a:cubicBezTo>
                    <a:cubicBezTo>
                      <a:pt x="235" y="22"/>
                      <a:pt x="300" y="138"/>
                      <a:pt x="300" y="281"/>
                    </a:cubicBezTo>
                    <a:cubicBezTo>
                      <a:pt x="300" y="425"/>
                      <a:pt x="235" y="541"/>
                      <a:pt x="155" y="541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4" name="Freeform 1534">
                <a:extLst>
                  <a:ext uri="{FF2B5EF4-FFF2-40B4-BE49-F238E27FC236}">
                    <a16:creationId xmlns:a16="http://schemas.microsoft.com/office/drawing/2014/main" id="{F26D2A42-53C5-4977-9E69-2879D7BE93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99" y="1155"/>
                <a:ext cx="519" cy="993"/>
              </a:xfrm>
              <a:custGeom>
                <a:avLst/>
                <a:gdLst>
                  <a:gd name="T0" fmla="*/ 835 w 289"/>
                  <a:gd name="T1" fmla="*/ 0 h 519"/>
                  <a:gd name="T2" fmla="*/ 0 w 289"/>
                  <a:gd name="T3" fmla="*/ 1816 h 519"/>
                  <a:gd name="T4" fmla="*/ 835 w 289"/>
                  <a:gd name="T5" fmla="*/ 3635 h 519"/>
                  <a:gd name="T6" fmla="*/ 1674 w 289"/>
                  <a:gd name="T7" fmla="*/ 1816 h 519"/>
                  <a:gd name="T8" fmla="*/ 835 w 289"/>
                  <a:gd name="T9" fmla="*/ 0 h 519"/>
                  <a:gd name="T10" fmla="*/ 815 w 289"/>
                  <a:gd name="T11" fmla="*/ 3459 h 519"/>
                  <a:gd name="T12" fmla="*/ 72 w 289"/>
                  <a:gd name="T13" fmla="*/ 1816 h 519"/>
                  <a:gd name="T14" fmla="*/ 815 w 289"/>
                  <a:gd name="T15" fmla="*/ 168 h 519"/>
                  <a:gd name="T16" fmla="*/ 1557 w 289"/>
                  <a:gd name="T17" fmla="*/ 1816 h 519"/>
                  <a:gd name="T18" fmla="*/ 815 w 289"/>
                  <a:gd name="T19" fmla="*/ 3459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9" h="519">
                    <a:moveTo>
                      <a:pt x="144" y="0"/>
                    </a:moveTo>
                    <a:cubicBezTo>
                      <a:pt x="64" y="0"/>
                      <a:pt x="0" y="116"/>
                      <a:pt x="0" y="259"/>
                    </a:cubicBezTo>
                    <a:cubicBezTo>
                      <a:pt x="0" y="403"/>
                      <a:pt x="64" y="519"/>
                      <a:pt x="144" y="519"/>
                    </a:cubicBezTo>
                    <a:cubicBezTo>
                      <a:pt x="224" y="519"/>
                      <a:pt x="289" y="403"/>
                      <a:pt x="289" y="259"/>
                    </a:cubicBezTo>
                    <a:cubicBezTo>
                      <a:pt x="289" y="116"/>
                      <a:pt x="224" y="0"/>
                      <a:pt x="144" y="0"/>
                    </a:cubicBezTo>
                    <a:close/>
                    <a:moveTo>
                      <a:pt x="141" y="494"/>
                    </a:moveTo>
                    <a:cubicBezTo>
                      <a:pt x="70" y="494"/>
                      <a:pt x="12" y="389"/>
                      <a:pt x="12" y="259"/>
                    </a:cubicBezTo>
                    <a:cubicBezTo>
                      <a:pt x="12" y="129"/>
                      <a:pt x="70" y="24"/>
                      <a:pt x="141" y="24"/>
                    </a:cubicBezTo>
                    <a:cubicBezTo>
                      <a:pt x="212" y="24"/>
                      <a:pt x="269" y="129"/>
                      <a:pt x="269" y="259"/>
                    </a:cubicBezTo>
                    <a:cubicBezTo>
                      <a:pt x="269" y="389"/>
                      <a:pt x="212" y="494"/>
                      <a:pt x="141" y="494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5" name="Freeform 1535">
                <a:extLst>
                  <a:ext uri="{FF2B5EF4-FFF2-40B4-BE49-F238E27FC236}">
                    <a16:creationId xmlns:a16="http://schemas.microsoft.com/office/drawing/2014/main" id="{A28DF879-1D92-49D8-8282-17CF81EC5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275"/>
                <a:ext cx="118" cy="513"/>
              </a:xfrm>
              <a:custGeom>
                <a:avLst/>
                <a:gdLst>
                  <a:gd name="T0" fmla="*/ 0 w 66"/>
                  <a:gd name="T1" fmla="*/ 0 h 268"/>
                  <a:gd name="T2" fmla="*/ 36 w 66"/>
                  <a:gd name="T3" fmla="*/ 29 h 268"/>
                  <a:gd name="T4" fmla="*/ 86 w 66"/>
                  <a:gd name="T5" fmla="*/ 92 h 268"/>
                  <a:gd name="T6" fmla="*/ 166 w 66"/>
                  <a:gd name="T7" fmla="*/ 216 h 268"/>
                  <a:gd name="T8" fmla="*/ 195 w 66"/>
                  <a:gd name="T9" fmla="*/ 345 h 268"/>
                  <a:gd name="T10" fmla="*/ 202 w 66"/>
                  <a:gd name="T11" fmla="*/ 461 h 268"/>
                  <a:gd name="T12" fmla="*/ 309 w 66"/>
                  <a:gd name="T13" fmla="*/ 645 h 268"/>
                  <a:gd name="T14" fmla="*/ 284 w 66"/>
                  <a:gd name="T15" fmla="*/ 858 h 268"/>
                  <a:gd name="T16" fmla="*/ 313 w 66"/>
                  <a:gd name="T17" fmla="*/ 990 h 268"/>
                  <a:gd name="T18" fmla="*/ 365 w 66"/>
                  <a:gd name="T19" fmla="*/ 1242 h 268"/>
                  <a:gd name="T20" fmla="*/ 325 w 66"/>
                  <a:gd name="T21" fmla="*/ 1374 h 268"/>
                  <a:gd name="T22" fmla="*/ 354 w 66"/>
                  <a:gd name="T23" fmla="*/ 1535 h 268"/>
                  <a:gd name="T24" fmla="*/ 349 w 66"/>
                  <a:gd name="T25" fmla="*/ 1759 h 268"/>
                  <a:gd name="T26" fmla="*/ 297 w 66"/>
                  <a:gd name="T27" fmla="*/ 1880 h 2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268">
                    <a:moveTo>
                      <a:pt x="0" y="0"/>
                    </a:moveTo>
                    <a:cubicBezTo>
                      <a:pt x="1" y="1"/>
                      <a:pt x="4" y="3"/>
                      <a:pt x="6" y="4"/>
                    </a:cubicBezTo>
                    <a:cubicBezTo>
                      <a:pt x="9" y="7"/>
                      <a:pt x="12" y="10"/>
                      <a:pt x="15" y="13"/>
                    </a:cubicBezTo>
                    <a:cubicBezTo>
                      <a:pt x="20" y="18"/>
                      <a:pt x="25" y="24"/>
                      <a:pt x="29" y="31"/>
                    </a:cubicBezTo>
                    <a:cubicBezTo>
                      <a:pt x="32" y="36"/>
                      <a:pt x="33" y="42"/>
                      <a:pt x="34" y="49"/>
                    </a:cubicBezTo>
                    <a:cubicBezTo>
                      <a:pt x="34" y="54"/>
                      <a:pt x="33" y="61"/>
                      <a:pt x="35" y="66"/>
                    </a:cubicBezTo>
                    <a:cubicBezTo>
                      <a:pt x="40" y="76"/>
                      <a:pt x="51" y="80"/>
                      <a:pt x="54" y="92"/>
                    </a:cubicBezTo>
                    <a:cubicBezTo>
                      <a:pt x="57" y="102"/>
                      <a:pt x="53" y="112"/>
                      <a:pt x="50" y="122"/>
                    </a:cubicBezTo>
                    <a:cubicBezTo>
                      <a:pt x="49" y="130"/>
                      <a:pt x="52" y="133"/>
                      <a:pt x="55" y="141"/>
                    </a:cubicBezTo>
                    <a:cubicBezTo>
                      <a:pt x="60" y="150"/>
                      <a:pt x="66" y="166"/>
                      <a:pt x="64" y="177"/>
                    </a:cubicBezTo>
                    <a:cubicBezTo>
                      <a:pt x="62" y="183"/>
                      <a:pt x="57" y="190"/>
                      <a:pt x="57" y="196"/>
                    </a:cubicBezTo>
                    <a:cubicBezTo>
                      <a:pt x="56" y="204"/>
                      <a:pt x="60" y="212"/>
                      <a:pt x="62" y="219"/>
                    </a:cubicBezTo>
                    <a:cubicBezTo>
                      <a:pt x="65" y="230"/>
                      <a:pt x="66" y="240"/>
                      <a:pt x="61" y="251"/>
                    </a:cubicBezTo>
                    <a:cubicBezTo>
                      <a:pt x="59" y="257"/>
                      <a:pt x="55" y="262"/>
                      <a:pt x="52" y="26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6" name="Freeform 1536">
                <a:extLst>
                  <a:ext uri="{FF2B5EF4-FFF2-40B4-BE49-F238E27FC236}">
                    <a16:creationId xmlns:a16="http://schemas.microsoft.com/office/drawing/2014/main" id="{0CB37658-A47B-4F15-BDCA-665CAF964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346"/>
                <a:ext cx="34" cy="92"/>
              </a:xfrm>
              <a:custGeom>
                <a:avLst/>
                <a:gdLst>
                  <a:gd name="T0" fmla="*/ 0 w 19"/>
                  <a:gd name="T1" fmla="*/ 0 h 48"/>
                  <a:gd name="T2" fmla="*/ 97 w 19"/>
                  <a:gd name="T3" fmla="*/ 169 h 48"/>
                  <a:gd name="T4" fmla="*/ 109 w 19"/>
                  <a:gd name="T5" fmla="*/ 33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8">
                    <a:moveTo>
                      <a:pt x="0" y="0"/>
                    </a:moveTo>
                    <a:cubicBezTo>
                      <a:pt x="6" y="7"/>
                      <a:pt x="14" y="15"/>
                      <a:pt x="17" y="24"/>
                    </a:cubicBezTo>
                    <a:cubicBezTo>
                      <a:pt x="19" y="32"/>
                      <a:pt x="18" y="40"/>
                      <a:pt x="19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7" name="Freeform 1537">
                <a:extLst>
                  <a:ext uri="{FF2B5EF4-FFF2-40B4-BE49-F238E27FC236}">
                    <a16:creationId xmlns:a16="http://schemas.microsoft.com/office/drawing/2014/main" id="{522C7413-E05C-41AC-9A28-C7D973EAD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1302"/>
                <a:ext cx="13" cy="55"/>
              </a:xfrm>
              <a:custGeom>
                <a:avLst/>
                <a:gdLst>
                  <a:gd name="T0" fmla="*/ 37 w 7"/>
                  <a:gd name="T1" fmla="*/ 197 h 29"/>
                  <a:gd name="T2" fmla="*/ 13 w 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6" y="29"/>
                    </a:moveTo>
                    <a:cubicBezTo>
                      <a:pt x="0" y="21"/>
                      <a:pt x="7" y="8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8" name="Freeform 1538">
                <a:extLst>
                  <a:ext uri="{FF2B5EF4-FFF2-40B4-BE49-F238E27FC236}">
                    <a16:creationId xmlns:a16="http://schemas.microsoft.com/office/drawing/2014/main" id="{436A0DAC-4CF0-435F-ACAE-F4A308572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463"/>
                <a:ext cx="23" cy="105"/>
              </a:xfrm>
              <a:custGeom>
                <a:avLst/>
                <a:gdLst>
                  <a:gd name="T0" fmla="*/ 7 w 13"/>
                  <a:gd name="T1" fmla="*/ 0 h 55"/>
                  <a:gd name="T2" fmla="*/ 37 w 13"/>
                  <a:gd name="T3" fmla="*/ 113 h 55"/>
                  <a:gd name="T4" fmla="*/ 65 w 13"/>
                  <a:gd name="T5" fmla="*/ 208 h 55"/>
                  <a:gd name="T6" fmla="*/ 34 w 13"/>
                  <a:gd name="T7" fmla="*/ 382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5">
                    <a:moveTo>
                      <a:pt x="1" y="0"/>
                    </a:moveTo>
                    <a:cubicBezTo>
                      <a:pt x="0" y="5"/>
                      <a:pt x="5" y="12"/>
                      <a:pt x="7" y="16"/>
                    </a:cubicBezTo>
                    <a:cubicBezTo>
                      <a:pt x="8" y="21"/>
                      <a:pt x="11" y="25"/>
                      <a:pt x="12" y="30"/>
                    </a:cubicBezTo>
                    <a:cubicBezTo>
                      <a:pt x="13" y="41"/>
                      <a:pt x="10" y="46"/>
                      <a:pt x="6" y="5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9" name="Freeform 1539">
                <a:extLst>
                  <a:ext uri="{FF2B5EF4-FFF2-40B4-BE49-F238E27FC236}">
                    <a16:creationId xmlns:a16="http://schemas.microsoft.com/office/drawing/2014/main" id="{5D29EB13-F429-4CDD-915B-3CF27833D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434"/>
                <a:ext cx="12" cy="38"/>
              </a:xfrm>
              <a:custGeom>
                <a:avLst/>
                <a:gdLst>
                  <a:gd name="T0" fmla="*/ 9 w 7"/>
                  <a:gd name="T1" fmla="*/ 137 h 20"/>
                  <a:gd name="T2" fmla="*/ 36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2" y="20"/>
                    </a:moveTo>
                    <a:cubicBezTo>
                      <a:pt x="0" y="14"/>
                      <a:pt x="6" y="6"/>
                      <a:pt x="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0" name="Freeform 1540">
                <a:extLst>
                  <a:ext uri="{FF2B5EF4-FFF2-40B4-BE49-F238E27FC236}">
                    <a16:creationId xmlns:a16="http://schemas.microsoft.com/office/drawing/2014/main" id="{54C2FACE-135E-4DA6-8CEC-FF7967FA0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377"/>
                <a:ext cx="23" cy="24"/>
              </a:xfrm>
              <a:custGeom>
                <a:avLst/>
                <a:gdLst>
                  <a:gd name="T0" fmla="*/ 0 w 13"/>
                  <a:gd name="T1" fmla="*/ 0 h 13"/>
                  <a:gd name="T2" fmla="*/ 73 w 13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4" y="5"/>
                      <a:pt x="9" y="8"/>
                      <a:pt x="13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1" name="Freeform 1541">
                <a:extLst>
                  <a:ext uri="{FF2B5EF4-FFF2-40B4-BE49-F238E27FC236}">
                    <a16:creationId xmlns:a16="http://schemas.microsoft.com/office/drawing/2014/main" id="{2E6801EA-D7FB-4235-BFB2-2364D1E54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612"/>
                <a:ext cx="9" cy="82"/>
              </a:xfrm>
              <a:custGeom>
                <a:avLst/>
                <a:gdLst>
                  <a:gd name="T0" fmla="*/ 13 w 5"/>
                  <a:gd name="T1" fmla="*/ 0 h 43"/>
                  <a:gd name="T2" fmla="*/ 29 w 5"/>
                  <a:gd name="T3" fmla="*/ 175 h 43"/>
                  <a:gd name="T4" fmla="*/ 0 w 5"/>
                  <a:gd name="T5" fmla="*/ 29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3">
                    <a:moveTo>
                      <a:pt x="2" y="0"/>
                    </a:moveTo>
                    <a:cubicBezTo>
                      <a:pt x="2" y="8"/>
                      <a:pt x="5" y="17"/>
                      <a:pt x="5" y="25"/>
                    </a:cubicBezTo>
                    <a:cubicBezTo>
                      <a:pt x="5" y="31"/>
                      <a:pt x="2" y="37"/>
                      <a:pt x="0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2" name="Freeform 1542">
                <a:extLst>
                  <a:ext uri="{FF2B5EF4-FFF2-40B4-BE49-F238E27FC236}">
                    <a16:creationId xmlns:a16="http://schemas.microsoft.com/office/drawing/2014/main" id="{35E11A2A-B4EC-4A40-AEC7-BC05D3E1C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84"/>
                <a:ext cx="257" cy="345"/>
              </a:xfrm>
              <a:custGeom>
                <a:avLst/>
                <a:gdLst>
                  <a:gd name="T0" fmla="*/ 830 w 143"/>
                  <a:gd name="T1" fmla="*/ 0 h 180"/>
                  <a:gd name="T2" fmla="*/ 807 w 143"/>
                  <a:gd name="T3" fmla="*/ 176 h 180"/>
                  <a:gd name="T4" fmla="*/ 773 w 143"/>
                  <a:gd name="T5" fmla="*/ 385 h 180"/>
                  <a:gd name="T6" fmla="*/ 713 w 143"/>
                  <a:gd name="T7" fmla="*/ 493 h 180"/>
                  <a:gd name="T8" fmla="*/ 685 w 143"/>
                  <a:gd name="T9" fmla="*/ 730 h 180"/>
                  <a:gd name="T10" fmla="*/ 568 w 143"/>
                  <a:gd name="T11" fmla="*/ 809 h 180"/>
                  <a:gd name="T12" fmla="*/ 523 w 143"/>
                  <a:gd name="T13" fmla="*/ 999 h 180"/>
                  <a:gd name="T14" fmla="*/ 291 w 143"/>
                  <a:gd name="T15" fmla="*/ 1127 h 180"/>
                  <a:gd name="T16" fmla="*/ 88 w 143"/>
                  <a:gd name="T17" fmla="*/ 1254 h 180"/>
                  <a:gd name="T18" fmla="*/ 0 w 143"/>
                  <a:gd name="T19" fmla="*/ 1154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3" h="180">
                    <a:moveTo>
                      <a:pt x="143" y="0"/>
                    </a:moveTo>
                    <a:cubicBezTo>
                      <a:pt x="138" y="6"/>
                      <a:pt x="140" y="17"/>
                      <a:pt x="139" y="25"/>
                    </a:cubicBezTo>
                    <a:cubicBezTo>
                      <a:pt x="138" y="34"/>
                      <a:pt x="139" y="47"/>
                      <a:pt x="133" y="55"/>
                    </a:cubicBezTo>
                    <a:cubicBezTo>
                      <a:pt x="129" y="60"/>
                      <a:pt x="124" y="62"/>
                      <a:pt x="123" y="70"/>
                    </a:cubicBezTo>
                    <a:cubicBezTo>
                      <a:pt x="121" y="80"/>
                      <a:pt x="123" y="95"/>
                      <a:pt x="118" y="104"/>
                    </a:cubicBezTo>
                    <a:cubicBezTo>
                      <a:pt x="114" y="111"/>
                      <a:pt x="104" y="111"/>
                      <a:pt x="98" y="115"/>
                    </a:cubicBezTo>
                    <a:cubicBezTo>
                      <a:pt x="92" y="120"/>
                      <a:pt x="92" y="134"/>
                      <a:pt x="90" y="142"/>
                    </a:cubicBezTo>
                    <a:cubicBezTo>
                      <a:pt x="85" y="160"/>
                      <a:pt x="62" y="152"/>
                      <a:pt x="50" y="160"/>
                    </a:cubicBezTo>
                    <a:cubicBezTo>
                      <a:pt x="39" y="167"/>
                      <a:pt x="29" y="180"/>
                      <a:pt x="15" y="178"/>
                    </a:cubicBezTo>
                    <a:cubicBezTo>
                      <a:pt x="7" y="176"/>
                      <a:pt x="4" y="171"/>
                      <a:pt x="0" y="16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3" name="Freeform 1543">
                <a:extLst>
                  <a:ext uri="{FF2B5EF4-FFF2-40B4-BE49-F238E27FC236}">
                    <a16:creationId xmlns:a16="http://schemas.microsoft.com/office/drawing/2014/main" id="{371D706C-5FF6-4967-BDD3-3C8EA63CD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754"/>
                <a:ext cx="228" cy="371"/>
              </a:xfrm>
              <a:custGeom>
                <a:avLst/>
                <a:gdLst>
                  <a:gd name="T0" fmla="*/ 734 w 127"/>
                  <a:gd name="T1" fmla="*/ 0 h 194"/>
                  <a:gd name="T2" fmla="*/ 734 w 127"/>
                  <a:gd name="T3" fmla="*/ 201 h 194"/>
                  <a:gd name="T4" fmla="*/ 653 w 127"/>
                  <a:gd name="T5" fmla="*/ 392 h 194"/>
                  <a:gd name="T6" fmla="*/ 632 w 127"/>
                  <a:gd name="T7" fmla="*/ 589 h 194"/>
                  <a:gd name="T8" fmla="*/ 526 w 127"/>
                  <a:gd name="T9" fmla="*/ 874 h 194"/>
                  <a:gd name="T10" fmla="*/ 312 w 127"/>
                  <a:gd name="T11" fmla="*/ 1218 h 194"/>
                  <a:gd name="T12" fmla="*/ 162 w 127"/>
                  <a:gd name="T13" fmla="*/ 1335 h 194"/>
                  <a:gd name="T14" fmla="*/ 0 w 127"/>
                  <a:gd name="T15" fmla="*/ 1356 h 1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194">
                    <a:moveTo>
                      <a:pt x="127" y="0"/>
                    </a:moveTo>
                    <a:cubicBezTo>
                      <a:pt x="121" y="8"/>
                      <a:pt x="127" y="19"/>
                      <a:pt x="127" y="29"/>
                    </a:cubicBezTo>
                    <a:cubicBezTo>
                      <a:pt x="126" y="40"/>
                      <a:pt x="117" y="46"/>
                      <a:pt x="113" y="56"/>
                    </a:cubicBezTo>
                    <a:cubicBezTo>
                      <a:pt x="110" y="65"/>
                      <a:pt x="111" y="75"/>
                      <a:pt x="109" y="84"/>
                    </a:cubicBezTo>
                    <a:cubicBezTo>
                      <a:pt x="107" y="99"/>
                      <a:pt x="99" y="112"/>
                      <a:pt x="91" y="125"/>
                    </a:cubicBezTo>
                    <a:cubicBezTo>
                      <a:pt x="79" y="142"/>
                      <a:pt x="70" y="160"/>
                      <a:pt x="54" y="174"/>
                    </a:cubicBezTo>
                    <a:cubicBezTo>
                      <a:pt x="46" y="182"/>
                      <a:pt x="40" y="190"/>
                      <a:pt x="28" y="191"/>
                    </a:cubicBezTo>
                    <a:cubicBezTo>
                      <a:pt x="19" y="192"/>
                      <a:pt x="7" y="188"/>
                      <a:pt x="0" y="19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4" name="Freeform 1544">
                <a:extLst>
                  <a:ext uri="{FF2B5EF4-FFF2-40B4-BE49-F238E27FC236}">
                    <a16:creationId xmlns:a16="http://schemas.microsoft.com/office/drawing/2014/main" id="{C9C8CE70-3406-4DBB-A4AC-C3E484D10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826"/>
                <a:ext cx="32" cy="102"/>
              </a:xfrm>
              <a:custGeom>
                <a:avLst/>
                <a:gdLst>
                  <a:gd name="T0" fmla="*/ 0 w 18"/>
                  <a:gd name="T1" fmla="*/ 377 h 53"/>
                  <a:gd name="T2" fmla="*/ 57 w 18"/>
                  <a:gd name="T3" fmla="*/ 293 h 53"/>
                  <a:gd name="T4" fmla="*/ 78 w 18"/>
                  <a:gd name="T5" fmla="*/ 208 h 53"/>
                  <a:gd name="T6" fmla="*/ 101 w 18"/>
                  <a:gd name="T7" fmla="*/ 100 h 53"/>
                  <a:gd name="T8" fmla="*/ 89 w 18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3">
                    <a:moveTo>
                      <a:pt x="0" y="53"/>
                    </a:moveTo>
                    <a:cubicBezTo>
                      <a:pt x="2" y="48"/>
                      <a:pt x="8" y="45"/>
                      <a:pt x="10" y="41"/>
                    </a:cubicBezTo>
                    <a:cubicBezTo>
                      <a:pt x="13" y="37"/>
                      <a:pt x="13" y="33"/>
                      <a:pt x="14" y="29"/>
                    </a:cubicBezTo>
                    <a:cubicBezTo>
                      <a:pt x="16" y="24"/>
                      <a:pt x="18" y="19"/>
                      <a:pt x="18" y="14"/>
                    </a:cubicBezTo>
                    <a:cubicBezTo>
                      <a:pt x="18" y="9"/>
                      <a:pt x="16" y="5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5" name="Freeform 1545">
                <a:extLst>
                  <a:ext uri="{FF2B5EF4-FFF2-40B4-BE49-F238E27FC236}">
                    <a16:creationId xmlns:a16="http://schemas.microsoft.com/office/drawing/2014/main" id="{509364C7-52E6-40D6-886A-BC47C9103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736"/>
                <a:ext cx="14" cy="77"/>
              </a:xfrm>
              <a:custGeom>
                <a:avLst/>
                <a:gdLst>
                  <a:gd name="T0" fmla="*/ 0 w 8"/>
                  <a:gd name="T1" fmla="*/ 285 h 40"/>
                  <a:gd name="T2" fmla="*/ 44 w 8"/>
                  <a:gd name="T3" fmla="*/ 129 h 40"/>
                  <a:gd name="T4" fmla="*/ 16 w 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0">
                    <a:moveTo>
                      <a:pt x="0" y="40"/>
                    </a:moveTo>
                    <a:cubicBezTo>
                      <a:pt x="5" y="34"/>
                      <a:pt x="8" y="26"/>
                      <a:pt x="8" y="18"/>
                    </a:cubicBezTo>
                    <a:cubicBezTo>
                      <a:pt x="8" y="11"/>
                      <a:pt x="4" y="6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6" name="Freeform 1546">
                <a:extLst>
                  <a:ext uri="{FF2B5EF4-FFF2-40B4-BE49-F238E27FC236}">
                    <a16:creationId xmlns:a16="http://schemas.microsoft.com/office/drawing/2014/main" id="{F1335677-2FB8-4FDE-BF6B-8D28A7252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547"/>
                <a:ext cx="18" cy="128"/>
              </a:xfrm>
              <a:custGeom>
                <a:avLst/>
                <a:gdLst>
                  <a:gd name="T0" fmla="*/ 7 w 10"/>
                  <a:gd name="T1" fmla="*/ 0 h 67"/>
                  <a:gd name="T2" fmla="*/ 36 w 10"/>
                  <a:gd name="T3" fmla="*/ 124 h 67"/>
                  <a:gd name="T4" fmla="*/ 52 w 10"/>
                  <a:gd name="T5" fmla="*/ 229 h 67"/>
                  <a:gd name="T6" fmla="*/ 13 w 10"/>
                  <a:gd name="T7" fmla="*/ 468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7">
                    <a:moveTo>
                      <a:pt x="1" y="0"/>
                    </a:moveTo>
                    <a:cubicBezTo>
                      <a:pt x="0" y="6"/>
                      <a:pt x="4" y="13"/>
                      <a:pt x="6" y="18"/>
                    </a:cubicBezTo>
                    <a:cubicBezTo>
                      <a:pt x="8" y="23"/>
                      <a:pt x="8" y="28"/>
                      <a:pt x="9" y="33"/>
                    </a:cubicBezTo>
                    <a:cubicBezTo>
                      <a:pt x="10" y="45"/>
                      <a:pt x="8" y="56"/>
                      <a:pt x="2" y="6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7" name="Freeform 1547">
                <a:extLst>
                  <a:ext uri="{FF2B5EF4-FFF2-40B4-BE49-F238E27FC236}">
                    <a16:creationId xmlns:a16="http://schemas.microsoft.com/office/drawing/2014/main" id="{80F44990-9306-4FBD-85AD-C25B573B9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660"/>
                <a:ext cx="8" cy="105"/>
              </a:xfrm>
              <a:custGeom>
                <a:avLst/>
                <a:gdLst>
                  <a:gd name="T0" fmla="*/ 16 w 4"/>
                  <a:gd name="T1" fmla="*/ 382 h 55"/>
                  <a:gd name="T2" fmla="*/ 24 w 4"/>
                  <a:gd name="T3" fmla="*/ 284 h 55"/>
                  <a:gd name="T4" fmla="*/ 32 w 4"/>
                  <a:gd name="T5" fmla="*/ 168 h 55"/>
                  <a:gd name="T6" fmla="*/ 16 w 4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5">
                    <a:moveTo>
                      <a:pt x="2" y="55"/>
                    </a:moveTo>
                    <a:cubicBezTo>
                      <a:pt x="0" y="52"/>
                      <a:pt x="2" y="45"/>
                      <a:pt x="3" y="41"/>
                    </a:cubicBezTo>
                    <a:cubicBezTo>
                      <a:pt x="4" y="35"/>
                      <a:pt x="4" y="30"/>
                      <a:pt x="4" y="24"/>
                    </a:cubicBezTo>
                    <a:cubicBezTo>
                      <a:pt x="4" y="15"/>
                      <a:pt x="4" y="8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8" name="Freeform 1548">
                <a:extLst>
                  <a:ext uri="{FF2B5EF4-FFF2-40B4-BE49-F238E27FC236}">
                    <a16:creationId xmlns:a16="http://schemas.microsoft.com/office/drawing/2014/main" id="{7EC2417B-D4B5-4515-9A5D-C0C06B89E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193"/>
                <a:ext cx="235" cy="909"/>
              </a:xfrm>
              <a:custGeom>
                <a:avLst/>
                <a:gdLst>
                  <a:gd name="T0" fmla="*/ 682 w 131"/>
                  <a:gd name="T1" fmla="*/ 3330 h 475"/>
                  <a:gd name="T2" fmla="*/ 554 w 131"/>
                  <a:gd name="T3" fmla="*/ 3315 h 475"/>
                  <a:gd name="T4" fmla="*/ 450 w 131"/>
                  <a:gd name="T5" fmla="*/ 3259 h 475"/>
                  <a:gd name="T6" fmla="*/ 409 w 131"/>
                  <a:gd name="T7" fmla="*/ 3138 h 475"/>
                  <a:gd name="T8" fmla="*/ 352 w 131"/>
                  <a:gd name="T9" fmla="*/ 3062 h 475"/>
                  <a:gd name="T10" fmla="*/ 242 w 131"/>
                  <a:gd name="T11" fmla="*/ 2959 h 475"/>
                  <a:gd name="T12" fmla="*/ 219 w 131"/>
                  <a:gd name="T13" fmla="*/ 2817 h 475"/>
                  <a:gd name="T14" fmla="*/ 161 w 131"/>
                  <a:gd name="T15" fmla="*/ 2693 h 475"/>
                  <a:gd name="T16" fmla="*/ 122 w 131"/>
                  <a:gd name="T17" fmla="*/ 2545 h 475"/>
                  <a:gd name="T18" fmla="*/ 93 w 131"/>
                  <a:gd name="T19" fmla="*/ 2440 h 475"/>
                  <a:gd name="T20" fmla="*/ 41 w 131"/>
                  <a:gd name="T21" fmla="*/ 2340 h 475"/>
                  <a:gd name="T22" fmla="*/ 52 w 131"/>
                  <a:gd name="T23" fmla="*/ 2180 h 475"/>
                  <a:gd name="T24" fmla="*/ 23 w 131"/>
                  <a:gd name="T25" fmla="*/ 2048 h 475"/>
                  <a:gd name="T26" fmla="*/ 7 w 131"/>
                  <a:gd name="T27" fmla="*/ 1849 h 475"/>
                  <a:gd name="T28" fmla="*/ 16 w 131"/>
                  <a:gd name="T29" fmla="*/ 1583 h 475"/>
                  <a:gd name="T30" fmla="*/ 29 w 131"/>
                  <a:gd name="T31" fmla="*/ 1387 h 475"/>
                  <a:gd name="T32" fmla="*/ 36 w 131"/>
                  <a:gd name="T33" fmla="*/ 1227 h 475"/>
                  <a:gd name="T34" fmla="*/ 65 w 131"/>
                  <a:gd name="T35" fmla="*/ 1030 h 475"/>
                  <a:gd name="T36" fmla="*/ 97 w 131"/>
                  <a:gd name="T37" fmla="*/ 898 h 475"/>
                  <a:gd name="T38" fmla="*/ 117 w 131"/>
                  <a:gd name="T39" fmla="*/ 758 h 475"/>
                  <a:gd name="T40" fmla="*/ 196 w 131"/>
                  <a:gd name="T41" fmla="*/ 622 h 475"/>
                  <a:gd name="T42" fmla="*/ 226 w 131"/>
                  <a:gd name="T43" fmla="*/ 446 h 475"/>
                  <a:gd name="T44" fmla="*/ 305 w 131"/>
                  <a:gd name="T45" fmla="*/ 360 h 475"/>
                  <a:gd name="T46" fmla="*/ 409 w 131"/>
                  <a:gd name="T47" fmla="*/ 161 h 475"/>
                  <a:gd name="T48" fmla="*/ 508 w 131"/>
                  <a:gd name="T49" fmla="*/ 113 h 475"/>
                  <a:gd name="T50" fmla="*/ 596 w 131"/>
                  <a:gd name="T51" fmla="*/ 21 h 475"/>
                  <a:gd name="T52" fmla="*/ 698 w 131"/>
                  <a:gd name="T53" fmla="*/ 8 h 475"/>
                  <a:gd name="T54" fmla="*/ 757 w 131"/>
                  <a:gd name="T55" fmla="*/ 29 h 47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75">
                    <a:moveTo>
                      <a:pt x="118" y="475"/>
                    </a:moveTo>
                    <a:cubicBezTo>
                      <a:pt x="111" y="474"/>
                      <a:pt x="104" y="473"/>
                      <a:pt x="96" y="473"/>
                    </a:cubicBezTo>
                    <a:cubicBezTo>
                      <a:pt x="88" y="473"/>
                      <a:pt x="82" y="473"/>
                      <a:pt x="78" y="465"/>
                    </a:cubicBezTo>
                    <a:cubicBezTo>
                      <a:pt x="75" y="459"/>
                      <a:pt x="74" y="453"/>
                      <a:pt x="71" y="448"/>
                    </a:cubicBezTo>
                    <a:cubicBezTo>
                      <a:pt x="69" y="441"/>
                      <a:pt x="66" y="441"/>
                      <a:pt x="61" y="437"/>
                    </a:cubicBezTo>
                    <a:cubicBezTo>
                      <a:pt x="55" y="433"/>
                      <a:pt x="47" y="427"/>
                      <a:pt x="42" y="422"/>
                    </a:cubicBezTo>
                    <a:cubicBezTo>
                      <a:pt x="37" y="416"/>
                      <a:pt x="38" y="409"/>
                      <a:pt x="38" y="402"/>
                    </a:cubicBezTo>
                    <a:cubicBezTo>
                      <a:pt x="39" y="393"/>
                      <a:pt x="34" y="390"/>
                      <a:pt x="28" y="384"/>
                    </a:cubicBezTo>
                    <a:cubicBezTo>
                      <a:pt x="21" y="378"/>
                      <a:pt x="21" y="373"/>
                      <a:pt x="21" y="363"/>
                    </a:cubicBezTo>
                    <a:cubicBezTo>
                      <a:pt x="21" y="356"/>
                      <a:pt x="21" y="354"/>
                      <a:pt x="16" y="348"/>
                    </a:cubicBezTo>
                    <a:cubicBezTo>
                      <a:pt x="12" y="344"/>
                      <a:pt x="8" y="340"/>
                      <a:pt x="7" y="334"/>
                    </a:cubicBezTo>
                    <a:cubicBezTo>
                      <a:pt x="6" y="327"/>
                      <a:pt x="8" y="318"/>
                      <a:pt x="9" y="311"/>
                    </a:cubicBezTo>
                    <a:cubicBezTo>
                      <a:pt x="11" y="302"/>
                      <a:pt x="8" y="299"/>
                      <a:pt x="4" y="292"/>
                    </a:cubicBezTo>
                    <a:cubicBezTo>
                      <a:pt x="1" y="283"/>
                      <a:pt x="0" y="274"/>
                      <a:pt x="1" y="264"/>
                    </a:cubicBezTo>
                    <a:cubicBezTo>
                      <a:pt x="2" y="251"/>
                      <a:pt x="6" y="239"/>
                      <a:pt x="3" y="226"/>
                    </a:cubicBezTo>
                    <a:cubicBezTo>
                      <a:pt x="0" y="216"/>
                      <a:pt x="1" y="208"/>
                      <a:pt x="5" y="198"/>
                    </a:cubicBezTo>
                    <a:cubicBezTo>
                      <a:pt x="8" y="189"/>
                      <a:pt x="7" y="184"/>
                      <a:pt x="6" y="175"/>
                    </a:cubicBezTo>
                    <a:cubicBezTo>
                      <a:pt x="4" y="165"/>
                      <a:pt x="6" y="155"/>
                      <a:pt x="11" y="147"/>
                    </a:cubicBezTo>
                    <a:cubicBezTo>
                      <a:pt x="16" y="140"/>
                      <a:pt x="18" y="136"/>
                      <a:pt x="17" y="128"/>
                    </a:cubicBezTo>
                    <a:cubicBezTo>
                      <a:pt x="17" y="122"/>
                      <a:pt x="17" y="113"/>
                      <a:pt x="20" y="108"/>
                    </a:cubicBezTo>
                    <a:cubicBezTo>
                      <a:pt x="24" y="101"/>
                      <a:pt x="32" y="97"/>
                      <a:pt x="34" y="89"/>
                    </a:cubicBezTo>
                    <a:cubicBezTo>
                      <a:pt x="36" y="81"/>
                      <a:pt x="35" y="72"/>
                      <a:pt x="39" y="64"/>
                    </a:cubicBezTo>
                    <a:cubicBezTo>
                      <a:pt x="43" y="57"/>
                      <a:pt x="47" y="55"/>
                      <a:pt x="53" y="51"/>
                    </a:cubicBezTo>
                    <a:cubicBezTo>
                      <a:pt x="64" y="45"/>
                      <a:pt x="63" y="31"/>
                      <a:pt x="71" y="23"/>
                    </a:cubicBezTo>
                    <a:cubicBezTo>
                      <a:pt x="77" y="17"/>
                      <a:pt x="83" y="19"/>
                      <a:pt x="88" y="16"/>
                    </a:cubicBezTo>
                    <a:cubicBezTo>
                      <a:pt x="94" y="13"/>
                      <a:pt x="97" y="6"/>
                      <a:pt x="103" y="3"/>
                    </a:cubicBezTo>
                    <a:cubicBezTo>
                      <a:pt x="109" y="0"/>
                      <a:pt x="115" y="0"/>
                      <a:pt x="121" y="1"/>
                    </a:cubicBezTo>
                    <a:cubicBezTo>
                      <a:pt x="125" y="2"/>
                      <a:pt x="127" y="4"/>
                      <a:pt x="13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9" name="Freeform 1549">
                <a:extLst>
                  <a:ext uri="{FF2B5EF4-FFF2-40B4-BE49-F238E27FC236}">
                    <a16:creationId xmlns:a16="http://schemas.microsoft.com/office/drawing/2014/main" id="{7F90E7CE-64D8-403F-B635-BB64D1839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187"/>
                <a:ext cx="136" cy="90"/>
              </a:xfrm>
              <a:custGeom>
                <a:avLst/>
                <a:gdLst>
                  <a:gd name="T0" fmla="*/ 435 w 76"/>
                  <a:gd name="T1" fmla="*/ 329 h 47"/>
                  <a:gd name="T2" fmla="*/ 356 w 76"/>
                  <a:gd name="T3" fmla="*/ 169 h 47"/>
                  <a:gd name="T4" fmla="*/ 234 w 76"/>
                  <a:gd name="T5" fmla="*/ 92 h 47"/>
                  <a:gd name="T6" fmla="*/ 175 w 76"/>
                  <a:gd name="T7" fmla="*/ 84 h 47"/>
                  <a:gd name="T8" fmla="*/ 109 w 76"/>
                  <a:gd name="T9" fmla="*/ 29 h 47"/>
                  <a:gd name="T10" fmla="*/ 0 w 76"/>
                  <a:gd name="T11" fmla="*/ 4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7">
                    <a:moveTo>
                      <a:pt x="76" y="47"/>
                    </a:moveTo>
                    <a:cubicBezTo>
                      <a:pt x="70" y="47"/>
                      <a:pt x="65" y="29"/>
                      <a:pt x="62" y="24"/>
                    </a:cubicBezTo>
                    <a:cubicBezTo>
                      <a:pt x="57" y="16"/>
                      <a:pt x="51" y="13"/>
                      <a:pt x="41" y="13"/>
                    </a:cubicBezTo>
                    <a:cubicBezTo>
                      <a:pt x="38" y="12"/>
                      <a:pt x="34" y="13"/>
                      <a:pt x="31" y="12"/>
                    </a:cubicBezTo>
                    <a:cubicBezTo>
                      <a:pt x="26" y="10"/>
                      <a:pt x="24" y="6"/>
                      <a:pt x="19" y="4"/>
                    </a:cubicBezTo>
                    <a:cubicBezTo>
                      <a:pt x="11" y="0"/>
                      <a:pt x="6" y="3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0" name="Freeform 1550">
                <a:extLst>
                  <a:ext uri="{FF2B5EF4-FFF2-40B4-BE49-F238E27FC236}">
                    <a16:creationId xmlns:a16="http://schemas.microsoft.com/office/drawing/2014/main" id="{2321CBBF-E6BA-4965-A970-A955DB32B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220"/>
                <a:ext cx="63" cy="82"/>
              </a:xfrm>
              <a:custGeom>
                <a:avLst/>
                <a:gdLst>
                  <a:gd name="T0" fmla="*/ 7 w 35"/>
                  <a:gd name="T1" fmla="*/ 15 h 43"/>
                  <a:gd name="T2" fmla="*/ 7 w 35"/>
                  <a:gd name="T3" fmla="*/ 0 h 43"/>
                  <a:gd name="T4" fmla="*/ 158 w 35"/>
                  <a:gd name="T5" fmla="*/ 84 h 43"/>
                  <a:gd name="T6" fmla="*/ 187 w 35"/>
                  <a:gd name="T7" fmla="*/ 208 h 43"/>
                  <a:gd name="T8" fmla="*/ 203 w 35"/>
                  <a:gd name="T9" fmla="*/ 29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3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9" y="4"/>
                      <a:pt x="23" y="4"/>
                      <a:pt x="27" y="12"/>
                    </a:cubicBezTo>
                    <a:cubicBezTo>
                      <a:pt x="30" y="17"/>
                      <a:pt x="30" y="25"/>
                      <a:pt x="32" y="30"/>
                    </a:cubicBezTo>
                    <a:cubicBezTo>
                      <a:pt x="33" y="34"/>
                      <a:pt x="35" y="40"/>
                      <a:pt x="35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1" name="Freeform 1551">
                <a:extLst>
                  <a:ext uri="{FF2B5EF4-FFF2-40B4-BE49-F238E27FC236}">
                    <a16:creationId xmlns:a16="http://schemas.microsoft.com/office/drawing/2014/main" id="{BC6B90A2-2DCD-4AE2-9D05-CEAB8E492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172"/>
                <a:ext cx="72" cy="42"/>
              </a:xfrm>
              <a:custGeom>
                <a:avLst/>
                <a:gdLst>
                  <a:gd name="T0" fmla="*/ 234 w 40"/>
                  <a:gd name="T1" fmla="*/ 153 h 22"/>
                  <a:gd name="T2" fmla="*/ 110 w 40"/>
                  <a:gd name="T3" fmla="*/ 29 h 22"/>
                  <a:gd name="T4" fmla="*/ 0 w 40"/>
                  <a:gd name="T5" fmla="*/ 6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2" y="17"/>
                      <a:pt x="28" y="8"/>
                      <a:pt x="19" y="4"/>
                    </a:cubicBezTo>
                    <a:cubicBezTo>
                      <a:pt x="12" y="0"/>
                      <a:pt x="5" y="5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2" name="Freeform 1552">
                <a:extLst>
                  <a:ext uri="{FF2B5EF4-FFF2-40B4-BE49-F238E27FC236}">
                    <a16:creationId xmlns:a16="http://schemas.microsoft.com/office/drawing/2014/main" id="{F1750149-137F-406C-B5FD-42D0F1ADA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193"/>
                <a:ext cx="57" cy="42"/>
              </a:xfrm>
              <a:custGeom>
                <a:avLst/>
                <a:gdLst>
                  <a:gd name="T0" fmla="*/ 182 w 32"/>
                  <a:gd name="T1" fmla="*/ 8 h 22"/>
                  <a:gd name="T2" fmla="*/ 57 w 32"/>
                  <a:gd name="T3" fmla="*/ 40 h 22"/>
                  <a:gd name="T4" fmla="*/ 0 w 32"/>
                  <a:gd name="T5" fmla="*/ 15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2">
                    <a:moveTo>
                      <a:pt x="32" y="1"/>
                    </a:moveTo>
                    <a:cubicBezTo>
                      <a:pt x="24" y="1"/>
                      <a:pt x="17" y="0"/>
                      <a:pt x="10" y="6"/>
                    </a:cubicBezTo>
                    <a:cubicBezTo>
                      <a:pt x="4" y="10"/>
                      <a:pt x="2" y="16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3" name="Freeform 1553">
                <a:extLst>
                  <a:ext uri="{FF2B5EF4-FFF2-40B4-BE49-F238E27FC236}">
                    <a16:creationId xmlns:a16="http://schemas.microsoft.com/office/drawing/2014/main" id="{C6C5F22A-D4B2-4E74-9F82-43F7C0060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1317"/>
                <a:ext cx="41" cy="88"/>
              </a:xfrm>
              <a:custGeom>
                <a:avLst/>
                <a:gdLst>
                  <a:gd name="T0" fmla="*/ 130 w 23"/>
                  <a:gd name="T1" fmla="*/ 0 h 46"/>
                  <a:gd name="T2" fmla="*/ 37 w 23"/>
                  <a:gd name="T3" fmla="*/ 161 h 46"/>
                  <a:gd name="T4" fmla="*/ 21 w 23"/>
                  <a:gd name="T5" fmla="*/ 32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6">
                    <a:moveTo>
                      <a:pt x="23" y="0"/>
                    </a:moveTo>
                    <a:cubicBezTo>
                      <a:pt x="13" y="4"/>
                      <a:pt x="10" y="14"/>
                      <a:pt x="7" y="23"/>
                    </a:cubicBezTo>
                    <a:cubicBezTo>
                      <a:pt x="5" y="29"/>
                      <a:pt x="0" y="39"/>
                      <a:pt x="4" y="4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4" name="Freeform 1554">
                <a:extLst>
                  <a:ext uri="{FF2B5EF4-FFF2-40B4-BE49-F238E27FC236}">
                    <a16:creationId xmlns:a16="http://schemas.microsoft.com/office/drawing/2014/main" id="{5B75C637-8218-4B7C-8089-E51D0CFBE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503"/>
                <a:ext cx="12" cy="84"/>
              </a:xfrm>
              <a:custGeom>
                <a:avLst/>
                <a:gdLst>
                  <a:gd name="T0" fmla="*/ 36 w 7"/>
                  <a:gd name="T1" fmla="*/ 0 h 44"/>
                  <a:gd name="T2" fmla="*/ 15 w 7"/>
                  <a:gd name="T3" fmla="*/ 84 h 44"/>
                  <a:gd name="T4" fmla="*/ 9 w 7"/>
                  <a:gd name="T5" fmla="*/ 160 h 44"/>
                  <a:gd name="T6" fmla="*/ 26 w 7"/>
                  <a:gd name="T7" fmla="*/ 30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4">
                    <a:moveTo>
                      <a:pt x="7" y="0"/>
                    </a:moveTo>
                    <a:cubicBezTo>
                      <a:pt x="7" y="5"/>
                      <a:pt x="4" y="8"/>
                      <a:pt x="3" y="12"/>
                    </a:cubicBezTo>
                    <a:cubicBezTo>
                      <a:pt x="2" y="15"/>
                      <a:pt x="2" y="19"/>
                      <a:pt x="2" y="23"/>
                    </a:cubicBezTo>
                    <a:cubicBezTo>
                      <a:pt x="1" y="29"/>
                      <a:pt x="0" y="38"/>
                      <a:pt x="5" y="4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5" name="Freeform 1555">
                <a:extLst>
                  <a:ext uri="{FF2B5EF4-FFF2-40B4-BE49-F238E27FC236}">
                    <a16:creationId xmlns:a16="http://schemas.microsoft.com/office/drawing/2014/main" id="{FE0CC1BE-84F3-44E0-83FA-70966C8EC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096"/>
                <a:ext cx="70" cy="39"/>
              </a:xfrm>
              <a:custGeom>
                <a:avLst/>
                <a:gdLst>
                  <a:gd name="T0" fmla="*/ 0 w 39"/>
                  <a:gd name="T1" fmla="*/ 0 h 20"/>
                  <a:gd name="T2" fmla="*/ 57 w 39"/>
                  <a:gd name="T3" fmla="*/ 60 h 20"/>
                  <a:gd name="T4" fmla="*/ 122 w 39"/>
                  <a:gd name="T5" fmla="*/ 133 h 20"/>
                  <a:gd name="T6" fmla="*/ 226 w 39"/>
                  <a:gd name="T7" fmla="*/ 9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1" y="4"/>
                      <a:pt x="7" y="6"/>
                      <a:pt x="10" y="8"/>
                    </a:cubicBezTo>
                    <a:cubicBezTo>
                      <a:pt x="13" y="11"/>
                      <a:pt x="16" y="16"/>
                      <a:pt x="21" y="18"/>
                    </a:cubicBezTo>
                    <a:cubicBezTo>
                      <a:pt x="27" y="20"/>
                      <a:pt x="34" y="16"/>
                      <a:pt x="39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6" name="Freeform 1556">
                <a:extLst>
                  <a:ext uri="{FF2B5EF4-FFF2-40B4-BE49-F238E27FC236}">
                    <a16:creationId xmlns:a16="http://schemas.microsoft.com/office/drawing/2014/main" id="{48D03D57-723E-43C5-856E-B0BB7DDEB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21"/>
                <a:ext cx="106" cy="29"/>
              </a:xfrm>
              <a:custGeom>
                <a:avLst/>
                <a:gdLst>
                  <a:gd name="T0" fmla="*/ 341 w 59"/>
                  <a:gd name="T1" fmla="*/ 0 h 15"/>
                  <a:gd name="T2" fmla="*/ 255 w 59"/>
                  <a:gd name="T3" fmla="*/ 64 h 15"/>
                  <a:gd name="T4" fmla="*/ 158 w 59"/>
                  <a:gd name="T5" fmla="*/ 101 h 15"/>
                  <a:gd name="T6" fmla="*/ 0 w 59"/>
                  <a:gd name="T7" fmla="*/ 5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5">
                    <a:moveTo>
                      <a:pt x="59" y="0"/>
                    </a:moveTo>
                    <a:cubicBezTo>
                      <a:pt x="54" y="0"/>
                      <a:pt x="48" y="6"/>
                      <a:pt x="44" y="9"/>
                    </a:cubicBezTo>
                    <a:cubicBezTo>
                      <a:pt x="38" y="12"/>
                      <a:pt x="33" y="13"/>
                      <a:pt x="27" y="14"/>
                    </a:cubicBezTo>
                    <a:cubicBezTo>
                      <a:pt x="17" y="15"/>
                      <a:pt x="8" y="11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7" name="Freeform 1557">
                <a:extLst>
                  <a:ext uri="{FF2B5EF4-FFF2-40B4-BE49-F238E27FC236}">
                    <a16:creationId xmlns:a16="http://schemas.microsoft.com/office/drawing/2014/main" id="{C65EDC1F-4B13-48A3-82A3-764973BFB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018"/>
                <a:ext cx="74" cy="90"/>
              </a:xfrm>
              <a:custGeom>
                <a:avLst/>
                <a:gdLst>
                  <a:gd name="T0" fmla="*/ 0 w 41"/>
                  <a:gd name="T1" fmla="*/ 329 h 47"/>
                  <a:gd name="T2" fmla="*/ 159 w 41"/>
                  <a:gd name="T3" fmla="*/ 224 h 47"/>
                  <a:gd name="T4" fmla="*/ 242 w 41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7">
                    <a:moveTo>
                      <a:pt x="0" y="47"/>
                    </a:moveTo>
                    <a:cubicBezTo>
                      <a:pt x="9" y="42"/>
                      <a:pt x="19" y="39"/>
                      <a:pt x="27" y="32"/>
                    </a:cubicBezTo>
                    <a:cubicBezTo>
                      <a:pt x="38" y="23"/>
                      <a:pt x="36" y="12"/>
                      <a:pt x="4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8" name="Freeform 1558">
                <a:extLst>
                  <a:ext uri="{FF2B5EF4-FFF2-40B4-BE49-F238E27FC236}">
                    <a16:creationId xmlns:a16="http://schemas.microsoft.com/office/drawing/2014/main" id="{5DE5599C-0C1B-45A6-9A34-B15CAEFC3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920"/>
                <a:ext cx="58" cy="119"/>
              </a:xfrm>
              <a:custGeom>
                <a:avLst/>
                <a:gdLst>
                  <a:gd name="T0" fmla="*/ 190 w 32"/>
                  <a:gd name="T1" fmla="*/ 0 h 62"/>
                  <a:gd name="T2" fmla="*/ 154 w 32"/>
                  <a:gd name="T3" fmla="*/ 140 h 62"/>
                  <a:gd name="T4" fmla="*/ 118 w 32"/>
                  <a:gd name="T5" fmla="*/ 253 h 62"/>
                  <a:gd name="T6" fmla="*/ 73 w 32"/>
                  <a:gd name="T7" fmla="*/ 345 h 62"/>
                  <a:gd name="T8" fmla="*/ 0 w 32"/>
                  <a:gd name="T9" fmla="*/ 43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2">
                    <a:moveTo>
                      <a:pt x="32" y="0"/>
                    </a:moveTo>
                    <a:cubicBezTo>
                      <a:pt x="27" y="4"/>
                      <a:pt x="27" y="14"/>
                      <a:pt x="26" y="20"/>
                    </a:cubicBezTo>
                    <a:cubicBezTo>
                      <a:pt x="25" y="26"/>
                      <a:pt x="23" y="31"/>
                      <a:pt x="20" y="36"/>
                    </a:cubicBezTo>
                    <a:cubicBezTo>
                      <a:pt x="17" y="40"/>
                      <a:pt x="15" y="45"/>
                      <a:pt x="12" y="49"/>
                    </a:cubicBezTo>
                    <a:cubicBezTo>
                      <a:pt x="9" y="54"/>
                      <a:pt x="4" y="58"/>
                      <a:pt x="0" y="6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9" name="Freeform 1559">
                <a:extLst>
                  <a:ext uri="{FF2B5EF4-FFF2-40B4-BE49-F238E27FC236}">
                    <a16:creationId xmlns:a16="http://schemas.microsoft.com/office/drawing/2014/main" id="{E127F17A-76DA-4E40-B8FE-8E06477B4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004"/>
                <a:ext cx="61" cy="77"/>
              </a:xfrm>
              <a:custGeom>
                <a:avLst/>
                <a:gdLst>
                  <a:gd name="T0" fmla="*/ 0 w 34"/>
                  <a:gd name="T1" fmla="*/ 0 h 40"/>
                  <a:gd name="T2" fmla="*/ 74 w 34"/>
                  <a:gd name="T3" fmla="*/ 193 h 40"/>
                  <a:gd name="T4" fmla="*/ 196 w 34"/>
                  <a:gd name="T5" fmla="*/ 28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9" y="7"/>
                      <a:pt x="7" y="18"/>
                      <a:pt x="13" y="27"/>
                    </a:cubicBezTo>
                    <a:cubicBezTo>
                      <a:pt x="18" y="34"/>
                      <a:pt x="27" y="36"/>
                      <a:pt x="34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0" name="Freeform 1560">
                <a:extLst>
                  <a:ext uri="{FF2B5EF4-FFF2-40B4-BE49-F238E27FC236}">
                    <a16:creationId xmlns:a16="http://schemas.microsoft.com/office/drawing/2014/main" id="{40A69060-07AF-4290-B8C7-D8C2967A2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918"/>
                <a:ext cx="27" cy="73"/>
              </a:xfrm>
              <a:custGeom>
                <a:avLst/>
                <a:gdLst>
                  <a:gd name="T0" fmla="*/ 0 w 15"/>
                  <a:gd name="T1" fmla="*/ 0 h 38"/>
                  <a:gd name="T2" fmla="*/ 23 w 15"/>
                  <a:gd name="T3" fmla="*/ 169 h 38"/>
                  <a:gd name="T4" fmla="*/ 88 w 15"/>
                  <a:gd name="T5" fmla="*/ 26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8">
                    <a:moveTo>
                      <a:pt x="0" y="0"/>
                    </a:moveTo>
                    <a:cubicBezTo>
                      <a:pt x="3" y="7"/>
                      <a:pt x="1" y="17"/>
                      <a:pt x="4" y="24"/>
                    </a:cubicBezTo>
                    <a:cubicBezTo>
                      <a:pt x="7" y="30"/>
                      <a:pt x="12" y="33"/>
                      <a:pt x="15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1" name="Freeform 1561">
                <a:extLst>
                  <a:ext uri="{FF2B5EF4-FFF2-40B4-BE49-F238E27FC236}">
                    <a16:creationId xmlns:a16="http://schemas.microsoft.com/office/drawing/2014/main" id="{9A3AADC8-492E-4F61-BF20-B8A06251F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838"/>
                <a:ext cx="24" cy="75"/>
              </a:xfrm>
              <a:custGeom>
                <a:avLst/>
                <a:gdLst>
                  <a:gd name="T0" fmla="*/ 0 w 13"/>
                  <a:gd name="T1" fmla="*/ 0 h 39"/>
                  <a:gd name="T2" fmla="*/ 13 w 13"/>
                  <a:gd name="T3" fmla="*/ 92 h 39"/>
                  <a:gd name="T4" fmla="*/ 31 w 13"/>
                  <a:gd name="T5" fmla="*/ 185 h 39"/>
                  <a:gd name="T6" fmla="*/ 81 w 13"/>
                  <a:gd name="T7" fmla="*/ 27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9">
                    <a:moveTo>
                      <a:pt x="0" y="0"/>
                    </a:moveTo>
                    <a:cubicBezTo>
                      <a:pt x="0" y="4"/>
                      <a:pt x="2" y="9"/>
                      <a:pt x="2" y="13"/>
                    </a:cubicBezTo>
                    <a:cubicBezTo>
                      <a:pt x="3" y="18"/>
                      <a:pt x="3" y="21"/>
                      <a:pt x="5" y="26"/>
                    </a:cubicBezTo>
                    <a:cubicBezTo>
                      <a:pt x="7" y="31"/>
                      <a:pt x="11" y="34"/>
                      <a:pt x="13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2" name="Freeform 1562">
                <a:extLst>
                  <a:ext uri="{FF2B5EF4-FFF2-40B4-BE49-F238E27FC236}">
                    <a16:creationId xmlns:a16="http://schemas.microsoft.com/office/drawing/2014/main" id="{1ECB1436-5C4E-4ED7-A1F1-E6433615A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729"/>
                <a:ext cx="16" cy="95"/>
              </a:xfrm>
              <a:custGeom>
                <a:avLst/>
                <a:gdLst>
                  <a:gd name="T0" fmla="*/ 16 w 9"/>
                  <a:gd name="T1" fmla="*/ 0 h 50"/>
                  <a:gd name="T2" fmla="*/ 12 w 9"/>
                  <a:gd name="T3" fmla="*/ 200 h 50"/>
                  <a:gd name="T4" fmla="*/ 50 w 9"/>
                  <a:gd name="T5" fmla="*/ 336 h 50"/>
                  <a:gd name="T6" fmla="*/ 50 w 9"/>
                  <a:gd name="T7" fmla="*/ 33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0">
                    <a:moveTo>
                      <a:pt x="3" y="0"/>
                    </a:moveTo>
                    <a:cubicBezTo>
                      <a:pt x="3" y="11"/>
                      <a:pt x="0" y="19"/>
                      <a:pt x="2" y="29"/>
                    </a:cubicBezTo>
                    <a:cubicBezTo>
                      <a:pt x="4" y="36"/>
                      <a:pt x="5" y="43"/>
                      <a:pt x="9" y="49"/>
                    </a:cubicBezTo>
                    <a:cubicBezTo>
                      <a:pt x="9" y="50"/>
                      <a:pt x="9" y="49"/>
                      <a:pt x="9" y="4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3" name="Freeform 1563">
                <a:extLst>
                  <a:ext uri="{FF2B5EF4-FFF2-40B4-BE49-F238E27FC236}">
                    <a16:creationId xmlns:a16="http://schemas.microsoft.com/office/drawing/2014/main" id="{4A9B2BF6-6DC2-455A-919B-FFBB3887E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606"/>
                <a:ext cx="16" cy="107"/>
              </a:xfrm>
              <a:custGeom>
                <a:avLst/>
                <a:gdLst>
                  <a:gd name="T0" fmla="*/ 50 w 9"/>
                  <a:gd name="T1" fmla="*/ 0 h 56"/>
                  <a:gd name="T2" fmla="*/ 12 w 9"/>
                  <a:gd name="T3" fmla="*/ 237 h 56"/>
                  <a:gd name="T4" fmla="*/ 50 w 9"/>
                  <a:gd name="T5" fmla="*/ 39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6">
                    <a:moveTo>
                      <a:pt x="9" y="0"/>
                    </a:moveTo>
                    <a:cubicBezTo>
                      <a:pt x="6" y="11"/>
                      <a:pt x="0" y="21"/>
                      <a:pt x="2" y="34"/>
                    </a:cubicBezTo>
                    <a:cubicBezTo>
                      <a:pt x="2" y="40"/>
                      <a:pt x="5" y="52"/>
                      <a:pt x="9" y="5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4" name="Freeform 1564">
                <a:extLst>
                  <a:ext uri="{FF2B5EF4-FFF2-40B4-BE49-F238E27FC236}">
                    <a16:creationId xmlns:a16="http://schemas.microsoft.com/office/drawing/2014/main" id="{A68E5CC2-204A-4515-A259-7FA5ECF3D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403"/>
                <a:ext cx="26" cy="92"/>
              </a:xfrm>
              <a:custGeom>
                <a:avLst/>
                <a:gdLst>
                  <a:gd name="T0" fmla="*/ 89 w 14"/>
                  <a:gd name="T1" fmla="*/ 0 h 48"/>
                  <a:gd name="T2" fmla="*/ 52 w 14"/>
                  <a:gd name="T3" fmla="*/ 77 h 48"/>
                  <a:gd name="T4" fmla="*/ 20 w 14"/>
                  <a:gd name="T5" fmla="*/ 155 h 48"/>
                  <a:gd name="T6" fmla="*/ 7 w 14"/>
                  <a:gd name="T7" fmla="*/ 33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8">
                    <a:moveTo>
                      <a:pt x="14" y="0"/>
                    </a:moveTo>
                    <a:cubicBezTo>
                      <a:pt x="14" y="3"/>
                      <a:pt x="10" y="8"/>
                      <a:pt x="8" y="11"/>
                    </a:cubicBezTo>
                    <a:cubicBezTo>
                      <a:pt x="6" y="14"/>
                      <a:pt x="4" y="18"/>
                      <a:pt x="3" y="22"/>
                    </a:cubicBezTo>
                    <a:cubicBezTo>
                      <a:pt x="1" y="30"/>
                      <a:pt x="0" y="40"/>
                      <a:pt x="1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5" name="Freeform 1565">
                <a:extLst>
                  <a:ext uri="{FF2B5EF4-FFF2-40B4-BE49-F238E27FC236}">
                    <a16:creationId xmlns:a16="http://schemas.microsoft.com/office/drawing/2014/main" id="{58B006FF-56C4-4228-81F9-3B75DBBE8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235"/>
                <a:ext cx="52" cy="69"/>
              </a:xfrm>
              <a:custGeom>
                <a:avLst/>
                <a:gdLst>
                  <a:gd name="T0" fmla="*/ 167 w 29"/>
                  <a:gd name="T1" fmla="*/ 0 h 36"/>
                  <a:gd name="T2" fmla="*/ 86 w 29"/>
                  <a:gd name="T3" fmla="*/ 36 h 36"/>
                  <a:gd name="T4" fmla="*/ 52 w 29"/>
                  <a:gd name="T5" fmla="*/ 92 h 36"/>
                  <a:gd name="T6" fmla="*/ 0 w 29"/>
                  <a:gd name="T7" fmla="*/ 25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6">
                    <a:moveTo>
                      <a:pt x="29" y="0"/>
                    </a:moveTo>
                    <a:cubicBezTo>
                      <a:pt x="24" y="1"/>
                      <a:pt x="19" y="2"/>
                      <a:pt x="15" y="5"/>
                    </a:cubicBezTo>
                    <a:cubicBezTo>
                      <a:pt x="12" y="7"/>
                      <a:pt x="11" y="10"/>
                      <a:pt x="9" y="13"/>
                    </a:cubicBezTo>
                    <a:cubicBezTo>
                      <a:pt x="5" y="20"/>
                      <a:pt x="0" y="29"/>
                      <a:pt x="0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6" name="Freeform 1566">
                <a:extLst>
                  <a:ext uri="{FF2B5EF4-FFF2-40B4-BE49-F238E27FC236}">
                    <a16:creationId xmlns:a16="http://schemas.microsoft.com/office/drawing/2014/main" id="{DAF73A85-B5B5-4311-93A2-883E46361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1170"/>
                <a:ext cx="94" cy="27"/>
              </a:xfrm>
              <a:custGeom>
                <a:avLst/>
                <a:gdLst>
                  <a:gd name="T0" fmla="*/ 307 w 52"/>
                  <a:gd name="T1" fmla="*/ 15 h 14"/>
                  <a:gd name="T2" fmla="*/ 226 w 52"/>
                  <a:gd name="T3" fmla="*/ 0 h 14"/>
                  <a:gd name="T4" fmla="*/ 125 w 52"/>
                  <a:gd name="T5" fmla="*/ 8 h 14"/>
                  <a:gd name="T6" fmla="*/ 0 w 52"/>
                  <a:gd name="T7" fmla="*/ 10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4">
                    <a:moveTo>
                      <a:pt x="52" y="2"/>
                    </a:moveTo>
                    <a:cubicBezTo>
                      <a:pt x="48" y="2"/>
                      <a:pt x="43" y="0"/>
                      <a:pt x="38" y="0"/>
                    </a:cubicBezTo>
                    <a:cubicBezTo>
                      <a:pt x="33" y="0"/>
                      <a:pt x="27" y="0"/>
                      <a:pt x="21" y="1"/>
                    </a:cubicBezTo>
                    <a:cubicBezTo>
                      <a:pt x="13" y="2"/>
                      <a:pt x="4" y="8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7" name="Freeform 1567">
                <a:extLst>
                  <a:ext uri="{FF2B5EF4-FFF2-40B4-BE49-F238E27FC236}">
                    <a16:creationId xmlns:a16="http://schemas.microsoft.com/office/drawing/2014/main" id="{BDC113A5-8468-45AA-B500-FC9A4A78B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181"/>
                <a:ext cx="72" cy="44"/>
              </a:xfrm>
              <a:custGeom>
                <a:avLst/>
                <a:gdLst>
                  <a:gd name="T0" fmla="*/ 0 w 40"/>
                  <a:gd name="T1" fmla="*/ 0 h 23"/>
                  <a:gd name="T2" fmla="*/ 139 w 40"/>
                  <a:gd name="T3" fmla="*/ 36 h 23"/>
                  <a:gd name="T4" fmla="*/ 234 w 40"/>
                  <a:gd name="T5" fmla="*/ 16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8" y="0"/>
                      <a:pt x="17" y="1"/>
                      <a:pt x="24" y="5"/>
                    </a:cubicBezTo>
                    <a:cubicBezTo>
                      <a:pt x="31" y="10"/>
                      <a:pt x="34" y="17"/>
                      <a:pt x="40" y="2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8" name="Freeform 1568">
                <a:extLst>
                  <a:ext uri="{FF2B5EF4-FFF2-40B4-BE49-F238E27FC236}">
                    <a16:creationId xmlns:a16="http://schemas.microsoft.com/office/drawing/2014/main" id="{59D30560-0E8D-4DFD-947D-DCE5A70DE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158"/>
                <a:ext cx="79" cy="39"/>
              </a:xfrm>
              <a:custGeom>
                <a:avLst/>
                <a:gdLst>
                  <a:gd name="T0" fmla="*/ 255 w 44"/>
                  <a:gd name="T1" fmla="*/ 31 h 20"/>
                  <a:gd name="T2" fmla="*/ 174 w 44"/>
                  <a:gd name="T3" fmla="*/ 0 h 20"/>
                  <a:gd name="T4" fmla="*/ 110 w 44"/>
                  <a:gd name="T5" fmla="*/ 31 h 20"/>
                  <a:gd name="T6" fmla="*/ 0 w 44"/>
                  <a:gd name="T7" fmla="*/ 14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0">
                    <a:moveTo>
                      <a:pt x="44" y="4"/>
                    </a:moveTo>
                    <a:cubicBezTo>
                      <a:pt x="39" y="4"/>
                      <a:pt x="35" y="0"/>
                      <a:pt x="30" y="0"/>
                    </a:cubicBezTo>
                    <a:cubicBezTo>
                      <a:pt x="26" y="1"/>
                      <a:pt x="22" y="2"/>
                      <a:pt x="19" y="4"/>
                    </a:cubicBezTo>
                    <a:cubicBezTo>
                      <a:pt x="11" y="8"/>
                      <a:pt x="4" y="12"/>
                      <a:pt x="0" y="2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9" name="Freeform 1569">
                <a:extLst>
                  <a:ext uri="{FF2B5EF4-FFF2-40B4-BE49-F238E27FC236}">
                    <a16:creationId xmlns:a16="http://schemas.microsoft.com/office/drawing/2014/main" id="{DC74D0BF-8357-4E73-B192-EE965376E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269"/>
                <a:ext cx="38" cy="35"/>
              </a:xfrm>
              <a:custGeom>
                <a:avLst/>
                <a:gdLst>
                  <a:gd name="T0" fmla="*/ 125 w 21"/>
                  <a:gd name="T1" fmla="*/ 132 h 18"/>
                  <a:gd name="T2" fmla="*/ 52 w 21"/>
                  <a:gd name="T3" fmla="*/ 53 h 18"/>
                  <a:gd name="T4" fmla="*/ 16 w 21"/>
                  <a:gd name="T5" fmla="*/ 23 h 18"/>
                  <a:gd name="T6" fmla="*/ 0 w 21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21" y="18"/>
                    </a:moveTo>
                    <a:cubicBezTo>
                      <a:pt x="17" y="16"/>
                      <a:pt x="13" y="11"/>
                      <a:pt x="9" y="7"/>
                    </a:cubicBezTo>
                    <a:cubicBezTo>
                      <a:pt x="7" y="6"/>
                      <a:pt x="5" y="5"/>
                      <a:pt x="3" y="3"/>
                    </a:cubicBez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0" name="Freeform 1570">
                <a:extLst>
                  <a:ext uri="{FF2B5EF4-FFF2-40B4-BE49-F238E27FC236}">
                    <a16:creationId xmlns:a16="http://schemas.microsoft.com/office/drawing/2014/main" id="{A52D1329-26E0-4521-A0FD-E95E15721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160"/>
                <a:ext cx="81" cy="21"/>
              </a:xfrm>
              <a:custGeom>
                <a:avLst/>
                <a:gdLst>
                  <a:gd name="T0" fmla="*/ 263 w 45"/>
                  <a:gd name="T1" fmla="*/ 76 h 11"/>
                  <a:gd name="T2" fmla="*/ 211 w 45"/>
                  <a:gd name="T3" fmla="*/ 21 h 11"/>
                  <a:gd name="T4" fmla="*/ 146 w 45"/>
                  <a:gd name="T5" fmla="*/ 8 h 11"/>
                  <a:gd name="T6" fmla="*/ 74 w 45"/>
                  <a:gd name="T7" fmla="*/ 0 h 11"/>
                  <a:gd name="T8" fmla="*/ 0 w 45"/>
                  <a:gd name="T9" fmla="*/ 2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">
                    <a:moveTo>
                      <a:pt x="45" y="11"/>
                    </a:moveTo>
                    <a:cubicBezTo>
                      <a:pt x="42" y="9"/>
                      <a:pt x="40" y="5"/>
                      <a:pt x="36" y="3"/>
                    </a:cubicBezTo>
                    <a:cubicBezTo>
                      <a:pt x="32" y="2"/>
                      <a:pt x="28" y="1"/>
                      <a:pt x="25" y="1"/>
                    </a:cubicBezTo>
                    <a:cubicBezTo>
                      <a:pt x="21" y="0"/>
                      <a:pt x="17" y="0"/>
                      <a:pt x="13" y="0"/>
                    </a:cubicBezTo>
                    <a:cubicBezTo>
                      <a:pt x="8" y="0"/>
                      <a:pt x="5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1" name="Freeform 1571">
                <a:extLst>
                  <a:ext uri="{FF2B5EF4-FFF2-40B4-BE49-F238E27FC236}">
                    <a16:creationId xmlns:a16="http://schemas.microsoft.com/office/drawing/2014/main" id="{264AB2AC-7BF7-4E1D-ABB0-BDC80A8C6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134"/>
                <a:ext cx="57" cy="23"/>
              </a:xfrm>
              <a:custGeom>
                <a:avLst/>
                <a:gdLst>
                  <a:gd name="T0" fmla="*/ 29 w 32"/>
                  <a:gd name="T1" fmla="*/ 84 h 12"/>
                  <a:gd name="T2" fmla="*/ 16 w 32"/>
                  <a:gd name="T3" fmla="*/ 15 h 12"/>
                  <a:gd name="T4" fmla="*/ 102 w 32"/>
                  <a:gd name="T5" fmla="*/ 8 h 12"/>
                  <a:gd name="T6" fmla="*/ 143 w 32"/>
                  <a:gd name="T7" fmla="*/ 15 h 12"/>
                  <a:gd name="T8" fmla="*/ 175 w 32"/>
                  <a:gd name="T9" fmla="*/ 23 h 12"/>
                  <a:gd name="T10" fmla="*/ 167 w 32"/>
                  <a:gd name="T11" fmla="*/ 84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2">
                    <a:moveTo>
                      <a:pt x="5" y="12"/>
                    </a:moveTo>
                    <a:cubicBezTo>
                      <a:pt x="2" y="11"/>
                      <a:pt x="0" y="4"/>
                      <a:pt x="3" y="2"/>
                    </a:cubicBezTo>
                    <a:cubicBezTo>
                      <a:pt x="8" y="0"/>
                      <a:pt x="13" y="1"/>
                      <a:pt x="18" y="1"/>
                    </a:cubicBezTo>
                    <a:cubicBezTo>
                      <a:pt x="21" y="2"/>
                      <a:pt x="23" y="2"/>
                      <a:pt x="25" y="2"/>
                    </a:cubicBezTo>
                    <a:cubicBezTo>
                      <a:pt x="27" y="2"/>
                      <a:pt x="30" y="1"/>
                      <a:pt x="31" y="3"/>
                    </a:cubicBezTo>
                    <a:cubicBezTo>
                      <a:pt x="32" y="5"/>
                      <a:pt x="32" y="11"/>
                      <a:pt x="3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2" name="Freeform 1572">
                <a:extLst>
                  <a:ext uri="{FF2B5EF4-FFF2-40B4-BE49-F238E27FC236}">
                    <a16:creationId xmlns:a16="http://schemas.microsoft.com/office/drawing/2014/main" id="{D72633A6-65D2-43CA-AC7D-16509B443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114"/>
                <a:ext cx="50" cy="29"/>
              </a:xfrm>
              <a:custGeom>
                <a:avLst/>
                <a:gdLst>
                  <a:gd name="T0" fmla="*/ 13 w 28"/>
                  <a:gd name="T1" fmla="*/ 0 h 15"/>
                  <a:gd name="T2" fmla="*/ 0 w 28"/>
                  <a:gd name="T3" fmla="*/ 23 h 15"/>
                  <a:gd name="T4" fmla="*/ 0 w 28"/>
                  <a:gd name="T5" fmla="*/ 56 h 15"/>
                  <a:gd name="T6" fmla="*/ 29 w 28"/>
                  <a:gd name="T7" fmla="*/ 72 h 15"/>
                  <a:gd name="T8" fmla="*/ 73 w 28"/>
                  <a:gd name="T9" fmla="*/ 79 h 15"/>
                  <a:gd name="T10" fmla="*/ 114 w 28"/>
                  <a:gd name="T11" fmla="*/ 93 h 15"/>
                  <a:gd name="T12" fmla="*/ 146 w 28"/>
                  <a:gd name="T13" fmla="*/ 93 h 15"/>
                  <a:gd name="T14" fmla="*/ 154 w 28"/>
                  <a:gd name="T15" fmla="*/ 64 h 15"/>
                  <a:gd name="T16" fmla="*/ 154 w 28"/>
                  <a:gd name="T17" fmla="*/ 52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" y="0"/>
                    </a:moveTo>
                    <a:cubicBezTo>
                      <a:pt x="0" y="0"/>
                      <a:pt x="0" y="2"/>
                      <a:pt x="0" y="3"/>
                    </a:cubicBezTo>
                    <a:cubicBezTo>
                      <a:pt x="0" y="4"/>
                      <a:pt x="0" y="7"/>
                      <a:pt x="0" y="8"/>
                    </a:cubicBezTo>
                    <a:cubicBezTo>
                      <a:pt x="1" y="10"/>
                      <a:pt x="4" y="10"/>
                      <a:pt x="5" y="10"/>
                    </a:cubicBezTo>
                    <a:cubicBezTo>
                      <a:pt x="8" y="10"/>
                      <a:pt x="10" y="10"/>
                      <a:pt x="13" y="11"/>
                    </a:cubicBezTo>
                    <a:cubicBezTo>
                      <a:pt x="15" y="11"/>
                      <a:pt x="18" y="12"/>
                      <a:pt x="20" y="13"/>
                    </a:cubicBezTo>
                    <a:cubicBezTo>
                      <a:pt x="22" y="14"/>
                      <a:pt x="24" y="15"/>
                      <a:pt x="26" y="13"/>
                    </a:cubicBezTo>
                    <a:cubicBezTo>
                      <a:pt x="27" y="13"/>
                      <a:pt x="27" y="10"/>
                      <a:pt x="27" y="9"/>
                    </a:cubicBezTo>
                    <a:cubicBezTo>
                      <a:pt x="28" y="8"/>
                      <a:pt x="28" y="7"/>
                      <a:pt x="27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3" name="Freeform 1573">
                <a:extLst>
                  <a:ext uri="{FF2B5EF4-FFF2-40B4-BE49-F238E27FC236}">
                    <a16:creationId xmlns:a16="http://schemas.microsoft.com/office/drawing/2014/main" id="{2ED4193C-CF52-4AE7-8025-1CE6EB787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120"/>
                <a:ext cx="12" cy="17"/>
              </a:xfrm>
              <a:custGeom>
                <a:avLst/>
                <a:gdLst>
                  <a:gd name="T0" fmla="*/ 36 w 7"/>
                  <a:gd name="T1" fmla="*/ 60 h 9"/>
                  <a:gd name="T2" fmla="*/ 21 w 7"/>
                  <a:gd name="T3" fmla="*/ 32 h 9"/>
                  <a:gd name="T4" fmla="*/ 9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4" y="9"/>
                      <a:pt x="5" y="7"/>
                      <a:pt x="4" y="5"/>
                    </a:cubicBezTo>
                    <a:cubicBezTo>
                      <a:pt x="4" y="4"/>
                      <a:pt x="0" y="0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4" name="Freeform 1574">
                <a:extLst>
                  <a:ext uri="{FF2B5EF4-FFF2-40B4-BE49-F238E27FC236}">
                    <a16:creationId xmlns:a16="http://schemas.microsoft.com/office/drawing/2014/main" id="{370C29F2-B571-4A4C-AEAC-01C8C84F3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130"/>
                <a:ext cx="5" cy="7"/>
              </a:xfrm>
              <a:custGeom>
                <a:avLst/>
                <a:gdLst>
                  <a:gd name="T0" fmla="*/ 0 w 3"/>
                  <a:gd name="T1" fmla="*/ 21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4"/>
                      <a:pt x="2" y="1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5" name="Freeform 1575">
                <a:extLst>
                  <a:ext uri="{FF2B5EF4-FFF2-40B4-BE49-F238E27FC236}">
                    <a16:creationId xmlns:a16="http://schemas.microsoft.com/office/drawing/2014/main" id="{68B4BB4B-BCC9-4246-945F-1BDD9414F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112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6" name="Freeform 1576">
                <a:extLst>
                  <a:ext uri="{FF2B5EF4-FFF2-40B4-BE49-F238E27FC236}">
                    <a16:creationId xmlns:a16="http://schemas.microsoft.com/office/drawing/2014/main" id="{A47BF2C7-A768-4B03-9715-ABB1D8152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134"/>
                <a:ext cx="8" cy="5"/>
              </a:xfrm>
              <a:custGeom>
                <a:avLst/>
                <a:gdLst>
                  <a:gd name="T0" fmla="*/ 32 w 4"/>
                  <a:gd name="T1" fmla="*/ 0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1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7" name="Freeform 1577">
                <a:extLst>
                  <a:ext uri="{FF2B5EF4-FFF2-40B4-BE49-F238E27FC236}">
                    <a16:creationId xmlns:a16="http://schemas.microsoft.com/office/drawing/2014/main" id="{2069B97A-5ABE-4BB5-9898-973F67934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141"/>
                <a:ext cx="11" cy="27"/>
              </a:xfrm>
              <a:custGeom>
                <a:avLst/>
                <a:gdLst>
                  <a:gd name="T0" fmla="*/ 7 w 6"/>
                  <a:gd name="T1" fmla="*/ 0 h 14"/>
                  <a:gd name="T2" fmla="*/ 20 w 6"/>
                  <a:gd name="T3" fmla="*/ 56 h 14"/>
                  <a:gd name="T4" fmla="*/ 0 w 6"/>
                  <a:gd name="T5" fmla="*/ 10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1" y="0"/>
                    </a:moveTo>
                    <a:cubicBezTo>
                      <a:pt x="6" y="2"/>
                      <a:pt x="3" y="5"/>
                      <a:pt x="3" y="8"/>
                    </a:cubicBezTo>
                    <a:cubicBezTo>
                      <a:pt x="2" y="10"/>
                      <a:pt x="2" y="14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8" name="Freeform 1578">
                <a:extLst>
                  <a:ext uri="{FF2B5EF4-FFF2-40B4-BE49-F238E27FC236}">
                    <a16:creationId xmlns:a16="http://schemas.microsoft.com/office/drawing/2014/main" id="{F7253D5D-B454-45BD-A476-BEBB106CE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134"/>
                <a:ext cx="51" cy="21"/>
              </a:xfrm>
              <a:custGeom>
                <a:avLst/>
                <a:gdLst>
                  <a:gd name="T0" fmla="*/ 169 w 28"/>
                  <a:gd name="T1" fmla="*/ 0 h 11"/>
                  <a:gd name="T2" fmla="*/ 162 w 28"/>
                  <a:gd name="T3" fmla="*/ 15 h 11"/>
                  <a:gd name="T4" fmla="*/ 133 w 28"/>
                  <a:gd name="T5" fmla="*/ 36 h 11"/>
                  <a:gd name="T6" fmla="*/ 73 w 28"/>
                  <a:gd name="T7" fmla="*/ 55 h 11"/>
                  <a:gd name="T8" fmla="*/ 16 w 28"/>
                  <a:gd name="T9" fmla="*/ 55 h 11"/>
                  <a:gd name="T10" fmla="*/ 7 w 28"/>
                  <a:gd name="T11" fmla="*/ 2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1">
                    <a:moveTo>
                      <a:pt x="28" y="0"/>
                    </a:moveTo>
                    <a:cubicBezTo>
                      <a:pt x="28" y="1"/>
                      <a:pt x="28" y="2"/>
                      <a:pt x="27" y="2"/>
                    </a:cubicBezTo>
                    <a:cubicBezTo>
                      <a:pt x="26" y="3"/>
                      <a:pt x="24" y="4"/>
                      <a:pt x="22" y="5"/>
                    </a:cubicBezTo>
                    <a:cubicBezTo>
                      <a:pt x="19" y="7"/>
                      <a:pt x="16" y="7"/>
                      <a:pt x="12" y="8"/>
                    </a:cubicBezTo>
                    <a:cubicBezTo>
                      <a:pt x="9" y="8"/>
                      <a:pt x="6" y="11"/>
                      <a:pt x="3" y="8"/>
                    </a:cubicBezTo>
                    <a:cubicBezTo>
                      <a:pt x="3" y="8"/>
                      <a:pt x="0" y="4"/>
                      <a:pt x="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9" name="Freeform 1579">
                <a:extLst>
                  <a:ext uri="{FF2B5EF4-FFF2-40B4-BE49-F238E27FC236}">
                    <a16:creationId xmlns:a16="http://schemas.microsoft.com/office/drawing/2014/main" id="{11EF7554-B154-4B60-B264-7C01BAC43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153"/>
                <a:ext cx="10" cy="19"/>
              </a:xfrm>
              <a:custGeom>
                <a:avLst/>
                <a:gdLst>
                  <a:gd name="T0" fmla="*/ 28 w 6"/>
                  <a:gd name="T1" fmla="*/ 61 h 10"/>
                  <a:gd name="T2" fmla="*/ 13 w 6"/>
                  <a:gd name="T3" fmla="*/ 61 h 10"/>
                  <a:gd name="T4" fmla="*/ 5 w 6"/>
                  <a:gd name="T5" fmla="*/ 36 h 10"/>
                  <a:gd name="T6" fmla="*/ 5 w 6"/>
                  <a:gd name="T7" fmla="*/ 15 h 10"/>
                  <a:gd name="T8" fmla="*/ 0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9"/>
                    </a:moveTo>
                    <a:cubicBezTo>
                      <a:pt x="5" y="9"/>
                      <a:pt x="4" y="10"/>
                      <a:pt x="3" y="9"/>
                    </a:cubicBezTo>
                    <a:cubicBezTo>
                      <a:pt x="2" y="8"/>
                      <a:pt x="1" y="6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0" name="Freeform 1580">
                <a:extLst>
                  <a:ext uri="{FF2B5EF4-FFF2-40B4-BE49-F238E27FC236}">
                    <a16:creationId xmlns:a16="http://schemas.microsoft.com/office/drawing/2014/main" id="{46987091-56FF-4254-B6FA-6E1B00EDF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143"/>
                <a:ext cx="7" cy="2"/>
              </a:xfrm>
              <a:custGeom>
                <a:avLst/>
                <a:gdLst>
                  <a:gd name="T0" fmla="*/ 0 w 4"/>
                  <a:gd name="T1" fmla="*/ 0 h 1"/>
                  <a:gd name="T2" fmla="*/ 21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4" y="0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1" name="Freeform 1581">
                <a:extLst>
                  <a:ext uri="{FF2B5EF4-FFF2-40B4-BE49-F238E27FC236}">
                    <a16:creationId xmlns:a16="http://schemas.microsoft.com/office/drawing/2014/main" id="{FD4E23D5-DEEF-4D98-9EE9-506A83E35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157"/>
                <a:ext cx="50" cy="28"/>
              </a:xfrm>
              <a:custGeom>
                <a:avLst/>
                <a:gdLst>
                  <a:gd name="T0" fmla="*/ 159 w 28"/>
                  <a:gd name="T1" fmla="*/ 0 h 15"/>
                  <a:gd name="T2" fmla="*/ 146 w 28"/>
                  <a:gd name="T3" fmla="*/ 21 h 15"/>
                  <a:gd name="T4" fmla="*/ 138 w 28"/>
                  <a:gd name="T5" fmla="*/ 21 h 15"/>
                  <a:gd name="T6" fmla="*/ 121 w 28"/>
                  <a:gd name="T7" fmla="*/ 24 h 15"/>
                  <a:gd name="T8" fmla="*/ 68 w 28"/>
                  <a:gd name="T9" fmla="*/ 60 h 15"/>
                  <a:gd name="T10" fmla="*/ 29 w 28"/>
                  <a:gd name="T11" fmla="*/ 91 h 15"/>
                  <a:gd name="T12" fmla="*/ 0 w 28"/>
                  <a:gd name="T13" fmla="*/ 6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28" y="0"/>
                    </a:moveTo>
                    <a:cubicBezTo>
                      <a:pt x="27" y="1"/>
                      <a:pt x="28" y="2"/>
                      <a:pt x="26" y="3"/>
                    </a:cubicBezTo>
                    <a:cubicBezTo>
                      <a:pt x="26" y="3"/>
                      <a:pt x="25" y="3"/>
                      <a:pt x="24" y="3"/>
                    </a:cubicBezTo>
                    <a:cubicBezTo>
                      <a:pt x="23" y="3"/>
                      <a:pt x="22" y="4"/>
                      <a:pt x="21" y="4"/>
                    </a:cubicBezTo>
                    <a:cubicBezTo>
                      <a:pt x="17" y="4"/>
                      <a:pt x="14" y="7"/>
                      <a:pt x="12" y="9"/>
                    </a:cubicBezTo>
                    <a:cubicBezTo>
                      <a:pt x="10" y="11"/>
                      <a:pt x="7" y="15"/>
                      <a:pt x="5" y="14"/>
                    </a:cubicBezTo>
                    <a:cubicBezTo>
                      <a:pt x="3" y="14"/>
                      <a:pt x="0" y="11"/>
                      <a:pt x="0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2" name="Freeform 1582">
                <a:extLst>
                  <a:ext uri="{FF2B5EF4-FFF2-40B4-BE49-F238E27FC236}">
                    <a16:creationId xmlns:a16="http://schemas.microsoft.com/office/drawing/2014/main" id="{52771B7A-8896-4E2C-A8F8-5FB56C2BD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151"/>
                <a:ext cx="4" cy="7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1"/>
                      <a:pt x="2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3" name="Freeform 1583">
                <a:extLst>
                  <a:ext uri="{FF2B5EF4-FFF2-40B4-BE49-F238E27FC236}">
                    <a16:creationId xmlns:a16="http://schemas.microsoft.com/office/drawing/2014/main" id="{108F1B53-7774-4F14-9B72-C152A2C04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141"/>
                <a:ext cx="47" cy="25"/>
              </a:xfrm>
              <a:custGeom>
                <a:avLst/>
                <a:gdLst>
                  <a:gd name="T0" fmla="*/ 7 w 26"/>
                  <a:gd name="T1" fmla="*/ 0 h 13"/>
                  <a:gd name="T2" fmla="*/ 0 w 26"/>
                  <a:gd name="T3" fmla="*/ 15 h 13"/>
                  <a:gd name="T4" fmla="*/ 24 w 26"/>
                  <a:gd name="T5" fmla="*/ 23 h 13"/>
                  <a:gd name="T6" fmla="*/ 94 w 26"/>
                  <a:gd name="T7" fmla="*/ 77 h 13"/>
                  <a:gd name="T8" fmla="*/ 118 w 26"/>
                  <a:gd name="T9" fmla="*/ 92 h 13"/>
                  <a:gd name="T10" fmla="*/ 141 w 26"/>
                  <a:gd name="T11" fmla="*/ 63 h 13"/>
                  <a:gd name="T12" fmla="*/ 146 w 26"/>
                  <a:gd name="T13" fmla="*/ 2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4"/>
                      <a:pt x="3" y="3"/>
                      <a:pt x="4" y="3"/>
                    </a:cubicBezTo>
                    <a:cubicBezTo>
                      <a:pt x="9" y="4"/>
                      <a:pt x="13" y="7"/>
                      <a:pt x="16" y="11"/>
                    </a:cubicBezTo>
                    <a:cubicBezTo>
                      <a:pt x="17" y="12"/>
                      <a:pt x="18" y="13"/>
                      <a:pt x="20" y="13"/>
                    </a:cubicBezTo>
                    <a:cubicBezTo>
                      <a:pt x="22" y="12"/>
                      <a:pt x="23" y="11"/>
                      <a:pt x="24" y="9"/>
                    </a:cubicBezTo>
                    <a:cubicBezTo>
                      <a:pt x="24" y="7"/>
                      <a:pt x="26" y="6"/>
                      <a:pt x="25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4" name="Freeform 1584">
                <a:extLst>
                  <a:ext uri="{FF2B5EF4-FFF2-40B4-BE49-F238E27FC236}">
                    <a16:creationId xmlns:a16="http://schemas.microsoft.com/office/drawing/2014/main" id="{F51CD927-E0E6-46E2-83D0-419F1403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153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5" name="Freeform 1585">
                <a:extLst>
                  <a:ext uri="{FF2B5EF4-FFF2-40B4-BE49-F238E27FC236}">
                    <a16:creationId xmlns:a16="http://schemas.microsoft.com/office/drawing/2014/main" id="{16BDC43F-05E9-485B-BCE6-D8CD94377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166"/>
                <a:ext cx="13" cy="23"/>
              </a:xfrm>
              <a:custGeom>
                <a:avLst/>
                <a:gdLst>
                  <a:gd name="T0" fmla="*/ 32 w 7"/>
                  <a:gd name="T1" fmla="*/ 0 h 12"/>
                  <a:gd name="T2" fmla="*/ 20 w 7"/>
                  <a:gd name="T3" fmla="*/ 44 h 12"/>
                  <a:gd name="T4" fmla="*/ 0 w 7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cubicBezTo>
                      <a:pt x="7" y="3"/>
                      <a:pt x="4" y="4"/>
                      <a:pt x="3" y="6"/>
                    </a:cubicBezTo>
                    <a:cubicBezTo>
                      <a:pt x="2" y="7"/>
                      <a:pt x="1" y="12"/>
                      <a:pt x="0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6" name="Freeform 1586">
                <a:extLst>
                  <a:ext uri="{FF2B5EF4-FFF2-40B4-BE49-F238E27FC236}">
                    <a16:creationId xmlns:a16="http://schemas.microsoft.com/office/drawing/2014/main" id="{808FB4B2-65BD-4553-BA0D-DAE01FE00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149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7" name="Freeform 1587">
                <a:extLst>
                  <a:ext uri="{FF2B5EF4-FFF2-40B4-BE49-F238E27FC236}">
                    <a16:creationId xmlns:a16="http://schemas.microsoft.com/office/drawing/2014/main" id="{7D1531BB-53F3-40B5-8D9D-73E96309E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164"/>
                <a:ext cx="54" cy="44"/>
              </a:xfrm>
              <a:custGeom>
                <a:avLst/>
                <a:gdLst>
                  <a:gd name="T0" fmla="*/ 16 w 30"/>
                  <a:gd name="T1" fmla="*/ 0 h 23"/>
                  <a:gd name="T2" fmla="*/ 16 w 30"/>
                  <a:gd name="T3" fmla="*/ 40 h 23"/>
                  <a:gd name="T4" fmla="*/ 65 w 30"/>
                  <a:gd name="T5" fmla="*/ 77 h 23"/>
                  <a:gd name="T6" fmla="*/ 104 w 30"/>
                  <a:gd name="T7" fmla="*/ 124 h 23"/>
                  <a:gd name="T8" fmla="*/ 133 w 30"/>
                  <a:gd name="T9" fmla="*/ 140 h 23"/>
                  <a:gd name="T10" fmla="*/ 162 w 30"/>
                  <a:gd name="T11" fmla="*/ 121 h 23"/>
                  <a:gd name="T12" fmla="*/ 169 w 30"/>
                  <a:gd name="T13" fmla="*/ 8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3">
                    <a:moveTo>
                      <a:pt x="3" y="0"/>
                    </a:moveTo>
                    <a:cubicBezTo>
                      <a:pt x="1" y="2"/>
                      <a:pt x="0" y="5"/>
                      <a:pt x="3" y="6"/>
                    </a:cubicBezTo>
                    <a:cubicBezTo>
                      <a:pt x="6" y="7"/>
                      <a:pt x="8" y="9"/>
                      <a:pt x="11" y="11"/>
                    </a:cubicBezTo>
                    <a:cubicBezTo>
                      <a:pt x="14" y="13"/>
                      <a:pt x="16" y="15"/>
                      <a:pt x="18" y="18"/>
                    </a:cubicBezTo>
                    <a:cubicBezTo>
                      <a:pt x="20" y="20"/>
                      <a:pt x="21" y="23"/>
                      <a:pt x="23" y="20"/>
                    </a:cubicBezTo>
                    <a:cubicBezTo>
                      <a:pt x="25" y="19"/>
                      <a:pt x="27" y="18"/>
                      <a:pt x="28" y="17"/>
                    </a:cubicBezTo>
                    <a:cubicBezTo>
                      <a:pt x="29" y="16"/>
                      <a:pt x="30" y="13"/>
                      <a:pt x="29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8" name="Freeform 1588">
                <a:extLst>
                  <a:ext uri="{FF2B5EF4-FFF2-40B4-BE49-F238E27FC236}">
                    <a16:creationId xmlns:a16="http://schemas.microsoft.com/office/drawing/2014/main" id="{8579E8D7-1FC1-43DA-B746-BF648BF3F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176"/>
                <a:ext cx="6" cy="1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9" name="Freeform 1589">
                <a:extLst>
                  <a:ext uri="{FF2B5EF4-FFF2-40B4-BE49-F238E27FC236}">
                    <a16:creationId xmlns:a16="http://schemas.microsoft.com/office/drawing/2014/main" id="{49704E4B-29B6-477D-A913-05FF1E092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202"/>
                <a:ext cx="15" cy="14"/>
              </a:xfrm>
              <a:custGeom>
                <a:avLst/>
                <a:gdLst>
                  <a:gd name="T0" fmla="*/ 39 w 8"/>
                  <a:gd name="T1" fmla="*/ 0 h 7"/>
                  <a:gd name="T2" fmla="*/ 21 w 8"/>
                  <a:gd name="T3" fmla="*/ 32 h 7"/>
                  <a:gd name="T4" fmla="*/ 0 w 8"/>
                  <a:gd name="T5" fmla="*/ 5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8" y="2"/>
                      <a:pt x="4" y="3"/>
                      <a:pt x="3" y="4"/>
                    </a:cubicBezTo>
                    <a:cubicBezTo>
                      <a:pt x="2" y="5"/>
                      <a:pt x="1" y="7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0" name="Freeform 1590">
                <a:extLst>
                  <a:ext uri="{FF2B5EF4-FFF2-40B4-BE49-F238E27FC236}">
                    <a16:creationId xmlns:a16="http://schemas.microsoft.com/office/drawing/2014/main" id="{6370E68E-1ADE-47C0-AC6F-CA252FB5D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185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1" name="Freeform 1591">
                <a:extLst>
                  <a:ext uri="{FF2B5EF4-FFF2-40B4-BE49-F238E27FC236}">
                    <a16:creationId xmlns:a16="http://schemas.microsoft.com/office/drawing/2014/main" id="{B9EA4B87-2BE0-44CB-B3B6-0939088A3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164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2" name="Freeform 1592">
                <a:extLst>
                  <a:ext uri="{FF2B5EF4-FFF2-40B4-BE49-F238E27FC236}">
                    <a16:creationId xmlns:a16="http://schemas.microsoft.com/office/drawing/2014/main" id="{9C77E9B3-1665-4EF0-81E2-7D2B1DC14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1206"/>
                <a:ext cx="40" cy="60"/>
              </a:xfrm>
              <a:custGeom>
                <a:avLst/>
                <a:gdLst>
                  <a:gd name="T0" fmla="*/ 0 w 22"/>
                  <a:gd name="T1" fmla="*/ 8 h 31"/>
                  <a:gd name="T2" fmla="*/ 44 w 22"/>
                  <a:gd name="T3" fmla="*/ 64 h 31"/>
                  <a:gd name="T4" fmla="*/ 96 w 22"/>
                  <a:gd name="T5" fmla="*/ 139 h 31"/>
                  <a:gd name="T6" fmla="*/ 118 w 22"/>
                  <a:gd name="T7" fmla="*/ 209 h 31"/>
                  <a:gd name="T8" fmla="*/ 89 w 22"/>
                  <a:gd name="T9" fmla="*/ 22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0" y="1"/>
                    </a:moveTo>
                    <a:cubicBezTo>
                      <a:pt x="3" y="0"/>
                      <a:pt x="6" y="7"/>
                      <a:pt x="7" y="9"/>
                    </a:cubicBezTo>
                    <a:cubicBezTo>
                      <a:pt x="10" y="13"/>
                      <a:pt x="13" y="16"/>
                      <a:pt x="16" y="19"/>
                    </a:cubicBezTo>
                    <a:cubicBezTo>
                      <a:pt x="18" y="21"/>
                      <a:pt x="22" y="27"/>
                      <a:pt x="20" y="29"/>
                    </a:cubicBezTo>
                    <a:cubicBezTo>
                      <a:pt x="20" y="30"/>
                      <a:pt x="15" y="31"/>
                      <a:pt x="15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3" name="Freeform 1593">
                <a:extLst>
                  <a:ext uri="{FF2B5EF4-FFF2-40B4-BE49-F238E27FC236}">
                    <a16:creationId xmlns:a16="http://schemas.microsoft.com/office/drawing/2014/main" id="{EAADF20E-ADD6-45F6-BD83-EDDD2B12A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191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3" y="0"/>
                      <a:pt x="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4" name="Freeform 1594">
                <a:extLst>
                  <a:ext uri="{FF2B5EF4-FFF2-40B4-BE49-F238E27FC236}">
                    <a16:creationId xmlns:a16="http://schemas.microsoft.com/office/drawing/2014/main" id="{C22A496D-E737-4F89-87B1-1E18BEA7F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237"/>
                <a:ext cx="22" cy="25"/>
              </a:xfrm>
              <a:custGeom>
                <a:avLst/>
                <a:gdLst>
                  <a:gd name="T0" fmla="*/ 68 w 12"/>
                  <a:gd name="T1" fmla="*/ 0 h 13"/>
                  <a:gd name="T2" fmla="*/ 68 w 12"/>
                  <a:gd name="T3" fmla="*/ 37 h 13"/>
                  <a:gd name="T4" fmla="*/ 44 w 12"/>
                  <a:gd name="T5" fmla="*/ 48 h 13"/>
                  <a:gd name="T6" fmla="*/ 0 w 12"/>
                  <a:gd name="T7" fmla="*/ 7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1" y="0"/>
                    </a:moveTo>
                    <a:cubicBezTo>
                      <a:pt x="11" y="1"/>
                      <a:pt x="12" y="4"/>
                      <a:pt x="11" y="5"/>
                    </a:cubicBezTo>
                    <a:cubicBezTo>
                      <a:pt x="11" y="6"/>
                      <a:pt x="8" y="7"/>
                      <a:pt x="7" y="7"/>
                    </a:cubicBezTo>
                    <a:cubicBezTo>
                      <a:pt x="5" y="9"/>
                      <a:pt x="3" y="13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5" name="Freeform 1595">
                <a:extLst>
                  <a:ext uri="{FF2B5EF4-FFF2-40B4-BE49-F238E27FC236}">
                    <a16:creationId xmlns:a16="http://schemas.microsoft.com/office/drawing/2014/main" id="{06BCEFFC-2F94-4E16-825E-CAACA0BCA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206"/>
                <a:ext cx="1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6" name="Freeform 1596">
                <a:extLst>
                  <a:ext uri="{FF2B5EF4-FFF2-40B4-BE49-F238E27FC236}">
                    <a16:creationId xmlns:a16="http://schemas.microsoft.com/office/drawing/2014/main" id="{35E6F16B-7295-4E04-ACCF-F687A28E9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260"/>
                <a:ext cx="40" cy="73"/>
              </a:xfrm>
              <a:custGeom>
                <a:avLst/>
                <a:gdLst>
                  <a:gd name="T0" fmla="*/ 82 w 22"/>
                  <a:gd name="T1" fmla="*/ 248 h 38"/>
                  <a:gd name="T2" fmla="*/ 125 w 22"/>
                  <a:gd name="T3" fmla="*/ 232 h 38"/>
                  <a:gd name="T4" fmla="*/ 118 w 22"/>
                  <a:gd name="T5" fmla="*/ 184 h 38"/>
                  <a:gd name="T6" fmla="*/ 102 w 22"/>
                  <a:gd name="T7" fmla="*/ 121 h 38"/>
                  <a:gd name="T8" fmla="*/ 44 w 22"/>
                  <a:gd name="T9" fmla="*/ 29 h 38"/>
                  <a:gd name="T10" fmla="*/ 24 w 22"/>
                  <a:gd name="T11" fmla="*/ 0 h 38"/>
                  <a:gd name="T12" fmla="*/ 0 w 22"/>
                  <a:gd name="T13" fmla="*/ 1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8">
                    <a:moveTo>
                      <a:pt x="14" y="35"/>
                    </a:moveTo>
                    <a:cubicBezTo>
                      <a:pt x="15" y="38"/>
                      <a:pt x="21" y="34"/>
                      <a:pt x="21" y="33"/>
                    </a:cubicBezTo>
                    <a:cubicBezTo>
                      <a:pt x="22" y="31"/>
                      <a:pt x="20" y="28"/>
                      <a:pt x="20" y="26"/>
                    </a:cubicBezTo>
                    <a:cubicBezTo>
                      <a:pt x="19" y="23"/>
                      <a:pt x="18" y="20"/>
                      <a:pt x="17" y="17"/>
                    </a:cubicBezTo>
                    <a:cubicBezTo>
                      <a:pt x="14" y="12"/>
                      <a:pt x="9" y="10"/>
                      <a:pt x="7" y="4"/>
                    </a:cubicBezTo>
                    <a:cubicBezTo>
                      <a:pt x="6" y="3"/>
                      <a:pt x="6" y="0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7" name="Freeform 1597">
                <a:extLst>
                  <a:ext uri="{FF2B5EF4-FFF2-40B4-BE49-F238E27FC236}">
                    <a16:creationId xmlns:a16="http://schemas.microsoft.com/office/drawing/2014/main" id="{F2615688-7684-4FBC-AD21-9B117C8F6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179"/>
                <a:ext cx="11" cy="22"/>
              </a:xfrm>
              <a:custGeom>
                <a:avLst/>
                <a:gdLst>
                  <a:gd name="T0" fmla="*/ 20 w 6"/>
                  <a:gd name="T1" fmla="*/ 16 h 11"/>
                  <a:gd name="T2" fmla="*/ 37 w 6"/>
                  <a:gd name="T3" fmla="*/ 8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3" y="2"/>
                    </a:moveTo>
                    <a:cubicBezTo>
                      <a:pt x="0" y="0"/>
                      <a:pt x="0" y="11"/>
                      <a:pt x="6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8" name="Freeform 1598">
                <a:extLst>
                  <a:ext uri="{FF2B5EF4-FFF2-40B4-BE49-F238E27FC236}">
                    <a16:creationId xmlns:a16="http://schemas.microsoft.com/office/drawing/2014/main" id="{08B5A1A2-281D-478F-BA8E-4CB541F5B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179"/>
                <a:ext cx="7" cy="4"/>
              </a:xfrm>
              <a:custGeom>
                <a:avLst/>
                <a:gdLst>
                  <a:gd name="T0" fmla="*/ 21 w 4"/>
                  <a:gd name="T1" fmla="*/ 8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0" y="0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9" name="Freeform 1599">
                <a:extLst>
                  <a:ext uri="{FF2B5EF4-FFF2-40B4-BE49-F238E27FC236}">
                    <a16:creationId xmlns:a16="http://schemas.microsoft.com/office/drawing/2014/main" id="{C2FCA7BF-6B6A-4262-BC2B-C7FB5F907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1252"/>
                <a:ext cx="2" cy="12"/>
              </a:xfrm>
              <a:custGeom>
                <a:avLst/>
                <a:gdLst>
                  <a:gd name="T0" fmla="*/ 8 w 1"/>
                  <a:gd name="T1" fmla="*/ 0 h 6"/>
                  <a:gd name="T2" fmla="*/ 8 w 1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0" y="4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0" name="Freeform 1600">
                <a:extLst>
                  <a:ext uri="{FF2B5EF4-FFF2-40B4-BE49-F238E27FC236}">
                    <a16:creationId xmlns:a16="http://schemas.microsoft.com/office/drawing/2014/main" id="{42142E87-5167-4BA9-9932-10EFA5873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312"/>
                <a:ext cx="20" cy="9"/>
              </a:xfrm>
              <a:custGeom>
                <a:avLst/>
                <a:gdLst>
                  <a:gd name="T0" fmla="*/ 0 w 11"/>
                  <a:gd name="T1" fmla="*/ 7 h 5"/>
                  <a:gd name="T2" fmla="*/ 36 w 11"/>
                  <a:gd name="T3" fmla="*/ 23 h 5"/>
                  <a:gd name="T4" fmla="*/ 65 w 11"/>
                  <a:gd name="T5" fmla="*/ 13 h 5"/>
                  <a:gd name="T6" fmla="*/ 65 w 1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0" y="1"/>
                    </a:moveTo>
                    <a:cubicBezTo>
                      <a:pt x="1" y="4"/>
                      <a:pt x="4" y="5"/>
                      <a:pt x="6" y="4"/>
                    </a:cubicBezTo>
                    <a:cubicBezTo>
                      <a:pt x="8" y="4"/>
                      <a:pt x="9" y="3"/>
                      <a:pt x="11" y="2"/>
                    </a:cubicBezTo>
                    <a:cubicBezTo>
                      <a:pt x="11" y="1"/>
                      <a:pt x="11" y="0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1" name="Freeform 1601">
                <a:extLst>
                  <a:ext uri="{FF2B5EF4-FFF2-40B4-BE49-F238E27FC236}">
                    <a16:creationId xmlns:a16="http://schemas.microsoft.com/office/drawing/2014/main" id="{BC1A889F-2D2E-4BB8-A04F-A5D157DA5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187"/>
                <a:ext cx="54" cy="48"/>
              </a:xfrm>
              <a:custGeom>
                <a:avLst/>
                <a:gdLst>
                  <a:gd name="T0" fmla="*/ 175 w 30"/>
                  <a:gd name="T1" fmla="*/ 0 h 25"/>
                  <a:gd name="T2" fmla="*/ 122 w 30"/>
                  <a:gd name="T3" fmla="*/ 56 h 25"/>
                  <a:gd name="T4" fmla="*/ 74 w 30"/>
                  <a:gd name="T5" fmla="*/ 121 h 25"/>
                  <a:gd name="T6" fmla="*/ 41 w 30"/>
                  <a:gd name="T7" fmla="*/ 169 h 25"/>
                  <a:gd name="T8" fmla="*/ 0 w 30"/>
                  <a:gd name="T9" fmla="*/ 15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30" y="0"/>
                    </a:moveTo>
                    <a:cubicBezTo>
                      <a:pt x="26" y="1"/>
                      <a:pt x="23" y="5"/>
                      <a:pt x="21" y="8"/>
                    </a:cubicBezTo>
                    <a:cubicBezTo>
                      <a:pt x="18" y="11"/>
                      <a:pt x="16" y="14"/>
                      <a:pt x="13" y="17"/>
                    </a:cubicBezTo>
                    <a:cubicBezTo>
                      <a:pt x="11" y="19"/>
                      <a:pt x="10" y="23"/>
                      <a:pt x="7" y="24"/>
                    </a:cubicBezTo>
                    <a:cubicBezTo>
                      <a:pt x="4" y="25"/>
                      <a:pt x="3" y="24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2" name="Freeform 1602">
                <a:extLst>
                  <a:ext uri="{FF2B5EF4-FFF2-40B4-BE49-F238E27FC236}">
                    <a16:creationId xmlns:a16="http://schemas.microsoft.com/office/drawing/2014/main" id="{A7E0374E-9BA8-465C-B001-2CC7FE88E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229"/>
                <a:ext cx="9" cy="17"/>
              </a:xfrm>
              <a:custGeom>
                <a:avLst/>
                <a:gdLst>
                  <a:gd name="T0" fmla="*/ 16 w 5"/>
                  <a:gd name="T1" fmla="*/ 0 h 9"/>
                  <a:gd name="T2" fmla="*/ 29 w 5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cubicBezTo>
                      <a:pt x="0" y="3"/>
                      <a:pt x="0" y="9"/>
                      <a:pt x="5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3" name="Freeform 1603">
                <a:extLst>
                  <a:ext uri="{FF2B5EF4-FFF2-40B4-BE49-F238E27FC236}">
                    <a16:creationId xmlns:a16="http://schemas.microsoft.com/office/drawing/2014/main" id="{0B3B2782-0AE0-41D3-A1EA-15EDA666F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235"/>
                <a:ext cx="55" cy="75"/>
              </a:xfrm>
              <a:custGeom>
                <a:avLst/>
                <a:gdLst>
                  <a:gd name="T0" fmla="*/ 145 w 31"/>
                  <a:gd name="T1" fmla="*/ 0 h 39"/>
                  <a:gd name="T2" fmla="*/ 130 w 31"/>
                  <a:gd name="T3" fmla="*/ 48 h 39"/>
                  <a:gd name="T4" fmla="*/ 73 w 31"/>
                  <a:gd name="T5" fmla="*/ 169 h 39"/>
                  <a:gd name="T6" fmla="*/ 37 w 31"/>
                  <a:gd name="T7" fmla="*/ 248 h 39"/>
                  <a:gd name="T8" fmla="*/ 0 w 31"/>
                  <a:gd name="T9" fmla="*/ 24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9">
                    <a:moveTo>
                      <a:pt x="26" y="0"/>
                    </a:moveTo>
                    <a:cubicBezTo>
                      <a:pt x="31" y="4"/>
                      <a:pt x="27" y="5"/>
                      <a:pt x="23" y="7"/>
                    </a:cubicBezTo>
                    <a:cubicBezTo>
                      <a:pt x="17" y="11"/>
                      <a:pt x="16" y="18"/>
                      <a:pt x="13" y="24"/>
                    </a:cubicBezTo>
                    <a:cubicBezTo>
                      <a:pt x="11" y="27"/>
                      <a:pt x="9" y="32"/>
                      <a:pt x="7" y="35"/>
                    </a:cubicBezTo>
                    <a:cubicBezTo>
                      <a:pt x="5" y="38"/>
                      <a:pt x="1" y="39"/>
                      <a:pt x="0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4" name="Freeform 1604">
                <a:extLst>
                  <a:ext uri="{FF2B5EF4-FFF2-40B4-BE49-F238E27FC236}">
                    <a16:creationId xmlns:a16="http://schemas.microsoft.com/office/drawing/2014/main" id="{B474F18A-9B37-43A3-8254-AB6D35403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304"/>
                <a:ext cx="13" cy="9"/>
              </a:xfrm>
              <a:custGeom>
                <a:avLst/>
                <a:gdLst>
                  <a:gd name="T0" fmla="*/ 13 w 7"/>
                  <a:gd name="T1" fmla="*/ 0 h 5"/>
                  <a:gd name="T2" fmla="*/ 45 w 7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0" y="3"/>
                      <a:pt x="7" y="5"/>
                      <a:pt x="7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5" name="Freeform 1605">
                <a:extLst>
                  <a:ext uri="{FF2B5EF4-FFF2-40B4-BE49-F238E27FC236}">
                    <a16:creationId xmlns:a16="http://schemas.microsoft.com/office/drawing/2014/main" id="{75BFF21F-52E7-40A6-95F7-823AC5C95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327"/>
                <a:ext cx="40" cy="109"/>
              </a:xfrm>
              <a:custGeom>
                <a:avLst/>
                <a:gdLst>
                  <a:gd name="T0" fmla="*/ 0 w 22"/>
                  <a:gd name="T1" fmla="*/ 0 h 57"/>
                  <a:gd name="T2" fmla="*/ 36 w 22"/>
                  <a:gd name="T3" fmla="*/ 63 h 57"/>
                  <a:gd name="T4" fmla="*/ 82 w 22"/>
                  <a:gd name="T5" fmla="*/ 237 h 57"/>
                  <a:gd name="T6" fmla="*/ 125 w 22"/>
                  <a:gd name="T7" fmla="*/ 361 h 57"/>
                  <a:gd name="T8" fmla="*/ 82 w 22"/>
                  <a:gd name="T9" fmla="*/ 36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7">
                    <a:moveTo>
                      <a:pt x="0" y="0"/>
                    </a:moveTo>
                    <a:cubicBezTo>
                      <a:pt x="4" y="0"/>
                      <a:pt x="5" y="5"/>
                      <a:pt x="6" y="9"/>
                    </a:cubicBezTo>
                    <a:cubicBezTo>
                      <a:pt x="9" y="17"/>
                      <a:pt x="11" y="26"/>
                      <a:pt x="14" y="34"/>
                    </a:cubicBezTo>
                    <a:cubicBezTo>
                      <a:pt x="16" y="39"/>
                      <a:pt x="22" y="46"/>
                      <a:pt x="21" y="52"/>
                    </a:cubicBezTo>
                    <a:cubicBezTo>
                      <a:pt x="20" y="55"/>
                      <a:pt x="16" y="57"/>
                      <a:pt x="14" y="5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6" name="Freeform 1606">
                <a:extLst>
                  <a:ext uri="{FF2B5EF4-FFF2-40B4-BE49-F238E27FC236}">
                    <a16:creationId xmlns:a16="http://schemas.microsoft.com/office/drawing/2014/main" id="{16B97BE5-544D-4AF3-A279-D3D08EBA7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321"/>
                <a:ext cx="3" cy="12"/>
              </a:xfrm>
              <a:custGeom>
                <a:avLst/>
                <a:gdLst>
                  <a:gd name="T0" fmla="*/ 8 w 2"/>
                  <a:gd name="T1" fmla="*/ 0 h 6"/>
                  <a:gd name="T2" fmla="*/ 5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0" y="1"/>
                      <a:pt x="0" y="4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7" name="Freeform 1607">
                <a:extLst>
                  <a:ext uri="{FF2B5EF4-FFF2-40B4-BE49-F238E27FC236}">
                    <a16:creationId xmlns:a16="http://schemas.microsoft.com/office/drawing/2014/main" id="{D4CA53EA-18C8-4F54-AAC0-682E2BC0B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411"/>
                <a:ext cx="25" cy="19"/>
              </a:xfrm>
              <a:custGeom>
                <a:avLst/>
                <a:gdLst>
                  <a:gd name="T0" fmla="*/ 0 w 14"/>
                  <a:gd name="T1" fmla="*/ 21 h 10"/>
                  <a:gd name="T2" fmla="*/ 68 w 1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3"/>
                    </a:moveTo>
                    <a:cubicBezTo>
                      <a:pt x="5" y="9"/>
                      <a:pt x="14" y="10"/>
                      <a:pt x="1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8" name="Freeform 1608">
                <a:extLst>
                  <a:ext uri="{FF2B5EF4-FFF2-40B4-BE49-F238E27FC236}">
                    <a16:creationId xmlns:a16="http://schemas.microsoft.com/office/drawing/2014/main" id="{BFE78B6C-E6DB-4015-83E9-84292C700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424"/>
                <a:ext cx="43" cy="106"/>
              </a:xfrm>
              <a:custGeom>
                <a:avLst/>
                <a:gdLst>
                  <a:gd name="T0" fmla="*/ 23 w 24"/>
                  <a:gd name="T1" fmla="*/ 0 h 55"/>
                  <a:gd name="T2" fmla="*/ 7 w 24"/>
                  <a:gd name="T3" fmla="*/ 0 h 55"/>
                  <a:gd name="T4" fmla="*/ 41 w 24"/>
                  <a:gd name="T5" fmla="*/ 77 h 55"/>
                  <a:gd name="T6" fmla="*/ 57 w 24"/>
                  <a:gd name="T7" fmla="*/ 208 h 55"/>
                  <a:gd name="T8" fmla="*/ 93 w 24"/>
                  <a:gd name="T9" fmla="*/ 345 h 55"/>
                  <a:gd name="T10" fmla="*/ 109 w 24"/>
                  <a:gd name="T11" fmla="*/ 385 h 55"/>
                  <a:gd name="T12" fmla="*/ 138 w 24"/>
                  <a:gd name="T13" fmla="*/ 38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55">
                    <a:moveTo>
                      <a:pt x="4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3"/>
                      <a:pt x="5" y="8"/>
                      <a:pt x="7" y="11"/>
                    </a:cubicBezTo>
                    <a:cubicBezTo>
                      <a:pt x="9" y="17"/>
                      <a:pt x="8" y="23"/>
                      <a:pt x="10" y="29"/>
                    </a:cubicBezTo>
                    <a:cubicBezTo>
                      <a:pt x="12" y="35"/>
                      <a:pt x="15" y="41"/>
                      <a:pt x="16" y="48"/>
                    </a:cubicBezTo>
                    <a:cubicBezTo>
                      <a:pt x="16" y="51"/>
                      <a:pt x="17" y="53"/>
                      <a:pt x="19" y="54"/>
                    </a:cubicBezTo>
                    <a:cubicBezTo>
                      <a:pt x="21" y="55"/>
                      <a:pt x="24" y="55"/>
                      <a:pt x="24" y="5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9" name="Freeform 1609">
                <a:extLst>
                  <a:ext uri="{FF2B5EF4-FFF2-40B4-BE49-F238E27FC236}">
                    <a16:creationId xmlns:a16="http://schemas.microsoft.com/office/drawing/2014/main" id="{51FED513-ACD0-4C3F-B2D1-C1CBFFE99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423"/>
                <a:ext cx="11" cy="7"/>
              </a:xfrm>
              <a:custGeom>
                <a:avLst/>
                <a:gdLst>
                  <a:gd name="T0" fmla="*/ 0 w 6"/>
                  <a:gd name="T1" fmla="*/ 0 h 4"/>
                  <a:gd name="T2" fmla="*/ 37 w 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5" y="2"/>
                      <a:pt x="6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0" name="Freeform 1610">
                <a:extLst>
                  <a:ext uri="{FF2B5EF4-FFF2-40B4-BE49-F238E27FC236}">
                    <a16:creationId xmlns:a16="http://schemas.microsoft.com/office/drawing/2014/main" id="{5F628168-A222-4558-AD74-8F2B05F6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430"/>
                <a:ext cx="9" cy="6"/>
              </a:xfrm>
              <a:custGeom>
                <a:avLst/>
                <a:gdLst>
                  <a:gd name="T0" fmla="*/ 0 w 5"/>
                  <a:gd name="T1" fmla="*/ 8 h 3"/>
                  <a:gd name="T2" fmla="*/ 29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2" y="0"/>
                      <a:pt x="4" y="1"/>
                      <a:pt x="5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1" name="Freeform 1611">
                <a:extLst>
                  <a:ext uri="{FF2B5EF4-FFF2-40B4-BE49-F238E27FC236}">
                    <a16:creationId xmlns:a16="http://schemas.microsoft.com/office/drawing/2014/main" id="{6C3247E6-3BE0-454B-A535-4BE925DED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434"/>
                <a:ext cx="3" cy="8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0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2" name="Freeform 1612">
                <a:extLst>
                  <a:ext uri="{FF2B5EF4-FFF2-40B4-BE49-F238E27FC236}">
                    <a16:creationId xmlns:a16="http://schemas.microsoft.com/office/drawing/2014/main" id="{449ADCD8-2907-437E-AE51-8EABE4371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1511"/>
                <a:ext cx="23" cy="17"/>
              </a:xfrm>
              <a:custGeom>
                <a:avLst/>
                <a:gdLst>
                  <a:gd name="T0" fmla="*/ 60 w 13"/>
                  <a:gd name="T1" fmla="*/ 0 h 9"/>
                  <a:gd name="T2" fmla="*/ 34 w 13"/>
                  <a:gd name="T3" fmla="*/ 60 h 9"/>
                  <a:gd name="T4" fmla="*/ 0 w 13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1" y="0"/>
                    </a:moveTo>
                    <a:cubicBezTo>
                      <a:pt x="13" y="6"/>
                      <a:pt x="11" y="8"/>
                      <a:pt x="6" y="9"/>
                    </a:cubicBezTo>
                    <a:cubicBezTo>
                      <a:pt x="2" y="9"/>
                      <a:pt x="0" y="7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3" name="Freeform 1613">
                <a:extLst>
                  <a:ext uri="{FF2B5EF4-FFF2-40B4-BE49-F238E27FC236}">
                    <a16:creationId xmlns:a16="http://schemas.microsoft.com/office/drawing/2014/main" id="{74E058FC-78BA-440E-B7AF-1714D18BC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1524"/>
                <a:ext cx="29" cy="145"/>
              </a:xfrm>
              <a:custGeom>
                <a:avLst/>
                <a:gdLst>
                  <a:gd name="T0" fmla="*/ 13 w 16"/>
                  <a:gd name="T1" fmla="*/ 0 h 76"/>
                  <a:gd name="T2" fmla="*/ 29 w 16"/>
                  <a:gd name="T3" fmla="*/ 153 h 76"/>
                  <a:gd name="T4" fmla="*/ 44 w 16"/>
                  <a:gd name="T5" fmla="*/ 338 h 76"/>
                  <a:gd name="T6" fmla="*/ 96 w 16"/>
                  <a:gd name="T7" fmla="*/ 498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6">
                    <a:moveTo>
                      <a:pt x="2" y="0"/>
                    </a:moveTo>
                    <a:cubicBezTo>
                      <a:pt x="0" y="7"/>
                      <a:pt x="4" y="15"/>
                      <a:pt x="5" y="22"/>
                    </a:cubicBezTo>
                    <a:cubicBezTo>
                      <a:pt x="6" y="31"/>
                      <a:pt x="7" y="40"/>
                      <a:pt x="7" y="49"/>
                    </a:cubicBezTo>
                    <a:cubicBezTo>
                      <a:pt x="7" y="55"/>
                      <a:pt x="4" y="76"/>
                      <a:pt x="16" y="7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4" name="Freeform 1614">
                <a:extLst>
                  <a:ext uri="{FF2B5EF4-FFF2-40B4-BE49-F238E27FC236}">
                    <a16:creationId xmlns:a16="http://schemas.microsoft.com/office/drawing/2014/main" id="{192FAEAC-2C10-4E7A-BD82-0FBA22C0B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639"/>
                <a:ext cx="18" cy="29"/>
              </a:xfrm>
              <a:custGeom>
                <a:avLst/>
                <a:gdLst>
                  <a:gd name="T0" fmla="*/ 52 w 10"/>
                  <a:gd name="T1" fmla="*/ 0 h 15"/>
                  <a:gd name="T2" fmla="*/ 0 w 10"/>
                  <a:gd name="T3" fmla="*/ 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9" y="0"/>
                    </a:moveTo>
                    <a:cubicBezTo>
                      <a:pt x="10" y="6"/>
                      <a:pt x="8" y="1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5" name="Freeform 1615">
                <a:extLst>
                  <a:ext uri="{FF2B5EF4-FFF2-40B4-BE49-F238E27FC236}">
                    <a16:creationId xmlns:a16="http://schemas.microsoft.com/office/drawing/2014/main" id="{6808F1D6-A16C-48C1-9AF1-DE917CA49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1660"/>
                <a:ext cx="14" cy="126"/>
              </a:xfrm>
              <a:custGeom>
                <a:avLst/>
                <a:gdLst>
                  <a:gd name="T0" fmla="*/ 37 w 8"/>
                  <a:gd name="T1" fmla="*/ 0 h 66"/>
                  <a:gd name="T2" fmla="*/ 7 w 8"/>
                  <a:gd name="T3" fmla="*/ 0 h 66"/>
                  <a:gd name="T4" fmla="*/ 16 w 8"/>
                  <a:gd name="T5" fmla="*/ 116 h 66"/>
                  <a:gd name="T6" fmla="*/ 21 w 8"/>
                  <a:gd name="T7" fmla="*/ 277 h 66"/>
                  <a:gd name="T8" fmla="*/ 12 w 8"/>
                  <a:gd name="T9" fmla="*/ 412 h 66"/>
                  <a:gd name="T10" fmla="*/ 44 w 8"/>
                  <a:gd name="T11" fmla="*/ 46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6">
                    <a:moveTo>
                      <a:pt x="7" y="0"/>
                    </a:moveTo>
                    <a:cubicBezTo>
                      <a:pt x="5" y="0"/>
                      <a:pt x="3" y="0"/>
                      <a:pt x="1" y="0"/>
                    </a:cubicBezTo>
                    <a:cubicBezTo>
                      <a:pt x="0" y="5"/>
                      <a:pt x="3" y="12"/>
                      <a:pt x="3" y="17"/>
                    </a:cubicBezTo>
                    <a:cubicBezTo>
                      <a:pt x="4" y="25"/>
                      <a:pt x="5" y="32"/>
                      <a:pt x="4" y="40"/>
                    </a:cubicBezTo>
                    <a:cubicBezTo>
                      <a:pt x="4" y="46"/>
                      <a:pt x="2" y="53"/>
                      <a:pt x="2" y="59"/>
                    </a:cubicBezTo>
                    <a:cubicBezTo>
                      <a:pt x="2" y="63"/>
                      <a:pt x="4" y="65"/>
                      <a:pt x="8" y="6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6" name="Freeform 1616">
                <a:extLst>
                  <a:ext uri="{FF2B5EF4-FFF2-40B4-BE49-F238E27FC236}">
                    <a16:creationId xmlns:a16="http://schemas.microsoft.com/office/drawing/2014/main" id="{3D8CEEC8-185D-419E-AC56-76405CDBE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1767"/>
                <a:ext cx="23" cy="15"/>
              </a:xfrm>
              <a:custGeom>
                <a:avLst/>
                <a:gdLst>
                  <a:gd name="T0" fmla="*/ 73 w 13"/>
                  <a:gd name="T1" fmla="*/ 0 h 8"/>
                  <a:gd name="T2" fmla="*/ 28 w 13"/>
                  <a:gd name="T3" fmla="*/ 53 h 8"/>
                  <a:gd name="T4" fmla="*/ 0 w 13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cubicBezTo>
                      <a:pt x="11" y="6"/>
                      <a:pt x="12" y="8"/>
                      <a:pt x="5" y="8"/>
                    </a:cubicBezTo>
                    <a:cubicBezTo>
                      <a:pt x="3" y="8"/>
                      <a:pt x="0" y="8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7" name="Freeform 1617">
                <a:extLst>
                  <a:ext uri="{FF2B5EF4-FFF2-40B4-BE49-F238E27FC236}">
                    <a16:creationId xmlns:a16="http://schemas.microsoft.com/office/drawing/2014/main" id="{52ACEC88-0EA8-4D06-BD9A-5CCCAD679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662"/>
                <a:ext cx="11" cy="9"/>
              </a:xfrm>
              <a:custGeom>
                <a:avLst/>
                <a:gdLst>
                  <a:gd name="T0" fmla="*/ 37 w 6"/>
                  <a:gd name="T1" fmla="*/ 0 h 5"/>
                  <a:gd name="T2" fmla="*/ 0 w 6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3" y="0"/>
                      <a:pt x="1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8" name="Freeform 1618">
                <a:extLst>
                  <a:ext uri="{FF2B5EF4-FFF2-40B4-BE49-F238E27FC236}">
                    <a16:creationId xmlns:a16="http://schemas.microsoft.com/office/drawing/2014/main" id="{8DF9ADED-C262-4D03-A49E-D1D6C4239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782"/>
                <a:ext cx="8" cy="8"/>
              </a:xfrm>
              <a:custGeom>
                <a:avLst/>
                <a:gdLst>
                  <a:gd name="T0" fmla="*/ 32 w 4"/>
                  <a:gd name="T1" fmla="*/ 0 h 4"/>
                  <a:gd name="T2" fmla="*/ 8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9" name="Freeform 1619">
                <a:extLst>
                  <a:ext uri="{FF2B5EF4-FFF2-40B4-BE49-F238E27FC236}">
                    <a16:creationId xmlns:a16="http://schemas.microsoft.com/office/drawing/2014/main" id="{195F088B-ED66-487B-BE56-CAAD4FEDA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782"/>
                <a:ext cx="52" cy="138"/>
              </a:xfrm>
              <a:custGeom>
                <a:avLst/>
                <a:gdLst>
                  <a:gd name="T0" fmla="*/ 138 w 29"/>
                  <a:gd name="T1" fmla="*/ 0 h 72"/>
                  <a:gd name="T2" fmla="*/ 122 w 29"/>
                  <a:gd name="T3" fmla="*/ 128 h 72"/>
                  <a:gd name="T4" fmla="*/ 102 w 29"/>
                  <a:gd name="T5" fmla="*/ 232 h 72"/>
                  <a:gd name="T6" fmla="*/ 102 w 29"/>
                  <a:gd name="T7" fmla="*/ 316 h 72"/>
                  <a:gd name="T8" fmla="*/ 0 w 29"/>
                  <a:gd name="T9" fmla="*/ 44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72">
                    <a:moveTo>
                      <a:pt x="24" y="0"/>
                    </a:moveTo>
                    <a:cubicBezTo>
                      <a:pt x="29" y="1"/>
                      <a:pt x="22" y="15"/>
                      <a:pt x="21" y="18"/>
                    </a:cubicBezTo>
                    <a:cubicBezTo>
                      <a:pt x="20" y="23"/>
                      <a:pt x="19" y="28"/>
                      <a:pt x="18" y="33"/>
                    </a:cubicBezTo>
                    <a:cubicBezTo>
                      <a:pt x="18" y="37"/>
                      <a:pt x="18" y="41"/>
                      <a:pt x="18" y="45"/>
                    </a:cubicBezTo>
                    <a:cubicBezTo>
                      <a:pt x="16" y="50"/>
                      <a:pt x="8" y="72"/>
                      <a:pt x="0" y="6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0" name="Freeform 1620">
                <a:extLst>
                  <a:ext uri="{FF2B5EF4-FFF2-40B4-BE49-F238E27FC236}">
                    <a16:creationId xmlns:a16="http://schemas.microsoft.com/office/drawing/2014/main" id="{C6E91EA1-4FF4-47FA-A2A5-31D29AC3A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891"/>
                <a:ext cx="12" cy="23"/>
              </a:xfrm>
              <a:custGeom>
                <a:avLst/>
                <a:gdLst>
                  <a:gd name="T0" fmla="*/ 5 w 7"/>
                  <a:gd name="T1" fmla="*/ 0 h 12"/>
                  <a:gd name="T2" fmla="*/ 36 w 7"/>
                  <a:gd name="T3" fmla="*/ 77 h 12"/>
                  <a:gd name="T4" fmla="*/ 36 w 7"/>
                  <a:gd name="T5" fmla="*/ 6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1" y="0"/>
                    </a:moveTo>
                    <a:cubicBezTo>
                      <a:pt x="1" y="5"/>
                      <a:pt x="0" y="12"/>
                      <a:pt x="7" y="11"/>
                    </a:cubicBezTo>
                    <a:cubicBezTo>
                      <a:pt x="7" y="11"/>
                      <a:pt x="7" y="11"/>
                      <a:pt x="7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1" name="Freeform 1621">
                <a:extLst>
                  <a:ext uri="{FF2B5EF4-FFF2-40B4-BE49-F238E27FC236}">
                    <a16:creationId xmlns:a16="http://schemas.microsoft.com/office/drawing/2014/main" id="{3F0E57BB-3871-4708-AABF-7EEDFCE75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1782"/>
                <a:ext cx="9" cy="12"/>
              </a:xfrm>
              <a:custGeom>
                <a:avLst/>
                <a:gdLst>
                  <a:gd name="T0" fmla="*/ 0 w 5"/>
                  <a:gd name="T1" fmla="*/ 48 h 6"/>
                  <a:gd name="T2" fmla="*/ 29 w 5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0"/>
                      <a:pt x="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2" name="Freeform 1622">
                <a:extLst>
                  <a:ext uri="{FF2B5EF4-FFF2-40B4-BE49-F238E27FC236}">
                    <a16:creationId xmlns:a16="http://schemas.microsoft.com/office/drawing/2014/main" id="{A1BD429C-B0C6-43AF-AE8A-45FBAB301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903"/>
                <a:ext cx="68" cy="122"/>
              </a:xfrm>
              <a:custGeom>
                <a:avLst/>
                <a:gdLst>
                  <a:gd name="T0" fmla="*/ 183 w 38"/>
                  <a:gd name="T1" fmla="*/ 15 h 64"/>
                  <a:gd name="T2" fmla="*/ 183 w 38"/>
                  <a:gd name="T3" fmla="*/ 84 h 64"/>
                  <a:gd name="T4" fmla="*/ 115 w 38"/>
                  <a:gd name="T5" fmla="*/ 244 h 64"/>
                  <a:gd name="T6" fmla="*/ 57 w 38"/>
                  <a:gd name="T7" fmla="*/ 408 h 64"/>
                  <a:gd name="T8" fmla="*/ 0 w 38"/>
                  <a:gd name="T9" fmla="*/ 38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64">
                    <a:moveTo>
                      <a:pt x="32" y="2"/>
                    </a:moveTo>
                    <a:cubicBezTo>
                      <a:pt x="38" y="0"/>
                      <a:pt x="33" y="10"/>
                      <a:pt x="32" y="12"/>
                    </a:cubicBezTo>
                    <a:cubicBezTo>
                      <a:pt x="28" y="19"/>
                      <a:pt x="23" y="27"/>
                      <a:pt x="20" y="35"/>
                    </a:cubicBezTo>
                    <a:cubicBezTo>
                      <a:pt x="17" y="42"/>
                      <a:pt x="15" y="53"/>
                      <a:pt x="10" y="59"/>
                    </a:cubicBezTo>
                    <a:cubicBezTo>
                      <a:pt x="6" y="64"/>
                      <a:pt x="2" y="60"/>
                      <a:pt x="0" y="5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3" name="Freeform 1623">
                <a:extLst>
                  <a:ext uri="{FF2B5EF4-FFF2-40B4-BE49-F238E27FC236}">
                    <a16:creationId xmlns:a16="http://schemas.microsoft.com/office/drawing/2014/main" id="{C20F23FB-903F-4A3F-AE43-BD327A58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907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4" name="Freeform 1624">
                <a:extLst>
                  <a:ext uri="{FF2B5EF4-FFF2-40B4-BE49-F238E27FC236}">
                    <a16:creationId xmlns:a16="http://schemas.microsoft.com/office/drawing/2014/main" id="{0DAFFFDB-48D8-48B8-AAC1-168285EA9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014"/>
                <a:ext cx="20" cy="21"/>
              </a:xfrm>
              <a:custGeom>
                <a:avLst/>
                <a:gdLst>
                  <a:gd name="T0" fmla="*/ 16 w 11"/>
                  <a:gd name="T1" fmla="*/ 0 h 11"/>
                  <a:gd name="T2" fmla="*/ 65 w 11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cubicBezTo>
                      <a:pt x="0" y="7"/>
                      <a:pt x="11" y="11"/>
                      <a:pt x="1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5" name="Freeform 1625">
                <a:extLst>
                  <a:ext uri="{FF2B5EF4-FFF2-40B4-BE49-F238E27FC236}">
                    <a16:creationId xmlns:a16="http://schemas.microsoft.com/office/drawing/2014/main" id="{012FE3F4-5979-4E69-A80E-5A1F31A8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020"/>
                <a:ext cx="57" cy="95"/>
              </a:xfrm>
              <a:custGeom>
                <a:avLst/>
                <a:gdLst>
                  <a:gd name="T0" fmla="*/ 182 w 32"/>
                  <a:gd name="T1" fmla="*/ 15 h 50"/>
                  <a:gd name="T2" fmla="*/ 159 w 32"/>
                  <a:gd name="T3" fmla="*/ 8 h 50"/>
                  <a:gd name="T4" fmla="*/ 64 w 32"/>
                  <a:gd name="T5" fmla="*/ 213 h 50"/>
                  <a:gd name="T6" fmla="*/ 12 w 32"/>
                  <a:gd name="T7" fmla="*/ 310 h 50"/>
                  <a:gd name="T8" fmla="*/ 16 w 32"/>
                  <a:gd name="T9" fmla="*/ 336 h 50"/>
                  <a:gd name="T10" fmla="*/ 37 w 32"/>
                  <a:gd name="T11" fmla="*/ 344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50">
                    <a:moveTo>
                      <a:pt x="32" y="2"/>
                    </a:moveTo>
                    <a:cubicBezTo>
                      <a:pt x="31" y="1"/>
                      <a:pt x="30" y="0"/>
                      <a:pt x="28" y="1"/>
                    </a:cubicBezTo>
                    <a:cubicBezTo>
                      <a:pt x="27" y="13"/>
                      <a:pt x="19" y="22"/>
                      <a:pt x="11" y="31"/>
                    </a:cubicBezTo>
                    <a:cubicBezTo>
                      <a:pt x="8" y="35"/>
                      <a:pt x="3" y="39"/>
                      <a:pt x="2" y="45"/>
                    </a:cubicBezTo>
                    <a:cubicBezTo>
                      <a:pt x="1" y="47"/>
                      <a:pt x="0" y="47"/>
                      <a:pt x="3" y="49"/>
                    </a:cubicBezTo>
                    <a:cubicBezTo>
                      <a:pt x="4" y="50"/>
                      <a:pt x="6" y="50"/>
                      <a:pt x="7" y="5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6" name="Freeform 1626">
                <a:extLst>
                  <a:ext uri="{FF2B5EF4-FFF2-40B4-BE49-F238E27FC236}">
                    <a16:creationId xmlns:a16="http://schemas.microsoft.com/office/drawing/2014/main" id="{432B8856-9407-4FEF-A862-77C46109A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081"/>
                <a:ext cx="16" cy="21"/>
              </a:xfrm>
              <a:custGeom>
                <a:avLst/>
                <a:gdLst>
                  <a:gd name="T0" fmla="*/ 50 w 9"/>
                  <a:gd name="T1" fmla="*/ 55 h 11"/>
                  <a:gd name="T2" fmla="*/ 7 w 9"/>
                  <a:gd name="T3" fmla="*/ 55 h 11"/>
                  <a:gd name="T4" fmla="*/ 7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9" y="8"/>
                    </a:moveTo>
                    <a:cubicBezTo>
                      <a:pt x="7" y="9"/>
                      <a:pt x="4" y="11"/>
                      <a:pt x="1" y="8"/>
                    </a:cubicBezTo>
                    <a:cubicBezTo>
                      <a:pt x="0" y="7"/>
                      <a:pt x="0" y="1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7" name="Freeform 1627">
                <a:extLst>
                  <a:ext uri="{FF2B5EF4-FFF2-40B4-BE49-F238E27FC236}">
                    <a16:creationId xmlns:a16="http://schemas.microsoft.com/office/drawing/2014/main" id="{0813454E-4B4C-428A-A229-97EEB9AA3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014"/>
                <a:ext cx="7" cy="4"/>
              </a:xfrm>
              <a:custGeom>
                <a:avLst/>
                <a:gdLst>
                  <a:gd name="T0" fmla="*/ 21 w 4"/>
                  <a:gd name="T1" fmla="*/ 8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8" name="Freeform 1628">
                <a:extLst>
                  <a:ext uri="{FF2B5EF4-FFF2-40B4-BE49-F238E27FC236}">
                    <a16:creationId xmlns:a16="http://schemas.microsoft.com/office/drawing/2014/main" id="{0D391757-88D9-4007-9E45-A276745DA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91"/>
                <a:ext cx="9" cy="1"/>
              </a:xfrm>
              <a:custGeom>
                <a:avLst/>
                <a:gdLst>
                  <a:gd name="T0" fmla="*/ 29 w 5"/>
                  <a:gd name="T1" fmla="*/ 0 h 1"/>
                  <a:gd name="T2" fmla="*/ 0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9" name="Freeform 1629">
                <a:extLst>
                  <a:ext uri="{FF2B5EF4-FFF2-40B4-BE49-F238E27FC236}">
                    <a16:creationId xmlns:a16="http://schemas.microsoft.com/office/drawing/2014/main" id="{D469A573-DB25-4AE2-AD00-AB4D8B6B3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096"/>
                <a:ext cx="84" cy="60"/>
              </a:xfrm>
              <a:custGeom>
                <a:avLst/>
                <a:gdLst>
                  <a:gd name="T0" fmla="*/ 268 w 47"/>
                  <a:gd name="T1" fmla="*/ 0 h 31"/>
                  <a:gd name="T2" fmla="*/ 204 w 47"/>
                  <a:gd name="T3" fmla="*/ 79 h 31"/>
                  <a:gd name="T4" fmla="*/ 102 w 47"/>
                  <a:gd name="T5" fmla="*/ 168 h 31"/>
                  <a:gd name="T6" fmla="*/ 29 w 47"/>
                  <a:gd name="T7" fmla="*/ 195 h 31"/>
                  <a:gd name="T8" fmla="*/ 16 w 47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47" y="0"/>
                    </a:moveTo>
                    <a:cubicBezTo>
                      <a:pt x="43" y="4"/>
                      <a:pt x="40" y="8"/>
                      <a:pt x="36" y="11"/>
                    </a:cubicBezTo>
                    <a:cubicBezTo>
                      <a:pt x="30" y="15"/>
                      <a:pt x="24" y="19"/>
                      <a:pt x="18" y="23"/>
                    </a:cubicBezTo>
                    <a:cubicBezTo>
                      <a:pt x="14" y="25"/>
                      <a:pt x="10" y="31"/>
                      <a:pt x="5" y="27"/>
                    </a:cubicBezTo>
                    <a:cubicBezTo>
                      <a:pt x="3" y="26"/>
                      <a:pt x="0" y="19"/>
                      <a:pt x="3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0" name="Freeform 1630">
                <a:extLst>
                  <a:ext uri="{FF2B5EF4-FFF2-40B4-BE49-F238E27FC236}">
                    <a16:creationId xmlns:a16="http://schemas.microsoft.com/office/drawing/2014/main" id="{D0E72540-D5D1-4DAA-B9D9-02F373E19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2150"/>
                <a:ext cx="19" cy="19"/>
              </a:xfrm>
              <a:custGeom>
                <a:avLst/>
                <a:gdLst>
                  <a:gd name="T0" fmla="*/ 28 w 11"/>
                  <a:gd name="T1" fmla="*/ 8 h 10"/>
                  <a:gd name="T2" fmla="*/ 57 w 11"/>
                  <a:gd name="T3" fmla="*/ 5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5" y="1"/>
                    </a:moveTo>
                    <a:cubicBezTo>
                      <a:pt x="0" y="0"/>
                      <a:pt x="6" y="10"/>
                      <a:pt x="11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1" name="Freeform 1631">
                <a:extLst>
                  <a:ext uri="{FF2B5EF4-FFF2-40B4-BE49-F238E27FC236}">
                    <a16:creationId xmlns:a16="http://schemas.microsoft.com/office/drawing/2014/main" id="{98FEADAA-C9D2-4C45-9CCD-735FA39FE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144"/>
                <a:ext cx="81" cy="44"/>
              </a:xfrm>
              <a:custGeom>
                <a:avLst/>
                <a:gdLst>
                  <a:gd name="T0" fmla="*/ 263 w 45"/>
                  <a:gd name="T1" fmla="*/ 21 h 23"/>
                  <a:gd name="T2" fmla="*/ 7 w 45"/>
                  <a:gd name="T3" fmla="*/ 15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3">
                    <a:moveTo>
                      <a:pt x="45" y="3"/>
                    </a:moveTo>
                    <a:cubicBezTo>
                      <a:pt x="36" y="0"/>
                      <a:pt x="0" y="23"/>
                      <a:pt x="1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2" name="Freeform 1632">
                <a:extLst>
                  <a:ext uri="{FF2B5EF4-FFF2-40B4-BE49-F238E27FC236}">
                    <a16:creationId xmlns:a16="http://schemas.microsoft.com/office/drawing/2014/main" id="{6A31DEB0-B69B-41EA-BC2A-2D8640BF6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165"/>
                <a:ext cx="13" cy="21"/>
              </a:xfrm>
              <a:custGeom>
                <a:avLst/>
                <a:gdLst>
                  <a:gd name="T0" fmla="*/ 32 w 7"/>
                  <a:gd name="T1" fmla="*/ 0 h 11"/>
                  <a:gd name="T2" fmla="*/ 24 w 7"/>
                  <a:gd name="T3" fmla="*/ 76 h 11"/>
                  <a:gd name="T4" fmla="*/ 45 w 7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0" y="2"/>
                      <a:pt x="3" y="6"/>
                      <a:pt x="4" y="11"/>
                    </a:cubicBezTo>
                    <a:cubicBezTo>
                      <a:pt x="5" y="11"/>
                      <a:pt x="6" y="11"/>
                      <a:pt x="7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3" name="Freeform 1633">
                <a:extLst>
                  <a:ext uri="{FF2B5EF4-FFF2-40B4-BE49-F238E27FC236}">
                    <a16:creationId xmlns:a16="http://schemas.microsoft.com/office/drawing/2014/main" id="{03348832-D29F-444C-A86C-862BDF080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161"/>
                <a:ext cx="2" cy="12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4" name="Freeform 1634">
                <a:extLst>
                  <a:ext uri="{FF2B5EF4-FFF2-40B4-BE49-F238E27FC236}">
                    <a16:creationId xmlns:a16="http://schemas.microsoft.com/office/drawing/2014/main" id="{07C77BDB-BE07-4E41-A6BE-2D2D00EA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113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5" name="Freeform 1635">
                <a:extLst>
                  <a:ext uri="{FF2B5EF4-FFF2-40B4-BE49-F238E27FC236}">
                    <a16:creationId xmlns:a16="http://schemas.microsoft.com/office/drawing/2014/main" id="{B30BE3F6-BF57-4025-9050-5226FFAC8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027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2"/>
                      <a:pt x="4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6" name="Freeform 1636">
                <a:extLst>
                  <a:ext uri="{FF2B5EF4-FFF2-40B4-BE49-F238E27FC236}">
                    <a16:creationId xmlns:a16="http://schemas.microsoft.com/office/drawing/2014/main" id="{2BC6B9D1-BDC2-4180-9409-FAA40719C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1913"/>
                <a:ext cx="5" cy="9"/>
              </a:xfrm>
              <a:custGeom>
                <a:avLst/>
                <a:gdLst>
                  <a:gd name="T0" fmla="*/ 0 w 3"/>
                  <a:gd name="T1" fmla="*/ 0 h 5"/>
                  <a:gd name="T2" fmla="*/ 8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3" y="3"/>
                      <a:pt x="2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7" name="Freeform 1637">
                <a:extLst>
                  <a:ext uri="{FF2B5EF4-FFF2-40B4-BE49-F238E27FC236}">
                    <a16:creationId xmlns:a16="http://schemas.microsoft.com/office/drawing/2014/main" id="{3C5C0334-BCF8-409A-B9A2-D59747BD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127"/>
                <a:ext cx="88" cy="44"/>
              </a:xfrm>
              <a:custGeom>
                <a:avLst/>
                <a:gdLst>
                  <a:gd name="T0" fmla="*/ 284 w 49"/>
                  <a:gd name="T1" fmla="*/ 121 h 23"/>
                  <a:gd name="T2" fmla="*/ 65 w 4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3">
                    <a:moveTo>
                      <a:pt x="49" y="17"/>
                    </a:moveTo>
                    <a:cubicBezTo>
                      <a:pt x="49" y="23"/>
                      <a:pt x="0" y="14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8" name="Freeform 1638">
                <a:extLst>
                  <a:ext uri="{FF2B5EF4-FFF2-40B4-BE49-F238E27FC236}">
                    <a16:creationId xmlns:a16="http://schemas.microsoft.com/office/drawing/2014/main" id="{51E60B62-9819-4BFB-9FD4-9E0AF328D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42"/>
                <a:ext cx="12" cy="21"/>
              </a:xfrm>
              <a:custGeom>
                <a:avLst/>
                <a:gdLst>
                  <a:gd name="T0" fmla="*/ 36 w 7"/>
                  <a:gd name="T1" fmla="*/ 15 h 11"/>
                  <a:gd name="T2" fmla="*/ 21 w 7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2"/>
                    </a:moveTo>
                    <a:cubicBezTo>
                      <a:pt x="2" y="0"/>
                      <a:pt x="0" y="8"/>
                      <a:pt x="4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9" name="Freeform 1639">
                <a:extLst>
                  <a:ext uri="{FF2B5EF4-FFF2-40B4-BE49-F238E27FC236}">
                    <a16:creationId xmlns:a16="http://schemas.microsoft.com/office/drawing/2014/main" id="{EC2A0416-972F-4C6E-A3AF-15B5D0AB2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179"/>
                <a:ext cx="7" cy="9"/>
              </a:xfrm>
              <a:custGeom>
                <a:avLst/>
                <a:gdLst>
                  <a:gd name="T0" fmla="*/ 21 w 4"/>
                  <a:gd name="T1" fmla="*/ 0 h 5"/>
                  <a:gd name="T2" fmla="*/ 0 w 4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4" y="2"/>
                      <a:pt x="3" y="4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0" name="Freeform 1640">
                <a:extLst>
                  <a:ext uri="{FF2B5EF4-FFF2-40B4-BE49-F238E27FC236}">
                    <a16:creationId xmlns:a16="http://schemas.microsoft.com/office/drawing/2014/main" id="{FF598EA5-A618-4CEE-B096-EEAF95642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163"/>
                <a:ext cx="9" cy="8"/>
              </a:xfrm>
              <a:custGeom>
                <a:avLst/>
                <a:gdLst>
                  <a:gd name="T0" fmla="*/ 0 w 5"/>
                  <a:gd name="T1" fmla="*/ 0 h 4"/>
                  <a:gd name="T2" fmla="*/ 29 w 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0"/>
                      <a:pt x="5" y="2"/>
                      <a:pt x="5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1" name="Freeform 1641">
                <a:extLst>
                  <a:ext uri="{FF2B5EF4-FFF2-40B4-BE49-F238E27FC236}">
                    <a16:creationId xmlns:a16="http://schemas.microsoft.com/office/drawing/2014/main" id="{CAA315A6-692C-4E1F-834B-5FF7E8A2A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073"/>
                <a:ext cx="77" cy="73"/>
              </a:xfrm>
              <a:custGeom>
                <a:avLst/>
                <a:gdLst>
                  <a:gd name="T0" fmla="*/ 240 w 43"/>
                  <a:gd name="T1" fmla="*/ 221 h 38"/>
                  <a:gd name="T2" fmla="*/ 179 w 43"/>
                  <a:gd name="T3" fmla="*/ 200 h 38"/>
                  <a:gd name="T4" fmla="*/ 97 w 43"/>
                  <a:gd name="T5" fmla="*/ 121 h 38"/>
                  <a:gd name="T6" fmla="*/ 64 w 4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8">
                    <a:moveTo>
                      <a:pt x="42" y="31"/>
                    </a:moveTo>
                    <a:cubicBezTo>
                      <a:pt x="43" y="38"/>
                      <a:pt x="33" y="29"/>
                      <a:pt x="31" y="28"/>
                    </a:cubicBezTo>
                    <a:cubicBezTo>
                      <a:pt x="25" y="24"/>
                      <a:pt x="22" y="22"/>
                      <a:pt x="17" y="17"/>
                    </a:cubicBezTo>
                    <a:cubicBezTo>
                      <a:pt x="15" y="15"/>
                      <a:pt x="0" y="1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2" name="Freeform 1642">
                <a:extLst>
                  <a:ext uri="{FF2B5EF4-FFF2-40B4-BE49-F238E27FC236}">
                    <a16:creationId xmlns:a16="http://schemas.microsoft.com/office/drawing/2014/main" id="{1FFF79C6-E554-4535-B3C9-A5391AD8A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081"/>
                <a:ext cx="14" cy="11"/>
              </a:xfrm>
              <a:custGeom>
                <a:avLst/>
                <a:gdLst>
                  <a:gd name="T0" fmla="*/ 44 w 8"/>
                  <a:gd name="T1" fmla="*/ 20 h 6"/>
                  <a:gd name="T2" fmla="*/ 7 w 8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5" y="0"/>
                      <a:pt x="0" y="0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3" name="Freeform 1643">
                <a:extLst>
                  <a:ext uri="{FF2B5EF4-FFF2-40B4-BE49-F238E27FC236}">
                    <a16:creationId xmlns:a16="http://schemas.microsoft.com/office/drawing/2014/main" id="{0F7DEF4E-64AF-4FDE-9D7C-2A2BE6CE3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38"/>
                <a:ext cx="2" cy="10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1"/>
                      <a:pt x="1" y="3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4" name="Freeform 1644">
                <a:extLst>
                  <a:ext uri="{FF2B5EF4-FFF2-40B4-BE49-F238E27FC236}">
                    <a16:creationId xmlns:a16="http://schemas.microsoft.com/office/drawing/2014/main" id="{2C7A7378-FC79-47FB-9A20-7225B182D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152"/>
                <a:ext cx="9" cy="4"/>
              </a:xfrm>
              <a:custGeom>
                <a:avLst/>
                <a:gdLst>
                  <a:gd name="T0" fmla="*/ 29 w 5"/>
                  <a:gd name="T1" fmla="*/ 0 h 2"/>
                  <a:gd name="T2" fmla="*/ 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1"/>
                      <a:pt x="2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5" name="Freeform 1645">
                <a:extLst>
                  <a:ext uri="{FF2B5EF4-FFF2-40B4-BE49-F238E27FC236}">
                    <a16:creationId xmlns:a16="http://schemas.microsoft.com/office/drawing/2014/main" id="{14FF120C-3F2B-4EB6-B751-6E819237F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999"/>
                <a:ext cx="52" cy="84"/>
              </a:xfrm>
              <a:custGeom>
                <a:avLst/>
                <a:gdLst>
                  <a:gd name="T0" fmla="*/ 167 w 29"/>
                  <a:gd name="T1" fmla="*/ 305 h 44"/>
                  <a:gd name="T2" fmla="*/ 57 w 29"/>
                  <a:gd name="T3" fmla="*/ 132 h 44"/>
                  <a:gd name="T4" fmla="*/ 45 w 2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4">
                    <a:moveTo>
                      <a:pt x="29" y="44"/>
                    </a:moveTo>
                    <a:cubicBezTo>
                      <a:pt x="24" y="35"/>
                      <a:pt x="15" y="28"/>
                      <a:pt x="10" y="19"/>
                    </a:cubicBezTo>
                    <a:cubicBezTo>
                      <a:pt x="6" y="12"/>
                      <a:pt x="0" y="6"/>
                      <a:pt x="8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6" name="Freeform 1646">
                <a:extLst>
                  <a:ext uri="{FF2B5EF4-FFF2-40B4-BE49-F238E27FC236}">
                    <a16:creationId xmlns:a16="http://schemas.microsoft.com/office/drawing/2014/main" id="{A237CDF5-8683-49D3-BB1D-49E27F180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008"/>
                <a:ext cx="15" cy="6"/>
              </a:xfrm>
              <a:custGeom>
                <a:avLst/>
                <a:gdLst>
                  <a:gd name="T0" fmla="*/ 53 w 8"/>
                  <a:gd name="T1" fmla="*/ 24 h 3"/>
                  <a:gd name="T2" fmla="*/ 0 w 8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1"/>
                      <a:pt x="3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7" name="Freeform 1647">
                <a:extLst>
                  <a:ext uri="{FF2B5EF4-FFF2-40B4-BE49-F238E27FC236}">
                    <a16:creationId xmlns:a16="http://schemas.microsoft.com/office/drawing/2014/main" id="{10B3E726-D42E-48CB-AD1C-5E250E4B6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004"/>
                <a:ext cx="9" cy="4"/>
              </a:xfrm>
              <a:custGeom>
                <a:avLst/>
                <a:gdLst>
                  <a:gd name="T0" fmla="*/ 0 w 5"/>
                  <a:gd name="T1" fmla="*/ 16 h 2"/>
                  <a:gd name="T2" fmla="*/ 29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8" name="Freeform 1648">
                <a:extLst>
                  <a:ext uri="{FF2B5EF4-FFF2-40B4-BE49-F238E27FC236}">
                    <a16:creationId xmlns:a16="http://schemas.microsoft.com/office/drawing/2014/main" id="{6DA13EA6-58BF-49B5-A699-D13C12D00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1924"/>
                <a:ext cx="40" cy="84"/>
              </a:xfrm>
              <a:custGeom>
                <a:avLst/>
                <a:gdLst>
                  <a:gd name="T0" fmla="*/ 44 w 22"/>
                  <a:gd name="T1" fmla="*/ 8 h 44"/>
                  <a:gd name="T2" fmla="*/ 36 w 22"/>
                  <a:gd name="T3" fmla="*/ 69 h 44"/>
                  <a:gd name="T4" fmla="*/ 80 w 22"/>
                  <a:gd name="T5" fmla="*/ 176 h 44"/>
                  <a:gd name="T6" fmla="*/ 109 w 22"/>
                  <a:gd name="T7" fmla="*/ 260 h 44"/>
                  <a:gd name="T8" fmla="*/ 133 w 22"/>
                  <a:gd name="T9" fmla="*/ 29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4">
                    <a:moveTo>
                      <a:pt x="7" y="1"/>
                    </a:moveTo>
                    <a:cubicBezTo>
                      <a:pt x="0" y="0"/>
                      <a:pt x="5" y="7"/>
                      <a:pt x="6" y="10"/>
                    </a:cubicBezTo>
                    <a:cubicBezTo>
                      <a:pt x="9" y="15"/>
                      <a:pt x="10" y="20"/>
                      <a:pt x="13" y="25"/>
                    </a:cubicBezTo>
                    <a:cubicBezTo>
                      <a:pt x="15" y="29"/>
                      <a:pt x="17" y="33"/>
                      <a:pt x="18" y="37"/>
                    </a:cubicBezTo>
                    <a:cubicBezTo>
                      <a:pt x="19" y="39"/>
                      <a:pt x="20" y="44"/>
                      <a:pt x="22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9" name="Freeform 1649">
                <a:extLst>
                  <a:ext uri="{FF2B5EF4-FFF2-40B4-BE49-F238E27FC236}">
                    <a16:creationId xmlns:a16="http://schemas.microsoft.com/office/drawing/2014/main" id="{A69EF878-FC46-4649-A880-7B751E89A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934"/>
                <a:ext cx="11" cy="9"/>
              </a:xfrm>
              <a:custGeom>
                <a:avLst/>
                <a:gdLst>
                  <a:gd name="T0" fmla="*/ 37 w 6"/>
                  <a:gd name="T1" fmla="*/ 13 h 5"/>
                  <a:gd name="T2" fmla="*/ 7 w 6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2" y="0"/>
                      <a:pt x="0" y="0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0" name="Freeform 1650">
                <a:extLst>
                  <a:ext uri="{FF2B5EF4-FFF2-40B4-BE49-F238E27FC236}">
                    <a16:creationId xmlns:a16="http://schemas.microsoft.com/office/drawing/2014/main" id="{2B49CAC6-0299-4D78-96B0-ECBA89762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851"/>
                <a:ext cx="34" cy="84"/>
              </a:xfrm>
              <a:custGeom>
                <a:avLst/>
                <a:gdLst>
                  <a:gd name="T0" fmla="*/ 93 w 19"/>
                  <a:gd name="T1" fmla="*/ 305 h 44"/>
                  <a:gd name="T2" fmla="*/ 102 w 19"/>
                  <a:gd name="T3" fmla="*/ 260 h 44"/>
                  <a:gd name="T4" fmla="*/ 73 w 19"/>
                  <a:gd name="T5" fmla="*/ 221 h 44"/>
                  <a:gd name="T6" fmla="*/ 57 w 19"/>
                  <a:gd name="T7" fmla="*/ 153 h 44"/>
                  <a:gd name="T8" fmla="*/ 7 w 19"/>
                  <a:gd name="T9" fmla="*/ 0 h 44"/>
                  <a:gd name="T10" fmla="*/ 0 w 19"/>
                  <a:gd name="T11" fmla="*/ 1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4">
                    <a:moveTo>
                      <a:pt x="16" y="44"/>
                    </a:moveTo>
                    <a:cubicBezTo>
                      <a:pt x="19" y="42"/>
                      <a:pt x="19" y="40"/>
                      <a:pt x="18" y="37"/>
                    </a:cubicBezTo>
                    <a:cubicBezTo>
                      <a:pt x="17" y="35"/>
                      <a:pt x="14" y="34"/>
                      <a:pt x="13" y="32"/>
                    </a:cubicBezTo>
                    <a:cubicBezTo>
                      <a:pt x="12" y="29"/>
                      <a:pt x="11" y="25"/>
                      <a:pt x="10" y="22"/>
                    </a:cubicBezTo>
                    <a:cubicBezTo>
                      <a:pt x="8" y="18"/>
                      <a:pt x="6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422" name="Freeform 1651">
              <a:extLst>
                <a:ext uri="{FF2B5EF4-FFF2-40B4-BE49-F238E27FC236}">
                  <a16:creationId xmlns:a16="http://schemas.microsoft.com/office/drawing/2014/main" id="{460E33F1-3A66-4AFB-AA9D-EA503A1BC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844"/>
              <a:ext cx="14" cy="15"/>
            </a:xfrm>
            <a:custGeom>
              <a:avLst/>
              <a:gdLst>
                <a:gd name="T0" fmla="*/ 12 w 8"/>
                <a:gd name="T1" fmla="*/ 53 h 8"/>
                <a:gd name="T2" fmla="*/ 16 w 8"/>
                <a:gd name="T3" fmla="*/ 8 h 8"/>
                <a:gd name="T4" fmla="*/ 44 w 8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2" y="6"/>
                    <a:pt x="0" y="2"/>
                    <a:pt x="3" y="1"/>
                  </a:cubicBezTo>
                  <a:cubicBezTo>
                    <a:pt x="5" y="0"/>
                    <a:pt x="7" y="0"/>
                    <a:pt x="8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3" name="Freeform 1652">
              <a:extLst>
                <a:ext uri="{FF2B5EF4-FFF2-40B4-BE49-F238E27FC236}">
                  <a16:creationId xmlns:a16="http://schemas.microsoft.com/office/drawing/2014/main" id="{FD73A1C3-5D8A-4682-AA09-531229B11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916"/>
              <a:ext cx="4" cy="10"/>
            </a:xfrm>
            <a:custGeom>
              <a:avLst/>
              <a:gdLst>
                <a:gd name="T0" fmla="*/ 0 w 2"/>
                <a:gd name="T1" fmla="*/ 40 h 5"/>
                <a:gd name="T2" fmla="*/ 8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4"/>
                    <a:pt x="2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4" name="Freeform 1653">
              <a:extLst>
                <a:ext uri="{FF2B5EF4-FFF2-40B4-BE49-F238E27FC236}">
                  <a16:creationId xmlns:a16="http://schemas.microsoft.com/office/drawing/2014/main" id="{167DA93C-CA02-4448-918D-22FC59BA0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752"/>
              <a:ext cx="22" cy="105"/>
            </a:xfrm>
            <a:custGeom>
              <a:avLst/>
              <a:gdLst>
                <a:gd name="T0" fmla="*/ 73 w 12"/>
                <a:gd name="T1" fmla="*/ 382 h 55"/>
                <a:gd name="T2" fmla="*/ 61 w 12"/>
                <a:gd name="T3" fmla="*/ 260 h 55"/>
                <a:gd name="T4" fmla="*/ 51 w 12"/>
                <a:gd name="T5" fmla="*/ 116 h 55"/>
                <a:gd name="T6" fmla="*/ 31 w 12"/>
                <a:gd name="T7" fmla="*/ 21 h 55"/>
                <a:gd name="T8" fmla="*/ 0 w 12"/>
                <a:gd name="T9" fmla="*/ 2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5">
                  <a:moveTo>
                    <a:pt x="12" y="55"/>
                  </a:moveTo>
                  <a:cubicBezTo>
                    <a:pt x="8" y="51"/>
                    <a:pt x="11" y="42"/>
                    <a:pt x="10" y="37"/>
                  </a:cubicBezTo>
                  <a:cubicBezTo>
                    <a:pt x="9" y="30"/>
                    <a:pt x="8" y="24"/>
                    <a:pt x="8" y="17"/>
                  </a:cubicBezTo>
                  <a:cubicBezTo>
                    <a:pt x="8" y="13"/>
                    <a:pt x="7" y="6"/>
                    <a:pt x="5" y="3"/>
                  </a:cubicBezTo>
                  <a:cubicBezTo>
                    <a:pt x="3" y="0"/>
                    <a:pt x="1" y="0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5" name="Freeform 1654">
              <a:extLst>
                <a:ext uri="{FF2B5EF4-FFF2-40B4-BE49-F238E27FC236}">
                  <a16:creationId xmlns:a16="http://schemas.microsoft.com/office/drawing/2014/main" id="{B0EF59F4-B934-43D0-A789-71D52CA96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748"/>
              <a:ext cx="11" cy="11"/>
            </a:xfrm>
            <a:custGeom>
              <a:avLst/>
              <a:gdLst>
                <a:gd name="T0" fmla="*/ 13 w 6"/>
                <a:gd name="T1" fmla="*/ 37 h 6"/>
                <a:gd name="T2" fmla="*/ 37 w 6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2" y="6"/>
                  </a:moveTo>
                  <a:cubicBezTo>
                    <a:pt x="0" y="3"/>
                    <a:pt x="3" y="0"/>
                    <a:pt x="6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6" name="Freeform 1655">
              <a:extLst>
                <a:ext uri="{FF2B5EF4-FFF2-40B4-BE49-F238E27FC236}">
                  <a16:creationId xmlns:a16="http://schemas.microsoft.com/office/drawing/2014/main" id="{CAC90E21-6F64-4BFA-90E8-296D58009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838"/>
              <a:ext cx="7" cy="9"/>
            </a:xfrm>
            <a:custGeom>
              <a:avLst/>
              <a:gdLst>
                <a:gd name="T0" fmla="*/ 0 w 4"/>
                <a:gd name="T1" fmla="*/ 0 h 5"/>
                <a:gd name="T2" fmla="*/ 21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1" y="5"/>
                    <a:pt x="4" y="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7" name="Freeform 1656">
              <a:extLst>
                <a:ext uri="{FF2B5EF4-FFF2-40B4-BE49-F238E27FC236}">
                  <a16:creationId xmlns:a16="http://schemas.microsoft.com/office/drawing/2014/main" id="{E6EB5F2B-8313-435D-A9C1-1099CEED4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648"/>
              <a:ext cx="11" cy="104"/>
            </a:xfrm>
            <a:custGeom>
              <a:avLst/>
              <a:gdLst>
                <a:gd name="T0" fmla="*/ 31 w 6"/>
                <a:gd name="T1" fmla="*/ 377 h 54"/>
                <a:gd name="T2" fmla="*/ 13 w 6"/>
                <a:gd name="T3" fmla="*/ 164 h 54"/>
                <a:gd name="T4" fmla="*/ 13 w 6"/>
                <a:gd name="T5" fmla="*/ 48 h 54"/>
                <a:gd name="T6" fmla="*/ 37 w 6"/>
                <a:gd name="T7" fmla="*/ 15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4">
                  <a:moveTo>
                    <a:pt x="5" y="53"/>
                  </a:moveTo>
                  <a:cubicBezTo>
                    <a:pt x="0" y="54"/>
                    <a:pt x="2" y="27"/>
                    <a:pt x="2" y="23"/>
                  </a:cubicBezTo>
                  <a:cubicBezTo>
                    <a:pt x="3" y="17"/>
                    <a:pt x="2" y="12"/>
                    <a:pt x="2" y="7"/>
                  </a:cubicBezTo>
                  <a:cubicBezTo>
                    <a:pt x="1" y="5"/>
                    <a:pt x="2" y="0"/>
                    <a:pt x="6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8" name="Freeform 1657">
              <a:extLst>
                <a:ext uri="{FF2B5EF4-FFF2-40B4-BE49-F238E27FC236}">
                  <a16:creationId xmlns:a16="http://schemas.microsoft.com/office/drawing/2014/main" id="{5D79A56B-7838-4782-BEE2-9C82111F7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648"/>
              <a:ext cx="9" cy="12"/>
            </a:xfrm>
            <a:custGeom>
              <a:avLst/>
              <a:gdLst>
                <a:gd name="T0" fmla="*/ 29 w 5"/>
                <a:gd name="T1" fmla="*/ 48 h 6"/>
                <a:gd name="T2" fmla="*/ 0 w 5"/>
                <a:gd name="T3" fmla="*/ 1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5" y="3"/>
                    <a:pt x="3" y="0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9" name="Freeform 1658">
              <a:extLst>
                <a:ext uri="{FF2B5EF4-FFF2-40B4-BE49-F238E27FC236}">
                  <a16:creationId xmlns:a16="http://schemas.microsoft.com/office/drawing/2014/main" id="{E1F4EAAF-0D4B-4106-83F2-933B79B5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564"/>
              <a:ext cx="22" cy="92"/>
            </a:xfrm>
            <a:custGeom>
              <a:avLst/>
              <a:gdLst>
                <a:gd name="T0" fmla="*/ 37 w 12"/>
                <a:gd name="T1" fmla="*/ 324 h 48"/>
                <a:gd name="T2" fmla="*/ 37 w 12"/>
                <a:gd name="T3" fmla="*/ 132 h 48"/>
                <a:gd name="T4" fmla="*/ 37 w 12"/>
                <a:gd name="T5" fmla="*/ 69 h 48"/>
                <a:gd name="T6" fmla="*/ 37 w 12"/>
                <a:gd name="T7" fmla="*/ 23 h 48"/>
                <a:gd name="T8" fmla="*/ 73 w 12"/>
                <a:gd name="T9" fmla="*/ 2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8">
                  <a:moveTo>
                    <a:pt x="6" y="46"/>
                  </a:moveTo>
                  <a:cubicBezTo>
                    <a:pt x="0" y="48"/>
                    <a:pt x="6" y="22"/>
                    <a:pt x="6" y="19"/>
                  </a:cubicBezTo>
                  <a:cubicBezTo>
                    <a:pt x="7" y="16"/>
                    <a:pt x="7" y="13"/>
                    <a:pt x="6" y="10"/>
                  </a:cubicBezTo>
                  <a:cubicBezTo>
                    <a:pt x="6" y="9"/>
                    <a:pt x="5" y="4"/>
                    <a:pt x="6" y="3"/>
                  </a:cubicBezTo>
                  <a:cubicBezTo>
                    <a:pt x="7" y="0"/>
                    <a:pt x="11" y="2"/>
                    <a:pt x="12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0" name="Freeform 1659">
              <a:extLst>
                <a:ext uri="{FF2B5EF4-FFF2-40B4-BE49-F238E27FC236}">
                  <a16:creationId xmlns:a16="http://schemas.microsoft.com/office/drawing/2014/main" id="{782C5B31-4269-4133-A971-AB8CAF049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564"/>
              <a:ext cx="7" cy="12"/>
            </a:xfrm>
            <a:custGeom>
              <a:avLst/>
              <a:gdLst>
                <a:gd name="T0" fmla="*/ 21 w 4"/>
                <a:gd name="T1" fmla="*/ 40 h 6"/>
                <a:gd name="T2" fmla="*/ 0 w 4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5"/>
                  </a:moveTo>
                  <a:cubicBezTo>
                    <a:pt x="3" y="0"/>
                    <a:pt x="0" y="3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1" name="Freeform 1660">
              <a:extLst>
                <a:ext uri="{FF2B5EF4-FFF2-40B4-BE49-F238E27FC236}">
                  <a16:creationId xmlns:a16="http://schemas.microsoft.com/office/drawing/2014/main" id="{A19594D5-F038-4C05-B836-17E7BD35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646"/>
              <a:ext cx="7" cy="4"/>
            </a:xfrm>
            <a:custGeom>
              <a:avLst/>
              <a:gdLst>
                <a:gd name="T0" fmla="*/ 21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2" name="Freeform 1661">
              <a:extLst>
                <a:ext uri="{FF2B5EF4-FFF2-40B4-BE49-F238E27FC236}">
                  <a16:creationId xmlns:a16="http://schemas.microsoft.com/office/drawing/2014/main" id="{919C9825-CEF6-452B-BE11-FF34539F8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468"/>
              <a:ext cx="25" cy="100"/>
            </a:xfrm>
            <a:custGeom>
              <a:avLst/>
              <a:gdLst>
                <a:gd name="T0" fmla="*/ 7 w 14"/>
                <a:gd name="T1" fmla="*/ 369 h 52"/>
                <a:gd name="T2" fmla="*/ 7 w 14"/>
                <a:gd name="T3" fmla="*/ 325 h 52"/>
                <a:gd name="T4" fmla="*/ 13 w 14"/>
                <a:gd name="T5" fmla="*/ 256 h 52"/>
                <a:gd name="T6" fmla="*/ 36 w 14"/>
                <a:gd name="T7" fmla="*/ 108 h 52"/>
                <a:gd name="T8" fmla="*/ 80 w 14"/>
                <a:gd name="T9" fmla="*/ 29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2">
                  <a:moveTo>
                    <a:pt x="1" y="52"/>
                  </a:moveTo>
                  <a:cubicBezTo>
                    <a:pt x="0" y="51"/>
                    <a:pt x="1" y="48"/>
                    <a:pt x="1" y="46"/>
                  </a:cubicBezTo>
                  <a:cubicBezTo>
                    <a:pt x="2" y="43"/>
                    <a:pt x="2" y="39"/>
                    <a:pt x="2" y="36"/>
                  </a:cubicBezTo>
                  <a:cubicBezTo>
                    <a:pt x="4" y="29"/>
                    <a:pt x="5" y="22"/>
                    <a:pt x="6" y="15"/>
                  </a:cubicBezTo>
                  <a:cubicBezTo>
                    <a:pt x="7" y="10"/>
                    <a:pt x="8" y="0"/>
                    <a:pt x="14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3" name="Freeform 1662">
              <a:extLst>
                <a:ext uri="{FF2B5EF4-FFF2-40B4-BE49-F238E27FC236}">
                  <a16:creationId xmlns:a16="http://schemas.microsoft.com/office/drawing/2014/main" id="{D2B6466C-A261-4B8F-A217-E81CFBCEC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470"/>
              <a:ext cx="5" cy="14"/>
            </a:xfrm>
            <a:custGeom>
              <a:avLst/>
              <a:gdLst>
                <a:gd name="T0" fmla="*/ 13 w 3"/>
                <a:gd name="T1" fmla="*/ 56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3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4" name="Freeform 1663">
              <a:extLst>
                <a:ext uri="{FF2B5EF4-FFF2-40B4-BE49-F238E27FC236}">
                  <a16:creationId xmlns:a16="http://schemas.microsoft.com/office/drawing/2014/main" id="{33F32734-3C79-4C90-9882-2A6E47DF6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472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2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5" name="Freeform 1664">
              <a:extLst>
                <a:ext uri="{FF2B5EF4-FFF2-40B4-BE49-F238E27FC236}">
                  <a16:creationId xmlns:a16="http://schemas.microsoft.com/office/drawing/2014/main" id="{EAB3768E-E9C3-45EE-882D-D6813B89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380"/>
              <a:ext cx="32" cy="96"/>
            </a:xfrm>
            <a:custGeom>
              <a:avLst/>
              <a:gdLst>
                <a:gd name="T0" fmla="*/ 101 w 18"/>
                <a:gd name="T1" fmla="*/ 29 h 50"/>
                <a:gd name="T2" fmla="*/ 64 w 18"/>
                <a:gd name="T3" fmla="*/ 44 h 50"/>
                <a:gd name="T4" fmla="*/ 57 w 18"/>
                <a:gd name="T5" fmla="*/ 108 h 50"/>
                <a:gd name="T6" fmla="*/ 44 w 18"/>
                <a:gd name="T7" fmla="*/ 184 h 50"/>
                <a:gd name="T8" fmla="*/ 16 w 18"/>
                <a:gd name="T9" fmla="*/ 300 h 50"/>
                <a:gd name="T10" fmla="*/ 12 w 18"/>
                <a:gd name="T11" fmla="*/ 353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0">
                  <a:moveTo>
                    <a:pt x="18" y="4"/>
                  </a:moveTo>
                  <a:cubicBezTo>
                    <a:pt x="15" y="7"/>
                    <a:pt x="13" y="0"/>
                    <a:pt x="11" y="6"/>
                  </a:cubicBezTo>
                  <a:cubicBezTo>
                    <a:pt x="10" y="9"/>
                    <a:pt x="11" y="12"/>
                    <a:pt x="10" y="15"/>
                  </a:cubicBezTo>
                  <a:cubicBezTo>
                    <a:pt x="9" y="19"/>
                    <a:pt x="9" y="23"/>
                    <a:pt x="8" y="26"/>
                  </a:cubicBezTo>
                  <a:cubicBezTo>
                    <a:pt x="7" y="31"/>
                    <a:pt x="6" y="38"/>
                    <a:pt x="3" y="42"/>
                  </a:cubicBezTo>
                  <a:cubicBezTo>
                    <a:pt x="2" y="45"/>
                    <a:pt x="0" y="47"/>
                    <a:pt x="2" y="5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6" name="Freeform 1665">
              <a:extLst>
                <a:ext uri="{FF2B5EF4-FFF2-40B4-BE49-F238E27FC236}">
                  <a16:creationId xmlns:a16="http://schemas.microsoft.com/office/drawing/2014/main" id="{40844A7D-7E70-4D4F-B4CE-0595B46E1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379"/>
              <a:ext cx="5" cy="11"/>
            </a:xfrm>
            <a:custGeom>
              <a:avLst/>
              <a:gdLst>
                <a:gd name="T0" fmla="*/ 8 w 3"/>
                <a:gd name="T1" fmla="*/ 37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7" name="Freeform 1666">
              <a:extLst>
                <a:ext uri="{FF2B5EF4-FFF2-40B4-BE49-F238E27FC236}">
                  <a16:creationId xmlns:a16="http://schemas.microsoft.com/office/drawing/2014/main" id="{1C416FBC-EBFA-4772-8844-D3A012439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308"/>
              <a:ext cx="37" cy="80"/>
            </a:xfrm>
            <a:custGeom>
              <a:avLst/>
              <a:gdLst>
                <a:gd name="T0" fmla="*/ 0 w 21"/>
                <a:gd name="T1" fmla="*/ 290 h 42"/>
                <a:gd name="T2" fmla="*/ 44 w 21"/>
                <a:gd name="T3" fmla="*/ 200 h 42"/>
                <a:gd name="T4" fmla="*/ 72 w 21"/>
                <a:gd name="T5" fmla="*/ 91 h 42"/>
                <a:gd name="T6" fmla="*/ 93 w 21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2">
                  <a:moveTo>
                    <a:pt x="0" y="42"/>
                  </a:moveTo>
                  <a:cubicBezTo>
                    <a:pt x="0" y="37"/>
                    <a:pt x="6" y="33"/>
                    <a:pt x="8" y="29"/>
                  </a:cubicBezTo>
                  <a:cubicBezTo>
                    <a:pt x="11" y="24"/>
                    <a:pt x="11" y="18"/>
                    <a:pt x="13" y="13"/>
                  </a:cubicBezTo>
                  <a:cubicBezTo>
                    <a:pt x="14" y="10"/>
                    <a:pt x="21" y="2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8" name="Freeform 1667">
              <a:extLst>
                <a:ext uri="{FF2B5EF4-FFF2-40B4-BE49-F238E27FC236}">
                  <a16:creationId xmlns:a16="http://schemas.microsoft.com/office/drawing/2014/main" id="{122BAB40-F8A0-406C-B141-B1E5D83D0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310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9" name="Freeform 1668">
              <a:extLst>
                <a:ext uri="{FF2B5EF4-FFF2-40B4-BE49-F238E27FC236}">
                  <a16:creationId xmlns:a16="http://schemas.microsoft.com/office/drawing/2014/main" id="{D20E351A-EAAD-43BA-86F8-B7F94095F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380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0" name="Freeform 1669">
              <a:extLst>
                <a:ext uri="{FF2B5EF4-FFF2-40B4-BE49-F238E27FC236}">
                  <a16:creationId xmlns:a16="http://schemas.microsoft.com/office/drawing/2014/main" id="{19DE9B0F-F827-49B4-B593-D4A2CFC3F9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0" y="1112"/>
              <a:ext cx="574" cy="1074"/>
            </a:xfrm>
            <a:custGeom>
              <a:avLst/>
              <a:gdLst>
                <a:gd name="T0" fmla="*/ 924 w 320"/>
                <a:gd name="T1" fmla="*/ 0 h 561"/>
                <a:gd name="T2" fmla="*/ 0 w 320"/>
                <a:gd name="T3" fmla="*/ 1964 h 561"/>
                <a:gd name="T4" fmla="*/ 924 w 320"/>
                <a:gd name="T5" fmla="*/ 3936 h 561"/>
                <a:gd name="T6" fmla="*/ 1848 w 320"/>
                <a:gd name="T7" fmla="*/ 1964 h 561"/>
                <a:gd name="T8" fmla="*/ 924 w 320"/>
                <a:gd name="T9" fmla="*/ 0 h 561"/>
                <a:gd name="T10" fmla="*/ 895 w 320"/>
                <a:gd name="T11" fmla="*/ 3791 h 561"/>
                <a:gd name="T12" fmla="*/ 65 w 320"/>
                <a:gd name="T13" fmla="*/ 1972 h 561"/>
                <a:gd name="T14" fmla="*/ 895 w 320"/>
                <a:gd name="T15" fmla="*/ 147 h 561"/>
                <a:gd name="T16" fmla="*/ 1731 w 320"/>
                <a:gd name="T17" fmla="*/ 1972 h 561"/>
                <a:gd name="T18" fmla="*/ 895 w 320"/>
                <a:gd name="T19" fmla="*/ 3791 h 5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0" h="561">
                  <a:moveTo>
                    <a:pt x="160" y="0"/>
                  </a:moveTo>
                  <a:cubicBezTo>
                    <a:pt x="72" y="0"/>
                    <a:pt x="0" y="125"/>
                    <a:pt x="0" y="280"/>
                  </a:cubicBezTo>
                  <a:cubicBezTo>
                    <a:pt x="0" y="436"/>
                    <a:pt x="72" y="561"/>
                    <a:pt x="160" y="561"/>
                  </a:cubicBezTo>
                  <a:cubicBezTo>
                    <a:pt x="248" y="561"/>
                    <a:pt x="320" y="436"/>
                    <a:pt x="320" y="280"/>
                  </a:cubicBezTo>
                  <a:cubicBezTo>
                    <a:pt x="320" y="125"/>
                    <a:pt x="248" y="0"/>
                    <a:pt x="160" y="0"/>
                  </a:cubicBezTo>
                  <a:close/>
                  <a:moveTo>
                    <a:pt x="155" y="540"/>
                  </a:moveTo>
                  <a:cubicBezTo>
                    <a:pt x="76" y="540"/>
                    <a:pt x="11" y="424"/>
                    <a:pt x="11" y="281"/>
                  </a:cubicBezTo>
                  <a:cubicBezTo>
                    <a:pt x="11" y="138"/>
                    <a:pt x="76" y="21"/>
                    <a:pt x="155" y="21"/>
                  </a:cubicBezTo>
                  <a:cubicBezTo>
                    <a:pt x="235" y="21"/>
                    <a:pt x="300" y="138"/>
                    <a:pt x="300" y="281"/>
                  </a:cubicBezTo>
                  <a:cubicBezTo>
                    <a:pt x="300" y="424"/>
                    <a:pt x="235" y="540"/>
                    <a:pt x="155" y="5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1" name="Oval 1670">
              <a:extLst>
                <a:ext uri="{FF2B5EF4-FFF2-40B4-BE49-F238E27FC236}">
                  <a16:creationId xmlns:a16="http://schemas.microsoft.com/office/drawing/2014/main" id="{A7F391BC-E9E2-40EB-A164-484742F00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9" y="1153"/>
              <a:ext cx="519" cy="993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42" name="Freeform 1671">
              <a:extLst>
                <a:ext uri="{FF2B5EF4-FFF2-40B4-BE49-F238E27FC236}">
                  <a16:creationId xmlns:a16="http://schemas.microsoft.com/office/drawing/2014/main" id="{F66A357C-5BAF-4C97-98A8-FDE62BA9C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768"/>
              <a:ext cx="883" cy="1412"/>
            </a:xfrm>
            <a:custGeom>
              <a:avLst/>
              <a:gdLst>
                <a:gd name="T0" fmla="*/ 167 w 492"/>
                <a:gd name="T1" fmla="*/ 5170 h 738"/>
                <a:gd name="T2" fmla="*/ 2313 w 492"/>
                <a:gd name="T3" fmla="*/ 1274 h 738"/>
                <a:gd name="T4" fmla="*/ 2590 w 492"/>
                <a:gd name="T5" fmla="*/ 436 h 738"/>
                <a:gd name="T6" fmla="*/ 2802 w 492"/>
                <a:gd name="T7" fmla="*/ 168 h 738"/>
                <a:gd name="T8" fmla="*/ 2773 w 492"/>
                <a:gd name="T9" fmla="*/ 0 h 738"/>
                <a:gd name="T10" fmla="*/ 2444 w 492"/>
                <a:gd name="T11" fmla="*/ 360 h 738"/>
                <a:gd name="T12" fmla="*/ 1788 w 492"/>
                <a:gd name="T13" fmla="*/ 911 h 738"/>
                <a:gd name="T14" fmla="*/ 903 w 492"/>
                <a:gd name="T15" fmla="*/ 1443 h 738"/>
                <a:gd name="T16" fmla="*/ 0 w 492"/>
                <a:gd name="T17" fmla="*/ 1251 h 7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2" h="738">
                  <a:moveTo>
                    <a:pt x="29" y="738"/>
                  </a:moveTo>
                  <a:cubicBezTo>
                    <a:pt x="419" y="625"/>
                    <a:pt x="353" y="224"/>
                    <a:pt x="400" y="182"/>
                  </a:cubicBezTo>
                  <a:cubicBezTo>
                    <a:pt x="447" y="140"/>
                    <a:pt x="445" y="91"/>
                    <a:pt x="448" y="62"/>
                  </a:cubicBezTo>
                  <a:cubicBezTo>
                    <a:pt x="452" y="32"/>
                    <a:pt x="485" y="24"/>
                    <a:pt x="485" y="24"/>
                  </a:cubicBezTo>
                  <a:cubicBezTo>
                    <a:pt x="492" y="12"/>
                    <a:pt x="480" y="0"/>
                    <a:pt x="480" y="0"/>
                  </a:cubicBezTo>
                  <a:cubicBezTo>
                    <a:pt x="457" y="4"/>
                    <a:pt x="445" y="6"/>
                    <a:pt x="423" y="51"/>
                  </a:cubicBezTo>
                  <a:cubicBezTo>
                    <a:pt x="396" y="105"/>
                    <a:pt x="344" y="78"/>
                    <a:pt x="309" y="130"/>
                  </a:cubicBezTo>
                  <a:cubicBezTo>
                    <a:pt x="274" y="182"/>
                    <a:pt x="234" y="253"/>
                    <a:pt x="156" y="206"/>
                  </a:cubicBezTo>
                  <a:cubicBezTo>
                    <a:pt x="97" y="171"/>
                    <a:pt x="30" y="175"/>
                    <a:pt x="0" y="1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3" name="Freeform 1672">
              <a:extLst>
                <a:ext uri="{FF2B5EF4-FFF2-40B4-BE49-F238E27FC236}">
                  <a16:creationId xmlns:a16="http://schemas.microsoft.com/office/drawing/2014/main" id="{C0CB42D7-BA8C-4623-B1DD-C8878A551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1899"/>
              <a:ext cx="58" cy="44"/>
            </a:xfrm>
            <a:custGeom>
              <a:avLst/>
              <a:gdLst>
                <a:gd name="T0" fmla="*/ 0 w 32"/>
                <a:gd name="T1" fmla="*/ 55 h 23"/>
                <a:gd name="T2" fmla="*/ 190 w 32"/>
                <a:gd name="T3" fmla="*/ 121 h 23"/>
                <a:gd name="T4" fmla="*/ 0 w 32"/>
                <a:gd name="T5" fmla="*/ 5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8"/>
                  </a:moveTo>
                  <a:cubicBezTo>
                    <a:pt x="0" y="8"/>
                    <a:pt x="13" y="23"/>
                    <a:pt x="32" y="17"/>
                  </a:cubicBezTo>
                  <a:cubicBezTo>
                    <a:pt x="32" y="17"/>
                    <a:pt x="21" y="0"/>
                    <a:pt x="0" y="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4" name="Freeform 1673">
              <a:extLst>
                <a:ext uri="{FF2B5EF4-FFF2-40B4-BE49-F238E27FC236}">
                  <a16:creationId xmlns:a16="http://schemas.microsoft.com/office/drawing/2014/main" id="{BDA1181D-F903-43F1-A502-7377CBEB2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888"/>
              <a:ext cx="57" cy="59"/>
            </a:xfrm>
            <a:custGeom>
              <a:avLst/>
              <a:gdLst>
                <a:gd name="T0" fmla="*/ 0 w 32"/>
                <a:gd name="T1" fmla="*/ 152 h 31"/>
                <a:gd name="T2" fmla="*/ 182 w 32"/>
                <a:gd name="T3" fmla="*/ 36 h 31"/>
                <a:gd name="T4" fmla="*/ 0 w 32"/>
                <a:gd name="T5" fmla="*/ 15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1">
                  <a:moveTo>
                    <a:pt x="0" y="22"/>
                  </a:moveTo>
                  <a:cubicBezTo>
                    <a:pt x="0" y="22"/>
                    <a:pt x="23" y="31"/>
                    <a:pt x="32" y="5"/>
                  </a:cubicBezTo>
                  <a:cubicBezTo>
                    <a:pt x="32" y="5"/>
                    <a:pt x="8" y="0"/>
                    <a:pt x="0" y="22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5" name="Freeform 1674">
              <a:extLst>
                <a:ext uri="{FF2B5EF4-FFF2-40B4-BE49-F238E27FC236}">
                  <a16:creationId xmlns:a16="http://schemas.microsoft.com/office/drawing/2014/main" id="{DBA2A084-3319-4A0F-8BED-1F67F9E10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851"/>
              <a:ext cx="67" cy="75"/>
            </a:xfrm>
            <a:custGeom>
              <a:avLst/>
              <a:gdLst>
                <a:gd name="T0" fmla="*/ 0 w 37"/>
                <a:gd name="T1" fmla="*/ 163 h 39"/>
                <a:gd name="T2" fmla="*/ 219 w 37"/>
                <a:gd name="T3" fmla="*/ 44 h 39"/>
                <a:gd name="T4" fmla="*/ 0 w 37"/>
                <a:gd name="T5" fmla="*/ 16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9">
                  <a:moveTo>
                    <a:pt x="0" y="23"/>
                  </a:moveTo>
                  <a:cubicBezTo>
                    <a:pt x="0" y="23"/>
                    <a:pt x="24" y="39"/>
                    <a:pt x="37" y="6"/>
                  </a:cubicBezTo>
                  <a:cubicBezTo>
                    <a:pt x="37" y="6"/>
                    <a:pt x="16" y="0"/>
                    <a:pt x="0" y="23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6" name="Freeform 1675">
              <a:extLst>
                <a:ext uri="{FF2B5EF4-FFF2-40B4-BE49-F238E27FC236}">
                  <a16:creationId xmlns:a16="http://schemas.microsoft.com/office/drawing/2014/main" id="{8CA37043-D91E-48DF-BD87-3756B4194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847"/>
              <a:ext cx="57" cy="58"/>
            </a:xfrm>
            <a:custGeom>
              <a:avLst/>
              <a:gdLst>
                <a:gd name="T0" fmla="*/ 0 w 32"/>
                <a:gd name="T1" fmla="*/ 56 h 30"/>
                <a:gd name="T2" fmla="*/ 182 w 32"/>
                <a:gd name="T3" fmla="*/ 101 h 30"/>
                <a:gd name="T4" fmla="*/ 0 w 32"/>
                <a:gd name="T5" fmla="*/ 5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0">
                  <a:moveTo>
                    <a:pt x="0" y="8"/>
                  </a:moveTo>
                  <a:cubicBezTo>
                    <a:pt x="0" y="8"/>
                    <a:pt x="15" y="30"/>
                    <a:pt x="32" y="14"/>
                  </a:cubicBezTo>
                  <a:cubicBezTo>
                    <a:pt x="32" y="14"/>
                    <a:pt x="19" y="0"/>
                    <a:pt x="0" y="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7" name="Freeform 1676">
              <a:extLst>
                <a:ext uri="{FF2B5EF4-FFF2-40B4-BE49-F238E27FC236}">
                  <a16:creationId xmlns:a16="http://schemas.microsoft.com/office/drawing/2014/main" id="{2FE781F2-4516-4F67-BDA6-73DD3C485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70"/>
              <a:ext cx="50" cy="52"/>
            </a:xfrm>
            <a:custGeom>
              <a:avLst/>
              <a:gdLst>
                <a:gd name="T0" fmla="*/ 0 w 28"/>
                <a:gd name="T1" fmla="*/ 15 h 27"/>
                <a:gd name="T2" fmla="*/ 159 w 28"/>
                <a:gd name="T3" fmla="*/ 137 h 27"/>
                <a:gd name="T4" fmla="*/ 0 w 28"/>
                <a:gd name="T5" fmla="*/ 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7">
                  <a:moveTo>
                    <a:pt x="0" y="2"/>
                  </a:moveTo>
                  <a:cubicBezTo>
                    <a:pt x="0" y="2"/>
                    <a:pt x="6" y="27"/>
                    <a:pt x="28" y="19"/>
                  </a:cubicBezTo>
                  <a:cubicBezTo>
                    <a:pt x="28" y="19"/>
                    <a:pt x="14" y="0"/>
                    <a:pt x="0" y="2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8" name="Freeform 1677">
              <a:extLst>
                <a:ext uri="{FF2B5EF4-FFF2-40B4-BE49-F238E27FC236}">
                  <a16:creationId xmlns:a16="http://schemas.microsoft.com/office/drawing/2014/main" id="{29858920-2739-48B2-A313-F61EB8C79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876"/>
              <a:ext cx="54" cy="73"/>
            </a:xfrm>
            <a:custGeom>
              <a:avLst/>
              <a:gdLst>
                <a:gd name="T0" fmla="*/ 0 w 30"/>
                <a:gd name="T1" fmla="*/ 115 h 38"/>
                <a:gd name="T2" fmla="*/ 175 w 30"/>
                <a:gd name="T3" fmla="*/ 100 h 38"/>
                <a:gd name="T4" fmla="*/ 0 w 30"/>
                <a:gd name="T5" fmla="*/ 11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8">
                  <a:moveTo>
                    <a:pt x="0" y="16"/>
                  </a:moveTo>
                  <a:cubicBezTo>
                    <a:pt x="0" y="16"/>
                    <a:pt x="10" y="0"/>
                    <a:pt x="30" y="14"/>
                  </a:cubicBezTo>
                  <a:cubicBezTo>
                    <a:pt x="30" y="14"/>
                    <a:pt x="15" y="38"/>
                    <a:pt x="0" y="16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9" name="Freeform 1678">
              <a:extLst>
                <a:ext uri="{FF2B5EF4-FFF2-40B4-BE49-F238E27FC236}">
                  <a16:creationId xmlns:a16="http://schemas.microsoft.com/office/drawing/2014/main" id="{96977908-1884-4A48-A43B-3CD9A4FFD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872"/>
              <a:ext cx="375" cy="230"/>
            </a:xfrm>
            <a:custGeom>
              <a:avLst/>
              <a:gdLst>
                <a:gd name="T0" fmla="*/ 0 w 209"/>
                <a:gd name="T1" fmla="*/ 155 h 120"/>
                <a:gd name="T2" fmla="*/ 70 w 209"/>
                <a:gd name="T3" fmla="*/ 309 h 120"/>
                <a:gd name="T4" fmla="*/ 239 w 209"/>
                <a:gd name="T5" fmla="*/ 585 h 120"/>
                <a:gd name="T6" fmla="*/ 328 w 209"/>
                <a:gd name="T7" fmla="*/ 698 h 120"/>
                <a:gd name="T8" fmla="*/ 632 w 209"/>
                <a:gd name="T9" fmla="*/ 809 h 120"/>
                <a:gd name="T10" fmla="*/ 940 w 209"/>
                <a:gd name="T11" fmla="*/ 606 h 120"/>
                <a:gd name="T12" fmla="*/ 1033 w 209"/>
                <a:gd name="T13" fmla="*/ 470 h 120"/>
                <a:gd name="T14" fmla="*/ 1143 w 209"/>
                <a:gd name="T15" fmla="*/ 224 h 120"/>
                <a:gd name="T16" fmla="*/ 1208 w 209"/>
                <a:gd name="T17" fmla="*/ 63 h 120"/>
                <a:gd name="T18" fmla="*/ 1143 w 209"/>
                <a:gd name="T19" fmla="*/ 132 h 120"/>
                <a:gd name="T20" fmla="*/ 960 w 209"/>
                <a:gd name="T21" fmla="*/ 155 h 120"/>
                <a:gd name="T22" fmla="*/ 791 w 209"/>
                <a:gd name="T23" fmla="*/ 48 h 120"/>
                <a:gd name="T24" fmla="*/ 617 w 209"/>
                <a:gd name="T25" fmla="*/ 0 h 120"/>
                <a:gd name="T26" fmla="*/ 414 w 209"/>
                <a:gd name="T27" fmla="*/ 113 h 120"/>
                <a:gd name="T28" fmla="*/ 231 w 209"/>
                <a:gd name="T29" fmla="*/ 232 h 120"/>
                <a:gd name="T30" fmla="*/ 0 w 209"/>
                <a:gd name="T31" fmla="*/ 155 h 1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9" h="120">
                  <a:moveTo>
                    <a:pt x="0" y="22"/>
                  </a:moveTo>
                  <a:cubicBezTo>
                    <a:pt x="0" y="22"/>
                    <a:pt x="8" y="40"/>
                    <a:pt x="12" y="44"/>
                  </a:cubicBezTo>
                  <a:cubicBezTo>
                    <a:pt x="12" y="44"/>
                    <a:pt x="31" y="81"/>
                    <a:pt x="41" y="83"/>
                  </a:cubicBezTo>
                  <a:cubicBezTo>
                    <a:pt x="41" y="83"/>
                    <a:pt x="46" y="96"/>
                    <a:pt x="57" y="99"/>
                  </a:cubicBezTo>
                  <a:cubicBezTo>
                    <a:pt x="57" y="99"/>
                    <a:pt x="74" y="120"/>
                    <a:pt x="109" y="115"/>
                  </a:cubicBezTo>
                  <a:cubicBezTo>
                    <a:pt x="109" y="115"/>
                    <a:pt x="135" y="117"/>
                    <a:pt x="163" y="86"/>
                  </a:cubicBezTo>
                  <a:cubicBezTo>
                    <a:pt x="163" y="86"/>
                    <a:pt x="180" y="71"/>
                    <a:pt x="179" y="67"/>
                  </a:cubicBezTo>
                  <a:cubicBezTo>
                    <a:pt x="179" y="67"/>
                    <a:pt x="194" y="52"/>
                    <a:pt x="198" y="32"/>
                  </a:cubicBezTo>
                  <a:cubicBezTo>
                    <a:pt x="198" y="32"/>
                    <a:pt x="207" y="20"/>
                    <a:pt x="209" y="9"/>
                  </a:cubicBezTo>
                  <a:cubicBezTo>
                    <a:pt x="209" y="9"/>
                    <a:pt x="202" y="18"/>
                    <a:pt x="198" y="19"/>
                  </a:cubicBezTo>
                  <a:cubicBezTo>
                    <a:pt x="194" y="20"/>
                    <a:pt x="185" y="43"/>
                    <a:pt x="166" y="22"/>
                  </a:cubicBezTo>
                  <a:cubicBezTo>
                    <a:pt x="166" y="22"/>
                    <a:pt x="150" y="26"/>
                    <a:pt x="137" y="7"/>
                  </a:cubicBezTo>
                  <a:cubicBezTo>
                    <a:pt x="137" y="7"/>
                    <a:pt x="123" y="15"/>
                    <a:pt x="107" y="0"/>
                  </a:cubicBezTo>
                  <a:cubicBezTo>
                    <a:pt x="107" y="0"/>
                    <a:pt x="102" y="23"/>
                    <a:pt x="72" y="16"/>
                  </a:cubicBezTo>
                  <a:cubicBezTo>
                    <a:pt x="72" y="16"/>
                    <a:pt x="67" y="37"/>
                    <a:pt x="40" y="33"/>
                  </a:cubicBezTo>
                  <a:cubicBezTo>
                    <a:pt x="40" y="33"/>
                    <a:pt x="19" y="41"/>
                    <a:pt x="0" y="22"/>
                  </a:cubicBezTo>
                  <a:close/>
                </a:path>
              </a:pathLst>
            </a:custGeom>
            <a:solidFill>
              <a:srgbClr val="F6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0" name="Freeform 1679">
              <a:extLst>
                <a:ext uri="{FF2B5EF4-FFF2-40B4-BE49-F238E27FC236}">
                  <a16:creationId xmlns:a16="http://schemas.microsoft.com/office/drawing/2014/main" id="{379E2044-42AB-4FA1-A06C-0103399A42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68" y="1872"/>
              <a:ext cx="375" cy="230"/>
            </a:xfrm>
            <a:custGeom>
              <a:avLst/>
              <a:gdLst>
                <a:gd name="T0" fmla="*/ 1143 w 209"/>
                <a:gd name="T1" fmla="*/ 132 h 120"/>
                <a:gd name="T2" fmla="*/ 960 w 209"/>
                <a:gd name="T3" fmla="*/ 155 h 120"/>
                <a:gd name="T4" fmla="*/ 791 w 209"/>
                <a:gd name="T5" fmla="*/ 48 h 120"/>
                <a:gd name="T6" fmla="*/ 617 w 209"/>
                <a:gd name="T7" fmla="*/ 0 h 120"/>
                <a:gd name="T8" fmla="*/ 414 w 209"/>
                <a:gd name="T9" fmla="*/ 121 h 120"/>
                <a:gd name="T10" fmla="*/ 231 w 209"/>
                <a:gd name="T11" fmla="*/ 232 h 120"/>
                <a:gd name="T12" fmla="*/ 0 w 209"/>
                <a:gd name="T13" fmla="*/ 155 h 120"/>
                <a:gd name="T14" fmla="*/ 70 w 209"/>
                <a:gd name="T15" fmla="*/ 309 h 120"/>
                <a:gd name="T16" fmla="*/ 239 w 209"/>
                <a:gd name="T17" fmla="*/ 585 h 120"/>
                <a:gd name="T18" fmla="*/ 328 w 209"/>
                <a:gd name="T19" fmla="*/ 705 h 120"/>
                <a:gd name="T20" fmla="*/ 624 w 209"/>
                <a:gd name="T21" fmla="*/ 809 h 120"/>
                <a:gd name="T22" fmla="*/ 940 w 209"/>
                <a:gd name="T23" fmla="*/ 606 h 120"/>
                <a:gd name="T24" fmla="*/ 1033 w 209"/>
                <a:gd name="T25" fmla="*/ 470 h 120"/>
                <a:gd name="T26" fmla="*/ 1143 w 209"/>
                <a:gd name="T27" fmla="*/ 224 h 120"/>
                <a:gd name="T28" fmla="*/ 1208 w 209"/>
                <a:gd name="T29" fmla="*/ 63 h 120"/>
                <a:gd name="T30" fmla="*/ 1143 w 209"/>
                <a:gd name="T31" fmla="*/ 132 h 120"/>
                <a:gd name="T32" fmla="*/ 743 w 209"/>
                <a:gd name="T33" fmla="*/ 606 h 120"/>
                <a:gd name="T34" fmla="*/ 605 w 209"/>
                <a:gd name="T35" fmla="*/ 640 h 120"/>
                <a:gd name="T36" fmla="*/ 495 w 209"/>
                <a:gd name="T37" fmla="*/ 544 h 120"/>
                <a:gd name="T38" fmla="*/ 377 w 209"/>
                <a:gd name="T39" fmla="*/ 585 h 120"/>
                <a:gd name="T40" fmla="*/ 283 w 209"/>
                <a:gd name="T41" fmla="*/ 460 h 120"/>
                <a:gd name="T42" fmla="*/ 438 w 209"/>
                <a:gd name="T43" fmla="*/ 332 h 120"/>
                <a:gd name="T44" fmla="*/ 560 w 209"/>
                <a:gd name="T45" fmla="*/ 316 h 120"/>
                <a:gd name="T46" fmla="*/ 617 w 209"/>
                <a:gd name="T47" fmla="*/ 224 h 120"/>
                <a:gd name="T48" fmla="*/ 807 w 209"/>
                <a:gd name="T49" fmla="*/ 284 h 120"/>
                <a:gd name="T50" fmla="*/ 924 w 209"/>
                <a:gd name="T51" fmla="*/ 268 h 120"/>
                <a:gd name="T52" fmla="*/ 917 w 209"/>
                <a:gd name="T53" fmla="*/ 268 h 120"/>
                <a:gd name="T54" fmla="*/ 937 w 209"/>
                <a:gd name="T55" fmla="*/ 268 h 120"/>
                <a:gd name="T56" fmla="*/ 924 w 209"/>
                <a:gd name="T57" fmla="*/ 268 h 120"/>
                <a:gd name="T58" fmla="*/ 940 w 209"/>
                <a:gd name="T59" fmla="*/ 276 h 120"/>
                <a:gd name="T60" fmla="*/ 743 w 209"/>
                <a:gd name="T61" fmla="*/ 606 h 12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09" h="120">
                  <a:moveTo>
                    <a:pt x="198" y="19"/>
                  </a:moveTo>
                  <a:cubicBezTo>
                    <a:pt x="194" y="20"/>
                    <a:pt x="185" y="43"/>
                    <a:pt x="166" y="22"/>
                  </a:cubicBezTo>
                  <a:cubicBezTo>
                    <a:pt x="166" y="22"/>
                    <a:pt x="150" y="27"/>
                    <a:pt x="137" y="7"/>
                  </a:cubicBezTo>
                  <a:cubicBezTo>
                    <a:pt x="137" y="7"/>
                    <a:pt x="123" y="15"/>
                    <a:pt x="107" y="0"/>
                  </a:cubicBezTo>
                  <a:cubicBezTo>
                    <a:pt x="107" y="0"/>
                    <a:pt x="102" y="24"/>
                    <a:pt x="72" y="17"/>
                  </a:cubicBezTo>
                  <a:cubicBezTo>
                    <a:pt x="72" y="17"/>
                    <a:pt x="67" y="38"/>
                    <a:pt x="40" y="33"/>
                  </a:cubicBezTo>
                  <a:cubicBezTo>
                    <a:pt x="40" y="33"/>
                    <a:pt x="19" y="41"/>
                    <a:pt x="0" y="22"/>
                  </a:cubicBezTo>
                  <a:cubicBezTo>
                    <a:pt x="0" y="22"/>
                    <a:pt x="8" y="40"/>
                    <a:pt x="12" y="44"/>
                  </a:cubicBezTo>
                  <a:cubicBezTo>
                    <a:pt x="12" y="44"/>
                    <a:pt x="31" y="81"/>
                    <a:pt x="41" y="83"/>
                  </a:cubicBezTo>
                  <a:cubicBezTo>
                    <a:pt x="41" y="83"/>
                    <a:pt x="46" y="96"/>
                    <a:pt x="57" y="100"/>
                  </a:cubicBezTo>
                  <a:cubicBezTo>
                    <a:pt x="57" y="100"/>
                    <a:pt x="73" y="120"/>
                    <a:pt x="108" y="115"/>
                  </a:cubicBezTo>
                  <a:cubicBezTo>
                    <a:pt x="108" y="115"/>
                    <a:pt x="136" y="116"/>
                    <a:pt x="163" y="86"/>
                  </a:cubicBezTo>
                  <a:cubicBezTo>
                    <a:pt x="163" y="86"/>
                    <a:pt x="180" y="72"/>
                    <a:pt x="179" y="67"/>
                  </a:cubicBezTo>
                  <a:cubicBezTo>
                    <a:pt x="179" y="67"/>
                    <a:pt x="194" y="53"/>
                    <a:pt x="198" y="32"/>
                  </a:cubicBezTo>
                  <a:cubicBezTo>
                    <a:pt x="198" y="32"/>
                    <a:pt x="207" y="20"/>
                    <a:pt x="209" y="9"/>
                  </a:cubicBezTo>
                  <a:cubicBezTo>
                    <a:pt x="209" y="9"/>
                    <a:pt x="202" y="18"/>
                    <a:pt x="198" y="19"/>
                  </a:cubicBezTo>
                  <a:close/>
                  <a:moveTo>
                    <a:pt x="129" y="86"/>
                  </a:moveTo>
                  <a:cubicBezTo>
                    <a:pt x="122" y="92"/>
                    <a:pt x="114" y="95"/>
                    <a:pt x="105" y="91"/>
                  </a:cubicBezTo>
                  <a:cubicBezTo>
                    <a:pt x="98" y="88"/>
                    <a:pt x="94" y="78"/>
                    <a:pt x="86" y="77"/>
                  </a:cubicBezTo>
                  <a:cubicBezTo>
                    <a:pt x="78" y="76"/>
                    <a:pt x="73" y="84"/>
                    <a:pt x="65" y="83"/>
                  </a:cubicBezTo>
                  <a:cubicBezTo>
                    <a:pt x="57" y="82"/>
                    <a:pt x="50" y="72"/>
                    <a:pt x="49" y="65"/>
                  </a:cubicBezTo>
                  <a:cubicBezTo>
                    <a:pt x="44" y="44"/>
                    <a:pt x="62" y="46"/>
                    <a:pt x="76" y="47"/>
                  </a:cubicBezTo>
                  <a:cubicBezTo>
                    <a:pt x="82" y="47"/>
                    <a:pt x="92" y="48"/>
                    <a:pt x="97" y="45"/>
                  </a:cubicBezTo>
                  <a:cubicBezTo>
                    <a:pt x="103" y="42"/>
                    <a:pt x="103" y="36"/>
                    <a:pt x="107" y="32"/>
                  </a:cubicBezTo>
                  <a:cubicBezTo>
                    <a:pt x="118" y="23"/>
                    <a:pt x="130" y="37"/>
                    <a:pt x="140" y="40"/>
                  </a:cubicBezTo>
                  <a:cubicBezTo>
                    <a:pt x="147" y="42"/>
                    <a:pt x="153" y="40"/>
                    <a:pt x="160" y="38"/>
                  </a:cubicBezTo>
                  <a:cubicBezTo>
                    <a:pt x="160" y="38"/>
                    <a:pt x="160" y="38"/>
                    <a:pt x="159" y="38"/>
                  </a:cubicBezTo>
                  <a:cubicBezTo>
                    <a:pt x="162" y="38"/>
                    <a:pt x="162" y="38"/>
                    <a:pt x="162" y="38"/>
                  </a:cubicBezTo>
                  <a:cubicBezTo>
                    <a:pt x="162" y="38"/>
                    <a:pt x="161" y="38"/>
                    <a:pt x="160" y="38"/>
                  </a:cubicBezTo>
                  <a:cubicBezTo>
                    <a:pt x="161" y="38"/>
                    <a:pt x="162" y="39"/>
                    <a:pt x="163" y="39"/>
                  </a:cubicBezTo>
                  <a:cubicBezTo>
                    <a:pt x="164" y="56"/>
                    <a:pt x="141" y="77"/>
                    <a:pt x="129" y="86"/>
                  </a:cubicBezTo>
                  <a:close/>
                </a:path>
              </a:pathLst>
            </a:custGeom>
            <a:solidFill>
              <a:srgbClr val="F4C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1" name="Freeform 1680">
              <a:extLst>
                <a:ext uri="{FF2B5EF4-FFF2-40B4-BE49-F238E27FC236}">
                  <a16:creationId xmlns:a16="http://schemas.microsoft.com/office/drawing/2014/main" id="{719D31A7-A6B2-408B-9ECF-518B50ACE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872"/>
              <a:ext cx="375" cy="230"/>
            </a:xfrm>
            <a:custGeom>
              <a:avLst/>
              <a:gdLst>
                <a:gd name="T0" fmla="*/ 0 w 209"/>
                <a:gd name="T1" fmla="*/ 155 h 120"/>
                <a:gd name="T2" fmla="*/ 70 w 209"/>
                <a:gd name="T3" fmla="*/ 309 h 120"/>
                <a:gd name="T4" fmla="*/ 239 w 209"/>
                <a:gd name="T5" fmla="*/ 585 h 120"/>
                <a:gd name="T6" fmla="*/ 328 w 209"/>
                <a:gd name="T7" fmla="*/ 698 h 120"/>
                <a:gd name="T8" fmla="*/ 632 w 209"/>
                <a:gd name="T9" fmla="*/ 809 h 120"/>
                <a:gd name="T10" fmla="*/ 940 w 209"/>
                <a:gd name="T11" fmla="*/ 606 h 120"/>
                <a:gd name="T12" fmla="*/ 1033 w 209"/>
                <a:gd name="T13" fmla="*/ 470 h 120"/>
                <a:gd name="T14" fmla="*/ 1143 w 209"/>
                <a:gd name="T15" fmla="*/ 224 h 120"/>
                <a:gd name="T16" fmla="*/ 1208 w 209"/>
                <a:gd name="T17" fmla="*/ 63 h 120"/>
                <a:gd name="T18" fmla="*/ 1143 w 209"/>
                <a:gd name="T19" fmla="*/ 132 h 120"/>
                <a:gd name="T20" fmla="*/ 960 w 209"/>
                <a:gd name="T21" fmla="*/ 155 h 120"/>
                <a:gd name="T22" fmla="*/ 791 w 209"/>
                <a:gd name="T23" fmla="*/ 44 h 120"/>
                <a:gd name="T24" fmla="*/ 617 w 209"/>
                <a:gd name="T25" fmla="*/ 0 h 120"/>
                <a:gd name="T26" fmla="*/ 414 w 209"/>
                <a:gd name="T27" fmla="*/ 113 h 120"/>
                <a:gd name="T28" fmla="*/ 231 w 209"/>
                <a:gd name="T29" fmla="*/ 232 h 120"/>
                <a:gd name="T30" fmla="*/ 0 w 209"/>
                <a:gd name="T31" fmla="*/ 155 h 1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9" h="120">
                  <a:moveTo>
                    <a:pt x="0" y="22"/>
                  </a:moveTo>
                  <a:cubicBezTo>
                    <a:pt x="0" y="22"/>
                    <a:pt x="8" y="40"/>
                    <a:pt x="12" y="44"/>
                  </a:cubicBezTo>
                  <a:cubicBezTo>
                    <a:pt x="12" y="44"/>
                    <a:pt x="31" y="81"/>
                    <a:pt x="41" y="83"/>
                  </a:cubicBezTo>
                  <a:cubicBezTo>
                    <a:pt x="41" y="83"/>
                    <a:pt x="46" y="96"/>
                    <a:pt x="57" y="99"/>
                  </a:cubicBezTo>
                  <a:cubicBezTo>
                    <a:pt x="57" y="99"/>
                    <a:pt x="74" y="120"/>
                    <a:pt x="109" y="115"/>
                  </a:cubicBezTo>
                  <a:cubicBezTo>
                    <a:pt x="109" y="115"/>
                    <a:pt x="136" y="116"/>
                    <a:pt x="163" y="86"/>
                  </a:cubicBezTo>
                  <a:cubicBezTo>
                    <a:pt x="163" y="86"/>
                    <a:pt x="181" y="71"/>
                    <a:pt x="179" y="67"/>
                  </a:cubicBezTo>
                  <a:cubicBezTo>
                    <a:pt x="179" y="67"/>
                    <a:pt x="194" y="52"/>
                    <a:pt x="198" y="32"/>
                  </a:cubicBezTo>
                  <a:cubicBezTo>
                    <a:pt x="198" y="32"/>
                    <a:pt x="207" y="20"/>
                    <a:pt x="209" y="9"/>
                  </a:cubicBezTo>
                  <a:cubicBezTo>
                    <a:pt x="209" y="9"/>
                    <a:pt x="202" y="18"/>
                    <a:pt x="198" y="19"/>
                  </a:cubicBezTo>
                  <a:cubicBezTo>
                    <a:pt x="194" y="20"/>
                    <a:pt x="185" y="43"/>
                    <a:pt x="166" y="22"/>
                  </a:cubicBezTo>
                  <a:cubicBezTo>
                    <a:pt x="166" y="22"/>
                    <a:pt x="150" y="26"/>
                    <a:pt x="137" y="6"/>
                  </a:cubicBezTo>
                  <a:cubicBezTo>
                    <a:pt x="137" y="6"/>
                    <a:pt x="123" y="15"/>
                    <a:pt x="107" y="0"/>
                  </a:cubicBezTo>
                  <a:cubicBezTo>
                    <a:pt x="107" y="0"/>
                    <a:pt x="102" y="23"/>
                    <a:pt x="72" y="16"/>
                  </a:cubicBezTo>
                  <a:cubicBezTo>
                    <a:pt x="72" y="16"/>
                    <a:pt x="67" y="37"/>
                    <a:pt x="40" y="33"/>
                  </a:cubicBezTo>
                  <a:cubicBezTo>
                    <a:pt x="40" y="33"/>
                    <a:pt x="19" y="41"/>
                    <a:pt x="0" y="22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2" name="Freeform 1681">
              <a:extLst>
                <a:ext uri="{FF2B5EF4-FFF2-40B4-BE49-F238E27FC236}">
                  <a16:creationId xmlns:a16="http://schemas.microsoft.com/office/drawing/2014/main" id="{DA4C371E-9DBB-4172-86DD-E7411E0AE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962"/>
              <a:ext cx="72" cy="52"/>
            </a:xfrm>
            <a:custGeom>
              <a:avLst/>
              <a:gdLst>
                <a:gd name="T0" fmla="*/ 146 w 40"/>
                <a:gd name="T1" fmla="*/ 44 h 27"/>
                <a:gd name="T2" fmla="*/ 13 w 40"/>
                <a:gd name="T3" fmla="*/ 71 h 27"/>
                <a:gd name="T4" fmla="*/ 58 w 40"/>
                <a:gd name="T5" fmla="*/ 137 h 27"/>
                <a:gd name="T6" fmla="*/ 162 w 40"/>
                <a:gd name="T7" fmla="*/ 144 h 27"/>
                <a:gd name="T8" fmla="*/ 227 w 40"/>
                <a:gd name="T9" fmla="*/ 144 h 27"/>
                <a:gd name="T10" fmla="*/ 203 w 40"/>
                <a:gd name="T11" fmla="*/ 85 h 27"/>
                <a:gd name="T12" fmla="*/ 133 w 40"/>
                <a:gd name="T13" fmla="*/ 4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7">
                  <a:moveTo>
                    <a:pt x="25" y="6"/>
                  </a:moveTo>
                  <a:cubicBezTo>
                    <a:pt x="19" y="11"/>
                    <a:pt x="6" y="0"/>
                    <a:pt x="2" y="10"/>
                  </a:cubicBezTo>
                  <a:cubicBezTo>
                    <a:pt x="0" y="16"/>
                    <a:pt x="5" y="20"/>
                    <a:pt x="10" y="19"/>
                  </a:cubicBezTo>
                  <a:cubicBezTo>
                    <a:pt x="17" y="19"/>
                    <a:pt x="21" y="17"/>
                    <a:pt x="28" y="20"/>
                  </a:cubicBezTo>
                  <a:cubicBezTo>
                    <a:pt x="32" y="23"/>
                    <a:pt x="37" y="27"/>
                    <a:pt x="39" y="20"/>
                  </a:cubicBezTo>
                  <a:cubicBezTo>
                    <a:pt x="40" y="16"/>
                    <a:pt x="38" y="14"/>
                    <a:pt x="35" y="12"/>
                  </a:cubicBezTo>
                  <a:cubicBezTo>
                    <a:pt x="31" y="9"/>
                    <a:pt x="27" y="9"/>
                    <a:pt x="23" y="7"/>
                  </a:cubicBezTo>
                </a:path>
              </a:pathLst>
            </a:custGeom>
            <a:solidFill>
              <a:srgbClr val="F5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3" name="Freeform 1682">
              <a:extLst>
                <a:ext uri="{FF2B5EF4-FFF2-40B4-BE49-F238E27FC236}">
                  <a16:creationId xmlns:a16="http://schemas.microsoft.com/office/drawing/2014/main" id="{DFCE797B-D31E-4EEC-ABB0-32E58E2A5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1947"/>
              <a:ext cx="41" cy="80"/>
            </a:xfrm>
            <a:custGeom>
              <a:avLst/>
              <a:gdLst>
                <a:gd name="T0" fmla="*/ 125 w 23"/>
                <a:gd name="T1" fmla="*/ 0 h 42"/>
                <a:gd name="T2" fmla="*/ 130 w 23"/>
                <a:gd name="T3" fmla="*/ 69 h 42"/>
                <a:gd name="T4" fmla="*/ 94 w 23"/>
                <a:gd name="T5" fmla="*/ 181 h 42"/>
                <a:gd name="T6" fmla="*/ 0 w 23"/>
                <a:gd name="T7" fmla="*/ 29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22" y="0"/>
                  </a:moveTo>
                  <a:cubicBezTo>
                    <a:pt x="21" y="2"/>
                    <a:pt x="23" y="8"/>
                    <a:pt x="23" y="10"/>
                  </a:cubicBezTo>
                  <a:cubicBezTo>
                    <a:pt x="22" y="16"/>
                    <a:pt x="20" y="21"/>
                    <a:pt x="17" y="26"/>
                  </a:cubicBezTo>
                  <a:cubicBezTo>
                    <a:pt x="14" y="33"/>
                    <a:pt x="8" y="41"/>
                    <a:pt x="0" y="42"/>
                  </a:cubicBezTo>
                </a:path>
              </a:pathLst>
            </a:custGeom>
            <a:noFill/>
            <a:ln w="7938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4" name="Freeform 1683">
              <a:extLst>
                <a:ext uri="{FF2B5EF4-FFF2-40B4-BE49-F238E27FC236}">
                  <a16:creationId xmlns:a16="http://schemas.microsoft.com/office/drawing/2014/main" id="{213A7EC2-E042-4FE6-92D2-FBE9DA882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943"/>
              <a:ext cx="42" cy="50"/>
            </a:xfrm>
            <a:custGeom>
              <a:avLst/>
              <a:gdLst>
                <a:gd name="T0" fmla="*/ 133 w 23"/>
                <a:gd name="T1" fmla="*/ 0 h 26"/>
                <a:gd name="T2" fmla="*/ 0 w 23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6">
                  <a:moveTo>
                    <a:pt x="22" y="0"/>
                  </a:moveTo>
                  <a:cubicBezTo>
                    <a:pt x="23" y="14"/>
                    <a:pt x="10" y="21"/>
                    <a:pt x="0" y="26"/>
                  </a:cubicBezTo>
                </a:path>
              </a:pathLst>
            </a:custGeom>
            <a:noFill/>
            <a:ln w="7938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5" name="Freeform 1684">
              <a:extLst>
                <a:ext uri="{FF2B5EF4-FFF2-40B4-BE49-F238E27FC236}">
                  <a16:creationId xmlns:a16="http://schemas.microsoft.com/office/drawing/2014/main" id="{0240864B-28A6-4456-B831-C13AD37A0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953"/>
              <a:ext cx="68" cy="48"/>
            </a:xfrm>
            <a:custGeom>
              <a:avLst/>
              <a:gdLst>
                <a:gd name="T0" fmla="*/ 218 w 38"/>
                <a:gd name="T1" fmla="*/ 8 h 25"/>
                <a:gd name="T2" fmla="*/ 64 w 38"/>
                <a:gd name="T3" fmla="*/ 36 h 25"/>
                <a:gd name="T4" fmla="*/ 0 w 38"/>
                <a:gd name="T5" fmla="*/ 17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38" y="1"/>
                  </a:moveTo>
                  <a:cubicBezTo>
                    <a:pt x="29" y="1"/>
                    <a:pt x="20" y="0"/>
                    <a:pt x="11" y="5"/>
                  </a:cubicBezTo>
                  <a:cubicBezTo>
                    <a:pt x="4" y="9"/>
                    <a:pt x="0" y="17"/>
                    <a:pt x="0" y="25"/>
                  </a:cubicBezTo>
                </a:path>
              </a:pathLst>
            </a:custGeom>
            <a:noFill/>
            <a:ln w="7938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6" name="Freeform 1685">
              <a:extLst>
                <a:ext uri="{FF2B5EF4-FFF2-40B4-BE49-F238E27FC236}">
                  <a16:creationId xmlns:a16="http://schemas.microsoft.com/office/drawing/2014/main" id="{4A0CA01E-FF9C-4771-944B-A6253EA2C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953"/>
              <a:ext cx="61" cy="15"/>
            </a:xfrm>
            <a:custGeom>
              <a:avLst/>
              <a:gdLst>
                <a:gd name="T0" fmla="*/ 0 w 34"/>
                <a:gd name="T1" fmla="*/ 53 h 8"/>
                <a:gd name="T2" fmla="*/ 122 w 34"/>
                <a:gd name="T3" fmla="*/ 0 h 8"/>
                <a:gd name="T4" fmla="*/ 196 w 34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8">
                  <a:moveTo>
                    <a:pt x="0" y="8"/>
                  </a:moveTo>
                  <a:cubicBezTo>
                    <a:pt x="6" y="3"/>
                    <a:pt x="13" y="1"/>
                    <a:pt x="21" y="0"/>
                  </a:cubicBezTo>
                  <a:cubicBezTo>
                    <a:pt x="25" y="0"/>
                    <a:pt x="31" y="0"/>
                    <a:pt x="34" y="2"/>
                  </a:cubicBezTo>
                </a:path>
              </a:pathLst>
            </a:custGeom>
            <a:noFill/>
            <a:ln w="7938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7" name="Freeform 1686">
              <a:extLst>
                <a:ext uri="{FF2B5EF4-FFF2-40B4-BE49-F238E27FC236}">
                  <a16:creationId xmlns:a16="http://schemas.microsoft.com/office/drawing/2014/main" id="{79D5383C-CA79-4019-AE14-E841F9728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035"/>
              <a:ext cx="74" cy="31"/>
            </a:xfrm>
            <a:custGeom>
              <a:avLst/>
              <a:gdLst>
                <a:gd name="T0" fmla="*/ 0 w 41"/>
                <a:gd name="T1" fmla="*/ 0 h 16"/>
                <a:gd name="T2" fmla="*/ 105 w 41"/>
                <a:gd name="T3" fmla="*/ 109 h 16"/>
                <a:gd name="T4" fmla="*/ 190 w 41"/>
                <a:gd name="T5" fmla="*/ 109 h 16"/>
                <a:gd name="T6" fmla="*/ 242 w 41"/>
                <a:gd name="T7" fmla="*/ 8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6">
                  <a:moveTo>
                    <a:pt x="0" y="0"/>
                  </a:moveTo>
                  <a:cubicBezTo>
                    <a:pt x="4" y="7"/>
                    <a:pt x="10" y="13"/>
                    <a:pt x="18" y="15"/>
                  </a:cubicBezTo>
                  <a:cubicBezTo>
                    <a:pt x="23" y="16"/>
                    <a:pt x="27" y="16"/>
                    <a:pt x="32" y="15"/>
                  </a:cubicBezTo>
                  <a:cubicBezTo>
                    <a:pt x="35" y="15"/>
                    <a:pt x="38" y="13"/>
                    <a:pt x="41" y="12"/>
                  </a:cubicBezTo>
                </a:path>
              </a:pathLst>
            </a:custGeom>
            <a:noFill/>
            <a:ln w="7938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8" name="Freeform 1687">
              <a:extLst>
                <a:ext uri="{FF2B5EF4-FFF2-40B4-BE49-F238E27FC236}">
                  <a16:creationId xmlns:a16="http://schemas.microsoft.com/office/drawing/2014/main" id="{2412FE58-2BCB-4B97-92BB-560CC885E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048"/>
              <a:ext cx="71" cy="21"/>
            </a:xfrm>
            <a:custGeom>
              <a:avLst/>
              <a:gdLst>
                <a:gd name="T0" fmla="*/ 0 w 40"/>
                <a:gd name="T1" fmla="*/ 0 h 11"/>
                <a:gd name="T2" fmla="*/ 167 w 40"/>
                <a:gd name="T3" fmla="*/ 76 h 11"/>
                <a:gd name="T4" fmla="*/ 224 w 40"/>
                <a:gd name="T5" fmla="*/ 6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1">
                  <a:moveTo>
                    <a:pt x="0" y="0"/>
                  </a:moveTo>
                  <a:cubicBezTo>
                    <a:pt x="9" y="8"/>
                    <a:pt x="18" y="10"/>
                    <a:pt x="30" y="11"/>
                  </a:cubicBezTo>
                  <a:cubicBezTo>
                    <a:pt x="34" y="11"/>
                    <a:pt x="37" y="11"/>
                    <a:pt x="40" y="9"/>
                  </a:cubicBezTo>
                </a:path>
              </a:pathLst>
            </a:custGeom>
            <a:noFill/>
            <a:ln w="7938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9" name="Freeform 1688">
              <a:extLst>
                <a:ext uri="{FF2B5EF4-FFF2-40B4-BE49-F238E27FC236}">
                  <a16:creationId xmlns:a16="http://schemas.microsoft.com/office/drawing/2014/main" id="{C192B010-A079-4270-8CF4-F92A37E3C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907"/>
              <a:ext cx="70" cy="25"/>
            </a:xfrm>
            <a:custGeom>
              <a:avLst/>
              <a:gdLst>
                <a:gd name="T0" fmla="*/ 0 w 39"/>
                <a:gd name="T1" fmla="*/ 71 h 13"/>
                <a:gd name="T2" fmla="*/ 145 w 39"/>
                <a:gd name="T3" fmla="*/ 23 h 13"/>
                <a:gd name="T4" fmla="*/ 226 w 39"/>
                <a:gd name="T5" fmla="*/ 9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3">
                  <a:moveTo>
                    <a:pt x="0" y="10"/>
                  </a:moveTo>
                  <a:cubicBezTo>
                    <a:pt x="4" y="2"/>
                    <a:pt x="17" y="0"/>
                    <a:pt x="25" y="3"/>
                  </a:cubicBezTo>
                  <a:cubicBezTo>
                    <a:pt x="30" y="5"/>
                    <a:pt x="35" y="9"/>
                    <a:pt x="39" y="13"/>
                  </a:cubicBezTo>
                </a:path>
              </a:pathLst>
            </a:custGeom>
            <a:noFill/>
            <a:ln w="7938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0" name="Freeform 1689">
              <a:extLst>
                <a:ext uri="{FF2B5EF4-FFF2-40B4-BE49-F238E27FC236}">
                  <a16:creationId xmlns:a16="http://schemas.microsoft.com/office/drawing/2014/main" id="{C859D2B6-345E-4F54-9BFA-C33CAD35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09"/>
              <a:ext cx="52" cy="13"/>
            </a:xfrm>
            <a:custGeom>
              <a:avLst/>
              <a:gdLst>
                <a:gd name="T0" fmla="*/ 167 w 29"/>
                <a:gd name="T1" fmla="*/ 45 h 7"/>
                <a:gd name="T2" fmla="*/ 65 w 29"/>
                <a:gd name="T3" fmla="*/ 0 h 7"/>
                <a:gd name="T4" fmla="*/ 0 w 29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">
                  <a:moveTo>
                    <a:pt x="29" y="7"/>
                  </a:moveTo>
                  <a:cubicBezTo>
                    <a:pt x="24" y="5"/>
                    <a:pt x="18" y="1"/>
                    <a:pt x="11" y="0"/>
                  </a:cubicBezTo>
                  <a:cubicBezTo>
                    <a:pt x="7" y="0"/>
                    <a:pt x="4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1" name="Freeform 1690">
              <a:extLst>
                <a:ext uri="{FF2B5EF4-FFF2-40B4-BE49-F238E27FC236}">
                  <a16:creationId xmlns:a16="http://schemas.microsoft.com/office/drawing/2014/main" id="{8030D2E5-6D8F-4A94-85C5-B1932F8FE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951"/>
              <a:ext cx="14" cy="19"/>
            </a:xfrm>
            <a:custGeom>
              <a:avLst/>
              <a:gdLst>
                <a:gd name="T0" fmla="*/ 0 w 8"/>
                <a:gd name="T1" fmla="*/ 15 h 10"/>
                <a:gd name="T2" fmla="*/ 44 w 8"/>
                <a:gd name="T3" fmla="*/ 68 h 10"/>
                <a:gd name="T4" fmla="*/ 44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2" y="4"/>
                    <a:pt x="5" y="10"/>
                    <a:pt x="8" y="10"/>
                  </a:cubicBezTo>
                  <a:cubicBezTo>
                    <a:pt x="8" y="7"/>
                    <a:pt x="7" y="4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2" name="Freeform 1691">
              <a:extLst>
                <a:ext uri="{FF2B5EF4-FFF2-40B4-BE49-F238E27FC236}">
                  <a16:creationId xmlns:a16="http://schemas.microsoft.com/office/drawing/2014/main" id="{A7614FFA-7CA9-4BB7-9E41-7EDB15F52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947"/>
              <a:ext cx="2" cy="11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3" name="Freeform 1692">
              <a:extLst>
                <a:ext uri="{FF2B5EF4-FFF2-40B4-BE49-F238E27FC236}">
                  <a16:creationId xmlns:a16="http://schemas.microsoft.com/office/drawing/2014/main" id="{F59FA020-30E7-4688-B04B-FDC18EEB3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974"/>
              <a:ext cx="16" cy="19"/>
            </a:xfrm>
            <a:custGeom>
              <a:avLst/>
              <a:gdLst>
                <a:gd name="T0" fmla="*/ 0 w 9"/>
                <a:gd name="T1" fmla="*/ 61 h 10"/>
                <a:gd name="T2" fmla="*/ 50 w 9"/>
                <a:gd name="T3" fmla="*/ 61 h 10"/>
                <a:gd name="T4" fmla="*/ 16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9"/>
                  </a:moveTo>
                  <a:cubicBezTo>
                    <a:pt x="2" y="10"/>
                    <a:pt x="7" y="10"/>
                    <a:pt x="9" y="9"/>
                  </a:cubicBezTo>
                  <a:cubicBezTo>
                    <a:pt x="7" y="7"/>
                    <a:pt x="4" y="4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4" name="Freeform 1693">
              <a:extLst>
                <a:ext uri="{FF2B5EF4-FFF2-40B4-BE49-F238E27FC236}">
                  <a16:creationId xmlns:a16="http://schemas.microsoft.com/office/drawing/2014/main" id="{636B2289-C560-4DE8-8B9F-2BAF1CA96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905"/>
              <a:ext cx="14" cy="19"/>
            </a:xfrm>
            <a:custGeom>
              <a:avLst/>
              <a:gdLst>
                <a:gd name="T0" fmla="*/ 0 w 8"/>
                <a:gd name="T1" fmla="*/ 29 h 10"/>
                <a:gd name="T2" fmla="*/ 37 w 8"/>
                <a:gd name="T3" fmla="*/ 61 h 10"/>
                <a:gd name="T4" fmla="*/ 44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4"/>
                  </a:moveTo>
                  <a:cubicBezTo>
                    <a:pt x="1" y="5"/>
                    <a:pt x="5" y="10"/>
                    <a:pt x="7" y="9"/>
                  </a:cubicBezTo>
                  <a:cubicBezTo>
                    <a:pt x="8" y="8"/>
                    <a:pt x="8" y="2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5" name="Freeform 1694">
              <a:extLst>
                <a:ext uri="{FF2B5EF4-FFF2-40B4-BE49-F238E27FC236}">
                  <a16:creationId xmlns:a16="http://schemas.microsoft.com/office/drawing/2014/main" id="{D890C142-3D86-4C52-9091-E299E9EC2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909"/>
              <a:ext cx="14" cy="19"/>
            </a:xfrm>
            <a:custGeom>
              <a:avLst/>
              <a:gdLst>
                <a:gd name="T0" fmla="*/ 16 w 8"/>
                <a:gd name="T1" fmla="*/ 0 h 10"/>
                <a:gd name="T2" fmla="*/ 16 w 8"/>
                <a:gd name="T3" fmla="*/ 61 h 10"/>
                <a:gd name="T4" fmla="*/ 44 w 8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0"/>
                  </a:moveTo>
                  <a:cubicBezTo>
                    <a:pt x="1" y="1"/>
                    <a:pt x="0" y="8"/>
                    <a:pt x="3" y="9"/>
                  </a:cubicBezTo>
                  <a:cubicBezTo>
                    <a:pt x="6" y="10"/>
                    <a:pt x="6" y="6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6" name="Freeform 1695">
              <a:extLst>
                <a:ext uri="{FF2B5EF4-FFF2-40B4-BE49-F238E27FC236}">
                  <a16:creationId xmlns:a16="http://schemas.microsoft.com/office/drawing/2014/main" id="{0909D562-4720-4834-8945-EBDBFA44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51"/>
              <a:ext cx="18" cy="19"/>
            </a:xfrm>
            <a:custGeom>
              <a:avLst/>
              <a:gdLst>
                <a:gd name="T0" fmla="*/ 41 w 10"/>
                <a:gd name="T1" fmla="*/ 68 h 10"/>
                <a:gd name="T2" fmla="*/ 0 w 10"/>
                <a:gd name="T3" fmla="*/ 29 h 10"/>
                <a:gd name="T4" fmla="*/ 58 w 10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cubicBezTo>
                    <a:pt x="5" y="10"/>
                    <a:pt x="0" y="8"/>
                    <a:pt x="0" y="4"/>
                  </a:cubicBezTo>
                  <a:cubicBezTo>
                    <a:pt x="1" y="0"/>
                    <a:pt x="8" y="0"/>
                    <a:pt x="10" y="1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7" name="Freeform 1696">
              <a:extLst>
                <a:ext uri="{FF2B5EF4-FFF2-40B4-BE49-F238E27FC236}">
                  <a16:creationId xmlns:a16="http://schemas.microsoft.com/office/drawing/2014/main" id="{DDE92DA3-4426-42D8-BD3D-2E1FA83FF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010"/>
              <a:ext cx="20" cy="23"/>
            </a:xfrm>
            <a:custGeom>
              <a:avLst/>
              <a:gdLst>
                <a:gd name="T0" fmla="*/ 16 w 11"/>
                <a:gd name="T1" fmla="*/ 84 h 12"/>
                <a:gd name="T2" fmla="*/ 13 w 11"/>
                <a:gd name="T3" fmla="*/ 15 h 12"/>
                <a:gd name="T4" fmla="*/ 65 w 11"/>
                <a:gd name="T5" fmla="*/ 4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1" y="10"/>
                    <a:pt x="0" y="4"/>
                    <a:pt x="2" y="2"/>
                  </a:cubicBezTo>
                  <a:cubicBezTo>
                    <a:pt x="4" y="0"/>
                    <a:pt x="9" y="5"/>
                    <a:pt x="11" y="7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8" name="Freeform 1697">
              <a:extLst>
                <a:ext uri="{FF2B5EF4-FFF2-40B4-BE49-F238E27FC236}">
                  <a16:creationId xmlns:a16="http://schemas.microsoft.com/office/drawing/2014/main" id="{996D33CE-34F1-43F3-8313-F20DCD40C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047"/>
              <a:ext cx="17" cy="22"/>
            </a:xfrm>
            <a:custGeom>
              <a:avLst/>
              <a:gdLst>
                <a:gd name="T0" fmla="*/ 28 w 9"/>
                <a:gd name="T1" fmla="*/ 0 h 12"/>
                <a:gd name="T2" fmla="*/ 8 w 9"/>
                <a:gd name="T3" fmla="*/ 51 h 12"/>
                <a:gd name="T4" fmla="*/ 60 w 9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2"/>
                    <a:pt x="0" y="6"/>
                    <a:pt x="1" y="8"/>
                  </a:cubicBezTo>
                  <a:cubicBezTo>
                    <a:pt x="4" y="12"/>
                    <a:pt x="8" y="5"/>
                    <a:pt x="9" y="3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9" name="Freeform 1698">
              <a:extLst>
                <a:ext uri="{FF2B5EF4-FFF2-40B4-BE49-F238E27FC236}">
                  <a16:creationId xmlns:a16="http://schemas.microsoft.com/office/drawing/2014/main" id="{74554AE6-4CF3-4C2F-B9B4-7AB696711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056"/>
              <a:ext cx="16" cy="19"/>
            </a:xfrm>
            <a:custGeom>
              <a:avLst/>
              <a:gdLst>
                <a:gd name="T0" fmla="*/ 7 w 9"/>
                <a:gd name="T1" fmla="*/ 15 h 10"/>
                <a:gd name="T2" fmla="*/ 37 w 9"/>
                <a:gd name="T3" fmla="*/ 48 h 10"/>
                <a:gd name="T4" fmla="*/ 44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2"/>
                  </a:moveTo>
                  <a:cubicBezTo>
                    <a:pt x="0" y="3"/>
                    <a:pt x="4" y="10"/>
                    <a:pt x="7" y="7"/>
                  </a:cubicBezTo>
                  <a:cubicBezTo>
                    <a:pt x="9" y="6"/>
                    <a:pt x="8" y="2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0" name="Freeform 1699">
              <a:extLst>
                <a:ext uri="{FF2B5EF4-FFF2-40B4-BE49-F238E27FC236}">
                  <a16:creationId xmlns:a16="http://schemas.microsoft.com/office/drawing/2014/main" id="{4C4BE20A-93D5-41D3-B7D8-F86EFBBE7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039"/>
              <a:ext cx="7" cy="8"/>
            </a:xfrm>
            <a:custGeom>
              <a:avLst/>
              <a:gdLst>
                <a:gd name="T0" fmla="*/ 21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0" y="3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73" name="Artery-cross-section-showing-atheroma">
            <a:extLst>
              <a:ext uri="{FF2B5EF4-FFF2-40B4-BE49-F238E27FC236}">
                <a16:creationId xmlns:a16="http://schemas.microsoft.com/office/drawing/2014/main" id="{3965AC65-A983-47D0-8E42-C2C195B10EF0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1619250"/>
            <a:ext cx="1849438" cy="2251075"/>
            <a:chOff x="2976" y="774"/>
            <a:chExt cx="1165" cy="1418"/>
          </a:xfrm>
        </p:grpSpPr>
        <p:grpSp>
          <p:nvGrpSpPr>
            <p:cNvPr id="41192" name="Group 1701">
              <a:extLst>
                <a:ext uri="{FF2B5EF4-FFF2-40B4-BE49-F238E27FC236}">
                  <a16:creationId xmlns:a16="http://schemas.microsoft.com/office/drawing/2014/main" id="{E0027310-79A7-41B2-B1A7-8554704B09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6" y="774"/>
              <a:ext cx="1165" cy="1418"/>
              <a:chOff x="2976" y="774"/>
              <a:chExt cx="1165" cy="1418"/>
            </a:xfrm>
          </p:grpSpPr>
          <p:sp>
            <p:nvSpPr>
              <p:cNvPr id="41221" name="Oval 1702">
                <a:extLst>
                  <a:ext uri="{FF2B5EF4-FFF2-40B4-BE49-F238E27FC236}">
                    <a16:creationId xmlns:a16="http://schemas.microsoft.com/office/drawing/2014/main" id="{5CC093D2-2866-4148-AA77-7F0891BA8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204"/>
                <a:ext cx="463" cy="900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2" name="Freeform 1703">
                <a:extLst>
                  <a:ext uri="{FF2B5EF4-FFF2-40B4-BE49-F238E27FC236}">
                    <a16:creationId xmlns:a16="http://schemas.microsoft.com/office/drawing/2014/main" id="{2A0D5018-9986-4648-AB56-8F2B850A8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204"/>
                <a:ext cx="447" cy="429"/>
              </a:xfrm>
              <a:custGeom>
                <a:avLst/>
                <a:gdLst>
                  <a:gd name="T0" fmla="*/ 1440 w 249"/>
                  <a:gd name="T1" fmla="*/ 961 h 224"/>
                  <a:gd name="T2" fmla="*/ 747 w 249"/>
                  <a:gd name="T3" fmla="*/ 1536 h 224"/>
                  <a:gd name="T4" fmla="*/ 16 w 249"/>
                  <a:gd name="T5" fmla="*/ 869 h 224"/>
                  <a:gd name="T6" fmla="*/ 722 w 249"/>
                  <a:gd name="T7" fmla="*/ 0 h 224"/>
                  <a:gd name="T8" fmla="*/ 1440 w 249"/>
                  <a:gd name="T9" fmla="*/ 961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9" h="224">
                    <a:moveTo>
                      <a:pt x="249" y="137"/>
                    </a:moveTo>
                    <a:cubicBezTo>
                      <a:pt x="249" y="213"/>
                      <a:pt x="198" y="216"/>
                      <a:pt x="129" y="219"/>
                    </a:cubicBezTo>
                    <a:cubicBezTo>
                      <a:pt x="37" y="224"/>
                      <a:pt x="5" y="156"/>
                      <a:pt x="3" y="124"/>
                    </a:cubicBezTo>
                    <a:cubicBezTo>
                      <a:pt x="0" y="48"/>
                      <a:pt x="56" y="0"/>
                      <a:pt x="125" y="0"/>
                    </a:cubicBezTo>
                    <a:cubicBezTo>
                      <a:pt x="193" y="0"/>
                      <a:pt x="249" y="61"/>
                      <a:pt x="249" y="137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3" name="Freeform 1704">
                <a:extLst>
                  <a:ext uri="{FF2B5EF4-FFF2-40B4-BE49-F238E27FC236}">
                    <a16:creationId xmlns:a16="http://schemas.microsoft.com/office/drawing/2014/main" id="{0385B709-98EB-4CB4-B09B-001A86B75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243"/>
                <a:ext cx="271" cy="365"/>
              </a:xfrm>
              <a:custGeom>
                <a:avLst/>
                <a:gdLst>
                  <a:gd name="T0" fmla="*/ 248 w 151"/>
                  <a:gd name="T1" fmla="*/ 1219 h 191"/>
                  <a:gd name="T2" fmla="*/ 23 w 151"/>
                  <a:gd name="T3" fmla="*/ 934 h 191"/>
                  <a:gd name="T4" fmla="*/ 52 w 151"/>
                  <a:gd name="T5" fmla="*/ 606 h 191"/>
                  <a:gd name="T6" fmla="*/ 312 w 151"/>
                  <a:gd name="T7" fmla="*/ 313 h 191"/>
                  <a:gd name="T8" fmla="*/ 547 w 151"/>
                  <a:gd name="T9" fmla="*/ 29 h 191"/>
                  <a:gd name="T10" fmla="*/ 786 w 151"/>
                  <a:gd name="T11" fmla="*/ 252 h 191"/>
                  <a:gd name="T12" fmla="*/ 844 w 151"/>
                  <a:gd name="T13" fmla="*/ 822 h 191"/>
                  <a:gd name="T14" fmla="*/ 555 w 151"/>
                  <a:gd name="T15" fmla="*/ 1059 h 191"/>
                  <a:gd name="T16" fmla="*/ 248 w 151"/>
                  <a:gd name="T17" fmla="*/ 1219 h 1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191">
                    <a:moveTo>
                      <a:pt x="43" y="175"/>
                    </a:moveTo>
                    <a:cubicBezTo>
                      <a:pt x="30" y="165"/>
                      <a:pt x="9" y="149"/>
                      <a:pt x="4" y="134"/>
                    </a:cubicBezTo>
                    <a:cubicBezTo>
                      <a:pt x="0" y="119"/>
                      <a:pt x="0" y="100"/>
                      <a:pt x="9" y="87"/>
                    </a:cubicBezTo>
                    <a:cubicBezTo>
                      <a:pt x="22" y="71"/>
                      <a:pt x="42" y="62"/>
                      <a:pt x="54" y="45"/>
                    </a:cubicBezTo>
                    <a:cubicBezTo>
                      <a:pt x="65" y="29"/>
                      <a:pt x="74" y="8"/>
                      <a:pt x="95" y="4"/>
                    </a:cubicBezTo>
                    <a:cubicBezTo>
                      <a:pt x="116" y="0"/>
                      <a:pt x="130" y="18"/>
                      <a:pt x="136" y="36"/>
                    </a:cubicBezTo>
                    <a:cubicBezTo>
                      <a:pt x="146" y="61"/>
                      <a:pt x="151" y="91"/>
                      <a:pt x="146" y="118"/>
                    </a:cubicBezTo>
                    <a:cubicBezTo>
                      <a:pt x="140" y="146"/>
                      <a:pt x="120" y="136"/>
                      <a:pt x="96" y="152"/>
                    </a:cubicBezTo>
                    <a:cubicBezTo>
                      <a:pt x="86" y="159"/>
                      <a:pt x="63" y="191"/>
                      <a:pt x="43" y="175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4" name="Freeform 1705">
                <a:extLst>
                  <a:ext uri="{FF2B5EF4-FFF2-40B4-BE49-F238E27FC236}">
                    <a16:creationId xmlns:a16="http://schemas.microsoft.com/office/drawing/2014/main" id="{00264CF9-B3CF-4830-A679-F81EA3B78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774"/>
                <a:ext cx="912" cy="1410"/>
              </a:xfrm>
              <a:custGeom>
                <a:avLst/>
                <a:gdLst>
                  <a:gd name="T0" fmla="*/ 2874 w 508"/>
                  <a:gd name="T1" fmla="*/ 0 h 737"/>
                  <a:gd name="T2" fmla="*/ 2540 w 508"/>
                  <a:gd name="T3" fmla="*/ 352 h 737"/>
                  <a:gd name="T4" fmla="*/ 1880 w 508"/>
                  <a:gd name="T5" fmla="*/ 905 h 737"/>
                  <a:gd name="T6" fmla="*/ 996 w 508"/>
                  <a:gd name="T7" fmla="*/ 1443 h 737"/>
                  <a:gd name="T8" fmla="*/ 0 w 508"/>
                  <a:gd name="T9" fmla="*/ 1267 h 737"/>
                  <a:gd name="T10" fmla="*/ 0 w 508"/>
                  <a:gd name="T11" fmla="*/ 1267 h 737"/>
                  <a:gd name="T12" fmla="*/ 110 w 508"/>
                  <a:gd name="T13" fmla="*/ 1251 h 737"/>
                  <a:gd name="T14" fmla="*/ 1034 w 508"/>
                  <a:gd name="T15" fmla="*/ 3222 h 737"/>
                  <a:gd name="T16" fmla="*/ 267 w 508"/>
                  <a:gd name="T17" fmla="*/ 5162 h 737"/>
                  <a:gd name="T18" fmla="*/ 267 w 508"/>
                  <a:gd name="T19" fmla="*/ 5162 h 737"/>
                  <a:gd name="T20" fmla="*/ 2407 w 508"/>
                  <a:gd name="T21" fmla="*/ 1267 h 737"/>
                  <a:gd name="T22" fmla="*/ 2691 w 508"/>
                  <a:gd name="T23" fmla="*/ 429 h 737"/>
                  <a:gd name="T24" fmla="*/ 2898 w 508"/>
                  <a:gd name="T25" fmla="*/ 168 h 737"/>
                  <a:gd name="T26" fmla="*/ 2874 w 508"/>
                  <a:gd name="T27" fmla="*/ 0 h 7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8" h="737">
                    <a:moveTo>
                      <a:pt x="497" y="0"/>
                    </a:moveTo>
                    <a:cubicBezTo>
                      <a:pt x="473" y="3"/>
                      <a:pt x="461" y="5"/>
                      <a:pt x="439" y="50"/>
                    </a:cubicBezTo>
                    <a:cubicBezTo>
                      <a:pt x="412" y="104"/>
                      <a:pt x="360" y="77"/>
                      <a:pt x="325" y="129"/>
                    </a:cubicBezTo>
                    <a:cubicBezTo>
                      <a:pt x="291" y="181"/>
                      <a:pt x="251" y="253"/>
                      <a:pt x="172" y="206"/>
                    </a:cubicBezTo>
                    <a:cubicBezTo>
                      <a:pt x="94" y="159"/>
                      <a:pt x="0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6" y="180"/>
                      <a:pt x="13" y="179"/>
                      <a:pt x="19" y="179"/>
                    </a:cubicBezTo>
                    <a:cubicBezTo>
                      <a:pt x="107" y="179"/>
                      <a:pt x="179" y="305"/>
                      <a:pt x="179" y="460"/>
                    </a:cubicBezTo>
                    <a:cubicBezTo>
                      <a:pt x="179" y="599"/>
                      <a:pt x="121" y="715"/>
                      <a:pt x="46" y="737"/>
                    </a:cubicBezTo>
                    <a:cubicBezTo>
                      <a:pt x="46" y="737"/>
                      <a:pt x="46" y="737"/>
                      <a:pt x="46" y="737"/>
                    </a:cubicBezTo>
                    <a:cubicBezTo>
                      <a:pt x="435" y="624"/>
                      <a:pt x="369" y="223"/>
                      <a:pt x="416" y="181"/>
                    </a:cubicBezTo>
                    <a:cubicBezTo>
                      <a:pt x="463" y="140"/>
                      <a:pt x="461" y="91"/>
                      <a:pt x="465" y="61"/>
                    </a:cubicBezTo>
                    <a:cubicBezTo>
                      <a:pt x="468" y="32"/>
                      <a:pt x="501" y="24"/>
                      <a:pt x="501" y="24"/>
                    </a:cubicBezTo>
                    <a:cubicBezTo>
                      <a:pt x="508" y="11"/>
                      <a:pt x="497" y="0"/>
                      <a:pt x="497" y="0"/>
                    </a:cubicBezTo>
                    <a:close/>
                  </a:path>
                </a:pathLst>
              </a:custGeom>
              <a:solidFill>
                <a:srgbClr val="F4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1706">
                <a:extLst>
                  <a:ext uri="{FF2B5EF4-FFF2-40B4-BE49-F238E27FC236}">
                    <a16:creationId xmlns:a16="http://schemas.microsoft.com/office/drawing/2014/main" id="{9D82C88C-F272-4833-8E3F-BB2CBD6E7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808"/>
                <a:ext cx="618" cy="659"/>
              </a:xfrm>
              <a:custGeom>
                <a:avLst/>
                <a:gdLst>
                  <a:gd name="T0" fmla="*/ 1994 w 344"/>
                  <a:gd name="T1" fmla="*/ 29 h 344"/>
                  <a:gd name="T2" fmla="*/ 1895 w 344"/>
                  <a:gd name="T3" fmla="*/ 253 h 344"/>
                  <a:gd name="T4" fmla="*/ 1577 w 344"/>
                  <a:gd name="T5" fmla="*/ 822 h 344"/>
                  <a:gd name="T6" fmla="*/ 1010 w 344"/>
                  <a:gd name="T7" fmla="*/ 1912 h 344"/>
                  <a:gd name="T8" fmla="*/ 446 w 344"/>
                  <a:gd name="T9" fmla="*/ 1787 h 344"/>
                  <a:gd name="T10" fmla="*/ 174 w 344"/>
                  <a:gd name="T11" fmla="*/ 1351 h 344"/>
                  <a:gd name="T12" fmla="*/ 0 w 344"/>
                  <a:gd name="T13" fmla="*/ 1243 h 344"/>
                  <a:gd name="T14" fmla="*/ 584 w 344"/>
                  <a:gd name="T15" fmla="*/ 1651 h 344"/>
                  <a:gd name="T16" fmla="*/ 1288 w 344"/>
                  <a:gd name="T17" fmla="*/ 1021 h 344"/>
                  <a:gd name="T18" fmla="*/ 1811 w 344"/>
                  <a:gd name="T19" fmla="*/ 374 h 344"/>
                  <a:gd name="T20" fmla="*/ 1973 w 344"/>
                  <a:gd name="T21" fmla="*/ 0 h 344"/>
                  <a:gd name="T22" fmla="*/ 1994 w 344"/>
                  <a:gd name="T23" fmla="*/ 29 h 3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44">
                    <a:moveTo>
                      <a:pt x="344" y="4"/>
                    </a:moveTo>
                    <a:cubicBezTo>
                      <a:pt x="333" y="13"/>
                      <a:pt x="327" y="36"/>
                      <a:pt x="327" y="36"/>
                    </a:cubicBezTo>
                    <a:cubicBezTo>
                      <a:pt x="327" y="36"/>
                      <a:pt x="314" y="103"/>
                      <a:pt x="272" y="117"/>
                    </a:cubicBezTo>
                    <a:cubicBezTo>
                      <a:pt x="220" y="135"/>
                      <a:pt x="227" y="200"/>
                      <a:pt x="174" y="272"/>
                    </a:cubicBezTo>
                    <a:cubicBezTo>
                      <a:pt x="122" y="344"/>
                      <a:pt x="77" y="254"/>
                      <a:pt x="77" y="254"/>
                    </a:cubicBezTo>
                    <a:cubicBezTo>
                      <a:pt x="58" y="222"/>
                      <a:pt x="49" y="207"/>
                      <a:pt x="30" y="192"/>
                    </a:cubicBezTo>
                    <a:cubicBezTo>
                      <a:pt x="24" y="187"/>
                      <a:pt x="0" y="177"/>
                      <a:pt x="0" y="177"/>
                    </a:cubicBezTo>
                    <a:cubicBezTo>
                      <a:pt x="0" y="177"/>
                      <a:pt x="39" y="180"/>
                      <a:pt x="101" y="235"/>
                    </a:cubicBezTo>
                    <a:cubicBezTo>
                      <a:pt x="163" y="290"/>
                      <a:pt x="194" y="207"/>
                      <a:pt x="222" y="145"/>
                    </a:cubicBezTo>
                    <a:cubicBezTo>
                      <a:pt x="249" y="84"/>
                      <a:pt x="279" y="133"/>
                      <a:pt x="312" y="53"/>
                    </a:cubicBezTo>
                    <a:cubicBezTo>
                      <a:pt x="325" y="20"/>
                      <a:pt x="331" y="7"/>
                      <a:pt x="340" y="0"/>
                    </a:cubicBezTo>
                    <a:cubicBezTo>
                      <a:pt x="340" y="0"/>
                      <a:pt x="344" y="1"/>
                      <a:pt x="344" y="4"/>
                    </a:cubicBezTo>
                    <a:close/>
                  </a:path>
                </a:pathLst>
              </a:custGeom>
              <a:solidFill>
                <a:srgbClr val="F1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1707">
                <a:extLst>
                  <a:ext uri="{FF2B5EF4-FFF2-40B4-BE49-F238E27FC236}">
                    <a16:creationId xmlns:a16="http://schemas.microsoft.com/office/drawing/2014/main" id="{E3265A3D-41C0-4C93-A51A-48AC50C1A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264"/>
                <a:ext cx="154" cy="268"/>
              </a:xfrm>
              <a:custGeom>
                <a:avLst/>
                <a:gdLst>
                  <a:gd name="T0" fmla="*/ 494 w 86"/>
                  <a:gd name="T1" fmla="*/ 0 h 140"/>
                  <a:gd name="T2" fmla="*/ 344 w 86"/>
                  <a:gd name="T3" fmla="*/ 982 h 140"/>
                  <a:gd name="T4" fmla="*/ 494 w 86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40">
                    <a:moveTo>
                      <a:pt x="86" y="0"/>
                    </a:moveTo>
                    <a:cubicBezTo>
                      <a:pt x="86" y="0"/>
                      <a:pt x="13" y="44"/>
                      <a:pt x="60" y="140"/>
                    </a:cubicBezTo>
                    <a:cubicBezTo>
                      <a:pt x="60" y="140"/>
                      <a:pt x="0" y="50"/>
                      <a:pt x="86" y="0"/>
                    </a:cubicBezTo>
                    <a:close/>
                  </a:path>
                </a:pathLst>
              </a:custGeom>
              <a:solidFill>
                <a:srgbClr val="F1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Freeform 1708">
                <a:extLst>
                  <a:ext uri="{FF2B5EF4-FFF2-40B4-BE49-F238E27FC236}">
                    <a16:creationId xmlns:a16="http://schemas.microsoft.com/office/drawing/2014/main" id="{561BEBD6-5AB7-4D2E-9C9A-DE5C86426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806"/>
                <a:ext cx="822" cy="1378"/>
              </a:xfrm>
              <a:custGeom>
                <a:avLst/>
                <a:gdLst>
                  <a:gd name="T0" fmla="*/ 2647 w 458"/>
                  <a:gd name="T1" fmla="*/ 0 h 720"/>
                  <a:gd name="T2" fmla="*/ 2635 w 458"/>
                  <a:gd name="T3" fmla="*/ 40 h 720"/>
                  <a:gd name="T4" fmla="*/ 2428 w 458"/>
                  <a:gd name="T5" fmla="*/ 308 h 720"/>
                  <a:gd name="T6" fmla="*/ 2139 w 458"/>
                  <a:gd name="T7" fmla="*/ 1158 h 720"/>
                  <a:gd name="T8" fmla="*/ 0 w 458"/>
                  <a:gd name="T9" fmla="*/ 5047 h 720"/>
                  <a:gd name="T10" fmla="*/ 0 w 458"/>
                  <a:gd name="T11" fmla="*/ 5047 h 720"/>
                  <a:gd name="T12" fmla="*/ 770 w 458"/>
                  <a:gd name="T13" fmla="*/ 3106 h 720"/>
                  <a:gd name="T14" fmla="*/ 1572 w 458"/>
                  <a:gd name="T15" fmla="*/ 2524 h 720"/>
                  <a:gd name="T16" fmla="*/ 2046 w 458"/>
                  <a:gd name="T17" fmla="*/ 1011 h 720"/>
                  <a:gd name="T18" fmla="*/ 2371 w 458"/>
                  <a:gd name="T19" fmla="*/ 444 h 720"/>
                  <a:gd name="T20" fmla="*/ 2647 w 458"/>
                  <a:gd name="T21" fmla="*/ 0 h 7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8" h="720">
                    <a:moveTo>
                      <a:pt x="458" y="0"/>
                    </a:moveTo>
                    <a:cubicBezTo>
                      <a:pt x="458" y="3"/>
                      <a:pt x="458" y="4"/>
                      <a:pt x="456" y="6"/>
                    </a:cubicBezTo>
                    <a:cubicBezTo>
                      <a:pt x="456" y="6"/>
                      <a:pt x="423" y="15"/>
                      <a:pt x="420" y="44"/>
                    </a:cubicBezTo>
                    <a:cubicBezTo>
                      <a:pt x="416" y="74"/>
                      <a:pt x="417" y="123"/>
                      <a:pt x="370" y="165"/>
                    </a:cubicBezTo>
                    <a:cubicBezTo>
                      <a:pt x="323" y="206"/>
                      <a:pt x="390" y="607"/>
                      <a:pt x="0" y="720"/>
                    </a:cubicBezTo>
                    <a:cubicBezTo>
                      <a:pt x="0" y="720"/>
                      <a:pt x="0" y="720"/>
                      <a:pt x="0" y="720"/>
                    </a:cubicBezTo>
                    <a:cubicBezTo>
                      <a:pt x="76" y="698"/>
                      <a:pt x="133" y="583"/>
                      <a:pt x="133" y="443"/>
                    </a:cubicBezTo>
                    <a:cubicBezTo>
                      <a:pt x="133" y="443"/>
                      <a:pt x="227" y="458"/>
                      <a:pt x="272" y="360"/>
                    </a:cubicBezTo>
                    <a:cubicBezTo>
                      <a:pt x="318" y="263"/>
                      <a:pt x="304" y="178"/>
                      <a:pt x="354" y="144"/>
                    </a:cubicBezTo>
                    <a:cubicBezTo>
                      <a:pt x="354" y="144"/>
                      <a:pt x="406" y="114"/>
                      <a:pt x="410" y="63"/>
                    </a:cubicBezTo>
                    <a:cubicBezTo>
                      <a:pt x="413" y="13"/>
                      <a:pt x="444" y="5"/>
                      <a:pt x="458" y="0"/>
                    </a:cubicBezTo>
                    <a:close/>
                  </a:path>
                </a:pathLst>
              </a:custGeom>
              <a:solidFill>
                <a:srgbClr val="D57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8" name="Freeform 1709">
                <a:extLst>
                  <a:ext uri="{FF2B5EF4-FFF2-40B4-BE49-F238E27FC236}">
                    <a16:creationId xmlns:a16="http://schemas.microsoft.com/office/drawing/2014/main" id="{26A26525-A624-4CE2-A85A-5E20F7D611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7" y="1204"/>
                <a:ext cx="464" cy="900"/>
              </a:xfrm>
              <a:custGeom>
                <a:avLst/>
                <a:gdLst>
                  <a:gd name="T0" fmla="*/ 750 w 258"/>
                  <a:gd name="T1" fmla="*/ 0 h 470"/>
                  <a:gd name="T2" fmla="*/ 0 w 258"/>
                  <a:gd name="T3" fmla="*/ 1651 h 470"/>
                  <a:gd name="T4" fmla="*/ 750 w 258"/>
                  <a:gd name="T5" fmla="*/ 3299 h 470"/>
                  <a:gd name="T6" fmla="*/ 1500 w 258"/>
                  <a:gd name="T7" fmla="*/ 1651 h 470"/>
                  <a:gd name="T8" fmla="*/ 750 w 258"/>
                  <a:gd name="T9" fmla="*/ 0 h 470"/>
                  <a:gd name="T10" fmla="*/ 825 w 258"/>
                  <a:gd name="T11" fmla="*/ 1390 h 470"/>
                  <a:gd name="T12" fmla="*/ 74 w 258"/>
                  <a:gd name="T13" fmla="*/ 1166 h 470"/>
                  <a:gd name="T14" fmla="*/ 734 w 258"/>
                  <a:gd name="T15" fmla="*/ 63 h 470"/>
                  <a:gd name="T16" fmla="*/ 1437 w 258"/>
                  <a:gd name="T17" fmla="*/ 1434 h 470"/>
                  <a:gd name="T18" fmla="*/ 825 w 258"/>
                  <a:gd name="T19" fmla="*/ 1390 h 4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8" h="470">
                    <a:moveTo>
                      <a:pt x="129" y="0"/>
                    </a:moveTo>
                    <a:cubicBezTo>
                      <a:pt x="58" y="0"/>
                      <a:pt x="0" y="105"/>
                      <a:pt x="0" y="235"/>
                    </a:cubicBezTo>
                    <a:cubicBezTo>
                      <a:pt x="0" y="365"/>
                      <a:pt x="58" y="470"/>
                      <a:pt x="129" y="470"/>
                    </a:cubicBezTo>
                    <a:cubicBezTo>
                      <a:pt x="200" y="470"/>
                      <a:pt x="258" y="365"/>
                      <a:pt x="258" y="235"/>
                    </a:cubicBezTo>
                    <a:cubicBezTo>
                      <a:pt x="258" y="105"/>
                      <a:pt x="200" y="0"/>
                      <a:pt x="129" y="0"/>
                    </a:cubicBezTo>
                    <a:close/>
                    <a:moveTo>
                      <a:pt x="142" y="198"/>
                    </a:moveTo>
                    <a:cubicBezTo>
                      <a:pt x="103" y="198"/>
                      <a:pt x="5" y="251"/>
                      <a:pt x="13" y="166"/>
                    </a:cubicBezTo>
                    <a:cubicBezTo>
                      <a:pt x="29" y="78"/>
                      <a:pt x="75" y="9"/>
                      <a:pt x="126" y="9"/>
                    </a:cubicBezTo>
                    <a:cubicBezTo>
                      <a:pt x="184" y="9"/>
                      <a:pt x="238" y="99"/>
                      <a:pt x="247" y="204"/>
                    </a:cubicBezTo>
                    <a:cubicBezTo>
                      <a:pt x="249" y="261"/>
                      <a:pt x="180" y="198"/>
                      <a:pt x="142" y="198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9" name="Freeform 1710">
                <a:extLst>
                  <a:ext uri="{FF2B5EF4-FFF2-40B4-BE49-F238E27FC236}">
                    <a16:creationId xmlns:a16="http://schemas.microsoft.com/office/drawing/2014/main" id="{01476653-1323-4C14-B907-FDCCA6225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216"/>
                <a:ext cx="76" cy="71"/>
              </a:xfrm>
              <a:custGeom>
                <a:avLst/>
                <a:gdLst>
                  <a:gd name="T0" fmla="*/ 250 w 42"/>
                  <a:gd name="T1" fmla="*/ 36 h 37"/>
                  <a:gd name="T2" fmla="*/ 0 w 42"/>
                  <a:gd name="T3" fmla="*/ 240 h 37"/>
                  <a:gd name="T4" fmla="*/ 250 w 42"/>
                  <a:gd name="T5" fmla="*/ 3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42" y="5"/>
                    </a:moveTo>
                    <a:cubicBezTo>
                      <a:pt x="42" y="5"/>
                      <a:pt x="11" y="0"/>
                      <a:pt x="0" y="34"/>
                    </a:cubicBezTo>
                    <a:cubicBezTo>
                      <a:pt x="0" y="34"/>
                      <a:pt x="34" y="37"/>
                      <a:pt x="42" y="5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1711">
                <a:extLst>
                  <a:ext uri="{FF2B5EF4-FFF2-40B4-BE49-F238E27FC236}">
                    <a16:creationId xmlns:a16="http://schemas.microsoft.com/office/drawing/2014/main" id="{52753734-51DD-4ABC-BB8E-512896355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281"/>
                <a:ext cx="66" cy="63"/>
              </a:xfrm>
              <a:custGeom>
                <a:avLst/>
                <a:gdLst>
                  <a:gd name="T0" fmla="*/ 143 w 37"/>
                  <a:gd name="T1" fmla="*/ 0 h 33"/>
                  <a:gd name="T2" fmla="*/ 21 w 37"/>
                  <a:gd name="T3" fmla="*/ 208 h 33"/>
                  <a:gd name="T4" fmla="*/ 143 w 37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3">
                    <a:moveTo>
                      <a:pt x="25" y="0"/>
                    </a:moveTo>
                    <a:cubicBezTo>
                      <a:pt x="25" y="0"/>
                      <a:pt x="0" y="4"/>
                      <a:pt x="4" y="30"/>
                    </a:cubicBezTo>
                    <a:cubicBezTo>
                      <a:pt x="4" y="30"/>
                      <a:pt x="37" y="33"/>
                      <a:pt x="25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1712">
                <a:extLst>
                  <a:ext uri="{FF2B5EF4-FFF2-40B4-BE49-F238E27FC236}">
                    <a16:creationId xmlns:a16="http://schemas.microsoft.com/office/drawing/2014/main" id="{BF7AECD2-0911-4177-AC92-53F748E31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338"/>
                <a:ext cx="51" cy="73"/>
              </a:xfrm>
              <a:custGeom>
                <a:avLst/>
                <a:gdLst>
                  <a:gd name="T0" fmla="*/ 109 w 28"/>
                  <a:gd name="T1" fmla="*/ 0 h 38"/>
                  <a:gd name="T2" fmla="*/ 0 w 28"/>
                  <a:gd name="T3" fmla="*/ 269 h 38"/>
                  <a:gd name="T4" fmla="*/ 109 w 2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18" y="0"/>
                    </a:moveTo>
                    <a:cubicBezTo>
                      <a:pt x="18" y="0"/>
                      <a:pt x="1" y="3"/>
                      <a:pt x="0" y="38"/>
                    </a:cubicBezTo>
                    <a:cubicBezTo>
                      <a:pt x="0" y="38"/>
                      <a:pt x="28" y="27"/>
                      <a:pt x="1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1713">
                <a:extLst>
                  <a:ext uri="{FF2B5EF4-FFF2-40B4-BE49-F238E27FC236}">
                    <a16:creationId xmlns:a16="http://schemas.microsoft.com/office/drawing/2014/main" id="{431A19C3-5CBB-41BB-9AAC-ECF68E60B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411"/>
                <a:ext cx="36" cy="61"/>
              </a:xfrm>
              <a:custGeom>
                <a:avLst/>
                <a:gdLst>
                  <a:gd name="T0" fmla="*/ 81 w 20"/>
                  <a:gd name="T1" fmla="*/ 0 h 32"/>
                  <a:gd name="T2" fmla="*/ 23 w 20"/>
                  <a:gd name="T3" fmla="*/ 221 h 32"/>
                  <a:gd name="T4" fmla="*/ 81 w 2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14" y="0"/>
                    </a:moveTo>
                    <a:cubicBezTo>
                      <a:pt x="14" y="0"/>
                      <a:pt x="0" y="8"/>
                      <a:pt x="4" y="32"/>
                    </a:cubicBezTo>
                    <a:cubicBezTo>
                      <a:pt x="4" y="32"/>
                      <a:pt x="20" y="22"/>
                      <a:pt x="14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1714">
                <a:extLst>
                  <a:ext uri="{FF2B5EF4-FFF2-40B4-BE49-F238E27FC236}">
                    <a16:creationId xmlns:a16="http://schemas.microsoft.com/office/drawing/2014/main" id="{E51F061F-1665-4868-81B8-8D4125F4D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472"/>
                <a:ext cx="59" cy="81"/>
              </a:xfrm>
              <a:custGeom>
                <a:avLst/>
                <a:gdLst>
                  <a:gd name="T0" fmla="*/ 102 w 33"/>
                  <a:gd name="T1" fmla="*/ 0 h 42"/>
                  <a:gd name="T2" fmla="*/ 57 w 33"/>
                  <a:gd name="T3" fmla="*/ 301 h 42"/>
                  <a:gd name="T4" fmla="*/ 102 w 3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2">
                    <a:moveTo>
                      <a:pt x="18" y="0"/>
                    </a:moveTo>
                    <a:cubicBezTo>
                      <a:pt x="18" y="0"/>
                      <a:pt x="0" y="10"/>
                      <a:pt x="10" y="42"/>
                    </a:cubicBezTo>
                    <a:cubicBezTo>
                      <a:pt x="10" y="42"/>
                      <a:pt x="33" y="22"/>
                      <a:pt x="1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1715">
                <a:extLst>
                  <a:ext uri="{FF2B5EF4-FFF2-40B4-BE49-F238E27FC236}">
                    <a16:creationId xmlns:a16="http://schemas.microsoft.com/office/drawing/2014/main" id="{E1861217-66DB-431E-8A12-5D9C94B13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490"/>
                <a:ext cx="67" cy="90"/>
              </a:xfrm>
              <a:custGeom>
                <a:avLst/>
                <a:gdLst>
                  <a:gd name="T0" fmla="*/ 72 w 37"/>
                  <a:gd name="T1" fmla="*/ 0 h 47"/>
                  <a:gd name="T2" fmla="*/ 118 w 37"/>
                  <a:gd name="T3" fmla="*/ 329 h 47"/>
                  <a:gd name="T4" fmla="*/ 72 w 37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7">
                    <a:moveTo>
                      <a:pt x="12" y="0"/>
                    </a:moveTo>
                    <a:cubicBezTo>
                      <a:pt x="12" y="0"/>
                      <a:pt x="0" y="30"/>
                      <a:pt x="20" y="47"/>
                    </a:cubicBezTo>
                    <a:cubicBezTo>
                      <a:pt x="20" y="47"/>
                      <a:pt x="37" y="22"/>
                      <a:pt x="12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1716">
                <a:extLst>
                  <a:ext uri="{FF2B5EF4-FFF2-40B4-BE49-F238E27FC236}">
                    <a16:creationId xmlns:a16="http://schemas.microsoft.com/office/drawing/2014/main" id="{40FBE470-6FB2-4DE3-A677-ADAC4B435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379"/>
                <a:ext cx="74" cy="111"/>
              </a:xfrm>
              <a:custGeom>
                <a:avLst/>
                <a:gdLst>
                  <a:gd name="T0" fmla="*/ 45 w 41"/>
                  <a:gd name="T1" fmla="*/ 0 h 58"/>
                  <a:gd name="T2" fmla="*/ 166 w 41"/>
                  <a:gd name="T3" fmla="*/ 406 h 58"/>
                  <a:gd name="T4" fmla="*/ 45 w 4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8">
                    <a:moveTo>
                      <a:pt x="8" y="0"/>
                    </a:moveTo>
                    <a:cubicBezTo>
                      <a:pt x="8" y="0"/>
                      <a:pt x="0" y="40"/>
                      <a:pt x="28" y="58"/>
                    </a:cubicBezTo>
                    <a:cubicBezTo>
                      <a:pt x="28" y="58"/>
                      <a:pt x="41" y="19"/>
                      <a:pt x="8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1717">
                <a:extLst>
                  <a:ext uri="{FF2B5EF4-FFF2-40B4-BE49-F238E27FC236}">
                    <a16:creationId xmlns:a16="http://schemas.microsoft.com/office/drawing/2014/main" id="{5603CEE4-F951-45AA-9289-0AF9ACE91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312"/>
                <a:ext cx="47" cy="67"/>
              </a:xfrm>
              <a:custGeom>
                <a:avLst/>
                <a:gdLst>
                  <a:gd name="T0" fmla="*/ 0 w 26"/>
                  <a:gd name="T1" fmla="*/ 0 h 35"/>
                  <a:gd name="T2" fmla="*/ 125 w 26"/>
                  <a:gd name="T3" fmla="*/ 245 h 35"/>
                  <a:gd name="T4" fmla="*/ 0 w 2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0" y="0"/>
                    </a:moveTo>
                    <a:cubicBezTo>
                      <a:pt x="0" y="0"/>
                      <a:pt x="0" y="28"/>
                      <a:pt x="21" y="35"/>
                    </a:cubicBezTo>
                    <a:cubicBezTo>
                      <a:pt x="21" y="35"/>
                      <a:pt x="26" y="10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1718">
                <a:extLst>
                  <a:ext uri="{FF2B5EF4-FFF2-40B4-BE49-F238E27FC236}">
                    <a16:creationId xmlns:a16="http://schemas.microsoft.com/office/drawing/2014/main" id="{AD3BA9CA-26BB-4F1B-8528-2808EB4E8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243"/>
                <a:ext cx="69" cy="69"/>
              </a:xfrm>
              <a:custGeom>
                <a:avLst/>
                <a:gdLst>
                  <a:gd name="T0" fmla="*/ 0 w 38"/>
                  <a:gd name="T1" fmla="*/ 0 h 36"/>
                  <a:gd name="T2" fmla="*/ 214 w 38"/>
                  <a:gd name="T3" fmla="*/ 253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9" y="30"/>
                      <a:pt x="36" y="36"/>
                    </a:cubicBezTo>
                    <a:cubicBezTo>
                      <a:pt x="36" y="36"/>
                      <a:pt x="38" y="3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1719">
                <a:extLst>
                  <a:ext uri="{FF2B5EF4-FFF2-40B4-BE49-F238E27FC236}">
                    <a16:creationId xmlns:a16="http://schemas.microsoft.com/office/drawing/2014/main" id="{45BC068C-0199-4DDB-9092-F6D6DECCD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1187"/>
                <a:ext cx="91" cy="69"/>
              </a:xfrm>
              <a:custGeom>
                <a:avLst/>
                <a:gdLst>
                  <a:gd name="T0" fmla="*/ 0 w 51"/>
                  <a:gd name="T1" fmla="*/ 140 h 36"/>
                  <a:gd name="T2" fmla="*/ 289 w 51"/>
                  <a:gd name="T3" fmla="*/ 205 h 36"/>
                  <a:gd name="T4" fmla="*/ 0 w 51"/>
                  <a:gd name="T5" fmla="*/ 14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5" y="36"/>
                      <a:pt x="51" y="29"/>
                    </a:cubicBezTo>
                    <a:cubicBezTo>
                      <a:pt x="51" y="29"/>
                      <a:pt x="34" y="0"/>
                      <a:pt x="0" y="2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1720">
                <a:extLst>
                  <a:ext uri="{FF2B5EF4-FFF2-40B4-BE49-F238E27FC236}">
                    <a16:creationId xmlns:a16="http://schemas.microsoft.com/office/drawing/2014/main" id="{EDA8452E-B515-450C-BB6E-3FA80F36E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1296"/>
                <a:ext cx="25" cy="27"/>
              </a:xfrm>
              <a:custGeom>
                <a:avLst/>
                <a:gdLst>
                  <a:gd name="T0" fmla="*/ 68 w 14"/>
                  <a:gd name="T1" fmla="*/ 15 h 14"/>
                  <a:gd name="T2" fmla="*/ 57 w 14"/>
                  <a:gd name="T3" fmla="*/ 71 h 14"/>
                  <a:gd name="T4" fmla="*/ 13 w 14"/>
                  <a:gd name="T5" fmla="*/ 85 h 14"/>
                  <a:gd name="T6" fmla="*/ 23 w 14"/>
                  <a:gd name="T7" fmla="*/ 29 h 14"/>
                  <a:gd name="T8" fmla="*/ 68 w 14"/>
                  <a:gd name="T9" fmla="*/ 1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2" y="2"/>
                    </a:moveTo>
                    <a:cubicBezTo>
                      <a:pt x="14" y="3"/>
                      <a:pt x="13" y="7"/>
                      <a:pt x="10" y="10"/>
                    </a:cubicBezTo>
                    <a:cubicBezTo>
                      <a:pt x="7" y="13"/>
                      <a:pt x="3" y="14"/>
                      <a:pt x="2" y="12"/>
                    </a:cubicBezTo>
                    <a:cubicBezTo>
                      <a:pt x="0" y="11"/>
                      <a:pt x="1" y="7"/>
                      <a:pt x="4" y="4"/>
                    </a:cubicBezTo>
                    <a:cubicBezTo>
                      <a:pt x="7" y="1"/>
                      <a:pt x="11" y="0"/>
                      <a:pt x="12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1721">
                <a:extLst>
                  <a:ext uri="{FF2B5EF4-FFF2-40B4-BE49-F238E27FC236}">
                    <a16:creationId xmlns:a16="http://schemas.microsoft.com/office/drawing/2014/main" id="{8B8CCA4D-D173-4BEE-928E-6A142AFD5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490"/>
                <a:ext cx="19" cy="30"/>
              </a:xfrm>
              <a:custGeom>
                <a:avLst/>
                <a:gdLst>
                  <a:gd name="T0" fmla="*/ 41 w 11"/>
                  <a:gd name="T1" fmla="*/ 8 h 16"/>
                  <a:gd name="T2" fmla="*/ 50 w 11"/>
                  <a:gd name="T3" fmla="*/ 60 h 16"/>
                  <a:gd name="T4" fmla="*/ 16 w 11"/>
                  <a:gd name="T5" fmla="*/ 99 h 16"/>
                  <a:gd name="T6" fmla="*/ 5 w 11"/>
                  <a:gd name="T7" fmla="*/ 45 h 16"/>
                  <a:gd name="T8" fmla="*/ 41 w 11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8" y="1"/>
                    </a:moveTo>
                    <a:cubicBezTo>
                      <a:pt x="10" y="1"/>
                      <a:pt x="11" y="5"/>
                      <a:pt x="10" y="9"/>
                    </a:cubicBezTo>
                    <a:cubicBezTo>
                      <a:pt x="8" y="13"/>
                      <a:pt x="5" y="16"/>
                      <a:pt x="3" y="15"/>
                    </a:cubicBezTo>
                    <a:cubicBezTo>
                      <a:pt x="1" y="15"/>
                      <a:pt x="0" y="11"/>
                      <a:pt x="1" y="7"/>
                    </a:cubicBezTo>
                    <a:cubicBezTo>
                      <a:pt x="2" y="3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1722">
                <a:extLst>
                  <a:ext uri="{FF2B5EF4-FFF2-40B4-BE49-F238E27FC236}">
                    <a16:creationId xmlns:a16="http://schemas.microsoft.com/office/drawing/2014/main" id="{8331ADB7-4DBC-413F-8C59-9279B16FF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520"/>
                <a:ext cx="13" cy="31"/>
              </a:xfrm>
              <a:custGeom>
                <a:avLst/>
                <a:gdLst>
                  <a:gd name="T0" fmla="*/ 32 w 7"/>
                  <a:gd name="T1" fmla="*/ 116 h 16"/>
                  <a:gd name="T2" fmla="*/ 0 w 7"/>
                  <a:gd name="T3" fmla="*/ 64 h 16"/>
                  <a:gd name="T4" fmla="*/ 13 w 7"/>
                  <a:gd name="T5" fmla="*/ 8 h 16"/>
                  <a:gd name="T6" fmla="*/ 45 w 7"/>
                  <a:gd name="T7" fmla="*/ 60 h 16"/>
                  <a:gd name="T8" fmla="*/ 32 w 7"/>
                  <a:gd name="T9" fmla="*/ 1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5" y="16"/>
                    </a:moveTo>
                    <a:cubicBezTo>
                      <a:pt x="3" y="16"/>
                      <a:pt x="1" y="13"/>
                      <a:pt x="0" y="9"/>
                    </a:cubicBezTo>
                    <a:cubicBezTo>
                      <a:pt x="0" y="5"/>
                      <a:pt x="0" y="1"/>
                      <a:pt x="2" y="1"/>
                    </a:cubicBezTo>
                    <a:cubicBezTo>
                      <a:pt x="4" y="0"/>
                      <a:pt x="6" y="3"/>
                      <a:pt x="7" y="8"/>
                    </a:cubicBezTo>
                    <a:cubicBezTo>
                      <a:pt x="7" y="12"/>
                      <a:pt x="7" y="15"/>
                      <a:pt x="5" y="16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1723">
                <a:extLst>
                  <a:ext uri="{FF2B5EF4-FFF2-40B4-BE49-F238E27FC236}">
                    <a16:creationId xmlns:a16="http://schemas.microsoft.com/office/drawing/2014/main" id="{7618D6BB-E839-4B69-A507-AAF8051A1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411"/>
                <a:ext cx="23" cy="42"/>
              </a:xfrm>
              <a:custGeom>
                <a:avLst/>
                <a:gdLst>
                  <a:gd name="T0" fmla="*/ 57 w 13"/>
                  <a:gd name="T1" fmla="*/ 145 h 22"/>
                  <a:gd name="T2" fmla="*/ 12 w 13"/>
                  <a:gd name="T3" fmla="*/ 92 h 22"/>
                  <a:gd name="T4" fmla="*/ 16 w 13"/>
                  <a:gd name="T5" fmla="*/ 8 h 22"/>
                  <a:gd name="T6" fmla="*/ 60 w 13"/>
                  <a:gd name="T7" fmla="*/ 61 h 22"/>
                  <a:gd name="T8" fmla="*/ 57 w 13"/>
                  <a:gd name="T9" fmla="*/ 1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10" y="21"/>
                    </a:moveTo>
                    <a:cubicBezTo>
                      <a:pt x="8" y="22"/>
                      <a:pt x="4" y="18"/>
                      <a:pt x="2" y="13"/>
                    </a:cubicBezTo>
                    <a:cubicBezTo>
                      <a:pt x="0" y="7"/>
                      <a:pt x="0" y="2"/>
                      <a:pt x="3" y="1"/>
                    </a:cubicBezTo>
                    <a:cubicBezTo>
                      <a:pt x="5" y="0"/>
                      <a:pt x="9" y="4"/>
                      <a:pt x="11" y="9"/>
                    </a:cubicBezTo>
                    <a:cubicBezTo>
                      <a:pt x="13" y="15"/>
                      <a:pt x="13" y="20"/>
                      <a:pt x="10" y="2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1724">
                <a:extLst>
                  <a:ext uri="{FF2B5EF4-FFF2-40B4-BE49-F238E27FC236}">
                    <a16:creationId xmlns:a16="http://schemas.microsoft.com/office/drawing/2014/main" id="{353C1F18-CC18-40F7-B572-13477F2AE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338"/>
                <a:ext cx="17" cy="23"/>
              </a:xfrm>
              <a:custGeom>
                <a:avLst/>
                <a:gdLst>
                  <a:gd name="T0" fmla="*/ 53 w 9"/>
                  <a:gd name="T1" fmla="*/ 77 h 12"/>
                  <a:gd name="T2" fmla="*/ 15 w 9"/>
                  <a:gd name="T3" fmla="*/ 48 h 12"/>
                  <a:gd name="T4" fmla="*/ 8 w 9"/>
                  <a:gd name="T5" fmla="*/ 8 h 12"/>
                  <a:gd name="T6" fmla="*/ 47 w 9"/>
                  <a:gd name="T7" fmla="*/ 36 h 12"/>
                  <a:gd name="T8" fmla="*/ 53 w 9"/>
                  <a:gd name="T9" fmla="*/ 7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8" y="11"/>
                    </a:moveTo>
                    <a:cubicBezTo>
                      <a:pt x="7" y="12"/>
                      <a:pt x="4" y="10"/>
                      <a:pt x="2" y="7"/>
                    </a:cubicBezTo>
                    <a:cubicBezTo>
                      <a:pt x="0" y="4"/>
                      <a:pt x="0" y="1"/>
                      <a:pt x="1" y="1"/>
                    </a:cubicBezTo>
                    <a:cubicBezTo>
                      <a:pt x="2" y="0"/>
                      <a:pt x="5" y="2"/>
                      <a:pt x="7" y="5"/>
                    </a:cubicBezTo>
                    <a:cubicBezTo>
                      <a:pt x="9" y="8"/>
                      <a:pt x="9" y="11"/>
                      <a:pt x="8" y="1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1725">
                <a:extLst>
                  <a:ext uri="{FF2B5EF4-FFF2-40B4-BE49-F238E27FC236}">
                    <a16:creationId xmlns:a16="http://schemas.microsoft.com/office/drawing/2014/main" id="{416169D0-DF42-4A11-91EC-E407397F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266"/>
                <a:ext cx="28" cy="28"/>
              </a:xfrm>
              <a:custGeom>
                <a:avLst/>
                <a:gdLst>
                  <a:gd name="T0" fmla="*/ 77 w 16"/>
                  <a:gd name="T1" fmla="*/ 91 h 15"/>
                  <a:gd name="T2" fmla="*/ 28 w 16"/>
                  <a:gd name="T3" fmla="*/ 65 h 15"/>
                  <a:gd name="T4" fmla="*/ 12 w 16"/>
                  <a:gd name="T5" fmla="*/ 7 h 15"/>
                  <a:gd name="T6" fmla="*/ 58 w 16"/>
                  <a:gd name="T7" fmla="*/ 32 h 15"/>
                  <a:gd name="T8" fmla="*/ 77 w 16"/>
                  <a:gd name="T9" fmla="*/ 9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4" y="14"/>
                    </a:moveTo>
                    <a:cubicBezTo>
                      <a:pt x="13" y="15"/>
                      <a:pt x="9" y="14"/>
                      <a:pt x="5" y="10"/>
                    </a:cubicBezTo>
                    <a:cubicBezTo>
                      <a:pt x="2" y="7"/>
                      <a:pt x="0" y="3"/>
                      <a:pt x="2" y="1"/>
                    </a:cubicBezTo>
                    <a:cubicBezTo>
                      <a:pt x="3" y="0"/>
                      <a:pt x="7" y="2"/>
                      <a:pt x="11" y="5"/>
                    </a:cubicBezTo>
                    <a:cubicBezTo>
                      <a:pt x="14" y="9"/>
                      <a:pt x="16" y="13"/>
                      <a:pt x="14" y="14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5" name="Freeform 1726">
                <a:extLst>
                  <a:ext uri="{FF2B5EF4-FFF2-40B4-BE49-F238E27FC236}">
                    <a16:creationId xmlns:a16="http://schemas.microsoft.com/office/drawing/2014/main" id="{99CAF265-8B6B-46A1-9060-36EE8870C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218"/>
                <a:ext cx="28" cy="19"/>
              </a:xfrm>
              <a:custGeom>
                <a:avLst/>
                <a:gdLst>
                  <a:gd name="T0" fmla="*/ 81 w 16"/>
                  <a:gd name="T1" fmla="*/ 48 h 10"/>
                  <a:gd name="T2" fmla="*/ 37 w 16"/>
                  <a:gd name="T3" fmla="*/ 68 h 10"/>
                  <a:gd name="T4" fmla="*/ 0 w 16"/>
                  <a:gd name="T5" fmla="*/ 29 h 10"/>
                  <a:gd name="T6" fmla="*/ 44 w 16"/>
                  <a:gd name="T7" fmla="*/ 8 h 10"/>
                  <a:gd name="T8" fmla="*/ 81 w 16"/>
                  <a:gd name="T9" fmla="*/ 4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5" y="7"/>
                    </a:moveTo>
                    <a:cubicBezTo>
                      <a:pt x="15" y="9"/>
                      <a:pt x="11" y="10"/>
                      <a:pt x="7" y="10"/>
                    </a:cubicBezTo>
                    <a:cubicBezTo>
                      <a:pt x="3" y="9"/>
                      <a:pt x="0" y="6"/>
                      <a:pt x="0" y="4"/>
                    </a:cubicBezTo>
                    <a:cubicBezTo>
                      <a:pt x="1" y="1"/>
                      <a:pt x="4" y="0"/>
                      <a:pt x="8" y="1"/>
                    </a:cubicBezTo>
                    <a:cubicBezTo>
                      <a:pt x="13" y="2"/>
                      <a:pt x="16" y="5"/>
                      <a:pt x="15" y="7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1727">
                <a:extLst>
                  <a:ext uri="{FF2B5EF4-FFF2-40B4-BE49-F238E27FC236}">
                    <a16:creationId xmlns:a16="http://schemas.microsoft.com/office/drawing/2014/main" id="{2F7CF228-3E48-46DE-8F54-6526A56FA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239"/>
                <a:ext cx="27" cy="27"/>
              </a:xfrm>
              <a:custGeom>
                <a:avLst/>
                <a:gdLst>
                  <a:gd name="T0" fmla="*/ 74 w 15"/>
                  <a:gd name="T1" fmla="*/ 15 h 14"/>
                  <a:gd name="T2" fmla="*/ 58 w 15"/>
                  <a:gd name="T3" fmla="*/ 71 h 14"/>
                  <a:gd name="T4" fmla="*/ 7 w 15"/>
                  <a:gd name="T5" fmla="*/ 85 h 14"/>
                  <a:gd name="T6" fmla="*/ 23 w 15"/>
                  <a:gd name="T7" fmla="*/ 29 h 14"/>
                  <a:gd name="T8" fmla="*/ 74 w 15"/>
                  <a:gd name="T9" fmla="*/ 1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3" y="2"/>
                    </a:moveTo>
                    <a:cubicBezTo>
                      <a:pt x="15" y="4"/>
                      <a:pt x="13" y="8"/>
                      <a:pt x="10" y="10"/>
                    </a:cubicBezTo>
                    <a:cubicBezTo>
                      <a:pt x="6" y="13"/>
                      <a:pt x="3" y="14"/>
                      <a:pt x="1" y="12"/>
                    </a:cubicBezTo>
                    <a:cubicBezTo>
                      <a:pt x="0" y="10"/>
                      <a:pt x="1" y="6"/>
                      <a:pt x="4" y="4"/>
                    </a:cubicBezTo>
                    <a:cubicBezTo>
                      <a:pt x="8" y="1"/>
                      <a:pt x="12" y="0"/>
                      <a:pt x="13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Freeform 1728">
                <a:extLst>
                  <a:ext uri="{FF2B5EF4-FFF2-40B4-BE49-F238E27FC236}">
                    <a16:creationId xmlns:a16="http://schemas.microsoft.com/office/drawing/2014/main" id="{E533646C-FC56-46A9-A4A6-345D80D24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350"/>
                <a:ext cx="20" cy="31"/>
              </a:xfrm>
              <a:custGeom>
                <a:avLst/>
                <a:gdLst>
                  <a:gd name="T0" fmla="*/ 53 w 11"/>
                  <a:gd name="T1" fmla="*/ 8 h 16"/>
                  <a:gd name="T2" fmla="*/ 53 w 11"/>
                  <a:gd name="T3" fmla="*/ 72 h 16"/>
                  <a:gd name="T4" fmla="*/ 13 w 11"/>
                  <a:gd name="T5" fmla="*/ 109 h 16"/>
                  <a:gd name="T6" fmla="*/ 7 w 11"/>
                  <a:gd name="T7" fmla="*/ 45 h 16"/>
                  <a:gd name="T8" fmla="*/ 53 w 11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9" y="1"/>
                    </a:moveTo>
                    <a:cubicBezTo>
                      <a:pt x="11" y="2"/>
                      <a:pt x="11" y="6"/>
                      <a:pt x="9" y="10"/>
                    </a:cubicBezTo>
                    <a:cubicBezTo>
                      <a:pt x="7" y="14"/>
                      <a:pt x="4" y="16"/>
                      <a:pt x="2" y="15"/>
                    </a:cubicBezTo>
                    <a:cubicBezTo>
                      <a:pt x="0" y="14"/>
                      <a:pt x="0" y="10"/>
                      <a:pt x="1" y="6"/>
                    </a:cubicBezTo>
                    <a:cubicBezTo>
                      <a:pt x="3" y="2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8" name="Freeform 1729">
                <a:extLst>
                  <a:ext uri="{FF2B5EF4-FFF2-40B4-BE49-F238E27FC236}">
                    <a16:creationId xmlns:a16="http://schemas.microsoft.com/office/drawing/2014/main" id="{1F97EB76-E1A5-401D-A4E0-88F843CC9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434"/>
                <a:ext cx="11" cy="15"/>
              </a:xfrm>
              <a:custGeom>
                <a:avLst/>
                <a:gdLst>
                  <a:gd name="T0" fmla="*/ 24 w 6"/>
                  <a:gd name="T1" fmla="*/ 8 h 8"/>
                  <a:gd name="T2" fmla="*/ 31 w 6"/>
                  <a:gd name="T3" fmla="*/ 32 h 8"/>
                  <a:gd name="T4" fmla="*/ 7 w 6"/>
                  <a:gd name="T5" fmla="*/ 53 h 8"/>
                  <a:gd name="T6" fmla="*/ 7 w 6"/>
                  <a:gd name="T7" fmla="*/ 21 h 8"/>
                  <a:gd name="T8" fmla="*/ 24 w 6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4" y="1"/>
                    </a:moveTo>
                    <a:cubicBezTo>
                      <a:pt x="5" y="1"/>
                      <a:pt x="6" y="3"/>
                      <a:pt x="5" y="5"/>
                    </a:cubicBezTo>
                    <a:cubicBezTo>
                      <a:pt x="4" y="7"/>
                      <a:pt x="2" y="8"/>
                      <a:pt x="1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Oval 1730">
                <a:extLst>
                  <a:ext uri="{FF2B5EF4-FFF2-40B4-BE49-F238E27FC236}">
                    <a16:creationId xmlns:a16="http://schemas.microsoft.com/office/drawing/2014/main" id="{DFB102A2-4B63-4C75-B61D-DBDEBEC04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7" y="1204"/>
                <a:ext cx="464" cy="900"/>
              </a:xfrm>
              <a:prstGeom prst="ellips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50" name="Freeform 1731">
                <a:extLst>
                  <a:ext uri="{FF2B5EF4-FFF2-40B4-BE49-F238E27FC236}">
                    <a16:creationId xmlns:a16="http://schemas.microsoft.com/office/drawing/2014/main" id="{2A206BDF-010F-4F0C-A0A3-32A9303AD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216"/>
                <a:ext cx="76" cy="71"/>
              </a:xfrm>
              <a:custGeom>
                <a:avLst/>
                <a:gdLst>
                  <a:gd name="T0" fmla="*/ 250 w 42"/>
                  <a:gd name="T1" fmla="*/ 36 h 37"/>
                  <a:gd name="T2" fmla="*/ 0 w 42"/>
                  <a:gd name="T3" fmla="*/ 240 h 37"/>
                  <a:gd name="T4" fmla="*/ 250 w 42"/>
                  <a:gd name="T5" fmla="*/ 3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42" y="5"/>
                    </a:moveTo>
                    <a:cubicBezTo>
                      <a:pt x="42" y="5"/>
                      <a:pt x="11" y="0"/>
                      <a:pt x="0" y="34"/>
                    </a:cubicBezTo>
                    <a:cubicBezTo>
                      <a:pt x="0" y="34"/>
                      <a:pt x="34" y="37"/>
                      <a:pt x="42" y="5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Freeform 1732">
                <a:extLst>
                  <a:ext uri="{FF2B5EF4-FFF2-40B4-BE49-F238E27FC236}">
                    <a16:creationId xmlns:a16="http://schemas.microsoft.com/office/drawing/2014/main" id="{FFE7E09E-DAAF-4CBF-9C72-B7339CA9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281"/>
                <a:ext cx="66" cy="63"/>
              </a:xfrm>
              <a:custGeom>
                <a:avLst/>
                <a:gdLst>
                  <a:gd name="T0" fmla="*/ 143 w 37"/>
                  <a:gd name="T1" fmla="*/ 0 h 33"/>
                  <a:gd name="T2" fmla="*/ 21 w 37"/>
                  <a:gd name="T3" fmla="*/ 208 h 33"/>
                  <a:gd name="T4" fmla="*/ 143 w 37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3">
                    <a:moveTo>
                      <a:pt x="25" y="0"/>
                    </a:moveTo>
                    <a:cubicBezTo>
                      <a:pt x="25" y="0"/>
                      <a:pt x="0" y="4"/>
                      <a:pt x="4" y="30"/>
                    </a:cubicBezTo>
                    <a:cubicBezTo>
                      <a:pt x="4" y="30"/>
                      <a:pt x="37" y="33"/>
                      <a:pt x="25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2" name="Freeform 1733">
                <a:extLst>
                  <a:ext uri="{FF2B5EF4-FFF2-40B4-BE49-F238E27FC236}">
                    <a16:creationId xmlns:a16="http://schemas.microsoft.com/office/drawing/2014/main" id="{F85BAED2-E49C-4BE7-AF23-DD961B370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338"/>
                <a:ext cx="51" cy="73"/>
              </a:xfrm>
              <a:custGeom>
                <a:avLst/>
                <a:gdLst>
                  <a:gd name="T0" fmla="*/ 109 w 28"/>
                  <a:gd name="T1" fmla="*/ 0 h 38"/>
                  <a:gd name="T2" fmla="*/ 0 w 28"/>
                  <a:gd name="T3" fmla="*/ 269 h 38"/>
                  <a:gd name="T4" fmla="*/ 109 w 2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18" y="0"/>
                    </a:moveTo>
                    <a:cubicBezTo>
                      <a:pt x="18" y="0"/>
                      <a:pt x="1" y="3"/>
                      <a:pt x="0" y="38"/>
                    </a:cubicBezTo>
                    <a:cubicBezTo>
                      <a:pt x="0" y="38"/>
                      <a:pt x="28" y="27"/>
                      <a:pt x="18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3" name="Freeform 1734">
                <a:extLst>
                  <a:ext uri="{FF2B5EF4-FFF2-40B4-BE49-F238E27FC236}">
                    <a16:creationId xmlns:a16="http://schemas.microsoft.com/office/drawing/2014/main" id="{3F4D3E9C-06F8-48C8-B2E5-A1230E5B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411"/>
                <a:ext cx="36" cy="61"/>
              </a:xfrm>
              <a:custGeom>
                <a:avLst/>
                <a:gdLst>
                  <a:gd name="T0" fmla="*/ 81 w 20"/>
                  <a:gd name="T1" fmla="*/ 0 h 32"/>
                  <a:gd name="T2" fmla="*/ 23 w 20"/>
                  <a:gd name="T3" fmla="*/ 221 h 32"/>
                  <a:gd name="T4" fmla="*/ 81 w 2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14" y="0"/>
                    </a:moveTo>
                    <a:cubicBezTo>
                      <a:pt x="14" y="0"/>
                      <a:pt x="0" y="8"/>
                      <a:pt x="4" y="32"/>
                    </a:cubicBezTo>
                    <a:cubicBezTo>
                      <a:pt x="4" y="32"/>
                      <a:pt x="20" y="22"/>
                      <a:pt x="14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4" name="Freeform 1735">
                <a:extLst>
                  <a:ext uri="{FF2B5EF4-FFF2-40B4-BE49-F238E27FC236}">
                    <a16:creationId xmlns:a16="http://schemas.microsoft.com/office/drawing/2014/main" id="{72A25874-F74C-4562-9DC6-67119CE2C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472"/>
                <a:ext cx="59" cy="81"/>
              </a:xfrm>
              <a:custGeom>
                <a:avLst/>
                <a:gdLst>
                  <a:gd name="T0" fmla="*/ 102 w 33"/>
                  <a:gd name="T1" fmla="*/ 0 h 42"/>
                  <a:gd name="T2" fmla="*/ 57 w 33"/>
                  <a:gd name="T3" fmla="*/ 301 h 42"/>
                  <a:gd name="T4" fmla="*/ 102 w 3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2">
                    <a:moveTo>
                      <a:pt x="18" y="0"/>
                    </a:moveTo>
                    <a:cubicBezTo>
                      <a:pt x="18" y="0"/>
                      <a:pt x="0" y="10"/>
                      <a:pt x="10" y="42"/>
                    </a:cubicBezTo>
                    <a:cubicBezTo>
                      <a:pt x="10" y="42"/>
                      <a:pt x="33" y="22"/>
                      <a:pt x="18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1736">
                <a:extLst>
                  <a:ext uri="{FF2B5EF4-FFF2-40B4-BE49-F238E27FC236}">
                    <a16:creationId xmlns:a16="http://schemas.microsoft.com/office/drawing/2014/main" id="{6F513506-E29D-48F3-9AD2-E0CE67033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490"/>
                <a:ext cx="67" cy="90"/>
              </a:xfrm>
              <a:custGeom>
                <a:avLst/>
                <a:gdLst>
                  <a:gd name="T0" fmla="*/ 72 w 37"/>
                  <a:gd name="T1" fmla="*/ 0 h 47"/>
                  <a:gd name="T2" fmla="*/ 118 w 37"/>
                  <a:gd name="T3" fmla="*/ 329 h 47"/>
                  <a:gd name="T4" fmla="*/ 72 w 37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7">
                    <a:moveTo>
                      <a:pt x="12" y="0"/>
                    </a:moveTo>
                    <a:cubicBezTo>
                      <a:pt x="12" y="0"/>
                      <a:pt x="0" y="30"/>
                      <a:pt x="20" y="47"/>
                    </a:cubicBezTo>
                    <a:cubicBezTo>
                      <a:pt x="20" y="47"/>
                      <a:pt x="37" y="22"/>
                      <a:pt x="12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1737">
                <a:extLst>
                  <a:ext uri="{FF2B5EF4-FFF2-40B4-BE49-F238E27FC236}">
                    <a16:creationId xmlns:a16="http://schemas.microsoft.com/office/drawing/2014/main" id="{16DC830D-B0DB-4232-A449-6E2C3E8A0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379"/>
                <a:ext cx="74" cy="111"/>
              </a:xfrm>
              <a:custGeom>
                <a:avLst/>
                <a:gdLst>
                  <a:gd name="T0" fmla="*/ 45 w 41"/>
                  <a:gd name="T1" fmla="*/ 0 h 58"/>
                  <a:gd name="T2" fmla="*/ 166 w 41"/>
                  <a:gd name="T3" fmla="*/ 406 h 58"/>
                  <a:gd name="T4" fmla="*/ 45 w 4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8">
                    <a:moveTo>
                      <a:pt x="8" y="0"/>
                    </a:moveTo>
                    <a:cubicBezTo>
                      <a:pt x="8" y="0"/>
                      <a:pt x="0" y="40"/>
                      <a:pt x="28" y="58"/>
                    </a:cubicBezTo>
                    <a:cubicBezTo>
                      <a:pt x="28" y="58"/>
                      <a:pt x="41" y="19"/>
                      <a:pt x="8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1738">
                <a:extLst>
                  <a:ext uri="{FF2B5EF4-FFF2-40B4-BE49-F238E27FC236}">
                    <a16:creationId xmlns:a16="http://schemas.microsoft.com/office/drawing/2014/main" id="{E74DB4C5-60CD-4B0A-BE54-C8236D10C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312"/>
                <a:ext cx="47" cy="67"/>
              </a:xfrm>
              <a:custGeom>
                <a:avLst/>
                <a:gdLst>
                  <a:gd name="T0" fmla="*/ 0 w 26"/>
                  <a:gd name="T1" fmla="*/ 0 h 35"/>
                  <a:gd name="T2" fmla="*/ 125 w 26"/>
                  <a:gd name="T3" fmla="*/ 245 h 35"/>
                  <a:gd name="T4" fmla="*/ 0 w 2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0" y="0"/>
                    </a:moveTo>
                    <a:cubicBezTo>
                      <a:pt x="0" y="0"/>
                      <a:pt x="0" y="28"/>
                      <a:pt x="21" y="35"/>
                    </a:cubicBezTo>
                    <a:cubicBezTo>
                      <a:pt x="21" y="35"/>
                      <a:pt x="26" y="10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1739">
                <a:extLst>
                  <a:ext uri="{FF2B5EF4-FFF2-40B4-BE49-F238E27FC236}">
                    <a16:creationId xmlns:a16="http://schemas.microsoft.com/office/drawing/2014/main" id="{2C2BE858-6063-4DD3-954F-2B490CB64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243"/>
                <a:ext cx="69" cy="69"/>
              </a:xfrm>
              <a:custGeom>
                <a:avLst/>
                <a:gdLst>
                  <a:gd name="T0" fmla="*/ 0 w 38"/>
                  <a:gd name="T1" fmla="*/ 0 h 36"/>
                  <a:gd name="T2" fmla="*/ 214 w 38"/>
                  <a:gd name="T3" fmla="*/ 253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9" y="30"/>
                      <a:pt x="36" y="36"/>
                    </a:cubicBezTo>
                    <a:cubicBezTo>
                      <a:pt x="36" y="36"/>
                      <a:pt x="38" y="3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9" name="Freeform 1740">
                <a:extLst>
                  <a:ext uri="{FF2B5EF4-FFF2-40B4-BE49-F238E27FC236}">
                    <a16:creationId xmlns:a16="http://schemas.microsoft.com/office/drawing/2014/main" id="{A9849317-F727-42A9-8283-8C14BD2BB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1187"/>
                <a:ext cx="91" cy="69"/>
              </a:xfrm>
              <a:custGeom>
                <a:avLst/>
                <a:gdLst>
                  <a:gd name="T0" fmla="*/ 0 w 51"/>
                  <a:gd name="T1" fmla="*/ 140 h 36"/>
                  <a:gd name="T2" fmla="*/ 289 w 51"/>
                  <a:gd name="T3" fmla="*/ 205 h 36"/>
                  <a:gd name="T4" fmla="*/ 0 w 51"/>
                  <a:gd name="T5" fmla="*/ 14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5" y="36"/>
                      <a:pt x="51" y="29"/>
                    </a:cubicBezTo>
                    <a:cubicBezTo>
                      <a:pt x="51" y="29"/>
                      <a:pt x="34" y="0"/>
                      <a:pt x="0" y="2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0" name="Freeform 1741">
                <a:extLst>
                  <a:ext uri="{FF2B5EF4-FFF2-40B4-BE49-F238E27FC236}">
                    <a16:creationId xmlns:a16="http://schemas.microsoft.com/office/drawing/2014/main" id="{CBF55920-1BDC-4E8E-9BDC-BACB9551E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170"/>
                <a:ext cx="298" cy="211"/>
              </a:xfrm>
              <a:custGeom>
                <a:avLst/>
                <a:gdLst>
                  <a:gd name="T0" fmla="*/ 0 w 166"/>
                  <a:gd name="T1" fmla="*/ 29 h 110"/>
                  <a:gd name="T2" fmla="*/ 336 w 166"/>
                  <a:gd name="T3" fmla="*/ 317 h 110"/>
                  <a:gd name="T4" fmla="*/ 960 w 166"/>
                  <a:gd name="T5" fmla="*/ 0 h 110"/>
                  <a:gd name="T6" fmla="*/ 494 w 166"/>
                  <a:gd name="T7" fmla="*/ 508 h 110"/>
                  <a:gd name="T8" fmla="*/ 197 w 166"/>
                  <a:gd name="T9" fmla="*/ 205 h 110"/>
                  <a:gd name="T10" fmla="*/ 0 w 166"/>
                  <a:gd name="T11" fmla="*/ 29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110">
                    <a:moveTo>
                      <a:pt x="0" y="4"/>
                    </a:moveTo>
                    <a:cubicBezTo>
                      <a:pt x="0" y="4"/>
                      <a:pt x="28" y="17"/>
                      <a:pt x="58" y="45"/>
                    </a:cubicBezTo>
                    <a:cubicBezTo>
                      <a:pt x="76" y="62"/>
                      <a:pt x="121" y="110"/>
                      <a:pt x="166" y="0"/>
                    </a:cubicBezTo>
                    <a:cubicBezTo>
                      <a:pt x="166" y="0"/>
                      <a:pt x="142" y="101"/>
                      <a:pt x="85" y="72"/>
                    </a:cubicBezTo>
                    <a:cubicBezTo>
                      <a:pt x="72" y="65"/>
                      <a:pt x="48" y="40"/>
                      <a:pt x="34" y="29"/>
                    </a:cubicBezTo>
                    <a:cubicBezTo>
                      <a:pt x="28" y="23"/>
                      <a:pt x="16" y="15"/>
                      <a:pt x="0" y="4"/>
                    </a:cubicBez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1742">
                <a:extLst>
                  <a:ext uri="{FF2B5EF4-FFF2-40B4-BE49-F238E27FC236}">
                    <a16:creationId xmlns:a16="http://schemas.microsoft.com/office/drawing/2014/main" id="{6246F0D5-38CB-4A66-B32D-34A73E58A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979"/>
                <a:ext cx="97" cy="65"/>
              </a:xfrm>
              <a:custGeom>
                <a:avLst/>
                <a:gdLst>
                  <a:gd name="T0" fmla="*/ 0 w 54"/>
                  <a:gd name="T1" fmla="*/ 237 h 34"/>
                  <a:gd name="T2" fmla="*/ 162 w 54"/>
                  <a:gd name="T3" fmla="*/ 132 h 34"/>
                  <a:gd name="T4" fmla="*/ 313 w 54"/>
                  <a:gd name="T5" fmla="*/ 0 h 34"/>
                  <a:gd name="T6" fmla="*/ 129 w 54"/>
                  <a:gd name="T7" fmla="*/ 153 h 34"/>
                  <a:gd name="T8" fmla="*/ 0 w 54"/>
                  <a:gd name="T9" fmla="*/ 23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4">
                    <a:moveTo>
                      <a:pt x="0" y="34"/>
                    </a:moveTo>
                    <a:cubicBezTo>
                      <a:pt x="0" y="34"/>
                      <a:pt x="11" y="21"/>
                      <a:pt x="28" y="19"/>
                    </a:cubicBezTo>
                    <a:cubicBezTo>
                      <a:pt x="45" y="17"/>
                      <a:pt x="54" y="0"/>
                      <a:pt x="54" y="0"/>
                    </a:cubicBezTo>
                    <a:cubicBezTo>
                      <a:pt x="54" y="0"/>
                      <a:pt x="45" y="19"/>
                      <a:pt x="22" y="22"/>
                    </a:cubicBezTo>
                    <a:cubicBezTo>
                      <a:pt x="13" y="22"/>
                      <a:pt x="0" y="34"/>
                      <a:pt x="0" y="34"/>
                    </a:cubicBez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1743">
                <a:extLst>
                  <a:ext uri="{FF2B5EF4-FFF2-40B4-BE49-F238E27FC236}">
                    <a16:creationId xmlns:a16="http://schemas.microsoft.com/office/drawing/2014/main" id="{6A5EDB6B-8FBD-4C15-B95F-1D9CC02B4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103"/>
                <a:ext cx="61" cy="77"/>
              </a:xfrm>
              <a:custGeom>
                <a:avLst/>
                <a:gdLst>
                  <a:gd name="T0" fmla="*/ 0 w 34"/>
                  <a:gd name="T1" fmla="*/ 108 h 40"/>
                  <a:gd name="T2" fmla="*/ 196 w 34"/>
                  <a:gd name="T3" fmla="*/ 285 h 40"/>
                  <a:gd name="T4" fmla="*/ 36 w 3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0" y="15"/>
                    </a:moveTo>
                    <a:cubicBezTo>
                      <a:pt x="10" y="25"/>
                      <a:pt x="22" y="32"/>
                      <a:pt x="34" y="40"/>
                    </a:cubicBezTo>
                    <a:cubicBezTo>
                      <a:pt x="25" y="27"/>
                      <a:pt x="10" y="14"/>
                      <a:pt x="6" y="0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Freeform 1744">
                <a:extLst>
                  <a:ext uri="{FF2B5EF4-FFF2-40B4-BE49-F238E27FC236}">
                    <a16:creationId xmlns:a16="http://schemas.microsoft.com/office/drawing/2014/main" id="{E2F9595B-8F07-4BD2-9C7A-BAF7005F2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820"/>
                <a:ext cx="22" cy="19"/>
              </a:xfrm>
              <a:custGeom>
                <a:avLst/>
                <a:gdLst>
                  <a:gd name="T0" fmla="*/ 24 w 12"/>
                  <a:gd name="T1" fmla="*/ 0 h 10"/>
                  <a:gd name="T2" fmla="*/ 73 w 12"/>
                  <a:gd name="T3" fmla="*/ 68 h 10"/>
                  <a:gd name="T4" fmla="*/ 0 w 12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0"/>
                    </a:moveTo>
                    <a:cubicBezTo>
                      <a:pt x="7" y="3"/>
                      <a:pt x="10" y="6"/>
                      <a:pt x="12" y="10"/>
                    </a:cubicBezTo>
                    <a:cubicBezTo>
                      <a:pt x="8" y="10"/>
                      <a:pt x="4" y="8"/>
                      <a:pt x="0" y="7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4" name="Freeform 1745">
                <a:extLst>
                  <a:ext uri="{FF2B5EF4-FFF2-40B4-BE49-F238E27FC236}">
                    <a16:creationId xmlns:a16="http://schemas.microsoft.com/office/drawing/2014/main" id="{E8B3E3E6-A020-456F-A9FE-B46E1E765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053"/>
                <a:ext cx="46" cy="62"/>
              </a:xfrm>
              <a:custGeom>
                <a:avLst/>
                <a:gdLst>
                  <a:gd name="T0" fmla="*/ 0 w 26"/>
                  <a:gd name="T1" fmla="*/ 87 h 32"/>
                  <a:gd name="T2" fmla="*/ 131 w 26"/>
                  <a:gd name="T3" fmla="*/ 233 h 32"/>
                  <a:gd name="T4" fmla="*/ 85 w 26"/>
                  <a:gd name="T5" fmla="*/ 116 h 32"/>
                  <a:gd name="T6" fmla="*/ 50 w 26"/>
                  <a:gd name="T7" fmla="*/ 0 h 32"/>
                  <a:gd name="T8" fmla="*/ 143 w 26"/>
                  <a:gd name="T9" fmla="*/ 10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2">
                    <a:moveTo>
                      <a:pt x="0" y="12"/>
                    </a:moveTo>
                    <a:cubicBezTo>
                      <a:pt x="8" y="16"/>
                      <a:pt x="15" y="27"/>
                      <a:pt x="24" y="32"/>
                    </a:cubicBezTo>
                    <a:cubicBezTo>
                      <a:pt x="23" y="26"/>
                      <a:pt x="18" y="21"/>
                      <a:pt x="15" y="16"/>
                    </a:cubicBezTo>
                    <a:cubicBezTo>
                      <a:pt x="13" y="11"/>
                      <a:pt x="10" y="6"/>
                      <a:pt x="9" y="0"/>
                    </a:cubicBezTo>
                    <a:cubicBezTo>
                      <a:pt x="14" y="3"/>
                      <a:pt x="23" y="13"/>
                      <a:pt x="26" y="14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5" name="Freeform 1746">
                <a:extLst>
                  <a:ext uri="{FF2B5EF4-FFF2-40B4-BE49-F238E27FC236}">
                    <a16:creationId xmlns:a16="http://schemas.microsoft.com/office/drawing/2014/main" id="{BB3E4535-90DF-495B-8A6B-8CCCCB986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806"/>
                <a:ext cx="7" cy="21"/>
              </a:xfrm>
              <a:custGeom>
                <a:avLst/>
                <a:gdLst>
                  <a:gd name="T0" fmla="*/ 0 w 4"/>
                  <a:gd name="T1" fmla="*/ 0 h 11"/>
                  <a:gd name="T2" fmla="*/ 21 w 4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1" y="4"/>
                      <a:pt x="2" y="8"/>
                      <a:pt x="4" y="11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6" name="Freeform 1747">
                <a:extLst>
                  <a:ext uri="{FF2B5EF4-FFF2-40B4-BE49-F238E27FC236}">
                    <a16:creationId xmlns:a16="http://schemas.microsoft.com/office/drawing/2014/main" id="{CBC90760-C846-4C7C-838C-BD3DF6DD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856"/>
                <a:ext cx="30" cy="42"/>
              </a:xfrm>
              <a:custGeom>
                <a:avLst/>
                <a:gdLst>
                  <a:gd name="T0" fmla="*/ 60 w 17"/>
                  <a:gd name="T1" fmla="*/ 153 h 22"/>
                  <a:gd name="T2" fmla="*/ 0 w 17"/>
                  <a:gd name="T3" fmla="*/ 76 h 22"/>
                  <a:gd name="T4" fmla="*/ 94 w 17"/>
                  <a:gd name="T5" fmla="*/ 40 h 22"/>
                  <a:gd name="T6" fmla="*/ 21 w 17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8" y="18"/>
                      <a:pt x="4" y="14"/>
                      <a:pt x="0" y="11"/>
                    </a:cubicBezTo>
                    <a:cubicBezTo>
                      <a:pt x="2" y="8"/>
                      <a:pt x="14" y="7"/>
                      <a:pt x="17" y="6"/>
                    </a:cubicBezTo>
                    <a:cubicBezTo>
                      <a:pt x="13" y="4"/>
                      <a:pt x="8" y="1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1748">
                <a:extLst>
                  <a:ext uri="{FF2B5EF4-FFF2-40B4-BE49-F238E27FC236}">
                    <a16:creationId xmlns:a16="http://schemas.microsoft.com/office/drawing/2014/main" id="{24592718-577E-4508-A60A-052CB8354A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78" y="1116"/>
                <a:ext cx="573" cy="1076"/>
              </a:xfrm>
              <a:custGeom>
                <a:avLst/>
                <a:gdLst>
                  <a:gd name="T0" fmla="*/ 923 w 319"/>
                  <a:gd name="T1" fmla="*/ 0 h 562"/>
                  <a:gd name="T2" fmla="*/ 0 w 319"/>
                  <a:gd name="T3" fmla="*/ 1972 h 562"/>
                  <a:gd name="T4" fmla="*/ 923 w 319"/>
                  <a:gd name="T5" fmla="*/ 3944 h 562"/>
                  <a:gd name="T6" fmla="*/ 1848 w 319"/>
                  <a:gd name="T7" fmla="*/ 1972 h 562"/>
                  <a:gd name="T8" fmla="*/ 923 w 319"/>
                  <a:gd name="T9" fmla="*/ 0 h 562"/>
                  <a:gd name="T10" fmla="*/ 896 w 319"/>
                  <a:gd name="T11" fmla="*/ 3799 h 562"/>
                  <a:gd name="T12" fmla="*/ 57 w 319"/>
                  <a:gd name="T13" fmla="*/ 1972 h 562"/>
                  <a:gd name="T14" fmla="*/ 896 w 319"/>
                  <a:gd name="T15" fmla="*/ 153 h 562"/>
                  <a:gd name="T16" fmla="*/ 1733 w 319"/>
                  <a:gd name="T17" fmla="*/ 1972 h 562"/>
                  <a:gd name="T18" fmla="*/ 896 w 319"/>
                  <a:gd name="T19" fmla="*/ 3799 h 5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9" h="562">
                    <a:moveTo>
                      <a:pt x="159" y="0"/>
                    </a:moveTo>
                    <a:cubicBezTo>
                      <a:pt x="71" y="0"/>
                      <a:pt x="0" y="126"/>
                      <a:pt x="0" y="281"/>
                    </a:cubicBezTo>
                    <a:cubicBezTo>
                      <a:pt x="0" y="436"/>
                      <a:pt x="71" y="562"/>
                      <a:pt x="159" y="562"/>
                    </a:cubicBezTo>
                    <a:cubicBezTo>
                      <a:pt x="247" y="562"/>
                      <a:pt x="319" y="436"/>
                      <a:pt x="319" y="281"/>
                    </a:cubicBezTo>
                    <a:cubicBezTo>
                      <a:pt x="319" y="126"/>
                      <a:pt x="247" y="0"/>
                      <a:pt x="159" y="0"/>
                    </a:cubicBezTo>
                    <a:close/>
                    <a:moveTo>
                      <a:pt x="155" y="541"/>
                    </a:moveTo>
                    <a:cubicBezTo>
                      <a:pt x="75" y="541"/>
                      <a:pt x="10" y="425"/>
                      <a:pt x="10" y="281"/>
                    </a:cubicBezTo>
                    <a:cubicBezTo>
                      <a:pt x="10" y="138"/>
                      <a:pt x="75" y="22"/>
                      <a:pt x="155" y="22"/>
                    </a:cubicBezTo>
                    <a:cubicBezTo>
                      <a:pt x="235" y="22"/>
                      <a:pt x="299" y="138"/>
                      <a:pt x="299" y="281"/>
                    </a:cubicBezTo>
                    <a:cubicBezTo>
                      <a:pt x="299" y="425"/>
                      <a:pt x="235" y="541"/>
                      <a:pt x="155" y="541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1749">
                <a:extLst>
                  <a:ext uri="{FF2B5EF4-FFF2-40B4-BE49-F238E27FC236}">
                    <a16:creationId xmlns:a16="http://schemas.microsoft.com/office/drawing/2014/main" id="{521E7702-2097-4A64-B5A4-3831CD38E8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96" y="1159"/>
                <a:ext cx="519" cy="993"/>
              </a:xfrm>
              <a:custGeom>
                <a:avLst/>
                <a:gdLst>
                  <a:gd name="T0" fmla="*/ 839 w 289"/>
                  <a:gd name="T1" fmla="*/ 0 h 519"/>
                  <a:gd name="T2" fmla="*/ 0 w 289"/>
                  <a:gd name="T3" fmla="*/ 1816 h 519"/>
                  <a:gd name="T4" fmla="*/ 839 w 289"/>
                  <a:gd name="T5" fmla="*/ 3635 h 519"/>
                  <a:gd name="T6" fmla="*/ 1674 w 289"/>
                  <a:gd name="T7" fmla="*/ 1816 h 519"/>
                  <a:gd name="T8" fmla="*/ 839 w 289"/>
                  <a:gd name="T9" fmla="*/ 0 h 519"/>
                  <a:gd name="T10" fmla="*/ 815 w 289"/>
                  <a:gd name="T11" fmla="*/ 3459 h 519"/>
                  <a:gd name="T12" fmla="*/ 74 w 289"/>
                  <a:gd name="T13" fmla="*/ 1816 h 519"/>
                  <a:gd name="T14" fmla="*/ 815 w 289"/>
                  <a:gd name="T15" fmla="*/ 168 h 519"/>
                  <a:gd name="T16" fmla="*/ 1564 w 289"/>
                  <a:gd name="T17" fmla="*/ 1816 h 519"/>
                  <a:gd name="T18" fmla="*/ 815 w 289"/>
                  <a:gd name="T19" fmla="*/ 3459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9" h="519">
                    <a:moveTo>
                      <a:pt x="145" y="0"/>
                    </a:moveTo>
                    <a:cubicBezTo>
                      <a:pt x="65" y="0"/>
                      <a:pt x="0" y="116"/>
                      <a:pt x="0" y="259"/>
                    </a:cubicBezTo>
                    <a:cubicBezTo>
                      <a:pt x="0" y="403"/>
                      <a:pt x="65" y="519"/>
                      <a:pt x="145" y="519"/>
                    </a:cubicBezTo>
                    <a:cubicBezTo>
                      <a:pt x="225" y="519"/>
                      <a:pt x="289" y="403"/>
                      <a:pt x="289" y="259"/>
                    </a:cubicBezTo>
                    <a:cubicBezTo>
                      <a:pt x="289" y="116"/>
                      <a:pt x="225" y="0"/>
                      <a:pt x="145" y="0"/>
                    </a:cubicBezTo>
                    <a:close/>
                    <a:moveTo>
                      <a:pt x="141" y="494"/>
                    </a:moveTo>
                    <a:cubicBezTo>
                      <a:pt x="70" y="494"/>
                      <a:pt x="13" y="389"/>
                      <a:pt x="13" y="259"/>
                    </a:cubicBezTo>
                    <a:cubicBezTo>
                      <a:pt x="13" y="129"/>
                      <a:pt x="70" y="24"/>
                      <a:pt x="141" y="24"/>
                    </a:cubicBezTo>
                    <a:cubicBezTo>
                      <a:pt x="212" y="24"/>
                      <a:pt x="270" y="129"/>
                      <a:pt x="270" y="259"/>
                    </a:cubicBezTo>
                    <a:cubicBezTo>
                      <a:pt x="270" y="389"/>
                      <a:pt x="212" y="494"/>
                      <a:pt x="141" y="494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Freeform 1750">
                <a:extLst>
                  <a:ext uri="{FF2B5EF4-FFF2-40B4-BE49-F238E27FC236}">
                    <a16:creationId xmlns:a16="http://schemas.microsoft.com/office/drawing/2014/main" id="{725B7DC3-EC83-4E08-899F-C0078F0C2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279"/>
                <a:ext cx="120" cy="513"/>
              </a:xfrm>
              <a:custGeom>
                <a:avLst/>
                <a:gdLst>
                  <a:gd name="T0" fmla="*/ 0 w 67"/>
                  <a:gd name="T1" fmla="*/ 0 h 268"/>
                  <a:gd name="T2" fmla="*/ 36 w 67"/>
                  <a:gd name="T3" fmla="*/ 29 h 268"/>
                  <a:gd name="T4" fmla="*/ 86 w 67"/>
                  <a:gd name="T5" fmla="*/ 92 h 268"/>
                  <a:gd name="T6" fmla="*/ 174 w 67"/>
                  <a:gd name="T7" fmla="*/ 216 h 268"/>
                  <a:gd name="T8" fmla="*/ 195 w 67"/>
                  <a:gd name="T9" fmla="*/ 345 h 268"/>
                  <a:gd name="T10" fmla="*/ 206 w 67"/>
                  <a:gd name="T11" fmla="*/ 461 h 268"/>
                  <a:gd name="T12" fmla="*/ 317 w 67"/>
                  <a:gd name="T13" fmla="*/ 645 h 268"/>
                  <a:gd name="T14" fmla="*/ 292 w 67"/>
                  <a:gd name="T15" fmla="*/ 858 h 268"/>
                  <a:gd name="T16" fmla="*/ 321 w 67"/>
                  <a:gd name="T17" fmla="*/ 990 h 268"/>
                  <a:gd name="T18" fmla="*/ 369 w 67"/>
                  <a:gd name="T19" fmla="*/ 1242 h 268"/>
                  <a:gd name="T20" fmla="*/ 328 w 67"/>
                  <a:gd name="T21" fmla="*/ 1374 h 268"/>
                  <a:gd name="T22" fmla="*/ 356 w 67"/>
                  <a:gd name="T23" fmla="*/ 1535 h 268"/>
                  <a:gd name="T24" fmla="*/ 356 w 67"/>
                  <a:gd name="T25" fmla="*/ 1759 h 268"/>
                  <a:gd name="T26" fmla="*/ 304 w 67"/>
                  <a:gd name="T27" fmla="*/ 1880 h 2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268">
                    <a:moveTo>
                      <a:pt x="0" y="0"/>
                    </a:moveTo>
                    <a:cubicBezTo>
                      <a:pt x="1" y="1"/>
                      <a:pt x="4" y="3"/>
                      <a:pt x="6" y="4"/>
                    </a:cubicBezTo>
                    <a:cubicBezTo>
                      <a:pt x="10" y="7"/>
                      <a:pt x="12" y="10"/>
                      <a:pt x="15" y="13"/>
                    </a:cubicBezTo>
                    <a:cubicBezTo>
                      <a:pt x="21" y="18"/>
                      <a:pt x="26" y="24"/>
                      <a:pt x="30" y="31"/>
                    </a:cubicBezTo>
                    <a:cubicBezTo>
                      <a:pt x="32" y="36"/>
                      <a:pt x="34" y="42"/>
                      <a:pt x="34" y="49"/>
                    </a:cubicBezTo>
                    <a:cubicBezTo>
                      <a:pt x="35" y="54"/>
                      <a:pt x="33" y="61"/>
                      <a:pt x="36" y="66"/>
                    </a:cubicBezTo>
                    <a:cubicBezTo>
                      <a:pt x="41" y="76"/>
                      <a:pt x="52" y="80"/>
                      <a:pt x="55" y="92"/>
                    </a:cubicBezTo>
                    <a:cubicBezTo>
                      <a:pt x="57" y="102"/>
                      <a:pt x="53" y="112"/>
                      <a:pt x="51" y="122"/>
                    </a:cubicBezTo>
                    <a:cubicBezTo>
                      <a:pt x="49" y="130"/>
                      <a:pt x="52" y="133"/>
                      <a:pt x="56" y="141"/>
                    </a:cubicBezTo>
                    <a:cubicBezTo>
                      <a:pt x="60" y="150"/>
                      <a:pt x="67" y="166"/>
                      <a:pt x="64" y="177"/>
                    </a:cubicBezTo>
                    <a:cubicBezTo>
                      <a:pt x="63" y="183"/>
                      <a:pt x="58" y="190"/>
                      <a:pt x="57" y="196"/>
                    </a:cubicBezTo>
                    <a:cubicBezTo>
                      <a:pt x="56" y="204"/>
                      <a:pt x="61" y="212"/>
                      <a:pt x="62" y="219"/>
                    </a:cubicBezTo>
                    <a:cubicBezTo>
                      <a:pt x="66" y="230"/>
                      <a:pt x="67" y="240"/>
                      <a:pt x="62" y="251"/>
                    </a:cubicBezTo>
                    <a:cubicBezTo>
                      <a:pt x="60" y="257"/>
                      <a:pt x="56" y="262"/>
                      <a:pt x="53" y="26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1751">
                <a:extLst>
                  <a:ext uri="{FF2B5EF4-FFF2-40B4-BE49-F238E27FC236}">
                    <a16:creationId xmlns:a16="http://schemas.microsoft.com/office/drawing/2014/main" id="{C0DF5163-A756-4A2D-B91B-D8E02892A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350"/>
                <a:ext cx="34" cy="92"/>
              </a:xfrm>
              <a:custGeom>
                <a:avLst/>
                <a:gdLst>
                  <a:gd name="T0" fmla="*/ 0 w 19"/>
                  <a:gd name="T1" fmla="*/ 0 h 48"/>
                  <a:gd name="T2" fmla="*/ 97 w 19"/>
                  <a:gd name="T3" fmla="*/ 169 h 48"/>
                  <a:gd name="T4" fmla="*/ 109 w 19"/>
                  <a:gd name="T5" fmla="*/ 33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8">
                    <a:moveTo>
                      <a:pt x="0" y="0"/>
                    </a:moveTo>
                    <a:cubicBezTo>
                      <a:pt x="6" y="7"/>
                      <a:pt x="14" y="15"/>
                      <a:pt x="17" y="24"/>
                    </a:cubicBezTo>
                    <a:cubicBezTo>
                      <a:pt x="19" y="32"/>
                      <a:pt x="18" y="40"/>
                      <a:pt x="19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1752">
                <a:extLst>
                  <a:ext uri="{FF2B5EF4-FFF2-40B4-BE49-F238E27FC236}">
                    <a16:creationId xmlns:a16="http://schemas.microsoft.com/office/drawing/2014/main" id="{F1FD4D18-C469-4C93-A550-BFABD0E6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308"/>
                <a:ext cx="11" cy="53"/>
              </a:xfrm>
              <a:custGeom>
                <a:avLst/>
                <a:gdLst>
                  <a:gd name="T0" fmla="*/ 37 w 6"/>
                  <a:gd name="T1" fmla="*/ 189 h 28"/>
                  <a:gd name="T2" fmla="*/ 13 w 6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6" y="28"/>
                    </a:moveTo>
                    <a:cubicBezTo>
                      <a:pt x="0" y="20"/>
                      <a:pt x="6" y="7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1753">
                <a:extLst>
                  <a:ext uri="{FF2B5EF4-FFF2-40B4-BE49-F238E27FC236}">
                    <a16:creationId xmlns:a16="http://schemas.microsoft.com/office/drawing/2014/main" id="{E40CE7BF-679F-4D72-B1C1-D92206E25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467"/>
                <a:ext cx="23" cy="105"/>
              </a:xfrm>
              <a:custGeom>
                <a:avLst/>
                <a:gdLst>
                  <a:gd name="T0" fmla="*/ 7 w 13"/>
                  <a:gd name="T1" fmla="*/ 0 h 55"/>
                  <a:gd name="T2" fmla="*/ 34 w 13"/>
                  <a:gd name="T3" fmla="*/ 113 h 55"/>
                  <a:gd name="T4" fmla="*/ 60 w 13"/>
                  <a:gd name="T5" fmla="*/ 208 h 55"/>
                  <a:gd name="T6" fmla="*/ 34 w 13"/>
                  <a:gd name="T7" fmla="*/ 382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5">
                    <a:moveTo>
                      <a:pt x="1" y="0"/>
                    </a:moveTo>
                    <a:cubicBezTo>
                      <a:pt x="0" y="5"/>
                      <a:pt x="5" y="12"/>
                      <a:pt x="6" y="16"/>
                    </a:cubicBezTo>
                    <a:cubicBezTo>
                      <a:pt x="8" y="21"/>
                      <a:pt x="11" y="25"/>
                      <a:pt x="11" y="30"/>
                    </a:cubicBezTo>
                    <a:cubicBezTo>
                      <a:pt x="13" y="41"/>
                      <a:pt x="10" y="46"/>
                      <a:pt x="6" y="5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1754">
                <a:extLst>
                  <a:ext uri="{FF2B5EF4-FFF2-40B4-BE49-F238E27FC236}">
                    <a16:creationId xmlns:a16="http://schemas.microsoft.com/office/drawing/2014/main" id="{4D25A5BA-18B7-4714-A0CD-B6E7EFB66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438"/>
                <a:ext cx="13" cy="38"/>
              </a:xfrm>
              <a:custGeom>
                <a:avLst/>
                <a:gdLst>
                  <a:gd name="T0" fmla="*/ 7 w 7"/>
                  <a:gd name="T1" fmla="*/ 137 h 20"/>
                  <a:gd name="T2" fmla="*/ 45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1" y="20"/>
                    </a:moveTo>
                    <a:cubicBezTo>
                      <a:pt x="0" y="15"/>
                      <a:pt x="5" y="6"/>
                      <a:pt x="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1755">
                <a:extLst>
                  <a:ext uri="{FF2B5EF4-FFF2-40B4-BE49-F238E27FC236}">
                    <a16:creationId xmlns:a16="http://schemas.microsoft.com/office/drawing/2014/main" id="{1CA653F4-08FA-4DEC-BF9A-A9BB80060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381"/>
                <a:ext cx="22" cy="24"/>
              </a:xfrm>
              <a:custGeom>
                <a:avLst/>
                <a:gdLst>
                  <a:gd name="T0" fmla="*/ 0 w 12"/>
                  <a:gd name="T1" fmla="*/ 0 h 13"/>
                  <a:gd name="T2" fmla="*/ 73 w 12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3" y="5"/>
                      <a:pt x="9" y="8"/>
                      <a:pt x="12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1756">
                <a:extLst>
                  <a:ext uri="{FF2B5EF4-FFF2-40B4-BE49-F238E27FC236}">
                    <a16:creationId xmlns:a16="http://schemas.microsoft.com/office/drawing/2014/main" id="{E495DE78-5D65-41A9-B558-E85370A72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616"/>
                <a:ext cx="9" cy="82"/>
              </a:xfrm>
              <a:custGeom>
                <a:avLst/>
                <a:gdLst>
                  <a:gd name="T0" fmla="*/ 13 w 5"/>
                  <a:gd name="T1" fmla="*/ 0 h 43"/>
                  <a:gd name="T2" fmla="*/ 29 w 5"/>
                  <a:gd name="T3" fmla="*/ 175 h 43"/>
                  <a:gd name="T4" fmla="*/ 0 w 5"/>
                  <a:gd name="T5" fmla="*/ 29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3">
                    <a:moveTo>
                      <a:pt x="2" y="0"/>
                    </a:moveTo>
                    <a:cubicBezTo>
                      <a:pt x="1" y="9"/>
                      <a:pt x="5" y="17"/>
                      <a:pt x="5" y="25"/>
                    </a:cubicBezTo>
                    <a:cubicBezTo>
                      <a:pt x="5" y="31"/>
                      <a:pt x="2" y="37"/>
                      <a:pt x="0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1757">
                <a:extLst>
                  <a:ext uri="{FF2B5EF4-FFF2-40B4-BE49-F238E27FC236}">
                    <a16:creationId xmlns:a16="http://schemas.microsoft.com/office/drawing/2014/main" id="{818FFA09-6D96-4A04-913D-9916D6099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788"/>
                <a:ext cx="255" cy="345"/>
              </a:xfrm>
              <a:custGeom>
                <a:avLst/>
                <a:gdLst>
                  <a:gd name="T0" fmla="*/ 822 w 142"/>
                  <a:gd name="T1" fmla="*/ 0 h 180"/>
                  <a:gd name="T2" fmla="*/ 806 w 142"/>
                  <a:gd name="T3" fmla="*/ 176 h 180"/>
                  <a:gd name="T4" fmla="*/ 770 w 142"/>
                  <a:gd name="T5" fmla="*/ 385 h 180"/>
                  <a:gd name="T6" fmla="*/ 706 w 142"/>
                  <a:gd name="T7" fmla="*/ 493 h 180"/>
                  <a:gd name="T8" fmla="*/ 677 w 142"/>
                  <a:gd name="T9" fmla="*/ 730 h 180"/>
                  <a:gd name="T10" fmla="*/ 567 w 142"/>
                  <a:gd name="T11" fmla="*/ 809 h 180"/>
                  <a:gd name="T12" fmla="*/ 523 w 142"/>
                  <a:gd name="T13" fmla="*/ 999 h 180"/>
                  <a:gd name="T14" fmla="*/ 291 w 142"/>
                  <a:gd name="T15" fmla="*/ 1127 h 180"/>
                  <a:gd name="T16" fmla="*/ 86 w 142"/>
                  <a:gd name="T17" fmla="*/ 1254 h 180"/>
                  <a:gd name="T18" fmla="*/ 0 w 142"/>
                  <a:gd name="T19" fmla="*/ 1162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80">
                    <a:moveTo>
                      <a:pt x="142" y="0"/>
                    </a:moveTo>
                    <a:cubicBezTo>
                      <a:pt x="138" y="6"/>
                      <a:pt x="139" y="17"/>
                      <a:pt x="139" y="25"/>
                    </a:cubicBezTo>
                    <a:cubicBezTo>
                      <a:pt x="138" y="34"/>
                      <a:pt x="138" y="47"/>
                      <a:pt x="133" y="55"/>
                    </a:cubicBezTo>
                    <a:cubicBezTo>
                      <a:pt x="129" y="60"/>
                      <a:pt x="123" y="62"/>
                      <a:pt x="122" y="70"/>
                    </a:cubicBezTo>
                    <a:cubicBezTo>
                      <a:pt x="121" y="80"/>
                      <a:pt x="122" y="95"/>
                      <a:pt x="117" y="104"/>
                    </a:cubicBezTo>
                    <a:cubicBezTo>
                      <a:pt x="113" y="111"/>
                      <a:pt x="104" y="111"/>
                      <a:pt x="98" y="115"/>
                    </a:cubicBezTo>
                    <a:cubicBezTo>
                      <a:pt x="92" y="120"/>
                      <a:pt x="92" y="134"/>
                      <a:pt x="90" y="142"/>
                    </a:cubicBezTo>
                    <a:cubicBezTo>
                      <a:pt x="85" y="160"/>
                      <a:pt x="62" y="152"/>
                      <a:pt x="50" y="160"/>
                    </a:cubicBezTo>
                    <a:cubicBezTo>
                      <a:pt x="39" y="167"/>
                      <a:pt x="29" y="180"/>
                      <a:pt x="15" y="178"/>
                    </a:cubicBezTo>
                    <a:cubicBezTo>
                      <a:pt x="6" y="177"/>
                      <a:pt x="3" y="171"/>
                      <a:pt x="0" y="16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1758">
                <a:extLst>
                  <a:ext uri="{FF2B5EF4-FFF2-40B4-BE49-F238E27FC236}">
                    <a16:creationId xmlns:a16="http://schemas.microsoft.com/office/drawing/2014/main" id="{930CFA8B-C5D0-47E7-BDA8-6F881B84D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758"/>
                <a:ext cx="228" cy="371"/>
              </a:xfrm>
              <a:custGeom>
                <a:avLst/>
                <a:gdLst>
                  <a:gd name="T0" fmla="*/ 729 w 127"/>
                  <a:gd name="T1" fmla="*/ 0 h 194"/>
                  <a:gd name="T2" fmla="*/ 729 w 127"/>
                  <a:gd name="T3" fmla="*/ 201 h 194"/>
                  <a:gd name="T4" fmla="*/ 653 w 127"/>
                  <a:gd name="T5" fmla="*/ 392 h 194"/>
                  <a:gd name="T6" fmla="*/ 632 w 127"/>
                  <a:gd name="T7" fmla="*/ 589 h 194"/>
                  <a:gd name="T8" fmla="*/ 526 w 127"/>
                  <a:gd name="T9" fmla="*/ 874 h 194"/>
                  <a:gd name="T10" fmla="*/ 312 w 127"/>
                  <a:gd name="T11" fmla="*/ 1218 h 194"/>
                  <a:gd name="T12" fmla="*/ 154 w 127"/>
                  <a:gd name="T13" fmla="*/ 1335 h 194"/>
                  <a:gd name="T14" fmla="*/ 0 w 127"/>
                  <a:gd name="T15" fmla="*/ 1356 h 1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194">
                    <a:moveTo>
                      <a:pt x="126" y="0"/>
                    </a:moveTo>
                    <a:cubicBezTo>
                      <a:pt x="121" y="9"/>
                      <a:pt x="127" y="19"/>
                      <a:pt x="126" y="29"/>
                    </a:cubicBezTo>
                    <a:cubicBezTo>
                      <a:pt x="126" y="40"/>
                      <a:pt x="117" y="46"/>
                      <a:pt x="113" y="56"/>
                    </a:cubicBezTo>
                    <a:cubicBezTo>
                      <a:pt x="110" y="65"/>
                      <a:pt x="110" y="75"/>
                      <a:pt x="109" y="84"/>
                    </a:cubicBezTo>
                    <a:cubicBezTo>
                      <a:pt x="106" y="99"/>
                      <a:pt x="99" y="112"/>
                      <a:pt x="91" y="125"/>
                    </a:cubicBezTo>
                    <a:cubicBezTo>
                      <a:pt x="79" y="142"/>
                      <a:pt x="70" y="160"/>
                      <a:pt x="54" y="174"/>
                    </a:cubicBezTo>
                    <a:cubicBezTo>
                      <a:pt x="45" y="182"/>
                      <a:pt x="39" y="190"/>
                      <a:pt x="27" y="191"/>
                    </a:cubicBezTo>
                    <a:cubicBezTo>
                      <a:pt x="19" y="192"/>
                      <a:pt x="7" y="188"/>
                      <a:pt x="0" y="19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1759">
                <a:extLst>
                  <a:ext uri="{FF2B5EF4-FFF2-40B4-BE49-F238E27FC236}">
                    <a16:creationId xmlns:a16="http://schemas.microsoft.com/office/drawing/2014/main" id="{DCE9C318-305A-4577-A27C-0267630AA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830"/>
                <a:ext cx="34" cy="102"/>
              </a:xfrm>
              <a:custGeom>
                <a:avLst/>
                <a:gdLst>
                  <a:gd name="T0" fmla="*/ 0 w 19"/>
                  <a:gd name="T1" fmla="*/ 377 h 53"/>
                  <a:gd name="T2" fmla="*/ 64 w 19"/>
                  <a:gd name="T3" fmla="*/ 293 h 53"/>
                  <a:gd name="T4" fmla="*/ 86 w 19"/>
                  <a:gd name="T5" fmla="*/ 208 h 53"/>
                  <a:gd name="T6" fmla="*/ 109 w 19"/>
                  <a:gd name="T7" fmla="*/ 100 h 53"/>
                  <a:gd name="T8" fmla="*/ 97 w 19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3">
                    <a:moveTo>
                      <a:pt x="0" y="53"/>
                    </a:moveTo>
                    <a:cubicBezTo>
                      <a:pt x="3" y="48"/>
                      <a:pt x="8" y="45"/>
                      <a:pt x="11" y="41"/>
                    </a:cubicBezTo>
                    <a:cubicBezTo>
                      <a:pt x="13" y="37"/>
                      <a:pt x="14" y="33"/>
                      <a:pt x="15" y="29"/>
                    </a:cubicBezTo>
                    <a:cubicBezTo>
                      <a:pt x="17" y="24"/>
                      <a:pt x="19" y="19"/>
                      <a:pt x="19" y="14"/>
                    </a:cubicBezTo>
                    <a:cubicBezTo>
                      <a:pt x="19" y="9"/>
                      <a:pt x="17" y="5"/>
                      <a:pt x="1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1760">
                <a:extLst>
                  <a:ext uri="{FF2B5EF4-FFF2-40B4-BE49-F238E27FC236}">
                    <a16:creationId xmlns:a16="http://schemas.microsoft.com/office/drawing/2014/main" id="{DF2AF5CC-3E41-4018-B36F-FCC31C492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740"/>
                <a:ext cx="15" cy="77"/>
              </a:xfrm>
              <a:custGeom>
                <a:avLst/>
                <a:gdLst>
                  <a:gd name="T0" fmla="*/ 0 w 8"/>
                  <a:gd name="T1" fmla="*/ 285 h 40"/>
                  <a:gd name="T2" fmla="*/ 53 w 8"/>
                  <a:gd name="T3" fmla="*/ 129 h 40"/>
                  <a:gd name="T4" fmla="*/ 21 w 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0">
                    <a:moveTo>
                      <a:pt x="0" y="40"/>
                    </a:moveTo>
                    <a:cubicBezTo>
                      <a:pt x="4" y="34"/>
                      <a:pt x="8" y="26"/>
                      <a:pt x="8" y="18"/>
                    </a:cubicBezTo>
                    <a:cubicBezTo>
                      <a:pt x="7" y="11"/>
                      <a:pt x="4" y="6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1761">
                <a:extLst>
                  <a:ext uri="{FF2B5EF4-FFF2-40B4-BE49-F238E27FC236}">
                    <a16:creationId xmlns:a16="http://schemas.microsoft.com/office/drawing/2014/main" id="{214409BB-80E3-4762-8B03-448BC58D4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551"/>
                <a:ext cx="20" cy="128"/>
              </a:xfrm>
              <a:custGeom>
                <a:avLst/>
                <a:gdLst>
                  <a:gd name="T0" fmla="*/ 7 w 11"/>
                  <a:gd name="T1" fmla="*/ 0 h 67"/>
                  <a:gd name="T2" fmla="*/ 44 w 11"/>
                  <a:gd name="T3" fmla="*/ 124 h 67"/>
                  <a:gd name="T4" fmla="*/ 60 w 11"/>
                  <a:gd name="T5" fmla="*/ 229 h 67"/>
                  <a:gd name="T6" fmla="*/ 16 w 11"/>
                  <a:gd name="T7" fmla="*/ 468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7">
                    <a:moveTo>
                      <a:pt x="1" y="0"/>
                    </a:moveTo>
                    <a:cubicBezTo>
                      <a:pt x="0" y="6"/>
                      <a:pt x="5" y="13"/>
                      <a:pt x="7" y="18"/>
                    </a:cubicBezTo>
                    <a:cubicBezTo>
                      <a:pt x="9" y="23"/>
                      <a:pt x="9" y="28"/>
                      <a:pt x="10" y="33"/>
                    </a:cubicBezTo>
                    <a:cubicBezTo>
                      <a:pt x="11" y="45"/>
                      <a:pt x="9" y="56"/>
                      <a:pt x="3" y="6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Freeform 1762">
                <a:extLst>
                  <a:ext uri="{FF2B5EF4-FFF2-40B4-BE49-F238E27FC236}">
                    <a16:creationId xmlns:a16="http://schemas.microsoft.com/office/drawing/2014/main" id="{8FF8E15B-00C2-4D98-9676-C6DE66AC5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664"/>
                <a:ext cx="9" cy="107"/>
              </a:xfrm>
              <a:custGeom>
                <a:avLst/>
                <a:gdLst>
                  <a:gd name="T0" fmla="*/ 13 w 5"/>
                  <a:gd name="T1" fmla="*/ 390 h 56"/>
                  <a:gd name="T2" fmla="*/ 16 w 5"/>
                  <a:gd name="T3" fmla="*/ 285 h 56"/>
                  <a:gd name="T4" fmla="*/ 29 w 5"/>
                  <a:gd name="T5" fmla="*/ 168 h 56"/>
                  <a:gd name="T6" fmla="*/ 16 w 5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6">
                    <a:moveTo>
                      <a:pt x="2" y="56"/>
                    </a:moveTo>
                    <a:cubicBezTo>
                      <a:pt x="0" y="52"/>
                      <a:pt x="3" y="45"/>
                      <a:pt x="3" y="41"/>
                    </a:cubicBezTo>
                    <a:cubicBezTo>
                      <a:pt x="4" y="35"/>
                      <a:pt x="4" y="30"/>
                      <a:pt x="5" y="24"/>
                    </a:cubicBezTo>
                    <a:cubicBezTo>
                      <a:pt x="5" y="15"/>
                      <a:pt x="4" y="8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2" name="Freeform 1763">
                <a:extLst>
                  <a:ext uri="{FF2B5EF4-FFF2-40B4-BE49-F238E27FC236}">
                    <a16:creationId xmlns:a16="http://schemas.microsoft.com/office/drawing/2014/main" id="{82CD4512-48DC-49B0-9DAE-63E4F8F2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197"/>
                <a:ext cx="236" cy="911"/>
              </a:xfrm>
              <a:custGeom>
                <a:avLst/>
                <a:gdLst>
                  <a:gd name="T0" fmla="*/ 692 w 131"/>
                  <a:gd name="T1" fmla="*/ 3338 h 476"/>
                  <a:gd name="T2" fmla="*/ 562 w 131"/>
                  <a:gd name="T3" fmla="*/ 3315 h 476"/>
                  <a:gd name="T4" fmla="*/ 458 w 131"/>
                  <a:gd name="T5" fmla="*/ 3259 h 476"/>
                  <a:gd name="T6" fmla="*/ 416 w 131"/>
                  <a:gd name="T7" fmla="*/ 3139 h 476"/>
                  <a:gd name="T8" fmla="*/ 351 w 131"/>
                  <a:gd name="T9" fmla="*/ 3062 h 476"/>
                  <a:gd name="T10" fmla="*/ 247 w 131"/>
                  <a:gd name="T11" fmla="*/ 2959 h 476"/>
                  <a:gd name="T12" fmla="*/ 222 w 131"/>
                  <a:gd name="T13" fmla="*/ 2817 h 476"/>
                  <a:gd name="T14" fmla="*/ 159 w 131"/>
                  <a:gd name="T15" fmla="*/ 2693 h 476"/>
                  <a:gd name="T16" fmla="*/ 123 w 131"/>
                  <a:gd name="T17" fmla="*/ 2545 h 476"/>
                  <a:gd name="T18" fmla="*/ 94 w 131"/>
                  <a:gd name="T19" fmla="*/ 2446 h 476"/>
                  <a:gd name="T20" fmla="*/ 41 w 131"/>
                  <a:gd name="T21" fmla="*/ 2341 h 476"/>
                  <a:gd name="T22" fmla="*/ 52 w 131"/>
                  <a:gd name="T23" fmla="*/ 2180 h 476"/>
                  <a:gd name="T24" fmla="*/ 23 w 131"/>
                  <a:gd name="T25" fmla="*/ 2048 h 476"/>
                  <a:gd name="T26" fmla="*/ 7 w 131"/>
                  <a:gd name="T27" fmla="*/ 1856 h 476"/>
                  <a:gd name="T28" fmla="*/ 13 w 131"/>
                  <a:gd name="T29" fmla="*/ 1587 h 476"/>
                  <a:gd name="T30" fmla="*/ 23 w 131"/>
                  <a:gd name="T31" fmla="*/ 1388 h 476"/>
                  <a:gd name="T32" fmla="*/ 29 w 131"/>
                  <a:gd name="T33" fmla="*/ 1227 h 476"/>
                  <a:gd name="T34" fmla="*/ 65 w 131"/>
                  <a:gd name="T35" fmla="*/ 1030 h 476"/>
                  <a:gd name="T36" fmla="*/ 101 w 131"/>
                  <a:gd name="T37" fmla="*/ 898 h 476"/>
                  <a:gd name="T38" fmla="*/ 117 w 131"/>
                  <a:gd name="T39" fmla="*/ 758 h 476"/>
                  <a:gd name="T40" fmla="*/ 191 w 131"/>
                  <a:gd name="T41" fmla="*/ 630 h 476"/>
                  <a:gd name="T42" fmla="*/ 227 w 131"/>
                  <a:gd name="T43" fmla="*/ 446 h 476"/>
                  <a:gd name="T44" fmla="*/ 308 w 131"/>
                  <a:gd name="T45" fmla="*/ 360 h 476"/>
                  <a:gd name="T46" fmla="*/ 416 w 131"/>
                  <a:gd name="T47" fmla="*/ 161 h 476"/>
                  <a:gd name="T48" fmla="*/ 515 w 131"/>
                  <a:gd name="T49" fmla="*/ 113 h 476"/>
                  <a:gd name="T50" fmla="*/ 604 w 131"/>
                  <a:gd name="T51" fmla="*/ 21 h 476"/>
                  <a:gd name="T52" fmla="*/ 708 w 131"/>
                  <a:gd name="T53" fmla="*/ 8 h 476"/>
                  <a:gd name="T54" fmla="*/ 766 w 131"/>
                  <a:gd name="T55" fmla="*/ 29 h 47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76">
                    <a:moveTo>
                      <a:pt x="118" y="476"/>
                    </a:moveTo>
                    <a:cubicBezTo>
                      <a:pt x="111" y="474"/>
                      <a:pt x="103" y="473"/>
                      <a:pt x="96" y="473"/>
                    </a:cubicBezTo>
                    <a:cubicBezTo>
                      <a:pt x="87" y="473"/>
                      <a:pt x="82" y="473"/>
                      <a:pt x="78" y="465"/>
                    </a:cubicBezTo>
                    <a:cubicBezTo>
                      <a:pt x="75" y="460"/>
                      <a:pt x="74" y="453"/>
                      <a:pt x="71" y="448"/>
                    </a:cubicBezTo>
                    <a:cubicBezTo>
                      <a:pt x="68" y="441"/>
                      <a:pt x="66" y="441"/>
                      <a:pt x="60" y="437"/>
                    </a:cubicBezTo>
                    <a:cubicBezTo>
                      <a:pt x="55" y="433"/>
                      <a:pt x="46" y="427"/>
                      <a:pt x="42" y="422"/>
                    </a:cubicBezTo>
                    <a:cubicBezTo>
                      <a:pt x="37" y="416"/>
                      <a:pt x="37" y="409"/>
                      <a:pt x="38" y="402"/>
                    </a:cubicBezTo>
                    <a:cubicBezTo>
                      <a:pt x="38" y="393"/>
                      <a:pt x="34" y="390"/>
                      <a:pt x="27" y="384"/>
                    </a:cubicBezTo>
                    <a:cubicBezTo>
                      <a:pt x="21" y="378"/>
                      <a:pt x="21" y="373"/>
                      <a:pt x="21" y="363"/>
                    </a:cubicBezTo>
                    <a:cubicBezTo>
                      <a:pt x="21" y="356"/>
                      <a:pt x="21" y="354"/>
                      <a:pt x="16" y="349"/>
                    </a:cubicBezTo>
                    <a:cubicBezTo>
                      <a:pt x="12" y="344"/>
                      <a:pt x="8" y="340"/>
                      <a:pt x="7" y="334"/>
                    </a:cubicBezTo>
                    <a:cubicBezTo>
                      <a:pt x="5" y="327"/>
                      <a:pt x="8" y="318"/>
                      <a:pt x="9" y="311"/>
                    </a:cubicBezTo>
                    <a:cubicBezTo>
                      <a:pt x="10" y="303"/>
                      <a:pt x="7" y="299"/>
                      <a:pt x="4" y="292"/>
                    </a:cubicBezTo>
                    <a:cubicBezTo>
                      <a:pt x="0" y="283"/>
                      <a:pt x="0" y="274"/>
                      <a:pt x="1" y="265"/>
                    </a:cubicBezTo>
                    <a:cubicBezTo>
                      <a:pt x="2" y="251"/>
                      <a:pt x="5" y="239"/>
                      <a:pt x="2" y="226"/>
                    </a:cubicBezTo>
                    <a:cubicBezTo>
                      <a:pt x="0" y="216"/>
                      <a:pt x="0" y="208"/>
                      <a:pt x="4" y="198"/>
                    </a:cubicBezTo>
                    <a:cubicBezTo>
                      <a:pt x="8" y="189"/>
                      <a:pt x="6" y="184"/>
                      <a:pt x="5" y="175"/>
                    </a:cubicBezTo>
                    <a:cubicBezTo>
                      <a:pt x="4" y="166"/>
                      <a:pt x="6" y="155"/>
                      <a:pt x="11" y="147"/>
                    </a:cubicBezTo>
                    <a:cubicBezTo>
                      <a:pt x="15" y="140"/>
                      <a:pt x="17" y="136"/>
                      <a:pt x="17" y="128"/>
                    </a:cubicBezTo>
                    <a:cubicBezTo>
                      <a:pt x="17" y="122"/>
                      <a:pt x="17" y="113"/>
                      <a:pt x="20" y="108"/>
                    </a:cubicBezTo>
                    <a:cubicBezTo>
                      <a:pt x="23" y="101"/>
                      <a:pt x="31" y="97"/>
                      <a:pt x="33" y="90"/>
                    </a:cubicBezTo>
                    <a:cubicBezTo>
                      <a:pt x="36" y="81"/>
                      <a:pt x="35" y="72"/>
                      <a:pt x="39" y="64"/>
                    </a:cubicBezTo>
                    <a:cubicBezTo>
                      <a:pt x="42" y="57"/>
                      <a:pt x="46" y="55"/>
                      <a:pt x="53" y="51"/>
                    </a:cubicBezTo>
                    <a:cubicBezTo>
                      <a:pt x="64" y="45"/>
                      <a:pt x="62" y="31"/>
                      <a:pt x="71" y="23"/>
                    </a:cubicBezTo>
                    <a:cubicBezTo>
                      <a:pt x="76" y="17"/>
                      <a:pt x="82" y="19"/>
                      <a:pt x="88" y="16"/>
                    </a:cubicBezTo>
                    <a:cubicBezTo>
                      <a:pt x="94" y="13"/>
                      <a:pt x="97" y="6"/>
                      <a:pt x="103" y="3"/>
                    </a:cubicBezTo>
                    <a:cubicBezTo>
                      <a:pt x="108" y="0"/>
                      <a:pt x="115" y="0"/>
                      <a:pt x="121" y="1"/>
                    </a:cubicBezTo>
                    <a:cubicBezTo>
                      <a:pt x="124" y="2"/>
                      <a:pt x="127" y="4"/>
                      <a:pt x="13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3" name="Freeform 1764">
                <a:extLst>
                  <a:ext uri="{FF2B5EF4-FFF2-40B4-BE49-F238E27FC236}">
                    <a16:creationId xmlns:a16="http://schemas.microsoft.com/office/drawing/2014/main" id="{559ECE41-976B-4D94-894F-82A545507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1191"/>
                <a:ext cx="138" cy="90"/>
              </a:xfrm>
              <a:custGeom>
                <a:avLst/>
                <a:gdLst>
                  <a:gd name="T0" fmla="*/ 443 w 77"/>
                  <a:gd name="T1" fmla="*/ 329 h 47"/>
                  <a:gd name="T2" fmla="*/ 364 w 77"/>
                  <a:gd name="T3" fmla="*/ 169 h 47"/>
                  <a:gd name="T4" fmla="*/ 240 w 77"/>
                  <a:gd name="T5" fmla="*/ 92 h 47"/>
                  <a:gd name="T6" fmla="*/ 183 w 77"/>
                  <a:gd name="T7" fmla="*/ 84 h 47"/>
                  <a:gd name="T8" fmla="*/ 116 w 77"/>
                  <a:gd name="T9" fmla="*/ 29 h 47"/>
                  <a:gd name="T10" fmla="*/ 0 w 77"/>
                  <a:gd name="T11" fmla="*/ 4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47">
                    <a:moveTo>
                      <a:pt x="77" y="47"/>
                    </a:moveTo>
                    <a:cubicBezTo>
                      <a:pt x="70" y="47"/>
                      <a:pt x="66" y="29"/>
                      <a:pt x="63" y="24"/>
                    </a:cubicBezTo>
                    <a:cubicBezTo>
                      <a:pt x="58" y="16"/>
                      <a:pt x="52" y="13"/>
                      <a:pt x="42" y="13"/>
                    </a:cubicBezTo>
                    <a:cubicBezTo>
                      <a:pt x="38" y="13"/>
                      <a:pt x="35" y="13"/>
                      <a:pt x="32" y="12"/>
                    </a:cubicBezTo>
                    <a:cubicBezTo>
                      <a:pt x="27" y="10"/>
                      <a:pt x="24" y="6"/>
                      <a:pt x="20" y="4"/>
                    </a:cubicBezTo>
                    <a:cubicBezTo>
                      <a:pt x="12" y="0"/>
                      <a:pt x="7" y="3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4" name="Freeform 1765">
                <a:extLst>
                  <a:ext uri="{FF2B5EF4-FFF2-40B4-BE49-F238E27FC236}">
                    <a16:creationId xmlns:a16="http://schemas.microsoft.com/office/drawing/2014/main" id="{0EF8C629-B465-4668-B54A-489ADC161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224"/>
                <a:ext cx="63" cy="82"/>
              </a:xfrm>
              <a:custGeom>
                <a:avLst/>
                <a:gdLst>
                  <a:gd name="T0" fmla="*/ 0 w 35"/>
                  <a:gd name="T1" fmla="*/ 15 h 43"/>
                  <a:gd name="T2" fmla="*/ 7 w 35"/>
                  <a:gd name="T3" fmla="*/ 0 h 43"/>
                  <a:gd name="T4" fmla="*/ 158 w 35"/>
                  <a:gd name="T5" fmla="*/ 84 h 43"/>
                  <a:gd name="T6" fmla="*/ 182 w 35"/>
                  <a:gd name="T7" fmla="*/ 208 h 43"/>
                  <a:gd name="T8" fmla="*/ 203 w 35"/>
                  <a:gd name="T9" fmla="*/ 29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8" y="5"/>
                      <a:pt x="22" y="4"/>
                      <a:pt x="27" y="12"/>
                    </a:cubicBezTo>
                    <a:cubicBezTo>
                      <a:pt x="29" y="17"/>
                      <a:pt x="30" y="25"/>
                      <a:pt x="31" y="30"/>
                    </a:cubicBezTo>
                    <a:cubicBezTo>
                      <a:pt x="32" y="34"/>
                      <a:pt x="35" y="40"/>
                      <a:pt x="35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1766">
                <a:extLst>
                  <a:ext uri="{FF2B5EF4-FFF2-40B4-BE49-F238E27FC236}">
                    <a16:creationId xmlns:a16="http://schemas.microsoft.com/office/drawing/2014/main" id="{541298ED-BF11-4450-8BFD-5D6F0480E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176"/>
                <a:ext cx="72" cy="42"/>
              </a:xfrm>
              <a:custGeom>
                <a:avLst/>
                <a:gdLst>
                  <a:gd name="T0" fmla="*/ 234 w 40"/>
                  <a:gd name="T1" fmla="*/ 153 h 22"/>
                  <a:gd name="T2" fmla="*/ 117 w 40"/>
                  <a:gd name="T3" fmla="*/ 29 h 22"/>
                  <a:gd name="T4" fmla="*/ 0 w 40"/>
                  <a:gd name="T5" fmla="*/ 6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3" y="17"/>
                      <a:pt x="28" y="8"/>
                      <a:pt x="20" y="4"/>
                    </a:cubicBezTo>
                    <a:cubicBezTo>
                      <a:pt x="12" y="0"/>
                      <a:pt x="5" y="5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Freeform 1767">
                <a:extLst>
                  <a:ext uri="{FF2B5EF4-FFF2-40B4-BE49-F238E27FC236}">
                    <a16:creationId xmlns:a16="http://schemas.microsoft.com/office/drawing/2014/main" id="{BF61EA42-B6AC-4272-956E-3371C044A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197"/>
                <a:ext cx="57" cy="44"/>
              </a:xfrm>
              <a:custGeom>
                <a:avLst/>
                <a:gdLst>
                  <a:gd name="T0" fmla="*/ 182 w 32"/>
                  <a:gd name="T1" fmla="*/ 8 h 23"/>
                  <a:gd name="T2" fmla="*/ 52 w 32"/>
                  <a:gd name="T3" fmla="*/ 40 h 23"/>
                  <a:gd name="T4" fmla="*/ 0 w 32"/>
                  <a:gd name="T5" fmla="*/ 16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3">
                    <a:moveTo>
                      <a:pt x="32" y="1"/>
                    </a:moveTo>
                    <a:cubicBezTo>
                      <a:pt x="23" y="1"/>
                      <a:pt x="16" y="0"/>
                      <a:pt x="9" y="6"/>
                    </a:cubicBezTo>
                    <a:cubicBezTo>
                      <a:pt x="4" y="10"/>
                      <a:pt x="2" y="16"/>
                      <a:pt x="0" y="2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7" name="Freeform 1768">
                <a:extLst>
                  <a:ext uri="{FF2B5EF4-FFF2-40B4-BE49-F238E27FC236}">
                    <a16:creationId xmlns:a16="http://schemas.microsoft.com/office/drawing/2014/main" id="{347923FF-F4B6-44DE-8618-3769BFE63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321"/>
                <a:ext cx="42" cy="88"/>
              </a:xfrm>
              <a:custGeom>
                <a:avLst/>
                <a:gdLst>
                  <a:gd name="T0" fmla="*/ 141 w 23"/>
                  <a:gd name="T1" fmla="*/ 0 h 46"/>
                  <a:gd name="T2" fmla="*/ 44 w 23"/>
                  <a:gd name="T3" fmla="*/ 161 h 46"/>
                  <a:gd name="T4" fmla="*/ 29 w 23"/>
                  <a:gd name="T5" fmla="*/ 32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6">
                    <a:moveTo>
                      <a:pt x="23" y="0"/>
                    </a:moveTo>
                    <a:cubicBezTo>
                      <a:pt x="14" y="4"/>
                      <a:pt x="10" y="14"/>
                      <a:pt x="7" y="23"/>
                    </a:cubicBezTo>
                    <a:cubicBezTo>
                      <a:pt x="5" y="29"/>
                      <a:pt x="0" y="39"/>
                      <a:pt x="5" y="4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8" name="Freeform 1769">
                <a:extLst>
                  <a:ext uri="{FF2B5EF4-FFF2-40B4-BE49-F238E27FC236}">
                    <a16:creationId xmlns:a16="http://schemas.microsoft.com/office/drawing/2014/main" id="{7B975AC7-6041-4A59-80DA-F2E23F1B6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507"/>
                <a:ext cx="15" cy="84"/>
              </a:xfrm>
              <a:custGeom>
                <a:avLst/>
                <a:gdLst>
                  <a:gd name="T0" fmla="*/ 53 w 8"/>
                  <a:gd name="T1" fmla="*/ 0 h 44"/>
                  <a:gd name="T2" fmla="*/ 21 w 8"/>
                  <a:gd name="T3" fmla="*/ 84 h 44"/>
                  <a:gd name="T4" fmla="*/ 15 w 8"/>
                  <a:gd name="T5" fmla="*/ 160 h 44"/>
                  <a:gd name="T6" fmla="*/ 32 w 8"/>
                  <a:gd name="T7" fmla="*/ 30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8" y="5"/>
                      <a:pt x="4" y="8"/>
                      <a:pt x="3" y="12"/>
                    </a:cubicBezTo>
                    <a:cubicBezTo>
                      <a:pt x="2" y="15"/>
                      <a:pt x="2" y="19"/>
                      <a:pt x="2" y="23"/>
                    </a:cubicBezTo>
                    <a:cubicBezTo>
                      <a:pt x="2" y="29"/>
                      <a:pt x="0" y="38"/>
                      <a:pt x="5" y="4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9" name="Freeform 1770">
                <a:extLst>
                  <a:ext uri="{FF2B5EF4-FFF2-40B4-BE49-F238E27FC236}">
                    <a16:creationId xmlns:a16="http://schemas.microsoft.com/office/drawing/2014/main" id="{10F5FC61-C08E-4DED-81A6-54CE55789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100"/>
                <a:ext cx="72" cy="38"/>
              </a:xfrm>
              <a:custGeom>
                <a:avLst/>
                <a:gdLst>
                  <a:gd name="T0" fmla="*/ 0 w 40"/>
                  <a:gd name="T1" fmla="*/ 0 h 20"/>
                  <a:gd name="T2" fmla="*/ 58 w 40"/>
                  <a:gd name="T3" fmla="*/ 55 h 20"/>
                  <a:gd name="T4" fmla="*/ 122 w 40"/>
                  <a:gd name="T5" fmla="*/ 124 h 20"/>
                  <a:gd name="T6" fmla="*/ 234 w 40"/>
                  <a:gd name="T7" fmla="*/ 9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0" y="0"/>
                    </a:moveTo>
                    <a:cubicBezTo>
                      <a:pt x="2" y="4"/>
                      <a:pt x="7" y="6"/>
                      <a:pt x="10" y="8"/>
                    </a:cubicBezTo>
                    <a:cubicBezTo>
                      <a:pt x="14" y="11"/>
                      <a:pt x="17" y="16"/>
                      <a:pt x="21" y="18"/>
                    </a:cubicBezTo>
                    <a:cubicBezTo>
                      <a:pt x="28" y="20"/>
                      <a:pt x="35" y="16"/>
                      <a:pt x="4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0" name="Freeform 1771">
                <a:extLst>
                  <a:ext uri="{FF2B5EF4-FFF2-40B4-BE49-F238E27FC236}">
                    <a16:creationId xmlns:a16="http://schemas.microsoft.com/office/drawing/2014/main" id="{8B87EB1E-DFAA-4026-A41F-CC3A3E295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125"/>
                <a:ext cx="106" cy="29"/>
              </a:xfrm>
              <a:custGeom>
                <a:avLst/>
                <a:gdLst>
                  <a:gd name="T0" fmla="*/ 341 w 59"/>
                  <a:gd name="T1" fmla="*/ 0 h 15"/>
                  <a:gd name="T2" fmla="*/ 248 w 59"/>
                  <a:gd name="T3" fmla="*/ 64 h 15"/>
                  <a:gd name="T4" fmla="*/ 158 w 59"/>
                  <a:gd name="T5" fmla="*/ 101 h 15"/>
                  <a:gd name="T6" fmla="*/ 0 w 59"/>
                  <a:gd name="T7" fmla="*/ 5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5">
                    <a:moveTo>
                      <a:pt x="59" y="0"/>
                    </a:moveTo>
                    <a:cubicBezTo>
                      <a:pt x="53" y="0"/>
                      <a:pt x="47" y="6"/>
                      <a:pt x="43" y="9"/>
                    </a:cubicBezTo>
                    <a:cubicBezTo>
                      <a:pt x="38" y="12"/>
                      <a:pt x="33" y="13"/>
                      <a:pt x="27" y="14"/>
                    </a:cubicBezTo>
                    <a:cubicBezTo>
                      <a:pt x="17" y="15"/>
                      <a:pt x="8" y="11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1772">
                <a:extLst>
                  <a:ext uri="{FF2B5EF4-FFF2-40B4-BE49-F238E27FC236}">
                    <a16:creationId xmlns:a16="http://schemas.microsoft.com/office/drawing/2014/main" id="{3049006B-5FF3-4697-A995-6620191BE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022"/>
                <a:ext cx="72" cy="90"/>
              </a:xfrm>
              <a:custGeom>
                <a:avLst/>
                <a:gdLst>
                  <a:gd name="T0" fmla="*/ 0 w 40"/>
                  <a:gd name="T1" fmla="*/ 329 h 47"/>
                  <a:gd name="T2" fmla="*/ 158 w 40"/>
                  <a:gd name="T3" fmla="*/ 224 h 47"/>
                  <a:gd name="T4" fmla="*/ 234 w 40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0" y="47"/>
                    </a:moveTo>
                    <a:cubicBezTo>
                      <a:pt x="9" y="42"/>
                      <a:pt x="18" y="39"/>
                      <a:pt x="27" y="32"/>
                    </a:cubicBezTo>
                    <a:cubicBezTo>
                      <a:pt x="38" y="23"/>
                      <a:pt x="36" y="12"/>
                      <a:pt x="4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Freeform 1773">
                <a:extLst>
                  <a:ext uri="{FF2B5EF4-FFF2-40B4-BE49-F238E27FC236}">
                    <a16:creationId xmlns:a16="http://schemas.microsoft.com/office/drawing/2014/main" id="{C49016FA-616C-430A-B43D-872902654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924"/>
                <a:ext cx="59" cy="119"/>
              </a:xfrm>
              <a:custGeom>
                <a:avLst/>
                <a:gdLst>
                  <a:gd name="T0" fmla="*/ 188 w 33"/>
                  <a:gd name="T1" fmla="*/ 0 h 62"/>
                  <a:gd name="T2" fmla="*/ 154 w 33"/>
                  <a:gd name="T3" fmla="*/ 140 h 62"/>
                  <a:gd name="T4" fmla="*/ 122 w 33"/>
                  <a:gd name="T5" fmla="*/ 253 h 62"/>
                  <a:gd name="T6" fmla="*/ 73 w 33"/>
                  <a:gd name="T7" fmla="*/ 345 h 62"/>
                  <a:gd name="T8" fmla="*/ 0 w 33"/>
                  <a:gd name="T9" fmla="*/ 43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2">
                    <a:moveTo>
                      <a:pt x="33" y="0"/>
                    </a:moveTo>
                    <a:cubicBezTo>
                      <a:pt x="28" y="4"/>
                      <a:pt x="28" y="14"/>
                      <a:pt x="27" y="20"/>
                    </a:cubicBezTo>
                    <a:cubicBezTo>
                      <a:pt x="26" y="26"/>
                      <a:pt x="24" y="31"/>
                      <a:pt x="21" y="36"/>
                    </a:cubicBezTo>
                    <a:cubicBezTo>
                      <a:pt x="18" y="40"/>
                      <a:pt x="16" y="45"/>
                      <a:pt x="13" y="49"/>
                    </a:cubicBezTo>
                    <a:cubicBezTo>
                      <a:pt x="9" y="54"/>
                      <a:pt x="4" y="58"/>
                      <a:pt x="0" y="6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3" name="Freeform 1774">
                <a:extLst>
                  <a:ext uri="{FF2B5EF4-FFF2-40B4-BE49-F238E27FC236}">
                    <a16:creationId xmlns:a16="http://schemas.microsoft.com/office/drawing/2014/main" id="{E7E32142-4A22-44AA-9094-DED47F66A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008"/>
                <a:ext cx="61" cy="77"/>
              </a:xfrm>
              <a:custGeom>
                <a:avLst/>
                <a:gdLst>
                  <a:gd name="T0" fmla="*/ 0 w 34"/>
                  <a:gd name="T1" fmla="*/ 0 h 40"/>
                  <a:gd name="T2" fmla="*/ 74 w 34"/>
                  <a:gd name="T3" fmla="*/ 193 h 40"/>
                  <a:gd name="T4" fmla="*/ 196 w 34"/>
                  <a:gd name="T5" fmla="*/ 28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8" y="7"/>
                      <a:pt x="7" y="18"/>
                      <a:pt x="13" y="27"/>
                    </a:cubicBezTo>
                    <a:cubicBezTo>
                      <a:pt x="18" y="34"/>
                      <a:pt x="27" y="36"/>
                      <a:pt x="34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4" name="Freeform 1775">
                <a:extLst>
                  <a:ext uri="{FF2B5EF4-FFF2-40B4-BE49-F238E27FC236}">
                    <a16:creationId xmlns:a16="http://schemas.microsoft.com/office/drawing/2014/main" id="{8957ABD0-317F-4B1D-8FCF-CD6CF1D3E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922"/>
                <a:ext cx="27" cy="73"/>
              </a:xfrm>
              <a:custGeom>
                <a:avLst/>
                <a:gdLst>
                  <a:gd name="T0" fmla="*/ 0 w 15"/>
                  <a:gd name="T1" fmla="*/ 0 h 38"/>
                  <a:gd name="T2" fmla="*/ 23 w 15"/>
                  <a:gd name="T3" fmla="*/ 169 h 38"/>
                  <a:gd name="T4" fmla="*/ 88 w 15"/>
                  <a:gd name="T5" fmla="*/ 26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8">
                    <a:moveTo>
                      <a:pt x="0" y="0"/>
                    </a:moveTo>
                    <a:cubicBezTo>
                      <a:pt x="3" y="8"/>
                      <a:pt x="1" y="17"/>
                      <a:pt x="4" y="24"/>
                    </a:cubicBezTo>
                    <a:cubicBezTo>
                      <a:pt x="6" y="30"/>
                      <a:pt x="12" y="33"/>
                      <a:pt x="15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5" name="Freeform 1776">
                <a:extLst>
                  <a:ext uri="{FF2B5EF4-FFF2-40B4-BE49-F238E27FC236}">
                    <a16:creationId xmlns:a16="http://schemas.microsoft.com/office/drawing/2014/main" id="{312D11C4-8614-4025-82E8-B34FBB322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842"/>
                <a:ext cx="25" cy="74"/>
              </a:xfrm>
              <a:custGeom>
                <a:avLst/>
                <a:gdLst>
                  <a:gd name="T0" fmla="*/ 7 w 14"/>
                  <a:gd name="T1" fmla="*/ 0 h 39"/>
                  <a:gd name="T2" fmla="*/ 16 w 14"/>
                  <a:gd name="T3" fmla="*/ 89 h 39"/>
                  <a:gd name="T4" fmla="*/ 29 w 14"/>
                  <a:gd name="T5" fmla="*/ 176 h 39"/>
                  <a:gd name="T6" fmla="*/ 80 w 14"/>
                  <a:gd name="T7" fmla="*/ 26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1" y="0"/>
                    </a:moveTo>
                    <a:cubicBezTo>
                      <a:pt x="0" y="5"/>
                      <a:pt x="3" y="9"/>
                      <a:pt x="3" y="13"/>
                    </a:cubicBezTo>
                    <a:cubicBezTo>
                      <a:pt x="4" y="18"/>
                      <a:pt x="4" y="21"/>
                      <a:pt x="5" y="26"/>
                    </a:cubicBezTo>
                    <a:cubicBezTo>
                      <a:pt x="7" y="31"/>
                      <a:pt x="12" y="34"/>
                      <a:pt x="14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6" name="Freeform 1777">
                <a:extLst>
                  <a:ext uri="{FF2B5EF4-FFF2-40B4-BE49-F238E27FC236}">
                    <a16:creationId xmlns:a16="http://schemas.microsoft.com/office/drawing/2014/main" id="{D0E96B31-D05D-46BD-B73B-B7D45B0D9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735"/>
                <a:ext cx="18" cy="93"/>
              </a:xfrm>
              <a:custGeom>
                <a:avLst/>
                <a:gdLst>
                  <a:gd name="T0" fmla="*/ 23 w 10"/>
                  <a:gd name="T1" fmla="*/ 0 h 49"/>
                  <a:gd name="T2" fmla="*/ 16 w 10"/>
                  <a:gd name="T3" fmla="*/ 192 h 49"/>
                  <a:gd name="T4" fmla="*/ 58 w 10"/>
                  <a:gd name="T5" fmla="*/ 328 h 49"/>
                  <a:gd name="T6" fmla="*/ 58 w 10"/>
                  <a:gd name="T7" fmla="*/ 328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9">
                    <a:moveTo>
                      <a:pt x="4" y="0"/>
                    </a:moveTo>
                    <a:cubicBezTo>
                      <a:pt x="3" y="10"/>
                      <a:pt x="0" y="18"/>
                      <a:pt x="3" y="28"/>
                    </a:cubicBezTo>
                    <a:cubicBezTo>
                      <a:pt x="4" y="35"/>
                      <a:pt x="6" y="42"/>
                      <a:pt x="10" y="48"/>
                    </a:cubicBezTo>
                    <a:cubicBezTo>
                      <a:pt x="10" y="49"/>
                      <a:pt x="10" y="48"/>
                      <a:pt x="10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Freeform 1778">
                <a:extLst>
                  <a:ext uri="{FF2B5EF4-FFF2-40B4-BE49-F238E27FC236}">
                    <a16:creationId xmlns:a16="http://schemas.microsoft.com/office/drawing/2014/main" id="{05FCAA6B-A8F7-459E-A400-CB258184E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610"/>
                <a:ext cx="14" cy="107"/>
              </a:xfrm>
              <a:custGeom>
                <a:avLst/>
                <a:gdLst>
                  <a:gd name="T0" fmla="*/ 44 w 8"/>
                  <a:gd name="T1" fmla="*/ 0 h 56"/>
                  <a:gd name="T2" fmla="*/ 7 w 8"/>
                  <a:gd name="T3" fmla="*/ 237 h 56"/>
                  <a:gd name="T4" fmla="*/ 44 w 8"/>
                  <a:gd name="T5" fmla="*/ 39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6">
                    <a:moveTo>
                      <a:pt x="8" y="0"/>
                    </a:moveTo>
                    <a:cubicBezTo>
                      <a:pt x="6" y="11"/>
                      <a:pt x="0" y="21"/>
                      <a:pt x="1" y="34"/>
                    </a:cubicBezTo>
                    <a:cubicBezTo>
                      <a:pt x="2" y="40"/>
                      <a:pt x="4" y="52"/>
                      <a:pt x="8" y="5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8" name="Freeform 1779">
                <a:extLst>
                  <a:ext uri="{FF2B5EF4-FFF2-40B4-BE49-F238E27FC236}">
                    <a16:creationId xmlns:a16="http://schemas.microsoft.com/office/drawing/2014/main" id="{35A877B2-994F-4110-AE0A-5E9D1CABE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407"/>
                <a:ext cx="25" cy="92"/>
              </a:xfrm>
              <a:custGeom>
                <a:avLst/>
                <a:gdLst>
                  <a:gd name="T0" fmla="*/ 80 w 14"/>
                  <a:gd name="T1" fmla="*/ 0 h 48"/>
                  <a:gd name="T2" fmla="*/ 45 w 14"/>
                  <a:gd name="T3" fmla="*/ 77 h 48"/>
                  <a:gd name="T4" fmla="*/ 16 w 14"/>
                  <a:gd name="T5" fmla="*/ 155 h 48"/>
                  <a:gd name="T6" fmla="*/ 7 w 14"/>
                  <a:gd name="T7" fmla="*/ 33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8">
                    <a:moveTo>
                      <a:pt x="14" y="0"/>
                    </a:moveTo>
                    <a:cubicBezTo>
                      <a:pt x="13" y="3"/>
                      <a:pt x="10" y="8"/>
                      <a:pt x="8" y="11"/>
                    </a:cubicBezTo>
                    <a:cubicBezTo>
                      <a:pt x="6" y="14"/>
                      <a:pt x="4" y="18"/>
                      <a:pt x="3" y="22"/>
                    </a:cubicBezTo>
                    <a:cubicBezTo>
                      <a:pt x="0" y="30"/>
                      <a:pt x="0" y="40"/>
                      <a:pt x="1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9" name="Freeform 1780">
                <a:extLst>
                  <a:ext uri="{FF2B5EF4-FFF2-40B4-BE49-F238E27FC236}">
                    <a16:creationId xmlns:a16="http://schemas.microsoft.com/office/drawing/2014/main" id="{565BC9F5-6B90-4815-9972-DB839C780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239"/>
                <a:ext cx="54" cy="69"/>
              </a:xfrm>
              <a:custGeom>
                <a:avLst/>
                <a:gdLst>
                  <a:gd name="T0" fmla="*/ 175 w 30"/>
                  <a:gd name="T1" fmla="*/ 0 h 36"/>
                  <a:gd name="T2" fmla="*/ 94 w 30"/>
                  <a:gd name="T3" fmla="*/ 36 h 36"/>
                  <a:gd name="T4" fmla="*/ 58 w 30"/>
                  <a:gd name="T5" fmla="*/ 92 h 36"/>
                  <a:gd name="T6" fmla="*/ 0 w 30"/>
                  <a:gd name="T7" fmla="*/ 25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6">
                    <a:moveTo>
                      <a:pt x="30" y="0"/>
                    </a:moveTo>
                    <a:cubicBezTo>
                      <a:pt x="25" y="1"/>
                      <a:pt x="20" y="2"/>
                      <a:pt x="16" y="5"/>
                    </a:cubicBezTo>
                    <a:cubicBezTo>
                      <a:pt x="13" y="7"/>
                      <a:pt x="12" y="10"/>
                      <a:pt x="10" y="13"/>
                    </a:cubicBezTo>
                    <a:cubicBezTo>
                      <a:pt x="6" y="20"/>
                      <a:pt x="0" y="29"/>
                      <a:pt x="0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0" name="Freeform 1781">
                <a:extLst>
                  <a:ext uri="{FF2B5EF4-FFF2-40B4-BE49-F238E27FC236}">
                    <a16:creationId xmlns:a16="http://schemas.microsoft.com/office/drawing/2014/main" id="{E5F9F27D-D873-4E6E-A3DC-76016EEBD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174"/>
                <a:ext cx="93" cy="27"/>
              </a:xfrm>
              <a:custGeom>
                <a:avLst/>
                <a:gdLst>
                  <a:gd name="T0" fmla="*/ 297 w 52"/>
                  <a:gd name="T1" fmla="*/ 15 h 14"/>
                  <a:gd name="T2" fmla="*/ 218 w 52"/>
                  <a:gd name="T3" fmla="*/ 0 h 14"/>
                  <a:gd name="T4" fmla="*/ 122 w 52"/>
                  <a:gd name="T5" fmla="*/ 8 h 14"/>
                  <a:gd name="T6" fmla="*/ 0 w 52"/>
                  <a:gd name="T7" fmla="*/ 10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4">
                    <a:moveTo>
                      <a:pt x="52" y="2"/>
                    </a:moveTo>
                    <a:cubicBezTo>
                      <a:pt x="47" y="2"/>
                      <a:pt x="43" y="0"/>
                      <a:pt x="38" y="0"/>
                    </a:cubicBezTo>
                    <a:cubicBezTo>
                      <a:pt x="32" y="0"/>
                      <a:pt x="26" y="0"/>
                      <a:pt x="21" y="1"/>
                    </a:cubicBezTo>
                    <a:cubicBezTo>
                      <a:pt x="13" y="2"/>
                      <a:pt x="4" y="8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1" name="Freeform 1782">
                <a:extLst>
                  <a:ext uri="{FF2B5EF4-FFF2-40B4-BE49-F238E27FC236}">
                    <a16:creationId xmlns:a16="http://schemas.microsoft.com/office/drawing/2014/main" id="{0BAA2C7E-F935-4144-B051-4BD0353B8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185"/>
                <a:ext cx="71" cy="44"/>
              </a:xfrm>
              <a:custGeom>
                <a:avLst/>
                <a:gdLst>
                  <a:gd name="T0" fmla="*/ 0 w 40"/>
                  <a:gd name="T1" fmla="*/ 0 h 23"/>
                  <a:gd name="T2" fmla="*/ 138 w 40"/>
                  <a:gd name="T3" fmla="*/ 40 h 23"/>
                  <a:gd name="T4" fmla="*/ 224 w 40"/>
                  <a:gd name="T5" fmla="*/ 16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9" y="0"/>
                      <a:pt x="18" y="1"/>
                      <a:pt x="25" y="6"/>
                    </a:cubicBezTo>
                    <a:cubicBezTo>
                      <a:pt x="32" y="10"/>
                      <a:pt x="35" y="17"/>
                      <a:pt x="40" y="2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2" name="Freeform 1783">
                <a:extLst>
                  <a:ext uri="{FF2B5EF4-FFF2-40B4-BE49-F238E27FC236}">
                    <a16:creationId xmlns:a16="http://schemas.microsoft.com/office/drawing/2014/main" id="{539D9CB7-FFCE-44CD-AE46-B52DF1CEC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162"/>
                <a:ext cx="81" cy="39"/>
              </a:xfrm>
              <a:custGeom>
                <a:avLst/>
                <a:gdLst>
                  <a:gd name="T0" fmla="*/ 263 w 45"/>
                  <a:gd name="T1" fmla="*/ 39 h 20"/>
                  <a:gd name="T2" fmla="*/ 175 w 45"/>
                  <a:gd name="T3" fmla="*/ 0 h 20"/>
                  <a:gd name="T4" fmla="*/ 110 w 45"/>
                  <a:gd name="T5" fmla="*/ 31 h 20"/>
                  <a:gd name="T6" fmla="*/ 0 w 45"/>
                  <a:gd name="T7" fmla="*/ 14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0">
                    <a:moveTo>
                      <a:pt x="45" y="5"/>
                    </a:moveTo>
                    <a:cubicBezTo>
                      <a:pt x="40" y="4"/>
                      <a:pt x="35" y="0"/>
                      <a:pt x="30" y="0"/>
                    </a:cubicBezTo>
                    <a:cubicBezTo>
                      <a:pt x="27" y="1"/>
                      <a:pt x="23" y="2"/>
                      <a:pt x="19" y="4"/>
                    </a:cubicBezTo>
                    <a:cubicBezTo>
                      <a:pt x="11" y="8"/>
                      <a:pt x="5" y="12"/>
                      <a:pt x="0" y="2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3" name="Freeform 1784">
                <a:extLst>
                  <a:ext uri="{FF2B5EF4-FFF2-40B4-BE49-F238E27FC236}">
                    <a16:creationId xmlns:a16="http://schemas.microsoft.com/office/drawing/2014/main" id="{EE70156C-24EE-4043-AC8B-7ADD31D34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273"/>
                <a:ext cx="38" cy="35"/>
              </a:xfrm>
              <a:custGeom>
                <a:avLst/>
                <a:gdLst>
                  <a:gd name="T0" fmla="*/ 125 w 21"/>
                  <a:gd name="T1" fmla="*/ 132 h 18"/>
                  <a:gd name="T2" fmla="*/ 52 w 21"/>
                  <a:gd name="T3" fmla="*/ 53 h 18"/>
                  <a:gd name="T4" fmla="*/ 13 w 21"/>
                  <a:gd name="T5" fmla="*/ 23 h 18"/>
                  <a:gd name="T6" fmla="*/ 0 w 21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21" y="18"/>
                    </a:moveTo>
                    <a:cubicBezTo>
                      <a:pt x="17" y="16"/>
                      <a:pt x="12" y="11"/>
                      <a:pt x="9" y="7"/>
                    </a:cubicBezTo>
                    <a:cubicBezTo>
                      <a:pt x="7" y="6"/>
                      <a:pt x="5" y="5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4" name="Freeform 1785">
                <a:extLst>
                  <a:ext uri="{FF2B5EF4-FFF2-40B4-BE49-F238E27FC236}">
                    <a16:creationId xmlns:a16="http://schemas.microsoft.com/office/drawing/2014/main" id="{42D2ED4E-5D53-4698-A3B2-C15A21B43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164"/>
                <a:ext cx="81" cy="21"/>
              </a:xfrm>
              <a:custGeom>
                <a:avLst/>
                <a:gdLst>
                  <a:gd name="T0" fmla="*/ 263 w 45"/>
                  <a:gd name="T1" fmla="*/ 76 h 11"/>
                  <a:gd name="T2" fmla="*/ 203 w 45"/>
                  <a:gd name="T3" fmla="*/ 21 h 11"/>
                  <a:gd name="T4" fmla="*/ 139 w 45"/>
                  <a:gd name="T5" fmla="*/ 8 h 11"/>
                  <a:gd name="T6" fmla="*/ 74 w 45"/>
                  <a:gd name="T7" fmla="*/ 0 h 11"/>
                  <a:gd name="T8" fmla="*/ 0 w 45"/>
                  <a:gd name="T9" fmla="*/ 2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">
                    <a:moveTo>
                      <a:pt x="45" y="11"/>
                    </a:moveTo>
                    <a:cubicBezTo>
                      <a:pt x="42" y="9"/>
                      <a:pt x="39" y="5"/>
                      <a:pt x="35" y="3"/>
                    </a:cubicBezTo>
                    <a:cubicBezTo>
                      <a:pt x="32" y="2"/>
                      <a:pt x="28" y="1"/>
                      <a:pt x="24" y="1"/>
                    </a:cubicBezTo>
                    <a:cubicBezTo>
                      <a:pt x="21" y="0"/>
                      <a:pt x="16" y="0"/>
                      <a:pt x="13" y="0"/>
                    </a:cubicBezTo>
                    <a:cubicBezTo>
                      <a:pt x="8" y="0"/>
                      <a:pt x="5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5" name="Freeform 1786">
                <a:extLst>
                  <a:ext uri="{FF2B5EF4-FFF2-40B4-BE49-F238E27FC236}">
                    <a16:creationId xmlns:a16="http://schemas.microsoft.com/office/drawing/2014/main" id="{AB4045F4-18E0-4A34-9167-A3F891C64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137"/>
                <a:ext cx="57" cy="23"/>
              </a:xfrm>
              <a:custGeom>
                <a:avLst/>
                <a:gdLst>
                  <a:gd name="T0" fmla="*/ 29 w 32"/>
                  <a:gd name="T1" fmla="*/ 84 h 12"/>
                  <a:gd name="T2" fmla="*/ 16 w 32"/>
                  <a:gd name="T3" fmla="*/ 15 h 12"/>
                  <a:gd name="T4" fmla="*/ 102 w 32"/>
                  <a:gd name="T5" fmla="*/ 8 h 12"/>
                  <a:gd name="T6" fmla="*/ 143 w 32"/>
                  <a:gd name="T7" fmla="*/ 15 h 12"/>
                  <a:gd name="T8" fmla="*/ 175 w 32"/>
                  <a:gd name="T9" fmla="*/ 23 h 12"/>
                  <a:gd name="T10" fmla="*/ 166 w 32"/>
                  <a:gd name="T11" fmla="*/ 84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2">
                    <a:moveTo>
                      <a:pt x="5" y="12"/>
                    </a:moveTo>
                    <a:cubicBezTo>
                      <a:pt x="2" y="11"/>
                      <a:pt x="0" y="4"/>
                      <a:pt x="3" y="2"/>
                    </a:cubicBezTo>
                    <a:cubicBezTo>
                      <a:pt x="8" y="0"/>
                      <a:pt x="13" y="1"/>
                      <a:pt x="18" y="1"/>
                    </a:cubicBezTo>
                    <a:cubicBezTo>
                      <a:pt x="20" y="2"/>
                      <a:pt x="22" y="2"/>
                      <a:pt x="25" y="2"/>
                    </a:cubicBezTo>
                    <a:cubicBezTo>
                      <a:pt x="27" y="2"/>
                      <a:pt x="30" y="1"/>
                      <a:pt x="31" y="3"/>
                    </a:cubicBezTo>
                    <a:cubicBezTo>
                      <a:pt x="32" y="5"/>
                      <a:pt x="32" y="12"/>
                      <a:pt x="29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6" name="Freeform 1787">
                <a:extLst>
                  <a:ext uri="{FF2B5EF4-FFF2-40B4-BE49-F238E27FC236}">
                    <a16:creationId xmlns:a16="http://schemas.microsoft.com/office/drawing/2014/main" id="{C2D9E097-E4B8-47BD-BA5E-427301ECD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118"/>
                <a:ext cx="53" cy="29"/>
              </a:xfrm>
              <a:custGeom>
                <a:avLst/>
                <a:gdLst>
                  <a:gd name="T0" fmla="*/ 13 w 29"/>
                  <a:gd name="T1" fmla="*/ 0 h 15"/>
                  <a:gd name="T2" fmla="*/ 7 w 29"/>
                  <a:gd name="T3" fmla="*/ 23 h 15"/>
                  <a:gd name="T4" fmla="*/ 7 w 29"/>
                  <a:gd name="T5" fmla="*/ 56 h 15"/>
                  <a:gd name="T6" fmla="*/ 37 w 29"/>
                  <a:gd name="T7" fmla="*/ 72 h 15"/>
                  <a:gd name="T8" fmla="*/ 88 w 29"/>
                  <a:gd name="T9" fmla="*/ 79 h 15"/>
                  <a:gd name="T10" fmla="*/ 126 w 29"/>
                  <a:gd name="T11" fmla="*/ 93 h 15"/>
                  <a:gd name="T12" fmla="*/ 161 w 29"/>
                  <a:gd name="T13" fmla="*/ 101 h 15"/>
                  <a:gd name="T14" fmla="*/ 170 w 29"/>
                  <a:gd name="T15" fmla="*/ 64 h 15"/>
                  <a:gd name="T16" fmla="*/ 170 w 29"/>
                  <a:gd name="T17" fmla="*/ 52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" y="0"/>
                    </a:moveTo>
                    <a:cubicBezTo>
                      <a:pt x="1" y="0"/>
                      <a:pt x="1" y="2"/>
                      <a:pt x="1" y="3"/>
                    </a:cubicBezTo>
                    <a:cubicBezTo>
                      <a:pt x="1" y="5"/>
                      <a:pt x="0" y="7"/>
                      <a:pt x="1" y="8"/>
                    </a:cubicBezTo>
                    <a:cubicBezTo>
                      <a:pt x="2" y="10"/>
                      <a:pt x="4" y="10"/>
                      <a:pt x="6" y="10"/>
                    </a:cubicBezTo>
                    <a:cubicBezTo>
                      <a:pt x="9" y="10"/>
                      <a:pt x="11" y="10"/>
                      <a:pt x="14" y="11"/>
                    </a:cubicBezTo>
                    <a:cubicBezTo>
                      <a:pt x="16" y="12"/>
                      <a:pt x="18" y="12"/>
                      <a:pt x="21" y="13"/>
                    </a:cubicBezTo>
                    <a:cubicBezTo>
                      <a:pt x="22" y="14"/>
                      <a:pt x="25" y="15"/>
                      <a:pt x="26" y="14"/>
                    </a:cubicBezTo>
                    <a:cubicBezTo>
                      <a:pt x="27" y="13"/>
                      <a:pt x="28" y="10"/>
                      <a:pt x="28" y="9"/>
                    </a:cubicBezTo>
                    <a:cubicBezTo>
                      <a:pt x="28" y="8"/>
                      <a:pt x="29" y="7"/>
                      <a:pt x="28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7" name="Freeform 1788">
                <a:extLst>
                  <a:ext uri="{FF2B5EF4-FFF2-40B4-BE49-F238E27FC236}">
                    <a16:creationId xmlns:a16="http://schemas.microsoft.com/office/drawing/2014/main" id="{265C611C-F975-478A-9476-894EB3145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1124"/>
                <a:ext cx="12" cy="17"/>
              </a:xfrm>
              <a:custGeom>
                <a:avLst/>
                <a:gdLst>
                  <a:gd name="T0" fmla="*/ 36 w 7"/>
                  <a:gd name="T1" fmla="*/ 60 h 9"/>
                  <a:gd name="T2" fmla="*/ 15 w 7"/>
                  <a:gd name="T3" fmla="*/ 32 h 9"/>
                  <a:gd name="T4" fmla="*/ 9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3" y="9"/>
                      <a:pt x="4" y="7"/>
                      <a:pt x="3" y="5"/>
                    </a:cubicBezTo>
                    <a:cubicBezTo>
                      <a:pt x="3" y="4"/>
                      <a:pt x="0" y="0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8" name="Freeform 1789">
                <a:extLst>
                  <a:ext uri="{FF2B5EF4-FFF2-40B4-BE49-F238E27FC236}">
                    <a16:creationId xmlns:a16="http://schemas.microsoft.com/office/drawing/2014/main" id="{2DE8C12E-4992-4E8D-A21A-7FC017177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134"/>
                <a:ext cx="5" cy="7"/>
              </a:xfrm>
              <a:custGeom>
                <a:avLst/>
                <a:gdLst>
                  <a:gd name="T0" fmla="*/ 0 w 3"/>
                  <a:gd name="T1" fmla="*/ 21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4"/>
                      <a:pt x="3" y="1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1790">
                <a:extLst>
                  <a:ext uri="{FF2B5EF4-FFF2-40B4-BE49-F238E27FC236}">
                    <a16:creationId xmlns:a16="http://schemas.microsoft.com/office/drawing/2014/main" id="{7D716DAD-822F-4F03-8200-371D0CCFC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116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1791">
                <a:extLst>
                  <a:ext uri="{FF2B5EF4-FFF2-40B4-BE49-F238E27FC236}">
                    <a16:creationId xmlns:a16="http://schemas.microsoft.com/office/drawing/2014/main" id="{3AE50049-81D1-4755-AFE3-0315A71B7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137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Freeform 1792">
                <a:extLst>
                  <a:ext uri="{FF2B5EF4-FFF2-40B4-BE49-F238E27FC236}">
                    <a16:creationId xmlns:a16="http://schemas.microsoft.com/office/drawing/2014/main" id="{0E8F4740-9615-4C22-BAB3-512C8EF10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145"/>
                <a:ext cx="11" cy="27"/>
              </a:xfrm>
              <a:custGeom>
                <a:avLst/>
                <a:gdLst>
                  <a:gd name="T0" fmla="*/ 13 w 6"/>
                  <a:gd name="T1" fmla="*/ 0 h 14"/>
                  <a:gd name="T2" fmla="*/ 20 w 6"/>
                  <a:gd name="T3" fmla="*/ 56 h 14"/>
                  <a:gd name="T4" fmla="*/ 0 w 6"/>
                  <a:gd name="T5" fmla="*/ 10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2" y="0"/>
                    </a:moveTo>
                    <a:cubicBezTo>
                      <a:pt x="6" y="2"/>
                      <a:pt x="4" y="5"/>
                      <a:pt x="3" y="8"/>
                    </a:cubicBezTo>
                    <a:cubicBezTo>
                      <a:pt x="3" y="10"/>
                      <a:pt x="3" y="14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2" name="Freeform 1793">
                <a:extLst>
                  <a:ext uri="{FF2B5EF4-FFF2-40B4-BE49-F238E27FC236}">
                    <a16:creationId xmlns:a16="http://schemas.microsoft.com/office/drawing/2014/main" id="{59DF0135-E654-42C9-9C61-D7BE805E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137"/>
                <a:ext cx="50" cy="22"/>
              </a:xfrm>
              <a:custGeom>
                <a:avLst/>
                <a:gdLst>
                  <a:gd name="T0" fmla="*/ 159 w 28"/>
                  <a:gd name="T1" fmla="*/ 0 h 11"/>
                  <a:gd name="T2" fmla="*/ 154 w 28"/>
                  <a:gd name="T3" fmla="*/ 16 h 11"/>
                  <a:gd name="T4" fmla="*/ 125 w 28"/>
                  <a:gd name="T5" fmla="*/ 40 h 11"/>
                  <a:gd name="T6" fmla="*/ 68 w 28"/>
                  <a:gd name="T7" fmla="*/ 64 h 11"/>
                  <a:gd name="T8" fmla="*/ 16 w 28"/>
                  <a:gd name="T9" fmla="*/ 64 h 11"/>
                  <a:gd name="T10" fmla="*/ 7 w 28"/>
                  <a:gd name="T11" fmla="*/ 3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1">
                    <a:moveTo>
                      <a:pt x="28" y="0"/>
                    </a:moveTo>
                    <a:cubicBezTo>
                      <a:pt x="28" y="1"/>
                      <a:pt x="28" y="2"/>
                      <a:pt x="27" y="2"/>
                    </a:cubicBezTo>
                    <a:cubicBezTo>
                      <a:pt x="25" y="3"/>
                      <a:pt x="24" y="4"/>
                      <a:pt x="22" y="5"/>
                    </a:cubicBezTo>
                    <a:cubicBezTo>
                      <a:pt x="19" y="7"/>
                      <a:pt x="15" y="7"/>
                      <a:pt x="12" y="8"/>
                    </a:cubicBezTo>
                    <a:cubicBezTo>
                      <a:pt x="9" y="8"/>
                      <a:pt x="6" y="11"/>
                      <a:pt x="3" y="8"/>
                    </a:cubicBezTo>
                    <a:cubicBezTo>
                      <a:pt x="2" y="8"/>
                      <a:pt x="0" y="4"/>
                      <a:pt x="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3" name="Freeform 1794">
                <a:extLst>
                  <a:ext uri="{FF2B5EF4-FFF2-40B4-BE49-F238E27FC236}">
                    <a16:creationId xmlns:a16="http://schemas.microsoft.com/office/drawing/2014/main" id="{2439BE44-6A3D-4D9E-802F-13A19CB74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157"/>
                <a:ext cx="9" cy="19"/>
              </a:xfrm>
              <a:custGeom>
                <a:avLst/>
                <a:gdLst>
                  <a:gd name="T0" fmla="*/ 29 w 5"/>
                  <a:gd name="T1" fmla="*/ 61 h 10"/>
                  <a:gd name="T2" fmla="*/ 13 w 5"/>
                  <a:gd name="T3" fmla="*/ 61 h 10"/>
                  <a:gd name="T4" fmla="*/ 7 w 5"/>
                  <a:gd name="T5" fmla="*/ 36 h 10"/>
                  <a:gd name="T6" fmla="*/ 0 w 5"/>
                  <a:gd name="T7" fmla="*/ 15 h 10"/>
                  <a:gd name="T8" fmla="*/ 0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9"/>
                    </a:moveTo>
                    <a:cubicBezTo>
                      <a:pt x="4" y="9"/>
                      <a:pt x="3" y="10"/>
                      <a:pt x="2" y="9"/>
                    </a:cubicBezTo>
                    <a:cubicBezTo>
                      <a:pt x="1" y="8"/>
                      <a:pt x="1" y="7"/>
                      <a:pt x="1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4" name="Freeform 1795">
                <a:extLst>
                  <a:ext uri="{FF2B5EF4-FFF2-40B4-BE49-F238E27FC236}">
                    <a16:creationId xmlns:a16="http://schemas.microsoft.com/office/drawing/2014/main" id="{1A40ACF3-051E-483C-8FAB-644F21ABD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147"/>
                <a:ext cx="7" cy="2"/>
              </a:xfrm>
              <a:custGeom>
                <a:avLst/>
                <a:gdLst>
                  <a:gd name="T0" fmla="*/ 0 w 4"/>
                  <a:gd name="T1" fmla="*/ 0 h 1"/>
                  <a:gd name="T2" fmla="*/ 21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1796">
                <a:extLst>
                  <a:ext uri="{FF2B5EF4-FFF2-40B4-BE49-F238E27FC236}">
                    <a16:creationId xmlns:a16="http://schemas.microsoft.com/office/drawing/2014/main" id="{D5EA475A-F698-44B2-9837-0A27336BB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160"/>
                <a:ext cx="52" cy="29"/>
              </a:xfrm>
              <a:custGeom>
                <a:avLst/>
                <a:gdLst>
                  <a:gd name="T0" fmla="*/ 161 w 29"/>
                  <a:gd name="T1" fmla="*/ 0 h 15"/>
                  <a:gd name="T2" fmla="*/ 154 w 29"/>
                  <a:gd name="T3" fmla="*/ 23 h 15"/>
                  <a:gd name="T4" fmla="*/ 145 w 29"/>
                  <a:gd name="T5" fmla="*/ 23 h 15"/>
                  <a:gd name="T6" fmla="*/ 126 w 29"/>
                  <a:gd name="T7" fmla="*/ 29 h 15"/>
                  <a:gd name="T8" fmla="*/ 70 w 29"/>
                  <a:gd name="T9" fmla="*/ 64 h 15"/>
                  <a:gd name="T10" fmla="*/ 29 w 29"/>
                  <a:gd name="T11" fmla="*/ 101 h 15"/>
                  <a:gd name="T12" fmla="*/ 7 w 29"/>
                  <a:gd name="T13" fmla="*/ 7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5">
                    <a:moveTo>
                      <a:pt x="28" y="0"/>
                    </a:moveTo>
                    <a:cubicBezTo>
                      <a:pt x="28" y="1"/>
                      <a:pt x="29" y="3"/>
                      <a:pt x="27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4" y="3"/>
                      <a:pt x="23" y="4"/>
                      <a:pt x="22" y="4"/>
                    </a:cubicBezTo>
                    <a:cubicBezTo>
                      <a:pt x="18" y="4"/>
                      <a:pt x="15" y="7"/>
                      <a:pt x="12" y="9"/>
                    </a:cubicBezTo>
                    <a:cubicBezTo>
                      <a:pt x="11" y="11"/>
                      <a:pt x="8" y="15"/>
                      <a:pt x="5" y="14"/>
                    </a:cubicBezTo>
                    <a:cubicBezTo>
                      <a:pt x="4" y="14"/>
                      <a:pt x="0" y="11"/>
                      <a:pt x="1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1797">
                <a:extLst>
                  <a:ext uri="{FF2B5EF4-FFF2-40B4-BE49-F238E27FC236}">
                    <a16:creationId xmlns:a16="http://schemas.microsoft.com/office/drawing/2014/main" id="{A94BDE85-0359-40DE-A966-340FB04A4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155"/>
                <a:ext cx="4" cy="7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Freeform 1798">
                <a:extLst>
                  <a:ext uri="{FF2B5EF4-FFF2-40B4-BE49-F238E27FC236}">
                    <a16:creationId xmlns:a16="http://schemas.microsoft.com/office/drawing/2014/main" id="{E29BEC30-B401-4D8F-A946-7525BAB3D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145"/>
                <a:ext cx="48" cy="25"/>
              </a:xfrm>
              <a:custGeom>
                <a:avLst/>
                <a:gdLst>
                  <a:gd name="T0" fmla="*/ 12 w 27"/>
                  <a:gd name="T1" fmla="*/ 0 h 13"/>
                  <a:gd name="T2" fmla="*/ 7 w 27"/>
                  <a:gd name="T3" fmla="*/ 15 h 13"/>
                  <a:gd name="T4" fmla="*/ 28 w 27"/>
                  <a:gd name="T5" fmla="*/ 23 h 13"/>
                  <a:gd name="T6" fmla="*/ 89 w 27"/>
                  <a:gd name="T7" fmla="*/ 77 h 13"/>
                  <a:gd name="T8" fmla="*/ 117 w 27"/>
                  <a:gd name="T9" fmla="*/ 92 h 13"/>
                  <a:gd name="T10" fmla="*/ 135 w 27"/>
                  <a:gd name="T11" fmla="*/ 63 h 13"/>
                  <a:gd name="T12" fmla="*/ 146 w 27"/>
                  <a:gd name="T13" fmla="*/ 2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3">
                    <a:moveTo>
                      <a:pt x="2" y="0"/>
                    </a:moveTo>
                    <a:cubicBezTo>
                      <a:pt x="1" y="1"/>
                      <a:pt x="0" y="2"/>
                      <a:pt x="1" y="2"/>
                    </a:cubicBezTo>
                    <a:cubicBezTo>
                      <a:pt x="1" y="4"/>
                      <a:pt x="4" y="3"/>
                      <a:pt x="5" y="3"/>
                    </a:cubicBezTo>
                    <a:cubicBezTo>
                      <a:pt x="9" y="4"/>
                      <a:pt x="13" y="7"/>
                      <a:pt x="16" y="11"/>
                    </a:cubicBezTo>
                    <a:cubicBezTo>
                      <a:pt x="17" y="12"/>
                      <a:pt x="19" y="13"/>
                      <a:pt x="21" y="13"/>
                    </a:cubicBezTo>
                    <a:cubicBezTo>
                      <a:pt x="23" y="12"/>
                      <a:pt x="23" y="11"/>
                      <a:pt x="24" y="9"/>
                    </a:cubicBezTo>
                    <a:cubicBezTo>
                      <a:pt x="25" y="7"/>
                      <a:pt x="27" y="6"/>
                      <a:pt x="26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8" name="Freeform 1799">
                <a:extLst>
                  <a:ext uri="{FF2B5EF4-FFF2-40B4-BE49-F238E27FC236}">
                    <a16:creationId xmlns:a16="http://schemas.microsoft.com/office/drawing/2014/main" id="{81792CA3-EBA5-4C47-B20D-5F5DFDC33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157"/>
                <a:ext cx="6" cy="2"/>
              </a:xfrm>
              <a:custGeom>
                <a:avLst/>
                <a:gdLst>
                  <a:gd name="T0" fmla="*/ 24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9" name="Freeform 1800">
                <a:extLst>
                  <a:ext uri="{FF2B5EF4-FFF2-40B4-BE49-F238E27FC236}">
                    <a16:creationId xmlns:a16="http://schemas.microsoft.com/office/drawing/2014/main" id="{3C4F64FB-3785-408C-8BE8-2E932D2F1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170"/>
                <a:ext cx="12" cy="23"/>
              </a:xfrm>
              <a:custGeom>
                <a:avLst/>
                <a:gdLst>
                  <a:gd name="T0" fmla="*/ 26 w 7"/>
                  <a:gd name="T1" fmla="*/ 0 h 12"/>
                  <a:gd name="T2" fmla="*/ 21 w 7"/>
                  <a:gd name="T3" fmla="*/ 44 h 12"/>
                  <a:gd name="T4" fmla="*/ 0 w 7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cubicBezTo>
                      <a:pt x="7" y="3"/>
                      <a:pt x="5" y="4"/>
                      <a:pt x="4" y="6"/>
                    </a:cubicBezTo>
                    <a:cubicBezTo>
                      <a:pt x="3" y="7"/>
                      <a:pt x="2" y="12"/>
                      <a:pt x="0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0" name="Freeform 1801">
                <a:extLst>
                  <a:ext uri="{FF2B5EF4-FFF2-40B4-BE49-F238E27FC236}">
                    <a16:creationId xmlns:a16="http://schemas.microsoft.com/office/drawing/2014/main" id="{E858AA49-4178-47F4-933B-271098A44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153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1802">
                <a:extLst>
                  <a:ext uri="{FF2B5EF4-FFF2-40B4-BE49-F238E27FC236}">
                    <a16:creationId xmlns:a16="http://schemas.microsoft.com/office/drawing/2014/main" id="{49AF8C34-E998-4281-9165-3809FBD4A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168"/>
                <a:ext cx="54" cy="44"/>
              </a:xfrm>
              <a:custGeom>
                <a:avLst/>
                <a:gdLst>
                  <a:gd name="T0" fmla="*/ 23 w 30"/>
                  <a:gd name="T1" fmla="*/ 0 h 23"/>
                  <a:gd name="T2" fmla="*/ 23 w 30"/>
                  <a:gd name="T3" fmla="*/ 40 h 23"/>
                  <a:gd name="T4" fmla="*/ 65 w 30"/>
                  <a:gd name="T5" fmla="*/ 77 h 23"/>
                  <a:gd name="T6" fmla="*/ 110 w 30"/>
                  <a:gd name="T7" fmla="*/ 124 h 23"/>
                  <a:gd name="T8" fmla="*/ 139 w 30"/>
                  <a:gd name="T9" fmla="*/ 147 h 23"/>
                  <a:gd name="T10" fmla="*/ 169 w 30"/>
                  <a:gd name="T11" fmla="*/ 121 h 23"/>
                  <a:gd name="T12" fmla="*/ 169 w 30"/>
                  <a:gd name="T13" fmla="*/ 8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3">
                    <a:moveTo>
                      <a:pt x="4" y="0"/>
                    </a:moveTo>
                    <a:cubicBezTo>
                      <a:pt x="1" y="2"/>
                      <a:pt x="0" y="5"/>
                      <a:pt x="4" y="6"/>
                    </a:cubicBezTo>
                    <a:cubicBezTo>
                      <a:pt x="7" y="7"/>
                      <a:pt x="9" y="9"/>
                      <a:pt x="11" y="11"/>
                    </a:cubicBezTo>
                    <a:cubicBezTo>
                      <a:pt x="14" y="13"/>
                      <a:pt x="17" y="15"/>
                      <a:pt x="19" y="18"/>
                    </a:cubicBezTo>
                    <a:cubicBezTo>
                      <a:pt x="20" y="20"/>
                      <a:pt x="22" y="23"/>
                      <a:pt x="24" y="21"/>
                    </a:cubicBezTo>
                    <a:cubicBezTo>
                      <a:pt x="26" y="19"/>
                      <a:pt x="27" y="18"/>
                      <a:pt x="29" y="17"/>
                    </a:cubicBezTo>
                    <a:cubicBezTo>
                      <a:pt x="30" y="16"/>
                      <a:pt x="30" y="13"/>
                      <a:pt x="29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1803">
                <a:extLst>
                  <a:ext uri="{FF2B5EF4-FFF2-40B4-BE49-F238E27FC236}">
                    <a16:creationId xmlns:a16="http://schemas.microsoft.com/office/drawing/2014/main" id="{66CD601F-FFE1-4EF5-81EF-35A13B291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180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Freeform 1804">
                <a:extLst>
                  <a:ext uri="{FF2B5EF4-FFF2-40B4-BE49-F238E27FC236}">
                    <a16:creationId xmlns:a16="http://schemas.microsoft.com/office/drawing/2014/main" id="{E24EB992-71C1-4D78-B00D-B6DC69B36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206"/>
                <a:ext cx="14" cy="14"/>
              </a:xfrm>
              <a:custGeom>
                <a:avLst/>
                <a:gdLst>
                  <a:gd name="T0" fmla="*/ 28 w 8"/>
                  <a:gd name="T1" fmla="*/ 0 h 7"/>
                  <a:gd name="T2" fmla="*/ 16 w 8"/>
                  <a:gd name="T3" fmla="*/ 40 h 7"/>
                  <a:gd name="T4" fmla="*/ 0 w 8"/>
                  <a:gd name="T5" fmla="*/ 5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8" y="2"/>
                      <a:pt x="4" y="3"/>
                      <a:pt x="3" y="5"/>
                    </a:cubicBezTo>
                    <a:cubicBezTo>
                      <a:pt x="2" y="5"/>
                      <a:pt x="1" y="7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4" name="Freeform 1805">
                <a:extLst>
                  <a:ext uri="{FF2B5EF4-FFF2-40B4-BE49-F238E27FC236}">
                    <a16:creationId xmlns:a16="http://schemas.microsoft.com/office/drawing/2014/main" id="{AAA59743-017D-4D58-A051-977755CC7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189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5" name="Freeform 1806">
                <a:extLst>
                  <a:ext uri="{FF2B5EF4-FFF2-40B4-BE49-F238E27FC236}">
                    <a16:creationId xmlns:a16="http://schemas.microsoft.com/office/drawing/2014/main" id="{6122605E-1CCC-472B-AF86-FD27F6BCB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168"/>
                <a:ext cx="1" cy="6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6" name="Freeform 1807">
                <a:extLst>
                  <a:ext uri="{FF2B5EF4-FFF2-40B4-BE49-F238E27FC236}">
                    <a16:creationId xmlns:a16="http://schemas.microsoft.com/office/drawing/2014/main" id="{310238D8-52F8-4BD6-B7C9-02A4E772F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210"/>
                <a:ext cx="37" cy="61"/>
              </a:xfrm>
              <a:custGeom>
                <a:avLst/>
                <a:gdLst>
                  <a:gd name="T0" fmla="*/ 0 w 21"/>
                  <a:gd name="T1" fmla="*/ 8 h 32"/>
                  <a:gd name="T2" fmla="*/ 37 w 21"/>
                  <a:gd name="T3" fmla="*/ 61 h 32"/>
                  <a:gd name="T4" fmla="*/ 86 w 21"/>
                  <a:gd name="T5" fmla="*/ 132 h 32"/>
                  <a:gd name="T6" fmla="*/ 109 w 21"/>
                  <a:gd name="T7" fmla="*/ 200 h 32"/>
                  <a:gd name="T8" fmla="*/ 78 w 21"/>
                  <a:gd name="T9" fmla="*/ 21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2">
                    <a:moveTo>
                      <a:pt x="0" y="1"/>
                    </a:moveTo>
                    <a:cubicBezTo>
                      <a:pt x="3" y="0"/>
                      <a:pt x="5" y="7"/>
                      <a:pt x="7" y="9"/>
                    </a:cubicBezTo>
                    <a:cubicBezTo>
                      <a:pt x="10" y="13"/>
                      <a:pt x="13" y="16"/>
                      <a:pt x="16" y="19"/>
                    </a:cubicBezTo>
                    <a:cubicBezTo>
                      <a:pt x="18" y="21"/>
                      <a:pt x="21" y="27"/>
                      <a:pt x="20" y="29"/>
                    </a:cubicBezTo>
                    <a:cubicBezTo>
                      <a:pt x="19" y="30"/>
                      <a:pt x="15" y="32"/>
                      <a:pt x="14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7" name="Freeform 1808">
                <a:extLst>
                  <a:ext uri="{FF2B5EF4-FFF2-40B4-BE49-F238E27FC236}">
                    <a16:creationId xmlns:a16="http://schemas.microsoft.com/office/drawing/2014/main" id="{56B4BDD0-CCBD-44D6-8672-1CCE8CC37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195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0"/>
                      <a:pt x="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8" name="Freeform 1809">
                <a:extLst>
                  <a:ext uri="{FF2B5EF4-FFF2-40B4-BE49-F238E27FC236}">
                    <a16:creationId xmlns:a16="http://schemas.microsoft.com/office/drawing/2014/main" id="{53EB5B18-5F68-4BDA-AB53-02A0AF0FC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241"/>
                <a:ext cx="22" cy="25"/>
              </a:xfrm>
              <a:custGeom>
                <a:avLst/>
                <a:gdLst>
                  <a:gd name="T0" fmla="*/ 61 w 12"/>
                  <a:gd name="T1" fmla="*/ 0 h 13"/>
                  <a:gd name="T2" fmla="*/ 68 w 12"/>
                  <a:gd name="T3" fmla="*/ 37 h 13"/>
                  <a:gd name="T4" fmla="*/ 44 w 12"/>
                  <a:gd name="T5" fmla="*/ 56 h 13"/>
                  <a:gd name="T6" fmla="*/ 0 w 12"/>
                  <a:gd name="T7" fmla="*/ 7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0" y="0"/>
                    </a:moveTo>
                    <a:cubicBezTo>
                      <a:pt x="10" y="1"/>
                      <a:pt x="12" y="4"/>
                      <a:pt x="11" y="5"/>
                    </a:cubicBezTo>
                    <a:cubicBezTo>
                      <a:pt x="11" y="6"/>
                      <a:pt x="8" y="7"/>
                      <a:pt x="7" y="8"/>
                    </a:cubicBezTo>
                    <a:cubicBezTo>
                      <a:pt x="5" y="9"/>
                      <a:pt x="3" y="13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9" name="Freeform 1810">
                <a:extLst>
                  <a:ext uri="{FF2B5EF4-FFF2-40B4-BE49-F238E27FC236}">
                    <a16:creationId xmlns:a16="http://schemas.microsoft.com/office/drawing/2014/main" id="{41AEA896-E5E4-4BB4-BEB7-0C6A9DD99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210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8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0" name="Freeform 1811">
                <a:extLst>
                  <a:ext uri="{FF2B5EF4-FFF2-40B4-BE49-F238E27FC236}">
                    <a16:creationId xmlns:a16="http://schemas.microsoft.com/office/drawing/2014/main" id="{58BF60FC-71FE-4E52-86E5-015301B03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264"/>
                <a:ext cx="40" cy="73"/>
              </a:xfrm>
              <a:custGeom>
                <a:avLst/>
                <a:gdLst>
                  <a:gd name="T0" fmla="*/ 82 w 22"/>
                  <a:gd name="T1" fmla="*/ 248 h 38"/>
                  <a:gd name="T2" fmla="*/ 125 w 22"/>
                  <a:gd name="T3" fmla="*/ 232 h 38"/>
                  <a:gd name="T4" fmla="*/ 116 w 22"/>
                  <a:gd name="T5" fmla="*/ 184 h 38"/>
                  <a:gd name="T6" fmla="*/ 102 w 22"/>
                  <a:gd name="T7" fmla="*/ 121 h 38"/>
                  <a:gd name="T8" fmla="*/ 36 w 22"/>
                  <a:gd name="T9" fmla="*/ 37 h 38"/>
                  <a:gd name="T10" fmla="*/ 24 w 22"/>
                  <a:gd name="T11" fmla="*/ 0 h 38"/>
                  <a:gd name="T12" fmla="*/ 0 w 22"/>
                  <a:gd name="T13" fmla="*/ 1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8">
                    <a:moveTo>
                      <a:pt x="14" y="35"/>
                    </a:moveTo>
                    <a:cubicBezTo>
                      <a:pt x="15" y="38"/>
                      <a:pt x="20" y="35"/>
                      <a:pt x="21" y="33"/>
                    </a:cubicBezTo>
                    <a:cubicBezTo>
                      <a:pt x="22" y="31"/>
                      <a:pt x="20" y="28"/>
                      <a:pt x="19" y="26"/>
                    </a:cubicBezTo>
                    <a:cubicBezTo>
                      <a:pt x="18" y="23"/>
                      <a:pt x="18" y="20"/>
                      <a:pt x="17" y="17"/>
                    </a:cubicBezTo>
                    <a:cubicBezTo>
                      <a:pt x="14" y="12"/>
                      <a:pt x="8" y="10"/>
                      <a:pt x="6" y="5"/>
                    </a:cubicBezTo>
                    <a:cubicBezTo>
                      <a:pt x="6" y="3"/>
                      <a:pt x="6" y="0"/>
                      <a:pt x="4" y="0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1" name="Freeform 1812">
                <a:extLst>
                  <a:ext uri="{FF2B5EF4-FFF2-40B4-BE49-F238E27FC236}">
                    <a16:creationId xmlns:a16="http://schemas.microsoft.com/office/drawing/2014/main" id="{EA6DE2D8-1C46-48C4-BD29-76D3FEA51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183"/>
                <a:ext cx="11" cy="21"/>
              </a:xfrm>
              <a:custGeom>
                <a:avLst/>
                <a:gdLst>
                  <a:gd name="T0" fmla="*/ 24 w 6"/>
                  <a:gd name="T1" fmla="*/ 15 h 11"/>
                  <a:gd name="T2" fmla="*/ 37 w 6"/>
                  <a:gd name="T3" fmla="*/ 6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4" y="2"/>
                    </a:moveTo>
                    <a:cubicBezTo>
                      <a:pt x="0" y="0"/>
                      <a:pt x="1" y="11"/>
                      <a:pt x="6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2" name="Freeform 1813">
                <a:extLst>
                  <a:ext uri="{FF2B5EF4-FFF2-40B4-BE49-F238E27FC236}">
                    <a16:creationId xmlns:a16="http://schemas.microsoft.com/office/drawing/2014/main" id="{DE069504-C2E8-4463-8640-908C6AA6D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183"/>
                <a:ext cx="9" cy="4"/>
              </a:xfrm>
              <a:custGeom>
                <a:avLst/>
                <a:gdLst>
                  <a:gd name="T0" fmla="*/ 29 w 5"/>
                  <a:gd name="T1" fmla="*/ 8 h 2"/>
                  <a:gd name="T2" fmla="*/ 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0"/>
                      <a:pt x="1" y="0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3" name="Freeform 1814">
                <a:extLst>
                  <a:ext uri="{FF2B5EF4-FFF2-40B4-BE49-F238E27FC236}">
                    <a16:creationId xmlns:a16="http://schemas.microsoft.com/office/drawing/2014/main" id="{9594FF35-6976-4E10-ABC0-04F9E69E7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256"/>
                <a:ext cx="2" cy="12"/>
              </a:xfrm>
              <a:custGeom>
                <a:avLst/>
                <a:gdLst>
                  <a:gd name="T0" fmla="*/ 8 w 1"/>
                  <a:gd name="T1" fmla="*/ 0 h 6"/>
                  <a:gd name="T2" fmla="*/ 0 w 1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4" name="Freeform 1815">
                <a:extLst>
                  <a:ext uri="{FF2B5EF4-FFF2-40B4-BE49-F238E27FC236}">
                    <a16:creationId xmlns:a16="http://schemas.microsoft.com/office/drawing/2014/main" id="{6EE4B019-38B0-4415-A8FC-E1FE1B6DB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315"/>
                <a:ext cx="22" cy="10"/>
              </a:xfrm>
              <a:custGeom>
                <a:avLst/>
                <a:gdLst>
                  <a:gd name="T0" fmla="*/ 0 w 12"/>
                  <a:gd name="T1" fmla="*/ 8 h 5"/>
                  <a:gd name="T2" fmla="*/ 44 w 12"/>
                  <a:gd name="T3" fmla="*/ 32 h 5"/>
                  <a:gd name="T4" fmla="*/ 73 w 12"/>
                  <a:gd name="T5" fmla="*/ 16 h 5"/>
                  <a:gd name="T6" fmla="*/ 73 w 1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1" y="4"/>
                      <a:pt x="4" y="5"/>
                      <a:pt x="7" y="4"/>
                    </a:cubicBezTo>
                    <a:cubicBezTo>
                      <a:pt x="8" y="4"/>
                      <a:pt x="10" y="3"/>
                      <a:pt x="12" y="2"/>
                    </a:cubicBezTo>
                    <a:cubicBezTo>
                      <a:pt x="12" y="1"/>
                      <a:pt x="12" y="0"/>
                      <a:pt x="1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5" name="Freeform 1816">
                <a:extLst>
                  <a:ext uri="{FF2B5EF4-FFF2-40B4-BE49-F238E27FC236}">
                    <a16:creationId xmlns:a16="http://schemas.microsoft.com/office/drawing/2014/main" id="{2BB2367F-E487-4EB8-B9AB-9F431A683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191"/>
                <a:ext cx="53" cy="48"/>
              </a:xfrm>
              <a:custGeom>
                <a:avLst/>
                <a:gdLst>
                  <a:gd name="T0" fmla="*/ 166 w 30"/>
                  <a:gd name="T1" fmla="*/ 0 h 25"/>
                  <a:gd name="T2" fmla="*/ 115 w 30"/>
                  <a:gd name="T3" fmla="*/ 56 h 25"/>
                  <a:gd name="T4" fmla="*/ 72 w 30"/>
                  <a:gd name="T5" fmla="*/ 121 h 25"/>
                  <a:gd name="T6" fmla="*/ 37 w 30"/>
                  <a:gd name="T7" fmla="*/ 169 h 25"/>
                  <a:gd name="T8" fmla="*/ 0 w 30"/>
                  <a:gd name="T9" fmla="*/ 15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30" y="0"/>
                    </a:moveTo>
                    <a:cubicBezTo>
                      <a:pt x="26" y="1"/>
                      <a:pt x="23" y="5"/>
                      <a:pt x="21" y="8"/>
                    </a:cubicBezTo>
                    <a:cubicBezTo>
                      <a:pt x="18" y="11"/>
                      <a:pt x="15" y="14"/>
                      <a:pt x="13" y="17"/>
                    </a:cubicBezTo>
                    <a:cubicBezTo>
                      <a:pt x="11" y="19"/>
                      <a:pt x="10" y="23"/>
                      <a:pt x="7" y="24"/>
                    </a:cubicBezTo>
                    <a:cubicBezTo>
                      <a:pt x="4" y="25"/>
                      <a:pt x="3" y="24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6" name="Freeform 1817">
                <a:extLst>
                  <a:ext uri="{FF2B5EF4-FFF2-40B4-BE49-F238E27FC236}">
                    <a16:creationId xmlns:a16="http://schemas.microsoft.com/office/drawing/2014/main" id="{78F2FA85-EEBC-4A56-8605-1AF60D632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233"/>
                <a:ext cx="10" cy="17"/>
              </a:xfrm>
              <a:custGeom>
                <a:avLst/>
                <a:gdLst>
                  <a:gd name="T0" fmla="*/ 20 w 6"/>
                  <a:gd name="T1" fmla="*/ 0 h 9"/>
                  <a:gd name="T2" fmla="*/ 28 w 6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0" y="3"/>
                      <a:pt x="1" y="9"/>
                      <a:pt x="6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7" name="Freeform 1818">
                <a:extLst>
                  <a:ext uri="{FF2B5EF4-FFF2-40B4-BE49-F238E27FC236}">
                    <a16:creationId xmlns:a16="http://schemas.microsoft.com/office/drawing/2014/main" id="{0B267BF2-F085-4562-BEF4-50B9E43B6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239"/>
                <a:ext cx="56" cy="75"/>
              </a:xfrm>
              <a:custGeom>
                <a:avLst/>
                <a:gdLst>
                  <a:gd name="T0" fmla="*/ 154 w 31"/>
                  <a:gd name="T1" fmla="*/ 0 h 39"/>
                  <a:gd name="T2" fmla="*/ 137 w 31"/>
                  <a:gd name="T3" fmla="*/ 48 h 39"/>
                  <a:gd name="T4" fmla="*/ 72 w 31"/>
                  <a:gd name="T5" fmla="*/ 169 h 39"/>
                  <a:gd name="T6" fmla="*/ 36 w 31"/>
                  <a:gd name="T7" fmla="*/ 248 h 39"/>
                  <a:gd name="T8" fmla="*/ 0 w 31"/>
                  <a:gd name="T9" fmla="*/ 24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9">
                    <a:moveTo>
                      <a:pt x="26" y="0"/>
                    </a:moveTo>
                    <a:cubicBezTo>
                      <a:pt x="31" y="4"/>
                      <a:pt x="26" y="5"/>
                      <a:pt x="23" y="7"/>
                    </a:cubicBezTo>
                    <a:cubicBezTo>
                      <a:pt x="17" y="11"/>
                      <a:pt x="15" y="18"/>
                      <a:pt x="12" y="24"/>
                    </a:cubicBezTo>
                    <a:cubicBezTo>
                      <a:pt x="11" y="27"/>
                      <a:pt x="9" y="32"/>
                      <a:pt x="6" y="35"/>
                    </a:cubicBezTo>
                    <a:cubicBezTo>
                      <a:pt x="5" y="38"/>
                      <a:pt x="1" y="39"/>
                      <a:pt x="0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8" name="Freeform 1819">
                <a:extLst>
                  <a:ext uri="{FF2B5EF4-FFF2-40B4-BE49-F238E27FC236}">
                    <a16:creationId xmlns:a16="http://schemas.microsoft.com/office/drawing/2014/main" id="{AA31DC3F-89C9-47FF-A9BF-F167292D6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308"/>
                <a:ext cx="15" cy="9"/>
              </a:xfrm>
              <a:custGeom>
                <a:avLst/>
                <a:gdLst>
                  <a:gd name="T0" fmla="*/ 21 w 8"/>
                  <a:gd name="T1" fmla="*/ 0 h 5"/>
                  <a:gd name="T2" fmla="*/ 53 w 8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0" y="3"/>
                      <a:pt x="8" y="5"/>
                      <a:pt x="8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9" name="Freeform 1820">
                <a:extLst>
                  <a:ext uri="{FF2B5EF4-FFF2-40B4-BE49-F238E27FC236}">
                    <a16:creationId xmlns:a16="http://schemas.microsoft.com/office/drawing/2014/main" id="{95215BBC-DF9A-4B05-8C53-31D749E70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331"/>
                <a:ext cx="41" cy="109"/>
              </a:xfrm>
              <a:custGeom>
                <a:avLst/>
                <a:gdLst>
                  <a:gd name="T0" fmla="*/ 0 w 23"/>
                  <a:gd name="T1" fmla="*/ 0 h 57"/>
                  <a:gd name="T2" fmla="*/ 37 w 23"/>
                  <a:gd name="T3" fmla="*/ 63 h 57"/>
                  <a:gd name="T4" fmla="*/ 86 w 23"/>
                  <a:gd name="T5" fmla="*/ 237 h 57"/>
                  <a:gd name="T6" fmla="*/ 125 w 23"/>
                  <a:gd name="T7" fmla="*/ 361 h 57"/>
                  <a:gd name="T8" fmla="*/ 86 w 23"/>
                  <a:gd name="T9" fmla="*/ 36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7">
                    <a:moveTo>
                      <a:pt x="0" y="0"/>
                    </a:moveTo>
                    <a:cubicBezTo>
                      <a:pt x="5" y="0"/>
                      <a:pt x="5" y="5"/>
                      <a:pt x="7" y="9"/>
                    </a:cubicBezTo>
                    <a:cubicBezTo>
                      <a:pt x="9" y="18"/>
                      <a:pt x="12" y="26"/>
                      <a:pt x="15" y="34"/>
                    </a:cubicBezTo>
                    <a:cubicBezTo>
                      <a:pt x="16" y="39"/>
                      <a:pt x="23" y="47"/>
                      <a:pt x="22" y="52"/>
                    </a:cubicBezTo>
                    <a:cubicBezTo>
                      <a:pt x="21" y="55"/>
                      <a:pt x="17" y="57"/>
                      <a:pt x="15" y="5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0" name="Freeform 1821">
                <a:extLst>
                  <a:ext uri="{FF2B5EF4-FFF2-40B4-BE49-F238E27FC236}">
                    <a16:creationId xmlns:a16="http://schemas.microsoft.com/office/drawing/2014/main" id="{EF587C87-9A73-4955-8E38-F63468530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325"/>
                <a:ext cx="6" cy="12"/>
              </a:xfrm>
              <a:custGeom>
                <a:avLst/>
                <a:gdLst>
                  <a:gd name="T0" fmla="*/ 24 w 3"/>
                  <a:gd name="T1" fmla="*/ 0 h 6"/>
                  <a:gd name="T2" fmla="*/ 8 w 3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4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1" name="Freeform 1822">
                <a:extLst>
                  <a:ext uri="{FF2B5EF4-FFF2-40B4-BE49-F238E27FC236}">
                    <a16:creationId xmlns:a16="http://schemas.microsoft.com/office/drawing/2014/main" id="{AD21D9B0-77C6-4F3C-9A95-C02BBC707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415"/>
                <a:ext cx="24" cy="19"/>
              </a:xfrm>
              <a:custGeom>
                <a:avLst/>
                <a:gdLst>
                  <a:gd name="T0" fmla="*/ 0 w 13"/>
                  <a:gd name="T1" fmla="*/ 21 h 10"/>
                  <a:gd name="T2" fmla="*/ 76 w 1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3"/>
                    </a:moveTo>
                    <a:cubicBezTo>
                      <a:pt x="5" y="9"/>
                      <a:pt x="13" y="10"/>
                      <a:pt x="1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2" name="Freeform 1823">
                <a:extLst>
                  <a:ext uri="{FF2B5EF4-FFF2-40B4-BE49-F238E27FC236}">
                    <a16:creationId xmlns:a16="http://schemas.microsoft.com/office/drawing/2014/main" id="{C0B28538-C82C-45F3-9A6E-189901E8A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428"/>
                <a:ext cx="45" cy="106"/>
              </a:xfrm>
              <a:custGeom>
                <a:avLst/>
                <a:gdLst>
                  <a:gd name="T0" fmla="*/ 29 w 25"/>
                  <a:gd name="T1" fmla="*/ 0 h 55"/>
                  <a:gd name="T2" fmla="*/ 7 w 25"/>
                  <a:gd name="T3" fmla="*/ 0 h 55"/>
                  <a:gd name="T4" fmla="*/ 41 w 25"/>
                  <a:gd name="T5" fmla="*/ 77 h 55"/>
                  <a:gd name="T6" fmla="*/ 65 w 25"/>
                  <a:gd name="T7" fmla="*/ 208 h 55"/>
                  <a:gd name="T8" fmla="*/ 101 w 25"/>
                  <a:gd name="T9" fmla="*/ 345 h 55"/>
                  <a:gd name="T10" fmla="*/ 117 w 25"/>
                  <a:gd name="T11" fmla="*/ 385 h 55"/>
                  <a:gd name="T12" fmla="*/ 146 w 25"/>
                  <a:gd name="T13" fmla="*/ 38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55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3"/>
                      <a:pt x="6" y="8"/>
                      <a:pt x="7" y="11"/>
                    </a:cubicBezTo>
                    <a:cubicBezTo>
                      <a:pt x="9" y="17"/>
                      <a:pt x="9" y="23"/>
                      <a:pt x="11" y="29"/>
                    </a:cubicBezTo>
                    <a:cubicBezTo>
                      <a:pt x="13" y="35"/>
                      <a:pt x="15" y="41"/>
                      <a:pt x="17" y="48"/>
                    </a:cubicBezTo>
                    <a:cubicBezTo>
                      <a:pt x="17" y="51"/>
                      <a:pt x="17" y="53"/>
                      <a:pt x="20" y="54"/>
                    </a:cubicBezTo>
                    <a:cubicBezTo>
                      <a:pt x="22" y="55"/>
                      <a:pt x="24" y="55"/>
                      <a:pt x="25" y="5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3" name="Freeform 1824">
                <a:extLst>
                  <a:ext uri="{FF2B5EF4-FFF2-40B4-BE49-F238E27FC236}">
                    <a16:creationId xmlns:a16="http://schemas.microsoft.com/office/drawing/2014/main" id="{1A6F5AB6-3999-4DB2-84EF-8150256E6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426"/>
                <a:ext cx="10" cy="8"/>
              </a:xfrm>
              <a:custGeom>
                <a:avLst/>
                <a:gdLst>
                  <a:gd name="T0" fmla="*/ 0 w 6"/>
                  <a:gd name="T1" fmla="*/ 0 h 4"/>
                  <a:gd name="T2" fmla="*/ 28 w 6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3"/>
                      <a:pt x="4" y="2"/>
                      <a:pt x="6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4" name="Freeform 1825">
                <a:extLst>
                  <a:ext uri="{FF2B5EF4-FFF2-40B4-BE49-F238E27FC236}">
                    <a16:creationId xmlns:a16="http://schemas.microsoft.com/office/drawing/2014/main" id="{6445AD9C-1144-4765-82BC-7BEC7944A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434"/>
                <a:ext cx="7" cy="6"/>
              </a:xfrm>
              <a:custGeom>
                <a:avLst/>
                <a:gdLst>
                  <a:gd name="T0" fmla="*/ 0 w 4"/>
                  <a:gd name="T1" fmla="*/ 8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0"/>
                      <a:pt x="4" y="1"/>
                      <a:pt x="4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5" name="Freeform 1826">
                <a:extLst>
                  <a:ext uri="{FF2B5EF4-FFF2-40B4-BE49-F238E27FC236}">
                    <a16:creationId xmlns:a16="http://schemas.microsoft.com/office/drawing/2014/main" id="{C18063D5-33E4-43C8-8DC0-0A7497EF6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438"/>
                <a:ext cx="4" cy="8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0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6" name="Freeform 1827">
                <a:extLst>
                  <a:ext uri="{FF2B5EF4-FFF2-40B4-BE49-F238E27FC236}">
                    <a16:creationId xmlns:a16="http://schemas.microsoft.com/office/drawing/2014/main" id="{80B51005-C543-4DAF-B7D5-5F57B1752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515"/>
                <a:ext cx="23" cy="17"/>
              </a:xfrm>
              <a:custGeom>
                <a:avLst/>
                <a:gdLst>
                  <a:gd name="T0" fmla="*/ 65 w 13"/>
                  <a:gd name="T1" fmla="*/ 0 h 9"/>
                  <a:gd name="T2" fmla="*/ 34 w 13"/>
                  <a:gd name="T3" fmla="*/ 60 h 9"/>
                  <a:gd name="T4" fmla="*/ 0 w 13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2" y="0"/>
                    </a:moveTo>
                    <a:cubicBezTo>
                      <a:pt x="13" y="6"/>
                      <a:pt x="12" y="8"/>
                      <a:pt x="6" y="9"/>
                    </a:cubicBezTo>
                    <a:cubicBezTo>
                      <a:pt x="2" y="9"/>
                      <a:pt x="1" y="7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7" name="Freeform 1828">
                <a:extLst>
                  <a:ext uri="{FF2B5EF4-FFF2-40B4-BE49-F238E27FC236}">
                    <a16:creationId xmlns:a16="http://schemas.microsoft.com/office/drawing/2014/main" id="{80EA1686-1881-4FBB-B275-675F158E8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528"/>
                <a:ext cx="29" cy="145"/>
              </a:xfrm>
              <a:custGeom>
                <a:avLst/>
                <a:gdLst>
                  <a:gd name="T0" fmla="*/ 7 w 16"/>
                  <a:gd name="T1" fmla="*/ 0 h 76"/>
                  <a:gd name="T2" fmla="*/ 24 w 16"/>
                  <a:gd name="T3" fmla="*/ 153 h 76"/>
                  <a:gd name="T4" fmla="*/ 44 w 16"/>
                  <a:gd name="T5" fmla="*/ 338 h 76"/>
                  <a:gd name="T6" fmla="*/ 96 w 16"/>
                  <a:gd name="T7" fmla="*/ 498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6">
                    <a:moveTo>
                      <a:pt x="1" y="0"/>
                    </a:moveTo>
                    <a:cubicBezTo>
                      <a:pt x="0" y="7"/>
                      <a:pt x="3" y="15"/>
                      <a:pt x="4" y="22"/>
                    </a:cubicBezTo>
                    <a:cubicBezTo>
                      <a:pt x="6" y="31"/>
                      <a:pt x="7" y="40"/>
                      <a:pt x="7" y="49"/>
                    </a:cubicBezTo>
                    <a:cubicBezTo>
                      <a:pt x="7" y="55"/>
                      <a:pt x="4" y="76"/>
                      <a:pt x="16" y="7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8" name="Freeform 1829">
                <a:extLst>
                  <a:ext uri="{FF2B5EF4-FFF2-40B4-BE49-F238E27FC236}">
                    <a16:creationId xmlns:a16="http://schemas.microsoft.com/office/drawing/2014/main" id="{E331C95E-1A63-48FC-B5C1-FDEE01623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643"/>
                <a:ext cx="18" cy="28"/>
              </a:xfrm>
              <a:custGeom>
                <a:avLst/>
                <a:gdLst>
                  <a:gd name="T0" fmla="*/ 58 w 10"/>
                  <a:gd name="T1" fmla="*/ 0 h 15"/>
                  <a:gd name="T2" fmla="*/ 0 w 10"/>
                  <a:gd name="T3" fmla="*/ 7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10" y="0"/>
                    </a:moveTo>
                    <a:cubicBezTo>
                      <a:pt x="10" y="6"/>
                      <a:pt x="9" y="1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9" name="Freeform 1830">
                <a:extLst>
                  <a:ext uri="{FF2B5EF4-FFF2-40B4-BE49-F238E27FC236}">
                    <a16:creationId xmlns:a16="http://schemas.microsoft.com/office/drawing/2014/main" id="{F8858529-1A7C-4FC2-92DB-BD9D99BF7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664"/>
                <a:ext cx="13" cy="126"/>
              </a:xfrm>
              <a:custGeom>
                <a:avLst/>
                <a:gdLst>
                  <a:gd name="T0" fmla="*/ 45 w 7"/>
                  <a:gd name="T1" fmla="*/ 0 h 66"/>
                  <a:gd name="T2" fmla="*/ 7 w 7"/>
                  <a:gd name="T3" fmla="*/ 0 h 66"/>
                  <a:gd name="T4" fmla="*/ 20 w 7"/>
                  <a:gd name="T5" fmla="*/ 116 h 66"/>
                  <a:gd name="T6" fmla="*/ 24 w 7"/>
                  <a:gd name="T7" fmla="*/ 277 h 66"/>
                  <a:gd name="T8" fmla="*/ 7 w 7"/>
                  <a:gd name="T9" fmla="*/ 412 h 66"/>
                  <a:gd name="T10" fmla="*/ 45 w 7"/>
                  <a:gd name="T11" fmla="*/ 46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6">
                    <a:moveTo>
                      <a:pt x="7" y="0"/>
                    </a:moveTo>
                    <a:cubicBezTo>
                      <a:pt x="5" y="0"/>
                      <a:pt x="3" y="0"/>
                      <a:pt x="1" y="0"/>
                    </a:cubicBezTo>
                    <a:cubicBezTo>
                      <a:pt x="0" y="5"/>
                      <a:pt x="3" y="12"/>
                      <a:pt x="3" y="17"/>
                    </a:cubicBezTo>
                    <a:cubicBezTo>
                      <a:pt x="4" y="25"/>
                      <a:pt x="5" y="32"/>
                      <a:pt x="4" y="40"/>
                    </a:cubicBezTo>
                    <a:cubicBezTo>
                      <a:pt x="3" y="46"/>
                      <a:pt x="2" y="53"/>
                      <a:pt x="1" y="59"/>
                    </a:cubicBezTo>
                    <a:cubicBezTo>
                      <a:pt x="1" y="63"/>
                      <a:pt x="3" y="66"/>
                      <a:pt x="7" y="6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0" name="Freeform 1831">
                <a:extLst>
                  <a:ext uri="{FF2B5EF4-FFF2-40B4-BE49-F238E27FC236}">
                    <a16:creationId xmlns:a16="http://schemas.microsoft.com/office/drawing/2014/main" id="{5E34D2EA-9FC3-4D58-B1C9-D0DCA431D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773"/>
                <a:ext cx="23" cy="13"/>
              </a:xfrm>
              <a:custGeom>
                <a:avLst/>
                <a:gdLst>
                  <a:gd name="T0" fmla="*/ 73 w 13"/>
                  <a:gd name="T1" fmla="*/ 0 h 7"/>
                  <a:gd name="T2" fmla="*/ 34 w 13"/>
                  <a:gd name="T3" fmla="*/ 45 h 7"/>
                  <a:gd name="T4" fmla="*/ 0 w 13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1" y="5"/>
                      <a:pt x="12" y="7"/>
                      <a:pt x="6" y="7"/>
                    </a:cubicBezTo>
                    <a:cubicBezTo>
                      <a:pt x="3" y="7"/>
                      <a:pt x="1" y="7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1" name="Freeform 1832">
                <a:extLst>
                  <a:ext uri="{FF2B5EF4-FFF2-40B4-BE49-F238E27FC236}">
                    <a16:creationId xmlns:a16="http://schemas.microsoft.com/office/drawing/2014/main" id="{50B71135-570E-4D98-9F2A-091B60E85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666"/>
                <a:ext cx="10" cy="9"/>
              </a:xfrm>
              <a:custGeom>
                <a:avLst/>
                <a:gdLst>
                  <a:gd name="T0" fmla="*/ 28 w 6"/>
                  <a:gd name="T1" fmla="*/ 0 h 5"/>
                  <a:gd name="T2" fmla="*/ 0 w 6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3" y="0"/>
                      <a:pt x="1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2" name="Freeform 1833">
                <a:extLst>
                  <a:ext uri="{FF2B5EF4-FFF2-40B4-BE49-F238E27FC236}">
                    <a16:creationId xmlns:a16="http://schemas.microsoft.com/office/drawing/2014/main" id="{87B9F59C-0BA3-4B91-A35A-27CCD5B97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786"/>
                <a:ext cx="7" cy="8"/>
              </a:xfrm>
              <a:custGeom>
                <a:avLst/>
                <a:gdLst>
                  <a:gd name="T0" fmla="*/ 21 w 4"/>
                  <a:gd name="T1" fmla="*/ 0 h 4"/>
                  <a:gd name="T2" fmla="*/ 0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3" name="Freeform 1834">
                <a:extLst>
                  <a:ext uri="{FF2B5EF4-FFF2-40B4-BE49-F238E27FC236}">
                    <a16:creationId xmlns:a16="http://schemas.microsoft.com/office/drawing/2014/main" id="{8A1C2407-1AC6-4800-B6FB-E80C0870A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1786"/>
                <a:ext cx="52" cy="138"/>
              </a:xfrm>
              <a:custGeom>
                <a:avLst/>
                <a:gdLst>
                  <a:gd name="T0" fmla="*/ 138 w 29"/>
                  <a:gd name="T1" fmla="*/ 0 h 72"/>
                  <a:gd name="T2" fmla="*/ 126 w 29"/>
                  <a:gd name="T3" fmla="*/ 128 h 72"/>
                  <a:gd name="T4" fmla="*/ 109 w 29"/>
                  <a:gd name="T5" fmla="*/ 232 h 72"/>
                  <a:gd name="T6" fmla="*/ 102 w 29"/>
                  <a:gd name="T7" fmla="*/ 316 h 72"/>
                  <a:gd name="T8" fmla="*/ 0 w 29"/>
                  <a:gd name="T9" fmla="*/ 44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72">
                    <a:moveTo>
                      <a:pt x="24" y="0"/>
                    </a:moveTo>
                    <a:cubicBezTo>
                      <a:pt x="29" y="1"/>
                      <a:pt x="23" y="15"/>
                      <a:pt x="22" y="18"/>
                    </a:cubicBezTo>
                    <a:cubicBezTo>
                      <a:pt x="21" y="23"/>
                      <a:pt x="20" y="28"/>
                      <a:pt x="19" y="33"/>
                    </a:cubicBezTo>
                    <a:cubicBezTo>
                      <a:pt x="19" y="37"/>
                      <a:pt x="19" y="41"/>
                      <a:pt x="18" y="45"/>
                    </a:cubicBezTo>
                    <a:cubicBezTo>
                      <a:pt x="17" y="50"/>
                      <a:pt x="9" y="72"/>
                      <a:pt x="0" y="6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4" name="Freeform 1835">
                <a:extLst>
                  <a:ext uri="{FF2B5EF4-FFF2-40B4-BE49-F238E27FC236}">
                    <a16:creationId xmlns:a16="http://schemas.microsoft.com/office/drawing/2014/main" id="{A633CE2E-E791-439F-9F58-06B850AB2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895"/>
                <a:ext cx="13" cy="23"/>
              </a:xfrm>
              <a:custGeom>
                <a:avLst/>
                <a:gdLst>
                  <a:gd name="T0" fmla="*/ 7 w 7"/>
                  <a:gd name="T1" fmla="*/ 0 h 12"/>
                  <a:gd name="T2" fmla="*/ 45 w 7"/>
                  <a:gd name="T3" fmla="*/ 84 h 12"/>
                  <a:gd name="T4" fmla="*/ 45 w 7"/>
                  <a:gd name="T5" fmla="*/ 6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1" y="0"/>
                    </a:moveTo>
                    <a:cubicBezTo>
                      <a:pt x="1" y="5"/>
                      <a:pt x="0" y="12"/>
                      <a:pt x="7" y="12"/>
                    </a:cubicBezTo>
                    <a:cubicBezTo>
                      <a:pt x="7" y="11"/>
                      <a:pt x="7" y="11"/>
                      <a:pt x="7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5" name="Freeform 1836">
                <a:extLst>
                  <a:ext uri="{FF2B5EF4-FFF2-40B4-BE49-F238E27FC236}">
                    <a16:creationId xmlns:a16="http://schemas.microsoft.com/office/drawing/2014/main" id="{034324F3-91EF-4EF9-A518-FFD517430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786"/>
                <a:ext cx="9" cy="12"/>
              </a:xfrm>
              <a:custGeom>
                <a:avLst/>
                <a:gdLst>
                  <a:gd name="T0" fmla="*/ 0 w 5"/>
                  <a:gd name="T1" fmla="*/ 48 h 6"/>
                  <a:gd name="T2" fmla="*/ 29 w 5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0" y="3"/>
                      <a:pt x="1" y="0"/>
                      <a:pt x="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6" name="Freeform 1837">
                <a:extLst>
                  <a:ext uri="{FF2B5EF4-FFF2-40B4-BE49-F238E27FC236}">
                    <a16:creationId xmlns:a16="http://schemas.microsoft.com/office/drawing/2014/main" id="{29646023-C3D3-424A-B767-AFB128A73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907"/>
                <a:ext cx="70" cy="122"/>
              </a:xfrm>
              <a:custGeom>
                <a:avLst/>
                <a:gdLst>
                  <a:gd name="T0" fmla="*/ 183 w 39"/>
                  <a:gd name="T1" fmla="*/ 15 h 64"/>
                  <a:gd name="T2" fmla="*/ 190 w 39"/>
                  <a:gd name="T3" fmla="*/ 84 h 64"/>
                  <a:gd name="T4" fmla="*/ 117 w 39"/>
                  <a:gd name="T5" fmla="*/ 244 h 64"/>
                  <a:gd name="T6" fmla="*/ 57 w 39"/>
                  <a:gd name="T7" fmla="*/ 408 h 64"/>
                  <a:gd name="T8" fmla="*/ 0 w 39"/>
                  <a:gd name="T9" fmla="*/ 38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2" y="2"/>
                    </a:moveTo>
                    <a:cubicBezTo>
                      <a:pt x="39" y="0"/>
                      <a:pt x="34" y="10"/>
                      <a:pt x="33" y="12"/>
                    </a:cubicBezTo>
                    <a:cubicBezTo>
                      <a:pt x="28" y="19"/>
                      <a:pt x="23" y="27"/>
                      <a:pt x="20" y="35"/>
                    </a:cubicBezTo>
                    <a:cubicBezTo>
                      <a:pt x="18" y="42"/>
                      <a:pt x="15" y="53"/>
                      <a:pt x="10" y="59"/>
                    </a:cubicBezTo>
                    <a:cubicBezTo>
                      <a:pt x="6" y="64"/>
                      <a:pt x="3" y="60"/>
                      <a:pt x="0" y="5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7" name="Freeform 1838">
                <a:extLst>
                  <a:ext uri="{FF2B5EF4-FFF2-40B4-BE49-F238E27FC236}">
                    <a16:creationId xmlns:a16="http://schemas.microsoft.com/office/drawing/2014/main" id="{F0471A1C-EAA2-4422-8FB1-3F01E54C8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911"/>
                <a:ext cx="5" cy="4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8" name="Freeform 1839">
                <a:extLst>
                  <a:ext uri="{FF2B5EF4-FFF2-40B4-BE49-F238E27FC236}">
                    <a16:creationId xmlns:a16="http://schemas.microsoft.com/office/drawing/2014/main" id="{A7078692-53BC-4AB0-993E-56F816127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018"/>
                <a:ext cx="22" cy="21"/>
              </a:xfrm>
              <a:custGeom>
                <a:avLst/>
                <a:gdLst>
                  <a:gd name="T0" fmla="*/ 24 w 12"/>
                  <a:gd name="T1" fmla="*/ 0 h 11"/>
                  <a:gd name="T2" fmla="*/ 73 w 12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4" y="0"/>
                    </a:moveTo>
                    <a:cubicBezTo>
                      <a:pt x="0" y="7"/>
                      <a:pt x="12" y="11"/>
                      <a:pt x="12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9" name="Freeform 1840">
                <a:extLst>
                  <a:ext uri="{FF2B5EF4-FFF2-40B4-BE49-F238E27FC236}">
                    <a16:creationId xmlns:a16="http://schemas.microsoft.com/office/drawing/2014/main" id="{4C96D9C3-A361-4D92-BF39-3744F6AC3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026"/>
                <a:ext cx="56" cy="93"/>
              </a:xfrm>
              <a:custGeom>
                <a:avLst/>
                <a:gdLst>
                  <a:gd name="T0" fmla="*/ 182 w 31"/>
                  <a:gd name="T1" fmla="*/ 8 h 49"/>
                  <a:gd name="T2" fmla="*/ 166 w 31"/>
                  <a:gd name="T3" fmla="*/ 0 h 49"/>
                  <a:gd name="T4" fmla="*/ 65 w 31"/>
                  <a:gd name="T5" fmla="*/ 205 h 49"/>
                  <a:gd name="T6" fmla="*/ 13 w 31"/>
                  <a:gd name="T7" fmla="*/ 302 h 49"/>
                  <a:gd name="T8" fmla="*/ 13 w 31"/>
                  <a:gd name="T9" fmla="*/ 328 h 49"/>
                  <a:gd name="T10" fmla="*/ 42 w 31"/>
                  <a:gd name="T11" fmla="*/ 336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9">
                    <a:moveTo>
                      <a:pt x="31" y="1"/>
                    </a:moveTo>
                    <a:cubicBezTo>
                      <a:pt x="31" y="0"/>
                      <a:pt x="29" y="0"/>
                      <a:pt x="28" y="0"/>
                    </a:cubicBezTo>
                    <a:cubicBezTo>
                      <a:pt x="27" y="12"/>
                      <a:pt x="19" y="21"/>
                      <a:pt x="11" y="30"/>
                    </a:cubicBezTo>
                    <a:cubicBezTo>
                      <a:pt x="8" y="34"/>
                      <a:pt x="3" y="38"/>
                      <a:pt x="2" y="44"/>
                    </a:cubicBezTo>
                    <a:cubicBezTo>
                      <a:pt x="1" y="47"/>
                      <a:pt x="0" y="46"/>
                      <a:pt x="2" y="48"/>
                    </a:cubicBezTo>
                    <a:cubicBezTo>
                      <a:pt x="4" y="49"/>
                      <a:pt x="6" y="49"/>
                      <a:pt x="7" y="4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0" name="Freeform 1841">
                <a:extLst>
                  <a:ext uri="{FF2B5EF4-FFF2-40B4-BE49-F238E27FC236}">
                    <a16:creationId xmlns:a16="http://schemas.microsoft.com/office/drawing/2014/main" id="{163AD665-8D4E-461B-9390-5054A42D6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2085"/>
                <a:ext cx="17" cy="21"/>
              </a:xfrm>
              <a:custGeom>
                <a:avLst/>
                <a:gdLst>
                  <a:gd name="T0" fmla="*/ 60 w 9"/>
                  <a:gd name="T1" fmla="*/ 55 h 11"/>
                  <a:gd name="T2" fmla="*/ 8 w 9"/>
                  <a:gd name="T3" fmla="*/ 55 h 11"/>
                  <a:gd name="T4" fmla="*/ 0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9" y="8"/>
                    </a:moveTo>
                    <a:cubicBezTo>
                      <a:pt x="6" y="9"/>
                      <a:pt x="3" y="11"/>
                      <a:pt x="1" y="8"/>
                    </a:cubicBezTo>
                    <a:cubicBezTo>
                      <a:pt x="0" y="7"/>
                      <a:pt x="0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1" name="Freeform 1842">
                <a:extLst>
                  <a:ext uri="{FF2B5EF4-FFF2-40B4-BE49-F238E27FC236}">
                    <a16:creationId xmlns:a16="http://schemas.microsoft.com/office/drawing/2014/main" id="{21B2E643-0689-437A-9495-599425159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018"/>
                <a:ext cx="7" cy="4"/>
              </a:xfrm>
              <a:custGeom>
                <a:avLst/>
                <a:gdLst>
                  <a:gd name="T0" fmla="*/ 21 w 4"/>
                  <a:gd name="T1" fmla="*/ 8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2" name="Freeform 1843">
                <a:extLst>
                  <a:ext uri="{FF2B5EF4-FFF2-40B4-BE49-F238E27FC236}">
                    <a16:creationId xmlns:a16="http://schemas.microsoft.com/office/drawing/2014/main" id="{CA3ABC1C-E110-4E3E-85ED-52C37BD96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094"/>
                <a:ext cx="9" cy="2"/>
              </a:xfrm>
              <a:custGeom>
                <a:avLst/>
                <a:gdLst>
                  <a:gd name="T0" fmla="*/ 29 w 5"/>
                  <a:gd name="T1" fmla="*/ 0 h 1"/>
                  <a:gd name="T2" fmla="*/ 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3" name="Freeform 1844">
                <a:extLst>
                  <a:ext uri="{FF2B5EF4-FFF2-40B4-BE49-F238E27FC236}">
                    <a16:creationId xmlns:a16="http://schemas.microsoft.com/office/drawing/2014/main" id="{155EDE50-932D-4B8D-BCFD-6EC236203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100"/>
                <a:ext cx="85" cy="60"/>
              </a:xfrm>
              <a:custGeom>
                <a:avLst/>
                <a:gdLst>
                  <a:gd name="T0" fmla="*/ 279 w 47"/>
                  <a:gd name="T1" fmla="*/ 0 h 31"/>
                  <a:gd name="T2" fmla="*/ 206 w 47"/>
                  <a:gd name="T3" fmla="*/ 79 h 31"/>
                  <a:gd name="T4" fmla="*/ 101 w 47"/>
                  <a:gd name="T5" fmla="*/ 168 h 31"/>
                  <a:gd name="T6" fmla="*/ 29 w 47"/>
                  <a:gd name="T7" fmla="*/ 195 h 31"/>
                  <a:gd name="T8" fmla="*/ 16 w 47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47" y="0"/>
                    </a:moveTo>
                    <a:cubicBezTo>
                      <a:pt x="43" y="4"/>
                      <a:pt x="40" y="8"/>
                      <a:pt x="35" y="11"/>
                    </a:cubicBezTo>
                    <a:cubicBezTo>
                      <a:pt x="29" y="15"/>
                      <a:pt x="23" y="19"/>
                      <a:pt x="17" y="23"/>
                    </a:cubicBezTo>
                    <a:cubicBezTo>
                      <a:pt x="13" y="25"/>
                      <a:pt x="9" y="31"/>
                      <a:pt x="5" y="27"/>
                    </a:cubicBezTo>
                    <a:cubicBezTo>
                      <a:pt x="3" y="26"/>
                      <a:pt x="0" y="19"/>
                      <a:pt x="3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4" name="Freeform 1845">
                <a:extLst>
                  <a:ext uri="{FF2B5EF4-FFF2-40B4-BE49-F238E27FC236}">
                    <a16:creationId xmlns:a16="http://schemas.microsoft.com/office/drawing/2014/main" id="{3B3C5E36-37E3-45F3-B063-EB62535B2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154"/>
                <a:ext cx="18" cy="19"/>
              </a:xfrm>
              <a:custGeom>
                <a:avLst/>
                <a:gdLst>
                  <a:gd name="T0" fmla="*/ 29 w 10"/>
                  <a:gd name="T1" fmla="*/ 8 h 10"/>
                  <a:gd name="T2" fmla="*/ 58 w 10"/>
                  <a:gd name="T3" fmla="*/ 5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5" y="1"/>
                    </a:moveTo>
                    <a:cubicBezTo>
                      <a:pt x="0" y="0"/>
                      <a:pt x="5" y="10"/>
                      <a:pt x="1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5" name="Freeform 1846">
                <a:extLst>
                  <a:ext uri="{FF2B5EF4-FFF2-40B4-BE49-F238E27FC236}">
                    <a16:creationId xmlns:a16="http://schemas.microsoft.com/office/drawing/2014/main" id="{A6B26EC0-A63D-45D0-B5CA-8B0E27362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148"/>
                <a:ext cx="80" cy="44"/>
              </a:xfrm>
              <a:custGeom>
                <a:avLst/>
                <a:gdLst>
                  <a:gd name="T0" fmla="*/ 252 w 45"/>
                  <a:gd name="T1" fmla="*/ 21 h 23"/>
                  <a:gd name="T2" fmla="*/ 0 w 45"/>
                  <a:gd name="T3" fmla="*/ 15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3">
                    <a:moveTo>
                      <a:pt x="45" y="3"/>
                    </a:moveTo>
                    <a:cubicBezTo>
                      <a:pt x="36" y="0"/>
                      <a:pt x="0" y="23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6" name="Freeform 1847">
                <a:extLst>
                  <a:ext uri="{FF2B5EF4-FFF2-40B4-BE49-F238E27FC236}">
                    <a16:creationId xmlns:a16="http://schemas.microsoft.com/office/drawing/2014/main" id="{3B9975DE-9D5A-4D46-8473-81DACF778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169"/>
                <a:ext cx="11" cy="21"/>
              </a:xfrm>
              <a:custGeom>
                <a:avLst/>
                <a:gdLst>
                  <a:gd name="T0" fmla="*/ 24 w 6"/>
                  <a:gd name="T1" fmla="*/ 0 h 11"/>
                  <a:gd name="T2" fmla="*/ 20 w 6"/>
                  <a:gd name="T3" fmla="*/ 76 h 11"/>
                  <a:gd name="T4" fmla="*/ 37 w 6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cubicBezTo>
                      <a:pt x="0" y="2"/>
                      <a:pt x="3" y="6"/>
                      <a:pt x="3" y="11"/>
                    </a:cubicBezTo>
                    <a:cubicBezTo>
                      <a:pt x="4" y="11"/>
                      <a:pt x="5" y="11"/>
                      <a:pt x="6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7" name="Freeform 1848">
                <a:extLst>
                  <a:ext uri="{FF2B5EF4-FFF2-40B4-BE49-F238E27FC236}">
                    <a16:creationId xmlns:a16="http://schemas.microsoft.com/office/drawing/2014/main" id="{C14B78F5-3570-439F-BF90-D78FA1763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165"/>
                <a:ext cx="4" cy="12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8" name="Freeform 1849">
                <a:extLst>
                  <a:ext uri="{FF2B5EF4-FFF2-40B4-BE49-F238E27FC236}">
                    <a16:creationId xmlns:a16="http://schemas.microsoft.com/office/drawing/2014/main" id="{AB28DC42-6A28-40C7-AC77-428EA22EA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117"/>
                <a:ext cx="2" cy="10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9" name="Freeform 1850">
                <a:extLst>
                  <a:ext uri="{FF2B5EF4-FFF2-40B4-BE49-F238E27FC236}">
                    <a16:creationId xmlns:a16="http://schemas.microsoft.com/office/drawing/2014/main" id="{EDFD1C1F-E02C-440B-B716-32BCF0CF9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031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32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2"/>
                      <a:pt x="4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0" name="Freeform 1851">
                <a:extLst>
                  <a:ext uri="{FF2B5EF4-FFF2-40B4-BE49-F238E27FC236}">
                    <a16:creationId xmlns:a16="http://schemas.microsoft.com/office/drawing/2014/main" id="{C6E160AA-464F-42DD-9A17-A0E448F1B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916"/>
                <a:ext cx="4" cy="10"/>
              </a:xfrm>
              <a:custGeom>
                <a:avLst/>
                <a:gdLst>
                  <a:gd name="T0" fmla="*/ 0 w 2"/>
                  <a:gd name="T1" fmla="*/ 0 h 5"/>
                  <a:gd name="T2" fmla="*/ 16 w 2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2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1" name="Freeform 1852">
                <a:extLst>
                  <a:ext uri="{FF2B5EF4-FFF2-40B4-BE49-F238E27FC236}">
                    <a16:creationId xmlns:a16="http://schemas.microsoft.com/office/drawing/2014/main" id="{C6863999-6B4D-45B4-9305-89830980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131"/>
                <a:ext cx="88" cy="44"/>
              </a:xfrm>
              <a:custGeom>
                <a:avLst/>
                <a:gdLst>
                  <a:gd name="T0" fmla="*/ 284 w 49"/>
                  <a:gd name="T1" fmla="*/ 121 h 23"/>
                  <a:gd name="T2" fmla="*/ 65 w 4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3">
                    <a:moveTo>
                      <a:pt x="49" y="17"/>
                    </a:moveTo>
                    <a:cubicBezTo>
                      <a:pt x="48" y="23"/>
                      <a:pt x="0" y="14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2" name="Freeform 1853">
                <a:extLst>
                  <a:ext uri="{FF2B5EF4-FFF2-40B4-BE49-F238E27FC236}">
                    <a16:creationId xmlns:a16="http://schemas.microsoft.com/office/drawing/2014/main" id="{29A74FED-A447-4E87-BFBB-C75E2C968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146"/>
                <a:ext cx="13" cy="21"/>
              </a:xfrm>
              <a:custGeom>
                <a:avLst/>
                <a:gdLst>
                  <a:gd name="T0" fmla="*/ 45 w 7"/>
                  <a:gd name="T1" fmla="*/ 15 h 11"/>
                  <a:gd name="T2" fmla="*/ 24 w 7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2"/>
                    </a:moveTo>
                    <a:cubicBezTo>
                      <a:pt x="1" y="0"/>
                      <a:pt x="0" y="8"/>
                      <a:pt x="4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3" name="Freeform 1854">
                <a:extLst>
                  <a:ext uri="{FF2B5EF4-FFF2-40B4-BE49-F238E27FC236}">
                    <a16:creationId xmlns:a16="http://schemas.microsoft.com/office/drawing/2014/main" id="{F81F8105-8450-4E10-B536-49E74C5B8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183"/>
                <a:ext cx="7" cy="9"/>
              </a:xfrm>
              <a:custGeom>
                <a:avLst/>
                <a:gdLst>
                  <a:gd name="T0" fmla="*/ 21 w 4"/>
                  <a:gd name="T1" fmla="*/ 0 h 5"/>
                  <a:gd name="T2" fmla="*/ 0 w 4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4" y="3"/>
                      <a:pt x="2" y="4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4" name="Freeform 1855">
                <a:extLst>
                  <a:ext uri="{FF2B5EF4-FFF2-40B4-BE49-F238E27FC236}">
                    <a16:creationId xmlns:a16="http://schemas.microsoft.com/office/drawing/2014/main" id="{338F58E0-0221-4972-A265-B900B9ED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167"/>
                <a:ext cx="9" cy="8"/>
              </a:xfrm>
              <a:custGeom>
                <a:avLst/>
                <a:gdLst>
                  <a:gd name="T0" fmla="*/ 0 w 5"/>
                  <a:gd name="T1" fmla="*/ 0 h 4"/>
                  <a:gd name="T2" fmla="*/ 29 w 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0"/>
                      <a:pt x="4" y="2"/>
                      <a:pt x="5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5" name="Freeform 1856">
                <a:extLst>
                  <a:ext uri="{FF2B5EF4-FFF2-40B4-BE49-F238E27FC236}">
                    <a16:creationId xmlns:a16="http://schemas.microsoft.com/office/drawing/2014/main" id="{C7A7D620-2D0D-4013-B64E-918A1DEA9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077"/>
                <a:ext cx="77" cy="73"/>
              </a:xfrm>
              <a:custGeom>
                <a:avLst/>
                <a:gdLst>
                  <a:gd name="T0" fmla="*/ 240 w 43"/>
                  <a:gd name="T1" fmla="*/ 221 h 38"/>
                  <a:gd name="T2" fmla="*/ 179 w 43"/>
                  <a:gd name="T3" fmla="*/ 200 h 38"/>
                  <a:gd name="T4" fmla="*/ 97 w 43"/>
                  <a:gd name="T5" fmla="*/ 121 h 38"/>
                  <a:gd name="T6" fmla="*/ 64 w 4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8">
                    <a:moveTo>
                      <a:pt x="42" y="31"/>
                    </a:moveTo>
                    <a:cubicBezTo>
                      <a:pt x="43" y="38"/>
                      <a:pt x="33" y="29"/>
                      <a:pt x="31" y="28"/>
                    </a:cubicBezTo>
                    <a:cubicBezTo>
                      <a:pt x="25" y="24"/>
                      <a:pt x="21" y="22"/>
                      <a:pt x="17" y="17"/>
                    </a:cubicBezTo>
                    <a:cubicBezTo>
                      <a:pt x="15" y="15"/>
                      <a:pt x="0" y="1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6" name="Freeform 1857">
                <a:extLst>
                  <a:ext uri="{FF2B5EF4-FFF2-40B4-BE49-F238E27FC236}">
                    <a16:creationId xmlns:a16="http://schemas.microsoft.com/office/drawing/2014/main" id="{1E607FB8-C159-4538-A02D-9F91E4F7E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085"/>
                <a:ext cx="14" cy="11"/>
              </a:xfrm>
              <a:custGeom>
                <a:avLst/>
                <a:gdLst>
                  <a:gd name="T0" fmla="*/ 44 w 8"/>
                  <a:gd name="T1" fmla="*/ 20 h 6"/>
                  <a:gd name="T2" fmla="*/ 7 w 8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4" y="0"/>
                      <a:pt x="0" y="0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7" name="Freeform 1858">
                <a:extLst>
                  <a:ext uri="{FF2B5EF4-FFF2-40B4-BE49-F238E27FC236}">
                    <a16:creationId xmlns:a16="http://schemas.microsoft.com/office/drawing/2014/main" id="{2911685A-DF2E-4BA1-81DA-8C4F9FA16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142"/>
                <a:ext cx="2" cy="10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3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8" name="Freeform 1859">
                <a:extLst>
                  <a:ext uri="{FF2B5EF4-FFF2-40B4-BE49-F238E27FC236}">
                    <a16:creationId xmlns:a16="http://schemas.microsoft.com/office/drawing/2014/main" id="{AED80FE6-7DD3-41C0-8D82-E75F3D7DC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156"/>
                <a:ext cx="9" cy="4"/>
              </a:xfrm>
              <a:custGeom>
                <a:avLst/>
                <a:gdLst>
                  <a:gd name="T0" fmla="*/ 29 w 5"/>
                  <a:gd name="T1" fmla="*/ 0 h 2"/>
                  <a:gd name="T2" fmla="*/ 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1"/>
                      <a:pt x="2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9" name="Freeform 1860">
                <a:extLst>
                  <a:ext uri="{FF2B5EF4-FFF2-40B4-BE49-F238E27FC236}">
                    <a16:creationId xmlns:a16="http://schemas.microsoft.com/office/drawing/2014/main" id="{DE744D8C-A9D9-4922-8FC5-1556D8AD5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003"/>
                <a:ext cx="52" cy="84"/>
              </a:xfrm>
              <a:custGeom>
                <a:avLst/>
                <a:gdLst>
                  <a:gd name="T0" fmla="*/ 167 w 29"/>
                  <a:gd name="T1" fmla="*/ 305 h 44"/>
                  <a:gd name="T2" fmla="*/ 57 w 29"/>
                  <a:gd name="T3" fmla="*/ 132 h 44"/>
                  <a:gd name="T4" fmla="*/ 45 w 2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4">
                    <a:moveTo>
                      <a:pt x="29" y="44"/>
                    </a:moveTo>
                    <a:cubicBezTo>
                      <a:pt x="23" y="35"/>
                      <a:pt x="15" y="28"/>
                      <a:pt x="10" y="19"/>
                    </a:cubicBezTo>
                    <a:cubicBezTo>
                      <a:pt x="6" y="12"/>
                      <a:pt x="0" y="6"/>
                      <a:pt x="8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0" name="Freeform 1861">
                <a:extLst>
                  <a:ext uri="{FF2B5EF4-FFF2-40B4-BE49-F238E27FC236}">
                    <a16:creationId xmlns:a16="http://schemas.microsoft.com/office/drawing/2014/main" id="{BDA8EECC-9FCE-4DBE-BB08-085D07442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012"/>
                <a:ext cx="15" cy="6"/>
              </a:xfrm>
              <a:custGeom>
                <a:avLst/>
                <a:gdLst>
                  <a:gd name="T0" fmla="*/ 53 w 8"/>
                  <a:gd name="T1" fmla="*/ 24 h 3"/>
                  <a:gd name="T2" fmla="*/ 0 w 8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1"/>
                      <a:pt x="3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1" name="Freeform 1862">
                <a:extLst>
                  <a:ext uri="{FF2B5EF4-FFF2-40B4-BE49-F238E27FC236}">
                    <a16:creationId xmlns:a16="http://schemas.microsoft.com/office/drawing/2014/main" id="{A2E1D8D8-861A-43B2-BFE3-D565BE55A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008"/>
                <a:ext cx="7" cy="4"/>
              </a:xfrm>
              <a:custGeom>
                <a:avLst/>
                <a:gdLst>
                  <a:gd name="T0" fmla="*/ 0 w 4"/>
                  <a:gd name="T1" fmla="*/ 16 h 2"/>
                  <a:gd name="T2" fmla="*/ 21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2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2" name="Freeform 1863">
                <a:extLst>
                  <a:ext uri="{FF2B5EF4-FFF2-40B4-BE49-F238E27FC236}">
                    <a16:creationId xmlns:a16="http://schemas.microsoft.com/office/drawing/2014/main" id="{AA976BC5-B2E2-48F3-B2B7-B717562ED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928"/>
                <a:ext cx="40" cy="84"/>
              </a:xfrm>
              <a:custGeom>
                <a:avLst/>
                <a:gdLst>
                  <a:gd name="T0" fmla="*/ 44 w 22"/>
                  <a:gd name="T1" fmla="*/ 8 h 44"/>
                  <a:gd name="T2" fmla="*/ 36 w 22"/>
                  <a:gd name="T3" fmla="*/ 69 h 44"/>
                  <a:gd name="T4" fmla="*/ 80 w 22"/>
                  <a:gd name="T5" fmla="*/ 176 h 44"/>
                  <a:gd name="T6" fmla="*/ 109 w 22"/>
                  <a:gd name="T7" fmla="*/ 260 h 44"/>
                  <a:gd name="T8" fmla="*/ 133 w 22"/>
                  <a:gd name="T9" fmla="*/ 29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4">
                    <a:moveTo>
                      <a:pt x="7" y="1"/>
                    </a:moveTo>
                    <a:cubicBezTo>
                      <a:pt x="0" y="0"/>
                      <a:pt x="4" y="7"/>
                      <a:pt x="6" y="10"/>
                    </a:cubicBezTo>
                    <a:cubicBezTo>
                      <a:pt x="9" y="15"/>
                      <a:pt x="10" y="20"/>
                      <a:pt x="13" y="25"/>
                    </a:cubicBezTo>
                    <a:cubicBezTo>
                      <a:pt x="15" y="29"/>
                      <a:pt x="17" y="33"/>
                      <a:pt x="18" y="37"/>
                    </a:cubicBezTo>
                    <a:cubicBezTo>
                      <a:pt x="19" y="39"/>
                      <a:pt x="20" y="44"/>
                      <a:pt x="22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3" name="Freeform 1864">
                <a:extLst>
                  <a:ext uri="{FF2B5EF4-FFF2-40B4-BE49-F238E27FC236}">
                    <a16:creationId xmlns:a16="http://schemas.microsoft.com/office/drawing/2014/main" id="{F75C59CC-B0AA-41A4-9D1F-AEC344980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938"/>
                <a:ext cx="11" cy="9"/>
              </a:xfrm>
              <a:custGeom>
                <a:avLst/>
                <a:gdLst>
                  <a:gd name="T0" fmla="*/ 37 w 6"/>
                  <a:gd name="T1" fmla="*/ 13 h 5"/>
                  <a:gd name="T2" fmla="*/ 7 w 6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2" y="0"/>
                      <a:pt x="0" y="1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4" name="Freeform 1865">
                <a:extLst>
                  <a:ext uri="{FF2B5EF4-FFF2-40B4-BE49-F238E27FC236}">
                    <a16:creationId xmlns:a16="http://schemas.microsoft.com/office/drawing/2014/main" id="{B3A9B7F0-6E44-400E-8891-71D87DA6A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855"/>
                <a:ext cx="34" cy="84"/>
              </a:xfrm>
              <a:custGeom>
                <a:avLst/>
                <a:gdLst>
                  <a:gd name="T0" fmla="*/ 93 w 19"/>
                  <a:gd name="T1" fmla="*/ 305 h 44"/>
                  <a:gd name="T2" fmla="*/ 97 w 19"/>
                  <a:gd name="T3" fmla="*/ 260 h 44"/>
                  <a:gd name="T4" fmla="*/ 73 w 19"/>
                  <a:gd name="T5" fmla="*/ 221 h 44"/>
                  <a:gd name="T6" fmla="*/ 57 w 19"/>
                  <a:gd name="T7" fmla="*/ 153 h 44"/>
                  <a:gd name="T8" fmla="*/ 7 w 19"/>
                  <a:gd name="T9" fmla="*/ 0 h 44"/>
                  <a:gd name="T10" fmla="*/ 0 w 19"/>
                  <a:gd name="T11" fmla="*/ 1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4">
                    <a:moveTo>
                      <a:pt x="16" y="44"/>
                    </a:moveTo>
                    <a:cubicBezTo>
                      <a:pt x="18" y="42"/>
                      <a:pt x="19" y="40"/>
                      <a:pt x="17" y="37"/>
                    </a:cubicBezTo>
                    <a:cubicBezTo>
                      <a:pt x="16" y="35"/>
                      <a:pt x="14" y="34"/>
                      <a:pt x="13" y="32"/>
                    </a:cubicBezTo>
                    <a:cubicBezTo>
                      <a:pt x="11" y="29"/>
                      <a:pt x="11" y="25"/>
                      <a:pt x="10" y="22"/>
                    </a:cubicBezTo>
                    <a:cubicBezTo>
                      <a:pt x="8" y="18"/>
                      <a:pt x="5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5" name="Freeform 1866">
                <a:extLst>
                  <a:ext uri="{FF2B5EF4-FFF2-40B4-BE49-F238E27FC236}">
                    <a16:creationId xmlns:a16="http://schemas.microsoft.com/office/drawing/2014/main" id="{8E7EAFC0-5B90-40AD-A6A4-3051D8F26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848"/>
                <a:ext cx="14" cy="15"/>
              </a:xfrm>
              <a:custGeom>
                <a:avLst/>
                <a:gdLst>
                  <a:gd name="T0" fmla="*/ 7 w 8"/>
                  <a:gd name="T1" fmla="*/ 53 h 8"/>
                  <a:gd name="T2" fmla="*/ 16 w 8"/>
                  <a:gd name="T3" fmla="*/ 8 h 8"/>
                  <a:gd name="T4" fmla="*/ 44 w 8"/>
                  <a:gd name="T5" fmla="*/ 1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1" y="8"/>
                    </a:moveTo>
                    <a:cubicBezTo>
                      <a:pt x="1" y="6"/>
                      <a:pt x="0" y="2"/>
                      <a:pt x="3" y="1"/>
                    </a:cubicBezTo>
                    <a:cubicBezTo>
                      <a:pt x="5" y="0"/>
                      <a:pt x="7" y="1"/>
                      <a:pt x="8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6" name="Freeform 1867">
                <a:extLst>
                  <a:ext uri="{FF2B5EF4-FFF2-40B4-BE49-F238E27FC236}">
                    <a16:creationId xmlns:a16="http://schemas.microsoft.com/office/drawing/2014/main" id="{752C9B82-5C7E-49C0-9B12-CDA0CCCF3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920"/>
                <a:ext cx="1" cy="10"/>
              </a:xfrm>
              <a:custGeom>
                <a:avLst/>
                <a:gdLst>
                  <a:gd name="T0" fmla="*/ 0 w 1"/>
                  <a:gd name="T1" fmla="*/ 40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7" name="Freeform 1868">
                <a:extLst>
                  <a:ext uri="{FF2B5EF4-FFF2-40B4-BE49-F238E27FC236}">
                    <a16:creationId xmlns:a16="http://schemas.microsoft.com/office/drawing/2014/main" id="{97F18235-1A51-48B1-A6F9-89DEC6BB0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756"/>
                <a:ext cx="22" cy="105"/>
              </a:xfrm>
              <a:custGeom>
                <a:avLst/>
                <a:gdLst>
                  <a:gd name="T0" fmla="*/ 73 w 12"/>
                  <a:gd name="T1" fmla="*/ 382 h 55"/>
                  <a:gd name="T2" fmla="*/ 61 w 12"/>
                  <a:gd name="T3" fmla="*/ 260 h 55"/>
                  <a:gd name="T4" fmla="*/ 44 w 12"/>
                  <a:gd name="T5" fmla="*/ 116 h 55"/>
                  <a:gd name="T6" fmla="*/ 24 w 12"/>
                  <a:gd name="T7" fmla="*/ 21 h 55"/>
                  <a:gd name="T8" fmla="*/ 0 w 12"/>
                  <a:gd name="T9" fmla="*/ 21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5">
                    <a:moveTo>
                      <a:pt x="12" y="55"/>
                    </a:moveTo>
                    <a:cubicBezTo>
                      <a:pt x="8" y="51"/>
                      <a:pt x="11" y="42"/>
                      <a:pt x="10" y="37"/>
                    </a:cubicBezTo>
                    <a:cubicBezTo>
                      <a:pt x="9" y="30"/>
                      <a:pt x="8" y="24"/>
                      <a:pt x="7" y="17"/>
                    </a:cubicBezTo>
                    <a:cubicBezTo>
                      <a:pt x="7" y="13"/>
                      <a:pt x="7" y="6"/>
                      <a:pt x="4" y="3"/>
                    </a:cubicBezTo>
                    <a:cubicBezTo>
                      <a:pt x="3" y="1"/>
                      <a:pt x="1" y="0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8" name="Freeform 1869">
                <a:extLst>
                  <a:ext uri="{FF2B5EF4-FFF2-40B4-BE49-F238E27FC236}">
                    <a16:creationId xmlns:a16="http://schemas.microsoft.com/office/drawing/2014/main" id="{6BC360D8-E9DD-4520-BAC3-6833B6C6E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752"/>
                <a:ext cx="11" cy="11"/>
              </a:xfrm>
              <a:custGeom>
                <a:avLst/>
                <a:gdLst>
                  <a:gd name="T0" fmla="*/ 7 w 6"/>
                  <a:gd name="T1" fmla="*/ 37 h 6"/>
                  <a:gd name="T2" fmla="*/ 37 w 6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1" y="6"/>
                    </a:moveTo>
                    <a:cubicBezTo>
                      <a:pt x="0" y="3"/>
                      <a:pt x="3" y="0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9" name="Freeform 1870">
                <a:extLst>
                  <a:ext uri="{FF2B5EF4-FFF2-40B4-BE49-F238E27FC236}">
                    <a16:creationId xmlns:a16="http://schemas.microsoft.com/office/drawing/2014/main" id="{54F23DA8-D31A-4F69-820F-A03571FF5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842"/>
                <a:ext cx="7" cy="9"/>
              </a:xfrm>
              <a:custGeom>
                <a:avLst/>
                <a:gdLst>
                  <a:gd name="T0" fmla="*/ 0 w 4"/>
                  <a:gd name="T1" fmla="*/ 0 h 5"/>
                  <a:gd name="T2" fmla="*/ 21 w 4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2"/>
                      <a:pt x="1" y="5"/>
                      <a:pt x="4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0" name="Freeform 1871">
                <a:extLst>
                  <a:ext uri="{FF2B5EF4-FFF2-40B4-BE49-F238E27FC236}">
                    <a16:creationId xmlns:a16="http://schemas.microsoft.com/office/drawing/2014/main" id="{1AF45BF4-D78E-4762-908F-F3E91ED88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652"/>
                <a:ext cx="9" cy="104"/>
              </a:xfrm>
              <a:custGeom>
                <a:avLst/>
                <a:gdLst>
                  <a:gd name="T0" fmla="*/ 29 w 5"/>
                  <a:gd name="T1" fmla="*/ 377 h 54"/>
                  <a:gd name="T2" fmla="*/ 13 w 5"/>
                  <a:gd name="T3" fmla="*/ 164 h 54"/>
                  <a:gd name="T4" fmla="*/ 7 w 5"/>
                  <a:gd name="T5" fmla="*/ 48 h 54"/>
                  <a:gd name="T6" fmla="*/ 29 w 5"/>
                  <a:gd name="T7" fmla="*/ 15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4">
                    <a:moveTo>
                      <a:pt x="5" y="53"/>
                    </a:moveTo>
                    <a:cubicBezTo>
                      <a:pt x="0" y="54"/>
                      <a:pt x="2" y="27"/>
                      <a:pt x="2" y="23"/>
                    </a:cubicBezTo>
                    <a:cubicBezTo>
                      <a:pt x="2" y="17"/>
                      <a:pt x="2" y="12"/>
                      <a:pt x="1" y="7"/>
                    </a:cubicBezTo>
                    <a:cubicBezTo>
                      <a:pt x="1" y="5"/>
                      <a:pt x="2" y="0"/>
                      <a:pt x="5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1" name="Freeform 1872">
                <a:extLst>
                  <a:ext uri="{FF2B5EF4-FFF2-40B4-BE49-F238E27FC236}">
                    <a16:creationId xmlns:a16="http://schemas.microsoft.com/office/drawing/2014/main" id="{D87D00F9-F19D-4B44-AC76-DF77B277A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652"/>
                <a:ext cx="11" cy="12"/>
              </a:xfrm>
              <a:custGeom>
                <a:avLst/>
                <a:gdLst>
                  <a:gd name="T0" fmla="*/ 37 w 6"/>
                  <a:gd name="T1" fmla="*/ 48 h 6"/>
                  <a:gd name="T2" fmla="*/ 0 w 6"/>
                  <a:gd name="T3" fmla="*/ 1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6" y="4"/>
                      <a:pt x="4" y="0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2" name="Freeform 1873">
                <a:extLst>
                  <a:ext uri="{FF2B5EF4-FFF2-40B4-BE49-F238E27FC236}">
                    <a16:creationId xmlns:a16="http://schemas.microsoft.com/office/drawing/2014/main" id="{80584251-95A4-4840-9C3E-4F8AAC989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568"/>
                <a:ext cx="23" cy="92"/>
              </a:xfrm>
              <a:custGeom>
                <a:avLst/>
                <a:gdLst>
                  <a:gd name="T0" fmla="*/ 34 w 13"/>
                  <a:gd name="T1" fmla="*/ 324 h 48"/>
                  <a:gd name="T2" fmla="*/ 37 w 13"/>
                  <a:gd name="T3" fmla="*/ 132 h 48"/>
                  <a:gd name="T4" fmla="*/ 37 w 13"/>
                  <a:gd name="T5" fmla="*/ 69 h 48"/>
                  <a:gd name="T6" fmla="*/ 34 w 13"/>
                  <a:gd name="T7" fmla="*/ 23 h 48"/>
                  <a:gd name="T8" fmla="*/ 73 w 13"/>
                  <a:gd name="T9" fmla="*/ 2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8">
                    <a:moveTo>
                      <a:pt x="6" y="46"/>
                    </a:moveTo>
                    <a:cubicBezTo>
                      <a:pt x="0" y="48"/>
                      <a:pt x="7" y="22"/>
                      <a:pt x="7" y="19"/>
                    </a:cubicBezTo>
                    <a:cubicBezTo>
                      <a:pt x="8" y="16"/>
                      <a:pt x="7" y="13"/>
                      <a:pt x="7" y="10"/>
                    </a:cubicBezTo>
                    <a:cubicBezTo>
                      <a:pt x="7" y="9"/>
                      <a:pt x="5" y="4"/>
                      <a:pt x="6" y="3"/>
                    </a:cubicBezTo>
                    <a:cubicBezTo>
                      <a:pt x="8" y="0"/>
                      <a:pt x="11" y="3"/>
                      <a:pt x="13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3" name="Freeform 1874">
                <a:extLst>
                  <a:ext uri="{FF2B5EF4-FFF2-40B4-BE49-F238E27FC236}">
                    <a16:creationId xmlns:a16="http://schemas.microsoft.com/office/drawing/2014/main" id="{BF3A0547-026F-4E7F-9BD7-9A6FC7C9C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568"/>
                <a:ext cx="8" cy="12"/>
              </a:xfrm>
              <a:custGeom>
                <a:avLst/>
                <a:gdLst>
                  <a:gd name="T0" fmla="*/ 32 w 4"/>
                  <a:gd name="T1" fmla="*/ 40 h 6"/>
                  <a:gd name="T2" fmla="*/ 0 w 4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5"/>
                    </a:move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4" name="Freeform 1875">
                <a:extLst>
                  <a:ext uri="{FF2B5EF4-FFF2-40B4-BE49-F238E27FC236}">
                    <a16:creationId xmlns:a16="http://schemas.microsoft.com/office/drawing/2014/main" id="{365E1492-0B44-4C7E-8566-052D8FD55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650"/>
                <a:ext cx="7" cy="4"/>
              </a:xfrm>
              <a:custGeom>
                <a:avLst/>
                <a:gdLst>
                  <a:gd name="T0" fmla="*/ 21 w 4"/>
                  <a:gd name="T1" fmla="*/ 0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2" y="2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5" name="Freeform 1876">
                <a:extLst>
                  <a:ext uri="{FF2B5EF4-FFF2-40B4-BE49-F238E27FC236}">
                    <a16:creationId xmlns:a16="http://schemas.microsoft.com/office/drawing/2014/main" id="{4EBA6D76-807F-4ED0-8663-1576DDD7A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472"/>
                <a:ext cx="27" cy="100"/>
              </a:xfrm>
              <a:custGeom>
                <a:avLst/>
                <a:gdLst>
                  <a:gd name="T0" fmla="*/ 7 w 15"/>
                  <a:gd name="T1" fmla="*/ 369 h 52"/>
                  <a:gd name="T2" fmla="*/ 13 w 15"/>
                  <a:gd name="T3" fmla="*/ 325 h 52"/>
                  <a:gd name="T4" fmla="*/ 16 w 15"/>
                  <a:gd name="T5" fmla="*/ 256 h 52"/>
                  <a:gd name="T6" fmla="*/ 41 w 15"/>
                  <a:gd name="T7" fmla="*/ 108 h 52"/>
                  <a:gd name="T8" fmla="*/ 88 w 15"/>
                  <a:gd name="T9" fmla="*/ 2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2">
                    <a:moveTo>
                      <a:pt x="1" y="52"/>
                    </a:moveTo>
                    <a:cubicBezTo>
                      <a:pt x="0" y="51"/>
                      <a:pt x="2" y="48"/>
                      <a:pt x="2" y="46"/>
                    </a:cubicBezTo>
                    <a:cubicBezTo>
                      <a:pt x="3" y="43"/>
                      <a:pt x="3" y="39"/>
                      <a:pt x="3" y="36"/>
                    </a:cubicBezTo>
                    <a:cubicBezTo>
                      <a:pt x="4" y="29"/>
                      <a:pt x="6" y="22"/>
                      <a:pt x="7" y="15"/>
                    </a:cubicBezTo>
                    <a:cubicBezTo>
                      <a:pt x="7" y="10"/>
                      <a:pt x="8" y="0"/>
                      <a:pt x="15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6" name="Freeform 1877">
                <a:extLst>
                  <a:ext uri="{FF2B5EF4-FFF2-40B4-BE49-F238E27FC236}">
                    <a16:creationId xmlns:a16="http://schemas.microsoft.com/office/drawing/2014/main" id="{4C6F6523-B713-489C-BD8A-97730DF66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474"/>
                <a:ext cx="7" cy="14"/>
              </a:xfrm>
              <a:custGeom>
                <a:avLst/>
                <a:gdLst>
                  <a:gd name="T0" fmla="*/ 21 w 4"/>
                  <a:gd name="T1" fmla="*/ 56 h 7"/>
                  <a:gd name="T2" fmla="*/ 0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4" y="3"/>
                      <a:pt x="4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7" name="Freeform 1878">
                <a:extLst>
                  <a:ext uri="{FF2B5EF4-FFF2-40B4-BE49-F238E27FC236}">
                    <a16:creationId xmlns:a16="http://schemas.microsoft.com/office/drawing/2014/main" id="{30B4337A-1946-4520-80D9-595CE4B9E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476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2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8" name="Freeform 1879">
                <a:extLst>
                  <a:ext uri="{FF2B5EF4-FFF2-40B4-BE49-F238E27FC236}">
                    <a16:creationId xmlns:a16="http://schemas.microsoft.com/office/drawing/2014/main" id="{5EBC85FF-A4C4-491D-ACB4-40C9912FC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384"/>
                <a:ext cx="35" cy="96"/>
              </a:xfrm>
              <a:custGeom>
                <a:avLst/>
                <a:gdLst>
                  <a:gd name="T0" fmla="*/ 118 w 19"/>
                  <a:gd name="T1" fmla="*/ 29 h 50"/>
                  <a:gd name="T2" fmla="*/ 76 w 19"/>
                  <a:gd name="T3" fmla="*/ 44 h 50"/>
                  <a:gd name="T4" fmla="*/ 68 w 19"/>
                  <a:gd name="T5" fmla="*/ 108 h 50"/>
                  <a:gd name="T6" fmla="*/ 52 w 19"/>
                  <a:gd name="T7" fmla="*/ 184 h 50"/>
                  <a:gd name="T8" fmla="*/ 24 w 19"/>
                  <a:gd name="T9" fmla="*/ 300 h 50"/>
                  <a:gd name="T10" fmla="*/ 13 w 19"/>
                  <a:gd name="T11" fmla="*/ 353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0">
                    <a:moveTo>
                      <a:pt x="19" y="4"/>
                    </a:moveTo>
                    <a:cubicBezTo>
                      <a:pt x="16" y="7"/>
                      <a:pt x="13" y="0"/>
                      <a:pt x="12" y="6"/>
                    </a:cubicBezTo>
                    <a:cubicBezTo>
                      <a:pt x="11" y="9"/>
                      <a:pt x="11" y="12"/>
                      <a:pt x="11" y="15"/>
                    </a:cubicBezTo>
                    <a:cubicBezTo>
                      <a:pt x="10" y="19"/>
                      <a:pt x="9" y="23"/>
                      <a:pt x="8" y="26"/>
                    </a:cubicBezTo>
                    <a:cubicBezTo>
                      <a:pt x="7" y="32"/>
                      <a:pt x="6" y="38"/>
                      <a:pt x="4" y="42"/>
                    </a:cubicBezTo>
                    <a:cubicBezTo>
                      <a:pt x="3" y="45"/>
                      <a:pt x="0" y="47"/>
                      <a:pt x="2" y="5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9" name="Freeform 1880">
                <a:extLst>
                  <a:ext uri="{FF2B5EF4-FFF2-40B4-BE49-F238E27FC236}">
                    <a16:creationId xmlns:a16="http://schemas.microsoft.com/office/drawing/2014/main" id="{21892CBE-7156-4E16-95D6-E79A6E8D4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382"/>
                <a:ext cx="5" cy="12"/>
              </a:xfrm>
              <a:custGeom>
                <a:avLst/>
                <a:gdLst>
                  <a:gd name="T0" fmla="*/ 13 w 3"/>
                  <a:gd name="T1" fmla="*/ 48 h 6"/>
                  <a:gd name="T2" fmla="*/ 0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3" y="3"/>
                      <a:pt x="3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0" name="Freeform 1881">
                <a:extLst>
                  <a:ext uri="{FF2B5EF4-FFF2-40B4-BE49-F238E27FC236}">
                    <a16:creationId xmlns:a16="http://schemas.microsoft.com/office/drawing/2014/main" id="{609215D2-F817-445F-A6E5-C8DD13AA7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312"/>
                <a:ext cx="38" cy="80"/>
              </a:xfrm>
              <a:custGeom>
                <a:avLst/>
                <a:gdLst>
                  <a:gd name="T0" fmla="*/ 0 w 21"/>
                  <a:gd name="T1" fmla="*/ 290 h 42"/>
                  <a:gd name="T2" fmla="*/ 45 w 21"/>
                  <a:gd name="T3" fmla="*/ 200 h 42"/>
                  <a:gd name="T4" fmla="*/ 78 w 21"/>
                  <a:gd name="T5" fmla="*/ 91 h 42"/>
                  <a:gd name="T6" fmla="*/ 94 w 21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2">
                    <a:moveTo>
                      <a:pt x="0" y="42"/>
                    </a:moveTo>
                    <a:cubicBezTo>
                      <a:pt x="0" y="38"/>
                      <a:pt x="6" y="33"/>
                      <a:pt x="8" y="29"/>
                    </a:cubicBezTo>
                    <a:cubicBezTo>
                      <a:pt x="10" y="24"/>
                      <a:pt x="10" y="18"/>
                      <a:pt x="13" y="13"/>
                    </a:cubicBezTo>
                    <a:cubicBezTo>
                      <a:pt x="14" y="10"/>
                      <a:pt x="21" y="2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1" name="Freeform 1882">
                <a:extLst>
                  <a:ext uri="{FF2B5EF4-FFF2-40B4-BE49-F238E27FC236}">
                    <a16:creationId xmlns:a16="http://schemas.microsoft.com/office/drawing/2014/main" id="{8E5800D6-E0EC-430D-B8A9-11CCFD8A2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314"/>
                <a:ext cx="6" cy="1"/>
              </a:xfrm>
              <a:custGeom>
                <a:avLst/>
                <a:gdLst>
                  <a:gd name="T0" fmla="*/ 24 w 3"/>
                  <a:gd name="T1" fmla="*/ 0 h 1"/>
                  <a:gd name="T2" fmla="*/ 0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2" name="Freeform 1883">
                <a:extLst>
                  <a:ext uri="{FF2B5EF4-FFF2-40B4-BE49-F238E27FC236}">
                    <a16:creationId xmlns:a16="http://schemas.microsoft.com/office/drawing/2014/main" id="{3D88DAB7-65D2-4F60-9135-3180908E0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384"/>
                <a:ext cx="3" cy="8"/>
              </a:xfrm>
              <a:custGeom>
                <a:avLst/>
                <a:gdLst>
                  <a:gd name="T0" fmla="*/ 5 w 2"/>
                  <a:gd name="T1" fmla="*/ 0 h 4"/>
                  <a:gd name="T2" fmla="*/ 8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3" name="Freeform 1884">
                <a:extLst>
                  <a:ext uri="{FF2B5EF4-FFF2-40B4-BE49-F238E27FC236}">
                    <a16:creationId xmlns:a16="http://schemas.microsoft.com/office/drawing/2014/main" id="{6198EE66-5A30-4765-9FA7-1FD80843C7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78" y="1116"/>
                <a:ext cx="573" cy="1074"/>
              </a:xfrm>
              <a:custGeom>
                <a:avLst/>
                <a:gdLst>
                  <a:gd name="T0" fmla="*/ 927 w 319"/>
                  <a:gd name="T1" fmla="*/ 0 h 561"/>
                  <a:gd name="T2" fmla="*/ 0 w 319"/>
                  <a:gd name="T3" fmla="*/ 1964 h 561"/>
                  <a:gd name="T4" fmla="*/ 927 w 319"/>
                  <a:gd name="T5" fmla="*/ 3936 h 561"/>
                  <a:gd name="T6" fmla="*/ 1848 w 319"/>
                  <a:gd name="T7" fmla="*/ 1964 h 561"/>
                  <a:gd name="T8" fmla="*/ 927 w 319"/>
                  <a:gd name="T9" fmla="*/ 0 h 561"/>
                  <a:gd name="T10" fmla="*/ 896 w 319"/>
                  <a:gd name="T11" fmla="*/ 3791 h 561"/>
                  <a:gd name="T12" fmla="*/ 65 w 319"/>
                  <a:gd name="T13" fmla="*/ 1972 h 561"/>
                  <a:gd name="T14" fmla="*/ 896 w 319"/>
                  <a:gd name="T15" fmla="*/ 147 h 561"/>
                  <a:gd name="T16" fmla="*/ 1739 w 319"/>
                  <a:gd name="T17" fmla="*/ 1972 h 561"/>
                  <a:gd name="T18" fmla="*/ 896 w 319"/>
                  <a:gd name="T19" fmla="*/ 3791 h 5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9" h="561">
                    <a:moveTo>
                      <a:pt x="160" y="0"/>
                    </a:moveTo>
                    <a:cubicBezTo>
                      <a:pt x="71" y="0"/>
                      <a:pt x="0" y="125"/>
                      <a:pt x="0" y="280"/>
                    </a:cubicBezTo>
                    <a:cubicBezTo>
                      <a:pt x="0" y="436"/>
                      <a:pt x="71" y="561"/>
                      <a:pt x="160" y="561"/>
                    </a:cubicBezTo>
                    <a:cubicBezTo>
                      <a:pt x="248" y="561"/>
                      <a:pt x="319" y="436"/>
                      <a:pt x="319" y="280"/>
                    </a:cubicBezTo>
                    <a:cubicBezTo>
                      <a:pt x="319" y="125"/>
                      <a:pt x="248" y="0"/>
                      <a:pt x="160" y="0"/>
                    </a:cubicBezTo>
                    <a:close/>
                    <a:moveTo>
                      <a:pt x="155" y="540"/>
                    </a:moveTo>
                    <a:cubicBezTo>
                      <a:pt x="75" y="540"/>
                      <a:pt x="11" y="424"/>
                      <a:pt x="11" y="281"/>
                    </a:cubicBezTo>
                    <a:cubicBezTo>
                      <a:pt x="11" y="138"/>
                      <a:pt x="75" y="21"/>
                      <a:pt x="155" y="21"/>
                    </a:cubicBezTo>
                    <a:cubicBezTo>
                      <a:pt x="235" y="21"/>
                      <a:pt x="300" y="138"/>
                      <a:pt x="300" y="281"/>
                    </a:cubicBezTo>
                    <a:cubicBezTo>
                      <a:pt x="300" y="424"/>
                      <a:pt x="235" y="540"/>
                      <a:pt x="155" y="54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4" name="Oval 1885">
                <a:extLst>
                  <a:ext uri="{FF2B5EF4-FFF2-40B4-BE49-F238E27FC236}">
                    <a16:creationId xmlns:a16="http://schemas.microsoft.com/office/drawing/2014/main" id="{CA6A8862-514F-4FD7-B8D5-75C847D76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1157"/>
                <a:ext cx="518" cy="993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05" name="Freeform 1886">
                <a:extLst>
                  <a:ext uri="{FF2B5EF4-FFF2-40B4-BE49-F238E27FC236}">
                    <a16:creationId xmlns:a16="http://schemas.microsoft.com/office/drawing/2014/main" id="{232D0711-CA22-4FDC-87AF-9B2089E85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774"/>
                <a:ext cx="883" cy="1410"/>
              </a:xfrm>
              <a:custGeom>
                <a:avLst/>
                <a:gdLst>
                  <a:gd name="T0" fmla="*/ 167 w 492"/>
                  <a:gd name="T1" fmla="*/ 5162 h 737"/>
                  <a:gd name="T2" fmla="*/ 2306 w 492"/>
                  <a:gd name="T3" fmla="*/ 1267 h 737"/>
                  <a:gd name="T4" fmla="*/ 2590 w 492"/>
                  <a:gd name="T5" fmla="*/ 429 h 737"/>
                  <a:gd name="T6" fmla="*/ 2800 w 492"/>
                  <a:gd name="T7" fmla="*/ 161 h 737"/>
                  <a:gd name="T8" fmla="*/ 2773 w 492"/>
                  <a:gd name="T9" fmla="*/ 0 h 737"/>
                  <a:gd name="T10" fmla="*/ 2439 w 492"/>
                  <a:gd name="T11" fmla="*/ 352 h 737"/>
                  <a:gd name="T12" fmla="*/ 1788 w 492"/>
                  <a:gd name="T13" fmla="*/ 905 h 737"/>
                  <a:gd name="T14" fmla="*/ 903 w 492"/>
                  <a:gd name="T15" fmla="*/ 1435 h 737"/>
                  <a:gd name="T16" fmla="*/ 0 w 492"/>
                  <a:gd name="T17" fmla="*/ 1247 h 7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2" h="737">
                    <a:moveTo>
                      <a:pt x="29" y="737"/>
                    </a:moveTo>
                    <a:cubicBezTo>
                      <a:pt x="419" y="624"/>
                      <a:pt x="352" y="223"/>
                      <a:pt x="399" y="181"/>
                    </a:cubicBezTo>
                    <a:cubicBezTo>
                      <a:pt x="446" y="139"/>
                      <a:pt x="445" y="91"/>
                      <a:pt x="448" y="61"/>
                    </a:cubicBezTo>
                    <a:cubicBezTo>
                      <a:pt x="452" y="31"/>
                      <a:pt x="484" y="23"/>
                      <a:pt x="484" y="23"/>
                    </a:cubicBezTo>
                    <a:cubicBezTo>
                      <a:pt x="492" y="11"/>
                      <a:pt x="480" y="0"/>
                      <a:pt x="480" y="0"/>
                    </a:cubicBezTo>
                    <a:cubicBezTo>
                      <a:pt x="456" y="3"/>
                      <a:pt x="445" y="5"/>
                      <a:pt x="422" y="50"/>
                    </a:cubicBezTo>
                    <a:cubicBezTo>
                      <a:pt x="395" y="104"/>
                      <a:pt x="344" y="77"/>
                      <a:pt x="309" y="129"/>
                    </a:cubicBezTo>
                    <a:cubicBezTo>
                      <a:pt x="274" y="181"/>
                      <a:pt x="234" y="252"/>
                      <a:pt x="156" y="205"/>
                    </a:cubicBezTo>
                    <a:cubicBezTo>
                      <a:pt x="97" y="170"/>
                      <a:pt x="30" y="174"/>
                      <a:pt x="0" y="17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6" name="Line 1887">
                <a:extLst>
                  <a:ext uri="{FF2B5EF4-FFF2-40B4-BE49-F238E27FC236}">
                    <a16:creationId xmlns:a16="http://schemas.microsoft.com/office/drawing/2014/main" id="{C648256B-6187-4878-9FD0-3B10BBD1DA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5" y="1951"/>
                <a:ext cx="1" cy="1"/>
              </a:xfrm>
              <a:prstGeom prst="line">
                <a:avLst/>
              </a:prstGeom>
              <a:noFill/>
              <a:ln w="11113">
                <a:solidFill>
                  <a:srgbClr val="F4CB7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7" name="Freeform 1888">
                <a:extLst>
                  <a:ext uri="{FF2B5EF4-FFF2-40B4-BE49-F238E27FC236}">
                    <a16:creationId xmlns:a16="http://schemas.microsoft.com/office/drawing/2014/main" id="{59FC9E92-73F8-4C71-814A-12FC251D9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551"/>
                <a:ext cx="56" cy="57"/>
              </a:xfrm>
              <a:custGeom>
                <a:avLst/>
                <a:gdLst>
                  <a:gd name="T0" fmla="*/ 72 w 31"/>
                  <a:gd name="T1" fmla="*/ 0 h 30"/>
                  <a:gd name="T2" fmla="*/ 177 w 31"/>
                  <a:gd name="T3" fmla="*/ 205 h 30"/>
                  <a:gd name="T4" fmla="*/ 72 w 31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0">
                    <a:moveTo>
                      <a:pt x="12" y="0"/>
                    </a:moveTo>
                    <a:cubicBezTo>
                      <a:pt x="12" y="0"/>
                      <a:pt x="0" y="26"/>
                      <a:pt x="30" y="30"/>
                    </a:cubicBezTo>
                    <a:cubicBezTo>
                      <a:pt x="30" y="30"/>
                      <a:pt x="31" y="2"/>
                      <a:pt x="12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8" name="Freeform 1889">
                <a:extLst>
                  <a:ext uri="{FF2B5EF4-FFF2-40B4-BE49-F238E27FC236}">
                    <a16:creationId xmlns:a16="http://schemas.microsoft.com/office/drawing/2014/main" id="{C464869F-C1E1-417E-9379-233A862DE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572"/>
                <a:ext cx="68" cy="92"/>
              </a:xfrm>
              <a:custGeom>
                <a:avLst/>
                <a:gdLst>
                  <a:gd name="T0" fmla="*/ 218 w 38"/>
                  <a:gd name="T1" fmla="*/ 148 h 48"/>
                  <a:gd name="T2" fmla="*/ 0 w 38"/>
                  <a:gd name="T3" fmla="*/ 132 h 48"/>
                  <a:gd name="T4" fmla="*/ 218 w 38"/>
                  <a:gd name="T5" fmla="*/ 148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8">
                    <a:moveTo>
                      <a:pt x="38" y="21"/>
                    </a:moveTo>
                    <a:cubicBezTo>
                      <a:pt x="38" y="21"/>
                      <a:pt x="22" y="0"/>
                      <a:pt x="0" y="19"/>
                    </a:cubicBezTo>
                    <a:cubicBezTo>
                      <a:pt x="0" y="19"/>
                      <a:pt x="18" y="48"/>
                      <a:pt x="38" y="21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9" name="Freeform 1890">
                <a:extLst>
                  <a:ext uri="{FF2B5EF4-FFF2-40B4-BE49-F238E27FC236}">
                    <a16:creationId xmlns:a16="http://schemas.microsoft.com/office/drawing/2014/main" id="{26FDB226-4602-4AF1-BECF-187AA4EB4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583"/>
                <a:ext cx="47" cy="54"/>
              </a:xfrm>
              <a:custGeom>
                <a:avLst/>
                <a:gdLst>
                  <a:gd name="T0" fmla="*/ 154 w 26"/>
                  <a:gd name="T1" fmla="*/ 64 h 28"/>
                  <a:gd name="T2" fmla="*/ 0 w 26"/>
                  <a:gd name="T3" fmla="*/ 108 h 28"/>
                  <a:gd name="T4" fmla="*/ 154 w 26"/>
                  <a:gd name="T5" fmla="*/ 6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26" y="9"/>
                    </a:moveTo>
                    <a:cubicBezTo>
                      <a:pt x="26" y="9"/>
                      <a:pt x="7" y="0"/>
                      <a:pt x="0" y="15"/>
                    </a:cubicBezTo>
                    <a:cubicBezTo>
                      <a:pt x="0" y="15"/>
                      <a:pt x="16" y="28"/>
                      <a:pt x="26" y="9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0" name="Freeform 1891">
                <a:extLst>
                  <a:ext uri="{FF2B5EF4-FFF2-40B4-BE49-F238E27FC236}">
                    <a16:creationId xmlns:a16="http://schemas.microsoft.com/office/drawing/2014/main" id="{BB4E8FD6-01A9-4A57-BB6E-0FB8F4DFE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566"/>
                <a:ext cx="79" cy="61"/>
              </a:xfrm>
              <a:custGeom>
                <a:avLst/>
                <a:gdLst>
                  <a:gd name="T0" fmla="*/ 255 w 44"/>
                  <a:gd name="T1" fmla="*/ 69 h 32"/>
                  <a:gd name="T2" fmla="*/ 0 w 44"/>
                  <a:gd name="T3" fmla="*/ 132 h 32"/>
                  <a:gd name="T4" fmla="*/ 255 w 44"/>
                  <a:gd name="T5" fmla="*/ 6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2">
                    <a:moveTo>
                      <a:pt x="44" y="10"/>
                    </a:moveTo>
                    <a:cubicBezTo>
                      <a:pt x="44" y="10"/>
                      <a:pt x="21" y="0"/>
                      <a:pt x="0" y="19"/>
                    </a:cubicBezTo>
                    <a:cubicBezTo>
                      <a:pt x="0" y="19"/>
                      <a:pt x="25" y="32"/>
                      <a:pt x="44" y="1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1" name="Freeform 1892">
                <a:extLst>
                  <a:ext uri="{FF2B5EF4-FFF2-40B4-BE49-F238E27FC236}">
                    <a16:creationId xmlns:a16="http://schemas.microsoft.com/office/drawing/2014/main" id="{F64DFB1A-9722-402F-B3B7-7696BAF5D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559"/>
                <a:ext cx="59" cy="55"/>
              </a:xfrm>
              <a:custGeom>
                <a:avLst/>
                <a:gdLst>
                  <a:gd name="T0" fmla="*/ 188 w 33"/>
                  <a:gd name="T1" fmla="*/ 152 h 29"/>
                  <a:gd name="T2" fmla="*/ 0 w 33"/>
                  <a:gd name="T3" fmla="*/ 89 h 29"/>
                  <a:gd name="T4" fmla="*/ 188 w 33"/>
                  <a:gd name="T5" fmla="*/ 15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9">
                    <a:moveTo>
                      <a:pt x="33" y="22"/>
                    </a:moveTo>
                    <a:cubicBezTo>
                      <a:pt x="33" y="22"/>
                      <a:pt x="24" y="0"/>
                      <a:pt x="0" y="13"/>
                    </a:cubicBezTo>
                    <a:cubicBezTo>
                      <a:pt x="0" y="13"/>
                      <a:pt x="11" y="29"/>
                      <a:pt x="33" y="22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2" name="Freeform 1893">
                <a:extLst>
                  <a:ext uri="{FF2B5EF4-FFF2-40B4-BE49-F238E27FC236}">
                    <a16:creationId xmlns:a16="http://schemas.microsoft.com/office/drawing/2014/main" id="{ED38F878-07F3-4536-95B3-295A622A2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576"/>
                <a:ext cx="79" cy="67"/>
              </a:xfrm>
              <a:custGeom>
                <a:avLst/>
                <a:gdLst>
                  <a:gd name="T0" fmla="*/ 0 w 44"/>
                  <a:gd name="T1" fmla="*/ 92 h 35"/>
                  <a:gd name="T2" fmla="*/ 255 w 44"/>
                  <a:gd name="T3" fmla="*/ 216 h 35"/>
                  <a:gd name="T4" fmla="*/ 0 w 44"/>
                  <a:gd name="T5" fmla="*/ 9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5">
                    <a:moveTo>
                      <a:pt x="0" y="13"/>
                    </a:moveTo>
                    <a:cubicBezTo>
                      <a:pt x="0" y="13"/>
                      <a:pt x="35" y="0"/>
                      <a:pt x="44" y="31"/>
                    </a:cubicBezTo>
                    <a:cubicBezTo>
                      <a:pt x="44" y="31"/>
                      <a:pt x="16" y="35"/>
                      <a:pt x="0" y="13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3" name="Freeform 1894">
                <a:extLst>
                  <a:ext uri="{FF2B5EF4-FFF2-40B4-BE49-F238E27FC236}">
                    <a16:creationId xmlns:a16="http://schemas.microsoft.com/office/drawing/2014/main" id="{21E50684-D37D-468E-973E-E9BFDA06D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582"/>
                <a:ext cx="70" cy="95"/>
              </a:xfrm>
              <a:custGeom>
                <a:avLst/>
                <a:gdLst>
                  <a:gd name="T0" fmla="*/ 174 w 39"/>
                  <a:gd name="T1" fmla="*/ 0 h 50"/>
                  <a:gd name="T2" fmla="*/ 0 w 39"/>
                  <a:gd name="T3" fmla="*/ 192 h 50"/>
                  <a:gd name="T4" fmla="*/ 174 w 39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0">
                    <a:moveTo>
                      <a:pt x="30" y="0"/>
                    </a:moveTo>
                    <a:cubicBezTo>
                      <a:pt x="30" y="0"/>
                      <a:pt x="7" y="10"/>
                      <a:pt x="0" y="28"/>
                    </a:cubicBezTo>
                    <a:cubicBezTo>
                      <a:pt x="0" y="28"/>
                      <a:pt x="39" y="50"/>
                      <a:pt x="3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4" name="Oval 1895">
                <a:extLst>
                  <a:ext uri="{FF2B5EF4-FFF2-40B4-BE49-F238E27FC236}">
                    <a16:creationId xmlns:a16="http://schemas.microsoft.com/office/drawing/2014/main" id="{E1AF9D75-D7CA-417A-8BB4-22DA4091F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608"/>
                <a:ext cx="27" cy="16"/>
              </a:xfrm>
              <a:prstGeom prst="ellipse">
                <a:avLst/>
              </a:pr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15" name="Freeform 1896">
                <a:extLst>
                  <a:ext uri="{FF2B5EF4-FFF2-40B4-BE49-F238E27FC236}">
                    <a16:creationId xmlns:a16="http://schemas.microsoft.com/office/drawing/2014/main" id="{393584A6-71D6-4B12-91A5-6B99E370A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603"/>
                <a:ext cx="25" cy="23"/>
              </a:xfrm>
              <a:custGeom>
                <a:avLst/>
                <a:gdLst>
                  <a:gd name="T0" fmla="*/ 73 w 14"/>
                  <a:gd name="T1" fmla="*/ 69 h 12"/>
                  <a:gd name="T2" fmla="*/ 23 w 14"/>
                  <a:gd name="T3" fmla="*/ 63 h 12"/>
                  <a:gd name="T4" fmla="*/ 7 w 14"/>
                  <a:gd name="T5" fmla="*/ 15 h 12"/>
                  <a:gd name="T6" fmla="*/ 52 w 14"/>
                  <a:gd name="T7" fmla="*/ 15 h 12"/>
                  <a:gd name="T8" fmla="*/ 73 w 14"/>
                  <a:gd name="T9" fmla="*/ 6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3" y="10"/>
                    </a:moveTo>
                    <a:cubicBezTo>
                      <a:pt x="11" y="12"/>
                      <a:pt x="8" y="11"/>
                      <a:pt x="4" y="9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6" y="0"/>
                      <a:pt x="9" y="2"/>
                    </a:cubicBezTo>
                    <a:cubicBezTo>
                      <a:pt x="12" y="5"/>
                      <a:pt x="14" y="8"/>
                      <a:pt x="13" y="10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6" name="Freeform 1897">
                <a:extLst>
                  <a:ext uri="{FF2B5EF4-FFF2-40B4-BE49-F238E27FC236}">
                    <a16:creationId xmlns:a16="http://schemas.microsoft.com/office/drawing/2014/main" id="{80FEB070-899E-4033-9C5D-687E2AFAE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591"/>
                <a:ext cx="26" cy="12"/>
              </a:xfrm>
              <a:custGeom>
                <a:avLst/>
                <a:gdLst>
                  <a:gd name="T0" fmla="*/ 89 w 14"/>
                  <a:gd name="T1" fmla="*/ 16 h 6"/>
                  <a:gd name="T2" fmla="*/ 52 w 14"/>
                  <a:gd name="T3" fmla="*/ 48 h 6"/>
                  <a:gd name="T4" fmla="*/ 0 w 14"/>
                  <a:gd name="T5" fmla="*/ 32 h 6"/>
                  <a:gd name="T6" fmla="*/ 45 w 14"/>
                  <a:gd name="T7" fmla="*/ 0 h 6"/>
                  <a:gd name="T8" fmla="*/ 89 w 14"/>
                  <a:gd name="T9" fmla="*/ 1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14" y="2"/>
                    </a:moveTo>
                    <a:cubicBezTo>
                      <a:pt x="14" y="3"/>
                      <a:pt x="12" y="5"/>
                      <a:pt x="8" y="6"/>
                    </a:cubicBezTo>
                    <a:cubicBezTo>
                      <a:pt x="4" y="6"/>
                      <a:pt x="0" y="6"/>
                      <a:pt x="0" y="4"/>
                    </a:cubicBezTo>
                    <a:cubicBezTo>
                      <a:pt x="0" y="3"/>
                      <a:pt x="3" y="1"/>
                      <a:pt x="7" y="0"/>
                    </a:cubicBezTo>
                    <a:cubicBezTo>
                      <a:pt x="10" y="0"/>
                      <a:pt x="14" y="0"/>
                      <a:pt x="14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7" name="Oval 1898">
                <a:extLst>
                  <a:ext uri="{FF2B5EF4-FFF2-40B4-BE49-F238E27FC236}">
                    <a16:creationId xmlns:a16="http://schemas.microsoft.com/office/drawing/2014/main" id="{97F72537-FCB9-4165-A6FF-A161DD09B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2" y="1601"/>
                <a:ext cx="18" cy="11"/>
              </a:xfrm>
              <a:prstGeom prst="ellipse">
                <a:avLst/>
              </a:pr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18" name="Freeform 1899">
                <a:extLst>
                  <a:ext uri="{FF2B5EF4-FFF2-40B4-BE49-F238E27FC236}">
                    <a16:creationId xmlns:a16="http://schemas.microsoft.com/office/drawing/2014/main" id="{2E38EED7-938F-4654-BFA4-FEAD9C26D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1583"/>
                <a:ext cx="18" cy="14"/>
              </a:xfrm>
              <a:custGeom>
                <a:avLst/>
                <a:gdLst>
                  <a:gd name="T0" fmla="*/ 58 w 10"/>
                  <a:gd name="T1" fmla="*/ 40 h 7"/>
                  <a:gd name="T2" fmla="*/ 23 w 10"/>
                  <a:gd name="T3" fmla="*/ 48 h 7"/>
                  <a:gd name="T4" fmla="*/ 0 w 10"/>
                  <a:gd name="T5" fmla="*/ 16 h 7"/>
                  <a:gd name="T6" fmla="*/ 36 w 10"/>
                  <a:gd name="T7" fmla="*/ 8 h 7"/>
                  <a:gd name="T8" fmla="*/ 58 w 10"/>
                  <a:gd name="T9" fmla="*/ 4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5"/>
                    </a:moveTo>
                    <a:cubicBezTo>
                      <a:pt x="9" y="7"/>
                      <a:pt x="7" y="7"/>
                      <a:pt x="4" y="6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9" y="2"/>
                      <a:pt x="10" y="4"/>
                      <a:pt x="10" y="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9" name="Freeform 1900">
                <a:extLst>
                  <a:ext uri="{FF2B5EF4-FFF2-40B4-BE49-F238E27FC236}">
                    <a16:creationId xmlns:a16="http://schemas.microsoft.com/office/drawing/2014/main" id="{278D26D2-FD99-49E2-BF34-772CD92AF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603"/>
                <a:ext cx="27" cy="26"/>
              </a:xfrm>
              <a:custGeom>
                <a:avLst/>
                <a:gdLst>
                  <a:gd name="T0" fmla="*/ 81 w 15"/>
                  <a:gd name="T1" fmla="*/ 13 h 14"/>
                  <a:gd name="T2" fmla="*/ 65 w 15"/>
                  <a:gd name="T3" fmla="*/ 69 h 14"/>
                  <a:gd name="T4" fmla="*/ 13 w 15"/>
                  <a:gd name="T5" fmla="*/ 76 h 14"/>
                  <a:gd name="T6" fmla="*/ 29 w 15"/>
                  <a:gd name="T7" fmla="*/ 20 h 14"/>
                  <a:gd name="T8" fmla="*/ 81 w 15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4" y="2"/>
                    </a:moveTo>
                    <a:cubicBezTo>
                      <a:pt x="15" y="4"/>
                      <a:pt x="14" y="8"/>
                      <a:pt x="11" y="11"/>
                    </a:cubicBezTo>
                    <a:cubicBezTo>
                      <a:pt x="8" y="14"/>
                      <a:pt x="4" y="14"/>
                      <a:pt x="2" y="12"/>
                    </a:cubicBezTo>
                    <a:cubicBezTo>
                      <a:pt x="0" y="10"/>
                      <a:pt x="1" y="6"/>
                      <a:pt x="5" y="3"/>
                    </a:cubicBezTo>
                    <a:cubicBezTo>
                      <a:pt x="8" y="1"/>
                      <a:pt x="12" y="0"/>
                      <a:pt x="14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0" name="Freeform 1901">
                <a:extLst>
                  <a:ext uri="{FF2B5EF4-FFF2-40B4-BE49-F238E27FC236}">
                    <a16:creationId xmlns:a16="http://schemas.microsoft.com/office/drawing/2014/main" id="{C6735CC2-5B81-4D90-8433-AF4AACF86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566"/>
                <a:ext cx="18" cy="27"/>
              </a:xfrm>
              <a:custGeom>
                <a:avLst/>
                <a:gdLst>
                  <a:gd name="T0" fmla="*/ 52 w 10"/>
                  <a:gd name="T1" fmla="*/ 37 h 14"/>
                  <a:gd name="T2" fmla="*/ 45 w 10"/>
                  <a:gd name="T3" fmla="*/ 93 h 14"/>
                  <a:gd name="T4" fmla="*/ 13 w 10"/>
                  <a:gd name="T5" fmla="*/ 56 h 14"/>
                  <a:gd name="T6" fmla="*/ 13 w 10"/>
                  <a:gd name="T7" fmla="*/ 8 h 14"/>
                  <a:gd name="T8" fmla="*/ 52 w 10"/>
                  <a:gd name="T9" fmla="*/ 3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9" y="5"/>
                    </a:moveTo>
                    <a:cubicBezTo>
                      <a:pt x="10" y="8"/>
                      <a:pt x="10" y="12"/>
                      <a:pt x="8" y="13"/>
                    </a:cubicBezTo>
                    <a:cubicBezTo>
                      <a:pt x="6" y="14"/>
                      <a:pt x="3" y="12"/>
                      <a:pt x="2" y="8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7" y="2"/>
                      <a:pt x="9" y="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193" name="Freeform 1902">
              <a:extLst>
                <a:ext uri="{FF2B5EF4-FFF2-40B4-BE49-F238E27FC236}">
                  <a16:creationId xmlns:a16="http://schemas.microsoft.com/office/drawing/2014/main" id="{FD166AE9-10E7-4990-A764-F721C2432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551"/>
              <a:ext cx="56" cy="57"/>
            </a:xfrm>
            <a:custGeom>
              <a:avLst/>
              <a:gdLst>
                <a:gd name="T0" fmla="*/ 65 w 31"/>
                <a:gd name="T1" fmla="*/ 0 h 30"/>
                <a:gd name="T2" fmla="*/ 177 w 31"/>
                <a:gd name="T3" fmla="*/ 205 h 30"/>
                <a:gd name="T4" fmla="*/ 65 w 3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0">
                  <a:moveTo>
                    <a:pt x="11" y="0"/>
                  </a:moveTo>
                  <a:cubicBezTo>
                    <a:pt x="11" y="0"/>
                    <a:pt x="0" y="26"/>
                    <a:pt x="30" y="30"/>
                  </a:cubicBezTo>
                  <a:cubicBezTo>
                    <a:pt x="30" y="30"/>
                    <a:pt x="31" y="1"/>
                    <a:pt x="11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4" name="Freeform 1903">
              <a:extLst>
                <a:ext uri="{FF2B5EF4-FFF2-40B4-BE49-F238E27FC236}">
                  <a16:creationId xmlns:a16="http://schemas.microsoft.com/office/drawing/2014/main" id="{27079ECC-C7E5-4CFF-A6B8-C42F2FE47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572"/>
              <a:ext cx="68" cy="90"/>
            </a:xfrm>
            <a:custGeom>
              <a:avLst/>
              <a:gdLst>
                <a:gd name="T0" fmla="*/ 218 w 38"/>
                <a:gd name="T1" fmla="*/ 140 h 47"/>
                <a:gd name="T2" fmla="*/ 0 w 38"/>
                <a:gd name="T3" fmla="*/ 132 h 47"/>
                <a:gd name="T4" fmla="*/ 218 w 38"/>
                <a:gd name="T5" fmla="*/ 14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7">
                  <a:moveTo>
                    <a:pt x="38" y="20"/>
                  </a:moveTo>
                  <a:cubicBezTo>
                    <a:pt x="38" y="20"/>
                    <a:pt x="22" y="0"/>
                    <a:pt x="0" y="19"/>
                  </a:cubicBezTo>
                  <a:cubicBezTo>
                    <a:pt x="0" y="19"/>
                    <a:pt x="18" y="47"/>
                    <a:pt x="38" y="2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5" name="Freeform 1904">
              <a:extLst>
                <a:ext uri="{FF2B5EF4-FFF2-40B4-BE49-F238E27FC236}">
                  <a16:creationId xmlns:a16="http://schemas.microsoft.com/office/drawing/2014/main" id="{1FCD28EA-6CE4-4E7D-AFD2-5E88D54DF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583"/>
              <a:ext cx="47" cy="52"/>
            </a:xfrm>
            <a:custGeom>
              <a:avLst/>
              <a:gdLst>
                <a:gd name="T0" fmla="*/ 154 w 26"/>
                <a:gd name="T1" fmla="*/ 56 h 27"/>
                <a:gd name="T2" fmla="*/ 0 w 26"/>
                <a:gd name="T3" fmla="*/ 100 h 27"/>
                <a:gd name="T4" fmla="*/ 154 w 26"/>
                <a:gd name="T5" fmla="*/ 5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26" y="8"/>
                  </a:moveTo>
                  <a:cubicBezTo>
                    <a:pt x="26" y="8"/>
                    <a:pt x="7" y="0"/>
                    <a:pt x="0" y="14"/>
                  </a:cubicBezTo>
                  <a:cubicBezTo>
                    <a:pt x="0" y="14"/>
                    <a:pt x="16" y="27"/>
                    <a:pt x="26" y="8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6" name="Freeform 1905">
              <a:extLst>
                <a:ext uri="{FF2B5EF4-FFF2-40B4-BE49-F238E27FC236}">
                  <a16:creationId xmlns:a16="http://schemas.microsoft.com/office/drawing/2014/main" id="{D31606CF-A76C-46B4-8B66-69C930438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564"/>
              <a:ext cx="79" cy="63"/>
            </a:xfrm>
            <a:custGeom>
              <a:avLst/>
              <a:gdLst>
                <a:gd name="T0" fmla="*/ 255 w 44"/>
                <a:gd name="T1" fmla="*/ 69 h 33"/>
                <a:gd name="T2" fmla="*/ 0 w 44"/>
                <a:gd name="T3" fmla="*/ 132 h 33"/>
                <a:gd name="T4" fmla="*/ 255 w 44"/>
                <a:gd name="T5" fmla="*/ 6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3">
                  <a:moveTo>
                    <a:pt x="44" y="10"/>
                  </a:moveTo>
                  <a:cubicBezTo>
                    <a:pt x="44" y="10"/>
                    <a:pt x="20" y="0"/>
                    <a:pt x="0" y="19"/>
                  </a:cubicBezTo>
                  <a:cubicBezTo>
                    <a:pt x="0" y="19"/>
                    <a:pt x="25" y="33"/>
                    <a:pt x="44" y="1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7" name="Freeform 1906">
              <a:extLst>
                <a:ext uri="{FF2B5EF4-FFF2-40B4-BE49-F238E27FC236}">
                  <a16:creationId xmlns:a16="http://schemas.microsoft.com/office/drawing/2014/main" id="{FC9837D4-BE8C-4DB2-BD44-B09B19A6F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557"/>
              <a:ext cx="59" cy="55"/>
            </a:xfrm>
            <a:custGeom>
              <a:avLst/>
              <a:gdLst>
                <a:gd name="T0" fmla="*/ 188 w 33"/>
                <a:gd name="T1" fmla="*/ 152 h 29"/>
                <a:gd name="T2" fmla="*/ 0 w 33"/>
                <a:gd name="T3" fmla="*/ 89 h 29"/>
                <a:gd name="T4" fmla="*/ 188 w 33"/>
                <a:gd name="T5" fmla="*/ 15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9">
                  <a:moveTo>
                    <a:pt x="33" y="22"/>
                  </a:moveTo>
                  <a:cubicBezTo>
                    <a:pt x="33" y="22"/>
                    <a:pt x="24" y="0"/>
                    <a:pt x="0" y="13"/>
                  </a:cubicBezTo>
                  <a:cubicBezTo>
                    <a:pt x="0" y="13"/>
                    <a:pt x="11" y="29"/>
                    <a:pt x="33" y="2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8" name="Freeform 1907">
              <a:extLst>
                <a:ext uri="{FF2B5EF4-FFF2-40B4-BE49-F238E27FC236}">
                  <a16:creationId xmlns:a16="http://schemas.microsoft.com/office/drawing/2014/main" id="{2509B661-5E97-434B-89D6-B33BBE222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574"/>
              <a:ext cx="79" cy="67"/>
            </a:xfrm>
            <a:custGeom>
              <a:avLst/>
              <a:gdLst>
                <a:gd name="T0" fmla="*/ 0 w 44"/>
                <a:gd name="T1" fmla="*/ 92 h 35"/>
                <a:gd name="T2" fmla="*/ 255 w 44"/>
                <a:gd name="T3" fmla="*/ 216 h 35"/>
                <a:gd name="T4" fmla="*/ 0 w 44"/>
                <a:gd name="T5" fmla="*/ 9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5">
                  <a:moveTo>
                    <a:pt x="0" y="13"/>
                  </a:moveTo>
                  <a:cubicBezTo>
                    <a:pt x="0" y="13"/>
                    <a:pt x="35" y="0"/>
                    <a:pt x="44" y="31"/>
                  </a:cubicBezTo>
                  <a:cubicBezTo>
                    <a:pt x="44" y="31"/>
                    <a:pt x="16" y="35"/>
                    <a:pt x="0" y="1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9" name="Freeform 1908">
              <a:extLst>
                <a:ext uri="{FF2B5EF4-FFF2-40B4-BE49-F238E27FC236}">
                  <a16:creationId xmlns:a16="http://schemas.microsoft.com/office/drawing/2014/main" id="{3F28E0B4-3DD9-42B6-8DA8-01DEDEC24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1582"/>
              <a:ext cx="70" cy="93"/>
            </a:xfrm>
            <a:custGeom>
              <a:avLst/>
              <a:gdLst>
                <a:gd name="T0" fmla="*/ 174 w 39"/>
                <a:gd name="T1" fmla="*/ 0 h 49"/>
                <a:gd name="T2" fmla="*/ 0 w 39"/>
                <a:gd name="T3" fmla="*/ 184 h 49"/>
                <a:gd name="T4" fmla="*/ 174 w 3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9">
                  <a:moveTo>
                    <a:pt x="30" y="0"/>
                  </a:moveTo>
                  <a:cubicBezTo>
                    <a:pt x="30" y="0"/>
                    <a:pt x="7" y="9"/>
                    <a:pt x="0" y="27"/>
                  </a:cubicBezTo>
                  <a:cubicBezTo>
                    <a:pt x="0" y="27"/>
                    <a:pt x="39" y="49"/>
                    <a:pt x="3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0" name="Freeform 1909">
              <a:extLst>
                <a:ext uri="{FF2B5EF4-FFF2-40B4-BE49-F238E27FC236}">
                  <a16:creationId xmlns:a16="http://schemas.microsoft.com/office/drawing/2014/main" id="{55D8DACE-F7B7-4926-8976-B982BF133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557"/>
              <a:ext cx="471" cy="555"/>
            </a:xfrm>
            <a:custGeom>
              <a:avLst/>
              <a:gdLst>
                <a:gd name="T0" fmla="*/ 65 w 262"/>
                <a:gd name="T1" fmla="*/ 0 h 290"/>
                <a:gd name="T2" fmla="*/ 74 w 262"/>
                <a:gd name="T3" fmla="*/ 329 h 290"/>
                <a:gd name="T4" fmla="*/ 110 w 262"/>
                <a:gd name="T5" fmla="*/ 834 h 290"/>
                <a:gd name="T6" fmla="*/ 117 w 262"/>
                <a:gd name="T7" fmla="*/ 1022 h 290"/>
                <a:gd name="T8" fmla="*/ 297 w 262"/>
                <a:gd name="T9" fmla="*/ 1543 h 290"/>
                <a:gd name="T10" fmla="*/ 442 w 262"/>
                <a:gd name="T11" fmla="*/ 1780 h 290"/>
                <a:gd name="T12" fmla="*/ 604 w 262"/>
                <a:gd name="T13" fmla="*/ 1900 h 290"/>
                <a:gd name="T14" fmla="*/ 814 w 262"/>
                <a:gd name="T15" fmla="*/ 1956 h 290"/>
                <a:gd name="T16" fmla="*/ 1005 w 262"/>
                <a:gd name="T17" fmla="*/ 1887 h 290"/>
                <a:gd name="T18" fmla="*/ 1267 w 262"/>
                <a:gd name="T19" fmla="*/ 1535 h 290"/>
                <a:gd name="T20" fmla="*/ 1354 w 262"/>
                <a:gd name="T21" fmla="*/ 1255 h 290"/>
                <a:gd name="T22" fmla="*/ 1442 w 262"/>
                <a:gd name="T23" fmla="*/ 938 h 290"/>
                <a:gd name="T24" fmla="*/ 1442 w 262"/>
                <a:gd name="T25" fmla="*/ 744 h 290"/>
                <a:gd name="T26" fmla="*/ 1458 w 262"/>
                <a:gd name="T27" fmla="*/ 553 h 290"/>
                <a:gd name="T28" fmla="*/ 1494 w 262"/>
                <a:gd name="T29" fmla="*/ 147 h 290"/>
                <a:gd name="T30" fmla="*/ 1390 w 262"/>
                <a:gd name="T31" fmla="*/ 352 h 290"/>
                <a:gd name="T32" fmla="*/ 1273 w 262"/>
                <a:gd name="T33" fmla="*/ 316 h 290"/>
                <a:gd name="T34" fmla="*/ 1021 w 262"/>
                <a:gd name="T35" fmla="*/ 191 h 290"/>
                <a:gd name="T36" fmla="*/ 843 w 262"/>
                <a:gd name="T37" fmla="*/ 147 h 290"/>
                <a:gd name="T38" fmla="*/ 591 w 262"/>
                <a:gd name="T39" fmla="*/ 197 h 290"/>
                <a:gd name="T40" fmla="*/ 430 w 262"/>
                <a:gd name="T41" fmla="*/ 237 h 290"/>
                <a:gd name="T42" fmla="*/ 191 w 262"/>
                <a:gd name="T43" fmla="*/ 224 h 290"/>
                <a:gd name="T44" fmla="*/ 65 w 262"/>
                <a:gd name="T45" fmla="*/ 0 h 2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2" h="290">
                  <a:moveTo>
                    <a:pt x="11" y="0"/>
                  </a:moveTo>
                  <a:cubicBezTo>
                    <a:pt x="11" y="0"/>
                    <a:pt x="5" y="38"/>
                    <a:pt x="13" y="47"/>
                  </a:cubicBezTo>
                  <a:cubicBezTo>
                    <a:pt x="13" y="47"/>
                    <a:pt x="0" y="104"/>
                    <a:pt x="19" y="119"/>
                  </a:cubicBezTo>
                  <a:cubicBezTo>
                    <a:pt x="19" y="119"/>
                    <a:pt x="16" y="133"/>
                    <a:pt x="20" y="146"/>
                  </a:cubicBezTo>
                  <a:cubicBezTo>
                    <a:pt x="25" y="158"/>
                    <a:pt x="38" y="215"/>
                    <a:pt x="51" y="220"/>
                  </a:cubicBezTo>
                  <a:cubicBezTo>
                    <a:pt x="51" y="220"/>
                    <a:pt x="66" y="253"/>
                    <a:pt x="76" y="254"/>
                  </a:cubicBezTo>
                  <a:cubicBezTo>
                    <a:pt x="76" y="254"/>
                    <a:pt x="92" y="273"/>
                    <a:pt x="104" y="271"/>
                  </a:cubicBezTo>
                  <a:cubicBezTo>
                    <a:pt x="104" y="271"/>
                    <a:pt x="126" y="290"/>
                    <a:pt x="140" y="279"/>
                  </a:cubicBezTo>
                  <a:cubicBezTo>
                    <a:pt x="140" y="279"/>
                    <a:pt x="152" y="282"/>
                    <a:pt x="173" y="269"/>
                  </a:cubicBezTo>
                  <a:cubicBezTo>
                    <a:pt x="193" y="257"/>
                    <a:pt x="219" y="226"/>
                    <a:pt x="218" y="219"/>
                  </a:cubicBezTo>
                  <a:cubicBezTo>
                    <a:pt x="218" y="219"/>
                    <a:pt x="237" y="186"/>
                    <a:pt x="233" y="179"/>
                  </a:cubicBezTo>
                  <a:cubicBezTo>
                    <a:pt x="233" y="179"/>
                    <a:pt x="249" y="154"/>
                    <a:pt x="248" y="134"/>
                  </a:cubicBezTo>
                  <a:cubicBezTo>
                    <a:pt x="248" y="134"/>
                    <a:pt x="258" y="108"/>
                    <a:pt x="248" y="106"/>
                  </a:cubicBezTo>
                  <a:cubicBezTo>
                    <a:pt x="248" y="106"/>
                    <a:pt x="262" y="85"/>
                    <a:pt x="251" y="79"/>
                  </a:cubicBezTo>
                  <a:cubicBezTo>
                    <a:pt x="251" y="79"/>
                    <a:pt x="262" y="39"/>
                    <a:pt x="257" y="21"/>
                  </a:cubicBezTo>
                  <a:cubicBezTo>
                    <a:pt x="257" y="21"/>
                    <a:pt x="258" y="51"/>
                    <a:pt x="239" y="50"/>
                  </a:cubicBezTo>
                  <a:cubicBezTo>
                    <a:pt x="220" y="49"/>
                    <a:pt x="219" y="45"/>
                    <a:pt x="219" y="45"/>
                  </a:cubicBezTo>
                  <a:cubicBezTo>
                    <a:pt x="219" y="45"/>
                    <a:pt x="183" y="43"/>
                    <a:pt x="176" y="27"/>
                  </a:cubicBezTo>
                  <a:cubicBezTo>
                    <a:pt x="176" y="27"/>
                    <a:pt x="153" y="34"/>
                    <a:pt x="145" y="21"/>
                  </a:cubicBezTo>
                  <a:cubicBezTo>
                    <a:pt x="145" y="21"/>
                    <a:pt x="122" y="41"/>
                    <a:pt x="102" y="28"/>
                  </a:cubicBezTo>
                  <a:cubicBezTo>
                    <a:pt x="102" y="28"/>
                    <a:pt x="90" y="41"/>
                    <a:pt x="74" y="34"/>
                  </a:cubicBezTo>
                  <a:cubicBezTo>
                    <a:pt x="74" y="34"/>
                    <a:pt x="48" y="56"/>
                    <a:pt x="33" y="32"/>
                  </a:cubicBezTo>
                  <a:cubicBezTo>
                    <a:pt x="33" y="32"/>
                    <a:pt x="11" y="40"/>
                    <a:pt x="11" y="0"/>
                  </a:cubicBezTo>
                  <a:close/>
                </a:path>
              </a:pathLst>
            </a:custGeom>
            <a:solidFill>
              <a:srgbClr val="F6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1910">
              <a:extLst>
                <a:ext uri="{FF2B5EF4-FFF2-40B4-BE49-F238E27FC236}">
                  <a16:creationId xmlns:a16="http://schemas.microsoft.com/office/drawing/2014/main" id="{4EB7E212-8B81-4A56-BAE7-400ADB422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691"/>
              <a:ext cx="107" cy="174"/>
            </a:xfrm>
            <a:custGeom>
              <a:avLst/>
              <a:gdLst>
                <a:gd name="T0" fmla="*/ 244 w 60"/>
                <a:gd name="T1" fmla="*/ 76 h 91"/>
                <a:gd name="T2" fmla="*/ 216 w 60"/>
                <a:gd name="T3" fmla="*/ 489 h 91"/>
                <a:gd name="T4" fmla="*/ 296 w 60"/>
                <a:gd name="T5" fmla="*/ 308 h 91"/>
                <a:gd name="T6" fmla="*/ 312 w 60"/>
                <a:gd name="T7" fmla="*/ 105 h 91"/>
                <a:gd name="T8" fmla="*/ 239 w 60"/>
                <a:gd name="T9" fmla="*/ 69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1">
                  <a:moveTo>
                    <a:pt x="43" y="11"/>
                  </a:moveTo>
                  <a:cubicBezTo>
                    <a:pt x="0" y="0"/>
                    <a:pt x="22" y="52"/>
                    <a:pt x="38" y="70"/>
                  </a:cubicBezTo>
                  <a:cubicBezTo>
                    <a:pt x="59" y="91"/>
                    <a:pt x="50" y="53"/>
                    <a:pt x="52" y="44"/>
                  </a:cubicBezTo>
                  <a:cubicBezTo>
                    <a:pt x="53" y="33"/>
                    <a:pt x="60" y="26"/>
                    <a:pt x="55" y="15"/>
                  </a:cubicBezTo>
                  <a:cubicBezTo>
                    <a:pt x="50" y="14"/>
                    <a:pt x="46" y="11"/>
                    <a:pt x="42" y="10"/>
                  </a:cubicBezTo>
                </a:path>
              </a:pathLst>
            </a:custGeom>
            <a:solidFill>
              <a:srgbClr val="F5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1911">
              <a:extLst>
                <a:ext uri="{FF2B5EF4-FFF2-40B4-BE49-F238E27FC236}">
                  <a16:creationId xmlns:a16="http://schemas.microsoft.com/office/drawing/2014/main" id="{E95CF833-90C3-469E-8435-AE1A5F250B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10" y="1557"/>
              <a:ext cx="471" cy="555"/>
            </a:xfrm>
            <a:custGeom>
              <a:avLst/>
              <a:gdLst>
                <a:gd name="T0" fmla="*/ 1458 w 262"/>
                <a:gd name="T1" fmla="*/ 553 h 290"/>
                <a:gd name="T2" fmla="*/ 1494 w 262"/>
                <a:gd name="T3" fmla="*/ 147 h 290"/>
                <a:gd name="T4" fmla="*/ 1390 w 262"/>
                <a:gd name="T5" fmla="*/ 352 h 290"/>
                <a:gd name="T6" fmla="*/ 1273 w 262"/>
                <a:gd name="T7" fmla="*/ 316 h 290"/>
                <a:gd name="T8" fmla="*/ 1021 w 262"/>
                <a:gd name="T9" fmla="*/ 191 h 290"/>
                <a:gd name="T10" fmla="*/ 843 w 262"/>
                <a:gd name="T11" fmla="*/ 147 h 290"/>
                <a:gd name="T12" fmla="*/ 591 w 262"/>
                <a:gd name="T13" fmla="*/ 197 h 290"/>
                <a:gd name="T14" fmla="*/ 430 w 262"/>
                <a:gd name="T15" fmla="*/ 237 h 290"/>
                <a:gd name="T16" fmla="*/ 191 w 262"/>
                <a:gd name="T17" fmla="*/ 224 h 290"/>
                <a:gd name="T18" fmla="*/ 65 w 262"/>
                <a:gd name="T19" fmla="*/ 0 h 290"/>
                <a:gd name="T20" fmla="*/ 74 w 262"/>
                <a:gd name="T21" fmla="*/ 329 h 290"/>
                <a:gd name="T22" fmla="*/ 110 w 262"/>
                <a:gd name="T23" fmla="*/ 834 h 290"/>
                <a:gd name="T24" fmla="*/ 117 w 262"/>
                <a:gd name="T25" fmla="*/ 1022 h 290"/>
                <a:gd name="T26" fmla="*/ 297 w 262"/>
                <a:gd name="T27" fmla="*/ 1543 h 290"/>
                <a:gd name="T28" fmla="*/ 442 w 262"/>
                <a:gd name="T29" fmla="*/ 1780 h 290"/>
                <a:gd name="T30" fmla="*/ 604 w 262"/>
                <a:gd name="T31" fmla="*/ 1900 h 290"/>
                <a:gd name="T32" fmla="*/ 814 w 262"/>
                <a:gd name="T33" fmla="*/ 1956 h 290"/>
                <a:gd name="T34" fmla="*/ 1005 w 262"/>
                <a:gd name="T35" fmla="*/ 1887 h 290"/>
                <a:gd name="T36" fmla="*/ 1267 w 262"/>
                <a:gd name="T37" fmla="*/ 1535 h 290"/>
                <a:gd name="T38" fmla="*/ 1354 w 262"/>
                <a:gd name="T39" fmla="*/ 1255 h 290"/>
                <a:gd name="T40" fmla="*/ 1442 w 262"/>
                <a:gd name="T41" fmla="*/ 938 h 290"/>
                <a:gd name="T42" fmla="*/ 1442 w 262"/>
                <a:gd name="T43" fmla="*/ 744 h 290"/>
                <a:gd name="T44" fmla="*/ 1458 w 262"/>
                <a:gd name="T45" fmla="*/ 553 h 290"/>
                <a:gd name="T46" fmla="*/ 1244 w 262"/>
                <a:gd name="T47" fmla="*/ 1242 h 290"/>
                <a:gd name="T48" fmla="*/ 1018 w 262"/>
                <a:gd name="T49" fmla="*/ 1655 h 290"/>
                <a:gd name="T50" fmla="*/ 669 w 262"/>
                <a:gd name="T51" fmla="*/ 1579 h 290"/>
                <a:gd name="T52" fmla="*/ 466 w 262"/>
                <a:gd name="T53" fmla="*/ 1311 h 290"/>
                <a:gd name="T54" fmla="*/ 320 w 262"/>
                <a:gd name="T55" fmla="*/ 1051 h 290"/>
                <a:gd name="T56" fmla="*/ 271 w 262"/>
                <a:gd name="T57" fmla="*/ 553 h 290"/>
                <a:gd name="T58" fmla="*/ 617 w 262"/>
                <a:gd name="T59" fmla="*/ 421 h 290"/>
                <a:gd name="T60" fmla="*/ 843 w 262"/>
                <a:gd name="T61" fmla="*/ 469 h 290"/>
                <a:gd name="T62" fmla="*/ 998 w 262"/>
                <a:gd name="T63" fmla="*/ 446 h 290"/>
                <a:gd name="T64" fmla="*/ 989 w 262"/>
                <a:gd name="T65" fmla="*/ 444 h 290"/>
                <a:gd name="T66" fmla="*/ 1167 w 262"/>
                <a:gd name="T67" fmla="*/ 421 h 290"/>
                <a:gd name="T68" fmla="*/ 1260 w 262"/>
                <a:gd name="T69" fmla="*/ 574 h 290"/>
                <a:gd name="T70" fmla="*/ 1302 w 262"/>
                <a:gd name="T71" fmla="*/ 777 h 290"/>
                <a:gd name="T72" fmla="*/ 1244 w 262"/>
                <a:gd name="T73" fmla="*/ 1242 h 29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62" h="290">
                  <a:moveTo>
                    <a:pt x="251" y="79"/>
                  </a:moveTo>
                  <a:cubicBezTo>
                    <a:pt x="251" y="79"/>
                    <a:pt x="262" y="39"/>
                    <a:pt x="257" y="21"/>
                  </a:cubicBezTo>
                  <a:cubicBezTo>
                    <a:pt x="257" y="21"/>
                    <a:pt x="258" y="51"/>
                    <a:pt x="239" y="50"/>
                  </a:cubicBezTo>
                  <a:cubicBezTo>
                    <a:pt x="220" y="49"/>
                    <a:pt x="219" y="45"/>
                    <a:pt x="219" y="45"/>
                  </a:cubicBezTo>
                  <a:cubicBezTo>
                    <a:pt x="219" y="45"/>
                    <a:pt x="183" y="43"/>
                    <a:pt x="176" y="27"/>
                  </a:cubicBezTo>
                  <a:cubicBezTo>
                    <a:pt x="176" y="27"/>
                    <a:pt x="153" y="34"/>
                    <a:pt x="145" y="21"/>
                  </a:cubicBezTo>
                  <a:cubicBezTo>
                    <a:pt x="145" y="21"/>
                    <a:pt x="122" y="41"/>
                    <a:pt x="102" y="28"/>
                  </a:cubicBezTo>
                  <a:cubicBezTo>
                    <a:pt x="102" y="28"/>
                    <a:pt x="90" y="41"/>
                    <a:pt x="74" y="34"/>
                  </a:cubicBezTo>
                  <a:cubicBezTo>
                    <a:pt x="74" y="34"/>
                    <a:pt x="48" y="56"/>
                    <a:pt x="33" y="32"/>
                  </a:cubicBezTo>
                  <a:cubicBezTo>
                    <a:pt x="33" y="32"/>
                    <a:pt x="11" y="40"/>
                    <a:pt x="11" y="0"/>
                  </a:cubicBezTo>
                  <a:cubicBezTo>
                    <a:pt x="11" y="0"/>
                    <a:pt x="5" y="38"/>
                    <a:pt x="13" y="47"/>
                  </a:cubicBezTo>
                  <a:cubicBezTo>
                    <a:pt x="13" y="47"/>
                    <a:pt x="0" y="104"/>
                    <a:pt x="19" y="119"/>
                  </a:cubicBezTo>
                  <a:cubicBezTo>
                    <a:pt x="19" y="119"/>
                    <a:pt x="16" y="133"/>
                    <a:pt x="20" y="146"/>
                  </a:cubicBezTo>
                  <a:cubicBezTo>
                    <a:pt x="25" y="158"/>
                    <a:pt x="38" y="215"/>
                    <a:pt x="51" y="220"/>
                  </a:cubicBezTo>
                  <a:cubicBezTo>
                    <a:pt x="51" y="220"/>
                    <a:pt x="66" y="253"/>
                    <a:pt x="76" y="254"/>
                  </a:cubicBezTo>
                  <a:cubicBezTo>
                    <a:pt x="76" y="254"/>
                    <a:pt x="92" y="273"/>
                    <a:pt x="104" y="271"/>
                  </a:cubicBezTo>
                  <a:cubicBezTo>
                    <a:pt x="104" y="271"/>
                    <a:pt x="126" y="290"/>
                    <a:pt x="140" y="279"/>
                  </a:cubicBezTo>
                  <a:cubicBezTo>
                    <a:pt x="140" y="279"/>
                    <a:pt x="152" y="282"/>
                    <a:pt x="173" y="269"/>
                  </a:cubicBezTo>
                  <a:cubicBezTo>
                    <a:pt x="193" y="257"/>
                    <a:pt x="219" y="226"/>
                    <a:pt x="218" y="219"/>
                  </a:cubicBezTo>
                  <a:cubicBezTo>
                    <a:pt x="218" y="219"/>
                    <a:pt x="237" y="186"/>
                    <a:pt x="233" y="179"/>
                  </a:cubicBezTo>
                  <a:cubicBezTo>
                    <a:pt x="233" y="179"/>
                    <a:pt x="249" y="154"/>
                    <a:pt x="248" y="134"/>
                  </a:cubicBezTo>
                  <a:cubicBezTo>
                    <a:pt x="248" y="134"/>
                    <a:pt x="258" y="108"/>
                    <a:pt x="248" y="106"/>
                  </a:cubicBezTo>
                  <a:cubicBezTo>
                    <a:pt x="248" y="106"/>
                    <a:pt x="262" y="85"/>
                    <a:pt x="251" y="79"/>
                  </a:cubicBezTo>
                  <a:close/>
                  <a:moveTo>
                    <a:pt x="214" y="177"/>
                  </a:moveTo>
                  <a:cubicBezTo>
                    <a:pt x="205" y="199"/>
                    <a:pt x="189" y="218"/>
                    <a:pt x="175" y="236"/>
                  </a:cubicBezTo>
                  <a:cubicBezTo>
                    <a:pt x="153" y="261"/>
                    <a:pt x="133" y="246"/>
                    <a:pt x="115" y="225"/>
                  </a:cubicBezTo>
                  <a:cubicBezTo>
                    <a:pt x="103" y="210"/>
                    <a:pt x="96" y="197"/>
                    <a:pt x="80" y="187"/>
                  </a:cubicBezTo>
                  <a:cubicBezTo>
                    <a:pt x="62" y="176"/>
                    <a:pt x="55" y="171"/>
                    <a:pt x="55" y="150"/>
                  </a:cubicBezTo>
                  <a:cubicBezTo>
                    <a:pt x="55" y="125"/>
                    <a:pt x="37" y="102"/>
                    <a:pt x="47" y="79"/>
                  </a:cubicBezTo>
                  <a:cubicBezTo>
                    <a:pt x="57" y="57"/>
                    <a:pt x="85" y="53"/>
                    <a:pt x="106" y="60"/>
                  </a:cubicBezTo>
                  <a:cubicBezTo>
                    <a:pt x="120" y="65"/>
                    <a:pt x="130" y="71"/>
                    <a:pt x="145" y="67"/>
                  </a:cubicBezTo>
                  <a:cubicBezTo>
                    <a:pt x="153" y="65"/>
                    <a:pt x="163" y="60"/>
                    <a:pt x="172" y="64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80" y="65"/>
                    <a:pt x="189" y="57"/>
                    <a:pt x="201" y="60"/>
                  </a:cubicBezTo>
                  <a:cubicBezTo>
                    <a:pt x="213" y="64"/>
                    <a:pt x="216" y="71"/>
                    <a:pt x="217" y="82"/>
                  </a:cubicBezTo>
                  <a:cubicBezTo>
                    <a:pt x="218" y="94"/>
                    <a:pt x="221" y="100"/>
                    <a:pt x="224" y="111"/>
                  </a:cubicBezTo>
                  <a:cubicBezTo>
                    <a:pt x="231" y="132"/>
                    <a:pt x="222" y="157"/>
                    <a:pt x="214" y="177"/>
                  </a:cubicBezTo>
                  <a:close/>
                </a:path>
              </a:pathLst>
            </a:custGeom>
            <a:solidFill>
              <a:srgbClr val="F4C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Freeform 1912">
              <a:extLst>
                <a:ext uri="{FF2B5EF4-FFF2-40B4-BE49-F238E27FC236}">
                  <a16:creationId xmlns:a16="http://schemas.microsoft.com/office/drawing/2014/main" id="{9BF29CAC-BDCB-4EF4-9232-96D50913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64"/>
              <a:ext cx="36" cy="153"/>
            </a:xfrm>
            <a:custGeom>
              <a:avLst/>
              <a:gdLst>
                <a:gd name="T0" fmla="*/ 117 w 20"/>
                <a:gd name="T1" fmla="*/ 15 h 80"/>
                <a:gd name="T2" fmla="*/ 0 w 20"/>
                <a:gd name="T3" fmla="*/ 208 h 80"/>
                <a:gd name="T4" fmla="*/ 13 w 20"/>
                <a:gd name="T5" fmla="*/ 358 h 80"/>
                <a:gd name="T6" fmla="*/ 36 w 20"/>
                <a:gd name="T7" fmla="*/ 453 h 80"/>
                <a:gd name="T8" fmla="*/ 72 w 20"/>
                <a:gd name="T9" fmla="*/ 56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0">
                  <a:moveTo>
                    <a:pt x="20" y="2"/>
                  </a:moveTo>
                  <a:cubicBezTo>
                    <a:pt x="7" y="0"/>
                    <a:pt x="1" y="20"/>
                    <a:pt x="0" y="30"/>
                  </a:cubicBezTo>
                  <a:cubicBezTo>
                    <a:pt x="0" y="37"/>
                    <a:pt x="0" y="44"/>
                    <a:pt x="2" y="51"/>
                  </a:cubicBezTo>
                  <a:cubicBezTo>
                    <a:pt x="3" y="56"/>
                    <a:pt x="5" y="60"/>
                    <a:pt x="6" y="65"/>
                  </a:cubicBezTo>
                  <a:cubicBezTo>
                    <a:pt x="8" y="70"/>
                    <a:pt x="12" y="75"/>
                    <a:pt x="12" y="8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4" name="Freeform 1913">
              <a:extLst>
                <a:ext uri="{FF2B5EF4-FFF2-40B4-BE49-F238E27FC236}">
                  <a16:creationId xmlns:a16="http://schemas.microsoft.com/office/drawing/2014/main" id="{173F298C-6D7A-4C6A-9F1A-134B10B03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978"/>
              <a:ext cx="98" cy="78"/>
            </a:xfrm>
            <a:custGeom>
              <a:avLst/>
              <a:gdLst>
                <a:gd name="T0" fmla="*/ 312 w 55"/>
                <a:gd name="T1" fmla="*/ 242 h 41"/>
                <a:gd name="T2" fmla="*/ 0 w 55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41">
                  <a:moveTo>
                    <a:pt x="55" y="35"/>
                  </a:moveTo>
                  <a:cubicBezTo>
                    <a:pt x="29" y="41"/>
                    <a:pt x="11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5" name="Freeform 1914">
              <a:extLst>
                <a:ext uri="{FF2B5EF4-FFF2-40B4-BE49-F238E27FC236}">
                  <a16:creationId xmlns:a16="http://schemas.microsoft.com/office/drawing/2014/main" id="{7104AB48-765F-4987-899D-5C57C116C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49"/>
              <a:ext cx="101" cy="69"/>
            </a:xfrm>
            <a:custGeom>
              <a:avLst/>
              <a:gdLst>
                <a:gd name="T0" fmla="*/ 328 w 56"/>
                <a:gd name="T1" fmla="*/ 253 h 36"/>
                <a:gd name="T2" fmla="*/ 110 w 56"/>
                <a:gd name="T3" fmla="*/ 192 h 36"/>
                <a:gd name="T4" fmla="*/ 0 w 56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6">
                  <a:moveTo>
                    <a:pt x="56" y="36"/>
                  </a:moveTo>
                  <a:cubicBezTo>
                    <a:pt x="43" y="36"/>
                    <a:pt x="30" y="35"/>
                    <a:pt x="19" y="27"/>
                  </a:cubicBezTo>
                  <a:cubicBezTo>
                    <a:pt x="12" y="22"/>
                    <a:pt x="1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6" name="Freeform 1915">
              <a:extLst>
                <a:ext uri="{FF2B5EF4-FFF2-40B4-BE49-F238E27FC236}">
                  <a16:creationId xmlns:a16="http://schemas.microsoft.com/office/drawing/2014/main" id="{B5C4AAC3-A384-497C-A60B-BBE5F7350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767"/>
              <a:ext cx="21" cy="104"/>
            </a:xfrm>
            <a:custGeom>
              <a:avLst/>
              <a:gdLst>
                <a:gd name="T0" fmla="*/ 65 w 12"/>
                <a:gd name="T1" fmla="*/ 0 h 54"/>
                <a:gd name="T2" fmla="*/ 56 w 12"/>
                <a:gd name="T3" fmla="*/ 385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4">
                  <a:moveTo>
                    <a:pt x="12" y="0"/>
                  </a:moveTo>
                  <a:cubicBezTo>
                    <a:pt x="2" y="15"/>
                    <a:pt x="0" y="37"/>
                    <a:pt x="10" y="54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7" name="Freeform 1916">
              <a:extLst>
                <a:ext uri="{FF2B5EF4-FFF2-40B4-BE49-F238E27FC236}">
                  <a16:creationId xmlns:a16="http://schemas.microsoft.com/office/drawing/2014/main" id="{9B12E747-71C6-4FC2-B604-4592F8CD0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654"/>
              <a:ext cx="130" cy="46"/>
            </a:xfrm>
            <a:custGeom>
              <a:avLst/>
              <a:gdLst>
                <a:gd name="T0" fmla="*/ 424 w 72"/>
                <a:gd name="T1" fmla="*/ 169 h 24"/>
                <a:gd name="T2" fmla="*/ 258 w 72"/>
                <a:gd name="T3" fmla="*/ 8 h 24"/>
                <a:gd name="T4" fmla="*/ 110 w 72"/>
                <a:gd name="T5" fmla="*/ 15 h 24"/>
                <a:gd name="T6" fmla="*/ 0 w 72"/>
                <a:gd name="T7" fmla="*/ 4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4">
                  <a:moveTo>
                    <a:pt x="72" y="24"/>
                  </a:moveTo>
                  <a:cubicBezTo>
                    <a:pt x="69" y="11"/>
                    <a:pt x="57" y="4"/>
                    <a:pt x="44" y="1"/>
                  </a:cubicBezTo>
                  <a:cubicBezTo>
                    <a:pt x="36" y="0"/>
                    <a:pt x="27" y="0"/>
                    <a:pt x="19" y="2"/>
                  </a:cubicBezTo>
                  <a:cubicBezTo>
                    <a:pt x="14" y="3"/>
                    <a:pt x="5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8" name="Freeform 1917">
              <a:extLst>
                <a:ext uri="{FF2B5EF4-FFF2-40B4-BE49-F238E27FC236}">
                  <a16:creationId xmlns:a16="http://schemas.microsoft.com/office/drawing/2014/main" id="{A37420DB-C5EB-4FF8-9416-27AE5FFD7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620"/>
              <a:ext cx="95" cy="34"/>
            </a:xfrm>
            <a:custGeom>
              <a:avLst/>
              <a:gdLst>
                <a:gd name="T0" fmla="*/ 305 w 53"/>
                <a:gd name="T1" fmla="*/ 121 h 18"/>
                <a:gd name="T2" fmla="*/ 138 w 53"/>
                <a:gd name="T3" fmla="*/ 15 h 18"/>
                <a:gd name="T4" fmla="*/ 0 w 53"/>
                <a:gd name="T5" fmla="*/ 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">
                  <a:moveTo>
                    <a:pt x="53" y="18"/>
                  </a:moveTo>
                  <a:cubicBezTo>
                    <a:pt x="48" y="10"/>
                    <a:pt x="34" y="4"/>
                    <a:pt x="24" y="2"/>
                  </a:cubicBezTo>
                  <a:cubicBezTo>
                    <a:pt x="17" y="1"/>
                    <a:pt x="5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7F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9" name="Freeform 1918">
              <a:extLst>
                <a:ext uri="{FF2B5EF4-FFF2-40B4-BE49-F238E27FC236}">
                  <a16:creationId xmlns:a16="http://schemas.microsoft.com/office/drawing/2014/main" id="{E4463DE8-E01E-4912-A1F5-6B478659D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1782"/>
              <a:ext cx="71" cy="113"/>
            </a:xfrm>
            <a:custGeom>
              <a:avLst/>
              <a:gdLst>
                <a:gd name="T0" fmla="*/ 222 w 39"/>
                <a:gd name="T1" fmla="*/ 0 h 59"/>
                <a:gd name="T2" fmla="*/ 218 w 39"/>
                <a:gd name="T3" fmla="*/ 147 h 59"/>
                <a:gd name="T4" fmla="*/ 153 w 39"/>
                <a:gd name="T5" fmla="*/ 293 h 59"/>
                <a:gd name="T6" fmla="*/ 0 w 39"/>
                <a:gd name="T7" fmla="*/ 414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9">
                  <a:moveTo>
                    <a:pt x="37" y="0"/>
                  </a:moveTo>
                  <a:cubicBezTo>
                    <a:pt x="38" y="8"/>
                    <a:pt x="39" y="13"/>
                    <a:pt x="36" y="21"/>
                  </a:cubicBezTo>
                  <a:cubicBezTo>
                    <a:pt x="34" y="28"/>
                    <a:pt x="29" y="36"/>
                    <a:pt x="25" y="42"/>
                  </a:cubicBezTo>
                  <a:cubicBezTo>
                    <a:pt x="18" y="51"/>
                    <a:pt x="10" y="56"/>
                    <a:pt x="0" y="59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0" name="Freeform 1919">
              <a:extLst>
                <a:ext uri="{FF2B5EF4-FFF2-40B4-BE49-F238E27FC236}">
                  <a16:creationId xmlns:a16="http://schemas.microsoft.com/office/drawing/2014/main" id="{71802EDE-4B18-41F2-8A03-46DA0D784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840"/>
              <a:ext cx="20" cy="94"/>
            </a:xfrm>
            <a:custGeom>
              <a:avLst/>
              <a:gdLst>
                <a:gd name="T0" fmla="*/ 49 w 11"/>
                <a:gd name="T1" fmla="*/ 0 h 49"/>
                <a:gd name="T2" fmla="*/ 53 w 11"/>
                <a:gd name="T3" fmla="*/ 192 h 49"/>
                <a:gd name="T4" fmla="*/ 0 w 11"/>
                <a:gd name="T5" fmla="*/ 34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9">
                  <a:moveTo>
                    <a:pt x="8" y="0"/>
                  </a:moveTo>
                  <a:cubicBezTo>
                    <a:pt x="8" y="9"/>
                    <a:pt x="11" y="18"/>
                    <a:pt x="9" y="27"/>
                  </a:cubicBezTo>
                  <a:cubicBezTo>
                    <a:pt x="8" y="34"/>
                    <a:pt x="3" y="42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1" name="Freeform 1920">
              <a:extLst>
                <a:ext uri="{FF2B5EF4-FFF2-40B4-BE49-F238E27FC236}">
                  <a16:creationId xmlns:a16="http://schemas.microsoft.com/office/drawing/2014/main" id="{65A53D7E-DC49-4483-8A57-BA88A13FF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62"/>
              <a:ext cx="27" cy="31"/>
            </a:xfrm>
            <a:custGeom>
              <a:avLst/>
              <a:gdLst>
                <a:gd name="T0" fmla="*/ 45 w 15"/>
                <a:gd name="T1" fmla="*/ 116 h 16"/>
                <a:gd name="T2" fmla="*/ 29 w 15"/>
                <a:gd name="T3" fmla="*/ 16 h 16"/>
                <a:gd name="T4" fmla="*/ 88 w 15"/>
                <a:gd name="T5" fmla="*/ 6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8" y="16"/>
                  </a:moveTo>
                  <a:cubicBezTo>
                    <a:pt x="6" y="15"/>
                    <a:pt x="0" y="5"/>
                    <a:pt x="5" y="2"/>
                  </a:cubicBezTo>
                  <a:cubicBezTo>
                    <a:pt x="9" y="0"/>
                    <a:pt x="13" y="6"/>
                    <a:pt x="15" y="8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2" name="Freeform 1921">
              <a:extLst>
                <a:ext uri="{FF2B5EF4-FFF2-40B4-BE49-F238E27FC236}">
                  <a16:creationId xmlns:a16="http://schemas.microsoft.com/office/drawing/2014/main" id="{31D2F92F-95B1-405F-8F39-32211E8F5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840"/>
              <a:ext cx="27" cy="21"/>
            </a:xfrm>
            <a:custGeom>
              <a:avLst/>
              <a:gdLst>
                <a:gd name="T0" fmla="*/ 7 w 15"/>
                <a:gd name="T1" fmla="*/ 76 h 11"/>
                <a:gd name="T2" fmla="*/ 58 w 15"/>
                <a:gd name="T3" fmla="*/ 2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" y="11"/>
                  </a:moveTo>
                  <a:cubicBezTo>
                    <a:pt x="5" y="11"/>
                    <a:pt x="15" y="10"/>
                    <a:pt x="10" y="3"/>
                  </a:cubicBezTo>
                  <a:cubicBezTo>
                    <a:pt x="8" y="0"/>
                    <a:pt x="2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3" name="Freeform 1922">
              <a:extLst>
                <a:ext uri="{FF2B5EF4-FFF2-40B4-BE49-F238E27FC236}">
                  <a16:creationId xmlns:a16="http://schemas.microsoft.com/office/drawing/2014/main" id="{65C81E36-D908-475E-95D3-163E4756D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614"/>
              <a:ext cx="21" cy="29"/>
            </a:xfrm>
            <a:custGeom>
              <a:avLst/>
              <a:gdLst>
                <a:gd name="T0" fmla="*/ 0 w 12"/>
                <a:gd name="T1" fmla="*/ 23 h 15"/>
                <a:gd name="T2" fmla="*/ 65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3"/>
                  </a:moveTo>
                  <a:cubicBezTo>
                    <a:pt x="2" y="15"/>
                    <a:pt x="10" y="9"/>
                    <a:pt x="12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4" name="Freeform 1923">
              <a:extLst>
                <a:ext uri="{FF2B5EF4-FFF2-40B4-BE49-F238E27FC236}">
                  <a16:creationId xmlns:a16="http://schemas.microsoft.com/office/drawing/2014/main" id="{D7471C5C-5331-4A21-828A-8832658A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670"/>
              <a:ext cx="22" cy="24"/>
            </a:xfrm>
            <a:custGeom>
              <a:avLst/>
              <a:gdLst>
                <a:gd name="T0" fmla="*/ 0 w 12"/>
                <a:gd name="T1" fmla="*/ 44 h 13"/>
                <a:gd name="T2" fmla="*/ 61 w 12"/>
                <a:gd name="T3" fmla="*/ 24 h 13"/>
                <a:gd name="T4" fmla="*/ 31 w 12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2" y="3"/>
                    <a:pt x="8" y="0"/>
                    <a:pt x="10" y="4"/>
                  </a:cubicBezTo>
                  <a:cubicBezTo>
                    <a:pt x="12" y="9"/>
                    <a:pt x="8" y="11"/>
                    <a:pt x="5" y="13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5" name="Freeform 1924">
              <a:extLst>
                <a:ext uri="{FF2B5EF4-FFF2-40B4-BE49-F238E27FC236}">
                  <a16:creationId xmlns:a16="http://schemas.microsoft.com/office/drawing/2014/main" id="{D4EC05DF-218D-4BEA-B893-20EAFBF17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955"/>
              <a:ext cx="34" cy="42"/>
            </a:xfrm>
            <a:custGeom>
              <a:avLst/>
              <a:gdLst>
                <a:gd name="T0" fmla="*/ 64 w 19"/>
                <a:gd name="T1" fmla="*/ 0 h 22"/>
                <a:gd name="T2" fmla="*/ 29 w 19"/>
                <a:gd name="T3" fmla="*/ 69 h 22"/>
                <a:gd name="T4" fmla="*/ 86 w 19"/>
                <a:gd name="T5" fmla="*/ 29 h 22"/>
                <a:gd name="T6" fmla="*/ 81 w 19"/>
                <a:gd name="T7" fmla="*/ 15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11" y="0"/>
                  </a:moveTo>
                  <a:cubicBezTo>
                    <a:pt x="7" y="0"/>
                    <a:pt x="0" y="7"/>
                    <a:pt x="5" y="10"/>
                  </a:cubicBezTo>
                  <a:cubicBezTo>
                    <a:pt x="8" y="13"/>
                    <a:pt x="13" y="5"/>
                    <a:pt x="15" y="4"/>
                  </a:cubicBezTo>
                  <a:cubicBezTo>
                    <a:pt x="19" y="9"/>
                    <a:pt x="13" y="17"/>
                    <a:pt x="14" y="22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6" name="Freeform 1925">
              <a:extLst>
                <a:ext uri="{FF2B5EF4-FFF2-40B4-BE49-F238E27FC236}">
                  <a16:creationId xmlns:a16="http://schemas.microsoft.com/office/drawing/2014/main" id="{A9529DD6-9F4C-41FE-94E2-E685D2839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037"/>
              <a:ext cx="21" cy="17"/>
            </a:xfrm>
            <a:custGeom>
              <a:avLst/>
              <a:gdLst>
                <a:gd name="T0" fmla="*/ 7 w 12"/>
                <a:gd name="T1" fmla="*/ 0 h 9"/>
                <a:gd name="T2" fmla="*/ 37 w 12"/>
                <a:gd name="T3" fmla="*/ 60 h 9"/>
                <a:gd name="T4" fmla="*/ 65 w 12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" y="0"/>
                  </a:moveTo>
                  <a:cubicBezTo>
                    <a:pt x="0" y="2"/>
                    <a:pt x="3" y="9"/>
                    <a:pt x="7" y="9"/>
                  </a:cubicBezTo>
                  <a:cubicBezTo>
                    <a:pt x="9" y="9"/>
                    <a:pt x="11" y="4"/>
                    <a:pt x="12" y="1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7" name="Freeform 1926">
              <a:extLst>
                <a:ext uri="{FF2B5EF4-FFF2-40B4-BE49-F238E27FC236}">
                  <a16:creationId xmlns:a16="http://schemas.microsoft.com/office/drawing/2014/main" id="{8E06EA4D-2448-40A3-A485-673381170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1872"/>
              <a:ext cx="29" cy="35"/>
            </a:xfrm>
            <a:custGeom>
              <a:avLst/>
              <a:gdLst>
                <a:gd name="T0" fmla="*/ 0 w 16"/>
                <a:gd name="T1" fmla="*/ 37 h 18"/>
                <a:gd name="T2" fmla="*/ 80 w 16"/>
                <a:gd name="T3" fmla="*/ 95 h 18"/>
                <a:gd name="T4" fmla="*/ 80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5"/>
                  </a:moveTo>
                  <a:cubicBezTo>
                    <a:pt x="2" y="9"/>
                    <a:pt x="8" y="18"/>
                    <a:pt x="13" y="13"/>
                  </a:cubicBezTo>
                  <a:cubicBezTo>
                    <a:pt x="16" y="10"/>
                    <a:pt x="15" y="2"/>
                    <a:pt x="13" y="0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8" name="Freeform 1927">
              <a:extLst>
                <a:ext uri="{FF2B5EF4-FFF2-40B4-BE49-F238E27FC236}">
                  <a16:creationId xmlns:a16="http://schemas.microsoft.com/office/drawing/2014/main" id="{673DC148-9C8E-4BA5-819E-255804CC8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918"/>
              <a:ext cx="27" cy="4"/>
            </a:xfrm>
            <a:custGeom>
              <a:avLst/>
              <a:gdLst>
                <a:gd name="T0" fmla="*/ 0 w 15"/>
                <a:gd name="T1" fmla="*/ 0 h 2"/>
                <a:gd name="T2" fmla="*/ 88 w 1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5" y="0"/>
                    <a:pt x="10" y="1"/>
                    <a:pt x="15" y="2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9" name="Freeform 1928">
              <a:extLst>
                <a:ext uri="{FF2B5EF4-FFF2-40B4-BE49-F238E27FC236}">
                  <a16:creationId xmlns:a16="http://schemas.microsoft.com/office/drawing/2014/main" id="{2B863A4C-7057-4580-B126-F14CBC612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794"/>
              <a:ext cx="23" cy="19"/>
            </a:xfrm>
            <a:custGeom>
              <a:avLst/>
              <a:gdLst>
                <a:gd name="T0" fmla="*/ 0 w 13"/>
                <a:gd name="T1" fmla="*/ 61 h 10"/>
                <a:gd name="T2" fmla="*/ 60 w 13"/>
                <a:gd name="T3" fmla="*/ 29 h 10"/>
                <a:gd name="T4" fmla="*/ 0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9"/>
                  </a:moveTo>
                  <a:cubicBezTo>
                    <a:pt x="3" y="9"/>
                    <a:pt x="13" y="10"/>
                    <a:pt x="11" y="4"/>
                  </a:cubicBezTo>
                  <a:cubicBezTo>
                    <a:pt x="10" y="0"/>
                    <a:pt x="3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0" name="Freeform 1929">
              <a:extLst>
                <a:ext uri="{FF2B5EF4-FFF2-40B4-BE49-F238E27FC236}">
                  <a16:creationId xmlns:a16="http://schemas.microsoft.com/office/drawing/2014/main" id="{2C9DF600-77F3-477A-B8FB-26AEE1D4B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559"/>
              <a:ext cx="471" cy="555"/>
            </a:xfrm>
            <a:custGeom>
              <a:avLst/>
              <a:gdLst>
                <a:gd name="T0" fmla="*/ 65 w 262"/>
                <a:gd name="T1" fmla="*/ 0 h 290"/>
                <a:gd name="T2" fmla="*/ 74 w 262"/>
                <a:gd name="T3" fmla="*/ 329 h 290"/>
                <a:gd name="T4" fmla="*/ 110 w 262"/>
                <a:gd name="T5" fmla="*/ 834 h 290"/>
                <a:gd name="T6" fmla="*/ 117 w 262"/>
                <a:gd name="T7" fmla="*/ 1018 h 290"/>
                <a:gd name="T8" fmla="*/ 297 w 262"/>
                <a:gd name="T9" fmla="*/ 1535 h 290"/>
                <a:gd name="T10" fmla="*/ 442 w 262"/>
                <a:gd name="T11" fmla="*/ 1772 h 290"/>
                <a:gd name="T12" fmla="*/ 604 w 262"/>
                <a:gd name="T13" fmla="*/ 1893 h 290"/>
                <a:gd name="T14" fmla="*/ 814 w 262"/>
                <a:gd name="T15" fmla="*/ 1956 h 290"/>
                <a:gd name="T16" fmla="*/ 1005 w 262"/>
                <a:gd name="T17" fmla="*/ 1887 h 290"/>
                <a:gd name="T18" fmla="*/ 1267 w 262"/>
                <a:gd name="T19" fmla="*/ 1535 h 290"/>
                <a:gd name="T20" fmla="*/ 1354 w 262"/>
                <a:gd name="T21" fmla="*/ 1255 h 290"/>
                <a:gd name="T22" fmla="*/ 1442 w 262"/>
                <a:gd name="T23" fmla="*/ 934 h 290"/>
                <a:gd name="T24" fmla="*/ 1442 w 262"/>
                <a:gd name="T25" fmla="*/ 737 h 290"/>
                <a:gd name="T26" fmla="*/ 1458 w 262"/>
                <a:gd name="T27" fmla="*/ 553 h 290"/>
                <a:gd name="T28" fmla="*/ 1494 w 262"/>
                <a:gd name="T29" fmla="*/ 140 h 290"/>
                <a:gd name="T30" fmla="*/ 1390 w 262"/>
                <a:gd name="T31" fmla="*/ 344 h 290"/>
                <a:gd name="T32" fmla="*/ 1273 w 262"/>
                <a:gd name="T33" fmla="*/ 316 h 290"/>
                <a:gd name="T34" fmla="*/ 1018 w 262"/>
                <a:gd name="T35" fmla="*/ 184 h 290"/>
                <a:gd name="T36" fmla="*/ 843 w 262"/>
                <a:gd name="T37" fmla="*/ 140 h 290"/>
                <a:gd name="T38" fmla="*/ 591 w 262"/>
                <a:gd name="T39" fmla="*/ 191 h 290"/>
                <a:gd name="T40" fmla="*/ 430 w 262"/>
                <a:gd name="T41" fmla="*/ 237 h 290"/>
                <a:gd name="T42" fmla="*/ 191 w 262"/>
                <a:gd name="T43" fmla="*/ 216 h 290"/>
                <a:gd name="T44" fmla="*/ 65 w 262"/>
                <a:gd name="T45" fmla="*/ 0 h 2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2" h="290">
                  <a:moveTo>
                    <a:pt x="11" y="0"/>
                  </a:moveTo>
                  <a:cubicBezTo>
                    <a:pt x="11" y="0"/>
                    <a:pt x="4" y="37"/>
                    <a:pt x="13" y="47"/>
                  </a:cubicBezTo>
                  <a:cubicBezTo>
                    <a:pt x="13" y="47"/>
                    <a:pt x="0" y="103"/>
                    <a:pt x="19" y="119"/>
                  </a:cubicBezTo>
                  <a:cubicBezTo>
                    <a:pt x="19" y="119"/>
                    <a:pt x="16" y="132"/>
                    <a:pt x="20" y="145"/>
                  </a:cubicBezTo>
                  <a:cubicBezTo>
                    <a:pt x="25" y="158"/>
                    <a:pt x="38" y="214"/>
                    <a:pt x="51" y="219"/>
                  </a:cubicBezTo>
                  <a:cubicBezTo>
                    <a:pt x="51" y="219"/>
                    <a:pt x="66" y="252"/>
                    <a:pt x="76" y="253"/>
                  </a:cubicBezTo>
                  <a:cubicBezTo>
                    <a:pt x="76" y="253"/>
                    <a:pt x="92" y="273"/>
                    <a:pt x="104" y="270"/>
                  </a:cubicBezTo>
                  <a:cubicBezTo>
                    <a:pt x="104" y="270"/>
                    <a:pt x="126" y="290"/>
                    <a:pt x="140" y="279"/>
                  </a:cubicBezTo>
                  <a:cubicBezTo>
                    <a:pt x="140" y="279"/>
                    <a:pt x="152" y="281"/>
                    <a:pt x="173" y="269"/>
                  </a:cubicBezTo>
                  <a:cubicBezTo>
                    <a:pt x="193" y="256"/>
                    <a:pt x="219" y="225"/>
                    <a:pt x="218" y="219"/>
                  </a:cubicBezTo>
                  <a:cubicBezTo>
                    <a:pt x="218" y="219"/>
                    <a:pt x="237" y="185"/>
                    <a:pt x="233" y="179"/>
                  </a:cubicBezTo>
                  <a:cubicBezTo>
                    <a:pt x="233" y="179"/>
                    <a:pt x="249" y="153"/>
                    <a:pt x="248" y="133"/>
                  </a:cubicBezTo>
                  <a:cubicBezTo>
                    <a:pt x="248" y="133"/>
                    <a:pt x="258" y="107"/>
                    <a:pt x="248" y="105"/>
                  </a:cubicBezTo>
                  <a:cubicBezTo>
                    <a:pt x="248" y="105"/>
                    <a:pt x="262" y="85"/>
                    <a:pt x="251" y="79"/>
                  </a:cubicBezTo>
                  <a:cubicBezTo>
                    <a:pt x="251" y="79"/>
                    <a:pt x="262" y="38"/>
                    <a:pt x="257" y="20"/>
                  </a:cubicBezTo>
                  <a:cubicBezTo>
                    <a:pt x="257" y="20"/>
                    <a:pt x="257" y="50"/>
                    <a:pt x="239" y="49"/>
                  </a:cubicBezTo>
                  <a:cubicBezTo>
                    <a:pt x="220" y="48"/>
                    <a:pt x="219" y="45"/>
                    <a:pt x="219" y="45"/>
                  </a:cubicBezTo>
                  <a:cubicBezTo>
                    <a:pt x="219" y="45"/>
                    <a:pt x="183" y="42"/>
                    <a:pt x="175" y="26"/>
                  </a:cubicBezTo>
                  <a:cubicBezTo>
                    <a:pt x="175" y="26"/>
                    <a:pt x="153" y="34"/>
                    <a:pt x="145" y="20"/>
                  </a:cubicBezTo>
                  <a:cubicBezTo>
                    <a:pt x="145" y="20"/>
                    <a:pt x="122" y="41"/>
                    <a:pt x="102" y="27"/>
                  </a:cubicBezTo>
                  <a:cubicBezTo>
                    <a:pt x="102" y="27"/>
                    <a:pt x="90" y="40"/>
                    <a:pt x="74" y="34"/>
                  </a:cubicBezTo>
                  <a:cubicBezTo>
                    <a:pt x="74" y="34"/>
                    <a:pt x="48" y="55"/>
                    <a:pt x="33" y="31"/>
                  </a:cubicBezTo>
                  <a:cubicBezTo>
                    <a:pt x="33" y="31"/>
                    <a:pt x="11" y="39"/>
                    <a:pt x="11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74" name="Artery-Cross-Section-Atheroma-Plaque">
            <a:extLst>
              <a:ext uri="{FF2B5EF4-FFF2-40B4-BE49-F238E27FC236}">
                <a16:creationId xmlns:a16="http://schemas.microsoft.com/office/drawing/2014/main" id="{6C34A781-1CAF-4D8F-ABD1-E9C1EA500254}"/>
              </a:ext>
            </a:extLst>
          </p:cNvPr>
          <p:cNvGrpSpPr>
            <a:grpSpLocks/>
          </p:cNvGrpSpPr>
          <p:nvPr/>
        </p:nvGrpSpPr>
        <p:grpSpPr bwMode="auto">
          <a:xfrm>
            <a:off x="8188325" y="1612900"/>
            <a:ext cx="1808163" cy="2203450"/>
            <a:chOff x="4198" y="770"/>
            <a:chExt cx="1139" cy="1388"/>
          </a:xfrm>
        </p:grpSpPr>
        <p:grpSp>
          <p:nvGrpSpPr>
            <p:cNvPr id="40975" name="Group 1931">
              <a:extLst>
                <a:ext uri="{FF2B5EF4-FFF2-40B4-BE49-F238E27FC236}">
                  <a16:creationId xmlns:a16="http://schemas.microsoft.com/office/drawing/2014/main" id="{AEBA3662-DFEE-4851-B1CC-6E45F82BD4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8" y="770"/>
              <a:ext cx="1139" cy="1388"/>
              <a:chOff x="4198" y="770"/>
              <a:chExt cx="1139" cy="1388"/>
            </a:xfrm>
          </p:grpSpPr>
          <p:sp>
            <p:nvSpPr>
              <p:cNvPr id="40992" name="Oval 1932">
                <a:extLst>
                  <a:ext uri="{FF2B5EF4-FFF2-40B4-BE49-F238E27FC236}">
                    <a16:creationId xmlns:a16="http://schemas.microsoft.com/office/drawing/2014/main" id="{E9F310DD-ED49-4F28-99C8-6B6BB4280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1193"/>
                <a:ext cx="453" cy="879"/>
              </a:xfrm>
              <a:prstGeom prst="ellipse">
                <a:avLst/>
              </a:prstGeom>
              <a:solidFill>
                <a:srgbClr val="F1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93" name="Freeform 1933">
                <a:extLst>
                  <a:ext uri="{FF2B5EF4-FFF2-40B4-BE49-F238E27FC236}">
                    <a16:creationId xmlns:a16="http://schemas.microsoft.com/office/drawing/2014/main" id="{6549A118-E929-436F-ADCA-F04D07593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1226"/>
                <a:ext cx="200" cy="150"/>
              </a:xfrm>
              <a:custGeom>
                <a:avLst/>
                <a:gdLst>
                  <a:gd name="T0" fmla="*/ 616 w 114"/>
                  <a:gd name="T1" fmla="*/ 257 h 80"/>
                  <a:gd name="T2" fmla="*/ 307 w 114"/>
                  <a:gd name="T3" fmla="*/ 514 h 80"/>
                  <a:gd name="T4" fmla="*/ 7 w 114"/>
                  <a:gd name="T5" fmla="*/ 249 h 80"/>
                  <a:gd name="T6" fmla="*/ 421 w 114"/>
                  <a:gd name="T7" fmla="*/ 0 h 80"/>
                  <a:gd name="T8" fmla="*/ 616 w 114"/>
                  <a:gd name="T9" fmla="*/ 257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80">
                    <a:moveTo>
                      <a:pt x="114" y="39"/>
                    </a:moveTo>
                    <a:cubicBezTo>
                      <a:pt x="114" y="75"/>
                      <a:pt x="90" y="76"/>
                      <a:pt x="57" y="78"/>
                    </a:cubicBezTo>
                    <a:cubicBezTo>
                      <a:pt x="14" y="80"/>
                      <a:pt x="2" y="54"/>
                      <a:pt x="1" y="38"/>
                    </a:cubicBezTo>
                    <a:cubicBezTo>
                      <a:pt x="0" y="2"/>
                      <a:pt x="46" y="0"/>
                      <a:pt x="78" y="0"/>
                    </a:cubicBezTo>
                    <a:cubicBezTo>
                      <a:pt x="111" y="0"/>
                      <a:pt x="114" y="3"/>
                      <a:pt x="114" y="39"/>
                    </a:cubicBezTo>
                    <a:close/>
                  </a:path>
                </a:pathLst>
              </a:custGeom>
              <a:solidFill>
                <a:srgbClr val="E12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94" name="Freeform 1934">
                <a:extLst>
                  <a:ext uri="{FF2B5EF4-FFF2-40B4-BE49-F238E27FC236}">
                    <a16:creationId xmlns:a16="http://schemas.microsoft.com/office/drawing/2014/main" id="{155F3888-C645-452F-9010-BA7967503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1161"/>
                <a:ext cx="112" cy="208"/>
              </a:xfrm>
              <a:custGeom>
                <a:avLst/>
                <a:gdLst>
                  <a:gd name="T0" fmla="*/ 56 w 64"/>
                  <a:gd name="T1" fmla="*/ 654 h 111"/>
                  <a:gd name="T2" fmla="*/ 16 w 64"/>
                  <a:gd name="T3" fmla="*/ 482 h 111"/>
                  <a:gd name="T4" fmla="*/ 208 w 64"/>
                  <a:gd name="T5" fmla="*/ 407 h 111"/>
                  <a:gd name="T6" fmla="*/ 86 w 64"/>
                  <a:gd name="T7" fmla="*/ 144 h 111"/>
                  <a:gd name="T8" fmla="*/ 193 w 64"/>
                  <a:gd name="T9" fmla="*/ 13 h 111"/>
                  <a:gd name="T10" fmla="*/ 306 w 64"/>
                  <a:gd name="T11" fmla="*/ 120 h 111"/>
                  <a:gd name="T12" fmla="*/ 334 w 64"/>
                  <a:gd name="T13" fmla="*/ 382 h 111"/>
                  <a:gd name="T14" fmla="*/ 264 w 64"/>
                  <a:gd name="T15" fmla="*/ 691 h 111"/>
                  <a:gd name="T16" fmla="*/ 56 w 64"/>
                  <a:gd name="T17" fmla="*/ 654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11">
                    <a:moveTo>
                      <a:pt x="10" y="99"/>
                    </a:moveTo>
                    <a:cubicBezTo>
                      <a:pt x="4" y="94"/>
                      <a:pt x="0" y="80"/>
                      <a:pt x="3" y="73"/>
                    </a:cubicBezTo>
                    <a:cubicBezTo>
                      <a:pt x="6" y="67"/>
                      <a:pt x="34" y="68"/>
                      <a:pt x="39" y="62"/>
                    </a:cubicBezTo>
                    <a:cubicBezTo>
                      <a:pt x="45" y="54"/>
                      <a:pt x="10" y="31"/>
                      <a:pt x="16" y="22"/>
                    </a:cubicBezTo>
                    <a:cubicBezTo>
                      <a:pt x="22" y="15"/>
                      <a:pt x="26" y="4"/>
                      <a:pt x="36" y="2"/>
                    </a:cubicBezTo>
                    <a:cubicBezTo>
                      <a:pt x="47" y="0"/>
                      <a:pt x="54" y="9"/>
                      <a:pt x="57" y="18"/>
                    </a:cubicBezTo>
                    <a:cubicBezTo>
                      <a:pt x="62" y="30"/>
                      <a:pt x="64" y="45"/>
                      <a:pt x="62" y="58"/>
                    </a:cubicBezTo>
                    <a:cubicBezTo>
                      <a:pt x="59" y="72"/>
                      <a:pt x="61" y="97"/>
                      <a:pt x="49" y="105"/>
                    </a:cubicBezTo>
                    <a:cubicBezTo>
                      <a:pt x="38" y="111"/>
                      <a:pt x="20" y="107"/>
                      <a:pt x="10" y="99"/>
                    </a:cubicBezTo>
                    <a:close/>
                  </a:path>
                </a:pathLst>
              </a:custGeom>
              <a:solidFill>
                <a:srgbClr val="BE17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95" name="Freeform 1935">
                <a:extLst>
                  <a:ext uri="{FF2B5EF4-FFF2-40B4-BE49-F238E27FC236}">
                    <a16:creationId xmlns:a16="http://schemas.microsoft.com/office/drawing/2014/main" id="{E776DFCB-6DA2-4389-B85F-AA24091DA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772"/>
                <a:ext cx="892" cy="1379"/>
              </a:xfrm>
              <a:custGeom>
                <a:avLst/>
                <a:gdLst>
                  <a:gd name="T0" fmla="*/ 2692 w 508"/>
                  <a:gd name="T1" fmla="*/ 0 h 737"/>
                  <a:gd name="T2" fmla="*/ 2377 w 508"/>
                  <a:gd name="T3" fmla="*/ 329 h 737"/>
                  <a:gd name="T4" fmla="*/ 1761 w 508"/>
                  <a:gd name="T5" fmla="*/ 844 h 737"/>
                  <a:gd name="T6" fmla="*/ 931 w 508"/>
                  <a:gd name="T7" fmla="*/ 1347 h 737"/>
                  <a:gd name="T8" fmla="*/ 0 w 508"/>
                  <a:gd name="T9" fmla="*/ 1186 h 737"/>
                  <a:gd name="T10" fmla="*/ 0 w 508"/>
                  <a:gd name="T11" fmla="*/ 1186 h 737"/>
                  <a:gd name="T12" fmla="*/ 102 w 508"/>
                  <a:gd name="T13" fmla="*/ 1173 h 737"/>
                  <a:gd name="T14" fmla="*/ 968 w 508"/>
                  <a:gd name="T15" fmla="*/ 3014 h 737"/>
                  <a:gd name="T16" fmla="*/ 249 w 508"/>
                  <a:gd name="T17" fmla="*/ 4827 h 737"/>
                  <a:gd name="T18" fmla="*/ 249 w 508"/>
                  <a:gd name="T19" fmla="*/ 4827 h 737"/>
                  <a:gd name="T20" fmla="*/ 2251 w 508"/>
                  <a:gd name="T21" fmla="*/ 1186 h 737"/>
                  <a:gd name="T22" fmla="*/ 2516 w 508"/>
                  <a:gd name="T23" fmla="*/ 399 h 737"/>
                  <a:gd name="T24" fmla="*/ 2713 w 508"/>
                  <a:gd name="T25" fmla="*/ 157 h 737"/>
                  <a:gd name="T26" fmla="*/ 2692 w 508"/>
                  <a:gd name="T27" fmla="*/ 0 h 7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8" h="737">
                    <a:moveTo>
                      <a:pt x="497" y="0"/>
                    </a:moveTo>
                    <a:cubicBezTo>
                      <a:pt x="473" y="3"/>
                      <a:pt x="461" y="5"/>
                      <a:pt x="439" y="50"/>
                    </a:cubicBezTo>
                    <a:cubicBezTo>
                      <a:pt x="412" y="104"/>
                      <a:pt x="360" y="77"/>
                      <a:pt x="325" y="129"/>
                    </a:cubicBezTo>
                    <a:cubicBezTo>
                      <a:pt x="291" y="181"/>
                      <a:pt x="251" y="253"/>
                      <a:pt x="172" y="206"/>
                    </a:cubicBezTo>
                    <a:cubicBezTo>
                      <a:pt x="94" y="159"/>
                      <a:pt x="0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6" y="180"/>
                      <a:pt x="13" y="179"/>
                      <a:pt x="19" y="179"/>
                    </a:cubicBezTo>
                    <a:cubicBezTo>
                      <a:pt x="107" y="179"/>
                      <a:pt x="179" y="305"/>
                      <a:pt x="179" y="460"/>
                    </a:cubicBezTo>
                    <a:cubicBezTo>
                      <a:pt x="179" y="599"/>
                      <a:pt x="121" y="715"/>
                      <a:pt x="46" y="737"/>
                    </a:cubicBezTo>
                    <a:cubicBezTo>
                      <a:pt x="46" y="737"/>
                      <a:pt x="46" y="737"/>
                      <a:pt x="46" y="737"/>
                    </a:cubicBezTo>
                    <a:cubicBezTo>
                      <a:pt x="435" y="624"/>
                      <a:pt x="369" y="223"/>
                      <a:pt x="416" y="181"/>
                    </a:cubicBezTo>
                    <a:cubicBezTo>
                      <a:pt x="463" y="139"/>
                      <a:pt x="461" y="91"/>
                      <a:pt x="465" y="61"/>
                    </a:cubicBezTo>
                    <a:cubicBezTo>
                      <a:pt x="468" y="32"/>
                      <a:pt x="501" y="24"/>
                      <a:pt x="501" y="24"/>
                    </a:cubicBezTo>
                    <a:cubicBezTo>
                      <a:pt x="508" y="11"/>
                      <a:pt x="497" y="0"/>
                      <a:pt x="497" y="0"/>
                    </a:cubicBezTo>
                    <a:close/>
                  </a:path>
                </a:pathLst>
              </a:custGeom>
              <a:solidFill>
                <a:srgbClr val="F4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96" name="Freeform 1936">
                <a:extLst>
                  <a:ext uri="{FF2B5EF4-FFF2-40B4-BE49-F238E27FC236}">
                    <a16:creationId xmlns:a16="http://schemas.microsoft.com/office/drawing/2014/main" id="{D18AF87A-97BC-44DF-8E74-0A1C973B7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805"/>
                <a:ext cx="604" cy="644"/>
              </a:xfrm>
              <a:custGeom>
                <a:avLst/>
                <a:gdLst>
                  <a:gd name="T0" fmla="*/ 1863 w 344"/>
                  <a:gd name="T1" fmla="*/ 24 h 344"/>
                  <a:gd name="T2" fmla="*/ 1770 w 344"/>
                  <a:gd name="T3" fmla="*/ 234 h 344"/>
                  <a:gd name="T4" fmla="*/ 1473 w 344"/>
                  <a:gd name="T5" fmla="*/ 768 h 344"/>
                  <a:gd name="T6" fmla="*/ 943 w 344"/>
                  <a:gd name="T7" fmla="*/ 1784 h 344"/>
                  <a:gd name="T8" fmla="*/ 416 w 344"/>
                  <a:gd name="T9" fmla="*/ 1668 h 344"/>
                  <a:gd name="T10" fmla="*/ 163 w 344"/>
                  <a:gd name="T11" fmla="*/ 1258 h 344"/>
                  <a:gd name="T12" fmla="*/ 0 w 344"/>
                  <a:gd name="T13" fmla="*/ 1161 h 344"/>
                  <a:gd name="T14" fmla="*/ 546 w 344"/>
                  <a:gd name="T15" fmla="*/ 1543 h 344"/>
                  <a:gd name="T16" fmla="*/ 1203 w 344"/>
                  <a:gd name="T17" fmla="*/ 949 h 344"/>
                  <a:gd name="T18" fmla="*/ 1689 w 344"/>
                  <a:gd name="T19" fmla="*/ 346 h 344"/>
                  <a:gd name="T20" fmla="*/ 1840 w 344"/>
                  <a:gd name="T21" fmla="*/ 0 h 344"/>
                  <a:gd name="T22" fmla="*/ 1863 w 344"/>
                  <a:gd name="T23" fmla="*/ 24 h 3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44">
                    <a:moveTo>
                      <a:pt x="344" y="4"/>
                    </a:moveTo>
                    <a:cubicBezTo>
                      <a:pt x="333" y="13"/>
                      <a:pt x="327" y="36"/>
                      <a:pt x="327" y="36"/>
                    </a:cubicBezTo>
                    <a:cubicBezTo>
                      <a:pt x="327" y="36"/>
                      <a:pt x="314" y="103"/>
                      <a:pt x="272" y="117"/>
                    </a:cubicBezTo>
                    <a:cubicBezTo>
                      <a:pt x="219" y="135"/>
                      <a:pt x="227" y="200"/>
                      <a:pt x="174" y="272"/>
                    </a:cubicBezTo>
                    <a:cubicBezTo>
                      <a:pt x="122" y="344"/>
                      <a:pt x="77" y="254"/>
                      <a:pt x="77" y="254"/>
                    </a:cubicBezTo>
                    <a:cubicBezTo>
                      <a:pt x="58" y="222"/>
                      <a:pt x="49" y="207"/>
                      <a:pt x="30" y="192"/>
                    </a:cubicBezTo>
                    <a:cubicBezTo>
                      <a:pt x="24" y="187"/>
                      <a:pt x="0" y="177"/>
                      <a:pt x="0" y="177"/>
                    </a:cubicBezTo>
                    <a:cubicBezTo>
                      <a:pt x="0" y="177"/>
                      <a:pt x="39" y="180"/>
                      <a:pt x="101" y="235"/>
                    </a:cubicBezTo>
                    <a:cubicBezTo>
                      <a:pt x="163" y="290"/>
                      <a:pt x="194" y="207"/>
                      <a:pt x="222" y="145"/>
                    </a:cubicBezTo>
                    <a:cubicBezTo>
                      <a:pt x="249" y="84"/>
                      <a:pt x="279" y="133"/>
                      <a:pt x="312" y="53"/>
                    </a:cubicBezTo>
                    <a:cubicBezTo>
                      <a:pt x="325" y="20"/>
                      <a:pt x="331" y="6"/>
                      <a:pt x="340" y="0"/>
                    </a:cubicBezTo>
                    <a:cubicBezTo>
                      <a:pt x="340" y="0"/>
                      <a:pt x="344" y="1"/>
                      <a:pt x="344" y="4"/>
                    </a:cubicBezTo>
                    <a:close/>
                  </a:path>
                </a:pathLst>
              </a:custGeom>
              <a:solidFill>
                <a:srgbClr val="F1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97" name="Freeform 1937">
                <a:extLst>
                  <a:ext uri="{FF2B5EF4-FFF2-40B4-BE49-F238E27FC236}">
                    <a16:creationId xmlns:a16="http://schemas.microsoft.com/office/drawing/2014/main" id="{1687ECE6-9BDD-4735-8EC2-753749507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804"/>
                <a:ext cx="804" cy="1347"/>
              </a:xfrm>
              <a:custGeom>
                <a:avLst/>
                <a:gdLst>
                  <a:gd name="T0" fmla="*/ 2477 w 458"/>
                  <a:gd name="T1" fmla="*/ 0 h 720"/>
                  <a:gd name="T2" fmla="*/ 2465 w 458"/>
                  <a:gd name="T3" fmla="*/ 39 h 720"/>
                  <a:gd name="T4" fmla="*/ 2272 w 458"/>
                  <a:gd name="T5" fmla="*/ 286 h 720"/>
                  <a:gd name="T6" fmla="*/ 2003 w 458"/>
                  <a:gd name="T7" fmla="*/ 1074 h 720"/>
                  <a:gd name="T8" fmla="*/ 0 w 458"/>
                  <a:gd name="T9" fmla="*/ 4715 h 720"/>
                  <a:gd name="T10" fmla="*/ 0 w 458"/>
                  <a:gd name="T11" fmla="*/ 4715 h 720"/>
                  <a:gd name="T12" fmla="*/ 718 w 458"/>
                  <a:gd name="T13" fmla="*/ 2902 h 720"/>
                  <a:gd name="T14" fmla="*/ 1469 w 458"/>
                  <a:gd name="T15" fmla="*/ 2359 h 720"/>
                  <a:gd name="T16" fmla="*/ 1913 w 458"/>
                  <a:gd name="T17" fmla="*/ 941 h 720"/>
                  <a:gd name="T18" fmla="*/ 2219 w 458"/>
                  <a:gd name="T19" fmla="*/ 413 h 720"/>
                  <a:gd name="T20" fmla="*/ 2477 w 458"/>
                  <a:gd name="T21" fmla="*/ 0 h 7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8" h="720">
                    <a:moveTo>
                      <a:pt x="458" y="0"/>
                    </a:moveTo>
                    <a:cubicBezTo>
                      <a:pt x="458" y="3"/>
                      <a:pt x="458" y="4"/>
                      <a:pt x="456" y="6"/>
                    </a:cubicBezTo>
                    <a:cubicBezTo>
                      <a:pt x="456" y="6"/>
                      <a:pt x="423" y="15"/>
                      <a:pt x="420" y="44"/>
                    </a:cubicBezTo>
                    <a:cubicBezTo>
                      <a:pt x="416" y="74"/>
                      <a:pt x="417" y="123"/>
                      <a:pt x="370" y="164"/>
                    </a:cubicBezTo>
                    <a:cubicBezTo>
                      <a:pt x="323" y="206"/>
                      <a:pt x="390" y="607"/>
                      <a:pt x="0" y="720"/>
                    </a:cubicBezTo>
                    <a:cubicBezTo>
                      <a:pt x="0" y="720"/>
                      <a:pt x="0" y="720"/>
                      <a:pt x="0" y="720"/>
                    </a:cubicBezTo>
                    <a:cubicBezTo>
                      <a:pt x="76" y="698"/>
                      <a:pt x="133" y="582"/>
                      <a:pt x="133" y="443"/>
                    </a:cubicBezTo>
                    <a:cubicBezTo>
                      <a:pt x="133" y="443"/>
                      <a:pt x="227" y="458"/>
                      <a:pt x="272" y="360"/>
                    </a:cubicBezTo>
                    <a:cubicBezTo>
                      <a:pt x="318" y="263"/>
                      <a:pt x="304" y="178"/>
                      <a:pt x="354" y="144"/>
                    </a:cubicBezTo>
                    <a:cubicBezTo>
                      <a:pt x="354" y="144"/>
                      <a:pt x="406" y="114"/>
                      <a:pt x="410" y="63"/>
                    </a:cubicBezTo>
                    <a:cubicBezTo>
                      <a:pt x="413" y="13"/>
                      <a:pt x="444" y="5"/>
                      <a:pt x="458" y="0"/>
                    </a:cubicBezTo>
                    <a:close/>
                  </a:path>
                </a:pathLst>
              </a:custGeom>
              <a:solidFill>
                <a:srgbClr val="D57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98" name="Freeform 1938">
                <a:extLst>
                  <a:ext uri="{FF2B5EF4-FFF2-40B4-BE49-F238E27FC236}">
                    <a16:creationId xmlns:a16="http://schemas.microsoft.com/office/drawing/2014/main" id="{D4D8F09D-0B77-4DDD-AD26-53E3808D0B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0" y="1191"/>
                <a:ext cx="453" cy="881"/>
              </a:xfrm>
              <a:custGeom>
                <a:avLst/>
                <a:gdLst>
                  <a:gd name="T0" fmla="*/ 701 w 258"/>
                  <a:gd name="T1" fmla="*/ 0 h 471"/>
                  <a:gd name="T2" fmla="*/ 0 w 258"/>
                  <a:gd name="T3" fmla="*/ 1543 h 471"/>
                  <a:gd name="T4" fmla="*/ 701 w 258"/>
                  <a:gd name="T5" fmla="*/ 3083 h 471"/>
                  <a:gd name="T6" fmla="*/ 1396 w 258"/>
                  <a:gd name="T7" fmla="*/ 1543 h 471"/>
                  <a:gd name="T8" fmla="*/ 701 w 258"/>
                  <a:gd name="T9" fmla="*/ 0 h 471"/>
                  <a:gd name="T10" fmla="*/ 715 w 258"/>
                  <a:gd name="T11" fmla="*/ 430 h 471"/>
                  <a:gd name="T12" fmla="*/ 265 w 258"/>
                  <a:gd name="T13" fmla="*/ 438 h 471"/>
                  <a:gd name="T14" fmla="*/ 681 w 258"/>
                  <a:gd name="T15" fmla="*/ 60 h 471"/>
                  <a:gd name="T16" fmla="*/ 1159 w 258"/>
                  <a:gd name="T17" fmla="*/ 550 h 471"/>
                  <a:gd name="T18" fmla="*/ 715 w 258"/>
                  <a:gd name="T19" fmla="*/ 430 h 4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8" h="471">
                    <a:moveTo>
                      <a:pt x="129" y="0"/>
                    </a:moveTo>
                    <a:cubicBezTo>
                      <a:pt x="58" y="0"/>
                      <a:pt x="0" y="106"/>
                      <a:pt x="0" y="236"/>
                    </a:cubicBezTo>
                    <a:cubicBezTo>
                      <a:pt x="0" y="365"/>
                      <a:pt x="58" y="471"/>
                      <a:pt x="129" y="471"/>
                    </a:cubicBezTo>
                    <a:cubicBezTo>
                      <a:pt x="200" y="471"/>
                      <a:pt x="258" y="365"/>
                      <a:pt x="258" y="236"/>
                    </a:cubicBezTo>
                    <a:cubicBezTo>
                      <a:pt x="258" y="106"/>
                      <a:pt x="200" y="0"/>
                      <a:pt x="129" y="0"/>
                    </a:cubicBezTo>
                    <a:close/>
                    <a:moveTo>
                      <a:pt x="132" y="66"/>
                    </a:moveTo>
                    <a:cubicBezTo>
                      <a:pt x="93" y="66"/>
                      <a:pt x="21" y="108"/>
                      <a:pt x="49" y="67"/>
                    </a:cubicBezTo>
                    <a:cubicBezTo>
                      <a:pt x="72" y="33"/>
                      <a:pt x="97" y="9"/>
                      <a:pt x="126" y="9"/>
                    </a:cubicBezTo>
                    <a:cubicBezTo>
                      <a:pt x="159" y="9"/>
                      <a:pt x="191" y="39"/>
                      <a:pt x="214" y="84"/>
                    </a:cubicBezTo>
                    <a:cubicBezTo>
                      <a:pt x="227" y="114"/>
                      <a:pt x="171" y="66"/>
                      <a:pt x="132" y="66"/>
                    </a:cubicBezTo>
                    <a:close/>
                  </a:path>
                </a:pathLst>
              </a:custGeom>
              <a:solidFill>
                <a:srgbClr val="C06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99" name="Freeform 1939">
                <a:extLst>
                  <a:ext uri="{FF2B5EF4-FFF2-40B4-BE49-F238E27FC236}">
                    <a16:creationId xmlns:a16="http://schemas.microsoft.com/office/drawing/2014/main" id="{FEC1B61E-ED39-4BC5-B70A-A833DCB8A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204"/>
                <a:ext cx="74" cy="69"/>
              </a:xfrm>
              <a:custGeom>
                <a:avLst/>
                <a:gdLst>
                  <a:gd name="T0" fmla="*/ 229 w 42"/>
                  <a:gd name="T1" fmla="*/ 32 h 37"/>
                  <a:gd name="T2" fmla="*/ 0 w 42"/>
                  <a:gd name="T3" fmla="*/ 218 h 37"/>
                  <a:gd name="T4" fmla="*/ 229 w 42"/>
                  <a:gd name="T5" fmla="*/ 3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42" y="5"/>
                    </a:moveTo>
                    <a:cubicBezTo>
                      <a:pt x="42" y="5"/>
                      <a:pt x="11" y="0"/>
                      <a:pt x="0" y="34"/>
                    </a:cubicBezTo>
                    <a:cubicBezTo>
                      <a:pt x="0" y="34"/>
                      <a:pt x="34" y="37"/>
                      <a:pt x="42" y="5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00" name="Freeform 1940">
                <a:extLst>
                  <a:ext uri="{FF2B5EF4-FFF2-40B4-BE49-F238E27FC236}">
                    <a16:creationId xmlns:a16="http://schemas.microsoft.com/office/drawing/2014/main" id="{479169C6-360F-49A3-8EB0-66484DC1D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298"/>
                <a:ext cx="45" cy="65"/>
              </a:xfrm>
              <a:custGeom>
                <a:avLst/>
                <a:gdLst>
                  <a:gd name="T0" fmla="*/ 0 w 26"/>
                  <a:gd name="T1" fmla="*/ 0 h 35"/>
                  <a:gd name="T2" fmla="*/ 107 w 26"/>
                  <a:gd name="T3" fmla="*/ 225 h 35"/>
                  <a:gd name="T4" fmla="*/ 0 w 2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0" y="0"/>
                    </a:moveTo>
                    <a:cubicBezTo>
                      <a:pt x="0" y="0"/>
                      <a:pt x="0" y="28"/>
                      <a:pt x="21" y="35"/>
                    </a:cubicBezTo>
                    <a:cubicBezTo>
                      <a:pt x="21" y="35"/>
                      <a:pt x="26" y="10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01" name="Freeform 1941">
                <a:extLst>
                  <a:ext uri="{FF2B5EF4-FFF2-40B4-BE49-F238E27FC236}">
                    <a16:creationId xmlns:a16="http://schemas.microsoft.com/office/drawing/2014/main" id="{4FDD37A9-FF93-48DE-8CB6-F6C9BCB7F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230"/>
                <a:ext cx="66" cy="68"/>
              </a:xfrm>
              <a:custGeom>
                <a:avLst/>
                <a:gdLst>
                  <a:gd name="T0" fmla="*/ 0 w 38"/>
                  <a:gd name="T1" fmla="*/ 0 h 36"/>
                  <a:gd name="T2" fmla="*/ 189 w 38"/>
                  <a:gd name="T3" fmla="*/ 242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9" y="30"/>
                      <a:pt x="36" y="36"/>
                    </a:cubicBezTo>
                    <a:cubicBezTo>
                      <a:pt x="36" y="36"/>
                      <a:pt x="38" y="3"/>
                      <a:pt x="0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02" name="Freeform 1942">
                <a:extLst>
                  <a:ext uri="{FF2B5EF4-FFF2-40B4-BE49-F238E27FC236}">
                    <a16:creationId xmlns:a16="http://schemas.microsoft.com/office/drawing/2014/main" id="{945B4349-04BD-465C-A9E6-D3915B857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176"/>
                <a:ext cx="90" cy="67"/>
              </a:xfrm>
              <a:custGeom>
                <a:avLst/>
                <a:gdLst>
                  <a:gd name="T0" fmla="*/ 0 w 51"/>
                  <a:gd name="T1" fmla="*/ 128 h 36"/>
                  <a:gd name="T2" fmla="*/ 281 w 51"/>
                  <a:gd name="T3" fmla="*/ 188 h 36"/>
                  <a:gd name="T4" fmla="*/ 0 w 51"/>
                  <a:gd name="T5" fmla="*/ 12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5" y="36"/>
                      <a:pt x="51" y="29"/>
                    </a:cubicBezTo>
                    <a:cubicBezTo>
                      <a:pt x="51" y="29"/>
                      <a:pt x="34" y="0"/>
                      <a:pt x="0" y="2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03" name="Freeform 1943">
                <a:extLst>
                  <a:ext uri="{FF2B5EF4-FFF2-40B4-BE49-F238E27FC236}">
                    <a16:creationId xmlns:a16="http://schemas.microsoft.com/office/drawing/2014/main" id="{0C6ADFB4-2E67-41AD-95AD-AE5E65320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324"/>
                <a:ext cx="16" cy="22"/>
              </a:xfrm>
              <a:custGeom>
                <a:avLst/>
                <a:gdLst>
                  <a:gd name="T0" fmla="*/ 44 w 9"/>
                  <a:gd name="T1" fmla="*/ 68 h 12"/>
                  <a:gd name="T2" fmla="*/ 12 w 9"/>
                  <a:gd name="T3" fmla="*/ 44 h 12"/>
                  <a:gd name="T4" fmla="*/ 7 w 9"/>
                  <a:gd name="T5" fmla="*/ 7 h 12"/>
                  <a:gd name="T6" fmla="*/ 37 w 9"/>
                  <a:gd name="T7" fmla="*/ 31 h 12"/>
                  <a:gd name="T8" fmla="*/ 44 w 9"/>
                  <a:gd name="T9" fmla="*/ 6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8" y="11"/>
                    </a:moveTo>
                    <a:cubicBezTo>
                      <a:pt x="7" y="12"/>
                      <a:pt x="4" y="10"/>
                      <a:pt x="2" y="7"/>
                    </a:cubicBezTo>
                    <a:cubicBezTo>
                      <a:pt x="0" y="4"/>
                      <a:pt x="0" y="1"/>
                      <a:pt x="1" y="1"/>
                    </a:cubicBezTo>
                    <a:cubicBezTo>
                      <a:pt x="2" y="0"/>
                      <a:pt x="5" y="2"/>
                      <a:pt x="7" y="5"/>
                    </a:cubicBezTo>
                    <a:cubicBezTo>
                      <a:pt x="9" y="8"/>
                      <a:pt x="9" y="11"/>
                      <a:pt x="8" y="1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04" name="Freeform 1944">
                <a:extLst>
                  <a:ext uri="{FF2B5EF4-FFF2-40B4-BE49-F238E27FC236}">
                    <a16:creationId xmlns:a16="http://schemas.microsoft.com/office/drawing/2014/main" id="{1E0CD6EC-32F5-4358-B514-BED9F34AD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253"/>
                <a:ext cx="28" cy="28"/>
              </a:xfrm>
              <a:custGeom>
                <a:avLst/>
                <a:gdLst>
                  <a:gd name="T0" fmla="*/ 77 w 16"/>
                  <a:gd name="T1" fmla="*/ 91 h 15"/>
                  <a:gd name="T2" fmla="*/ 28 w 16"/>
                  <a:gd name="T3" fmla="*/ 65 h 15"/>
                  <a:gd name="T4" fmla="*/ 12 w 16"/>
                  <a:gd name="T5" fmla="*/ 7 h 15"/>
                  <a:gd name="T6" fmla="*/ 58 w 16"/>
                  <a:gd name="T7" fmla="*/ 32 h 15"/>
                  <a:gd name="T8" fmla="*/ 77 w 16"/>
                  <a:gd name="T9" fmla="*/ 9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4" y="14"/>
                    </a:moveTo>
                    <a:cubicBezTo>
                      <a:pt x="13" y="15"/>
                      <a:pt x="9" y="14"/>
                      <a:pt x="5" y="10"/>
                    </a:cubicBezTo>
                    <a:cubicBezTo>
                      <a:pt x="2" y="7"/>
                      <a:pt x="0" y="3"/>
                      <a:pt x="2" y="1"/>
                    </a:cubicBezTo>
                    <a:cubicBezTo>
                      <a:pt x="3" y="0"/>
                      <a:pt x="7" y="2"/>
                      <a:pt x="11" y="5"/>
                    </a:cubicBezTo>
                    <a:cubicBezTo>
                      <a:pt x="14" y="9"/>
                      <a:pt x="16" y="13"/>
                      <a:pt x="14" y="14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05" name="Freeform 1945">
                <a:extLst>
                  <a:ext uri="{FF2B5EF4-FFF2-40B4-BE49-F238E27FC236}">
                    <a16:creationId xmlns:a16="http://schemas.microsoft.com/office/drawing/2014/main" id="{82EC40B9-DB60-4C5A-97EB-D5FA8C4FB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206"/>
                <a:ext cx="28" cy="19"/>
              </a:xfrm>
              <a:custGeom>
                <a:avLst/>
                <a:gdLst>
                  <a:gd name="T0" fmla="*/ 81 w 16"/>
                  <a:gd name="T1" fmla="*/ 48 h 10"/>
                  <a:gd name="T2" fmla="*/ 37 w 16"/>
                  <a:gd name="T3" fmla="*/ 61 h 10"/>
                  <a:gd name="T4" fmla="*/ 0 w 16"/>
                  <a:gd name="T5" fmla="*/ 29 h 10"/>
                  <a:gd name="T6" fmla="*/ 44 w 16"/>
                  <a:gd name="T7" fmla="*/ 8 h 10"/>
                  <a:gd name="T8" fmla="*/ 81 w 16"/>
                  <a:gd name="T9" fmla="*/ 4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5" y="7"/>
                    </a:moveTo>
                    <a:cubicBezTo>
                      <a:pt x="15" y="9"/>
                      <a:pt x="11" y="10"/>
                      <a:pt x="7" y="9"/>
                    </a:cubicBezTo>
                    <a:cubicBezTo>
                      <a:pt x="3" y="9"/>
                      <a:pt x="0" y="6"/>
                      <a:pt x="0" y="4"/>
                    </a:cubicBezTo>
                    <a:cubicBezTo>
                      <a:pt x="1" y="1"/>
                      <a:pt x="4" y="0"/>
                      <a:pt x="8" y="1"/>
                    </a:cubicBezTo>
                    <a:cubicBezTo>
                      <a:pt x="13" y="2"/>
                      <a:pt x="16" y="5"/>
                      <a:pt x="15" y="7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06" name="Freeform 1946">
                <a:extLst>
                  <a:ext uri="{FF2B5EF4-FFF2-40B4-BE49-F238E27FC236}">
                    <a16:creationId xmlns:a16="http://schemas.microsoft.com/office/drawing/2014/main" id="{9AA434C9-B476-4044-B89E-4763D820B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1226"/>
                <a:ext cx="27" cy="27"/>
              </a:xfrm>
              <a:custGeom>
                <a:avLst/>
                <a:gdLst>
                  <a:gd name="T0" fmla="*/ 74 w 15"/>
                  <a:gd name="T1" fmla="*/ 15 h 14"/>
                  <a:gd name="T2" fmla="*/ 58 w 15"/>
                  <a:gd name="T3" fmla="*/ 71 h 14"/>
                  <a:gd name="T4" fmla="*/ 7 w 15"/>
                  <a:gd name="T5" fmla="*/ 85 h 14"/>
                  <a:gd name="T6" fmla="*/ 23 w 15"/>
                  <a:gd name="T7" fmla="*/ 29 h 14"/>
                  <a:gd name="T8" fmla="*/ 74 w 15"/>
                  <a:gd name="T9" fmla="*/ 1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3" y="2"/>
                    </a:moveTo>
                    <a:cubicBezTo>
                      <a:pt x="15" y="4"/>
                      <a:pt x="13" y="8"/>
                      <a:pt x="10" y="10"/>
                    </a:cubicBezTo>
                    <a:cubicBezTo>
                      <a:pt x="6" y="13"/>
                      <a:pt x="2" y="14"/>
                      <a:pt x="1" y="12"/>
                    </a:cubicBezTo>
                    <a:cubicBezTo>
                      <a:pt x="0" y="10"/>
                      <a:pt x="1" y="6"/>
                      <a:pt x="4" y="4"/>
                    </a:cubicBezTo>
                    <a:cubicBezTo>
                      <a:pt x="8" y="1"/>
                      <a:pt x="12" y="0"/>
                      <a:pt x="13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07" name="Oval 1947">
                <a:extLst>
                  <a:ext uri="{FF2B5EF4-FFF2-40B4-BE49-F238E27FC236}">
                    <a16:creationId xmlns:a16="http://schemas.microsoft.com/office/drawing/2014/main" id="{5E364917-8AA8-403D-BC69-E3AA68365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1193"/>
                <a:ext cx="453" cy="879"/>
              </a:xfrm>
              <a:prstGeom prst="ellipse">
                <a:avLst/>
              </a:prstGeom>
              <a:noFill/>
              <a:ln w="63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08" name="Freeform 1948">
                <a:extLst>
                  <a:ext uri="{FF2B5EF4-FFF2-40B4-BE49-F238E27FC236}">
                    <a16:creationId xmlns:a16="http://schemas.microsoft.com/office/drawing/2014/main" id="{F73571E9-7E05-4750-B20A-87EE4702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204"/>
                <a:ext cx="74" cy="69"/>
              </a:xfrm>
              <a:custGeom>
                <a:avLst/>
                <a:gdLst>
                  <a:gd name="T0" fmla="*/ 229 w 42"/>
                  <a:gd name="T1" fmla="*/ 32 h 37"/>
                  <a:gd name="T2" fmla="*/ 0 w 42"/>
                  <a:gd name="T3" fmla="*/ 218 h 37"/>
                  <a:gd name="T4" fmla="*/ 229 w 42"/>
                  <a:gd name="T5" fmla="*/ 3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42" y="5"/>
                    </a:moveTo>
                    <a:cubicBezTo>
                      <a:pt x="42" y="5"/>
                      <a:pt x="11" y="0"/>
                      <a:pt x="0" y="34"/>
                    </a:cubicBezTo>
                    <a:cubicBezTo>
                      <a:pt x="0" y="34"/>
                      <a:pt x="34" y="37"/>
                      <a:pt x="42" y="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09" name="Freeform 1949">
                <a:extLst>
                  <a:ext uri="{FF2B5EF4-FFF2-40B4-BE49-F238E27FC236}">
                    <a16:creationId xmlns:a16="http://schemas.microsoft.com/office/drawing/2014/main" id="{A29FAFEC-A7AF-4AB9-8711-EAAF5B3E5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298"/>
                <a:ext cx="45" cy="65"/>
              </a:xfrm>
              <a:custGeom>
                <a:avLst/>
                <a:gdLst>
                  <a:gd name="T0" fmla="*/ 0 w 26"/>
                  <a:gd name="T1" fmla="*/ 0 h 35"/>
                  <a:gd name="T2" fmla="*/ 107 w 26"/>
                  <a:gd name="T3" fmla="*/ 225 h 35"/>
                  <a:gd name="T4" fmla="*/ 0 w 2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0" y="0"/>
                    </a:moveTo>
                    <a:cubicBezTo>
                      <a:pt x="0" y="0"/>
                      <a:pt x="0" y="28"/>
                      <a:pt x="21" y="35"/>
                    </a:cubicBezTo>
                    <a:cubicBezTo>
                      <a:pt x="21" y="35"/>
                      <a:pt x="26" y="10"/>
                      <a:pt x="0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10" name="Freeform 1950">
                <a:extLst>
                  <a:ext uri="{FF2B5EF4-FFF2-40B4-BE49-F238E27FC236}">
                    <a16:creationId xmlns:a16="http://schemas.microsoft.com/office/drawing/2014/main" id="{0693FA8C-3AD2-4EE0-965B-C1E0AE38D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230"/>
                <a:ext cx="66" cy="68"/>
              </a:xfrm>
              <a:custGeom>
                <a:avLst/>
                <a:gdLst>
                  <a:gd name="T0" fmla="*/ 0 w 38"/>
                  <a:gd name="T1" fmla="*/ 0 h 36"/>
                  <a:gd name="T2" fmla="*/ 189 w 38"/>
                  <a:gd name="T3" fmla="*/ 242 h 36"/>
                  <a:gd name="T4" fmla="*/ 0 w 3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0"/>
                      <a:pt x="9" y="30"/>
                      <a:pt x="36" y="36"/>
                    </a:cubicBezTo>
                    <a:cubicBezTo>
                      <a:pt x="36" y="36"/>
                      <a:pt x="38" y="3"/>
                      <a:pt x="0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11" name="Freeform 1951">
                <a:extLst>
                  <a:ext uri="{FF2B5EF4-FFF2-40B4-BE49-F238E27FC236}">
                    <a16:creationId xmlns:a16="http://schemas.microsoft.com/office/drawing/2014/main" id="{3A237ACB-6DA5-4BD0-BC8A-2D575EF39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176"/>
                <a:ext cx="90" cy="67"/>
              </a:xfrm>
              <a:custGeom>
                <a:avLst/>
                <a:gdLst>
                  <a:gd name="T0" fmla="*/ 0 w 51"/>
                  <a:gd name="T1" fmla="*/ 128 h 36"/>
                  <a:gd name="T2" fmla="*/ 281 w 51"/>
                  <a:gd name="T3" fmla="*/ 188 h 36"/>
                  <a:gd name="T4" fmla="*/ 0 w 51"/>
                  <a:gd name="T5" fmla="*/ 12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20"/>
                    </a:moveTo>
                    <a:cubicBezTo>
                      <a:pt x="0" y="20"/>
                      <a:pt x="25" y="36"/>
                      <a:pt x="51" y="29"/>
                    </a:cubicBezTo>
                    <a:cubicBezTo>
                      <a:pt x="51" y="29"/>
                      <a:pt x="34" y="0"/>
                      <a:pt x="0" y="2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12" name="Freeform 1952">
                <a:extLst>
                  <a:ext uri="{FF2B5EF4-FFF2-40B4-BE49-F238E27FC236}">
                    <a16:creationId xmlns:a16="http://schemas.microsoft.com/office/drawing/2014/main" id="{4A3D61D0-C8B4-4EDC-8C27-9114E777C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159"/>
                <a:ext cx="291" cy="206"/>
              </a:xfrm>
              <a:custGeom>
                <a:avLst/>
                <a:gdLst>
                  <a:gd name="T0" fmla="*/ 0 w 166"/>
                  <a:gd name="T1" fmla="*/ 24 h 110"/>
                  <a:gd name="T2" fmla="*/ 314 w 166"/>
                  <a:gd name="T3" fmla="*/ 294 h 110"/>
                  <a:gd name="T4" fmla="*/ 894 w 166"/>
                  <a:gd name="T5" fmla="*/ 0 h 110"/>
                  <a:gd name="T6" fmla="*/ 458 w 166"/>
                  <a:gd name="T7" fmla="*/ 474 h 110"/>
                  <a:gd name="T8" fmla="*/ 184 w 166"/>
                  <a:gd name="T9" fmla="*/ 189 h 110"/>
                  <a:gd name="T10" fmla="*/ 0 w 166"/>
                  <a:gd name="T11" fmla="*/ 24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110">
                    <a:moveTo>
                      <a:pt x="0" y="4"/>
                    </a:moveTo>
                    <a:cubicBezTo>
                      <a:pt x="0" y="4"/>
                      <a:pt x="28" y="17"/>
                      <a:pt x="58" y="45"/>
                    </a:cubicBezTo>
                    <a:cubicBezTo>
                      <a:pt x="76" y="62"/>
                      <a:pt x="121" y="110"/>
                      <a:pt x="166" y="0"/>
                    </a:cubicBezTo>
                    <a:cubicBezTo>
                      <a:pt x="166" y="0"/>
                      <a:pt x="141" y="101"/>
                      <a:pt x="85" y="72"/>
                    </a:cubicBezTo>
                    <a:cubicBezTo>
                      <a:pt x="72" y="65"/>
                      <a:pt x="48" y="40"/>
                      <a:pt x="34" y="29"/>
                    </a:cubicBezTo>
                    <a:cubicBezTo>
                      <a:pt x="28" y="23"/>
                      <a:pt x="16" y="14"/>
                      <a:pt x="0" y="4"/>
                    </a:cubicBez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13" name="Freeform 1953">
                <a:extLst>
                  <a:ext uri="{FF2B5EF4-FFF2-40B4-BE49-F238E27FC236}">
                    <a16:creationId xmlns:a16="http://schemas.microsoft.com/office/drawing/2014/main" id="{5E70F26D-A917-404D-B401-B8FCA71AE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8" y="972"/>
                <a:ext cx="94" cy="62"/>
              </a:xfrm>
              <a:custGeom>
                <a:avLst/>
                <a:gdLst>
                  <a:gd name="T0" fmla="*/ 0 w 54"/>
                  <a:gd name="T1" fmla="*/ 218 h 33"/>
                  <a:gd name="T2" fmla="*/ 148 w 54"/>
                  <a:gd name="T3" fmla="*/ 128 h 33"/>
                  <a:gd name="T4" fmla="*/ 285 w 54"/>
                  <a:gd name="T5" fmla="*/ 0 h 33"/>
                  <a:gd name="T6" fmla="*/ 115 w 54"/>
                  <a:gd name="T7" fmla="*/ 137 h 33"/>
                  <a:gd name="T8" fmla="*/ 0 w 54"/>
                  <a:gd name="T9" fmla="*/ 21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3">
                    <a:moveTo>
                      <a:pt x="0" y="33"/>
                    </a:moveTo>
                    <a:cubicBezTo>
                      <a:pt x="0" y="33"/>
                      <a:pt x="11" y="21"/>
                      <a:pt x="28" y="19"/>
                    </a:cubicBezTo>
                    <a:cubicBezTo>
                      <a:pt x="45" y="17"/>
                      <a:pt x="54" y="0"/>
                      <a:pt x="54" y="0"/>
                    </a:cubicBezTo>
                    <a:cubicBezTo>
                      <a:pt x="54" y="0"/>
                      <a:pt x="45" y="19"/>
                      <a:pt x="22" y="21"/>
                    </a:cubicBezTo>
                    <a:cubicBezTo>
                      <a:pt x="13" y="22"/>
                      <a:pt x="0" y="33"/>
                      <a:pt x="0" y="33"/>
                    </a:cubicBez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14" name="Freeform 1954">
                <a:extLst>
                  <a:ext uri="{FF2B5EF4-FFF2-40B4-BE49-F238E27FC236}">
                    <a16:creationId xmlns:a16="http://schemas.microsoft.com/office/drawing/2014/main" id="{0CC0DF2A-AB0C-41D2-99C7-99AD70266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1094"/>
                <a:ext cx="60" cy="74"/>
              </a:xfrm>
              <a:custGeom>
                <a:avLst/>
                <a:gdLst>
                  <a:gd name="T0" fmla="*/ 0 w 34"/>
                  <a:gd name="T1" fmla="*/ 96 h 40"/>
                  <a:gd name="T2" fmla="*/ 187 w 34"/>
                  <a:gd name="T3" fmla="*/ 253 h 40"/>
                  <a:gd name="T4" fmla="*/ 34 w 3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0" y="15"/>
                    </a:moveTo>
                    <a:cubicBezTo>
                      <a:pt x="9" y="25"/>
                      <a:pt x="22" y="32"/>
                      <a:pt x="34" y="40"/>
                    </a:cubicBezTo>
                    <a:cubicBezTo>
                      <a:pt x="25" y="27"/>
                      <a:pt x="10" y="13"/>
                      <a:pt x="6" y="0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15" name="Freeform 1955">
                <a:extLst>
                  <a:ext uri="{FF2B5EF4-FFF2-40B4-BE49-F238E27FC236}">
                    <a16:creationId xmlns:a16="http://schemas.microsoft.com/office/drawing/2014/main" id="{9F9F3829-9EE0-447F-96E9-9FB44B657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1045"/>
                <a:ext cx="45" cy="60"/>
              </a:xfrm>
              <a:custGeom>
                <a:avLst/>
                <a:gdLst>
                  <a:gd name="T0" fmla="*/ 0 w 26"/>
                  <a:gd name="T1" fmla="*/ 81 h 32"/>
                  <a:gd name="T2" fmla="*/ 126 w 26"/>
                  <a:gd name="T3" fmla="*/ 212 h 32"/>
                  <a:gd name="T4" fmla="*/ 78 w 26"/>
                  <a:gd name="T5" fmla="*/ 105 h 32"/>
                  <a:gd name="T6" fmla="*/ 48 w 26"/>
                  <a:gd name="T7" fmla="*/ 0 h 32"/>
                  <a:gd name="T8" fmla="*/ 135 w 26"/>
                  <a:gd name="T9" fmla="*/ 9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2">
                    <a:moveTo>
                      <a:pt x="0" y="12"/>
                    </a:moveTo>
                    <a:cubicBezTo>
                      <a:pt x="8" y="16"/>
                      <a:pt x="15" y="27"/>
                      <a:pt x="24" y="32"/>
                    </a:cubicBezTo>
                    <a:cubicBezTo>
                      <a:pt x="23" y="26"/>
                      <a:pt x="18" y="21"/>
                      <a:pt x="15" y="16"/>
                    </a:cubicBezTo>
                    <a:cubicBezTo>
                      <a:pt x="13" y="11"/>
                      <a:pt x="10" y="5"/>
                      <a:pt x="9" y="0"/>
                    </a:cubicBezTo>
                    <a:cubicBezTo>
                      <a:pt x="14" y="3"/>
                      <a:pt x="23" y="13"/>
                      <a:pt x="26" y="14"/>
                    </a:cubicBezTo>
                  </a:path>
                </a:pathLst>
              </a:custGeom>
              <a:noFill/>
              <a:ln w="11113" cap="flat">
                <a:solidFill>
                  <a:srgbClr val="F4937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16" name="Freeform 1956">
                <a:extLst>
                  <a:ext uri="{FF2B5EF4-FFF2-40B4-BE49-F238E27FC236}">
                    <a16:creationId xmlns:a16="http://schemas.microsoft.com/office/drawing/2014/main" id="{4F55B214-423C-4796-9C37-F9EC040945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9" y="1107"/>
                <a:ext cx="560" cy="1051"/>
              </a:xfrm>
              <a:custGeom>
                <a:avLst/>
                <a:gdLst>
                  <a:gd name="T0" fmla="*/ 860 w 319"/>
                  <a:gd name="T1" fmla="*/ 0 h 562"/>
                  <a:gd name="T2" fmla="*/ 0 w 319"/>
                  <a:gd name="T3" fmla="*/ 1840 h 562"/>
                  <a:gd name="T4" fmla="*/ 860 w 319"/>
                  <a:gd name="T5" fmla="*/ 3675 h 562"/>
                  <a:gd name="T6" fmla="*/ 1726 w 319"/>
                  <a:gd name="T7" fmla="*/ 1840 h 562"/>
                  <a:gd name="T8" fmla="*/ 860 w 319"/>
                  <a:gd name="T9" fmla="*/ 0 h 562"/>
                  <a:gd name="T10" fmla="*/ 837 w 319"/>
                  <a:gd name="T11" fmla="*/ 3540 h 562"/>
                  <a:gd name="T12" fmla="*/ 56 w 319"/>
                  <a:gd name="T13" fmla="*/ 1840 h 562"/>
                  <a:gd name="T14" fmla="*/ 837 w 319"/>
                  <a:gd name="T15" fmla="*/ 144 h 562"/>
                  <a:gd name="T16" fmla="*/ 1619 w 319"/>
                  <a:gd name="T17" fmla="*/ 1840 h 562"/>
                  <a:gd name="T18" fmla="*/ 837 w 319"/>
                  <a:gd name="T19" fmla="*/ 3540 h 5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9" h="562">
                    <a:moveTo>
                      <a:pt x="159" y="0"/>
                    </a:moveTo>
                    <a:cubicBezTo>
                      <a:pt x="71" y="0"/>
                      <a:pt x="0" y="126"/>
                      <a:pt x="0" y="281"/>
                    </a:cubicBezTo>
                    <a:cubicBezTo>
                      <a:pt x="0" y="436"/>
                      <a:pt x="71" y="562"/>
                      <a:pt x="159" y="562"/>
                    </a:cubicBezTo>
                    <a:cubicBezTo>
                      <a:pt x="247" y="562"/>
                      <a:pt x="319" y="436"/>
                      <a:pt x="319" y="281"/>
                    </a:cubicBezTo>
                    <a:cubicBezTo>
                      <a:pt x="319" y="126"/>
                      <a:pt x="247" y="0"/>
                      <a:pt x="159" y="0"/>
                    </a:cubicBezTo>
                    <a:close/>
                    <a:moveTo>
                      <a:pt x="155" y="541"/>
                    </a:moveTo>
                    <a:cubicBezTo>
                      <a:pt x="75" y="541"/>
                      <a:pt x="10" y="425"/>
                      <a:pt x="10" y="281"/>
                    </a:cubicBezTo>
                    <a:cubicBezTo>
                      <a:pt x="10" y="138"/>
                      <a:pt x="75" y="22"/>
                      <a:pt x="155" y="22"/>
                    </a:cubicBezTo>
                    <a:cubicBezTo>
                      <a:pt x="234" y="22"/>
                      <a:pt x="299" y="138"/>
                      <a:pt x="299" y="281"/>
                    </a:cubicBezTo>
                    <a:cubicBezTo>
                      <a:pt x="299" y="425"/>
                      <a:pt x="234" y="541"/>
                      <a:pt x="155" y="541"/>
                    </a:cubicBezTo>
                    <a:close/>
                  </a:path>
                </a:pathLst>
              </a:custGeom>
              <a:solidFill>
                <a:srgbClr val="F3A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17" name="Freeform 1957">
                <a:extLst>
                  <a:ext uri="{FF2B5EF4-FFF2-40B4-BE49-F238E27FC236}">
                    <a16:creationId xmlns:a16="http://schemas.microsoft.com/office/drawing/2014/main" id="{0DD6FA71-64A8-44A3-B8D8-60AA49EF4F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17" y="1148"/>
                <a:ext cx="507" cy="971"/>
              </a:xfrm>
              <a:custGeom>
                <a:avLst/>
                <a:gdLst>
                  <a:gd name="T0" fmla="*/ 782 w 289"/>
                  <a:gd name="T1" fmla="*/ 0 h 519"/>
                  <a:gd name="T2" fmla="*/ 0 w 289"/>
                  <a:gd name="T3" fmla="*/ 1697 h 519"/>
                  <a:gd name="T4" fmla="*/ 782 w 289"/>
                  <a:gd name="T5" fmla="*/ 3399 h 519"/>
                  <a:gd name="T6" fmla="*/ 1560 w 289"/>
                  <a:gd name="T7" fmla="*/ 1697 h 519"/>
                  <a:gd name="T8" fmla="*/ 782 w 289"/>
                  <a:gd name="T9" fmla="*/ 0 h 519"/>
                  <a:gd name="T10" fmla="*/ 760 w 289"/>
                  <a:gd name="T11" fmla="*/ 3235 h 519"/>
                  <a:gd name="T12" fmla="*/ 70 w 289"/>
                  <a:gd name="T13" fmla="*/ 1697 h 519"/>
                  <a:gd name="T14" fmla="*/ 760 w 289"/>
                  <a:gd name="T15" fmla="*/ 157 h 519"/>
                  <a:gd name="T16" fmla="*/ 1460 w 289"/>
                  <a:gd name="T17" fmla="*/ 1697 h 519"/>
                  <a:gd name="T18" fmla="*/ 760 w 289"/>
                  <a:gd name="T19" fmla="*/ 3235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9" h="519">
                    <a:moveTo>
                      <a:pt x="145" y="0"/>
                    </a:moveTo>
                    <a:cubicBezTo>
                      <a:pt x="65" y="0"/>
                      <a:pt x="0" y="116"/>
                      <a:pt x="0" y="259"/>
                    </a:cubicBezTo>
                    <a:cubicBezTo>
                      <a:pt x="0" y="403"/>
                      <a:pt x="65" y="519"/>
                      <a:pt x="145" y="519"/>
                    </a:cubicBezTo>
                    <a:cubicBezTo>
                      <a:pt x="224" y="519"/>
                      <a:pt x="289" y="403"/>
                      <a:pt x="289" y="259"/>
                    </a:cubicBezTo>
                    <a:cubicBezTo>
                      <a:pt x="289" y="116"/>
                      <a:pt x="224" y="0"/>
                      <a:pt x="145" y="0"/>
                    </a:cubicBezTo>
                    <a:close/>
                    <a:moveTo>
                      <a:pt x="141" y="494"/>
                    </a:moveTo>
                    <a:cubicBezTo>
                      <a:pt x="70" y="494"/>
                      <a:pt x="13" y="389"/>
                      <a:pt x="13" y="259"/>
                    </a:cubicBezTo>
                    <a:cubicBezTo>
                      <a:pt x="13" y="129"/>
                      <a:pt x="70" y="24"/>
                      <a:pt x="141" y="24"/>
                    </a:cubicBezTo>
                    <a:cubicBezTo>
                      <a:pt x="212" y="24"/>
                      <a:pt x="270" y="129"/>
                      <a:pt x="270" y="259"/>
                    </a:cubicBezTo>
                    <a:cubicBezTo>
                      <a:pt x="270" y="389"/>
                      <a:pt x="212" y="494"/>
                      <a:pt x="141" y="494"/>
                    </a:cubicBezTo>
                    <a:close/>
                  </a:path>
                </a:pathLst>
              </a:custGeom>
              <a:solidFill>
                <a:srgbClr val="F8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18" name="Freeform 1958">
                <a:extLst>
                  <a:ext uri="{FF2B5EF4-FFF2-40B4-BE49-F238E27FC236}">
                    <a16:creationId xmlns:a16="http://schemas.microsoft.com/office/drawing/2014/main" id="{1B5F4784-1D71-454B-A909-DDBDC73CA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266"/>
                <a:ext cx="117" cy="501"/>
              </a:xfrm>
              <a:custGeom>
                <a:avLst/>
                <a:gdLst>
                  <a:gd name="T0" fmla="*/ 0 w 67"/>
                  <a:gd name="T1" fmla="*/ 0 h 268"/>
                  <a:gd name="T2" fmla="*/ 30 w 67"/>
                  <a:gd name="T3" fmla="*/ 24 h 268"/>
                  <a:gd name="T4" fmla="*/ 79 w 67"/>
                  <a:gd name="T5" fmla="*/ 84 h 268"/>
                  <a:gd name="T6" fmla="*/ 155 w 67"/>
                  <a:gd name="T7" fmla="*/ 202 h 268"/>
                  <a:gd name="T8" fmla="*/ 180 w 67"/>
                  <a:gd name="T9" fmla="*/ 322 h 268"/>
                  <a:gd name="T10" fmla="*/ 192 w 67"/>
                  <a:gd name="T11" fmla="*/ 430 h 268"/>
                  <a:gd name="T12" fmla="*/ 293 w 67"/>
                  <a:gd name="T13" fmla="*/ 602 h 268"/>
                  <a:gd name="T14" fmla="*/ 271 w 67"/>
                  <a:gd name="T15" fmla="*/ 796 h 268"/>
                  <a:gd name="T16" fmla="*/ 299 w 67"/>
                  <a:gd name="T17" fmla="*/ 923 h 268"/>
                  <a:gd name="T18" fmla="*/ 342 w 67"/>
                  <a:gd name="T19" fmla="*/ 1157 h 268"/>
                  <a:gd name="T20" fmla="*/ 306 w 67"/>
                  <a:gd name="T21" fmla="*/ 1279 h 268"/>
                  <a:gd name="T22" fmla="*/ 330 w 67"/>
                  <a:gd name="T23" fmla="*/ 1430 h 268"/>
                  <a:gd name="T24" fmla="*/ 330 w 67"/>
                  <a:gd name="T25" fmla="*/ 1639 h 268"/>
                  <a:gd name="T26" fmla="*/ 283 w 67"/>
                  <a:gd name="T27" fmla="*/ 1752 h 2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268">
                    <a:moveTo>
                      <a:pt x="0" y="0"/>
                    </a:moveTo>
                    <a:cubicBezTo>
                      <a:pt x="1" y="1"/>
                      <a:pt x="4" y="3"/>
                      <a:pt x="6" y="4"/>
                    </a:cubicBezTo>
                    <a:cubicBezTo>
                      <a:pt x="9" y="7"/>
                      <a:pt x="12" y="10"/>
                      <a:pt x="15" y="13"/>
                    </a:cubicBezTo>
                    <a:cubicBezTo>
                      <a:pt x="21" y="18"/>
                      <a:pt x="26" y="24"/>
                      <a:pt x="29" y="31"/>
                    </a:cubicBezTo>
                    <a:cubicBezTo>
                      <a:pt x="32" y="36"/>
                      <a:pt x="34" y="42"/>
                      <a:pt x="34" y="49"/>
                    </a:cubicBezTo>
                    <a:cubicBezTo>
                      <a:pt x="35" y="54"/>
                      <a:pt x="33" y="61"/>
                      <a:pt x="36" y="66"/>
                    </a:cubicBezTo>
                    <a:cubicBezTo>
                      <a:pt x="41" y="76"/>
                      <a:pt x="52" y="80"/>
                      <a:pt x="55" y="92"/>
                    </a:cubicBezTo>
                    <a:cubicBezTo>
                      <a:pt x="57" y="102"/>
                      <a:pt x="53" y="112"/>
                      <a:pt x="51" y="122"/>
                    </a:cubicBezTo>
                    <a:cubicBezTo>
                      <a:pt x="49" y="130"/>
                      <a:pt x="52" y="133"/>
                      <a:pt x="56" y="141"/>
                    </a:cubicBezTo>
                    <a:cubicBezTo>
                      <a:pt x="60" y="150"/>
                      <a:pt x="67" y="166"/>
                      <a:pt x="64" y="177"/>
                    </a:cubicBezTo>
                    <a:cubicBezTo>
                      <a:pt x="63" y="183"/>
                      <a:pt x="58" y="190"/>
                      <a:pt x="57" y="196"/>
                    </a:cubicBezTo>
                    <a:cubicBezTo>
                      <a:pt x="56" y="204"/>
                      <a:pt x="61" y="212"/>
                      <a:pt x="62" y="219"/>
                    </a:cubicBezTo>
                    <a:cubicBezTo>
                      <a:pt x="65" y="230"/>
                      <a:pt x="67" y="240"/>
                      <a:pt x="62" y="251"/>
                    </a:cubicBezTo>
                    <a:cubicBezTo>
                      <a:pt x="59" y="257"/>
                      <a:pt x="56" y="262"/>
                      <a:pt x="53" y="26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19" name="Freeform 1959">
                <a:extLst>
                  <a:ext uri="{FF2B5EF4-FFF2-40B4-BE49-F238E27FC236}">
                    <a16:creationId xmlns:a16="http://schemas.microsoft.com/office/drawing/2014/main" id="{05F4FEBC-F0B6-4626-9B6A-820B5796B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1335"/>
                <a:ext cx="33" cy="90"/>
              </a:xfrm>
              <a:custGeom>
                <a:avLst/>
                <a:gdLst>
                  <a:gd name="T0" fmla="*/ 0 w 19"/>
                  <a:gd name="T1" fmla="*/ 0 h 48"/>
                  <a:gd name="T2" fmla="*/ 90 w 19"/>
                  <a:gd name="T3" fmla="*/ 158 h 48"/>
                  <a:gd name="T4" fmla="*/ 99 w 19"/>
                  <a:gd name="T5" fmla="*/ 31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8">
                    <a:moveTo>
                      <a:pt x="0" y="0"/>
                    </a:moveTo>
                    <a:cubicBezTo>
                      <a:pt x="6" y="7"/>
                      <a:pt x="14" y="15"/>
                      <a:pt x="17" y="24"/>
                    </a:cubicBezTo>
                    <a:cubicBezTo>
                      <a:pt x="19" y="32"/>
                      <a:pt x="18" y="40"/>
                      <a:pt x="19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20" name="Freeform 1960">
                <a:extLst>
                  <a:ext uri="{FF2B5EF4-FFF2-40B4-BE49-F238E27FC236}">
                    <a16:creationId xmlns:a16="http://schemas.microsoft.com/office/drawing/2014/main" id="{B60C50D4-DCD8-4C02-90E8-5B2CE0B95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1292"/>
                <a:ext cx="10" cy="54"/>
              </a:xfrm>
              <a:custGeom>
                <a:avLst/>
                <a:gdLst>
                  <a:gd name="T0" fmla="*/ 22 w 6"/>
                  <a:gd name="T1" fmla="*/ 188 h 29"/>
                  <a:gd name="T2" fmla="*/ 8 w 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5" y="29"/>
                    </a:moveTo>
                    <a:cubicBezTo>
                      <a:pt x="0" y="21"/>
                      <a:pt x="6" y="8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21" name="Freeform 1961">
                <a:extLst>
                  <a:ext uri="{FF2B5EF4-FFF2-40B4-BE49-F238E27FC236}">
                    <a16:creationId xmlns:a16="http://schemas.microsoft.com/office/drawing/2014/main" id="{D4BA5E6F-5EF5-4F4C-8506-F3E128FBB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1449"/>
                <a:ext cx="23" cy="103"/>
              </a:xfrm>
              <a:custGeom>
                <a:avLst/>
                <a:gdLst>
                  <a:gd name="T0" fmla="*/ 0 w 13"/>
                  <a:gd name="T1" fmla="*/ 0 h 55"/>
                  <a:gd name="T2" fmla="*/ 34 w 13"/>
                  <a:gd name="T3" fmla="*/ 105 h 55"/>
                  <a:gd name="T4" fmla="*/ 60 w 13"/>
                  <a:gd name="T5" fmla="*/ 197 h 55"/>
                  <a:gd name="T6" fmla="*/ 34 w 13"/>
                  <a:gd name="T7" fmla="*/ 361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5">
                    <a:moveTo>
                      <a:pt x="0" y="0"/>
                    </a:moveTo>
                    <a:cubicBezTo>
                      <a:pt x="0" y="5"/>
                      <a:pt x="5" y="12"/>
                      <a:pt x="6" y="16"/>
                    </a:cubicBezTo>
                    <a:cubicBezTo>
                      <a:pt x="8" y="21"/>
                      <a:pt x="11" y="25"/>
                      <a:pt x="11" y="30"/>
                    </a:cubicBezTo>
                    <a:cubicBezTo>
                      <a:pt x="13" y="41"/>
                      <a:pt x="10" y="46"/>
                      <a:pt x="6" y="5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22" name="Freeform 1962">
                <a:extLst>
                  <a:ext uri="{FF2B5EF4-FFF2-40B4-BE49-F238E27FC236}">
                    <a16:creationId xmlns:a16="http://schemas.microsoft.com/office/drawing/2014/main" id="{47C500F1-53C9-493F-B506-E03B94D2A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1421"/>
                <a:ext cx="13" cy="37"/>
              </a:xfrm>
              <a:custGeom>
                <a:avLst/>
                <a:gdLst>
                  <a:gd name="T0" fmla="*/ 7 w 7"/>
                  <a:gd name="T1" fmla="*/ 126 h 20"/>
                  <a:gd name="T2" fmla="*/ 45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1" y="20"/>
                    </a:moveTo>
                    <a:cubicBezTo>
                      <a:pt x="0" y="14"/>
                      <a:pt x="5" y="6"/>
                      <a:pt x="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23" name="Freeform 1963">
                <a:extLst>
                  <a:ext uri="{FF2B5EF4-FFF2-40B4-BE49-F238E27FC236}">
                    <a16:creationId xmlns:a16="http://schemas.microsoft.com/office/drawing/2014/main" id="{244DAE4B-C5F5-4796-8A28-FFBA089AE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365"/>
                <a:ext cx="21" cy="24"/>
              </a:xfrm>
              <a:custGeom>
                <a:avLst/>
                <a:gdLst>
                  <a:gd name="T0" fmla="*/ 0 w 12"/>
                  <a:gd name="T1" fmla="*/ 0 h 13"/>
                  <a:gd name="T2" fmla="*/ 65 w 12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3" y="5"/>
                      <a:pt x="9" y="8"/>
                      <a:pt x="12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24" name="Freeform 1964">
                <a:extLst>
                  <a:ext uri="{FF2B5EF4-FFF2-40B4-BE49-F238E27FC236}">
                    <a16:creationId xmlns:a16="http://schemas.microsoft.com/office/drawing/2014/main" id="{7F17970B-8761-4BD2-BEF3-21D8B8E03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1595"/>
                <a:ext cx="9" cy="80"/>
              </a:xfrm>
              <a:custGeom>
                <a:avLst/>
                <a:gdLst>
                  <a:gd name="T0" fmla="*/ 7 w 5"/>
                  <a:gd name="T1" fmla="*/ 0 h 43"/>
                  <a:gd name="T2" fmla="*/ 29 w 5"/>
                  <a:gd name="T3" fmla="*/ 162 h 43"/>
                  <a:gd name="T4" fmla="*/ 0 w 5"/>
                  <a:gd name="T5" fmla="*/ 27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3">
                    <a:moveTo>
                      <a:pt x="1" y="0"/>
                    </a:moveTo>
                    <a:cubicBezTo>
                      <a:pt x="1" y="8"/>
                      <a:pt x="5" y="17"/>
                      <a:pt x="5" y="25"/>
                    </a:cubicBezTo>
                    <a:cubicBezTo>
                      <a:pt x="5" y="31"/>
                      <a:pt x="2" y="37"/>
                      <a:pt x="0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25" name="Freeform 1965">
                <a:extLst>
                  <a:ext uri="{FF2B5EF4-FFF2-40B4-BE49-F238E27FC236}">
                    <a16:creationId xmlns:a16="http://schemas.microsoft.com/office/drawing/2014/main" id="{2962CC29-D383-402C-A52E-5803A7B5C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1763"/>
                <a:ext cx="249" cy="337"/>
              </a:xfrm>
              <a:custGeom>
                <a:avLst/>
                <a:gdLst>
                  <a:gd name="T0" fmla="*/ 766 w 142"/>
                  <a:gd name="T1" fmla="*/ 0 h 180"/>
                  <a:gd name="T2" fmla="*/ 751 w 142"/>
                  <a:gd name="T3" fmla="*/ 165 h 180"/>
                  <a:gd name="T4" fmla="*/ 717 w 142"/>
                  <a:gd name="T5" fmla="*/ 361 h 180"/>
                  <a:gd name="T6" fmla="*/ 658 w 142"/>
                  <a:gd name="T7" fmla="*/ 459 h 180"/>
                  <a:gd name="T8" fmla="*/ 630 w 142"/>
                  <a:gd name="T9" fmla="*/ 683 h 180"/>
                  <a:gd name="T10" fmla="*/ 530 w 142"/>
                  <a:gd name="T11" fmla="*/ 755 h 180"/>
                  <a:gd name="T12" fmla="*/ 486 w 142"/>
                  <a:gd name="T13" fmla="*/ 932 h 180"/>
                  <a:gd name="T14" fmla="*/ 270 w 142"/>
                  <a:gd name="T15" fmla="*/ 1052 h 180"/>
                  <a:gd name="T16" fmla="*/ 81 w 142"/>
                  <a:gd name="T17" fmla="*/ 1166 h 180"/>
                  <a:gd name="T18" fmla="*/ 0 w 142"/>
                  <a:gd name="T19" fmla="*/ 1077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80">
                    <a:moveTo>
                      <a:pt x="142" y="0"/>
                    </a:moveTo>
                    <a:cubicBezTo>
                      <a:pt x="138" y="6"/>
                      <a:pt x="139" y="17"/>
                      <a:pt x="139" y="25"/>
                    </a:cubicBezTo>
                    <a:cubicBezTo>
                      <a:pt x="138" y="34"/>
                      <a:pt x="138" y="47"/>
                      <a:pt x="133" y="55"/>
                    </a:cubicBezTo>
                    <a:cubicBezTo>
                      <a:pt x="129" y="60"/>
                      <a:pt x="123" y="62"/>
                      <a:pt x="122" y="70"/>
                    </a:cubicBezTo>
                    <a:cubicBezTo>
                      <a:pt x="121" y="80"/>
                      <a:pt x="122" y="95"/>
                      <a:pt x="117" y="104"/>
                    </a:cubicBezTo>
                    <a:cubicBezTo>
                      <a:pt x="113" y="111"/>
                      <a:pt x="103" y="111"/>
                      <a:pt x="98" y="115"/>
                    </a:cubicBezTo>
                    <a:cubicBezTo>
                      <a:pt x="92" y="120"/>
                      <a:pt x="92" y="134"/>
                      <a:pt x="90" y="142"/>
                    </a:cubicBezTo>
                    <a:cubicBezTo>
                      <a:pt x="85" y="160"/>
                      <a:pt x="62" y="152"/>
                      <a:pt x="50" y="160"/>
                    </a:cubicBezTo>
                    <a:cubicBezTo>
                      <a:pt x="39" y="167"/>
                      <a:pt x="29" y="180"/>
                      <a:pt x="15" y="178"/>
                    </a:cubicBezTo>
                    <a:cubicBezTo>
                      <a:pt x="6" y="176"/>
                      <a:pt x="3" y="171"/>
                      <a:pt x="0" y="16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26" name="Freeform 1966">
                <a:extLst>
                  <a:ext uri="{FF2B5EF4-FFF2-40B4-BE49-F238E27FC236}">
                    <a16:creationId xmlns:a16="http://schemas.microsoft.com/office/drawing/2014/main" id="{92716C05-FA39-4475-8F5E-72813365E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733"/>
                <a:ext cx="222" cy="363"/>
              </a:xfrm>
              <a:custGeom>
                <a:avLst/>
                <a:gdLst>
                  <a:gd name="T0" fmla="*/ 673 w 127"/>
                  <a:gd name="T1" fmla="*/ 0 h 194"/>
                  <a:gd name="T2" fmla="*/ 673 w 127"/>
                  <a:gd name="T3" fmla="*/ 189 h 194"/>
                  <a:gd name="T4" fmla="*/ 605 w 127"/>
                  <a:gd name="T5" fmla="*/ 367 h 194"/>
                  <a:gd name="T6" fmla="*/ 584 w 127"/>
                  <a:gd name="T7" fmla="*/ 550 h 194"/>
                  <a:gd name="T8" fmla="*/ 486 w 127"/>
                  <a:gd name="T9" fmla="*/ 820 h 194"/>
                  <a:gd name="T10" fmla="*/ 287 w 127"/>
                  <a:gd name="T11" fmla="*/ 1141 h 194"/>
                  <a:gd name="T12" fmla="*/ 143 w 127"/>
                  <a:gd name="T13" fmla="*/ 1250 h 194"/>
                  <a:gd name="T14" fmla="*/ 0 w 127"/>
                  <a:gd name="T15" fmla="*/ 1271 h 1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194">
                    <a:moveTo>
                      <a:pt x="126" y="0"/>
                    </a:moveTo>
                    <a:cubicBezTo>
                      <a:pt x="121" y="8"/>
                      <a:pt x="127" y="19"/>
                      <a:pt x="126" y="29"/>
                    </a:cubicBezTo>
                    <a:cubicBezTo>
                      <a:pt x="126" y="40"/>
                      <a:pt x="116" y="46"/>
                      <a:pt x="113" y="56"/>
                    </a:cubicBezTo>
                    <a:cubicBezTo>
                      <a:pt x="110" y="65"/>
                      <a:pt x="110" y="75"/>
                      <a:pt x="109" y="84"/>
                    </a:cubicBezTo>
                    <a:cubicBezTo>
                      <a:pt x="106" y="99"/>
                      <a:pt x="99" y="112"/>
                      <a:pt x="91" y="125"/>
                    </a:cubicBezTo>
                    <a:cubicBezTo>
                      <a:pt x="79" y="142"/>
                      <a:pt x="69" y="160"/>
                      <a:pt x="54" y="174"/>
                    </a:cubicBezTo>
                    <a:cubicBezTo>
                      <a:pt x="45" y="182"/>
                      <a:pt x="39" y="190"/>
                      <a:pt x="27" y="191"/>
                    </a:cubicBezTo>
                    <a:cubicBezTo>
                      <a:pt x="19" y="192"/>
                      <a:pt x="7" y="188"/>
                      <a:pt x="0" y="19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27" name="Freeform 1967">
                <a:extLst>
                  <a:ext uri="{FF2B5EF4-FFF2-40B4-BE49-F238E27FC236}">
                    <a16:creationId xmlns:a16="http://schemas.microsoft.com/office/drawing/2014/main" id="{45EB47BF-795E-4D6B-98BA-8B41EC99F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805"/>
                <a:ext cx="33" cy="99"/>
              </a:xfrm>
              <a:custGeom>
                <a:avLst/>
                <a:gdLst>
                  <a:gd name="T0" fmla="*/ 0 w 19"/>
                  <a:gd name="T1" fmla="*/ 346 h 53"/>
                  <a:gd name="T2" fmla="*/ 57 w 19"/>
                  <a:gd name="T3" fmla="*/ 269 h 53"/>
                  <a:gd name="T4" fmla="*/ 78 w 19"/>
                  <a:gd name="T5" fmla="*/ 189 h 53"/>
                  <a:gd name="T6" fmla="*/ 99 w 19"/>
                  <a:gd name="T7" fmla="*/ 92 h 53"/>
                  <a:gd name="T8" fmla="*/ 90 w 19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3">
                    <a:moveTo>
                      <a:pt x="0" y="53"/>
                    </a:moveTo>
                    <a:cubicBezTo>
                      <a:pt x="3" y="48"/>
                      <a:pt x="8" y="45"/>
                      <a:pt x="11" y="41"/>
                    </a:cubicBezTo>
                    <a:cubicBezTo>
                      <a:pt x="13" y="37"/>
                      <a:pt x="14" y="33"/>
                      <a:pt x="15" y="29"/>
                    </a:cubicBezTo>
                    <a:cubicBezTo>
                      <a:pt x="17" y="24"/>
                      <a:pt x="19" y="19"/>
                      <a:pt x="19" y="14"/>
                    </a:cubicBezTo>
                    <a:cubicBezTo>
                      <a:pt x="19" y="9"/>
                      <a:pt x="17" y="5"/>
                      <a:pt x="1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28" name="Freeform 1968">
                <a:extLst>
                  <a:ext uri="{FF2B5EF4-FFF2-40B4-BE49-F238E27FC236}">
                    <a16:creationId xmlns:a16="http://schemas.microsoft.com/office/drawing/2014/main" id="{58B44C57-0B29-4FB8-B132-4A4A81FDF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1717"/>
                <a:ext cx="15" cy="74"/>
              </a:xfrm>
              <a:custGeom>
                <a:avLst/>
                <a:gdLst>
                  <a:gd name="T0" fmla="*/ 0 w 8"/>
                  <a:gd name="T1" fmla="*/ 253 h 40"/>
                  <a:gd name="T2" fmla="*/ 53 w 8"/>
                  <a:gd name="T3" fmla="*/ 113 h 40"/>
                  <a:gd name="T4" fmla="*/ 21 w 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0">
                    <a:moveTo>
                      <a:pt x="0" y="40"/>
                    </a:moveTo>
                    <a:cubicBezTo>
                      <a:pt x="4" y="34"/>
                      <a:pt x="8" y="26"/>
                      <a:pt x="8" y="18"/>
                    </a:cubicBezTo>
                    <a:cubicBezTo>
                      <a:pt x="7" y="11"/>
                      <a:pt x="4" y="6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29" name="Freeform 1969">
                <a:extLst>
                  <a:ext uri="{FF2B5EF4-FFF2-40B4-BE49-F238E27FC236}">
                    <a16:creationId xmlns:a16="http://schemas.microsoft.com/office/drawing/2014/main" id="{F489B3EF-4F2B-4F30-8DDB-435DB692C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1531"/>
                <a:ext cx="19" cy="126"/>
              </a:xfrm>
              <a:custGeom>
                <a:avLst/>
                <a:gdLst>
                  <a:gd name="T0" fmla="*/ 5 w 11"/>
                  <a:gd name="T1" fmla="*/ 0 h 67"/>
                  <a:gd name="T2" fmla="*/ 36 w 11"/>
                  <a:gd name="T3" fmla="*/ 120 h 67"/>
                  <a:gd name="T4" fmla="*/ 50 w 11"/>
                  <a:gd name="T5" fmla="*/ 220 h 67"/>
                  <a:gd name="T6" fmla="*/ 16 w 11"/>
                  <a:gd name="T7" fmla="*/ 44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7">
                    <a:moveTo>
                      <a:pt x="1" y="0"/>
                    </a:moveTo>
                    <a:cubicBezTo>
                      <a:pt x="0" y="6"/>
                      <a:pt x="5" y="13"/>
                      <a:pt x="7" y="18"/>
                    </a:cubicBezTo>
                    <a:cubicBezTo>
                      <a:pt x="9" y="23"/>
                      <a:pt x="9" y="28"/>
                      <a:pt x="10" y="33"/>
                    </a:cubicBezTo>
                    <a:cubicBezTo>
                      <a:pt x="11" y="45"/>
                      <a:pt x="9" y="56"/>
                      <a:pt x="3" y="6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30" name="Freeform 1970">
                <a:extLst>
                  <a:ext uri="{FF2B5EF4-FFF2-40B4-BE49-F238E27FC236}">
                    <a16:creationId xmlns:a16="http://schemas.microsoft.com/office/drawing/2014/main" id="{415EF227-033B-4DF5-9B38-62AEECF48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642"/>
                <a:ext cx="9" cy="103"/>
              </a:xfrm>
              <a:custGeom>
                <a:avLst/>
                <a:gdLst>
                  <a:gd name="T0" fmla="*/ 13 w 5"/>
                  <a:gd name="T1" fmla="*/ 361 h 55"/>
                  <a:gd name="T2" fmla="*/ 16 w 5"/>
                  <a:gd name="T3" fmla="*/ 270 h 55"/>
                  <a:gd name="T4" fmla="*/ 29 w 5"/>
                  <a:gd name="T5" fmla="*/ 157 h 55"/>
                  <a:gd name="T6" fmla="*/ 16 w 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5">
                    <a:moveTo>
                      <a:pt x="2" y="55"/>
                    </a:moveTo>
                    <a:cubicBezTo>
                      <a:pt x="0" y="52"/>
                      <a:pt x="3" y="45"/>
                      <a:pt x="3" y="41"/>
                    </a:cubicBezTo>
                    <a:cubicBezTo>
                      <a:pt x="4" y="35"/>
                      <a:pt x="4" y="30"/>
                      <a:pt x="5" y="24"/>
                    </a:cubicBezTo>
                    <a:cubicBezTo>
                      <a:pt x="5" y="15"/>
                      <a:pt x="4" y="8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31" name="Freeform 1971">
                <a:extLst>
                  <a:ext uri="{FF2B5EF4-FFF2-40B4-BE49-F238E27FC236}">
                    <a16:creationId xmlns:a16="http://schemas.microsoft.com/office/drawing/2014/main" id="{085A9950-EEFC-41CE-996D-DBCE05FBA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185"/>
                <a:ext cx="230" cy="889"/>
              </a:xfrm>
              <a:custGeom>
                <a:avLst/>
                <a:gdLst>
                  <a:gd name="T0" fmla="*/ 637 w 131"/>
                  <a:gd name="T1" fmla="*/ 3114 h 475"/>
                  <a:gd name="T2" fmla="*/ 521 w 131"/>
                  <a:gd name="T3" fmla="*/ 3099 h 475"/>
                  <a:gd name="T4" fmla="*/ 423 w 131"/>
                  <a:gd name="T5" fmla="*/ 3047 h 475"/>
                  <a:gd name="T6" fmla="*/ 385 w 131"/>
                  <a:gd name="T7" fmla="*/ 2935 h 475"/>
                  <a:gd name="T8" fmla="*/ 323 w 131"/>
                  <a:gd name="T9" fmla="*/ 2865 h 475"/>
                  <a:gd name="T10" fmla="*/ 228 w 131"/>
                  <a:gd name="T11" fmla="*/ 2768 h 475"/>
                  <a:gd name="T12" fmla="*/ 207 w 131"/>
                  <a:gd name="T13" fmla="*/ 2633 h 475"/>
                  <a:gd name="T14" fmla="*/ 146 w 131"/>
                  <a:gd name="T15" fmla="*/ 2519 h 475"/>
                  <a:gd name="T16" fmla="*/ 114 w 131"/>
                  <a:gd name="T17" fmla="*/ 2379 h 475"/>
                  <a:gd name="T18" fmla="*/ 86 w 131"/>
                  <a:gd name="T19" fmla="*/ 2280 h 475"/>
                  <a:gd name="T20" fmla="*/ 37 w 131"/>
                  <a:gd name="T21" fmla="*/ 2190 h 475"/>
                  <a:gd name="T22" fmla="*/ 49 w 131"/>
                  <a:gd name="T23" fmla="*/ 2038 h 475"/>
                  <a:gd name="T24" fmla="*/ 21 w 131"/>
                  <a:gd name="T25" fmla="*/ 1916 h 475"/>
                  <a:gd name="T26" fmla="*/ 7 w 131"/>
                  <a:gd name="T27" fmla="*/ 1731 h 475"/>
                  <a:gd name="T28" fmla="*/ 12 w 131"/>
                  <a:gd name="T29" fmla="*/ 1482 h 475"/>
                  <a:gd name="T30" fmla="*/ 21 w 131"/>
                  <a:gd name="T31" fmla="*/ 1299 h 475"/>
                  <a:gd name="T32" fmla="*/ 28 w 131"/>
                  <a:gd name="T33" fmla="*/ 1149 h 475"/>
                  <a:gd name="T34" fmla="*/ 58 w 131"/>
                  <a:gd name="T35" fmla="*/ 964 h 475"/>
                  <a:gd name="T36" fmla="*/ 93 w 131"/>
                  <a:gd name="T37" fmla="*/ 840 h 475"/>
                  <a:gd name="T38" fmla="*/ 107 w 131"/>
                  <a:gd name="T39" fmla="*/ 707 h 475"/>
                  <a:gd name="T40" fmla="*/ 179 w 131"/>
                  <a:gd name="T41" fmla="*/ 586 h 475"/>
                  <a:gd name="T42" fmla="*/ 209 w 131"/>
                  <a:gd name="T43" fmla="*/ 421 h 475"/>
                  <a:gd name="T44" fmla="*/ 286 w 131"/>
                  <a:gd name="T45" fmla="*/ 333 h 475"/>
                  <a:gd name="T46" fmla="*/ 385 w 131"/>
                  <a:gd name="T47" fmla="*/ 150 h 475"/>
                  <a:gd name="T48" fmla="*/ 478 w 131"/>
                  <a:gd name="T49" fmla="*/ 105 h 475"/>
                  <a:gd name="T50" fmla="*/ 558 w 131"/>
                  <a:gd name="T51" fmla="*/ 21 h 475"/>
                  <a:gd name="T52" fmla="*/ 653 w 131"/>
                  <a:gd name="T53" fmla="*/ 7 h 475"/>
                  <a:gd name="T54" fmla="*/ 709 w 131"/>
                  <a:gd name="T55" fmla="*/ 24 h 47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75">
                    <a:moveTo>
                      <a:pt x="118" y="475"/>
                    </a:moveTo>
                    <a:cubicBezTo>
                      <a:pt x="111" y="474"/>
                      <a:pt x="103" y="473"/>
                      <a:pt x="96" y="473"/>
                    </a:cubicBezTo>
                    <a:cubicBezTo>
                      <a:pt x="87" y="473"/>
                      <a:pt x="82" y="473"/>
                      <a:pt x="78" y="465"/>
                    </a:cubicBezTo>
                    <a:cubicBezTo>
                      <a:pt x="75" y="459"/>
                      <a:pt x="74" y="453"/>
                      <a:pt x="71" y="448"/>
                    </a:cubicBezTo>
                    <a:cubicBezTo>
                      <a:pt x="68" y="441"/>
                      <a:pt x="66" y="441"/>
                      <a:pt x="60" y="437"/>
                    </a:cubicBezTo>
                    <a:cubicBezTo>
                      <a:pt x="55" y="433"/>
                      <a:pt x="46" y="427"/>
                      <a:pt x="42" y="422"/>
                    </a:cubicBezTo>
                    <a:cubicBezTo>
                      <a:pt x="37" y="416"/>
                      <a:pt x="37" y="409"/>
                      <a:pt x="38" y="402"/>
                    </a:cubicBezTo>
                    <a:cubicBezTo>
                      <a:pt x="38" y="393"/>
                      <a:pt x="34" y="390"/>
                      <a:pt x="27" y="384"/>
                    </a:cubicBezTo>
                    <a:cubicBezTo>
                      <a:pt x="21" y="378"/>
                      <a:pt x="20" y="373"/>
                      <a:pt x="21" y="363"/>
                    </a:cubicBezTo>
                    <a:cubicBezTo>
                      <a:pt x="21" y="356"/>
                      <a:pt x="20" y="354"/>
                      <a:pt x="16" y="348"/>
                    </a:cubicBezTo>
                    <a:cubicBezTo>
                      <a:pt x="12" y="344"/>
                      <a:pt x="8" y="340"/>
                      <a:pt x="7" y="334"/>
                    </a:cubicBezTo>
                    <a:cubicBezTo>
                      <a:pt x="5" y="327"/>
                      <a:pt x="8" y="318"/>
                      <a:pt x="9" y="311"/>
                    </a:cubicBezTo>
                    <a:cubicBezTo>
                      <a:pt x="10" y="302"/>
                      <a:pt x="7" y="299"/>
                      <a:pt x="4" y="292"/>
                    </a:cubicBezTo>
                    <a:cubicBezTo>
                      <a:pt x="0" y="283"/>
                      <a:pt x="0" y="274"/>
                      <a:pt x="1" y="264"/>
                    </a:cubicBezTo>
                    <a:cubicBezTo>
                      <a:pt x="2" y="251"/>
                      <a:pt x="5" y="239"/>
                      <a:pt x="2" y="226"/>
                    </a:cubicBezTo>
                    <a:cubicBezTo>
                      <a:pt x="0" y="216"/>
                      <a:pt x="0" y="208"/>
                      <a:pt x="4" y="198"/>
                    </a:cubicBezTo>
                    <a:cubicBezTo>
                      <a:pt x="8" y="189"/>
                      <a:pt x="6" y="184"/>
                      <a:pt x="5" y="175"/>
                    </a:cubicBezTo>
                    <a:cubicBezTo>
                      <a:pt x="4" y="165"/>
                      <a:pt x="6" y="155"/>
                      <a:pt x="11" y="147"/>
                    </a:cubicBezTo>
                    <a:cubicBezTo>
                      <a:pt x="15" y="140"/>
                      <a:pt x="17" y="136"/>
                      <a:pt x="17" y="128"/>
                    </a:cubicBezTo>
                    <a:cubicBezTo>
                      <a:pt x="17" y="122"/>
                      <a:pt x="17" y="113"/>
                      <a:pt x="20" y="108"/>
                    </a:cubicBezTo>
                    <a:cubicBezTo>
                      <a:pt x="23" y="101"/>
                      <a:pt x="31" y="97"/>
                      <a:pt x="33" y="89"/>
                    </a:cubicBezTo>
                    <a:cubicBezTo>
                      <a:pt x="36" y="81"/>
                      <a:pt x="35" y="72"/>
                      <a:pt x="39" y="64"/>
                    </a:cubicBezTo>
                    <a:cubicBezTo>
                      <a:pt x="42" y="57"/>
                      <a:pt x="46" y="55"/>
                      <a:pt x="53" y="51"/>
                    </a:cubicBezTo>
                    <a:cubicBezTo>
                      <a:pt x="64" y="45"/>
                      <a:pt x="62" y="31"/>
                      <a:pt x="71" y="23"/>
                    </a:cubicBezTo>
                    <a:cubicBezTo>
                      <a:pt x="76" y="17"/>
                      <a:pt x="82" y="19"/>
                      <a:pt x="88" y="16"/>
                    </a:cubicBezTo>
                    <a:cubicBezTo>
                      <a:pt x="94" y="13"/>
                      <a:pt x="97" y="6"/>
                      <a:pt x="103" y="3"/>
                    </a:cubicBezTo>
                    <a:cubicBezTo>
                      <a:pt x="108" y="0"/>
                      <a:pt x="115" y="0"/>
                      <a:pt x="121" y="1"/>
                    </a:cubicBezTo>
                    <a:cubicBezTo>
                      <a:pt x="124" y="2"/>
                      <a:pt x="127" y="4"/>
                      <a:pt x="13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32" name="Freeform 1972">
                <a:extLst>
                  <a:ext uri="{FF2B5EF4-FFF2-40B4-BE49-F238E27FC236}">
                    <a16:creationId xmlns:a16="http://schemas.microsoft.com/office/drawing/2014/main" id="{233C12B1-E772-4D9B-9032-A44F2FE9A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180"/>
                <a:ext cx="134" cy="88"/>
              </a:xfrm>
              <a:custGeom>
                <a:avLst/>
                <a:gdLst>
                  <a:gd name="T0" fmla="*/ 416 w 76"/>
                  <a:gd name="T1" fmla="*/ 309 h 47"/>
                  <a:gd name="T2" fmla="*/ 346 w 76"/>
                  <a:gd name="T3" fmla="*/ 157 h 47"/>
                  <a:gd name="T4" fmla="*/ 229 w 76"/>
                  <a:gd name="T5" fmla="*/ 84 h 47"/>
                  <a:gd name="T6" fmla="*/ 175 w 76"/>
                  <a:gd name="T7" fmla="*/ 77 h 47"/>
                  <a:gd name="T8" fmla="*/ 109 w 76"/>
                  <a:gd name="T9" fmla="*/ 24 h 47"/>
                  <a:gd name="T10" fmla="*/ 0 w 76"/>
                  <a:gd name="T11" fmla="*/ 39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7">
                    <a:moveTo>
                      <a:pt x="76" y="47"/>
                    </a:moveTo>
                    <a:cubicBezTo>
                      <a:pt x="70" y="47"/>
                      <a:pt x="66" y="29"/>
                      <a:pt x="63" y="24"/>
                    </a:cubicBezTo>
                    <a:cubicBezTo>
                      <a:pt x="58" y="16"/>
                      <a:pt x="52" y="13"/>
                      <a:pt x="42" y="13"/>
                    </a:cubicBezTo>
                    <a:cubicBezTo>
                      <a:pt x="38" y="12"/>
                      <a:pt x="35" y="13"/>
                      <a:pt x="32" y="12"/>
                    </a:cubicBezTo>
                    <a:cubicBezTo>
                      <a:pt x="27" y="10"/>
                      <a:pt x="24" y="6"/>
                      <a:pt x="20" y="4"/>
                    </a:cubicBezTo>
                    <a:cubicBezTo>
                      <a:pt x="12" y="0"/>
                      <a:pt x="7" y="3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33" name="Freeform 1973">
                <a:extLst>
                  <a:ext uri="{FF2B5EF4-FFF2-40B4-BE49-F238E27FC236}">
                    <a16:creationId xmlns:a16="http://schemas.microsoft.com/office/drawing/2014/main" id="{AA7D10C8-4921-46E5-B937-81A7AA5C6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211"/>
                <a:ext cx="61" cy="81"/>
              </a:xfrm>
              <a:custGeom>
                <a:avLst/>
                <a:gdLst>
                  <a:gd name="T0" fmla="*/ 0 w 35"/>
                  <a:gd name="T1" fmla="*/ 15 h 43"/>
                  <a:gd name="T2" fmla="*/ 5 w 35"/>
                  <a:gd name="T3" fmla="*/ 0 h 43"/>
                  <a:gd name="T4" fmla="*/ 143 w 35"/>
                  <a:gd name="T5" fmla="*/ 81 h 43"/>
                  <a:gd name="T6" fmla="*/ 164 w 35"/>
                  <a:gd name="T7" fmla="*/ 202 h 43"/>
                  <a:gd name="T8" fmla="*/ 185 w 35"/>
                  <a:gd name="T9" fmla="*/ 28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8" y="4"/>
                      <a:pt x="22" y="4"/>
                      <a:pt x="27" y="12"/>
                    </a:cubicBezTo>
                    <a:cubicBezTo>
                      <a:pt x="29" y="17"/>
                      <a:pt x="30" y="25"/>
                      <a:pt x="31" y="30"/>
                    </a:cubicBezTo>
                    <a:cubicBezTo>
                      <a:pt x="32" y="34"/>
                      <a:pt x="35" y="40"/>
                      <a:pt x="35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34" name="Freeform 1974">
                <a:extLst>
                  <a:ext uri="{FF2B5EF4-FFF2-40B4-BE49-F238E27FC236}">
                    <a16:creationId xmlns:a16="http://schemas.microsoft.com/office/drawing/2014/main" id="{097D63F3-14A9-410B-A925-830A696EB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165"/>
                <a:ext cx="70" cy="41"/>
              </a:xfrm>
              <a:custGeom>
                <a:avLst/>
                <a:gdLst>
                  <a:gd name="T0" fmla="*/ 215 w 40"/>
                  <a:gd name="T1" fmla="*/ 142 h 22"/>
                  <a:gd name="T2" fmla="*/ 107 w 40"/>
                  <a:gd name="T3" fmla="*/ 24 h 22"/>
                  <a:gd name="T4" fmla="*/ 0 w 40"/>
                  <a:gd name="T5" fmla="*/ 6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3" y="17"/>
                      <a:pt x="28" y="8"/>
                      <a:pt x="20" y="4"/>
                    </a:cubicBezTo>
                    <a:cubicBezTo>
                      <a:pt x="12" y="0"/>
                      <a:pt x="5" y="5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35" name="Freeform 1975">
                <a:extLst>
                  <a:ext uri="{FF2B5EF4-FFF2-40B4-BE49-F238E27FC236}">
                    <a16:creationId xmlns:a16="http://schemas.microsoft.com/office/drawing/2014/main" id="{2BC80182-790B-48C8-B219-4B5175BB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185"/>
                <a:ext cx="56" cy="41"/>
              </a:xfrm>
              <a:custGeom>
                <a:avLst/>
                <a:gdLst>
                  <a:gd name="T0" fmla="*/ 172 w 32"/>
                  <a:gd name="T1" fmla="*/ 7 h 22"/>
                  <a:gd name="T2" fmla="*/ 49 w 32"/>
                  <a:gd name="T3" fmla="*/ 39 h 22"/>
                  <a:gd name="T4" fmla="*/ 0 w 32"/>
                  <a:gd name="T5" fmla="*/ 14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2">
                    <a:moveTo>
                      <a:pt x="32" y="1"/>
                    </a:moveTo>
                    <a:cubicBezTo>
                      <a:pt x="23" y="1"/>
                      <a:pt x="16" y="0"/>
                      <a:pt x="9" y="6"/>
                    </a:cubicBezTo>
                    <a:cubicBezTo>
                      <a:pt x="4" y="10"/>
                      <a:pt x="2" y="16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36" name="Freeform 1976">
                <a:extLst>
                  <a:ext uri="{FF2B5EF4-FFF2-40B4-BE49-F238E27FC236}">
                    <a16:creationId xmlns:a16="http://schemas.microsoft.com/office/drawing/2014/main" id="{D8B90A1F-0FA9-40A6-9392-033A519DE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307"/>
                <a:ext cx="40" cy="86"/>
              </a:xfrm>
              <a:custGeom>
                <a:avLst/>
                <a:gdLst>
                  <a:gd name="T0" fmla="*/ 122 w 23"/>
                  <a:gd name="T1" fmla="*/ 0 h 46"/>
                  <a:gd name="T2" fmla="*/ 37 w 23"/>
                  <a:gd name="T3" fmla="*/ 150 h 46"/>
                  <a:gd name="T4" fmla="*/ 28 w 23"/>
                  <a:gd name="T5" fmla="*/ 30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6">
                    <a:moveTo>
                      <a:pt x="23" y="0"/>
                    </a:moveTo>
                    <a:cubicBezTo>
                      <a:pt x="14" y="4"/>
                      <a:pt x="10" y="14"/>
                      <a:pt x="7" y="23"/>
                    </a:cubicBezTo>
                    <a:cubicBezTo>
                      <a:pt x="5" y="29"/>
                      <a:pt x="0" y="39"/>
                      <a:pt x="5" y="4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37" name="Freeform 1977">
                <a:extLst>
                  <a:ext uri="{FF2B5EF4-FFF2-40B4-BE49-F238E27FC236}">
                    <a16:creationId xmlns:a16="http://schemas.microsoft.com/office/drawing/2014/main" id="{4FEE5F32-50ED-4DB8-A3F9-1C8958D5E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488"/>
                <a:ext cx="14" cy="83"/>
              </a:xfrm>
              <a:custGeom>
                <a:avLst/>
                <a:gdLst>
                  <a:gd name="T0" fmla="*/ 44 w 8"/>
                  <a:gd name="T1" fmla="*/ 0 h 44"/>
                  <a:gd name="T2" fmla="*/ 16 w 8"/>
                  <a:gd name="T3" fmla="*/ 81 h 44"/>
                  <a:gd name="T4" fmla="*/ 12 w 8"/>
                  <a:gd name="T5" fmla="*/ 153 h 44"/>
                  <a:gd name="T6" fmla="*/ 28 w 8"/>
                  <a:gd name="T7" fmla="*/ 29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8" y="5"/>
                      <a:pt x="4" y="8"/>
                      <a:pt x="3" y="12"/>
                    </a:cubicBezTo>
                    <a:cubicBezTo>
                      <a:pt x="2" y="15"/>
                      <a:pt x="2" y="19"/>
                      <a:pt x="2" y="23"/>
                    </a:cubicBezTo>
                    <a:cubicBezTo>
                      <a:pt x="2" y="29"/>
                      <a:pt x="0" y="38"/>
                      <a:pt x="5" y="4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38" name="Freeform 1978">
                <a:extLst>
                  <a:ext uri="{FF2B5EF4-FFF2-40B4-BE49-F238E27FC236}">
                    <a16:creationId xmlns:a16="http://schemas.microsoft.com/office/drawing/2014/main" id="{61BB31DF-C565-4FF8-B08B-08C73C6B9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68"/>
                <a:ext cx="70" cy="38"/>
              </a:xfrm>
              <a:custGeom>
                <a:avLst/>
                <a:gdLst>
                  <a:gd name="T0" fmla="*/ 0 w 40"/>
                  <a:gd name="T1" fmla="*/ 0 h 20"/>
                  <a:gd name="T2" fmla="*/ 56 w 40"/>
                  <a:gd name="T3" fmla="*/ 55 h 20"/>
                  <a:gd name="T4" fmla="*/ 114 w 40"/>
                  <a:gd name="T5" fmla="*/ 124 h 20"/>
                  <a:gd name="T6" fmla="*/ 215 w 40"/>
                  <a:gd name="T7" fmla="*/ 9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0" y="0"/>
                    </a:moveTo>
                    <a:cubicBezTo>
                      <a:pt x="2" y="4"/>
                      <a:pt x="7" y="6"/>
                      <a:pt x="10" y="8"/>
                    </a:cubicBezTo>
                    <a:cubicBezTo>
                      <a:pt x="14" y="11"/>
                      <a:pt x="17" y="16"/>
                      <a:pt x="21" y="18"/>
                    </a:cubicBezTo>
                    <a:cubicBezTo>
                      <a:pt x="28" y="20"/>
                      <a:pt x="35" y="16"/>
                      <a:pt x="4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39" name="Freeform 1979">
                <a:extLst>
                  <a:ext uri="{FF2B5EF4-FFF2-40B4-BE49-F238E27FC236}">
                    <a16:creationId xmlns:a16="http://schemas.microsoft.com/office/drawing/2014/main" id="{E9034DC9-70BC-44CD-A5E5-B6109E7C0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093"/>
                <a:ext cx="103" cy="28"/>
              </a:xfrm>
              <a:custGeom>
                <a:avLst/>
                <a:gdLst>
                  <a:gd name="T0" fmla="*/ 314 w 59"/>
                  <a:gd name="T1" fmla="*/ 0 h 15"/>
                  <a:gd name="T2" fmla="*/ 234 w 59"/>
                  <a:gd name="T3" fmla="*/ 60 h 15"/>
                  <a:gd name="T4" fmla="*/ 150 w 59"/>
                  <a:gd name="T5" fmla="*/ 91 h 15"/>
                  <a:gd name="T6" fmla="*/ 0 w 59"/>
                  <a:gd name="T7" fmla="*/ 4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5">
                    <a:moveTo>
                      <a:pt x="59" y="0"/>
                    </a:moveTo>
                    <a:cubicBezTo>
                      <a:pt x="54" y="0"/>
                      <a:pt x="48" y="6"/>
                      <a:pt x="44" y="9"/>
                    </a:cubicBezTo>
                    <a:cubicBezTo>
                      <a:pt x="39" y="12"/>
                      <a:pt x="34" y="13"/>
                      <a:pt x="28" y="14"/>
                    </a:cubicBezTo>
                    <a:cubicBezTo>
                      <a:pt x="18" y="15"/>
                      <a:pt x="9" y="11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0" name="Freeform 1980">
                <a:extLst>
                  <a:ext uri="{FF2B5EF4-FFF2-40B4-BE49-F238E27FC236}">
                    <a16:creationId xmlns:a16="http://schemas.microsoft.com/office/drawing/2014/main" id="{7E17B276-42E6-4BC7-9374-3A1861D6B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992"/>
                <a:ext cx="70" cy="88"/>
              </a:xfrm>
              <a:custGeom>
                <a:avLst/>
                <a:gdLst>
                  <a:gd name="T0" fmla="*/ 0 w 40"/>
                  <a:gd name="T1" fmla="*/ 309 h 47"/>
                  <a:gd name="T2" fmla="*/ 144 w 40"/>
                  <a:gd name="T3" fmla="*/ 210 h 47"/>
                  <a:gd name="T4" fmla="*/ 215 w 40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0" y="47"/>
                    </a:moveTo>
                    <a:cubicBezTo>
                      <a:pt x="9" y="42"/>
                      <a:pt x="18" y="39"/>
                      <a:pt x="27" y="32"/>
                    </a:cubicBezTo>
                    <a:cubicBezTo>
                      <a:pt x="37" y="23"/>
                      <a:pt x="36" y="12"/>
                      <a:pt x="4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1" name="Freeform 1981">
                <a:extLst>
                  <a:ext uri="{FF2B5EF4-FFF2-40B4-BE49-F238E27FC236}">
                    <a16:creationId xmlns:a16="http://schemas.microsoft.com/office/drawing/2014/main" id="{EA3ECA9D-F5D3-464F-883D-18F62CD1C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896"/>
                <a:ext cx="58" cy="116"/>
              </a:xfrm>
              <a:custGeom>
                <a:avLst/>
                <a:gdLst>
                  <a:gd name="T0" fmla="*/ 179 w 33"/>
                  <a:gd name="T1" fmla="*/ 0 h 62"/>
                  <a:gd name="T2" fmla="*/ 146 w 33"/>
                  <a:gd name="T3" fmla="*/ 129 h 62"/>
                  <a:gd name="T4" fmla="*/ 109 w 33"/>
                  <a:gd name="T5" fmla="*/ 234 h 62"/>
                  <a:gd name="T6" fmla="*/ 70 w 33"/>
                  <a:gd name="T7" fmla="*/ 322 h 62"/>
                  <a:gd name="T8" fmla="*/ 0 w 33"/>
                  <a:gd name="T9" fmla="*/ 40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2">
                    <a:moveTo>
                      <a:pt x="33" y="0"/>
                    </a:moveTo>
                    <a:cubicBezTo>
                      <a:pt x="28" y="4"/>
                      <a:pt x="28" y="14"/>
                      <a:pt x="27" y="20"/>
                    </a:cubicBezTo>
                    <a:cubicBezTo>
                      <a:pt x="26" y="26"/>
                      <a:pt x="23" y="31"/>
                      <a:pt x="20" y="36"/>
                    </a:cubicBezTo>
                    <a:cubicBezTo>
                      <a:pt x="18" y="40"/>
                      <a:pt x="16" y="45"/>
                      <a:pt x="13" y="49"/>
                    </a:cubicBezTo>
                    <a:cubicBezTo>
                      <a:pt x="9" y="54"/>
                      <a:pt x="4" y="58"/>
                      <a:pt x="0" y="6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2" name="Freeform 1982">
                <a:extLst>
                  <a:ext uri="{FF2B5EF4-FFF2-40B4-BE49-F238E27FC236}">
                    <a16:creationId xmlns:a16="http://schemas.microsoft.com/office/drawing/2014/main" id="{579D4991-7F28-4488-89BC-5D4A79928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979"/>
                <a:ext cx="59" cy="74"/>
              </a:xfrm>
              <a:custGeom>
                <a:avLst/>
                <a:gdLst>
                  <a:gd name="T0" fmla="*/ 0 w 34"/>
                  <a:gd name="T1" fmla="*/ 0 h 40"/>
                  <a:gd name="T2" fmla="*/ 69 w 34"/>
                  <a:gd name="T3" fmla="*/ 172 h 40"/>
                  <a:gd name="T4" fmla="*/ 177 w 34"/>
                  <a:gd name="T5" fmla="*/ 25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8" y="7"/>
                      <a:pt x="7" y="18"/>
                      <a:pt x="13" y="27"/>
                    </a:cubicBezTo>
                    <a:cubicBezTo>
                      <a:pt x="18" y="34"/>
                      <a:pt x="27" y="36"/>
                      <a:pt x="34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3" name="Freeform 1983">
                <a:extLst>
                  <a:ext uri="{FF2B5EF4-FFF2-40B4-BE49-F238E27FC236}">
                    <a16:creationId xmlns:a16="http://schemas.microsoft.com/office/drawing/2014/main" id="{248D14DD-A4FD-4D82-A098-DA984A0B2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894"/>
                <a:ext cx="26" cy="71"/>
              </a:xfrm>
              <a:custGeom>
                <a:avLst/>
                <a:gdLst>
                  <a:gd name="T0" fmla="*/ 0 w 15"/>
                  <a:gd name="T1" fmla="*/ 0 h 38"/>
                  <a:gd name="T2" fmla="*/ 21 w 15"/>
                  <a:gd name="T3" fmla="*/ 157 h 38"/>
                  <a:gd name="T4" fmla="*/ 78 w 15"/>
                  <a:gd name="T5" fmla="*/ 24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8">
                    <a:moveTo>
                      <a:pt x="0" y="0"/>
                    </a:moveTo>
                    <a:cubicBezTo>
                      <a:pt x="3" y="7"/>
                      <a:pt x="1" y="17"/>
                      <a:pt x="4" y="24"/>
                    </a:cubicBezTo>
                    <a:cubicBezTo>
                      <a:pt x="6" y="30"/>
                      <a:pt x="12" y="33"/>
                      <a:pt x="15" y="3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4" name="Freeform 1984">
                <a:extLst>
                  <a:ext uri="{FF2B5EF4-FFF2-40B4-BE49-F238E27FC236}">
                    <a16:creationId xmlns:a16="http://schemas.microsoft.com/office/drawing/2014/main" id="{687E58E6-F950-41FE-B556-7592EC33A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816"/>
                <a:ext cx="24" cy="73"/>
              </a:xfrm>
              <a:custGeom>
                <a:avLst/>
                <a:gdLst>
                  <a:gd name="T0" fmla="*/ 0 w 14"/>
                  <a:gd name="T1" fmla="*/ 0 h 39"/>
                  <a:gd name="T2" fmla="*/ 15 w 14"/>
                  <a:gd name="T3" fmla="*/ 84 h 39"/>
                  <a:gd name="T4" fmla="*/ 26 w 14"/>
                  <a:gd name="T5" fmla="*/ 172 h 39"/>
                  <a:gd name="T6" fmla="*/ 70 w 14"/>
                  <a:gd name="T7" fmla="*/ 25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0" y="4"/>
                      <a:pt x="3" y="9"/>
                      <a:pt x="3" y="13"/>
                    </a:cubicBezTo>
                    <a:cubicBezTo>
                      <a:pt x="4" y="18"/>
                      <a:pt x="4" y="21"/>
                      <a:pt x="5" y="26"/>
                    </a:cubicBezTo>
                    <a:cubicBezTo>
                      <a:pt x="7" y="31"/>
                      <a:pt x="12" y="34"/>
                      <a:pt x="14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5" name="Freeform 1985">
                <a:extLst>
                  <a:ext uri="{FF2B5EF4-FFF2-40B4-BE49-F238E27FC236}">
                    <a16:creationId xmlns:a16="http://schemas.microsoft.com/office/drawing/2014/main" id="{ECECBB38-5F23-4CC0-92F4-E4110B9E2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709"/>
                <a:ext cx="18" cy="94"/>
              </a:xfrm>
              <a:custGeom>
                <a:avLst/>
                <a:gdLst>
                  <a:gd name="T0" fmla="*/ 16 w 10"/>
                  <a:gd name="T1" fmla="*/ 0 h 50"/>
                  <a:gd name="T2" fmla="*/ 16 w 10"/>
                  <a:gd name="T3" fmla="*/ 194 h 50"/>
                  <a:gd name="T4" fmla="*/ 58 w 10"/>
                  <a:gd name="T5" fmla="*/ 325 h 50"/>
                  <a:gd name="T6" fmla="*/ 58 w 10"/>
                  <a:gd name="T7" fmla="*/ 32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0">
                    <a:moveTo>
                      <a:pt x="3" y="0"/>
                    </a:moveTo>
                    <a:cubicBezTo>
                      <a:pt x="3" y="11"/>
                      <a:pt x="0" y="19"/>
                      <a:pt x="3" y="29"/>
                    </a:cubicBezTo>
                    <a:cubicBezTo>
                      <a:pt x="4" y="36"/>
                      <a:pt x="6" y="43"/>
                      <a:pt x="10" y="49"/>
                    </a:cubicBezTo>
                    <a:cubicBezTo>
                      <a:pt x="10" y="50"/>
                      <a:pt x="10" y="49"/>
                      <a:pt x="10" y="4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6" name="Freeform 1986">
                <a:extLst>
                  <a:ext uri="{FF2B5EF4-FFF2-40B4-BE49-F238E27FC236}">
                    <a16:creationId xmlns:a16="http://schemas.microsoft.com/office/drawing/2014/main" id="{7DBDC400-34DC-451C-9FDA-0C103940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589"/>
                <a:ext cx="14" cy="105"/>
              </a:xfrm>
              <a:custGeom>
                <a:avLst/>
                <a:gdLst>
                  <a:gd name="T0" fmla="*/ 44 w 8"/>
                  <a:gd name="T1" fmla="*/ 0 h 56"/>
                  <a:gd name="T2" fmla="*/ 7 w 8"/>
                  <a:gd name="T3" fmla="*/ 225 h 56"/>
                  <a:gd name="T4" fmla="*/ 44 w 8"/>
                  <a:gd name="T5" fmla="*/ 369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6">
                    <a:moveTo>
                      <a:pt x="8" y="0"/>
                    </a:moveTo>
                    <a:cubicBezTo>
                      <a:pt x="6" y="11"/>
                      <a:pt x="0" y="21"/>
                      <a:pt x="1" y="34"/>
                    </a:cubicBezTo>
                    <a:cubicBezTo>
                      <a:pt x="2" y="40"/>
                      <a:pt x="4" y="52"/>
                      <a:pt x="8" y="5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7" name="Freeform 1987">
                <a:extLst>
                  <a:ext uri="{FF2B5EF4-FFF2-40B4-BE49-F238E27FC236}">
                    <a16:creationId xmlns:a16="http://schemas.microsoft.com/office/drawing/2014/main" id="{3A64701A-3E9C-4A01-A8C9-FB587BA88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391"/>
                <a:ext cx="24" cy="90"/>
              </a:xfrm>
              <a:custGeom>
                <a:avLst/>
                <a:gdLst>
                  <a:gd name="T0" fmla="*/ 70 w 14"/>
                  <a:gd name="T1" fmla="*/ 0 h 48"/>
                  <a:gd name="T2" fmla="*/ 41 w 14"/>
                  <a:gd name="T3" fmla="*/ 73 h 48"/>
                  <a:gd name="T4" fmla="*/ 15 w 14"/>
                  <a:gd name="T5" fmla="*/ 144 h 48"/>
                  <a:gd name="T6" fmla="*/ 5 w 14"/>
                  <a:gd name="T7" fmla="*/ 31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8">
                    <a:moveTo>
                      <a:pt x="14" y="0"/>
                    </a:moveTo>
                    <a:cubicBezTo>
                      <a:pt x="13" y="3"/>
                      <a:pt x="10" y="8"/>
                      <a:pt x="8" y="11"/>
                    </a:cubicBezTo>
                    <a:cubicBezTo>
                      <a:pt x="6" y="14"/>
                      <a:pt x="4" y="18"/>
                      <a:pt x="3" y="22"/>
                    </a:cubicBezTo>
                    <a:cubicBezTo>
                      <a:pt x="0" y="30"/>
                      <a:pt x="0" y="40"/>
                      <a:pt x="1" y="4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8" name="Freeform 1988">
                <a:extLst>
                  <a:ext uri="{FF2B5EF4-FFF2-40B4-BE49-F238E27FC236}">
                    <a16:creationId xmlns:a16="http://schemas.microsoft.com/office/drawing/2014/main" id="{F480037D-F9FF-46A0-B5F9-396E946A1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226"/>
                <a:ext cx="52" cy="68"/>
              </a:xfrm>
              <a:custGeom>
                <a:avLst/>
                <a:gdLst>
                  <a:gd name="T0" fmla="*/ 156 w 30"/>
                  <a:gd name="T1" fmla="*/ 0 h 36"/>
                  <a:gd name="T2" fmla="*/ 85 w 30"/>
                  <a:gd name="T3" fmla="*/ 32 h 36"/>
                  <a:gd name="T4" fmla="*/ 50 w 30"/>
                  <a:gd name="T5" fmla="*/ 89 h 36"/>
                  <a:gd name="T6" fmla="*/ 0 w 30"/>
                  <a:gd name="T7" fmla="*/ 242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6">
                    <a:moveTo>
                      <a:pt x="30" y="0"/>
                    </a:moveTo>
                    <a:cubicBezTo>
                      <a:pt x="25" y="1"/>
                      <a:pt x="20" y="2"/>
                      <a:pt x="16" y="5"/>
                    </a:cubicBezTo>
                    <a:cubicBezTo>
                      <a:pt x="13" y="7"/>
                      <a:pt x="12" y="10"/>
                      <a:pt x="10" y="13"/>
                    </a:cubicBezTo>
                    <a:cubicBezTo>
                      <a:pt x="6" y="20"/>
                      <a:pt x="0" y="29"/>
                      <a:pt x="0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9" name="Freeform 1989">
                <a:extLst>
                  <a:ext uri="{FF2B5EF4-FFF2-40B4-BE49-F238E27FC236}">
                    <a16:creationId xmlns:a16="http://schemas.microsoft.com/office/drawing/2014/main" id="{46345ADF-DC2C-47CC-B31F-D5CB857BA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1163"/>
                <a:ext cx="92" cy="26"/>
              </a:xfrm>
              <a:custGeom>
                <a:avLst/>
                <a:gdLst>
                  <a:gd name="T0" fmla="*/ 288 w 52"/>
                  <a:gd name="T1" fmla="*/ 13 h 14"/>
                  <a:gd name="T2" fmla="*/ 211 w 52"/>
                  <a:gd name="T3" fmla="*/ 0 h 14"/>
                  <a:gd name="T4" fmla="*/ 115 w 52"/>
                  <a:gd name="T5" fmla="*/ 7 h 14"/>
                  <a:gd name="T6" fmla="*/ 0 w 52"/>
                  <a:gd name="T7" fmla="*/ 8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4">
                    <a:moveTo>
                      <a:pt x="52" y="2"/>
                    </a:moveTo>
                    <a:cubicBezTo>
                      <a:pt x="47" y="2"/>
                      <a:pt x="43" y="0"/>
                      <a:pt x="38" y="0"/>
                    </a:cubicBezTo>
                    <a:cubicBezTo>
                      <a:pt x="32" y="0"/>
                      <a:pt x="26" y="0"/>
                      <a:pt x="21" y="1"/>
                    </a:cubicBezTo>
                    <a:cubicBezTo>
                      <a:pt x="13" y="2"/>
                      <a:pt x="4" y="8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0" name="Freeform 1990">
                <a:extLst>
                  <a:ext uri="{FF2B5EF4-FFF2-40B4-BE49-F238E27FC236}">
                    <a16:creationId xmlns:a16="http://schemas.microsoft.com/office/drawing/2014/main" id="{79015562-7C11-48D4-845C-BCD852F0B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1174"/>
                <a:ext cx="70" cy="43"/>
              </a:xfrm>
              <a:custGeom>
                <a:avLst/>
                <a:gdLst>
                  <a:gd name="T0" fmla="*/ 0 w 40"/>
                  <a:gd name="T1" fmla="*/ 0 h 23"/>
                  <a:gd name="T2" fmla="*/ 135 w 40"/>
                  <a:gd name="T3" fmla="*/ 32 h 23"/>
                  <a:gd name="T4" fmla="*/ 215 w 40"/>
                  <a:gd name="T5" fmla="*/ 15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9" y="0"/>
                      <a:pt x="17" y="1"/>
                      <a:pt x="25" y="5"/>
                    </a:cubicBezTo>
                    <a:cubicBezTo>
                      <a:pt x="32" y="10"/>
                      <a:pt x="35" y="17"/>
                      <a:pt x="40" y="2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1" name="Freeform 1991">
                <a:extLst>
                  <a:ext uri="{FF2B5EF4-FFF2-40B4-BE49-F238E27FC236}">
                    <a16:creationId xmlns:a16="http://schemas.microsoft.com/office/drawing/2014/main" id="{88467CC6-EF5B-4A44-849F-64AF51239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1152"/>
                <a:ext cx="79" cy="37"/>
              </a:xfrm>
              <a:custGeom>
                <a:avLst/>
                <a:gdLst>
                  <a:gd name="T0" fmla="*/ 244 w 45"/>
                  <a:gd name="T1" fmla="*/ 24 h 20"/>
                  <a:gd name="T2" fmla="*/ 163 w 45"/>
                  <a:gd name="T3" fmla="*/ 0 h 20"/>
                  <a:gd name="T4" fmla="*/ 102 w 45"/>
                  <a:gd name="T5" fmla="*/ 24 h 20"/>
                  <a:gd name="T6" fmla="*/ 0 w 45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0">
                    <a:moveTo>
                      <a:pt x="45" y="4"/>
                    </a:moveTo>
                    <a:cubicBezTo>
                      <a:pt x="40" y="4"/>
                      <a:pt x="35" y="0"/>
                      <a:pt x="30" y="0"/>
                    </a:cubicBezTo>
                    <a:cubicBezTo>
                      <a:pt x="26" y="1"/>
                      <a:pt x="23" y="2"/>
                      <a:pt x="19" y="4"/>
                    </a:cubicBezTo>
                    <a:cubicBezTo>
                      <a:pt x="11" y="8"/>
                      <a:pt x="5" y="12"/>
                      <a:pt x="0" y="2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2" name="Freeform 1992">
                <a:extLst>
                  <a:ext uri="{FF2B5EF4-FFF2-40B4-BE49-F238E27FC236}">
                    <a16:creationId xmlns:a16="http://schemas.microsoft.com/office/drawing/2014/main" id="{C22DEDD7-7F0B-4270-BC99-15F1EED94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1260"/>
                <a:ext cx="38" cy="34"/>
              </a:xfrm>
              <a:custGeom>
                <a:avLst/>
                <a:gdLst>
                  <a:gd name="T0" fmla="*/ 114 w 22"/>
                  <a:gd name="T1" fmla="*/ 121 h 18"/>
                  <a:gd name="T2" fmla="*/ 50 w 22"/>
                  <a:gd name="T3" fmla="*/ 47 h 18"/>
                  <a:gd name="T4" fmla="*/ 16 w 22"/>
                  <a:gd name="T5" fmla="*/ 21 h 18"/>
                  <a:gd name="T6" fmla="*/ 0 w 2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22" y="18"/>
                    </a:moveTo>
                    <a:cubicBezTo>
                      <a:pt x="18" y="16"/>
                      <a:pt x="13" y="11"/>
                      <a:pt x="10" y="7"/>
                    </a:cubicBezTo>
                    <a:cubicBezTo>
                      <a:pt x="8" y="6"/>
                      <a:pt x="5" y="5"/>
                      <a:pt x="3" y="3"/>
                    </a:cubicBezTo>
                    <a:cubicBezTo>
                      <a:pt x="2" y="2"/>
                      <a:pt x="2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3" name="Freeform 1993">
                <a:extLst>
                  <a:ext uri="{FF2B5EF4-FFF2-40B4-BE49-F238E27FC236}">
                    <a16:creationId xmlns:a16="http://schemas.microsoft.com/office/drawing/2014/main" id="{932A3E70-1D9B-47DD-AA84-6C31225C2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153"/>
                <a:ext cx="79" cy="21"/>
              </a:xfrm>
              <a:custGeom>
                <a:avLst/>
                <a:gdLst>
                  <a:gd name="T0" fmla="*/ 244 w 45"/>
                  <a:gd name="T1" fmla="*/ 76 h 11"/>
                  <a:gd name="T2" fmla="*/ 188 w 45"/>
                  <a:gd name="T3" fmla="*/ 21 h 11"/>
                  <a:gd name="T4" fmla="*/ 130 w 45"/>
                  <a:gd name="T5" fmla="*/ 8 h 11"/>
                  <a:gd name="T6" fmla="*/ 70 w 45"/>
                  <a:gd name="T7" fmla="*/ 0 h 11"/>
                  <a:gd name="T8" fmla="*/ 0 w 45"/>
                  <a:gd name="T9" fmla="*/ 2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">
                    <a:moveTo>
                      <a:pt x="45" y="11"/>
                    </a:moveTo>
                    <a:cubicBezTo>
                      <a:pt x="42" y="9"/>
                      <a:pt x="39" y="5"/>
                      <a:pt x="35" y="3"/>
                    </a:cubicBezTo>
                    <a:cubicBezTo>
                      <a:pt x="32" y="2"/>
                      <a:pt x="28" y="1"/>
                      <a:pt x="24" y="1"/>
                    </a:cubicBezTo>
                    <a:cubicBezTo>
                      <a:pt x="21" y="0"/>
                      <a:pt x="16" y="0"/>
                      <a:pt x="13" y="0"/>
                    </a:cubicBezTo>
                    <a:cubicBezTo>
                      <a:pt x="8" y="0"/>
                      <a:pt x="5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4" name="Freeform 1994">
                <a:extLst>
                  <a:ext uri="{FF2B5EF4-FFF2-40B4-BE49-F238E27FC236}">
                    <a16:creationId xmlns:a16="http://schemas.microsoft.com/office/drawing/2014/main" id="{87F408EB-3D31-4B76-902B-20A26056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1127"/>
                <a:ext cx="56" cy="23"/>
              </a:xfrm>
              <a:custGeom>
                <a:avLst/>
                <a:gdLst>
                  <a:gd name="T0" fmla="*/ 28 w 32"/>
                  <a:gd name="T1" fmla="*/ 84 h 12"/>
                  <a:gd name="T2" fmla="*/ 16 w 32"/>
                  <a:gd name="T3" fmla="*/ 15 h 12"/>
                  <a:gd name="T4" fmla="*/ 98 w 32"/>
                  <a:gd name="T5" fmla="*/ 8 h 12"/>
                  <a:gd name="T6" fmla="*/ 135 w 32"/>
                  <a:gd name="T7" fmla="*/ 15 h 12"/>
                  <a:gd name="T8" fmla="*/ 166 w 32"/>
                  <a:gd name="T9" fmla="*/ 23 h 12"/>
                  <a:gd name="T10" fmla="*/ 156 w 32"/>
                  <a:gd name="T11" fmla="*/ 84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2">
                    <a:moveTo>
                      <a:pt x="5" y="12"/>
                    </a:moveTo>
                    <a:cubicBezTo>
                      <a:pt x="2" y="11"/>
                      <a:pt x="0" y="4"/>
                      <a:pt x="3" y="2"/>
                    </a:cubicBezTo>
                    <a:cubicBezTo>
                      <a:pt x="8" y="0"/>
                      <a:pt x="13" y="1"/>
                      <a:pt x="18" y="1"/>
                    </a:cubicBezTo>
                    <a:cubicBezTo>
                      <a:pt x="20" y="2"/>
                      <a:pt x="22" y="2"/>
                      <a:pt x="25" y="2"/>
                    </a:cubicBezTo>
                    <a:cubicBezTo>
                      <a:pt x="26" y="2"/>
                      <a:pt x="30" y="1"/>
                      <a:pt x="31" y="3"/>
                    </a:cubicBezTo>
                    <a:cubicBezTo>
                      <a:pt x="32" y="5"/>
                      <a:pt x="32" y="11"/>
                      <a:pt x="29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5" name="Freeform 1995">
                <a:extLst>
                  <a:ext uri="{FF2B5EF4-FFF2-40B4-BE49-F238E27FC236}">
                    <a16:creationId xmlns:a16="http://schemas.microsoft.com/office/drawing/2014/main" id="{23DDFA11-6AC3-4FA5-A82C-E1F500FB2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1109"/>
                <a:ext cx="51" cy="28"/>
              </a:xfrm>
              <a:custGeom>
                <a:avLst/>
                <a:gdLst>
                  <a:gd name="T0" fmla="*/ 12 w 29"/>
                  <a:gd name="T1" fmla="*/ 0 h 15"/>
                  <a:gd name="T2" fmla="*/ 7 w 29"/>
                  <a:gd name="T3" fmla="*/ 21 h 15"/>
                  <a:gd name="T4" fmla="*/ 7 w 29"/>
                  <a:gd name="T5" fmla="*/ 52 h 15"/>
                  <a:gd name="T6" fmla="*/ 33 w 29"/>
                  <a:gd name="T7" fmla="*/ 65 h 15"/>
                  <a:gd name="T8" fmla="*/ 70 w 29"/>
                  <a:gd name="T9" fmla="*/ 73 h 15"/>
                  <a:gd name="T10" fmla="*/ 114 w 29"/>
                  <a:gd name="T11" fmla="*/ 84 h 15"/>
                  <a:gd name="T12" fmla="*/ 142 w 29"/>
                  <a:gd name="T13" fmla="*/ 84 h 15"/>
                  <a:gd name="T14" fmla="*/ 151 w 29"/>
                  <a:gd name="T15" fmla="*/ 60 h 15"/>
                  <a:gd name="T16" fmla="*/ 151 w 29"/>
                  <a:gd name="T17" fmla="*/ 4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" y="0"/>
                    </a:moveTo>
                    <a:cubicBezTo>
                      <a:pt x="1" y="0"/>
                      <a:pt x="1" y="2"/>
                      <a:pt x="1" y="3"/>
                    </a:cubicBezTo>
                    <a:cubicBezTo>
                      <a:pt x="1" y="4"/>
                      <a:pt x="0" y="7"/>
                      <a:pt x="1" y="8"/>
                    </a:cubicBezTo>
                    <a:cubicBezTo>
                      <a:pt x="2" y="10"/>
                      <a:pt x="4" y="10"/>
                      <a:pt x="6" y="10"/>
                    </a:cubicBezTo>
                    <a:cubicBezTo>
                      <a:pt x="8" y="10"/>
                      <a:pt x="11" y="10"/>
                      <a:pt x="13" y="11"/>
                    </a:cubicBezTo>
                    <a:cubicBezTo>
                      <a:pt x="16" y="11"/>
                      <a:pt x="18" y="12"/>
                      <a:pt x="21" y="13"/>
                    </a:cubicBezTo>
                    <a:cubicBezTo>
                      <a:pt x="22" y="14"/>
                      <a:pt x="25" y="15"/>
                      <a:pt x="26" y="13"/>
                    </a:cubicBezTo>
                    <a:cubicBezTo>
                      <a:pt x="27" y="13"/>
                      <a:pt x="28" y="10"/>
                      <a:pt x="28" y="9"/>
                    </a:cubicBezTo>
                    <a:cubicBezTo>
                      <a:pt x="28" y="8"/>
                      <a:pt x="29" y="7"/>
                      <a:pt x="28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6" name="Freeform 1996">
                <a:extLst>
                  <a:ext uri="{FF2B5EF4-FFF2-40B4-BE49-F238E27FC236}">
                    <a16:creationId xmlns:a16="http://schemas.microsoft.com/office/drawing/2014/main" id="{41FBD26D-A00B-4742-BFC4-806613142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114"/>
                <a:ext cx="12" cy="17"/>
              </a:xfrm>
              <a:custGeom>
                <a:avLst/>
                <a:gdLst>
                  <a:gd name="T0" fmla="*/ 36 w 7"/>
                  <a:gd name="T1" fmla="*/ 60 h 9"/>
                  <a:gd name="T2" fmla="*/ 15 w 7"/>
                  <a:gd name="T3" fmla="*/ 32 h 9"/>
                  <a:gd name="T4" fmla="*/ 9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3" y="9"/>
                      <a:pt x="4" y="7"/>
                      <a:pt x="3" y="5"/>
                    </a:cubicBezTo>
                    <a:cubicBezTo>
                      <a:pt x="3" y="4"/>
                      <a:pt x="0" y="0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7" name="Freeform 1997">
                <a:extLst>
                  <a:ext uri="{FF2B5EF4-FFF2-40B4-BE49-F238E27FC236}">
                    <a16:creationId xmlns:a16="http://schemas.microsoft.com/office/drawing/2014/main" id="{DA93C972-4453-4C64-B2C0-D62B2A420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124"/>
                <a:ext cx="5" cy="7"/>
              </a:xfrm>
              <a:custGeom>
                <a:avLst/>
                <a:gdLst>
                  <a:gd name="T0" fmla="*/ 0 w 3"/>
                  <a:gd name="T1" fmla="*/ 21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4"/>
                      <a:pt x="3" y="1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8" name="Freeform 1998">
                <a:extLst>
                  <a:ext uri="{FF2B5EF4-FFF2-40B4-BE49-F238E27FC236}">
                    <a16:creationId xmlns:a16="http://schemas.microsoft.com/office/drawing/2014/main" id="{18B21656-0537-49F4-89AD-461C6A84C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1107"/>
                <a:ext cx="5" cy="7"/>
              </a:xfrm>
              <a:custGeom>
                <a:avLst/>
                <a:gdLst>
                  <a:gd name="T0" fmla="*/ 13 w 3"/>
                  <a:gd name="T1" fmla="*/ 21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9" name="Freeform 1999">
                <a:extLst>
                  <a:ext uri="{FF2B5EF4-FFF2-40B4-BE49-F238E27FC236}">
                    <a16:creationId xmlns:a16="http://schemas.microsoft.com/office/drawing/2014/main" id="{BE0B59D8-8C1E-4C6D-9C41-77C3A9A18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127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0" name="Freeform 2000">
                <a:extLst>
                  <a:ext uri="{FF2B5EF4-FFF2-40B4-BE49-F238E27FC236}">
                    <a16:creationId xmlns:a16="http://schemas.microsoft.com/office/drawing/2014/main" id="{0CC5898D-6E2D-4D78-99D5-98379B07B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1135"/>
                <a:ext cx="11" cy="26"/>
              </a:xfrm>
              <a:custGeom>
                <a:avLst/>
                <a:gdLst>
                  <a:gd name="T0" fmla="*/ 13 w 6"/>
                  <a:gd name="T1" fmla="*/ 0 h 14"/>
                  <a:gd name="T2" fmla="*/ 20 w 6"/>
                  <a:gd name="T3" fmla="*/ 52 h 14"/>
                  <a:gd name="T4" fmla="*/ 0 w 6"/>
                  <a:gd name="T5" fmla="*/ 8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2" y="0"/>
                    </a:moveTo>
                    <a:cubicBezTo>
                      <a:pt x="6" y="2"/>
                      <a:pt x="4" y="5"/>
                      <a:pt x="3" y="8"/>
                    </a:cubicBezTo>
                    <a:cubicBezTo>
                      <a:pt x="3" y="10"/>
                      <a:pt x="3" y="14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1" name="Freeform 2001">
                <a:extLst>
                  <a:ext uri="{FF2B5EF4-FFF2-40B4-BE49-F238E27FC236}">
                    <a16:creationId xmlns:a16="http://schemas.microsoft.com/office/drawing/2014/main" id="{18197184-40C0-4078-8BA0-753CF1937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127"/>
                <a:ext cx="49" cy="21"/>
              </a:xfrm>
              <a:custGeom>
                <a:avLst/>
                <a:gdLst>
                  <a:gd name="T0" fmla="*/ 151 w 28"/>
                  <a:gd name="T1" fmla="*/ 0 h 11"/>
                  <a:gd name="T2" fmla="*/ 144 w 28"/>
                  <a:gd name="T3" fmla="*/ 15 h 11"/>
                  <a:gd name="T4" fmla="*/ 119 w 28"/>
                  <a:gd name="T5" fmla="*/ 36 h 11"/>
                  <a:gd name="T6" fmla="*/ 58 w 28"/>
                  <a:gd name="T7" fmla="*/ 55 h 11"/>
                  <a:gd name="T8" fmla="*/ 16 w 28"/>
                  <a:gd name="T9" fmla="*/ 55 h 11"/>
                  <a:gd name="T10" fmla="*/ 7 w 28"/>
                  <a:gd name="T11" fmla="*/ 2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1">
                    <a:moveTo>
                      <a:pt x="28" y="0"/>
                    </a:moveTo>
                    <a:cubicBezTo>
                      <a:pt x="28" y="1"/>
                      <a:pt x="28" y="2"/>
                      <a:pt x="27" y="2"/>
                    </a:cubicBezTo>
                    <a:cubicBezTo>
                      <a:pt x="25" y="3"/>
                      <a:pt x="24" y="4"/>
                      <a:pt x="22" y="5"/>
                    </a:cubicBezTo>
                    <a:cubicBezTo>
                      <a:pt x="19" y="7"/>
                      <a:pt x="15" y="7"/>
                      <a:pt x="11" y="8"/>
                    </a:cubicBezTo>
                    <a:cubicBezTo>
                      <a:pt x="9" y="8"/>
                      <a:pt x="5" y="11"/>
                      <a:pt x="3" y="8"/>
                    </a:cubicBezTo>
                    <a:cubicBezTo>
                      <a:pt x="2" y="8"/>
                      <a:pt x="0" y="4"/>
                      <a:pt x="1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2" name="Freeform 2002">
                <a:extLst>
                  <a:ext uri="{FF2B5EF4-FFF2-40B4-BE49-F238E27FC236}">
                    <a16:creationId xmlns:a16="http://schemas.microsoft.com/office/drawing/2014/main" id="{B76CC940-DAE3-4157-A33A-531C8E82F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146"/>
                <a:ext cx="9" cy="19"/>
              </a:xfrm>
              <a:custGeom>
                <a:avLst/>
                <a:gdLst>
                  <a:gd name="T0" fmla="*/ 29 w 5"/>
                  <a:gd name="T1" fmla="*/ 61 h 10"/>
                  <a:gd name="T2" fmla="*/ 13 w 5"/>
                  <a:gd name="T3" fmla="*/ 61 h 10"/>
                  <a:gd name="T4" fmla="*/ 7 w 5"/>
                  <a:gd name="T5" fmla="*/ 36 h 10"/>
                  <a:gd name="T6" fmla="*/ 0 w 5"/>
                  <a:gd name="T7" fmla="*/ 15 h 10"/>
                  <a:gd name="T8" fmla="*/ 0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9"/>
                    </a:moveTo>
                    <a:cubicBezTo>
                      <a:pt x="4" y="9"/>
                      <a:pt x="3" y="10"/>
                      <a:pt x="2" y="9"/>
                    </a:cubicBezTo>
                    <a:cubicBezTo>
                      <a:pt x="1" y="8"/>
                      <a:pt x="1" y="6"/>
                      <a:pt x="1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3" name="Freeform 2003">
                <a:extLst>
                  <a:ext uri="{FF2B5EF4-FFF2-40B4-BE49-F238E27FC236}">
                    <a16:creationId xmlns:a16="http://schemas.microsoft.com/office/drawing/2014/main" id="{5D3AF837-A9BA-4770-BA12-360CCF86E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137"/>
                <a:ext cx="7" cy="1"/>
              </a:xfrm>
              <a:custGeom>
                <a:avLst/>
                <a:gdLst>
                  <a:gd name="T0" fmla="*/ 0 w 4"/>
                  <a:gd name="T1" fmla="*/ 0 h 1"/>
                  <a:gd name="T2" fmla="*/ 21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4" name="Freeform 2004">
                <a:extLst>
                  <a:ext uri="{FF2B5EF4-FFF2-40B4-BE49-F238E27FC236}">
                    <a16:creationId xmlns:a16="http://schemas.microsoft.com/office/drawing/2014/main" id="{179B5B58-51FC-4F06-ACA2-427535153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150"/>
                <a:ext cx="51" cy="28"/>
              </a:xfrm>
              <a:custGeom>
                <a:avLst/>
                <a:gdLst>
                  <a:gd name="T0" fmla="*/ 151 w 29"/>
                  <a:gd name="T1" fmla="*/ 0 h 15"/>
                  <a:gd name="T2" fmla="*/ 146 w 29"/>
                  <a:gd name="T3" fmla="*/ 21 h 15"/>
                  <a:gd name="T4" fmla="*/ 135 w 29"/>
                  <a:gd name="T5" fmla="*/ 21 h 15"/>
                  <a:gd name="T6" fmla="*/ 121 w 29"/>
                  <a:gd name="T7" fmla="*/ 24 h 15"/>
                  <a:gd name="T8" fmla="*/ 65 w 29"/>
                  <a:gd name="T9" fmla="*/ 60 h 15"/>
                  <a:gd name="T10" fmla="*/ 28 w 29"/>
                  <a:gd name="T11" fmla="*/ 91 h 15"/>
                  <a:gd name="T12" fmla="*/ 7 w 29"/>
                  <a:gd name="T13" fmla="*/ 6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5">
                    <a:moveTo>
                      <a:pt x="28" y="0"/>
                    </a:moveTo>
                    <a:cubicBezTo>
                      <a:pt x="28" y="1"/>
                      <a:pt x="29" y="2"/>
                      <a:pt x="27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4" y="3"/>
                      <a:pt x="23" y="4"/>
                      <a:pt x="22" y="4"/>
                    </a:cubicBezTo>
                    <a:cubicBezTo>
                      <a:pt x="18" y="4"/>
                      <a:pt x="15" y="7"/>
                      <a:pt x="12" y="9"/>
                    </a:cubicBezTo>
                    <a:cubicBezTo>
                      <a:pt x="11" y="11"/>
                      <a:pt x="8" y="15"/>
                      <a:pt x="5" y="14"/>
                    </a:cubicBezTo>
                    <a:cubicBezTo>
                      <a:pt x="4" y="14"/>
                      <a:pt x="0" y="11"/>
                      <a:pt x="1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5" name="Freeform 2005">
                <a:extLst>
                  <a:ext uri="{FF2B5EF4-FFF2-40B4-BE49-F238E27FC236}">
                    <a16:creationId xmlns:a16="http://schemas.microsoft.com/office/drawing/2014/main" id="{B908EE53-34B2-407E-90FF-0EB3742F7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1144"/>
                <a:ext cx="4" cy="8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6" name="Freeform 2006">
                <a:extLst>
                  <a:ext uri="{FF2B5EF4-FFF2-40B4-BE49-F238E27FC236}">
                    <a16:creationId xmlns:a16="http://schemas.microsoft.com/office/drawing/2014/main" id="{0DD94D23-07F1-4E07-919C-5C368D9C2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1135"/>
                <a:ext cx="48" cy="24"/>
              </a:xfrm>
              <a:custGeom>
                <a:avLst/>
                <a:gdLst>
                  <a:gd name="T0" fmla="*/ 12 w 27"/>
                  <a:gd name="T1" fmla="*/ 0 h 13"/>
                  <a:gd name="T2" fmla="*/ 7 w 27"/>
                  <a:gd name="T3" fmla="*/ 13 h 13"/>
                  <a:gd name="T4" fmla="*/ 28 w 27"/>
                  <a:gd name="T5" fmla="*/ 20 h 13"/>
                  <a:gd name="T6" fmla="*/ 89 w 27"/>
                  <a:gd name="T7" fmla="*/ 68 h 13"/>
                  <a:gd name="T8" fmla="*/ 117 w 27"/>
                  <a:gd name="T9" fmla="*/ 81 h 13"/>
                  <a:gd name="T10" fmla="*/ 135 w 27"/>
                  <a:gd name="T11" fmla="*/ 57 h 13"/>
                  <a:gd name="T12" fmla="*/ 146 w 27"/>
                  <a:gd name="T13" fmla="*/ 2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3">
                    <a:moveTo>
                      <a:pt x="2" y="0"/>
                    </a:moveTo>
                    <a:cubicBezTo>
                      <a:pt x="1" y="1"/>
                      <a:pt x="0" y="2"/>
                      <a:pt x="1" y="2"/>
                    </a:cubicBezTo>
                    <a:cubicBezTo>
                      <a:pt x="1" y="4"/>
                      <a:pt x="4" y="3"/>
                      <a:pt x="5" y="3"/>
                    </a:cubicBezTo>
                    <a:cubicBezTo>
                      <a:pt x="9" y="4"/>
                      <a:pt x="13" y="7"/>
                      <a:pt x="16" y="11"/>
                    </a:cubicBezTo>
                    <a:cubicBezTo>
                      <a:pt x="17" y="12"/>
                      <a:pt x="19" y="13"/>
                      <a:pt x="21" y="13"/>
                    </a:cubicBezTo>
                    <a:cubicBezTo>
                      <a:pt x="23" y="12"/>
                      <a:pt x="23" y="11"/>
                      <a:pt x="24" y="9"/>
                    </a:cubicBezTo>
                    <a:cubicBezTo>
                      <a:pt x="25" y="7"/>
                      <a:pt x="27" y="6"/>
                      <a:pt x="26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7" name="Freeform 2007">
                <a:extLst>
                  <a:ext uri="{FF2B5EF4-FFF2-40B4-BE49-F238E27FC236}">
                    <a16:creationId xmlns:a16="http://schemas.microsoft.com/office/drawing/2014/main" id="{33C9B8AC-D26F-4608-9919-397C2CFD1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146"/>
                <a:ext cx="6" cy="2"/>
              </a:xfrm>
              <a:custGeom>
                <a:avLst/>
                <a:gdLst>
                  <a:gd name="T0" fmla="*/ 24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8" name="Freeform 2008">
                <a:extLst>
                  <a:ext uri="{FF2B5EF4-FFF2-40B4-BE49-F238E27FC236}">
                    <a16:creationId xmlns:a16="http://schemas.microsoft.com/office/drawing/2014/main" id="{52E5FF63-5FCE-4C6E-A7C5-715E90053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159"/>
                <a:ext cx="12" cy="23"/>
              </a:xfrm>
              <a:custGeom>
                <a:avLst/>
                <a:gdLst>
                  <a:gd name="T0" fmla="*/ 26 w 7"/>
                  <a:gd name="T1" fmla="*/ 0 h 12"/>
                  <a:gd name="T2" fmla="*/ 21 w 7"/>
                  <a:gd name="T3" fmla="*/ 44 h 12"/>
                  <a:gd name="T4" fmla="*/ 0 w 7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cubicBezTo>
                      <a:pt x="7" y="3"/>
                      <a:pt x="5" y="4"/>
                      <a:pt x="4" y="6"/>
                    </a:cubicBezTo>
                    <a:cubicBezTo>
                      <a:pt x="3" y="7"/>
                      <a:pt x="1" y="12"/>
                      <a:pt x="0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9" name="Freeform 2009">
                <a:extLst>
                  <a:ext uri="{FF2B5EF4-FFF2-40B4-BE49-F238E27FC236}">
                    <a16:creationId xmlns:a16="http://schemas.microsoft.com/office/drawing/2014/main" id="{48EBC5D1-7D68-4A40-95AE-B5A2BCF5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1142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0" name="Freeform 2010">
                <a:extLst>
                  <a:ext uri="{FF2B5EF4-FFF2-40B4-BE49-F238E27FC236}">
                    <a16:creationId xmlns:a16="http://schemas.microsoft.com/office/drawing/2014/main" id="{4C065120-8BA0-4A26-AD0B-43461CE6C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157"/>
                <a:ext cx="52" cy="43"/>
              </a:xfrm>
              <a:custGeom>
                <a:avLst/>
                <a:gdLst>
                  <a:gd name="T0" fmla="*/ 21 w 30"/>
                  <a:gd name="T1" fmla="*/ 0 h 23"/>
                  <a:gd name="T2" fmla="*/ 21 w 30"/>
                  <a:gd name="T3" fmla="*/ 39 h 23"/>
                  <a:gd name="T4" fmla="*/ 57 w 30"/>
                  <a:gd name="T5" fmla="*/ 73 h 23"/>
                  <a:gd name="T6" fmla="*/ 99 w 30"/>
                  <a:gd name="T7" fmla="*/ 120 h 23"/>
                  <a:gd name="T8" fmla="*/ 127 w 30"/>
                  <a:gd name="T9" fmla="*/ 129 h 23"/>
                  <a:gd name="T10" fmla="*/ 151 w 30"/>
                  <a:gd name="T11" fmla="*/ 112 h 23"/>
                  <a:gd name="T12" fmla="*/ 151 w 30"/>
                  <a:gd name="T13" fmla="*/ 77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3">
                    <a:moveTo>
                      <a:pt x="4" y="0"/>
                    </a:moveTo>
                    <a:cubicBezTo>
                      <a:pt x="1" y="2"/>
                      <a:pt x="0" y="5"/>
                      <a:pt x="4" y="6"/>
                    </a:cubicBezTo>
                    <a:cubicBezTo>
                      <a:pt x="7" y="7"/>
                      <a:pt x="9" y="9"/>
                      <a:pt x="11" y="11"/>
                    </a:cubicBezTo>
                    <a:cubicBezTo>
                      <a:pt x="14" y="13"/>
                      <a:pt x="17" y="15"/>
                      <a:pt x="19" y="18"/>
                    </a:cubicBezTo>
                    <a:cubicBezTo>
                      <a:pt x="20" y="20"/>
                      <a:pt x="22" y="23"/>
                      <a:pt x="24" y="20"/>
                    </a:cubicBezTo>
                    <a:cubicBezTo>
                      <a:pt x="26" y="19"/>
                      <a:pt x="27" y="18"/>
                      <a:pt x="29" y="17"/>
                    </a:cubicBezTo>
                    <a:cubicBezTo>
                      <a:pt x="30" y="16"/>
                      <a:pt x="30" y="13"/>
                      <a:pt x="29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1" name="Freeform 2011">
                <a:extLst>
                  <a:ext uri="{FF2B5EF4-FFF2-40B4-BE49-F238E27FC236}">
                    <a16:creationId xmlns:a16="http://schemas.microsoft.com/office/drawing/2014/main" id="{28E5935B-2E53-4CBA-953E-5C23601DD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168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2" name="Freeform 2012">
                <a:extLst>
                  <a:ext uri="{FF2B5EF4-FFF2-40B4-BE49-F238E27FC236}">
                    <a16:creationId xmlns:a16="http://schemas.microsoft.com/office/drawing/2014/main" id="{5309853C-8D55-4A96-B192-4EB43F92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195"/>
                <a:ext cx="14" cy="13"/>
              </a:xfrm>
              <a:custGeom>
                <a:avLst/>
                <a:gdLst>
                  <a:gd name="T0" fmla="*/ 33 w 8"/>
                  <a:gd name="T1" fmla="*/ 0 h 7"/>
                  <a:gd name="T2" fmla="*/ 21 w 8"/>
                  <a:gd name="T3" fmla="*/ 24 h 7"/>
                  <a:gd name="T4" fmla="*/ 0 w 8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8" y="2"/>
                      <a:pt x="5" y="3"/>
                      <a:pt x="4" y="4"/>
                    </a:cubicBezTo>
                    <a:cubicBezTo>
                      <a:pt x="3" y="5"/>
                      <a:pt x="2" y="7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3" name="Freeform 2013">
                <a:extLst>
                  <a:ext uri="{FF2B5EF4-FFF2-40B4-BE49-F238E27FC236}">
                    <a16:creationId xmlns:a16="http://schemas.microsoft.com/office/drawing/2014/main" id="{871887B3-8432-4A59-A9E8-A78303767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178"/>
                <a:ext cx="1" cy="5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4" name="Freeform 2014">
                <a:extLst>
                  <a:ext uri="{FF2B5EF4-FFF2-40B4-BE49-F238E27FC236}">
                    <a16:creationId xmlns:a16="http://schemas.microsoft.com/office/drawing/2014/main" id="{B0E3FCAD-35D8-480D-94A2-0D143C8CE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1157"/>
                <a:ext cx="1" cy="6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5" name="Freeform 2015">
                <a:extLst>
                  <a:ext uri="{FF2B5EF4-FFF2-40B4-BE49-F238E27FC236}">
                    <a16:creationId xmlns:a16="http://schemas.microsoft.com/office/drawing/2014/main" id="{98DF7711-1B81-456F-B4A8-96862E1AF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198"/>
                <a:ext cx="37" cy="58"/>
              </a:xfrm>
              <a:custGeom>
                <a:avLst/>
                <a:gdLst>
                  <a:gd name="T0" fmla="*/ 0 w 21"/>
                  <a:gd name="T1" fmla="*/ 7 h 31"/>
                  <a:gd name="T2" fmla="*/ 37 w 21"/>
                  <a:gd name="T3" fmla="*/ 60 h 31"/>
                  <a:gd name="T4" fmla="*/ 86 w 21"/>
                  <a:gd name="T5" fmla="*/ 125 h 31"/>
                  <a:gd name="T6" fmla="*/ 109 w 21"/>
                  <a:gd name="T7" fmla="*/ 189 h 31"/>
                  <a:gd name="T8" fmla="*/ 78 w 21"/>
                  <a:gd name="T9" fmla="*/ 20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1">
                    <a:moveTo>
                      <a:pt x="0" y="1"/>
                    </a:moveTo>
                    <a:cubicBezTo>
                      <a:pt x="3" y="0"/>
                      <a:pt x="5" y="7"/>
                      <a:pt x="7" y="9"/>
                    </a:cubicBezTo>
                    <a:cubicBezTo>
                      <a:pt x="10" y="13"/>
                      <a:pt x="13" y="16"/>
                      <a:pt x="16" y="19"/>
                    </a:cubicBezTo>
                    <a:cubicBezTo>
                      <a:pt x="18" y="21"/>
                      <a:pt x="21" y="27"/>
                      <a:pt x="20" y="29"/>
                    </a:cubicBezTo>
                    <a:cubicBezTo>
                      <a:pt x="19" y="30"/>
                      <a:pt x="15" y="31"/>
                      <a:pt x="14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6" name="Freeform 2016">
                <a:extLst>
                  <a:ext uri="{FF2B5EF4-FFF2-40B4-BE49-F238E27FC236}">
                    <a16:creationId xmlns:a16="http://schemas.microsoft.com/office/drawing/2014/main" id="{10E6FF4A-5DDB-4888-9802-AF29A73FB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183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0"/>
                      <a:pt x="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7" name="Freeform 2017">
                <a:extLst>
                  <a:ext uri="{FF2B5EF4-FFF2-40B4-BE49-F238E27FC236}">
                    <a16:creationId xmlns:a16="http://schemas.microsoft.com/office/drawing/2014/main" id="{F24DE00B-03E7-46F3-B3DF-AEE85CE3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228"/>
                <a:ext cx="19" cy="25"/>
              </a:xfrm>
              <a:custGeom>
                <a:avLst/>
                <a:gdLst>
                  <a:gd name="T0" fmla="*/ 50 w 11"/>
                  <a:gd name="T1" fmla="*/ 0 h 13"/>
                  <a:gd name="T2" fmla="*/ 57 w 11"/>
                  <a:gd name="T3" fmla="*/ 37 h 13"/>
                  <a:gd name="T4" fmla="*/ 36 w 11"/>
                  <a:gd name="T5" fmla="*/ 48 h 13"/>
                  <a:gd name="T6" fmla="*/ 0 w 11"/>
                  <a:gd name="T7" fmla="*/ 7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0" y="0"/>
                    </a:moveTo>
                    <a:cubicBezTo>
                      <a:pt x="10" y="1"/>
                      <a:pt x="11" y="4"/>
                      <a:pt x="11" y="5"/>
                    </a:cubicBezTo>
                    <a:cubicBezTo>
                      <a:pt x="10" y="6"/>
                      <a:pt x="8" y="7"/>
                      <a:pt x="7" y="7"/>
                    </a:cubicBezTo>
                    <a:cubicBezTo>
                      <a:pt x="5" y="9"/>
                      <a:pt x="3" y="13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8" name="Freeform 2018">
                <a:extLst>
                  <a:ext uri="{FF2B5EF4-FFF2-40B4-BE49-F238E27FC236}">
                    <a16:creationId xmlns:a16="http://schemas.microsoft.com/office/drawing/2014/main" id="{348289CF-36AD-455F-A235-E62619F51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198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8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9" name="Freeform 2019">
                <a:extLst>
                  <a:ext uri="{FF2B5EF4-FFF2-40B4-BE49-F238E27FC236}">
                    <a16:creationId xmlns:a16="http://schemas.microsoft.com/office/drawing/2014/main" id="{DCDDCA03-C826-41DB-832E-FED0A3063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251"/>
                <a:ext cx="37" cy="71"/>
              </a:xfrm>
              <a:custGeom>
                <a:avLst/>
                <a:gdLst>
                  <a:gd name="T0" fmla="*/ 78 w 21"/>
                  <a:gd name="T1" fmla="*/ 226 h 38"/>
                  <a:gd name="T2" fmla="*/ 115 w 21"/>
                  <a:gd name="T3" fmla="*/ 217 h 38"/>
                  <a:gd name="T4" fmla="*/ 102 w 21"/>
                  <a:gd name="T5" fmla="*/ 172 h 38"/>
                  <a:gd name="T6" fmla="*/ 93 w 21"/>
                  <a:gd name="T7" fmla="*/ 112 h 38"/>
                  <a:gd name="T8" fmla="*/ 33 w 21"/>
                  <a:gd name="T9" fmla="*/ 24 h 38"/>
                  <a:gd name="T10" fmla="*/ 21 w 21"/>
                  <a:gd name="T11" fmla="*/ 0 h 38"/>
                  <a:gd name="T12" fmla="*/ 0 w 21"/>
                  <a:gd name="T13" fmla="*/ 1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8">
                    <a:moveTo>
                      <a:pt x="14" y="35"/>
                    </a:moveTo>
                    <a:cubicBezTo>
                      <a:pt x="15" y="38"/>
                      <a:pt x="20" y="34"/>
                      <a:pt x="21" y="33"/>
                    </a:cubicBezTo>
                    <a:cubicBezTo>
                      <a:pt x="21" y="31"/>
                      <a:pt x="20" y="28"/>
                      <a:pt x="19" y="26"/>
                    </a:cubicBezTo>
                    <a:cubicBezTo>
                      <a:pt x="18" y="23"/>
                      <a:pt x="18" y="20"/>
                      <a:pt x="17" y="17"/>
                    </a:cubicBezTo>
                    <a:cubicBezTo>
                      <a:pt x="14" y="12"/>
                      <a:pt x="8" y="10"/>
                      <a:pt x="6" y="4"/>
                    </a:cubicBezTo>
                    <a:cubicBezTo>
                      <a:pt x="6" y="3"/>
                      <a:pt x="6" y="0"/>
                      <a:pt x="4" y="0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0" name="Freeform 2020">
                <a:extLst>
                  <a:ext uri="{FF2B5EF4-FFF2-40B4-BE49-F238E27FC236}">
                    <a16:creationId xmlns:a16="http://schemas.microsoft.com/office/drawing/2014/main" id="{126C59DC-5703-4C94-8ED4-CDEDFAD2B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172"/>
                <a:ext cx="10" cy="21"/>
              </a:xfrm>
              <a:custGeom>
                <a:avLst/>
                <a:gdLst>
                  <a:gd name="T0" fmla="*/ 20 w 6"/>
                  <a:gd name="T1" fmla="*/ 15 h 11"/>
                  <a:gd name="T2" fmla="*/ 28 w 6"/>
                  <a:gd name="T3" fmla="*/ 6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4" y="2"/>
                    </a:moveTo>
                    <a:cubicBezTo>
                      <a:pt x="0" y="0"/>
                      <a:pt x="1" y="11"/>
                      <a:pt x="6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1" name="Freeform 2021">
                <a:extLst>
                  <a:ext uri="{FF2B5EF4-FFF2-40B4-BE49-F238E27FC236}">
                    <a16:creationId xmlns:a16="http://schemas.microsoft.com/office/drawing/2014/main" id="{F20A3C24-B885-4AE2-9256-E5A7D33C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172"/>
                <a:ext cx="8" cy="4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0"/>
                      <a:pt x="1" y="0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2" name="Freeform 2022">
                <a:extLst>
                  <a:ext uri="{FF2B5EF4-FFF2-40B4-BE49-F238E27FC236}">
                    <a16:creationId xmlns:a16="http://schemas.microsoft.com/office/drawing/2014/main" id="{6E76AF66-0577-44DD-B767-413FFA726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1243"/>
                <a:ext cx="2" cy="11"/>
              </a:xfrm>
              <a:custGeom>
                <a:avLst/>
                <a:gdLst>
                  <a:gd name="T0" fmla="*/ 8 w 1"/>
                  <a:gd name="T1" fmla="*/ 0 h 6"/>
                  <a:gd name="T2" fmla="*/ 0 w 1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3" name="Freeform 2023">
                <a:extLst>
                  <a:ext uri="{FF2B5EF4-FFF2-40B4-BE49-F238E27FC236}">
                    <a16:creationId xmlns:a16="http://schemas.microsoft.com/office/drawing/2014/main" id="{5172BBBB-9250-4A08-9B61-62B382D13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301"/>
                <a:ext cx="21" cy="10"/>
              </a:xfrm>
              <a:custGeom>
                <a:avLst/>
                <a:gdLst>
                  <a:gd name="T0" fmla="*/ 0 w 12"/>
                  <a:gd name="T1" fmla="*/ 8 h 5"/>
                  <a:gd name="T2" fmla="*/ 37 w 12"/>
                  <a:gd name="T3" fmla="*/ 32 h 5"/>
                  <a:gd name="T4" fmla="*/ 65 w 12"/>
                  <a:gd name="T5" fmla="*/ 16 h 5"/>
                  <a:gd name="T6" fmla="*/ 65 w 1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1" y="4"/>
                      <a:pt x="4" y="5"/>
                      <a:pt x="7" y="4"/>
                    </a:cubicBezTo>
                    <a:cubicBezTo>
                      <a:pt x="8" y="4"/>
                      <a:pt x="9" y="3"/>
                      <a:pt x="12" y="2"/>
                    </a:cubicBezTo>
                    <a:cubicBezTo>
                      <a:pt x="12" y="1"/>
                      <a:pt x="12" y="0"/>
                      <a:pt x="1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4" name="Freeform 2024">
                <a:extLst>
                  <a:ext uri="{FF2B5EF4-FFF2-40B4-BE49-F238E27FC236}">
                    <a16:creationId xmlns:a16="http://schemas.microsoft.com/office/drawing/2014/main" id="{FF24BEAA-6339-4AF6-A414-A9A75F39D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180"/>
                <a:ext cx="52" cy="46"/>
              </a:xfrm>
              <a:custGeom>
                <a:avLst/>
                <a:gdLst>
                  <a:gd name="T0" fmla="*/ 156 w 30"/>
                  <a:gd name="T1" fmla="*/ 0 h 25"/>
                  <a:gd name="T2" fmla="*/ 107 w 30"/>
                  <a:gd name="T3" fmla="*/ 52 h 25"/>
                  <a:gd name="T4" fmla="*/ 69 w 30"/>
                  <a:gd name="T5" fmla="*/ 105 h 25"/>
                  <a:gd name="T6" fmla="*/ 36 w 30"/>
                  <a:gd name="T7" fmla="*/ 149 h 25"/>
                  <a:gd name="T8" fmla="*/ 0 w 30"/>
                  <a:gd name="T9" fmla="*/ 1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30" y="0"/>
                    </a:moveTo>
                    <a:cubicBezTo>
                      <a:pt x="26" y="1"/>
                      <a:pt x="23" y="5"/>
                      <a:pt x="21" y="8"/>
                    </a:cubicBezTo>
                    <a:cubicBezTo>
                      <a:pt x="18" y="11"/>
                      <a:pt x="15" y="14"/>
                      <a:pt x="13" y="17"/>
                    </a:cubicBezTo>
                    <a:cubicBezTo>
                      <a:pt x="11" y="19"/>
                      <a:pt x="10" y="23"/>
                      <a:pt x="7" y="24"/>
                    </a:cubicBezTo>
                    <a:cubicBezTo>
                      <a:pt x="3" y="25"/>
                      <a:pt x="3" y="24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5" name="Freeform 2025">
                <a:extLst>
                  <a:ext uri="{FF2B5EF4-FFF2-40B4-BE49-F238E27FC236}">
                    <a16:creationId xmlns:a16="http://schemas.microsoft.com/office/drawing/2014/main" id="{C77D914F-0C2C-4CC6-9E78-38AE76D92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1221"/>
                <a:ext cx="10" cy="17"/>
              </a:xfrm>
              <a:custGeom>
                <a:avLst/>
                <a:gdLst>
                  <a:gd name="T0" fmla="*/ 20 w 6"/>
                  <a:gd name="T1" fmla="*/ 0 h 9"/>
                  <a:gd name="T2" fmla="*/ 28 w 6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0" y="3"/>
                      <a:pt x="1" y="9"/>
                      <a:pt x="6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6" name="Freeform 2026">
                <a:extLst>
                  <a:ext uri="{FF2B5EF4-FFF2-40B4-BE49-F238E27FC236}">
                    <a16:creationId xmlns:a16="http://schemas.microsoft.com/office/drawing/2014/main" id="{E2904AC2-74FF-4646-8FCA-F445DAB03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226"/>
                <a:ext cx="55" cy="73"/>
              </a:xfrm>
              <a:custGeom>
                <a:avLst/>
                <a:gdLst>
                  <a:gd name="T0" fmla="*/ 145 w 31"/>
                  <a:gd name="T1" fmla="*/ 0 h 39"/>
                  <a:gd name="T2" fmla="*/ 130 w 31"/>
                  <a:gd name="T3" fmla="*/ 45 h 39"/>
                  <a:gd name="T4" fmla="*/ 66 w 31"/>
                  <a:gd name="T5" fmla="*/ 157 h 39"/>
                  <a:gd name="T6" fmla="*/ 35 w 31"/>
                  <a:gd name="T7" fmla="*/ 232 h 39"/>
                  <a:gd name="T8" fmla="*/ 0 w 31"/>
                  <a:gd name="T9" fmla="*/ 23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9">
                    <a:moveTo>
                      <a:pt x="26" y="0"/>
                    </a:moveTo>
                    <a:cubicBezTo>
                      <a:pt x="31" y="4"/>
                      <a:pt x="26" y="5"/>
                      <a:pt x="23" y="7"/>
                    </a:cubicBezTo>
                    <a:cubicBezTo>
                      <a:pt x="17" y="11"/>
                      <a:pt x="15" y="18"/>
                      <a:pt x="12" y="24"/>
                    </a:cubicBezTo>
                    <a:cubicBezTo>
                      <a:pt x="11" y="27"/>
                      <a:pt x="9" y="32"/>
                      <a:pt x="6" y="35"/>
                    </a:cubicBezTo>
                    <a:cubicBezTo>
                      <a:pt x="5" y="38"/>
                      <a:pt x="1" y="39"/>
                      <a:pt x="0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7" name="Freeform 2027">
                <a:extLst>
                  <a:ext uri="{FF2B5EF4-FFF2-40B4-BE49-F238E27FC236}">
                    <a16:creationId xmlns:a16="http://schemas.microsoft.com/office/drawing/2014/main" id="{2238CDCA-D985-466C-9122-2C44A78B3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294"/>
                <a:ext cx="14" cy="9"/>
              </a:xfrm>
              <a:custGeom>
                <a:avLst/>
                <a:gdLst>
                  <a:gd name="T0" fmla="*/ 16 w 8"/>
                  <a:gd name="T1" fmla="*/ 0 h 5"/>
                  <a:gd name="T2" fmla="*/ 44 w 8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0" y="3"/>
                      <a:pt x="8" y="5"/>
                      <a:pt x="8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8" name="Freeform 2028">
                <a:extLst>
                  <a:ext uri="{FF2B5EF4-FFF2-40B4-BE49-F238E27FC236}">
                    <a16:creationId xmlns:a16="http://schemas.microsoft.com/office/drawing/2014/main" id="{670877AA-8511-444A-BDA4-0B796300F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316"/>
                <a:ext cx="40" cy="107"/>
              </a:xfrm>
              <a:custGeom>
                <a:avLst/>
                <a:gdLst>
                  <a:gd name="T0" fmla="*/ 0 w 23"/>
                  <a:gd name="T1" fmla="*/ 0 h 57"/>
                  <a:gd name="T2" fmla="*/ 37 w 23"/>
                  <a:gd name="T3" fmla="*/ 60 h 57"/>
                  <a:gd name="T4" fmla="*/ 78 w 23"/>
                  <a:gd name="T5" fmla="*/ 225 h 57"/>
                  <a:gd name="T6" fmla="*/ 115 w 23"/>
                  <a:gd name="T7" fmla="*/ 345 h 57"/>
                  <a:gd name="T8" fmla="*/ 78 w 23"/>
                  <a:gd name="T9" fmla="*/ 34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7">
                    <a:moveTo>
                      <a:pt x="0" y="0"/>
                    </a:moveTo>
                    <a:cubicBezTo>
                      <a:pt x="5" y="0"/>
                      <a:pt x="5" y="5"/>
                      <a:pt x="7" y="9"/>
                    </a:cubicBezTo>
                    <a:cubicBezTo>
                      <a:pt x="9" y="17"/>
                      <a:pt x="12" y="26"/>
                      <a:pt x="15" y="34"/>
                    </a:cubicBezTo>
                    <a:cubicBezTo>
                      <a:pt x="16" y="39"/>
                      <a:pt x="23" y="46"/>
                      <a:pt x="22" y="52"/>
                    </a:cubicBezTo>
                    <a:cubicBezTo>
                      <a:pt x="21" y="55"/>
                      <a:pt x="17" y="57"/>
                      <a:pt x="15" y="5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9" name="Freeform 2029">
                <a:extLst>
                  <a:ext uri="{FF2B5EF4-FFF2-40B4-BE49-F238E27FC236}">
                    <a16:creationId xmlns:a16="http://schemas.microsoft.com/office/drawing/2014/main" id="{E6186887-2081-4ABF-8E11-B0E37E11E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311"/>
                <a:ext cx="5" cy="11"/>
              </a:xfrm>
              <a:custGeom>
                <a:avLst/>
                <a:gdLst>
                  <a:gd name="T0" fmla="*/ 13 w 3"/>
                  <a:gd name="T1" fmla="*/ 0 h 6"/>
                  <a:gd name="T2" fmla="*/ 5 w 3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4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0" name="Freeform 2030">
                <a:extLst>
                  <a:ext uri="{FF2B5EF4-FFF2-40B4-BE49-F238E27FC236}">
                    <a16:creationId xmlns:a16="http://schemas.microsoft.com/office/drawing/2014/main" id="{00CEAF80-66EE-4DA7-8056-26BB1E191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1399"/>
                <a:ext cx="23" cy="18"/>
              </a:xfrm>
              <a:custGeom>
                <a:avLst/>
                <a:gdLst>
                  <a:gd name="T0" fmla="*/ 0 w 13"/>
                  <a:gd name="T1" fmla="*/ 16 h 10"/>
                  <a:gd name="T2" fmla="*/ 65 w 1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3"/>
                    </a:moveTo>
                    <a:cubicBezTo>
                      <a:pt x="5" y="9"/>
                      <a:pt x="13" y="10"/>
                      <a:pt x="12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1" name="Freeform 2031">
                <a:extLst>
                  <a:ext uri="{FF2B5EF4-FFF2-40B4-BE49-F238E27FC236}">
                    <a16:creationId xmlns:a16="http://schemas.microsoft.com/office/drawing/2014/main" id="{746AFB6C-4AB0-4CD2-94F8-98985C755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1412"/>
                <a:ext cx="44" cy="103"/>
              </a:xfrm>
              <a:custGeom>
                <a:avLst/>
                <a:gdLst>
                  <a:gd name="T0" fmla="*/ 28 w 25"/>
                  <a:gd name="T1" fmla="*/ 0 h 55"/>
                  <a:gd name="T2" fmla="*/ 7 w 25"/>
                  <a:gd name="T3" fmla="*/ 0 h 55"/>
                  <a:gd name="T4" fmla="*/ 37 w 25"/>
                  <a:gd name="T5" fmla="*/ 73 h 55"/>
                  <a:gd name="T6" fmla="*/ 58 w 25"/>
                  <a:gd name="T7" fmla="*/ 189 h 55"/>
                  <a:gd name="T8" fmla="*/ 93 w 25"/>
                  <a:gd name="T9" fmla="*/ 316 h 55"/>
                  <a:gd name="T10" fmla="*/ 109 w 25"/>
                  <a:gd name="T11" fmla="*/ 354 h 55"/>
                  <a:gd name="T12" fmla="*/ 136 w 25"/>
                  <a:gd name="T13" fmla="*/ 346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55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3"/>
                      <a:pt x="6" y="8"/>
                      <a:pt x="7" y="11"/>
                    </a:cubicBezTo>
                    <a:cubicBezTo>
                      <a:pt x="9" y="17"/>
                      <a:pt x="9" y="23"/>
                      <a:pt x="11" y="29"/>
                    </a:cubicBezTo>
                    <a:cubicBezTo>
                      <a:pt x="13" y="35"/>
                      <a:pt x="15" y="41"/>
                      <a:pt x="17" y="48"/>
                    </a:cubicBezTo>
                    <a:cubicBezTo>
                      <a:pt x="17" y="51"/>
                      <a:pt x="17" y="53"/>
                      <a:pt x="20" y="54"/>
                    </a:cubicBezTo>
                    <a:cubicBezTo>
                      <a:pt x="22" y="55"/>
                      <a:pt x="24" y="55"/>
                      <a:pt x="25" y="5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2" name="Freeform 2032">
                <a:extLst>
                  <a:ext uri="{FF2B5EF4-FFF2-40B4-BE49-F238E27FC236}">
                    <a16:creationId xmlns:a16="http://schemas.microsoft.com/office/drawing/2014/main" id="{DA1FB710-7230-49B8-BE64-4D62FAD4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410"/>
                <a:ext cx="11" cy="7"/>
              </a:xfrm>
              <a:custGeom>
                <a:avLst/>
                <a:gdLst>
                  <a:gd name="T0" fmla="*/ 0 w 6"/>
                  <a:gd name="T1" fmla="*/ 0 h 4"/>
                  <a:gd name="T2" fmla="*/ 37 w 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4" y="2"/>
                      <a:pt x="6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3" name="Freeform 2033">
                <a:extLst>
                  <a:ext uri="{FF2B5EF4-FFF2-40B4-BE49-F238E27FC236}">
                    <a16:creationId xmlns:a16="http://schemas.microsoft.com/office/drawing/2014/main" id="{5B4DD899-ED2A-4E51-B272-57961EC40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417"/>
                <a:ext cx="7" cy="6"/>
              </a:xfrm>
              <a:custGeom>
                <a:avLst/>
                <a:gdLst>
                  <a:gd name="T0" fmla="*/ 0 w 4"/>
                  <a:gd name="T1" fmla="*/ 8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0"/>
                      <a:pt x="4" y="1"/>
                      <a:pt x="4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4" name="Freeform 2034">
                <a:extLst>
                  <a:ext uri="{FF2B5EF4-FFF2-40B4-BE49-F238E27FC236}">
                    <a16:creationId xmlns:a16="http://schemas.microsoft.com/office/drawing/2014/main" id="{145C1DBC-0243-4D62-B2B8-AB6FB91E2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1421"/>
                <a:ext cx="4" cy="7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0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5" name="Freeform 2035">
                <a:extLst>
                  <a:ext uri="{FF2B5EF4-FFF2-40B4-BE49-F238E27FC236}">
                    <a16:creationId xmlns:a16="http://schemas.microsoft.com/office/drawing/2014/main" id="{113FB5E1-2C4B-455B-B3C2-1E2F7314B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1496"/>
                <a:ext cx="22" cy="17"/>
              </a:xfrm>
              <a:custGeom>
                <a:avLst/>
                <a:gdLst>
                  <a:gd name="T0" fmla="*/ 58 w 13"/>
                  <a:gd name="T1" fmla="*/ 0 h 9"/>
                  <a:gd name="T2" fmla="*/ 29 w 13"/>
                  <a:gd name="T3" fmla="*/ 60 h 9"/>
                  <a:gd name="T4" fmla="*/ 0 w 13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2" y="0"/>
                    </a:moveTo>
                    <a:cubicBezTo>
                      <a:pt x="13" y="6"/>
                      <a:pt x="12" y="8"/>
                      <a:pt x="6" y="9"/>
                    </a:cubicBezTo>
                    <a:cubicBezTo>
                      <a:pt x="2" y="9"/>
                      <a:pt x="1" y="7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6" name="Freeform 2036">
                <a:extLst>
                  <a:ext uri="{FF2B5EF4-FFF2-40B4-BE49-F238E27FC236}">
                    <a16:creationId xmlns:a16="http://schemas.microsoft.com/office/drawing/2014/main" id="{D0A7C0BF-97DC-4EEA-B831-942714A28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509"/>
                <a:ext cx="28" cy="142"/>
              </a:xfrm>
              <a:custGeom>
                <a:avLst/>
                <a:gdLst>
                  <a:gd name="T0" fmla="*/ 7 w 16"/>
                  <a:gd name="T1" fmla="*/ 0 h 76"/>
                  <a:gd name="T2" fmla="*/ 21 w 16"/>
                  <a:gd name="T3" fmla="*/ 144 h 76"/>
                  <a:gd name="T4" fmla="*/ 33 w 16"/>
                  <a:gd name="T5" fmla="*/ 321 h 76"/>
                  <a:gd name="T6" fmla="*/ 86 w 16"/>
                  <a:gd name="T7" fmla="*/ 471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6">
                    <a:moveTo>
                      <a:pt x="1" y="0"/>
                    </a:moveTo>
                    <a:cubicBezTo>
                      <a:pt x="0" y="7"/>
                      <a:pt x="3" y="15"/>
                      <a:pt x="4" y="22"/>
                    </a:cubicBezTo>
                    <a:cubicBezTo>
                      <a:pt x="6" y="31"/>
                      <a:pt x="6" y="40"/>
                      <a:pt x="6" y="49"/>
                    </a:cubicBezTo>
                    <a:cubicBezTo>
                      <a:pt x="6" y="55"/>
                      <a:pt x="4" y="76"/>
                      <a:pt x="16" y="7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7" name="Freeform 2037">
                <a:extLst>
                  <a:ext uri="{FF2B5EF4-FFF2-40B4-BE49-F238E27FC236}">
                    <a16:creationId xmlns:a16="http://schemas.microsoft.com/office/drawing/2014/main" id="{3A3ECAED-D9AB-448F-8620-4165BFF74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621"/>
                <a:ext cx="18" cy="28"/>
              </a:xfrm>
              <a:custGeom>
                <a:avLst/>
                <a:gdLst>
                  <a:gd name="T0" fmla="*/ 58 w 10"/>
                  <a:gd name="T1" fmla="*/ 0 h 15"/>
                  <a:gd name="T2" fmla="*/ 0 w 10"/>
                  <a:gd name="T3" fmla="*/ 7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10" y="0"/>
                    </a:moveTo>
                    <a:cubicBezTo>
                      <a:pt x="10" y="6"/>
                      <a:pt x="9" y="1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8" name="Freeform 2038">
                <a:extLst>
                  <a:ext uri="{FF2B5EF4-FFF2-40B4-BE49-F238E27FC236}">
                    <a16:creationId xmlns:a16="http://schemas.microsoft.com/office/drawing/2014/main" id="{8B0B64A3-0E4C-4AA4-948D-152C93A40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642"/>
                <a:ext cx="12" cy="123"/>
              </a:xfrm>
              <a:custGeom>
                <a:avLst/>
                <a:gdLst>
                  <a:gd name="T0" fmla="*/ 36 w 7"/>
                  <a:gd name="T1" fmla="*/ 0 h 66"/>
                  <a:gd name="T2" fmla="*/ 5 w 7"/>
                  <a:gd name="T3" fmla="*/ 0 h 66"/>
                  <a:gd name="T4" fmla="*/ 15 w 7"/>
                  <a:gd name="T5" fmla="*/ 112 h 66"/>
                  <a:gd name="T6" fmla="*/ 21 w 7"/>
                  <a:gd name="T7" fmla="*/ 261 h 66"/>
                  <a:gd name="T8" fmla="*/ 5 w 7"/>
                  <a:gd name="T9" fmla="*/ 382 h 66"/>
                  <a:gd name="T10" fmla="*/ 36 w 7"/>
                  <a:gd name="T11" fmla="*/ 427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6">
                    <a:moveTo>
                      <a:pt x="7" y="0"/>
                    </a:moveTo>
                    <a:cubicBezTo>
                      <a:pt x="5" y="0"/>
                      <a:pt x="3" y="0"/>
                      <a:pt x="1" y="0"/>
                    </a:cubicBezTo>
                    <a:cubicBezTo>
                      <a:pt x="0" y="5"/>
                      <a:pt x="3" y="12"/>
                      <a:pt x="3" y="17"/>
                    </a:cubicBezTo>
                    <a:cubicBezTo>
                      <a:pt x="4" y="25"/>
                      <a:pt x="5" y="32"/>
                      <a:pt x="4" y="40"/>
                    </a:cubicBezTo>
                    <a:cubicBezTo>
                      <a:pt x="3" y="46"/>
                      <a:pt x="1" y="53"/>
                      <a:pt x="1" y="59"/>
                    </a:cubicBezTo>
                    <a:cubicBezTo>
                      <a:pt x="1" y="63"/>
                      <a:pt x="3" y="65"/>
                      <a:pt x="7" y="6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9" name="Freeform 2039">
                <a:extLst>
                  <a:ext uri="{FF2B5EF4-FFF2-40B4-BE49-F238E27FC236}">
                    <a16:creationId xmlns:a16="http://schemas.microsoft.com/office/drawing/2014/main" id="{1E20DC31-D7EB-498F-973C-B332444A1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1747"/>
                <a:ext cx="22" cy="15"/>
              </a:xfrm>
              <a:custGeom>
                <a:avLst/>
                <a:gdLst>
                  <a:gd name="T0" fmla="*/ 63 w 13"/>
                  <a:gd name="T1" fmla="*/ 0 h 8"/>
                  <a:gd name="T2" fmla="*/ 29 w 13"/>
                  <a:gd name="T3" fmla="*/ 53 h 8"/>
                  <a:gd name="T4" fmla="*/ 0 w 13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cubicBezTo>
                      <a:pt x="11" y="6"/>
                      <a:pt x="12" y="8"/>
                      <a:pt x="6" y="8"/>
                    </a:cubicBezTo>
                    <a:cubicBezTo>
                      <a:pt x="3" y="8"/>
                      <a:pt x="1" y="8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0" name="Freeform 2040">
                <a:extLst>
                  <a:ext uri="{FF2B5EF4-FFF2-40B4-BE49-F238E27FC236}">
                    <a16:creationId xmlns:a16="http://schemas.microsoft.com/office/drawing/2014/main" id="{E8913F77-46F2-4449-8E1E-512053681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644"/>
                <a:ext cx="11" cy="9"/>
              </a:xfrm>
              <a:custGeom>
                <a:avLst/>
                <a:gdLst>
                  <a:gd name="T0" fmla="*/ 37 w 6"/>
                  <a:gd name="T1" fmla="*/ 0 h 5"/>
                  <a:gd name="T2" fmla="*/ 0 w 6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3" y="0"/>
                      <a:pt x="1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1" name="Freeform 2041">
                <a:extLst>
                  <a:ext uri="{FF2B5EF4-FFF2-40B4-BE49-F238E27FC236}">
                    <a16:creationId xmlns:a16="http://schemas.microsoft.com/office/drawing/2014/main" id="{00E19F77-AE22-45E2-A3AC-FA44729D5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1762"/>
                <a:ext cx="7" cy="7"/>
              </a:xfrm>
              <a:custGeom>
                <a:avLst/>
                <a:gdLst>
                  <a:gd name="T0" fmla="*/ 21 w 4"/>
                  <a:gd name="T1" fmla="*/ 0 h 4"/>
                  <a:gd name="T2" fmla="*/ 0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1" y="0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2" name="Freeform 2042">
                <a:extLst>
                  <a:ext uri="{FF2B5EF4-FFF2-40B4-BE49-F238E27FC236}">
                    <a16:creationId xmlns:a16="http://schemas.microsoft.com/office/drawing/2014/main" id="{3558E597-8026-41F6-A5F2-562124563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762"/>
                <a:ext cx="51" cy="134"/>
              </a:xfrm>
              <a:custGeom>
                <a:avLst/>
                <a:gdLst>
                  <a:gd name="T0" fmla="*/ 130 w 29"/>
                  <a:gd name="T1" fmla="*/ 0 h 72"/>
                  <a:gd name="T2" fmla="*/ 121 w 29"/>
                  <a:gd name="T3" fmla="*/ 117 h 72"/>
                  <a:gd name="T4" fmla="*/ 102 w 29"/>
                  <a:gd name="T5" fmla="*/ 212 h 72"/>
                  <a:gd name="T6" fmla="*/ 98 w 29"/>
                  <a:gd name="T7" fmla="*/ 290 h 72"/>
                  <a:gd name="T8" fmla="*/ 0 w 29"/>
                  <a:gd name="T9" fmla="*/ 40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72">
                    <a:moveTo>
                      <a:pt x="24" y="0"/>
                    </a:moveTo>
                    <a:cubicBezTo>
                      <a:pt x="29" y="1"/>
                      <a:pt x="23" y="15"/>
                      <a:pt x="22" y="18"/>
                    </a:cubicBezTo>
                    <a:cubicBezTo>
                      <a:pt x="21" y="23"/>
                      <a:pt x="20" y="28"/>
                      <a:pt x="19" y="33"/>
                    </a:cubicBezTo>
                    <a:cubicBezTo>
                      <a:pt x="19" y="37"/>
                      <a:pt x="19" y="41"/>
                      <a:pt x="18" y="45"/>
                    </a:cubicBezTo>
                    <a:cubicBezTo>
                      <a:pt x="17" y="50"/>
                      <a:pt x="9" y="72"/>
                      <a:pt x="0" y="6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3" name="Freeform 2043">
                <a:extLst>
                  <a:ext uri="{FF2B5EF4-FFF2-40B4-BE49-F238E27FC236}">
                    <a16:creationId xmlns:a16="http://schemas.microsoft.com/office/drawing/2014/main" id="{1CAAF9F7-CCC1-4ADF-861E-41E131443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1868"/>
                <a:ext cx="13" cy="23"/>
              </a:xfrm>
              <a:custGeom>
                <a:avLst/>
                <a:gdLst>
                  <a:gd name="T0" fmla="*/ 7 w 7"/>
                  <a:gd name="T1" fmla="*/ 0 h 12"/>
                  <a:gd name="T2" fmla="*/ 45 w 7"/>
                  <a:gd name="T3" fmla="*/ 77 h 12"/>
                  <a:gd name="T4" fmla="*/ 45 w 7"/>
                  <a:gd name="T5" fmla="*/ 6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1" y="0"/>
                    </a:moveTo>
                    <a:cubicBezTo>
                      <a:pt x="1" y="5"/>
                      <a:pt x="0" y="12"/>
                      <a:pt x="7" y="11"/>
                    </a:cubicBezTo>
                    <a:cubicBezTo>
                      <a:pt x="7" y="11"/>
                      <a:pt x="7" y="11"/>
                      <a:pt x="7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4" name="Freeform 2044">
                <a:extLst>
                  <a:ext uri="{FF2B5EF4-FFF2-40B4-BE49-F238E27FC236}">
                    <a16:creationId xmlns:a16="http://schemas.microsoft.com/office/drawing/2014/main" id="{2EC3C37E-A96D-47DB-A3A4-39A03BAAF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762"/>
                <a:ext cx="7" cy="11"/>
              </a:xfrm>
              <a:custGeom>
                <a:avLst/>
                <a:gdLst>
                  <a:gd name="T0" fmla="*/ 0 w 4"/>
                  <a:gd name="T1" fmla="*/ 37 h 6"/>
                  <a:gd name="T2" fmla="*/ 21 w 4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3"/>
                      <a:pt x="1" y="0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5" name="Freeform 2045">
                <a:extLst>
                  <a:ext uri="{FF2B5EF4-FFF2-40B4-BE49-F238E27FC236}">
                    <a16:creationId xmlns:a16="http://schemas.microsoft.com/office/drawing/2014/main" id="{3B30B94A-5CDF-43A9-8AEA-9F3D3E832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879"/>
                <a:ext cx="69" cy="120"/>
              </a:xfrm>
              <a:custGeom>
                <a:avLst/>
                <a:gdLst>
                  <a:gd name="T0" fmla="*/ 179 w 39"/>
                  <a:gd name="T1" fmla="*/ 15 h 64"/>
                  <a:gd name="T2" fmla="*/ 182 w 39"/>
                  <a:gd name="T3" fmla="*/ 81 h 64"/>
                  <a:gd name="T4" fmla="*/ 110 w 39"/>
                  <a:gd name="T5" fmla="*/ 233 h 64"/>
                  <a:gd name="T6" fmla="*/ 57 w 39"/>
                  <a:gd name="T7" fmla="*/ 390 h 64"/>
                  <a:gd name="T8" fmla="*/ 0 w 39"/>
                  <a:gd name="T9" fmla="*/ 36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2" y="2"/>
                    </a:moveTo>
                    <a:cubicBezTo>
                      <a:pt x="39" y="0"/>
                      <a:pt x="34" y="10"/>
                      <a:pt x="33" y="12"/>
                    </a:cubicBezTo>
                    <a:cubicBezTo>
                      <a:pt x="28" y="19"/>
                      <a:pt x="23" y="27"/>
                      <a:pt x="20" y="35"/>
                    </a:cubicBezTo>
                    <a:cubicBezTo>
                      <a:pt x="17" y="42"/>
                      <a:pt x="15" y="53"/>
                      <a:pt x="10" y="59"/>
                    </a:cubicBezTo>
                    <a:cubicBezTo>
                      <a:pt x="6" y="64"/>
                      <a:pt x="3" y="60"/>
                      <a:pt x="0" y="5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6" name="Freeform 2046">
                <a:extLst>
                  <a:ext uri="{FF2B5EF4-FFF2-40B4-BE49-F238E27FC236}">
                    <a16:creationId xmlns:a16="http://schemas.microsoft.com/office/drawing/2014/main" id="{719752BF-1FC1-4E45-9E1C-D0A17D58E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883"/>
                <a:ext cx="5" cy="4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7" name="Freeform 2047">
                <a:extLst>
                  <a:ext uri="{FF2B5EF4-FFF2-40B4-BE49-F238E27FC236}">
                    <a16:creationId xmlns:a16="http://schemas.microsoft.com/office/drawing/2014/main" id="{4C80C87D-B7FB-4075-885B-5A2D21DB1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988"/>
                <a:ext cx="21" cy="20"/>
              </a:xfrm>
              <a:custGeom>
                <a:avLst/>
                <a:gdLst>
                  <a:gd name="T0" fmla="*/ 21 w 12"/>
                  <a:gd name="T1" fmla="*/ 0 h 11"/>
                  <a:gd name="T2" fmla="*/ 65 w 12"/>
                  <a:gd name="T3" fmla="*/ 3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4" y="0"/>
                    </a:moveTo>
                    <a:cubicBezTo>
                      <a:pt x="0" y="7"/>
                      <a:pt x="12" y="11"/>
                      <a:pt x="12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8" name="Freeform 2048">
                <a:extLst>
                  <a:ext uri="{FF2B5EF4-FFF2-40B4-BE49-F238E27FC236}">
                    <a16:creationId xmlns:a16="http://schemas.microsoft.com/office/drawing/2014/main" id="{658C0991-A33A-4D59-BE37-76896F8D8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994"/>
                <a:ext cx="55" cy="93"/>
              </a:xfrm>
              <a:custGeom>
                <a:avLst/>
                <a:gdLst>
                  <a:gd name="T0" fmla="*/ 174 w 31"/>
                  <a:gd name="T1" fmla="*/ 13 h 50"/>
                  <a:gd name="T2" fmla="*/ 158 w 31"/>
                  <a:gd name="T3" fmla="*/ 7 h 50"/>
                  <a:gd name="T4" fmla="*/ 62 w 31"/>
                  <a:gd name="T5" fmla="*/ 201 h 50"/>
                  <a:gd name="T6" fmla="*/ 12 w 31"/>
                  <a:gd name="T7" fmla="*/ 290 h 50"/>
                  <a:gd name="T8" fmla="*/ 12 w 31"/>
                  <a:gd name="T9" fmla="*/ 314 h 50"/>
                  <a:gd name="T10" fmla="*/ 37 w 31"/>
                  <a:gd name="T11" fmla="*/ 32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50">
                    <a:moveTo>
                      <a:pt x="31" y="2"/>
                    </a:moveTo>
                    <a:cubicBezTo>
                      <a:pt x="30" y="1"/>
                      <a:pt x="29" y="0"/>
                      <a:pt x="28" y="1"/>
                    </a:cubicBezTo>
                    <a:cubicBezTo>
                      <a:pt x="27" y="13"/>
                      <a:pt x="19" y="22"/>
                      <a:pt x="11" y="31"/>
                    </a:cubicBezTo>
                    <a:cubicBezTo>
                      <a:pt x="8" y="35"/>
                      <a:pt x="3" y="39"/>
                      <a:pt x="2" y="45"/>
                    </a:cubicBezTo>
                    <a:cubicBezTo>
                      <a:pt x="1" y="47"/>
                      <a:pt x="0" y="47"/>
                      <a:pt x="2" y="49"/>
                    </a:cubicBezTo>
                    <a:cubicBezTo>
                      <a:pt x="4" y="50"/>
                      <a:pt x="6" y="50"/>
                      <a:pt x="7" y="5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9" name="Freeform 2049">
                <a:extLst>
                  <a:ext uri="{FF2B5EF4-FFF2-40B4-BE49-F238E27FC236}">
                    <a16:creationId xmlns:a16="http://schemas.microsoft.com/office/drawing/2014/main" id="{7DDA832E-490B-45A6-80AA-CF9ECDCC3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053"/>
                <a:ext cx="16" cy="21"/>
              </a:xfrm>
              <a:custGeom>
                <a:avLst/>
                <a:gdLst>
                  <a:gd name="T0" fmla="*/ 50 w 9"/>
                  <a:gd name="T1" fmla="*/ 55 h 11"/>
                  <a:gd name="T2" fmla="*/ 7 w 9"/>
                  <a:gd name="T3" fmla="*/ 55 h 11"/>
                  <a:gd name="T4" fmla="*/ 0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9" y="8"/>
                    </a:moveTo>
                    <a:cubicBezTo>
                      <a:pt x="6" y="9"/>
                      <a:pt x="3" y="11"/>
                      <a:pt x="1" y="8"/>
                    </a:cubicBezTo>
                    <a:cubicBezTo>
                      <a:pt x="0" y="7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0" name="Freeform 2050">
                <a:extLst>
                  <a:ext uri="{FF2B5EF4-FFF2-40B4-BE49-F238E27FC236}">
                    <a16:creationId xmlns:a16="http://schemas.microsoft.com/office/drawing/2014/main" id="{A3F1553A-EC5A-432F-938B-8872D0DEE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1988"/>
                <a:ext cx="7" cy="4"/>
              </a:xfrm>
              <a:custGeom>
                <a:avLst/>
                <a:gdLst>
                  <a:gd name="T0" fmla="*/ 21 w 4"/>
                  <a:gd name="T1" fmla="*/ 8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1" name="Freeform 2051">
                <a:extLst>
                  <a:ext uri="{FF2B5EF4-FFF2-40B4-BE49-F238E27FC236}">
                    <a16:creationId xmlns:a16="http://schemas.microsoft.com/office/drawing/2014/main" id="{63AAC6C1-0F71-4AB5-A73B-B970E9737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063"/>
                <a:ext cx="9" cy="2"/>
              </a:xfrm>
              <a:custGeom>
                <a:avLst/>
                <a:gdLst>
                  <a:gd name="T0" fmla="*/ 29 w 5"/>
                  <a:gd name="T1" fmla="*/ 0 h 1"/>
                  <a:gd name="T2" fmla="*/ 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2" name="Freeform 2052">
                <a:extLst>
                  <a:ext uri="{FF2B5EF4-FFF2-40B4-BE49-F238E27FC236}">
                    <a16:creationId xmlns:a16="http://schemas.microsoft.com/office/drawing/2014/main" id="{4124611F-0075-47CC-B1CF-98CBDF234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068"/>
                <a:ext cx="83" cy="58"/>
              </a:xfrm>
              <a:custGeom>
                <a:avLst/>
                <a:gdLst>
                  <a:gd name="T0" fmla="*/ 260 w 47"/>
                  <a:gd name="T1" fmla="*/ 0 h 31"/>
                  <a:gd name="T2" fmla="*/ 192 w 47"/>
                  <a:gd name="T3" fmla="*/ 73 h 31"/>
                  <a:gd name="T4" fmla="*/ 94 w 47"/>
                  <a:gd name="T5" fmla="*/ 150 h 31"/>
                  <a:gd name="T6" fmla="*/ 28 w 47"/>
                  <a:gd name="T7" fmla="*/ 178 h 31"/>
                  <a:gd name="T8" fmla="*/ 16 w 47"/>
                  <a:gd name="T9" fmla="*/ 1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47" y="0"/>
                    </a:moveTo>
                    <a:cubicBezTo>
                      <a:pt x="43" y="4"/>
                      <a:pt x="40" y="8"/>
                      <a:pt x="35" y="11"/>
                    </a:cubicBezTo>
                    <a:cubicBezTo>
                      <a:pt x="29" y="15"/>
                      <a:pt x="23" y="19"/>
                      <a:pt x="17" y="23"/>
                    </a:cubicBezTo>
                    <a:cubicBezTo>
                      <a:pt x="13" y="25"/>
                      <a:pt x="9" y="31"/>
                      <a:pt x="5" y="27"/>
                    </a:cubicBezTo>
                    <a:cubicBezTo>
                      <a:pt x="3" y="26"/>
                      <a:pt x="0" y="19"/>
                      <a:pt x="3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3" name="Freeform 2053">
                <a:extLst>
                  <a:ext uri="{FF2B5EF4-FFF2-40B4-BE49-F238E27FC236}">
                    <a16:creationId xmlns:a16="http://schemas.microsoft.com/office/drawing/2014/main" id="{6167AF6C-C309-4356-8159-CBDE34643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121"/>
                <a:ext cx="17" cy="18"/>
              </a:xfrm>
              <a:custGeom>
                <a:avLst/>
                <a:gdLst>
                  <a:gd name="T0" fmla="*/ 20 w 10"/>
                  <a:gd name="T1" fmla="*/ 7 h 10"/>
                  <a:gd name="T2" fmla="*/ 49 w 10"/>
                  <a:gd name="T3" fmla="*/ 4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4" y="1"/>
                    </a:moveTo>
                    <a:cubicBezTo>
                      <a:pt x="0" y="0"/>
                      <a:pt x="5" y="10"/>
                      <a:pt x="1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4" name="Freeform 2054">
                <a:extLst>
                  <a:ext uri="{FF2B5EF4-FFF2-40B4-BE49-F238E27FC236}">
                    <a16:creationId xmlns:a16="http://schemas.microsoft.com/office/drawing/2014/main" id="{0845ABE0-B47A-49D4-BED3-EF28EED6C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115"/>
                <a:ext cx="79" cy="43"/>
              </a:xfrm>
              <a:custGeom>
                <a:avLst/>
                <a:gdLst>
                  <a:gd name="T0" fmla="*/ 244 w 45"/>
                  <a:gd name="T1" fmla="*/ 21 h 23"/>
                  <a:gd name="T2" fmla="*/ 0 w 45"/>
                  <a:gd name="T3" fmla="*/ 1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3">
                    <a:moveTo>
                      <a:pt x="45" y="3"/>
                    </a:moveTo>
                    <a:cubicBezTo>
                      <a:pt x="36" y="0"/>
                      <a:pt x="0" y="23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5" name="Freeform 2055">
                <a:extLst>
                  <a:ext uri="{FF2B5EF4-FFF2-40B4-BE49-F238E27FC236}">
                    <a16:creationId xmlns:a16="http://schemas.microsoft.com/office/drawing/2014/main" id="{4A7A4B1A-8553-42FA-BBBB-53B35CCEE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136"/>
                <a:ext cx="11" cy="20"/>
              </a:xfrm>
              <a:custGeom>
                <a:avLst/>
                <a:gdLst>
                  <a:gd name="T0" fmla="*/ 24 w 6"/>
                  <a:gd name="T1" fmla="*/ 0 h 11"/>
                  <a:gd name="T2" fmla="*/ 20 w 6"/>
                  <a:gd name="T3" fmla="*/ 65 h 11"/>
                  <a:gd name="T4" fmla="*/ 37 w 6"/>
                  <a:gd name="T5" fmla="*/ 6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cubicBezTo>
                      <a:pt x="0" y="2"/>
                      <a:pt x="3" y="6"/>
                      <a:pt x="3" y="11"/>
                    </a:cubicBezTo>
                    <a:cubicBezTo>
                      <a:pt x="4" y="11"/>
                      <a:pt x="5" y="11"/>
                      <a:pt x="6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6" name="Freeform 2056">
                <a:extLst>
                  <a:ext uri="{FF2B5EF4-FFF2-40B4-BE49-F238E27FC236}">
                    <a16:creationId xmlns:a16="http://schemas.microsoft.com/office/drawing/2014/main" id="{3233DE13-FEC9-49EC-8481-43FF0054A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132"/>
                <a:ext cx="4" cy="11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7" name="Freeform 2057">
                <a:extLst>
                  <a:ext uri="{FF2B5EF4-FFF2-40B4-BE49-F238E27FC236}">
                    <a16:creationId xmlns:a16="http://schemas.microsoft.com/office/drawing/2014/main" id="{94168C90-34E6-40B7-8AFF-86E020500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085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8" name="Freeform 2058">
                <a:extLst>
                  <a:ext uri="{FF2B5EF4-FFF2-40B4-BE49-F238E27FC236}">
                    <a16:creationId xmlns:a16="http://schemas.microsoft.com/office/drawing/2014/main" id="{9DF61719-3A98-4ECE-ACCC-34E457510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001"/>
                <a:ext cx="7" cy="7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2"/>
                      <a:pt x="4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9" name="Freeform 2059">
                <a:extLst>
                  <a:ext uri="{FF2B5EF4-FFF2-40B4-BE49-F238E27FC236}">
                    <a16:creationId xmlns:a16="http://schemas.microsoft.com/office/drawing/2014/main" id="{9F58B1FB-5DEA-4707-95D4-5CBFE25ED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889"/>
                <a:ext cx="4" cy="9"/>
              </a:xfrm>
              <a:custGeom>
                <a:avLst/>
                <a:gdLst>
                  <a:gd name="T0" fmla="*/ 0 w 2"/>
                  <a:gd name="T1" fmla="*/ 0 h 5"/>
                  <a:gd name="T2" fmla="*/ 16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2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0" name="Freeform 2060">
                <a:extLst>
                  <a:ext uri="{FF2B5EF4-FFF2-40B4-BE49-F238E27FC236}">
                    <a16:creationId xmlns:a16="http://schemas.microsoft.com/office/drawing/2014/main" id="{C0359D90-64A2-42B2-869E-121FD6EF9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098"/>
                <a:ext cx="86" cy="43"/>
              </a:xfrm>
              <a:custGeom>
                <a:avLst/>
                <a:gdLst>
                  <a:gd name="T0" fmla="*/ 265 w 49"/>
                  <a:gd name="T1" fmla="*/ 112 h 23"/>
                  <a:gd name="T2" fmla="*/ 58 w 4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3">
                    <a:moveTo>
                      <a:pt x="49" y="17"/>
                    </a:moveTo>
                    <a:cubicBezTo>
                      <a:pt x="48" y="23"/>
                      <a:pt x="0" y="14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1" name="Freeform 2061">
                <a:extLst>
                  <a:ext uri="{FF2B5EF4-FFF2-40B4-BE49-F238E27FC236}">
                    <a16:creationId xmlns:a16="http://schemas.microsoft.com/office/drawing/2014/main" id="{AFC76CEA-102B-41C5-9C50-2EF0259FE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113"/>
                <a:ext cx="12" cy="21"/>
              </a:xfrm>
              <a:custGeom>
                <a:avLst/>
                <a:gdLst>
                  <a:gd name="T0" fmla="*/ 36 w 7"/>
                  <a:gd name="T1" fmla="*/ 15 h 11"/>
                  <a:gd name="T2" fmla="*/ 21 w 7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2"/>
                    </a:moveTo>
                    <a:cubicBezTo>
                      <a:pt x="1" y="0"/>
                      <a:pt x="0" y="8"/>
                      <a:pt x="4" y="1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2" name="Freeform 2062">
                <a:extLst>
                  <a:ext uri="{FF2B5EF4-FFF2-40B4-BE49-F238E27FC236}">
                    <a16:creationId xmlns:a16="http://schemas.microsoft.com/office/drawing/2014/main" id="{469A9FE3-8AD2-41FD-9191-C909D5633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149"/>
                <a:ext cx="7" cy="9"/>
              </a:xfrm>
              <a:custGeom>
                <a:avLst/>
                <a:gdLst>
                  <a:gd name="T0" fmla="*/ 21 w 4"/>
                  <a:gd name="T1" fmla="*/ 0 h 5"/>
                  <a:gd name="T2" fmla="*/ 0 w 4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4" y="2"/>
                      <a:pt x="2" y="4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3" name="Freeform 2063">
                <a:extLst>
                  <a:ext uri="{FF2B5EF4-FFF2-40B4-BE49-F238E27FC236}">
                    <a16:creationId xmlns:a16="http://schemas.microsoft.com/office/drawing/2014/main" id="{706D37A5-53B1-49B5-87F5-3D633FD24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134"/>
                <a:ext cx="9" cy="7"/>
              </a:xfrm>
              <a:custGeom>
                <a:avLst/>
                <a:gdLst>
                  <a:gd name="T0" fmla="*/ 0 w 5"/>
                  <a:gd name="T1" fmla="*/ 0 h 4"/>
                  <a:gd name="T2" fmla="*/ 29 w 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0"/>
                      <a:pt x="4" y="2"/>
                      <a:pt x="5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4" name="Freeform 2064">
                <a:extLst>
                  <a:ext uri="{FF2B5EF4-FFF2-40B4-BE49-F238E27FC236}">
                    <a16:creationId xmlns:a16="http://schemas.microsoft.com/office/drawing/2014/main" id="{B5963130-1B62-476D-AC59-C09C23035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46"/>
                <a:ext cx="75" cy="71"/>
              </a:xfrm>
              <a:custGeom>
                <a:avLst/>
                <a:gdLst>
                  <a:gd name="T0" fmla="*/ 222 w 43"/>
                  <a:gd name="T1" fmla="*/ 202 h 38"/>
                  <a:gd name="T2" fmla="*/ 164 w 43"/>
                  <a:gd name="T3" fmla="*/ 181 h 38"/>
                  <a:gd name="T4" fmla="*/ 91 w 43"/>
                  <a:gd name="T5" fmla="*/ 112 h 38"/>
                  <a:gd name="T6" fmla="*/ 58 w 4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8">
                    <a:moveTo>
                      <a:pt x="42" y="31"/>
                    </a:moveTo>
                    <a:cubicBezTo>
                      <a:pt x="43" y="38"/>
                      <a:pt x="33" y="29"/>
                      <a:pt x="31" y="28"/>
                    </a:cubicBezTo>
                    <a:cubicBezTo>
                      <a:pt x="25" y="24"/>
                      <a:pt x="21" y="22"/>
                      <a:pt x="17" y="17"/>
                    </a:cubicBezTo>
                    <a:cubicBezTo>
                      <a:pt x="15" y="15"/>
                      <a:pt x="0" y="1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5" name="Freeform 2065">
                <a:extLst>
                  <a:ext uri="{FF2B5EF4-FFF2-40B4-BE49-F238E27FC236}">
                    <a16:creationId xmlns:a16="http://schemas.microsoft.com/office/drawing/2014/main" id="{7CBB4D12-DA29-4452-8B26-DC75C4E74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53"/>
                <a:ext cx="14" cy="12"/>
              </a:xfrm>
              <a:custGeom>
                <a:avLst/>
                <a:gdLst>
                  <a:gd name="T0" fmla="*/ 44 w 8"/>
                  <a:gd name="T1" fmla="*/ 24 h 6"/>
                  <a:gd name="T2" fmla="*/ 7 w 8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4" y="0"/>
                      <a:pt x="0" y="0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6" name="Freeform 2066">
                <a:extLst>
                  <a:ext uri="{FF2B5EF4-FFF2-40B4-BE49-F238E27FC236}">
                    <a16:creationId xmlns:a16="http://schemas.microsoft.com/office/drawing/2014/main" id="{D9A5A966-F213-410B-8D83-5E619ABB9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110"/>
                <a:ext cx="2" cy="9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1"/>
                      <a:pt x="1" y="3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7" name="Freeform 2067">
                <a:extLst>
                  <a:ext uri="{FF2B5EF4-FFF2-40B4-BE49-F238E27FC236}">
                    <a16:creationId xmlns:a16="http://schemas.microsoft.com/office/drawing/2014/main" id="{90C9A5BE-F422-4FD1-91F5-C65587358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123"/>
                <a:ext cx="9" cy="3"/>
              </a:xfrm>
              <a:custGeom>
                <a:avLst/>
                <a:gdLst>
                  <a:gd name="T0" fmla="*/ 29 w 5"/>
                  <a:gd name="T1" fmla="*/ 0 h 2"/>
                  <a:gd name="T2" fmla="*/ 0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1"/>
                      <a:pt x="2" y="1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8" name="Freeform 2068">
                <a:extLst>
                  <a:ext uri="{FF2B5EF4-FFF2-40B4-BE49-F238E27FC236}">
                    <a16:creationId xmlns:a16="http://schemas.microsoft.com/office/drawing/2014/main" id="{0EC01AE5-19B0-49D9-88F4-3DA4F5F3F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973"/>
                <a:ext cx="51" cy="82"/>
              </a:xfrm>
              <a:custGeom>
                <a:avLst/>
                <a:gdLst>
                  <a:gd name="T0" fmla="*/ 158 w 29"/>
                  <a:gd name="T1" fmla="*/ 285 h 44"/>
                  <a:gd name="T2" fmla="*/ 49 w 29"/>
                  <a:gd name="T3" fmla="*/ 121 h 44"/>
                  <a:gd name="T4" fmla="*/ 37 w 2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4">
                    <a:moveTo>
                      <a:pt x="29" y="44"/>
                    </a:moveTo>
                    <a:cubicBezTo>
                      <a:pt x="23" y="35"/>
                      <a:pt x="15" y="28"/>
                      <a:pt x="9" y="19"/>
                    </a:cubicBezTo>
                    <a:cubicBezTo>
                      <a:pt x="6" y="12"/>
                      <a:pt x="0" y="6"/>
                      <a:pt x="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9" name="Freeform 2069">
                <a:extLst>
                  <a:ext uri="{FF2B5EF4-FFF2-40B4-BE49-F238E27FC236}">
                    <a16:creationId xmlns:a16="http://schemas.microsoft.com/office/drawing/2014/main" id="{9759F892-ACB8-4114-9D9D-38404DE6A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982"/>
                <a:ext cx="13" cy="6"/>
              </a:xfrm>
              <a:custGeom>
                <a:avLst/>
                <a:gdLst>
                  <a:gd name="T0" fmla="*/ 45 w 7"/>
                  <a:gd name="T1" fmla="*/ 24 h 3"/>
                  <a:gd name="T2" fmla="*/ 0 w 7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6" y="1"/>
                      <a:pt x="3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0" name="Freeform 2070">
                <a:extLst>
                  <a:ext uri="{FF2B5EF4-FFF2-40B4-BE49-F238E27FC236}">
                    <a16:creationId xmlns:a16="http://schemas.microsoft.com/office/drawing/2014/main" id="{F16F8D62-CAEF-4D2D-995D-C8E629731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979"/>
                <a:ext cx="7" cy="3"/>
              </a:xfrm>
              <a:custGeom>
                <a:avLst/>
                <a:gdLst>
                  <a:gd name="T0" fmla="*/ 0 w 4"/>
                  <a:gd name="T1" fmla="*/ 8 h 2"/>
                  <a:gd name="T2" fmla="*/ 21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2071">
                <a:extLst>
                  <a:ext uri="{FF2B5EF4-FFF2-40B4-BE49-F238E27FC236}">
                    <a16:creationId xmlns:a16="http://schemas.microsoft.com/office/drawing/2014/main" id="{FA46F449-0AC0-4BCF-AC0E-572F7D185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900"/>
                <a:ext cx="38" cy="82"/>
              </a:xfrm>
              <a:custGeom>
                <a:avLst/>
                <a:gdLst>
                  <a:gd name="T0" fmla="*/ 36 w 22"/>
                  <a:gd name="T1" fmla="*/ 7 h 44"/>
                  <a:gd name="T2" fmla="*/ 29 w 22"/>
                  <a:gd name="T3" fmla="*/ 65 h 44"/>
                  <a:gd name="T4" fmla="*/ 66 w 22"/>
                  <a:gd name="T5" fmla="*/ 164 h 44"/>
                  <a:gd name="T6" fmla="*/ 93 w 22"/>
                  <a:gd name="T7" fmla="*/ 240 h 44"/>
                  <a:gd name="T8" fmla="*/ 114 w 22"/>
                  <a:gd name="T9" fmla="*/ 27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4">
                    <a:moveTo>
                      <a:pt x="7" y="1"/>
                    </a:moveTo>
                    <a:cubicBezTo>
                      <a:pt x="0" y="0"/>
                      <a:pt x="4" y="7"/>
                      <a:pt x="6" y="10"/>
                    </a:cubicBezTo>
                    <a:cubicBezTo>
                      <a:pt x="9" y="15"/>
                      <a:pt x="10" y="20"/>
                      <a:pt x="13" y="25"/>
                    </a:cubicBezTo>
                    <a:cubicBezTo>
                      <a:pt x="15" y="29"/>
                      <a:pt x="17" y="33"/>
                      <a:pt x="18" y="37"/>
                    </a:cubicBezTo>
                    <a:cubicBezTo>
                      <a:pt x="19" y="39"/>
                      <a:pt x="20" y="44"/>
                      <a:pt x="22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2072">
                <a:extLst>
                  <a:ext uri="{FF2B5EF4-FFF2-40B4-BE49-F238E27FC236}">
                    <a16:creationId xmlns:a16="http://schemas.microsoft.com/office/drawing/2014/main" id="{AD0DC77A-81D5-45A0-AE37-7034A5F09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909"/>
                <a:ext cx="11" cy="10"/>
              </a:xfrm>
              <a:custGeom>
                <a:avLst/>
                <a:gdLst>
                  <a:gd name="T0" fmla="*/ 37 w 6"/>
                  <a:gd name="T1" fmla="*/ 16 h 5"/>
                  <a:gd name="T2" fmla="*/ 7 w 6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2" y="0"/>
                      <a:pt x="0" y="0"/>
                      <a:pt x="1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2073">
                <a:extLst>
                  <a:ext uri="{FF2B5EF4-FFF2-40B4-BE49-F238E27FC236}">
                    <a16:creationId xmlns:a16="http://schemas.microsoft.com/office/drawing/2014/main" id="{C834AF8A-6D23-4B6E-A4F7-82939E852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829"/>
                <a:ext cx="33" cy="82"/>
              </a:xfrm>
              <a:custGeom>
                <a:avLst/>
                <a:gdLst>
                  <a:gd name="T0" fmla="*/ 85 w 19"/>
                  <a:gd name="T1" fmla="*/ 285 h 44"/>
                  <a:gd name="T2" fmla="*/ 90 w 19"/>
                  <a:gd name="T3" fmla="*/ 240 h 44"/>
                  <a:gd name="T4" fmla="*/ 69 w 19"/>
                  <a:gd name="T5" fmla="*/ 209 h 44"/>
                  <a:gd name="T6" fmla="*/ 49 w 19"/>
                  <a:gd name="T7" fmla="*/ 142 h 44"/>
                  <a:gd name="T8" fmla="*/ 0 w 19"/>
                  <a:gd name="T9" fmla="*/ 0 h 44"/>
                  <a:gd name="T10" fmla="*/ 0 w 19"/>
                  <a:gd name="T11" fmla="*/ 13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4">
                    <a:moveTo>
                      <a:pt x="16" y="44"/>
                    </a:moveTo>
                    <a:cubicBezTo>
                      <a:pt x="18" y="42"/>
                      <a:pt x="19" y="40"/>
                      <a:pt x="17" y="37"/>
                    </a:cubicBezTo>
                    <a:cubicBezTo>
                      <a:pt x="16" y="35"/>
                      <a:pt x="14" y="34"/>
                      <a:pt x="13" y="32"/>
                    </a:cubicBezTo>
                    <a:cubicBezTo>
                      <a:pt x="11" y="29"/>
                      <a:pt x="11" y="25"/>
                      <a:pt x="9" y="22"/>
                    </a:cubicBezTo>
                    <a:cubicBezTo>
                      <a:pt x="8" y="18"/>
                      <a:pt x="5" y="0"/>
                      <a:pt x="0" y="0"/>
                    </a:cubicBez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2074">
                <a:extLst>
                  <a:ext uri="{FF2B5EF4-FFF2-40B4-BE49-F238E27FC236}">
                    <a16:creationId xmlns:a16="http://schemas.microsoft.com/office/drawing/2014/main" id="{5928EFD1-AC0B-48BD-A3BB-9A82F5236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821"/>
                <a:ext cx="14" cy="15"/>
              </a:xfrm>
              <a:custGeom>
                <a:avLst/>
                <a:gdLst>
                  <a:gd name="T0" fmla="*/ 7 w 8"/>
                  <a:gd name="T1" fmla="*/ 53 h 8"/>
                  <a:gd name="T2" fmla="*/ 16 w 8"/>
                  <a:gd name="T3" fmla="*/ 8 h 8"/>
                  <a:gd name="T4" fmla="*/ 44 w 8"/>
                  <a:gd name="T5" fmla="*/ 1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1" y="8"/>
                    </a:moveTo>
                    <a:cubicBezTo>
                      <a:pt x="1" y="6"/>
                      <a:pt x="0" y="2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2075">
                <a:extLst>
                  <a:ext uri="{FF2B5EF4-FFF2-40B4-BE49-F238E27FC236}">
                    <a16:creationId xmlns:a16="http://schemas.microsoft.com/office/drawing/2014/main" id="{D5A7E2A9-780D-43B6-8882-9FCAEF5D9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892"/>
                <a:ext cx="2" cy="10"/>
              </a:xfrm>
              <a:custGeom>
                <a:avLst/>
                <a:gdLst>
                  <a:gd name="T0" fmla="*/ 0 w 1"/>
                  <a:gd name="T1" fmla="*/ 40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Freeform 2076">
                <a:extLst>
                  <a:ext uri="{FF2B5EF4-FFF2-40B4-BE49-F238E27FC236}">
                    <a16:creationId xmlns:a16="http://schemas.microsoft.com/office/drawing/2014/main" id="{986EAEE9-A3F4-4A1A-AA69-16C280E5D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732"/>
                <a:ext cx="21" cy="102"/>
              </a:xfrm>
              <a:custGeom>
                <a:avLst/>
                <a:gdLst>
                  <a:gd name="T0" fmla="*/ 65 w 12"/>
                  <a:gd name="T1" fmla="*/ 351 h 55"/>
                  <a:gd name="T2" fmla="*/ 56 w 12"/>
                  <a:gd name="T3" fmla="*/ 237 h 55"/>
                  <a:gd name="T4" fmla="*/ 37 w 12"/>
                  <a:gd name="T5" fmla="*/ 109 h 55"/>
                  <a:gd name="T6" fmla="*/ 21 w 12"/>
                  <a:gd name="T7" fmla="*/ 20 h 55"/>
                  <a:gd name="T8" fmla="*/ 0 w 12"/>
                  <a:gd name="T9" fmla="*/ 2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5">
                    <a:moveTo>
                      <a:pt x="12" y="55"/>
                    </a:moveTo>
                    <a:cubicBezTo>
                      <a:pt x="8" y="51"/>
                      <a:pt x="11" y="42"/>
                      <a:pt x="10" y="37"/>
                    </a:cubicBezTo>
                    <a:cubicBezTo>
                      <a:pt x="9" y="30"/>
                      <a:pt x="8" y="24"/>
                      <a:pt x="7" y="17"/>
                    </a:cubicBezTo>
                    <a:cubicBezTo>
                      <a:pt x="7" y="13"/>
                      <a:pt x="7" y="6"/>
                      <a:pt x="4" y="3"/>
                    </a:cubicBezTo>
                    <a:cubicBezTo>
                      <a:pt x="3" y="0"/>
                      <a:pt x="1" y="0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7" name="Freeform 2077">
                <a:extLst>
                  <a:ext uri="{FF2B5EF4-FFF2-40B4-BE49-F238E27FC236}">
                    <a16:creationId xmlns:a16="http://schemas.microsoft.com/office/drawing/2014/main" id="{1CFDC0C2-9163-4E21-BF0A-46CE293D8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728"/>
                <a:ext cx="10" cy="11"/>
              </a:xfrm>
              <a:custGeom>
                <a:avLst/>
                <a:gdLst>
                  <a:gd name="T0" fmla="*/ 5 w 6"/>
                  <a:gd name="T1" fmla="*/ 37 h 6"/>
                  <a:gd name="T2" fmla="*/ 28 w 6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1" y="6"/>
                    </a:moveTo>
                    <a:cubicBezTo>
                      <a:pt x="0" y="3"/>
                      <a:pt x="3" y="0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8" name="Freeform 2078">
                <a:extLst>
                  <a:ext uri="{FF2B5EF4-FFF2-40B4-BE49-F238E27FC236}">
                    <a16:creationId xmlns:a16="http://schemas.microsoft.com/office/drawing/2014/main" id="{12DE2B00-32FC-440B-95D1-C0D906555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816"/>
                <a:ext cx="7" cy="9"/>
              </a:xfrm>
              <a:custGeom>
                <a:avLst/>
                <a:gdLst>
                  <a:gd name="T0" fmla="*/ 0 w 4"/>
                  <a:gd name="T1" fmla="*/ 0 h 5"/>
                  <a:gd name="T2" fmla="*/ 21 w 4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2"/>
                      <a:pt x="1" y="5"/>
                      <a:pt x="4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2079">
                <a:extLst>
                  <a:ext uri="{FF2B5EF4-FFF2-40B4-BE49-F238E27FC236}">
                    <a16:creationId xmlns:a16="http://schemas.microsoft.com/office/drawing/2014/main" id="{8E279099-F542-4441-9EF9-2915593B6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631"/>
                <a:ext cx="9" cy="101"/>
              </a:xfrm>
              <a:custGeom>
                <a:avLst/>
                <a:gdLst>
                  <a:gd name="T0" fmla="*/ 29 w 5"/>
                  <a:gd name="T1" fmla="*/ 346 h 54"/>
                  <a:gd name="T2" fmla="*/ 13 w 5"/>
                  <a:gd name="T3" fmla="*/ 150 h 54"/>
                  <a:gd name="T4" fmla="*/ 7 w 5"/>
                  <a:gd name="T5" fmla="*/ 45 h 54"/>
                  <a:gd name="T6" fmla="*/ 29 w 5"/>
                  <a:gd name="T7" fmla="*/ 13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4">
                    <a:moveTo>
                      <a:pt x="5" y="53"/>
                    </a:moveTo>
                    <a:cubicBezTo>
                      <a:pt x="0" y="54"/>
                      <a:pt x="2" y="27"/>
                      <a:pt x="2" y="23"/>
                    </a:cubicBezTo>
                    <a:cubicBezTo>
                      <a:pt x="2" y="17"/>
                      <a:pt x="2" y="12"/>
                      <a:pt x="1" y="7"/>
                    </a:cubicBezTo>
                    <a:cubicBezTo>
                      <a:pt x="1" y="5"/>
                      <a:pt x="2" y="0"/>
                      <a:pt x="5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2080">
                <a:extLst>
                  <a:ext uri="{FF2B5EF4-FFF2-40B4-BE49-F238E27FC236}">
                    <a16:creationId xmlns:a16="http://schemas.microsoft.com/office/drawing/2014/main" id="{010F6FFD-88A2-41AB-912D-EE2753306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631"/>
                <a:ext cx="10" cy="11"/>
              </a:xfrm>
              <a:custGeom>
                <a:avLst/>
                <a:gdLst>
                  <a:gd name="T0" fmla="*/ 28 w 6"/>
                  <a:gd name="T1" fmla="*/ 37 h 6"/>
                  <a:gd name="T2" fmla="*/ 0 w 6"/>
                  <a:gd name="T3" fmla="*/ 1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6" y="3"/>
                      <a:pt x="4" y="0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2081">
                <a:extLst>
                  <a:ext uri="{FF2B5EF4-FFF2-40B4-BE49-F238E27FC236}">
                    <a16:creationId xmlns:a16="http://schemas.microsoft.com/office/drawing/2014/main" id="{A8244EE8-0835-4288-B63B-8D05842ED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548"/>
                <a:ext cx="23" cy="90"/>
              </a:xfrm>
              <a:custGeom>
                <a:avLst/>
                <a:gdLst>
                  <a:gd name="T0" fmla="*/ 34 w 13"/>
                  <a:gd name="T1" fmla="*/ 302 h 48"/>
                  <a:gd name="T2" fmla="*/ 37 w 13"/>
                  <a:gd name="T3" fmla="*/ 128 h 48"/>
                  <a:gd name="T4" fmla="*/ 37 w 13"/>
                  <a:gd name="T5" fmla="*/ 68 h 48"/>
                  <a:gd name="T6" fmla="*/ 34 w 13"/>
                  <a:gd name="T7" fmla="*/ 21 h 48"/>
                  <a:gd name="T8" fmla="*/ 73 w 13"/>
                  <a:gd name="T9" fmla="*/ 2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8">
                    <a:moveTo>
                      <a:pt x="6" y="46"/>
                    </a:moveTo>
                    <a:cubicBezTo>
                      <a:pt x="0" y="48"/>
                      <a:pt x="7" y="22"/>
                      <a:pt x="7" y="19"/>
                    </a:cubicBezTo>
                    <a:cubicBezTo>
                      <a:pt x="8" y="16"/>
                      <a:pt x="7" y="13"/>
                      <a:pt x="7" y="10"/>
                    </a:cubicBezTo>
                    <a:cubicBezTo>
                      <a:pt x="7" y="9"/>
                      <a:pt x="5" y="4"/>
                      <a:pt x="6" y="3"/>
                    </a:cubicBezTo>
                    <a:cubicBezTo>
                      <a:pt x="8" y="0"/>
                      <a:pt x="11" y="2"/>
                      <a:pt x="13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2082">
                <a:extLst>
                  <a:ext uri="{FF2B5EF4-FFF2-40B4-BE49-F238E27FC236}">
                    <a16:creationId xmlns:a16="http://schemas.microsoft.com/office/drawing/2014/main" id="{51C21B5C-F411-4C12-B7F6-AE92B3725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548"/>
                <a:ext cx="7" cy="11"/>
              </a:xfrm>
              <a:custGeom>
                <a:avLst/>
                <a:gdLst>
                  <a:gd name="T0" fmla="*/ 21 w 4"/>
                  <a:gd name="T1" fmla="*/ 31 h 6"/>
                  <a:gd name="T2" fmla="*/ 0 w 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5"/>
                    </a:move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2083">
                <a:extLst>
                  <a:ext uri="{FF2B5EF4-FFF2-40B4-BE49-F238E27FC236}">
                    <a16:creationId xmlns:a16="http://schemas.microsoft.com/office/drawing/2014/main" id="{AB106048-8B1C-4B2E-BFE3-D4210F256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629"/>
                <a:ext cx="7" cy="3"/>
              </a:xfrm>
              <a:custGeom>
                <a:avLst/>
                <a:gdLst>
                  <a:gd name="T0" fmla="*/ 21 w 4"/>
                  <a:gd name="T1" fmla="*/ 0 h 2"/>
                  <a:gd name="T2" fmla="*/ 0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2" y="2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4" name="Freeform 2084">
                <a:extLst>
                  <a:ext uri="{FF2B5EF4-FFF2-40B4-BE49-F238E27FC236}">
                    <a16:creationId xmlns:a16="http://schemas.microsoft.com/office/drawing/2014/main" id="{ADAF0179-016E-4859-94EB-23DE5F957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455"/>
                <a:ext cx="27" cy="97"/>
              </a:xfrm>
              <a:custGeom>
                <a:avLst/>
                <a:gdLst>
                  <a:gd name="T0" fmla="*/ 7 w 15"/>
                  <a:gd name="T1" fmla="*/ 338 h 52"/>
                  <a:gd name="T2" fmla="*/ 13 w 15"/>
                  <a:gd name="T3" fmla="*/ 298 h 52"/>
                  <a:gd name="T4" fmla="*/ 16 w 15"/>
                  <a:gd name="T5" fmla="*/ 233 h 52"/>
                  <a:gd name="T6" fmla="*/ 41 w 15"/>
                  <a:gd name="T7" fmla="*/ 97 h 52"/>
                  <a:gd name="T8" fmla="*/ 88 w 15"/>
                  <a:gd name="T9" fmla="*/ 2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2">
                    <a:moveTo>
                      <a:pt x="1" y="52"/>
                    </a:moveTo>
                    <a:cubicBezTo>
                      <a:pt x="0" y="51"/>
                      <a:pt x="2" y="48"/>
                      <a:pt x="2" y="46"/>
                    </a:cubicBezTo>
                    <a:cubicBezTo>
                      <a:pt x="3" y="43"/>
                      <a:pt x="2" y="39"/>
                      <a:pt x="3" y="36"/>
                    </a:cubicBezTo>
                    <a:cubicBezTo>
                      <a:pt x="4" y="29"/>
                      <a:pt x="6" y="22"/>
                      <a:pt x="7" y="15"/>
                    </a:cubicBezTo>
                    <a:cubicBezTo>
                      <a:pt x="7" y="10"/>
                      <a:pt x="8" y="0"/>
                      <a:pt x="15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2085">
                <a:extLst>
                  <a:ext uri="{FF2B5EF4-FFF2-40B4-BE49-F238E27FC236}">
                    <a16:creationId xmlns:a16="http://schemas.microsoft.com/office/drawing/2014/main" id="{5EA70724-5510-4629-B69D-7AB6681BE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457"/>
                <a:ext cx="7" cy="13"/>
              </a:xfrm>
              <a:custGeom>
                <a:avLst/>
                <a:gdLst>
                  <a:gd name="T0" fmla="*/ 21 w 4"/>
                  <a:gd name="T1" fmla="*/ 45 h 7"/>
                  <a:gd name="T2" fmla="*/ 0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4" y="3"/>
                      <a:pt x="4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2086">
                <a:extLst>
                  <a:ext uri="{FF2B5EF4-FFF2-40B4-BE49-F238E27FC236}">
                    <a16:creationId xmlns:a16="http://schemas.microsoft.com/office/drawing/2014/main" id="{33CD69CF-7907-4E0E-B133-94DF2CCC7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458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2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2087">
                <a:extLst>
                  <a:ext uri="{FF2B5EF4-FFF2-40B4-BE49-F238E27FC236}">
                    <a16:creationId xmlns:a16="http://schemas.microsoft.com/office/drawing/2014/main" id="{D0E5B084-87A9-4750-ACB5-386E5A260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369"/>
                <a:ext cx="33" cy="93"/>
              </a:xfrm>
              <a:custGeom>
                <a:avLst/>
                <a:gdLst>
                  <a:gd name="T0" fmla="*/ 99 w 19"/>
                  <a:gd name="T1" fmla="*/ 24 h 50"/>
                  <a:gd name="T2" fmla="*/ 63 w 19"/>
                  <a:gd name="T3" fmla="*/ 37 h 50"/>
                  <a:gd name="T4" fmla="*/ 57 w 19"/>
                  <a:gd name="T5" fmla="*/ 97 h 50"/>
                  <a:gd name="T6" fmla="*/ 42 w 19"/>
                  <a:gd name="T7" fmla="*/ 166 h 50"/>
                  <a:gd name="T8" fmla="*/ 21 w 19"/>
                  <a:gd name="T9" fmla="*/ 270 h 50"/>
                  <a:gd name="T10" fmla="*/ 9 w 19"/>
                  <a:gd name="T11" fmla="*/ 32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0">
                    <a:moveTo>
                      <a:pt x="19" y="4"/>
                    </a:moveTo>
                    <a:cubicBezTo>
                      <a:pt x="16" y="7"/>
                      <a:pt x="13" y="0"/>
                      <a:pt x="12" y="6"/>
                    </a:cubicBezTo>
                    <a:cubicBezTo>
                      <a:pt x="11" y="9"/>
                      <a:pt x="11" y="12"/>
                      <a:pt x="11" y="15"/>
                    </a:cubicBezTo>
                    <a:cubicBezTo>
                      <a:pt x="10" y="19"/>
                      <a:pt x="9" y="23"/>
                      <a:pt x="8" y="26"/>
                    </a:cubicBezTo>
                    <a:cubicBezTo>
                      <a:pt x="7" y="31"/>
                      <a:pt x="6" y="38"/>
                      <a:pt x="4" y="42"/>
                    </a:cubicBezTo>
                    <a:cubicBezTo>
                      <a:pt x="3" y="45"/>
                      <a:pt x="0" y="47"/>
                      <a:pt x="2" y="5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2088">
                <a:extLst>
                  <a:ext uri="{FF2B5EF4-FFF2-40B4-BE49-F238E27FC236}">
                    <a16:creationId xmlns:a16="http://schemas.microsoft.com/office/drawing/2014/main" id="{65EB2F85-E4A1-4EC4-86E2-557052DBB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367"/>
                <a:ext cx="6" cy="11"/>
              </a:xfrm>
              <a:custGeom>
                <a:avLst/>
                <a:gdLst>
                  <a:gd name="T0" fmla="*/ 24 w 3"/>
                  <a:gd name="T1" fmla="*/ 37 h 6"/>
                  <a:gd name="T2" fmla="*/ 0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3" y="3"/>
                      <a:pt x="3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2089">
                <a:extLst>
                  <a:ext uri="{FF2B5EF4-FFF2-40B4-BE49-F238E27FC236}">
                    <a16:creationId xmlns:a16="http://schemas.microsoft.com/office/drawing/2014/main" id="{5F19EAAB-6D18-4555-BBE4-D12CD26BF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298"/>
                <a:ext cx="36" cy="78"/>
              </a:xfrm>
              <a:custGeom>
                <a:avLst/>
                <a:gdLst>
                  <a:gd name="T0" fmla="*/ 0 w 21"/>
                  <a:gd name="T1" fmla="*/ 269 h 42"/>
                  <a:gd name="T2" fmla="*/ 41 w 21"/>
                  <a:gd name="T3" fmla="*/ 186 h 42"/>
                  <a:gd name="T4" fmla="*/ 62 w 21"/>
                  <a:gd name="T5" fmla="*/ 84 h 42"/>
                  <a:gd name="T6" fmla="*/ 79 w 21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2">
                    <a:moveTo>
                      <a:pt x="0" y="42"/>
                    </a:moveTo>
                    <a:cubicBezTo>
                      <a:pt x="0" y="37"/>
                      <a:pt x="6" y="33"/>
                      <a:pt x="8" y="29"/>
                    </a:cubicBezTo>
                    <a:cubicBezTo>
                      <a:pt x="10" y="24"/>
                      <a:pt x="10" y="18"/>
                      <a:pt x="12" y="13"/>
                    </a:cubicBezTo>
                    <a:cubicBezTo>
                      <a:pt x="13" y="10"/>
                      <a:pt x="21" y="2"/>
                      <a:pt x="1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2090">
                <a:extLst>
                  <a:ext uri="{FF2B5EF4-FFF2-40B4-BE49-F238E27FC236}">
                    <a16:creationId xmlns:a16="http://schemas.microsoft.com/office/drawing/2014/main" id="{D01F2226-FF15-45C4-B040-96DF39D3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299"/>
                <a:ext cx="6" cy="2"/>
              </a:xfrm>
              <a:custGeom>
                <a:avLst/>
                <a:gdLst>
                  <a:gd name="T0" fmla="*/ 24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2091">
                <a:extLst>
                  <a:ext uri="{FF2B5EF4-FFF2-40B4-BE49-F238E27FC236}">
                    <a16:creationId xmlns:a16="http://schemas.microsoft.com/office/drawing/2014/main" id="{53B990D6-AFBB-4671-8E80-00BC2615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369"/>
                <a:ext cx="4" cy="7"/>
              </a:xfrm>
              <a:custGeom>
                <a:avLst/>
                <a:gdLst>
                  <a:gd name="T0" fmla="*/ 8 w 2"/>
                  <a:gd name="T1" fmla="*/ 0 h 4"/>
                  <a:gd name="T2" fmla="*/ 16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2" name="Freeform 2092">
                <a:extLst>
                  <a:ext uri="{FF2B5EF4-FFF2-40B4-BE49-F238E27FC236}">
                    <a16:creationId xmlns:a16="http://schemas.microsoft.com/office/drawing/2014/main" id="{61227819-8B79-401F-BC39-24446280DE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9" y="1107"/>
                <a:ext cx="560" cy="1049"/>
              </a:xfrm>
              <a:custGeom>
                <a:avLst/>
                <a:gdLst>
                  <a:gd name="T0" fmla="*/ 865 w 319"/>
                  <a:gd name="T1" fmla="*/ 0 h 561"/>
                  <a:gd name="T2" fmla="*/ 0 w 319"/>
                  <a:gd name="T3" fmla="*/ 1832 h 561"/>
                  <a:gd name="T4" fmla="*/ 865 w 319"/>
                  <a:gd name="T5" fmla="*/ 3667 h 561"/>
                  <a:gd name="T6" fmla="*/ 1726 w 319"/>
                  <a:gd name="T7" fmla="*/ 1832 h 561"/>
                  <a:gd name="T8" fmla="*/ 865 w 319"/>
                  <a:gd name="T9" fmla="*/ 0 h 561"/>
                  <a:gd name="T10" fmla="*/ 837 w 319"/>
                  <a:gd name="T11" fmla="*/ 3532 h 561"/>
                  <a:gd name="T12" fmla="*/ 58 w 319"/>
                  <a:gd name="T13" fmla="*/ 1836 h 561"/>
                  <a:gd name="T14" fmla="*/ 837 w 319"/>
                  <a:gd name="T15" fmla="*/ 137 h 561"/>
                  <a:gd name="T16" fmla="*/ 1619 w 319"/>
                  <a:gd name="T17" fmla="*/ 1836 h 561"/>
                  <a:gd name="T18" fmla="*/ 837 w 319"/>
                  <a:gd name="T19" fmla="*/ 3532 h 5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9" h="561">
                    <a:moveTo>
                      <a:pt x="160" y="0"/>
                    </a:moveTo>
                    <a:cubicBezTo>
                      <a:pt x="71" y="0"/>
                      <a:pt x="0" y="125"/>
                      <a:pt x="0" y="280"/>
                    </a:cubicBezTo>
                    <a:cubicBezTo>
                      <a:pt x="0" y="436"/>
                      <a:pt x="71" y="561"/>
                      <a:pt x="160" y="561"/>
                    </a:cubicBezTo>
                    <a:cubicBezTo>
                      <a:pt x="248" y="561"/>
                      <a:pt x="319" y="436"/>
                      <a:pt x="319" y="280"/>
                    </a:cubicBezTo>
                    <a:cubicBezTo>
                      <a:pt x="319" y="125"/>
                      <a:pt x="248" y="0"/>
                      <a:pt x="160" y="0"/>
                    </a:cubicBezTo>
                    <a:close/>
                    <a:moveTo>
                      <a:pt x="155" y="540"/>
                    </a:moveTo>
                    <a:cubicBezTo>
                      <a:pt x="75" y="540"/>
                      <a:pt x="11" y="424"/>
                      <a:pt x="11" y="281"/>
                    </a:cubicBezTo>
                    <a:cubicBezTo>
                      <a:pt x="11" y="138"/>
                      <a:pt x="75" y="21"/>
                      <a:pt x="155" y="21"/>
                    </a:cubicBezTo>
                    <a:cubicBezTo>
                      <a:pt x="235" y="21"/>
                      <a:pt x="299" y="138"/>
                      <a:pt x="299" y="281"/>
                    </a:cubicBezTo>
                    <a:cubicBezTo>
                      <a:pt x="299" y="424"/>
                      <a:pt x="235" y="540"/>
                      <a:pt x="155" y="54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Oval 2093">
                <a:extLst>
                  <a:ext uri="{FF2B5EF4-FFF2-40B4-BE49-F238E27FC236}">
                    <a16:creationId xmlns:a16="http://schemas.microsoft.com/office/drawing/2014/main" id="{0CD215F4-2B81-4F39-9A95-E93DB7BB3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146"/>
                <a:ext cx="505" cy="971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4" name="Freeform 2094">
                <a:extLst>
                  <a:ext uri="{FF2B5EF4-FFF2-40B4-BE49-F238E27FC236}">
                    <a16:creationId xmlns:a16="http://schemas.microsoft.com/office/drawing/2014/main" id="{D585F97C-A0A7-4B07-B001-98DA9C43E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770"/>
                <a:ext cx="864" cy="1381"/>
              </a:xfrm>
              <a:custGeom>
                <a:avLst/>
                <a:gdLst>
                  <a:gd name="T0" fmla="*/ 158 w 492"/>
                  <a:gd name="T1" fmla="*/ 4835 h 738"/>
                  <a:gd name="T2" fmla="*/ 2162 w 492"/>
                  <a:gd name="T3" fmla="*/ 1194 h 738"/>
                  <a:gd name="T4" fmla="*/ 2427 w 492"/>
                  <a:gd name="T5" fmla="*/ 406 h 738"/>
                  <a:gd name="T6" fmla="*/ 2622 w 492"/>
                  <a:gd name="T7" fmla="*/ 157 h 738"/>
                  <a:gd name="T8" fmla="*/ 2599 w 492"/>
                  <a:gd name="T9" fmla="*/ 0 h 738"/>
                  <a:gd name="T10" fmla="*/ 2285 w 492"/>
                  <a:gd name="T11" fmla="*/ 333 h 738"/>
                  <a:gd name="T12" fmla="*/ 1675 w 492"/>
                  <a:gd name="T13" fmla="*/ 851 h 738"/>
                  <a:gd name="T14" fmla="*/ 845 w 492"/>
                  <a:gd name="T15" fmla="*/ 1347 h 738"/>
                  <a:gd name="T16" fmla="*/ 0 w 492"/>
                  <a:gd name="T17" fmla="*/ 1173 h 7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2" h="738">
                    <a:moveTo>
                      <a:pt x="29" y="738"/>
                    </a:moveTo>
                    <a:cubicBezTo>
                      <a:pt x="419" y="625"/>
                      <a:pt x="352" y="224"/>
                      <a:pt x="399" y="182"/>
                    </a:cubicBezTo>
                    <a:cubicBezTo>
                      <a:pt x="446" y="140"/>
                      <a:pt x="445" y="91"/>
                      <a:pt x="448" y="62"/>
                    </a:cubicBezTo>
                    <a:cubicBezTo>
                      <a:pt x="452" y="32"/>
                      <a:pt x="484" y="24"/>
                      <a:pt x="484" y="24"/>
                    </a:cubicBezTo>
                    <a:cubicBezTo>
                      <a:pt x="492" y="12"/>
                      <a:pt x="480" y="0"/>
                      <a:pt x="480" y="0"/>
                    </a:cubicBezTo>
                    <a:cubicBezTo>
                      <a:pt x="456" y="4"/>
                      <a:pt x="445" y="6"/>
                      <a:pt x="422" y="51"/>
                    </a:cubicBezTo>
                    <a:cubicBezTo>
                      <a:pt x="395" y="105"/>
                      <a:pt x="344" y="78"/>
                      <a:pt x="309" y="130"/>
                    </a:cubicBezTo>
                    <a:cubicBezTo>
                      <a:pt x="274" y="182"/>
                      <a:pt x="234" y="253"/>
                      <a:pt x="156" y="206"/>
                    </a:cubicBezTo>
                    <a:cubicBezTo>
                      <a:pt x="97" y="171"/>
                      <a:pt x="30" y="175"/>
                      <a:pt x="0" y="17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5" name="Line 2095">
                <a:extLst>
                  <a:ext uri="{FF2B5EF4-FFF2-40B4-BE49-F238E27FC236}">
                    <a16:creationId xmlns:a16="http://schemas.microsoft.com/office/drawing/2014/main" id="{FC960204-7A57-4491-B261-8169751445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2" y="1922"/>
                <a:ext cx="1" cy="1"/>
              </a:xfrm>
              <a:prstGeom prst="line">
                <a:avLst/>
              </a:prstGeom>
              <a:noFill/>
              <a:ln w="11113">
                <a:solidFill>
                  <a:srgbClr val="F4CB7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2096">
                <a:extLst>
                  <a:ext uri="{FF2B5EF4-FFF2-40B4-BE49-F238E27FC236}">
                    <a16:creationId xmlns:a16="http://schemas.microsoft.com/office/drawing/2014/main" id="{2A910373-B050-4217-8DF4-91622983D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324"/>
                <a:ext cx="460" cy="756"/>
              </a:xfrm>
              <a:custGeom>
                <a:avLst/>
                <a:gdLst>
                  <a:gd name="T0" fmla="*/ 1391 w 262"/>
                  <a:gd name="T1" fmla="*/ 885 h 404"/>
                  <a:gd name="T2" fmla="*/ 1359 w 262"/>
                  <a:gd name="T3" fmla="*/ 1265 h 404"/>
                  <a:gd name="T4" fmla="*/ 1341 w 262"/>
                  <a:gd name="T5" fmla="*/ 1443 h 404"/>
                  <a:gd name="T6" fmla="*/ 1341 w 262"/>
                  <a:gd name="T7" fmla="*/ 1624 h 404"/>
                  <a:gd name="T8" fmla="*/ 1261 w 262"/>
                  <a:gd name="T9" fmla="*/ 1918 h 404"/>
                  <a:gd name="T10" fmla="*/ 1180 w 262"/>
                  <a:gd name="T11" fmla="*/ 2182 h 404"/>
                  <a:gd name="T12" fmla="*/ 938 w 262"/>
                  <a:gd name="T13" fmla="*/ 2511 h 404"/>
                  <a:gd name="T14" fmla="*/ 758 w 262"/>
                  <a:gd name="T15" fmla="*/ 2573 h 404"/>
                  <a:gd name="T16" fmla="*/ 564 w 262"/>
                  <a:gd name="T17" fmla="*/ 2521 h 404"/>
                  <a:gd name="T18" fmla="*/ 411 w 262"/>
                  <a:gd name="T19" fmla="*/ 2412 h 404"/>
                  <a:gd name="T20" fmla="*/ 277 w 262"/>
                  <a:gd name="T21" fmla="*/ 2189 h 404"/>
                  <a:gd name="T22" fmla="*/ 107 w 262"/>
                  <a:gd name="T23" fmla="*/ 1705 h 404"/>
                  <a:gd name="T24" fmla="*/ 102 w 262"/>
                  <a:gd name="T25" fmla="*/ 1527 h 404"/>
                  <a:gd name="T26" fmla="*/ 70 w 262"/>
                  <a:gd name="T27" fmla="*/ 1054 h 404"/>
                  <a:gd name="T28" fmla="*/ 58 w 262"/>
                  <a:gd name="T29" fmla="*/ 747 h 404"/>
                  <a:gd name="T30" fmla="*/ 142 w 262"/>
                  <a:gd name="T31" fmla="*/ 483 h 404"/>
                  <a:gd name="T32" fmla="*/ 237 w 262"/>
                  <a:gd name="T33" fmla="*/ 97 h 404"/>
                  <a:gd name="T34" fmla="*/ 428 w 262"/>
                  <a:gd name="T35" fmla="*/ 105 h 404"/>
                  <a:gd name="T36" fmla="*/ 453 w 262"/>
                  <a:gd name="T37" fmla="*/ 67 h 404"/>
                  <a:gd name="T38" fmla="*/ 665 w 262"/>
                  <a:gd name="T39" fmla="*/ 0 h 404"/>
                  <a:gd name="T40" fmla="*/ 823 w 262"/>
                  <a:gd name="T41" fmla="*/ 32 h 404"/>
                  <a:gd name="T42" fmla="*/ 990 w 262"/>
                  <a:gd name="T43" fmla="*/ 112 h 404"/>
                  <a:gd name="T44" fmla="*/ 1224 w 262"/>
                  <a:gd name="T45" fmla="*/ 125 h 404"/>
                  <a:gd name="T46" fmla="*/ 1317 w 262"/>
                  <a:gd name="T47" fmla="*/ 361 h 404"/>
                  <a:gd name="T48" fmla="*/ 1310 w 262"/>
                  <a:gd name="T49" fmla="*/ 578 h 404"/>
                  <a:gd name="T50" fmla="*/ 1391 w 262"/>
                  <a:gd name="T51" fmla="*/ 885 h 40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2" h="404">
                    <a:moveTo>
                      <a:pt x="257" y="135"/>
                    </a:moveTo>
                    <a:cubicBezTo>
                      <a:pt x="262" y="153"/>
                      <a:pt x="251" y="193"/>
                      <a:pt x="251" y="193"/>
                    </a:cubicBezTo>
                    <a:cubicBezTo>
                      <a:pt x="262" y="199"/>
                      <a:pt x="248" y="220"/>
                      <a:pt x="248" y="220"/>
                    </a:cubicBezTo>
                    <a:cubicBezTo>
                      <a:pt x="258" y="222"/>
                      <a:pt x="248" y="248"/>
                      <a:pt x="248" y="248"/>
                    </a:cubicBezTo>
                    <a:cubicBezTo>
                      <a:pt x="249" y="268"/>
                      <a:pt x="233" y="293"/>
                      <a:pt x="233" y="293"/>
                    </a:cubicBezTo>
                    <a:cubicBezTo>
                      <a:pt x="237" y="300"/>
                      <a:pt x="218" y="333"/>
                      <a:pt x="218" y="333"/>
                    </a:cubicBezTo>
                    <a:cubicBezTo>
                      <a:pt x="219" y="340"/>
                      <a:pt x="193" y="371"/>
                      <a:pt x="173" y="383"/>
                    </a:cubicBezTo>
                    <a:cubicBezTo>
                      <a:pt x="152" y="396"/>
                      <a:pt x="140" y="393"/>
                      <a:pt x="140" y="393"/>
                    </a:cubicBezTo>
                    <a:cubicBezTo>
                      <a:pt x="126" y="404"/>
                      <a:pt x="104" y="385"/>
                      <a:pt x="104" y="385"/>
                    </a:cubicBezTo>
                    <a:cubicBezTo>
                      <a:pt x="92" y="387"/>
                      <a:pt x="76" y="368"/>
                      <a:pt x="76" y="368"/>
                    </a:cubicBezTo>
                    <a:cubicBezTo>
                      <a:pt x="66" y="367"/>
                      <a:pt x="51" y="334"/>
                      <a:pt x="51" y="334"/>
                    </a:cubicBezTo>
                    <a:cubicBezTo>
                      <a:pt x="38" y="329"/>
                      <a:pt x="25" y="272"/>
                      <a:pt x="20" y="260"/>
                    </a:cubicBezTo>
                    <a:cubicBezTo>
                      <a:pt x="16" y="247"/>
                      <a:pt x="19" y="233"/>
                      <a:pt x="19" y="233"/>
                    </a:cubicBezTo>
                    <a:cubicBezTo>
                      <a:pt x="0" y="218"/>
                      <a:pt x="13" y="161"/>
                      <a:pt x="13" y="161"/>
                    </a:cubicBezTo>
                    <a:cubicBezTo>
                      <a:pt x="5" y="152"/>
                      <a:pt x="11" y="114"/>
                      <a:pt x="11" y="114"/>
                    </a:cubicBezTo>
                    <a:cubicBezTo>
                      <a:pt x="11" y="114"/>
                      <a:pt x="15" y="75"/>
                      <a:pt x="26" y="74"/>
                    </a:cubicBezTo>
                    <a:cubicBezTo>
                      <a:pt x="26" y="74"/>
                      <a:pt x="30" y="17"/>
                      <a:pt x="44" y="15"/>
                    </a:cubicBezTo>
                    <a:cubicBezTo>
                      <a:pt x="44" y="15"/>
                      <a:pt x="70" y="29"/>
                      <a:pt x="79" y="16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4" y="10"/>
                      <a:pt x="114" y="16"/>
                      <a:pt x="123" y="0"/>
                    </a:cubicBezTo>
                    <a:cubicBezTo>
                      <a:pt x="123" y="0"/>
                      <a:pt x="144" y="10"/>
                      <a:pt x="152" y="5"/>
                    </a:cubicBezTo>
                    <a:cubicBezTo>
                      <a:pt x="152" y="5"/>
                      <a:pt x="172" y="24"/>
                      <a:pt x="183" y="17"/>
                    </a:cubicBezTo>
                    <a:cubicBezTo>
                      <a:pt x="183" y="17"/>
                      <a:pt x="223" y="40"/>
                      <a:pt x="226" y="19"/>
                    </a:cubicBezTo>
                    <a:cubicBezTo>
                      <a:pt x="226" y="19"/>
                      <a:pt x="244" y="45"/>
                      <a:pt x="243" y="55"/>
                    </a:cubicBezTo>
                    <a:cubicBezTo>
                      <a:pt x="243" y="55"/>
                      <a:pt x="252" y="75"/>
                      <a:pt x="242" y="88"/>
                    </a:cubicBezTo>
                    <a:cubicBezTo>
                      <a:pt x="242" y="88"/>
                      <a:pt x="257" y="92"/>
                      <a:pt x="257" y="135"/>
                    </a:cubicBezTo>
                    <a:close/>
                  </a:path>
                </a:pathLst>
              </a:custGeom>
              <a:solidFill>
                <a:srgbClr val="F6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Freeform 2097">
                <a:extLst>
                  <a:ext uri="{FF2B5EF4-FFF2-40B4-BE49-F238E27FC236}">
                    <a16:creationId xmlns:a16="http://schemas.microsoft.com/office/drawing/2014/main" id="{11153664-ED83-4E4D-A12D-DDA97DC99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269"/>
                <a:ext cx="33" cy="38"/>
              </a:xfrm>
              <a:custGeom>
                <a:avLst/>
                <a:gdLst>
                  <a:gd name="T0" fmla="*/ 78 w 19"/>
                  <a:gd name="T1" fmla="*/ 0 h 20"/>
                  <a:gd name="T2" fmla="*/ 0 w 19"/>
                  <a:gd name="T3" fmla="*/ 137 h 20"/>
                  <a:gd name="T4" fmla="*/ 78 w 19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15" y="0"/>
                    </a:moveTo>
                    <a:cubicBezTo>
                      <a:pt x="15" y="0"/>
                      <a:pt x="4" y="0"/>
                      <a:pt x="0" y="20"/>
                    </a:cubicBezTo>
                    <a:cubicBezTo>
                      <a:pt x="0" y="20"/>
                      <a:pt x="19" y="18"/>
                      <a:pt x="15" y="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8" name="Freeform 2098">
                <a:extLst>
                  <a:ext uri="{FF2B5EF4-FFF2-40B4-BE49-F238E27FC236}">
                    <a16:creationId xmlns:a16="http://schemas.microsoft.com/office/drawing/2014/main" id="{2C0884A7-705F-4337-B30D-70020156B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307"/>
                <a:ext cx="48" cy="43"/>
              </a:xfrm>
              <a:custGeom>
                <a:avLst/>
                <a:gdLst>
                  <a:gd name="T0" fmla="*/ 94 w 27"/>
                  <a:gd name="T1" fmla="*/ 150 h 23"/>
                  <a:gd name="T2" fmla="*/ 130 w 27"/>
                  <a:gd name="T3" fmla="*/ 0 h 23"/>
                  <a:gd name="T4" fmla="*/ 94 w 27"/>
                  <a:gd name="T5" fmla="*/ 15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17" y="23"/>
                    </a:moveTo>
                    <a:cubicBezTo>
                      <a:pt x="17" y="23"/>
                      <a:pt x="27" y="13"/>
                      <a:pt x="23" y="0"/>
                    </a:cubicBezTo>
                    <a:cubicBezTo>
                      <a:pt x="23" y="0"/>
                      <a:pt x="0" y="18"/>
                      <a:pt x="17" y="23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Freeform 2099">
                <a:extLst>
                  <a:ext uri="{FF2B5EF4-FFF2-40B4-BE49-F238E27FC236}">
                    <a16:creationId xmlns:a16="http://schemas.microsoft.com/office/drawing/2014/main" id="{9CA3205E-8BEF-4CD9-9C3C-8343230EA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318"/>
                <a:ext cx="55" cy="56"/>
              </a:xfrm>
              <a:custGeom>
                <a:avLst/>
                <a:gdLst>
                  <a:gd name="T0" fmla="*/ 174 w 31"/>
                  <a:gd name="T1" fmla="*/ 65 h 30"/>
                  <a:gd name="T2" fmla="*/ 0 w 31"/>
                  <a:gd name="T3" fmla="*/ 112 h 30"/>
                  <a:gd name="T4" fmla="*/ 174 w 31"/>
                  <a:gd name="T5" fmla="*/ 6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0">
                    <a:moveTo>
                      <a:pt x="31" y="10"/>
                    </a:moveTo>
                    <a:cubicBezTo>
                      <a:pt x="31" y="10"/>
                      <a:pt x="15" y="0"/>
                      <a:pt x="0" y="17"/>
                    </a:cubicBezTo>
                    <a:cubicBezTo>
                      <a:pt x="0" y="17"/>
                      <a:pt x="20" y="30"/>
                      <a:pt x="31" y="1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0" name="Freeform 2100">
                <a:extLst>
                  <a:ext uri="{FF2B5EF4-FFF2-40B4-BE49-F238E27FC236}">
                    <a16:creationId xmlns:a16="http://schemas.microsoft.com/office/drawing/2014/main" id="{4B3D871B-2F8C-43FE-9CBC-8FDFE2D5C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1299"/>
                <a:ext cx="68" cy="49"/>
              </a:xfrm>
              <a:custGeom>
                <a:avLst/>
                <a:gdLst>
                  <a:gd name="T0" fmla="*/ 207 w 39"/>
                  <a:gd name="T1" fmla="*/ 68 h 26"/>
                  <a:gd name="T2" fmla="*/ 0 w 39"/>
                  <a:gd name="T3" fmla="*/ 136 h 26"/>
                  <a:gd name="T4" fmla="*/ 207 w 39"/>
                  <a:gd name="T5" fmla="*/ 6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6">
                    <a:moveTo>
                      <a:pt x="39" y="10"/>
                    </a:moveTo>
                    <a:cubicBezTo>
                      <a:pt x="39" y="10"/>
                      <a:pt x="11" y="0"/>
                      <a:pt x="0" y="20"/>
                    </a:cubicBezTo>
                    <a:cubicBezTo>
                      <a:pt x="0" y="20"/>
                      <a:pt x="20" y="26"/>
                      <a:pt x="39" y="10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1" name="Freeform 2101">
                <a:extLst>
                  <a:ext uri="{FF2B5EF4-FFF2-40B4-BE49-F238E27FC236}">
                    <a16:creationId xmlns:a16="http://schemas.microsoft.com/office/drawing/2014/main" id="{FF9553C5-3C44-47E0-888D-9B4BED6FD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292"/>
                <a:ext cx="58" cy="47"/>
              </a:xfrm>
              <a:custGeom>
                <a:avLst/>
                <a:gdLst>
                  <a:gd name="T0" fmla="*/ 179 w 33"/>
                  <a:gd name="T1" fmla="*/ 100 h 25"/>
                  <a:gd name="T2" fmla="*/ 0 w 33"/>
                  <a:gd name="T3" fmla="*/ 92 h 25"/>
                  <a:gd name="T4" fmla="*/ 179 w 33"/>
                  <a:gd name="T5" fmla="*/ 10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33" y="15"/>
                    </a:moveTo>
                    <a:cubicBezTo>
                      <a:pt x="33" y="15"/>
                      <a:pt x="16" y="0"/>
                      <a:pt x="0" y="14"/>
                    </a:cubicBezTo>
                    <a:cubicBezTo>
                      <a:pt x="0" y="14"/>
                      <a:pt x="16" y="25"/>
                      <a:pt x="33" y="15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2" name="Freeform 2102">
                <a:extLst>
                  <a:ext uri="{FF2B5EF4-FFF2-40B4-BE49-F238E27FC236}">
                    <a16:creationId xmlns:a16="http://schemas.microsoft.com/office/drawing/2014/main" id="{30AC597E-C70A-4107-B135-8C56E0527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309"/>
                <a:ext cx="58" cy="52"/>
              </a:xfrm>
              <a:custGeom>
                <a:avLst/>
                <a:gdLst>
                  <a:gd name="T0" fmla="*/ 179 w 33"/>
                  <a:gd name="T1" fmla="*/ 121 h 28"/>
                  <a:gd name="T2" fmla="*/ 0 w 33"/>
                  <a:gd name="T3" fmla="*/ 37 h 28"/>
                  <a:gd name="T4" fmla="*/ 179 w 33"/>
                  <a:gd name="T5" fmla="*/ 12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8">
                    <a:moveTo>
                      <a:pt x="33" y="19"/>
                    </a:moveTo>
                    <a:cubicBezTo>
                      <a:pt x="33" y="19"/>
                      <a:pt x="24" y="0"/>
                      <a:pt x="0" y="6"/>
                    </a:cubicBezTo>
                    <a:cubicBezTo>
                      <a:pt x="0" y="6"/>
                      <a:pt x="11" y="28"/>
                      <a:pt x="33" y="19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3" name="Freeform 2103">
                <a:extLst>
                  <a:ext uri="{FF2B5EF4-FFF2-40B4-BE49-F238E27FC236}">
                    <a16:creationId xmlns:a16="http://schemas.microsoft.com/office/drawing/2014/main" id="{0BD8CBB5-BD32-44EF-ADBA-3C0559994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335"/>
                <a:ext cx="60" cy="49"/>
              </a:xfrm>
              <a:custGeom>
                <a:avLst/>
                <a:gdLst>
                  <a:gd name="T0" fmla="*/ 187 w 34"/>
                  <a:gd name="T1" fmla="*/ 107 h 26"/>
                  <a:gd name="T2" fmla="*/ 0 w 34"/>
                  <a:gd name="T3" fmla="*/ 32 h 26"/>
                  <a:gd name="T4" fmla="*/ 187 w 34"/>
                  <a:gd name="T5" fmla="*/ 10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6">
                    <a:moveTo>
                      <a:pt x="34" y="16"/>
                    </a:moveTo>
                    <a:cubicBezTo>
                      <a:pt x="34" y="16"/>
                      <a:pt x="13" y="0"/>
                      <a:pt x="0" y="5"/>
                    </a:cubicBezTo>
                    <a:cubicBezTo>
                      <a:pt x="0" y="5"/>
                      <a:pt x="10" y="26"/>
                      <a:pt x="34" y="16"/>
                    </a:cubicBezTo>
                    <a:close/>
                  </a:path>
                </a:pathLst>
              </a:custGeom>
              <a:solidFill>
                <a:srgbClr val="B6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4" name="Freeform 2104">
                <a:extLst>
                  <a:ext uri="{FF2B5EF4-FFF2-40B4-BE49-F238E27FC236}">
                    <a16:creationId xmlns:a16="http://schemas.microsoft.com/office/drawing/2014/main" id="{6AACD6B9-A015-40E8-AAF3-D7D7155DE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277"/>
                <a:ext cx="17" cy="19"/>
              </a:xfrm>
              <a:custGeom>
                <a:avLst/>
                <a:gdLst>
                  <a:gd name="T0" fmla="*/ 44 w 10"/>
                  <a:gd name="T1" fmla="*/ 15 h 10"/>
                  <a:gd name="T2" fmla="*/ 34 w 10"/>
                  <a:gd name="T3" fmla="*/ 48 h 10"/>
                  <a:gd name="T4" fmla="*/ 9 w 10"/>
                  <a:gd name="T5" fmla="*/ 61 h 10"/>
                  <a:gd name="T6" fmla="*/ 15 w 10"/>
                  <a:gd name="T7" fmla="*/ 21 h 10"/>
                  <a:gd name="T8" fmla="*/ 44 w 10"/>
                  <a:gd name="T9" fmla="*/ 1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2"/>
                    </a:moveTo>
                    <a:cubicBezTo>
                      <a:pt x="10" y="3"/>
                      <a:pt x="9" y="5"/>
                      <a:pt x="7" y="7"/>
                    </a:cubicBezTo>
                    <a:cubicBezTo>
                      <a:pt x="5" y="9"/>
                      <a:pt x="3" y="10"/>
                      <a:pt x="2" y="9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9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5" name="Freeform 2105">
                <a:extLst>
                  <a:ext uri="{FF2B5EF4-FFF2-40B4-BE49-F238E27FC236}">
                    <a16:creationId xmlns:a16="http://schemas.microsoft.com/office/drawing/2014/main" id="{EDAC7AAC-29A2-4C7B-B96D-CB5EBF9C2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326"/>
                <a:ext cx="13" cy="13"/>
              </a:xfrm>
              <a:custGeom>
                <a:avLst/>
                <a:gdLst>
                  <a:gd name="T0" fmla="*/ 37 w 7"/>
                  <a:gd name="T1" fmla="*/ 7 h 7"/>
                  <a:gd name="T2" fmla="*/ 32 w 7"/>
                  <a:gd name="T3" fmla="*/ 32 h 7"/>
                  <a:gd name="T4" fmla="*/ 7 w 7"/>
                  <a:gd name="T5" fmla="*/ 37 h 7"/>
                  <a:gd name="T6" fmla="*/ 13 w 7"/>
                  <a:gd name="T7" fmla="*/ 13 h 7"/>
                  <a:gd name="T8" fmla="*/ 37 w 7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7" y="2"/>
                      <a:pt x="6" y="3"/>
                      <a:pt x="5" y="5"/>
                    </a:cubicBezTo>
                    <a:cubicBezTo>
                      <a:pt x="4" y="6"/>
                      <a:pt x="2" y="7"/>
                      <a:pt x="1" y="6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4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" name="Freeform 2106">
                <a:extLst>
                  <a:ext uri="{FF2B5EF4-FFF2-40B4-BE49-F238E27FC236}">
                    <a16:creationId xmlns:a16="http://schemas.microsoft.com/office/drawing/2014/main" id="{7554619B-57F0-4BE3-A940-65111A3C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341"/>
                <a:ext cx="21" cy="11"/>
              </a:xfrm>
              <a:custGeom>
                <a:avLst/>
                <a:gdLst>
                  <a:gd name="T0" fmla="*/ 65 w 12"/>
                  <a:gd name="T1" fmla="*/ 13 h 6"/>
                  <a:gd name="T2" fmla="*/ 33 w 12"/>
                  <a:gd name="T3" fmla="*/ 37 h 6"/>
                  <a:gd name="T4" fmla="*/ 0 w 12"/>
                  <a:gd name="T5" fmla="*/ 20 h 6"/>
                  <a:gd name="T6" fmla="*/ 33 w 12"/>
                  <a:gd name="T7" fmla="*/ 0 h 6"/>
                  <a:gd name="T8" fmla="*/ 65 w 12"/>
                  <a:gd name="T9" fmla="*/ 1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12" y="2"/>
                    </a:moveTo>
                    <a:cubicBezTo>
                      <a:pt x="12" y="4"/>
                      <a:pt x="9" y="6"/>
                      <a:pt x="6" y="6"/>
                    </a:cubicBezTo>
                    <a:cubicBezTo>
                      <a:pt x="3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6" y="0"/>
                    </a:cubicBezTo>
                    <a:cubicBezTo>
                      <a:pt x="9" y="0"/>
                      <a:pt x="12" y="1"/>
                      <a:pt x="12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" name="Freeform 2107">
                <a:extLst>
                  <a:ext uri="{FF2B5EF4-FFF2-40B4-BE49-F238E27FC236}">
                    <a16:creationId xmlns:a16="http://schemas.microsoft.com/office/drawing/2014/main" id="{C02364C0-ED07-43FE-8F51-ABCF13125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320"/>
                <a:ext cx="21" cy="11"/>
              </a:xfrm>
              <a:custGeom>
                <a:avLst/>
                <a:gdLst>
                  <a:gd name="T0" fmla="*/ 65 w 12"/>
                  <a:gd name="T1" fmla="*/ 13 h 6"/>
                  <a:gd name="T2" fmla="*/ 37 w 12"/>
                  <a:gd name="T3" fmla="*/ 31 h 6"/>
                  <a:gd name="T4" fmla="*/ 0 w 12"/>
                  <a:gd name="T5" fmla="*/ 31 h 6"/>
                  <a:gd name="T6" fmla="*/ 28 w 12"/>
                  <a:gd name="T7" fmla="*/ 7 h 6"/>
                  <a:gd name="T8" fmla="*/ 65 w 12"/>
                  <a:gd name="T9" fmla="*/ 1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12" y="2"/>
                    </a:moveTo>
                    <a:cubicBezTo>
                      <a:pt x="12" y="3"/>
                      <a:pt x="10" y="5"/>
                      <a:pt x="7" y="5"/>
                    </a:cubicBezTo>
                    <a:cubicBezTo>
                      <a:pt x="3" y="6"/>
                      <a:pt x="1" y="6"/>
                      <a:pt x="0" y="5"/>
                    </a:cubicBezTo>
                    <a:cubicBezTo>
                      <a:pt x="0" y="4"/>
                      <a:pt x="2" y="2"/>
                      <a:pt x="5" y="1"/>
                    </a:cubicBezTo>
                    <a:cubicBezTo>
                      <a:pt x="8" y="0"/>
                      <a:pt x="11" y="0"/>
                      <a:pt x="12" y="2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8" name="Freeform 2108">
                <a:extLst>
                  <a:ext uri="{FF2B5EF4-FFF2-40B4-BE49-F238E27FC236}">
                    <a16:creationId xmlns:a16="http://schemas.microsoft.com/office/drawing/2014/main" id="{A94B8FF0-A2E4-4A5F-95BB-F356BF124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311"/>
                <a:ext cx="17" cy="11"/>
              </a:xfrm>
              <a:custGeom>
                <a:avLst/>
                <a:gdLst>
                  <a:gd name="T0" fmla="*/ 44 w 10"/>
                  <a:gd name="T1" fmla="*/ 24 h 6"/>
                  <a:gd name="T2" fmla="*/ 20 w 10"/>
                  <a:gd name="T3" fmla="*/ 31 h 6"/>
                  <a:gd name="T4" fmla="*/ 0 w 10"/>
                  <a:gd name="T5" fmla="*/ 13 h 6"/>
                  <a:gd name="T6" fmla="*/ 26 w 10"/>
                  <a:gd name="T7" fmla="*/ 7 h 6"/>
                  <a:gd name="T8" fmla="*/ 44 w 10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9" y="4"/>
                    </a:moveTo>
                    <a:cubicBezTo>
                      <a:pt x="9" y="5"/>
                      <a:pt x="7" y="6"/>
                      <a:pt x="4" y="5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8" y="1"/>
                      <a:pt x="10" y="2"/>
                      <a:pt x="9" y="4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9" name="Freeform 2109">
                <a:extLst>
                  <a:ext uri="{FF2B5EF4-FFF2-40B4-BE49-F238E27FC236}">
                    <a16:creationId xmlns:a16="http://schemas.microsoft.com/office/drawing/2014/main" id="{735BDAE2-01CA-4D62-8FD7-8397BF16C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324"/>
                <a:ext cx="19" cy="15"/>
              </a:xfrm>
              <a:custGeom>
                <a:avLst/>
                <a:gdLst>
                  <a:gd name="T0" fmla="*/ 57 w 11"/>
                  <a:gd name="T1" fmla="*/ 39 h 8"/>
                  <a:gd name="T2" fmla="*/ 21 w 11"/>
                  <a:gd name="T3" fmla="*/ 39 h 8"/>
                  <a:gd name="T4" fmla="*/ 0 w 11"/>
                  <a:gd name="T5" fmla="*/ 8 h 8"/>
                  <a:gd name="T6" fmla="*/ 36 w 11"/>
                  <a:gd name="T7" fmla="*/ 8 h 8"/>
                  <a:gd name="T8" fmla="*/ 57 w 11"/>
                  <a:gd name="T9" fmla="*/ 3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6"/>
                    </a:moveTo>
                    <a:cubicBezTo>
                      <a:pt x="10" y="8"/>
                      <a:pt x="7" y="8"/>
                      <a:pt x="4" y="6"/>
                    </a:cubicBezTo>
                    <a:cubicBezTo>
                      <a:pt x="1" y="5"/>
                      <a:pt x="0" y="2"/>
                      <a:pt x="0" y="1"/>
                    </a:cubicBezTo>
                    <a:cubicBezTo>
                      <a:pt x="1" y="0"/>
                      <a:pt x="4" y="0"/>
                      <a:pt x="7" y="1"/>
                    </a:cubicBezTo>
                    <a:cubicBezTo>
                      <a:pt x="10" y="3"/>
                      <a:pt x="11" y="5"/>
                      <a:pt x="11" y="6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0" name="Freeform 2110">
                <a:extLst>
                  <a:ext uri="{FF2B5EF4-FFF2-40B4-BE49-F238E27FC236}">
                    <a16:creationId xmlns:a16="http://schemas.microsoft.com/office/drawing/2014/main" id="{3B8AC426-CA97-4CBB-BD28-FE852F13F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352"/>
                <a:ext cx="18" cy="11"/>
              </a:xfrm>
              <a:custGeom>
                <a:avLst/>
                <a:gdLst>
                  <a:gd name="T0" fmla="*/ 52 w 10"/>
                  <a:gd name="T1" fmla="*/ 31 h 6"/>
                  <a:gd name="T2" fmla="*/ 23 w 10"/>
                  <a:gd name="T3" fmla="*/ 24 h 6"/>
                  <a:gd name="T4" fmla="*/ 7 w 10"/>
                  <a:gd name="T5" fmla="*/ 7 h 6"/>
                  <a:gd name="T6" fmla="*/ 36 w 10"/>
                  <a:gd name="T7" fmla="*/ 7 h 6"/>
                  <a:gd name="T8" fmla="*/ 52 w 10"/>
                  <a:gd name="T9" fmla="*/ 3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9" y="5"/>
                    </a:moveTo>
                    <a:cubicBezTo>
                      <a:pt x="9" y="6"/>
                      <a:pt x="7" y="6"/>
                      <a:pt x="4" y="4"/>
                    </a:cubicBezTo>
                    <a:cubicBezTo>
                      <a:pt x="2" y="3"/>
                      <a:pt x="0" y="2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10" y="4"/>
                      <a:pt x="9" y="5"/>
                    </a:cubicBezTo>
                    <a:close/>
                  </a:path>
                </a:pathLst>
              </a:custGeom>
              <a:solidFill>
                <a:srgbClr val="A02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1" name="Freeform 2111">
                <a:extLst>
                  <a:ext uri="{FF2B5EF4-FFF2-40B4-BE49-F238E27FC236}">
                    <a16:creationId xmlns:a16="http://schemas.microsoft.com/office/drawing/2014/main" id="{58CEB9DA-19C6-4C5C-AF2E-F319AA163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268"/>
                <a:ext cx="33" cy="37"/>
              </a:xfrm>
              <a:custGeom>
                <a:avLst/>
                <a:gdLst>
                  <a:gd name="T0" fmla="*/ 78 w 19"/>
                  <a:gd name="T1" fmla="*/ 7 h 20"/>
                  <a:gd name="T2" fmla="*/ 0 w 19"/>
                  <a:gd name="T3" fmla="*/ 126 h 20"/>
                  <a:gd name="T4" fmla="*/ 78 w 19"/>
                  <a:gd name="T5" fmla="*/ 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15" y="1"/>
                    </a:moveTo>
                    <a:cubicBezTo>
                      <a:pt x="15" y="1"/>
                      <a:pt x="5" y="0"/>
                      <a:pt x="0" y="20"/>
                    </a:cubicBezTo>
                    <a:cubicBezTo>
                      <a:pt x="0" y="20"/>
                      <a:pt x="19" y="18"/>
                      <a:pt x="15" y="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2112">
                <a:extLst>
                  <a:ext uri="{FF2B5EF4-FFF2-40B4-BE49-F238E27FC236}">
                    <a16:creationId xmlns:a16="http://schemas.microsoft.com/office/drawing/2014/main" id="{5FAC69D1-6F96-4B02-A7AA-121AF9BCD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305"/>
                <a:ext cx="46" cy="45"/>
              </a:xfrm>
              <a:custGeom>
                <a:avLst/>
                <a:gdLst>
                  <a:gd name="T0" fmla="*/ 88 w 26"/>
                  <a:gd name="T1" fmla="*/ 158 h 24"/>
                  <a:gd name="T2" fmla="*/ 122 w 26"/>
                  <a:gd name="T3" fmla="*/ 0 h 24"/>
                  <a:gd name="T4" fmla="*/ 88 w 26"/>
                  <a:gd name="T5" fmla="*/ 15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4">
                    <a:moveTo>
                      <a:pt x="16" y="24"/>
                    </a:moveTo>
                    <a:cubicBezTo>
                      <a:pt x="16" y="24"/>
                      <a:pt x="26" y="14"/>
                      <a:pt x="22" y="0"/>
                    </a:cubicBezTo>
                    <a:cubicBezTo>
                      <a:pt x="22" y="0"/>
                      <a:pt x="0" y="19"/>
                      <a:pt x="16" y="2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2113">
                <a:extLst>
                  <a:ext uri="{FF2B5EF4-FFF2-40B4-BE49-F238E27FC236}">
                    <a16:creationId xmlns:a16="http://schemas.microsoft.com/office/drawing/2014/main" id="{B92D9A09-25EB-42AE-80F7-36EF2F4BC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316"/>
                <a:ext cx="55" cy="58"/>
              </a:xfrm>
              <a:custGeom>
                <a:avLst/>
                <a:gdLst>
                  <a:gd name="T0" fmla="*/ 174 w 31"/>
                  <a:gd name="T1" fmla="*/ 73 h 31"/>
                  <a:gd name="T2" fmla="*/ 0 w 31"/>
                  <a:gd name="T3" fmla="*/ 120 h 31"/>
                  <a:gd name="T4" fmla="*/ 174 w 31"/>
                  <a:gd name="T5" fmla="*/ 7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1" y="11"/>
                    </a:moveTo>
                    <a:cubicBezTo>
                      <a:pt x="31" y="11"/>
                      <a:pt x="16" y="0"/>
                      <a:pt x="0" y="18"/>
                    </a:cubicBezTo>
                    <a:cubicBezTo>
                      <a:pt x="0" y="18"/>
                      <a:pt x="20" y="31"/>
                      <a:pt x="31" y="1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2114">
                <a:extLst>
                  <a:ext uri="{FF2B5EF4-FFF2-40B4-BE49-F238E27FC236}">
                    <a16:creationId xmlns:a16="http://schemas.microsoft.com/office/drawing/2014/main" id="{2320E81B-A61C-4290-9A9B-8669C9349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1299"/>
                <a:ext cx="68" cy="49"/>
              </a:xfrm>
              <a:custGeom>
                <a:avLst/>
                <a:gdLst>
                  <a:gd name="T0" fmla="*/ 207 w 39"/>
                  <a:gd name="T1" fmla="*/ 60 h 26"/>
                  <a:gd name="T2" fmla="*/ 0 w 39"/>
                  <a:gd name="T3" fmla="*/ 136 h 26"/>
                  <a:gd name="T4" fmla="*/ 207 w 39"/>
                  <a:gd name="T5" fmla="*/ 6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6">
                    <a:moveTo>
                      <a:pt x="39" y="9"/>
                    </a:moveTo>
                    <a:cubicBezTo>
                      <a:pt x="39" y="9"/>
                      <a:pt x="11" y="0"/>
                      <a:pt x="0" y="20"/>
                    </a:cubicBezTo>
                    <a:cubicBezTo>
                      <a:pt x="0" y="20"/>
                      <a:pt x="20" y="26"/>
                      <a:pt x="39" y="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Freeform 2115">
                <a:extLst>
                  <a:ext uri="{FF2B5EF4-FFF2-40B4-BE49-F238E27FC236}">
                    <a16:creationId xmlns:a16="http://schemas.microsoft.com/office/drawing/2014/main" id="{69D4E56A-E1E0-4787-BA9A-F33130F85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292"/>
                <a:ext cx="60" cy="45"/>
              </a:xfrm>
              <a:custGeom>
                <a:avLst/>
                <a:gdLst>
                  <a:gd name="T0" fmla="*/ 187 w 34"/>
                  <a:gd name="T1" fmla="*/ 92 h 24"/>
                  <a:gd name="T2" fmla="*/ 0 w 34"/>
                  <a:gd name="T3" fmla="*/ 84 h 24"/>
                  <a:gd name="T4" fmla="*/ 187 w 34"/>
                  <a:gd name="T5" fmla="*/ 9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4">
                    <a:moveTo>
                      <a:pt x="34" y="14"/>
                    </a:moveTo>
                    <a:cubicBezTo>
                      <a:pt x="34" y="14"/>
                      <a:pt x="17" y="0"/>
                      <a:pt x="0" y="13"/>
                    </a:cubicBezTo>
                    <a:cubicBezTo>
                      <a:pt x="0" y="13"/>
                      <a:pt x="16" y="24"/>
                      <a:pt x="34" y="1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6" name="Freeform 2116">
                <a:extLst>
                  <a:ext uri="{FF2B5EF4-FFF2-40B4-BE49-F238E27FC236}">
                    <a16:creationId xmlns:a16="http://schemas.microsoft.com/office/drawing/2014/main" id="{C7DBF6C9-F12B-4C41-A55D-56D370F39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307"/>
                <a:ext cx="56" cy="54"/>
              </a:xfrm>
              <a:custGeom>
                <a:avLst/>
                <a:gdLst>
                  <a:gd name="T0" fmla="*/ 172 w 32"/>
                  <a:gd name="T1" fmla="*/ 121 h 29"/>
                  <a:gd name="T2" fmla="*/ 0 w 32"/>
                  <a:gd name="T3" fmla="*/ 37 h 29"/>
                  <a:gd name="T4" fmla="*/ 172 w 32"/>
                  <a:gd name="T5" fmla="*/ 12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19"/>
                    </a:moveTo>
                    <a:cubicBezTo>
                      <a:pt x="32" y="19"/>
                      <a:pt x="23" y="0"/>
                      <a:pt x="0" y="6"/>
                    </a:cubicBezTo>
                    <a:cubicBezTo>
                      <a:pt x="0" y="6"/>
                      <a:pt x="10" y="29"/>
                      <a:pt x="32" y="1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Freeform 2117">
                <a:extLst>
                  <a:ext uri="{FF2B5EF4-FFF2-40B4-BE49-F238E27FC236}">
                    <a16:creationId xmlns:a16="http://schemas.microsoft.com/office/drawing/2014/main" id="{A471216D-D68B-4589-8CEA-45998E2E4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335"/>
                <a:ext cx="60" cy="49"/>
              </a:xfrm>
              <a:custGeom>
                <a:avLst/>
                <a:gdLst>
                  <a:gd name="T0" fmla="*/ 187 w 34"/>
                  <a:gd name="T1" fmla="*/ 107 h 26"/>
                  <a:gd name="T2" fmla="*/ 0 w 34"/>
                  <a:gd name="T3" fmla="*/ 28 h 26"/>
                  <a:gd name="T4" fmla="*/ 187 w 34"/>
                  <a:gd name="T5" fmla="*/ 10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6">
                    <a:moveTo>
                      <a:pt x="34" y="16"/>
                    </a:moveTo>
                    <a:cubicBezTo>
                      <a:pt x="34" y="16"/>
                      <a:pt x="13" y="0"/>
                      <a:pt x="0" y="4"/>
                    </a:cubicBezTo>
                    <a:cubicBezTo>
                      <a:pt x="0" y="4"/>
                      <a:pt x="10" y="26"/>
                      <a:pt x="34" y="1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8" name="Freeform 2118">
                <a:extLst>
                  <a:ext uri="{FF2B5EF4-FFF2-40B4-BE49-F238E27FC236}">
                    <a16:creationId xmlns:a16="http://schemas.microsoft.com/office/drawing/2014/main" id="{5EBD0881-1AD9-4EF2-84E6-56CA88171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238"/>
                <a:ext cx="109" cy="60"/>
              </a:xfrm>
              <a:custGeom>
                <a:avLst/>
                <a:gdLst>
                  <a:gd name="T0" fmla="*/ 338 w 62"/>
                  <a:gd name="T1" fmla="*/ 21 h 32"/>
                  <a:gd name="T2" fmla="*/ 0 w 62"/>
                  <a:gd name="T3" fmla="*/ 212 h 32"/>
                  <a:gd name="T4" fmla="*/ 338 w 62"/>
                  <a:gd name="T5" fmla="*/ 2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32">
                    <a:moveTo>
                      <a:pt x="62" y="3"/>
                    </a:moveTo>
                    <a:cubicBezTo>
                      <a:pt x="62" y="3"/>
                      <a:pt x="15" y="0"/>
                      <a:pt x="0" y="32"/>
                    </a:cubicBezTo>
                    <a:cubicBezTo>
                      <a:pt x="0" y="32"/>
                      <a:pt x="22" y="7"/>
                      <a:pt x="62" y="3"/>
                    </a:cubicBezTo>
                    <a:close/>
                  </a:path>
                </a:pathLst>
              </a:custGeom>
              <a:solidFill>
                <a:srgbClr val="F1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Freeform 2119">
                <a:extLst>
                  <a:ext uri="{FF2B5EF4-FFF2-40B4-BE49-F238E27FC236}">
                    <a16:creationId xmlns:a16="http://schemas.microsoft.com/office/drawing/2014/main" id="{BCF18734-DC1E-43EB-AC55-9C6900066E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31" y="1324"/>
                <a:ext cx="460" cy="756"/>
              </a:xfrm>
              <a:custGeom>
                <a:avLst/>
                <a:gdLst>
                  <a:gd name="T0" fmla="*/ 1359 w 262"/>
                  <a:gd name="T1" fmla="*/ 1265 h 404"/>
                  <a:gd name="T2" fmla="*/ 1391 w 262"/>
                  <a:gd name="T3" fmla="*/ 885 h 404"/>
                  <a:gd name="T4" fmla="*/ 1310 w 262"/>
                  <a:gd name="T5" fmla="*/ 578 h 404"/>
                  <a:gd name="T6" fmla="*/ 1317 w 262"/>
                  <a:gd name="T7" fmla="*/ 361 h 404"/>
                  <a:gd name="T8" fmla="*/ 1224 w 262"/>
                  <a:gd name="T9" fmla="*/ 125 h 404"/>
                  <a:gd name="T10" fmla="*/ 990 w 262"/>
                  <a:gd name="T11" fmla="*/ 112 h 404"/>
                  <a:gd name="T12" fmla="*/ 823 w 262"/>
                  <a:gd name="T13" fmla="*/ 32 h 404"/>
                  <a:gd name="T14" fmla="*/ 660 w 262"/>
                  <a:gd name="T15" fmla="*/ 0 h 404"/>
                  <a:gd name="T16" fmla="*/ 453 w 262"/>
                  <a:gd name="T17" fmla="*/ 67 h 404"/>
                  <a:gd name="T18" fmla="*/ 428 w 262"/>
                  <a:gd name="T19" fmla="*/ 105 h 404"/>
                  <a:gd name="T20" fmla="*/ 237 w 262"/>
                  <a:gd name="T21" fmla="*/ 97 h 404"/>
                  <a:gd name="T22" fmla="*/ 142 w 262"/>
                  <a:gd name="T23" fmla="*/ 483 h 404"/>
                  <a:gd name="T24" fmla="*/ 56 w 262"/>
                  <a:gd name="T25" fmla="*/ 747 h 404"/>
                  <a:gd name="T26" fmla="*/ 70 w 262"/>
                  <a:gd name="T27" fmla="*/ 1054 h 404"/>
                  <a:gd name="T28" fmla="*/ 98 w 262"/>
                  <a:gd name="T29" fmla="*/ 1527 h 404"/>
                  <a:gd name="T30" fmla="*/ 107 w 262"/>
                  <a:gd name="T31" fmla="*/ 1705 h 404"/>
                  <a:gd name="T32" fmla="*/ 277 w 262"/>
                  <a:gd name="T33" fmla="*/ 2189 h 404"/>
                  <a:gd name="T34" fmla="*/ 411 w 262"/>
                  <a:gd name="T35" fmla="*/ 2412 h 404"/>
                  <a:gd name="T36" fmla="*/ 564 w 262"/>
                  <a:gd name="T37" fmla="*/ 2521 h 404"/>
                  <a:gd name="T38" fmla="*/ 758 w 262"/>
                  <a:gd name="T39" fmla="*/ 2573 h 404"/>
                  <a:gd name="T40" fmla="*/ 938 w 262"/>
                  <a:gd name="T41" fmla="*/ 2511 h 404"/>
                  <a:gd name="T42" fmla="*/ 1180 w 262"/>
                  <a:gd name="T43" fmla="*/ 2182 h 404"/>
                  <a:gd name="T44" fmla="*/ 1261 w 262"/>
                  <a:gd name="T45" fmla="*/ 1918 h 404"/>
                  <a:gd name="T46" fmla="*/ 1341 w 262"/>
                  <a:gd name="T47" fmla="*/ 1624 h 404"/>
                  <a:gd name="T48" fmla="*/ 1341 w 262"/>
                  <a:gd name="T49" fmla="*/ 1443 h 404"/>
                  <a:gd name="T50" fmla="*/ 1359 w 262"/>
                  <a:gd name="T51" fmla="*/ 1265 h 404"/>
                  <a:gd name="T52" fmla="*/ 1196 w 262"/>
                  <a:gd name="T53" fmla="*/ 1082 h 404"/>
                  <a:gd name="T54" fmla="*/ 1110 w 262"/>
                  <a:gd name="T55" fmla="*/ 1422 h 404"/>
                  <a:gd name="T56" fmla="*/ 1032 w 262"/>
                  <a:gd name="T57" fmla="*/ 1821 h 404"/>
                  <a:gd name="T58" fmla="*/ 918 w 262"/>
                  <a:gd name="T59" fmla="*/ 2143 h 404"/>
                  <a:gd name="T60" fmla="*/ 629 w 262"/>
                  <a:gd name="T61" fmla="*/ 2143 h 404"/>
                  <a:gd name="T62" fmla="*/ 395 w 262"/>
                  <a:gd name="T63" fmla="*/ 1881 h 404"/>
                  <a:gd name="T64" fmla="*/ 395 w 262"/>
                  <a:gd name="T65" fmla="*/ 1527 h 404"/>
                  <a:gd name="T66" fmla="*/ 330 w 262"/>
                  <a:gd name="T67" fmla="*/ 1205 h 404"/>
                  <a:gd name="T68" fmla="*/ 298 w 262"/>
                  <a:gd name="T69" fmla="*/ 885 h 404"/>
                  <a:gd name="T70" fmla="*/ 423 w 262"/>
                  <a:gd name="T71" fmla="*/ 586 h 404"/>
                  <a:gd name="T72" fmla="*/ 558 w 262"/>
                  <a:gd name="T73" fmla="*/ 354 h 404"/>
                  <a:gd name="T74" fmla="*/ 967 w 262"/>
                  <a:gd name="T75" fmla="*/ 438 h 404"/>
                  <a:gd name="T76" fmla="*/ 966 w 262"/>
                  <a:gd name="T77" fmla="*/ 434 h 404"/>
                  <a:gd name="T78" fmla="*/ 1097 w 262"/>
                  <a:gd name="T79" fmla="*/ 438 h 404"/>
                  <a:gd name="T80" fmla="*/ 1211 w 262"/>
                  <a:gd name="T81" fmla="*/ 662 h 404"/>
                  <a:gd name="T82" fmla="*/ 1196 w 262"/>
                  <a:gd name="T83" fmla="*/ 1082 h 40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2" h="404">
                    <a:moveTo>
                      <a:pt x="251" y="193"/>
                    </a:moveTo>
                    <a:cubicBezTo>
                      <a:pt x="251" y="193"/>
                      <a:pt x="262" y="153"/>
                      <a:pt x="257" y="135"/>
                    </a:cubicBezTo>
                    <a:cubicBezTo>
                      <a:pt x="257" y="92"/>
                      <a:pt x="242" y="88"/>
                      <a:pt x="242" y="88"/>
                    </a:cubicBezTo>
                    <a:cubicBezTo>
                      <a:pt x="251" y="75"/>
                      <a:pt x="243" y="55"/>
                      <a:pt x="243" y="55"/>
                    </a:cubicBezTo>
                    <a:cubicBezTo>
                      <a:pt x="244" y="44"/>
                      <a:pt x="226" y="19"/>
                      <a:pt x="226" y="19"/>
                    </a:cubicBezTo>
                    <a:cubicBezTo>
                      <a:pt x="222" y="40"/>
                      <a:pt x="183" y="17"/>
                      <a:pt x="183" y="17"/>
                    </a:cubicBezTo>
                    <a:cubicBezTo>
                      <a:pt x="172" y="24"/>
                      <a:pt x="152" y="5"/>
                      <a:pt x="152" y="5"/>
                    </a:cubicBezTo>
                    <a:cubicBezTo>
                      <a:pt x="144" y="10"/>
                      <a:pt x="122" y="0"/>
                      <a:pt x="122" y="0"/>
                    </a:cubicBezTo>
                    <a:cubicBezTo>
                      <a:pt x="114" y="16"/>
                      <a:pt x="84" y="10"/>
                      <a:pt x="84" y="10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0" y="29"/>
                      <a:pt x="44" y="15"/>
                      <a:pt x="44" y="15"/>
                    </a:cubicBezTo>
                    <a:cubicBezTo>
                      <a:pt x="30" y="17"/>
                      <a:pt x="26" y="74"/>
                      <a:pt x="26" y="74"/>
                    </a:cubicBezTo>
                    <a:cubicBezTo>
                      <a:pt x="15" y="75"/>
                      <a:pt x="10" y="114"/>
                      <a:pt x="10" y="114"/>
                    </a:cubicBezTo>
                    <a:cubicBezTo>
                      <a:pt x="10" y="114"/>
                      <a:pt x="4" y="152"/>
                      <a:pt x="13" y="161"/>
                    </a:cubicBezTo>
                    <a:cubicBezTo>
                      <a:pt x="13" y="161"/>
                      <a:pt x="0" y="218"/>
                      <a:pt x="18" y="233"/>
                    </a:cubicBezTo>
                    <a:cubicBezTo>
                      <a:pt x="18" y="233"/>
                      <a:pt x="16" y="247"/>
                      <a:pt x="20" y="260"/>
                    </a:cubicBezTo>
                    <a:cubicBezTo>
                      <a:pt x="25" y="272"/>
                      <a:pt x="38" y="329"/>
                      <a:pt x="51" y="334"/>
                    </a:cubicBezTo>
                    <a:cubicBezTo>
                      <a:pt x="51" y="334"/>
                      <a:pt x="66" y="367"/>
                      <a:pt x="76" y="368"/>
                    </a:cubicBezTo>
                    <a:cubicBezTo>
                      <a:pt x="76" y="368"/>
                      <a:pt x="92" y="387"/>
                      <a:pt x="104" y="385"/>
                    </a:cubicBezTo>
                    <a:cubicBezTo>
                      <a:pt x="104" y="385"/>
                      <a:pt x="126" y="404"/>
                      <a:pt x="140" y="393"/>
                    </a:cubicBezTo>
                    <a:cubicBezTo>
                      <a:pt x="140" y="393"/>
                      <a:pt x="152" y="396"/>
                      <a:pt x="173" y="383"/>
                    </a:cubicBezTo>
                    <a:cubicBezTo>
                      <a:pt x="193" y="371"/>
                      <a:pt x="219" y="340"/>
                      <a:pt x="218" y="333"/>
                    </a:cubicBezTo>
                    <a:cubicBezTo>
                      <a:pt x="218" y="333"/>
                      <a:pt x="237" y="300"/>
                      <a:pt x="233" y="293"/>
                    </a:cubicBezTo>
                    <a:cubicBezTo>
                      <a:pt x="233" y="293"/>
                      <a:pt x="249" y="268"/>
                      <a:pt x="248" y="248"/>
                    </a:cubicBezTo>
                    <a:cubicBezTo>
                      <a:pt x="248" y="248"/>
                      <a:pt x="258" y="222"/>
                      <a:pt x="248" y="220"/>
                    </a:cubicBezTo>
                    <a:cubicBezTo>
                      <a:pt x="248" y="220"/>
                      <a:pt x="262" y="199"/>
                      <a:pt x="251" y="193"/>
                    </a:cubicBezTo>
                    <a:close/>
                    <a:moveTo>
                      <a:pt x="221" y="165"/>
                    </a:moveTo>
                    <a:cubicBezTo>
                      <a:pt x="217" y="183"/>
                      <a:pt x="212" y="200"/>
                      <a:pt x="205" y="217"/>
                    </a:cubicBezTo>
                    <a:cubicBezTo>
                      <a:pt x="196" y="239"/>
                      <a:pt x="191" y="255"/>
                      <a:pt x="191" y="278"/>
                    </a:cubicBezTo>
                    <a:cubicBezTo>
                      <a:pt x="191" y="298"/>
                      <a:pt x="188" y="315"/>
                      <a:pt x="170" y="327"/>
                    </a:cubicBezTo>
                    <a:cubicBezTo>
                      <a:pt x="155" y="337"/>
                      <a:pt x="131" y="338"/>
                      <a:pt x="116" y="327"/>
                    </a:cubicBezTo>
                    <a:cubicBezTo>
                      <a:pt x="102" y="316"/>
                      <a:pt x="80" y="303"/>
                      <a:pt x="73" y="287"/>
                    </a:cubicBezTo>
                    <a:cubicBezTo>
                      <a:pt x="66" y="271"/>
                      <a:pt x="75" y="250"/>
                      <a:pt x="73" y="233"/>
                    </a:cubicBezTo>
                    <a:cubicBezTo>
                      <a:pt x="72" y="214"/>
                      <a:pt x="62" y="202"/>
                      <a:pt x="61" y="184"/>
                    </a:cubicBezTo>
                    <a:cubicBezTo>
                      <a:pt x="60" y="172"/>
                      <a:pt x="51" y="147"/>
                      <a:pt x="55" y="135"/>
                    </a:cubicBezTo>
                    <a:cubicBezTo>
                      <a:pt x="61" y="120"/>
                      <a:pt x="74" y="105"/>
                      <a:pt x="78" y="89"/>
                    </a:cubicBezTo>
                    <a:cubicBezTo>
                      <a:pt x="82" y="74"/>
                      <a:pt x="87" y="61"/>
                      <a:pt x="103" y="54"/>
                    </a:cubicBezTo>
                    <a:cubicBezTo>
                      <a:pt x="125" y="44"/>
                      <a:pt x="158" y="80"/>
                      <a:pt x="179" y="67"/>
                    </a:cubicBezTo>
                    <a:cubicBezTo>
                      <a:pt x="178" y="66"/>
                      <a:pt x="178" y="66"/>
                      <a:pt x="178" y="66"/>
                    </a:cubicBezTo>
                    <a:cubicBezTo>
                      <a:pt x="186" y="64"/>
                      <a:pt x="195" y="63"/>
                      <a:pt x="203" y="67"/>
                    </a:cubicBezTo>
                    <a:cubicBezTo>
                      <a:pt x="215" y="73"/>
                      <a:pt x="220" y="89"/>
                      <a:pt x="224" y="101"/>
                    </a:cubicBezTo>
                    <a:cubicBezTo>
                      <a:pt x="231" y="121"/>
                      <a:pt x="226" y="144"/>
                      <a:pt x="221" y="165"/>
                    </a:cubicBezTo>
                    <a:close/>
                  </a:path>
                </a:pathLst>
              </a:custGeom>
              <a:solidFill>
                <a:srgbClr val="F4C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0" name="Freeform 2120">
                <a:extLst>
                  <a:ext uri="{FF2B5EF4-FFF2-40B4-BE49-F238E27FC236}">
                    <a16:creationId xmlns:a16="http://schemas.microsoft.com/office/drawing/2014/main" id="{54B7A44E-522C-4F8C-A36B-D41656C08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445"/>
                <a:ext cx="149" cy="215"/>
              </a:xfrm>
              <a:custGeom>
                <a:avLst/>
                <a:gdLst>
                  <a:gd name="T0" fmla="*/ 351 w 85"/>
                  <a:gd name="T1" fmla="*/ 39 h 115"/>
                  <a:gd name="T2" fmla="*/ 209 w 85"/>
                  <a:gd name="T3" fmla="*/ 97 h 115"/>
                  <a:gd name="T4" fmla="*/ 172 w 85"/>
                  <a:gd name="T5" fmla="*/ 254 h 115"/>
                  <a:gd name="T6" fmla="*/ 98 w 85"/>
                  <a:gd name="T7" fmla="*/ 338 h 115"/>
                  <a:gd name="T8" fmla="*/ 12 w 85"/>
                  <a:gd name="T9" fmla="*/ 602 h 115"/>
                  <a:gd name="T10" fmla="*/ 193 w 85"/>
                  <a:gd name="T11" fmla="*/ 639 h 115"/>
                  <a:gd name="T12" fmla="*/ 356 w 85"/>
                  <a:gd name="T13" fmla="*/ 406 h 115"/>
                  <a:gd name="T14" fmla="*/ 442 w 85"/>
                  <a:gd name="T15" fmla="*/ 217 h 115"/>
                  <a:gd name="T16" fmla="*/ 356 w 85"/>
                  <a:gd name="T17" fmla="*/ 45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115">
                    <a:moveTo>
                      <a:pt x="65" y="6"/>
                    </a:moveTo>
                    <a:cubicBezTo>
                      <a:pt x="52" y="3"/>
                      <a:pt x="45" y="0"/>
                      <a:pt x="39" y="15"/>
                    </a:cubicBezTo>
                    <a:cubicBezTo>
                      <a:pt x="36" y="23"/>
                      <a:pt x="36" y="31"/>
                      <a:pt x="32" y="39"/>
                    </a:cubicBezTo>
                    <a:cubicBezTo>
                      <a:pt x="28" y="45"/>
                      <a:pt x="22" y="47"/>
                      <a:pt x="18" y="52"/>
                    </a:cubicBezTo>
                    <a:cubicBezTo>
                      <a:pt x="7" y="62"/>
                      <a:pt x="0" y="78"/>
                      <a:pt x="2" y="92"/>
                    </a:cubicBezTo>
                    <a:cubicBezTo>
                      <a:pt x="6" y="115"/>
                      <a:pt x="24" y="113"/>
                      <a:pt x="36" y="98"/>
                    </a:cubicBezTo>
                    <a:cubicBezTo>
                      <a:pt x="46" y="85"/>
                      <a:pt x="54" y="74"/>
                      <a:pt x="66" y="62"/>
                    </a:cubicBezTo>
                    <a:cubicBezTo>
                      <a:pt x="73" y="54"/>
                      <a:pt x="81" y="43"/>
                      <a:pt x="82" y="33"/>
                    </a:cubicBezTo>
                    <a:cubicBezTo>
                      <a:pt x="85" y="20"/>
                      <a:pt x="79" y="10"/>
                      <a:pt x="66" y="7"/>
                    </a:cubicBezTo>
                  </a:path>
                </a:pathLst>
              </a:custGeom>
              <a:solidFill>
                <a:srgbClr val="F5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Freeform 2121">
                <a:extLst>
                  <a:ext uri="{FF2B5EF4-FFF2-40B4-BE49-F238E27FC236}">
                    <a16:creationId xmlns:a16="http://schemas.microsoft.com/office/drawing/2014/main" id="{53911380-C172-4452-8E3F-9BCAB5CC0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406"/>
                <a:ext cx="123" cy="118"/>
              </a:xfrm>
              <a:custGeom>
                <a:avLst/>
                <a:gdLst>
                  <a:gd name="T0" fmla="*/ 380 w 70"/>
                  <a:gd name="T1" fmla="*/ 7 h 63"/>
                  <a:gd name="T2" fmla="*/ 257 w 70"/>
                  <a:gd name="T3" fmla="*/ 13 h 63"/>
                  <a:gd name="T4" fmla="*/ 123 w 70"/>
                  <a:gd name="T5" fmla="*/ 129 h 63"/>
                  <a:gd name="T6" fmla="*/ 44 w 70"/>
                  <a:gd name="T7" fmla="*/ 270 h 63"/>
                  <a:gd name="T8" fmla="*/ 0 w 70"/>
                  <a:gd name="T9" fmla="*/ 41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3">
                    <a:moveTo>
                      <a:pt x="70" y="1"/>
                    </a:moveTo>
                    <a:cubicBezTo>
                      <a:pt x="62" y="2"/>
                      <a:pt x="55" y="0"/>
                      <a:pt x="47" y="2"/>
                    </a:cubicBezTo>
                    <a:cubicBezTo>
                      <a:pt x="36" y="6"/>
                      <a:pt x="30" y="12"/>
                      <a:pt x="23" y="20"/>
                    </a:cubicBezTo>
                    <a:cubicBezTo>
                      <a:pt x="17" y="26"/>
                      <a:pt x="12" y="33"/>
                      <a:pt x="8" y="41"/>
                    </a:cubicBezTo>
                    <a:cubicBezTo>
                      <a:pt x="5" y="48"/>
                      <a:pt x="3" y="56"/>
                      <a:pt x="0" y="63"/>
                    </a:cubicBezTo>
                  </a:path>
                </a:pathLst>
              </a:custGeom>
              <a:noFill/>
              <a:ln w="7938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2" name="Freeform 2122">
                <a:extLst>
                  <a:ext uri="{FF2B5EF4-FFF2-40B4-BE49-F238E27FC236}">
                    <a16:creationId xmlns:a16="http://schemas.microsoft.com/office/drawing/2014/main" id="{527950E1-4498-4224-AD27-9FED85C98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956"/>
                <a:ext cx="142" cy="26"/>
              </a:xfrm>
              <a:custGeom>
                <a:avLst/>
                <a:gdLst>
                  <a:gd name="T0" fmla="*/ 0 w 81"/>
                  <a:gd name="T1" fmla="*/ 7 h 14"/>
                  <a:gd name="T2" fmla="*/ 249 w 81"/>
                  <a:gd name="T3" fmla="*/ 89 h 14"/>
                  <a:gd name="T4" fmla="*/ 437 w 8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4">
                    <a:moveTo>
                      <a:pt x="0" y="1"/>
                    </a:moveTo>
                    <a:cubicBezTo>
                      <a:pt x="10" y="14"/>
                      <a:pt x="31" y="14"/>
                      <a:pt x="46" y="14"/>
                    </a:cubicBezTo>
                    <a:cubicBezTo>
                      <a:pt x="60" y="14"/>
                      <a:pt x="70" y="8"/>
                      <a:pt x="81" y="0"/>
                    </a:cubicBezTo>
                  </a:path>
                </a:pathLst>
              </a:custGeom>
              <a:noFill/>
              <a:ln w="7938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Freeform 2123">
                <a:extLst>
                  <a:ext uri="{FF2B5EF4-FFF2-40B4-BE49-F238E27FC236}">
                    <a16:creationId xmlns:a16="http://schemas.microsoft.com/office/drawing/2014/main" id="{915C65F4-ADEA-4E1A-A785-784D56DA6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1342"/>
                <a:ext cx="100" cy="83"/>
              </a:xfrm>
              <a:custGeom>
                <a:avLst/>
                <a:gdLst>
                  <a:gd name="T0" fmla="*/ 0 w 57"/>
                  <a:gd name="T1" fmla="*/ 296 h 44"/>
                  <a:gd name="T2" fmla="*/ 307 w 57"/>
                  <a:gd name="T3" fmla="*/ 10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44">
                    <a:moveTo>
                      <a:pt x="0" y="44"/>
                    </a:moveTo>
                    <a:cubicBezTo>
                      <a:pt x="1" y="23"/>
                      <a:pt x="40" y="0"/>
                      <a:pt x="57" y="15"/>
                    </a:cubicBezTo>
                  </a:path>
                </a:pathLst>
              </a:custGeom>
              <a:noFill/>
              <a:ln w="7938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4" name="Freeform 2124">
                <a:extLst>
                  <a:ext uri="{FF2B5EF4-FFF2-40B4-BE49-F238E27FC236}">
                    <a16:creationId xmlns:a16="http://schemas.microsoft.com/office/drawing/2014/main" id="{777F48C5-6991-4E3C-BD01-ADD85A61B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967"/>
                <a:ext cx="128" cy="43"/>
              </a:xfrm>
              <a:custGeom>
                <a:avLst/>
                <a:gdLst>
                  <a:gd name="T0" fmla="*/ 393 w 73"/>
                  <a:gd name="T1" fmla="*/ 52 h 23"/>
                  <a:gd name="T2" fmla="*/ 216 w 73"/>
                  <a:gd name="T3" fmla="*/ 144 h 23"/>
                  <a:gd name="T4" fmla="*/ 0 w 7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23">
                    <a:moveTo>
                      <a:pt x="73" y="8"/>
                    </a:moveTo>
                    <a:cubicBezTo>
                      <a:pt x="62" y="13"/>
                      <a:pt x="53" y="21"/>
                      <a:pt x="40" y="22"/>
                    </a:cubicBezTo>
                    <a:cubicBezTo>
                      <a:pt x="25" y="23"/>
                      <a:pt x="6" y="1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Freeform 2125">
                <a:extLst>
                  <a:ext uri="{FF2B5EF4-FFF2-40B4-BE49-F238E27FC236}">
                    <a16:creationId xmlns:a16="http://schemas.microsoft.com/office/drawing/2014/main" id="{D6C4BE02-99E0-4D68-A2F6-E5B5CA8CA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750"/>
                <a:ext cx="42" cy="101"/>
              </a:xfrm>
              <a:custGeom>
                <a:avLst/>
                <a:gdLst>
                  <a:gd name="T0" fmla="*/ 130 w 24"/>
                  <a:gd name="T1" fmla="*/ 0 h 54"/>
                  <a:gd name="T2" fmla="*/ 81 w 24"/>
                  <a:gd name="T3" fmla="*/ 35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4">
                    <a:moveTo>
                      <a:pt x="24" y="0"/>
                    </a:moveTo>
                    <a:cubicBezTo>
                      <a:pt x="12" y="12"/>
                      <a:pt x="0" y="39"/>
                      <a:pt x="15" y="54"/>
                    </a:cubicBezTo>
                  </a:path>
                </a:pathLst>
              </a:custGeom>
              <a:noFill/>
              <a:ln w="7938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6" name="Freeform 2126">
                <a:extLst>
                  <a:ext uri="{FF2B5EF4-FFF2-40B4-BE49-F238E27FC236}">
                    <a16:creationId xmlns:a16="http://schemas.microsoft.com/office/drawing/2014/main" id="{728FA882-CEAB-410F-ADE0-DF8FB521A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709"/>
                <a:ext cx="35" cy="73"/>
              </a:xfrm>
              <a:custGeom>
                <a:avLst/>
                <a:gdLst>
                  <a:gd name="T0" fmla="*/ 81 w 20"/>
                  <a:gd name="T1" fmla="*/ 0 h 39"/>
                  <a:gd name="T2" fmla="*/ 0 w 20"/>
                  <a:gd name="T3" fmla="*/ 25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9">
                    <a:moveTo>
                      <a:pt x="15" y="0"/>
                    </a:moveTo>
                    <a:cubicBezTo>
                      <a:pt x="20" y="13"/>
                      <a:pt x="11" y="32"/>
                      <a:pt x="0" y="39"/>
                    </a:cubicBezTo>
                  </a:path>
                </a:pathLst>
              </a:custGeom>
              <a:noFill/>
              <a:ln w="7938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7" name="Freeform 2127">
                <a:extLst>
                  <a:ext uri="{FF2B5EF4-FFF2-40B4-BE49-F238E27FC236}">
                    <a16:creationId xmlns:a16="http://schemas.microsoft.com/office/drawing/2014/main" id="{860A3451-87F4-4D2B-823E-9E52CCBB8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728"/>
                <a:ext cx="19" cy="47"/>
              </a:xfrm>
              <a:custGeom>
                <a:avLst/>
                <a:gdLst>
                  <a:gd name="T0" fmla="*/ 57 w 11"/>
                  <a:gd name="T1" fmla="*/ 165 h 25"/>
                  <a:gd name="T2" fmla="*/ 0 w 11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5">
                    <a:moveTo>
                      <a:pt x="11" y="25"/>
                    </a:moveTo>
                    <a:cubicBezTo>
                      <a:pt x="1" y="20"/>
                      <a:pt x="3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8" name="Freeform 2128">
                <a:extLst>
                  <a:ext uri="{FF2B5EF4-FFF2-40B4-BE49-F238E27FC236}">
                    <a16:creationId xmlns:a16="http://schemas.microsoft.com/office/drawing/2014/main" id="{60A08F62-5994-42E5-95CC-D2F22BEFB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754"/>
                <a:ext cx="37" cy="92"/>
              </a:xfrm>
              <a:custGeom>
                <a:avLst/>
                <a:gdLst>
                  <a:gd name="T0" fmla="*/ 44 w 21"/>
                  <a:gd name="T1" fmla="*/ 0 h 49"/>
                  <a:gd name="T2" fmla="*/ 0 w 21"/>
                  <a:gd name="T3" fmla="*/ 325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9">
                    <a:moveTo>
                      <a:pt x="8" y="0"/>
                    </a:moveTo>
                    <a:cubicBezTo>
                      <a:pt x="21" y="10"/>
                      <a:pt x="14" y="42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9" name="Freeform 2129">
                <a:extLst>
                  <a:ext uri="{FF2B5EF4-FFF2-40B4-BE49-F238E27FC236}">
                    <a16:creationId xmlns:a16="http://schemas.microsoft.com/office/drawing/2014/main" id="{F55D4A05-5E35-4DF6-9096-59F031723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414"/>
                <a:ext cx="51" cy="48"/>
              </a:xfrm>
              <a:custGeom>
                <a:avLst/>
                <a:gdLst>
                  <a:gd name="T0" fmla="*/ 0 w 29"/>
                  <a:gd name="T1" fmla="*/ 0 h 26"/>
                  <a:gd name="T2" fmla="*/ 158 w 29"/>
                  <a:gd name="T3" fmla="*/ 16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0"/>
                    </a:moveTo>
                    <a:cubicBezTo>
                      <a:pt x="13" y="4"/>
                      <a:pt x="26" y="8"/>
                      <a:pt x="29" y="26"/>
                    </a:cubicBezTo>
                  </a:path>
                </a:pathLst>
              </a:custGeom>
              <a:noFill/>
              <a:ln w="7938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0" name="Freeform 2130">
                <a:extLst>
                  <a:ext uri="{FF2B5EF4-FFF2-40B4-BE49-F238E27FC236}">
                    <a16:creationId xmlns:a16="http://schemas.microsoft.com/office/drawing/2014/main" id="{C7C72036-A361-45B8-964A-D62F9D5D4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432"/>
                <a:ext cx="26" cy="6"/>
              </a:xfrm>
              <a:custGeom>
                <a:avLst/>
                <a:gdLst>
                  <a:gd name="T0" fmla="*/ 0 w 15"/>
                  <a:gd name="T1" fmla="*/ 8 h 3"/>
                  <a:gd name="T2" fmla="*/ 78 w 1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1"/>
                    </a:moveTo>
                    <a:cubicBezTo>
                      <a:pt x="6" y="1"/>
                      <a:pt x="10" y="0"/>
                      <a:pt x="15" y="3"/>
                    </a:cubicBezTo>
                  </a:path>
                </a:pathLst>
              </a:custGeom>
              <a:noFill/>
              <a:ln w="7938" cap="rnd">
                <a:solidFill>
                  <a:srgbClr val="FF7F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1" name="Freeform 2131">
                <a:extLst>
                  <a:ext uri="{FF2B5EF4-FFF2-40B4-BE49-F238E27FC236}">
                    <a16:creationId xmlns:a16="http://schemas.microsoft.com/office/drawing/2014/main" id="{DAF84954-6ED0-4547-976B-FDEC392EE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1636"/>
                <a:ext cx="84" cy="124"/>
              </a:xfrm>
              <a:custGeom>
                <a:avLst/>
                <a:gdLst>
                  <a:gd name="T0" fmla="*/ 12 w 48"/>
                  <a:gd name="T1" fmla="*/ 438 h 66"/>
                  <a:gd name="T2" fmla="*/ 257 w 48"/>
                  <a:gd name="T3" fmla="*/ 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66">
                    <a:moveTo>
                      <a:pt x="2" y="66"/>
                    </a:moveTo>
                    <a:cubicBezTo>
                      <a:pt x="0" y="40"/>
                      <a:pt x="27" y="11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FE9F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76" name="Freeform 2132">
              <a:extLst>
                <a:ext uri="{FF2B5EF4-FFF2-40B4-BE49-F238E27FC236}">
                  <a16:creationId xmlns:a16="http://schemas.microsoft.com/office/drawing/2014/main" id="{C64FDEB4-491A-4C4E-A7E2-70FC84B2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687"/>
              <a:ext cx="91" cy="84"/>
            </a:xfrm>
            <a:custGeom>
              <a:avLst/>
              <a:gdLst>
                <a:gd name="T0" fmla="*/ 278 w 52"/>
                <a:gd name="T1" fmla="*/ 0 h 45"/>
                <a:gd name="T2" fmla="*/ 86 w 52"/>
                <a:gd name="T3" fmla="*/ 73 h 45"/>
                <a:gd name="T4" fmla="*/ 0 w 52"/>
                <a:gd name="T5" fmla="*/ 29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5">
                  <a:moveTo>
                    <a:pt x="52" y="0"/>
                  </a:moveTo>
                  <a:cubicBezTo>
                    <a:pt x="40" y="2"/>
                    <a:pt x="26" y="4"/>
                    <a:pt x="16" y="11"/>
                  </a:cubicBezTo>
                  <a:cubicBezTo>
                    <a:pt x="4" y="19"/>
                    <a:pt x="2" y="32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2133">
              <a:extLst>
                <a:ext uri="{FF2B5EF4-FFF2-40B4-BE49-F238E27FC236}">
                  <a16:creationId xmlns:a16="http://schemas.microsoft.com/office/drawing/2014/main" id="{7F7892D1-5450-428D-94BC-420E500D2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851"/>
              <a:ext cx="55" cy="41"/>
            </a:xfrm>
            <a:custGeom>
              <a:avLst/>
              <a:gdLst>
                <a:gd name="T0" fmla="*/ 0 w 31"/>
                <a:gd name="T1" fmla="*/ 89 h 22"/>
                <a:gd name="T2" fmla="*/ 174 w 3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2">
                  <a:moveTo>
                    <a:pt x="0" y="14"/>
                  </a:moveTo>
                  <a:cubicBezTo>
                    <a:pt x="15" y="22"/>
                    <a:pt x="25" y="13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2134">
              <a:extLst>
                <a:ext uri="{FF2B5EF4-FFF2-40B4-BE49-F238E27FC236}">
                  <a16:creationId xmlns:a16="http://schemas.microsoft.com/office/drawing/2014/main" id="{7090BBB9-BAC9-4B23-B94A-4861D9206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874"/>
              <a:ext cx="35" cy="17"/>
            </a:xfrm>
            <a:custGeom>
              <a:avLst/>
              <a:gdLst>
                <a:gd name="T0" fmla="*/ 0 w 20"/>
                <a:gd name="T1" fmla="*/ 0 h 9"/>
                <a:gd name="T2" fmla="*/ 107 w 20"/>
                <a:gd name="T3" fmla="*/ 4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cubicBezTo>
                    <a:pt x="2" y="8"/>
                    <a:pt x="13" y="9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FE9F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135">
              <a:extLst>
                <a:ext uri="{FF2B5EF4-FFF2-40B4-BE49-F238E27FC236}">
                  <a16:creationId xmlns:a16="http://schemas.microsoft.com/office/drawing/2014/main" id="{58B409AE-7A33-40EB-8A1A-1F1D7B4A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1868"/>
              <a:ext cx="18" cy="32"/>
            </a:xfrm>
            <a:custGeom>
              <a:avLst/>
              <a:gdLst>
                <a:gd name="T0" fmla="*/ 13 w 10"/>
                <a:gd name="T1" fmla="*/ 8 h 17"/>
                <a:gd name="T2" fmla="*/ 29 w 10"/>
                <a:gd name="T3" fmla="*/ 113 h 17"/>
                <a:gd name="T4" fmla="*/ 58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2" y="1"/>
                  </a:moveTo>
                  <a:cubicBezTo>
                    <a:pt x="2" y="6"/>
                    <a:pt x="0" y="13"/>
                    <a:pt x="5" y="17"/>
                  </a:cubicBezTo>
                  <a:cubicBezTo>
                    <a:pt x="10" y="14"/>
                    <a:pt x="9" y="5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2136">
              <a:extLst>
                <a:ext uri="{FF2B5EF4-FFF2-40B4-BE49-F238E27FC236}">
                  <a16:creationId xmlns:a16="http://schemas.microsoft.com/office/drawing/2014/main" id="{CED6DF07-58FC-49E5-B2A2-F9E4F9310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876"/>
              <a:ext cx="4" cy="26"/>
            </a:xfrm>
            <a:custGeom>
              <a:avLst/>
              <a:gdLst>
                <a:gd name="T0" fmla="*/ 16 w 2"/>
                <a:gd name="T1" fmla="*/ 0 h 14"/>
                <a:gd name="T2" fmla="*/ 0 w 2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2" y="5"/>
                    <a:pt x="0" y="9"/>
                    <a:pt x="0" y="14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137">
              <a:extLst>
                <a:ext uri="{FF2B5EF4-FFF2-40B4-BE49-F238E27FC236}">
                  <a16:creationId xmlns:a16="http://schemas.microsoft.com/office/drawing/2014/main" id="{33FE9239-885B-4B5E-8E94-D14D1E8C4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713"/>
              <a:ext cx="39" cy="49"/>
            </a:xfrm>
            <a:custGeom>
              <a:avLst/>
              <a:gdLst>
                <a:gd name="T0" fmla="*/ 0 w 22"/>
                <a:gd name="T1" fmla="*/ 141 h 26"/>
                <a:gd name="T2" fmla="*/ 85 w 22"/>
                <a:gd name="T3" fmla="*/ 160 h 26"/>
                <a:gd name="T4" fmla="*/ 21 w 22"/>
                <a:gd name="T5" fmla="*/ 8 h 26"/>
                <a:gd name="T6" fmla="*/ 122 w 22"/>
                <a:gd name="T7" fmla="*/ 4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0" y="21"/>
                  </a:moveTo>
                  <a:cubicBezTo>
                    <a:pt x="5" y="23"/>
                    <a:pt x="10" y="26"/>
                    <a:pt x="15" y="24"/>
                  </a:cubicBezTo>
                  <a:cubicBezTo>
                    <a:pt x="14" y="16"/>
                    <a:pt x="6" y="9"/>
                    <a:pt x="4" y="1"/>
                  </a:cubicBezTo>
                  <a:cubicBezTo>
                    <a:pt x="9" y="0"/>
                    <a:pt x="17" y="4"/>
                    <a:pt x="22" y="6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138">
              <a:extLst>
                <a:ext uri="{FF2B5EF4-FFF2-40B4-BE49-F238E27FC236}">
                  <a16:creationId xmlns:a16="http://schemas.microsoft.com/office/drawing/2014/main" id="{1860870F-9772-43C8-A29D-663899857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642"/>
              <a:ext cx="15" cy="26"/>
            </a:xfrm>
            <a:custGeom>
              <a:avLst/>
              <a:gdLst>
                <a:gd name="T0" fmla="*/ 0 w 9"/>
                <a:gd name="T1" fmla="*/ 0 h 14"/>
                <a:gd name="T2" fmla="*/ 42 w 9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3" y="4"/>
                    <a:pt x="6" y="9"/>
                    <a:pt x="9" y="14"/>
                  </a:cubicBezTo>
                </a:path>
              </a:pathLst>
            </a:custGeom>
            <a:noFill/>
            <a:ln w="11113" cap="flat">
              <a:solidFill>
                <a:srgbClr val="F6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139">
              <a:extLst>
                <a:ext uri="{FF2B5EF4-FFF2-40B4-BE49-F238E27FC236}">
                  <a16:creationId xmlns:a16="http://schemas.microsoft.com/office/drawing/2014/main" id="{0F73492E-3ADA-4E70-8355-E3216C0C5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833"/>
              <a:ext cx="18" cy="15"/>
            </a:xfrm>
            <a:custGeom>
              <a:avLst/>
              <a:gdLst>
                <a:gd name="T0" fmla="*/ 0 w 10"/>
                <a:gd name="T1" fmla="*/ 53 h 8"/>
                <a:gd name="T2" fmla="*/ 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2" y="6"/>
                    <a:pt x="8" y="3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140">
              <a:extLst>
                <a:ext uri="{FF2B5EF4-FFF2-40B4-BE49-F238E27FC236}">
                  <a16:creationId xmlns:a16="http://schemas.microsoft.com/office/drawing/2014/main" id="{28AE684F-4806-4267-8CED-5D0B958E6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967"/>
              <a:ext cx="30" cy="41"/>
            </a:xfrm>
            <a:custGeom>
              <a:avLst/>
              <a:gdLst>
                <a:gd name="T0" fmla="*/ 0 w 17"/>
                <a:gd name="T1" fmla="*/ 89 h 22"/>
                <a:gd name="T2" fmla="*/ 72 w 17"/>
                <a:gd name="T3" fmla="*/ 0 h 22"/>
                <a:gd name="T4" fmla="*/ 94 w 17"/>
                <a:gd name="T5" fmla="*/ 14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0" y="14"/>
                  </a:moveTo>
                  <a:cubicBezTo>
                    <a:pt x="3" y="10"/>
                    <a:pt x="7" y="1"/>
                    <a:pt x="13" y="0"/>
                  </a:cubicBezTo>
                  <a:cubicBezTo>
                    <a:pt x="16" y="7"/>
                    <a:pt x="15" y="15"/>
                    <a:pt x="17" y="22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141">
              <a:extLst>
                <a:ext uri="{FF2B5EF4-FFF2-40B4-BE49-F238E27FC236}">
                  <a16:creationId xmlns:a16="http://schemas.microsoft.com/office/drawing/2014/main" id="{AA3175B5-9559-4C8F-AEAC-592F188D0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943"/>
              <a:ext cx="37" cy="43"/>
            </a:xfrm>
            <a:custGeom>
              <a:avLst/>
              <a:gdLst>
                <a:gd name="T0" fmla="*/ 56 w 21"/>
                <a:gd name="T1" fmla="*/ 150 h 23"/>
                <a:gd name="T2" fmla="*/ 115 w 21"/>
                <a:gd name="T3" fmla="*/ 11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3">
                  <a:moveTo>
                    <a:pt x="10" y="23"/>
                  </a:moveTo>
                  <a:cubicBezTo>
                    <a:pt x="0" y="14"/>
                    <a:pt x="13" y="0"/>
                    <a:pt x="21" y="17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142">
              <a:extLst>
                <a:ext uri="{FF2B5EF4-FFF2-40B4-BE49-F238E27FC236}">
                  <a16:creationId xmlns:a16="http://schemas.microsoft.com/office/drawing/2014/main" id="{A564479C-BF10-4624-AB28-3597B701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485"/>
              <a:ext cx="28" cy="33"/>
            </a:xfrm>
            <a:custGeom>
              <a:avLst/>
              <a:gdLst>
                <a:gd name="T0" fmla="*/ 0 w 16"/>
                <a:gd name="T1" fmla="*/ 68 h 18"/>
                <a:gd name="T2" fmla="*/ 77 w 16"/>
                <a:gd name="T3" fmla="*/ 105 h 18"/>
                <a:gd name="T4" fmla="*/ 21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11"/>
                  </a:moveTo>
                  <a:cubicBezTo>
                    <a:pt x="3" y="14"/>
                    <a:pt x="9" y="18"/>
                    <a:pt x="14" y="17"/>
                  </a:cubicBezTo>
                  <a:cubicBezTo>
                    <a:pt x="16" y="8"/>
                    <a:pt x="10" y="5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143">
              <a:extLst>
                <a:ext uri="{FF2B5EF4-FFF2-40B4-BE49-F238E27FC236}">
                  <a16:creationId xmlns:a16="http://schemas.microsoft.com/office/drawing/2014/main" id="{7E37B892-8DED-4BB2-99E3-13C5729BB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346"/>
              <a:ext cx="29" cy="32"/>
            </a:xfrm>
            <a:custGeom>
              <a:avLst/>
              <a:gdLst>
                <a:gd name="T0" fmla="*/ 0 w 16"/>
                <a:gd name="T1" fmla="*/ 113 h 17"/>
                <a:gd name="T2" fmla="*/ 53 w 16"/>
                <a:gd name="T3" fmla="*/ 0 h 17"/>
                <a:gd name="T4" fmla="*/ 82 w 16"/>
                <a:gd name="T5" fmla="*/ 11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17"/>
                  </a:moveTo>
                  <a:cubicBezTo>
                    <a:pt x="0" y="12"/>
                    <a:pt x="3" y="0"/>
                    <a:pt x="9" y="0"/>
                  </a:cubicBezTo>
                  <a:cubicBezTo>
                    <a:pt x="15" y="1"/>
                    <a:pt x="16" y="12"/>
                    <a:pt x="14" y="17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144">
              <a:extLst>
                <a:ext uri="{FF2B5EF4-FFF2-40B4-BE49-F238E27FC236}">
                  <a16:creationId xmlns:a16="http://schemas.microsoft.com/office/drawing/2014/main" id="{A1FCD09E-F8D7-40EC-847F-5D8ED8928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410"/>
              <a:ext cx="6" cy="18"/>
            </a:xfrm>
            <a:custGeom>
              <a:avLst/>
              <a:gdLst>
                <a:gd name="T0" fmla="*/ 24 w 3"/>
                <a:gd name="T1" fmla="*/ 0 h 10"/>
                <a:gd name="T2" fmla="*/ 0 w 3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1" y="2"/>
                    <a:pt x="0" y="7"/>
                    <a:pt x="0" y="1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2145">
              <a:extLst>
                <a:ext uri="{FF2B5EF4-FFF2-40B4-BE49-F238E27FC236}">
                  <a16:creationId xmlns:a16="http://schemas.microsoft.com/office/drawing/2014/main" id="{27D88F52-612C-4944-8919-0B44E4BEC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816"/>
              <a:ext cx="33" cy="37"/>
            </a:xfrm>
            <a:custGeom>
              <a:avLst/>
              <a:gdLst>
                <a:gd name="T0" fmla="*/ 0 w 19"/>
                <a:gd name="T1" fmla="*/ 31 h 20"/>
                <a:gd name="T2" fmla="*/ 73 w 19"/>
                <a:gd name="T3" fmla="*/ 89 h 20"/>
                <a:gd name="T4" fmla="*/ 30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5"/>
                  </a:moveTo>
                  <a:cubicBezTo>
                    <a:pt x="2" y="9"/>
                    <a:pt x="9" y="20"/>
                    <a:pt x="14" y="14"/>
                  </a:cubicBezTo>
                  <a:cubicBezTo>
                    <a:pt x="19" y="8"/>
                    <a:pt x="10" y="2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2146">
              <a:extLst>
                <a:ext uri="{FF2B5EF4-FFF2-40B4-BE49-F238E27FC236}">
                  <a16:creationId xmlns:a16="http://schemas.microsoft.com/office/drawing/2014/main" id="{C06913D8-11AD-4E93-B3C0-F36663BC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722"/>
              <a:ext cx="15" cy="6"/>
            </a:xfrm>
            <a:custGeom>
              <a:avLst/>
              <a:gdLst>
                <a:gd name="T0" fmla="*/ 0 w 9"/>
                <a:gd name="T1" fmla="*/ 0 h 3"/>
                <a:gd name="T2" fmla="*/ 42 w 9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4" y="0"/>
                    <a:pt x="7" y="1"/>
                    <a:pt x="9" y="3"/>
                  </a:cubicBezTo>
                </a:path>
              </a:pathLst>
            </a:custGeom>
            <a:noFill/>
            <a:ln w="11113" cap="flat">
              <a:solidFill>
                <a:srgbClr val="F4CB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2147">
              <a:extLst>
                <a:ext uri="{FF2B5EF4-FFF2-40B4-BE49-F238E27FC236}">
                  <a16:creationId xmlns:a16="http://schemas.microsoft.com/office/drawing/2014/main" id="{2D66CED7-5E25-422B-BBC2-06638A31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322"/>
              <a:ext cx="460" cy="758"/>
            </a:xfrm>
            <a:custGeom>
              <a:avLst/>
              <a:gdLst>
                <a:gd name="T0" fmla="*/ 1391 w 262"/>
                <a:gd name="T1" fmla="*/ 887 h 405"/>
                <a:gd name="T2" fmla="*/ 1362 w 262"/>
                <a:gd name="T3" fmla="*/ 1271 h 405"/>
                <a:gd name="T4" fmla="*/ 1341 w 262"/>
                <a:gd name="T5" fmla="*/ 1450 h 405"/>
                <a:gd name="T6" fmla="*/ 1341 w 262"/>
                <a:gd name="T7" fmla="*/ 1625 h 405"/>
                <a:gd name="T8" fmla="*/ 1261 w 262"/>
                <a:gd name="T9" fmla="*/ 1926 h 405"/>
                <a:gd name="T10" fmla="*/ 1180 w 262"/>
                <a:gd name="T11" fmla="*/ 2190 h 405"/>
                <a:gd name="T12" fmla="*/ 938 w 262"/>
                <a:gd name="T13" fmla="*/ 2519 h 405"/>
                <a:gd name="T14" fmla="*/ 764 w 262"/>
                <a:gd name="T15" fmla="*/ 2581 h 405"/>
                <a:gd name="T16" fmla="*/ 564 w 262"/>
                <a:gd name="T17" fmla="*/ 2525 h 405"/>
                <a:gd name="T18" fmla="*/ 411 w 262"/>
                <a:gd name="T19" fmla="*/ 2420 h 405"/>
                <a:gd name="T20" fmla="*/ 277 w 262"/>
                <a:gd name="T21" fmla="*/ 2195 h 405"/>
                <a:gd name="T22" fmla="*/ 114 w 262"/>
                <a:gd name="T23" fmla="*/ 1705 h 405"/>
                <a:gd name="T24" fmla="*/ 102 w 262"/>
                <a:gd name="T25" fmla="*/ 1535 h 405"/>
                <a:gd name="T26" fmla="*/ 70 w 262"/>
                <a:gd name="T27" fmla="*/ 1061 h 405"/>
                <a:gd name="T28" fmla="*/ 58 w 262"/>
                <a:gd name="T29" fmla="*/ 752 h 405"/>
                <a:gd name="T30" fmla="*/ 142 w 262"/>
                <a:gd name="T31" fmla="*/ 490 h 405"/>
                <a:gd name="T32" fmla="*/ 237 w 262"/>
                <a:gd name="T33" fmla="*/ 105 h 405"/>
                <a:gd name="T34" fmla="*/ 428 w 262"/>
                <a:gd name="T35" fmla="*/ 112 h 405"/>
                <a:gd name="T36" fmla="*/ 453 w 262"/>
                <a:gd name="T37" fmla="*/ 73 h 405"/>
                <a:gd name="T38" fmla="*/ 665 w 262"/>
                <a:gd name="T39" fmla="*/ 0 h 405"/>
                <a:gd name="T40" fmla="*/ 823 w 262"/>
                <a:gd name="T41" fmla="*/ 32 h 405"/>
                <a:gd name="T42" fmla="*/ 995 w 262"/>
                <a:gd name="T43" fmla="*/ 120 h 405"/>
                <a:gd name="T44" fmla="*/ 1231 w 262"/>
                <a:gd name="T45" fmla="*/ 129 h 405"/>
                <a:gd name="T46" fmla="*/ 1317 w 262"/>
                <a:gd name="T47" fmla="*/ 361 h 405"/>
                <a:gd name="T48" fmla="*/ 1310 w 262"/>
                <a:gd name="T49" fmla="*/ 578 h 405"/>
                <a:gd name="T50" fmla="*/ 1391 w 262"/>
                <a:gd name="T51" fmla="*/ 887 h 4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62" h="405">
                  <a:moveTo>
                    <a:pt x="257" y="135"/>
                  </a:moveTo>
                  <a:cubicBezTo>
                    <a:pt x="262" y="153"/>
                    <a:pt x="252" y="194"/>
                    <a:pt x="252" y="194"/>
                  </a:cubicBezTo>
                  <a:cubicBezTo>
                    <a:pt x="262" y="200"/>
                    <a:pt x="248" y="221"/>
                    <a:pt x="248" y="221"/>
                  </a:cubicBezTo>
                  <a:cubicBezTo>
                    <a:pt x="258" y="222"/>
                    <a:pt x="248" y="248"/>
                    <a:pt x="248" y="248"/>
                  </a:cubicBezTo>
                  <a:cubicBezTo>
                    <a:pt x="249" y="268"/>
                    <a:pt x="233" y="294"/>
                    <a:pt x="233" y="294"/>
                  </a:cubicBezTo>
                  <a:cubicBezTo>
                    <a:pt x="238" y="300"/>
                    <a:pt x="218" y="334"/>
                    <a:pt x="218" y="334"/>
                  </a:cubicBezTo>
                  <a:cubicBezTo>
                    <a:pt x="220" y="341"/>
                    <a:pt x="193" y="371"/>
                    <a:pt x="173" y="384"/>
                  </a:cubicBezTo>
                  <a:cubicBezTo>
                    <a:pt x="153" y="397"/>
                    <a:pt x="141" y="394"/>
                    <a:pt x="141" y="394"/>
                  </a:cubicBezTo>
                  <a:cubicBezTo>
                    <a:pt x="126" y="405"/>
                    <a:pt x="104" y="385"/>
                    <a:pt x="104" y="385"/>
                  </a:cubicBezTo>
                  <a:cubicBezTo>
                    <a:pt x="92" y="388"/>
                    <a:pt x="76" y="369"/>
                    <a:pt x="76" y="369"/>
                  </a:cubicBezTo>
                  <a:cubicBezTo>
                    <a:pt x="66" y="367"/>
                    <a:pt x="51" y="335"/>
                    <a:pt x="51" y="335"/>
                  </a:cubicBezTo>
                  <a:cubicBezTo>
                    <a:pt x="39" y="330"/>
                    <a:pt x="25" y="273"/>
                    <a:pt x="21" y="260"/>
                  </a:cubicBezTo>
                  <a:cubicBezTo>
                    <a:pt x="16" y="248"/>
                    <a:pt x="19" y="234"/>
                    <a:pt x="19" y="234"/>
                  </a:cubicBezTo>
                  <a:cubicBezTo>
                    <a:pt x="0" y="218"/>
                    <a:pt x="13" y="162"/>
                    <a:pt x="13" y="162"/>
                  </a:cubicBezTo>
                  <a:cubicBezTo>
                    <a:pt x="5" y="153"/>
                    <a:pt x="11" y="115"/>
                    <a:pt x="11" y="115"/>
                  </a:cubicBezTo>
                  <a:cubicBezTo>
                    <a:pt x="11" y="115"/>
                    <a:pt x="16" y="76"/>
                    <a:pt x="26" y="75"/>
                  </a:cubicBezTo>
                  <a:cubicBezTo>
                    <a:pt x="26" y="75"/>
                    <a:pt x="31" y="18"/>
                    <a:pt x="44" y="16"/>
                  </a:cubicBezTo>
                  <a:cubicBezTo>
                    <a:pt x="44" y="16"/>
                    <a:pt x="70" y="29"/>
                    <a:pt x="79" y="17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4" y="11"/>
                    <a:pt x="112" y="18"/>
                    <a:pt x="123" y="0"/>
                  </a:cubicBezTo>
                  <a:cubicBezTo>
                    <a:pt x="123" y="0"/>
                    <a:pt x="145" y="11"/>
                    <a:pt x="152" y="5"/>
                  </a:cubicBezTo>
                  <a:cubicBezTo>
                    <a:pt x="152" y="5"/>
                    <a:pt x="172" y="24"/>
                    <a:pt x="184" y="18"/>
                  </a:cubicBezTo>
                  <a:cubicBezTo>
                    <a:pt x="184" y="18"/>
                    <a:pt x="223" y="41"/>
                    <a:pt x="227" y="20"/>
                  </a:cubicBezTo>
                  <a:cubicBezTo>
                    <a:pt x="227" y="20"/>
                    <a:pt x="244" y="45"/>
                    <a:pt x="243" y="55"/>
                  </a:cubicBezTo>
                  <a:cubicBezTo>
                    <a:pt x="243" y="55"/>
                    <a:pt x="252" y="75"/>
                    <a:pt x="242" y="88"/>
                  </a:cubicBezTo>
                  <a:cubicBezTo>
                    <a:pt x="242" y="88"/>
                    <a:pt x="257" y="93"/>
                    <a:pt x="257" y="13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D950921B-0DCB-4EB0-875F-41D78D7090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Positive remodeling</a:t>
            </a:r>
          </a:p>
        </p:txBody>
      </p:sp>
      <p:grpSp>
        <p:nvGrpSpPr>
          <p:cNvPr id="41986" name="artery-positive-remodeling-illustration">
            <a:extLst>
              <a:ext uri="{FF2B5EF4-FFF2-40B4-BE49-F238E27FC236}">
                <a16:creationId xmlns:a16="http://schemas.microsoft.com/office/drawing/2014/main" id="{06B93C6F-50EA-4E28-9C89-C115CD91B719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1479550"/>
            <a:ext cx="5014913" cy="2506663"/>
            <a:chOff x="1442" y="729"/>
            <a:chExt cx="3159" cy="1579"/>
          </a:xfrm>
        </p:grpSpPr>
        <p:grpSp>
          <p:nvGrpSpPr>
            <p:cNvPr id="42565" name="Group 862">
              <a:extLst>
                <a:ext uri="{FF2B5EF4-FFF2-40B4-BE49-F238E27FC236}">
                  <a16:creationId xmlns:a16="http://schemas.microsoft.com/office/drawing/2014/main" id="{C60BD7A7-5B95-4BA2-A83C-85486D39C9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42" y="729"/>
              <a:ext cx="3159" cy="1579"/>
              <a:chOff x="1442" y="729"/>
              <a:chExt cx="3159" cy="1579"/>
            </a:xfrm>
          </p:grpSpPr>
          <p:sp>
            <p:nvSpPr>
              <p:cNvPr id="42662" name="Freeform 863">
                <a:extLst>
                  <a:ext uri="{FF2B5EF4-FFF2-40B4-BE49-F238E27FC236}">
                    <a16:creationId xmlns:a16="http://schemas.microsoft.com/office/drawing/2014/main" id="{24E3E0BA-BF98-4669-ACA8-959BF19CB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729"/>
                <a:ext cx="2729" cy="629"/>
              </a:xfrm>
              <a:custGeom>
                <a:avLst/>
                <a:gdLst>
                  <a:gd name="T0" fmla="*/ 12535 w 1259"/>
                  <a:gd name="T1" fmla="*/ 2856 h 272"/>
                  <a:gd name="T2" fmla="*/ 12821 w 1259"/>
                  <a:gd name="T3" fmla="*/ 2881 h 272"/>
                  <a:gd name="T4" fmla="*/ 11436 w 1259"/>
                  <a:gd name="T5" fmla="*/ 2611 h 272"/>
                  <a:gd name="T6" fmla="*/ 6061 w 1259"/>
                  <a:gd name="T7" fmla="*/ 273 h 272"/>
                  <a:gd name="T8" fmla="*/ 1526 w 1259"/>
                  <a:gd name="T9" fmla="*/ 481 h 272"/>
                  <a:gd name="T10" fmla="*/ 0 w 1259"/>
                  <a:gd name="T11" fmla="*/ 717 h 272"/>
                  <a:gd name="T12" fmla="*/ 0 w 1259"/>
                  <a:gd name="T13" fmla="*/ 717 h 272"/>
                  <a:gd name="T14" fmla="*/ 5022 w 1259"/>
                  <a:gd name="T15" fmla="*/ 2005 h 272"/>
                  <a:gd name="T16" fmla="*/ 11365 w 1259"/>
                  <a:gd name="T17" fmla="*/ 3365 h 272"/>
                  <a:gd name="T18" fmla="*/ 12535 w 1259"/>
                  <a:gd name="T19" fmla="*/ 2856 h 2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9" h="272">
                    <a:moveTo>
                      <a:pt x="1231" y="231"/>
                    </a:moveTo>
                    <a:cubicBezTo>
                      <a:pt x="1241" y="231"/>
                      <a:pt x="1250" y="231"/>
                      <a:pt x="1259" y="233"/>
                    </a:cubicBezTo>
                    <a:cubicBezTo>
                      <a:pt x="1231" y="228"/>
                      <a:pt x="1182" y="220"/>
                      <a:pt x="1123" y="211"/>
                    </a:cubicBezTo>
                    <a:cubicBezTo>
                      <a:pt x="998" y="188"/>
                      <a:pt x="755" y="50"/>
                      <a:pt x="595" y="22"/>
                    </a:cubicBezTo>
                    <a:cubicBezTo>
                      <a:pt x="467" y="0"/>
                      <a:pt x="286" y="67"/>
                      <a:pt x="150" y="39"/>
                    </a:cubicBezTo>
                    <a:cubicBezTo>
                      <a:pt x="112" y="33"/>
                      <a:pt x="32" y="32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92" y="77"/>
                      <a:pt x="374" y="140"/>
                      <a:pt x="493" y="162"/>
                    </a:cubicBezTo>
                    <a:cubicBezTo>
                      <a:pt x="629" y="188"/>
                      <a:pt x="1116" y="272"/>
                      <a:pt x="1116" y="272"/>
                    </a:cubicBezTo>
                    <a:cubicBezTo>
                      <a:pt x="1149" y="246"/>
                      <a:pt x="1188" y="231"/>
                      <a:pt x="1231" y="231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3" name="Freeform 864">
                <a:extLst>
                  <a:ext uri="{FF2B5EF4-FFF2-40B4-BE49-F238E27FC236}">
                    <a16:creationId xmlns:a16="http://schemas.microsoft.com/office/drawing/2014/main" id="{D860D8E3-D054-4E57-A526-AB1B3E5E6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729"/>
                <a:ext cx="2729" cy="629"/>
              </a:xfrm>
              <a:custGeom>
                <a:avLst/>
                <a:gdLst>
                  <a:gd name="T0" fmla="*/ 12535 w 1259"/>
                  <a:gd name="T1" fmla="*/ 2856 h 272"/>
                  <a:gd name="T2" fmla="*/ 12821 w 1259"/>
                  <a:gd name="T3" fmla="*/ 2881 h 272"/>
                  <a:gd name="T4" fmla="*/ 11436 w 1259"/>
                  <a:gd name="T5" fmla="*/ 2611 h 272"/>
                  <a:gd name="T6" fmla="*/ 6061 w 1259"/>
                  <a:gd name="T7" fmla="*/ 273 h 272"/>
                  <a:gd name="T8" fmla="*/ 1526 w 1259"/>
                  <a:gd name="T9" fmla="*/ 481 h 272"/>
                  <a:gd name="T10" fmla="*/ 0 w 1259"/>
                  <a:gd name="T11" fmla="*/ 717 h 272"/>
                  <a:gd name="T12" fmla="*/ 0 w 1259"/>
                  <a:gd name="T13" fmla="*/ 717 h 272"/>
                  <a:gd name="T14" fmla="*/ 5022 w 1259"/>
                  <a:gd name="T15" fmla="*/ 2005 h 272"/>
                  <a:gd name="T16" fmla="*/ 11365 w 1259"/>
                  <a:gd name="T17" fmla="*/ 3365 h 272"/>
                  <a:gd name="T18" fmla="*/ 12535 w 1259"/>
                  <a:gd name="T19" fmla="*/ 2856 h 2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9" h="272">
                    <a:moveTo>
                      <a:pt x="1231" y="231"/>
                    </a:moveTo>
                    <a:cubicBezTo>
                      <a:pt x="1241" y="231"/>
                      <a:pt x="1250" y="231"/>
                      <a:pt x="1259" y="233"/>
                    </a:cubicBezTo>
                    <a:cubicBezTo>
                      <a:pt x="1231" y="228"/>
                      <a:pt x="1182" y="220"/>
                      <a:pt x="1123" y="211"/>
                    </a:cubicBezTo>
                    <a:cubicBezTo>
                      <a:pt x="998" y="188"/>
                      <a:pt x="755" y="50"/>
                      <a:pt x="595" y="22"/>
                    </a:cubicBezTo>
                    <a:cubicBezTo>
                      <a:pt x="467" y="0"/>
                      <a:pt x="286" y="67"/>
                      <a:pt x="150" y="39"/>
                    </a:cubicBezTo>
                    <a:cubicBezTo>
                      <a:pt x="112" y="33"/>
                      <a:pt x="32" y="32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92" y="77"/>
                      <a:pt x="374" y="140"/>
                      <a:pt x="493" y="162"/>
                    </a:cubicBezTo>
                    <a:cubicBezTo>
                      <a:pt x="629" y="188"/>
                      <a:pt x="1116" y="272"/>
                      <a:pt x="1116" y="272"/>
                    </a:cubicBezTo>
                    <a:cubicBezTo>
                      <a:pt x="1149" y="246"/>
                      <a:pt x="1188" y="231"/>
                      <a:pt x="1231" y="231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4" name="Freeform 865">
                <a:extLst>
                  <a:ext uri="{FF2B5EF4-FFF2-40B4-BE49-F238E27FC236}">
                    <a16:creationId xmlns:a16="http://schemas.microsoft.com/office/drawing/2014/main" id="{D50FBAEF-D789-4D9B-BCC7-34AB9A7CB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729"/>
                <a:ext cx="2729" cy="629"/>
              </a:xfrm>
              <a:custGeom>
                <a:avLst/>
                <a:gdLst>
                  <a:gd name="T0" fmla="*/ 12535 w 1259"/>
                  <a:gd name="T1" fmla="*/ 2856 h 272"/>
                  <a:gd name="T2" fmla="*/ 12821 w 1259"/>
                  <a:gd name="T3" fmla="*/ 2881 h 272"/>
                  <a:gd name="T4" fmla="*/ 11436 w 1259"/>
                  <a:gd name="T5" fmla="*/ 2611 h 272"/>
                  <a:gd name="T6" fmla="*/ 6061 w 1259"/>
                  <a:gd name="T7" fmla="*/ 273 h 272"/>
                  <a:gd name="T8" fmla="*/ 1526 w 1259"/>
                  <a:gd name="T9" fmla="*/ 481 h 272"/>
                  <a:gd name="T10" fmla="*/ 0 w 1259"/>
                  <a:gd name="T11" fmla="*/ 717 h 272"/>
                  <a:gd name="T12" fmla="*/ 0 w 1259"/>
                  <a:gd name="T13" fmla="*/ 717 h 272"/>
                  <a:gd name="T14" fmla="*/ 5022 w 1259"/>
                  <a:gd name="T15" fmla="*/ 2005 h 272"/>
                  <a:gd name="T16" fmla="*/ 11365 w 1259"/>
                  <a:gd name="T17" fmla="*/ 3365 h 272"/>
                  <a:gd name="T18" fmla="*/ 12535 w 1259"/>
                  <a:gd name="T19" fmla="*/ 2856 h 2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9" h="272">
                    <a:moveTo>
                      <a:pt x="1231" y="231"/>
                    </a:moveTo>
                    <a:cubicBezTo>
                      <a:pt x="1241" y="231"/>
                      <a:pt x="1250" y="231"/>
                      <a:pt x="1259" y="233"/>
                    </a:cubicBezTo>
                    <a:cubicBezTo>
                      <a:pt x="1231" y="228"/>
                      <a:pt x="1182" y="220"/>
                      <a:pt x="1123" y="211"/>
                    </a:cubicBezTo>
                    <a:cubicBezTo>
                      <a:pt x="998" y="188"/>
                      <a:pt x="755" y="50"/>
                      <a:pt x="595" y="22"/>
                    </a:cubicBezTo>
                    <a:cubicBezTo>
                      <a:pt x="467" y="0"/>
                      <a:pt x="286" y="67"/>
                      <a:pt x="150" y="39"/>
                    </a:cubicBezTo>
                    <a:cubicBezTo>
                      <a:pt x="112" y="33"/>
                      <a:pt x="32" y="32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92" y="77"/>
                      <a:pt x="374" y="140"/>
                      <a:pt x="493" y="162"/>
                    </a:cubicBezTo>
                    <a:cubicBezTo>
                      <a:pt x="629" y="188"/>
                      <a:pt x="1116" y="272"/>
                      <a:pt x="1116" y="272"/>
                    </a:cubicBezTo>
                    <a:cubicBezTo>
                      <a:pt x="1149" y="246"/>
                      <a:pt x="1188" y="231"/>
                      <a:pt x="1231" y="23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5" name="Freeform 866">
                <a:extLst>
                  <a:ext uri="{FF2B5EF4-FFF2-40B4-BE49-F238E27FC236}">
                    <a16:creationId xmlns:a16="http://schemas.microsoft.com/office/drawing/2014/main" id="{E4B5B3B6-2F28-4284-A0BC-BF98AC25F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235"/>
                <a:ext cx="2303" cy="890"/>
              </a:xfrm>
              <a:custGeom>
                <a:avLst/>
                <a:gdLst>
                  <a:gd name="T0" fmla="*/ 9505 w 1062"/>
                  <a:gd name="T1" fmla="*/ 1121 h 385"/>
                  <a:gd name="T2" fmla="*/ 8568 w 1062"/>
                  <a:gd name="T3" fmla="*/ 1657 h 385"/>
                  <a:gd name="T4" fmla="*/ 1143 w 1062"/>
                  <a:gd name="T5" fmla="*/ 0 h 385"/>
                  <a:gd name="T6" fmla="*/ 1030 w 1062"/>
                  <a:gd name="T7" fmla="*/ 370 h 385"/>
                  <a:gd name="T8" fmla="*/ 0 w 1062"/>
                  <a:gd name="T9" fmla="*/ 2261 h 385"/>
                  <a:gd name="T10" fmla="*/ 4261 w 1062"/>
                  <a:gd name="T11" fmla="*/ 3259 h 385"/>
                  <a:gd name="T12" fmla="*/ 8544 w 1062"/>
                  <a:gd name="T13" fmla="*/ 4173 h 385"/>
                  <a:gd name="T14" fmla="*/ 8544 w 1062"/>
                  <a:gd name="T15" fmla="*/ 4189 h 385"/>
                  <a:gd name="T16" fmla="*/ 9505 w 1062"/>
                  <a:gd name="T17" fmla="*/ 4755 h 385"/>
                  <a:gd name="T18" fmla="*/ 10830 w 1062"/>
                  <a:gd name="T19" fmla="*/ 2938 h 385"/>
                  <a:gd name="T20" fmla="*/ 9505 w 1062"/>
                  <a:gd name="T21" fmla="*/ 1121 h 3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2" h="385">
                    <a:moveTo>
                      <a:pt x="932" y="91"/>
                    </a:moveTo>
                    <a:cubicBezTo>
                      <a:pt x="896" y="91"/>
                      <a:pt x="864" y="107"/>
                      <a:pt x="840" y="134"/>
                    </a:cubicBezTo>
                    <a:cubicBezTo>
                      <a:pt x="840" y="134"/>
                      <a:pt x="467" y="66"/>
                      <a:pt x="112" y="0"/>
                    </a:cubicBezTo>
                    <a:cubicBezTo>
                      <a:pt x="109" y="10"/>
                      <a:pt x="105" y="20"/>
                      <a:pt x="101" y="30"/>
                    </a:cubicBezTo>
                    <a:cubicBezTo>
                      <a:pt x="76" y="83"/>
                      <a:pt x="46" y="144"/>
                      <a:pt x="0" y="183"/>
                    </a:cubicBezTo>
                    <a:cubicBezTo>
                      <a:pt x="214" y="225"/>
                      <a:pt x="385" y="258"/>
                      <a:pt x="418" y="264"/>
                    </a:cubicBezTo>
                    <a:cubicBezTo>
                      <a:pt x="516" y="284"/>
                      <a:pt x="810" y="334"/>
                      <a:pt x="838" y="338"/>
                    </a:cubicBezTo>
                    <a:cubicBezTo>
                      <a:pt x="838" y="339"/>
                      <a:pt x="838" y="339"/>
                      <a:pt x="838" y="339"/>
                    </a:cubicBezTo>
                    <a:cubicBezTo>
                      <a:pt x="862" y="367"/>
                      <a:pt x="895" y="385"/>
                      <a:pt x="932" y="385"/>
                    </a:cubicBezTo>
                    <a:cubicBezTo>
                      <a:pt x="1004" y="385"/>
                      <a:pt x="1062" y="319"/>
                      <a:pt x="1062" y="238"/>
                    </a:cubicBezTo>
                    <a:cubicBezTo>
                      <a:pt x="1062" y="157"/>
                      <a:pt x="1004" y="91"/>
                      <a:pt x="932" y="91"/>
                    </a:cubicBezTo>
                    <a:close/>
                  </a:path>
                </a:pathLst>
              </a:custGeom>
              <a:solidFill>
                <a:srgbClr val="AC3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6" name="Freeform 867">
                <a:extLst>
                  <a:ext uri="{FF2B5EF4-FFF2-40B4-BE49-F238E27FC236}">
                    <a16:creationId xmlns:a16="http://schemas.microsoft.com/office/drawing/2014/main" id="{0EB163D4-945D-4F3B-BC70-2063EBE80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263"/>
                <a:ext cx="732" cy="1045"/>
              </a:xfrm>
              <a:custGeom>
                <a:avLst/>
                <a:gdLst>
                  <a:gd name="T0" fmla="*/ 1403 w 338"/>
                  <a:gd name="T1" fmla="*/ 0 h 452"/>
                  <a:gd name="T2" fmla="*/ 234 w 338"/>
                  <a:gd name="T3" fmla="*/ 509 h 452"/>
                  <a:gd name="T4" fmla="*/ 470 w 338"/>
                  <a:gd name="T5" fmla="*/ 1507 h 452"/>
                  <a:gd name="T6" fmla="*/ 1403 w 338"/>
                  <a:gd name="T7" fmla="*/ 978 h 452"/>
                  <a:gd name="T8" fmla="*/ 2720 w 338"/>
                  <a:gd name="T9" fmla="*/ 2795 h 452"/>
                  <a:gd name="T10" fmla="*/ 1403 w 338"/>
                  <a:gd name="T11" fmla="*/ 4608 h 452"/>
                  <a:gd name="T12" fmla="*/ 446 w 338"/>
                  <a:gd name="T13" fmla="*/ 4030 h 452"/>
                  <a:gd name="T14" fmla="*/ 0 w 338"/>
                  <a:gd name="T15" fmla="*/ 4795 h 452"/>
                  <a:gd name="T16" fmla="*/ 1403 w 338"/>
                  <a:gd name="T17" fmla="*/ 5586 h 452"/>
                  <a:gd name="T18" fmla="*/ 3433 w 338"/>
                  <a:gd name="T19" fmla="*/ 2795 h 452"/>
                  <a:gd name="T20" fmla="*/ 1403 w 338"/>
                  <a:gd name="T21" fmla="*/ 0 h 4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70" y="95"/>
                      <a:pt x="102" y="79"/>
                      <a:pt x="138" y="79"/>
                    </a:cubicBezTo>
                    <a:cubicBezTo>
                      <a:pt x="210" y="79"/>
                      <a:pt x="268" y="145"/>
                      <a:pt x="268" y="226"/>
                    </a:cubicBezTo>
                    <a:cubicBezTo>
                      <a:pt x="268" y="307"/>
                      <a:pt x="210" y="373"/>
                      <a:pt x="138" y="373"/>
                    </a:cubicBezTo>
                    <a:cubicBezTo>
                      <a:pt x="101" y="373"/>
                      <a:pt x="68" y="355"/>
                      <a:pt x="44" y="326"/>
                    </a:cubicBezTo>
                    <a:cubicBezTo>
                      <a:pt x="0" y="388"/>
                      <a:pt x="0" y="388"/>
                      <a:pt x="0" y="388"/>
                    </a:cubicBezTo>
                    <a:cubicBezTo>
                      <a:pt x="36" y="428"/>
                      <a:pt x="85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BD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7" name="Freeform 868">
                <a:extLst>
                  <a:ext uri="{FF2B5EF4-FFF2-40B4-BE49-F238E27FC236}">
                    <a16:creationId xmlns:a16="http://schemas.microsoft.com/office/drawing/2014/main" id="{E2EEB351-FA64-49B9-B75E-84D119FD9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263"/>
                <a:ext cx="732" cy="1045"/>
              </a:xfrm>
              <a:custGeom>
                <a:avLst/>
                <a:gdLst>
                  <a:gd name="T0" fmla="*/ 1403 w 338"/>
                  <a:gd name="T1" fmla="*/ 0 h 452"/>
                  <a:gd name="T2" fmla="*/ 234 w 338"/>
                  <a:gd name="T3" fmla="*/ 509 h 452"/>
                  <a:gd name="T4" fmla="*/ 262 w 338"/>
                  <a:gd name="T5" fmla="*/ 631 h 452"/>
                  <a:gd name="T6" fmla="*/ 273 w 338"/>
                  <a:gd name="T7" fmla="*/ 631 h 452"/>
                  <a:gd name="T8" fmla="*/ 1403 w 338"/>
                  <a:gd name="T9" fmla="*/ 134 h 452"/>
                  <a:gd name="T10" fmla="*/ 3331 w 338"/>
                  <a:gd name="T11" fmla="*/ 2795 h 452"/>
                  <a:gd name="T12" fmla="*/ 1403 w 338"/>
                  <a:gd name="T13" fmla="*/ 5452 h 452"/>
                  <a:gd name="T14" fmla="*/ 80 w 338"/>
                  <a:gd name="T15" fmla="*/ 4709 h 452"/>
                  <a:gd name="T16" fmla="*/ 61 w 338"/>
                  <a:gd name="T17" fmla="*/ 4698 h 452"/>
                  <a:gd name="T18" fmla="*/ 0 w 338"/>
                  <a:gd name="T19" fmla="*/ 4795 h 452"/>
                  <a:gd name="T20" fmla="*/ 1403 w 338"/>
                  <a:gd name="T21" fmla="*/ 5586 h 452"/>
                  <a:gd name="T22" fmla="*/ 3433 w 338"/>
                  <a:gd name="T23" fmla="*/ 2795 h 452"/>
                  <a:gd name="T24" fmla="*/ 1403 w 338"/>
                  <a:gd name="T25" fmla="*/ 0 h 4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58" y="26"/>
                      <a:pt x="97" y="11"/>
                      <a:pt x="138" y="11"/>
                    </a:cubicBezTo>
                    <a:cubicBezTo>
                      <a:pt x="241" y="11"/>
                      <a:pt x="328" y="107"/>
                      <a:pt x="328" y="226"/>
                    </a:cubicBezTo>
                    <a:cubicBezTo>
                      <a:pt x="328" y="344"/>
                      <a:pt x="241" y="441"/>
                      <a:pt x="138" y="441"/>
                    </a:cubicBezTo>
                    <a:cubicBezTo>
                      <a:pt x="87" y="441"/>
                      <a:pt x="41" y="418"/>
                      <a:pt x="8" y="381"/>
                    </a:cubicBezTo>
                    <a:cubicBezTo>
                      <a:pt x="6" y="380"/>
                      <a:pt x="6" y="380"/>
                      <a:pt x="6" y="380"/>
                    </a:cubicBezTo>
                    <a:cubicBezTo>
                      <a:pt x="0" y="388"/>
                      <a:pt x="0" y="388"/>
                      <a:pt x="0" y="388"/>
                    </a:cubicBezTo>
                    <a:cubicBezTo>
                      <a:pt x="36" y="428"/>
                      <a:pt x="85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2B4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8" name="Freeform 869">
                <a:extLst>
                  <a:ext uri="{FF2B5EF4-FFF2-40B4-BE49-F238E27FC236}">
                    <a16:creationId xmlns:a16="http://schemas.microsoft.com/office/drawing/2014/main" id="{406541A5-E8F4-4FEF-8857-102BF9AFA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422"/>
                <a:ext cx="520" cy="726"/>
              </a:xfrm>
              <a:custGeom>
                <a:avLst/>
                <a:gdLst>
                  <a:gd name="T0" fmla="*/ 1018 w 240"/>
                  <a:gd name="T1" fmla="*/ 0 h 314"/>
                  <a:gd name="T2" fmla="*/ 52 w 240"/>
                  <a:gd name="T3" fmla="*/ 518 h 314"/>
                  <a:gd name="T4" fmla="*/ 80 w 240"/>
                  <a:gd name="T5" fmla="*/ 657 h 314"/>
                  <a:gd name="T6" fmla="*/ 1018 w 240"/>
                  <a:gd name="T7" fmla="*/ 123 h 314"/>
                  <a:gd name="T8" fmla="*/ 2338 w 240"/>
                  <a:gd name="T9" fmla="*/ 1940 h 314"/>
                  <a:gd name="T10" fmla="*/ 1018 w 240"/>
                  <a:gd name="T11" fmla="*/ 3757 h 314"/>
                  <a:gd name="T12" fmla="*/ 61 w 240"/>
                  <a:gd name="T13" fmla="*/ 3175 h 314"/>
                  <a:gd name="T14" fmla="*/ 0 w 240"/>
                  <a:gd name="T15" fmla="*/ 3288 h 314"/>
                  <a:gd name="T16" fmla="*/ 1018 w 240"/>
                  <a:gd name="T17" fmla="*/ 3882 h 314"/>
                  <a:gd name="T18" fmla="*/ 2442 w 240"/>
                  <a:gd name="T19" fmla="*/ 1940 h 314"/>
                  <a:gd name="T20" fmla="*/ 1018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6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7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8" y="314"/>
                      <a:pt x="240" y="243"/>
                      <a:pt x="240" y="157"/>
                    </a:cubicBezTo>
                    <a:cubicBezTo>
                      <a:pt x="240" y="70"/>
                      <a:pt x="178" y="0"/>
                      <a:pt x="100" y="0"/>
                    </a:cubicBezTo>
                    <a:close/>
                  </a:path>
                </a:pathLst>
              </a:custGeom>
              <a:solidFill>
                <a:srgbClr val="DEB3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9" name="Freeform 870">
                <a:extLst>
                  <a:ext uri="{FF2B5EF4-FFF2-40B4-BE49-F238E27FC236}">
                    <a16:creationId xmlns:a16="http://schemas.microsoft.com/office/drawing/2014/main" id="{4907369E-3844-4A35-8647-EAD2B6222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395"/>
                <a:ext cx="559" cy="781"/>
              </a:xfrm>
              <a:custGeom>
                <a:avLst/>
                <a:gdLst>
                  <a:gd name="T0" fmla="*/ 1090 w 258"/>
                  <a:gd name="T1" fmla="*/ 0 h 338"/>
                  <a:gd name="T2" fmla="*/ 80 w 258"/>
                  <a:gd name="T3" fmla="*/ 492 h 338"/>
                  <a:gd name="T4" fmla="*/ 121 w 258"/>
                  <a:gd name="T5" fmla="*/ 668 h 338"/>
                  <a:gd name="T6" fmla="*/ 1090 w 258"/>
                  <a:gd name="T7" fmla="*/ 150 h 338"/>
                  <a:gd name="T8" fmla="*/ 2511 w 258"/>
                  <a:gd name="T9" fmla="*/ 2087 h 338"/>
                  <a:gd name="T10" fmla="*/ 1090 w 258"/>
                  <a:gd name="T11" fmla="*/ 4021 h 338"/>
                  <a:gd name="T12" fmla="*/ 72 w 258"/>
                  <a:gd name="T13" fmla="*/ 3427 h 338"/>
                  <a:gd name="T14" fmla="*/ 0 w 258"/>
                  <a:gd name="T15" fmla="*/ 3551 h 338"/>
                  <a:gd name="T16" fmla="*/ 1090 w 258"/>
                  <a:gd name="T17" fmla="*/ 4171 h 338"/>
                  <a:gd name="T18" fmla="*/ 2624 w 258"/>
                  <a:gd name="T19" fmla="*/ 2087 h 338"/>
                  <a:gd name="T20" fmla="*/ 1090 w 258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8" h="338">
                    <a:moveTo>
                      <a:pt x="107" y="0"/>
                    </a:moveTo>
                    <a:cubicBezTo>
                      <a:pt x="70" y="0"/>
                      <a:pt x="35" y="14"/>
                      <a:pt x="8" y="40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38" y="27"/>
                      <a:pt x="72" y="12"/>
                      <a:pt x="107" y="12"/>
                    </a:cubicBezTo>
                    <a:cubicBezTo>
                      <a:pt x="185" y="12"/>
                      <a:pt x="247" y="82"/>
                      <a:pt x="247" y="169"/>
                    </a:cubicBezTo>
                    <a:cubicBezTo>
                      <a:pt x="247" y="255"/>
                      <a:pt x="185" y="326"/>
                      <a:pt x="107" y="326"/>
                    </a:cubicBezTo>
                    <a:cubicBezTo>
                      <a:pt x="70" y="326"/>
                      <a:pt x="33" y="308"/>
                      <a:pt x="7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8" y="320"/>
                      <a:pt x="67" y="338"/>
                      <a:pt x="107" y="338"/>
                    </a:cubicBezTo>
                    <a:cubicBezTo>
                      <a:pt x="190" y="338"/>
                      <a:pt x="258" y="262"/>
                      <a:pt x="258" y="169"/>
                    </a:cubicBezTo>
                    <a:cubicBezTo>
                      <a:pt x="258" y="75"/>
                      <a:pt x="190" y="0"/>
                      <a:pt x="107" y="0"/>
                    </a:cubicBezTo>
                    <a:close/>
                  </a:path>
                </a:pathLst>
              </a:custGeom>
              <a:solidFill>
                <a:srgbClr val="FFF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0" name="Freeform 871">
                <a:extLst>
                  <a:ext uri="{FF2B5EF4-FFF2-40B4-BE49-F238E27FC236}">
                    <a16:creationId xmlns:a16="http://schemas.microsoft.com/office/drawing/2014/main" id="{041EEA43-E815-4E9C-AA09-F673A76D2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006"/>
                <a:ext cx="2977" cy="1119"/>
              </a:xfrm>
              <a:custGeom>
                <a:avLst/>
                <a:gdLst>
                  <a:gd name="T0" fmla="*/ 12669 w 1373"/>
                  <a:gd name="T1" fmla="*/ 2347 h 484"/>
                  <a:gd name="T2" fmla="*/ 11735 w 1373"/>
                  <a:gd name="T3" fmla="*/ 2881 h 484"/>
                  <a:gd name="T4" fmla="*/ 11735 w 1373"/>
                  <a:gd name="T5" fmla="*/ 2881 h 484"/>
                  <a:gd name="T6" fmla="*/ 11719 w 1373"/>
                  <a:gd name="T7" fmla="*/ 2881 h 484"/>
                  <a:gd name="T8" fmla="*/ 11702 w 1373"/>
                  <a:gd name="T9" fmla="*/ 2881 h 484"/>
                  <a:gd name="T10" fmla="*/ 9003 w 1373"/>
                  <a:gd name="T11" fmla="*/ 2273 h 484"/>
                  <a:gd name="T12" fmla="*/ 9074 w 1373"/>
                  <a:gd name="T13" fmla="*/ 2176 h 484"/>
                  <a:gd name="T14" fmla="*/ 5453 w 1373"/>
                  <a:gd name="T15" fmla="*/ 1235 h 484"/>
                  <a:gd name="T16" fmla="*/ 347 w 1373"/>
                  <a:gd name="T17" fmla="*/ 0 h 484"/>
                  <a:gd name="T18" fmla="*/ 314 w 1373"/>
                  <a:gd name="T19" fmla="*/ 187 h 484"/>
                  <a:gd name="T20" fmla="*/ 935 w 1373"/>
                  <a:gd name="T21" fmla="*/ 1581 h 484"/>
                  <a:gd name="T22" fmla="*/ 0 w 1373"/>
                  <a:gd name="T23" fmla="*/ 3026 h 484"/>
                  <a:gd name="T24" fmla="*/ 20 w 1373"/>
                  <a:gd name="T25" fmla="*/ 3026 h 484"/>
                  <a:gd name="T26" fmla="*/ 7715 w 1373"/>
                  <a:gd name="T27" fmla="*/ 4571 h 484"/>
                  <a:gd name="T28" fmla="*/ 7715 w 1373"/>
                  <a:gd name="T29" fmla="*/ 4559 h 484"/>
                  <a:gd name="T30" fmla="*/ 10663 w 1373"/>
                  <a:gd name="T31" fmla="*/ 5190 h 484"/>
                  <a:gd name="T32" fmla="*/ 10663 w 1373"/>
                  <a:gd name="T33" fmla="*/ 5190 h 484"/>
                  <a:gd name="T34" fmla="*/ 10741 w 1373"/>
                  <a:gd name="T35" fmla="*/ 5216 h 484"/>
                  <a:gd name="T36" fmla="*/ 10765 w 1373"/>
                  <a:gd name="T37" fmla="*/ 5216 h 484"/>
                  <a:gd name="T38" fmla="*/ 10826 w 1373"/>
                  <a:gd name="T39" fmla="*/ 5227 h 484"/>
                  <a:gd name="T40" fmla="*/ 10846 w 1373"/>
                  <a:gd name="T41" fmla="*/ 5227 h 484"/>
                  <a:gd name="T42" fmla="*/ 10898 w 1373"/>
                  <a:gd name="T43" fmla="*/ 5239 h 484"/>
                  <a:gd name="T44" fmla="*/ 10926 w 1373"/>
                  <a:gd name="T45" fmla="*/ 5255 h 484"/>
                  <a:gd name="T46" fmla="*/ 11002 w 1373"/>
                  <a:gd name="T47" fmla="*/ 5264 h 484"/>
                  <a:gd name="T48" fmla="*/ 11030 w 1373"/>
                  <a:gd name="T49" fmla="*/ 5264 h 484"/>
                  <a:gd name="T50" fmla="*/ 11071 w 1373"/>
                  <a:gd name="T51" fmla="*/ 5276 h 484"/>
                  <a:gd name="T52" fmla="*/ 11099 w 1373"/>
                  <a:gd name="T53" fmla="*/ 5292 h 484"/>
                  <a:gd name="T54" fmla="*/ 11143 w 1373"/>
                  <a:gd name="T55" fmla="*/ 5292 h 484"/>
                  <a:gd name="T56" fmla="*/ 11184 w 1373"/>
                  <a:gd name="T57" fmla="*/ 5301 h 484"/>
                  <a:gd name="T58" fmla="*/ 11195 w 1373"/>
                  <a:gd name="T59" fmla="*/ 5301 h 484"/>
                  <a:gd name="T60" fmla="*/ 11245 w 1373"/>
                  <a:gd name="T61" fmla="*/ 5313 h 484"/>
                  <a:gd name="T62" fmla="*/ 11255 w 1373"/>
                  <a:gd name="T63" fmla="*/ 5313 h 484"/>
                  <a:gd name="T64" fmla="*/ 11396 w 1373"/>
                  <a:gd name="T65" fmla="*/ 5341 h 484"/>
                  <a:gd name="T66" fmla="*/ 11396 w 1373"/>
                  <a:gd name="T67" fmla="*/ 5341 h 484"/>
                  <a:gd name="T68" fmla="*/ 11437 w 1373"/>
                  <a:gd name="T69" fmla="*/ 5350 h 484"/>
                  <a:gd name="T70" fmla="*/ 11448 w 1373"/>
                  <a:gd name="T71" fmla="*/ 5350 h 484"/>
                  <a:gd name="T72" fmla="*/ 11490 w 1373"/>
                  <a:gd name="T73" fmla="*/ 5361 h 484"/>
                  <a:gd name="T74" fmla="*/ 11500 w 1373"/>
                  <a:gd name="T75" fmla="*/ 5361 h 484"/>
                  <a:gd name="T76" fmla="*/ 11529 w 1373"/>
                  <a:gd name="T77" fmla="*/ 5378 h 484"/>
                  <a:gd name="T78" fmla="*/ 11529 w 1373"/>
                  <a:gd name="T79" fmla="*/ 5378 h 484"/>
                  <a:gd name="T80" fmla="*/ 11622 w 1373"/>
                  <a:gd name="T81" fmla="*/ 5387 h 484"/>
                  <a:gd name="T82" fmla="*/ 11630 w 1373"/>
                  <a:gd name="T83" fmla="*/ 5387 h 484"/>
                  <a:gd name="T84" fmla="*/ 11650 w 1373"/>
                  <a:gd name="T85" fmla="*/ 5387 h 484"/>
                  <a:gd name="T86" fmla="*/ 11659 w 1373"/>
                  <a:gd name="T87" fmla="*/ 5398 h 484"/>
                  <a:gd name="T88" fmla="*/ 11674 w 1373"/>
                  <a:gd name="T89" fmla="*/ 5398 h 484"/>
                  <a:gd name="T90" fmla="*/ 11683 w 1373"/>
                  <a:gd name="T91" fmla="*/ 5398 h 484"/>
                  <a:gd name="T92" fmla="*/ 11691 w 1373"/>
                  <a:gd name="T93" fmla="*/ 5398 h 484"/>
                  <a:gd name="T94" fmla="*/ 11711 w 1373"/>
                  <a:gd name="T95" fmla="*/ 5398 h 484"/>
                  <a:gd name="T96" fmla="*/ 11711 w 1373"/>
                  <a:gd name="T97" fmla="*/ 5415 h 484"/>
                  <a:gd name="T98" fmla="*/ 12669 w 1373"/>
                  <a:gd name="T99" fmla="*/ 5981 h 484"/>
                  <a:gd name="T100" fmla="*/ 13996 w 1373"/>
                  <a:gd name="T101" fmla="*/ 4164 h 484"/>
                  <a:gd name="T102" fmla="*/ 12669 w 1373"/>
                  <a:gd name="T103" fmla="*/ 2347 h 4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373" h="484">
                    <a:moveTo>
                      <a:pt x="1243" y="190"/>
                    </a:moveTo>
                    <a:cubicBezTo>
                      <a:pt x="1207" y="190"/>
                      <a:pt x="1175" y="206"/>
                      <a:pt x="1151" y="233"/>
                    </a:cubicBezTo>
                    <a:cubicBezTo>
                      <a:pt x="1151" y="233"/>
                      <a:pt x="1151" y="233"/>
                      <a:pt x="1151" y="233"/>
                    </a:cubicBezTo>
                    <a:cubicBezTo>
                      <a:pt x="1150" y="233"/>
                      <a:pt x="1150" y="233"/>
                      <a:pt x="1150" y="233"/>
                    </a:cubicBezTo>
                    <a:cubicBezTo>
                      <a:pt x="1149" y="233"/>
                      <a:pt x="1149" y="233"/>
                      <a:pt x="1148" y="233"/>
                    </a:cubicBezTo>
                    <a:cubicBezTo>
                      <a:pt x="1130" y="229"/>
                      <a:pt x="1026" y="210"/>
                      <a:pt x="883" y="184"/>
                    </a:cubicBezTo>
                    <a:cubicBezTo>
                      <a:pt x="885" y="181"/>
                      <a:pt x="888" y="179"/>
                      <a:pt x="890" y="176"/>
                    </a:cubicBezTo>
                    <a:cubicBezTo>
                      <a:pt x="716" y="138"/>
                      <a:pt x="576" y="108"/>
                      <a:pt x="535" y="100"/>
                    </a:cubicBezTo>
                    <a:cubicBezTo>
                      <a:pt x="408" y="76"/>
                      <a:pt x="105" y="15"/>
                      <a:pt x="34" y="0"/>
                    </a:cubicBezTo>
                    <a:cubicBezTo>
                      <a:pt x="34" y="0"/>
                      <a:pt x="31" y="15"/>
                      <a:pt x="31" y="15"/>
                    </a:cubicBezTo>
                    <a:cubicBezTo>
                      <a:pt x="73" y="24"/>
                      <a:pt x="90" y="74"/>
                      <a:pt x="92" y="128"/>
                    </a:cubicBezTo>
                    <a:cubicBezTo>
                      <a:pt x="95" y="185"/>
                      <a:pt x="49" y="245"/>
                      <a:pt x="0" y="245"/>
                    </a:cubicBezTo>
                    <a:cubicBezTo>
                      <a:pt x="0" y="245"/>
                      <a:pt x="1" y="245"/>
                      <a:pt x="2" y="245"/>
                    </a:cubicBezTo>
                    <a:cubicBezTo>
                      <a:pt x="33" y="251"/>
                      <a:pt x="401" y="302"/>
                      <a:pt x="757" y="370"/>
                    </a:cubicBezTo>
                    <a:cubicBezTo>
                      <a:pt x="757" y="370"/>
                      <a:pt x="757" y="369"/>
                      <a:pt x="757" y="369"/>
                    </a:cubicBezTo>
                    <a:cubicBezTo>
                      <a:pt x="830" y="383"/>
                      <a:pt x="957" y="405"/>
                      <a:pt x="1046" y="420"/>
                    </a:cubicBezTo>
                    <a:cubicBezTo>
                      <a:pt x="1046" y="420"/>
                      <a:pt x="1046" y="420"/>
                      <a:pt x="1046" y="420"/>
                    </a:cubicBezTo>
                    <a:cubicBezTo>
                      <a:pt x="1049" y="421"/>
                      <a:pt x="1052" y="421"/>
                      <a:pt x="1054" y="422"/>
                    </a:cubicBezTo>
                    <a:cubicBezTo>
                      <a:pt x="1055" y="422"/>
                      <a:pt x="1055" y="422"/>
                      <a:pt x="1056" y="422"/>
                    </a:cubicBezTo>
                    <a:cubicBezTo>
                      <a:pt x="1058" y="422"/>
                      <a:pt x="1060" y="423"/>
                      <a:pt x="1062" y="423"/>
                    </a:cubicBezTo>
                    <a:cubicBezTo>
                      <a:pt x="1063" y="423"/>
                      <a:pt x="1064" y="423"/>
                      <a:pt x="1064" y="423"/>
                    </a:cubicBezTo>
                    <a:cubicBezTo>
                      <a:pt x="1066" y="424"/>
                      <a:pt x="1068" y="424"/>
                      <a:pt x="1069" y="424"/>
                    </a:cubicBezTo>
                    <a:cubicBezTo>
                      <a:pt x="1070" y="424"/>
                      <a:pt x="1071" y="425"/>
                      <a:pt x="1072" y="425"/>
                    </a:cubicBezTo>
                    <a:cubicBezTo>
                      <a:pt x="1075" y="425"/>
                      <a:pt x="1077" y="426"/>
                      <a:pt x="1079" y="426"/>
                    </a:cubicBezTo>
                    <a:cubicBezTo>
                      <a:pt x="1080" y="426"/>
                      <a:pt x="1081" y="426"/>
                      <a:pt x="1082" y="426"/>
                    </a:cubicBezTo>
                    <a:cubicBezTo>
                      <a:pt x="1083" y="427"/>
                      <a:pt x="1085" y="427"/>
                      <a:pt x="1086" y="427"/>
                    </a:cubicBezTo>
                    <a:cubicBezTo>
                      <a:pt x="1087" y="427"/>
                      <a:pt x="1088" y="427"/>
                      <a:pt x="1089" y="428"/>
                    </a:cubicBezTo>
                    <a:cubicBezTo>
                      <a:pt x="1090" y="428"/>
                      <a:pt x="1092" y="428"/>
                      <a:pt x="1093" y="428"/>
                    </a:cubicBezTo>
                    <a:cubicBezTo>
                      <a:pt x="1094" y="428"/>
                      <a:pt x="1095" y="429"/>
                      <a:pt x="1097" y="429"/>
                    </a:cubicBezTo>
                    <a:cubicBezTo>
                      <a:pt x="1097" y="429"/>
                      <a:pt x="1098" y="429"/>
                      <a:pt x="1098" y="429"/>
                    </a:cubicBezTo>
                    <a:cubicBezTo>
                      <a:pt x="1100" y="429"/>
                      <a:pt x="1101" y="430"/>
                      <a:pt x="1103" y="430"/>
                    </a:cubicBezTo>
                    <a:cubicBezTo>
                      <a:pt x="1103" y="430"/>
                      <a:pt x="1104" y="430"/>
                      <a:pt x="1104" y="430"/>
                    </a:cubicBezTo>
                    <a:cubicBezTo>
                      <a:pt x="1109" y="431"/>
                      <a:pt x="1114" y="432"/>
                      <a:pt x="1118" y="432"/>
                    </a:cubicBezTo>
                    <a:cubicBezTo>
                      <a:pt x="1118" y="432"/>
                      <a:pt x="1118" y="432"/>
                      <a:pt x="1118" y="432"/>
                    </a:cubicBezTo>
                    <a:cubicBezTo>
                      <a:pt x="1119" y="433"/>
                      <a:pt x="1121" y="433"/>
                      <a:pt x="1122" y="433"/>
                    </a:cubicBezTo>
                    <a:cubicBezTo>
                      <a:pt x="1122" y="433"/>
                      <a:pt x="1123" y="433"/>
                      <a:pt x="1123" y="433"/>
                    </a:cubicBezTo>
                    <a:cubicBezTo>
                      <a:pt x="1124" y="434"/>
                      <a:pt x="1126" y="434"/>
                      <a:pt x="1127" y="434"/>
                    </a:cubicBezTo>
                    <a:cubicBezTo>
                      <a:pt x="1127" y="434"/>
                      <a:pt x="1127" y="434"/>
                      <a:pt x="1128" y="434"/>
                    </a:cubicBezTo>
                    <a:cubicBezTo>
                      <a:pt x="1129" y="434"/>
                      <a:pt x="1130" y="434"/>
                      <a:pt x="1131" y="435"/>
                    </a:cubicBezTo>
                    <a:cubicBezTo>
                      <a:pt x="1131" y="435"/>
                      <a:pt x="1131" y="435"/>
                      <a:pt x="1131" y="435"/>
                    </a:cubicBezTo>
                    <a:cubicBezTo>
                      <a:pt x="1135" y="435"/>
                      <a:pt x="1137" y="436"/>
                      <a:pt x="1140" y="436"/>
                    </a:cubicBezTo>
                    <a:cubicBezTo>
                      <a:pt x="1140" y="436"/>
                      <a:pt x="1141" y="436"/>
                      <a:pt x="1141" y="436"/>
                    </a:cubicBezTo>
                    <a:cubicBezTo>
                      <a:pt x="1142" y="436"/>
                      <a:pt x="1142" y="436"/>
                      <a:pt x="1143" y="436"/>
                    </a:cubicBezTo>
                    <a:cubicBezTo>
                      <a:pt x="1143" y="437"/>
                      <a:pt x="1144" y="437"/>
                      <a:pt x="1144" y="437"/>
                    </a:cubicBezTo>
                    <a:cubicBezTo>
                      <a:pt x="1144" y="437"/>
                      <a:pt x="1145" y="437"/>
                      <a:pt x="1145" y="437"/>
                    </a:cubicBezTo>
                    <a:cubicBezTo>
                      <a:pt x="1146" y="437"/>
                      <a:pt x="1146" y="437"/>
                      <a:pt x="1146" y="437"/>
                    </a:cubicBezTo>
                    <a:cubicBezTo>
                      <a:pt x="1147" y="437"/>
                      <a:pt x="1147" y="437"/>
                      <a:pt x="1147" y="437"/>
                    </a:cubicBezTo>
                    <a:cubicBezTo>
                      <a:pt x="1148" y="437"/>
                      <a:pt x="1149" y="437"/>
                      <a:pt x="1149" y="437"/>
                    </a:cubicBezTo>
                    <a:cubicBezTo>
                      <a:pt x="1149" y="438"/>
                      <a:pt x="1149" y="438"/>
                      <a:pt x="1149" y="438"/>
                    </a:cubicBezTo>
                    <a:cubicBezTo>
                      <a:pt x="1173" y="466"/>
                      <a:pt x="1206" y="484"/>
                      <a:pt x="1243" y="484"/>
                    </a:cubicBezTo>
                    <a:cubicBezTo>
                      <a:pt x="1315" y="484"/>
                      <a:pt x="1373" y="418"/>
                      <a:pt x="1373" y="337"/>
                    </a:cubicBezTo>
                    <a:cubicBezTo>
                      <a:pt x="1373" y="256"/>
                      <a:pt x="1315" y="190"/>
                      <a:pt x="1243" y="19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1" name="Freeform 872">
                <a:extLst>
                  <a:ext uri="{FF2B5EF4-FFF2-40B4-BE49-F238E27FC236}">
                    <a16:creationId xmlns:a16="http://schemas.microsoft.com/office/drawing/2014/main" id="{967A33E5-2D55-4E30-A7C1-A141CAA43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385"/>
                <a:ext cx="2768" cy="740"/>
              </a:xfrm>
              <a:custGeom>
                <a:avLst/>
                <a:gdLst>
                  <a:gd name="T0" fmla="*/ 1875 w 1277"/>
                  <a:gd name="T1" fmla="*/ 819 h 320"/>
                  <a:gd name="T2" fmla="*/ 897 w 1277"/>
                  <a:gd name="T3" fmla="*/ 0 h 320"/>
                  <a:gd name="T4" fmla="*/ 0 w 1277"/>
                  <a:gd name="T5" fmla="*/ 999 h 320"/>
                  <a:gd name="T6" fmla="*/ 20 w 1277"/>
                  <a:gd name="T7" fmla="*/ 999 h 320"/>
                  <a:gd name="T8" fmla="*/ 7710 w 1277"/>
                  <a:gd name="T9" fmla="*/ 2546 h 320"/>
                  <a:gd name="T10" fmla="*/ 7710 w 1277"/>
                  <a:gd name="T11" fmla="*/ 2535 h 320"/>
                  <a:gd name="T12" fmla="*/ 10651 w 1277"/>
                  <a:gd name="T13" fmla="*/ 3166 h 320"/>
                  <a:gd name="T14" fmla="*/ 10651 w 1277"/>
                  <a:gd name="T15" fmla="*/ 3166 h 320"/>
                  <a:gd name="T16" fmla="*/ 10736 w 1277"/>
                  <a:gd name="T17" fmla="*/ 3194 h 320"/>
                  <a:gd name="T18" fmla="*/ 10756 w 1277"/>
                  <a:gd name="T19" fmla="*/ 3194 h 320"/>
                  <a:gd name="T20" fmla="*/ 10816 w 1277"/>
                  <a:gd name="T21" fmla="*/ 3203 h 320"/>
                  <a:gd name="T22" fmla="*/ 10834 w 1277"/>
                  <a:gd name="T23" fmla="*/ 3203 h 320"/>
                  <a:gd name="T24" fmla="*/ 10886 w 1277"/>
                  <a:gd name="T25" fmla="*/ 3214 h 320"/>
                  <a:gd name="T26" fmla="*/ 10918 w 1277"/>
                  <a:gd name="T27" fmla="*/ 3231 h 320"/>
                  <a:gd name="T28" fmla="*/ 10990 w 1277"/>
                  <a:gd name="T29" fmla="*/ 3240 h 320"/>
                  <a:gd name="T30" fmla="*/ 11018 w 1277"/>
                  <a:gd name="T31" fmla="*/ 3240 h 320"/>
                  <a:gd name="T32" fmla="*/ 11059 w 1277"/>
                  <a:gd name="T33" fmla="*/ 3251 h 320"/>
                  <a:gd name="T34" fmla="*/ 11087 w 1277"/>
                  <a:gd name="T35" fmla="*/ 3268 h 320"/>
                  <a:gd name="T36" fmla="*/ 11131 w 1277"/>
                  <a:gd name="T37" fmla="*/ 3268 h 320"/>
                  <a:gd name="T38" fmla="*/ 11174 w 1277"/>
                  <a:gd name="T39" fmla="*/ 3279 h 320"/>
                  <a:gd name="T40" fmla="*/ 11183 w 1277"/>
                  <a:gd name="T41" fmla="*/ 3279 h 320"/>
                  <a:gd name="T42" fmla="*/ 11235 w 1277"/>
                  <a:gd name="T43" fmla="*/ 3288 h 320"/>
                  <a:gd name="T44" fmla="*/ 11243 w 1277"/>
                  <a:gd name="T45" fmla="*/ 3288 h 320"/>
                  <a:gd name="T46" fmla="*/ 11384 w 1277"/>
                  <a:gd name="T47" fmla="*/ 3316 h 320"/>
                  <a:gd name="T48" fmla="*/ 11384 w 1277"/>
                  <a:gd name="T49" fmla="*/ 3316 h 320"/>
                  <a:gd name="T50" fmla="*/ 11427 w 1277"/>
                  <a:gd name="T51" fmla="*/ 3325 h 320"/>
                  <a:gd name="T52" fmla="*/ 11436 w 1277"/>
                  <a:gd name="T53" fmla="*/ 3325 h 320"/>
                  <a:gd name="T54" fmla="*/ 11477 w 1277"/>
                  <a:gd name="T55" fmla="*/ 3337 h 320"/>
                  <a:gd name="T56" fmla="*/ 11488 w 1277"/>
                  <a:gd name="T57" fmla="*/ 3337 h 320"/>
                  <a:gd name="T58" fmla="*/ 11521 w 1277"/>
                  <a:gd name="T59" fmla="*/ 3353 h 320"/>
                  <a:gd name="T60" fmla="*/ 11521 w 1277"/>
                  <a:gd name="T61" fmla="*/ 3353 h 320"/>
                  <a:gd name="T62" fmla="*/ 11610 w 1277"/>
                  <a:gd name="T63" fmla="*/ 3365 h 320"/>
                  <a:gd name="T64" fmla="*/ 11618 w 1277"/>
                  <a:gd name="T65" fmla="*/ 3365 h 320"/>
                  <a:gd name="T66" fmla="*/ 11642 w 1277"/>
                  <a:gd name="T67" fmla="*/ 3365 h 320"/>
                  <a:gd name="T68" fmla="*/ 11653 w 1277"/>
                  <a:gd name="T69" fmla="*/ 3374 h 320"/>
                  <a:gd name="T70" fmla="*/ 11662 w 1277"/>
                  <a:gd name="T71" fmla="*/ 3374 h 320"/>
                  <a:gd name="T72" fmla="*/ 11670 w 1277"/>
                  <a:gd name="T73" fmla="*/ 3374 h 320"/>
                  <a:gd name="T74" fmla="*/ 11681 w 1277"/>
                  <a:gd name="T75" fmla="*/ 3374 h 320"/>
                  <a:gd name="T76" fmla="*/ 11703 w 1277"/>
                  <a:gd name="T77" fmla="*/ 3374 h 320"/>
                  <a:gd name="T78" fmla="*/ 11703 w 1277"/>
                  <a:gd name="T79" fmla="*/ 3390 h 320"/>
                  <a:gd name="T80" fmla="*/ 12657 w 1277"/>
                  <a:gd name="T81" fmla="*/ 3957 h 320"/>
                  <a:gd name="T82" fmla="*/ 13005 w 1277"/>
                  <a:gd name="T83" fmla="*/ 3894 h 320"/>
                  <a:gd name="T84" fmla="*/ 11690 w 1277"/>
                  <a:gd name="T85" fmla="*/ 3069 h 320"/>
                  <a:gd name="T86" fmla="*/ 1875 w 1277"/>
                  <a:gd name="T87" fmla="*/ 819 h 32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77" h="320">
                    <a:moveTo>
                      <a:pt x="184" y="66"/>
                    </a:moveTo>
                    <a:cubicBezTo>
                      <a:pt x="94" y="49"/>
                      <a:pt x="81" y="34"/>
                      <a:pt x="88" y="0"/>
                    </a:cubicBezTo>
                    <a:cubicBezTo>
                      <a:pt x="75" y="43"/>
                      <a:pt x="39" y="81"/>
                      <a:pt x="0" y="81"/>
                    </a:cubicBezTo>
                    <a:cubicBezTo>
                      <a:pt x="0" y="81"/>
                      <a:pt x="1" y="81"/>
                      <a:pt x="2" y="81"/>
                    </a:cubicBezTo>
                    <a:cubicBezTo>
                      <a:pt x="33" y="87"/>
                      <a:pt x="401" y="138"/>
                      <a:pt x="757" y="206"/>
                    </a:cubicBezTo>
                    <a:cubicBezTo>
                      <a:pt x="757" y="206"/>
                      <a:pt x="757" y="205"/>
                      <a:pt x="757" y="205"/>
                    </a:cubicBezTo>
                    <a:cubicBezTo>
                      <a:pt x="830" y="219"/>
                      <a:pt x="957" y="241"/>
                      <a:pt x="1046" y="256"/>
                    </a:cubicBezTo>
                    <a:cubicBezTo>
                      <a:pt x="1046" y="256"/>
                      <a:pt x="1046" y="256"/>
                      <a:pt x="1046" y="256"/>
                    </a:cubicBezTo>
                    <a:cubicBezTo>
                      <a:pt x="1049" y="257"/>
                      <a:pt x="1052" y="257"/>
                      <a:pt x="1054" y="258"/>
                    </a:cubicBezTo>
                    <a:cubicBezTo>
                      <a:pt x="1055" y="258"/>
                      <a:pt x="1055" y="258"/>
                      <a:pt x="1056" y="258"/>
                    </a:cubicBezTo>
                    <a:cubicBezTo>
                      <a:pt x="1058" y="258"/>
                      <a:pt x="1060" y="259"/>
                      <a:pt x="1062" y="259"/>
                    </a:cubicBezTo>
                    <a:cubicBezTo>
                      <a:pt x="1063" y="259"/>
                      <a:pt x="1064" y="259"/>
                      <a:pt x="1064" y="259"/>
                    </a:cubicBezTo>
                    <a:cubicBezTo>
                      <a:pt x="1066" y="260"/>
                      <a:pt x="1068" y="260"/>
                      <a:pt x="1069" y="260"/>
                    </a:cubicBezTo>
                    <a:cubicBezTo>
                      <a:pt x="1070" y="260"/>
                      <a:pt x="1071" y="261"/>
                      <a:pt x="1072" y="261"/>
                    </a:cubicBezTo>
                    <a:cubicBezTo>
                      <a:pt x="1075" y="261"/>
                      <a:pt x="1077" y="262"/>
                      <a:pt x="1079" y="262"/>
                    </a:cubicBezTo>
                    <a:cubicBezTo>
                      <a:pt x="1080" y="262"/>
                      <a:pt x="1081" y="262"/>
                      <a:pt x="1082" y="262"/>
                    </a:cubicBezTo>
                    <a:cubicBezTo>
                      <a:pt x="1083" y="263"/>
                      <a:pt x="1085" y="263"/>
                      <a:pt x="1086" y="263"/>
                    </a:cubicBezTo>
                    <a:cubicBezTo>
                      <a:pt x="1087" y="263"/>
                      <a:pt x="1088" y="263"/>
                      <a:pt x="1089" y="264"/>
                    </a:cubicBezTo>
                    <a:cubicBezTo>
                      <a:pt x="1090" y="264"/>
                      <a:pt x="1092" y="264"/>
                      <a:pt x="1093" y="264"/>
                    </a:cubicBezTo>
                    <a:cubicBezTo>
                      <a:pt x="1094" y="264"/>
                      <a:pt x="1095" y="265"/>
                      <a:pt x="1097" y="265"/>
                    </a:cubicBezTo>
                    <a:cubicBezTo>
                      <a:pt x="1097" y="265"/>
                      <a:pt x="1098" y="265"/>
                      <a:pt x="1098" y="265"/>
                    </a:cubicBezTo>
                    <a:cubicBezTo>
                      <a:pt x="1100" y="265"/>
                      <a:pt x="1101" y="266"/>
                      <a:pt x="1103" y="266"/>
                    </a:cubicBezTo>
                    <a:cubicBezTo>
                      <a:pt x="1103" y="266"/>
                      <a:pt x="1104" y="266"/>
                      <a:pt x="1104" y="266"/>
                    </a:cubicBezTo>
                    <a:cubicBezTo>
                      <a:pt x="1109" y="267"/>
                      <a:pt x="1114" y="268"/>
                      <a:pt x="1118" y="268"/>
                    </a:cubicBezTo>
                    <a:cubicBezTo>
                      <a:pt x="1118" y="268"/>
                      <a:pt x="1118" y="268"/>
                      <a:pt x="1118" y="268"/>
                    </a:cubicBezTo>
                    <a:cubicBezTo>
                      <a:pt x="1119" y="269"/>
                      <a:pt x="1121" y="269"/>
                      <a:pt x="1122" y="269"/>
                    </a:cubicBezTo>
                    <a:cubicBezTo>
                      <a:pt x="1122" y="269"/>
                      <a:pt x="1123" y="269"/>
                      <a:pt x="1123" y="269"/>
                    </a:cubicBezTo>
                    <a:cubicBezTo>
                      <a:pt x="1124" y="270"/>
                      <a:pt x="1126" y="270"/>
                      <a:pt x="1127" y="270"/>
                    </a:cubicBezTo>
                    <a:cubicBezTo>
                      <a:pt x="1127" y="270"/>
                      <a:pt x="1127" y="270"/>
                      <a:pt x="1128" y="270"/>
                    </a:cubicBezTo>
                    <a:cubicBezTo>
                      <a:pt x="1129" y="270"/>
                      <a:pt x="1130" y="270"/>
                      <a:pt x="1131" y="271"/>
                    </a:cubicBezTo>
                    <a:cubicBezTo>
                      <a:pt x="1131" y="271"/>
                      <a:pt x="1131" y="271"/>
                      <a:pt x="1131" y="271"/>
                    </a:cubicBezTo>
                    <a:cubicBezTo>
                      <a:pt x="1135" y="271"/>
                      <a:pt x="1137" y="272"/>
                      <a:pt x="1140" y="272"/>
                    </a:cubicBezTo>
                    <a:cubicBezTo>
                      <a:pt x="1140" y="272"/>
                      <a:pt x="1141" y="272"/>
                      <a:pt x="1141" y="272"/>
                    </a:cubicBezTo>
                    <a:cubicBezTo>
                      <a:pt x="1142" y="272"/>
                      <a:pt x="1142" y="272"/>
                      <a:pt x="1143" y="272"/>
                    </a:cubicBezTo>
                    <a:cubicBezTo>
                      <a:pt x="1143" y="273"/>
                      <a:pt x="1144" y="273"/>
                      <a:pt x="1144" y="273"/>
                    </a:cubicBezTo>
                    <a:cubicBezTo>
                      <a:pt x="1144" y="273"/>
                      <a:pt x="1145" y="273"/>
                      <a:pt x="1145" y="273"/>
                    </a:cubicBezTo>
                    <a:cubicBezTo>
                      <a:pt x="1146" y="273"/>
                      <a:pt x="1146" y="273"/>
                      <a:pt x="1146" y="273"/>
                    </a:cubicBezTo>
                    <a:cubicBezTo>
                      <a:pt x="1147" y="273"/>
                      <a:pt x="1147" y="273"/>
                      <a:pt x="1147" y="273"/>
                    </a:cubicBezTo>
                    <a:cubicBezTo>
                      <a:pt x="1148" y="273"/>
                      <a:pt x="1149" y="273"/>
                      <a:pt x="1149" y="273"/>
                    </a:cubicBezTo>
                    <a:cubicBezTo>
                      <a:pt x="1149" y="274"/>
                      <a:pt x="1149" y="274"/>
                      <a:pt x="1149" y="274"/>
                    </a:cubicBezTo>
                    <a:cubicBezTo>
                      <a:pt x="1173" y="302"/>
                      <a:pt x="1206" y="320"/>
                      <a:pt x="1243" y="320"/>
                    </a:cubicBezTo>
                    <a:cubicBezTo>
                      <a:pt x="1255" y="320"/>
                      <a:pt x="1266" y="318"/>
                      <a:pt x="1277" y="315"/>
                    </a:cubicBezTo>
                    <a:cubicBezTo>
                      <a:pt x="1224" y="310"/>
                      <a:pt x="1180" y="253"/>
                      <a:pt x="1148" y="248"/>
                    </a:cubicBezTo>
                    <a:cubicBezTo>
                      <a:pt x="1110" y="242"/>
                      <a:pt x="280" y="84"/>
                      <a:pt x="184" y="66"/>
                    </a:cubicBezTo>
                    <a:close/>
                  </a:path>
                </a:pathLst>
              </a:custGeom>
              <a:solidFill>
                <a:srgbClr val="D547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2" name="Freeform 873">
                <a:extLst>
                  <a:ext uri="{FF2B5EF4-FFF2-40B4-BE49-F238E27FC236}">
                    <a16:creationId xmlns:a16="http://schemas.microsoft.com/office/drawing/2014/main" id="{EB077E09-B437-493C-A63F-2BB18DD8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422"/>
                <a:ext cx="520" cy="726"/>
              </a:xfrm>
              <a:custGeom>
                <a:avLst/>
                <a:gdLst>
                  <a:gd name="T0" fmla="*/ 1018 w 240"/>
                  <a:gd name="T1" fmla="*/ 0 h 314"/>
                  <a:gd name="T2" fmla="*/ 52 w 240"/>
                  <a:gd name="T3" fmla="*/ 518 h 314"/>
                  <a:gd name="T4" fmla="*/ 80 w 240"/>
                  <a:gd name="T5" fmla="*/ 657 h 314"/>
                  <a:gd name="T6" fmla="*/ 1018 w 240"/>
                  <a:gd name="T7" fmla="*/ 123 h 314"/>
                  <a:gd name="T8" fmla="*/ 2338 w 240"/>
                  <a:gd name="T9" fmla="*/ 1940 h 314"/>
                  <a:gd name="T10" fmla="*/ 1018 w 240"/>
                  <a:gd name="T11" fmla="*/ 3757 h 314"/>
                  <a:gd name="T12" fmla="*/ 61 w 240"/>
                  <a:gd name="T13" fmla="*/ 3175 h 314"/>
                  <a:gd name="T14" fmla="*/ 0 w 240"/>
                  <a:gd name="T15" fmla="*/ 3288 h 314"/>
                  <a:gd name="T16" fmla="*/ 1018 w 240"/>
                  <a:gd name="T17" fmla="*/ 3882 h 314"/>
                  <a:gd name="T18" fmla="*/ 2442 w 240"/>
                  <a:gd name="T19" fmla="*/ 1940 h 314"/>
                  <a:gd name="T20" fmla="*/ 1018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6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7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8" y="314"/>
                      <a:pt x="240" y="243"/>
                      <a:pt x="240" y="157"/>
                    </a:cubicBezTo>
                    <a:cubicBezTo>
                      <a:pt x="240" y="70"/>
                      <a:pt x="178" y="0"/>
                      <a:pt x="100" y="0"/>
                    </a:cubicBezTo>
                    <a:close/>
                  </a:path>
                </a:pathLst>
              </a:custGeom>
              <a:solidFill>
                <a:srgbClr val="D9A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3" name="Freeform 874">
                <a:extLst>
                  <a:ext uri="{FF2B5EF4-FFF2-40B4-BE49-F238E27FC236}">
                    <a16:creationId xmlns:a16="http://schemas.microsoft.com/office/drawing/2014/main" id="{5A0034E1-EAF5-49BE-913A-B6C945164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395"/>
                <a:ext cx="559" cy="781"/>
              </a:xfrm>
              <a:custGeom>
                <a:avLst/>
                <a:gdLst>
                  <a:gd name="T0" fmla="*/ 1090 w 258"/>
                  <a:gd name="T1" fmla="*/ 0 h 338"/>
                  <a:gd name="T2" fmla="*/ 80 w 258"/>
                  <a:gd name="T3" fmla="*/ 492 h 338"/>
                  <a:gd name="T4" fmla="*/ 121 w 258"/>
                  <a:gd name="T5" fmla="*/ 668 h 338"/>
                  <a:gd name="T6" fmla="*/ 1090 w 258"/>
                  <a:gd name="T7" fmla="*/ 150 h 338"/>
                  <a:gd name="T8" fmla="*/ 2511 w 258"/>
                  <a:gd name="T9" fmla="*/ 2087 h 338"/>
                  <a:gd name="T10" fmla="*/ 1090 w 258"/>
                  <a:gd name="T11" fmla="*/ 4021 h 338"/>
                  <a:gd name="T12" fmla="*/ 72 w 258"/>
                  <a:gd name="T13" fmla="*/ 3427 h 338"/>
                  <a:gd name="T14" fmla="*/ 0 w 258"/>
                  <a:gd name="T15" fmla="*/ 3551 h 338"/>
                  <a:gd name="T16" fmla="*/ 1090 w 258"/>
                  <a:gd name="T17" fmla="*/ 4171 h 338"/>
                  <a:gd name="T18" fmla="*/ 2624 w 258"/>
                  <a:gd name="T19" fmla="*/ 2087 h 338"/>
                  <a:gd name="T20" fmla="*/ 1090 w 258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8" h="338">
                    <a:moveTo>
                      <a:pt x="107" y="0"/>
                    </a:moveTo>
                    <a:cubicBezTo>
                      <a:pt x="70" y="0"/>
                      <a:pt x="35" y="14"/>
                      <a:pt x="8" y="40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38" y="27"/>
                      <a:pt x="72" y="12"/>
                      <a:pt x="107" y="12"/>
                    </a:cubicBezTo>
                    <a:cubicBezTo>
                      <a:pt x="185" y="12"/>
                      <a:pt x="247" y="82"/>
                      <a:pt x="247" y="169"/>
                    </a:cubicBezTo>
                    <a:cubicBezTo>
                      <a:pt x="247" y="255"/>
                      <a:pt x="185" y="326"/>
                      <a:pt x="107" y="326"/>
                    </a:cubicBezTo>
                    <a:cubicBezTo>
                      <a:pt x="70" y="326"/>
                      <a:pt x="33" y="308"/>
                      <a:pt x="7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8" y="320"/>
                      <a:pt x="67" y="338"/>
                      <a:pt x="107" y="338"/>
                    </a:cubicBezTo>
                    <a:cubicBezTo>
                      <a:pt x="190" y="338"/>
                      <a:pt x="258" y="262"/>
                      <a:pt x="258" y="169"/>
                    </a:cubicBezTo>
                    <a:cubicBezTo>
                      <a:pt x="258" y="75"/>
                      <a:pt x="190" y="0"/>
                      <a:pt x="107" y="0"/>
                    </a:cubicBezTo>
                    <a:close/>
                  </a:path>
                </a:pathLst>
              </a:custGeom>
              <a:solidFill>
                <a:srgbClr val="FFF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4" name="Freeform 875">
                <a:extLst>
                  <a:ext uri="{FF2B5EF4-FFF2-40B4-BE49-F238E27FC236}">
                    <a16:creationId xmlns:a16="http://schemas.microsoft.com/office/drawing/2014/main" id="{4FACE10E-82DF-42D9-AFAE-1FB13BC51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888"/>
                <a:ext cx="2463" cy="604"/>
              </a:xfrm>
              <a:custGeom>
                <a:avLst/>
                <a:gdLst>
                  <a:gd name="T0" fmla="*/ 11437 w 1136"/>
                  <a:gd name="T1" fmla="*/ 2640 h 261"/>
                  <a:gd name="T2" fmla="*/ 8705 w 1136"/>
                  <a:gd name="T3" fmla="*/ 1773 h 261"/>
                  <a:gd name="T4" fmla="*/ 5687 w 1136"/>
                  <a:gd name="T5" fmla="*/ 461 h 261"/>
                  <a:gd name="T6" fmla="*/ 2652 w 1136"/>
                  <a:gd name="T7" fmla="*/ 461 h 261"/>
                  <a:gd name="T8" fmla="*/ 20 w 1136"/>
                  <a:gd name="T9" fmla="*/ 0 h 261"/>
                  <a:gd name="T10" fmla="*/ 0 w 1136"/>
                  <a:gd name="T11" fmla="*/ 546 h 261"/>
                  <a:gd name="T12" fmla="*/ 2741 w 1136"/>
                  <a:gd name="T13" fmla="*/ 1227 h 261"/>
                  <a:gd name="T14" fmla="*/ 3159 w 1136"/>
                  <a:gd name="T15" fmla="*/ 1227 h 261"/>
                  <a:gd name="T16" fmla="*/ 3456 w 1136"/>
                  <a:gd name="T17" fmla="*/ 1178 h 261"/>
                  <a:gd name="T18" fmla="*/ 3658 w 1136"/>
                  <a:gd name="T19" fmla="*/ 1104 h 261"/>
                  <a:gd name="T20" fmla="*/ 3874 w 1136"/>
                  <a:gd name="T21" fmla="*/ 1067 h 261"/>
                  <a:gd name="T22" fmla="*/ 4037 w 1136"/>
                  <a:gd name="T23" fmla="*/ 1067 h 261"/>
                  <a:gd name="T24" fmla="*/ 4161 w 1136"/>
                  <a:gd name="T25" fmla="*/ 1039 h 261"/>
                  <a:gd name="T26" fmla="*/ 4371 w 1136"/>
                  <a:gd name="T27" fmla="*/ 1076 h 261"/>
                  <a:gd name="T28" fmla="*/ 4677 w 1136"/>
                  <a:gd name="T29" fmla="*/ 1067 h 261"/>
                  <a:gd name="T30" fmla="*/ 4922 w 1136"/>
                  <a:gd name="T31" fmla="*/ 1076 h 261"/>
                  <a:gd name="T32" fmla="*/ 5115 w 1136"/>
                  <a:gd name="T33" fmla="*/ 1113 h 261"/>
                  <a:gd name="T34" fmla="*/ 5340 w 1136"/>
                  <a:gd name="T35" fmla="*/ 1055 h 261"/>
                  <a:gd name="T36" fmla="*/ 5594 w 1136"/>
                  <a:gd name="T37" fmla="*/ 1178 h 261"/>
                  <a:gd name="T38" fmla="*/ 5975 w 1136"/>
                  <a:gd name="T39" fmla="*/ 1254 h 261"/>
                  <a:gd name="T40" fmla="*/ 6238 w 1136"/>
                  <a:gd name="T41" fmla="*/ 1365 h 261"/>
                  <a:gd name="T42" fmla="*/ 6431 w 1136"/>
                  <a:gd name="T43" fmla="*/ 1426 h 261"/>
                  <a:gd name="T44" fmla="*/ 6797 w 1136"/>
                  <a:gd name="T45" fmla="*/ 1500 h 261"/>
                  <a:gd name="T46" fmla="*/ 7127 w 1136"/>
                  <a:gd name="T47" fmla="*/ 1699 h 261"/>
                  <a:gd name="T48" fmla="*/ 7337 w 1136"/>
                  <a:gd name="T49" fmla="*/ 1800 h 261"/>
                  <a:gd name="T50" fmla="*/ 7766 w 1136"/>
                  <a:gd name="T51" fmla="*/ 2094 h 261"/>
                  <a:gd name="T52" fmla="*/ 8133 w 1136"/>
                  <a:gd name="T53" fmla="*/ 2205 h 261"/>
                  <a:gd name="T54" fmla="*/ 8419 w 1136"/>
                  <a:gd name="T55" fmla="*/ 2393 h 261"/>
                  <a:gd name="T56" fmla="*/ 8937 w 1136"/>
                  <a:gd name="T57" fmla="*/ 2640 h 261"/>
                  <a:gd name="T58" fmla="*/ 10008 w 1136"/>
                  <a:gd name="T59" fmla="*/ 2886 h 261"/>
                  <a:gd name="T60" fmla="*/ 11578 w 1136"/>
                  <a:gd name="T61" fmla="*/ 3235 h 261"/>
                  <a:gd name="T62" fmla="*/ 11437 w 1136"/>
                  <a:gd name="T63" fmla="*/ 2640 h 2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36" h="261">
                    <a:moveTo>
                      <a:pt x="1122" y="213"/>
                    </a:moveTo>
                    <a:cubicBezTo>
                      <a:pt x="1053" y="200"/>
                      <a:pt x="953" y="178"/>
                      <a:pt x="854" y="143"/>
                    </a:cubicBezTo>
                    <a:cubicBezTo>
                      <a:pt x="739" y="103"/>
                      <a:pt x="626" y="50"/>
                      <a:pt x="558" y="37"/>
                    </a:cubicBezTo>
                    <a:cubicBezTo>
                      <a:pt x="488" y="23"/>
                      <a:pt x="393" y="42"/>
                      <a:pt x="260" y="37"/>
                    </a:cubicBezTo>
                    <a:cubicBezTo>
                      <a:pt x="176" y="34"/>
                      <a:pt x="41" y="9"/>
                      <a:pt x="2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2" y="47"/>
                      <a:pt x="149" y="75"/>
                      <a:pt x="269" y="99"/>
                    </a:cubicBezTo>
                    <a:cubicBezTo>
                      <a:pt x="281" y="101"/>
                      <a:pt x="302" y="100"/>
                      <a:pt x="310" y="99"/>
                    </a:cubicBezTo>
                    <a:cubicBezTo>
                      <a:pt x="321" y="97"/>
                      <a:pt x="327" y="97"/>
                      <a:pt x="339" y="95"/>
                    </a:cubicBezTo>
                    <a:cubicBezTo>
                      <a:pt x="344" y="94"/>
                      <a:pt x="354" y="90"/>
                      <a:pt x="359" y="89"/>
                    </a:cubicBezTo>
                    <a:cubicBezTo>
                      <a:pt x="367" y="88"/>
                      <a:pt x="374" y="87"/>
                      <a:pt x="380" y="86"/>
                    </a:cubicBezTo>
                    <a:cubicBezTo>
                      <a:pt x="386" y="85"/>
                      <a:pt x="391" y="86"/>
                      <a:pt x="396" y="86"/>
                    </a:cubicBezTo>
                    <a:cubicBezTo>
                      <a:pt x="400" y="86"/>
                      <a:pt x="404" y="84"/>
                      <a:pt x="408" y="84"/>
                    </a:cubicBezTo>
                    <a:cubicBezTo>
                      <a:pt x="413" y="84"/>
                      <a:pt x="424" y="87"/>
                      <a:pt x="429" y="87"/>
                    </a:cubicBezTo>
                    <a:cubicBezTo>
                      <a:pt x="441" y="88"/>
                      <a:pt x="447" y="85"/>
                      <a:pt x="459" y="86"/>
                    </a:cubicBezTo>
                    <a:cubicBezTo>
                      <a:pt x="467" y="87"/>
                      <a:pt x="475" y="87"/>
                      <a:pt x="483" y="87"/>
                    </a:cubicBezTo>
                    <a:cubicBezTo>
                      <a:pt x="489" y="87"/>
                      <a:pt x="496" y="90"/>
                      <a:pt x="502" y="90"/>
                    </a:cubicBezTo>
                    <a:cubicBezTo>
                      <a:pt x="509" y="90"/>
                      <a:pt x="517" y="85"/>
                      <a:pt x="524" y="85"/>
                    </a:cubicBezTo>
                    <a:cubicBezTo>
                      <a:pt x="534" y="86"/>
                      <a:pt x="539" y="92"/>
                      <a:pt x="549" y="95"/>
                    </a:cubicBezTo>
                    <a:cubicBezTo>
                      <a:pt x="561" y="98"/>
                      <a:pt x="575" y="98"/>
                      <a:pt x="586" y="101"/>
                    </a:cubicBezTo>
                    <a:cubicBezTo>
                      <a:pt x="594" y="104"/>
                      <a:pt x="603" y="107"/>
                      <a:pt x="612" y="110"/>
                    </a:cubicBezTo>
                    <a:cubicBezTo>
                      <a:pt x="618" y="111"/>
                      <a:pt x="624" y="113"/>
                      <a:pt x="631" y="115"/>
                    </a:cubicBezTo>
                    <a:cubicBezTo>
                      <a:pt x="642" y="117"/>
                      <a:pt x="656" y="117"/>
                      <a:pt x="667" y="121"/>
                    </a:cubicBezTo>
                    <a:cubicBezTo>
                      <a:pt x="679" y="125"/>
                      <a:pt x="688" y="132"/>
                      <a:pt x="699" y="137"/>
                    </a:cubicBezTo>
                    <a:cubicBezTo>
                      <a:pt x="706" y="140"/>
                      <a:pt x="714" y="142"/>
                      <a:pt x="720" y="145"/>
                    </a:cubicBezTo>
                    <a:cubicBezTo>
                      <a:pt x="735" y="153"/>
                      <a:pt x="747" y="164"/>
                      <a:pt x="762" y="169"/>
                    </a:cubicBezTo>
                    <a:cubicBezTo>
                      <a:pt x="774" y="174"/>
                      <a:pt x="786" y="173"/>
                      <a:pt x="798" y="178"/>
                    </a:cubicBezTo>
                    <a:cubicBezTo>
                      <a:pt x="808" y="181"/>
                      <a:pt x="817" y="188"/>
                      <a:pt x="826" y="193"/>
                    </a:cubicBezTo>
                    <a:cubicBezTo>
                      <a:pt x="834" y="198"/>
                      <a:pt x="857" y="211"/>
                      <a:pt x="877" y="213"/>
                    </a:cubicBezTo>
                    <a:cubicBezTo>
                      <a:pt x="925" y="222"/>
                      <a:pt x="964" y="229"/>
                      <a:pt x="982" y="233"/>
                    </a:cubicBezTo>
                    <a:cubicBezTo>
                      <a:pt x="1061" y="247"/>
                      <a:pt x="1117" y="258"/>
                      <a:pt x="1136" y="261"/>
                    </a:cubicBezTo>
                    <a:lnTo>
                      <a:pt x="1122" y="213"/>
                    </a:lnTo>
                    <a:close/>
                  </a:path>
                </a:pathLst>
              </a:custGeom>
              <a:solidFill>
                <a:srgbClr val="F8C4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5" name="Freeform 876">
                <a:extLst>
                  <a:ext uri="{FF2B5EF4-FFF2-40B4-BE49-F238E27FC236}">
                    <a16:creationId xmlns:a16="http://schemas.microsoft.com/office/drawing/2014/main" id="{D0A47941-A46D-4400-9989-00BBE9BB9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677"/>
                <a:ext cx="2676" cy="629"/>
              </a:xfrm>
              <a:custGeom>
                <a:avLst/>
                <a:gdLst>
                  <a:gd name="T0" fmla="*/ 11400 w 1234"/>
                  <a:gd name="T1" fmla="*/ 2583 h 272"/>
                  <a:gd name="T2" fmla="*/ 11400 w 1234"/>
                  <a:gd name="T3" fmla="*/ 2583 h 272"/>
                  <a:gd name="T4" fmla="*/ 11400 w 1234"/>
                  <a:gd name="T5" fmla="*/ 2583 h 272"/>
                  <a:gd name="T6" fmla="*/ 7119 w 1234"/>
                  <a:gd name="T7" fmla="*/ 1670 h 272"/>
                  <a:gd name="T8" fmla="*/ 0 w 1234"/>
                  <a:gd name="T9" fmla="*/ 0 h 272"/>
                  <a:gd name="T10" fmla="*/ 1247 w 1234"/>
                  <a:gd name="T11" fmla="*/ 680 h 272"/>
                  <a:gd name="T12" fmla="*/ 1570 w 1234"/>
                  <a:gd name="T13" fmla="*/ 765 h 272"/>
                  <a:gd name="T14" fmla="*/ 8301 w 1234"/>
                  <a:gd name="T15" fmla="*/ 2449 h 272"/>
                  <a:gd name="T16" fmla="*/ 12584 w 1234"/>
                  <a:gd name="T17" fmla="*/ 3365 h 272"/>
                  <a:gd name="T18" fmla="*/ 12575 w 1234"/>
                  <a:gd name="T19" fmla="*/ 3353 h 272"/>
                  <a:gd name="T20" fmla="*/ 11400 w 1234"/>
                  <a:gd name="T21" fmla="*/ 2583 h 2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34" h="272">
                    <a:moveTo>
                      <a:pt x="1118" y="209"/>
                    </a:moveTo>
                    <a:cubicBezTo>
                      <a:pt x="1118" y="209"/>
                      <a:pt x="1118" y="209"/>
                      <a:pt x="1118" y="209"/>
                    </a:cubicBezTo>
                    <a:cubicBezTo>
                      <a:pt x="1118" y="209"/>
                      <a:pt x="1118" y="209"/>
                      <a:pt x="1118" y="209"/>
                    </a:cubicBezTo>
                    <a:cubicBezTo>
                      <a:pt x="1090" y="205"/>
                      <a:pt x="796" y="155"/>
                      <a:pt x="698" y="135"/>
                    </a:cubicBezTo>
                    <a:cubicBezTo>
                      <a:pt x="607" y="117"/>
                      <a:pt x="185" y="36"/>
                      <a:pt x="0" y="0"/>
                    </a:cubicBezTo>
                    <a:cubicBezTo>
                      <a:pt x="26" y="28"/>
                      <a:pt x="86" y="46"/>
                      <a:pt x="122" y="55"/>
                    </a:cubicBezTo>
                    <a:cubicBezTo>
                      <a:pt x="126" y="56"/>
                      <a:pt x="154" y="62"/>
                      <a:pt x="154" y="62"/>
                    </a:cubicBezTo>
                    <a:cubicBezTo>
                      <a:pt x="339" y="98"/>
                      <a:pt x="723" y="179"/>
                      <a:pt x="814" y="198"/>
                    </a:cubicBezTo>
                    <a:cubicBezTo>
                      <a:pt x="912" y="218"/>
                      <a:pt x="1206" y="268"/>
                      <a:pt x="1234" y="272"/>
                    </a:cubicBezTo>
                    <a:cubicBezTo>
                      <a:pt x="1233" y="271"/>
                      <a:pt x="1233" y="271"/>
                      <a:pt x="1233" y="271"/>
                    </a:cubicBezTo>
                    <a:cubicBezTo>
                      <a:pt x="1189" y="265"/>
                      <a:pt x="1148" y="243"/>
                      <a:pt x="1118" y="209"/>
                    </a:cubicBezTo>
                    <a:close/>
                  </a:path>
                </a:pathLst>
              </a:custGeom>
              <a:solidFill>
                <a:srgbClr val="EC89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6" name="Freeform 877">
                <a:extLst>
                  <a:ext uri="{FF2B5EF4-FFF2-40B4-BE49-F238E27FC236}">
                    <a16:creationId xmlns:a16="http://schemas.microsoft.com/office/drawing/2014/main" id="{F4B005D6-AC89-43A4-9223-0B3E353E4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654"/>
                <a:ext cx="2440" cy="506"/>
              </a:xfrm>
              <a:custGeom>
                <a:avLst/>
                <a:gdLst>
                  <a:gd name="T0" fmla="*/ 11417 w 1125"/>
                  <a:gd name="T1" fmla="*/ 2701 h 219"/>
                  <a:gd name="T2" fmla="*/ 11478 w 1125"/>
                  <a:gd name="T3" fmla="*/ 2590 h 219"/>
                  <a:gd name="T4" fmla="*/ 7175 w 1125"/>
                  <a:gd name="T5" fmla="*/ 1666 h 219"/>
                  <a:gd name="T6" fmla="*/ 52 w 1125"/>
                  <a:gd name="T7" fmla="*/ 0 h 219"/>
                  <a:gd name="T8" fmla="*/ 43 w 1125"/>
                  <a:gd name="T9" fmla="*/ 0 h 219"/>
                  <a:gd name="T10" fmla="*/ 0 w 1125"/>
                  <a:gd name="T11" fmla="*/ 122 h 219"/>
                  <a:gd name="T12" fmla="*/ 7131 w 1125"/>
                  <a:gd name="T13" fmla="*/ 1788 h 219"/>
                  <a:gd name="T14" fmla="*/ 11417 w 1125"/>
                  <a:gd name="T15" fmla="*/ 2701 h 2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5" h="219">
                    <a:moveTo>
                      <a:pt x="1119" y="219"/>
                    </a:moveTo>
                    <a:cubicBezTo>
                      <a:pt x="1125" y="210"/>
                      <a:pt x="1125" y="210"/>
                      <a:pt x="1125" y="210"/>
                    </a:cubicBezTo>
                    <a:cubicBezTo>
                      <a:pt x="1085" y="204"/>
                      <a:pt x="799" y="154"/>
                      <a:pt x="703" y="135"/>
                    </a:cubicBezTo>
                    <a:cubicBezTo>
                      <a:pt x="613" y="116"/>
                      <a:pt x="190" y="35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85" y="46"/>
                      <a:pt x="608" y="127"/>
                      <a:pt x="699" y="145"/>
                    </a:cubicBezTo>
                    <a:cubicBezTo>
                      <a:pt x="797" y="165"/>
                      <a:pt x="1091" y="215"/>
                      <a:pt x="1119" y="219"/>
                    </a:cubicBezTo>
                    <a:close/>
                  </a:path>
                </a:pathLst>
              </a:custGeom>
              <a:solidFill>
                <a:srgbClr val="EE9B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7" name="Freeform 878">
                <a:extLst>
                  <a:ext uri="{FF2B5EF4-FFF2-40B4-BE49-F238E27FC236}">
                    <a16:creationId xmlns:a16="http://schemas.microsoft.com/office/drawing/2014/main" id="{12C74F33-2B77-42DA-80C6-A588A650C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570"/>
                <a:ext cx="2492" cy="590"/>
              </a:xfrm>
              <a:custGeom>
                <a:avLst/>
                <a:gdLst>
                  <a:gd name="T0" fmla="*/ 5630 w 1149"/>
                  <a:gd name="T1" fmla="*/ 1291 h 255"/>
                  <a:gd name="T2" fmla="*/ 3071 w 1149"/>
                  <a:gd name="T3" fmla="*/ 696 h 255"/>
                  <a:gd name="T4" fmla="*/ 141 w 1149"/>
                  <a:gd name="T5" fmla="*/ 0 h 255"/>
                  <a:gd name="T6" fmla="*/ 0 w 1149"/>
                  <a:gd name="T7" fmla="*/ 567 h 255"/>
                  <a:gd name="T8" fmla="*/ 43 w 1149"/>
                  <a:gd name="T9" fmla="*/ 444 h 255"/>
                  <a:gd name="T10" fmla="*/ 52 w 1149"/>
                  <a:gd name="T11" fmla="*/ 444 h 255"/>
                  <a:gd name="T12" fmla="*/ 7172 w 1149"/>
                  <a:gd name="T13" fmla="*/ 2119 h 255"/>
                  <a:gd name="T14" fmla="*/ 11478 w 1149"/>
                  <a:gd name="T15" fmla="*/ 3047 h 255"/>
                  <a:gd name="T16" fmla="*/ 11417 w 1149"/>
                  <a:gd name="T17" fmla="*/ 3158 h 255"/>
                  <a:gd name="T18" fmla="*/ 11723 w 1149"/>
                  <a:gd name="T19" fmla="*/ 2640 h 255"/>
                  <a:gd name="T20" fmla="*/ 9714 w 1149"/>
                  <a:gd name="T21" fmla="*/ 2217 h 255"/>
                  <a:gd name="T22" fmla="*/ 5630 w 1149"/>
                  <a:gd name="T23" fmla="*/ 1291 h 2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49" h="255">
                    <a:moveTo>
                      <a:pt x="552" y="104"/>
                    </a:moveTo>
                    <a:cubicBezTo>
                      <a:pt x="482" y="91"/>
                      <a:pt x="395" y="74"/>
                      <a:pt x="301" y="56"/>
                    </a:cubicBezTo>
                    <a:cubicBezTo>
                      <a:pt x="301" y="56"/>
                      <a:pt x="18" y="1"/>
                      <a:pt x="1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90" y="71"/>
                      <a:pt x="613" y="152"/>
                      <a:pt x="703" y="171"/>
                    </a:cubicBezTo>
                    <a:cubicBezTo>
                      <a:pt x="799" y="190"/>
                      <a:pt x="1085" y="240"/>
                      <a:pt x="1125" y="246"/>
                    </a:cubicBezTo>
                    <a:cubicBezTo>
                      <a:pt x="1119" y="255"/>
                      <a:pt x="1119" y="255"/>
                      <a:pt x="1119" y="255"/>
                    </a:cubicBezTo>
                    <a:cubicBezTo>
                      <a:pt x="1149" y="213"/>
                      <a:pt x="1149" y="213"/>
                      <a:pt x="1149" y="213"/>
                    </a:cubicBezTo>
                    <a:cubicBezTo>
                      <a:pt x="1124" y="209"/>
                      <a:pt x="1040" y="195"/>
                      <a:pt x="952" y="179"/>
                    </a:cubicBezTo>
                    <a:cubicBezTo>
                      <a:pt x="868" y="165"/>
                      <a:pt x="648" y="123"/>
                      <a:pt x="552" y="104"/>
                    </a:cubicBezTo>
                    <a:close/>
                  </a:path>
                </a:pathLst>
              </a:custGeom>
              <a:solidFill>
                <a:srgbClr val="F8C4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8" name="Freeform 879">
                <a:extLst>
                  <a:ext uri="{FF2B5EF4-FFF2-40B4-BE49-F238E27FC236}">
                    <a16:creationId xmlns:a16="http://schemas.microsoft.com/office/drawing/2014/main" id="{5048D250-449A-401F-AF3D-AD48F765B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58"/>
                <a:ext cx="182" cy="40"/>
              </a:xfrm>
              <a:custGeom>
                <a:avLst/>
                <a:gdLst>
                  <a:gd name="T0" fmla="*/ 0 w 84"/>
                  <a:gd name="T1" fmla="*/ 0 h 17"/>
                  <a:gd name="T2" fmla="*/ 0 w 84"/>
                  <a:gd name="T3" fmla="*/ 0 h 17"/>
                  <a:gd name="T4" fmla="*/ 854 w 84"/>
                  <a:gd name="T5" fmla="*/ 221 h 17"/>
                  <a:gd name="T6" fmla="*/ 0 w 84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8" y="6"/>
                      <a:pt x="57" y="11"/>
                      <a:pt x="84" y="1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6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9" name="Freeform 880">
                <a:extLst>
                  <a:ext uri="{FF2B5EF4-FFF2-40B4-BE49-F238E27FC236}">
                    <a16:creationId xmlns:a16="http://schemas.microsoft.com/office/drawing/2014/main" id="{1EFDC048-488C-487B-8D72-F99F5634F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684"/>
                <a:ext cx="143" cy="358"/>
              </a:xfrm>
              <a:custGeom>
                <a:avLst/>
                <a:gdLst>
                  <a:gd name="T0" fmla="*/ 0 w 66"/>
                  <a:gd name="T1" fmla="*/ 1910 h 155"/>
                  <a:gd name="T2" fmla="*/ 470 w 66"/>
                  <a:gd name="T3" fmla="*/ 0 h 155"/>
                  <a:gd name="T4" fmla="*/ 0 w 66"/>
                  <a:gd name="T5" fmla="*/ 191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55">
                    <a:moveTo>
                      <a:pt x="0" y="155"/>
                    </a:moveTo>
                    <a:cubicBezTo>
                      <a:pt x="66" y="101"/>
                      <a:pt x="52" y="22"/>
                      <a:pt x="46" y="0"/>
                    </a:cubicBezTo>
                    <a:cubicBezTo>
                      <a:pt x="47" y="21"/>
                      <a:pt x="53" y="99"/>
                      <a:pt x="0" y="1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0" name="Freeform 881">
                <a:extLst>
                  <a:ext uri="{FF2B5EF4-FFF2-40B4-BE49-F238E27FC236}">
                    <a16:creationId xmlns:a16="http://schemas.microsoft.com/office/drawing/2014/main" id="{09F100D0-C7A8-4CB2-A080-AE1EDFF16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018"/>
                <a:ext cx="2478" cy="527"/>
              </a:xfrm>
              <a:custGeom>
                <a:avLst/>
                <a:gdLst>
                  <a:gd name="T0" fmla="*/ 3742 w 1143"/>
                  <a:gd name="T1" fmla="*/ 1047 h 228"/>
                  <a:gd name="T2" fmla="*/ 4269 w 1143"/>
                  <a:gd name="T3" fmla="*/ 1246 h 228"/>
                  <a:gd name="T4" fmla="*/ 4789 w 1143"/>
                  <a:gd name="T5" fmla="*/ 1422 h 228"/>
                  <a:gd name="T6" fmla="*/ 5216 w 1143"/>
                  <a:gd name="T7" fmla="*/ 1630 h 228"/>
                  <a:gd name="T8" fmla="*/ 6532 w 1143"/>
                  <a:gd name="T9" fmla="*/ 1939 h 228"/>
                  <a:gd name="T10" fmla="*/ 7610 w 1143"/>
                  <a:gd name="T11" fmla="*/ 2090 h 228"/>
                  <a:gd name="T12" fmla="*/ 8418 w 1143"/>
                  <a:gd name="T13" fmla="*/ 2126 h 228"/>
                  <a:gd name="T14" fmla="*/ 8997 w 1143"/>
                  <a:gd name="T15" fmla="*/ 2224 h 228"/>
                  <a:gd name="T16" fmla="*/ 9194 w 1143"/>
                  <a:gd name="T17" fmla="*/ 2261 h 228"/>
                  <a:gd name="T18" fmla="*/ 11646 w 1143"/>
                  <a:gd name="T19" fmla="*/ 2815 h 228"/>
                  <a:gd name="T20" fmla="*/ 11586 w 1143"/>
                  <a:gd name="T21" fmla="*/ 2607 h 228"/>
                  <a:gd name="T22" fmla="*/ 11605 w 1143"/>
                  <a:gd name="T23" fmla="*/ 2693 h 228"/>
                  <a:gd name="T24" fmla="*/ 10636 w 1143"/>
                  <a:gd name="T25" fmla="*/ 2469 h 228"/>
                  <a:gd name="T26" fmla="*/ 10627 w 1143"/>
                  <a:gd name="T27" fmla="*/ 2469 h 228"/>
                  <a:gd name="T28" fmla="*/ 10617 w 1143"/>
                  <a:gd name="T29" fmla="*/ 2457 h 228"/>
                  <a:gd name="T30" fmla="*/ 10608 w 1143"/>
                  <a:gd name="T31" fmla="*/ 2457 h 228"/>
                  <a:gd name="T32" fmla="*/ 10608 w 1143"/>
                  <a:gd name="T33" fmla="*/ 2457 h 228"/>
                  <a:gd name="T34" fmla="*/ 10599 w 1143"/>
                  <a:gd name="T35" fmla="*/ 2457 h 228"/>
                  <a:gd name="T36" fmla="*/ 10588 w 1143"/>
                  <a:gd name="T37" fmla="*/ 2457 h 228"/>
                  <a:gd name="T38" fmla="*/ 10575 w 1143"/>
                  <a:gd name="T39" fmla="*/ 2448 h 228"/>
                  <a:gd name="T40" fmla="*/ 10567 w 1143"/>
                  <a:gd name="T41" fmla="*/ 2448 h 228"/>
                  <a:gd name="T42" fmla="*/ 10556 w 1143"/>
                  <a:gd name="T43" fmla="*/ 2448 h 228"/>
                  <a:gd name="T44" fmla="*/ 10556 w 1143"/>
                  <a:gd name="T45" fmla="*/ 2448 h 228"/>
                  <a:gd name="T46" fmla="*/ 10539 w 1143"/>
                  <a:gd name="T47" fmla="*/ 2432 h 228"/>
                  <a:gd name="T48" fmla="*/ 10528 w 1143"/>
                  <a:gd name="T49" fmla="*/ 2432 h 228"/>
                  <a:gd name="T50" fmla="*/ 10515 w 1143"/>
                  <a:gd name="T51" fmla="*/ 2432 h 228"/>
                  <a:gd name="T52" fmla="*/ 10487 w 1143"/>
                  <a:gd name="T53" fmla="*/ 2432 h 228"/>
                  <a:gd name="T54" fmla="*/ 10487 w 1143"/>
                  <a:gd name="T55" fmla="*/ 2420 h 228"/>
                  <a:gd name="T56" fmla="*/ 10443 w 1143"/>
                  <a:gd name="T57" fmla="*/ 2420 h 228"/>
                  <a:gd name="T58" fmla="*/ 10434 w 1143"/>
                  <a:gd name="T59" fmla="*/ 2408 h 228"/>
                  <a:gd name="T60" fmla="*/ 10330 w 1143"/>
                  <a:gd name="T61" fmla="*/ 2383 h 228"/>
                  <a:gd name="T62" fmla="*/ 10330 w 1143"/>
                  <a:gd name="T63" fmla="*/ 2383 h 228"/>
                  <a:gd name="T64" fmla="*/ 10330 w 1143"/>
                  <a:gd name="T65" fmla="*/ 2383 h 228"/>
                  <a:gd name="T66" fmla="*/ 10278 w 1143"/>
                  <a:gd name="T67" fmla="*/ 2372 h 228"/>
                  <a:gd name="T68" fmla="*/ 10278 w 1143"/>
                  <a:gd name="T69" fmla="*/ 2372 h 228"/>
                  <a:gd name="T70" fmla="*/ 10218 w 1143"/>
                  <a:gd name="T71" fmla="*/ 2355 h 228"/>
                  <a:gd name="T72" fmla="*/ 10218 w 1143"/>
                  <a:gd name="T73" fmla="*/ 2355 h 228"/>
                  <a:gd name="T74" fmla="*/ 10077 w 1143"/>
                  <a:gd name="T75" fmla="*/ 2335 h 228"/>
                  <a:gd name="T76" fmla="*/ 10077 w 1143"/>
                  <a:gd name="T77" fmla="*/ 2335 h 228"/>
                  <a:gd name="T78" fmla="*/ 10016 w 1143"/>
                  <a:gd name="T79" fmla="*/ 2309 h 228"/>
                  <a:gd name="T80" fmla="*/ 9997 w 1143"/>
                  <a:gd name="T81" fmla="*/ 2309 h 228"/>
                  <a:gd name="T82" fmla="*/ 9945 w 1143"/>
                  <a:gd name="T83" fmla="*/ 2298 h 228"/>
                  <a:gd name="T84" fmla="*/ 9912 w 1143"/>
                  <a:gd name="T85" fmla="*/ 2298 h 228"/>
                  <a:gd name="T86" fmla="*/ 9851 w 1143"/>
                  <a:gd name="T87" fmla="*/ 2270 h 228"/>
                  <a:gd name="T88" fmla="*/ 9843 w 1143"/>
                  <a:gd name="T89" fmla="*/ 2270 h 228"/>
                  <a:gd name="T90" fmla="*/ 9771 w 1143"/>
                  <a:gd name="T91" fmla="*/ 2261 h 228"/>
                  <a:gd name="T92" fmla="*/ 9762 w 1143"/>
                  <a:gd name="T93" fmla="*/ 2261 h 228"/>
                  <a:gd name="T94" fmla="*/ 8945 w 1143"/>
                  <a:gd name="T95" fmla="*/ 2073 h 228"/>
                  <a:gd name="T96" fmla="*/ 8410 w 1143"/>
                  <a:gd name="T97" fmla="*/ 1988 h 228"/>
                  <a:gd name="T98" fmla="*/ 7610 w 1143"/>
                  <a:gd name="T99" fmla="*/ 1988 h 228"/>
                  <a:gd name="T100" fmla="*/ 6532 w 1143"/>
                  <a:gd name="T101" fmla="*/ 1838 h 228"/>
                  <a:gd name="T102" fmla="*/ 5216 w 1143"/>
                  <a:gd name="T103" fmla="*/ 1516 h 228"/>
                  <a:gd name="T104" fmla="*/ 4789 w 1143"/>
                  <a:gd name="T105" fmla="*/ 1308 h 228"/>
                  <a:gd name="T106" fmla="*/ 4269 w 1143"/>
                  <a:gd name="T107" fmla="*/ 1137 h 228"/>
                  <a:gd name="T108" fmla="*/ 3742 w 1143"/>
                  <a:gd name="T109" fmla="*/ 941 h 228"/>
                  <a:gd name="T110" fmla="*/ 2886 w 1143"/>
                  <a:gd name="T111" fmla="*/ 705 h 228"/>
                  <a:gd name="T112" fmla="*/ 33 w 1143"/>
                  <a:gd name="T113" fmla="*/ 0 h 228"/>
                  <a:gd name="T114" fmla="*/ 9 w 1143"/>
                  <a:gd name="T115" fmla="*/ 0 h 228"/>
                  <a:gd name="T116" fmla="*/ 0 w 1143"/>
                  <a:gd name="T117" fmla="*/ 97 h 228"/>
                  <a:gd name="T118" fmla="*/ 2660 w 1143"/>
                  <a:gd name="T119" fmla="*/ 742 h 228"/>
                  <a:gd name="T120" fmla="*/ 3742 w 1143"/>
                  <a:gd name="T121" fmla="*/ 1047 h 22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143" h="228">
                    <a:moveTo>
                      <a:pt x="367" y="85"/>
                    </a:moveTo>
                    <a:cubicBezTo>
                      <a:pt x="382" y="88"/>
                      <a:pt x="403" y="97"/>
                      <a:pt x="419" y="101"/>
                    </a:cubicBezTo>
                    <a:cubicBezTo>
                      <a:pt x="440" y="106"/>
                      <a:pt x="450" y="109"/>
                      <a:pt x="470" y="115"/>
                    </a:cubicBezTo>
                    <a:cubicBezTo>
                      <a:pt x="487" y="119"/>
                      <a:pt x="497" y="127"/>
                      <a:pt x="512" y="132"/>
                    </a:cubicBezTo>
                    <a:cubicBezTo>
                      <a:pt x="556" y="146"/>
                      <a:pt x="597" y="156"/>
                      <a:pt x="641" y="157"/>
                    </a:cubicBezTo>
                    <a:cubicBezTo>
                      <a:pt x="675" y="158"/>
                      <a:pt x="711" y="167"/>
                      <a:pt x="747" y="169"/>
                    </a:cubicBezTo>
                    <a:cubicBezTo>
                      <a:pt x="772" y="171"/>
                      <a:pt x="799" y="168"/>
                      <a:pt x="826" y="172"/>
                    </a:cubicBezTo>
                    <a:cubicBezTo>
                      <a:pt x="851" y="176"/>
                      <a:pt x="869" y="177"/>
                      <a:pt x="883" y="180"/>
                    </a:cubicBezTo>
                    <a:cubicBezTo>
                      <a:pt x="889" y="181"/>
                      <a:pt x="896" y="182"/>
                      <a:pt x="902" y="183"/>
                    </a:cubicBezTo>
                    <a:cubicBezTo>
                      <a:pt x="1143" y="228"/>
                      <a:pt x="1143" y="228"/>
                      <a:pt x="1143" y="228"/>
                    </a:cubicBezTo>
                    <a:cubicBezTo>
                      <a:pt x="1137" y="211"/>
                      <a:pt x="1137" y="211"/>
                      <a:pt x="1137" y="211"/>
                    </a:cubicBezTo>
                    <a:cubicBezTo>
                      <a:pt x="1139" y="218"/>
                      <a:pt x="1139" y="218"/>
                      <a:pt x="1139" y="218"/>
                    </a:cubicBezTo>
                    <a:cubicBezTo>
                      <a:pt x="1128" y="215"/>
                      <a:pt x="1094" y="209"/>
                      <a:pt x="1044" y="200"/>
                    </a:cubicBezTo>
                    <a:cubicBezTo>
                      <a:pt x="1043" y="200"/>
                      <a:pt x="1043" y="200"/>
                      <a:pt x="1043" y="200"/>
                    </a:cubicBezTo>
                    <a:cubicBezTo>
                      <a:pt x="1043" y="200"/>
                      <a:pt x="1042" y="199"/>
                      <a:pt x="1042" y="199"/>
                    </a:cubicBezTo>
                    <a:cubicBezTo>
                      <a:pt x="1042" y="199"/>
                      <a:pt x="1042" y="199"/>
                      <a:pt x="1041" y="199"/>
                    </a:cubicBezTo>
                    <a:cubicBezTo>
                      <a:pt x="1041" y="199"/>
                      <a:pt x="1041" y="199"/>
                      <a:pt x="1041" y="199"/>
                    </a:cubicBezTo>
                    <a:cubicBezTo>
                      <a:pt x="1040" y="199"/>
                      <a:pt x="1040" y="199"/>
                      <a:pt x="1040" y="199"/>
                    </a:cubicBezTo>
                    <a:cubicBezTo>
                      <a:pt x="1040" y="199"/>
                      <a:pt x="1039" y="199"/>
                      <a:pt x="1039" y="199"/>
                    </a:cubicBezTo>
                    <a:cubicBezTo>
                      <a:pt x="1039" y="199"/>
                      <a:pt x="1038" y="198"/>
                      <a:pt x="1038" y="198"/>
                    </a:cubicBezTo>
                    <a:cubicBezTo>
                      <a:pt x="1038" y="198"/>
                      <a:pt x="1037" y="198"/>
                      <a:pt x="1037" y="198"/>
                    </a:cubicBezTo>
                    <a:cubicBezTo>
                      <a:pt x="1037" y="198"/>
                      <a:pt x="1036" y="198"/>
                      <a:pt x="1036" y="198"/>
                    </a:cubicBezTo>
                    <a:cubicBezTo>
                      <a:pt x="1036" y="198"/>
                      <a:pt x="1036" y="198"/>
                      <a:pt x="1036" y="198"/>
                    </a:cubicBezTo>
                    <a:cubicBezTo>
                      <a:pt x="1035" y="198"/>
                      <a:pt x="1035" y="198"/>
                      <a:pt x="1034" y="197"/>
                    </a:cubicBezTo>
                    <a:cubicBezTo>
                      <a:pt x="1034" y="197"/>
                      <a:pt x="1033" y="197"/>
                      <a:pt x="1033" y="197"/>
                    </a:cubicBezTo>
                    <a:cubicBezTo>
                      <a:pt x="1033" y="197"/>
                      <a:pt x="1032" y="197"/>
                      <a:pt x="1032" y="197"/>
                    </a:cubicBezTo>
                    <a:cubicBezTo>
                      <a:pt x="1031" y="197"/>
                      <a:pt x="1030" y="197"/>
                      <a:pt x="1029" y="197"/>
                    </a:cubicBezTo>
                    <a:cubicBezTo>
                      <a:pt x="1029" y="196"/>
                      <a:pt x="1029" y="196"/>
                      <a:pt x="1029" y="196"/>
                    </a:cubicBezTo>
                    <a:cubicBezTo>
                      <a:pt x="1028" y="196"/>
                      <a:pt x="1026" y="196"/>
                      <a:pt x="1025" y="196"/>
                    </a:cubicBezTo>
                    <a:cubicBezTo>
                      <a:pt x="1025" y="196"/>
                      <a:pt x="1024" y="196"/>
                      <a:pt x="1024" y="195"/>
                    </a:cubicBezTo>
                    <a:cubicBezTo>
                      <a:pt x="1021" y="195"/>
                      <a:pt x="1018" y="194"/>
                      <a:pt x="1014" y="193"/>
                    </a:cubicBezTo>
                    <a:cubicBezTo>
                      <a:pt x="1014" y="193"/>
                      <a:pt x="1014" y="193"/>
                      <a:pt x="1014" y="193"/>
                    </a:cubicBezTo>
                    <a:cubicBezTo>
                      <a:pt x="1014" y="193"/>
                      <a:pt x="1014" y="193"/>
                      <a:pt x="1014" y="193"/>
                    </a:cubicBezTo>
                    <a:cubicBezTo>
                      <a:pt x="1012" y="193"/>
                      <a:pt x="1010" y="193"/>
                      <a:pt x="1009" y="192"/>
                    </a:cubicBezTo>
                    <a:cubicBezTo>
                      <a:pt x="1009" y="192"/>
                      <a:pt x="1009" y="192"/>
                      <a:pt x="1009" y="192"/>
                    </a:cubicBezTo>
                    <a:cubicBezTo>
                      <a:pt x="1007" y="192"/>
                      <a:pt x="1005" y="192"/>
                      <a:pt x="1003" y="191"/>
                    </a:cubicBezTo>
                    <a:cubicBezTo>
                      <a:pt x="1003" y="191"/>
                      <a:pt x="1003" y="191"/>
                      <a:pt x="1003" y="191"/>
                    </a:cubicBezTo>
                    <a:cubicBezTo>
                      <a:pt x="999" y="190"/>
                      <a:pt x="994" y="190"/>
                      <a:pt x="989" y="189"/>
                    </a:cubicBezTo>
                    <a:cubicBezTo>
                      <a:pt x="989" y="189"/>
                      <a:pt x="989" y="189"/>
                      <a:pt x="989" y="189"/>
                    </a:cubicBezTo>
                    <a:cubicBezTo>
                      <a:pt x="987" y="188"/>
                      <a:pt x="985" y="188"/>
                      <a:pt x="983" y="187"/>
                    </a:cubicBezTo>
                    <a:cubicBezTo>
                      <a:pt x="982" y="187"/>
                      <a:pt x="981" y="187"/>
                      <a:pt x="981" y="187"/>
                    </a:cubicBezTo>
                    <a:cubicBezTo>
                      <a:pt x="979" y="187"/>
                      <a:pt x="977" y="186"/>
                      <a:pt x="976" y="186"/>
                    </a:cubicBezTo>
                    <a:cubicBezTo>
                      <a:pt x="975" y="186"/>
                      <a:pt x="974" y="186"/>
                      <a:pt x="973" y="186"/>
                    </a:cubicBezTo>
                    <a:cubicBezTo>
                      <a:pt x="971" y="185"/>
                      <a:pt x="969" y="185"/>
                      <a:pt x="967" y="184"/>
                    </a:cubicBezTo>
                    <a:cubicBezTo>
                      <a:pt x="967" y="184"/>
                      <a:pt x="966" y="184"/>
                      <a:pt x="966" y="184"/>
                    </a:cubicBezTo>
                    <a:cubicBezTo>
                      <a:pt x="963" y="184"/>
                      <a:pt x="961" y="183"/>
                      <a:pt x="959" y="183"/>
                    </a:cubicBezTo>
                    <a:cubicBezTo>
                      <a:pt x="958" y="183"/>
                      <a:pt x="958" y="183"/>
                      <a:pt x="958" y="183"/>
                    </a:cubicBezTo>
                    <a:cubicBezTo>
                      <a:pt x="934" y="178"/>
                      <a:pt x="907" y="173"/>
                      <a:pt x="878" y="168"/>
                    </a:cubicBezTo>
                    <a:cubicBezTo>
                      <a:pt x="867" y="167"/>
                      <a:pt x="850" y="166"/>
                      <a:pt x="825" y="161"/>
                    </a:cubicBezTo>
                    <a:cubicBezTo>
                      <a:pt x="798" y="157"/>
                      <a:pt x="772" y="162"/>
                      <a:pt x="747" y="161"/>
                    </a:cubicBezTo>
                    <a:cubicBezTo>
                      <a:pt x="711" y="158"/>
                      <a:pt x="675" y="150"/>
                      <a:pt x="641" y="149"/>
                    </a:cubicBezTo>
                    <a:cubicBezTo>
                      <a:pt x="597" y="147"/>
                      <a:pt x="556" y="137"/>
                      <a:pt x="512" y="123"/>
                    </a:cubicBezTo>
                    <a:cubicBezTo>
                      <a:pt x="497" y="119"/>
                      <a:pt x="487" y="110"/>
                      <a:pt x="470" y="106"/>
                    </a:cubicBezTo>
                    <a:cubicBezTo>
                      <a:pt x="450" y="101"/>
                      <a:pt x="440" y="97"/>
                      <a:pt x="419" y="92"/>
                    </a:cubicBezTo>
                    <a:cubicBezTo>
                      <a:pt x="403" y="88"/>
                      <a:pt x="382" y="80"/>
                      <a:pt x="367" y="76"/>
                    </a:cubicBezTo>
                    <a:cubicBezTo>
                      <a:pt x="334" y="68"/>
                      <a:pt x="283" y="57"/>
                      <a:pt x="283" y="57"/>
                    </a:cubicBezTo>
                    <a:cubicBezTo>
                      <a:pt x="169" y="34"/>
                      <a:pt x="24" y="5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99" y="28"/>
                      <a:pt x="201" y="48"/>
                      <a:pt x="261" y="60"/>
                    </a:cubicBezTo>
                    <a:cubicBezTo>
                      <a:pt x="275" y="63"/>
                      <a:pt x="356" y="82"/>
                      <a:pt x="367" y="85"/>
                    </a:cubicBezTo>
                    <a:close/>
                  </a:path>
                </a:pathLst>
              </a:custGeom>
              <a:solidFill>
                <a:srgbClr val="BF6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1" name="Freeform 882">
                <a:extLst>
                  <a:ext uri="{FF2B5EF4-FFF2-40B4-BE49-F238E27FC236}">
                    <a16:creationId xmlns:a16="http://schemas.microsoft.com/office/drawing/2014/main" id="{53F37DE8-B333-43E4-9C38-BDD83B44C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990"/>
                <a:ext cx="2470" cy="532"/>
              </a:xfrm>
              <a:custGeom>
                <a:avLst/>
                <a:gdLst>
                  <a:gd name="T0" fmla="*/ 10017 w 1139"/>
                  <a:gd name="T1" fmla="*/ 2338 h 230"/>
                  <a:gd name="T2" fmla="*/ 8423 w 1139"/>
                  <a:gd name="T3" fmla="*/ 1846 h 230"/>
                  <a:gd name="T4" fmla="*/ 7768 w 1139"/>
                  <a:gd name="T5" fmla="*/ 1545 h 230"/>
                  <a:gd name="T6" fmla="*/ 7130 w 1139"/>
                  <a:gd name="T7" fmla="*/ 1150 h 230"/>
                  <a:gd name="T8" fmla="*/ 6434 w 1139"/>
                  <a:gd name="T9" fmla="*/ 877 h 230"/>
                  <a:gd name="T10" fmla="*/ 5977 w 1139"/>
                  <a:gd name="T11" fmla="*/ 705 h 230"/>
                  <a:gd name="T12" fmla="*/ 5341 w 1139"/>
                  <a:gd name="T13" fmla="*/ 509 h 230"/>
                  <a:gd name="T14" fmla="*/ 4923 w 1139"/>
                  <a:gd name="T15" fmla="*/ 530 h 230"/>
                  <a:gd name="T16" fmla="*/ 4374 w 1139"/>
                  <a:gd name="T17" fmla="*/ 530 h 230"/>
                  <a:gd name="T18" fmla="*/ 4040 w 1139"/>
                  <a:gd name="T19" fmla="*/ 518 h 230"/>
                  <a:gd name="T20" fmla="*/ 3663 w 1139"/>
                  <a:gd name="T21" fmla="*/ 557 h 230"/>
                  <a:gd name="T22" fmla="*/ 3160 w 1139"/>
                  <a:gd name="T23" fmla="*/ 680 h 230"/>
                  <a:gd name="T24" fmla="*/ 0 w 1139"/>
                  <a:gd name="T25" fmla="*/ 0 h 230"/>
                  <a:gd name="T26" fmla="*/ 9 w 1139"/>
                  <a:gd name="T27" fmla="*/ 150 h 230"/>
                  <a:gd name="T28" fmla="*/ 72 w 1139"/>
                  <a:gd name="T29" fmla="*/ 160 h 230"/>
                  <a:gd name="T30" fmla="*/ 2889 w 1139"/>
                  <a:gd name="T31" fmla="*/ 856 h 230"/>
                  <a:gd name="T32" fmla="*/ 3743 w 1139"/>
                  <a:gd name="T33" fmla="*/ 1092 h 230"/>
                  <a:gd name="T34" fmla="*/ 4793 w 1139"/>
                  <a:gd name="T35" fmla="*/ 1460 h 230"/>
                  <a:gd name="T36" fmla="*/ 6536 w 1139"/>
                  <a:gd name="T37" fmla="*/ 1989 h 230"/>
                  <a:gd name="T38" fmla="*/ 8414 w 1139"/>
                  <a:gd name="T39" fmla="*/ 2140 h 230"/>
                  <a:gd name="T40" fmla="*/ 10229 w 1139"/>
                  <a:gd name="T41" fmla="*/ 2514 h 230"/>
                  <a:gd name="T42" fmla="*/ 10290 w 1139"/>
                  <a:gd name="T43" fmla="*/ 2526 h 230"/>
                  <a:gd name="T44" fmla="*/ 10342 w 1139"/>
                  <a:gd name="T45" fmla="*/ 2535 h 230"/>
                  <a:gd name="T46" fmla="*/ 10394 w 1139"/>
                  <a:gd name="T47" fmla="*/ 2547 h 230"/>
                  <a:gd name="T48" fmla="*/ 10444 w 1139"/>
                  <a:gd name="T49" fmla="*/ 2563 h 230"/>
                  <a:gd name="T50" fmla="*/ 10483 w 1139"/>
                  <a:gd name="T51" fmla="*/ 2574 h 230"/>
                  <a:gd name="T52" fmla="*/ 10524 w 1139"/>
                  <a:gd name="T53" fmla="*/ 2584 h 230"/>
                  <a:gd name="T54" fmla="*/ 10552 w 1139"/>
                  <a:gd name="T55" fmla="*/ 2600 h 230"/>
                  <a:gd name="T56" fmla="*/ 10585 w 1139"/>
                  <a:gd name="T57" fmla="*/ 2600 h 230"/>
                  <a:gd name="T58" fmla="*/ 10604 w 1139"/>
                  <a:gd name="T59" fmla="*/ 2611 h 230"/>
                  <a:gd name="T60" fmla="*/ 10628 w 1139"/>
                  <a:gd name="T61" fmla="*/ 2611 h 230"/>
                  <a:gd name="T62" fmla="*/ 10648 w 1139"/>
                  <a:gd name="T63" fmla="*/ 2621 h 230"/>
                  <a:gd name="T64" fmla="*/ 11582 w 1139"/>
                  <a:gd name="T65" fmla="*/ 2685 h 23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39" h="230">
                    <a:moveTo>
                      <a:pt x="1136" y="217"/>
                    </a:moveTo>
                    <a:cubicBezTo>
                      <a:pt x="1117" y="214"/>
                      <a:pt x="1061" y="203"/>
                      <a:pt x="982" y="189"/>
                    </a:cubicBezTo>
                    <a:cubicBezTo>
                      <a:pt x="964" y="185"/>
                      <a:pt x="925" y="178"/>
                      <a:pt x="877" y="169"/>
                    </a:cubicBezTo>
                    <a:cubicBezTo>
                      <a:pt x="857" y="167"/>
                      <a:pt x="834" y="154"/>
                      <a:pt x="826" y="149"/>
                    </a:cubicBezTo>
                    <a:cubicBezTo>
                      <a:pt x="817" y="144"/>
                      <a:pt x="808" y="137"/>
                      <a:pt x="798" y="134"/>
                    </a:cubicBezTo>
                    <a:cubicBezTo>
                      <a:pt x="786" y="129"/>
                      <a:pt x="774" y="130"/>
                      <a:pt x="762" y="125"/>
                    </a:cubicBezTo>
                    <a:cubicBezTo>
                      <a:pt x="747" y="120"/>
                      <a:pt x="735" y="109"/>
                      <a:pt x="720" y="101"/>
                    </a:cubicBezTo>
                    <a:cubicBezTo>
                      <a:pt x="714" y="98"/>
                      <a:pt x="706" y="96"/>
                      <a:pt x="699" y="93"/>
                    </a:cubicBezTo>
                    <a:cubicBezTo>
                      <a:pt x="688" y="88"/>
                      <a:pt x="679" y="81"/>
                      <a:pt x="667" y="77"/>
                    </a:cubicBezTo>
                    <a:cubicBezTo>
                      <a:pt x="656" y="73"/>
                      <a:pt x="642" y="73"/>
                      <a:pt x="631" y="71"/>
                    </a:cubicBezTo>
                    <a:cubicBezTo>
                      <a:pt x="624" y="69"/>
                      <a:pt x="618" y="67"/>
                      <a:pt x="612" y="66"/>
                    </a:cubicBezTo>
                    <a:cubicBezTo>
                      <a:pt x="603" y="63"/>
                      <a:pt x="594" y="60"/>
                      <a:pt x="586" y="57"/>
                    </a:cubicBezTo>
                    <a:cubicBezTo>
                      <a:pt x="575" y="54"/>
                      <a:pt x="561" y="54"/>
                      <a:pt x="549" y="51"/>
                    </a:cubicBezTo>
                    <a:cubicBezTo>
                      <a:pt x="539" y="48"/>
                      <a:pt x="534" y="42"/>
                      <a:pt x="524" y="41"/>
                    </a:cubicBezTo>
                    <a:cubicBezTo>
                      <a:pt x="517" y="41"/>
                      <a:pt x="509" y="46"/>
                      <a:pt x="502" y="46"/>
                    </a:cubicBezTo>
                    <a:cubicBezTo>
                      <a:pt x="496" y="46"/>
                      <a:pt x="489" y="43"/>
                      <a:pt x="483" y="43"/>
                    </a:cubicBezTo>
                    <a:cubicBezTo>
                      <a:pt x="475" y="43"/>
                      <a:pt x="467" y="43"/>
                      <a:pt x="459" y="42"/>
                    </a:cubicBezTo>
                    <a:cubicBezTo>
                      <a:pt x="447" y="41"/>
                      <a:pt x="441" y="44"/>
                      <a:pt x="429" y="43"/>
                    </a:cubicBezTo>
                    <a:cubicBezTo>
                      <a:pt x="424" y="43"/>
                      <a:pt x="413" y="40"/>
                      <a:pt x="408" y="40"/>
                    </a:cubicBezTo>
                    <a:cubicBezTo>
                      <a:pt x="404" y="40"/>
                      <a:pt x="400" y="42"/>
                      <a:pt x="396" y="42"/>
                    </a:cubicBezTo>
                    <a:cubicBezTo>
                      <a:pt x="391" y="42"/>
                      <a:pt x="386" y="41"/>
                      <a:pt x="380" y="42"/>
                    </a:cubicBezTo>
                    <a:cubicBezTo>
                      <a:pt x="374" y="43"/>
                      <a:pt x="367" y="44"/>
                      <a:pt x="359" y="45"/>
                    </a:cubicBezTo>
                    <a:cubicBezTo>
                      <a:pt x="354" y="46"/>
                      <a:pt x="344" y="50"/>
                      <a:pt x="339" y="51"/>
                    </a:cubicBezTo>
                    <a:cubicBezTo>
                      <a:pt x="327" y="53"/>
                      <a:pt x="321" y="53"/>
                      <a:pt x="310" y="55"/>
                    </a:cubicBezTo>
                    <a:cubicBezTo>
                      <a:pt x="302" y="56"/>
                      <a:pt x="281" y="57"/>
                      <a:pt x="269" y="55"/>
                    </a:cubicBezTo>
                    <a:cubicBezTo>
                      <a:pt x="149" y="31"/>
                      <a:pt x="12" y="3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1" y="12"/>
                      <a:pt x="2" y="12"/>
                      <a:pt x="3" y="12"/>
                    </a:cubicBezTo>
                    <a:cubicBezTo>
                      <a:pt x="4" y="13"/>
                      <a:pt x="6" y="13"/>
                      <a:pt x="7" y="13"/>
                    </a:cubicBezTo>
                    <a:cubicBezTo>
                      <a:pt x="7" y="13"/>
                      <a:pt x="8" y="13"/>
                      <a:pt x="8" y="13"/>
                    </a:cubicBezTo>
                    <a:cubicBezTo>
                      <a:pt x="42" y="20"/>
                      <a:pt x="176" y="48"/>
                      <a:pt x="283" y="69"/>
                    </a:cubicBezTo>
                    <a:cubicBezTo>
                      <a:pt x="273" y="67"/>
                      <a:pt x="273" y="67"/>
                      <a:pt x="273" y="67"/>
                    </a:cubicBezTo>
                    <a:cubicBezTo>
                      <a:pt x="302" y="73"/>
                      <a:pt x="334" y="80"/>
                      <a:pt x="367" y="88"/>
                    </a:cubicBezTo>
                    <a:cubicBezTo>
                      <a:pt x="382" y="92"/>
                      <a:pt x="403" y="100"/>
                      <a:pt x="419" y="104"/>
                    </a:cubicBezTo>
                    <a:cubicBezTo>
                      <a:pt x="440" y="109"/>
                      <a:pt x="450" y="113"/>
                      <a:pt x="470" y="118"/>
                    </a:cubicBezTo>
                    <a:cubicBezTo>
                      <a:pt x="487" y="122"/>
                      <a:pt x="497" y="131"/>
                      <a:pt x="512" y="135"/>
                    </a:cubicBezTo>
                    <a:cubicBezTo>
                      <a:pt x="556" y="149"/>
                      <a:pt x="597" y="159"/>
                      <a:pt x="641" y="161"/>
                    </a:cubicBezTo>
                    <a:cubicBezTo>
                      <a:pt x="675" y="162"/>
                      <a:pt x="711" y="170"/>
                      <a:pt x="747" y="173"/>
                    </a:cubicBezTo>
                    <a:cubicBezTo>
                      <a:pt x="772" y="174"/>
                      <a:pt x="798" y="169"/>
                      <a:pt x="825" y="173"/>
                    </a:cubicBezTo>
                    <a:cubicBezTo>
                      <a:pt x="850" y="178"/>
                      <a:pt x="867" y="179"/>
                      <a:pt x="878" y="180"/>
                    </a:cubicBezTo>
                    <a:cubicBezTo>
                      <a:pt x="928" y="189"/>
                      <a:pt x="972" y="197"/>
                      <a:pt x="1003" y="203"/>
                    </a:cubicBezTo>
                    <a:cubicBezTo>
                      <a:pt x="1003" y="203"/>
                      <a:pt x="1003" y="203"/>
                      <a:pt x="1003" y="203"/>
                    </a:cubicBezTo>
                    <a:cubicBezTo>
                      <a:pt x="1005" y="204"/>
                      <a:pt x="1007" y="204"/>
                      <a:pt x="1009" y="204"/>
                    </a:cubicBezTo>
                    <a:cubicBezTo>
                      <a:pt x="1009" y="204"/>
                      <a:pt x="1009" y="204"/>
                      <a:pt x="1009" y="204"/>
                    </a:cubicBezTo>
                    <a:cubicBezTo>
                      <a:pt x="1011" y="205"/>
                      <a:pt x="1013" y="205"/>
                      <a:pt x="1014" y="205"/>
                    </a:cubicBezTo>
                    <a:cubicBezTo>
                      <a:pt x="1015" y="206"/>
                      <a:pt x="1015" y="206"/>
                      <a:pt x="1015" y="206"/>
                    </a:cubicBezTo>
                    <a:cubicBezTo>
                      <a:pt x="1017" y="206"/>
                      <a:pt x="1018" y="206"/>
                      <a:pt x="1019" y="206"/>
                    </a:cubicBezTo>
                    <a:cubicBezTo>
                      <a:pt x="1020" y="207"/>
                      <a:pt x="1020" y="207"/>
                      <a:pt x="1020" y="207"/>
                    </a:cubicBezTo>
                    <a:cubicBezTo>
                      <a:pt x="1022" y="207"/>
                      <a:pt x="1023" y="207"/>
                      <a:pt x="1024" y="207"/>
                    </a:cubicBezTo>
                    <a:cubicBezTo>
                      <a:pt x="1024" y="207"/>
                      <a:pt x="1025" y="208"/>
                      <a:pt x="1025" y="208"/>
                    </a:cubicBezTo>
                    <a:cubicBezTo>
                      <a:pt x="1026" y="208"/>
                      <a:pt x="1027" y="208"/>
                      <a:pt x="1028" y="208"/>
                    </a:cubicBezTo>
                    <a:cubicBezTo>
                      <a:pt x="1029" y="208"/>
                      <a:pt x="1029" y="208"/>
                      <a:pt x="1029" y="209"/>
                    </a:cubicBezTo>
                    <a:cubicBezTo>
                      <a:pt x="1030" y="209"/>
                      <a:pt x="1031" y="209"/>
                      <a:pt x="1032" y="209"/>
                    </a:cubicBezTo>
                    <a:cubicBezTo>
                      <a:pt x="1032" y="209"/>
                      <a:pt x="1033" y="209"/>
                      <a:pt x="1033" y="209"/>
                    </a:cubicBezTo>
                    <a:cubicBezTo>
                      <a:pt x="1034" y="209"/>
                      <a:pt x="1035" y="210"/>
                      <a:pt x="1035" y="210"/>
                    </a:cubicBezTo>
                    <a:cubicBezTo>
                      <a:pt x="1036" y="210"/>
                      <a:pt x="1036" y="210"/>
                      <a:pt x="1036" y="210"/>
                    </a:cubicBezTo>
                    <a:cubicBezTo>
                      <a:pt x="1037" y="210"/>
                      <a:pt x="1038" y="210"/>
                      <a:pt x="1038" y="210"/>
                    </a:cubicBezTo>
                    <a:cubicBezTo>
                      <a:pt x="1038" y="210"/>
                      <a:pt x="1039" y="211"/>
                      <a:pt x="1039" y="211"/>
                    </a:cubicBezTo>
                    <a:cubicBezTo>
                      <a:pt x="1040" y="211"/>
                      <a:pt x="1040" y="211"/>
                      <a:pt x="1040" y="211"/>
                    </a:cubicBezTo>
                    <a:cubicBezTo>
                      <a:pt x="1041" y="211"/>
                      <a:pt x="1041" y="211"/>
                      <a:pt x="1041" y="211"/>
                    </a:cubicBezTo>
                    <a:cubicBezTo>
                      <a:pt x="1042" y="211"/>
                      <a:pt x="1042" y="211"/>
                      <a:pt x="1042" y="211"/>
                    </a:cubicBezTo>
                    <a:cubicBezTo>
                      <a:pt x="1042" y="211"/>
                      <a:pt x="1043" y="212"/>
                      <a:pt x="1043" y="212"/>
                    </a:cubicBezTo>
                    <a:cubicBezTo>
                      <a:pt x="1043" y="212"/>
                      <a:pt x="1043" y="212"/>
                      <a:pt x="1044" y="212"/>
                    </a:cubicBezTo>
                    <a:cubicBezTo>
                      <a:pt x="1094" y="221"/>
                      <a:pt x="1128" y="227"/>
                      <a:pt x="1139" y="230"/>
                    </a:cubicBezTo>
                    <a:lnTo>
                      <a:pt x="1136" y="217"/>
                    </a:lnTo>
                    <a:close/>
                  </a:path>
                </a:pathLst>
              </a:custGeom>
              <a:solidFill>
                <a:srgbClr val="FFE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2" name="Freeform 883">
                <a:extLst>
                  <a:ext uri="{FF2B5EF4-FFF2-40B4-BE49-F238E27FC236}">
                    <a16:creationId xmlns:a16="http://schemas.microsoft.com/office/drawing/2014/main" id="{69DABD6C-D5E5-4550-839A-80C9ABD7F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126"/>
                <a:ext cx="620" cy="132"/>
              </a:xfrm>
              <a:custGeom>
                <a:avLst/>
                <a:gdLst>
                  <a:gd name="T0" fmla="*/ 0 w 286"/>
                  <a:gd name="T1" fmla="*/ 0 h 57"/>
                  <a:gd name="T2" fmla="*/ 2914 w 286"/>
                  <a:gd name="T3" fmla="*/ 681 h 57"/>
                  <a:gd name="T4" fmla="*/ 0 w 286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6" h="57">
                    <a:moveTo>
                      <a:pt x="0" y="0"/>
                    </a:moveTo>
                    <a:cubicBezTo>
                      <a:pt x="25" y="5"/>
                      <a:pt x="243" y="47"/>
                      <a:pt x="286" y="55"/>
                    </a:cubicBezTo>
                    <a:cubicBezTo>
                      <a:pt x="265" y="57"/>
                      <a:pt x="46" y="21"/>
                      <a:pt x="0" y="0"/>
                    </a:cubicBezTo>
                    <a:close/>
                  </a:path>
                </a:pathLst>
              </a:custGeom>
              <a:solidFill>
                <a:srgbClr val="F4B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3" name="Freeform 884">
                <a:extLst>
                  <a:ext uri="{FF2B5EF4-FFF2-40B4-BE49-F238E27FC236}">
                    <a16:creationId xmlns:a16="http://schemas.microsoft.com/office/drawing/2014/main" id="{BC06417F-95A0-4CA3-854C-5B63B3E61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47"/>
                <a:ext cx="420" cy="88"/>
              </a:xfrm>
              <a:custGeom>
                <a:avLst/>
                <a:gdLst>
                  <a:gd name="T0" fmla="*/ 0 w 194"/>
                  <a:gd name="T1" fmla="*/ 0 h 38"/>
                  <a:gd name="T2" fmla="*/ 1968 w 194"/>
                  <a:gd name="T3" fmla="*/ 472 h 38"/>
                  <a:gd name="T4" fmla="*/ 0 w 19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38">
                    <a:moveTo>
                      <a:pt x="0" y="0"/>
                    </a:moveTo>
                    <a:cubicBezTo>
                      <a:pt x="25" y="5"/>
                      <a:pt x="173" y="35"/>
                      <a:pt x="194" y="38"/>
                    </a:cubicBezTo>
                    <a:cubicBezTo>
                      <a:pt x="182" y="34"/>
                      <a:pt x="54" y="7"/>
                      <a:pt x="0" y="0"/>
                    </a:cubicBezTo>
                    <a:close/>
                  </a:path>
                </a:pathLst>
              </a:custGeom>
              <a:solidFill>
                <a:srgbClr val="FCF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4" name="Freeform 885">
                <a:extLst>
                  <a:ext uri="{FF2B5EF4-FFF2-40B4-BE49-F238E27FC236}">
                    <a16:creationId xmlns:a16="http://schemas.microsoft.com/office/drawing/2014/main" id="{6CC0ED57-755C-4E68-BF5F-11E17C31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1524"/>
                <a:ext cx="2483" cy="518"/>
              </a:xfrm>
              <a:custGeom>
                <a:avLst/>
                <a:gdLst>
                  <a:gd name="T0" fmla="*/ 6660 w 1145"/>
                  <a:gd name="T1" fmla="*/ 1658 h 224"/>
                  <a:gd name="T2" fmla="*/ 10411 w 1145"/>
                  <a:gd name="T3" fmla="*/ 2509 h 224"/>
                  <a:gd name="T4" fmla="*/ 11606 w 1145"/>
                  <a:gd name="T5" fmla="*/ 2743 h 224"/>
                  <a:gd name="T6" fmla="*/ 11597 w 1145"/>
                  <a:gd name="T7" fmla="*/ 2770 h 224"/>
                  <a:gd name="T8" fmla="*/ 11678 w 1145"/>
                  <a:gd name="T9" fmla="*/ 2648 h 224"/>
                  <a:gd name="T10" fmla="*/ 11678 w 1145"/>
                  <a:gd name="T11" fmla="*/ 2636 h 224"/>
                  <a:gd name="T12" fmla="*/ 8822 w 1145"/>
                  <a:gd name="T13" fmla="*/ 2054 h 224"/>
                  <a:gd name="T14" fmla="*/ 7252 w 1145"/>
                  <a:gd name="T15" fmla="*/ 1684 h 224"/>
                  <a:gd name="T16" fmla="*/ 8676 w 1145"/>
                  <a:gd name="T17" fmla="*/ 2017 h 224"/>
                  <a:gd name="T18" fmla="*/ 6762 w 1145"/>
                  <a:gd name="T19" fmla="*/ 1573 h 224"/>
                  <a:gd name="T20" fmla="*/ 2949 w 1145"/>
                  <a:gd name="T21" fmla="*/ 680 h 224"/>
                  <a:gd name="T22" fmla="*/ 2949 w 1145"/>
                  <a:gd name="T23" fmla="*/ 680 h 224"/>
                  <a:gd name="T24" fmla="*/ 2949 w 1145"/>
                  <a:gd name="T25" fmla="*/ 680 h 224"/>
                  <a:gd name="T26" fmla="*/ 33 w 1145"/>
                  <a:gd name="T27" fmla="*/ 0 h 224"/>
                  <a:gd name="T28" fmla="*/ 0 w 1145"/>
                  <a:gd name="T29" fmla="*/ 123 h 224"/>
                  <a:gd name="T30" fmla="*/ 234 w 1145"/>
                  <a:gd name="T31" fmla="*/ 187 h 224"/>
                  <a:gd name="T32" fmla="*/ 2611 w 1145"/>
                  <a:gd name="T33" fmla="*/ 728 h 224"/>
                  <a:gd name="T34" fmla="*/ 2958 w 1145"/>
                  <a:gd name="T35" fmla="*/ 802 h 224"/>
                  <a:gd name="T36" fmla="*/ 6660 w 1145"/>
                  <a:gd name="T37" fmla="*/ 1658 h 22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5" h="224">
                    <a:moveTo>
                      <a:pt x="653" y="134"/>
                    </a:moveTo>
                    <a:cubicBezTo>
                      <a:pt x="800" y="162"/>
                      <a:pt x="987" y="196"/>
                      <a:pt x="1021" y="203"/>
                    </a:cubicBezTo>
                    <a:cubicBezTo>
                      <a:pt x="1079" y="213"/>
                      <a:pt x="1125" y="220"/>
                      <a:pt x="1138" y="222"/>
                    </a:cubicBezTo>
                    <a:cubicBezTo>
                      <a:pt x="1137" y="224"/>
                      <a:pt x="1137" y="224"/>
                      <a:pt x="1137" y="224"/>
                    </a:cubicBezTo>
                    <a:cubicBezTo>
                      <a:pt x="1145" y="214"/>
                      <a:pt x="1145" y="214"/>
                      <a:pt x="1145" y="214"/>
                    </a:cubicBezTo>
                    <a:cubicBezTo>
                      <a:pt x="1145" y="213"/>
                      <a:pt x="1145" y="213"/>
                      <a:pt x="1145" y="213"/>
                    </a:cubicBezTo>
                    <a:cubicBezTo>
                      <a:pt x="865" y="166"/>
                      <a:pt x="865" y="166"/>
                      <a:pt x="865" y="166"/>
                    </a:cubicBezTo>
                    <a:cubicBezTo>
                      <a:pt x="816" y="157"/>
                      <a:pt x="764" y="147"/>
                      <a:pt x="711" y="136"/>
                    </a:cubicBezTo>
                    <a:cubicBezTo>
                      <a:pt x="759" y="146"/>
                      <a:pt x="807" y="155"/>
                      <a:pt x="851" y="163"/>
                    </a:cubicBezTo>
                    <a:cubicBezTo>
                      <a:pt x="663" y="127"/>
                      <a:pt x="663" y="127"/>
                      <a:pt x="663" y="127"/>
                    </a:cubicBezTo>
                    <a:cubicBezTo>
                      <a:pt x="663" y="127"/>
                      <a:pt x="310" y="58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186" y="35"/>
                      <a:pt x="87" y="16"/>
                      <a:pt x="3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0" y="12"/>
                      <a:pt x="23" y="15"/>
                    </a:cubicBezTo>
                    <a:cubicBezTo>
                      <a:pt x="94" y="28"/>
                      <a:pt x="173" y="43"/>
                      <a:pt x="256" y="59"/>
                    </a:cubicBezTo>
                    <a:cubicBezTo>
                      <a:pt x="290" y="65"/>
                      <a:pt x="290" y="65"/>
                      <a:pt x="290" y="65"/>
                    </a:cubicBezTo>
                    <a:lnTo>
                      <a:pt x="653" y="134"/>
                    </a:lnTo>
                    <a:close/>
                  </a:path>
                </a:pathLst>
              </a:custGeom>
              <a:solidFill>
                <a:srgbClr val="BF6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5" name="Freeform 886">
                <a:extLst>
                  <a:ext uri="{FF2B5EF4-FFF2-40B4-BE49-F238E27FC236}">
                    <a16:creationId xmlns:a16="http://schemas.microsoft.com/office/drawing/2014/main" id="{F43A8BC2-2E95-44B5-A873-737973EFD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863"/>
                <a:ext cx="2429" cy="518"/>
              </a:xfrm>
              <a:custGeom>
                <a:avLst/>
                <a:gdLst>
                  <a:gd name="T0" fmla="*/ 2635 w 1120"/>
                  <a:gd name="T1" fmla="*/ 594 h 224"/>
                  <a:gd name="T2" fmla="*/ 5673 w 1120"/>
                  <a:gd name="T3" fmla="*/ 594 h 224"/>
                  <a:gd name="T4" fmla="*/ 8692 w 1120"/>
                  <a:gd name="T5" fmla="*/ 1903 h 224"/>
                  <a:gd name="T6" fmla="*/ 11425 w 1120"/>
                  <a:gd name="T7" fmla="*/ 2770 h 224"/>
                  <a:gd name="T8" fmla="*/ 11392 w 1120"/>
                  <a:gd name="T9" fmla="*/ 2648 h 224"/>
                  <a:gd name="T10" fmla="*/ 9139 w 1120"/>
                  <a:gd name="T11" fmla="*/ 1940 h 224"/>
                  <a:gd name="T12" fmla="*/ 8729 w 1120"/>
                  <a:gd name="T13" fmla="*/ 1769 h 224"/>
                  <a:gd name="T14" fmla="*/ 5715 w 1120"/>
                  <a:gd name="T15" fmla="*/ 460 h 224"/>
                  <a:gd name="T16" fmla="*/ 2620 w 1120"/>
                  <a:gd name="T17" fmla="*/ 432 h 224"/>
                  <a:gd name="T18" fmla="*/ 0 w 1120"/>
                  <a:gd name="T19" fmla="*/ 0 h 224"/>
                  <a:gd name="T20" fmla="*/ 0 w 1120"/>
                  <a:gd name="T21" fmla="*/ 134 h 224"/>
                  <a:gd name="T22" fmla="*/ 2635 w 1120"/>
                  <a:gd name="T23" fmla="*/ 594 h 2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20" h="224">
                    <a:moveTo>
                      <a:pt x="258" y="48"/>
                    </a:moveTo>
                    <a:cubicBezTo>
                      <a:pt x="391" y="53"/>
                      <a:pt x="486" y="34"/>
                      <a:pt x="556" y="48"/>
                    </a:cubicBezTo>
                    <a:cubicBezTo>
                      <a:pt x="624" y="61"/>
                      <a:pt x="737" y="114"/>
                      <a:pt x="852" y="154"/>
                    </a:cubicBezTo>
                    <a:cubicBezTo>
                      <a:pt x="951" y="189"/>
                      <a:pt x="1051" y="211"/>
                      <a:pt x="1120" y="224"/>
                    </a:cubicBezTo>
                    <a:cubicBezTo>
                      <a:pt x="1117" y="214"/>
                      <a:pt x="1117" y="214"/>
                      <a:pt x="1117" y="214"/>
                    </a:cubicBezTo>
                    <a:cubicBezTo>
                      <a:pt x="1117" y="214"/>
                      <a:pt x="1012" y="197"/>
                      <a:pt x="896" y="157"/>
                    </a:cubicBezTo>
                    <a:cubicBezTo>
                      <a:pt x="884" y="153"/>
                      <a:pt x="868" y="147"/>
                      <a:pt x="856" y="143"/>
                    </a:cubicBezTo>
                    <a:cubicBezTo>
                      <a:pt x="741" y="104"/>
                      <a:pt x="624" y="50"/>
                      <a:pt x="560" y="37"/>
                    </a:cubicBezTo>
                    <a:cubicBezTo>
                      <a:pt x="484" y="22"/>
                      <a:pt x="388" y="40"/>
                      <a:pt x="257" y="35"/>
                    </a:cubicBezTo>
                    <a:cubicBezTo>
                      <a:pt x="171" y="32"/>
                      <a:pt x="36" y="7"/>
                      <a:pt x="0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9" y="20"/>
                      <a:pt x="174" y="45"/>
                      <a:pt x="258" y="48"/>
                    </a:cubicBezTo>
                    <a:close/>
                  </a:path>
                </a:pathLst>
              </a:custGeom>
              <a:solidFill>
                <a:srgbClr val="EE9B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6" name="Freeform 887">
                <a:extLst>
                  <a:ext uri="{FF2B5EF4-FFF2-40B4-BE49-F238E27FC236}">
                    <a16:creationId xmlns:a16="http://schemas.microsoft.com/office/drawing/2014/main" id="{D61DC83E-F126-40A0-B516-F8A61A560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305"/>
                <a:ext cx="651" cy="80"/>
              </a:xfrm>
              <a:custGeom>
                <a:avLst/>
                <a:gdLst>
                  <a:gd name="T0" fmla="*/ 0 w 300"/>
                  <a:gd name="T1" fmla="*/ 0 h 35"/>
                  <a:gd name="T2" fmla="*/ 866 w 300"/>
                  <a:gd name="T3" fmla="*/ 224 h 35"/>
                  <a:gd name="T4" fmla="*/ 1545 w 300"/>
                  <a:gd name="T5" fmla="*/ 297 h 35"/>
                  <a:gd name="T6" fmla="*/ 2261 w 300"/>
                  <a:gd name="T7" fmla="*/ 407 h 35"/>
                  <a:gd name="T8" fmla="*/ 3066 w 300"/>
                  <a:gd name="T9" fmla="*/ 418 h 35"/>
                  <a:gd name="T10" fmla="*/ 2331 w 300"/>
                  <a:gd name="T11" fmla="*/ 345 h 35"/>
                  <a:gd name="T12" fmla="*/ 1738 w 300"/>
                  <a:gd name="T13" fmla="*/ 261 h 35"/>
                  <a:gd name="T14" fmla="*/ 1042 w 300"/>
                  <a:gd name="T15" fmla="*/ 167 h 35"/>
                  <a:gd name="T16" fmla="*/ 0 w 300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0" h="35">
                    <a:moveTo>
                      <a:pt x="0" y="0"/>
                    </a:moveTo>
                    <a:cubicBezTo>
                      <a:pt x="19" y="8"/>
                      <a:pt x="65" y="17"/>
                      <a:pt x="85" y="19"/>
                    </a:cubicBezTo>
                    <a:cubicBezTo>
                      <a:pt x="106" y="22"/>
                      <a:pt x="128" y="21"/>
                      <a:pt x="151" y="25"/>
                    </a:cubicBezTo>
                    <a:cubicBezTo>
                      <a:pt x="175" y="29"/>
                      <a:pt x="202" y="35"/>
                      <a:pt x="221" y="34"/>
                    </a:cubicBezTo>
                    <a:cubicBezTo>
                      <a:pt x="241" y="32"/>
                      <a:pt x="273" y="29"/>
                      <a:pt x="300" y="35"/>
                    </a:cubicBezTo>
                    <a:cubicBezTo>
                      <a:pt x="273" y="30"/>
                      <a:pt x="242" y="27"/>
                      <a:pt x="228" y="29"/>
                    </a:cubicBezTo>
                    <a:cubicBezTo>
                      <a:pt x="213" y="30"/>
                      <a:pt x="194" y="27"/>
                      <a:pt x="170" y="22"/>
                    </a:cubicBezTo>
                    <a:cubicBezTo>
                      <a:pt x="147" y="17"/>
                      <a:pt x="118" y="14"/>
                      <a:pt x="102" y="14"/>
                    </a:cubicBezTo>
                    <a:cubicBezTo>
                      <a:pt x="86" y="15"/>
                      <a:pt x="8" y="6"/>
                      <a:pt x="0" y="0"/>
                    </a:cubicBezTo>
                    <a:close/>
                  </a:path>
                </a:pathLst>
              </a:custGeom>
              <a:solidFill>
                <a:srgbClr val="FDC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7" name="Freeform 888">
                <a:extLst>
                  <a:ext uri="{FF2B5EF4-FFF2-40B4-BE49-F238E27FC236}">
                    <a16:creationId xmlns:a16="http://schemas.microsoft.com/office/drawing/2014/main" id="{AF17EDEE-4FD9-40C5-8241-450515EE0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099"/>
                <a:ext cx="351" cy="39"/>
              </a:xfrm>
              <a:custGeom>
                <a:avLst/>
                <a:gdLst>
                  <a:gd name="T0" fmla="*/ 732 w 162"/>
                  <a:gd name="T1" fmla="*/ 94 h 17"/>
                  <a:gd name="T2" fmla="*/ 1159 w 162"/>
                  <a:gd name="T3" fmla="*/ 147 h 17"/>
                  <a:gd name="T4" fmla="*/ 1649 w 162"/>
                  <a:gd name="T5" fmla="*/ 204 h 17"/>
                  <a:gd name="T6" fmla="*/ 1211 w 162"/>
                  <a:gd name="T7" fmla="*/ 94 h 17"/>
                  <a:gd name="T8" fmla="*/ 888 w 162"/>
                  <a:gd name="T9" fmla="*/ 11 h 17"/>
                  <a:gd name="T10" fmla="*/ 540 w 162"/>
                  <a:gd name="T11" fmla="*/ 37 h 17"/>
                  <a:gd name="T12" fmla="*/ 0 w 162"/>
                  <a:gd name="T13" fmla="*/ 11 h 17"/>
                  <a:gd name="T14" fmla="*/ 732 w 162"/>
                  <a:gd name="T15" fmla="*/ 94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2" h="17">
                    <a:moveTo>
                      <a:pt x="72" y="8"/>
                    </a:moveTo>
                    <a:cubicBezTo>
                      <a:pt x="91" y="6"/>
                      <a:pt x="96" y="12"/>
                      <a:pt x="114" y="12"/>
                    </a:cubicBezTo>
                    <a:cubicBezTo>
                      <a:pt x="131" y="12"/>
                      <a:pt x="145" y="13"/>
                      <a:pt x="162" y="17"/>
                    </a:cubicBezTo>
                    <a:cubicBezTo>
                      <a:pt x="154" y="14"/>
                      <a:pt x="135" y="12"/>
                      <a:pt x="119" y="8"/>
                    </a:cubicBezTo>
                    <a:cubicBezTo>
                      <a:pt x="102" y="5"/>
                      <a:pt x="97" y="0"/>
                      <a:pt x="87" y="1"/>
                    </a:cubicBezTo>
                    <a:cubicBezTo>
                      <a:pt x="78" y="1"/>
                      <a:pt x="75" y="4"/>
                      <a:pt x="53" y="3"/>
                    </a:cubicBezTo>
                    <a:cubicBezTo>
                      <a:pt x="31" y="1"/>
                      <a:pt x="14" y="1"/>
                      <a:pt x="0" y="1"/>
                    </a:cubicBezTo>
                    <a:cubicBezTo>
                      <a:pt x="12" y="4"/>
                      <a:pt x="59" y="9"/>
                      <a:pt x="7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8" name="Freeform 889">
                <a:extLst>
                  <a:ext uri="{FF2B5EF4-FFF2-40B4-BE49-F238E27FC236}">
                    <a16:creationId xmlns:a16="http://schemas.microsoft.com/office/drawing/2014/main" id="{14BF2247-20FA-4B76-B60B-3420AB034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314"/>
                <a:ext cx="80" cy="44"/>
              </a:xfrm>
              <a:custGeom>
                <a:avLst/>
                <a:gdLst>
                  <a:gd name="T0" fmla="*/ 0 w 37"/>
                  <a:gd name="T1" fmla="*/ 134 h 19"/>
                  <a:gd name="T2" fmla="*/ 201 w 37"/>
                  <a:gd name="T3" fmla="*/ 0 h 19"/>
                  <a:gd name="T4" fmla="*/ 374 w 37"/>
                  <a:gd name="T5" fmla="*/ 23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9">
                    <a:moveTo>
                      <a:pt x="0" y="11"/>
                    </a:moveTo>
                    <a:cubicBezTo>
                      <a:pt x="9" y="12"/>
                      <a:pt x="15" y="6"/>
                      <a:pt x="20" y="0"/>
                    </a:cubicBezTo>
                    <a:cubicBezTo>
                      <a:pt x="24" y="7"/>
                      <a:pt x="36" y="11"/>
                      <a:pt x="37" y="19"/>
                    </a:cubicBezTo>
                  </a:path>
                </a:pathLst>
              </a:custGeom>
              <a:solidFill>
                <a:srgbClr val="FDC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9" name="Freeform 890">
                <a:extLst>
                  <a:ext uri="{FF2B5EF4-FFF2-40B4-BE49-F238E27FC236}">
                    <a16:creationId xmlns:a16="http://schemas.microsoft.com/office/drawing/2014/main" id="{78E4C019-8900-44B9-986F-7F305AEDD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353"/>
                <a:ext cx="81" cy="21"/>
              </a:xfrm>
              <a:custGeom>
                <a:avLst/>
                <a:gdLst>
                  <a:gd name="T0" fmla="*/ 0 w 37"/>
                  <a:gd name="T1" fmla="*/ 86 h 9"/>
                  <a:gd name="T2" fmla="*/ 254 w 37"/>
                  <a:gd name="T3" fmla="*/ 0 h 9"/>
                  <a:gd name="T4" fmla="*/ 387 w 37"/>
                  <a:gd name="T5" fmla="*/ 11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">
                    <a:moveTo>
                      <a:pt x="0" y="7"/>
                    </a:moveTo>
                    <a:cubicBezTo>
                      <a:pt x="9" y="7"/>
                      <a:pt x="16" y="3"/>
                      <a:pt x="24" y="0"/>
                    </a:cubicBezTo>
                    <a:cubicBezTo>
                      <a:pt x="25" y="6"/>
                      <a:pt x="32" y="7"/>
                      <a:pt x="37" y="9"/>
                    </a:cubicBezTo>
                  </a:path>
                </a:pathLst>
              </a:custGeom>
              <a:solidFill>
                <a:srgbClr val="FDC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0" name="Freeform 891">
                <a:extLst>
                  <a:ext uri="{FF2B5EF4-FFF2-40B4-BE49-F238E27FC236}">
                    <a16:creationId xmlns:a16="http://schemas.microsoft.com/office/drawing/2014/main" id="{C16D04D3-FCAD-49F9-B2AF-CFD8FD071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242"/>
                <a:ext cx="96" cy="46"/>
              </a:xfrm>
              <a:custGeom>
                <a:avLst/>
                <a:gdLst>
                  <a:gd name="T0" fmla="*/ 0 w 44"/>
                  <a:gd name="T1" fmla="*/ 28 h 20"/>
                  <a:gd name="T2" fmla="*/ 177 w 44"/>
                  <a:gd name="T3" fmla="*/ 0 h 20"/>
                  <a:gd name="T4" fmla="*/ 281 w 44"/>
                  <a:gd name="T5" fmla="*/ 131 h 20"/>
                  <a:gd name="T6" fmla="*/ 439 w 44"/>
                  <a:gd name="T7" fmla="*/ 244 h 20"/>
                  <a:gd name="T8" fmla="*/ 72 w 44"/>
                  <a:gd name="T9" fmla="*/ 2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2"/>
                    </a:moveTo>
                    <a:cubicBezTo>
                      <a:pt x="4" y="5"/>
                      <a:pt x="12" y="1"/>
                      <a:pt x="17" y="0"/>
                    </a:cubicBezTo>
                    <a:cubicBezTo>
                      <a:pt x="18" y="5"/>
                      <a:pt x="22" y="9"/>
                      <a:pt x="27" y="11"/>
                    </a:cubicBezTo>
                    <a:cubicBezTo>
                      <a:pt x="31" y="13"/>
                      <a:pt x="44" y="12"/>
                      <a:pt x="42" y="20"/>
                    </a:cubicBezTo>
                    <a:cubicBezTo>
                      <a:pt x="32" y="11"/>
                      <a:pt x="16" y="13"/>
                      <a:pt x="7" y="2"/>
                    </a:cubicBezTo>
                  </a:path>
                </a:pathLst>
              </a:custGeom>
              <a:solidFill>
                <a:srgbClr val="FDC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1" name="Freeform 892">
                <a:extLst>
                  <a:ext uri="{FF2B5EF4-FFF2-40B4-BE49-F238E27FC236}">
                    <a16:creationId xmlns:a16="http://schemas.microsoft.com/office/drawing/2014/main" id="{B1ED2DF7-C3E3-46DD-AD0C-CDA29AC78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175"/>
                <a:ext cx="32" cy="30"/>
              </a:xfrm>
              <a:custGeom>
                <a:avLst/>
                <a:gdLst>
                  <a:gd name="T0" fmla="*/ 0 w 15"/>
                  <a:gd name="T1" fmla="*/ 85 h 13"/>
                  <a:gd name="T2" fmla="*/ 145 w 15"/>
                  <a:gd name="T3" fmla="*/ 15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0" y="7"/>
                    </a:moveTo>
                    <a:cubicBezTo>
                      <a:pt x="9" y="10"/>
                      <a:pt x="11" y="0"/>
                      <a:pt x="15" y="13"/>
                    </a:cubicBezTo>
                  </a:path>
                </a:pathLst>
              </a:custGeom>
              <a:solidFill>
                <a:srgbClr val="FDC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2" name="Freeform 893">
                <a:extLst>
                  <a:ext uri="{FF2B5EF4-FFF2-40B4-BE49-F238E27FC236}">
                    <a16:creationId xmlns:a16="http://schemas.microsoft.com/office/drawing/2014/main" id="{72870DC8-2FD9-4B70-A4CB-BC67B84E9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598"/>
                <a:ext cx="1656" cy="335"/>
              </a:xfrm>
              <a:custGeom>
                <a:avLst/>
                <a:gdLst>
                  <a:gd name="T0" fmla="*/ 0 w 764"/>
                  <a:gd name="T1" fmla="*/ 0 h 145"/>
                  <a:gd name="T2" fmla="*/ 7779 w 764"/>
                  <a:gd name="T3" fmla="*/ 1788 h 145"/>
                  <a:gd name="T4" fmla="*/ 0 w 764"/>
                  <a:gd name="T5" fmla="*/ 0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4" h="145">
                    <a:moveTo>
                      <a:pt x="0" y="0"/>
                    </a:moveTo>
                    <a:cubicBezTo>
                      <a:pt x="764" y="145"/>
                      <a:pt x="764" y="145"/>
                      <a:pt x="764" y="145"/>
                    </a:cubicBezTo>
                    <a:cubicBezTo>
                      <a:pt x="662" y="106"/>
                      <a:pt x="64" y="8"/>
                      <a:pt x="0" y="0"/>
                    </a:cubicBezTo>
                    <a:close/>
                  </a:path>
                </a:pathLst>
              </a:custGeom>
              <a:solidFill>
                <a:srgbClr val="F3B2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3" name="Freeform 894">
                <a:extLst>
                  <a:ext uri="{FF2B5EF4-FFF2-40B4-BE49-F238E27FC236}">
                    <a16:creationId xmlns:a16="http://schemas.microsoft.com/office/drawing/2014/main" id="{A48C8303-ABA8-4027-AC8E-3FF124808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200"/>
                <a:ext cx="83" cy="58"/>
              </a:xfrm>
              <a:custGeom>
                <a:avLst/>
                <a:gdLst>
                  <a:gd name="T0" fmla="*/ 0 w 38"/>
                  <a:gd name="T1" fmla="*/ 248 h 25"/>
                  <a:gd name="T2" fmla="*/ 395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0" y="20"/>
                    </a:moveTo>
                    <a:cubicBezTo>
                      <a:pt x="16" y="25"/>
                      <a:pt x="31" y="12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4" name="Freeform 895">
                <a:extLst>
                  <a:ext uri="{FF2B5EF4-FFF2-40B4-BE49-F238E27FC236}">
                    <a16:creationId xmlns:a16="http://schemas.microsoft.com/office/drawing/2014/main" id="{6CAFC36E-F606-417C-8952-BEFD8771D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237"/>
                <a:ext cx="24" cy="63"/>
              </a:xfrm>
              <a:custGeom>
                <a:avLst/>
                <a:gdLst>
                  <a:gd name="T0" fmla="*/ 0 w 11"/>
                  <a:gd name="T1" fmla="*/ 0 h 27"/>
                  <a:gd name="T2" fmla="*/ 72 w 11"/>
                  <a:gd name="T3" fmla="*/ 34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0" y="0"/>
                    </a:moveTo>
                    <a:cubicBezTo>
                      <a:pt x="11" y="6"/>
                      <a:pt x="11" y="16"/>
                      <a:pt x="7" y="27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5" name="Freeform 896">
                <a:extLst>
                  <a:ext uri="{FF2B5EF4-FFF2-40B4-BE49-F238E27FC236}">
                    <a16:creationId xmlns:a16="http://schemas.microsoft.com/office/drawing/2014/main" id="{93DDF4C6-D57E-496A-B88B-B8DDA77A6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203"/>
                <a:ext cx="93" cy="44"/>
              </a:xfrm>
              <a:custGeom>
                <a:avLst/>
                <a:gdLst>
                  <a:gd name="T0" fmla="*/ 0 w 43"/>
                  <a:gd name="T1" fmla="*/ 74 h 19"/>
                  <a:gd name="T2" fmla="*/ 435 w 4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9">
                    <a:moveTo>
                      <a:pt x="0" y="6"/>
                    </a:moveTo>
                    <a:cubicBezTo>
                      <a:pt x="9" y="19"/>
                      <a:pt x="40" y="18"/>
                      <a:pt x="43" y="0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6" name="Freeform 897">
                <a:extLst>
                  <a:ext uri="{FF2B5EF4-FFF2-40B4-BE49-F238E27FC236}">
                    <a16:creationId xmlns:a16="http://schemas.microsoft.com/office/drawing/2014/main" id="{2E452B85-0DEF-49CC-94F5-D2BE2D3ED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231"/>
                <a:ext cx="56" cy="41"/>
              </a:xfrm>
              <a:custGeom>
                <a:avLst/>
                <a:gdLst>
                  <a:gd name="T0" fmla="*/ 0 w 26"/>
                  <a:gd name="T1" fmla="*/ 0 h 18"/>
                  <a:gd name="T2" fmla="*/ 261 w 26"/>
                  <a:gd name="T3" fmla="*/ 21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3" y="12"/>
                      <a:pt x="15" y="17"/>
                      <a:pt x="26" y="18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7" name="Freeform 898">
                <a:extLst>
                  <a:ext uri="{FF2B5EF4-FFF2-40B4-BE49-F238E27FC236}">
                    <a16:creationId xmlns:a16="http://schemas.microsoft.com/office/drawing/2014/main" id="{C1798748-3FBA-4D87-8C0F-07CD61EEA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02"/>
                <a:ext cx="78" cy="40"/>
              </a:xfrm>
              <a:custGeom>
                <a:avLst/>
                <a:gdLst>
                  <a:gd name="T0" fmla="*/ 0 w 36"/>
                  <a:gd name="T1" fmla="*/ 0 h 17"/>
                  <a:gd name="T2" fmla="*/ 366 w 3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4" y="17"/>
                      <a:pt x="28" y="8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8" name="Freeform 899">
                <a:extLst>
                  <a:ext uri="{FF2B5EF4-FFF2-40B4-BE49-F238E27FC236}">
                    <a16:creationId xmlns:a16="http://schemas.microsoft.com/office/drawing/2014/main" id="{92C28C3C-7D22-4FB3-9C34-F4DCF11EC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286"/>
                <a:ext cx="57" cy="42"/>
              </a:xfrm>
              <a:custGeom>
                <a:avLst/>
                <a:gdLst>
                  <a:gd name="T0" fmla="*/ 0 w 26"/>
                  <a:gd name="T1" fmla="*/ 0 h 18"/>
                  <a:gd name="T2" fmla="*/ 274 w 26"/>
                  <a:gd name="T3" fmla="*/ 15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3" y="11"/>
                      <a:pt x="16" y="18"/>
                      <a:pt x="26" y="12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9" name="Freeform 900">
                <a:extLst>
                  <a:ext uri="{FF2B5EF4-FFF2-40B4-BE49-F238E27FC236}">
                    <a16:creationId xmlns:a16="http://schemas.microsoft.com/office/drawing/2014/main" id="{705444C6-C327-4FDA-A22F-3740D0538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129"/>
                <a:ext cx="72" cy="81"/>
              </a:xfrm>
              <a:custGeom>
                <a:avLst/>
                <a:gdLst>
                  <a:gd name="T0" fmla="*/ 0 w 33"/>
                  <a:gd name="T1" fmla="*/ 86 h 35"/>
                  <a:gd name="T2" fmla="*/ 290 w 33"/>
                  <a:gd name="T3" fmla="*/ 433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5">
                    <a:moveTo>
                      <a:pt x="0" y="7"/>
                    </a:moveTo>
                    <a:cubicBezTo>
                      <a:pt x="17" y="0"/>
                      <a:pt x="33" y="19"/>
                      <a:pt x="28" y="35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0" name="Freeform 901">
                <a:extLst>
                  <a:ext uri="{FF2B5EF4-FFF2-40B4-BE49-F238E27FC236}">
                    <a16:creationId xmlns:a16="http://schemas.microsoft.com/office/drawing/2014/main" id="{ED8A40A6-C1FE-4EB8-BE55-7EBCC57DA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163"/>
                <a:ext cx="33" cy="21"/>
              </a:xfrm>
              <a:custGeom>
                <a:avLst/>
                <a:gdLst>
                  <a:gd name="T0" fmla="*/ 0 w 15"/>
                  <a:gd name="T1" fmla="*/ 114 h 9"/>
                  <a:gd name="T2" fmla="*/ 161 w 1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0" y="0"/>
                      <a:pt x="9" y="1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1" name="Freeform 902">
                <a:extLst>
                  <a:ext uri="{FF2B5EF4-FFF2-40B4-BE49-F238E27FC236}">
                    <a16:creationId xmlns:a16="http://schemas.microsoft.com/office/drawing/2014/main" id="{F78329F8-45AB-45DD-A0E7-370A9D18E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337"/>
                <a:ext cx="101" cy="46"/>
              </a:xfrm>
              <a:custGeom>
                <a:avLst/>
                <a:gdLst>
                  <a:gd name="T0" fmla="*/ 0 w 47"/>
                  <a:gd name="T1" fmla="*/ 0 h 20"/>
                  <a:gd name="T2" fmla="*/ 466 w 47"/>
                  <a:gd name="T3" fmla="*/ 3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0">
                    <a:moveTo>
                      <a:pt x="0" y="0"/>
                    </a:moveTo>
                    <a:cubicBezTo>
                      <a:pt x="8" y="20"/>
                      <a:pt x="38" y="10"/>
                      <a:pt x="47" y="3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2" name="Freeform 903">
                <a:extLst>
                  <a:ext uri="{FF2B5EF4-FFF2-40B4-BE49-F238E27FC236}">
                    <a16:creationId xmlns:a16="http://schemas.microsoft.com/office/drawing/2014/main" id="{EF8CCAD4-2E6D-4AF6-A93D-16581704C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332"/>
                <a:ext cx="71" cy="33"/>
              </a:xfrm>
              <a:custGeom>
                <a:avLst/>
                <a:gdLst>
                  <a:gd name="T0" fmla="*/ 0 w 33"/>
                  <a:gd name="T1" fmla="*/ 0 h 14"/>
                  <a:gd name="T2" fmla="*/ 60 w 33"/>
                  <a:gd name="T3" fmla="*/ 106 h 14"/>
                  <a:gd name="T4" fmla="*/ 329 w 33"/>
                  <a:gd name="T5" fmla="*/ 11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cubicBezTo>
                      <a:pt x="3" y="1"/>
                      <a:pt x="2" y="5"/>
                      <a:pt x="6" y="8"/>
                    </a:cubicBezTo>
                    <a:cubicBezTo>
                      <a:pt x="15" y="14"/>
                      <a:pt x="22" y="14"/>
                      <a:pt x="33" y="9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3" name="Freeform 904">
                <a:extLst>
                  <a:ext uri="{FF2B5EF4-FFF2-40B4-BE49-F238E27FC236}">
                    <a16:creationId xmlns:a16="http://schemas.microsoft.com/office/drawing/2014/main" id="{58CF4EFE-DAD5-4243-9053-97E5D9C4C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129"/>
                <a:ext cx="13" cy="39"/>
              </a:xfrm>
              <a:custGeom>
                <a:avLst/>
                <a:gdLst>
                  <a:gd name="T0" fmla="*/ 9 w 6"/>
                  <a:gd name="T1" fmla="*/ 0 h 17"/>
                  <a:gd name="T2" fmla="*/ 0 w 6"/>
                  <a:gd name="T3" fmla="*/ 20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1" y="0"/>
                    </a:moveTo>
                    <a:cubicBezTo>
                      <a:pt x="6" y="5"/>
                      <a:pt x="6" y="13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4" name="Freeform 905">
                <a:extLst>
                  <a:ext uri="{FF2B5EF4-FFF2-40B4-BE49-F238E27FC236}">
                    <a16:creationId xmlns:a16="http://schemas.microsoft.com/office/drawing/2014/main" id="{FC2330CF-7142-45F2-B8CB-DC2DAC99C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145"/>
                <a:ext cx="26" cy="5"/>
              </a:xfrm>
              <a:custGeom>
                <a:avLst/>
                <a:gdLst>
                  <a:gd name="T0" fmla="*/ 0 w 12"/>
                  <a:gd name="T1" fmla="*/ 33 h 2"/>
                  <a:gd name="T2" fmla="*/ 121 w 1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2"/>
                    </a:moveTo>
                    <a:cubicBezTo>
                      <a:pt x="4" y="1"/>
                      <a:pt x="8" y="0"/>
                      <a:pt x="12" y="2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5" name="Freeform 906">
                <a:extLst>
                  <a:ext uri="{FF2B5EF4-FFF2-40B4-BE49-F238E27FC236}">
                    <a16:creationId xmlns:a16="http://schemas.microsoft.com/office/drawing/2014/main" id="{2057BDDF-4AF1-431F-9B06-CF1496C17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254"/>
                <a:ext cx="26" cy="44"/>
              </a:xfrm>
              <a:custGeom>
                <a:avLst/>
                <a:gdLst>
                  <a:gd name="T0" fmla="*/ 9 w 12"/>
                  <a:gd name="T1" fmla="*/ 0 h 19"/>
                  <a:gd name="T2" fmla="*/ 121 w 12"/>
                  <a:gd name="T3" fmla="*/ 20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1" y="0"/>
                    </a:moveTo>
                    <a:cubicBezTo>
                      <a:pt x="2" y="5"/>
                      <a:pt x="0" y="19"/>
                      <a:pt x="12" y="17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6" name="Freeform 907">
                <a:extLst>
                  <a:ext uri="{FF2B5EF4-FFF2-40B4-BE49-F238E27FC236}">
                    <a16:creationId xmlns:a16="http://schemas.microsoft.com/office/drawing/2014/main" id="{EC796BCF-B7A5-4494-AA93-7598AEE96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261"/>
                <a:ext cx="41" cy="53"/>
              </a:xfrm>
              <a:custGeom>
                <a:avLst/>
                <a:gdLst>
                  <a:gd name="T0" fmla="*/ 0 w 19"/>
                  <a:gd name="T1" fmla="*/ 0 h 23"/>
                  <a:gd name="T2" fmla="*/ 129 w 19"/>
                  <a:gd name="T3" fmla="*/ 28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0" y="0"/>
                    </a:moveTo>
                    <a:cubicBezTo>
                      <a:pt x="8" y="5"/>
                      <a:pt x="19" y="12"/>
                      <a:pt x="13" y="23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7" name="Freeform 908">
                <a:extLst>
                  <a:ext uri="{FF2B5EF4-FFF2-40B4-BE49-F238E27FC236}">
                    <a16:creationId xmlns:a16="http://schemas.microsoft.com/office/drawing/2014/main" id="{64757EE5-4C21-4380-AB66-5178BB064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256"/>
                <a:ext cx="39" cy="28"/>
              </a:xfrm>
              <a:custGeom>
                <a:avLst/>
                <a:gdLst>
                  <a:gd name="T0" fmla="*/ 0 w 18"/>
                  <a:gd name="T1" fmla="*/ 152 h 12"/>
                  <a:gd name="T2" fmla="*/ 184 w 18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4" y="6"/>
                      <a:pt x="10" y="0"/>
                      <a:pt x="18" y="2"/>
                    </a:cubicBezTo>
                  </a:path>
                </a:pathLst>
              </a:custGeom>
              <a:noFill/>
              <a:ln w="6350" cap="rnd">
                <a:solidFill>
                  <a:srgbClr val="F296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8" name="Freeform 909">
                <a:extLst>
                  <a:ext uri="{FF2B5EF4-FFF2-40B4-BE49-F238E27FC236}">
                    <a16:creationId xmlns:a16="http://schemas.microsoft.com/office/drawing/2014/main" id="{A375C563-D7F2-45DF-ABC2-97C691477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200"/>
                <a:ext cx="24" cy="28"/>
              </a:xfrm>
              <a:custGeom>
                <a:avLst/>
                <a:gdLst>
                  <a:gd name="T0" fmla="*/ 105 w 11"/>
                  <a:gd name="T1" fmla="*/ 103 h 12"/>
                  <a:gd name="T2" fmla="*/ 113 w 11"/>
                  <a:gd name="T3" fmla="*/ 77 h 12"/>
                  <a:gd name="T4" fmla="*/ 0 w 11"/>
                  <a:gd name="T5" fmla="*/ 12 h 12"/>
                  <a:gd name="T6" fmla="*/ 105 w 11"/>
                  <a:gd name="T7" fmla="*/ 15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0" y="8"/>
                    </a:moveTo>
                    <a:cubicBezTo>
                      <a:pt x="11" y="7"/>
                      <a:pt x="11" y="7"/>
                      <a:pt x="11" y="6"/>
                    </a:cubicBezTo>
                    <a:cubicBezTo>
                      <a:pt x="9" y="3"/>
                      <a:pt x="4" y="0"/>
                      <a:pt x="0" y="1"/>
                    </a:cubicBezTo>
                    <a:cubicBezTo>
                      <a:pt x="1" y="6"/>
                      <a:pt x="6" y="9"/>
                      <a:pt x="10" y="12"/>
                    </a:cubicBezTo>
                  </a:path>
                </a:pathLst>
              </a:custGeom>
              <a:noFill/>
              <a:ln w="12700" cap="flat">
                <a:solidFill>
                  <a:srgbClr val="FFE59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9" name="Freeform 910">
                <a:extLst>
                  <a:ext uri="{FF2B5EF4-FFF2-40B4-BE49-F238E27FC236}">
                    <a16:creationId xmlns:a16="http://schemas.microsoft.com/office/drawing/2014/main" id="{34E604DD-C41A-4B55-9CB5-87574FF8D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263"/>
                <a:ext cx="26" cy="30"/>
              </a:xfrm>
              <a:custGeom>
                <a:avLst/>
                <a:gdLst>
                  <a:gd name="T0" fmla="*/ 0 w 12"/>
                  <a:gd name="T1" fmla="*/ 159 h 13"/>
                  <a:gd name="T2" fmla="*/ 0 w 12"/>
                  <a:gd name="T3" fmla="*/ 6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12" y="11"/>
                      <a:pt x="12" y="0"/>
                      <a:pt x="0" y="5"/>
                    </a:cubicBezTo>
                  </a:path>
                </a:pathLst>
              </a:custGeom>
              <a:noFill/>
              <a:ln w="12700" cap="flat">
                <a:solidFill>
                  <a:srgbClr val="FFE59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0" name="Freeform 911">
                <a:extLst>
                  <a:ext uri="{FF2B5EF4-FFF2-40B4-BE49-F238E27FC236}">
                    <a16:creationId xmlns:a16="http://schemas.microsoft.com/office/drawing/2014/main" id="{7480EA2A-B55F-432C-958A-40768653D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342"/>
                <a:ext cx="21" cy="25"/>
              </a:xfrm>
              <a:custGeom>
                <a:avLst/>
                <a:gdLst>
                  <a:gd name="T0" fmla="*/ 92 w 10"/>
                  <a:gd name="T1" fmla="*/ 118 h 11"/>
                  <a:gd name="T2" fmla="*/ 48 w 10"/>
                  <a:gd name="T3" fmla="*/ 0 h 11"/>
                  <a:gd name="T4" fmla="*/ 0 w 10"/>
                  <a:gd name="T5" fmla="*/ 13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10"/>
                    </a:moveTo>
                    <a:cubicBezTo>
                      <a:pt x="9" y="6"/>
                      <a:pt x="8" y="2"/>
                      <a:pt x="5" y="0"/>
                    </a:cubicBezTo>
                    <a:cubicBezTo>
                      <a:pt x="2" y="3"/>
                      <a:pt x="0" y="7"/>
                      <a:pt x="0" y="11"/>
                    </a:cubicBezTo>
                  </a:path>
                </a:pathLst>
              </a:custGeom>
              <a:noFill/>
              <a:ln w="12700" cap="flat">
                <a:solidFill>
                  <a:srgbClr val="FFE59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1" name="Freeform 912">
                <a:extLst>
                  <a:ext uri="{FF2B5EF4-FFF2-40B4-BE49-F238E27FC236}">
                    <a16:creationId xmlns:a16="http://schemas.microsoft.com/office/drawing/2014/main" id="{CCCBB3AF-8B4A-4CA6-A0E6-9A149173F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212"/>
                <a:ext cx="28" cy="39"/>
              </a:xfrm>
              <a:custGeom>
                <a:avLst/>
                <a:gdLst>
                  <a:gd name="T0" fmla="*/ 0 w 13"/>
                  <a:gd name="T1" fmla="*/ 122 h 17"/>
                  <a:gd name="T2" fmla="*/ 80 w 13"/>
                  <a:gd name="T3" fmla="*/ 11 h 17"/>
                  <a:gd name="T4" fmla="*/ 60 w 13"/>
                  <a:gd name="T5" fmla="*/ 20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10"/>
                    </a:moveTo>
                    <a:cubicBezTo>
                      <a:pt x="0" y="7"/>
                      <a:pt x="4" y="0"/>
                      <a:pt x="8" y="1"/>
                    </a:cubicBezTo>
                    <a:cubicBezTo>
                      <a:pt x="13" y="3"/>
                      <a:pt x="7" y="15"/>
                      <a:pt x="6" y="17"/>
                    </a:cubicBezTo>
                  </a:path>
                </a:pathLst>
              </a:custGeom>
              <a:noFill/>
              <a:ln w="12700" cap="flat">
                <a:solidFill>
                  <a:srgbClr val="FFE59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2" name="Freeform 913">
                <a:extLst>
                  <a:ext uri="{FF2B5EF4-FFF2-40B4-BE49-F238E27FC236}">
                    <a16:creationId xmlns:a16="http://schemas.microsoft.com/office/drawing/2014/main" id="{4B7B720C-75EC-4258-BE99-1B0CA2791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126"/>
                <a:ext cx="21" cy="40"/>
              </a:xfrm>
              <a:custGeom>
                <a:avLst/>
                <a:gdLst>
                  <a:gd name="T0" fmla="*/ 0 w 10"/>
                  <a:gd name="T1" fmla="*/ 184 h 17"/>
                  <a:gd name="T2" fmla="*/ 92 w 10"/>
                  <a:gd name="T3" fmla="*/ 66 h 17"/>
                  <a:gd name="T4" fmla="*/ 48 w 10"/>
                  <a:gd name="T5" fmla="*/ 2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7">
                    <a:moveTo>
                      <a:pt x="0" y="14"/>
                    </a:moveTo>
                    <a:cubicBezTo>
                      <a:pt x="0" y="7"/>
                      <a:pt x="1" y="0"/>
                      <a:pt x="10" y="5"/>
                    </a:cubicBezTo>
                    <a:cubicBezTo>
                      <a:pt x="10" y="9"/>
                      <a:pt x="6" y="13"/>
                      <a:pt x="5" y="17"/>
                    </a:cubicBezTo>
                  </a:path>
                </a:pathLst>
              </a:custGeom>
              <a:noFill/>
              <a:ln w="12700" cap="flat">
                <a:solidFill>
                  <a:srgbClr val="FFE59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3" name="Freeform 914">
                <a:extLst>
                  <a:ext uri="{FF2B5EF4-FFF2-40B4-BE49-F238E27FC236}">
                    <a16:creationId xmlns:a16="http://schemas.microsoft.com/office/drawing/2014/main" id="{5673464A-892C-4844-BC94-077E2687F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263"/>
                <a:ext cx="8" cy="11"/>
              </a:xfrm>
              <a:custGeom>
                <a:avLst/>
                <a:gdLst>
                  <a:gd name="T0" fmla="*/ 32 w 4"/>
                  <a:gd name="T1" fmla="*/ 0 h 5"/>
                  <a:gd name="T2" fmla="*/ 0 w 4"/>
                  <a:gd name="T3" fmla="*/ 5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</a:path>
                </a:pathLst>
              </a:custGeom>
              <a:noFill/>
              <a:ln w="12700" cap="flat">
                <a:solidFill>
                  <a:srgbClr val="FFE59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4" name="Freeform 915">
                <a:extLst>
                  <a:ext uri="{FF2B5EF4-FFF2-40B4-BE49-F238E27FC236}">
                    <a16:creationId xmlns:a16="http://schemas.microsoft.com/office/drawing/2014/main" id="{FCB55CFF-2B5D-4893-B0A6-4A49CC4E7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311"/>
                <a:ext cx="2" cy="17"/>
              </a:xfrm>
              <a:custGeom>
                <a:avLst/>
                <a:gdLst>
                  <a:gd name="T0" fmla="*/ 8 w 1"/>
                  <a:gd name="T1" fmla="*/ 0 h 7"/>
                  <a:gd name="T2" fmla="*/ 8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2700" cap="flat">
                <a:solidFill>
                  <a:srgbClr val="FFE59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5" name="Freeform 916">
                <a:extLst>
                  <a:ext uri="{FF2B5EF4-FFF2-40B4-BE49-F238E27FC236}">
                    <a16:creationId xmlns:a16="http://schemas.microsoft.com/office/drawing/2014/main" id="{205B9309-4DA9-42B3-984E-7BC341496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200"/>
                <a:ext cx="19" cy="3"/>
              </a:xfrm>
              <a:custGeom>
                <a:avLst/>
                <a:gdLst>
                  <a:gd name="T0" fmla="*/ 0 w 9"/>
                  <a:gd name="T1" fmla="*/ 0 h 1"/>
                  <a:gd name="T2" fmla="*/ 84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1"/>
                      <a:pt x="6" y="1"/>
                      <a:pt x="9" y="1"/>
                    </a:cubicBezTo>
                  </a:path>
                </a:pathLst>
              </a:custGeom>
              <a:noFill/>
              <a:ln w="12700" cap="flat">
                <a:solidFill>
                  <a:srgbClr val="FFE59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6" name="Freeform 917">
                <a:extLst>
                  <a:ext uri="{FF2B5EF4-FFF2-40B4-BE49-F238E27FC236}">
                    <a16:creationId xmlns:a16="http://schemas.microsoft.com/office/drawing/2014/main" id="{EABB550E-C8E3-4375-B8AE-B45FFB5EB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09"/>
                <a:ext cx="18" cy="14"/>
              </a:xfrm>
              <a:custGeom>
                <a:avLst/>
                <a:gdLst>
                  <a:gd name="T0" fmla="*/ 92 w 8"/>
                  <a:gd name="T1" fmla="*/ 0 h 6"/>
                  <a:gd name="T2" fmla="*/ 0 w 8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6" y="2"/>
                      <a:pt x="3" y="4"/>
                      <a:pt x="0" y="6"/>
                    </a:cubicBezTo>
                  </a:path>
                </a:pathLst>
              </a:custGeom>
              <a:noFill/>
              <a:ln w="12700" cap="flat">
                <a:solidFill>
                  <a:srgbClr val="FFE59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7" name="Freeform 918">
                <a:extLst>
                  <a:ext uri="{FF2B5EF4-FFF2-40B4-BE49-F238E27FC236}">
                    <a16:creationId xmlns:a16="http://schemas.microsoft.com/office/drawing/2014/main" id="{9199C878-4E46-4CCA-A825-7C31D5C28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207"/>
                <a:ext cx="13" cy="17"/>
              </a:xfrm>
              <a:custGeom>
                <a:avLst/>
                <a:gdLst>
                  <a:gd name="T0" fmla="*/ 0 w 6"/>
                  <a:gd name="T1" fmla="*/ 0 h 7"/>
                  <a:gd name="T2" fmla="*/ 61 w 6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2" y="3"/>
                      <a:pt x="4" y="5"/>
                      <a:pt x="6" y="7"/>
                    </a:cubicBezTo>
                  </a:path>
                </a:pathLst>
              </a:custGeom>
              <a:noFill/>
              <a:ln w="12700" cap="flat">
                <a:solidFill>
                  <a:srgbClr val="FFE59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8" name="Freeform 919">
                <a:extLst>
                  <a:ext uri="{FF2B5EF4-FFF2-40B4-BE49-F238E27FC236}">
                    <a16:creationId xmlns:a16="http://schemas.microsoft.com/office/drawing/2014/main" id="{51B676FE-9264-4C35-BBD8-C5D63625E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284"/>
                <a:ext cx="13" cy="14"/>
              </a:xfrm>
              <a:custGeom>
                <a:avLst/>
                <a:gdLst>
                  <a:gd name="T0" fmla="*/ 0 w 6"/>
                  <a:gd name="T1" fmla="*/ 77 h 6"/>
                  <a:gd name="T2" fmla="*/ 61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FFE59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9" name="Freeform 920">
                <a:extLst>
                  <a:ext uri="{FF2B5EF4-FFF2-40B4-BE49-F238E27FC236}">
                    <a16:creationId xmlns:a16="http://schemas.microsoft.com/office/drawing/2014/main" id="{2438946D-615D-4C6F-A830-827923555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73"/>
                <a:ext cx="4" cy="16"/>
              </a:xfrm>
              <a:custGeom>
                <a:avLst/>
                <a:gdLst>
                  <a:gd name="T0" fmla="*/ 16 w 2"/>
                  <a:gd name="T1" fmla="*/ 0 h 7"/>
                  <a:gd name="T2" fmla="*/ 0 w 2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0" y="4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0" name="Freeform 921">
                <a:extLst>
                  <a:ext uri="{FF2B5EF4-FFF2-40B4-BE49-F238E27FC236}">
                    <a16:creationId xmlns:a16="http://schemas.microsoft.com/office/drawing/2014/main" id="{60B82B64-6FFA-45EB-9675-51290BACE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136"/>
                <a:ext cx="6" cy="18"/>
              </a:xfrm>
              <a:custGeom>
                <a:avLst/>
                <a:gdLst>
                  <a:gd name="T0" fmla="*/ 24 w 3"/>
                  <a:gd name="T1" fmla="*/ 0 h 8"/>
                  <a:gd name="T2" fmla="*/ 0 w 3"/>
                  <a:gd name="T3" fmla="*/ 9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3"/>
                      <a:pt x="3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1" name="Freeform 922">
                <a:extLst>
                  <a:ext uri="{FF2B5EF4-FFF2-40B4-BE49-F238E27FC236}">
                    <a16:creationId xmlns:a16="http://schemas.microsoft.com/office/drawing/2014/main" id="{8A6586EA-D1D0-45C1-8147-0B1467298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397"/>
                <a:ext cx="104" cy="37"/>
              </a:xfrm>
              <a:custGeom>
                <a:avLst/>
                <a:gdLst>
                  <a:gd name="T0" fmla="*/ 0 w 48"/>
                  <a:gd name="T1" fmla="*/ 37 h 16"/>
                  <a:gd name="T2" fmla="*/ 347 w 48"/>
                  <a:gd name="T3" fmla="*/ 74 h 16"/>
                  <a:gd name="T4" fmla="*/ 487 w 48"/>
                  <a:gd name="T5" fmla="*/ 19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0" y="3"/>
                    </a:moveTo>
                    <a:cubicBezTo>
                      <a:pt x="12" y="3"/>
                      <a:pt x="22" y="0"/>
                      <a:pt x="34" y="6"/>
                    </a:cubicBezTo>
                    <a:cubicBezTo>
                      <a:pt x="39" y="8"/>
                      <a:pt x="43" y="14"/>
                      <a:pt x="48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2" name="Freeform 923">
                <a:extLst>
                  <a:ext uri="{FF2B5EF4-FFF2-40B4-BE49-F238E27FC236}">
                    <a16:creationId xmlns:a16="http://schemas.microsoft.com/office/drawing/2014/main" id="{86DACCB4-011C-42AA-8D7A-8B7BA87C4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397"/>
                <a:ext cx="91" cy="32"/>
              </a:xfrm>
              <a:custGeom>
                <a:avLst/>
                <a:gdLst>
                  <a:gd name="T0" fmla="*/ 0 w 42"/>
                  <a:gd name="T1" fmla="*/ 0 h 14"/>
                  <a:gd name="T2" fmla="*/ 217 w 42"/>
                  <a:gd name="T3" fmla="*/ 85 h 14"/>
                  <a:gd name="T4" fmla="*/ 427 w 42"/>
                  <a:gd name="T5" fmla="*/ 1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8" y="1"/>
                      <a:pt x="14" y="3"/>
                      <a:pt x="21" y="7"/>
                    </a:cubicBezTo>
                    <a:cubicBezTo>
                      <a:pt x="27" y="11"/>
                      <a:pt x="34" y="14"/>
                      <a:pt x="42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3" name="Freeform 924">
                <a:extLst>
                  <a:ext uri="{FF2B5EF4-FFF2-40B4-BE49-F238E27FC236}">
                    <a16:creationId xmlns:a16="http://schemas.microsoft.com/office/drawing/2014/main" id="{9F161456-FC5B-4783-8586-7BDE7F18D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439"/>
                <a:ext cx="63" cy="13"/>
              </a:xfrm>
              <a:custGeom>
                <a:avLst/>
                <a:gdLst>
                  <a:gd name="T0" fmla="*/ 0 w 29"/>
                  <a:gd name="T1" fmla="*/ 33 h 6"/>
                  <a:gd name="T2" fmla="*/ 298 w 2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">
                    <a:moveTo>
                      <a:pt x="0" y="3"/>
                    </a:moveTo>
                    <a:cubicBezTo>
                      <a:pt x="8" y="6"/>
                      <a:pt x="20" y="0"/>
                      <a:pt x="2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4" name="Freeform 925">
                <a:extLst>
                  <a:ext uri="{FF2B5EF4-FFF2-40B4-BE49-F238E27FC236}">
                    <a16:creationId xmlns:a16="http://schemas.microsoft.com/office/drawing/2014/main" id="{5C167F1D-8848-4D18-8F19-B08511D70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047"/>
                <a:ext cx="104" cy="39"/>
              </a:xfrm>
              <a:custGeom>
                <a:avLst/>
                <a:gdLst>
                  <a:gd name="T0" fmla="*/ 0 w 48"/>
                  <a:gd name="T1" fmla="*/ 37 h 17"/>
                  <a:gd name="T2" fmla="*/ 347 w 48"/>
                  <a:gd name="T3" fmla="*/ 73 h 17"/>
                  <a:gd name="T4" fmla="*/ 487 w 48"/>
                  <a:gd name="T5" fmla="*/ 20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3"/>
                    </a:moveTo>
                    <a:cubicBezTo>
                      <a:pt x="12" y="3"/>
                      <a:pt x="22" y="0"/>
                      <a:pt x="34" y="6"/>
                    </a:cubicBezTo>
                    <a:cubicBezTo>
                      <a:pt x="39" y="9"/>
                      <a:pt x="43" y="14"/>
                      <a:pt x="48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5" name="Freeform 926">
                <a:extLst>
                  <a:ext uri="{FF2B5EF4-FFF2-40B4-BE49-F238E27FC236}">
                    <a16:creationId xmlns:a16="http://schemas.microsoft.com/office/drawing/2014/main" id="{DC744264-3FAA-4A6C-9ABE-103C29777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049"/>
                <a:ext cx="91" cy="32"/>
              </a:xfrm>
              <a:custGeom>
                <a:avLst/>
                <a:gdLst>
                  <a:gd name="T0" fmla="*/ 0 w 42"/>
                  <a:gd name="T1" fmla="*/ 0 h 14"/>
                  <a:gd name="T2" fmla="*/ 225 w 42"/>
                  <a:gd name="T3" fmla="*/ 85 h 14"/>
                  <a:gd name="T4" fmla="*/ 427 w 42"/>
                  <a:gd name="T5" fmla="*/ 16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9" y="2"/>
                      <a:pt x="15" y="3"/>
                      <a:pt x="22" y="7"/>
                    </a:cubicBezTo>
                    <a:cubicBezTo>
                      <a:pt x="28" y="11"/>
                      <a:pt x="35" y="14"/>
                      <a:pt x="42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6" name="Freeform 927">
                <a:extLst>
                  <a:ext uri="{FF2B5EF4-FFF2-40B4-BE49-F238E27FC236}">
                    <a16:creationId xmlns:a16="http://schemas.microsoft.com/office/drawing/2014/main" id="{990A22B9-3E4F-4DB2-B9C5-6C9C586E3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086"/>
                <a:ext cx="86" cy="7"/>
              </a:xfrm>
              <a:custGeom>
                <a:avLst/>
                <a:gdLst>
                  <a:gd name="T0" fmla="*/ 0 w 40"/>
                  <a:gd name="T1" fmla="*/ 0 h 3"/>
                  <a:gd name="T2" fmla="*/ 398 w 40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">
                    <a:moveTo>
                      <a:pt x="0" y="0"/>
                    </a:moveTo>
                    <a:cubicBezTo>
                      <a:pt x="8" y="3"/>
                      <a:pt x="32" y="3"/>
                      <a:pt x="4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7" name="Freeform 928">
                <a:extLst>
                  <a:ext uri="{FF2B5EF4-FFF2-40B4-BE49-F238E27FC236}">
                    <a16:creationId xmlns:a16="http://schemas.microsoft.com/office/drawing/2014/main" id="{70D67260-5DF3-4EA2-A839-D3A1BA11E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086"/>
                <a:ext cx="390" cy="134"/>
              </a:xfrm>
              <a:custGeom>
                <a:avLst/>
                <a:gdLst>
                  <a:gd name="T0" fmla="*/ 0 w 180"/>
                  <a:gd name="T1" fmla="*/ 0 h 58"/>
                  <a:gd name="T2" fmla="*/ 286 w 180"/>
                  <a:gd name="T3" fmla="*/ 224 h 58"/>
                  <a:gd name="T4" fmla="*/ 446 w 180"/>
                  <a:gd name="T5" fmla="*/ 347 h 58"/>
                  <a:gd name="T6" fmla="*/ 672 w 180"/>
                  <a:gd name="T7" fmla="*/ 492 h 58"/>
                  <a:gd name="T8" fmla="*/ 1038 w 180"/>
                  <a:gd name="T9" fmla="*/ 716 h 58"/>
                  <a:gd name="T10" fmla="*/ 1179 w 180"/>
                  <a:gd name="T11" fmla="*/ 640 h 58"/>
                  <a:gd name="T12" fmla="*/ 1315 w 180"/>
                  <a:gd name="T13" fmla="*/ 640 h 58"/>
                  <a:gd name="T14" fmla="*/ 1413 w 180"/>
                  <a:gd name="T15" fmla="*/ 668 h 58"/>
                  <a:gd name="T16" fmla="*/ 1525 w 180"/>
                  <a:gd name="T17" fmla="*/ 582 h 58"/>
                  <a:gd name="T18" fmla="*/ 1770 w 180"/>
                  <a:gd name="T19" fmla="*/ 492 h 58"/>
                  <a:gd name="T20" fmla="*/ 1831 w 180"/>
                  <a:gd name="T21" fmla="*/ 293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58">
                    <a:moveTo>
                      <a:pt x="0" y="0"/>
                    </a:moveTo>
                    <a:cubicBezTo>
                      <a:pt x="7" y="12"/>
                      <a:pt x="14" y="19"/>
                      <a:pt x="28" y="18"/>
                    </a:cubicBezTo>
                    <a:cubicBezTo>
                      <a:pt x="38" y="17"/>
                      <a:pt x="41" y="18"/>
                      <a:pt x="44" y="28"/>
                    </a:cubicBezTo>
                    <a:cubicBezTo>
                      <a:pt x="48" y="41"/>
                      <a:pt x="52" y="40"/>
                      <a:pt x="66" y="40"/>
                    </a:cubicBezTo>
                    <a:cubicBezTo>
                      <a:pt x="81" y="40"/>
                      <a:pt x="87" y="57"/>
                      <a:pt x="102" y="58"/>
                    </a:cubicBezTo>
                    <a:cubicBezTo>
                      <a:pt x="109" y="58"/>
                      <a:pt x="110" y="54"/>
                      <a:pt x="116" y="52"/>
                    </a:cubicBezTo>
                    <a:cubicBezTo>
                      <a:pt x="120" y="49"/>
                      <a:pt x="124" y="51"/>
                      <a:pt x="129" y="52"/>
                    </a:cubicBezTo>
                    <a:cubicBezTo>
                      <a:pt x="133" y="54"/>
                      <a:pt x="134" y="56"/>
                      <a:pt x="139" y="54"/>
                    </a:cubicBezTo>
                    <a:cubicBezTo>
                      <a:pt x="143" y="53"/>
                      <a:pt x="145" y="48"/>
                      <a:pt x="150" y="47"/>
                    </a:cubicBezTo>
                    <a:cubicBezTo>
                      <a:pt x="159" y="44"/>
                      <a:pt x="167" y="47"/>
                      <a:pt x="174" y="40"/>
                    </a:cubicBezTo>
                    <a:cubicBezTo>
                      <a:pt x="180" y="34"/>
                      <a:pt x="177" y="29"/>
                      <a:pt x="180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8" name="Freeform 929">
                <a:extLst>
                  <a:ext uri="{FF2B5EF4-FFF2-40B4-BE49-F238E27FC236}">
                    <a16:creationId xmlns:a16="http://schemas.microsoft.com/office/drawing/2014/main" id="{498804C8-DEFA-41B0-A52F-CFA51A21A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128"/>
                <a:ext cx="175" cy="127"/>
              </a:xfrm>
              <a:custGeom>
                <a:avLst/>
                <a:gdLst>
                  <a:gd name="T0" fmla="*/ 0 w 81"/>
                  <a:gd name="T1" fmla="*/ 0 h 55"/>
                  <a:gd name="T2" fmla="*/ 104 w 81"/>
                  <a:gd name="T3" fmla="*/ 74 h 55"/>
                  <a:gd name="T4" fmla="*/ 149 w 81"/>
                  <a:gd name="T5" fmla="*/ 224 h 55"/>
                  <a:gd name="T6" fmla="*/ 331 w 81"/>
                  <a:gd name="T7" fmla="*/ 236 h 55"/>
                  <a:gd name="T8" fmla="*/ 443 w 81"/>
                  <a:gd name="T9" fmla="*/ 309 h 55"/>
                  <a:gd name="T10" fmla="*/ 547 w 81"/>
                  <a:gd name="T11" fmla="*/ 432 h 55"/>
                  <a:gd name="T12" fmla="*/ 704 w 81"/>
                  <a:gd name="T13" fmla="*/ 480 h 55"/>
                  <a:gd name="T14" fmla="*/ 817 w 81"/>
                  <a:gd name="T15" fmla="*/ 677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5">
                    <a:moveTo>
                      <a:pt x="0" y="0"/>
                    </a:moveTo>
                    <a:cubicBezTo>
                      <a:pt x="4" y="1"/>
                      <a:pt x="8" y="3"/>
                      <a:pt x="10" y="6"/>
                    </a:cubicBezTo>
                    <a:cubicBezTo>
                      <a:pt x="13" y="9"/>
                      <a:pt x="12" y="14"/>
                      <a:pt x="15" y="18"/>
                    </a:cubicBezTo>
                    <a:cubicBezTo>
                      <a:pt x="20" y="23"/>
                      <a:pt x="27" y="19"/>
                      <a:pt x="33" y="19"/>
                    </a:cubicBezTo>
                    <a:cubicBezTo>
                      <a:pt x="40" y="18"/>
                      <a:pt x="41" y="19"/>
                      <a:pt x="44" y="25"/>
                    </a:cubicBezTo>
                    <a:cubicBezTo>
                      <a:pt x="47" y="30"/>
                      <a:pt x="49" y="33"/>
                      <a:pt x="54" y="35"/>
                    </a:cubicBezTo>
                    <a:cubicBezTo>
                      <a:pt x="59" y="38"/>
                      <a:pt x="65" y="36"/>
                      <a:pt x="70" y="39"/>
                    </a:cubicBezTo>
                    <a:cubicBezTo>
                      <a:pt x="76" y="42"/>
                      <a:pt x="78" y="52"/>
                      <a:pt x="81" y="5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9" name="Freeform 930">
                <a:extLst>
                  <a:ext uri="{FF2B5EF4-FFF2-40B4-BE49-F238E27FC236}">
                    <a16:creationId xmlns:a16="http://schemas.microsoft.com/office/drawing/2014/main" id="{6819A51F-9B32-4066-B74B-8F51DCB3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125"/>
                <a:ext cx="72" cy="54"/>
              </a:xfrm>
              <a:custGeom>
                <a:avLst/>
                <a:gdLst>
                  <a:gd name="T0" fmla="*/ 0 w 33"/>
                  <a:gd name="T1" fmla="*/ 0 h 23"/>
                  <a:gd name="T2" fmla="*/ 148 w 33"/>
                  <a:gd name="T3" fmla="*/ 249 h 23"/>
                  <a:gd name="T4" fmla="*/ 343 w 33"/>
                  <a:gd name="T5" fmla="*/ 2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5" y="5"/>
                      <a:pt x="8" y="15"/>
                      <a:pt x="14" y="19"/>
                    </a:cubicBezTo>
                    <a:cubicBezTo>
                      <a:pt x="21" y="23"/>
                      <a:pt x="26" y="16"/>
                      <a:pt x="33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0" name="Freeform 931">
                <a:extLst>
                  <a:ext uri="{FF2B5EF4-FFF2-40B4-BE49-F238E27FC236}">
                    <a16:creationId xmlns:a16="http://schemas.microsoft.com/office/drawing/2014/main" id="{9C912AF7-0C0B-4F7F-84A4-718BF448F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181"/>
                <a:ext cx="82" cy="34"/>
              </a:xfrm>
              <a:custGeom>
                <a:avLst/>
                <a:gdLst>
                  <a:gd name="T0" fmla="*/ 0 w 38"/>
                  <a:gd name="T1" fmla="*/ 0 h 15"/>
                  <a:gd name="T2" fmla="*/ 201 w 38"/>
                  <a:gd name="T3" fmla="*/ 150 h 15"/>
                  <a:gd name="T4" fmla="*/ 382 w 38"/>
                  <a:gd name="T5" fmla="*/ 13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5">
                    <a:moveTo>
                      <a:pt x="0" y="0"/>
                    </a:moveTo>
                    <a:cubicBezTo>
                      <a:pt x="7" y="5"/>
                      <a:pt x="11" y="11"/>
                      <a:pt x="20" y="13"/>
                    </a:cubicBezTo>
                    <a:cubicBezTo>
                      <a:pt x="26" y="15"/>
                      <a:pt x="31" y="12"/>
                      <a:pt x="38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1" name="Freeform 932">
                <a:extLst>
                  <a:ext uri="{FF2B5EF4-FFF2-40B4-BE49-F238E27FC236}">
                    <a16:creationId xmlns:a16="http://schemas.microsoft.com/office/drawing/2014/main" id="{045FBA66-033E-4653-BA0A-51BA0DACF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211"/>
                <a:ext cx="204" cy="60"/>
              </a:xfrm>
              <a:custGeom>
                <a:avLst/>
                <a:gdLst>
                  <a:gd name="T0" fmla="*/ 0 w 94"/>
                  <a:gd name="T1" fmla="*/ 0 h 26"/>
                  <a:gd name="T2" fmla="*/ 217 w 94"/>
                  <a:gd name="T3" fmla="*/ 235 h 26"/>
                  <a:gd name="T4" fmla="*/ 523 w 94"/>
                  <a:gd name="T5" fmla="*/ 187 h 26"/>
                  <a:gd name="T6" fmla="*/ 655 w 94"/>
                  <a:gd name="T7" fmla="*/ 282 h 26"/>
                  <a:gd name="T8" fmla="*/ 829 w 94"/>
                  <a:gd name="T9" fmla="*/ 256 h 26"/>
                  <a:gd name="T10" fmla="*/ 961 w 94"/>
                  <a:gd name="T11" fmla="*/ 3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26">
                    <a:moveTo>
                      <a:pt x="0" y="0"/>
                    </a:moveTo>
                    <a:cubicBezTo>
                      <a:pt x="3" y="8"/>
                      <a:pt x="12" y="17"/>
                      <a:pt x="21" y="19"/>
                    </a:cubicBezTo>
                    <a:cubicBezTo>
                      <a:pt x="32" y="21"/>
                      <a:pt x="42" y="16"/>
                      <a:pt x="51" y="15"/>
                    </a:cubicBezTo>
                    <a:cubicBezTo>
                      <a:pt x="59" y="14"/>
                      <a:pt x="59" y="19"/>
                      <a:pt x="64" y="23"/>
                    </a:cubicBezTo>
                    <a:cubicBezTo>
                      <a:pt x="70" y="26"/>
                      <a:pt x="75" y="25"/>
                      <a:pt x="81" y="21"/>
                    </a:cubicBezTo>
                    <a:cubicBezTo>
                      <a:pt x="90" y="16"/>
                      <a:pt x="89" y="10"/>
                      <a:pt x="94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2" name="Freeform 933">
                <a:extLst>
                  <a:ext uri="{FF2B5EF4-FFF2-40B4-BE49-F238E27FC236}">
                    <a16:creationId xmlns:a16="http://schemas.microsoft.com/office/drawing/2014/main" id="{EBC2EAAE-410B-448C-BFF5-067D04ADE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220"/>
                <a:ext cx="81" cy="30"/>
              </a:xfrm>
              <a:custGeom>
                <a:avLst/>
                <a:gdLst>
                  <a:gd name="T0" fmla="*/ 0 w 37"/>
                  <a:gd name="T1" fmla="*/ 159 h 13"/>
                  <a:gd name="T2" fmla="*/ 186 w 37"/>
                  <a:gd name="T3" fmla="*/ 28 h 13"/>
                  <a:gd name="T4" fmla="*/ 387 w 3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3">
                    <a:moveTo>
                      <a:pt x="0" y="13"/>
                    </a:moveTo>
                    <a:cubicBezTo>
                      <a:pt x="7" y="9"/>
                      <a:pt x="10" y="4"/>
                      <a:pt x="18" y="2"/>
                    </a:cubicBezTo>
                    <a:cubicBezTo>
                      <a:pt x="24" y="0"/>
                      <a:pt x="32" y="3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3" name="Freeform 934">
                <a:extLst>
                  <a:ext uri="{FF2B5EF4-FFF2-40B4-BE49-F238E27FC236}">
                    <a16:creationId xmlns:a16="http://schemas.microsoft.com/office/drawing/2014/main" id="{AD91960B-C6CA-4888-B6FA-7AFD7551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894"/>
                <a:ext cx="212" cy="280"/>
              </a:xfrm>
              <a:custGeom>
                <a:avLst/>
                <a:gdLst>
                  <a:gd name="T0" fmla="*/ 0 w 98"/>
                  <a:gd name="T1" fmla="*/ 1472 h 121"/>
                  <a:gd name="T2" fmla="*/ 270 w 98"/>
                  <a:gd name="T3" fmla="*/ 1398 h 121"/>
                  <a:gd name="T4" fmla="*/ 407 w 98"/>
                  <a:gd name="T5" fmla="*/ 1215 h 121"/>
                  <a:gd name="T6" fmla="*/ 454 w 98"/>
                  <a:gd name="T7" fmla="*/ 1064 h 121"/>
                  <a:gd name="T8" fmla="*/ 668 w 98"/>
                  <a:gd name="T9" fmla="*/ 916 h 121"/>
                  <a:gd name="T10" fmla="*/ 740 w 98"/>
                  <a:gd name="T11" fmla="*/ 669 h 121"/>
                  <a:gd name="T12" fmla="*/ 922 w 98"/>
                  <a:gd name="T13" fmla="*/ 199 h 121"/>
                  <a:gd name="T14" fmla="*/ 829 w 98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21">
                    <a:moveTo>
                      <a:pt x="0" y="119"/>
                    </a:moveTo>
                    <a:cubicBezTo>
                      <a:pt x="9" y="121"/>
                      <a:pt x="19" y="117"/>
                      <a:pt x="27" y="113"/>
                    </a:cubicBezTo>
                    <a:cubicBezTo>
                      <a:pt x="33" y="109"/>
                      <a:pt x="37" y="105"/>
                      <a:pt x="40" y="98"/>
                    </a:cubicBezTo>
                    <a:cubicBezTo>
                      <a:pt x="42" y="94"/>
                      <a:pt x="42" y="89"/>
                      <a:pt x="45" y="86"/>
                    </a:cubicBezTo>
                    <a:cubicBezTo>
                      <a:pt x="50" y="80"/>
                      <a:pt x="60" y="81"/>
                      <a:pt x="66" y="74"/>
                    </a:cubicBezTo>
                    <a:cubicBezTo>
                      <a:pt x="72" y="67"/>
                      <a:pt x="70" y="61"/>
                      <a:pt x="73" y="54"/>
                    </a:cubicBezTo>
                    <a:cubicBezTo>
                      <a:pt x="79" y="39"/>
                      <a:pt x="98" y="36"/>
                      <a:pt x="91" y="16"/>
                    </a:cubicBezTo>
                    <a:cubicBezTo>
                      <a:pt x="90" y="13"/>
                      <a:pt x="82" y="0"/>
                      <a:pt x="8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4" name="Freeform 935">
                <a:extLst>
                  <a:ext uri="{FF2B5EF4-FFF2-40B4-BE49-F238E27FC236}">
                    <a16:creationId xmlns:a16="http://schemas.microsoft.com/office/drawing/2014/main" id="{3EA1C733-EB21-4B11-8550-FF6F49647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901"/>
                <a:ext cx="37" cy="106"/>
              </a:xfrm>
              <a:custGeom>
                <a:avLst/>
                <a:gdLst>
                  <a:gd name="T0" fmla="*/ 96 w 17"/>
                  <a:gd name="T1" fmla="*/ 0 h 46"/>
                  <a:gd name="T2" fmla="*/ 52 w 17"/>
                  <a:gd name="T3" fmla="*/ 281 h 46"/>
                  <a:gd name="T4" fmla="*/ 33 w 17"/>
                  <a:gd name="T5" fmla="*/ 562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9" y="0"/>
                    </a:moveTo>
                    <a:cubicBezTo>
                      <a:pt x="17" y="3"/>
                      <a:pt x="7" y="19"/>
                      <a:pt x="5" y="23"/>
                    </a:cubicBezTo>
                    <a:cubicBezTo>
                      <a:pt x="0" y="32"/>
                      <a:pt x="2" y="36"/>
                      <a:pt x="3" y="4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5" name="Freeform 936">
                <a:extLst>
                  <a:ext uri="{FF2B5EF4-FFF2-40B4-BE49-F238E27FC236}">
                    <a16:creationId xmlns:a16="http://schemas.microsoft.com/office/drawing/2014/main" id="{796A57E9-E102-4C21-8E2A-B0A1DCDE1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973"/>
                <a:ext cx="41" cy="74"/>
              </a:xfrm>
              <a:custGeom>
                <a:avLst/>
                <a:gdLst>
                  <a:gd name="T0" fmla="*/ 190 w 19"/>
                  <a:gd name="T1" fmla="*/ 0 h 32"/>
                  <a:gd name="T2" fmla="*/ 0 w 19"/>
                  <a:gd name="T3" fmla="*/ 395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2">
                    <a:moveTo>
                      <a:pt x="19" y="0"/>
                    </a:moveTo>
                    <a:cubicBezTo>
                      <a:pt x="19" y="16"/>
                      <a:pt x="12" y="23"/>
                      <a:pt x="0" y="3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6" name="Freeform 937">
                <a:extLst>
                  <a:ext uri="{FF2B5EF4-FFF2-40B4-BE49-F238E27FC236}">
                    <a16:creationId xmlns:a16="http://schemas.microsoft.com/office/drawing/2014/main" id="{296E3409-54C9-4770-9E1E-CFE0E04BB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1987"/>
                <a:ext cx="61" cy="115"/>
              </a:xfrm>
              <a:custGeom>
                <a:avLst/>
                <a:gdLst>
                  <a:gd name="T0" fmla="*/ 290 w 28"/>
                  <a:gd name="T1" fmla="*/ 37 h 50"/>
                  <a:gd name="T2" fmla="*/ 33 w 28"/>
                  <a:gd name="T3" fmla="*/ 281 h 50"/>
                  <a:gd name="T4" fmla="*/ 0 w 28"/>
                  <a:gd name="T5" fmla="*/ 61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0">
                    <a:moveTo>
                      <a:pt x="28" y="3"/>
                    </a:moveTo>
                    <a:cubicBezTo>
                      <a:pt x="19" y="0"/>
                      <a:pt x="6" y="15"/>
                      <a:pt x="3" y="23"/>
                    </a:cubicBezTo>
                    <a:cubicBezTo>
                      <a:pt x="0" y="31"/>
                      <a:pt x="0" y="41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7" name="Freeform 938">
                <a:extLst>
                  <a:ext uri="{FF2B5EF4-FFF2-40B4-BE49-F238E27FC236}">
                    <a16:creationId xmlns:a16="http://schemas.microsoft.com/office/drawing/2014/main" id="{8DAE8D29-FF96-432E-921F-3795B7F41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077"/>
                <a:ext cx="67" cy="76"/>
              </a:xfrm>
              <a:custGeom>
                <a:avLst/>
                <a:gdLst>
                  <a:gd name="T0" fmla="*/ 0 w 31"/>
                  <a:gd name="T1" fmla="*/ 392 h 33"/>
                  <a:gd name="T2" fmla="*/ 313 w 3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3">
                    <a:moveTo>
                      <a:pt x="0" y="32"/>
                    </a:moveTo>
                    <a:cubicBezTo>
                      <a:pt x="21" y="33"/>
                      <a:pt x="26" y="16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8" name="Freeform 939">
                <a:extLst>
                  <a:ext uri="{FF2B5EF4-FFF2-40B4-BE49-F238E27FC236}">
                    <a16:creationId xmlns:a16="http://schemas.microsoft.com/office/drawing/2014/main" id="{4FFF83B3-C324-4BCA-9C80-542EFCC7C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121"/>
                <a:ext cx="60" cy="71"/>
              </a:xfrm>
              <a:custGeom>
                <a:avLst/>
                <a:gdLst>
                  <a:gd name="T0" fmla="*/ 276 w 28"/>
                  <a:gd name="T1" fmla="*/ 25 h 31"/>
                  <a:gd name="T2" fmla="*/ 0 w 28"/>
                  <a:gd name="T3" fmla="*/ 37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2"/>
                    </a:moveTo>
                    <a:cubicBezTo>
                      <a:pt x="14" y="0"/>
                      <a:pt x="3" y="20"/>
                      <a:pt x="0" y="3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9" name="Freeform 940">
                <a:extLst>
                  <a:ext uri="{FF2B5EF4-FFF2-40B4-BE49-F238E27FC236}">
                    <a16:creationId xmlns:a16="http://schemas.microsoft.com/office/drawing/2014/main" id="{DB0DC124-9F5F-4DF7-B5DA-CF1E91385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185"/>
                <a:ext cx="73" cy="72"/>
              </a:xfrm>
              <a:custGeom>
                <a:avLst/>
                <a:gdLst>
                  <a:gd name="T0" fmla="*/ 0 w 34"/>
                  <a:gd name="T1" fmla="*/ 211 h 31"/>
                  <a:gd name="T2" fmla="*/ 337 w 34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1">
                    <a:moveTo>
                      <a:pt x="0" y="17"/>
                    </a:moveTo>
                    <a:cubicBezTo>
                      <a:pt x="15" y="31"/>
                      <a:pt x="30" y="16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0" name="Freeform 941">
                <a:extLst>
                  <a:ext uri="{FF2B5EF4-FFF2-40B4-BE49-F238E27FC236}">
                    <a16:creationId xmlns:a16="http://schemas.microsoft.com/office/drawing/2014/main" id="{5F7C1949-90EB-4E71-8F8B-21AE794AC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218"/>
                <a:ext cx="93" cy="48"/>
              </a:xfrm>
              <a:custGeom>
                <a:avLst/>
                <a:gdLst>
                  <a:gd name="T0" fmla="*/ 0 w 43"/>
                  <a:gd name="T1" fmla="*/ 251 h 21"/>
                  <a:gd name="T2" fmla="*/ 41 w 43"/>
                  <a:gd name="T3" fmla="*/ 158 h 21"/>
                  <a:gd name="T4" fmla="*/ 182 w 43"/>
                  <a:gd name="T5" fmla="*/ 37 h 21"/>
                  <a:gd name="T6" fmla="*/ 435 w 43"/>
                  <a:gd name="T7" fmla="*/ 8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1">
                    <a:moveTo>
                      <a:pt x="0" y="21"/>
                    </a:moveTo>
                    <a:cubicBezTo>
                      <a:pt x="3" y="19"/>
                      <a:pt x="2" y="16"/>
                      <a:pt x="4" y="13"/>
                    </a:cubicBezTo>
                    <a:cubicBezTo>
                      <a:pt x="8" y="8"/>
                      <a:pt x="12" y="5"/>
                      <a:pt x="18" y="3"/>
                    </a:cubicBezTo>
                    <a:cubicBezTo>
                      <a:pt x="29" y="0"/>
                      <a:pt x="34" y="3"/>
                      <a:pt x="43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1" name="Freeform 942">
                <a:extLst>
                  <a:ext uri="{FF2B5EF4-FFF2-40B4-BE49-F238E27FC236}">
                    <a16:creationId xmlns:a16="http://schemas.microsoft.com/office/drawing/2014/main" id="{3ED8D9F2-BAC2-4EF7-AB16-2FAD4EB4D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121"/>
                <a:ext cx="91" cy="44"/>
              </a:xfrm>
              <a:custGeom>
                <a:avLst/>
                <a:gdLst>
                  <a:gd name="T0" fmla="*/ 0 w 42"/>
                  <a:gd name="T1" fmla="*/ 236 h 19"/>
                  <a:gd name="T2" fmla="*/ 217 w 42"/>
                  <a:gd name="T3" fmla="*/ 74 h 19"/>
                  <a:gd name="T4" fmla="*/ 427 w 4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9">
                    <a:moveTo>
                      <a:pt x="0" y="19"/>
                    </a:moveTo>
                    <a:cubicBezTo>
                      <a:pt x="8" y="18"/>
                      <a:pt x="15" y="10"/>
                      <a:pt x="21" y="6"/>
                    </a:cubicBezTo>
                    <a:cubicBezTo>
                      <a:pt x="27" y="2"/>
                      <a:pt x="35" y="0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2" name="Freeform 943">
                <a:extLst>
                  <a:ext uri="{FF2B5EF4-FFF2-40B4-BE49-F238E27FC236}">
                    <a16:creationId xmlns:a16="http://schemas.microsoft.com/office/drawing/2014/main" id="{47C045F6-EECA-46A6-A701-D2FABBF47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153"/>
                <a:ext cx="46" cy="81"/>
              </a:xfrm>
              <a:custGeom>
                <a:avLst/>
                <a:gdLst>
                  <a:gd name="T0" fmla="*/ 221 w 21"/>
                  <a:gd name="T1" fmla="*/ 0 h 35"/>
                  <a:gd name="T2" fmla="*/ 85 w 21"/>
                  <a:gd name="T3" fmla="*/ 224 h 35"/>
                  <a:gd name="T4" fmla="*/ 0 w 21"/>
                  <a:gd name="T5" fmla="*/ 43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7" y="7"/>
                      <a:pt x="10" y="9"/>
                      <a:pt x="8" y="18"/>
                    </a:cubicBezTo>
                    <a:cubicBezTo>
                      <a:pt x="6" y="24"/>
                      <a:pt x="7" y="32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3" name="Freeform 944">
                <a:extLst>
                  <a:ext uri="{FF2B5EF4-FFF2-40B4-BE49-F238E27FC236}">
                    <a16:creationId xmlns:a16="http://schemas.microsoft.com/office/drawing/2014/main" id="{79D9F5B3-BAFF-46D2-8DF2-51551BA90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69"/>
                <a:ext cx="82" cy="35"/>
              </a:xfrm>
              <a:custGeom>
                <a:avLst/>
                <a:gdLst>
                  <a:gd name="T0" fmla="*/ 0 w 38"/>
                  <a:gd name="T1" fmla="*/ 65 h 15"/>
                  <a:gd name="T2" fmla="*/ 190 w 38"/>
                  <a:gd name="T3" fmla="*/ 191 h 15"/>
                  <a:gd name="T4" fmla="*/ 382 w 3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5">
                    <a:moveTo>
                      <a:pt x="0" y="5"/>
                    </a:moveTo>
                    <a:cubicBezTo>
                      <a:pt x="4" y="9"/>
                      <a:pt x="14" y="15"/>
                      <a:pt x="19" y="15"/>
                    </a:cubicBezTo>
                    <a:cubicBezTo>
                      <a:pt x="27" y="14"/>
                      <a:pt x="34" y="6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4" name="Freeform 945">
                <a:extLst>
                  <a:ext uri="{FF2B5EF4-FFF2-40B4-BE49-F238E27FC236}">
                    <a16:creationId xmlns:a16="http://schemas.microsoft.com/office/drawing/2014/main" id="{63D9B8BD-EB87-4981-A053-9D358429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603"/>
                <a:ext cx="83" cy="312"/>
              </a:xfrm>
              <a:custGeom>
                <a:avLst/>
                <a:gdLst>
                  <a:gd name="T0" fmla="*/ 0 w 38"/>
                  <a:gd name="T1" fmla="*/ 0 h 135"/>
                  <a:gd name="T2" fmla="*/ 238 w 38"/>
                  <a:gd name="T3" fmla="*/ 97 h 135"/>
                  <a:gd name="T4" fmla="*/ 262 w 38"/>
                  <a:gd name="T5" fmla="*/ 407 h 135"/>
                  <a:gd name="T6" fmla="*/ 334 w 38"/>
                  <a:gd name="T7" fmla="*/ 716 h 135"/>
                  <a:gd name="T8" fmla="*/ 291 w 38"/>
                  <a:gd name="T9" fmla="*/ 978 h 135"/>
                  <a:gd name="T10" fmla="*/ 395 w 38"/>
                  <a:gd name="T11" fmla="*/ 1186 h 135"/>
                  <a:gd name="T12" fmla="*/ 315 w 38"/>
                  <a:gd name="T13" fmla="*/ 1384 h 135"/>
                  <a:gd name="T14" fmla="*/ 201 w 38"/>
                  <a:gd name="T15" fmla="*/ 1666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35">
                    <a:moveTo>
                      <a:pt x="0" y="0"/>
                    </a:moveTo>
                    <a:cubicBezTo>
                      <a:pt x="6" y="4"/>
                      <a:pt x="18" y="1"/>
                      <a:pt x="23" y="8"/>
                    </a:cubicBezTo>
                    <a:cubicBezTo>
                      <a:pt x="27" y="14"/>
                      <a:pt x="22" y="26"/>
                      <a:pt x="25" y="33"/>
                    </a:cubicBezTo>
                    <a:cubicBezTo>
                      <a:pt x="28" y="43"/>
                      <a:pt x="38" y="48"/>
                      <a:pt x="32" y="58"/>
                    </a:cubicBezTo>
                    <a:cubicBezTo>
                      <a:pt x="29" y="65"/>
                      <a:pt x="24" y="70"/>
                      <a:pt x="28" y="79"/>
                    </a:cubicBezTo>
                    <a:cubicBezTo>
                      <a:pt x="30" y="86"/>
                      <a:pt x="38" y="89"/>
                      <a:pt x="38" y="96"/>
                    </a:cubicBezTo>
                    <a:cubicBezTo>
                      <a:pt x="38" y="102"/>
                      <a:pt x="33" y="107"/>
                      <a:pt x="30" y="112"/>
                    </a:cubicBezTo>
                    <a:cubicBezTo>
                      <a:pt x="26" y="118"/>
                      <a:pt x="24" y="129"/>
                      <a:pt x="19" y="1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5" name="Freeform 946">
                <a:extLst>
                  <a:ext uri="{FF2B5EF4-FFF2-40B4-BE49-F238E27FC236}">
                    <a16:creationId xmlns:a16="http://schemas.microsoft.com/office/drawing/2014/main" id="{FA79BC89-E37E-442D-BF4E-F60DEF5BB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785"/>
                <a:ext cx="17" cy="91"/>
              </a:xfrm>
              <a:custGeom>
                <a:avLst/>
                <a:gdLst>
                  <a:gd name="T0" fmla="*/ 68 w 8"/>
                  <a:gd name="T1" fmla="*/ 0 h 39"/>
                  <a:gd name="T2" fmla="*/ 19 w 8"/>
                  <a:gd name="T3" fmla="*/ 294 h 39"/>
                  <a:gd name="T4" fmla="*/ 60 w 8"/>
                  <a:gd name="T5" fmla="*/ 495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9">
                    <a:moveTo>
                      <a:pt x="7" y="0"/>
                    </a:moveTo>
                    <a:cubicBezTo>
                      <a:pt x="8" y="9"/>
                      <a:pt x="0" y="15"/>
                      <a:pt x="2" y="23"/>
                    </a:cubicBezTo>
                    <a:cubicBezTo>
                      <a:pt x="3" y="30"/>
                      <a:pt x="8" y="32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6" name="Freeform 947">
                <a:extLst>
                  <a:ext uri="{FF2B5EF4-FFF2-40B4-BE49-F238E27FC236}">
                    <a16:creationId xmlns:a16="http://schemas.microsoft.com/office/drawing/2014/main" id="{37487A1B-ACB5-431D-8FEF-549252F9A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1839"/>
                <a:ext cx="41" cy="87"/>
              </a:xfrm>
              <a:custGeom>
                <a:avLst/>
                <a:gdLst>
                  <a:gd name="T0" fmla="*/ 140 w 19"/>
                  <a:gd name="T1" fmla="*/ 0 h 38"/>
                  <a:gd name="T2" fmla="*/ 190 w 19"/>
                  <a:gd name="T3" fmla="*/ 110 h 38"/>
                  <a:gd name="T4" fmla="*/ 121 w 19"/>
                  <a:gd name="T5" fmla="*/ 261 h 38"/>
                  <a:gd name="T6" fmla="*/ 0 w 19"/>
                  <a:gd name="T7" fmla="*/ 45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8">
                    <a:moveTo>
                      <a:pt x="14" y="0"/>
                    </a:moveTo>
                    <a:cubicBezTo>
                      <a:pt x="15" y="3"/>
                      <a:pt x="18" y="5"/>
                      <a:pt x="19" y="9"/>
                    </a:cubicBezTo>
                    <a:cubicBezTo>
                      <a:pt x="19" y="13"/>
                      <a:pt x="14" y="18"/>
                      <a:pt x="12" y="22"/>
                    </a:cubicBezTo>
                    <a:cubicBezTo>
                      <a:pt x="8" y="27"/>
                      <a:pt x="3" y="33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7" name="Freeform 948">
                <a:extLst>
                  <a:ext uri="{FF2B5EF4-FFF2-40B4-BE49-F238E27FC236}">
                    <a16:creationId xmlns:a16="http://schemas.microsoft.com/office/drawing/2014/main" id="{5456DFAB-56A5-4C16-95B7-CEB29D87B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1827"/>
                <a:ext cx="83" cy="164"/>
              </a:xfrm>
              <a:custGeom>
                <a:avLst/>
                <a:gdLst>
                  <a:gd name="T0" fmla="*/ 201 w 38"/>
                  <a:gd name="T1" fmla="*/ 875 h 71"/>
                  <a:gd name="T2" fmla="*/ 378 w 38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71">
                    <a:moveTo>
                      <a:pt x="19" y="71"/>
                    </a:moveTo>
                    <a:cubicBezTo>
                      <a:pt x="0" y="46"/>
                      <a:pt x="38" y="24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8" name="Freeform 949">
                <a:extLst>
                  <a:ext uri="{FF2B5EF4-FFF2-40B4-BE49-F238E27FC236}">
                    <a16:creationId xmlns:a16="http://schemas.microsoft.com/office/drawing/2014/main" id="{82049526-AA1E-4E43-B89D-882697A4A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1725"/>
                <a:ext cx="18" cy="86"/>
              </a:xfrm>
              <a:custGeom>
                <a:avLst/>
                <a:gdLst>
                  <a:gd name="T0" fmla="*/ 11 w 8"/>
                  <a:gd name="T1" fmla="*/ 28 h 37"/>
                  <a:gd name="T2" fmla="*/ 0 w 8"/>
                  <a:gd name="T3" fmla="*/ 0 h 37"/>
                  <a:gd name="T4" fmla="*/ 92 w 8"/>
                  <a:gd name="T5" fmla="*/ 188 h 37"/>
                  <a:gd name="T6" fmla="*/ 36 w 8"/>
                  <a:gd name="T7" fmla="*/ 46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7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3" y="6"/>
                      <a:pt x="7" y="8"/>
                      <a:pt x="8" y="15"/>
                    </a:cubicBezTo>
                    <a:cubicBezTo>
                      <a:pt x="8" y="23"/>
                      <a:pt x="3" y="30"/>
                      <a:pt x="3" y="3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9" name="Freeform 950">
                <a:extLst>
                  <a:ext uri="{FF2B5EF4-FFF2-40B4-BE49-F238E27FC236}">
                    <a16:creationId xmlns:a16="http://schemas.microsoft.com/office/drawing/2014/main" id="{7EB44E71-7CD5-4D69-9C29-7069C6A86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607"/>
                <a:ext cx="47" cy="67"/>
              </a:xfrm>
              <a:custGeom>
                <a:avLst/>
                <a:gdLst>
                  <a:gd name="T0" fmla="*/ 0 w 22"/>
                  <a:gd name="T1" fmla="*/ 0 h 29"/>
                  <a:gd name="T2" fmla="*/ 214 w 22"/>
                  <a:gd name="T3" fmla="*/ 31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8" y="5"/>
                      <a:pt x="12" y="29"/>
                      <a:pt x="22" y="2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0" name="Freeform 951">
                <a:extLst>
                  <a:ext uri="{FF2B5EF4-FFF2-40B4-BE49-F238E27FC236}">
                    <a16:creationId xmlns:a16="http://schemas.microsoft.com/office/drawing/2014/main" id="{37DEE3E9-7A83-49F5-964F-B3CD59B0D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619"/>
                <a:ext cx="31" cy="95"/>
              </a:xfrm>
              <a:custGeom>
                <a:avLst/>
                <a:gdLst>
                  <a:gd name="T0" fmla="*/ 0 w 14"/>
                  <a:gd name="T1" fmla="*/ 0 h 41"/>
                  <a:gd name="T2" fmla="*/ 153 w 14"/>
                  <a:gd name="T3" fmla="*/ 248 h 41"/>
                  <a:gd name="T4" fmla="*/ 109 w 14"/>
                  <a:gd name="T5" fmla="*/ 51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1">
                    <a:moveTo>
                      <a:pt x="0" y="0"/>
                    </a:moveTo>
                    <a:cubicBezTo>
                      <a:pt x="1" y="9"/>
                      <a:pt x="14" y="9"/>
                      <a:pt x="14" y="20"/>
                    </a:cubicBezTo>
                    <a:cubicBezTo>
                      <a:pt x="14" y="26"/>
                      <a:pt x="12" y="37"/>
                      <a:pt x="10" y="4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1" name="Freeform 952">
                <a:extLst>
                  <a:ext uri="{FF2B5EF4-FFF2-40B4-BE49-F238E27FC236}">
                    <a16:creationId xmlns:a16="http://schemas.microsoft.com/office/drawing/2014/main" id="{C2860DBD-037D-4EF1-8E03-E9E36DCB6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607"/>
                <a:ext cx="13" cy="54"/>
              </a:xfrm>
              <a:custGeom>
                <a:avLst/>
                <a:gdLst>
                  <a:gd name="T0" fmla="*/ 0 w 6"/>
                  <a:gd name="T1" fmla="*/ 298 h 23"/>
                  <a:gd name="T2" fmla="*/ 43 w 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1" y="16"/>
                      <a:pt x="6" y="8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2" name="Freeform 953">
                <a:extLst>
                  <a:ext uri="{FF2B5EF4-FFF2-40B4-BE49-F238E27FC236}">
                    <a16:creationId xmlns:a16="http://schemas.microsoft.com/office/drawing/2014/main" id="{C88FFD19-C0B8-45E7-A379-07CE49A4F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661"/>
                <a:ext cx="26" cy="90"/>
              </a:xfrm>
              <a:custGeom>
                <a:avLst/>
                <a:gdLst>
                  <a:gd name="T0" fmla="*/ 0 w 12"/>
                  <a:gd name="T1" fmla="*/ 0 h 39"/>
                  <a:gd name="T2" fmla="*/ 33 w 12"/>
                  <a:gd name="T3" fmla="*/ 48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9">
                    <a:moveTo>
                      <a:pt x="0" y="0"/>
                    </a:moveTo>
                    <a:cubicBezTo>
                      <a:pt x="12" y="8"/>
                      <a:pt x="10" y="28"/>
                      <a:pt x="3" y="3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3" name="Freeform 954">
                <a:extLst>
                  <a:ext uri="{FF2B5EF4-FFF2-40B4-BE49-F238E27FC236}">
                    <a16:creationId xmlns:a16="http://schemas.microsoft.com/office/drawing/2014/main" id="{35F85171-9B10-4AED-89A5-965B9C7C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295"/>
                <a:ext cx="312" cy="132"/>
              </a:xfrm>
              <a:custGeom>
                <a:avLst/>
                <a:gdLst>
                  <a:gd name="T0" fmla="*/ 0 w 144"/>
                  <a:gd name="T1" fmla="*/ 709 h 57"/>
                  <a:gd name="T2" fmla="*/ 165 w 144"/>
                  <a:gd name="T3" fmla="*/ 537 h 57"/>
                  <a:gd name="T4" fmla="*/ 306 w 144"/>
                  <a:gd name="T5" fmla="*/ 273 h 57"/>
                  <a:gd name="T6" fmla="*/ 540 w 144"/>
                  <a:gd name="T7" fmla="*/ 208 h 57"/>
                  <a:gd name="T8" fmla="*/ 691 w 144"/>
                  <a:gd name="T9" fmla="*/ 113 h 57"/>
                  <a:gd name="T10" fmla="*/ 914 w 144"/>
                  <a:gd name="T11" fmla="*/ 171 h 57"/>
                  <a:gd name="T12" fmla="*/ 1107 w 144"/>
                  <a:gd name="T13" fmla="*/ 49 h 57"/>
                  <a:gd name="T14" fmla="*/ 1465 w 144"/>
                  <a:gd name="T15" fmla="*/ 2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4" h="57">
                    <a:moveTo>
                      <a:pt x="0" y="57"/>
                    </a:moveTo>
                    <a:cubicBezTo>
                      <a:pt x="6" y="53"/>
                      <a:pt x="14" y="51"/>
                      <a:pt x="16" y="43"/>
                    </a:cubicBezTo>
                    <a:cubicBezTo>
                      <a:pt x="19" y="33"/>
                      <a:pt x="20" y="27"/>
                      <a:pt x="30" y="22"/>
                    </a:cubicBezTo>
                    <a:cubicBezTo>
                      <a:pt x="38" y="19"/>
                      <a:pt x="46" y="20"/>
                      <a:pt x="53" y="17"/>
                    </a:cubicBezTo>
                    <a:cubicBezTo>
                      <a:pt x="59" y="14"/>
                      <a:pt x="61" y="8"/>
                      <a:pt x="68" y="9"/>
                    </a:cubicBezTo>
                    <a:cubicBezTo>
                      <a:pt x="76" y="9"/>
                      <a:pt x="81" y="15"/>
                      <a:pt x="90" y="14"/>
                    </a:cubicBezTo>
                    <a:cubicBezTo>
                      <a:pt x="99" y="13"/>
                      <a:pt x="101" y="7"/>
                      <a:pt x="109" y="4"/>
                    </a:cubicBezTo>
                    <a:cubicBezTo>
                      <a:pt x="122" y="0"/>
                      <a:pt x="133" y="18"/>
                      <a:pt x="144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4" name="Freeform 955">
                <a:extLst>
                  <a:ext uri="{FF2B5EF4-FFF2-40B4-BE49-F238E27FC236}">
                    <a16:creationId xmlns:a16="http://schemas.microsoft.com/office/drawing/2014/main" id="{E6C91F27-38D9-40A3-9A2D-B0A1F0F6A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399"/>
                <a:ext cx="39" cy="79"/>
              </a:xfrm>
              <a:custGeom>
                <a:avLst/>
                <a:gdLst>
                  <a:gd name="T0" fmla="*/ 0 w 18"/>
                  <a:gd name="T1" fmla="*/ 428 h 34"/>
                  <a:gd name="T2" fmla="*/ 132 w 18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4">
                    <a:moveTo>
                      <a:pt x="0" y="34"/>
                    </a:moveTo>
                    <a:cubicBezTo>
                      <a:pt x="18" y="29"/>
                      <a:pt x="11" y="13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5" name="Freeform 956">
                <a:extLst>
                  <a:ext uri="{FF2B5EF4-FFF2-40B4-BE49-F238E27FC236}">
                    <a16:creationId xmlns:a16="http://schemas.microsoft.com/office/drawing/2014/main" id="{A8FE864F-D25A-4765-821B-FDAFEB059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1330"/>
                <a:ext cx="145" cy="104"/>
              </a:xfrm>
              <a:custGeom>
                <a:avLst/>
                <a:gdLst>
                  <a:gd name="T0" fmla="*/ 0 w 67"/>
                  <a:gd name="T1" fmla="*/ 518 h 45"/>
                  <a:gd name="T2" fmla="*/ 182 w 67"/>
                  <a:gd name="T3" fmla="*/ 432 h 45"/>
                  <a:gd name="T4" fmla="*/ 426 w 67"/>
                  <a:gd name="T5" fmla="*/ 261 h 45"/>
                  <a:gd name="T6" fmla="*/ 608 w 67"/>
                  <a:gd name="T7" fmla="*/ 171 h 45"/>
                  <a:gd name="T8" fmla="*/ 680 w 6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5">
                    <a:moveTo>
                      <a:pt x="0" y="42"/>
                    </a:moveTo>
                    <a:cubicBezTo>
                      <a:pt x="8" y="45"/>
                      <a:pt x="13" y="40"/>
                      <a:pt x="18" y="35"/>
                    </a:cubicBezTo>
                    <a:cubicBezTo>
                      <a:pt x="26" y="27"/>
                      <a:pt x="31" y="21"/>
                      <a:pt x="42" y="21"/>
                    </a:cubicBezTo>
                    <a:cubicBezTo>
                      <a:pt x="51" y="22"/>
                      <a:pt x="56" y="22"/>
                      <a:pt x="60" y="14"/>
                    </a:cubicBezTo>
                    <a:cubicBezTo>
                      <a:pt x="63" y="9"/>
                      <a:pt x="64" y="4"/>
                      <a:pt x="6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6" name="Freeform 957">
                <a:extLst>
                  <a:ext uri="{FF2B5EF4-FFF2-40B4-BE49-F238E27FC236}">
                    <a16:creationId xmlns:a16="http://schemas.microsoft.com/office/drawing/2014/main" id="{3D59E941-3439-4582-9B90-2256C346D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339"/>
                <a:ext cx="76" cy="60"/>
              </a:xfrm>
              <a:custGeom>
                <a:avLst/>
                <a:gdLst>
                  <a:gd name="T0" fmla="*/ 0 w 35"/>
                  <a:gd name="T1" fmla="*/ 309 h 26"/>
                  <a:gd name="T2" fmla="*/ 358 w 35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6">
                    <a:moveTo>
                      <a:pt x="0" y="25"/>
                    </a:moveTo>
                    <a:cubicBezTo>
                      <a:pt x="14" y="26"/>
                      <a:pt x="30" y="13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7" name="Freeform 958">
                <a:extLst>
                  <a:ext uri="{FF2B5EF4-FFF2-40B4-BE49-F238E27FC236}">
                    <a16:creationId xmlns:a16="http://schemas.microsoft.com/office/drawing/2014/main" id="{37280F32-0661-41E4-93B5-0D2F63FB6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328"/>
                <a:ext cx="63" cy="51"/>
              </a:xfrm>
              <a:custGeom>
                <a:avLst/>
                <a:gdLst>
                  <a:gd name="T0" fmla="*/ 0 w 29"/>
                  <a:gd name="T1" fmla="*/ 274 h 22"/>
                  <a:gd name="T2" fmla="*/ 113 w 29"/>
                  <a:gd name="T3" fmla="*/ 86 h 22"/>
                  <a:gd name="T4" fmla="*/ 298 w 29"/>
                  <a:gd name="T5" fmla="*/ 1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0" y="22"/>
                    </a:moveTo>
                    <a:cubicBezTo>
                      <a:pt x="7" y="19"/>
                      <a:pt x="6" y="12"/>
                      <a:pt x="11" y="7"/>
                    </a:cubicBezTo>
                    <a:cubicBezTo>
                      <a:pt x="15" y="4"/>
                      <a:pt x="24" y="0"/>
                      <a:pt x="29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8" name="Freeform 959">
                <a:extLst>
                  <a:ext uri="{FF2B5EF4-FFF2-40B4-BE49-F238E27FC236}">
                    <a16:creationId xmlns:a16="http://schemas.microsoft.com/office/drawing/2014/main" id="{B3259890-57A2-4840-AF6C-B3595CB96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374"/>
                <a:ext cx="60" cy="21"/>
              </a:xfrm>
              <a:custGeom>
                <a:avLst/>
                <a:gdLst>
                  <a:gd name="T0" fmla="*/ 0 w 28"/>
                  <a:gd name="T1" fmla="*/ 0 h 9"/>
                  <a:gd name="T2" fmla="*/ 165 w 28"/>
                  <a:gd name="T3" fmla="*/ 28 h 9"/>
                  <a:gd name="T4" fmla="*/ 276 w 28"/>
                  <a:gd name="T5" fmla="*/ 11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cubicBezTo>
                      <a:pt x="3" y="4"/>
                      <a:pt x="12" y="1"/>
                      <a:pt x="17" y="2"/>
                    </a:cubicBezTo>
                    <a:cubicBezTo>
                      <a:pt x="21" y="3"/>
                      <a:pt x="24" y="7"/>
                      <a:pt x="28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9" name="Freeform 960">
                <a:extLst>
                  <a:ext uri="{FF2B5EF4-FFF2-40B4-BE49-F238E27FC236}">
                    <a16:creationId xmlns:a16="http://schemas.microsoft.com/office/drawing/2014/main" id="{DA031B9F-D844-490A-A902-374EE160F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367"/>
                <a:ext cx="314" cy="238"/>
              </a:xfrm>
              <a:custGeom>
                <a:avLst/>
                <a:gdLst>
                  <a:gd name="T0" fmla="*/ 0 w 145"/>
                  <a:gd name="T1" fmla="*/ 134 h 103"/>
                  <a:gd name="T2" fmla="*/ 394 w 145"/>
                  <a:gd name="T3" fmla="*/ 12 h 103"/>
                  <a:gd name="T4" fmla="*/ 539 w 145"/>
                  <a:gd name="T5" fmla="*/ 97 h 103"/>
                  <a:gd name="T6" fmla="*/ 712 w 145"/>
                  <a:gd name="T7" fmla="*/ 113 h 103"/>
                  <a:gd name="T8" fmla="*/ 957 w 145"/>
                  <a:gd name="T9" fmla="*/ 245 h 103"/>
                  <a:gd name="T10" fmla="*/ 1026 w 145"/>
                  <a:gd name="T11" fmla="*/ 395 h 103"/>
                  <a:gd name="T12" fmla="*/ 1126 w 145"/>
                  <a:gd name="T13" fmla="*/ 453 h 103"/>
                  <a:gd name="T14" fmla="*/ 1187 w 145"/>
                  <a:gd name="T15" fmla="*/ 668 h 103"/>
                  <a:gd name="T16" fmla="*/ 1360 w 145"/>
                  <a:gd name="T17" fmla="*/ 876 h 103"/>
                  <a:gd name="T18" fmla="*/ 1429 w 145"/>
                  <a:gd name="T19" fmla="*/ 1111 h 103"/>
                  <a:gd name="T20" fmla="*/ 1473 w 145"/>
                  <a:gd name="T21" fmla="*/ 1271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103">
                    <a:moveTo>
                      <a:pt x="0" y="11"/>
                    </a:moveTo>
                    <a:cubicBezTo>
                      <a:pt x="10" y="7"/>
                      <a:pt x="28" y="0"/>
                      <a:pt x="39" y="1"/>
                    </a:cubicBezTo>
                    <a:cubicBezTo>
                      <a:pt x="44" y="2"/>
                      <a:pt x="48" y="6"/>
                      <a:pt x="53" y="8"/>
                    </a:cubicBezTo>
                    <a:cubicBezTo>
                      <a:pt x="59" y="10"/>
                      <a:pt x="64" y="10"/>
                      <a:pt x="70" y="9"/>
                    </a:cubicBezTo>
                    <a:cubicBezTo>
                      <a:pt x="81" y="8"/>
                      <a:pt x="86" y="11"/>
                      <a:pt x="94" y="20"/>
                    </a:cubicBezTo>
                    <a:cubicBezTo>
                      <a:pt x="97" y="23"/>
                      <a:pt x="98" y="29"/>
                      <a:pt x="101" y="32"/>
                    </a:cubicBezTo>
                    <a:cubicBezTo>
                      <a:pt x="104" y="35"/>
                      <a:pt x="108" y="35"/>
                      <a:pt x="111" y="37"/>
                    </a:cubicBezTo>
                    <a:cubicBezTo>
                      <a:pt x="118" y="42"/>
                      <a:pt x="116" y="47"/>
                      <a:pt x="117" y="54"/>
                    </a:cubicBezTo>
                    <a:cubicBezTo>
                      <a:pt x="119" y="64"/>
                      <a:pt x="127" y="64"/>
                      <a:pt x="134" y="71"/>
                    </a:cubicBezTo>
                    <a:cubicBezTo>
                      <a:pt x="141" y="77"/>
                      <a:pt x="139" y="83"/>
                      <a:pt x="141" y="90"/>
                    </a:cubicBezTo>
                    <a:cubicBezTo>
                      <a:pt x="142" y="95"/>
                      <a:pt x="145" y="99"/>
                      <a:pt x="145" y="10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0" name="Freeform 961">
                <a:extLst>
                  <a:ext uri="{FF2B5EF4-FFF2-40B4-BE49-F238E27FC236}">
                    <a16:creationId xmlns:a16="http://schemas.microsoft.com/office/drawing/2014/main" id="{C89C7728-AC64-4C44-8425-A7464C70B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316"/>
                <a:ext cx="262" cy="141"/>
              </a:xfrm>
              <a:custGeom>
                <a:avLst/>
                <a:gdLst>
                  <a:gd name="T0" fmla="*/ 0 w 121"/>
                  <a:gd name="T1" fmla="*/ 49 h 61"/>
                  <a:gd name="T2" fmla="*/ 201 w 121"/>
                  <a:gd name="T3" fmla="*/ 97 h 61"/>
                  <a:gd name="T4" fmla="*/ 375 w 121"/>
                  <a:gd name="T5" fmla="*/ 12 h 61"/>
                  <a:gd name="T6" fmla="*/ 515 w 121"/>
                  <a:gd name="T7" fmla="*/ 86 h 61"/>
                  <a:gd name="T8" fmla="*/ 749 w 121"/>
                  <a:gd name="T9" fmla="*/ 123 h 61"/>
                  <a:gd name="T10" fmla="*/ 905 w 121"/>
                  <a:gd name="T11" fmla="*/ 245 h 61"/>
                  <a:gd name="T12" fmla="*/ 1106 w 121"/>
                  <a:gd name="T13" fmla="*/ 321 h 61"/>
                  <a:gd name="T14" fmla="*/ 1210 w 121"/>
                  <a:gd name="T15" fmla="*/ 754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61">
                    <a:moveTo>
                      <a:pt x="0" y="4"/>
                    </a:moveTo>
                    <a:cubicBezTo>
                      <a:pt x="7" y="10"/>
                      <a:pt x="12" y="11"/>
                      <a:pt x="20" y="8"/>
                    </a:cubicBezTo>
                    <a:cubicBezTo>
                      <a:pt x="26" y="7"/>
                      <a:pt x="32" y="1"/>
                      <a:pt x="37" y="1"/>
                    </a:cubicBezTo>
                    <a:cubicBezTo>
                      <a:pt x="42" y="0"/>
                      <a:pt x="47" y="5"/>
                      <a:pt x="51" y="7"/>
                    </a:cubicBezTo>
                    <a:cubicBezTo>
                      <a:pt x="60" y="12"/>
                      <a:pt x="65" y="8"/>
                      <a:pt x="74" y="10"/>
                    </a:cubicBezTo>
                    <a:cubicBezTo>
                      <a:pt x="81" y="11"/>
                      <a:pt x="84" y="16"/>
                      <a:pt x="89" y="20"/>
                    </a:cubicBezTo>
                    <a:cubicBezTo>
                      <a:pt x="96" y="26"/>
                      <a:pt x="102" y="22"/>
                      <a:pt x="109" y="26"/>
                    </a:cubicBezTo>
                    <a:cubicBezTo>
                      <a:pt x="119" y="31"/>
                      <a:pt x="121" y="51"/>
                      <a:pt x="119" y="6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1" name="Freeform 962">
                <a:extLst>
                  <a:ext uri="{FF2B5EF4-FFF2-40B4-BE49-F238E27FC236}">
                    <a16:creationId xmlns:a16="http://schemas.microsoft.com/office/drawing/2014/main" id="{3058E76C-0227-416B-9C9B-98CD96008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1355"/>
                <a:ext cx="91" cy="33"/>
              </a:xfrm>
              <a:custGeom>
                <a:avLst/>
                <a:gdLst>
                  <a:gd name="T0" fmla="*/ 0 w 42"/>
                  <a:gd name="T1" fmla="*/ 78 h 14"/>
                  <a:gd name="T2" fmla="*/ 297 w 42"/>
                  <a:gd name="T3" fmla="*/ 66 h 14"/>
                  <a:gd name="T4" fmla="*/ 427 w 42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6"/>
                    </a:moveTo>
                    <a:cubicBezTo>
                      <a:pt x="10" y="6"/>
                      <a:pt x="19" y="0"/>
                      <a:pt x="29" y="5"/>
                    </a:cubicBezTo>
                    <a:cubicBezTo>
                      <a:pt x="34" y="8"/>
                      <a:pt x="36" y="13"/>
                      <a:pt x="42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2" name="Freeform 963">
                <a:extLst>
                  <a:ext uri="{FF2B5EF4-FFF2-40B4-BE49-F238E27FC236}">
                    <a16:creationId xmlns:a16="http://schemas.microsoft.com/office/drawing/2014/main" id="{174BBAFF-3B8E-407C-BEE7-D6B8112DE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392"/>
                <a:ext cx="74" cy="47"/>
              </a:xfrm>
              <a:custGeom>
                <a:avLst/>
                <a:gdLst>
                  <a:gd name="T0" fmla="*/ 0 w 34"/>
                  <a:gd name="T1" fmla="*/ 0 h 20"/>
                  <a:gd name="T2" fmla="*/ 176 w 34"/>
                  <a:gd name="T3" fmla="*/ 249 h 20"/>
                  <a:gd name="T4" fmla="*/ 350 w 34"/>
                  <a:gd name="T5" fmla="*/ 24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1" y="7"/>
                      <a:pt x="9" y="18"/>
                      <a:pt x="17" y="19"/>
                    </a:cubicBezTo>
                    <a:cubicBezTo>
                      <a:pt x="23" y="20"/>
                      <a:pt x="29" y="15"/>
                      <a:pt x="34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3" name="Freeform 964">
                <a:extLst>
                  <a:ext uri="{FF2B5EF4-FFF2-40B4-BE49-F238E27FC236}">
                    <a16:creationId xmlns:a16="http://schemas.microsoft.com/office/drawing/2014/main" id="{44A264AE-1ED7-4282-B0B1-DD6B913CD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1457"/>
                <a:ext cx="50" cy="81"/>
              </a:xfrm>
              <a:custGeom>
                <a:avLst/>
                <a:gdLst>
                  <a:gd name="T0" fmla="*/ 0 w 23"/>
                  <a:gd name="T1" fmla="*/ 0 h 35"/>
                  <a:gd name="T2" fmla="*/ 202 w 23"/>
                  <a:gd name="T3" fmla="*/ 224 h 35"/>
                  <a:gd name="T4" fmla="*/ 237 w 23"/>
                  <a:gd name="T5" fmla="*/ 43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5">
                    <a:moveTo>
                      <a:pt x="0" y="0"/>
                    </a:moveTo>
                    <a:cubicBezTo>
                      <a:pt x="7" y="6"/>
                      <a:pt x="17" y="9"/>
                      <a:pt x="20" y="18"/>
                    </a:cubicBezTo>
                    <a:cubicBezTo>
                      <a:pt x="22" y="22"/>
                      <a:pt x="23" y="30"/>
                      <a:pt x="23" y="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4" name="Freeform 965">
                <a:extLst>
                  <a:ext uri="{FF2B5EF4-FFF2-40B4-BE49-F238E27FC236}">
                    <a16:creationId xmlns:a16="http://schemas.microsoft.com/office/drawing/2014/main" id="{A74CCE00-C17E-48E4-BAC5-0621E92E1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427"/>
                <a:ext cx="72" cy="192"/>
              </a:xfrm>
              <a:custGeom>
                <a:avLst/>
                <a:gdLst>
                  <a:gd name="T0" fmla="*/ 0 w 33"/>
                  <a:gd name="T1" fmla="*/ 0 h 83"/>
                  <a:gd name="T2" fmla="*/ 133 w 33"/>
                  <a:gd name="T3" fmla="*/ 322 h 83"/>
                  <a:gd name="T4" fmla="*/ 281 w 33"/>
                  <a:gd name="T5" fmla="*/ 595 h 83"/>
                  <a:gd name="T6" fmla="*/ 281 w 33"/>
                  <a:gd name="T7" fmla="*/ 717 h 83"/>
                  <a:gd name="T8" fmla="*/ 323 w 33"/>
                  <a:gd name="T9" fmla="*/ 791 h 83"/>
                  <a:gd name="T10" fmla="*/ 299 w 33"/>
                  <a:gd name="T11" fmla="*/ 1027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83">
                    <a:moveTo>
                      <a:pt x="0" y="0"/>
                    </a:moveTo>
                    <a:cubicBezTo>
                      <a:pt x="4" y="10"/>
                      <a:pt x="3" y="19"/>
                      <a:pt x="13" y="26"/>
                    </a:cubicBezTo>
                    <a:cubicBezTo>
                      <a:pt x="22" y="34"/>
                      <a:pt x="27" y="36"/>
                      <a:pt x="27" y="48"/>
                    </a:cubicBezTo>
                    <a:cubicBezTo>
                      <a:pt x="27" y="51"/>
                      <a:pt x="26" y="55"/>
                      <a:pt x="27" y="58"/>
                    </a:cubicBezTo>
                    <a:cubicBezTo>
                      <a:pt x="27" y="60"/>
                      <a:pt x="30" y="62"/>
                      <a:pt x="31" y="64"/>
                    </a:cubicBezTo>
                    <a:cubicBezTo>
                      <a:pt x="33" y="70"/>
                      <a:pt x="28" y="79"/>
                      <a:pt x="29" y="8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5" name="Freeform 966">
                <a:extLst>
                  <a:ext uri="{FF2B5EF4-FFF2-40B4-BE49-F238E27FC236}">
                    <a16:creationId xmlns:a16="http://schemas.microsoft.com/office/drawing/2014/main" id="{15737F4D-8563-4F14-A911-D902D9CC9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483"/>
                <a:ext cx="41" cy="78"/>
              </a:xfrm>
              <a:custGeom>
                <a:avLst/>
                <a:gdLst>
                  <a:gd name="T0" fmla="*/ 28 w 19"/>
                  <a:gd name="T1" fmla="*/ 0 h 34"/>
                  <a:gd name="T2" fmla="*/ 52 w 19"/>
                  <a:gd name="T3" fmla="*/ 252 h 34"/>
                  <a:gd name="T4" fmla="*/ 190 w 19"/>
                  <a:gd name="T5" fmla="*/ 41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4">
                    <a:moveTo>
                      <a:pt x="3" y="0"/>
                    </a:moveTo>
                    <a:cubicBezTo>
                      <a:pt x="2" y="6"/>
                      <a:pt x="0" y="16"/>
                      <a:pt x="5" y="21"/>
                    </a:cubicBezTo>
                    <a:cubicBezTo>
                      <a:pt x="9" y="26"/>
                      <a:pt x="15" y="29"/>
                      <a:pt x="19" y="3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6" name="Freeform 967">
                <a:extLst>
                  <a:ext uri="{FF2B5EF4-FFF2-40B4-BE49-F238E27FC236}">
                    <a16:creationId xmlns:a16="http://schemas.microsoft.com/office/drawing/2014/main" id="{054CBCCB-BE53-4E61-BE6A-54B393753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1332"/>
                <a:ext cx="52" cy="37"/>
              </a:xfrm>
              <a:custGeom>
                <a:avLst/>
                <a:gdLst>
                  <a:gd name="T0" fmla="*/ 0 w 24"/>
                  <a:gd name="T1" fmla="*/ 49 h 16"/>
                  <a:gd name="T2" fmla="*/ 245 w 24"/>
                  <a:gd name="T3" fmla="*/ 19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4"/>
                    </a:moveTo>
                    <a:cubicBezTo>
                      <a:pt x="8" y="0"/>
                      <a:pt x="20" y="9"/>
                      <a:pt x="24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7" name="Freeform 968">
                <a:extLst>
                  <a:ext uri="{FF2B5EF4-FFF2-40B4-BE49-F238E27FC236}">
                    <a16:creationId xmlns:a16="http://schemas.microsoft.com/office/drawing/2014/main" id="{B772CB58-EC5C-4528-9304-7361E5DBD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344"/>
                <a:ext cx="76" cy="39"/>
              </a:xfrm>
              <a:custGeom>
                <a:avLst/>
                <a:gdLst>
                  <a:gd name="T0" fmla="*/ 0 w 35"/>
                  <a:gd name="T1" fmla="*/ 204 h 17"/>
                  <a:gd name="T2" fmla="*/ 226 w 35"/>
                  <a:gd name="T3" fmla="*/ 11 h 17"/>
                  <a:gd name="T4" fmla="*/ 358 w 35"/>
                  <a:gd name="T5" fmla="*/ 13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7">
                    <a:moveTo>
                      <a:pt x="0" y="17"/>
                    </a:moveTo>
                    <a:cubicBezTo>
                      <a:pt x="7" y="12"/>
                      <a:pt x="12" y="0"/>
                      <a:pt x="22" y="1"/>
                    </a:cubicBezTo>
                    <a:cubicBezTo>
                      <a:pt x="28" y="2"/>
                      <a:pt x="31" y="7"/>
                      <a:pt x="35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8" name="Freeform 969">
                <a:extLst>
                  <a:ext uri="{FF2B5EF4-FFF2-40B4-BE49-F238E27FC236}">
                    <a16:creationId xmlns:a16="http://schemas.microsoft.com/office/drawing/2014/main" id="{85CE7952-B4D7-430F-B2AB-F4E5C1B2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968"/>
                <a:ext cx="5" cy="14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9" name="Freeform 970">
                <a:extLst>
                  <a:ext uri="{FF2B5EF4-FFF2-40B4-BE49-F238E27FC236}">
                    <a16:creationId xmlns:a16="http://schemas.microsoft.com/office/drawing/2014/main" id="{ADCD8E5A-95EC-4BF8-890A-3F4B0A75A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996"/>
                <a:ext cx="4" cy="14"/>
              </a:xfrm>
              <a:custGeom>
                <a:avLst/>
                <a:gdLst>
                  <a:gd name="T0" fmla="*/ 16 w 2"/>
                  <a:gd name="T1" fmla="*/ 0 h 6"/>
                  <a:gd name="T2" fmla="*/ 0 w 2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0" name="Freeform 971">
                <a:extLst>
                  <a:ext uri="{FF2B5EF4-FFF2-40B4-BE49-F238E27FC236}">
                    <a16:creationId xmlns:a16="http://schemas.microsoft.com/office/drawing/2014/main" id="{02FE092D-5430-47AB-B308-9926A6388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111"/>
                <a:ext cx="9" cy="12"/>
              </a:xfrm>
              <a:custGeom>
                <a:avLst/>
                <a:gdLst>
                  <a:gd name="T0" fmla="*/ 45 w 4"/>
                  <a:gd name="T1" fmla="*/ 0 h 5"/>
                  <a:gd name="T2" fmla="*/ 0 w 4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1" name="Freeform 972">
                <a:extLst>
                  <a:ext uri="{FF2B5EF4-FFF2-40B4-BE49-F238E27FC236}">
                    <a16:creationId xmlns:a16="http://schemas.microsoft.com/office/drawing/2014/main" id="{EF70F1E6-0940-4C82-8453-079E979FC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123"/>
                <a:ext cx="3" cy="19"/>
              </a:xfrm>
              <a:custGeom>
                <a:avLst/>
                <a:gdLst>
                  <a:gd name="T0" fmla="*/ 0 w 1"/>
                  <a:gd name="T1" fmla="*/ 0 h 8"/>
                  <a:gd name="T2" fmla="*/ 27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1" y="6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2" name="Freeform 973">
                <a:extLst>
                  <a:ext uri="{FF2B5EF4-FFF2-40B4-BE49-F238E27FC236}">
                    <a16:creationId xmlns:a16="http://schemas.microsoft.com/office/drawing/2014/main" id="{3294584E-1D55-49DD-B434-F66969253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070"/>
                <a:ext cx="13" cy="18"/>
              </a:xfrm>
              <a:custGeom>
                <a:avLst/>
                <a:gdLst>
                  <a:gd name="T0" fmla="*/ 0 w 6"/>
                  <a:gd name="T1" fmla="*/ 0 h 8"/>
                  <a:gd name="T2" fmla="*/ 61 w 6"/>
                  <a:gd name="T3" fmla="*/ 9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2"/>
                      <a:pt x="3" y="6"/>
                      <a:pt x="6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3" name="Freeform 974">
                <a:extLst>
                  <a:ext uri="{FF2B5EF4-FFF2-40B4-BE49-F238E27FC236}">
                    <a16:creationId xmlns:a16="http://schemas.microsoft.com/office/drawing/2014/main" id="{1A673243-795D-41DB-96E2-80177BD47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954"/>
                <a:ext cx="15" cy="7"/>
              </a:xfrm>
              <a:custGeom>
                <a:avLst/>
                <a:gdLst>
                  <a:gd name="T0" fmla="*/ 0 w 7"/>
                  <a:gd name="T1" fmla="*/ 0 h 3"/>
                  <a:gd name="T2" fmla="*/ 69 w 7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2"/>
                      <a:pt x="5" y="2"/>
                      <a:pt x="7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4" name="Freeform 975">
                <a:extLst>
                  <a:ext uri="{FF2B5EF4-FFF2-40B4-BE49-F238E27FC236}">
                    <a16:creationId xmlns:a16="http://schemas.microsoft.com/office/drawing/2014/main" id="{BB0C59DF-0732-441A-8A6F-3D3949E74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721"/>
                <a:ext cx="18" cy="11"/>
              </a:xfrm>
              <a:custGeom>
                <a:avLst/>
                <a:gdLst>
                  <a:gd name="T0" fmla="*/ 0 w 8"/>
                  <a:gd name="T1" fmla="*/ 53 h 5"/>
                  <a:gd name="T2" fmla="*/ 92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3"/>
                      <a:pt x="5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5" name="Freeform 976">
                <a:extLst>
                  <a:ext uri="{FF2B5EF4-FFF2-40B4-BE49-F238E27FC236}">
                    <a16:creationId xmlns:a16="http://schemas.microsoft.com/office/drawing/2014/main" id="{2FD994C8-C040-4275-BED5-D47CE45A5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1557"/>
                <a:ext cx="13" cy="16"/>
              </a:xfrm>
              <a:custGeom>
                <a:avLst/>
                <a:gdLst>
                  <a:gd name="T0" fmla="*/ 0 w 6"/>
                  <a:gd name="T1" fmla="*/ 85 h 7"/>
                  <a:gd name="T2" fmla="*/ 61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3"/>
                      <a:pt x="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6" name="Freeform 977">
                <a:extLst>
                  <a:ext uri="{FF2B5EF4-FFF2-40B4-BE49-F238E27FC236}">
                    <a16:creationId xmlns:a16="http://schemas.microsoft.com/office/drawing/2014/main" id="{511D05AE-A292-4B4E-95C8-BDC3EF0EB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459"/>
                <a:ext cx="8" cy="19"/>
              </a:xfrm>
              <a:custGeom>
                <a:avLst/>
                <a:gdLst>
                  <a:gd name="T0" fmla="*/ 32 w 4"/>
                  <a:gd name="T1" fmla="*/ 0 h 8"/>
                  <a:gd name="T2" fmla="*/ 8 w 4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2"/>
                      <a:pt x="0" y="5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7" name="Freeform 978">
                <a:extLst>
                  <a:ext uri="{FF2B5EF4-FFF2-40B4-BE49-F238E27FC236}">
                    <a16:creationId xmlns:a16="http://schemas.microsoft.com/office/drawing/2014/main" id="{6875C304-134E-4946-9833-D20F5272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425"/>
                <a:ext cx="2" cy="18"/>
              </a:xfrm>
              <a:custGeom>
                <a:avLst/>
                <a:gdLst>
                  <a:gd name="T0" fmla="*/ 8 w 1"/>
                  <a:gd name="T1" fmla="*/ 0 h 8"/>
                  <a:gd name="T2" fmla="*/ 8 w 1"/>
                  <a:gd name="T3" fmla="*/ 9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6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8" name="Freeform 979">
                <a:extLst>
                  <a:ext uri="{FF2B5EF4-FFF2-40B4-BE49-F238E27FC236}">
                    <a16:creationId xmlns:a16="http://schemas.microsoft.com/office/drawing/2014/main" id="{5BABE9BF-0F84-4F46-9046-6CA2B666B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473"/>
                <a:ext cx="5" cy="16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1" y="4"/>
                      <a:pt x="2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9" name="Freeform 980">
                <a:extLst>
                  <a:ext uri="{FF2B5EF4-FFF2-40B4-BE49-F238E27FC236}">
                    <a16:creationId xmlns:a16="http://schemas.microsoft.com/office/drawing/2014/main" id="{D71114F5-C7C2-495D-96E3-09404FB78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503"/>
                <a:ext cx="2" cy="19"/>
              </a:xfrm>
              <a:custGeom>
                <a:avLst/>
                <a:gdLst>
                  <a:gd name="T0" fmla="*/ 8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2"/>
                      <a:pt x="1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0" name="Freeform 981">
                <a:extLst>
                  <a:ext uri="{FF2B5EF4-FFF2-40B4-BE49-F238E27FC236}">
                    <a16:creationId xmlns:a16="http://schemas.microsoft.com/office/drawing/2014/main" id="{7A635ACD-2A0B-4726-B650-DCDB2E0E4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263"/>
                <a:ext cx="2" cy="23"/>
              </a:xfrm>
              <a:custGeom>
                <a:avLst/>
                <a:gdLst>
                  <a:gd name="T0" fmla="*/ 8 w 1"/>
                  <a:gd name="T1" fmla="*/ 0 h 10"/>
                  <a:gd name="T2" fmla="*/ 8 w 1"/>
                  <a:gd name="T3" fmla="*/ 1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3"/>
                      <a:pt x="1" y="7"/>
                      <a:pt x="1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1" name="Freeform 982">
                <a:extLst>
                  <a:ext uri="{FF2B5EF4-FFF2-40B4-BE49-F238E27FC236}">
                    <a16:creationId xmlns:a16="http://schemas.microsoft.com/office/drawing/2014/main" id="{723C6EBE-7A12-4540-AB93-C8AEE9CFD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1309"/>
                <a:ext cx="20" cy="23"/>
              </a:xfrm>
              <a:custGeom>
                <a:avLst/>
                <a:gdLst>
                  <a:gd name="T0" fmla="*/ 0 w 9"/>
                  <a:gd name="T1" fmla="*/ 122 h 10"/>
                  <a:gd name="T2" fmla="*/ 98 w 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5" y="9"/>
                      <a:pt x="8" y="4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2" name="Freeform 983">
                <a:extLst>
                  <a:ext uri="{FF2B5EF4-FFF2-40B4-BE49-F238E27FC236}">
                    <a16:creationId xmlns:a16="http://schemas.microsoft.com/office/drawing/2014/main" id="{59CE7DA1-1B0F-4DF6-B9B5-7DB6F2F6F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473"/>
                <a:ext cx="22" cy="12"/>
              </a:xfrm>
              <a:custGeom>
                <a:avLst/>
                <a:gdLst>
                  <a:gd name="T0" fmla="*/ 0 w 10"/>
                  <a:gd name="T1" fmla="*/ 70 h 5"/>
                  <a:gd name="T2" fmla="*/ 106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4" y="5"/>
                      <a:pt x="7" y="2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3" name="Freeform 984">
                <a:extLst>
                  <a:ext uri="{FF2B5EF4-FFF2-40B4-BE49-F238E27FC236}">
                    <a16:creationId xmlns:a16="http://schemas.microsoft.com/office/drawing/2014/main" id="{949A6D50-202D-40D4-8CCA-6BD54099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693"/>
                <a:ext cx="22" cy="7"/>
              </a:xfrm>
              <a:custGeom>
                <a:avLst/>
                <a:gdLst>
                  <a:gd name="T0" fmla="*/ 0 w 10"/>
                  <a:gd name="T1" fmla="*/ 12 h 3"/>
                  <a:gd name="T2" fmla="*/ 106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1"/>
                    </a:moveTo>
                    <a:cubicBezTo>
                      <a:pt x="2" y="3"/>
                      <a:pt x="7" y="1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4" name="Freeform 985">
                <a:extLst>
                  <a:ext uri="{FF2B5EF4-FFF2-40B4-BE49-F238E27FC236}">
                    <a16:creationId xmlns:a16="http://schemas.microsoft.com/office/drawing/2014/main" id="{CF117B1A-28BF-41B9-962F-EF7EF4545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908"/>
                <a:ext cx="15" cy="16"/>
              </a:xfrm>
              <a:custGeom>
                <a:avLst/>
                <a:gdLst>
                  <a:gd name="T0" fmla="*/ 0 w 7"/>
                  <a:gd name="T1" fmla="*/ 0 h 7"/>
                  <a:gd name="T2" fmla="*/ 69 w 7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4"/>
                      <a:pt x="4" y="6"/>
                      <a:pt x="7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5" name="Freeform 986">
                <a:extLst>
                  <a:ext uri="{FF2B5EF4-FFF2-40B4-BE49-F238E27FC236}">
                    <a16:creationId xmlns:a16="http://schemas.microsoft.com/office/drawing/2014/main" id="{FEFB9F6D-94A6-4C89-B27C-18310E720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114"/>
                <a:ext cx="13" cy="16"/>
              </a:xfrm>
              <a:custGeom>
                <a:avLst/>
                <a:gdLst>
                  <a:gd name="T0" fmla="*/ 0 w 6"/>
                  <a:gd name="T1" fmla="*/ 0 h 7"/>
                  <a:gd name="T2" fmla="*/ 61 w 6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3"/>
                      <a:pt x="4" y="5"/>
                      <a:pt x="6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6" name="Freeform 987">
                <a:extLst>
                  <a:ext uri="{FF2B5EF4-FFF2-40B4-BE49-F238E27FC236}">
                    <a16:creationId xmlns:a16="http://schemas.microsoft.com/office/drawing/2014/main" id="{D00C5A3C-283F-462A-9603-3FE6891CE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250"/>
                <a:ext cx="6" cy="16"/>
              </a:xfrm>
              <a:custGeom>
                <a:avLst/>
                <a:gdLst>
                  <a:gd name="T0" fmla="*/ 0 w 3"/>
                  <a:gd name="T1" fmla="*/ 0 h 7"/>
                  <a:gd name="T2" fmla="*/ 24 w 3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7" name="Freeform 988">
                <a:extLst>
                  <a:ext uri="{FF2B5EF4-FFF2-40B4-BE49-F238E27FC236}">
                    <a16:creationId xmlns:a16="http://schemas.microsoft.com/office/drawing/2014/main" id="{6644BBE1-4077-46C4-B57E-7F9C887CD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280"/>
                <a:ext cx="11" cy="21"/>
              </a:xfrm>
              <a:custGeom>
                <a:avLst/>
                <a:gdLst>
                  <a:gd name="T0" fmla="*/ 53 w 5"/>
                  <a:gd name="T1" fmla="*/ 0 h 9"/>
                  <a:gd name="T2" fmla="*/ 0 w 5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3" y="3"/>
                      <a:pt x="2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8" name="Freeform 989">
                <a:extLst>
                  <a:ext uri="{FF2B5EF4-FFF2-40B4-BE49-F238E27FC236}">
                    <a16:creationId xmlns:a16="http://schemas.microsoft.com/office/drawing/2014/main" id="{6D01EA96-CDA4-4667-866B-D1FC00533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751"/>
                <a:ext cx="1" cy="18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9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9" name="Freeform 990">
                <a:extLst>
                  <a:ext uri="{FF2B5EF4-FFF2-40B4-BE49-F238E27FC236}">
                    <a16:creationId xmlns:a16="http://schemas.microsoft.com/office/drawing/2014/main" id="{E9F4D05D-9377-4EDD-8966-BDBBF2350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716"/>
                <a:ext cx="2" cy="16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0" name="Freeform 991">
                <a:extLst>
                  <a:ext uri="{FF2B5EF4-FFF2-40B4-BE49-F238E27FC236}">
                    <a16:creationId xmlns:a16="http://schemas.microsoft.com/office/drawing/2014/main" id="{80877112-6803-4DF5-AB25-3FE3B3313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81"/>
                <a:ext cx="4" cy="21"/>
              </a:xfrm>
              <a:custGeom>
                <a:avLst/>
                <a:gdLst>
                  <a:gd name="T0" fmla="*/ 16 w 2"/>
                  <a:gd name="T1" fmla="*/ 0 h 9"/>
                  <a:gd name="T2" fmla="*/ 0 w 2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2" y="3"/>
                      <a:pt x="1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1" name="Freeform 992">
                <a:extLst>
                  <a:ext uri="{FF2B5EF4-FFF2-40B4-BE49-F238E27FC236}">
                    <a16:creationId xmlns:a16="http://schemas.microsoft.com/office/drawing/2014/main" id="{CD5D454C-3333-4055-86E2-7B3469C04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651"/>
                <a:ext cx="3" cy="21"/>
              </a:xfrm>
              <a:custGeom>
                <a:avLst/>
                <a:gdLst>
                  <a:gd name="T0" fmla="*/ 27 w 1"/>
                  <a:gd name="T1" fmla="*/ 0 h 9"/>
                  <a:gd name="T2" fmla="*/ 0 w 1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2" name="Freeform 993">
                <a:extLst>
                  <a:ext uri="{FF2B5EF4-FFF2-40B4-BE49-F238E27FC236}">
                    <a16:creationId xmlns:a16="http://schemas.microsoft.com/office/drawing/2014/main" id="{D16104D2-018D-48AC-B551-76E6A3E0D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624"/>
                <a:ext cx="4" cy="23"/>
              </a:xfrm>
              <a:custGeom>
                <a:avLst/>
                <a:gdLst>
                  <a:gd name="T0" fmla="*/ 16 w 2"/>
                  <a:gd name="T1" fmla="*/ 0 h 10"/>
                  <a:gd name="T2" fmla="*/ 0 w 2"/>
                  <a:gd name="T3" fmla="*/ 1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0" y="3"/>
                      <a:pt x="0" y="6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3" name="Freeform 994">
                <a:extLst>
                  <a:ext uri="{FF2B5EF4-FFF2-40B4-BE49-F238E27FC236}">
                    <a16:creationId xmlns:a16="http://schemas.microsoft.com/office/drawing/2014/main" id="{CE201CC8-64FC-4A18-BA7A-A5A00BD6E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598"/>
                <a:ext cx="4" cy="26"/>
              </a:xfrm>
              <a:custGeom>
                <a:avLst/>
                <a:gdLst>
                  <a:gd name="T0" fmla="*/ 16 w 2"/>
                  <a:gd name="T1" fmla="*/ 0 h 11"/>
                  <a:gd name="T2" fmla="*/ 0 w 2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1" y="4"/>
                      <a:pt x="1" y="8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4" name="Freeform 995">
                <a:extLst>
                  <a:ext uri="{FF2B5EF4-FFF2-40B4-BE49-F238E27FC236}">
                    <a16:creationId xmlns:a16="http://schemas.microsoft.com/office/drawing/2014/main" id="{7E307B75-0162-49CC-B2BF-6AFA5F22A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563"/>
                <a:ext cx="2" cy="17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5" name="Freeform 996">
                <a:extLst>
                  <a:ext uri="{FF2B5EF4-FFF2-40B4-BE49-F238E27FC236}">
                    <a16:creationId xmlns:a16="http://schemas.microsoft.com/office/drawing/2014/main" id="{B9C32AD5-3599-45AC-B13F-C2B76C04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043"/>
                <a:ext cx="4" cy="21"/>
              </a:xfrm>
              <a:custGeom>
                <a:avLst/>
                <a:gdLst>
                  <a:gd name="T0" fmla="*/ 0 w 2"/>
                  <a:gd name="T1" fmla="*/ 114 h 9"/>
                  <a:gd name="T2" fmla="*/ 16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1" y="3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6" name="Freeform 997">
                <a:extLst>
                  <a:ext uri="{FF2B5EF4-FFF2-40B4-BE49-F238E27FC236}">
                    <a16:creationId xmlns:a16="http://schemas.microsoft.com/office/drawing/2014/main" id="{8D67C84C-03CB-417A-A271-A3522AD56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078"/>
                <a:ext cx="2" cy="18"/>
              </a:xfrm>
              <a:custGeom>
                <a:avLst/>
                <a:gdLst>
                  <a:gd name="T0" fmla="*/ 0 w 1"/>
                  <a:gd name="T1" fmla="*/ 92 h 8"/>
                  <a:gd name="T2" fmla="*/ 8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1" y="6"/>
                      <a:pt x="1" y="3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7" name="Freeform 998">
                <a:extLst>
                  <a:ext uri="{FF2B5EF4-FFF2-40B4-BE49-F238E27FC236}">
                    <a16:creationId xmlns:a16="http://schemas.microsoft.com/office/drawing/2014/main" id="{1F96A2A0-01E4-4397-AB85-5BE6E0570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110"/>
                <a:ext cx="3" cy="19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1" y="3"/>
                      <a:pt x="0" y="7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8" name="Freeform 999">
                <a:extLst>
                  <a:ext uri="{FF2B5EF4-FFF2-40B4-BE49-F238E27FC236}">
                    <a16:creationId xmlns:a16="http://schemas.microsoft.com/office/drawing/2014/main" id="{C3CBE097-C504-40FA-A7DA-083F56DB3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214"/>
                <a:ext cx="3" cy="19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9" name="Freeform 1000">
                <a:extLst>
                  <a:ext uri="{FF2B5EF4-FFF2-40B4-BE49-F238E27FC236}">
                    <a16:creationId xmlns:a16="http://schemas.microsoft.com/office/drawing/2014/main" id="{A3DAA3AE-473B-41AF-9A67-048DF534F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907"/>
                <a:ext cx="2" cy="23"/>
              </a:xfrm>
              <a:custGeom>
                <a:avLst/>
                <a:gdLst>
                  <a:gd name="T0" fmla="*/ 8 w 1"/>
                  <a:gd name="T1" fmla="*/ 0 h 10"/>
                  <a:gd name="T2" fmla="*/ 8 w 1"/>
                  <a:gd name="T3" fmla="*/ 1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3"/>
                      <a:pt x="0" y="7"/>
                      <a:pt x="1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0" name="Freeform 1001">
                <a:extLst>
                  <a:ext uri="{FF2B5EF4-FFF2-40B4-BE49-F238E27FC236}">
                    <a16:creationId xmlns:a16="http://schemas.microsoft.com/office/drawing/2014/main" id="{04E32C73-A8D6-4C1A-9832-EC5190EC8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944"/>
                <a:ext cx="7" cy="23"/>
              </a:xfrm>
              <a:custGeom>
                <a:avLst/>
                <a:gdLst>
                  <a:gd name="T0" fmla="*/ 37 w 3"/>
                  <a:gd name="T1" fmla="*/ 0 h 10"/>
                  <a:gd name="T2" fmla="*/ 28 w 3"/>
                  <a:gd name="T3" fmla="*/ 1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3"/>
                      <a:pt x="0" y="7"/>
                      <a:pt x="2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1" name="Freeform 1002">
                <a:extLst>
                  <a:ext uri="{FF2B5EF4-FFF2-40B4-BE49-F238E27FC236}">
                    <a16:creationId xmlns:a16="http://schemas.microsoft.com/office/drawing/2014/main" id="{803AB39A-D2ED-4C66-979D-E2D37B4F9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948"/>
                <a:ext cx="2" cy="24"/>
              </a:xfrm>
              <a:custGeom>
                <a:avLst/>
                <a:gdLst>
                  <a:gd name="T0" fmla="*/ 0 w 1"/>
                  <a:gd name="T1" fmla="*/ 0 h 10"/>
                  <a:gd name="T2" fmla="*/ 8 w 1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1" y="2"/>
                      <a:pt x="1" y="7"/>
                      <a:pt x="1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2" name="Freeform 1003">
                <a:extLst>
                  <a:ext uri="{FF2B5EF4-FFF2-40B4-BE49-F238E27FC236}">
                    <a16:creationId xmlns:a16="http://schemas.microsoft.com/office/drawing/2014/main" id="{A37E6698-4823-4926-8845-8289E5CEA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937"/>
                <a:ext cx="2" cy="18"/>
              </a:xfrm>
              <a:custGeom>
                <a:avLst/>
                <a:gdLst>
                  <a:gd name="T0" fmla="*/ 8 w 1"/>
                  <a:gd name="T1" fmla="*/ 0 h 8"/>
                  <a:gd name="T2" fmla="*/ 8 w 1"/>
                  <a:gd name="T3" fmla="*/ 9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2"/>
                      <a:pt x="0" y="5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3" name="Freeform 1004">
                <a:extLst>
                  <a:ext uri="{FF2B5EF4-FFF2-40B4-BE49-F238E27FC236}">
                    <a16:creationId xmlns:a16="http://schemas.microsoft.com/office/drawing/2014/main" id="{CB3F9D9B-C009-409E-833B-5FC3E9481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960"/>
                <a:ext cx="5" cy="18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9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4" name="Freeform 1005">
                <a:extLst>
                  <a:ext uri="{FF2B5EF4-FFF2-40B4-BE49-F238E27FC236}">
                    <a16:creationId xmlns:a16="http://schemas.microsoft.com/office/drawing/2014/main" id="{BCD68F99-6835-4D1D-BC3C-A398254D2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062"/>
                <a:ext cx="4" cy="21"/>
              </a:xfrm>
              <a:custGeom>
                <a:avLst/>
                <a:gdLst>
                  <a:gd name="T0" fmla="*/ 16 w 2"/>
                  <a:gd name="T1" fmla="*/ 0 h 9"/>
                  <a:gd name="T2" fmla="*/ 0 w 2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5" name="Freeform 1006">
                <a:extLst>
                  <a:ext uri="{FF2B5EF4-FFF2-40B4-BE49-F238E27FC236}">
                    <a16:creationId xmlns:a16="http://schemas.microsoft.com/office/drawing/2014/main" id="{7C493232-3481-4756-BAC2-1511A6B96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187"/>
                <a:ext cx="6" cy="16"/>
              </a:xfrm>
              <a:custGeom>
                <a:avLst/>
                <a:gdLst>
                  <a:gd name="T0" fmla="*/ 24 w 3"/>
                  <a:gd name="T1" fmla="*/ 0 h 7"/>
                  <a:gd name="T2" fmla="*/ 0 w 3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4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6" name="Freeform 1007">
                <a:extLst>
                  <a:ext uri="{FF2B5EF4-FFF2-40B4-BE49-F238E27FC236}">
                    <a16:creationId xmlns:a16="http://schemas.microsoft.com/office/drawing/2014/main" id="{D7565DA3-B635-4C56-B870-A11CB369A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295"/>
                <a:ext cx="4" cy="23"/>
              </a:xfrm>
              <a:custGeom>
                <a:avLst/>
                <a:gdLst>
                  <a:gd name="T0" fmla="*/ 16 w 2"/>
                  <a:gd name="T1" fmla="*/ 0 h 10"/>
                  <a:gd name="T2" fmla="*/ 0 w 2"/>
                  <a:gd name="T3" fmla="*/ 1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1" y="4"/>
                      <a:pt x="0" y="7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7" name="Freeform 1008">
                <a:extLst>
                  <a:ext uri="{FF2B5EF4-FFF2-40B4-BE49-F238E27FC236}">
                    <a16:creationId xmlns:a16="http://schemas.microsoft.com/office/drawing/2014/main" id="{F435A12B-E9A9-4A6D-A0E4-07184418C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111"/>
                <a:ext cx="4" cy="21"/>
              </a:xfrm>
              <a:custGeom>
                <a:avLst/>
                <a:gdLst>
                  <a:gd name="T0" fmla="*/ 16 w 2"/>
                  <a:gd name="T1" fmla="*/ 0 h 9"/>
                  <a:gd name="T2" fmla="*/ 0 w 2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8" name="Freeform 1009">
                <a:extLst>
                  <a:ext uri="{FF2B5EF4-FFF2-40B4-BE49-F238E27FC236}">
                    <a16:creationId xmlns:a16="http://schemas.microsoft.com/office/drawing/2014/main" id="{C3F7D936-6DEE-4D4E-A4B0-0C461FDF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065"/>
                <a:ext cx="2" cy="21"/>
              </a:xfrm>
              <a:custGeom>
                <a:avLst/>
                <a:gdLst>
                  <a:gd name="T0" fmla="*/ 8 w 1"/>
                  <a:gd name="T1" fmla="*/ 12 h 9"/>
                  <a:gd name="T2" fmla="*/ 8 w 1"/>
                  <a:gd name="T3" fmla="*/ 0 h 9"/>
                  <a:gd name="T4" fmla="*/ 0 w 1"/>
                  <a:gd name="T5" fmla="*/ 11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9" name="Freeform 1010">
                <a:extLst>
                  <a:ext uri="{FF2B5EF4-FFF2-40B4-BE49-F238E27FC236}">
                    <a16:creationId xmlns:a16="http://schemas.microsoft.com/office/drawing/2014/main" id="{173FBF19-54CA-41AB-AD2E-65FFEA018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007"/>
                <a:ext cx="4" cy="21"/>
              </a:xfrm>
              <a:custGeom>
                <a:avLst/>
                <a:gdLst>
                  <a:gd name="T0" fmla="*/ 16 w 2"/>
                  <a:gd name="T1" fmla="*/ 0 h 9"/>
                  <a:gd name="T2" fmla="*/ 0 w 2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2" y="3"/>
                      <a:pt x="1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0" name="Freeform 1011">
                <a:extLst>
                  <a:ext uri="{FF2B5EF4-FFF2-40B4-BE49-F238E27FC236}">
                    <a16:creationId xmlns:a16="http://schemas.microsoft.com/office/drawing/2014/main" id="{49CB5306-6EA7-47B5-BF24-CFF2B6C65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947"/>
                <a:ext cx="4" cy="19"/>
              </a:xfrm>
              <a:custGeom>
                <a:avLst/>
                <a:gdLst>
                  <a:gd name="T0" fmla="*/ 8 w 2"/>
                  <a:gd name="T1" fmla="*/ 0 h 8"/>
                  <a:gd name="T2" fmla="*/ 0 w 2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2" y="3"/>
                      <a:pt x="1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1" name="Freeform 1012">
                <a:extLst>
                  <a:ext uri="{FF2B5EF4-FFF2-40B4-BE49-F238E27FC236}">
                    <a16:creationId xmlns:a16="http://schemas.microsoft.com/office/drawing/2014/main" id="{3CF1191F-B333-4B75-8402-3576472B7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887"/>
                <a:ext cx="4" cy="16"/>
              </a:xfrm>
              <a:custGeom>
                <a:avLst/>
                <a:gdLst>
                  <a:gd name="T0" fmla="*/ 16 w 2"/>
                  <a:gd name="T1" fmla="*/ 0 h 7"/>
                  <a:gd name="T2" fmla="*/ 0 w 2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2" name="Freeform 1013">
                <a:extLst>
                  <a:ext uri="{FF2B5EF4-FFF2-40B4-BE49-F238E27FC236}">
                    <a16:creationId xmlns:a16="http://schemas.microsoft.com/office/drawing/2014/main" id="{D3092D35-E7ED-48EC-BE76-772A63A59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825"/>
                <a:ext cx="3" cy="18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9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3" name="Freeform 1014">
                <a:extLst>
                  <a:ext uri="{FF2B5EF4-FFF2-40B4-BE49-F238E27FC236}">
                    <a16:creationId xmlns:a16="http://schemas.microsoft.com/office/drawing/2014/main" id="{6B58C247-B627-4CB5-9AD0-877B7B97D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765"/>
                <a:ext cx="7" cy="18"/>
              </a:xfrm>
              <a:custGeom>
                <a:avLst/>
                <a:gdLst>
                  <a:gd name="T0" fmla="*/ 37 w 3"/>
                  <a:gd name="T1" fmla="*/ 0 h 8"/>
                  <a:gd name="T2" fmla="*/ 28 w 3"/>
                  <a:gd name="T3" fmla="*/ 9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2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4" name="Freeform 1015">
                <a:extLst>
                  <a:ext uri="{FF2B5EF4-FFF2-40B4-BE49-F238E27FC236}">
                    <a16:creationId xmlns:a16="http://schemas.microsoft.com/office/drawing/2014/main" id="{6516EFA6-EA62-45D7-ADB6-4E941B443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716"/>
                <a:ext cx="6" cy="23"/>
              </a:xfrm>
              <a:custGeom>
                <a:avLst/>
                <a:gdLst>
                  <a:gd name="T0" fmla="*/ 24 w 3"/>
                  <a:gd name="T1" fmla="*/ 0 h 10"/>
                  <a:gd name="T2" fmla="*/ 0 w 3"/>
                  <a:gd name="T3" fmla="*/ 1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4"/>
                      <a:pt x="0" y="7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5" name="Freeform 1016">
                <a:extLst>
                  <a:ext uri="{FF2B5EF4-FFF2-40B4-BE49-F238E27FC236}">
                    <a16:creationId xmlns:a16="http://schemas.microsoft.com/office/drawing/2014/main" id="{037D9B40-3CC8-467B-AB7E-5D43141BD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614"/>
                <a:ext cx="716" cy="141"/>
              </a:xfrm>
              <a:custGeom>
                <a:avLst/>
                <a:gdLst>
                  <a:gd name="T0" fmla="*/ 0 w 330"/>
                  <a:gd name="T1" fmla="*/ 171 h 61"/>
                  <a:gd name="T2" fmla="*/ 508 w 330"/>
                  <a:gd name="T3" fmla="*/ 113 h 61"/>
                  <a:gd name="T4" fmla="*/ 970 w 330"/>
                  <a:gd name="T5" fmla="*/ 294 h 61"/>
                  <a:gd name="T6" fmla="*/ 1493 w 330"/>
                  <a:gd name="T7" fmla="*/ 321 h 61"/>
                  <a:gd name="T8" fmla="*/ 2000 w 330"/>
                  <a:gd name="T9" fmla="*/ 492 h 61"/>
                  <a:gd name="T10" fmla="*/ 2463 w 330"/>
                  <a:gd name="T11" fmla="*/ 529 h 61"/>
                  <a:gd name="T12" fmla="*/ 2821 w 330"/>
                  <a:gd name="T13" fmla="*/ 582 h 61"/>
                  <a:gd name="T14" fmla="*/ 3372 w 330"/>
                  <a:gd name="T15" fmla="*/ 58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0" h="61">
                    <a:moveTo>
                      <a:pt x="0" y="14"/>
                    </a:moveTo>
                    <a:cubicBezTo>
                      <a:pt x="17" y="14"/>
                      <a:pt x="32" y="0"/>
                      <a:pt x="50" y="9"/>
                    </a:cubicBezTo>
                    <a:cubicBezTo>
                      <a:pt x="68" y="17"/>
                      <a:pt x="75" y="25"/>
                      <a:pt x="95" y="24"/>
                    </a:cubicBezTo>
                    <a:cubicBezTo>
                      <a:pt x="112" y="24"/>
                      <a:pt x="130" y="20"/>
                      <a:pt x="146" y="26"/>
                    </a:cubicBezTo>
                    <a:cubicBezTo>
                      <a:pt x="167" y="33"/>
                      <a:pt x="172" y="44"/>
                      <a:pt x="196" y="40"/>
                    </a:cubicBezTo>
                    <a:cubicBezTo>
                      <a:pt x="212" y="38"/>
                      <a:pt x="226" y="35"/>
                      <a:pt x="241" y="43"/>
                    </a:cubicBezTo>
                    <a:cubicBezTo>
                      <a:pt x="257" y="52"/>
                      <a:pt x="257" y="50"/>
                      <a:pt x="276" y="47"/>
                    </a:cubicBezTo>
                    <a:cubicBezTo>
                      <a:pt x="295" y="44"/>
                      <a:pt x="312" y="61"/>
                      <a:pt x="330" y="4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6" name="Freeform 1017">
                <a:extLst>
                  <a:ext uri="{FF2B5EF4-FFF2-40B4-BE49-F238E27FC236}">
                    <a16:creationId xmlns:a16="http://schemas.microsoft.com/office/drawing/2014/main" id="{B0E1CD7B-225D-4F13-844F-0B91E9CD2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730"/>
                <a:ext cx="659" cy="178"/>
              </a:xfrm>
              <a:custGeom>
                <a:avLst/>
                <a:gdLst>
                  <a:gd name="T0" fmla="*/ 0 w 304"/>
                  <a:gd name="T1" fmla="*/ 0 h 77"/>
                  <a:gd name="T2" fmla="*/ 366 w 304"/>
                  <a:gd name="T3" fmla="*/ 86 h 77"/>
                  <a:gd name="T4" fmla="*/ 600 w 304"/>
                  <a:gd name="T5" fmla="*/ 113 h 77"/>
                  <a:gd name="T6" fmla="*/ 969 w 304"/>
                  <a:gd name="T7" fmla="*/ 261 h 77"/>
                  <a:gd name="T8" fmla="*/ 1405 w 304"/>
                  <a:gd name="T9" fmla="*/ 347 h 77"/>
                  <a:gd name="T10" fmla="*/ 1944 w 304"/>
                  <a:gd name="T11" fmla="*/ 481 h 77"/>
                  <a:gd name="T12" fmla="*/ 2346 w 304"/>
                  <a:gd name="T13" fmla="*/ 689 h 77"/>
                  <a:gd name="T14" fmla="*/ 2801 w 304"/>
                  <a:gd name="T15" fmla="*/ 742 h 77"/>
                  <a:gd name="T16" fmla="*/ 3098 w 304"/>
                  <a:gd name="T17" fmla="*/ 950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77">
                    <a:moveTo>
                      <a:pt x="0" y="0"/>
                    </a:moveTo>
                    <a:cubicBezTo>
                      <a:pt x="8" y="18"/>
                      <a:pt x="22" y="9"/>
                      <a:pt x="36" y="7"/>
                    </a:cubicBezTo>
                    <a:cubicBezTo>
                      <a:pt x="44" y="6"/>
                      <a:pt x="50" y="5"/>
                      <a:pt x="59" y="9"/>
                    </a:cubicBezTo>
                    <a:cubicBezTo>
                      <a:pt x="73" y="15"/>
                      <a:pt x="77" y="23"/>
                      <a:pt x="95" y="21"/>
                    </a:cubicBezTo>
                    <a:cubicBezTo>
                      <a:pt x="114" y="18"/>
                      <a:pt x="121" y="17"/>
                      <a:pt x="138" y="28"/>
                    </a:cubicBezTo>
                    <a:cubicBezTo>
                      <a:pt x="157" y="40"/>
                      <a:pt x="168" y="40"/>
                      <a:pt x="191" y="39"/>
                    </a:cubicBezTo>
                    <a:cubicBezTo>
                      <a:pt x="210" y="39"/>
                      <a:pt x="214" y="49"/>
                      <a:pt x="230" y="56"/>
                    </a:cubicBezTo>
                    <a:cubicBezTo>
                      <a:pt x="244" y="62"/>
                      <a:pt x="260" y="55"/>
                      <a:pt x="275" y="60"/>
                    </a:cubicBezTo>
                    <a:cubicBezTo>
                      <a:pt x="287" y="63"/>
                      <a:pt x="294" y="71"/>
                      <a:pt x="304" y="7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7" name="Freeform 1018">
                <a:extLst>
                  <a:ext uri="{FF2B5EF4-FFF2-40B4-BE49-F238E27FC236}">
                    <a16:creationId xmlns:a16="http://schemas.microsoft.com/office/drawing/2014/main" id="{C473F712-A02C-4F99-86CC-A17BA85F9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772"/>
                <a:ext cx="262" cy="97"/>
              </a:xfrm>
              <a:custGeom>
                <a:avLst/>
                <a:gdLst>
                  <a:gd name="T0" fmla="*/ 0 w 121"/>
                  <a:gd name="T1" fmla="*/ 48 h 42"/>
                  <a:gd name="T2" fmla="*/ 470 w 121"/>
                  <a:gd name="T3" fmla="*/ 122 h 42"/>
                  <a:gd name="T4" fmla="*/ 576 w 121"/>
                  <a:gd name="T5" fmla="*/ 236 h 42"/>
                  <a:gd name="T6" fmla="*/ 749 w 121"/>
                  <a:gd name="T7" fmla="*/ 196 h 42"/>
                  <a:gd name="T8" fmla="*/ 1148 w 121"/>
                  <a:gd name="T9" fmla="*/ 367 h 42"/>
                  <a:gd name="T10" fmla="*/ 1228 w 121"/>
                  <a:gd name="T11" fmla="*/ 51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42">
                    <a:moveTo>
                      <a:pt x="0" y="4"/>
                    </a:moveTo>
                    <a:cubicBezTo>
                      <a:pt x="16" y="1"/>
                      <a:pt x="32" y="0"/>
                      <a:pt x="46" y="10"/>
                    </a:cubicBezTo>
                    <a:cubicBezTo>
                      <a:pt x="51" y="13"/>
                      <a:pt x="50" y="18"/>
                      <a:pt x="57" y="19"/>
                    </a:cubicBezTo>
                    <a:cubicBezTo>
                      <a:pt x="61" y="20"/>
                      <a:pt x="70" y="16"/>
                      <a:pt x="74" y="16"/>
                    </a:cubicBezTo>
                    <a:cubicBezTo>
                      <a:pt x="86" y="16"/>
                      <a:pt x="104" y="22"/>
                      <a:pt x="113" y="30"/>
                    </a:cubicBezTo>
                    <a:cubicBezTo>
                      <a:pt x="116" y="33"/>
                      <a:pt x="117" y="39"/>
                      <a:pt x="121" y="4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8" name="Freeform 1019">
                <a:extLst>
                  <a:ext uri="{FF2B5EF4-FFF2-40B4-BE49-F238E27FC236}">
                    <a16:creationId xmlns:a16="http://schemas.microsoft.com/office/drawing/2014/main" id="{7C087A15-0EFE-4E13-9B59-E0FA3996A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848"/>
                <a:ext cx="496" cy="118"/>
              </a:xfrm>
              <a:custGeom>
                <a:avLst/>
                <a:gdLst>
                  <a:gd name="T0" fmla="*/ 0 w 229"/>
                  <a:gd name="T1" fmla="*/ 134 h 51"/>
                  <a:gd name="T2" fmla="*/ 548 w 229"/>
                  <a:gd name="T3" fmla="*/ 199 h 51"/>
                  <a:gd name="T4" fmla="*/ 1018 w 229"/>
                  <a:gd name="T5" fmla="*/ 285 h 51"/>
                  <a:gd name="T6" fmla="*/ 1308 w 229"/>
                  <a:gd name="T7" fmla="*/ 433 h 51"/>
                  <a:gd name="T8" fmla="*/ 2073 w 229"/>
                  <a:gd name="T9" fmla="*/ 567 h 51"/>
                  <a:gd name="T10" fmla="*/ 2246 w 229"/>
                  <a:gd name="T11" fmla="*/ 567 h 51"/>
                  <a:gd name="T12" fmla="*/ 2326 w 229"/>
                  <a:gd name="T13" fmla="*/ 53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9" h="51">
                    <a:moveTo>
                      <a:pt x="0" y="11"/>
                    </a:moveTo>
                    <a:cubicBezTo>
                      <a:pt x="21" y="0"/>
                      <a:pt x="36" y="6"/>
                      <a:pt x="54" y="16"/>
                    </a:cubicBezTo>
                    <a:cubicBezTo>
                      <a:pt x="68" y="23"/>
                      <a:pt x="85" y="22"/>
                      <a:pt x="100" y="23"/>
                    </a:cubicBezTo>
                    <a:cubicBezTo>
                      <a:pt x="114" y="24"/>
                      <a:pt x="118" y="27"/>
                      <a:pt x="129" y="35"/>
                    </a:cubicBezTo>
                    <a:cubicBezTo>
                      <a:pt x="152" y="51"/>
                      <a:pt x="178" y="44"/>
                      <a:pt x="204" y="46"/>
                    </a:cubicBezTo>
                    <a:cubicBezTo>
                      <a:pt x="210" y="47"/>
                      <a:pt x="216" y="47"/>
                      <a:pt x="221" y="46"/>
                    </a:cubicBezTo>
                    <a:cubicBezTo>
                      <a:pt x="225" y="46"/>
                      <a:pt x="223" y="41"/>
                      <a:pt x="229" y="4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9" name="Freeform 1020">
                <a:extLst>
                  <a:ext uri="{FF2B5EF4-FFF2-40B4-BE49-F238E27FC236}">
                    <a16:creationId xmlns:a16="http://schemas.microsoft.com/office/drawing/2014/main" id="{EE38B988-8674-4E17-BEEA-AD4B7B372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913"/>
                <a:ext cx="139" cy="44"/>
              </a:xfrm>
              <a:custGeom>
                <a:avLst/>
                <a:gdLst>
                  <a:gd name="T0" fmla="*/ 0 w 64"/>
                  <a:gd name="T1" fmla="*/ 37 h 19"/>
                  <a:gd name="T2" fmla="*/ 656 w 64"/>
                  <a:gd name="T3" fmla="*/ 23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9">
                    <a:moveTo>
                      <a:pt x="0" y="3"/>
                    </a:moveTo>
                    <a:cubicBezTo>
                      <a:pt x="25" y="0"/>
                      <a:pt x="43" y="8"/>
                      <a:pt x="64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0" name="Freeform 1021">
                <a:extLst>
                  <a:ext uri="{FF2B5EF4-FFF2-40B4-BE49-F238E27FC236}">
                    <a16:creationId xmlns:a16="http://schemas.microsoft.com/office/drawing/2014/main" id="{A4D4FD29-F7A3-4395-A8CA-323FD6C0D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954"/>
                <a:ext cx="772" cy="151"/>
              </a:xfrm>
              <a:custGeom>
                <a:avLst/>
                <a:gdLst>
                  <a:gd name="T0" fmla="*/ 0 w 356"/>
                  <a:gd name="T1" fmla="*/ 0 h 65"/>
                  <a:gd name="T2" fmla="*/ 306 w 356"/>
                  <a:gd name="T3" fmla="*/ 151 h 65"/>
                  <a:gd name="T4" fmla="*/ 681 w 356"/>
                  <a:gd name="T5" fmla="*/ 102 h 65"/>
                  <a:gd name="T6" fmla="*/ 1039 w 356"/>
                  <a:gd name="T7" fmla="*/ 314 h 65"/>
                  <a:gd name="T8" fmla="*/ 1468 w 356"/>
                  <a:gd name="T9" fmla="*/ 339 h 65"/>
                  <a:gd name="T10" fmla="*/ 1971 w 356"/>
                  <a:gd name="T11" fmla="*/ 513 h 65"/>
                  <a:gd name="T12" fmla="*/ 2262 w 356"/>
                  <a:gd name="T13" fmla="*/ 453 h 65"/>
                  <a:gd name="T14" fmla="*/ 2520 w 356"/>
                  <a:gd name="T15" fmla="*/ 502 h 65"/>
                  <a:gd name="T16" fmla="*/ 2854 w 356"/>
                  <a:gd name="T17" fmla="*/ 750 h 65"/>
                  <a:gd name="T18" fmla="*/ 3203 w 356"/>
                  <a:gd name="T19" fmla="*/ 739 h 65"/>
                  <a:gd name="T20" fmla="*/ 3630 w 356"/>
                  <a:gd name="T21" fmla="*/ 690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6" h="65">
                    <a:moveTo>
                      <a:pt x="0" y="0"/>
                    </a:moveTo>
                    <a:cubicBezTo>
                      <a:pt x="10" y="4"/>
                      <a:pt x="19" y="11"/>
                      <a:pt x="30" y="12"/>
                    </a:cubicBezTo>
                    <a:cubicBezTo>
                      <a:pt x="43" y="13"/>
                      <a:pt x="55" y="6"/>
                      <a:pt x="67" y="8"/>
                    </a:cubicBezTo>
                    <a:cubicBezTo>
                      <a:pt x="80" y="11"/>
                      <a:pt x="90" y="21"/>
                      <a:pt x="102" y="25"/>
                    </a:cubicBezTo>
                    <a:cubicBezTo>
                      <a:pt x="118" y="31"/>
                      <a:pt x="129" y="29"/>
                      <a:pt x="144" y="27"/>
                    </a:cubicBezTo>
                    <a:cubicBezTo>
                      <a:pt x="164" y="23"/>
                      <a:pt x="174" y="40"/>
                      <a:pt x="193" y="41"/>
                    </a:cubicBezTo>
                    <a:cubicBezTo>
                      <a:pt x="202" y="42"/>
                      <a:pt x="212" y="36"/>
                      <a:pt x="222" y="36"/>
                    </a:cubicBezTo>
                    <a:cubicBezTo>
                      <a:pt x="230" y="36"/>
                      <a:pt x="239" y="38"/>
                      <a:pt x="247" y="40"/>
                    </a:cubicBezTo>
                    <a:cubicBezTo>
                      <a:pt x="260" y="45"/>
                      <a:pt x="268" y="55"/>
                      <a:pt x="280" y="60"/>
                    </a:cubicBezTo>
                    <a:cubicBezTo>
                      <a:pt x="292" y="65"/>
                      <a:pt x="302" y="62"/>
                      <a:pt x="314" y="59"/>
                    </a:cubicBezTo>
                    <a:cubicBezTo>
                      <a:pt x="326" y="55"/>
                      <a:pt x="344" y="51"/>
                      <a:pt x="356" y="5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1" name="Freeform 1022">
                <a:extLst>
                  <a:ext uri="{FF2B5EF4-FFF2-40B4-BE49-F238E27FC236}">
                    <a16:creationId xmlns:a16="http://schemas.microsoft.com/office/drawing/2014/main" id="{7C240C92-21A0-42C6-B390-2546D51F1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000"/>
                <a:ext cx="137" cy="35"/>
              </a:xfrm>
              <a:custGeom>
                <a:avLst/>
                <a:gdLst>
                  <a:gd name="T0" fmla="*/ 0 w 63"/>
                  <a:gd name="T1" fmla="*/ 65 h 15"/>
                  <a:gd name="T2" fmla="*/ 648 w 63"/>
                  <a:gd name="T3" fmla="*/ 19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5">
                    <a:moveTo>
                      <a:pt x="0" y="5"/>
                    </a:moveTo>
                    <a:cubicBezTo>
                      <a:pt x="25" y="7"/>
                      <a:pt x="41" y="0"/>
                      <a:pt x="63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2" name="Freeform 1023">
                <a:extLst>
                  <a:ext uri="{FF2B5EF4-FFF2-40B4-BE49-F238E27FC236}">
                    <a16:creationId xmlns:a16="http://schemas.microsoft.com/office/drawing/2014/main" id="{32AAB046-607A-4D66-9AC9-39781921D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047"/>
                <a:ext cx="134" cy="46"/>
              </a:xfrm>
              <a:custGeom>
                <a:avLst/>
                <a:gdLst>
                  <a:gd name="T0" fmla="*/ 0 w 62"/>
                  <a:gd name="T1" fmla="*/ 0 h 20"/>
                  <a:gd name="T2" fmla="*/ 627 w 62"/>
                  <a:gd name="T3" fmla="*/ 14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0">
                    <a:moveTo>
                      <a:pt x="0" y="0"/>
                    </a:moveTo>
                    <a:cubicBezTo>
                      <a:pt x="15" y="20"/>
                      <a:pt x="45" y="16"/>
                      <a:pt x="62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3" name="Freeform 1024">
                <a:extLst>
                  <a:ext uri="{FF2B5EF4-FFF2-40B4-BE49-F238E27FC236}">
                    <a16:creationId xmlns:a16="http://schemas.microsoft.com/office/drawing/2014/main" id="{9DDA59CB-5CFF-44D1-B7FA-C33211EFB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977"/>
                <a:ext cx="178" cy="42"/>
              </a:xfrm>
              <a:custGeom>
                <a:avLst/>
                <a:gdLst>
                  <a:gd name="T0" fmla="*/ 0 w 82"/>
                  <a:gd name="T1" fmla="*/ 37 h 18"/>
                  <a:gd name="T2" fmla="*/ 560 w 82"/>
                  <a:gd name="T3" fmla="*/ 86 h 18"/>
                  <a:gd name="T4" fmla="*/ 838 w 82"/>
                  <a:gd name="T5" fmla="*/ 22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8">
                    <a:moveTo>
                      <a:pt x="0" y="3"/>
                    </a:moveTo>
                    <a:cubicBezTo>
                      <a:pt x="20" y="5"/>
                      <a:pt x="36" y="0"/>
                      <a:pt x="55" y="7"/>
                    </a:cubicBezTo>
                    <a:cubicBezTo>
                      <a:pt x="64" y="11"/>
                      <a:pt x="73" y="15"/>
                      <a:pt x="82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4" name="Freeform 1025">
                <a:extLst>
                  <a:ext uri="{FF2B5EF4-FFF2-40B4-BE49-F238E27FC236}">
                    <a16:creationId xmlns:a16="http://schemas.microsoft.com/office/drawing/2014/main" id="{52348FCE-8AB3-4F47-ADDA-43F9C2A2E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021"/>
                <a:ext cx="104" cy="35"/>
              </a:xfrm>
              <a:custGeom>
                <a:avLst/>
                <a:gdLst>
                  <a:gd name="T0" fmla="*/ 0 w 48"/>
                  <a:gd name="T1" fmla="*/ 0 h 15"/>
                  <a:gd name="T2" fmla="*/ 487 w 48"/>
                  <a:gd name="T3" fmla="*/ 12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5">
                    <a:moveTo>
                      <a:pt x="0" y="0"/>
                    </a:moveTo>
                    <a:cubicBezTo>
                      <a:pt x="11" y="12"/>
                      <a:pt x="37" y="15"/>
                      <a:pt x="4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5" name="Freeform 1026">
                <a:extLst>
                  <a:ext uri="{FF2B5EF4-FFF2-40B4-BE49-F238E27FC236}">
                    <a16:creationId xmlns:a16="http://schemas.microsoft.com/office/drawing/2014/main" id="{816B46D1-4D50-4BB7-9E01-E420266A8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984"/>
                <a:ext cx="106" cy="37"/>
              </a:xfrm>
              <a:custGeom>
                <a:avLst/>
                <a:gdLst>
                  <a:gd name="T0" fmla="*/ 0 w 49"/>
                  <a:gd name="T1" fmla="*/ 0 h 16"/>
                  <a:gd name="T2" fmla="*/ 495 w 49"/>
                  <a:gd name="T3" fmla="*/ 1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6">
                    <a:moveTo>
                      <a:pt x="0" y="0"/>
                    </a:moveTo>
                    <a:cubicBezTo>
                      <a:pt x="9" y="12"/>
                      <a:pt x="35" y="16"/>
                      <a:pt x="49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6" name="Freeform 1027">
                <a:extLst>
                  <a:ext uri="{FF2B5EF4-FFF2-40B4-BE49-F238E27FC236}">
                    <a16:creationId xmlns:a16="http://schemas.microsoft.com/office/drawing/2014/main" id="{C36D64FD-1C16-4D1C-B56D-53AA8A95F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954"/>
                <a:ext cx="104" cy="44"/>
              </a:xfrm>
              <a:custGeom>
                <a:avLst/>
                <a:gdLst>
                  <a:gd name="T0" fmla="*/ 0 w 48"/>
                  <a:gd name="T1" fmla="*/ 0 h 19"/>
                  <a:gd name="T2" fmla="*/ 487 w 48"/>
                  <a:gd name="T3" fmla="*/ 13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9">
                    <a:moveTo>
                      <a:pt x="0" y="0"/>
                    </a:moveTo>
                    <a:cubicBezTo>
                      <a:pt x="7" y="11"/>
                      <a:pt x="38" y="19"/>
                      <a:pt x="48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7" name="Freeform 1028">
                <a:extLst>
                  <a:ext uri="{FF2B5EF4-FFF2-40B4-BE49-F238E27FC236}">
                    <a16:creationId xmlns:a16="http://schemas.microsoft.com/office/drawing/2014/main" id="{49E4910E-23C5-4602-A0DC-1D1503ABE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896"/>
                <a:ext cx="139" cy="51"/>
              </a:xfrm>
              <a:custGeom>
                <a:avLst/>
                <a:gdLst>
                  <a:gd name="T0" fmla="*/ 0 w 64"/>
                  <a:gd name="T1" fmla="*/ 0 h 22"/>
                  <a:gd name="T2" fmla="*/ 367 w 64"/>
                  <a:gd name="T3" fmla="*/ 264 h 22"/>
                  <a:gd name="T4" fmla="*/ 656 w 64"/>
                  <a:gd name="T5" fmla="*/ 26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2">
                    <a:moveTo>
                      <a:pt x="0" y="0"/>
                    </a:moveTo>
                    <a:cubicBezTo>
                      <a:pt x="12" y="10"/>
                      <a:pt x="20" y="19"/>
                      <a:pt x="36" y="21"/>
                    </a:cubicBezTo>
                    <a:cubicBezTo>
                      <a:pt x="45" y="22"/>
                      <a:pt x="58" y="20"/>
                      <a:pt x="64" y="2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8" name="Freeform 1029">
                <a:extLst>
                  <a:ext uri="{FF2B5EF4-FFF2-40B4-BE49-F238E27FC236}">
                    <a16:creationId xmlns:a16="http://schemas.microsoft.com/office/drawing/2014/main" id="{A02F3D99-68F7-4153-90B5-75EF7DB52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850"/>
                <a:ext cx="121" cy="42"/>
              </a:xfrm>
              <a:custGeom>
                <a:avLst/>
                <a:gdLst>
                  <a:gd name="T0" fmla="*/ 0 w 56"/>
                  <a:gd name="T1" fmla="*/ 28 h 18"/>
                  <a:gd name="T2" fmla="*/ 564 w 56"/>
                  <a:gd name="T3" fmla="*/ 2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8">
                    <a:moveTo>
                      <a:pt x="0" y="2"/>
                    </a:moveTo>
                    <a:cubicBezTo>
                      <a:pt x="25" y="0"/>
                      <a:pt x="37" y="1"/>
                      <a:pt x="56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9" name="Freeform 1030">
                <a:extLst>
                  <a:ext uri="{FF2B5EF4-FFF2-40B4-BE49-F238E27FC236}">
                    <a16:creationId xmlns:a16="http://schemas.microsoft.com/office/drawing/2014/main" id="{247696D6-20C3-4121-AEE8-85E64291C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806"/>
                <a:ext cx="128" cy="56"/>
              </a:xfrm>
              <a:custGeom>
                <a:avLst/>
                <a:gdLst>
                  <a:gd name="T0" fmla="*/ 0 w 59"/>
                  <a:gd name="T1" fmla="*/ 86 h 24"/>
                  <a:gd name="T2" fmla="*/ 427 w 59"/>
                  <a:gd name="T3" fmla="*/ 114 h 24"/>
                  <a:gd name="T4" fmla="*/ 603 w 59"/>
                  <a:gd name="T5" fmla="*/ 30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4">
                    <a:moveTo>
                      <a:pt x="0" y="7"/>
                    </a:moveTo>
                    <a:cubicBezTo>
                      <a:pt x="17" y="5"/>
                      <a:pt x="27" y="0"/>
                      <a:pt x="42" y="9"/>
                    </a:cubicBezTo>
                    <a:cubicBezTo>
                      <a:pt x="46" y="13"/>
                      <a:pt x="59" y="24"/>
                      <a:pt x="59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0" name="Freeform 1031">
                <a:extLst>
                  <a:ext uri="{FF2B5EF4-FFF2-40B4-BE49-F238E27FC236}">
                    <a16:creationId xmlns:a16="http://schemas.microsoft.com/office/drawing/2014/main" id="{1CCEEDB9-ADD7-4D5E-9461-D63910CDC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628"/>
                <a:ext cx="271" cy="74"/>
              </a:xfrm>
              <a:custGeom>
                <a:avLst/>
                <a:gdLst>
                  <a:gd name="T0" fmla="*/ 0 w 125"/>
                  <a:gd name="T1" fmla="*/ 12 h 32"/>
                  <a:gd name="T2" fmla="*/ 715 w 125"/>
                  <a:gd name="T3" fmla="*/ 224 h 32"/>
                  <a:gd name="T4" fmla="*/ 1275 w 125"/>
                  <a:gd name="T5" fmla="*/ 39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32">
                    <a:moveTo>
                      <a:pt x="0" y="1"/>
                    </a:moveTo>
                    <a:cubicBezTo>
                      <a:pt x="28" y="0"/>
                      <a:pt x="47" y="1"/>
                      <a:pt x="70" y="18"/>
                    </a:cubicBezTo>
                    <a:cubicBezTo>
                      <a:pt x="86" y="30"/>
                      <a:pt x="106" y="32"/>
                      <a:pt x="125" y="3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1" name="Freeform 1032">
                <a:extLst>
                  <a:ext uri="{FF2B5EF4-FFF2-40B4-BE49-F238E27FC236}">
                    <a16:creationId xmlns:a16="http://schemas.microsoft.com/office/drawing/2014/main" id="{728F3761-1D10-4149-A045-A623F71C5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658"/>
                <a:ext cx="132" cy="44"/>
              </a:xfrm>
              <a:custGeom>
                <a:avLst/>
                <a:gdLst>
                  <a:gd name="T0" fmla="*/ 0 w 61"/>
                  <a:gd name="T1" fmla="*/ 49 h 19"/>
                  <a:gd name="T2" fmla="*/ 619 w 61"/>
                  <a:gd name="T3" fmla="*/ 23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9">
                    <a:moveTo>
                      <a:pt x="0" y="4"/>
                    </a:moveTo>
                    <a:cubicBezTo>
                      <a:pt x="14" y="0"/>
                      <a:pt x="59" y="0"/>
                      <a:pt x="61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2" name="Freeform 1033">
                <a:extLst>
                  <a:ext uri="{FF2B5EF4-FFF2-40B4-BE49-F238E27FC236}">
                    <a16:creationId xmlns:a16="http://schemas.microsoft.com/office/drawing/2014/main" id="{BD2000B2-6B14-4781-9E29-51119F6F0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82"/>
                <a:ext cx="52" cy="49"/>
              </a:xfrm>
              <a:custGeom>
                <a:avLst/>
                <a:gdLst>
                  <a:gd name="T0" fmla="*/ 0 w 24"/>
                  <a:gd name="T1" fmla="*/ 0 h 21"/>
                  <a:gd name="T2" fmla="*/ 245 w 24"/>
                  <a:gd name="T3" fmla="*/ 26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6" y="9"/>
                      <a:pt x="19" y="11"/>
                      <a:pt x="24" y="2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3" name="Freeform 1034">
                <a:extLst>
                  <a:ext uri="{FF2B5EF4-FFF2-40B4-BE49-F238E27FC236}">
                    <a16:creationId xmlns:a16="http://schemas.microsoft.com/office/drawing/2014/main" id="{D4C5C6DE-A7F8-49F2-942B-3FCC64439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642"/>
                <a:ext cx="126" cy="44"/>
              </a:xfrm>
              <a:custGeom>
                <a:avLst/>
                <a:gdLst>
                  <a:gd name="T0" fmla="*/ 0 w 58"/>
                  <a:gd name="T1" fmla="*/ 0 h 19"/>
                  <a:gd name="T2" fmla="*/ 595 w 58"/>
                  <a:gd name="T3" fmla="*/ 12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9">
                    <a:moveTo>
                      <a:pt x="0" y="0"/>
                    </a:moveTo>
                    <a:cubicBezTo>
                      <a:pt x="15" y="19"/>
                      <a:pt x="43" y="9"/>
                      <a:pt x="5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4" name="Freeform 1035">
                <a:extLst>
                  <a:ext uri="{FF2B5EF4-FFF2-40B4-BE49-F238E27FC236}">
                    <a16:creationId xmlns:a16="http://schemas.microsoft.com/office/drawing/2014/main" id="{1303732C-6AA0-464E-B166-07B32C778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714"/>
                <a:ext cx="147" cy="48"/>
              </a:xfrm>
              <a:custGeom>
                <a:avLst/>
                <a:gdLst>
                  <a:gd name="T0" fmla="*/ 0 w 68"/>
                  <a:gd name="T1" fmla="*/ 0 h 21"/>
                  <a:gd name="T2" fmla="*/ 687 w 68"/>
                  <a:gd name="T3" fmla="*/ 15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1">
                    <a:moveTo>
                      <a:pt x="0" y="0"/>
                    </a:moveTo>
                    <a:cubicBezTo>
                      <a:pt x="18" y="21"/>
                      <a:pt x="47" y="17"/>
                      <a:pt x="68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5" name="Freeform 1036">
                <a:extLst>
                  <a:ext uri="{FF2B5EF4-FFF2-40B4-BE49-F238E27FC236}">
                    <a16:creationId xmlns:a16="http://schemas.microsoft.com/office/drawing/2014/main" id="{825578EC-1CEF-4372-B23C-86591CC3D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781"/>
                <a:ext cx="130" cy="41"/>
              </a:xfrm>
              <a:custGeom>
                <a:avLst/>
                <a:gdLst>
                  <a:gd name="T0" fmla="*/ 0 w 60"/>
                  <a:gd name="T1" fmla="*/ 0 h 18"/>
                  <a:gd name="T2" fmla="*/ 611 w 60"/>
                  <a:gd name="T3" fmla="*/ 1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8">
                    <a:moveTo>
                      <a:pt x="0" y="0"/>
                    </a:moveTo>
                    <a:cubicBezTo>
                      <a:pt x="15" y="18"/>
                      <a:pt x="40" y="15"/>
                      <a:pt x="60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6" name="Freeform 1037">
                <a:extLst>
                  <a:ext uri="{FF2B5EF4-FFF2-40B4-BE49-F238E27FC236}">
                    <a16:creationId xmlns:a16="http://schemas.microsoft.com/office/drawing/2014/main" id="{B4FF1C1B-592C-4721-96BD-78190204A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921"/>
                <a:ext cx="600" cy="134"/>
              </a:xfrm>
              <a:custGeom>
                <a:avLst/>
                <a:gdLst>
                  <a:gd name="T0" fmla="*/ 0 w 277"/>
                  <a:gd name="T1" fmla="*/ 0 h 58"/>
                  <a:gd name="T2" fmla="*/ 334 w 277"/>
                  <a:gd name="T3" fmla="*/ 224 h 58"/>
                  <a:gd name="T4" fmla="*/ 934 w 277"/>
                  <a:gd name="T5" fmla="*/ 293 h 58"/>
                  <a:gd name="T6" fmla="*/ 1525 w 277"/>
                  <a:gd name="T7" fmla="*/ 453 h 58"/>
                  <a:gd name="T8" fmla="*/ 1871 w 277"/>
                  <a:gd name="T9" fmla="*/ 554 h 58"/>
                  <a:gd name="T10" fmla="*/ 2816 w 277"/>
                  <a:gd name="T11" fmla="*/ 582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7" h="58">
                    <a:moveTo>
                      <a:pt x="0" y="0"/>
                    </a:moveTo>
                    <a:cubicBezTo>
                      <a:pt x="13" y="4"/>
                      <a:pt x="18" y="16"/>
                      <a:pt x="33" y="18"/>
                    </a:cubicBezTo>
                    <a:cubicBezTo>
                      <a:pt x="54" y="22"/>
                      <a:pt x="72" y="15"/>
                      <a:pt x="92" y="24"/>
                    </a:cubicBezTo>
                    <a:cubicBezTo>
                      <a:pt x="112" y="34"/>
                      <a:pt x="126" y="39"/>
                      <a:pt x="150" y="37"/>
                    </a:cubicBezTo>
                    <a:cubicBezTo>
                      <a:pt x="166" y="37"/>
                      <a:pt x="169" y="39"/>
                      <a:pt x="184" y="45"/>
                    </a:cubicBezTo>
                    <a:cubicBezTo>
                      <a:pt x="213" y="58"/>
                      <a:pt x="249" y="58"/>
                      <a:pt x="277" y="4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7" name="Freeform 1038">
                <a:extLst>
                  <a:ext uri="{FF2B5EF4-FFF2-40B4-BE49-F238E27FC236}">
                    <a16:creationId xmlns:a16="http://schemas.microsoft.com/office/drawing/2014/main" id="{EE65A8FD-67E4-4FD4-9999-B15E5D64B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967"/>
                <a:ext cx="159" cy="51"/>
              </a:xfrm>
              <a:custGeom>
                <a:avLst/>
                <a:gdLst>
                  <a:gd name="T0" fmla="*/ 0 w 73"/>
                  <a:gd name="T1" fmla="*/ 0 h 22"/>
                  <a:gd name="T2" fmla="*/ 754 w 73"/>
                  <a:gd name="T3" fmla="*/ 18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22">
                    <a:moveTo>
                      <a:pt x="0" y="0"/>
                    </a:moveTo>
                    <a:cubicBezTo>
                      <a:pt x="21" y="22"/>
                      <a:pt x="48" y="20"/>
                      <a:pt x="73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8" name="Freeform 1039">
                <a:extLst>
                  <a:ext uri="{FF2B5EF4-FFF2-40B4-BE49-F238E27FC236}">
                    <a16:creationId xmlns:a16="http://schemas.microsoft.com/office/drawing/2014/main" id="{E8B00DC8-3262-486E-9B7B-30A654386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011"/>
                <a:ext cx="136" cy="46"/>
              </a:xfrm>
              <a:custGeom>
                <a:avLst/>
                <a:gdLst>
                  <a:gd name="T0" fmla="*/ 0 w 63"/>
                  <a:gd name="T1" fmla="*/ 0 h 20"/>
                  <a:gd name="T2" fmla="*/ 635 w 63"/>
                  <a:gd name="T3" fmla="*/ 1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0">
                    <a:moveTo>
                      <a:pt x="0" y="0"/>
                    </a:moveTo>
                    <a:cubicBezTo>
                      <a:pt x="16" y="20"/>
                      <a:pt x="41" y="19"/>
                      <a:pt x="63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9" name="Freeform 1040">
                <a:extLst>
                  <a:ext uri="{FF2B5EF4-FFF2-40B4-BE49-F238E27FC236}">
                    <a16:creationId xmlns:a16="http://schemas.microsoft.com/office/drawing/2014/main" id="{6F6C9D2B-2D99-4C68-B383-2AEA4F179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006"/>
                <a:ext cx="134" cy="42"/>
              </a:xfrm>
              <a:custGeom>
                <a:avLst/>
                <a:gdLst>
                  <a:gd name="T0" fmla="*/ 0 w 62"/>
                  <a:gd name="T1" fmla="*/ 65 h 18"/>
                  <a:gd name="T2" fmla="*/ 627 w 62"/>
                  <a:gd name="T3" fmla="*/ 2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8">
                    <a:moveTo>
                      <a:pt x="0" y="5"/>
                    </a:moveTo>
                    <a:cubicBezTo>
                      <a:pt x="18" y="0"/>
                      <a:pt x="47" y="6"/>
                      <a:pt x="62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0" name="Freeform 1041">
                <a:extLst>
                  <a:ext uri="{FF2B5EF4-FFF2-40B4-BE49-F238E27FC236}">
                    <a16:creationId xmlns:a16="http://schemas.microsoft.com/office/drawing/2014/main" id="{A4AD68B3-F271-4F63-93FB-AB56F4AFA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1050"/>
                <a:ext cx="186" cy="39"/>
              </a:xfrm>
              <a:custGeom>
                <a:avLst/>
                <a:gdLst>
                  <a:gd name="T0" fmla="*/ 0 w 86"/>
                  <a:gd name="T1" fmla="*/ 0 h 17"/>
                  <a:gd name="T2" fmla="*/ 575 w 86"/>
                  <a:gd name="T3" fmla="*/ 167 h 17"/>
                  <a:gd name="T4" fmla="*/ 869 w 86"/>
                  <a:gd name="T5" fmla="*/ 9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7">
                    <a:moveTo>
                      <a:pt x="0" y="0"/>
                    </a:moveTo>
                    <a:cubicBezTo>
                      <a:pt x="15" y="14"/>
                      <a:pt x="38" y="17"/>
                      <a:pt x="57" y="14"/>
                    </a:cubicBezTo>
                    <a:cubicBezTo>
                      <a:pt x="67" y="13"/>
                      <a:pt x="77" y="4"/>
                      <a:pt x="86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1" name="Freeform 1042">
                <a:extLst>
                  <a:ext uri="{FF2B5EF4-FFF2-40B4-BE49-F238E27FC236}">
                    <a16:creationId xmlns:a16="http://schemas.microsoft.com/office/drawing/2014/main" id="{93E2259E-093A-4C56-B94E-7118B052B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916"/>
                <a:ext cx="134" cy="42"/>
              </a:xfrm>
              <a:custGeom>
                <a:avLst/>
                <a:gdLst>
                  <a:gd name="T0" fmla="*/ 0 w 62"/>
                  <a:gd name="T1" fmla="*/ 0 h 18"/>
                  <a:gd name="T2" fmla="*/ 627 w 62"/>
                  <a:gd name="T3" fmla="*/ 2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8">
                    <a:moveTo>
                      <a:pt x="0" y="0"/>
                    </a:moveTo>
                    <a:cubicBezTo>
                      <a:pt x="24" y="3"/>
                      <a:pt x="43" y="2"/>
                      <a:pt x="62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2" name="Freeform 1043">
                <a:extLst>
                  <a:ext uri="{FF2B5EF4-FFF2-40B4-BE49-F238E27FC236}">
                    <a16:creationId xmlns:a16="http://schemas.microsoft.com/office/drawing/2014/main" id="{BAD45779-55C9-4411-9392-9A3F23C80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951"/>
                <a:ext cx="156" cy="58"/>
              </a:xfrm>
              <a:custGeom>
                <a:avLst/>
                <a:gdLst>
                  <a:gd name="T0" fmla="*/ 0 w 72"/>
                  <a:gd name="T1" fmla="*/ 114 h 25"/>
                  <a:gd name="T2" fmla="*/ 732 w 72"/>
                  <a:gd name="T3" fmla="*/ 313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25">
                    <a:moveTo>
                      <a:pt x="0" y="9"/>
                    </a:moveTo>
                    <a:cubicBezTo>
                      <a:pt x="18" y="10"/>
                      <a:pt x="66" y="0"/>
                      <a:pt x="72" y="2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3" name="Freeform 1044">
                <a:extLst>
                  <a:ext uri="{FF2B5EF4-FFF2-40B4-BE49-F238E27FC236}">
                    <a16:creationId xmlns:a16="http://schemas.microsoft.com/office/drawing/2014/main" id="{01F43BE1-E792-45D1-93D9-640BF721D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272"/>
                <a:ext cx="139" cy="30"/>
              </a:xfrm>
              <a:custGeom>
                <a:avLst/>
                <a:gdLst>
                  <a:gd name="T0" fmla="*/ 0 w 64"/>
                  <a:gd name="T1" fmla="*/ 48 h 13"/>
                  <a:gd name="T2" fmla="*/ 656 w 64"/>
                  <a:gd name="T3" fmla="*/ 15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3">
                    <a:moveTo>
                      <a:pt x="0" y="4"/>
                    </a:moveTo>
                    <a:cubicBezTo>
                      <a:pt x="25" y="5"/>
                      <a:pt x="42" y="0"/>
                      <a:pt x="64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4" name="Freeform 1045">
                <a:extLst>
                  <a:ext uri="{FF2B5EF4-FFF2-40B4-BE49-F238E27FC236}">
                    <a16:creationId xmlns:a16="http://schemas.microsoft.com/office/drawing/2014/main" id="{05AEA232-82D5-4B59-9245-8D073577D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314"/>
                <a:ext cx="425" cy="138"/>
              </a:xfrm>
              <a:custGeom>
                <a:avLst/>
                <a:gdLst>
                  <a:gd name="T0" fmla="*/ 0 w 196"/>
                  <a:gd name="T1" fmla="*/ 0 h 60"/>
                  <a:gd name="T2" fmla="*/ 375 w 196"/>
                  <a:gd name="T3" fmla="*/ 195 h 60"/>
                  <a:gd name="T4" fmla="*/ 987 w 196"/>
                  <a:gd name="T5" fmla="*/ 195 h 60"/>
                  <a:gd name="T6" fmla="*/ 1232 w 196"/>
                  <a:gd name="T7" fmla="*/ 366 h 60"/>
                  <a:gd name="T8" fmla="*/ 1537 w 196"/>
                  <a:gd name="T9" fmla="*/ 366 h 60"/>
                  <a:gd name="T10" fmla="*/ 1999 w 196"/>
                  <a:gd name="T11" fmla="*/ 729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60">
                    <a:moveTo>
                      <a:pt x="0" y="0"/>
                    </a:moveTo>
                    <a:cubicBezTo>
                      <a:pt x="11" y="7"/>
                      <a:pt x="23" y="13"/>
                      <a:pt x="37" y="16"/>
                    </a:cubicBezTo>
                    <a:cubicBezTo>
                      <a:pt x="57" y="20"/>
                      <a:pt x="77" y="12"/>
                      <a:pt x="97" y="16"/>
                    </a:cubicBezTo>
                    <a:cubicBezTo>
                      <a:pt x="108" y="18"/>
                      <a:pt x="112" y="25"/>
                      <a:pt x="121" y="30"/>
                    </a:cubicBezTo>
                    <a:cubicBezTo>
                      <a:pt x="133" y="35"/>
                      <a:pt x="140" y="30"/>
                      <a:pt x="151" y="30"/>
                    </a:cubicBezTo>
                    <a:cubicBezTo>
                      <a:pt x="174" y="31"/>
                      <a:pt x="182" y="51"/>
                      <a:pt x="196" y="6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5" name="Freeform 1046">
                <a:extLst>
                  <a:ext uri="{FF2B5EF4-FFF2-40B4-BE49-F238E27FC236}">
                    <a16:creationId xmlns:a16="http://schemas.microsoft.com/office/drawing/2014/main" id="{DC758369-FC97-4409-A1FA-D163EF3BC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383"/>
                <a:ext cx="154" cy="79"/>
              </a:xfrm>
              <a:custGeom>
                <a:avLst/>
                <a:gdLst>
                  <a:gd name="T0" fmla="*/ 0 w 71"/>
                  <a:gd name="T1" fmla="*/ 351 h 34"/>
                  <a:gd name="T2" fmla="*/ 410 w 71"/>
                  <a:gd name="T3" fmla="*/ 179 h 34"/>
                  <a:gd name="T4" fmla="*/ 724 w 7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4">
                    <a:moveTo>
                      <a:pt x="0" y="28"/>
                    </a:moveTo>
                    <a:cubicBezTo>
                      <a:pt x="17" y="34"/>
                      <a:pt x="29" y="24"/>
                      <a:pt x="40" y="14"/>
                    </a:cubicBezTo>
                    <a:cubicBezTo>
                      <a:pt x="52" y="2"/>
                      <a:pt x="57" y="5"/>
                      <a:pt x="7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6" name="Freeform 1047">
                <a:extLst>
                  <a:ext uri="{FF2B5EF4-FFF2-40B4-BE49-F238E27FC236}">
                    <a16:creationId xmlns:a16="http://schemas.microsoft.com/office/drawing/2014/main" id="{3A30E53C-847C-4058-957A-86E56DF45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339"/>
                <a:ext cx="134" cy="44"/>
              </a:xfrm>
              <a:custGeom>
                <a:avLst/>
                <a:gdLst>
                  <a:gd name="T0" fmla="*/ 0 w 62"/>
                  <a:gd name="T1" fmla="*/ 74 h 19"/>
                  <a:gd name="T2" fmla="*/ 627 w 62"/>
                  <a:gd name="T3" fmla="*/ 23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9">
                    <a:moveTo>
                      <a:pt x="0" y="6"/>
                    </a:moveTo>
                    <a:cubicBezTo>
                      <a:pt x="26" y="10"/>
                      <a:pt x="42" y="0"/>
                      <a:pt x="62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7" name="Freeform 1048">
                <a:extLst>
                  <a:ext uri="{FF2B5EF4-FFF2-40B4-BE49-F238E27FC236}">
                    <a16:creationId xmlns:a16="http://schemas.microsoft.com/office/drawing/2014/main" id="{C1CD26F6-CAD8-493F-ADB7-C8365330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53"/>
                <a:ext cx="122" cy="51"/>
              </a:xfrm>
              <a:custGeom>
                <a:avLst/>
                <a:gdLst>
                  <a:gd name="T0" fmla="*/ 0 w 56"/>
                  <a:gd name="T1" fmla="*/ 0 h 22"/>
                  <a:gd name="T2" fmla="*/ 580 w 56"/>
                  <a:gd name="T3" fmla="*/ 15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16" y="22"/>
                      <a:pt x="35" y="10"/>
                      <a:pt x="56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8" name="Freeform 1049">
                <a:extLst>
                  <a:ext uri="{FF2B5EF4-FFF2-40B4-BE49-F238E27FC236}">
                    <a16:creationId xmlns:a16="http://schemas.microsoft.com/office/drawing/2014/main" id="{93BD6506-D0AD-4CA6-AF96-5733705D6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813"/>
                <a:ext cx="3" cy="19"/>
              </a:xfrm>
              <a:custGeom>
                <a:avLst/>
                <a:gdLst>
                  <a:gd name="T0" fmla="*/ 27 w 1"/>
                  <a:gd name="T1" fmla="*/ 0 h 8"/>
                  <a:gd name="T2" fmla="*/ 27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3"/>
                      <a:pt x="0" y="6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9" name="Freeform 1050">
                <a:extLst>
                  <a:ext uri="{FF2B5EF4-FFF2-40B4-BE49-F238E27FC236}">
                    <a16:creationId xmlns:a16="http://schemas.microsoft.com/office/drawing/2014/main" id="{BAF5650E-A134-413E-99A6-790FEEB67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850"/>
                <a:ext cx="1" cy="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0" name="Freeform 1051">
                <a:extLst>
                  <a:ext uri="{FF2B5EF4-FFF2-40B4-BE49-F238E27FC236}">
                    <a16:creationId xmlns:a16="http://schemas.microsoft.com/office/drawing/2014/main" id="{A141AE08-D19D-46DE-A346-2F0695D61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878"/>
                <a:ext cx="2" cy="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2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1" name="Freeform 1052">
                <a:extLst>
                  <a:ext uri="{FF2B5EF4-FFF2-40B4-BE49-F238E27FC236}">
                    <a16:creationId xmlns:a16="http://schemas.microsoft.com/office/drawing/2014/main" id="{3B7E55B8-F444-4D58-B753-95AE92796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03"/>
                <a:ext cx="2" cy="12"/>
              </a:xfrm>
              <a:custGeom>
                <a:avLst/>
                <a:gdLst>
                  <a:gd name="T0" fmla="*/ 8 w 1"/>
                  <a:gd name="T1" fmla="*/ 0 h 5"/>
                  <a:gd name="T2" fmla="*/ 8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2" name="Freeform 1053">
                <a:extLst>
                  <a:ext uri="{FF2B5EF4-FFF2-40B4-BE49-F238E27FC236}">
                    <a16:creationId xmlns:a16="http://schemas.microsoft.com/office/drawing/2014/main" id="{D422A01A-EDA7-46F6-9CFA-4D7DE5CF6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929"/>
                <a:ext cx="1" cy="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3" name="Freeform 1054">
                <a:extLst>
                  <a:ext uri="{FF2B5EF4-FFF2-40B4-BE49-F238E27FC236}">
                    <a16:creationId xmlns:a16="http://schemas.microsoft.com/office/drawing/2014/main" id="{D92C4D0F-B0F0-4601-B6FA-09B0373B8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947"/>
                <a:ext cx="1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4" name="Freeform 1055">
                <a:extLst>
                  <a:ext uri="{FF2B5EF4-FFF2-40B4-BE49-F238E27FC236}">
                    <a16:creationId xmlns:a16="http://schemas.microsoft.com/office/drawing/2014/main" id="{6BFD0A23-8BF8-4356-A2AC-08911EF7E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390"/>
                <a:ext cx="4" cy="21"/>
              </a:xfrm>
              <a:custGeom>
                <a:avLst/>
                <a:gdLst>
                  <a:gd name="T0" fmla="*/ 0 w 2"/>
                  <a:gd name="T1" fmla="*/ 0 h 9"/>
                  <a:gd name="T2" fmla="*/ 16 w 2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1" y="2"/>
                      <a:pt x="2" y="7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5" name="Freeform 1056">
                <a:extLst>
                  <a:ext uri="{FF2B5EF4-FFF2-40B4-BE49-F238E27FC236}">
                    <a16:creationId xmlns:a16="http://schemas.microsoft.com/office/drawing/2014/main" id="{5BA69006-6452-4BE1-BF71-F6632D477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413"/>
                <a:ext cx="1" cy="16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6" name="Freeform 1057">
                <a:extLst>
                  <a:ext uri="{FF2B5EF4-FFF2-40B4-BE49-F238E27FC236}">
                    <a16:creationId xmlns:a16="http://schemas.microsoft.com/office/drawing/2014/main" id="{84F6C917-A3CB-4CE8-96CC-188445C98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441"/>
                <a:ext cx="2" cy="14"/>
              </a:xfrm>
              <a:custGeom>
                <a:avLst/>
                <a:gdLst>
                  <a:gd name="T0" fmla="*/ 8 w 1"/>
                  <a:gd name="T1" fmla="*/ 0 h 6"/>
                  <a:gd name="T2" fmla="*/ 0 w 1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7" name="Freeform 1058">
                <a:extLst>
                  <a:ext uri="{FF2B5EF4-FFF2-40B4-BE49-F238E27FC236}">
                    <a16:creationId xmlns:a16="http://schemas.microsoft.com/office/drawing/2014/main" id="{F74066F6-BC97-48CF-9C76-0BD147E92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466"/>
                <a:ext cx="1" cy="21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8" name="Freeform 1059">
                <a:extLst>
                  <a:ext uri="{FF2B5EF4-FFF2-40B4-BE49-F238E27FC236}">
                    <a16:creationId xmlns:a16="http://schemas.microsoft.com/office/drawing/2014/main" id="{29D52EF3-BDBB-4224-9BD7-AC5937BAA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298"/>
                <a:ext cx="160" cy="50"/>
              </a:xfrm>
              <a:custGeom>
                <a:avLst/>
                <a:gdLst>
                  <a:gd name="T0" fmla="*/ 0 w 74"/>
                  <a:gd name="T1" fmla="*/ 25 h 22"/>
                  <a:gd name="T2" fmla="*/ 201 w 74"/>
                  <a:gd name="T3" fmla="*/ 82 h 22"/>
                  <a:gd name="T4" fmla="*/ 478 w 74"/>
                  <a:gd name="T5" fmla="*/ 130 h 22"/>
                  <a:gd name="T6" fmla="*/ 748 w 74"/>
                  <a:gd name="T7" fmla="*/ 25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22">
                    <a:moveTo>
                      <a:pt x="0" y="2"/>
                    </a:moveTo>
                    <a:cubicBezTo>
                      <a:pt x="6" y="0"/>
                      <a:pt x="14" y="6"/>
                      <a:pt x="20" y="7"/>
                    </a:cubicBezTo>
                    <a:cubicBezTo>
                      <a:pt x="29" y="9"/>
                      <a:pt x="38" y="9"/>
                      <a:pt x="47" y="11"/>
                    </a:cubicBezTo>
                    <a:cubicBezTo>
                      <a:pt x="56" y="14"/>
                      <a:pt x="65" y="22"/>
                      <a:pt x="74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9" name="Freeform 1060">
                <a:extLst>
                  <a:ext uri="{FF2B5EF4-FFF2-40B4-BE49-F238E27FC236}">
                    <a16:creationId xmlns:a16="http://schemas.microsoft.com/office/drawing/2014/main" id="{D60D1AEE-B344-4DC3-A14A-5C1F95E67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337"/>
                <a:ext cx="135" cy="60"/>
              </a:xfrm>
              <a:custGeom>
                <a:avLst/>
                <a:gdLst>
                  <a:gd name="T0" fmla="*/ 0 w 62"/>
                  <a:gd name="T1" fmla="*/ 0 h 26"/>
                  <a:gd name="T2" fmla="*/ 640 w 62"/>
                  <a:gd name="T3" fmla="*/ 31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6">
                    <a:moveTo>
                      <a:pt x="0" y="0"/>
                    </a:moveTo>
                    <a:cubicBezTo>
                      <a:pt x="21" y="23"/>
                      <a:pt x="37" y="17"/>
                      <a:pt x="62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0" name="Freeform 1061">
                <a:extLst>
                  <a:ext uri="{FF2B5EF4-FFF2-40B4-BE49-F238E27FC236}">
                    <a16:creationId xmlns:a16="http://schemas.microsoft.com/office/drawing/2014/main" id="{924545B3-79D2-461C-A02E-16E14F843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376"/>
                <a:ext cx="144" cy="60"/>
              </a:xfrm>
              <a:custGeom>
                <a:avLst/>
                <a:gdLst>
                  <a:gd name="T0" fmla="*/ 0 w 66"/>
                  <a:gd name="T1" fmla="*/ 0 h 26"/>
                  <a:gd name="T2" fmla="*/ 685 w 66"/>
                  <a:gd name="T3" fmla="*/ 187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26">
                    <a:moveTo>
                      <a:pt x="0" y="0"/>
                    </a:moveTo>
                    <a:cubicBezTo>
                      <a:pt x="5" y="26"/>
                      <a:pt x="49" y="17"/>
                      <a:pt x="66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1" name="Freeform 1062">
                <a:extLst>
                  <a:ext uri="{FF2B5EF4-FFF2-40B4-BE49-F238E27FC236}">
                    <a16:creationId xmlns:a16="http://schemas.microsoft.com/office/drawing/2014/main" id="{9C77D287-1A82-4375-8C52-04019BA83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866"/>
                <a:ext cx="134" cy="47"/>
              </a:xfrm>
              <a:custGeom>
                <a:avLst/>
                <a:gdLst>
                  <a:gd name="T0" fmla="*/ 0 w 62"/>
                  <a:gd name="T1" fmla="*/ 0 h 20"/>
                  <a:gd name="T2" fmla="*/ 341 w 62"/>
                  <a:gd name="T3" fmla="*/ 259 h 20"/>
                  <a:gd name="T4" fmla="*/ 627 w 62"/>
                  <a:gd name="T5" fmla="*/ 13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0">
                    <a:moveTo>
                      <a:pt x="0" y="0"/>
                    </a:moveTo>
                    <a:cubicBezTo>
                      <a:pt x="8" y="13"/>
                      <a:pt x="18" y="19"/>
                      <a:pt x="34" y="20"/>
                    </a:cubicBezTo>
                    <a:cubicBezTo>
                      <a:pt x="45" y="20"/>
                      <a:pt x="52" y="12"/>
                      <a:pt x="62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566" name="Freeform 1063">
              <a:extLst>
                <a:ext uri="{FF2B5EF4-FFF2-40B4-BE49-F238E27FC236}">
                  <a16:creationId xmlns:a16="http://schemas.microsoft.com/office/drawing/2014/main" id="{73FC2D8D-515C-430B-8558-C3B1C4693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908"/>
              <a:ext cx="232" cy="44"/>
            </a:xfrm>
            <a:custGeom>
              <a:avLst/>
              <a:gdLst>
                <a:gd name="T0" fmla="*/ 0 w 107"/>
                <a:gd name="T1" fmla="*/ 102 h 19"/>
                <a:gd name="T2" fmla="*/ 460 w 107"/>
                <a:gd name="T3" fmla="*/ 65 h 19"/>
                <a:gd name="T4" fmla="*/ 663 w 107"/>
                <a:gd name="T5" fmla="*/ 199 h 19"/>
                <a:gd name="T6" fmla="*/ 906 w 107"/>
                <a:gd name="T7" fmla="*/ 236 h 19"/>
                <a:gd name="T8" fmla="*/ 1091 w 107"/>
                <a:gd name="T9" fmla="*/ 15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9">
                  <a:moveTo>
                    <a:pt x="0" y="8"/>
                  </a:moveTo>
                  <a:cubicBezTo>
                    <a:pt x="12" y="0"/>
                    <a:pt x="32" y="1"/>
                    <a:pt x="45" y="5"/>
                  </a:cubicBezTo>
                  <a:cubicBezTo>
                    <a:pt x="53" y="8"/>
                    <a:pt x="58" y="14"/>
                    <a:pt x="65" y="16"/>
                  </a:cubicBezTo>
                  <a:cubicBezTo>
                    <a:pt x="71" y="19"/>
                    <a:pt x="83" y="19"/>
                    <a:pt x="89" y="19"/>
                  </a:cubicBezTo>
                  <a:cubicBezTo>
                    <a:pt x="97" y="18"/>
                    <a:pt x="101" y="13"/>
                    <a:pt x="10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7" name="Freeform 1064">
              <a:extLst>
                <a:ext uri="{FF2B5EF4-FFF2-40B4-BE49-F238E27FC236}">
                  <a16:creationId xmlns:a16="http://schemas.microsoft.com/office/drawing/2014/main" id="{55EB4DEE-EBD5-436C-8508-8866F0AC3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936"/>
              <a:ext cx="121" cy="39"/>
            </a:xfrm>
            <a:custGeom>
              <a:avLst/>
              <a:gdLst>
                <a:gd name="T0" fmla="*/ 0 w 56"/>
                <a:gd name="T1" fmla="*/ 0 h 17"/>
                <a:gd name="T2" fmla="*/ 331 w 56"/>
                <a:gd name="T3" fmla="*/ 204 h 17"/>
                <a:gd name="T4" fmla="*/ 564 w 56"/>
                <a:gd name="T5" fmla="*/ 12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0" y="0"/>
                  </a:moveTo>
                  <a:cubicBezTo>
                    <a:pt x="4" y="11"/>
                    <a:pt x="22" y="17"/>
                    <a:pt x="33" y="17"/>
                  </a:cubicBezTo>
                  <a:cubicBezTo>
                    <a:pt x="41" y="16"/>
                    <a:pt x="48" y="12"/>
                    <a:pt x="56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8" name="Freeform 1065">
              <a:extLst>
                <a:ext uri="{FF2B5EF4-FFF2-40B4-BE49-F238E27FC236}">
                  <a16:creationId xmlns:a16="http://schemas.microsoft.com/office/drawing/2014/main" id="{21DCEC8B-5DDE-4493-92CA-7512DBBFB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026"/>
              <a:ext cx="115" cy="28"/>
            </a:xfrm>
            <a:custGeom>
              <a:avLst/>
              <a:gdLst>
                <a:gd name="T0" fmla="*/ 0 w 53"/>
                <a:gd name="T1" fmla="*/ 0 h 12"/>
                <a:gd name="T2" fmla="*/ 358 w 53"/>
                <a:gd name="T3" fmla="*/ 152 h 12"/>
                <a:gd name="T4" fmla="*/ 542 w 53"/>
                <a:gd name="T5" fmla="*/ 11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">
                  <a:moveTo>
                    <a:pt x="0" y="0"/>
                  </a:moveTo>
                  <a:cubicBezTo>
                    <a:pt x="11" y="12"/>
                    <a:pt x="20" y="12"/>
                    <a:pt x="35" y="12"/>
                  </a:cubicBezTo>
                  <a:cubicBezTo>
                    <a:pt x="41" y="12"/>
                    <a:pt x="47" y="9"/>
                    <a:pt x="53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9" name="Freeform 1066">
              <a:extLst>
                <a:ext uri="{FF2B5EF4-FFF2-40B4-BE49-F238E27FC236}">
                  <a16:creationId xmlns:a16="http://schemas.microsoft.com/office/drawing/2014/main" id="{13AF7D22-53B7-4305-A05E-FB9EA85EA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84"/>
              <a:ext cx="45" cy="44"/>
            </a:xfrm>
            <a:custGeom>
              <a:avLst/>
              <a:gdLst>
                <a:gd name="T0" fmla="*/ 0 w 21"/>
                <a:gd name="T1" fmla="*/ 0 h 19"/>
                <a:gd name="T2" fmla="*/ 206 w 21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0"/>
                  </a:moveTo>
                  <a:cubicBezTo>
                    <a:pt x="4" y="9"/>
                    <a:pt x="17" y="10"/>
                    <a:pt x="21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0" name="Freeform 1067">
              <a:extLst>
                <a:ext uri="{FF2B5EF4-FFF2-40B4-BE49-F238E27FC236}">
                  <a16:creationId xmlns:a16="http://schemas.microsoft.com/office/drawing/2014/main" id="{10E14178-DDC9-405E-AC98-581C56572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730"/>
              <a:ext cx="130" cy="44"/>
            </a:xfrm>
            <a:custGeom>
              <a:avLst/>
              <a:gdLst>
                <a:gd name="T0" fmla="*/ 0 w 60"/>
                <a:gd name="T1" fmla="*/ 0 h 19"/>
                <a:gd name="T2" fmla="*/ 156 w 60"/>
                <a:gd name="T3" fmla="*/ 160 h 19"/>
                <a:gd name="T4" fmla="*/ 418 w 60"/>
                <a:gd name="T5" fmla="*/ 208 h 19"/>
                <a:gd name="T6" fmla="*/ 611 w 60"/>
                <a:gd name="T7" fmla="*/ 13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9">
                  <a:moveTo>
                    <a:pt x="0" y="0"/>
                  </a:moveTo>
                  <a:cubicBezTo>
                    <a:pt x="7" y="3"/>
                    <a:pt x="10" y="9"/>
                    <a:pt x="15" y="13"/>
                  </a:cubicBezTo>
                  <a:cubicBezTo>
                    <a:pt x="23" y="19"/>
                    <a:pt x="32" y="19"/>
                    <a:pt x="41" y="17"/>
                  </a:cubicBezTo>
                  <a:cubicBezTo>
                    <a:pt x="47" y="15"/>
                    <a:pt x="54" y="14"/>
                    <a:pt x="60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1" name="Freeform 1068">
              <a:extLst>
                <a:ext uri="{FF2B5EF4-FFF2-40B4-BE49-F238E27FC236}">
                  <a16:creationId xmlns:a16="http://schemas.microsoft.com/office/drawing/2014/main" id="{478CBDF4-757F-45D4-9B49-C785D869A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598"/>
              <a:ext cx="122" cy="35"/>
            </a:xfrm>
            <a:custGeom>
              <a:avLst/>
              <a:gdLst>
                <a:gd name="T0" fmla="*/ 0 w 56"/>
                <a:gd name="T1" fmla="*/ 0 h 15"/>
                <a:gd name="T2" fmla="*/ 333 w 56"/>
                <a:gd name="T3" fmla="*/ 180 h 15"/>
                <a:gd name="T4" fmla="*/ 580 w 56"/>
                <a:gd name="T5" fmla="*/ 14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">
                  <a:moveTo>
                    <a:pt x="0" y="0"/>
                  </a:moveTo>
                  <a:cubicBezTo>
                    <a:pt x="10" y="9"/>
                    <a:pt x="19" y="13"/>
                    <a:pt x="32" y="14"/>
                  </a:cubicBezTo>
                  <a:cubicBezTo>
                    <a:pt x="41" y="15"/>
                    <a:pt x="48" y="11"/>
                    <a:pt x="56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2" name="Freeform 1069">
              <a:extLst>
                <a:ext uri="{FF2B5EF4-FFF2-40B4-BE49-F238E27FC236}">
                  <a16:creationId xmlns:a16="http://schemas.microsoft.com/office/drawing/2014/main" id="{C9F2DA83-8823-417D-893E-33CC0CF6B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681"/>
              <a:ext cx="109" cy="49"/>
            </a:xfrm>
            <a:custGeom>
              <a:avLst/>
              <a:gdLst>
                <a:gd name="T0" fmla="*/ 0 w 50"/>
                <a:gd name="T1" fmla="*/ 0 h 21"/>
                <a:gd name="T2" fmla="*/ 519 w 50"/>
                <a:gd name="T3" fmla="*/ 12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1">
                  <a:moveTo>
                    <a:pt x="0" y="0"/>
                  </a:moveTo>
                  <a:cubicBezTo>
                    <a:pt x="11" y="14"/>
                    <a:pt x="35" y="21"/>
                    <a:pt x="5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3" name="Freeform 1070">
              <a:extLst>
                <a:ext uri="{FF2B5EF4-FFF2-40B4-BE49-F238E27FC236}">
                  <a16:creationId xmlns:a16="http://schemas.microsoft.com/office/drawing/2014/main" id="{DCD6A22F-164D-4EA6-B5A7-5675E3DA2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015"/>
              <a:ext cx="102" cy="31"/>
            </a:xfrm>
            <a:custGeom>
              <a:avLst/>
              <a:gdLst>
                <a:gd name="T0" fmla="*/ 0 w 47"/>
                <a:gd name="T1" fmla="*/ 0 h 13"/>
                <a:gd name="T2" fmla="*/ 480 w 47"/>
                <a:gd name="T3" fmla="*/ 11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10" y="13"/>
                    <a:pt x="33" y="10"/>
                    <a:pt x="47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4" name="Freeform 1071">
              <a:extLst>
                <a:ext uri="{FF2B5EF4-FFF2-40B4-BE49-F238E27FC236}">
                  <a16:creationId xmlns:a16="http://schemas.microsoft.com/office/drawing/2014/main" id="{06349AE1-1F5A-412A-8A9B-13BB94AA0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307"/>
              <a:ext cx="137" cy="41"/>
            </a:xfrm>
            <a:custGeom>
              <a:avLst/>
              <a:gdLst>
                <a:gd name="T0" fmla="*/ 0 w 63"/>
                <a:gd name="T1" fmla="*/ 0 h 18"/>
                <a:gd name="T2" fmla="*/ 463 w 63"/>
                <a:gd name="T3" fmla="*/ 187 h 18"/>
                <a:gd name="T4" fmla="*/ 648 w 63"/>
                <a:gd name="T5" fmla="*/ 11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8">
                  <a:moveTo>
                    <a:pt x="0" y="0"/>
                  </a:moveTo>
                  <a:cubicBezTo>
                    <a:pt x="13" y="15"/>
                    <a:pt x="26" y="18"/>
                    <a:pt x="45" y="16"/>
                  </a:cubicBezTo>
                  <a:cubicBezTo>
                    <a:pt x="51" y="15"/>
                    <a:pt x="59" y="17"/>
                    <a:pt x="63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5" name="Freeform 1072">
              <a:extLst>
                <a:ext uri="{FF2B5EF4-FFF2-40B4-BE49-F238E27FC236}">
                  <a16:creationId xmlns:a16="http://schemas.microsoft.com/office/drawing/2014/main" id="{03D12965-D567-4E9D-9275-451F5E118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422"/>
              <a:ext cx="78" cy="51"/>
            </a:xfrm>
            <a:custGeom>
              <a:avLst/>
              <a:gdLst>
                <a:gd name="T0" fmla="*/ 0 w 36"/>
                <a:gd name="T1" fmla="*/ 74 h 22"/>
                <a:gd name="T2" fmla="*/ 366 w 36"/>
                <a:gd name="T3" fmla="*/ 2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2">
                  <a:moveTo>
                    <a:pt x="0" y="6"/>
                  </a:moveTo>
                  <a:cubicBezTo>
                    <a:pt x="19" y="0"/>
                    <a:pt x="23" y="18"/>
                    <a:pt x="36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6" name="Freeform 1073">
              <a:extLst>
                <a:ext uri="{FF2B5EF4-FFF2-40B4-BE49-F238E27FC236}">
                  <a16:creationId xmlns:a16="http://schemas.microsoft.com/office/drawing/2014/main" id="{7620DB34-7981-4158-B7B9-0C51DA613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251"/>
              <a:ext cx="2" cy="19"/>
            </a:xfrm>
            <a:custGeom>
              <a:avLst/>
              <a:gdLst>
                <a:gd name="T0" fmla="*/ 8 w 1"/>
                <a:gd name="T1" fmla="*/ 0 h 8"/>
                <a:gd name="T2" fmla="*/ 0 w 1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1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7" name="Freeform 1074">
              <a:extLst>
                <a:ext uri="{FF2B5EF4-FFF2-40B4-BE49-F238E27FC236}">
                  <a16:creationId xmlns:a16="http://schemas.microsoft.com/office/drawing/2014/main" id="{45ACA5FF-6442-485D-9A12-952C468B5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293"/>
              <a:ext cx="4" cy="16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8" name="Freeform 1075">
              <a:extLst>
                <a:ext uri="{FF2B5EF4-FFF2-40B4-BE49-F238E27FC236}">
                  <a16:creationId xmlns:a16="http://schemas.microsoft.com/office/drawing/2014/main" id="{5DB6A236-3347-4DF3-BB67-3BB086D6B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325"/>
              <a:ext cx="1" cy="17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0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9" name="Freeform 1076">
              <a:extLst>
                <a:ext uri="{FF2B5EF4-FFF2-40B4-BE49-F238E27FC236}">
                  <a16:creationId xmlns:a16="http://schemas.microsoft.com/office/drawing/2014/main" id="{58A118A6-A4AD-4E92-BE13-5E344CBE3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358"/>
              <a:ext cx="1" cy="16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0" name="Freeform 1077">
              <a:extLst>
                <a:ext uri="{FF2B5EF4-FFF2-40B4-BE49-F238E27FC236}">
                  <a16:creationId xmlns:a16="http://schemas.microsoft.com/office/drawing/2014/main" id="{F7460034-B3B6-4A09-BC09-F63787BE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367"/>
              <a:ext cx="1" cy="18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1" name="Freeform 1078">
              <a:extLst>
                <a:ext uri="{FF2B5EF4-FFF2-40B4-BE49-F238E27FC236}">
                  <a16:creationId xmlns:a16="http://schemas.microsoft.com/office/drawing/2014/main" id="{9FEB2127-84CA-42A3-8609-EB4C0D29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390"/>
              <a:ext cx="1" cy="16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2" name="Freeform 1079">
              <a:extLst>
                <a:ext uri="{FF2B5EF4-FFF2-40B4-BE49-F238E27FC236}">
                  <a16:creationId xmlns:a16="http://schemas.microsoft.com/office/drawing/2014/main" id="{6D6BE1F3-1216-455E-A8D1-2EF087FCC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046"/>
              <a:ext cx="462" cy="50"/>
            </a:xfrm>
            <a:custGeom>
              <a:avLst/>
              <a:gdLst>
                <a:gd name="T0" fmla="*/ 0 w 213"/>
                <a:gd name="T1" fmla="*/ 118 h 22"/>
                <a:gd name="T2" fmla="*/ 386 w 213"/>
                <a:gd name="T3" fmla="*/ 248 h 22"/>
                <a:gd name="T4" fmla="*/ 716 w 213"/>
                <a:gd name="T5" fmla="*/ 118 h 22"/>
                <a:gd name="T6" fmla="*/ 1186 w 213"/>
                <a:gd name="T7" fmla="*/ 57 h 22"/>
                <a:gd name="T8" fmla="*/ 1614 w 213"/>
                <a:gd name="T9" fmla="*/ 45 h 22"/>
                <a:gd name="T10" fmla="*/ 1939 w 213"/>
                <a:gd name="T11" fmla="*/ 36 h 22"/>
                <a:gd name="T12" fmla="*/ 2173 w 213"/>
                <a:gd name="T13" fmla="*/ 23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22">
                  <a:moveTo>
                    <a:pt x="0" y="10"/>
                  </a:moveTo>
                  <a:cubicBezTo>
                    <a:pt x="10" y="16"/>
                    <a:pt x="26" y="22"/>
                    <a:pt x="38" y="21"/>
                  </a:cubicBezTo>
                  <a:cubicBezTo>
                    <a:pt x="49" y="19"/>
                    <a:pt x="60" y="15"/>
                    <a:pt x="70" y="10"/>
                  </a:cubicBezTo>
                  <a:cubicBezTo>
                    <a:pt x="86" y="3"/>
                    <a:pt x="99" y="1"/>
                    <a:pt x="116" y="5"/>
                  </a:cubicBezTo>
                  <a:cubicBezTo>
                    <a:pt x="130" y="9"/>
                    <a:pt x="144" y="9"/>
                    <a:pt x="158" y="4"/>
                  </a:cubicBezTo>
                  <a:cubicBezTo>
                    <a:pt x="170" y="1"/>
                    <a:pt x="178" y="0"/>
                    <a:pt x="190" y="3"/>
                  </a:cubicBezTo>
                  <a:cubicBezTo>
                    <a:pt x="197" y="5"/>
                    <a:pt x="212" y="11"/>
                    <a:pt x="213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3" name="Freeform 1080">
              <a:extLst>
                <a:ext uri="{FF2B5EF4-FFF2-40B4-BE49-F238E27FC236}">
                  <a16:creationId xmlns:a16="http://schemas.microsoft.com/office/drawing/2014/main" id="{DC5C9D54-C6CA-4482-8D77-391071CC5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041"/>
              <a:ext cx="291" cy="55"/>
            </a:xfrm>
            <a:custGeom>
              <a:avLst/>
              <a:gdLst>
                <a:gd name="T0" fmla="*/ 0 w 134"/>
                <a:gd name="T1" fmla="*/ 131 h 24"/>
                <a:gd name="T2" fmla="*/ 471 w 134"/>
                <a:gd name="T3" fmla="*/ 11 h 24"/>
                <a:gd name="T4" fmla="*/ 830 w 134"/>
                <a:gd name="T5" fmla="*/ 110 h 24"/>
                <a:gd name="T6" fmla="*/ 1372 w 134"/>
                <a:gd name="T7" fmla="*/ 1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24">
                  <a:moveTo>
                    <a:pt x="0" y="11"/>
                  </a:moveTo>
                  <a:cubicBezTo>
                    <a:pt x="14" y="20"/>
                    <a:pt x="32" y="3"/>
                    <a:pt x="46" y="1"/>
                  </a:cubicBezTo>
                  <a:cubicBezTo>
                    <a:pt x="60" y="0"/>
                    <a:pt x="69" y="4"/>
                    <a:pt x="81" y="9"/>
                  </a:cubicBezTo>
                  <a:cubicBezTo>
                    <a:pt x="94" y="16"/>
                    <a:pt x="123" y="24"/>
                    <a:pt x="134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4" name="Freeform 1081">
              <a:extLst>
                <a:ext uri="{FF2B5EF4-FFF2-40B4-BE49-F238E27FC236}">
                  <a16:creationId xmlns:a16="http://schemas.microsoft.com/office/drawing/2014/main" id="{4E4A3810-1CA5-4474-AEAD-E732B42E9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958"/>
              <a:ext cx="128" cy="57"/>
            </a:xfrm>
            <a:custGeom>
              <a:avLst/>
              <a:gdLst>
                <a:gd name="T0" fmla="*/ 0 w 59"/>
                <a:gd name="T1" fmla="*/ 82 h 25"/>
                <a:gd name="T2" fmla="*/ 438 w 59"/>
                <a:gd name="T3" fmla="*/ 130 h 25"/>
                <a:gd name="T4" fmla="*/ 603 w 59"/>
                <a:gd name="T5" fmla="*/ 2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5">
                  <a:moveTo>
                    <a:pt x="0" y="7"/>
                  </a:moveTo>
                  <a:cubicBezTo>
                    <a:pt x="16" y="2"/>
                    <a:pt x="29" y="0"/>
                    <a:pt x="43" y="11"/>
                  </a:cubicBezTo>
                  <a:cubicBezTo>
                    <a:pt x="48" y="14"/>
                    <a:pt x="56" y="22"/>
                    <a:pt x="59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5" name="Freeform 1082">
              <a:extLst>
                <a:ext uri="{FF2B5EF4-FFF2-40B4-BE49-F238E27FC236}">
                  <a16:creationId xmlns:a16="http://schemas.microsoft.com/office/drawing/2014/main" id="{49D1414B-27BF-4B78-A17E-BBBD9E75C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020"/>
              <a:ext cx="120" cy="46"/>
            </a:xfrm>
            <a:custGeom>
              <a:avLst/>
              <a:gdLst>
                <a:gd name="T0" fmla="*/ 0 w 55"/>
                <a:gd name="T1" fmla="*/ 244 h 20"/>
                <a:gd name="T2" fmla="*/ 113 w 55"/>
                <a:gd name="T3" fmla="*/ 74 h 20"/>
                <a:gd name="T4" fmla="*/ 310 w 55"/>
                <a:gd name="T5" fmla="*/ 0 h 20"/>
                <a:gd name="T6" fmla="*/ 572 w 55"/>
                <a:gd name="T7" fmla="*/ 13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4" y="19"/>
                    <a:pt x="7" y="9"/>
                    <a:pt x="11" y="6"/>
                  </a:cubicBezTo>
                  <a:cubicBezTo>
                    <a:pt x="16" y="0"/>
                    <a:pt x="23" y="0"/>
                    <a:pt x="30" y="0"/>
                  </a:cubicBezTo>
                  <a:cubicBezTo>
                    <a:pt x="40" y="1"/>
                    <a:pt x="49" y="4"/>
                    <a:pt x="55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6" name="Freeform 1083">
              <a:extLst>
                <a:ext uri="{FF2B5EF4-FFF2-40B4-BE49-F238E27FC236}">
                  <a16:creationId xmlns:a16="http://schemas.microsoft.com/office/drawing/2014/main" id="{6BDDA993-D8BF-457C-BCE3-C2812D7BF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960"/>
              <a:ext cx="442" cy="60"/>
            </a:xfrm>
            <a:custGeom>
              <a:avLst/>
              <a:gdLst>
                <a:gd name="T0" fmla="*/ 0 w 204"/>
                <a:gd name="T1" fmla="*/ 318 h 26"/>
                <a:gd name="T2" fmla="*/ 446 w 204"/>
                <a:gd name="T3" fmla="*/ 256 h 26"/>
                <a:gd name="T4" fmla="*/ 864 w 204"/>
                <a:gd name="T5" fmla="*/ 256 h 26"/>
                <a:gd name="T6" fmla="*/ 1255 w 204"/>
                <a:gd name="T7" fmla="*/ 159 h 26"/>
                <a:gd name="T8" fmla="*/ 1558 w 204"/>
                <a:gd name="T9" fmla="*/ 235 h 26"/>
                <a:gd name="T10" fmla="*/ 1972 w 204"/>
                <a:gd name="T11" fmla="*/ 159 h 26"/>
                <a:gd name="T12" fmla="*/ 2076 w 204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4" h="26">
                  <a:moveTo>
                    <a:pt x="0" y="26"/>
                  </a:moveTo>
                  <a:cubicBezTo>
                    <a:pt x="15" y="26"/>
                    <a:pt x="28" y="17"/>
                    <a:pt x="44" y="21"/>
                  </a:cubicBezTo>
                  <a:cubicBezTo>
                    <a:pt x="58" y="25"/>
                    <a:pt x="71" y="25"/>
                    <a:pt x="85" y="21"/>
                  </a:cubicBezTo>
                  <a:cubicBezTo>
                    <a:pt x="97" y="18"/>
                    <a:pt x="110" y="12"/>
                    <a:pt x="123" y="13"/>
                  </a:cubicBezTo>
                  <a:cubicBezTo>
                    <a:pt x="133" y="14"/>
                    <a:pt x="143" y="19"/>
                    <a:pt x="153" y="19"/>
                  </a:cubicBezTo>
                  <a:cubicBezTo>
                    <a:pt x="166" y="20"/>
                    <a:pt x="183" y="20"/>
                    <a:pt x="194" y="13"/>
                  </a:cubicBezTo>
                  <a:cubicBezTo>
                    <a:pt x="200" y="9"/>
                    <a:pt x="203" y="5"/>
                    <a:pt x="20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7" name="Freeform 1084">
              <a:extLst>
                <a:ext uri="{FF2B5EF4-FFF2-40B4-BE49-F238E27FC236}">
                  <a16:creationId xmlns:a16="http://schemas.microsoft.com/office/drawing/2014/main" id="{2B22C84E-AC54-4F39-A591-28766D598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999"/>
              <a:ext cx="141" cy="23"/>
            </a:xfrm>
            <a:custGeom>
              <a:avLst/>
              <a:gdLst>
                <a:gd name="T0" fmla="*/ 0 w 65"/>
                <a:gd name="T1" fmla="*/ 122 h 10"/>
                <a:gd name="T2" fmla="*/ 427 w 65"/>
                <a:gd name="T3" fmla="*/ 37 h 10"/>
                <a:gd name="T4" fmla="*/ 664 w 65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0">
                  <a:moveTo>
                    <a:pt x="0" y="10"/>
                  </a:moveTo>
                  <a:cubicBezTo>
                    <a:pt x="14" y="3"/>
                    <a:pt x="26" y="0"/>
                    <a:pt x="42" y="3"/>
                  </a:cubicBezTo>
                  <a:cubicBezTo>
                    <a:pt x="50" y="5"/>
                    <a:pt x="58" y="6"/>
                    <a:pt x="65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8" name="Freeform 1085">
              <a:extLst>
                <a:ext uri="{FF2B5EF4-FFF2-40B4-BE49-F238E27FC236}">
                  <a16:creationId xmlns:a16="http://schemas.microsoft.com/office/drawing/2014/main" id="{78BCC3A7-39E5-46E5-8801-DC977F02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974"/>
              <a:ext cx="151" cy="37"/>
            </a:xfrm>
            <a:custGeom>
              <a:avLst/>
              <a:gdLst>
                <a:gd name="T0" fmla="*/ 0 w 70"/>
                <a:gd name="T1" fmla="*/ 28 h 16"/>
                <a:gd name="T2" fmla="*/ 278 w 70"/>
                <a:gd name="T3" fmla="*/ 187 h 16"/>
                <a:gd name="T4" fmla="*/ 554 w 70"/>
                <a:gd name="T5" fmla="*/ 150 h 16"/>
                <a:gd name="T6" fmla="*/ 703 w 70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6">
                  <a:moveTo>
                    <a:pt x="0" y="2"/>
                  </a:moveTo>
                  <a:cubicBezTo>
                    <a:pt x="9" y="5"/>
                    <a:pt x="17" y="13"/>
                    <a:pt x="28" y="15"/>
                  </a:cubicBezTo>
                  <a:cubicBezTo>
                    <a:pt x="35" y="16"/>
                    <a:pt x="48" y="15"/>
                    <a:pt x="55" y="12"/>
                  </a:cubicBezTo>
                  <a:cubicBezTo>
                    <a:pt x="59" y="10"/>
                    <a:pt x="67" y="4"/>
                    <a:pt x="7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9" name="Freeform 1086">
              <a:extLst>
                <a:ext uri="{FF2B5EF4-FFF2-40B4-BE49-F238E27FC236}">
                  <a16:creationId xmlns:a16="http://schemas.microsoft.com/office/drawing/2014/main" id="{BC89FF00-DB48-4269-B8C9-E4646C8F7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999"/>
              <a:ext cx="152" cy="42"/>
            </a:xfrm>
            <a:custGeom>
              <a:avLst/>
              <a:gdLst>
                <a:gd name="T0" fmla="*/ 0 w 70"/>
                <a:gd name="T1" fmla="*/ 103 h 18"/>
                <a:gd name="T2" fmla="*/ 245 w 70"/>
                <a:gd name="T3" fmla="*/ 201 h 18"/>
                <a:gd name="T4" fmla="*/ 515 w 70"/>
                <a:gd name="T5" fmla="*/ 191 h 18"/>
                <a:gd name="T6" fmla="*/ 717 w 70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8">
                  <a:moveTo>
                    <a:pt x="0" y="8"/>
                  </a:moveTo>
                  <a:cubicBezTo>
                    <a:pt x="8" y="9"/>
                    <a:pt x="16" y="15"/>
                    <a:pt x="24" y="16"/>
                  </a:cubicBezTo>
                  <a:cubicBezTo>
                    <a:pt x="33" y="18"/>
                    <a:pt x="42" y="18"/>
                    <a:pt x="50" y="15"/>
                  </a:cubicBezTo>
                  <a:cubicBezTo>
                    <a:pt x="57" y="13"/>
                    <a:pt x="68" y="7"/>
                    <a:pt x="7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0" name="Freeform 1087">
              <a:extLst>
                <a:ext uri="{FF2B5EF4-FFF2-40B4-BE49-F238E27FC236}">
                  <a16:creationId xmlns:a16="http://schemas.microsoft.com/office/drawing/2014/main" id="{B5CAA478-DB35-4008-9D26-9ACA4B87A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958"/>
              <a:ext cx="126" cy="46"/>
            </a:xfrm>
            <a:custGeom>
              <a:avLst/>
              <a:gdLst>
                <a:gd name="T0" fmla="*/ 0 w 58"/>
                <a:gd name="T1" fmla="*/ 244 h 20"/>
                <a:gd name="T2" fmla="*/ 122 w 58"/>
                <a:gd name="T3" fmla="*/ 85 h 20"/>
                <a:gd name="T4" fmla="*/ 278 w 58"/>
                <a:gd name="T5" fmla="*/ 28 h 20"/>
                <a:gd name="T6" fmla="*/ 595 w 58"/>
                <a:gd name="T7" fmla="*/ 6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0">
                  <a:moveTo>
                    <a:pt x="0" y="20"/>
                  </a:moveTo>
                  <a:cubicBezTo>
                    <a:pt x="4" y="15"/>
                    <a:pt x="6" y="10"/>
                    <a:pt x="12" y="7"/>
                  </a:cubicBezTo>
                  <a:cubicBezTo>
                    <a:pt x="16" y="4"/>
                    <a:pt x="22" y="3"/>
                    <a:pt x="27" y="2"/>
                  </a:cubicBezTo>
                  <a:cubicBezTo>
                    <a:pt x="37" y="0"/>
                    <a:pt x="49" y="2"/>
                    <a:pt x="5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1" name="Freeform 1088">
              <a:extLst>
                <a:ext uri="{FF2B5EF4-FFF2-40B4-BE49-F238E27FC236}">
                  <a16:creationId xmlns:a16="http://schemas.microsoft.com/office/drawing/2014/main" id="{D8E166CE-3AAB-4318-89C9-9EBF41B45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923"/>
              <a:ext cx="126" cy="44"/>
            </a:xfrm>
            <a:custGeom>
              <a:avLst/>
              <a:gdLst>
                <a:gd name="T0" fmla="*/ 9 w 58"/>
                <a:gd name="T1" fmla="*/ 74 h 19"/>
                <a:gd name="T2" fmla="*/ 9 w 58"/>
                <a:gd name="T3" fmla="*/ 86 h 19"/>
                <a:gd name="T4" fmla="*/ 439 w 58"/>
                <a:gd name="T5" fmla="*/ 74 h 19"/>
                <a:gd name="T6" fmla="*/ 595 w 58"/>
                <a:gd name="T7" fmla="*/ 23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9">
                  <a:moveTo>
                    <a:pt x="1" y="6"/>
                  </a:moveTo>
                  <a:cubicBezTo>
                    <a:pt x="0" y="7"/>
                    <a:pt x="0" y="7"/>
                    <a:pt x="1" y="7"/>
                  </a:cubicBezTo>
                  <a:cubicBezTo>
                    <a:pt x="14" y="1"/>
                    <a:pt x="29" y="0"/>
                    <a:pt x="43" y="6"/>
                  </a:cubicBezTo>
                  <a:cubicBezTo>
                    <a:pt x="49" y="10"/>
                    <a:pt x="55" y="13"/>
                    <a:pt x="58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2" name="Freeform 1089">
              <a:extLst>
                <a:ext uri="{FF2B5EF4-FFF2-40B4-BE49-F238E27FC236}">
                  <a16:creationId xmlns:a16="http://schemas.microsoft.com/office/drawing/2014/main" id="{BE31497C-54A5-4BCE-83D3-AD8F54CDF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034"/>
              <a:ext cx="746" cy="254"/>
            </a:xfrm>
            <a:custGeom>
              <a:avLst/>
              <a:gdLst>
                <a:gd name="T0" fmla="*/ 0 w 344"/>
                <a:gd name="T1" fmla="*/ 97 h 110"/>
                <a:gd name="T2" fmla="*/ 234 w 344"/>
                <a:gd name="T3" fmla="*/ 28 h 110"/>
                <a:gd name="T4" fmla="*/ 540 w 344"/>
                <a:gd name="T5" fmla="*/ 150 h 110"/>
                <a:gd name="T6" fmla="*/ 959 w 344"/>
                <a:gd name="T7" fmla="*/ 171 h 110"/>
                <a:gd name="T8" fmla="*/ 1327 w 344"/>
                <a:gd name="T9" fmla="*/ 196 h 110"/>
                <a:gd name="T10" fmla="*/ 1509 w 344"/>
                <a:gd name="T11" fmla="*/ 420 h 110"/>
                <a:gd name="T12" fmla="*/ 1806 w 344"/>
                <a:gd name="T13" fmla="*/ 453 h 110"/>
                <a:gd name="T14" fmla="*/ 2101 w 344"/>
                <a:gd name="T15" fmla="*/ 741 h 110"/>
                <a:gd name="T16" fmla="*/ 2583 w 344"/>
                <a:gd name="T17" fmla="*/ 790 h 110"/>
                <a:gd name="T18" fmla="*/ 2704 w 344"/>
                <a:gd name="T19" fmla="*/ 1007 h 110"/>
                <a:gd name="T20" fmla="*/ 3030 w 344"/>
                <a:gd name="T21" fmla="*/ 1108 h 110"/>
                <a:gd name="T22" fmla="*/ 3151 w 344"/>
                <a:gd name="T23" fmla="*/ 1231 h 110"/>
                <a:gd name="T24" fmla="*/ 3353 w 344"/>
                <a:gd name="T25" fmla="*/ 1355 h 110"/>
                <a:gd name="T26" fmla="*/ 3509 w 344"/>
                <a:gd name="T27" fmla="*/ 1328 h 1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4" h="110">
                  <a:moveTo>
                    <a:pt x="0" y="8"/>
                  </a:moveTo>
                  <a:cubicBezTo>
                    <a:pt x="8" y="7"/>
                    <a:pt x="15" y="3"/>
                    <a:pt x="23" y="2"/>
                  </a:cubicBezTo>
                  <a:cubicBezTo>
                    <a:pt x="35" y="0"/>
                    <a:pt x="43" y="6"/>
                    <a:pt x="53" y="12"/>
                  </a:cubicBezTo>
                  <a:cubicBezTo>
                    <a:pt x="67" y="19"/>
                    <a:pt x="79" y="17"/>
                    <a:pt x="94" y="14"/>
                  </a:cubicBezTo>
                  <a:cubicBezTo>
                    <a:pt x="106" y="11"/>
                    <a:pt x="119" y="7"/>
                    <a:pt x="130" y="16"/>
                  </a:cubicBezTo>
                  <a:cubicBezTo>
                    <a:pt x="137" y="21"/>
                    <a:pt x="141" y="29"/>
                    <a:pt x="148" y="34"/>
                  </a:cubicBezTo>
                  <a:cubicBezTo>
                    <a:pt x="157" y="40"/>
                    <a:pt x="167" y="35"/>
                    <a:pt x="177" y="37"/>
                  </a:cubicBezTo>
                  <a:cubicBezTo>
                    <a:pt x="188" y="39"/>
                    <a:pt x="192" y="57"/>
                    <a:pt x="206" y="60"/>
                  </a:cubicBezTo>
                  <a:cubicBezTo>
                    <a:pt x="219" y="62"/>
                    <a:pt x="242" y="55"/>
                    <a:pt x="253" y="64"/>
                  </a:cubicBezTo>
                  <a:cubicBezTo>
                    <a:pt x="259" y="69"/>
                    <a:pt x="259" y="77"/>
                    <a:pt x="265" y="82"/>
                  </a:cubicBezTo>
                  <a:cubicBezTo>
                    <a:pt x="274" y="90"/>
                    <a:pt x="286" y="90"/>
                    <a:pt x="297" y="90"/>
                  </a:cubicBezTo>
                  <a:cubicBezTo>
                    <a:pt x="306" y="91"/>
                    <a:pt x="305" y="93"/>
                    <a:pt x="309" y="100"/>
                  </a:cubicBezTo>
                  <a:cubicBezTo>
                    <a:pt x="313" y="107"/>
                    <a:pt x="321" y="110"/>
                    <a:pt x="329" y="110"/>
                  </a:cubicBezTo>
                  <a:cubicBezTo>
                    <a:pt x="334" y="110"/>
                    <a:pt x="340" y="108"/>
                    <a:pt x="344" y="10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3" name="Freeform 1090">
              <a:extLst>
                <a:ext uri="{FF2B5EF4-FFF2-40B4-BE49-F238E27FC236}">
                  <a16:creationId xmlns:a16="http://schemas.microsoft.com/office/drawing/2014/main" id="{15ECE7C6-C037-4738-BE02-3858EF214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997"/>
              <a:ext cx="113" cy="46"/>
            </a:xfrm>
            <a:custGeom>
              <a:avLst/>
              <a:gdLst>
                <a:gd name="T0" fmla="*/ 0 w 52"/>
                <a:gd name="T1" fmla="*/ 244 h 20"/>
                <a:gd name="T2" fmla="*/ 535 w 52"/>
                <a:gd name="T3" fmla="*/ 21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0">
                  <a:moveTo>
                    <a:pt x="0" y="20"/>
                  </a:moveTo>
                  <a:cubicBezTo>
                    <a:pt x="10" y="0"/>
                    <a:pt x="39" y="2"/>
                    <a:pt x="52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4" name="Freeform 1091">
              <a:extLst>
                <a:ext uri="{FF2B5EF4-FFF2-40B4-BE49-F238E27FC236}">
                  <a16:creationId xmlns:a16="http://schemas.microsoft.com/office/drawing/2014/main" id="{2D766357-EC63-407B-9057-365BA9BBA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018"/>
              <a:ext cx="232" cy="81"/>
            </a:xfrm>
            <a:custGeom>
              <a:avLst/>
              <a:gdLst>
                <a:gd name="T0" fmla="*/ 0 w 107"/>
                <a:gd name="T1" fmla="*/ 86 h 35"/>
                <a:gd name="T2" fmla="*/ 165 w 107"/>
                <a:gd name="T3" fmla="*/ 12 h 35"/>
                <a:gd name="T4" fmla="*/ 418 w 107"/>
                <a:gd name="T5" fmla="*/ 65 h 35"/>
                <a:gd name="T6" fmla="*/ 603 w 107"/>
                <a:gd name="T7" fmla="*/ 236 h 35"/>
                <a:gd name="T8" fmla="*/ 926 w 107"/>
                <a:gd name="T9" fmla="*/ 433 h 35"/>
                <a:gd name="T10" fmla="*/ 1091 w 107"/>
                <a:gd name="T11" fmla="*/ 40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35">
                  <a:moveTo>
                    <a:pt x="0" y="7"/>
                  </a:moveTo>
                  <a:cubicBezTo>
                    <a:pt x="6" y="5"/>
                    <a:pt x="9" y="1"/>
                    <a:pt x="16" y="1"/>
                  </a:cubicBezTo>
                  <a:cubicBezTo>
                    <a:pt x="24" y="0"/>
                    <a:pt x="33" y="2"/>
                    <a:pt x="41" y="5"/>
                  </a:cubicBezTo>
                  <a:cubicBezTo>
                    <a:pt x="48" y="8"/>
                    <a:pt x="54" y="13"/>
                    <a:pt x="59" y="19"/>
                  </a:cubicBezTo>
                  <a:cubicBezTo>
                    <a:pt x="67" y="27"/>
                    <a:pt x="78" y="35"/>
                    <a:pt x="91" y="35"/>
                  </a:cubicBezTo>
                  <a:cubicBezTo>
                    <a:pt x="94" y="35"/>
                    <a:pt x="107" y="34"/>
                    <a:pt x="107" y="3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5" name="Freeform 1092">
              <a:extLst>
                <a:ext uri="{FF2B5EF4-FFF2-40B4-BE49-F238E27FC236}">
                  <a16:creationId xmlns:a16="http://schemas.microsoft.com/office/drawing/2014/main" id="{ED69A434-36A8-4905-9063-95F2D1301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969"/>
              <a:ext cx="256" cy="72"/>
            </a:xfrm>
            <a:custGeom>
              <a:avLst/>
              <a:gdLst>
                <a:gd name="T0" fmla="*/ 0 w 118"/>
                <a:gd name="T1" fmla="*/ 0 h 31"/>
                <a:gd name="T2" fmla="*/ 121 w 118"/>
                <a:gd name="T3" fmla="*/ 151 h 31"/>
                <a:gd name="T4" fmla="*/ 419 w 118"/>
                <a:gd name="T5" fmla="*/ 151 h 31"/>
                <a:gd name="T6" fmla="*/ 673 w 118"/>
                <a:gd name="T7" fmla="*/ 249 h 31"/>
                <a:gd name="T8" fmla="*/ 881 w 118"/>
                <a:gd name="T9" fmla="*/ 388 h 31"/>
                <a:gd name="T10" fmla="*/ 1204 w 118"/>
                <a:gd name="T11" fmla="*/ 26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31">
                  <a:moveTo>
                    <a:pt x="0" y="0"/>
                  </a:moveTo>
                  <a:cubicBezTo>
                    <a:pt x="5" y="4"/>
                    <a:pt x="6" y="9"/>
                    <a:pt x="12" y="12"/>
                  </a:cubicBezTo>
                  <a:cubicBezTo>
                    <a:pt x="21" y="15"/>
                    <a:pt x="32" y="11"/>
                    <a:pt x="41" y="12"/>
                  </a:cubicBezTo>
                  <a:cubicBezTo>
                    <a:pt x="51" y="12"/>
                    <a:pt x="58" y="15"/>
                    <a:pt x="66" y="20"/>
                  </a:cubicBezTo>
                  <a:cubicBezTo>
                    <a:pt x="73" y="25"/>
                    <a:pt x="78" y="31"/>
                    <a:pt x="86" y="31"/>
                  </a:cubicBezTo>
                  <a:cubicBezTo>
                    <a:pt x="96" y="31"/>
                    <a:pt x="111" y="28"/>
                    <a:pt x="118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6" name="Freeform 1093">
              <a:extLst>
                <a:ext uri="{FF2B5EF4-FFF2-40B4-BE49-F238E27FC236}">
                  <a16:creationId xmlns:a16="http://schemas.microsoft.com/office/drawing/2014/main" id="{8D8D98DC-97F2-4212-A861-2A8989054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997"/>
              <a:ext cx="325" cy="116"/>
            </a:xfrm>
            <a:custGeom>
              <a:avLst/>
              <a:gdLst>
                <a:gd name="T0" fmla="*/ 0 w 150"/>
                <a:gd name="T1" fmla="*/ 74 h 50"/>
                <a:gd name="T2" fmla="*/ 479 w 150"/>
                <a:gd name="T3" fmla="*/ 102 h 50"/>
                <a:gd name="T4" fmla="*/ 579 w 150"/>
                <a:gd name="T5" fmla="*/ 264 h 50"/>
                <a:gd name="T6" fmla="*/ 804 w 150"/>
                <a:gd name="T7" fmla="*/ 387 h 50"/>
                <a:gd name="T8" fmla="*/ 1047 w 150"/>
                <a:gd name="T9" fmla="*/ 473 h 50"/>
                <a:gd name="T10" fmla="*/ 1272 w 150"/>
                <a:gd name="T11" fmla="*/ 612 h 50"/>
                <a:gd name="T12" fmla="*/ 1525 w 150"/>
                <a:gd name="T13" fmla="*/ 55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50">
                  <a:moveTo>
                    <a:pt x="0" y="6"/>
                  </a:moveTo>
                  <a:cubicBezTo>
                    <a:pt x="17" y="5"/>
                    <a:pt x="31" y="0"/>
                    <a:pt x="47" y="8"/>
                  </a:cubicBezTo>
                  <a:cubicBezTo>
                    <a:pt x="52" y="11"/>
                    <a:pt x="53" y="17"/>
                    <a:pt x="57" y="21"/>
                  </a:cubicBezTo>
                  <a:cubicBezTo>
                    <a:pt x="63" y="29"/>
                    <a:pt x="70" y="30"/>
                    <a:pt x="79" y="31"/>
                  </a:cubicBezTo>
                  <a:cubicBezTo>
                    <a:pt x="87" y="32"/>
                    <a:pt x="96" y="34"/>
                    <a:pt x="103" y="38"/>
                  </a:cubicBezTo>
                  <a:cubicBezTo>
                    <a:pt x="111" y="44"/>
                    <a:pt x="115" y="48"/>
                    <a:pt x="125" y="49"/>
                  </a:cubicBezTo>
                  <a:cubicBezTo>
                    <a:pt x="135" y="50"/>
                    <a:pt x="141" y="46"/>
                    <a:pt x="150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7" name="Freeform 1094">
              <a:extLst>
                <a:ext uri="{FF2B5EF4-FFF2-40B4-BE49-F238E27FC236}">
                  <a16:creationId xmlns:a16="http://schemas.microsoft.com/office/drawing/2014/main" id="{CE374499-79A6-4E11-91A4-D8AFEC72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064"/>
              <a:ext cx="113" cy="53"/>
            </a:xfrm>
            <a:custGeom>
              <a:avLst/>
              <a:gdLst>
                <a:gd name="T0" fmla="*/ 0 w 52"/>
                <a:gd name="T1" fmla="*/ 0 h 23"/>
                <a:gd name="T2" fmla="*/ 535 w 52"/>
                <a:gd name="T3" fmla="*/ 23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10" y="19"/>
                    <a:pt x="35" y="23"/>
                    <a:pt x="52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8" name="Freeform 1095">
              <a:extLst>
                <a:ext uri="{FF2B5EF4-FFF2-40B4-BE49-F238E27FC236}">
                  <a16:creationId xmlns:a16="http://schemas.microsoft.com/office/drawing/2014/main" id="{3334CB32-F43A-470C-AB09-15C47488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117"/>
              <a:ext cx="161" cy="56"/>
            </a:xfrm>
            <a:custGeom>
              <a:avLst/>
              <a:gdLst>
                <a:gd name="T0" fmla="*/ 0 w 74"/>
                <a:gd name="T1" fmla="*/ 0 h 24"/>
                <a:gd name="T2" fmla="*/ 394 w 74"/>
                <a:gd name="T3" fmla="*/ 152 h 24"/>
                <a:gd name="T4" fmla="*/ 657 w 74"/>
                <a:gd name="T5" fmla="*/ 191 h 24"/>
                <a:gd name="T6" fmla="*/ 761 w 74"/>
                <a:gd name="T7" fmla="*/ 30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4">
                  <a:moveTo>
                    <a:pt x="0" y="0"/>
                  </a:moveTo>
                  <a:cubicBezTo>
                    <a:pt x="2" y="16"/>
                    <a:pt x="27" y="13"/>
                    <a:pt x="38" y="12"/>
                  </a:cubicBezTo>
                  <a:cubicBezTo>
                    <a:pt x="48" y="11"/>
                    <a:pt x="55" y="9"/>
                    <a:pt x="64" y="15"/>
                  </a:cubicBezTo>
                  <a:cubicBezTo>
                    <a:pt x="68" y="17"/>
                    <a:pt x="71" y="20"/>
                    <a:pt x="74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9" name="Freeform 1096">
              <a:extLst>
                <a:ext uri="{FF2B5EF4-FFF2-40B4-BE49-F238E27FC236}">
                  <a16:creationId xmlns:a16="http://schemas.microsoft.com/office/drawing/2014/main" id="{13E7EF0B-A0E3-46C7-88F9-ECF60462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073"/>
              <a:ext cx="96" cy="33"/>
            </a:xfrm>
            <a:custGeom>
              <a:avLst/>
              <a:gdLst>
                <a:gd name="T0" fmla="*/ 0 w 44"/>
                <a:gd name="T1" fmla="*/ 0 h 14"/>
                <a:gd name="T2" fmla="*/ 105 w 44"/>
                <a:gd name="T3" fmla="*/ 118 h 14"/>
                <a:gd name="T4" fmla="*/ 281 w 44"/>
                <a:gd name="T5" fmla="*/ 184 h 14"/>
                <a:gd name="T6" fmla="*/ 456 w 44"/>
                <a:gd name="T7" fmla="*/ 13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4">
                  <a:moveTo>
                    <a:pt x="0" y="0"/>
                  </a:moveTo>
                  <a:cubicBezTo>
                    <a:pt x="4" y="2"/>
                    <a:pt x="6" y="6"/>
                    <a:pt x="10" y="9"/>
                  </a:cubicBezTo>
                  <a:cubicBezTo>
                    <a:pt x="15" y="11"/>
                    <a:pt x="21" y="14"/>
                    <a:pt x="27" y="14"/>
                  </a:cubicBezTo>
                  <a:cubicBezTo>
                    <a:pt x="33" y="14"/>
                    <a:pt x="38" y="12"/>
                    <a:pt x="44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0" name="Freeform 1097">
              <a:extLst>
                <a:ext uri="{FF2B5EF4-FFF2-40B4-BE49-F238E27FC236}">
                  <a16:creationId xmlns:a16="http://schemas.microsoft.com/office/drawing/2014/main" id="{479817F9-4022-4566-BE5C-595B9D409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108"/>
              <a:ext cx="258" cy="171"/>
            </a:xfrm>
            <a:custGeom>
              <a:avLst/>
              <a:gdLst>
                <a:gd name="T0" fmla="*/ 0 w 119"/>
                <a:gd name="T1" fmla="*/ 0 h 74"/>
                <a:gd name="T2" fmla="*/ 173 w 119"/>
                <a:gd name="T3" fmla="*/ 199 h 74"/>
                <a:gd name="T4" fmla="*/ 523 w 119"/>
                <a:gd name="T5" fmla="*/ 330 h 74"/>
                <a:gd name="T6" fmla="*/ 934 w 119"/>
                <a:gd name="T7" fmla="*/ 640 h 74"/>
                <a:gd name="T8" fmla="*/ 1151 w 119"/>
                <a:gd name="T9" fmla="*/ 827 h 74"/>
                <a:gd name="T10" fmla="*/ 1203 w 119"/>
                <a:gd name="T11" fmla="*/ 913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74">
                  <a:moveTo>
                    <a:pt x="0" y="0"/>
                  </a:moveTo>
                  <a:cubicBezTo>
                    <a:pt x="5" y="6"/>
                    <a:pt x="11" y="11"/>
                    <a:pt x="17" y="16"/>
                  </a:cubicBezTo>
                  <a:cubicBezTo>
                    <a:pt x="27" y="26"/>
                    <a:pt x="37" y="26"/>
                    <a:pt x="51" y="27"/>
                  </a:cubicBezTo>
                  <a:cubicBezTo>
                    <a:pt x="71" y="28"/>
                    <a:pt x="76" y="44"/>
                    <a:pt x="92" y="52"/>
                  </a:cubicBezTo>
                  <a:cubicBezTo>
                    <a:pt x="102" y="58"/>
                    <a:pt x="107" y="57"/>
                    <a:pt x="113" y="67"/>
                  </a:cubicBezTo>
                  <a:cubicBezTo>
                    <a:pt x="115" y="69"/>
                    <a:pt x="119" y="74"/>
                    <a:pt x="118" y="7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1" name="Freeform 1098">
              <a:extLst>
                <a:ext uri="{FF2B5EF4-FFF2-40B4-BE49-F238E27FC236}">
                  <a16:creationId xmlns:a16="http://schemas.microsoft.com/office/drawing/2014/main" id="{873FC248-8108-4554-90F9-9655DA63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168"/>
              <a:ext cx="212" cy="109"/>
            </a:xfrm>
            <a:custGeom>
              <a:avLst/>
              <a:gdLst>
                <a:gd name="T0" fmla="*/ 0 w 98"/>
                <a:gd name="T1" fmla="*/ 0 h 47"/>
                <a:gd name="T2" fmla="*/ 242 w 98"/>
                <a:gd name="T3" fmla="*/ 248 h 47"/>
                <a:gd name="T4" fmla="*/ 660 w 98"/>
                <a:gd name="T5" fmla="*/ 248 h 47"/>
                <a:gd name="T6" fmla="*/ 993 w 98"/>
                <a:gd name="T7" fmla="*/ 58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47">
                  <a:moveTo>
                    <a:pt x="0" y="0"/>
                  </a:moveTo>
                  <a:cubicBezTo>
                    <a:pt x="5" y="10"/>
                    <a:pt x="12" y="19"/>
                    <a:pt x="24" y="20"/>
                  </a:cubicBezTo>
                  <a:cubicBezTo>
                    <a:pt x="38" y="22"/>
                    <a:pt x="51" y="17"/>
                    <a:pt x="65" y="20"/>
                  </a:cubicBezTo>
                  <a:cubicBezTo>
                    <a:pt x="77" y="23"/>
                    <a:pt x="95" y="34"/>
                    <a:pt x="98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2" name="Freeform 1099">
              <a:extLst>
                <a:ext uri="{FF2B5EF4-FFF2-40B4-BE49-F238E27FC236}">
                  <a16:creationId xmlns:a16="http://schemas.microsoft.com/office/drawing/2014/main" id="{3D713136-C399-4E53-A9E0-DF1238E85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219"/>
              <a:ext cx="286" cy="88"/>
            </a:xfrm>
            <a:custGeom>
              <a:avLst/>
              <a:gdLst>
                <a:gd name="T0" fmla="*/ 0 w 132"/>
                <a:gd name="T1" fmla="*/ 65 h 38"/>
                <a:gd name="T2" fmla="*/ 286 w 132"/>
                <a:gd name="T3" fmla="*/ 28 h 38"/>
                <a:gd name="T4" fmla="*/ 548 w 132"/>
                <a:gd name="T5" fmla="*/ 225 h 38"/>
                <a:gd name="T6" fmla="*/ 793 w 132"/>
                <a:gd name="T7" fmla="*/ 301 h 38"/>
                <a:gd name="T8" fmla="*/ 1047 w 132"/>
                <a:gd name="T9" fmla="*/ 322 h 38"/>
                <a:gd name="T10" fmla="*/ 1179 w 132"/>
                <a:gd name="T11" fmla="*/ 461 h 38"/>
                <a:gd name="T12" fmla="*/ 1343 w 132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38">
                  <a:moveTo>
                    <a:pt x="0" y="5"/>
                  </a:moveTo>
                  <a:cubicBezTo>
                    <a:pt x="8" y="9"/>
                    <a:pt x="19" y="0"/>
                    <a:pt x="28" y="2"/>
                  </a:cubicBezTo>
                  <a:cubicBezTo>
                    <a:pt x="38" y="3"/>
                    <a:pt x="46" y="12"/>
                    <a:pt x="54" y="18"/>
                  </a:cubicBezTo>
                  <a:cubicBezTo>
                    <a:pt x="62" y="24"/>
                    <a:pt x="68" y="25"/>
                    <a:pt x="78" y="24"/>
                  </a:cubicBezTo>
                  <a:cubicBezTo>
                    <a:pt x="86" y="24"/>
                    <a:pt x="96" y="22"/>
                    <a:pt x="103" y="26"/>
                  </a:cubicBezTo>
                  <a:cubicBezTo>
                    <a:pt x="109" y="30"/>
                    <a:pt x="108" y="35"/>
                    <a:pt x="116" y="37"/>
                  </a:cubicBezTo>
                  <a:cubicBezTo>
                    <a:pt x="120" y="38"/>
                    <a:pt x="129" y="37"/>
                    <a:pt x="132" y="3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3" name="Freeform 1100">
              <a:extLst>
                <a:ext uri="{FF2B5EF4-FFF2-40B4-BE49-F238E27FC236}">
                  <a16:creationId xmlns:a16="http://schemas.microsoft.com/office/drawing/2014/main" id="{1996EDA9-17F9-4F40-A0A2-DC873174C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1233"/>
              <a:ext cx="104" cy="32"/>
            </a:xfrm>
            <a:custGeom>
              <a:avLst/>
              <a:gdLst>
                <a:gd name="T0" fmla="*/ 0 w 48"/>
                <a:gd name="T1" fmla="*/ 0 h 14"/>
                <a:gd name="T2" fmla="*/ 306 w 48"/>
                <a:gd name="T3" fmla="*/ 167 h 14"/>
                <a:gd name="T4" fmla="*/ 487 w 48"/>
                <a:gd name="T5" fmla="*/ 11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4">
                  <a:moveTo>
                    <a:pt x="0" y="0"/>
                  </a:moveTo>
                  <a:cubicBezTo>
                    <a:pt x="4" y="7"/>
                    <a:pt x="22" y="13"/>
                    <a:pt x="30" y="14"/>
                  </a:cubicBezTo>
                  <a:cubicBezTo>
                    <a:pt x="37" y="14"/>
                    <a:pt x="42" y="12"/>
                    <a:pt x="48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4" name="Freeform 1101">
              <a:extLst>
                <a:ext uri="{FF2B5EF4-FFF2-40B4-BE49-F238E27FC236}">
                  <a16:creationId xmlns:a16="http://schemas.microsoft.com/office/drawing/2014/main" id="{7C452BAE-AB53-4814-ABA1-AB0F5BE27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302"/>
              <a:ext cx="69" cy="46"/>
            </a:xfrm>
            <a:custGeom>
              <a:avLst/>
              <a:gdLst>
                <a:gd name="T0" fmla="*/ 0 w 32"/>
                <a:gd name="T1" fmla="*/ 0 h 20"/>
                <a:gd name="T2" fmla="*/ 321 w 32"/>
                <a:gd name="T3" fmla="*/ 24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0">
                  <a:moveTo>
                    <a:pt x="0" y="0"/>
                  </a:moveTo>
                  <a:cubicBezTo>
                    <a:pt x="6" y="12"/>
                    <a:pt x="20" y="16"/>
                    <a:pt x="32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5" name="Freeform 1102">
              <a:extLst>
                <a:ext uri="{FF2B5EF4-FFF2-40B4-BE49-F238E27FC236}">
                  <a16:creationId xmlns:a16="http://schemas.microsoft.com/office/drawing/2014/main" id="{E1EB6DA3-F62D-489A-9E4A-C0795C13D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279"/>
              <a:ext cx="71" cy="86"/>
            </a:xfrm>
            <a:custGeom>
              <a:avLst/>
              <a:gdLst>
                <a:gd name="T0" fmla="*/ 0 w 33"/>
                <a:gd name="T1" fmla="*/ 0 h 37"/>
                <a:gd name="T2" fmla="*/ 269 w 33"/>
                <a:gd name="T3" fmla="*/ 228 h 37"/>
                <a:gd name="T4" fmla="*/ 329 w 33"/>
                <a:gd name="T5" fmla="*/ 46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7">
                  <a:moveTo>
                    <a:pt x="0" y="0"/>
                  </a:moveTo>
                  <a:cubicBezTo>
                    <a:pt x="11" y="5"/>
                    <a:pt x="21" y="7"/>
                    <a:pt x="27" y="18"/>
                  </a:cubicBezTo>
                  <a:cubicBezTo>
                    <a:pt x="30" y="24"/>
                    <a:pt x="31" y="31"/>
                    <a:pt x="33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6" name="Freeform 1103">
              <a:extLst>
                <a:ext uri="{FF2B5EF4-FFF2-40B4-BE49-F238E27FC236}">
                  <a16:creationId xmlns:a16="http://schemas.microsoft.com/office/drawing/2014/main" id="{50AB9E5E-5C25-41F1-BE10-9EAE0A792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129"/>
              <a:ext cx="128" cy="58"/>
            </a:xfrm>
            <a:custGeom>
              <a:avLst/>
              <a:gdLst>
                <a:gd name="T0" fmla="*/ 0 w 59"/>
                <a:gd name="T1" fmla="*/ 0 h 25"/>
                <a:gd name="T2" fmla="*/ 386 w 59"/>
                <a:gd name="T3" fmla="*/ 313 h 25"/>
                <a:gd name="T4" fmla="*/ 603 w 59"/>
                <a:gd name="T5" fmla="*/ 27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5">
                  <a:moveTo>
                    <a:pt x="0" y="0"/>
                  </a:moveTo>
                  <a:cubicBezTo>
                    <a:pt x="5" y="18"/>
                    <a:pt x="21" y="24"/>
                    <a:pt x="38" y="25"/>
                  </a:cubicBezTo>
                  <a:cubicBezTo>
                    <a:pt x="41" y="25"/>
                    <a:pt x="56" y="25"/>
                    <a:pt x="59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7" name="Freeform 1104">
              <a:extLst>
                <a:ext uri="{FF2B5EF4-FFF2-40B4-BE49-F238E27FC236}">
                  <a16:creationId xmlns:a16="http://schemas.microsoft.com/office/drawing/2014/main" id="{C48B310F-8071-4370-854D-BFCD008F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325"/>
              <a:ext cx="108" cy="58"/>
            </a:xfrm>
            <a:custGeom>
              <a:avLst/>
              <a:gdLst>
                <a:gd name="T0" fmla="*/ 0 w 50"/>
                <a:gd name="T1" fmla="*/ 0 h 25"/>
                <a:gd name="T2" fmla="*/ 503 w 50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5">
                  <a:moveTo>
                    <a:pt x="0" y="0"/>
                  </a:moveTo>
                  <a:cubicBezTo>
                    <a:pt x="6" y="20"/>
                    <a:pt x="33" y="25"/>
                    <a:pt x="5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8" name="Freeform 1105">
              <a:extLst>
                <a:ext uri="{FF2B5EF4-FFF2-40B4-BE49-F238E27FC236}">
                  <a16:creationId xmlns:a16="http://schemas.microsoft.com/office/drawing/2014/main" id="{8AA4E9C8-6D4F-41B0-8E31-FCC96BBAE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018"/>
              <a:ext cx="85" cy="58"/>
            </a:xfrm>
            <a:custGeom>
              <a:avLst/>
              <a:gdLst>
                <a:gd name="T0" fmla="*/ 0 w 39"/>
                <a:gd name="T1" fmla="*/ 0 h 25"/>
                <a:gd name="T2" fmla="*/ 403 w 39"/>
                <a:gd name="T3" fmla="*/ 31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5">
                  <a:moveTo>
                    <a:pt x="0" y="0"/>
                  </a:moveTo>
                  <a:cubicBezTo>
                    <a:pt x="14" y="3"/>
                    <a:pt x="35" y="10"/>
                    <a:pt x="39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9" name="Freeform 1106">
              <a:extLst>
                <a:ext uri="{FF2B5EF4-FFF2-40B4-BE49-F238E27FC236}">
                  <a16:creationId xmlns:a16="http://schemas.microsoft.com/office/drawing/2014/main" id="{0DEA9446-7327-4E39-92B0-0F15A3BE6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152"/>
              <a:ext cx="113" cy="37"/>
            </a:xfrm>
            <a:custGeom>
              <a:avLst/>
              <a:gdLst>
                <a:gd name="T0" fmla="*/ 0 w 52"/>
                <a:gd name="T1" fmla="*/ 0 h 16"/>
                <a:gd name="T2" fmla="*/ 254 w 52"/>
                <a:gd name="T3" fmla="*/ 171 h 16"/>
                <a:gd name="T4" fmla="*/ 535 w 52"/>
                <a:gd name="T5" fmla="*/ 1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6">
                  <a:moveTo>
                    <a:pt x="0" y="0"/>
                  </a:moveTo>
                  <a:cubicBezTo>
                    <a:pt x="8" y="8"/>
                    <a:pt x="13" y="13"/>
                    <a:pt x="25" y="14"/>
                  </a:cubicBezTo>
                  <a:cubicBezTo>
                    <a:pt x="33" y="16"/>
                    <a:pt x="44" y="16"/>
                    <a:pt x="52" y="1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0" name="Freeform 1107">
              <a:extLst>
                <a:ext uri="{FF2B5EF4-FFF2-40B4-BE49-F238E27FC236}">
                  <a16:creationId xmlns:a16="http://schemas.microsoft.com/office/drawing/2014/main" id="{22106C5F-78A5-4341-9B33-052D671AF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157"/>
              <a:ext cx="48" cy="62"/>
            </a:xfrm>
            <a:custGeom>
              <a:avLst/>
              <a:gdLst>
                <a:gd name="T0" fmla="*/ 20 w 22"/>
                <a:gd name="T1" fmla="*/ 0 h 27"/>
                <a:gd name="T2" fmla="*/ 229 w 22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7">
                  <a:moveTo>
                    <a:pt x="2" y="0"/>
                  </a:moveTo>
                  <a:cubicBezTo>
                    <a:pt x="0" y="13"/>
                    <a:pt x="7" y="27"/>
                    <a:pt x="22" y="2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1" name="Freeform 1108">
              <a:extLst>
                <a:ext uri="{FF2B5EF4-FFF2-40B4-BE49-F238E27FC236}">
                  <a16:creationId xmlns:a16="http://schemas.microsoft.com/office/drawing/2014/main" id="{42F16EF1-2AA2-48A9-AFDE-E456A3737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087"/>
              <a:ext cx="96" cy="30"/>
            </a:xfrm>
            <a:custGeom>
              <a:avLst/>
              <a:gdLst>
                <a:gd name="T0" fmla="*/ 0 w 44"/>
                <a:gd name="T1" fmla="*/ 159 h 13"/>
                <a:gd name="T2" fmla="*/ 456 w 44"/>
                <a:gd name="T3" fmla="*/ 15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">
                  <a:moveTo>
                    <a:pt x="0" y="13"/>
                  </a:moveTo>
                  <a:cubicBezTo>
                    <a:pt x="12" y="7"/>
                    <a:pt x="34" y="0"/>
                    <a:pt x="44" y="1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2" name="Freeform 1109">
              <a:extLst>
                <a:ext uri="{FF2B5EF4-FFF2-40B4-BE49-F238E27FC236}">
                  <a16:creationId xmlns:a16="http://schemas.microsoft.com/office/drawing/2014/main" id="{2CA3C2A6-21E5-4BFE-B924-202AD7522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099"/>
              <a:ext cx="50" cy="27"/>
            </a:xfrm>
            <a:custGeom>
              <a:avLst/>
              <a:gdLst>
                <a:gd name="T0" fmla="*/ 0 w 23"/>
                <a:gd name="T1" fmla="*/ 137 h 12"/>
                <a:gd name="T2" fmla="*/ 237 w 23"/>
                <a:gd name="T3" fmla="*/ 1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12"/>
                  </a:moveTo>
                  <a:cubicBezTo>
                    <a:pt x="5" y="3"/>
                    <a:pt x="12" y="0"/>
                    <a:pt x="23" y="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3" name="Freeform 1110">
              <a:extLst>
                <a:ext uri="{FF2B5EF4-FFF2-40B4-BE49-F238E27FC236}">
                  <a16:creationId xmlns:a16="http://schemas.microsoft.com/office/drawing/2014/main" id="{5C9CD97B-201E-4784-AF23-A95B5E64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152"/>
              <a:ext cx="13" cy="9"/>
            </a:xfrm>
            <a:custGeom>
              <a:avLst/>
              <a:gdLst>
                <a:gd name="T0" fmla="*/ 0 w 6"/>
                <a:gd name="T1" fmla="*/ 45 h 4"/>
                <a:gd name="T2" fmla="*/ 61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4" name="Freeform 1111">
              <a:extLst>
                <a:ext uri="{FF2B5EF4-FFF2-40B4-BE49-F238E27FC236}">
                  <a16:creationId xmlns:a16="http://schemas.microsoft.com/office/drawing/2014/main" id="{6A5271C9-7EA0-4BAA-8F57-175CDF5F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110"/>
              <a:ext cx="4" cy="10"/>
            </a:xfrm>
            <a:custGeom>
              <a:avLst/>
              <a:gdLst>
                <a:gd name="T0" fmla="*/ 0 w 2"/>
                <a:gd name="T1" fmla="*/ 0 h 4"/>
                <a:gd name="T2" fmla="*/ 16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5" name="Freeform 1112">
              <a:extLst>
                <a:ext uri="{FF2B5EF4-FFF2-40B4-BE49-F238E27FC236}">
                  <a16:creationId xmlns:a16="http://schemas.microsoft.com/office/drawing/2014/main" id="{6417279B-DE41-4355-8DA4-3DFE27B1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157"/>
              <a:ext cx="20" cy="9"/>
            </a:xfrm>
            <a:custGeom>
              <a:avLst/>
              <a:gdLst>
                <a:gd name="T0" fmla="*/ 0 w 9"/>
                <a:gd name="T1" fmla="*/ 45 h 4"/>
                <a:gd name="T2" fmla="*/ 98 w 9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2"/>
                    <a:pt x="5" y="0"/>
                    <a:pt x="9" y="1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6" name="Freeform 1113">
              <a:extLst>
                <a:ext uri="{FF2B5EF4-FFF2-40B4-BE49-F238E27FC236}">
                  <a16:creationId xmlns:a16="http://schemas.microsoft.com/office/drawing/2014/main" id="{2B4277EB-C808-471B-94C9-69BA59548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570"/>
              <a:ext cx="2492" cy="590"/>
            </a:xfrm>
            <a:custGeom>
              <a:avLst/>
              <a:gdLst>
                <a:gd name="T0" fmla="*/ 6624 w 1149"/>
                <a:gd name="T1" fmla="*/ 1525 h 255"/>
                <a:gd name="T2" fmla="*/ 3071 w 1149"/>
                <a:gd name="T3" fmla="*/ 696 h 255"/>
                <a:gd name="T4" fmla="*/ 141 w 1149"/>
                <a:gd name="T5" fmla="*/ 0 h 255"/>
                <a:gd name="T6" fmla="*/ 0 w 1149"/>
                <a:gd name="T7" fmla="*/ 567 h 255"/>
                <a:gd name="T8" fmla="*/ 43 w 1149"/>
                <a:gd name="T9" fmla="*/ 444 h 255"/>
                <a:gd name="T10" fmla="*/ 52 w 1149"/>
                <a:gd name="T11" fmla="*/ 444 h 255"/>
                <a:gd name="T12" fmla="*/ 7172 w 1149"/>
                <a:gd name="T13" fmla="*/ 2119 h 255"/>
                <a:gd name="T14" fmla="*/ 11478 w 1149"/>
                <a:gd name="T15" fmla="*/ 3047 h 255"/>
                <a:gd name="T16" fmla="*/ 11417 w 1149"/>
                <a:gd name="T17" fmla="*/ 3158 h 255"/>
                <a:gd name="T18" fmla="*/ 11723 w 1149"/>
                <a:gd name="T19" fmla="*/ 2640 h 255"/>
                <a:gd name="T20" fmla="*/ 9714 w 1149"/>
                <a:gd name="T21" fmla="*/ 2217 h 255"/>
                <a:gd name="T22" fmla="*/ 6624 w 1149"/>
                <a:gd name="T23" fmla="*/ 1525 h 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9" h="255">
                  <a:moveTo>
                    <a:pt x="649" y="123"/>
                  </a:moveTo>
                  <a:cubicBezTo>
                    <a:pt x="611" y="116"/>
                    <a:pt x="395" y="74"/>
                    <a:pt x="301" y="56"/>
                  </a:cubicBezTo>
                  <a:cubicBezTo>
                    <a:pt x="301" y="56"/>
                    <a:pt x="18" y="1"/>
                    <a:pt x="14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190" y="71"/>
                    <a:pt x="613" y="152"/>
                    <a:pt x="703" y="171"/>
                  </a:cubicBezTo>
                  <a:cubicBezTo>
                    <a:pt x="799" y="190"/>
                    <a:pt x="1085" y="240"/>
                    <a:pt x="1125" y="246"/>
                  </a:cubicBezTo>
                  <a:cubicBezTo>
                    <a:pt x="1119" y="255"/>
                    <a:pt x="1119" y="255"/>
                    <a:pt x="1119" y="255"/>
                  </a:cubicBezTo>
                  <a:cubicBezTo>
                    <a:pt x="1149" y="213"/>
                    <a:pt x="1149" y="213"/>
                    <a:pt x="1149" y="213"/>
                  </a:cubicBezTo>
                  <a:cubicBezTo>
                    <a:pt x="1124" y="209"/>
                    <a:pt x="1040" y="195"/>
                    <a:pt x="952" y="179"/>
                  </a:cubicBezTo>
                  <a:cubicBezTo>
                    <a:pt x="890" y="169"/>
                    <a:pt x="754" y="143"/>
                    <a:pt x="649" y="12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7" name="Freeform 1114">
              <a:extLst>
                <a:ext uri="{FF2B5EF4-FFF2-40B4-BE49-F238E27FC236}">
                  <a16:creationId xmlns:a16="http://schemas.microsoft.com/office/drawing/2014/main" id="{3565B661-9A40-45B7-81CE-8F9BBC007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263"/>
              <a:ext cx="732" cy="1045"/>
            </a:xfrm>
            <a:custGeom>
              <a:avLst/>
              <a:gdLst>
                <a:gd name="T0" fmla="*/ 1403 w 338"/>
                <a:gd name="T1" fmla="*/ 0 h 452"/>
                <a:gd name="T2" fmla="*/ 234 w 338"/>
                <a:gd name="T3" fmla="*/ 509 h 452"/>
                <a:gd name="T4" fmla="*/ 262 w 338"/>
                <a:gd name="T5" fmla="*/ 631 h 452"/>
                <a:gd name="T6" fmla="*/ 273 w 338"/>
                <a:gd name="T7" fmla="*/ 631 h 452"/>
                <a:gd name="T8" fmla="*/ 1403 w 338"/>
                <a:gd name="T9" fmla="*/ 134 h 452"/>
                <a:gd name="T10" fmla="*/ 3331 w 338"/>
                <a:gd name="T11" fmla="*/ 2795 h 452"/>
                <a:gd name="T12" fmla="*/ 1403 w 338"/>
                <a:gd name="T13" fmla="*/ 5452 h 452"/>
                <a:gd name="T14" fmla="*/ 80 w 338"/>
                <a:gd name="T15" fmla="*/ 4709 h 452"/>
                <a:gd name="T16" fmla="*/ 61 w 338"/>
                <a:gd name="T17" fmla="*/ 4698 h 452"/>
                <a:gd name="T18" fmla="*/ 0 w 338"/>
                <a:gd name="T19" fmla="*/ 4795 h 452"/>
                <a:gd name="T20" fmla="*/ 1403 w 338"/>
                <a:gd name="T21" fmla="*/ 5586 h 452"/>
                <a:gd name="T22" fmla="*/ 3433 w 338"/>
                <a:gd name="T23" fmla="*/ 2795 h 452"/>
                <a:gd name="T24" fmla="*/ 1403 w 338"/>
                <a:gd name="T25" fmla="*/ 0 h 4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452">
                  <a:moveTo>
                    <a:pt x="138" y="0"/>
                  </a:moveTo>
                  <a:cubicBezTo>
                    <a:pt x="95" y="0"/>
                    <a:pt x="56" y="15"/>
                    <a:pt x="23" y="4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58" y="26"/>
                    <a:pt x="97" y="11"/>
                    <a:pt x="138" y="11"/>
                  </a:cubicBezTo>
                  <a:cubicBezTo>
                    <a:pt x="241" y="11"/>
                    <a:pt x="328" y="107"/>
                    <a:pt x="328" y="226"/>
                  </a:cubicBezTo>
                  <a:cubicBezTo>
                    <a:pt x="328" y="344"/>
                    <a:pt x="241" y="441"/>
                    <a:pt x="138" y="441"/>
                  </a:cubicBezTo>
                  <a:cubicBezTo>
                    <a:pt x="87" y="441"/>
                    <a:pt x="41" y="418"/>
                    <a:pt x="8" y="381"/>
                  </a:cubicBezTo>
                  <a:cubicBezTo>
                    <a:pt x="6" y="380"/>
                    <a:pt x="6" y="380"/>
                    <a:pt x="6" y="380"/>
                  </a:cubicBezTo>
                  <a:cubicBezTo>
                    <a:pt x="0" y="388"/>
                    <a:pt x="0" y="388"/>
                    <a:pt x="0" y="388"/>
                  </a:cubicBezTo>
                  <a:cubicBezTo>
                    <a:pt x="36" y="428"/>
                    <a:pt x="85" y="452"/>
                    <a:pt x="138" y="452"/>
                  </a:cubicBezTo>
                  <a:cubicBezTo>
                    <a:pt x="249" y="452"/>
                    <a:pt x="338" y="351"/>
                    <a:pt x="338" y="226"/>
                  </a:cubicBezTo>
                  <a:cubicBezTo>
                    <a:pt x="338" y="101"/>
                    <a:pt x="249" y="0"/>
                    <a:pt x="138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8" name="Freeform 1115">
              <a:extLst>
                <a:ext uri="{FF2B5EF4-FFF2-40B4-BE49-F238E27FC236}">
                  <a16:creationId xmlns:a16="http://schemas.microsoft.com/office/drawing/2014/main" id="{7FBF61DB-C7A5-490A-97EA-143592295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422"/>
              <a:ext cx="520" cy="726"/>
            </a:xfrm>
            <a:custGeom>
              <a:avLst/>
              <a:gdLst>
                <a:gd name="T0" fmla="*/ 1018 w 240"/>
                <a:gd name="T1" fmla="*/ 0 h 314"/>
                <a:gd name="T2" fmla="*/ 52 w 240"/>
                <a:gd name="T3" fmla="*/ 518 h 314"/>
                <a:gd name="T4" fmla="*/ 80 w 240"/>
                <a:gd name="T5" fmla="*/ 657 h 314"/>
                <a:gd name="T6" fmla="*/ 1018 w 240"/>
                <a:gd name="T7" fmla="*/ 123 h 314"/>
                <a:gd name="T8" fmla="*/ 2338 w 240"/>
                <a:gd name="T9" fmla="*/ 1940 h 314"/>
                <a:gd name="T10" fmla="*/ 1018 w 240"/>
                <a:gd name="T11" fmla="*/ 3757 h 314"/>
                <a:gd name="T12" fmla="*/ 61 w 240"/>
                <a:gd name="T13" fmla="*/ 3175 h 314"/>
                <a:gd name="T14" fmla="*/ 0 w 240"/>
                <a:gd name="T15" fmla="*/ 3288 h 314"/>
                <a:gd name="T16" fmla="*/ 1018 w 240"/>
                <a:gd name="T17" fmla="*/ 3882 h 314"/>
                <a:gd name="T18" fmla="*/ 2442 w 240"/>
                <a:gd name="T19" fmla="*/ 1940 h 314"/>
                <a:gd name="T20" fmla="*/ 1018 w 240"/>
                <a:gd name="T21" fmla="*/ 0 h 3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0" h="314">
                  <a:moveTo>
                    <a:pt x="100" y="0"/>
                  </a:moveTo>
                  <a:cubicBezTo>
                    <a:pt x="65" y="0"/>
                    <a:pt x="31" y="15"/>
                    <a:pt x="5" y="42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32" y="26"/>
                    <a:pt x="64" y="10"/>
                    <a:pt x="100" y="10"/>
                  </a:cubicBezTo>
                  <a:cubicBezTo>
                    <a:pt x="172" y="10"/>
                    <a:pt x="230" y="76"/>
                    <a:pt x="230" y="157"/>
                  </a:cubicBezTo>
                  <a:cubicBezTo>
                    <a:pt x="230" y="238"/>
                    <a:pt x="172" y="304"/>
                    <a:pt x="100" y="304"/>
                  </a:cubicBezTo>
                  <a:cubicBezTo>
                    <a:pt x="63" y="304"/>
                    <a:pt x="30" y="286"/>
                    <a:pt x="6" y="257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6" y="296"/>
                    <a:pt x="63" y="314"/>
                    <a:pt x="100" y="314"/>
                  </a:cubicBezTo>
                  <a:cubicBezTo>
                    <a:pt x="178" y="314"/>
                    <a:pt x="240" y="243"/>
                    <a:pt x="240" y="157"/>
                  </a:cubicBezTo>
                  <a:cubicBezTo>
                    <a:pt x="240" y="70"/>
                    <a:pt x="178" y="0"/>
                    <a:pt x="100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9" name="Freeform 1116">
              <a:extLst>
                <a:ext uri="{FF2B5EF4-FFF2-40B4-BE49-F238E27FC236}">
                  <a16:creationId xmlns:a16="http://schemas.microsoft.com/office/drawing/2014/main" id="{B810641D-1A89-4BEA-8CA7-3DA10CAC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395"/>
              <a:ext cx="559" cy="781"/>
            </a:xfrm>
            <a:custGeom>
              <a:avLst/>
              <a:gdLst>
                <a:gd name="T0" fmla="*/ 1090 w 258"/>
                <a:gd name="T1" fmla="*/ 0 h 338"/>
                <a:gd name="T2" fmla="*/ 80 w 258"/>
                <a:gd name="T3" fmla="*/ 492 h 338"/>
                <a:gd name="T4" fmla="*/ 121 w 258"/>
                <a:gd name="T5" fmla="*/ 668 h 338"/>
                <a:gd name="T6" fmla="*/ 1090 w 258"/>
                <a:gd name="T7" fmla="*/ 150 h 338"/>
                <a:gd name="T8" fmla="*/ 2511 w 258"/>
                <a:gd name="T9" fmla="*/ 2087 h 338"/>
                <a:gd name="T10" fmla="*/ 1090 w 258"/>
                <a:gd name="T11" fmla="*/ 4021 h 338"/>
                <a:gd name="T12" fmla="*/ 72 w 258"/>
                <a:gd name="T13" fmla="*/ 3427 h 338"/>
                <a:gd name="T14" fmla="*/ 0 w 258"/>
                <a:gd name="T15" fmla="*/ 3551 h 338"/>
                <a:gd name="T16" fmla="*/ 1090 w 258"/>
                <a:gd name="T17" fmla="*/ 4171 h 338"/>
                <a:gd name="T18" fmla="*/ 2624 w 258"/>
                <a:gd name="T19" fmla="*/ 2087 h 338"/>
                <a:gd name="T20" fmla="*/ 1090 w 258"/>
                <a:gd name="T21" fmla="*/ 0 h 3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338">
                  <a:moveTo>
                    <a:pt x="107" y="0"/>
                  </a:moveTo>
                  <a:cubicBezTo>
                    <a:pt x="70" y="0"/>
                    <a:pt x="35" y="14"/>
                    <a:pt x="8" y="40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38" y="27"/>
                    <a:pt x="72" y="12"/>
                    <a:pt x="107" y="12"/>
                  </a:cubicBezTo>
                  <a:cubicBezTo>
                    <a:pt x="185" y="12"/>
                    <a:pt x="247" y="82"/>
                    <a:pt x="247" y="169"/>
                  </a:cubicBezTo>
                  <a:cubicBezTo>
                    <a:pt x="247" y="255"/>
                    <a:pt x="185" y="326"/>
                    <a:pt x="107" y="326"/>
                  </a:cubicBezTo>
                  <a:cubicBezTo>
                    <a:pt x="70" y="326"/>
                    <a:pt x="33" y="308"/>
                    <a:pt x="7" y="278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28" y="320"/>
                    <a:pt x="67" y="338"/>
                    <a:pt x="107" y="338"/>
                  </a:cubicBezTo>
                  <a:cubicBezTo>
                    <a:pt x="190" y="338"/>
                    <a:pt x="258" y="262"/>
                    <a:pt x="258" y="169"/>
                  </a:cubicBezTo>
                  <a:cubicBezTo>
                    <a:pt x="258" y="75"/>
                    <a:pt x="190" y="0"/>
                    <a:pt x="107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0" name="Freeform 1117">
              <a:extLst>
                <a:ext uri="{FF2B5EF4-FFF2-40B4-BE49-F238E27FC236}">
                  <a16:creationId xmlns:a16="http://schemas.microsoft.com/office/drawing/2014/main" id="{0327F07A-EC73-450C-B94F-44056C27C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773"/>
              <a:ext cx="1030" cy="108"/>
            </a:xfrm>
            <a:custGeom>
              <a:avLst/>
              <a:gdLst>
                <a:gd name="T0" fmla="*/ 0 w 475"/>
                <a:gd name="T1" fmla="*/ 338 h 47"/>
                <a:gd name="T2" fmla="*/ 1063 w 475"/>
                <a:gd name="T3" fmla="*/ 338 h 47"/>
                <a:gd name="T4" fmla="*/ 2609 w 475"/>
                <a:gd name="T5" fmla="*/ 391 h 47"/>
                <a:gd name="T6" fmla="*/ 4842 w 475"/>
                <a:gd name="T7" fmla="*/ 85 h 47"/>
                <a:gd name="T8" fmla="*/ 2661 w 475"/>
                <a:gd name="T9" fmla="*/ 496 h 47"/>
                <a:gd name="T10" fmla="*/ 1123 w 475"/>
                <a:gd name="T11" fmla="*/ 460 h 47"/>
                <a:gd name="T12" fmla="*/ 0 w 475"/>
                <a:gd name="T13" fmla="*/ 33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5" h="47">
                  <a:moveTo>
                    <a:pt x="0" y="28"/>
                  </a:moveTo>
                  <a:cubicBezTo>
                    <a:pt x="30" y="18"/>
                    <a:pt x="79" y="25"/>
                    <a:pt x="104" y="28"/>
                  </a:cubicBezTo>
                  <a:cubicBezTo>
                    <a:pt x="164" y="37"/>
                    <a:pt x="210" y="35"/>
                    <a:pt x="256" y="32"/>
                  </a:cubicBezTo>
                  <a:cubicBezTo>
                    <a:pt x="361" y="21"/>
                    <a:pt x="438" y="0"/>
                    <a:pt x="475" y="7"/>
                  </a:cubicBezTo>
                  <a:cubicBezTo>
                    <a:pt x="450" y="6"/>
                    <a:pt x="375" y="26"/>
                    <a:pt x="261" y="41"/>
                  </a:cubicBezTo>
                  <a:cubicBezTo>
                    <a:pt x="215" y="47"/>
                    <a:pt x="170" y="45"/>
                    <a:pt x="110" y="38"/>
                  </a:cubicBezTo>
                  <a:cubicBezTo>
                    <a:pt x="89" y="36"/>
                    <a:pt x="16" y="20"/>
                    <a:pt x="0" y="28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1" name="Freeform 1118">
              <a:extLst>
                <a:ext uri="{FF2B5EF4-FFF2-40B4-BE49-F238E27FC236}">
                  <a16:creationId xmlns:a16="http://schemas.microsoft.com/office/drawing/2014/main" id="{93B41456-5B5E-470B-A510-366A9FFE1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677"/>
              <a:ext cx="2676" cy="629"/>
            </a:xfrm>
            <a:custGeom>
              <a:avLst/>
              <a:gdLst>
                <a:gd name="T0" fmla="*/ 11400 w 1234"/>
                <a:gd name="T1" fmla="*/ 2583 h 272"/>
                <a:gd name="T2" fmla="*/ 11400 w 1234"/>
                <a:gd name="T3" fmla="*/ 2583 h 272"/>
                <a:gd name="T4" fmla="*/ 11400 w 1234"/>
                <a:gd name="T5" fmla="*/ 2583 h 272"/>
                <a:gd name="T6" fmla="*/ 7119 w 1234"/>
                <a:gd name="T7" fmla="*/ 1670 h 272"/>
                <a:gd name="T8" fmla="*/ 0 w 1234"/>
                <a:gd name="T9" fmla="*/ 0 h 272"/>
                <a:gd name="T10" fmla="*/ 1247 w 1234"/>
                <a:gd name="T11" fmla="*/ 680 h 272"/>
                <a:gd name="T12" fmla="*/ 1570 w 1234"/>
                <a:gd name="T13" fmla="*/ 765 h 272"/>
                <a:gd name="T14" fmla="*/ 8301 w 1234"/>
                <a:gd name="T15" fmla="*/ 2449 h 272"/>
                <a:gd name="T16" fmla="*/ 12584 w 1234"/>
                <a:gd name="T17" fmla="*/ 3365 h 272"/>
                <a:gd name="T18" fmla="*/ 12575 w 1234"/>
                <a:gd name="T19" fmla="*/ 3353 h 272"/>
                <a:gd name="T20" fmla="*/ 11400 w 1234"/>
                <a:gd name="T21" fmla="*/ 2583 h 2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4" h="272">
                  <a:moveTo>
                    <a:pt x="1118" y="209"/>
                  </a:moveTo>
                  <a:cubicBezTo>
                    <a:pt x="1118" y="209"/>
                    <a:pt x="1118" y="209"/>
                    <a:pt x="1118" y="209"/>
                  </a:cubicBezTo>
                  <a:cubicBezTo>
                    <a:pt x="1118" y="209"/>
                    <a:pt x="1118" y="209"/>
                    <a:pt x="1118" y="209"/>
                  </a:cubicBezTo>
                  <a:cubicBezTo>
                    <a:pt x="1090" y="205"/>
                    <a:pt x="796" y="155"/>
                    <a:pt x="698" y="135"/>
                  </a:cubicBezTo>
                  <a:cubicBezTo>
                    <a:pt x="607" y="117"/>
                    <a:pt x="185" y="36"/>
                    <a:pt x="0" y="0"/>
                  </a:cubicBezTo>
                  <a:cubicBezTo>
                    <a:pt x="26" y="28"/>
                    <a:pt x="86" y="46"/>
                    <a:pt x="122" y="55"/>
                  </a:cubicBezTo>
                  <a:cubicBezTo>
                    <a:pt x="126" y="56"/>
                    <a:pt x="154" y="62"/>
                    <a:pt x="154" y="62"/>
                  </a:cubicBezTo>
                  <a:cubicBezTo>
                    <a:pt x="339" y="98"/>
                    <a:pt x="723" y="179"/>
                    <a:pt x="814" y="198"/>
                  </a:cubicBezTo>
                  <a:cubicBezTo>
                    <a:pt x="912" y="218"/>
                    <a:pt x="1206" y="268"/>
                    <a:pt x="1234" y="272"/>
                  </a:cubicBezTo>
                  <a:cubicBezTo>
                    <a:pt x="1233" y="271"/>
                    <a:pt x="1233" y="271"/>
                    <a:pt x="1233" y="271"/>
                  </a:cubicBezTo>
                  <a:cubicBezTo>
                    <a:pt x="1189" y="265"/>
                    <a:pt x="1148" y="243"/>
                    <a:pt x="1118" y="209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2" name="Freeform 1119">
              <a:extLst>
                <a:ext uri="{FF2B5EF4-FFF2-40B4-BE49-F238E27FC236}">
                  <a16:creationId xmlns:a16="http://schemas.microsoft.com/office/drawing/2014/main" id="{74C79E31-271B-45DE-916E-68B1D3EF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654"/>
              <a:ext cx="2440" cy="506"/>
            </a:xfrm>
            <a:custGeom>
              <a:avLst/>
              <a:gdLst>
                <a:gd name="T0" fmla="*/ 52 w 1125"/>
                <a:gd name="T1" fmla="*/ 0 h 219"/>
                <a:gd name="T2" fmla="*/ 43 w 1125"/>
                <a:gd name="T3" fmla="*/ 0 h 219"/>
                <a:gd name="T4" fmla="*/ 0 w 1125"/>
                <a:gd name="T5" fmla="*/ 122 h 219"/>
                <a:gd name="T6" fmla="*/ 7131 w 1125"/>
                <a:gd name="T7" fmla="*/ 1788 h 219"/>
                <a:gd name="T8" fmla="*/ 11417 w 1125"/>
                <a:gd name="T9" fmla="*/ 2701 h 219"/>
                <a:gd name="T10" fmla="*/ 11417 w 1125"/>
                <a:gd name="T11" fmla="*/ 2701 h 219"/>
                <a:gd name="T12" fmla="*/ 11478 w 1125"/>
                <a:gd name="T13" fmla="*/ 259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5" h="219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85" y="46"/>
                    <a:pt x="608" y="127"/>
                    <a:pt x="699" y="145"/>
                  </a:cubicBezTo>
                  <a:cubicBezTo>
                    <a:pt x="797" y="165"/>
                    <a:pt x="1091" y="215"/>
                    <a:pt x="1119" y="219"/>
                  </a:cubicBezTo>
                  <a:cubicBezTo>
                    <a:pt x="1119" y="219"/>
                    <a:pt x="1119" y="219"/>
                    <a:pt x="1119" y="219"/>
                  </a:cubicBezTo>
                  <a:cubicBezTo>
                    <a:pt x="1125" y="210"/>
                    <a:pt x="1125" y="210"/>
                    <a:pt x="1125" y="21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3" name="Freeform 1120">
              <a:extLst>
                <a:ext uri="{FF2B5EF4-FFF2-40B4-BE49-F238E27FC236}">
                  <a16:creationId xmlns:a16="http://schemas.microsoft.com/office/drawing/2014/main" id="{5FA6768B-3771-465B-9A07-F273C0636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654"/>
              <a:ext cx="2429" cy="485"/>
            </a:xfrm>
            <a:custGeom>
              <a:avLst/>
              <a:gdLst>
                <a:gd name="T0" fmla="*/ 11425 w 1120"/>
                <a:gd name="T1" fmla="*/ 2587 h 210"/>
                <a:gd name="T2" fmla="*/ 7120 w 1120"/>
                <a:gd name="T3" fmla="*/ 1665 h 210"/>
                <a:gd name="T4" fmla="*/ 0 w 1120"/>
                <a:gd name="T5" fmla="*/ 0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0" h="210">
                  <a:moveTo>
                    <a:pt x="1120" y="210"/>
                  </a:moveTo>
                  <a:cubicBezTo>
                    <a:pt x="1080" y="204"/>
                    <a:pt x="794" y="154"/>
                    <a:pt x="698" y="135"/>
                  </a:cubicBezTo>
                  <a:cubicBezTo>
                    <a:pt x="608" y="116"/>
                    <a:pt x="185" y="3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4" name="Freeform 1121">
              <a:extLst>
                <a:ext uri="{FF2B5EF4-FFF2-40B4-BE49-F238E27FC236}">
                  <a16:creationId xmlns:a16="http://schemas.microsoft.com/office/drawing/2014/main" id="{01B260BE-B093-467F-B558-6D3930719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863"/>
              <a:ext cx="2422" cy="495"/>
            </a:xfrm>
            <a:custGeom>
              <a:avLst/>
              <a:gdLst>
                <a:gd name="T0" fmla="*/ 11388 w 1117"/>
                <a:gd name="T1" fmla="*/ 2648 h 214"/>
                <a:gd name="T2" fmla="*/ 9135 w 1117"/>
                <a:gd name="T3" fmla="*/ 1943 h 214"/>
                <a:gd name="T4" fmla="*/ 8725 w 1117"/>
                <a:gd name="T5" fmla="*/ 1772 h 214"/>
                <a:gd name="T6" fmla="*/ 5707 w 1117"/>
                <a:gd name="T7" fmla="*/ 460 h 214"/>
                <a:gd name="T8" fmla="*/ 2619 w 1117"/>
                <a:gd name="T9" fmla="*/ 433 h 214"/>
                <a:gd name="T10" fmla="*/ 0 w 1117"/>
                <a:gd name="T11" fmla="*/ 0 h 2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7" h="214">
                  <a:moveTo>
                    <a:pt x="1117" y="214"/>
                  </a:moveTo>
                  <a:cubicBezTo>
                    <a:pt x="1117" y="214"/>
                    <a:pt x="1012" y="197"/>
                    <a:pt x="896" y="157"/>
                  </a:cubicBezTo>
                  <a:cubicBezTo>
                    <a:pt x="884" y="153"/>
                    <a:pt x="868" y="147"/>
                    <a:pt x="856" y="143"/>
                  </a:cubicBezTo>
                  <a:cubicBezTo>
                    <a:pt x="741" y="104"/>
                    <a:pt x="624" y="50"/>
                    <a:pt x="560" y="37"/>
                  </a:cubicBezTo>
                  <a:cubicBezTo>
                    <a:pt x="484" y="22"/>
                    <a:pt x="388" y="40"/>
                    <a:pt x="257" y="35"/>
                  </a:cubicBezTo>
                  <a:cubicBezTo>
                    <a:pt x="171" y="32"/>
                    <a:pt x="36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5" name="Freeform 1122">
              <a:extLst>
                <a:ext uri="{FF2B5EF4-FFF2-40B4-BE49-F238E27FC236}">
                  <a16:creationId xmlns:a16="http://schemas.microsoft.com/office/drawing/2014/main" id="{84620451-F165-4573-A4D3-8CC8228F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863"/>
              <a:ext cx="2422" cy="495"/>
            </a:xfrm>
            <a:custGeom>
              <a:avLst/>
              <a:gdLst>
                <a:gd name="T0" fmla="*/ 11388 w 1117"/>
                <a:gd name="T1" fmla="*/ 2648 h 214"/>
                <a:gd name="T2" fmla="*/ 9135 w 1117"/>
                <a:gd name="T3" fmla="*/ 1943 h 214"/>
                <a:gd name="T4" fmla="*/ 8725 w 1117"/>
                <a:gd name="T5" fmla="*/ 1772 h 214"/>
                <a:gd name="T6" fmla="*/ 5707 w 1117"/>
                <a:gd name="T7" fmla="*/ 460 h 214"/>
                <a:gd name="T8" fmla="*/ 2619 w 1117"/>
                <a:gd name="T9" fmla="*/ 433 h 214"/>
                <a:gd name="T10" fmla="*/ 0 w 1117"/>
                <a:gd name="T11" fmla="*/ 0 h 2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7" h="214">
                  <a:moveTo>
                    <a:pt x="1117" y="214"/>
                  </a:moveTo>
                  <a:cubicBezTo>
                    <a:pt x="1117" y="214"/>
                    <a:pt x="1012" y="197"/>
                    <a:pt x="896" y="157"/>
                  </a:cubicBezTo>
                  <a:cubicBezTo>
                    <a:pt x="884" y="153"/>
                    <a:pt x="868" y="147"/>
                    <a:pt x="856" y="143"/>
                  </a:cubicBezTo>
                  <a:cubicBezTo>
                    <a:pt x="741" y="104"/>
                    <a:pt x="624" y="50"/>
                    <a:pt x="560" y="37"/>
                  </a:cubicBezTo>
                  <a:cubicBezTo>
                    <a:pt x="484" y="22"/>
                    <a:pt x="388" y="40"/>
                    <a:pt x="257" y="35"/>
                  </a:cubicBezTo>
                  <a:cubicBezTo>
                    <a:pt x="171" y="32"/>
                    <a:pt x="36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6" name="Freeform 1123">
              <a:extLst>
                <a:ext uri="{FF2B5EF4-FFF2-40B4-BE49-F238E27FC236}">
                  <a16:creationId xmlns:a16="http://schemas.microsoft.com/office/drawing/2014/main" id="{B7503E7A-E260-4274-B526-307F2B13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937"/>
              <a:ext cx="21" cy="9"/>
            </a:xfrm>
            <a:custGeom>
              <a:avLst/>
              <a:gdLst>
                <a:gd name="T0" fmla="*/ 0 w 10"/>
                <a:gd name="T1" fmla="*/ 25 h 4"/>
                <a:gd name="T2" fmla="*/ 48 w 10"/>
                <a:gd name="T3" fmla="*/ 0 h 4"/>
                <a:gd name="T4" fmla="*/ 92 w 10"/>
                <a:gd name="T5" fmla="*/ 25 h 4"/>
                <a:gd name="T6" fmla="*/ 48 w 10"/>
                <a:gd name="T7" fmla="*/ 45 h 4"/>
                <a:gd name="T8" fmla="*/ 0 w 10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ubicBezTo>
                    <a:pt x="10" y="3"/>
                    <a:pt x="8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7" name="Freeform 1124">
              <a:extLst>
                <a:ext uri="{FF2B5EF4-FFF2-40B4-BE49-F238E27FC236}">
                  <a16:creationId xmlns:a16="http://schemas.microsoft.com/office/drawing/2014/main" id="{705648AA-CB38-432D-9F1F-B4C0CFAE4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891"/>
              <a:ext cx="21" cy="14"/>
            </a:xfrm>
            <a:custGeom>
              <a:avLst/>
              <a:gdLst>
                <a:gd name="T0" fmla="*/ 0 w 10"/>
                <a:gd name="T1" fmla="*/ 12 h 6"/>
                <a:gd name="T2" fmla="*/ 48 w 10"/>
                <a:gd name="T3" fmla="*/ 12 h 6"/>
                <a:gd name="T4" fmla="*/ 84 w 10"/>
                <a:gd name="T5" fmla="*/ 49 h 6"/>
                <a:gd name="T6" fmla="*/ 36 w 10"/>
                <a:gd name="T7" fmla="*/ 65 h 6"/>
                <a:gd name="T8" fmla="*/ 0 w 10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0" y="1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8" y="2"/>
                    <a:pt x="10" y="3"/>
                    <a:pt x="9" y="4"/>
                  </a:cubicBezTo>
                  <a:cubicBezTo>
                    <a:pt x="9" y="5"/>
                    <a:pt x="7" y="6"/>
                    <a:pt x="4" y="5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8" name="Freeform 1125">
              <a:extLst>
                <a:ext uri="{FF2B5EF4-FFF2-40B4-BE49-F238E27FC236}">
                  <a16:creationId xmlns:a16="http://schemas.microsoft.com/office/drawing/2014/main" id="{BE1C9AA8-20DA-482A-8D85-C32B56AF8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953"/>
              <a:ext cx="22" cy="9"/>
            </a:xfrm>
            <a:custGeom>
              <a:avLst/>
              <a:gdLst>
                <a:gd name="T0" fmla="*/ 0 w 10"/>
                <a:gd name="T1" fmla="*/ 25 h 4"/>
                <a:gd name="T2" fmla="*/ 53 w 10"/>
                <a:gd name="T3" fmla="*/ 0 h 4"/>
                <a:gd name="T4" fmla="*/ 106 w 10"/>
                <a:gd name="T5" fmla="*/ 25 h 4"/>
                <a:gd name="T6" fmla="*/ 53 w 10"/>
                <a:gd name="T7" fmla="*/ 45 h 4"/>
                <a:gd name="T8" fmla="*/ 0 w 10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ubicBezTo>
                    <a:pt x="10" y="3"/>
                    <a:pt x="7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9" name="Freeform 1126">
              <a:extLst>
                <a:ext uri="{FF2B5EF4-FFF2-40B4-BE49-F238E27FC236}">
                  <a16:creationId xmlns:a16="http://schemas.microsoft.com/office/drawing/2014/main" id="{4F05253A-CF41-47B2-B882-09AADF3E0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946"/>
              <a:ext cx="19" cy="9"/>
            </a:xfrm>
            <a:custGeom>
              <a:avLst/>
              <a:gdLst>
                <a:gd name="T0" fmla="*/ 0 w 9"/>
                <a:gd name="T1" fmla="*/ 25 h 4"/>
                <a:gd name="T2" fmla="*/ 49 w 9"/>
                <a:gd name="T3" fmla="*/ 0 h 4"/>
                <a:gd name="T4" fmla="*/ 84 w 9"/>
                <a:gd name="T5" fmla="*/ 36 h 4"/>
                <a:gd name="T6" fmla="*/ 49 w 9"/>
                <a:gd name="T7" fmla="*/ 45 h 4"/>
                <a:gd name="T8" fmla="*/ 0 w 9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4"/>
                    <a:pt x="7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0" name="Freeform 1127">
              <a:extLst>
                <a:ext uri="{FF2B5EF4-FFF2-40B4-BE49-F238E27FC236}">
                  <a16:creationId xmlns:a16="http://schemas.microsoft.com/office/drawing/2014/main" id="{CC9F0E6C-00F0-4460-97BE-20B4B01D9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942"/>
              <a:ext cx="20" cy="11"/>
            </a:xfrm>
            <a:custGeom>
              <a:avLst/>
              <a:gdLst>
                <a:gd name="T0" fmla="*/ 0 w 9"/>
                <a:gd name="T1" fmla="*/ 20 h 5"/>
                <a:gd name="T2" fmla="*/ 53 w 9"/>
                <a:gd name="T3" fmla="*/ 9 h 5"/>
                <a:gd name="T4" fmla="*/ 98 w 9"/>
                <a:gd name="T5" fmla="*/ 33 h 5"/>
                <a:gd name="T6" fmla="*/ 44 w 9"/>
                <a:gd name="T7" fmla="*/ 44 h 5"/>
                <a:gd name="T8" fmla="*/ 0 w 9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1" name="Freeform 1128">
              <a:extLst>
                <a:ext uri="{FF2B5EF4-FFF2-40B4-BE49-F238E27FC236}">
                  <a16:creationId xmlns:a16="http://schemas.microsoft.com/office/drawing/2014/main" id="{B4D35D54-7912-47EA-865C-5C80A278D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009"/>
              <a:ext cx="21" cy="11"/>
            </a:xfrm>
            <a:custGeom>
              <a:avLst/>
              <a:gdLst>
                <a:gd name="T0" fmla="*/ 0 w 10"/>
                <a:gd name="T1" fmla="*/ 9 h 5"/>
                <a:gd name="T2" fmla="*/ 57 w 10"/>
                <a:gd name="T3" fmla="*/ 9 h 5"/>
                <a:gd name="T4" fmla="*/ 84 w 10"/>
                <a:gd name="T5" fmla="*/ 44 h 5"/>
                <a:gd name="T6" fmla="*/ 36 w 10"/>
                <a:gd name="T7" fmla="*/ 44 h 5"/>
                <a:gd name="T8" fmla="*/ 0 w 10"/>
                <a:gd name="T9" fmla="*/ 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10" y="3"/>
                    <a:pt x="9" y="4"/>
                  </a:cubicBezTo>
                  <a:cubicBezTo>
                    <a:pt x="9" y="5"/>
                    <a:pt x="6" y="5"/>
                    <a:pt x="4" y="4"/>
                  </a:cubicBezTo>
                  <a:cubicBezTo>
                    <a:pt x="2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2" name="Freeform 1129">
              <a:extLst>
                <a:ext uri="{FF2B5EF4-FFF2-40B4-BE49-F238E27FC236}">
                  <a16:creationId xmlns:a16="http://schemas.microsoft.com/office/drawing/2014/main" id="{7FF5387F-7AC7-480D-9748-441B56CDD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124"/>
              <a:ext cx="20" cy="12"/>
            </a:xfrm>
            <a:custGeom>
              <a:avLst/>
              <a:gdLst>
                <a:gd name="T0" fmla="*/ 0 w 9"/>
                <a:gd name="T1" fmla="*/ 12 h 5"/>
                <a:gd name="T2" fmla="*/ 53 w 9"/>
                <a:gd name="T3" fmla="*/ 12 h 5"/>
                <a:gd name="T4" fmla="*/ 98 w 9"/>
                <a:gd name="T5" fmla="*/ 58 h 5"/>
                <a:gd name="T6" fmla="*/ 44 w 9"/>
                <a:gd name="T7" fmla="*/ 58 h 5"/>
                <a:gd name="T8" fmla="*/ 0 w 9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0" y="0"/>
                    <a:pt x="3" y="0"/>
                    <a:pt x="5" y="1"/>
                  </a:cubicBezTo>
                  <a:cubicBezTo>
                    <a:pt x="8" y="2"/>
                    <a:pt x="9" y="3"/>
                    <a:pt x="9" y="4"/>
                  </a:cubicBezTo>
                  <a:cubicBezTo>
                    <a:pt x="9" y="5"/>
                    <a:pt x="6" y="5"/>
                    <a:pt x="4" y="4"/>
                  </a:cubicBezTo>
                  <a:cubicBezTo>
                    <a:pt x="1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3" name="Freeform 1130">
              <a:extLst>
                <a:ext uri="{FF2B5EF4-FFF2-40B4-BE49-F238E27FC236}">
                  <a16:creationId xmlns:a16="http://schemas.microsoft.com/office/drawing/2014/main" id="{58B7A2FE-A55B-4B80-B969-8D085BB58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235"/>
              <a:ext cx="19" cy="14"/>
            </a:xfrm>
            <a:custGeom>
              <a:avLst/>
              <a:gdLst>
                <a:gd name="T0" fmla="*/ 0 w 9"/>
                <a:gd name="T1" fmla="*/ 12 h 6"/>
                <a:gd name="T2" fmla="*/ 49 w 9"/>
                <a:gd name="T3" fmla="*/ 12 h 6"/>
                <a:gd name="T4" fmla="*/ 84 w 9"/>
                <a:gd name="T5" fmla="*/ 65 h 6"/>
                <a:gd name="T6" fmla="*/ 36 w 9"/>
                <a:gd name="T7" fmla="*/ 65 h 6"/>
                <a:gd name="T8" fmla="*/ 0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8" y="2"/>
                    <a:pt x="9" y="4"/>
                    <a:pt x="9" y="5"/>
                  </a:cubicBezTo>
                  <a:cubicBezTo>
                    <a:pt x="9" y="6"/>
                    <a:pt x="6" y="6"/>
                    <a:pt x="4" y="5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4" name="Freeform 1131">
              <a:extLst>
                <a:ext uri="{FF2B5EF4-FFF2-40B4-BE49-F238E27FC236}">
                  <a16:creationId xmlns:a16="http://schemas.microsoft.com/office/drawing/2014/main" id="{267C07C4-E924-4D40-B0E1-10CEF342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330"/>
              <a:ext cx="19" cy="12"/>
            </a:xfrm>
            <a:custGeom>
              <a:avLst/>
              <a:gdLst>
                <a:gd name="T0" fmla="*/ 0 w 9"/>
                <a:gd name="T1" fmla="*/ 12 h 5"/>
                <a:gd name="T2" fmla="*/ 49 w 9"/>
                <a:gd name="T3" fmla="*/ 0 h 5"/>
                <a:gd name="T4" fmla="*/ 84 w 9"/>
                <a:gd name="T5" fmla="*/ 41 h 5"/>
                <a:gd name="T6" fmla="*/ 36 w 9"/>
                <a:gd name="T7" fmla="*/ 58 h 5"/>
                <a:gd name="T8" fmla="*/ 0 w 9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5" name="Freeform 1132">
              <a:extLst>
                <a:ext uri="{FF2B5EF4-FFF2-40B4-BE49-F238E27FC236}">
                  <a16:creationId xmlns:a16="http://schemas.microsoft.com/office/drawing/2014/main" id="{0FE9EFE8-FD88-4F9A-93A0-26A2AA25A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130"/>
              <a:ext cx="22" cy="12"/>
            </a:xfrm>
            <a:custGeom>
              <a:avLst/>
              <a:gdLst>
                <a:gd name="T0" fmla="*/ 9 w 10"/>
                <a:gd name="T1" fmla="*/ 29 h 5"/>
                <a:gd name="T2" fmla="*/ 64 w 10"/>
                <a:gd name="T3" fmla="*/ 12 h 5"/>
                <a:gd name="T4" fmla="*/ 106 w 10"/>
                <a:gd name="T5" fmla="*/ 41 h 5"/>
                <a:gd name="T6" fmla="*/ 53 w 10"/>
                <a:gd name="T7" fmla="*/ 70 h 5"/>
                <a:gd name="T8" fmla="*/ 9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5"/>
                    <a:pt x="8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6" name="Freeform 1133">
              <a:extLst>
                <a:ext uri="{FF2B5EF4-FFF2-40B4-BE49-F238E27FC236}">
                  <a16:creationId xmlns:a16="http://schemas.microsoft.com/office/drawing/2014/main" id="{0489E12A-7B7D-406C-B892-395EDBA8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098"/>
              <a:ext cx="20" cy="11"/>
            </a:xfrm>
            <a:custGeom>
              <a:avLst/>
              <a:gdLst>
                <a:gd name="T0" fmla="*/ 0 w 9"/>
                <a:gd name="T1" fmla="*/ 20 h 5"/>
                <a:gd name="T2" fmla="*/ 53 w 9"/>
                <a:gd name="T3" fmla="*/ 9 h 5"/>
                <a:gd name="T4" fmla="*/ 98 w 9"/>
                <a:gd name="T5" fmla="*/ 33 h 5"/>
                <a:gd name="T6" fmla="*/ 44 w 9"/>
                <a:gd name="T7" fmla="*/ 44 h 5"/>
                <a:gd name="T8" fmla="*/ 0 w 9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7" name="Freeform 1134">
              <a:extLst>
                <a:ext uri="{FF2B5EF4-FFF2-40B4-BE49-F238E27FC236}">
                  <a16:creationId xmlns:a16="http://schemas.microsoft.com/office/drawing/2014/main" id="{C539FA8A-7065-40EE-A404-116C7CCA2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37"/>
              <a:ext cx="22" cy="12"/>
            </a:xfrm>
            <a:custGeom>
              <a:avLst/>
              <a:gdLst>
                <a:gd name="T0" fmla="*/ 9 w 10"/>
                <a:gd name="T1" fmla="*/ 29 h 5"/>
                <a:gd name="T2" fmla="*/ 64 w 10"/>
                <a:gd name="T3" fmla="*/ 12 h 5"/>
                <a:gd name="T4" fmla="*/ 106 w 10"/>
                <a:gd name="T5" fmla="*/ 41 h 5"/>
                <a:gd name="T6" fmla="*/ 53 w 10"/>
                <a:gd name="T7" fmla="*/ 58 h 5"/>
                <a:gd name="T8" fmla="*/ 9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8" y="5"/>
                    <a:pt x="5" y="4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8" name="Freeform 1135">
              <a:extLst>
                <a:ext uri="{FF2B5EF4-FFF2-40B4-BE49-F238E27FC236}">
                  <a16:creationId xmlns:a16="http://schemas.microsoft.com/office/drawing/2014/main" id="{41D8A01D-5E1F-4208-A3E7-0193A60A8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982"/>
              <a:ext cx="19" cy="12"/>
            </a:xfrm>
            <a:custGeom>
              <a:avLst/>
              <a:gdLst>
                <a:gd name="T0" fmla="*/ 0 w 9"/>
                <a:gd name="T1" fmla="*/ 29 h 5"/>
                <a:gd name="T2" fmla="*/ 49 w 9"/>
                <a:gd name="T3" fmla="*/ 12 h 5"/>
                <a:gd name="T4" fmla="*/ 84 w 9"/>
                <a:gd name="T5" fmla="*/ 41 h 5"/>
                <a:gd name="T6" fmla="*/ 36 w 9"/>
                <a:gd name="T7" fmla="*/ 58 h 5"/>
                <a:gd name="T8" fmla="*/ 0 w 9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9" name="Freeform 1136">
              <a:extLst>
                <a:ext uri="{FF2B5EF4-FFF2-40B4-BE49-F238E27FC236}">
                  <a16:creationId xmlns:a16="http://schemas.microsoft.com/office/drawing/2014/main" id="{2FBC9F7B-DA7B-46B9-9817-7EBA707D1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920"/>
              <a:ext cx="22" cy="11"/>
            </a:xfrm>
            <a:custGeom>
              <a:avLst/>
              <a:gdLst>
                <a:gd name="T0" fmla="*/ 0 w 10"/>
                <a:gd name="T1" fmla="*/ 9 h 5"/>
                <a:gd name="T2" fmla="*/ 53 w 10"/>
                <a:gd name="T3" fmla="*/ 0 h 5"/>
                <a:gd name="T4" fmla="*/ 97 w 10"/>
                <a:gd name="T5" fmla="*/ 33 h 5"/>
                <a:gd name="T6" fmla="*/ 44 w 10"/>
                <a:gd name="T7" fmla="*/ 44 h 5"/>
                <a:gd name="T8" fmla="*/ 0 w 10"/>
                <a:gd name="T9" fmla="*/ 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0" name="Freeform 1137">
              <a:extLst>
                <a:ext uri="{FF2B5EF4-FFF2-40B4-BE49-F238E27FC236}">
                  <a16:creationId xmlns:a16="http://schemas.microsoft.com/office/drawing/2014/main" id="{D2104AB1-5824-46B9-BB64-23DD4B9BA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857"/>
              <a:ext cx="22" cy="9"/>
            </a:xfrm>
            <a:custGeom>
              <a:avLst/>
              <a:gdLst>
                <a:gd name="T0" fmla="*/ 0 w 10"/>
                <a:gd name="T1" fmla="*/ 11 h 4"/>
                <a:gd name="T2" fmla="*/ 53 w 10"/>
                <a:gd name="T3" fmla="*/ 0 h 4"/>
                <a:gd name="T4" fmla="*/ 97 w 10"/>
                <a:gd name="T5" fmla="*/ 36 h 4"/>
                <a:gd name="T6" fmla="*/ 44 w 10"/>
                <a:gd name="T7" fmla="*/ 45 h 4"/>
                <a:gd name="T8" fmla="*/ 0 w 10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2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1" name="Freeform 1138">
              <a:extLst>
                <a:ext uri="{FF2B5EF4-FFF2-40B4-BE49-F238E27FC236}">
                  <a16:creationId xmlns:a16="http://schemas.microsoft.com/office/drawing/2014/main" id="{B61FD198-0B09-4944-8F61-C8DCE0266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797"/>
              <a:ext cx="19" cy="9"/>
            </a:xfrm>
            <a:custGeom>
              <a:avLst/>
              <a:gdLst>
                <a:gd name="T0" fmla="*/ 0 w 9"/>
                <a:gd name="T1" fmla="*/ 11 h 4"/>
                <a:gd name="T2" fmla="*/ 49 w 9"/>
                <a:gd name="T3" fmla="*/ 0 h 4"/>
                <a:gd name="T4" fmla="*/ 84 w 9"/>
                <a:gd name="T5" fmla="*/ 36 h 4"/>
                <a:gd name="T6" fmla="*/ 36 w 9"/>
                <a:gd name="T7" fmla="*/ 45 h 4"/>
                <a:gd name="T8" fmla="*/ 0 w 9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2" name="Freeform 1139">
              <a:extLst>
                <a:ext uri="{FF2B5EF4-FFF2-40B4-BE49-F238E27FC236}">
                  <a16:creationId xmlns:a16="http://schemas.microsoft.com/office/drawing/2014/main" id="{18D4DF49-EBE1-482C-8154-0511D69B2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737"/>
              <a:ext cx="22" cy="11"/>
            </a:xfrm>
            <a:custGeom>
              <a:avLst/>
              <a:gdLst>
                <a:gd name="T0" fmla="*/ 0 w 10"/>
                <a:gd name="T1" fmla="*/ 20 h 5"/>
                <a:gd name="T2" fmla="*/ 53 w 10"/>
                <a:gd name="T3" fmla="*/ 9 h 5"/>
                <a:gd name="T4" fmla="*/ 106 w 10"/>
                <a:gd name="T5" fmla="*/ 33 h 5"/>
                <a:gd name="T6" fmla="*/ 53 w 10"/>
                <a:gd name="T7" fmla="*/ 53 h 5"/>
                <a:gd name="T8" fmla="*/ 0 w 10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3" name="Freeform 1140">
              <a:extLst>
                <a:ext uri="{FF2B5EF4-FFF2-40B4-BE49-F238E27FC236}">
                  <a16:creationId xmlns:a16="http://schemas.microsoft.com/office/drawing/2014/main" id="{5DE3395B-6A1C-4877-817D-422FA1CCB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681"/>
              <a:ext cx="20" cy="10"/>
            </a:xfrm>
            <a:custGeom>
              <a:avLst/>
              <a:gdLst>
                <a:gd name="T0" fmla="*/ 0 w 9"/>
                <a:gd name="T1" fmla="*/ 20 h 4"/>
                <a:gd name="T2" fmla="*/ 53 w 9"/>
                <a:gd name="T3" fmla="*/ 0 h 4"/>
                <a:gd name="T4" fmla="*/ 98 w 9"/>
                <a:gd name="T5" fmla="*/ 50 h 4"/>
                <a:gd name="T6" fmla="*/ 44 w 9"/>
                <a:gd name="T7" fmla="*/ 63 h 4"/>
                <a:gd name="T8" fmla="*/ 0 w 9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4" name="Freeform 1141">
              <a:extLst>
                <a:ext uri="{FF2B5EF4-FFF2-40B4-BE49-F238E27FC236}">
                  <a16:creationId xmlns:a16="http://schemas.microsoft.com/office/drawing/2014/main" id="{3CEF7421-DF12-47F6-9DC6-10030377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288"/>
              <a:ext cx="22" cy="12"/>
            </a:xfrm>
            <a:custGeom>
              <a:avLst/>
              <a:gdLst>
                <a:gd name="T0" fmla="*/ 0 w 10"/>
                <a:gd name="T1" fmla="*/ 58 h 5"/>
                <a:gd name="T2" fmla="*/ 53 w 10"/>
                <a:gd name="T3" fmla="*/ 0 h 5"/>
                <a:gd name="T4" fmla="*/ 106 w 10"/>
                <a:gd name="T5" fmla="*/ 12 h 5"/>
                <a:gd name="T6" fmla="*/ 64 w 10"/>
                <a:gd name="T7" fmla="*/ 58 h 5"/>
                <a:gd name="T8" fmla="*/ 0 w 10"/>
                <a:gd name="T9" fmla="*/ 5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2"/>
                    <a:pt x="2" y="1"/>
                    <a:pt x="5" y="0"/>
                  </a:cubicBezTo>
                  <a:cubicBezTo>
                    <a:pt x="7" y="0"/>
                    <a:pt x="9" y="0"/>
                    <a:pt x="10" y="1"/>
                  </a:cubicBezTo>
                  <a:cubicBezTo>
                    <a:pt x="10" y="2"/>
                    <a:pt x="8" y="4"/>
                    <a:pt x="6" y="4"/>
                  </a:cubicBezTo>
                  <a:cubicBezTo>
                    <a:pt x="3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E77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5" name="Freeform 1142">
              <a:extLst>
                <a:ext uri="{FF2B5EF4-FFF2-40B4-BE49-F238E27FC236}">
                  <a16:creationId xmlns:a16="http://schemas.microsoft.com/office/drawing/2014/main" id="{F3F44892-409F-4181-89D0-500E81D68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277"/>
              <a:ext cx="20" cy="9"/>
            </a:xfrm>
            <a:custGeom>
              <a:avLst/>
              <a:gdLst>
                <a:gd name="T0" fmla="*/ 0 w 9"/>
                <a:gd name="T1" fmla="*/ 11 h 4"/>
                <a:gd name="T2" fmla="*/ 53 w 9"/>
                <a:gd name="T3" fmla="*/ 0 h 4"/>
                <a:gd name="T4" fmla="*/ 98 w 9"/>
                <a:gd name="T5" fmla="*/ 25 h 4"/>
                <a:gd name="T6" fmla="*/ 44 w 9"/>
                <a:gd name="T7" fmla="*/ 45 h 4"/>
                <a:gd name="T8" fmla="*/ 0 w 9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9" y="2"/>
                  </a:cubicBezTo>
                  <a:cubicBezTo>
                    <a:pt x="9" y="3"/>
                    <a:pt x="7" y="4"/>
                    <a:pt x="4" y="4"/>
                  </a:cubicBezTo>
                  <a:cubicBezTo>
                    <a:pt x="2" y="4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E77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6" name="Freeform 1143">
              <a:extLst>
                <a:ext uri="{FF2B5EF4-FFF2-40B4-BE49-F238E27FC236}">
                  <a16:creationId xmlns:a16="http://schemas.microsoft.com/office/drawing/2014/main" id="{8845E7BC-4A29-40F9-8FA3-50C8750D1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1388"/>
              <a:ext cx="18" cy="18"/>
            </a:xfrm>
            <a:custGeom>
              <a:avLst/>
              <a:gdLst>
                <a:gd name="T0" fmla="*/ 11 w 8"/>
                <a:gd name="T1" fmla="*/ 11 h 8"/>
                <a:gd name="T2" fmla="*/ 56 w 8"/>
                <a:gd name="T3" fmla="*/ 25 h 8"/>
                <a:gd name="T4" fmla="*/ 81 w 8"/>
                <a:gd name="T5" fmla="*/ 81 h 8"/>
                <a:gd name="T6" fmla="*/ 36 w 8"/>
                <a:gd name="T7" fmla="*/ 56 h 8"/>
                <a:gd name="T8" fmla="*/ 11 w 8"/>
                <a:gd name="T9" fmla="*/ 1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1" y="0"/>
                    <a:pt x="3" y="1"/>
                    <a:pt x="5" y="2"/>
                  </a:cubicBezTo>
                  <a:cubicBezTo>
                    <a:pt x="7" y="4"/>
                    <a:pt x="8" y="6"/>
                    <a:pt x="7" y="7"/>
                  </a:cubicBezTo>
                  <a:cubicBezTo>
                    <a:pt x="7" y="8"/>
                    <a:pt x="5" y="7"/>
                    <a:pt x="3" y="5"/>
                  </a:cubicBezTo>
                  <a:cubicBezTo>
                    <a:pt x="1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77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7" name="Freeform 1144">
              <a:extLst>
                <a:ext uri="{FF2B5EF4-FFF2-40B4-BE49-F238E27FC236}">
                  <a16:creationId xmlns:a16="http://schemas.microsoft.com/office/drawing/2014/main" id="{3090666A-85BB-419D-B02E-E4B6EC2BA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580"/>
              <a:ext cx="13" cy="23"/>
            </a:xfrm>
            <a:custGeom>
              <a:avLst/>
              <a:gdLst>
                <a:gd name="T0" fmla="*/ 9 w 6"/>
                <a:gd name="T1" fmla="*/ 12 h 10"/>
                <a:gd name="T2" fmla="*/ 52 w 6"/>
                <a:gd name="T3" fmla="*/ 48 h 10"/>
                <a:gd name="T4" fmla="*/ 52 w 6"/>
                <a:gd name="T5" fmla="*/ 110 h 10"/>
                <a:gd name="T6" fmla="*/ 20 w 6"/>
                <a:gd name="T7" fmla="*/ 74 h 10"/>
                <a:gd name="T8" fmla="*/ 9 w 6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2" y="0"/>
                    <a:pt x="4" y="2"/>
                    <a:pt x="5" y="4"/>
                  </a:cubicBezTo>
                  <a:cubicBezTo>
                    <a:pt x="6" y="7"/>
                    <a:pt x="6" y="9"/>
                    <a:pt x="5" y="9"/>
                  </a:cubicBezTo>
                  <a:cubicBezTo>
                    <a:pt x="4" y="10"/>
                    <a:pt x="3" y="8"/>
                    <a:pt x="2" y="6"/>
                  </a:cubicBezTo>
                  <a:cubicBezTo>
                    <a:pt x="1" y="4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77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8" name="Freeform 1145">
              <a:extLst>
                <a:ext uri="{FF2B5EF4-FFF2-40B4-BE49-F238E27FC236}">
                  <a16:creationId xmlns:a16="http://schemas.microsoft.com/office/drawing/2014/main" id="{6A75BB49-762B-4470-8A6C-CE2455D40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804"/>
              <a:ext cx="9" cy="23"/>
            </a:xfrm>
            <a:custGeom>
              <a:avLst/>
              <a:gdLst>
                <a:gd name="T0" fmla="*/ 25 w 4"/>
                <a:gd name="T1" fmla="*/ 0 h 10"/>
                <a:gd name="T2" fmla="*/ 45 w 4"/>
                <a:gd name="T3" fmla="*/ 64 h 10"/>
                <a:gd name="T4" fmla="*/ 11 w 4"/>
                <a:gd name="T5" fmla="*/ 122 h 10"/>
                <a:gd name="T6" fmla="*/ 0 w 4"/>
                <a:gd name="T7" fmla="*/ 64 h 10"/>
                <a:gd name="T8" fmla="*/ 25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3" y="0"/>
                    <a:pt x="4" y="3"/>
                    <a:pt x="4" y="5"/>
                  </a:cubicBezTo>
                  <a:cubicBezTo>
                    <a:pt x="4" y="8"/>
                    <a:pt x="2" y="10"/>
                    <a:pt x="1" y="10"/>
                  </a:cubicBezTo>
                  <a:cubicBezTo>
                    <a:pt x="0" y="9"/>
                    <a:pt x="0" y="7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77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9" name="Freeform 1146">
              <a:extLst>
                <a:ext uri="{FF2B5EF4-FFF2-40B4-BE49-F238E27FC236}">
                  <a16:creationId xmlns:a16="http://schemas.microsoft.com/office/drawing/2014/main" id="{59C9030D-6C24-420B-AE96-839C5BDD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012"/>
              <a:ext cx="13" cy="23"/>
            </a:xfrm>
            <a:custGeom>
              <a:avLst/>
              <a:gdLst>
                <a:gd name="T0" fmla="*/ 52 w 6"/>
                <a:gd name="T1" fmla="*/ 12 h 10"/>
                <a:gd name="T2" fmla="*/ 52 w 6"/>
                <a:gd name="T3" fmla="*/ 74 h 10"/>
                <a:gd name="T4" fmla="*/ 9 w 6"/>
                <a:gd name="T5" fmla="*/ 110 h 10"/>
                <a:gd name="T6" fmla="*/ 9 w 6"/>
                <a:gd name="T7" fmla="*/ 48 h 10"/>
                <a:gd name="T8" fmla="*/ 52 w 6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5" y="1"/>
                  </a:moveTo>
                  <a:cubicBezTo>
                    <a:pt x="6" y="1"/>
                    <a:pt x="6" y="3"/>
                    <a:pt x="5" y="6"/>
                  </a:cubicBezTo>
                  <a:cubicBezTo>
                    <a:pt x="4" y="8"/>
                    <a:pt x="2" y="10"/>
                    <a:pt x="1" y="9"/>
                  </a:cubicBezTo>
                  <a:cubicBezTo>
                    <a:pt x="0" y="9"/>
                    <a:pt x="0" y="7"/>
                    <a:pt x="1" y="4"/>
                  </a:cubicBezTo>
                  <a:cubicBezTo>
                    <a:pt x="2" y="2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E77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0" name="Freeform 1147">
              <a:extLst>
                <a:ext uri="{FF2B5EF4-FFF2-40B4-BE49-F238E27FC236}">
                  <a16:creationId xmlns:a16="http://schemas.microsoft.com/office/drawing/2014/main" id="{05299E41-F41A-460A-9E57-70253673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185"/>
              <a:ext cx="17" cy="19"/>
            </a:xfrm>
            <a:custGeom>
              <a:avLst/>
              <a:gdLst>
                <a:gd name="T0" fmla="*/ 77 w 8"/>
                <a:gd name="T1" fmla="*/ 0 h 8"/>
                <a:gd name="T2" fmla="*/ 60 w 8"/>
                <a:gd name="T3" fmla="*/ 69 h 8"/>
                <a:gd name="T4" fmla="*/ 9 w 8"/>
                <a:gd name="T5" fmla="*/ 95 h 8"/>
                <a:gd name="T6" fmla="*/ 28 w 8"/>
                <a:gd name="T7" fmla="*/ 29 h 8"/>
                <a:gd name="T8" fmla="*/ 77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1"/>
                    <a:pt x="8" y="3"/>
                    <a:pt x="6" y="5"/>
                  </a:cubicBezTo>
                  <a:cubicBezTo>
                    <a:pt x="4" y="7"/>
                    <a:pt x="2" y="8"/>
                    <a:pt x="1" y="7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0"/>
                    <a:pt x="7" y="0"/>
                    <a:pt x="8" y="0"/>
                  </a:cubicBezTo>
                  <a:close/>
                </a:path>
              </a:pathLst>
            </a:custGeom>
            <a:solidFill>
              <a:srgbClr val="E77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1" name="Freeform 1148">
              <a:extLst>
                <a:ext uri="{FF2B5EF4-FFF2-40B4-BE49-F238E27FC236}">
                  <a16:creationId xmlns:a16="http://schemas.microsoft.com/office/drawing/2014/main" id="{42474E52-06D4-4B3A-94FE-A0298C772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283"/>
              <a:ext cx="21" cy="9"/>
            </a:xfrm>
            <a:custGeom>
              <a:avLst/>
              <a:gdLst>
                <a:gd name="T0" fmla="*/ 84 w 10"/>
                <a:gd name="T1" fmla="*/ 11 h 4"/>
                <a:gd name="T2" fmla="*/ 48 w 10"/>
                <a:gd name="T3" fmla="*/ 45 h 4"/>
                <a:gd name="T4" fmla="*/ 0 w 10"/>
                <a:gd name="T5" fmla="*/ 36 h 4"/>
                <a:gd name="T6" fmla="*/ 36 w 10"/>
                <a:gd name="T7" fmla="*/ 0 h 4"/>
                <a:gd name="T8" fmla="*/ 84 w 10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9" y="1"/>
                  </a:moveTo>
                  <a:cubicBezTo>
                    <a:pt x="10" y="2"/>
                    <a:pt x="8" y="3"/>
                    <a:pt x="5" y="4"/>
                  </a:cubicBezTo>
                  <a:cubicBezTo>
                    <a:pt x="3" y="4"/>
                    <a:pt x="0" y="4"/>
                    <a:pt x="0" y="3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7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E77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2" name="Freeform 1149">
              <a:extLst>
                <a:ext uri="{FF2B5EF4-FFF2-40B4-BE49-F238E27FC236}">
                  <a16:creationId xmlns:a16="http://schemas.microsoft.com/office/drawing/2014/main" id="{81AA47C4-CEBA-4999-8B45-8E0FD178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246"/>
              <a:ext cx="22" cy="16"/>
            </a:xfrm>
            <a:custGeom>
              <a:avLst/>
              <a:gdLst>
                <a:gd name="T0" fmla="*/ 97 w 10"/>
                <a:gd name="T1" fmla="*/ 73 h 7"/>
                <a:gd name="T2" fmla="*/ 44 w 10"/>
                <a:gd name="T3" fmla="*/ 57 h 7"/>
                <a:gd name="T4" fmla="*/ 9 w 10"/>
                <a:gd name="T5" fmla="*/ 11 h 7"/>
                <a:gd name="T6" fmla="*/ 64 w 10"/>
                <a:gd name="T7" fmla="*/ 25 h 7"/>
                <a:gd name="T8" fmla="*/ 97 w 10"/>
                <a:gd name="T9" fmla="*/ 7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9" y="7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1"/>
                    <a:pt x="6" y="2"/>
                  </a:cubicBezTo>
                  <a:cubicBezTo>
                    <a:pt x="8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E77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3" name="Freeform 1150">
              <a:extLst>
                <a:ext uri="{FF2B5EF4-FFF2-40B4-BE49-F238E27FC236}">
                  <a16:creationId xmlns:a16="http://schemas.microsoft.com/office/drawing/2014/main" id="{7ECCF0F4-0BB7-49CA-82B3-D9C88288D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990"/>
              <a:ext cx="2470" cy="532"/>
            </a:xfrm>
            <a:custGeom>
              <a:avLst/>
              <a:gdLst>
                <a:gd name="T0" fmla="*/ 10017 w 1139"/>
                <a:gd name="T1" fmla="*/ 2338 h 230"/>
                <a:gd name="T2" fmla="*/ 8423 w 1139"/>
                <a:gd name="T3" fmla="*/ 1846 h 230"/>
                <a:gd name="T4" fmla="*/ 7768 w 1139"/>
                <a:gd name="T5" fmla="*/ 1545 h 230"/>
                <a:gd name="T6" fmla="*/ 7130 w 1139"/>
                <a:gd name="T7" fmla="*/ 1150 h 230"/>
                <a:gd name="T8" fmla="*/ 6434 w 1139"/>
                <a:gd name="T9" fmla="*/ 877 h 230"/>
                <a:gd name="T10" fmla="*/ 5977 w 1139"/>
                <a:gd name="T11" fmla="*/ 705 h 230"/>
                <a:gd name="T12" fmla="*/ 5341 w 1139"/>
                <a:gd name="T13" fmla="*/ 509 h 230"/>
                <a:gd name="T14" fmla="*/ 4923 w 1139"/>
                <a:gd name="T15" fmla="*/ 530 h 230"/>
                <a:gd name="T16" fmla="*/ 4374 w 1139"/>
                <a:gd name="T17" fmla="*/ 530 h 230"/>
                <a:gd name="T18" fmla="*/ 4040 w 1139"/>
                <a:gd name="T19" fmla="*/ 518 h 230"/>
                <a:gd name="T20" fmla="*/ 3663 w 1139"/>
                <a:gd name="T21" fmla="*/ 557 h 230"/>
                <a:gd name="T22" fmla="*/ 3160 w 1139"/>
                <a:gd name="T23" fmla="*/ 680 h 230"/>
                <a:gd name="T24" fmla="*/ 0 w 1139"/>
                <a:gd name="T25" fmla="*/ 0 h 230"/>
                <a:gd name="T26" fmla="*/ 9 w 1139"/>
                <a:gd name="T27" fmla="*/ 150 h 230"/>
                <a:gd name="T28" fmla="*/ 72 w 1139"/>
                <a:gd name="T29" fmla="*/ 160 h 230"/>
                <a:gd name="T30" fmla="*/ 2889 w 1139"/>
                <a:gd name="T31" fmla="*/ 856 h 230"/>
                <a:gd name="T32" fmla="*/ 3743 w 1139"/>
                <a:gd name="T33" fmla="*/ 1092 h 230"/>
                <a:gd name="T34" fmla="*/ 4793 w 1139"/>
                <a:gd name="T35" fmla="*/ 1460 h 230"/>
                <a:gd name="T36" fmla="*/ 6536 w 1139"/>
                <a:gd name="T37" fmla="*/ 1989 h 230"/>
                <a:gd name="T38" fmla="*/ 8414 w 1139"/>
                <a:gd name="T39" fmla="*/ 2140 h 230"/>
                <a:gd name="T40" fmla="*/ 10229 w 1139"/>
                <a:gd name="T41" fmla="*/ 2514 h 230"/>
                <a:gd name="T42" fmla="*/ 10290 w 1139"/>
                <a:gd name="T43" fmla="*/ 2526 h 230"/>
                <a:gd name="T44" fmla="*/ 10342 w 1139"/>
                <a:gd name="T45" fmla="*/ 2535 h 230"/>
                <a:gd name="T46" fmla="*/ 10394 w 1139"/>
                <a:gd name="T47" fmla="*/ 2547 h 230"/>
                <a:gd name="T48" fmla="*/ 10444 w 1139"/>
                <a:gd name="T49" fmla="*/ 2563 h 230"/>
                <a:gd name="T50" fmla="*/ 10483 w 1139"/>
                <a:gd name="T51" fmla="*/ 2574 h 230"/>
                <a:gd name="T52" fmla="*/ 10524 w 1139"/>
                <a:gd name="T53" fmla="*/ 2584 h 230"/>
                <a:gd name="T54" fmla="*/ 10552 w 1139"/>
                <a:gd name="T55" fmla="*/ 2600 h 230"/>
                <a:gd name="T56" fmla="*/ 10585 w 1139"/>
                <a:gd name="T57" fmla="*/ 2600 h 230"/>
                <a:gd name="T58" fmla="*/ 10604 w 1139"/>
                <a:gd name="T59" fmla="*/ 2611 h 230"/>
                <a:gd name="T60" fmla="*/ 10628 w 1139"/>
                <a:gd name="T61" fmla="*/ 2611 h 230"/>
                <a:gd name="T62" fmla="*/ 10648 w 1139"/>
                <a:gd name="T63" fmla="*/ 2621 h 230"/>
                <a:gd name="T64" fmla="*/ 11582 w 1139"/>
                <a:gd name="T65" fmla="*/ 2685 h 2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39" h="230">
                  <a:moveTo>
                    <a:pt x="1136" y="217"/>
                  </a:moveTo>
                  <a:cubicBezTo>
                    <a:pt x="1117" y="214"/>
                    <a:pt x="1061" y="203"/>
                    <a:pt x="982" y="189"/>
                  </a:cubicBezTo>
                  <a:cubicBezTo>
                    <a:pt x="964" y="185"/>
                    <a:pt x="925" y="178"/>
                    <a:pt x="877" y="169"/>
                  </a:cubicBezTo>
                  <a:cubicBezTo>
                    <a:pt x="857" y="167"/>
                    <a:pt x="834" y="154"/>
                    <a:pt x="826" y="149"/>
                  </a:cubicBezTo>
                  <a:cubicBezTo>
                    <a:pt x="817" y="144"/>
                    <a:pt x="808" y="137"/>
                    <a:pt x="798" y="134"/>
                  </a:cubicBezTo>
                  <a:cubicBezTo>
                    <a:pt x="786" y="129"/>
                    <a:pt x="774" y="130"/>
                    <a:pt x="762" y="125"/>
                  </a:cubicBezTo>
                  <a:cubicBezTo>
                    <a:pt x="747" y="120"/>
                    <a:pt x="735" y="109"/>
                    <a:pt x="720" y="101"/>
                  </a:cubicBezTo>
                  <a:cubicBezTo>
                    <a:pt x="714" y="98"/>
                    <a:pt x="706" y="96"/>
                    <a:pt x="699" y="93"/>
                  </a:cubicBezTo>
                  <a:cubicBezTo>
                    <a:pt x="688" y="88"/>
                    <a:pt x="679" y="81"/>
                    <a:pt x="667" y="77"/>
                  </a:cubicBezTo>
                  <a:cubicBezTo>
                    <a:pt x="656" y="73"/>
                    <a:pt x="642" y="73"/>
                    <a:pt x="631" y="71"/>
                  </a:cubicBezTo>
                  <a:cubicBezTo>
                    <a:pt x="624" y="69"/>
                    <a:pt x="618" y="67"/>
                    <a:pt x="612" y="66"/>
                  </a:cubicBezTo>
                  <a:cubicBezTo>
                    <a:pt x="603" y="63"/>
                    <a:pt x="594" y="60"/>
                    <a:pt x="586" y="57"/>
                  </a:cubicBezTo>
                  <a:cubicBezTo>
                    <a:pt x="575" y="54"/>
                    <a:pt x="561" y="54"/>
                    <a:pt x="549" y="51"/>
                  </a:cubicBezTo>
                  <a:cubicBezTo>
                    <a:pt x="539" y="48"/>
                    <a:pt x="534" y="42"/>
                    <a:pt x="524" y="41"/>
                  </a:cubicBezTo>
                  <a:cubicBezTo>
                    <a:pt x="517" y="41"/>
                    <a:pt x="509" y="46"/>
                    <a:pt x="502" y="46"/>
                  </a:cubicBezTo>
                  <a:cubicBezTo>
                    <a:pt x="496" y="46"/>
                    <a:pt x="489" y="43"/>
                    <a:pt x="483" y="43"/>
                  </a:cubicBezTo>
                  <a:cubicBezTo>
                    <a:pt x="475" y="43"/>
                    <a:pt x="467" y="43"/>
                    <a:pt x="459" y="42"/>
                  </a:cubicBezTo>
                  <a:cubicBezTo>
                    <a:pt x="447" y="41"/>
                    <a:pt x="441" y="44"/>
                    <a:pt x="429" y="43"/>
                  </a:cubicBezTo>
                  <a:cubicBezTo>
                    <a:pt x="424" y="43"/>
                    <a:pt x="413" y="40"/>
                    <a:pt x="408" y="40"/>
                  </a:cubicBezTo>
                  <a:cubicBezTo>
                    <a:pt x="404" y="40"/>
                    <a:pt x="400" y="42"/>
                    <a:pt x="396" y="42"/>
                  </a:cubicBezTo>
                  <a:cubicBezTo>
                    <a:pt x="391" y="42"/>
                    <a:pt x="386" y="41"/>
                    <a:pt x="380" y="42"/>
                  </a:cubicBezTo>
                  <a:cubicBezTo>
                    <a:pt x="374" y="43"/>
                    <a:pt x="367" y="44"/>
                    <a:pt x="359" y="45"/>
                  </a:cubicBezTo>
                  <a:cubicBezTo>
                    <a:pt x="354" y="46"/>
                    <a:pt x="344" y="50"/>
                    <a:pt x="339" y="51"/>
                  </a:cubicBezTo>
                  <a:cubicBezTo>
                    <a:pt x="327" y="53"/>
                    <a:pt x="321" y="53"/>
                    <a:pt x="310" y="55"/>
                  </a:cubicBezTo>
                  <a:cubicBezTo>
                    <a:pt x="302" y="56"/>
                    <a:pt x="281" y="57"/>
                    <a:pt x="269" y="55"/>
                  </a:cubicBezTo>
                  <a:cubicBezTo>
                    <a:pt x="149" y="31"/>
                    <a:pt x="12" y="3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1" y="12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7" y="13"/>
                    <a:pt x="8" y="13"/>
                    <a:pt x="8" y="13"/>
                  </a:cubicBezTo>
                  <a:cubicBezTo>
                    <a:pt x="42" y="20"/>
                    <a:pt x="176" y="48"/>
                    <a:pt x="283" y="69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302" y="73"/>
                    <a:pt x="334" y="80"/>
                    <a:pt x="367" y="88"/>
                  </a:cubicBezTo>
                  <a:cubicBezTo>
                    <a:pt x="382" y="92"/>
                    <a:pt x="403" y="100"/>
                    <a:pt x="419" y="104"/>
                  </a:cubicBezTo>
                  <a:cubicBezTo>
                    <a:pt x="440" y="109"/>
                    <a:pt x="450" y="113"/>
                    <a:pt x="470" y="118"/>
                  </a:cubicBezTo>
                  <a:cubicBezTo>
                    <a:pt x="487" y="122"/>
                    <a:pt x="497" y="131"/>
                    <a:pt x="512" y="135"/>
                  </a:cubicBezTo>
                  <a:cubicBezTo>
                    <a:pt x="556" y="149"/>
                    <a:pt x="597" y="159"/>
                    <a:pt x="641" y="161"/>
                  </a:cubicBezTo>
                  <a:cubicBezTo>
                    <a:pt x="675" y="162"/>
                    <a:pt x="711" y="170"/>
                    <a:pt x="747" y="173"/>
                  </a:cubicBezTo>
                  <a:cubicBezTo>
                    <a:pt x="772" y="174"/>
                    <a:pt x="798" y="169"/>
                    <a:pt x="825" y="173"/>
                  </a:cubicBezTo>
                  <a:cubicBezTo>
                    <a:pt x="850" y="178"/>
                    <a:pt x="867" y="179"/>
                    <a:pt x="878" y="180"/>
                  </a:cubicBezTo>
                  <a:cubicBezTo>
                    <a:pt x="928" y="189"/>
                    <a:pt x="972" y="197"/>
                    <a:pt x="1003" y="203"/>
                  </a:cubicBezTo>
                  <a:cubicBezTo>
                    <a:pt x="1003" y="203"/>
                    <a:pt x="1003" y="203"/>
                    <a:pt x="1003" y="203"/>
                  </a:cubicBezTo>
                  <a:cubicBezTo>
                    <a:pt x="1005" y="204"/>
                    <a:pt x="1007" y="204"/>
                    <a:pt x="1009" y="204"/>
                  </a:cubicBezTo>
                  <a:cubicBezTo>
                    <a:pt x="1009" y="204"/>
                    <a:pt x="1009" y="204"/>
                    <a:pt x="1009" y="204"/>
                  </a:cubicBezTo>
                  <a:cubicBezTo>
                    <a:pt x="1011" y="205"/>
                    <a:pt x="1013" y="205"/>
                    <a:pt x="1014" y="205"/>
                  </a:cubicBezTo>
                  <a:cubicBezTo>
                    <a:pt x="1015" y="206"/>
                    <a:pt x="1015" y="206"/>
                    <a:pt x="1015" y="206"/>
                  </a:cubicBezTo>
                  <a:cubicBezTo>
                    <a:pt x="1017" y="206"/>
                    <a:pt x="1018" y="206"/>
                    <a:pt x="1019" y="206"/>
                  </a:cubicBezTo>
                  <a:cubicBezTo>
                    <a:pt x="1020" y="207"/>
                    <a:pt x="1020" y="207"/>
                    <a:pt x="1020" y="207"/>
                  </a:cubicBezTo>
                  <a:cubicBezTo>
                    <a:pt x="1022" y="207"/>
                    <a:pt x="1023" y="207"/>
                    <a:pt x="1024" y="207"/>
                  </a:cubicBezTo>
                  <a:cubicBezTo>
                    <a:pt x="1024" y="207"/>
                    <a:pt x="1025" y="208"/>
                    <a:pt x="1025" y="208"/>
                  </a:cubicBezTo>
                  <a:cubicBezTo>
                    <a:pt x="1026" y="208"/>
                    <a:pt x="1027" y="208"/>
                    <a:pt x="1028" y="208"/>
                  </a:cubicBezTo>
                  <a:cubicBezTo>
                    <a:pt x="1029" y="208"/>
                    <a:pt x="1029" y="208"/>
                    <a:pt x="1029" y="209"/>
                  </a:cubicBezTo>
                  <a:cubicBezTo>
                    <a:pt x="1030" y="209"/>
                    <a:pt x="1031" y="209"/>
                    <a:pt x="1032" y="209"/>
                  </a:cubicBezTo>
                  <a:cubicBezTo>
                    <a:pt x="1032" y="209"/>
                    <a:pt x="1033" y="209"/>
                    <a:pt x="1033" y="209"/>
                  </a:cubicBezTo>
                  <a:cubicBezTo>
                    <a:pt x="1034" y="209"/>
                    <a:pt x="1035" y="210"/>
                    <a:pt x="1035" y="210"/>
                  </a:cubicBezTo>
                  <a:cubicBezTo>
                    <a:pt x="1036" y="210"/>
                    <a:pt x="1036" y="210"/>
                    <a:pt x="1036" y="210"/>
                  </a:cubicBezTo>
                  <a:cubicBezTo>
                    <a:pt x="1037" y="210"/>
                    <a:pt x="1038" y="210"/>
                    <a:pt x="1038" y="210"/>
                  </a:cubicBezTo>
                  <a:cubicBezTo>
                    <a:pt x="1038" y="210"/>
                    <a:pt x="1039" y="211"/>
                    <a:pt x="1039" y="211"/>
                  </a:cubicBezTo>
                  <a:cubicBezTo>
                    <a:pt x="1040" y="211"/>
                    <a:pt x="1040" y="211"/>
                    <a:pt x="1040" y="211"/>
                  </a:cubicBezTo>
                  <a:cubicBezTo>
                    <a:pt x="1041" y="211"/>
                    <a:pt x="1041" y="211"/>
                    <a:pt x="1041" y="211"/>
                  </a:cubicBezTo>
                  <a:cubicBezTo>
                    <a:pt x="1042" y="211"/>
                    <a:pt x="1042" y="211"/>
                    <a:pt x="1042" y="211"/>
                  </a:cubicBezTo>
                  <a:cubicBezTo>
                    <a:pt x="1042" y="211"/>
                    <a:pt x="1043" y="212"/>
                    <a:pt x="1043" y="212"/>
                  </a:cubicBezTo>
                  <a:cubicBezTo>
                    <a:pt x="1043" y="212"/>
                    <a:pt x="1043" y="212"/>
                    <a:pt x="1044" y="212"/>
                  </a:cubicBezTo>
                  <a:cubicBezTo>
                    <a:pt x="1094" y="221"/>
                    <a:pt x="1128" y="227"/>
                    <a:pt x="1139" y="230"/>
                  </a:cubicBezTo>
                  <a:lnTo>
                    <a:pt x="1136" y="217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4" name="Freeform 1151">
              <a:extLst>
                <a:ext uri="{FF2B5EF4-FFF2-40B4-BE49-F238E27FC236}">
                  <a16:creationId xmlns:a16="http://schemas.microsoft.com/office/drawing/2014/main" id="{3777D5D6-BB5F-4817-A156-7C5E41771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863"/>
              <a:ext cx="2429" cy="518"/>
            </a:xfrm>
            <a:custGeom>
              <a:avLst/>
              <a:gdLst>
                <a:gd name="T0" fmla="*/ 2635 w 1120"/>
                <a:gd name="T1" fmla="*/ 594 h 224"/>
                <a:gd name="T2" fmla="*/ 5673 w 1120"/>
                <a:gd name="T3" fmla="*/ 594 h 224"/>
                <a:gd name="T4" fmla="*/ 8692 w 1120"/>
                <a:gd name="T5" fmla="*/ 1903 h 224"/>
                <a:gd name="T6" fmla="*/ 11425 w 1120"/>
                <a:gd name="T7" fmla="*/ 2770 h 224"/>
                <a:gd name="T8" fmla="*/ 11392 w 1120"/>
                <a:gd name="T9" fmla="*/ 2648 h 224"/>
                <a:gd name="T10" fmla="*/ 9139 w 1120"/>
                <a:gd name="T11" fmla="*/ 1940 h 224"/>
                <a:gd name="T12" fmla="*/ 8729 w 1120"/>
                <a:gd name="T13" fmla="*/ 1769 h 224"/>
                <a:gd name="T14" fmla="*/ 5715 w 1120"/>
                <a:gd name="T15" fmla="*/ 460 h 224"/>
                <a:gd name="T16" fmla="*/ 2620 w 1120"/>
                <a:gd name="T17" fmla="*/ 432 h 224"/>
                <a:gd name="T18" fmla="*/ 0 w 1120"/>
                <a:gd name="T19" fmla="*/ 0 h 224"/>
                <a:gd name="T20" fmla="*/ 0 w 1120"/>
                <a:gd name="T21" fmla="*/ 134 h 224"/>
                <a:gd name="T22" fmla="*/ 2635 w 1120"/>
                <a:gd name="T23" fmla="*/ 594 h 2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0" h="224">
                  <a:moveTo>
                    <a:pt x="258" y="48"/>
                  </a:moveTo>
                  <a:cubicBezTo>
                    <a:pt x="391" y="53"/>
                    <a:pt x="486" y="34"/>
                    <a:pt x="556" y="48"/>
                  </a:cubicBezTo>
                  <a:cubicBezTo>
                    <a:pt x="624" y="61"/>
                    <a:pt x="737" y="114"/>
                    <a:pt x="852" y="154"/>
                  </a:cubicBezTo>
                  <a:cubicBezTo>
                    <a:pt x="951" y="189"/>
                    <a:pt x="1051" y="211"/>
                    <a:pt x="1120" y="224"/>
                  </a:cubicBezTo>
                  <a:cubicBezTo>
                    <a:pt x="1117" y="214"/>
                    <a:pt x="1117" y="214"/>
                    <a:pt x="1117" y="214"/>
                  </a:cubicBezTo>
                  <a:cubicBezTo>
                    <a:pt x="1117" y="214"/>
                    <a:pt x="1012" y="197"/>
                    <a:pt x="896" y="157"/>
                  </a:cubicBezTo>
                  <a:cubicBezTo>
                    <a:pt x="884" y="153"/>
                    <a:pt x="868" y="147"/>
                    <a:pt x="856" y="143"/>
                  </a:cubicBezTo>
                  <a:cubicBezTo>
                    <a:pt x="741" y="104"/>
                    <a:pt x="624" y="50"/>
                    <a:pt x="560" y="37"/>
                  </a:cubicBezTo>
                  <a:cubicBezTo>
                    <a:pt x="484" y="22"/>
                    <a:pt x="388" y="40"/>
                    <a:pt x="257" y="35"/>
                  </a:cubicBezTo>
                  <a:cubicBezTo>
                    <a:pt x="171" y="32"/>
                    <a:pt x="36" y="7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9" y="20"/>
                    <a:pt x="174" y="45"/>
                    <a:pt x="258" y="4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5" name="Freeform 1152">
              <a:extLst>
                <a:ext uri="{FF2B5EF4-FFF2-40B4-BE49-F238E27FC236}">
                  <a16:creationId xmlns:a16="http://schemas.microsoft.com/office/drawing/2014/main" id="{3C853C3A-637C-44C0-8126-B4465A632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888"/>
              <a:ext cx="2463" cy="604"/>
            </a:xfrm>
            <a:custGeom>
              <a:avLst/>
              <a:gdLst>
                <a:gd name="T0" fmla="*/ 11437 w 1136"/>
                <a:gd name="T1" fmla="*/ 2640 h 261"/>
                <a:gd name="T2" fmla="*/ 8705 w 1136"/>
                <a:gd name="T3" fmla="*/ 1773 h 261"/>
                <a:gd name="T4" fmla="*/ 5687 w 1136"/>
                <a:gd name="T5" fmla="*/ 461 h 261"/>
                <a:gd name="T6" fmla="*/ 2652 w 1136"/>
                <a:gd name="T7" fmla="*/ 461 h 261"/>
                <a:gd name="T8" fmla="*/ 20 w 1136"/>
                <a:gd name="T9" fmla="*/ 0 h 261"/>
                <a:gd name="T10" fmla="*/ 0 w 1136"/>
                <a:gd name="T11" fmla="*/ 546 h 261"/>
                <a:gd name="T12" fmla="*/ 2741 w 1136"/>
                <a:gd name="T13" fmla="*/ 1227 h 261"/>
                <a:gd name="T14" fmla="*/ 3159 w 1136"/>
                <a:gd name="T15" fmla="*/ 1227 h 261"/>
                <a:gd name="T16" fmla="*/ 3456 w 1136"/>
                <a:gd name="T17" fmla="*/ 1178 h 261"/>
                <a:gd name="T18" fmla="*/ 3658 w 1136"/>
                <a:gd name="T19" fmla="*/ 1104 h 261"/>
                <a:gd name="T20" fmla="*/ 3874 w 1136"/>
                <a:gd name="T21" fmla="*/ 1067 h 261"/>
                <a:gd name="T22" fmla="*/ 4037 w 1136"/>
                <a:gd name="T23" fmla="*/ 1067 h 261"/>
                <a:gd name="T24" fmla="*/ 4161 w 1136"/>
                <a:gd name="T25" fmla="*/ 1039 h 261"/>
                <a:gd name="T26" fmla="*/ 4371 w 1136"/>
                <a:gd name="T27" fmla="*/ 1076 h 261"/>
                <a:gd name="T28" fmla="*/ 4677 w 1136"/>
                <a:gd name="T29" fmla="*/ 1067 h 261"/>
                <a:gd name="T30" fmla="*/ 4922 w 1136"/>
                <a:gd name="T31" fmla="*/ 1076 h 261"/>
                <a:gd name="T32" fmla="*/ 5115 w 1136"/>
                <a:gd name="T33" fmla="*/ 1113 h 261"/>
                <a:gd name="T34" fmla="*/ 5340 w 1136"/>
                <a:gd name="T35" fmla="*/ 1055 h 261"/>
                <a:gd name="T36" fmla="*/ 5594 w 1136"/>
                <a:gd name="T37" fmla="*/ 1178 h 261"/>
                <a:gd name="T38" fmla="*/ 5975 w 1136"/>
                <a:gd name="T39" fmla="*/ 1254 h 261"/>
                <a:gd name="T40" fmla="*/ 6238 w 1136"/>
                <a:gd name="T41" fmla="*/ 1365 h 261"/>
                <a:gd name="T42" fmla="*/ 6431 w 1136"/>
                <a:gd name="T43" fmla="*/ 1426 h 261"/>
                <a:gd name="T44" fmla="*/ 6797 w 1136"/>
                <a:gd name="T45" fmla="*/ 1500 h 261"/>
                <a:gd name="T46" fmla="*/ 7127 w 1136"/>
                <a:gd name="T47" fmla="*/ 1699 h 261"/>
                <a:gd name="T48" fmla="*/ 7337 w 1136"/>
                <a:gd name="T49" fmla="*/ 1800 h 261"/>
                <a:gd name="T50" fmla="*/ 7766 w 1136"/>
                <a:gd name="T51" fmla="*/ 2094 h 261"/>
                <a:gd name="T52" fmla="*/ 8133 w 1136"/>
                <a:gd name="T53" fmla="*/ 2205 h 261"/>
                <a:gd name="T54" fmla="*/ 8419 w 1136"/>
                <a:gd name="T55" fmla="*/ 2393 h 261"/>
                <a:gd name="T56" fmla="*/ 8937 w 1136"/>
                <a:gd name="T57" fmla="*/ 2640 h 261"/>
                <a:gd name="T58" fmla="*/ 10008 w 1136"/>
                <a:gd name="T59" fmla="*/ 2886 h 261"/>
                <a:gd name="T60" fmla="*/ 11578 w 1136"/>
                <a:gd name="T61" fmla="*/ 3235 h 261"/>
                <a:gd name="T62" fmla="*/ 11437 w 1136"/>
                <a:gd name="T63" fmla="*/ 2640 h 26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36" h="261">
                  <a:moveTo>
                    <a:pt x="1122" y="213"/>
                  </a:moveTo>
                  <a:cubicBezTo>
                    <a:pt x="1053" y="200"/>
                    <a:pt x="953" y="178"/>
                    <a:pt x="854" y="143"/>
                  </a:cubicBezTo>
                  <a:cubicBezTo>
                    <a:pt x="739" y="103"/>
                    <a:pt x="626" y="50"/>
                    <a:pt x="558" y="37"/>
                  </a:cubicBezTo>
                  <a:cubicBezTo>
                    <a:pt x="488" y="23"/>
                    <a:pt x="393" y="42"/>
                    <a:pt x="260" y="37"/>
                  </a:cubicBezTo>
                  <a:cubicBezTo>
                    <a:pt x="176" y="34"/>
                    <a:pt x="41" y="9"/>
                    <a:pt x="2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2" y="47"/>
                    <a:pt x="149" y="75"/>
                    <a:pt x="269" y="99"/>
                  </a:cubicBezTo>
                  <a:cubicBezTo>
                    <a:pt x="281" y="101"/>
                    <a:pt x="302" y="100"/>
                    <a:pt x="310" y="99"/>
                  </a:cubicBezTo>
                  <a:cubicBezTo>
                    <a:pt x="321" y="97"/>
                    <a:pt x="327" y="97"/>
                    <a:pt x="339" y="95"/>
                  </a:cubicBezTo>
                  <a:cubicBezTo>
                    <a:pt x="344" y="94"/>
                    <a:pt x="354" y="90"/>
                    <a:pt x="359" y="89"/>
                  </a:cubicBezTo>
                  <a:cubicBezTo>
                    <a:pt x="367" y="88"/>
                    <a:pt x="374" y="87"/>
                    <a:pt x="380" y="86"/>
                  </a:cubicBezTo>
                  <a:cubicBezTo>
                    <a:pt x="386" y="85"/>
                    <a:pt x="391" y="86"/>
                    <a:pt x="396" y="86"/>
                  </a:cubicBezTo>
                  <a:cubicBezTo>
                    <a:pt x="400" y="86"/>
                    <a:pt x="404" y="84"/>
                    <a:pt x="408" y="84"/>
                  </a:cubicBezTo>
                  <a:cubicBezTo>
                    <a:pt x="413" y="84"/>
                    <a:pt x="424" y="87"/>
                    <a:pt x="429" y="87"/>
                  </a:cubicBezTo>
                  <a:cubicBezTo>
                    <a:pt x="441" y="88"/>
                    <a:pt x="447" y="85"/>
                    <a:pt x="459" y="86"/>
                  </a:cubicBezTo>
                  <a:cubicBezTo>
                    <a:pt x="467" y="87"/>
                    <a:pt x="475" y="87"/>
                    <a:pt x="483" y="87"/>
                  </a:cubicBezTo>
                  <a:cubicBezTo>
                    <a:pt x="489" y="87"/>
                    <a:pt x="496" y="90"/>
                    <a:pt x="502" y="90"/>
                  </a:cubicBezTo>
                  <a:cubicBezTo>
                    <a:pt x="509" y="90"/>
                    <a:pt x="517" y="85"/>
                    <a:pt x="524" y="85"/>
                  </a:cubicBezTo>
                  <a:cubicBezTo>
                    <a:pt x="534" y="86"/>
                    <a:pt x="539" y="92"/>
                    <a:pt x="549" y="95"/>
                  </a:cubicBezTo>
                  <a:cubicBezTo>
                    <a:pt x="561" y="98"/>
                    <a:pt x="575" y="98"/>
                    <a:pt x="586" y="101"/>
                  </a:cubicBezTo>
                  <a:cubicBezTo>
                    <a:pt x="594" y="104"/>
                    <a:pt x="603" y="107"/>
                    <a:pt x="612" y="110"/>
                  </a:cubicBezTo>
                  <a:cubicBezTo>
                    <a:pt x="618" y="111"/>
                    <a:pt x="624" y="113"/>
                    <a:pt x="631" y="115"/>
                  </a:cubicBezTo>
                  <a:cubicBezTo>
                    <a:pt x="642" y="117"/>
                    <a:pt x="656" y="117"/>
                    <a:pt x="667" y="121"/>
                  </a:cubicBezTo>
                  <a:cubicBezTo>
                    <a:pt x="679" y="125"/>
                    <a:pt x="688" y="132"/>
                    <a:pt x="699" y="137"/>
                  </a:cubicBezTo>
                  <a:cubicBezTo>
                    <a:pt x="706" y="140"/>
                    <a:pt x="714" y="142"/>
                    <a:pt x="720" y="145"/>
                  </a:cubicBezTo>
                  <a:cubicBezTo>
                    <a:pt x="735" y="153"/>
                    <a:pt x="747" y="164"/>
                    <a:pt x="762" y="169"/>
                  </a:cubicBezTo>
                  <a:cubicBezTo>
                    <a:pt x="774" y="174"/>
                    <a:pt x="786" y="173"/>
                    <a:pt x="798" y="178"/>
                  </a:cubicBezTo>
                  <a:cubicBezTo>
                    <a:pt x="808" y="181"/>
                    <a:pt x="817" y="188"/>
                    <a:pt x="826" y="193"/>
                  </a:cubicBezTo>
                  <a:cubicBezTo>
                    <a:pt x="834" y="198"/>
                    <a:pt x="857" y="211"/>
                    <a:pt x="877" y="213"/>
                  </a:cubicBezTo>
                  <a:cubicBezTo>
                    <a:pt x="925" y="222"/>
                    <a:pt x="964" y="229"/>
                    <a:pt x="982" y="233"/>
                  </a:cubicBezTo>
                  <a:cubicBezTo>
                    <a:pt x="1061" y="247"/>
                    <a:pt x="1117" y="258"/>
                    <a:pt x="1136" y="261"/>
                  </a:cubicBezTo>
                  <a:lnTo>
                    <a:pt x="1122" y="213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6" name="Freeform 1153">
              <a:extLst>
                <a:ext uri="{FF2B5EF4-FFF2-40B4-BE49-F238E27FC236}">
                  <a16:creationId xmlns:a16="http://schemas.microsoft.com/office/drawing/2014/main" id="{DFAAA0C9-9CFA-47E3-B8A7-424C2ACEF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547"/>
              <a:ext cx="2476" cy="516"/>
            </a:xfrm>
            <a:custGeom>
              <a:avLst/>
              <a:gdLst>
                <a:gd name="T0" fmla="*/ 11639 w 1142"/>
                <a:gd name="T1" fmla="*/ 2629 h 223"/>
                <a:gd name="T2" fmla="*/ 10446 w 1142"/>
                <a:gd name="T3" fmla="*/ 2393 h 223"/>
                <a:gd name="T4" fmla="*/ 10418 w 1142"/>
                <a:gd name="T5" fmla="*/ 2376 h 223"/>
                <a:gd name="T6" fmla="*/ 10394 w 1142"/>
                <a:gd name="T7" fmla="*/ 2376 h 223"/>
                <a:gd name="T8" fmla="*/ 10366 w 1142"/>
                <a:gd name="T9" fmla="*/ 2367 h 223"/>
                <a:gd name="T10" fmla="*/ 10346 w 1142"/>
                <a:gd name="T11" fmla="*/ 2367 h 223"/>
                <a:gd name="T12" fmla="*/ 10314 w 1142"/>
                <a:gd name="T13" fmla="*/ 2356 h 223"/>
                <a:gd name="T14" fmla="*/ 10286 w 1142"/>
                <a:gd name="T15" fmla="*/ 2356 h 223"/>
                <a:gd name="T16" fmla="*/ 10262 w 1142"/>
                <a:gd name="T17" fmla="*/ 2339 h 223"/>
                <a:gd name="T18" fmla="*/ 10225 w 1142"/>
                <a:gd name="T19" fmla="*/ 2339 h 223"/>
                <a:gd name="T20" fmla="*/ 10190 w 1142"/>
                <a:gd name="T21" fmla="*/ 2330 h 223"/>
                <a:gd name="T22" fmla="*/ 10140 w 1142"/>
                <a:gd name="T23" fmla="*/ 2319 h 223"/>
                <a:gd name="T24" fmla="*/ 10129 w 1142"/>
                <a:gd name="T25" fmla="*/ 2319 h 223"/>
                <a:gd name="T26" fmla="*/ 10060 w 1142"/>
                <a:gd name="T27" fmla="*/ 2302 h 223"/>
                <a:gd name="T28" fmla="*/ 10049 w 1142"/>
                <a:gd name="T29" fmla="*/ 2291 h 223"/>
                <a:gd name="T30" fmla="*/ 9989 w 1142"/>
                <a:gd name="T31" fmla="*/ 2282 h 223"/>
                <a:gd name="T32" fmla="*/ 9956 w 1142"/>
                <a:gd name="T33" fmla="*/ 2282 h 223"/>
                <a:gd name="T34" fmla="*/ 9904 w 1142"/>
                <a:gd name="T35" fmla="*/ 2265 h 223"/>
                <a:gd name="T36" fmla="*/ 9843 w 1142"/>
                <a:gd name="T37" fmla="*/ 2254 h 223"/>
                <a:gd name="T38" fmla="*/ 9815 w 1142"/>
                <a:gd name="T39" fmla="*/ 2244 h 223"/>
                <a:gd name="T40" fmla="*/ 9754 w 1142"/>
                <a:gd name="T41" fmla="*/ 2233 h 223"/>
                <a:gd name="T42" fmla="*/ 9711 w 1142"/>
                <a:gd name="T43" fmla="*/ 2217 h 223"/>
                <a:gd name="T44" fmla="*/ 9622 w 1142"/>
                <a:gd name="T45" fmla="*/ 2205 h 223"/>
                <a:gd name="T46" fmla="*/ 9622 w 1142"/>
                <a:gd name="T47" fmla="*/ 2205 h 223"/>
                <a:gd name="T48" fmla="*/ 7747 w 1142"/>
                <a:gd name="T49" fmla="*/ 1772 h 223"/>
                <a:gd name="T50" fmla="*/ 6981 w 1142"/>
                <a:gd name="T51" fmla="*/ 1610 h 223"/>
                <a:gd name="T52" fmla="*/ 6981 w 1142"/>
                <a:gd name="T53" fmla="*/ 1610 h 223"/>
                <a:gd name="T54" fmla="*/ 6918 w 1142"/>
                <a:gd name="T55" fmla="*/ 1585 h 223"/>
                <a:gd name="T56" fmla="*/ 6877 w 1142"/>
                <a:gd name="T57" fmla="*/ 1585 h 223"/>
                <a:gd name="T58" fmla="*/ 3098 w 1142"/>
                <a:gd name="T59" fmla="*/ 706 h 223"/>
                <a:gd name="T60" fmla="*/ 3087 w 1142"/>
                <a:gd name="T61" fmla="*/ 706 h 223"/>
                <a:gd name="T62" fmla="*/ 3055 w 1142"/>
                <a:gd name="T63" fmla="*/ 706 h 223"/>
                <a:gd name="T64" fmla="*/ 3055 w 1142"/>
                <a:gd name="T65" fmla="*/ 706 h 223"/>
                <a:gd name="T66" fmla="*/ 2994 w 1142"/>
                <a:gd name="T67" fmla="*/ 680 h 223"/>
                <a:gd name="T68" fmla="*/ 2994 w 1142"/>
                <a:gd name="T69" fmla="*/ 680 h 223"/>
                <a:gd name="T70" fmla="*/ 2652 w 1142"/>
                <a:gd name="T71" fmla="*/ 604 h 223"/>
                <a:gd name="T72" fmla="*/ 2652 w 1142"/>
                <a:gd name="T73" fmla="*/ 604 h 223"/>
                <a:gd name="T74" fmla="*/ 1336 w 1142"/>
                <a:gd name="T75" fmla="*/ 310 h 223"/>
                <a:gd name="T76" fmla="*/ 245 w 1142"/>
                <a:gd name="T77" fmla="*/ 49 h 223"/>
                <a:gd name="T78" fmla="*/ 43 w 1142"/>
                <a:gd name="T79" fmla="*/ 0 h 223"/>
                <a:gd name="T80" fmla="*/ 43 w 1142"/>
                <a:gd name="T81" fmla="*/ 0 h 223"/>
                <a:gd name="T82" fmla="*/ 33 w 1142"/>
                <a:gd name="T83" fmla="*/ 0 h 223"/>
                <a:gd name="T84" fmla="*/ 0 w 1142"/>
                <a:gd name="T85" fmla="*/ 123 h 223"/>
                <a:gd name="T86" fmla="*/ 2925 w 1142"/>
                <a:gd name="T87" fmla="*/ 819 h 223"/>
                <a:gd name="T88" fmla="*/ 9561 w 1142"/>
                <a:gd name="T89" fmla="*/ 2339 h 223"/>
                <a:gd name="T90" fmla="*/ 11569 w 1142"/>
                <a:gd name="T91" fmla="*/ 2763 h 223"/>
                <a:gd name="T92" fmla="*/ 11630 w 1142"/>
                <a:gd name="T93" fmla="*/ 2649 h 223"/>
                <a:gd name="T94" fmla="*/ 11630 w 1142"/>
                <a:gd name="T95" fmla="*/ 2649 h 223"/>
                <a:gd name="T96" fmla="*/ 11639 w 1142"/>
                <a:gd name="T97" fmla="*/ 2629 h 2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142" h="223">
                  <a:moveTo>
                    <a:pt x="1142" y="212"/>
                  </a:moveTo>
                  <a:cubicBezTo>
                    <a:pt x="1129" y="210"/>
                    <a:pt x="1083" y="203"/>
                    <a:pt x="1025" y="193"/>
                  </a:cubicBezTo>
                  <a:cubicBezTo>
                    <a:pt x="1024" y="193"/>
                    <a:pt x="1023" y="192"/>
                    <a:pt x="1022" y="192"/>
                  </a:cubicBezTo>
                  <a:cubicBezTo>
                    <a:pt x="1021" y="192"/>
                    <a:pt x="1021" y="192"/>
                    <a:pt x="1020" y="192"/>
                  </a:cubicBezTo>
                  <a:cubicBezTo>
                    <a:pt x="1019" y="192"/>
                    <a:pt x="1018" y="192"/>
                    <a:pt x="1017" y="191"/>
                  </a:cubicBezTo>
                  <a:cubicBezTo>
                    <a:pt x="1017" y="191"/>
                    <a:pt x="1016" y="191"/>
                    <a:pt x="1015" y="191"/>
                  </a:cubicBezTo>
                  <a:cubicBezTo>
                    <a:pt x="1014" y="191"/>
                    <a:pt x="1013" y="191"/>
                    <a:pt x="1012" y="190"/>
                  </a:cubicBezTo>
                  <a:cubicBezTo>
                    <a:pt x="1011" y="190"/>
                    <a:pt x="1010" y="190"/>
                    <a:pt x="1009" y="190"/>
                  </a:cubicBezTo>
                  <a:cubicBezTo>
                    <a:pt x="1008" y="190"/>
                    <a:pt x="1007" y="189"/>
                    <a:pt x="1007" y="189"/>
                  </a:cubicBezTo>
                  <a:cubicBezTo>
                    <a:pt x="1005" y="189"/>
                    <a:pt x="1004" y="189"/>
                    <a:pt x="1003" y="189"/>
                  </a:cubicBezTo>
                  <a:cubicBezTo>
                    <a:pt x="1002" y="188"/>
                    <a:pt x="1001" y="188"/>
                    <a:pt x="1000" y="188"/>
                  </a:cubicBezTo>
                  <a:cubicBezTo>
                    <a:pt x="999" y="188"/>
                    <a:pt x="997" y="187"/>
                    <a:pt x="995" y="187"/>
                  </a:cubicBezTo>
                  <a:cubicBezTo>
                    <a:pt x="995" y="187"/>
                    <a:pt x="994" y="187"/>
                    <a:pt x="994" y="187"/>
                  </a:cubicBezTo>
                  <a:cubicBezTo>
                    <a:pt x="992" y="186"/>
                    <a:pt x="990" y="186"/>
                    <a:pt x="987" y="186"/>
                  </a:cubicBezTo>
                  <a:cubicBezTo>
                    <a:pt x="987" y="186"/>
                    <a:pt x="986" y="185"/>
                    <a:pt x="986" y="185"/>
                  </a:cubicBezTo>
                  <a:cubicBezTo>
                    <a:pt x="984" y="185"/>
                    <a:pt x="982" y="185"/>
                    <a:pt x="980" y="184"/>
                  </a:cubicBezTo>
                  <a:cubicBezTo>
                    <a:pt x="979" y="184"/>
                    <a:pt x="978" y="184"/>
                    <a:pt x="977" y="184"/>
                  </a:cubicBezTo>
                  <a:cubicBezTo>
                    <a:pt x="976" y="183"/>
                    <a:pt x="974" y="183"/>
                    <a:pt x="972" y="183"/>
                  </a:cubicBezTo>
                  <a:cubicBezTo>
                    <a:pt x="970" y="182"/>
                    <a:pt x="968" y="182"/>
                    <a:pt x="966" y="182"/>
                  </a:cubicBezTo>
                  <a:cubicBezTo>
                    <a:pt x="965" y="182"/>
                    <a:pt x="964" y="181"/>
                    <a:pt x="963" y="181"/>
                  </a:cubicBezTo>
                  <a:cubicBezTo>
                    <a:pt x="961" y="181"/>
                    <a:pt x="959" y="180"/>
                    <a:pt x="957" y="180"/>
                  </a:cubicBezTo>
                  <a:cubicBezTo>
                    <a:pt x="955" y="180"/>
                    <a:pt x="954" y="179"/>
                    <a:pt x="953" y="179"/>
                  </a:cubicBezTo>
                  <a:cubicBezTo>
                    <a:pt x="950" y="179"/>
                    <a:pt x="947" y="178"/>
                    <a:pt x="944" y="178"/>
                  </a:cubicBezTo>
                  <a:cubicBezTo>
                    <a:pt x="944" y="178"/>
                    <a:pt x="944" y="178"/>
                    <a:pt x="944" y="178"/>
                  </a:cubicBezTo>
                  <a:cubicBezTo>
                    <a:pt x="894" y="168"/>
                    <a:pt x="827" y="156"/>
                    <a:pt x="760" y="143"/>
                  </a:cubicBezTo>
                  <a:cubicBezTo>
                    <a:pt x="735" y="139"/>
                    <a:pt x="710" y="134"/>
                    <a:pt x="685" y="130"/>
                  </a:cubicBezTo>
                  <a:cubicBezTo>
                    <a:pt x="685" y="130"/>
                    <a:pt x="685" y="130"/>
                    <a:pt x="685" y="130"/>
                  </a:cubicBezTo>
                  <a:cubicBezTo>
                    <a:pt x="683" y="129"/>
                    <a:pt x="681" y="129"/>
                    <a:pt x="679" y="128"/>
                  </a:cubicBezTo>
                  <a:cubicBezTo>
                    <a:pt x="678" y="128"/>
                    <a:pt x="676" y="128"/>
                    <a:pt x="675" y="128"/>
                  </a:cubicBezTo>
                  <a:cubicBezTo>
                    <a:pt x="593" y="113"/>
                    <a:pt x="372" y="70"/>
                    <a:pt x="304" y="57"/>
                  </a:cubicBezTo>
                  <a:cubicBezTo>
                    <a:pt x="304" y="57"/>
                    <a:pt x="304" y="57"/>
                    <a:pt x="303" y="57"/>
                  </a:cubicBezTo>
                  <a:cubicBezTo>
                    <a:pt x="303" y="57"/>
                    <a:pt x="301" y="57"/>
                    <a:pt x="300" y="57"/>
                  </a:cubicBezTo>
                  <a:cubicBezTo>
                    <a:pt x="300" y="57"/>
                    <a:pt x="300" y="57"/>
                    <a:pt x="300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60" y="49"/>
                    <a:pt x="260" y="49"/>
                    <a:pt x="260" y="49"/>
                  </a:cubicBezTo>
                  <a:cubicBezTo>
                    <a:pt x="260" y="49"/>
                    <a:pt x="260" y="49"/>
                    <a:pt x="260" y="49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87" y="17"/>
                    <a:pt x="47" y="9"/>
                    <a:pt x="24" y="4"/>
                  </a:cubicBezTo>
                  <a:cubicBezTo>
                    <a:pt x="14" y="2"/>
                    <a:pt x="7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9" y="12"/>
                    <a:pt x="287" y="66"/>
                    <a:pt x="287" y="66"/>
                  </a:cubicBezTo>
                  <a:cubicBezTo>
                    <a:pt x="353" y="78"/>
                    <a:pt x="854" y="175"/>
                    <a:pt x="938" y="189"/>
                  </a:cubicBezTo>
                  <a:cubicBezTo>
                    <a:pt x="1026" y="205"/>
                    <a:pt x="1110" y="219"/>
                    <a:pt x="1135" y="223"/>
                  </a:cubicBezTo>
                  <a:cubicBezTo>
                    <a:pt x="1141" y="214"/>
                    <a:pt x="1141" y="214"/>
                    <a:pt x="1141" y="214"/>
                  </a:cubicBezTo>
                  <a:cubicBezTo>
                    <a:pt x="1141" y="214"/>
                    <a:pt x="1141" y="214"/>
                    <a:pt x="1141" y="214"/>
                  </a:cubicBezTo>
                  <a:lnTo>
                    <a:pt x="1142" y="212"/>
                  </a:ln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7" name="Freeform 1154">
              <a:extLst>
                <a:ext uri="{FF2B5EF4-FFF2-40B4-BE49-F238E27FC236}">
                  <a16:creationId xmlns:a16="http://schemas.microsoft.com/office/drawing/2014/main" id="{E633DAD6-DC57-473B-9E18-C7AF80FA4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524"/>
              <a:ext cx="2483" cy="518"/>
            </a:xfrm>
            <a:custGeom>
              <a:avLst/>
              <a:gdLst>
                <a:gd name="T0" fmla="*/ 6660 w 1145"/>
                <a:gd name="T1" fmla="*/ 1658 h 224"/>
                <a:gd name="T2" fmla="*/ 10411 w 1145"/>
                <a:gd name="T3" fmla="*/ 2509 h 224"/>
                <a:gd name="T4" fmla="*/ 11606 w 1145"/>
                <a:gd name="T5" fmla="*/ 2743 h 224"/>
                <a:gd name="T6" fmla="*/ 11597 w 1145"/>
                <a:gd name="T7" fmla="*/ 2770 h 224"/>
                <a:gd name="T8" fmla="*/ 11678 w 1145"/>
                <a:gd name="T9" fmla="*/ 2648 h 224"/>
                <a:gd name="T10" fmla="*/ 11678 w 1145"/>
                <a:gd name="T11" fmla="*/ 2636 h 224"/>
                <a:gd name="T12" fmla="*/ 8822 w 1145"/>
                <a:gd name="T13" fmla="*/ 2054 h 224"/>
                <a:gd name="T14" fmla="*/ 7252 w 1145"/>
                <a:gd name="T15" fmla="*/ 1684 h 224"/>
                <a:gd name="T16" fmla="*/ 8676 w 1145"/>
                <a:gd name="T17" fmla="*/ 2017 h 224"/>
                <a:gd name="T18" fmla="*/ 6762 w 1145"/>
                <a:gd name="T19" fmla="*/ 1573 h 224"/>
                <a:gd name="T20" fmla="*/ 2949 w 1145"/>
                <a:gd name="T21" fmla="*/ 680 h 224"/>
                <a:gd name="T22" fmla="*/ 2949 w 1145"/>
                <a:gd name="T23" fmla="*/ 680 h 224"/>
                <a:gd name="T24" fmla="*/ 2949 w 1145"/>
                <a:gd name="T25" fmla="*/ 680 h 224"/>
                <a:gd name="T26" fmla="*/ 33 w 1145"/>
                <a:gd name="T27" fmla="*/ 0 h 224"/>
                <a:gd name="T28" fmla="*/ 0 w 1145"/>
                <a:gd name="T29" fmla="*/ 123 h 224"/>
                <a:gd name="T30" fmla="*/ 234 w 1145"/>
                <a:gd name="T31" fmla="*/ 187 h 224"/>
                <a:gd name="T32" fmla="*/ 2611 w 1145"/>
                <a:gd name="T33" fmla="*/ 728 h 224"/>
                <a:gd name="T34" fmla="*/ 2958 w 1145"/>
                <a:gd name="T35" fmla="*/ 802 h 224"/>
                <a:gd name="T36" fmla="*/ 6660 w 1145"/>
                <a:gd name="T37" fmla="*/ 1658 h 2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45" h="224">
                  <a:moveTo>
                    <a:pt x="653" y="134"/>
                  </a:moveTo>
                  <a:cubicBezTo>
                    <a:pt x="800" y="162"/>
                    <a:pt x="987" y="196"/>
                    <a:pt x="1021" y="203"/>
                  </a:cubicBezTo>
                  <a:cubicBezTo>
                    <a:pt x="1079" y="213"/>
                    <a:pt x="1125" y="220"/>
                    <a:pt x="1138" y="222"/>
                  </a:cubicBezTo>
                  <a:cubicBezTo>
                    <a:pt x="1137" y="224"/>
                    <a:pt x="1137" y="224"/>
                    <a:pt x="1137" y="224"/>
                  </a:cubicBezTo>
                  <a:cubicBezTo>
                    <a:pt x="1145" y="214"/>
                    <a:pt x="1145" y="214"/>
                    <a:pt x="1145" y="214"/>
                  </a:cubicBezTo>
                  <a:cubicBezTo>
                    <a:pt x="1145" y="213"/>
                    <a:pt x="1145" y="213"/>
                    <a:pt x="1145" y="213"/>
                  </a:cubicBezTo>
                  <a:cubicBezTo>
                    <a:pt x="865" y="166"/>
                    <a:pt x="865" y="166"/>
                    <a:pt x="865" y="166"/>
                  </a:cubicBezTo>
                  <a:cubicBezTo>
                    <a:pt x="816" y="157"/>
                    <a:pt x="764" y="147"/>
                    <a:pt x="711" y="136"/>
                  </a:cubicBezTo>
                  <a:cubicBezTo>
                    <a:pt x="759" y="146"/>
                    <a:pt x="807" y="155"/>
                    <a:pt x="851" y="163"/>
                  </a:cubicBezTo>
                  <a:cubicBezTo>
                    <a:pt x="663" y="127"/>
                    <a:pt x="663" y="127"/>
                    <a:pt x="663" y="127"/>
                  </a:cubicBezTo>
                  <a:cubicBezTo>
                    <a:pt x="663" y="127"/>
                    <a:pt x="310" y="58"/>
                    <a:pt x="289" y="55"/>
                  </a:cubicBezTo>
                  <a:cubicBezTo>
                    <a:pt x="289" y="55"/>
                    <a:pt x="289" y="55"/>
                    <a:pt x="289" y="55"/>
                  </a:cubicBezTo>
                  <a:cubicBezTo>
                    <a:pt x="289" y="55"/>
                    <a:pt x="289" y="55"/>
                    <a:pt x="289" y="55"/>
                  </a:cubicBezTo>
                  <a:cubicBezTo>
                    <a:pt x="186" y="35"/>
                    <a:pt x="87" y="16"/>
                    <a:pt x="3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0" y="12"/>
                    <a:pt x="23" y="15"/>
                  </a:cubicBezTo>
                  <a:cubicBezTo>
                    <a:pt x="94" y="28"/>
                    <a:pt x="173" y="43"/>
                    <a:pt x="256" y="59"/>
                  </a:cubicBezTo>
                  <a:cubicBezTo>
                    <a:pt x="290" y="65"/>
                    <a:pt x="290" y="65"/>
                    <a:pt x="290" y="65"/>
                  </a:cubicBezTo>
                  <a:lnTo>
                    <a:pt x="653" y="134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8" name="Freeform 1155">
              <a:extLst>
                <a:ext uri="{FF2B5EF4-FFF2-40B4-BE49-F238E27FC236}">
                  <a16:creationId xmlns:a16="http://schemas.microsoft.com/office/drawing/2014/main" id="{6D0E0C96-479A-47D5-8D48-1560A7F14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018"/>
              <a:ext cx="2478" cy="527"/>
            </a:xfrm>
            <a:custGeom>
              <a:avLst/>
              <a:gdLst>
                <a:gd name="T0" fmla="*/ 3742 w 1143"/>
                <a:gd name="T1" fmla="*/ 1047 h 228"/>
                <a:gd name="T2" fmla="*/ 4269 w 1143"/>
                <a:gd name="T3" fmla="*/ 1246 h 228"/>
                <a:gd name="T4" fmla="*/ 4789 w 1143"/>
                <a:gd name="T5" fmla="*/ 1422 h 228"/>
                <a:gd name="T6" fmla="*/ 5216 w 1143"/>
                <a:gd name="T7" fmla="*/ 1630 h 228"/>
                <a:gd name="T8" fmla="*/ 6532 w 1143"/>
                <a:gd name="T9" fmla="*/ 1939 h 228"/>
                <a:gd name="T10" fmla="*/ 7610 w 1143"/>
                <a:gd name="T11" fmla="*/ 2090 h 228"/>
                <a:gd name="T12" fmla="*/ 8418 w 1143"/>
                <a:gd name="T13" fmla="*/ 2126 h 228"/>
                <a:gd name="T14" fmla="*/ 8997 w 1143"/>
                <a:gd name="T15" fmla="*/ 2224 h 228"/>
                <a:gd name="T16" fmla="*/ 9194 w 1143"/>
                <a:gd name="T17" fmla="*/ 2261 h 228"/>
                <a:gd name="T18" fmla="*/ 11646 w 1143"/>
                <a:gd name="T19" fmla="*/ 2815 h 228"/>
                <a:gd name="T20" fmla="*/ 11586 w 1143"/>
                <a:gd name="T21" fmla="*/ 2607 h 228"/>
                <a:gd name="T22" fmla="*/ 11605 w 1143"/>
                <a:gd name="T23" fmla="*/ 2693 h 228"/>
                <a:gd name="T24" fmla="*/ 10636 w 1143"/>
                <a:gd name="T25" fmla="*/ 2469 h 228"/>
                <a:gd name="T26" fmla="*/ 10627 w 1143"/>
                <a:gd name="T27" fmla="*/ 2469 h 228"/>
                <a:gd name="T28" fmla="*/ 10617 w 1143"/>
                <a:gd name="T29" fmla="*/ 2457 h 228"/>
                <a:gd name="T30" fmla="*/ 10608 w 1143"/>
                <a:gd name="T31" fmla="*/ 2457 h 228"/>
                <a:gd name="T32" fmla="*/ 10608 w 1143"/>
                <a:gd name="T33" fmla="*/ 2457 h 228"/>
                <a:gd name="T34" fmla="*/ 10599 w 1143"/>
                <a:gd name="T35" fmla="*/ 2457 h 228"/>
                <a:gd name="T36" fmla="*/ 10588 w 1143"/>
                <a:gd name="T37" fmla="*/ 2457 h 228"/>
                <a:gd name="T38" fmla="*/ 10575 w 1143"/>
                <a:gd name="T39" fmla="*/ 2448 h 228"/>
                <a:gd name="T40" fmla="*/ 10567 w 1143"/>
                <a:gd name="T41" fmla="*/ 2448 h 228"/>
                <a:gd name="T42" fmla="*/ 10556 w 1143"/>
                <a:gd name="T43" fmla="*/ 2448 h 228"/>
                <a:gd name="T44" fmla="*/ 10556 w 1143"/>
                <a:gd name="T45" fmla="*/ 2448 h 228"/>
                <a:gd name="T46" fmla="*/ 10539 w 1143"/>
                <a:gd name="T47" fmla="*/ 2432 h 228"/>
                <a:gd name="T48" fmla="*/ 10528 w 1143"/>
                <a:gd name="T49" fmla="*/ 2432 h 228"/>
                <a:gd name="T50" fmla="*/ 10515 w 1143"/>
                <a:gd name="T51" fmla="*/ 2432 h 228"/>
                <a:gd name="T52" fmla="*/ 10487 w 1143"/>
                <a:gd name="T53" fmla="*/ 2432 h 228"/>
                <a:gd name="T54" fmla="*/ 10487 w 1143"/>
                <a:gd name="T55" fmla="*/ 2420 h 228"/>
                <a:gd name="T56" fmla="*/ 10443 w 1143"/>
                <a:gd name="T57" fmla="*/ 2420 h 228"/>
                <a:gd name="T58" fmla="*/ 10434 w 1143"/>
                <a:gd name="T59" fmla="*/ 2408 h 228"/>
                <a:gd name="T60" fmla="*/ 10330 w 1143"/>
                <a:gd name="T61" fmla="*/ 2383 h 228"/>
                <a:gd name="T62" fmla="*/ 10330 w 1143"/>
                <a:gd name="T63" fmla="*/ 2383 h 228"/>
                <a:gd name="T64" fmla="*/ 10330 w 1143"/>
                <a:gd name="T65" fmla="*/ 2383 h 228"/>
                <a:gd name="T66" fmla="*/ 10278 w 1143"/>
                <a:gd name="T67" fmla="*/ 2372 h 228"/>
                <a:gd name="T68" fmla="*/ 10278 w 1143"/>
                <a:gd name="T69" fmla="*/ 2372 h 228"/>
                <a:gd name="T70" fmla="*/ 10218 w 1143"/>
                <a:gd name="T71" fmla="*/ 2355 h 228"/>
                <a:gd name="T72" fmla="*/ 10218 w 1143"/>
                <a:gd name="T73" fmla="*/ 2355 h 228"/>
                <a:gd name="T74" fmla="*/ 10077 w 1143"/>
                <a:gd name="T75" fmla="*/ 2335 h 228"/>
                <a:gd name="T76" fmla="*/ 10077 w 1143"/>
                <a:gd name="T77" fmla="*/ 2335 h 228"/>
                <a:gd name="T78" fmla="*/ 10016 w 1143"/>
                <a:gd name="T79" fmla="*/ 2309 h 228"/>
                <a:gd name="T80" fmla="*/ 9997 w 1143"/>
                <a:gd name="T81" fmla="*/ 2309 h 228"/>
                <a:gd name="T82" fmla="*/ 9945 w 1143"/>
                <a:gd name="T83" fmla="*/ 2298 h 228"/>
                <a:gd name="T84" fmla="*/ 9912 w 1143"/>
                <a:gd name="T85" fmla="*/ 2298 h 228"/>
                <a:gd name="T86" fmla="*/ 9851 w 1143"/>
                <a:gd name="T87" fmla="*/ 2270 h 228"/>
                <a:gd name="T88" fmla="*/ 9843 w 1143"/>
                <a:gd name="T89" fmla="*/ 2270 h 228"/>
                <a:gd name="T90" fmla="*/ 9771 w 1143"/>
                <a:gd name="T91" fmla="*/ 2261 h 228"/>
                <a:gd name="T92" fmla="*/ 9762 w 1143"/>
                <a:gd name="T93" fmla="*/ 2261 h 228"/>
                <a:gd name="T94" fmla="*/ 8945 w 1143"/>
                <a:gd name="T95" fmla="*/ 2073 h 228"/>
                <a:gd name="T96" fmla="*/ 8410 w 1143"/>
                <a:gd name="T97" fmla="*/ 1988 h 228"/>
                <a:gd name="T98" fmla="*/ 7610 w 1143"/>
                <a:gd name="T99" fmla="*/ 1988 h 228"/>
                <a:gd name="T100" fmla="*/ 6532 w 1143"/>
                <a:gd name="T101" fmla="*/ 1838 h 228"/>
                <a:gd name="T102" fmla="*/ 5216 w 1143"/>
                <a:gd name="T103" fmla="*/ 1516 h 228"/>
                <a:gd name="T104" fmla="*/ 4789 w 1143"/>
                <a:gd name="T105" fmla="*/ 1308 h 228"/>
                <a:gd name="T106" fmla="*/ 4269 w 1143"/>
                <a:gd name="T107" fmla="*/ 1137 h 228"/>
                <a:gd name="T108" fmla="*/ 3742 w 1143"/>
                <a:gd name="T109" fmla="*/ 941 h 228"/>
                <a:gd name="T110" fmla="*/ 2886 w 1143"/>
                <a:gd name="T111" fmla="*/ 705 h 228"/>
                <a:gd name="T112" fmla="*/ 33 w 1143"/>
                <a:gd name="T113" fmla="*/ 0 h 228"/>
                <a:gd name="T114" fmla="*/ 9 w 1143"/>
                <a:gd name="T115" fmla="*/ 0 h 228"/>
                <a:gd name="T116" fmla="*/ 0 w 1143"/>
                <a:gd name="T117" fmla="*/ 97 h 228"/>
                <a:gd name="T118" fmla="*/ 2660 w 1143"/>
                <a:gd name="T119" fmla="*/ 742 h 228"/>
                <a:gd name="T120" fmla="*/ 3742 w 1143"/>
                <a:gd name="T121" fmla="*/ 1047 h 2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43" h="228">
                  <a:moveTo>
                    <a:pt x="367" y="85"/>
                  </a:moveTo>
                  <a:cubicBezTo>
                    <a:pt x="382" y="88"/>
                    <a:pt x="403" y="97"/>
                    <a:pt x="419" y="101"/>
                  </a:cubicBezTo>
                  <a:cubicBezTo>
                    <a:pt x="440" y="106"/>
                    <a:pt x="450" y="109"/>
                    <a:pt x="470" y="115"/>
                  </a:cubicBezTo>
                  <a:cubicBezTo>
                    <a:pt x="487" y="119"/>
                    <a:pt x="497" y="127"/>
                    <a:pt x="512" y="132"/>
                  </a:cubicBezTo>
                  <a:cubicBezTo>
                    <a:pt x="556" y="146"/>
                    <a:pt x="597" y="156"/>
                    <a:pt x="641" y="157"/>
                  </a:cubicBezTo>
                  <a:cubicBezTo>
                    <a:pt x="675" y="158"/>
                    <a:pt x="711" y="167"/>
                    <a:pt x="747" y="169"/>
                  </a:cubicBezTo>
                  <a:cubicBezTo>
                    <a:pt x="772" y="171"/>
                    <a:pt x="799" y="168"/>
                    <a:pt x="826" y="172"/>
                  </a:cubicBezTo>
                  <a:cubicBezTo>
                    <a:pt x="851" y="176"/>
                    <a:pt x="869" y="177"/>
                    <a:pt x="883" y="180"/>
                  </a:cubicBezTo>
                  <a:cubicBezTo>
                    <a:pt x="889" y="181"/>
                    <a:pt x="896" y="182"/>
                    <a:pt x="902" y="183"/>
                  </a:cubicBezTo>
                  <a:cubicBezTo>
                    <a:pt x="1143" y="228"/>
                    <a:pt x="1143" y="228"/>
                    <a:pt x="1143" y="228"/>
                  </a:cubicBezTo>
                  <a:cubicBezTo>
                    <a:pt x="1137" y="211"/>
                    <a:pt x="1137" y="211"/>
                    <a:pt x="1137" y="211"/>
                  </a:cubicBezTo>
                  <a:cubicBezTo>
                    <a:pt x="1139" y="218"/>
                    <a:pt x="1139" y="218"/>
                    <a:pt x="1139" y="218"/>
                  </a:cubicBezTo>
                  <a:cubicBezTo>
                    <a:pt x="1128" y="215"/>
                    <a:pt x="1094" y="209"/>
                    <a:pt x="1044" y="200"/>
                  </a:cubicBezTo>
                  <a:cubicBezTo>
                    <a:pt x="1043" y="200"/>
                    <a:pt x="1043" y="200"/>
                    <a:pt x="1043" y="200"/>
                  </a:cubicBezTo>
                  <a:cubicBezTo>
                    <a:pt x="1043" y="200"/>
                    <a:pt x="1042" y="199"/>
                    <a:pt x="1042" y="199"/>
                  </a:cubicBezTo>
                  <a:cubicBezTo>
                    <a:pt x="1042" y="199"/>
                    <a:pt x="1042" y="199"/>
                    <a:pt x="1041" y="199"/>
                  </a:cubicBezTo>
                  <a:cubicBezTo>
                    <a:pt x="1041" y="199"/>
                    <a:pt x="1041" y="199"/>
                    <a:pt x="1041" y="199"/>
                  </a:cubicBezTo>
                  <a:cubicBezTo>
                    <a:pt x="1040" y="199"/>
                    <a:pt x="1040" y="199"/>
                    <a:pt x="1040" y="199"/>
                  </a:cubicBezTo>
                  <a:cubicBezTo>
                    <a:pt x="1040" y="199"/>
                    <a:pt x="1039" y="199"/>
                    <a:pt x="1039" y="199"/>
                  </a:cubicBezTo>
                  <a:cubicBezTo>
                    <a:pt x="1039" y="199"/>
                    <a:pt x="1038" y="198"/>
                    <a:pt x="1038" y="198"/>
                  </a:cubicBezTo>
                  <a:cubicBezTo>
                    <a:pt x="1038" y="198"/>
                    <a:pt x="1037" y="198"/>
                    <a:pt x="1037" y="198"/>
                  </a:cubicBezTo>
                  <a:cubicBezTo>
                    <a:pt x="1037" y="198"/>
                    <a:pt x="1036" y="198"/>
                    <a:pt x="1036" y="198"/>
                  </a:cubicBezTo>
                  <a:cubicBezTo>
                    <a:pt x="1036" y="198"/>
                    <a:pt x="1036" y="198"/>
                    <a:pt x="1036" y="198"/>
                  </a:cubicBezTo>
                  <a:cubicBezTo>
                    <a:pt x="1035" y="198"/>
                    <a:pt x="1035" y="198"/>
                    <a:pt x="1034" y="197"/>
                  </a:cubicBezTo>
                  <a:cubicBezTo>
                    <a:pt x="1034" y="197"/>
                    <a:pt x="1033" y="197"/>
                    <a:pt x="1033" y="197"/>
                  </a:cubicBezTo>
                  <a:cubicBezTo>
                    <a:pt x="1033" y="197"/>
                    <a:pt x="1032" y="197"/>
                    <a:pt x="1032" y="197"/>
                  </a:cubicBezTo>
                  <a:cubicBezTo>
                    <a:pt x="1031" y="197"/>
                    <a:pt x="1030" y="197"/>
                    <a:pt x="1029" y="197"/>
                  </a:cubicBezTo>
                  <a:cubicBezTo>
                    <a:pt x="1029" y="196"/>
                    <a:pt x="1029" y="196"/>
                    <a:pt x="1029" y="196"/>
                  </a:cubicBezTo>
                  <a:cubicBezTo>
                    <a:pt x="1028" y="196"/>
                    <a:pt x="1026" y="196"/>
                    <a:pt x="1025" y="196"/>
                  </a:cubicBezTo>
                  <a:cubicBezTo>
                    <a:pt x="1025" y="196"/>
                    <a:pt x="1024" y="196"/>
                    <a:pt x="1024" y="195"/>
                  </a:cubicBezTo>
                  <a:cubicBezTo>
                    <a:pt x="1021" y="195"/>
                    <a:pt x="1018" y="194"/>
                    <a:pt x="1014" y="193"/>
                  </a:cubicBezTo>
                  <a:cubicBezTo>
                    <a:pt x="1014" y="193"/>
                    <a:pt x="1014" y="193"/>
                    <a:pt x="1014" y="193"/>
                  </a:cubicBezTo>
                  <a:cubicBezTo>
                    <a:pt x="1014" y="193"/>
                    <a:pt x="1014" y="193"/>
                    <a:pt x="1014" y="193"/>
                  </a:cubicBezTo>
                  <a:cubicBezTo>
                    <a:pt x="1012" y="193"/>
                    <a:pt x="1010" y="193"/>
                    <a:pt x="1009" y="192"/>
                  </a:cubicBezTo>
                  <a:cubicBezTo>
                    <a:pt x="1009" y="192"/>
                    <a:pt x="1009" y="192"/>
                    <a:pt x="1009" y="192"/>
                  </a:cubicBezTo>
                  <a:cubicBezTo>
                    <a:pt x="1007" y="192"/>
                    <a:pt x="1005" y="192"/>
                    <a:pt x="1003" y="191"/>
                  </a:cubicBezTo>
                  <a:cubicBezTo>
                    <a:pt x="1003" y="191"/>
                    <a:pt x="1003" y="191"/>
                    <a:pt x="1003" y="191"/>
                  </a:cubicBezTo>
                  <a:cubicBezTo>
                    <a:pt x="999" y="190"/>
                    <a:pt x="994" y="190"/>
                    <a:pt x="989" y="189"/>
                  </a:cubicBezTo>
                  <a:cubicBezTo>
                    <a:pt x="989" y="189"/>
                    <a:pt x="989" y="189"/>
                    <a:pt x="989" y="189"/>
                  </a:cubicBezTo>
                  <a:cubicBezTo>
                    <a:pt x="987" y="188"/>
                    <a:pt x="985" y="188"/>
                    <a:pt x="983" y="187"/>
                  </a:cubicBezTo>
                  <a:cubicBezTo>
                    <a:pt x="982" y="187"/>
                    <a:pt x="981" y="187"/>
                    <a:pt x="981" y="187"/>
                  </a:cubicBezTo>
                  <a:cubicBezTo>
                    <a:pt x="979" y="187"/>
                    <a:pt x="977" y="186"/>
                    <a:pt x="976" y="186"/>
                  </a:cubicBezTo>
                  <a:cubicBezTo>
                    <a:pt x="975" y="186"/>
                    <a:pt x="974" y="186"/>
                    <a:pt x="973" y="186"/>
                  </a:cubicBezTo>
                  <a:cubicBezTo>
                    <a:pt x="971" y="185"/>
                    <a:pt x="969" y="185"/>
                    <a:pt x="967" y="184"/>
                  </a:cubicBezTo>
                  <a:cubicBezTo>
                    <a:pt x="967" y="184"/>
                    <a:pt x="966" y="184"/>
                    <a:pt x="966" y="184"/>
                  </a:cubicBezTo>
                  <a:cubicBezTo>
                    <a:pt x="963" y="184"/>
                    <a:pt x="961" y="183"/>
                    <a:pt x="959" y="183"/>
                  </a:cubicBezTo>
                  <a:cubicBezTo>
                    <a:pt x="958" y="183"/>
                    <a:pt x="958" y="183"/>
                    <a:pt x="958" y="183"/>
                  </a:cubicBezTo>
                  <a:cubicBezTo>
                    <a:pt x="934" y="178"/>
                    <a:pt x="907" y="173"/>
                    <a:pt x="878" y="168"/>
                  </a:cubicBezTo>
                  <a:cubicBezTo>
                    <a:pt x="867" y="167"/>
                    <a:pt x="850" y="166"/>
                    <a:pt x="825" y="161"/>
                  </a:cubicBezTo>
                  <a:cubicBezTo>
                    <a:pt x="798" y="157"/>
                    <a:pt x="772" y="162"/>
                    <a:pt x="747" y="161"/>
                  </a:cubicBezTo>
                  <a:cubicBezTo>
                    <a:pt x="711" y="158"/>
                    <a:pt x="675" y="150"/>
                    <a:pt x="641" y="149"/>
                  </a:cubicBezTo>
                  <a:cubicBezTo>
                    <a:pt x="597" y="147"/>
                    <a:pt x="556" y="137"/>
                    <a:pt x="512" y="123"/>
                  </a:cubicBezTo>
                  <a:cubicBezTo>
                    <a:pt x="497" y="119"/>
                    <a:pt x="487" y="110"/>
                    <a:pt x="470" y="106"/>
                  </a:cubicBezTo>
                  <a:cubicBezTo>
                    <a:pt x="450" y="101"/>
                    <a:pt x="440" y="97"/>
                    <a:pt x="419" y="92"/>
                  </a:cubicBezTo>
                  <a:cubicBezTo>
                    <a:pt x="403" y="88"/>
                    <a:pt x="382" y="80"/>
                    <a:pt x="367" y="76"/>
                  </a:cubicBezTo>
                  <a:cubicBezTo>
                    <a:pt x="334" y="68"/>
                    <a:pt x="283" y="57"/>
                    <a:pt x="283" y="57"/>
                  </a:cubicBezTo>
                  <a:cubicBezTo>
                    <a:pt x="169" y="34"/>
                    <a:pt x="24" y="5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99" y="28"/>
                    <a:pt x="201" y="48"/>
                    <a:pt x="261" y="60"/>
                  </a:cubicBezTo>
                  <a:cubicBezTo>
                    <a:pt x="275" y="63"/>
                    <a:pt x="356" y="82"/>
                    <a:pt x="367" y="85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9" name="Freeform 1156">
              <a:extLst>
                <a:ext uri="{FF2B5EF4-FFF2-40B4-BE49-F238E27FC236}">
                  <a16:creationId xmlns:a16="http://schemas.microsoft.com/office/drawing/2014/main" id="{9BE59730-123F-4EAF-B1A4-AA759776A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263"/>
              <a:ext cx="732" cy="1045"/>
            </a:xfrm>
            <a:custGeom>
              <a:avLst/>
              <a:gdLst>
                <a:gd name="T0" fmla="*/ 1403 w 338"/>
                <a:gd name="T1" fmla="*/ 0 h 452"/>
                <a:gd name="T2" fmla="*/ 234 w 338"/>
                <a:gd name="T3" fmla="*/ 509 h 452"/>
                <a:gd name="T4" fmla="*/ 470 w 338"/>
                <a:gd name="T5" fmla="*/ 1507 h 452"/>
                <a:gd name="T6" fmla="*/ 1403 w 338"/>
                <a:gd name="T7" fmla="*/ 978 h 452"/>
                <a:gd name="T8" fmla="*/ 2720 w 338"/>
                <a:gd name="T9" fmla="*/ 2795 h 452"/>
                <a:gd name="T10" fmla="*/ 1403 w 338"/>
                <a:gd name="T11" fmla="*/ 4608 h 452"/>
                <a:gd name="T12" fmla="*/ 446 w 338"/>
                <a:gd name="T13" fmla="*/ 4030 h 452"/>
                <a:gd name="T14" fmla="*/ 0 w 338"/>
                <a:gd name="T15" fmla="*/ 4795 h 452"/>
                <a:gd name="T16" fmla="*/ 1403 w 338"/>
                <a:gd name="T17" fmla="*/ 5586 h 452"/>
                <a:gd name="T18" fmla="*/ 3433 w 338"/>
                <a:gd name="T19" fmla="*/ 2795 h 452"/>
                <a:gd name="T20" fmla="*/ 1403 w 338"/>
                <a:gd name="T21" fmla="*/ 0 h 4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8" h="452">
                  <a:moveTo>
                    <a:pt x="138" y="0"/>
                  </a:moveTo>
                  <a:cubicBezTo>
                    <a:pt x="95" y="0"/>
                    <a:pt x="56" y="15"/>
                    <a:pt x="23" y="41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70" y="95"/>
                    <a:pt x="102" y="79"/>
                    <a:pt x="138" y="79"/>
                  </a:cubicBezTo>
                  <a:cubicBezTo>
                    <a:pt x="210" y="79"/>
                    <a:pt x="268" y="145"/>
                    <a:pt x="268" y="226"/>
                  </a:cubicBezTo>
                  <a:cubicBezTo>
                    <a:pt x="268" y="307"/>
                    <a:pt x="210" y="373"/>
                    <a:pt x="138" y="373"/>
                  </a:cubicBezTo>
                  <a:cubicBezTo>
                    <a:pt x="101" y="373"/>
                    <a:pt x="68" y="355"/>
                    <a:pt x="44" y="326"/>
                  </a:cubicBezTo>
                  <a:cubicBezTo>
                    <a:pt x="0" y="388"/>
                    <a:pt x="0" y="388"/>
                    <a:pt x="0" y="388"/>
                  </a:cubicBezTo>
                  <a:cubicBezTo>
                    <a:pt x="36" y="428"/>
                    <a:pt x="85" y="452"/>
                    <a:pt x="138" y="452"/>
                  </a:cubicBezTo>
                  <a:cubicBezTo>
                    <a:pt x="249" y="452"/>
                    <a:pt x="338" y="351"/>
                    <a:pt x="338" y="226"/>
                  </a:cubicBezTo>
                  <a:cubicBezTo>
                    <a:pt x="338" y="101"/>
                    <a:pt x="249" y="0"/>
                    <a:pt x="138" y="0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0" name="Freeform 1157">
              <a:extLst>
                <a:ext uri="{FF2B5EF4-FFF2-40B4-BE49-F238E27FC236}">
                  <a16:creationId xmlns:a16="http://schemas.microsoft.com/office/drawing/2014/main" id="{18A12EC9-6B8F-4983-A701-A1F9DF0D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863"/>
              <a:ext cx="2422" cy="495"/>
            </a:xfrm>
            <a:custGeom>
              <a:avLst/>
              <a:gdLst>
                <a:gd name="T0" fmla="*/ 11388 w 1117"/>
                <a:gd name="T1" fmla="*/ 2648 h 214"/>
                <a:gd name="T2" fmla="*/ 9135 w 1117"/>
                <a:gd name="T3" fmla="*/ 1943 h 214"/>
                <a:gd name="T4" fmla="*/ 8725 w 1117"/>
                <a:gd name="T5" fmla="*/ 1772 h 214"/>
                <a:gd name="T6" fmla="*/ 5707 w 1117"/>
                <a:gd name="T7" fmla="*/ 460 h 214"/>
                <a:gd name="T8" fmla="*/ 2619 w 1117"/>
                <a:gd name="T9" fmla="*/ 433 h 214"/>
                <a:gd name="T10" fmla="*/ 0 w 1117"/>
                <a:gd name="T11" fmla="*/ 0 h 2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7" h="214">
                  <a:moveTo>
                    <a:pt x="1117" y="214"/>
                  </a:moveTo>
                  <a:cubicBezTo>
                    <a:pt x="1117" y="214"/>
                    <a:pt x="1012" y="197"/>
                    <a:pt x="896" y="157"/>
                  </a:cubicBezTo>
                  <a:cubicBezTo>
                    <a:pt x="884" y="153"/>
                    <a:pt x="868" y="147"/>
                    <a:pt x="856" y="143"/>
                  </a:cubicBezTo>
                  <a:cubicBezTo>
                    <a:pt x="741" y="104"/>
                    <a:pt x="624" y="50"/>
                    <a:pt x="560" y="37"/>
                  </a:cubicBezTo>
                  <a:cubicBezTo>
                    <a:pt x="484" y="22"/>
                    <a:pt x="388" y="40"/>
                    <a:pt x="257" y="35"/>
                  </a:cubicBezTo>
                  <a:cubicBezTo>
                    <a:pt x="171" y="32"/>
                    <a:pt x="36" y="7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1" name="Freeform 1158">
              <a:extLst>
                <a:ext uri="{FF2B5EF4-FFF2-40B4-BE49-F238E27FC236}">
                  <a16:creationId xmlns:a16="http://schemas.microsoft.com/office/drawing/2014/main" id="{409C343F-C6DB-48E7-99B5-7D3BF11A3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863"/>
              <a:ext cx="234" cy="814"/>
            </a:xfrm>
            <a:custGeom>
              <a:avLst/>
              <a:gdLst>
                <a:gd name="T0" fmla="*/ 262 w 108"/>
                <a:gd name="T1" fmla="*/ 0 h 352"/>
                <a:gd name="T2" fmla="*/ 234 w 108"/>
                <a:gd name="T3" fmla="*/ 925 h 352"/>
                <a:gd name="T4" fmla="*/ 644 w 108"/>
                <a:gd name="T5" fmla="*/ 1038 h 352"/>
                <a:gd name="T6" fmla="*/ 1079 w 108"/>
                <a:gd name="T7" fmla="*/ 2347 h 352"/>
                <a:gd name="T8" fmla="*/ 568 w 108"/>
                <a:gd name="T9" fmla="*/ 3626 h 352"/>
                <a:gd name="T10" fmla="*/ 202 w 108"/>
                <a:gd name="T11" fmla="*/ 3552 h 352"/>
                <a:gd name="T12" fmla="*/ 0 w 108"/>
                <a:gd name="T13" fmla="*/ 4352 h 3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352">
                  <a:moveTo>
                    <a:pt x="26" y="0"/>
                  </a:moveTo>
                  <a:cubicBezTo>
                    <a:pt x="23" y="75"/>
                    <a:pt x="23" y="75"/>
                    <a:pt x="23" y="75"/>
                  </a:cubicBezTo>
                  <a:cubicBezTo>
                    <a:pt x="63" y="84"/>
                    <a:pt x="63" y="84"/>
                    <a:pt x="63" y="84"/>
                  </a:cubicBezTo>
                  <a:cubicBezTo>
                    <a:pt x="92" y="102"/>
                    <a:pt x="105" y="145"/>
                    <a:pt x="106" y="190"/>
                  </a:cubicBezTo>
                  <a:cubicBezTo>
                    <a:pt x="108" y="230"/>
                    <a:pt x="86" y="272"/>
                    <a:pt x="56" y="293"/>
                  </a:cubicBezTo>
                  <a:cubicBezTo>
                    <a:pt x="20" y="287"/>
                    <a:pt x="20" y="287"/>
                    <a:pt x="20" y="287"/>
                  </a:cubicBezTo>
                  <a:cubicBezTo>
                    <a:pt x="0" y="352"/>
                    <a:pt x="0" y="352"/>
                    <a:pt x="0" y="35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Artery-positive-remodeling-cross-section">
            <a:extLst>
              <a:ext uri="{FF2B5EF4-FFF2-40B4-BE49-F238E27FC236}">
                <a16:creationId xmlns:a16="http://schemas.microsoft.com/office/drawing/2014/main" id="{81090C89-D9BB-4EBF-9BFE-324D2F758B34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3613150"/>
            <a:ext cx="2047875" cy="2547938"/>
            <a:chOff x="680" y="1971"/>
            <a:chExt cx="1290" cy="1605"/>
          </a:xfrm>
        </p:grpSpPr>
        <p:sp>
          <p:nvSpPr>
            <p:cNvPr id="42390" name="Freeform 1160">
              <a:extLst>
                <a:ext uri="{FF2B5EF4-FFF2-40B4-BE49-F238E27FC236}">
                  <a16:creationId xmlns:a16="http://schemas.microsoft.com/office/drawing/2014/main" id="{D2684C5B-4792-4744-AD18-44BD6A36C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971"/>
              <a:ext cx="1290" cy="1605"/>
            </a:xfrm>
            <a:custGeom>
              <a:avLst/>
              <a:gdLst>
                <a:gd name="T0" fmla="*/ 0 w 516"/>
                <a:gd name="T1" fmla="*/ 6519 h 602"/>
                <a:gd name="T2" fmla="*/ 175 w 516"/>
                <a:gd name="T3" fmla="*/ 5098 h 602"/>
                <a:gd name="T4" fmla="*/ 3083 w 516"/>
                <a:gd name="T5" fmla="*/ 419 h 602"/>
                <a:gd name="T6" fmla="*/ 6675 w 516"/>
                <a:gd name="T7" fmla="*/ 2637 h 602"/>
                <a:gd name="T8" fmla="*/ 7333 w 516"/>
                <a:gd name="T9" fmla="*/ 3717 h 602"/>
                <a:gd name="T10" fmla="*/ 8063 w 516"/>
                <a:gd name="T11" fmla="*/ 6519 h 602"/>
                <a:gd name="T12" fmla="*/ 4033 w 516"/>
                <a:gd name="T13" fmla="*/ 11408 h 602"/>
                <a:gd name="T14" fmla="*/ 0 w 516"/>
                <a:gd name="T15" fmla="*/ 6519 h 6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6" h="602">
                  <a:moveTo>
                    <a:pt x="0" y="344"/>
                  </a:moveTo>
                  <a:cubicBezTo>
                    <a:pt x="0" y="318"/>
                    <a:pt x="4" y="293"/>
                    <a:pt x="11" y="269"/>
                  </a:cubicBezTo>
                  <a:cubicBezTo>
                    <a:pt x="43" y="163"/>
                    <a:pt x="52" y="53"/>
                    <a:pt x="197" y="22"/>
                  </a:cubicBezTo>
                  <a:cubicBezTo>
                    <a:pt x="302" y="0"/>
                    <a:pt x="382" y="83"/>
                    <a:pt x="427" y="139"/>
                  </a:cubicBezTo>
                  <a:cubicBezTo>
                    <a:pt x="443" y="160"/>
                    <a:pt x="466" y="192"/>
                    <a:pt x="469" y="196"/>
                  </a:cubicBezTo>
                  <a:cubicBezTo>
                    <a:pt x="498" y="238"/>
                    <a:pt x="516" y="289"/>
                    <a:pt x="516" y="344"/>
                  </a:cubicBezTo>
                  <a:cubicBezTo>
                    <a:pt x="516" y="487"/>
                    <a:pt x="400" y="602"/>
                    <a:pt x="258" y="602"/>
                  </a:cubicBezTo>
                  <a:cubicBezTo>
                    <a:pt x="115" y="602"/>
                    <a:pt x="0" y="487"/>
                    <a:pt x="0" y="344"/>
                  </a:cubicBezTo>
                  <a:close/>
                </a:path>
              </a:pathLst>
            </a:custGeom>
            <a:solidFill>
              <a:srgbClr val="EE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1" name="Freeform 1161">
              <a:extLst>
                <a:ext uri="{FF2B5EF4-FFF2-40B4-BE49-F238E27FC236}">
                  <a16:creationId xmlns:a16="http://schemas.microsoft.com/office/drawing/2014/main" id="{3CE27609-01F4-467F-A58B-53E6D5EA6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013"/>
              <a:ext cx="1203" cy="1518"/>
            </a:xfrm>
            <a:custGeom>
              <a:avLst/>
              <a:gdLst>
                <a:gd name="T0" fmla="*/ 6788 w 481"/>
                <a:gd name="T1" fmla="*/ 3516 h 569"/>
                <a:gd name="T2" fmla="*/ 7526 w 481"/>
                <a:gd name="T3" fmla="*/ 6227 h 569"/>
                <a:gd name="T4" fmla="*/ 3772 w 481"/>
                <a:gd name="T5" fmla="*/ 10805 h 569"/>
                <a:gd name="T6" fmla="*/ 0 w 481"/>
                <a:gd name="T7" fmla="*/ 6227 h 569"/>
                <a:gd name="T8" fmla="*/ 83 w 481"/>
                <a:gd name="T9" fmla="*/ 5338 h 569"/>
                <a:gd name="T10" fmla="*/ 875 w 481"/>
                <a:gd name="T11" fmla="*/ 2198 h 569"/>
                <a:gd name="T12" fmla="*/ 2864 w 481"/>
                <a:gd name="T13" fmla="*/ 456 h 569"/>
                <a:gd name="T14" fmla="*/ 6568 w 481"/>
                <a:gd name="T15" fmla="*/ 3097 h 569"/>
                <a:gd name="T16" fmla="*/ 6788 w 481"/>
                <a:gd name="T17" fmla="*/ 3516 h 5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1" h="569">
                  <a:moveTo>
                    <a:pt x="434" y="185"/>
                  </a:moveTo>
                  <a:cubicBezTo>
                    <a:pt x="464" y="225"/>
                    <a:pt x="481" y="275"/>
                    <a:pt x="481" y="328"/>
                  </a:cubicBezTo>
                  <a:cubicBezTo>
                    <a:pt x="481" y="461"/>
                    <a:pt x="373" y="569"/>
                    <a:pt x="241" y="569"/>
                  </a:cubicBezTo>
                  <a:cubicBezTo>
                    <a:pt x="108" y="569"/>
                    <a:pt x="0" y="461"/>
                    <a:pt x="0" y="328"/>
                  </a:cubicBezTo>
                  <a:cubicBezTo>
                    <a:pt x="0" y="312"/>
                    <a:pt x="2" y="296"/>
                    <a:pt x="5" y="281"/>
                  </a:cubicBezTo>
                  <a:cubicBezTo>
                    <a:pt x="7" y="272"/>
                    <a:pt x="28" y="167"/>
                    <a:pt x="56" y="116"/>
                  </a:cubicBezTo>
                  <a:cubicBezTo>
                    <a:pt x="78" y="72"/>
                    <a:pt x="114" y="39"/>
                    <a:pt x="183" y="24"/>
                  </a:cubicBezTo>
                  <a:cubicBezTo>
                    <a:pt x="300" y="0"/>
                    <a:pt x="387" y="118"/>
                    <a:pt x="420" y="163"/>
                  </a:cubicBezTo>
                  <a:cubicBezTo>
                    <a:pt x="422" y="167"/>
                    <a:pt x="434" y="185"/>
                    <a:pt x="434" y="185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2" name="Oval 1162">
              <a:extLst>
                <a:ext uri="{FF2B5EF4-FFF2-40B4-BE49-F238E27FC236}">
                  <a16:creationId xmlns:a16="http://schemas.microsoft.com/office/drawing/2014/main" id="{C280EA3C-3664-4C57-A54C-3B75C7B5B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2248"/>
              <a:ext cx="1203" cy="1283"/>
            </a:xfrm>
            <a:prstGeom prst="ellipse">
              <a:avLst/>
            </a:pr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93" name="Freeform 1163">
              <a:extLst>
                <a:ext uri="{FF2B5EF4-FFF2-40B4-BE49-F238E27FC236}">
                  <a16:creationId xmlns:a16="http://schemas.microsoft.com/office/drawing/2014/main" id="{B97F9E58-E18C-46B0-AA46-057B54607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155"/>
              <a:ext cx="950" cy="1240"/>
            </a:xfrm>
            <a:custGeom>
              <a:avLst/>
              <a:gdLst>
                <a:gd name="T0" fmla="*/ 4625 w 380"/>
                <a:gd name="T1" fmla="*/ 1501 h 465"/>
                <a:gd name="T2" fmla="*/ 4938 w 380"/>
                <a:gd name="T3" fmla="*/ 1856 h 465"/>
                <a:gd name="T4" fmla="*/ 5300 w 380"/>
                <a:gd name="T5" fmla="*/ 2637 h 465"/>
                <a:gd name="T6" fmla="*/ 5938 w 380"/>
                <a:gd name="T7" fmla="*/ 5213 h 465"/>
                <a:gd name="T8" fmla="*/ 2970 w 380"/>
                <a:gd name="T9" fmla="*/ 8819 h 465"/>
                <a:gd name="T10" fmla="*/ 0 w 380"/>
                <a:gd name="T11" fmla="*/ 5213 h 465"/>
                <a:gd name="T12" fmla="*/ 238 w 380"/>
                <a:gd name="T13" fmla="*/ 3563 h 465"/>
                <a:gd name="T14" fmla="*/ 375 w 380"/>
                <a:gd name="T15" fmla="*/ 2560 h 465"/>
                <a:gd name="T16" fmla="*/ 533 w 380"/>
                <a:gd name="T17" fmla="*/ 1992 h 465"/>
                <a:gd name="T18" fmla="*/ 720 w 380"/>
                <a:gd name="T19" fmla="*/ 1784 h 465"/>
                <a:gd name="T20" fmla="*/ 863 w 380"/>
                <a:gd name="T21" fmla="*/ 1421 h 465"/>
                <a:gd name="T22" fmla="*/ 1175 w 380"/>
                <a:gd name="T23" fmla="*/ 989 h 465"/>
                <a:gd name="T24" fmla="*/ 1470 w 380"/>
                <a:gd name="T25" fmla="*/ 589 h 465"/>
                <a:gd name="T26" fmla="*/ 1958 w 380"/>
                <a:gd name="T27" fmla="*/ 192 h 465"/>
                <a:gd name="T28" fmla="*/ 2250 w 380"/>
                <a:gd name="T29" fmla="*/ 205 h 465"/>
                <a:gd name="T30" fmla="*/ 2583 w 380"/>
                <a:gd name="T31" fmla="*/ 115 h 465"/>
                <a:gd name="T32" fmla="*/ 3095 w 380"/>
                <a:gd name="T33" fmla="*/ 77 h 465"/>
                <a:gd name="T34" fmla="*/ 3563 w 380"/>
                <a:gd name="T35" fmla="*/ 419 h 465"/>
                <a:gd name="T36" fmla="*/ 3938 w 380"/>
                <a:gd name="T37" fmla="*/ 704 h 465"/>
                <a:gd name="T38" fmla="*/ 4270 w 380"/>
                <a:gd name="T39" fmla="*/ 1024 h 465"/>
                <a:gd name="T40" fmla="*/ 4408 w 380"/>
                <a:gd name="T41" fmla="*/ 1229 h 465"/>
                <a:gd name="T42" fmla="*/ 4625 w 380"/>
                <a:gd name="T43" fmla="*/ 1501 h 4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0" h="465">
                  <a:moveTo>
                    <a:pt x="296" y="79"/>
                  </a:moveTo>
                  <a:cubicBezTo>
                    <a:pt x="301" y="83"/>
                    <a:pt x="309" y="89"/>
                    <a:pt x="316" y="98"/>
                  </a:cubicBezTo>
                  <a:cubicBezTo>
                    <a:pt x="325" y="109"/>
                    <a:pt x="331" y="124"/>
                    <a:pt x="339" y="139"/>
                  </a:cubicBezTo>
                  <a:cubicBezTo>
                    <a:pt x="367" y="177"/>
                    <a:pt x="380" y="227"/>
                    <a:pt x="380" y="275"/>
                  </a:cubicBezTo>
                  <a:cubicBezTo>
                    <a:pt x="380" y="380"/>
                    <a:pt x="295" y="465"/>
                    <a:pt x="190" y="465"/>
                  </a:cubicBezTo>
                  <a:cubicBezTo>
                    <a:pt x="85" y="465"/>
                    <a:pt x="0" y="380"/>
                    <a:pt x="0" y="275"/>
                  </a:cubicBezTo>
                  <a:cubicBezTo>
                    <a:pt x="0" y="247"/>
                    <a:pt x="5" y="215"/>
                    <a:pt x="15" y="188"/>
                  </a:cubicBezTo>
                  <a:cubicBezTo>
                    <a:pt x="19" y="172"/>
                    <a:pt x="23" y="151"/>
                    <a:pt x="24" y="135"/>
                  </a:cubicBezTo>
                  <a:cubicBezTo>
                    <a:pt x="24" y="122"/>
                    <a:pt x="25" y="115"/>
                    <a:pt x="34" y="105"/>
                  </a:cubicBezTo>
                  <a:cubicBezTo>
                    <a:pt x="38" y="101"/>
                    <a:pt x="43" y="98"/>
                    <a:pt x="46" y="94"/>
                  </a:cubicBezTo>
                  <a:cubicBezTo>
                    <a:pt x="50" y="88"/>
                    <a:pt x="52" y="81"/>
                    <a:pt x="55" y="75"/>
                  </a:cubicBezTo>
                  <a:cubicBezTo>
                    <a:pt x="60" y="67"/>
                    <a:pt x="67" y="58"/>
                    <a:pt x="75" y="52"/>
                  </a:cubicBezTo>
                  <a:cubicBezTo>
                    <a:pt x="85" y="46"/>
                    <a:pt x="88" y="40"/>
                    <a:pt x="94" y="31"/>
                  </a:cubicBezTo>
                  <a:cubicBezTo>
                    <a:pt x="101" y="21"/>
                    <a:pt x="114" y="12"/>
                    <a:pt x="125" y="10"/>
                  </a:cubicBezTo>
                  <a:cubicBezTo>
                    <a:pt x="131" y="9"/>
                    <a:pt x="137" y="11"/>
                    <a:pt x="144" y="11"/>
                  </a:cubicBezTo>
                  <a:cubicBezTo>
                    <a:pt x="152" y="12"/>
                    <a:pt x="158" y="9"/>
                    <a:pt x="165" y="6"/>
                  </a:cubicBezTo>
                  <a:cubicBezTo>
                    <a:pt x="177" y="0"/>
                    <a:pt x="185" y="1"/>
                    <a:pt x="198" y="4"/>
                  </a:cubicBezTo>
                  <a:cubicBezTo>
                    <a:pt x="211" y="7"/>
                    <a:pt x="221" y="13"/>
                    <a:pt x="228" y="22"/>
                  </a:cubicBezTo>
                  <a:cubicBezTo>
                    <a:pt x="235" y="30"/>
                    <a:pt x="243" y="31"/>
                    <a:pt x="252" y="37"/>
                  </a:cubicBezTo>
                  <a:cubicBezTo>
                    <a:pt x="260" y="41"/>
                    <a:pt x="267" y="47"/>
                    <a:pt x="273" y="54"/>
                  </a:cubicBezTo>
                  <a:cubicBezTo>
                    <a:pt x="276" y="58"/>
                    <a:pt x="279" y="61"/>
                    <a:pt x="282" y="65"/>
                  </a:cubicBezTo>
                  <a:cubicBezTo>
                    <a:pt x="284" y="68"/>
                    <a:pt x="292" y="76"/>
                    <a:pt x="296" y="79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Freeform 1164">
              <a:extLst>
                <a:ext uri="{FF2B5EF4-FFF2-40B4-BE49-F238E27FC236}">
                  <a16:creationId xmlns:a16="http://schemas.microsoft.com/office/drawing/2014/main" id="{0B4E4455-DB17-4277-B526-DCF9EBA8D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2440"/>
              <a:ext cx="893" cy="925"/>
            </a:xfrm>
            <a:custGeom>
              <a:avLst/>
              <a:gdLst>
                <a:gd name="T0" fmla="*/ 5588 w 357"/>
                <a:gd name="T1" fmla="*/ 3183 h 347"/>
                <a:gd name="T2" fmla="*/ 5443 w 357"/>
                <a:gd name="T3" fmla="*/ 2125 h 347"/>
                <a:gd name="T4" fmla="*/ 4242 w 357"/>
                <a:gd name="T5" fmla="*/ 264 h 347"/>
                <a:gd name="T6" fmla="*/ 3347 w 357"/>
                <a:gd name="T7" fmla="*/ 171 h 347"/>
                <a:gd name="T8" fmla="*/ 2722 w 357"/>
                <a:gd name="T9" fmla="*/ 77 h 347"/>
                <a:gd name="T10" fmla="*/ 2021 w 357"/>
                <a:gd name="T11" fmla="*/ 77 h 347"/>
                <a:gd name="T12" fmla="*/ 1408 w 357"/>
                <a:gd name="T13" fmla="*/ 648 h 347"/>
                <a:gd name="T14" fmla="*/ 1001 w 357"/>
                <a:gd name="T15" fmla="*/ 989 h 347"/>
                <a:gd name="T16" fmla="*/ 500 w 357"/>
                <a:gd name="T17" fmla="*/ 1386 h 347"/>
                <a:gd name="T18" fmla="*/ 0 w 357"/>
                <a:gd name="T19" fmla="*/ 3183 h 347"/>
                <a:gd name="T20" fmla="*/ 0 w 357"/>
                <a:gd name="T21" fmla="*/ 3183 h 347"/>
                <a:gd name="T22" fmla="*/ 2804 w 357"/>
                <a:gd name="T23" fmla="*/ 6574 h 347"/>
                <a:gd name="T24" fmla="*/ 5588 w 357"/>
                <a:gd name="T25" fmla="*/ 3183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7" h="347">
                  <a:moveTo>
                    <a:pt x="357" y="168"/>
                  </a:moveTo>
                  <a:cubicBezTo>
                    <a:pt x="357" y="145"/>
                    <a:pt x="354" y="126"/>
                    <a:pt x="348" y="112"/>
                  </a:cubicBezTo>
                  <a:cubicBezTo>
                    <a:pt x="318" y="45"/>
                    <a:pt x="302" y="31"/>
                    <a:pt x="271" y="14"/>
                  </a:cubicBezTo>
                  <a:cubicBezTo>
                    <a:pt x="253" y="4"/>
                    <a:pt x="236" y="11"/>
                    <a:pt x="214" y="9"/>
                  </a:cubicBezTo>
                  <a:cubicBezTo>
                    <a:pt x="204" y="8"/>
                    <a:pt x="185" y="3"/>
                    <a:pt x="174" y="4"/>
                  </a:cubicBezTo>
                  <a:cubicBezTo>
                    <a:pt x="163" y="5"/>
                    <a:pt x="145" y="0"/>
                    <a:pt x="129" y="4"/>
                  </a:cubicBezTo>
                  <a:cubicBezTo>
                    <a:pt x="114" y="9"/>
                    <a:pt x="103" y="29"/>
                    <a:pt x="90" y="34"/>
                  </a:cubicBezTo>
                  <a:cubicBezTo>
                    <a:pt x="80" y="38"/>
                    <a:pt x="72" y="47"/>
                    <a:pt x="64" y="52"/>
                  </a:cubicBezTo>
                  <a:cubicBezTo>
                    <a:pt x="51" y="60"/>
                    <a:pt x="41" y="63"/>
                    <a:pt x="32" y="73"/>
                  </a:cubicBezTo>
                  <a:cubicBezTo>
                    <a:pt x="9" y="98"/>
                    <a:pt x="0" y="136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267"/>
                    <a:pt x="80" y="347"/>
                    <a:pt x="179" y="347"/>
                  </a:cubicBezTo>
                  <a:cubicBezTo>
                    <a:pt x="277" y="347"/>
                    <a:pt x="357" y="267"/>
                    <a:pt x="357" y="168"/>
                  </a:cubicBezTo>
                  <a:close/>
                </a:path>
              </a:pathLst>
            </a:custGeom>
            <a:solidFill>
              <a:srgbClr val="BF6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5" name="Freeform 1165">
              <a:extLst>
                <a:ext uri="{FF2B5EF4-FFF2-40B4-BE49-F238E27FC236}">
                  <a16:creationId xmlns:a16="http://schemas.microsoft.com/office/drawing/2014/main" id="{36829769-2909-477B-BCEE-4CDD483F6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2440"/>
              <a:ext cx="893" cy="925"/>
            </a:xfrm>
            <a:custGeom>
              <a:avLst/>
              <a:gdLst>
                <a:gd name="T0" fmla="*/ 5588 w 357"/>
                <a:gd name="T1" fmla="*/ 3183 h 347"/>
                <a:gd name="T2" fmla="*/ 5443 w 357"/>
                <a:gd name="T3" fmla="*/ 2125 h 347"/>
                <a:gd name="T4" fmla="*/ 4242 w 357"/>
                <a:gd name="T5" fmla="*/ 264 h 347"/>
                <a:gd name="T6" fmla="*/ 3347 w 357"/>
                <a:gd name="T7" fmla="*/ 171 h 347"/>
                <a:gd name="T8" fmla="*/ 2722 w 357"/>
                <a:gd name="T9" fmla="*/ 77 h 347"/>
                <a:gd name="T10" fmla="*/ 2021 w 357"/>
                <a:gd name="T11" fmla="*/ 77 h 347"/>
                <a:gd name="T12" fmla="*/ 1408 w 357"/>
                <a:gd name="T13" fmla="*/ 648 h 347"/>
                <a:gd name="T14" fmla="*/ 1001 w 357"/>
                <a:gd name="T15" fmla="*/ 989 h 347"/>
                <a:gd name="T16" fmla="*/ 500 w 357"/>
                <a:gd name="T17" fmla="*/ 1386 h 347"/>
                <a:gd name="T18" fmla="*/ 0 w 357"/>
                <a:gd name="T19" fmla="*/ 3183 h 347"/>
                <a:gd name="T20" fmla="*/ 0 w 357"/>
                <a:gd name="T21" fmla="*/ 3183 h 347"/>
                <a:gd name="T22" fmla="*/ 2804 w 357"/>
                <a:gd name="T23" fmla="*/ 6574 h 347"/>
                <a:gd name="T24" fmla="*/ 5588 w 357"/>
                <a:gd name="T25" fmla="*/ 3183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7" h="347">
                  <a:moveTo>
                    <a:pt x="357" y="168"/>
                  </a:moveTo>
                  <a:cubicBezTo>
                    <a:pt x="357" y="145"/>
                    <a:pt x="354" y="126"/>
                    <a:pt x="348" y="112"/>
                  </a:cubicBezTo>
                  <a:cubicBezTo>
                    <a:pt x="318" y="45"/>
                    <a:pt x="302" y="31"/>
                    <a:pt x="271" y="14"/>
                  </a:cubicBezTo>
                  <a:cubicBezTo>
                    <a:pt x="253" y="4"/>
                    <a:pt x="236" y="11"/>
                    <a:pt x="214" y="9"/>
                  </a:cubicBezTo>
                  <a:cubicBezTo>
                    <a:pt x="204" y="8"/>
                    <a:pt x="185" y="3"/>
                    <a:pt x="174" y="4"/>
                  </a:cubicBezTo>
                  <a:cubicBezTo>
                    <a:pt x="163" y="5"/>
                    <a:pt x="145" y="0"/>
                    <a:pt x="129" y="4"/>
                  </a:cubicBezTo>
                  <a:cubicBezTo>
                    <a:pt x="114" y="9"/>
                    <a:pt x="103" y="29"/>
                    <a:pt x="90" y="34"/>
                  </a:cubicBezTo>
                  <a:cubicBezTo>
                    <a:pt x="80" y="38"/>
                    <a:pt x="72" y="47"/>
                    <a:pt x="64" y="52"/>
                  </a:cubicBezTo>
                  <a:cubicBezTo>
                    <a:pt x="51" y="60"/>
                    <a:pt x="41" y="63"/>
                    <a:pt x="32" y="73"/>
                  </a:cubicBezTo>
                  <a:cubicBezTo>
                    <a:pt x="9" y="98"/>
                    <a:pt x="0" y="136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267"/>
                    <a:pt x="80" y="347"/>
                    <a:pt x="179" y="347"/>
                  </a:cubicBezTo>
                  <a:cubicBezTo>
                    <a:pt x="277" y="347"/>
                    <a:pt x="357" y="267"/>
                    <a:pt x="357" y="168"/>
                  </a:cubicBezTo>
                  <a:close/>
                </a:path>
              </a:pathLst>
            </a:custGeom>
            <a:solidFill>
              <a:srgbClr val="BF6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6" name="Freeform 1166">
              <a:extLst>
                <a:ext uri="{FF2B5EF4-FFF2-40B4-BE49-F238E27FC236}">
                  <a16:creationId xmlns:a16="http://schemas.microsoft.com/office/drawing/2014/main" id="{D2637802-F19E-4BD3-AFC3-981EDD74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483"/>
              <a:ext cx="817" cy="842"/>
            </a:xfrm>
            <a:custGeom>
              <a:avLst/>
              <a:gdLst>
                <a:gd name="T0" fmla="*/ 0 w 327"/>
                <a:gd name="T1" fmla="*/ 2896 h 316"/>
                <a:gd name="T2" fmla="*/ 437 w 327"/>
                <a:gd name="T3" fmla="*/ 1271 h 316"/>
                <a:gd name="T4" fmla="*/ 750 w 327"/>
                <a:gd name="T5" fmla="*/ 1002 h 316"/>
                <a:gd name="T6" fmla="*/ 887 w 327"/>
                <a:gd name="T7" fmla="*/ 909 h 316"/>
                <a:gd name="T8" fmla="*/ 1062 w 327"/>
                <a:gd name="T9" fmla="*/ 759 h 316"/>
                <a:gd name="T10" fmla="*/ 1262 w 327"/>
                <a:gd name="T11" fmla="*/ 589 h 316"/>
                <a:gd name="T12" fmla="*/ 1574 w 327"/>
                <a:gd name="T13" fmla="*/ 306 h 316"/>
                <a:gd name="T14" fmla="*/ 1854 w 327"/>
                <a:gd name="T15" fmla="*/ 56 h 316"/>
                <a:gd name="T16" fmla="*/ 2259 w 327"/>
                <a:gd name="T17" fmla="*/ 35 h 316"/>
                <a:gd name="T18" fmla="*/ 2496 w 327"/>
                <a:gd name="T19" fmla="*/ 35 h 316"/>
                <a:gd name="T20" fmla="*/ 2841 w 327"/>
                <a:gd name="T21" fmla="*/ 93 h 316"/>
                <a:gd name="T22" fmla="*/ 3071 w 327"/>
                <a:gd name="T23" fmla="*/ 149 h 316"/>
                <a:gd name="T24" fmla="*/ 3415 w 327"/>
                <a:gd name="T25" fmla="*/ 149 h 316"/>
                <a:gd name="T26" fmla="*/ 3883 w 327"/>
                <a:gd name="T27" fmla="*/ 205 h 316"/>
                <a:gd name="T28" fmla="*/ 4974 w 327"/>
                <a:gd name="T29" fmla="*/ 1932 h 316"/>
                <a:gd name="T30" fmla="*/ 5099 w 327"/>
                <a:gd name="T31" fmla="*/ 2896 h 316"/>
                <a:gd name="T32" fmla="*/ 5099 w 327"/>
                <a:gd name="T33" fmla="*/ 2896 h 316"/>
                <a:gd name="T34" fmla="*/ 2558 w 327"/>
                <a:gd name="T35" fmla="*/ 5979 h 316"/>
                <a:gd name="T36" fmla="*/ 0 w 327"/>
                <a:gd name="T37" fmla="*/ 2896 h 3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7" h="316">
                  <a:moveTo>
                    <a:pt x="0" y="153"/>
                  </a:moveTo>
                  <a:cubicBezTo>
                    <a:pt x="0" y="118"/>
                    <a:pt x="10" y="86"/>
                    <a:pt x="28" y="67"/>
                  </a:cubicBezTo>
                  <a:cubicBezTo>
                    <a:pt x="34" y="60"/>
                    <a:pt x="40" y="57"/>
                    <a:pt x="48" y="53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61" y="45"/>
                    <a:pt x="65" y="43"/>
                    <a:pt x="68" y="40"/>
                  </a:cubicBezTo>
                  <a:cubicBezTo>
                    <a:pt x="72" y="36"/>
                    <a:pt x="76" y="33"/>
                    <a:pt x="81" y="31"/>
                  </a:cubicBezTo>
                  <a:cubicBezTo>
                    <a:pt x="88" y="28"/>
                    <a:pt x="95" y="22"/>
                    <a:pt x="101" y="16"/>
                  </a:cubicBezTo>
                  <a:cubicBezTo>
                    <a:pt x="107" y="10"/>
                    <a:pt x="113" y="5"/>
                    <a:pt x="119" y="3"/>
                  </a:cubicBezTo>
                  <a:cubicBezTo>
                    <a:pt x="127" y="0"/>
                    <a:pt x="136" y="1"/>
                    <a:pt x="145" y="2"/>
                  </a:cubicBezTo>
                  <a:cubicBezTo>
                    <a:pt x="150" y="2"/>
                    <a:pt x="155" y="3"/>
                    <a:pt x="160" y="2"/>
                  </a:cubicBezTo>
                  <a:cubicBezTo>
                    <a:pt x="165" y="2"/>
                    <a:pt x="174" y="4"/>
                    <a:pt x="182" y="5"/>
                  </a:cubicBezTo>
                  <a:cubicBezTo>
                    <a:pt x="187" y="6"/>
                    <a:pt x="193" y="7"/>
                    <a:pt x="197" y="8"/>
                  </a:cubicBezTo>
                  <a:cubicBezTo>
                    <a:pt x="205" y="8"/>
                    <a:pt x="213" y="8"/>
                    <a:pt x="219" y="8"/>
                  </a:cubicBezTo>
                  <a:cubicBezTo>
                    <a:pt x="231" y="7"/>
                    <a:pt x="240" y="6"/>
                    <a:pt x="249" y="11"/>
                  </a:cubicBezTo>
                  <a:cubicBezTo>
                    <a:pt x="276" y="26"/>
                    <a:pt x="290" y="36"/>
                    <a:pt x="319" y="102"/>
                  </a:cubicBezTo>
                  <a:cubicBezTo>
                    <a:pt x="325" y="114"/>
                    <a:pt x="327" y="131"/>
                    <a:pt x="327" y="153"/>
                  </a:cubicBezTo>
                  <a:cubicBezTo>
                    <a:pt x="327" y="153"/>
                    <a:pt x="327" y="153"/>
                    <a:pt x="327" y="153"/>
                  </a:cubicBezTo>
                  <a:cubicBezTo>
                    <a:pt x="327" y="243"/>
                    <a:pt x="254" y="316"/>
                    <a:pt x="164" y="316"/>
                  </a:cubicBezTo>
                  <a:cubicBezTo>
                    <a:pt x="73" y="316"/>
                    <a:pt x="0" y="243"/>
                    <a:pt x="0" y="15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7" name="Freeform 1167">
              <a:extLst>
                <a:ext uri="{FF2B5EF4-FFF2-40B4-BE49-F238E27FC236}">
                  <a16:creationId xmlns:a16="http://schemas.microsoft.com/office/drawing/2014/main" id="{F2240650-1846-4733-B28F-A03E6794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504"/>
              <a:ext cx="690" cy="381"/>
            </a:xfrm>
            <a:custGeom>
              <a:avLst/>
              <a:gdLst>
                <a:gd name="T0" fmla="*/ 0 w 276"/>
                <a:gd name="T1" fmla="*/ 2683 h 143"/>
                <a:gd name="T2" fmla="*/ 438 w 276"/>
                <a:gd name="T3" fmla="*/ 1399 h 143"/>
                <a:gd name="T4" fmla="*/ 783 w 276"/>
                <a:gd name="T5" fmla="*/ 1114 h 143"/>
                <a:gd name="T6" fmla="*/ 938 w 276"/>
                <a:gd name="T7" fmla="*/ 1079 h 143"/>
                <a:gd name="T8" fmla="*/ 1095 w 276"/>
                <a:gd name="T9" fmla="*/ 943 h 143"/>
                <a:gd name="T10" fmla="*/ 1283 w 276"/>
                <a:gd name="T11" fmla="*/ 794 h 143"/>
                <a:gd name="T12" fmla="*/ 1658 w 276"/>
                <a:gd name="T13" fmla="*/ 533 h 143"/>
                <a:gd name="T14" fmla="*/ 1925 w 276"/>
                <a:gd name="T15" fmla="*/ 341 h 143"/>
                <a:gd name="T16" fmla="*/ 2300 w 276"/>
                <a:gd name="T17" fmla="*/ 320 h 143"/>
                <a:gd name="T18" fmla="*/ 2533 w 276"/>
                <a:gd name="T19" fmla="*/ 341 h 143"/>
                <a:gd name="T20" fmla="*/ 2845 w 276"/>
                <a:gd name="T21" fmla="*/ 397 h 143"/>
                <a:gd name="T22" fmla="*/ 3063 w 276"/>
                <a:gd name="T23" fmla="*/ 434 h 143"/>
                <a:gd name="T24" fmla="*/ 3395 w 276"/>
                <a:gd name="T25" fmla="*/ 434 h 143"/>
                <a:gd name="T26" fmla="*/ 3833 w 276"/>
                <a:gd name="T27" fmla="*/ 490 h 143"/>
                <a:gd name="T28" fmla="*/ 4313 w 276"/>
                <a:gd name="T29" fmla="*/ 943 h 143"/>
                <a:gd name="T30" fmla="*/ 3645 w 276"/>
                <a:gd name="T31" fmla="*/ 192 h 143"/>
                <a:gd name="T32" fmla="*/ 3220 w 276"/>
                <a:gd name="T33" fmla="*/ 136 h 143"/>
                <a:gd name="T34" fmla="*/ 2895 w 276"/>
                <a:gd name="T35" fmla="*/ 136 h 143"/>
                <a:gd name="T36" fmla="*/ 2675 w 276"/>
                <a:gd name="T37" fmla="*/ 93 h 143"/>
                <a:gd name="T38" fmla="*/ 2345 w 276"/>
                <a:gd name="T39" fmla="*/ 35 h 143"/>
                <a:gd name="T40" fmla="*/ 2125 w 276"/>
                <a:gd name="T41" fmla="*/ 35 h 143"/>
                <a:gd name="T42" fmla="*/ 1738 w 276"/>
                <a:gd name="T43" fmla="*/ 56 h 143"/>
                <a:gd name="T44" fmla="*/ 1488 w 276"/>
                <a:gd name="T45" fmla="*/ 285 h 143"/>
                <a:gd name="T46" fmla="*/ 1188 w 276"/>
                <a:gd name="T47" fmla="*/ 546 h 143"/>
                <a:gd name="T48" fmla="*/ 1000 w 276"/>
                <a:gd name="T49" fmla="*/ 703 h 143"/>
                <a:gd name="T50" fmla="*/ 845 w 276"/>
                <a:gd name="T51" fmla="*/ 853 h 143"/>
                <a:gd name="T52" fmla="*/ 708 w 276"/>
                <a:gd name="T53" fmla="*/ 943 h 143"/>
                <a:gd name="T54" fmla="*/ 425 w 276"/>
                <a:gd name="T55" fmla="*/ 1172 h 143"/>
                <a:gd name="T56" fmla="*/ 0 w 276"/>
                <a:gd name="T57" fmla="*/ 2704 h 14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76" h="143">
                  <a:moveTo>
                    <a:pt x="0" y="142"/>
                  </a:moveTo>
                  <a:cubicBezTo>
                    <a:pt x="0" y="110"/>
                    <a:pt x="11" y="92"/>
                    <a:pt x="28" y="74"/>
                  </a:cubicBezTo>
                  <a:cubicBezTo>
                    <a:pt x="33" y="68"/>
                    <a:pt x="42" y="63"/>
                    <a:pt x="50" y="59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4" y="55"/>
                    <a:pt x="67" y="52"/>
                    <a:pt x="70" y="50"/>
                  </a:cubicBezTo>
                  <a:cubicBezTo>
                    <a:pt x="74" y="46"/>
                    <a:pt x="78" y="43"/>
                    <a:pt x="82" y="42"/>
                  </a:cubicBezTo>
                  <a:cubicBezTo>
                    <a:pt x="89" y="39"/>
                    <a:pt x="100" y="34"/>
                    <a:pt x="106" y="28"/>
                  </a:cubicBezTo>
                  <a:cubicBezTo>
                    <a:pt x="111" y="23"/>
                    <a:pt x="117" y="20"/>
                    <a:pt x="123" y="18"/>
                  </a:cubicBezTo>
                  <a:cubicBezTo>
                    <a:pt x="130" y="16"/>
                    <a:pt x="139" y="17"/>
                    <a:pt x="147" y="17"/>
                  </a:cubicBezTo>
                  <a:cubicBezTo>
                    <a:pt x="152" y="18"/>
                    <a:pt x="157" y="18"/>
                    <a:pt x="162" y="18"/>
                  </a:cubicBezTo>
                  <a:cubicBezTo>
                    <a:pt x="166" y="18"/>
                    <a:pt x="175" y="19"/>
                    <a:pt x="182" y="21"/>
                  </a:cubicBezTo>
                  <a:cubicBezTo>
                    <a:pt x="187" y="22"/>
                    <a:pt x="192" y="23"/>
                    <a:pt x="196" y="23"/>
                  </a:cubicBezTo>
                  <a:cubicBezTo>
                    <a:pt x="204" y="24"/>
                    <a:pt x="211" y="23"/>
                    <a:pt x="217" y="23"/>
                  </a:cubicBezTo>
                  <a:cubicBezTo>
                    <a:pt x="228" y="22"/>
                    <a:pt x="236" y="22"/>
                    <a:pt x="245" y="26"/>
                  </a:cubicBezTo>
                  <a:cubicBezTo>
                    <a:pt x="257" y="33"/>
                    <a:pt x="267" y="39"/>
                    <a:pt x="276" y="50"/>
                  </a:cubicBezTo>
                  <a:cubicBezTo>
                    <a:pt x="262" y="28"/>
                    <a:pt x="251" y="20"/>
                    <a:pt x="233" y="10"/>
                  </a:cubicBezTo>
                  <a:cubicBezTo>
                    <a:pt x="225" y="6"/>
                    <a:pt x="217" y="6"/>
                    <a:pt x="206" y="7"/>
                  </a:cubicBezTo>
                  <a:cubicBezTo>
                    <a:pt x="199" y="7"/>
                    <a:pt x="192" y="8"/>
                    <a:pt x="185" y="7"/>
                  </a:cubicBezTo>
                  <a:cubicBezTo>
                    <a:pt x="181" y="7"/>
                    <a:pt x="176" y="6"/>
                    <a:pt x="171" y="5"/>
                  </a:cubicBezTo>
                  <a:cubicBezTo>
                    <a:pt x="164" y="4"/>
                    <a:pt x="155" y="2"/>
                    <a:pt x="150" y="2"/>
                  </a:cubicBezTo>
                  <a:cubicBezTo>
                    <a:pt x="146" y="3"/>
                    <a:pt x="141" y="2"/>
                    <a:pt x="136" y="2"/>
                  </a:cubicBezTo>
                  <a:cubicBezTo>
                    <a:pt x="128" y="1"/>
                    <a:pt x="119" y="0"/>
                    <a:pt x="111" y="3"/>
                  </a:cubicBezTo>
                  <a:cubicBezTo>
                    <a:pt x="106" y="4"/>
                    <a:pt x="100" y="10"/>
                    <a:pt x="95" y="15"/>
                  </a:cubicBezTo>
                  <a:cubicBezTo>
                    <a:pt x="89" y="21"/>
                    <a:pt x="83" y="27"/>
                    <a:pt x="76" y="29"/>
                  </a:cubicBezTo>
                  <a:cubicBezTo>
                    <a:pt x="72" y="31"/>
                    <a:pt x="68" y="34"/>
                    <a:pt x="64" y="37"/>
                  </a:cubicBezTo>
                  <a:cubicBezTo>
                    <a:pt x="61" y="40"/>
                    <a:pt x="58" y="43"/>
                    <a:pt x="54" y="45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38" y="54"/>
                    <a:pt x="32" y="57"/>
                    <a:pt x="27" y="62"/>
                  </a:cubicBezTo>
                  <a:cubicBezTo>
                    <a:pt x="10" y="81"/>
                    <a:pt x="0" y="110"/>
                    <a:pt x="0" y="143"/>
                  </a:cubicBezTo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Freeform 1168">
              <a:extLst>
                <a:ext uri="{FF2B5EF4-FFF2-40B4-BE49-F238E27FC236}">
                  <a16:creationId xmlns:a16="http://schemas.microsoft.com/office/drawing/2014/main" id="{6A968498-0251-4B38-A1DA-8A23EB77C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504"/>
              <a:ext cx="360" cy="165"/>
            </a:xfrm>
            <a:custGeom>
              <a:avLst/>
              <a:gdLst>
                <a:gd name="T0" fmla="*/ 2250 w 144"/>
                <a:gd name="T1" fmla="*/ 93 h 62"/>
                <a:gd name="T2" fmla="*/ 1925 w 144"/>
                <a:gd name="T3" fmla="*/ 35 h 62"/>
                <a:gd name="T4" fmla="*/ 1708 w 144"/>
                <a:gd name="T5" fmla="*/ 35 h 62"/>
                <a:gd name="T6" fmla="*/ 1313 w 144"/>
                <a:gd name="T7" fmla="*/ 56 h 62"/>
                <a:gd name="T8" fmla="*/ 1063 w 144"/>
                <a:gd name="T9" fmla="*/ 282 h 62"/>
                <a:gd name="T10" fmla="*/ 770 w 144"/>
                <a:gd name="T11" fmla="*/ 546 h 62"/>
                <a:gd name="T12" fmla="*/ 583 w 144"/>
                <a:gd name="T13" fmla="*/ 695 h 62"/>
                <a:gd name="T14" fmla="*/ 425 w 144"/>
                <a:gd name="T15" fmla="*/ 849 h 62"/>
                <a:gd name="T16" fmla="*/ 283 w 144"/>
                <a:gd name="T17" fmla="*/ 942 h 62"/>
                <a:gd name="T18" fmla="*/ 0 w 144"/>
                <a:gd name="T19" fmla="*/ 1168 h 62"/>
                <a:gd name="T20" fmla="*/ 363 w 144"/>
                <a:gd name="T21" fmla="*/ 963 h 62"/>
                <a:gd name="T22" fmla="*/ 720 w 144"/>
                <a:gd name="T23" fmla="*/ 679 h 62"/>
                <a:gd name="T24" fmla="*/ 1095 w 144"/>
                <a:gd name="T25" fmla="*/ 418 h 62"/>
                <a:gd name="T26" fmla="*/ 1520 w 144"/>
                <a:gd name="T27" fmla="*/ 136 h 62"/>
                <a:gd name="T28" fmla="*/ 1958 w 144"/>
                <a:gd name="T29" fmla="*/ 93 h 62"/>
                <a:gd name="T30" fmla="*/ 2250 w 144"/>
                <a:gd name="T31" fmla="*/ 93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4" h="62">
                  <a:moveTo>
                    <a:pt x="144" y="5"/>
                  </a:moveTo>
                  <a:cubicBezTo>
                    <a:pt x="137" y="4"/>
                    <a:pt x="128" y="2"/>
                    <a:pt x="123" y="2"/>
                  </a:cubicBezTo>
                  <a:cubicBezTo>
                    <a:pt x="119" y="3"/>
                    <a:pt x="114" y="2"/>
                    <a:pt x="109" y="2"/>
                  </a:cubicBezTo>
                  <a:cubicBezTo>
                    <a:pt x="101" y="1"/>
                    <a:pt x="92" y="0"/>
                    <a:pt x="84" y="3"/>
                  </a:cubicBezTo>
                  <a:cubicBezTo>
                    <a:pt x="79" y="4"/>
                    <a:pt x="73" y="10"/>
                    <a:pt x="68" y="15"/>
                  </a:cubicBezTo>
                  <a:cubicBezTo>
                    <a:pt x="62" y="21"/>
                    <a:pt x="56" y="27"/>
                    <a:pt x="49" y="29"/>
                  </a:cubicBezTo>
                  <a:cubicBezTo>
                    <a:pt x="45" y="31"/>
                    <a:pt x="41" y="34"/>
                    <a:pt x="37" y="37"/>
                  </a:cubicBezTo>
                  <a:cubicBezTo>
                    <a:pt x="34" y="40"/>
                    <a:pt x="31" y="43"/>
                    <a:pt x="27" y="45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1" y="54"/>
                    <a:pt x="5" y="57"/>
                    <a:pt x="0" y="62"/>
                  </a:cubicBezTo>
                  <a:cubicBezTo>
                    <a:pt x="7" y="57"/>
                    <a:pt x="13" y="55"/>
                    <a:pt x="23" y="51"/>
                  </a:cubicBezTo>
                  <a:cubicBezTo>
                    <a:pt x="33" y="47"/>
                    <a:pt x="38" y="43"/>
                    <a:pt x="46" y="36"/>
                  </a:cubicBezTo>
                  <a:cubicBezTo>
                    <a:pt x="54" y="30"/>
                    <a:pt x="62" y="28"/>
                    <a:pt x="70" y="22"/>
                  </a:cubicBezTo>
                  <a:cubicBezTo>
                    <a:pt x="78" y="16"/>
                    <a:pt x="85" y="10"/>
                    <a:pt x="97" y="7"/>
                  </a:cubicBezTo>
                  <a:cubicBezTo>
                    <a:pt x="109" y="4"/>
                    <a:pt x="114" y="6"/>
                    <a:pt x="125" y="5"/>
                  </a:cubicBezTo>
                  <a:cubicBezTo>
                    <a:pt x="135" y="4"/>
                    <a:pt x="140" y="5"/>
                    <a:pt x="14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9" name="Freeform 1169">
              <a:extLst>
                <a:ext uri="{FF2B5EF4-FFF2-40B4-BE49-F238E27FC236}">
                  <a16:creationId xmlns:a16="http://schemas.microsoft.com/office/drawing/2014/main" id="{BB27345F-32D8-47BE-B4A6-632FEB4CB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568"/>
              <a:ext cx="15" cy="29"/>
            </a:xfrm>
            <a:custGeom>
              <a:avLst/>
              <a:gdLst>
                <a:gd name="T0" fmla="*/ 83 w 6"/>
                <a:gd name="T1" fmla="*/ 0 h 11"/>
                <a:gd name="T2" fmla="*/ 83 w 6"/>
                <a:gd name="T3" fmla="*/ 111 h 11"/>
                <a:gd name="T4" fmla="*/ 33 w 6"/>
                <a:gd name="T5" fmla="*/ 182 h 11"/>
                <a:gd name="T6" fmla="*/ 20 w 6"/>
                <a:gd name="T7" fmla="*/ 90 h 11"/>
                <a:gd name="T8" fmla="*/ 83 w 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5" y="0"/>
                  </a:moveTo>
                  <a:cubicBezTo>
                    <a:pt x="6" y="1"/>
                    <a:pt x="6" y="3"/>
                    <a:pt x="5" y="6"/>
                  </a:cubicBezTo>
                  <a:cubicBezTo>
                    <a:pt x="4" y="9"/>
                    <a:pt x="3" y="11"/>
                    <a:pt x="2" y="10"/>
                  </a:cubicBezTo>
                  <a:cubicBezTo>
                    <a:pt x="1" y="10"/>
                    <a:pt x="0" y="8"/>
                    <a:pt x="1" y="5"/>
                  </a:cubicBezTo>
                  <a:cubicBezTo>
                    <a:pt x="2" y="2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0" name="Freeform 1170">
              <a:extLst>
                <a:ext uri="{FF2B5EF4-FFF2-40B4-BE49-F238E27FC236}">
                  <a16:creationId xmlns:a16="http://schemas.microsoft.com/office/drawing/2014/main" id="{4D88C39C-654E-404A-B0E8-8A113580D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160"/>
              <a:ext cx="25" cy="21"/>
            </a:xfrm>
            <a:custGeom>
              <a:avLst/>
              <a:gdLst>
                <a:gd name="T0" fmla="*/ 145 w 10"/>
                <a:gd name="T1" fmla="*/ 21 h 8"/>
                <a:gd name="T2" fmla="*/ 95 w 10"/>
                <a:gd name="T3" fmla="*/ 110 h 8"/>
                <a:gd name="T4" fmla="*/ 20 w 10"/>
                <a:gd name="T5" fmla="*/ 144 h 8"/>
                <a:gd name="T6" fmla="*/ 63 w 10"/>
                <a:gd name="T7" fmla="*/ 55 h 8"/>
                <a:gd name="T8" fmla="*/ 145 w 10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1"/>
                  </a:moveTo>
                  <a:cubicBezTo>
                    <a:pt x="10" y="2"/>
                    <a:pt x="8" y="4"/>
                    <a:pt x="6" y="6"/>
                  </a:cubicBezTo>
                  <a:cubicBezTo>
                    <a:pt x="4" y="8"/>
                    <a:pt x="2" y="8"/>
                    <a:pt x="1" y="8"/>
                  </a:cubicBezTo>
                  <a:cubicBezTo>
                    <a:pt x="0" y="7"/>
                    <a:pt x="2" y="5"/>
                    <a:pt x="4" y="3"/>
                  </a:cubicBezTo>
                  <a:cubicBezTo>
                    <a:pt x="6" y="1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1" name="Freeform 1171">
              <a:extLst>
                <a:ext uri="{FF2B5EF4-FFF2-40B4-BE49-F238E27FC236}">
                  <a16:creationId xmlns:a16="http://schemas.microsoft.com/office/drawing/2014/main" id="{73436876-9891-4567-AF14-9DB77A7F7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051"/>
              <a:ext cx="27" cy="13"/>
            </a:xfrm>
            <a:custGeom>
              <a:avLst/>
              <a:gdLst>
                <a:gd name="T0" fmla="*/ 150 w 11"/>
                <a:gd name="T1" fmla="*/ 68 h 5"/>
                <a:gd name="T2" fmla="*/ 71 w 11"/>
                <a:gd name="T3" fmla="*/ 68 h 5"/>
                <a:gd name="T4" fmla="*/ 12 w 11"/>
                <a:gd name="T5" fmla="*/ 21 h 5"/>
                <a:gd name="T6" fmla="*/ 91 w 11"/>
                <a:gd name="T7" fmla="*/ 21 h 5"/>
                <a:gd name="T8" fmla="*/ 150 w 11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0" y="4"/>
                  </a:moveTo>
                  <a:cubicBezTo>
                    <a:pt x="10" y="5"/>
                    <a:pt x="8" y="5"/>
                    <a:pt x="5" y="4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9" y="2"/>
                    <a:pt x="11" y="3"/>
                    <a:pt x="10" y="4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Freeform 1172">
              <a:extLst>
                <a:ext uri="{FF2B5EF4-FFF2-40B4-BE49-F238E27FC236}">
                  <a16:creationId xmlns:a16="http://schemas.microsoft.com/office/drawing/2014/main" id="{F2AF9013-0FFC-4568-AE8D-7D1E84787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307"/>
              <a:ext cx="20" cy="26"/>
            </a:xfrm>
            <a:custGeom>
              <a:avLst/>
              <a:gdLst>
                <a:gd name="T0" fmla="*/ 113 w 8"/>
                <a:gd name="T1" fmla="*/ 156 h 10"/>
                <a:gd name="T2" fmla="*/ 33 w 8"/>
                <a:gd name="T3" fmla="*/ 109 h 10"/>
                <a:gd name="T4" fmla="*/ 0 w 8"/>
                <a:gd name="T5" fmla="*/ 21 h 10"/>
                <a:gd name="T6" fmla="*/ 83 w 8"/>
                <a:gd name="T7" fmla="*/ 68 h 10"/>
                <a:gd name="T8" fmla="*/ 113 w 8"/>
                <a:gd name="T9" fmla="*/ 15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7" y="9"/>
                  </a:moveTo>
                  <a:cubicBezTo>
                    <a:pt x="6" y="10"/>
                    <a:pt x="4" y="8"/>
                    <a:pt x="2" y="6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2"/>
                    <a:pt x="5" y="4"/>
                  </a:cubicBezTo>
                  <a:cubicBezTo>
                    <a:pt x="7" y="6"/>
                    <a:pt x="8" y="9"/>
                    <a:pt x="7" y="9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3" name="Freeform 1173">
              <a:extLst>
                <a:ext uri="{FF2B5EF4-FFF2-40B4-BE49-F238E27FC236}">
                  <a16:creationId xmlns:a16="http://schemas.microsoft.com/office/drawing/2014/main" id="{7AB726DC-B594-46FD-98B2-3ADFEE205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627"/>
              <a:ext cx="15" cy="26"/>
            </a:xfrm>
            <a:custGeom>
              <a:avLst/>
              <a:gdLst>
                <a:gd name="T0" fmla="*/ 83 w 6"/>
                <a:gd name="T1" fmla="*/ 177 h 10"/>
                <a:gd name="T2" fmla="*/ 33 w 6"/>
                <a:gd name="T3" fmla="*/ 109 h 10"/>
                <a:gd name="T4" fmla="*/ 20 w 6"/>
                <a:gd name="T5" fmla="*/ 0 h 10"/>
                <a:gd name="T6" fmla="*/ 83 w 6"/>
                <a:gd name="T7" fmla="*/ 68 h 10"/>
                <a:gd name="T8" fmla="*/ 83 w 6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5" y="10"/>
                  </a:moveTo>
                  <a:cubicBezTo>
                    <a:pt x="4" y="10"/>
                    <a:pt x="3" y="9"/>
                    <a:pt x="2" y="6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4" y="2"/>
                    <a:pt x="5" y="4"/>
                  </a:cubicBezTo>
                  <a:cubicBezTo>
                    <a:pt x="6" y="7"/>
                    <a:pt x="6" y="10"/>
                    <a:pt x="5" y="1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4" name="Freeform 1174">
              <a:extLst>
                <a:ext uri="{FF2B5EF4-FFF2-40B4-BE49-F238E27FC236}">
                  <a16:creationId xmlns:a16="http://schemas.microsoft.com/office/drawing/2014/main" id="{F6B86A16-6119-4C16-A614-5A9BF61F9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925"/>
              <a:ext cx="10" cy="30"/>
            </a:xfrm>
            <a:custGeom>
              <a:avLst/>
              <a:gdLst>
                <a:gd name="T0" fmla="*/ 33 w 4"/>
                <a:gd name="T1" fmla="*/ 224 h 11"/>
                <a:gd name="T2" fmla="*/ 0 w 4"/>
                <a:gd name="T3" fmla="*/ 104 h 11"/>
                <a:gd name="T4" fmla="*/ 50 w 4"/>
                <a:gd name="T5" fmla="*/ 0 h 11"/>
                <a:gd name="T6" fmla="*/ 63 w 4"/>
                <a:gd name="T7" fmla="*/ 120 h 11"/>
                <a:gd name="T8" fmla="*/ 33 w 4"/>
                <a:gd name="T9" fmla="*/ 2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2" y="11"/>
                  </a:moveTo>
                  <a:cubicBezTo>
                    <a:pt x="1" y="10"/>
                    <a:pt x="0" y="8"/>
                    <a:pt x="0" y="5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4" y="0"/>
                    <a:pt x="4" y="3"/>
                    <a:pt x="4" y="6"/>
                  </a:cubicBezTo>
                  <a:cubicBezTo>
                    <a:pt x="4" y="9"/>
                    <a:pt x="3" y="11"/>
                    <a:pt x="2" y="1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5" name="Freeform 1175">
              <a:extLst>
                <a:ext uri="{FF2B5EF4-FFF2-40B4-BE49-F238E27FC236}">
                  <a16:creationId xmlns:a16="http://schemas.microsoft.com/office/drawing/2014/main" id="{27697329-E956-4DE3-AEB8-56EFD0F34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3251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29 w 7"/>
                <a:gd name="T3" fmla="*/ 56 h 9"/>
                <a:gd name="T4" fmla="*/ 100 w 7"/>
                <a:gd name="T5" fmla="*/ 0 h 9"/>
                <a:gd name="T6" fmla="*/ 70 w 7"/>
                <a:gd name="T7" fmla="*/ 115 h 9"/>
                <a:gd name="T8" fmla="*/ 0 w 7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0" y="8"/>
                    <a:pt x="0" y="6"/>
                    <a:pt x="2" y="3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7" y="1"/>
                    <a:pt x="7" y="3"/>
                    <a:pt x="5" y="6"/>
                  </a:cubicBezTo>
                  <a:cubicBezTo>
                    <a:pt x="3" y="8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Freeform 1176">
              <a:extLst>
                <a:ext uri="{FF2B5EF4-FFF2-40B4-BE49-F238E27FC236}">
                  <a16:creationId xmlns:a16="http://schemas.microsoft.com/office/drawing/2014/main" id="{1F9FF270-B804-4A9C-956C-7334BC398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464"/>
              <a:ext cx="25" cy="19"/>
            </a:xfrm>
            <a:custGeom>
              <a:avLst/>
              <a:gdLst>
                <a:gd name="T0" fmla="*/ 20 w 10"/>
                <a:gd name="T1" fmla="*/ 117 h 7"/>
                <a:gd name="T2" fmla="*/ 63 w 10"/>
                <a:gd name="T3" fmla="*/ 38 h 7"/>
                <a:gd name="T4" fmla="*/ 145 w 10"/>
                <a:gd name="T5" fmla="*/ 22 h 7"/>
                <a:gd name="T6" fmla="*/ 95 w 10"/>
                <a:gd name="T7" fmla="*/ 103 h 7"/>
                <a:gd name="T8" fmla="*/ 20 w 10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" y="6"/>
                  </a:moveTo>
                  <a:cubicBezTo>
                    <a:pt x="0" y="5"/>
                    <a:pt x="2" y="3"/>
                    <a:pt x="4" y="2"/>
                  </a:cubicBezTo>
                  <a:cubicBezTo>
                    <a:pt x="7" y="0"/>
                    <a:pt x="9" y="0"/>
                    <a:pt x="9" y="1"/>
                  </a:cubicBezTo>
                  <a:cubicBezTo>
                    <a:pt x="10" y="1"/>
                    <a:pt x="9" y="3"/>
                    <a:pt x="6" y="5"/>
                  </a:cubicBezTo>
                  <a:cubicBezTo>
                    <a:pt x="4" y="7"/>
                    <a:pt x="1" y="7"/>
                    <a:pt x="1" y="6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7" name="Freeform 1177">
              <a:extLst>
                <a:ext uri="{FF2B5EF4-FFF2-40B4-BE49-F238E27FC236}">
                  <a16:creationId xmlns:a16="http://schemas.microsoft.com/office/drawing/2014/main" id="{E5C19A42-03EF-4CFB-99A3-ACAEDE928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544"/>
              <a:ext cx="25" cy="11"/>
            </a:xfrm>
            <a:custGeom>
              <a:avLst/>
              <a:gdLst>
                <a:gd name="T0" fmla="*/ 0 w 10"/>
                <a:gd name="T1" fmla="*/ 61 h 4"/>
                <a:gd name="T2" fmla="*/ 83 w 10"/>
                <a:gd name="T3" fmla="*/ 22 h 4"/>
                <a:gd name="T4" fmla="*/ 158 w 10"/>
                <a:gd name="T5" fmla="*/ 47 h 4"/>
                <a:gd name="T6" fmla="*/ 83 w 10"/>
                <a:gd name="T7" fmla="*/ 83 h 4"/>
                <a:gd name="T8" fmla="*/ 0 w 10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3"/>
                  </a:moveTo>
                  <a:cubicBezTo>
                    <a:pt x="0" y="2"/>
                    <a:pt x="2" y="1"/>
                    <a:pt x="5" y="1"/>
                  </a:cubicBezTo>
                  <a:cubicBezTo>
                    <a:pt x="8" y="0"/>
                    <a:pt x="10" y="1"/>
                    <a:pt x="10" y="2"/>
                  </a:cubicBezTo>
                  <a:cubicBezTo>
                    <a:pt x="10" y="3"/>
                    <a:pt x="8" y="4"/>
                    <a:pt x="5" y="4"/>
                  </a:cubicBezTo>
                  <a:cubicBezTo>
                    <a:pt x="2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8" name="Freeform 1178">
              <a:extLst>
                <a:ext uri="{FF2B5EF4-FFF2-40B4-BE49-F238E27FC236}">
                  <a16:creationId xmlns:a16="http://schemas.microsoft.com/office/drawing/2014/main" id="{0E6650D7-393B-4A97-8895-E7C7AD5F0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3469"/>
              <a:ext cx="25" cy="19"/>
            </a:xfrm>
            <a:custGeom>
              <a:avLst/>
              <a:gdLst>
                <a:gd name="T0" fmla="*/ 20 w 10"/>
                <a:gd name="T1" fmla="*/ 22 h 7"/>
                <a:gd name="T2" fmla="*/ 95 w 10"/>
                <a:gd name="T3" fmla="*/ 38 h 7"/>
                <a:gd name="T4" fmla="*/ 158 w 10"/>
                <a:gd name="T5" fmla="*/ 117 h 7"/>
                <a:gd name="T6" fmla="*/ 63 w 10"/>
                <a:gd name="T7" fmla="*/ 103 h 7"/>
                <a:gd name="T8" fmla="*/ 20 w 10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" y="1"/>
                  </a:moveTo>
                  <a:cubicBezTo>
                    <a:pt x="1" y="0"/>
                    <a:pt x="4" y="0"/>
                    <a:pt x="6" y="2"/>
                  </a:cubicBezTo>
                  <a:cubicBezTo>
                    <a:pt x="9" y="3"/>
                    <a:pt x="10" y="5"/>
                    <a:pt x="10" y="6"/>
                  </a:cubicBezTo>
                  <a:cubicBezTo>
                    <a:pt x="9" y="7"/>
                    <a:pt x="7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9" name="Freeform 1179">
              <a:extLst>
                <a:ext uri="{FF2B5EF4-FFF2-40B4-BE49-F238E27FC236}">
                  <a16:creationId xmlns:a16="http://schemas.microsoft.com/office/drawing/2014/main" id="{06B0E467-4ECC-49CD-AB94-011222DF5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280"/>
              <a:ext cx="22" cy="24"/>
            </a:xfrm>
            <a:custGeom>
              <a:avLst/>
              <a:gdLst>
                <a:gd name="T0" fmla="*/ 12 w 9"/>
                <a:gd name="T1" fmla="*/ 21 h 9"/>
                <a:gd name="T2" fmla="*/ 90 w 9"/>
                <a:gd name="T3" fmla="*/ 56 h 9"/>
                <a:gd name="T4" fmla="*/ 120 w 9"/>
                <a:gd name="T5" fmla="*/ 149 h 9"/>
                <a:gd name="T6" fmla="*/ 42 w 9"/>
                <a:gd name="T7" fmla="*/ 115 h 9"/>
                <a:gd name="T8" fmla="*/ 12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1"/>
                  </a:move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9" y="8"/>
                    <a:pt x="8" y="8"/>
                  </a:cubicBezTo>
                  <a:cubicBezTo>
                    <a:pt x="7" y="9"/>
                    <a:pt x="5" y="8"/>
                    <a:pt x="3" y="6"/>
                  </a:cubicBezTo>
                  <a:cubicBezTo>
                    <a:pt x="1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0" name="Freeform 1180">
              <a:extLst>
                <a:ext uri="{FF2B5EF4-FFF2-40B4-BE49-F238E27FC236}">
                  <a16:creationId xmlns:a16="http://schemas.microsoft.com/office/drawing/2014/main" id="{EDACB84C-1F2A-463F-AE6A-7535E4CF6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989"/>
              <a:ext cx="13" cy="27"/>
            </a:xfrm>
            <a:custGeom>
              <a:avLst/>
              <a:gdLst>
                <a:gd name="T0" fmla="*/ 21 w 5"/>
                <a:gd name="T1" fmla="*/ 0 h 10"/>
                <a:gd name="T2" fmla="*/ 68 w 5"/>
                <a:gd name="T3" fmla="*/ 103 h 10"/>
                <a:gd name="T4" fmla="*/ 55 w 5"/>
                <a:gd name="T5" fmla="*/ 197 h 10"/>
                <a:gd name="T6" fmla="*/ 0 w 5"/>
                <a:gd name="T7" fmla="*/ 103 h 10"/>
                <a:gd name="T8" fmla="*/ 21 w 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2" y="0"/>
                    <a:pt x="4" y="2"/>
                    <a:pt x="4" y="5"/>
                  </a:cubicBezTo>
                  <a:cubicBezTo>
                    <a:pt x="5" y="8"/>
                    <a:pt x="4" y="10"/>
                    <a:pt x="3" y="10"/>
                  </a:cubicBezTo>
                  <a:cubicBezTo>
                    <a:pt x="2" y="10"/>
                    <a:pt x="1" y="8"/>
                    <a:pt x="0" y="5"/>
                  </a:cubicBezTo>
                  <a:cubicBezTo>
                    <a:pt x="0" y="3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1" name="Freeform 1181">
              <a:extLst>
                <a:ext uri="{FF2B5EF4-FFF2-40B4-BE49-F238E27FC236}">
                  <a16:creationId xmlns:a16="http://schemas.microsoft.com/office/drawing/2014/main" id="{94331ABE-10D4-4238-ADE6-2C8607D38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765"/>
              <a:ext cx="780" cy="555"/>
            </a:xfrm>
            <a:custGeom>
              <a:avLst/>
              <a:gdLst>
                <a:gd name="T0" fmla="*/ 4708 w 312"/>
                <a:gd name="T1" fmla="*/ 1161 h 208"/>
                <a:gd name="T2" fmla="*/ 3145 w 312"/>
                <a:gd name="T3" fmla="*/ 3290 h 208"/>
                <a:gd name="T4" fmla="*/ 1708 w 312"/>
                <a:gd name="T5" fmla="*/ 3381 h 208"/>
                <a:gd name="T6" fmla="*/ 0 w 312"/>
                <a:gd name="T7" fmla="*/ 1745 h 208"/>
                <a:gd name="T8" fmla="*/ 2395 w 312"/>
                <a:gd name="T9" fmla="*/ 3952 h 208"/>
                <a:gd name="T10" fmla="*/ 4875 w 312"/>
                <a:gd name="T11" fmla="*/ 934 h 208"/>
                <a:gd name="T12" fmla="*/ 4738 w 312"/>
                <a:gd name="T13" fmla="*/ 0 h 208"/>
                <a:gd name="T14" fmla="*/ 4708 w 312"/>
                <a:gd name="T15" fmla="*/ 1161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208">
                  <a:moveTo>
                    <a:pt x="301" y="61"/>
                  </a:moveTo>
                  <a:cubicBezTo>
                    <a:pt x="293" y="101"/>
                    <a:pt x="261" y="146"/>
                    <a:pt x="201" y="173"/>
                  </a:cubicBezTo>
                  <a:cubicBezTo>
                    <a:pt x="178" y="182"/>
                    <a:pt x="131" y="187"/>
                    <a:pt x="109" y="178"/>
                  </a:cubicBezTo>
                  <a:cubicBezTo>
                    <a:pt x="42" y="154"/>
                    <a:pt x="9" y="108"/>
                    <a:pt x="0" y="92"/>
                  </a:cubicBezTo>
                  <a:cubicBezTo>
                    <a:pt x="18" y="159"/>
                    <a:pt x="80" y="208"/>
                    <a:pt x="153" y="208"/>
                  </a:cubicBezTo>
                  <a:cubicBezTo>
                    <a:pt x="240" y="208"/>
                    <a:pt x="312" y="137"/>
                    <a:pt x="312" y="49"/>
                  </a:cubicBezTo>
                  <a:cubicBezTo>
                    <a:pt x="312" y="26"/>
                    <a:pt x="308" y="10"/>
                    <a:pt x="303" y="0"/>
                  </a:cubicBezTo>
                  <a:cubicBezTo>
                    <a:pt x="307" y="9"/>
                    <a:pt x="304" y="46"/>
                    <a:pt x="301" y="6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2" name="Freeform 1182">
              <a:extLst>
                <a:ext uri="{FF2B5EF4-FFF2-40B4-BE49-F238E27FC236}">
                  <a16:creationId xmlns:a16="http://schemas.microsoft.com/office/drawing/2014/main" id="{74B52A13-1B7A-4B4E-9528-74333615C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400"/>
              <a:ext cx="635" cy="237"/>
            </a:xfrm>
            <a:custGeom>
              <a:avLst/>
              <a:gdLst>
                <a:gd name="T0" fmla="*/ 0 w 254"/>
                <a:gd name="T1" fmla="*/ 1680 h 89"/>
                <a:gd name="T2" fmla="*/ 533 w 254"/>
                <a:gd name="T3" fmla="*/ 1249 h 89"/>
                <a:gd name="T4" fmla="*/ 958 w 254"/>
                <a:gd name="T5" fmla="*/ 865 h 89"/>
                <a:gd name="T6" fmla="*/ 1333 w 254"/>
                <a:gd name="T7" fmla="*/ 533 h 89"/>
                <a:gd name="T8" fmla="*/ 1845 w 254"/>
                <a:gd name="T9" fmla="*/ 248 h 89"/>
                <a:gd name="T10" fmla="*/ 2438 w 254"/>
                <a:gd name="T11" fmla="*/ 285 h 89"/>
                <a:gd name="T12" fmla="*/ 2908 w 254"/>
                <a:gd name="T13" fmla="*/ 341 h 89"/>
                <a:gd name="T14" fmla="*/ 3438 w 254"/>
                <a:gd name="T15" fmla="*/ 362 h 89"/>
                <a:gd name="T16" fmla="*/ 3970 w 254"/>
                <a:gd name="T17" fmla="*/ 511 h 89"/>
                <a:gd name="T18" fmla="*/ 3908 w 254"/>
                <a:gd name="T19" fmla="*/ 362 h 89"/>
                <a:gd name="T20" fmla="*/ 3313 w 254"/>
                <a:gd name="T21" fmla="*/ 248 h 89"/>
                <a:gd name="T22" fmla="*/ 2708 w 254"/>
                <a:gd name="T23" fmla="*/ 115 h 89"/>
                <a:gd name="T24" fmla="*/ 2438 w 254"/>
                <a:gd name="T25" fmla="*/ 0 h 89"/>
                <a:gd name="T26" fmla="*/ 2175 w 254"/>
                <a:gd name="T27" fmla="*/ 192 h 89"/>
                <a:gd name="T28" fmla="*/ 1613 w 254"/>
                <a:gd name="T29" fmla="*/ 170 h 89"/>
                <a:gd name="T30" fmla="*/ 1158 w 254"/>
                <a:gd name="T31" fmla="*/ 431 h 89"/>
                <a:gd name="T32" fmla="*/ 688 w 254"/>
                <a:gd name="T33" fmla="*/ 921 h 89"/>
                <a:gd name="T34" fmla="*/ 0 w 254"/>
                <a:gd name="T35" fmla="*/ 1680 h 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4" h="89">
                  <a:moveTo>
                    <a:pt x="0" y="89"/>
                  </a:moveTo>
                  <a:cubicBezTo>
                    <a:pt x="13" y="75"/>
                    <a:pt x="20" y="75"/>
                    <a:pt x="34" y="66"/>
                  </a:cubicBezTo>
                  <a:cubicBezTo>
                    <a:pt x="48" y="57"/>
                    <a:pt x="48" y="53"/>
                    <a:pt x="61" y="46"/>
                  </a:cubicBezTo>
                  <a:cubicBezTo>
                    <a:pt x="74" y="39"/>
                    <a:pt x="74" y="39"/>
                    <a:pt x="85" y="28"/>
                  </a:cubicBezTo>
                  <a:cubicBezTo>
                    <a:pt x="96" y="17"/>
                    <a:pt x="103" y="14"/>
                    <a:pt x="118" y="13"/>
                  </a:cubicBezTo>
                  <a:cubicBezTo>
                    <a:pt x="134" y="13"/>
                    <a:pt x="140" y="15"/>
                    <a:pt x="156" y="15"/>
                  </a:cubicBezTo>
                  <a:cubicBezTo>
                    <a:pt x="173" y="14"/>
                    <a:pt x="170" y="17"/>
                    <a:pt x="186" y="18"/>
                  </a:cubicBezTo>
                  <a:cubicBezTo>
                    <a:pt x="201" y="19"/>
                    <a:pt x="204" y="20"/>
                    <a:pt x="220" y="19"/>
                  </a:cubicBezTo>
                  <a:cubicBezTo>
                    <a:pt x="235" y="19"/>
                    <a:pt x="250" y="23"/>
                    <a:pt x="254" y="27"/>
                  </a:cubicBezTo>
                  <a:cubicBezTo>
                    <a:pt x="253" y="21"/>
                    <a:pt x="250" y="19"/>
                    <a:pt x="250" y="19"/>
                  </a:cubicBezTo>
                  <a:cubicBezTo>
                    <a:pt x="250" y="19"/>
                    <a:pt x="230" y="17"/>
                    <a:pt x="212" y="13"/>
                  </a:cubicBezTo>
                  <a:cubicBezTo>
                    <a:pt x="195" y="10"/>
                    <a:pt x="187" y="9"/>
                    <a:pt x="173" y="6"/>
                  </a:cubicBezTo>
                  <a:cubicBezTo>
                    <a:pt x="159" y="3"/>
                    <a:pt x="156" y="0"/>
                    <a:pt x="156" y="0"/>
                  </a:cubicBezTo>
                  <a:cubicBezTo>
                    <a:pt x="156" y="0"/>
                    <a:pt x="151" y="8"/>
                    <a:pt x="139" y="10"/>
                  </a:cubicBezTo>
                  <a:cubicBezTo>
                    <a:pt x="127" y="12"/>
                    <a:pt x="111" y="11"/>
                    <a:pt x="103" y="9"/>
                  </a:cubicBezTo>
                  <a:cubicBezTo>
                    <a:pt x="95" y="7"/>
                    <a:pt x="84" y="11"/>
                    <a:pt x="74" y="23"/>
                  </a:cubicBezTo>
                  <a:cubicBezTo>
                    <a:pt x="63" y="35"/>
                    <a:pt x="60" y="39"/>
                    <a:pt x="44" y="49"/>
                  </a:cubicBezTo>
                  <a:cubicBezTo>
                    <a:pt x="28" y="58"/>
                    <a:pt x="9" y="74"/>
                    <a:pt x="0" y="89"/>
                  </a:cubicBezTo>
                  <a:close/>
                </a:path>
              </a:pathLst>
            </a:custGeom>
            <a:solidFill>
              <a:srgbClr val="FDC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3" name="Freeform 1183">
              <a:extLst>
                <a:ext uri="{FF2B5EF4-FFF2-40B4-BE49-F238E27FC236}">
                  <a16:creationId xmlns:a16="http://schemas.microsoft.com/office/drawing/2014/main" id="{1D82A164-E411-4A15-85BD-B9748D7D8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357"/>
              <a:ext cx="82" cy="240"/>
            </a:xfrm>
            <a:custGeom>
              <a:avLst/>
              <a:gdLst>
                <a:gd name="T0" fmla="*/ 0 w 33"/>
                <a:gd name="T1" fmla="*/ 1707 h 90"/>
                <a:gd name="T2" fmla="*/ 42 w 33"/>
                <a:gd name="T3" fmla="*/ 1173 h 90"/>
                <a:gd name="T4" fmla="*/ 92 w 33"/>
                <a:gd name="T5" fmla="*/ 739 h 90"/>
                <a:gd name="T6" fmla="*/ 321 w 33"/>
                <a:gd name="T7" fmla="*/ 435 h 90"/>
                <a:gd name="T8" fmla="*/ 507 w 33"/>
                <a:gd name="T9" fmla="*/ 0 h 90"/>
                <a:gd name="T10" fmla="*/ 445 w 33"/>
                <a:gd name="T11" fmla="*/ 397 h 90"/>
                <a:gd name="T12" fmla="*/ 246 w 33"/>
                <a:gd name="T13" fmla="*/ 683 h 90"/>
                <a:gd name="T14" fmla="*/ 104 w 33"/>
                <a:gd name="T15" fmla="*/ 1045 h 90"/>
                <a:gd name="T16" fmla="*/ 75 w 33"/>
                <a:gd name="T17" fmla="*/ 1288 h 90"/>
                <a:gd name="T18" fmla="*/ 42 w 33"/>
                <a:gd name="T19" fmla="*/ 1501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90">
                  <a:moveTo>
                    <a:pt x="0" y="90"/>
                  </a:moveTo>
                  <a:cubicBezTo>
                    <a:pt x="2" y="81"/>
                    <a:pt x="2" y="70"/>
                    <a:pt x="3" y="62"/>
                  </a:cubicBezTo>
                  <a:cubicBezTo>
                    <a:pt x="3" y="54"/>
                    <a:pt x="2" y="46"/>
                    <a:pt x="6" y="39"/>
                  </a:cubicBezTo>
                  <a:cubicBezTo>
                    <a:pt x="9" y="33"/>
                    <a:pt x="16" y="28"/>
                    <a:pt x="21" y="23"/>
                  </a:cubicBezTo>
                  <a:cubicBezTo>
                    <a:pt x="27" y="17"/>
                    <a:pt x="31" y="9"/>
                    <a:pt x="33" y="0"/>
                  </a:cubicBezTo>
                  <a:cubicBezTo>
                    <a:pt x="31" y="7"/>
                    <a:pt x="32" y="14"/>
                    <a:pt x="29" y="21"/>
                  </a:cubicBezTo>
                  <a:cubicBezTo>
                    <a:pt x="25" y="27"/>
                    <a:pt x="20" y="31"/>
                    <a:pt x="16" y="36"/>
                  </a:cubicBezTo>
                  <a:cubicBezTo>
                    <a:pt x="11" y="42"/>
                    <a:pt x="8" y="47"/>
                    <a:pt x="7" y="55"/>
                  </a:cubicBezTo>
                  <a:cubicBezTo>
                    <a:pt x="6" y="60"/>
                    <a:pt x="6" y="64"/>
                    <a:pt x="5" y="68"/>
                  </a:cubicBezTo>
                  <a:cubicBezTo>
                    <a:pt x="5" y="72"/>
                    <a:pt x="3" y="75"/>
                    <a:pt x="3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4" name="Freeform 1184">
              <a:extLst>
                <a:ext uri="{FF2B5EF4-FFF2-40B4-BE49-F238E27FC236}">
                  <a16:creationId xmlns:a16="http://schemas.microsoft.com/office/drawing/2014/main" id="{C0FECB51-9DCA-41C8-8859-CB824D91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173"/>
              <a:ext cx="123" cy="30"/>
            </a:xfrm>
            <a:custGeom>
              <a:avLst/>
              <a:gdLst>
                <a:gd name="T0" fmla="*/ 0 w 49"/>
                <a:gd name="T1" fmla="*/ 104 h 11"/>
                <a:gd name="T2" fmla="*/ 301 w 49"/>
                <a:gd name="T3" fmla="*/ 0 h 11"/>
                <a:gd name="T4" fmla="*/ 776 w 49"/>
                <a:gd name="T5" fmla="*/ 120 h 11"/>
                <a:gd name="T6" fmla="*/ 459 w 49"/>
                <a:gd name="T7" fmla="*/ 224 h 11"/>
                <a:gd name="T8" fmla="*/ 176 w 49"/>
                <a:gd name="T9" fmla="*/ 6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1">
                  <a:moveTo>
                    <a:pt x="0" y="5"/>
                  </a:moveTo>
                  <a:cubicBezTo>
                    <a:pt x="6" y="5"/>
                    <a:pt x="13" y="0"/>
                    <a:pt x="19" y="0"/>
                  </a:cubicBezTo>
                  <a:cubicBezTo>
                    <a:pt x="28" y="0"/>
                    <a:pt x="41" y="1"/>
                    <a:pt x="49" y="6"/>
                  </a:cubicBezTo>
                  <a:cubicBezTo>
                    <a:pt x="42" y="7"/>
                    <a:pt x="35" y="4"/>
                    <a:pt x="29" y="11"/>
                  </a:cubicBezTo>
                  <a:cubicBezTo>
                    <a:pt x="25" y="6"/>
                    <a:pt x="19" y="0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5" name="Freeform 1185">
              <a:extLst>
                <a:ext uri="{FF2B5EF4-FFF2-40B4-BE49-F238E27FC236}">
                  <a16:creationId xmlns:a16="http://schemas.microsoft.com/office/drawing/2014/main" id="{BEDC13C3-DAE9-4E5B-8F22-CEEAFC0F2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200"/>
              <a:ext cx="95" cy="67"/>
            </a:xfrm>
            <a:custGeom>
              <a:avLst/>
              <a:gdLst>
                <a:gd name="T0" fmla="*/ 0 w 38"/>
                <a:gd name="T1" fmla="*/ 389 h 25"/>
                <a:gd name="T2" fmla="*/ 595 w 3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5">
                  <a:moveTo>
                    <a:pt x="0" y="20"/>
                  </a:moveTo>
                  <a:cubicBezTo>
                    <a:pt x="15" y="25"/>
                    <a:pt x="31" y="12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6" name="Freeform 1186">
              <a:extLst>
                <a:ext uri="{FF2B5EF4-FFF2-40B4-BE49-F238E27FC236}">
                  <a16:creationId xmlns:a16="http://schemas.microsoft.com/office/drawing/2014/main" id="{55D9AAC1-A46E-4626-8942-D34961FA4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243"/>
              <a:ext cx="25" cy="72"/>
            </a:xfrm>
            <a:custGeom>
              <a:avLst/>
              <a:gdLst>
                <a:gd name="T0" fmla="*/ 0 w 10"/>
                <a:gd name="T1" fmla="*/ 0 h 27"/>
                <a:gd name="T2" fmla="*/ 113 w 10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0"/>
                  </a:moveTo>
                  <a:cubicBezTo>
                    <a:pt x="10" y="6"/>
                    <a:pt x="10" y="17"/>
                    <a:pt x="7" y="2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7" name="Freeform 1187">
              <a:extLst>
                <a:ext uri="{FF2B5EF4-FFF2-40B4-BE49-F238E27FC236}">
                  <a16:creationId xmlns:a16="http://schemas.microsoft.com/office/drawing/2014/main" id="{CA264803-5187-4BA2-84F8-FA068CE01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3"/>
              <a:ext cx="57" cy="78"/>
            </a:xfrm>
            <a:custGeom>
              <a:avLst/>
              <a:gdLst>
                <a:gd name="T0" fmla="*/ 0 w 23"/>
                <a:gd name="T1" fmla="*/ 137 h 29"/>
                <a:gd name="T2" fmla="*/ 349 w 23"/>
                <a:gd name="T3" fmla="*/ 5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9">
                  <a:moveTo>
                    <a:pt x="0" y="7"/>
                  </a:moveTo>
                  <a:cubicBezTo>
                    <a:pt x="14" y="0"/>
                    <a:pt x="21" y="19"/>
                    <a:pt x="23" y="29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8" name="Freeform 1188">
              <a:extLst>
                <a:ext uri="{FF2B5EF4-FFF2-40B4-BE49-F238E27FC236}">
                  <a16:creationId xmlns:a16="http://schemas.microsoft.com/office/drawing/2014/main" id="{E14F47A5-C2BC-4441-A0F2-6AA132BE7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472"/>
              <a:ext cx="50" cy="32"/>
            </a:xfrm>
            <a:custGeom>
              <a:avLst/>
              <a:gdLst>
                <a:gd name="T0" fmla="*/ 0 w 20"/>
                <a:gd name="T1" fmla="*/ 227 h 12"/>
                <a:gd name="T2" fmla="*/ 313 w 20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5"/>
                    <a:pt x="13" y="0"/>
                    <a:pt x="20" y="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9" name="Freeform 1189">
              <a:extLst>
                <a:ext uri="{FF2B5EF4-FFF2-40B4-BE49-F238E27FC236}">
                  <a16:creationId xmlns:a16="http://schemas.microsoft.com/office/drawing/2014/main" id="{BEFF65E9-C130-4C5F-9296-06BB119A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363"/>
              <a:ext cx="110" cy="58"/>
            </a:xfrm>
            <a:custGeom>
              <a:avLst/>
              <a:gdLst>
                <a:gd name="T0" fmla="*/ 0 w 44"/>
                <a:gd name="T1" fmla="*/ 0 h 22"/>
                <a:gd name="T2" fmla="*/ 688 w 44"/>
                <a:gd name="T3" fmla="*/ 16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2">
                  <a:moveTo>
                    <a:pt x="0" y="0"/>
                  </a:moveTo>
                  <a:cubicBezTo>
                    <a:pt x="0" y="22"/>
                    <a:pt x="32" y="13"/>
                    <a:pt x="44" y="9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0" name="Freeform 1190">
              <a:extLst>
                <a:ext uri="{FF2B5EF4-FFF2-40B4-BE49-F238E27FC236}">
                  <a16:creationId xmlns:a16="http://schemas.microsoft.com/office/drawing/2014/main" id="{FC413E43-EAE5-4781-ACF3-BC060A9C4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371"/>
              <a:ext cx="73" cy="53"/>
            </a:xfrm>
            <a:custGeom>
              <a:avLst/>
              <a:gdLst>
                <a:gd name="T0" fmla="*/ 0 w 29"/>
                <a:gd name="T1" fmla="*/ 0 h 20"/>
                <a:gd name="T2" fmla="*/ 50 w 29"/>
                <a:gd name="T3" fmla="*/ 170 h 20"/>
                <a:gd name="T4" fmla="*/ 463 w 29"/>
                <a:gd name="T5" fmla="*/ 35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0"/>
                  </a:moveTo>
                  <a:cubicBezTo>
                    <a:pt x="2" y="2"/>
                    <a:pt x="1" y="6"/>
                    <a:pt x="3" y="9"/>
                  </a:cubicBezTo>
                  <a:cubicBezTo>
                    <a:pt x="10" y="19"/>
                    <a:pt x="17" y="20"/>
                    <a:pt x="29" y="19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1" name="Freeform 1191">
              <a:extLst>
                <a:ext uri="{FF2B5EF4-FFF2-40B4-BE49-F238E27FC236}">
                  <a16:creationId xmlns:a16="http://schemas.microsoft.com/office/drawing/2014/main" id="{16EACBEF-ADC3-4B13-B567-47BEAE40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456"/>
              <a:ext cx="30" cy="43"/>
            </a:xfrm>
            <a:custGeom>
              <a:avLst/>
              <a:gdLst>
                <a:gd name="T0" fmla="*/ 0 w 12"/>
                <a:gd name="T1" fmla="*/ 196 h 16"/>
                <a:gd name="T2" fmla="*/ 113 w 12"/>
                <a:gd name="T3" fmla="*/ 0 h 16"/>
                <a:gd name="T4" fmla="*/ 50 w 12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10"/>
                  </a:moveTo>
                  <a:cubicBezTo>
                    <a:pt x="0" y="6"/>
                    <a:pt x="3" y="1"/>
                    <a:pt x="7" y="0"/>
                  </a:cubicBezTo>
                  <a:cubicBezTo>
                    <a:pt x="12" y="4"/>
                    <a:pt x="5" y="13"/>
                    <a:pt x="3" y="16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2" name="Freeform 1192">
              <a:extLst>
                <a:ext uri="{FF2B5EF4-FFF2-40B4-BE49-F238E27FC236}">
                  <a16:creationId xmlns:a16="http://schemas.microsoft.com/office/drawing/2014/main" id="{B15144B9-0AEF-455A-9241-7BB85D5DE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200"/>
              <a:ext cx="28" cy="32"/>
            </a:xfrm>
            <a:custGeom>
              <a:avLst/>
              <a:gdLst>
                <a:gd name="T0" fmla="*/ 163 w 11"/>
                <a:gd name="T1" fmla="*/ 149 h 12"/>
                <a:gd name="T2" fmla="*/ 181 w 11"/>
                <a:gd name="T3" fmla="*/ 136 h 12"/>
                <a:gd name="T4" fmla="*/ 0 w 11"/>
                <a:gd name="T5" fmla="*/ 21 h 12"/>
                <a:gd name="T6" fmla="*/ 150 w 11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8"/>
                  </a:moveTo>
                  <a:cubicBezTo>
                    <a:pt x="10" y="7"/>
                    <a:pt x="10" y="7"/>
                    <a:pt x="11" y="7"/>
                  </a:cubicBezTo>
                  <a:cubicBezTo>
                    <a:pt x="9" y="3"/>
                    <a:pt x="3" y="0"/>
                    <a:pt x="0" y="1"/>
                  </a:cubicBezTo>
                  <a:cubicBezTo>
                    <a:pt x="0" y="6"/>
                    <a:pt x="5" y="9"/>
                    <a:pt x="9" y="12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3" name="Freeform 1193">
              <a:extLst>
                <a:ext uri="{FF2B5EF4-FFF2-40B4-BE49-F238E27FC236}">
                  <a16:creationId xmlns:a16="http://schemas.microsoft.com/office/drawing/2014/main" id="{F2152F4D-1D2F-49F8-BB38-900331759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272"/>
              <a:ext cx="30" cy="35"/>
            </a:xfrm>
            <a:custGeom>
              <a:avLst/>
              <a:gdLst>
                <a:gd name="T0" fmla="*/ 0 w 12"/>
                <a:gd name="T1" fmla="*/ 253 h 13"/>
                <a:gd name="T2" fmla="*/ 0 w 12"/>
                <a:gd name="T3" fmla="*/ 1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11" y="11"/>
                    <a:pt x="12" y="0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4" name="Freeform 1194">
              <a:extLst>
                <a:ext uri="{FF2B5EF4-FFF2-40B4-BE49-F238E27FC236}">
                  <a16:creationId xmlns:a16="http://schemas.microsoft.com/office/drawing/2014/main" id="{F1474B4B-5675-4A7C-A04B-83C6FB301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365"/>
              <a:ext cx="22" cy="14"/>
            </a:xfrm>
            <a:custGeom>
              <a:avLst/>
              <a:gdLst>
                <a:gd name="T0" fmla="*/ 0 w 9"/>
                <a:gd name="T1" fmla="*/ 109 h 5"/>
                <a:gd name="T2" fmla="*/ 13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5" name="Freeform 1195">
              <a:extLst>
                <a:ext uri="{FF2B5EF4-FFF2-40B4-BE49-F238E27FC236}">
                  <a16:creationId xmlns:a16="http://schemas.microsoft.com/office/drawing/2014/main" id="{9E50E1E4-CD94-4258-9537-B8436DBB8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400"/>
              <a:ext cx="28" cy="29"/>
            </a:xfrm>
            <a:custGeom>
              <a:avLst/>
              <a:gdLst>
                <a:gd name="T0" fmla="*/ 163 w 11"/>
                <a:gd name="T1" fmla="*/ 200 h 11"/>
                <a:gd name="T2" fmla="*/ 130 w 11"/>
                <a:gd name="T3" fmla="*/ 0 h 11"/>
                <a:gd name="T4" fmla="*/ 0 w 11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0" y="11"/>
                  </a:moveTo>
                  <a:cubicBezTo>
                    <a:pt x="10" y="8"/>
                    <a:pt x="11" y="3"/>
                    <a:pt x="8" y="0"/>
                  </a:cubicBezTo>
                  <a:cubicBezTo>
                    <a:pt x="5" y="2"/>
                    <a:pt x="2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6" name="Freeform 1196">
              <a:extLst>
                <a:ext uri="{FF2B5EF4-FFF2-40B4-BE49-F238E27FC236}">
                  <a16:creationId xmlns:a16="http://schemas.microsoft.com/office/drawing/2014/main" id="{963F75FF-4077-4FBE-AA9C-2F021FB8F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515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7" name="Freeform 1197">
              <a:extLst>
                <a:ext uri="{FF2B5EF4-FFF2-40B4-BE49-F238E27FC236}">
                  <a16:creationId xmlns:a16="http://schemas.microsoft.com/office/drawing/2014/main" id="{FB9A6A78-3A03-4224-85F9-629EDAFEF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472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8" name="Freeform 1198">
              <a:extLst>
                <a:ext uri="{FF2B5EF4-FFF2-40B4-BE49-F238E27FC236}">
                  <a16:creationId xmlns:a16="http://schemas.microsoft.com/office/drawing/2014/main" id="{7F83E37F-BB27-4999-A282-91606D699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205"/>
              <a:ext cx="50" cy="62"/>
            </a:xfrm>
            <a:custGeom>
              <a:avLst/>
              <a:gdLst>
                <a:gd name="T0" fmla="*/ 0 w 20"/>
                <a:gd name="T1" fmla="*/ 0 h 23"/>
                <a:gd name="T2" fmla="*/ 208 w 20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8" y="4"/>
                    <a:pt x="20" y="12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9" name="Freeform 1199">
              <a:extLst>
                <a:ext uri="{FF2B5EF4-FFF2-40B4-BE49-F238E27FC236}">
                  <a16:creationId xmlns:a16="http://schemas.microsoft.com/office/drawing/2014/main" id="{C61F7A39-FB45-4ABE-B718-94D0CD9A2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200"/>
              <a:ext cx="45" cy="32"/>
            </a:xfrm>
            <a:custGeom>
              <a:avLst/>
              <a:gdLst>
                <a:gd name="T0" fmla="*/ 0 w 18"/>
                <a:gd name="T1" fmla="*/ 227 h 12"/>
                <a:gd name="T2" fmla="*/ 283 w 18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4" y="6"/>
                    <a:pt x="10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0" name="Freeform 1200">
              <a:extLst>
                <a:ext uri="{FF2B5EF4-FFF2-40B4-BE49-F238E27FC236}">
                  <a16:creationId xmlns:a16="http://schemas.microsoft.com/office/drawing/2014/main" id="{1073FBAF-152E-46B2-B63C-4D659F137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208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1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1" name="Freeform 1201">
              <a:extLst>
                <a:ext uri="{FF2B5EF4-FFF2-40B4-BE49-F238E27FC236}">
                  <a16:creationId xmlns:a16="http://schemas.microsoft.com/office/drawing/2014/main" id="{AAFCF544-DD13-4383-B678-769DBF5F8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328"/>
              <a:ext cx="100" cy="117"/>
            </a:xfrm>
            <a:custGeom>
              <a:avLst/>
              <a:gdLst>
                <a:gd name="T0" fmla="*/ 0 w 40"/>
                <a:gd name="T1" fmla="*/ 452 h 44"/>
                <a:gd name="T2" fmla="*/ 520 w 40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4">
                  <a:moveTo>
                    <a:pt x="0" y="24"/>
                  </a:moveTo>
                  <a:cubicBezTo>
                    <a:pt x="14" y="44"/>
                    <a:pt x="40" y="12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2" name="Freeform 1202">
              <a:extLst>
                <a:ext uri="{FF2B5EF4-FFF2-40B4-BE49-F238E27FC236}">
                  <a16:creationId xmlns:a16="http://schemas.microsoft.com/office/drawing/2014/main" id="{9431B9E6-DAB9-4E08-B728-C8AC77937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269"/>
              <a:ext cx="78" cy="67"/>
            </a:xfrm>
            <a:custGeom>
              <a:avLst/>
              <a:gdLst>
                <a:gd name="T0" fmla="*/ 0 w 31"/>
                <a:gd name="T1" fmla="*/ 308 h 25"/>
                <a:gd name="T2" fmla="*/ 367 w 31"/>
                <a:gd name="T3" fmla="*/ 346 h 25"/>
                <a:gd name="T4" fmla="*/ 476 w 3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0" y="16"/>
                  </a:moveTo>
                  <a:cubicBezTo>
                    <a:pt x="3" y="25"/>
                    <a:pt x="17" y="23"/>
                    <a:pt x="23" y="18"/>
                  </a:cubicBezTo>
                  <a:cubicBezTo>
                    <a:pt x="30" y="13"/>
                    <a:pt x="31" y="8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3" name="Freeform 1203">
              <a:extLst>
                <a:ext uri="{FF2B5EF4-FFF2-40B4-BE49-F238E27FC236}">
                  <a16:creationId xmlns:a16="http://schemas.microsoft.com/office/drawing/2014/main" id="{80A439C6-3BCA-4FFC-B6DA-AC5A0ADE8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363"/>
              <a:ext cx="118" cy="104"/>
            </a:xfrm>
            <a:custGeom>
              <a:avLst/>
              <a:gdLst>
                <a:gd name="T0" fmla="*/ 221 w 47"/>
                <a:gd name="T1" fmla="*/ 0 h 39"/>
                <a:gd name="T2" fmla="*/ 743 w 47"/>
                <a:gd name="T3" fmla="*/ 605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39">
                  <a:moveTo>
                    <a:pt x="14" y="0"/>
                  </a:moveTo>
                  <a:cubicBezTo>
                    <a:pt x="0" y="21"/>
                    <a:pt x="27" y="39"/>
                    <a:pt x="47" y="3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4" name="Freeform 1204">
              <a:extLst>
                <a:ext uri="{FF2B5EF4-FFF2-40B4-BE49-F238E27FC236}">
                  <a16:creationId xmlns:a16="http://schemas.microsoft.com/office/drawing/2014/main" id="{8C6A3730-86A2-4D06-BB1D-0F19B66DB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411"/>
              <a:ext cx="72" cy="96"/>
            </a:xfrm>
            <a:custGeom>
              <a:avLst/>
              <a:gdLst>
                <a:gd name="T0" fmla="*/ 137 w 29"/>
                <a:gd name="T1" fmla="*/ 0 h 36"/>
                <a:gd name="T2" fmla="*/ 444 w 29"/>
                <a:gd name="T3" fmla="*/ 6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6">
                  <a:moveTo>
                    <a:pt x="9" y="0"/>
                  </a:moveTo>
                  <a:cubicBezTo>
                    <a:pt x="0" y="14"/>
                    <a:pt x="13" y="36"/>
                    <a:pt x="29" y="3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5" name="Freeform 1205">
              <a:extLst>
                <a:ext uri="{FF2B5EF4-FFF2-40B4-BE49-F238E27FC236}">
                  <a16:creationId xmlns:a16="http://schemas.microsoft.com/office/drawing/2014/main" id="{90D4676B-BC8D-4782-A587-434ED976D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339"/>
              <a:ext cx="40" cy="85"/>
            </a:xfrm>
            <a:custGeom>
              <a:avLst/>
              <a:gdLst>
                <a:gd name="T0" fmla="*/ 113 w 16"/>
                <a:gd name="T1" fmla="*/ 0 h 32"/>
                <a:gd name="T2" fmla="*/ 0 w 16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7" y="0"/>
                  </a:moveTo>
                  <a:cubicBezTo>
                    <a:pt x="16" y="10"/>
                    <a:pt x="11" y="26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6" name="Freeform 1206">
              <a:extLst>
                <a:ext uri="{FF2B5EF4-FFF2-40B4-BE49-F238E27FC236}">
                  <a16:creationId xmlns:a16="http://schemas.microsoft.com/office/drawing/2014/main" id="{B55F7356-1D08-4B90-ACF1-91D3252A5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371"/>
              <a:ext cx="40" cy="45"/>
            </a:xfrm>
            <a:custGeom>
              <a:avLst/>
              <a:gdLst>
                <a:gd name="T0" fmla="*/ 0 w 16"/>
                <a:gd name="T1" fmla="*/ 90 h 17"/>
                <a:gd name="T2" fmla="*/ 250 w 16"/>
                <a:gd name="T3" fmla="*/ 90 h 17"/>
                <a:gd name="T4" fmla="*/ 0 w 16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5"/>
                  </a:moveTo>
                  <a:cubicBezTo>
                    <a:pt x="6" y="3"/>
                    <a:pt x="12" y="0"/>
                    <a:pt x="16" y="5"/>
                  </a:cubicBezTo>
                  <a:cubicBezTo>
                    <a:pt x="14" y="12"/>
                    <a:pt x="5" y="13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7" name="Freeform 1207">
              <a:extLst>
                <a:ext uri="{FF2B5EF4-FFF2-40B4-BE49-F238E27FC236}">
                  <a16:creationId xmlns:a16="http://schemas.microsoft.com/office/drawing/2014/main" id="{19728282-927F-4F4B-9A4F-193ED9588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421"/>
              <a:ext cx="32" cy="3"/>
            </a:xfrm>
            <a:custGeom>
              <a:avLst/>
              <a:gdLst>
                <a:gd name="T0" fmla="*/ 0 w 13"/>
                <a:gd name="T1" fmla="*/ 0 h 1"/>
                <a:gd name="T2" fmla="*/ 194 w 1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cubicBezTo>
                    <a:pt x="4" y="1"/>
                    <a:pt x="8" y="1"/>
                    <a:pt x="13" y="1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8" name="Freeform 1208">
              <a:extLst>
                <a:ext uri="{FF2B5EF4-FFF2-40B4-BE49-F238E27FC236}">
                  <a16:creationId xmlns:a16="http://schemas.microsoft.com/office/drawing/2014/main" id="{DA600EB6-444C-4940-B2A5-376BC8212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277"/>
              <a:ext cx="42" cy="40"/>
            </a:xfrm>
            <a:custGeom>
              <a:avLst/>
              <a:gdLst>
                <a:gd name="T0" fmla="*/ 225 w 17"/>
                <a:gd name="T1" fmla="*/ 93 h 15"/>
                <a:gd name="T2" fmla="*/ 0 w 17"/>
                <a:gd name="T3" fmla="*/ 56 h 15"/>
                <a:gd name="T4" fmla="*/ 257 w 1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5" y="5"/>
                  </a:moveTo>
                  <a:cubicBezTo>
                    <a:pt x="11" y="2"/>
                    <a:pt x="5" y="0"/>
                    <a:pt x="0" y="3"/>
                  </a:cubicBezTo>
                  <a:cubicBezTo>
                    <a:pt x="1" y="11"/>
                    <a:pt x="12" y="10"/>
                    <a:pt x="17" y="15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9" name="Freeform 1209">
              <a:extLst>
                <a:ext uri="{FF2B5EF4-FFF2-40B4-BE49-F238E27FC236}">
                  <a16:creationId xmlns:a16="http://schemas.microsoft.com/office/drawing/2014/main" id="{0AC96CA8-7BB9-41A6-8D0F-702CDEBFB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323"/>
              <a:ext cx="55" cy="61"/>
            </a:xfrm>
            <a:custGeom>
              <a:avLst/>
              <a:gdLst>
                <a:gd name="T0" fmla="*/ 0 w 22"/>
                <a:gd name="T1" fmla="*/ 204 h 23"/>
                <a:gd name="T2" fmla="*/ 0 w 22"/>
                <a:gd name="T3" fmla="*/ 3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11"/>
                  </a:moveTo>
                  <a:cubicBezTo>
                    <a:pt x="22" y="0"/>
                    <a:pt x="15" y="23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0" name="Freeform 1210">
              <a:extLst>
                <a:ext uri="{FF2B5EF4-FFF2-40B4-BE49-F238E27FC236}">
                  <a16:creationId xmlns:a16="http://schemas.microsoft.com/office/drawing/2014/main" id="{5B360578-6B7A-4121-B57F-67FC4FE06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747"/>
              <a:ext cx="322" cy="597"/>
            </a:xfrm>
            <a:custGeom>
              <a:avLst/>
              <a:gdLst>
                <a:gd name="T0" fmla="*/ 0 w 129"/>
                <a:gd name="T1" fmla="*/ 0 h 224"/>
                <a:gd name="T2" fmla="*/ 167 w 129"/>
                <a:gd name="T3" fmla="*/ 589 h 224"/>
                <a:gd name="T4" fmla="*/ 105 w 129"/>
                <a:gd name="T5" fmla="*/ 1045 h 224"/>
                <a:gd name="T6" fmla="*/ 262 w 129"/>
                <a:gd name="T7" fmla="*/ 1343 h 224"/>
                <a:gd name="T8" fmla="*/ 217 w 129"/>
                <a:gd name="T9" fmla="*/ 2103 h 224"/>
                <a:gd name="T10" fmla="*/ 729 w 129"/>
                <a:gd name="T11" fmla="*/ 2628 h 224"/>
                <a:gd name="T12" fmla="*/ 854 w 129"/>
                <a:gd name="T13" fmla="*/ 3366 h 224"/>
                <a:gd name="T14" fmla="*/ 1383 w 129"/>
                <a:gd name="T15" fmla="*/ 3766 h 224"/>
                <a:gd name="T16" fmla="*/ 1650 w 129"/>
                <a:gd name="T17" fmla="*/ 4206 h 224"/>
                <a:gd name="T18" fmla="*/ 2007 w 129"/>
                <a:gd name="T19" fmla="*/ 4070 h 2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9" h="224">
                  <a:moveTo>
                    <a:pt x="0" y="0"/>
                  </a:moveTo>
                  <a:cubicBezTo>
                    <a:pt x="10" y="10"/>
                    <a:pt x="14" y="16"/>
                    <a:pt x="11" y="31"/>
                  </a:cubicBezTo>
                  <a:cubicBezTo>
                    <a:pt x="9" y="38"/>
                    <a:pt x="6" y="47"/>
                    <a:pt x="7" y="55"/>
                  </a:cubicBezTo>
                  <a:cubicBezTo>
                    <a:pt x="9" y="61"/>
                    <a:pt x="14" y="65"/>
                    <a:pt x="17" y="71"/>
                  </a:cubicBezTo>
                  <a:cubicBezTo>
                    <a:pt x="24" y="85"/>
                    <a:pt x="13" y="97"/>
                    <a:pt x="14" y="111"/>
                  </a:cubicBezTo>
                  <a:cubicBezTo>
                    <a:pt x="14" y="130"/>
                    <a:pt x="36" y="129"/>
                    <a:pt x="47" y="139"/>
                  </a:cubicBezTo>
                  <a:cubicBezTo>
                    <a:pt x="58" y="149"/>
                    <a:pt x="50" y="166"/>
                    <a:pt x="55" y="178"/>
                  </a:cubicBezTo>
                  <a:cubicBezTo>
                    <a:pt x="61" y="196"/>
                    <a:pt x="76" y="191"/>
                    <a:pt x="89" y="199"/>
                  </a:cubicBezTo>
                  <a:cubicBezTo>
                    <a:pt x="98" y="205"/>
                    <a:pt x="93" y="219"/>
                    <a:pt x="106" y="222"/>
                  </a:cubicBezTo>
                  <a:cubicBezTo>
                    <a:pt x="117" y="224"/>
                    <a:pt x="121" y="215"/>
                    <a:pt x="129" y="2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1" name="Freeform 1211">
              <a:extLst>
                <a:ext uri="{FF2B5EF4-FFF2-40B4-BE49-F238E27FC236}">
                  <a16:creationId xmlns:a16="http://schemas.microsoft.com/office/drawing/2014/main" id="{1308867E-8AEE-4A5C-B0D0-CDBD81635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829"/>
              <a:ext cx="108" cy="459"/>
            </a:xfrm>
            <a:custGeom>
              <a:avLst/>
              <a:gdLst>
                <a:gd name="T0" fmla="*/ 0 w 43"/>
                <a:gd name="T1" fmla="*/ 0 h 172"/>
                <a:gd name="T2" fmla="*/ 176 w 43"/>
                <a:gd name="T3" fmla="*/ 547 h 172"/>
                <a:gd name="T4" fmla="*/ 146 w 43"/>
                <a:gd name="T5" fmla="*/ 969 h 172"/>
                <a:gd name="T6" fmla="*/ 334 w 43"/>
                <a:gd name="T7" fmla="*/ 1425 h 172"/>
                <a:gd name="T8" fmla="*/ 334 w 43"/>
                <a:gd name="T9" fmla="*/ 1881 h 172"/>
                <a:gd name="T10" fmla="*/ 251 w 43"/>
                <a:gd name="T11" fmla="*/ 2300 h 172"/>
                <a:gd name="T12" fmla="*/ 505 w 43"/>
                <a:gd name="T13" fmla="*/ 2642 h 172"/>
                <a:gd name="T14" fmla="*/ 588 w 43"/>
                <a:gd name="T15" fmla="*/ 3269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72">
                  <a:moveTo>
                    <a:pt x="0" y="0"/>
                  </a:moveTo>
                  <a:cubicBezTo>
                    <a:pt x="12" y="1"/>
                    <a:pt x="12" y="21"/>
                    <a:pt x="11" y="29"/>
                  </a:cubicBezTo>
                  <a:cubicBezTo>
                    <a:pt x="10" y="37"/>
                    <a:pt x="7" y="44"/>
                    <a:pt x="9" y="51"/>
                  </a:cubicBezTo>
                  <a:cubicBezTo>
                    <a:pt x="13" y="60"/>
                    <a:pt x="20" y="64"/>
                    <a:pt x="21" y="75"/>
                  </a:cubicBezTo>
                  <a:cubicBezTo>
                    <a:pt x="21" y="83"/>
                    <a:pt x="21" y="92"/>
                    <a:pt x="21" y="99"/>
                  </a:cubicBezTo>
                  <a:cubicBezTo>
                    <a:pt x="20" y="106"/>
                    <a:pt x="15" y="113"/>
                    <a:pt x="16" y="121"/>
                  </a:cubicBezTo>
                  <a:cubicBezTo>
                    <a:pt x="18" y="130"/>
                    <a:pt x="25" y="133"/>
                    <a:pt x="32" y="139"/>
                  </a:cubicBezTo>
                  <a:cubicBezTo>
                    <a:pt x="43" y="149"/>
                    <a:pt x="41" y="158"/>
                    <a:pt x="37" y="1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2" name="Freeform 1212">
              <a:extLst>
                <a:ext uri="{FF2B5EF4-FFF2-40B4-BE49-F238E27FC236}">
                  <a16:creationId xmlns:a16="http://schemas.microsoft.com/office/drawing/2014/main" id="{73913A70-1857-41BE-B8B6-DD230E94C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880"/>
              <a:ext cx="50" cy="144"/>
            </a:xfrm>
            <a:custGeom>
              <a:avLst/>
              <a:gdLst>
                <a:gd name="T0" fmla="*/ 175 w 20"/>
                <a:gd name="T1" fmla="*/ 0 h 54"/>
                <a:gd name="T2" fmla="*/ 313 w 20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4">
                  <a:moveTo>
                    <a:pt x="11" y="0"/>
                  </a:moveTo>
                  <a:cubicBezTo>
                    <a:pt x="0" y="16"/>
                    <a:pt x="11" y="40"/>
                    <a:pt x="20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3" name="Freeform 1213">
              <a:extLst>
                <a:ext uri="{FF2B5EF4-FFF2-40B4-BE49-F238E27FC236}">
                  <a16:creationId xmlns:a16="http://schemas.microsoft.com/office/drawing/2014/main" id="{71048FE1-F371-46DE-9D1B-81D0D7F4E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2459"/>
              <a:ext cx="112" cy="370"/>
            </a:xfrm>
            <a:custGeom>
              <a:avLst/>
              <a:gdLst>
                <a:gd name="T0" fmla="*/ 0 w 45"/>
                <a:gd name="T1" fmla="*/ 2622 h 139"/>
                <a:gd name="T2" fmla="*/ 187 w 45"/>
                <a:gd name="T3" fmla="*/ 2090 h 139"/>
                <a:gd name="T4" fmla="*/ 279 w 45"/>
                <a:gd name="T5" fmla="*/ 1701 h 139"/>
                <a:gd name="T6" fmla="*/ 279 w 45"/>
                <a:gd name="T7" fmla="*/ 1318 h 139"/>
                <a:gd name="T8" fmla="*/ 682 w 45"/>
                <a:gd name="T9" fmla="*/ 602 h 139"/>
                <a:gd name="T10" fmla="*/ 632 w 45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39">
                  <a:moveTo>
                    <a:pt x="0" y="139"/>
                  </a:moveTo>
                  <a:cubicBezTo>
                    <a:pt x="4" y="129"/>
                    <a:pt x="7" y="121"/>
                    <a:pt x="12" y="111"/>
                  </a:cubicBezTo>
                  <a:cubicBezTo>
                    <a:pt x="16" y="104"/>
                    <a:pt x="19" y="98"/>
                    <a:pt x="18" y="90"/>
                  </a:cubicBezTo>
                  <a:cubicBezTo>
                    <a:pt x="18" y="83"/>
                    <a:pt x="15" y="77"/>
                    <a:pt x="18" y="70"/>
                  </a:cubicBezTo>
                  <a:cubicBezTo>
                    <a:pt x="23" y="55"/>
                    <a:pt x="41" y="49"/>
                    <a:pt x="44" y="32"/>
                  </a:cubicBezTo>
                  <a:cubicBezTo>
                    <a:pt x="45" y="23"/>
                    <a:pt x="44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4" name="Freeform 1214">
              <a:extLst>
                <a:ext uri="{FF2B5EF4-FFF2-40B4-BE49-F238E27FC236}">
                  <a16:creationId xmlns:a16="http://schemas.microsoft.com/office/drawing/2014/main" id="{CD04B2DF-433F-4A08-ADD3-353FB6B3C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429"/>
              <a:ext cx="110" cy="190"/>
            </a:xfrm>
            <a:custGeom>
              <a:avLst/>
              <a:gdLst>
                <a:gd name="T0" fmla="*/ 20 w 44"/>
                <a:gd name="T1" fmla="*/ 1359 h 71"/>
                <a:gd name="T2" fmla="*/ 20 w 44"/>
                <a:gd name="T3" fmla="*/ 1017 h 71"/>
                <a:gd name="T4" fmla="*/ 125 w 44"/>
                <a:gd name="T5" fmla="*/ 709 h 71"/>
                <a:gd name="T6" fmla="*/ 300 w 44"/>
                <a:gd name="T7" fmla="*/ 308 h 71"/>
                <a:gd name="T8" fmla="*/ 688 w 44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1">
                  <a:moveTo>
                    <a:pt x="1" y="71"/>
                  </a:moveTo>
                  <a:cubicBezTo>
                    <a:pt x="1" y="65"/>
                    <a:pt x="0" y="59"/>
                    <a:pt x="1" y="53"/>
                  </a:cubicBezTo>
                  <a:cubicBezTo>
                    <a:pt x="2" y="47"/>
                    <a:pt x="6" y="42"/>
                    <a:pt x="8" y="37"/>
                  </a:cubicBezTo>
                  <a:cubicBezTo>
                    <a:pt x="12" y="30"/>
                    <a:pt x="14" y="22"/>
                    <a:pt x="19" y="16"/>
                  </a:cubicBezTo>
                  <a:cubicBezTo>
                    <a:pt x="26" y="7"/>
                    <a:pt x="35" y="7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5" name="Freeform 1215">
              <a:extLst>
                <a:ext uri="{FF2B5EF4-FFF2-40B4-BE49-F238E27FC236}">
                  <a16:creationId xmlns:a16="http://schemas.microsoft.com/office/drawing/2014/main" id="{0F88DF67-8C0C-460A-B916-8F1A07085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571"/>
              <a:ext cx="65" cy="144"/>
            </a:xfrm>
            <a:custGeom>
              <a:avLst/>
              <a:gdLst>
                <a:gd name="T0" fmla="*/ 345 w 26"/>
                <a:gd name="T1" fmla="*/ 0 h 54"/>
                <a:gd name="T2" fmla="*/ 238 w 26"/>
                <a:gd name="T3" fmla="*/ 683 h 54"/>
                <a:gd name="T4" fmla="*/ 0 w 26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4">
                  <a:moveTo>
                    <a:pt x="22" y="0"/>
                  </a:moveTo>
                  <a:cubicBezTo>
                    <a:pt x="26" y="13"/>
                    <a:pt x="21" y="25"/>
                    <a:pt x="15" y="36"/>
                  </a:cubicBezTo>
                  <a:cubicBezTo>
                    <a:pt x="11" y="43"/>
                    <a:pt x="3" y="47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6" name="Freeform 1216">
              <a:extLst>
                <a:ext uri="{FF2B5EF4-FFF2-40B4-BE49-F238E27FC236}">
                  <a16:creationId xmlns:a16="http://schemas.microsoft.com/office/drawing/2014/main" id="{ECBF9B46-723C-4350-BC27-B12EBAC75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645"/>
              <a:ext cx="45" cy="187"/>
            </a:xfrm>
            <a:custGeom>
              <a:avLst/>
              <a:gdLst>
                <a:gd name="T0" fmla="*/ 283 w 18"/>
                <a:gd name="T1" fmla="*/ 0 h 70"/>
                <a:gd name="T2" fmla="*/ 83 w 18"/>
                <a:gd name="T3" fmla="*/ 227 h 70"/>
                <a:gd name="T4" fmla="*/ 20 w 18"/>
                <a:gd name="T5" fmla="*/ 727 h 70"/>
                <a:gd name="T6" fmla="*/ 0 w 18"/>
                <a:gd name="T7" fmla="*/ 133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0">
                  <a:moveTo>
                    <a:pt x="18" y="0"/>
                  </a:moveTo>
                  <a:cubicBezTo>
                    <a:pt x="12" y="3"/>
                    <a:pt x="8" y="5"/>
                    <a:pt x="5" y="12"/>
                  </a:cubicBezTo>
                  <a:cubicBezTo>
                    <a:pt x="2" y="20"/>
                    <a:pt x="2" y="30"/>
                    <a:pt x="1" y="38"/>
                  </a:cubicBezTo>
                  <a:cubicBezTo>
                    <a:pt x="0" y="49"/>
                    <a:pt x="1" y="59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7" name="Freeform 1217">
              <a:extLst>
                <a:ext uri="{FF2B5EF4-FFF2-40B4-BE49-F238E27FC236}">
                  <a16:creationId xmlns:a16="http://schemas.microsoft.com/office/drawing/2014/main" id="{636F800E-3660-4DA4-AC1A-50353ACB2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755"/>
              <a:ext cx="30" cy="125"/>
            </a:xfrm>
            <a:custGeom>
              <a:avLst/>
              <a:gdLst>
                <a:gd name="T0" fmla="*/ 50 w 12"/>
                <a:gd name="T1" fmla="*/ 0 h 47"/>
                <a:gd name="T2" fmla="*/ 0 w 12"/>
                <a:gd name="T3" fmla="*/ 8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3" y="0"/>
                  </a:moveTo>
                  <a:cubicBezTo>
                    <a:pt x="12" y="15"/>
                    <a:pt x="5" y="31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8" name="Freeform 1218">
              <a:extLst>
                <a:ext uri="{FF2B5EF4-FFF2-40B4-BE49-F238E27FC236}">
                  <a16:creationId xmlns:a16="http://schemas.microsoft.com/office/drawing/2014/main" id="{524090A8-53FF-4596-B316-E7733CB54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867"/>
              <a:ext cx="23" cy="152"/>
            </a:xfrm>
            <a:custGeom>
              <a:avLst/>
              <a:gdLst>
                <a:gd name="T0" fmla="*/ 0 w 9"/>
                <a:gd name="T1" fmla="*/ 0 h 57"/>
                <a:gd name="T2" fmla="*/ 118 w 9"/>
                <a:gd name="T3" fmla="*/ 149 h 57"/>
                <a:gd name="T4" fmla="*/ 151 w 9"/>
                <a:gd name="T5" fmla="*/ 547 h 57"/>
                <a:gd name="T6" fmla="*/ 66 w 9"/>
                <a:gd name="T7" fmla="*/ 1059 h 57"/>
                <a:gd name="T8" fmla="*/ 84 w 9"/>
                <a:gd name="T9" fmla="*/ 104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1" y="4"/>
                    <a:pt x="5" y="5"/>
                    <a:pt x="7" y="8"/>
                  </a:cubicBezTo>
                  <a:cubicBezTo>
                    <a:pt x="9" y="14"/>
                    <a:pt x="9" y="23"/>
                    <a:pt x="9" y="29"/>
                  </a:cubicBezTo>
                  <a:cubicBezTo>
                    <a:pt x="9" y="38"/>
                    <a:pt x="7" y="47"/>
                    <a:pt x="4" y="56"/>
                  </a:cubicBezTo>
                  <a:cubicBezTo>
                    <a:pt x="4" y="57"/>
                    <a:pt x="4" y="57"/>
                    <a:pt x="5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9" name="Freeform 1219">
              <a:extLst>
                <a:ext uri="{FF2B5EF4-FFF2-40B4-BE49-F238E27FC236}">
                  <a16:creationId xmlns:a16="http://schemas.microsoft.com/office/drawing/2014/main" id="{AF74038D-079A-464B-83A5-8CAB3D4B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147"/>
              <a:ext cx="75" cy="122"/>
            </a:xfrm>
            <a:custGeom>
              <a:avLst/>
              <a:gdLst>
                <a:gd name="T0" fmla="*/ 0 w 30"/>
                <a:gd name="T1" fmla="*/ 0 h 46"/>
                <a:gd name="T2" fmla="*/ 470 w 30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6">
                  <a:moveTo>
                    <a:pt x="0" y="0"/>
                  </a:moveTo>
                  <a:cubicBezTo>
                    <a:pt x="27" y="2"/>
                    <a:pt x="22" y="28"/>
                    <a:pt x="3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0" name="Freeform 1220">
              <a:extLst>
                <a:ext uri="{FF2B5EF4-FFF2-40B4-BE49-F238E27FC236}">
                  <a16:creationId xmlns:a16="http://schemas.microsoft.com/office/drawing/2014/main" id="{9F976F73-8A37-4379-AEA7-D74267BE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704"/>
              <a:ext cx="68" cy="117"/>
            </a:xfrm>
            <a:custGeom>
              <a:avLst/>
              <a:gdLst>
                <a:gd name="T0" fmla="*/ 242 w 27"/>
                <a:gd name="T1" fmla="*/ 827 h 44"/>
                <a:gd name="T2" fmla="*/ 431 w 27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4">
                  <a:moveTo>
                    <a:pt x="15" y="44"/>
                  </a:moveTo>
                  <a:cubicBezTo>
                    <a:pt x="0" y="30"/>
                    <a:pt x="19" y="12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1" name="Freeform 1221">
              <a:extLst>
                <a:ext uri="{FF2B5EF4-FFF2-40B4-BE49-F238E27FC236}">
                  <a16:creationId xmlns:a16="http://schemas.microsoft.com/office/drawing/2014/main" id="{BFBFE2C6-3992-4065-AA51-2E3D55823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3264"/>
              <a:ext cx="623" cy="219"/>
            </a:xfrm>
            <a:custGeom>
              <a:avLst/>
              <a:gdLst>
                <a:gd name="T0" fmla="*/ 0 w 249"/>
                <a:gd name="T1" fmla="*/ 572 h 82"/>
                <a:gd name="T2" fmla="*/ 95 w 249"/>
                <a:gd name="T3" fmla="*/ 662 h 82"/>
                <a:gd name="T4" fmla="*/ 313 w 249"/>
                <a:gd name="T5" fmla="*/ 820 h 82"/>
                <a:gd name="T6" fmla="*/ 676 w 249"/>
                <a:gd name="T7" fmla="*/ 913 h 82"/>
                <a:gd name="T8" fmla="*/ 988 w 249"/>
                <a:gd name="T9" fmla="*/ 1242 h 82"/>
                <a:gd name="T10" fmla="*/ 1804 w 249"/>
                <a:gd name="T11" fmla="*/ 1277 h 82"/>
                <a:gd name="T12" fmla="*/ 2442 w 249"/>
                <a:gd name="T13" fmla="*/ 1370 h 82"/>
                <a:gd name="T14" fmla="*/ 3067 w 249"/>
                <a:gd name="T15" fmla="*/ 1084 h 82"/>
                <a:gd name="T16" fmla="*/ 3693 w 249"/>
                <a:gd name="T17" fmla="*/ 956 h 82"/>
                <a:gd name="T18" fmla="*/ 3881 w 249"/>
                <a:gd name="T19" fmla="*/ 363 h 82"/>
                <a:gd name="T20" fmla="*/ 3868 w 249"/>
                <a:gd name="T21" fmla="*/ 0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9" h="82">
                  <a:moveTo>
                    <a:pt x="0" y="30"/>
                  </a:moveTo>
                  <a:cubicBezTo>
                    <a:pt x="4" y="29"/>
                    <a:pt x="3" y="32"/>
                    <a:pt x="6" y="35"/>
                  </a:cubicBezTo>
                  <a:cubicBezTo>
                    <a:pt x="10" y="40"/>
                    <a:pt x="13" y="42"/>
                    <a:pt x="20" y="43"/>
                  </a:cubicBezTo>
                  <a:cubicBezTo>
                    <a:pt x="28" y="45"/>
                    <a:pt x="36" y="44"/>
                    <a:pt x="43" y="48"/>
                  </a:cubicBezTo>
                  <a:cubicBezTo>
                    <a:pt x="52" y="52"/>
                    <a:pt x="56" y="59"/>
                    <a:pt x="63" y="65"/>
                  </a:cubicBezTo>
                  <a:cubicBezTo>
                    <a:pt x="80" y="82"/>
                    <a:pt x="95" y="71"/>
                    <a:pt x="115" y="67"/>
                  </a:cubicBezTo>
                  <a:cubicBezTo>
                    <a:pt x="130" y="64"/>
                    <a:pt x="141" y="72"/>
                    <a:pt x="156" y="72"/>
                  </a:cubicBezTo>
                  <a:cubicBezTo>
                    <a:pt x="173" y="73"/>
                    <a:pt x="181" y="63"/>
                    <a:pt x="196" y="57"/>
                  </a:cubicBezTo>
                  <a:cubicBezTo>
                    <a:pt x="209" y="51"/>
                    <a:pt x="224" y="56"/>
                    <a:pt x="236" y="50"/>
                  </a:cubicBezTo>
                  <a:cubicBezTo>
                    <a:pt x="249" y="45"/>
                    <a:pt x="247" y="31"/>
                    <a:pt x="248" y="19"/>
                  </a:cubicBezTo>
                  <a:cubicBezTo>
                    <a:pt x="249" y="14"/>
                    <a:pt x="245" y="4"/>
                    <a:pt x="2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2" name="Freeform 1222">
              <a:extLst>
                <a:ext uri="{FF2B5EF4-FFF2-40B4-BE49-F238E27FC236}">
                  <a16:creationId xmlns:a16="http://schemas.microsoft.com/office/drawing/2014/main" id="{0AB08628-A672-491A-84E2-5E938DAA1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3336"/>
              <a:ext cx="102" cy="51"/>
            </a:xfrm>
            <a:custGeom>
              <a:avLst/>
              <a:gdLst>
                <a:gd name="T0" fmla="*/ 0 w 41"/>
                <a:gd name="T1" fmla="*/ 21 h 19"/>
                <a:gd name="T2" fmla="*/ 403 w 41"/>
                <a:gd name="T3" fmla="*/ 81 h 19"/>
                <a:gd name="T4" fmla="*/ 632 w 41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9">
                  <a:moveTo>
                    <a:pt x="0" y="1"/>
                  </a:moveTo>
                  <a:cubicBezTo>
                    <a:pt x="8" y="4"/>
                    <a:pt x="18" y="0"/>
                    <a:pt x="26" y="4"/>
                  </a:cubicBezTo>
                  <a:cubicBezTo>
                    <a:pt x="32" y="6"/>
                    <a:pt x="39" y="13"/>
                    <a:pt x="41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3" name="Freeform 1223">
              <a:extLst>
                <a:ext uri="{FF2B5EF4-FFF2-40B4-BE49-F238E27FC236}">
                  <a16:creationId xmlns:a16="http://schemas.microsoft.com/office/drawing/2014/main" id="{63257629-74A9-47B4-905A-3D4BB1361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3397"/>
              <a:ext cx="138" cy="46"/>
            </a:xfrm>
            <a:custGeom>
              <a:avLst/>
              <a:gdLst>
                <a:gd name="T0" fmla="*/ 0 w 55"/>
                <a:gd name="T1" fmla="*/ 103 h 17"/>
                <a:gd name="T2" fmla="*/ 693 w 55"/>
                <a:gd name="T3" fmla="*/ 116 h 17"/>
                <a:gd name="T4" fmla="*/ 868 w 55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0" y="5"/>
                  </a:moveTo>
                  <a:cubicBezTo>
                    <a:pt x="12" y="2"/>
                    <a:pt x="34" y="0"/>
                    <a:pt x="44" y="6"/>
                  </a:cubicBezTo>
                  <a:cubicBezTo>
                    <a:pt x="48" y="9"/>
                    <a:pt x="52" y="16"/>
                    <a:pt x="55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4" name="Freeform 1224">
              <a:extLst>
                <a:ext uri="{FF2B5EF4-FFF2-40B4-BE49-F238E27FC236}">
                  <a16:creationId xmlns:a16="http://schemas.microsoft.com/office/drawing/2014/main" id="{AAE5AF26-89FE-464D-81BA-565F4801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3163"/>
              <a:ext cx="45" cy="117"/>
            </a:xfrm>
            <a:custGeom>
              <a:avLst/>
              <a:gdLst>
                <a:gd name="T0" fmla="*/ 0 w 18"/>
                <a:gd name="T1" fmla="*/ 0 h 44"/>
                <a:gd name="T2" fmla="*/ 83 w 18"/>
                <a:gd name="T3" fmla="*/ 487 h 44"/>
                <a:gd name="T4" fmla="*/ 283 w 18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1" y="10"/>
                    <a:pt x="0" y="16"/>
                    <a:pt x="5" y="26"/>
                  </a:cubicBezTo>
                  <a:cubicBezTo>
                    <a:pt x="9" y="32"/>
                    <a:pt x="13" y="39"/>
                    <a:pt x="18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5" name="Freeform 1225">
              <a:extLst>
                <a:ext uri="{FF2B5EF4-FFF2-40B4-BE49-F238E27FC236}">
                  <a16:creationId xmlns:a16="http://schemas.microsoft.com/office/drawing/2014/main" id="{DBCF4C38-487B-452C-A10A-C9A61F23F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3259"/>
              <a:ext cx="233" cy="232"/>
            </a:xfrm>
            <a:custGeom>
              <a:avLst/>
              <a:gdLst>
                <a:gd name="T0" fmla="*/ 0 w 93"/>
                <a:gd name="T1" fmla="*/ 0 h 87"/>
                <a:gd name="T2" fmla="*/ 313 w 93"/>
                <a:gd name="T3" fmla="*/ 477 h 87"/>
                <a:gd name="T4" fmla="*/ 501 w 93"/>
                <a:gd name="T5" fmla="*/ 491 h 87"/>
                <a:gd name="T6" fmla="*/ 616 w 93"/>
                <a:gd name="T7" fmla="*/ 760 h 87"/>
                <a:gd name="T8" fmla="*/ 742 w 93"/>
                <a:gd name="T9" fmla="*/ 1101 h 87"/>
                <a:gd name="T10" fmla="*/ 1117 w 93"/>
                <a:gd name="T11" fmla="*/ 1309 h 87"/>
                <a:gd name="T12" fmla="*/ 1350 w 93"/>
                <a:gd name="T13" fmla="*/ 1459 h 87"/>
                <a:gd name="T14" fmla="*/ 1431 w 93"/>
                <a:gd name="T15" fmla="*/ 1557 h 87"/>
                <a:gd name="T16" fmla="*/ 1463 w 93"/>
                <a:gd name="T17" fmla="*/ 1592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87">
                  <a:moveTo>
                    <a:pt x="0" y="0"/>
                  </a:moveTo>
                  <a:cubicBezTo>
                    <a:pt x="3" y="13"/>
                    <a:pt x="5" y="22"/>
                    <a:pt x="20" y="25"/>
                  </a:cubicBezTo>
                  <a:cubicBezTo>
                    <a:pt x="23" y="26"/>
                    <a:pt x="30" y="25"/>
                    <a:pt x="32" y="26"/>
                  </a:cubicBezTo>
                  <a:cubicBezTo>
                    <a:pt x="36" y="29"/>
                    <a:pt x="38" y="37"/>
                    <a:pt x="39" y="40"/>
                  </a:cubicBezTo>
                  <a:cubicBezTo>
                    <a:pt x="42" y="47"/>
                    <a:pt x="42" y="53"/>
                    <a:pt x="47" y="58"/>
                  </a:cubicBezTo>
                  <a:cubicBezTo>
                    <a:pt x="53" y="66"/>
                    <a:pt x="62" y="67"/>
                    <a:pt x="71" y="69"/>
                  </a:cubicBezTo>
                  <a:cubicBezTo>
                    <a:pt x="77" y="71"/>
                    <a:pt x="81" y="72"/>
                    <a:pt x="86" y="77"/>
                  </a:cubicBezTo>
                  <a:cubicBezTo>
                    <a:pt x="88" y="79"/>
                    <a:pt x="89" y="81"/>
                    <a:pt x="91" y="82"/>
                  </a:cubicBezTo>
                  <a:cubicBezTo>
                    <a:pt x="92" y="84"/>
                    <a:pt x="93" y="87"/>
                    <a:pt x="93" y="8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6" name="Freeform 1226">
              <a:extLst>
                <a:ext uri="{FF2B5EF4-FFF2-40B4-BE49-F238E27FC236}">
                  <a16:creationId xmlns:a16="http://schemas.microsoft.com/office/drawing/2014/main" id="{D2E0AB63-C146-4794-AAE8-B237495CC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376"/>
              <a:ext cx="120" cy="75"/>
            </a:xfrm>
            <a:custGeom>
              <a:avLst/>
              <a:gdLst>
                <a:gd name="T0" fmla="*/ 0 w 48"/>
                <a:gd name="T1" fmla="*/ 0 h 28"/>
                <a:gd name="T2" fmla="*/ 363 w 48"/>
                <a:gd name="T3" fmla="*/ 517 h 28"/>
                <a:gd name="T4" fmla="*/ 750 w 48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0" y="0"/>
                  </a:moveTo>
                  <a:cubicBezTo>
                    <a:pt x="8" y="10"/>
                    <a:pt x="9" y="24"/>
                    <a:pt x="23" y="27"/>
                  </a:cubicBezTo>
                  <a:cubicBezTo>
                    <a:pt x="31" y="28"/>
                    <a:pt x="40" y="26"/>
                    <a:pt x="48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7" name="Freeform 1227">
              <a:extLst>
                <a:ext uri="{FF2B5EF4-FFF2-40B4-BE49-F238E27FC236}">
                  <a16:creationId xmlns:a16="http://schemas.microsoft.com/office/drawing/2014/main" id="{23400CA0-C857-4F6C-918F-D73E3F060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323"/>
              <a:ext cx="75" cy="98"/>
            </a:xfrm>
            <a:custGeom>
              <a:avLst/>
              <a:gdLst>
                <a:gd name="T0" fmla="*/ 0 w 30"/>
                <a:gd name="T1" fmla="*/ 0 h 37"/>
                <a:gd name="T2" fmla="*/ 250 w 30"/>
                <a:gd name="T3" fmla="*/ 485 h 37"/>
                <a:gd name="T4" fmla="*/ 470 w 30"/>
                <a:gd name="T5" fmla="*/ 68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7">
                  <a:moveTo>
                    <a:pt x="0" y="0"/>
                  </a:moveTo>
                  <a:cubicBezTo>
                    <a:pt x="2" y="12"/>
                    <a:pt x="8" y="17"/>
                    <a:pt x="16" y="26"/>
                  </a:cubicBezTo>
                  <a:cubicBezTo>
                    <a:pt x="20" y="29"/>
                    <a:pt x="25" y="36"/>
                    <a:pt x="3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8" name="Freeform 1228">
              <a:extLst>
                <a:ext uri="{FF2B5EF4-FFF2-40B4-BE49-F238E27FC236}">
                  <a16:creationId xmlns:a16="http://schemas.microsoft.com/office/drawing/2014/main" id="{9E1A14B2-14A6-4779-8E09-8D03AF9AE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3400"/>
              <a:ext cx="170" cy="40"/>
            </a:xfrm>
            <a:custGeom>
              <a:avLst/>
              <a:gdLst>
                <a:gd name="T0" fmla="*/ 0 w 68"/>
                <a:gd name="T1" fmla="*/ 285 h 15"/>
                <a:gd name="T2" fmla="*/ 613 w 68"/>
                <a:gd name="T3" fmla="*/ 21 h 15"/>
                <a:gd name="T4" fmla="*/ 1050 w 68"/>
                <a:gd name="T5" fmla="*/ 136 h 15"/>
                <a:gd name="T6" fmla="*/ 1050 w 68"/>
                <a:gd name="T7" fmla="*/ 1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5">
                  <a:moveTo>
                    <a:pt x="0" y="15"/>
                  </a:moveTo>
                  <a:cubicBezTo>
                    <a:pt x="14" y="13"/>
                    <a:pt x="25" y="0"/>
                    <a:pt x="39" y="1"/>
                  </a:cubicBezTo>
                  <a:cubicBezTo>
                    <a:pt x="48" y="2"/>
                    <a:pt x="58" y="5"/>
                    <a:pt x="67" y="7"/>
                  </a:cubicBezTo>
                  <a:cubicBezTo>
                    <a:pt x="68" y="7"/>
                    <a:pt x="68" y="7"/>
                    <a:pt x="67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9" name="Freeform 1229">
              <a:extLst>
                <a:ext uri="{FF2B5EF4-FFF2-40B4-BE49-F238E27FC236}">
                  <a16:creationId xmlns:a16="http://schemas.microsoft.com/office/drawing/2014/main" id="{1E63BC4F-2A3D-4027-805B-FC38582F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269"/>
              <a:ext cx="92" cy="136"/>
            </a:xfrm>
            <a:custGeom>
              <a:avLst/>
              <a:gdLst>
                <a:gd name="T0" fmla="*/ 0 w 37"/>
                <a:gd name="T1" fmla="*/ 968 h 51"/>
                <a:gd name="T2" fmla="*/ 259 w 37"/>
                <a:gd name="T3" fmla="*/ 832 h 51"/>
                <a:gd name="T4" fmla="*/ 383 w 37"/>
                <a:gd name="T5" fmla="*/ 533 h 51"/>
                <a:gd name="T6" fmla="*/ 525 w 37"/>
                <a:gd name="T7" fmla="*/ 264 h 51"/>
                <a:gd name="T8" fmla="*/ 537 w 3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1">
                  <a:moveTo>
                    <a:pt x="0" y="51"/>
                  </a:moveTo>
                  <a:cubicBezTo>
                    <a:pt x="5" y="49"/>
                    <a:pt x="13" y="50"/>
                    <a:pt x="17" y="44"/>
                  </a:cubicBezTo>
                  <a:cubicBezTo>
                    <a:pt x="20" y="40"/>
                    <a:pt x="21" y="33"/>
                    <a:pt x="25" y="28"/>
                  </a:cubicBezTo>
                  <a:cubicBezTo>
                    <a:pt x="28" y="23"/>
                    <a:pt x="32" y="20"/>
                    <a:pt x="34" y="14"/>
                  </a:cubicBezTo>
                  <a:cubicBezTo>
                    <a:pt x="35" y="11"/>
                    <a:pt x="37" y="1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0" name="Freeform 1230">
              <a:extLst>
                <a:ext uri="{FF2B5EF4-FFF2-40B4-BE49-F238E27FC236}">
                  <a16:creationId xmlns:a16="http://schemas.microsoft.com/office/drawing/2014/main" id="{C69AD830-3AE1-4C91-84E6-EC053967A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3357"/>
              <a:ext cx="148" cy="51"/>
            </a:xfrm>
            <a:custGeom>
              <a:avLst/>
              <a:gdLst>
                <a:gd name="T0" fmla="*/ 0 w 59"/>
                <a:gd name="T1" fmla="*/ 368 h 19"/>
                <a:gd name="T2" fmla="*/ 931 w 5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9">
                  <a:moveTo>
                    <a:pt x="0" y="19"/>
                  </a:moveTo>
                  <a:cubicBezTo>
                    <a:pt x="9" y="1"/>
                    <a:pt x="41" y="0"/>
                    <a:pt x="5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1" name="Freeform 1231">
              <a:extLst>
                <a:ext uri="{FF2B5EF4-FFF2-40B4-BE49-F238E27FC236}">
                  <a16:creationId xmlns:a16="http://schemas.microsoft.com/office/drawing/2014/main" id="{65EDE07F-CB9C-4A8E-9446-641F34613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3451"/>
              <a:ext cx="120" cy="34"/>
            </a:xfrm>
            <a:custGeom>
              <a:avLst/>
              <a:gdLst>
                <a:gd name="T0" fmla="*/ 0 w 48"/>
                <a:gd name="T1" fmla="*/ 89 h 13"/>
                <a:gd name="T2" fmla="*/ 470 w 48"/>
                <a:gd name="T3" fmla="*/ 178 h 13"/>
                <a:gd name="T4" fmla="*/ 750 w 48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3">
                  <a:moveTo>
                    <a:pt x="0" y="5"/>
                  </a:moveTo>
                  <a:cubicBezTo>
                    <a:pt x="8" y="11"/>
                    <a:pt x="20" y="13"/>
                    <a:pt x="30" y="10"/>
                  </a:cubicBezTo>
                  <a:cubicBezTo>
                    <a:pt x="34" y="9"/>
                    <a:pt x="46" y="0"/>
                    <a:pt x="48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2" name="Freeform 1232">
              <a:extLst>
                <a:ext uri="{FF2B5EF4-FFF2-40B4-BE49-F238E27FC236}">
                  <a16:creationId xmlns:a16="http://schemas.microsoft.com/office/drawing/2014/main" id="{E57DFDB3-7315-4C1E-9C64-F40621E2E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3464"/>
              <a:ext cx="197" cy="59"/>
            </a:xfrm>
            <a:custGeom>
              <a:avLst/>
              <a:gdLst>
                <a:gd name="T0" fmla="*/ 0 w 79"/>
                <a:gd name="T1" fmla="*/ 215 h 22"/>
                <a:gd name="T2" fmla="*/ 436 w 79"/>
                <a:gd name="T3" fmla="*/ 35 h 22"/>
                <a:gd name="T4" fmla="*/ 746 w 79"/>
                <a:gd name="T5" fmla="*/ 35 h 22"/>
                <a:gd name="T6" fmla="*/ 1224 w 79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2">
                  <a:moveTo>
                    <a:pt x="0" y="11"/>
                  </a:moveTo>
                  <a:cubicBezTo>
                    <a:pt x="7" y="4"/>
                    <a:pt x="19" y="4"/>
                    <a:pt x="28" y="2"/>
                  </a:cubicBezTo>
                  <a:cubicBezTo>
                    <a:pt x="35" y="1"/>
                    <a:pt x="40" y="0"/>
                    <a:pt x="48" y="2"/>
                  </a:cubicBezTo>
                  <a:cubicBezTo>
                    <a:pt x="57" y="5"/>
                    <a:pt x="75" y="16"/>
                    <a:pt x="79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3" name="Freeform 1233">
              <a:extLst>
                <a:ext uri="{FF2B5EF4-FFF2-40B4-BE49-F238E27FC236}">
                  <a16:creationId xmlns:a16="http://schemas.microsoft.com/office/drawing/2014/main" id="{E3587989-C972-4E8F-8B28-1A395E089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3472"/>
              <a:ext cx="145" cy="32"/>
            </a:xfrm>
            <a:custGeom>
              <a:avLst/>
              <a:gdLst>
                <a:gd name="T0" fmla="*/ 0 w 58"/>
                <a:gd name="T1" fmla="*/ 0 h 12"/>
                <a:gd name="T2" fmla="*/ 458 w 58"/>
                <a:gd name="T3" fmla="*/ 115 h 12"/>
                <a:gd name="T4" fmla="*/ 783 w 58"/>
                <a:gd name="T5" fmla="*/ 115 h 12"/>
                <a:gd name="T6" fmla="*/ 908 w 58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6" y="12"/>
                    <a:pt x="19" y="8"/>
                    <a:pt x="29" y="6"/>
                  </a:cubicBezTo>
                  <a:cubicBezTo>
                    <a:pt x="36" y="4"/>
                    <a:pt x="44" y="3"/>
                    <a:pt x="50" y="6"/>
                  </a:cubicBezTo>
                  <a:cubicBezTo>
                    <a:pt x="53" y="7"/>
                    <a:pt x="55" y="9"/>
                    <a:pt x="58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4" name="Freeform 1234">
              <a:extLst>
                <a:ext uri="{FF2B5EF4-FFF2-40B4-BE49-F238E27FC236}">
                  <a16:creationId xmlns:a16="http://schemas.microsoft.com/office/drawing/2014/main" id="{BEFA0074-0B75-4652-B3D7-889385498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3408"/>
              <a:ext cx="115" cy="72"/>
            </a:xfrm>
            <a:custGeom>
              <a:avLst/>
              <a:gdLst>
                <a:gd name="T0" fmla="*/ 0 w 46"/>
                <a:gd name="T1" fmla="*/ 512 h 27"/>
                <a:gd name="T2" fmla="*/ 175 w 46"/>
                <a:gd name="T3" fmla="*/ 456 h 27"/>
                <a:gd name="T4" fmla="*/ 458 w 46"/>
                <a:gd name="T5" fmla="*/ 341 h 27"/>
                <a:gd name="T6" fmla="*/ 720 w 4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7">
                  <a:moveTo>
                    <a:pt x="0" y="27"/>
                  </a:moveTo>
                  <a:cubicBezTo>
                    <a:pt x="4" y="27"/>
                    <a:pt x="8" y="25"/>
                    <a:pt x="11" y="24"/>
                  </a:cubicBezTo>
                  <a:cubicBezTo>
                    <a:pt x="17" y="21"/>
                    <a:pt x="23" y="21"/>
                    <a:pt x="29" y="18"/>
                  </a:cubicBezTo>
                  <a:cubicBezTo>
                    <a:pt x="39" y="15"/>
                    <a:pt x="38" y="4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5" name="Freeform 1235">
              <a:extLst>
                <a:ext uri="{FF2B5EF4-FFF2-40B4-BE49-F238E27FC236}">
                  <a16:creationId xmlns:a16="http://schemas.microsoft.com/office/drawing/2014/main" id="{BD3C7C83-01CC-429F-9144-397BDDCA3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328"/>
              <a:ext cx="305" cy="277"/>
            </a:xfrm>
            <a:custGeom>
              <a:avLst/>
              <a:gdLst>
                <a:gd name="T0" fmla="*/ 0 w 122"/>
                <a:gd name="T1" fmla="*/ 0 h 104"/>
                <a:gd name="T2" fmla="*/ 283 w 122"/>
                <a:gd name="T3" fmla="*/ 149 h 104"/>
                <a:gd name="T4" fmla="*/ 595 w 122"/>
                <a:gd name="T5" fmla="*/ 431 h 104"/>
                <a:gd name="T6" fmla="*/ 845 w 122"/>
                <a:gd name="T7" fmla="*/ 546 h 104"/>
                <a:gd name="T8" fmla="*/ 875 w 122"/>
                <a:gd name="T9" fmla="*/ 738 h 104"/>
                <a:gd name="T10" fmla="*/ 1020 w 122"/>
                <a:gd name="T11" fmla="*/ 887 h 104"/>
                <a:gd name="T12" fmla="*/ 1300 w 122"/>
                <a:gd name="T13" fmla="*/ 1092 h 104"/>
                <a:gd name="T14" fmla="*/ 1375 w 122"/>
                <a:gd name="T15" fmla="*/ 1510 h 104"/>
                <a:gd name="T16" fmla="*/ 1908 w 122"/>
                <a:gd name="T17" fmla="*/ 1966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104">
                  <a:moveTo>
                    <a:pt x="0" y="0"/>
                  </a:moveTo>
                  <a:cubicBezTo>
                    <a:pt x="6" y="4"/>
                    <a:pt x="13" y="3"/>
                    <a:pt x="18" y="8"/>
                  </a:cubicBezTo>
                  <a:cubicBezTo>
                    <a:pt x="25" y="14"/>
                    <a:pt x="29" y="20"/>
                    <a:pt x="38" y="23"/>
                  </a:cubicBezTo>
                  <a:cubicBezTo>
                    <a:pt x="44" y="24"/>
                    <a:pt x="51" y="23"/>
                    <a:pt x="54" y="29"/>
                  </a:cubicBezTo>
                  <a:cubicBezTo>
                    <a:pt x="56" y="31"/>
                    <a:pt x="55" y="36"/>
                    <a:pt x="56" y="39"/>
                  </a:cubicBezTo>
                  <a:cubicBezTo>
                    <a:pt x="58" y="42"/>
                    <a:pt x="62" y="45"/>
                    <a:pt x="65" y="47"/>
                  </a:cubicBezTo>
                  <a:cubicBezTo>
                    <a:pt x="70" y="52"/>
                    <a:pt x="78" y="54"/>
                    <a:pt x="83" y="58"/>
                  </a:cubicBezTo>
                  <a:cubicBezTo>
                    <a:pt x="88" y="63"/>
                    <a:pt x="86" y="73"/>
                    <a:pt x="88" y="80"/>
                  </a:cubicBezTo>
                  <a:cubicBezTo>
                    <a:pt x="94" y="99"/>
                    <a:pt x="108" y="97"/>
                    <a:pt x="122" y="10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6" name="Freeform 1236">
              <a:extLst>
                <a:ext uri="{FF2B5EF4-FFF2-40B4-BE49-F238E27FC236}">
                  <a16:creationId xmlns:a16="http://schemas.microsoft.com/office/drawing/2014/main" id="{A6A751E2-A841-4C7D-9D45-4D53FB6DF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381"/>
              <a:ext cx="145" cy="182"/>
            </a:xfrm>
            <a:custGeom>
              <a:avLst/>
              <a:gdLst>
                <a:gd name="T0" fmla="*/ 0 w 58"/>
                <a:gd name="T1" fmla="*/ 0 h 68"/>
                <a:gd name="T2" fmla="*/ 300 w 58"/>
                <a:gd name="T3" fmla="*/ 401 h 68"/>
                <a:gd name="T4" fmla="*/ 520 w 58"/>
                <a:gd name="T5" fmla="*/ 653 h 68"/>
                <a:gd name="T6" fmla="*/ 908 w 58"/>
                <a:gd name="T7" fmla="*/ 130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8">
                  <a:moveTo>
                    <a:pt x="0" y="0"/>
                  </a:moveTo>
                  <a:cubicBezTo>
                    <a:pt x="0" y="10"/>
                    <a:pt x="10" y="18"/>
                    <a:pt x="19" y="21"/>
                  </a:cubicBezTo>
                  <a:cubicBezTo>
                    <a:pt x="27" y="24"/>
                    <a:pt x="30" y="25"/>
                    <a:pt x="33" y="34"/>
                  </a:cubicBezTo>
                  <a:cubicBezTo>
                    <a:pt x="39" y="49"/>
                    <a:pt x="51" y="56"/>
                    <a:pt x="58" y="6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7" name="Freeform 1237">
              <a:extLst>
                <a:ext uri="{FF2B5EF4-FFF2-40B4-BE49-F238E27FC236}">
                  <a16:creationId xmlns:a16="http://schemas.microsoft.com/office/drawing/2014/main" id="{68EF74CC-9FBF-4138-88C0-3F2E8A208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581"/>
              <a:ext cx="77" cy="443"/>
            </a:xfrm>
            <a:custGeom>
              <a:avLst/>
              <a:gdLst>
                <a:gd name="T0" fmla="*/ 124 w 31"/>
                <a:gd name="T1" fmla="*/ 0 h 166"/>
                <a:gd name="T2" fmla="*/ 320 w 31"/>
                <a:gd name="T3" fmla="*/ 763 h 166"/>
                <a:gd name="T4" fmla="*/ 216 w 31"/>
                <a:gd name="T5" fmla="*/ 1332 h 166"/>
                <a:gd name="T6" fmla="*/ 412 w 31"/>
                <a:gd name="T7" fmla="*/ 1788 h 166"/>
                <a:gd name="T8" fmla="*/ 216 w 31"/>
                <a:gd name="T9" fmla="*/ 2642 h 166"/>
                <a:gd name="T10" fmla="*/ 166 w 31"/>
                <a:gd name="T11" fmla="*/ 3005 h 166"/>
                <a:gd name="T12" fmla="*/ 0 w 31"/>
                <a:gd name="T13" fmla="*/ 3154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66">
                  <a:moveTo>
                    <a:pt x="8" y="0"/>
                  </a:moveTo>
                  <a:cubicBezTo>
                    <a:pt x="8" y="15"/>
                    <a:pt x="25" y="22"/>
                    <a:pt x="21" y="40"/>
                  </a:cubicBezTo>
                  <a:cubicBezTo>
                    <a:pt x="19" y="50"/>
                    <a:pt x="11" y="60"/>
                    <a:pt x="14" y="70"/>
                  </a:cubicBezTo>
                  <a:cubicBezTo>
                    <a:pt x="16" y="80"/>
                    <a:pt x="25" y="85"/>
                    <a:pt x="27" y="94"/>
                  </a:cubicBezTo>
                  <a:cubicBezTo>
                    <a:pt x="31" y="112"/>
                    <a:pt x="11" y="122"/>
                    <a:pt x="14" y="139"/>
                  </a:cubicBezTo>
                  <a:cubicBezTo>
                    <a:pt x="15" y="148"/>
                    <a:pt x="17" y="151"/>
                    <a:pt x="11" y="158"/>
                  </a:cubicBezTo>
                  <a:cubicBezTo>
                    <a:pt x="8" y="161"/>
                    <a:pt x="4" y="165"/>
                    <a:pt x="0" y="1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8" name="Freeform 1238">
              <a:extLst>
                <a:ext uri="{FF2B5EF4-FFF2-40B4-BE49-F238E27FC236}">
                  <a16:creationId xmlns:a16="http://schemas.microsoft.com/office/drawing/2014/main" id="{4885902C-2A46-4007-8792-6D490AB79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773"/>
              <a:ext cx="15" cy="150"/>
            </a:xfrm>
            <a:custGeom>
              <a:avLst/>
              <a:gdLst>
                <a:gd name="T0" fmla="*/ 50 w 6"/>
                <a:gd name="T1" fmla="*/ 0 h 56"/>
                <a:gd name="T2" fmla="*/ 20 w 6"/>
                <a:gd name="T3" fmla="*/ 595 h 56"/>
                <a:gd name="T4" fmla="*/ 83 w 6"/>
                <a:gd name="T5" fmla="*/ 868 h 56"/>
                <a:gd name="T6" fmla="*/ 83 w 6"/>
                <a:gd name="T7" fmla="*/ 107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6">
                  <a:moveTo>
                    <a:pt x="3" y="0"/>
                  </a:moveTo>
                  <a:cubicBezTo>
                    <a:pt x="6" y="11"/>
                    <a:pt x="0" y="20"/>
                    <a:pt x="1" y="31"/>
                  </a:cubicBezTo>
                  <a:cubicBezTo>
                    <a:pt x="1" y="36"/>
                    <a:pt x="4" y="40"/>
                    <a:pt x="5" y="45"/>
                  </a:cubicBezTo>
                  <a:cubicBezTo>
                    <a:pt x="5" y="49"/>
                    <a:pt x="3" y="53"/>
                    <a:pt x="5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9" name="Freeform 1239">
              <a:extLst>
                <a:ext uri="{FF2B5EF4-FFF2-40B4-BE49-F238E27FC236}">
                  <a16:creationId xmlns:a16="http://schemas.microsoft.com/office/drawing/2014/main" id="{71CFB5FA-4C41-4661-8940-9D1B6F2EE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669"/>
              <a:ext cx="28" cy="142"/>
            </a:xfrm>
            <a:custGeom>
              <a:avLst/>
              <a:gdLst>
                <a:gd name="T0" fmla="*/ 0 w 11"/>
                <a:gd name="T1" fmla="*/ 0 h 53"/>
                <a:gd name="T2" fmla="*/ 117 w 11"/>
                <a:gd name="T3" fmla="*/ 209 h 53"/>
                <a:gd name="T4" fmla="*/ 117 w 11"/>
                <a:gd name="T5" fmla="*/ 560 h 53"/>
                <a:gd name="T6" fmla="*/ 51 w 11"/>
                <a:gd name="T7" fmla="*/ 1018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3">
                  <a:moveTo>
                    <a:pt x="0" y="0"/>
                  </a:moveTo>
                  <a:cubicBezTo>
                    <a:pt x="2" y="4"/>
                    <a:pt x="5" y="7"/>
                    <a:pt x="7" y="11"/>
                  </a:cubicBezTo>
                  <a:cubicBezTo>
                    <a:pt x="11" y="17"/>
                    <a:pt x="9" y="22"/>
                    <a:pt x="7" y="29"/>
                  </a:cubicBezTo>
                  <a:cubicBezTo>
                    <a:pt x="6" y="36"/>
                    <a:pt x="8" y="48"/>
                    <a:pt x="3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0" name="Freeform 1240">
              <a:extLst>
                <a:ext uri="{FF2B5EF4-FFF2-40B4-BE49-F238E27FC236}">
                  <a16:creationId xmlns:a16="http://schemas.microsoft.com/office/drawing/2014/main" id="{638A33A8-FC77-486B-AA93-FB17E6CB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752"/>
              <a:ext cx="45" cy="347"/>
            </a:xfrm>
            <a:custGeom>
              <a:avLst/>
              <a:gdLst>
                <a:gd name="T0" fmla="*/ 0 w 18"/>
                <a:gd name="T1" fmla="*/ 0 h 130"/>
                <a:gd name="T2" fmla="*/ 220 w 18"/>
                <a:gd name="T3" fmla="*/ 705 h 130"/>
                <a:gd name="T4" fmla="*/ 125 w 18"/>
                <a:gd name="T5" fmla="*/ 1412 h 130"/>
                <a:gd name="T6" fmla="*/ 283 w 18"/>
                <a:gd name="T7" fmla="*/ 1732 h 130"/>
                <a:gd name="T8" fmla="*/ 208 w 18"/>
                <a:gd name="T9" fmla="*/ 2053 h 130"/>
                <a:gd name="T10" fmla="*/ 208 w 18"/>
                <a:gd name="T11" fmla="*/ 2472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0">
                  <a:moveTo>
                    <a:pt x="0" y="0"/>
                  </a:moveTo>
                  <a:cubicBezTo>
                    <a:pt x="6" y="11"/>
                    <a:pt x="17" y="23"/>
                    <a:pt x="14" y="37"/>
                  </a:cubicBezTo>
                  <a:cubicBezTo>
                    <a:pt x="11" y="48"/>
                    <a:pt x="1" y="63"/>
                    <a:pt x="8" y="74"/>
                  </a:cubicBezTo>
                  <a:cubicBezTo>
                    <a:pt x="12" y="80"/>
                    <a:pt x="17" y="83"/>
                    <a:pt x="18" y="91"/>
                  </a:cubicBezTo>
                  <a:cubicBezTo>
                    <a:pt x="18" y="97"/>
                    <a:pt x="15" y="102"/>
                    <a:pt x="13" y="108"/>
                  </a:cubicBezTo>
                  <a:cubicBezTo>
                    <a:pt x="11" y="114"/>
                    <a:pt x="9" y="126"/>
                    <a:pt x="13" y="1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1" name="Freeform 1241">
              <a:extLst>
                <a:ext uri="{FF2B5EF4-FFF2-40B4-BE49-F238E27FC236}">
                  <a16:creationId xmlns:a16="http://schemas.microsoft.com/office/drawing/2014/main" id="{BFE1E45E-A31B-4B4D-B3D3-1A6D2BC95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933"/>
              <a:ext cx="35" cy="182"/>
            </a:xfrm>
            <a:custGeom>
              <a:avLst/>
              <a:gdLst>
                <a:gd name="T0" fmla="*/ 145 w 14"/>
                <a:gd name="T1" fmla="*/ 0 h 68"/>
                <a:gd name="T2" fmla="*/ 50 w 14"/>
                <a:gd name="T3" fmla="*/ 388 h 68"/>
                <a:gd name="T4" fmla="*/ 95 w 14"/>
                <a:gd name="T5" fmla="*/ 846 h 68"/>
                <a:gd name="T6" fmla="*/ 220 w 14"/>
                <a:gd name="T7" fmla="*/ 130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8">
                  <a:moveTo>
                    <a:pt x="9" y="0"/>
                  </a:moveTo>
                  <a:cubicBezTo>
                    <a:pt x="10" y="7"/>
                    <a:pt x="5" y="13"/>
                    <a:pt x="3" y="20"/>
                  </a:cubicBezTo>
                  <a:cubicBezTo>
                    <a:pt x="0" y="29"/>
                    <a:pt x="3" y="36"/>
                    <a:pt x="6" y="44"/>
                  </a:cubicBezTo>
                  <a:cubicBezTo>
                    <a:pt x="9" y="51"/>
                    <a:pt x="14" y="63"/>
                    <a:pt x="14" y="6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2" name="Freeform 1242">
              <a:extLst>
                <a:ext uri="{FF2B5EF4-FFF2-40B4-BE49-F238E27FC236}">
                  <a16:creationId xmlns:a16="http://schemas.microsoft.com/office/drawing/2014/main" id="{FD5D90D4-3303-46E6-B22E-08429F025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525"/>
              <a:ext cx="100" cy="152"/>
            </a:xfrm>
            <a:custGeom>
              <a:avLst/>
              <a:gdLst>
                <a:gd name="T0" fmla="*/ 83 w 40"/>
                <a:gd name="T1" fmla="*/ 0 h 57"/>
                <a:gd name="T2" fmla="*/ 375 w 40"/>
                <a:gd name="T3" fmla="*/ 739 h 57"/>
                <a:gd name="T4" fmla="*/ 625 w 40"/>
                <a:gd name="T5" fmla="*/ 108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7">
                  <a:moveTo>
                    <a:pt x="5" y="0"/>
                  </a:moveTo>
                  <a:cubicBezTo>
                    <a:pt x="0" y="16"/>
                    <a:pt x="13" y="32"/>
                    <a:pt x="24" y="39"/>
                  </a:cubicBezTo>
                  <a:cubicBezTo>
                    <a:pt x="33" y="45"/>
                    <a:pt x="37" y="47"/>
                    <a:pt x="4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3" name="Freeform 1243">
              <a:extLst>
                <a:ext uri="{FF2B5EF4-FFF2-40B4-BE49-F238E27FC236}">
                  <a16:creationId xmlns:a16="http://schemas.microsoft.com/office/drawing/2014/main" id="{52FCD794-BE2C-4459-94FC-AAAEA2690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621"/>
              <a:ext cx="35" cy="150"/>
            </a:xfrm>
            <a:custGeom>
              <a:avLst/>
              <a:gdLst>
                <a:gd name="T0" fmla="*/ 0 w 14"/>
                <a:gd name="T1" fmla="*/ 0 h 56"/>
                <a:gd name="T2" fmla="*/ 0 w 14"/>
                <a:gd name="T3" fmla="*/ 346 h 56"/>
                <a:gd name="T4" fmla="*/ 113 w 14"/>
                <a:gd name="T5" fmla="*/ 675 h 56"/>
                <a:gd name="T6" fmla="*/ 220 w 14"/>
                <a:gd name="T7" fmla="*/ 107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6">
                  <a:moveTo>
                    <a:pt x="0" y="0"/>
                  </a:moveTo>
                  <a:cubicBezTo>
                    <a:pt x="2" y="6"/>
                    <a:pt x="0" y="12"/>
                    <a:pt x="0" y="18"/>
                  </a:cubicBezTo>
                  <a:cubicBezTo>
                    <a:pt x="1" y="24"/>
                    <a:pt x="4" y="29"/>
                    <a:pt x="7" y="35"/>
                  </a:cubicBezTo>
                  <a:cubicBezTo>
                    <a:pt x="11" y="42"/>
                    <a:pt x="13" y="50"/>
                    <a:pt x="14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4" name="Freeform 1244">
              <a:extLst>
                <a:ext uri="{FF2B5EF4-FFF2-40B4-BE49-F238E27FC236}">
                  <a16:creationId xmlns:a16="http://schemas.microsoft.com/office/drawing/2014/main" id="{EE9025FF-6FB8-4A65-A083-9F05B8838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608"/>
              <a:ext cx="52" cy="160"/>
            </a:xfrm>
            <a:custGeom>
              <a:avLst/>
              <a:gdLst>
                <a:gd name="T0" fmla="*/ 30 w 21"/>
                <a:gd name="T1" fmla="*/ 0 h 60"/>
                <a:gd name="T2" fmla="*/ 62 w 21"/>
                <a:gd name="T3" fmla="*/ 320 h 60"/>
                <a:gd name="T4" fmla="*/ 30 w 21"/>
                <a:gd name="T5" fmla="*/ 627 h 60"/>
                <a:gd name="T6" fmla="*/ 319 w 21"/>
                <a:gd name="T7" fmla="*/ 113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60">
                  <a:moveTo>
                    <a:pt x="2" y="0"/>
                  </a:moveTo>
                  <a:cubicBezTo>
                    <a:pt x="1" y="6"/>
                    <a:pt x="4" y="11"/>
                    <a:pt x="4" y="17"/>
                  </a:cubicBezTo>
                  <a:cubicBezTo>
                    <a:pt x="3" y="22"/>
                    <a:pt x="0" y="28"/>
                    <a:pt x="2" y="33"/>
                  </a:cubicBezTo>
                  <a:cubicBezTo>
                    <a:pt x="4" y="41"/>
                    <a:pt x="16" y="53"/>
                    <a:pt x="21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5" name="Freeform 1245">
              <a:extLst>
                <a:ext uri="{FF2B5EF4-FFF2-40B4-BE49-F238E27FC236}">
                  <a16:creationId xmlns:a16="http://schemas.microsoft.com/office/drawing/2014/main" id="{DC5A2AA0-C2CD-44F4-A0A2-F49B55043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437"/>
              <a:ext cx="67" cy="86"/>
            </a:xfrm>
            <a:custGeom>
              <a:avLst/>
              <a:gdLst>
                <a:gd name="T0" fmla="*/ 0 w 27"/>
                <a:gd name="T1" fmla="*/ 0 h 32"/>
                <a:gd name="T2" fmla="*/ 154 w 27"/>
                <a:gd name="T3" fmla="*/ 484 h 32"/>
                <a:gd name="T4" fmla="*/ 412 w 27"/>
                <a:gd name="T5" fmla="*/ 58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2">
                  <a:moveTo>
                    <a:pt x="0" y="0"/>
                  </a:moveTo>
                  <a:cubicBezTo>
                    <a:pt x="1" y="8"/>
                    <a:pt x="4" y="20"/>
                    <a:pt x="10" y="25"/>
                  </a:cubicBezTo>
                  <a:cubicBezTo>
                    <a:pt x="13" y="28"/>
                    <a:pt x="24" y="32"/>
                    <a:pt x="27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6" name="Freeform 1246">
              <a:extLst>
                <a:ext uri="{FF2B5EF4-FFF2-40B4-BE49-F238E27FC236}">
                  <a16:creationId xmlns:a16="http://schemas.microsoft.com/office/drawing/2014/main" id="{AFA14204-1B5B-47D4-9F62-70F2D028B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083"/>
              <a:ext cx="220" cy="274"/>
            </a:xfrm>
            <a:custGeom>
              <a:avLst/>
              <a:gdLst>
                <a:gd name="T0" fmla="*/ 0 w 88"/>
                <a:gd name="T1" fmla="*/ 1939 h 103"/>
                <a:gd name="T2" fmla="*/ 438 w 88"/>
                <a:gd name="T3" fmla="*/ 1450 h 103"/>
                <a:gd name="T4" fmla="*/ 1020 w 88"/>
                <a:gd name="T5" fmla="*/ 920 h 103"/>
                <a:gd name="T6" fmla="*/ 1188 w 88"/>
                <a:gd name="T7" fmla="*/ 261 h 103"/>
                <a:gd name="T8" fmla="*/ 1270 w 88"/>
                <a:gd name="T9" fmla="*/ 77 h 103"/>
                <a:gd name="T10" fmla="*/ 1375 w 88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03">
                  <a:moveTo>
                    <a:pt x="0" y="103"/>
                  </a:moveTo>
                  <a:cubicBezTo>
                    <a:pt x="14" y="101"/>
                    <a:pt x="26" y="90"/>
                    <a:pt x="28" y="77"/>
                  </a:cubicBezTo>
                  <a:cubicBezTo>
                    <a:pt x="32" y="55"/>
                    <a:pt x="50" y="60"/>
                    <a:pt x="65" y="49"/>
                  </a:cubicBezTo>
                  <a:cubicBezTo>
                    <a:pt x="73" y="43"/>
                    <a:pt x="73" y="24"/>
                    <a:pt x="76" y="14"/>
                  </a:cubicBezTo>
                  <a:cubicBezTo>
                    <a:pt x="77" y="10"/>
                    <a:pt x="78" y="6"/>
                    <a:pt x="81" y="4"/>
                  </a:cubicBezTo>
                  <a:cubicBezTo>
                    <a:pt x="83" y="1"/>
                    <a:pt x="86" y="2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7" name="Freeform 1247">
              <a:extLst>
                <a:ext uri="{FF2B5EF4-FFF2-40B4-BE49-F238E27FC236}">
                  <a16:creationId xmlns:a16="http://schemas.microsoft.com/office/drawing/2014/main" id="{DFEDB161-1884-4657-AF5C-F5D8C40ED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3003"/>
              <a:ext cx="47" cy="112"/>
            </a:xfrm>
            <a:custGeom>
              <a:avLst/>
              <a:gdLst>
                <a:gd name="T0" fmla="*/ 287 w 19"/>
                <a:gd name="T1" fmla="*/ 0 h 42"/>
                <a:gd name="T2" fmla="*/ 215 w 19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2">
                  <a:moveTo>
                    <a:pt x="19" y="0"/>
                  </a:moveTo>
                  <a:cubicBezTo>
                    <a:pt x="0" y="5"/>
                    <a:pt x="13" y="30"/>
                    <a:pt x="14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8" name="Freeform 1248">
              <a:extLst>
                <a:ext uri="{FF2B5EF4-FFF2-40B4-BE49-F238E27FC236}">
                  <a16:creationId xmlns:a16="http://schemas.microsoft.com/office/drawing/2014/main" id="{189B72AA-606A-49DF-8827-CD7ECAC6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115"/>
              <a:ext cx="82" cy="120"/>
            </a:xfrm>
            <a:custGeom>
              <a:avLst/>
              <a:gdLst>
                <a:gd name="T0" fmla="*/ 507 w 33"/>
                <a:gd name="T1" fmla="*/ 0 h 45"/>
                <a:gd name="T2" fmla="*/ 137 w 33"/>
                <a:gd name="T3" fmla="*/ 456 h 45"/>
                <a:gd name="T4" fmla="*/ 0 w 33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22" y="1"/>
                    <a:pt x="12" y="14"/>
                    <a:pt x="9" y="24"/>
                  </a:cubicBezTo>
                  <a:cubicBezTo>
                    <a:pt x="8" y="31"/>
                    <a:pt x="7" y="43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9" name="Freeform 1249">
              <a:extLst>
                <a:ext uri="{FF2B5EF4-FFF2-40B4-BE49-F238E27FC236}">
                  <a16:creationId xmlns:a16="http://schemas.microsoft.com/office/drawing/2014/main" id="{D514E45D-3210-4A64-A429-195FD08C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221"/>
              <a:ext cx="97" cy="104"/>
            </a:xfrm>
            <a:custGeom>
              <a:avLst/>
              <a:gdLst>
                <a:gd name="T0" fmla="*/ 0 w 39"/>
                <a:gd name="T1" fmla="*/ 739 h 39"/>
                <a:gd name="T2" fmla="*/ 433 w 39"/>
                <a:gd name="T3" fmla="*/ 435 h 39"/>
                <a:gd name="T4" fmla="*/ 599 w 3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9">
                  <a:moveTo>
                    <a:pt x="0" y="39"/>
                  </a:moveTo>
                  <a:cubicBezTo>
                    <a:pt x="14" y="39"/>
                    <a:pt x="22" y="36"/>
                    <a:pt x="28" y="23"/>
                  </a:cubicBezTo>
                  <a:cubicBezTo>
                    <a:pt x="32" y="16"/>
                    <a:pt x="35" y="8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0" name="Freeform 1250">
              <a:extLst>
                <a:ext uri="{FF2B5EF4-FFF2-40B4-BE49-F238E27FC236}">
                  <a16:creationId xmlns:a16="http://schemas.microsoft.com/office/drawing/2014/main" id="{E86AAAF1-8202-408B-A11A-52DF68245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253"/>
              <a:ext cx="80" cy="70"/>
            </a:xfrm>
            <a:custGeom>
              <a:avLst/>
              <a:gdLst>
                <a:gd name="T0" fmla="*/ 20 w 32"/>
                <a:gd name="T1" fmla="*/ 471 h 26"/>
                <a:gd name="T2" fmla="*/ 0 w 32"/>
                <a:gd name="T3" fmla="*/ 506 h 26"/>
                <a:gd name="T4" fmla="*/ 208 w 32"/>
                <a:gd name="T5" fmla="*/ 59 h 26"/>
                <a:gd name="T6" fmla="*/ 500 w 3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6">
                  <a:moveTo>
                    <a:pt x="1" y="24"/>
                  </a:moveTo>
                  <a:cubicBezTo>
                    <a:pt x="1" y="25"/>
                    <a:pt x="1" y="26"/>
                    <a:pt x="0" y="26"/>
                  </a:cubicBezTo>
                  <a:cubicBezTo>
                    <a:pt x="1" y="18"/>
                    <a:pt x="6" y="7"/>
                    <a:pt x="13" y="3"/>
                  </a:cubicBezTo>
                  <a:cubicBezTo>
                    <a:pt x="19" y="0"/>
                    <a:pt x="26" y="3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1" name="Freeform 1251">
              <a:extLst>
                <a:ext uri="{FF2B5EF4-FFF2-40B4-BE49-F238E27FC236}">
                  <a16:creationId xmlns:a16="http://schemas.microsoft.com/office/drawing/2014/main" id="{EB9C460A-A234-4A02-AFDB-AC15CF66A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045"/>
              <a:ext cx="87" cy="147"/>
            </a:xfrm>
            <a:custGeom>
              <a:avLst/>
              <a:gdLst>
                <a:gd name="T0" fmla="*/ 0 w 35"/>
                <a:gd name="T1" fmla="*/ 1050 h 55"/>
                <a:gd name="T2" fmla="*/ 524 w 35"/>
                <a:gd name="T3" fmla="*/ 708 h 55"/>
                <a:gd name="T4" fmla="*/ 495 w 35"/>
                <a:gd name="T5" fmla="*/ 363 h 55"/>
                <a:gd name="T6" fmla="*/ 445 w 35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5">
                  <a:moveTo>
                    <a:pt x="0" y="55"/>
                  </a:moveTo>
                  <a:cubicBezTo>
                    <a:pt x="11" y="49"/>
                    <a:pt x="31" y="52"/>
                    <a:pt x="34" y="37"/>
                  </a:cubicBezTo>
                  <a:cubicBezTo>
                    <a:pt x="35" y="31"/>
                    <a:pt x="34" y="25"/>
                    <a:pt x="32" y="19"/>
                  </a:cubicBezTo>
                  <a:cubicBezTo>
                    <a:pt x="30" y="15"/>
                    <a:pt x="27" y="5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2" name="Freeform 1252">
              <a:extLst>
                <a:ext uri="{FF2B5EF4-FFF2-40B4-BE49-F238E27FC236}">
                  <a16:creationId xmlns:a16="http://schemas.microsoft.com/office/drawing/2014/main" id="{81B313FD-BE85-4B79-A88E-7F78C3B0C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168"/>
              <a:ext cx="410" cy="493"/>
            </a:xfrm>
            <a:custGeom>
              <a:avLst/>
              <a:gdLst>
                <a:gd name="T0" fmla="*/ 0 w 164"/>
                <a:gd name="T1" fmla="*/ 3502 h 185"/>
                <a:gd name="T2" fmla="*/ 208 w 164"/>
                <a:gd name="T3" fmla="*/ 3011 h 185"/>
                <a:gd name="T4" fmla="*/ 188 w 164"/>
                <a:gd name="T5" fmla="*/ 2649 h 185"/>
                <a:gd name="T6" fmla="*/ 283 w 164"/>
                <a:gd name="T7" fmla="*/ 2478 h 185"/>
                <a:gd name="T8" fmla="*/ 738 w 164"/>
                <a:gd name="T9" fmla="*/ 1612 h 185"/>
                <a:gd name="T10" fmla="*/ 1083 w 164"/>
                <a:gd name="T11" fmla="*/ 1079 h 185"/>
                <a:gd name="T12" fmla="*/ 1520 w 164"/>
                <a:gd name="T13" fmla="*/ 831 h 185"/>
                <a:gd name="T14" fmla="*/ 2083 w 164"/>
                <a:gd name="T15" fmla="*/ 35 h 185"/>
                <a:gd name="T16" fmla="*/ 2375 w 164"/>
                <a:gd name="T17" fmla="*/ 35 h 185"/>
                <a:gd name="T18" fmla="*/ 2563 w 164"/>
                <a:gd name="T19" fmla="*/ 93 h 1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185">
                  <a:moveTo>
                    <a:pt x="0" y="185"/>
                  </a:moveTo>
                  <a:cubicBezTo>
                    <a:pt x="9" y="184"/>
                    <a:pt x="13" y="166"/>
                    <a:pt x="13" y="159"/>
                  </a:cubicBezTo>
                  <a:cubicBezTo>
                    <a:pt x="13" y="153"/>
                    <a:pt x="12" y="147"/>
                    <a:pt x="12" y="140"/>
                  </a:cubicBezTo>
                  <a:cubicBezTo>
                    <a:pt x="13" y="135"/>
                    <a:pt x="13" y="134"/>
                    <a:pt x="18" y="131"/>
                  </a:cubicBezTo>
                  <a:cubicBezTo>
                    <a:pt x="34" y="120"/>
                    <a:pt x="41" y="103"/>
                    <a:pt x="47" y="85"/>
                  </a:cubicBezTo>
                  <a:cubicBezTo>
                    <a:pt x="50" y="74"/>
                    <a:pt x="57" y="62"/>
                    <a:pt x="69" y="57"/>
                  </a:cubicBezTo>
                  <a:cubicBezTo>
                    <a:pt x="79" y="52"/>
                    <a:pt x="88" y="51"/>
                    <a:pt x="97" y="44"/>
                  </a:cubicBezTo>
                  <a:cubicBezTo>
                    <a:pt x="111" y="32"/>
                    <a:pt x="115" y="8"/>
                    <a:pt x="133" y="2"/>
                  </a:cubicBezTo>
                  <a:cubicBezTo>
                    <a:pt x="139" y="0"/>
                    <a:pt x="146" y="2"/>
                    <a:pt x="152" y="2"/>
                  </a:cubicBezTo>
                  <a:cubicBezTo>
                    <a:pt x="156" y="3"/>
                    <a:pt x="160" y="5"/>
                    <a:pt x="164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3" name="Freeform 1253">
              <a:extLst>
                <a:ext uri="{FF2B5EF4-FFF2-40B4-BE49-F238E27FC236}">
                  <a16:creationId xmlns:a16="http://schemas.microsoft.com/office/drawing/2014/main" id="{F98423E7-6583-4070-8162-256436F18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179"/>
              <a:ext cx="295" cy="280"/>
            </a:xfrm>
            <a:custGeom>
              <a:avLst/>
              <a:gdLst>
                <a:gd name="T0" fmla="*/ 145 w 118"/>
                <a:gd name="T1" fmla="*/ 1992 h 105"/>
                <a:gd name="T2" fmla="*/ 20 w 118"/>
                <a:gd name="T3" fmla="*/ 1309 h 105"/>
                <a:gd name="T4" fmla="*/ 470 w 118"/>
                <a:gd name="T5" fmla="*/ 989 h 105"/>
                <a:gd name="T6" fmla="*/ 520 w 118"/>
                <a:gd name="T7" fmla="*/ 776 h 105"/>
                <a:gd name="T8" fmla="*/ 783 w 118"/>
                <a:gd name="T9" fmla="*/ 363 h 105"/>
                <a:gd name="T10" fmla="*/ 1363 w 118"/>
                <a:gd name="T11" fmla="*/ 205 h 105"/>
                <a:gd name="T12" fmla="*/ 1645 w 118"/>
                <a:gd name="T13" fmla="*/ 93 h 105"/>
                <a:gd name="T14" fmla="*/ 1845 w 118"/>
                <a:gd name="T15" fmla="*/ 0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5">
                  <a:moveTo>
                    <a:pt x="9" y="105"/>
                  </a:moveTo>
                  <a:cubicBezTo>
                    <a:pt x="6" y="93"/>
                    <a:pt x="0" y="82"/>
                    <a:pt x="1" y="69"/>
                  </a:cubicBezTo>
                  <a:cubicBezTo>
                    <a:pt x="1" y="53"/>
                    <a:pt x="18" y="54"/>
                    <a:pt x="30" y="52"/>
                  </a:cubicBezTo>
                  <a:cubicBezTo>
                    <a:pt x="31" y="48"/>
                    <a:pt x="31" y="44"/>
                    <a:pt x="33" y="41"/>
                  </a:cubicBezTo>
                  <a:cubicBezTo>
                    <a:pt x="36" y="32"/>
                    <a:pt x="43" y="25"/>
                    <a:pt x="50" y="19"/>
                  </a:cubicBezTo>
                  <a:cubicBezTo>
                    <a:pt x="62" y="11"/>
                    <a:pt x="74" y="14"/>
                    <a:pt x="87" y="11"/>
                  </a:cubicBezTo>
                  <a:cubicBezTo>
                    <a:pt x="93" y="10"/>
                    <a:pt x="99" y="7"/>
                    <a:pt x="105" y="5"/>
                  </a:cubicBezTo>
                  <a:cubicBezTo>
                    <a:pt x="108" y="4"/>
                    <a:pt x="116" y="2"/>
                    <a:pt x="1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4" name="Freeform 1254">
              <a:extLst>
                <a:ext uri="{FF2B5EF4-FFF2-40B4-BE49-F238E27FC236}">
                  <a16:creationId xmlns:a16="http://schemas.microsoft.com/office/drawing/2014/main" id="{0904BCCB-361C-45C4-B55E-DD6AB76AA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2317"/>
              <a:ext cx="60" cy="144"/>
            </a:xfrm>
            <a:custGeom>
              <a:avLst/>
              <a:gdLst>
                <a:gd name="T0" fmla="*/ 0 w 24"/>
                <a:gd name="T1" fmla="*/ 1024 h 54"/>
                <a:gd name="T2" fmla="*/ 83 w 24"/>
                <a:gd name="T3" fmla="*/ 776 h 54"/>
                <a:gd name="T4" fmla="*/ 300 w 24"/>
                <a:gd name="T5" fmla="*/ 533 h 54"/>
                <a:gd name="T6" fmla="*/ 363 w 24"/>
                <a:gd name="T7" fmla="*/ 192 h 54"/>
                <a:gd name="T8" fmla="*/ 363 w 2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4">
                  <a:moveTo>
                    <a:pt x="0" y="54"/>
                  </a:moveTo>
                  <a:cubicBezTo>
                    <a:pt x="1" y="49"/>
                    <a:pt x="2" y="45"/>
                    <a:pt x="5" y="41"/>
                  </a:cubicBezTo>
                  <a:cubicBezTo>
                    <a:pt x="9" y="36"/>
                    <a:pt x="16" y="34"/>
                    <a:pt x="19" y="28"/>
                  </a:cubicBezTo>
                  <a:cubicBezTo>
                    <a:pt x="23" y="23"/>
                    <a:pt x="24" y="17"/>
                    <a:pt x="23" y="10"/>
                  </a:cubicBezTo>
                  <a:cubicBezTo>
                    <a:pt x="23" y="7"/>
                    <a:pt x="23" y="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5" name="Freeform 1255">
              <a:extLst>
                <a:ext uri="{FF2B5EF4-FFF2-40B4-BE49-F238E27FC236}">
                  <a16:creationId xmlns:a16="http://schemas.microsoft.com/office/drawing/2014/main" id="{0F9C39C5-C391-44D2-BC76-25ACE0FCB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325"/>
              <a:ext cx="83" cy="115"/>
            </a:xfrm>
            <a:custGeom>
              <a:avLst/>
              <a:gdLst>
                <a:gd name="T0" fmla="*/ 20 w 33"/>
                <a:gd name="T1" fmla="*/ 824 h 43"/>
                <a:gd name="T2" fmla="*/ 50 w 33"/>
                <a:gd name="T3" fmla="*/ 500 h 43"/>
                <a:gd name="T4" fmla="*/ 272 w 33"/>
                <a:gd name="T5" fmla="*/ 171 h 43"/>
                <a:gd name="T6" fmla="*/ 526 w 3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3">
                  <a:moveTo>
                    <a:pt x="1" y="43"/>
                  </a:moveTo>
                  <a:cubicBezTo>
                    <a:pt x="2" y="38"/>
                    <a:pt x="0" y="32"/>
                    <a:pt x="3" y="26"/>
                  </a:cubicBezTo>
                  <a:cubicBezTo>
                    <a:pt x="6" y="18"/>
                    <a:pt x="10" y="14"/>
                    <a:pt x="17" y="9"/>
                  </a:cubicBezTo>
                  <a:cubicBezTo>
                    <a:pt x="21" y="6"/>
                    <a:pt x="29" y="2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6" name="Freeform 1256">
              <a:extLst>
                <a:ext uri="{FF2B5EF4-FFF2-40B4-BE49-F238E27FC236}">
                  <a16:creationId xmlns:a16="http://schemas.microsoft.com/office/drawing/2014/main" id="{0DB969D8-F38D-49FE-A2D9-BAC06E69C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504"/>
              <a:ext cx="47" cy="120"/>
            </a:xfrm>
            <a:custGeom>
              <a:avLst/>
              <a:gdLst>
                <a:gd name="T0" fmla="*/ 0 w 19"/>
                <a:gd name="T1" fmla="*/ 853 h 45"/>
                <a:gd name="T2" fmla="*/ 215 w 19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5">
                  <a:moveTo>
                    <a:pt x="0" y="45"/>
                  </a:moveTo>
                  <a:cubicBezTo>
                    <a:pt x="9" y="34"/>
                    <a:pt x="19" y="14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7" name="Freeform 1257">
              <a:extLst>
                <a:ext uri="{FF2B5EF4-FFF2-40B4-BE49-F238E27FC236}">
                  <a16:creationId xmlns:a16="http://schemas.microsoft.com/office/drawing/2014/main" id="{880C3E4B-1D1B-4BF4-8674-F318D4E0F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187"/>
              <a:ext cx="87" cy="114"/>
            </a:xfrm>
            <a:custGeom>
              <a:avLst/>
              <a:gdLst>
                <a:gd name="T0" fmla="*/ 0 w 35"/>
                <a:gd name="T1" fmla="*/ 801 h 43"/>
                <a:gd name="T2" fmla="*/ 403 w 35"/>
                <a:gd name="T3" fmla="*/ 485 h 43"/>
                <a:gd name="T4" fmla="*/ 537 w 35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3">
                  <a:moveTo>
                    <a:pt x="0" y="43"/>
                  </a:moveTo>
                  <a:cubicBezTo>
                    <a:pt x="11" y="39"/>
                    <a:pt x="19" y="35"/>
                    <a:pt x="26" y="26"/>
                  </a:cubicBezTo>
                  <a:cubicBezTo>
                    <a:pt x="32" y="18"/>
                    <a:pt x="32" y="9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8" name="Freeform 1258">
              <a:extLst>
                <a:ext uri="{FF2B5EF4-FFF2-40B4-BE49-F238E27FC236}">
                  <a16:creationId xmlns:a16="http://schemas.microsoft.com/office/drawing/2014/main" id="{6637F025-FAE4-456D-B436-400E097D0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112"/>
              <a:ext cx="370" cy="77"/>
            </a:xfrm>
            <a:custGeom>
              <a:avLst/>
              <a:gdLst>
                <a:gd name="T0" fmla="*/ 0 w 148"/>
                <a:gd name="T1" fmla="*/ 542 h 29"/>
                <a:gd name="T2" fmla="*/ 220 w 148"/>
                <a:gd name="T3" fmla="*/ 451 h 29"/>
                <a:gd name="T4" fmla="*/ 658 w 148"/>
                <a:gd name="T5" fmla="*/ 260 h 29"/>
                <a:gd name="T6" fmla="*/ 1083 w 148"/>
                <a:gd name="T7" fmla="*/ 93 h 29"/>
                <a:gd name="T8" fmla="*/ 1458 w 148"/>
                <a:gd name="T9" fmla="*/ 133 h 29"/>
                <a:gd name="T10" fmla="*/ 1833 w 148"/>
                <a:gd name="T11" fmla="*/ 0 h 29"/>
                <a:gd name="T12" fmla="*/ 2125 w 148"/>
                <a:gd name="T13" fmla="*/ 149 h 29"/>
                <a:gd name="T14" fmla="*/ 2313 w 148"/>
                <a:gd name="T15" fmla="*/ 337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29">
                  <a:moveTo>
                    <a:pt x="0" y="29"/>
                  </a:moveTo>
                  <a:cubicBezTo>
                    <a:pt x="4" y="24"/>
                    <a:pt x="8" y="24"/>
                    <a:pt x="14" y="24"/>
                  </a:cubicBezTo>
                  <a:cubicBezTo>
                    <a:pt x="25" y="25"/>
                    <a:pt x="33" y="19"/>
                    <a:pt x="42" y="14"/>
                  </a:cubicBezTo>
                  <a:cubicBezTo>
                    <a:pt x="50" y="10"/>
                    <a:pt x="59" y="3"/>
                    <a:pt x="69" y="5"/>
                  </a:cubicBezTo>
                  <a:cubicBezTo>
                    <a:pt x="77" y="6"/>
                    <a:pt x="84" y="9"/>
                    <a:pt x="93" y="7"/>
                  </a:cubicBezTo>
                  <a:cubicBezTo>
                    <a:pt x="101" y="5"/>
                    <a:pt x="109" y="0"/>
                    <a:pt x="117" y="0"/>
                  </a:cubicBezTo>
                  <a:cubicBezTo>
                    <a:pt x="124" y="0"/>
                    <a:pt x="130" y="4"/>
                    <a:pt x="136" y="8"/>
                  </a:cubicBezTo>
                  <a:cubicBezTo>
                    <a:pt x="140" y="11"/>
                    <a:pt x="144" y="16"/>
                    <a:pt x="148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9" name="Freeform 1259">
              <a:extLst>
                <a:ext uri="{FF2B5EF4-FFF2-40B4-BE49-F238E27FC236}">
                  <a16:creationId xmlns:a16="http://schemas.microsoft.com/office/drawing/2014/main" id="{C9BD157A-2555-4F89-83B3-5AE34B62B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131"/>
              <a:ext cx="215" cy="64"/>
            </a:xfrm>
            <a:custGeom>
              <a:avLst/>
              <a:gdLst>
                <a:gd name="T0" fmla="*/ 0 w 86"/>
                <a:gd name="T1" fmla="*/ 0 h 24"/>
                <a:gd name="T2" fmla="*/ 750 w 86"/>
                <a:gd name="T3" fmla="*/ 77 h 24"/>
                <a:gd name="T4" fmla="*/ 1188 w 86"/>
                <a:gd name="T5" fmla="*/ 205 h 24"/>
                <a:gd name="T6" fmla="*/ 1345 w 86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24">
                  <a:moveTo>
                    <a:pt x="0" y="0"/>
                  </a:moveTo>
                  <a:cubicBezTo>
                    <a:pt x="12" y="14"/>
                    <a:pt x="33" y="7"/>
                    <a:pt x="48" y="4"/>
                  </a:cubicBezTo>
                  <a:cubicBezTo>
                    <a:pt x="59" y="1"/>
                    <a:pt x="68" y="4"/>
                    <a:pt x="76" y="11"/>
                  </a:cubicBezTo>
                  <a:cubicBezTo>
                    <a:pt x="79" y="14"/>
                    <a:pt x="85" y="19"/>
                    <a:pt x="86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0" name="Freeform 1260">
              <a:extLst>
                <a:ext uri="{FF2B5EF4-FFF2-40B4-BE49-F238E27FC236}">
                  <a16:creationId xmlns:a16="http://schemas.microsoft.com/office/drawing/2014/main" id="{C6C0A859-D207-41C3-AED2-DA15F44ED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133"/>
              <a:ext cx="162" cy="38"/>
            </a:xfrm>
            <a:custGeom>
              <a:avLst/>
              <a:gdLst>
                <a:gd name="T0" fmla="*/ 0 w 65"/>
                <a:gd name="T1" fmla="*/ 258 h 14"/>
                <a:gd name="T2" fmla="*/ 249 w 65"/>
                <a:gd name="T3" fmla="*/ 258 h 14"/>
                <a:gd name="T4" fmla="*/ 695 w 65"/>
                <a:gd name="T5" fmla="*/ 176 h 14"/>
                <a:gd name="T6" fmla="*/ 1007 w 6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4">
                  <a:moveTo>
                    <a:pt x="0" y="13"/>
                  </a:moveTo>
                  <a:cubicBezTo>
                    <a:pt x="5" y="11"/>
                    <a:pt x="10" y="13"/>
                    <a:pt x="16" y="13"/>
                  </a:cubicBezTo>
                  <a:cubicBezTo>
                    <a:pt x="24" y="14"/>
                    <a:pt x="36" y="11"/>
                    <a:pt x="45" y="9"/>
                  </a:cubicBezTo>
                  <a:cubicBezTo>
                    <a:pt x="53" y="8"/>
                    <a:pt x="58" y="4"/>
                    <a:pt x="6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1" name="Freeform 1261">
              <a:extLst>
                <a:ext uri="{FF2B5EF4-FFF2-40B4-BE49-F238E27FC236}">
                  <a16:creationId xmlns:a16="http://schemas.microsoft.com/office/drawing/2014/main" id="{BC95BA97-91F9-42C5-9355-05C4F7BE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085"/>
              <a:ext cx="128" cy="35"/>
            </a:xfrm>
            <a:custGeom>
              <a:avLst/>
              <a:gdLst>
                <a:gd name="T0" fmla="*/ 0 w 51"/>
                <a:gd name="T1" fmla="*/ 253 h 13"/>
                <a:gd name="T2" fmla="*/ 188 w 51"/>
                <a:gd name="T3" fmla="*/ 59 h 13"/>
                <a:gd name="T4" fmla="*/ 504 w 51"/>
                <a:gd name="T5" fmla="*/ 22 h 13"/>
                <a:gd name="T6" fmla="*/ 806 w 51"/>
                <a:gd name="T7" fmla="*/ 17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3">
                  <a:moveTo>
                    <a:pt x="0" y="13"/>
                  </a:moveTo>
                  <a:cubicBezTo>
                    <a:pt x="4" y="10"/>
                    <a:pt x="7" y="6"/>
                    <a:pt x="12" y="3"/>
                  </a:cubicBezTo>
                  <a:cubicBezTo>
                    <a:pt x="18" y="0"/>
                    <a:pt x="25" y="0"/>
                    <a:pt x="32" y="1"/>
                  </a:cubicBezTo>
                  <a:cubicBezTo>
                    <a:pt x="39" y="3"/>
                    <a:pt x="44" y="8"/>
                    <a:pt x="51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2" name="Freeform 1262">
              <a:extLst>
                <a:ext uri="{FF2B5EF4-FFF2-40B4-BE49-F238E27FC236}">
                  <a16:creationId xmlns:a16="http://schemas.microsoft.com/office/drawing/2014/main" id="{D5F39205-21E3-4CBA-809A-CB5C51846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069"/>
              <a:ext cx="340" cy="275"/>
            </a:xfrm>
            <a:custGeom>
              <a:avLst/>
              <a:gdLst>
                <a:gd name="T0" fmla="*/ 0 w 136"/>
                <a:gd name="T1" fmla="*/ 0 h 103"/>
                <a:gd name="T2" fmla="*/ 800 w 136"/>
                <a:gd name="T3" fmla="*/ 379 h 103"/>
                <a:gd name="T4" fmla="*/ 1095 w 136"/>
                <a:gd name="T5" fmla="*/ 705 h 103"/>
                <a:gd name="T6" fmla="*/ 1500 w 136"/>
                <a:gd name="T7" fmla="*/ 948 h 103"/>
                <a:gd name="T8" fmla="*/ 1675 w 136"/>
                <a:gd name="T9" fmla="*/ 1354 h 103"/>
                <a:gd name="T10" fmla="*/ 1958 w 136"/>
                <a:gd name="T11" fmla="*/ 1597 h 103"/>
                <a:gd name="T12" fmla="*/ 2125 w 136"/>
                <a:gd name="T13" fmla="*/ 196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103">
                  <a:moveTo>
                    <a:pt x="0" y="0"/>
                  </a:moveTo>
                  <a:cubicBezTo>
                    <a:pt x="10" y="19"/>
                    <a:pt x="35" y="11"/>
                    <a:pt x="51" y="20"/>
                  </a:cubicBezTo>
                  <a:cubicBezTo>
                    <a:pt x="59" y="24"/>
                    <a:pt x="63" y="31"/>
                    <a:pt x="70" y="37"/>
                  </a:cubicBezTo>
                  <a:cubicBezTo>
                    <a:pt x="78" y="43"/>
                    <a:pt x="88" y="44"/>
                    <a:pt x="96" y="50"/>
                  </a:cubicBezTo>
                  <a:cubicBezTo>
                    <a:pt x="102" y="56"/>
                    <a:pt x="102" y="64"/>
                    <a:pt x="107" y="71"/>
                  </a:cubicBezTo>
                  <a:cubicBezTo>
                    <a:pt x="112" y="77"/>
                    <a:pt x="120" y="79"/>
                    <a:pt x="125" y="84"/>
                  </a:cubicBezTo>
                  <a:cubicBezTo>
                    <a:pt x="129" y="89"/>
                    <a:pt x="132" y="101"/>
                    <a:pt x="136" y="10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3" name="Freeform 1263">
              <a:extLst>
                <a:ext uri="{FF2B5EF4-FFF2-40B4-BE49-F238E27FC236}">
                  <a16:creationId xmlns:a16="http://schemas.microsoft.com/office/drawing/2014/main" id="{4E103224-E79C-4885-BA90-E30A56D8E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171"/>
              <a:ext cx="77" cy="77"/>
            </a:xfrm>
            <a:custGeom>
              <a:avLst/>
              <a:gdLst>
                <a:gd name="T0" fmla="*/ 0 w 31"/>
                <a:gd name="T1" fmla="*/ 0 h 29"/>
                <a:gd name="T2" fmla="*/ 278 w 31"/>
                <a:gd name="T3" fmla="*/ 451 h 29"/>
                <a:gd name="T4" fmla="*/ 474 w 31"/>
                <a:gd name="T5" fmla="*/ 52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9">
                  <a:moveTo>
                    <a:pt x="0" y="0"/>
                  </a:moveTo>
                  <a:cubicBezTo>
                    <a:pt x="2" y="12"/>
                    <a:pt x="6" y="20"/>
                    <a:pt x="18" y="24"/>
                  </a:cubicBezTo>
                  <a:cubicBezTo>
                    <a:pt x="21" y="26"/>
                    <a:pt x="27" y="29"/>
                    <a:pt x="31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4" name="Freeform 1264">
              <a:extLst>
                <a:ext uri="{FF2B5EF4-FFF2-40B4-BE49-F238E27FC236}">
                  <a16:creationId xmlns:a16="http://schemas.microsoft.com/office/drawing/2014/main" id="{38935FD5-05D1-4C8E-B3F8-2F9B9A282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264"/>
              <a:ext cx="33" cy="64"/>
            </a:xfrm>
            <a:custGeom>
              <a:avLst/>
              <a:gdLst>
                <a:gd name="T0" fmla="*/ 0 w 13"/>
                <a:gd name="T1" fmla="*/ 0 h 24"/>
                <a:gd name="T2" fmla="*/ 84 w 13"/>
                <a:gd name="T3" fmla="*/ 320 h 24"/>
                <a:gd name="T4" fmla="*/ 213 w 13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1" y="6"/>
                    <a:pt x="0" y="12"/>
                    <a:pt x="5" y="17"/>
                  </a:cubicBezTo>
                  <a:cubicBezTo>
                    <a:pt x="7" y="20"/>
                    <a:pt x="12" y="22"/>
                    <a:pt x="13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5" name="Freeform 1265">
              <a:extLst>
                <a:ext uri="{FF2B5EF4-FFF2-40B4-BE49-F238E27FC236}">
                  <a16:creationId xmlns:a16="http://schemas.microsoft.com/office/drawing/2014/main" id="{F9BD0E11-A5CC-4DE7-83E5-AE194D327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112"/>
              <a:ext cx="95" cy="59"/>
            </a:xfrm>
            <a:custGeom>
              <a:avLst/>
              <a:gdLst>
                <a:gd name="T0" fmla="*/ 0 w 38"/>
                <a:gd name="T1" fmla="*/ 0 h 22"/>
                <a:gd name="T2" fmla="*/ 595 w 38"/>
                <a:gd name="T3" fmla="*/ 40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1" y="14"/>
                    <a:pt x="27" y="22"/>
                    <a:pt x="38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6" name="Freeform 1266">
              <a:extLst>
                <a:ext uri="{FF2B5EF4-FFF2-40B4-BE49-F238E27FC236}">
                  <a16:creationId xmlns:a16="http://schemas.microsoft.com/office/drawing/2014/main" id="{61F42669-D209-4BEB-94B8-7CC46A424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123"/>
              <a:ext cx="100" cy="72"/>
            </a:xfrm>
            <a:custGeom>
              <a:avLst/>
              <a:gdLst>
                <a:gd name="T0" fmla="*/ 0 w 40"/>
                <a:gd name="T1" fmla="*/ 0 h 27"/>
                <a:gd name="T2" fmla="*/ 283 w 40"/>
                <a:gd name="T3" fmla="*/ 56 h 27"/>
                <a:gd name="T4" fmla="*/ 533 w 40"/>
                <a:gd name="T5" fmla="*/ 285 h 27"/>
                <a:gd name="T6" fmla="*/ 625 w 40"/>
                <a:gd name="T7" fmla="*/ 5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7">
                  <a:moveTo>
                    <a:pt x="0" y="0"/>
                  </a:moveTo>
                  <a:cubicBezTo>
                    <a:pt x="5" y="1"/>
                    <a:pt x="13" y="1"/>
                    <a:pt x="18" y="3"/>
                  </a:cubicBezTo>
                  <a:cubicBezTo>
                    <a:pt x="24" y="6"/>
                    <a:pt x="30" y="10"/>
                    <a:pt x="34" y="15"/>
                  </a:cubicBezTo>
                  <a:cubicBezTo>
                    <a:pt x="37" y="19"/>
                    <a:pt x="39" y="24"/>
                    <a:pt x="40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7" name="Freeform 1267">
              <a:extLst>
                <a:ext uri="{FF2B5EF4-FFF2-40B4-BE49-F238E27FC236}">
                  <a16:creationId xmlns:a16="http://schemas.microsoft.com/office/drawing/2014/main" id="{FD66FE75-7E59-472E-8EAD-C4B6E0043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171"/>
              <a:ext cx="130" cy="216"/>
            </a:xfrm>
            <a:custGeom>
              <a:avLst/>
              <a:gdLst>
                <a:gd name="T0" fmla="*/ 0 w 52"/>
                <a:gd name="T1" fmla="*/ 0 h 81"/>
                <a:gd name="T2" fmla="*/ 125 w 52"/>
                <a:gd name="T3" fmla="*/ 397 h 81"/>
                <a:gd name="T4" fmla="*/ 500 w 52"/>
                <a:gd name="T5" fmla="*/ 797 h 81"/>
                <a:gd name="T6" fmla="*/ 738 w 52"/>
                <a:gd name="T7" fmla="*/ 1195 h 81"/>
                <a:gd name="T8" fmla="*/ 813 w 52"/>
                <a:gd name="T9" fmla="*/ 153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81">
                  <a:moveTo>
                    <a:pt x="0" y="0"/>
                  </a:moveTo>
                  <a:cubicBezTo>
                    <a:pt x="1" y="8"/>
                    <a:pt x="0" y="17"/>
                    <a:pt x="8" y="21"/>
                  </a:cubicBezTo>
                  <a:cubicBezTo>
                    <a:pt x="18" y="28"/>
                    <a:pt x="27" y="29"/>
                    <a:pt x="32" y="42"/>
                  </a:cubicBezTo>
                  <a:cubicBezTo>
                    <a:pt x="35" y="51"/>
                    <a:pt x="43" y="54"/>
                    <a:pt x="47" y="63"/>
                  </a:cubicBezTo>
                  <a:cubicBezTo>
                    <a:pt x="49" y="68"/>
                    <a:pt x="50" y="77"/>
                    <a:pt x="52" y="8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8" name="Freeform 1268">
              <a:extLst>
                <a:ext uri="{FF2B5EF4-FFF2-40B4-BE49-F238E27FC236}">
                  <a16:creationId xmlns:a16="http://schemas.microsoft.com/office/drawing/2014/main" id="{A8890607-545A-4FD9-9440-B6AAEEE18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235"/>
              <a:ext cx="58" cy="61"/>
            </a:xfrm>
            <a:custGeom>
              <a:avLst/>
              <a:gdLst>
                <a:gd name="T0" fmla="*/ 20 w 23"/>
                <a:gd name="T1" fmla="*/ 0 h 23"/>
                <a:gd name="T2" fmla="*/ 368 w 23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3">
                  <a:moveTo>
                    <a:pt x="1" y="0"/>
                  </a:moveTo>
                  <a:cubicBezTo>
                    <a:pt x="0" y="14"/>
                    <a:pt x="11" y="20"/>
                    <a:pt x="23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9" name="Freeform 1269">
              <a:extLst>
                <a:ext uri="{FF2B5EF4-FFF2-40B4-BE49-F238E27FC236}">
                  <a16:creationId xmlns:a16="http://schemas.microsoft.com/office/drawing/2014/main" id="{45C900E1-D630-4445-A1E6-03EB390C3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331"/>
              <a:ext cx="50" cy="69"/>
            </a:xfrm>
            <a:custGeom>
              <a:avLst/>
              <a:gdLst>
                <a:gd name="T0" fmla="*/ 0 w 20"/>
                <a:gd name="T1" fmla="*/ 0 h 26"/>
                <a:gd name="T2" fmla="*/ 175 w 20"/>
                <a:gd name="T3" fmla="*/ 77 h 26"/>
                <a:gd name="T4" fmla="*/ 270 w 20"/>
                <a:gd name="T5" fmla="*/ 260 h 26"/>
                <a:gd name="T6" fmla="*/ 313 w 20"/>
                <a:gd name="T7" fmla="*/ 48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3" y="2"/>
                    <a:pt x="8" y="2"/>
                    <a:pt x="11" y="4"/>
                  </a:cubicBezTo>
                  <a:cubicBezTo>
                    <a:pt x="14" y="7"/>
                    <a:pt x="16" y="10"/>
                    <a:pt x="17" y="14"/>
                  </a:cubicBezTo>
                  <a:cubicBezTo>
                    <a:pt x="19" y="18"/>
                    <a:pt x="19" y="22"/>
                    <a:pt x="20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0" name="Freeform 1270">
              <a:extLst>
                <a:ext uri="{FF2B5EF4-FFF2-40B4-BE49-F238E27FC236}">
                  <a16:creationId xmlns:a16="http://schemas.microsoft.com/office/drawing/2014/main" id="{855E167E-6B5D-4D22-9742-1DD624D8F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352"/>
              <a:ext cx="57" cy="112"/>
            </a:xfrm>
            <a:custGeom>
              <a:avLst/>
              <a:gdLst>
                <a:gd name="T0" fmla="*/ 0 w 23"/>
                <a:gd name="T1" fmla="*/ 0 h 42"/>
                <a:gd name="T2" fmla="*/ 320 w 23"/>
                <a:gd name="T3" fmla="*/ 547 h 42"/>
                <a:gd name="T4" fmla="*/ 349 w 23"/>
                <a:gd name="T5" fmla="*/ 704 h 42"/>
                <a:gd name="T6" fmla="*/ 349 w 23"/>
                <a:gd name="T7" fmla="*/ 76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13" y="6"/>
                    <a:pt x="18" y="16"/>
                    <a:pt x="21" y="29"/>
                  </a:cubicBezTo>
                  <a:cubicBezTo>
                    <a:pt x="22" y="31"/>
                    <a:pt x="22" y="34"/>
                    <a:pt x="23" y="37"/>
                  </a:cubicBezTo>
                  <a:cubicBezTo>
                    <a:pt x="23" y="38"/>
                    <a:pt x="23" y="42"/>
                    <a:pt x="23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1" name="Freeform 1271">
              <a:extLst>
                <a:ext uri="{FF2B5EF4-FFF2-40B4-BE49-F238E27FC236}">
                  <a16:creationId xmlns:a16="http://schemas.microsoft.com/office/drawing/2014/main" id="{883FAFAD-676C-47B8-8D3D-832AB276F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488"/>
              <a:ext cx="62" cy="104"/>
            </a:xfrm>
            <a:custGeom>
              <a:avLst/>
              <a:gdLst>
                <a:gd name="T0" fmla="*/ 0 w 25"/>
                <a:gd name="T1" fmla="*/ 0 h 39"/>
                <a:gd name="T2" fmla="*/ 196 w 25"/>
                <a:gd name="T3" fmla="*/ 248 h 39"/>
                <a:gd name="T4" fmla="*/ 337 w 25"/>
                <a:gd name="T5" fmla="*/ 568 h 39"/>
                <a:gd name="T6" fmla="*/ 382 w 25"/>
                <a:gd name="T7" fmla="*/ 73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0" y="0"/>
                  </a:moveTo>
                  <a:cubicBezTo>
                    <a:pt x="4" y="5"/>
                    <a:pt x="9" y="7"/>
                    <a:pt x="13" y="13"/>
                  </a:cubicBezTo>
                  <a:cubicBezTo>
                    <a:pt x="16" y="18"/>
                    <a:pt x="19" y="24"/>
                    <a:pt x="22" y="30"/>
                  </a:cubicBezTo>
                  <a:cubicBezTo>
                    <a:pt x="23" y="32"/>
                    <a:pt x="24" y="37"/>
                    <a:pt x="25" y="3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2" name="Freeform 1272">
              <a:extLst>
                <a:ext uri="{FF2B5EF4-FFF2-40B4-BE49-F238E27FC236}">
                  <a16:creationId xmlns:a16="http://schemas.microsoft.com/office/drawing/2014/main" id="{AEA5E943-1B19-47D8-86A9-ED1687796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853"/>
              <a:ext cx="25" cy="126"/>
            </a:xfrm>
            <a:custGeom>
              <a:avLst/>
              <a:gdLst>
                <a:gd name="T0" fmla="*/ 0 w 10"/>
                <a:gd name="T1" fmla="*/ 0 h 47"/>
                <a:gd name="T2" fmla="*/ 145 w 10"/>
                <a:gd name="T3" fmla="*/ 287 h 47"/>
                <a:gd name="T4" fmla="*/ 113 w 10"/>
                <a:gd name="T5" fmla="*/ 654 h 47"/>
                <a:gd name="T6" fmla="*/ 50 w 10"/>
                <a:gd name="T7" fmla="*/ 90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7">
                  <a:moveTo>
                    <a:pt x="0" y="0"/>
                  </a:moveTo>
                  <a:cubicBezTo>
                    <a:pt x="4" y="5"/>
                    <a:pt x="7" y="8"/>
                    <a:pt x="9" y="15"/>
                  </a:cubicBezTo>
                  <a:cubicBezTo>
                    <a:pt x="10" y="21"/>
                    <a:pt x="9" y="27"/>
                    <a:pt x="7" y="34"/>
                  </a:cubicBezTo>
                  <a:cubicBezTo>
                    <a:pt x="5" y="38"/>
                    <a:pt x="4" y="43"/>
                    <a:pt x="3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3" name="Freeform 1273">
              <a:extLst>
                <a:ext uri="{FF2B5EF4-FFF2-40B4-BE49-F238E27FC236}">
                  <a16:creationId xmlns:a16="http://schemas.microsoft.com/office/drawing/2014/main" id="{C3DF2085-1C7E-40F7-9B1F-113BA846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080"/>
              <a:ext cx="63" cy="123"/>
            </a:xfrm>
            <a:custGeom>
              <a:avLst/>
              <a:gdLst>
                <a:gd name="T0" fmla="*/ 318 w 25"/>
                <a:gd name="T1" fmla="*/ 0 h 46"/>
                <a:gd name="T2" fmla="*/ 0 w 25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6">
                  <a:moveTo>
                    <a:pt x="20" y="0"/>
                  </a:moveTo>
                  <a:cubicBezTo>
                    <a:pt x="25" y="17"/>
                    <a:pt x="18" y="40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4" name="Freeform 1274">
              <a:extLst>
                <a:ext uri="{FF2B5EF4-FFF2-40B4-BE49-F238E27FC236}">
                  <a16:creationId xmlns:a16="http://schemas.microsoft.com/office/drawing/2014/main" id="{4E8DF45D-5D17-4F1D-9C25-7243B98AE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331"/>
              <a:ext cx="100" cy="96"/>
            </a:xfrm>
            <a:custGeom>
              <a:avLst/>
              <a:gdLst>
                <a:gd name="T0" fmla="*/ 0 w 40"/>
                <a:gd name="T1" fmla="*/ 512 h 36"/>
                <a:gd name="T2" fmla="*/ 533 w 40"/>
                <a:gd name="T3" fmla="*/ 363 h 36"/>
                <a:gd name="T4" fmla="*/ 625 w 4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6">
                  <a:moveTo>
                    <a:pt x="0" y="27"/>
                  </a:moveTo>
                  <a:cubicBezTo>
                    <a:pt x="8" y="36"/>
                    <a:pt x="30" y="28"/>
                    <a:pt x="34" y="19"/>
                  </a:cubicBezTo>
                  <a:cubicBezTo>
                    <a:pt x="37" y="13"/>
                    <a:pt x="37" y="5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5" name="Freeform 1275">
              <a:extLst>
                <a:ext uri="{FF2B5EF4-FFF2-40B4-BE49-F238E27FC236}">
                  <a16:creationId xmlns:a16="http://schemas.microsoft.com/office/drawing/2014/main" id="{66A67D97-3F88-4C3E-8CF7-53220C551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208"/>
              <a:ext cx="75" cy="75"/>
            </a:xfrm>
            <a:custGeom>
              <a:avLst/>
              <a:gdLst>
                <a:gd name="T0" fmla="*/ 0 w 30"/>
                <a:gd name="T1" fmla="*/ 538 h 28"/>
                <a:gd name="T2" fmla="*/ 470 w 3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8">
                  <a:moveTo>
                    <a:pt x="0" y="28"/>
                  </a:moveTo>
                  <a:cubicBezTo>
                    <a:pt x="17" y="25"/>
                    <a:pt x="24" y="15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6" name="Freeform 1276">
              <a:extLst>
                <a:ext uri="{FF2B5EF4-FFF2-40B4-BE49-F238E27FC236}">
                  <a16:creationId xmlns:a16="http://schemas.microsoft.com/office/drawing/2014/main" id="{0589E56D-0983-4772-8970-9A5645693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2365"/>
              <a:ext cx="58" cy="94"/>
            </a:xfrm>
            <a:custGeom>
              <a:avLst/>
              <a:gdLst>
                <a:gd name="T0" fmla="*/ 0 w 23"/>
                <a:gd name="T1" fmla="*/ 0 h 35"/>
                <a:gd name="T2" fmla="*/ 272 w 23"/>
                <a:gd name="T3" fmla="*/ 218 h 35"/>
                <a:gd name="T4" fmla="*/ 351 w 23"/>
                <a:gd name="T5" fmla="*/ 526 h 35"/>
                <a:gd name="T6" fmla="*/ 368 w 23"/>
                <a:gd name="T7" fmla="*/ 6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0" y="0"/>
                  </a:moveTo>
                  <a:cubicBezTo>
                    <a:pt x="7" y="1"/>
                    <a:pt x="13" y="5"/>
                    <a:pt x="17" y="11"/>
                  </a:cubicBezTo>
                  <a:cubicBezTo>
                    <a:pt x="21" y="17"/>
                    <a:pt x="22" y="21"/>
                    <a:pt x="22" y="27"/>
                  </a:cubicBezTo>
                  <a:cubicBezTo>
                    <a:pt x="22" y="30"/>
                    <a:pt x="22" y="34"/>
                    <a:pt x="23" y="3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7" name="Freeform 1277">
              <a:extLst>
                <a:ext uri="{FF2B5EF4-FFF2-40B4-BE49-F238E27FC236}">
                  <a16:creationId xmlns:a16="http://schemas.microsoft.com/office/drawing/2014/main" id="{F5A2163D-6712-4C44-AA75-DB2179B0E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440"/>
              <a:ext cx="27" cy="16"/>
            </a:xfrm>
            <a:custGeom>
              <a:avLst/>
              <a:gdLst>
                <a:gd name="T0" fmla="*/ 0 w 11"/>
                <a:gd name="T1" fmla="*/ 21 h 6"/>
                <a:gd name="T2" fmla="*/ 162 w 1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5" y="0"/>
                    <a:pt x="7" y="4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8" name="Freeform 1278">
              <a:extLst>
                <a:ext uri="{FF2B5EF4-FFF2-40B4-BE49-F238E27FC236}">
                  <a16:creationId xmlns:a16="http://schemas.microsoft.com/office/drawing/2014/main" id="{E4D54D37-5B30-47CE-A159-8956EEE1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288"/>
              <a:ext cx="55" cy="77"/>
            </a:xfrm>
            <a:custGeom>
              <a:avLst/>
              <a:gdLst>
                <a:gd name="T0" fmla="*/ 50 w 22"/>
                <a:gd name="T1" fmla="*/ 542 h 29"/>
                <a:gd name="T2" fmla="*/ 345 w 22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9">
                  <a:moveTo>
                    <a:pt x="3" y="29"/>
                  </a:moveTo>
                  <a:cubicBezTo>
                    <a:pt x="0" y="18"/>
                    <a:pt x="10" y="2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9" name="Freeform 1279">
              <a:extLst>
                <a:ext uri="{FF2B5EF4-FFF2-40B4-BE49-F238E27FC236}">
                  <a16:creationId xmlns:a16="http://schemas.microsoft.com/office/drawing/2014/main" id="{B9202F2D-740F-4D72-9E58-C903140BF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245"/>
              <a:ext cx="37" cy="67"/>
            </a:xfrm>
            <a:custGeom>
              <a:avLst/>
              <a:gdLst>
                <a:gd name="T0" fmla="*/ 12 w 15"/>
                <a:gd name="T1" fmla="*/ 482 h 25"/>
                <a:gd name="T2" fmla="*/ 224 w 1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5">
                  <a:moveTo>
                    <a:pt x="1" y="25"/>
                  </a:moveTo>
                  <a:cubicBezTo>
                    <a:pt x="0" y="14"/>
                    <a:pt x="3" y="4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0" name="Freeform 1280">
              <a:extLst>
                <a:ext uri="{FF2B5EF4-FFF2-40B4-BE49-F238E27FC236}">
                  <a16:creationId xmlns:a16="http://schemas.microsoft.com/office/drawing/2014/main" id="{AC009564-3F42-458B-99D3-C847ADC1B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33"/>
              <a:ext cx="35" cy="38"/>
            </a:xfrm>
            <a:custGeom>
              <a:avLst/>
              <a:gdLst>
                <a:gd name="T0" fmla="*/ 0 w 14"/>
                <a:gd name="T1" fmla="*/ 220 h 14"/>
                <a:gd name="T2" fmla="*/ 50 w 14"/>
                <a:gd name="T3" fmla="*/ 3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11"/>
                  </a:moveTo>
                  <a:cubicBezTo>
                    <a:pt x="9" y="14"/>
                    <a:pt x="14" y="0"/>
                    <a:pt x="3" y="2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1" name="Freeform 1281">
              <a:extLst>
                <a:ext uri="{FF2B5EF4-FFF2-40B4-BE49-F238E27FC236}">
                  <a16:creationId xmlns:a16="http://schemas.microsoft.com/office/drawing/2014/main" id="{0A6252B7-998B-4346-8767-0ACF37948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499"/>
              <a:ext cx="1" cy="10"/>
            </a:xfrm>
            <a:custGeom>
              <a:avLst/>
              <a:gdLst>
                <a:gd name="T0" fmla="*/ 0 w 1"/>
                <a:gd name="T1" fmla="*/ 6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2" name="Freeform 1282">
              <a:extLst>
                <a:ext uri="{FF2B5EF4-FFF2-40B4-BE49-F238E27FC236}">
                  <a16:creationId xmlns:a16="http://schemas.microsoft.com/office/drawing/2014/main" id="{BCB241E0-B829-4E37-8371-F75036503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365"/>
              <a:ext cx="42" cy="27"/>
            </a:xfrm>
            <a:custGeom>
              <a:avLst/>
              <a:gdLst>
                <a:gd name="T0" fmla="*/ 153 w 17"/>
                <a:gd name="T1" fmla="*/ 0 h 10"/>
                <a:gd name="T2" fmla="*/ 245 w 17"/>
                <a:gd name="T3" fmla="*/ 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10" y="0"/>
                  </a:moveTo>
                  <a:cubicBezTo>
                    <a:pt x="0" y="7"/>
                    <a:pt x="17" y="10"/>
                    <a:pt x="16" y="3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3" name="Freeform 1283">
              <a:extLst>
                <a:ext uri="{FF2B5EF4-FFF2-40B4-BE49-F238E27FC236}">
                  <a16:creationId xmlns:a16="http://schemas.microsoft.com/office/drawing/2014/main" id="{46DE1707-02BD-40BF-8D3D-F6CD35C56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440"/>
              <a:ext cx="5" cy="27"/>
            </a:xfrm>
            <a:custGeom>
              <a:avLst/>
              <a:gdLst>
                <a:gd name="T0" fmla="*/ 33 w 2"/>
                <a:gd name="T1" fmla="*/ 0 h 10"/>
                <a:gd name="T2" fmla="*/ 0 w 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4" name="Freeform 1284">
              <a:extLst>
                <a:ext uri="{FF2B5EF4-FFF2-40B4-BE49-F238E27FC236}">
                  <a16:creationId xmlns:a16="http://schemas.microsoft.com/office/drawing/2014/main" id="{49536BFD-2614-4DFF-8D9B-26474D8D6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200"/>
              <a:ext cx="3" cy="19"/>
            </a:xfrm>
            <a:custGeom>
              <a:avLst/>
              <a:gdLst>
                <a:gd name="T0" fmla="*/ 0 w 1"/>
                <a:gd name="T1" fmla="*/ 0 h 7"/>
                <a:gd name="T2" fmla="*/ 27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5" name="Freeform 1285">
              <a:extLst>
                <a:ext uri="{FF2B5EF4-FFF2-40B4-BE49-F238E27FC236}">
                  <a16:creationId xmlns:a16="http://schemas.microsoft.com/office/drawing/2014/main" id="{F6790863-B7B4-49B3-AE8F-61A475A7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013"/>
              <a:ext cx="1203" cy="1518"/>
            </a:xfrm>
            <a:custGeom>
              <a:avLst/>
              <a:gdLst>
                <a:gd name="T0" fmla="*/ 6788 w 481"/>
                <a:gd name="T1" fmla="*/ 3516 h 569"/>
                <a:gd name="T2" fmla="*/ 7526 w 481"/>
                <a:gd name="T3" fmla="*/ 6227 h 569"/>
                <a:gd name="T4" fmla="*/ 3772 w 481"/>
                <a:gd name="T5" fmla="*/ 10805 h 569"/>
                <a:gd name="T6" fmla="*/ 0 w 481"/>
                <a:gd name="T7" fmla="*/ 6227 h 569"/>
                <a:gd name="T8" fmla="*/ 83 w 481"/>
                <a:gd name="T9" fmla="*/ 5338 h 569"/>
                <a:gd name="T10" fmla="*/ 875 w 481"/>
                <a:gd name="T11" fmla="*/ 2198 h 569"/>
                <a:gd name="T12" fmla="*/ 2864 w 481"/>
                <a:gd name="T13" fmla="*/ 456 h 569"/>
                <a:gd name="T14" fmla="*/ 6568 w 481"/>
                <a:gd name="T15" fmla="*/ 3097 h 569"/>
                <a:gd name="T16" fmla="*/ 6788 w 481"/>
                <a:gd name="T17" fmla="*/ 3516 h 5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1" h="569">
                  <a:moveTo>
                    <a:pt x="434" y="185"/>
                  </a:moveTo>
                  <a:cubicBezTo>
                    <a:pt x="464" y="225"/>
                    <a:pt x="481" y="275"/>
                    <a:pt x="481" y="328"/>
                  </a:cubicBezTo>
                  <a:cubicBezTo>
                    <a:pt x="481" y="461"/>
                    <a:pt x="373" y="569"/>
                    <a:pt x="241" y="569"/>
                  </a:cubicBezTo>
                  <a:cubicBezTo>
                    <a:pt x="108" y="569"/>
                    <a:pt x="0" y="461"/>
                    <a:pt x="0" y="328"/>
                  </a:cubicBezTo>
                  <a:cubicBezTo>
                    <a:pt x="0" y="312"/>
                    <a:pt x="2" y="296"/>
                    <a:pt x="5" y="281"/>
                  </a:cubicBezTo>
                  <a:cubicBezTo>
                    <a:pt x="7" y="272"/>
                    <a:pt x="28" y="167"/>
                    <a:pt x="56" y="116"/>
                  </a:cubicBezTo>
                  <a:cubicBezTo>
                    <a:pt x="78" y="72"/>
                    <a:pt x="114" y="39"/>
                    <a:pt x="183" y="24"/>
                  </a:cubicBezTo>
                  <a:cubicBezTo>
                    <a:pt x="300" y="0"/>
                    <a:pt x="387" y="118"/>
                    <a:pt x="420" y="163"/>
                  </a:cubicBezTo>
                  <a:cubicBezTo>
                    <a:pt x="422" y="167"/>
                    <a:pt x="434" y="185"/>
                    <a:pt x="434" y="185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6" name="Freeform 1286">
              <a:extLst>
                <a:ext uri="{FF2B5EF4-FFF2-40B4-BE49-F238E27FC236}">
                  <a16:creationId xmlns:a16="http://schemas.microsoft.com/office/drawing/2014/main" id="{874703C0-3F06-42D8-8B80-50AE6ABB0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384"/>
              <a:ext cx="28" cy="32"/>
            </a:xfrm>
            <a:custGeom>
              <a:avLst/>
              <a:gdLst>
                <a:gd name="T0" fmla="*/ 0 w 11"/>
                <a:gd name="T1" fmla="*/ 0 h 12"/>
                <a:gd name="T2" fmla="*/ 130 w 11"/>
                <a:gd name="T3" fmla="*/ 149 h 12"/>
                <a:gd name="T4" fmla="*/ 181 w 1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2"/>
                    <a:pt x="5" y="5"/>
                    <a:pt x="8" y="8"/>
                  </a:cubicBezTo>
                  <a:cubicBezTo>
                    <a:pt x="9" y="9"/>
                    <a:pt x="11" y="11"/>
                    <a:pt x="11" y="1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7" name="Freeform 1287">
              <a:extLst>
                <a:ext uri="{FF2B5EF4-FFF2-40B4-BE49-F238E27FC236}">
                  <a16:creationId xmlns:a16="http://schemas.microsoft.com/office/drawing/2014/main" id="{E2AE430D-C265-43DE-9584-39A1B0B33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397"/>
              <a:ext cx="17" cy="6"/>
            </a:xfrm>
            <a:custGeom>
              <a:avLst/>
              <a:gdLst>
                <a:gd name="T0" fmla="*/ 0 w 7"/>
                <a:gd name="T1" fmla="*/ 0 h 2"/>
                <a:gd name="T2" fmla="*/ 100 w 7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1" y="2"/>
                    <a:pt x="5" y="1"/>
                    <a:pt x="7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8" name="Freeform 1288">
              <a:extLst>
                <a:ext uri="{FF2B5EF4-FFF2-40B4-BE49-F238E27FC236}">
                  <a16:creationId xmlns:a16="http://schemas.microsoft.com/office/drawing/2014/main" id="{931B23B6-0EC0-4149-B9B4-94CB22FB7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803"/>
              <a:ext cx="40" cy="10"/>
            </a:xfrm>
            <a:custGeom>
              <a:avLst/>
              <a:gdLst>
                <a:gd name="T0" fmla="*/ 0 w 16"/>
                <a:gd name="T1" fmla="*/ 0 h 4"/>
                <a:gd name="T2" fmla="*/ 250 w 16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5" y="3"/>
                    <a:pt x="11" y="4"/>
                    <a:pt x="16" y="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9" name="Freeform 1289">
              <a:extLst>
                <a:ext uri="{FF2B5EF4-FFF2-40B4-BE49-F238E27FC236}">
                  <a16:creationId xmlns:a16="http://schemas.microsoft.com/office/drawing/2014/main" id="{263B0D33-84D7-4019-BE38-2511A05C2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2813"/>
              <a:ext cx="7" cy="11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1"/>
                    <a:pt x="3" y="2"/>
                    <a:pt x="3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0" name="Freeform 1290">
              <a:extLst>
                <a:ext uri="{FF2B5EF4-FFF2-40B4-BE49-F238E27FC236}">
                  <a16:creationId xmlns:a16="http://schemas.microsoft.com/office/drawing/2014/main" id="{45DB8BCA-0C4F-4A6F-8153-78975FE9D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3152"/>
              <a:ext cx="37" cy="19"/>
            </a:xfrm>
            <a:custGeom>
              <a:avLst/>
              <a:gdLst>
                <a:gd name="T0" fmla="*/ 0 w 15"/>
                <a:gd name="T1" fmla="*/ 117 h 7"/>
                <a:gd name="T2" fmla="*/ 133 w 15"/>
                <a:gd name="T3" fmla="*/ 60 h 7"/>
                <a:gd name="T4" fmla="*/ 224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cubicBezTo>
                    <a:pt x="2" y="7"/>
                    <a:pt x="7" y="4"/>
                    <a:pt x="9" y="3"/>
                  </a:cubicBezTo>
                  <a:cubicBezTo>
                    <a:pt x="11" y="2"/>
                    <a:pt x="14" y="1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1" name="Freeform 1291">
              <a:extLst>
                <a:ext uri="{FF2B5EF4-FFF2-40B4-BE49-F238E27FC236}">
                  <a16:creationId xmlns:a16="http://schemas.microsoft.com/office/drawing/2014/main" id="{AE9ADA53-1C41-4BB7-A5FE-73C33DCC1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3157"/>
              <a:ext cx="12" cy="3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2" name="Freeform 1292">
              <a:extLst>
                <a:ext uri="{FF2B5EF4-FFF2-40B4-BE49-F238E27FC236}">
                  <a16:creationId xmlns:a16="http://schemas.microsoft.com/office/drawing/2014/main" id="{31763FDC-D9F3-4B48-A487-108A4EC9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3389"/>
              <a:ext cx="25" cy="35"/>
            </a:xfrm>
            <a:custGeom>
              <a:avLst/>
              <a:gdLst>
                <a:gd name="T0" fmla="*/ 0 w 10"/>
                <a:gd name="T1" fmla="*/ 253 h 13"/>
                <a:gd name="T2" fmla="*/ 158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5" y="11"/>
                    <a:pt x="7" y="4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3" name="Freeform 1293">
              <a:extLst>
                <a:ext uri="{FF2B5EF4-FFF2-40B4-BE49-F238E27FC236}">
                  <a16:creationId xmlns:a16="http://schemas.microsoft.com/office/drawing/2014/main" id="{DAD7D1D5-2264-49BD-BC3C-2369E8750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3395"/>
              <a:ext cx="18" cy="8"/>
            </a:xfrm>
            <a:custGeom>
              <a:avLst/>
              <a:gdLst>
                <a:gd name="T0" fmla="*/ 0 w 7"/>
                <a:gd name="T1" fmla="*/ 56 h 3"/>
                <a:gd name="T2" fmla="*/ 118 w 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2"/>
                    <a:pt x="5" y="0"/>
                    <a:pt x="7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4" name="Freeform 1294">
              <a:extLst>
                <a:ext uri="{FF2B5EF4-FFF2-40B4-BE49-F238E27FC236}">
                  <a16:creationId xmlns:a16="http://schemas.microsoft.com/office/drawing/2014/main" id="{C4DD5F52-393F-4779-8F99-3B67072E4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504"/>
              <a:ext cx="18" cy="40"/>
            </a:xfrm>
            <a:custGeom>
              <a:avLst/>
              <a:gdLst>
                <a:gd name="T0" fmla="*/ 118 w 7"/>
                <a:gd name="T1" fmla="*/ 0 h 15"/>
                <a:gd name="T2" fmla="*/ 0 w 7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7" y="5"/>
                    <a:pt x="4" y="11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5" name="Freeform 1295">
              <a:extLst>
                <a:ext uri="{FF2B5EF4-FFF2-40B4-BE49-F238E27FC236}">
                  <a16:creationId xmlns:a16="http://schemas.microsoft.com/office/drawing/2014/main" id="{8E2AC8FB-20C9-42E7-9A13-7CC71B78E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536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6" name="Freeform 1296">
              <a:extLst>
                <a:ext uri="{FF2B5EF4-FFF2-40B4-BE49-F238E27FC236}">
                  <a16:creationId xmlns:a16="http://schemas.microsoft.com/office/drawing/2014/main" id="{C32E3B8F-FDC9-49C7-83EC-700642CA4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3517"/>
              <a:ext cx="17" cy="43"/>
            </a:xfrm>
            <a:custGeom>
              <a:avLst/>
              <a:gdLst>
                <a:gd name="T0" fmla="*/ 0 w 7"/>
                <a:gd name="T1" fmla="*/ 0 h 16"/>
                <a:gd name="T2" fmla="*/ 100 w 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5"/>
                    <a:pt x="4" y="11"/>
                    <a:pt x="7" y="1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7" name="Freeform 1297">
              <a:extLst>
                <a:ext uri="{FF2B5EF4-FFF2-40B4-BE49-F238E27FC236}">
                  <a16:creationId xmlns:a16="http://schemas.microsoft.com/office/drawing/2014/main" id="{7DC9E665-D842-4477-9057-1471B7664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549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2"/>
                    <a:pt x="2" y="4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8" name="Freeform 1298">
              <a:extLst>
                <a:ext uri="{FF2B5EF4-FFF2-40B4-BE49-F238E27FC236}">
                  <a16:creationId xmlns:a16="http://schemas.microsoft.com/office/drawing/2014/main" id="{689254C5-026E-489C-9B2A-F5AD2B1DC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3368"/>
              <a:ext cx="27" cy="32"/>
            </a:xfrm>
            <a:custGeom>
              <a:avLst/>
              <a:gdLst>
                <a:gd name="T0" fmla="*/ 0 w 11"/>
                <a:gd name="T1" fmla="*/ 0 h 12"/>
                <a:gd name="T2" fmla="*/ 162 w 1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2" y="5"/>
                    <a:pt x="7" y="9"/>
                    <a:pt x="11" y="1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9" name="Freeform 1299">
              <a:extLst>
                <a:ext uri="{FF2B5EF4-FFF2-40B4-BE49-F238E27FC236}">
                  <a16:creationId xmlns:a16="http://schemas.microsoft.com/office/drawing/2014/main" id="{41266968-96EE-42F9-9DD4-C9C7707E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373"/>
              <a:ext cx="13" cy="6"/>
            </a:xfrm>
            <a:custGeom>
              <a:avLst/>
              <a:gdLst>
                <a:gd name="T0" fmla="*/ 0 w 5"/>
                <a:gd name="T1" fmla="*/ 27 h 2"/>
                <a:gd name="T2" fmla="*/ 88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0"/>
                    <a:pt x="3" y="1"/>
                    <a:pt x="5" y="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0" name="Freeform 1300">
              <a:extLst>
                <a:ext uri="{FF2B5EF4-FFF2-40B4-BE49-F238E27FC236}">
                  <a16:creationId xmlns:a16="http://schemas.microsoft.com/office/drawing/2014/main" id="{BCF62670-6C19-4568-990B-47526F95B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128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3" y="4"/>
                    <a:pt x="11" y="5"/>
                    <a:pt x="16" y="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1" name="Freeform 1301">
              <a:extLst>
                <a:ext uri="{FF2B5EF4-FFF2-40B4-BE49-F238E27FC236}">
                  <a16:creationId xmlns:a16="http://schemas.microsoft.com/office/drawing/2014/main" id="{DEAEA5C6-9957-435A-A120-7610B06D2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464"/>
              <a:ext cx="30" cy="29"/>
            </a:xfrm>
            <a:custGeom>
              <a:avLst/>
              <a:gdLst>
                <a:gd name="T0" fmla="*/ 0 w 12"/>
                <a:gd name="T1" fmla="*/ 200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5" y="7"/>
                    <a:pt x="9" y="5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2" name="Freeform 1302">
              <a:extLst>
                <a:ext uri="{FF2B5EF4-FFF2-40B4-BE49-F238E27FC236}">
                  <a16:creationId xmlns:a16="http://schemas.microsoft.com/office/drawing/2014/main" id="{18BCF49C-CD0D-432E-B0CE-00DDF75C4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485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3" name="Freeform 1303">
              <a:extLst>
                <a:ext uri="{FF2B5EF4-FFF2-40B4-BE49-F238E27FC236}">
                  <a16:creationId xmlns:a16="http://schemas.microsoft.com/office/drawing/2014/main" id="{0A00AE98-363B-4685-A21E-74BCF0885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149"/>
              <a:ext cx="20" cy="35"/>
            </a:xfrm>
            <a:custGeom>
              <a:avLst/>
              <a:gdLst>
                <a:gd name="T0" fmla="*/ 0 w 8"/>
                <a:gd name="T1" fmla="*/ 253 h 13"/>
                <a:gd name="T2" fmla="*/ 125 w 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4" y="11"/>
                    <a:pt x="8" y="4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4" name="Freeform 1304">
              <a:extLst>
                <a:ext uri="{FF2B5EF4-FFF2-40B4-BE49-F238E27FC236}">
                  <a16:creationId xmlns:a16="http://schemas.microsoft.com/office/drawing/2014/main" id="{9FE00237-D5D9-4493-9353-8CAC091D8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2160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3" y="0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5" name="Freeform 1305">
              <a:extLst>
                <a:ext uri="{FF2B5EF4-FFF2-40B4-BE49-F238E27FC236}">
                  <a16:creationId xmlns:a16="http://schemas.microsoft.com/office/drawing/2014/main" id="{D79C9286-D2A9-48E6-AEB7-7244B9DD3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040"/>
              <a:ext cx="7" cy="43"/>
            </a:xfrm>
            <a:custGeom>
              <a:avLst/>
              <a:gdLst>
                <a:gd name="T0" fmla="*/ 0 w 3"/>
                <a:gd name="T1" fmla="*/ 0 h 16"/>
                <a:gd name="T2" fmla="*/ 37 w 3"/>
                <a:gd name="T3" fmla="*/ 196 h 16"/>
                <a:gd name="T4" fmla="*/ 37 w 3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0" y="3"/>
                    <a:pt x="3" y="7"/>
                    <a:pt x="3" y="10"/>
                  </a:cubicBezTo>
                  <a:cubicBezTo>
                    <a:pt x="3" y="12"/>
                    <a:pt x="3" y="14"/>
                    <a:pt x="3" y="1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6" name="Freeform 1306">
              <a:extLst>
                <a:ext uri="{FF2B5EF4-FFF2-40B4-BE49-F238E27FC236}">
                  <a16:creationId xmlns:a16="http://schemas.microsoft.com/office/drawing/2014/main" id="{943F19B2-BA94-4176-82A7-57F3ABFC2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072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7" name="Freeform 1307">
              <a:extLst>
                <a:ext uri="{FF2B5EF4-FFF2-40B4-BE49-F238E27FC236}">
                  <a16:creationId xmlns:a16="http://schemas.microsoft.com/office/drawing/2014/main" id="{A3F748B7-01E4-4DFE-9053-889232A1D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944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1" y="3"/>
                    <a:pt x="9" y="0"/>
                    <a:pt x="12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8" name="Freeform 1308">
              <a:extLst>
                <a:ext uri="{FF2B5EF4-FFF2-40B4-BE49-F238E27FC236}">
                  <a16:creationId xmlns:a16="http://schemas.microsoft.com/office/drawing/2014/main" id="{159B6A18-D44F-40BD-82E9-DE9BF7955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947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5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4" y="3"/>
                    <a:pt x="3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9" name="Freeform 1309">
              <a:extLst>
                <a:ext uri="{FF2B5EF4-FFF2-40B4-BE49-F238E27FC236}">
                  <a16:creationId xmlns:a16="http://schemas.microsoft.com/office/drawing/2014/main" id="{125F7C7F-B06C-48AB-84D4-56E79EEB0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083"/>
              <a:ext cx="27" cy="16"/>
            </a:xfrm>
            <a:custGeom>
              <a:avLst/>
              <a:gdLst>
                <a:gd name="T0" fmla="*/ 0 w 11"/>
                <a:gd name="T1" fmla="*/ 0 h 6"/>
                <a:gd name="T2" fmla="*/ 103 w 11"/>
                <a:gd name="T3" fmla="*/ 77 h 6"/>
                <a:gd name="T4" fmla="*/ 162 w 11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1" y="2"/>
                    <a:pt x="4" y="2"/>
                    <a:pt x="7" y="4"/>
                  </a:cubicBezTo>
                  <a:cubicBezTo>
                    <a:pt x="8" y="5"/>
                    <a:pt x="9" y="6"/>
                    <a:pt x="11" y="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0" name="Freeform 1310">
              <a:extLst>
                <a:ext uri="{FF2B5EF4-FFF2-40B4-BE49-F238E27FC236}">
                  <a16:creationId xmlns:a16="http://schemas.microsoft.com/office/drawing/2014/main" id="{07593558-CD30-45D0-9FE0-B78389B1E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3088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1"/>
                    <a:pt x="5" y="0"/>
                    <a:pt x="7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1" name="Freeform 1311">
              <a:extLst>
                <a:ext uri="{FF2B5EF4-FFF2-40B4-BE49-F238E27FC236}">
                  <a16:creationId xmlns:a16="http://schemas.microsoft.com/office/drawing/2014/main" id="{0AEAC274-C511-4841-9ED9-57E5248D6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227"/>
              <a:ext cx="15" cy="29"/>
            </a:xfrm>
            <a:custGeom>
              <a:avLst/>
              <a:gdLst>
                <a:gd name="T0" fmla="*/ 20 w 6"/>
                <a:gd name="T1" fmla="*/ 0 h 11"/>
                <a:gd name="T2" fmla="*/ 95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1" y="0"/>
                  </a:moveTo>
                  <a:cubicBezTo>
                    <a:pt x="0" y="4"/>
                    <a:pt x="4" y="8"/>
                    <a:pt x="6" y="1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2" name="Freeform 1312">
              <a:extLst>
                <a:ext uri="{FF2B5EF4-FFF2-40B4-BE49-F238E27FC236}">
                  <a16:creationId xmlns:a16="http://schemas.microsoft.com/office/drawing/2014/main" id="{1A9D8B28-390E-4583-AB72-C2C36404D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232"/>
              <a:ext cx="13" cy="8"/>
            </a:xfrm>
            <a:custGeom>
              <a:avLst/>
              <a:gdLst>
                <a:gd name="T0" fmla="*/ 0 w 5"/>
                <a:gd name="T1" fmla="*/ 0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0"/>
                    <a:pt x="3" y="1"/>
                    <a:pt x="5" y="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3" name="Freeform 1313">
              <a:extLst>
                <a:ext uri="{FF2B5EF4-FFF2-40B4-BE49-F238E27FC236}">
                  <a16:creationId xmlns:a16="http://schemas.microsoft.com/office/drawing/2014/main" id="{B3A36C2D-52C4-4474-A536-39EA9688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3323"/>
              <a:ext cx="8" cy="32"/>
            </a:xfrm>
            <a:custGeom>
              <a:avLst/>
              <a:gdLst>
                <a:gd name="T0" fmla="*/ 0 w 3"/>
                <a:gd name="T1" fmla="*/ 0 h 12"/>
                <a:gd name="T2" fmla="*/ 56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2" y="3"/>
                    <a:pt x="3" y="8"/>
                    <a:pt x="3" y="1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4" name="Freeform 1314">
              <a:extLst>
                <a:ext uri="{FF2B5EF4-FFF2-40B4-BE49-F238E27FC236}">
                  <a16:creationId xmlns:a16="http://schemas.microsoft.com/office/drawing/2014/main" id="{F4BB74F9-25DF-46E9-AD55-07DF2175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3344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2" y="2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5" name="Freeform 1315">
              <a:extLst>
                <a:ext uri="{FF2B5EF4-FFF2-40B4-BE49-F238E27FC236}">
                  <a16:creationId xmlns:a16="http://schemas.microsoft.com/office/drawing/2014/main" id="{4E6FF128-5EEF-4567-87E4-4C7EEEFB0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328"/>
              <a:ext cx="13" cy="29"/>
            </a:xfrm>
            <a:custGeom>
              <a:avLst/>
              <a:gdLst>
                <a:gd name="T0" fmla="*/ 88 w 5"/>
                <a:gd name="T1" fmla="*/ 0 h 11"/>
                <a:gd name="T2" fmla="*/ 0 w 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5" y="2"/>
                    <a:pt x="2" y="10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6" name="Freeform 1316">
              <a:extLst>
                <a:ext uri="{FF2B5EF4-FFF2-40B4-BE49-F238E27FC236}">
                  <a16:creationId xmlns:a16="http://schemas.microsoft.com/office/drawing/2014/main" id="{BB7F7CF5-B743-41FE-98BA-58F3352CB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331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7" name="Freeform 1317">
              <a:extLst>
                <a:ext uri="{FF2B5EF4-FFF2-40B4-BE49-F238E27FC236}">
                  <a16:creationId xmlns:a16="http://schemas.microsoft.com/office/drawing/2014/main" id="{FB6684E2-B924-42A1-832D-9FE48916C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3269"/>
              <a:ext cx="20" cy="24"/>
            </a:xfrm>
            <a:custGeom>
              <a:avLst/>
              <a:gdLst>
                <a:gd name="T0" fmla="*/ 0 w 8"/>
                <a:gd name="T1" fmla="*/ 171 h 9"/>
                <a:gd name="T2" fmla="*/ 125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4" y="8"/>
                    <a:pt x="6" y="3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8" name="Freeform 1318">
              <a:extLst>
                <a:ext uri="{FF2B5EF4-FFF2-40B4-BE49-F238E27FC236}">
                  <a16:creationId xmlns:a16="http://schemas.microsoft.com/office/drawing/2014/main" id="{2EB9BFF8-C293-4DAD-8CC2-A6C34B6EB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275"/>
              <a:ext cx="12" cy="2"/>
            </a:xfrm>
            <a:custGeom>
              <a:avLst/>
              <a:gdLst>
                <a:gd name="T0" fmla="*/ 0 w 5"/>
                <a:gd name="T1" fmla="*/ 8 h 1"/>
                <a:gd name="T2" fmla="*/ 41 w 5"/>
                <a:gd name="T3" fmla="*/ 0 h 1"/>
                <a:gd name="T4" fmla="*/ 70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5" y="0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9" name="Freeform 1319">
              <a:extLst>
                <a:ext uri="{FF2B5EF4-FFF2-40B4-BE49-F238E27FC236}">
                  <a16:creationId xmlns:a16="http://schemas.microsoft.com/office/drawing/2014/main" id="{7F7873F5-D9BD-45E3-9CEB-BED9ED13C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3168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4" y="5"/>
                    <a:pt x="7" y="3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0" name="Freeform 1320">
              <a:extLst>
                <a:ext uri="{FF2B5EF4-FFF2-40B4-BE49-F238E27FC236}">
                  <a16:creationId xmlns:a16="http://schemas.microsoft.com/office/drawing/2014/main" id="{04E06073-80F0-49D0-9B28-41AFC913B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3173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1" name="Freeform 1321">
              <a:extLst>
                <a:ext uri="{FF2B5EF4-FFF2-40B4-BE49-F238E27FC236}">
                  <a16:creationId xmlns:a16="http://schemas.microsoft.com/office/drawing/2014/main" id="{FDBEE326-2AB1-4DD7-B66E-CA1DA8DFF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005"/>
              <a:ext cx="28" cy="8"/>
            </a:xfrm>
            <a:custGeom>
              <a:avLst/>
              <a:gdLst>
                <a:gd name="T0" fmla="*/ 0 w 11"/>
                <a:gd name="T1" fmla="*/ 56 h 3"/>
                <a:gd name="T2" fmla="*/ 97 w 11"/>
                <a:gd name="T3" fmla="*/ 21 h 3"/>
                <a:gd name="T4" fmla="*/ 181 w 1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2" y="3"/>
                    <a:pt x="4" y="1"/>
                    <a:pt x="6" y="1"/>
                  </a:cubicBezTo>
                  <a:cubicBezTo>
                    <a:pt x="8" y="0"/>
                    <a:pt x="10" y="0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2" name="Freeform 1322">
              <a:extLst>
                <a:ext uri="{FF2B5EF4-FFF2-40B4-BE49-F238E27FC236}">
                  <a16:creationId xmlns:a16="http://schemas.microsoft.com/office/drawing/2014/main" id="{31A5F33E-FF8E-4467-A096-0A0474C6F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3011"/>
              <a:ext cx="7" cy="13"/>
            </a:xfrm>
            <a:custGeom>
              <a:avLst/>
              <a:gdLst>
                <a:gd name="T0" fmla="*/ 0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3" name="Freeform 1323">
              <a:extLst>
                <a:ext uri="{FF2B5EF4-FFF2-40B4-BE49-F238E27FC236}">
                  <a16:creationId xmlns:a16="http://schemas.microsoft.com/office/drawing/2014/main" id="{9C37A287-267C-4A0B-85FD-16377AD14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2440"/>
              <a:ext cx="893" cy="925"/>
            </a:xfrm>
            <a:custGeom>
              <a:avLst/>
              <a:gdLst>
                <a:gd name="T0" fmla="*/ 5588 w 357"/>
                <a:gd name="T1" fmla="*/ 3183 h 347"/>
                <a:gd name="T2" fmla="*/ 5443 w 357"/>
                <a:gd name="T3" fmla="*/ 2125 h 347"/>
                <a:gd name="T4" fmla="*/ 4242 w 357"/>
                <a:gd name="T5" fmla="*/ 264 h 347"/>
                <a:gd name="T6" fmla="*/ 3347 w 357"/>
                <a:gd name="T7" fmla="*/ 171 h 347"/>
                <a:gd name="T8" fmla="*/ 2722 w 357"/>
                <a:gd name="T9" fmla="*/ 77 h 347"/>
                <a:gd name="T10" fmla="*/ 2021 w 357"/>
                <a:gd name="T11" fmla="*/ 77 h 347"/>
                <a:gd name="T12" fmla="*/ 1408 w 357"/>
                <a:gd name="T13" fmla="*/ 648 h 347"/>
                <a:gd name="T14" fmla="*/ 1001 w 357"/>
                <a:gd name="T15" fmla="*/ 989 h 347"/>
                <a:gd name="T16" fmla="*/ 500 w 357"/>
                <a:gd name="T17" fmla="*/ 1386 h 347"/>
                <a:gd name="T18" fmla="*/ 0 w 357"/>
                <a:gd name="T19" fmla="*/ 3183 h 347"/>
                <a:gd name="T20" fmla="*/ 0 w 357"/>
                <a:gd name="T21" fmla="*/ 3183 h 347"/>
                <a:gd name="T22" fmla="*/ 2804 w 357"/>
                <a:gd name="T23" fmla="*/ 6574 h 347"/>
                <a:gd name="T24" fmla="*/ 5588 w 357"/>
                <a:gd name="T25" fmla="*/ 3183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7" h="347">
                  <a:moveTo>
                    <a:pt x="357" y="168"/>
                  </a:moveTo>
                  <a:cubicBezTo>
                    <a:pt x="357" y="145"/>
                    <a:pt x="354" y="126"/>
                    <a:pt x="348" y="112"/>
                  </a:cubicBezTo>
                  <a:cubicBezTo>
                    <a:pt x="318" y="45"/>
                    <a:pt x="302" y="31"/>
                    <a:pt x="271" y="14"/>
                  </a:cubicBezTo>
                  <a:cubicBezTo>
                    <a:pt x="253" y="4"/>
                    <a:pt x="236" y="11"/>
                    <a:pt x="214" y="9"/>
                  </a:cubicBezTo>
                  <a:cubicBezTo>
                    <a:pt x="204" y="8"/>
                    <a:pt x="185" y="3"/>
                    <a:pt x="174" y="4"/>
                  </a:cubicBezTo>
                  <a:cubicBezTo>
                    <a:pt x="163" y="5"/>
                    <a:pt x="145" y="0"/>
                    <a:pt x="129" y="4"/>
                  </a:cubicBezTo>
                  <a:cubicBezTo>
                    <a:pt x="114" y="9"/>
                    <a:pt x="103" y="29"/>
                    <a:pt x="90" y="34"/>
                  </a:cubicBezTo>
                  <a:cubicBezTo>
                    <a:pt x="80" y="38"/>
                    <a:pt x="72" y="47"/>
                    <a:pt x="64" y="52"/>
                  </a:cubicBezTo>
                  <a:cubicBezTo>
                    <a:pt x="51" y="60"/>
                    <a:pt x="41" y="63"/>
                    <a:pt x="32" y="73"/>
                  </a:cubicBezTo>
                  <a:cubicBezTo>
                    <a:pt x="9" y="98"/>
                    <a:pt x="0" y="136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267"/>
                    <a:pt x="80" y="347"/>
                    <a:pt x="179" y="347"/>
                  </a:cubicBezTo>
                  <a:cubicBezTo>
                    <a:pt x="277" y="347"/>
                    <a:pt x="357" y="267"/>
                    <a:pt x="357" y="168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4" name="Freeform 1324">
              <a:extLst>
                <a:ext uri="{FF2B5EF4-FFF2-40B4-BE49-F238E27FC236}">
                  <a16:creationId xmlns:a16="http://schemas.microsoft.com/office/drawing/2014/main" id="{DDCBA7A7-50D7-42B9-9749-70F4844EB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701"/>
              <a:ext cx="22" cy="24"/>
            </a:xfrm>
            <a:custGeom>
              <a:avLst/>
              <a:gdLst>
                <a:gd name="T0" fmla="*/ 0 w 9"/>
                <a:gd name="T1" fmla="*/ 149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8"/>
                  </a:moveTo>
                  <a:cubicBezTo>
                    <a:pt x="3" y="9"/>
                    <a:pt x="8" y="2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5" name="Freeform 1325">
              <a:extLst>
                <a:ext uri="{FF2B5EF4-FFF2-40B4-BE49-F238E27FC236}">
                  <a16:creationId xmlns:a16="http://schemas.microsoft.com/office/drawing/2014/main" id="{D9012626-1890-4B5D-83BF-EF659D91B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720"/>
              <a:ext cx="3" cy="11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6" name="Freeform 1326">
              <a:extLst>
                <a:ext uri="{FF2B5EF4-FFF2-40B4-BE49-F238E27FC236}">
                  <a16:creationId xmlns:a16="http://schemas.microsoft.com/office/drawing/2014/main" id="{3F3E92CC-6BC8-47AA-BFE0-ABCA56A08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971"/>
              <a:ext cx="1290" cy="1605"/>
            </a:xfrm>
            <a:custGeom>
              <a:avLst/>
              <a:gdLst>
                <a:gd name="T0" fmla="*/ 0 w 516"/>
                <a:gd name="T1" fmla="*/ 6519 h 602"/>
                <a:gd name="T2" fmla="*/ 175 w 516"/>
                <a:gd name="T3" fmla="*/ 5098 h 602"/>
                <a:gd name="T4" fmla="*/ 3083 w 516"/>
                <a:gd name="T5" fmla="*/ 419 h 602"/>
                <a:gd name="T6" fmla="*/ 6675 w 516"/>
                <a:gd name="T7" fmla="*/ 2637 h 602"/>
                <a:gd name="T8" fmla="*/ 7333 w 516"/>
                <a:gd name="T9" fmla="*/ 3717 h 602"/>
                <a:gd name="T10" fmla="*/ 8063 w 516"/>
                <a:gd name="T11" fmla="*/ 6519 h 602"/>
                <a:gd name="T12" fmla="*/ 4033 w 516"/>
                <a:gd name="T13" fmla="*/ 11408 h 602"/>
                <a:gd name="T14" fmla="*/ 0 w 516"/>
                <a:gd name="T15" fmla="*/ 6519 h 6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6" h="602">
                  <a:moveTo>
                    <a:pt x="0" y="344"/>
                  </a:moveTo>
                  <a:cubicBezTo>
                    <a:pt x="0" y="318"/>
                    <a:pt x="4" y="293"/>
                    <a:pt x="11" y="269"/>
                  </a:cubicBezTo>
                  <a:cubicBezTo>
                    <a:pt x="43" y="163"/>
                    <a:pt x="52" y="53"/>
                    <a:pt x="197" y="22"/>
                  </a:cubicBezTo>
                  <a:cubicBezTo>
                    <a:pt x="302" y="0"/>
                    <a:pt x="382" y="83"/>
                    <a:pt x="427" y="139"/>
                  </a:cubicBezTo>
                  <a:cubicBezTo>
                    <a:pt x="443" y="160"/>
                    <a:pt x="466" y="192"/>
                    <a:pt x="469" y="196"/>
                  </a:cubicBezTo>
                  <a:cubicBezTo>
                    <a:pt x="498" y="238"/>
                    <a:pt x="516" y="289"/>
                    <a:pt x="516" y="344"/>
                  </a:cubicBezTo>
                  <a:cubicBezTo>
                    <a:pt x="516" y="487"/>
                    <a:pt x="400" y="602"/>
                    <a:pt x="258" y="602"/>
                  </a:cubicBezTo>
                  <a:cubicBezTo>
                    <a:pt x="115" y="602"/>
                    <a:pt x="0" y="487"/>
                    <a:pt x="0" y="344"/>
                  </a:cubicBezTo>
                  <a:close/>
                </a:path>
              </a:pathLst>
            </a:custGeom>
            <a:noFill/>
            <a:ln w="12700" cap="flat">
              <a:solidFill>
                <a:srgbClr val="5016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7" name="Freeform 1327">
              <a:extLst>
                <a:ext uri="{FF2B5EF4-FFF2-40B4-BE49-F238E27FC236}">
                  <a16:creationId xmlns:a16="http://schemas.microsoft.com/office/drawing/2014/main" id="{E7B0F743-09AA-4CE2-A0A9-56564F21E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808"/>
              <a:ext cx="40" cy="5"/>
            </a:xfrm>
            <a:custGeom>
              <a:avLst/>
              <a:gdLst>
                <a:gd name="T0" fmla="*/ 0 w 16"/>
                <a:gd name="T1" fmla="*/ 33 h 2"/>
                <a:gd name="T2" fmla="*/ 250 w 1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2"/>
                  </a:moveTo>
                  <a:cubicBezTo>
                    <a:pt x="5" y="0"/>
                    <a:pt x="11" y="2"/>
                    <a:pt x="16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8" name="Freeform 1328">
              <a:extLst>
                <a:ext uri="{FF2B5EF4-FFF2-40B4-BE49-F238E27FC236}">
                  <a16:creationId xmlns:a16="http://schemas.microsoft.com/office/drawing/2014/main" id="{4C02F700-7264-4D71-AD83-F7DF539EB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829"/>
              <a:ext cx="30" cy="14"/>
            </a:xfrm>
            <a:custGeom>
              <a:avLst/>
              <a:gdLst>
                <a:gd name="T0" fmla="*/ 0 w 12"/>
                <a:gd name="T1" fmla="*/ 0 h 5"/>
                <a:gd name="T2" fmla="*/ 188 w 12"/>
                <a:gd name="T3" fmla="*/ 8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4" y="1"/>
                    <a:pt x="10" y="5"/>
                    <a:pt x="12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9" name="Freeform 1329">
              <a:extLst>
                <a:ext uri="{FF2B5EF4-FFF2-40B4-BE49-F238E27FC236}">
                  <a16:creationId xmlns:a16="http://schemas.microsoft.com/office/drawing/2014/main" id="{95DA3B6D-3EE8-4CD1-B34A-F7BECBEA5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592"/>
              <a:ext cx="15" cy="29"/>
            </a:xfrm>
            <a:custGeom>
              <a:avLst/>
              <a:gdLst>
                <a:gd name="T0" fmla="*/ 95 w 6"/>
                <a:gd name="T1" fmla="*/ 200 h 11"/>
                <a:gd name="T2" fmla="*/ 0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3" y="7"/>
                    <a:pt x="0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0" name="Freeform 1330">
              <a:extLst>
                <a:ext uri="{FF2B5EF4-FFF2-40B4-BE49-F238E27FC236}">
                  <a16:creationId xmlns:a16="http://schemas.microsoft.com/office/drawing/2014/main" id="{3CF1E56B-FF47-45C7-92DC-28402128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493"/>
              <a:ext cx="15" cy="27"/>
            </a:xfrm>
            <a:custGeom>
              <a:avLst/>
              <a:gdLst>
                <a:gd name="T0" fmla="*/ 95 w 6"/>
                <a:gd name="T1" fmla="*/ 197 h 10"/>
                <a:gd name="T2" fmla="*/ 0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4" y="6"/>
                    <a:pt x="0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1" name="Freeform 1331">
              <a:extLst>
                <a:ext uri="{FF2B5EF4-FFF2-40B4-BE49-F238E27FC236}">
                  <a16:creationId xmlns:a16="http://schemas.microsoft.com/office/drawing/2014/main" id="{5EFA558E-1FB9-4336-BAA6-8C1153DB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467"/>
              <a:ext cx="10" cy="29"/>
            </a:xfrm>
            <a:custGeom>
              <a:avLst/>
              <a:gdLst>
                <a:gd name="T0" fmla="*/ 0 w 4"/>
                <a:gd name="T1" fmla="*/ 200 h 11"/>
                <a:gd name="T2" fmla="*/ 63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2" y="7"/>
                    <a:pt x="4" y="3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2" name="Freeform 1332">
              <a:extLst>
                <a:ext uri="{FF2B5EF4-FFF2-40B4-BE49-F238E27FC236}">
                  <a16:creationId xmlns:a16="http://schemas.microsoft.com/office/drawing/2014/main" id="{2F0EE000-9C67-48EE-A834-830F19C37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509"/>
              <a:ext cx="20" cy="19"/>
            </a:xfrm>
            <a:custGeom>
              <a:avLst/>
              <a:gdLst>
                <a:gd name="T0" fmla="*/ 0 w 8"/>
                <a:gd name="T1" fmla="*/ 141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7"/>
                    <a:pt x="7" y="3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3" name="Freeform 1333">
              <a:extLst>
                <a:ext uri="{FF2B5EF4-FFF2-40B4-BE49-F238E27FC236}">
                  <a16:creationId xmlns:a16="http://schemas.microsoft.com/office/drawing/2014/main" id="{E5E33BA2-23B6-4200-9DD3-6F17AEB39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155"/>
              <a:ext cx="950" cy="1240"/>
            </a:xfrm>
            <a:custGeom>
              <a:avLst/>
              <a:gdLst>
                <a:gd name="T0" fmla="*/ 4625 w 380"/>
                <a:gd name="T1" fmla="*/ 1501 h 465"/>
                <a:gd name="T2" fmla="*/ 4938 w 380"/>
                <a:gd name="T3" fmla="*/ 1856 h 465"/>
                <a:gd name="T4" fmla="*/ 5300 w 380"/>
                <a:gd name="T5" fmla="*/ 2637 h 465"/>
                <a:gd name="T6" fmla="*/ 5938 w 380"/>
                <a:gd name="T7" fmla="*/ 5213 h 465"/>
                <a:gd name="T8" fmla="*/ 2970 w 380"/>
                <a:gd name="T9" fmla="*/ 8819 h 465"/>
                <a:gd name="T10" fmla="*/ 0 w 380"/>
                <a:gd name="T11" fmla="*/ 5213 h 465"/>
                <a:gd name="T12" fmla="*/ 238 w 380"/>
                <a:gd name="T13" fmla="*/ 3563 h 465"/>
                <a:gd name="T14" fmla="*/ 375 w 380"/>
                <a:gd name="T15" fmla="*/ 2560 h 465"/>
                <a:gd name="T16" fmla="*/ 533 w 380"/>
                <a:gd name="T17" fmla="*/ 1992 h 465"/>
                <a:gd name="T18" fmla="*/ 720 w 380"/>
                <a:gd name="T19" fmla="*/ 1784 h 465"/>
                <a:gd name="T20" fmla="*/ 863 w 380"/>
                <a:gd name="T21" fmla="*/ 1421 h 465"/>
                <a:gd name="T22" fmla="*/ 1175 w 380"/>
                <a:gd name="T23" fmla="*/ 989 h 465"/>
                <a:gd name="T24" fmla="*/ 1470 w 380"/>
                <a:gd name="T25" fmla="*/ 589 h 465"/>
                <a:gd name="T26" fmla="*/ 1958 w 380"/>
                <a:gd name="T27" fmla="*/ 192 h 465"/>
                <a:gd name="T28" fmla="*/ 2250 w 380"/>
                <a:gd name="T29" fmla="*/ 205 h 465"/>
                <a:gd name="T30" fmla="*/ 2583 w 380"/>
                <a:gd name="T31" fmla="*/ 115 h 465"/>
                <a:gd name="T32" fmla="*/ 3095 w 380"/>
                <a:gd name="T33" fmla="*/ 77 h 465"/>
                <a:gd name="T34" fmla="*/ 3563 w 380"/>
                <a:gd name="T35" fmla="*/ 419 h 465"/>
                <a:gd name="T36" fmla="*/ 3938 w 380"/>
                <a:gd name="T37" fmla="*/ 704 h 465"/>
                <a:gd name="T38" fmla="*/ 4270 w 380"/>
                <a:gd name="T39" fmla="*/ 1024 h 465"/>
                <a:gd name="T40" fmla="*/ 4408 w 380"/>
                <a:gd name="T41" fmla="*/ 1229 h 465"/>
                <a:gd name="T42" fmla="*/ 4625 w 380"/>
                <a:gd name="T43" fmla="*/ 1501 h 4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0" h="465">
                  <a:moveTo>
                    <a:pt x="296" y="79"/>
                  </a:moveTo>
                  <a:cubicBezTo>
                    <a:pt x="301" y="83"/>
                    <a:pt x="309" y="89"/>
                    <a:pt x="316" y="98"/>
                  </a:cubicBezTo>
                  <a:cubicBezTo>
                    <a:pt x="325" y="109"/>
                    <a:pt x="331" y="124"/>
                    <a:pt x="339" y="139"/>
                  </a:cubicBezTo>
                  <a:cubicBezTo>
                    <a:pt x="367" y="177"/>
                    <a:pt x="380" y="227"/>
                    <a:pt x="380" y="275"/>
                  </a:cubicBezTo>
                  <a:cubicBezTo>
                    <a:pt x="380" y="380"/>
                    <a:pt x="295" y="465"/>
                    <a:pt x="190" y="465"/>
                  </a:cubicBezTo>
                  <a:cubicBezTo>
                    <a:pt x="85" y="465"/>
                    <a:pt x="0" y="380"/>
                    <a:pt x="0" y="275"/>
                  </a:cubicBezTo>
                  <a:cubicBezTo>
                    <a:pt x="0" y="247"/>
                    <a:pt x="5" y="215"/>
                    <a:pt x="15" y="188"/>
                  </a:cubicBezTo>
                  <a:cubicBezTo>
                    <a:pt x="19" y="172"/>
                    <a:pt x="23" y="151"/>
                    <a:pt x="24" y="135"/>
                  </a:cubicBezTo>
                  <a:cubicBezTo>
                    <a:pt x="24" y="122"/>
                    <a:pt x="25" y="115"/>
                    <a:pt x="34" y="105"/>
                  </a:cubicBezTo>
                  <a:cubicBezTo>
                    <a:pt x="38" y="101"/>
                    <a:pt x="43" y="98"/>
                    <a:pt x="46" y="94"/>
                  </a:cubicBezTo>
                  <a:cubicBezTo>
                    <a:pt x="50" y="88"/>
                    <a:pt x="52" y="81"/>
                    <a:pt x="55" y="75"/>
                  </a:cubicBezTo>
                  <a:cubicBezTo>
                    <a:pt x="60" y="67"/>
                    <a:pt x="67" y="58"/>
                    <a:pt x="75" y="52"/>
                  </a:cubicBezTo>
                  <a:cubicBezTo>
                    <a:pt x="85" y="46"/>
                    <a:pt x="88" y="40"/>
                    <a:pt x="94" y="31"/>
                  </a:cubicBezTo>
                  <a:cubicBezTo>
                    <a:pt x="101" y="21"/>
                    <a:pt x="114" y="12"/>
                    <a:pt x="125" y="10"/>
                  </a:cubicBezTo>
                  <a:cubicBezTo>
                    <a:pt x="131" y="9"/>
                    <a:pt x="137" y="11"/>
                    <a:pt x="144" y="11"/>
                  </a:cubicBezTo>
                  <a:cubicBezTo>
                    <a:pt x="152" y="12"/>
                    <a:pt x="158" y="9"/>
                    <a:pt x="165" y="6"/>
                  </a:cubicBezTo>
                  <a:cubicBezTo>
                    <a:pt x="177" y="0"/>
                    <a:pt x="185" y="1"/>
                    <a:pt x="198" y="4"/>
                  </a:cubicBezTo>
                  <a:cubicBezTo>
                    <a:pt x="211" y="7"/>
                    <a:pt x="221" y="13"/>
                    <a:pt x="228" y="22"/>
                  </a:cubicBezTo>
                  <a:cubicBezTo>
                    <a:pt x="235" y="30"/>
                    <a:pt x="243" y="31"/>
                    <a:pt x="252" y="37"/>
                  </a:cubicBezTo>
                  <a:cubicBezTo>
                    <a:pt x="260" y="41"/>
                    <a:pt x="267" y="47"/>
                    <a:pt x="273" y="54"/>
                  </a:cubicBezTo>
                  <a:cubicBezTo>
                    <a:pt x="276" y="58"/>
                    <a:pt x="279" y="61"/>
                    <a:pt x="282" y="65"/>
                  </a:cubicBezTo>
                  <a:cubicBezTo>
                    <a:pt x="284" y="68"/>
                    <a:pt x="292" y="76"/>
                    <a:pt x="296" y="7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4" name="Freeform 1334">
              <a:extLst>
                <a:ext uri="{FF2B5EF4-FFF2-40B4-BE49-F238E27FC236}">
                  <a16:creationId xmlns:a16="http://schemas.microsoft.com/office/drawing/2014/main" id="{78C85806-D8DC-4975-BE33-273240E5E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483"/>
              <a:ext cx="817" cy="842"/>
            </a:xfrm>
            <a:custGeom>
              <a:avLst/>
              <a:gdLst>
                <a:gd name="T0" fmla="*/ 0 w 327"/>
                <a:gd name="T1" fmla="*/ 2896 h 316"/>
                <a:gd name="T2" fmla="*/ 437 w 327"/>
                <a:gd name="T3" fmla="*/ 1271 h 316"/>
                <a:gd name="T4" fmla="*/ 750 w 327"/>
                <a:gd name="T5" fmla="*/ 1002 h 316"/>
                <a:gd name="T6" fmla="*/ 887 w 327"/>
                <a:gd name="T7" fmla="*/ 909 h 316"/>
                <a:gd name="T8" fmla="*/ 1062 w 327"/>
                <a:gd name="T9" fmla="*/ 759 h 316"/>
                <a:gd name="T10" fmla="*/ 1262 w 327"/>
                <a:gd name="T11" fmla="*/ 589 h 316"/>
                <a:gd name="T12" fmla="*/ 1574 w 327"/>
                <a:gd name="T13" fmla="*/ 306 h 316"/>
                <a:gd name="T14" fmla="*/ 1854 w 327"/>
                <a:gd name="T15" fmla="*/ 56 h 316"/>
                <a:gd name="T16" fmla="*/ 2259 w 327"/>
                <a:gd name="T17" fmla="*/ 35 h 316"/>
                <a:gd name="T18" fmla="*/ 2496 w 327"/>
                <a:gd name="T19" fmla="*/ 35 h 316"/>
                <a:gd name="T20" fmla="*/ 2841 w 327"/>
                <a:gd name="T21" fmla="*/ 93 h 316"/>
                <a:gd name="T22" fmla="*/ 3071 w 327"/>
                <a:gd name="T23" fmla="*/ 149 h 316"/>
                <a:gd name="T24" fmla="*/ 3415 w 327"/>
                <a:gd name="T25" fmla="*/ 149 h 316"/>
                <a:gd name="T26" fmla="*/ 3883 w 327"/>
                <a:gd name="T27" fmla="*/ 205 h 316"/>
                <a:gd name="T28" fmla="*/ 4974 w 327"/>
                <a:gd name="T29" fmla="*/ 1932 h 316"/>
                <a:gd name="T30" fmla="*/ 5099 w 327"/>
                <a:gd name="T31" fmla="*/ 2896 h 316"/>
                <a:gd name="T32" fmla="*/ 5099 w 327"/>
                <a:gd name="T33" fmla="*/ 2896 h 316"/>
                <a:gd name="T34" fmla="*/ 2558 w 327"/>
                <a:gd name="T35" fmla="*/ 5979 h 316"/>
                <a:gd name="T36" fmla="*/ 0 w 327"/>
                <a:gd name="T37" fmla="*/ 2896 h 3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7" h="316">
                  <a:moveTo>
                    <a:pt x="0" y="153"/>
                  </a:moveTo>
                  <a:cubicBezTo>
                    <a:pt x="0" y="118"/>
                    <a:pt x="10" y="86"/>
                    <a:pt x="28" y="67"/>
                  </a:cubicBezTo>
                  <a:cubicBezTo>
                    <a:pt x="34" y="60"/>
                    <a:pt x="40" y="57"/>
                    <a:pt x="48" y="53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61" y="45"/>
                    <a:pt x="65" y="43"/>
                    <a:pt x="68" y="40"/>
                  </a:cubicBezTo>
                  <a:cubicBezTo>
                    <a:pt x="72" y="36"/>
                    <a:pt x="76" y="33"/>
                    <a:pt x="81" y="31"/>
                  </a:cubicBezTo>
                  <a:cubicBezTo>
                    <a:pt x="88" y="28"/>
                    <a:pt x="95" y="22"/>
                    <a:pt x="101" y="16"/>
                  </a:cubicBezTo>
                  <a:cubicBezTo>
                    <a:pt x="107" y="10"/>
                    <a:pt x="113" y="5"/>
                    <a:pt x="119" y="3"/>
                  </a:cubicBezTo>
                  <a:cubicBezTo>
                    <a:pt x="127" y="0"/>
                    <a:pt x="136" y="1"/>
                    <a:pt x="145" y="2"/>
                  </a:cubicBezTo>
                  <a:cubicBezTo>
                    <a:pt x="150" y="2"/>
                    <a:pt x="155" y="3"/>
                    <a:pt x="160" y="2"/>
                  </a:cubicBezTo>
                  <a:cubicBezTo>
                    <a:pt x="165" y="2"/>
                    <a:pt x="174" y="4"/>
                    <a:pt x="182" y="5"/>
                  </a:cubicBezTo>
                  <a:cubicBezTo>
                    <a:pt x="187" y="6"/>
                    <a:pt x="193" y="7"/>
                    <a:pt x="197" y="8"/>
                  </a:cubicBezTo>
                  <a:cubicBezTo>
                    <a:pt x="205" y="8"/>
                    <a:pt x="213" y="8"/>
                    <a:pt x="219" y="8"/>
                  </a:cubicBezTo>
                  <a:cubicBezTo>
                    <a:pt x="231" y="7"/>
                    <a:pt x="240" y="6"/>
                    <a:pt x="249" y="11"/>
                  </a:cubicBezTo>
                  <a:cubicBezTo>
                    <a:pt x="276" y="26"/>
                    <a:pt x="290" y="36"/>
                    <a:pt x="319" y="102"/>
                  </a:cubicBezTo>
                  <a:cubicBezTo>
                    <a:pt x="325" y="114"/>
                    <a:pt x="327" y="131"/>
                    <a:pt x="327" y="153"/>
                  </a:cubicBezTo>
                  <a:cubicBezTo>
                    <a:pt x="327" y="153"/>
                    <a:pt x="327" y="153"/>
                    <a:pt x="327" y="153"/>
                  </a:cubicBezTo>
                  <a:cubicBezTo>
                    <a:pt x="327" y="243"/>
                    <a:pt x="254" y="316"/>
                    <a:pt x="164" y="316"/>
                  </a:cubicBezTo>
                  <a:cubicBezTo>
                    <a:pt x="73" y="316"/>
                    <a:pt x="0" y="243"/>
                    <a:pt x="0" y="153"/>
                  </a:cubicBezTo>
                  <a:close/>
                </a:path>
              </a:pathLst>
            </a:custGeom>
            <a:noFill/>
            <a:ln w="15875" cap="flat">
              <a:solidFill>
                <a:srgbClr val="5016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8" name="artery-atherosclerosis-positive-remodeling">
            <a:extLst>
              <a:ext uri="{FF2B5EF4-FFF2-40B4-BE49-F238E27FC236}">
                <a16:creationId xmlns:a16="http://schemas.microsoft.com/office/drawing/2014/main" id="{B42E21CA-D5FB-4168-8D96-5AB86D909EB3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4222750"/>
            <a:ext cx="4260850" cy="2014538"/>
            <a:chOff x="2500" y="2498"/>
            <a:chExt cx="2684" cy="1269"/>
          </a:xfrm>
        </p:grpSpPr>
        <p:grpSp>
          <p:nvGrpSpPr>
            <p:cNvPr id="42007" name="Group 1336">
              <a:extLst>
                <a:ext uri="{FF2B5EF4-FFF2-40B4-BE49-F238E27FC236}">
                  <a16:creationId xmlns:a16="http://schemas.microsoft.com/office/drawing/2014/main" id="{55B21826-337F-4018-97D4-44E8C30D73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00" y="2498"/>
              <a:ext cx="2684" cy="1269"/>
              <a:chOff x="2500" y="2498"/>
              <a:chExt cx="2684" cy="1269"/>
            </a:xfrm>
          </p:grpSpPr>
          <p:sp>
            <p:nvSpPr>
              <p:cNvPr id="42190" name="Freeform 1337">
                <a:extLst>
                  <a:ext uri="{FF2B5EF4-FFF2-40B4-BE49-F238E27FC236}">
                    <a16:creationId xmlns:a16="http://schemas.microsoft.com/office/drawing/2014/main" id="{0BFE1EB7-F95C-445D-A959-8D3548233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863"/>
                <a:ext cx="2266" cy="213"/>
              </a:xfrm>
              <a:custGeom>
                <a:avLst/>
                <a:gdLst>
                  <a:gd name="T0" fmla="*/ 141 w 1204"/>
                  <a:gd name="T1" fmla="*/ 24 h 106"/>
                  <a:gd name="T2" fmla="*/ 0 w 1204"/>
                  <a:gd name="T3" fmla="*/ 291 h 106"/>
                  <a:gd name="T4" fmla="*/ 188 w 1204"/>
                  <a:gd name="T5" fmla="*/ 577 h 106"/>
                  <a:gd name="T6" fmla="*/ 2232 w 1204"/>
                  <a:gd name="T7" fmla="*/ 860 h 106"/>
                  <a:gd name="T8" fmla="*/ 7240 w 1204"/>
                  <a:gd name="T9" fmla="*/ 812 h 106"/>
                  <a:gd name="T10" fmla="*/ 7944 w 1204"/>
                  <a:gd name="T11" fmla="*/ 520 h 106"/>
                  <a:gd name="T12" fmla="*/ 7995 w 1204"/>
                  <a:gd name="T13" fmla="*/ 0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4" h="106">
                    <a:moveTo>
                      <a:pt x="21" y="3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20" y="67"/>
                      <a:pt x="28" y="71"/>
                    </a:cubicBezTo>
                    <a:cubicBezTo>
                      <a:pt x="36" y="75"/>
                      <a:pt x="335" y="106"/>
                      <a:pt x="335" y="106"/>
                    </a:cubicBezTo>
                    <a:cubicBezTo>
                      <a:pt x="1086" y="100"/>
                      <a:pt x="1086" y="100"/>
                      <a:pt x="1086" y="100"/>
                    </a:cubicBezTo>
                    <a:cubicBezTo>
                      <a:pt x="1089" y="99"/>
                      <a:pt x="1195" y="65"/>
                      <a:pt x="1192" y="64"/>
                    </a:cubicBezTo>
                    <a:cubicBezTo>
                      <a:pt x="1189" y="63"/>
                      <a:pt x="1204" y="1"/>
                      <a:pt x="1199" y="0"/>
                    </a:cubicBezTo>
                  </a:path>
                </a:pathLst>
              </a:custGeom>
              <a:solidFill>
                <a:srgbClr val="AC3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1" name="Freeform 1338">
                <a:extLst>
                  <a:ext uri="{FF2B5EF4-FFF2-40B4-BE49-F238E27FC236}">
                    <a16:creationId xmlns:a16="http://schemas.microsoft.com/office/drawing/2014/main" id="{7A2136DB-CBC8-4E00-A1BF-8C1C81AD0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761"/>
                <a:ext cx="252" cy="968"/>
              </a:xfrm>
              <a:custGeom>
                <a:avLst/>
                <a:gdLst>
                  <a:gd name="T0" fmla="*/ 884 w 134"/>
                  <a:gd name="T1" fmla="*/ 3500 h 482"/>
                  <a:gd name="T2" fmla="*/ 286 w 134"/>
                  <a:gd name="T3" fmla="*/ 1952 h 482"/>
                  <a:gd name="T4" fmla="*/ 891 w 134"/>
                  <a:gd name="T5" fmla="*/ 412 h 482"/>
                  <a:gd name="T6" fmla="*/ 891 w 134"/>
                  <a:gd name="T7" fmla="*/ 412 h 482"/>
                  <a:gd name="T8" fmla="*/ 852 w 134"/>
                  <a:gd name="T9" fmla="*/ 0 h 482"/>
                  <a:gd name="T10" fmla="*/ 293 w 134"/>
                  <a:gd name="T11" fmla="*/ 536 h 482"/>
                  <a:gd name="T12" fmla="*/ 0 w 134"/>
                  <a:gd name="T13" fmla="*/ 1952 h 482"/>
                  <a:gd name="T14" fmla="*/ 852 w 134"/>
                  <a:gd name="T15" fmla="*/ 3904 h 482"/>
                  <a:gd name="T16" fmla="*/ 891 w 134"/>
                  <a:gd name="T17" fmla="*/ 3500 h 482"/>
                  <a:gd name="T18" fmla="*/ 884 w 134"/>
                  <a:gd name="T19" fmla="*/ 3500 h 4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4" h="482">
                    <a:moveTo>
                      <a:pt x="133" y="432"/>
                    </a:moveTo>
                    <a:cubicBezTo>
                      <a:pt x="89" y="423"/>
                      <a:pt x="43" y="350"/>
                      <a:pt x="43" y="241"/>
                    </a:cubicBezTo>
                    <a:cubicBezTo>
                      <a:pt x="43" y="129"/>
                      <a:pt x="90" y="56"/>
                      <a:pt x="134" y="51"/>
                    </a:cubicBezTo>
                    <a:cubicBezTo>
                      <a:pt x="134" y="51"/>
                      <a:pt x="134" y="51"/>
                      <a:pt x="134" y="51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06" y="4"/>
                      <a:pt x="70" y="24"/>
                      <a:pt x="44" y="66"/>
                    </a:cubicBezTo>
                    <a:cubicBezTo>
                      <a:pt x="16" y="112"/>
                      <a:pt x="0" y="174"/>
                      <a:pt x="0" y="241"/>
                    </a:cubicBezTo>
                    <a:cubicBezTo>
                      <a:pt x="0" y="366"/>
                      <a:pt x="56" y="470"/>
                      <a:pt x="128" y="482"/>
                    </a:cubicBezTo>
                    <a:cubicBezTo>
                      <a:pt x="134" y="432"/>
                      <a:pt x="134" y="432"/>
                      <a:pt x="134" y="432"/>
                    </a:cubicBezTo>
                    <a:cubicBezTo>
                      <a:pt x="134" y="432"/>
                      <a:pt x="134" y="432"/>
                      <a:pt x="133" y="432"/>
                    </a:cubicBezTo>
                    <a:close/>
                  </a:path>
                </a:pathLst>
              </a:custGeom>
              <a:solidFill>
                <a:srgbClr val="FCD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2" name="Freeform 1339">
                <a:extLst>
                  <a:ext uri="{FF2B5EF4-FFF2-40B4-BE49-F238E27FC236}">
                    <a16:creationId xmlns:a16="http://schemas.microsoft.com/office/drawing/2014/main" id="{9DFB01D7-1373-4F1C-BAD3-F980FB96F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3606"/>
                <a:ext cx="2394" cy="23"/>
              </a:xfrm>
              <a:custGeom>
                <a:avLst/>
                <a:gdLst>
                  <a:gd name="T0" fmla="*/ 2394 w 2394"/>
                  <a:gd name="T1" fmla="*/ 0 h 23"/>
                  <a:gd name="T2" fmla="*/ 4 w 2394"/>
                  <a:gd name="T3" fmla="*/ 0 h 23"/>
                  <a:gd name="T4" fmla="*/ 0 w 2394"/>
                  <a:gd name="T5" fmla="*/ 23 h 23"/>
                  <a:gd name="T6" fmla="*/ 2391 w 2394"/>
                  <a:gd name="T7" fmla="*/ 23 h 23"/>
                  <a:gd name="T8" fmla="*/ 2394 w 2394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94" h="23">
                    <a:moveTo>
                      <a:pt x="2394" y="0"/>
                    </a:moveTo>
                    <a:lnTo>
                      <a:pt x="4" y="0"/>
                    </a:lnTo>
                    <a:lnTo>
                      <a:pt x="0" y="23"/>
                    </a:lnTo>
                    <a:lnTo>
                      <a:pt x="2391" y="23"/>
                    </a:lnTo>
                    <a:lnTo>
                      <a:pt x="2394" y="0"/>
                    </a:lnTo>
                    <a:close/>
                  </a:path>
                </a:pathLst>
              </a:custGeom>
              <a:solidFill>
                <a:srgbClr val="FFE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3" name="Freeform 1340">
                <a:extLst>
                  <a:ext uri="{FF2B5EF4-FFF2-40B4-BE49-F238E27FC236}">
                    <a16:creationId xmlns:a16="http://schemas.microsoft.com/office/drawing/2014/main" id="{8BAFBB97-AF7F-4EDB-A335-DE8E5F8D6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629"/>
                <a:ext cx="2402" cy="100"/>
              </a:xfrm>
              <a:custGeom>
                <a:avLst/>
                <a:gdLst>
                  <a:gd name="T0" fmla="*/ 2402 w 2402"/>
                  <a:gd name="T1" fmla="*/ 0 h 100"/>
                  <a:gd name="T2" fmla="*/ 11 w 2402"/>
                  <a:gd name="T3" fmla="*/ 0 h 100"/>
                  <a:gd name="T4" fmla="*/ 0 w 2402"/>
                  <a:gd name="T5" fmla="*/ 100 h 100"/>
                  <a:gd name="T6" fmla="*/ 2390 w 2402"/>
                  <a:gd name="T7" fmla="*/ 100 h 100"/>
                  <a:gd name="T8" fmla="*/ 2402 w 2402"/>
                  <a:gd name="T9" fmla="*/ 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02" h="100">
                    <a:moveTo>
                      <a:pt x="2402" y="0"/>
                    </a:moveTo>
                    <a:lnTo>
                      <a:pt x="11" y="0"/>
                    </a:lnTo>
                    <a:lnTo>
                      <a:pt x="0" y="100"/>
                    </a:lnTo>
                    <a:lnTo>
                      <a:pt x="2390" y="100"/>
                    </a:lnTo>
                    <a:lnTo>
                      <a:pt x="2402" y="0"/>
                    </a:lnTo>
                    <a:close/>
                  </a:path>
                </a:pathLst>
              </a:custGeom>
              <a:solidFill>
                <a:srgbClr val="F8C4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4" name="Freeform 1341">
                <a:extLst>
                  <a:ext uri="{FF2B5EF4-FFF2-40B4-BE49-F238E27FC236}">
                    <a16:creationId xmlns:a16="http://schemas.microsoft.com/office/drawing/2014/main" id="{804E9A89-9F47-444E-BC10-1A7E6C8E1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729"/>
                <a:ext cx="2394" cy="38"/>
              </a:xfrm>
              <a:custGeom>
                <a:avLst/>
                <a:gdLst>
                  <a:gd name="T0" fmla="*/ 2394 w 2394"/>
                  <a:gd name="T1" fmla="*/ 0 h 38"/>
                  <a:gd name="T2" fmla="*/ 4 w 2394"/>
                  <a:gd name="T3" fmla="*/ 0 h 38"/>
                  <a:gd name="T4" fmla="*/ 0 w 2394"/>
                  <a:gd name="T5" fmla="*/ 36 h 38"/>
                  <a:gd name="T6" fmla="*/ 2390 w 2394"/>
                  <a:gd name="T7" fmla="*/ 38 h 38"/>
                  <a:gd name="T8" fmla="*/ 2394 w 2394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94" h="38">
                    <a:moveTo>
                      <a:pt x="2394" y="0"/>
                    </a:moveTo>
                    <a:lnTo>
                      <a:pt x="4" y="0"/>
                    </a:lnTo>
                    <a:lnTo>
                      <a:pt x="0" y="36"/>
                    </a:lnTo>
                    <a:lnTo>
                      <a:pt x="2390" y="38"/>
                    </a:lnTo>
                    <a:lnTo>
                      <a:pt x="2394" y="0"/>
                    </a:lnTo>
                    <a:close/>
                  </a:path>
                </a:pathLst>
              </a:custGeom>
              <a:solidFill>
                <a:srgbClr val="EE9B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5" name="Freeform 1342">
                <a:extLst>
                  <a:ext uri="{FF2B5EF4-FFF2-40B4-BE49-F238E27FC236}">
                    <a16:creationId xmlns:a16="http://schemas.microsoft.com/office/drawing/2014/main" id="{435D599F-D869-49AB-A8A1-EC6CA968A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3580"/>
                <a:ext cx="2392" cy="26"/>
              </a:xfrm>
              <a:custGeom>
                <a:avLst/>
                <a:gdLst>
                  <a:gd name="T0" fmla="*/ 2392 w 2392"/>
                  <a:gd name="T1" fmla="*/ 0 h 26"/>
                  <a:gd name="T2" fmla="*/ 796 w 2392"/>
                  <a:gd name="T3" fmla="*/ 0 h 26"/>
                  <a:gd name="T4" fmla="*/ 2 w 2392"/>
                  <a:gd name="T5" fmla="*/ 6 h 26"/>
                  <a:gd name="T6" fmla="*/ 0 w 2392"/>
                  <a:gd name="T7" fmla="*/ 26 h 26"/>
                  <a:gd name="T8" fmla="*/ 2390 w 2392"/>
                  <a:gd name="T9" fmla="*/ 26 h 26"/>
                  <a:gd name="T10" fmla="*/ 2392 w 2392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92" h="26">
                    <a:moveTo>
                      <a:pt x="2392" y="0"/>
                    </a:moveTo>
                    <a:lnTo>
                      <a:pt x="796" y="0"/>
                    </a:lnTo>
                    <a:lnTo>
                      <a:pt x="2" y="6"/>
                    </a:lnTo>
                    <a:lnTo>
                      <a:pt x="0" y="26"/>
                    </a:lnTo>
                    <a:lnTo>
                      <a:pt x="2390" y="26"/>
                    </a:lnTo>
                    <a:lnTo>
                      <a:pt x="2392" y="0"/>
                    </a:lnTo>
                    <a:close/>
                  </a:path>
                </a:pathLst>
              </a:custGeom>
              <a:solidFill>
                <a:srgbClr val="BF6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6" name="Freeform 1343">
                <a:extLst>
                  <a:ext uri="{FF2B5EF4-FFF2-40B4-BE49-F238E27FC236}">
                    <a16:creationId xmlns:a16="http://schemas.microsoft.com/office/drawing/2014/main" id="{DE0196B6-6696-4F70-ADEB-1F09446A3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727"/>
                <a:ext cx="273" cy="1036"/>
              </a:xfrm>
              <a:custGeom>
                <a:avLst/>
                <a:gdLst>
                  <a:gd name="T0" fmla="*/ 968 w 145"/>
                  <a:gd name="T1" fmla="*/ 4040 h 516"/>
                  <a:gd name="T2" fmla="*/ 120 w 145"/>
                  <a:gd name="T3" fmla="*/ 2088 h 516"/>
                  <a:gd name="T4" fmla="*/ 409 w 145"/>
                  <a:gd name="T5" fmla="*/ 681 h 516"/>
                  <a:gd name="T6" fmla="*/ 968 w 145"/>
                  <a:gd name="T7" fmla="*/ 137 h 516"/>
                  <a:gd name="T8" fmla="*/ 953 w 145"/>
                  <a:gd name="T9" fmla="*/ 0 h 516"/>
                  <a:gd name="T10" fmla="*/ 0 w 145"/>
                  <a:gd name="T11" fmla="*/ 2088 h 516"/>
                  <a:gd name="T12" fmla="*/ 953 w 145"/>
                  <a:gd name="T13" fmla="*/ 4176 h 516"/>
                  <a:gd name="T14" fmla="*/ 968 w 145"/>
                  <a:gd name="T15" fmla="*/ 4040 h 5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516">
                    <a:moveTo>
                      <a:pt x="145" y="499"/>
                    </a:moveTo>
                    <a:cubicBezTo>
                      <a:pt x="74" y="487"/>
                      <a:pt x="18" y="384"/>
                      <a:pt x="18" y="258"/>
                    </a:cubicBezTo>
                    <a:cubicBezTo>
                      <a:pt x="18" y="191"/>
                      <a:pt x="33" y="129"/>
                      <a:pt x="61" y="84"/>
                    </a:cubicBezTo>
                    <a:cubicBezTo>
                      <a:pt x="87" y="41"/>
                      <a:pt x="123" y="21"/>
                      <a:pt x="145" y="17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62" y="14"/>
                      <a:pt x="0" y="123"/>
                      <a:pt x="0" y="258"/>
                    </a:cubicBezTo>
                    <a:cubicBezTo>
                      <a:pt x="0" y="393"/>
                      <a:pt x="62" y="503"/>
                      <a:pt x="143" y="516"/>
                    </a:cubicBezTo>
                    <a:lnTo>
                      <a:pt x="145" y="499"/>
                    </a:lnTo>
                    <a:close/>
                  </a:path>
                </a:pathLst>
              </a:custGeom>
              <a:solidFill>
                <a:srgbClr val="EEC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7" name="Freeform 1344">
                <a:extLst>
                  <a:ext uri="{FF2B5EF4-FFF2-40B4-BE49-F238E27FC236}">
                    <a16:creationId xmlns:a16="http://schemas.microsoft.com/office/drawing/2014/main" id="{24ABD0FB-2B39-4456-B152-40719B6D2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727"/>
                <a:ext cx="273" cy="1036"/>
              </a:xfrm>
              <a:custGeom>
                <a:avLst/>
                <a:gdLst>
                  <a:gd name="T0" fmla="*/ 968 w 145"/>
                  <a:gd name="T1" fmla="*/ 4040 h 516"/>
                  <a:gd name="T2" fmla="*/ 120 w 145"/>
                  <a:gd name="T3" fmla="*/ 2088 h 516"/>
                  <a:gd name="T4" fmla="*/ 409 w 145"/>
                  <a:gd name="T5" fmla="*/ 681 h 516"/>
                  <a:gd name="T6" fmla="*/ 968 w 145"/>
                  <a:gd name="T7" fmla="*/ 137 h 516"/>
                  <a:gd name="T8" fmla="*/ 953 w 145"/>
                  <a:gd name="T9" fmla="*/ 0 h 516"/>
                  <a:gd name="T10" fmla="*/ 0 w 145"/>
                  <a:gd name="T11" fmla="*/ 2088 h 516"/>
                  <a:gd name="T12" fmla="*/ 953 w 145"/>
                  <a:gd name="T13" fmla="*/ 4176 h 516"/>
                  <a:gd name="T14" fmla="*/ 968 w 145"/>
                  <a:gd name="T15" fmla="*/ 4040 h 5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516">
                    <a:moveTo>
                      <a:pt x="145" y="499"/>
                    </a:moveTo>
                    <a:cubicBezTo>
                      <a:pt x="74" y="487"/>
                      <a:pt x="18" y="384"/>
                      <a:pt x="18" y="258"/>
                    </a:cubicBezTo>
                    <a:cubicBezTo>
                      <a:pt x="18" y="191"/>
                      <a:pt x="33" y="129"/>
                      <a:pt x="61" y="84"/>
                    </a:cubicBezTo>
                    <a:cubicBezTo>
                      <a:pt x="87" y="41"/>
                      <a:pt x="123" y="21"/>
                      <a:pt x="145" y="17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62" y="14"/>
                      <a:pt x="0" y="123"/>
                      <a:pt x="0" y="258"/>
                    </a:cubicBezTo>
                    <a:cubicBezTo>
                      <a:pt x="0" y="393"/>
                      <a:pt x="62" y="503"/>
                      <a:pt x="143" y="516"/>
                    </a:cubicBezTo>
                    <a:lnTo>
                      <a:pt x="145" y="499"/>
                    </a:lnTo>
                    <a:close/>
                  </a:path>
                </a:pathLst>
              </a:custGeom>
              <a:solidFill>
                <a:srgbClr val="F5C8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8" name="Freeform 1345">
                <a:extLst>
                  <a:ext uri="{FF2B5EF4-FFF2-40B4-BE49-F238E27FC236}">
                    <a16:creationId xmlns:a16="http://schemas.microsoft.com/office/drawing/2014/main" id="{145DDB4F-0F02-4D48-AE7A-8E7EBDF7D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534"/>
                <a:ext cx="2403" cy="343"/>
              </a:xfrm>
              <a:custGeom>
                <a:avLst/>
                <a:gdLst>
                  <a:gd name="T0" fmla="*/ 1453 w 1277"/>
                  <a:gd name="T1" fmla="*/ 1316 h 171"/>
                  <a:gd name="T2" fmla="*/ 1481 w 1277"/>
                  <a:gd name="T3" fmla="*/ 1316 h 171"/>
                  <a:gd name="T4" fmla="*/ 1566 w 1277"/>
                  <a:gd name="T5" fmla="*/ 1308 h 171"/>
                  <a:gd name="T6" fmla="*/ 1579 w 1277"/>
                  <a:gd name="T7" fmla="*/ 1308 h 171"/>
                  <a:gd name="T8" fmla="*/ 1799 w 1277"/>
                  <a:gd name="T9" fmla="*/ 1284 h 171"/>
                  <a:gd name="T10" fmla="*/ 1752 w 1277"/>
                  <a:gd name="T11" fmla="*/ 1276 h 171"/>
                  <a:gd name="T12" fmla="*/ 2501 w 1277"/>
                  <a:gd name="T13" fmla="*/ 873 h 171"/>
                  <a:gd name="T14" fmla="*/ 3378 w 1277"/>
                  <a:gd name="T15" fmla="*/ 760 h 171"/>
                  <a:gd name="T16" fmla="*/ 4087 w 1277"/>
                  <a:gd name="T17" fmla="*/ 491 h 171"/>
                  <a:gd name="T18" fmla="*/ 4422 w 1277"/>
                  <a:gd name="T19" fmla="*/ 572 h 171"/>
                  <a:gd name="T20" fmla="*/ 4859 w 1277"/>
                  <a:gd name="T21" fmla="*/ 524 h 171"/>
                  <a:gd name="T22" fmla="*/ 5404 w 1277"/>
                  <a:gd name="T23" fmla="*/ 720 h 171"/>
                  <a:gd name="T24" fmla="*/ 5948 w 1277"/>
                  <a:gd name="T25" fmla="*/ 937 h 171"/>
                  <a:gd name="T26" fmla="*/ 6724 w 1277"/>
                  <a:gd name="T27" fmla="*/ 1332 h 171"/>
                  <a:gd name="T28" fmla="*/ 6731 w 1277"/>
                  <a:gd name="T29" fmla="*/ 1332 h 171"/>
                  <a:gd name="T30" fmla="*/ 6771 w 1277"/>
                  <a:gd name="T31" fmla="*/ 1340 h 171"/>
                  <a:gd name="T32" fmla="*/ 6778 w 1277"/>
                  <a:gd name="T33" fmla="*/ 1348 h 171"/>
                  <a:gd name="T34" fmla="*/ 6823 w 1277"/>
                  <a:gd name="T35" fmla="*/ 1356 h 171"/>
                  <a:gd name="T36" fmla="*/ 6823 w 1277"/>
                  <a:gd name="T37" fmla="*/ 1356 h 171"/>
                  <a:gd name="T38" fmla="*/ 6863 w 1277"/>
                  <a:gd name="T39" fmla="*/ 1356 h 171"/>
                  <a:gd name="T40" fmla="*/ 6876 w 1277"/>
                  <a:gd name="T41" fmla="*/ 1356 h 171"/>
                  <a:gd name="T42" fmla="*/ 6923 w 1277"/>
                  <a:gd name="T43" fmla="*/ 1364 h 171"/>
                  <a:gd name="T44" fmla="*/ 6931 w 1277"/>
                  <a:gd name="T45" fmla="*/ 1364 h 171"/>
                  <a:gd name="T46" fmla="*/ 6976 w 1277"/>
                  <a:gd name="T47" fmla="*/ 1372 h 171"/>
                  <a:gd name="T48" fmla="*/ 6991 w 1277"/>
                  <a:gd name="T49" fmla="*/ 1372 h 171"/>
                  <a:gd name="T50" fmla="*/ 7043 w 1277"/>
                  <a:gd name="T51" fmla="*/ 1372 h 171"/>
                  <a:gd name="T52" fmla="*/ 7043 w 1277"/>
                  <a:gd name="T53" fmla="*/ 1372 h 171"/>
                  <a:gd name="T54" fmla="*/ 7096 w 1277"/>
                  <a:gd name="T55" fmla="*/ 1380 h 171"/>
                  <a:gd name="T56" fmla="*/ 7111 w 1277"/>
                  <a:gd name="T57" fmla="*/ 1380 h 171"/>
                  <a:gd name="T58" fmla="*/ 7171 w 1277"/>
                  <a:gd name="T59" fmla="*/ 1380 h 171"/>
                  <a:gd name="T60" fmla="*/ 8509 w 1277"/>
                  <a:gd name="T61" fmla="*/ 1380 h 171"/>
                  <a:gd name="T62" fmla="*/ 8462 w 1277"/>
                  <a:gd name="T63" fmla="*/ 913 h 171"/>
                  <a:gd name="T64" fmla="*/ 7762 w 1277"/>
                  <a:gd name="T65" fmla="*/ 824 h 171"/>
                  <a:gd name="T66" fmla="*/ 6959 w 1277"/>
                  <a:gd name="T67" fmla="*/ 728 h 171"/>
                  <a:gd name="T68" fmla="*/ 5924 w 1277"/>
                  <a:gd name="T69" fmla="*/ 355 h 171"/>
                  <a:gd name="T70" fmla="*/ 4185 w 1277"/>
                  <a:gd name="T71" fmla="*/ 0 h 171"/>
                  <a:gd name="T72" fmla="*/ 674 w 1277"/>
                  <a:gd name="T73" fmla="*/ 889 h 171"/>
                  <a:gd name="T74" fmla="*/ 0 w 1277"/>
                  <a:gd name="T75" fmla="*/ 913 h 171"/>
                  <a:gd name="T76" fmla="*/ 40 w 1277"/>
                  <a:gd name="T77" fmla="*/ 1324 h 171"/>
                  <a:gd name="T78" fmla="*/ 40 w 1277"/>
                  <a:gd name="T79" fmla="*/ 1324 h 171"/>
                  <a:gd name="T80" fmla="*/ 32 w 1277"/>
                  <a:gd name="T81" fmla="*/ 1324 h 171"/>
                  <a:gd name="T82" fmla="*/ 45 w 1277"/>
                  <a:gd name="T83" fmla="*/ 1324 h 171"/>
                  <a:gd name="T84" fmla="*/ 1353 w 1277"/>
                  <a:gd name="T85" fmla="*/ 1324 h 171"/>
                  <a:gd name="T86" fmla="*/ 1453 w 1277"/>
                  <a:gd name="T87" fmla="*/ 1316 h 17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77" h="171">
                    <a:moveTo>
                      <a:pt x="218" y="163"/>
                    </a:moveTo>
                    <a:cubicBezTo>
                      <a:pt x="220" y="163"/>
                      <a:pt x="221" y="163"/>
                      <a:pt x="222" y="163"/>
                    </a:cubicBezTo>
                    <a:cubicBezTo>
                      <a:pt x="227" y="163"/>
                      <a:pt x="231" y="163"/>
                      <a:pt x="235" y="162"/>
                    </a:cubicBezTo>
                    <a:cubicBezTo>
                      <a:pt x="236" y="162"/>
                      <a:pt x="237" y="162"/>
                      <a:pt x="237" y="162"/>
                    </a:cubicBezTo>
                    <a:cubicBezTo>
                      <a:pt x="249" y="161"/>
                      <a:pt x="260" y="160"/>
                      <a:pt x="270" y="159"/>
                    </a:cubicBezTo>
                    <a:cubicBezTo>
                      <a:pt x="263" y="158"/>
                      <a:pt x="263" y="158"/>
                      <a:pt x="263" y="158"/>
                    </a:cubicBezTo>
                    <a:cubicBezTo>
                      <a:pt x="301" y="158"/>
                      <a:pt x="339" y="120"/>
                      <a:pt x="375" y="108"/>
                    </a:cubicBezTo>
                    <a:cubicBezTo>
                      <a:pt x="420" y="93"/>
                      <a:pt x="462" y="110"/>
                      <a:pt x="507" y="94"/>
                    </a:cubicBezTo>
                    <a:cubicBezTo>
                      <a:pt x="544" y="81"/>
                      <a:pt x="574" y="50"/>
                      <a:pt x="613" y="61"/>
                    </a:cubicBezTo>
                    <a:cubicBezTo>
                      <a:pt x="630" y="66"/>
                      <a:pt x="646" y="71"/>
                      <a:pt x="664" y="71"/>
                    </a:cubicBezTo>
                    <a:cubicBezTo>
                      <a:pt x="686" y="71"/>
                      <a:pt x="707" y="63"/>
                      <a:pt x="729" y="65"/>
                    </a:cubicBezTo>
                    <a:cubicBezTo>
                      <a:pt x="757" y="68"/>
                      <a:pt x="781" y="92"/>
                      <a:pt x="811" y="89"/>
                    </a:cubicBezTo>
                    <a:cubicBezTo>
                      <a:pt x="841" y="87"/>
                      <a:pt x="863" y="107"/>
                      <a:pt x="893" y="116"/>
                    </a:cubicBezTo>
                    <a:cubicBezTo>
                      <a:pt x="935" y="128"/>
                      <a:pt x="969" y="151"/>
                      <a:pt x="1009" y="165"/>
                    </a:cubicBezTo>
                    <a:cubicBezTo>
                      <a:pt x="1009" y="165"/>
                      <a:pt x="1009" y="165"/>
                      <a:pt x="1010" y="165"/>
                    </a:cubicBezTo>
                    <a:cubicBezTo>
                      <a:pt x="1012" y="166"/>
                      <a:pt x="1014" y="166"/>
                      <a:pt x="1016" y="166"/>
                    </a:cubicBezTo>
                    <a:cubicBezTo>
                      <a:pt x="1016" y="166"/>
                      <a:pt x="1016" y="167"/>
                      <a:pt x="1017" y="167"/>
                    </a:cubicBezTo>
                    <a:cubicBezTo>
                      <a:pt x="1019" y="167"/>
                      <a:pt x="1021" y="167"/>
                      <a:pt x="1024" y="168"/>
                    </a:cubicBezTo>
                    <a:cubicBezTo>
                      <a:pt x="1024" y="168"/>
                      <a:pt x="1024" y="168"/>
                      <a:pt x="1024" y="168"/>
                    </a:cubicBezTo>
                    <a:cubicBezTo>
                      <a:pt x="1026" y="168"/>
                      <a:pt x="1028" y="168"/>
                      <a:pt x="1030" y="168"/>
                    </a:cubicBezTo>
                    <a:cubicBezTo>
                      <a:pt x="1031" y="168"/>
                      <a:pt x="1031" y="168"/>
                      <a:pt x="1032" y="168"/>
                    </a:cubicBezTo>
                    <a:cubicBezTo>
                      <a:pt x="1034" y="169"/>
                      <a:pt x="1037" y="169"/>
                      <a:pt x="1039" y="169"/>
                    </a:cubicBezTo>
                    <a:cubicBezTo>
                      <a:pt x="1039" y="169"/>
                      <a:pt x="1039" y="169"/>
                      <a:pt x="1040" y="169"/>
                    </a:cubicBezTo>
                    <a:cubicBezTo>
                      <a:pt x="1042" y="169"/>
                      <a:pt x="1044" y="170"/>
                      <a:pt x="1047" y="170"/>
                    </a:cubicBezTo>
                    <a:cubicBezTo>
                      <a:pt x="1047" y="170"/>
                      <a:pt x="1048" y="170"/>
                      <a:pt x="1049" y="170"/>
                    </a:cubicBezTo>
                    <a:cubicBezTo>
                      <a:pt x="1051" y="170"/>
                      <a:pt x="1054" y="170"/>
                      <a:pt x="1057" y="170"/>
                    </a:cubicBezTo>
                    <a:cubicBezTo>
                      <a:pt x="1057" y="170"/>
                      <a:pt x="1057" y="170"/>
                      <a:pt x="1057" y="170"/>
                    </a:cubicBezTo>
                    <a:cubicBezTo>
                      <a:pt x="1060" y="170"/>
                      <a:pt x="1062" y="171"/>
                      <a:pt x="1065" y="171"/>
                    </a:cubicBezTo>
                    <a:cubicBezTo>
                      <a:pt x="1066" y="171"/>
                      <a:pt x="1066" y="171"/>
                      <a:pt x="1067" y="171"/>
                    </a:cubicBezTo>
                    <a:cubicBezTo>
                      <a:pt x="1070" y="171"/>
                      <a:pt x="1073" y="171"/>
                      <a:pt x="1076" y="171"/>
                    </a:cubicBezTo>
                    <a:cubicBezTo>
                      <a:pt x="1277" y="171"/>
                      <a:pt x="1277" y="171"/>
                      <a:pt x="1277" y="171"/>
                    </a:cubicBezTo>
                    <a:cubicBezTo>
                      <a:pt x="1270" y="113"/>
                      <a:pt x="1270" y="113"/>
                      <a:pt x="1270" y="113"/>
                    </a:cubicBezTo>
                    <a:cubicBezTo>
                      <a:pt x="1257" y="113"/>
                      <a:pt x="1212" y="107"/>
                      <a:pt x="1165" y="102"/>
                    </a:cubicBezTo>
                    <a:cubicBezTo>
                      <a:pt x="1113" y="97"/>
                      <a:pt x="1059" y="94"/>
                      <a:pt x="1044" y="90"/>
                    </a:cubicBezTo>
                    <a:cubicBezTo>
                      <a:pt x="1000" y="76"/>
                      <a:pt x="935" y="60"/>
                      <a:pt x="889" y="44"/>
                    </a:cubicBezTo>
                    <a:cubicBezTo>
                      <a:pt x="785" y="9"/>
                      <a:pt x="667" y="0"/>
                      <a:pt x="628" y="0"/>
                    </a:cubicBezTo>
                    <a:cubicBezTo>
                      <a:pt x="474" y="0"/>
                      <a:pt x="128" y="109"/>
                      <a:pt x="101" y="110"/>
                    </a:cubicBezTo>
                    <a:cubicBezTo>
                      <a:pt x="51" y="112"/>
                      <a:pt x="13" y="113"/>
                      <a:pt x="0" y="113"/>
                    </a:cubicBezTo>
                    <a:cubicBezTo>
                      <a:pt x="6" y="164"/>
                      <a:pt x="6" y="164"/>
                      <a:pt x="6" y="164"/>
                    </a:cubicBezTo>
                    <a:cubicBezTo>
                      <a:pt x="6" y="164"/>
                      <a:pt x="6" y="164"/>
                      <a:pt x="6" y="164"/>
                    </a:cubicBezTo>
                    <a:cubicBezTo>
                      <a:pt x="6" y="164"/>
                      <a:pt x="5" y="164"/>
                      <a:pt x="5" y="164"/>
                    </a:cubicBezTo>
                    <a:cubicBezTo>
                      <a:pt x="7" y="164"/>
                      <a:pt x="7" y="164"/>
                      <a:pt x="7" y="164"/>
                    </a:cubicBezTo>
                    <a:cubicBezTo>
                      <a:pt x="203" y="164"/>
                      <a:pt x="203" y="164"/>
                      <a:pt x="203" y="164"/>
                    </a:cubicBezTo>
                    <a:cubicBezTo>
                      <a:pt x="208" y="164"/>
                      <a:pt x="213" y="164"/>
                      <a:pt x="218" y="163"/>
                    </a:cubicBezTo>
                    <a:close/>
                  </a:path>
                </a:pathLst>
              </a:custGeom>
              <a:solidFill>
                <a:srgbClr val="F8C4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9" name="Freeform 1346">
                <a:extLst>
                  <a:ext uri="{FF2B5EF4-FFF2-40B4-BE49-F238E27FC236}">
                    <a16:creationId xmlns:a16="http://schemas.microsoft.com/office/drawing/2014/main" id="{D93394E1-1935-4768-821A-40150076A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863"/>
                <a:ext cx="173" cy="766"/>
              </a:xfrm>
              <a:custGeom>
                <a:avLst/>
                <a:gdLst>
                  <a:gd name="T0" fmla="*/ 598 w 92"/>
                  <a:gd name="T1" fmla="*/ 3096 h 381"/>
                  <a:gd name="T2" fmla="*/ 598 w 92"/>
                  <a:gd name="T3" fmla="*/ 3096 h 381"/>
                  <a:gd name="T4" fmla="*/ 611 w 92"/>
                  <a:gd name="T5" fmla="*/ 3008 h 381"/>
                  <a:gd name="T6" fmla="*/ 68 w 92"/>
                  <a:gd name="T7" fmla="*/ 1544 h 381"/>
                  <a:gd name="T8" fmla="*/ 611 w 92"/>
                  <a:gd name="T9" fmla="*/ 80 h 381"/>
                  <a:gd name="T10" fmla="*/ 606 w 92"/>
                  <a:gd name="T11" fmla="*/ 0 h 381"/>
                  <a:gd name="T12" fmla="*/ 598 w 92"/>
                  <a:gd name="T13" fmla="*/ 0 h 381"/>
                  <a:gd name="T14" fmla="*/ 598 w 92"/>
                  <a:gd name="T15" fmla="*/ 0 h 381"/>
                  <a:gd name="T16" fmla="*/ 0 w 92"/>
                  <a:gd name="T17" fmla="*/ 1544 h 381"/>
                  <a:gd name="T18" fmla="*/ 598 w 92"/>
                  <a:gd name="T19" fmla="*/ 3096 h 381"/>
                  <a:gd name="T20" fmla="*/ 598 w 92"/>
                  <a:gd name="T21" fmla="*/ 3096 h 3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381">
                    <a:moveTo>
                      <a:pt x="90" y="381"/>
                    </a:moveTo>
                    <a:cubicBezTo>
                      <a:pt x="90" y="381"/>
                      <a:pt x="90" y="381"/>
                      <a:pt x="90" y="381"/>
                    </a:cubicBezTo>
                    <a:cubicBezTo>
                      <a:pt x="92" y="370"/>
                      <a:pt x="92" y="370"/>
                      <a:pt x="92" y="370"/>
                    </a:cubicBezTo>
                    <a:cubicBezTo>
                      <a:pt x="52" y="362"/>
                      <a:pt x="10" y="292"/>
                      <a:pt x="10" y="190"/>
                    </a:cubicBezTo>
                    <a:cubicBezTo>
                      <a:pt x="10" y="86"/>
                      <a:pt x="51" y="15"/>
                      <a:pt x="92" y="1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46" y="5"/>
                      <a:pt x="0" y="78"/>
                      <a:pt x="0" y="190"/>
                    </a:cubicBezTo>
                    <a:cubicBezTo>
                      <a:pt x="0" y="299"/>
                      <a:pt x="45" y="372"/>
                      <a:pt x="90" y="381"/>
                    </a:cubicBezTo>
                    <a:cubicBezTo>
                      <a:pt x="90" y="381"/>
                      <a:pt x="90" y="381"/>
                      <a:pt x="90" y="381"/>
                    </a:cubicBezTo>
                    <a:close/>
                  </a:path>
                </a:pathLst>
              </a:custGeom>
              <a:solidFill>
                <a:srgbClr val="FFF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0" name="Freeform 1347">
                <a:extLst>
                  <a:ext uri="{FF2B5EF4-FFF2-40B4-BE49-F238E27FC236}">
                    <a16:creationId xmlns:a16="http://schemas.microsoft.com/office/drawing/2014/main" id="{61E156C7-BB73-4ACF-A779-2227954A3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884"/>
                <a:ext cx="157" cy="722"/>
              </a:xfrm>
              <a:custGeom>
                <a:avLst/>
                <a:gdLst>
                  <a:gd name="T0" fmla="*/ 562 w 83"/>
                  <a:gd name="T1" fmla="*/ 2824 h 360"/>
                  <a:gd name="T2" fmla="*/ 61 w 83"/>
                  <a:gd name="T3" fmla="*/ 1452 h 360"/>
                  <a:gd name="T4" fmla="*/ 562 w 83"/>
                  <a:gd name="T5" fmla="*/ 80 h 360"/>
                  <a:gd name="T6" fmla="*/ 554 w 83"/>
                  <a:gd name="T7" fmla="*/ 0 h 360"/>
                  <a:gd name="T8" fmla="*/ 0 w 83"/>
                  <a:gd name="T9" fmla="*/ 1452 h 360"/>
                  <a:gd name="T10" fmla="*/ 554 w 83"/>
                  <a:gd name="T11" fmla="*/ 2904 h 360"/>
                  <a:gd name="T12" fmla="*/ 562 w 83"/>
                  <a:gd name="T13" fmla="*/ 2824 h 3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60">
                    <a:moveTo>
                      <a:pt x="83" y="350"/>
                    </a:moveTo>
                    <a:cubicBezTo>
                      <a:pt x="51" y="344"/>
                      <a:pt x="9" y="281"/>
                      <a:pt x="9" y="180"/>
                    </a:cubicBezTo>
                    <a:cubicBezTo>
                      <a:pt x="9" y="79"/>
                      <a:pt x="51" y="15"/>
                      <a:pt x="83" y="1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41" y="5"/>
                      <a:pt x="0" y="76"/>
                      <a:pt x="0" y="180"/>
                    </a:cubicBezTo>
                    <a:cubicBezTo>
                      <a:pt x="0" y="282"/>
                      <a:pt x="42" y="352"/>
                      <a:pt x="82" y="360"/>
                    </a:cubicBezTo>
                    <a:lnTo>
                      <a:pt x="83" y="350"/>
                    </a:lnTo>
                    <a:close/>
                  </a:path>
                </a:pathLst>
              </a:custGeom>
              <a:solidFill>
                <a:srgbClr val="D9A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1" name="Freeform 1348">
                <a:extLst>
                  <a:ext uri="{FF2B5EF4-FFF2-40B4-BE49-F238E27FC236}">
                    <a16:creationId xmlns:a16="http://schemas.microsoft.com/office/drawing/2014/main" id="{8330F435-E4D7-44BF-824A-58A375F7C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498"/>
                <a:ext cx="2394" cy="263"/>
              </a:xfrm>
              <a:custGeom>
                <a:avLst/>
                <a:gdLst>
                  <a:gd name="T0" fmla="*/ 241 w 1272"/>
                  <a:gd name="T1" fmla="*/ 1060 h 131"/>
                  <a:gd name="T2" fmla="*/ 248 w 1272"/>
                  <a:gd name="T3" fmla="*/ 1060 h 131"/>
                  <a:gd name="T4" fmla="*/ 273 w 1272"/>
                  <a:gd name="T5" fmla="*/ 1052 h 131"/>
                  <a:gd name="T6" fmla="*/ 280 w 1272"/>
                  <a:gd name="T7" fmla="*/ 1052 h 131"/>
                  <a:gd name="T8" fmla="*/ 422 w 1272"/>
                  <a:gd name="T9" fmla="*/ 1052 h 131"/>
                  <a:gd name="T10" fmla="*/ 433 w 1272"/>
                  <a:gd name="T11" fmla="*/ 1052 h 131"/>
                  <a:gd name="T12" fmla="*/ 467 w 1272"/>
                  <a:gd name="T13" fmla="*/ 1044 h 131"/>
                  <a:gd name="T14" fmla="*/ 486 w 1272"/>
                  <a:gd name="T15" fmla="*/ 1044 h 131"/>
                  <a:gd name="T16" fmla="*/ 514 w 1272"/>
                  <a:gd name="T17" fmla="*/ 1044 h 131"/>
                  <a:gd name="T18" fmla="*/ 521 w 1272"/>
                  <a:gd name="T19" fmla="*/ 1044 h 131"/>
                  <a:gd name="T20" fmla="*/ 587 w 1272"/>
                  <a:gd name="T21" fmla="*/ 1044 h 131"/>
                  <a:gd name="T22" fmla="*/ 614 w 1272"/>
                  <a:gd name="T23" fmla="*/ 1044 h 131"/>
                  <a:gd name="T24" fmla="*/ 642 w 1272"/>
                  <a:gd name="T25" fmla="*/ 1036 h 131"/>
                  <a:gd name="T26" fmla="*/ 666 w 1272"/>
                  <a:gd name="T27" fmla="*/ 1036 h 131"/>
                  <a:gd name="T28" fmla="*/ 687 w 1272"/>
                  <a:gd name="T29" fmla="*/ 1036 h 131"/>
                  <a:gd name="T30" fmla="*/ 4201 w 1272"/>
                  <a:gd name="T31" fmla="*/ 145 h 131"/>
                  <a:gd name="T32" fmla="*/ 5940 w 1272"/>
                  <a:gd name="T33" fmla="*/ 500 h 131"/>
                  <a:gd name="T34" fmla="*/ 6975 w 1272"/>
                  <a:gd name="T35" fmla="*/ 875 h 131"/>
                  <a:gd name="T36" fmla="*/ 7779 w 1272"/>
                  <a:gd name="T37" fmla="*/ 972 h 131"/>
                  <a:gd name="T38" fmla="*/ 8481 w 1272"/>
                  <a:gd name="T39" fmla="*/ 1060 h 131"/>
                  <a:gd name="T40" fmla="*/ 8466 w 1272"/>
                  <a:gd name="T41" fmla="*/ 915 h 131"/>
                  <a:gd name="T42" fmla="*/ 7308 w 1272"/>
                  <a:gd name="T43" fmla="*/ 795 h 131"/>
                  <a:gd name="T44" fmla="*/ 4225 w 1272"/>
                  <a:gd name="T45" fmla="*/ 0 h 131"/>
                  <a:gd name="T46" fmla="*/ 595 w 1272"/>
                  <a:gd name="T47" fmla="*/ 907 h 131"/>
                  <a:gd name="T48" fmla="*/ 0 w 1272"/>
                  <a:gd name="T49" fmla="*/ 924 h 131"/>
                  <a:gd name="T50" fmla="*/ 15 w 1272"/>
                  <a:gd name="T51" fmla="*/ 1060 h 131"/>
                  <a:gd name="T52" fmla="*/ 15 w 1272"/>
                  <a:gd name="T53" fmla="*/ 1060 h 131"/>
                  <a:gd name="T54" fmla="*/ 241 w 1272"/>
                  <a:gd name="T55" fmla="*/ 1060 h 13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272" h="131">
                    <a:moveTo>
                      <a:pt x="36" y="131"/>
                    </a:moveTo>
                    <a:cubicBezTo>
                      <a:pt x="36" y="131"/>
                      <a:pt x="37" y="131"/>
                      <a:pt x="37" y="131"/>
                    </a:cubicBezTo>
                    <a:cubicBezTo>
                      <a:pt x="38" y="131"/>
                      <a:pt x="40" y="131"/>
                      <a:pt x="41" y="130"/>
                    </a:cubicBezTo>
                    <a:cubicBezTo>
                      <a:pt x="42" y="130"/>
                      <a:pt x="42" y="130"/>
                      <a:pt x="42" y="130"/>
                    </a:cubicBezTo>
                    <a:cubicBezTo>
                      <a:pt x="49" y="130"/>
                      <a:pt x="56" y="130"/>
                      <a:pt x="63" y="130"/>
                    </a:cubicBezTo>
                    <a:cubicBezTo>
                      <a:pt x="64" y="130"/>
                      <a:pt x="65" y="130"/>
                      <a:pt x="65" y="130"/>
                    </a:cubicBezTo>
                    <a:cubicBezTo>
                      <a:pt x="67" y="130"/>
                      <a:pt x="68" y="130"/>
                      <a:pt x="70" y="129"/>
                    </a:cubicBezTo>
                    <a:cubicBezTo>
                      <a:pt x="71" y="129"/>
                      <a:pt x="72" y="129"/>
                      <a:pt x="73" y="129"/>
                    </a:cubicBezTo>
                    <a:cubicBezTo>
                      <a:pt x="74" y="129"/>
                      <a:pt x="76" y="129"/>
                      <a:pt x="77" y="129"/>
                    </a:cubicBezTo>
                    <a:cubicBezTo>
                      <a:pt x="77" y="129"/>
                      <a:pt x="78" y="129"/>
                      <a:pt x="78" y="129"/>
                    </a:cubicBezTo>
                    <a:cubicBezTo>
                      <a:pt x="81" y="129"/>
                      <a:pt x="84" y="129"/>
                      <a:pt x="88" y="129"/>
                    </a:cubicBezTo>
                    <a:cubicBezTo>
                      <a:pt x="89" y="129"/>
                      <a:pt x="90" y="129"/>
                      <a:pt x="92" y="129"/>
                    </a:cubicBezTo>
                    <a:cubicBezTo>
                      <a:pt x="93" y="129"/>
                      <a:pt x="95" y="128"/>
                      <a:pt x="96" y="128"/>
                    </a:cubicBezTo>
                    <a:cubicBezTo>
                      <a:pt x="97" y="128"/>
                      <a:pt x="99" y="128"/>
                      <a:pt x="100" y="128"/>
                    </a:cubicBezTo>
                    <a:cubicBezTo>
                      <a:pt x="101" y="128"/>
                      <a:pt x="102" y="128"/>
                      <a:pt x="103" y="128"/>
                    </a:cubicBezTo>
                    <a:cubicBezTo>
                      <a:pt x="131" y="127"/>
                      <a:pt x="476" y="18"/>
                      <a:pt x="630" y="18"/>
                    </a:cubicBezTo>
                    <a:cubicBezTo>
                      <a:pt x="669" y="18"/>
                      <a:pt x="787" y="27"/>
                      <a:pt x="891" y="62"/>
                    </a:cubicBezTo>
                    <a:cubicBezTo>
                      <a:pt x="937" y="78"/>
                      <a:pt x="1002" y="94"/>
                      <a:pt x="1046" y="108"/>
                    </a:cubicBezTo>
                    <a:cubicBezTo>
                      <a:pt x="1061" y="112"/>
                      <a:pt x="1115" y="115"/>
                      <a:pt x="1167" y="120"/>
                    </a:cubicBezTo>
                    <a:cubicBezTo>
                      <a:pt x="1214" y="125"/>
                      <a:pt x="1259" y="131"/>
                      <a:pt x="1272" y="131"/>
                    </a:cubicBezTo>
                    <a:cubicBezTo>
                      <a:pt x="1270" y="113"/>
                      <a:pt x="1270" y="113"/>
                      <a:pt x="1270" y="113"/>
                    </a:cubicBezTo>
                    <a:cubicBezTo>
                      <a:pt x="1245" y="113"/>
                      <a:pt x="1185" y="102"/>
                      <a:pt x="1096" y="98"/>
                    </a:cubicBezTo>
                    <a:cubicBezTo>
                      <a:pt x="1032" y="94"/>
                      <a:pt x="801" y="0"/>
                      <a:pt x="634" y="0"/>
                    </a:cubicBezTo>
                    <a:cubicBezTo>
                      <a:pt x="494" y="0"/>
                      <a:pt x="141" y="109"/>
                      <a:pt x="89" y="112"/>
                    </a:cubicBezTo>
                    <a:cubicBezTo>
                      <a:pt x="42" y="114"/>
                      <a:pt x="0" y="114"/>
                      <a:pt x="0" y="114"/>
                    </a:cubicBezTo>
                    <a:cubicBezTo>
                      <a:pt x="2" y="131"/>
                      <a:pt x="2" y="131"/>
                      <a:pt x="2" y="131"/>
                    </a:cubicBezTo>
                    <a:cubicBezTo>
                      <a:pt x="2" y="131"/>
                      <a:pt x="2" y="131"/>
                      <a:pt x="2" y="131"/>
                    </a:cubicBezTo>
                    <a:cubicBezTo>
                      <a:pt x="8" y="131"/>
                      <a:pt x="20" y="131"/>
                      <a:pt x="36" y="131"/>
                    </a:cubicBezTo>
                    <a:close/>
                  </a:path>
                </a:pathLst>
              </a:custGeom>
              <a:solidFill>
                <a:srgbClr val="EE9B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2" name="Freeform 1349">
                <a:extLst>
                  <a:ext uri="{FF2B5EF4-FFF2-40B4-BE49-F238E27FC236}">
                    <a16:creationId xmlns:a16="http://schemas.microsoft.com/office/drawing/2014/main" id="{F3D32E4F-6154-437A-8C5B-9EE3FCADF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904"/>
                <a:ext cx="2534" cy="682"/>
              </a:xfrm>
              <a:custGeom>
                <a:avLst/>
                <a:gdLst>
                  <a:gd name="T0" fmla="*/ 8500 w 1346"/>
                  <a:gd name="T1" fmla="*/ 1372 h 340"/>
                  <a:gd name="T2" fmla="*/ 8982 w 1346"/>
                  <a:gd name="T3" fmla="*/ 80 h 340"/>
                  <a:gd name="T4" fmla="*/ 8148 w 1346"/>
                  <a:gd name="T5" fmla="*/ 80 h 340"/>
                  <a:gd name="T6" fmla="*/ 7566 w 1346"/>
                  <a:gd name="T7" fmla="*/ 96 h 340"/>
                  <a:gd name="T8" fmla="*/ 6418 w 1346"/>
                  <a:gd name="T9" fmla="*/ 524 h 340"/>
                  <a:gd name="T10" fmla="*/ 5603 w 1346"/>
                  <a:gd name="T11" fmla="*/ 1035 h 340"/>
                  <a:gd name="T12" fmla="*/ 4863 w 1346"/>
                  <a:gd name="T13" fmla="*/ 1196 h 340"/>
                  <a:gd name="T14" fmla="*/ 4437 w 1346"/>
                  <a:gd name="T15" fmla="*/ 1212 h 340"/>
                  <a:gd name="T16" fmla="*/ 3952 w 1346"/>
                  <a:gd name="T17" fmla="*/ 1107 h 340"/>
                  <a:gd name="T18" fmla="*/ 3325 w 1346"/>
                  <a:gd name="T19" fmla="*/ 1017 h 340"/>
                  <a:gd name="T20" fmla="*/ 2577 w 1346"/>
                  <a:gd name="T21" fmla="*/ 736 h 340"/>
                  <a:gd name="T22" fmla="*/ 1502 w 1346"/>
                  <a:gd name="T23" fmla="*/ 32 h 340"/>
                  <a:gd name="T24" fmla="*/ 482 w 1346"/>
                  <a:gd name="T25" fmla="*/ 0 h 340"/>
                  <a:gd name="T26" fmla="*/ 0 w 1346"/>
                  <a:gd name="T27" fmla="*/ 1372 h 340"/>
                  <a:gd name="T28" fmla="*/ 493 w 1346"/>
                  <a:gd name="T29" fmla="*/ 2744 h 340"/>
                  <a:gd name="T30" fmla="*/ 493 w 1346"/>
                  <a:gd name="T31" fmla="*/ 2744 h 340"/>
                  <a:gd name="T32" fmla="*/ 3310 w 1346"/>
                  <a:gd name="T33" fmla="*/ 2720 h 340"/>
                  <a:gd name="T34" fmla="*/ 8959 w 1346"/>
                  <a:gd name="T35" fmla="*/ 2720 h 340"/>
                  <a:gd name="T36" fmla="*/ 8500 w 1346"/>
                  <a:gd name="T37" fmla="*/ 1372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46" h="340">
                    <a:moveTo>
                      <a:pt x="1274" y="170"/>
                    </a:moveTo>
                    <a:cubicBezTo>
                      <a:pt x="1274" y="83"/>
                      <a:pt x="1309" y="31"/>
                      <a:pt x="1346" y="10"/>
                    </a:cubicBezTo>
                    <a:cubicBezTo>
                      <a:pt x="1221" y="10"/>
                      <a:pt x="1221" y="10"/>
                      <a:pt x="1221" y="10"/>
                    </a:cubicBezTo>
                    <a:cubicBezTo>
                      <a:pt x="1191" y="10"/>
                      <a:pt x="1161" y="11"/>
                      <a:pt x="1134" y="12"/>
                    </a:cubicBezTo>
                    <a:cubicBezTo>
                      <a:pt x="1069" y="16"/>
                      <a:pt x="1021" y="29"/>
                      <a:pt x="962" y="65"/>
                    </a:cubicBezTo>
                    <a:cubicBezTo>
                      <a:pt x="922" y="89"/>
                      <a:pt x="871" y="121"/>
                      <a:pt x="840" y="128"/>
                    </a:cubicBezTo>
                    <a:cubicBezTo>
                      <a:pt x="805" y="137"/>
                      <a:pt x="764" y="144"/>
                      <a:pt x="729" y="148"/>
                    </a:cubicBezTo>
                    <a:cubicBezTo>
                      <a:pt x="694" y="151"/>
                      <a:pt x="665" y="150"/>
                      <a:pt x="665" y="150"/>
                    </a:cubicBezTo>
                    <a:cubicBezTo>
                      <a:pt x="639" y="151"/>
                      <a:pt x="614" y="139"/>
                      <a:pt x="592" y="137"/>
                    </a:cubicBezTo>
                    <a:cubicBezTo>
                      <a:pt x="551" y="133"/>
                      <a:pt x="517" y="131"/>
                      <a:pt x="498" y="126"/>
                    </a:cubicBezTo>
                    <a:cubicBezTo>
                      <a:pt x="437" y="109"/>
                      <a:pt x="457" y="107"/>
                      <a:pt x="386" y="91"/>
                    </a:cubicBezTo>
                    <a:cubicBezTo>
                      <a:pt x="299" y="60"/>
                      <a:pt x="320" y="9"/>
                      <a:pt x="225" y="4"/>
                    </a:cubicBezTo>
                    <a:cubicBezTo>
                      <a:pt x="178" y="4"/>
                      <a:pt x="101" y="1"/>
                      <a:pt x="72" y="0"/>
                    </a:cubicBezTo>
                    <a:cubicBezTo>
                      <a:pt x="40" y="8"/>
                      <a:pt x="0" y="71"/>
                      <a:pt x="0" y="170"/>
                    </a:cubicBezTo>
                    <a:cubicBezTo>
                      <a:pt x="0" y="271"/>
                      <a:pt x="42" y="334"/>
                      <a:pt x="74" y="340"/>
                    </a:cubicBezTo>
                    <a:cubicBezTo>
                      <a:pt x="74" y="340"/>
                      <a:pt x="74" y="340"/>
                      <a:pt x="74" y="340"/>
                    </a:cubicBezTo>
                    <a:cubicBezTo>
                      <a:pt x="496" y="337"/>
                      <a:pt x="496" y="337"/>
                      <a:pt x="496" y="337"/>
                    </a:cubicBezTo>
                    <a:cubicBezTo>
                      <a:pt x="1343" y="337"/>
                      <a:pt x="1343" y="337"/>
                      <a:pt x="1343" y="337"/>
                    </a:cubicBezTo>
                    <a:cubicBezTo>
                      <a:pt x="1308" y="315"/>
                      <a:pt x="1274" y="257"/>
                      <a:pt x="1274" y="170"/>
                    </a:cubicBezTo>
                    <a:close/>
                  </a:path>
                </a:pathLst>
              </a:custGeom>
              <a:solidFill>
                <a:srgbClr val="C37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3" name="Freeform 1350">
                <a:extLst>
                  <a:ext uri="{FF2B5EF4-FFF2-40B4-BE49-F238E27FC236}">
                    <a16:creationId xmlns:a16="http://schemas.microsoft.com/office/drawing/2014/main" id="{2DEEE882-3546-42F9-AFB8-77840EF97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472"/>
                <a:ext cx="2452" cy="114"/>
              </a:xfrm>
              <a:custGeom>
                <a:avLst/>
                <a:gdLst>
                  <a:gd name="T0" fmla="*/ 0 w 1303"/>
                  <a:gd name="T1" fmla="*/ 256 h 57"/>
                  <a:gd name="T2" fmla="*/ 226 w 1303"/>
                  <a:gd name="T3" fmla="*/ 456 h 57"/>
                  <a:gd name="T4" fmla="*/ 226 w 1303"/>
                  <a:gd name="T5" fmla="*/ 456 h 57"/>
                  <a:gd name="T6" fmla="*/ 3039 w 1303"/>
                  <a:gd name="T7" fmla="*/ 432 h 57"/>
                  <a:gd name="T8" fmla="*/ 8683 w 1303"/>
                  <a:gd name="T9" fmla="*/ 432 h 57"/>
                  <a:gd name="T10" fmla="*/ 8434 w 1303"/>
                  <a:gd name="T11" fmla="*/ 112 h 57"/>
                  <a:gd name="T12" fmla="*/ 1594 w 1303"/>
                  <a:gd name="T13" fmla="*/ 0 h 57"/>
                  <a:gd name="T14" fmla="*/ 0 w 1303"/>
                  <a:gd name="T15" fmla="*/ 256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03" h="57">
                    <a:moveTo>
                      <a:pt x="0" y="32"/>
                    </a:moveTo>
                    <a:cubicBezTo>
                      <a:pt x="11" y="46"/>
                      <a:pt x="23" y="55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456" y="54"/>
                      <a:pt x="456" y="54"/>
                      <a:pt x="456" y="54"/>
                    </a:cubicBezTo>
                    <a:cubicBezTo>
                      <a:pt x="1303" y="54"/>
                      <a:pt x="1303" y="54"/>
                      <a:pt x="1303" y="54"/>
                    </a:cubicBezTo>
                    <a:cubicBezTo>
                      <a:pt x="1290" y="46"/>
                      <a:pt x="1277" y="32"/>
                      <a:pt x="1266" y="14"/>
                    </a:cubicBezTo>
                    <a:cubicBezTo>
                      <a:pt x="239" y="0"/>
                      <a:pt x="239" y="0"/>
                      <a:pt x="239" y="0"/>
                    </a:cubicBez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AC3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4" name="Freeform 1351">
                <a:extLst>
                  <a:ext uri="{FF2B5EF4-FFF2-40B4-BE49-F238E27FC236}">
                    <a16:creationId xmlns:a16="http://schemas.microsoft.com/office/drawing/2014/main" id="{F09218C7-2084-4548-924F-FBF38DCD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958"/>
                <a:ext cx="2498" cy="602"/>
              </a:xfrm>
              <a:custGeom>
                <a:avLst/>
                <a:gdLst>
                  <a:gd name="T0" fmla="*/ 8831 w 1327"/>
                  <a:gd name="T1" fmla="*/ 0 h 300"/>
                  <a:gd name="T2" fmla="*/ 8753 w 1327"/>
                  <a:gd name="T3" fmla="*/ 2264 h 300"/>
                  <a:gd name="T4" fmla="*/ 8753 w 1327"/>
                  <a:gd name="T5" fmla="*/ 2264 h 300"/>
                  <a:gd name="T6" fmla="*/ 8799 w 1327"/>
                  <a:gd name="T7" fmla="*/ 2328 h 300"/>
                  <a:gd name="T8" fmla="*/ 8846 w 1327"/>
                  <a:gd name="T9" fmla="*/ 2392 h 300"/>
                  <a:gd name="T10" fmla="*/ 309 w 1327"/>
                  <a:gd name="T11" fmla="*/ 2392 h 300"/>
                  <a:gd name="T12" fmla="*/ 280 w 1327"/>
                  <a:gd name="T13" fmla="*/ 2352 h 300"/>
                  <a:gd name="T14" fmla="*/ 256 w 1327"/>
                  <a:gd name="T15" fmla="*/ 2304 h 300"/>
                  <a:gd name="T16" fmla="*/ 220 w 1327"/>
                  <a:gd name="T17" fmla="*/ 2247 h 300"/>
                  <a:gd name="T18" fmla="*/ 196 w 1327"/>
                  <a:gd name="T19" fmla="*/ 2199 h 300"/>
                  <a:gd name="T20" fmla="*/ 166 w 1327"/>
                  <a:gd name="T21" fmla="*/ 2127 h 300"/>
                  <a:gd name="T22" fmla="*/ 145 w 1327"/>
                  <a:gd name="T23" fmla="*/ 2069 h 300"/>
                  <a:gd name="T24" fmla="*/ 120 w 1327"/>
                  <a:gd name="T25" fmla="*/ 1997 h 300"/>
                  <a:gd name="T26" fmla="*/ 92 w 1327"/>
                  <a:gd name="T27" fmla="*/ 1924 h 300"/>
                  <a:gd name="T28" fmla="*/ 75 w 1327"/>
                  <a:gd name="T29" fmla="*/ 1844 h 300"/>
                  <a:gd name="T30" fmla="*/ 60 w 1327"/>
                  <a:gd name="T31" fmla="*/ 1752 h 300"/>
                  <a:gd name="T32" fmla="*/ 40 w 1327"/>
                  <a:gd name="T33" fmla="*/ 1672 h 300"/>
                  <a:gd name="T34" fmla="*/ 28 w 1327"/>
                  <a:gd name="T35" fmla="*/ 1567 h 300"/>
                  <a:gd name="T36" fmla="*/ 15 w 1327"/>
                  <a:gd name="T37" fmla="*/ 1477 h 300"/>
                  <a:gd name="T38" fmla="*/ 8 w 1327"/>
                  <a:gd name="T39" fmla="*/ 1373 h 300"/>
                  <a:gd name="T40" fmla="*/ 0 w 1327"/>
                  <a:gd name="T41" fmla="*/ 1276 h 300"/>
                  <a:gd name="T42" fmla="*/ 0 w 1327"/>
                  <a:gd name="T43" fmla="*/ 1156 h 300"/>
                  <a:gd name="T44" fmla="*/ 0 w 1327"/>
                  <a:gd name="T45" fmla="*/ 1051 h 300"/>
                  <a:gd name="T46" fmla="*/ 8 w 1327"/>
                  <a:gd name="T47" fmla="*/ 971 h 300"/>
                  <a:gd name="T48" fmla="*/ 15 w 1327"/>
                  <a:gd name="T49" fmla="*/ 897 h 300"/>
                  <a:gd name="T50" fmla="*/ 15 w 1327"/>
                  <a:gd name="T51" fmla="*/ 825 h 300"/>
                  <a:gd name="T52" fmla="*/ 28 w 1327"/>
                  <a:gd name="T53" fmla="*/ 761 h 300"/>
                  <a:gd name="T54" fmla="*/ 32 w 1327"/>
                  <a:gd name="T55" fmla="*/ 688 h 300"/>
                  <a:gd name="T56" fmla="*/ 45 w 1327"/>
                  <a:gd name="T57" fmla="*/ 624 h 300"/>
                  <a:gd name="T58" fmla="*/ 53 w 1327"/>
                  <a:gd name="T59" fmla="*/ 556 h 300"/>
                  <a:gd name="T60" fmla="*/ 68 w 1327"/>
                  <a:gd name="T61" fmla="*/ 500 h 300"/>
                  <a:gd name="T62" fmla="*/ 81 w 1327"/>
                  <a:gd name="T63" fmla="*/ 443 h 300"/>
                  <a:gd name="T64" fmla="*/ 92 w 1327"/>
                  <a:gd name="T65" fmla="*/ 387 h 300"/>
                  <a:gd name="T66" fmla="*/ 113 w 1327"/>
                  <a:gd name="T67" fmla="*/ 331 h 300"/>
                  <a:gd name="T68" fmla="*/ 136 w 1327"/>
                  <a:gd name="T69" fmla="*/ 265 h 300"/>
                  <a:gd name="T70" fmla="*/ 152 w 1327"/>
                  <a:gd name="T71" fmla="*/ 209 h 300"/>
                  <a:gd name="T72" fmla="*/ 173 w 1327"/>
                  <a:gd name="T73" fmla="*/ 161 h 300"/>
                  <a:gd name="T74" fmla="*/ 188 w 1327"/>
                  <a:gd name="T75" fmla="*/ 136 h 300"/>
                  <a:gd name="T76" fmla="*/ 1882 w 1327"/>
                  <a:gd name="T77" fmla="*/ 112 h 300"/>
                  <a:gd name="T78" fmla="*/ 6790 w 1327"/>
                  <a:gd name="T79" fmla="*/ 72 h 30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327" h="300">
                    <a:moveTo>
                      <a:pt x="1018" y="9"/>
                    </a:moveTo>
                    <a:cubicBezTo>
                      <a:pt x="1104" y="7"/>
                      <a:pt x="1204" y="0"/>
                      <a:pt x="1324" y="0"/>
                    </a:cubicBezTo>
                    <a:cubicBezTo>
                      <a:pt x="1296" y="26"/>
                      <a:pt x="1274" y="73"/>
                      <a:pt x="1274" y="143"/>
                    </a:cubicBezTo>
                    <a:cubicBezTo>
                      <a:pt x="1274" y="203"/>
                      <a:pt x="1291" y="249"/>
                      <a:pt x="1312" y="280"/>
                    </a:cubicBezTo>
                    <a:cubicBezTo>
                      <a:pt x="1312" y="280"/>
                      <a:pt x="1312" y="280"/>
                      <a:pt x="1312" y="280"/>
                    </a:cubicBezTo>
                    <a:cubicBezTo>
                      <a:pt x="1312" y="280"/>
                      <a:pt x="1312" y="280"/>
                      <a:pt x="1312" y="280"/>
                    </a:cubicBezTo>
                    <a:cubicBezTo>
                      <a:pt x="1314" y="283"/>
                      <a:pt x="1316" y="285"/>
                      <a:pt x="1318" y="288"/>
                    </a:cubicBezTo>
                    <a:cubicBezTo>
                      <a:pt x="1319" y="288"/>
                      <a:pt x="1319" y="288"/>
                      <a:pt x="1319" y="288"/>
                    </a:cubicBezTo>
                    <a:cubicBezTo>
                      <a:pt x="1319" y="288"/>
                      <a:pt x="1319" y="288"/>
                      <a:pt x="1319" y="288"/>
                    </a:cubicBezTo>
                    <a:cubicBezTo>
                      <a:pt x="1321" y="291"/>
                      <a:pt x="1324" y="294"/>
                      <a:pt x="1326" y="296"/>
                    </a:cubicBezTo>
                    <a:cubicBezTo>
                      <a:pt x="1327" y="297"/>
                      <a:pt x="1001" y="291"/>
                      <a:pt x="677" y="292"/>
                    </a:cubicBezTo>
                    <a:cubicBezTo>
                      <a:pt x="364" y="293"/>
                      <a:pt x="52" y="300"/>
                      <a:pt x="46" y="296"/>
                    </a:cubicBezTo>
                    <a:cubicBezTo>
                      <a:pt x="46" y="295"/>
                      <a:pt x="46" y="295"/>
                      <a:pt x="46" y="295"/>
                    </a:cubicBezTo>
                    <a:cubicBezTo>
                      <a:pt x="45" y="294"/>
                      <a:pt x="43" y="292"/>
                      <a:pt x="42" y="291"/>
                    </a:cubicBezTo>
                    <a:cubicBezTo>
                      <a:pt x="42" y="290"/>
                      <a:pt x="42" y="290"/>
                      <a:pt x="41" y="290"/>
                    </a:cubicBezTo>
                    <a:cubicBezTo>
                      <a:pt x="40" y="288"/>
                      <a:pt x="39" y="287"/>
                      <a:pt x="38" y="285"/>
                    </a:cubicBezTo>
                    <a:cubicBezTo>
                      <a:pt x="38" y="285"/>
                      <a:pt x="37" y="284"/>
                      <a:pt x="37" y="284"/>
                    </a:cubicBezTo>
                    <a:cubicBezTo>
                      <a:pt x="36" y="282"/>
                      <a:pt x="35" y="280"/>
                      <a:pt x="33" y="278"/>
                    </a:cubicBezTo>
                    <a:cubicBezTo>
                      <a:pt x="33" y="278"/>
                      <a:pt x="33" y="278"/>
                      <a:pt x="33" y="277"/>
                    </a:cubicBezTo>
                    <a:cubicBezTo>
                      <a:pt x="32" y="276"/>
                      <a:pt x="31" y="274"/>
                      <a:pt x="29" y="272"/>
                    </a:cubicBezTo>
                    <a:cubicBezTo>
                      <a:pt x="29" y="271"/>
                      <a:pt x="29" y="271"/>
                      <a:pt x="28" y="270"/>
                    </a:cubicBezTo>
                    <a:cubicBezTo>
                      <a:pt x="27" y="268"/>
                      <a:pt x="26" y="266"/>
                      <a:pt x="25" y="263"/>
                    </a:cubicBezTo>
                    <a:cubicBezTo>
                      <a:pt x="25" y="263"/>
                      <a:pt x="25" y="263"/>
                      <a:pt x="25" y="263"/>
                    </a:cubicBezTo>
                    <a:cubicBezTo>
                      <a:pt x="24" y="261"/>
                      <a:pt x="23" y="258"/>
                      <a:pt x="22" y="256"/>
                    </a:cubicBezTo>
                    <a:cubicBezTo>
                      <a:pt x="21" y="255"/>
                      <a:pt x="21" y="255"/>
                      <a:pt x="21" y="254"/>
                    </a:cubicBezTo>
                    <a:cubicBezTo>
                      <a:pt x="20" y="252"/>
                      <a:pt x="19" y="249"/>
                      <a:pt x="18" y="247"/>
                    </a:cubicBezTo>
                    <a:cubicBezTo>
                      <a:pt x="18" y="247"/>
                      <a:pt x="18" y="246"/>
                      <a:pt x="17" y="246"/>
                    </a:cubicBezTo>
                    <a:cubicBezTo>
                      <a:pt x="16" y="243"/>
                      <a:pt x="15" y="241"/>
                      <a:pt x="14" y="238"/>
                    </a:cubicBezTo>
                    <a:cubicBezTo>
                      <a:pt x="14" y="237"/>
                      <a:pt x="14" y="236"/>
                      <a:pt x="14" y="236"/>
                    </a:cubicBezTo>
                    <a:cubicBezTo>
                      <a:pt x="13" y="233"/>
                      <a:pt x="12" y="231"/>
                      <a:pt x="11" y="228"/>
                    </a:cubicBezTo>
                    <a:cubicBezTo>
                      <a:pt x="11" y="228"/>
                      <a:pt x="11" y="227"/>
                      <a:pt x="11" y="226"/>
                    </a:cubicBezTo>
                    <a:cubicBezTo>
                      <a:pt x="10" y="223"/>
                      <a:pt x="9" y="220"/>
                      <a:pt x="9" y="217"/>
                    </a:cubicBezTo>
                    <a:cubicBezTo>
                      <a:pt x="8" y="216"/>
                      <a:pt x="8" y="216"/>
                      <a:pt x="8" y="215"/>
                    </a:cubicBezTo>
                    <a:cubicBezTo>
                      <a:pt x="7" y="212"/>
                      <a:pt x="7" y="210"/>
                      <a:pt x="6" y="207"/>
                    </a:cubicBezTo>
                    <a:cubicBezTo>
                      <a:pt x="6" y="206"/>
                      <a:pt x="6" y="205"/>
                      <a:pt x="6" y="205"/>
                    </a:cubicBezTo>
                    <a:cubicBezTo>
                      <a:pt x="5" y="201"/>
                      <a:pt x="5" y="198"/>
                      <a:pt x="4" y="194"/>
                    </a:cubicBezTo>
                    <a:cubicBezTo>
                      <a:pt x="4" y="194"/>
                      <a:pt x="4" y="193"/>
                      <a:pt x="4" y="192"/>
                    </a:cubicBezTo>
                    <a:cubicBezTo>
                      <a:pt x="3" y="189"/>
                      <a:pt x="3" y="186"/>
                      <a:pt x="2" y="183"/>
                    </a:cubicBezTo>
                    <a:cubicBezTo>
                      <a:pt x="2" y="183"/>
                      <a:pt x="2" y="182"/>
                      <a:pt x="2" y="181"/>
                    </a:cubicBezTo>
                    <a:cubicBezTo>
                      <a:pt x="2" y="177"/>
                      <a:pt x="1" y="173"/>
                      <a:pt x="1" y="170"/>
                    </a:cubicBezTo>
                    <a:cubicBezTo>
                      <a:pt x="1" y="169"/>
                      <a:pt x="1" y="169"/>
                      <a:pt x="1" y="168"/>
                    </a:cubicBezTo>
                    <a:cubicBezTo>
                      <a:pt x="1" y="165"/>
                      <a:pt x="1" y="161"/>
                      <a:pt x="0" y="158"/>
                    </a:cubicBezTo>
                    <a:cubicBezTo>
                      <a:pt x="0" y="157"/>
                      <a:pt x="0" y="156"/>
                      <a:pt x="0" y="155"/>
                    </a:cubicBezTo>
                    <a:cubicBezTo>
                      <a:pt x="0" y="151"/>
                      <a:pt x="0" y="147"/>
                      <a:pt x="0" y="143"/>
                    </a:cubicBezTo>
                    <a:cubicBezTo>
                      <a:pt x="0" y="140"/>
                      <a:pt x="0" y="136"/>
                      <a:pt x="0" y="133"/>
                    </a:cubicBezTo>
                    <a:cubicBezTo>
                      <a:pt x="0" y="132"/>
                      <a:pt x="0" y="131"/>
                      <a:pt x="0" y="130"/>
                    </a:cubicBezTo>
                    <a:cubicBezTo>
                      <a:pt x="0" y="128"/>
                      <a:pt x="0" y="126"/>
                      <a:pt x="1" y="124"/>
                    </a:cubicBezTo>
                    <a:cubicBezTo>
                      <a:pt x="1" y="123"/>
                      <a:pt x="1" y="121"/>
                      <a:pt x="1" y="120"/>
                    </a:cubicBezTo>
                    <a:cubicBezTo>
                      <a:pt x="1" y="118"/>
                      <a:pt x="1" y="117"/>
                      <a:pt x="1" y="115"/>
                    </a:cubicBezTo>
                    <a:cubicBezTo>
                      <a:pt x="1" y="113"/>
                      <a:pt x="1" y="112"/>
                      <a:pt x="2" y="111"/>
                    </a:cubicBezTo>
                    <a:cubicBezTo>
                      <a:pt x="2" y="109"/>
                      <a:pt x="2" y="108"/>
                      <a:pt x="2" y="106"/>
                    </a:cubicBezTo>
                    <a:cubicBezTo>
                      <a:pt x="2" y="105"/>
                      <a:pt x="2" y="103"/>
                      <a:pt x="2" y="102"/>
                    </a:cubicBezTo>
                    <a:cubicBezTo>
                      <a:pt x="3" y="100"/>
                      <a:pt x="3" y="99"/>
                      <a:pt x="3" y="97"/>
                    </a:cubicBezTo>
                    <a:cubicBezTo>
                      <a:pt x="3" y="96"/>
                      <a:pt x="3" y="95"/>
                      <a:pt x="4" y="94"/>
                    </a:cubicBezTo>
                    <a:cubicBezTo>
                      <a:pt x="4" y="92"/>
                      <a:pt x="4" y="90"/>
                      <a:pt x="4" y="89"/>
                    </a:cubicBezTo>
                    <a:cubicBezTo>
                      <a:pt x="5" y="88"/>
                      <a:pt x="5" y="86"/>
                      <a:pt x="5" y="85"/>
                    </a:cubicBezTo>
                    <a:cubicBezTo>
                      <a:pt x="5" y="84"/>
                      <a:pt x="6" y="82"/>
                      <a:pt x="6" y="81"/>
                    </a:cubicBezTo>
                    <a:cubicBezTo>
                      <a:pt x="6" y="80"/>
                      <a:pt x="6" y="78"/>
                      <a:pt x="7" y="77"/>
                    </a:cubicBezTo>
                    <a:cubicBezTo>
                      <a:pt x="7" y="76"/>
                      <a:pt x="7" y="74"/>
                      <a:pt x="7" y="73"/>
                    </a:cubicBezTo>
                    <a:cubicBezTo>
                      <a:pt x="8" y="72"/>
                      <a:pt x="8" y="71"/>
                      <a:pt x="8" y="69"/>
                    </a:cubicBezTo>
                    <a:cubicBezTo>
                      <a:pt x="9" y="68"/>
                      <a:pt x="9" y="67"/>
                      <a:pt x="9" y="65"/>
                    </a:cubicBezTo>
                    <a:cubicBezTo>
                      <a:pt x="10" y="64"/>
                      <a:pt x="10" y="63"/>
                      <a:pt x="10" y="62"/>
                    </a:cubicBezTo>
                    <a:cubicBezTo>
                      <a:pt x="11" y="61"/>
                      <a:pt x="11" y="59"/>
                      <a:pt x="11" y="58"/>
                    </a:cubicBezTo>
                    <a:cubicBezTo>
                      <a:pt x="12" y="57"/>
                      <a:pt x="12" y="56"/>
                      <a:pt x="12" y="55"/>
                    </a:cubicBezTo>
                    <a:cubicBezTo>
                      <a:pt x="13" y="53"/>
                      <a:pt x="13" y="52"/>
                      <a:pt x="14" y="50"/>
                    </a:cubicBezTo>
                    <a:cubicBezTo>
                      <a:pt x="14" y="50"/>
                      <a:pt x="14" y="49"/>
                      <a:pt x="14" y="48"/>
                    </a:cubicBezTo>
                    <a:cubicBezTo>
                      <a:pt x="15" y="46"/>
                      <a:pt x="16" y="44"/>
                      <a:pt x="16" y="43"/>
                    </a:cubicBezTo>
                    <a:cubicBezTo>
                      <a:pt x="16" y="42"/>
                      <a:pt x="17" y="42"/>
                      <a:pt x="17" y="41"/>
                    </a:cubicBezTo>
                    <a:cubicBezTo>
                      <a:pt x="18" y="39"/>
                      <a:pt x="18" y="37"/>
                      <a:pt x="19" y="35"/>
                    </a:cubicBezTo>
                    <a:cubicBezTo>
                      <a:pt x="20" y="34"/>
                      <a:pt x="20" y="33"/>
                      <a:pt x="20" y="33"/>
                    </a:cubicBezTo>
                    <a:cubicBezTo>
                      <a:pt x="21" y="31"/>
                      <a:pt x="21" y="30"/>
                      <a:pt x="22" y="29"/>
                    </a:cubicBezTo>
                    <a:cubicBezTo>
                      <a:pt x="22" y="28"/>
                      <a:pt x="23" y="27"/>
                      <a:pt x="23" y="26"/>
                    </a:cubicBezTo>
                    <a:cubicBezTo>
                      <a:pt x="24" y="25"/>
                      <a:pt x="24" y="24"/>
                      <a:pt x="25" y="23"/>
                    </a:cubicBezTo>
                    <a:cubicBezTo>
                      <a:pt x="25" y="22"/>
                      <a:pt x="25" y="21"/>
                      <a:pt x="26" y="20"/>
                    </a:cubicBezTo>
                    <a:cubicBezTo>
                      <a:pt x="26" y="19"/>
                      <a:pt x="27" y="18"/>
                      <a:pt x="27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31" y="12"/>
                      <a:pt x="98" y="10"/>
                      <a:pt x="162" y="13"/>
                    </a:cubicBezTo>
                    <a:cubicBezTo>
                      <a:pt x="205" y="15"/>
                      <a:pt x="251" y="13"/>
                      <a:pt x="282" y="14"/>
                    </a:cubicBezTo>
                    <a:cubicBezTo>
                      <a:pt x="326" y="12"/>
                      <a:pt x="671" y="17"/>
                      <a:pt x="729" y="17"/>
                    </a:cubicBezTo>
                    <a:cubicBezTo>
                      <a:pt x="794" y="17"/>
                      <a:pt x="989" y="9"/>
                      <a:pt x="1018" y="9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5" name="Freeform 1352">
                <a:extLst>
                  <a:ext uri="{FF2B5EF4-FFF2-40B4-BE49-F238E27FC236}">
                    <a16:creationId xmlns:a16="http://schemas.microsoft.com/office/drawing/2014/main" id="{98452F67-1B98-4733-9C0C-9BA04577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3496"/>
                <a:ext cx="2120" cy="20"/>
              </a:xfrm>
              <a:custGeom>
                <a:avLst/>
                <a:gdLst>
                  <a:gd name="T0" fmla="*/ 0 w 1126"/>
                  <a:gd name="T1" fmla="*/ 80 h 10"/>
                  <a:gd name="T2" fmla="*/ 3675 w 1126"/>
                  <a:gd name="T3" fmla="*/ 8 h 10"/>
                  <a:gd name="T4" fmla="*/ 7514 w 1126"/>
                  <a:gd name="T5" fmla="*/ 64 h 10"/>
                  <a:gd name="T6" fmla="*/ 0 w 1126"/>
                  <a:gd name="T7" fmla="*/ 8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6" h="10">
                    <a:moveTo>
                      <a:pt x="0" y="10"/>
                    </a:moveTo>
                    <a:cubicBezTo>
                      <a:pt x="114" y="9"/>
                      <a:pt x="334" y="1"/>
                      <a:pt x="551" y="1"/>
                    </a:cubicBezTo>
                    <a:cubicBezTo>
                      <a:pt x="783" y="0"/>
                      <a:pt x="1013" y="7"/>
                      <a:pt x="1126" y="8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3B2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6" name="Freeform 1353">
                <a:extLst>
                  <a:ext uri="{FF2B5EF4-FFF2-40B4-BE49-F238E27FC236}">
                    <a16:creationId xmlns:a16="http://schemas.microsoft.com/office/drawing/2014/main" id="{FD9E9063-A195-4E26-BD6B-A686BD878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904"/>
                <a:ext cx="532" cy="84"/>
              </a:xfrm>
              <a:custGeom>
                <a:avLst/>
                <a:gdLst>
                  <a:gd name="T0" fmla="*/ 1124 w 283"/>
                  <a:gd name="T1" fmla="*/ 24 h 42"/>
                  <a:gd name="T2" fmla="*/ 310 w 283"/>
                  <a:gd name="T3" fmla="*/ 0 h 42"/>
                  <a:gd name="T4" fmla="*/ 286 w 283"/>
                  <a:gd name="T5" fmla="*/ 8 h 42"/>
                  <a:gd name="T6" fmla="*/ 0 w 283"/>
                  <a:gd name="T7" fmla="*/ 336 h 42"/>
                  <a:gd name="T8" fmla="*/ 876 w 283"/>
                  <a:gd name="T9" fmla="*/ 320 h 42"/>
                  <a:gd name="T10" fmla="*/ 1880 w 283"/>
                  <a:gd name="T11" fmla="*/ 320 h 42"/>
                  <a:gd name="T12" fmla="*/ 1872 w 283"/>
                  <a:gd name="T13" fmla="*/ 320 h 42"/>
                  <a:gd name="T14" fmla="*/ 1248 w 283"/>
                  <a:gd name="T15" fmla="*/ 272 h 42"/>
                  <a:gd name="T16" fmla="*/ 711 w 283"/>
                  <a:gd name="T17" fmla="*/ 232 h 42"/>
                  <a:gd name="T18" fmla="*/ 333 w 283"/>
                  <a:gd name="T19" fmla="*/ 176 h 42"/>
                  <a:gd name="T20" fmla="*/ 417 w 283"/>
                  <a:gd name="T21" fmla="*/ 128 h 42"/>
                  <a:gd name="T22" fmla="*/ 1036 w 283"/>
                  <a:gd name="T23" fmla="*/ 136 h 42"/>
                  <a:gd name="T24" fmla="*/ 1382 w 283"/>
                  <a:gd name="T25" fmla="*/ 160 h 42"/>
                  <a:gd name="T26" fmla="*/ 1622 w 283"/>
                  <a:gd name="T27" fmla="*/ 208 h 42"/>
                  <a:gd name="T28" fmla="*/ 1799 w 283"/>
                  <a:gd name="T29" fmla="*/ 296 h 42"/>
                  <a:gd name="T30" fmla="*/ 1880 w 283"/>
                  <a:gd name="T31" fmla="*/ 320 h 42"/>
                  <a:gd name="T32" fmla="*/ 1579 w 283"/>
                  <a:gd name="T33" fmla="*/ 56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3" h="42">
                    <a:moveTo>
                      <a:pt x="169" y="3"/>
                    </a:moveTo>
                    <a:cubicBezTo>
                      <a:pt x="127" y="2"/>
                      <a:pt x="72" y="1"/>
                      <a:pt x="47" y="0"/>
                    </a:cubicBezTo>
                    <a:cubicBezTo>
                      <a:pt x="45" y="1"/>
                      <a:pt x="44" y="1"/>
                      <a:pt x="43" y="1"/>
                    </a:cubicBezTo>
                    <a:cubicBezTo>
                      <a:pt x="26" y="7"/>
                      <a:pt x="9" y="27"/>
                      <a:pt x="0" y="42"/>
                    </a:cubicBezTo>
                    <a:cubicBezTo>
                      <a:pt x="12" y="39"/>
                      <a:pt x="74" y="37"/>
                      <a:pt x="132" y="40"/>
                    </a:cubicBezTo>
                    <a:cubicBezTo>
                      <a:pt x="169" y="41"/>
                      <a:pt x="253" y="40"/>
                      <a:pt x="283" y="40"/>
                    </a:cubicBezTo>
                    <a:cubicBezTo>
                      <a:pt x="283" y="40"/>
                      <a:pt x="282" y="40"/>
                      <a:pt x="282" y="40"/>
                    </a:cubicBezTo>
                    <a:cubicBezTo>
                      <a:pt x="266" y="36"/>
                      <a:pt x="205" y="35"/>
                      <a:pt x="188" y="34"/>
                    </a:cubicBezTo>
                    <a:cubicBezTo>
                      <a:pt x="159" y="33"/>
                      <a:pt x="137" y="29"/>
                      <a:pt x="107" y="29"/>
                    </a:cubicBezTo>
                    <a:cubicBezTo>
                      <a:pt x="95" y="29"/>
                      <a:pt x="61" y="30"/>
                      <a:pt x="50" y="22"/>
                    </a:cubicBezTo>
                    <a:cubicBezTo>
                      <a:pt x="41" y="16"/>
                      <a:pt x="57" y="16"/>
                      <a:pt x="63" y="16"/>
                    </a:cubicBezTo>
                    <a:cubicBezTo>
                      <a:pt x="94" y="16"/>
                      <a:pt x="125" y="16"/>
                      <a:pt x="156" y="17"/>
                    </a:cubicBezTo>
                    <a:cubicBezTo>
                      <a:pt x="174" y="17"/>
                      <a:pt x="191" y="19"/>
                      <a:pt x="208" y="20"/>
                    </a:cubicBezTo>
                    <a:cubicBezTo>
                      <a:pt x="220" y="21"/>
                      <a:pt x="233" y="21"/>
                      <a:pt x="244" y="26"/>
                    </a:cubicBezTo>
                    <a:cubicBezTo>
                      <a:pt x="253" y="29"/>
                      <a:pt x="262" y="31"/>
                      <a:pt x="271" y="37"/>
                    </a:cubicBezTo>
                    <a:cubicBezTo>
                      <a:pt x="274" y="38"/>
                      <a:pt x="281" y="40"/>
                      <a:pt x="283" y="40"/>
                    </a:cubicBezTo>
                    <a:cubicBezTo>
                      <a:pt x="274" y="25"/>
                      <a:pt x="255" y="12"/>
                      <a:pt x="238" y="7"/>
                    </a:cubicBezTo>
                  </a:path>
                </a:pathLst>
              </a:custGeom>
              <a:solidFill>
                <a:srgbClr val="AC3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7" name="Freeform 1354">
                <a:extLst>
                  <a:ext uri="{FF2B5EF4-FFF2-40B4-BE49-F238E27FC236}">
                    <a16:creationId xmlns:a16="http://schemas.microsoft.com/office/drawing/2014/main" id="{2CC8F6E1-5364-4DC4-B903-E18363AC8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317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C3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8" name="Freeform 1355">
                <a:extLst>
                  <a:ext uri="{FF2B5EF4-FFF2-40B4-BE49-F238E27FC236}">
                    <a16:creationId xmlns:a16="http://schemas.microsoft.com/office/drawing/2014/main" id="{55CCBEA7-2CCC-4446-977F-D4AD4CFE2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924"/>
                <a:ext cx="623" cy="58"/>
              </a:xfrm>
              <a:custGeom>
                <a:avLst/>
                <a:gdLst>
                  <a:gd name="T0" fmla="*/ 1393 w 331"/>
                  <a:gd name="T1" fmla="*/ 0 h 29"/>
                  <a:gd name="T2" fmla="*/ 815 w 331"/>
                  <a:gd name="T3" fmla="*/ 16 h 29"/>
                  <a:gd name="T4" fmla="*/ 0 w 331"/>
                  <a:gd name="T5" fmla="*/ 232 h 29"/>
                  <a:gd name="T6" fmla="*/ 40 w 331"/>
                  <a:gd name="T7" fmla="*/ 208 h 29"/>
                  <a:gd name="T8" fmla="*/ 1899 w 331"/>
                  <a:gd name="T9" fmla="*/ 136 h 29"/>
                  <a:gd name="T10" fmla="*/ 2101 w 331"/>
                  <a:gd name="T11" fmla="*/ 104 h 29"/>
                  <a:gd name="T12" fmla="*/ 2185 w 331"/>
                  <a:gd name="T13" fmla="*/ 32 h 29"/>
                  <a:gd name="T14" fmla="*/ 2208 w 331"/>
                  <a:gd name="T15" fmla="*/ 0 h 29"/>
                  <a:gd name="T16" fmla="*/ 1393 w 331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9">
                    <a:moveTo>
                      <a:pt x="209" y="0"/>
                    </a:moveTo>
                    <a:cubicBezTo>
                      <a:pt x="179" y="0"/>
                      <a:pt x="149" y="1"/>
                      <a:pt x="122" y="2"/>
                    </a:cubicBezTo>
                    <a:cubicBezTo>
                      <a:pt x="76" y="4"/>
                      <a:pt x="38" y="12"/>
                      <a:pt x="0" y="29"/>
                    </a:cubicBezTo>
                    <a:cubicBezTo>
                      <a:pt x="2" y="28"/>
                      <a:pt x="4" y="27"/>
                      <a:pt x="6" y="26"/>
                    </a:cubicBezTo>
                    <a:cubicBezTo>
                      <a:pt x="86" y="25"/>
                      <a:pt x="177" y="18"/>
                      <a:pt x="285" y="17"/>
                    </a:cubicBezTo>
                    <a:cubicBezTo>
                      <a:pt x="298" y="16"/>
                      <a:pt x="308" y="15"/>
                      <a:pt x="315" y="13"/>
                    </a:cubicBezTo>
                    <a:cubicBezTo>
                      <a:pt x="319" y="10"/>
                      <a:pt x="323" y="7"/>
                      <a:pt x="328" y="4"/>
                    </a:cubicBezTo>
                    <a:cubicBezTo>
                      <a:pt x="331" y="0"/>
                      <a:pt x="331" y="0"/>
                      <a:pt x="331" y="0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AC3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9" name="Freeform 1356">
                <a:extLst>
                  <a:ext uri="{FF2B5EF4-FFF2-40B4-BE49-F238E27FC236}">
                    <a16:creationId xmlns:a16="http://schemas.microsoft.com/office/drawing/2014/main" id="{48AF9429-0DF3-4B05-840F-0EC40FB31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932"/>
                <a:ext cx="244" cy="54"/>
              </a:xfrm>
              <a:custGeom>
                <a:avLst/>
                <a:gdLst>
                  <a:gd name="T0" fmla="*/ 0 w 130"/>
                  <a:gd name="T1" fmla="*/ 168 h 27"/>
                  <a:gd name="T2" fmla="*/ 462 w 130"/>
                  <a:gd name="T3" fmla="*/ 72 h 27"/>
                  <a:gd name="T4" fmla="*/ 619 w 130"/>
                  <a:gd name="T5" fmla="*/ 56 h 27"/>
                  <a:gd name="T6" fmla="*/ 860 w 130"/>
                  <a:gd name="T7" fmla="*/ 216 h 27"/>
                  <a:gd name="T8" fmla="*/ 250 w 130"/>
                  <a:gd name="T9" fmla="*/ 20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27">
                    <a:moveTo>
                      <a:pt x="0" y="21"/>
                    </a:moveTo>
                    <a:cubicBezTo>
                      <a:pt x="22" y="19"/>
                      <a:pt x="50" y="18"/>
                      <a:pt x="70" y="9"/>
                    </a:cubicBezTo>
                    <a:cubicBezTo>
                      <a:pt x="80" y="4"/>
                      <a:pt x="82" y="0"/>
                      <a:pt x="94" y="7"/>
                    </a:cubicBezTo>
                    <a:cubicBezTo>
                      <a:pt x="100" y="11"/>
                      <a:pt x="128" y="19"/>
                      <a:pt x="130" y="27"/>
                    </a:cubicBezTo>
                    <a:cubicBezTo>
                      <a:pt x="105" y="23"/>
                      <a:pt x="63" y="21"/>
                      <a:pt x="38" y="25"/>
                    </a:cubicBezTo>
                  </a:path>
                </a:pathLst>
              </a:custGeom>
              <a:solidFill>
                <a:srgbClr val="AC3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0" name="Freeform 1357">
                <a:extLst>
                  <a:ext uri="{FF2B5EF4-FFF2-40B4-BE49-F238E27FC236}">
                    <a16:creationId xmlns:a16="http://schemas.microsoft.com/office/drawing/2014/main" id="{C8614495-A9D8-4A58-806F-BDFD71E68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934"/>
                <a:ext cx="64" cy="32"/>
              </a:xfrm>
              <a:custGeom>
                <a:avLst/>
                <a:gdLst>
                  <a:gd name="T0" fmla="*/ 0 w 34"/>
                  <a:gd name="T1" fmla="*/ 0 h 16"/>
                  <a:gd name="T2" fmla="*/ 60 w 34"/>
                  <a:gd name="T3" fmla="*/ 128 h 16"/>
                  <a:gd name="T4" fmla="*/ 226 w 34"/>
                  <a:gd name="T5" fmla="*/ 80 h 16"/>
                  <a:gd name="T6" fmla="*/ 220 w 34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6">
                    <a:moveTo>
                      <a:pt x="0" y="0"/>
                    </a:moveTo>
                    <a:cubicBezTo>
                      <a:pt x="9" y="1"/>
                      <a:pt x="11" y="8"/>
                      <a:pt x="9" y="16"/>
                    </a:cubicBezTo>
                    <a:cubicBezTo>
                      <a:pt x="17" y="13"/>
                      <a:pt x="27" y="14"/>
                      <a:pt x="34" y="10"/>
                    </a:cubicBezTo>
                    <a:cubicBezTo>
                      <a:pt x="34" y="9"/>
                      <a:pt x="34" y="8"/>
                      <a:pt x="33" y="8"/>
                    </a:cubicBezTo>
                  </a:path>
                </a:pathLst>
              </a:custGeom>
              <a:solidFill>
                <a:srgbClr val="AC3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1" name="Freeform 1358">
                <a:extLst>
                  <a:ext uri="{FF2B5EF4-FFF2-40B4-BE49-F238E27FC236}">
                    <a16:creationId xmlns:a16="http://schemas.microsoft.com/office/drawing/2014/main" id="{A0029AF5-CC3C-419D-B4CC-1A609ABC2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663"/>
                <a:ext cx="17" cy="12"/>
              </a:xfrm>
              <a:custGeom>
                <a:avLst/>
                <a:gdLst>
                  <a:gd name="T0" fmla="*/ 0 w 9"/>
                  <a:gd name="T1" fmla="*/ 8 h 6"/>
                  <a:gd name="T2" fmla="*/ 40 w 9"/>
                  <a:gd name="T3" fmla="*/ 8 h 6"/>
                  <a:gd name="T4" fmla="*/ 60 w 9"/>
                  <a:gd name="T5" fmla="*/ 40 h 6"/>
                  <a:gd name="T6" fmla="*/ 28 w 9"/>
                  <a:gd name="T7" fmla="*/ 40 h 6"/>
                  <a:gd name="T8" fmla="*/ 0 w 9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1"/>
                    </a:move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ubicBezTo>
                      <a:pt x="8" y="6"/>
                      <a:pt x="6" y="6"/>
                      <a:pt x="4" y="5"/>
                    </a:cubicBezTo>
                    <a:cubicBezTo>
                      <a:pt x="1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Oval 1359">
                <a:extLst>
                  <a:ext uri="{FF2B5EF4-FFF2-40B4-BE49-F238E27FC236}">
                    <a16:creationId xmlns:a16="http://schemas.microsoft.com/office/drawing/2014/main" id="{07F9B661-4FB0-4701-A51F-44093C645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5" y="2717"/>
                <a:ext cx="19" cy="8"/>
              </a:xfrm>
              <a:prstGeom prst="ellipse">
                <a:avLst/>
              </a:pr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3" name="Freeform 1360">
                <a:extLst>
                  <a:ext uri="{FF2B5EF4-FFF2-40B4-BE49-F238E27FC236}">
                    <a16:creationId xmlns:a16="http://schemas.microsoft.com/office/drawing/2014/main" id="{E2F4E43A-D981-4C3A-8F4F-5C6C70A85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588"/>
                <a:ext cx="19" cy="12"/>
              </a:xfrm>
              <a:custGeom>
                <a:avLst/>
                <a:gdLst>
                  <a:gd name="T0" fmla="*/ 8 w 10"/>
                  <a:gd name="T1" fmla="*/ 8 h 6"/>
                  <a:gd name="T2" fmla="*/ 40 w 10"/>
                  <a:gd name="T3" fmla="*/ 8 h 6"/>
                  <a:gd name="T4" fmla="*/ 61 w 10"/>
                  <a:gd name="T5" fmla="*/ 40 h 6"/>
                  <a:gd name="T6" fmla="*/ 29 w 10"/>
                  <a:gd name="T7" fmla="*/ 40 h 6"/>
                  <a:gd name="T8" fmla="*/ 8 w 10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" y="1"/>
                    </a:moveTo>
                    <a:cubicBezTo>
                      <a:pt x="1" y="0"/>
                      <a:pt x="4" y="0"/>
                      <a:pt x="6" y="1"/>
                    </a:cubicBezTo>
                    <a:cubicBezTo>
                      <a:pt x="8" y="3"/>
                      <a:pt x="10" y="5"/>
                      <a:pt x="9" y="5"/>
                    </a:cubicBezTo>
                    <a:cubicBezTo>
                      <a:pt x="9" y="6"/>
                      <a:pt x="6" y="6"/>
                      <a:pt x="4" y="5"/>
                    </a:cubicBezTo>
                    <a:cubicBezTo>
                      <a:pt x="2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Oval 1361">
                <a:extLst>
                  <a:ext uri="{FF2B5EF4-FFF2-40B4-BE49-F238E27FC236}">
                    <a16:creationId xmlns:a16="http://schemas.microsoft.com/office/drawing/2014/main" id="{751DA64E-ED39-48B5-A23C-E25B3883D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2526"/>
                <a:ext cx="17" cy="8"/>
              </a:xfrm>
              <a:prstGeom prst="ellipse">
                <a:avLst/>
              </a:pr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5" name="Freeform 1362">
                <a:extLst>
                  <a:ext uri="{FF2B5EF4-FFF2-40B4-BE49-F238E27FC236}">
                    <a16:creationId xmlns:a16="http://schemas.microsoft.com/office/drawing/2014/main" id="{1C77CD39-333D-4D3C-A890-FD59E1811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16"/>
                <a:ext cx="18" cy="10"/>
              </a:xfrm>
              <a:custGeom>
                <a:avLst/>
                <a:gdLst>
                  <a:gd name="T0" fmla="*/ 7 w 10"/>
                  <a:gd name="T1" fmla="*/ 24 h 5"/>
                  <a:gd name="T2" fmla="*/ 29 w 10"/>
                  <a:gd name="T3" fmla="*/ 8 h 5"/>
                  <a:gd name="T4" fmla="*/ 58 w 10"/>
                  <a:gd name="T5" fmla="*/ 16 h 5"/>
                  <a:gd name="T6" fmla="*/ 29 w 10"/>
                  <a:gd name="T7" fmla="*/ 32 h 5"/>
                  <a:gd name="T8" fmla="*/ 7 w 10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" y="3"/>
                    </a:moveTo>
                    <a:cubicBezTo>
                      <a:pt x="0" y="2"/>
                      <a:pt x="2" y="1"/>
                      <a:pt x="5" y="1"/>
                    </a:cubicBezTo>
                    <a:cubicBezTo>
                      <a:pt x="8" y="0"/>
                      <a:pt x="10" y="1"/>
                      <a:pt x="10" y="2"/>
                    </a:cubicBezTo>
                    <a:cubicBezTo>
                      <a:pt x="10" y="3"/>
                      <a:pt x="8" y="4"/>
                      <a:pt x="5" y="4"/>
                    </a:cubicBezTo>
                    <a:cubicBezTo>
                      <a:pt x="3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Freeform 1363">
                <a:extLst>
                  <a:ext uri="{FF2B5EF4-FFF2-40B4-BE49-F238E27FC236}">
                    <a16:creationId xmlns:a16="http://schemas.microsoft.com/office/drawing/2014/main" id="{9D427380-E5A9-40F4-B36F-3F293FAB8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580"/>
                <a:ext cx="18" cy="10"/>
              </a:xfrm>
              <a:custGeom>
                <a:avLst/>
                <a:gdLst>
                  <a:gd name="T0" fmla="*/ 7 w 10"/>
                  <a:gd name="T1" fmla="*/ 32 h 5"/>
                  <a:gd name="T2" fmla="*/ 29 w 10"/>
                  <a:gd name="T3" fmla="*/ 8 h 5"/>
                  <a:gd name="T4" fmla="*/ 58 w 10"/>
                  <a:gd name="T5" fmla="*/ 16 h 5"/>
                  <a:gd name="T6" fmla="*/ 36 w 10"/>
                  <a:gd name="T7" fmla="*/ 40 h 5"/>
                  <a:gd name="T8" fmla="*/ 7 w 10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" y="4"/>
                    </a:moveTo>
                    <a:cubicBezTo>
                      <a:pt x="0" y="3"/>
                      <a:pt x="2" y="1"/>
                      <a:pt x="5" y="1"/>
                    </a:cubicBezTo>
                    <a:cubicBezTo>
                      <a:pt x="7" y="0"/>
                      <a:pt x="10" y="0"/>
                      <a:pt x="10" y="2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Freeform 1364">
                <a:extLst>
                  <a:ext uri="{FF2B5EF4-FFF2-40B4-BE49-F238E27FC236}">
                    <a16:creationId xmlns:a16="http://schemas.microsoft.com/office/drawing/2014/main" id="{1E1129BE-17B1-4109-952D-B61BD72E5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673"/>
                <a:ext cx="19" cy="10"/>
              </a:xfrm>
              <a:custGeom>
                <a:avLst/>
                <a:gdLst>
                  <a:gd name="T0" fmla="*/ 0 w 10"/>
                  <a:gd name="T1" fmla="*/ 24 h 5"/>
                  <a:gd name="T2" fmla="*/ 36 w 10"/>
                  <a:gd name="T3" fmla="*/ 8 h 5"/>
                  <a:gd name="T4" fmla="*/ 68 w 10"/>
                  <a:gd name="T5" fmla="*/ 16 h 5"/>
                  <a:gd name="T6" fmla="*/ 36 w 10"/>
                  <a:gd name="T7" fmla="*/ 32 h 5"/>
                  <a:gd name="T8" fmla="*/ 0 w 10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0" y="2"/>
                      <a:pt x="2" y="1"/>
                      <a:pt x="5" y="1"/>
                    </a:cubicBezTo>
                    <a:cubicBezTo>
                      <a:pt x="7" y="0"/>
                      <a:pt x="9" y="1"/>
                      <a:pt x="10" y="2"/>
                    </a:cubicBezTo>
                    <a:cubicBezTo>
                      <a:pt x="10" y="3"/>
                      <a:pt x="8" y="4"/>
                      <a:pt x="5" y="4"/>
                    </a:cubicBezTo>
                    <a:cubicBezTo>
                      <a:pt x="3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8" name="Oval 1365">
                <a:extLst>
                  <a:ext uri="{FF2B5EF4-FFF2-40B4-BE49-F238E27FC236}">
                    <a16:creationId xmlns:a16="http://schemas.microsoft.com/office/drawing/2014/main" id="{27A181D2-E443-4F6E-B685-C08A8C6DF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" y="2739"/>
                <a:ext cx="17" cy="8"/>
              </a:xfrm>
              <a:prstGeom prst="ellipse">
                <a:avLst/>
              </a:pr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9" name="Freeform 1366">
                <a:extLst>
                  <a:ext uri="{FF2B5EF4-FFF2-40B4-BE49-F238E27FC236}">
                    <a16:creationId xmlns:a16="http://schemas.microsoft.com/office/drawing/2014/main" id="{80B172FF-8B59-46BA-8014-DDD6EBBDB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3536"/>
                <a:ext cx="12" cy="22"/>
              </a:xfrm>
              <a:custGeom>
                <a:avLst/>
                <a:gdLst>
                  <a:gd name="T0" fmla="*/ 8 w 6"/>
                  <a:gd name="T1" fmla="*/ 8 h 11"/>
                  <a:gd name="T2" fmla="*/ 40 w 6"/>
                  <a:gd name="T3" fmla="*/ 40 h 11"/>
                  <a:gd name="T4" fmla="*/ 48 w 6"/>
                  <a:gd name="T5" fmla="*/ 80 h 11"/>
                  <a:gd name="T6" fmla="*/ 16 w 6"/>
                  <a:gd name="T7" fmla="*/ 48 h 11"/>
                  <a:gd name="T8" fmla="*/ 8 w 6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1" y="1"/>
                    </a:moveTo>
                    <a:cubicBezTo>
                      <a:pt x="2" y="0"/>
                      <a:pt x="4" y="2"/>
                      <a:pt x="5" y="5"/>
                    </a:cubicBezTo>
                    <a:cubicBezTo>
                      <a:pt x="6" y="7"/>
                      <a:pt x="6" y="10"/>
                      <a:pt x="6" y="10"/>
                    </a:cubicBezTo>
                    <a:cubicBezTo>
                      <a:pt x="5" y="11"/>
                      <a:pt x="3" y="9"/>
                      <a:pt x="2" y="6"/>
                    </a:cubicBezTo>
                    <a:cubicBezTo>
                      <a:pt x="0" y="4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8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0" name="Freeform 1367">
                <a:extLst>
                  <a:ext uri="{FF2B5EF4-FFF2-40B4-BE49-F238E27FC236}">
                    <a16:creationId xmlns:a16="http://schemas.microsoft.com/office/drawing/2014/main" id="{37504724-B9BB-47FE-A426-ADE75CACD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729"/>
                <a:ext cx="19" cy="14"/>
              </a:xfrm>
              <a:custGeom>
                <a:avLst/>
                <a:gdLst>
                  <a:gd name="T0" fmla="*/ 8 w 10"/>
                  <a:gd name="T1" fmla="*/ 0 h 7"/>
                  <a:gd name="T2" fmla="*/ 40 w 10"/>
                  <a:gd name="T3" fmla="*/ 16 h 7"/>
                  <a:gd name="T4" fmla="*/ 61 w 10"/>
                  <a:gd name="T5" fmla="*/ 48 h 7"/>
                  <a:gd name="T6" fmla="*/ 29 w 10"/>
                  <a:gd name="T7" fmla="*/ 40 h 7"/>
                  <a:gd name="T8" fmla="*/ 8 w 1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0"/>
                    </a:moveTo>
                    <a:cubicBezTo>
                      <a:pt x="1" y="0"/>
                      <a:pt x="4" y="0"/>
                      <a:pt x="6" y="2"/>
                    </a:cubicBezTo>
                    <a:cubicBezTo>
                      <a:pt x="8" y="3"/>
                      <a:pt x="10" y="5"/>
                      <a:pt x="9" y="6"/>
                    </a:cubicBezTo>
                    <a:cubicBezTo>
                      <a:pt x="9" y="7"/>
                      <a:pt x="6" y="6"/>
                      <a:pt x="4" y="5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8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1" name="Freeform 1368">
                <a:extLst>
                  <a:ext uri="{FF2B5EF4-FFF2-40B4-BE49-F238E27FC236}">
                    <a16:creationId xmlns:a16="http://schemas.microsoft.com/office/drawing/2014/main" id="{9AFE408C-88CF-4808-B711-7B1DE5E45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305"/>
                <a:ext cx="7" cy="22"/>
              </a:xfrm>
              <a:custGeom>
                <a:avLst/>
                <a:gdLst>
                  <a:gd name="T0" fmla="*/ 7 w 4"/>
                  <a:gd name="T1" fmla="*/ 0 h 11"/>
                  <a:gd name="T2" fmla="*/ 21 w 4"/>
                  <a:gd name="T3" fmla="*/ 40 h 11"/>
                  <a:gd name="T4" fmla="*/ 12 w 4"/>
                  <a:gd name="T5" fmla="*/ 88 h 11"/>
                  <a:gd name="T6" fmla="*/ 0 w 4"/>
                  <a:gd name="T7" fmla="*/ 48 h 11"/>
                  <a:gd name="T8" fmla="*/ 7 w 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2" y="0"/>
                      <a:pt x="3" y="3"/>
                      <a:pt x="4" y="5"/>
                    </a:cubicBezTo>
                    <a:cubicBezTo>
                      <a:pt x="4" y="8"/>
                      <a:pt x="3" y="11"/>
                      <a:pt x="2" y="11"/>
                    </a:cubicBezTo>
                    <a:cubicBezTo>
                      <a:pt x="1" y="11"/>
                      <a:pt x="0" y="9"/>
                      <a:pt x="0" y="6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8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2" name="Freeform 1369">
                <a:extLst>
                  <a:ext uri="{FF2B5EF4-FFF2-40B4-BE49-F238E27FC236}">
                    <a16:creationId xmlns:a16="http://schemas.microsoft.com/office/drawing/2014/main" id="{849989C5-E7F9-4BA7-AC07-8F7722776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020"/>
                <a:ext cx="12" cy="20"/>
              </a:xfrm>
              <a:custGeom>
                <a:avLst/>
                <a:gdLst>
                  <a:gd name="T0" fmla="*/ 40 w 6"/>
                  <a:gd name="T1" fmla="*/ 0 h 10"/>
                  <a:gd name="T2" fmla="*/ 40 w 6"/>
                  <a:gd name="T3" fmla="*/ 48 h 10"/>
                  <a:gd name="T4" fmla="*/ 8 w 6"/>
                  <a:gd name="T5" fmla="*/ 80 h 10"/>
                  <a:gd name="T6" fmla="*/ 8 w 6"/>
                  <a:gd name="T7" fmla="*/ 32 h 10"/>
                  <a:gd name="T8" fmla="*/ 40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cubicBezTo>
                      <a:pt x="6" y="0"/>
                      <a:pt x="6" y="3"/>
                      <a:pt x="5" y="6"/>
                    </a:cubicBezTo>
                    <a:cubicBezTo>
                      <a:pt x="4" y="8"/>
                      <a:pt x="2" y="10"/>
                      <a:pt x="1" y="10"/>
                    </a:cubicBezTo>
                    <a:cubicBezTo>
                      <a:pt x="0" y="9"/>
                      <a:pt x="0" y="7"/>
                      <a:pt x="1" y="4"/>
                    </a:cubicBezTo>
                    <a:cubicBezTo>
                      <a:pt x="2" y="2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E8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3" name="Freeform 1370">
                <a:extLst>
                  <a:ext uri="{FF2B5EF4-FFF2-40B4-BE49-F238E27FC236}">
                    <a16:creationId xmlns:a16="http://schemas.microsoft.com/office/drawing/2014/main" id="{B8B60C30-A2FD-4834-BE37-0D83DAEFB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93"/>
                <a:ext cx="17" cy="18"/>
              </a:xfrm>
              <a:custGeom>
                <a:avLst/>
                <a:gdLst>
                  <a:gd name="T0" fmla="*/ 53 w 9"/>
                  <a:gd name="T1" fmla="*/ 8 h 9"/>
                  <a:gd name="T2" fmla="*/ 32 w 9"/>
                  <a:gd name="T3" fmla="*/ 48 h 9"/>
                  <a:gd name="T4" fmla="*/ 0 w 9"/>
                  <a:gd name="T5" fmla="*/ 64 h 9"/>
                  <a:gd name="T6" fmla="*/ 21 w 9"/>
                  <a:gd name="T7" fmla="*/ 24 h 9"/>
                  <a:gd name="T8" fmla="*/ 53 w 9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1"/>
                    </a:moveTo>
                    <a:cubicBezTo>
                      <a:pt x="9" y="2"/>
                      <a:pt x="7" y="4"/>
                      <a:pt x="5" y="6"/>
                    </a:cubicBezTo>
                    <a:cubicBezTo>
                      <a:pt x="3" y="8"/>
                      <a:pt x="1" y="9"/>
                      <a:pt x="0" y="8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E8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4" name="Oval 1371">
                <a:extLst>
                  <a:ext uri="{FF2B5EF4-FFF2-40B4-BE49-F238E27FC236}">
                    <a16:creationId xmlns:a16="http://schemas.microsoft.com/office/drawing/2014/main" id="{317063A3-E598-4F8B-94B7-04E28A240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3747"/>
                <a:ext cx="17" cy="6"/>
              </a:xfrm>
              <a:prstGeom prst="ellipse">
                <a:avLst/>
              </a:pr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5" name="Oval 1372">
                <a:extLst>
                  <a:ext uri="{FF2B5EF4-FFF2-40B4-BE49-F238E27FC236}">
                    <a16:creationId xmlns:a16="http://schemas.microsoft.com/office/drawing/2014/main" id="{A5D9583A-AAE1-4846-95C2-C8AD3110E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3747"/>
                <a:ext cx="17" cy="6"/>
              </a:xfrm>
              <a:prstGeom prst="ellipse">
                <a:avLst/>
              </a:pr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6" name="Oval 1373">
                <a:extLst>
                  <a:ext uri="{FF2B5EF4-FFF2-40B4-BE49-F238E27FC236}">
                    <a16:creationId xmlns:a16="http://schemas.microsoft.com/office/drawing/2014/main" id="{0ADBA62A-C2C5-4E9A-9AC5-361879F58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6" y="3747"/>
                <a:ext cx="19" cy="6"/>
              </a:xfrm>
              <a:prstGeom prst="ellipse">
                <a:avLst/>
              </a:pr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7" name="Oval 1374">
                <a:extLst>
                  <a:ext uri="{FF2B5EF4-FFF2-40B4-BE49-F238E27FC236}">
                    <a16:creationId xmlns:a16="http://schemas.microsoft.com/office/drawing/2014/main" id="{EC9E419C-8FE3-44B5-9F29-740B81961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3747"/>
                <a:ext cx="19" cy="6"/>
              </a:xfrm>
              <a:prstGeom prst="ellipse">
                <a:avLst/>
              </a:pr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8" name="Oval 1375">
                <a:extLst>
                  <a:ext uri="{FF2B5EF4-FFF2-40B4-BE49-F238E27FC236}">
                    <a16:creationId xmlns:a16="http://schemas.microsoft.com/office/drawing/2014/main" id="{6E8FB64E-9D10-4144-A02F-216D2476D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9" y="3747"/>
                <a:ext cx="17" cy="6"/>
              </a:xfrm>
              <a:prstGeom prst="ellipse">
                <a:avLst/>
              </a:pr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9" name="Oval 1376">
                <a:extLst>
                  <a:ext uri="{FF2B5EF4-FFF2-40B4-BE49-F238E27FC236}">
                    <a16:creationId xmlns:a16="http://schemas.microsoft.com/office/drawing/2014/main" id="{F8EC929F-AC43-4362-AFD5-11C7BF0E1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3747"/>
                <a:ext cx="17" cy="6"/>
              </a:xfrm>
              <a:prstGeom prst="ellipse">
                <a:avLst/>
              </a:pr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0" name="Oval 1377">
                <a:extLst>
                  <a:ext uri="{FF2B5EF4-FFF2-40B4-BE49-F238E27FC236}">
                    <a16:creationId xmlns:a16="http://schemas.microsoft.com/office/drawing/2014/main" id="{278DB22C-47D4-45AD-A45E-57F91ED73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3747"/>
                <a:ext cx="17" cy="6"/>
              </a:xfrm>
              <a:prstGeom prst="ellipse">
                <a:avLst/>
              </a:pr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1" name="Oval 1378">
                <a:extLst>
                  <a:ext uri="{FF2B5EF4-FFF2-40B4-BE49-F238E27FC236}">
                    <a16:creationId xmlns:a16="http://schemas.microsoft.com/office/drawing/2014/main" id="{071C4BE9-7704-46C8-BC9E-366E7E8E5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3747"/>
                <a:ext cx="19" cy="6"/>
              </a:xfrm>
              <a:prstGeom prst="ellipse">
                <a:avLst/>
              </a:prstGeom>
              <a:solidFill>
                <a:srgbClr val="DF3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2" name="Freeform 1379">
                <a:extLst>
                  <a:ext uri="{FF2B5EF4-FFF2-40B4-BE49-F238E27FC236}">
                    <a16:creationId xmlns:a16="http://schemas.microsoft.com/office/drawing/2014/main" id="{C25BE217-98B4-4DDE-A891-903039C14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289"/>
                <a:ext cx="2496" cy="271"/>
              </a:xfrm>
              <a:custGeom>
                <a:avLst/>
                <a:gdLst>
                  <a:gd name="T0" fmla="*/ 8791 w 1326"/>
                  <a:gd name="T1" fmla="*/ 996 h 135"/>
                  <a:gd name="T2" fmla="*/ 8783 w 1326"/>
                  <a:gd name="T3" fmla="*/ 988 h 135"/>
                  <a:gd name="T4" fmla="*/ 8751 w 1326"/>
                  <a:gd name="T5" fmla="*/ 931 h 135"/>
                  <a:gd name="T6" fmla="*/ 8745 w 1326"/>
                  <a:gd name="T7" fmla="*/ 931 h 135"/>
                  <a:gd name="T8" fmla="*/ 8504 w 1326"/>
                  <a:gd name="T9" fmla="*/ 80 h 135"/>
                  <a:gd name="T10" fmla="*/ 8504 w 1326"/>
                  <a:gd name="T11" fmla="*/ 128 h 135"/>
                  <a:gd name="T12" fmla="*/ 7392 w 1326"/>
                  <a:gd name="T13" fmla="*/ 907 h 135"/>
                  <a:gd name="T14" fmla="*/ 2072 w 1326"/>
                  <a:gd name="T15" fmla="*/ 907 h 135"/>
                  <a:gd name="T16" fmla="*/ 373 w 1326"/>
                  <a:gd name="T17" fmla="*/ 907 h 135"/>
                  <a:gd name="T18" fmla="*/ 53 w 1326"/>
                  <a:gd name="T19" fmla="*/ 169 h 135"/>
                  <a:gd name="T20" fmla="*/ 0 w 1326"/>
                  <a:gd name="T21" fmla="*/ 0 h 135"/>
                  <a:gd name="T22" fmla="*/ 301 w 1326"/>
                  <a:gd name="T23" fmla="*/ 1060 h 135"/>
                  <a:gd name="T24" fmla="*/ 4506 w 1326"/>
                  <a:gd name="T25" fmla="*/ 1028 h 135"/>
                  <a:gd name="T26" fmla="*/ 8838 w 1326"/>
                  <a:gd name="T27" fmla="*/ 1060 h 135"/>
                  <a:gd name="T28" fmla="*/ 8823 w 1326"/>
                  <a:gd name="T29" fmla="*/ 1044 h 135"/>
                  <a:gd name="T30" fmla="*/ 8791 w 1326"/>
                  <a:gd name="T31" fmla="*/ 996 h 1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26" h="135">
                    <a:moveTo>
                      <a:pt x="1318" y="123"/>
                    </a:moveTo>
                    <a:cubicBezTo>
                      <a:pt x="1318" y="123"/>
                      <a:pt x="1317" y="123"/>
                      <a:pt x="1317" y="122"/>
                    </a:cubicBezTo>
                    <a:cubicBezTo>
                      <a:pt x="1315" y="120"/>
                      <a:pt x="1313" y="118"/>
                      <a:pt x="1312" y="115"/>
                    </a:cubicBezTo>
                    <a:cubicBezTo>
                      <a:pt x="1311" y="115"/>
                      <a:pt x="1311" y="115"/>
                      <a:pt x="1311" y="115"/>
                    </a:cubicBezTo>
                    <a:cubicBezTo>
                      <a:pt x="1294" y="90"/>
                      <a:pt x="1280" y="55"/>
                      <a:pt x="1275" y="10"/>
                    </a:cubicBezTo>
                    <a:cubicBezTo>
                      <a:pt x="1275" y="16"/>
                      <a:pt x="1275" y="16"/>
                      <a:pt x="1275" y="16"/>
                    </a:cubicBezTo>
                    <a:cubicBezTo>
                      <a:pt x="1280" y="62"/>
                      <a:pt x="1291" y="114"/>
                      <a:pt x="1108" y="112"/>
                    </a:cubicBezTo>
                    <a:cubicBezTo>
                      <a:pt x="925" y="109"/>
                      <a:pt x="311" y="112"/>
                      <a:pt x="311" y="112"/>
                    </a:cubicBezTo>
                    <a:cubicBezTo>
                      <a:pt x="311" y="112"/>
                      <a:pt x="65" y="121"/>
                      <a:pt x="56" y="112"/>
                    </a:cubicBezTo>
                    <a:cubicBezTo>
                      <a:pt x="47" y="102"/>
                      <a:pt x="16" y="78"/>
                      <a:pt x="8" y="21"/>
                    </a:cubicBezTo>
                    <a:cubicBezTo>
                      <a:pt x="6" y="8"/>
                      <a:pt x="3" y="2"/>
                      <a:pt x="0" y="0"/>
                    </a:cubicBezTo>
                    <a:cubicBezTo>
                      <a:pt x="4" y="62"/>
                      <a:pt x="24" y="107"/>
                      <a:pt x="45" y="131"/>
                    </a:cubicBezTo>
                    <a:cubicBezTo>
                      <a:pt x="50" y="135"/>
                      <a:pt x="363" y="128"/>
                      <a:pt x="676" y="127"/>
                    </a:cubicBezTo>
                    <a:cubicBezTo>
                      <a:pt x="1000" y="126"/>
                      <a:pt x="1326" y="132"/>
                      <a:pt x="1325" y="131"/>
                    </a:cubicBezTo>
                    <a:cubicBezTo>
                      <a:pt x="1324" y="130"/>
                      <a:pt x="1324" y="130"/>
                      <a:pt x="1323" y="129"/>
                    </a:cubicBezTo>
                    <a:cubicBezTo>
                      <a:pt x="1321" y="127"/>
                      <a:pt x="1320" y="125"/>
                      <a:pt x="1318" y="123"/>
                    </a:cubicBezTo>
                    <a:close/>
                  </a:path>
                </a:pathLst>
              </a:custGeom>
              <a:solidFill>
                <a:srgbClr val="D547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3" name="Freeform 1380">
                <a:extLst>
                  <a:ext uri="{FF2B5EF4-FFF2-40B4-BE49-F238E27FC236}">
                    <a16:creationId xmlns:a16="http://schemas.microsoft.com/office/drawing/2014/main" id="{FEB486D0-198C-421B-936D-A3BB4F8D2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886"/>
                <a:ext cx="2398" cy="110"/>
              </a:xfrm>
              <a:custGeom>
                <a:avLst/>
                <a:gdLst>
                  <a:gd name="T0" fmla="*/ 7083 w 1274"/>
                  <a:gd name="T1" fmla="*/ 168 h 55"/>
                  <a:gd name="T2" fmla="*/ 7209 w 1274"/>
                  <a:gd name="T3" fmla="*/ 160 h 55"/>
                  <a:gd name="T4" fmla="*/ 8497 w 1274"/>
                  <a:gd name="T5" fmla="*/ 152 h 55"/>
                  <a:gd name="T6" fmla="*/ 8481 w 1274"/>
                  <a:gd name="T7" fmla="*/ 56 h 55"/>
                  <a:gd name="T8" fmla="*/ 7083 w 1274"/>
                  <a:gd name="T9" fmla="*/ 56 h 55"/>
                  <a:gd name="T10" fmla="*/ 7015 w 1274"/>
                  <a:gd name="T11" fmla="*/ 56 h 55"/>
                  <a:gd name="T12" fmla="*/ 6469 w 1274"/>
                  <a:gd name="T13" fmla="*/ 112 h 55"/>
                  <a:gd name="T14" fmla="*/ 5690 w 1274"/>
                  <a:gd name="T15" fmla="*/ 160 h 55"/>
                  <a:gd name="T16" fmla="*/ 4935 w 1274"/>
                  <a:gd name="T17" fmla="*/ 256 h 55"/>
                  <a:gd name="T18" fmla="*/ 4081 w 1274"/>
                  <a:gd name="T19" fmla="*/ 264 h 55"/>
                  <a:gd name="T20" fmla="*/ 3373 w 1274"/>
                  <a:gd name="T21" fmla="*/ 272 h 55"/>
                  <a:gd name="T22" fmla="*/ 2767 w 1274"/>
                  <a:gd name="T23" fmla="*/ 144 h 55"/>
                  <a:gd name="T24" fmla="*/ 1067 w 1274"/>
                  <a:gd name="T25" fmla="*/ 16 h 55"/>
                  <a:gd name="T26" fmla="*/ 1067 w 1274"/>
                  <a:gd name="T27" fmla="*/ 16 h 55"/>
                  <a:gd name="T28" fmla="*/ 674 w 1274"/>
                  <a:gd name="T29" fmla="*/ 0 h 55"/>
                  <a:gd name="T30" fmla="*/ 8 w 1274"/>
                  <a:gd name="T31" fmla="*/ 0 h 55"/>
                  <a:gd name="T32" fmla="*/ 15 w 1274"/>
                  <a:gd name="T33" fmla="*/ 72 h 55"/>
                  <a:gd name="T34" fmla="*/ 0 w 1274"/>
                  <a:gd name="T35" fmla="*/ 72 h 55"/>
                  <a:gd name="T36" fmla="*/ 679 w 1274"/>
                  <a:gd name="T37" fmla="*/ 88 h 55"/>
                  <a:gd name="T38" fmla="*/ 1120 w 1274"/>
                  <a:gd name="T39" fmla="*/ 104 h 55"/>
                  <a:gd name="T40" fmla="*/ 2767 w 1274"/>
                  <a:gd name="T41" fmla="*/ 272 h 55"/>
                  <a:gd name="T42" fmla="*/ 3373 w 1274"/>
                  <a:gd name="T43" fmla="*/ 400 h 55"/>
                  <a:gd name="T44" fmla="*/ 4081 w 1274"/>
                  <a:gd name="T45" fmla="*/ 392 h 55"/>
                  <a:gd name="T46" fmla="*/ 4920 w 1274"/>
                  <a:gd name="T47" fmla="*/ 376 h 55"/>
                  <a:gd name="T48" fmla="*/ 5669 w 1274"/>
                  <a:gd name="T49" fmla="*/ 280 h 55"/>
                  <a:gd name="T50" fmla="*/ 6469 w 1274"/>
                  <a:gd name="T51" fmla="*/ 208 h 55"/>
                  <a:gd name="T52" fmla="*/ 7083 w 1274"/>
                  <a:gd name="T53" fmla="*/ 168 h 5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274" h="55">
                    <a:moveTo>
                      <a:pt x="1062" y="21"/>
                    </a:moveTo>
                    <a:cubicBezTo>
                      <a:pt x="1068" y="21"/>
                      <a:pt x="1074" y="20"/>
                      <a:pt x="1081" y="20"/>
                    </a:cubicBezTo>
                    <a:cubicBezTo>
                      <a:pt x="1167" y="17"/>
                      <a:pt x="1274" y="19"/>
                      <a:pt x="1274" y="19"/>
                    </a:cubicBezTo>
                    <a:cubicBezTo>
                      <a:pt x="1272" y="7"/>
                      <a:pt x="1272" y="7"/>
                      <a:pt x="1272" y="7"/>
                    </a:cubicBezTo>
                    <a:cubicBezTo>
                      <a:pt x="1062" y="7"/>
                      <a:pt x="1062" y="7"/>
                      <a:pt x="1062" y="7"/>
                    </a:cubicBezTo>
                    <a:cubicBezTo>
                      <a:pt x="1052" y="7"/>
                      <a:pt x="1052" y="7"/>
                      <a:pt x="1052" y="7"/>
                    </a:cubicBezTo>
                    <a:cubicBezTo>
                      <a:pt x="1019" y="8"/>
                      <a:pt x="994" y="9"/>
                      <a:pt x="970" y="14"/>
                    </a:cubicBezTo>
                    <a:cubicBezTo>
                      <a:pt x="946" y="19"/>
                      <a:pt x="907" y="9"/>
                      <a:pt x="853" y="20"/>
                    </a:cubicBezTo>
                    <a:cubicBezTo>
                      <a:pt x="799" y="31"/>
                      <a:pt x="795" y="24"/>
                      <a:pt x="740" y="32"/>
                    </a:cubicBezTo>
                    <a:cubicBezTo>
                      <a:pt x="685" y="40"/>
                      <a:pt x="657" y="32"/>
                      <a:pt x="612" y="33"/>
                    </a:cubicBezTo>
                    <a:cubicBezTo>
                      <a:pt x="567" y="34"/>
                      <a:pt x="549" y="37"/>
                      <a:pt x="506" y="34"/>
                    </a:cubicBezTo>
                    <a:cubicBezTo>
                      <a:pt x="463" y="31"/>
                      <a:pt x="463" y="22"/>
                      <a:pt x="415" y="18"/>
                    </a:cubicBezTo>
                    <a:cubicBezTo>
                      <a:pt x="367" y="14"/>
                      <a:pt x="210" y="4"/>
                      <a:pt x="160" y="2"/>
                    </a:cubicBezTo>
                    <a:cubicBezTo>
                      <a:pt x="160" y="2"/>
                      <a:pt x="160" y="2"/>
                      <a:pt x="160" y="2"/>
                    </a:cubicBezTo>
                    <a:cubicBezTo>
                      <a:pt x="142" y="0"/>
                      <a:pt x="123" y="0"/>
                      <a:pt x="10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20" y="10"/>
                      <a:pt x="62" y="10"/>
                      <a:pt x="102" y="11"/>
                    </a:cubicBezTo>
                    <a:cubicBezTo>
                      <a:pt x="112" y="11"/>
                      <a:pt x="164" y="13"/>
                      <a:pt x="168" y="13"/>
                    </a:cubicBezTo>
                    <a:cubicBezTo>
                      <a:pt x="226" y="18"/>
                      <a:pt x="370" y="31"/>
                      <a:pt x="415" y="34"/>
                    </a:cubicBezTo>
                    <a:cubicBezTo>
                      <a:pt x="463" y="38"/>
                      <a:pt x="463" y="47"/>
                      <a:pt x="506" y="50"/>
                    </a:cubicBezTo>
                    <a:cubicBezTo>
                      <a:pt x="549" y="53"/>
                      <a:pt x="567" y="50"/>
                      <a:pt x="612" y="49"/>
                    </a:cubicBezTo>
                    <a:cubicBezTo>
                      <a:pt x="657" y="48"/>
                      <a:pt x="683" y="55"/>
                      <a:pt x="738" y="47"/>
                    </a:cubicBezTo>
                    <a:cubicBezTo>
                      <a:pt x="793" y="39"/>
                      <a:pt x="796" y="46"/>
                      <a:pt x="850" y="35"/>
                    </a:cubicBezTo>
                    <a:cubicBezTo>
                      <a:pt x="904" y="24"/>
                      <a:pt x="946" y="31"/>
                      <a:pt x="970" y="26"/>
                    </a:cubicBezTo>
                    <a:cubicBezTo>
                      <a:pt x="994" y="21"/>
                      <a:pt x="1029" y="22"/>
                      <a:pt x="1062" y="21"/>
                    </a:cubicBezTo>
                  </a:path>
                </a:pathLst>
              </a:custGeom>
              <a:solidFill>
                <a:srgbClr val="BF6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4" name="Freeform 1381">
                <a:extLst>
                  <a:ext uri="{FF2B5EF4-FFF2-40B4-BE49-F238E27FC236}">
                    <a16:creationId xmlns:a16="http://schemas.microsoft.com/office/drawing/2014/main" id="{FFF977EE-D48A-40C7-944A-22EE2BE4D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635"/>
                <a:ext cx="2394" cy="331"/>
              </a:xfrm>
              <a:custGeom>
                <a:avLst/>
                <a:gdLst>
                  <a:gd name="T0" fmla="*/ 8466 w 1272"/>
                  <a:gd name="T1" fmla="*/ 977 h 165"/>
                  <a:gd name="T2" fmla="*/ 7127 w 1272"/>
                  <a:gd name="T3" fmla="*/ 977 h 165"/>
                  <a:gd name="T4" fmla="*/ 6681 w 1272"/>
                  <a:gd name="T5" fmla="*/ 929 h 165"/>
                  <a:gd name="T6" fmla="*/ 5908 w 1272"/>
                  <a:gd name="T7" fmla="*/ 532 h 165"/>
                  <a:gd name="T8" fmla="*/ 5360 w 1272"/>
                  <a:gd name="T9" fmla="*/ 313 h 165"/>
                  <a:gd name="T10" fmla="*/ 4814 w 1272"/>
                  <a:gd name="T11" fmla="*/ 120 h 165"/>
                  <a:gd name="T12" fmla="*/ 4381 w 1272"/>
                  <a:gd name="T13" fmla="*/ 169 h 165"/>
                  <a:gd name="T14" fmla="*/ 4041 w 1272"/>
                  <a:gd name="T15" fmla="*/ 88 h 165"/>
                  <a:gd name="T16" fmla="*/ 3333 w 1272"/>
                  <a:gd name="T17" fmla="*/ 355 h 165"/>
                  <a:gd name="T18" fmla="*/ 2454 w 1272"/>
                  <a:gd name="T19" fmla="*/ 467 h 165"/>
                  <a:gd name="T20" fmla="*/ 1707 w 1272"/>
                  <a:gd name="T21" fmla="*/ 873 h 165"/>
                  <a:gd name="T22" fmla="*/ 1306 w 1272"/>
                  <a:gd name="T23" fmla="*/ 921 h 165"/>
                  <a:gd name="T24" fmla="*/ 0 w 1272"/>
                  <a:gd name="T25" fmla="*/ 921 h 165"/>
                  <a:gd name="T26" fmla="*/ 0 w 1272"/>
                  <a:gd name="T27" fmla="*/ 921 h 165"/>
                  <a:gd name="T28" fmla="*/ 8 w 1272"/>
                  <a:gd name="T29" fmla="*/ 1003 h 165"/>
                  <a:gd name="T30" fmla="*/ 8 w 1272"/>
                  <a:gd name="T31" fmla="*/ 1011 h 165"/>
                  <a:gd name="T32" fmla="*/ 674 w 1272"/>
                  <a:gd name="T33" fmla="*/ 1011 h 165"/>
                  <a:gd name="T34" fmla="*/ 772 w 1272"/>
                  <a:gd name="T35" fmla="*/ 1011 h 165"/>
                  <a:gd name="T36" fmla="*/ 779 w 1272"/>
                  <a:gd name="T37" fmla="*/ 1011 h 165"/>
                  <a:gd name="T38" fmla="*/ 875 w 1272"/>
                  <a:gd name="T39" fmla="*/ 1011 h 165"/>
                  <a:gd name="T40" fmla="*/ 879 w 1272"/>
                  <a:gd name="T41" fmla="*/ 1011 h 165"/>
                  <a:gd name="T42" fmla="*/ 975 w 1272"/>
                  <a:gd name="T43" fmla="*/ 1019 h 165"/>
                  <a:gd name="T44" fmla="*/ 981 w 1272"/>
                  <a:gd name="T45" fmla="*/ 1019 h 165"/>
                  <a:gd name="T46" fmla="*/ 1067 w 1272"/>
                  <a:gd name="T47" fmla="*/ 1027 h 165"/>
                  <a:gd name="T48" fmla="*/ 1067 w 1272"/>
                  <a:gd name="T49" fmla="*/ 1027 h 165"/>
                  <a:gd name="T50" fmla="*/ 1067 w 1272"/>
                  <a:gd name="T51" fmla="*/ 1027 h 165"/>
                  <a:gd name="T52" fmla="*/ 1073 w 1272"/>
                  <a:gd name="T53" fmla="*/ 1027 h 165"/>
                  <a:gd name="T54" fmla="*/ 2767 w 1272"/>
                  <a:gd name="T55" fmla="*/ 1155 h 165"/>
                  <a:gd name="T56" fmla="*/ 3373 w 1272"/>
                  <a:gd name="T57" fmla="*/ 1284 h 165"/>
                  <a:gd name="T58" fmla="*/ 4080 w 1272"/>
                  <a:gd name="T59" fmla="*/ 1276 h 165"/>
                  <a:gd name="T60" fmla="*/ 4935 w 1272"/>
                  <a:gd name="T61" fmla="*/ 1268 h 165"/>
                  <a:gd name="T62" fmla="*/ 5686 w 1272"/>
                  <a:gd name="T63" fmla="*/ 1172 h 165"/>
                  <a:gd name="T64" fmla="*/ 6469 w 1272"/>
                  <a:gd name="T65" fmla="*/ 1123 h 165"/>
                  <a:gd name="T66" fmla="*/ 6924 w 1272"/>
                  <a:gd name="T67" fmla="*/ 1075 h 165"/>
                  <a:gd name="T68" fmla="*/ 7080 w 1272"/>
                  <a:gd name="T69" fmla="*/ 1067 h 165"/>
                  <a:gd name="T70" fmla="*/ 8481 w 1272"/>
                  <a:gd name="T71" fmla="*/ 1067 h 165"/>
                  <a:gd name="T72" fmla="*/ 8466 w 1272"/>
                  <a:gd name="T73" fmla="*/ 977 h 1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72" h="165">
                    <a:moveTo>
                      <a:pt x="1270" y="121"/>
                    </a:moveTo>
                    <a:cubicBezTo>
                      <a:pt x="1069" y="121"/>
                      <a:pt x="1069" y="121"/>
                      <a:pt x="1069" y="121"/>
                    </a:cubicBezTo>
                    <a:cubicBezTo>
                      <a:pt x="1042" y="121"/>
                      <a:pt x="1020" y="118"/>
                      <a:pt x="1002" y="115"/>
                    </a:cubicBezTo>
                    <a:cubicBezTo>
                      <a:pt x="962" y="101"/>
                      <a:pt x="928" y="78"/>
                      <a:pt x="886" y="66"/>
                    </a:cubicBezTo>
                    <a:cubicBezTo>
                      <a:pt x="856" y="57"/>
                      <a:pt x="834" y="37"/>
                      <a:pt x="804" y="39"/>
                    </a:cubicBezTo>
                    <a:cubicBezTo>
                      <a:pt x="774" y="42"/>
                      <a:pt x="750" y="18"/>
                      <a:pt x="722" y="15"/>
                    </a:cubicBezTo>
                    <a:cubicBezTo>
                      <a:pt x="700" y="13"/>
                      <a:pt x="679" y="21"/>
                      <a:pt x="657" y="21"/>
                    </a:cubicBezTo>
                    <a:cubicBezTo>
                      <a:pt x="639" y="21"/>
                      <a:pt x="623" y="16"/>
                      <a:pt x="606" y="11"/>
                    </a:cubicBezTo>
                    <a:cubicBezTo>
                      <a:pt x="567" y="0"/>
                      <a:pt x="537" y="31"/>
                      <a:pt x="500" y="44"/>
                    </a:cubicBezTo>
                    <a:cubicBezTo>
                      <a:pt x="455" y="60"/>
                      <a:pt x="413" y="43"/>
                      <a:pt x="368" y="58"/>
                    </a:cubicBezTo>
                    <a:cubicBezTo>
                      <a:pt x="332" y="70"/>
                      <a:pt x="294" y="108"/>
                      <a:pt x="256" y="108"/>
                    </a:cubicBezTo>
                    <a:cubicBezTo>
                      <a:pt x="256" y="108"/>
                      <a:pt x="218" y="114"/>
                      <a:pt x="196" y="114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1" y="124"/>
                      <a:pt x="1" y="124"/>
                      <a:pt x="1" y="124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101" y="125"/>
                      <a:pt x="101" y="125"/>
                      <a:pt x="101" y="125"/>
                    </a:cubicBezTo>
                    <a:cubicBezTo>
                      <a:pt x="106" y="125"/>
                      <a:pt x="111" y="125"/>
                      <a:pt x="116" y="125"/>
                    </a:cubicBezTo>
                    <a:cubicBezTo>
                      <a:pt x="117" y="125"/>
                      <a:pt x="117" y="125"/>
                      <a:pt x="117" y="125"/>
                    </a:cubicBezTo>
                    <a:cubicBezTo>
                      <a:pt x="122" y="125"/>
                      <a:pt x="127" y="125"/>
                      <a:pt x="131" y="125"/>
                    </a:cubicBezTo>
                    <a:cubicBezTo>
                      <a:pt x="132" y="125"/>
                      <a:pt x="132" y="125"/>
                      <a:pt x="132" y="125"/>
                    </a:cubicBezTo>
                    <a:cubicBezTo>
                      <a:pt x="137" y="125"/>
                      <a:pt x="141" y="125"/>
                      <a:pt x="146" y="126"/>
                    </a:cubicBezTo>
                    <a:cubicBezTo>
                      <a:pt x="146" y="126"/>
                      <a:pt x="146" y="126"/>
                      <a:pt x="147" y="126"/>
                    </a:cubicBezTo>
                    <a:cubicBezTo>
                      <a:pt x="151" y="126"/>
                      <a:pt x="156" y="126"/>
                      <a:pt x="160" y="127"/>
                    </a:cubicBezTo>
                    <a:cubicBezTo>
                      <a:pt x="160" y="127"/>
                      <a:pt x="160" y="127"/>
                      <a:pt x="160" y="127"/>
                    </a:cubicBezTo>
                    <a:cubicBezTo>
                      <a:pt x="160" y="127"/>
                      <a:pt x="160" y="127"/>
                      <a:pt x="160" y="127"/>
                    </a:cubicBezTo>
                    <a:cubicBezTo>
                      <a:pt x="161" y="127"/>
                      <a:pt x="161" y="127"/>
                      <a:pt x="161" y="127"/>
                    </a:cubicBezTo>
                    <a:cubicBezTo>
                      <a:pt x="213" y="129"/>
                      <a:pt x="367" y="139"/>
                      <a:pt x="415" y="143"/>
                    </a:cubicBezTo>
                    <a:cubicBezTo>
                      <a:pt x="463" y="147"/>
                      <a:pt x="463" y="156"/>
                      <a:pt x="506" y="159"/>
                    </a:cubicBezTo>
                    <a:cubicBezTo>
                      <a:pt x="549" y="162"/>
                      <a:pt x="567" y="159"/>
                      <a:pt x="612" y="158"/>
                    </a:cubicBezTo>
                    <a:cubicBezTo>
                      <a:pt x="657" y="157"/>
                      <a:pt x="685" y="165"/>
                      <a:pt x="740" y="157"/>
                    </a:cubicBezTo>
                    <a:cubicBezTo>
                      <a:pt x="795" y="149"/>
                      <a:pt x="799" y="156"/>
                      <a:pt x="853" y="145"/>
                    </a:cubicBezTo>
                    <a:cubicBezTo>
                      <a:pt x="907" y="134"/>
                      <a:pt x="946" y="144"/>
                      <a:pt x="970" y="139"/>
                    </a:cubicBezTo>
                    <a:cubicBezTo>
                      <a:pt x="990" y="135"/>
                      <a:pt x="1012" y="134"/>
                      <a:pt x="1039" y="133"/>
                    </a:cubicBezTo>
                    <a:cubicBezTo>
                      <a:pt x="1047" y="132"/>
                      <a:pt x="1054" y="132"/>
                      <a:pt x="1062" y="132"/>
                    </a:cubicBezTo>
                    <a:cubicBezTo>
                      <a:pt x="1272" y="132"/>
                      <a:pt x="1272" y="132"/>
                      <a:pt x="1272" y="132"/>
                    </a:cubicBezTo>
                    <a:lnTo>
                      <a:pt x="1270" y="121"/>
                    </a:lnTo>
                    <a:close/>
                  </a:path>
                </a:pathLst>
              </a:custGeom>
              <a:solidFill>
                <a:srgbClr val="FFE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5" name="Freeform 1382">
                <a:extLst>
                  <a:ext uri="{FF2B5EF4-FFF2-40B4-BE49-F238E27FC236}">
                    <a16:creationId xmlns:a16="http://schemas.microsoft.com/office/drawing/2014/main" id="{0D86C7F7-8C11-46C6-9AF2-B6BB5F437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884"/>
                <a:ext cx="903" cy="70"/>
              </a:xfrm>
              <a:custGeom>
                <a:avLst/>
                <a:gdLst>
                  <a:gd name="T0" fmla="*/ 0 w 480"/>
                  <a:gd name="T1" fmla="*/ 96 h 35"/>
                  <a:gd name="T2" fmla="*/ 559 w 480"/>
                  <a:gd name="T3" fmla="*/ 176 h 35"/>
                  <a:gd name="T4" fmla="*/ 1285 w 480"/>
                  <a:gd name="T5" fmla="*/ 248 h 35"/>
                  <a:gd name="T6" fmla="*/ 2064 w 480"/>
                  <a:gd name="T7" fmla="*/ 256 h 35"/>
                  <a:gd name="T8" fmla="*/ 2666 w 480"/>
                  <a:gd name="T9" fmla="*/ 200 h 35"/>
                  <a:gd name="T10" fmla="*/ 3196 w 480"/>
                  <a:gd name="T11" fmla="*/ 128 h 35"/>
                  <a:gd name="T12" fmla="*/ 2651 w 480"/>
                  <a:gd name="T13" fmla="*/ 144 h 35"/>
                  <a:gd name="T14" fmla="*/ 2099 w 480"/>
                  <a:gd name="T15" fmla="*/ 192 h 35"/>
                  <a:gd name="T16" fmla="*/ 1306 w 480"/>
                  <a:gd name="T17" fmla="*/ 160 h 35"/>
                  <a:gd name="T18" fmla="*/ 771 w 480"/>
                  <a:gd name="T19" fmla="*/ 184 h 35"/>
                  <a:gd name="T20" fmla="*/ 0 w 480"/>
                  <a:gd name="T21" fmla="*/ 96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0" h="35">
                    <a:moveTo>
                      <a:pt x="0" y="12"/>
                    </a:moveTo>
                    <a:cubicBezTo>
                      <a:pt x="40" y="12"/>
                      <a:pt x="61" y="14"/>
                      <a:pt x="84" y="22"/>
                    </a:cubicBezTo>
                    <a:cubicBezTo>
                      <a:pt x="106" y="30"/>
                      <a:pt x="145" y="33"/>
                      <a:pt x="193" y="31"/>
                    </a:cubicBezTo>
                    <a:cubicBezTo>
                      <a:pt x="235" y="30"/>
                      <a:pt x="251" y="30"/>
                      <a:pt x="310" y="32"/>
                    </a:cubicBezTo>
                    <a:cubicBezTo>
                      <a:pt x="368" y="35"/>
                      <a:pt x="374" y="26"/>
                      <a:pt x="400" y="25"/>
                    </a:cubicBezTo>
                    <a:cubicBezTo>
                      <a:pt x="425" y="24"/>
                      <a:pt x="446" y="24"/>
                      <a:pt x="480" y="16"/>
                    </a:cubicBezTo>
                    <a:cubicBezTo>
                      <a:pt x="463" y="21"/>
                      <a:pt x="420" y="22"/>
                      <a:pt x="398" y="18"/>
                    </a:cubicBezTo>
                    <a:cubicBezTo>
                      <a:pt x="376" y="15"/>
                      <a:pt x="354" y="29"/>
                      <a:pt x="315" y="24"/>
                    </a:cubicBezTo>
                    <a:cubicBezTo>
                      <a:pt x="276" y="18"/>
                      <a:pt x="225" y="18"/>
                      <a:pt x="196" y="20"/>
                    </a:cubicBezTo>
                    <a:cubicBezTo>
                      <a:pt x="166" y="22"/>
                      <a:pt x="136" y="27"/>
                      <a:pt x="116" y="23"/>
                    </a:cubicBezTo>
                    <a:cubicBezTo>
                      <a:pt x="97" y="19"/>
                      <a:pt x="50" y="0"/>
                      <a:pt x="0" y="12"/>
                    </a:cubicBezTo>
                    <a:close/>
                  </a:path>
                </a:pathLst>
              </a:custGeom>
              <a:solidFill>
                <a:srgbClr val="FDC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6" name="Freeform 1383">
                <a:extLst>
                  <a:ext uri="{FF2B5EF4-FFF2-40B4-BE49-F238E27FC236}">
                    <a16:creationId xmlns:a16="http://schemas.microsoft.com/office/drawing/2014/main" id="{44F841DD-C1E9-4EA3-9B4B-24A772D7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747"/>
                <a:ext cx="142" cy="44"/>
              </a:xfrm>
              <a:custGeom>
                <a:avLst/>
                <a:gdLst>
                  <a:gd name="T0" fmla="*/ 509 w 75"/>
                  <a:gd name="T1" fmla="*/ 16 h 22"/>
                  <a:gd name="T2" fmla="*/ 0 w 75"/>
                  <a:gd name="T3" fmla="*/ 176 h 22"/>
                  <a:gd name="T4" fmla="*/ 509 w 7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22">
                    <a:moveTo>
                      <a:pt x="75" y="2"/>
                    </a:moveTo>
                    <a:cubicBezTo>
                      <a:pt x="26" y="4"/>
                      <a:pt x="17" y="8"/>
                      <a:pt x="0" y="22"/>
                    </a:cubicBezTo>
                    <a:cubicBezTo>
                      <a:pt x="16" y="16"/>
                      <a:pt x="57" y="0"/>
                      <a:pt x="7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7" name="Freeform 1384">
                <a:extLst>
                  <a:ext uri="{FF2B5EF4-FFF2-40B4-BE49-F238E27FC236}">
                    <a16:creationId xmlns:a16="http://schemas.microsoft.com/office/drawing/2014/main" id="{39AB5C88-66D0-46CC-9A20-9580942DB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653"/>
                <a:ext cx="147" cy="44"/>
              </a:xfrm>
              <a:custGeom>
                <a:avLst/>
                <a:gdLst>
                  <a:gd name="T0" fmla="*/ 0 w 78"/>
                  <a:gd name="T1" fmla="*/ 128 h 22"/>
                  <a:gd name="T2" fmla="*/ 326 w 78"/>
                  <a:gd name="T3" fmla="*/ 72 h 22"/>
                  <a:gd name="T4" fmla="*/ 522 w 78"/>
                  <a:gd name="T5" fmla="*/ 128 h 22"/>
                  <a:gd name="T6" fmla="*/ 417 w 78"/>
                  <a:gd name="T7" fmla="*/ 152 h 22"/>
                  <a:gd name="T8" fmla="*/ 0 w 78"/>
                  <a:gd name="T9" fmla="*/ 12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2">
                    <a:moveTo>
                      <a:pt x="0" y="16"/>
                    </a:moveTo>
                    <a:cubicBezTo>
                      <a:pt x="14" y="3"/>
                      <a:pt x="28" y="6"/>
                      <a:pt x="49" y="9"/>
                    </a:cubicBezTo>
                    <a:cubicBezTo>
                      <a:pt x="70" y="13"/>
                      <a:pt x="78" y="16"/>
                      <a:pt x="78" y="16"/>
                    </a:cubicBezTo>
                    <a:cubicBezTo>
                      <a:pt x="69" y="21"/>
                      <a:pt x="66" y="22"/>
                      <a:pt x="62" y="19"/>
                    </a:cubicBezTo>
                    <a:cubicBezTo>
                      <a:pt x="59" y="15"/>
                      <a:pt x="13" y="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8" name="Freeform 1385">
                <a:extLst>
                  <a:ext uri="{FF2B5EF4-FFF2-40B4-BE49-F238E27FC236}">
                    <a16:creationId xmlns:a16="http://schemas.microsoft.com/office/drawing/2014/main" id="{5B6CEC46-C26B-447A-A48D-60C89DC3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665"/>
                <a:ext cx="158" cy="48"/>
              </a:xfrm>
              <a:custGeom>
                <a:avLst/>
                <a:gdLst>
                  <a:gd name="T0" fmla="*/ 0 w 84"/>
                  <a:gd name="T1" fmla="*/ 88 h 24"/>
                  <a:gd name="T2" fmla="*/ 318 w 84"/>
                  <a:gd name="T3" fmla="*/ 64 h 24"/>
                  <a:gd name="T4" fmla="*/ 559 w 84"/>
                  <a:gd name="T5" fmla="*/ 192 h 24"/>
                  <a:gd name="T6" fmla="*/ 0 w 84"/>
                  <a:gd name="T7" fmla="*/ 8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24">
                    <a:moveTo>
                      <a:pt x="0" y="11"/>
                    </a:moveTo>
                    <a:cubicBezTo>
                      <a:pt x="20" y="5"/>
                      <a:pt x="29" y="0"/>
                      <a:pt x="48" y="8"/>
                    </a:cubicBezTo>
                    <a:cubicBezTo>
                      <a:pt x="66" y="16"/>
                      <a:pt x="84" y="24"/>
                      <a:pt x="84" y="24"/>
                    </a:cubicBezTo>
                    <a:cubicBezTo>
                      <a:pt x="64" y="19"/>
                      <a:pt x="36" y="5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9" name="Freeform 1386">
                <a:extLst>
                  <a:ext uri="{FF2B5EF4-FFF2-40B4-BE49-F238E27FC236}">
                    <a16:creationId xmlns:a16="http://schemas.microsoft.com/office/drawing/2014/main" id="{A5942AFA-FFCE-4150-8762-019B351D8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2894"/>
                <a:ext cx="62" cy="46"/>
              </a:xfrm>
              <a:custGeom>
                <a:avLst/>
                <a:gdLst>
                  <a:gd name="T0" fmla="*/ 0 w 33"/>
                  <a:gd name="T1" fmla="*/ 168 h 23"/>
                  <a:gd name="T2" fmla="*/ 68 w 33"/>
                  <a:gd name="T3" fmla="*/ 0 h 23"/>
                  <a:gd name="T4" fmla="*/ 120 w 33"/>
                  <a:gd name="T5" fmla="*/ 104 h 23"/>
                  <a:gd name="T6" fmla="*/ 218 w 33"/>
                  <a:gd name="T7" fmla="*/ 152 h 23"/>
                  <a:gd name="T8" fmla="*/ 81 w 33"/>
                  <a:gd name="T9" fmla="*/ 18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3">
                    <a:moveTo>
                      <a:pt x="0" y="21"/>
                    </a:moveTo>
                    <a:cubicBezTo>
                      <a:pt x="10" y="22"/>
                      <a:pt x="13" y="7"/>
                      <a:pt x="10" y="0"/>
                    </a:cubicBezTo>
                    <a:cubicBezTo>
                      <a:pt x="12" y="4"/>
                      <a:pt x="15" y="11"/>
                      <a:pt x="18" y="13"/>
                    </a:cubicBezTo>
                    <a:cubicBezTo>
                      <a:pt x="23" y="17"/>
                      <a:pt x="32" y="14"/>
                      <a:pt x="33" y="19"/>
                    </a:cubicBezTo>
                    <a:cubicBezTo>
                      <a:pt x="26" y="21"/>
                      <a:pt x="19" y="23"/>
                      <a:pt x="12" y="23"/>
                    </a:cubicBezTo>
                  </a:path>
                </a:pathLst>
              </a:custGeom>
              <a:solidFill>
                <a:srgbClr val="FDC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0" name="Freeform 1387">
                <a:extLst>
                  <a:ext uri="{FF2B5EF4-FFF2-40B4-BE49-F238E27FC236}">
                    <a16:creationId xmlns:a16="http://schemas.microsoft.com/office/drawing/2014/main" id="{17A9A5DB-E5B9-40D3-A809-9EED9446A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900"/>
                <a:ext cx="68" cy="42"/>
              </a:xfrm>
              <a:custGeom>
                <a:avLst/>
                <a:gdLst>
                  <a:gd name="T0" fmla="*/ 0 w 36"/>
                  <a:gd name="T1" fmla="*/ 72 h 21"/>
                  <a:gd name="T2" fmla="*/ 168 w 36"/>
                  <a:gd name="T3" fmla="*/ 0 h 21"/>
                  <a:gd name="T4" fmla="*/ 181 w 36"/>
                  <a:gd name="T5" fmla="*/ 80 h 21"/>
                  <a:gd name="T6" fmla="*/ 242 w 36"/>
                  <a:gd name="T7" fmla="*/ 144 h 21"/>
                  <a:gd name="T8" fmla="*/ 108 w 36"/>
                  <a:gd name="T9" fmla="*/ 1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0" y="9"/>
                    </a:moveTo>
                    <a:cubicBezTo>
                      <a:pt x="8" y="14"/>
                      <a:pt x="25" y="12"/>
                      <a:pt x="25" y="0"/>
                    </a:cubicBezTo>
                    <a:cubicBezTo>
                      <a:pt x="26" y="3"/>
                      <a:pt x="25" y="7"/>
                      <a:pt x="27" y="10"/>
                    </a:cubicBezTo>
                    <a:cubicBezTo>
                      <a:pt x="29" y="14"/>
                      <a:pt x="33" y="15"/>
                      <a:pt x="36" y="18"/>
                    </a:cubicBezTo>
                    <a:cubicBezTo>
                      <a:pt x="29" y="21"/>
                      <a:pt x="23" y="15"/>
                      <a:pt x="16" y="15"/>
                    </a:cubicBezTo>
                  </a:path>
                </a:pathLst>
              </a:custGeom>
              <a:solidFill>
                <a:srgbClr val="FDC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1" name="Freeform 1388">
                <a:extLst>
                  <a:ext uri="{FF2B5EF4-FFF2-40B4-BE49-F238E27FC236}">
                    <a16:creationId xmlns:a16="http://schemas.microsoft.com/office/drawing/2014/main" id="{3590D756-2E0B-453A-8C15-44F8AAECF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006"/>
                <a:ext cx="916" cy="40"/>
              </a:xfrm>
              <a:custGeom>
                <a:avLst/>
                <a:gdLst>
                  <a:gd name="T0" fmla="*/ 0 w 487"/>
                  <a:gd name="T1" fmla="*/ 24 h 20"/>
                  <a:gd name="T2" fmla="*/ 1663 w 487"/>
                  <a:gd name="T3" fmla="*/ 24 h 20"/>
                  <a:gd name="T4" fmla="*/ 3241 w 487"/>
                  <a:gd name="T5" fmla="*/ 32 h 20"/>
                  <a:gd name="T6" fmla="*/ 0 w 487"/>
                  <a:gd name="T7" fmla="*/ 2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20">
                    <a:moveTo>
                      <a:pt x="0" y="3"/>
                    </a:moveTo>
                    <a:cubicBezTo>
                      <a:pt x="30" y="0"/>
                      <a:pt x="190" y="1"/>
                      <a:pt x="250" y="3"/>
                    </a:cubicBezTo>
                    <a:cubicBezTo>
                      <a:pt x="310" y="4"/>
                      <a:pt x="451" y="5"/>
                      <a:pt x="487" y="4"/>
                    </a:cubicBezTo>
                    <a:cubicBezTo>
                      <a:pt x="399" y="20"/>
                      <a:pt x="48" y="16"/>
                      <a:pt x="0" y="3"/>
                    </a:cubicBezTo>
                    <a:close/>
                  </a:path>
                </a:pathLst>
              </a:custGeom>
              <a:solidFill>
                <a:srgbClr val="F3B2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2" name="Freeform 1389">
                <a:extLst>
                  <a:ext uri="{FF2B5EF4-FFF2-40B4-BE49-F238E27FC236}">
                    <a16:creationId xmlns:a16="http://schemas.microsoft.com/office/drawing/2014/main" id="{912A76DA-9D64-415D-8FF8-83018871E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3004"/>
                <a:ext cx="565" cy="12"/>
              </a:xfrm>
              <a:custGeom>
                <a:avLst/>
                <a:gdLst>
                  <a:gd name="T0" fmla="*/ 0 w 300"/>
                  <a:gd name="T1" fmla="*/ 32 h 6"/>
                  <a:gd name="T2" fmla="*/ 2004 w 300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0" h="6">
                    <a:moveTo>
                      <a:pt x="0" y="4"/>
                    </a:moveTo>
                    <a:cubicBezTo>
                      <a:pt x="33" y="0"/>
                      <a:pt x="271" y="3"/>
                      <a:pt x="30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3" name="Freeform 1390">
                <a:extLst>
                  <a:ext uri="{FF2B5EF4-FFF2-40B4-BE49-F238E27FC236}">
                    <a16:creationId xmlns:a16="http://schemas.microsoft.com/office/drawing/2014/main" id="{D8D12573-5327-4612-8D66-19542DB7B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884"/>
                <a:ext cx="10" cy="22"/>
              </a:xfrm>
              <a:custGeom>
                <a:avLst/>
                <a:gdLst>
                  <a:gd name="T0" fmla="*/ 40 w 5"/>
                  <a:gd name="T1" fmla="*/ 0 h 11"/>
                  <a:gd name="T2" fmla="*/ 32 w 5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0" y="3"/>
                      <a:pt x="3" y="7"/>
                      <a:pt x="4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4" name="Freeform 1391">
                <a:extLst>
                  <a:ext uri="{FF2B5EF4-FFF2-40B4-BE49-F238E27FC236}">
                    <a16:creationId xmlns:a16="http://schemas.microsoft.com/office/drawing/2014/main" id="{F3BCAB84-620B-41F3-BB41-0DDF0DB52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900"/>
                <a:ext cx="8" cy="6"/>
              </a:xfrm>
              <a:custGeom>
                <a:avLst/>
                <a:gdLst>
                  <a:gd name="T0" fmla="*/ 32 w 4"/>
                  <a:gd name="T1" fmla="*/ 0 h 3"/>
                  <a:gd name="T2" fmla="*/ 0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5" name="Freeform 1392">
                <a:extLst>
                  <a:ext uri="{FF2B5EF4-FFF2-40B4-BE49-F238E27FC236}">
                    <a16:creationId xmlns:a16="http://schemas.microsoft.com/office/drawing/2014/main" id="{2C4C3109-D39A-4666-8875-18A1475DA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882"/>
                <a:ext cx="6" cy="22"/>
              </a:xfrm>
              <a:custGeom>
                <a:avLst/>
                <a:gdLst>
                  <a:gd name="T0" fmla="*/ 24 w 3"/>
                  <a:gd name="T1" fmla="*/ 0 h 11"/>
                  <a:gd name="T2" fmla="*/ 8 w 3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6" name="Freeform 1393">
                <a:extLst>
                  <a:ext uri="{FF2B5EF4-FFF2-40B4-BE49-F238E27FC236}">
                    <a16:creationId xmlns:a16="http://schemas.microsoft.com/office/drawing/2014/main" id="{E9CFBDB6-0D11-4778-8A3F-15A4580EC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882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3" y="1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7" name="Freeform 1394">
                <a:extLst>
                  <a:ext uri="{FF2B5EF4-FFF2-40B4-BE49-F238E27FC236}">
                    <a16:creationId xmlns:a16="http://schemas.microsoft.com/office/drawing/2014/main" id="{CE3EEA9B-2D03-429A-9CD9-CA7C6B163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2896"/>
                <a:ext cx="4" cy="22"/>
              </a:xfrm>
              <a:custGeom>
                <a:avLst/>
                <a:gdLst>
                  <a:gd name="T0" fmla="*/ 8 w 2"/>
                  <a:gd name="T1" fmla="*/ 0 h 11"/>
                  <a:gd name="T2" fmla="*/ 0 w 2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1" y="4"/>
                      <a:pt x="2" y="8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8" name="Freeform 1395">
                <a:extLst>
                  <a:ext uri="{FF2B5EF4-FFF2-40B4-BE49-F238E27FC236}">
                    <a16:creationId xmlns:a16="http://schemas.microsoft.com/office/drawing/2014/main" id="{03F882CB-E67C-4DE9-9BCC-BC2AD6247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2896"/>
                <a:ext cx="9" cy="8"/>
              </a:xfrm>
              <a:custGeom>
                <a:avLst/>
                <a:gdLst>
                  <a:gd name="T0" fmla="*/ 29 w 5"/>
                  <a:gd name="T1" fmla="*/ 0 h 4"/>
                  <a:gd name="T2" fmla="*/ 0 w 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1" y="2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9" name="Freeform 1396">
                <a:extLst>
                  <a:ext uri="{FF2B5EF4-FFF2-40B4-BE49-F238E27FC236}">
                    <a16:creationId xmlns:a16="http://schemas.microsoft.com/office/drawing/2014/main" id="{FAC3AD1C-4C52-4A4F-AA52-3660F3C15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582"/>
                <a:ext cx="13" cy="20"/>
              </a:xfrm>
              <a:custGeom>
                <a:avLst/>
                <a:gdLst>
                  <a:gd name="T0" fmla="*/ 0 w 7"/>
                  <a:gd name="T1" fmla="*/ 80 h 10"/>
                  <a:gd name="T2" fmla="*/ 37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4" y="7"/>
                      <a:pt x="7" y="5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0" name="Freeform 1397">
                <a:extLst>
                  <a:ext uri="{FF2B5EF4-FFF2-40B4-BE49-F238E27FC236}">
                    <a16:creationId xmlns:a16="http://schemas.microsoft.com/office/drawing/2014/main" id="{995ADEA7-BC48-4914-8888-34A3FCA0D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3588"/>
                <a:ext cx="6" cy="12"/>
              </a:xfrm>
              <a:custGeom>
                <a:avLst/>
                <a:gdLst>
                  <a:gd name="T0" fmla="*/ 0 w 3"/>
                  <a:gd name="T1" fmla="*/ 0 h 6"/>
                  <a:gd name="T2" fmla="*/ 24 w 3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2"/>
                      <a:pt x="0" y="6"/>
                      <a:pt x="3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1" name="Freeform 1398">
                <a:extLst>
                  <a:ext uri="{FF2B5EF4-FFF2-40B4-BE49-F238E27FC236}">
                    <a16:creationId xmlns:a16="http://schemas.microsoft.com/office/drawing/2014/main" id="{6217047C-1CC1-49FA-A0B1-78EA1973E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3582"/>
                <a:ext cx="4" cy="20"/>
              </a:xfrm>
              <a:custGeom>
                <a:avLst/>
                <a:gdLst>
                  <a:gd name="T0" fmla="*/ 16 w 2"/>
                  <a:gd name="T1" fmla="*/ 80 h 10"/>
                  <a:gd name="T2" fmla="*/ 0 w 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4"/>
                      <a:pt x="2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2" name="Freeform 1399">
                <a:extLst>
                  <a:ext uri="{FF2B5EF4-FFF2-40B4-BE49-F238E27FC236}">
                    <a16:creationId xmlns:a16="http://schemas.microsoft.com/office/drawing/2014/main" id="{A6DE511A-EA78-4AE6-8832-602EFDB65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3582"/>
                <a:ext cx="10" cy="18"/>
              </a:xfrm>
              <a:custGeom>
                <a:avLst/>
                <a:gdLst>
                  <a:gd name="T0" fmla="*/ 0 w 5"/>
                  <a:gd name="T1" fmla="*/ 72 h 9"/>
                  <a:gd name="T2" fmla="*/ 32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4" y="7"/>
                      <a:pt x="5" y="3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3" name="Freeform 1400">
                <a:extLst>
                  <a:ext uri="{FF2B5EF4-FFF2-40B4-BE49-F238E27FC236}">
                    <a16:creationId xmlns:a16="http://schemas.microsoft.com/office/drawing/2014/main" id="{3A607A02-BD4B-491B-B5E1-1148E1953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3594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2" y="3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4" name="Freeform 1401">
                <a:extLst>
                  <a:ext uri="{FF2B5EF4-FFF2-40B4-BE49-F238E27FC236}">
                    <a16:creationId xmlns:a16="http://schemas.microsoft.com/office/drawing/2014/main" id="{C210348C-2DB7-4103-8B82-79A0C8BE0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578"/>
                <a:ext cx="13" cy="20"/>
              </a:xfrm>
              <a:custGeom>
                <a:avLst/>
                <a:gdLst>
                  <a:gd name="T0" fmla="*/ 0 w 7"/>
                  <a:gd name="T1" fmla="*/ 0 h 10"/>
                  <a:gd name="T2" fmla="*/ 24 w 7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6" y="1"/>
                      <a:pt x="7" y="5"/>
                      <a:pt x="4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5" name="Freeform 1402">
                <a:extLst>
                  <a:ext uri="{FF2B5EF4-FFF2-40B4-BE49-F238E27FC236}">
                    <a16:creationId xmlns:a16="http://schemas.microsoft.com/office/drawing/2014/main" id="{3134A975-55B2-4F1B-8EBE-D58DF226F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3588"/>
                <a:ext cx="12" cy="12"/>
              </a:xfrm>
              <a:custGeom>
                <a:avLst/>
                <a:gdLst>
                  <a:gd name="T0" fmla="*/ 0 w 6"/>
                  <a:gd name="T1" fmla="*/ 0 h 6"/>
                  <a:gd name="T2" fmla="*/ 48 w 6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2" y="1"/>
                      <a:pt x="5" y="5"/>
                      <a:pt x="6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6" name="Freeform 1403">
                <a:extLst>
                  <a:ext uri="{FF2B5EF4-FFF2-40B4-BE49-F238E27FC236}">
                    <a16:creationId xmlns:a16="http://schemas.microsoft.com/office/drawing/2014/main" id="{27187E09-E768-4C75-BB5E-3BA41991F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574"/>
                <a:ext cx="9" cy="26"/>
              </a:xfrm>
              <a:custGeom>
                <a:avLst/>
                <a:gdLst>
                  <a:gd name="T0" fmla="*/ 13 w 5"/>
                  <a:gd name="T1" fmla="*/ 104 h 13"/>
                  <a:gd name="T2" fmla="*/ 0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2" y="13"/>
                    </a:moveTo>
                    <a:cubicBezTo>
                      <a:pt x="5" y="8"/>
                      <a:pt x="5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7" name="Freeform 1404">
                <a:extLst>
                  <a:ext uri="{FF2B5EF4-FFF2-40B4-BE49-F238E27FC236}">
                    <a16:creationId xmlns:a16="http://schemas.microsoft.com/office/drawing/2014/main" id="{054CE192-3187-44AD-8AEC-D3586C4B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3590"/>
                <a:ext cx="11" cy="12"/>
              </a:xfrm>
              <a:custGeom>
                <a:avLst/>
                <a:gdLst>
                  <a:gd name="T0" fmla="*/ 0 w 6"/>
                  <a:gd name="T1" fmla="*/ 0 h 6"/>
                  <a:gd name="T2" fmla="*/ 37 w 6"/>
                  <a:gd name="T3" fmla="*/ 4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1" y="3"/>
                      <a:pt x="4" y="6"/>
                      <a:pt x="6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8" name="Freeform 1405">
                <a:extLst>
                  <a:ext uri="{FF2B5EF4-FFF2-40B4-BE49-F238E27FC236}">
                    <a16:creationId xmlns:a16="http://schemas.microsoft.com/office/drawing/2014/main" id="{40C200B5-7234-4824-A123-E87971876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576"/>
                <a:ext cx="12" cy="26"/>
              </a:xfrm>
              <a:custGeom>
                <a:avLst/>
                <a:gdLst>
                  <a:gd name="T0" fmla="*/ 0 w 6"/>
                  <a:gd name="T1" fmla="*/ 104 h 13"/>
                  <a:gd name="T2" fmla="*/ 40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4" y="10"/>
                      <a:pt x="6" y="5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9" name="Freeform 1406">
                <a:extLst>
                  <a:ext uri="{FF2B5EF4-FFF2-40B4-BE49-F238E27FC236}">
                    <a16:creationId xmlns:a16="http://schemas.microsoft.com/office/drawing/2014/main" id="{94924930-6D51-4E79-A4DE-0FA3DEF05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3588"/>
                <a:ext cx="7" cy="14"/>
              </a:xfrm>
              <a:custGeom>
                <a:avLst/>
                <a:gdLst>
                  <a:gd name="T0" fmla="*/ 0 w 4"/>
                  <a:gd name="T1" fmla="*/ 0 h 7"/>
                  <a:gd name="T2" fmla="*/ 21 w 4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2"/>
                      <a:pt x="2" y="6"/>
                      <a:pt x="4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0" name="Freeform 1407">
                <a:extLst>
                  <a:ext uri="{FF2B5EF4-FFF2-40B4-BE49-F238E27FC236}">
                    <a16:creationId xmlns:a16="http://schemas.microsoft.com/office/drawing/2014/main" id="{FD7C9460-7E87-4EFF-A19A-619AD7376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576"/>
                <a:ext cx="15" cy="26"/>
              </a:xfrm>
              <a:custGeom>
                <a:avLst/>
                <a:gdLst>
                  <a:gd name="T0" fmla="*/ 0 w 8"/>
                  <a:gd name="T1" fmla="*/ 0 h 13"/>
                  <a:gd name="T2" fmla="*/ 32 w 8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7" y="0"/>
                      <a:pt x="8" y="7"/>
                      <a:pt x="5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1" name="Freeform 1408">
                <a:extLst>
                  <a:ext uri="{FF2B5EF4-FFF2-40B4-BE49-F238E27FC236}">
                    <a16:creationId xmlns:a16="http://schemas.microsoft.com/office/drawing/2014/main" id="{5D192E2B-B130-410B-AA7B-736445712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594"/>
                <a:ext cx="8" cy="6"/>
              </a:xfrm>
              <a:custGeom>
                <a:avLst/>
                <a:gdLst>
                  <a:gd name="T0" fmla="*/ 0 w 4"/>
                  <a:gd name="T1" fmla="*/ 0 h 3"/>
                  <a:gd name="T2" fmla="*/ 32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2" name="Freeform 1409">
                <a:extLst>
                  <a:ext uri="{FF2B5EF4-FFF2-40B4-BE49-F238E27FC236}">
                    <a16:creationId xmlns:a16="http://schemas.microsoft.com/office/drawing/2014/main" id="{83C18C36-7FCA-4A5C-820C-5EEF0D3D0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3574"/>
                <a:ext cx="10" cy="26"/>
              </a:xfrm>
              <a:custGeom>
                <a:avLst/>
                <a:gdLst>
                  <a:gd name="T0" fmla="*/ 16 w 5"/>
                  <a:gd name="T1" fmla="*/ 104 h 13"/>
                  <a:gd name="T2" fmla="*/ 0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2" y="13"/>
                    </a:moveTo>
                    <a:cubicBezTo>
                      <a:pt x="5" y="8"/>
                      <a:pt x="4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3" name="Freeform 1410">
                <a:extLst>
                  <a:ext uri="{FF2B5EF4-FFF2-40B4-BE49-F238E27FC236}">
                    <a16:creationId xmlns:a16="http://schemas.microsoft.com/office/drawing/2014/main" id="{81924D56-FA3A-4E38-BF23-E5072E3D3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3592"/>
                <a:ext cx="7" cy="10"/>
              </a:xfrm>
              <a:custGeom>
                <a:avLst/>
                <a:gdLst>
                  <a:gd name="T0" fmla="*/ 0 w 4"/>
                  <a:gd name="T1" fmla="*/ 0 h 5"/>
                  <a:gd name="T2" fmla="*/ 21 w 4"/>
                  <a:gd name="T3" fmla="*/ 3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3"/>
                      <a:pt x="2" y="5"/>
                      <a:pt x="4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4" name="Freeform 1411">
                <a:extLst>
                  <a:ext uri="{FF2B5EF4-FFF2-40B4-BE49-F238E27FC236}">
                    <a16:creationId xmlns:a16="http://schemas.microsoft.com/office/drawing/2014/main" id="{383A7A0E-723E-418B-937E-6015F8A67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3576"/>
                <a:ext cx="13" cy="26"/>
              </a:xfrm>
              <a:custGeom>
                <a:avLst/>
                <a:gdLst>
                  <a:gd name="T0" fmla="*/ 0 w 7"/>
                  <a:gd name="T1" fmla="*/ 104 h 13"/>
                  <a:gd name="T2" fmla="*/ 37 w 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cubicBezTo>
                      <a:pt x="5" y="10"/>
                      <a:pt x="7" y="5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5" name="Freeform 1412">
                <a:extLst>
                  <a:ext uri="{FF2B5EF4-FFF2-40B4-BE49-F238E27FC236}">
                    <a16:creationId xmlns:a16="http://schemas.microsoft.com/office/drawing/2014/main" id="{F48437AA-060C-4073-AF8D-E53295086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3588"/>
                <a:ext cx="8" cy="14"/>
              </a:xfrm>
              <a:custGeom>
                <a:avLst/>
                <a:gdLst>
                  <a:gd name="T0" fmla="*/ 0 w 4"/>
                  <a:gd name="T1" fmla="*/ 0 h 7"/>
                  <a:gd name="T2" fmla="*/ 32 w 4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2"/>
                      <a:pt x="2" y="6"/>
                      <a:pt x="4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6" name="Freeform 1413">
                <a:extLst>
                  <a:ext uri="{FF2B5EF4-FFF2-40B4-BE49-F238E27FC236}">
                    <a16:creationId xmlns:a16="http://schemas.microsoft.com/office/drawing/2014/main" id="{D294A137-BA4A-4930-9F3D-EE6EACB5F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3578"/>
                <a:ext cx="11" cy="24"/>
              </a:xfrm>
              <a:custGeom>
                <a:avLst/>
                <a:gdLst>
                  <a:gd name="T0" fmla="*/ 0 w 6"/>
                  <a:gd name="T1" fmla="*/ 96 h 12"/>
                  <a:gd name="T2" fmla="*/ 24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9"/>
                      <a:pt x="6" y="3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7" name="Freeform 1414">
                <a:extLst>
                  <a:ext uri="{FF2B5EF4-FFF2-40B4-BE49-F238E27FC236}">
                    <a16:creationId xmlns:a16="http://schemas.microsoft.com/office/drawing/2014/main" id="{F6AE8CAF-DB42-438D-998C-C26B27FED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3576"/>
                <a:ext cx="9" cy="24"/>
              </a:xfrm>
              <a:custGeom>
                <a:avLst/>
                <a:gdLst>
                  <a:gd name="T0" fmla="*/ 0 w 5"/>
                  <a:gd name="T1" fmla="*/ 96 h 12"/>
                  <a:gd name="T2" fmla="*/ 13 w 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12"/>
                    </a:moveTo>
                    <a:cubicBezTo>
                      <a:pt x="4" y="9"/>
                      <a:pt x="5" y="3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8" name="Freeform 1415">
                <a:extLst>
                  <a:ext uri="{FF2B5EF4-FFF2-40B4-BE49-F238E27FC236}">
                    <a16:creationId xmlns:a16="http://schemas.microsoft.com/office/drawing/2014/main" id="{02CBF4AB-57DD-4783-8E32-07BABD68A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3594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24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3"/>
                      <a:pt x="3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9" name="Freeform 1416">
                <a:extLst>
                  <a:ext uri="{FF2B5EF4-FFF2-40B4-BE49-F238E27FC236}">
                    <a16:creationId xmlns:a16="http://schemas.microsoft.com/office/drawing/2014/main" id="{8C5E494A-DB94-45E3-A429-D0E4CCE86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3576"/>
                <a:ext cx="17" cy="28"/>
              </a:xfrm>
              <a:custGeom>
                <a:avLst/>
                <a:gdLst>
                  <a:gd name="T0" fmla="*/ 0 w 9"/>
                  <a:gd name="T1" fmla="*/ 0 h 14"/>
                  <a:gd name="T2" fmla="*/ 40 w 9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7" y="1"/>
                      <a:pt x="9" y="8"/>
                      <a:pt x="6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0" name="Freeform 1417">
                <a:extLst>
                  <a:ext uri="{FF2B5EF4-FFF2-40B4-BE49-F238E27FC236}">
                    <a16:creationId xmlns:a16="http://schemas.microsoft.com/office/drawing/2014/main" id="{ADE2A5A6-FCC6-4189-89B8-51F003DAE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3594"/>
                <a:ext cx="8" cy="6"/>
              </a:xfrm>
              <a:custGeom>
                <a:avLst/>
                <a:gdLst>
                  <a:gd name="T0" fmla="*/ 0 w 4"/>
                  <a:gd name="T1" fmla="*/ 0 h 3"/>
                  <a:gd name="T2" fmla="*/ 32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1" name="Freeform 1418">
                <a:extLst>
                  <a:ext uri="{FF2B5EF4-FFF2-40B4-BE49-F238E27FC236}">
                    <a16:creationId xmlns:a16="http://schemas.microsoft.com/office/drawing/2014/main" id="{7D63BB7E-5B49-455B-9C9A-E6EB96F3C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3574"/>
                <a:ext cx="10" cy="26"/>
              </a:xfrm>
              <a:custGeom>
                <a:avLst/>
                <a:gdLst>
                  <a:gd name="T0" fmla="*/ 16 w 5"/>
                  <a:gd name="T1" fmla="*/ 104 h 13"/>
                  <a:gd name="T2" fmla="*/ 0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2" y="13"/>
                    </a:moveTo>
                    <a:cubicBezTo>
                      <a:pt x="5" y="8"/>
                      <a:pt x="5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2" name="Freeform 1419">
                <a:extLst>
                  <a:ext uri="{FF2B5EF4-FFF2-40B4-BE49-F238E27FC236}">
                    <a16:creationId xmlns:a16="http://schemas.microsoft.com/office/drawing/2014/main" id="{7EDDDB1F-C288-4988-ABE3-0CD9A3F1F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3590"/>
                <a:ext cx="11" cy="14"/>
              </a:xfrm>
              <a:custGeom>
                <a:avLst/>
                <a:gdLst>
                  <a:gd name="T0" fmla="*/ 0 w 6"/>
                  <a:gd name="T1" fmla="*/ 0 h 7"/>
                  <a:gd name="T2" fmla="*/ 37 w 6"/>
                  <a:gd name="T3" fmla="*/ 4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3"/>
                      <a:pt x="3" y="7"/>
                      <a:pt x="6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3" name="Freeform 1420">
                <a:extLst>
                  <a:ext uri="{FF2B5EF4-FFF2-40B4-BE49-F238E27FC236}">
                    <a16:creationId xmlns:a16="http://schemas.microsoft.com/office/drawing/2014/main" id="{70D1BF9E-CE90-4111-9F34-CF8839BA5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3576"/>
                <a:ext cx="10" cy="24"/>
              </a:xfrm>
              <a:custGeom>
                <a:avLst/>
                <a:gdLst>
                  <a:gd name="T0" fmla="*/ 0 w 5"/>
                  <a:gd name="T1" fmla="*/ 96 h 12"/>
                  <a:gd name="T2" fmla="*/ 8 w 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12"/>
                    </a:moveTo>
                    <a:cubicBezTo>
                      <a:pt x="4" y="9"/>
                      <a:pt x="5" y="3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4" name="Freeform 1421">
                <a:extLst>
                  <a:ext uri="{FF2B5EF4-FFF2-40B4-BE49-F238E27FC236}">
                    <a16:creationId xmlns:a16="http://schemas.microsoft.com/office/drawing/2014/main" id="{30DFAB7F-E592-4693-873E-A7B3D1DF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3594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32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3" y="4"/>
                      <a:pt x="4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5" name="Freeform 1422">
                <a:extLst>
                  <a:ext uri="{FF2B5EF4-FFF2-40B4-BE49-F238E27FC236}">
                    <a16:creationId xmlns:a16="http://schemas.microsoft.com/office/drawing/2014/main" id="{CFB16F3F-13A7-424C-ACB2-B16AD2040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3594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6" name="Freeform 1423">
                <a:extLst>
                  <a:ext uri="{FF2B5EF4-FFF2-40B4-BE49-F238E27FC236}">
                    <a16:creationId xmlns:a16="http://schemas.microsoft.com/office/drawing/2014/main" id="{D3CC24C2-D17A-41DC-96CF-D5869CDF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3580"/>
                <a:ext cx="5" cy="10"/>
              </a:xfrm>
              <a:custGeom>
                <a:avLst/>
                <a:gdLst>
                  <a:gd name="T0" fmla="*/ 0 w 3"/>
                  <a:gd name="T1" fmla="*/ 40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7" name="Freeform 1424">
                <a:extLst>
                  <a:ext uri="{FF2B5EF4-FFF2-40B4-BE49-F238E27FC236}">
                    <a16:creationId xmlns:a16="http://schemas.microsoft.com/office/drawing/2014/main" id="{E9AE1A0A-CA2F-4374-B2AE-B7B43318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727"/>
                <a:ext cx="1" cy="32"/>
              </a:xfrm>
              <a:custGeom>
                <a:avLst/>
                <a:gdLst>
                  <a:gd name="T0" fmla="*/ 0 w 1"/>
                  <a:gd name="T1" fmla="*/ 0 h 16"/>
                  <a:gd name="T2" fmla="*/ 0 w 1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">
                    <a:moveTo>
                      <a:pt x="0" y="0"/>
                    </a:moveTo>
                    <a:cubicBezTo>
                      <a:pt x="0" y="6"/>
                      <a:pt x="0" y="11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8" name="Freeform 1425">
                <a:extLst>
                  <a:ext uri="{FF2B5EF4-FFF2-40B4-BE49-F238E27FC236}">
                    <a16:creationId xmlns:a16="http://schemas.microsoft.com/office/drawing/2014/main" id="{0C40BBBE-DA40-4FBC-A1DB-B841ACA4C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745"/>
                <a:ext cx="9" cy="16"/>
              </a:xfrm>
              <a:custGeom>
                <a:avLst/>
                <a:gdLst>
                  <a:gd name="T0" fmla="*/ 0 w 5"/>
                  <a:gd name="T1" fmla="*/ 0 h 8"/>
                  <a:gd name="T2" fmla="*/ 29 w 5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2" y="3"/>
                      <a:pt x="3" y="5"/>
                      <a:pt x="5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9" name="Freeform 1426">
                <a:extLst>
                  <a:ext uri="{FF2B5EF4-FFF2-40B4-BE49-F238E27FC236}">
                    <a16:creationId xmlns:a16="http://schemas.microsoft.com/office/drawing/2014/main" id="{3118DB2F-F3DE-4C05-9E7F-D09FE20FC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725"/>
                <a:ext cx="3" cy="34"/>
              </a:xfrm>
              <a:custGeom>
                <a:avLst/>
                <a:gdLst>
                  <a:gd name="T0" fmla="*/ 0 w 2"/>
                  <a:gd name="T1" fmla="*/ 136 h 17"/>
                  <a:gd name="T2" fmla="*/ 5 w 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17"/>
                    </a:moveTo>
                    <a:cubicBezTo>
                      <a:pt x="0" y="11"/>
                      <a:pt x="2" y="6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0" name="Freeform 1427">
                <a:extLst>
                  <a:ext uri="{FF2B5EF4-FFF2-40B4-BE49-F238E27FC236}">
                    <a16:creationId xmlns:a16="http://schemas.microsoft.com/office/drawing/2014/main" id="{477480E7-3E7D-4944-A39B-0FF4ABB41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727"/>
                <a:ext cx="13" cy="14"/>
              </a:xfrm>
              <a:custGeom>
                <a:avLst/>
                <a:gdLst>
                  <a:gd name="T0" fmla="*/ 7 w 7"/>
                  <a:gd name="T1" fmla="*/ 40 h 7"/>
                  <a:gd name="T2" fmla="*/ 7 w 7"/>
                  <a:gd name="T3" fmla="*/ 48 h 7"/>
                  <a:gd name="T4" fmla="*/ 45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6"/>
                      <a:pt x="0" y="7"/>
                      <a:pt x="1" y="6"/>
                    </a:cubicBezTo>
                    <a:cubicBezTo>
                      <a:pt x="3" y="3"/>
                      <a:pt x="4" y="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1" name="Freeform 1428">
                <a:extLst>
                  <a:ext uri="{FF2B5EF4-FFF2-40B4-BE49-F238E27FC236}">
                    <a16:creationId xmlns:a16="http://schemas.microsoft.com/office/drawing/2014/main" id="{BC4D05A6-3F70-4BF9-8266-226A7C432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725"/>
                <a:ext cx="6" cy="36"/>
              </a:xfrm>
              <a:custGeom>
                <a:avLst/>
                <a:gdLst>
                  <a:gd name="T0" fmla="*/ 0 w 3"/>
                  <a:gd name="T1" fmla="*/ 0 h 18"/>
                  <a:gd name="T2" fmla="*/ 24 w 3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cubicBezTo>
                      <a:pt x="2" y="6"/>
                      <a:pt x="1" y="12"/>
                      <a:pt x="3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2" name="Freeform 1429">
                <a:extLst>
                  <a:ext uri="{FF2B5EF4-FFF2-40B4-BE49-F238E27FC236}">
                    <a16:creationId xmlns:a16="http://schemas.microsoft.com/office/drawing/2014/main" id="{FBC2A6E4-5E77-46AA-974B-7CF4B80FF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3745"/>
                <a:ext cx="6" cy="16"/>
              </a:xfrm>
              <a:custGeom>
                <a:avLst/>
                <a:gdLst>
                  <a:gd name="T0" fmla="*/ 24 w 3"/>
                  <a:gd name="T1" fmla="*/ 0 h 8"/>
                  <a:gd name="T2" fmla="*/ 0 w 3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3" name="Freeform 1430">
                <a:extLst>
                  <a:ext uri="{FF2B5EF4-FFF2-40B4-BE49-F238E27FC236}">
                    <a16:creationId xmlns:a16="http://schemas.microsoft.com/office/drawing/2014/main" id="{E150EBD2-0ED1-479C-BE9B-F20167DC4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3727"/>
                <a:ext cx="4" cy="34"/>
              </a:xfrm>
              <a:custGeom>
                <a:avLst/>
                <a:gdLst>
                  <a:gd name="T0" fmla="*/ 0 w 2"/>
                  <a:gd name="T1" fmla="*/ 0 h 17"/>
                  <a:gd name="T2" fmla="*/ 8 w 2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1" y="4"/>
                      <a:pt x="2" y="13"/>
                      <a:pt x="1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4" name="Freeform 1431">
                <a:extLst>
                  <a:ext uri="{FF2B5EF4-FFF2-40B4-BE49-F238E27FC236}">
                    <a16:creationId xmlns:a16="http://schemas.microsoft.com/office/drawing/2014/main" id="{CC27DE3A-7239-4C21-B6F1-47FD700A0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751"/>
                <a:ext cx="5" cy="10"/>
              </a:xfrm>
              <a:custGeom>
                <a:avLst/>
                <a:gdLst>
                  <a:gd name="T0" fmla="*/ 0 w 3"/>
                  <a:gd name="T1" fmla="*/ 0 h 5"/>
                  <a:gd name="T2" fmla="*/ 13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1" y="4"/>
                      <a:pt x="3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5" name="Freeform 1432">
                <a:extLst>
                  <a:ext uri="{FF2B5EF4-FFF2-40B4-BE49-F238E27FC236}">
                    <a16:creationId xmlns:a16="http://schemas.microsoft.com/office/drawing/2014/main" id="{95C69FFD-AAEF-49A6-A6DA-8BFB4F76F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3727"/>
                <a:ext cx="8" cy="32"/>
              </a:xfrm>
              <a:custGeom>
                <a:avLst/>
                <a:gdLst>
                  <a:gd name="T0" fmla="*/ 0 w 4"/>
                  <a:gd name="T1" fmla="*/ 128 h 16"/>
                  <a:gd name="T2" fmla="*/ 16 w 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4" y="11"/>
                      <a:pt x="3" y="5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6" name="Freeform 1433">
                <a:extLst>
                  <a:ext uri="{FF2B5EF4-FFF2-40B4-BE49-F238E27FC236}">
                    <a16:creationId xmlns:a16="http://schemas.microsoft.com/office/drawing/2014/main" id="{77CE3472-AFE3-4C72-B4CD-030143FCD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749"/>
                <a:ext cx="4" cy="12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0" y="5"/>
                      <a:pt x="2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7" name="Freeform 1434">
                <a:extLst>
                  <a:ext uri="{FF2B5EF4-FFF2-40B4-BE49-F238E27FC236}">
                    <a16:creationId xmlns:a16="http://schemas.microsoft.com/office/drawing/2014/main" id="{E6806798-0B4A-428B-B51E-6653F3E78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3723"/>
                <a:ext cx="4" cy="36"/>
              </a:xfrm>
              <a:custGeom>
                <a:avLst/>
                <a:gdLst>
                  <a:gd name="T0" fmla="*/ 0 w 2"/>
                  <a:gd name="T1" fmla="*/ 144 h 18"/>
                  <a:gd name="T2" fmla="*/ 8 w 2"/>
                  <a:gd name="T3" fmla="*/ 8 h 18"/>
                  <a:gd name="T4" fmla="*/ 0 w 2"/>
                  <a:gd name="T5" fmla="*/ 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8">
                    <a:moveTo>
                      <a:pt x="0" y="18"/>
                    </a:moveTo>
                    <a:cubicBezTo>
                      <a:pt x="1" y="12"/>
                      <a:pt x="2" y="7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8" name="Freeform 1435">
                <a:extLst>
                  <a:ext uri="{FF2B5EF4-FFF2-40B4-BE49-F238E27FC236}">
                    <a16:creationId xmlns:a16="http://schemas.microsoft.com/office/drawing/2014/main" id="{88BB4ADC-663F-44A2-A95B-6DB92F068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3725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9" name="Freeform 1436">
                <a:extLst>
                  <a:ext uri="{FF2B5EF4-FFF2-40B4-BE49-F238E27FC236}">
                    <a16:creationId xmlns:a16="http://schemas.microsoft.com/office/drawing/2014/main" id="{8BB887FD-579B-4C29-A3E7-6EB46D43D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3725"/>
                <a:ext cx="4" cy="34"/>
              </a:xfrm>
              <a:custGeom>
                <a:avLst/>
                <a:gdLst>
                  <a:gd name="T0" fmla="*/ 0 w 2"/>
                  <a:gd name="T1" fmla="*/ 0 h 17"/>
                  <a:gd name="T2" fmla="*/ 8 w 2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0" y="6"/>
                      <a:pt x="2" y="13"/>
                      <a:pt x="1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0" name="Freeform 1437">
                <a:extLst>
                  <a:ext uri="{FF2B5EF4-FFF2-40B4-BE49-F238E27FC236}">
                    <a16:creationId xmlns:a16="http://schemas.microsoft.com/office/drawing/2014/main" id="{93238FD1-D6D8-4CCF-A536-28E27E98B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3749"/>
                <a:ext cx="6" cy="12"/>
              </a:xfrm>
              <a:custGeom>
                <a:avLst/>
                <a:gdLst>
                  <a:gd name="T0" fmla="*/ 0 w 3"/>
                  <a:gd name="T1" fmla="*/ 0 h 6"/>
                  <a:gd name="T2" fmla="*/ 24 w 3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1" name="Freeform 1438">
                <a:extLst>
                  <a:ext uri="{FF2B5EF4-FFF2-40B4-BE49-F238E27FC236}">
                    <a16:creationId xmlns:a16="http://schemas.microsoft.com/office/drawing/2014/main" id="{AB88FAC9-DA96-4DE8-AA17-43988D21F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727"/>
                <a:ext cx="5" cy="34"/>
              </a:xfrm>
              <a:custGeom>
                <a:avLst/>
                <a:gdLst>
                  <a:gd name="T0" fmla="*/ 0 w 3"/>
                  <a:gd name="T1" fmla="*/ 0 h 17"/>
                  <a:gd name="T2" fmla="*/ 8 w 3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5"/>
                      <a:pt x="3" y="11"/>
                      <a:pt x="2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2" name="Freeform 1439">
                <a:extLst>
                  <a:ext uri="{FF2B5EF4-FFF2-40B4-BE49-F238E27FC236}">
                    <a16:creationId xmlns:a16="http://schemas.microsoft.com/office/drawing/2014/main" id="{1B43A67B-ADB3-4F42-813D-9EDFA7F48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3747"/>
                <a:ext cx="10" cy="14"/>
              </a:xfrm>
              <a:custGeom>
                <a:avLst/>
                <a:gdLst>
                  <a:gd name="T0" fmla="*/ 0 w 5"/>
                  <a:gd name="T1" fmla="*/ 0 h 7"/>
                  <a:gd name="T2" fmla="*/ 40 w 5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3"/>
                      <a:pt x="2" y="6"/>
                      <a:pt x="5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3" name="Freeform 1440">
                <a:extLst>
                  <a:ext uri="{FF2B5EF4-FFF2-40B4-BE49-F238E27FC236}">
                    <a16:creationId xmlns:a16="http://schemas.microsoft.com/office/drawing/2014/main" id="{4DAC68D5-EE6A-4F55-B7E5-01595958A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3727"/>
                <a:ext cx="8" cy="12"/>
              </a:xfrm>
              <a:custGeom>
                <a:avLst/>
                <a:gdLst>
                  <a:gd name="T0" fmla="*/ 0 w 4"/>
                  <a:gd name="T1" fmla="*/ 48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4" name="Freeform 1441">
                <a:extLst>
                  <a:ext uri="{FF2B5EF4-FFF2-40B4-BE49-F238E27FC236}">
                    <a16:creationId xmlns:a16="http://schemas.microsoft.com/office/drawing/2014/main" id="{9C6001D8-76D4-4130-8879-5A3D82C41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709"/>
                <a:ext cx="4" cy="28"/>
              </a:xfrm>
              <a:custGeom>
                <a:avLst/>
                <a:gdLst>
                  <a:gd name="T0" fmla="*/ 0 w 2"/>
                  <a:gd name="T1" fmla="*/ 0 h 14"/>
                  <a:gd name="T2" fmla="*/ 16 w 2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5" name="Freeform 1442">
                <a:extLst>
                  <a:ext uri="{FF2B5EF4-FFF2-40B4-BE49-F238E27FC236}">
                    <a16:creationId xmlns:a16="http://schemas.microsoft.com/office/drawing/2014/main" id="{34A453B1-2D34-4644-A14A-DA1AE7CC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719"/>
                <a:ext cx="11" cy="16"/>
              </a:xfrm>
              <a:custGeom>
                <a:avLst/>
                <a:gdLst>
                  <a:gd name="T0" fmla="*/ 0 w 6"/>
                  <a:gd name="T1" fmla="*/ 0 h 8"/>
                  <a:gd name="T2" fmla="*/ 37 w 6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3"/>
                      <a:pt x="2" y="7"/>
                      <a:pt x="6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6" name="Freeform 1443">
                <a:extLst>
                  <a:ext uri="{FF2B5EF4-FFF2-40B4-BE49-F238E27FC236}">
                    <a16:creationId xmlns:a16="http://schemas.microsoft.com/office/drawing/2014/main" id="{CA65B280-8726-4733-90C1-0C0A586D3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628"/>
                <a:ext cx="13" cy="29"/>
              </a:xfrm>
              <a:custGeom>
                <a:avLst/>
                <a:gdLst>
                  <a:gd name="T0" fmla="*/ 0 w 7"/>
                  <a:gd name="T1" fmla="*/ 0 h 14"/>
                  <a:gd name="T2" fmla="*/ 45 w 7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2" y="5"/>
                      <a:pt x="6" y="8"/>
                      <a:pt x="7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7" name="Freeform 1444">
                <a:extLst>
                  <a:ext uri="{FF2B5EF4-FFF2-40B4-BE49-F238E27FC236}">
                    <a16:creationId xmlns:a16="http://schemas.microsoft.com/office/drawing/2014/main" id="{C31AB35A-C450-4DA8-827D-65ED6A891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624"/>
                <a:ext cx="2" cy="19"/>
              </a:xfrm>
              <a:custGeom>
                <a:avLst/>
                <a:gdLst>
                  <a:gd name="T0" fmla="*/ 0 w 1"/>
                  <a:gd name="T1" fmla="*/ 84 h 9"/>
                  <a:gd name="T2" fmla="*/ 8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7"/>
                      <a:pt x="1" y="2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8" name="Freeform 1445">
                <a:extLst>
                  <a:ext uri="{FF2B5EF4-FFF2-40B4-BE49-F238E27FC236}">
                    <a16:creationId xmlns:a16="http://schemas.microsoft.com/office/drawing/2014/main" id="{8F37171C-80F5-4DB6-975D-4B1F1B4C9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532"/>
                <a:ext cx="5" cy="34"/>
              </a:xfrm>
              <a:custGeom>
                <a:avLst/>
                <a:gdLst>
                  <a:gd name="T0" fmla="*/ 0 w 3"/>
                  <a:gd name="T1" fmla="*/ 0 h 17"/>
                  <a:gd name="T2" fmla="*/ 13 w 3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0" y="6"/>
                      <a:pt x="3" y="11"/>
                      <a:pt x="3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9" name="Freeform 1446">
                <a:extLst>
                  <a:ext uri="{FF2B5EF4-FFF2-40B4-BE49-F238E27FC236}">
                    <a16:creationId xmlns:a16="http://schemas.microsoft.com/office/drawing/2014/main" id="{96F9F19D-FD82-41DC-9B53-268847637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548"/>
                <a:ext cx="10" cy="20"/>
              </a:xfrm>
              <a:custGeom>
                <a:avLst/>
                <a:gdLst>
                  <a:gd name="T0" fmla="*/ 40 w 5"/>
                  <a:gd name="T1" fmla="*/ 0 h 10"/>
                  <a:gd name="T2" fmla="*/ 0 w 5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4" y="4"/>
                      <a:pt x="3" y="8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0" name="Freeform 1447">
                <a:extLst>
                  <a:ext uri="{FF2B5EF4-FFF2-40B4-BE49-F238E27FC236}">
                    <a16:creationId xmlns:a16="http://schemas.microsoft.com/office/drawing/2014/main" id="{1AEA3B51-D559-4CE5-836E-E559BAF81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504"/>
                <a:ext cx="8" cy="28"/>
              </a:xfrm>
              <a:custGeom>
                <a:avLst/>
                <a:gdLst>
                  <a:gd name="T0" fmla="*/ 0 w 4"/>
                  <a:gd name="T1" fmla="*/ 112 h 14"/>
                  <a:gd name="T2" fmla="*/ 32 w 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14"/>
                    </a:moveTo>
                    <a:cubicBezTo>
                      <a:pt x="0" y="10"/>
                      <a:pt x="2" y="4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1" name="Freeform 1448">
                <a:extLst>
                  <a:ext uri="{FF2B5EF4-FFF2-40B4-BE49-F238E27FC236}">
                    <a16:creationId xmlns:a16="http://schemas.microsoft.com/office/drawing/2014/main" id="{285139D0-EECC-451C-BF5C-ED8A0A4C6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2502"/>
                <a:ext cx="4" cy="16"/>
              </a:xfrm>
              <a:custGeom>
                <a:avLst/>
                <a:gdLst>
                  <a:gd name="T0" fmla="*/ 0 w 2"/>
                  <a:gd name="T1" fmla="*/ 0 h 8"/>
                  <a:gd name="T2" fmla="*/ 16 w 2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2"/>
                      <a:pt x="2" y="5"/>
                      <a:pt x="2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2" name="Freeform 1449">
                <a:extLst>
                  <a:ext uri="{FF2B5EF4-FFF2-40B4-BE49-F238E27FC236}">
                    <a16:creationId xmlns:a16="http://schemas.microsoft.com/office/drawing/2014/main" id="{150D83E7-52DC-41EF-8857-6FECD4BC8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544"/>
                <a:ext cx="2" cy="30"/>
              </a:xfrm>
              <a:custGeom>
                <a:avLst/>
                <a:gdLst>
                  <a:gd name="T0" fmla="*/ 0 w 1"/>
                  <a:gd name="T1" fmla="*/ 120 h 15"/>
                  <a:gd name="T2" fmla="*/ 0 w 1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0" y="15"/>
                    </a:moveTo>
                    <a:cubicBezTo>
                      <a:pt x="1" y="8"/>
                      <a:pt x="1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3" name="Freeform 1450">
                <a:extLst>
                  <a:ext uri="{FF2B5EF4-FFF2-40B4-BE49-F238E27FC236}">
                    <a16:creationId xmlns:a16="http://schemas.microsoft.com/office/drawing/2014/main" id="{B201A297-F048-4789-B5D0-54FF00A6D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546"/>
                <a:ext cx="19" cy="18"/>
              </a:xfrm>
              <a:custGeom>
                <a:avLst/>
                <a:gdLst>
                  <a:gd name="T0" fmla="*/ 0 w 10"/>
                  <a:gd name="T1" fmla="*/ 72 h 9"/>
                  <a:gd name="T2" fmla="*/ 68 w 10"/>
                  <a:gd name="T3" fmla="*/ 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9"/>
                    </a:moveTo>
                    <a:cubicBezTo>
                      <a:pt x="2" y="5"/>
                      <a:pt x="4" y="0"/>
                      <a:pt x="1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4" name="Freeform 1451">
                <a:extLst>
                  <a:ext uri="{FF2B5EF4-FFF2-40B4-BE49-F238E27FC236}">
                    <a16:creationId xmlns:a16="http://schemas.microsoft.com/office/drawing/2014/main" id="{657A8CFB-FD7E-4D10-87D7-F66C0A59E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614"/>
                <a:ext cx="15" cy="33"/>
              </a:xfrm>
              <a:custGeom>
                <a:avLst/>
                <a:gdLst>
                  <a:gd name="T0" fmla="*/ 53 w 8"/>
                  <a:gd name="T1" fmla="*/ 0 h 16"/>
                  <a:gd name="T2" fmla="*/ 0 w 8"/>
                  <a:gd name="T3" fmla="*/ 14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8" y="0"/>
                    </a:moveTo>
                    <a:cubicBezTo>
                      <a:pt x="7" y="6"/>
                      <a:pt x="3" y="12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5" name="Freeform 1452">
                <a:extLst>
                  <a:ext uri="{FF2B5EF4-FFF2-40B4-BE49-F238E27FC236}">
                    <a16:creationId xmlns:a16="http://schemas.microsoft.com/office/drawing/2014/main" id="{15D494D0-453B-439A-9350-3E6CF5398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637"/>
                <a:ext cx="2" cy="14"/>
              </a:xfrm>
              <a:custGeom>
                <a:avLst/>
                <a:gdLst>
                  <a:gd name="T0" fmla="*/ 0 w 1"/>
                  <a:gd name="T1" fmla="*/ 0 h 7"/>
                  <a:gd name="T2" fmla="*/ 8 w 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1" y="4"/>
                      <a:pt x="1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6" name="Freeform 1453">
                <a:extLst>
                  <a:ext uri="{FF2B5EF4-FFF2-40B4-BE49-F238E27FC236}">
                    <a16:creationId xmlns:a16="http://schemas.microsoft.com/office/drawing/2014/main" id="{A4E6B82A-3ABC-4AA5-9D99-D68A10648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691"/>
                <a:ext cx="4" cy="30"/>
              </a:xfrm>
              <a:custGeom>
                <a:avLst/>
                <a:gdLst>
                  <a:gd name="T0" fmla="*/ 0 w 2"/>
                  <a:gd name="T1" fmla="*/ 0 h 15"/>
                  <a:gd name="T2" fmla="*/ 8 w 2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1" y="5"/>
                      <a:pt x="2" y="10"/>
                      <a:pt x="1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7" name="Freeform 1454">
                <a:extLst>
                  <a:ext uri="{FF2B5EF4-FFF2-40B4-BE49-F238E27FC236}">
                    <a16:creationId xmlns:a16="http://schemas.microsoft.com/office/drawing/2014/main" id="{6721F89A-AEA0-4B11-810B-6139089E9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709"/>
                <a:ext cx="6" cy="16"/>
              </a:xfrm>
              <a:custGeom>
                <a:avLst/>
                <a:gdLst>
                  <a:gd name="T0" fmla="*/ 0 w 3"/>
                  <a:gd name="T1" fmla="*/ 0 h 8"/>
                  <a:gd name="T2" fmla="*/ 24 w 3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3"/>
                      <a:pt x="1" y="6"/>
                      <a:pt x="3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8" name="Freeform 1455">
                <a:extLst>
                  <a:ext uri="{FF2B5EF4-FFF2-40B4-BE49-F238E27FC236}">
                    <a16:creationId xmlns:a16="http://schemas.microsoft.com/office/drawing/2014/main" id="{B7C5CB86-BCE1-4AD5-910F-231958183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2719"/>
                <a:ext cx="10" cy="36"/>
              </a:xfrm>
              <a:custGeom>
                <a:avLst/>
                <a:gdLst>
                  <a:gd name="T0" fmla="*/ 0 w 5"/>
                  <a:gd name="T1" fmla="*/ 0 h 18"/>
                  <a:gd name="T2" fmla="*/ 40 w 5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cubicBezTo>
                      <a:pt x="2" y="6"/>
                      <a:pt x="3" y="13"/>
                      <a:pt x="5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9" name="Freeform 1456">
                <a:extLst>
                  <a:ext uri="{FF2B5EF4-FFF2-40B4-BE49-F238E27FC236}">
                    <a16:creationId xmlns:a16="http://schemas.microsoft.com/office/drawing/2014/main" id="{3EE710D0-788B-43A7-A164-EA30AA182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2741"/>
                <a:ext cx="6" cy="14"/>
              </a:xfrm>
              <a:custGeom>
                <a:avLst/>
                <a:gdLst>
                  <a:gd name="T0" fmla="*/ 24 w 3"/>
                  <a:gd name="T1" fmla="*/ 0 h 7"/>
                  <a:gd name="T2" fmla="*/ 0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0" name="Freeform 1457">
                <a:extLst>
                  <a:ext uri="{FF2B5EF4-FFF2-40B4-BE49-F238E27FC236}">
                    <a16:creationId xmlns:a16="http://schemas.microsoft.com/office/drawing/2014/main" id="{20D16511-952B-4EC5-BEE1-C2C8250D1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3629"/>
                <a:ext cx="1163" cy="76"/>
              </a:xfrm>
              <a:custGeom>
                <a:avLst/>
                <a:gdLst>
                  <a:gd name="T0" fmla="*/ 0 w 618"/>
                  <a:gd name="T1" fmla="*/ 296 h 38"/>
                  <a:gd name="T2" fmla="*/ 145 w 618"/>
                  <a:gd name="T3" fmla="*/ 288 h 38"/>
                  <a:gd name="T4" fmla="*/ 280 w 618"/>
                  <a:gd name="T5" fmla="*/ 176 h 38"/>
                  <a:gd name="T6" fmla="*/ 591 w 618"/>
                  <a:gd name="T7" fmla="*/ 264 h 38"/>
                  <a:gd name="T8" fmla="*/ 847 w 618"/>
                  <a:gd name="T9" fmla="*/ 200 h 38"/>
                  <a:gd name="T10" fmla="*/ 975 w 618"/>
                  <a:gd name="T11" fmla="*/ 176 h 38"/>
                  <a:gd name="T12" fmla="*/ 1035 w 618"/>
                  <a:gd name="T13" fmla="*/ 240 h 38"/>
                  <a:gd name="T14" fmla="*/ 1240 w 618"/>
                  <a:gd name="T15" fmla="*/ 104 h 38"/>
                  <a:gd name="T16" fmla="*/ 1579 w 618"/>
                  <a:gd name="T17" fmla="*/ 168 h 38"/>
                  <a:gd name="T18" fmla="*/ 1852 w 618"/>
                  <a:gd name="T19" fmla="*/ 64 h 38"/>
                  <a:gd name="T20" fmla="*/ 2200 w 618"/>
                  <a:gd name="T21" fmla="*/ 136 h 38"/>
                  <a:gd name="T22" fmla="*/ 2413 w 618"/>
                  <a:gd name="T23" fmla="*/ 56 h 38"/>
                  <a:gd name="T24" fmla="*/ 2744 w 618"/>
                  <a:gd name="T25" fmla="*/ 184 h 38"/>
                  <a:gd name="T26" fmla="*/ 3052 w 618"/>
                  <a:gd name="T27" fmla="*/ 88 h 38"/>
                  <a:gd name="T28" fmla="*/ 3333 w 618"/>
                  <a:gd name="T29" fmla="*/ 176 h 38"/>
                  <a:gd name="T30" fmla="*/ 3513 w 618"/>
                  <a:gd name="T31" fmla="*/ 80 h 38"/>
                  <a:gd name="T32" fmla="*/ 3758 w 618"/>
                  <a:gd name="T33" fmla="*/ 72 h 38"/>
                  <a:gd name="T34" fmla="*/ 3871 w 618"/>
                  <a:gd name="T35" fmla="*/ 16 h 38"/>
                  <a:gd name="T36" fmla="*/ 3959 w 618"/>
                  <a:gd name="T37" fmla="*/ 72 h 38"/>
                  <a:gd name="T38" fmla="*/ 4119 w 618"/>
                  <a:gd name="T39" fmla="*/ 16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18" h="38">
                    <a:moveTo>
                      <a:pt x="0" y="37"/>
                    </a:moveTo>
                    <a:cubicBezTo>
                      <a:pt x="8" y="36"/>
                      <a:pt x="15" y="38"/>
                      <a:pt x="22" y="36"/>
                    </a:cubicBezTo>
                    <a:cubicBezTo>
                      <a:pt x="31" y="33"/>
                      <a:pt x="34" y="27"/>
                      <a:pt x="42" y="22"/>
                    </a:cubicBezTo>
                    <a:cubicBezTo>
                      <a:pt x="60" y="12"/>
                      <a:pt x="72" y="28"/>
                      <a:pt x="89" y="33"/>
                    </a:cubicBezTo>
                    <a:cubicBezTo>
                      <a:pt x="106" y="37"/>
                      <a:pt x="113" y="31"/>
                      <a:pt x="127" y="25"/>
                    </a:cubicBezTo>
                    <a:cubicBezTo>
                      <a:pt x="135" y="22"/>
                      <a:pt x="137" y="20"/>
                      <a:pt x="146" y="22"/>
                    </a:cubicBezTo>
                    <a:cubicBezTo>
                      <a:pt x="149" y="23"/>
                      <a:pt x="152" y="30"/>
                      <a:pt x="155" y="30"/>
                    </a:cubicBezTo>
                    <a:cubicBezTo>
                      <a:pt x="166" y="31"/>
                      <a:pt x="177" y="17"/>
                      <a:pt x="186" y="13"/>
                    </a:cubicBezTo>
                    <a:cubicBezTo>
                      <a:pt x="208" y="3"/>
                      <a:pt x="217" y="16"/>
                      <a:pt x="237" y="21"/>
                    </a:cubicBezTo>
                    <a:cubicBezTo>
                      <a:pt x="253" y="25"/>
                      <a:pt x="263" y="13"/>
                      <a:pt x="278" y="8"/>
                    </a:cubicBezTo>
                    <a:cubicBezTo>
                      <a:pt x="298" y="0"/>
                      <a:pt x="311" y="12"/>
                      <a:pt x="330" y="17"/>
                    </a:cubicBezTo>
                    <a:cubicBezTo>
                      <a:pt x="348" y="22"/>
                      <a:pt x="347" y="11"/>
                      <a:pt x="362" y="7"/>
                    </a:cubicBezTo>
                    <a:cubicBezTo>
                      <a:pt x="381" y="0"/>
                      <a:pt x="395" y="18"/>
                      <a:pt x="412" y="23"/>
                    </a:cubicBezTo>
                    <a:cubicBezTo>
                      <a:pt x="431" y="28"/>
                      <a:pt x="441" y="12"/>
                      <a:pt x="458" y="11"/>
                    </a:cubicBezTo>
                    <a:cubicBezTo>
                      <a:pt x="472" y="10"/>
                      <a:pt x="487" y="24"/>
                      <a:pt x="500" y="22"/>
                    </a:cubicBezTo>
                    <a:cubicBezTo>
                      <a:pt x="514" y="20"/>
                      <a:pt x="513" y="8"/>
                      <a:pt x="527" y="10"/>
                    </a:cubicBezTo>
                    <a:cubicBezTo>
                      <a:pt x="542" y="12"/>
                      <a:pt x="549" y="16"/>
                      <a:pt x="564" y="9"/>
                    </a:cubicBezTo>
                    <a:cubicBezTo>
                      <a:pt x="570" y="7"/>
                      <a:pt x="574" y="2"/>
                      <a:pt x="581" y="2"/>
                    </a:cubicBezTo>
                    <a:cubicBezTo>
                      <a:pt x="587" y="3"/>
                      <a:pt x="589" y="8"/>
                      <a:pt x="594" y="9"/>
                    </a:cubicBezTo>
                    <a:cubicBezTo>
                      <a:pt x="602" y="11"/>
                      <a:pt x="611" y="9"/>
                      <a:pt x="618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1" name="Freeform 1458">
                <a:extLst>
                  <a:ext uri="{FF2B5EF4-FFF2-40B4-BE49-F238E27FC236}">
                    <a16:creationId xmlns:a16="http://schemas.microsoft.com/office/drawing/2014/main" id="{6217EC54-1903-497B-8D71-33D199B75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3639"/>
                <a:ext cx="143" cy="60"/>
              </a:xfrm>
              <a:custGeom>
                <a:avLst/>
                <a:gdLst>
                  <a:gd name="T0" fmla="*/ 0 w 76"/>
                  <a:gd name="T1" fmla="*/ 96 h 30"/>
                  <a:gd name="T2" fmla="*/ 273 w 76"/>
                  <a:gd name="T3" fmla="*/ 160 h 30"/>
                  <a:gd name="T4" fmla="*/ 506 w 76"/>
                  <a:gd name="T5" fmla="*/ 184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30">
                    <a:moveTo>
                      <a:pt x="0" y="12"/>
                    </a:moveTo>
                    <a:cubicBezTo>
                      <a:pt x="11" y="0"/>
                      <a:pt x="31" y="14"/>
                      <a:pt x="41" y="20"/>
                    </a:cubicBezTo>
                    <a:cubicBezTo>
                      <a:pt x="57" y="30"/>
                      <a:pt x="59" y="28"/>
                      <a:pt x="76" y="2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2" name="Freeform 1459">
                <a:extLst>
                  <a:ext uri="{FF2B5EF4-FFF2-40B4-BE49-F238E27FC236}">
                    <a16:creationId xmlns:a16="http://schemas.microsoft.com/office/drawing/2014/main" id="{22E7AC8F-D358-4276-B15D-DDA473BAD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3669"/>
                <a:ext cx="426" cy="48"/>
              </a:xfrm>
              <a:custGeom>
                <a:avLst/>
                <a:gdLst>
                  <a:gd name="T0" fmla="*/ 0 w 226"/>
                  <a:gd name="T1" fmla="*/ 32 h 24"/>
                  <a:gd name="T2" fmla="*/ 266 w 226"/>
                  <a:gd name="T3" fmla="*/ 88 h 24"/>
                  <a:gd name="T4" fmla="*/ 422 w 226"/>
                  <a:gd name="T5" fmla="*/ 8 h 24"/>
                  <a:gd name="T6" fmla="*/ 537 w 226"/>
                  <a:gd name="T7" fmla="*/ 96 h 24"/>
                  <a:gd name="T8" fmla="*/ 763 w 226"/>
                  <a:gd name="T9" fmla="*/ 72 h 24"/>
                  <a:gd name="T10" fmla="*/ 1024 w 226"/>
                  <a:gd name="T11" fmla="*/ 128 h 24"/>
                  <a:gd name="T12" fmla="*/ 1212 w 226"/>
                  <a:gd name="T13" fmla="*/ 120 h 24"/>
                  <a:gd name="T14" fmla="*/ 1514 w 226"/>
                  <a:gd name="T15" fmla="*/ 192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6" h="24">
                    <a:moveTo>
                      <a:pt x="0" y="4"/>
                    </a:moveTo>
                    <a:cubicBezTo>
                      <a:pt x="12" y="9"/>
                      <a:pt x="26" y="13"/>
                      <a:pt x="40" y="11"/>
                    </a:cubicBezTo>
                    <a:cubicBezTo>
                      <a:pt x="46" y="9"/>
                      <a:pt x="58" y="0"/>
                      <a:pt x="63" y="1"/>
                    </a:cubicBezTo>
                    <a:cubicBezTo>
                      <a:pt x="69" y="1"/>
                      <a:pt x="74" y="9"/>
                      <a:pt x="80" y="12"/>
                    </a:cubicBezTo>
                    <a:cubicBezTo>
                      <a:pt x="93" y="18"/>
                      <a:pt x="102" y="11"/>
                      <a:pt x="114" y="9"/>
                    </a:cubicBezTo>
                    <a:cubicBezTo>
                      <a:pt x="127" y="7"/>
                      <a:pt x="141" y="11"/>
                      <a:pt x="153" y="16"/>
                    </a:cubicBezTo>
                    <a:cubicBezTo>
                      <a:pt x="168" y="21"/>
                      <a:pt x="167" y="21"/>
                      <a:pt x="181" y="15"/>
                    </a:cubicBezTo>
                    <a:cubicBezTo>
                      <a:pt x="196" y="9"/>
                      <a:pt x="217" y="7"/>
                      <a:pt x="226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3" name="Freeform 1460">
                <a:extLst>
                  <a:ext uri="{FF2B5EF4-FFF2-40B4-BE49-F238E27FC236}">
                    <a16:creationId xmlns:a16="http://schemas.microsoft.com/office/drawing/2014/main" id="{8682FED6-FB46-4F73-A5BC-7134FED5F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3657"/>
                <a:ext cx="106" cy="16"/>
              </a:xfrm>
              <a:custGeom>
                <a:avLst/>
                <a:gdLst>
                  <a:gd name="T0" fmla="*/ 0 w 56"/>
                  <a:gd name="T1" fmla="*/ 0 h 8"/>
                  <a:gd name="T2" fmla="*/ 380 w 56"/>
                  <a:gd name="T3" fmla="*/ 3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8">
                    <a:moveTo>
                      <a:pt x="0" y="0"/>
                    </a:moveTo>
                    <a:cubicBezTo>
                      <a:pt x="20" y="8"/>
                      <a:pt x="36" y="8"/>
                      <a:pt x="56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4" name="Freeform 1461">
                <a:extLst>
                  <a:ext uri="{FF2B5EF4-FFF2-40B4-BE49-F238E27FC236}">
                    <a16:creationId xmlns:a16="http://schemas.microsoft.com/office/drawing/2014/main" id="{C003A338-C94F-4DBC-9C0B-7F95DACBC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3669"/>
                <a:ext cx="429" cy="50"/>
              </a:xfrm>
              <a:custGeom>
                <a:avLst/>
                <a:gdLst>
                  <a:gd name="T0" fmla="*/ 0 w 228"/>
                  <a:gd name="T1" fmla="*/ 8 h 25"/>
                  <a:gd name="T2" fmla="*/ 393 w 228"/>
                  <a:gd name="T3" fmla="*/ 40 h 25"/>
                  <a:gd name="T4" fmla="*/ 538 w 228"/>
                  <a:gd name="T5" fmla="*/ 104 h 25"/>
                  <a:gd name="T6" fmla="*/ 800 w 228"/>
                  <a:gd name="T7" fmla="*/ 48 h 25"/>
                  <a:gd name="T8" fmla="*/ 999 w 228"/>
                  <a:gd name="T9" fmla="*/ 96 h 25"/>
                  <a:gd name="T10" fmla="*/ 1165 w 228"/>
                  <a:gd name="T11" fmla="*/ 8 h 25"/>
                  <a:gd name="T12" fmla="*/ 1434 w 228"/>
                  <a:gd name="T13" fmla="*/ 56 h 25"/>
                  <a:gd name="T14" fmla="*/ 1518 w 228"/>
                  <a:gd name="T15" fmla="*/ 20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8" h="25">
                    <a:moveTo>
                      <a:pt x="0" y="1"/>
                    </a:moveTo>
                    <a:cubicBezTo>
                      <a:pt x="17" y="20"/>
                      <a:pt x="43" y="0"/>
                      <a:pt x="59" y="5"/>
                    </a:cubicBezTo>
                    <a:cubicBezTo>
                      <a:pt x="69" y="9"/>
                      <a:pt x="67" y="15"/>
                      <a:pt x="81" y="13"/>
                    </a:cubicBezTo>
                    <a:cubicBezTo>
                      <a:pt x="94" y="12"/>
                      <a:pt x="105" y="5"/>
                      <a:pt x="120" y="6"/>
                    </a:cubicBezTo>
                    <a:cubicBezTo>
                      <a:pt x="130" y="7"/>
                      <a:pt x="140" y="12"/>
                      <a:pt x="150" y="12"/>
                    </a:cubicBezTo>
                    <a:cubicBezTo>
                      <a:pt x="162" y="12"/>
                      <a:pt x="164" y="3"/>
                      <a:pt x="175" y="1"/>
                    </a:cubicBezTo>
                    <a:cubicBezTo>
                      <a:pt x="183" y="0"/>
                      <a:pt x="207" y="4"/>
                      <a:pt x="215" y="7"/>
                    </a:cubicBezTo>
                    <a:cubicBezTo>
                      <a:pt x="226" y="12"/>
                      <a:pt x="223" y="15"/>
                      <a:pt x="228" y="2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5" name="Freeform 1462">
                <a:extLst>
                  <a:ext uri="{FF2B5EF4-FFF2-40B4-BE49-F238E27FC236}">
                    <a16:creationId xmlns:a16="http://schemas.microsoft.com/office/drawing/2014/main" id="{FC32F1B5-E13C-4F06-A8F6-2C4B7EC48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3639"/>
                <a:ext cx="87" cy="30"/>
              </a:xfrm>
              <a:custGeom>
                <a:avLst/>
                <a:gdLst>
                  <a:gd name="T0" fmla="*/ 0 w 46"/>
                  <a:gd name="T1" fmla="*/ 120 h 15"/>
                  <a:gd name="T2" fmla="*/ 312 w 46"/>
                  <a:gd name="T3" fmla="*/ 6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5">
                    <a:moveTo>
                      <a:pt x="0" y="15"/>
                    </a:moveTo>
                    <a:cubicBezTo>
                      <a:pt x="16" y="0"/>
                      <a:pt x="27" y="3"/>
                      <a:pt x="46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6" name="Freeform 1463">
                <a:extLst>
                  <a:ext uri="{FF2B5EF4-FFF2-40B4-BE49-F238E27FC236}">
                    <a16:creationId xmlns:a16="http://schemas.microsoft.com/office/drawing/2014/main" id="{CA90FA25-B53C-4B62-A838-A0D9244F8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637"/>
                <a:ext cx="121" cy="38"/>
              </a:xfrm>
              <a:custGeom>
                <a:avLst/>
                <a:gdLst>
                  <a:gd name="T0" fmla="*/ 0 w 64"/>
                  <a:gd name="T1" fmla="*/ 128 h 19"/>
                  <a:gd name="T2" fmla="*/ 282 w 64"/>
                  <a:gd name="T3" fmla="*/ 144 h 19"/>
                  <a:gd name="T4" fmla="*/ 433 w 6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9">
                    <a:moveTo>
                      <a:pt x="0" y="16"/>
                    </a:moveTo>
                    <a:cubicBezTo>
                      <a:pt x="12" y="3"/>
                      <a:pt x="29" y="19"/>
                      <a:pt x="42" y="18"/>
                    </a:cubicBezTo>
                    <a:cubicBezTo>
                      <a:pt x="51" y="17"/>
                      <a:pt x="62" y="6"/>
                      <a:pt x="6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7" name="Freeform 1464">
                <a:extLst>
                  <a:ext uri="{FF2B5EF4-FFF2-40B4-BE49-F238E27FC236}">
                    <a16:creationId xmlns:a16="http://schemas.microsoft.com/office/drawing/2014/main" id="{A7B4FB0C-8A78-4248-9A38-2CA353F4D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3635"/>
                <a:ext cx="77" cy="22"/>
              </a:xfrm>
              <a:custGeom>
                <a:avLst/>
                <a:gdLst>
                  <a:gd name="T0" fmla="*/ 0 w 41"/>
                  <a:gd name="T1" fmla="*/ 88 h 11"/>
                  <a:gd name="T2" fmla="*/ 272 w 41"/>
                  <a:gd name="T3" fmla="*/ 4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1">
                    <a:moveTo>
                      <a:pt x="0" y="11"/>
                    </a:moveTo>
                    <a:cubicBezTo>
                      <a:pt x="10" y="4"/>
                      <a:pt x="33" y="0"/>
                      <a:pt x="41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8" name="Freeform 1465">
                <a:extLst>
                  <a:ext uri="{FF2B5EF4-FFF2-40B4-BE49-F238E27FC236}">
                    <a16:creationId xmlns:a16="http://schemas.microsoft.com/office/drawing/2014/main" id="{4F17B217-B797-43A1-811C-2E365D18D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3689"/>
                <a:ext cx="88" cy="44"/>
              </a:xfrm>
              <a:custGeom>
                <a:avLst/>
                <a:gdLst>
                  <a:gd name="T0" fmla="*/ 0 w 47"/>
                  <a:gd name="T1" fmla="*/ 24 h 22"/>
                  <a:gd name="T2" fmla="*/ 309 w 47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2">
                    <a:moveTo>
                      <a:pt x="0" y="3"/>
                    </a:moveTo>
                    <a:cubicBezTo>
                      <a:pt x="14" y="22"/>
                      <a:pt x="33" y="10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9" name="Freeform 1466">
                <a:extLst>
                  <a:ext uri="{FF2B5EF4-FFF2-40B4-BE49-F238E27FC236}">
                    <a16:creationId xmlns:a16="http://schemas.microsoft.com/office/drawing/2014/main" id="{319D3EBE-1AEA-42E0-A756-81408DE0C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621"/>
                <a:ext cx="83" cy="36"/>
              </a:xfrm>
              <a:custGeom>
                <a:avLst/>
                <a:gdLst>
                  <a:gd name="T0" fmla="*/ 0 w 44"/>
                  <a:gd name="T1" fmla="*/ 112 h 18"/>
                  <a:gd name="T2" fmla="*/ 296 w 44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8">
                    <a:moveTo>
                      <a:pt x="0" y="14"/>
                    </a:moveTo>
                    <a:cubicBezTo>
                      <a:pt x="14" y="0"/>
                      <a:pt x="30" y="12"/>
                      <a:pt x="44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0" name="Freeform 1467">
                <a:extLst>
                  <a:ext uri="{FF2B5EF4-FFF2-40B4-BE49-F238E27FC236}">
                    <a16:creationId xmlns:a16="http://schemas.microsoft.com/office/drawing/2014/main" id="{E8C89D7B-48BE-4C9A-96D3-07D606116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655"/>
                <a:ext cx="104" cy="18"/>
              </a:xfrm>
              <a:custGeom>
                <a:avLst/>
                <a:gdLst>
                  <a:gd name="T0" fmla="*/ 0 w 55"/>
                  <a:gd name="T1" fmla="*/ 24 h 9"/>
                  <a:gd name="T2" fmla="*/ 373 w 5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9">
                    <a:moveTo>
                      <a:pt x="0" y="3"/>
                    </a:moveTo>
                    <a:cubicBezTo>
                      <a:pt x="20" y="6"/>
                      <a:pt x="38" y="9"/>
                      <a:pt x="5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1" name="Freeform 1468">
                <a:extLst>
                  <a:ext uri="{FF2B5EF4-FFF2-40B4-BE49-F238E27FC236}">
                    <a16:creationId xmlns:a16="http://schemas.microsoft.com/office/drawing/2014/main" id="{D2FDE18B-C3D7-4A19-B47A-E7CDE784C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3621"/>
                <a:ext cx="102" cy="32"/>
              </a:xfrm>
              <a:custGeom>
                <a:avLst/>
                <a:gdLst>
                  <a:gd name="T0" fmla="*/ 0 w 54"/>
                  <a:gd name="T1" fmla="*/ 104 h 16"/>
                  <a:gd name="T2" fmla="*/ 365 w 54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6">
                    <a:moveTo>
                      <a:pt x="0" y="13"/>
                    </a:moveTo>
                    <a:cubicBezTo>
                      <a:pt x="17" y="0"/>
                      <a:pt x="37" y="11"/>
                      <a:pt x="54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2" name="Freeform 1469">
                <a:extLst>
                  <a:ext uri="{FF2B5EF4-FFF2-40B4-BE49-F238E27FC236}">
                    <a16:creationId xmlns:a16="http://schemas.microsoft.com/office/drawing/2014/main" id="{E28EC415-7A13-4310-90F9-605212AC5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3693"/>
                <a:ext cx="81" cy="30"/>
              </a:xfrm>
              <a:custGeom>
                <a:avLst/>
                <a:gdLst>
                  <a:gd name="T0" fmla="*/ 0 w 43"/>
                  <a:gd name="T1" fmla="*/ 0 h 15"/>
                  <a:gd name="T2" fmla="*/ 288 w 43"/>
                  <a:gd name="T3" fmla="*/ 1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0"/>
                    </a:moveTo>
                    <a:cubicBezTo>
                      <a:pt x="19" y="15"/>
                      <a:pt x="25" y="8"/>
                      <a:pt x="43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3" name="Freeform 1470">
                <a:extLst>
                  <a:ext uri="{FF2B5EF4-FFF2-40B4-BE49-F238E27FC236}">
                    <a16:creationId xmlns:a16="http://schemas.microsoft.com/office/drawing/2014/main" id="{A4F54C6F-2A5E-4909-AFDD-27EACB271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695"/>
                <a:ext cx="109" cy="26"/>
              </a:xfrm>
              <a:custGeom>
                <a:avLst/>
                <a:gdLst>
                  <a:gd name="T0" fmla="*/ 0 w 58"/>
                  <a:gd name="T1" fmla="*/ 8 h 13"/>
                  <a:gd name="T2" fmla="*/ 160 w 58"/>
                  <a:gd name="T3" fmla="*/ 88 h 13"/>
                  <a:gd name="T4" fmla="*/ 385 w 58"/>
                  <a:gd name="T5" fmla="*/ 5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3">
                    <a:moveTo>
                      <a:pt x="0" y="1"/>
                    </a:moveTo>
                    <a:cubicBezTo>
                      <a:pt x="3" y="0"/>
                      <a:pt x="16" y="9"/>
                      <a:pt x="24" y="11"/>
                    </a:cubicBezTo>
                    <a:cubicBezTo>
                      <a:pt x="35" y="13"/>
                      <a:pt x="46" y="8"/>
                      <a:pt x="58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4" name="Freeform 1471">
                <a:extLst>
                  <a:ext uri="{FF2B5EF4-FFF2-40B4-BE49-F238E27FC236}">
                    <a16:creationId xmlns:a16="http://schemas.microsoft.com/office/drawing/2014/main" id="{A31B95D9-1EA8-4E77-90FA-AE5D3E3C4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3681"/>
                <a:ext cx="104" cy="36"/>
              </a:xfrm>
              <a:custGeom>
                <a:avLst/>
                <a:gdLst>
                  <a:gd name="T0" fmla="*/ 8 w 55"/>
                  <a:gd name="T1" fmla="*/ 64 h 18"/>
                  <a:gd name="T2" fmla="*/ 0 w 55"/>
                  <a:gd name="T3" fmla="*/ 40 h 18"/>
                  <a:gd name="T4" fmla="*/ 217 w 55"/>
                  <a:gd name="T5" fmla="*/ 48 h 18"/>
                  <a:gd name="T6" fmla="*/ 373 w 55"/>
                  <a:gd name="T7" fmla="*/ 1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8">
                    <a:moveTo>
                      <a:pt x="1" y="8"/>
                    </a:moveTo>
                    <a:cubicBezTo>
                      <a:pt x="0" y="8"/>
                      <a:pt x="0" y="6"/>
                      <a:pt x="0" y="5"/>
                    </a:cubicBezTo>
                    <a:cubicBezTo>
                      <a:pt x="11" y="0"/>
                      <a:pt x="22" y="2"/>
                      <a:pt x="32" y="6"/>
                    </a:cubicBezTo>
                    <a:cubicBezTo>
                      <a:pt x="40" y="9"/>
                      <a:pt x="47" y="17"/>
                      <a:pt x="55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5" name="Freeform 1472">
                <a:extLst>
                  <a:ext uri="{FF2B5EF4-FFF2-40B4-BE49-F238E27FC236}">
                    <a16:creationId xmlns:a16="http://schemas.microsoft.com/office/drawing/2014/main" id="{5CEE2CC8-D79A-42B1-A2B2-131EE4D75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689"/>
                <a:ext cx="90" cy="38"/>
              </a:xfrm>
              <a:custGeom>
                <a:avLst/>
                <a:gdLst>
                  <a:gd name="T0" fmla="*/ 0 w 48"/>
                  <a:gd name="T1" fmla="*/ 0 h 19"/>
                  <a:gd name="T2" fmla="*/ 317 w 48"/>
                  <a:gd name="T3" fmla="*/ 2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9">
                    <a:moveTo>
                      <a:pt x="0" y="0"/>
                    </a:moveTo>
                    <a:cubicBezTo>
                      <a:pt x="13" y="14"/>
                      <a:pt x="35" y="19"/>
                      <a:pt x="48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6" name="Freeform 1473">
                <a:extLst>
                  <a:ext uri="{FF2B5EF4-FFF2-40B4-BE49-F238E27FC236}">
                    <a16:creationId xmlns:a16="http://schemas.microsoft.com/office/drawing/2014/main" id="{700AB953-7B53-46FB-88DF-E0AD057A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695"/>
                <a:ext cx="112" cy="36"/>
              </a:xfrm>
              <a:custGeom>
                <a:avLst/>
                <a:gdLst>
                  <a:gd name="T0" fmla="*/ 0 w 60"/>
                  <a:gd name="T1" fmla="*/ 0 h 18"/>
                  <a:gd name="T2" fmla="*/ 390 w 60"/>
                  <a:gd name="T3" fmla="*/ 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8">
                    <a:moveTo>
                      <a:pt x="0" y="0"/>
                    </a:moveTo>
                    <a:cubicBezTo>
                      <a:pt x="10" y="16"/>
                      <a:pt x="55" y="18"/>
                      <a:pt x="6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7" name="Freeform 1474">
                <a:extLst>
                  <a:ext uri="{FF2B5EF4-FFF2-40B4-BE49-F238E27FC236}">
                    <a16:creationId xmlns:a16="http://schemas.microsoft.com/office/drawing/2014/main" id="{F694175D-4BF6-42A3-943E-983D31C71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693"/>
                <a:ext cx="126" cy="22"/>
              </a:xfrm>
              <a:custGeom>
                <a:avLst/>
                <a:gdLst>
                  <a:gd name="T0" fmla="*/ 0 w 67"/>
                  <a:gd name="T1" fmla="*/ 0 h 11"/>
                  <a:gd name="T2" fmla="*/ 446 w 67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1">
                    <a:moveTo>
                      <a:pt x="0" y="0"/>
                    </a:moveTo>
                    <a:cubicBezTo>
                      <a:pt x="23" y="10"/>
                      <a:pt x="43" y="11"/>
                      <a:pt x="67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8" name="Freeform 1475">
                <a:extLst>
                  <a:ext uri="{FF2B5EF4-FFF2-40B4-BE49-F238E27FC236}">
                    <a16:creationId xmlns:a16="http://schemas.microsoft.com/office/drawing/2014/main" id="{7889BCF8-EF6A-47C6-BF37-245044EC8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649"/>
                <a:ext cx="75" cy="20"/>
              </a:xfrm>
              <a:custGeom>
                <a:avLst/>
                <a:gdLst>
                  <a:gd name="T0" fmla="*/ 0 w 40"/>
                  <a:gd name="T1" fmla="*/ 24 h 10"/>
                  <a:gd name="T2" fmla="*/ 264 w 4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0">
                    <a:moveTo>
                      <a:pt x="0" y="3"/>
                    </a:moveTo>
                    <a:cubicBezTo>
                      <a:pt x="15" y="8"/>
                      <a:pt x="26" y="10"/>
                      <a:pt x="4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9" name="Freeform 1476">
                <a:extLst>
                  <a:ext uri="{FF2B5EF4-FFF2-40B4-BE49-F238E27FC236}">
                    <a16:creationId xmlns:a16="http://schemas.microsoft.com/office/drawing/2014/main" id="{41D21827-CEB9-410E-98ED-DDD25D25E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3612"/>
                <a:ext cx="101" cy="45"/>
              </a:xfrm>
              <a:custGeom>
                <a:avLst/>
                <a:gdLst>
                  <a:gd name="T0" fmla="*/ 0 w 54"/>
                  <a:gd name="T1" fmla="*/ 155 h 22"/>
                  <a:gd name="T2" fmla="*/ 354 w 54"/>
                  <a:gd name="T3" fmla="*/ 18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2">
                    <a:moveTo>
                      <a:pt x="0" y="18"/>
                    </a:moveTo>
                    <a:cubicBezTo>
                      <a:pt x="5" y="0"/>
                      <a:pt x="43" y="19"/>
                      <a:pt x="54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0" name="Freeform 1477">
                <a:extLst>
                  <a:ext uri="{FF2B5EF4-FFF2-40B4-BE49-F238E27FC236}">
                    <a16:creationId xmlns:a16="http://schemas.microsoft.com/office/drawing/2014/main" id="{B4208674-0AA5-4F30-8D27-4134BB1EB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3629"/>
                <a:ext cx="881" cy="76"/>
              </a:xfrm>
              <a:custGeom>
                <a:avLst/>
                <a:gdLst>
                  <a:gd name="T0" fmla="*/ 0 w 468"/>
                  <a:gd name="T1" fmla="*/ 256 h 38"/>
                  <a:gd name="T2" fmla="*/ 213 w 468"/>
                  <a:gd name="T3" fmla="*/ 288 h 38"/>
                  <a:gd name="T4" fmla="*/ 346 w 468"/>
                  <a:gd name="T5" fmla="*/ 176 h 38"/>
                  <a:gd name="T6" fmla="*/ 659 w 468"/>
                  <a:gd name="T7" fmla="*/ 264 h 38"/>
                  <a:gd name="T8" fmla="*/ 915 w 468"/>
                  <a:gd name="T9" fmla="*/ 200 h 38"/>
                  <a:gd name="T10" fmla="*/ 1041 w 468"/>
                  <a:gd name="T11" fmla="*/ 176 h 38"/>
                  <a:gd name="T12" fmla="*/ 1101 w 468"/>
                  <a:gd name="T13" fmla="*/ 240 h 38"/>
                  <a:gd name="T14" fmla="*/ 1308 w 468"/>
                  <a:gd name="T15" fmla="*/ 104 h 38"/>
                  <a:gd name="T16" fmla="*/ 1647 w 468"/>
                  <a:gd name="T17" fmla="*/ 168 h 38"/>
                  <a:gd name="T18" fmla="*/ 1920 w 468"/>
                  <a:gd name="T19" fmla="*/ 64 h 38"/>
                  <a:gd name="T20" fmla="*/ 2268 w 468"/>
                  <a:gd name="T21" fmla="*/ 136 h 38"/>
                  <a:gd name="T22" fmla="*/ 2481 w 468"/>
                  <a:gd name="T23" fmla="*/ 56 h 38"/>
                  <a:gd name="T24" fmla="*/ 2814 w 468"/>
                  <a:gd name="T25" fmla="*/ 184 h 38"/>
                  <a:gd name="T26" fmla="*/ 3121 w 468"/>
                  <a:gd name="T27" fmla="*/ 88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8" h="38">
                    <a:moveTo>
                      <a:pt x="0" y="32"/>
                    </a:moveTo>
                    <a:cubicBezTo>
                      <a:pt x="7" y="31"/>
                      <a:pt x="25" y="38"/>
                      <a:pt x="32" y="36"/>
                    </a:cubicBezTo>
                    <a:cubicBezTo>
                      <a:pt x="41" y="33"/>
                      <a:pt x="44" y="27"/>
                      <a:pt x="52" y="22"/>
                    </a:cubicBezTo>
                    <a:cubicBezTo>
                      <a:pt x="70" y="12"/>
                      <a:pt x="82" y="28"/>
                      <a:pt x="99" y="33"/>
                    </a:cubicBezTo>
                    <a:cubicBezTo>
                      <a:pt x="116" y="37"/>
                      <a:pt x="123" y="31"/>
                      <a:pt x="137" y="25"/>
                    </a:cubicBezTo>
                    <a:cubicBezTo>
                      <a:pt x="145" y="22"/>
                      <a:pt x="147" y="20"/>
                      <a:pt x="156" y="22"/>
                    </a:cubicBezTo>
                    <a:cubicBezTo>
                      <a:pt x="159" y="23"/>
                      <a:pt x="162" y="30"/>
                      <a:pt x="165" y="30"/>
                    </a:cubicBezTo>
                    <a:cubicBezTo>
                      <a:pt x="176" y="31"/>
                      <a:pt x="187" y="17"/>
                      <a:pt x="196" y="13"/>
                    </a:cubicBezTo>
                    <a:cubicBezTo>
                      <a:pt x="218" y="3"/>
                      <a:pt x="227" y="16"/>
                      <a:pt x="247" y="21"/>
                    </a:cubicBezTo>
                    <a:cubicBezTo>
                      <a:pt x="263" y="25"/>
                      <a:pt x="273" y="13"/>
                      <a:pt x="288" y="8"/>
                    </a:cubicBezTo>
                    <a:cubicBezTo>
                      <a:pt x="308" y="0"/>
                      <a:pt x="321" y="12"/>
                      <a:pt x="340" y="17"/>
                    </a:cubicBezTo>
                    <a:cubicBezTo>
                      <a:pt x="358" y="22"/>
                      <a:pt x="357" y="11"/>
                      <a:pt x="372" y="7"/>
                    </a:cubicBezTo>
                    <a:cubicBezTo>
                      <a:pt x="391" y="0"/>
                      <a:pt x="405" y="18"/>
                      <a:pt x="422" y="23"/>
                    </a:cubicBezTo>
                    <a:cubicBezTo>
                      <a:pt x="441" y="28"/>
                      <a:pt x="451" y="12"/>
                      <a:pt x="468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1" name="Freeform 1478">
                <a:extLst>
                  <a:ext uri="{FF2B5EF4-FFF2-40B4-BE49-F238E27FC236}">
                    <a16:creationId xmlns:a16="http://schemas.microsoft.com/office/drawing/2014/main" id="{EB616457-F4E6-49BA-BD74-0FB6105F2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639"/>
                <a:ext cx="163" cy="60"/>
              </a:xfrm>
              <a:custGeom>
                <a:avLst/>
                <a:gdLst>
                  <a:gd name="T0" fmla="*/ 0 w 87"/>
                  <a:gd name="T1" fmla="*/ 96 h 30"/>
                  <a:gd name="T2" fmla="*/ 341 w 87"/>
                  <a:gd name="T3" fmla="*/ 160 h 30"/>
                  <a:gd name="T4" fmla="*/ 571 w 87"/>
                  <a:gd name="T5" fmla="*/ 184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30">
                    <a:moveTo>
                      <a:pt x="0" y="12"/>
                    </a:moveTo>
                    <a:cubicBezTo>
                      <a:pt x="11" y="0"/>
                      <a:pt x="42" y="14"/>
                      <a:pt x="52" y="20"/>
                    </a:cubicBezTo>
                    <a:cubicBezTo>
                      <a:pt x="68" y="30"/>
                      <a:pt x="70" y="28"/>
                      <a:pt x="87" y="2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2" name="Freeform 1479">
                <a:extLst>
                  <a:ext uri="{FF2B5EF4-FFF2-40B4-BE49-F238E27FC236}">
                    <a16:creationId xmlns:a16="http://schemas.microsoft.com/office/drawing/2014/main" id="{E073FBF4-76C1-4E40-999D-5876C50B5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669"/>
                <a:ext cx="425" cy="48"/>
              </a:xfrm>
              <a:custGeom>
                <a:avLst/>
                <a:gdLst>
                  <a:gd name="T0" fmla="*/ 0 w 226"/>
                  <a:gd name="T1" fmla="*/ 32 h 24"/>
                  <a:gd name="T2" fmla="*/ 265 w 226"/>
                  <a:gd name="T3" fmla="*/ 88 h 24"/>
                  <a:gd name="T4" fmla="*/ 425 w 226"/>
                  <a:gd name="T5" fmla="*/ 8 h 24"/>
                  <a:gd name="T6" fmla="*/ 530 w 226"/>
                  <a:gd name="T7" fmla="*/ 96 h 24"/>
                  <a:gd name="T8" fmla="*/ 756 w 226"/>
                  <a:gd name="T9" fmla="*/ 72 h 24"/>
                  <a:gd name="T10" fmla="*/ 1019 w 226"/>
                  <a:gd name="T11" fmla="*/ 128 h 24"/>
                  <a:gd name="T12" fmla="*/ 1202 w 226"/>
                  <a:gd name="T13" fmla="*/ 120 h 24"/>
                  <a:gd name="T14" fmla="*/ 1503 w 226"/>
                  <a:gd name="T15" fmla="*/ 192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6" h="24">
                    <a:moveTo>
                      <a:pt x="0" y="4"/>
                    </a:moveTo>
                    <a:cubicBezTo>
                      <a:pt x="12" y="9"/>
                      <a:pt x="26" y="13"/>
                      <a:pt x="40" y="11"/>
                    </a:cubicBezTo>
                    <a:cubicBezTo>
                      <a:pt x="46" y="9"/>
                      <a:pt x="58" y="0"/>
                      <a:pt x="64" y="1"/>
                    </a:cubicBezTo>
                    <a:cubicBezTo>
                      <a:pt x="69" y="1"/>
                      <a:pt x="74" y="9"/>
                      <a:pt x="80" y="12"/>
                    </a:cubicBezTo>
                    <a:cubicBezTo>
                      <a:pt x="93" y="18"/>
                      <a:pt x="102" y="11"/>
                      <a:pt x="114" y="9"/>
                    </a:cubicBezTo>
                    <a:cubicBezTo>
                      <a:pt x="128" y="7"/>
                      <a:pt x="141" y="11"/>
                      <a:pt x="153" y="16"/>
                    </a:cubicBezTo>
                    <a:cubicBezTo>
                      <a:pt x="168" y="21"/>
                      <a:pt x="167" y="21"/>
                      <a:pt x="181" y="15"/>
                    </a:cubicBezTo>
                    <a:cubicBezTo>
                      <a:pt x="196" y="9"/>
                      <a:pt x="217" y="7"/>
                      <a:pt x="226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3" name="Freeform 1480">
                <a:extLst>
                  <a:ext uri="{FF2B5EF4-FFF2-40B4-BE49-F238E27FC236}">
                    <a16:creationId xmlns:a16="http://schemas.microsoft.com/office/drawing/2014/main" id="{FD00CD10-0309-4FF2-BE8E-68A9C1D34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657"/>
                <a:ext cx="105" cy="16"/>
              </a:xfrm>
              <a:custGeom>
                <a:avLst/>
                <a:gdLst>
                  <a:gd name="T0" fmla="*/ 0 w 56"/>
                  <a:gd name="T1" fmla="*/ 0 h 8"/>
                  <a:gd name="T2" fmla="*/ 369 w 56"/>
                  <a:gd name="T3" fmla="*/ 3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8">
                    <a:moveTo>
                      <a:pt x="0" y="0"/>
                    </a:moveTo>
                    <a:cubicBezTo>
                      <a:pt x="20" y="8"/>
                      <a:pt x="36" y="8"/>
                      <a:pt x="56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4" name="Freeform 1481">
                <a:extLst>
                  <a:ext uri="{FF2B5EF4-FFF2-40B4-BE49-F238E27FC236}">
                    <a16:creationId xmlns:a16="http://schemas.microsoft.com/office/drawing/2014/main" id="{9140946A-5CDF-41CD-9F14-57896E682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3639"/>
                <a:ext cx="87" cy="30"/>
              </a:xfrm>
              <a:custGeom>
                <a:avLst/>
                <a:gdLst>
                  <a:gd name="T0" fmla="*/ 0 w 46"/>
                  <a:gd name="T1" fmla="*/ 120 h 15"/>
                  <a:gd name="T2" fmla="*/ 312 w 46"/>
                  <a:gd name="T3" fmla="*/ 6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5">
                    <a:moveTo>
                      <a:pt x="0" y="15"/>
                    </a:moveTo>
                    <a:cubicBezTo>
                      <a:pt x="16" y="0"/>
                      <a:pt x="27" y="3"/>
                      <a:pt x="46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5" name="Freeform 1482">
                <a:extLst>
                  <a:ext uri="{FF2B5EF4-FFF2-40B4-BE49-F238E27FC236}">
                    <a16:creationId xmlns:a16="http://schemas.microsoft.com/office/drawing/2014/main" id="{20304D34-75A5-427C-9C77-285DB81FC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631"/>
                <a:ext cx="126" cy="44"/>
              </a:xfrm>
              <a:custGeom>
                <a:avLst/>
                <a:gdLst>
                  <a:gd name="T0" fmla="*/ 0 w 67"/>
                  <a:gd name="T1" fmla="*/ 152 h 22"/>
                  <a:gd name="T2" fmla="*/ 280 w 67"/>
                  <a:gd name="T3" fmla="*/ 168 h 22"/>
                  <a:gd name="T4" fmla="*/ 446 w 6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2">
                    <a:moveTo>
                      <a:pt x="0" y="19"/>
                    </a:moveTo>
                    <a:cubicBezTo>
                      <a:pt x="12" y="6"/>
                      <a:pt x="29" y="22"/>
                      <a:pt x="42" y="21"/>
                    </a:cubicBezTo>
                    <a:cubicBezTo>
                      <a:pt x="51" y="20"/>
                      <a:pt x="65" y="7"/>
                      <a:pt x="6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6" name="Freeform 1483">
                <a:extLst>
                  <a:ext uri="{FF2B5EF4-FFF2-40B4-BE49-F238E27FC236}">
                    <a16:creationId xmlns:a16="http://schemas.microsoft.com/office/drawing/2014/main" id="{4A123B28-313B-47AF-A676-12EF78EA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3635"/>
                <a:ext cx="78" cy="22"/>
              </a:xfrm>
              <a:custGeom>
                <a:avLst/>
                <a:gdLst>
                  <a:gd name="T0" fmla="*/ 0 w 41"/>
                  <a:gd name="T1" fmla="*/ 88 h 11"/>
                  <a:gd name="T2" fmla="*/ 282 w 41"/>
                  <a:gd name="T3" fmla="*/ 4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1">
                    <a:moveTo>
                      <a:pt x="0" y="11"/>
                    </a:moveTo>
                    <a:cubicBezTo>
                      <a:pt x="10" y="4"/>
                      <a:pt x="33" y="0"/>
                      <a:pt x="41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7" name="Freeform 1484">
                <a:extLst>
                  <a:ext uri="{FF2B5EF4-FFF2-40B4-BE49-F238E27FC236}">
                    <a16:creationId xmlns:a16="http://schemas.microsoft.com/office/drawing/2014/main" id="{91607D23-E647-4997-B467-2590DC3C9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3689"/>
                <a:ext cx="89" cy="44"/>
              </a:xfrm>
              <a:custGeom>
                <a:avLst/>
                <a:gdLst>
                  <a:gd name="T0" fmla="*/ 0 w 47"/>
                  <a:gd name="T1" fmla="*/ 24 h 22"/>
                  <a:gd name="T2" fmla="*/ 320 w 47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2">
                    <a:moveTo>
                      <a:pt x="0" y="3"/>
                    </a:moveTo>
                    <a:cubicBezTo>
                      <a:pt x="14" y="22"/>
                      <a:pt x="33" y="10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8" name="Freeform 1485">
                <a:extLst>
                  <a:ext uri="{FF2B5EF4-FFF2-40B4-BE49-F238E27FC236}">
                    <a16:creationId xmlns:a16="http://schemas.microsoft.com/office/drawing/2014/main" id="{0125E0D5-A0F1-4138-B933-E1CDBA43A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3621"/>
                <a:ext cx="83" cy="36"/>
              </a:xfrm>
              <a:custGeom>
                <a:avLst/>
                <a:gdLst>
                  <a:gd name="T0" fmla="*/ 0 w 44"/>
                  <a:gd name="T1" fmla="*/ 112 h 18"/>
                  <a:gd name="T2" fmla="*/ 296 w 44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8">
                    <a:moveTo>
                      <a:pt x="0" y="14"/>
                    </a:moveTo>
                    <a:cubicBezTo>
                      <a:pt x="14" y="0"/>
                      <a:pt x="30" y="12"/>
                      <a:pt x="44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9" name="Freeform 1486">
                <a:extLst>
                  <a:ext uri="{FF2B5EF4-FFF2-40B4-BE49-F238E27FC236}">
                    <a16:creationId xmlns:a16="http://schemas.microsoft.com/office/drawing/2014/main" id="{02F00C6A-B240-4FF3-A22F-EE2AE107C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655"/>
                <a:ext cx="103" cy="18"/>
              </a:xfrm>
              <a:custGeom>
                <a:avLst/>
                <a:gdLst>
                  <a:gd name="T0" fmla="*/ 0 w 55"/>
                  <a:gd name="T1" fmla="*/ 24 h 9"/>
                  <a:gd name="T2" fmla="*/ 361 w 5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9">
                    <a:moveTo>
                      <a:pt x="0" y="3"/>
                    </a:moveTo>
                    <a:cubicBezTo>
                      <a:pt x="20" y="6"/>
                      <a:pt x="38" y="9"/>
                      <a:pt x="5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0" name="Freeform 1487">
                <a:extLst>
                  <a:ext uri="{FF2B5EF4-FFF2-40B4-BE49-F238E27FC236}">
                    <a16:creationId xmlns:a16="http://schemas.microsoft.com/office/drawing/2014/main" id="{CD73C94B-AADD-4F20-934A-1B1264BF8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3621"/>
                <a:ext cx="101" cy="32"/>
              </a:xfrm>
              <a:custGeom>
                <a:avLst/>
                <a:gdLst>
                  <a:gd name="T0" fmla="*/ 0 w 54"/>
                  <a:gd name="T1" fmla="*/ 104 h 16"/>
                  <a:gd name="T2" fmla="*/ 354 w 54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6">
                    <a:moveTo>
                      <a:pt x="0" y="13"/>
                    </a:moveTo>
                    <a:cubicBezTo>
                      <a:pt x="17" y="0"/>
                      <a:pt x="37" y="11"/>
                      <a:pt x="54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1" name="Freeform 1488">
                <a:extLst>
                  <a:ext uri="{FF2B5EF4-FFF2-40B4-BE49-F238E27FC236}">
                    <a16:creationId xmlns:a16="http://schemas.microsoft.com/office/drawing/2014/main" id="{546F7BC1-8AD1-4B06-86E4-526C9197D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3693"/>
                <a:ext cx="81" cy="30"/>
              </a:xfrm>
              <a:custGeom>
                <a:avLst/>
                <a:gdLst>
                  <a:gd name="T0" fmla="*/ 0 w 43"/>
                  <a:gd name="T1" fmla="*/ 0 h 15"/>
                  <a:gd name="T2" fmla="*/ 288 w 43"/>
                  <a:gd name="T3" fmla="*/ 1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0"/>
                    </a:moveTo>
                    <a:cubicBezTo>
                      <a:pt x="19" y="15"/>
                      <a:pt x="25" y="8"/>
                      <a:pt x="43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2" name="Freeform 1489">
                <a:extLst>
                  <a:ext uri="{FF2B5EF4-FFF2-40B4-BE49-F238E27FC236}">
                    <a16:creationId xmlns:a16="http://schemas.microsoft.com/office/drawing/2014/main" id="{B54B0413-F7CA-41A0-A320-08241A089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3695"/>
                <a:ext cx="109" cy="26"/>
              </a:xfrm>
              <a:custGeom>
                <a:avLst/>
                <a:gdLst>
                  <a:gd name="T0" fmla="*/ 0 w 58"/>
                  <a:gd name="T1" fmla="*/ 8 h 13"/>
                  <a:gd name="T2" fmla="*/ 160 w 58"/>
                  <a:gd name="T3" fmla="*/ 88 h 13"/>
                  <a:gd name="T4" fmla="*/ 385 w 58"/>
                  <a:gd name="T5" fmla="*/ 5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3">
                    <a:moveTo>
                      <a:pt x="0" y="1"/>
                    </a:moveTo>
                    <a:cubicBezTo>
                      <a:pt x="3" y="0"/>
                      <a:pt x="16" y="9"/>
                      <a:pt x="24" y="11"/>
                    </a:cubicBezTo>
                    <a:cubicBezTo>
                      <a:pt x="35" y="13"/>
                      <a:pt x="46" y="8"/>
                      <a:pt x="58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3" name="Freeform 1490">
                <a:extLst>
                  <a:ext uri="{FF2B5EF4-FFF2-40B4-BE49-F238E27FC236}">
                    <a16:creationId xmlns:a16="http://schemas.microsoft.com/office/drawing/2014/main" id="{4F3A7789-1B54-4B86-A11E-738D90664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3681"/>
                <a:ext cx="103" cy="36"/>
              </a:xfrm>
              <a:custGeom>
                <a:avLst/>
                <a:gdLst>
                  <a:gd name="T0" fmla="*/ 7 w 55"/>
                  <a:gd name="T1" fmla="*/ 64 h 18"/>
                  <a:gd name="T2" fmla="*/ 0 w 55"/>
                  <a:gd name="T3" fmla="*/ 40 h 18"/>
                  <a:gd name="T4" fmla="*/ 210 w 55"/>
                  <a:gd name="T5" fmla="*/ 48 h 18"/>
                  <a:gd name="T6" fmla="*/ 361 w 55"/>
                  <a:gd name="T7" fmla="*/ 1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8">
                    <a:moveTo>
                      <a:pt x="1" y="8"/>
                    </a:moveTo>
                    <a:cubicBezTo>
                      <a:pt x="0" y="8"/>
                      <a:pt x="0" y="6"/>
                      <a:pt x="0" y="5"/>
                    </a:cubicBezTo>
                    <a:cubicBezTo>
                      <a:pt x="11" y="0"/>
                      <a:pt x="22" y="2"/>
                      <a:pt x="32" y="6"/>
                    </a:cubicBezTo>
                    <a:cubicBezTo>
                      <a:pt x="40" y="9"/>
                      <a:pt x="47" y="17"/>
                      <a:pt x="55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4" name="Freeform 1491">
                <a:extLst>
                  <a:ext uri="{FF2B5EF4-FFF2-40B4-BE49-F238E27FC236}">
                    <a16:creationId xmlns:a16="http://schemas.microsoft.com/office/drawing/2014/main" id="{667422EE-1896-4B66-BB7E-097EA5E51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3645"/>
                <a:ext cx="45" cy="20"/>
              </a:xfrm>
              <a:custGeom>
                <a:avLst/>
                <a:gdLst>
                  <a:gd name="T0" fmla="*/ 0 w 24"/>
                  <a:gd name="T1" fmla="*/ 32 h 10"/>
                  <a:gd name="T2" fmla="*/ 158 w 24"/>
                  <a:gd name="T3" fmla="*/ 4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4"/>
                    </a:moveTo>
                    <a:cubicBezTo>
                      <a:pt x="8" y="0"/>
                      <a:pt x="19" y="10"/>
                      <a:pt x="24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5" name="Freeform 1492">
                <a:extLst>
                  <a:ext uri="{FF2B5EF4-FFF2-40B4-BE49-F238E27FC236}">
                    <a16:creationId xmlns:a16="http://schemas.microsoft.com/office/drawing/2014/main" id="{823CB08C-4F88-42A7-BDB5-FACEDE262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3657"/>
                <a:ext cx="66" cy="50"/>
              </a:xfrm>
              <a:custGeom>
                <a:avLst/>
                <a:gdLst>
                  <a:gd name="T0" fmla="*/ 0 w 35"/>
                  <a:gd name="T1" fmla="*/ 192 h 25"/>
                  <a:gd name="T2" fmla="*/ 168 w 35"/>
                  <a:gd name="T3" fmla="*/ 152 h 25"/>
                  <a:gd name="T4" fmla="*/ 234 w 3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5">
                    <a:moveTo>
                      <a:pt x="0" y="24"/>
                    </a:moveTo>
                    <a:cubicBezTo>
                      <a:pt x="5" y="22"/>
                      <a:pt x="17" y="25"/>
                      <a:pt x="25" y="19"/>
                    </a:cubicBezTo>
                    <a:cubicBezTo>
                      <a:pt x="29" y="15"/>
                      <a:pt x="32" y="3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6" name="Freeform 1493">
                <a:extLst>
                  <a:ext uri="{FF2B5EF4-FFF2-40B4-BE49-F238E27FC236}">
                    <a16:creationId xmlns:a16="http://schemas.microsoft.com/office/drawing/2014/main" id="{EADD6F3A-A689-4310-8C73-3F1F9A98E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3683"/>
                <a:ext cx="34" cy="10"/>
              </a:xfrm>
              <a:custGeom>
                <a:avLst/>
                <a:gdLst>
                  <a:gd name="T0" fmla="*/ 0 w 18"/>
                  <a:gd name="T1" fmla="*/ 24 h 5"/>
                  <a:gd name="T2" fmla="*/ 121 w 18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3"/>
                    </a:moveTo>
                    <a:cubicBezTo>
                      <a:pt x="6" y="0"/>
                      <a:pt x="12" y="2"/>
                      <a:pt x="18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7" name="Freeform 1494">
                <a:extLst>
                  <a:ext uri="{FF2B5EF4-FFF2-40B4-BE49-F238E27FC236}">
                    <a16:creationId xmlns:a16="http://schemas.microsoft.com/office/drawing/2014/main" id="{8DBFE15B-4F67-4BCD-961A-62602E6E6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3631"/>
                <a:ext cx="107" cy="50"/>
              </a:xfrm>
              <a:custGeom>
                <a:avLst/>
                <a:gdLst>
                  <a:gd name="T0" fmla="*/ 0 w 57"/>
                  <a:gd name="T1" fmla="*/ 32 h 25"/>
                  <a:gd name="T2" fmla="*/ 377 w 57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5">
                    <a:moveTo>
                      <a:pt x="0" y="4"/>
                    </a:moveTo>
                    <a:cubicBezTo>
                      <a:pt x="13" y="25"/>
                      <a:pt x="51" y="2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8" name="Freeform 1495">
                <a:extLst>
                  <a:ext uri="{FF2B5EF4-FFF2-40B4-BE49-F238E27FC236}">
                    <a16:creationId xmlns:a16="http://schemas.microsoft.com/office/drawing/2014/main" id="{63053F8D-A732-495F-AD88-9C297D4D8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992"/>
                <a:ext cx="15" cy="10"/>
              </a:xfrm>
              <a:custGeom>
                <a:avLst/>
                <a:gdLst>
                  <a:gd name="T0" fmla="*/ 0 w 8"/>
                  <a:gd name="T1" fmla="*/ 0 h 5"/>
                  <a:gd name="T2" fmla="*/ 53 w 8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2"/>
                      <a:pt x="5" y="5"/>
                      <a:pt x="8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9" name="Freeform 1496">
                <a:extLst>
                  <a:ext uri="{FF2B5EF4-FFF2-40B4-BE49-F238E27FC236}">
                    <a16:creationId xmlns:a16="http://schemas.microsoft.com/office/drawing/2014/main" id="{2EC1893D-5679-404B-9071-063AFB277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996"/>
                <a:ext cx="15" cy="8"/>
              </a:xfrm>
              <a:custGeom>
                <a:avLst/>
                <a:gdLst>
                  <a:gd name="T0" fmla="*/ 0 w 8"/>
                  <a:gd name="T1" fmla="*/ 8 h 4"/>
                  <a:gd name="T2" fmla="*/ 53 w 8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2" y="0"/>
                      <a:pt x="6" y="0"/>
                      <a:pt x="8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0" name="Freeform 1497">
                <a:extLst>
                  <a:ext uri="{FF2B5EF4-FFF2-40B4-BE49-F238E27FC236}">
                    <a16:creationId xmlns:a16="http://schemas.microsoft.com/office/drawing/2014/main" id="{3B4FA293-2901-4781-98DE-15CB90AA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3139"/>
                <a:ext cx="17" cy="8"/>
              </a:xfrm>
              <a:custGeom>
                <a:avLst/>
                <a:gdLst>
                  <a:gd name="T0" fmla="*/ 0 w 9"/>
                  <a:gd name="T1" fmla="*/ 0 h 4"/>
                  <a:gd name="T2" fmla="*/ 60 w 9"/>
                  <a:gd name="T3" fmla="*/ 2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2" y="2"/>
                      <a:pt x="6" y="4"/>
                      <a:pt x="9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1" name="Freeform 1498">
                <a:extLst>
                  <a:ext uri="{FF2B5EF4-FFF2-40B4-BE49-F238E27FC236}">
                    <a16:creationId xmlns:a16="http://schemas.microsoft.com/office/drawing/2014/main" id="{79EBA728-A73A-4FCB-9840-9D30EA856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143"/>
                <a:ext cx="17" cy="4"/>
              </a:xfrm>
              <a:custGeom>
                <a:avLst/>
                <a:gdLst>
                  <a:gd name="T0" fmla="*/ 0 w 9"/>
                  <a:gd name="T1" fmla="*/ 16 h 2"/>
                  <a:gd name="T2" fmla="*/ 60 w 9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2"/>
                      <a:pt x="6" y="0"/>
                      <a:pt x="9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2" name="Freeform 1499">
                <a:extLst>
                  <a:ext uri="{FF2B5EF4-FFF2-40B4-BE49-F238E27FC236}">
                    <a16:creationId xmlns:a16="http://schemas.microsoft.com/office/drawing/2014/main" id="{2CCB5740-D450-47A9-955A-E3376F4B0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317"/>
                <a:ext cx="15" cy="6"/>
              </a:xfrm>
              <a:custGeom>
                <a:avLst/>
                <a:gdLst>
                  <a:gd name="T0" fmla="*/ 0 w 8"/>
                  <a:gd name="T1" fmla="*/ 8 h 3"/>
                  <a:gd name="T2" fmla="*/ 53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3" y="3"/>
                      <a:pt x="6" y="1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3" name="Freeform 1500">
                <a:extLst>
                  <a:ext uri="{FF2B5EF4-FFF2-40B4-BE49-F238E27FC236}">
                    <a16:creationId xmlns:a16="http://schemas.microsoft.com/office/drawing/2014/main" id="{E3746DC6-B1CF-4210-AA7B-7AEAD5974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319"/>
                <a:ext cx="15" cy="8"/>
              </a:xfrm>
              <a:custGeom>
                <a:avLst/>
                <a:gdLst>
                  <a:gd name="T0" fmla="*/ 0 w 8"/>
                  <a:gd name="T1" fmla="*/ 32 h 4"/>
                  <a:gd name="T2" fmla="*/ 53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1"/>
                      <a:pt x="5" y="0"/>
                      <a:pt x="8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4" name="Freeform 1501">
                <a:extLst>
                  <a:ext uri="{FF2B5EF4-FFF2-40B4-BE49-F238E27FC236}">
                    <a16:creationId xmlns:a16="http://schemas.microsoft.com/office/drawing/2014/main" id="{FD0D00FD-7AD9-4033-9C40-F23FCB3FA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731"/>
                <a:ext cx="11" cy="30"/>
              </a:xfrm>
              <a:custGeom>
                <a:avLst/>
                <a:gdLst>
                  <a:gd name="T0" fmla="*/ 0 w 6"/>
                  <a:gd name="T1" fmla="*/ 0 h 15"/>
                  <a:gd name="T2" fmla="*/ 13 w 6"/>
                  <a:gd name="T3" fmla="*/ 64 h 15"/>
                  <a:gd name="T4" fmla="*/ 37 w 6"/>
                  <a:gd name="T5" fmla="*/ 1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3" y="11"/>
                      <a:pt x="6" y="13"/>
                      <a:pt x="6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5" name="Freeform 1502">
                <a:extLst>
                  <a:ext uri="{FF2B5EF4-FFF2-40B4-BE49-F238E27FC236}">
                    <a16:creationId xmlns:a16="http://schemas.microsoft.com/office/drawing/2014/main" id="{4CCC7AC8-6C79-457E-901B-083427978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747"/>
                <a:ext cx="2" cy="18"/>
              </a:xfrm>
              <a:custGeom>
                <a:avLst/>
                <a:gdLst>
                  <a:gd name="T0" fmla="*/ 0 w 1"/>
                  <a:gd name="T1" fmla="*/ 0 h 9"/>
                  <a:gd name="T2" fmla="*/ 8 w 1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1" y="3"/>
                      <a:pt x="1" y="6"/>
                      <a:pt x="1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6" name="Freeform 1503">
                <a:extLst>
                  <a:ext uri="{FF2B5EF4-FFF2-40B4-BE49-F238E27FC236}">
                    <a16:creationId xmlns:a16="http://schemas.microsoft.com/office/drawing/2014/main" id="{0C903D95-966E-43D3-A1B5-003245316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888"/>
                <a:ext cx="22" cy="24"/>
              </a:xfrm>
              <a:custGeom>
                <a:avLst/>
                <a:gdLst>
                  <a:gd name="T0" fmla="*/ 0 w 12"/>
                  <a:gd name="T1" fmla="*/ 0 h 12"/>
                  <a:gd name="T2" fmla="*/ 73 w 12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2" y="5"/>
                      <a:pt x="8" y="9"/>
                      <a:pt x="12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7" name="Freeform 1504">
                <a:extLst>
                  <a:ext uri="{FF2B5EF4-FFF2-40B4-BE49-F238E27FC236}">
                    <a16:creationId xmlns:a16="http://schemas.microsoft.com/office/drawing/2014/main" id="{1BB1FF70-570F-4255-80C1-4B339EB82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904"/>
                <a:ext cx="6" cy="20"/>
              </a:xfrm>
              <a:custGeom>
                <a:avLst/>
                <a:gdLst>
                  <a:gd name="T0" fmla="*/ 0 w 3"/>
                  <a:gd name="T1" fmla="*/ 0 h 10"/>
                  <a:gd name="T2" fmla="*/ 24 w 3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1" y="3"/>
                      <a:pt x="3" y="6"/>
                      <a:pt x="3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8" name="Freeform 1505">
                <a:extLst>
                  <a:ext uri="{FF2B5EF4-FFF2-40B4-BE49-F238E27FC236}">
                    <a16:creationId xmlns:a16="http://schemas.microsoft.com/office/drawing/2014/main" id="{DABDB6A4-00C3-4390-B7D3-736532BD2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3183"/>
                <a:ext cx="32" cy="14"/>
              </a:xfrm>
              <a:custGeom>
                <a:avLst/>
                <a:gdLst>
                  <a:gd name="T0" fmla="*/ 0 w 17"/>
                  <a:gd name="T1" fmla="*/ 0 h 7"/>
                  <a:gd name="T2" fmla="*/ 113 w 17"/>
                  <a:gd name="T3" fmla="*/ 4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3" y="7"/>
                      <a:pt x="13" y="4"/>
                      <a:pt x="17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9" name="Freeform 1506">
                <a:extLst>
                  <a:ext uri="{FF2B5EF4-FFF2-40B4-BE49-F238E27FC236}">
                    <a16:creationId xmlns:a16="http://schemas.microsoft.com/office/drawing/2014/main" id="{D17E7815-4D8F-4914-8FEE-1B95D98F3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193"/>
                <a:ext cx="11" cy="10"/>
              </a:xfrm>
              <a:custGeom>
                <a:avLst/>
                <a:gdLst>
                  <a:gd name="T0" fmla="*/ 0 w 6"/>
                  <a:gd name="T1" fmla="*/ 0 h 5"/>
                  <a:gd name="T2" fmla="*/ 37 w 6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1"/>
                      <a:pt x="5" y="2"/>
                      <a:pt x="6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0" name="Freeform 1507">
                <a:extLst>
                  <a:ext uri="{FF2B5EF4-FFF2-40B4-BE49-F238E27FC236}">
                    <a16:creationId xmlns:a16="http://schemas.microsoft.com/office/drawing/2014/main" id="{3B4764A3-2983-4D6D-B301-9596E6CBB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3416"/>
                <a:ext cx="31" cy="14"/>
              </a:xfrm>
              <a:custGeom>
                <a:avLst/>
                <a:gdLst>
                  <a:gd name="T0" fmla="*/ 0 w 16"/>
                  <a:gd name="T1" fmla="*/ 40 h 7"/>
                  <a:gd name="T2" fmla="*/ 116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5"/>
                    </a:moveTo>
                    <a:cubicBezTo>
                      <a:pt x="5" y="7"/>
                      <a:pt x="11" y="3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1" name="Freeform 1508">
                <a:extLst>
                  <a:ext uri="{FF2B5EF4-FFF2-40B4-BE49-F238E27FC236}">
                    <a16:creationId xmlns:a16="http://schemas.microsoft.com/office/drawing/2014/main" id="{DDDDC40F-4B8D-44EF-8896-3576E9BD9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424"/>
                <a:ext cx="14" cy="4"/>
              </a:xfrm>
              <a:custGeom>
                <a:avLst/>
                <a:gdLst>
                  <a:gd name="T0" fmla="*/ 0 w 7"/>
                  <a:gd name="T1" fmla="*/ 0 h 2"/>
                  <a:gd name="T2" fmla="*/ 56 w 7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3" y="0"/>
                      <a:pt x="5" y="0"/>
                      <a:pt x="7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2" name="Freeform 1509">
                <a:extLst>
                  <a:ext uri="{FF2B5EF4-FFF2-40B4-BE49-F238E27FC236}">
                    <a16:creationId xmlns:a16="http://schemas.microsoft.com/office/drawing/2014/main" id="{E808BF5E-C3FC-4F2D-A788-47822E28E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629"/>
                <a:ext cx="21" cy="26"/>
              </a:xfrm>
              <a:custGeom>
                <a:avLst/>
                <a:gdLst>
                  <a:gd name="T0" fmla="*/ 76 w 11"/>
                  <a:gd name="T1" fmla="*/ 0 h 13"/>
                  <a:gd name="T2" fmla="*/ 0 w 11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11" y="0"/>
                    </a:moveTo>
                    <a:cubicBezTo>
                      <a:pt x="8" y="4"/>
                      <a:pt x="5" y="11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3" name="Freeform 1510">
                <a:extLst>
                  <a:ext uri="{FF2B5EF4-FFF2-40B4-BE49-F238E27FC236}">
                    <a16:creationId xmlns:a16="http://schemas.microsoft.com/office/drawing/2014/main" id="{35BE242E-73A3-44E0-91B8-E08B91AF0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637"/>
                <a:ext cx="12" cy="4"/>
              </a:xfrm>
              <a:custGeom>
                <a:avLst/>
                <a:gdLst>
                  <a:gd name="T0" fmla="*/ 0 w 6"/>
                  <a:gd name="T1" fmla="*/ 16 h 2"/>
                  <a:gd name="T2" fmla="*/ 48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0"/>
                      <a:pt x="6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4" name="Freeform 1511">
                <a:extLst>
                  <a:ext uri="{FF2B5EF4-FFF2-40B4-BE49-F238E27FC236}">
                    <a16:creationId xmlns:a16="http://schemas.microsoft.com/office/drawing/2014/main" id="{A2573369-305A-482B-A911-527CCCD27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3681"/>
                <a:ext cx="235" cy="38"/>
              </a:xfrm>
              <a:custGeom>
                <a:avLst/>
                <a:gdLst>
                  <a:gd name="T0" fmla="*/ 0 w 125"/>
                  <a:gd name="T1" fmla="*/ 152 h 19"/>
                  <a:gd name="T2" fmla="*/ 180 w 125"/>
                  <a:gd name="T3" fmla="*/ 8 h 19"/>
                  <a:gd name="T4" fmla="*/ 459 w 125"/>
                  <a:gd name="T5" fmla="*/ 40 h 19"/>
                  <a:gd name="T6" fmla="*/ 566 w 125"/>
                  <a:gd name="T7" fmla="*/ 24 h 19"/>
                  <a:gd name="T8" fmla="*/ 671 w 125"/>
                  <a:gd name="T9" fmla="*/ 88 h 19"/>
                  <a:gd name="T10" fmla="*/ 831 w 125"/>
                  <a:gd name="T11" fmla="*/ 8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19">
                    <a:moveTo>
                      <a:pt x="0" y="19"/>
                    </a:moveTo>
                    <a:cubicBezTo>
                      <a:pt x="8" y="11"/>
                      <a:pt x="13" y="0"/>
                      <a:pt x="27" y="1"/>
                    </a:cubicBezTo>
                    <a:cubicBezTo>
                      <a:pt x="41" y="2"/>
                      <a:pt x="54" y="7"/>
                      <a:pt x="69" y="5"/>
                    </a:cubicBezTo>
                    <a:cubicBezTo>
                      <a:pt x="74" y="4"/>
                      <a:pt x="79" y="3"/>
                      <a:pt x="85" y="3"/>
                    </a:cubicBezTo>
                    <a:cubicBezTo>
                      <a:pt x="91" y="4"/>
                      <a:pt x="95" y="9"/>
                      <a:pt x="101" y="11"/>
                    </a:cubicBezTo>
                    <a:cubicBezTo>
                      <a:pt x="109" y="14"/>
                      <a:pt x="118" y="11"/>
                      <a:pt x="125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5" name="Freeform 1512">
                <a:extLst>
                  <a:ext uri="{FF2B5EF4-FFF2-40B4-BE49-F238E27FC236}">
                    <a16:creationId xmlns:a16="http://schemas.microsoft.com/office/drawing/2014/main" id="{562D3F0A-7F08-4D41-878A-A59C9687E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3669"/>
                <a:ext cx="75" cy="20"/>
              </a:xfrm>
              <a:custGeom>
                <a:avLst/>
                <a:gdLst>
                  <a:gd name="T0" fmla="*/ 0 w 40"/>
                  <a:gd name="T1" fmla="*/ 80 h 10"/>
                  <a:gd name="T2" fmla="*/ 186 w 40"/>
                  <a:gd name="T3" fmla="*/ 8 h 10"/>
                  <a:gd name="T4" fmla="*/ 264 w 40"/>
                  <a:gd name="T5" fmla="*/ 2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0">
                    <a:moveTo>
                      <a:pt x="0" y="10"/>
                    </a:moveTo>
                    <a:cubicBezTo>
                      <a:pt x="10" y="7"/>
                      <a:pt x="16" y="0"/>
                      <a:pt x="28" y="1"/>
                    </a:cubicBezTo>
                    <a:cubicBezTo>
                      <a:pt x="31" y="1"/>
                      <a:pt x="37" y="1"/>
                      <a:pt x="4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6" name="Freeform 1513">
                <a:extLst>
                  <a:ext uri="{FF2B5EF4-FFF2-40B4-BE49-F238E27FC236}">
                    <a16:creationId xmlns:a16="http://schemas.microsoft.com/office/drawing/2014/main" id="{75415BF5-444D-4F65-9607-08C2DE214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3627"/>
                <a:ext cx="124" cy="34"/>
              </a:xfrm>
              <a:custGeom>
                <a:avLst/>
                <a:gdLst>
                  <a:gd name="T0" fmla="*/ 0 w 66"/>
                  <a:gd name="T1" fmla="*/ 0 h 17"/>
                  <a:gd name="T2" fmla="*/ 53 w 66"/>
                  <a:gd name="T3" fmla="*/ 56 h 17"/>
                  <a:gd name="T4" fmla="*/ 233 w 66"/>
                  <a:gd name="T5" fmla="*/ 120 h 17"/>
                  <a:gd name="T6" fmla="*/ 406 w 66"/>
                  <a:gd name="T7" fmla="*/ 40 h 17"/>
                  <a:gd name="T8" fmla="*/ 438 w 6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7">
                    <a:moveTo>
                      <a:pt x="0" y="0"/>
                    </a:moveTo>
                    <a:cubicBezTo>
                      <a:pt x="3" y="1"/>
                      <a:pt x="6" y="5"/>
                      <a:pt x="8" y="7"/>
                    </a:cubicBezTo>
                    <a:cubicBezTo>
                      <a:pt x="15" y="15"/>
                      <a:pt x="24" y="17"/>
                      <a:pt x="35" y="15"/>
                    </a:cubicBezTo>
                    <a:cubicBezTo>
                      <a:pt x="43" y="13"/>
                      <a:pt x="55" y="11"/>
                      <a:pt x="61" y="5"/>
                    </a:cubicBezTo>
                    <a:cubicBezTo>
                      <a:pt x="63" y="4"/>
                      <a:pt x="64" y="2"/>
                      <a:pt x="6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7" name="Freeform 1514">
                <a:extLst>
                  <a:ext uri="{FF2B5EF4-FFF2-40B4-BE49-F238E27FC236}">
                    <a16:creationId xmlns:a16="http://schemas.microsoft.com/office/drawing/2014/main" id="{9C0F647D-61B5-4D92-A8B9-4395E8793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3653"/>
                <a:ext cx="113" cy="34"/>
              </a:xfrm>
              <a:custGeom>
                <a:avLst/>
                <a:gdLst>
                  <a:gd name="T0" fmla="*/ 0 w 60"/>
                  <a:gd name="T1" fmla="*/ 112 h 17"/>
                  <a:gd name="T2" fmla="*/ 60 w 60"/>
                  <a:gd name="T3" fmla="*/ 64 h 17"/>
                  <a:gd name="T4" fmla="*/ 241 w 60"/>
                  <a:gd name="T5" fmla="*/ 8 h 17"/>
                  <a:gd name="T6" fmla="*/ 401 w 60"/>
                  <a:gd name="T7" fmla="*/ 13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7">
                    <a:moveTo>
                      <a:pt x="0" y="14"/>
                    </a:moveTo>
                    <a:cubicBezTo>
                      <a:pt x="3" y="13"/>
                      <a:pt x="6" y="10"/>
                      <a:pt x="9" y="8"/>
                    </a:cubicBezTo>
                    <a:cubicBezTo>
                      <a:pt x="17" y="4"/>
                      <a:pt x="27" y="0"/>
                      <a:pt x="36" y="1"/>
                    </a:cubicBezTo>
                    <a:cubicBezTo>
                      <a:pt x="47" y="2"/>
                      <a:pt x="52" y="13"/>
                      <a:pt x="60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8" name="Freeform 1515">
                <a:extLst>
                  <a:ext uri="{FF2B5EF4-FFF2-40B4-BE49-F238E27FC236}">
                    <a16:creationId xmlns:a16="http://schemas.microsoft.com/office/drawing/2014/main" id="{2C846C74-0AC4-4FA9-8153-EBE74CDB5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3637"/>
                <a:ext cx="96" cy="32"/>
              </a:xfrm>
              <a:custGeom>
                <a:avLst/>
                <a:gdLst>
                  <a:gd name="T0" fmla="*/ 0 w 51"/>
                  <a:gd name="T1" fmla="*/ 0 h 16"/>
                  <a:gd name="T2" fmla="*/ 53 w 51"/>
                  <a:gd name="T3" fmla="*/ 16 h 16"/>
                  <a:gd name="T4" fmla="*/ 105 w 51"/>
                  <a:gd name="T5" fmla="*/ 64 h 16"/>
                  <a:gd name="T6" fmla="*/ 241 w 51"/>
                  <a:gd name="T7" fmla="*/ 72 h 16"/>
                  <a:gd name="T8" fmla="*/ 341 w 51"/>
                  <a:gd name="T9" fmla="*/ 12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cubicBezTo>
                      <a:pt x="3" y="1"/>
                      <a:pt x="5" y="1"/>
                      <a:pt x="8" y="2"/>
                    </a:cubicBezTo>
                    <a:cubicBezTo>
                      <a:pt x="11" y="3"/>
                      <a:pt x="13" y="6"/>
                      <a:pt x="16" y="8"/>
                    </a:cubicBezTo>
                    <a:cubicBezTo>
                      <a:pt x="23" y="12"/>
                      <a:pt x="29" y="10"/>
                      <a:pt x="36" y="9"/>
                    </a:cubicBezTo>
                    <a:cubicBezTo>
                      <a:pt x="43" y="8"/>
                      <a:pt x="46" y="13"/>
                      <a:pt x="51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9" name="Freeform 1516">
                <a:extLst>
                  <a:ext uri="{FF2B5EF4-FFF2-40B4-BE49-F238E27FC236}">
                    <a16:creationId xmlns:a16="http://schemas.microsoft.com/office/drawing/2014/main" id="{B2D09964-77AB-4892-A56C-95912F64E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3631"/>
                <a:ext cx="53" cy="26"/>
              </a:xfrm>
              <a:custGeom>
                <a:avLst/>
                <a:gdLst>
                  <a:gd name="T0" fmla="*/ 0 w 28"/>
                  <a:gd name="T1" fmla="*/ 104 h 13"/>
                  <a:gd name="T2" fmla="*/ 32 w 28"/>
                  <a:gd name="T3" fmla="*/ 64 h 13"/>
                  <a:gd name="T4" fmla="*/ 100 w 28"/>
                  <a:gd name="T5" fmla="*/ 32 h 13"/>
                  <a:gd name="T6" fmla="*/ 189 w 2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3">
                    <a:moveTo>
                      <a:pt x="0" y="13"/>
                    </a:moveTo>
                    <a:cubicBezTo>
                      <a:pt x="2" y="11"/>
                      <a:pt x="3" y="9"/>
                      <a:pt x="5" y="8"/>
                    </a:cubicBezTo>
                    <a:cubicBezTo>
                      <a:pt x="8" y="5"/>
                      <a:pt x="12" y="5"/>
                      <a:pt x="15" y="4"/>
                    </a:cubicBezTo>
                    <a:cubicBezTo>
                      <a:pt x="19" y="3"/>
                      <a:pt x="25" y="0"/>
                      <a:pt x="28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0" name="Freeform 1517">
                <a:extLst>
                  <a:ext uri="{FF2B5EF4-FFF2-40B4-BE49-F238E27FC236}">
                    <a16:creationId xmlns:a16="http://schemas.microsoft.com/office/drawing/2014/main" id="{6801DE0D-ADC9-4B74-89B4-A3099B3C4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3693"/>
                <a:ext cx="111" cy="26"/>
              </a:xfrm>
              <a:custGeom>
                <a:avLst/>
                <a:gdLst>
                  <a:gd name="T0" fmla="*/ 0 w 59"/>
                  <a:gd name="T1" fmla="*/ 80 h 13"/>
                  <a:gd name="T2" fmla="*/ 32 w 59"/>
                  <a:gd name="T3" fmla="*/ 72 h 13"/>
                  <a:gd name="T4" fmla="*/ 120 w 59"/>
                  <a:gd name="T5" fmla="*/ 72 h 13"/>
                  <a:gd name="T6" fmla="*/ 273 w 59"/>
                  <a:gd name="T7" fmla="*/ 88 h 13"/>
                  <a:gd name="T8" fmla="*/ 393 w 5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3">
                    <a:moveTo>
                      <a:pt x="0" y="10"/>
                    </a:moveTo>
                    <a:cubicBezTo>
                      <a:pt x="2" y="10"/>
                      <a:pt x="3" y="9"/>
                      <a:pt x="5" y="9"/>
                    </a:cubicBezTo>
                    <a:cubicBezTo>
                      <a:pt x="10" y="8"/>
                      <a:pt x="13" y="8"/>
                      <a:pt x="18" y="9"/>
                    </a:cubicBezTo>
                    <a:cubicBezTo>
                      <a:pt x="25" y="12"/>
                      <a:pt x="34" y="13"/>
                      <a:pt x="41" y="11"/>
                    </a:cubicBezTo>
                    <a:cubicBezTo>
                      <a:pt x="48" y="10"/>
                      <a:pt x="54" y="3"/>
                      <a:pt x="5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1" name="Freeform 1518">
                <a:extLst>
                  <a:ext uri="{FF2B5EF4-FFF2-40B4-BE49-F238E27FC236}">
                    <a16:creationId xmlns:a16="http://schemas.microsoft.com/office/drawing/2014/main" id="{7CC4CC9C-989D-434E-8F94-35913802A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3693"/>
                <a:ext cx="81" cy="36"/>
              </a:xfrm>
              <a:custGeom>
                <a:avLst/>
                <a:gdLst>
                  <a:gd name="T0" fmla="*/ 0 w 43"/>
                  <a:gd name="T1" fmla="*/ 0 h 18"/>
                  <a:gd name="T2" fmla="*/ 188 w 43"/>
                  <a:gd name="T3" fmla="*/ 128 h 18"/>
                  <a:gd name="T4" fmla="*/ 288 w 43"/>
                  <a:gd name="T5" fmla="*/ 5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8">
                    <a:moveTo>
                      <a:pt x="0" y="0"/>
                    </a:moveTo>
                    <a:cubicBezTo>
                      <a:pt x="6" y="10"/>
                      <a:pt x="17" y="18"/>
                      <a:pt x="28" y="16"/>
                    </a:cubicBezTo>
                    <a:cubicBezTo>
                      <a:pt x="34" y="14"/>
                      <a:pt x="38" y="10"/>
                      <a:pt x="43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2" name="Freeform 1519">
                <a:extLst>
                  <a:ext uri="{FF2B5EF4-FFF2-40B4-BE49-F238E27FC236}">
                    <a16:creationId xmlns:a16="http://schemas.microsoft.com/office/drawing/2014/main" id="{CE5810FB-7B0B-4D83-9DB3-8BA773159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627"/>
                <a:ext cx="126" cy="30"/>
              </a:xfrm>
              <a:custGeom>
                <a:avLst/>
                <a:gdLst>
                  <a:gd name="T0" fmla="*/ 0 w 67"/>
                  <a:gd name="T1" fmla="*/ 80 h 15"/>
                  <a:gd name="T2" fmla="*/ 248 w 67"/>
                  <a:gd name="T3" fmla="*/ 32 h 15"/>
                  <a:gd name="T4" fmla="*/ 365 w 67"/>
                  <a:gd name="T5" fmla="*/ 88 h 15"/>
                  <a:gd name="T6" fmla="*/ 446 w 67"/>
                  <a:gd name="T7" fmla="*/ 10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5">
                    <a:moveTo>
                      <a:pt x="0" y="10"/>
                    </a:moveTo>
                    <a:cubicBezTo>
                      <a:pt x="11" y="5"/>
                      <a:pt x="24" y="0"/>
                      <a:pt x="37" y="4"/>
                    </a:cubicBezTo>
                    <a:cubicBezTo>
                      <a:pt x="43" y="6"/>
                      <a:pt x="49" y="9"/>
                      <a:pt x="55" y="11"/>
                    </a:cubicBezTo>
                    <a:cubicBezTo>
                      <a:pt x="59" y="12"/>
                      <a:pt x="63" y="15"/>
                      <a:pt x="67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3" name="Freeform 1520">
                <a:extLst>
                  <a:ext uri="{FF2B5EF4-FFF2-40B4-BE49-F238E27FC236}">
                    <a16:creationId xmlns:a16="http://schemas.microsoft.com/office/drawing/2014/main" id="{6D4C18EC-48F4-4488-9814-5AD4FA166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3629"/>
                <a:ext cx="107" cy="24"/>
              </a:xfrm>
              <a:custGeom>
                <a:avLst/>
                <a:gdLst>
                  <a:gd name="T0" fmla="*/ 0 w 57"/>
                  <a:gd name="T1" fmla="*/ 96 h 12"/>
                  <a:gd name="T2" fmla="*/ 240 w 57"/>
                  <a:gd name="T3" fmla="*/ 16 h 12"/>
                  <a:gd name="T4" fmla="*/ 325 w 57"/>
                  <a:gd name="T5" fmla="*/ 48 h 12"/>
                  <a:gd name="T6" fmla="*/ 377 w 57"/>
                  <a:gd name="T7" fmla="*/ 8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12">
                    <a:moveTo>
                      <a:pt x="0" y="12"/>
                    </a:moveTo>
                    <a:cubicBezTo>
                      <a:pt x="12" y="8"/>
                      <a:pt x="22" y="0"/>
                      <a:pt x="36" y="2"/>
                    </a:cubicBezTo>
                    <a:cubicBezTo>
                      <a:pt x="40" y="3"/>
                      <a:pt x="45" y="4"/>
                      <a:pt x="49" y="6"/>
                    </a:cubicBezTo>
                    <a:cubicBezTo>
                      <a:pt x="51" y="7"/>
                      <a:pt x="56" y="10"/>
                      <a:pt x="57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4" name="Freeform 1521">
                <a:extLst>
                  <a:ext uri="{FF2B5EF4-FFF2-40B4-BE49-F238E27FC236}">
                    <a16:creationId xmlns:a16="http://schemas.microsoft.com/office/drawing/2014/main" id="{226E922F-7315-44B5-83C2-AED2D1E5F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745"/>
                <a:ext cx="313" cy="48"/>
              </a:xfrm>
              <a:custGeom>
                <a:avLst/>
                <a:gdLst>
                  <a:gd name="T0" fmla="*/ 0 w 166"/>
                  <a:gd name="T1" fmla="*/ 160 h 24"/>
                  <a:gd name="T2" fmla="*/ 113 w 166"/>
                  <a:gd name="T3" fmla="*/ 144 h 24"/>
                  <a:gd name="T4" fmla="*/ 266 w 166"/>
                  <a:gd name="T5" fmla="*/ 152 h 24"/>
                  <a:gd name="T6" fmla="*/ 483 w 166"/>
                  <a:gd name="T7" fmla="*/ 160 h 24"/>
                  <a:gd name="T8" fmla="*/ 666 w 166"/>
                  <a:gd name="T9" fmla="*/ 64 h 24"/>
                  <a:gd name="T10" fmla="*/ 1112 w 16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24">
                    <a:moveTo>
                      <a:pt x="0" y="20"/>
                    </a:moveTo>
                    <a:cubicBezTo>
                      <a:pt x="5" y="22"/>
                      <a:pt x="11" y="19"/>
                      <a:pt x="17" y="18"/>
                    </a:cubicBezTo>
                    <a:cubicBezTo>
                      <a:pt x="26" y="16"/>
                      <a:pt x="32" y="17"/>
                      <a:pt x="40" y="19"/>
                    </a:cubicBezTo>
                    <a:cubicBezTo>
                      <a:pt x="50" y="21"/>
                      <a:pt x="62" y="22"/>
                      <a:pt x="72" y="20"/>
                    </a:cubicBezTo>
                    <a:cubicBezTo>
                      <a:pt x="82" y="18"/>
                      <a:pt x="89" y="10"/>
                      <a:pt x="99" y="8"/>
                    </a:cubicBezTo>
                    <a:cubicBezTo>
                      <a:pt x="118" y="3"/>
                      <a:pt x="155" y="24"/>
                      <a:pt x="16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5" name="Freeform 1522">
                <a:extLst>
                  <a:ext uri="{FF2B5EF4-FFF2-40B4-BE49-F238E27FC236}">
                    <a16:creationId xmlns:a16="http://schemas.microsoft.com/office/drawing/2014/main" id="{9EFB1D18-38B8-4CFF-A72B-59ED9F195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745"/>
                <a:ext cx="498" cy="66"/>
              </a:xfrm>
              <a:custGeom>
                <a:avLst/>
                <a:gdLst>
                  <a:gd name="T0" fmla="*/ 0 w 265"/>
                  <a:gd name="T1" fmla="*/ 136 h 33"/>
                  <a:gd name="T2" fmla="*/ 318 w 265"/>
                  <a:gd name="T3" fmla="*/ 104 h 33"/>
                  <a:gd name="T4" fmla="*/ 393 w 265"/>
                  <a:gd name="T5" fmla="*/ 160 h 33"/>
                  <a:gd name="T6" fmla="*/ 590 w 265"/>
                  <a:gd name="T7" fmla="*/ 184 h 33"/>
                  <a:gd name="T8" fmla="*/ 1156 w 265"/>
                  <a:gd name="T9" fmla="*/ 64 h 33"/>
                  <a:gd name="T10" fmla="*/ 1394 w 265"/>
                  <a:gd name="T11" fmla="*/ 192 h 33"/>
                  <a:gd name="T12" fmla="*/ 1624 w 265"/>
                  <a:gd name="T13" fmla="*/ 152 h 33"/>
                  <a:gd name="T14" fmla="*/ 1759 w 265"/>
                  <a:gd name="T15" fmla="*/ 88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33">
                    <a:moveTo>
                      <a:pt x="0" y="17"/>
                    </a:moveTo>
                    <a:cubicBezTo>
                      <a:pt x="8" y="33"/>
                      <a:pt x="37" y="8"/>
                      <a:pt x="48" y="13"/>
                    </a:cubicBezTo>
                    <a:cubicBezTo>
                      <a:pt x="52" y="14"/>
                      <a:pt x="55" y="18"/>
                      <a:pt x="59" y="20"/>
                    </a:cubicBezTo>
                    <a:cubicBezTo>
                      <a:pt x="69" y="25"/>
                      <a:pt x="78" y="25"/>
                      <a:pt x="89" y="23"/>
                    </a:cubicBezTo>
                    <a:cubicBezTo>
                      <a:pt x="117" y="19"/>
                      <a:pt x="144" y="0"/>
                      <a:pt x="174" y="8"/>
                    </a:cubicBezTo>
                    <a:cubicBezTo>
                      <a:pt x="187" y="12"/>
                      <a:pt x="197" y="22"/>
                      <a:pt x="210" y="24"/>
                    </a:cubicBezTo>
                    <a:cubicBezTo>
                      <a:pt x="223" y="27"/>
                      <a:pt x="233" y="25"/>
                      <a:pt x="245" y="19"/>
                    </a:cubicBezTo>
                    <a:cubicBezTo>
                      <a:pt x="252" y="15"/>
                      <a:pt x="257" y="11"/>
                      <a:pt x="265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6" name="Freeform 1523">
                <a:extLst>
                  <a:ext uri="{FF2B5EF4-FFF2-40B4-BE49-F238E27FC236}">
                    <a16:creationId xmlns:a16="http://schemas.microsoft.com/office/drawing/2014/main" id="{FF0BCE10-0911-47C0-B1B9-31AAEEF3D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785"/>
                <a:ext cx="256" cy="72"/>
              </a:xfrm>
              <a:custGeom>
                <a:avLst/>
                <a:gdLst>
                  <a:gd name="T0" fmla="*/ 0 w 136"/>
                  <a:gd name="T1" fmla="*/ 224 h 36"/>
                  <a:gd name="T2" fmla="*/ 265 w 136"/>
                  <a:gd name="T3" fmla="*/ 144 h 36"/>
                  <a:gd name="T4" fmla="*/ 454 w 136"/>
                  <a:gd name="T5" fmla="*/ 168 h 36"/>
                  <a:gd name="T6" fmla="*/ 651 w 136"/>
                  <a:gd name="T7" fmla="*/ 112 h 36"/>
                  <a:gd name="T8" fmla="*/ 907 w 136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36">
                    <a:moveTo>
                      <a:pt x="0" y="28"/>
                    </a:moveTo>
                    <a:cubicBezTo>
                      <a:pt x="10" y="36"/>
                      <a:pt x="29" y="19"/>
                      <a:pt x="40" y="18"/>
                    </a:cubicBezTo>
                    <a:cubicBezTo>
                      <a:pt x="50" y="18"/>
                      <a:pt x="58" y="22"/>
                      <a:pt x="68" y="21"/>
                    </a:cubicBezTo>
                    <a:cubicBezTo>
                      <a:pt x="78" y="20"/>
                      <a:pt x="89" y="17"/>
                      <a:pt x="98" y="14"/>
                    </a:cubicBezTo>
                    <a:cubicBezTo>
                      <a:pt x="112" y="9"/>
                      <a:pt x="125" y="10"/>
                      <a:pt x="13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7" name="Freeform 1524">
                <a:extLst>
                  <a:ext uri="{FF2B5EF4-FFF2-40B4-BE49-F238E27FC236}">
                    <a16:creationId xmlns:a16="http://schemas.microsoft.com/office/drawing/2014/main" id="{B0C503BE-6ECB-41ED-A692-F08B6788D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789"/>
                <a:ext cx="34" cy="18"/>
              </a:xfrm>
              <a:custGeom>
                <a:avLst/>
                <a:gdLst>
                  <a:gd name="T0" fmla="*/ 0 w 18"/>
                  <a:gd name="T1" fmla="*/ 0 h 9"/>
                  <a:gd name="T2" fmla="*/ 121 w 18"/>
                  <a:gd name="T3" fmla="*/ 4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0"/>
                    </a:moveTo>
                    <a:cubicBezTo>
                      <a:pt x="4" y="4"/>
                      <a:pt x="11" y="9"/>
                      <a:pt x="18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8" name="Freeform 1525">
                <a:extLst>
                  <a:ext uri="{FF2B5EF4-FFF2-40B4-BE49-F238E27FC236}">
                    <a16:creationId xmlns:a16="http://schemas.microsoft.com/office/drawing/2014/main" id="{1DFD5647-6F03-42DE-9CB4-3EC64A79C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759"/>
                <a:ext cx="73" cy="18"/>
              </a:xfrm>
              <a:custGeom>
                <a:avLst/>
                <a:gdLst>
                  <a:gd name="T0" fmla="*/ 0 w 39"/>
                  <a:gd name="T1" fmla="*/ 24 h 9"/>
                  <a:gd name="T2" fmla="*/ 256 w 39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">
                    <a:moveTo>
                      <a:pt x="0" y="3"/>
                    </a:moveTo>
                    <a:cubicBezTo>
                      <a:pt x="13" y="0"/>
                      <a:pt x="27" y="2"/>
                      <a:pt x="39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9" name="Freeform 1526">
                <a:extLst>
                  <a:ext uri="{FF2B5EF4-FFF2-40B4-BE49-F238E27FC236}">
                    <a16:creationId xmlns:a16="http://schemas.microsoft.com/office/drawing/2014/main" id="{93D98643-8089-452C-837C-4F0EDD237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773"/>
                <a:ext cx="145" cy="28"/>
              </a:xfrm>
              <a:custGeom>
                <a:avLst/>
                <a:gdLst>
                  <a:gd name="T0" fmla="*/ 0 w 77"/>
                  <a:gd name="T1" fmla="*/ 32 h 14"/>
                  <a:gd name="T2" fmla="*/ 318 w 77"/>
                  <a:gd name="T3" fmla="*/ 80 h 14"/>
                  <a:gd name="T4" fmla="*/ 446 w 77"/>
                  <a:gd name="T5" fmla="*/ 40 h 14"/>
                  <a:gd name="T6" fmla="*/ 514 w 77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4">
                    <a:moveTo>
                      <a:pt x="0" y="4"/>
                    </a:moveTo>
                    <a:cubicBezTo>
                      <a:pt x="10" y="14"/>
                      <a:pt x="36" y="10"/>
                      <a:pt x="48" y="10"/>
                    </a:cubicBezTo>
                    <a:cubicBezTo>
                      <a:pt x="54" y="9"/>
                      <a:pt x="61" y="8"/>
                      <a:pt x="67" y="5"/>
                    </a:cubicBezTo>
                    <a:cubicBezTo>
                      <a:pt x="71" y="3"/>
                      <a:pt x="73" y="1"/>
                      <a:pt x="7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0" name="Freeform 1527">
                <a:extLst>
                  <a:ext uri="{FF2B5EF4-FFF2-40B4-BE49-F238E27FC236}">
                    <a16:creationId xmlns:a16="http://schemas.microsoft.com/office/drawing/2014/main" id="{3F866EF0-295A-499D-8C28-0B7E6EF8A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761"/>
                <a:ext cx="105" cy="20"/>
              </a:xfrm>
              <a:custGeom>
                <a:avLst/>
                <a:gdLst>
                  <a:gd name="T0" fmla="*/ 0 w 56"/>
                  <a:gd name="T1" fmla="*/ 80 h 10"/>
                  <a:gd name="T2" fmla="*/ 68 w 56"/>
                  <a:gd name="T3" fmla="*/ 24 h 10"/>
                  <a:gd name="T4" fmla="*/ 212 w 56"/>
                  <a:gd name="T5" fmla="*/ 8 h 10"/>
                  <a:gd name="T6" fmla="*/ 369 w 56"/>
                  <a:gd name="T7" fmla="*/ 4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10">
                    <a:moveTo>
                      <a:pt x="0" y="10"/>
                    </a:moveTo>
                    <a:cubicBezTo>
                      <a:pt x="4" y="9"/>
                      <a:pt x="6" y="5"/>
                      <a:pt x="10" y="3"/>
                    </a:cubicBezTo>
                    <a:cubicBezTo>
                      <a:pt x="17" y="0"/>
                      <a:pt x="25" y="0"/>
                      <a:pt x="32" y="1"/>
                    </a:cubicBezTo>
                    <a:cubicBezTo>
                      <a:pt x="40" y="1"/>
                      <a:pt x="49" y="3"/>
                      <a:pt x="56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1" name="Freeform 1528">
                <a:extLst>
                  <a:ext uri="{FF2B5EF4-FFF2-40B4-BE49-F238E27FC236}">
                    <a16:creationId xmlns:a16="http://schemas.microsoft.com/office/drawing/2014/main" id="{A1DDA11D-421D-4666-98E8-C193AF2AB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823"/>
                <a:ext cx="241" cy="30"/>
              </a:xfrm>
              <a:custGeom>
                <a:avLst/>
                <a:gdLst>
                  <a:gd name="T0" fmla="*/ 0 w 128"/>
                  <a:gd name="T1" fmla="*/ 8 h 15"/>
                  <a:gd name="T2" fmla="*/ 141 w 128"/>
                  <a:gd name="T3" fmla="*/ 56 h 15"/>
                  <a:gd name="T4" fmla="*/ 542 w 128"/>
                  <a:gd name="T5" fmla="*/ 0 h 15"/>
                  <a:gd name="T6" fmla="*/ 855 w 128"/>
                  <a:gd name="T7" fmla="*/ 12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15">
                    <a:moveTo>
                      <a:pt x="0" y="1"/>
                    </a:moveTo>
                    <a:cubicBezTo>
                      <a:pt x="8" y="4"/>
                      <a:pt x="12" y="8"/>
                      <a:pt x="21" y="7"/>
                    </a:cubicBezTo>
                    <a:cubicBezTo>
                      <a:pt x="41" y="7"/>
                      <a:pt x="61" y="0"/>
                      <a:pt x="81" y="0"/>
                    </a:cubicBezTo>
                    <a:cubicBezTo>
                      <a:pt x="99" y="0"/>
                      <a:pt x="111" y="10"/>
                      <a:pt x="128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2" name="Freeform 1529">
                <a:extLst>
                  <a:ext uri="{FF2B5EF4-FFF2-40B4-BE49-F238E27FC236}">
                    <a16:creationId xmlns:a16="http://schemas.microsoft.com/office/drawing/2014/main" id="{6B836D35-DC61-41D1-8D3E-3582F8615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825"/>
                <a:ext cx="92" cy="24"/>
              </a:xfrm>
              <a:custGeom>
                <a:avLst/>
                <a:gdLst>
                  <a:gd name="T0" fmla="*/ 0 w 49"/>
                  <a:gd name="T1" fmla="*/ 0 h 12"/>
                  <a:gd name="T2" fmla="*/ 225 w 49"/>
                  <a:gd name="T3" fmla="*/ 88 h 12"/>
                  <a:gd name="T4" fmla="*/ 325 w 49"/>
                  <a:gd name="T5" fmla="*/ 8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2">
                    <a:moveTo>
                      <a:pt x="0" y="0"/>
                    </a:moveTo>
                    <a:cubicBezTo>
                      <a:pt x="10" y="8"/>
                      <a:pt x="22" y="12"/>
                      <a:pt x="34" y="11"/>
                    </a:cubicBezTo>
                    <a:cubicBezTo>
                      <a:pt x="39" y="11"/>
                      <a:pt x="44" y="9"/>
                      <a:pt x="49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3" name="Freeform 1530">
                <a:extLst>
                  <a:ext uri="{FF2B5EF4-FFF2-40B4-BE49-F238E27FC236}">
                    <a16:creationId xmlns:a16="http://schemas.microsoft.com/office/drawing/2014/main" id="{FB6BC5BE-4A7E-480E-A0B3-863A9C00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795"/>
                <a:ext cx="121" cy="40"/>
              </a:xfrm>
              <a:custGeom>
                <a:avLst/>
                <a:gdLst>
                  <a:gd name="T0" fmla="*/ 0 w 64"/>
                  <a:gd name="T1" fmla="*/ 0 h 20"/>
                  <a:gd name="T2" fmla="*/ 304 w 64"/>
                  <a:gd name="T3" fmla="*/ 80 h 20"/>
                  <a:gd name="T4" fmla="*/ 433 w 64"/>
                  <a:gd name="T5" fmla="*/ 16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0">
                    <a:moveTo>
                      <a:pt x="0" y="0"/>
                    </a:moveTo>
                    <a:cubicBezTo>
                      <a:pt x="16" y="5"/>
                      <a:pt x="28" y="9"/>
                      <a:pt x="45" y="10"/>
                    </a:cubicBezTo>
                    <a:cubicBezTo>
                      <a:pt x="53" y="10"/>
                      <a:pt x="59" y="16"/>
                      <a:pt x="64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4" name="Freeform 1531">
                <a:extLst>
                  <a:ext uri="{FF2B5EF4-FFF2-40B4-BE49-F238E27FC236}">
                    <a16:creationId xmlns:a16="http://schemas.microsoft.com/office/drawing/2014/main" id="{80549DFE-186C-4738-B09E-C633D0F3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807"/>
                <a:ext cx="68" cy="14"/>
              </a:xfrm>
              <a:custGeom>
                <a:avLst/>
                <a:gdLst>
                  <a:gd name="T0" fmla="*/ 0 w 36"/>
                  <a:gd name="T1" fmla="*/ 32 h 7"/>
                  <a:gd name="T2" fmla="*/ 149 w 36"/>
                  <a:gd name="T3" fmla="*/ 16 h 7"/>
                  <a:gd name="T4" fmla="*/ 242 w 36"/>
                  <a:gd name="T5" fmla="*/ 5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">
                    <a:moveTo>
                      <a:pt x="0" y="4"/>
                    </a:moveTo>
                    <a:cubicBezTo>
                      <a:pt x="8" y="4"/>
                      <a:pt x="14" y="0"/>
                      <a:pt x="22" y="2"/>
                    </a:cubicBezTo>
                    <a:cubicBezTo>
                      <a:pt x="27" y="3"/>
                      <a:pt x="32" y="5"/>
                      <a:pt x="36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5" name="Freeform 1532">
                <a:extLst>
                  <a:ext uri="{FF2B5EF4-FFF2-40B4-BE49-F238E27FC236}">
                    <a16:creationId xmlns:a16="http://schemas.microsoft.com/office/drawing/2014/main" id="{4758F581-84F0-4F33-8401-91C6A243B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829"/>
                <a:ext cx="66" cy="22"/>
              </a:xfrm>
              <a:custGeom>
                <a:avLst/>
                <a:gdLst>
                  <a:gd name="T0" fmla="*/ 0 w 35"/>
                  <a:gd name="T1" fmla="*/ 32 h 11"/>
                  <a:gd name="T2" fmla="*/ 234 w 3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4"/>
                    </a:moveTo>
                    <a:cubicBezTo>
                      <a:pt x="14" y="11"/>
                      <a:pt x="23" y="10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6" name="Freeform 1533">
                <a:extLst>
                  <a:ext uri="{FF2B5EF4-FFF2-40B4-BE49-F238E27FC236}">
                    <a16:creationId xmlns:a16="http://schemas.microsoft.com/office/drawing/2014/main" id="{63E4978A-E857-4BB6-9080-4050F4A60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765"/>
                <a:ext cx="81" cy="12"/>
              </a:xfrm>
              <a:custGeom>
                <a:avLst/>
                <a:gdLst>
                  <a:gd name="T0" fmla="*/ 0 w 43"/>
                  <a:gd name="T1" fmla="*/ 48 h 6"/>
                  <a:gd name="T2" fmla="*/ 168 w 43"/>
                  <a:gd name="T3" fmla="*/ 0 h 6"/>
                  <a:gd name="T4" fmla="*/ 288 w 43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6">
                    <a:moveTo>
                      <a:pt x="0" y="6"/>
                    </a:moveTo>
                    <a:cubicBezTo>
                      <a:pt x="7" y="6"/>
                      <a:pt x="17" y="0"/>
                      <a:pt x="25" y="0"/>
                    </a:cubicBezTo>
                    <a:cubicBezTo>
                      <a:pt x="32" y="0"/>
                      <a:pt x="37" y="5"/>
                      <a:pt x="43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7" name="Freeform 1534">
                <a:extLst>
                  <a:ext uri="{FF2B5EF4-FFF2-40B4-BE49-F238E27FC236}">
                    <a16:creationId xmlns:a16="http://schemas.microsoft.com/office/drawing/2014/main" id="{57D6A795-DCF5-44F6-AC23-9380C99D2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805"/>
                <a:ext cx="75" cy="16"/>
              </a:xfrm>
              <a:custGeom>
                <a:avLst/>
                <a:gdLst>
                  <a:gd name="T0" fmla="*/ 0 w 40"/>
                  <a:gd name="T1" fmla="*/ 56 h 8"/>
                  <a:gd name="T2" fmla="*/ 133 w 40"/>
                  <a:gd name="T3" fmla="*/ 0 h 8"/>
                  <a:gd name="T4" fmla="*/ 264 w 40"/>
                  <a:gd name="T5" fmla="*/ 4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8">
                    <a:moveTo>
                      <a:pt x="0" y="7"/>
                    </a:moveTo>
                    <a:cubicBezTo>
                      <a:pt x="6" y="8"/>
                      <a:pt x="14" y="1"/>
                      <a:pt x="20" y="0"/>
                    </a:cubicBezTo>
                    <a:cubicBezTo>
                      <a:pt x="27" y="0"/>
                      <a:pt x="34" y="7"/>
                      <a:pt x="4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8" name="Freeform 1535">
                <a:extLst>
                  <a:ext uri="{FF2B5EF4-FFF2-40B4-BE49-F238E27FC236}">
                    <a16:creationId xmlns:a16="http://schemas.microsoft.com/office/drawing/2014/main" id="{632BA53A-D68E-4B0C-BAAD-35C66DC7D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803"/>
                <a:ext cx="75" cy="22"/>
              </a:xfrm>
              <a:custGeom>
                <a:avLst/>
                <a:gdLst>
                  <a:gd name="T0" fmla="*/ 0 w 40"/>
                  <a:gd name="T1" fmla="*/ 24 h 11"/>
                  <a:gd name="T2" fmla="*/ 128 w 40"/>
                  <a:gd name="T3" fmla="*/ 16 h 11"/>
                  <a:gd name="T4" fmla="*/ 264 w 40"/>
                  <a:gd name="T5" fmla="*/ 8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1">
                    <a:moveTo>
                      <a:pt x="0" y="3"/>
                    </a:moveTo>
                    <a:cubicBezTo>
                      <a:pt x="6" y="4"/>
                      <a:pt x="12" y="0"/>
                      <a:pt x="19" y="2"/>
                    </a:cubicBezTo>
                    <a:cubicBezTo>
                      <a:pt x="27" y="4"/>
                      <a:pt x="33" y="8"/>
                      <a:pt x="40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9" name="Freeform 1536">
                <a:extLst>
                  <a:ext uri="{FF2B5EF4-FFF2-40B4-BE49-F238E27FC236}">
                    <a16:creationId xmlns:a16="http://schemas.microsoft.com/office/drawing/2014/main" id="{7F2C8435-1AAF-4268-9A01-5C11E4C2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813"/>
                <a:ext cx="132" cy="20"/>
              </a:xfrm>
              <a:custGeom>
                <a:avLst/>
                <a:gdLst>
                  <a:gd name="T0" fmla="*/ 0 w 70"/>
                  <a:gd name="T1" fmla="*/ 40 h 10"/>
                  <a:gd name="T2" fmla="*/ 53 w 70"/>
                  <a:gd name="T3" fmla="*/ 48 h 10"/>
                  <a:gd name="T4" fmla="*/ 264 w 70"/>
                  <a:gd name="T5" fmla="*/ 48 h 10"/>
                  <a:gd name="T6" fmla="*/ 402 w 70"/>
                  <a:gd name="T7" fmla="*/ 32 h 10"/>
                  <a:gd name="T8" fmla="*/ 470 w 7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0">
                    <a:moveTo>
                      <a:pt x="0" y="5"/>
                    </a:moveTo>
                    <a:cubicBezTo>
                      <a:pt x="0" y="10"/>
                      <a:pt x="5" y="6"/>
                      <a:pt x="8" y="6"/>
                    </a:cubicBezTo>
                    <a:cubicBezTo>
                      <a:pt x="19" y="2"/>
                      <a:pt x="29" y="4"/>
                      <a:pt x="39" y="6"/>
                    </a:cubicBezTo>
                    <a:cubicBezTo>
                      <a:pt x="47" y="7"/>
                      <a:pt x="53" y="7"/>
                      <a:pt x="60" y="4"/>
                    </a:cubicBezTo>
                    <a:cubicBezTo>
                      <a:pt x="64" y="2"/>
                      <a:pt x="66" y="0"/>
                      <a:pt x="7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008" name="Freeform 1537">
              <a:extLst>
                <a:ext uri="{FF2B5EF4-FFF2-40B4-BE49-F238E27FC236}">
                  <a16:creationId xmlns:a16="http://schemas.microsoft.com/office/drawing/2014/main" id="{D70FD3F3-6E09-4018-BF10-223CF2FBD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801"/>
              <a:ext cx="89" cy="20"/>
            </a:xfrm>
            <a:custGeom>
              <a:avLst/>
              <a:gdLst>
                <a:gd name="T0" fmla="*/ 0 w 47"/>
                <a:gd name="T1" fmla="*/ 80 h 10"/>
                <a:gd name="T2" fmla="*/ 320 w 47"/>
                <a:gd name="T3" fmla="*/ 4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0">
                  <a:moveTo>
                    <a:pt x="0" y="10"/>
                  </a:moveTo>
                  <a:cubicBezTo>
                    <a:pt x="15" y="3"/>
                    <a:pt x="30" y="0"/>
                    <a:pt x="47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1538">
              <a:extLst>
                <a:ext uri="{FF2B5EF4-FFF2-40B4-BE49-F238E27FC236}">
                  <a16:creationId xmlns:a16="http://schemas.microsoft.com/office/drawing/2014/main" id="{1730494D-AB68-493D-8A2F-F0ABEB304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719"/>
              <a:ext cx="135" cy="56"/>
            </a:xfrm>
            <a:custGeom>
              <a:avLst/>
              <a:gdLst>
                <a:gd name="T0" fmla="*/ 0 w 72"/>
                <a:gd name="T1" fmla="*/ 72 h 28"/>
                <a:gd name="T2" fmla="*/ 474 w 7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28">
                  <a:moveTo>
                    <a:pt x="0" y="9"/>
                  </a:moveTo>
                  <a:cubicBezTo>
                    <a:pt x="18" y="28"/>
                    <a:pt x="53" y="9"/>
                    <a:pt x="7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539">
              <a:extLst>
                <a:ext uri="{FF2B5EF4-FFF2-40B4-BE49-F238E27FC236}">
                  <a16:creationId xmlns:a16="http://schemas.microsoft.com/office/drawing/2014/main" id="{AF0C1E43-A109-423B-8FF2-D759F507C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749"/>
              <a:ext cx="282" cy="38"/>
            </a:xfrm>
            <a:custGeom>
              <a:avLst/>
              <a:gdLst>
                <a:gd name="T0" fmla="*/ 0 w 150"/>
                <a:gd name="T1" fmla="*/ 128 h 19"/>
                <a:gd name="T2" fmla="*/ 188 w 150"/>
                <a:gd name="T3" fmla="*/ 72 h 19"/>
                <a:gd name="T4" fmla="*/ 485 w 150"/>
                <a:gd name="T5" fmla="*/ 144 h 19"/>
                <a:gd name="T6" fmla="*/ 679 w 150"/>
                <a:gd name="T7" fmla="*/ 80 h 19"/>
                <a:gd name="T8" fmla="*/ 803 w 150"/>
                <a:gd name="T9" fmla="*/ 96 h 19"/>
                <a:gd name="T10" fmla="*/ 996 w 150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9">
                  <a:moveTo>
                    <a:pt x="0" y="16"/>
                  </a:moveTo>
                  <a:cubicBezTo>
                    <a:pt x="11" y="13"/>
                    <a:pt x="15" y="7"/>
                    <a:pt x="28" y="9"/>
                  </a:cubicBezTo>
                  <a:cubicBezTo>
                    <a:pt x="43" y="12"/>
                    <a:pt x="57" y="18"/>
                    <a:pt x="73" y="18"/>
                  </a:cubicBezTo>
                  <a:cubicBezTo>
                    <a:pt x="85" y="19"/>
                    <a:pt x="92" y="13"/>
                    <a:pt x="102" y="10"/>
                  </a:cubicBezTo>
                  <a:cubicBezTo>
                    <a:pt x="109" y="9"/>
                    <a:pt x="114" y="11"/>
                    <a:pt x="121" y="12"/>
                  </a:cubicBezTo>
                  <a:cubicBezTo>
                    <a:pt x="129" y="13"/>
                    <a:pt x="150" y="12"/>
                    <a:pt x="15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1540">
              <a:extLst>
                <a:ext uri="{FF2B5EF4-FFF2-40B4-BE49-F238E27FC236}">
                  <a16:creationId xmlns:a16="http://schemas.microsoft.com/office/drawing/2014/main" id="{AD54B9DA-4250-4B8F-B982-0FFC5C032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771"/>
              <a:ext cx="279" cy="72"/>
            </a:xfrm>
            <a:custGeom>
              <a:avLst/>
              <a:gdLst>
                <a:gd name="T0" fmla="*/ 0 w 148"/>
                <a:gd name="T1" fmla="*/ 0 h 36"/>
                <a:gd name="T2" fmla="*/ 326 w 148"/>
                <a:gd name="T3" fmla="*/ 72 h 36"/>
                <a:gd name="T4" fmla="*/ 522 w 148"/>
                <a:gd name="T5" fmla="*/ 184 h 36"/>
                <a:gd name="T6" fmla="*/ 675 w 148"/>
                <a:gd name="T7" fmla="*/ 168 h 36"/>
                <a:gd name="T8" fmla="*/ 863 w 148"/>
                <a:gd name="T9" fmla="*/ 264 h 36"/>
                <a:gd name="T10" fmla="*/ 992 w 148"/>
                <a:gd name="T11" fmla="*/ 28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36">
                  <a:moveTo>
                    <a:pt x="0" y="0"/>
                  </a:moveTo>
                  <a:cubicBezTo>
                    <a:pt x="8" y="12"/>
                    <a:pt x="37" y="5"/>
                    <a:pt x="49" y="9"/>
                  </a:cubicBezTo>
                  <a:cubicBezTo>
                    <a:pt x="59" y="13"/>
                    <a:pt x="67" y="20"/>
                    <a:pt x="78" y="23"/>
                  </a:cubicBezTo>
                  <a:cubicBezTo>
                    <a:pt x="87" y="25"/>
                    <a:pt x="92" y="23"/>
                    <a:pt x="101" y="21"/>
                  </a:cubicBezTo>
                  <a:cubicBezTo>
                    <a:pt x="113" y="18"/>
                    <a:pt x="119" y="28"/>
                    <a:pt x="129" y="33"/>
                  </a:cubicBezTo>
                  <a:cubicBezTo>
                    <a:pt x="135" y="36"/>
                    <a:pt x="142" y="35"/>
                    <a:pt x="148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1541">
              <a:extLst>
                <a:ext uri="{FF2B5EF4-FFF2-40B4-BE49-F238E27FC236}">
                  <a16:creationId xmlns:a16="http://schemas.microsoft.com/office/drawing/2014/main" id="{F1DC1F0A-D560-4AC7-92A2-AB82E0020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779"/>
              <a:ext cx="260" cy="56"/>
            </a:xfrm>
            <a:custGeom>
              <a:avLst/>
              <a:gdLst>
                <a:gd name="T0" fmla="*/ 0 w 138"/>
                <a:gd name="T1" fmla="*/ 168 h 28"/>
                <a:gd name="T2" fmla="*/ 153 w 138"/>
                <a:gd name="T3" fmla="*/ 152 h 28"/>
                <a:gd name="T4" fmla="*/ 349 w 138"/>
                <a:gd name="T5" fmla="*/ 184 h 28"/>
                <a:gd name="T6" fmla="*/ 667 w 138"/>
                <a:gd name="T7" fmla="*/ 112 h 28"/>
                <a:gd name="T8" fmla="*/ 831 w 138"/>
                <a:gd name="T9" fmla="*/ 104 h 28"/>
                <a:gd name="T10" fmla="*/ 923 w 13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28">
                  <a:moveTo>
                    <a:pt x="0" y="21"/>
                  </a:moveTo>
                  <a:cubicBezTo>
                    <a:pt x="8" y="22"/>
                    <a:pt x="16" y="20"/>
                    <a:pt x="23" y="19"/>
                  </a:cubicBezTo>
                  <a:cubicBezTo>
                    <a:pt x="34" y="17"/>
                    <a:pt x="41" y="20"/>
                    <a:pt x="52" y="23"/>
                  </a:cubicBezTo>
                  <a:cubicBezTo>
                    <a:pt x="71" y="28"/>
                    <a:pt x="82" y="17"/>
                    <a:pt x="100" y="14"/>
                  </a:cubicBezTo>
                  <a:cubicBezTo>
                    <a:pt x="108" y="13"/>
                    <a:pt x="116" y="19"/>
                    <a:pt x="124" y="13"/>
                  </a:cubicBezTo>
                  <a:cubicBezTo>
                    <a:pt x="129" y="9"/>
                    <a:pt x="131" y="2"/>
                    <a:pt x="13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1542">
              <a:extLst>
                <a:ext uri="{FF2B5EF4-FFF2-40B4-BE49-F238E27FC236}">
                  <a16:creationId xmlns:a16="http://schemas.microsoft.com/office/drawing/2014/main" id="{9E660777-15C6-43AC-AF88-43AA3B49F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809"/>
              <a:ext cx="199" cy="58"/>
            </a:xfrm>
            <a:custGeom>
              <a:avLst/>
              <a:gdLst>
                <a:gd name="T0" fmla="*/ 0 w 106"/>
                <a:gd name="T1" fmla="*/ 0 h 29"/>
                <a:gd name="T2" fmla="*/ 173 w 106"/>
                <a:gd name="T3" fmla="*/ 88 h 29"/>
                <a:gd name="T4" fmla="*/ 451 w 106"/>
                <a:gd name="T5" fmla="*/ 136 h 29"/>
                <a:gd name="T6" fmla="*/ 702 w 106"/>
                <a:gd name="T7" fmla="*/ 2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29">
                  <a:moveTo>
                    <a:pt x="0" y="0"/>
                  </a:moveTo>
                  <a:cubicBezTo>
                    <a:pt x="8" y="5"/>
                    <a:pt x="17" y="4"/>
                    <a:pt x="26" y="11"/>
                  </a:cubicBezTo>
                  <a:cubicBezTo>
                    <a:pt x="41" y="22"/>
                    <a:pt x="51" y="20"/>
                    <a:pt x="68" y="17"/>
                  </a:cubicBezTo>
                  <a:cubicBezTo>
                    <a:pt x="80" y="15"/>
                    <a:pt x="96" y="25"/>
                    <a:pt x="106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1543">
              <a:extLst>
                <a:ext uri="{FF2B5EF4-FFF2-40B4-BE49-F238E27FC236}">
                  <a16:creationId xmlns:a16="http://schemas.microsoft.com/office/drawing/2014/main" id="{7E608262-508B-424D-B982-3774D6793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2797"/>
              <a:ext cx="78" cy="16"/>
            </a:xfrm>
            <a:custGeom>
              <a:avLst/>
              <a:gdLst>
                <a:gd name="T0" fmla="*/ 0 w 41"/>
                <a:gd name="T1" fmla="*/ 16 h 8"/>
                <a:gd name="T2" fmla="*/ 192 w 41"/>
                <a:gd name="T3" fmla="*/ 24 h 8"/>
                <a:gd name="T4" fmla="*/ 282 w 41"/>
                <a:gd name="T5" fmla="*/ 6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">
                  <a:moveTo>
                    <a:pt x="0" y="2"/>
                  </a:moveTo>
                  <a:cubicBezTo>
                    <a:pt x="9" y="2"/>
                    <a:pt x="19" y="0"/>
                    <a:pt x="28" y="3"/>
                  </a:cubicBezTo>
                  <a:cubicBezTo>
                    <a:pt x="32" y="4"/>
                    <a:pt x="36" y="7"/>
                    <a:pt x="4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1544">
              <a:extLst>
                <a:ext uri="{FF2B5EF4-FFF2-40B4-BE49-F238E27FC236}">
                  <a16:creationId xmlns:a16="http://schemas.microsoft.com/office/drawing/2014/main" id="{BFFCEB46-AFFD-46E3-BFFB-4EDB9219C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2807"/>
              <a:ext cx="62" cy="8"/>
            </a:xfrm>
            <a:custGeom>
              <a:avLst/>
              <a:gdLst>
                <a:gd name="T0" fmla="*/ 0 w 33"/>
                <a:gd name="T1" fmla="*/ 24 h 4"/>
                <a:gd name="T2" fmla="*/ 128 w 33"/>
                <a:gd name="T3" fmla="*/ 0 h 4"/>
                <a:gd name="T4" fmla="*/ 218 w 3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">
                  <a:moveTo>
                    <a:pt x="0" y="3"/>
                  </a:moveTo>
                  <a:cubicBezTo>
                    <a:pt x="6" y="4"/>
                    <a:pt x="13" y="0"/>
                    <a:pt x="19" y="0"/>
                  </a:cubicBezTo>
                  <a:cubicBezTo>
                    <a:pt x="23" y="0"/>
                    <a:pt x="29" y="1"/>
                    <a:pt x="33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1545">
              <a:extLst>
                <a:ext uri="{FF2B5EF4-FFF2-40B4-BE49-F238E27FC236}">
                  <a16:creationId xmlns:a16="http://schemas.microsoft.com/office/drawing/2014/main" id="{98FBBD37-DDA5-4F16-AA40-834B774E3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757"/>
              <a:ext cx="81" cy="28"/>
            </a:xfrm>
            <a:custGeom>
              <a:avLst/>
              <a:gdLst>
                <a:gd name="T0" fmla="*/ 0 w 43"/>
                <a:gd name="T1" fmla="*/ 40 h 14"/>
                <a:gd name="T2" fmla="*/ 196 w 43"/>
                <a:gd name="T3" fmla="*/ 48 h 14"/>
                <a:gd name="T4" fmla="*/ 288 w 43"/>
                <a:gd name="T5" fmla="*/ 1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">
                  <a:moveTo>
                    <a:pt x="0" y="5"/>
                  </a:moveTo>
                  <a:cubicBezTo>
                    <a:pt x="11" y="4"/>
                    <a:pt x="18" y="0"/>
                    <a:pt x="29" y="6"/>
                  </a:cubicBezTo>
                  <a:cubicBezTo>
                    <a:pt x="34" y="8"/>
                    <a:pt x="40" y="13"/>
                    <a:pt x="43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1546">
              <a:extLst>
                <a:ext uri="{FF2B5EF4-FFF2-40B4-BE49-F238E27FC236}">
                  <a16:creationId xmlns:a16="http://schemas.microsoft.com/office/drawing/2014/main" id="{1F955514-9248-40CC-A71C-65D2465AE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769"/>
              <a:ext cx="121" cy="42"/>
            </a:xfrm>
            <a:custGeom>
              <a:avLst/>
              <a:gdLst>
                <a:gd name="T0" fmla="*/ 0 w 64"/>
                <a:gd name="T1" fmla="*/ 64 h 21"/>
                <a:gd name="T2" fmla="*/ 136 w 64"/>
                <a:gd name="T3" fmla="*/ 16 h 21"/>
                <a:gd name="T4" fmla="*/ 282 w 64"/>
                <a:gd name="T5" fmla="*/ 72 h 21"/>
                <a:gd name="T6" fmla="*/ 433 w 64"/>
                <a:gd name="T7" fmla="*/ 16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21">
                  <a:moveTo>
                    <a:pt x="0" y="8"/>
                  </a:moveTo>
                  <a:cubicBezTo>
                    <a:pt x="8" y="7"/>
                    <a:pt x="13" y="3"/>
                    <a:pt x="20" y="2"/>
                  </a:cubicBezTo>
                  <a:cubicBezTo>
                    <a:pt x="28" y="0"/>
                    <a:pt x="36" y="5"/>
                    <a:pt x="42" y="9"/>
                  </a:cubicBezTo>
                  <a:cubicBezTo>
                    <a:pt x="48" y="12"/>
                    <a:pt x="58" y="21"/>
                    <a:pt x="64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1547">
              <a:extLst>
                <a:ext uri="{FF2B5EF4-FFF2-40B4-BE49-F238E27FC236}">
                  <a16:creationId xmlns:a16="http://schemas.microsoft.com/office/drawing/2014/main" id="{AE9937AE-7FE2-46EA-82CB-91114FBF7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2759"/>
              <a:ext cx="102" cy="42"/>
            </a:xfrm>
            <a:custGeom>
              <a:avLst/>
              <a:gdLst>
                <a:gd name="T0" fmla="*/ 0 w 54"/>
                <a:gd name="T1" fmla="*/ 104 h 21"/>
                <a:gd name="T2" fmla="*/ 236 w 54"/>
                <a:gd name="T3" fmla="*/ 80 h 21"/>
                <a:gd name="T4" fmla="*/ 365 w 54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1">
                  <a:moveTo>
                    <a:pt x="0" y="13"/>
                  </a:moveTo>
                  <a:cubicBezTo>
                    <a:pt x="8" y="21"/>
                    <a:pt x="26" y="15"/>
                    <a:pt x="35" y="10"/>
                  </a:cubicBezTo>
                  <a:cubicBezTo>
                    <a:pt x="41" y="6"/>
                    <a:pt x="48" y="4"/>
                    <a:pt x="5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1548">
              <a:extLst>
                <a:ext uri="{FF2B5EF4-FFF2-40B4-BE49-F238E27FC236}">
                  <a16:creationId xmlns:a16="http://schemas.microsoft.com/office/drawing/2014/main" id="{E385BE26-CDFE-4098-9F4A-DAB96C69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819"/>
              <a:ext cx="102" cy="48"/>
            </a:xfrm>
            <a:custGeom>
              <a:avLst/>
              <a:gdLst>
                <a:gd name="T0" fmla="*/ 0 w 54"/>
                <a:gd name="T1" fmla="*/ 0 h 24"/>
                <a:gd name="T2" fmla="*/ 365 w 54"/>
                <a:gd name="T3" fmla="*/ 8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4">
                  <a:moveTo>
                    <a:pt x="0" y="0"/>
                  </a:moveTo>
                  <a:cubicBezTo>
                    <a:pt x="10" y="24"/>
                    <a:pt x="35" y="18"/>
                    <a:pt x="54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1549">
              <a:extLst>
                <a:ext uri="{FF2B5EF4-FFF2-40B4-BE49-F238E27FC236}">
                  <a16:creationId xmlns:a16="http://schemas.microsoft.com/office/drawing/2014/main" id="{48FD7DD7-DD2B-49A5-BFFD-E736DBA2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751"/>
              <a:ext cx="124" cy="26"/>
            </a:xfrm>
            <a:custGeom>
              <a:avLst/>
              <a:gdLst>
                <a:gd name="T0" fmla="*/ 0 w 66"/>
                <a:gd name="T1" fmla="*/ 56 h 13"/>
                <a:gd name="T2" fmla="*/ 81 w 66"/>
                <a:gd name="T3" fmla="*/ 24 h 13"/>
                <a:gd name="T4" fmla="*/ 278 w 66"/>
                <a:gd name="T5" fmla="*/ 16 h 13"/>
                <a:gd name="T6" fmla="*/ 385 w 66"/>
                <a:gd name="T7" fmla="*/ 64 h 13"/>
                <a:gd name="T8" fmla="*/ 438 w 66"/>
                <a:gd name="T9" fmla="*/ 10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3">
                  <a:moveTo>
                    <a:pt x="0" y="7"/>
                  </a:moveTo>
                  <a:cubicBezTo>
                    <a:pt x="4" y="8"/>
                    <a:pt x="8" y="4"/>
                    <a:pt x="12" y="3"/>
                  </a:cubicBezTo>
                  <a:cubicBezTo>
                    <a:pt x="21" y="0"/>
                    <a:pt x="32" y="1"/>
                    <a:pt x="42" y="2"/>
                  </a:cubicBezTo>
                  <a:cubicBezTo>
                    <a:pt x="50" y="2"/>
                    <a:pt x="53" y="4"/>
                    <a:pt x="58" y="8"/>
                  </a:cubicBezTo>
                  <a:cubicBezTo>
                    <a:pt x="61" y="10"/>
                    <a:pt x="63" y="13"/>
                    <a:pt x="6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1550">
              <a:extLst>
                <a:ext uri="{FF2B5EF4-FFF2-40B4-BE49-F238E27FC236}">
                  <a16:creationId xmlns:a16="http://schemas.microsoft.com/office/drawing/2014/main" id="{9BEE4E94-C308-47B6-80FF-01330E4A0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813"/>
              <a:ext cx="100" cy="30"/>
            </a:xfrm>
            <a:custGeom>
              <a:avLst/>
              <a:gdLst>
                <a:gd name="T0" fmla="*/ 0 w 53"/>
                <a:gd name="T1" fmla="*/ 72 h 15"/>
                <a:gd name="T2" fmla="*/ 75 w 53"/>
                <a:gd name="T3" fmla="*/ 104 h 15"/>
                <a:gd name="T4" fmla="*/ 213 w 53"/>
                <a:gd name="T5" fmla="*/ 96 h 15"/>
                <a:gd name="T6" fmla="*/ 357 w 5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5">
                  <a:moveTo>
                    <a:pt x="0" y="9"/>
                  </a:moveTo>
                  <a:cubicBezTo>
                    <a:pt x="4" y="9"/>
                    <a:pt x="7" y="12"/>
                    <a:pt x="11" y="13"/>
                  </a:cubicBezTo>
                  <a:cubicBezTo>
                    <a:pt x="17" y="15"/>
                    <a:pt x="26" y="14"/>
                    <a:pt x="32" y="12"/>
                  </a:cubicBezTo>
                  <a:cubicBezTo>
                    <a:pt x="39" y="10"/>
                    <a:pt x="46" y="0"/>
                    <a:pt x="5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1551">
              <a:extLst>
                <a:ext uri="{FF2B5EF4-FFF2-40B4-BE49-F238E27FC236}">
                  <a16:creationId xmlns:a16="http://schemas.microsoft.com/office/drawing/2014/main" id="{21275158-8BE2-47CF-9A54-03100F758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819"/>
              <a:ext cx="111" cy="28"/>
            </a:xfrm>
            <a:custGeom>
              <a:avLst/>
              <a:gdLst>
                <a:gd name="T0" fmla="*/ 0 w 59"/>
                <a:gd name="T1" fmla="*/ 8 h 14"/>
                <a:gd name="T2" fmla="*/ 85 w 59"/>
                <a:gd name="T3" fmla="*/ 8 h 14"/>
                <a:gd name="T4" fmla="*/ 248 w 59"/>
                <a:gd name="T5" fmla="*/ 24 h 14"/>
                <a:gd name="T6" fmla="*/ 386 w 59"/>
                <a:gd name="T7" fmla="*/ 104 h 14"/>
                <a:gd name="T8" fmla="*/ 393 w 59"/>
                <a:gd name="T9" fmla="*/ 9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4">
                  <a:moveTo>
                    <a:pt x="0" y="1"/>
                  </a:moveTo>
                  <a:cubicBezTo>
                    <a:pt x="4" y="3"/>
                    <a:pt x="9" y="1"/>
                    <a:pt x="13" y="1"/>
                  </a:cubicBezTo>
                  <a:cubicBezTo>
                    <a:pt x="22" y="0"/>
                    <a:pt x="29" y="0"/>
                    <a:pt x="37" y="3"/>
                  </a:cubicBezTo>
                  <a:cubicBezTo>
                    <a:pt x="44" y="5"/>
                    <a:pt x="52" y="7"/>
                    <a:pt x="58" y="13"/>
                  </a:cubicBezTo>
                  <a:cubicBezTo>
                    <a:pt x="58" y="14"/>
                    <a:pt x="59" y="13"/>
                    <a:pt x="59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1552">
              <a:extLst>
                <a:ext uri="{FF2B5EF4-FFF2-40B4-BE49-F238E27FC236}">
                  <a16:creationId xmlns:a16="http://schemas.microsoft.com/office/drawing/2014/main" id="{C0D68393-CFA6-4710-B073-4AE40EA08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775"/>
              <a:ext cx="92" cy="28"/>
            </a:xfrm>
            <a:custGeom>
              <a:avLst/>
              <a:gdLst>
                <a:gd name="T0" fmla="*/ 0 w 49"/>
                <a:gd name="T1" fmla="*/ 0 h 14"/>
                <a:gd name="T2" fmla="*/ 180 w 49"/>
                <a:gd name="T3" fmla="*/ 104 h 14"/>
                <a:gd name="T4" fmla="*/ 325 w 49"/>
                <a:gd name="T5" fmla="*/ 6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4">
                  <a:moveTo>
                    <a:pt x="0" y="0"/>
                  </a:moveTo>
                  <a:cubicBezTo>
                    <a:pt x="3" y="9"/>
                    <a:pt x="19" y="13"/>
                    <a:pt x="27" y="13"/>
                  </a:cubicBezTo>
                  <a:cubicBezTo>
                    <a:pt x="36" y="14"/>
                    <a:pt x="41" y="11"/>
                    <a:pt x="49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1553">
              <a:extLst>
                <a:ext uri="{FF2B5EF4-FFF2-40B4-BE49-F238E27FC236}">
                  <a16:creationId xmlns:a16="http://schemas.microsoft.com/office/drawing/2014/main" id="{87BD4F30-E38D-4884-B458-73408BF57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809"/>
              <a:ext cx="81" cy="20"/>
            </a:xfrm>
            <a:custGeom>
              <a:avLst/>
              <a:gdLst>
                <a:gd name="T0" fmla="*/ 0 w 43"/>
                <a:gd name="T1" fmla="*/ 80 h 10"/>
                <a:gd name="T2" fmla="*/ 288 w 43"/>
                <a:gd name="T3" fmla="*/ 3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0">
                  <a:moveTo>
                    <a:pt x="0" y="10"/>
                  </a:moveTo>
                  <a:cubicBezTo>
                    <a:pt x="12" y="0"/>
                    <a:pt x="29" y="6"/>
                    <a:pt x="43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1554">
              <a:extLst>
                <a:ext uri="{FF2B5EF4-FFF2-40B4-BE49-F238E27FC236}">
                  <a16:creationId xmlns:a16="http://schemas.microsoft.com/office/drawing/2014/main" id="{B5DE2FEE-E27B-4581-B6B2-5686314E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2753"/>
              <a:ext cx="89" cy="34"/>
            </a:xfrm>
            <a:custGeom>
              <a:avLst/>
              <a:gdLst>
                <a:gd name="T0" fmla="*/ 0 w 47"/>
                <a:gd name="T1" fmla="*/ 136 h 17"/>
                <a:gd name="T2" fmla="*/ 320 w 47"/>
                <a:gd name="T3" fmla="*/ 4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7">
                  <a:moveTo>
                    <a:pt x="0" y="17"/>
                  </a:moveTo>
                  <a:cubicBezTo>
                    <a:pt x="10" y="0"/>
                    <a:pt x="31" y="7"/>
                    <a:pt x="47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1555">
              <a:extLst>
                <a:ext uri="{FF2B5EF4-FFF2-40B4-BE49-F238E27FC236}">
                  <a16:creationId xmlns:a16="http://schemas.microsoft.com/office/drawing/2014/main" id="{8DA5AEC6-FFD7-4325-BEC4-C1674109F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817"/>
              <a:ext cx="79" cy="34"/>
            </a:xfrm>
            <a:custGeom>
              <a:avLst/>
              <a:gdLst>
                <a:gd name="T0" fmla="*/ 0 w 42"/>
                <a:gd name="T1" fmla="*/ 0 h 17"/>
                <a:gd name="T2" fmla="*/ 280 w 42"/>
                <a:gd name="T3" fmla="*/ 5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7">
                  <a:moveTo>
                    <a:pt x="0" y="0"/>
                  </a:moveTo>
                  <a:cubicBezTo>
                    <a:pt x="9" y="17"/>
                    <a:pt x="27" y="16"/>
                    <a:pt x="42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1556">
              <a:extLst>
                <a:ext uri="{FF2B5EF4-FFF2-40B4-BE49-F238E27FC236}">
                  <a16:creationId xmlns:a16="http://schemas.microsoft.com/office/drawing/2014/main" id="{B1F8D485-B8E0-49B1-8782-09686B532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837"/>
              <a:ext cx="107" cy="28"/>
            </a:xfrm>
            <a:custGeom>
              <a:avLst/>
              <a:gdLst>
                <a:gd name="T0" fmla="*/ 0 w 57"/>
                <a:gd name="T1" fmla="*/ 0 h 14"/>
                <a:gd name="T2" fmla="*/ 377 w 57"/>
                <a:gd name="T3" fmla="*/ 4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4">
                  <a:moveTo>
                    <a:pt x="0" y="0"/>
                  </a:moveTo>
                  <a:cubicBezTo>
                    <a:pt x="14" y="14"/>
                    <a:pt x="40" y="7"/>
                    <a:pt x="57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1557">
              <a:extLst>
                <a:ext uri="{FF2B5EF4-FFF2-40B4-BE49-F238E27FC236}">
                  <a16:creationId xmlns:a16="http://schemas.microsoft.com/office/drawing/2014/main" id="{D519C265-B492-412B-BC4B-561EABB51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781"/>
              <a:ext cx="110" cy="22"/>
            </a:xfrm>
            <a:custGeom>
              <a:avLst/>
              <a:gdLst>
                <a:gd name="T0" fmla="*/ 0 w 58"/>
                <a:gd name="T1" fmla="*/ 24 h 11"/>
                <a:gd name="T2" fmla="*/ 83 w 58"/>
                <a:gd name="T3" fmla="*/ 72 h 11"/>
                <a:gd name="T4" fmla="*/ 226 w 58"/>
                <a:gd name="T5" fmla="*/ 64 h 11"/>
                <a:gd name="T6" fmla="*/ 396 w 5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1">
                  <a:moveTo>
                    <a:pt x="0" y="3"/>
                  </a:moveTo>
                  <a:cubicBezTo>
                    <a:pt x="4" y="4"/>
                    <a:pt x="8" y="8"/>
                    <a:pt x="12" y="9"/>
                  </a:cubicBezTo>
                  <a:cubicBezTo>
                    <a:pt x="18" y="11"/>
                    <a:pt x="27" y="10"/>
                    <a:pt x="33" y="8"/>
                  </a:cubicBezTo>
                  <a:cubicBezTo>
                    <a:pt x="41" y="6"/>
                    <a:pt x="49" y="0"/>
                    <a:pt x="5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1558">
              <a:extLst>
                <a:ext uri="{FF2B5EF4-FFF2-40B4-BE49-F238E27FC236}">
                  <a16:creationId xmlns:a16="http://schemas.microsoft.com/office/drawing/2014/main" id="{567C91AD-1E98-4ED7-AF1A-89DF52CE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783"/>
              <a:ext cx="177" cy="137"/>
            </a:xfrm>
            <a:custGeom>
              <a:avLst/>
              <a:gdLst>
                <a:gd name="T0" fmla="*/ 627 w 94"/>
                <a:gd name="T1" fmla="*/ 16 h 68"/>
                <a:gd name="T2" fmla="*/ 522 w 94"/>
                <a:gd name="T3" fmla="*/ 48 h 68"/>
                <a:gd name="T4" fmla="*/ 486 w 94"/>
                <a:gd name="T5" fmla="*/ 147 h 68"/>
                <a:gd name="T6" fmla="*/ 288 w 94"/>
                <a:gd name="T7" fmla="*/ 304 h 68"/>
                <a:gd name="T8" fmla="*/ 249 w 94"/>
                <a:gd name="T9" fmla="*/ 427 h 68"/>
                <a:gd name="T10" fmla="*/ 128 w 94"/>
                <a:gd name="T11" fmla="*/ 492 h 68"/>
                <a:gd name="T12" fmla="*/ 60 w 94"/>
                <a:gd name="T13" fmla="*/ 524 h 68"/>
                <a:gd name="T14" fmla="*/ 32 w 94"/>
                <a:gd name="T15" fmla="*/ 540 h 68"/>
                <a:gd name="T16" fmla="*/ 0 w 94"/>
                <a:gd name="T17" fmla="*/ 556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68">
                  <a:moveTo>
                    <a:pt x="94" y="2"/>
                  </a:moveTo>
                  <a:cubicBezTo>
                    <a:pt x="89" y="0"/>
                    <a:pt x="81" y="2"/>
                    <a:pt x="78" y="6"/>
                  </a:cubicBezTo>
                  <a:cubicBezTo>
                    <a:pt x="74" y="10"/>
                    <a:pt x="75" y="14"/>
                    <a:pt x="73" y="18"/>
                  </a:cubicBezTo>
                  <a:cubicBezTo>
                    <a:pt x="67" y="30"/>
                    <a:pt x="48" y="24"/>
                    <a:pt x="43" y="37"/>
                  </a:cubicBezTo>
                  <a:cubicBezTo>
                    <a:pt x="41" y="43"/>
                    <a:pt x="42" y="48"/>
                    <a:pt x="37" y="52"/>
                  </a:cubicBezTo>
                  <a:cubicBezTo>
                    <a:pt x="32" y="58"/>
                    <a:pt x="26" y="59"/>
                    <a:pt x="19" y="60"/>
                  </a:cubicBezTo>
                  <a:cubicBezTo>
                    <a:pt x="15" y="61"/>
                    <a:pt x="12" y="62"/>
                    <a:pt x="9" y="64"/>
                  </a:cubicBezTo>
                  <a:cubicBezTo>
                    <a:pt x="7" y="65"/>
                    <a:pt x="6" y="66"/>
                    <a:pt x="5" y="66"/>
                  </a:cubicBezTo>
                  <a:cubicBezTo>
                    <a:pt x="3" y="67"/>
                    <a:pt x="1" y="67"/>
                    <a:pt x="0" y="6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1559">
              <a:extLst>
                <a:ext uri="{FF2B5EF4-FFF2-40B4-BE49-F238E27FC236}">
                  <a16:creationId xmlns:a16="http://schemas.microsoft.com/office/drawing/2014/main" id="{E31B5352-9C67-41A7-89A3-187B743BD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894"/>
              <a:ext cx="83" cy="291"/>
            </a:xfrm>
            <a:custGeom>
              <a:avLst/>
              <a:gdLst>
                <a:gd name="T0" fmla="*/ 296 w 44"/>
                <a:gd name="T1" fmla="*/ 0 h 145"/>
                <a:gd name="T2" fmla="*/ 257 w 44"/>
                <a:gd name="T3" fmla="*/ 128 h 145"/>
                <a:gd name="T4" fmla="*/ 149 w 44"/>
                <a:gd name="T5" fmla="*/ 299 h 145"/>
                <a:gd name="T6" fmla="*/ 128 w 44"/>
                <a:gd name="T7" fmla="*/ 492 h 145"/>
                <a:gd name="T8" fmla="*/ 40 w 44"/>
                <a:gd name="T9" fmla="*/ 696 h 145"/>
                <a:gd name="T10" fmla="*/ 47 w 44"/>
                <a:gd name="T11" fmla="*/ 857 h 145"/>
                <a:gd name="T12" fmla="*/ 75 w 44"/>
                <a:gd name="T13" fmla="*/ 995 h 145"/>
                <a:gd name="T14" fmla="*/ 92 w 44"/>
                <a:gd name="T15" fmla="*/ 1084 h 145"/>
                <a:gd name="T16" fmla="*/ 121 w 44"/>
                <a:gd name="T17" fmla="*/ 1172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5">
                  <a:moveTo>
                    <a:pt x="44" y="0"/>
                  </a:moveTo>
                  <a:cubicBezTo>
                    <a:pt x="40" y="5"/>
                    <a:pt x="39" y="11"/>
                    <a:pt x="38" y="16"/>
                  </a:cubicBezTo>
                  <a:cubicBezTo>
                    <a:pt x="37" y="28"/>
                    <a:pt x="29" y="29"/>
                    <a:pt x="22" y="37"/>
                  </a:cubicBezTo>
                  <a:cubicBezTo>
                    <a:pt x="15" y="46"/>
                    <a:pt x="20" y="52"/>
                    <a:pt x="19" y="61"/>
                  </a:cubicBezTo>
                  <a:cubicBezTo>
                    <a:pt x="18" y="71"/>
                    <a:pt x="12" y="78"/>
                    <a:pt x="6" y="86"/>
                  </a:cubicBezTo>
                  <a:cubicBezTo>
                    <a:pt x="0" y="95"/>
                    <a:pt x="4" y="98"/>
                    <a:pt x="7" y="106"/>
                  </a:cubicBezTo>
                  <a:cubicBezTo>
                    <a:pt x="9" y="111"/>
                    <a:pt x="9" y="117"/>
                    <a:pt x="11" y="123"/>
                  </a:cubicBezTo>
                  <a:cubicBezTo>
                    <a:pt x="13" y="127"/>
                    <a:pt x="13" y="130"/>
                    <a:pt x="14" y="134"/>
                  </a:cubicBezTo>
                  <a:cubicBezTo>
                    <a:pt x="16" y="139"/>
                    <a:pt x="18" y="139"/>
                    <a:pt x="18" y="14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1560">
              <a:extLst>
                <a:ext uri="{FF2B5EF4-FFF2-40B4-BE49-F238E27FC236}">
                  <a16:creationId xmlns:a16="http://schemas.microsoft.com/office/drawing/2014/main" id="{DBAA43A3-4D0A-40E3-89B6-E5C2F96FD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3098"/>
              <a:ext cx="55" cy="215"/>
            </a:xfrm>
            <a:custGeom>
              <a:avLst/>
              <a:gdLst>
                <a:gd name="T0" fmla="*/ 197 w 29"/>
                <a:gd name="T1" fmla="*/ 0 h 107"/>
                <a:gd name="T2" fmla="*/ 176 w 29"/>
                <a:gd name="T3" fmla="*/ 219 h 107"/>
                <a:gd name="T4" fmla="*/ 165 w 29"/>
                <a:gd name="T5" fmla="*/ 372 h 107"/>
                <a:gd name="T6" fmla="*/ 129 w 29"/>
                <a:gd name="T7" fmla="*/ 496 h 107"/>
                <a:gd name="T8" fmla="*/ 53 w 29"/>
                <a:gd name="T9" fmla="*/ 756 h 107"/>
                <a:gd name="T10" fmla="*/ 0 w 29"/>
                <a:gd name="T11" fmla="*/ 868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07">
                  <a:moveTo>
                    <a:pt x="29" y="0"/>
                  </a:moveTo>
                  <a:cubicBezTo>
                    <a:pt x="20" y="8"/>
                    <a:pt x="23" y="18"/>
                    <a:pt x="26" y="27"/>
                  </a:cubicBezTo>
                  <a:cubicBezTo>
                    <a:pt x="28" y="35"/>
                    <a:pt x="28" y="39"/>
                    <a:pt x="24" y="46"/>
                  </a:cubicBezTo>
                  <a:cubicBezTo>
                    <a:pt x="21" y="51"/>
                    <a:pt x="18" y="54"/>
                    <a:pt x="19" y="61"/>
                  </a:cubicBezTo>
                  <a:cubicBezTo>
                    <a:pt x="19" y="74"/>
                    <a:pt x="19" y="83"/>
                    <a:pt x="8" y="93"/>
                  </a:cubicBezTo>
                  <a:cubicBezTo>
                    <a:pt x="3" y="98"/>
                    <a:pt x="3" y="102"/>
                    <a:pt x="0" y="10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1561">
              <a:extLst>
                <a:ext uri="{FF2B5EF4-FFF2-40B4-BE49-F238E27FC236}">
                  <a16:creationId xmlns:a16="http://schemas.microsoft.com/office/drawing/2014/main" id="{3AC8D061-36DD-4934-83E0-93B8E9C76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135"/>
              <a:ext cx="25" cy="86"/>
            </a:xfrm>
            <a:custGeom>
              <a:avLst/>
              <a:gdLst>
                <a:gd name="T0" fmla="*/ 92 w 13"/>
                <a:gd name="T1" fmla="*/ 0 h 43"/>
                <a:gd name="T2" fmla="*/ 8 w 13"/>
                <a:gd name="T3" fmla="*/ 184 h 43"/>
                <a:gd name="T4" fmla="*/ 56 w 13"/>
                <a:gd name="T5" fmla="*/ 34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3">
                  <a:moveTo>
                    <a:pt x="13" y="0"/>
                  </a:moveTo>
                  <a:cubicBezTo>
                    <a:pt x="6" y="6"/>
                    <a:pt x="0" y="13"/>
                    <a:pt x="1" y="23"/>
                  </a:cubicBezTo>
                  <a:cubicBezTo>
                    <a:pt x="2" y="30"/>
                    <a:pt x="9" y="36"/>
                    <a:pt x="8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1562">
              <a:extLst>
                <a:ext uri="{FF2B5EF4-FFF2-40B4-BE49-F238E27FC236}">
                  <a16:creationId xmlns:a16="http://schemas.microsoft.com/office/drawing/2014/main" id="{9C4D065F-C89E-4147-8E2C-3EA9F207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974"/>
              <a:ext cx="31" cy="94"/>
            </a:xfrm>
            <a:custGeom>
              <a:avLst/>
              <a:gdLst>
                <a:gd name="T0" fmla="*/ 116 w 16"/>
                <a:gd name="T1" fmla="*/ 0 h 47"/>
                <a:gd name="T2" fmla="*/ 16 w 16"/>
                <a:gd name="T3" fmla="*/ 152 h 47"/>
                <a:gd name="T4" fmla="*/ 8 w 16"/>
                <a:gd name="T5" fmla="*/ 37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7">
                  <a:moveTo>
                    <a:pt x="16" y="0"/>
                  </a:moveTo>
                  <a:cubicBezTo>
                    <a:pt x="10" y="7"/>
                    <a:pt x="4" y="11"/>
                    <a:pt x="2" y="19"/>
                  </a:cubicBezTo>
                  <a:cubicBezTo>
                    <a:pt x="0" y="28"/>
                    <a:pt x="1" y="40"/>
                    <a:pt x="1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1563">
              <a:extLst>
                <a:ext uri="{FF2B5EF4-FFF2-40B4-BE49-F238E27FC236}">
                  <a16:creationId xmlns:a16="http://schemas.microsoft.com/office/drawing/2014/main" id="{6BB8E401-EB92-4C35-BE63-698B10437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940"/>
              <a:ext cx="36" cy="82"/>
            </a:xfrm>
            <a:custGeom>
              <a:avLst/>
              <a:gdLst>
                <a:gd name="T0" fmla="*/ 0 w 19"/>
                <a:gd name="T1" fmla="*/ 328 h 41"/>
                <a:gd name="T2" fmla="*/ 121 w 19"/>
                <a:gd name="T3" fmla="*/ 160 h 41"/>
                <a:gd name="T4" fmla="*/ 116 w 19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1">
                  <a:moveTo>
                    <a:pt x="0" y="41"/>
                  </a:moveTo>
                  <a:cubicBezTo>
                    <a:pt x="8" y="36"/>
                    <a:pt x="16" y="32"/>
                    <a:pt x="18" y="20"/>
                  </a:cubicBezTo>
                  <a:cubicBezTo>
                    <a:pt x="19" y="14"/>
                    <a:pt x="17" y="7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1564">
              <a:extLst>
                <a:ext uri="{FF2B5EF4-FFF2-40B4-BE49-F238E27FC236}">
                  <a16:creationId xmlns:a16="http://schemas.microsoft.com/office/drawing/2014/main" id="{63F07018-D960-4341-9B91-717373463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831"/>
              <a:ext cx="136" cy="109"/>
            </a:xfrm>
            <a:custGeom>
              <a:avLst/>
              <a:gdLst>
                <a:gd name="T0" fmla="*/ 0 w 72"/>
                <a:gd name="T1" fmla="*/ 444 h 54"/>
                <a:gd name="T2" fmla="*/ 113 w 72"/>
                <a:gd name="T3" fmla="*/ 321 h 54"/>
                <a:gd name="T4" fmla="*/ 108 w 72"/>
                <a:gd name="T5" fmla="*/ 172 h 54"/>
                <a:gd name="T6" fmla="*/ 229 w 72"/>
                <a:gd name="T7" fmla="*/ 105 h 54"/>
                <a:gd name="T8" fmla="*/ 272 w 72"/>
                <a:gd name="T9" fmla="*/ 8 h 54"/>
                <a:gd name="T10" fmla="*/ 385 w 72"/>
                <a:gd name="T11" fmla="*/ 40 h 54"/>
                <a:gd name="T12" fmla="*/ 485 w 72"/>
                <a:gd name="T13" fmla="*/ 8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54">
                  <a:moveTo>
                    <a:pt x="0" y="54"/>
                  </a:moveTo>
                  <a:cubicBezTo>
                    <a:pt x="10" y="53"/>
                    <a:pt x="17" y="50"/>
                    <a:pt x="17" y="39"/>
                  </a:cubicBezTo>
                  <a:cubicBezTo>
                    <a:pt x="17" y="33"/>
                    <a:pt x="13" y="26"/>
                    <a:pt x="16" y="21"/>
                  </a:cubicBezTo>
                  <a:cubicBezTo>
                    <a:pt x="19" y="16"/>
                    <a:pt x="29" y="16"/>
                    <a:pt x="34" y="13"/>
                  </a:cubicBezTo>
                  <a:cubicBezTo>
                    <a:pt x="37" y="10"/>
                    <a:pt x="40" y="5"/>
                    <a:pt x="40" y="1"/>
                  </a:cubicBezTo>
                  <a:cubicBezTo>
                    <a:pt x="46" y="0"/>
                    <a:pt x="51" y="4"/>
                    <a:pt x="57" y="5"/>
                  </a:cubicBezTo>
                  <a:cubicBezTo>
                    <a:pt x="61" y="5"/>
                    <a:pt x="68" y="4"/>
                    <a:pt x="72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1565">
              <a:extLst>
                <a:ext uri="{FF2B5EF4-FFF2-40B4-BE49-F238E27FC236}">
                  <a16:creationId xmlns:a16="http://schemas.microsoft.com/office/drawing/2014/main" id="{F1609FEE-49B1-4A3B-9AF2-31B8BF28B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813"/>
              <a:ext cx="55" cy="22"/>
            </a:xfrm>
            <a:custGeom>
              <a:avLst/>
              <a:gdLst>
                <a:gd name="T0" fmla="*/ 197 w 29"/>
                <a:gd name="T1" fmla="*/ 0 h 11"/>
                <a:gd name="T2" fmla="*/ 0 w 29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29" y="0"/>
                  </a:moveTo>
                  <a:cubicBezTo>
                    <a:pt x="16" y="0"/>
                    <a:pt x="10" y="8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1566">
              <a:extLst>
                <a:ext uri="{FF2B5EF4-FFF2-40B4-BE49-F238E27FC236}">
                  <a16:creationId xmlns:a16="http://schemas.microsoft.com/office/drawing/2014/main" id="{0C2E506C-E8DC-4E29-BBFC-B4CE57FCF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791"/>
              <a:ext cx="74" cy="76"/>
            </a:xfrm>
            <a:custGeom>
              <a:avLst/>
              <a:gdLst>
                <a:gd name="T0" fmla="*/ 0 w 39"/>
                <a:gd name="T1" fmla="*/ 296 h 38"/>
                <a:gd name="T2" fmla="*/ 137 w 39"/>
                <a:gd name="T3" fmla="*/ 272 h 38"/>
                <a:gd name="T4" fmla="*/ 213 w 39"/>
                <a:gd name="T5" fmla="*/ 184 h 38"/>
                <a:gd name="T6" fmla="*/ 237 w 39"/>
                <a:gd name="T7" fmla="*/ 64 h 38"/>
                <a:gd name="T8" fmla="*/ 266 w 39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8">
                  <a:moveTo>
                    <a:pt x="0" y="37"/>
                  </a:moveTo>
                  <a:cubicBezTo>
                    <a:pt x="7" y="35"/>
                    <a:pt x="14" y="38"/>
                    <a:pt x="20" y="34"/>
                  </a:cubicBezTo>
                  <a:cubicBezTo>
                    <a:pt x="24" y="32"/>
                    <a:pt x="29" y="27"/>
                    <a:pt x="31" y="23"/>
                  </a:cubicBezTo>
                  <a:cubicBezTo>
                    <a:pt x="33" y="18"/>
                    <a:pt x="33" y="13"/>
                    <a:pt x="35" y="8"/>
                  </a:cubicBezTo>
                  <a:cubicBezTo>
                    <a:pt x="36" y="5"/>
                    <a:pt x="38" y="3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1567">
              <a:extLst>
                <a:ext uri="{FF2B5EF4-FFF2-40B4-BE49-F238E27FC236}">
                  <a16:creationId xmlns:a16="http://schemas.microsoft.com/office/drawing/2014/main" id="{13B1CE04-0498-4507-B852-5CA8D9E43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966"/>
              <a:ext cx="34" cy="90"/>
            </a:xfrm>
            <a:custGeom>
              <a:avLst/>
              <a:gdLst>
                <a:gd name="T0" fmla="*/ 93 w 18"/>
                <a:gd name="T1" fmla="*/ 0 h 45"/>
                <a:gd name="T2" fmla="*/ 93 w 18"/>
                <a:gd name="T3" fmla="*/ 184 h 45"/>
                <a:gd name="T4" fmla="*/ 0 w 18"/>
                <a:gd name="T5" fmla="*/ 36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14" y="0"/>
                  </a:moveTo>
                  <a:cubicBezTo>
                    <a:pt x="17" y="8"/>
                    <a:pt x="18" y="15"/>
                    <a:pt x="14" y="23"/>
                  </a:cubicBezTo>
                  <a:cubicBezTo>
                    <a:pt x="11" y="32"/>
                    <a:pt x="5" y="38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1568">
              <a:extLst>
                <a:ext uri="{FF2B5EF4-FFF2-40B4-BE49-F238E27FC236}">
                  <a16:creationId xmlns:a16="http://schemas.microsoft.com/office/drawing/2014/main" id="{F3489A33-FD9F-4014-B879-175D50DDC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046"/>
              <a:ext cx="30" cy="87"/>
            </a:xfrm>
            <a:custGeom>
              <a:avLst/>
              <a:gdLst>
                <a:gd name="T0" fmla="*/ 105 w 16"/>
                <a:gd name="T1" fmla="*/ 0 h 43"/>
                <a:gd name="T2" fmla="*/ 81 w 16"/>
                <a:gd name="T3" fmla="*/ 356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3">
                  <a:moveTo>
                    <a:pt x="16" y="0"/>
                  </a:moveTo>
                  <a:cubicBezTo>
                    <a:pt x="0" y="8"/>
                    <a:pt x="7" y="31"/>
                    <a:pt x="12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1569">
              <a:extLst>
                <a:ext uri="{FF2B5EF4-FFF2-40B4-BE49-F238E27FC236}">
                  <a16:creationId xmlns:a16="http://schemas.microsoft.com/office/drawing/2014/main" id="{0EDE9642-BD6F-4F79-A4A4-FAF93522E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024"/>
              <a:ext cx="24" cy="82"/>
            </a:xfrm>
            <a:custGeom>
              <a:avLst/>
              <a:gdLst>
                <a:gd name="T0" fmla="*/ 0 w 13"/>
                <a:gd name="T1" fmla="*/ 328 h 41"/>
                <a:gd name="T2" fmla="*/ 81 w 13"/>
                <a:gd name="T3" fmla="*/ 152 h 41"/>
                <a:gd name="T4" fmla="*/ 76 w 1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1">
                  <a:moveTo>
                    <a:pt x="0" y="41"/>
                  </a:moveTo>
                  <a:cubicBezTo>
                    <a:pt x="11" y="40"/>
                    <a:pt x="13" y="28"/>
                    <a:pt x="13" y="19"/>
                  </a:cubicBezTo>
                  <a:cubicBezTo>
                    <a:pt x="13" y="13"/>
                    <a:pt x="10" y="6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1570">
              <a:extLst>
                <a:ext uri="{FF2B5EF4-FFF2-40B4-BE49-F238E27FC236}">
                  <a16:creationId xmlns:a16="http://schemas.microsoft.com/office/drawing/2014/main" id="{E51CC41B-957D-4527-AA75-FC08A4CC2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263"/>
              <a:ext cx="102" cy="273"/>
            </a:xfrm>
            <a:custGeom>
              <a:avLst/>
              <a:gdLst>
                <a:gd name="T0" fmla="*/ 0 w 54"/>
                <a:gd name="T1" fmla="*/ 0 h 136"/>
                <a:gd name="T2" fmla="*/ 60 w 54"/>
                <a:gd name="T3" fmla="*/ 145 h 136"/>
                <a:gd name="T4" fmla="*/ 28 w 54"/>
                <a:gd name="T5" fmla="*/ 428 h 136"/>
                <a:gd name="T6" fmla="*/ 100 w 54"/>
                <a:gd name="T7" fmla="*/ 632 h 136"/>
                <a:gd name="T8" fmla="*/ 136 w 54"/>
                <a:gd name="T9" fmla="*/ 769 h 136"/>
                <a:gd name="T10" fmla="*/ 189 w 54"/>
                <a:gd name="T11" fmla="*/ 923 h 136"/>
                <a:gd name="T12" fmla="*/ 249 w 54"/>
                <a:gd name="T13" fmla="*/ 1012 h 136"/>
                <a:gd name="T14" fmla="*/ 365 w 54"/>
                <a:gd name="T15" fmla="*/ 1060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36">
                  <a:moveTo>
                    <a:pt x="0" y="0"/>
                  </a:moveTo>
                  <a:cubicBezTo>
                    <a:pt x="1" y="7"/>
                    <a:pt x="7" y="12"/>
                    <a:pt x="9" y="18"/>
                  </a:cubicBezTo>
                  <a:cubicBezTo>
                    <a:pt x="12" y="31"/>
                    <a:pt x="5" y="41"/>
                    <a:pt x="4" y="53"/>
                  </a:cubicBezTo>
                  <a:cubicBezTo>
                    <a:pt x="2" y="65"/>
                    <a:pt x="6" y="71"/>
                    <a:pt x="15" y="78"/>
                  </a:cubicBezTo>
                  <a:cubicBezTo>
                    <a:pt x="23" y="84"/>
                    <a:pt x="22" y="87"/>
                    <a:pt x="20" y="95"/>
                  </a:cubicBezTo>
                  <a:cubicBezTo>
                    <a:pt x="19" y="103"/>
                    <a:pt x="21" y="110"/>
                    <a:pt x="28" y="114"/>
                  </a:cubicBezTo>
                  <a:cubicBezTo>
                    <a:pt x="35" y="118"/>
                    <a:pt x="37" y="117"/>
                    <a:pt x="37" y="125"/>
                  </a:cubicBezTo>
                  <a:cubicBezTo>
                    <a:pt x="38" y="136"/>
                    <a:pt x="48" y="133"/>
                    <a:pt x="54" y="1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1571">
              <a:extLst>
                <a:ext uri="{FF2B5EF4-FFF2-40B4-BE49-F238E27FC236}">
                  <a16:creationId xmlns:a16="http://schemas.microsoft.com/office/drawing/2014/main" id="{4C5DE426-F84F-4A24-BB5B-B72A00978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263"/>
              <a:ext cx="19" cy="117"/>
            </a:xfrm>
            <a:custGeom>
              <a:avLst/>
              <a:gdLst>
                <a:gd name="T0" fmla="*/ 48 w 10"/>
                <a:gd name="T1" fmla="*/ 0 h 58"/>
                <a:gd name="T2" fmla="*/ 15 w 10"/>
                <a:gd name="T3" fmla="*/ 147 h 58"/>
                <a:gd name="T4" fmla="*/ 29 w 10"/>
                <a:gd name="T5" fmla="*/ 272 h 58"/>
                <a:gd name="T6" fmla="*/ 68 w 10"/>
                <a:gd name="T7" fmla="*/ 476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8">
                  <a:moveTo>
                    <a:pt x="7" y="0"/>
                  </a:moveTo>
                  <a:cubicBezTo>
                    <a:pt x="5" y="6"/>
                    <a:pt x="3" y="12"/>
                    <a:pt x="2" y="18"/>
                  </a:cubicBezTo>
                  <a:cubicBezTo>
                    <a:pt x="0" y="24"/>
                    <a:pt x="2" y="28"/>
                    <a:pt x="4" y="33"/>
                  </a:cubicBezTo>
                  <a:cubicBezTo>
                    <a:pt x="6" y="42"/>
                    <a:pt x="7" y="50"/>
                    <a:pt x="10" y="5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1572">
              <a:extLst>
                <a:ext uri="{FF2B5EF4-FFF2-40B4-BE49-F238E27FC236}">
                  <a16:creationId xmlns:a16="http://schemas.microsoft.com/office/drawing/2014/main" id="{2AB2D877-EE7C-41C2-9191-A91F5C74E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323"/>
              <a:ext cx="27" cy="105"/>
            </a:xfrm>
            <a:custGeom>
              <a:avLst/>
              <a:gdLst>
                <a:gd name="T0" fmla="*/ 8 w 14"/>
                <a:gd name="T1" fmla="*/ 0 h 52"/>
                <a:gd name="T2" fmla="*/ 29 w 14"/>
                <a:gd name="T3" fmla="*/ 73 h 52"/>
                <a:gd name="T4" fmla="*/ 85 w 14"/>
                <a:gd name="T5" fmla="*/ 232 h 52"/>
                <a:gd name="T6" fmla="*/ 85 w 14"/>
                <a:gd name="T7" fmla="*/ 42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2">
                  <a:moveTo>
                    <a:pt x="1" y="0"/>
                  </a:moveTo>
                  <a:cubicBezTo>
                    <a:pt x="0" y="4"/>
                    <a:pt x="2" y="6"/>
                    <a:pt x="4" y="9"/>
                  </a:cubicBezTo>
                  <a:cubicBezTo>
                    <a:pt x="8" y="16"/>
                    <a:pt x="11" y="20"/>
                    <a:pt x="12" y="28"/>
                  </a:cubicBezTo>
                  <a:cubicBezTo>
                    <a:pt x="14" y="36"/>
                    <a:pt x="12" y="44"/>
                    <a:pt x="12" y="5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1573">
              <a:extLst>
                <a:ext uri="{FF2B5EF4-FFF2-40B4-BE49-F238E27FC236}">
                  <a16:creationId xmlns:a16="http://schemas.microsoft.com/office/drawing/2014/main" id="{C51562F1-A87B-4055-9A6C-7A6E4F546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189"/>
              <a:ext cx="22" cy="88"/>
            </a:xfrm>
            <a:custGeom>
              <a:avLst/>
              <a:gdLst>
                <a:gd name="T0" fmla="*/ 0 w 12"/>
                <a:gd name="T1" fmla="*/ 352 h 44"/>
                <a:gd name="T2" fmla="*/ 61 w 12"/>
                <a:gd name="T3" fmla="*/ 168 h 44"/>
                <a:gd name="T4" fmla="*/ 13 w 1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0" y="44"/>
                  </a:moveTo>
                  <a:cubicBezTo>
                    <a:pt x="10" y="40"/>
                    <a:pt x="12" y="30"/>
                    <a:pt x="10" y="21"/>
                  </a:cubicBezTo>
                  <a:cubicBezTo>
                    <a:pt x="8" y="13"/>
                    <a:pt x="3" y="7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1574">
              <a:extLst>
                <a:ext uri="{FF2B5EF4-FFF2-40B4-BE49-F238E27FC236}">
                  <a16:creationId xmlns:a16="http://schemas.microsoft.com/office/drawing/2014/main" id="{68A2CC23-FD4B-4236-978E-0A458603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183"/>
              <a:ext cx="23" cy="90"/>
            </a:xfrm>
            <a:custGeom>
              <a:avLst/>
              <a:gdLst>
                <a:gd name="T0" fmla="*/ 56 w 12"/>
                <a:gd name="T1" fmla="*/ 0 h 45"/>
                <a:gd name="T2" fmla="*/ 15 w 12"/>
                <a:gd name="T3" fmla="*/ 176 h 45"/>
                <a:gd name="T4" fmla="*/ 84 w 12"/>
                <a:gd name="T5" fmla="*/ 36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5">
                  <a:moveTo>
                    <a:pt x="8" y="0"/>
                  </a:moveTo>
                  <a:cubicBezTo>
                    <a:pt x="7" y="8"/>
                    <a:pt x="0" y="13"/>
                    <a:pt x="2" y="22"/>
                  </a:cubicBezTo>
                  <a:cubicBezTo>
                    <a:pt x="4" y="30"/>
                    <a:pt x="10" y="37"/>
                    <a:pt x="12" y="4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1575">
              <a:extLst>
                <a:ext uri="{FF2B5EF4-FFF2-40B4-BE49-F238E27FC236}">
                  <a16:creationId xmlns:a16="http://schemas.microsoft.com/office/drawing/2014/main" id="{92DE5056-79B2-4D10-BE8A-5D0F94BD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3076"/>
              <a:ext cx="17" cy="89"/>
            </a:xfrm>
            <a:custGeom>
              <a:avLst/>
              <a:gdLst>
                <a:gd name="T0" fmla="*/ 60 w 9"/>
                <a:gd name="T1" fmla="*/ 0 h 44"/>
                <a:gd name="T2" fmla="*/ 0 w 9"/>
                <a:gd name="T3" fmla="*/ 172 h 44"/>
                <a:gd name="T4" fmla="*/ 40 w 9"/>
                <a:gd name="T5" fmla="*/ 36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4">
                  <a:moveTo>
                    <a:pt x="9" y="0"/>
                  </a:moveTo>
                  <a:cubicBezTo>
                    <a:pt x="6" y="7"/>
                    <a:pt x="0" y="12"/>
                    <a:pt x="0" y="21"/>
                  </a:cubicBezTo>
                  <a:cubicBezTo>
                    <a:pt x="1" y="30"/>
                    <a:pt x="6" y="36"/>
                    <a:pt x="6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1576">
              <a:extLst>
                <a:ext uri="{FF2B5EF4-FFF2-40B4-BE49-F238E27FC236}">
                  <a16:creationId xmlns:a16="http://schemas.microsoft.com/office/drawing/2014/main" id="{5E31388F-646E-497A-81C8-AC89527B7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530"/>
              <a:ext cx="131" cy="171"/>
            </a:xfrm>
            <a:custGeom>
              <a:avLst/>
              <a:gdLst>
                <a:gd name="T0" fmla="*/ 0 w 70"/>
                <a:gd name="T1" fmla="*/ 0 h 85"/>
                <a:gd name="T2" fmla="*/ 52 w 70"/>
                <a:gd name="T3" fmla="*/ 89 h 85"/>
                <a:gd name="T4" fmla="*/ 84 w 70"/>
                <a:gd name="T5" fmla="*/ 276 h 85"/>
                <a:gd name="T6" fmla="*/ 178 w 70"/>
                <a:gd name="T7" fmla="*/ 400 h 85"/>
                <a:gd name="T8" fmla="*/ 269 w 70"/>
                <a:gd name="T9" fmla="*/ 473 h 85"/>
                <a:gd name="T10" fmla="*/ 314 w 70"/>
                <a:gd name="T11" fmla="*/ 587 h 85"/>
                <a:gd name="T12" fmla="*/ 406 w 70"/>
                <a:gd name="T13" fmla="*/ 620 h 85"/>
                <a:gd name="T14" fmla="*/ 459 w 70"/>
                <a:gd name="T15" fmla="*/ 692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5">
                  <a:moveTo>
                    <a:pt x="0" y="0"/>
                  </a:moveTo>
                  <a:cubicBezTo>
                    <a:pt x="2" y="4"/>
                    <a:pt x="5" y="7"/>
                    <a:pt x="8" y="11"/>
                  </a:cubicBezTo>
                  <a:cubicBezTo>
                    <a:pt x="13" y="19"/>
                    <a:pt x="11" y="26"/>
                    <a:pt x="13" y="34"/>
                  </a:cubicBezTo>
                  <a:cubicBezTo>
                    <a:pt x="15" y="42"/>
                    <a:pt x="20" y="47"/>
                    <a:pt x="27" y="49"/>
                  </a:cubicBezTo>
                  <a:cubicBezTo>
                    <a:pt x="34" y="52"/>
                    <a:pt x="38" y="51"/>
                    <a:pt x="41" y="58"/>
                  </a:cubicBezTo>
                  <a:cubicBezTo>
                    <a:pt x="43" y="64"/>
                    <a:pt x="43" y="68"/>
                    <a:pt x="48" y="72"/>
                  </a:cubicBezTo>
                  <a:cubicBezTo>
                    <a:pt x="52" y="75"/>
                    <a:pt x="58" y="73"/>
                    <a:pt x="62" y="76"/>
                  </a:cubicBezTo>
                  <a:cubicBezTo>
                    <a:pt x="65" y="78"/>
                    <a:pt x="65" y="85"/>
                    <a:pt x="70" y="8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1577">
              <a:extLst>
                <a:ext uri="{FF2B5EF4-FFF2-40B4-BE49-F238E27FC236}">
                  <a16:creationId xmlns:a16="http://schemas.microsoft.com/office/drawing/2014/main" id="{BF5A0B11-8B5D-46CC-8701-7DDFAE00A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3637"/>
              <a:ext cx="43" cy="44"/>
            </a:xfrm>
            <a:custGeom>
              <a:avLst/>
              <a:gdLst>
                <a:gd name="T0" fmla="*/ 0 w 23"/>
                <a:gd name="T1" fmla="*/ 8 h 22"/>
                <a:gd name="T2" fmla="*/ 112 w 23"/>
                <a:gd name="T3" fmla="*/ 56 h 22"/>
                <a:gd name="T4" fmla="*/ 150 w 23"/>
                <a:gd name="T5" fmla="*/ 17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0" y="1"/>
                  </a:moveTo>
                  <a:cubicBezTo>
                    <a:pt x="6" y="5"/>
                    <a:pt x="13" y="0"/>
                    <a:pt x="17" y="7"/>
                  </a:cubicBezTo>
                  <a:cubicBezTo>
                    <a:pt x="19" y="11"/>
                    <a:pt x="21" y="20"/>
                    <a:pt x="23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1578">
              <a:extLst>
                <a:ext uri="{FF2B5EF4-FFF2-40B4-BE49-F238E27FC236}">
                  <a16:creationId xmlns:a16="http://schemas.microsoft.com/office/drawing/2014/main" id="{C6FD49FE-75B9-4781-9241-A193AD969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3570"/>
              <a:ext cx="60" cy="69"/>
            </a:xfrm>
            <a:custGeom>
              <a:avLst/>
              <a:gdLst>
                <a:gd name="T0" fmla="*/ 0 w 32"/>
                <a:gd name="T1" fmla="*/ 0 h 34"/>
                <a:gd name="T2" fmla="*/ 173 w 32"/>
                <a:gd name="T3" fmla="*/ 116 h 34"/>
                <a:gd name="T4" fmla="*/ 212 w 32"/>
                <a:gd name="T5" fmla="*/ 28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0"/>
                  </a:moveTo>
                  <a:cubicBezTo>
                    <a:pt x="1" y="7"/>
                    <a:pt x="21" y="9"/>
                    <a:pt x="26" y="14"/>
                  </a:cubicBezTo>
                  <a:cubicBezTo>
                    <a:pt x="32" y="20"/>
                    <a:pt x="29" y="29"/>
                    <a:pt x="32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1579">
              <a:extLst>
                <a:ext uri="{FF2B5EF4-FFF2-40B4-BE49-F238E27FC236}">
                  <a16:creationId xmlns:a16="http://schemas.microsoft.com/office/drawing/2014/main" id="{DC1F90A6-FFA8-4BB3-B574-AB3C19C56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3484"/>
              <a:ext cx="54" cy="92"/>
            </a:xfrm>
            <a:custGeom>
              <a:avLst/>
              <a:gdLst>
                <a:gd name="T0" fmla="*/ 0 w 29"/>
                <a:gd name="T1" fmla="*/ 0 h 46"/>
                <a:gd name="T2" fmla="*/ 7 w 29"/>
                <a:gd name="T3" fmla="*/ 144 h 46"/>
                <a:gd name="T4" fmla="*/ 89 w 29"/>
                <a:gd name="T5" fmla="*/ 256 h 46"/>
                <a:gd name="T6" fmla="*/ 188 w 29"/>
                <a:gd name="T7" fmla="*/ 36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6">
                  <a:moveTo>
                    <a:pt x="0" y="0"/>
                  </a:moveTo>
                  <a:cubicBezTo>
                    <a:pt x="2" y="6"/>
                    <a:pt x="0" y="12"/>
                    <a:pt x="1" y="18"/>
                  </a:cubicBezTo>
                  <a:cubicBezTo>
                    <a:pt x="2" y="25"/>
                    <a:pt x="8" y="28"/>
                    <a:pt x="14" y="32"/>
                  </a:cubicBezTo>
                  <a:cubicBezTo>
                    <a:pt x="21" y="36"/>
                    <a:pt x="25" y="41"/>
                    <a:pt x="29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1580">
              <a:extLst>
                <a:ext uri="{FF2B5EF4-FFF2-40B4-BE49-F238E27FC236}">
                  <a16:creationId xmlns:a16="http://schemas.microsoft.com/office/drawing/2014/main" id="{CCDB34DA-A466-40BD-9C99-38DA022D4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3430"/>
              <a:ext cx="24" cy="72"/>
            </a:xfrm>
            <a:custGeom>
              <a:avLst/>
              <a:gdLst>
                <a:gd name="T0" fmla="*/ 0 w 13"/>
                <a:gd name="T1" fmla="*/ 0 h 36"/>
                <a:gd name="T2" fmla="*/ 44 w 13"/>
                <a:gd name="T3" fmla="*/ 32 h 36"/>
                <a:gd name="T4" fmla="*/ 81 w 13"/>
                <a:gd name="T5" fmla="*/ 128 h 36"/>
                <a:gd name="T6" fmla="*/ 76 w 13"/>
                <a:gd name="T7" fmla="*/ 28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6">
                  <a:moveTo>
                    <a:pt x="0" y="0"/>
                  </a:moveTo>
                  <a:cubicBezTo>
                    <a:pt x="2" y="2"/>
                    <a:pt x="5" y="2"/>
                    <a:pt x="7" y="4"/>
                  </a:cubicBezTo>
                  <a:cubicBezTo>
                    <a:pt x="12" y="7"/>
                    <a:pt x="12" y="11"/>
                    <a:pt x="13" y="16"/>
                  </a:cubicBezTo>
                  <a:cubicBezTo>
                    <a:pt x="13" y="22"/>
                    <a:pt x="12" y="31"/>
                    <a:pt x="12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1581">
              <a:extLst>
                <a:ext uri="{FF2B5EF4-FFF2-40B4-BE49-F238E27FC236}">
                  <a16:creationId xmlns:a16="http://schemas.microsoft.com/office/drawing/2014/main" id="{092EDADB-79FD-4FED-884B-31B5D4563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355"/>
              <a:ext cx="36" cy="107"/>
            </a:xfrm>
            <a:custGeom>
              <a:avLst/>
              <a:gdLst>
                <a:gd name="T0" fmla="*/ 0 w 19"/>
                <a:gd name="T1" fmla="*/ 0 h 53"/>
                <a:gd name="T2" fmla="*/ 76 w 19"/>
                <a:gd name="T3" fmla="*/ 57 h 53"/>
                <a:gd name="T4" fmla="*/ 116 w 19"/>
                <a:gd name="T5" fmla="*/ 180 h 53"/>
                <a:gd name="T6" fmla="*/ 68 w 19"/>
                <a:gd name="T7" fmla="*/ 43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3">
                  <a:moveTo>
                    <a:pt x="0" y="0"/>
                  </a:moveTo>
                  <a:cubicBezTo>
                    <a:pt x="3" y="3"/>
                    <a:pt x="8" y="3"/>
                    <a:pt x="11" y="7"/>
                  </a:cubicBezTo>
                  <a:cubicBezTo>
                    <a:pt x="15" y="10"/>
                    <a:pt x="16" y="17"/>
                    <a:pt x="17" y="22"/>
                  </a:cubicBezTo>
                  <a:cubicBezTo>
                    <a:pt x="19" y="34"/>
                    <a:pt x="9" y="41"/>
                    <a:pt x="10" y="5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1582">
              <a:extLst>
                <a:ext uri="{FF2B5EF4-FFF2-40B4-BE49-F238E27FC236}">
                  <a16:creationId xmlns:a16="http://schemas.microsoft.com/office/drawing/2014/main" id="{6F1CF9C7-B936-4B3E-96BC-D0381D3FB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500"/>
              <a:ext cx="45" cy="92"/>
            </a:xfrm>
            <a:custGeom>
              <a:avLst/>
              <a:gdLst>
                <a:gd name="T0" fmla="*/ 0 w 24"/>
                <a:gd name="T1" fmla="*/ 0 h 46"/>
                <a:gd name="T2" fmla="*/ 152 w 24"/>
                <a:gd name="T3" fmla="*/ 192 h 46"/>
                <a:gd name="T4" fmla="*/ 137 w 24"/>
                <a:gd name="T5" fmla="*/ 36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0" y="0"/>
                  </a:moveTo>
                  <a:cubicBezTo>
                    <a:pt x="12" y="5"/>
                    <a:pt x="24" y="9"/>
                    <a:pt x="23" y="24"/>
                  </a:cubicBezTo>
                  <a:cubicBezTo>
                    <a:pt x="22" y="31"/>
                    <a:pt x="21" y="40"/>
                    <a:pt x="21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1583">
              <a:extLst>
                <a:ext uri="{FF2B5EF4-FFF2-40B4-BE49-F238E27FC236}">
                  <a16:creationId xmlns:a16="http://schemas.microsoft.com/office/drawing/2014/main" id="{9CAAE53C-487C-4F19-B6AA-431EEB77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3608"/>
              <a:ext cx="74" cy="83"/>
            </a:xfrm>
            <a:custGeom>
              <a:avLst/>
              <a:gdLst>
                <a:gd name="T0" fmla="*/ 0 w 39"/>
                <a:gd name="T1" fmla="*/ 16 h 41"/>
                <a:gd name="T2" fmla="*/ 152 w 39"/>
                <a:gd name="T3" fmla="*/ 32 h 41"/>
                <a:gd name="T4" fmla="*/ 228 w 39"/>
                <a:gd name="T5" fmla="*/ 164 h 41"/>
                <a:gd name="T6" fmla="*/ 266 w 39"/>
                <a:gd name="T7" fmla="*/ 34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1">
                  <a:moveTo>
                    <a:pt x="0" y="2"/>
                  </a:moveTo>
                  <a:cubicBezTo>
                    <a:pt x="7" y="4"/>
                    <a:pt x="15" y="0"/>
                    <a:pt x="22" y="4"/>
                  </a:cubicBezTo>
                  <a:cubicBezTo>
                    <a:pt x="28" y="7"/>
                    <a:pt x="31" y="13"/>
                    <a:pt x="33" y="20"/>
                  </a:cubicBezTo>
                  <a:cubicBezTo>
                    <a:pt x="34" y="25"/>
                    <a:pt x="35" y="37"/>
                    <a:pt x="39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1584">
              <a:extLst>
                <a:ext uri="{FF2B5EF4-FFF2-40B4-BE49-F238E27FC236}">
                  <a16:creationId xmlns:a16="http://schemas.microsoft.com/office/drawing/2014/main" id="{F68EA6D2-F352-4981-9C33-2D705DE7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829"/>
              <a:ext cx="72" cy="53"/>
            </a:xfrm>
            <a:custGeom>
              <a:avLst/>
              <a:gdLst>
                <a:gd name="T0" fmla="*/ 0 w 38"/>
                <a:gd name="T1" fmla="*/ 171 h 26"/>
                <a:gd name="T2" fmla="*/ 258 w 3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6">
                  <a:moveTo>
                    <a:pt x="0" y="20"/>
                  </a:moveTo>
                  <a:cubicBezTo>
                    <a:pt x="15" y="26"/>
                    <a:pt x="31" y="12"/>
                    <a:pt x="38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1585">
              <a:extLst>
                <a:ext uri="{FF2B5EF4-FFF2-40B4-BE49-F238E27FC236}">
                  <a16:creationId xmlns:a16="http://schemas.microsoft.com/office/drawing/2014/main" id="{ACB96B16-A331-4CBB-857E-5499D8D58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861"/>
              <a:ext cx="21" cy="55"/>
            </a:xfrm>
            <a:custGeom>
              <a:avLst/>
              <a:gdLst>
                <a:gd name="T0" fmla="*/ 0 w 11"/>
                <a:gd name="T1" fmla="*/ 0 h 27"/>
                <a:gd name="T2" fmla="*/ 48 w 11"/>
                <a:gd name="T3" fmla="*/ 22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11" y="6"/>
                    <a:pt x="11" y="17"/>
                    <a:pt x="7" y="2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1586">
              <a:extLst>
                <a:ext uri="{FF2B5EF4-FFF2-40B4-BE49-F238E27FC236}">
                  <a16:creationId xmlns:a16="http://schemas.microsoft.com/office/drawing/2014/main" id="{5EF1D2DF-D799-43E9-86ED-24770EEFF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829"/>
              <a:ext cx="79" cy="46"/>
            </a:xfrm>
            <a:custGeom>
              <a:avLst/>
              <a:gdLst>
                <a:gd name="T0" fmla="*/ 0 w 42"/>
                <a:gd name="T1" fmla="*/ 8 h 23"/>
                <a:gd name="T2" fmla="*/ 280 w 42"/>
                <a:gd name="T3" fmla="*/ 18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3">
                  <a:moveTo>
                    <a:pt x="0" y="1"/>
                  </a:moveTo>
                  <a:cubicBezTo>
                    <a:pt x="21" y="3"/>
                    <a:pt x="34" y="0"/>
                    <a:pt x="42" y="2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1587">
              <a:extLst>
                <a:ext uri="{FF2B5EF4-FFF2-40B4-BE49-F238E27FC236}">
                  <a16:creationId xmlns:a16="http://schemas.microsoft.com/office/drawing/2014/main" id="{DBA32CEB-0F2F-4560-8A0B-8DC8CEDC5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867"/>
              <a:ext cx="62" cy="35"/>
            </a:xfrm>
            <a:custGeom>
              <a:avLst/>
              <a:gdLst>
                <a:gd name="T0" fmla="*/ 0 w 33"/>
                <a:gd name="T1" fmla="*/ 43 h 17"/>
                <a:gd name="T2" fmla="*/ 218 w 33"/>
                <a:gd name="T3" fmla="*/ 14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7">
                  <a:moveTo>
                    <a:pt x="0" y="5"/>
                  </a:moveTo>
                  <a:cubicBezTo>
                    <a:pt x="13" y="1"/>
                    <a:pt x="31" y="0"/>
                    <a:pt x="33" y="1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1588">
              <a:extLst>
                <a:ext uri="{FF2B5EF4-FFF2-40B4-BE49-F238E27FC236}">
                  <a16:creationId xmlns:a16="http://schemas.microsoft.com/office/drawing/2014/main" id="{17C1B752-331B-4697-A773-01555789F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807"/>
              <a:ext cx="44" cy="48"/>
            </a:xfrm>
            <a:custGeom>
              <a:avLst/>
              <a:gdLst>
                <a:gd name="T0" fmla="*/ 0 w 23"/>
                <a:gd name="T1" fmla="*/ 64 h 24"/>
                <a:gd name="T2" fmla="*/ 161 w 23"/>
                <a:gd name="T3" fmla="*/ 19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4">
                  <a:moveTo>
                    <a:pt x="0" y="8"/>
                  </a:moveTo>
                  <a:cubicBezTo>
                    <a:pt x="13" y="0"/>
                    <a:pt x="20" y="14"/>
                    <a:pt x="23" y="2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1589">
              <a:extLst>
                <a:ext uri="{FF2B5EF4-FFF2-40B4-BE49-F238E27FC236}">
                  <a16:creationId xmlns:a16="http://schemas.microsoft.com/office/drawing/2014/main" id="{3BE0AA5C-9F7E-46C6-ADDF-1CC162D48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865"/>
              <a:ext cx="70" cy="53"/>
            </a:xfrm>
            <a:custGeom>
              <a:avLst/>
              <a:gdLst>
                <a:gd name="T0" fmla="*/ 0 w 37"/>
                <a:gd name="T1" fmla="*/ 112 h 26"/>
                <a:gd name="T2" fmla="*/ 250 w 37"/>
                <a:gd name="T3" fmla="*/ 22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6">
                  <a:moveTo>
                    <a:pt x="0" y="13"/>
                  </a:moveTo>
                  <a:cubicBezTo>
                    <a:pt x="11" y="0"/>
                    <a:pt x="34" y="10"/>
                    <a:pt x="37" y="26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1590">
              <a:extLst>
                <a:ext uri="{FF2B5EF4-FFF2-40B4-BE49-F238E27FC236}">
                  <a16:creationId xmlns:a16="http://schemas.microsoft.com/office/drawing/2014/main" id="{3862D8F4-1402-42BF-9FF1-45EB0C10C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867"/>
              <a:ext cx="26" cy="31"/>
            </a:xfrm>
            <a:custGeom>
              <a:avLst/>
              <a:gdLst>
                <a:gd name="T0" fmla="*/ 24 w 14"/>
                <a:gd name="T1" fmla="*/ 132 h 15"/>
                <a:gd name="T2" fmla="*/ 89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4" y="15"/>
                  </a:moveTo>
                  <a:cubicBezTo>
                    <a:pt x="0" y="8"/>
                    <a:pt x="8" y="4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1591">
              <a:extLst>
                <a:ext uri="{FF2B5EF4-FFF2-40B4-BE49-F238E27FC236}">
                  <a16:creationId xmlns:a16="http://schemas.microsoft.com/office/drawing/2014/main" id="{3CA01A99-9B6A-4C60-98E1-9A3F37FB9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831"/>
              <a:ext cx="44" cy="59"/>
            </a:xfrm>
            <a:custGeom>
              <a:avLst/>
              <a:gdLst>
                <a:gd name="T0" fmla="*/ 0 w 23"/>
                <a:gd name="T1" fmla="*/ 57 h 29"/>
                <a:gd name="T2" fmla="*/ 161 w 23"/>
                <a:gd name="T3" fmla="*/ 244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9">
                  <a:moveTo>
                    <a:pt x="0" y="7"/>
                  </a:moveTo>
                  <a:cubicBezTo>
                    <a:pt x="14" y="0"/>
                    <a:pt x="21" y="19"/>
                    <a:pt x="23" y="2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1592">
              <a:extLst>
                <a:ext uri="{FF2B5EF4-FFF2-40B4-BE49-F238E27FC236}">
                  <a16:creationId xmlns:a16="http://schemas.microsoft.com/office/drawing/2014/main" id="{1100F1E4-3E0C-4E21-A158-812A2ED40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845"/>
              <a:ext cx="38" cy="24"/>
            </a:xfrm>
            <a:custGeom>
              <a:avLst/>
              <a:gdLst>
                <a:gd name="T0" fmla="*/ 0 w 20"/>
                <a:gd name="T1" fmla="*/ 96 h 12"/>
                <a:gd name="T2" fmla="*/ 137 w 20"/>
                <a:gd name="T3" fmla="*/ 1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4"/>
                    <a:pt x="13" y="0"/>
                    <a:pt x="20" y="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593">
              <a:extLst>
                <a:ext uri="{FF2B5EF4-FFF2-40B4-BE49-F238E27FC236}">
                  <a16:creationId xmlns:a16="http://schemas.microsoft.com/office/drawing/2014/main" id="{A8382C1A-580D-4B89-B3AA-718640BFF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845"/>
              <a:ext cx="9" cy="35"/>
            </a:xfrm>
            <a:custGeom>
              <a:avLst/>
              <a:gdLst>
                <a:gd name="T0" fmla="*/ 7 w 5"/>
                <a:gd name="T1" fmla="*/ 0 h 17"/>
                <a:gd name="T2" fmla="*/ 0 w 5"/>
                <a:gd name="T3" fmla="*/ 14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1" y="0"/>
                  </a:moveTo>
                  <a:cubicBezTo>
                    <a:pt x="5" y="4"/>
                    <a:pt x="5" y="13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1594">
              <a:extLst>
                <a:ext uri="{FF2B5EF4-FFF2-40B4-BE49-F238E27FC236}">
                  <a16:creationId xmlns:a16="http://schemas.microsoft.com/office/drawing/2014/main" id="{96DE5FD4-E405-4434-BB1D-59809CFF6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859"/>
              <a:ext cx="23" cy="4"/>
            </a:xfrm>
            <a:custGeom>
              <a:avLst/>
              <a:gdLst>
                <a:gd name="T0" fmla="*/ 0 w 12"/>
                <a:gd name="T1" fmla="*/ 16 h 2"/>
                <a:gd name="T2" fmla="*/ 84 w 1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4" y="0"/>
                    <a:pt x="8" y="0"/>
                    <a:pt x="12" y="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1595">
              <a:extLst>
                <a:ext uri="{FF2B5EF4-FFF2-40B4-BE49-F238E27FC236}">
                  <a16:creationId xmlns:a16="http://schemas.microsoft.com/office/drawing/2014/main" id="{832507C4-4648-406C-BC04-84E2609AC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851"/>
              <a:ext cx="56" cy="16"/>
            </a:xfrm>
            <a:custGeom>
              <a:avLst/>
              <a:gdLst>
                <a:gd name="T0" fmla="*/ 0 w 30"/>
                <a:gd name="T1" fmla="*/ 56 h 8"/>
                <a:gd name="T2" fmla="*/ 196 w 30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7"/>
                  </a:moveTo>
                  <a:cubicBezTo>
                    <a:pt x="9" y="0"/>
                    <a:pt x="20" y="1"/>
                    <a:pt x="30" y="8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1596">
              <a:extLst>
                <a:ext uri="{FF2B5EF4-FFF2-40B4-BE49-F238E27FC236}">
                  <a16:creationId xmlns:a16="http://schemas.microsoft.com/office/drawing/2014/main" id="{841C4191-95AD-4E27-A41D-D1C62CB8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847"/>
              <a:ext cx="9" cy="12"/>
            </a:xfrm>
            <a:custGeom>
              <a:avLst/>
              <a:gdLst>
                <a:gd name="T0" fmla="*/ 0 w 5"/>
                <a:gd name="T1" fmla="*/ 0 h 6"/>
                <a:gd name="T2" fmla="*/ 29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3" y="1"/>
                    <a:pt x="4" y="3"/>
                    <a:pt x="5" y="6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597">
              <a:extLst>
                <a:ext uri="{FF2B5EF4-FFF2-40B4-BE49-F238E27FC236}">
                  <a16:creationId xmlns:a16="http://schemas.microsoft.com/office/drawing/2014/main" id="{DF09461B-0E04-4F14-AA18-C5711CA17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2859"/>
              <a:ext cx="27" cy="23"/>
            </a:xfrm>
            <a:custGeom>
              <a:avLst/>
              <a:gdLst>
                <a:gd name="T0" fmla="*/ 0 w 14"/>
                <a:gd name="T1" fmla="*/ 100 h 11"/>
                <a:gd name="T2" fmla="*/ 100 w 14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1" y="5"/>
                    <a:pt x="7" y="0"/>
                    <a:pt x="14" y="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598">
              <a:extLst>
                <a:ext uri="{FF2B5EF4-FFF2-40B4-BE49-F238E27FC236}">
                  <a16:creationId xmlns:a16="http://schemas.microsoft.com/office/drawing/2014/main" id="{3C6AC6A4-AAE1-430C-ABB8-0994AE41B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873"/>
              <a:ext cx="37" cy="47"/>
            </a:xfrm>
            <a:custGeom>
              <a:avLst/>
              <a:gdLst>
                <a:gd name="T0" fmla="*/ 0 w 20"/>
                <a:gd name="T1" fmla="*/ 0 h 23"/>
                <a:gd name="T2" fmla="*/ 81 w 20"/>
                <a:gd name="T3" fmla="*/ 19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9" y="5"/>
                    <a:pt x="20" y="12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599">
              <a:extLst>
                <a:ext uri="{FF2B5EF4-FFF2-40B4-BE49-F238E27FC236}">
                  <a16:creationId xmlns:a16="http://schemas.microsoft.com/office/drawing/2014/main" id="{260BD31C-F6CC-4CEB-B8CC-FCDB2ABC0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869"/>
              <a:ext cx="34" cy="25"/>
            </a:xfrm>
            <a:custGeom>
              <a:avLst/>
              <a:gdLst>
                <a:gd name="T0" fmla="*/ 0 w 18"/>
                <a:gd name="T1" fmla="*/ 108 h 12"/>
                <a:gd name="T2" fmla="*/ 121 w 18"/>
                <a:gd name="T3" fmla="*/ 1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5" y="6"/>
                    <a:pt x="10" y="0"/>
                    <a:pt x="18" y="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600">
              <a:extLst>
                <a:ext uri="{FF2B5EF4-FFF2-40B4-BE49-F238E27FC236}">
                  <a16:creationId xmlns:a16="http://schemas.microsoft.com/office/drawing/2014/main" id="{B363EE25-5E53-4257-ADF9-21AB782E5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763"/>
              <a:ext cx="94" cy="32"/>
            </a:xfrm>
            <a:custGeom>
              <a:avLst/>
              <a:gdLst>
                <a:gd name="T0" fmla="*/ 0 w 50"/>
                <a:gd name="T1" fmla="*/ 80 h 16"/>
                <a:gd name="T2" fmla="*/ 333 w 50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6">
                  <a:moveTo>
                    <a:pt x="0" y="10"/>
                  </a:moveTo>
                  <a:cubicBezTo>
                    <a:pt x="13" y="0"/>
                    <a:pt x="39" y="1"/>
                    <a:pt x="50" y="16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601">
              <a:extLst>
                <a:ext uri="{FF2B5EF4-FFF2-40B4-BE49-F238E27FC236}">
                  <a16:creationId xmlns:a16="http://schemas.microsoft.com/office/drawing/2014/main" id="{692FBE3D-F021-4848-923B-60539E67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763"/>
              <a:ext cx="52" cy="18"/>
            </a:xfrm>
            <a:custGeom>
              <a:avLst/>
              <a:gdLst>
                <a:gd name="T0" fmla="*/ 0 w 28"/>
                <a:gd name="T1" fmla="*/ 72 h 9"/>
                <a:gd name="T2" fmla="*/ 180 w 28"/>
                <a:gd name="T3" fmla="*/ 4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9" y="3"/>
                    <a:pt x="17" y="0"/>
                    <a:pt x="28" y="6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602">
              <a:extLst>
                <a:ext uri="{FF2B5EF4-FFF2-40B4-BE49-F238E27FC236}">
                  <a16:creationId xmlns:a16="http://schemas.microsoft.com/office/drawing/2014/main" id="{CA647EBC-F4BE-4A7B-8068-753FE0B0A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771"/>
              <a:ext cx="30" cy="18"/>
            </a:xfrm>
            <a:custGeom>
              <a:avLst/>
              <a:gdLst>
                <a:gd name="T0" fmla="*/ 15 w 16"/>
                <a:gd name="T1" fmla="*/ 72 h 9"/>
                <a:gd name="T2" fmla="*/ 105 w 1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2" y="9"/>
                  </a:moveTo>
                  <a:cubicBezTo>
                    <a:pt x="0" y="1"/>
                    <a:pt x="10" y="0"/>
                    <a:pt x="16" y="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603">
              <a:extLst>
                <a:ext uri="{FF2B5EF4-FFF2-40B4-BE49-F238E27FC236}">
                  <a16:creationId xmlns:a16="http://schemas.microsoft.com/office/drawing/2014/main" id="{EF940A32-5AD3-4EA6-9E68-1F432EE99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831"/>
              <a:ext cx="22" cy="34"/>
            </a:xfrm>
            <a:custGeom>
              <a:avLst/>
              <a:gdLst>
                <a:gd name="T0" fmla="*/ 0 w 12"/>
                <a:gd name="T1" fmla="*/ 88 h 17"/>
                <a:gd name="T2" fmla="*/ 44 w 12"/>
                <a:gd name="T3" fmla="*/ 0 h 17"/>
                <a:gd name="T4" fmla="*/ 20 w 12"/>
                <a:gd name="T5" fmla="*/ 1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11"/>
                  </a:moveTo>
                  <a:cubicBezTo>
                    <a:pt x="0" y="7"/>
                    <a:pt x="3" y="1"/>
                    <a:pt x="7" y="0"/>
                  </a:cubicBezTo>
                  <a:cubicBezTo>
                    <a:pt x="12" y="4"/>
                    <a:pt x="5" y="13"/>
                    <a:pt x="3" y="17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604">
              <a:extLst>
                <a:ext uri="{FF2B5EF4-FFF2-40B4-BE49-F238E27FC236}">
                  <a16:creationId xmlns:a16="http://schemas.microsoft.com/office/drawing/2014/main" id="{5F4205AB-437A-4585-8152-8D8FF3ABF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829"/>
              <a:ext cx="20" cy="24"/>
            </a:xfrm>
            <a:custGeom>
              <a:avLst/>
              <a:gdLst>
                <a:gd name="T0" fmla="*/ 60 w 11"/>
                <a:gd name="T1" fmla="*/ 64 h 12"/>
                <a:gd name="T2" fmla="*/ 65 w 11"/>
                <a:gd name="T3" fmla="*/ 56 h 12"/>
                <a:gd name="T4" fmla="*/ 0 w 11"/>
                <a:gd name="T5" fmla="*/ 8 h 12"/>
                <a:gd name="T6" fmla="*/ 53 w 11"/>
                <a:gd name="T7" fmla="*/ 9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8"/>
                  </a:moveTo>
                  <a:cubicBezTo>
                    <a:pt x="10" y="8"/>
                    <a:pt x="11" y="7"/>
                    <a:pt x="11" y="7"/>
                  </a:cubicBezTo>
                  <a:cubicBezTo>
                    <a:pt x="9" y="4"/>
                    <a:pt x="4" y="0"/>
                    <a:pt x="0" y="1"/>
                  </a:cubicBezTo>
                  <a:cubicBezTo>
                    <a:pt x="1" y="6"/>
                    <a:pt x="6" y="9"/>
                    <a:pt x="9" y="12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605">
              <a:extLst>
                <a:ext uri="{FF2B5EF4-FFF2-40B4-BE49-F238E27FC236}">
                  <a16:creationId xmlns:a16="http://schemas.microsoft.com/office/drawing/2014/main" id="{AFD7542D-6EE2-4454-B773-F6540ECB9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884"/>
              <a:ext cx="22" cy="26"/>
            </a:xfrm>
            <a:custGeom>
              <a:avLst/>
              <a:gdLst>
                <a:gd name="T0" fmla="*/ 0 w 12"/>
                <a:gd name="T1" fmla="*/ 104 h 13"/>
                <a:gd name="T2" fmla="*/ 0 w 12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12" y="11"/>
                    <a:pt x="12" y="0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606">
              <a:extLst>
                <a:ext uri="{FF2B5EF4-FFF2-40B4-BE49-F238E27FC236}">
                  <a16:creationId xmlns:a16="http://schemas.microsoft.com/office/drawing/2014/main" id="{2F0B5701-B828-4127-BF21-D3370AFC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873"/>
              <a:ext cx="23" cy="27"/>
            </a:xfrm>
            <a:custGeom>
              <a:avLst/>
              <a:gdLst>
                <a:gd name="T0" fmla="*/ 44 w 12"/>
                <a:gd name="T1" fmla="*/ 116 h 13"/>
                <a:gd name="T2" fmla="*/ 69 w 12"/>
                <a:gd name="T3" fmla="*/ 0 h 13"/>
                <a:gd name="T4" fmla="*/ 84 w 12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13"/>
                  </a:moveTo>
                  <a:cubicBezTo>
                    <a:pt x="2" y="6"/>
                    <a:pt x="0" y="0"/>
                    <a:pt x="10" y="0"/>
                  </a:cubicBezTo>
                  <a:cubicBezTo>
                    <a:pt x="12" y="4"/>
                    <a:pt x="10" y="9"/>
                    <a:pt x="12" y="13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607">
              <a:extLst>
                <a:ext uri="{FF2B5EF4-FFF2-40B4-BE49-F238E27FC236}">
                  <a16:creationId xmlns:a16="http://schemas.microsoft.com/office/drawing/2014/main" id="{BC0B126D-9AFC-4330-BA97-9942FB57E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765"/>
              <a:ext cx="29" cy="30"/>
            </a:xfrm>
            <a:custGeom>
              <a:avLst/>
              <a:gdLst>
                <a:gd name="T0" fmla="*/ 0 w 15"/>
                <a:gd name="T1" fmla="*/ 16 h 15"/>
                <a:gd name="T2" fmla="*/ 79 w 1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0" y="2"/>
                  </a:moveTo>
                  <a:cubicBezTo>
                    <a:pt x="1" y="15"/>
                    <a:pt x="15" y="11"/>
                    <a:pt x="11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608">
              <a:extLst>
                <a:ext uri="{FF2B5EF4-FFF2-40B4-BE49-F238E27FC236}">
                  <a16:creationId xmlns:a16="http://schemas.microsoft.com/office/drawing/2014/main" id="{8412D5B0-21B4-482F-B0CD-BE2609DA2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875"/>
              <a:ext cx="8" cy="11"/>
            </a:xfrm>
            <a:custGeom>
              <a:avLst/>
              <a:gdLst>
                <a:gd name="T0" fmla="*/ 32 w 4"/>
                <a:gd name="T1" fmla="*/ 0 h 5"/>
                <a:gd name="T2" fmla="*/ 0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1609">
              <a:extLst>
                <a:ext uri="{FF2B5EF4-FFF2-40B4-BE49-F238E27FC236}">
                  <a16:creationId xmlns:a16="http://schemas.microsoft.com/office/drawing/2014/main" id="{8148C108-CD86-4913-804C-B30D65C89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861"/>
              <a:ext cx="36" cy="29"/>
            </a:xfrm>
            <a:custGeom>
              <a:avLst/>
              <a:gdLst>
                <a:gd name="T0" fmla="*/ 40 w 19"/>
                <a:gd name="T1" fmla="*/ 124 h 14"/>
                <a:gd name="T2" fmla="*/ 0 w 19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4">
                  <a:moveTo>
                    <a:pt x="6" y="14"/>
                  </a:moveTo>
                  <a:cubicBezTo>
                    <a:pt x="19" y="9"/>
                    <a:pt x="3" y="0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1610">
              <a:extLst>
                <a:ext uri="{FF2B5EF4-FFF2-40B4-BE49-F238E27FC236}">
                  <a16:creationId xmlns:a16="http://schemas.microsoft.com/office/drawing/2014/main" id="{AC4C9497-F6BC-4482-9F45-27887EA73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875"/>
              <a:ext cx="16" cy="7"/>
            </a:xfrm>
            <a:custGeom>
              <a:avLst/>
              <a:gdLst>
                <a:gd name="T0" fmla="*/ 0 w 9"/>
                <a:gd name="T1" fmla="*/ 28 h 3"/>
                <a:gd name="T2" fmla="*/ 5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1611">
              <a:extLst>
                <a:ext uri="{FF2B5EF4-FFF2-40B4-BE49-F238E27FC236}">
                  <a16:creationId xmlns:a16="http://schemas.microsoft.com/office/drawing/2014/main" id="{080EB18D-F338-4EB2-AE08-2A3E8501D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843"/>
              <a:ext cx="4" cy="16"/>
            </a:xfrm>
            <a:custGeom>
              <a:avLst/>
              <a:gdLst>
                <a:gd name="T0" fmla="*/ 0 w 2"/>
                <a:gd name="T1" fmla="*/ 64 h 8"/>
                <a:gd name="T2" fmla="*/ 16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1612">
              <a:extLst>
                <a:ext uri="{FF2B5EF4-FFF2-40B4-BE49-F238E27FC236}">
                  <a16:creationId xmlns:a16="http://schemas.microsoft.com/office/drawing/2014/main" id="{B160CF86-6BE0-4435-AEE2-93396A960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908"/>
              <a:ext cx="15" cy="8"/>
            </a:xfrm>
            <a:custGeom>
              <a:avLst/>
              <a:gdLst>
                <a:gd name="T0" fmla="*/ 0 w 8"/>
                <a:gd name="T1" fmla="*/ 32 h 4"/>
                <a:gd name="T2" fmla="*/ 5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2"/>
                    <a:pt x="8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1613">
              <a:extLst>
                <a:ext uri="{FF2B5EF4-FFF2-40B4-BE49-F238E27FC236}">
                  <a16:creationId xmlns:a16="http://schemas.microsoft.com/office/drawing/2014/main" id="{CF2B8F37-C744-4CB2-B72D-0E5153592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769"/>
              <a:ext cx="5" cy="16"/>
            </a:xfrm>
            <a:custGeom>
              <a:avLst/>
              <a:gdLst>
                <a:gd name="T0" fmla="*/ 5 w 3"/>
                <a:gd name="T1" fmla="*/ 0 h 8"/>
                <a:gd name="T2" fmla="*/ 13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3"/>
                    <a:pt x="1" y="6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1614">
              <a:extLst>
                <a:ext uri="{FF2B5EF4-FFF2-40B4-BE49-F238E27FC236}">
                  <a16:creationId xmlns:a16="http://schemas.microsoft.com/office/drawing/2014/main" id="{85F75E04-6683-4B13-93D9-6B4EE2BEA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859"/>
              <a:ext cx="5" cy="10"/>
            </a:xfrm>
            <a:custGeom>
              <a:avLst/>
              <a:gdLst>
                <a:gd name="T0" fmla="*/ 13 w 3"/>
                <a:gd name="T1" fmla="*/ 40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1615">
              <a:extLst>
                <a:ext uri="{FF2B5EF4-FFF2-40B4-BE49-F238E27FC236}">
                  <a16:creationId xmlns:a16="http://schemas.microsoft.com/office/drawing/2014/main" id="{2A150098-2CC9-416D-9175-825C6A884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904"/>
              <a:ext cx="2" cy="24"/>
            </a:xfrm>
            <a:custGeom>
              <a:avLst/>
              <a:gdLst>
                <a:gd name="T0" fmla="*/ 0 w 1"/>
                <a:gd name="T1" fmla="*/ 0 h 12"/>
                <a:gd name="T2" fmla="*/ 8 w 1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1" y="4"/>
                    <a:pt x="1" y="8"/>
                    <a:pt x="1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1616">
              <a:extLst>
                <a:ext uri="{FF2B5EF4-FFF2-40B4-BE49-F238E27FC236}">
                  <a16:creationId xmlns:a16="http://schemas.microsoft.com/office/drawing/2014/main" id="{02902DF1-E05C-4E5F-9A74-F78012EF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912"/>
              <a:ext cx="4" cy="24"/>
            </a:xfrm>
            <a:custGeom>
              <a:avLst/>
              <a:gdLst>
                <a:gd name="T0" fmla="*/ 0 w 2"/>
                <a:gd name="T1" fmla="*/ 96 h 12"/>
                <a:gd name="T2" fmla="*/ 8 w 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12"/>
                  </a:moveTo>
                  <a:cubicBezTo>
                    <a:pt x="1" y="9"/>
                    <a:pt x="2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1617">
              <a:extLst>
                <a:ext uri="{FF2B5EF4-FFF2-40B4-BE49-F238E27FC236}">
                  <a16:creationId xmlns:a16="http://schemas.microsoft.com/office/drawing/2014/main" id="{187B072B-ED1C-4EBE-8A63-B9C5C1D69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912"/>
              <a:ext cx="11" cy="14"/>
            </a:xfrm>
            <a:custGeom>
              <a:avLst/>
              <a:gdLst>
                <a:gd name="T0" fmla="*/ 0 w 6"/>
                <a:gd name="T1" fmla="*/ 56 h 7"/>
                <a:gd name="T2" fmla="*/ 37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5"/>
                    <a:pt x="6" y="3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1618">
              <a:extLst>
                <a:ext uri="{FF2B5EF4-FFF2-40B4-BE49-F238E27FC236}">
                  <a16:creationId xmlns:a16="http://schemas.microsoft.com/office/drawing/2014/main" id="{E50D0E80-B0FC-4DE0-9D42-411FB7E9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928"/>
              <a:ext cx="4" cy="30"/>
            </a:xfrm>
            <a:custGeom>
              <a:avLst/>
              <a:gdLst>
                <a:gd name="T0" fmla="*/ 16 w 2"/>
                <a:gd name="T1" fmla="*/ 0 h 15"/>
                <a:gd name="T2" fmla="*/ 0 w 2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2" y="5"/>
                    <a:pt x="1" y="10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1619">
              <a:extLst>
                <a:ext uri="{FF2B5EF4-FFF2-40B4-BE49-F238E27FC236}">
                  <a16:creationId xmlns:a16="http://schemas.microsoft.com/office/drawing/2014/main" id="{669A4488-D8ED-4CC2-B161-A0753A527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944"/>
              <a:ext cx="9" cy="16"/>
            </a:xfrm>
            <a:custGeom>
              <a:avLst/>
              <a:gdLst>
                <a:gd name="T0" fmla="*/ 0 w 5"/>
                <a:gd name="T1" fmla="*/ 0 h 8"/>
                <a:gd name="T2" fmla="*/ 29 w 5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3"/>
                    <a:pt x="4" y="6"/>
                    <a:pt x="5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1620">
              <a:extLst>
                <a:ext uri="{FF2B5EF4-FFF2-40B4-BE49-F238E27FC236}">
                  <a16:creationId xmlns:a16="http://schemas.microsoft.com/office/drawing/2014/main" id="{D3DDC60D-EF7D-4CC2-9060-8DE94D4C3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958"/>
              <a:ext cx="4" cy="30"/>
            </a:xfrm>
            <a:custGeom>
              <a:avLst/>
              <a:gdLst>
                <a:gd name="T0" fmla="*/ 0 w 2"/>
                <a:gd name="T1" fmla="*/ 120 h 15"/>
                <a:gd name="T2" fmla="*/ 8 w 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15"/>
                  </a:moveTo>
                  <a:cubicBezTo>
                    <a:pt x="1" y="11"/>
                    <a:pt x="2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1621">
              <a:extLst>
                <a:ext uri="{FF2B5EF4-FFF2-40B4-BE49-F238E27FC236}">
                  <a16:creationId xmlns:a16="http://schemas.microsoft.com/office/drawing/2014/main" id="{B956F63F-942E-4307-9643-F719C52BA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972"/>
              <a:ext cx="9" cy="16"/>
            </a:xfrm>
            <a:custGeom>
              <a:avLst/>
              <a:gdLst>
                <a:gd name="T0" fmla="*/ 0 w 5"/>
                <a:gd name="T1" fmla="*/ 0 h 8"/>
                <a:gd name="T2" fmla="*/ 29 w 5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3"/>
                    <a:pt x="3" y="6"/>
                    <a:pt x="5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1622">
              <a:extLst>
                <a:ext uri="{FF2B5EF4-FFF2-40B4-BE49-F238E27FC236}">
                  <a16:creationId xmlns:a16="http://schemas.microsoft.com/office/drawing/2014/main" id="{A90FF14D-2BF5-46B5-98F1-126AC8713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956"/>
              <a:ext cx="6" cy="28"/>
            </a:xfrm>
            <a:custGeom>
              <a:avLst/>
              <a:gdLst>
                <a:gd name="T0" fmla="*/ 24 w 3"/>
                <a:gd name="T1" fmla="*/ 112 h 14"/>
                <a:gd name="T2" fmla="*/ 8 w 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14"/>
                  </a:moveTo>
                  <a:cubicBezTo>
                    <a:pt x="0" y="8"/>
                    <a:pt x="1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1623">
              <a:extLst>
                <a:ext uri="{FF2B5EF4-FFF2-40B4-BE49-F238E27FC236}">
                  <a16:creationId xmlns:a16="http://schemas.microsoft.com/office/drawing/2014/main" id="{A9576A73-9A89-4D4F-80DA-FC374F750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954"/>
              <a:ext cx="9" cy="16"/>
            </a:xfrm>
            <a:custGeom>
              <a:avLst/>
              <a:gdLst>
                <a:gd name="T0" fmla="*/ 29 w 5"/>
                <a:gd name="T1" fmla="*/ 64 h 8"/>
                <a:gd name="T2" fmla="*/ 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4" y="5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1624">
              <a:extLst>
                <a:ext uri="{FF2B5EF4-FFF2-40B4-BE49-F238E27FC236}">
                  <a16:creationId xmlns:a16="http://schemas.microsoft.com/office/drawing/2014/main" id="{48BA1E62-325F-41DB-930C-D0F9FA9C2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948"/>
              <a:ext cx="4" cy="28"/>
            </a:xfrm>
            <a:custGeom>
              <a:avLst/>
              <a:gdLst>
                <a:gd name="T0" fmla="*/ 16 w 2"/>
                <a:gd name="T1" fmla="*/ 0 h 14"/>
                <a:gd name="T2" fmla="*/ 16 w 2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1" y="3"/>
                    <a:pt x="0" y="13"/>
                    <a:pt x="2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1625">
              <a:extLst>
                <a:ext uri="{FF2B5EF4-FFF2-40B4-BE49-F238E27FC236}">
                  <a16:creationId xmlns:a16="http://schemas.microsoft.com/office/drawing/2014/main" id="{17C32FB7-5FE8-46C5-A385-3C7FFD66B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964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45 w 7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6" y="5"/>
                    <a:pt x="7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1626">
              <a:extLst>
                <a:ext uri="{FF2B5EF4-FFF2-40B4-BE49-F238E27FC236}">
                  <a16:creationId xmlns:a16="http://schemas.microsoft.com/office/drawing/2014/main" id="{261F5F4F-C40A-4D10-85E3-53BEF35E0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924"/>
              <a:ext cx="6" cy="30"/>
            </a:xfrm>
            <a:custGeom>
              <a:avLst/>
              <a:gdLst>
                <a:gd name="T0" fmla="*/ 16 w 3"/>
                <a:gd name="T1" fmla="*/ 120 h 15"/>
                <a:gd name="T2" fmla="*/ 8 w 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2" y="15"/>
                  </a:moveTo>
                  <a:cubicBezTo>
                    <a:pt x="3" y="10"/>
                    <a:pt x="0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1627">
              <a:extLst>
                <a:ext uri="{FF2B5EF4-FFF2-40B4-BE49-F238E27FC236}">
                  <a16:creationId xmlns:a16="http://schemas.microsoft.com/office/drawing/2014/main" id="{94DA93F4-73D6-422A-9833-1207594F2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920"/>
              <a:ext cx="6" cy="22"/>
            </a:xfrm>
            <a:custGeom>
              <a:avLst/>
              <a:gdLst>
                <a:gd name="T0" fmla="*/ 0 w 3"/>
                <a:gd name="T1" fmla="*/ 0 h 11"/>
                <a:gd name="T2" fmla="*/ 24 w 3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4"/>
                    <a:pt x="3" y="7"/>
                    <a:pt x="3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1628">
              <a:extLst>
                <a:ext uri="{FF2B5EF4-FFF2-40B4-BE49-F238E27FC236}">
                  <a16:creationId xmlns:a16="http://schemas.microsoft.com/office/drawing/2014/main" id="{7BAD84C1-70A3-4532-A062-214959999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932"/>
              <a:ext cx="13" cy="8"/>
            </a:xfrm>
            <a:custGeom>
              <a:avLst/>
              <a:gdLst>
                <a:gd name="T0" fmla="*/ 0 w 7"/>
                <a:gd name="T1" fmla="*/ 0 h 4"/>
                <a:gd name="T2" fmla="*/ 45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3" y="1"/>
                    <a:pt x="5" y="2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1629">
              <a:extLst>
                <a:ext uri="{FF2B5EF4-FFF2-40B4-BE49-F238E27FC236}">
                  <a16:creationId xmlns:a16="http://schemas.microsoft.com/office/drawing/2014/main" id="{880A90F8-340F-43F4-8EAC-C2260052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902"/>
              <a:ext cx="5" cy="24"/>
            </a:xfrm>
            <a:custGeom>
              <a:avLst/>
              <a:gdLst>
                <a:gd name="T0" fmla="*/ 0 w 3"/>
                <a:gd name="T1" fmla="*/ 0 h 12"/>
                <a:gd name="T2" fmla="*/ 13 w 3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1" y="4"/>
                    <a:pt x="1" y="9"/>
                    <a:pt x="3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1630">
              <a:extLst>
                <a:ext uri="{FF2B5EF4-FFF2-40B4-BE49-F238E27FC236}">
                  <a16:creationId xmlns:a16="http://schemas.microsoft.com/office/drawing/2014/main" id="{94657D1C-86B2-4AFD-8E0D-1EA456AA4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902"/>
              <a:ext cx="7" cy="12"/>
            </a:xfrm>
            <a:custGeom>
              <a:avLst/>
              <a:gdLst>
                <a:gd name="T0" fmla="*/ 0 w 4"/>
                <a:gd name="T1" fmla="*/ 48 h 6"/>
                <a:gd name="T2" fmla="*/ 21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4"/>
                    <a:pt x="2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1631">
              <a:extLst>
                <a:ext uri="{FF2B5EF4-FFF2-40B4-BE49-F238E27FC236}">
                  <a16:creationId xmlns:a16="http://schemas.microsoft.com/office/drawing/2014/main" id="{A8B3F7A2-0D08-4E60-8264-7ED233B52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649"/>
              <a:ext cx="470" cy="192"/>
            </a:xfrm>
            <a:custGeom>
              <a:avLst/>
              <a:gdLst>
                <a:gd name="T0" fmla="*/ 0 w 250"/>
                <a:gd name="T1" fmla="*/ 64 h 96"/>
                <a:gd name="T2" fmla="*/ 318 w 250"/>
                <a:gd name="T3" fmla="*/ 56 h 96"/>
                <a:gd name="T4" fmla="*/ 696 w 250"/>
                <a:gd name="T5" fmla="*/ 104 h 96"/>
                <a:gd name="T6" fmla="*/ 1011 w 250"/>
                <a:gd name="T7" fmla="*/ 336 h 96"/>
                <a:gd name="T8" fmla="*/ 1337 w 250"/>
                <a:gd name="T9" fmla="*/ 432 h 96"/>
                <a:gd name="T10" fmla="*/ 1481 w 250"/>
                <a:gd name="T11" fmla="*/ 608 h 96"/>
                <a:gd name="T12" fmla="*/ 1587 w 250"/>
                <a:gd name="T13" fmla="*/ 664 h 96"/>
                <a:gd name="T14" fmla="*/ 1647 w 250"/>
                <a:gd name="T15" fmla="*/ 704 h 96"/>
                <a:gd name="T16" fmla="*/ 1662 w 250"/>
                <a:gd name="T17" fmla="*/ 768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96">
                  <a:moveTo>
                    <a:pt x="0" y="8"/>
                  </a:moveTo>
                  <a:cubicBezTo>
                    <a:pt x="16" y="3"/>
                    <a:pt x="32" y="0"/>
                    <a:pt x="48" y="7"/>
                  </a:cubicBezTo>
                  <a:cubicBezTo>
                    <a:pt x="68" y="15"/>
                    <a:pt x="85" y="13"/>
                    <a:pt x="105" y="13"/>
                  </a:cubicBezTo>
                  <a:cubicBezTo>
                    <a:pt x="128" y="14"/>
                    <a:pt x="134" y="33"/>
                    <a:pt x="152" y="42"/>
                  </a:cubicBezTo>
                  <a:cubicBezTo>
                    <a:pt x="168" y="49"/>
                    <a:pt x="186" y="42"/>
                    <a:pt x="201" y="54"/>
                  </a:cubicBezTo>
                  <a:cubicBezTo>
                    <a:pt x="209" y="60"/>
                    <a:pt x="214" y="72"/>
                    <a:pt x="223" y="76"/>
                  </a:cubicBezTo>
                  <a:cubicBezTo>
                    <a:pt x="229" y="79"/>
                    <a:pt x="234" y="80"/>
                    <a:pt x="239" y="83"/>
                  </a:cubicBezTo>
                  <a:cubicBezTo>
                    <a:pt x="241" y="84"/>
                    <a:pt x="246" y="86"/>
                    <a:pt x="248" y="88"/>
                  </a:cubicBezTo>
                  <a:cubicBezTo>
                    <a:pt x="249" y="90"/>
                    <a:pt x="249" y="95"/>
                    <a:pt x="250" y="9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1632">
              <a:extLst>
                <a:ext uri="{FF2B5EF4-FFF2-40B4-BE49-F238E27FC236}">
                  <a16:creationId xmlns:a16="http://schemas.microsoft.com/office/drawing/2014/main" id="{2C67FCA5-1B88-46AD-954F-68033AF6B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665"/>
              <a:ext cx="420" cy="124"/>
            </a:xfrm>
            <a:custGeom>
              <a:avLst/>
              <a:gdLst>
                <a:gd name="T0" fmla="*/ 1490 w 223"/>
                <a:gd name="T1" fmla="*/ 496 h 62"/>
                <a:gd name="T2" fmla="*/ 1202 w 223"/>
                <a:gd name="T3" fmla="*/ 416 h 62"/>
                <a:gd name="T4" fmla="*/ 996 w 223"/>
                <a:gd name="T5" fmla="*/ 376 h 62"/>
                <a:gd name="T6" fmla="*/ 887 w 223"/>
                <a:gd name="T7" fmla="*/ 296 h 62"/>
                <a:gd name="T8" fmla="*/ 659 w 223"/>
                <a:gd name="T9" fmla="*/ 64 h 62"/>
                <a:gd name="T10" fmla="*/ 542 w 223"/>
                <a:gd name="T11" fmla="*/ 80 h 62"/>
                <a:gd name="T12" fmla="*/ 348 w 223"/>
                <a:gd name="T13" fmla="*/ 120 h 62"/>
                <a:gd name="T14" fmla="*/ 220 w 223"/>
                <a:gd name="T15" fmla="*/ 56 h 62"/>
                <a:gd name="T16" fmla="*/ 160 w 223"/>
                <a:gd name="T17" fmla="*/ 0 h 62"/>
                <a:gd name="T18" fmla="*/ 85 w 223"/>
                <a:gd name="T19" fmla="*/ 40 h 62"/>
                <a:gd name="T20" fmla="*/ 0 w 223"/>
                <a:gd name="T21" fmla="*/ 56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3" h="62">
                  <a:moveTo>
                    <a:pt x="223" y="62"/>
                  </a:moveTo>
                  <a:cubicBezTo>
                    <a:pt x="211" y="49"/>
                    <a:pt x="196" y="51"/>
                    <a:pt x="180" y="52"/>
                  </a:cubicBezTo>
                  <a:cubicBezTo>
                    <a:pt x="168" y="52"/>
                    <a:pt x="159" y="55"/>
                    <a:pt x="149" y="47"/>
                  </a:cubicBezTo>
                  <a:cubicBezTo>
                    <a:pt x="144" y="43"/>
                    <a:pt x="140" y="38"/>
                    <a:pt x="133" y="37"/>
                  </a:cubicBezTo>
                  <a:cubicBezTo>
                    <a:pt x="134" y="18"/>
                    <a:pt x="116" y="7"/>
                    <a:pt x="99" y="8"/>
                  </a:cubicBezTo>
                  <a:cubicBezTo>
                    <a:pt x="93" y="8"/>
                    <a:pt x="87" y="8"/>
                    <a:pt x="81" y="10"/>
                  </a:cubicBezTo>
                  <a:cubicBezTo>
                    <a:pt x="72" y="13"/>
                    <a:pt x="62" y="16"/>
                    <a:pt x="52" y="15"/>
                  </a:cubicBezTo>
                  <a:cubicBezTo>
                    <a:pt x="45" y="14"/>
                    <a:pt x="39" y="11"/>
                    <a:pt x="33" y="7"/>
                  </a:cubicBezTo>
                  <a:cubicBezTo>
                    <a:pt x="31" y="5"/>
                    <a:pt x="28" y="0"/>
                    <a:pt x="24" y="0"/>
                  </a:cubicBezTo>
                  <a:cubicBezTo>
                    <a:pt x="20" y="0"/>
                    <a:pt x="17" y="4"/>
                    <a:pt x="13" y="5"/>
                  </a:cubicBezTo>
                  <a:cubicBezTo>
                    <a:pt x="9" y="6"/>
                    <a:pt x="4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1633">
              <a:extLst>
                <a:ext uri="{FF2B5EF4-FFF2-40B4-BE49-F238E27FC236}">
                  <a16:creationId xmlns:a16="http://schemas.microsoft.com/office/drawing/2014/main" id="{F7276D17-520E-4AA9-B48B-E86D4454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600"/>
              <a:ext cx="316" cy="163"/>
            </a:xfrm>
            <a:custGeom>
              <a:avLst/>
              <a:gdLst>
                <a:gd name="T0" fmla="*/ 0 w 168"/>
                <a:gd name="T1" fmla="*/ 0 h 81"/>
                <a:gd name="T2" fmla="*/ 100 w 168"/>
                <a:gd name="T3" fmla="*/ 113 h 81"/>
                <a:gd name="T4" fmla="*/ 340 w 168"/>
                <a:gd name="T5" fmla="*/ 203 h 81"/>
                <a:gd name="T6" fmla="*/ 545 w 168"/>
                <a:gd name="T7" fmla="*/ 384 h 81"/>
                <a:gd name="T8" fmla="*/ 758 w 168"/>
                <a:gd name="T9" fmla="*/ 425 h 81"/>
                <a:gd name="T10" fmla="*/ 1051 w 168"/>
                <a:gd name="T11" fmla="*/ 580 h 81"/>
                <a:gd name="T12" fmla="*/ 1117 w 168"/>
                <a:gd name="T13" fmla="*/ 644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81">
                  <a:moveTo>
                    <a:pt x="0" y="0"/>
                  </a:moveTo>
                  <a:cubicBezTo>
                    <a:pt x="6" y="3"/>
                    <a:pt x="9" y="10"/>
                    <a:pt x="15" y="14"/>
                  </a:cubicBezTo>
                  <a:cubicBezTo>
                    <a:pt x="26" y="20"/>
                    <a:pt x="40" y="19"/>
                    <a:pt x="51" y="25"/>
                  </a:cubicBezTo>
                  <a:cubicBezTo>
                    <a:pt x="63" y="30"/>
                    <a:pt x="72" y="39"/>
                    <a:pt x="82" y="47"/>
                  </a:cubicBezTo>
                  <a:cubicBezTo>
                    <a:pt x="92" y="54"/>
                    <a:pt x="103" y="52"/>
                    <a:pt x="114" y="52"/>
                  </a:cubicBezTo>
                  <a:cubicBezTo>
                    <a:pt x="134" y="52"/>
                    <a:pt x="146" y="56"/>
                    <a:pt x="158" y="71"/>
                  </a:cubicBezTo>
                  <a:cubicBezTo>
                    <a:pt x="160" y="73"/>
                    <a:pt x="167" y="81"/>
                    <a:pt x="168" y="7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1634">
              <a:extLst>
                <a:ext uri="{FF2B5EF4-FFF2-40B4-BE49-F238E27FC236}">
                  <a16:creationId xmlns:a16="http://schemas.microsoft.com/office/drawing/2014/main" id="{293CFC9E-0106-43C9-BF05-4AF76DAF7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713"/>
              <a:ext cx="90" cy="40"/>
            </a:xfrm>
            <a:custGeom>
              <a:avLst/>
              <a:gdLst>
                <a:gd name="T0" fmla="*/ 0 w 48"/>
                <a:gd name="T1" fmla="*/ 24 h 20"/>
                <a:gd name="T2" fmla="*/ 240 w 48"/>
                <a:gd name="T3" fmla="*/ 80 h 20"/>
                <a:gd name="T4" fmla="*/ 317 w 48"/>
                <a:gd name="T5" fmla="*/ 15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0">
                  <a:moveTo>
                    <a:pt x="0" y="3"/>
                  </a:moveTo>
                  <a:cubicBezTo>
                    <a:pt x="12" y="1"/>
                    <a:pt x="26" y="0"/>
                    <a:pt x="36" y="10"/>
                  </a:cubicBezTo>
                  <a:cubicBezTo>
                    <a:pt x="40" y="12"/>
                    <a:pt x="44" y="20"/>
                    <a:pt x="48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1635">
              <a:extLst>
                <a:ext uri="{FF2B5EF4-FFF2-40B4-BE49-F238E27FC236}">
                  <a16:creationId xmlns:a16="http://schemas.microsoft.com/office/drawing/2014/main" id="{EB73A73F-7EBF-4B2D-8949-29E91FA58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721"/>
              <a:ext cx="168" cy="36"/>
            </a:xfrm>
            <a:custGeom>
              <a:avLst/>
              <a:gdLst>
                <a:gd name="T0" fmla="*/ 0 w 89"/>
                <a:gd name="T1" fmla="*/ 0 h 18"/>
                <a:gd name="T2" fmla="*/ 438 w 89"/>
                <a:gd name="T3" fmla="*/ 120 h 18"/>
                <a:gd name="T4" fmla="*/ 598 w 89"/>
                <a:gd name="T5" fmla="*/ 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8">
                  <a:moveTo>
                    <a:pt x="0" y="0"/>
                  </a:moveTo>
                  <a:cubicBezTo>
                    <a:pt x="17" y="18"/>
                    <a:pt x="43" y="16"/>
                    <a:pt x="65" y="15"/>
                  </a:cubicBezTo>
                  <a:cubicBezTo>
                    <a:pt x="73" y="15"/>
                    <a:pt x="85" y="15"/>
                    <a:pt x="89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1636">
              <a:extLst>
                <a:ext uri="{FF2B5EF4-FFF2-40B4-BE49-F238E27FC236}">
                  <a16:creationId xmlns:a16="http://schemas.microsoft.com/office/drawing/2014/main" id="{244498F7-83B6-43EA-B9EA-00E27A950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849"/>
              <a:ext cx="113" cy="26"/>
            </a:xfrm>
            <a:custGeom>
              <a:avLst/>
              <a:gdLst>
                <a:gd name="T0" fmla="*/ 0 w 60"/>
                <a:gd name="T1" fmla="*/ 88 h 13"/>
                <a:gd name="T2" fmla="*/ 121 w 60"/>
                <a:gd name="T3" fmla="*/ 16 h 13"/>
                <a:gd name="T4" fmla="*/ 258 w 60"/>
                <a:gd name="T5" fmla="*/ 24 h 13"/>
                <a:gd name="T6" fmla="*/ 401 w 60"/>
                <a:gd name="T7" fmla="*/ 10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3">
                  <a:moveTo>
                    <a:pt x="0" y="11"/>
                  </a:moveTo>
                  <a:cubicBezTo>
                    <a:pt x="7" y="10"/>
                    <a:pt x="12" y="4"/>
                    <a:pt x="18" y="2"/>
                  </a:cubicBezTo>
                  <a:cubicBezTo>
                    <a:pt x="25" y="0"/>
                    <a:pt x="33" y="1"/>
                    <a:pt x="39" y="3"/>
                  </a:cubicBezTo>
                  <a:cubicBezTo>
                    <a:pt x="47" y="5"/>
                    <a:pt x="53" y="9"/>
                    <a:pt x="60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1637">
              <a:extLst>
                <a:ext uri="{FF2B5EF4-FFF2-40B4-BE49-F238E27FC236}">
                  <a16:creationId xmlns:a16="http://schemas.microsoft.com/office/drawing/2014/main" id="{91D68D37-D544-4A08-9945-14368A0C1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707"/>
              <a:ext cx="111" cy="56"/>
            </a:xfrm>
            <a:custGeom>
              <a:avLst/>
              <a:gdLst>
                <a:gd name="T0" fmla="*/ 0 w 59"/>
                <a:gd name="T1" fmla="*/ 0 h 28"/>
                <a:gd name="T2" fmla="*/ 265 w 59"/>
                <a:gd name="T3" fmla="*/ 192 h 28"/>
                <a:gd name="T4" fmla="*/ 393 w 59"/>
                <a:gd name="T5" fmla="*/ 22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0" y="0"/>
                  </a:moveTo>
                  <a:cubicBezTo>
                    <a:pt x="8" y="16"/>
                    <a:pt x="23" y="22"/>
                    <a:pt x="40" y="24"/>
                  </a:cubicBezTo>
                  <a:cubicBezTo>
                    <a:pt x="46" y="25"/>
                    <a:pt x="54" y="25"/>
                    <a:pt x="59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1638">
              <a:extLst>
                <a:ext uri="{FF2B5EF4-FFF2-40B4-BE49-F238E27FC236}">
                  <a16:creationId xmlns:a16="http://schemas.microsoft.com/office/drawing/2014/main" id="{3B524C33-3E60-425F-9ABA-8F602DBD3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639"/>
              <a:ext cx="113" cy="60"/>
            </a:xfrm>
            <a:custGeom>
              <a:avLst/>
              <a:gdLst>
                <a:gd name="T0" fmla="*/ 0 w 60"/>
                <a:gd name="T1" fmla="*/ 0 h 30"/>
                <a:gd name="T2" fmla="*/ 234 w 60"/>
                <a:gd name="T3" fmla="*/ 232 h 30"/>
                <a:gd name="T4" fmla="*/ 401 w 60"/>
                <a:gd name="T5" fmla="*/ 24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0">
                  <a:moveTo>
                    <a:pt x="0" y="0"/>
                  </a:moveTo>
                  <a:cubicBezTo>
                    <a:pt x="8" y="16"/>
                    <a:pt x="15" y="28"/>
                    <a:pt x="35" y="29"/>
                  </a:cubicBezTo>
                  <a:cubicBezTo>
                    <a:pt x="43" y="29"/>
                    <a:pt x="52" y="28"/>
                    <a:pt x="60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1639">
              <a:extLst>
                <a:ext uri="{FF2B5EF4-FFF2-40B4-BE49-F238E27FC236}">
                  <a16:creationId xmlns:a16="http://schemas.microsoft.com/office/drawing/2014/main" id="{99A94E43-CF4F-4C3A-A60D-05B333B79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699"/>
              <a:ext cx="47" cy="56"/>
            </a:xfrm>
            <a:custGeom>
              <a:avLst/>
              <a:gdLst>
                <a:gd name="T0" fmla="*/ 0 w 25"/>
                <a:gd name="T1" fmla="*/ 0 h 28"/>
                <a:gd name="T2" fmla="*/ 165 w 25"/>
                <a:gd name="T3" fmla="*/ 22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8">
                  <a:moveTo>
                    <a:pt x="0" y="0"/>
                  </a:moveTo>
                  <a:cubicBezTo>
                    <a:pt x="14" y="5"/>
                    <a:pt x="22" y="13"/>
                    <a:pt x="25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1640">
              <a:extLst>
                <a:ext uri="{FF2B5EF4-FFF2-40B4-BE49-F238E27FC236}">
                  <a16:creationId xmlns:a16="http://schemas.microsoft.com/office/drawing/2014/main" id="{7B8CE332-6A00-40C6-B47B-D69B6A320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695"/>
              <a:ext cx="123" cy="56"/>
            </a:xfrm>
            <a:custGeom>
              <a:avLst/>
              <a:gdLst>
                <a:gd name="T0" fmla="*/ 0 w 65"/>
                <a:gd name="T1" fmla="*/ 144 h 28"/>
                <a:gd name="T2" fmla="*/ 272 w 65"/>
                <a:gd name="T3" fmla="*/ 144 h 28"/>
                <a:gd name="T4" fmla="*/ 441 w 6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8">
                  <a:moveTo>
                    <a:pt x="0" y="18"/>
                  </a:moveTo>
                  <a:cubicBezTo>
                    <a:pt x="13" y="28"/>
                    <a:pt x="26" y="24"/>
                    <a:pt x="40" y="18"/>
                  </a:cubicBezTo>
                  <a:cubicBezTo>
                    <a:pt x="50" y="13"/>
                    <a:pt x="59" y="9"/>
                    <a:pt x="6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1641">
              <a:extLst>
                <a:ext uri="{FF2B5EF4-FFF2-40B4-BE49-F238E27FC236}">
                  <a16:creationId xmlns:a16="http://schemas.microsoft.com/office/drawing/2014/main" id="{4E003F7C-5A7D-4041-8709-4F68D6D25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630"/>
              <a:ext cx="653" cy="107"/>
            </a:xfrm>
            <a:custGeom>
              <a:avLst/>
              <a:gdLst>
                <a:gd name="T0" fmla="*/ 0 w 347"/>
                <a:gd name="T1" fmla="*/ 371 h 53"/>
                <a:gd name="T2" fmla="*/ 181 w 347"/>
                <a:gd name="T3" fmla="*/ 420 h 53"/>
                <a:gd name="T4" fmla="*/ 506 w 347"/>
                <a:gd name="T5" fmla="*/ 273 h 53"/>
                <a:gd name="T6" fmla="*/ 704 w 347"/>
                <a:gd name="T7" fmla="*/ 380 h 53"/>
                <a:gd name="T8" fmla="*/ 967 w 347"/>
                <a:gd name="T9" fmla="*/ 339 h 53"/>
                <a:gd name="T10" fmla="*/ 1338 w 347"/>
                <a:gd name="T11" fmla="*/ 281 h 53"/>
                <a:gd name="T12" fmla="*/ 1792 w 347"/>
                <a:gd name="T13" fmla="*/ 65 h 53"/>
                <a:gd name="T14" fmla="*/ 2313 w 347"/>
                <a:gd name="T15" fmla="*/ 17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7" h="53">
                  <a:moveTo>
                    <a:pt x="0" y="45"/>
                  </a:moveTo>
                  <a:cubicBezTo>
                    <a:pt x="9" y="45"/>
                    <a:pt x="16" y="53"/>
                    <a:pt x="27" y="51"/>
                  </a:cubicBezTo>
                  <a:cubicBezTo>
                    <a:pt x="45" y="48"/>
                    <a:pt x="57" y="33"/>
                    <a:pt x="76" y="33"/>
                  </a:cubicBezTo>
                  <a:cubicBezTo>
                    <a:pt x="90" y="33"/>
                    <a:pt x="95" y="40"/>
                    <a:pt x="106" y="46"/>
                  </a:cubicBezTo>
                  <a:cubicBezTo>
                    <a:pt x="118" y="53"/>
                    <a:pt x="134" y="47"/>
                    <a:pt x="145" y="41"/>
                  </a:cubicBezTo>
                  <a:cubicBezTo>
                    <a:pt x="164" y="31"/>
                    <a:pt x="180" y="33"/>
                    <a:pt x="201" y="34"/>
                  </a:cubicBezTo>
                  <a:cubicBezTo>
                    <a:pt x="226" y="36"/>
                    <a:pt x="246" y="15"/>
                    <a:pt x="269" y="8"/>
                  </a:cubicBezTo>
                  <a:cubicBezTo>
                    <a:pt x="294" y="0"/>
                    <a:pt x="325" y="14"/>
                    <a:pt x="347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1642">
              <a:extLst>
                <a:ext uri="{FF2B5EF4-FFF2-40B4-BE49-F238E27FC236}">
                  <a16:creationId xmlns:a16="http://schemas.microsoft.com/office/drawing/2014/main" id="{C676F24A-92C4-462C-B034-60A96A259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675"/>
              <a:ext cx="228" cy="62"/>
            </a:xfrm>
            <a:custGeom>
              <a:avLst/>
              <a:gdLst>
                <a:gd name="T0" fmla="*/ 0 w 121"/>
                <a:gd name="T1" fmla="*/ 96 h 31"/>
                <a:gd name="T2" fmla="*/ 249 w 121"/>
                <a:gd name="T3" fmla="*/ 32 h 31"/>
                <a:gd name="T4" fmla="*/ 433 w 121"/>
                <a:gd name="T5" fmla="*/ 168 h 31"/>
                <a:gd name="T6" fmla="*/ 718 w 121"/>
                <a:gd name="T7" fmla="*/ 192 h 31"/>
                <a:gd name="T8" fmla="*/ 810 w 121"/>
                <a:gd name="T9" fmla="*/ 10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1">
                  <a:moveTo>
                    <a:pt x="0" y="12"/>
                  </a:moveTo>
                  <a:cubicBezTo>
                    <a:pt x="11" y="3"/>
                    <a:pt x="23" y="0"/>
                    <a:pt x="37" y="4"/>
                  </a:cubicBezTo>
                  <a:cubicBezTo>
                    <a:pt x="48" y="6"/>
                    <a:pt x="55" y="15"/>
                    <a:pt x="65" y="21"/>
                  </a:cubicBezTo>
                  <a:cubicBezTo>
                    <a:pt x="77" y="29"/>
                    <a:pt x="93" y="31"/>
                    <a:pt x="107" y="24"/>
                  </a:cubicBezTo>
                  <a:cubicBezTo>
                    <a:pt x="112" y="21"/>
                    <a:pt x="115" y="15"/>
                    <a:pt x="121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1643">
              <a:extLst>
                <a:ext uri="{FF2B5EF4-FFF2-40B4-BE49-F238E27FC236}">
                  <a16:creationId xmlns:a16="http://schemas.microsoft.com/office/drawing/2014/main" id="{40ADE7E0-CA34-4FCA-BF7A-1C763CE1D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763"/>
              <a:ext cx="17" cy="4"/>
            </a:xfrm>
            <a:custGeom>
              <a:avLst/>
              <a:gdLst>
                <a:gd name="T0" fmla="*/ 0 w 9"/>
                <a:gd name="T1" fmla="*/ 16 h 2"/>
                <a:gd name="T2" fmla="*/ 60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7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1644">
              <a:extLst>
                <a:ext uri="{FF2B5EF4-FFF2-40B4-BE49-F238E27FC236}">
                  <a16:creationId xmlns:a16="http://schemas.microsoft.com/office/drawing/2014/main" id="{A288908B-50A4-4C3B-BEBF-E664CA425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729"/>
              <a:ext cx="102" cy="46"/>
            </a:xfrm>
            <a:custGeom>
              <a:avLst/>
              <a:gdLst>
                <a:gd name="T0" fmla="*/ 0 w 54"/>
                <a:gd name="T1" fmla="*/ 184 h 23"/>
                <a:gd name="T2" fmla="*/ 257 w 54"/>
                <a:gd name="T3" fmla="*/ 8 h 23"/>
                <a:gd name="T4" fmla="*/ 365 w 54"/>
                <a:gd name="T5" fmla="*/ 4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3">
                  <a:moveTo>
                    <a:pt x="0" y="23"/>
                  </a:moveTo>
                  <a:cubicBezTo>
                    <a:pt x="6" y="7"/>
                    <a:pt x="21" y="0"/>
                    <a:pt x="38" y="1"/>
                  </a:cubicBezTo>
                  <a:cubicBezTo>
                    <a:pt x="43" y="2"/>
                    <a:pt x="50" y="3"/>
                    <a:pt x="54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1645">
              <a:extLst>
                <a:ext uri="{FF2B5EF4-FFF2-40B4-BE49-F238E27FC236}">
                  <a16:creationId xmlns:a16="http://schemas.microsoft.com/office/drawing/2014/main" id="{74CCDB9F-23A5-46BE-8A25-6F275244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608"/>
              <a:ext cx="548" cy="73"/>
            </a:xfrm>
            <a:custGeom>
              <a:avLst/>
              <a:gdLst>
                <a:gd name="T0" fmla="*/ 0 w 291"/>
                <a:gd name="T1" fmla="*/ 260 h 36"/>
                <a:gd name="T2" fmla="*/ 141 w 291"/>
                <a:gd name="T3" fmla="*/ 276 h 36"/>
                <a:gd name="T4" fmla="*/ 316 w 291"/>
                <a:gd name="T5" fmla="*/ 235 h 36"/>
                <a:gd name="T6" fmla="*/ 401 w 291"/>
                <a:gd name="T7" fmla="*/ 168 h 36"/>
                <a:gd name="T8" fmla="*/ 667 w 291"/>
                <a:gd name="T9" fmla="*/ 57 h 36"/>
                <a:gd name="T10" fmla="*/ 868 w 291"/>
                <a:gd name="T11" fmla="*/ 140 h 36"/>
                <a:gd name="T12" fmla="*/ 996 w 291"/>
                <a:gd name="T13" fmla="*/ 160 h 36"/>
                <a:gd name="T14" fmla="*/ 1068 w 291"/>
                <a:gd name="T15" fmla="*/ 116 h 36"/>
                <a:gd name="T16" fmla="*/ 1230 w 291"/>
                <a:gd name="T17" fmla="*/ 75 h 36"/>
                <a:gd name="T18" fmla="*/ 1348 w 291"/>
                <a:gd name="T19" fmla="*/ 75 h 36"/>
                <a:gd name="T20" fmla="*/ 1461 w 291"/>
                <a:gd name="T21" fmla="*/ 132 h 36"/>
                <a:gd name="T22" fmla="*/ 1868 w 291"/>
                <a:gd name="T23" fmla="*/ 116 h 36"/>
                <a:gd name="T24" fmla="*/ 1943 w 291"/>
                <a:gd name="T25" fmla="*/ 193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1" h="36">
                  <a:moveTo>
                    <a:pt x="0" y="31"/>
                  </a:moveTo>
                  <a:cubicBezTo>
                    <a:pt x="8" y="29"/>
                    <a:pt x="14" y="32"/>
                    <a:pt x="21" y="33"/>
                  </a:cubicBezTo>
                  <a:cubicBezTo>
                    <a:pt x="30" y="36"/>
                    <a:pt x="40" y="32"/>
                    <a:pt x="47" y="28"/>
                  </a:cubicBezTo>
                  <a:cubicBezTo>
                    <a:pt x="52" y="26"/>
                    <a:pt x="56" y="23"/>
                    <a:pt x="60" y="20"/>
                  </a:cubicBezTo>
                  <a:cubicBezTo>
                    <a:pt x="71" y="12"/>
                    <a:pt x="85" y="4"/>
                    <a:pt x="100" y="7"/>
                  </a:cubicBezTo>
                  <a:cubicBezTo>
                    <a:pt x="110" y="9"/>
                    <a:pt x="121" y="13"/>
                    <a:pt x="130" y="17"/>
                  </a:cubicBezTo>
                  <a:cubicBezTo>
                    <a:pt x="137" y="19"/>
                    <a:pt x="141" y="21"/>
                    <a:pt x="149" y="19"/>
                  </a:cubicBezTo>
                  <a:cubicBezTo>
                    <a:pt x="153" y="18"/>
                    <a:pt x="156" y="16"/>
                    <a:pt x="160" y="14"/>
                  </a:cubicBezTo>
                  <a:cubicBezTo>
                    <a:pt x="168" y="11"/>
                    <a:pt x="175" y="10"/>
                    <a:pt x="184" y="9"/>
                  </a:cubicBezTo>
                  <a:cubicBezTo>
                    <a:pt x="190" y="8"/>
                    <a:pt x="196" y="7"/>
                    <a:pt x="202" y="9"/>
                  </a:cubicBezTo>
                  <a:cubicBezTo>
                    <a:pt x="208" y="10"/>
                    <a:pt x="213" y="14"/>
                    <a:pt x="219" y="16"/>
                  </a:cubicBezTo>
                  <a:cubicBezTo>
                    <a:pt x="238" y="23"/>
                    <a:pt x="261" y="0"/>
                    <a:pt x="280" y="14"/>
                  </a:cubicBezTo>
                  <a:cubicBezTo>
                    <a:pt x="284" y="17"/>
                    <a:pt x="286" y="22"/>
                    <a:pt x="291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1646">
              <a:extLst>
                <a:ext uri="{FF2B5EF4-FFF2-40B4-BE49-F238E27FC236}">
                  <a16:creationId xmlns:a16="http://schemas.microsoft.com/office/drawing/2014/main" id="{570E7FC9-C9B2-4CAD-98CC-5CDA3CFE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641"/>
              <a:ext cx="117" cy="26"/>
            </a:xfrm>
            <a:custGeom>
              <a:avLst/>
              <a:gdLst>
                <a:gd name="T0" fmla="*/ 0 w 62"/>
                <a:gd name="T1" fmla="*/ 16 h 13"/>
                <a:gd name="T2" fmla="*/ 136 w 62"/>
                <a:gd name="T3" fmla="*/ 96 h 13"/>
                <a:gd name="T4" fmla="*/ 325 w 62"/>
                <a:gd name="T5" fmla="*/ 56 h 13"/>
                <a:gd name="T6" fmla="*/ 417 w 6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3">
                  <a:moveTo>
                    <a:pt x="0" y="2"/>
                  </a:moveTo>
                  <a:cubicBezTo>
                    <a:pt x="7" y="5"/>
                    <a:pt x="10" y="11"/>
                    <a:pt x="20" y="12"/>
                  </a:cubicBezTo>
                  <a:cubicBezTo>
                    <a:pt x="29" y="13"/>
                    <a:pt x="39" y="9"/>
                    <a:pt x="48" y="7"/>
                  </a:cubicBezTo>
                  <a:cubicBezTo>
                    <a:pt x="53" y="5"/>
                    <a:pt x="58" y="2"/>
                    <a:pt x="6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1647">
              <a:extLst>
                <a:ext uri="{FF2B5EF4-FFF2-40B4-BE49-F238E27FC236}">
                  <a16:creationId xmlns:a16="http://schemas.microsoft.com/office/drawing/2014/main" id="{529E3B70-029A-403A-83A8-EFAE0BCDC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592"/>
              <a:ext cx="135" cy="36"/>
            </a:xfrm>
            <a:custGeom>
              <a:avLst/>
              <a:gdLst>
                <a:gd name="T0" fmla="*/ 0 w 72"/>
                <a:gd name="T1" fmla="*/ 120 h 18"/>
                <a:gd name="T2" fmla="*/ 474 w 72"/>
                <a:gd name="T3" fmla="*/ 14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8">
                  <a:moveTo>
                    <a:pt x="0" y="15"/>
                  </a:moveTo>
                  <a:cubicBezTo>
                    <a:pt x="22" y="0"/>
                    <a:pt x="51" y="3"/>
                    <a:pt x="72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1648">
              <a:extLst>
                <a:ext uri="{FF2B5EF4-FFF2-40B4-BE49-F238E27FC236}">
                  <a16:creationId xmlns:a16="http://schemas.microsoft.com/office/drawing/2014/main" id="{E4E67231-D598-4522-98E0-0E2E5682C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669"/>
              <a:ext cx="185" cy="66"/>
            </a:xfrm>
            <a:custGeom>
              <a:avLst/>
              <a:gdLst>
                <a:gd name="T0" fmla="*/ 0 w 98"/>
                <a:gd name="T1" fmla="*/ 264 h 33"/>
                <a:gd name="T2" fmla="*/ 493 w 98"/>
                <a:gd name="T3" fmla="*/ 184 h 33"/>
                <a:gd name="T4" fmla="*/ 631 w 98"/>
                <a:gd name="T5" fmla="*/ 104 h 33"/>
                <a:gd name="T6" fmla="*/ 659 w 98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33">
                  <a:moveTo>
                    <a:pt x="0" y="33"/>
                  </a:moveTo>
                  <a:cubicBezTo>
                    <a:pt x="22" y="15"/>
                    <a:pt x="48" y="30"/>
                    <a:pt x="73" y="23"/>
                  </a:cubicBezTo>
                  <a:cubicBezTo>
                    <a:pt x="80" y="21"/>
                    <a:pt x="90" y="19"/>
                    <a:pt x="94" y="13"/>
                  </a:cubicBezTo>
                  <a:cubicBezTo>
                    <a:pt x="98" y="9"/>
                    <a:pt x="96" y="4"/>
                    <a:pt x="9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1649">
              <a:extLst>
                <a:ext uri="{FF2B5EF4-FFF2-40B4-BE49-F238E27FC236}">
                  <a16:creationId xmlns:a16="http://schemas.microsoft.com/office/drawing/2014/main" id="{513BEC35-B9E1-4651-95A0-95DCD75A6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675"/>
              <a:ext cx="211" cy="44"/>
            </a:xfrm>
            <a:custGeom>
              <a:avLst/>
              <a:gdLst>
                <a:gd name="T0" fmla="*/ 0 w 112"/>
                <a:gd name="T1" fmla="*/ 176 h 22"/>
                <a:gd name="T2" fmla="*/ 234 w 112"/>
                <a:gd name="T3" fmla="*/ 40 h 22"/>
                <a:gd name="T4" fmla="*/ 482 w 112"/>
                <a:gd name="T5" fmla="*/ 48 h 22"/>
                <a:gd name="T6" fmla="*/ 750 w 112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22">
                  <a:moveTo>
                    <a:pt x="0" y="22"/>
                  </a:moveTo>
                  <a:cubicBezTo>
                    <a:pt x="9" y="11"/>
                    <a:pt x="21" y="8"/>
                    <a:pt x="35" y="5"/>
                  </a:cubicBezTo>
                  <a:cubicBezTo>
                    <a:pt x="48" y="2"/>
                    <a:pt x="59" y="6"/>
                    <a:pt x="72" y="6"/>
                  </a:cubicBezTo>
                  <a:cubicBezTo>
                    <a:pt x="85" y="7"/>
                    <a:pt x="100" y="5"/>
                    <a:pt x="1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1650">
              <a:extLst>
                <a:ext uri="{FF2B5EF4-FFF2-40B4-BE49-F238E27FC236}">
                  <a16:creationId xmlns:a16="http://schemas.microsoft.com/office/drawing/2014/main" id="{932D4F50-82AD-44FE-A112-CE36279C6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659"/>
              <a:ext cx="139" cy="36"/>
            </a:xfrm>
            <a:custGeom>
              <a:avLst/>
              <a:gdLst>
                <a:gd name="T0" fmla="*/ 0 w 74"/>
                <a:gd name="T1" fmla="*/ 144 h 18"/>
                <a:gd name="T2" fmla="*/ 137 w 74"/>
                <a:gd name="T3" fmla="*/ 48 h 18"/>
                <a:gd name="T4" fmla="*/ 353 w 74"/>
                <a:gd name="T5" fmla="*/ 8 h 18"/>
                <a:gd name="T6" fmla="*/ 490 w 74"/>
                <a:gd name="T7" fmla="*/ 4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8">
                  <a:moveTo>
                    <a:pt x="0" y="18"/>
                  </a:moveTo>
                  <a:cubicBezTo>
                    <a:pt x="8" y="17"/>
                    <a:pt x="14" y="9"/>
                    <a:pt x="21" y="6"/>
                  </a:cubicBezTo>
                  <a:cubicBezTo>
                    <a:pt x="32" y="1"/>
                    <a:pt x="42" y="0"/>
                    <a:pt x="53" y="1"/>
                  </a:cubicBezTo>
                  <a:cubicBezTo>
                    <a:pt x="61" y="1"/>
                    <a:pt x="67" y="3"/>
                    <a:pt x="74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1651">
              <a:extLst>
                <a:ext uri="{FF2B5EF4-FFF2-40B4-BE49-F238E27FC236}">
                  <a16:creationId xmlns:a16="http://schemas.microsoft.com/office/drawing/2014/main" id="{9E0A729A-006A-42C1-A762-DC568FE37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538"/>
              <a:ext cx="570" cy="145"/>
            </a:xfrm>
            <a:custGeom>
              <a:avLst/>
              <a:gdLst>
                <a:gd name="T0" fmla="*/ 0 w 303"/>
                <a:gd name="T1" fmla="*/ 588 h 72"/>
                <a:gd name="T2" fmla="*/ 273 w 303"/>
                <a:gd name="T3" fmla="*/ 508 h 72"/>
                <a:gd name="T4" fmla="*/ 446 w 303"/>
                <a:gd name="T5" fmla="*/ 491 h 72"/>
                <a:gd name="T6" fmla="*/ 779 w 303"/>
                <a:gd name="T7" fmla="*/ 336 h 72"/>
                <a:gd name="T8" fmla="*/ 1005 w 303"/>
                <a:gd name="T9" fmla="*/ 328 h 72"/>
                <a:gd name="T10" fmla="*/ 1210 w 303"/>
                <a:gd name="T11" fmla="*/ 228 h 72"/>
                <a:gd name="T12" fmla="*/ 1518 w 303"/>
                <a:gd name="T13" fmla="*/ 179 h 72"/>
                <a:gd name="T14" fmla="*/ 1823 w 303"/>
                <a:gd name="T15" fmla="*/ 171 h 72"/>
                <a:gd name="T16" fmla="*/ 1943 w 303"/>
                <a:gd name="T17" fmla="*/ 73 h 72"/>
                <a:gd name="T18" fmla="*/ 2017 w 303"/>
                <a:gd name="T19" fmla="*/ 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3" h="72">
                  <a:moveTo>
                    <a:pt x="0" y="72"/>
                  </a:moveTo>
                  <a:cubicBezTo>
                    <a:pt x="14" y="66"/>
                    <a:pt x="25" y="62"/>
                    <a:pt x="41" y="62"/>
                  </a:cubicBezTo>
                  <a:cubicBezTo>
                    <a:pt x="50" y="62"/>
                    <a:pt x="58" y="63"/>
                    <a:pt x="67" y="60"/>
                  </a:cubicBezTo>
                  <a:cubicBezTo>
                    <a:pt x="84" y="55"/>
                    <a:pt x="98" y="43"/>
                    <a:pt x="117" y="41"/>
                  </a:cubicBezTo>
                  <a:cubicBezTo>
                    <a:pt x="128" y="40"/>
                    <a:pt x="140" y="42"/>
                    <a:pt x="151" y="40"/>
                  </a:cubicBezTo>
                  <a:cubicBezTo>
                    <a:pt x="163" y="38"/>
                    <a:pt x="172" y="33"/>
                    <a:pt x="182" y="28"/>
                  </a:cubicBezTo>
                  <a:cubicBezTo>
                    <a:pt x="197" y="21"/>
                    <a:pt x="211" y="18"/>
                    <a:pt x="228" y="22"/>
                  </a:cubicBezTo>
                  <a:cubicBezTo>
                    <a:pt x="244" y="27"/>
                    <a:pt x="258" y="27"/>
                    <a:pt x="274" y="21"/>
                  </a:cubicBezTo>
                  <a:cubicBezTo>
                    <a:pt x="281" y="18"/>
                    <a:pt x="285" y="12"/>
                    <a:pt x="292" y="9"/>
                  </a:cubicBezTo>
                  <a:cubicBezTo>
                    <a:pt x="298" y="6"/>
                    <a:pt x="300" y="6"/>
                    <a:pt x="30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1652">
              <a:extLst>
                <a:ext uri="{FF2B5EF4-FFF2-40B4-BE49-F238E27FC236}">
                  <a16:creationId xmlns:a16="http://schemas.microsoft.com/office/drawing/2014/main" id="{B7286FF6-02FE-447C-AC11-55624B06F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649"/>
              <a:ext cx="121" cy="50"/>
            </a:xfrm>
            <a:custGeom>
              <a:avLst/>
              <a:gdLst>
                <a:gd name="T0" fmla="*/ 0 w 64"/>
                <a:gd name="T1" fmla="*/ 136 h 25"/>
                <a:gd name="T2" fmla="*/ 310 w 64"/>
                <a:gd name="T3" fmla="*/ 128 h 25"/>
                <a:gd name="T4" fmla="*/ 433 w 6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5">
                  <a:moveTo>
                    <a:pt x="0" y="17"/>
                  </a:moveTo>
                  <a:cubicBezTo>
                    <a:pt x="15" y="23"/>
                    <a:pt x="31" y="25"/>
                    <a:pt x="46" y="16"/>
                  </a:cubicBezTo>
                  <a:cubicBezTo>
                    <a:pt x="54" y="12"/>
                    <a:pt x="58" y="6"/>
                    <a:pt x="6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1653">
              <a:extLst>
                <a:ext uri="{FF2B5EF4-FFF2-40B4-BE49-F238E27FC236}">
                  <a16:creationId xmlns:a16="http://schemas.microsoft.com/office/drawing/2014/main" id="{0F3E1057-7CA0-4FFF-9F45-68C3DB44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618"/>
              <a:ext cx="126" cy="45"/>
            </a:xfrm>
            <a:custGeom>
              <a:avLst/>
              <a:gdLst>
                <a:gd name="T0" fmla="*/ 0 w 67"/>
                <a:gd name="T1" fmla="*/ 188 h 22"/>
                <a:gd name="T2" fmla="*/ 233 w 67"/>
                <a:gd name="T3" fmla="*/ 0 h 22"/>
                <a:gd name="T4" fmla="*/ 446 w 67"/>
                <a:gd name="T5" fmla="*/ 4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2">
                  <a:moveTo>
                    <a:pt x="0" y="22"/>
                  </a:moveTo>
                  <a:cubicBezTo>
                    <a:pt x="4" y="10"/>
                    <a:pt x="24" y="1"/>
                    <a:pt x="35" y="0"/>
                  </a:cubicBezTo>
                  <a:cubicBezTo>
                    <a:pt x="46" y="0"/>
                    <a:pt x="57" y="2"/>
                    <a:pt x="67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1654">
              <a:extLst>
                <a:ext uri="{FF2B5EF4-FFF2-40B4-BE49-F238E27FC236}">
                  <a16:creationId xmlns:a16="http://schemas.microsoft.com/office/drawing/2014/main" id="{410DD705-839B-4452-AB10-E61E3D4C8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574"/>
              <a:ext cx="149" cy="44"/>
            </a:xfrm>
            <a:custGeom>
              <a:avLst/>
              <a:gdLst>
                <a:gd name="T0" fmla="*/ 0 w 79"/>
                <a:gd name="T1" fmla="*/ 176 h 22"/>
                <a:gd name="T2" fmla="*/ 417 w 79"/>
                <a:gd name="T3" fmla="*/ 16 h 22"/>
                <a:gd name="T4" fmla="*/ 530 w 79"/>
                <a:gd name="T5" fmla="*/ 3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2">
                  <a:moveTo>
                    <a:pt x="0" y="22"/>
                  </a:moveTo>
                  <a:cubicBezTo>
                    <a:pt x="20" y="8"/>
                    <a:pt x="37" y="0"/>
                    <a:pt x="62" y="2"/>
                  </a:cubicBezTo>
                  <a:cubicBezTo>
                    <a:pt x="66" y="2"/>
                    <a:pt x="77" y="5"/>
                    <a:pt x="79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1655">
              <a:extLst>
                <a:ext uri="{FF2B5EF4-FFF2-40B4-BE49-F238E27FC236}">
                  <a16:creationId xmlns:a16="http://schemas.microsoft.com/office/drawing/2014/main" id="{114CD325-21C7-4419-A893-03325C018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550"/>
              <a:ext cx="234" cy="83"/>
            </a:xfrm>
            <a:custGeom>
              <a:avLst/>
              <a:gdLst>
                <a:gd name="T0" fmla="*/ 0 w 124"/>
                <a:gd name="T1" fmla="*/ 249 h 41"/>
                <a:gd name="T2" fmla="*/ 328 w 124"/>
                <a:gd name="T3" fmla="*/ 249 h 41"/>
                <a:gd name="T4" fmla="*/ 457 w 124"/>
                <a:gd name="T5" fmla="*/ 123 h 41"/>
                <a:gd name="T6" fmla="*/ 734 w 124"/>
                <a:gd name="T7" fmla="*/ 16 h 41"/>
                <a:gd name="T8" fmla="*/ 834 w 124"/>
                <a:gd name="T9" fmla="*/ 2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41">
                  <a:moveTo>
                    <a:pt x="0" y="30"/>
                  </a:moveTo>
                  <a:cubicBezTo>
                    <a:pt x="15" y="41"/>
                    <a:pt x="33" y="36"/>
                    <a:pt x="49" y="30"/>
                  </a:cubicBezTo>
                  <a:cubicBezTo>
                    <a:pt x="58" y="26"/>
                    <a:pt x="61" y="21"/>
                    <a:pt x="68" y="15"/>
                  </a:cubicBezTo>
                  <a:cubicBezTo>
                    <a:pt x="81" y="3"/>
                    <a:pt x="92" y="0"/>
                    <a:pt x="109" y="2"/>
                  </a:cubicBezTo>
                  <a:cubicBezTo>
                    <a:pt x="114" y="2"/>
                    <a:pt x="119" y="3"/>
                    <a:pt x="124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1656">
              <a:extLst>
                <a:ext uri="{FF2B5EF4-FFF2-40B4-BE49-F238E27FC236}">
                  <a16:creationId xmlns:a16="http://schemas.microsoft.com/office/drawing/2014/main" id="{215757D8-0DA1-4DE3-B7E5-1E9E806AF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608"/>
              <a:ext cx="115" cy="20"/>
            </a:xfrm>
            <a:custGeom>
              <a:avLst/>
              <a:gdLst>
                <a:gd name="T0" fmla="*/ 0 w 61"/>
                <a:gd name="T1" fmla="*/ 80 h 10"/>
                <a:gd name="T2" fmla="*/ 281 w 61"/>
                <a:gd name="T3" fmla="*/ 40 h 10"/>
                <a:gd name="T4" fmla="*/ 409 w 61"/>
                <a:gd name="T5" fmla="*/ 7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0">
                  <a:moveTo>
                    <a:pt x="0" y="10"/>
                  </a:moveTo>
                  <a:cubicBezTo>
                    <a:pt x="14" y="0"/>
                    <a:pt x="25" y="1"/>
                    <a:pt x="42" y="5"/>
                  </a:cubicBezTo>
                  <a:cubicBezTo>
                    <a:pt x="47" y="6"/>
                    <a:pt x="55" y="10"/>
                    <a:pt x="61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1657">
              <a:extLst>
                <a:ext uri="{FF2B5EF4-FFF2-40B4-BE49-F238E27FC236}">
                  <a16:creationId xmlns:a16="http://schemas.microsoft.com/office/drawing/2014/main" id="{F41A8116-5983-483F-9CFD-2541337BE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570"/>
              <a:ext cx="475" cy="63"/>
            </a:xfrm>
            <a:custGeom>
              <a:avLst/>
              <a:gdLst>
                <a:gd name="T0" fmla="*/ 0 w 252"/>
                <a:gd name="T1" fmla="*/ 67 h 31"/>
                <a:gd name="T2" fmla="*/ 262 w 252"/>
                <a:gd name="T3" fmla="*/ 67 h 31"/>
                <a:gd name="T4" fmla="*/ 554 w 252"/>
                <a:gd name="T5" fmla="*/ 16 h 31"/>
                <a:gd name="T6" fmla="*/ 788 w 252"/>
                <a:gd name="T7" fmla="*/ 100 h 31"/>
                <a:gd name="T8" fmla="*/ 1065 w 252"/>
                <a:gd name="T9" fmla="*/ 83 h 31"/>
                <a:gd name="T10" fmla="*/ 1272 w 252"/>
                <a:gd name="T11" fmla="*/ 185 h 31"/>
                <a:gd name="T12" fmla="*/ 1574 w 252"/>
                <a:gd name="T13" fmla="*/ 260 h 31"/>
                <a:gd name="T14" fmla="*/ 1687 w 252"/>
                <a:gd name="T15" fmla="*/ 22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2" h="31">
                  <a:moveTo>
                    <a:pt x="0" y="8"/>
                  </a:moveTo>
                  <a:cubicBezTo>
                    <a:pt x="12" y="15"/>
                    <a:pt x="27" y="11"/>
                    <a:pt x="39" y="8"/>
                  </a:cubicBezTo>
                  <a:cubicBezTo>
                    <a:pt x="55" y="4"/>
                    <a:pt x="67" y="0"/>
                    <a:pt x="83" y="2"/>
                  </a:cubicBezTo>
                  <a:cubicBezTo>
                    <a:pt x="95" y="4"/>
                    <a:pt x="106" y="11"/>
                    <a:pt x="118" y="12"/>
                  </a:cubicBezTo>
                  <a:cubicBezTo>
                    <a:pt x="131" y="13"/>
                    <a:pt x="145" y="8"/>
                    <a:pt x="159" y="10"/>
                  </a:cubicBezTo>
                  <a:cubicBezTo>
                    <a:pt x="170" y="12"/>
                    <a:pt x="179" y="18"/>
                    <a:pt x="190" y="22"/>
                  </a:cubicBezTo>
                  <a:cubicBezTo>
                    <a:pt x="204" y="26"/>
                    <a:pt x="220" y="30"/>
                    <a:pt x="235" y="31"/>
                  </a:cubicBezTo>
                  <a:cubicBezTo>
                    <a:pt x="241" y="31"/>
                    <a:pt x="248" y="29"/>
                    <a:pt x="252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1658">
              <a:extLst>
                <a:ext uri="{FF2B5EF4-FFF2-40B4-BE49-F238E27FC236}">
                  <a16:creationId xmlns:a16="http://schemas.microsoft.com/office/drawing/2014/main" id="{7397E18C-4FAA-4D6F-AE2A-6CFBF30AA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556"/>
              <a:ext cx="324" cy="72"/>
            </a:xfrm>
            <a:custGeom>
              <a:avLst/>
              <a:gdLst>
                <a:gd name="T0" fmla="*/ 0 w 172"/>
                <a:gd name="T1" fmla="*/ 64 h 36"/>
                <a:gd name="T2" fmla="*/ 202 w 172"/>
                <a:gd name="T3" fmla="*/ 8 h 36"/>
                <a:gd name="T4" fmla="*/ 381 w 172"/>
                <a:gd name="T5" fmla="*/ 136 h 36"/>
                <a:gd name="T6" fmla="*/ 748 w 172"/>
                <a:gd name="T7" fmla="*/ 232 h 36"/>
                <a:gd name="T8" fmla="*/ 996 w 172"/>
                <a:gd name="T9" fmla="*/ 192 h 36"/>
                <a:gd name="T10" fmla="*/ 1149 w 172"/>
                <a:gd name="T11" fmla="*/ 26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36">
                  <a:moveTo>
                    <a:pt x="0" y="8"/>
                  </a:moveTo>
                  <a:cubicBezTo>
                    <a:pt x="11" y="6"/>
                    <a:pt x="17" y="0"/>
                    <a:pt x="30" y="1"/>
                  </a:cubicBezTo>
                  <a:cubicBezTo>
                    <a:pt x="41" y="3"/>
                    <a:pt x="48" y="9"/>
                    <a:pt x="57" y="17"/>
                  </a:cubicBezTo>
                  <a:cubicBezTo>
                    <a:pt x="74" y="32"/>
                    <a:pt x="90" y="36"/>
                    <a:pt x="112" y="29"/>
                  </a:cubicBezTo>
                  <a:cubicBezTo>
                    <a:pt x="123" y="26"/>
                    <a:pt x="137" y="23"/>
                    <a:pt x="149" y="24"/>
                  </a:cubicBezTo>
                  <a:cubicBezTo>
                    <a:pt x="157" y="25"/>
                    <a:pt x="165" y="31"/>
                    <a:pt x="172" y="3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1659">
              <a:extLst>
                <a:ext uri="{FF2B5EF4-FFF2-40B4-BE49-F238E27FC236}">
                  <a16:creationId xmlns:a16="http://schemas.microsoft.com/office/drawing/2014/main" id="{DC587AC7-C597-40E5-80D6-6E9AD951C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635"/>
              <a:ext cx="136" cy="42"/>
            </a:xfrm>
            <a:custGeom>
              <a:avLst/>
              <a:gdLst>
                <a:gd name="T0" fmla="*/ 0 w 72"/>
                <a:gd name="T1" fmla="*/ 96 h 21"/>
                <a:gd name="T2" fmla="*/ 297 w 72"/>
                <a:gd name="T3" fmla="*/ 48 h 21"/>
                <a:gd name="T4" fmla="*/ 438 w 72"/>
                <a:gd name="T5" fmla="*/ 128 h 21"/>
                <a:gd name="T6" fmla="*/ 485 w 72"/>
                <a:gd name="T7" fmla="*/ 16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1">
                  <a:moveTo>
                    <a:pt x="0" y="12"/>
                  </a:moveTo>
                  <a:cubicBezTo>
                    <a:pt x="14" y="3"/>
                    <a:pt x="27" y="0"/>
                    <a:pt x="44" y="6"/>
                  </a:cubicBezTo>
                  <a:cubicBezTo>
                    <a:pt x="51" y="9"/>
                    <a:pt x="59" y="11"/>
                    <a:pt x="65" y="16"/>
                  </a:cubicBezTo>
                  <a:cubicBezTo>
                    <a:pt x="67" y="18"/>
                    <a:pt x="70" y="21"/>
                    <a:pt x="72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1660">
              <a:extLst>
                <a:ext uri="{FF2B5EF4-FFF2-40B4-BE49-F238E27FC236}">
                  <a16:creationId xmlns:a16="http://schemas.microsoft.com/office/drawing/2014/main" id="{A15F989F-7358-47BF-8DD4-6EF943D1A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536"/>
              <a:ext cx="102" cy="38"/>
            </a:xfrm>
            <a:custGeom>
              <a:avLst/>
              <a:gdLst>
                <a:gd name="T0" fmla="*/ 0 w 54"/>
                <a:gd name="T1" fmla="*/ 72 h 19"/>
                <a:gd name="T2" fmla="*/ 365 w 54"/>
                <a:gd name="T3" fmla="*/ 1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9">
                  <a:moveTo>
                    <a:pt x="0" y="9"/>
                  </a:moveTo>
                  <a:cubicBezTo>
                    <a:pt x="17" y="0"/>
                    <a:pt x="38" y="12"/>
                    <a:pt x="54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Freeform 1661">
              <a:extLst>
                <a:ext uri="{FF2B5EF4-FFF2-40B4-BE49-F238E27FC236}">
                  <a16:creationId xmlns:a16="http://schemas.microsoft.com/office/drawing/2014/main" id="{6E2994A3-3671-4DBA-87CB-6015824D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614"/>
              <a:ext cx="107" cy="41"/>
            </a:xfrm>
            <a:custGeom>
              <a:avLst/>
              <a:gdLst>
                <a:gd name="T0" fmla="*/ 0 w 57"/>
                <a:gd name="T1" fmla="*/ 8 h 20"/>
                <a:gd name="T2" fmla="*/ 225 w 57"/>
                <a:gd name="T3" fmla="*/ 51 h 20"/>
                <a:gd name="T4" fmla="*/ 377 w 57"/>
                <a:gd name="T5" fmla="*/ 17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0">
                  <a:moveTo>
                    <a:pt x="0" y="1"/>
                  </a:moveTo>
                  <a:cubicBezTo>
                    <a:pt x="12" y="1"/>
                    <a:pt x="23" y="0"/>
                    <a:pt x="34" y="6"/>
                  </a:cubicBezTo>
                  <a:cubicBezTo>
                    <a:pt x="42" y="10"/>
                    <a:pt x="51" y="15"/>
                    <a:pt x="57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3" name="Freeform 1662">
              <a:extLst>
                <a:ext uri="{FF2B5EF4-FFF2-40B4-BE49-F238E27FC236}">
                  <a16:creationId xmlns:a16="http://schemas.microsoft.com/office/drawing/2014/main" id="{35331F2F-5C1D-4E34-B711-60E6A80A8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657"/>
              <a:ext cx="130" cy="50"/>
            </a:xfrm>
            <a:custGeom>
              <a:avLst/>
              <a:gdLst>
                <a:gd name="T0" fmla="*/ 0 w 69"/>
                <a:gd name="T1" fmla="*/ 8 h 25"/>
                <a:gd name="T2" fmla="*/ 349 w 69"/>
                <a:gd name="T3" fmla="*/ 88 h 25"/>
                <a:gd name="T4" fmla="*/ 462 w 69"/>
                <a:gd name="T5" fmla="*/ 20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5">
                  <a:moveTo>
                    <a:pt x="0" y="1"/>
                  </a:moveTo>
                  <a:cubicBezTo>
                    <a:pt x="19" y="0"/>
                    <a:pt x="34" y="0"/>
                    <a:pt x="52" y="11"/>
                  </a:cubicBezTo>
                  <a:cubicBezTo>
                    <a:pt x="58" y="14"/>
                    <a:pt x="65" y="22"/>
                    <a:pt x="69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Freeform 1663">
              <a:extLst>
                <a:ext uri="{FF2B5EF4-FFF2-40B4-BE49-F238E27FC236}">
                  <a16:creationId xmlns:a16="http://schemas.microsoft.com/office/drawing/2014/main" id="{F4063293-CEE2-4B3C-B982-C2DF134E8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699"/>
              <a:ext cx="41" cy="72"/>
            </a:xfrm>
            <a:custGeom>
              <a:avLst/>
              <a:gdLst>
                <a:gd name="T0" fmla="*/ 142 w 22"/>
                <a:gd name="T1" fmla="*/ 8 h 36"/>
                <a:gd name="T2" fmla="*/ 39 w 22"/>
                <a:gd name="T3" fmla="*/ 28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6">
                  <a:moveTo>
                    <a:pt x="22" y="1"/>
                  </a:moveTo>
                  <a:cubicBezTo>
                    <a:pt x="7" y="0"/>
                    <a:pt x="0" y="25"/>
                    <a:pt x="6" y="36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5" name="Freeform 1664">
              <a:extLst>
                <a:ext uri="{FF2B5EF4-FFF2-40B4-BE49-F238E27FC236}">
                  <a16:creationId xmlns:a16="http://schemas.microsoft.com/office/drawing/2014/main" id="{64D34993-CE41-48C4-8137-68E633DFE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755"/>
              <a:ext cx="39" cy="64"/>
            </a:xfrm>
            <a:custGeom>
              <a:avLst/>
              <a:gdLst>
                <a:gd name="T0" fmla="*/ 134 w 21"/>
                <a:gd name="T1" fmla="*/ 0 h 32"/>
                <a:gd name="T2" fmla="*/ 45 w 21"/>
                <a:gd name="T3" fmla="*/ 25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2">
                  <a:moveTo>
                    <a:pt x="21" y="0"/>
                  </a:moveTo>
                  <a:cubicBezTo>
                    <a:pt x="10" y="4"/>
                    <a:pt x="0" y="21"/>
                    <a:pt x="7" y="3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6" name="Freeform 1665">
              <a:extLst>
                <a:ext uri="{FF2B5EF4-FFF2-40B4-BE49-F238E27FC236}">
                  <a16:creationId xmlns:a16="http://schemas.microsoft.com/office/drawing/2014/main" id="{03957B21-0979-4183-AB39-F29D2B05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725"/>
              <a:ext cx="38" cy="58"/>
            </a:xfrm>
            <a:custGeom>
              <a:avLst/>
              <a:gdLst>
                <a:gd name="T0" fmla="*/ 84 w 20"/>
                <a:gd name="T1" fmla="*/ 0 h 29"/>
                <a:gd name="T2" fmla="*/ 0 w 20"/>
                <a:gd name="T3" fmla="*/ 23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9">
                  <a:moveTo>
                    <a:pt x="12" y="0"/>
                  </a:moveTo>
                  <a:cubicBezTo>
                    <a:pt x="20" y="12"/>
                    <a:pt x="12" y="24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7" name="Freeform 1666">
              <a:extLst>
                <a:ext uri="{FF2B5EF4-FFF2-40B4-BE49-F238E27FC236}">
                  <a16:creationId xmlns:a16="http://schemas.microsoft.com/office/drawing/2014/main" id="{16194519-0C9D-4CA6-B59C-4E560A05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757"/>
              <a:ext cx="19" cy="14"/>
            </a:xfrm>
            <a:custGeom>
              <a:avLst/>
              <a:gdLst>
                <a:gd name="T0" fmla="*/ 0 w 10"/>
                <a:gd name="T1" fmla="*/ 0 h 7"/>
                <a:gd name="T2" fmla="*/ 68 w 10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4" y="1"/>
                    <a:pt x="9" y="3"/>
                    <a:pt x="10" y="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Freeform 1667">
              <a:extLst>
                <a:ext uri="{FF2B5EF4-FFF2-40B4-BE49-F238E27FC236}">
                  <a16:creationId xmlns:a16="http://schemas.microsoft.com/office/drawing/2014/main" id="{E13AC455-D293-4743-B6F9-7343FB721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683"/>
              <a:ext cx="87" cy="24"/>
            </a:xfrm>
            <a:custGeom>
              <a:avLst/>
              <a:gdLst>
                <a:gd name="T0" fmla="*/ 0 w 46"/>
                <a:gd name="T1" fmla="*/ 96 h 12"/>
                <a:gd name="T2" fmla="*/ 312 w 46"/>
                <a:gd name="T3" fmla="*/ 6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2">
                  <a:moveTo>
                    <a:pt x="0" y="12"/>
                  </a:moveTo>
                  <a:cubicBezTo>
                    <a:pt x="11" y="0"/>
                    <a:pt x="32" y="1"/>
                    <a:pt x="46" y="8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9" name="Freeform 1668">
              <a:extLst>
                <a:ext uri="{FF2B5EF4-FFF2-40B4-BE49-F238E27FC236}">
                  <a16:creationId xmlns:a16="http://schemas.microsoft.com/office/drawing/2014/main" id="{369B3CC4-8500-4B73-B8D0-89017AFD4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697"/>
              <a:ext cx="31" cy="36"/>
            </a:xfrm>
            <a:custGeom>
              <a:avLst/>
              <a:gdLst>
                <a:gd name="T0" fmla="*/ 0 w 16"/>
                <a:gd name="T1" fmla="*/ 8 h 18"/>
                <a:gd name="T2" fmla="*/ 116 w 16"/>
                <a:gd name="T3" fmla="*/ 14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"/>
                  </a:moveTo>
                  <a:cubicBezTo>
                    <a:pt x="11" y="0"/>
                    <a:pt x="11" y="11"/>
                    <a:pt x="16" y="18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1669">
              <a:extLst>
                <a:ext uri="{FF2B5EF4-FFF2-40B4-BE49-F238E27FC236}">
                  <a16:creationId xmlns:a16="http://schemas.microsoft.com/office/drawing/2014/main" id="{E4090D33-476F-4446-A343-D3D42BD91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711"/>
              <a:ext cx="90" cy="32"/>
            </a:xfrm>
            <a:custGeom>
              <a:avLst/>
              <a:gdLst>
                <a:gd name="T0" fmla="*/ 0 w 48"/>
                <a:gd name="T1" fmla="*/ 88 h 16"/>
                <a:gd name="T2" fmla="*/ 317 w 48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6">
                  <a:moveTo>
                    <a:pt x="0" y="11"/>
                  </a:moveTo>
                  <a:cubicBezTo>
                    <a:pt x="15" y="0"/>
                    <a:pt x="34" y="9"/>
                    <a:pt x="48" y="16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1670">
              <a:extLst>
                <a:ext uri="{FF2B5EF4-FFF2-40B4-BE49-F238E27FC236}">
                  <a16:creationId xmlns:a16="http://schemas.microsoft.com/office/drawing/2014/main" id="{EE52E5A8-D852-4EBB-9CC2-6D14DF15E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733"/>
              <a:ext cx="64" cy="26"/>
            </a:xfrm>
            <a:custGeom>
              <a:avLst/>
              <a:gdLst>
                <a:gd name="T0" fmla="*/ 0 w 34"/>
                <a:gd name="T1" fmla="*/ 104 h 13"/>
                <a:gd name="T2" fmla="*/ 120 w 34"/>
                <a:gd name="T3" fmla="*/ 8 h 13"/>
                <a:gd name="T4" fmla="*/ 226 w 34"/>
                <a:gd name="T5" fmla="*/ 4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3">
                  <a:moveTo>
                    <a:pt x="0" y="13"/>
                  </a:moveTo>
                  <a:cubicBezTo>
                    <a:pt x="5" y="8"/>
                    <a:pt x="12" y="3"/>
                    <a:pt x="18" y="1"/>
                  </a:cubicBezTo>
                  <a:cubicBezTo>
                    <a:pt x="25" y="0"/>
                    <a:pt x="28" y="5"/>
                    <a:pt x="34" y="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Freeform 1671">
              <a:extLst>
                <a:ext uri="{FF2B5EF4-FFF2-40B4-BE49-F238E27FC236}">
                  <a16:creationId xmlns:a16="http://schemas.microsoft.com/office/drawing/2014/main" id="{F8DD767C-23D6-472E-A5B0-CEC9DDBE2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785"/>
              <a:ext cx="15" cy="28"/>
            </a:xfrm>
            <a:custGeom>
              <a:avLst/>
              <a:gdLst>
                <a:gd name="T0" fmla="*/ 0 w 8"/>
                <a:gd name="T1" fmla="*/ 0 h 14"/>
                <a:gd name="T2" fmla="*/ 53 w 8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8" y="8"/>
                    <a:pt x="8" y="1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3" name="Freeform 1672">
              <a:extLst>
                <a:ext uri="{FF2B5EF4-FFF2-40B4-BE49-F238E27FC236}">
                  <a16:creationId xmlns:a16="http://schemas.microsoft.com/office/drawing/2014/main" id="{9B1A846F-F9C8-48CC-8745-31DBB83B2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791"/>
              <a:ext cx="18" cy="8"/>
            </a:xfrm>
            <a:custGeom>
              <a:avLst/>
              <a:gdLst>
                <a:gd name="T0" fmla="*/ 0 w 10"/>
                <a:gd name="T1" fmla="*/ 32 h 4"/>
                <a:gd name="T2" fmla="*/ 5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2"/>
                    <a:pt x="6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4" name="Freeform 1673">
              <a:extLst>
                <a:ext uri="{FF2B5EF4-FFF2-40B4-BE49-F238E27FC236}">
                  <a16:creationId xmlns:a16="http://schemas.microsoft.com/office/drawing/2014/main" id="{B584CDEB-2CAC-45E6-9401-914EBAE8D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741"/>
              <a:ext cx="71" cy="32"/>
            </a:xfrm>
            <a:custGeom>
              <a:avLst/>
              <a:gdLst>
                <a:gd name="T0" fmla="*/ 0 w 38"/>
                <a:gd name="T1" fmla="*/ 88 h 16"/>
                <a:gd name="T2" fmla="*/ 249 w 38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0" y="11"/>
                  </a:moveTo>
                  <a:cubicBezTo>
                    <a:pt x="10" y="6"/>
                    <a:pt x="33" y="0"/>
                    <a:pt x="38" y="16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Freeform 1674">
              <a:extLst>
                <a:ext uri="{FF2B5EF4-FFF2-40B4-BE49-F238E27FC236}">
                  <a16:creationId xmlns:a16="http://schemas.microsoft.com/office/drawing/2014/main" id="{7D0FBDA3-D874-4A99-9C56-245B0C87A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763"/>
              <a:ext cx="58" cy="18"/>
            </a:xfrm>
            <a:custGeom>
              <a:avLst/>
              <a:gdLst>
                <a:gd name="T0" fmla="*/ 0 w 31"/>
                <a:gd name="T1" fmla="*/ 72 h 9"/>
                <a:gd name="T2" fmla="*/ 204 w 31"/>
                <a:gd name="T3" fmla="*/ 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">
                  <a:moveTo>
                    <a:pt x="0" y="9"/>
                  </a:moveTo>
                  <a:cubicBezTo>
                    <a:pt x="10" y="2"/>
                    <a:pt x="20" y="0"/>
                    <a:pt x="31" y="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Freeform 1675">
              <a:extLst>
                <a:ext uri="{FF2B5EF4-FFF2-40B4-BE49-F238E27FC236}">
                  <a16:creationId xmlns:a16="http://schemas.microsoft.com/office/drawing/2014/main" id="{9CD35DDB-06E4-4A1B-9766-23C48074D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809"/>
              <a:ext cx="22" cy="38"/>
            </a:xfrm>
            <a:custGeom>
              <a:avLst/>
              <a:gdLst>
                <a:gd name="T0" fmla="*/ 20 w 12"/>
                <a:gd name="T1" fmla="*/ 0 h 19"/>
                <a:gd name="T2" fmla="*/ 73 w 12"/>
                <a:gd name="T3" fmla="*/ 1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3" y="0"/>
                  </a:moveTo>
                  <a:cubicBezTo>
                    <a:pt x="0" y="9"/>
                    <a:pt x="3" y="16"/>
                    <a:pt x="12" y="1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7" name="Freeform 1676">
              <a:extLst>
                <a:ext uri="{FF2B5EF4-FFF2-40B4-BE49-F238E27FC236}">
                  <a16:creationId xmlns:a16="http://schemas.microsoft.com/office/drawing/2014/main" id="{FED04146-BECF-4450-906F-9DF37D2E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837"/>
              <a:ext cx="26" cy="43"/>
            </a:xfrm>
            <a:custGeom>
              <a:avLst/>
              <a:gdLst>
                <a:gd name="T0" fmla="*/ 89 w 14"/>
                <a:gd name="T1" fmla="*/ 0 h 21"/>
                <a:gd name="T2" fmla="*/ 20 w 14"/>
                <a:gd name="T3" fmla="*/ 18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14" y="0"/>
                  </a:moveTo>
                  <a:cubicBezTo>
                    <a:pt x="7" y="5"/>
                    <a:pt x="0" y="13"/>
                    <a:pt x="3" y="2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1677">
              <a:extLst>
                <a:ext uri="{FF2B5EF4-FFF2-40B4-BE49-F238E27FC236}">
                  <a16:creationId xmlns:a16="http://schemas.microsoft.com/office/drawing/2014/main" id="{5BBB66D9-F8B4-43BD-98FC-DB5A0CE92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849"/>
              <a:ext cx="29" cy="28"/>
            </a:xfrm>
            <a:custGeom>
              <a:avLst/>
              <a:gdLst>
                <a:gd name="T0" fmla="*/ 0 w 15"/>
                <a:gd name="T1" fmla="*/ 72 h 14"/>
                <a:gd name="T2" fmla="*/ 101 w 15"/>
                <a:gd name="T3" fmla="*/ 64 h 14"/>
                <a:gd name="T4" fmla="*/ 0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13" y="14"/>
                    <a:pt x="14" y="8"/>
                  </a:cubicBezTo>
                  <a:cubicBezTo>
                    <a:pt x="15" y="2"/>
                    <a:pt x="5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1678">
              <a:extLst>
                <a:ext uri="{FF2B5EF4-FFF2-40B4-BE49-F238E27FC236}">
                  <a16:creationId xmlns:a16="http://schemas.microsoft.com/office/drawing/2014/main" id="{9F1FC434-F6B8-4C4F-B8E8-56E67F940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815"/>
              <a:ext cx="17" cy="10"/>
            </a:xfrm>
            <a:custGeom>
              <a:avLst/>
              <a:gdLst>
                <a:gd name="T0" fmla="*/ 0 w 9"/>
                <a:gd name="T1" fmla="*/ 40 h 5"/>
                <a:gd name="T2" fmla="*/ 6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2"/>
                    <a:pt x="5" y="1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Freeform 1679">
              <a:extLst>
                <a:ext uri="{FF2B5EF4-FFF2-40B4-BE49-F238E27FC236}">
                  <a16:creationId xmlns:a16="http://schemas.microsoft.com/office/drawing/2014/main" id="{2250D4F7-CD8D-499F-9B80-A2E2D5380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749"/>
              <a:ext cx="21" cy="24"/>
            </a:xfrm>
            <a:custGeom>
              <a:avLst/>
              <a:gdLst>
                <a:gd name="T0" fmla="*/ 0 w 11"/>
                <a:gd name="T1" fmla="*/ 32 h 12"/>
                <a:gd name="T2" fmla="*/ 40 w 11"/>
                <a:gd name="T3" fmla="*/ 8 h 12"/>
                <a:gd name="T4" fmla="*/ 55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4"/>
                  </a:moveTo>
                  <a:cubicBezTo>
                    <a:pt x="2" y="12"/>
                    <a:pt x="11" y="10"/>
                    <a:pt x="6" y="1"/>
                  </a:cubicBezTo>
                  <a:cubicBezTo>
                    <a:pt x="7" y="0"/>
                    <a:pt x="7" y="0"/>
                    <a:pt x="8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1" name="Freeform 1680">
              <a:extLst>
                <a:ext uri="{FF2B5EF4-FFF2-40B4-BE49-F238E27FC236}">
                  <a16:creationId xmlns:a16="http://schemas.microsoft.com/office/drawing/2014/main" id="{3954BA47-268E-45CF-B8FC-085CA25ED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759"/>
              <a:ext cx="2" cy="28"/>
            </a:xfrm>
            <a:custGeom>
              <a:avLst/>
              <a:gdLst>
                <a:gd name="T0" fmla="*/ 0 w 1"/>
                <a:gd name="T1" fmla="*/ 0 h 14"/>
                <a:gd name="T2" fmla="*/ 8 w 1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0" y="9"/>
                    <a:pt x="1" y="14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2" name="Freeform 1681">
              <a:extLst>
                <a:ext uri="{FF2B5EF4-FFF2-40B4-BE49-F238E27FC236}">
                  <a16:creationId xmlns:a16="http://schemas.microsoft.com/office/drawing/2014/main" id="{3D96C5E8-64C9-41A8-95D2-9B61242FA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789"/>
              <a:ext cx="36" cy="28"/>
            </a:xfrm>
            <a:custGeom>
              <a:avLst/>
              <a:gdLst>
                <a:gd name="T0" fmla="*/ 47 w 19"/>
                <a:gd name="T1" fmla="*/ 96 h 14"/>
                <a:gd name="T2" fmla="*/ 129 w 19"/>
                <a:gd name="T3" fmla="*/ 56 h 14"/>
                <a:gd name="T4" fmla="*/ 0 w 19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7" y="12"/>
                  </a:moveTo>
                  <a:cubicBezTo>
                    <a:pt x="12" y="14"/>
                    <a:pt x="17" y="12"/>
                    <a:pt x="19" y="7"/>
                  </a:cubicBezTo>
                  <a:cubicBezTo>
                    <a:pt x="16" y="0"/>
                    <a:pt x="1" y="7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3" name="Freeform 1682">
              <a:extLst>
                <a:ext uri="{FF2B5EF4-FFF2-40B4-BE49-F238E27FC236}">
                  <a16:creationId xmlns:a16="http://schemas.microsoft.com/office/drawing/2014/main" id="{F08A131C-E411-458A-8669-B0A33B622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727"/>
              <a:ext cx="36" cy="26"/>
            </a:xfrm>
            <a:custGeom>
              <a:avLst/>
              <a:gdLst>
                <a:gd name="T0" fmla="*/ 129 w 19"/>
                <a:gd name="T1" fmla="*/ 8 h 13"/>
                <a:gd name="T2" fmla="*/ 40 w 19"/>
                <a:gd name="T3" fmla="*/ 32 h 13"/>
                <a:gd name="T4" fmla="*/ 129 w 19"/>
                <a:gd name="T5" fmla="*/ 5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19" y="1"/>
                  </a:moveTo>
                  <a:cubicBezTo>
                    <a:pt x="15" y="0"/>
                    <a:pt x="8" y="1"/>
                    <a:pt x="6" y="4"/>
                  </a:cubicBezTo>
                  <a:cubicBezTo>
                    <a:pt x="0" y="13"/>
                    <a:pt x="15" y="9"/>
                    <a:pt x="19" y="7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4" name="Freeform 1683">
              <a:extLst>
                <a:ext uri="{FF2B5EF4-FFF2-40B4-BE49-F238E27FC236}">
                  <a16:creationId xmlns:a16="http://schemas.microsoft.com/office/drawing/2014/main" id="{53908F31-9244-46D1-B385-F65575E54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773"/>
              <a:ext cx="17" cy="20"/>
            </a:xfrm>
            <a:custGeom>
              <a:avLst/>
              <a:gdLst>
                <a:gd name="T0" fmla="*/ 0 w 9"/>
                <a:gd name="T1" fmla="*/ 0 h 10"/>
                <a:gd name="T2" fmla="*/ 60 w 9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3" y="4"/>
                    <a:pt x="5" y="8"/>
                    <a:pt x="9" y="1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5" name="Freeform 1684">
              <a:extLst>
                <a:ext uri="{FF2B5EF4-FFF2-40B4-BE49-F238E27FC236}">
                  <a16:creationId xmlns:a16="http://schemas.microsoft.com/office/drawing/2014/main" id="{B0EA8AF5-7621-427F-A92C-AF45D01EA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699"/>
              <a:ext cx="25" cy="28"/>
            </a:xfrm>
            <a:custGeom>
              <a:avLst/>
              <a:gdLst>
                <a:gd name="T0" fmla="*/ 56 w 13"/>
                <a:gd name="T1" fmla="*/ 0 h 14"/>
                <a:gd name="T2" fmla="*/ 71 w 13"/>
                <a:gd name="T3" fmla="*/ 88 h 14"/>
                <a:gd name="T4" fmla="*/ 0 w 13"/>
                <a:gd name="T5" fmla="*/ 6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8" y="0"/>
                  </a:moveTo>
                  <a:cubicBezTo>
                    <a:pt x="9" y="3"/>
                    <a:pt x="13" y="8"/>
                    <a:pt x="10" y="11"/>
                  </a:cubicBezTo>
                  <a:cubicBezTo>
                    <a:pt x="8" y="14"/>
                    <a:pt x="0" y="9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6" name="Freeform 1685">
              <a:extLst>
                <a:ext uri="{FF2B5EF4-FFF2-40B4-BE49-F238E27FC236}">
                  <a16:creationId xmlns:a16="http://schemas.microsoft.com/office/drawing/2014/main" id="{A7E32C43-04D1-45D3-B3F4-4827D2BBF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687"/>
              <a:ext cx="5" cy="20"/>
            </a:xfrm>
            <a:custGeom>
              <a:avLst/>
              <a:gdLst>
                <a:gd name="T0" fmla="*/ 13 w 3"/>
                <a:gd name="T1" fmla="*/ 0 h 10"/>
                <a:gd name="T2" fmla="*/ 0 w 3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1" y="3"/>
                    <a:pt x="1" y="7"/>
                    <a:pt x="0" y="1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7" name="Freeform 1686">
              <a:extLst>
                <a:ext uri="{FF2B5EF4-FFF2-40B4-BE49-F238E27FC236}">
                  <a16:creationId xmlns:a16="http://schemas.microsoft.com/office/drawing/2014/main" id="{669CA0C6-5275-413F-A197-04EA9B556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713"/>
              <a:ext cx="26" cy="20"/>
            </a:xfrm>
            <a:custGeom>
              <a:avLst/>
              <a:gdLst>
                <a:gd name="T0" fmla="*/ 20 w 14"/>
                <a:gd name="T1" fmla="*/ 80 h 10"/>
                <a:gd name="T2" fmla="*/ 76 w 14"/>
                <a:gd name="T3" fmla="*/ 8 h 10"/>
                <a:gd name="T4" fmla="*/ 0 w 14"/>
                <a:gd name="T5" fmla="*/ 6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3" y="10"/>
                  </a:moveTo>
                  <a:cubicBezTo>
                    <a:pt x="7" y="9"/>
                    <a:pt x="14" y="6"/>
                    <a:pt x="12" y="1"/>
                  </a:cubicBezTo>
                  <a:cubicBezTo>
                    <a:pt x="7" y="0"/>
                    <a:pt x="3" y="4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Freeform 1687">
              <a:extLst>
                <a:ext uri="{FF2B5EF4-FFF2-40B4-BE49-F238E27FC236}">
                  <a16:creationId xmlns:a16="http://schemas.microsoft.com/office/drawing/2014/main" id="{6AD97126-28BB-406A-B9DD-D476DB4B6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855"/>
              <a:ext cx="4" cy="25"/>
            </a:xfrm>
            <a:custGeom>
              <a:avLst/>
              <a:gdLst>
                <a:gd name="T0" fmla="*/ 16 w 2"/>
                <a:gd name="T1" fmla="*/ 0 h 12"/>
                <a:gd name="T2" fmla="*/ 0 w 2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3"/>
                    <a:pt x="0" y="8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9" name="Freeform 1688">
              <a:extLst>
                <a:ext uri="{FF2B5EF4-FFF2-40B4-BE49-F238E27FC236}">
                  <a16:creationId xmlns:a16="http://schemas.microsoft.com/office/drawing/2014/main" id="{FBC8391E-7BA9-47F2-A0DD-C0D5E6CC1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813"/>
              <a:ext cx="3" cy="18"/>
            </a:xfrm>
            <a:custGeom>
              <a:avLst/>
              <a:gdLst>
                <a:gd name="T0" fmla="*/ 8 w 2"/>
                <a:gd name="T1" fmla="*/ 72 h 9"/>
                <a:gd name="T2" fmla="*/ 0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9"/>
                  </a:move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0" name="Freeform 1689">
              <a:extLst>
                <a:ext uri="{FF2B5EF4-FFF2-40B4-BE49-F238E27FC236}">
                  <a16:creationId xmlns:a16="http://schemas.microsoft.com/office/drawing/2014/main" id="{144A3F2C-AB10-4207-8AB6-A60CDBEE9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715"/>
              <a:ext cx="25" cy="44"/>
            </a:xfrm>
            <a:custGeom>
              <a:avLst/>
              <a:gdLst>
                <a:gd name="T0" fmla="*/ 0 w 13"/>
                <a:gd name="T1" fmla="*/ 32 h 22"/>
                <a:gd name="T2" fmla="*/ 48 w 13"/>
                <a:gd name="T3" fmla="*/ 1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4"/>
                  </a:moveTo>
                  <a:cubicBezTo>
                    <a:pt x="4" y="22"/>
                    <a:pt x="13" y="0"/>
                    <a:pt x="7" y="2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1" name="Freeform 1690">
              <a:extLst>
                <a:ext uri="{FF2B5EF4-FFF2-40B4-BE49-F238E27FC236}">
                  <a16:creationId xmlns:a16="http://schemas.microsoft.com/office/drawing/2014/main" id="{96D06A9F-249C-439A-8365-3F3A9B23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739"/>
              <a:ext cx="4" cy="16"/>
            </a:xfrm>
            <a:custGeom>
              <a:avLst/>
              <a:gdLst>
                <a:gd name="T0" fmla="*/ 16 w 2"/>
                <a:gd name="T1" fmla="*/ 0 h 8"/>
                <a:gd name="T2" fmla="*/ 0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2"/>
                    <a:pt x="0" y="5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2" name="Freeform 1691">
              <a:extLst>
                <a:ext uri="{FF2B5EF4-FFF2-40B4-BE49-F238E27FC236}">
                  <a16:creationId xmlns:a16="http://schemas.microsoft.com/office/drawing/2014/main" id="{E5A2BFD4-D455-4973-85A9-D497BC14E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787"/>
              <a:ext cx="13" cy="10"/>
            </a:xfrm>
            <a:custGeom>
              <a:avLst/>
              <a:gdLst>
                <a:gd name="T0" fmla="*/ 0 w 7"/>
                <a:gd name="T1" fmla="*/ 40 h 5"/>
                <a:gd name="T2" fmla="*/ 4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3" name="Freeform 1692">
              <a:extLst>
                <a:ext uri="{FF2B5EF4-FFF2-40B4-BE49-F238E27FC236}">
                  <a16:creationId xmlns:a16="http://schemas.microsoft.com/office/drawing/2014/main" id="{2A7B4791-A51C-4185-BFAF-D737C682A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863"/>
              <a:ext cx="19" cy="25"/>
            </a:xfrm>
            <a:custGeom>
              <a:avLst/>
              <a:gdLst>
                <a:gd name="T0" fmla="*/ 68 w 10"/>
                <a:gd name="T1" fmla="*/ 92 h 12"/>
                <a:gd name="T2" fmla="*/ 21 w 10"/>
                <a:gd name="T3" fmla="*/ 0 h 12"/>
                <a:gd name="T4" fmla="*/ 29 w 10"/>
                <a:gd name="T5" fmla="*/ 10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0" y="10"/>
                  </a:moveTo>
                  <a:cubicBezTo>
                    <a:pt x="9" y="7"/>
                    <a:pt x="7" y="2"/>
                    <a:pt x="3" y="0"/>
                  </a:cubicBezTo>
                  <a:cubicBezTo>
                    <a:pt x="0" y="4"/>
                    <a:pt x="1" y="9"/>
                    <a:pt x="4" y="12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4" name="Freeform 1693">
              <a:extLst>
                <a:ext uri="{FF2B5EF4-FFF2-40B4-BE49-F238E27FC236}">
                  <a16:creationId xmlns:a16="http://schemas.microsoft.com/office/drawing/2014/main" id="{508F83DD-EE8F-4252-9687-46883A059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867"/>
              <a:ext cx="15" cy="13"/>
            </a:xfrm>
            <a:custGeom>
              <a:avLst/>
              <a:gdLst>
                <a:gd name="T0" fmla="*/ 53 w 8"/>
                <a:gd name="T1" fmla="*/ 61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4" y="5"/>
                    <a:pt x="1" y="3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5" name="Freeform 1694">
              <a:extLst>
                <a:ext uri="{FF2B5EF4-FFF2-40B4-BE49-F238E27FC236}">
                  <a16:creationId xmlns:a16="http://schemas.microsoft.com/office/drawing/2014/main" id="{49D4DA58-9AFF-4025-98F7-D33119E0E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773"/>
              <a:ext cx="9" cy="14"/>
            </a:xfrm>
            <a:custGeom>
              <a:avLst/>
              <a:gdLst>
                <a:gd name="T0" fmla="*/ 0 w 5"/>
                <a:gd name="T1" fmla="*/ 0 h 7"/>
                <a:gd name="T2" fmla="*/ 29 w 5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3" y="5"/>
                    <a:pt x="5" y="7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Freeform 1695">
              <a:extLst>
                <a:ext uri="{FF2B5EF4-FFF2-40B4-BE49-F238E27FC236}">
                  <a16:creationId xmlns:a16="http://schemas.microsoft.com/office/drawing/2014/main" id="{140BE62C-E7E9-48E4-8763-A273034AB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729"/>
              <a:ext cx="2394" cy="38"/>
            </a:xfrm>
            <a:custGeom>
              <a:avLst/>
              <a:gdLst>
                <a:gd name="T0" fmla="*/ 2394 w 2394"/>
                <a:gd name="T1" fmla="*/ 0 h 38"/>
                <a:gd name="T2" fmla="*/ 4 w 2394"/>
                <a:gd name="T3" fmla="*/ 0 h 38"/>
                <a:gd name="T4" fmla="*/ 0 w 2394"/>
                <a:gd name="T5" fmla="*/ 36 h 38"/>
                <a:gd name="T6" fmla="*/ 2390 w 2394"/>
                <a:gd name="T7" fmla="*/ 38 h 38"/>
                <a:gd name="T8" fmla="*/ 2394 w 2394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4" h="38">
                  <a:moveTo>
                    <a:pt x="2394" y="0"/>
                  </a:moveTo>
                  <a:lnTo>
                    <a:pt x="4" y="0"/>
                  </a:lnTo>
                  <a:lnTo>
                    <a:pt x="0" y="36"/>
                  </a:lnTo>
                  <a:lnTo>
                    <a:pt x="2390" y="38"/>
                  </a:lnTo>
                  <a:lnTo>
                    <a:pt x="2394" y="0"/>
                  </a:lnTo>
                  <a:close/>
                </a:path>
              </a:pathLst>
            </a:custGeom>
            <a:noFill/>
            <a:ln w="9525" cap="flat">
              <a:solidFill>
                <a:srgbClr val="5016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7" name="Freeform 1696">
              <a:extLst>
                <a:ext uri="{FF2B5EF4-FFF2-40B4-BE49-F238E27FC236}">
                  <a16:creationId xmlns:a16="http://schemas.microsoft.com/office/drawing/2014/main" id="{E077AF3D-7F5E-4A95-808E-A515718DF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727"/>
              <a:ext cx="273" cy="1036"/>
            </a:xfrm>
            <a:custGeom>
              <a:avLst/>
              <a:gdLst>
                <a:gd name="T0" fmla="*/ 968 w 145"/>
                <a:gd name="T1" fmla="*/ 4040 h 516"/>
                <a:gd name="T2" fmla="*/ 120 w 145"/>
                <a:gd name="T3" fmla="*/ 2088 h 516"/>
                <a:gd name="T4" fmla="*/ 409 w 145"/>
                <a:gd name="T5" fmla="*/ 681 h 516"/>
                <a:gd name="T6" fmla="*/ 968 w 145"/>
                <a:gd name="T7" fmla="*/ 137 h 516"/>
                <a:gd name="T8" fmla="*/ 953 w 145"/>
                <a:gd name="T9" fmla="*/ 0 h 516"/>
                <a:gd name="T10" fmla="*/ 0 w 145"/>
                <a:gd name="T11" fmla="*/ 2088 h 516"/>
                <a:gd name="T12" fmla="*/ 953 w 145"/>
                <a:gd name="T13" fmla="*/ 4176 h 516"/>
                <a:gd name="T14" fmla="*/ 968 w 145"/>
                <a:gd name="T15" fmla="*/ 4040 h 5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16">
                  <a:moveTo>
                    <a:pt x="145" y="499"/>
                  </a:moveTo>
                  <a:cubicBezTo>
                    <a:pt x="74" y="487"/>
                    <a:pt x="18" y="384"/>
                    <a:pt x="18" y="258"/>
                  </a:cubicBezTo>
                  <a:cubicBezTo>
                    <a:pt x="18" y="191"/>
                    <a:pt x="33" y="129"/>
                    <a:pt x="61" y="84"/>
                  </a:cubicBezTo>
                  <a:cubicBezTo>
                    <a:pt x="87" y="41"/>
                    <a:pt x="123" y="21"/>
                    <a:pt x="145" y="17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62" y="14"/>
                    <a:pt x="0" y="123"/>
                    <a:pt x="0" y="258"/>
                  </a:cubicBezTo>
                  <a:cubicBezTo>
                    <a:pt x="0" y="393"/>
                    <a:pt x="62" y="503"/>
                    <a:pt x="143" y="516"/>
                  </a:cubicBezTo>
                  <a:lnTo>
                    <a:pt x="145" y="499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8" name="Freeform 1697">
              <a:extLst>
                <a:ext uri="{FF2B5EF4-FFF2-40B4-BE49-F238E27FC236}">
                  <a16:creationId xmlns:a16="http://schemas.microsoft.com/office/drawing/2014/main" id="{0F0DB4FC-DE63-47D8-BDB2-4B2F86004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606"/>
              <a:ext cx="2394" cy="23"/>
            </a:xfrm>
            <a:custGeom>
              <a:avLst/>
              <a:gdLst>
                <a:gd name="T0" fmla="*/ 2394 w 2394"/>
                <a:gd name="T1" fmla="*/ 0 h 23"/>
                <a:gd name="T2" fmla="*/ 4 w 2394"/>
                <a:gd name="T3" fmla="*/ 0 h 23"/>
                <a:gd name="T4" fmla="*/ 0 w 2394"/>
                <a:gd name="T5" fmla="*/ 23 h 23"/>
                <a:gd name="T6" fmla="*/ 2391 w 2394"/>
                <a:gd name="T7" fmla="*/ 23 h 23"/>
                <a:gd name="T8" fmla="*/ 2394 w 239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4" h="23">
                  <a:moveTo>
                    <a:pt x="2394" y="0"/>
                  </a:moveTo>
                  <a:lnTo>
                    <a:pt x="4" y="0"/>
                  </a:lnTo>
                  <a:lnTo>
                    <a:pt x="0" y="23"/>
                  </a:lnTo>
                  <a:lnTo>
                    <a:pt x="2391" y="23"/>
                  </a:lnTo>
                  <a:lnTo>
                    <a:pt x="2394" y="0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9" name="Freeform 1698">
              <a:extLst>
                <a:ext uri="{FF2B5EF4-FFF2-40B4-BE49-F238E27FC236}">
                  <a16:creationId xmlns:a16="http://schemas.microsoft.com/office/drawing/2014/main" id="{AA06DAF5-9043-4432-8A78-29B3BB823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629"/>
              <a:ext cx="2402" cy="100"/>
            </a:xfrm>
            <a:custGeom>
              <a:avLst/>
              <a:gdLst>
                <a:gd name="T0" fmla="*/ 2402 w 2402"/>
                <a:gd name="T1" fmla="*/ 0 h 100"/>
                <a:gd name="T2" fmla="*/ 11 w 2402"/>
                <a:gd name="T3" fmla="*/ 0 h 100"/>
                <a:gd name="T4" fmla="*/ 0 w 2402"/>
                <a:gd name="T5" fmla="*/ 100 h 100"/>
                <a:gd name="T6" fmla="*/ 2390 w 2402"/>
                <a:gd name="T7" fmla="*/ 100 h 100"/>
                <a:gd name="T8" fmla="*/ 2402 w 2402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2" h="100">
                  <a:moveTo>
                    <a:pt x="2402" y="0"/>
                  </a:moveTo>
                  <a:lnTo>
                    <a:pt x="11" y="0"/>
                  </a:lnTo>
                  <a:lnTo>
                    <a:pt x="0" y="100"/>
                  </a:lnTo>
                  <a:lnTo>
                    <a:pt x="2390" y="100"/>
                  </a:lnTo>
                  <a:lnTo>
                    <a:pt x="2402" y="0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0" name="Freeform 1699">
              <a:extLst>
                <a:ext uri="{FF2B5EF4-FFF2-40B4-BE49-F238E27FC236}">
                  <a16:creationId xmlns:a16="http://schemas.microsoft.com/office/drawing/2014/main" id="{B599D412-EBD7-4990-96AA-8A83C16D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580"/>
              <a:ext cx="2392" cy="26"/>
            </a:xfrm>
            <a:custGeom>
              <a:avLst/>
              <a:gdLst>
                <a:gd name="T0" fmla="*/ 2392 w 2392"/>
                <a:gd name="T1" fmla="*/ 0 h 26"/>
                <a:gd name="T2" fmla="*/ 796 w 2392"/>
                <a:gd name="T3" fmla="*/ 0 h 26"/>
                <a:gd name="T4" fmla="*/ 2 w 2392"/>
                <a:gd name="T5" fmla="*/ 6 h 26"/>
                <a:gd name="T6" fmla="*/ 0 w 2392"/>
                <a:gd name="T7" fmla="*/ 26 h 26"/>
                <a:gd name="T8" fmla="*/ 2390 w 2392"/>
                <a:gd name="T9" fmla="*/ 26 h 26"/>
                <a:gd name="T10" fmla="*/ 2392 w 239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2" h="26">
                  <a:moveTo>
                    <a:pt x="2392" y="0"/>
                  </a:moveTo>
                  <a:lnTo>
                    <a:pt x="796" y="0"/>
                  </a:lnTo>
                  <a:lnTo>
                    <a:pt x="2" y="6"/>
                  </a:lnTo>
                  <a:lnTo>
                    <a:pt x="0" y="26"/>
                  </a:lnTo>
                  <a:lnTo>
                    <a:pt x="2390" y="26"/>
                  </a:lnTo>
                  <a:lnTo>
                    <a:pt x="2392" y="0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1" name="Freeform 1700">
              <a:extLst>
                <a:ext uri="{FF2B5EF4-FFF2-40B4-BE49-F238E27FC236}">
                  <a16:creationId xmlns:a16="http://schemas.microsoft.com/office/drawing/2014/main" id="{464D8487-2724-4266-97D9-7C6A8EAD1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490"/>
              <a:ext cx="15" cy="14"/>
            </a:xfrm>
            <a:custGeom>
              <a:avLst/>
              <a:gdLst>
                <a:gd name="T0" fmla="*/ 0 w 8"/>
                <a:gd name="T1" fmla="*/ 24 h 7"/>
                <a:gd name="T2" fmla="*/ 53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2" y="7"/>
                    <a:pt x="6" y="3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2" name="Freeform 1701">
              <a:extLst>
                <a:ext uri="{FF2B5EF4-FFF2-40B4-BE49-F238E27FC236}">
                  <a16:creationId xmlns:a16="http://schemas.microsoft.com/office/drawing/2014/main" id="{F26C41A2-7084-4684-9F9C-7CCE587EA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494"/>
              <a:ext cx="13" cy="12"/>
            </a:xfrm>
            <a:custGeom>
              <a:avLst/>
              <a:gdLst>
                <a:gd name="T0" fmla="*/ 0 w 7"/>
                <a:gd name="T1" fmla="*/ 48 h 6"/>
                <a:gd name="T2" fmla="*/ 45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2"/>
                    <a:pt x="3" y="0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3" name="Freeform 1702">
              <a:extLst>
                <a:ext uri="{FF2B5EF4-FFF2-40B4-BE49-F238E27FC236}">
                  <a16:creationId xmlns:a16="http://schemas.microsoft.com/office/drawing/2014/main" id="{F10BCC6C-C8F3-4D8D-A6B8-ACC3FE77F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727"/>
              <a:ext cx="273" cy="1036"/>
            </a:xfrm>
            <a:custGeom>
              <a:avLst/>
              <a:gdLst>
                <a:gd name="T0" fmla="*/ 968 w 145"/>
                <a:gd name="T1" fmla="*/ 4040 h 516"/>
                <a:gd name="T2" fmla="*/ 120 w 145"/>
                <a:gd name="T3" fmla="*/ 2088 h 516"/>
                <a:gd name="T4" fmla="*/ 409 w 145"/>
                <a:gd name="T5" fmla="*/ 681 h 516"/>
                <a:gd name="T6" fmla="*/ 968 w 145"/>
                <a:gd name="T7" fmla="*/ 137 h 516"/>
                <a:gd name="T8" fmla="*/ 953 w 145"/>
                <a:gd name="T9" fmla="*/ 0 h 516"/>
                <a:gd name="T10" fmla="*/ 0 w 145"/>
                <a:gd name="T11" fmla="*/ 2088 h 516"/>
                <a:gd name="T12" fmla="*/ 953 w 145"/>
                <a:gd name="T13" fmla="*/ 4176 h 516"/>
                <a:gd name="T14" fmla="*/ 968 w 145"/>
                <a:gd name="T15" fmla="*/ 4040 h 5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16">
                  <a:moveTo>
                    <a:pt x="145" y="499"/>
                  </a:moveTo>
                  <a:cubicBezTo>
                    <a:pt x="74" y="487"/>
                    <a:pt x="18" y="384"/>
                    <a:pt x="18" y="258"/>
                  </a:cubicBezTo>
                  <a:cubicBezTo>
                    <a:pt x="18" y="191"/>
                    <a:pt x="33" y="129"/>
                    <a:pt x="61" y="84"/>
                  </a:cubicBezTo>
                  <a:cubicBezTo>
                    <a:pt x="87" y="41"/>
                    <a:pt x="123" y="21"/>
                    <a:pt x="145" y="17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62" y="14"/>
                    <a:pt x="0" y="123"/>
                    <a:pt x="0" y="258"/>
                  </a:cubicBezTo>
                  <a:cubicBezTo>
                    <a:pt x="0" y="393"/>
                    <a:pt x="62" y="503"/>
                    <a:pt x="143" y="516"/>
                  </a:cubicBezTo>
                  <a:lnTo>
                    <a:pt x="145" y="499"/>
                  </a:lnTo>
                  <a:close/>
                </a:path>
              </a:pathLst>
            </a:custGeom>
            <a:noFill/>
            <a:ln w="9525" cap="flat">
              <a:solidFill>
                <a:srgbClr val="5016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Freeform 1703">
              <a:extLst>
                <a:ext uri="{FF2B5EF4-FFF2-40B4-BE49-F238E27FC236}">
                  <a16:creationId xmlns:a16="http://schemas.microsoft.com/office/drawing/2014/main" id="{1229BC72-2025-4373-9CE8-CD61854FA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761"/>
              <a:ext cx="250" cy="968"/>
            </a:xfrm>
            <a:custGeom>
              <a:avLst/>
              <a:gdLst>
                <a:gd name="T0" fmla="*/ 883 w 133"/>
                <a:gd name="T1" fmla="*/ 3500 h 482"/>
                <a:gd name="T2" fmla="*/ 286 w 133"/>
                <a:gd name="T3" fmla="*/ 1952 h 482"/>
                <a:gd name="T4" fmla="*/ 883 w 133"/>
                <a:gd name="T5" fmla="*/ 412 h 482"/>
                <a:gd name="T6" fmla="*/ 883 w 133"/>
                <a:gd name="T7" fmla="*/ 412 h 482"/>
                <a:gd name="T8" fmla="*/ 844 w 133"/>
                <a:gd name="T9" fmla="*/ 0 h 482"/>
                <a:gd name="T10" fmla="*/ 286 w 133"/>
                <a:gd name="T11" fmla="*/ 544 h 482"/>
                <a:gd name="T12" fmla="*/ 0 w 133"/>
                <a:gd name="T13" fmla="*/ 1952 h 482"/>
                <a:gd name="T14" fmla="*/ 844 w 133"/>
                <a:gd name="T15" fmla="*/ 3904 h 482"/>
                <a:gd name="T16" fmla="*/ 883 w 133"/>
                <a:gd name="T17" fmla="*/ 3500 h 482"/>
                <a:gd name="T18" fmla="*/ 883 w 133"/>
                <a:gd name="T19" fmla="*/ 3500 h 4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482">
                  <a:moveTo>
                    <a:pt x="133" y="432"/>
                  </a:moveTo>
                  <a:cubicBezTo>
                    <a:pt x="88" y="423"/>
                    <a:pt x="43" y="350"/>
                    <a:pt x="43" y="241"/>
                  </a:cubicBezTo>
                  <a:cubicBezTo>
                    <a:pt x="43" y="129"/>
                    <a:pt x="89" y="56"/>
                    <a:pt x="133" y="51"/>
                  </a:cubicBezTo>
                  <a:cubicBezTo>
                    <a:pt x="133" y="51"/>
                    <a:pt x="133" y="51"/>
                    <a:pt x="133" y="5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05" y="4"/>
                    <a:pt x="69" y="24"/>
                    <a:pt x="43" y="67"/>
                  </a:cubicBezTo>
                  <a:cubicBezTo>
                    <a:pt x="15" y="112"/>
                    <a:pt x="0" y="174"/>
                    <a:pt x="0" y="241"/>
                  </a:cubicBezTo>
                  <a:cubicBezTo>
                    <a:pt x="0" y="367"/>
                    <a:pt x="56" y="470"/>
                    <a:pt x="127" y="482"/>
                  </a:cubicBezTo>
                  <a:cubicBezTo>
                    <a:pt x="133" y="432"/>
                    <a:pt x="133" y="432"/>
                    <a:pt x="133" y="432"/>
                  </a:cubicBezTo>
                  <a:cubicBezTo>
                    <a:pt x="133" y="432"/>
                    <a:pt x="133" y="432"/>
                    <a:pt x="133" y="432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5" name="Freeform 1704">
              <a:extLst>
                <a:ext uri="{FF2B5EF4-FFF2-40B4-BE49-F238E27FC236}">
                  <a16:creationId xmlns:a16="http://schemas.microsoft.com/office/drawing/2014/main" id="{AA3AB0EF-508D-4A47-8871-613D1841C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534"/>
              <a:ext cx="2403" cy="343"/>
            </a:xfrm>
            <a:custGeom>
              <a:avLst/>
              <a:gdLst>
                <a:gd name="T0" fmla="*/ 1453 w 1277"/>
                <a:gd name="T1" fmla="*/ 1316 h 171"/>
                <a:gd name="T2" fmla="*/ 1481 w 1277"/>
                <a:gd name="T3" fmla="*/ 1316 h 171"/>
                <a:gd name="T4" fmla="*/ 1566 w 1277"/>
                <a:gd name="T5" fmla="*/ 1308 h 171"/>
                <a:gd name="T6" fmla="*/ 1579 w 1277"/>
                <a:gd name="T7" fmla="*/ 1308 h 171"/>
                <a:gd name="T8" fmla="*/ 1752 w 1277"/>
                <a:gd name="T9" fmla="*/ 1276 h 171"/>
                <a:gd name="T10" fmla="*/ 2501 w 1277"/>
                <a:gd name="T11" fmla="*/ 873 h 171"/>
                <a:gd name="T12" fmla="*/ 3378 w 1277"/>
                <a:gd name="T13" fmla="*/ 760 h 171"/>
                <a:gd name="T14" fmla="*/ 4087 w 1277"/>
                <a:gd name="T15" fmla="*/ 491 h 171"/>
                <a:gd name="T16" fmla="*/ 4422 w 1277"/>
                <a:gd name="T17" fmla="*/ 572 h 171"/>
                <a:gd name="T18" fmla="*/ 4859 w 1277"/>
                <a:gd name="T19" fmla="*/ 524 h 171"/>
                <a:gd name="T20" fmla="*/ 5404 w 1277"/>
                <a:gd name="T21" fmla="*/ 720 h 171"/>
                <a:gd name="T22" fmla="*/ 5948 w 1277"/>
                <a:gd name="T23" fmla="*/ 937 h 171"/>
                <a:gd name="T24" fmla="*/ 6724 w 1277"/>
                <a:gd name="T25" fmla="*/ 1332 h 171"/>
                <a:gd name="T26" fmla="*/ 6731 w 1277"/>
                <a:gd name="T27" fmla="*/ 1332 h 171"/>
                <a:gd name="T28" fmla="*/ 6771 w 1277"/>
                <a:gd name="T29" fmla="*/ 1340 h 171"/>
                <a:gd name="T30" fmla="*/ 6778 w 1277"/>
                <a:gd name="T31" fmla="*/ 1348 h 171"/>
                <a:gd name="T32" fmla="*/ 6823 w 1277"/>
                <a:gd name="T33" fmla="*/ 1356 h 171"/>
                <a:gd name="T34" fmla="*/ 6823 w 1277"/>
                <a:gd name="T35" fmla="*/ 1356 h 171"/>
                <a:gd name="T36" fmla="*/ 6863 w 1277"/>
                <a:gd name="T37" fmla="*/ 1356 h 171"/>
                <a:gd name="T38" fmla="*/ 6876 w 1277"/>
                <a:gd name="T39" fmla="*/ 1356 h 171"/>
                <a:gd name="T40" fmla="*/ 6923 w 1277"/>
                <a:gd name="T41" fmla="*/ 1364 h 171"/>
                <a:gd name="T42" fmla="*/ 6931 w 1277"/>
                <a:gd name="T43" fmla="*/ 1364 h 171"/>
                <a:gd name="T44" fmla="*/ 6976 w 1277"/>
                <a:gd name="T45" fmla="*/ 1372 h 171"/>
                <a:gd name="T46" fmla="*/ 6991 w 1277"/>
                <a:gd name="T47" fmla="*/ 1372 h 171"/>
                <a:gd name="T48" fmla="*/ 7043 w 1277"/>
                <a:gd name="T49" fmla="*/ 1372 h 171"/>
                <a:gd name="T50" fmla="*/ 7043 w 1277"/>
                <a:gd name="T51" fmla="*/ 1372 h 171"/>
                <a:gd name="T52" fmla="*/ 7096 w 1277"/>
                <a:gd name="T53" fmla="*/ 1380 h 171"/>
                <a:gd name="T54" fmla="*/ 7111 w 1277"/>
                <a:gd name="T55" fmla="*/ 1380 h 171"/>
                <a:gd name="T56" fmla="*/ 7171 w 1277"/>
                <a:gd name="T57" fmla="*/ 1380 h 171"/>
                <a:gd name="T58" fmla="*/ 8509 w 1277"/>
                <a:gd name="T59" fmla="*/ 1380 h 171"/>
                <a:gd name="T60" fmla="*/ 8462 w 1277"/>
                <a:gd name="T61" fmla="*/ 913 h 171"/>
                <a:gd name="T62" fmla="*/ 7762 w 1277"/>
                <a:gd name="T63" fmla="*/ 824 h 171"/>
                <a:gd name="T64" fmla="*/ 6959 w 1277"/>
                <a:gd name="T65" fmla="*/ 728 h 171"/>
                <a:gd name="T66" fmla="*/ 5924 w 1277"/>
                <a:gd name="T67" fmla="*/ 355 h 171"/>
                <a:gd name="T68" fmla="*/ 4185 w 1277"/>
                <a:gd name="T69" fmla="*/ 0 h 171"/>
                <a:gd name="T70" fmla="*/ 674 w 1277"/>
                <a:gd name="T71" fmla="*/ 889 h 171"/>
                <a:gd name="T72" fmla="*/ 0 w 1277"/>
                <a:gd name="T73" fmla="*/ 913 h 171"/>
                <a:gd name="T74" fmla="*/ 40 w 1277"/>
                <a:gd name="T75" fmla="*/ 1324 h 171"/>
                <a:gd name="T76" fmla="*/ 40 w 1277"/>
                <a:gd name="T77" fmla="*/ 1324 h 171"/>
                <a:gd name="T78" fmla="*/ 32 w 1277"/>
                <a:gd name="T79" fmla="*/ 1324 h 171"/>
                <a:gd name="T80" fmla="*/ 45 w 1277"/>
                <a:gd name="T81" fmla="*/ 1324 h 171"/>
                <a:gd name="T82" fmla="*/ 1353 w 1277"/>
                <a:gd name="T83" fmla="*/ 1324 h 171"/>
                <a:gd name="T84" fmla="*/ 1453 w 1277"/>
                <a:gd name="T85" fmla="*/ 1316 h 17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277" h="171">
                  <a:moveTo>
                    <a:pt x="218" y="163"/>
                  </a:moveTo>
                  <a:cubicBezTo>
                    <a:pt x="220" y="163"/>
                    <a:pt x="221" y="163"/>
                    <a:pt x="222" y="163"/>
                  </a:cubicBezTo>
                  <a:cubicBezTo>
                    <a:pt x="227" y="163"/>
                    <a:pt x="231" y="163"/>
                    <a:pt x="235" y="162"/>
                  </a:cubicBezTo>
                  <a:cubicBezTo>
                    <a:pt x="236" y="162"/>
                    <a:pt x="237" y="162"/>
                    <a:pt x="237" y="162"/>
                  </a:cubicBezTo>
                  <a:cubicBezTo>
                    <a:pt x="249" y="161"/>
                    <a:pt x="263" y="158"/>
                    <a:pt x="263" y="158"/>
                  </a:cubicBezTo>
                  <a:cubicBezTo>
                    <a:pt x="301" y="158"/>
                    <a:pt x="339" y="120"/>
                    <a:pt x="375" y="108"/>
                  </a:cubicBezTo>
                  <a:cubicBezTo>
                    <a:pt x="420" y="93"/>
                    <a:pt x="462" y="110"/>
                    <a:pt x="507" y="94"/>
                  </a:cubicBezTo>
                  <a:cubicBezTo>
                    <a:pt x="544" y="81"/>
                    <a:pt x="574" y="50"/>
                    <a:pt x="613" y="61"/>
                  </a:cubicBezTo>
                  <a:cubicBezTo>
                    <a:pt x="630" y="66"/>
                    <a:pt x="646" y="71"/>
                    <a:pt x="664" y="71"/>
                  </a:cubicBezTo>
                  <a:cubicBezTo>
                    <a:pt x="686" y="71"/>
                    <a:pt x="707" y="63"/>
                    <a:pt x="729" y="65"/>
                  </a:cubicBezTo>
                  <a:cubicBezTo>
                    <a:pt x="757" y="68"/>
                    <a:pt x="781" y="92"/>
                    <a:pt x="811" y="89"/>
                  </a:cubicBezTo>
                  <a:cubicBezTo>
                    <a:pt x="841" y="87"/>
                    <a:pt x="863" y="107"/>
                    <a:pt x="893" y="116"/>
                  </a:cubicBezTo>
                  <a:cubicBezTo>
                    <a:pt x="935" y="128"/>
                    <a:pt x="969" y="151"/>
                    <a:pt x="1009" y="165"/>
                  </a:cubicBezTo>
                  <a:cubicBezTo>
                    <a:pt x="1009" y="165"/>
                    <a:pt x="1009" y="165"/>
                    <a:pt x="1010" y="165"/>
                  </a:cubicBezTo>
                  <a:cubicBezTo>
                    <a:pt x="1012" y="166"/>
                    <a:pt x="1014" y="166"/>
                    <a:pt x="1016" y="166"/>
                  </a:cubicBezTo>
                  <a:cubicBezTo>
                    <a:pt x="1016" y="166"/>
                    <a:pt x="1016" y="167"/>
                    <a:pt x="1017" y="167"/>
                  </a:cubicBezTo>
                  <a:cubicBezTo>
                    <a:pt x="1019" y="167"/>
                    <a:pt x="1021" y="167"/>
                    <a:pt x="1024" y="168"/>
                  </a:cubicBezTo>
                  <a:cubicBezTo>
                    <a:pt x="1024" y="168"/>
                    <a:pt x="1024" y="168"/>
                    <a:pt x="1024" y="168"/>
                  </a:cubicBezTo>
                  <a:cubicBezTo>
                    <a:pt x="1026" y="168"/>
                    <a:pt x="1028" y="168"/>
                    <a:pt x="1030" y="168"/>
                  </a:cubicBezTo>
                  <a:cubicBezTo>
                    <a:pt x="1031" y="168"/>
                    <a:pt x="1031" y="168"/>
                    <a:pt x="1032" y="168"/>
                  </a:cubicBezTo>
                  <a:cubicBezTo>
                    <a:pt x="1034" y="169"/>
                    <a:pt x="1037" y="169"/>
                    <a:pt x="1039" y="169"/>
                  </a:cubicBezTo>
                  <a:cubicBezTo>
                    <a:pt x="1039" y="169"/>
                    <a:pt x="1039" y="169"/>
                    <a:pt x="1040" y="169"/>
                  </a:cubicBezTo>
                  <a:cubicBezTo>
                    <a:pt x="1042" y="169"/>
                    <a:pt x="1044" y="170"/>
                    <a:pt x="1047" y="170"/>
                  </a:cubicBezTo>
                  <a:cubicBezTo>
                    <a:pt x="1047" y="170"/>
                    <a:pt x="1048" y="170"/>
                    <a:pt x="1049" y="170"/>
                  </a:cubicBezTo>
                  <a:cubicBezTo>
                    <a:pt x="1051" y="170"/>
                    <a:pt x="1054" y="170"/>
                    <a:pt x="1057" y="170"/>
                  </a:cubicBezTo>
                  <a:cubicBezTo>
                    <a:pt x="1057" y="170"/>
                    <a:pt x="1057" y="170"/>
                    <a:pt x="1057" y="170"/>
                  </a:cubicBezTo>
                  <a:cubicBezTo>
                    <a:pt x="1060" y="170"/>
                    <a:pt x="1062" y="171"/>
                    <a:pt x="1065" y="171"/>
                  </a:cubicBezTo>
                  <a:cubicBezTo>
                    <a:pt x="1066" y="171"/>
                    <a:pt x="1066" y="171"/>
                    <a:pt x="1067" y="171"/>
                  </a:cubicBezTo>
                  <a:cubicBezTo>
                    <a:pt x="1070" y="171"/>
                    <a:pt x="1073" y="171"/>
                    <a:pt x="1076" y="171"/>
                  </a:cubicBezTo>
                  <a:cubicBezTo>
                    <a:pt x="1277" y="171"/>
                    <a:pt x="1277" y="171"/>
                    <a:pt x="1277" y="171"/>
                  </a:cubicBezTo>
                  <a:cubicBezTo>
                    <a:pt x="1270" y="113"/>
                    <a:pt x="1270" y="113"/>
                    <a:pt x="1270" y="113"/>
                  </a:cubicBezTo>
                  <a:cubicBezTo>
                    <a:pt x="1257" y="113"/>
                    <a:pt x="1212" y="107"/>
                    <a:pt x="1165" y="102"/>
                  </a:cubicBezTo>
                  <a:cubicBezTo>
                    <a:pt x="1113" y="97"/>
                    <a:pt x="1059" y="94"/>
                    <a:pt x="1044" y="90"/>
                  </a:cubicBezTo>
                  <a:cubicBezTo>
                    <a:pt x="1000" y="76"/>
                    <a:pt x="935" y="60"/>
                    <a:pt x="889" y="44"/>
                  </a:cubicBezTo>
                  <a:cubicBezTo>
                    <a:pt x="785" y="9"/>
                    <a:pt x="667" y="0"/>
                    <a:pt x="628" y="0"/>
                  </a:cubicBezTo>
                  <a:cubicBezTo>
                    <a:pt x="474" y="0"/>
                    <a:pt x="128" y="109"/>
                    <a:pt x="101" y="110"/>
                  </a:cubicBezTo>
                  <a:cubicBezTo>
                    <a:pt x="51" y="112"/>
                    <a:pt x="13" y="113"/>
                    <a:pt x="0" y="113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4"/>
                    <a:pt x="5" y="164"/>
                    <a:pt x="5" y="164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203" y="164"/>
                    <a:pt x="203" y="164"/>
                    <a:pt x="203" y="164"/>
                  </a:cubicBezTo>
                  <a:cubicBezTo>
                    <a:pt x="208" y="164"/>
                    <a:pt x="213" y="164"/>
                    <a:pt x="218" y="16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6" name="Freeform 1705">
              <a:extLst>
                <a:ext uri="{FF2B5EF4-FFF2-40B4-BE49-F238E27FC236}">
                  <a16:creationId xmlns:a16="http://schemas.microsoft.com/office/drawing/2014/main" id="{99F41519-7E41-4030-980F-E3F5938D2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534"/>
              <a:ext cx="2390" cy="227"/>
            </a:xfrm>
            <a:custGeom>
              <a:avLst/>
              <a:gdLst>
                <a:gd name="T0" fmla="*/ 0 w 1270"/>
                <a:gd name="T1" fmla="*/ 916 h 113"/>
                <a:gd name="T2" fmla="*/ 0 w 1270"/>
                <a:gd name="T3" fmla="*/ 916 h 113"/>
                <a:gd name="T4" fmla="*/ 226 w 1270"/>
                <a:gd name="T5" fmla="*/ 916 h 113"/>
                <a:gd name="T6" fmla="*/ 233 w 1270"/>
                <a:gd name="T7" fmla="*/ 916 h 113"/>
                <a:gd name="T8" fmla="*/ 258 w 1270"/>
                <a:gd name="T9" fmla="*/ 908 h 113"/>
                <a:gd name="T10" fmla="*/ 265 w 1270"/>
                <a:gd name="T11" fmla="*/ 908 h 113"/>
                <a:gd name="T12" fmla="*/ 406 w 1270"/>
                <a:gd name="T13" fmla="*/ 908 h 113"/>
                <a:gd name="T14" fmla="*/ 422 w 1270"/>
                <a:gd name="T15" fmla="*/ 908 h 113"/>
                <a:gd name="T16" fmla="*/ 454 w 1270"/>
                <a:gd name="T17" fmla="*/ 900 h 113"/>
                <a:gd name="T18" fmla="*/ 474 w 1270"/>
                <a:gd name="T19" fmla="*/ 900 h 113"/>
                <a:gd name="T20" fmla="*/ 499 w 1270"/>
                <a:gd name="T21" fmla="*/ 900 h 113"/>
                <a:gd name="T22" fmla="*/ 506 w 1270"/>
                <a:gd name="T23" fmla="*/ 900 h 113"/>
                <a:gd name="T24" fmla="*/ 574 w 1270"/>
                <a:gd name="T25" fmla="*/ 900 h 113"/>
                <a:gd name="T26" fmla="*/ 598 w 1270"/>
                <a:gd name="T27" fmla="*/ 900 h 113"/>
                <a:gd name="T28" fmla="*/ 627 w 1270"/>
                <a:gd name="T29" fmla="*/ 892 h 113"/>
                <a:gd name="T30" fmla="*/ 651 w 1270"/>
                <a:gd name="T31" fmla="*/ 892 h 113"/>
                <a:gd name="T32" fmla="*/ 674 w 1270"/>
                <a:gd name="T33" fmla="*/ 892 h 113"/>
                <a:gd name="T34" fmla="*/ 4185 w 1270"/>
                <a:gd name="T35" fmla="*/ 0 h 113"/>
                <a:gd name="T36" fmla="*/ 5924 w 1270"/>
                <a:gd name="T37" fmla="*/ 356 h 113"/>
                <a:gd name="T38" fmla="*/ 6959 w 1270"/>
                <a:gd name="T39" fmla="*/ 731 h 113"/>
                <a:gd name="T40" fmla="*/ 7763 w 1270"/>
                <a:gd name="T41" fmla="*/ 828 h 113"/>
                <a:gd name="T42" fmla="*/ 8465 w 1270"/>
                <a:gd name="T43" fmla="*/ 916 h 1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70" h="113">
                  <a:moveTo>
                    <a:pt x="0" y="113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6" y="113"/>
                    <a:pt x="18" y="113"/>
                    <a:pt x="34" y="113"/>
                  </a:cubicBezTo>
                  <a:cubicBezTo>
                    <a:pt x="34" y="113"/>
                    <a:pt x="35" y="113"/>
                    <a:pt x="35" y="113"/>
                  </a:cubicBezTo>
                  <a:cubicBezTo>
                    <a:pt x="36" y="113"/>
                    <a:pt x="38" y="113"/>
                    <a:pt x="39" y="112"/>
                  </a:cubicBezTo>
                  <a:cubicBezTo>
                    <a:pt x="40" y="112"/>
                    <a:pt x="40" y="112"/>
                    <a:pt x="40" y="112"/>
                  </a:cubicBezTo>
                  <a:cubicBezTo>
                    <a:pt x="47" y="112"/>
                    <a:pt x="54" y="112"/>
                    <a:pt x="61" y="112"/>
                  </a:cubicBezTo>
                  <a:cubicBezTo>
                    <a:pt x="62" y="112"/>
                    <a:pt x="63" y="112"/>
                    <a:pt x="63" y="112"/>
                  </a:cubicBezTo>
                  <a:cubicBezTo>
                    <a:pt x="65" y="112"/>
                    <a:pt x="66" y="112"/>
                    <a:pt x="68" y="111"/>
                  </a:cubicBezTo>
                  <a:cubicBezTo>
                    <a:pt x="69" y="111"/>
                    <a:pt x="70" y="111"/>
                    <a:pt x="71" y="111"/>
                  </a:cubicBezTo>
                  <a:cubicBezTo>
                    <a:pt x="72" y="111"/>
                    <a:pt x="74" y="111"/>
                    <a:pt x="75" y="111"/>
                  </a:cubicBezTo>
                  <a:cubicBezTo>
                    <a:pt x="75" y="111"/>
                    <a:pt x="76" y="111"/>
                    <a:pt x="76" y="111"/>
                  </a:cubicBezTo>
                  <a:cubicBezTo>
                    <a:pt x="79" y="111"/>
                    <a:pt x="82" y="111"/>
                    <a:pt x="86" y="111"/>
                  </a:cubicBezTo>
                  <a:cubicBezTo>
                    <a:pt x="87" y="111"/>
                    <a:pt x="88" y="111"/>
                    <a:pt x="90" y="111"/>
                  </a:cubicBezTo>
                  <a:cubicBezTo>
                    <a:pt x="91" y="111"/>
                    <a:pt x="93" y="110"/>
                    <a:pt x="94" y="110"/>
                  </a:cubicBezTo>
                  <a:cubicBezTo>
                    <a:pt x="95" y="110"/>
                    <a:pt x="97" y="110"/>
                    <a:pt x="98" y="110"/>
                  </a:cubicBezTo>
                  <a:cubicBezTo>
                    <a:pt x="99" y="110"/>
                    <a:pt x="100" y="110"/>
                    <a:pt x="101" y="110"/>
                  </a:cubicBezTo>
                  <a:cubicBezTo>
                    <a:pt x="129" y="109"/>
                    <a:pt x="474" y="0"/>
                    <a:pt x="628" y="0"/>
                  </a:cubicBezTo>
                  <a:cubicBezTo>
                    <a:pt x="667" y="0"/>
                    <a:pt x="785" y="9"/>
                    <a:pt x="889" y="44"/>
                  </a:cubicBezTo>
                  <a:cubicBezTo>
                    <a:pt x="935" y="60"/>
                    <a:pt x="1000" y="76"/>
                    <a:pt x="1044" y="90"/>
                  </a:cubicBezTo>
                  <a:cubicBezTo>
                    <a:pt x="1059" y="94"/>
                    <a:pt x="1113" y="97"/>
                    <a:pt x="1165" y="102"/>
                  </a:cubicBezTo>
                  <a:cubicBezTo>
                    <a:pt x="1212" y="107"/>
                    <a:pt x="1257" y="113"/>
                    <a:pt x="1270" y="11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7" name="Freeform 1706">
              <a:extLst>
                <a:ext uri="{FF2B5EF4-FFF2-40B4-BE49-F238E27FC236}">
                  <a16:creationId xmlns:a16="http://schemas.microsoft.com/office/drawing/2014/main" id="{9B0D9CC5-DEF4-4E25-9929-DD48CEA6D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498"/>
              <a:ext cx="2394" cy="263"/>
            </a:xfrm>
            <a:custGeom>
              <a:avLst/>
              <a:gdLst>
                <a:gd name="T0" fmla="*/ 8481 w 1272"/>
                <a:gd name="T1" fmla="*/ 1060 h 131"/>
                <a:gd name="T2" fmla="*/ 8466 w 1272"/>
                <a:gd name="T3" fmla="*/ 915 h 131"/>
                <a:gd name="T4" fmla="*/ 7308 w 1272"/>
                <a:gd name="T5" fmla="*/ 795 h 131"/>
                <a:gd name="T6" fmla="*/ 4225 w 1272"/>
                <a:gd name="T7" fmla="*/ 0 h 131"/>
                <a:gd name="T8" fmla="*/ 595 w 1272"/>
                <a:gd name="T9" fmla="*/ 907 h 131"/>
                <a:gd name="T10" fmla="*/ 0 w 1272"/>
                <a:gd name="T11" fmla="*/ 924 h 131"/>
                <a:gd name="T12" fmla="*/ 15 w 1272"/>
                <a:gd name="T13" fmla="*/ 1060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2" h="131">
                  <a:moveTo>
                    <a:pt x="1272" y="131"/>
                  </a:moveTo>
                  <a:cubicBezTo>
                    <a:pt x="1270" y="113"/>
                    <a:pt x="1270" y="113"/>
                    <a:pt x="1270" y="113"/>
                  </a:cubicBezTo>
                  <a:cubicBezTo>
                    <a:pt x="1245" y="113"/>
                    <a:pt x="1185" y="102"/>
                    <a:pt x="1096" y="98"/>
                  </a:cubicBezTo>
                  <a:cubicBezTo>
                    <a:pt x="1032" y="94"/>
                    <a:pt x="801" y="0"/>
                    <a:pt x="634" y="0"/>
                  </a:cubicBezTo>
                  <a:cubicBezTo>
                    <a:pt x="494" y="0"/>
                    <a:pt x="141" y="109"/>
                    <a:pt x="89" y="112"/>
                  </a:cubicBezTo>
                  <a:cubicBezTo>
                    <a:pt x="42" y="114"/>
                    <a:pt x="0" y="114"/>
                    <a:pt x="0" y="114"/>
                  </a:cubicBezTo>
                  <a:cubicBezTo>
                    <a:pt x="2" y="131"/>
                    <a:pt x="2" y="131"/>
                    <a:pt x="2" y="131"/>
                  </a:cubicBezTo>
                </a:path>
              </a:pathLst>
            </a:custGeom>
            <a:noFill/>
            <a:ln w="9525" cap="flat">
              <a:solidFill>
                <a:srgbClr val="5016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8" name="Freeform 1707">
              <a:extLst>
                <a:ext uri="{FF2B5EF4-FFF2-40B4-BE49-F238E27FC236}">
                  <a16:creationId xmlns:a16="http://schemas.microsoft.com/office/drawing/2014/main" id="{142C9318-28D0-42A6-A63D-62B1EE5DF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958"/>
              <a:ext cx="2498" cy="602"/>
            </a:xfrm>
            <a:custGeom>
              <a:avLst/>
              <a:gdLst>
                <a:gd name="T0" fmla="*/ 8831 w 1327"/>
                <a:gd name="T1" fmla="*/ 0 h 300"/>
                <a:gd name="T2" fmla="*/ 8753 w 1327"/>
                <a:gd name="T3" fmla="*/ 2264 h 300"/>
                <a:gd name="T4" fmla="*/ 8753 w 1327"/>
                <a:gd name="T5" fmla="*/ 2264 h 300"/>
                <a:gd name="T6" fmla="*/ 8799 w 1327"/>
                <a:gd name="T7" fmla="*/ 2328 h 300"/>
                <a:gd name="T8" fmla="*/ 8846 w 1327"/>
                <a:gd name="T9" fmla="*/ 2392 h 300"/>
                <a:gd name="T10" fmla="*/ 309 w 1327"/>
                <a:gd name="T11" fmla="*/ 2392 h 300"/>
                <a:gd name="T12" fmla="*/ 280 w 1327"/>
                <a:gd name="T13" fmla="*/ 2352 h 300"/>
                <a:gd name="T14" fmla="*/ 256 w 1327"/>
                <a:gd name="T15" fmla="*/ 2304 h 300"/>
                <a:gd name="T16" fmla="*/ 220 w 1327"/>
                <a:gd name="T17" fmla="*/ 2247 h 300"/>
                <a:gd name="T18" fmla="*/ 196 w 1327"/>
                <a:gd name="T19" fmla="*/ 2199 h 300"/>
                <a:gd name="T20" fmla="*/ 166 w 1327"/>
                <a:gd name="T21" fmla="*/ 2127 h 300"/>
                <a:gd name="T22" fmla="*/ 145 w 1327"/>
                <a:gd name="T23" fmla="*/ 2069 h 300"/>
                <a:gd name="T24" fmla="*/ 120 w 1327"/>
                <a:gd name="T25" fmla="*/ 1997 h 300"/>
                <a:gd name="T26" fmla="*/ 92 w 1327"/>
                <a:gd name="T27" fmla="*/ 1924 h 300"/>
                <a:gd name="T28" fmla="*/ 75 w 1327"/>
                <a:gd name="T29" fmla="*/ 1844 h 300"/>
                <a:gd name="T30" fmla="*/ 60 w 1327"/>
                <a:gd name="T31" fmla="*/ 1752 h 300"/>
                <a:gd name="T32" fmla="*/ 40 w 1327"/>
                <a:gd name="T33" fmla="*/ 1672 h 300"/>
                <a:gd name="T34" fmla="*/ 28 w 1327"/>
                <a:gd name="T35" fmla="*/ 1567 h 300"/>
                <a:gd name="T36" fmla="*/ 15 w 1327"/>
                <a:gd name="T37" fmla="*/ 1477 h 300"/>
                <a:gd name="T38" fmla="*/ 8 w 1327"/>
                <a:gd name="T39" fmla="*/ 1373 h 300"/>
                <a:gd name="T40" fmla="*/ 0 w 1327"/>
                <a:gd name="T41" fmla="*/ 1276 h 300"/>
                <a:gd name="T42" fmla="*/ 0 w 1327"/>
                <a:gd name="T43" fmla="*/ 1156 h 300"/>
                <a:gd name="T44" fmla="*/ 0 w 1327"/>
                <a:gd name="T45" fmla="*/ 1051 h 300"/>
                <a:gd name="T46" fmla="*/ 8 w 1327"/>
                <a:gd name="T47" fmla="*/ 971 h 300"/>
                <a:gd name="T48" fmla="*/ 15 w 1327"/>
                <a:gd name="T49" fmla="*/ 897 h 300"/>
                <a:gd name="T50" fmla="*/ 15 w 1327"/>
                <a:gd name="T51" fmla="*/ 825 h 300"/>
                <a:gd name="T52" fmla="*/ 28 w 1327"/>
                <a:gd name="T53" fmla="*/ 761 h 300"/>
                <a:gd name="T54" fmla="*/ 32 w 1327"/>
                <a:gd name="T55" fmla="*/ 688 h 300"/>
                <a:gd name="T56" fmla="*/ 45 w 1327"/>
                <a:gd name="T57" fmla="*/ 624 h 300"/>
                <a:gd name="T58" fmla="*/ 53 w 1327"/>
                <a:gd name="T59" fmla="*/ 556 h 300"/>
                <a:gd name="T60" fmla="*/ 68 w 1327"/>
                <a:gd name="T61" fmla="*/ 500 h 300"/>
                <a:gd name="T62" fmla="*/ 81 w 1327"/>
                <a:gd name="T63" fmla="*/ 443 h 300"/>
                <a:gd name="T64" fmla="*/ 92 w 1327"/>
                <a:gd name="T65" fmla="*/ 387 h 300"/>
                <a:gd name="T66" fmla="*/ 113 w 1327"/>
                <a:gd name="T67" fmla="*/ 331 h 300"/>
                <a:gd name="T68" fmla="*/ 136 w 1327"/>
                <a:gd name="T69" fmla="*/ 265 h 300"/>
                <a:gd name="T70" fmla="*/ 152 w 1327"/>
                <a:gd name="T71" fmla="*/ 209 h 300"/>
                <a:gd name="T72" fmla="*/ 173 w 1327"/>
                <a:gd name="T73" fmla="*/ 161 h 300"/>
                <a:gd name="T74" fmla="*/ 188 w 1327"/>
                <a:gd name="T75" fmla="*/ 136 h 300"/>
                <a:gd name="T76" fmla="*/ 1882 w 1327"/>
                <a:gd name="T77" fmla="*/ 112 h 300"/>
                <a:gd name="T78" fmla="*/ 6790 w 1327"/>
                <a:gd name="T79" fmla="*/ 72 h 30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327" h="300">
                  <a:moveTo>
                    <a:pt x="1018" y="9"/>
                  </a:moveTo>
                  <a:cubicBezTo>
                    <a:pt x="1104" y="7"/>
                    <a:pt x="1204" y="0"/>
                    <a:pt x="1324" y="0"/>
                  </a:cubicBezTo>
                  <a:cubicBezTo>
                    <a:pt x="1296" y="26"/>
                    <a:pt x="1274" y="73"/>
                    <a:pt x="1274" y="143"/>
                  </a:cubicBezTo>
                  <a:cubicBezTo>
                    <a:pt x="1274" y="203"/>
                    <a:pt x="1291" y="249"/>
                    <a:pt x="1312" y="280"/>
                  </a:cubicBezTo>
                  <a:cubicBezTo>
                    <a:pt x="1312" y="280"/>
                    <a:pt x="1312" y="280"/>
                    <a:pt x="1312" y="280"/>
                  </a:cubicBezTo>
                  <a:cubicBezTo>
                    <a:pt x="1312" y="280"/>
                    <a:pt x="1312" y="280"/>
                    <a:pt x="1312" y="280"/>
                  </a:cubicBezTo>
                  <a:cubicBezTo>
                    <a:pt x="1314" y="283"/>
                    <a:pt x="1316" y="285"/>
                    <a:pt x="1318" y="288"/>
                  </a:cubicBezTo>
                  <a:cubicBezTo>
                    <a:pt x="1319" y="288"/>
                    <a:pt x="1319" y="288"/>
                    <a:pt x="1319" y="288"/>
                  </a:cubicBezTo>
                  <a:cubicBezTo>
                    <a:pt x="1319" y="288"/>
                    <a:pt x="1319" y="288"/>
                    <a:pt x="1319" y="288"/>
                  </a:cubicBezTo>
                  <a:cubicBezTo>
                    <a:pt x="1321" y="291"/>
                    <a:pt x="1324" y="294"/>
                    <a:pt x="1326" y="296"/>
                  </a:cubicBezTo>
                  <a:cubicBezTo>
                    <a:pt x="1327" y="297"/>
                    <a:pt x="1001" y="291"/>
                    <a:pt x="677" y="292"/>
                  </a:cubicBezTo>
                  <a:cubicBezTo>
                    <a:pt x="364" y="293"/>
                    <a:pt x="52" y="300"/>
                    <a:pt x="46" y="296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5" y="294"/>
                    <a:pt x="43" y="292"/>
                    <a:pt x="42" y="291"/>
                  </a:cubicBezTo>
                  <a:cubicBezTo>
                    <a:pt x="42" y="290"/>
                    <a:pt x="42" y="290"/>
                    <a:pt x="41" y="290"/>
                  </a:cubicBezTo>
                  <a:cubicBezTo>
                    <a:pt x="40" y="288"/>
                    <a:pt x="39" y="287"/>
                    <a:pt x="38" y="285"/>
                  </a:cubicBezTo>
                  <a:cubicBezTo>
                    <a:pt x="38" y="285"/>
                    <a:pt x="37" y="284"/>
                    <a:pt x="37" y="284"/>
                  </a:cubicBezTo>
                  <a:cubicBezTo>
                    <a:pt x="36" y="282"/>
                    <a:pt x="35" y="280"/>
                    <a:pt x="33" y="278"/>
                  </a:cubicBezTo>
                  <a:cubicBezTo>
                    <a:pt x="33" y="278"/>
                    <a:pt x="33" y="278"/>
                    <a:pt x="33" y="277"/>
                  </a:cubicBezTo>
                  <a:cubicBezTo>
                    <a:pt x="32" y="276"/>
                    <a:pt x="31" y="274"/>
                    <a:pt x="29" y="272"/>
                  </a:cubicBezTo>
                  <a:cubicBezTo>
                    <a:pt x="29" y="271"/>
                    <a:pt x="29" y="271"/>
                    <a:pt x="28" y="270"/>
                  </a:cubicBezTo>
                  <a:cubicBezTo>
                    <a:pt x="27" y="268"/>
                    <a:pt x="26" y="266"/>
                    <a:pt x="25" y="263"/>
                  </a:cubicBezTo>
                  <a:cubicBezTo>
                    <a:pt x="25" y="263"/>
                    <a:pt x="25" y="263"/>
                    <a:pt x="25" y="263"/>
                  </a:cubicBezTo>
                  <a:cubicBezTo>
                    <a:pt x="24" y="261"/>
                    <a:pt x="23" y="258"/>
                    <a:pt x="22" y="256"/>
                  </a:cubicBezTo>
                  <a:cubicBezTo>
                    <a:pt x="21" y="255"/>
                    <a:pt x="21" y="255"/>
                    <a:pt x="21" y="254"/>
                  </a:cubicBezTo>
                  <a:cubicBezTo>
                    <a:pt x="20" y="252"/>
                    <a:pt x="19" y="249"/>
                    <a:pt x="18" y="247"/>
                  </a:cubicBezTo>
                  <a:cubicBezTo>
                    <a:pt x="18" y="247"/>
                    <a:pt x="18" y="246"/>
                    <a:pt x="17" y="246"/>
                  </a:cubicBezTo>
                  <a:cubicBezTo>
                    <a:pt x="16" y="243"/>
                    <a:pt x="15" y="241"/>
                    <a:pt x="14" y="238"/>
                  </a:cubicBezTo>
                  <a:cubicBezTo>
                    <a:pt x="14" y="237"/>
                    <a:pt x="14" y="236"/>
                    <a:pt x="14" y="236"/>
                  </a:cubicBezTo>
                  <a:cubicBezTo>
                    <a:pt x="13" y="233"/>
                    <a:pt x="12" y="231"/>
                    <a:pt x="11" y="228"/>
                  </a:cubicBezTo>
                  <a:cubicBezTo>
                    <a:pt x="11" y="228"/>
                    <a:pt x="11" y="227"/>
                    <a:pt x="11" y="226"/>
                  </a:cubicBezTo>
                  <a:cubicBezTo>
                    <a:pt x="10" y="223"/>
                    <a:pt x="9" y="220"/>
                    <a:pt x="9" y="217"/>
                  </a:cubicBezTo>
                  <a:cubicBezTo>
                    <a:pt x="8" y="216"/>
                    <a:pt x="8" y="216"/>
                    <a:pt x="8" y="215"/>
                  </a:cubicBezTo>
                  <a:cubicBezTo>
                    <a:pt x="7" y="212"/>
                    <a:pt x="7" y="210"/>
                    <a:pt x="6" y="207"/>
                  </a:cubicBezTo>
                  <a:cubicBezTo>
                    <a:pt x="6" y="206"/>
                    <a:pt x="6" y="205"/>
                    <a:pt x="6" y="205"/>
                  </a:cubicBezTo>
                  <a:cubicBezTo>
                    <a:pt x="5" y="201"/>
                    <a:pt x="5" y="198"/>
                    <a:pt x="4" y="194"/>
                  </a:cubicBezTo>
                  <a:cubicBezTo>
                    <a:pt x="4" y="194"/>
                    <a:pt x="4" y="193"/>
                    <a:pt x="4" y="192"/>
                  </a:cubicBezTo>
                  <a:cubicBezTo>
                    <a:pt x="3" y="189"/>
                    <a:pt x="3" y="186"/>
                    <a:pt x="2" y="183"/>
                  </a:cubicBezTo>
                  <a:cubicBezTo>
                    <a:pt x="2" y="183"/>
                    <a:pt x="2" y="182"/>
                    <a:pt x="2" y="181"/>
                  </a:cubicBezTo>
                  <a:cubicBezTo>
                    <a:pt x="2" y="177"/>
                    <a:pt x="1" y="173"/>
                    <a:pt x="1" y="170"/>
                  </a:cubicBezTo>
                  <a:cubicBezTo>
                    <a:pt x="1" y="169"/>
                    <a:pt x="1" y="169"/>
                    <a:pt x="1" y="168"/>
                  </a:cubicBezTo>
                  <a:cubicBezTo>
                    <a:pt x="1" y="165"/>
                    <a:pt x="1" y="161"/>
                    <a:pt x="0" y="158"/>
                  </a:cubicBezTo>
                  <a:cubicBezTo>
                    <a:pt x="0" y="157"/>
                    <a:pt x="0" y="156"/>
                    <a:pt x="0" y="155"/>
                  </a:cubicBezTo>
                  <a:cubicBezTo>
                    <a:pt x="0" y="151"/>
                    <a:pt x="0" y="147"/>
                    <a:pt x="0" y="143"/>
                  </a:cubicBezTo>
                  <a:cubicBezTo>
                    <a:pt x="0" y="140"/>
                    <a:pt x="0" y="136"/>
                    <a:pt x="0" y="133"/>
                  </a:cubicBezTo>
                  <a:cubicBezTo>
                    <a:pt x="0" y="132"/>
                    <a:pt x="0" y="131"/>
                    <a:pt x="0" y="130"/>
                  </a:cubicBezTo>
                  <a:cubicBezTo>
                    <a:pt x="0" y="128"/>
                    <a:pt x="0" y="126"/>
                    <a:pt x="1" y="124"/>
                  </a:cubicBezTo>
                  <a:cubicBezTo>
                    <a:pt x="1" y="123"/>
                    <a:pt x="1" y="121"/>
                    <a:pt x="1" y="120"/>
                  </a:cubicBezTo>
                  <a:cubicBezTo>
                    <a:pt x="1" y="118"/>
                    <a:pt x="1" y="117"/>
                    <a:pt x="1" y="115"/>
                  </a:cubicBezTo>
                  <a:cubicBezTo>
                    <a:pt x="1" y="113"/>
                    <a:pt x="1" y="112"/>
                    <a:pt x="2" y="111"/>
                  </a:cubicBezTo>
                  <a:cubicBezTo>
                    <a:pt x="2" y="109"/>
                    <a:pt x="2" y="108"/>
                    <a:pt x="2" y="106"/>
                  </a:cubicBezTo>
                  <a:cubicBezTo>
                    <a:pt x="2" y="105"/>
                    <a:pt x="2" y="103"/>
                    <a:pt x="2" y="102"/>
                  </a:cubicBezTo>
                  <a:cubicBezTo>
                    <a:pt x="3" y="100"/>
                    <a:pt x="3" y="99"/>
                    <a:pt x="3" y="97"/>
                  </a:cubicBezTo>
                  <a:cubicBezTo>
                    <a:pt x="3" y="96"/>
                    <a:pt x="3" y="95"/>
                    <a:pt x="4" y="94"/>
                  </a:cubicBezTo>
                  <a:cubicBezTo>
                    <a:pt x="4" y="92"/>
                    <a:pt x="4" y="90"/>
                    <a:pt x="4" y="89"/>
                  </a:cubicBezTo>
                  <a:cubicBezTo>
                    <a:pt x="5" y="88"/>
                    <a:pt x="5" y="86"/>
                    <a:pt x="5" y="85"/>
                  </a:cubicBezTo>
                  <a:cubicBezTo>
                    <a:pt x="5" y="84"/>
                    <a:pt x="6" y="82"/>
                    <a:pt x="6" y="81"/>
                  </a:cubicBezTo>
                  <a:cubicBezTo>
                    <a:pt x="6" y="80"/>
                    <a:pt x="6" y="78"/>
                    <a:pt x="7" y="77"/>
                  </a:cubicBezTo>
                  <a:cubicBezTo>
                    <a:pt x="7" y="76"/>
                    <a:pt x="7" y="74"/>
                    <a:pt x="7" y="73"/>
                  </a:cubicBezTo>
                  <a:cubicBezTo>
                    <a:pt x="8" y="72"/>
                    <a:pt x="8" y="71"/>
                    <a:pt x="8" y="69"/>
                  </a:cubicBezTo>
                  <a:cubicBezTo>
                    <a:pt x="9" y="68"/>
                    <a:pt x="9" y="67"/>
                    <a:pt x="9" y="65"/>
                  </a:cubicBezTo>
                  <a:cubicBezTo>
                    <a:pt x="10" y="64"/>
                    <a:pt x="10" y="63"/>
                    <a:pt x="10" y="62"/>
                  </a:cubicBezTo>
                  <a:cubicBezTo>
                    <a:pt x="11" y="61"/>
                    <a:pt x="11" y="59"/>
                    <a:pt x="11" y="58"/>
                  </a:cubicBezTo>
                  <a:cubicBezTo>
                    <a:pt x="12" y="57"/>
                    <a:pt x="12" y="56"/>
                    <a:pt x="12" y="55"/>
                  </a:cubicBezTo>
                  <a:cubicBezTo>
                    <a:pt x="13" y="53"/>
                    <a:pt x="13" y="52"/>
                    <a:pt x="14" y="50"/>
                  </a:cubicBezTo>
                  <a:cubicBezTo>
                    <a:pt x="14" y="50"/>
                    <a:pt x="14" y="49"/>
                    <a:pt x="14" y="48"/>
                  </a:cubicBezTo>
                  <a:cubicBezTo>
                    <a:pt x="15" y="46"/>
                    <a:pt x="16" y="44"/>
                    <a:pt x="16" y="43"/>
                  </a:cubicBezTo>
                  <a:cubicBezTo>
                    <a:pt x="16" y="42"/>
                    <a:pt x="17" y="42"/>
                    <a:pt x="17" y="41"/>
                  </a:cubicBezTo>
                  <a:cubicBezTo>
                    <a:pt x="18" y="39"/>
                    <a:pt x="18" y="37"/>
                    <a:pt x="19" y="35"/>
                  </a:cubicBezTo>
                  <a:cubicBezTo>
                    <a:pt x="20" y="34"/>
                    <a:pt x="20" y="33"/>
                    <a:pt x="20" y="33"/>
                  </a:cubicBezTo>
                  <a:cubicBezTo>
                    <a:pt x="21" y="31"/>
                    <a:pt x="21" y="30"/>
                    <a:pt x="22" y="29"/>
                  </a:cubicBezTo>
                  <a:cubicBezTo>
                    <a:pt x="22" y="28"/>
                    <a:pt x="23" y="27"/>
                    <a:pt x="23" y="26"/>
                  </a:cubicBezTo>
                  <a:cubicBezTo>
                    <a:pt x="24" y="25"/>
                    <a:pt x="24" y="24"/>
                    <a:pt x="25" y="23"/>
                  </a:cubicBezTo>
                  <a:cubicBezTo>
                    <a:pt x="25" y="22"/>
                    <a:pt x="25" y="21"/>
                    <a:pt x="26" y="20"/>
                  </a:cubicBezTo>
                  <a:cubicBezTo>
                    <a:pt x="26" y="19"/>
                    <a:pt x="27" y="18"/>
                    <a:pt x="27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31" y="12"/>
                    <a:pt x="98" y="10"/>
                    <a:pt x="162" y="13"/>
                  </a:cubicBezTo>
                  <a:cubicBezTo>
                    <a:pt x="205" y="15"/>
                    <a:pt x="251" y="13"/>
                    <a:pt x="282" y="14"/>
                  </a:cubicBezTo>
                  <a:cubicBezTo>
                    <a:pt x="326" y="12"/>
                    <a:pt x="671" y="17"/>
                    <a:pt x="729" y="17"/>
                  </a:cubicBezTo>
                  <a:cubicBezTo>
                    <a:pt x="794" y="17"/>
                    <a:pt x="989" y="9"/>
                    <a:pt x="1018" y="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9" name="Freeform 1708">
              <a:extLst>
                <a:ext uri="{FF2B5EF4-FFF2-40B4-BE49-F238E27FC236}">
                  <a16:creationId xmlns:a16="http://schemas.microsoft.com/office/drawing/2014/main" id="{969B3ECA-1BB5-470C-9A3F-4AC25B353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2924"/>
              <a:ext cx="136" cy="656"/>
            </a:xfrm>
            <a:custGeom>
              <a:avLst/>
              <a:gdLst>
                <a:gd name="T0" fmla="*/ 465 w 72"/>
                <a:gd name="T1" fmla="*/ 2640 h 327"/>
                <a:gd name="T2" fmla="*/ 0 w 72"/>
                <a:gd name="T3" fmla="*/ 1292 h 327"/>
                <a:gd name="T4" fmla="*/ 485 w 72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27">
                  <a:moveTo>
                    <a:pt x="69" y="327"/>
                  </a:moveTo>
                  <a:cubicBezTo>
                    <a:pt x="34" y="305"/>
                    <a:pt x="0" y="247"/>
                    <a:pt x="0" y="160"/>
                  </a:cubicBezTo>
                  <a:cubicBezTo>
                    <a:pt x="0" y="73"/>
                    <a:pt x="35" y="21"/>
                    <a:pt x="7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0" name="Line 1709">
              <a:extLst>
                <a:ext uri="{FF2B5EF4-FFF2-40B4-BE49-F238E27FC236}">
                  <a16:creationId xmlns:a16="http://schemas.microsoft.com/office/drawing/2014/main" id="{26218142-83B0-4A0E-9C52-BAAB2694D5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5" y="3606"/>
              <a:ext cx="3" cy="23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1" name="Line 1710">
              <a:extLst>
                <a:ext uri="{FF2B5EF4-FFF2-40B4-BE49-F238E27FC236}">
                  <a16:creationId xmlns:a16="http://schemas.microsoft.com/office/drawing/2014/main" id="{CDA357C0-AE72-4C8C-B7EC-F1B0D1F999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3" y="3629"/>
              <a:ext cx="12" cy="100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Line 1711">
              <a:extLst>
                <a:ext uri="{FF2B5EF4-FFF2-40B4-BE49-F238E27FC236}">
                  <a16:creationId xmlns:a16="http://schemas.microsoft.com/office/drawing/2014/main" id="{725A782F-F3FB-4480-A304-B52B6449BE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8" y="3580"/>
              <a:ext cx="2" cy="26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3" name="Line 1712">
              <a:extLst>
                <a:ext uri="{FF2B5EF4-FFF2-40B4-BE49-F238E27FC236}">
                  <a16:creationId xmlns:a16="http://schemas.microsoft.com/office/drawing/2014/main" id="{A645AEE9-6941-4850-A50D-0D4FFD66BB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63" y="2761"/>
              <a:ext cx="13" cy="116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4" name="Line 1713">
              <a:extLst>
                <a:ext uri="{FF2B5EF4-FFF2-40B4-BE49-F238E27FC236}">
                  <a16:creationId xmlns:a16="http://schemas.microsoft.com/office/drawing/2014/main" id="{F167C55E-C4D5-4363-91ED-1041FD6277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76" y="2877"/>
              <a:ext cx="4" cy="23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5" name="Freeform 1714">
              <a:extLst>
                <a:ext uri="{FF2B5EF4-FFF2-40B4-BE49-F238E27FC236}">
                  <a16:creationId xmlns:a16="http://schemas.microsoft.com/office/drawing/2014/main" id="{86A13687-8E0F-4680-8E99-D09405687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886"/>
              <a:ext cx="2398" cy="110"/>
            </a:xfrm>
            <a:custGeom>
              <a:avLst/>
              <a:gdLst>
                <a:gd name="T0" fmla="*/ 7083 w 1274"/>
                <a:gd name="T1" fmla="*/ 168 h 55"/>
                <a:gd name="T2" fmla="*/ 7209 w 1274"/>
                <a:gd name="T3" fmla="*/ 160 h 55"/>
                <a:gd name="T4" fmla="*/ 8497 w 1274"/>
                <a:gd name="T5" fmla="*/ 152 h 55"/>
                <a:gd name="T6" fmla="*/ 8481 w 1274"/>
                <a:gd name="T7" fmla="*/ 56 h 55"/>
                <a:gd name="T8" fmla="*/ 7083 w 1274"/>
                <a:gd name="T9" fmla="*/ 56 h 55"/>
                <a:gd name="T10" fmla="*/ 7015 w 1274"/>
                <a:gd name="T11" fmla="*/ 56 h 55"/>
                <a:gd name="T12" fmla="*/ 6469 w 1274"/>
                <a:gd name="T13" fmla="*/ 112 h 55"/>
                <a:gd name="T14" fmla="*/ 5690 w 1274"/>
                <a:gd name="T15" fmla="*/ 160 h 55"/>
                <a:gd name="T16" fmla="*/ 4935 w 1274"/>
                <a:gd name="T17" fmla="*/ 256 h 55"/>
                <a:gd name="T18" fmla="*/ 4081 w 1274"/>
                <a:gd name="T19" fmla="*/ 264 h 55"/>
                <a:gd name="T20" fmla="*/ 3373 w 1274"/>
                <a:gd name="T21" fmla="*/ 272 h 55"/>
                <a:gd name="T22" fmla="*/ 2767 w 1274"/>
                <a:gd name="T23" fmla="*/ 144 h 55"/>
                <a:gd name="T24" fmla="*/ 1067 w 1274"/>
                <a:gd name="T25" fmla="*/ 16 h 55"/>
                <a:gd name="T26" fmla="*/ 1067 w 1274"/>
                <a:gd name="T27" fmla="*/ 16 h 55"/>
                <a:gd name="T28" fmla="*/ 674 w 1274"/>
                <a:gd name="T29" fmla="*/ 0 h 55"/>
                <a:gd name="T30" fmla="*/ 8 w 1274"/>
                <a:gd name="T31" fmla="*/ 0 h 55"/>
                <a:gd name="T32" fmla="*/ 15 w 1274"/>
                <a:gd name="T33" fmla="*/ 72 h 55"/>
                <a:gd name="T34" fmla="*/ 0 w 1274"/>
                <a:gd name="T35" fmla="*/ 72 h 55"/>
                <a:gd name="T36" fmla="*/ 679 w 1274"/>
                <a:gd name="T37" fmla="*/ 88 h 55"/>
                <a:gd name="T38" fmla="*/ 1120 w 1274"/>
                <a:gd name="T39" fmla="*/ 104 h 55"/>
                <a:gd name="T40" fmla="*/ 2767 w 1274"/>
                <a:gd name="T41" fmla="*/ 272 h 55"/>
                <a:gd name="T42" fmla="*/ 3373 w 1274"/>
                <a:gd name="T43" fmla="*/ 400 h 55"/>
                <a:gd name="T44" fmla="*/ 4081 w 1274"/>
                <a:gd name="T45" fmla="*/ 392 h 55"/>
                <a:gd name="T46" fmla="*/ 4920 w 1274"/>
                <a:gd name="T47" fmla="*/ 376 h 55"/>
                <a:gd name="T48" fmla="*/ 5669 w 1274"/>
                <a:gd name="T49" fmla="*/ 280 h 55"/>
                <a:gd name="T50" fmla="*/ 6469 w 1274"/>
                <a:gd name="T51" fmla="*/ 208 h 55"/>
                <a:gd name="T52" fmla="*/ 7083 w 1274"/>
                <a:gd name="T53" fmla="*/ 168 h 5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74" h="55">
                  <a:moveTo>
                    <a:pt x="1062" y="21"/>
                  </a:moveTo>
                  <a:cubicBezTo>
                    <a:pt x="1068" y="21"/>
                    <a:pt x="1074" y="20"/>
                    <a:pt x="1081" y="20"/>
                  </a:cubicBezTo>
                  <a:cubicBezTo>
                    <a:pt x="1167" y="17"/>
                    <a:pt x="1274" y="19"/>
                    <a:pt x="1274" y="19"/>
                  </a:cubicBezTo>
                  <a:cubicBezTo>
                    <a:pt x="1272" y="7"/>
                    <a:pt x="1272" y="7"/>
                    <a:pt x="1272" y="7"/>
                  </a:cubicBezTo>
                  <a:cubicBezTo>
                    <a:pt x="1062" y="7"/>
                    <a:pt x="1062" y="7"/>
                    <a:pt x="1062" y="7"/>
                  </a:cubicBezTo>
                  <a:cubicBezTo>
                    <a:pt x="1052" y="7"/>
                    <a:pt x="1052" y="7"/>
                    <a:pt x="1052" y="7"/>
                  </a:cubicBezTo>
                  <a:cubicBezTo>
                    <a:pt x="1019" y="8"/>
                    <a:pt x="994" y="9"/>
                    <a:pt x="970" y="14"/>
                  </a:cubicBezTo>
                  <a:cubicBezTo>
                    <a:pt x="946" y="19"/>
                    <a:pt x="907" y="9"/>
                    <a:pt x="853" y="20"/>
                  </a:cubicBezTo>
                  <a:cubicBezTo>
                    <a:pt x="799" y="31"/>
                    <a:pt x="795" y="24"/>
                    <a:pt x="740" y="32"/>
                  </a:cubicBezTo>
                  <a:cubicBezTo>
                    <a:pt x="685" y="40"/>
                    <a:pt x="657" y="32"/>
                    <a:pt x="612" y="33"/>
                  </a:cubicBezTo>
                  <a:cubicBezTo>
                    <a:pt x="567" y="34"/>
                    <a:pt x="549" y="37"/>
                    <a:pt x="506" y="34"/>
                  </a:cubicBezTo>
                  <a:cubicBezTo>
                    <a:pt x="463" y="31"/>
                    <a:pt x="463" y="22"/>
                    <a:pt x="415" y="18"/>
                  </a:cubicBezTo>
                  <a:cubicBezTo>
                    <a:pt x="367" y="14"/>
                    <a:pt x="210" y="4"/>
                    <a:pt x="160" y="2"/>
                  </a:cubicBezTo>
                  <a:cubicBezTo>
                    <a:pt x="160" y="2"/>
                    <a:pt x="160" y="2"/>
                    <a:pt x="160" y="2"/>
                  </a:cubicBezTo>
                  <a:cubicBezTo>
                    <a:pt x="142" y="0"/>
                    <a:pt x="123" y="0"/>
                    <a:pt x="10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1" y="9"/>
                    <a:pt x="0" y="9"/>
                  </a:cubicBezTo>
                  <a:cubicBezTo>
                    <a:pt x="20" y="10"/>
                    <a:pt x="62" y="10"/>
                    <a:pt x="102" y="11"/>
                  </a:cubicBezTo>
                  <a:cubicBezTo>
                    <a:pt x="112" y="11"/>
                    <a:pt x="164" y="13"/>
                    <a:pt x="168" y="13"/>
                  </a:cubicBezTo>
                  <a:cubicBezTo>
                    <a:pt x="226" y="18"/>
                    <a:pt x="370" y="31"/>
                    <a:pt x="415" y="34"/>
                  </a:cubicBezTo>
                  <a:cubicBezTo>
                    <a:pt x="463" y="38"/>
                    <a:pt x="463" y="47"/>
                    <a:pt x="506" y="50"/>
                  </a:cubicBezTo>
                  <a:cubicBezTo>
                    <a:pt x="549" y="53"/>
                    <a:pt x="567" y="50"/>
                    <a:pt x="612" y="49"/>
                  </a:cubicBezTo>
                  <a:cubicBezTo>
                    <a:pt x="657" y="48"/>
                    <a:pt x="683" y="55"/>
                    <a:pt x="738" y="47"/>
                  </a:cubicBezTo>
                  <a:cubicBezTo>
                    <a:pt x="793" y="39"/>
                    <a:pt x="796" y="46"/>
                    <a:pt x="850" y="35"/>
                  </a:cubicBezTo>
                  <a:cubicBezTo>
                    <a:pt x="904" y="24"/>
                    <a:pt x="946" y="31"/>
                    <a:pt x="970" y="26"/>
                  </a:cubicBezTo>
                  <a:cubicBezTo>
                    <a:pt x="994" y="21"/>
                    <a:pt x="1029" y="22"/>
                    <a:pt x="1062" y="2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Line 1715">
              <a:extLst>
                <a:ext uri="{FF2B5EF4-FFF2-40B4-BE49-F238E27FC236}">
                  <a16:creationId xmlns:a16="http://schemas.microsoft.com/office/drawing/2014/main" id="{1382E339-524D-44B2-B44D-251F453607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80" y="2900"/>
              <a:ext cx="4" cy="24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7" name="Line 1716">
              <a:extLst>
                <a:ext uri="{FF2B5EF4-FFF2-40B4-BE49-F238E27FC236}">
                  <a16:creationId xmlns:a16="http://schemas.microsoft.com/office/drawing/2014/main" id="{B7039FD8-BDB6-4F0B-8791-CC0D5FBBB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1" y="2731"/>
              <a:ext cx="17" cy="179"/>
            </a:xfrm>
            <a:prstGeom prst="line">
              <a:avLst/>
            </a:prstGeom>
            <a:noFill/>
            <a:ln w="9525">
              <a:solidFill>
                <a:srgbClr val="50162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8" name="Line 1717">
              <a:extLst>
                <a:ext uri="{FF2B5EF4-FFF2-40B4-BE49-F238E27FC236}">
                  <a16:creationId xmlns:a16="http://schemas.microsoft.com/office/drawing/2014/main" id="{A4E876F7-E676-4659-92FF-EFD4EF2E74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9" y="3582"/>
              <a:ext cx="21" cy="181"/>
            </a:xfrm>
            <a:prstGeom prst="line">
              <a:avLst/>
            </a:prstGeom>
            <a:noFill/>
            <a:ln w="9525">
              <a:solidFill>
                <a:srgbClr val="50162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9" name="Freeform 1718">
              <a:extLst>
                <a:ext uri="{FF2B5EF4-FFF2-40B4-BE49-F238E27FC236}">
                  <a16:creationId xmlns:a16="http://schemas.microsoft.com/office/drawing/2014/main" id="{8DC647AC-19E8-481B-B233-78457B06B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904"/>
              <a:ext cx="140" cy="682"/>
            </a:xfrm>
            <a:custGeom>
              <a:avLst/>
              <a:gdLst>
                <a:gd name="T0" fmla="*/ 501 w 74"/>
                <a:gd name="T1" fmla="*/ 2744 h 340"/>
                <a:gd name="T2" fmla="*/ 0 w 74"/>
                <a:gd name="T3" fmla="*/ 1372 h 340"/>
                <a:gd name="T4" fmla="*/ 501 w 74"/>
                <a:gd name="T5" fmla="*/ 0 h 3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340">
                  <a:moveTo>
                    <a:pt x="74" y="340"/>
                  </a:moveTo>
                  <a:cubicBezTo>
                    <a:pt x="42" y="334"/>
                    <a:pt x="0" y="271"/>
                    <a:pt x="0" y="170"/>
                  </a:cubicBezTo>
                  <a:cubicBezTo>
                    <a:pt x="0" y="69"/>
                    <a:pt x="42" y="5"/>
                    <a:pt x="74" y="0"/>
                  </a:cubicBezTo>
                </a:path>
              </a:pathLst>
            </a:custGeom>
            <a:noFill/>
            <a:ln w="9525" cap="flat">
              <a:solidFill>
                <a:srgbClr val="5016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9" name="arterial-bifurcation-medical-illustration">
            <a:extLst>
              <a:ext uri="{FF2B5EF4-FFF2-40B4-BE49-F238E27FC236}">
                <a16:creationId xmlns:a16="http://schemas.microsoft.com/office/drawing/2014/main" id="{7083F146-35CA-4F0A-AFDC-7C80A773AC59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479550"/>
            <a:ext cx="1470025" cy="2768600"/>
            <a:chOff x="2442" y="2012"/>
            <a:chExt cx="926" cy="1744"/>
          </a:xfrm>
        </p:grpSpPr>
        <p:sp>
          <p:nvSpPr>
            <p:cNvPr id="41990" name="Freeform 1720">
              <a:extLst>
                <a:ext uri="{FF2B5EF4-FFF2-40B4-BE49-F238E27FC236}">
                  <a16:creationId xmlns:a16="http://schemas.microsoft.com/office/drawing/2014/main" id="{31D46CB7-6A3B-491D-85E8-9EA1E0CBC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31"/>
              <a:ext cx="877" cy="1725"/>
            </a:xfrm>
            <a:custGeom>
              <a:avLst/>
              <a:gdLst>
                <a:gd name="T0" fmla="*/ 3674 w 428"/>
                <a:gd name="T1" fmla="*/ 1701 h 789"/>
                <a:gd name="T2" fmla="*/ 3451 w 428"/>
                <a:gd name="T3" fmla="*/ 1358 h 789"/>
                <a:gd name="T4" fmla="*/ 3578 w 428"/>
                <a:gd name="T5" fmla="*/ 951 h 789"/>
                <a:gd name="T6" fmla="*/ 3578 w 428"/>
                <a:gd name="T7" fmla="*/ 951 h 789"/>
                <a:gd name="T8" fmla="*/ 3578 w 428"/>
                <a:gd name="T9" fmla="*/ 951 h 789"/>
                <a:gd name="T10" fmla="*/ 1705 w 428"/>
                <a:gd name="T11" fmla="*/ 3251 h 789"/>
                <a:gd name="T12" fmla="*/ 1658 w 428"/>
                <a:gd name="T13" fmla="*/ 3251 h 789"/>
                <a:gd name="T14" fmla="*/ 1541 w 428"/>
                <a:gd name="T15" fmla="*/ 2676 h 789"/>
                <a:gd name="T16" fmla="*/ 1318 w 428"/>
                <a:gd name="T17" fmla="*/ 1576 h 789"/>
                <a:gd name="T18" fmla="*/ 912 w 428"/>
                <a:gd name="T19" fmla="*/ 732 h 789"/>
                <a:gd name="T20" fmla="*/ 533 w 428"/>
                <a:gd name="T21" fmla="*/ 0 h 789"/>
                <a:gd name="T22" fmla="*/ 533 w 428"/>
                <a:gd name="T23" fmla="*/ 0 h 789"/>
                <a:gd name="T24" fmla="*/ 533 w 428"/>
                <a:gd name="T25" fmla="*/ 9 h 789"/>
                <a:gd name="T26" fmla="*/ 352 w 428"/>
                <a:gd name="T27" fmla="*/ 387 h 789"/>
                <a:gd name="T28" fmla="*/ 0 w 428"/>
                <a:gd name="T29" fmla="*/ 407 h 789"/>
                <a:gd name="T30" fmla="*/ 256 w 428"/>
                <a:gd name="T31" fmla="*/ 960 h 789"/>
                <a:gd name="T32" fmla="*/ 475 w 428"/>
                <a:gd name="T33" fmla="*/ 2140 h 789"/>
                <a:gd name="T34" fmla="*/ 982 w 428"/>
                <a:gd name="T35" fmla="*/ 3658 h 789"/>
                <a:gd name="T36" fmla="*/ 1033 w 428"/>
                <a:gd name="T37" fmla="*/ 4412 h 789"/>
                <a:gd name="T38" fmla="*/ 1033 w 428"/>
                <a:gd name="T39" fmla="*/ 8098 h 789"/>
                <a:gd name="T40" fmla="*/ 1549 w 428"/>
                <a:gd name="T41" fmla="*/ 8245 h 789"/>
                <a:gd name="T42" fmla="*/ 2065 w 428"/>
                <a:gd name="T43" fmla="*/ 8098 h 789"/>
                <a:gd name="T44" fmla="*/ 2065 w 428"/>
                <a:gd name="T45" fmla="*/ 5287 h 789"/>
                <a:gd name="T46" fmla="*/ 3682 w 428"/>
                <a:gd name="T47" fmla="*/ 1701 h 789"/>
                <a:gd name="T48" fmla="*/ 3682 w 428"/>
                <a:gd name="T49" fmla="*/ 1701 h 789"/>
                <a:gd name="T50" fmla="*/ 3674 w 428"/>
                <a:gd name="T51" fmla="*/ 1701 h 7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28" h="789">
                  <a:moveTo>
                    <a:pt x="427" y="163"/>
                  </a:moveTo>
                  <a:cubicBezTo>
                    <a:pt x="416" y="165"/>
                    <a:pt x="404" y="150"/>
                    <a:pt x="401" y="130"/>
                  </a:cubicBezTo>
                  <a:cubicBezTo>
                    <a:pt x="398" y="110"/>
                    <a:pt x="404" y="92"/>
                    <a:pt x="416" y="91"/>
                  </a:cubicBezTo>
                  <a:cubicBezTo>
                    <a:pt x="416" y="91"/>
                    <a:pt x="416" y="91"/>
                    <a:pt x="416" y="91"/>
                  </a:cubicBezTo>
                  <a:cubicBezTo>
                    <a:pt x="416" y="91"/>
                    <a:pt x="416" y="91"/>
                    <a:pt x="416" y="91"/>
                  </a:cubicBezTo>
                  <a:cubicBezTo>
                    <a:pt x="320" y="109"/>
                    <a:pt x="222" y="222"/>
                    <a:pt x="198" y="311"/>
                  </a:cubicBezTo>
                  <a:cubicBezTo>
                    <a:pt x="197" y="314"/>
                    <a:pt x="194" y="318"/>
                    <a:pt x="193" y="311"/>
                  </a:cubicBezTo>
                  <a:cubicBezTo>
                    <a:pt x="190" y="299"/>
                    <a:pt x="185" y="279"/>
                    <a:pt x="179" y="256"/>
                  </a:cubicBezTo>
                  <a:cubicBezTo>
                    <a:pt x="176" y="236"/>
                    <a:pt x="170" y="192"/>
                    <a:pt x="153" y="151"/>
                  </a:cubicBezTo>
                  <a:cubicBezTo>
                    <a:pt x="138" y="113"/>
                    <a:pt x="117" y="87"/>
                    <a:pt x="106" y="70"/>
                  </a:cubicBezTo>
                  <a:cubicBezTo>
                    <a:pt x="93" y="46"/>
                    <a:pt x="78" y="22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62" y="1"/>
                    <a:pt x="62" y="1"/>
                  </a:cubicBezTo>
                  <a:cubicBezTo>
                    <a:pt x="68" y="10"/>
                    <a:pt x="58" y="27"/>
                    <a:pt x="41" y="37"/>
                  </a:cubicBezTo>
                  <a:cubicBezTo>
                    <a:pt x="24" y="47"/>
                    <a:pt x="7" y="47"/>
                    <a:pt x="0" y="39"/>
                  </a:cubicBezTo>
                  <a:cubicBezTo>
                    <a:pt x="11" y="57"/>
                    <a:pt x="21" y="74"/>
                    <a:pt x="30" y="92"/>
                  </a:cubicBezTo>
                  <a:cubicBezTo>
                    <a:pt x="39" y="109"/>
                    <a:pt x="41" y="158"/>
                    <a:pt x="55" y="205"/>
                  </a:cubicBezTo>
                  <a:cubicBezTo>
                    <a:pt x="68" y="253"/>
                    <a:pt x="103" y="304"/>
                    <a:pt x="114" y="350"/>
                  </a:cubicBezTo>
                  <a:cubicBezTo>
                    <a:pt x="118" y="377"/>
                    <a:pt x="120" y="401"/>
                    <a:pt x="120" y="422"/>
                  </a:cubicBezTo>
                  <a:cubicBezTo>
                    <a:pt x="120" y="520"/>
                    <a:pt x="120" y="775"/>
                    <a:pt x="120" y="775"/>
                  </a:cubicBezTo>
                  <a:cubicBezTo>
                    <a:pt x="120" y="783"/>
                    <a:pt x="147" y="789"/>
                    <a:pt x="180" y="789"/>
                  </a:cubicBezTo>
                  <a:cubicBezTo>
                    <a:pt x="213" y="789"/>
                    <a:pt x="240" y="783"/>
                    <a:pt x="240" y="775"/>
                  </a:cubicBezTo>
                  <a:cubicBezTo>
                    <a:pt x="240" y="775"/>
                    <a:pt x="240" y="596"/>
                    <a:pt x="240" y="506"/>
                  </a:cubicBezTo>
                  <a:cubicBezTo>
                    <a:pt x="240" y="389"/>
                    <a:pt x="308" y="194"/>
                    <a:pt x="428" y="163"/>
                  </a:cubicBezTo>
                  <a:cubicBezTo>
                    <a:pt x="428" y="163"/>
                    <a:pt x="428" y="163"/>
                    <a:pt x="428" y="163"/>
                  </a:cubicBezTo>
                  <a:cubicBezTo>
                    <a:pt x="428" y="163"/>
                    <a:pt x="427" y="163"/>
                    <a:pt x="427" y="163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1721">
              <a:extLst>
                <a:ext uri="{FF2B5EF4-FFF2-40B4-BE49-F238E27FC236}">
                  <a16:creationId xmlns:a16="http://schemas.microsoft.com/office/drawing/2014/main" id="{7C851AB9-B7E6-479B-93BA-A7831DDC9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012"/>
              <a:ext cx="154" cy="124"/>
            </a:xfrm>
            <a:custGeom>
              <a:avLst/>
              <a:gdLst>
                <a:gd name="T0" fmla="*/ 600 w 75"/>
                <a:gd name="T1" fmla="*/ 104 h 57"/>
                <a:gd name="T2" fmla="*/ 417 w 75"/>
                <a:gd name="T3" fmla="*/ 474 h 57"/>
                <a:gd name="T4" fmla="*/ 51 w 75"/>
                <a:gd name="T5" fmla="*/ 483 h 57"/>
                <a:gd name="T6" fmla="*/ 232 w 75"/>
                <a:gd name="T7" fmla="*/ 113 h 57"/>
                <a:gd name="T8" fmla="*/ 600 w 75"/>
                <a:gd name="T9" fmla="*/ 10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7">
                  <a:moveTo>
                    <a:pt x="69" y="10"/>
                  </a:moveTo>
                  <a:cubicBezTo>
                    <a:pt x="75" y="19"/>
                    <a:pt x="65" y="36"/>
                    <a:pt x="48" y="46"/>
                  </a:cubicBezTo>
                  <a:cubicBezTo>
                    <a:pt x="30" y="56"/>
                    <a:pt x="12" y="57"/>
                    <a:pt x="6" y="47"/>
                  </a:cubicBezTo>
                  <a:cubicBezTo>
                    <a:pt x="0" y="37"/>
                    <a:pt x="10" y="21"/>
                    <a:pt x="27" y="11"/>
                  </a:cubicBezTo>
                  <a:cubicBezTo>
                    <a:pt x="45" y="1"/>
                    <a:pt x="64" y="0"/>
                    <a:pt x="69" y="10"/>
                  </a:cubicBezTo>
                  <a:close/>
                </a:path>
              </a:pathLst>
            </a:custGeom>
            <a:solidFill>
              <a:srgbClr val="F8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1722">
              <a:extLst>
                <a:ext uri="{FF2B5EF4-FFF2-40B4-BE49-F238E27FC236}">
                  <a16:creationId xmlns:a16="http://schemas.microsoft.com/office/drawing/2014/main" id="{A4CCEA17-ECB8-45E4-A981-455A89112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029"/>
              <a:ext cx="111" cy="90"/>
            </a:xfrm>
            <a:custGeom>
              <a:avLst/>
              <a:gdLst>
                <a:gd name="T0" fmla="*/ 8 w 54"/>
                <a:gd name="T1" fmla="*/ 380 h 41"/>
                <a:gd name="T2" fmla="*/ 0 w 54"/>
                <a:gd name="T3" fmla="*/ 318 h 41"/>
                <a:gd name="T4" fmla="*/ 173 w 54"/>
                <a:gd name="T5" fmla="*/ 88 h 41"/>
                <a:gd name="T6" fmla="*/ 417 w 54"/>
                <a:gd name="T7" fmla="*/ 20 h 41"/>
                <a:gd name="T8" fmla="*/ 460 w 54"/>
                <a:gd name="T9" fmla="*/ 53 h 41"/>
                <a:gd name="T10" fmla="*/ 460 w 54"/>
                <a:gd name="T11" fmla="*/ 53 h 41"/>
                <a:gd name="T12" fmla="*/ 460 w 54"/>
                <a:gd name="T13" fmla="*/ 116 h 41"/>
                <a:gd name="T14" fmla="*/ 296 w 54"/>
                <a:gd name="T15" fmla="*/ 338 h 41"/>
                <a:gd name="T16" fmla="*/ 8 w 54"/>
                <a:gd name="T17" fmla="*/ 38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1">
                  <a:moveTo>
                    <a:pt x="1" y="36"/>
                  </a:moveTo>
                  <a:cubicBezTo>
                    <a:pt x="0" y="34"/>
                    <a:pt x="0" y="32"/>
                    <a:pt x="0" y="30"/>
                  </a:cubicBezTo>
                  <a:cubicBezTo>
                    <a:pt x="2" y="23"/>
                    <a:pt x="10" y="14"/>
                    <a:pt x="20" y="8"/>
                  </a:cubicBezTo>
                  <a:cubicBezTo>
                    <a:pt x="29" y="3"/>
                    <a:pt x="41" y="0"/>
                    <a:pt x="48" y="2"/>
                  </a:cubicBezTo>
                  <a:cubicBezTo>
                    <a:pt x="50" y="2"/>
                    <a:pt x="52" y="4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4" y="6"/>
                    <a:pt x="54" y="8"/>
                    <a:pt x="53" y="11"/>
                  </a:cubicBezTo>
                  <a:cubicBezTo>
                    <a:pt x="51" y="18"/>
                    <a:pt x="44" y="27"/>
                    <a:pt x="34" y="32"/>
                  </a:cubicBezTo>
                  <a:cubicBezTo>
                    <a:pt x="19" y="41"/>
                    <a:pt x="4" y="41"/>
                    <a:pt x="1" y="36"/>
                  </a:cubicBezTo>
                  <a:close/>
                </a:path>
              </a:pathLst>
            </a:custGeom>
            <a:solidFill>
              <a:srgbClr val="AA1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1723">
              <a:extLst>
                <a:ext uri="{FF2B5EF4-FFF2-40B4-BE49-F238E27FC236}">
                  <a16:creationId xmlns:a16="http://schemas.microsoft.com/office/drawing/2014/main" id="{BE2B008A-044B-460A-91DE-32F4AD112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029"/>
              <a:ext cx="111" cy="85"/>
            </a:xfrm>
            <a:custGeom>
              <a:avLst/>
              <a:gdLst>
                <a:gd name="T0" fmla="*/ 232 w 54"/>
                <a:gd name="T1" fmla="*/ 209 h 39"/>
                <a:gd name="T2" fmla="*/ 452 w 54"/>
                <a:gd name="T3" fmla="*/ 133 h 39"/>
                <a:gd name="T4" fmla="*/ 460 w 54"/>
                <a:gd name="T5" fmla="*/ 113 h 39"/>
                <a:gd name="T6" fmla="*/ 460 w 54"/>
                <a:gd name="T7" fmla="*/ 52 h 39"/>
                <a:gd name="T8" fmla="*/ 460 w 54"/>
                <a:gd name="T9" fmla="*/ 52 h 39"/>
                <a:gd name="T10" fmla="*/ 417 w 54"/>
                <a:gd name="T11" fmla="*/ 20 h 39"/>
                <a:gd name="T12" fmla="*/ 173 w 54"/>
                <a:gd name="T13" fmla="*/ 81 h 39"/>
                <a:gd name="T14" fmla="*/ 0 w 54"/>
                <a:gd name="T15" fmla="*/ 309 h 39"/>
                <a:gd name="T16" fmla="*/ 8 w 54"/>
                <a:gd name="T17" fmla="*/ 371 h 39"/>
                <a:gd name="T18" fmla="*/ 68 w 54"/>
                <a:gd name="T19" fmla="*/ 403 h 39"/>
                <a:gd name="T20" fmla="*/ 232 w 54"/>
                <a:gd name="T21" fmla="*/ 209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39">
                  <a:moveTo>
                    <a:pt x="27" y="20"/>
                  </a:moveTo>
                  <a:cubicBezTo>
                    <a:pt x="36" y="15"/>
                    <a:pt x="45" y="12"/>
                    <a:pt x="52" y="13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4" y="8"/>
                    <a:pt x="54" y="6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4"/>
                    <a:pt x="50" y="2"/>
                    <a:pt x="48" y="2"/>
                  </a:cubicBezTo>
                  <a:cubicBezTo>
                    <a:pt x="41" y="0"/>
                    <a:pt x="29" y="3"/>
                    <a:pt x="20" y="8"/>
                  </a:cubicBezTo>
                  <a:cubicBezTo>
                    <a:pt x="10" y="14"/>
                    <a:pt x="2" y="23"/>
                    <a:pt x="0" y="30"/>
                  </a:cubicBezTo>
                  <a:cubicBezTo>
                    <a:pt x="0" y="32"/>
                    <a:pt x="0" y="34"/>
                    <a:pt x="1" y="36"/>
                  </a:cubicBezTo>
                  <a:cubicBezTo>
                    <a:pt x="2" y="38"/>
                    <a:pt x="5" y="39"/>
                    <a:pt x="8" y="39"/>
                  </a:cubicBezTo>
                  <a:cubicBezTo>
                    <a:pt x="11" y="33"/>
                    <a:pt x="18" y="25"/>
                    <a:pt x="27" y="20"/>
                  </a:cubicBezTo>
                  <a:close/>
                </a:path>
              </a:pathLst>
            </a:custGeom>
            <a:solidFill>
              <a:srgbClr val="D041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1724">
              <a:extLst>
                <a:ext uri="{FF2B5EF4-FFF2-40B4-BE49-F238E27FC236}">
                  <a16:creationId xmlns:a16="http://schemas.microsoft.com/office/drawing/2014/main" id="{F5E53701-A86C-4831-8E58-62945E853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226"/>
              <a:ext cx="96" cy="166"/>
            </a:xfrm>
            <a:custGeom>
              <a:avLst/>
              <a:gdLst>
                <a:gd name="T0" fmla="*/ 247 w 47"/>
                <a:gd name="T1" fmla="*/ 773 h 76"/>
                <a:gd name="T2" fmla="*/ 25 w 47"/>
                <a:gd name="T3" fmla="*/ 430 h 76"/>
                <a:gd name="T4" fmla="*/ 155 w 47"/>
                <a:gd name="T5" fmla="*/ 20 h 76"/>
                <a:gd name="T6" fmla="*/ 368 w 47"/>
                <a:gd name="T7" fmla="*/ 363 h 76"/>
                <a:gd name="T8" fmla="*/ 247 w 47"/>
                <a:gd name="T9" fmla="*/ 773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6">
                  <a:moveTo>
                    <a:pt x="29" y="74"/>
                  </a:moveTo>
                  <a:cubicBezTo>
                    <a:pt x="18" y="76"/>
                    <a:pt x="6" y="61"/>
                    <a:pt x="3" y="41"/>
                  </a:cubicBezTo>
                  <a:cubicBezTo>
                    <a:pt x="0" y="21"/>
                    <a:pt x="6" y="3"/>
                    <a:pt x="18" y="2"/>
                  </a:cubicBezTo>
                  <a:cubicBezTo>
                    <a:pt x="29" y="0"/>
                    <a:pt x="40" y="15"/>
                    <a:pt x="43" y="35"/>
                  </a:cubicBezTo>
                  <a:cubicBezTo>
                    <a:pt x="47" y="55"/>
                    <a:pt x="40" y="72"/>
                    <a:pt x="29" y="74"/>
                  </a:cubicBezTo>
                  <a:close/>
                </a:path>
              </a:pathLst>
            </a:custGeom>
            <a:solidFill>
              <a:srgbClr val="F8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1725">
              <a:extLst>
                <a:ext uri="{FF2B5EF4-FFF2-40B4-BE49-F238E27FC236}">
                  <a16:creationId xmlns:a16="http://schemas.microsoft.com/office/drawing/2014/main" id="{72B4D73D-1E95-4872-BF84-D8CCA95AB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243"/>
              <a:ext cx="66" cy="131"/>
            </a:xfrm>
            <a:custGeom>
              <a:avLst/>
              <a:gdLst>
                <a:gd name="T0" fmla="*/ 107 w 32"/>
                <a:gd name="T1" fmla="*/ 0 h 60"/>
                <a:gd name="T2" fmla="*/ 149 w 32"/>
                <a:gd name="T3" fmla="*/ 20 h 60"/>
                <a:gd name="T4" fmla="*/ 264 w 32"/>
                <a:gd name="T5" fmla="*/ 290 h 60"/>
                <a:gd name="T6" fmla="*/ 229 w 32"/>
                <a:gd name="T7" fmla="*/ 581 h 60"/>
                <a:gd name="T8" fmla="*/ 184 w 32"/>
                <a:gd name="T9" fmla="*/ 624 h 60"/>
                <a:gd name="T10" fmla="*/ 184 w 32"/>
                <a:gd name="T11" fmla="*/ 624 h 60"/>
                <a:gd name="T12" fmla="*/ 132 w 32"/>
                <a:gd name="T13" fmla="*/ 605 h 60"/>
                <a:gd name="T14" fmla="*/ 17 w 32"/>
                <a:gd name="T15" fmla="*/ 334 h 60"/>
                <a:gd name="T16" fmla="*/ 107 w 32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60">
                  <a:moveTo>
                    <a:pt x="12" y="0"/>
                  </a:moveTo>
                  <a:cubicBezTo>
                    <a:pt x="13" y="0"/>
                    <a:pt x="15" y="0"/>
                    <a:pt x="17" y="2"/>
                  </a:cubicBezTo>
                  <a:cubicBezTo>
                    <a:pt x="23" y="6"/>
                    <a:pt x="28" y="16"/>
                    <a:pt x="30" y="28"/>
                  </a:cubicBezTo>
                  <a:cubicBezTo>
                    <a:pt x="32" y="39"/>
                    <a:pt x="30" y="50"/>
                    <a:pt x="26" y="56"/>
                  </a:cubicBezTo>
                  <a:cubicBezTo>
                    <a:pt x="24" y="58"/>
                    <a:pt x="23" y="60"/>
                    <a:pt x="21" y="6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19" y="60"/>
                    <a:pt x="17" y="59"/>
                    <a:pt x="15" y="58"/>
                  </a:cubicBezTo>
                  <a:cubicBezTo>
                    <a:pt x="9" y="54"/>
                    <a:pt x="4" y="43"/>
                    <a:pt x="2" y="32"/>
                  </a:cubicBezTo>
                  <a:cubicBezTo>
                    <a:pt x="0" y="15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AA1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1726">
              <a:extLst>
                <a:ext uri="{FF2B5EF4-FFF2-40B4-BE49-F238E27FC236}">
                  <a16:creationId xmlns:a16="http://schemas.microsoft.com/office/drawing/2014/main" id="{B770838E-3D5E-4465-B35C-737690AC8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243"/>
              <a:ext cx="52" cy="131"/>
            </a:xfrm>
            <a:custGeom>
              <a:avLst/>
              <a:gdLst>
                <a:gd name="T0" fmla="*/ 208 w 25"/>
                <a:gd name="T1" fmla="*/ 290 h 60"/>
                <a:gd name="T2" fmla="*/ 92 w 25"/>
                <a:gd name="T3" fmla="*/ 20 h 60"/>
                <a:gd name="T4" fmla="*/ 44 w 25"/>
                <a:gd name="T5" fmla="*/ 0 h 60"/>
                <a:gd name="T6" fmla="*/ 0 w 25"/>
                <a:gd name="T7" fmla="*/ 44 h 60"/>
                <a:gd name="T8" fmla="*/ 92 w 25"/>
                <a:gd name="T9" fmla="*/ 290 h 60"/>
                <a:gd name="T10" fmla="*/ 52 w 25"/>
                <a:gd name="T11" fmla="*/ 581 h 60"/>
                <a:gd name="T12" fmla="*/ 73 w 25"/>
                <a:gd name="T13" fmla="*/ 605 h 60"/>
                <a:gd name="T14" fmla="*/ 125 w 25"/>
                <a:gd name="T15" fmla="*/ 624 h 60"/>
                <a:gd name="T16" fmla="*/ 125 w 25"/>
                <a:gd name="T17" fmla="*/ 624 h 60"/>
                <a:gd name="T18" fmla="*/ 173 w 25"/>
                <a:gd name="T19" fmla="*/ 581 h 60"/>
                <a:gd name="T20" fmla="*/ 208 w 25"/>
                <a:gd name="T21" fmla="*/ 29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60">
                  <a:moveTo>
                    <a:pt x="23" y="28"/>
                  </a:moveTo>
                  <a:cubicBezTo>
                    <a:pt x="21" y="16"/>
                    <a:pt x="16" y="6"/>
                    <a:pt x="10" y="2"/>
                  </a:cubicBezTo>
                  <a:cubicBezTo>
                    <a:pt x="8" y="0"/>
                    <a:pt x="6" y="0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5" y="9"/>
                    <a:pt x="9" y="18"/>
                    <a:pt x="10" y="28"/>
                  </a:cubicBezTo>
                  <a:cubicBezTo>
                    <a:pt x="12" y="39"/>
                    <a:pt x="10" y="50"/>
                    <a:pt x="6" y="56"/>
                  </a:cubicBezTo>
                  <a:cubicBezTo>
                    <a:pt x="7" y="57"/>
                    <a:pt x="8" y="57"/>
                    <a:pt x="8" y="58"/>
                  </a:cubicBezTo>
                  <a:cubicBezTo>
                    <a:pt x="10" y="59"/>
                    <a:pt x="12" y="60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6" y="60"/>
                    <a:pt x="17" y="58"/>
                    <a:pt x="19" y="56"/>
                  </a:cubicBezTo>
                  <a:cubicBezTo>
                    <a:pt x="23" y="50"/>
                    <a:pt x="25" y="39"/>
                    <a:pt x="23" y="28"/>
                  </a:cubicBezTo>
                  <a:close/>
                </a:path>
              </a:pathLst>
            </a:custGeom>
            <a:solidFill>
              <a:srgbClr val="D041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1727">
              <a:extLst>
                <a:ext uri="{FF2B5EF4-FFF2-40B4-BE49-F238E27FC236}">
                  <a16:creationId xmlns:a16="http://schemas.microsoft.com/office/drawing/2014/main" id="{31E1832F-2BFC-4C3B-9F6A-134120C50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07"/>
              <a:ext cx="125" cy="406"/>
            </a:xfrm>
            <a:custGeom>
              <a:avLst/>
              <a:gdLst>
                <a:gd name="T0" fmla="*/ 0 w 61"/>
                <a:gd name="T1" fmla="*/ 0 h 186"/>
                <a:gd name="T2" fmla="*/ 180 w 61"/>
                <a:gd name="T3" fmla="*/ 810 h 186"/>
                <a:gd name="T4" fmla="*/ 525 w 61"/>
                <a:gd name="T5" fmla="*/ 1934 h 186"/>
                <a:gd name="T6" fmla="*/ 131 w 61"/>
                <a:gd name="T7" fmla="*/ 819 h 186"/>
                <a:gd name="T8" fmla="*/ 0 w 61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86">
                  <a:moveTo>
                    <a:pt x="0" y="0"/>
                  </a:moveTo>
                  <a:cubicBezTo>
                    <a:pt x="4" y="22"/>
                    <a:pt x="12" y="47"/>
                    <a:pt x="21" y="78"/>
                  </a:cubicBezTo>
                  <a:cubicBezTo>
                    <a:pt x="31" y="113"/>
                    <a:pt x="46" y="151"/>
                    <a:pt x="61" y="186"/>
                  </a:cubicBezTo>
                  <a:cubicBezTo>
                    <a:pt x="46" y="151"/>
                    <a:pt x="25" y="114"/>
                    <a:pt x="15" y="79"/>
                  </a:cubicBezTo>
                  <a:cubicBezTo>
                    <a:pt x="6" y="48"/>
                    <a:pt x="4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1728">
              <a:extLst>
                <a:ext uri="{FF2B5EF4-FFF2-40B4-BE49-F238E27FC236}">
                  <a16:creationId xmlns:a16="http://schemas.microsoft.com/office/drawing/2014/main" id="{E45595CF-F895-4CBE-9DC6-C24112815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294"/>
              <a:ext cx="295" cy="334"/>
            </a:xfrm>
            <a:custGeom>
              <a:avLst/>
              <a:gdLst>
                <a:gd name="T0" fmla="*/ 0 w 144"/>
                <a:gd name="T1" fmla="*/ 1591 h 153"/>
                <a:gd name="T2" fmla="*/ 629 w 144"/>
                <a:gd name="T3" fmla="*/ 657 h 153"/>
                <a:gd name="T4" fmla="*/ 1237 w 144"/>
                <a:gd name="T5" fmla="*/ 0 h 153"/>
                <a:gd name="T6" fmla="*/ 0 w 144"/>
                <a:gd name="T7" fmla="*/ 1591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53">
                  <a:moveTo>
                    <a:pt x="0" y="153"/>
                  </a:moveTo>
                  <a:cubicBezTo>
                    <a:pt x="17" y="121"/>
                    <a:pt x="45" y="91"/>
                    <a:pt x="73" y="63"/>
                  </a:cubicBezTo>
                  <a:cubicBezTo>
                    <a:pt x="96" y="39"/>
                    <a:pt x="117" y="15"/>
                    <a:pt x="144" y="0"/>
                  </a:cubicBezTo>
                  <a:cubicBezTo>
                    <a:pt x="85" y="33"/>
                    <a:pt x="30" y="94"/>
                    <a:pt x="0" y="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1729">
              <a:extLst>
                <a:ext uri="{FF2B5EF4-FFF2-40B4-BE49-F238E27FC236}">
                  <a16:creationId xmlns:a16="http://schemas.microsoft.com/office/drawing/2014/main" id="{2812F2DE-33B2-481C-B0FF-30ED73F5B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269"/>
              <a:ext cx="565" cy="1487"/>
            </a:xfrm>
            <a:custGeom>
              <a:avLst/>
              <a:gdLst>
                <a:gd name="T0" fmla="*/ 2360 w 276"/>
                <a:gd name="T1" fmla="*/ 564 h 680"/>
                <a:gd name="T2" fmla="*/ 2137 w 276"/>
                <a:gd name="T3" fmla="*/ 221 h 680"/>
                <a:gd name="T4" fmla="*/ 2137 w 276"/>
                <a:gd name="T5" fmla="*/ 168 h 680"/>
                <a:gd name="T6" fmla="*/ 2129 w 276"/>
                <a:gd name="T7" fmla="*/ 157 h 680"/>
                <a:gd name="T8" fmla="*/ 2129 w 276"/>
                <a:gd name="T9" fmla="*/ 105 h 680"/>
                <a:gd name="T10" fmla="*/ 2129 w 276"/>
                <a:gd name="T11" fmla="*/ 105 h 680"/>
                <a:gd name="T12" fmla="*/ 2137 w 276"/>
                <a:gd name="T13" fmla="*/ 52 h 680"/>
                <a:gd name="T14" fmla="*/ 2137 w 276"/>
                <a:gd name="T15" fmla="*/ 52 h 680"/>
                <a:gd name="T16" fmla="*/ 2137 w 276"/>
                <a:gd name="T17" fmla="*/ 0 h 680"/>
                <a:gd name="T18" fmla="*/ 2137 w 276"/>
                <a:gd name="T19" fmla="*/ 0 h 680"/>
                <a:gd name="T20" fmla="*/ 2025 w 276"/>
                <a:gd name="T21" fmla="*/ 367 h 680"/>
                <a:gd name="T22" fmla="*/ 1204 w 276"/>
                <a:gd name="T23" fmla="*/ 1474 h 680"/>
                <a:gd name="T24" fmla="*/ 508 w 276"/>
                <a:gd name="T25" fmla="*/ 4107 h 680"/>
                <a:gd name="T26" fmla="*/ 491 w 276"/>
                <a:gd name="T27" fmla="*/ 6576 h 680"/>
                <a:gd name="T28" fmla="*/ 96 w 276"/>
                <a:gd name="T29" fmla="*/ 7006 h 680"/>
                <a:gd name="T30" fmla="*/ 0 w 276"/>
                <a:gd name="T31" fmla="*/ 7092 h 680"/>
                <a:gd name="T32" fmla="*/ 240 w 276"/>
                <a:gd name="T33" fmla="*/ 7111 h 680"/>
                <a:gd name="T34" fmla="*/ 753 w 276"/>
                <a:gd name="T35" fmla="*/ 6963 h 680"/>
                <a:gd name="T36" fmla="*/ 753 w 276"/>
                <a:gd name="T37" fmla="*/ 4150 h 680"/>
                <a:gd name="T38" fmla="*/ 2368 w 276"/>
                <a:gd name="T39" fmla="*/ 564 h 680"/>
                <a:gd name="T40" fmla="*/ 2368 w 276"/>
                <a:gd name="T41" fmla="*/ 564 h 680"/>
                <a:gd name="T42" fmla="*/ 2360 w 276"/>
                <a:gd name="T43" fmla="*/ 564 h 6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76" h="680">
                  <a:moveTo>
                    <a:pt x="275" y="54"/>
                  </a:moveTo>
                  <a:cubicBezTo>
                    <a:pt x="264" y="56"/>
                    <a:pt x="252" y="41"/>
                    <a:pt x="249" y="21"/>
                  </a:cubicBezTo>
                  <a:cubicBezTo>
                    <a:pt x="249" y="19"/>
                    <a:pt x="249" y="18"/>
                    <a:pt x="249" y="16"/>
                  </a:cubicBezTo>
                  <a:cubicBezTo>
                    <a:pt x="249" y="16"/>
                    <a:pt x="249" y="15"/>
                    <a:pt x="248" y="15"/>
                  </a:cubicBezTo>
                  <a:cubicBezTo>
                    <a:pt x="248" y="13"/>
                    <a:pt x="248" y="12"/>
                    <a:pt x="248" y="10"/>
                  </a:cubicBezTo>
                  <a:cubicBezTo>
                    <a:pt x="248" y="10"/>
                    <a:pt x="248" y="10"/>
                    <a:pt x="248" y="10"/>
                  </a:cubicBezTo>
                  <a:cubicBezTo>
                    <a:pt x="248" y="8"/>
                    <a:pt x="248" y="7"/>
                    <a:pt x="249" y="5"/>
                  </a:cubicBezTo>
                  <a:cubicBezTo>
                    <a:pt x="249" y="5"/>
                    <a:pt x="249" y="5"/>
                    <a:pt x="249" y="5"/>
                  </a:cubicBezTo>
                  <a:cubicBezTo>
                    <a:pt x="249" y="3"/>
                    <a:pt x="249" y="1"/>
                    <a:pt x="249" y="0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49" y="0"/>
                    <a:pt x="245" y="24"/>
                    <a:pt x="236" y="35"/>
                  </a:cubicBezTo>
                  <a:cubicBezTo>
                    <a:pt x="212" y="62"/>
                    <a:pt x="172" y="94"/>
                    <a:pt x="140" y="141"/>
                  </a:cubicBezTo>
                  <a:cubicBezTo>
                    <a:pt x="90" y="214"/>
                    <a:pt x="64" y="306"/>
                    <a:pt x="59" y="393"/>
                  </a:cubicBezTo>
                  <a:cubicBezTo>
                    <a:pt x="56" y="447"/>
                    <a:pt x="73" y="577"/>
                    <a:pt x="57" y="629"/>
                  </a:cubicBezTo>
                  <a:cubicBezTo>
                    <a:pt x="49" y="652"/>
                    <a:pt x="33" y="655"/>
                    <a:pt x="11" y="670"/>
                  </a:cubicBezTo>
                  <a:cubicBezTo>
                    <a:pt x="9" y="671"/>
                    <a:pt x="5" y="674"/>
                    <a:pt x="0" y="678"/>
                  </a:cubicBezTo>
                  <a:cubicBezTo>
                    <a:pt x="8" y="679"/>
                    <a:pt x="18" y="680"/>
                    <a:pt x="28" y="680"/>
                  </a:cubicBezTo>
                  <a:cubicBezTo>
                    <a:pt x="61" y="680"/>
                    <a:pt x="88" y="674"/>
                    <a:pt x="88" y="666"/>
                  </a:cubicBezTo>
                  <a:cubicBezTo>
                    <a:pt x="88" y="666"/>
                    <a:pt x="88" y="487"/>
                    <a:pt x="88" y="397"/>
                  </a:cubicBezTo>
                  <a:cubicBezTo>
                    <a:pt x="88" y="280"/>
                    <a:pt x="156" y="85"/>
                    <a:pt x="276" y="54"/>
                  </a:cubicBezTo>
                  <a:cubicBezTo>
                    <a:pt x="276" y="54"/>
                    <a:pt x="276" y="54"/>
                    <a:pt x="276" y="54"/>
                  </a:cubicBezTo>
                  <a:cubicBezTo>
                    <a:pt x="276" y="54"/>
                    <a:pt x="275" y="54"/>
                    <a:pt x="275" y="54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1730">
              <a:extLst>
                <a:ext uri="{FF2B5EF4-FFF2-40B4-BE49-F238E27FC236}">
                  <a16:creationId xmlns:a16="http://schemas.microsoft.com/office/drawing/2014/main" id="{2F59C3DC-5D3F-4CA8-AD0E-9F4D44147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042"/>
              <a:ext cx="271" cy="691"/>
            </a:xfrm>
            <a:custGeom>
              <a:avLst/>
              <a:gdLst>
                <a:gd name="T0" fmla="*/ 1141 w 132"/>
                <a:gd name="T1" fmla="*/ 3232 h 316"/>
                <a:gd name="T2" fmla="*/ 1133 w 132"/>
                <a:gd name="T3" fmla="*/ 3199 h 316"/>
                <a:gd name="T4" fmla="*/ 1012 w 132"/>
                <a:gd name="T5" fmla="*/ 2626 h 316"/>
                <a:gd name="T6" fmla="*/ 788 w 132"/>
                <a:gd name="T7" fmla="*/ 1526 h 316"/>
                <a:gd name="T8" fmla="*/ 380 w 132"/>
                <a:gd name="T9" fmla="*/ 680 h 316"/>
                <a:gd name="T10" fmla="*/ 33 w 132"/>
                <a:gd name="T11" fmla="*/ 0 h 316"/>
                <a:gd name="T12" fmla="*/ 16 w 132"/>
                <a:gd name="T13" fmla="*/ 44 h 316"/>
                <a:gd name="T14" fmla="*/ 0 w 132"/>
                <a:gd name="T15" fmla="*/ 105 h 316"/>
                <a:gd name="T16" fmla="*/ 224 w 132"/>
                <a:gd name="T17" fmla="*/ 584 h 316"/>
                <a:gd name="T18" fmla="*/ 608 w 132"/>
                <a:gd name="T19" fmla="*/ 1402 h 316"/>
                <a:gd name="T20" fmla="*/ 1029 w 132"/>
                <a:gd name="T21" fmla="*/ 3022 h 316"/>
                <a:gd name="T22" fmla="*/ 1141 w 132"/>
                <a:gd name="T23" fmla="*/ 3232 h 3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316">
                  <a:moveTo>
                    <a:pt x="132" y="309"/>
                  </a:moveTo>
                  <a:cubicBezTo>
                    <a:pt x="131" y="308"/>
                    <a:pt x="131" y="308"/>
                    <a:pt x="131" y="306"/>
                  </a:cubicBezTo>
                  <a:cubicBezTo>
                    <a:pt x="128" y="294"/>
                    <a:pt x="123" y="274"/>
                    <a:pt x="117" y="251"/>
                  </a:cubicBezTo>
                  <a:cubicBezTo>
                    <a:pt x="114" y="231"/>
                    <a:pt x="108" y="187"/>
                    <a:pt x="91" y="146"/>
                  </a:cubicBezTo>
                  <a:cubicBezTo>
                    <a:pt x="76" y="108"/>
                    <a:pt x="55" y="82"/>
                    <a:pt x="44" y="65"/>
                  </a:cubicBezTo>
                  <a:cubicBezTo>
                    <a:pt x="32" y="43"/>
                    <a:pt x="18" y="21"/>
                    <a:pt x="4" y="0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6"/>
                    <a:pt x="1" y="8"/>
                    <a:pt x="0" y="10"/>
                  </a:cubicBezTo>
                  <a:cubicBezTo>
                    <a:pt x="9" y="25"/>
                    <a:pt x="18" y="40"/>
                    <a:pt x="26" y="56"/>
                  </a:cubicBezTo>
                  <a:cubicBezTo>
                    <a:pt x="30" y="65"/>
                    <a:pt x="55" y="98"/>
                    <a:pt x="70" y="134"/>
                  </a:cubicBezTo>
                  <a:cubicBezTo>
                    <a:pt x="87" y="179"/>
                    <a:pt x="113" y="273"/>
                    <a:pt x="119" y="289"/>
                  </a:cubicBezTo>
                  <a:cubicBezTo>
                    <a:pt x="120" y="293"/>
                    <a:pt x="124" y="316"/>
                    <a:pt x="132" y="309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1731">
              <a:extLst>
                <a:ext uri="{FF2B5EF4-FFF2-40B4-BE49-F238E27FC236}">
                  <a16:creationId xmlns:a16="http://schemas.microsoft.com/office/drawing/2014/main" id="{8129DAE0-4B98-408B-A1C5-9FEC883EB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064"/>
              <a:ext cx="72" cy="48"/>
            </a:xfrm>
            <a:custGeom>
              <a:avLst/>
              <a:gdLst>
                <a:gd name="T0" fmla="*/ 0 w 35"/>
                <a:gd name="T1" fmla="*/ 229 h 22"/>
                <a:gd name="T2" fmla="*/ 165 w 35"/>
                <a:gd name="T3" fmla="*/ 177 h 22"/>
                <a:gd name="T4" fmla="*/ 304 w 35"/>
                <a:gd name="T5" fmla="*/ 166 h 22"/>
                <a:gd name="T6" fmla="*/ 191 w 35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2">
                  <a:moveTo>
                    <a:pt x="0" y="22"/>
                  </a:moveTo>
                  <a:cubicBezTo>
                    <a:pt x="6" y="21"/>
                    <a:pt x="13" y="20"/>
                    <a:pt x="19" y="17"/>
                  </a:cubicBezTo>
                  <a:cubicBezTo>
                    <a:pt x="28" y="14"/>
                    <a:pt x="27" y="15"/>
                    <a:pt x="35" y="16"/>
                  </a:cubicBezTo>
                  <a:cubicBezTo>
                    <a:pt x="32" y="10"/>
                    <a:pt x="28" y="4"/>
                    <a:pt x="22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1732">
              <a:extLst>
                <a:ext uri="{FF2B5EF4-FFF2-40B4-BE49-F238E27FC236}">
                  <a16:creationId xmlns:a16="http://schemas.microsoft.com/office/drawing/2014/main" id="{E627A024-B0BA-4376-9816-CD39D077F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012"/>
              <a:ext cx="154" cy="124"/>
            </a:xfrm>
            <a:custGeom>
              <a:avLst/>
              <a:gdLst>
                <a:gd name="T0" fmla="*/ 600 w 75"/>
                <a:gd name="T1" fmla="*/ 104 h 57"/>
                <a:gd name="T2" fmla="*/ 417 w 75"/>
                <a:gd name="T3" fmla="*/ 474 h 57"/>
                <a:gd name="T4" fmla="*/ 51 w 75"/>
                <a:gd name="T5" fmla="*/ 483 h 57"/>
                <a:gd name="T6" fmla="*/ 232 w 75"/>
                <a:gd name="T7" fmla="*/ 113 h 57"/>
                <a:gd name="T8" fmla="*/ 600 w 75"/>
                <a:gd name="T9" fmla="*/ 10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7">
                  <a:moveTo>
                    <a:pt x="69" y="10"/>
                  </a:moveTo>
                  <a:cubicBezTo>
                    <a:pt x="75" y="19"/>
                    <a:pt x="65" y="36"/>
                    <a:pt x="48" y="46"/>
                  </a:cubicBezTo>
                  <a:cubicBezTo>
                    <a:pt x="30" y="56"/>
                    <a:pt x="12" y="57"/>
                    <a:pt x="6" y="47"/>
                  </a:cubicBezTo>
                  <a:cubicBezTo>
                    <a:pt x="0" y="37"/>
                    <a:pt x="10" y="21"/>
                    <a:pt x="27" y="11"/>
                  </a:cubicBezTo>
                  <a:cubicBezTo>
                    <a:pt x="45" y="1"/>
                    <a:pt x="64" y="0"/>
                    <a:pt x="69" y="1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1733">
              <a:extLst>
                <a:ext uri="{FF2B5EF4-FFF2-40B4-BE49-F238E27FC236}">
                  <a16:creationId xmlns:a16="http://schemas.microsoft.com/office/drawing/2014/main" id="{5FC2EFFA-0350-4A64-A58F-278EBC6D0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029"/>
              <a:ext cx="111" cy="90"/>
            </a:xfrm>
            <a:custGeom>
              <a:avLst/>
              <a:gdLst>
                <a:gd name="T0" fmla="*/ 8 w 54"/>
                <a:gd name="T1" fmla="*/ 380 h 41"/>
                <a:gd name="T2" fmla="*/ 0 w 54"/>
                <a:gd name="T3" fmla="*/ 318 h 41"/>
                <a:gd name="T4" fmla="*/ 173 w 54"/>
                <a:gd name="T5" fmla="*/ 88 h 41"/>
                <a:gd name="T6" fmla="*/ 417 w 54"/>
                <a:gd name="T7" fmla="*/ 20 h 41"/>
                <a:gd name="T8" fmla="*/ 460 w 54"/>
                <a:gd name="T9" fmla="*/ 53 h 41"/>
                <a:gd name="T10" fmla="*/ 460 w 54"/>
                <a:gd name="T11" fmla="*/ 53 h 41"/>
                <a:gd name="T12" fmla="*/ 460 w 54"/>
                <a:gd name="T13" fmla="*/ 116 h 41"/>
                <a:gd name="T14" fmla="*/ 296 w 54"/>
                <a:gd name="T15" fmla="*/ 338 h 41"/>
                <a:gd name="T16" fmla="*/ 8 w 54"/>
                <a:gd name="T17" fmla="*/ 38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1">
                  <a:moveTo>
                    <a:pt x="1" y="36"/>
                  </a:moveTo>
                  <a:cubicBezTo>
                    <a:pt x="0" y="34"/>
                    <a:pt x="0" y="32"/>
                    <a:pt x="0" y="30"/>
                  </a:cubicBezTo>
                  <a:cubicBezTo>
                    <a:pt x="2" y="23"/>
                    <a:pt x="10" y="14"/>
                    <a:pt x="20" y="8"/>
                  </a:cubicBezTo>
                  <a:cubicBezTo>
                    <a:pt x="29" y="3"/>
                    <a:pt x="41" y="0"/>
                    <a:pt x="48" y="2"/>
                  </a:cubicBezTo>
                  <a:cubicBezTo>
                    <a:pt x="50" y="2"/>
                    <a:pt x="52" y="4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4" y="6"/>
                    <a:pt x="54" y="8"/>
                    <a:pt x="53" y="11"/>
                  </a:cubicBezTo>
                  <a:cubicBezTo>
                    <a:pt x="51" y="18"/>
                    <a:pt x="44" y="27"/>
                    <a:pt x="34" y="32"/>
                  </a:cubicBezTo>
                  <a:cubicBezTo>
                    <a:pt x="19" y="41"/>
                    <a:pt x="4" y="41"/>
                    <a:pt x="1" y="3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1734">
              <a:extLst>
                <a:ext uri="{FF2B5EF4-FFF2-40B4-BE49-F238E27FC236}">
                  <a16:creationId xmlns:a16="http://schemas.microsoft.com/office/drawing/2014/main" id="{A894CDCE-FAA6-4093-A714-DAAF9E933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226"/>
              <a:ext cx="96" cy="166"/>
            </a:xfrm>
            <a:custGeom>
              <a:avLst/>
              <a:gdLst>
                <a:gd name="T0" fmla="*/ 247 w 47"/>
                <a:gd name="T1" fmla="*/ 773 h 76"/>
                <a:gd name="T2" fmla="*/ 25 w 47"/>
                <a:gd name="T3" fmla="*/ 430 h 76"/>
                <a:gd name="T4" fmla="*/ 155 w 47"/>
                <a:gd name="T5" fmla="*/ 20 h 76"/>
                <a:gd name="T6" fmla="*/ 368 w 47"/>
                <a:gd name="T7" fmla="*/ 363 h 76"/>
                <a:gd name="T8" fmla="*/ 247 w 47"/>
                <a:gd name="T9" fmla="*/ 773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6">
                  <a:moveTo>
                    <a:pt x="29" y="74"/>
                  </a:moveTo>
                  <a:cubicBezTo>
                    <a:pt x="18" y="76"/>
                    <a:pt x="6" y="61"/>
                    <a:pt x="3" y="41"/>
                  </a:cubicBezTo>
                  <a:cubicBezTo>
                    <a:pt x="0" y="21"/>
                    <a:pt x="6" y="3"/>
                    <a:pt x="18" y="2"/>
                  </a:cubicBezTo>
                  <a:cubicBezTo>
                    <a:pt x="29" y="0"/>
                    <a:pt x="40" y="15"/>
                    <a:pt x="43" y="35"/>
                  </a:cubicBezTo>
                  <a:cubicBezTo>
                    <a:pt x="47" y="55"/>
                    <a:pt x="40" y="72"/>
                    <a:pt x="29" y="7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1735">
              <a:extLst>
                <a:ext uri="{FF2B5EF4-FFF2-40B4-BE49-F238E27FC236}">
                  <a16:creationId xmlns:a16="http://schemas.microsoft.com/office/drawing/2014/main" id="{6A4D70B5-95A8-4ED3-A85B-6E7848469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243"/>
              <a:ext cx="66" cy="131"/>
            </a:xfrm>
            <a:custGeom>
              <a:avLst/>
              <a:gdLst>
                <a:gd name="T0" fmla="*/ 107 w 32"/>
                <a:gd name="T1" fmla="*/ 0 h 60"/>
                <a:gd name="T2" fmla="*/ 149 w 32"/>
                <a:gd name="T3" fmla="*/ 20 h 60"/>
                <a:gd name="T4" fmla="*/ 264 w 32"/>
                <a:gd name="T5" fmla="*/ 290 h 60"/>
                <a:gd name="T6" fmla="*/ 229 w 32"/>
                <a:gd name="T7" fmla="*/ 581 h 60"/>
                <a:gd name="T8" fmla="*/ 184 w 32"/>
                <a:gd name="T9" fmla="*/ 624 h 60"/>
                <a:gd name="T10" fmla="*/ 184 w 32"/>
                <a:gd name="T11" fmla="*/ 624 h 60"/>
                <a:gd name="T12" fmla="*/ 132 w 32"/>
                <a:gd name="T13" fmla="*/ 605 h 60"/>
                <a:gd name="T14" fmla="*/ 17 w 32"/>
                <a:gd name="T15" fmla="*/ 334 h 60"/>
                <a:gd name="T16" fmla="*/ 107 w 32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60">
                  <a:moveTo>
                    <a:pt x="12" y="0"/>
                  </a:moveTo>
                  <a:cubicBezTo>
                    <a:pt x="13" y="0"/>
                    <a:pt x="15" y="0"/>
                    <a:pt x="17" y="2"/>
                  </a:cubicBezTo>
                  <a:cubicBezTo>
                    <a:pt x="23" y="6"/>
                    <a:pt x="28" y="16"/>
                    <a:pt x="30" y="28"/>
                  </a:cubicBezTo>
                  <a:cubicBezTo>
                    <a:pt x="32" y="39"/>
                    <a:pt x="30" y="50"/>
                    <a:pt x="26" y="56"/>
                  </a:cubicBezTo>
                  <a:cubicBezTo>
                    <a:pt x="24" y="58"/>
                    <a:pt x="23" y="60"/>
                    <a:pt x="21" y="6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19" y="60"/>
                    <a:pt x="17" y="59"/>
                    <a:pt x="15" y="58"/>
                  </a:cubicBezTo>
                  <a:cubicBezTo>
                    <a:pt x="9" y="54"/>
                    <a:pt x="4" y="43"/>
                    <a:pt x="2" y="32"/>
                  </a:cubicBezTo>
                  <a:cubicBezTo>
                    <a:pt x="0" y="15"/>
                    <a:pt x="5" y="1"/>
                    <a:pt x="12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1736">
              <a:extLst>
                <a:ext uri="{FF2B5EF4-FFF2-40B4-BE49-F238E27FC236}">
                  <a16:creationId xmlns:a16="http://schemas.microsoft.com/office/drawing/2014/main" id="{C962C23B-80EB-4227-AF6D-C386CA832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31"/>
              <a:ext cx="877" cy="1725"/>
            </a:xfrm>
            <a:custGeom>
              <a:avLst/>
              <a:gdLst>
                <a:gd name="T0" fmla="*/ 3674 w 428"/>
                <a:gd name="T1" fmla="*/ 1701 h 789"/>
                <a:gd name="T2" fmla="*/ 3451 w 428"/>
                <a:gd name="T3" fmla="*/ 1358 h 789"/>
                <a:gd name="T4" fmla="*/ 3578 w 428"/>
                <a:gd name="T5" fmla="*/ 951 h 789"/>
                <a:gd name="T6" fmla="*/ 3578 w 428"/>
                <a:gd name="T7" fmla="*/ 951 h 789"/>
                <a:gd name="T8" fmla="*/ 3578 w 428"/>
                <a:gd name="T9" fmla="*/ 951 h 789"/>
                <a:gd name="T10" fmla="*/ 1705 w 428"/>
                <a:gd name="T11" fmla="*/ 3251 h 789"/>
                <a:gd name="T12" fmla="*/ 1658 w 428"/>
                <a:gd name="T13" fmla="*/ 3251 h 789"/>
                <a:gd name="T14" fmla="*/ 1541 w 428"/>
                <a:gd name="T15" fmla="*/ 2676 h 789"/>
                <a:gd name="T16" fmla="*/ 1318 w 428"/>
                <a:gd name="T17" fmla="*/ 1576 h 789"/>
                <a:gd name="T18" fmla="*/ 912 w 428"/>
                <a:gd name="T19" fmla="*/ 732 h 789"/>
                <a:gd name="T20" fmla="*/ 533 w 428"/>
                <a:gd name="T21" fmla="*/ 0 h 789"/>
                <a:gd name="T22" fmla="*/ 533 w 428"/>
                <a:gd name="T23" fmla="*/ 0 h 789"/>
                <a:gd name="T24" fmla="*/ 533 w 428"/>
                <a:gd name="T25" fmla="*/ 9 h 789"/>
                <a:gd name="T26" fmla="*/ 352 w 428"/>
                <a:gd name="T27" fmla="*/ 387 h 789"/>
                <a:gd name="T28" fmla="*/ 0 w 428"/>
                <a:gd name="T29" fmla="*/ 407 h 789"/>
                <a:gd name="T30" fmla="*/ 256 w 428"/>
                <a:gd name="T31" fmla="*/ 960 h 789"/>
                <a:gd name="T32" fmla="*/ 475 w 428"/>
                <a:gd name="T33" fmla="*/ 2140 h 789"/>
                <a:gd name="T34" fmla="*/ 982 w 428"/>
                <a:gd name="T35" fmla="*/ 3658 h 789"/>
                <a:gd name="T36" fmla="*/ 1033 w 428"/>
                <a:gd name="T37" fmla="*/ 4412 h 789"/>
                <a:gd name="T38" fmla="*/ 1033 w 428"/>
                <a:gd name="T39" fmla="*/ 8098 h 789"/>
                <a:gd name="T40" fmla="*/ 1549 w 428"/>
                <a:gd name="T41" fmla="*/ 8245 h 789"/>
                <a:gd name="T42" fmla="*/ 2065 w 428"/>
                <a:gd name="T43" fmla="*/ 8098 h 789"/>
                <a:gd name="T44" fmla="*/ 2065 w 428"/>
                <a:gd name="T45" fmla="*/ 5287 h 789"/>
                <a:gd name="T46" fmla="*/ 3682 w 428"/>
                <a:gd name="T47" fmla="*/ 1701 h 789"/>
                <a:gd name="T48" fmla="*/ 3682 w 428"/>
                <a:gd name="T49" fmla="*/ 1701 h 789"/>
                <a:gd name="T50" fmla="*/ 3674 w 428"/>
                <a:gd name="T51" fmla="*/ 1701 h 7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28" h="789">
                  <a:moveTo>
                    <a:pt x="427" y="163"/>
                  </a:moveTo>
                  <a:cubicBezTo>
                    <a:pt x="416" y="165"/>
                    <a:pt x="404" y="150"/>
                    <a:pt x="401" y="130"/>
                  </a:cubicBezTo>
                  <a:cubicBezTo>
                    <a:pt x="398" y="110"/>
                    <a:pt x="404" y="92"/>
                    <a:pt x="416" y="91"/>
                  </a:cubicBezTo>
                  <a:cubicBezTo>
                    <a:pt x="416" y="91"/>
                    <a:pt x="416" y="91"/>
                    <a:pt x="416" y="91"/>
                  </a:cubicBezTo>
                  <a:cubicBezTo>
                    <a:pt x="416" y="91"/>
                    <a:pt x="416" y="91"/>
                    <a:pt x="416" y="91"/>
                  </a:cubicBezTo>
                  <a:cubicBezTo>
                    <a:pt x="320" y="109"/>
                    <a:pt x="222" y="222"/>
                    <a:pt x="198" y="311"/>
                  </a:cubicBezTo>
                  <a:cubicBezTo>
                    <a:pt x="197" y="314"/>
                    <a:pt x="194" y="318"/>
                    <a:pt x="193" y="311"/>
                  </a:cubicBezTo>
                  <a:cubicBezTo>
                    <a:pt x="190" y="299"/>
                    <a:pt x="185" y="279"/>
                    <a:pt x="179" y="256"/>
                  </a:cubicBezTo>
                  <a:cubicBezTo>
                    <a:pt x="176" y="236"/>
                    <a:pt x="170" y="192"/>
                    <a:pt x="153" y="151"/>
                  </a:cubicBezTo>
                  <a:cubicBezTo>
                    <a:pt x="138" y="113"/>
                    <a:pt x="117" y="87"/>
                    <a:pt x="106" y="70"/>
                  </a:cubicBezTo>
                  <a:cubicBezTo>
                    <a:pt x="93" y="46"/>
                    <a:pt x="78" y="22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62" y="1"/>
                    <a:pt x="62" y="1"/>
                  </a:cubicBezTo>
                  <a:cubicBezTo>
                    <a:pt x="68" y="10"/>
                    <a:pt x="58" y="27"/>
                    <a:pt x="41" y="37"/>
                  </a:cubicBezTo>
                  <a:cubicBezTo>
                    <a:pt x="24" y="47"/>
                    <a:pt x="7" y="47"/>
                    <a:pt x="0" y="39"/>
                  </a:cubicBezTo>
                  <a:cubicBezTo>
                    <a:pt x="11" y="57"/>
                    <a:pt x="21" y="74"/>
                    <a:pt x="30" y="92"/>
                  </a:cubicBezTo>
                  <a:cubicBezTo>
                    <a:pt x="43" y="121"/>
                    <a:pt x="41" y="158"/>
                    <a:pt x="55" y="205"/>
                  </a:cubicBezTo>
                  <a:cubicBezTo>
                    <a:pt x="68" y="253"/>
                    <a:pt x="103" y="304"/>
                    <a:pt x="114" y="350"/>
                  </a:cubicBezTo>
                  <a:cubicBezTo>
                    <a:pt x="118" y="377"/>
                    <a:pt x="120" y="401"/>
                    <a:pt x="120" y="422"/>
                  </a:cubicBezTo>
                  <a:cubicBezTo>
                    <a:pt x="120" y="520"/>
                    <a:pt x="120" y="775"/>
                    <a:pt x="120" y="775"/>
                  </a:cubicBezTo>
                  <a:cubicBezTo>
                    <a:pt x="120" y="783"/>
                    <a:pt x="147" y="789"/>
                    <a:pt x="180" y="789"/>
                  </a:cubicBezTo>
                  <a:cubicBezTo>
                    <a:pt x="213" y="789"/>
                    <a:pt x="240" y="783"/>
                    <a:pt x="240" y="775"/>
                  </a:cubicBezTo>
                  <a:cubicBezTo>
                    <a:pt x="240" y="775"/>
                    <a:pt x="240" y="596"/>
                    <a:pt x="240" y="506"/>
                  </a:cubicBezTo>
                  <a:cubicBezTo>
                    <a:pt x="240" y="389"/>
                    <a:pt x="308" y="194"/>
                    <a:pt x="428" y="163"/>
                  </a:cubicBezTo>
                  <a:cubicBezTo>
                    <a:pt x="428" y="163"/>
                    <a:pt x="428" y="163"/>
                    <a:pt x="428" y="163"/>
                  </a:cubicBezTo>
                  <a:cubicBezTo>
                    <a:pt x="428" y="163"/>
                    <a:pt x="427" y="163"/>
                    <a:pt x="427" y="16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7A739659-2A4C-4609-80D9-3635F08E4AB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Negative remodeling</a:t>
            </a:r>
          </a:p>
        </p:txBody>
      </p:sp>
      <p:grpSp>
        <p:nvGrpSpPr>
          <p:cNvPr id="43010" name="Negative-remodeling-artery-diagram">
            <a:extLst>
              <a:ext uri="{FF2B5EF4-FFF2-40B4-BE49-F238E27FC236}">
                <a16:creationId xmlns:a16="http://schemas.microsoft.com/office/drawing/2014/main" id="{6CEDFBA9-773B-44A2-B765-40D4D03E7156}"/>
              </a:ext>
            </a:extLst>
          </p:cNvPr>
          <p:cNvGrpSpPr>
            <a:grpSpLocks/>
          </p:cNvGrpSpPr>
          <p:nvPr/>
        </p:nvGrpSpPr>
        <p:grpSpPr bwMode="auto">
          <a:xfrm>
            <a:off x="3351213" y="2500313"/>
            <a:ext cx="5489575" cy="2584450"/>
            <a:chOff x="1151" y="1341"/>
            <a:chExt cx="3458" cy="1628"/>
          </a:xfrm>
        </p:grpSpPr>
        <p:grpSp>
          <p:nvGrpSpPr>
            <p:cNvPr id="43011" name="Group 4">
              <a:extLst>
                <a:ext uri="{FF2B5EF4-FFF2-40B4-BE49-F238E27FC236}">
                  <a16:creationId xmlns:a16="http://schemas.microsoft.com/office/drawing/2014/main" id="{F30EED94-7939-4493-9560-CAD56C8C69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51" y="1341"/>
              <a:ext cx="3458" cy="1628"/>
              <a:chOff x="1151" y="1341"/>
              <a:chExt cx="3458" cy="1628"/>
            </a:xfrm>
          </p:grpSpPr>
          <p:sp>
            <p:nvSpPr>
              <p:cNvPr id="43126" name="Freeform 5">
                <a:extLst>
                  <a:ext uri="{FF2B5EF4-FFF2-40B4-BE49-F238E27FC236}">
                    <a16:creationId xmlns:a16="http://schemas.microsoft.com/office/drawing/2014/main" id="{9CEC9270-5A7A-442C-AF9A-C0CE35F1D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476"/>
                <a:ext cx="3308" cy="1491"/>
              </a:xfrm>
              <a:custGeom>
                <a:avLst/>
                <a:gdLst>
                  <a:gd name="T0" fmla="*/ 20681 w 1323"/>
                  <a:gd name="T1" fmla="*/ 1083 h 596"/>
                  <a:gd name="T2" fmla="*/ 17930 w 1323"/>
                  <a:gd name="T3" fmla="*/ 4506 h 596"/>
                  <a:gd name="T4" fmla="*/ 20681 w 1323"/>
                  <a:gd name="T5" fmla="*/ 7998 h 596"/>
                  <a:gd name="T6" fmla="*/ 16555 w 1323"/>
                  <a:gd name="T7" fmla="*/ 8048 h 596"/>
                  <a:gd name="T8" fmla="*/ 11754 w 1323"/>
                  <a:gd name="T9" fmla="*/ 7265 h 596"/>
                  <a:gd name="T10" fmla="*/ 5208 w 1323"/>
                  <a:gd name="T11" fmla="*/ 8343 h 596"/>
                  <a:gd name="T12" fmla="*/ 2125 w 1323"/>
                  <a:gd name="T13" fmla="*/ 8048 h 596"/>
                  <a:gd name="T14" fmla="*/ 0 w 1323"/>
                  <a:gd name="T15" fmla="*/ 3035 h 596"/>
                  <a:gd name="T16" fmla="*/ 2425 w 1323"/>
                  <a:gd name="T17" fmla="*/ 158 h 596"/>
                  <a:gd name="T18" fmla="*/ 4876 w 1323"/>
                  <a:gd name="T19" fmla="*/ 125 h 596"/>
                  <a:gd name="T20" fmla="*/ 8304 w 1323"/>
                  <a:gd name="T21" fmla="*/ 1208 h 596"/>
                  <a:gd name="T22" fmla="*/ 17338 w 1323"/>
                  <a:gd name="T23" fmla="*/ 658 h 596"/>
                  <a:gd name="T24" fmla="*/ 20538 w 1323"/>
                  <a:gd name="T25" fmla="*/ 708 h 596"/>
                  <a:gd name="T26" fmla="*/ 20681 w 1323"/>
                  <a:gd name="T27" fmla="*/ 1083 h 59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23" h="596">
                    <a:moveTo>
                      <a:pt x="1323" y="69"/>
                    </a:moveTo>
                    <a:cubicBezTo>
                      <a:pt x="1222" y="92"/>
                      <a:pt x="1147" y="180"/>
                      <a:pt x="1147" y="288"/>
                    </a:cubicBezTo>
                    <a:cubicBezTo>
                      <a:pt x="1147" y="396"/>
                      <a:pt x="1222" y="487"/>
                      <a:pt x="1323" y="511"/>
                    </a:cubicBezTo>
                    <a:cubicBezTo>
                      <a:pt x="1268" y="596"/>
                      <a:pt x="1059" y="514"/>
                      <a:pt x="1059" y="514"/>
                    </a:cubicBezTo>
                    <a:cubicBezTo>
                      <a:pt x="1059" y="514"/>
                      <a:pt x="795" y="482"/>
                      <a:pt x="752" y="464"/>
                    </a:cubicBezTo>
                    <a:cubicBezTo>
                      <a:pt x="709" y="445"/>
                      <a:pt x="333" y="533"/>
                      <a:pt x="333" y="533"/>
                    </a:cubicBezTo>
                    <a:cubicBezTo>
                      <a:pt x="333" y="533"/>
                      <a:pt x="203" y="538"/>
                      <a:pt x="136" y="514"/>
                    </a:cubicBezTo>
                    <a:cubicBezTo>
                      <a:pt x="69" y="490"/>
                      <a:pt x="0" y="280"/>
                      <a:pt x="0" y="194"/>
                    </a:cubicBezTo>
                    <a:cubicBezTo>
                      <a:pt x="0" y="109"/>
                      <a:pt x="155" y="10"/>
                      <a:pt x="155" y="10"/>
                    </a:cubicBezTo>
                    <a:cubicBezTo>
                      <a:pt x="312" y="8"/>
                      <a:pt x="312" y="8"/>
                      <a:pt x="312" y="8"/>
                    </a:cubicBezTo>
                    <a:cubicBezTo>
                      <a:pt x="531" y="77"/>
                      <a:pt x="531" y="77"/>
                      <a:pt x="531" y="77"/>
                    </a:cubicBezTo>
                    <a:cubicBezTo>
                      <a:pt x="531" y="77"/>
                      <a:pt x="933" y="85"/>
                      <a:pt x="1109" y="42"/>
                    </a:cubicBezTo>
                    <a:cubicBezTo>
                      <a:pt x="1285" y="0"/>
                      <a:pt x="1314" y="45"/>
                      <a:pt x="1314" y="45"/>
                    </a:cubicBezTo>
                    <a:lnTo>
                      <a:pt x="1323" y="69"/>
                    </a:ln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7" name="Freeform 6">
                <a:extLst>
                  <a:ext uri="{FF2B5EF4-FFF2-40B4-BE49-F238E27FC236}">
                    <a16:creationId xmlns:a16="http://schemas.microsoft.com/office/drawing/2014/main" id="{848CEC9B-D868-447E-BA2F-6606DDC85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476"/>
                <a:ext cx="3308" cy="1491"/>
              </a:xfrm>
              <a:custGeom>
                <a:avLst/>
                <a:gdLst>
                  <a:gd name="T0" fmla="*/ 20681 w 1323"/>
                  <a:gd name="T1" fmla="*/ 1083 h 596"/>
                  <a:gd name="T2" fmla="*/ 17930 w 1323"/>
                  <a:gd name="T3" fmla="*/ 4506 h 596"/>
                  <a:gd name="T4" fmla="*/ 20681 w 1323"/>
                  <a:gd name="T5" fmla="*/ 7998 h 596"/>
                  <a:gd name="T6" fmla="*/ 16555 w 1323"/>
                  <a:gd name="T7" fmla="*/ 8048 h 596"/>
                  <a:gd name="T8" fmla="*/ 11754 w 1323"/>
                  <a:gd name="T9" fmla="*/ 7265 h 596"/>
                  <a:gd name="T10" fmla="*/ 5208 w 1323"/>
                  <a:gd name="T11" fmla="*/ 8343 h 596"/>
                  <a:gd name="T12" fmla="*/ 2125 w 1323"/>
                  <a:gd name="T13" fmla="*/ 8048 h 596"/>
                  <a:gd name="T14" fmla="*/ 0 w 1323"/>
                  <a:gd name="T15" fmla="*/ 3035 h 596"/>
                  <a:gd name="T16" fmla="*/ 2425 w 1323"/>
                  <a:gd name="T17" fmla="*/ 158 h 596"/>
                  <a:gd name="T18" fmla="*/ 4876 w 1323"/>
                  <a:gd name="T19" fmla="*/ 125 h 596"/>
                  <a:gd name="T20" fmla="*/ 8304 w 1323"/>
                  <a:gd name="T21" fmla="*/ 1208 h 596"/>
                  <a:gd name="T22" fmla="*/ 17338 w 1323"/>
                  <a:gd name="T23" fmla="*/ 658 h 596"/>
                  <a:gd name="T24" fmla="*/ 20538 w 1323"/>
                  <a:gd name="T25" fmla="*/ 708 h 596"/>
                  <a:gd name="T26" fmla="*/ 20681 w 1323"/>
                  <a:gd name="T27" fmla="*/ 1083 h 59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23" h="596">
                    <a:moveTo>
                      <a:pt x="1323" y="69"/>
                    </a:moveTo>
                    <a:cubicBezTo>
                      <a:pt x="1222" y="92"/>
                      <a:pt x="1147" y="180"/>
                      <a:pt x="1147" y="288"/>
                    </a:cubicBezTo>
                    <a:cubicBezTo>
                      <a:pt x="1147" y="396"/>
                      <a:pt x="1222" y="487"/>
                      <a:pt x="1323" y="511"/>
                    </a:cubicBezTo>
                    <a:cubicBezTo>
                      <a:pt x="1268" y="596"/>
                      <a:pt x="1059" y="514"/>
                      <a:pt x="1059" y="514"/>
                    </a:cubicBezTo>
                    <a:cubicBezTo>
                      <a:pt x="1059" y="514"/>
                      <a:pt x="795" y="482"/>
                      <a:pt x="752" y="464"/>
                    </a:cubicBezTo>
                    <a:cubicBezTo>
                      <a:pt x="709" y="445"/>
                      <a:pt x="333" y="533"/>
                      <a:pt x="333" y="533"/>
                    </a:cubicBezTo>
                    <a:cubicBezTo>
                      <a:pt x="333" y="533"/>
                      <a:pt x="203" y="538"/>
                      <a:pt x="136" y="514"/>
                    </a:cubicBezTo>
                    <a:cubicBezTo>
                      <a:pt x="69" y="490"/>
                      <a:pt x="0" y="280"/>
                      <a:pt x="0" y="194"/>
                    </a:cubicBezTo>
                    <a:cubicBezTo>
                      <a:pt x="0" y="109"/>
                      <a:pt x="155" y="10"/>
                      <a:pt x="155" y="10"/>
                    </a:cubicBezTo>
                    <a:cubicBezTo>
                      <a:pt x="312" y="8"/>
                      <a:pt x="312" y="8"/>
                      <a:pt x="312" y="8"/>
                    </a:cubicBezTo>
                    <a:cubicBezTo>
                      <a:pt x="531" y="77"/>
                      <a:pt x="531" y="77"/>
                      <a:pt x="531" y="77"/>
                    </a:cubicBezTo>
                    <a:cubicBezTo>
                      <a:pt x="531" y="77"/>
                      <a:pt x="933" y="85"/>
                      <a:pt x="1109" y="42"/>
                    </a:cubicBezTo>
                    <a:cubicBezTo>
                      <a:pt x="1285" y="0"/>
                      <a:pt x="1314" y="45"/>
                      <a:pt x="1314" y="45"/>
                    </a:cubicBezTo>
                    <a:lnTo>
                      <a:pt x="1323" y="69"/>
                    </a:lnTo>
                    <a:close/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8" name="Freeform 7">
                <a:extLst>
                  <a:ext uri="{FF2B5EF4-FFF2-40B4-BE49-F238E27FC236}">
                    <a16:creationId xmlns:a16="http://schemas.microsoft.com/office/drawing/2014/main" id="{4AAB5527-7F3E-45A5-817F-2A4926F34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351"/>
                <a:ext cx="702" cy="1581"/>
              </a:xfrm>
              <a:custGeom>
                <a:avLst/>
                <a:gdLst>
                  <a:gd name="T0" fmla="*/ 4369 w 281"/>
                  <a:gd name="T1" fmla="*/ 0 h 632"/>
                  <a:gd name="T2" fmla="*/ 0 w 281"/>
                  <a:gd name="T3" fmla="*/ 4943 h 632"/>
                  <a:gd name="T4" fmla="*/ 4382 w 281"/>
                  <a:gd name="T5" fmla="*/ 9894 h 632"/>
                  <a:gd name="T6" fmla="*/ 4369 w 281"/>
                  <a:gd name="T7" fmla="*/ 8593 h 632"/>
                  <a:gd name="T8" fmla="*/ 1479 w 281"/>
                  <a:gd name="T9" fmla="*/ 4943 h 632"/>
                  <a:gd name="T10" fmla="*/ 4369 w 281"/>
                  <a:gd name="T11" fmla="*/ 1301 h 632"/>
                  <a:gd name="T12" fmla="*/ 4369 w 281"/>
                  <a:gd name="T13" fmla="*/ 0 h 6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1" h="632">
                    <a:moveTo>
                      <a:pt x="280" y="0"/>
                    </a:moveTo>
                    <a:cubicBezTo>
                      <a:pt x="122" y="18"/>
                      <a:pt x="0" y="153"/>
                      <a:pt x="0" y="316"/>
                    </a:cubicBezTo>
                    <a:cubicBezTo>
                      <a:pt x="0" y="479"/>
                      <a:pt x="122" y="614"/>
                      <a:pt x="281" y="632"/>
                    </a:cubicBezTo>
                    <a:cubicBezTo>
                      <a:pt x="280" y="549"/>
                      <a:pt x="280" y="549"/>
                      <a:pt x="280" y="549"/>
                    </a:cubicBezTo>
                    <a:cubicBezTo>
                      <a:pt x="174" y="524"/>
                      <a:pt x="95" y="429"/>
                      <a:pt x="95" y="316"/>
                    </a:cubicBezTo>
                    <a:cubicBezTo>
                      <a:pt x="95" y="203"/>
                      <a:pt x="174" y="108"/>
                      <a:pt x="280" y="83"/>
                    </a:cubicBezTo>
                    <a:lnTo>
                      <a:pt x="280" y="0"/>
                    </a:lnTo>
                    <a:close/>
                  </a:path>
                </a:pathLst>
              </a:custGeom>
              <a:solidFill>
                <a:srgbClr val="F9C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9" name="Freeform 8">
                <a:extLst>
                  <a:ext uri="{FF2B5EF4-FFF2-40B4-BE49-F238E27FC236}">
                    <a16:creationId xmlns:a16="http://schemas.microsoft.com/office/drawing/2014/main" id="{C84DE9B6-D869-4ECD-A79C-2102915B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341"/>
                <a:ext cx="2760" cy="818"/>
              </a:xfrm>
              <a:custGeom>
                <a:avLst/>
                <a:gdLst>
                  <a:gd name="T0" fmla="*/ 17250 w 1104"/>
                  <a:gd name="T1" fmla="*/ 550 h 327"/>
                  <a:gd name="T2" fmla="*/ 12813 w 1104"/>
                  <a:gd name="T3" fmla="*/ 658 h 327"/>
                  <a:gd name="T4" fmla="*/ 6458 w 1104"/>
                  <a:gd name="T5" fmla="*/ 833 h 327"/>
                  <a:gd name="T6" fmla="*/ 33 w 1104"/>
                  <a:gd name="T7" fmla="*/ 63 h 327"/>
                  <a:gd name="T8" fmla="*/ 0 w 1104"/>
                  <a:gd name="T9" fmla="*/ 1363 h 327"/>
                  <a:gd name="T10" fmla="*/ 3220 w 1104"/>
                  <a:gd name="T11" fmla="*/ 2567 h 327"/>
                  <a:gd name="T12" fmla="*/ 12050 w 1104"/>
                  <a:gd name="T13" fmla="*/ 3179 h 327"/>
                  <a:gd name="T14" fmla="*/ 17238 w 1104"/>
                  <a:gd name="T15" fmla="*/ 1926 h 327"/>
                  <a:gd name="T16" fmla="*/ 17250 w 1104"/>
                  <a:gd name="T17" fmla="*/ 550 h 3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4" h="327">
                    <a:moveTo>
                      <a:pt x="1104" y="35"/>
                    </a:moveTo>
                    <a:cubicBezTo>
                      <a:pt x="1104" y="35"/>
                      <a:pt x="939" y="27"/>
                      <a:pt x="820" y="42"/>
                    </a:cubicBezTo>
                    <a:cubicBezTo>
                      <a:pt x="738" y="53"/>
                      <a:pt x="537" y="80"/>
                      <a:pt x="413" y="53"/>
                    </a:cubicBezTo>
                    <a:cubicBezTo>
                      <a:pt x="294" y="28"/>
                      <a:pt x="167" y="0"/>
                      <a:pt x="2" y="4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78" y="85"/>
                      <a:pt x="206" y="164"/>
                    </a:cubicBezTo>
                    <a:cubicBezTo>
                      <a:pt x="284" y="212"/>
                      <a:pt x="543" y="327"/>
                      <a:pt x="771" y="203"/>
                    </a:cubicBezTo>
                    <a:cubicBezTo>
                      <a:pt x="999" y="79"/>
                      <a:pt x="1103" y="123"/>
                      <a:pt x="1103" y="123"/>
                    </a:cubicBezTo>
                    <a:lnTo>
                      <a:pt x="1104" y="35"/>
                    </a:lnTo>
                    <a:close/>
                  </a:path>
                </a:pathLst>
              </a:custGeom>
              <a:solidFill>
                <a:srgbClr val="F5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0" name="Freeform 9">
                <a:extLst>
                  <a:ext uri="{FF2B5EF4-FFF2-40B4-BE49-F238E27FC236}">
                    <a16:creationId xmlns:a16="http://schemas.microsoft.com/office/drawing/2014/main" id="{C34E251C-72C4-4E2A-846C-82ECC2365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244"/>
                <a:ext cx="2758" cy="725"/>
              </a:xfrm>
              <a:custGeom>
                <a:avLst/>
                <a:gdLst>
                  <a:gd name="T0" fmla="*/ 17243 w 1103"/>
                  <a:gd name="T1" fmla="*/ 4533 h 290"/>
                  <a:gd name="T2" fmla="*/ 14088 w 1103"/>
                  <a:gd name="T3" fmla="*/ 4270 h 290"/>
                  <a:gd name="T4" fmla="*/ 4721 w 1103"/>
                  <a:gd name="T5" fmla="*/ 3970 h 290"/>
                  <a:gd name="T6" fmla="*/ 0 w 1103"/>
                  <a:gd name="T7" fmla="*/ 4300 h 290"/>
                  <a:gd name="T8" fmla="*/ 0 w 1103"/>
                  <a:gd name="T9" fmla="*/ 2988 h 290"/>
                  <a:gd name="T10" fmla="*/ 3063 w 1103"/>
                  <a:gd name="T11" fmla="*/ 2333 h 290"/>
                  <a:gd name="T12" fmla="*/ 12055 w 1103"/>
                  <a:gd name="T13" fmla="*/ 1938 h 290"/>
                  <a:gd name="T14" fmla="*/ 17243 w 1103"/>
                  <a:gd name="T15" fmla="*/ 3175 h 290"/>
                  <a:gd name="T16" fmla="*/ 17243 w 1103"/>
                  <a:gd name="T17" fmla="*/ 4533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3" h="290">
                    <a:moveTo>
                      <a:pt x="1103" y="290"/>
                    </a:moveTo>
                    <a:cubicBezTo>
                      <a:pt x="1103" y="290"/>
                      <a:pt x="968" y="284"/>
                      <a:pt x="901" y="273"/>
                    </a:cubicBezTo>
                    <a:cubicBezTo>
                      <a:pt x="751" y="248"/>
                      <a:pt x="373" y="251"/>
                      <a:pt x="302" y="254"/>
                    </a:cubicBezTo>
                    <a:cubicBezTo>
                      <a:pt x="238" y="257"/>
                      <a:pt x="0" y="275"/>
                      <a:pt x="0" y="275"/>
                    </a:cubicBezTo>
                    <a:cubicBezTo>
                      <a:pt x="0" y="191"/>
                      <a:pt x="0" y="191"/>
                      <a:pt x="0" y="191"/>
                    </a:cubicBezTo>
                    <a:cubicBezTo>
                      <a:pt x="0" y="191"/>
                      <a:pt x="101" y="195"/>
                      <a:pt x="196" y="149"/>
                    </a:cubicBezTo>
                    <a:cubicBezTo>
                      <a:pt x="278" y="109"/>
                      <a:pt x="543" y="0"/>
                      <a:pt x="771" y="124"/>
                    </a:cubicBezTo>
                    <a:cubicBezTo>
                      <a:pt x="999" y="248"/>
                      <a:pt x="1103" y="203"/>
                      <a:pt x="1103" y="203"/>
                    </a:cubicBezTo>
                    <a:lnTo>
                      <a:pt x="1103" y="290"/>
                    </a:lnTo>
                    <a:close/>
                  </a:path>
                </a:pathLst>
              </a:custGeom>
              <a:solidFill>
                <a:srgbClr val="F5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1" name="Freeform 10">
                <a:extLst>
                  <a:ext uri="{FF2B5EF4-FFF2-40B4-BE49-F238E27FC236}">
                    <a16:creationId xmlns:a16="http://schemas.microsoft.com/office/drawing/2014/main" id="{F51DDC3F-A937-44FF-8D8A-A94247C2A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351"/>
                <a:ext cx="702" cy="1581"/>
              </a:xfrm>
              <a:custGeom>
                <a:avLst/>
                <a:gdLst>
                  <a:gd name="T0" fmla="*/ 4382 w 281"/>
                  <a:gd name="T1" fmla="*/ 9656 h 632"/>
                  <a:gd name="T2" fmla="*/ 217 w 281"/>
                  <a:gd name="T3" fmla="*/ 4943 h 632"/>
                  <a:gd name="T4" fmla="*/ 4382 w 281"/>
                  <a:gd name="T5" fmla="*/ 238 h 632"/>
                  <a:gd name="T6" fmla="*/ 4369 w 281"/>
                  <a:gd name="T7" fmla="*/ 0 h 632"/>
                  <a:gd name="T8" fmla="*/ 0 w 281"/>
                  <a:gd name="T9" fmla="*/ 4943 h 632"/>
                  <a:gd name="T10" fmla="*/ 4382 w 281"/>
                  <a:gd name="T11" fmla="*/ 9894 h 632"/>
                  <a:gd name="T12" fmla="*/ 4382 w 281"/>
                  <a:gd name="T13" fmla="*/ 9656 h 6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1" h="632">
                    <a:moveTo>
                      <a:pt x="281" y="617"/>
                    </a:moveTo>
                    <a:cubicBezTo>
                      <a:pt x="131" y="599"/>
                      <a:pt x="14" y="471"/>
                      <a:pt x="14" y="316"/>
                    </a:cubicBezTo>
                    <a:cubicBezTo>
                      <a:pt x="14" y="161"/>
                      <a:pt x="131" y="33"/>
                      <a:pt x="281" y="15"/>
                    </a:cubicBezTo>
                    <a:cubicBezTo>
                      <a:pt x="280" y="0"/>
                      <a:pt x="280" y="0"/>
                      <a:pt x="280" y="0"/>
                    </a:cubicBezTo>
                    <a:cubicBezTo>
                      <a:pt x="122" y="18"/>
                      <a:pt x="0" y="153"/>
                      <a:pt x="0" y="316"/>
                    </a:cubicBezTo>
                    <a:cubicBezTo>
                      <a:pt x="0" y="479"/>
                      <a:pt x="122" y="614"/>
                      <a:pt x="281" y="632"/>
                    </a:cubicBezTo>
                    <a:lnTo>
                      <a:pt x="281" y="617"/>
                    </a:lnTo>
                    <a:close/>
                  </a:path>
                </a:pathLst>
              </a:custGeom>
              <a:solidFill>
                <a:srgbClr val="F19C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2" name="Freeform 11">
                <a:extLst>
                  <a:ext uri="{FF2B5EF4-FFF2-40B4-BE49-F238E27FC236}">
                    <a16:creationId xmlns:a16="http://schemas.microsoft.com/office/drawing/2014/main" id="{442FFD7A-C31D-4C05-AD3B-9AD500509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351"/>
                <a:ext cx="702" cy="1581"/>
              </a:xfrm>
              <a:custGeom>
                <a:avLst/>
                <a:gdLst>
                  <a:gd name="T0" fmla="*/ 4382 w 281"/>
                  <a:gd name="T1" fmla="*/ 9656 h 632"/>
                  <a:gd name="T2" fmla="*/ 217 w 281"/>
                  <a:gd name="T3" fmla="*/ 4943 h 632"/>
                  <a:gd name="T4" fmla="*/ 4382 w 281"/>
                  <a:gd name="T5" fmla="*/ 238 h 632"/>
                  <a:gd name="T6" fmla="*/ 4369 w 281"/>
                  <a:gd name="T7" fmla="*/ 0 h 632"/>
                  <a:gd name="T8" fmla="*/ 0 w 281"/>
                  <a:gd name="T9" fmla="*/ 4943 h 632"/>
                  <a:gd name="T10" fmla="*/ 4382 w 281"/>
                  <a:gd name="T11" fmla="*/ 9894 h 632"/>
                  <a:gd name="T12" fmla="*/ 4382 w 281"/>
                  <a:gd name="T13" fmla="*/ 9656 h 6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1" h="632">
                    <a:moveTo>
                      <a:pt x="281" y="617"/>
                    </a:moveTo>
                    <a:cubicBezTo>
                      <a:pt x="131" y="599"/>
                      <a:pt x="14" y="471"/>
                      <a:pt x="14" y="316"/>
                    </a:cubicBezTo>
                    <a:cubicBezTo>
                      <a:pt x="14" y="161"/>
                      <a:pt x="131" y="33"/>
                      <a:pt x="281" y="15"/>
                    </a:cubicBezTo>
                    <a:cubicBezTo>
                      <a:pt x="280" y="0"/>
                      <a:pt x="280" y="0"/>
                      <a:pt x="280" y="0"/>
                    </a:cubicBezTo>
                    <a:cubicBezTo>
                      <a:pt x="122" y="18"/>
                      <a:pt x="0" y="153"/>
                      <a:pt x="0" y="316"/>
                    </a:cubicBezTo>
                    <a:cubicBezTo>
                      <a:pt x="0" y="479"/>
                      <a:pt x="122" y="614"/>
                      <a:pt x="281" y="632"/>
                    </a:cubicBezTo>
                    <a:lnTo>
                      <a:pt x="281" y="617"/>
                    </a:lnTo>
                    <a:close/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3" name="Freeform 12">
                <a:extLst>
                  <a:ext uri="{FF2B5EF4-FFF2-40B4-BE49-F238E27FC236}">
                    <a16:creationId xmlns:a16="http://schemas.microsoft.com/office/drawing/2014/main" id="{B1D99185-0094-4692-B4EB-F028FDC5D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529"/>
                <a:ext cx="490" cy="1225"/>
              </a:xfrm>
              <a:custGeom>
                <a:avLst/>
                <a:gdLst>
                  <a:gd name="T0" fmla="*/ 175 w 196"/>
                  <a:gd name="T1" fmla="*/ 3833 h 490"/>
                  <a:gd name="T2" fmla="*/ 3063 w 196"/>
                  <a:gd name="T3" fmla="*/ 188 h 490"/>
                  <a:gd name="T4" fmla="*/ 3063 w 196"/>
                  <a:gd name="T5" fmla="*/ 0 h 490"/>
                  <a:gd name="T6" fmla="*/ 0 w 196"/>
                  <a:gd name="T7" fmla="*/ 3833 h 490"/>
                  <a:gd name="T8" fmla="*/ 3063 w 196"/>
                  <a:gd name="T9" fmla="*/ 7658 h 490"/>
                  <a:gd name="T10" fmla="*/ 3063 w 196"/>
                  <a:gd name="T11" fmla="*/ 7470 h 490"/>
                  <a:gd name="T12" fmla="*/ 175 w 196"/>
                  <a:gd name="T13" fmla="*/ 3833 h 4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490">
                    <a:moveTo>
                      <a:pt x="11" y="245"/>
                    </a:moveTo>
                    <a:cubicBezTo>
                      <a:pt x="11" y="132"/>
                      <a:pt x="90" y="37"/>
                      <a:pt x="196" y="12"/>
                    </a:cubicBezTo>
                    <a:cubicBezTo>
                      <a:pt x="196" y="0"/>
                      <a:pt x="196" y="0"/>
                      <a:pt x="196" y="0"/>
                    </a:cubicBezTo>
                    <a:cubicBezTo>
                      <a:pt x="84" y="25"/>
                      <a:pt x="0" y="125"/>
                      <a:pt x="0" y="245"/>
                    </a:cubicBezTo>
                    <a:cubicBezTo>
                      <a:pt x="0" y="365"/>
                      <a:pt x="84" y="465"/>
                      <a:pt x="196" y="490"/>
                    </a:cubicBezTo>
                    <a:cubicBezTo>
                      <a:pt x="196" y="478"/>
                      <a:pt x="196" y="478"/>
                      <a:pt x="196" y="478"/>
                    </a:cubicBezTo>
                    <a:cubicBezTo>
                      <a:pt x="90" y="453"/>
                      <a:pt x="11" y="358"/>
                      <a:pt x="11" y="245"/>
                    </a:cubicBezTo>
                    <a:close/>
                  </a:path>
                </a:pathLst>
              </a:custGeom>
              <a:solidFill>
                <a:srgbClr val="D4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4" name="Freeform 13">
                <a:extLst>
                  <a:ext uri="{FF2B5EF4-FFF2-40B4-BE49-F238E27FC236}">
                    <a16:creationId xmlns:a16="http://schemas.microsoft.com/office/drawing/2014/main" id="{3B52D92A-46D3-4BA2-8B2F-B64AAF310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499"/>
                <a:ext cx="525" cy="1290"/>
              </a:xfrm>
              <a:custGeom>
                <a:avLst/>
                <a:gdLst>
                  <a:gd name="T0" fmla="*/ 3283 w 210"/>
                  <a:gd name="T1" fmla="*/ 8063 h 516"/>
                  <a:gd name="T2" fmla="*/ 0 w 210"/>
                  <a:gd name="T3" fmla="*/ 4033 h 516"/>
                  <a:gd name="T4" fmla="*/ 3283 w 210"/>
                  <a:gd name="T5" fmla="*/ 0 h 516"/>
                  <a:gd name="T6" fmla="*/ 3283 w 210"/>
                  <a:gd name="T7" fmla="*/ 188 h 516"/>
                  <a:gd name="T8" fmla="*/ 220 w 210"/>
                  <a:gd name="T9" fmla="*/ 4020 h 516"/>
                  <a:gd name="T10" fmla="*/ 3283 w 210"/>
                  <a:gd name="T11" fmla="*/ 7845 h 516"/>
                  <a:gd name="T12" fmla="*/ 3283 w 210"/>
                  <a:gd name="T13" fmla="*/ 8063 h 5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0" h="516">
                    <a:moveTo>
                      <a:pt x="210" y="516"/>
                    </a:moveTo>
                    <a:cubicBezTo>
                      <a:pt x="89" y="490"/>
                      <a:pt x="0" y="385"/>
                      <a:pt x="0" y="258"/>
                    </a:cubicBezTo>
                    <a:cubicBezTo>
                      <a:pt x="0" y="132"/>
                      <a:pt x="89" y="26"/>
                      <a:pt x="210" y="0"/>
                    </a:cubicBezTo>
                    <a:cubicBezTo>
                      <a:pt x="210" y="12"/>
                      <a:pt x="210" y="12"/>
                      <a:pt x="210" y="12"/>
                    </a:cubicBezTo>
                    <a:cubicBezTo>
                      <a:pt x="98" y="37"/>
                      <a:pt x="14" y="137"/>
                      <a:pt x="14" y="257"/>
                    </a:cubicBezTo>
                    <a:cubicBezTo>
                      <a:pt x="14" y="377"/>
                      <a:pt x="98" y="477"/>
                      <a:pt x="210" y="502"/>
                    </a:cubicBezTo>
                    <a:lnTo>
                      <a:pt x="210" y="516"/>
                    </a:lnTo>
                    <a:close/>
                  </a:path>
                </a:pathLst>
              </a:custGeom>
              <a:solidFill>
                <a:srgbClr val="FCEB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5" name="Freeform 14">
                <a:extLst>
                  <a:ext uri="{FF2B5EF4-FFF2-40B4-BE49-F238E27FC236}">
                    <a16:creationId xmlns:a16="http://schemas.microsoft.com/office/drawing/2014/main" id="{D2857F00-7B97-4E60-BFE2-B44ED1E77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499"/>
                <a:ext cx="525" cy="1290"/>
              </a:xfrm>
              <a:custGeom>
                <a:avLst/>
                <a:gdLst>
                  <a:gd name="T0" fmla="*/ 3283 w 210"/>
                  <a:gd name="T1" fmla="*/ 8063 h 516"/>
                  <a:gd name="T2" fmla="*/ 0 w 210"/>
                  <a:gd name="T3" fmla="*/ 4033 h 516"/>
                  <a:gd name="T4" fmla="*/ 3283 w 210"/>
                  <a:gd name="T5" fmla="*/ 0 h 516"/>
                  <a:gd name="T6" fmla="*/ 3283 w 210"/>
                  <a:gd name="T7" fmla="*/ 188 h 516"/>
                  <a:gd name="T8" fmla="*/ 220 w 210"/>
                  <a:gd name="T9" fmla="*/ 4020 h 516"/>
                  <a:gd name="T10" fmla="*/ 3283 w 210"/>
                  <a:gd name="T11" fmla="*/ 7845 h 516"/>
                  <a:gd name="T12" fmla="*/ 3283 w 210"/>
                  <a:gd name="T13" fmla="*/ 8063 h 5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0" h="516">
                    <a:moveTo>
                      <a:pt x="210" y="516"/>
                    </a:moveTo>
                    <a:cubicBezTo>
                      <a:pt x="89" y="490"/>
                      <a:pt x="0" y="385"/>
                      <a:pt x="0" y="258"/>
                    </a:cubicBezTo>
                    <a:cubicBezTo>
                      <a:pt x="0" y="132"/>
                      <a:pt x="89" y="26"/>
                      <a:pt x="210" y="0"/>
                    </a:cubicBezTo>
                    <a:cubicBezTo>
                      <a:pt x="210" y="12"/>
                      <a:pt x="210" y="12"/>
                      <a:pt x="210" y="12"/>
                    </a:cubicBezTo>
                    <a:cubicBezTo>
                      <a:pt x="98" y="37"/>
                      <a:pt x="14" y="137"/>
                      <a:pt x="14" y="257"/>
                    </a:cubicBezTo>
                    <a:cubicBezTo>
                      <a:pt x="14" y="377"/>
                      <a:pt x="98" y="477"/>
                      <a:pt x="210" y="502"/>
                    </a:cubicBezTo>
                    <a:lnTo>
                      <a:pt x="210" y="516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6" name="Freeform 15">
                <a:extLst>
                  <a:ext uri="{FF2B5EF4-FFF2-40B4-BE49-F238E27FC236}">
                    <a16:creationId xmlns:a16="http://schemas.microsoft.com/office/drawing/2014/main" id="{A6364557-B96D-4751-9358-812313FCA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341"/>
                <a:ext cx="2755" cy="205"/>
              </a:xfrm>
              <a:custGeom>
                <a:avLst/>
                <a:gdLst>
                  <a:gd name="T0" fmla="*/ 0 w 1102"/>
                  <a:gd name="T1" fmla="*/ 63 h 82"/>
                  <a:gd name="T2" fmla="*/ 0 w 1102"/>
                  <a:gd name="T3" fmla="*/ 300 h 82"/>
                  <a:gd name="T4" fmla="*/ 3958 w 1102"/>
                  <a:gd name="T5" fmla="*/ 563 h 82"/>
                  <a:gd name="T6" fmla="*/ 9050 w 1102"/>
                  <a:gd name="T7" fmla="*/ 1220 h 82"/>
                  <a:gd name="T8" fmla="*/ 17220 w 1102"/>
                  <a:gd name="T9" fmla="*/ 738 h 82"/>
                  <a:gd name="T10" fmla="*/ 17220 w 1102"/>
                  <a:gd name="T11" fmla="*/ 550 h 82"/>
                  <a:gd name="T12" fmla="*/ 12783 w 1102"/>
                  <a:gd name="T13" fmla="*/ 658 h 82"/>
                  <a:gd name="T14" fmla="*/ 6425 w 1102"/>
                  <a:gd name="T15" fmla="*/ 833 h 82"/>
                  <a:gd name="T16" fmla="*/ 0 w 1102"/>
                  <a:gd name="T17" fmla="*/ 6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2" h="82">
                    <a:moveTo>
                      <a:pt x="0" y="4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24" y="12"/>
                      <a:pt x="253" y="36"/>
                    </a:cubicBezTo>
                    <a:cubicBezTo>
                      <a:pt x="305" y="45"/>
                      <a:pt x="452" y="82"/>
                      <a:pt x="579" y="78"/>
                    </a:cubicBezTo>
                    <a:cubicBezTo>
                      <a:pt x="734" y="73"/>
                      <a:pt x="879" y="27"/>
                      <a:pt x="1102" y="47"/>
                    </a:cubicBezTo>
                    <a:cubicBezTo>
                      <a:pt x="1102" y="35"/>
                      <a:pt x="1102" y="35"/>
                      <a:pt x="1102" y="35"/>
                    </a:cubicBezTo>
                    <a:cubicBezTo>
                      <a:pt x="1102" y="35"/>
                      <a:pt x="937" y="27"/>
                      <a:pt x="818" y="42"/>
                    </a:cubicBezTo>
                    <a:cubicBezTo>
                      <a:pt x="736" y="53"/>
                      <a:pt x="535" y="80"/>
                      <a:pt x="411" y="53"/>
                    </a:cubicBezTo>
                    <a:cubicBezTo>
                      <a:pt x="292" y="28"/>
                      <a:pt x="165" y="0"/>
                      <a:pt x="0" y="4"/>
                    </a:cubicBezTo>
                    <a:close/>
                  </a:path>
                </a:pathLst>
              </a:custGeom>
              <a:solidFill>
                <a:srgbClr val="ED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7" name="Freeform 16">
                <a:extLst>
                  <a:ext uri="{FF2B5EF4-FFF2-40B4-BE49-F238E27FC236}">
                    <a16:creationId xmlns:a16="http://schemas.microsoft.com/office/drawing/2014/main" id="{B36A8153-9809-45B8-8765-913075E05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341"/>
                <a:ext cx="2755" cy="205"/>
              </a:xfrm>
              <a:custGeom>
                <a:avLst/>
                <a:gdLst>
                  <a:gd name="T0" fmla="*/ 0 w 1102"/>
                  <a:gd name="T1" fmla="*/ 63 h 82"/>
                  <a:gd name="T2" fmla="*/ 0 w 1102"/>
                  <a:gd name="T3" fmla="*/ 300 h 82"/>
                  <a:gd name="T4" fmla="*/ 3958 w 1102"/>
                  <a:gd name="T5" fmla="*/ 563 h 82"/>
                  <a:gd name="T6" fmla="*/ 9050 w 1102"/>
                  <a:gd name="T7" fmla="*/ 1220 h 82"/>
                  <a:gd name="T8" fmla="*/ 17220 w 1102"/>
                  <a:gd name="T9" fmla="*/ 738 h 82"/>
                  <a:gd name="T10" fmla="*/ 17220 w 1102"/>
                  <a:gd name="T11" fmla="*/ 550 h 82"/>
                  <a:gd name="T12" fmla="*/ 12783 w 1102"/>
                  <a:gd name="T13" fmla="*/ 658 h 82"/>
                  <a:gd name="T14" fmla="*/ 6425 w 1102"/>
                  <a:gd name="T15" fmla="*/ 833 h 82"/>
                  <a:gd name="T16" fmla="*/ 0 w 1102"/>
                  <a:gd name="T17" fmla="*/ 6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2" h="82">
                    <a:moveTo>
                      <a:pt x="0" y="4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24" y="12"/>
                      <a:pt x="253" y="36"/>
                    </a:cubicBezTo>
                    <a:cubicBezTo>
                      <a:pt x="305" y="45"/>
                      <a:pt x="452" y="82"/>
                      <a:pt x="579" y="78"/>
                    </a:cubicBezTo>
                    <a:cubicBezTo>
                      <a:pt x="734" y="73"/>
                      <a:pt x="879" y="27"/>
                      <a:pt x="1102" y="47"/>
                    </a:cubicBezTo>
                    <a:cubicBezTo>
                      <a:pt x="1102" y="35"/>
                      <a:pt x="1102" y="35"/>
                      <a:pt x="1102" y="35"/>
                    </a:cubicBezTo>
                    <a:cubicBezTo>
                      <a:pt x="1102" y="35"/>
                      <a:pt x="937" y="27"/>
                      <a:pt x="818" y="42"/>
                    </a:cubicBezTo>
                    <a:cubicBezTo>
                      <a:pt x="736" y="53"/>
                      <a:pt x="535" y="80"/>
                      <a:pt x="411" y="53"/>
                    </a:cubicBezTo>
                    <a:cubicBezTo>
                      <a:pt x="292" y="28"/>
                      <a:pt x="165" y="0"/>
                      <a:pt x="0" y="4"/>
                    </a:cubicBezTo>
                    <a:close/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8" name="Freeform 17">
                <a:extLst>
                  <a:ext uri="{FF2B5EF4-FFF2-40B4-BE49-F238E27FC236}">
                    <a16:creationId xmlns:a16="http://schemas.microsoft.com/office/drawing/2014/main" id="{66B87469-3DFE-43C1-A4F2-00590919F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526"/>
                <a:ext cx="2758" cy="633"/>
              </a:xfrm>
              <a:custGeom>
                <a:avLst/>
                <a:gdLst>
                  <a:gd name="T0" fmla="*/ 0 w 1103"/>
                  <a:gd name="T1" fmla="*/ 0 h 253"/>
                  <a:gd name="T2" fmla="*/ 0 w 1103"/>
                  <a:gd name="T3" fmla="*/ 208 h 253"/>
                  <a:gd name="T4" fmla="*/ 3221 w 1103"/>
                  <a:gd name="T5" fmla="*/ 1409 h 253"/>
                  <a:gd name="T6" fmla="*/ 12055 w 1103"/>
                  <a:gd name="T7" fmla="*/ 2022 h 253"/>
                  <a:gd name="T8" fmla="*/ 17243 w 1103"/>
                  <a:gd name="T9" fmla="*/ 771 h 253"/>
                  <a:gd name="T10" fmla="*/ 17243 w 1103"/>
                  <a:gd name="T11" fmla="*/ 533 h 253"/>
                  <a:gd name="T12" fmla="*/ 12005 w 1103"/>
                  <a:gd name="T13" fmla="*/ 1866 h 253"/>
                  <a:gd name="T14" fmla="*/ 3896 w 1103"/>
                  <a:gd name="T15" fmla="*/ 1584 h 253"/>
                  <a:gd name="T16" fmla="*/ 0 w 1103"/>
                  <a:gd name="T17" fmla="*/ 0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3" h="253">
                    <a:moveTo>
                      <a:pt x="0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78" y="11"/>
                      <a:pt x="206" y="90"/>
                    </a:cubicBezTo>
                    <a:cubicBezTo>
                      <a:pt x="284" y="138"/>
                      <a:pt x="543" y="253"/>
                      <a:pt x="771" y="129"/>
                    </a:cubicBezTo>
                    <a:cubicBezTo>
                      <a:pt x="999" y="5"/>
                      <a:pt x="1103" y="49"/>
                      <a:pt x="1103" y="49"/>
                    </a:cubicBezTo>
                    <a:cubicBezTo>
                      <a:pt x="1103" y="34"/>
                      <a:pt x="1103" y="34"/>
                      <a:pt x="1103" y="34"/>
                    </a:cubicBezTo>
                    <a:cubicBezTo>
                      <a:pt x="1103" y="34"/>
                      <a:pt x="967" y="1"/>
                      <a:pt x="768" y="119"/>
                    </a:cubicBezTo>
                    <a:cubicBezTo>
                      <a:pt x="717" y="149"/>
                      <a:pt x="503" y="235"/>
                      <a:pt x="249" y="101"/>
                    </a:cubicBezTo>
                    <a:cubicBezTo>
                      <a:pt x="212" y="81"/>
                      <a:pt x="107" y="4"/>
                      <a:pt x="0" y="0"/>
                    </a:cubicBezTo>
                    <a:close/>
                  </a:path>
                </a:pathLst>
              </a:custGeom>
              <a:solidFill>
                <a:srgbClr val="B64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9" name="Freeform 18">
                <a:extLst>
                  <a:ext uri="{FF2B5EF4-FFF2-40B4-BE49-F238E27FC236}">
                    <a16:creationId xmlns:a16="http://schemas.microsoft.com/office/drawing/2014/main" id="{13A50F89-FCA8-44F6-8C19-5C85593A2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244"/>
                <a:ext cx="2758" cy="630"/>
              </a:xfrm>
              <a:custGeom>
                <a:avLst/>
                <a:gdLst>
                  <a:gd name="T0" fmla="*/ 0 w 1103"/>
                  <a:gd name="T1" fmla="*/ 3188 h 252"/>
                  <a:gd name="T2" fmla="*/ 0 w 1103"/>
                  <a:gd name="T3" fmla="*/ 2988 h 252"/>
                  <a:gd name="T4" fmla="*/ 3063 w 1103"/>
                  <a:gd name="T5" fmla="*/ 2333 h 252"/>
                  <a:gd name="T6" fmla="*/ 12055 w 1103"/>
                  <a:gd name="T7" fmla="*/ 1938 h 252"/>
                  <a:gd name="T8" fmla="*/ 17243 w 1103"/>
                  <a:gd name="T9" fmla="*/ 3175 h 252"/>
                  <a:gd name="T10" fmla="*/ 17243 w 1103"/>
                  <a:gd name="T11" fmla="*/ 3395 h 252"/>
                  <a:gd name="T12" fmla="*/ 12005 w 1103"/>
                  <a:gd name="T13" fmla="*/ 2095 h 252"/>
                  <a:gd name="T14" fmla="*/ 3676 w 1103"/>
                  <a:gd name="T15" fmla="*/ 2300 h 252"/>
                  <a:gd name="T16" fmla="*/ 0 w 1103"/>
                  <a:gd name="T17" fmla="*/ 3188 h 2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3" h="252">
                    <a:moveTo>
                      <a:pt x="0" y="204"/>
                    </a:moveTo>
                    <a:cubicBezTo>
                      <a:pt x="0" y="191"/>
                      <a:pt x="0" y="191"/>
                      <a:pt x="0" y="191"/>
                    </a:cubicBezTo>
                    <a:cubicBezTo>
                      <a:pt x="0" y="191"/>
                      <a:pt x="101" y="195"/>
                      <a:pt x="196" y="149"/>
                    </a:cubicBezTo>
                    <a:cubicBezTo>
                      <a:pt x="278" y="109"/>
                      <a:pt x="543" y="0"/>
                      <a:pt x="771" y="124"/>
                    </a:cubicBezTo>
                    <a:cubicBezTo>
                      <a:pt x="999" y="248"/>
                      <a:pt x="1103" y="203"/>
                      <a:pt x="1103" y="203"/>
                    </a:cubicBezTo>
                    <a:cubicBezTo>
                      <a:pt x="1103" y="217"/>
                      <a:pt x="1103" y="217"/>
                      <a:pt x="1103" y="217"/>
                    </a:cubicBezTo>
                    <a:cubicBezTo>
                      <a:pt x="1103" y="217"/>
                      <a:pt x="966" y="252"/>
                      <a:pt x="768" y="134"/>
                    </a:cubicBezTo>
                    <a:cubicBezTo>
                      <a:pt x="717" y="104"/>
                      <a:pt x="498" y="27"/>
                      <a:pt x="235" y="147"/>
                    </a:cubicBezTo>
                    <a:cubicBezTo>
                      <a:pt x="154" y="183"/>
                      <a:pt x="106" y="200"/>
                      <a:pt x="0" y="204"/>
                    </a:cubicBezTo>
                    <a:close/>
                  </a:path>
                </a:pathLst>
              </a:custGeom>
              <a:solidFill>
                <a:srgbClr val="B64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0" name="Freeform 19">
                <a:extLst>
                  <a:ext uri="{FF2B5EF4-FFF2-40B4-BE49-F238E27FC236}">
                    <a16:creationId xmlns:a16="http://schemas.microsoft.com/office/drawing/2014/main" id="{3E01688C-9EE0-4FAE-84BA-9495F8E8B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817"/>
                <a:ext cx="2758" cy="152"/>
              </a:xfrm>
              <a:custGeom>
                <a:avLst/>
                <a:gdLst>
                  <a:gd name="T0" fmla="*/ 0 w 1103"/>
                  <a:gd name="T1" fmla="*/ 478 h 61"/>
                  <a:gd name="T2" fmla="*/ 0 w 1103"/>
                  <a:gd name="T3" fmla="*/ 715 h 61"/>
                  <a:gd name="T4" fmla="*/ 4721 w 1103"/>
                  <a:gd name="T5" fmla="*/ 384 h 61"/>
                  <a:gd name="T6" fmla="*/ 14088 w 1103"/>
                  <a:gd name="T7" fmla="*/ 683 h 61"/>
                  <a:gd name="T8" fmla="*/ 17243 w 1103"/>
                  <a:gd name="T9" fmla="*/ 944 h 61"/>
                  <a:gd name="T10" fmla="*/ 17243 w 1103"/>
                  <a:gd name="T11" fmla="*/ 653 h 61"/>
                  <a:gd name="T12" fmla="*/ 14255 w 1103"/>
                  <a:gd name="T13" fmla="*/ 508 h 61"/>
                  <a:gd name="T14" fmla="*/ 4251 w 1103"/>
                  <a:gd name="T15" fmla="*/ 199 h 61"/>
                  <a:gd name="T16" fmla="*/ 0 w 1103"/>
                  <a:gd name="T17" fmla="*/ 478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3" h="61">
                    <a:moveTo>
                      <a:pt x="0" y="31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238" y="28"/>
                      <a:pt x="302" y="25"/>
                    </a:cubicBezTo>
                    <a:cubicBezTo>
                      <a:pt x="373" y="22"/>
                      <a:pt x="751" y="19"/>
                      <a:pt x="901" y="44"/>
                    </a:cubicBezTo>
                    <a:cubicBezTo>
                      <a:pt x="968" y="55"/>
                      <a:pt x="1103" y="61"/>
                      <a:pt x="1103" y="61"/>
                    </a:cubicBezTo>
                    <a:cubicBezTo>
                      <a:pt x="1103" y="42"/>
                      <a:pt x="1103" y="42"/>
                      <a:pt x="1103" y="42"/>
                    </a:cubicBezTo>
                    <a:cubicBezTo>
                      <a:pt x="1103" y="42"/>
                      <a:pt x="1016" y="49"/>
                      <a:pt x="912" y="33"/>
                    </a:cubicBezTo>
                    <a:cubicBezTo>
                      <a:pt x="808" y="17"/>
                      <a:pt x="445" y="0"/>
                      <a:pt x="272" y="13"/>
                    </a:cubicBezTo>
                    <a:cubicBezTo>
                      <a:pt x="137" y="23"/>
                      <a:pt x="0" y="31"/>
                      <a:pt x="0" y="31"/>
                    </a:cubicBezTo>
                    <a:close/>
                  </a:path>
                </a:pathLst>
              </a:custGeom>
              <a:solidFill>
                <a:srgbClr val="ED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1" name="Freeform 20">
                <a:extLst>
                  <a:ext uri="{FF2B5EF4-FFF2-40B4-BE49-F238E27FC236}">
                    <a16:creationId xmlns:a16="http://schemas.microsoft.com/office/drawing/2014/main" id="{FC6A1DB1-4EB0-4FE3-9D28-0DD029D4E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817"/>
                <a:ext cx="2758" cy="152"/>
              </a:xfrm>
              <a:custGeom>
                <a:avLst/>
                <a:gdLst>
                  <a:gd name="T0" fmla="*/ 0 w 1103"/>
                  <a:gd name="T1" fmla="*/ 478 h 61"/>
                  <a:gd name="T2" fmla="*/ 0 w 1103"/>
                  <a:gd name="T3" fmla="*/ 715 h 61"/>
                  <a:gd name="T4" fmla="*/ 4721 w 1103"/>
                  <a:gd name="T5" fmla="*/ 384 h 61"/>
                  <a:gd name="T6" fmla="*/ 14088 w 1103"/>
                  <a:gd name="T7" fmla="*/ 683 h 61"/>
                  <a:gd name="T8" fmla="*/ 17243 w 1103"/>
                  <a:gd name="T9" fmla="*/ 944 h 61"/>
                  <a:gd name="T10" fmla="*/ 17243 w 1103"/>
                  <a:gd name="T11" fmla="*/ 653 h 61"/>
                  <a:gd name="T12" fmla="*/ 14255 w 1103"/>
                  <a:gd name="T13" fmla="*/ 508 h 61"/>
                  <a:gd name="T14" fmla="*/ 4251 w 1103"/>
                  <a:gd name="T15" fmla="*/ 199 h 61"/>
                  <a:gd name="T16" fmla="*/ 0 w 1103"/>
                  <a:gd name="T17" fmla="*/ 478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3" h="61">
                    <a:moveTo>
                      <a:pt x="0" y="31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238" y="28"/>
                      <a:pt x="302" y="25"/>
                    </a:cubicBezTo>
                    <a:cubicBezTo>
                      <a:pt x="373" y="22"/>
                      <a:pt x="751" y="19"/>
                      <a:pt x="901" y="44"/>
                    </a:cubicBezTo>
                    <a:cubicBezTo>
                      <a:pt x="968" y="55"/>
                      <a:pt x="1103" y="61"/>
                      <a:pt x="1103" y="61"/>
                    </a:cubicBezTo>
                    <a:cubicBezTo>
                      <a:pt x="1103" y="42"/>
                      <a:pt x="1103" y="42"/>
                      <a:pt x="1103" y="42"/>
                    </a:cubicBezTo>
                    <a:cubicBezTo>
                      <a:pt x="1103" y="42"/>
                      <a:pt x="1016" y="49"/>
                      <a:pt x="912" y="33"/>
                    </a:cubicBezTo>
                    <a:cubicBezTo>
                      <a:pt x="808" y="17"/>
                      <a:pt x="445" y="0"/>
                      <a:pt x="272" y="13"/>
                    </a:cubicBezTo>
                    <a:cubicBezTo>
                      <a:pt x="137" y="23"/>
                      <a:pt x="0" y="31"/>
                      <a:pt x="0" y="31"/>
                    </a:cubicBezTo>
                    <a:close/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2" name="Freeform 21">
                <a:extLst>
                  <a:ext uri="{FF2B5EF4-FFF2-40B4-BE49-F238E27FC236}">
                    <a16:creationId xmlns:a16="http://schemas.microsoft.com/office/drawing/2014/main" id="{115077CE-FBA4-4931-B042-298F7544F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409"/>
                <a:ext cx="1315" cy="173"/>
              </a:xfrm>
              <a:custGeom>
                <a:avLst/>
                <a:gdLst>
                  <a:gd name="T0" fmla="*/ 8220 w 526"/>
                  <a:gd name="T1" fmla="*/ 33 h 69"/>
                  <a:gd name="T2" fmla="*/ 4270 w 526"/>
                  <a:gd name="T3" fmla="*/ 459 h 69"/>
                  <a:gd name="T4" fmla="*/ 0 w 526"/>
                  <a:gd name="T5" fmla="*/ 1088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6" h="69">
                    <a:moveTo>
                      <a:pt x="526" y="2"/>
                    </a:moveTo>
                    <a:cubicBezTo>
                      <a:pt x="526" y="2"/>
                      <a:pt x="409" y="0"/>
                      <a:pt x="273" y="29"/>
                    </a:cubicBezTo>
                    <a:cubicBezTo>
                      <a:pt x="136" y="57"/>
                      <a:pt x="0" y="69"/>
                      <a:pt x="0" y="69"/>
                    </a:cubicBezTo>
                  </a:path>
                </a:pathLst>
              </a:custGeom>
              <a:noFill/>
              <a:ln w="1270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3" name="Freeform 22">
                <a:extLst>
                  <a:ext uri="{FF2B5EF4-FFF2-40B4-BE49-F238E27FC236}">
                    <a16:creationId xmlns:a16="http://schemas.microsoft.com/office/drawing/2014/main" id="{56009D42-E0C5-4BEB-A53B-4CAE7A2B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744"/>
                <a:ext cx="1217" cy="252"/>
              </a:xfrm>
              <a:custGeom>
                <a:avLst/>
                <a:gdLst>
                  <a:gd name="T0" fmla="*/ 7599 w 487"/>
                  <a:gd name="T1" fmla="*/ 1495 h 101"/>
                  <a:gd name="T2" fmla="*/ 4071 w 487"/>
                  <a:gd name="T3" fmla="*/ 946 h 101"/>
                  <a:gd name="T4" fmla="*/ 0 w 487"/>
                  <a:gd name="T5" fmla="*/ 0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7" h="101">
                    <a:moveTo>
                      <a:pt x="487" y="96"/>
                    </a:moveTo>
                    <a:cubicBezTo>
                      <a:pt x="487" y="96"/>
                      <a:pt x="396" y="101"/>
                      <a:pt x="261" y="61"/>
                    </a:cubicBezTo>
                    <a:cubicBezTo>
                      <a:pt x="126" y="21"/>
                      <a:pt x="0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4" name="Freeform 23">
                <a:extLst>
                  <a:ext uri="{FF2B5EF4-FFF2-40B4-BE49-F238E27FC236}">
                    <a16:creationId xmlns:a16="http://schemas.microsoft.com/office/drawing/2014/main" id="{7FFFB5DB-990B-4D77-AFCB-C09ABDC0D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484"/>
                <a:ext cx="590" cy="138"/>
              </a:xfrm>
              <a:custGeom>
                <a:avLst/>
                <a:gdLst>
                  <a:gd name="T0" fmla="*/ 0 w 236"/>
                  <a:gd name="T1" fmla="*/ 0 h 55"/>
                  <a:gd name="T2" fmla="*/ 3688 w 236"/>
                  <a:gd name="T3" fmla="*/ 868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6" h="55">
                    <a:moveTo>
                      <a:pt x="0" y="0"/>
                    </a:moveTo>
                    <a:cubicBezTo>
                      <a:pt x="0" y="0"/>
                      <a:pt x="109" y="50"/>
                      <a:pt x="236" y="55"/>
                    </a:cubicBezTo>
                  </a:path>
                </a:pathLst>
              </a:custGeom>
              <a:noFill/>
              <a:ln w="1270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5" name="Freeform 24">
                <a:extLst>
                  <a:ext uri="{FF2B5EF4-FFF2-40B4-BE49-F238E27FC236}">
                    <a16:creationId xmlns:a16="http://schemas.microsoft.com/office/drawing/2014/main" id="{9AB5F13D-5087-4994-B1DA-FDD0D868B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786"/>
                <a:ext cx="428" cy="95"/>
              </a:xfrm>
              <a:custGeom>
                <a:avLst/>
                <a:gdLst>
                  <a:gd name="T0" fmla="*/ 0 w 171"/>
                  <a:gd name="T1" fmla="*/ 595 h 38"/>
                  <a:gd name="T2" fmla="*/ 2681 w 171"/>
                  <a:gd name="T3" fmla="*/ 63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1" h="38">
                    <a:moveTo>
                      <a:pt x="0" y="38"/>
                    </a:moveTo>
                    <a:cubicBezTo>
                      <a:pt x="0" y="38"/>
                      <a:pt x="109" y="0"/>
                      <a:pt x="171" y="4"/>
                    </a:cubicBezTo>
                  </a:path>
                </a:pathLst>
              </a:custGeom>
              <a:noFill/>
              <a:ln w="1270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6" name="Freeform 25">
                <a:extLst>
                  <a:ext uri="{FF2B5EF4-FFF2-40B4-BE49-F238E27FC236}">
                    <a16:creationId xmlns:a16="http://schemas.microsoft.com/office/drawing/2014/main" id="{2A939920-0467-4390-B9D6-B6ADD31E2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494"/>
                <a:ext cx="2758" cy="620"/>
              </a:xfrm>
              <a:custGeom>
                <a:avLst/>
                <a:gdLst>
                  <a:gd name="T0" fmla="*/ 0 w 1103"/>
                  <a:gd name="T1" fmla="*/ 33 h 248"/>
                  <a:gd name="T2" fmla="*/ 0 w 1103"/>
                  <a:gd name="T3" fmla="*/ 208 h 248"/>
                  <a:gd name="T4" fmla="*/ 3896 w 1103"/>
                  <a:gd name="T5" fmla="*/ 1783 h 248"/>
                  <a:gd name="T6" fmla="*/ 12005 w 1103"/>
                  <a:gd name="T7" fmla="*/ 2063 h 248"/>
                  <a:gd name="T8" fmla="*/ 17243 w 1103"/>
                  <a:gd name="T9" fmla="*/ 738 h 248"/>
                  <a:gd name="T10" fmla="*/ 13943 w 1103"/>
                  <a:gd name="T11" fmla="*/ 613 h 248"/>
                  <a:gd name="T12" fmla="*/ 10754 w 1103"/>
                  <a:gd name="T13" fmla="*/ 845 h 248"/>
                  <a:gd name="T14" fmla="*/ 8334 w 1103"/>
                  <a:gd name="T15" fmla="*/ 1083 h 248"/>
                  <a:gd name="T16" fmla="*/ 6784 w 1103"/>
                  <a:gd name="T17" fmla="*/ 895 h 248"/>
                  <a:gd name="T18" fmla="*/ 5333 w 1103"/>
                  <a:gd name="T19" fmla="*/ 783 h 248"/>
                  <a:gd name="T20" fmla="*/ 3646 w 1103"/>
                  <a:gd name="T21" fmla="*/ 550 h 248"/>
                  <a:gd name="T22" fmla="*/ 2283 w 1103"/>
                  <a:gd name="T23" fmla="*/ 345 h 248"/>
                  <a:gd name="T24" fmla="*/ 0 w 1103"/>
                  <a:gd name="T25" fmla="*/ 33 h 2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3" h="248">
                    <a:moveTo>
                      <a:pt x="0" y="2"/>
                    </a:moveTo>
                    <a:cubicBezTo>
                      <a:pt x="0" y="2"/>
                      <a:pt x="0" y="13"/>
                      <a:pt x="0" y="13"/>
                    </a:cubicBezTo>
                    <a:cubicBezTo>
                      <a:pt x="107" y="17"/>
                      <a:pt x="212" y="94"/>
                      <a:pt x="249" y="114"/>
                    </a:cubicBezTo>
                    <a:cubicBezTo>
                      <a:pt x="503" y="248"/>
                      <a:pt x="717" y="162"/>
                      <a:pt x="768" y="132"/>
                    </a:cubicBezTo>
                    <a:cubicBezTo>
                      <a:pt x="967" y="14"/>
                      <a:pt x="1103" y="47"/>
                      <a:pt x="1103" y="47"/>
                    </a:cubicBezTo>
                    <a:cubicBezTo>
                      <a:pt x="1103" y="47"/>
                      <a:pt x="998" y="24"/>
                      <a:pt x="892" y="39"/>
                    </a:cubicBezTo>
                    <a:cubicBezTo>
                      <a:pt x="787" y="54"/>
                      <a:pt x="708" y="46"/>
                      <a:pt x="688" y="54"/>
                    </a:cubicBezTo>
                    <a:cubicBezTo>
                      <a:pt x="668" y="61"/>
                      <a:pt x="562" y="62"/>
                      <a:pt x="533" y="69"/>
                    </a:cubicBezTo>
                    <a:cubicBezTo>
                      <a:pt x="503" y="75"/>
                      <a:pt x="467" y="56"/>
                      <a:pt x="434" y="57"/>
                    </a:cubicBezTo>
                    <a:cubicBezTo>
                      <a:pt x="402" y="59"/>
                      <a:pt x="383" y="57"/>
                      <a:pt x="341" y="50"/>
                    </a:cubicBezTo>
                    <a:cubicBezTo>
                      <a:pt x="299" y="43"/>
                      <a:pt x="258" y="40"/>
                      <a:pt x="233" y="35"/>
                    </a:cubicBezTo>
                    <a:cubicBezTo>
                      <a:pt x="209" y="31"/>
                      <a:pt x="163" y="22"/>
                      <a:pt x="146" y="22"/>
                    </a:cubicBezTo>
                    <a:cubicBezTo>
                      <a:pt x="132" y="22"/>
                      <a:pt x="46" y="0"/>
                      <a:pt x="0" y="2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Freeform 26">
                <a:extLst>
                  <a:ext uri="{FF2B5EF4-FFF2-40B4-BE49-F238E27FC236}">
                    <a16:creationId xmlns:a16="http://schemas.microsoft.com/office/drawing/2014/main" id="{CC426D9E-B990-40D5-9E5B-AC22BEA7D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494"/>
                <a:ext cx="2758" cy="620"/>
              </a:xfrm>
              <a:custGeom>
                <a:avLst/>
                <a:gdLst>
                  <a:gd name="T0" fmla="*/ 0 w 1103"/>
                  <a:gd name="T1" fmla="*/ 33 h 248"/>
                  <a:gd name="T2" fmla="*/ 0 w 1103"/>
                  <a:gd name="T3" fmla="*/ 208 h 248"/>
                  <a:gd name="T4" fmla="*/ 3896 w 1103"/>
                  <a:gd name="T5" fmla="*/ 1783 h 248"/>
                  <a:gd name="T6" fmla="*/ 12005 w 1103"/>
                  <a:gd name="T7" fmla="*/ 2063 h 248"/>
                  <a:gd name="T8" fmla="*/ 17243 w 1103"/>
                  <a:gd name="T9" fmla="*/ 738 h 248"/>
                  <a:gd name="T10" fmla="*/ 13943 w 1103"/>
                  <a:gd name="T11" fmla="*/ 613 h 248"/>
                  <a:gd name="T12" fmla="*/ 10754 w 1103"/>
                  <a:gd name="T13" fmla="*/ 845 h 248"/>
                  <a:gd name="T14" fmla="*/ 8334 w 1103"/>
                  <a:gd name="T15" fmla="*/ 1083 h 248"/>
                  <a:gd name="T16" fmla="*/ 6784 w 1103"/>
                  <a:gd name="T17" fmla="*/ 895 h 248"/>
                  <a:gd name="T18" fmla="*/ 5333 w 1103"/>
                  <a:gd name="T19" fmla="*/ 783 h 248"/>
                  <a:gd name="T20" fmla="*/ 3646 w 1103"/>
                  <a:gd name="T21" fmla="*/ 550 h 248"/>
                  <a:gd name="T22" fmla="*/ 2283 w 1103"/>
                  <a:gd name="T23" fmla="*/ 345 h 248"/>
                  <a:gd name="T24" fmla="*/ 0 w 1103"/>
                  <a:gd name="T25" fmla="*/ 33 h 2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3" h="248">
                    <a:moveTo>
                      <a:pt x="0" y="2"/>
                    </a:moveTo>
                    <a:cubicBezTo>
                      <a:pt x="0" y="2"/>
                      <a:pt x="0" y="13"/>
                      <a:pt x="0" y="13"/>
                    </a:cubicBezTo>
                    <a:cubicBezTo>
                      <a:pt x="107" y="17"/>
                      <a:pt x="212" y="94"/>
                      <a:pt x="249" y="114"/>
                    </a:cubicBezTo>
                    <a:cubicBezTo>
                      <a:pt x="503" y="248"/>
                      <a:pt x="717" y="162"/>
                      <a:pt x="768" y="132"/>
                    </a:cubicBezTo>
                    <a:cubicBezTo>
                      <a:pt x="967" y="14"/>
                      <a:pt x="1103" y="47"/>
                      <a:pt x="1103" y="47"/>
                    </a:cubicBezTo>
                    <a:cubicBezTo>
                      <a:pt x="1103" y="47"/>
                      <a:pt x="998" y="24"/>
                      <a:pt x="892" y="39"/>
                    </a:cubicBezTo>
                    <a:cubicBezTo>
                      <a:pt x="787" y="54"/>
                      <a:pt x="708" y="46"/>
                      <a:pt x="688" y="54"/>
                    </a:cubicBezTo>
                    <a:cubicBezTo>
                      <a:pt x="668" y="61"/>
                      <a:pt x="562" y="62"/>
                      <a:pt x="533" y="69"/>
                    </a:cubicBezTo>
                    <a:cubicBezTo>
                      <a:pt x="503" y="75"/>
                      <a:pt x="467" y="56"/>
                      <a:pt x="434" y="57"/>
                    </a:cubicBezTo>
                    <a:cubicBezTo>
                      <a:pt x="402" y="59"/>
                      <a:pt x="383" y="57"/>
                      <a:pt x="341" y="50"/>
                    </a:cubicBezTo>
                    <a:cubicBezTo>
                      <a:pt x="299" y="43"/>
                      <a:pt x="258" y="40"/>
                      <a:pt x="233" y="35"/>
                    </a:cubicBezTo>
                    <a:cubicBezTo>
                      <a:pt x="209" y="31"/>
                      <a:pt x="163" y="22"/>
                      <a:pt x="146" y="22"/>
                    </a:cubicBezTo>
                    <a:cubicBezTo>
                      <a:pt x="132" y="22"/>
                      <a:pt x="46" y="0"/>
                      <a:pt x="0" y="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8" name="Freeform 27">
                <a:extLst>
                  <a:ext uri="{FF2B5EF4-FFF2-40B4-BE49-F238E27FC236}">
                    <a16:creationId xmlns:a16="http://schemas.microsoft.com/office/drawing/2014/main" id="{ADDE9430-1B43-47F7-B8A7-B792A2BC8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311"/>
                <a:ext cx="2758" cy="563"/>
              </a:xfrm>
              <a:custGeom>
                <a:avLst/>
                <a:gdLst>
                  <a:gd name="T0" fmla="*/ 17243 w 1103"/>
                  <a:gd name="T1" fmla="*/ 2975 h 225"/>
                  <a:gd name="T2" fmla="*/ 12005 w 1103"/>
                  <a:gd name="T3" fmla="*/ 1679 h 225"/>
                  <a:gd name="T4" fmla="*/ 3676 w 1103"/>
                  <a:gd name="T5" fmla="*/ 1879 h 225"/>
                  <a:gd name="T6" fmla="*/ 0 w 1103"/>
                  <a:gd name="T7" fmla="*/ 2772 h 225"/>
                  <a:gd name="T8" fmla="*/ 0 w 1103"/>
                  <a:gd name="T9" fmla="*/ 2993 h 225"/>
                  <a:gd name="T10" fmla="*/ 2971 w 1103"/>
                  <a:gd name="T11" fmla="*/ 2838 h 225"/>
                  <a:gd name="T12" fmla="*/ 5238 w 1103"/>
                  <a:gd name="T13" fmla="*/ 2710 h 225"/>
                  <a:gd name="T14" fmla="*/ 7241 w 1103"/>
                  <a:gd name="T15" fmla="*/ 2660 h 225"/>
                  <a:gd name="T16" fmla="*/ 9867 w 1103"/>
                  <a:gd name="T17" fmla="*/ 2660 h 225"/>
                  <a:gd name="T18" fmla="*/ 11805 w 1103"/>
                  <a:gd name="T19" fmla="*/ 2805 h 225"/>
                  <a:gd name="T20" fmla="*/ 14463 w 1103"/>
                  <a:gd name="T21" fmla="*/ 3100 h 225"/>
                  <a:gd name="T22" fmla="*/ 17243 w 1103"/>
                  <a:gd name="T23" fmla="*/ 297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3" h="225">
                    <a:moveTo>
                      <a:pt x="1103" y="190"/>
                    </a:moveTo>
                    <a:cubicBezTo>
                      <a:pt x="1103" y="190"/>
                      <a:pt x="966" y="225"/>
                      <a:pt x="768" y="107"/>
                    </a:cubicBezTo>
                    <a:cubicBezTo>
                      <a:pt x="717" y="77"/>
                      <a:pt x="498" y="0"/>
                      <a:pt x="235" y="120"/>
                    </a:cubicBezTo>
                    <a:cubicBezTo>
                      <a:pt x="154" y="156"/>
                      <a:pt x="106" y="173"/>
                      <a:pt x="0" y="177"/>
                    </a:cubicBezTo>
                    <a:cubicBezTo>
                      <a:pt x="0" y="191"/>
                      <a:pt x="0" y="191"/>
                      <a:pt x="0" y="191"/>
                    </a:cubicBezTo>
                    <a:cubicBezTo>
                      <a:pt x="30" y="197"/>
                      <a:pt x="113" y="196"/>
                      <a:pt x="190" y="181"/>
                    </a:cubicBezTo>
                    <a:cubicBezTo>
                      <a:pt x="294" y="160"/>
                      <a:pt x="305" y="162"/>
                      <a:pt x="335" y="173"/>
                    </a:cubicBezTo>
                    <a:cubicBezTo>
                      <a:pt x="364" y="184"/>
                      <a:pt x="425" y="163"/>
                      <a:pt x="463" y="170"/>
                    </a:cubicBezTo>
                    <a:cubicBezTo>
                      <a:pt x="501" y="176"/>
                      <a:pt x="595" y="178"/>
                      <a:pt x="631" y="170"/>
                    </a:cubicBezTo>
                    <a:cubicBezTo>
                      <a:pt x="667" y="161"/>
                      <a:pt x="706" y="168"/>
                      <a:pt x="755" y="179"/>
                    </a:cubicBezTo>
                    <a:cubicBezTo>
                      <a:pt x="805" y="190"/>
                      <a:pt x="889" y="200"/>
                      <a:pt x="925" y="198"/>
                    </a:cubicBezTo>
                    <a:cubicBezTo>
                      <a:pt x="960" y="195"/>
                      <a:pt x="1024" y="212"/>
                      <a:pt x="1103" y="190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9" name="Freeform 28">
                <a:extLst>
                  <a:ext uri="{FF2B5EF4-FFF2-40B4-BE49-F238E27FC236}">
                    <a16:creationId xmlns:a16="http://schemas.microsoft.com/office/drawing/2014/main" id="{C1DF62A4-2601-4A56-A926-91506ED02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311"/>
                <a:ext cx="2758" cy="563"/>
              </a:xfrm>
              <a:custGeom>
                <a:avLst/>
                <a:gdLst>
                  <a:gd name="T0" fmla="*/ 17243 w 1103"/>
                  <a:gd name="T1" fmla="*/ 2975 h 225"/>
                  <a:gd name="T2" fmla="*/ 12005 w 1103"/>
                  <a:gd name="T3" fmla="*/ 1679 h 225"/>
                  <a:gd name="T4" fmla="*/ 3676 w 1103"/>
                  <a:gd name="T5" fmla="*/ 1879 h 225"/>
                  <a:gd name="T6" fmla="*/ 0 w 1103"/>
                  <a:gd name="T7" fmla="*/ 2772 h 225"/>
                  <a:gd name="T8" fmla="*/ 0 w 1103"/>
                  <a:gd name="T9" fmla="*/ 2993 h 225"/>
                  <a:gd name="T10" fmla="*/ 2971 w 1103"/>
                  <a:gd name="T11" fmla="*/ 2838 h 225"/>
                  <a:gd name="T12" fmla="*/ 5238 w 1103"/>
                  <a:gd name="T13" fmla="*/ 2710 h 225"/>
                  <a:gd name="T14" fmla="*/ 7241 w 1103"/>
                  <a:gd name="T15" fmla="*/ 2660 h 225"/>
                  <a:gd name="T16" fmla="*/ 9867 w 1103"/>
                  <a:gd name="T17" fmla="*/ 2660 h 225"/>
                  <a:gd name="T18" fmla="*/ 11805 w 1103"/>
                  <a:gd name="T19" fmla="*/ 2805 h 225"/>
                  <a:gd name="T20" fmla="*/ 14463 w 1103"/>
                  <a:gd name="T21" fmla="*/ 3100 h 225"/>
                  <a:gd name="T22" fmla="*/ 17243 w 1103"/>
                  <a:gd name="T23" fmla="*/ 297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3" h="225">
                    <a:moveTo>
                      <a:pt x="1103" y="190"/>
                    </a:moveTo>
                    <a:cubicBezTo>
                      <a:pt x="1103" y="190"/>
                      <a:pt x="967" y="225"/>
                      <a:pt x="768" y="107"/>
                    </a:cubicBezTo>
                    <a:cubicBezTo>
                      <a:pt x="717" y="77"/>
                      <a:pt x="498" y="0"/>
                      <a:pt x="235" y="120"/>
                    </a:cubicBezTo>
                    <a:cubicBezTo>
                      <a:pt x="154" y="156"/>
                      <a:pt x="106" y="173"/>
                      <a:pt x="0" y="177"/>
                    </a:cubicBezTo>
                    <a:cubicBezTo>
                      <a:pt x="0" y="191"/>
                      <a:pt x="0" y="191"/>
                      <a:pt x="0" y="191"/>
                    </a:cubicBezTo>
                    <a:cubicBezTo>
                      <a:pt x="30" y="197"/>
                      <a:pt x="113" y="196"/>
                      <a:pt x="190" y="181"/>
                    </a:cubicBezTo>
                    <a:cubicBezTo>
                      <a:pt x="294" y="160"/>
                      <a:pt x="305" y="162"/>
                      <a:pt x="335" y="173"/>
                    </a:cubicBezTo>
                    <a:cubicBezTo>
                      <a:pt x="364" y="184"/>
                      <a:pt x="425" y="163"/>
                      <a:pt x="463" y="170"/>
                    </a:cubicBezTo>
                    <a:cubicBezTo>
                      <a:pt x="501" y="176"/>
                      <a:pt x="595" y="178"/>
                      <a:pt x="631" y="170"/>
                    </a:cubicBezTo>
                    <a:cubicBezTo>
                      <a:pt x="667" y="161"/>
                      <a:pt x="706" y="168"/>
                      <a:pt x="755" y="179"/>
                    </a:cubicBezTo>
                    <a:cubicBezTo>
                      <a:pt x="805" y="190"/>
                      <a:pt x="889" y="200"/>
                      <a:pt x="925" y="198"/>
                    </a:cubicBezTo>
                    <a:cubicBezTo>
                      <a:pt x="960" y="195"/>
                      <a:pt x="1024" y="212"/>
                      <a:pt x="1103" y="19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0" name="Freeform 29">
                <a:extLst>
                  <a:ext uri="{FF2B5EF4-FFF2-40B4-BE49-F238E27FC236}">
                    <a16:creationId xmlns:a16="http://schemas.microsoft.com/office/drawing/2014/main" id="{A25E93F2-7987-4BBB-BCEC-0BCD85C61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679"/>
                <a:ext cx="1342" cy="295"/>
              </a:xfrm>
              <a:custGeom>
                <a:avLst/>
                <a:gdLst>
                  <a:gd name="T0" fmla="*/ 8382 w 537"/>
                  <a:gd name="T1" fmla="*/ 1845 h 118"/>
                  <a:gd name="T2" fmla="*/ 6195 w 537"/>
                  <a:gd name="T3" fmla="*/ 1333 h 118"/>
                  <a:gd name="T4" fmla="*/ 655 w 537"/>
                  <a:gd name="T5" fmla="*/ 625 h 118"/>
                  <a:gd name="T6" fmla="*/ 0 w 537"/>
                  <a:gd name="T7" fmla="*/ 1613 h 118"/>
                  <a:gd name="T8" fmla="*/ 5008 w 537"/>
                  <a:gd name="T9" fmla="*/ 140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7" h="118">
                    <a:moveTo>
                      <a:pt x="537" y="118"/>
                    </a:moveTo>
                    <a:cubicBezTo>
                      <a:pt x="537" y="118"/>
                      <a:pt x="421" y="94"/>
                      <a:pt x="397" y="85"/>
                    </a:cubicBezTo>
                    <a:cubicBezTo>
                      <a:pt x="373" y="75"/>
                      <a:pt x="114" y="0"/>
                      <a:pt x="42" y="40"/>
                    </a:cubicBezTo>
                    <a:cubicBezTo>
                      <a:pt x="42" y="40"/>
                      <a:pt x="11" y="61"/>
                      <a:pt x="0" y="103"/>
                    </a:cubicBezTo>
                    <a:cubicBezTo>
                      <a:pt x="0" y="103"/>
                      <a:pt x="149" y="57"/>
                      <a:pt x="321" y="90"/>
                    </a:cubicBezTo>
                  </a:path>
                </a:pathLst>
              </a:custGeom>
              <a:solidFill>
                <a:srgbClr val="E02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1" name="Freeform 30">
                <a:extLst>
                  <a:ext uri="{FF2B5EF4-FFF2-40B4-BE49-F238E27FC236}">
                    <a16:creationId xmlns:a16="http://schemas.microsoft.com/office/drawing/2014/main" id="{6B8C8B4D-67B0-49C4-81B7-C140CFF5F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626"/>
                <a:ext cx="267" cy="310"/>
              </a:xfrm>
              <a:custGeom>
                <a:avLst/>
                <a:gdLst>
                  <a:gd name="T0" fmla="*/ 1662 w 107"/>
                  <a:gd name="T1" fmla="*/ 770 h 124"/>
                  <a:gd name="T2" fmla="*/ 1619 w 107"/>
                  <a:gd name="T3" fmla="*/ 0 h 124"/>
                  <a:gd name="T4" fmla="*/ 0 w 107"/>
                  <a:gd name="T5" fmla="*/ 1938 h 124"/>
                  <a:gd name="T6" fmla="*/ 1662 w 107"/>
                  <a:gd name="T7" fmla="*/ 770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24">
                    <a:moveTo>
                      <a:pt x="107" y="49"/>
                    </a:moveTo>
                    <a:cubicBezTo>
                      <a:pt x="107" y="49"/>
                      <a:pt x="47" y="40"/>
                      <a:pt x="104" y="0"/>
                    </a:cubicBezTo>
                    <a:cubicBezTo>
                      <a:pt x="104" y="0"/>
                      <a:pt x="15" y="56"/>
                      <a:pt x="0" y="124"/>
                    </a:cubicBezTo>
                    <a:lnTo>
                      <a:pt x="107" y="49"/>
                    </a:lnTo>
                    <a:close/>
                  </a:path>
                </a:pathLst>
              </a:custGeom>
              <a:solidFill>
                <a:srgbClr val="E02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2" name="Freeform 31">
                <a:extLst>
                  <a:ext uri="{FF2B5EF4-FFF2-40B4-BE49-F238E27FC236}">
                    <a16:creationId xmlns:a16="http://schemas.microsoft.com/office/drawing/2014/main" id="{3B288AFF-D0F0-457A-96A4-4225B6754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746"/>
                <a:ext cx="580" cy="153"/>
              </a:xfrm>
              <a:custGeom>
                <a:avLst/>
                <a:gdLst>
                  <a:gd name="T0" fmla="*/ 0 w 232"/>
                  <a:gd name="T1" fmla="*/ 963 h 61"/>
                  <a:gd name="T2" fmla="*/ 3625 w 232"/>
                  <a:gd name="T3" fmla="*/ 492 h 61"/>
                  <a:gd name="T4" fmla="*/ 3333 w 232"/>
                  <a:gd name="T5" fmla="*/ 963 h 61"/>
                  <a:gd name="T6" fmla="*/ 0 w 232"/>
                  <a:gd name="T7" fmla="*/ 963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2" h="61">
                    <a:moveTo>
                      <a:pt x="0" y="61"/>
                    </a:moveTo>
                    <a:cubicBezTo>
                      <a:pt x="0" y="61"/>
                      <a:pt x="145" y="0"/>
                      <a:pt x="232" y="31"/>
                    </a:cubicBezTo>
                    <a:cubicBezTo>
                      <a:pt x="232" y="31"/>
                      <a:pt x="222" y="44"/>
                      <a:pt x="213" y="61"/>
                    </a:cubicBezTo>
                    <a:cubicBezTo>
                      <a:pt x="213" y="61"/>
                      <a:pt x="173" y="19"/>
                      <a:pt x="0" y="61"/>
                    </a:cubicBezTo>
                    <a:close/>
                  </a:path>
                </a:pathLst>
              </a:custGeom>
              <a:solidFill>
                <a:srgbClr val="E02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3" name="Freeform 32">
                <a:extLst>
                  <a:ext uri="{FF2B5EF4-FFF2-40B4-BE49-F238E27FC236}">
                    <a16:creationId xmlns:a16="http://schemas.microsoft.com/office/drawing/2014/main" id="{96DDF4DA-5522-44EA-B71B-338D9B4FF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666"/>
                <a:ext cx="355" cy="233"/>
              </a:xfrm>
              <a:custGeom>
                <a:avLst/>
                <a:gdLst>
                  <a:gd name="T0" fmla="*/ 500 w 142"/>
                  <a:gd name="T1" fmla="*/ 1463 h 93"/>
                  <a:gd name="T2" fmla="*/ 2220 w 142"/>
                  <a:gd name="T3" fmla="*/ 0 h 93"/>
                  <a:gd name="T4" fmla="*/ 1175 w 142"/>
                  <a:gd name="T5" fmla="*/ 458 h 93"/>
                  <a:gd name="T6" fmla="*/ 0 w 142"/>
                  <a:gd name="T7" fmla="*/ 847 h 93"/>
                  <a:gd name="T8" fmla="*/ 500 w 142"/>
                  <a:gd name="T9" fmla="*/ 1463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93">
                    <a:moveTo>
                      <a:pt x="32" y="93"/>
                    </a:moveTo>
                    <a:cubicBezTo>
                      <a:pt x="32" y="93"/>
                      <a:pt x="71" y="28"/>
                      <a:pt x="142" y="0"/>
                    </a:cubicBezTo>
                    <a:cubicBezTo>
                      <a:pt x="142" y="0"/>
                      <a:pt x="107" y="10"/>
                      <a:pt x="75" y="29"/>
                    </a:cubicBezTo>
                    <a:cubicBezTo>
                      <a:pt x="44" y="47"/>
                      <a:pt x="44" y="53"/>
                      <a:pt x="0" y="54"/>
                    </a:cubicBezTo>
                    <a:lnTo>
                      <a:pt x="32" y="93"/>
                    </a:lnTo>
                    <a:close/>
                  </a:path>
                </a:pathLst>
              </a:custGeom>
              <a:solidFill>
                <a:srgbClr val="E02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4" name="Freeform 33">
                <a:extLst>
                  <a:ext uri="{FF2B5EF4-FFF2-40B4-BE49-F238E27FC236}">
                    <a16:creationId xmlns:a16="http://schemas.microsoft.com/office/drawing/2014/main" id="{A683CDE5-9D7D-4723-8483-F461BED79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709"/>
                <a:ext cx="965" cy="240"/>
              </a:xfrm>
              <a:custGeom>
                <a:avLst/>
                <a:gdLst>
                  <a:gd name="T0" fmla="*/ 6033 w 386"/>
                  <a:gd name="T1" fmla="*/ 1500 h 96"/>
                  <a:gd name="T2" fmla="*/ 3458 w 386"/>
                  <a:gd name="T3" fmla="*/ 845 h 96"/>
                  <a:gd name="T4" fmla="*/ 0 w 386"/>
                  <a:gd name="T5" fmla="*/ 125 h 96"/>
                  <a:gd name="T6" fmla="*/ 3438 w 386"/>
                  <a:gd name="T7" fmla="*/ 613 h 96"/>
                  <a:gd name="T8" fmla="*/ 6033 w 386"/>
                  <a:gd name="T9" fmla="*/ 150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6" h="96">
                    <a:moveTo>
                      <a:pt x="386" y="96"/>
                    </a:moveTo>
                    <a:cubicBezTo>
                      <a:pt x="386" y="96"/>
                      <a:pt x="276" y="73"/>
                      <a:pt x="221" y="54"/>
                    </a:cubicBezTo>
                    <a:cubicBezTo>
                      <a:pt x="167" y="35"/>
                      <a:pt x="27" y="10"/>
                      <a:pt x="0" y="8"/>
                    </a:cubicBezTo>
                    <a:cubicBezTo>
                      <a:pt x="0" y="8"/>
                      <a:pt x="100" y="0"/>
                      <a:pt x="220" y="39"/>
                    </a:cubicBezTo>
                    <a:cubicBezTo>
                      <a:pt x="276" y="57"/>
                      <a:pt x="302" y="73"/>
                      <a:pt x="386" y="96"/>
                    </a:cubicBezTo>
                    <a:close/>
                  </a:path>
                </a:pathLst>
              </a:custGeom>
              <a:solidFill>
                <a:srgbClr val="EC76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5" name="Freeform 34">
                <a:extLst>
                  <a:ext uri="{FF2B5EF4-FFF2-40B4-BE49-F238E27FC236}">
                    <a16:creationId xmlns:a16="http://schemas.microsoft.com/office/drawing/2014/main" id="{9EC52632-8131-45F0-A110-B4AC425AC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746"/>
                <a:ext cx="472" cy="118"/>
              </a:xfrm>
              <a:custGeom>
                <a:avLst/>
                <a:gdLst>
                  <a:gd name="T0" fmla="*/ 0 w 189"/>
                  <a:gd name="T1" fmla="*/ 0 h 47"/>
                  <a:gd name="T2" fmla="*/ 2944 w 189"/>
                  <a:gd name="T3" fmla="*/ 743 h 47"/>
                  <a:gd name="T4" fmla="*/ 0 w 18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47">
                    <a:moveTo>
                      <a:pt x="0" y="0"/>
                    </a:moveTo>
                    <a:cubicBezTo>
                      <a:pt x="0" y="0"/>
                      <a:pt x="152" y="28"/>
                      <a:pt x="189" y="47"/>
                    </a:cubicBezTo>
                    <a:cubicBezTo>
                      <a:pt x="189" y="47"/>
                      <a:pt x="116" y="12"/>
                      <a:pt x="0" y="0"/>
                    </a:cubicBezTo>
                    <a:close/>
                  </a:path>
                </a:pathLst>
              </a:custGeom>
              <a:solidFill>
                <a:srgbClr val="F3A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6" name="Freeform 35">
                <a:extLst>
                  <a:ext uri="{FF2B5EF4-FFF2-40B4-BE49-F238E27FC236}">
                    <a16:creationId xmlns:a16="http://schemas.microsoft.com/office/drawing/2014/main" id="{73B88227-8683-433D-8B10-DC95C0DBA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721"/>
                <a:ext cx="533" cy="128"/>
              </a:xfrm>
              <a:custGeom>
                <a:avLst/>
                <a:gdLst>
                  <a:gd name="T0" fmla="*/ 0 w 213"/>
                  <a:gd name="T1" fmla="*/ 806 h 51"/>
                  <a:gd name="T2" fmla="*/ 2210 w 213"/>
                  <a:gd name="T3" fmla="*/ 409 h 51"/>
                  <a:gd name="T4" fmla="*/ 3338 w 213"/>
                  <a:gd name="T5" fmla="*/ 0 h 51"/>
                  <a:gd name="T6" fmla="*/ 2210 w 213"/>
                  <a:gd name="T7" fmla="*/ 251 h 51"/>
                  <a:gd name="T8" fmla="*/ 0 w 213"/>
                  <a:gd name="T9" fmla="*/ 80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3" h="51">
                    <a:moveTo>
                      <a:pt x="0" y="51"/>
                    </a:moveTo>
                    <a:cubicBezTo>
                      <a:pt x="0" y="51"/>
                      <a:pt x="94" y="22"/>
                      <a:pt x="141" y="26"/>
                    </a:cubicBezTo>
                    <a:cubicBezTo>
                      <a:pt x="189" y="31"/>
                      <a:pt x="213" y="0"/>
                      <a:pt x="213" y="0"/>
                    </a:cubicBezTo>
                    <a:cubicBezTo>
                      <a:pt x="213" y="0"/>
                      <a:pt x="191" y="21"/>
                      <a:pt x="141" y="16"/>
                    </a:cubicBezTo>
                    <a:cubicBezTo>
                      <a:pt x="92" y="12"/>
                      <a:pt x="0" y="51"/>
                      <a:pt x="0" y="51"/>
                    </a:cubicBezTo>
                    <a:close/>
                  </a:path>
                </a:pathLst>
              </a:custGeom>
              <a:solidFill>
                <a:srgbClr val="EC76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7" name="Freeform 36">
                <a:extLst>
                  <a:ext uri="{FF2B5EF4-FFF2-40B4-BE49-F238E27FC236}">
                    <a16:creationId xmlns:a16="http://schemas.microsoft.com/office/drawing/2014/main" id="{42FC2BAA-B27F-4AEE-ABFC-B8CAD18BA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766"/>
                <a:ext cx="313" cy="43"/>
              </a:xfrm>
              <a:custGeom>
                <a:avLst/>
                <a:gdLst>
                  <a:gd name="T0" fmla="*/ 1963 w 125"/>
                  <a:gd name="T1" fmla="*/ 33 h 17"/>
                  <a:gd name="T2" fmla="*/ 1335 w 125"/>
                  <a:gd name="T3" fmla="*/ 96 h 17"/>
                  <a:gd name="T4" fmla="*/ 0 w 125"/>
                  <a:gd name="T5" fmla="*/ 276 h 17"/>
                  <a:gd name="T6" fmla="*/ 1335 w 125"/>
                  <a:gd name="T7" fmla="*/ 63 h 17"/>
                  <a:gd name="T8" fmla="*/ 1963 w 125"/>
                  <a:gd name="T9" fmla="*/ 3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7">
                    <a:moveTo>
                      <a:pt x="125" y="2"/>
                    </a:moveTo>
                    <a:cubicBezTo>
                      <a:pt x="125" y="2"/>
                      <a:pt x="111" y="9"/>
                      <a:pt x="85" y="6"/>
                    </a:cubicBezTo>
                    <a:cubicBezTo>
                      <a:pt x="59" y="3"/>
                      <a:pt x="0" y="17"/>
                      <a:pt x="0" y="17"/>
                    </a:cubicBezTo>
                    <a:cubicBezTo>
                      <a:pt x="0" y="17"/>
                      <a:pt x="52" y="0"/>
                      <a:pt x="85" y="4"/>
                    </a:cubicBezTo>
                    <a:cubicBezTo>
                      <a:pt x="118" y="7"/>
                      <a:pt x="125" y="2"/>
                      <a:pt x="125" y="2"/>
                    </a:cubicBezTo>
                    <a:close/>
                  </a:path>
                </a:pathLst>
              </a:custGeom>
              <a:solidFill>
                <a:srgbClr val="F3A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8" name="Freeform 37">
                <a:extLst>
                  <a:ext uri="{FF2B5EF4-FFF2-40B4-BE49-F238E27FC236}">
                    <a16:creationId xmlns:a16="http://schemas.microsoft.com/office/drawing/2014/main" id="{713A60DB-0975-4E2B-8AC9-23D9F494D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404"/>
                <a:ext cx="1388" cy="173"/>
              </a:xfrm>
              <a:custGeom>
                <a:avLst/>
                <a:gdLst>
                  <a:gd name="T0" fmla="*/ 8681 w 555"/>
                  <a:gd name="T1" fmla="*/ 50 h 69"/>
                  <a:gd name="T2" fmla="*/ 6055 w 555"/>
                  <a:gd name="T3" fmla="*/ 426 h 69"/>
                  <a:gd name="T4" fmla="*/ 770 w 555"/>
                  <a:gd name="T5" fmla="*/ 1088 h 69"/>
                  <a:gd name="T6" fmla="*/ 0 w 555"/>
                  <a:gd name="T7" fmla="*/ 113 h 69"/>
                  <a:gd name="T8" fmla="*/ 3584 w 555"/>
                  <a:gd name="T9" fmla="*/ 647 h 69"/>
                  <a:gd name="T10" fmla="*/ 8681 w 555"/>
                  <a:gd name="T11" fmla="*/ 5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5" h="69">
                    <a:moveTo>
                      <a:pt x="555" y="3"/>
                    </a:moveTo>
                    <a:cubicBezTo>
                      <a:pt x="555" y="3"/>
                      <a:pt x="443" y="15"/>
                      <a:pt x="387" y="27"/>
                    </a:cubicBezTo>
                    <a:cubicBezTo>
                      <a:pt x="332" y="39"/>
                      <a:pt x="197" y="64"/>
                      <a:pt x="49" y="69"/>
                    </a:cubicBezTo>
                    <a:cubicBezTo>
                      <a:pt x="49" y="69"/>
                      <a:pt x="14" y="41"/>
                      <a:pt x="0" y="7"/>
                    </a:cubicBezTo>
                    <a:cubicBezTo>
                      <a:pt x="0" y="7"/>
                      <a:pt x="38" y="55"/>
                      <a:pt x="229" y="41"/>
                    </a:cubicBezTo>
                    <a:cubicBezTo>
                      <a:pt x="420" y="26"/>
                      <a:pt x="440" y="0"/>
                      <a:pt x="555" y="3"/>
                    </a:cubicBezTo>
                    <a:close/>
                  </a:path>
                </a:pathLst>
              </a:custGeom>
              <a:solidFill>
                <a:srgbClr val="E02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9" name="Freeform 38">
                <a:extLst>
                  <a:ext uri="{FF2B5EF4-FFF2-40B4-BE49-F238E27FC236}">
                    <a16:creationId xmlns:a16="http://schemas.microsoft.com/office/drawing/2014/main" id="{29007A1F-450E-4C00-A198-2D56A8693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471"/>
                <a:ext cx="700" cy="153"/>
              </a:xfrm>
              <a:custGeom>
                <a:avLst/>
                <a:gdLst>
                  <a:gd name="T0" fmla="*/ 4375 w 280"/>
                  <a:gd name="T1" fmla="*/ 868 h 61"/>
                  <a:gd name="T2" fmla="*/ 2408 w 280"/>
                  <a:gd name="T3" fmla="*/ 722 h 61"/>
                  <a:gd name="T4" fmla="*/ 0 w 280"/>
                  <a:gd name="T5" fmla="*/ 0 h 61"/>
                  <a:gd name="T6" fmla="*/ 2458 w 280"/>
                  <a:gd name="T7" fmla="*/ 522 h 61"/>
                  <a:gd name="T8" fmla="*/ 4000 w 280"/>
                  <a:gd name="T9" fmla="*/ 429 h 61"/>
                  <a:gd name="T10" fmla="*/ 4375 w 280"/>
                  <a:gd name="T11" fmla="*/ 868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" h="61">
                    <a:moveTo>
                      <a:pt x="280" y="55"/>
                    </a:moveTo>
                    <a:cubicBezTo>
                      <a:pt x="280" y="55"/>
                      <a:pt x="236" y="61"/>
                      <a:pt x="154" y="46"/>
                    </a:cubicBezTo>
                    <a:cubicBezTo>
                      <a:pt x="71" y="30"/>
                      <a:pt x="0" y="0"/>
                      <a:pt x="0" y="0"/>
                    </a:cubicBezTo>
                    <a:cubicBezTo>
                      <a:pt x="0" y="0"/>
                      <a:pt x="87" y="32"/>
                      <a:pt x="157" y="33"/>
                    </a:cubicBezTo>
                    <a:cubicBezTo>
                      <a:pt x="226" y="35"/>
                      <a:pt x="256" y="27"/>
                      <a:pt x="256" y="27"/>
                    </a:cubicBezTo>
                    <a:cubicBezTo>
                      <a:pt x="256" y="27"/>
                      <a:pt x="272" y="50"/>
                      <a:pt x="280" y="55"/>
                    </a:cubicBezTo>
                    <a:close/>
                  </a:path>
                </a:pathLst>
              </a:custGeom>
              <a:solidFill>
                <a:srgbClr val="E02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0" name="Freeform 39">
                <a:extLst>
                  <a:ext uri="{FF2B5EF4-FFF2-40B4-BE49-F238E27FC236}">
                    <a16:creationId xmlns:a16="http://schemas.microsoft.com/office/drawing/2014/main" id="{E8E896FE-669B-4CD6-AA05-7F9F91C4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39"/>
                <a:ext cx="1120" cy="210"/>
              </a:xfrm>
              <a:custGeom>
                <a:avLst/>
                <a:gdLst>
                  <a:gd name="T0" fmla="*/ 7000 w 448"/>
                  <a:gd name="T1" fmla="*/ 0 h 84"/>
                  <a:gd name="T2" fmla="*/ 4708 w 448"/>
                  <a:gd name="T3" fmla="*/ 363 h 84"/>
                  <a:gd name="T4" fmla="*/ 0 w 448"/>
                  <a:gd name="T5" fmla="*/ 988 h 84"/>
                  <a:gd name="T6" fmla="*/ 3238 w 448"/>
                  <a:gd name="T7" fmla="*/ 938 h 84"/>
                  <a:gd name="T8" fmla="*/ 7000 w 448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8" h="84">
                    <a:moveTo>
                      <a:pt x="448" y="0"/>
                    </a:moveTo>
                    <a:cubicBezTo>
                      <a:pt x="448" y="0"/>
                      <a:pt x="323" y="15"/>
                      <a:pt x="301" y="23"/>
                    </a:cubicBezTo>
                    <a:cubicBezTo>
                      <a:pt x="279" y="30"/>
                      <a:pt x="59" y="64"/>
                      <a:pt x="0" y="63"/>
                    </a:cubicBezTo>
                    <a:cubicBezTo>
                      <a:pt x="0" y="63"/>
                      <a:pt x="67" y="84"/>
                      <a:pt x="207" y="60"/>
                    </a:cubicBezTo>
                    <a:cubicBezTo>
                      <a:pt x="326" y="39"/>
                      <a:pt x="406" y="4"/>
                      <a:pt x="448" y="0"/>
                    </a:cubicBezTo>
                    <a:close/>
                  </a:path>
                </a:pathLst>
              </a:custGeom>
              <a:solidFill>
                <a:srgbClr val="EC76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1" name="Freeform 40">
                <a:extLst>
                  <a:ext uri="{FF2B5EF4-FFF2-40B4-BE49-F238E27FC236}">
                    <a16:creationId xmlns:a16="http://schemas.microsoft.com/office/drawing/2014/main" id="{1C6A7900-B1EF-4FBE-A411-A9F0BC1E8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554"/>
                <a:ext cx="533" cy="173"/>
              </a:xfrm>
              <a:custGeom>
                <a:avLst/>
                <a:gdLst>
                  <a:gd name="T0" fmla="*/ 0 w 213"/>
                  <a:gd name="T1" fmla="*/ 0 h 69"/>
                  <a:gd name="T2" fmla="*/ 3338 w 213"/>
                  <a:gd name="T3" fmla="*/ 504 h 69"/>
                  <a:gd name="T4" fmla="*/ 0 w 213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69">
                    <a:moveTo>
                      <a:pt x="0" y="0"/>
                    </a:moveTo>
                    <a:cubicBezTo>
                      <a:pt x="0" y="0"/>
                      <a:pt x="93" y="35"/>
                      <a:pt x="213" y="32"/>
                    </a:cubicBezTo>
                    <a:cubicBezTo>
                      <a:pt x="213" y="32"/>
                      <a:pt x="107" y="69"/>
                      <a:pt x="0" y="0"/>
                    </a:cubicBezTo>
                    <a:close/>
                  </a:path>
                </a:pathLst>
              </a:custGeom>
              <a:solidFill>
                <a:srgbClr val="EC76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2" name="Freeform 41">
                <a:extLst>
                  <a:ext uri="{FF2B5EF4-FFF2-40B4-BE49-F238E27FC236}">
                    <a16:creationId xmlns:a16="http://schemas.microsoft.com/office/drawing/2014/main" id="{F3CAE658-CAAE-4AAD-97F5-F4E625C4F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466"/>
                <a:ext cx="742" cy="123"/>
              </a:xfrm>
              <a:custGeom>
                <a:avLst/>
                <a:gdLst>
                  <a:gd name="T0" fmla="*/ 0 w 297"/>
                  <a:gd name="T1" fmla="*/ 776 h 49"/>
                  <a:gd name="T2" fmla="*/ 2758 w 297"/>
                  <a:gd name="T3" fmla="*/ 379 h 49"/>
                  <a:gd name="T4" fmla="*/ 4632 w 297"/>
                  <a:gd name="T5" fmla="*/ 0 h 49"/>
                  <a:gd name="T6" fmla="*/ 2791 w 297"/>
                  <a:gd name="T7" fmla="*/ 409 h 49"/>
                  <a:gd name="T8" fmla="*/ 0 w 297"/>
                  <a:gd name="T9" fmla="*/ 77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7" h="49">
                    <a:moveTo>
                      <a:pt x="0" y="49"/>
                    </a:moveTo>
                    <a:cubicBezTo>
                      <a:pt x="0" y="49"/>
                      <a:pt x="150" y="32"/>
                      <a:pt x="177" y="24"/>
                    </a:cubicBezTo>
                    <a:cubicBezTo>
                      <a:pt x="205" y="15"/>
                      <a:pt x="297" y="0"/>
                      <a:pt x="297" y="0"/>
                    </a:cubicBezTo>
                    <a:cubicBezTo>
                      <a:pt x="297" y="0"/>
                      <a:pt x="195" y="22"/>
                      <a:pt x="179" y="26"/>
                    </a:cubicBezTo>
                    <a:cubicBezTo>
                      <a:pt x="163" y="31"/>
                      <a:pt x="63" y="47"/>
                      <a:pt x="0" y="49"/>
                    </a:cubicBezTo>
                    <a:close/>
                  </a:path>
                </a:pathLst>
              </a:custGeom>
              <a:solidFill>
                <a:srgbClr val="F3A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3" name="Freeform 42">
                <a:extLst>
                  <a:ext uri="{FF2B5EF4-FFF2-40B4-BE49-F238E27FC236}">
                    <a16:creationId xmlns:a16="http://schemas.microsoft.com/office/drawing/2014/main" id="{C544280A-E38E-42B3-895D-7A78062BC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572"/>
                <a:ext cx="400" cy="70"/>
              </a:xfrm>
              <a:custGeom>
                <a:avLst/>
                <a:gdLst>
                  <a:gd name="T0" fmla="*/ 0 w 160"/>
                  <a:gd name="T1" fmla="*/ 0 h 28"/>
                  <a:gd name="T2" fmla="*/ 2500 w 160"/>
                  <a:gd name="T3" fmla="*/ 425 h 28"/>
                  <a:gd name="T4" fmla="*/ 0 w 16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28">
                    <a:moveTo>
                      <a:pt x="0" y="0"/>
                    </a:moveTo>
                    <a:cubicBezTo>
                      <a:pt x="0" y="0"/>
                      <a:pt x="61" y="23"/>
                      <a:pt x="160" y="27"/>
                    </a:cubicBezTo>
                    <a:cubicBezTo>
                      <a:pt x="160" y="27"/>
                      <a:pt x="63" y="28"/>
                      <a:pt x="0" y="0"/>
                    </a:cubicBezTo>
                    <a:close/>
                  </a:path>
                </a:pathLst>
              </a:custGeom>
              <a:solidFill>
                <a:srgbClr val="F3A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4" name="Freeform 43">
                <a:extLst>
                  <a:ext uri="{FF2B5EF4-FFF2-40B4-BE49-F238E27FC236}">
                    <a16:creationId xmlns:a16="http://schemas.microsoft.com/office/drawing/2014/main" id="{1AEB9AC1-5228-415C-B502-321DB5D99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899"/>
                <a:ext cx="910" cy="595"/>
              </a:xfrm>
              <a:custGeom>
                <a:avLst/>
                <a:gdLst>
                  <a:gd name="T0" fmla="*/ 5688 w 364"/>
                  <a:gd name="T1" fmla="*/ 0 h 238"/>
                  <a:gd name="T2" fmla="*/ 0 w 364"/>
                  <a:gd name="T3" fmla="*/ 470 h 238"/>
                  <a:gd name="T4" fmla="*/ 1658 w 364"/>
                  <a:gd name="T5" fmla="*/ 1845 h 238"/>
                  <a:gd name="T6" fmla="*/ 533 w 364"/>
                  <a:gd name="T7" fmla="*/ 3208 h 238"/>
                  <a:gd name="T8" fmla="*/ 5595 w 364"/>
                  <a:gd name="T9" fmla="*/ 3720 h 238"/>
                  <a:gd name="T10" fmla="*/ 3595 w 364"/>
                  <a:gd name="T11" fmla="*/ 1895 h 238"/>
                  <a:gd name="T12" fmla="*/ 5688 w 364"/>
                  <a:gd name="T13" fmla="*/ 0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4" h="238">
                    <a:moveTo>
                      <a:pt x="364" y="0"/>
                    </a:moveTo>
                    <a:cubicBezTo>
                      <a:pt x="364" y="0"/>
                      <a:pt x="248" y="69"/>
                      <a:pt x="0" y="30"/>
                    </a:cubicBezTo>
                    <a:cubicBezTo>
                      <a:pt x="0" y="30"/>
                      <a:pt x="98" y="55"/>
                      <a:pt x="106" y="118"/>
                    </a:cubicBezTo>
                    <a:cubicBezTo>
                      <a:pt x="115" y="182"/>
                      <a:pt x="75" y="197"/>
                      <a:pt x="34" y="205"/>
                    </a:cubicBezTo>
                    <a:cubicBezTo>
                      <a:pt x="34" y="205"/>
                      <a:pt x="213" y="174"/>
                      <a:pt x="358" y="238"/>
                    </a:cubicBezTo>
                    <a:cubicBezTo>
                      <a:pt x="358" y="238"/>
                      <a:pt x="225" y="194"/>
                      <a:pt x="230" y="121"/>
                    </a:cubicBezTo>
                    <a:cubicBezTo>
                      <a:pt x="235" y="61"/>
                      <a:pt x="364" y="0"/>
                      <a:pt x="364" y="0"/>
                    </a:cubicBezTo>
                    <a:close/>
                  </a:path>
                </a:pathLst>
              </a:custGeom>
              <a:solidFill>
                <a:srgbClr val="E53A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5" name="Line 44">
                <a:extLst>
                  <a:ext uri="{FF2B5EF4-FFF2-40B4-BE49-F238E27FC236}">
                    <a16:creationId xmlns:a16="http://schemas.microsoft.com/office/drawing/2014/main" id="{3B6799B6-33B1-4A40-9304-DE1506D0B1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93" y="1356"/>
                <a:ext cx="5" cy="35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6" name="Line 45">
                <a:extLst>
                  <a:ext uri="{FF2B5EF4-FFF2-40B4-BE49-F238E27FC236}">
                    <a16:creationId xmlns:a16="http://schemas.microsoft.com/office/drawing/2014/main" id="{7E178669-5ECE-4D49-BFDC-712CA3D8FD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48" y="1379"/>
                <a:ext cx="3" cy="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7" name="Line 46">
                <a:extLst>
                  <a:ext uri="{FF2B5EF4-FFF2-40B4-BE49-F238E27FC236}">
                    <a16:creationId xmlns:a16="http://schemas.microsoft.com/office/drawing/2014/main" id="{AAAFE1C0-B435-4719-A83B-2AD9B3EC9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73" y="1414"/>
                <a:ext cx="5" cy="35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8" name="Line 47">
                <a:extLst>
                  <a:ext uri="{FF2B5EF4-FFF2-40B4-BE49-F238E27FC236}">
                    <a16:creationId xmlns:a16="http://schemas.microsoft.com/office/drawing/2014/main" id="{D145BAED-12A4-4390-BDF0-6333DCD1FB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16" y="1466"/>
                <a:ext cx="5" cy="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9" name="Line 48">
                <a:extLst>
                  <a:ext uri="{FF2B5EF4-FFF2-40B4-BE49-F238E27FC236}">
                    <a16:creationId xmlns:a16="http://schemas.microsoft.com/office/drawing/2014/main" id="{A5AB7DD8-5DA2-421B-B9D4-230CB76896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76" y="1501"/>
                <a:ext cx="2" cy="28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0" name="Line 49">
                <a:extLst>
                  <a:ext uri="{FF2B5EF4-FFF2-40B4-BE49-F238E27FC236}">
                    <a16:creationId xmlns:a16="http://schemas.microsoft.com/office/drawing/2014/main" id="{FD692BCB-A95D-48B1-B012-0CF64B93FE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6" y="1504"/>
                <a:ext cx="2" cy="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1" name="Line 50">
                <a:extLst>
                  <a:ext uri="{FF2B5EF4-FFF2-40B4-BE49-F238E27FC236}">
                    <a16:creationId xmlns:a16="http://schemas.microsoft.com/office/drawing/2014/main" id="{08169FF9-21A6-4D12-B2EA-E7F0EA0890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1" y="1481"/>
                <a:ext cx="2" cy="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2" name="Line 51">
                <a:extLst>
                  <a:ext uri="{FF2B5EF4-FFF2-40B4-BE49-F238E27FC236}">
                    <a16:creationId xmlns:a16="http://schemas.microsoft.com/office/drawing/2014/main" id="{14D1FD8D-0935-4BB4-AEE2-941D9F0B5A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866" y="1451"/>
                <a:ext cx="5" cy="2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3" name="Line 52">
                <a:extLst>
                  <a:ext uri="{FF2B5EF4-FFF2-40B4-BE49-F238E27FC236}">
                    <a16:creationId xmlns:a16="http://schemas.microsoft.com/office/drawing/2014/main" id="{B04DC87D-EBED-4622-9C49-F9E815E548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16" y="1431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4" name="Line 53">
                <a:extLst>
                  <a:ext uri="{FF2B5EF4-FFF2-40B4-BE49-F238E27FC236}">
                    <a16:creationId xmlns:a16="http://schemas.microsoft.com/office/drawing/2014/main" id="{73672E71-A060-445E-8A89-E53E9C81D9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368" y="1424"/>
                <a:ext cx="3" cy="22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5" name="Line 54">
                <a:extLst>
                  <a:ext uri="{FF2B5EF4-FFF2-40B4-BE49-F238E27FC236}">
                    <a16:creationId xmlns:a16="http://schemas.microsoft.com/office/drawing/2014/main" id="{C4C8489B-2425-41B3-8B61-D47AB4348D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593" y="1426"/>
                <a:ext cx="15" cy="35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6" name="Line 55">
                <a:extLst>
                  <a:ext uri="{FF2B5EF4-FFF2-40B4-BE49-F238E27FC236}">
                    <a16:creationId xmlns:a16="http://schemas.microsoft.com/office/drawing/2014/main" id="{1B2651AB-5637-4E52-8E75-C53F046637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353" y="1609"/>
                <a:ext cx="30" cy="22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7" name="Line 56">
                <a:extLst>
                  <a:ext uri="{FF2B5EF4-FFF2-40B4-BE49-F238E27FC236}">
                    <a16:creationId xmlns:a16="http://schemas.microsoft.com/office/drawing/2014/main" id="{9CBE529E-BA1C-4335-A565-C147C05F7B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211" y="1831"/>
                <a:ext cx="37" cy="15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8" name="Line 57">
                <a:extLst>
                  <a:ext uri="{FF2B5EF4-FFF2-40B4-BE49-F238E27FC236}">
                    <a16:creationId xmlns:a16="http://schemas.microsoft.com/office/drawing/2014/main" id="{BD75A3B7-BEB5-4872-B3D2-29D9F1EED3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53" y="2059"/>
                <a:ext cx="38" cy="2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9" name="Line 58">
                <a:extLst>
                  <a:ext uri="{FF2B5EF4-FFF2-40B4-BE49-F238E27FC236}">
                    <a16:creationId xmlns:a16="http://schemas.microsoft.com/office/drawing/2014/main" id="{0BDEC6F1-F75D-4F1C-9148-36E8CCA86E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71" y="2324"/>
                <a:ext cx="37" cy="15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0" name="Line 59">
                <a:extLst>
                  <a:ext uri="{FF2B5EF4-FFF2-40B4-BE49-F238E27FC236}">
                    <a16:creationId xmlns:a16="http://schemas.microsoft.com/office/drawing/2014/main" id="{03000BCF-7993-4870-8B9B-89BFED2ABC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3" y="2874"/>
                <a:ext cx="3" cy="3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1" name="Line 60">
                <a:extLst>
                  <a:ext uri="{FF2B5EF4-FFF2-40B4-BE49-F238E27FC236}">
                    <a16:creationId xmlns:a16="http://schemas.microsoft.com/office/drawing/2014/main" id="{9A9DE9AF-CC65-46F9-B3E9-0B0268A649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1" y="2859"/>
                <a:ext cx="1" cy="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2" name="Line 61">
                <a:extLst>
                  <a:ext uri="{FF2B5EF4-FFF2-40B4-BE49-F238E27FC236}">
                    <a16:creationId xmlns:a16="http://schemas.microsoft.com/office/drawing/2014/main" id="{5E8E8021-9642-4AF4-B746-A44820AA27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71" y="2844"/>
                <a:ext cx="1" cy="38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3" name="Line 62">
                <a:extLst>
                  <a:ext uri="{FF2B5EF4-FFF2-40B4-BE49-F238E27FC236}">
                    <a16:creationId xmlns:a16="http://schemas.microsoft.com/office/drawing/2014/main" id="{79C02ACA-F43C-4461-B7EA-E091AF3F4A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13" y="2837"/>
                <a:ext cx="3" cy="37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Line 63">
                <a:extLst>
                  <a:ext uri="{FF2B5EF4-FFF2-40B4-BE49-F238E27FC236}">
                    <a16:creationId xmlns:a16="http://schemas.microsoft.com/office/drawing/2014/main" id="{ACCF7268-DDDB-4116-9BD5-70F6244B7D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3" y="2844"/>
                <a:ext cx="1" cy="35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5" name="Line 64">
                <a:extLst>
                  <a:ext uri="{FF2B5EF4-FFF2-40B4-BE49-F238E27FC236}">
                    <a16:creationId xmlns:a16="http://schemas.microsoft.com/office/drawing/2014/main" id="{5AA1A557-8D02-4015-892F-537BF0581B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96" y="2849"/>
                <a:ext cx="1" cy="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6" name="Line 65">
                <a:extLst>
                  <a:ext uri="{FF2B5EF4-FFF2-40B4-BE49-F238E27FC236}">
                    <a16:creationId xmlns:a16="http://schemas.microsoft.com/office/drawing/2014/main" id="{16E01092-BC0E-47CB-8A21-A92558553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16" y="2857"/>
                <a:ext cx="1" cy="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7" name="Line 66">
                <a:extLst>
                  <a:ext uri="{FF2B5EF4-FFF2-40B4-BE49-F238E27FC236}">
                    <a16:creationId xmlns:a16="http://schemas.microsoft.com/office/drawing/2014/main" id="{57CE35B5-3FB5-4BA6-947D-2574254551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06" y="2872"/>
                <a:ext cx="1" cy="25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8" name="Line 67">
                <a:extLst>
                  <a:ext uri="{FF2B5EF4-FFF2-40B4-BE49-F238E27FC236}">
                    <a16:creationId xmlns:a16="http://schemas.microsoft.com/office/drawing/2014/main" id="{CF5F4A6B-9915-401B-8669-627B04056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38" y="2889"/>
                <a:ext cx="5" cy="2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9" name="Line 68">
                <a:extLst>
                  <a:ext uri="{FF2B5EF4-FFF2-40B4-BE49-F238E27FC236}">
                    <a16:creationId xmlns:a16="http://schemas.microsoft.com/office/drawing/2014/main" id="{E0EAC4DE-0651-4DCF-B824-4E814975A3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53" y="2914"/>
                <a:ext cx="3" cy="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0" name="Line 69">
                <a:extLst>
                  <a:ext uri="{FF2B5EF4-FFF2-40B4-BE49-F238E27FC236}">
                    <a16:creationId xmlns:a16="http://schemas.microsoft.com/office/drawing/2014/main" id="{3F2B5853-9726-438A-BC0F-B003B9A6C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91" y="2929"/>
                <a:ext cx="1" cy="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1" name="Line 70">
                <a:extLst>
                  <a:ext uri="{FF2B5EF4-FFF2-40B4-BE49-F238E27FC236}">
                    <a16:creationId xmlns:a16="http://schemas.microsoft.com/office/drawing/2014/main" id="{36DBBCD3-A284-4739-9E6E-D2F98A7E72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266" y="2532"/>
                <a:ext cx="27" cy="25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2" name="Line 71">
                <a:extLst>
                  <a:ext uri="{FF2B5EF4-FFF2-40B4-BE49-F238E27FC236}">
                    <a16:creationId xmlns:a16="http://schemas.microsoft.com/office/drawing/2014/main" id="{6B655EC1-BF87-45CA-B742-2A76A0448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96" y="2689"/>
                <a:ext cx="27" cy="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Line 72">
                <a:extLst>
                  <a:ext uri="{FF2B5EF4-FFF2-40B4-BE49-F238E27FC236}">
                    <a16:creationId xmlns:a16="http://schemas.microsoft.com/office/drawing/2014/main" id="{3AD7FDCD-1342-4048-A72F-77739B88FF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98" y="2827"/>
                <a:ext cx="10" cy="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73">
                <a:extLst>
                  <a:ext uri="{FF2B5EF4-FFF2-40B4-BE49-F238E27FC236}">
                    <a16:creationId xmlns:a16="http://schemas.microsoft.com/office/drawing/2014/main" id="{11BB8A7E-938B-4F69-9BBB-CB459C44D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341"/>
                <a:ext cx="2760" cy="818"/>
              </a:xfrm>
              <a:custGeom>
                <a:avLst/>
                <a:gdLst>
                  <a:gd name="T0" fmla="*/ 17250 w 1104"/>
                  <a:gd name="T1" fmla="*/ 550 h 327"/>
                  <a:gd name="T2" fmla="*/ 12813 w 1104"/>
                  <a:gd name="T3" fmla="*/ 658 h 327"/>
                  <a:gd name="T4" fmla="*/ 6458 w 1104"/>
                  <a:gd name="T5" fmla="*/ 833 h 327"/>
                  <a:gd name="T6" fmla="*/ 33 w 1104"/>
                  <a:gd name="T7" fmla="*/ 63 h 327"/>
                  <a:gd name="T8" fmla="*/ 0 w 1104"/>
                  <a:gd name="T9" fmla="*/ 1363 h 327"/>
                  <a:gd name="T10" fmla="*/ 3220 w 1104"/>
                  <a:gd name="T11" fmla="*/ 2567 h 327"/>
                  <a:gd name="T12" fmla="*/ 12050 w 1104"/>
                  <a:gd name="T13" fmla="*/ 3179 h 327"/>
                  <a:gd name="T14" fmla="*/ 17238 w 1104"/>
                  <a:gd name="T15" fmla="*/ 1926 h 327"/>
                  <a:gd name="T16" fmla="*/ 17250 w 1104"/>
                  <a:gd name="T17" fmla="*/ 550 h 3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4" h="327">
                    <a:moveTo>
                      <a:pt x="1104" y="35"/>
                    </a:moveTo>
                    <a:cubicBezTo>
                      <a:pt x="1104" y="35"/>
                      <a:pt x="939" y="27"/>
                      <a:pt x="820" y="42"/>
                    </a:cubicBezTo>
                    <a:cubicBezTo>
                      <a:pt x="738" y="53"/>
                      <a:pt x="537" y="80"/>
                      <a:pt x="413" y="53"/>
                    </a:cubicBezTo>
                    <a:cubicBezTo>
                      <a:pt x="294" y="28"/>
                      <a:pt x="167" y="0"/>
                      <a:pt x="2" y="4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78" y="85"/>
                      <a:pt x="206" y="164"/>
                    </a:cubicBezTo>
                    <a:cubicBezTo>
                      <a:pt x="284" y="212"/>
                      <a:pt x="543" y="327"/>
                      <a:pt x="771" y="203"/>
                    </a:cubicBezTo>
                    <a:cubicBezTo>
                      <a:pt x="999" y="79"/>
                      <a:pt x="1103" y="123"/>
                      <a:pt x="1103" y="123"/>
                    </a:cubicBezTo>
                    <a:lnTo>
                      <a:pt x="1104" y="35"/>
                    </a:lnTo>
                    <a:close/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74">
                <a:extLst>
                  <a:ext uri="{FF2B5EF4-FFF2-40B4-BE49-F238E27FC236}">
                    <a16:creationId xmlns:a16="http://schemas.microsoft.com/office/drawing/2014/main" id="{4E6B253F-68E7-4126-9C25-9D6B583DD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479"/>
                <a:ext cx="55" cy="55"/>
              </a:xfrm>
              <a:custGeom>
                <a:avLst/>
                <a:gdLst>
                  <a:gd name="T0" fmla="*/ 113 w 22"/>
                  <a:gd name="T1" fmla="*/ 0 h 22"/>
                  <a:gd name="T2" fmla="*/ 345 w 22"/>
                  <a:gd name="T3" fmla="*/ 34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7" y="0"/>
                    </a:moveTo>
                    <a:cubicBezTo>
                      <a:pt x="0" y="11"/>
                      <a:pt x="10" y="22"/>
                      <a:pt x="22" y="22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75">
                <a:extLst>
                  <a:ext uri="{FF2B5EF4-FFF2-40B4-BE49-F238E27FC236}">
                    <a16:creationId xmlns:a16="http://schemas.microsoft.com/office/drawing/2014/main" id="{2B848FFE-77A7-4EC3-9449-D66302C4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554"/>
                <a:ext cx="57" cy="98"/>
              </a:xfrm>
              <a:custGeom>
                <a:avLst/>
                <a:gdLst>
                  <a:gd name="T0" fmla="*/ 349 w 23"/>
                  <a:gd name="T1" fmla="*/ 113 h 39"/>
                  <a:gd name="T2" fmla="*/ 124 w 23"/>
                  <a:gd name="T3" fmla="*/ 61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23" y="7"/>
                    </a:moveTo>
                    <a:cubicBezTo>
                      <a:pt x="9" y="0"/>
                      <a:pt x="0" y="29"/>
                      <a:pt x="8" y="39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76">
                <a:extLst>
                  <a:ext uri="{FF2B5EF4-FFF2-40B4-BE49-F238E27FC236}">
                    <a16:creationId xmlns:a16="http://schemas.microsoft.com/office/drawing/2014/main" id="{27D20C56-E0DC-4F60-9805-38880361F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592"/>
                <a:ext cx="75" cy="77"/>
              </a:xfrm>
              <a:custGeom>
                <a:avLst/>
                <a:gdLst>
                  <a:gd name="T0" fmla="*/ 0 w 30"/>
                  <a:gd name="T1" fmla="*/ 0 h 31"/>
                  <a:gd name="T2" fmla="*/ 375 w 30"/>
                  <a:gd name="T3" fmla="*/ 137 h 31"/>
                  <a:gd name="T4" fmla="*/ 470 w 30"/>
                  <a:gd name="T5" fmla="*/ 47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0" y="0"/>
                    </a:moveTo>
                    <a:cubicBezTo>
                      <a:pt x="10" y="3"/>
                      <a:pt x="16" y="0"/>
                      <a:pt x="24" y="9"/>
                    </a:cubicBezTo>
                    <a:cubicBezTo>
                      <a:pt x="30" y="15"/>
                      <a:pt x="30" y="22"/>
                      <a:pt x="30" y="31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77">
                <a:extLst>
                  <a:ext uri="{FF2B5EF4-FFF2-40B4-BE49-F238E27FC236}">
                    <a16:creationId xmlns:a16="http://schemas.microsoft.com/office/drawing/2014/main" id="{07E1FB22-A49B-4C8D-B7D3-1EB5F64E0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491"/>
                <a:ext cx="90" cy="38"/>
              </a:xfrm>
              <a:custGeom>
                <a:avLst/>
                <a:gdLst>
                  <a:gd name="T0" fmla="*/ 563 w 36"/>
                  <a:gd name="T1" fmla="*/ 129 h 15"/>
                  <a:gd name="T2" fmla="*/ 0 w 36"/>
                  <a:gd name="T3" fmla="*/ 24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36" y="8"/>
                    </a:moveTo>
                    <a:cubicBezTo>
                      <a:pt x="23" y="5"/>
                      <a:pt x="8" y="0"/>
                      <a:pt x="0" y="15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Freeform 78">
                <a:extLst>
                  <a:ext uri="{FF2B5EF4-FFF2-40B4-BE49-F238E27FC236}">
                    <a16:creationId xmlns:a16="http://schemas.microsoft.com/office/drawing/2014/main" id="{0163C8B3-8377-4BB6-B7A8-6DC6E1623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579"/>
                <a:ext cx="70" cy="30"/>
              </a:xfrm>
              <a:custGeom>
                <a:avLst/>
                <a:gdLst>
                  <a:gd name="T0" fmla="*/ 438 w 28"/>
                  <a:gd name="T1" fmla="*/ 188 h 12"/>
                  <a:gd name="T2" fmla="*/ 0 w 28"/>
                  <a:gd name="T3" fmla="*/ 12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28" y="12"/>
                    </a:moveTo>
                    <a:cubicBezTo>
                      <a:pt x="26" y="1"/>
                      <a:pt x="7" y="0"/>
                      <a:pt x="0" y="8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0" name="Freeform 79">
                <a:extLst>
                  <a:ext uri="{FF2B5EF4-FFF2-40B4-BE49-F238E27FC236}">
                    <a16:creationId xmlns:a16="http://schemas.microsoft.com/office/drawing/2014/main" id="{BA645B61-B02B-492F-AA64-3109C465C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559"/>
                <a:ext cx="48" cy="63"/>
              </a:xfrm>
              <a:custGeom>
                <a:avLst/>
                <a:gdLst>
                  <a:gd name="T0" fmla="*/ 0 w 19"/>
                  <a:gd name="T1" fmla="*/ 401 h 25"/>
                  <a:gd name="T2" fmla="*/ 306 w 19"/>
                  <a:gd name="T3" fmla="*/ 2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">
                    <a:moveTo>
                      <a:pt x="0" y="25"/>
                    </a:moveTo>
                    <a:cubicBezTo>
                      <a:pt x="0" y="12"/>
                      <a:pt x="1" y="0"/>
                      <a:pt x="19" y="1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1" name="Freeform 80">
                <a:extLst>
                  <a:ext uri="{FF2B5EF4-FFF2-40B4-BE49-F238E27FC236}">
                    <a16:creationId xmlns:a16="http://schemas.microsoft.com/office/drawing/2014/main" id="{5A489744-94D7-47EF-9E89-29A9CA5AA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632"/>
                <a:ext cx="90" cy="40"/>
              </a:xfrm>
              <a:custGeom>
                <a:avLst/>
                <a:gdLst>
                  <a:gd name="T0" fmla="*/ 0 w 36"/>
                  <a:gd name="T1" fmla="*/ 250 h 16"/>
                  <a:gd name="T2" fmla="*/ 563 w 36"/>
                  <a:gd name="T3" fmla="*/ 23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">
                    <a:moveTo>
                      <a:pt x="0" y="16"/>
                    </a:moveTo>
                    <a:cubicBezTo>
                      <a:pt x="5" y="0"/>
                      <a:pt x="27" y="7"/>
                      <a:pt x="36" y="15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2" name="Freeform 81">
                <a:extLst>
                  <a:ext uri="{FF2B5EF4-FFF2-40B4-BE49-F238E27FC236}">
                    <a16:creationId xmlns:a16="http://schemas.microsoft.com/office/drawing/2014/main" id="{D236A052-80F7-481A-BA27-E16680BB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647"/>
                <a:ext cx="77" cy="62"/>
              </a:xfrm>
              <a:custGeom>
                <a:avLst/>
                <a:gdLst>
                  <a:gd name="T0" fmla="*/ 12 w 31"/>
                  <a:gd name="T1" fmla="*/ 0 h 25"/>
                  <a:gd name="T2" fmla="*/ 474 w 31"/>
                  <a:gd name="T3" fmla="*/ 18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5">
                    <a:moveTo>
                      <a:pt x="1" y="0"/>
                    </a:moveTo>
                    <a:cubicBezTo>
                      <a:pt x="0" y="17"/>
                      <a:pt x="22" y="25"/>
                      <a:pt x="31" y="12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3" name="Freeform 82">
                <a:extLst>
                  <a:ext uri="{FF2B5EF4-FFF2-40B4-BE49-F238E27FC236}">
                    <a16:creationId xmlns:a16="http://schemas.microsoft.com/office/drawing/2014/main" id="{B723363A-89B8-4D2C-A1A5-E1D52C733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489"/>
                <a:ext cx="90" cy="43"/>
              </a:xfrm>
              <a:custGeom>
                <a:avLst/>
                <a:gdLst>
                  <a:gd name="T0" fmla="*/ 0 w 36"/>
                  <a:gd name="T1" fmla="*/ 20 h 17"/>
                  <a:gd name="T2" fmla="*/ 563 w 36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1"/>
                    </a:moveTo>
                    <a:cubicBezTo>
                      <a:pt x="15" y="4"/>
                      <a:pt x="30" y="0"/>
                      <a:pt x="36" y="17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83">
                <a:extLst>
                  <a:ext uri="{FF2B5EF4-FFF2-40B4-BE49-F238E27FC236}">
                    <a16:creationId xmlns:a16="http://schemas.microsoft.com/office/drawing/2014/main" id="{EE74C59E-87FC-4ADB-AEEB-9454AF8D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607"/>
                <a:ext cx="53" cy="90"/>
              </a:xfrm>
              <a:custGeom>
                <a:avLst/>
                <a:gdLst>
                  <a:gd name="T0" fmla="*/ 338 w 21"/>
                  <a:gd name="T1" fmla="*/ 125 h 36"/>
                  <a:gd name="T2" fmla="*/ 50 w 21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21" y="8"/>
                    </a:moveTo>
                    <a:cubicBezTo>
                      <a:pt x="4" y="0"/>
                      <a:pt x="0" y="25"/>
                      <a:pt x="3" y="36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84">
                <a:extLst>
                  <a:ext uri="{FF2B5EF4-FFF2-40B4-BE49-F238E27FC236}">
                    <a16:creationId xmlns:a16="http://schemas.microsoft.com/office/drawing/2014/main" id="{11D1971E-1C05-4FF7-B999-0F2CA5223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677"/>
                <a:ext cx="43" cy="30"/>
              </a:xfrm>
              <a:custGeom>
                <a:avLst/>
                <a:gdLst>
                  <a:gd name="T0" fmla="*/ 276 w 17"/>
                  <a:gd name="T1" fmla="*/ 95 h 12"/>
                  <a:gd name="T2" fmla="*/ 0 w 17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17" y="6"/>
                    </a:moveTo>
                    <a:cubicBezTo>
                      <a:pt x="11" y="0"/>
                      <a:pt x="2" y="6"/>
                      <a:pt x="0" y="12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85">
                <a:extLst>
                  <a:ext uri="{FF2B5EF4-FFF2-40B4-BE49-F238E27FC236}">
                    <a16:creationId xmlns:a16="http://schemas.microsoft.com/office/drawing/2014/main" id="{CA59A3C8-6E2D-420E-8B06-670983BC8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579"/>
                <a:ext cx="33" cy="73"/>
              </a:xfrm>
              <a:custGeom>
                <a:avLst/>
                <a:gdLst>
                  <a:gd name="T0" fmla="*/ 160 w 13"/>
                  <a:gd name="T1" fmla="*/ 463 h 29"/>
                  <a:gd name="T2" fmla="*/ 213 w 13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9">
                    <a:moveTo>
                      <a:pt x="10" y="29"/>
                    </a:moveTo>
                    <a:cubicBezTo>
                      <a:pt x="0" y="25"/>
                      <a:pt x="3" y="4"/>
                      <a:pt x="13" y="0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86">
                <a:extLst>
                  <a:ext uri="{FF2B5EF4-FFF2-40B4-BE49-F238E27FC236}">
                    <a16:creationId xmlns:a16="http://schemas.microsoft.com/office/drawing/2014/main" id="{00D93E59-0BE8-4440-8E4A-26AF96FAF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471"/>
                <a:ext cx="25" cy="25"/>
              </a:xfrm>
              <a:custGeom>
                <a:avLst/>
                <a:gdLst>
                  <a:gd name="T0" fmla="*/ 0 w 10"/>
                  <a:gd name="T1" fmla="*/ 158 h 10"/>
                  <a:gd name="T2" fmla="*/ 158 w 1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2" y="5"/>
                      <a:pt x="5" y="1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87">
                <a:extLst>
                  <a:ext uri="{FF2B5EF4-FFF2-40B4-BE49-F238E27FC236}">
                    <a16:creationId xmlns:a16="http://schemas.microsoft.com/office/drawing/2014/main" id="{F9E5ADB2-FD79-4590-B572-782A87C0A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09"/>
                <a:ext cx="65" cy="35"/>
              </a:xfrm>
              <a:custGeom>
                <a:avLst/>
                <a:gdLst>
                  <a:gd name="T0" fmla="*/ 408 w 26"/>
                  <a:gd name="T1" fmla="*/ 220 h 14"/>
                  <a:gd name="T2" fmla="*/ 0 w 26"/>
                  <a:gd name="T3" fmla="*/ 6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">
                    <a:moveTo>
                      <a:pt x="26" y="14"/>
                    </a:moveTo>
                    <a:cubicBezTo>
                      <a:pt x="21" y="3"/>
                      <a:pt x="10" y="0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88">
                <a:extLst>
                  <a:ext uri="{FF2B5EF4-FFF2-40B4-BE49-F238E27FC236}">
                    <a16:creationId xmlns:a16="http://schemas.microsoft.com/office/drawing/2014/main" id="{F066B304-303C-48E8-97C9-10300016D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647"/>
                <a:ext cx="77" cy="47"/>
              </a:xfrm>
              <a:custGeom>
                <a:avLst/>
                <a:gdLst>
                  <a:gd name="T0" fmla="*/ 12 w 31"/>
                  <a:gd name="T1" fmla="*/ 0 h 19"/>
                  <a:gd name="T2" fmla="*/ 474 w 31"/>
                  <a:gd name="T3" fmla="*/ 13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9">
                    <a:moveTo>
                      <a:pt x="1" y="0"/>
                    </a:moveTo>
                    <a:cubicBezTo>
                      <a:pt x="0" y="19"/>
                      <a:pt x="22" y="17"/>
                      <a:pt x="31" y="9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89">
                <a:extLst>
                  <a:ext uri="{FF2B5EF4-FFF2-40B4-BE49-F238E27FC236}">
                    <a16:creationId xmlns:a16="http://schemas.microsoft.com/office/drawing/2014/main" id="{741E20A6-F194-4E8B-A33C-BE739E63C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524"/>
                <a:ext cx="65" cy="30"/>
              </a:xfrm>
              <a:custGeom>
                <a:avLst/>
                <a:gdLst>
                  <a:gd name="T0" fmla="*/ 0 w 26"/>
                  <a:gd name="T1" fmla="*/ 33 h 12"/>
                  <a:gd name="T2" fmla="*/ 408 w 26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2">
                    <a:moveTo>
                      <a:pt x="0" y="2"/>
                    </a:moveTo>
                    <a:cubicBezTo>
                      <a:pt x="12" y="0"/>
                      <a:pt x="20" y="0"/>
                      <a:pt x="26" y="12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90">
                <a:extLst>
                  <a:ext uri="{FF2B5EF4-FFF2-40B4-BE49-F238E27FC236}">
                    <a16:creationId xmlns:a16="http://schemas.microsoft.com/office/drawing/2014/main" id="{CE569893-48A2-4360-A11D-DC932EDBC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607"/>
                <a:ext cx="40" cy="82"/>
              </a:xfrm>
              <a:custGeom>
                <a:avLst/>
                <a:gdLst>
                  <a:gd name="T0" fmla="*/ 188 w 16"/>
                  <a:gd name="T1" fmla="*/ 0 h 33"/>
                  <a:gd name="T2" fmla="*/ 250 w 16"/>
                  <a:gd name="T3" fmla="*/ 50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3">
                    <a:moveTo>
                      <a:pt x="12" y="0"/>
                    </a:moveTo>
                    <a:cubicBezTo>
                      <a:pt x="0" y="9"/>
                      <a:pt x="5" y="25"/>
                      <a:pt x="16" y="33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91">
                <a:extLst>
                  <a:ext uri="{FF2B5EF4-FFF2-40B4-BE49-F238E27FC236}">
                    <a16:creationId xmlns:a16="http://schemas.microsoft.com/office/drawing/2014/main" id="{EB73DADF-B0FB-4E34-80FE-B520206BE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667"/>
                <a:ext cx="75" cy="40"/>
              </a:xfrm>
              <a:custGeom>
                <a:avLst/>
                <a:gdLst>
                  <a:gd name="T0" fmla="*/ 0 w 30"/>
                  <a:gd name="T1" fmla="*/ 83 h 16"/>
                  <a:gd name="T2" fmla="*/ 470 w 3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5"/>
                    </a:moveTo>
                    <a:cubicBezTo>
                      <a:pt x="8" y="16"/>
                      <a:pt x="25" y="9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92">
                <a:extLst>
                  <a:ext uri="{FF2B5EF4-FFF2-40B4-BE49-F238E27FC236}">
                    <a16:creationId xmlns:a16="http://schemas.microsoft.com/office/drawing/2014/main" id="{CC5B5322-BA72-41D4-9FBA-73F48D8C1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644"/>
                <a:ext cx="85" cy="30"/>
              </a:xfrm>
              <a:custGeom>
                <a:avLst/>
                <a:gdLst>
                  <a:gd name="T0" fmla="*/ 533 w 34"/>
                  <a:gd name="T1" fmla="*/ 0 h 12"/>
                  <a:gd name="T2" fmla="*/ 0 w 34"/>
                  <a:gd name="T3" fmla="*/ 2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2">
                    <a:moveTo>
                      <a:pt x="34" y="0"/>
                    </a:moveTo>
                    <a:cubicBezTo>
                      <a:pt x="28" y="12"/>
                      <a:pt x="7" y="12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93">
                <a:extLst>
                  <a:ext uri="{FF2B5EF4-FFF2-40B4-BE49-F238E27FC236}">
                    <a16:creationId xmlns:a16="http://schemas.microsoft.com/office/drawing/2014/main" id="{04C2F8E5-CAB0-4FB8-A7E7-F34EE12A7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664"/>
                <a:ext cx="27" cy="65"/>
              </a:xfrm>
              <a:custGeom>
                <a:avLst/>
                <a:gdLst>
                  <a:gd name="T0" fmla="*/ 150 w 11"/>
                  <a:gd name="T1" fmla="*/ 0 h 26"/>
                  <a:gd name="T2" fmla="*/ 162 w 11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6">
                    <a:moveTo>
                      <a:pt x="10" y="0"/>
                    </a:moveTo>
                    <a:cubicBezTo>
                      <a:pt x="0" y="5"/>
                      <a:pt x="0" y="21"/>
                      <a:pt x="11" y="26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94">
                <a:extLst>
                  <a:ext uri="{FF2B5EF4-FFF2-40B4-BE49-F238E27FC236}">
                    <a16:creationId xmlns:a16="http://schemas.microsoft.com/office/drawing/2014/main" id="{DB86C253-5F6D-4762-8BEF-07EBFA211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2724"/>
                <a:ext cx="67" cy="20"/>
              </a:xfrm>
              <a:custGeom>
                <a:avLst/>
                <a:gdLst>
                  <a:gd name="T0" fmla="*/ 0 w 27"/>
                  <a:gd name="T1" fmla="*/ 50 h 8"/>
                  <a:gd name="T2" fmla="*/ 412 w 27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3"/>
                    </a:moveTo>
                    <a:cubicBezTo>
                      <a:pt x="14" y="0"/>
                      <a:pt x="17" y="1"/>
                      <a:pt x="27" y="8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95">
                <a:extLst>
                  <a:ext uri="{FF2B5EF4-FFF2-40B4-BE49-F238E27FC236}">
                    <a16:creationId xmlns:a16="http://schemas.microsoft.com/office/drawing/2014/main" id="{30D38CB2-F417-45C5-A226-0D575C7C8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702"/>
                <a:ext cx="105" cy="42"/>
              </a:xfrm>
              <a:custGeom>
                <a:avLst/>
                <a:gdLst>
                  <a:gd name="T0" fmla="*/ 0 w 42"/>
                  <a:gd name="T1" fmla="*/ 183 h 17"/>
                  <a:gd name="T2" fmla="*/ 658 w 42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7">
                    <a:moveTo>
                      <a:pt x="0" y="12"/>
                    </a:moveTo>
                    <a:cubicBezTo>
                      <a:pt x="9" y="0"/>
                      <a:pt x="35" y="4"/>
                      <a:pt x="42" y="17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96">
                <a:extLst>
                  <a:ext uri="{FF2B5EF4-FFF2-40B4-BE49-F238E27FC236}">
                    <a16:creationId xmlns:a16="http://schemas.microsoft.com/office/drawing/2014/main" id="{7610A00C-1627-4475-A3C3-B4E22EF22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742"/>
                <a:ext cx="45" cy="30"/>
              </a:xfrm>
              <a:custGeom>
                <a:avLst/>
                <a:gdLst>
                  <a:gd name="T0" fmla="*/ 283 w 18"/>
                  <a:gd name="T1" fmla="*/ 33 h 12"/>
                  <a:gd name="T2" fmla="*/ 0 w 18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8" y="2"/>
                    </a:moveTo>
                    <a:cubicBezTo>
                      <a:pt x="9" y="1"/>
                      <a:pt x="0" y="0"/>
                      <a:pt x="0" y="12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97">
                <a:extLst>
                  <a:ext uri="{FF2B5EF4-FFF2-40B4-BE49-F238E27FC236}">
                    <a16:creationId xmlns:a16="http://schemas.microsoft.com/office/drawing/2014/main" id="{046DEA60-2716-4E0E-A9AC-B0D5708FC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642"/>
                <a:ext cx="33" cy="72"/>
              </a:xfrm>
              <a:custGeom>
                <a:avLst/>
                <a:gdLst>
                  <a:gd name="T0" fmla="*/ 160 w 13"/>
                  <a:gd name="T1" fmla="*/ 444 h 29"/>
                  <a:gd name="T2" fmla="*/ 213 w 13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9">
                    <a:moveTo>
                      <a:pt x="10" y="29"/>
                    </a:moveTo>
                    <a:cubicBezTo>
                      <a:pt x="0" y="22"/>
                      <a:pt x="1" y="3"/>
                      <a:pt x="13" y="0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98">
                <a:extLst>
                  <a:ext uri="{FF2B5EF4-FFF2-40B4-BE49-F238E27FC236}">
                    <a16:creationId xmlns:a16="http://schemas.microsoft.com/office/drawing/2014/main" id="{AAB26E9F-8933-47A0-B829-C3B838AF6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849"/>
                <a:ext cx="88" cy="77"/>
              </a:xfrm>
              <a:custGeom>
                <a:avLst/>
                <a:gdLst>
                  <a:gd name="T0" fmla="*/ 158 w 35"/>
                  <a:gd name="T1" fmla="*/ 474 h 31"/>
                  <a:gd name="T2" fmla="*/ 556 w 35"/>
                  <a:gd name="T3" fmla="*/ 3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10" y="31"/>
                    </a:moveTo>
                    <a:cubicBezTo>
                      <a:pt x="0" y="13"/>
                      <a:pt x="22" y="0"/>
                      <a:pt x="35" y="2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99">
                <a:extLst>
                  <a:ext uri="{FF2B5EF4-FFF2-40B4-BE49-F238E27FC236}">
                    <a16:creationId xmlns:a16="http://schemas.microsoft.com/office/drawing/2014/main" id="{336418D5-9AE5-490E-9A63-D98215A2F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804"/>
                <a:ext cx="83" cy="82"/>
              </a:xfrm>
              <a:custGeom>
                <a:avLst/>
                <a:gdLst>
                  <a:gd name="T0" fmla="*/ 0 w 33"/>
                  <a:gd name="T1" fmla="*/ 0 h 33"/>
                  <a:gd name="T2" fmla="*/ 526 w 33"/>
                  <a:gd name="T3" fmla="*/ 49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3">
                    <a:moveTo>
                      <a:pt x="0" y="0"/>
                    </a:moveTo>
                    <a:cubicBezTo>
                      <a:pt x="0" y="20"/>
                      <a:pt x="12" y="33"/>
                      <a:pt x="33" y="32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100">
                <a:extLst>
                  <a:ext uri="{FF2B5EF4-FFF2-40B4-BE49-F238E27FC236}">
                    <a16:creationId xmlns:a16="http://schemas.microsoft.com/office/drawing/2014/main" id="{39CEDD55-CE80-40F9-AAEB-7D85AF00B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664"/>
                <a:ext cx="142" cy="95"/>
              </a:xfrm>
              <a:custGeom>
                <a:avLst/>
                <a:gdLst>
                  <a:gd name="T0" fmla="*/ 0 w 57"/>
                  <a:gd name="T1" fmla="*/ 238 h 38"/>
                  <a:gd name="T2" fmla="*/ 541 w 57"/>
                  <a:gd name="T3" fmla="*/ 113 h 38"/>
                  <a:gd name="T4" fmla="*/ 807 w 57"/>
                  <a:gd name="T5" fmla="*/ 59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38">
                    <a:moveTo>
                      <a:pt x="0" y="15"/>
                    </a:moveTo>
                    <a:cubicBezTo>
                      <a:pt x="12" y="9"/>
                      <a:pt x="20" y="0"/>
                      <a:pt x="35" y="7"/>
                    </a:cubicBezTo>
                    <a:cubicBezTo>
                      <a:pt x="46" y="12"/>
                      <a:pt x="57" y="27"/>
                      <a:pt x="52" y="38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101">
                <a:extLst>
                  <a:ext uri="{FF2B5EF4-FFF2-40B4-BE49-F238E27FC236}">
                    <a16:creationId xmlns:a16="http://schemas.microsoft.com/office/drawing/2014/main" id="{A6C6DDB4-3A33-4480-8D38-030A12819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814"/>
                <a:ext cx="80" cy="57"/>
              </a:xfrm>
              <a:custGeom>
                <a:avLst/>
                <a:gdLst>
                  <a:gd name="T0" fmla="*/ 500 w 32"/>
                  <a:gd name="T1" fmla="*/ 349 h 23"/>
                  <a:gd name="T2" fmla="*/ 95 w 3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3">
                    <a:moveTo>
                      <a:pt x="32" y="23"/>
                    </a:moveTo>
                    <a:cubicBezTo>
                      <a:pt x="21" y="22"/>
                      <a:pt x="0" y="15"/>
                      <a:pt x="6" y="0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102">
                <a:extLst>
                  <a:ext uri="{FF2B5EF4-FFF2-40B4-BE49-F238E27FC236}">
                    <a16:creationId xmlns:a16="http://schemas.microsoft.com/office/drawing/2014/main" id="{3941C3AD-B67B-439C-A85F-E89F621E7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839"/>
                <a:ext cx="73" cy="35"/>
              </a:xfrm>
              <a:custGeom>
                <a:avLst/>
                <a:gdLst>
                  <a:gd name="T0" fmla="*/ 463 w 29"/>
                  <a:gd name="T1" fmla="*/ 95 h 14"/>
                  <a:gd name="T2" fmla="*/ 0 w 29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4">
                    <a:moveTo>
                      <a:pt x="29" y="6"/>
                    </a:moveTo>
                    <a:cubicBezTo>
                      <a:pt x="18" y="1"/>
                      <a:pt x="3" y="0"/>
                      <a:pt x="0" y="14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103">
                <a:extLst>
                  <a:ext uri="{FF2B5EF4-FFF2-40B4-BE49-F238E27FC236}">
                    <a16:creationId xmlns:a16="http://schemas.microsoft.com/office/drawing/2014/main" id="{11F6A8DA-B3FE-45BB-AAAB-2D7E09FA1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686"/>
                <a:ext cx="100" cy="53"/>
              </a:xfrm>
              <a:custGeom>
                <a:avLst/>
                <a:gdLst>
                  <a:gd name="T0" fmla="*/ 0 w 40"/>
                  <a:gd name="T1" fmla="*/ 0 h 21"/>
                  <a:gd name="T2" fmla="*/ 625 w 40"/>
                  <a:gd name="T3" fmla="*/ 2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1">
                    <a:moveTo>
                      <a:pt x="0" y="0"/>
                    </a:moveTo>
                    <a:cubicBezTo>
                      <a:pt x="11" y="15"/>
                      <a:pt x="31" y="21"/>
                      <a:pt x="40" y="1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104">
                <a:extLst>
                  <a:ext uri="{FF2B5EF4-FFF2-40B4-BE49-F238E27FC236}">
                    <a16:creationId xmlns:a16="http://schemas.microsoft.com/office/drawing/2014/main" id="{E4DAE55C-0DE9-472B-924A-9BECF1E18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661"/>
                <a:ext cx="80" cy="38"/>
              </a:xfrm>
              <a:custGeom>
                <a:avLst/>
                <a:gdLst>
                  <a:gd name="T0" fmla="*/ 0 w 32"/>
                  <a:gd name="T1" fmla="*/ 243 h 15"/>
                  <a:gd name="T2" fmla="*/ 500 w 32"/>
                  <a:gd name="T3" fmla="*/ 5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cubicBezTo>
                      <a:pt x="6" y="0"/>
                      <a:pt x="18" y="0"/>
                      <a:pt x="32" y="3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105">
                <a:extLst>
                  <a:ext uri="{FF2B5EF4-FFF2-40B4-BE49-F238E27FC236}">
                    <a16:creationId xmlns:a16="http://schemas.microsoft.com/office/drawing/2014/main" id="{C1AF9839-0F9A-4B49-A1D3-047D3F282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641"/>
                <a:ext cx="92" cy="115"/>
              </a:xfrm>
              <a:custGeom>
                <a:avLst/>
                <a:gdLst>
                  <a:gd name="T0" fmla="*/ 569 w 37"/>
                  <a:gd name="T1" fmla="*/ 208 h 46"/>
                  <a:gd name="T2" fmla="*/ 341 w 37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6">
                    <a:moveTo>
                      <a:pt x="37" y="13"/>
                    </a:moveTo>
                    <a:cubicBezTo>
                      <a:pt x="17" y="0"/>
                      <a:pt x="0" y="38"/>
                      <a:pt x="22" y="46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106">
                <a:extLst>
                  <a:ext uri="{FF2B5EF4-FFF2-40B4-BE49-F238E27FC236}">
                    <a16:creationId xmlns:a16="http://schemas.microsoft.com/office/drawing/2014/main" id="{4D59DD07-6CE5-431A-839D-AA3288B32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824"/>
                <a:ext cx="85" cy="97"/>
              </a:xfrm>
              <a:custGeom>
                <a:avLst/>
                <a:gdLst>
                  <a:gd name="T0" fmla="*/ 0 w 34"/>
                  <a:gd name="T1" fmla="*/ 104 h 39"/>
                  <a:gd name="T2" fmla="*/ 375 w 34"/>
                  <a:gd name="T3" fmla="*/ 59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9">
                    <a:moveTo>
                      <a:pt x="0" y="7"/>
                    </a:moveTo>
                    <a:cubicBezTo>
                      <a:pt x="18" y="0"/>
                      <a:pt x="34" y="25"/>
                      <a:pt x="24" y="39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107">
                <a:extLst>
                  <a:ext uri="{FF2B5EF4-FFF2-40B4-BE49-F238E27FC236}">
                    <a16:creationId xmlns:a16="http://schemas.microsoft.com/office/drawing/2014/main" id="{D8B88E30-008B-4D64-859B-F534AAEB7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701"/>
                <a:ext cx="82" cy="50"/>
              </a:xfrm>
              <a:custGeom>
                <a:avLst/>
                <a:gdLst>
                  <a:gd name="T0" fmla="*/ 507 w 33"/>
                  <a:gd name="T1" fmla="*/ 33 h 20"/>
                  <a:gd name="T2" fmla="*/ 0 w 3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0">
                    <a:moveTo>
                      <a:pt x="33" y="2"/>
                    </a:moveTo>
                    <a:cubicBezTo>
                      <a:pt x="29" y="20"/>
                      <a:pt x="5" y="1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108">
                <a:extLst>
                  <a:ext uri="{FF2B5EF4-FFF2-40B4-BE49-F238E27FC236}">
                    <a16:creationId xmlns:a16="http://schemas.microsoft.com/office/drawing/2014/main" id="{96160FA2-5BA8-4E74-8027-66774EE80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85" cy="80"/>
              </a:xfrm>
              <a:custGeom>
                <a:avLst/>
                <a:gdLst>
                  <a:gd name="T0" fmla="*/ 0 w 34"/>
                  <a:gd name="T1" fmla="*/ 50 h 32"/>
                  <a:gd name="T2" fmla="*/ 425 w 34"/>
                  <a:gd name="T3" fmla="*/ 145 h 32"/>
                  <a:gd name="T4" fmla="*/ 438 w 34"/>
                  <a:gd name="T5" fmla="*/ 5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2">
                    <a:moveTo>
                      <a:pt x="0" y="3"/>
                    </a:moveTo>
                    <a:cubicBezTo>
                      <a:pt x="11" y="1"/>
                      <a:pt x="19" y="0"/>
                      <a:pt x="27" y="9"/>
                    </a:cubicBezTo>
                    <a:cubicBezTo>
                      <a:pt x="33" y="15"/>
                      <a:pt x="34" y="26"/>
                      <a:pt x="28" y="32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109">
                <a:extLst>
                  <a:ext uri="{FF2B5EF4-FFF2-40B4-BE49-F238E27FC236}">
                    <a16:creationId xmlns:a16="http://schemas.microsoft.com/office/drawing/2014/main" id="{BF095F31-9A30-42C8-9165-73F87463C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639"/>
                <a:ext cx="60" cy="65"/>
              </a:xfrm>
              <a:custGeom>
                <a:avLst/>
                <a:gdLst>
                  <a:gd name="T0" fmla="*/ 113 w 24"/>
                  <a:gd name="T1" fmla="*/ 0 h 26"/>
                  <a:gd name="T2" fmla="*/ 375 w 24"/>
                  <a:gd name="T3" fmla="*/ 37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6">
                    <a:moveTo>
                      <a:pt x="7" y="0"/>
                    </a:moveTo>
                    <a:cubicBezTo>
                      <a:pt x="0" y="13"/>
                      <a:pt x="10" y="26"/>
                      <a:pt x="24" y="24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110">
                <a:extLst>
                  <a:ext uri="{FF2B5EF4-FFF2-40B4-BE49-F238E27FC236}">
                    <a16:creationId xmlns:a16="http://schemas.microsoft.com/office/drawing/2014/main" id="{9F07CBE7-2734-4C32-9F5F-E969C05A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611"/>
                <a:ext cx="97" cy="113"/>
              </a:xfrm>
              <a:custGeom>
                <a:avLst/>
                <a:gdLst>
                  <a:gd name="T0" fmla="*/ 0 w 39"/>
                  <a:gd name="T1" fmla="*/ 304 h 45"/>
                  <a:gd name="T2" fmla="*/ 478 w 39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45">
                    <a:moveTo>
                      <a:pt x="0" y="19"/>
                    </a:moveTo>
                    <a:cubicBezTo>
                      <a:pt x="14" y="0"/>
                      <a:pt x="39" y="27"/>
                      <a:pt x="31" y="45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111">
                <a:extLst>
                  <a:ext uri="{FF2B5EF4-FFF2-40B4-BE49-F238E27FC236}">
                    <a16:creationId xmlns:a16="http://schemas.microsoft.com/office/drawing/2014/main" id="{98CFD3FE-AC86-40AB-B6B0-4A956EED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579"/>
                <a:ext cx="80" cy="52"/>
              </a:xfrm>
              <a:custGeom>
                <a:avLst/>
                <a:gdLst>
                  <a:gd name="T0" fmla="*/ 0 w 32"/>
                  <a:gd name="T1" fmla="*/ 74 h 21"/>
                  <a:gd name="T2" fmla="*/ 500 w 32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1">
                    <a:moveTo>
                      <a:pt x="0" y="5"/>
                    </a:moveTo>
                    <a:cubicBezTo>
                      <a:pt x="4" y="21"/>
                      <a:pt x="29" y="13"/>
                      <a:pt x="32" y="0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112">
                <a:extLst>
                  <a:ext uri="{FF2B5EF4-FFF2-40B4-BE49-F238E27FC236}">
                    <a16:creationId xmlns:a16="http://schemas.microsoft.com/office/drawing/2014/main" id="{E8569E0A-9ABA-4037-A462-329C4FCEC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651"/>
                <a:ext cx="68" cy="25"/>
              </a:xfrm>
              <a:custGeom>
                <a:avLst/>
                <a:gdLst>
                  <a:gd name="T0" fmla="*/ 431 w 27"/>
                  <a:gd name="T1" fmla="*/ 125 h 10"/>
                  <a:gd name="T2" fmla="*/ 0 w 27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27" y="8"/>
                    </a:moveTo>
                    <a:cubicBezTo>
                      <a:pt x="21" y="1"/>
                      <a:pt x="4" y="0"/>
                      <a:pt x="0" y="10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113">
                <a:extLst>
                  <a:ext uri="{FF2B5EF4-FFF2-40B4-BE49-F238E27FC236}">
                    <a16:creationId xmlns:a16="http://schemas.microsoft.com/office/drawing/2014/main" id="{302D0E14-A80F-4AB7-8B2A-6311727DB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699"/>
                <a:ext cx="55" cy="82"/>
              </a:xfrm>
              <a:custGeom>
                <a:avLst/>
                <a:gdLst>
                  <a:gd name="T0" fmla="*/ 0 w 22"/>
                  <a:gd name="T1" fmla="*/ 12 h 33"/>
                  <a:gd name="T2" fmla="*/ 250 w 22"/>
                  <a:gd name="T3" fmla="*/ 50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3">
                    <a:moveTo>
                      <a:pt x="0" y="1"/>
                    </a:moveTo>
                    <a:cubicBezTo>
                      <a:pt x="17" y="0"/>
                      <a:pt x="22" y="20"/>
                      <a:pt x="16" y="33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114">
                <a:extLst>
                  <a:ext uri="{FF2B5EF4-FFF2-40B4-BE49-F238E27FC236}">
                    <a16:creationId xmlns:a16="http://schemas.microsoft.com/office/drawing/2014/main" id="{2ECAD236-FCFE-40CA-8F62-1F09CE0A5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644"/>
                <a:ext cx="50" cy="90"/>
              </a:xfrm>
              <a:custGeom>
                <a:avLst/>
                <a:gdLst>
                  <a:gd name="T0" fmla="*/ 313 w 20"/>
                  <a:gd name="T1" fmla="*/ 0 h 36"/>
                  <a:gd name="T2" fmla="*/ 208 w 20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6">
                    <a:moveTo>
                      <a:pt x="20" y="0"/>
                    </a:moveTo>
                    <a:cubicBezTo>
                      <a:pt x="5" y="0"/>
                      <a:pt x="0" y="30"/>
                      <a:pt x="13" y="36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115">
                <a:extLst>
                  <a:ext uri="{FF2B5EF4-FFF2-40B4-BE49-F238E27FC236}">
                    <a16:creationId xmlns:a16="http://schemas.microsoft.com/office/drawing/2014/main" id="{D8BA90A8-80A6-4F1C-A00B-94FD93F90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739"/>
                <a:ext cx="75" cy="67"/>
              </a:xfrm>
              <a:custGeom>
                <a:avLst/>
                <a:gdLst>
                  <a:gd name="T0" fmla="*/ 125 w 30"/>
                  <a:gd name="T1" fmla="*/ 412 h 27"/>
                  <a:gd name="T2" fmla="*/ 470 w 30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7">
                    <a:moveTo>
                      <a:pt x="8" y="27"/>
                    </a:moveTo>
                    <a:cubicBezTo>
                      <a:pt x="0" y="16"/>
                      <a:pt x="16" y="0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116">
                <a:extLst>
                  <a:ext uri="{FF2B5EF4-FFF2-40B4-BE49-F238E27FC236}">
                    <a16:creationId xmlns:a16="http://schemas.microsoft.com/office/drawing/2014/main" id="{3F856CBC-C9CB-4AFD-81EF-DE98B43B9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656"/>
                <a:ext cx="77" cy="43"/>
              </a:xfrm>
              <a:custGeom>
                <a:avLst/>
                <a:gdLst>
                  <a:gd name="T0" fmla="*/ 474 w 31"/>
                  <a:gd name="T1" fmla="*/ 210 h 17"/>
                  <a:gd name="T2" fmla="*/ 0 w 31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">
                    <a:moveTo>
                      <a:pt x="31" y="13"/>
                    </a:moveTo>
                    <a:cubicBezTo>
                      <a:pt x="23" y="0"/>
                      <a:pt x="6" y="4"/>
                      <a:pt x="0" y="17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117">
                <a:extLst>
                  <a:ext uri="{FF2B5EF4-FFF2-40B4-BE49-F238E27FC236}">
                    <a16:creationId xmlns:a16="http://schemas.microsoft.com/office/drawing/2014/main" id="{AEBFD580-275D-46B0-9C50-F4355BE5F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786"/>
                <a:ext cx="43" cy="88"/>
              </a:xfrm>
              <a:custGeom>
                <a:avLst/>
                <a:gdLst>
                  <a:gd name="T0" fmla="*/ 0 w 17"/>
                  <a:gd name="T1" fmla="*/ 0 h 35"/>
                  <a:gd name="T2" fmla="*/ 129 w 17"/>
                  <a:gd name="T3" fmla="*/ 5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5">
                    <a:moveTo>
                      <a:pt x="0" y="0"/>
                    </a:moveTo>
                    <a:cubicBezTo>
                      <a:pt x="17" y="7"/>
                      <a:pt x="17" y="22"/>
                      <a:pt x="8" y="35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118">
                <a:extLst>
                  <a:ext uri="{FF2B5EF4-FFF2-40B4-BE49-F238E27FC236}">
                    <a16:creationId xmlns:a16="http://schemas.microsoft.com/office/drawing/2014/main" id="{85096457-42AB-4CF5-B39A-7F98E7759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544"/>
                <a:ext cx="37" cy="35"/>
              </a:xfrm>
              <a:custGeom>
                <a:avLst/>
                <a:gdLst>
                  <a:gd name="T0" fmla="*/ 0 w 15"/>
                  <a:gd name="T1" fmla="*/ 20 h 14"/>
                  <a:gd name="T2" fmla="*/ 212 w 15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"/>
                    </a:moveTo>
                    <a:cubicBezTo>
                      <a:pt x="8" y="0"/>
                      <a:pt x="15" y="6"/>
                      <a:pt x="14" y="14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119">
                <a:extLst>
                  <a:ext uri="{FF2B5EF4-FFF2-40B4-BE49-F238E27FC236}">
                    <a16:creationId xmlns:a16="http://schemas.microsoft.com/office/drawing/2014/main" id="{FDE6FC54-AC10-43B2-B4BE-4ACA9CE7B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39"/>
                <a:ext cx="40" cy="40"/>
              </a:xfrm>
              <a:custGeom>
                <a:avLst/>
                <a:gdLst>
                  <a:gd name="T0" fmla="*/ 0 w 16"/>
                  <a:gd name="T1" fmla="*/ 0 h 16"/>
                  <a:gd name="T2" fmla="*/ 175 w 16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4" y="5"/>
                      <a:pt x="16" y="6"/>
                      <a:pt x="11" y="16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120">
                <a:extLst>
                  <a:ext uri="{FF2B5EF4-FFF2-40B4-BE49-F238E27FC236}">
                    <a16:creationId xmlns:a16="http://schemas.microsoft.com/office/drawing/2014/main" id="{150D2FF2-945B-4557-A3FC-7C0F3417F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604"/>
                <a:ext cx="32" cy="25"/>
              </a:xfrm>
              <a:custGeom>
                <a:avLst/>
                <a:gdLst>
                  <a:gd name="T0" fmla="*/ 194 w 13"/>
                  <a:gd name="T1" fmla="*/ 20 h 10"/>
                  <a:gd name="T2" fmla="*/ 0 w 13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13" y="1"/>
                    </a:moveTo>
                    <a:cubicBezTo>
                      <a:pt x="6" y="0"/>
                      <a:pt x="2" y="6"/>
                      <a:pt x="0" y="10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121">
                <a:extLst>
                  <a:ext uri="{FF2B5EF4-FFF2-40B4-BE49-F238E27FC236}">
                    <a16:creationId xmlns:a16="http://schemas.microsoft.com/office/drawing/2014/main" id="{2F25BFEF-DB90-4FFD-8A54-BC01F826D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781"/>
                <a:ext cx="80" cy="25"/>
              </a:xfrm>
              <a:custGeom>
                <a:avLst/>
                <a:gdLst>
                  <a:gd name="T0" fmla="*/ 0 w 32"/>
                  <a:gd name="T1" fmla="*/ 0 h 10"/>
                  <a:gd name="T2" fmla="*/ 500 w 32"/>
                  <a:gd name="T3" fmla="*/ 6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0">
                    <a:moveTo>
                      <a:pt x="0" y="0"/>
                    </a:moveTo>
                    <a:cubicBezTo>
                      <a:pt x="7" y="8"/>
                      <a:pt x="23" y="10"/>
                      <a:pt x="32" y="4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122">
                <a:extLst>
                  <a:ext uri="{FF2B5EF4-FFF2-40B4-BE49-F238E27FC236}">
                    <a16:creationId xmlns:a16="http://schemas.microsoft.com/office/drawing/2014/main" id="{B92AAF0C-F2BC-468E-B453-3417D57B8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504"/>
                <a:ext cx="33" cy="78"/>
              </a:xfrm>
              <a:custGeom>
                <a:avLst/>
                <a:gdLst>
                  <a:gd name="T0" fmla="*/ 213 w 13"/>
                  <a:gd name="T1" fmla="*/ 0 h 31"/>
                  <a:gd name="T2" fmla="*/ 84 w 13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13" y="0"/>
                    </a:moveTo>
                    <a:cubicBezTo>
                      <a:pt x="3" y="4"/>
                      <a:pt x="0" y="22"/>
                      <a:pt x="5" y="31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123">
                <a:extLst>
                  <a:ext uri="{FF2B5EF4-FFF2-40B4-BE49-F238E27FC236}">
                    <a16:creationId xmlns:a16="http://schemas.microsoft.com/office/drawing/2014/main" id="{B1A40865-F762-4CB9-B7D8-EA088F8F4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1659"/>
                <a:ext cx="30" cy="65"/>
              </a:xfrm>
              <a:custGeom>
                <a:avLst/>
                <a:gdLst>
                  <a:gd name="T0" fmla="*/ 175 w 12"/>
                  <a:gd name="T1" fmla="*/ 0 h 26"/>
                  <a:gd name="T2" fmla="*/ 0 w 12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6">
                    <a:moveTo>
                      <a:pt x="11" y="0"/>
                    </a:moveTo>
                    <a:cubicBezTo>
                      <a:pt x="12" y="11"/>
                      <a:pt x="7" y="19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F842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124">
                <a:extLst>
                  <a:ext uri="{FF2B5EF4-FFF2-40B4-BE49-F238E27FC236}">
                    <a16:creationId xmlns:a16="http://schemas.microsoft.com/office/drawing/2014/main" id="{4F5F10EE-5B9A-414A-9742-E1CB60F12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456"/>
                <a:ext cx="195" cy="63"/>
              </a:xfrm>
              <a:custGeom>
                <a:avLst/>
                <a:gdLst>
                  <a:gd name="T0" fmla="*/ 0 w 78"/>
                  <a:gd name="T1" fmla="*/ 50 h 25"/>
                  <a:gd name="T2" fmla="*/ 125 w 78"/>
                  <a:gd name="T3" fmla="*/ 33 h 25"/>
                  <a:gd name="T4" fmla="*/ 408 w 78"/>
                  <a:gd name="T5" fmla="*/ 0 h 25"/>
                  <a:gd name="T6" fmla="*/ 783 w 78"/>
                  <a:gd name="T7" fmla="*/ 96 h 25"/>
                  <a:gd name="T8" fmla="*/ 1220 w 78"/>
                  <a:gd name="T9" fmla="*/ 40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5">
                    <a:moveTo>
                      <a:pt x="0" y="3"/>
                    </a:moveTo>
                    <a:cubicBezTo>
                      <a:pt x="0" y="4"/>
                      <a:pt x="6" y="3"/>
                      <a:pt x="8" y="2"/>
                    </a:cubicBezTo>
                    <a:cubicBezTo>
                      <a:pt x="14" y="1"/>
                      <a:pt x="20" y="1"/>
                      <a:pt x="26" y="0"/>
                    </a:cubicBezTo>
                    <a:cubicBezTo>
                      <a:pt x="35" y="0"/>
                      <a:pt x="42" y="3"/>
                      <a:pt x="50" y="6"/>
                    </a:cubicBezTo>
                    <a:cubicBezTo>
                      <a:pt x="60" y="11"/>
                      <a:pt x="68" y="20"/>
                      <a:pt x="78" y="2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125">
                <a:extLst>
                  <a:ext uri="{FF2B5EF4-FFF2-40B4-BE49-F238E27FC236}">
                    <a16:creationId xmlns:a16="http://schemas.microsoft.com/office/drawing/2014/main" id="{03600AE9-B5D4-4504-9033-95722B240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476"/>
                <a:ext cx="280" cy="88"/>
              </a:xfrm>
              <a:custGeom>
                <a:avLst/>
                <a:gdLst>
                  <a:gd name="T0" fmla="*/ 20 w 112"/>
                  <a:gd name="T1" fmla="*/ 272 h 35"/>
                  <a:gd name="T2" fmla="*/ 83 w 112"/>
                  <a:gd name="T3" fmla="*/ 254 h 35"/>
                  <a:gd name="T4" fmla="*/ 238 w 112"/>
                  <a:gd name="T5" fmla="*/ 189 h 35"/>
                  <a:gd name="T6" fmla="*/ 520 w 112"/>
                  <a:gd name="T7" fmla="*/ 83 h 35"/>
                  <a:gd name="T8" fmla="*/ 1000 w 112"/>
                  <a:gd name="T9" fmla="*/ 96 h 35"/>
                  <a:gd name="T10" fmla="*/ 1750 w 112"/>
                  <a:gd name="T11" fmla="*/ 5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35">
                    <a:moveTo>
                      <a:pt x="1" y="17"/>
                    </a:moveTo>
                    <a:cubicBezTo>
                      <a:pt x="0" y="17"/>
                      <a:pt x="3" y="17"/>
                      <a:pt x="5" y="16"/>
                    </a:cubicBezTo>
                    <a:cubicBezTo>
                      <a:pt x="8" y="15"/>
                      <a:pt x="12" y="13"/>
                      <a:pt x="15" y="12"/>
                    </a:cubicBezTo>
                    <a:cubicBezTo>
                      <a:pt x="22" y="10"/>
                      <a:pt x="27" y="7"/>
                      <a:pt x="33" y="5"/>
                    </a:cubicBezTo>
                    <a:cubicBezTo>
                      <a:pt x="44" y="0"/>
                      <a:pt x="53" y="1"/>
                      <a:pt x="64" y="6"/>
                    </a:cubicBezTo>
                    <a:cubicBezTo>
                      <a:pt x="81" y="12"/>
                      <a:pt x="96" y="27"/>
                      <a:pt x="112" y="3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126">
                <a:extLst>
                  <a:ext uri="{FF2B5EF4-FFF2-40B4-BE49-F238E27FC236}">
                    <a16:creationId xmlns:a16="http://schemas.microsoft.com/office/drawing/2014/main" id="{05F54334-1EE7-46FD-B13F-401DDA574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1541"/>
                <a:ext cx="255" cy="68"/>
              </a:xfrm>
              <a:custGeom>
                <a:avLst/>
                <a:gdLst>
                  <a:gd name="T0" fmla="*/ 0 w 102"/>
                  <a:gd name="T1" fmla="*/ 179 h 27"/>
                  <a:gd name="T2" fmla="*/ 363 w 102"/>
                  <a:gd name="T3" fmla="*/ 113 h 27"/>
                  <a:gd name="T4" fmla="*/ 675 w 102"/>
                  <a:gd name="T5" fmla="*/ 63 h 27"/>
                  <a:gd name="T6" fmla="*/ 1175 w 102"/>
                  <a:gd name="T7" fmla="*/ 83 h 27"/>
                  <a:gd name="T8" fmla="*/ 1595 w 102"/>
                  <a:gd name="T9" fmla="*/ 43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27">
                    <a:moveTo>
                      <a:pt x="0" y="11"/>
                    </a:moveTo>
                    <a:cubicBezTo>
                      <a:pt x="8" y="10"/>
                      <a:pt x="15" y="8"/>
                      <a:pt x="23" y="7"/>
                    </a:cubicBezTo>
                    <a:cubicBezTo>
                      <a:pt x="29" y="5"/>
                      <a:pt x="36" y="5"/>
                      <a:pt x="43" y="4"/>
                    </a:cubicBezTo>
                    <a:cubicBezTo>
                      <a:pt x="54" y="1"/>
                      <a:pt x="64" y="0"/>
                      <a:pt x="75" y="5"/>
                    </a:cubicBezTo>
                    <a:cubicBezTo>
                      <a:pt x="86" y="11"/>
                      <a:pt x="95" y="19"/>
                      <a:pt x="102" y="27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127">
                <a:extLst>
                  <a:ext uri="{FF2B5EF4-FFF2-40B4-BE49-F238E27FC236}">
                    <a16:creationId xmlns:a16="http://schemas.microsoft.com/office/drawing/2014/main" id="{37760CAA-CF64-44B5-80B9-1EAE9AD33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446"/>
                <a:ext cx="218" cy="35"/>
              </a:xfrm>
              <a:custGeom>
                <a:avLst/>
                <a:gdLst>
                  <a:gd name="T0" fmla="*/ 1368 w 87"/>
                  <a:gd name="T1" fmla="*/ 208 h 14"/>
                  <a:gd name="T2" fmla="*/ 1163 w 87"/>
                  <a:gd name="T3" fmla="*/ 188 h 14"/>
                  <a:gd name="T4" fmla="*/ 930 w 87"/>
                  <a:gd name="T5" fmla="*/ 113 h 14"/>
                  <a:gd name="T6" fmla="*/ 554 w 87"/>
                  <a:gd name="T7" fmla="*/ 20 h 14"/>
                  <a:gd name="T8" fmla="*/ 238 w 87"/>
                  <a:gd name="T9" fmla="*/ 20 h 14"/>
                  <a:gd name="T10" fmla="*/ 0 w 87"/>
                  <a:gd name="T11" fmla="*/ 9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14">
                    <a:moveTo>
                      <a:pt x="87" y="13"/>
                    </a:moveTo>
                    <a:cubicBezTo>
                      <a:pt x="84" y="14"/>
                      <a:pt x="77" y="12"/>
                      <a:pt x="74" y="12"/>
                    </a:cubicBezTo>
                    <a:cubicBezTo>
                      <a:pt x="69" y="11"/>
                      <a:pt x="65" y="8"/>
                      <a:pt x="59" y="7"/>
                    </a:cubicBezTo>
                    <a:cubicBezTo>
                      <a:pt x="51" y="6"/>
                      <a:pt x="43" y="2"/>
                      <a:pt x="35" y="1"/>
                    </a:cubicBezTo>
                    <a:cubicBezTo>
                      <a:pt x="28" y="1"/>
                      <a:pt x="21" y="0"/>
                      <a:pt x="15" y="1"/>
                    </a:cubicBezTo>
                    <a:cubicBezTo>
                      <a:pt x="10" y="2"/>
                      <a:pt x="5" y="5"/>
                      <a:pt x="0" y="6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128">
                <a:extLst>
                  <a:ext uri="{FF2B5EF4-FFF2-40B4-BE49-F238E27FC236}">
                    <a16:creationId xmlns:a16="http://schemas.microsoft.com/office/drawing/2014/main" id="{B1F8E853-E01E-4E1F-BB21-C3A41CEF8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491"/>
                <a:ext cx="267" cy="58"/>
              </a:xfrm>
              <a:custGeom>
                <a:avLst/>
                <a:gdLst>
                  <a:gd name="T0" fmla="*/ 0 w 107"/>
                  <a:gd name="T1" fmla="*/ 50 h 23"/>
                  <a:gd name="T2" fmla="*/ 200 w 107"/>
                  <a:gd name="T3" fmla="*/ 50 h 23"/>
                  <a:gd name="T4" fmla="*/ 449 w 107"/>
                  <a:gd name="T5" fmla="*/ 20 h 23"/>
                  <a:gd name="T6" fmla="*/ 1028 w 107"/>
                  <a:gd name="T7" fmla="*/ 50 h 23"/>
                  <a:gd name="T8" fmla="*/ 1495 w 107"/>
                  <a:gd name="T9" fmla="*/ 242 h 23"/>
                  <a:gd name="T10" fmla="*/ 1662 w 107"/>
                  <a:gd name="T11" fmla="*/ 368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23">
                    <a:moveTo>
                      <a:pt x="0" y="3"/>
                    </a:moveTo>
                    <a:cubicBezTo>
                      <a:pt x="4" y="2"/>
                      <a:pt x="9" y="4"/>
                      <a:pt x="13" y="3"/>
                    </a:cubicBezTo>
                    <a:cubicBezTo>
                      <a:pt x="18" y="3"/>
                      <a:pt x="24" y="1"/>
                      <a:pt x="29" y="1"/>
                    </a:cubicBezTo>
                    <a:cubicBezTo>
                      <a:pt x="42" y="0"/>
                      <a:pt x="54" y="0"/>
                      <a:pt x="66" y="3"/>
                    </a:cubicBezTo>
                    <a:cubicBezTo>
                      <a:pt x="77" y="5"/>
                      <a:pt x="87" y="11"/>
                      <a:pt x="96" y="15"/>
                    </a:cubicBezTo>
                    <a:cubicBezTo>
                      <a:pt x="100" y="17"/>
                      <a:pt x="105" y="19"/>
                      <a:pt x="107" y="23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129">
                <a:extLst>
                  <a:ext uri="{FF2B5EF4-FFF2-40B4-BE49-F238E27FC236}">
                    <a16:creationId xmlns:a16="http://schemas.microsoft.com/office/drawing/2014/main" id="{C308B702-973D-4D9A-AC9D-10D0B22B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569"/>
                <a:ext cx="260" cy="67"/>
              </a:xfrm>
              <a:custGeom>
                <a:avLst/>
                <a:gdLst>
                  <a:gd name="T0" fmla="*/ 0 w 104"/>
                  <a:gd name="T1" fmla="*/ 216 h 27"/>
                  <a:gd name="T2" fmla="*/ 208 w 104"/>
                  <a:gd name="T3" fmla="*/ 154 h 27"/>
                  <a:gd name="T4" fmla="*/ 500 w 104"/>
                  <a:gd name="T5" fmla="*/ 42 h 27"/>
                  <a:gd name="T6" fmla="*/ 1020 w 104"/>
                  <a:gd name="T7" fmla="*/ 42 h 27"/>
                  <a:gd name="T8" fmla="*/ 1438 w 104"/>
                  <a:gd name="T9" fmla="*/ 258 h 27"/>
                  <a:gd name="T10" fmla="*/ 1625 w 104"/>
                  <a:gd name="T11" fmla="*/ 41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27">
                    <a:moveTo>
                      <a:pt x="0" y="14"/>
                    </a:moveTo>
                    <a:cubicBezTo>
                      <a:pt x="1" y="13"/>
                      <a:pt x="10" y="11"/>
                      <a:pt x="13" y="10"/>
                    </a:cubicBezTo>
                    <a:cubicBezTo>
                      <a:pt x="19" y="8"/>
                      <a:pt x="25" y="6"/>
                      <a:pt x="32" y="3"/>
                    </a:cubicBezTo>
                    <a:cubicBezTo>
                      <a:pt x="42" y="0"/>
                      <a:pt x="54" y="0"/>
                      <a:pt x="65" y="3"/>
                    </a:cubicBezTo>
                    <a:cubicBezTo>
                      <a:pt x="75" y="6"/>
                      <a:pt x="83" y="11"/>
                      <a:pt x="92" y="17"/>
                    </a:cubicBezTo>
                    <a:cubicBezTo>
                      <a:pt x="96" y="20"/>
                      <a:pt x="102" y="23"/>
                      <a:pt x="104" y="27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130">
                <a:extLst>
                  <a:ext uri="{FF2B5EF4-FFF2-40B4-BE49-F238E27FC236}">
                    <a16:creationId xmlns:a16="http://schemas.microsoft.com/office/drawing/2014/main" id="{5D21C307-9C22-427C-9A2F-23AB3FB44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579"/>
                <a:ext cx="293" cy="82"/>
              </a:xfrm>
              <a:custGeom>
                <a:avLst/>
                <a:gdLst>
                  <a:gd name="T0" fmla="*/ 0 w 117"/>
                  <a:gd name="T1" fmla="*/ 340 h 33"/>
                  <a:gd name="T2" fmla="*/ 1022 w 117"/>
                  <a:gd name="T3" fmla="*/ 137 h 33"/>
                  <a:gd name="T4" fmla="*/ 1838 w 117"/>
                  <a:gd name="T5" fmla="*/ 50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33">
                    <a:moveTo>
                      <a:pt x="0" y="22"/>
                    </a:moveTo>
                    <a:cubicBezTo>
                      <a:pt x="18" y="4"/>
                      <a:pt x="41" y="0"/>
                      <a:pt x="65" y="9"/>
                    </a:cubicBezTo>
                    <a:cubicBezTo>
                      <a:pt x="82" y="15"/>
                      <a:pt x="100" y="29"/>
                      <a:pt x="117" y="33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131">
                <a:extLst>
                  <a:ext uri="{FF2B5EF4-FFF2-40B4-BE49-F238E27FC236}">
                    <a16:creationId xmlns:a16="http://schemas.microsoft.com/office/drawing/2014/main" id="{DE027F72-A3F5-48EE-8BDC-3B40C8D8A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601"/>
                <a:ext cx="288" cy="60"/>
              </a:xfrm>
              <a:custGeom>
                <a:avLst/>
                <a:gdLst>
                  <a:gd name="T0" fmla="*/ 0 w 115"/>
                  <a:gd name="T1" fmla="*/ 363 h 24"/>
                  <a:gd name="T2" fmla="*/ 376 w 115"/>
                  <a:gd name="T3" fmla="*/ 145 h 24"/>
                  <a:gd name="T4" fmla="*/ 846 w 115"/>
                  <a:gd name="T5" fmla="*/ 20 h 24"/>
                  <a:gd name="T6" fmla="*/ 1806 w 115"/>
                  <a:gd name="T7" fmla="*/ 25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24">
                    <a:moveTo>
                      <a:pt x="0" y="23"/>
                    </a:moveTo>
                    <a:cubicBezTo>
                      <a:pt x="7" y="24"/>
                      <a:pt x="19" y="13"/>
                      <a:pt x="24" y="9"/>
                    </a:cubicBezTo>
                    <a:cubicBezTo>
                      <a:pt x="34" y="4"/>
                      <a:pt x="43" y="0"/>
                      <a:pt x="54" y="1"/>
                    </a:cubicBezTo>
                    <a:cubicBezTo>
                      <a:pt x="75" y="2"/>
                      <a:pt x="96" y="7"/>
                      <a:pt x="115" y="16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132">
                <a:extLst>
                  <a:ext uri="{FF2B5EF4-FFF2-40B4-BE49-F238E27FC236}">
                    <a16:creationId xmlns:a16="http://schemas.microsoft.com/office/drawing/2014/main" id="{28A62E2D-B278-4A2C-94ED-6EA67B839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569"/>
                <a:ext cx="265" cy="72"/>
              </a:xfrm>
              <a:custGeom>
                <a:avLst/>
                <a:gdLst>
                  <a:gd name="T0" fmla="*/ 0 w 106"/>
                  <a:gd name="T1" fmla="*/ 444 h 29"/>
                  <a:gd name="T2" fmla="*/ 208 w 106"/>
                  <a:gd name="T3" fmla="*/ 320 h 29"/>
                  <a:gd name="T4" fmla="*/ 500 w 106"/>
                  <a:gd name="T5" fmla="*/ 124 h 29"/>
                  <a:gd name="T6" fmla="*/ 1050 w 106"/>
                  <a:gd name="T7" fmla="*/ 30 h 29"/>
                  <a:gd name="T8" fmla="*/ 1500 w 106"/>
                  <a:gd name="T9" fmla="*/ 184 h 29"/>
                  <a:gd name="T10" fmla="*/ 1658 w 106"/>
                  <a:gd name="T11" fmla="*/ 29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29">
                    <a:moveTo>
                      <a:pt x="0" y="29"/>
                    </a:moveTo>
                    <a:cubicBezTo>
                      <a:pt x="4" y="26"/>
                      <a:pt x="9" y="23"/>
                      <a:pt x="13" y="21"/>
                    </a:cubicBezTo>
                    <a:cubicBezTo>
                      <a:pt x="20" y="17"/>
                      <a:pt x="26" y="12"/>
                      <a:pt x="32" y="8"/>
                    </a:cubicBezTo>
                    <a:cubicBezTo>
                      <a:pt x="43" y="2"/>
                      <a:pt x="56" y="0"/>
                      <a:pt x="67" y="2"/>
                    </a:cubicBezTo>
                    <a:cubicBezTo>
                      <a:pt x="78" y="3"/>
                      <a:pt x="87" y="7"/>
                      <a:pt x="96" y="12"/>
                    </a:cubicBezTo>
                    <a:cubicBezTo>
                      <a:pt x="99" y="14"/>
                      <a:pt x="103" y="16"/>
                      <a:pt x="106" y="1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133">
                <a:extLst>
                  <a:ext uri="{FF2B5EF4-FFF2-40B4-BE49-F238E27FC236}">
                    <a16:creationId xmlns:a16="http://schemas.microsoft.com/office/drawing/2014/main" id="{7CC618ED-1428-48E0-9E03-7C332F7FF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551"/>
                <a:ext cx="290" cy="65"/>
              </a:xfrm>
              <a:custGeom>
                <a:avLst/>
                <a:gdLst>
                  <a:gd name="T0" fmla="*/ 0 w 116"/>
                  <a:gd name="T1" fmla="*/ 408 h 26"/>
                  <a:gd name="T2" fmla="*/ 95 w 116"/>
                  <a:gd name="T3" fmla="*/ 345 h 26"/>
                  <a:gd name="T4" fmla="*/ 270 w 116"/>
                  <a:gd name="T5" fmla="*/ 238 h 26"/>
                  <a:gd name="T6" fmla="*/ 595 w 116"/>
                  <a:gd name="T7" fmla="*/ 83 h 26"/>
                  <a:gd name="T8" fmla="*/ 1158 w 116"/>
                  <a:gd name="T9" fmla="*/ 50 h 26"/>
                  <a:gd name="T10" fmla="*/ 1813 w 116"/>
                  <a:gd name="T11" fmla="*/ 28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6" h="26">
                    <a:moveTo>
                      <a:pt x="0" y="26"/>
                    </a:moveTo>
                    <a:cubicBezTo>
                      <a:pt x="1" y="24"/>
                      <a:pt x="3" y="24"/>
                      <a:pt x="6" y="22"/>
                    </a:cubicBezTo>
                    <a:cubicBezTo>
                      <a:pt x="10" y="20"/>
                      <a:pt x="13" y="18"/>
                      <a:pt x="17" y="15"/>
                    </a:cubicBezTo>
                    <a:cubicBezTo>
                      <a:pt x="24" y="10"/>
                      <a:pt x="30" y="7"/>
                      <a:pt x="38" y="5"/>
                    </a:cubicBezTo>
                    <a:cubicBezTo>
                      <a:pt x="49" y="1"/>
                      <a:pt x="62" y="0"/>
                      <a:pt x="74" y="3"/>
                    </a:cubicBezTo>
                    <a:cubicBezTo>
                      <a:pt x="88" y="6"/>
                      <a:pt x="104" y="10"/>
                      <a:pt x="116" y="18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134">
                <a:extLst>
                  <a:ext uri="{FF2B5EF4-FFF2-40B4-BE49-F238E27FC236}">
                    <a16:creationId xmlns:a16="http://schemas.microsoft.com/office/drawing/2014/main" id="{988531D1-E6E9-4750-9D33-A0D4F3279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531"/>
                <a:ext cx="275" cy="63"/>
              </a:xfrm>
              <a:custGeom>
                <a:avLst/>
                <a:gdLst>
                  <a:gd name="T0" fmla="*/ 0 w 110"/>
                  <a:gd name="T1" fmla="*/ 401 h 25"/>
                  <a:gd name="T2" fmla="*/ 188 w 110"/>
                  <a:gd name="T3" fmla="*/ 255 h 25"/>
                  <a:gd name="T4" fmla="*/ 458 w 110"/>
                  <a:gd name="T5" fmla="*/ 113 h 25"/>
                  <a:gd name="T6" fmla="*/ 1020 w 110"/>
                  <a:gd name="T7" fmla="*/ 33 h 25"/>
                  <a:gd name="T8" fmla="*/ 1720 w 110"/>
                  <a:gd name="T9" fmla="*/ 30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25">
                    <a:moveTo>
                      <a:pt x="0" y="25"/>
                    </a:moveTo>
                    <a:cubicBezTo>
                      <a:pt x="4" y="23"/>
                      <a:pt x="9" y="18"/>
                      <a:pt x="12" y="16"/>
                    </a:cubicBezTo>
                    <a:cubicBezTo>
                      <a:pt x="17" y="12"/>
                      <a:pt x="23" y="9"/>
                      <a:pt x="29" y="7"/>
                    </a:cubicBezTo>
                    <a:cubicBezTo>
                      <a:pt x="40" y="1"/>
                      <a:pt x="53" y="0"/>
                      <a:pt x="65" y="2"/>
                    </a:cubicBezTo>
                    <a:cubicBezTo>
                      <a:pt x="79" y="4"/>
                      <a:pt x="100" y="9"/>
                      <a:pt x="110" y="1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135">
                <a:extLst>
                  <a:ext uri="{FF2B5EF4-FFF2-40B4-BE49-F238E27FC236}">
                    <a16:creationId xmlns:a16="http://schemas.microsoft.com/office/drawing/2014/main" id="{8A20893E-72C9-4BAD-9023-62859D09F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26"/>
                <a:ext cx="293" cy="90"/>
              </a:xfrm>
              <a:custGeom>
                <a:avLst/>
                <a:gdLst>
                  <a:gd name="T0" fmla="*/ 0 w 117"/>
                  <a:gd name="T1" fmla="*/ 313 h 36"/>
                  <a:gd name="T2" fmla="*/ 408 w 117"/>
                  <a:gd name="T3" fmla="*/ 125 h 36"/>
                  <a:gd name="T4" fmla="*/ 721 w 117"/>
                  <a:gd name="T5" fmla="*/ 20 h 36"/>
                  <a:gd name="T6" fmla="*/ 1272 w 117"/>
                  <a:gd name="T7" fmla="*/ 175 h 36"/>
                  <a:gd name="T8" fmla="*/ 1838 w 117"/>
                  <a:gd name="T9" fmla="*/ 56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36">
                    <a:moveTo>
                      <a:pt x="0" y="20"/>
                    </a:moveTo>
                    <a:cubicBezTo>
                      <a:pt x="8" y="15"/>
                      <a:pt x="17" y="13"/>
                      <a:pt x="26" y="8"/>
                    </a:cubicBezTo>
                    <a:cubicBezTo>
                      <a:pt x="33" y="4"/>
                      <a:pt x="38" y="2"/>
                      <a:pt x="46" y="1"/>
                    </a:cubicBezTo>
                    <a:cubicBezTo>
                      <a:pt x="58" y="0"/>
                      <a:pt x="70" y="6"/>
                      <a:pt x="81" y="11"/>
                    </a:cubicBezTo>
                    <a:cubicBezTo>
                      <a:pt x="93" y="16"/>
                      <a:pt x="110" y="25"/>
                      <a:pt x="117" y="36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136">
                <a:extLst>
                  <a:ext uri="{FF2B5EF4-FFF2-40B4-BE49-F238E27FC236}">
                    <a16:creationId xmlns:a16="http://schemas.microsoft.com/office/drawing/2014/main" id="{D45EA008-FFDC-4402-9B15-62FF5D572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499"/>
                <a:ext cx="238" cy="37"/>
              </a:xfrm>
              <a:custGeom>
                <a:avLst/>
                <a:gdLst>
                  <a:gd name="T0" fmla="*/ 1493 w 95"/>
                  <a:gd name="T1" fmla="*/ 183 h 15"/>
                  <a:gd name="T2" fmla="*/ 1338 w 95"/>
                  <a:gd name="T3" fmla="*/ 121 h 15"/>
                  <a:gd name="T4" fmla="*/ 1085 w 95"/>
                  <a:gd name="T5" fmla="*/ 30 h 15"/>
                  <a:gd name="T6" fmla="*/ 691 w 95"/>
                  <a:gd name="T7" fmla="*/ 30 h 15"/>
                  <a:gd name="T8" fmla="*/ 238 w 95"/>
                  <a:gd name="T9" fmla="*/ 153 h 15"/>
                  <a:gd name="T10" fmla="*/ 0 w 95"/>
                  <a:gd name="T11" fmla="*/ 224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15">
                    <a:moveTo>
                      <a:pt x="95" y="12"/>
                    </a:moveTo>
                    <a:cubicBezTo>
                      <a:pt x="92" y="9"/>
                      <a:pt x="88" y="9"/>
                      <a:pt x="85" y="8"/>
                    </a:cubicBezTo>
                    <a:cubicBezTo>
                      <a:pt x="79" y="6"/>
                      <a:pt x="75" y="4"/>
                      <a:pt x="69" y="2"/>
                    </a:cubicBezTo>
                    <a:cubicBezTo>
                      <a:pt x="60" y="0"/>
                      <a:pt x="53" y="0"/>
                      <a:pt x="44" y="2"/>
                    </a:cubicBezTo>
                    <a:cubicBezTo>
                      <a:pt x="33" y="3"/>
                      <a:pt x="24" y="7"/>
                      <a:pt x="15" y="10"/>
                    </a:cubicBezTo>
                    <a:cubicBezTo>
                      <a:pt x="10" y="12"/>
                      <a:pt x="4" y="13"/>
                      <a:pt x="0" y="1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137">
                <a:extLst>
                  <a:ext uri="{FF2B5EF4-FFF2-40B4-BE49-F238E27FC236}">
                    <a16:creationId xmlns:a16="http://schemas.microsoft.com/office/drawing/2014/main" id="{1AED31BE-7D2D-4C9D-9A3B-AAFFF95DD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514"/>
                <a:ext cx="250" cy="42"/>
              </a:xfrm>
              <a:custGeom>
                <a:avLst/>
                <a:gdLst>
                  <a:gd name="T0" fmla="*/ 1563 w 100"/>
                  <a:gd name="T1" fmla="*/ 121 h 17"/>
                  <a:gd name="T2" fmla="*/ 1375 w 100"/>
                  <a:gd name="T3" fmla="*/ 91 h 17"/>
                  <a:gd name="T4" fmla="*/ 1113 w 100"/>
                  <a:gd name="T5" fmla="*/ 62 h 17"/>
                  <a:gd name="T6" fmla="*/ 583 w 100"/>
                  <a:gd name="T7" fmla="*/ 30 h 17"/>
                  <a:gd name="T8" fmla="*/ 0 w 100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7">
                    <a:moveTo>
                      <a:pt x="100" y="8"/>
                    </a:moveTo>
                    <a:cubicBezTo>
                      <a:pt x="96" y="9"/>
                      <a:pt x="92" y="7"/>
                      <a:pt x="88" y="6"/>
                    </a:cubicBezTo>
                    <a:cubicBezTo>
                      <a:pt x="82" y="5"/>
                      <a:pt x="77" y="5"/>
                      <a:pt x="71" y="4"/>
                    </a:cubicBezTo>
                    <a:cubicBezTo>
                      <a:pt x="61" y="1"/>
                      <a:pt x="48" y="0"/>
                      <a:pt x="37" y="2"/>
                    </a:cubicBezTo>
                    <a:cubicBezTo>
                      <a:pt x="25" y="3"/>
                      <a:pt x="9" y="8"/>
                      <a:pt x="0" y="17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138">
                <a:extLst>
                  <a:ext uri="{FF2B5EF4-FFF2-40B4-BE49-F238E27FC236}">
                    <a16:creationId xmlns:a16="http://schemas.microsoft.com/office/drawing/2014/main" id="{F9185DBF-2C37-4334-94B9-D2603E641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541"/>
                <a:ext cx="235" cy="30"/>
              </a:xfrm>
              <a:custGeom>
                <a:avLst/>
                <a:gdLst>
                  <a:gd name="T0" fmla="*/ 1470 w 94"/>
                  <a:gd name="T1" fmla="*/ 95 h 12"/>
                  <a:gd name="T2" fmla="*/ 863 w 94"/>
                  <a:gd name="T3" fmla="*/ 33 h 12"/>
                  <a:gd name="T4" fmla="*/ 658 w 94"/>
                  <a:gd name="T5" fmla="*/ 0 h 12"/>
                  <a:gd name="T6" fmla="*/ 363 w 94"/>
                  <a:gd name="T7" fmla="*/ 50 h 12"/>
                  <a:gd name="T8" fmla="*/ 0 w 94"/>
                  <a:gd name="T9" fmla="*/ 1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12">
                    <a:moveTo>
                      <a:pt x="94" y="6"/>
                    </a:moveTo>
                    <a:cubicBezTo>
                      <a:pt x="79" y="5"/>
                      <a:pt x="68" y="5"/>
                      <a:pt x="55" y="2"/>
                    </a:cubicBezTo>
                    <a:cubicBezTo>
                      <a:pt x="50" y="1"/>
                      <a:pt x="47" y="0"/>
                      <a:pt x="42" y="0"/>
                    </a:cubicBezTo>
                    <a:cubicBezTo>
                      <a:pt x="36" y="0"/>
                      <a:pt x="29" y="1"/>
                      <a:pt x="23" y="3"/>
                    </a:cubicBezTo>
                    <a:cubicBezTo>
                      <a:pt x="15" y="6"/>
                      <a:pt x="8" y="10"/>
                      <a:pt x="0" y="1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139">
                <a:extLst>
                  <a:ext uri="{FF2B5EF4-FFF2-40B4-BE49-F238E27FC236}">
                    <a16:creationId xmlns:a16="http://schemas.microsoft.com/office/drawing/2014/main" id="{B68AEE88-A37A-45CA-B0FE-BD9204A5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1486"/>
                <a:ext cx="160" cy="50"/>
              </a:xfrm>
              <a:custGeom>
                <a:avLst/>
                <a:gdLst>
                  <a:gd name="T0" fmla="*/ 0 w 64"/>
                  <a:gd name="T1" fmla="*/ 238 h 20"/>
                  <a:gd name="T2" fmla="*/ 645 w 64"/>
                  <a:gd name="T3" fmla="*/ 125 h 20"/>
                  <a:gd name="T4" fmla="*/ 1000 w 64"/>
                  <a:gd name="T5" fmla="*/ 2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0">
                    <a:moveTo>
                      <a:pt x="0" y="15"/>
                    </a:moveTo>
                    <a:cubicBezTo>
                      <a:pt x="10" y="20"/>
                      <a:pt x="31" y="11"/>
                      <a:pt x="41" y="8"/>
                    </a:cubicBezTo>
                    <a:cubicBezTo>
                      <a:pt x="48" y="5"/>
                      <a:pt x="56" y="0"/>
                      <a:pt x="64" y="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140">
                <a:extLst>
                  <a:ext uri="{FF2B5EF4-FFF2-40B4-BE49-F238E27FC236}">
                    <a16:creationId xmlns:a16="http://schemas.microsoft.com/office/drawing/2014/main" id="{1EFA9A19-4CE0-494C-B20A-8DED26D4F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449"/>
                <a:ext cx="248" cy="47"/>
              </a:xfrm>
              <a:custGeom>
                <a:avLst/>
                <a:gdLst>
                  <a:gd name="T0" fmla="*/ 1556 w 99"/>
                  <a:gd name="T1" fmla="*/ 228 h 19"/>
                  <a:gd name="T2" fmla="*/ 1097 w 99"/>
                  <a:gd name="T3" fmla="*/ 30 h 19"/>
                  <a:gd name="T4" fmla="*/ 659 w 99"/>
                  <a:gd name="T5" fmla="*/ 30 h 19"/>
                  <a:gd name="T6" fmla="*/ 0 w 99"/>
                  <a:gd name="T7" fmla="*/ 28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19">
                    <a:moveTo>
                      <a:pt x="99" y="15"/>
                    </a:moveTo>
                    <a:cubicBezTo>
                      <a:pt x="92" y="13"/>
                      <a:pt x="80" y="5"/>
                      <a:pt x="70" y="2"/>
                    </a:cubicBezTo>
                    <a:cubicBezTo>
                      <a:pt x="61" y="0"/>
                      <a:pt x="51" y="0"/>
                      <a:pt x="42" y="2"/>
                    </a:cubicBezTo>
                    <a:cubicBezTo>
                      <a:pt x="27" y="4"/>
                      <a:pt x="12" y="11"/>
                      <a:pt x="0" y="1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141">
                <a:extLst>
                  <a:ext uri="{FF2B5EF4-FFF2-40B4-BE49-F238E27FC236}">
                    <a16:creationId xmlns:a16="http://schemas.microsoft.com/office/drawing/2014/main" id="{358FDAE4-0ECC-4019-87EE-D3E1CD64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469"/>
                <a:ext cx="292" cy="50"/>
              </a:xfrm>
              <a:custGeom>
                <a:avLst/>
                <a:gdLst>
                  <a:gd name="T0" fmla="*/ 1819 w 117"/>
                  <a:gd name="T1" fmla="*/ 158 h 20"/>
                  <a:gd name="T2" fmla="*/ 791 w 117"/>
                  <a:gd name="T3" fmla="*/ 20 h 20"/>
                  <a:gd name="T4" fmla="*/ 0 w 117"/>
                  <a:gd name="T5" fmla="*/ 31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20">
                    <a:moveTo>
                      <a:pt x="117" y="10"/>
                    </a:moveTo>
                    <a:cubicBezTo>
                      <a:pt x="97" y="4"/>
                      <a:pt x="72" y="0"/>
                      <a:pt x="51" y="1"/>
                    </a:cubicBezTo>
                    <a:cubicBezTo>
                      <a:pt x="33" y="2"/>
                      <a:pt x="16" y="12"/>
                      <a:pt x="0" y="2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Freeform 142">
                <a:extLst>
                  <a:ext uri="{FF2B5EF4-FFF2-40B4-BE49-F238E27FC236}">
                    <a16:creationId xmlns:a16="http://schemas.microsoft.com/office/drawing/2014/main" id="{4EDE9A4E-7B12-408B-8A84-8C9A222D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449"/>
                <a:ext cx="65" cy="22"/>
              </a:xfrm>
              <a:custGeom>
                <a:avLst/>
                <a:gdLst>
                  <a:gd name="T0" fmla="*/ 408 w 26"/>
                  <a:gd name="T1" fmla="*/ 0 h 9"/>
                  <a:gd name="T2" fmla="*/ 158 w 26"/>
                  <a:gd name="T3" fmla="*/ 59 h 9"/>
                  <a:gd name="T4" fmla="*/ 0 w 26"/>
                  <a:gd name="T5" fmla="*/ 1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9">
                    <a:moveTo>
                      <a:pt x="26" y="0"/>
                    </a:moveTo>
                    <a:cubicBezTo>
                      <a:pt x="20" y="0"/>
                      <a:pt x="15" y="2"/>
                      <a:pt x="10" y="4"/>
                    </a:cubicBezTo>
                    <a:cubicBezTo>
                      <a:pt x="7" y="6"/>
                      <a:pt x="3" y="6"/>
                      <a:pt x="0" y="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4" name="Freeform 143">
                <a:extLst>
                  <a:ext uri="{FF2B5EF4-FFF2-40B4-BE49-F238E27FC236}">
                    <a16:creationId xmlns:a16="http://schemas.microsoft.com/office/drawing/2014/main" id="{B44D8518-F35A-4F22-A600-8B344FCE6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499"/>
                <a:ext cx="248" cy="40"/>
              </a:xfrm>
              <a:custGeom>
                <a:avLst/>
                <a:gdLst>
                  <a:gd name="T0" fmla="*/ 1556 w 99"/>
                  <a:gd name="T1" fmla="*/ 113 h 16"/>
                  <a:gd name="T2" fmla="*/ 1350 w 99"/>
                  <a:gd name="T3" fmla="*/ 95 h 16"/>
                  <a:gd name="T4" fmla="*/ 1067 w 99"/>
                  <a:gd name="T5" fmla="*/ 50 h 16"/>
                  <a:gd name="T6" fmla="*/ 564 w 99"/>
                  <a:gd name="T7" fmla="*/ 50 h 16"/>
                  <a:gd name="T8" fmla="*/ 238 w 99"/>
                  <a:gd name="T9" fmla="*/ 158 h 16"/>
                  <a:gd name="T10" fmla="*/ 0 w 99"/>
                  <a:gd name="T11" fmla="*/ 25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16">
                    <a:moveTo>
                      <a:pt x="99" y="7"/>
                    </a:moveTo>
                    <a:cubicBezTo>
                      <a:pt x="95" y="6"/>
                      <a:pt x="91" y="7"/>
                      <a:pt x="86" y="6"/>
                    </a:cubicBezTo>
                    <a:cubicBezTo>
                      <a:pt x="80" y="6"/>
                      <a:pt x="74" y="4"/>
                      <a:pt x="68" y="3"/>
                    </a:cubicBezTo>
                    <a:cubicBezTo>
                      <a:pt x="57" y="1"/>
                      <a:pt x="47" y="0"/>
                      <a:pt x="36" y="3"/>
                    </a:cubicBezTo>
                    <a:cubicBezTo>
                      <a:pt x="29" y="5"/>
                      <a:pt x="22" y="8"/>
                      <a:pt x="15" y="10"/>
                    </a:cubicBezTo>
                    <a:cubicBezTo>
                      <a:pt x="11" y="11"/>
                      <a:pt x="1" y="16"/>
                      <a:pt x="0" y="16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5" name="Freeform 144">
                <a:extLst>
                  <a:ext uri="{FF2B5EF4-FFF2-40B4-BE49-F238E27FC236}">
                    <a16:creationId xmlns:a16="http://schemas.microsoft.com/office/drawing/2014/main" id="{4E2E117D-35DB-4F38-B26D-C5AD1BC00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461"/>
                <a:ext cx="245" cy="43"/>
              </a:xfrm>
              <a:custGeom>
                <a:avLst/>
                <a:gdLst>
                  <a:gd name="T0" fmla="*/ 0 w 98"/>
                  <a:gd name="T1" fmla="*/ 276 h 17"/>
                  <a:gd name="T2" fmla="*/ 488 w 98"/>
                  <a:gd name="T3" fmla="*/ 51 h 17"/>
                  <a:gd name="T4" fmla="*/ 925 w 98"/>
                  <a:gd name="T5" fmla="*/ 0 h 17"/>
                  <a:gd name="T6" fmla="*/ 1283 w 98"/>
                  <a:gd name="T7" fmla="*/ 33 h 17"/>
                  <a:gd name="T8" fmla="*/ 1533 w 98"/>
                  <a:gd name="T9" fmla="*/ 6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7">
                    <a:moveTo>
                      <a:pt x="0" y="17"/>
                    </a:moveTo>
                    <a:cubicBezTo>
                      <a:pt x="11" y="15"/>
                      <a:pt x="20" y="6"/>
                      <a:pt x="31" y="3"/>
                    </a:cubicBezTo>
                    <a:cubicBezTo>
                      <a:pt x="40" y="0"/>
                      <a:pt x="49" y="0"/>
                      <a:pt x="59" y="0"/>
                    </a:cubicBezTo>
                    <a:cubicBezTo>
                      <a:pt x="67" y="0"/>
                      <a:pt x="74" y="1"/>
                      <a:pt x="82" y="2"/>
                    </a:cubicBezTo>
                    <a:cubicBezTo>
                      <a:pt x="87" y="2"/>
                      <a:pt x="94" y="1"/>
                      <a:pt x="98" y="4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6" name="Freeform 145">
                <a:extLst>
                  <a:ext uri="{FF2B5EF4-FFF2-40B4-BE49-F238E27FC236}">
                    <a16:creationId xmlns:a16="http://schemas.microsoft.com/office/drawing/2014/main" id="{9BD938CB-7688-4859-829A-F92DA44E5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566"/>
                <a:ext cx="250" cy="35"/>
              </a:xfrm>
              <a:custGeom>
                <a:avLst/>
                <a:gdLst>
                  <a:gd name="T0" fmla="*/ 1563 w 100"/>
                  <a:gd name="T1" fmla="*/ 63 h 14"/>
                  <a:gd name="T2" fmla="*/ 1083 w 100"/>
                  <a:gd name="T3" fmla="*/ 20 h 14"/>
                  <a:gd name="T4" fmla="*/ 645 w 100"/>
                  <a:gd name="T5" fmla="*/ 20 h 14"/>
                  <a:gd name="T6" fmla="*/ 0 w 100"/>
                  <a:gd name="T7" fmla="*/ 2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4">
                    <a:moveTo>
                      <a:pt x="100" y="4"/>
                    </a:moveTo>
                    <a:cubicBezTo>
                      <a:pt x="98" y="0"/>
                      <a:pt x="75" y="2"/>
                      <a:pt x="69" y="1"/>
                    </a:cubicBezTo>
                    <a:cubicBezTo>
                      <a:pt x="60" y="0"/>
                      <a:pt x="50" y="0"/>
                      <a:pt x="41" y="1"/>
                    </a:cubicBezTo>
                    <a:cubicBezTo>
                      <a:pt x="26" y="2"/>
                      <a:pt x="14" y="11"/>
                      <a:pt x="0" y="14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7" name="Freeform 146">
                <a:extLst>
                  <a:ext uri="{FF2B5EF4-FFF2-40B4-BE49-F238E27FC236}">
                    <a16:creationId xmlns:a16="http://schemas.microsoft.com/office/drawing/2014/main" id="{8D076813-AC32-4D60-A7AA-87C6161A1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579"/>
                <a:ext cx="255" cy="27"/>
              </a:xfrm>
              <a:custGeom>
                <a:avLst/>
                <a:gdLst>
                  <a:gd name="T0" fmla="*/ 1595 w 102"/>
                  <a:gd name="T1" fmla="*/ 150 h 11"/>
                  <a:gd name="T2" fmla="*/ 1113 w 102"/>
                  <a:gd name="T3" fmla="*/ 29 h 11"/>
                  <a:gd name="T4" fmla="*/ 613 w 102"/>
                  <a:gd name="T5" fmla="*/ 12 h 11"/>
                  <a:gd name="T6" fmla="*/ 0 w 102"/>
                  <a:gd name="T7" fmla="*/ 13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11">
                    <a:moveTo>
                      <a:pt x="102" y="10"/>
                    </a:moveTo>
                    <a:cubicBezTo>
                      <a:pt x="93" y="11"/>
                      <a:pt x="80" y="4"/>
                      <a:pt x="71" y="2"/>
                    </a:cubicBezTo>
                    <a:cubicBezTo>
                      <a:pt x="60" y="0"/>
                      <a:pt x="50" y="0"/>
                      <a:pt x="39" y="1"/>
                    </a:cubicBezTo>
                    <a:cubicBezTo>
                      <a:pt x="26" y="2"/>
                      <a:pt x="11" y="4"/>
                      <a:pt x="0" y="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8" name="Freeform 147">
                <a:extLst>
                  <a:ext uri="{FF2B5EF4-FFF2-40B4-BE49-F238E27FC236}">
                    <a16:creationId xmlns:a16="http://schemas.microsoft.com/office/drawing/2014/main" id="{DB2D0600-C945-4933-BAE9-341C338AA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566"/>
                <a:ext cx="218" cy="25"/>
              </a:xfrm>
              <a:custGeom>
                <a:avLst/>
                <a:gdLst>
                  <a:gd name="T0" fmla="*/ 1368 w 87"/>
                  <a:gd name="T1" fmla="*/ 145 h 10"/>
                  <a:gd name="T2" fmla="*/ 972 w 87"/>
                  <a:gd name="T3" fmla="*/ 95 h 10"/>
                  <a:gd name="T4" fmla="*/ 616 w 87"/>
                  <a:gd name="T5" fmla="*/ 33 h 10"/>
                  <a:gd name="T6" fmla="*/ 0 w 87"/>
                  <a:gd name="T7" fmla="*/ 3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0">
                    <a:moveTo>
                      <a:pt x="87" y="9"/>
                    </a:moveTo>
                    <a:cubicBezTo>
                      <a:pt x="79" y="10"/>
                      <a:pt x="69" y="7"/>
                      <a:pt x="62" y="6"/>
                    </a:cubicBezTo>
                    <a:cubicBezTo>
                      <a:pt x="55" y="5"/>
                      <a:pt x="47" y="4"/>
                      <a:pt x="39" y="2"/>
                    </a:cubicBezTo>
                    <a:cubicBezTo>
                      <a:pt x="26" y="0"/>
                      <a:pt x="13" y="3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Freeform 148">
                <a:extLst>
                  <a:ext uri="{FF2B5EF4-FFF2-40B4-BE49-F238E27FC236}">
                    <a16:creationId xmlns:a16="http://schemas.microsoft.com/office/drawing/2014/main" id="{34AD0B65-5BAB-4A07-8C3B-5616A9852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529"/>
                <a:ext cx="237" cy="40"/>
              </a:xfrm>
              <a:custGeom>
                <a:avLst/>
                <a:gdLst>
                  <a:gd name="T0" fmla="*/ 1474 w 95"/>
                  <a:gd name="T1" fmla="*/ 250 h 16"/>
                  <a:gd name="T2" fmla="*/ 1090 w 95"/>
                  <a:gd name="T3" fmla="*/ 125 h 16"/>
                  <a:gd name="T4" fmla="*/ 654 w 95"/>
                  <a:gd name="T5" fmla="*/ 33 h 16"/>
                  <a:gd name="T6" fmla="*/ 0 w 9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6">
                    <a:moveTo>
                      <a:pt x="95" y="16"/>
                    </a:moveTo>
                    <a:cubicBezTo>
                      <a:pt x="87" y="15"/>
                      <a:pt x="78" y="11"/>
                      <a:pt x="70" y="8"/>
                    </a:cubicBezTo>
                    <a:cubicBezTo>
                      <a:pt x="60" y="4"/>
                      <a:pt x="52" y="3"/>
                      <a:pt x="42" y="2"/>
                    </a:cubicBezTo>
                    <a:cubicBezTo>
                      <a:pt x="31" y="1"/>
                      <a:pt x="10" y="4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0" name="Freeform 149">
                <a:extLst>
                  <a:ext uri="{FF2B5EF4-FFF2-40B4-BE49-F238E27FC236}">
                    <a16:creationId xmlns:a16="http://schemas.microsoft.com/office/drawing/2014/main" id="{6FCB8DAE-41F9-413C-89B1-E2EB46572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401"/>
                <a:ext cx="163" cy="43"/>
              </a:xfrm>
              <a:custGeom>
                <a:avLst/>
                <a:gdLst>
                  <a:gd name="T0" fmla="*/ 1026 w 65"/>
                  <a:gd name="T1" fmla="*/ 276 h 17"/>
                  <a:gd name="T2" fmla="*/ 504 w 65"/>
                  <a:gd name="T3" fmla="*/ 96 h 17"/>
                  <a:gd name="T4" fmla="*/ 0 w 6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17">
                    <a:moveTo>
                      <a:pt x="65" y="17"/>
                    </a:moveTo>
                    <a:cubicBezTo>
                      <a:pt x="54" y="17"/>
                      <a:pt x="42" y="10"/>
                      <a:pt x="32" y="6"/>
                    </a:cubicBezTo>
                    <a:cubicBezTo>
                      <a:pt x="22" y="2"/>
                      <a:pt x="11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150">
                <a:extLst>
                  <a:ext uri="{FF2B5EF4-FFF2-40B4-BE49-F238E27FC236}">
                    <a16:creationId xmlns:a16="http://schemas.microsoft.com/office/drawing/2014/main" id="{E8593128-680D-4847-A161-DD8B43E49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429"/>
                <a:ext cx="292" cy="62"/>
              </a:xfrm>
              <a:custGeom>
                <a:avLst/>
                <a:gdLst>
                  <a:gd name="T0" fmla="*/ 0 w 117"/>
                  <a:gd name="T1" fmla="*/ 124 h 25"/>
                  <a:gd name="T2" fmla="*/ 1071 w 117"/>
                  <a:gd name="T3" fmla="*/ 42 h 25"/>
                  <a:gd name="T4" fmla="*/ 1819 w 117"/>
                  <a:gd name="T5" fmla="*/ 38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25">
                    <a:moveTo>
                      <a:pt x="0" y="8"/>
                    </a:moveTo>
                    <a:cubicBezTo>
                      <a:pt x="23" y="10"/>
                      <a:pt x="46" y="0"/>
                      <a:pt x="69" y="3"/>
                    </a:cubicBezTo>
                    <a:cubicBezTo>
                      <a:pt x="81" y="4"/>
                      <a:pt x="113" y="15"/>
                      <a:pt x="117" y="2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151">
                <a:extLst>
                  <a:ext uri="{FF2B5EF4-FFF2-40B4-BE49-F238E27FC236}">
                    <a16:creationId xmlns:a16="http://schemas.microsoft.com/office/drawing/2014/main" id="{9D0189FA-1282-4A94-86BB-F4A5242E2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1486"/>
                <a:ext cx="220" cy="53"/>
              </a:xfrm>
              <a:custGeom>
                <a:avLst/>
                <a:gdLst>
                  <a:gd name="T0" fmla="*/ 0 w 88"/>
                  <a:gd name="T1" fmla="*/ 63 h 21"/>
                  <a:gd name="T2" fmla="*/ 438 w 88"/>
                  <a:gd name="T3" fmla="*/ 0 h 21"/>
                  <a:gd name="T4" fmla="*/ 813 w 88"/>
                  <a:gd name="T5" fmla="*/ 20 h 21"/>
                  <a:gd name="T6" fmla="*/ 1375 w 88"/>
                  <a:gd name="T7" fmla="*/ 33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21">
                    <a:moveTo>
                      <a:pt x="0" y="4"/>
                    </a:moveTo>
                    <a:cubicBezTo>
                      <a:pt x="9" y="3"/>
                      <a:pt x="18" y="0"/>
                      <a:pt x="28" y="0"/>
                    </a:cubicBezTo>
                    <a:cubicBezTo>
                      <a:pt x="36" y="0"/>
                      <a:pt x="44" y="1"/>
                      <a:pt x="52" y="1"/>
                    </a:cubicBezTo>
                    <a:cubicBezTo>
                      <a:pt x="64" y="3"/>
                      <a:pt x="82" y="10"/>
                      <a:pt x="88" y="2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152">
                <a:extLst>
                  <a:ext uri="{FF2B5EF4-FFF2-40B4-BE49-F238E27FC236}">
                    <a16:creationId xmlns:a16="http://schemas.microsoft.com/office/drawing/2014/main" id="{237632A3-1505-4FDC-98D4-0D5A3EFA7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536"/>
                <a:ext cx="277" cy="38"/>
              </a:xfrm>
              <a:custGeom>
                <a:avLst/>
                <a:gdLst>
                  <a:gd name="T0" fmla="*/ 0 w 111"/>
                  <a:gd name="T1" fmla="*/ 225 h 15"/>
                  <a:gd name="T2" fmla="*/ 933 w 111"/>
                  <a:gd name="T3" fmla="*/ 20 h 15"/>
                  <a:gd name="T4" fmla="*/ 1724 w 111"/>
                  <a:gd name="T5" fmla="*/ 24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15">
                    <a:moveTo>
                      <a:pt x="0" y="14"/>
                    </a:moveTo>
                    <a:cubicBezTo>
                      <a:pt x="16" y="4"/>
                      <a:pt x="42" y="0"/>
                      <a:pt x="60" y="1"/>
                    </a:cubicBezTo>
                    <a:cubicBezTo>
                      <a:pt x="78" y="2"/>
                      <a:pt x="95" y="8"/>
                      <a:pt x="111" y="1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153">
                <a:extLst>
                  <a:ext uri="{FF2B5EF4-FFF2-40B4-BE49-F238E27FC236}">
                    <a16:creationId xmlns:a16="http://schemas.microsoft.com/office/drawing/2014/main" id="{8A4591C6-A726-4A91-9050-F9DD15699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36"/>
                <a:ext cx="242" cy="48"/>
              </a:xfrm>
              <a:custGeom>
                <a:avLst/>
                <a:gdLst>
                  <a:gd name="T0" fmla="*/ 0 w 97"/>
                  <a:gd name="T1" fmla="*/ 306 h 19"/>
                  <a:gd name="T2" fmla="*/ 374 w 97"/>
                  <a:gd name="T3" fmla="*/ 147 h 19"/>
                  <a:gd name="T4" fmla="*/ 758 w 97"/>
                  <a:gd name="T5" fmla="*/ 33 h 19"/>
                  <a:gd name="T6" fmla="*/ 1507 w 97"/>
                  <a:gd name="T7" fmla="*/ 17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9">
                    <a:moveTo>
                      <a:pt x="0" y="19"/>
                    </a:moveTo>
                    <a:cubicBezTo>
                      <a:pt x="0" y="18"/>
                      <a:pt x="19" y="11"/>
                      <a:pt x="24" y="9"/>
                    </a:cubicBezTo>
                    <a:cubicBezTo>
                      <a:pt x="32" y="5"/>
                      <a:pt x="40" y="2"/>
                      <a:pt x="49" y="2"/>
                    </a:cubicBezTo>
                    <a:cubicBezTo>
                      <a:pt x="66" y="0"/>
                      <a:pt x="83" y="5"/>
                      <a:pt x="97" y="1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154">
                <a:extLst>
                  <a:ext uri="{FF2B5EF4-FFF2-40B4-BE49-F238E27FC236}">
                    <a16:creationId xmlns:a16="http://schemas.microsoft.com/office/drawing/2014/main" id="{D81E55B6-1757-4FDD-A0E6-54C4BE2C8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486"/>
                <a:ext cx="348" cy="58"/>
              </a:xfrm>
              <a:custGeom>
                <a:avLst/>
                <a:gdLst>
                  <a:gd name="T0" fmla="*/ 2181 w 139"/>
                  <a:gd name="T1" fmla="*/ 368 h 23"/>
                  <a:gd name="T2" fmla="*/ 1492 w 139"/>
                  <a:gd name="T3" fmla="*/ 96 h 23"/>
                  <a:gd name="T4" fmla="*/ 959 w 139"/>
                  <a:gd name="T5" fmla="*/ 20 h 23"/>
                  <a:gd name="T6" fmla="*/ 458 w 139"/>
                  <a:gd name="T7" fmla="*/ 50 h 23"/>
                  <a:gd name="T8" fmla="*/ 0 w 139"/>
                  <a:gd name="T9" fmla="*/ 14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3">
                    <a:moveTo>
                      <a:pt x="139" y="23"/>
                    </a:moveTo>
                    <a:cubicBezTo>
                      <a:pt x="125" y="22"/>
                      <a:pt x="109" y="9"/>
                      <a:pt x="95" y="6"/>
                    </a:cubicBezTo>
                    <a:cubicBezTo>
                      <a:pt x="84" y="3"/>
                      <a:pt x="73" y="1"/>
                      <a:pt x="61" y="1"/>
                    </a:cubicBezTo>
                    <a:cubicBezTo>
                      <a:pt x="51" y="0"/>
                      <a:pt x="40" y="0"/>
                      <a:pt x="29" y="3"/>
                    </a:cubicBezTo>
                    <a:cubicBezTo>
                      <a:pt x="20" y="5"/>
                      <a:pt x="9" y="9"/>
                      <a:pt x="0" y="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155">
                <a:extLst>
                  <a:ext uri="{FF2B5EF4-FFF2-40B4-BE49-F238E27FC236}">
                    <a16:creationId xmlns:a16="http://schemas.microsoft.com/office/drawing/2014/main" id="{653FE274-96E2-4583-9A8D-B63D47F5D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414"/>
                <a:ext cx="290" cy="85"/>
              </a:xfrm>
              <a:custGeom>
                <a:avLst/>
                <a:gdLst>
                  <a:gd name="T0" fmla="*/ 1813 w 116"/>
                  <a:gd name="T1" fmla="*/ 488 h 34"/>
                  <a:gd name="T2" fmla="*/ 1238 w 116"/>
                  <a:gd name="T3" fmla="*/ 188 h 34"/>
                  <a:gd name="T4" fmla="*/ 813 w 116"/>
                  <a:gd name="T5" fmla="*/ 33 h 34"/>
                  <a:gd name="T6" fmla="*/ 375 w 116"/>
                  <a:gd name="T7" fmla="*/ 33 h 34"/>
                  <a:gd name="T8" fmla="*/ 0 w 116"/>
                  <a:gd name="T9" fmla="*/ 12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34">
                    <a:moveTo>
                      <a:pt x="116" y="31"/>
                    </a:moveTo>
                    <a:cubicBezTo>
                      <a:pt x="107" y="34"/>
                      <a:pt x="87" y="16"/>
                      <a:pt x="79" y="12"/>
                    </a:cubicBezTo>
                    <a:cubicBezTo>
                      <a:pt x="70" y="7"/>
                      <a:pt x="62" y="3"/>
                      <a:pt x="52" y="2"/>
                    </a:cubicBezTo>
                    <a:cubicBezTo>
                      <a:pt x="43" y="0"/>
                      <a:pt x="33" y="0"/>
                      <a:pt x="24" y="2"/>
                    </a:cubicBezTo>
                    <a:cubicBezTo>
                      <a:pt x="16" y="3"/>
                      <a:pt x="6" y="8"/>
                      <a:pt x="0" y="8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156">
                <a:extLst>
                  <a:ext uri="{FF2B5EF4-FFF2-40B4-BE49-F238E27FC236}">
                    <a16:creationId xmlns:a16="http://schemas.microsoft.com/office/drawing/2014/main" id="{1B10E6CB-580D-4DD7-9777-EA9215BB3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386"/>
                <a:ext cx="117" cy="48"/>
              </a:xfrm>
              <a:custGeom>
                <a:avLst/>
                <a:gdLst>
                  <a:gd name="T0" fmla="*/ 724 w 47"/>
                  <a:gd name="T1" fmla="*/ 275 h 19"/>
                  <a:gd name="T2" fmla="*/ 341 w 47"/>
                  <a:gd name="T3" fmla="*/ 147 h 19"/>
                  <a:gd name="T4" fmla="*/ 0 w 4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9">
                    <a:moveTo>
                      <a:pt x="47" y="17"/>
                    </a:moveTo>
                    <a:cubicBezTo>
                      <a:pt x="39" y="19"/>
                      <a:pt x="30" y="12"/>
                      <a:pt x="22" y="9"/>
                    </a:cubicBezTo>
                    <a:cubicBezTo>
                      <a:pt x="15" y="5"/>
                      <a:pt x="7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157">
                <a:extLst>
                  <a:ext uri="{FF2B5EF4-FFF2-40B4-BE49-F238E27FC236}">
                    <a16:creationId xmlns:a16="http://schemas.microsoft.com/office/drawing/2014/main" id="{894729C8-E38E-4D33-BD68-A9D0BBB1C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486"/>
                <a:ext cx="332" cy="80"/>
              </a:xfrm>
              <a:custGeom>
                <a:avLst/>
                <a:gdLst>
                  <a:gd name="T0" fmla="*/ 0 w 133"/>
                  <a:gd name="T1" fmla="*/ 500 h 32"/>
                  <a:gd name="T2" fmla="*/ 262 w 133"/>
                  <a:gd name="T3" fmla="*/ 345 h 32"/>
                  <a:gd name="T4" fmla="*/ 529 w 133"/>
                  <a:gd name="T5" fmla="*/ 238 h 32"/>
                  <a:gd name="T6" fmla="*/ 966 w 133"/>
                  <a:gd name="T7" fmla="*/ 113 h 32"/>
                  <a:gd name="T8" fmla="*/ 2069 w 133"/>
                  <a:gd name="T9" fmla="*/ 17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32">
                    <a:moveTo>
                      <a:pt x="0" y="32"/>
                    </a:moveTo>
                    <a:cubicBezTo>
                      <a:pt x="6" y="30"/>
                      <a:pt x="11" y="25"/>
                      <a:pt x="17" y="22"/>
                    </a:cubicBezTo>
                    <a:cubicBezTo>
                      <a:pt x="22" y="20"/>
                      <a:pt x="28" y="18"/>
                      <a:pt x="34" y="15"/>
                    </a:cubicBezTo>
                    <a:cubicBezTo>
                      <a:pt x="43" y="11"/>
                      <a:pt x="51" y="9"/>
                      <a:pt x="62" y="7"/>
                    </a:cubicBezTo>
                    <a:cubicBezTo>
                      <a:pt x="83" y="4"/>
                      <a:pt x="115" y="0"/>
                      <a:pt x="133" y="1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158">
                <a:extLst>
                  <a:ext uri="{FF2B5EF4-FFF2-40B4-BE49-F238E27FC236}">
                    <a16:creationId xmlns:a16="http://schemas.microsoft.com/office/drawing/2014/main" id="{2173DB1D-4F4F-4FB7-BC5F-2064F4A72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799"/>
                <a:ext cx="152" cy="43"/>
              </a:xfrm>
              <a:custGeom>
                <a:avLst/>
                <a:gdLst>
                  <a:gd name="T0" fmla="*/ 0 w 61"/>
                  <a:gd name="T1" fmla="*/ 276 h 17"/>
                  <a:gd name="T2" fmla="*/ 541 w 61"/>
                  <a:gd name="T3" fmla="*/ 210 h 17"/>
                  <a:gd name="T4" fmla="*/ 944 w 6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4" y="14"/>
                      <a:pt x="26" y="17"/>
                      <a:pt x="35" y="13"/>
                    </a:cubicBezTo>
                    <a:cubicBezTo>
                      <a:pt x="44" y="10"/>
                      <a:pt x="52" y="1"/>
                      <a:pt x="61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159">
                <a:extLst>
                  <a:ext uri="{FF2B5EF4-FFF2-40B4-BE49-F238E27FC236}">
                    <a16:creationId xmlns:a16="http://schemas.microsoft.com/office/drawing/2014/main" id="{84994B16-427F-498C-B048-9431C62B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779"/>
                <a:ext cx="218" cy="53"/>
              </a:xfrm>
              <a:custGeom>
                <a:avLst/>
                <a:gdLst>
                  <a:gd name="T0" fmla="*/ 0 w 87"/>
                  <a:gd name="T1" fmla="*/ 114 h 21"/>
                  <a:gd name="T2" fmla="*/ 692 w 87"/>
                  <a:gd name="T3" fmla="*/ 318 h 21"/>
                  <a:gd name="T4" fmla="*/ 1368 w 8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21">
                    <a:moveTo>
                      <a:pt x="0" y="7"/>
                    </a:moveTo>
                    <a:cubicBezTo>
                      <a:pt x="16" y="12"/>
                      <a:pt x="26" y="21"/>
                      <a:pt x="44" y="20"/>
                    </a:cubicBezTo>
                    <a:cubicBezTo>
                      <a:pt x="62" y="19"/>
                      <a:pt x="72" y="7"/>
                      <a:pt x="87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160">
                <a:extLst>
                  <a:ext uri="{FF2B5EF4-FFF2-40B4-BE49-F238E27FC236}">
                    <a16:creationId xmlns:a16="http://schemas.microsoft.com/office/drawing/2014/main" id="{4525BCC2-2FA2-464A-9521-2BC63FC89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32"/>
                <a:ext cx="258" cy="87"/>
              </a:xfrm>
              <a:custGeom>
                <a:avLst/>
                <a:gdLst>
                  <a:gd name="T0" fmla="*/ 0 w 103"/>
                  <a:gd name="T1" fmla="*/ 341 h 35"/>
                  <a:gd name="T2" fmla="*/ 488 w 103"/>
                  <a:gd name="T3" fmla="*/ 507 h 35"/>
                  <a:gd name="T4" fmla="*/ 897 w 103"/>
                  <a:gd name="T5" fmla="*/ 495 h 35"/>
                  <a:gd name="T6" fmla="*/ 1618 w 103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3" h="35">
                    <a:moveTo>
                      <a:pt x="0" y="22"/>
                    </a:moveTo>
                    <a:cubicBezTo>
                      <a:pt x="11" y="24"/>
                      <a:pt x="20" y="31"/>
                      <a:pt x="31" y="33"/>
                    </a:cubicBezTo>
                    <a:cubicBezTo>
                      <a:pt x="40" y="35"/>
                      <a:pt x="48" y="35"/>
                      <a:pt x="57" y="32"/>
                    </a:cubicBezTo>
                    <a:cubicBezTo>
                      <a:pt x="75" y="27"/>
                      <a:pt x="89" y="10"/>
                      <a:pt x="103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2" name="Freeform 161">
                <a:extLst>
                  <a:ext uri="{FF2B5EF4-FFF2-40B4-BE49-F238E27FC236}">
                    <a16:creationId xmlns:a16="http://schemas.microsoft.com/office/drawing/2014/main" id="{60D1942D-1657-43B0-8D08-B69B9EB7A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734"/>
                <a:ext cx="242" cy="60"/>
              </a:xfrm>
              <a:custGeom>
                <a:avLst/>
                <a:gdLst>
                  <a:gd name="T0" fmla="*/ 0 w 97"/>
                  <a:gd name="T1" fmla="*/ 20 h 24"/>
                  <a:gd name="T2" fmla="*/ 437 w 97"/>
                  <a:gd name="T3" fmla="*/ 220 h 24"/>
                  <a:gd name="T4" fmla="*/ 978 w 97"/>
                  <a:gd name="T5" fmla="*/ 363 h 24"/>
                  <a:gd name="T6" fmla="*/ 1507 w 97"/>
                  <a:gd name="T7" fmla="*/ 9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24">
                    <a:moveTo>
                      <a:pt x="0" y="1"/>
                    </a:moveTo>
                    <a:cubicBezTo>
                      <a:pt x="6" y="0"/>
                      <a:pt x="21" y="10"/>
                      <a:pt x="28" y="14"/>
                    </a:cubicBezTo>
                    <a:cubicBezTo>
                      <a:pt x="40" y="19"/>
                      <a:pt x="50" y="24"/>
                      <a:pt x="63" y="23"/>
                    </a:cubicBezTo>
                    <a:cubicBezTo>
                      <a:pt x="77" y="21"/>
                      <a:pt x="88" y="15"/>
                      <a:pt x="97" y="6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162">
                <a:extLst>
                  <a:ext uri="{FF2B5EF4-FFF2-40B4-BE49-F238E27FC236}">
                    <a16:creationId xmlns:a16="http://schemas.microsoft.com/office/drawing/2014/main" id="{184BA7CB-D2D9-4FEB-9F7C-46FDA221A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734"/>
                <a:ext cx="290" cy="83"/>
              </a:xfrm>
              <a:custGeom>
                <a:avLst/>
                <a:gdLst>
                  <a:gd name="T0" fmla="*/ 0 w 116"/>
                  <a:gd name="T1" fmla="*/ 113 h 33"/>
                  <a:gd name="T2" fmla="*/ 283 w 116"/>
                  <a:gd name="T3" fmla="*/ 304 h 33"/>
                  <a:gd name="T4" fmla="*/ 675 w 116"/>
                  <a:gd name="T5" fmla="*/ 443 h 33"/>
                  <a:gd name="T6" fmla="*/ 1283 w 116"/>
                  <a:gd name="T7" fmla="*/ 380 h 33"/>
                  <a:gd name="T8" fmla="*/ 1813 w 11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33">
                    <a:moveTo>
                      <a:pt x="0" y="7"/>
                    </a:moveTo>
                    <a:cubicBezTo>
                      <a:pt x="6" y="11"/>
                      <a:pt x="11" y="16"/>
                      <a:pt x="18" y="19"/>
                    </a:cubicBezTo>
                    <a:cubicBezTo>
                      <a:pt x="26" y="23"/>
                      <a:pt x="35" y="25"/>
                      <a:pt x="43" y="28"/>
                    </a:cubicBezTo>
                    <a:cubicBezTo>
                      <a:pt x="56" y="33"/>
                      <a:pt x="70" y="31"/>
                      <a:pt x="82" y="24"/>
                    </a:cubicBezTo>
                    <a:cubicBezTo>
                      <a:pt x="93" y="16"/>
                      <a:pt x="105" y="5"/>
                      <a:pt x="116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163">
                <a:extLst>
                  <a:ext uri="{FF2B5EF4-FFF2-40B4-BE49-F238E27FC236}">
                    <a16:creationId xmlns:a16="http://schemas.microsoft.com/office/drawing/2014/main" id="{9EAEA9B2-C845-4459-AEF6-CD0C7AF1D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737"/>
                <a:ext cx="233" cy="75"/>
              </a:xfrm>
              <a:custGeom>
                <a:avLst/>
                <a:gdLst>
                  <a:gd name="T0" fmla="*/ 0 w 93"/>
                  <a:gd name="T1" fmla="*/ 0 h 30"/>
                  <a:gd name="T2" fmla="*/ 175 w 93"/>
                  <a:gd name="T3" fmla="*/ 158 h 30"/>
                  <a:gd name="T4" fmla="*/ 438 w 93"/>
                  <a:gd name="T5" fmla="*/ 333 h 30"/>
                  <a:gd name="T6" fmla="*/ 847 w 93"/>
                  <a:gd name="T7" fmla="*/ 425 h 30"/>
                  <a:gd name="T8" fmla="*/ 1463 w 93"/>
                  <a:gd name="T9" fmla="*/ 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30">
                    <a:moveTo>
                      <a:pt x="0" y="0"/>
                    </a:moveTo>
                    <a:cubicBezTo>
                      <a:pt x="4" y="1"/>
                      <a:pt x="8" y="7"/>
                      <a:pt x="11" y="10"/>
                    </a:cubicBezTo>
                    <a:cubicBezTo>
                      <a:pt x="16" y="14"/>
                      <a:pt x="22" y="17"/>
                      <a:pt x="28" y="21"/>
                    </a:cubicBezTo>
                    <a:cubicBezTo>
                      <a:pt x="35" y="26"/>
                      <a:pt x="45" y="30"/>
                      <a:pt x="54" y="27"/>
                    </a:cubicBezTo>
                    <a:cubicBezTo>
                      <a:pt x="69" y="23"/>
                      <a:pt x="79" y="9"/>
                      <a:pt x="93" y="4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164">
                <a:extLst>
                  <a:ext uri="{FF2B5EF4-FFF2-40B4-BE49-F238E27FC236}">
                    <a16:creationId xmlns:a16="http://schemas.microsoft.com/office/drawing/2014/main" id="{3E6D5886-7961-4A39-8089-3A4EFE82B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727"/>
                <a:ext cx="255" cy="82"/>
              </a:xfrm>
              <a:custGeom>
                <a:avLst/>
                <a:gdLst>
                  <a:gd name="T0" fmla="*/ 0 w 102"/>
                  <a:gd name="T1" fmla="*/ 137 h 33"/>
                  <a:gd name="T2" fmla="*/ 208 w 102"/>
                  <a:gd name="T3" fmla="*/ 278 h 33"/>
                  <a:gd name="T4" fmla="*/ 488 w 102"/>
                  <a:gd name="T5" fmla="*/ 432 h 33"/>
                  <a:gd name="T6" fmla="*/ 970 w 102"/>
                  <a:gd name="T7" fmla="*/ 462 h 33"/>
                  <a:gd name="T8" fmla="*/ 1375 w 102"/>
                  <a:gd name="T9" fmla="*/ 166 h 33"/>
                  <a:gd name="T10" fmla="*/ 1595 w 102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33">
                    <a:moveTo>
                      <a:pt x="0" y="9"/>
                    </a:moveTo>
                    <a:cubicBezTo>
                      <a:pt x="1" y="12"/>
                      <a:pt x="10" y="16"/>
                      <a:pt x="13" y="18"/>
                    </a:cubicBezTo>
                    <a:cubicBezTo>
                      <a:pt x="19" y="21"/>
                      <a:pt x="25" y="24"/>
                      <a:pt x="31" y="28"/>
                    </a:cubicBezTo>
                    <a:cubicBezTo>
                      <a:pt x="41" y="33"/>
                      <a:pt x="51" y="33"/>
                      <a:pt x="62" y="30"/>
                    </a:cubicBezTo>
                    <a:cubicBezTo>
                      <a:pt x="72" y="27"/>
                      <a:pt x="81" y="19"/>
                      <a:pt x="88" y="11"/>
                    </a:cubicBezTo>
                    <a:cubicBezTo>
                      <a:pt x="91" y="8"/>
                      <a:pt x="98" y="0"/>
                      <a:pt x="102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165">
                <a:extLst>
                  <a:ext uri="{FF2B5EF4-FFF2-40B4-BE49-F238E27FC236}">
                    <a16:creationId xmlns:a16="http://schemas.microsoft.com/office/drawing/2014/main" id="{D98F9476-C066-4DB0-81B0-84B832217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729"/>
                <a:ext cx="280" cy="88"/>
              </a:xfrm>
              <a:custGeom>
                <a:avLst/>
                <a:gdLst>
                  <a:gd name="T0" fmla="*/ 0 w 112"/>
                  <a:gd name="T1" fmla="*/ 0 h 35"/>
                  <a:gd name="T2" fmla="*/ 158 w 112"/>
                  <a:gd name="T3" fmla="*/ 113 h 35"/>
                  <a:gd name="T4" fmla="*/ 533 w 112"/>
                  <a:gd name="T5" fmla="*/ 347 h 35"/>
                  <a:gd name="T6" fmla="*/ 813 w 112"/>
                  <a:gd name="T7" fmla="*/ 525 h 35"/>
                  <a:gd name="T8" fmla="*/ 1113 w 112"/>
                  <a:gd name="T9" fmla="*/ 525 h 35"/>
                  <a:gd name="T10" fmla="*/ 1750 w 112"/>
                  <a:gd name="T11" fmla="*/ 254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35">
                    <a:moveTo>
                      <a:pt x="0" y="0"/>
                    </a:moveTo>
                    <a:cubicBezTo>
                      <a:pt x="4" y="0"/>
                      <a:pt x="7" y="5"/>
                      <a:pt x="10" y="7"/>
                    </a:cubicBezTo>
                    <a:cubicBezTo>
                      <a:pt x="18" y="12"/>
                      <a:pt x="26" y="17"/>
                      <a:pt x="34" y="22"/>
                    </a:cubicBezTo>
                    <a:cubicBezTo>
                      <a:pt x="40" y="26"/>
                      <a:pt x="46" y="31"/>
                      <a:pt x="52" y="33"/>
                    </a:cubicBezTo>
                    <a:cubicBezTo>
                      <a:pt x="58" y="35"/>
                      <a:pt x="65" y="35"/>
                      <a:pt x="71" y="33"/>
                    </a:cubicBezTo>
                    <a:cubicBezTo>
                      <a:pt x="86" y="30"/>
                      <a:pt x="99" y="21"/>
                      <a:pt x="112" y="16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166">
                <a:extLst>
                  <a:ext uri="{FF2B5EF4-FFF2-40B4-BE49-F238E27FC236}">
                    <a16:creationId xmlns:a16="http://schemas.microsoft.com/office/drawing/2014/main" id="{31418001-438D-4305-B90A-0572747C4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67"/>
                <a:ext cx="260" cy="87"/>
              </a:xfrm>
              <a:custGeom>
                <a:avLst/>
                <a:gdLst>
                  <a:gd name="T0" fmla="*/ 0 w 104"/>
                  <a:gd name="T1" fmla="*/ 0 h 35"/>
                  <a:gd name="T2" fmla="*/ 800 w 104"/>
                  <a:gd name="T3" fmla="*/ 524 h 35"/>
                  <a:gd name="T4" fmla="*/ 1345 w 104"/>
                  <a:gd name="T5" fmla="*/ 353 h 35"/>
                  <a:gd name="T6" fmla="*/ 1625 w 104"/>
                  <a:gd name="T7" fmla="*/ 21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35">
                    <a:moveTo>
                      <a:pt x="0" y="0"/>
                    </a:moveTo>
                    <a:cubicBezTo>
                      <a:pt x="14" y="16"/>
                      <a:pt x="27" y="35"/>
                      <a:pt x="51" y="34"/>
                    </a:cubicBezTo>
                    <a:cubicBezTo>
                      <a:pt x="62" y="34"/>
                      <a:pt x="76" y="28"/>
                      <a:pt x="86" y="23"/>
                    </a:cubicBezTo>
                    <a:cubicBezTo>
                      <a:pt x="92" y="20"/>
                      <a:pt x="98" y="15"/>
                      <a:pt x="104" y="14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167">
                <a:extLst>
                  <a:ext uri="{FF2B5EF4-FFF2-40B4-BE49-F238E27FC236}">
                    <a16:creationId xmlns:a16="http://schemas.microsoft.com/office/drawing/2014/main" id="{8F4B3699-D759-42B4-A3A1-39DA40DD5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802"/>
                <a:ext cx="265" cy="72"/>
              </a:xfrm>
              <a:custGeom>
                <a:avLst/>
                <a:gdLst>
                  <a:gd name="T0" fmla="*/ 0 w 106"/>
                  <a:gd name="T1" fmla="*/ 0 h 29"/>
                  <a:gd name="T2" fmla="*/ 875 w 106"/>
                  <a:gd name="T3" fmla="*/ 432 h 29"/>
                  <a:gd name="T4" fmla="*/ 1658 w 106"/>
                  <a:gd name="T5" fmla="*/ 6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29">
                    <a:moveTo>
                      <a:pt x="0" y="0"/>
                    </a:moveTo>
                    <a:cubicBezTo>
                      <a:pt x="16" y="13"/>
                      <a:pt x="34" y="29"/>
                      <a:pt x="56" y="28"/>
                    </a:cubicBezTo>
                    <a:cubicBezTo>
                      <a:pt x="75" y="27"/>
                      <a:pt x="92" y="13"/>
                      <a:pt x="106" y="4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168">
                <a:extLst>
                  <a:ext uri="{FF2B5EF4-FFF2-40B4-BE49-F238E27FC236}">
                    <a16:creationId xmlns:a16="http://schemas.microsoft.com/office/drawing/2014/main" id="{6C12C30F-55A2-4CB2-9270-233FB8038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792"/>
                <a:ext cx="290" cy="107"/>
              </a:xfrm>
              <a:custGeom>
                <a:avLst/>
                <a:gdLst>
                  <a:gd name="T0" fmla="*/ 0 w 116"/>
                  <a:gd name="T1" fmla="*/ 137 h 43"/>
                  <a:gd name="T2" fmla="*/ 125 w 116"/>
                  <a:gd name="T3" fmla="*/ 229 h 43"/>
                  <a:gd name="T4" fmla="*/ 313 w 116"/>
                  <a:gd name="T5" fmla="*/ 371 h 43"/>
                  <a:gd name="T6" fmla="*/ 595 w 116"/>
                  <a:gd name="T7" fmla="*/ 557 h 43"/>
                  <a:gd name="T8" fmla="*/ 1158 w 116"/>
                  <a:gd name="T9" fmla="*/ 557 h 43"/>
                  <a:gd name="T10" fmla="*/ 1813 w 116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6" h="43">
                    <a:moveTo>
                      <a:pt x="0" y="9"/>
                    </a:moveTo>
                    <a:cubicBezTo>
                      <a:pt x="3" y="9"/>
                      <a:pt x="6" y="13"/>
                      <a:pt x="8" y="15"/>
                    </a:cubicBezTo>
                    <a:cubicBezTo>
                      <a:pt x="12" y="18"/>
                      <a:pt x="16" y="21"/>
                      <a:pt x="20" y="24"/>
                    </a:cubicBezTo>
                    <a:cubicBezTo>
                      <a:pt x="26" y="28"/>
                      <a:pt x="32" y="32"/>
                      <a:pt x="38" y="36"/>
                    </a:cubicBezTo>
                    <a:cubicBezTo>
                      <a:pt x="50" y="43"/>
                      <a:pt x="62" y="41"/>
                      <a:pt x="74" y="36"/>
                    </a:cubicBezTo>
                    <a:cubicBezTo>
                      <a:pt x="93" y="29"/>
                      <a:pt x="102" y="14"/>
                      <a:pt x="116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169">
                <a:extLst>
                  <a:ext uri="{FF2B5EF4-FFF2-40B4-BE49-F238E27FC236}">
                    <a16:creationId xmlns:a16="http://schemas.microsoft.com/office/drawing/2014/main" id="{CBC5EDA2-60E2-42B3-A5B8-779A05FA8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869"/>
                <a:ext cx="190" cy="15"/>
              </a:xfrm>
              <a:custGeom>
                <a:avLst/>
                <a:gdLst>
                  <a:gd name="T0" fmla="*/ 1188 w 76"/>
                  <a:gd name="T1" fmla="*/ 83 h 6"/>
                  <a:gd name="T2" fmla="*/ 833 w 76"/>
                  <a:gd name="T3" fmla="*/ 50 h 6"/>
                  <a:gd name="T4" fmla="*/ 488 w 76"/>
                  <a:gd name="T5" fmla="*/ 83 h 6"/>
                  <a:gd name="T6" fmla="*/ 0 w 7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6">
                    <a:moveTo>
                      <a:pt x="76" y="5"/>
                    </a:moveTo>
                    <a:cubicBezTo>
                      <a:pt x="71" y="1"/>
                      <a:pt x="60" y="3"/>
                      <a:pt x="53" y="3"/>
                    </a:cubicBezTo>
                    <a:cubicBezTo>
                      <a:pt x="46" y="4"/>
                      <a:pt x="39" y="6"/>
                      <a:pt x="31" y="5"/>
                    </a:cubicBezTo>
                    <a:cubicBezTo>
                      <a:pt x="20" y="5"/>
                      <a:pt x="10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170">
                <a:extLst>
                  <a:ext uri="{FF2B5EF4-FFF2-40B4-BE49-F238E27FC236}">
                    <a16:creationId xmlns:a16="http://schemas.microsoft.com/office/drawing/2014/main" id="{6E627E8F-A81A-45E7-9CCA-5180E0303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847"/>
                <a:ext cx="185" cy="17"/>
              </a:xfrm>
              <a:custGeom>
                <a:avLst/>
                <a:gdLst>
                  <a:gd name="T0" fmla="*/ 1158 w 74"/>
                  <a:gd name="T1" fmla="*/ 100 h 7"/>
                  <a:gd name="T2" fmla="*/ 520 w 74"/>
                  <a:gd name="T3" fmla="*/ 70 h 7"/>
                  <a:gd name="T4" fmla="*/ 0 w 7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7">
                    <a:moveTo>
                      <a:pt x="74" y="7"/>
                    </a:moveTo>
                    <a:cubicBezTo>
                      <a:pt x="61" y="1"/>
                      <a:pt x="46" y="5"/>
                      <a:pt x="33" y="5"/>
                    </a:cubicBezTo>
                    <a:cubicBezTo>
                      <a:pt x="21" y="5"/>
                      <a:pt x="11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171">
                <a:extLst>
                  <a:ext uri="{FF2B5EF4-FFF2-40B4-BE49-F238E27FC236}">
                    <a16:creationId xmlns:a16="http://schemas.microsoft.com/office/drawing/2014/main" id="{6582B77B-3CD3-4701-B0E7-37247B423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859"/>
                <a:ext cx="220" cy="33"/>
              </a:xfrm>
              <a:custGeom>
                <a:avLst/>
                <a:gdLst>
                  <a:gd name="T0" fmla="*/ 0 w 88"/>
                  <a:gd name="T1" fmla="*/ 0 h 13"/>
                  <a:gd name="T2" fmla="*/ 813 w 88"/>
                  <a:gd name="T3" fmla="*/ 213 h 13"/>
                  <a:gd name="T4" fmla="*/ 1175 w 88"/>
                  <a:gd name="T5" fmla="*/ 193 h 13"/>
                  <a:gd name="T6" fmla="*/ 1375 w 88"/>
                  <a:gd name="T7" fmla="*/ 14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13">
                    <a:moveTo>
                      <a:pt x="0" y="0"/>
                    </a:moveTo>
                    <a:cubicBezTo>
                      <a:pt x="14" y="10"/>
                      <a:pt x="34" y="13"/>
                      <a:pt x="52" y="13"/>
                    </a:cubicBezTo>
                    <a:cubicBezTo>
                      <a:pt x="60" y="13"/>
                      <a:pt x="68" y="13"/>
                      <a:pt x="75" y="12"/>
                    </a:cubicBezTo>
                    <a:cubicBezTo>
                      <a:pt x="80" y="11"/>
                      <a:pt x="84" y="10"/>
                      <a:pt x="88" y="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172">
                <a:extLst>
                  <a:ext uri="{FF2B5EF4-FFF2-40B4-BE49-F238E27FC236}">
                    <a16:creationId xmlns:a16="http://schemas.microsoft.com/office/drawing/2014/main" id="{579C8EB7-EA05-43EC-867C-7C26D8C2C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872"/>
                <a:ext cx="105" cy="22"/>
              </a:xfrm>
              <a:custGeom>
                <a:avLst/>
                <a:gdLst>
                  <a:gd name="T0" fmla="*/ 0 w 42"/>
                  <a:gd name="T1" fmla="*/ 12 h 9"/>
                  <a:gd name="T2" fmla="*/ 363 w 42"/>
                  <a:gd name="T3" fmla="*/ 90 h 9"/>
                  <a:gd name="T4" fmla="*/ 658 w 42"/>
                  <a:gd name="T5" fmla="*/ 1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9">
                    <a:moveTo>
                      <a:pt x="0" y="1"/>
                    </a:moveTo>
                    <a:cubicBezTo>
                      <a:pt x="8" y="0"/>
                      <a:pt x="15" y="3"/>
                      <a:pt x="23" y="6"/>
                    </a:cubicBezTo>
                    <a:cubicBezTo>
                      <a:pt x="29" y="8"/>
                      <a:pt x="36" y="8"/>
                      <a:pt x="42" y="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173">
                <a:extLst>
                  <a:ext uri="{FF2B5EF4-FFF2-40B4-BE49-F238E27FC236}">
                    <a16:creationId xmlns:a16="http://schemas.microsoft.com/office/drawing/2014/main" id="{9B2408EC-2D95-4319-AB3F-C1A51D44A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882"/>
                <a:ext cx="285" cy="45"/>
              </a:xfrm>
              <a:custGeom>
                <a:avLst/>
                <a:gdLst>
                  <a:gd name="T0" fmla="*/ 1783 w 114"/>
                  <a:gd name="T1" fmla="*/ 63 h 18"/>
                  <a:gd name="T2" fmla="*/ 1250 w 114"/>
                  <a:gd name="T3" fmla="*/ 208 h 18"/>
                  <a:gd name="T4" fmla="*/ 875 w 114"/>
                  <a:gd name="T5" fmla="*/ 270 h 18"/>
                  <a:gd name="T6" fmla="*/ 458 w 114"/>
                  <a:gd name="T7" fmla="*/ 188 h 18"/>
                  <a:gd name="T8" fmla="*/ 0 w 114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8">
                    <a:moveTo>
                      <a:pt x="114" y="4"/>
                    </a:moveTo>
                    <a:cubicBezTo>
                      <a:pt x="103" y="4"/>
                      <a:pt x="90" y="10"/>
                      <a:pt x="80" y="13"/>
                    </a:cubicBezTo>
                    <a:cubicBezTo>
                      <a:pt x="72" y="15"/>
                      <a:pt x="64" y="15"/>
                      <a:pt x="56" y="17"/>
                    </a:cubicBezTo>
                    <a:cubicBezTo>
                      <a:pt x="47" y="18"/>
                      <a:pt x="38" y="15"/>
                      <a:pt x="29" y="12"/>
                    </a:cubicBezTo>
                    <a:cubicBezTo>
                      <a:pt x="20" y="8"/>
                      <a:pt x="9" y="4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174">
                <a:extLst>
                  <a:ext uri="{FF2B5EF4-FFF2-40B4-BE49-F238E27FC236}">
                    <a16:creationId xmlns:a16="http://schemas.microsoft.com/office/drawing/2014/main" id="{9DF471D9-1580-4507-8943-D38881B29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812"/>
                <a:ext cx="192" cy="35"/>
              </a:xfrm>
              <a:custGeom>
                <a:avLst/>
                <a:gdLst>
                  <a:gd name="T0" fmla="*/ 1194 w 77"/>
                  <a:gd name="T1" fmla="*/ 220 h 14"/>
                  <a:gd name="T2" fmla="*/ 466 w 77"/>
                  <a:gd name="T3" fmla="*/ 145 h 14"/>
                  <a:gd name="T4" fmla="*/ 0 w 7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4">
                    <a:moveTo>
                      <a:pt x="77" y="14"/>
                    </a:moveTo>
                    <a:cubicBezTo>
                      <a:pt x="62" y="10"/>
                      <a:pt x="45" y="13"/>
                      <a:pt x="30" y="9"/>
                    </a:cubicBezTo>
                    <a:cubicBezTo>
                      <a:pt x="20" y="7"/>
                      <a:pt x="9" y="4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175">
                <a:extLst>
                  <a:ext uri="{FF2B5EF4-FFF2-40B4-BE49-F238E27FC236}">
                    <a16:creationId xmlns:a16="http://schemas.microsoft.com/office/drawing/2014/main" id="{66E5D6DC-A501-4942-BFA5-303886ACD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799"/>
                <a:ext cx="222" cy="20"/>
              </a:xfrm>
              <a:custGeom>
                <a:avLst/>
                <a:gdLst>
                  <a:gd name="T0" fmla="*/ 1382 w 89"/>
                  <a:gd name="T1" fmla="*/ 83 h 8"/>
                  <a:gd name="T2" fmla="*/ 1058 w 89"/>
                  <a:gd name="T3" fmla="*/ 83 h 8"/>
                  <a:gd name="T4" fmla="*/ 683 w 89"/>
                  <a:gd name="T5" fmla="*/ 125 h 8"/>
                  <a:gd name="T6" fmla="*/ 312 w 89"/>
                  <a:gd name="T7" fmla="*/ 83 h 8"/>
                  <a:gd name="T8" fmla="*/ 0 w 89"/>
                  <a:gd name="T9" fmla="*/ 2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">
                    <a:moveTo>
                      <a:pt x="89" y="5"/>
                    </a:moveTo>
                    <a:cubicBezTo>
                      <a:pt x="81" y="4"/>
                      <a:pt x="75" y="3"/>
                      <a:pt x="68" y="5"/>
                    </a:cubicBezTo>
                    <a:cubicBezTo>
                      <a:pt x="59" y="7"/>
                      <a:pt x="52" y="8"/>
                      <a:pt x="44" y="8"/>
                    </a:cubicBezTo>
                    <a:cubicBezTo>
                      <a:pt x="35" y="8"/>
                      <a:pt x="28" y="8"/>
                      <a:pt x="20" y="5"/>
                    </a:cubicBezTo>
                    <a:cubicBezTo>
                      <a:pt x="14" y="3"/>
                      <a:pt x="6" y="0"/>
                      <a:pt x="0" y="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176">
                <a:extLst>
                  <a:ext uri="{FF2B5EF4-FFF2-40B4-BE49-F238E27FC236}">
                    <a16:creationId xmlns:a16="http://schemas.microsoft.com/office/drawing/2014/main" id="{935254B7-CB7B-449D-9055-FA4D5FCDB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822"/>
                <a:ext cx="260" cy="35"/>
              </a:xfrm>
              <a:custGeom>
                <a:avLst/>
                <a:gdLst>
                  <a:gd name="T0" fmla="*/ 1625 w 104"/>
                  <a:gd name="T1" fmla="*/ 113 h 14"/>
                  <a:gd name="T2" fmla="*/ 1375 w 104"/>
                  <a:gd name="T3" fmla="*/ 208 h 14"/>
                  <a:gd name="T4" fmla="*/ 1125 w 104"/>
                  <a:gd name="T5" fmla="*/ 220 h 14"/>
                  <a:gd name="T6" fmla="*/ 770 w 104"/>
                  <a:gd name="T7" fmla="*/ 188 h 14"/>
                  <a:gd name="T8" fmla="*/ 333 w 104"/>
                  <a:gd name="T9" fmla="*/ 113 h 14"/>
                  <a:gd name="T10" fmla="*/ 0 w 104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14">
                    <a:moveTo>
                      <a:pt x="104" y="7"/>
                    </a:moveTo>
                    <a:cubicBezTo>
                      <a:pt x="98" y="8"/>
                      <a:pt x="93" y="11"/>
                      <a:pt x="88" y="13"/>
                    </a:cubicBezTo>
                    <a:cubicBezTo>
                      <a:pt x="83" y="14"/>
                      <a:pt x="78" y="14"/>
                      <a:pt x="72" y="14"/>
                    </a:cubicBezTo>
                    <a:cubicBezTo>
                      <a:pt x="64" y="14"/>
                      <a:pt x="57" y="13"/>
                      <a:pt x="49" y="12"/>
                    </a:cubicBezTo>
                    <a:cubicBezTo>
                      <a:pt x="39" y="12"/>
                      <a:pt x="30" y="10"/>
                      <a:pt x="21" y="7"/>
                    </a:cubicBezTo>
                    <a:cubicBezTo>
                      <a:pt x="14" y="5"/>
                      <a:pt x="7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177">
                <a:extLst>
                  <a:ext uri="{FF2B5EF4-FFF2-40B4-BE49-F238E27FC236}">
                    <a16:creationId xmlns:a16="http://schemas.microsoft.com/office/drawing/2014/main" id="{A0771EA9-0E0E-4212-91AD-3E176AC7E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837"/>
                <a:ext cx="82" cy="35"/>
              </a:xfrm>
              <a:custGeom>
                <a:avLst/>
                <a:gdLst>
                  <a:gd name="T0" fmla="*/ 0 w 33"/>
                  <a:gd name="T1" fmla="*/ 0 h 14"/>
                  <a:gd name="T2" fmla="*/ 507 w 33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cubicBezTo>
                      <a:pt x="11" y="7"/>
                      <a:pt x="22" y="10"/>
                      <a:pt x="33" y="14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9" name="Freeform 178">
                <a:extLst>
                  <a:ext uri="{FF2B5EF4-FFF2-40B4-BE49-F238E27FC236}">
                    <a16:creationId xmlns:a16="http://schemas.microsoft.com/office/drawing/2014/main" id="{6C28FB63-C75A-4C7A-8827-A71D780C5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2857"/>
                <a:ext cx="67" cy="22"/>
              </a:xfrm>
              <a:custGeom>
                <a:avLst/>
                <a:gdLst>
                  <a:gd name="T0" fmla="*/ 412 w 27"/>
                  <a:gd name="T1" fmla="*/ 0 h 9"/>
                  <a:gd name="T2" fmla="*/ 184 w 27"/>
                  <a:gd name="T3" fmla="*/ 103 h 9"/>
                  <a:gd name="T4" fmla="*/ 0 w 27"/>
                  <a:gd name="T5" fmla="*/ 1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9">
                    <a:moveTo>
                      <a:pt x="27" y="0"/>
                    </a:moveTo>
                    <a:cubicBezTo>
                      <a:pt x="25" y="4"/>
                      <a:pt x="16" y="5"/>
                      <a:pt x="12" y="7"/>
                    </a:cubicBezTo>
                    <a:cubicBezTo>
                      <a:pt x="8" y="8"/>
                      <a:pt x="3" y="8"/>
                      <a:pt x="0" y="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0" name="Freeform 179">
                <a:extLst>
                  <a:ext uri="{FF2B5EF4-FFF2-40B4-BE49-F238E27FC236}">
                    <a16:creationId xmlns:a16="http://schemas.microsoft.com/office/drawing/2014/main" id="{C1B4E75F-D353-4500-8EDE-8D490DFA5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794"/>
                <a:ext cx="197" cy="28"/>
              </a:xfrm>
              <a:custGeom>
                <a:avLst/>
                <a:gdLst>
                  <a:gd name="T0" fmla="*/ 1224 w 79"/>
                  <a:gd name="T1" fmla="*/ 84 h 11"/>
                  <a:gd name="T2" fmla="*/ 541 w 79"/>
                  <a:gd name="T3" fmla="*/ 150 h 11"/>
                  <a:gd name="T4" fmla="*/ 0 w 79"/>
                  <a:gd name="T5" fmla="*/ 3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1">
                    <a:moveTo>
                      <a:pt x="79" y="5"/>
                    </a:moveTo>
                    <a:cubicBezTo>
                      <a:pt x="65" y="2"/>
                      <a:pt x="50" y="11"/>
                      <a:pt x="35" y="9"/>
                    </a:cubicBezTo>
                    <a:cubicBezTo>
                      <a:pt x="24" y="8"/>
                      <a:pt x="13" y="0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1" name="Freeform 180">
                <a:extLst>
                  <a:ext uri="{FF2B5EF4-FFF2-40B4-BE49-F238E27FC236}">
                    <a16:creationId xmlns:a16="http://schemas.microsoft.com/office/drawing/2014/main" id="{48E69EB6-2008-4D0E-A48A-FB32F5BA2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819"/>
                <a:ext cx="278" cy="30"/>
              </a:xfrm>
              <a:custGeom>
                <a:avLst/>
                <a:gdLst>
                  <a:gd name="T0" fmla="*/ 1743 w 111"/>
                  <a:gd name="T1" fmla="*/ 33 h 12"/>
                  <a:gd name="T2" fmla="*/ 1285 w 111"/>
                  <a:gd name="T3" fmla="*/ 158 h 12"/>
                  <a:gd name="T4" fmla="*/ 847 w 111"/>
                  <a:gd name="T5" fmla="*/ 175 h 12"/>
                  <a:gd name="T6" fmla="*/ 0 w 111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1" h="12">
                    <a:moveTo>
                      <a:pt x="111" y="2"/>
                    </a:moveTo>
                    <a:cubicBezTo>
                      <a:pt x="100" y="2"/>
                      <a:pt x="92" y="7"/>
                      <a:pt x="82" y="10"/>
                    </a:cubicBezTo>
                    <a:cubicBezTo>
                      <a:pt x="72" y="12"/>
                      <a:pt x="64" y="12"/>
                      <a:pt x="54" y="11"/>
                    </a:cubicBezTo>
                    <a:cubicBezTo>
                      <a:pt x="36" y="9"/>
                      <a:pt x="18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2" name="Freeform 181">
                <a:extLst>
                  <a:ext uri="{FF2B5EF4-FFF2-40B4-BE49-F238E27FC236}">
                    <a16:creationId xmlns:a16="http://schemas.microsoft.com/office/drawing/2014/main" id="{A1C3DF5B-9F71-4B65-B775-E5896FAC9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797"/>
                <a:ext cx="220" cy="17"/>
              </a:xfrm>
              <a:custGeom>
                <a:avLst/>
                <a:gdLst>
                  <a:gd name="T0" fmla="*/ 1375 w 88"/>
                  <a:gd name="T1" fmla="*/ 70 h 7"/>
                  <a:gd name="T2" fmla="*/ 595 w 88"/>
                  <a:gd name="T3" fmla="*/ 70 h 7"/>
                  <a:gd name="T4" fmla="*/ 0 w 88"/>
                  <a:gd name="T5" fmla="*/ 7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7">
                    <a:moveTo>
                      <a:pt x="88" y="5"/>
                    </a:moveTo>
                    <a:cubicBezTo>
                      <a:pt x="72" y="0"/>
                      <a:pt x="55" y="7"/>
                      <a:pt x="38" y="5"/>
                    </a:cubicBezTo>
                    <a:cubicBezTo>
                      <a:pt x="24" y="4"/>
                      <a:pt x="13" y="2"/>
                      <a:pt x="0" y="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3" name="Freeform 182">
                <a:extLst>
                  <a:ext uri="{FF2B5EF4-FFF2-40B4-BE49-F238E27FC236}">
                    <a16:creationId xmlns:a16="http://schemas.microsoft.com/office/drawing/2014/main" id="{16B719DE-BF9B-4B09-9013-702806B3A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792"/>
                <a:ext cx="210" cy="32"/>
              </a:xfrm>
              <a:custGeom>
                <a:avLst/>
                <a:gdLst>
                  <a:gd name="T0" fmla="*/ 1313 w 84"/>
                  <a:gd name="T1" fmla="*/ 103 h 13"/>
                  <a:gd name="T2" fmla="*/ 625 w 84"/>
                  <a:gd name="T3" fmla="*/ 194 h 13"/>
                  <a:gd name="T4" fmla="*/ 0 w 84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3">
                    <a:moveTo>
                      <a:pt x="84" y="7"/>
                    </a:moveTo>
                    <a:cubicBezTo>
                      <a:pt x="69" y="5"/>
                      <a:pt x="55" y="13"/>
                      <a:pt x="40" y="13"/>
                    </a:cubicBezTo>
                    <a:cubicBezTo>
                      <a:pt x="26" y="12"/>
                      <a:pt x="13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4" name="Freeform 183">
                <a:extLst>
                  <a:ext uri="{FF2B5EF4-FFF2-40B4-BE49-F238E27FC236}">
                    <a16:creationId xmlns:a16="http://schemas.microsoft.com/office/drawing/2014/main" id="{526E2ABE-FA5B-4F80-87F1-8C9AED693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807"/>
                <a:ext cx="228" cy="30"/>
              </a:xfrm>
              <a:custGeom>
                <a:avLst/>
                <a:gdLst>
                  <a:gd name="T0" fmla="*/ 1431 w 91"/>
                  <a:gd name="T1" fmla="*/ 95 h 12"/>
                  <a:gd name="T2" fmla="*/ 1035 w 91"/>
                  <a:gd name="T3" fmla="*/ 113 h 12"/>
                  <a:gd name="T4" fmla="*/ 709 w 91"/>
                  <a:gd name="T5" fmla="*/ 188 h 12"/>
                  <a:gd name="T6" fmla="*/ 363 w 91"/>
                  <a:gd name="T7" fmla="*/ 125 h 12"/>
                  <a:gd name="T8" fmla="*/ 0 w 91"/>
                  <a:gd name="T9" fmla="*/ 2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2">
                    <a:moveTo>
                      <a:pt x="91" y="6"/>
                    </a:moveTo>
                    <a:cubicBezTo>
                      <a:pt x="84" y="3"/>
                      <a:pt x="73" y="6"/>
                      <a:pt x="66" y="7"/>
                    </a:cubicBezTo>
                    <a:cubicBezTo>
                      <a:pt x="59" y="9"/>
                      <a:pt x="52" y="11"/>
                      <a:pt x="45" y="12"/>
                    </a:cubicBezTo>
                    <a:cubicBezTo>
                      <a:pt x="37" y="12"/>
                      <a:pt x="30" y="11"/>
                      <a:pt x="23" y="8"/>
                    </a:cubicBezTo>
                    <a:cubicBezTo>
                      <a:pt x="16" y="6"/>
                      <a:pt x="8" y="0"/>
                      <a:pt x="0" y="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5" name="Freeform 184">
                <a:extLst>
                  <a:ext uri="{FF2B5EF4-FFF2-40B4-BE49-F238E27FC236}">
                    <a16:creationId xmlns:a16="http://schemas.microsoft.com/office/drawing/2014/main" id="{F8736502-2262-4D80-AB5E-0564080C9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809"/>
                <a:ext cx="222" cy="28"/>
              </a:xfrm>
              <a:custGeom>
                <a:avLst/>
                <a:gdLst>
                  <a:gd name="T0" fmla="*/ 1382 w 89"/>
                  <a:gd name="T1" fmla="*/ 0 h 11"/>
                  <a:gd name="T2" fmla="*/ 1225 w 89"/>
                  <a:gd name="T3" fmla="*/ 33 h 11"/>
                  <a:gd name="T4" fmla="*/ 1008 w 89"/>
                  <a:gd name="T5" fmla="*/ 97 h 11"/>
                  <a:gd name="T6" fmla="*/ 621 w 89"/>
                  <a:gd name="T7" fmla="*/ 163 h 11"/>
                  <a:gd name="T8" fmla="*/ 262 w 89"/>
                  <a:gd name="T9" fmla="*/ 97 h 11"/>
                  <a:gd name="T10" fmla="*/ 0 w 89"/>
                  <a:gd name="T11" fmla="*/ 2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11">
                    <a:moveTo>
                      <a:pt x="89" y="0"/>
                    </a:moveTo>
                    <a:cubicBezTo>
                      <a:pt x="88" y="1"/>
                      <a:pt x="81" y="1"/>
                      <a:pt x="79" y="2"/>
                    </a:cubicBezTo>
                    <a:cubicBezTo>
                      <a:pt x="74" y="3"/>
                      <a:pt x="69" y="5"/>
                      <a:pt x="65" y="6"/>
                    </a:cubicBezTo>
                    <a:cubicBezTo>
                      <a:pt x="57" y="9"/>
                      <a:pt x="49" y="9"/>
                      <a:pt x="40" y="10"/>
                    </a:cubicBezTo>
                    <a:cubicBezTo>
                      <a:pt x="33" y="11"/>
                      <a:pt x="25" y="8"/>
                      <a:pt x="17" y="6"/>
                    </a:cubicBezTo>
                    <a:cubicBezTo>
                      <a:pt x="12" y="5"/>
                      <a:pt x="5" y="1"/>
                      <a:pt x="0" y="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6" name="Freeform 185">
                <a:extLst>
                  <a:ext uri="{FF2B5EF4-FFF2-40B4-BE49-F238E27FC236}">
                    <a16:creationId xmlns:a16="http://schemas.microsoft.com/office/drawing/2014/main" id="{5EB39D77-21B9-42CA-ACDC-A82BAFD5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774"/>
                <a:ext cx="208" cy="45"/>
              </a:xfrm>
              <a:custGeom>
                <a:avLst/>
                <a:gdLst>
                  <a:gd name="T0" fmla="*/ 1306 w 83"/>
                  <a:gd name="T1" fmla="*/ 95 h 18"/>
                  <a:gd name="T2" fmla="*/ 709 w 83"/>
                  <a:gd name="T3" fmla="*/ 270 h 18"/>
                  <a:gd name="T4" fmla="*/ 346 w 83"/>
                  <a:gd name="T5" fmla="*/ 238 h 18"/>
                  <a:gd name="T6" fmla="*/ 0 w 83"/>
                  <a:gd name="T7" fmla="*/ 18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18">
                    <a:moveTo>
                      <a:pt x="83" y="6"/>
                    </a:moveTo>
                    <a:cubicBezTo>
                      <a:pt x="79" y="0"/>
                      <a:pt x="51" y="16"/>
                      <a:pt x="45" y="17"/>
                    </a:cubicBezTo>
                    <a:cubicBezTo>
                      <a:pt x="36" y="18"/>
                      <a:pt x="30" y="17"/>
                      <a:pt x="22" y="15"/>
                    </a:cubicBezTo>
                    <a:cubicBezTo>
                      <a:pt x="17" y="14"/>
                      <a:pt x="6" y="11"/>
                      <a:pt x="0" y="1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7" name="Freeform 186">
                <a:extLst>
                  <a:ext uri="{FF2B5EF4-FFF2-40B4-BE49-F238E27FC236}">
                    <a16:creationId xmlns:a16="http://schemas.microsoft.com/office/drawing/2014/main" id="{30CBD5CE-EF2A-41AE-94B1-9458042EC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814"/>
                <a:ext cx="205" cy="30"/>
              </a:xfrm>
              <a:custGeom>
                <a:avLst/>
                <a:gdLst>
                  <a:gd name="T0" fmla="*/ 1283 w 82"/>
                  <a:gd name="T1" fmla="*/ 83 h 12"/>
                  <a:gd name="T2" fmla="*/ 925 w 82"/>
                  <a:gd name="T3" fmla="*/ 145 h 12"/>
                  <a:gd name="T4" fmla="*/ 595 w 82"/>
                  <a:gd name="T5" fmla="*/ 175 h 12"/>
                  <a:gd name="T6" fmla="*/ 0 w 82"/>
                  <a:gd name="T7" fmla="*/ 3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">
                    <a:moveTo>
                      <a:pt x="82" y="5"/>
                    </a:moveTo>
                    <a:cubicBezTo>
                      <a:pt x="80" y="0"/>
                      <a:pt x="64" y="8"/>
                      <a:pt x="59" y="9"/>
                    </a:cubicBezTo>
                    <a:cubicBezTo>
                      <a:pt x="53" y="11"/>
                      <a:pt x="45" y="12"/>
                      <a:pt x="38" y="11"/>
                    </a:cubicBezTo>
                    <a:cubicBezTo>
                      <a:pt x="25" y="11"/>
                      <a:pt x="13" y="5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8" name="Freeform 187">
                <a:extLst>
                  <a:ext uri="{FF2B5EF4-FFF2-40B4-BE49-F238E27FC236}">
                    <a16:creationId xmlns:a16="http://schemas.microsoft.com/office/drawing/2014/main" id="{EC473768-B156-497B-8A23-7AF1815AF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814"/>
                <a:ext cx="225" cy="30"/>
              </a:xfrm>
              <a:custGeom>
                <a:avLst/>
                <a:gdLst>
                  <a:gd name="T0" fmla="*/ 1408 w 90"/>
                  <a:gd name="T1" fmla="*/ 0 h 12"/>
                  <a:gd name="T2" fmla="*/ 1033 w 90"/>
                  <a:gd name="T3" fmla="*/ 113 h 12"/>
                  <a:gd name="T4" fmla="*/ 675 w 90"/>
                  <a:gd name="T5" fmla="*/ 188 h 12"/>
                  <a:gd name="T6" fmla="*/ 0 w 90"/>
                  <a:gd name="T7" fmla="*/ 9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2">
                    <a:moveTo>
                      <a:pt x="90" y="0"/>
                    </a:moveTo>
                    <a:cubicBezTo>
                      <a:pt x="83" y="3"/>
                      <a:pt x="74" y="4"/>
                      <a:pt x="66" y="7"/>
                    </a:cubicBezTo>
                    <a:cubicBezTo>
                      <a:pt x="58" y="10"/>
                      <a:pt x="52" y="12"/>
                      <a:pt x="43" y="12"/>
                    </a:cubicBezTo>
                    <a:cubicBezTo>
                      <a:pt x="29" y="11"/>
                      <a:pt x="15" y="6"/>
                      <a:pt x="0" y="6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9" name="Freeform 188">
                <a:extLst>
                  <a:ext uri="{FF2B5EF4-FFF2-40B4-BE49-F238E27FC236}">
                    <a16:creationId xmlns:a16="http://schemas.microsoft.com/office/drawing/2014/main" id="{558BA865-0412-444D-A08E-658E429F7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829"/>
                <a:ext cx="245" cy="33"/>
              </a:xfrm>
              <a:custGeom>
                <a:avLst/>
                <a:gdLst>
                  <a:gd name="T0" fmla="*/ 1533 w 98"/>
                  <a:gd name="T1" fmla="*/ 0 h 13"/>
                  <a:gd name="T2" fmla="*/ 1300 w 98"/>
                  <a:gd name="T3" fmla="*/ 63 h 13"/>
                  <a:gd name="T4" fmla="*/ 1083 w 98"/>
                  <a:gd name="T5" fmla="*/ 147 h 13"/>
                  <a:gd name="T6" fmla="*/ 550 w 98"/>
                  <a:gd name="T7" fmla="*/ 180 h 13"/>
                  <a:gd name="T8" fmla="*/ 0 w 98"/>
                  <a:gd name="T9" fmla="*/ 6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3">
                    <a:moveTo>
                      <a:pt x="98" y="0"/>
                    </a:moveTo>
                    <a:cubicBezTo>
                      <a:pt x="93" y="2"/>
                      <a:pt x="88" y="3"/>
                      <a:pt x="83" y="4"/>
                    </a:cubicBezTo>
                    <a:cubicBezTo>
                      <a:pt x="78" y="6"/>
                      <a:pt x="73" y="8"/>
                      <a:pt x="69" y="9"/>
                    </a:cubicBezTo>
                    <a:cubicBezTo>
                      <a:pt x="59" y="13"/>
                      <a:pt x="45" y="12"/>
                      <a:pt x="35" y="11"/>
                    </a:cubicBezTo>
                    <a:cubicBezTo>
                      <a:pt x="24" y="9"/>
                      <a:pt x="11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0" name="Freeform 189">
                <a:extLst>
                  <a:ext uri="{FF2B5EF4-FFF2-40B4-BE49-F238E27FC236}">
                    <a16:creationId xmlns:a16="http://schemas.microsoft.com/office/drawing/2014/main" id="{8A80BEC5-8F35-4F46-9EAF-748A28190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814"/>
                <a:ext cx="227" cy="45"/>
              </a:xfrm>
              <a:custGeom>
                <a:avLst/>
                <a:gdLst>
                  <a:gd name="T0" fmla="*/ 1412 w 91"/>
                  <a:gd name="T1" fmla="*/ 50 h 18"/>
                  <a:gd name="T2" fmla="*/ 1040 w 91"/>
                  <a:gd name="T3" fmla="*/ 158 h 18"/>
                  <a:gd name="T4" fmla="*/ 716 w 91"/>
                  <a:gd name="T5" fmla="*/ 270 h 18"/>
                  <a:gd name="T6" fmla="*/ 0 w 91"/>
                  <a:gd name="T7" fmla="*/ 17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8">
                    <a:moveTo>
                      <a:pt x="91" y="3"/>
                    </a:moveTo>
                    <a:cubicBezTo>
                      <a:pt x="84" y="0"/>
                      <a:pt x="74" y="7"/>
                      <a:pt x="67" y="10"/>
                    </a:cubicBezTo>
                    <a:cubicBezTo>
                      <a:pt x="60" y="13"/>
                      <a:pt x="54" y="16"/>
                      <a:pt x="46" y="17"/>
                    </a:cubicBezTo>
                    <a:cubicBezTo>
                      <a:pt x="31" y="18"/>
                      <a:pt x="16" y="11"/>
                      <a:pt x="0" y="1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1" name="Freeform 190">
                <a:extLst>
                  <a:ext uri="{FF2B5EF4-FFF2-40B4-BE49-F238E27FC236}">
                    <a16:creationId xmlns:a16="http://schemas.microsoft.com/office/drawing/2014/main" id="{5216C76A-BDC4-4D57-8677-D2C30C734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842"/>
                <a:ext cx="238" cy="32"/>
              </a:xfrm>
              <a:custGeom>
                <a:avLst/>
                <a:gdLst>
                  <a:gd name="T0" fmla="*/ 1493 w 95"/>
                  <a:gd name="T1" fmla="*/ 0 h 13"/>
                  <a:gd name="T2" fmla="*/ 709 w 95"/>
                  <a:gd name="T3" fmla="*/ 182 h 13"/>
                  <a:gd name="T4" fmla="*/ 0 w 95"/>
                  <a:gd name="T5" fmla="*/ 7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3">
                    <a:moveTo>
                      <a:pt x="95" y="0"/>
                    </a:moveTo>
                    <a:cubicBezTo>
                      <a:pt x="78" y="5"/>
                      <a:pt x="63" y="11"/>
                      <a:pt x="45" y="12"/>
                    </a:cubicBezTo>
                    <a:cubicBezTo>
                      <a:pt x="29" y="13"/>
                      <a:pt x="15" y="8"/>
                      <a:pt x="0" y="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2" name="Freeform 191">
                <a:extLst>
                  <a:ext uri="{FF2B5EF4-FFF2-40B4-BE49-F238E27FC236}">
                    <a16:creationId xmlns:a16="http://schemas.microsoft.com/office/drawing/2014/main" id="{4AE9698A-1479-4BA7-A287-4ABCCC905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852"/>
                <a:ext cx="195" cy="40"/>
              </a:xfrm>
              <a:custGeom>
                <a:avLst/>
                <a:gdLst>
                  <a:gd name="T0" fmla="*/ 1220 w 78"/>
                  <a:gd name="T1" fmla="*/ 20 h 16"/>
                  <a:gd name="T2" fmla="*/ 563 w 78"/>
                  <a:gd name="T3" fmla="*/ 220 h 16"/>
                  <a:gd name="T4" fmla="*/ 0 w 78"/>
                  <a:gd name="T5" fmla="*/ 14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6">
                    <a:moveTo>
                      <a:pt x="78" y="1"/>
                    </a:moveTo>
                    <a:cubicBezTo>
                      <a:pt x="63" y="0"/>
                      <a:pt x="51" y="12"/>
                      <a:pt x="36" y="14"/>
                    </a:cubicBezTo>
                    <a:cubicBezTo>
                      <a:pt x="23" y="16"/>
                      <a:pt x="13" y="12"/>
                      <a:pt x="0" y="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3" name="Freeform 192">
                <a:extLst>
                  <a:ext uri="{FF2B5EF4-FFF2-40B4-BE49-F238E27FC236}">
                    <a16:creationId xmlns:a16="http://schemas.microsoft.com/office/drawing/2014/main" id="{63860D0B-1295-4979-8E01-DD8504DD8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747"/>
                <a:ext cx="200" cy="32"/>
              </a:xfrm>
              <a:custGeom>
                <a:avLst/>
                <a:gdLst>
                  <a:gd name="T0" fmla="*/ 0 w 80"/>
                  <a:gd name="T1" fmla="*/ 133 h 13"/>
                  <a:gd name="T2" fmla="*/ 675 w 80"/>
                  <a:gd name="T3" fmla="*/ 42 h 13"/>
                  <a:gd name="T4" fmla="*/ 1250 w 80"/>
                  <a:gd name="T5" fmla="*/ 1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3">
                    <a:moveTo>
                      <a:pt x="0" y="9"/>
                    </a:moveTo>
                    <a:cubicBezTo>
                      <a:pt x="13" y="13"/>
                      <a:pt x="30" y="6"/>
                      <a:pt x="43" y="3"/>
                    </a:cubicBezTo>
                    <a:cubicBezTo>
                      <a:pt x="58" y="0"/>
                      <a:pt x="66" y="6"/>
                      <a:pt x="80" y="1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4" name="Freeform 193">
                <a:extLst>
                  <a:ext uri="{FF2B5EF4-FFF2-40B4-BE49-F238E27FC236}">
                    <a16:creationId xmlns:a16="http://schemas.microsoft.com/office/drawing/2014/main" id="{F0CE80F8-695C-4BEA-827E-1896C1F0A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727"/>
                <a:ext cx="208" cy="65"/>
              </a:xfrm>
              <a:custGeom>
                <a:avLst/>
                <a:gdLst>
                  <a:gd name="T0" fmla="*/ 1306 w 83"/>
                  <a:gd name="T1" fmla="*/ 158 h 26"/>
                  <a:gd name="T2" fmla="*/ 0 w 83"/>
                  <a:gd name="T3" fmla="*/ 18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26">
                    <a:moveTo>
                      <a:pt x="83" y="10"/>
                    </a:moveTo>
                    <a:cubicBezTo>
                      <a:pt x="55" y="26"/>
                      <a:pt x="28" y="0"/>
                      <a:pt x="0" y="1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5" name="Freeform 194">
                <a:extLst>
                  <a:ext uri="{FF2B5EF4-FFF2-40B4-BE49-F238E27FC236}">
                    <a16:creationId xmlns:a16="http://schemas.microsoft.com/office/drawing/2014/main" id="{1161FD26-563F-4169-8044-A40099E44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749"/>
                <a:ext cx="180" cy="30"/>
              </a:xfrm>
              <a:custGeom>
                <a:avLst/>
                <a:gdLst>
                  <a:gd name="T0" fmla="*/ 1125 w 72"/>
                  <a:gd name="T1" fmla="*/ 20 h 12"/>
                  <a:gd name="T2" fmla="*/ 458 w 72"/>
                  <a:gd name="T3" fmla="*/ 145 h 12"/>
                  <a:gd name="T4" fmla="*/ 0 w 7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2">
                    <a:moveTo>
                      <a:pt x="72" y="1"/>
                    </a:moveTo>
                    <a:cubicBezTo>
                      <a:pt x="59" y="8"/>
                      <a:pt x="44" y="12"/>
                      <a:pt x="29" y="9"/>
                    </a:cubicBezTo>
                    <a:cubicBezTo>
                      <a:pt x="20" y="7"/>
                      <a:pt x="10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6" name="Freeform 195">
                <a:extLst>
                  <a:ext uri="{FF2B5EF4-FFF2-40B4-BE49-F238E27FC236}">
                    <a16:creationId xmlns:a16="http://schemas.microsoft.com/office/drawing/2014/main" id="{2D7D05E3-06BD-49A8-ADE7-E501476C4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794"/>
                <a:ext cx="228" cy="75"/>
              </a:xfrm>
              <a:custGeom>
                <a:avLst/>
                <a:gdLst>
                  <a:gd name="T0" fmla="*/ 0 w 91"/>
                  <a:gd name="T1" fmla="*/ 395 h 30"/>
                  <a:gd name="T2" fmla="*/ 534 w 91"/>
                  <a:gd name="T3" fmla="*/ 375 h 30"/>
                  <a:gd name="T4" fmla="*/ 879 w 91"/>
                  <a:gd name="T5" fmla="*/ 158 h 30"/>
                  <a:gd name="T6" fmla="*/ 1431 w 91"/>
                  <a:gd name="T7" fmla="*/ 2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30">
                    <a:moveTo>
                      <a:pt x="0" y="25"/>
                    </a:moveTo>
                    <a:cubicBezTo>
                      <a:pt x="13" y="27"/>
                      <a:pt x="21" y="30"/>
                      <a:pt x="34" y="24"/>
                    </a:cubicBezTo>
                    <a:cubicBezTo>
                      <a:pt x="42" y="20"/>
                      <a:pt x="48" y="14"/>
                      <a:pt x="56" y="10"/>
                    </a:cubicBezTo>
                    <a:cubicBezTo>
                      <a:pt x="65" y="5"/>
                      <a:pt x="79" y="0"/>
                      <a:pt x="91" y="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7" name="Freeform 196">
                <a:extLst>
                  <a:ext uri="{FF2B5EF4-FFF2-40B4-BE49-F238E27FC236}">
                    <a16:creationId xmlns:a16="http://schemas.microsoft.com/office/drawing/2014/main" id="{FC54ECFA-87B4-48A9-A955-96B6A3548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807"/>
                <a:ext cx="192" cy="47"/>
              </a:xfrm>
              <a:custGeom>
                <a:avLst/>
                <a:gdLst>
                  <a:gd name="T0" fmla="*/ 1194 w 77"/>
                  <a:gd name="T1" fmla="*/ 121 h 19"/>
                  <a:gd name="T2" fmla="*/ 436 w 77"/>
                  <a:gd name="T3" fmla="*/ 134 h 19"/>
                  <a:gd name="T4" fmla="*/ 0 w 77"/>
                  <a:gd name="T5" fmla="*/ 1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9">
                    <a:moveTo>
                      <a:pt x="77" y="8"/>
                    </a:moveTo>
                    <a:cubicBezTo>
                      <a:pt x="62" y="19"/>
                      <a:pt x="44" y="15"/>
                      <a:pt x="28" y="9"/>
                    </a:cubicBezTo>
                    <a:cubicBezTo>
                      <a:pt x="19" y="6"/>
                      <a:pt x="10" y="0"/>
                      <a:pt x="0" y="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8" name="Freeform 197">
                <a:extLst>
                  <a:ext uri="{FF2B5EF4-FFF2-40B4-BE49-F238E27FC236}">
                    <a16:creationId xmlns:a16="http://schemas.microsoft.com/office/drawing/2014/main" id="{DD2BA729-DF66-4508-B694-646BF6671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471"/>
                <a:ext cx="180" cy="100"/>
              </a:xfrm>
              <a:custGeom>
                <a:avLst/>
                <a:gdLst>
                  <a:gd name="T0" fmla="*/ 1125 w 72"/>
                  <a:gd name="T1" fmla="*/ 0 h 40"/>
                  <a:gd name="T2" fmla="*/ 458 w 72"/>
                  <a:gd name="T3" fmla="*/ 188 h 40"/>
                  <a:gd name="T4" fmla="*/ 0 w 72"/>
                  <a:gd name="T5" fmla="*/ 62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40">
                    <a:moveTo>
                      <a:pt x="72" y="0"/>
                    </a:moveTo>
                    <a:cubicBezTo>
                      <a:pt x="57" y="1"/>
                      <a:pt x="42" y="5"/>
                      <a:pt x="29" y="12"/>
                    </a:cubicBezTo>
                    <a:cubicBezTo>
                      <a:pt x="14" y="19"/>
                      <a:pt x="10" y="29"/>
                      <a:pt x="0" y="4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9" name="Freeform 198">
                <a:extLst>
                  <a:ext uri="{FF2B5EF4-FFF2-40B4-BE49-F238E27FC236}">
                    <a16:creationId xmlns:a16="http://schemas.microsoft.com/office/drawing/2014/main" id="{F44B2A17-3922-48EE-837C-CCA628B3E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559"/>
                <a:ext cx="165" cy="137"/>
              </a:xfrm>
              <a:custGeom>
                <a:avLst/>
                <a:gdLst>
                  <a:gd name="T0" fmla="*/ 1033 w 66"/>
                  <a:gd name="T1" fmla="*/ 0 h 55"/>
                  <a:gd name="T2" fmla="*/ 613 w 66"/>
                  <a:gd name="T3" fmla="*/ 75 h 55"/>
                  <a:gd name="T4" fmla="*/ 333 w 66"/>
                  <a:gd name="T5" fmla="*/ 279 h 55"/>
                  <a:gd name="T6" fmla="*/ 0 w 66"/>
                  <a:gd name="T7" fmla="*/ 849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5">
                    <a:moveTo>
                      <a:pt x="66" y="0"/>
                    </a:moveTo>
                    <a:cubicBezTo>
                      <a:pt x="57" y="3"/>
                      <a:pt x="48" y="0"/>
                      <a:pt x="39" y="5"/>
                    </a:cubicBezTo>
                    <a:cubicBezTo>
                      <a:pt x="33" y="8"/>
                      <a:pt x="26" y="13"/>
                      <a:pt x="21" y="18"/>
                    </a:cubicBezTo>
                    <a:cubicBezTo>
                      <a:pt x="9" y="29"/>
                      <a:pt x="6" y="42"/>
                      <a:pt x="0" y="5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0" name="Freeform 199">
                <a:extLst>
                  <a:ext uri="{FF2B5EF4-FFF2-40B4-BE49-F238E27FC236}">
                    <a16:creationId xmlns:a16="http://schemas.microsoft.com/office/drawing/2014/main" id="{D21D0E2C-F1EC-4B94-8152-D56EF151C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696"/>
                <a:ext cx="120" cy="180"/>
              </a:xfrm>
              <a:custGeom>
                <a:avLst/>
                <a:gdLst>
                  <a:gd name="T0" fmla="*/ 750 w 48"/>
                  <a:gd name="T1" fmla="*/ 0 h 72"/>
                  <a:gd name="T2" fmla="*/ 145 w 48"/>
                  <a:gd name="T3" fmla="*/ 375 h 72"/>
                  <a:gd name="T4" fmla="*/ 0 w 48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72">
                    <a:moveTo>
                      <a:pt x="48" y="0"/>
                    </a:moveTo>
                    <a:cubicBezTo>
                      <a:pt x="34" y="11"/>
                      <a:pt x="20" y="6"/>
                      <a:pt x="9" y="24"/>
                    </a:cubicBezTo>
                    <a:cubicBezTo>
                      <a:pt x="0" y="38"/>
                      <a:pt x="0" y="54"/>
                      <a:pt x="0" y="7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1" name="Freeform 200">
                <a:extLst>
                  <a:ext uri="{FF2B5EF4-FFF2-40B4-BE49-F238E27FC236}">
                    <a16:creationId xmlns:a16="http://schemas.microsoft.com/office/drawing/2014/main" id="{F7E30034-A675-4625-9534-E6C5243D3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871"/>
                <a:ext cx="92" cy="200"/>
              </a:xfrm>
              <a:custGeom>
                <a:avLst/>
                <a:gdLst>
                  <a:gd name="T0" fmla="*/ 569 w 37"/>
                  <a:gd name="T1" fmla="*/ 0 h 80"/>
                  <a:gd name="T2" fmla="*/ 92 w 37"/>
                  <a:gd name="T3" fmla="*/ 583 h 80"/>
                  <a:gd name="T4" fmla="*/ 199 w 37"/>
                  <a:gd name="T5" fmla="*/ 125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80">
                    <a:moveTo>
                      <a:pt x="37" y="0"/>
                    </a:moveTo>
                    <a:cubicBezTo>
                      <a:pt x="26" y="12"/>
                      <a:pt x="12" y="22"/>
                      <a:pt x="6" y="37"/>
                    </a:cubicBezTo>
                    <a:cubicBezTo>
                      <a:pt x="0" y="53"/>
                      <a:pt x="11" y="66"/>
                      <a:pt x="13" y="8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2" name="Freeform 201">
                <a:extLst>
                  <a:ext uri="{FF2B5EF4-FFF2-40B4-BE49-F238E27FC236}">
                    <a16:creationId xmlns:a16="http://schemas.microsoft.com/office/drawing/2014/main" id="{CFC64994-E952-4B87-BBA0-FA197BAB1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071"/>
                <a:ext cx="67" cy="213"/>
              </a:xfrm>
              <a:custGeom>
                <a:avLst/>
                <a:gdLst>
                  <a:gd name="T0" fmla="*/ 337 w 27"/>
                  <a:gd name="T1" fmla="*/ 0 h 85"/>
                  <a:gd name="T2" fmla="*/ 412 w 27"/>
                  <a:gd name="T3" fmla="*/ 1338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5">
                    <a:moveTo>
                      <a:pt x="22" y="0"/>
                    </a:moveTo>
                    <a:cubicBezTo>
                      <a:pt x="0" y="29"/>
                      <a:pt x="4" y="60"/>
                      <a:pt x="27" y="8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3" name="Freeform 202">
                <a:extLst>
                  <a:ext uri="{FF2B5EF4-FFF2-40B4-BE49-F238E27FC236}">
                    <a16:creationId xmlns:a16="http://schemas.microsoft.com/office/drawing/2014/main" id="{936C9C66-D30D-402D-9275-E1772D7D9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289"/>
                <a:ext cx="80" cy="175"/>
              </a:xfrm>
              <a:custGeom>
                <a:avLst/>
                <a:gdLst>
                  <a:gd name="T0" fmla="*/ 113 w 32"/>
                  <a:gd name="T1" fmla="*/ 0 h 70"/>
                  <a:gd name="T2" fmla="*/ 95 w 32"/>
                  <a:gd name="T3" fmla="*/ 658 h 70"/>
                  <a:gd name="T4" fmla="*/ 500 w 32"/>
                  <a:gd name="T5" fmla="*/ 1095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70">
                    <a:moveTo>
                      <a:pt x="7" y="0"/>
                    </a:moveTo>
                    <a:cubicBezTo>
                      <a:pt x="6" y="14"/>
                      <a:pt x="0" y="29"/>
                      <a:pt x="6" y="42"/>
                    </a:cubicBezTo>
                    <a:cubicBezTo>
                      <a:pt x="11" y="55"/>
                      <a:pt x="22" y="63"/>
                      <a:pt x="32" y="7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4" name="Freeform 203">
                <a:extLst>
                  <a:ext uri="{FF2B5EF4-FFF2-40B4-BE49-F238E27FC236}">
                    <a16:creationId xmlns:a16="http://schemas.microsoft.com/office/drawing/2014/main" id="{FE15D3A8-BDD0-483E-878B-2704E418F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54"/>
                <a:ext cx="125" cy="163"/>
              </a:xfrm>
              <a:custGeom>
                <a:avLst/>
                <a:gdLst>
                  <a:gd name="T0" fmla="*/ 0 w 50"/>
                  <a:gd name="T1" fmla="*/ 0 h 65"/>
                  <a:gd name="T2" fmla="*/ 220 w 50"/>
                  <a:gd name="T3" fmla="*/ 742 h 65"/>
                  <a:gd name="T4" fmla="*/ 783 w 50"/>
                  <a:gd name="T5" fmla="*/ 102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5">
                    <a:moveTo>
                      <a:pt x="0" y="0"/>
                    </a:moveTo>
                    <a:cubicBezTo>
                      <a:pt x="7" y="15"/>
                      <a:pt x="5" y="33"/>
                      <a:pt x="14" y="47"/>
                    </a:cubicBezTo>
                    <a:cubicBezTo>
                      <a:pt x="24" y="59"/>
                      <a:pt x="37" y="58"/>
                      <a:pt x="50" y="6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5" name="Freeform 204">
                <a:extLst>
                  <a:ext uri="{FF2B5EF4-FFF2-40B4-BE49-F238E27FC236}">
                    <a16:creationId xmlns:a16="http://schemas.microsoft.com/office/drawing/2014/main" id="{F4AE500E-52CB-489B-84B9-2AB0D7613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614"/>
                <a:ext cx="167" cy="130"/>
              </a:xfrm>
              <a:custGeom>
                <a:avLst/>
                <a:gdLst>
                  <a:gd name="T0" fmla="*/ 0 w 67"/>
                  <a:gd name="T1" fmla="*/ 0 h 52"/>
                  <a:gd name="T2" fmla="*/ 354 w 67"/>
                  <a:gd name="T3" fmla="*/ 675 h 52"/>
                  <a:gd name="T4" fmla="*/ 1037 w 67"/>
                  <a:gd name="T5" fmla="*/ 73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2">
                    <a:moveTo>
                      <a:pt x="0" y="0"/>
                    </a:moveTo>
                    <a:cubicBezTo>
                      <a:pt x="14" y="10"/>
                      <a:pt x="10" y="33"/>
                      <a:pt x="23" y="43"/>
                    </a:cubicBezTo>
                    <a:cubicBezTo>
                      <a:pt x="35" y="52"/>
                      <a:pt x="54" y="49"/>
                      <a:pt x="67" y="47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12" name="Freeform 205">
              <a:extLst>
                <a:ext uri="{FF2B5EF4-FFF2-40B4-BE49-F238E27FC236}">
                  <a16:creationId xmlns:a16="http://schemas.microsoft.com/office/drawing/2014/main" id="{67835E67-CEEB-4956-AD81-A6E18219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729"/>
              <a:ext cx="165" cy="98"/>
            </a:xfrm>
            <a:custGeom>
              <a:avLst/>
              <a:gdLst>
                <a:gd name="T0" fmla="*/ 0 w 66"/>
                <a:gd name="T1" fmla="*/ 20 h 39"/>
                <a:gd name="T2" fmla="*/ 458 w 66"/>
                <a:gd name="T3" fmla="*/ 525 h 39"/>
                <a:gd name="T4" fmla="*/ 1033 w 66"/>
                <a:gd name="T5" fmla="*/ 61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9">
                  <a:moveTo>
                    <a:pt x="0" y="1"/>
                  </a:moveTo>
                  <a:cubicBezTo>
                    <a:pt x="12" y="0"/>
                    <a:pt x="17" y="27"/>
                    <a:pt x="29" y="33"/>
                  </a:cubicBezTo>
                  <a:cubicBezTo>
                    <a:pt x="39" y="39"/>
                    <a:pt x="54" y="39"/>
                    <a:pt x="66" y="39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3" name="Freeform 206">
              <a:extLst>
                <a:ext uri="{FF2B5EF4-FFF2-40B4-BE49-F238E27FC236}">
                  <a16:creationId xmlns:a16="http://schemas.microsoft.com/office/drawing/2014/main" id="{B263D29C-8C30-4F41-A44A-16DE16F37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479"/>
              <a:ext cx="192" cy="105"/>
            </a:xfrm>
            <a:custGeom>
              <a:avLst/>
              <a:gdLst>
                <a:gd name="T0" fmla="*/ 1194 w 77"/>
                <a:gd name="T1" fmla="*/ 33 h 42"/>
                <a:gd name="T2" fmla="*/ 436 w 77"/>
                <a:gd name="T3" fmla="*/ 175 h 42"/>
                <a:gd name="T4" fmla="*/ 155 w 77"/>
                <a:gd name="T5" fmla="*/ 438 h 42"/>
                <a:gd name="T6" fmla="*/ 0 w 77"/>
                <a:gd name="T7" fmla="*/ 65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2">
                  <a:moveTo>
                    <a:pt x="77" y="2"/>
                  </a:moveTo>
                  <a:cubicBezTo>
                    <a:pt x="60" y="7"/>
                    <a:pt x="43" y="0"/>
                    <a:pt x="28" y="11"/>
                  </a:cubicBezTo>
                  <a:cubicBezTo>
                    <a:pt x="22" y="16"/>
                    <a:pt x="15" y="22"/>
                    <a:pt x="10" y="28"/>
                  </a:cubicBezTo>
                  <a:cubicBezTo>
                    <a:pt x="6" y="32"/>
                    <a:pt x="3" y="38"/>
                    <a:pt x="0" y="42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207">
              <a:extLst>
                <a:ext uri="{FF2B5EF4-FFF2-40B4-BE49-F238E27FC236}">
                  <a16:creationId xmlns:a16="http://schemas.microsoft.com/office/drawing/2014/main" id="{F1353D72-ECB4-45D4-AC97-A4AF08D87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599"/>
              <a:ext cx="140" cy="145"/>
            </a:xfrm>
            <a:custGeom>
              <a:avLst/>
              <a:gdLst>
                <a:gd name="T0" fmla="*/ 875 w 56"/>
                <a:gd name="T1" fmla="*/ 0 h 58"/>
                <a:gd name="T2" fmla="*/ 270 w 56"/>
                <a:gd name="T3" fmla="*/ 438 h 58"/>
                <a:gd name="T4" fmla="*/ 0 w 56"/>
                <a:gd name="T5" fmla="*/ 908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8">
                  <a:moveTo>
                    <a:pt x="56" y="0"/>
                  </a:moveTo>
                  <a:cubicBezTo>
                    <a:pt x="42" y="6"/>
                    <a:pt x="28" y="15"/>
                    <a:pt x="17" y="28"/>
                  </a:cubicBezTo>
                  <a:cubicBezTo>
                    <a:pt x="10" y="37"/>
                    <a:pt x="3" y="47"/>
                    <a:pt x="0" y="5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208">
              <a:extLst>
                <a:ext uri="{FF2B5EF4-FFF2-40B4-BE49-F238E27FC236}">
                  <a16:creationId xmlns:a16="http://schemas.microsoft.com/office/drawing/2014/main" id="{813CC20E-A2AE-4316-8AA0-F7EB965B7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764"/>
              <a:ext cx="90" cy="190"/>
            </a:xfrm>
            <a:custGeom>
              <a:avLst/>
              <a:gdLst>
                <a:gd name="T0" fmla="*/ 563 w 36"/>
                <a:gd name="T1" fmla="*/ 0 h 76"/>
                <a:gd name="T2" fmla="*/ 83 w 36"/>
                <a:gd name="T3" fmla="*/ 658 h 76"/>
                <a:gd name="T4" fmla="*/ 33 w 36"/>
                <a:gd name="T5" fmla="*/ 118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6">
                  <a:moveTo>
                    <a:pt x="36" y="0"/>
                  </a:moveTo>
                  <a:cubicBezTo>
                    <a:pt x="28" y="16"/>
                    <a:pt x="11" y="24"/>
                    <a:pt x="5" y="42"/>
                  </a:cubicBezTo>
                  <a:cubicBezTo>
                    <a:pt x="2" y="52"/>
                    <a:pt x="0" y="66"/>
                    <a:pt x="2" y="7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209">
              <a:extLst>
                <a:ext uri="{FF2B5EF4-FFF2-40B4-BE49-F238E27FC236}">
                  <a16:creationId xmlns:a16="http://schemas.microsoft.com/office/drawing/2014/main" id="{05CA5393-272C-421E-894C-962AE2E09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986"/>
              <a:ext cx="35" cy="183"/>
            </a:xfrm>
            <a:custGeom>
              <a:avLst/>
              <a:gdLst>
                <a:gd name="T0" fmla="*/ 220 w 14"/>
                <a:gd name="T1" fmla="*/ 0 h 73"/>
                <a:gd name="T2" fmla="*/ 113 w 14"/>
                <a:gd name="T3" fmla="*/ 271 h 73"/>
                <a:gd name="T4" fmla="*/ 20 w 14"/>
                <a:gd name="T5" fmla="*/ 659 h 73"/>
                <a:gd name="T6" fmla="*/ 145 w 14"/>
                <a:gd name="T7" fmla="*/ 1151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3">
                  <a:moveTo>
                    <a:pt x="14" y="0"/>
                  </a:moveTo>
                  <a:cubicBezTo>
                    <a:pt x="14" y="6"/>
                    <a:pt x="10" y="11"/>
                    <a:pt x="7" y="17"/>
                  </a:cubicBezTo>
                  <a:cubicBezTo>
                    <a:pt x="4" y="25"/>
                    <a:pt x="1" y="33"/>
                    <a:pt x="1" y="42"/>
                  </a:cubicBezTo>
                  <a:cubicBezTo>
                    <a:pt x="0" y="51"/>
                    <a:pt x="3" y="66"/>
                    <a:pt x="9" y="73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210">
              <a:extLst>
                <a:ext uri="{FF2B5EF4-FFF2-40B4-BE49-F238E27FC236}">
                  <a16:creationId xmlns:a16="http://schemas.microsoft.com/office/drawing/2014/main" id="{B5D7872E-B9FE-4A70-896F-4B3C5E32B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184"/>
              <a:ext cx="50" cy="192"/>
            </a:xfrm>
            <a:custGeom>
              <a:avLst/>
              <a:gdLst>
                <a:gd name="T0" fmla="*/ 50 w 20"/>
                <a:gd name="T1" fmla="*/ 0 h 77"/>
                <a:gd name="T2" fmla="*/ 33 w 20"/>
                <a:gd name="T3" fmla="*/ 312 h 77"/>
                <a:gd name="T4" fmla="*/ 33 w 20"/>
                <a:gd name="T5" fmla="*/ 666 h 77"/>
                <a:gd name="T6" fmla="*/ 313 w 20"/>
                <a:gd name="T7" fmla="*/ 1194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7">
                  <a:moveTo>
                    <a:pt x="3" y="0"/>
                  </a:moveTo>
                  <a:cubicBezTo>
                    <a:pt x="2" y="7"/>
                    <a:pt x="3" y="13"/>
                    <a:pt x="2" y="20"/>
                  </a:cubicBezTo>
                  <a:cubicBezTo>
                    <a:pt x="0" y="28"/>
                    <a:pt x="0" y="35"/>
                    <a:pt x="2" y="43"/>
                  </a:cubicBezTo>
                  <a:cubicBezTo>
                    <a:pt x="4" y="56"/>
                    <a:pt x="12" y="67"/>
                    <a:pt x="20" y="77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211">
              <a:extLst>
                <a:ext uri="{FF2B5EF4-FFF2-40B4-BE49-F238E27FC236}">
                  <a16:creationId xmlns:a16="http://schemas.microsoft.com/office/drawing/2014/main" id="{C636DDC9-41CD-4749-8A8F-FD8787DDA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396"/>
              <a:ext cx="108" cy="181"/>
            </a:xfrm>
            <a:custGeom>
              <a:avLst/>
              <a:gdLst>
                <a:gd name="T0" fmla="*/ 0 w 43"/>
                <a:gd name="T1" fmla="*/ 0 h 72"/>
                <a:gd name="T2" fmla="*/ 63 w 43"/>
                <a:gd name="T3" fmla="*/ 397 h 72"/>
                <a:gd name="T4" fmla="*/ 176 w 43"/>
                <a:gd name="T5" fmla="*/ 827 h 72"/>
                <a:gd name="T6" fmla="*/ 472 w 43"/>
                <a:gd name="T7" fmla="*/ 1048 h 72"/>
                <a:gd name="T8" fmla="*/ 681 w 43"/>
                <a:gd name="T9" fmla="*/ 114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72">
                  <a:moveTo>
                    <a:pt x="0" y="0"/>
                  </a:moveTo>
                  <a:cubicBezTo>
                    <a:pt x="5" y="8"/>
                    <a:pt x="4" y="17"/>
                    <a:pt x="4" y="25"/>
                  </a:cubicBezTo>
                  <a:cubicBezTo>
                    <a:pt x="4" y="35"/>
                    <a:pt x="6" y="44"/>
                    <a:pt x="11" y="52"/>
                  </a:cubicBezTo>
                  <a:cubicBezTo>
                    <a:pt x="16" y="58"/>
                    <a:pt x="23" y="63"/>
                    <a:pt x="30" y="66"/>
                  </a:cubicBezTo>
                  <a:cubicBezTo>
                    <a:pt x="34" y="68"/>
                    <a:pt x="39" y="69"/>
                    <a:pt x="43" y="72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212">
              <a:extLst>
                <a:ext uri="{FF2B5EF4-FFF2-40B4-BE49-F238E27FC236}">
                  <a16:creationId xmlns:a16="http://schemas.microsoft.com/office/drawing/2014/main" id="{8DF76822-6CA3-49FC-B0A6-329DA2523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592"/>
              <a:ext cx="115" cy="125"/>
            </a:xfrm>
            <a:custGeom>
              <a:avLst/>
              <a:gdLst>
                <a:gd name="T0" fmla="*/ 0 w 46"/>
                <a:gd name="T1" fmla="*/ 0 h 50"/>
                <a:gd name="T2" fmla="*/ 175 w 46"/>
                <a:gd name="T3" fmla="*/ 238 h 50"/>
                <a:gd name="T4" fmla="*/ 333 w 46"/>
                <a:gd name="T5" fmla="*/ 550 h 50"/>
                <a:gd name="T6" fmla="*/ 720 w 46"/>
                <a:gd name="T7" fmla="*/ 783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0">
                  <a:moveTo>
                    <a:pt x="0" y="0"/>
                  </a:moveTo>
                  <a:cubicBezTo>
                    <a:pt x="5" y="1"/>
                    <a:pt x="9" y="10"/>
                    <a:pt x="11" y="15"/>
                  </a:cubicBezTo>
                  <a:cubicBezTo>
                    <a:pt x="13" y="23"/>
                    <a:pt x="16" y="29"/>
                    <a:pt x="21" y="35"/>
                  </a:cubicBezTo>
                  <a:cubicBezTo>
                    <a:pt x="27" y="43"/>
                    <a:pt x="37" y="47"/>
                    <a:pt x="46" y="5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213">
              <a:extLst>
                <a:ext uri="{FF2B5EF4-FFF2-40B4-BE49-F238E27FC236}">
                  <a16:creationId xmlns:a16="http://schemas.microsoft.com/office/drawing/2014/main" id="{85989D97-9AF5-466D-A33A-3B4AA622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734"/>
              <a:ext cx="163" cy="83"/>
            </a:xfrm>
            <a:custGeom>
              <a:avLst/>
              <a:gdLst>
                <a:gd name="T0" fmla="*/ 0 w 65"/>
                <a:gd name="T1" fmla="*/ 0 h 33"/>
                <a:gd name="T2" fmla="*/ 271 w 65"/>
                <a:gd name="T3" fmla="*/ 254 h 33"/>
                <a:gd name="T4" fmla="*/ 597 w 65"/>
                <a:gd name="T5" fmla="*/ 397 h 33"/>
                <a:gd name="T6" fmla="*/ 850 w 65"/>
                <a:gd name="T7" fmla="*/ 463 h 33"/>
                <a:gd name="T8" fmla="*/ 1026 w 65"/>
                <a:gd name="T9" fmla="*/ 52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3">
                  <a:moveTo>
                    <a:pt x="0" y="0"/>
                  </a:moveTo>
                  <a:cubicBezTo>
                    <a:pt x="8" y="4"/>
                    <a:pt x="11" y="10"/>
                    <a:pt x="17" y="16"/>
                  </a:cubicBezTo>
                  <a:cubicBezTo>
                    <a:pt x="23" y="21"/>
                    <a:pt x="31" y="24"/>
                    <a:pt x="38" y="25"/>
                  </a:cubicBezTo>
                  <a:cubicBezTo>
                    <a:pt x="44" y="26"/>
                    <a:pt x="49" y="26"/>
                    <a:pt x="54" y="29"/>
                  </a:cubicBezTo>
                  <a:cubicBezTo>
                    <a:pt x="58" y="31"/>
                    <a:pt x="61" y="33"/>
                    <a:pt x="65" y="33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214">
              <a:extLst>
                <a:ext uri="{FF2B5EF4-FFF2-40B4-BE49-F238E27FC236}">
                  <a16:creationId xmlns:a16="http://schemas.microsoft.com/office/drawing/2014/main" id="{616445BA-A02D-4C6D-9DBA-B7ECB22C2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804"/>
              <a:ext cx="117" cy="95"/>
            </a:xfrm>
            <a:custGeom>
              <a:avLst/>
              <a:gdLst>
                <a:gd name="T0" fmla="*/ 0 w 47"/>
                <a:gd name="T1" fmla="*/ 0 h 38"/>
                <a:gd name="T2" fmla="*/ 383 w 47"/>
                <a:gd name="T3" fmla="*/ 408 h 38"/>
                <a:gd name="T4" fmla="*/ 724 w 47"/>
                <a:gd name="T5" fmla="*/ 59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8">
                  <a:moveTo>
                    <a:pt x="0" y="0"/>
                  </a:moveTo>
                  <a:cubicBezTo>
                    <a:pt x="12" y="3"/>
                    <a:pt x="17" y="17"/>
                    <a:pt x="25" y="26"/>
                  </a:cubicBezTo>
                  <a:cubicBezTo>
                    <a:pt x="31" y="32"/>
                    <a:pt x="41" y="35"/>
                    <a:pt x="47" y="3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215">
              <a:extLst>
                <a:ext uri="{FF2B5EF4-FFF2-40B4-BE49-F238E27FC236}">
                  <a16:creationId xmlns:a16="http://schemas.microsoft.com/office/drawing/2014/main" id="{0BFD7B1B-5CB9-4F2C-87E1-B9B64F73B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784"/>
              <a:ext cx="138" cy="88"/>
            </a:xfrm>
            <a:custGeom>
              <a:avLst/>
              <a:gdLst>
                <a:gd name="T0" fmla="*/ 868 w 55"/>
                <a:gd name="T1" fmla="*/ 556 h 35"/>
                <a:gd name="T2" fmla="*/ 597 w 55"/>
                <a:gd name="T3" fmla="*/ 443 h 35"/>
                <a:gd name="T4" fmla="*/ 301 w 55"/>
                <a:gd name="T5" fmla="*/ 347 h 35"/>
                <a:gd name="T6" fmla="*/ 0 w 55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5">
                  <a:moveTo>
                    <a:pt x="55" y="35"/>
                  </a:moveTo>
                  <a:cubicBezTo>
                    <a:pt x="49" y="32"/>
                    <a:pt x="44" y="29"/>
                    <a:pt x="38" y="28"/>
                  </a:cubicBezTo>
                  <a:cubicBezTo>
                    <a:pt x="32" y="26"/>
                    <a:pt x="25" y="25"/>
                    <a:pt x="19" y="22"/>
                  </a:cubicBezTo>
                  <a:cubicBezTo>
                    <a:pt x="10" y="18"/>
                    <a:pt x="3" y="9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216">
              <a:extLst>
                <a:ext uri="{FF2B5EF4-FFF2-40B4-BE49-F238E27FC236}">
                  <a16:creationId xmlns:a16="http://schemas.microsoft.com/office/drawing/2014/main" id="{EA424CF2-7C9E-40DB-AFCE-1E25F82AC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697"/>
              <a:ext cx="133" cy="85"/>
            </a:xfrm>
            <a:custGeom>
              <a:avLst/>
              <a:gdLst>
                <a:gd name="T0" fmla="*/ 838 w 53"/>
                <a:gd name="T1" fmla="*/ 533 h 34"/>
                <a:gd name="T2" fmla="*/ 535 w 53"/>
                <a:gd name="T3" fmla="*/ 520 h 34"/>
                <a:gd name="T4" fmla="*/ 238 w 53"/>
                <a:gd name="T5" fmla="*/ 395 h 34"/>
                <a:gd name="T6" fmla="*/ 0 w 5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53" y="34"/>
                  </a:moveTo>
                  <a:cubicBezTo>
                    <a:pt x="49" y="32"/>
                    <a:pt x="40" y="33"/>
                    <a:pt x="34" y="33"/>
                  </a:cubicBezTo>
                  <a:cubicBezTo>
                    <a:pt x="27" y="33"/>
                    <a:pt x="20" y="30"/>
                    <a:pt x="15" y="25"/>
                  </a:cubicBezTo>
                  <a:cubicBezTo>
                    <a:pt x="8" y="18"/>
                    <a:pt x="2" y="9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217">
              <a:extLst>
                <a:ext uri="{FF2B5EF4-FFF2-40B4-BE49-F238E27FC236}">
                  <a16:creationId xmlns:a16="http://schemas.microsoft.com/office/drawing/2014/main" id="{C1FCC29D-1CFA-44A5-A25F-8B511481D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544"/>
              <a:ext cx="140" cy="155"/>
            </a:xfrm>
            <a:custGeom>
              <a:avLst/>
              <a:gdLst>
                <a:gd name="T0" fmla="*/ 875 w 56"/>
                <a:gd name="T1" fmla="*/ 970 h 62"/>
                <a:gd name="T2" fmla="*/ 550 w 56"/>
                <a:gd name="T3" fmla="*/ 845 h 62"/>
                <a:gd name="T4" fmla="*/ 208 w 56"/>
                <a:gd name="T5" fmla="*/ 625 h 62"/>
                <a:gd name="T6" fmla="*/ 33 w 56"/>
                <a:gd name="T7" fmla="*/ 250 h 62"/>
                <a:gd name="T8" fmla="*/ 0 w 56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2">
                  <a:moveTo>
                    <a:pt x="56" y="62"/>
                  </a:moveTo>
                  <a:cubicBezTo>
                    <a:pt x="50" y="57"/>
                    <a:pt x="43" y="56"/>
                    <a:pt x="35" y="54"/>
                  </a:cubicBezTo>
                  <a:cubicBezTo>
                    <a:pt x="27" y="50"/>
                    <a:pt x="19" y="47"/>
                    <a:pt x="13" y="40"/>
                  </a:cubicBezTo>
                  <a:cubicBezTo>
                    <a:pt x="7" y="33"/>
                    <a:pt x="4" y="24"/>
                    <a:pt x="2" y="16"/>
                  </a:cubicBezTo>
                  <a:cubicBezTo>
                    <a:pt x="1" y="11"/>
                    <a:pt x="1" y="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218">
              <a:extLst>
                <a:ext uri="{FF2B5EF4-FFF2-40B4-BE49-F238E27FC236}">
                  <a16:creationId xmlns:a16="http://schemas.microsoft.com/office/drawing/2014/main" id="{75EC3376-0E54-4FCB-8EC5-E5854D242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299"/>
              <a:ext cx="77" cy="202"/>
            </a:xfrm>
            <a:custGeom>
              <a:avLst/>
              <a:gdLst>
                <a:gd name="T0" fmla="*/ 474 w 31"/>
                <a:gd name="T1" fmla="*/ 1257 h 81"/>
                <a:gd name="T2" fmla="*/ 400 w 31"/>
                <a:gd name="T3" fmla="*/ 1120 h 81"/>
                <a:gd name="T4" fmla="*/ 258 w 31"/>
                <a:gd name="T5" fmla="*/ 965 h 81"/>
                <a:gd name="T6" fmla="*/ 42 w 31"/>
                <a:gd name="T7" fmla="*/ 604 h 81"/>
                <a:gd name="T8" fmla="*/ 92 w 31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1">
                  <a:moveTo>
                    <a:pt x="31" y="81"/>
                  </a:moveTo>
                  <a:cubicBezTo>
                    <a:pt x="29" y="78"/>
                    <a:pt x="28" y="75"/>
                    <a:pt x="26" y="72"/>
                  </a:cubicBezTo>
                  <a:cubicBezTo>
                    <a:pt x="23" y="68"/>
                    <a:pt x="20" y="65"/>
                    <a:pt x="17" y="62"/>
                  </a:cubicBezTo>
                  <a:cubicBezTo>
                    <a:pt x="11" y="55"/>
                    <a:pt x="5" y="48"/>
                    <a:pt x="3" y="39"/>
                  </a:cubicBezTo>
                  <a:cubicBezTo>
                    <a:pt x="0" y="25"/>
                    <a:pt x="2" y="13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219">
              <a:extLst>
                <a:ext uri="{FF2B5EF4-FFF2-40B4-BE49-F238E27FC236}">
                  <a16:creationId xmlns:a16="http://schemas.microsoft.com/office/drawing/2014/main" id="{F1B385D9-C483-4487-9756-AAA088E6C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086"/>
              <a:ext cx="60" cy="200"/>
            </a:xfrm>
            <a:custGeom>
              <a:avLst/>
              <a:gdLst>
                <a:gd name="T0" fmla="*/ 375 w 24"/>
                <a:gd name="T1" fmla="*/ 1250 h 80"/>
                <a:gd name="T2" fmla="*/ 270 w 24"/>
                <a:gd name="T3" fmla="*/ 1113 h 80"/>
                <a:gd name="T4" fmla="*/ 125 w 24"/>
                <a:gd name="T5" fmla="*/ 938 h 80"/>
                <a:gd name="T6" fmla="*/ 33 w 24"/>
                <a:gd name="T7" fmla="*/ 470 h 80"/>
                <a:gd name="T8" fmla="*/ 188 w 24"/>
                <a:gd name="T9" fmla="*/ 113 h 80"/>
                <a:gd name="T10" fmla="*/ 283 w 24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80">
                  <a:moveTo>
                    <a:pt x="24" y="80"/>
                  </a:moveTo>
                  <a:cubicBezTo>
                    <a:pt x="23" y="77"/>
                    <a:pt x="19" y="74"/>
                    <a:pt x="17" y="71"/>
                  </a:cubicBezTo>
                  <a:cubicBezTo>
                    <a:pt x="14" y="67"/>
                    <a:pt x="10" y="64"/>
                    <a:pt x="8" y="60"/>
                  </a:cubicBezTo>
                  <a:cubicBezTo>
                    <a:pt x="2" y="50"/>
                    <a:pt x="0" y="41"/>
                    <a:pt x="2" y="30"/>
                  </a:cubicBezTo>
                  <a:cubicBezTo>
                    <a:pt x="4" y="22"/>
                    <a:pt x="7" y="14"/>
                    <a:pt x="12" y="7"/>
                  </a:cubicBezTo>
                  <a:cubicBezTo>
                    <a:pt x="14" y="5"/>
                    <a:pt x="16" y="2"/>
                    <a:pt x="18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220">
              <a:extLst>
                <a:ext uri="{FF2B5EF4-FFF2-40B4-BE49-F238E27FC236}">
                  <a16:creationId xmlns:a16="http://schemas.microsoft.com/office/drawing/2014/main" id="{AC2F1AE2-0896-4692-87D4-D7A33B14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76"/>
              <a:ext cx="55" cy="190"/>
            </a:xfrm>
            <a:custGeom>
              <a:avLst/>
              <a:gdLst>
                <a:gd name="T0" fmla="*/ 95 w 22"/>
                <a:gd name="T1" fmla="*/ 1188 h 76"/>
                <a:gd name="T2" fmla="*/ 63 w 22"/>
                <a:gd name="T3" fmla="*/ 488 h 76"/>
                <a:gd name="T4" fmla="*/ 345 w 22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6" y="76"/>
                  </a:moveTo>
                  <a:cubicBezTo>
                    <a:pt x="6" y="61"/>
                    <a:pt x="0" y="46"/>
                    <a:pt x="4" y="31"/>
                  </a:cubicBezTo>
                  <a:cubicBezTo>
                    <a:pt x="7" y="18"/>
                    <a:pt x="13" y="9"/>
                    <a:pt x="22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221">
              <a:extLst>
                <a:ext uri="{FF2B5EF4-FFF2-40B4-BE49-F238E27FC236}">
                  <a16:creationId xmlns:a16="http://schemas.microsoft.com/office/drawing/2014/main" id="{08C15CCA-0FFA-48E6-B110-E1ECD7857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654"/>
              <a:ext cx="138" cy="182"/>
            </a:xfrm>
            <a:custGeom>
              <a:avLst/>
              <a:gdLst>
                <a:gd name="T0" fmla="*/ 0 w 55"/>
                <a:gd name="T1" fmla="*/ 1132 h 73"/>
                <a:gd name="T2" fmla="*/ 33 w 55"/>
                <a:gd name="T3" fmla="*/ 945 h 73"/>
                <a:gd name="T4" fmla="*/ 63 w 55"/>
                <a:gd name="T5" fmla="*/ 633 h 73"/>
                <a:gd name="T6" fmla="*/ 366 w 55"/>
                <a:gd name="T7" fmla="*/ 217 h 73"/>
                <a:gd name="T8" fmla="*/ 725 w 55"/>
                <a:gd name="T9" fmla="*/ 42 h 73"/>
                <a:gd name="T10" fmla="*/ 868 w 55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3">
                  <a:moveTo>
                    <a:pt x="0" y="73"/>
                  </a:moveTo>
                  <a:cubicBezTo>
                    <a:pt x="3" y="71"/>
                    <a:pt x="2" y="64"/>
                    <a:pt x="2" y="61"/>
                  </a:cubicBezTo>
                  <a:cubicBezTo>
                    <a:pt x="2" y="54"/>
                    <a:pt x="3" y="47"/>
                    <a:pt x="4" y="41"/>
                  </a:cubicBezTo>
                  <a:cubicBezTo>
                    <a:pt x="7" y="30"/>
                    <a:pt x="14" y="21"/>
                    <a:pt x="23" y="14"/>
                  </a:cubicBezTo>
                  <a:cubicBezTo>
                    <a:pt x="30" y="9"/>
                    <a:pt x="38" y="5"/>
                    <a:pt x="46" y="3"/>
                  </a:cubicBezTo>
                  <a:cubicBezTo>
                    <a:pt x="48" y="2"/>
                    <a:pt x="54" y="1"/>
                    <a:pt x="55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22">
              <a:extLst>
                <a:ext uri="{FF2B5EF4-FFF2-40B4-BE49-F238E27FC236}">
                  <a16:creationId xmlns:a16="http://schemas.microsoft.com/office/drawing/2014/main" id="{F4ED1CFD-45AF-4D21-AEE9-D1140CB54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499"/>
              <a:ext cx="168" cy="135"/>
            </a:xfrm>
            <a:custGeom>
              <a:avLst/>
              <a:gdLst>
                <a:gd name="T0" fmla="*/ 0 w 67"/>
                <a:gd name="T1" fmla="*/ 845 h 54"/>
                <a:gd name="T2" fmla="*/ 63 w 67"/>
                <a:gd name="T3" fmla="*/ 675 h 54"/>
                <a:gd name="T4" fmla="*/ 176 w 67"/>
                <a:gd name="T5" fmla="*/ 363 h 54"/>
                <a:gd name="T6" fmla="*/ 554 w 67"/>
                <a:gd name="T7" fmla="*/ 83 h 54"/>
                <a:gd name="T8" fmla="*/ 913 w 67"/>
                <a:gd name="T9" fmla="*/ 20 h 54"/>
                <a:gd name="T10" fmla="*/ 1056 w 67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54">
                  <a:moveTo>
                    <a:pt x="0" y="54"/>
                  </a:moveTo>
                  <a:cubicBezTo>
                    <a:pt x="2" y="51"/>
                    <a:pt x="3" y="46"/>
                    <a:pt x="4" y="43"/>
                  </a:cubicBezTo>
                  <a:cubicBezTo>
                    <a:pt x="6" y="36"/>
                    <a:pt x="8" y="29"/>
                    <a:pt x="11" y="23"/>
                  </a:cubicBezTo>
                  <a:cubicBezTo>
                    <a:pt x="17" y="13"/>
                    <a:pt x="25" y="9"/>
                    <a:pt x="35" y="5"/>
                  </a:cubicBezTo>
                  <a:cubicBezTo>
                    <a:pt x="42" y="2"/>
                    <a:pt x="50" y="0"/>
                    <a:pt x="58" y="1"/>
                  </a:cubicBezTo>
                  <a:cubicBezTo>
                    <a:pt x="61" y="1"/>
                    <a:pt x="65" y="2"/>
                    <a:pt x="6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223">
              <a:extLst>
                <a:ext uri="{FF2B5EF4-FFF2-40B4-BE49-F238E27FC236}">
                  <a16:creationId xmlns:a16="http://schemas.microsoft.com/office/drawing/2014/main" id="{0DA1E0A0-979B-40D0-8BD6-A07B72800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394"/>
              <a:ext cx="143" cy="92"/>
            </a:xfrm>
            <a:custGeom>
              <a:avLst/>
              <a:gdLst>
                <a:gd name="T0" fmla="*/ 0 w 57"/>
                <a:gd name="T1" fmla="*/ 569 h 37"/>
                <a:gd name="T2" fmla="*/ 472 w 57"/>
                <a:gd name="T3" fmla="*/ 216 h 37"/>
                <a:gd name="T4" fmla="*/ 743 w 57"/>
                <a:gd name="T5" fmla="*/ 42 h 37"/>
                <a:gd name="T6" fmla="*/ 901 w 57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7">
                  <a:moveTo>
                    <a:pt x="0" y="37"/>
                  </a:moveTo>
                  <a:cubicBezTo>
                    <a:pt x="12" y="34"/>
                    <a:pt x="20" y="22"/>
                    <a:pt x="30" y="14"/>
                  </a:cubicBezTo>
                  <a:cubicBezTo>
                    <a:pt x="35" y="10"/>
                    <a:pt x="40" y="5"/>
                    <a:pt x="47" y="3"/>
                  </a:cubicBezTo>
                  <a:cubicBezTo>
                    <a:pt x="50" y="2"/>
                    <a:pt x="54" y="1"/>
                    <a:pt x="5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224">
              <a:extLst>
                <a:ext uri="{FF2B5EF4-FFF2-40B4-BE49-F238E27FC236}">
                  <a16:creationId xmlns:a16="http://schemas.microsoft.com/office/drawing/2014/main" id="{2819D7E1-CC4E-4CF5-95A3-5D5A217F9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409"/>
              <a:ext cx="203" cy="90"/>
            </a:xfrm>
            <a:custGeom>
              <a:avLst/>
              <a:gdLst>
                <a:gd name="T0" fmla="*/ 1276 w 81"/>
                <a:gd name="T1" fmla="*/ 0 h 36"/>
                <a:gd name="T2" fmla="*/ 1088 w 81"/>
                <a:gd name="T3" fmla="*/ 63 h 36"/>
                <a:gd name="T4" fmla="*/ 880 w 81"/>
                <a:gd name="T5" fmla="*/ 83 h 36"/>
                <a:gd name="T6" fmla="*/ 521 w 81"/>
                <a:gd name="T7" fmla="*/ 145 h 36"/>
                <a:gd name="T8" fmla="*/ 175 w 81"/>
                <a:gd name="T9" fmla="*/ 363 h 36"/>
                <a:gd name="T10" fmla="*/ 0 w 81"/>
                <a:gd name="T11" fmla="*/ 56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36">
                  <a:moveTo>
                    <a:pt x="81" y="0"/>
                  </a:moveTo>
                  <a:cubicBezTo>
                    <a:pt x="78" y="0"/>
                    <a:pt x="72" y="3"/>
                    <a:pt x="69" y="4"/>
                  </a:cubicBezTo>
                  <a:cubicBezTo>
                    <a:pt x="64" y="4"/>
                    <a:pt x="60" y="5"/>
                    <a:pt x="56" y="5"/>
                  </a:cubicBezTo>
                  <a:cubicBezTo>
                    <a:pt x="48" y="7"/>
                    <a:pt x="40" y="6"/>
                    <a:pt x="33" y="9"/>
                  </a:cubicBezTo>
                  <a:cubicBezTo>
                    <a:pt x="25" y="13"/>
                    <a:pt x="16" y="17"/>
                    <a:pt x="11" y="23"/>
                  </a:cubicBezTo>
                  <a:cubicBezTo>
                    <a:pt x="8" y="26"/>
                    <a:pt x="2" y="36"/>
                    <a:pt x="0" y="3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225">
              <a:extLst>
                <a:ext uri="{FF2B5EF4-FFF2-40B4-BE49-F238E27FC236}">
                  <a16:creationId xmlns:a16="http://schemas.microsoft.com/office/drawing/2014/main" id="{073EC71A-F211-412A-A5D5-01EEF1E47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529"/>
              <a:ext cx="157" cy="162"/>
            </a:xfrm>
            <a:custGeom>
              <a:avLst/>
              <a:gdLst>
                <a:gd name="T0" fmla="*/ 974 w 63"/>
                <a:gd name="T1" fmla="*/ 0 h 65"/>
                <a:gd name="T2" fmla="*/ 820 w 63"/>
                <a:gd name="T3" fmla="*/ 75 h 65"/>
                <a:gd name="T4" fmla="*/ 603 w 63"/>
                <a:gd name="T5" fmla="*/ 155 h 65"/>
                <a:gd name="T6" fmla="*/ 279 w 63"/>
                <a:gd name="T7" fmla="*/ 354 h 65"/>
                <a:gd name="T8" fmla="*/ 42 w 63"/>
                <a:gd name="T9" fmla="*/ 715 h 65"/>
                <a:gd name="T10" fmla="*/ 0 w 63"/>
                <a:gd name="T11" fmla="*/ 1007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65">
                  <a:moveTo>
                    <a:pt x="63" y="0"/>
                  </a:moveTo>
                  <a:cubicBezTo>
                    <a:pt x="60" y="0"/>
                    <a:pt x="56" y="4"/>
                    <a:pt x="53" y="5"/>
                  </a:cubicBezTo>
                  <a:cubicBezTo>
                    <a:pt x="48" y="7"/>
                    <a:pt x="44" y="9"/>
                    <a:pt x="39" y="10"/>
                  </a:cubicBezTo>
                  <a:cubicBezTo>
                    <a:pt x="30" y="13"/>
                    <a:pt x="24" y="17"/>
                    <a:pt x="18" y="23"/>
                  </a:cubicBezTo>
                  <a:cubicBezTo>
                    <a:pt x="11" y="29"/>
                    <a:pt x="6" y="36"/>
                    <a:pt x="3" y="46"/>
                  </a:cubicBezTo>
                  <a:cubicBezTo>
                    <a:pt x="2" y="52"/>
                    <a:pt x="1" y="59"/>
                    <a:pt x="0" y="6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226">
              <a:extLst>
                <a:ext uri="{FF2B5EF4-FFF2-40B4-BE49-F238E27FC236}">
                  <a16:creationId xmlns:a16="http://schemas.microsoft.com/office/drawing/2014/main" id="{C0F5FA4F-10EA-4393-901D-B933A3C7E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726"/>
              <a:ext cx="90" cy="200"/>
            </a:xfrm>
            <a:custGeom>
              <a:avLst/>
              <a:gdLst>
                <a:gd name="T0" fmla="*/ 563 w 36"/>
                <a:gd name="T1" fmla="*/ 0 h 80"/>
                <a:gd name="T2" fmla="*/ 83 w 36"/>
                <a:gd name="T3" fmla="*/ 488 h 80"/>
                <a:gd name="T4" fmla="*/ 0 w 36"/>
                <a:gd name="T5" fmla="*/ 908 h 80"/>
                <a:gd name="T6" fmla="*/ 83 w 36"/>
                <a:gd name="T7" fmla="*/ 125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80">
                  <a:moveTo>
                    <a:pt x="36" y="0"/>
                  </a:moveTo>
                  <a:cubicBezTo>
                    <a:pt x="25" y="10"/>
                    <a:pt x="12" y="16"/>
                    <a:pt x="5" y="31"/>
                  </a:cubicBezTo>
                  <a:cubicBezTo>
                    <a:pt x="1" y="38"/>
                    <a:pt x="0" y="50"/>
                    <a:pt x="0" y="58"/>
                  </a:cubicBezTo>
                  <a:cubicBezTo>
                    <a:pt x="1" y="65"/>
                    <a:pt x="6" y="73"/>
                    <a:pt x="5" y="8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227">
              <a:extLst>
                <a:ext uri="{FF2B5EF4-FFF2-40B4-BE49-F238E27FC236}">
                  <a16:creationId xmlns:a16="http://schemas.microsoft.com/office/drawing/2014/main" id="{0AD755D7-A2B8-4112-8F73-558B0AEE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946"/>
              <a:ext cx="73" cy="213"/>
            </a:xfrm>
            <a:custGeom>
              <a:avLst/>
              <a:gdLst>
                <a:gd name="T0" fmla="*/ 463 w 29"/>
                <a:gd name="T1" fmla="*/ 0 h 85"/>
                <a:gd name="T2" fmla="*/ 317 w 29"/>
                <a:gd name="T3" fmla="*/ 175 h 85"/>
                <a:gd name="T4" fmla="*/ 126 w 29"/>
                <a:gd name="T5" fmla="*/ 376 h 85"/>
                <a:gd name="T6" fmla="*/ 20 w 29"/>
                <a:gd name="T7" fmla="*/ 742 h 85"/>
                <a:gd name="T8" fmla="*/ 96 w 29"/>
                <a:gd name="T9" fmla="*/ 1088 h 85"/>
                <a:gd name="T10" fmla="*/ 222 w 29"/>
                <a:gd name="T11" fmla="*/ 1338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85">
                  <a:moveTo>
                    <a:pt x="29" y="0"/>
                  </a:moveTo>
                  <a:cubicBezTo>
                    <a:pt x="26" y="3"/>
                    <a:pt x="23" y="8"/>
                    <a:pt x="20" y="11"/>
                  </a:cubicBezTo>
                  <a:cubicBezTo>
                    <a:pt x="17" y="15"/>
                    <a:pt x="12" y="19"/>
                    <a:pt x="8" y="24"/>
                  </a:cubicBezTo>
                  <a:cubicBezTo>
                    <a:pt x="4" y="30"/>
                    <a:pt x="2" y="40"/>
                    <a:pt x="1" y="47"/>
                  </a:cubicBezTo>
                  <a:cubicBezTo>
                    <a:pt x="0" y="55"/>
                    <a:pt x="3" y="62"/>
                    <a:pt x="6" y="69"/>
                  </a:cubicBezTo>
                  <a:cubicBezTo>
                    <a:pt x="7" y="72"/>
                    <a:pt x="14" y="84"/>
                    <a:pt x="14" y="8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228">
              <a:extLst>
                <a:ext uri="{FF2B5EF4-FFF2-40B4-BE49-F238E27FC236}">
                  <a16:creationId xmlns:a16="http://schemas.microsoft.com/office/drawing/2014/main" id="{323A9D5B-CDE3-445B-A841-AC1378643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189"/>
              <a:ext cx="80" cy="190"/>
            </a:xfrm>
            <a:custGeom>
              <a:avLst/>
              <a:gdLst>
                <a:gd name="T0" fmla="*/ 175 w 32"/>
                <a:gd name="T1" fmla="*/ 0 h 76"/>
                <a:gd name="T2" fmla="*/ 63 w 32"/>
                <a:gd name="T3" fmla="*/ 363 h 76"/>
                <a:gd name="T4" fmla="*/ 33 w 32"/>
                <a:gd name="T5" fmla="*/ 688 h 76"/>
                <a:gd name="T6" fmla="*/ 250 w 32"/>
                <a:gd name="T7" fmla="*/ 1000 h 76"/>
                <a:gd name="T8" fmla="*/ 500 w 32"/>
                <a:gd name="T9" fmla="*/ 118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6">
                  <a:moveTo>
                    <a:pt x="11" y="0"/>
                  </a:moveTo>
                  <a:cubicBezTo>
                    <a:pt x="10" y="8"/>
                    <a:pt x="6" y="16"/>
                    <a:pt x="4" y="23"/>
                  </a:cubicBezTo>
                  <a:cubicBezTo>
                    <a:pt x="2" y="30"/>
                    <a:pt x="0" y="37"/>
                    <a:pt x="2" y="44"/>
                  </a:cubicBezTo>
                  <a:cubicBezTo>
                    <a:pt x="4" y="53"/>
                    <a:pt x="9" y="58"/>
                    <a:pt x="16" y="64"/>
                  </a:cubicBezTo>
                  <a:cubicBezTo>
                    <a:pt x="18" y="66"/>
                    <a:pt x="32" y="75"/>
                    <a:pt x="32" y="7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229">
              <a:extLst>
                <a:ext uri="{FF2B5EF4-FFF2-40B4-BE49-F238E27FC236}">
                  <a16:creationId xmlns:a16="http://schemas.microsoft.com/office/drawing/2014/main" id="{C47BED8B-688A-4DB1-98C7-A06CF4AEA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419"/>
              <a:ext cx="107" cy="185"/>
            </a:xfrm>
            <a:custGeom>
              <a:avLst/>
              <a:gdLst>
                <a:gd name="T0" fmla="*/ 0 w 43"/>
                <a:gd name="T1" fmla="*/ 0 h 74"/>
                <a:gd name="T2" fmla="*/ 12 w 43"/>
                <a:gd name="T3" fmla="*/ 488 h 74"/>
                <a:gd name="T4" fmla="*/ 105 w 43"/>
                <a:gd name="T5" fmla="*/ 750 h 74"/>
                <a:gd name="T6" fmla="*/ 383 w 43"/>
                <a:gd name="T7" fmla="*/ 988 h 74"/>
                <a:gd name="T8" fmla="*/ 570 w 43"/>
                <a:gd name="T9" fmla="*/ 1095 h 74"/>
                <a:gd name="T10" fmla="*/ 662 w 43"/>
                <a:gd name="T11" fmla="*/ 115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74">
                  <a:moveTo>
                    <a:pt x="0" y="0"/>
                  </a:moveTo>
                  <a:cubicBezTo>
                    <a:pt x="6" y="9"/>
                    <a:pt x="1" y="22"/>
                    <a:pt x="1" y="31"/>
                  </a:cubicBezTo>
                  <a:cubicBezTo>
                    <a:pt x="1" y="37"/>
                    <a:pt x="3" y="43"/>
                    <a:pt x="7" y="48"/>
                  </a:cubicBezTo>
                  <a:cubicBezTo>
                    <a:pt x="12" y="54"/>
                    <a:pt x="18" y="59"/>
                    <a:pt x="25" y="63"/>
                  </a:cubicBezTo>
                  <a:cubicBezTo>
                    <a:pt x="29" y="65"/>
                    <a:pt x="33" y="68"/>
                    <a:pt x="37" y="70"/>
                  </a:cubicBezTo>
                  <a:cubicBezTo>
                    <a:pt x="39" y="72"/>
                    <a:pt x="41" y="74"/>
                    <a:pt x="43" y="74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230">
              <a:extLst>
                <a:ext uri="{FF2B5EF4-FFF2-40B4-BE49-F238E27FC236}">
                  <a16:creationId xmlns:a16="http://schemas.microsoft.com/office/drawing/2014/main" id="{A05818C2-9990-47A9-B03E-BE335474F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649"/>
              <a:ext cx="152" cy="120"/>
            </a:xfrm>
            <a:custGeom>
              <a:avLst/>
              <a:gdLst>
                <a:gd name="T0" fmla="*/ 0 w 61"/>
                <a:gd name="T1" fmla="*/ 0 h 48"/>
                <a:gd name="T2" fmla="*/ 384 w 61"/>
                <a:gd name="T3" fmla="*/ 595 h 48"/>
                <a:gd name="T4" fmla="*/ 944 w 61"/>
                <a:gd name="T5" fmla="*/ 75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8">
                  <a:moveTo>
                    <a:pt x="0" y="0"/>
                  </a:moveTo>
                  <a:cubicBezTo>
                    <a:pt x="11" y="11"/>
                    <a:pt x="10" y="29"/>
                    <a:pt x="25" y="38"/>
                  </a:cubicBezTo>
                  <a:cubicBezTo>
                    <a:pt x="36" y="44"/>
                    <a:pt x="48" y="48"/>
                    <a:pt x="61" y="4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231">
              <a:extLst>
                <a:ext uri="{FF2B5EF4-FFF2-40B4-BE49-F238E27FC236}">
                  <a16:creationId xmlns:a16="http://schemas.microsoft.com/office/drawing/2014/main" id="{A7A0B041-A6F5-49BB-A20A-40EE39EF4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772"/>
              <a:ext cx="125" cy="72"/>
            </a:xfrm>
            <a:custGeom>
              <a:avLst/>
              <a:gdLst>
                <a:gd name="T0" fmla="*/ 0 w 50"/>
                <a:gd name="T1" fmla="*/ 0 h 29"/>
                <a:gd name="T2" fmla="*/ 95 w 50"/>
                <a:gd name="T3" fmla="*/ 104 h 29"/>
                <a:gd name="T4" fmla="*/ 175 w 50"/>
                <a:gd name="T5" fmla="*/ 228 h 29"/>
                <a:gd name="T6" fmla="*/ 333 w 50"/>
                <a:gd name="T7" fmla="*/ 370 h 29"/>
                <a:gd name="T8" fmla="*/ 583 w 50"/>
                <a:gd name="T9" fmla="*/ 432 h 29"/>
                <a:gd name="T10" fmla="*/ 783 w 50"/>
                <a:gd name="T11" fmla="*/ 41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">
                  <a:moveTo>
                    <a:pt x="0" y="0"/>
                  </a:moveTo>
                  <a:cubicBezTo>
                    <a:pt x="2" y="3"/>
                    <a:pt x="4" y="4"/>
                    <a:pt x="6" y="7"/>
                  </a:cubicBezTo>
                  <a:cubicBezTo>
                    <a:pt x="8" y="9"/>
                    <a:pt x="9" y="12"/>
                    <a:pt x="11" y="15"/>
                  </a:cubicBezTo>
                  <a:cubicBezTo>
                    <a:pt x="13" y="18"/>
                    <a:pt x="17" y="22"/>
                    <a:pt x="21" y="24"/>
                  </a:cubicBezTo>
                  <a:cubicBezTo>
                    <a:pt x="26" y="27"/>
                    <a:pt x="32" y="28"/>
                    <a:pt x="37" y="28"/>
                  </a:cubicBezTo>
                  <a:cubicBezTo>
                    <a:pt x="42" y="29"/>
                    <a:pt x="46" y="27"/>
                    <a:pt x="50" y="27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232">
              <a:extLst>
                <a:ext uri="{FF2B5EF4-FFF2-40B4-BE49-F238E27FC236}">
                  <a16:creationId xmlns:a16="http://schemas.microsoft.com/office/drawing/2014/main" id="{33931DFD-D3FC-469F-9A26-A5685DFCD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244"/>
              <a:ext cx="2758" cy="725"/>
            </a:xfrm>
            <a:custGeom>
              <a:avLst/>
              <a:gdLst>
                <a:gd name="T0" fmla="*/ 17243 w 1103"/>
                <a:gd name="T1" fmla="*/ 4533 h 290"/>
                <a:gd name="T2" fmla="*/ 14088 w 1103"/>
                <a:gd name="T3" fmla="*/ 4270 h 290"/>
                <a:gd name="T4" fmla="*/ 4721 w 1103"/>
                <a:gd name="T5" fmla="*/ 3970 h 290"/>
                <a:gd name="T6" fmla="*/ 0 w 1103"/>
                <a:gd name="T7" fmla="*/ 4300 h 290"/>
                <a:gd name="T8" fmla="*/ 0 w 1103"/>
                <a:gd name="T9" fmla="*/ 2988 h 290"/>
                <a:gd name="T10" fmla="*/ 3063 w 1103"/>
                <a:gd name="T11" fmla="*/ 2333 h 290"/>
                <a:gd name="T12" fmla="*/ 12055 w 1103"/>
                <a:gd name="T13" fmla="*/ 1938 h 290"/>
                <a:gd name="T14" fmla="*/ 17243 w 1103"/>
                <a:gd name="T15" fmla="*/ 3175 h 290"/>
                <a:gd name="T16" fmla="*/ 17243 w 1103"/>
                <a:gd name="T17" fmla="*/ 4533 h 2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3" h="290">
                  <a:moveTo>
                    <a:pt x="1103" y="290"/>
                  </a:moveTo>
                  <a:cubicBezTo>
                    <a:pt x="1103" y="290"/>
                    <a:pt x="968" y="284"/>
                    <a:pt x="901" y="273"/>
                  </a:cubicBezTo>
                  <a:cubicBezTo>
                    <a:pt x="751" y="248"/>
                    <a:pt x="373" y="251"/>
                    <a:pt x="302" y="254"/>
                  </a:cubicBezTo>
                  <a:cubicBezTo>
                    <a:pt x="238" y="257"/>
                    <a:pt x="0" y="275"/>
                    <a:pt x="0" y="275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0" y="191"/>
                    <a:pt x="101" y="195"/>
                    <a:pt x="196" y="149"/>
                  </a:cubicBezTo>
                  <a:cubicBezTo>
                    <a:pt x="278" y="109"/>
                    <a:pt x="543" y="0"/>
                    <a:pt x="771" y="124"/>
                  </a:cubicBezTo>
                  <a:cubicBezTo>
                    <a:pt x="999" y="248"/>
                    <a:pt x="1103" y="203"/>
                    <a:pt x="1103" y="203"/>
                  </a:cubicBezTo>
                  <a:lnTo>
                    <a:pt x="1103" y="290"/>
                  </a:lnTo>
                  <a:close/>
                </a:path>
              </a:pathLst>
            </a:custGeom>
            <a:noFill/>
            <a:ln w="158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233">
              <a:extLst>
                <a:ext uri="{FF2B5EF4-FFF2-40B4-BE49-F238E27FC236}">
                  <a16:creationId xmlns:a16="http://schemas.microsoft.com/office/drawing/2014/main" id="{1E970723-8798-4101-BF87-C2E52EE61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351"/>
              <a:ext cx="702" cy="1581"/>
            </a:xfrm>
            <a:custGeom>
              <a:avLst/>
              <a:gdLst>
                <a:gd name="T0" fmla="*/ 4369 w 281"/>
                <a:gd name="T1" fmla="*/ 0 h 632"/>
                <a:gd name="T2" fmla="*/ 0 w 281"/>
                <a:gd name="T3" fmla="*/ 4943 h 632"/>
                <a:gd name="T4" fmla="*/ 4382 w 281"/>
                <a:gd name="T5" fmla="*/ 9894 h 632"/>
                <a:gd name="T6" fmla="*/ 4369 w 281"/>
                <a:gd name="T7" fmla="*/ 8593 h 632"/>
                <a:gd name="T8" fmla="*/ 1479 w 281"/>
                <a:gd name="T9" fmla="*/ 4943 h 632"/>
                <a:gd name="T10" fmla="*/ 4369 w 281"/>
                <a:gd name="T11" fmla="*/ 1301 h 632"/>
                <a:gd name="T12" fmla="*/ 4369 w 281"/>
                <a:gd name="T13" fmla="*/ 0 h 6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632">
                  <a:moveTo>
                    <a:pt x="280" y="0"/>
                  </a:moveTo>
                  <a:cubicBezTo>
                    <a:pt x="122" y="18"/>
                    <a:pt x="0" y="153"/>
                    <a:pt x="0" y="316"/>
                  </a:cubicBezTo>
                  <a:cubicBezTo>
                    <a:pt x="0" y="479"/>
                    <a:pt x="122" y="614"/>
                    <a:pt x="281" y="632"/>
                  </a:cubicBezTo>
                  <a:cubicBezTo>
                    <a:pt x="280" y="549"/>
                    <a:pt x="280" y="549"/>
                    <a:pt x="280" y="549"/>
                  </a:cubicBezTo>
                  <a:cubicBezTo>
                    <a:pt x="174" y="524"/>
                    <a:pt x="95" y="429"/>
                    <a:pt x="95" y="316"/>
                  </a:cubicBezTo>
                  <a:cubicBezTo>
                    <a:pt x="95" y="203"/>
                    <a:pt x="174" y="108"/>
                    <a:pt x="280" y="83"/>
                  </a:cubicBezTo>
                  <a:lnTo>
                    <a:pt x="280" y="0"/>
                  </a:lnTo>
                  <a:close/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234">
              <a:extLst>
                <a:ext uri="{FF2B5EF4-FFF2-40B4-BE49-F238E27FC236}">
                  <a16:creationId xmlns:a16="http://schemas.microsoft.com/office/drawing/2014/main" id="{81E7644F-4B3B-42D7-9CB2-18131BEAE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684"/>
              <a:ext cx="85" cy="67"/>
            </a:xfrm>
            <a:custGeom>
              <a:avLst/>
              <a:gdLst>
                <a:gd name="T0" fmla="*/ 270 w 34"/>
                <a:gd name="T1" fmla="*/ 74 h 27"/>
                <a:gd name="T2" fmla="*/ 63 w 34"/>
                <a:gd name="T3" fmla="*/ 0 h 27"/>
                <a:gd name="T4" fmla="*/ 238 w 34"/>
                <a:gd name="T5" fmla="*/ 412 h 27"/>
                <a:gd name="T6" fmla="*/ 333 w 34"/>
                <a:gd name="T7" fmla="*/ 7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17" y="5"/>
                  </a:moveTo>
                  <a:cubicBezTo>
                    <a:pt x="15" y="1"/>
                    <a:pt x="9" y="0"/>
                    <a:pt x="4" y="0"/>
                  </a:cubicBezTo>
                  <a:cubicBezTo>
                    <a:pt x="0" y="10"/>
                    <a:pt x="1" y="27"/>
                    <a:pt x="15" y="27"/>
                  </a:cubicBezTo>
                  <a:cubicBezTo>
                    <a:pt x="28" y="27"/>
                    <a:pt x="34" y="11"/>
                    <a:pt x="21" y="5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235">
              <a:extLst>
                <a:ext uri="{FF2B5EF4-FFF2-40B4-BE49-F238E27FC236}">
                  <a16:creationId xmlns:a16="http://schemas.microsoft.com/office/drawing/2014/main" id="{26520A72-9A41-4E8A-BDD7-5B748121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656"/>
              <a:ext cx="75" cy="68"/>
            </a:xfrm>
            <a:custGeom>
              <a:avLst/>
              <a:gdLst>
                <a:gd name="T0" fmla="*/ 0 w 30"/>
                <a:gd name="T1" fmla="*/ 146 h 27"/>
                <a:gd name="T2" fmla="*/ 408 w 30"/>
                <a:gd name="T3" fmla="*/ 222 h 27"/>
                <a:gd name="T4" fmla="*/ 63 w 30"/>
                <a:gd name="T5" fmla="*/ 8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7">
                  <a:moveTo>
                    <a:pt x="0" y="9"/>
                  </a:moveTo>
                  <a:cubicBezTo>
                    <a:pt x="4" y="17"/>
                    <a:pt x="22" y="27"/>
                    <a:pt x="26" y="14"/>
                  </a:cubicBezTo>
                  <a:cubicBezTo>
                    <a:pt x="30" y="0"/>
                    <a:pt x="11" y="4"/>
                    <a:pt x="4" y="5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236">
              <a:extLst>
                <a:ext uri="{FF2B5EF4-FFF2-40B4-BE49-F238E27FC236}">
                  <a16:creationId xmlns:a16="http://schemas.microsoft.com/office/drawing/2014/main" id="{BC14D834-3128-4DED-A514-E7D531D4A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779"/>
              <a:ext cx="133" cy="80"/>
            </a:xfrm>
            <a:custGeom>
              <a:avLst/>
              <a:gdLst>
                <a:gd name="T0" fmla="*/ 113 w 53"/>
                <a:gd name="T1" fmla="*/ 33 h 32"/>
                <a:gd name="T2" fmla="*/ 597 w 53"/>
                <a:gd name="T3" fmla="*/ 300 h 32"/>
                <a:gd name="T4" fmla="*/ 188 w 53"/>
                <a:gd name="T5" fmla="*/ 5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2">
                  <a:moveTo>
                    <a:pt x="7" y="2"/>
                  </a:moveTo>
                  <a:cubicBezTo>
                    <a:pt x="0" y="21"/>
                    <a:pt x="24" y="32"/>
                    <a:pt x="38" y="19"/>
                  </a:cubicBezTo>
                  <a:cubicBezTo>
                    <a:pt x="53" y="5"/>
                    <a:pt x="19" y="0"/>
                    <a:pt x="12" y="3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237">
              <a:extLst>
                <a:ext uri="{FF2B5EF4-FFF2-40B4-BE49-F238E27FC236}">
                  <a16:creationId xmlns:a16="http://schemas.microsoft.com/office/drawing/2014/main" id="{6E95BEEC-1B35-462A-B0A2-CAF6EE177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851"/>
              <a:ext cx="58" cy="68"/>
            </a:xfrm>
            <a:custGeom>
              <a:avLst/>
              <a:gdLst>
                <a:gd name="T0" fmla="*/ 305 w 23"/>
                <a:gd name="T1" fmla="*/ 96 h 27"/>
                <a:gd name="T2" fmla="*/ 113 w 23"/>
                <a:gd name="T3" fmla="*/ 63 h 27"/>
                <a:gd name="T4" fmla="*/ 33 w 23"/>
                <a:gd name="T5" fmla="*/ 317 h 27"/>
                <a:gd name="T6" fmla="*/ 272 w 23"/>
                <a:gd name="T7" fmla="*/ 350 h 27"/>
                <a:gd name="T8" fmla="*/ 272 w 23"/>
                <a:gd name="T9" fmla="*/ 2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19" y="6"/>
                  </a:moveTo>
                  <a:cubicBezTo>
                    <a:pt x="14" y="2"/>
                    <a:pt x="12" y="0"/>
                    <a:pt x="7" y="4"/>
                  </a:cubicBezTo>
                  <a:cubicBezTo>
                    <a:pt x="3" y="7"/>
                    <a:pt x="0" y="15"/>
                    <a:pt x="2" y="20"/>
                  </a:cubicBezTo>
                  <a:cubicBezTo>
                    <a:pt x="5" y="26"/>
                    <a:pt x="13" y="27"/>
                    <a:pt x="17" y="22"/>
                  </a:cubicBezTo>
                  <a:cubicBezTo>
                    <a:pt x="23" y="17"/>
                    <a:pt x="18" y="7"/>
                    <a:pt x="17" y="1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238">
              <a:extLst>
                <a:ext uri="{FF2B5EF4-FFF2-40B4-BE49-F238E27FC236}">
                  <a16:creationId xmlns:a16="http://schemas.microsoft.com/office/drawing/2014/main" id="{24F1A78F-B688-46CC-B48F-0CAA9EBDC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791"/>
              <a:ext cx="75" cy="93"/>
            </a:xfrm>
            <a:custGeom>
              <a:avLst/>
              <a:gdLst>
                <a:gd name="T0" fmla="*/ 175 w 30"/>
                <a:gd name="T1" fmla="*/ 0 h 37"/>
                <a:gd name="T2" fmla="*/ 408 w 30"/>
                <a:gd name="T3" fmla="*/ 430 h 37"/>
                <a:gd name="T4" fmla="*/ 175 w 30"/>
                <a:gd name="T5" fmla="*/ 525 h 37"/>
                <a:gd name="T6" fmla="*/ 20 w 30"/>
                <a:gd name="T7" fmla="*/ 271 h 37"/>
                <a:gd name="T8" fmla="*/ 250 w 30"/>
                <a:gd name="T9" fmla="*/ 11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11" y="0"/>
                  </a:moveTo>
                  <a:cubicBezTo>
                    <a:pt x="21" y="7"/>
                    <a:pt x="30" y="14"/>
                    <a:pt x="26" y="27"/>
                  </a:cubicBezTo>
                  <a:cubicBezTo>
                    <a:pt x="23" y="35"/>
                    <a:pt x="18" y="37"/>
                    <a:pt x="11" y="33"/>
                  </a:cubicBezTo>
                  <a:cubicBezTo>
                    <a:pt x="5" y="30"/>
                    <a:pt x="0" y="25"/>
                    <a:pt x="1" y="17"/>
                  </a:cubicBezTo>
                  <a:cubicBezTo>
                    <a:pt x="2" y="7"/>
                    <a:pt x="8" y="7"/>
                    <a:pt x="16" y="7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239">
              <a:extLst>
                <a:ext uri="{FF2B5EF4-FFF2-40B4-BE49-F238E27FC236}">
                  <a16:creationId xmlns:a16="http://schemas.microsoft.com/office/drawing/2014/main" id="{09453312-8062-40C4-9C71-6375053BC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739"/>
              <a:ext cx="70" cy="87"/>
            </a:xfrm>
            <a:custGeom>
              <a:avLst/>
              <a:gdLst>
                <a:gd name="T0" fmla="*/ 20 w 28"/>
                <a:gd name="T1" fmla="*/ 341 h 35"/>
                <a:gd name="T2" fmla="*/ 125 w 28"/>
                <a:gd name="T3" fmla="*/ 30 h 35"/>
                <a:gd name="T4" fmla="*/ 363 w 28"/>
                <a:gd name="T5" fmla="*/ 167 h 35"/>
                <a:gd name="T6" fmla="*/ 33 w 28"/>
                <a:gd name="T7" fmla="*/ 34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5">
                  <a:moveTo>
                    <a:pt x="1" y="22"/>
                  </a:moveTo>
                  <a:cubicBezTo>
                    <a:pt x="2" y="16"/>
                    <a:pt x="2" y="4"/>
                    <a:pt x="8" y="2"/>
                  </a:cubicBezTo>
                  <a:cubicBezTo>
                    <a:pt x="13" y="0"/>
                    <a:pt x="22" y="7"/>
                    <a:pt x="23" y="11"/>
                  </a:cubicBezTo>
                  <a:cubicBezTo>
                    <a:pt x="28" y="29"/>
                    <a:pt x="0" y="35"/>
                    <a:pt x="2" y="22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240">
              <a:extLst>
                <a:ext uri="{FF2B5EF4-FFF2-40B4-BE49-F238E27FC236}">
                  <a16:creationId xmlns:a16="http://schemas.microsoft.com/office/drawing/2014/main" id="{CAE3D3EC-F2A0-4D9D-A27C-ABD1944BD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696"/>
              <a:ext cx="70" cy="120"/>
            </a:xfrm>
            <a:custGeom>
              <a:avLst/>
              <a:gdLst>
                <a:gd name="T0" fmla="*/ 125 w 28"/>
                <a:gd name="T1" fmla="*/ 158 h 48"/>
                <a:gd name="T2" fmla="*/ 313 w 28"/>
                <a:gd name="T3" fmla="*/ 533 h 48"/>
                <a:gd name="T4" fmla="*/ 20 w 28"/>
                <a:gd name="T5" fmla="*/ 30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8">
                  <a:moveTo>
                    <a:pt x="8" y="10"/>
                  </a:moveTo>
                  <a:cubicBezTo>
                    <a:pt x="19" y="0"/>
                    <a:pt x="28" y="24"/>
                    <a:pt x="20" y="34"/>
                  </a:cubicBezTo>
                  <a:cubicBezTo>
                    <a:pt x="7" y="48"/>
                    <a:pt x="0" y="32"/>
                    <a:pt x="1" y="19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241">
              <a:extLst>
                <a:ext uri="{FF2B5EF4-FFF2-40B4-BE49-F238E27FC236}">
                  <a16:creationId xmlns:a16="http://schemas.microsoft.com/office/drawing/2014/main" id="{8571F242-7298-4656-879F-0F6768D2E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619"/>
              <a:ext cx="145" cy="115"/>
            </a:xfrm>
            <a:custGeom>
              <a:avLst/>
              <a:gdLst>
                <a:gd name="T0" fmla="*/ 0 w 58"/>
                <a:gd name="T1" fmla="*/ 63 h 46"/>
                <a:gd name="T2" fmla="*/ 270 w 58"/>
                <a:gd name="T3" fmla="*/ 83 h 46"/>
                <a:gd name="T4" fmla="*/ 333 w 58"/>
                <a:gd name="T5" fmla="*/ 375 h 46"/>
                <a:gd name="T6" fmla="*/ 675 w 58"/>
                <a:gd name="T7" fmla="*/ 720 h 46"/>
                <a:gd name="T8" fmla="*/ 613 w 58"/>
                <a:gd name="T9" fmla="*/ 425 h 46"/>
                <a:gd name="T10" fmla="*/ 345 w 58"/>
                <a:gd name="T11" fmla="*/ 533 h 46"/>
                <a:gd name="T12" fmla="*/ 0 w 58"/>
                <a:gd name="T13" fmla="*/ 3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46">
                  <a:moveTo>
                    <a:pt x="0" y="4"/>
                  </a:moveTo>
                  <a:cubicBezTo>
                    <a:pt x="4" y="1"/>
                    <a:pt x="11" y="0"/>
                    <a:pt x="17" y="5"/>
                  </a:cubicBezTo>
                  <a:cubicBezTo>
                    <a:pt x="22" y="10"/>
                    <a:pt x="21" y="17"/>
                    <a:pt x="21" y="24"/>
                  </a:cubicBezTo>
                  <a:cubicBezTo>
                    <a:pt x="38" y="6"/>
                    <a:pt x="58" y="32"/>
                    <a:pt x="43" y="46"/>
                  </a:cubicBezTo>
                  <a:cubicBezTo>
                    <a:pt x="43" y="39"/>
                    <a:pt x="46" y="31"/>
                    <a:pt x="39" y="27"/>
                  </a:cubicBezTo>
                  <a:cubicBezTo>
                    <a:pt x="30" y="22"/>
                    <a:pt x="28" y="33"/>
                    <a:pt x="22" y="34"/>
                  </a:cubicBezTo>
                  <a:cubicBezTo>
                    <a:pt x="1" y="35"/>
                    <a:pt x="20" y="1"/>
                    <a:pt x="0" y="2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242">
              <a:extLst>
                <a:ext uri="{FF2B5EF4-FFF2-40B4-BE49-F238E27FC236}">
                  <a16:creationId xmlns:a16="http://schemas.microsoft.com/office/drawing/2014/main" id="{16CC0E2D-7A28-4234-8F85-85699FDC9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639"/>
              <a:ext cx="107" cy="85"/>
            </a:xfrm>
            <a:custGeom>
              <a:avLst/>
              <a:gdLst>
                <a:gd name="T0" fmla="*/ 261 w 43"/>
                <a:gd name="T1" fmla="*/ 520 h 34"/>
                <a:gd name="T2" fmla="*/ 495 w 43"/>
                <a:gd name="T3" fmla="*/ 158 h 34"/>
                <a:gd name="T4" fmla="*/ 229 w 43"/>
                <a:gd name="T5" fmla="*/ 45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4">
                  <a:moveTo>
                    <a:pt x="17" y="33"/>
                  </a:moveTo>
                  <a:cubicBezTo>
                    <a:pt x="22" y="34"/>
                    <a:pt x="43" y="18"/>
                    <a:pt x="32" y="10"/>
                  </a:cubicBezTo>
                  <a:cubicBezTo>
                    <a:pt x="19" y="0"/>
                    <a:pt x="0" y="27"/>
                    <a:pt x="15" y="29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243">
              <a:extLst>
                <a:ext uri="{FF2B5EF4-FFF2-40B4-BE49-F238E27FC236}">
                  <a16:creationId xmlns:a16="http://schemas.microsoft.com/office/drawing/2014/main" id="{0BB3C2E6-D40B-4A01-9E5A-B7944B1F5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701"/>
              <a:ext cx="152" cy="110"/>
            </a:xfrm>
            <a:custGeom>
              <a:avLst/>
              <a:gdLst>
                <a:gd name="T0" fmla="*/ 92 w 61"/>
                <a:gd name="T1" fmla="*/ 270 h 44"/>
                <a:gd name="T2" fmla="*/ 695 w 61"/>
                <a:gd name="T3" fmla="*/ 113 h 44"/>
                <a:gd name="T4" fmla="*/ 354 w 61"/>
                <a:gd name="T5" fmla="*/ 113 h 44"/>
                <a:gd name="T6" fmla="*/ 75 w 61"/>
                <a:gd name="T7" fmla="*/ 23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4">
                  <a:moveTo>
                    <a:pt x="6" y="17"/>
                  </a:moveTo>
                  <a:cubicBezTo>
                    <a:pt x="19" y="44"/>
                    <a:pt x="61" y="23"/>
                    <a:pt x="45" y="7"/>
                  </a:cubicBezTo>
                  <a:cubicBezTo>
                    <a:pt x="38" y="0"/>
                    <a:pt x="31" y="6"/>
                    <a:pt x="23" y="7"/>
                  </a:cubicBezTo>
                  <a:cubicBezTo>
                    <a:pt x="17" y="8"/>
                    <a:pt x="0" y="2"/>
                    <a:pt x="5" y="15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244">
              <a:extLst>
                <a:ext uri="{FF2B5EF4-FFF2-40B4-BE49-F238E27FC236}">
                  <a16:creationId xmlns:a16="http://schemas.microsoft.com/office/drawing/2014/main" id="{49D23B8E-A183-40AD-B7F8-CAEF6F902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694"/>
              <a:ext cx="130" cy="80"/>
            </a:xfrm>
            <a:custGeom>
              <a:avLst/>
              <a:gdLst>
                <a:gd name="T0" fmla="*/ 0 w 52"/>
                <a:gd name="T1" fmla="*/ 158 h 32"/>
                <a:gd name="T2" fmla="*/ 533 w 52"/>
                <a:gd name="T3" fmla="*/ 95 h 32"/>
                <a:gd name="T4" fmla="*/ 645 w 52"/>
                <a:gd name="T5" fmla="*/ 458 h 32"/>
                <a:gd name="T6" fmla="*/ 395 w 52"/>
                <a:gd name="T7" fmla="*/ 313 h 32"/>
                <a:gd name="T8" fmla="*/ 50 w 52"/>
                <a:gd name="T9" fmla="*/ 18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2">
                  <a:moveTo>
                    <a:pt x="0" y="10"/>
                  </a:moveTo>
                  <a:cubicBezTo>
                    <a:pt x="5" y="0"/>
                    <a:pt x="26" y="2"/>
                    <a:pt x="34" y="6"/>
                  </a:cubicBezTo>
                  <a:cubicBezTo>
                    <a:pt x="39" y="10"/>
                    <a:pt x="52" y="25"/>
                    <a:pt x="41" y="29"/>
                  </a:cubicBezTo>
                  <a:cubicBezTo>
                    <a:pt x="34" y="32"/>
                    <a:pt x="30" y="21"/>
                    <a:pt x="25" y="20"/>
                  </a:cubicBezTo>
                  <a:cubicBezTo>
                    <a:pt x="18" y="18"/>
                    <a:pt x="3" y="25"/>
                    <a:pt x="3" y="12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245">
              <a:extLst>
                <a:ext uri="{FF2B5EF4-FFF2-40B4-BE49-F238E27FC236}">
                  <a16:creationId xmlns:a16="http://schemas.microsoft.com/office/drawing/2014/main" id="{5268798E-3E52-4507-95EF-A19671A52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869"/>
              <a:ext cx="100" cy="72"/>
            </a:xfrm>
            <a:custGeom>
              <a:avLst/>
              <a:gdLst>
                <a:gd name="T0" fmla="*/ 488 w 40"/>
                <a:gd name="T1" fmla="*/ 124 h 29"/>
                <a:gd name="T2" fmla="*/ 208 w 40"/>
                <a:gd name="T3" fmla="*/ 12 h 29"/>
                <a:gd name="T4" fmla="*/ 0 w 40"/>
                <a:gd name="T5" fmla="*/ 258 h 29"/>
                <a:gd name="T6" fmla="*/ 333 w 40"/>
                <a:gd name="T7" fmla="*/ 246 h 29"/>
                <a:gd name="T8" fmla="*/ 625 w 40"/>
                <a:gd name="T9" fmla="*/ 18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9">
                  <a:moveTo>
                    <a:pt x="31" y="8"/>
                  </a:moveTo>
                  <a:cubicBezTo>
                    <a:pt x="25" y="4"/>
                    <a:pt x="20" y="0"/>
                    <a:pt x="13" y="1"/>
                  </a:cubicBezTo>
                  <a:cubicBezTo>
                    <a:pt x="8" y="2"/>
                    <a:pt x="0" y="11"/>
                    <a:pt x="0" y="17"/>
                  </a:cubicBezTo>
                  <a:cubicBezTo>
                    <a:pt x="1" y="29"/>
                    <a:pt x="15" y="17"/>
                    <a:pt x="21" y="16"/>
                  </a:cubicBezTo>
                  <a:cubicBezTo>
                    <a:pt x="28" y="14"/>
                    <a:pt x="39" y="22"/>
                    <a:pt x="40" y="12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246">
              <a:extLst>
                <a:ext uri="{FF2B5EF4-FFF2-40B4-BE49-F238E27FC236}">
                  <a16:creationId xmlns:a16="http://schemas.microsoft.com/office/drawing/2014/main" id="{628DAC8B-2C26-4B03-BDBA-BB94D66A3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861"/>
              <a:ext cx="105" cy="83"/>
            </a:xfrm>
            <a:custGeom>
              <a:avLst/>
              <a:gdLst>
                <a:gd name="T0" fmla="*/ 520 w 42"/>
                <a:gd name="T1" fmla="*/ 63 h 33"/>
                <a:gd name="T2" fmla="*/ 125 w 42"/>
                <a:gd name="T3" fmla="*/ 113 h 33"/>
                <a:gd name="T4" fmla="*/ 125 w 42"/>
                <a:gd name="T5" fmla="*/ 493 h 33"/>
                <a:gd name="T6" fmla="*/ 283 w 42"/>
                <a:gd name="T7" fmla="*/ 397 h 33"/>
                <a:gd name="T8" fmla="*/ 395 w 42"/>
                <a:gd name="T9" fmla="*/ 335 h 33"/>
                <a:gd name="T10" fmla="*/ 583 w 42"/>
                <a:gd name="T11" fmla="*/ 11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3">
                  <a:moveTo>
                    <a:pt x="33" y="4"/>
                  </a:moveTo>
                  <a:cubicBezTo>
                    <a:pt x="25" y="3"/>
                    <a:pt x="15" y="0"/>
                    <a:pt x="8" y="7"/>
                  </a:cubicBezTo>
                  <a:cubicBezTo>
                    <a:pt x="4" y="12"/>
                    <a:pt x="0" y="27"/>
                    <a:pt x="8" y="31"/>
                  </a:cubicBezTo>
                  <a:cubicBezTo>
                    <a:pt x="15" y="33"/>
                    <a:pt x="14" y="27"/>
                    <a:pt x="18" y="25"/>
                  </a:cubicBezTo>
                  <a:cubicBezTo>
                    <a:pt x="21" y="23"/>
                    <a:pt x="22" y="22"/>
                    <a:pt x="25" y="21"/>
                  </a:cubicBezTo>
                  <a:cubicBezTo>
                    <a:pt x="32" y="18"/>
                    <a:pt x="42" y="18"/>
                    <a:pt x="37" y="7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247">
              <a:extLst>
                <a:ext uri="{FF2B5EF4-FFF2-40B4-BE49-F238E27FC236}">
                  <a16:creationId xmlns:a16="http://schemas.microsoft.com/office/drawing/2014/main" id="{74EF6280-7810-41BD-93BC-B3ED17304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649"/>
              <a:ext cx="112" cy="67"/>
            </a:xfrm>
            <a:custGeom>
              <a:avLst/>
              <a:gdLst>
                <a:gd name="T0" fmla="*/ 433 w 45"/>
                <a:gd name="T1" fmla="*/ 30 h 27"/>
                <a:gd name="T2" fmla="*/ 217 w 45"/>
                <a:gd name="T3" fmla="*/ 412 h 27"/>
                <a:gd name="T4" fmla="*/ 495 w 45"/>
                <a:gd name="T5" fmla="*/ 290 h 27"/>
                <a:gd name="T6" fmla="*/ 694 w 45"/>
                <a:gd name="T7" fmla="*/ 104 h 27"/>
                <a:gd name="T8" fmla="*/ 540 w 45"/>
                <a:gd name="T9" fmla="*/ 4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7">
                  <a:moveTo>
                    <a:pt x="28" y="2"/>
                  </a:moveTo>
                  <a:cubicBezTo>
                    <a:pt x="15" y="0"/>
                    <a:pt x="0" y="25"/>
                    <a:pt x="14" y="27"/>
                  </a:cubicBezTo>
                  <a:cubicBezTo>
                    <a:pt x="15" y="27"/>
                    <a:pt x="29" y="21"/>
                    <a:pt x="32" y="19"/>
                  </a:cubicBezTo>
                  <a:cubicBezTo>
                    <a:pt x="40" y="17"/>
                    <a:pt x="43" y="15"/>
                    <a:pt x="45" y="7"/>
                  </a:cubicBezTo>
                  <a:cubicBezTo>
                    <a:pt x="43" y="4"/>
                    <a:pt x="39" y="2"/>
                    <a:pt x="35" y="3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248">
              <a:extLst>
                <a:ext uri="{FF2B5EF4-FFF2-40B4-BE49-F238E27FC236}">
                  <a16:creationId xmlns:a16="http://schemas.microsoft.com/office/drawing/2014/main" id="{D5E521EF-93F6-4A6B-BB1E-7EDB45AF9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746"/>
              <a:ext cx="88" cy="90"/>
            </a:xfrm>
            <a:custGeom>
              <a:avLst/>
              <a:gdLst>
                <a:gd name="T0" fmla="*/ 556 w 35"/>
                <a:gd name="T1" fmla="*/ 50 h 36"/>
                <a:gd name="T2" fmla="*/ 96 w 35"/>
                <a:gd name="T3" fmla="*/ 395 h 36"/>
                <a:gd name="T4" fmla="*/ 317 w 35"/>
                <a:gd name="T5" fmla="*/ 270 h 36"/>
                <a:gd name="T6" fmla="*/ 538 w 35"/>
                <a:gd name="T7" fmla="*/ 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6">
                  <a:moveTo>
                    <a:pt x="35" y="3"/>
                  </a:moveTo>
                  <a:cubicBezTo>
                    <a:pt x="26" y="0"/>
                    <a:pt x="0" y="12"/>
                    <a:pt x="6" y="25"/>
                  </a:cubicBezTo>
                  <a:cubicBezTo>
                    <a:pt x="10" y="36"/>
                    <a:pt x="16" y="20"/>
                    <a:pt x="20" y="17"/>
                  </a:cubicBezTo>
                  <a:cubicBezTo>
                    <a:pt x="25" y="12"/>
                    <a:pt x="33" y="12"/>
                    <a:pt x="34" y="5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249">
              <a:extLst>
                <a:ext uri="{FF2B5EF4-FFF2-40B4-BE49-F238E27FC236}">
                  <a16:creationId xmlns:a16="http://schemas.microsoft.com/office/drawing/2014/main" id="{A77147AE-DED4-4D3C-B638-ADDD1D3A4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741"/>
              <a:ext cx="115" cy="90"/>
            </a:xfrm>
            <a:custGeom>
              <a:avLst/>
              <a:gdLst>
                <a:gd name="T0" fmla="*/ 488 w 46"/>
                <a:gd name="T1" fmla="*/ 95 h 36"/>
                <a:gd name="T2" fmla="*/ 33 w 46"/>
                <a:gd name="T3" fmla="*/ 238 h 36"/>
                <a:gd name="T4" fmla="*/ 300 w 46"/>
                <a:gd name="T5" fmla="*/ 563 h 36"/>
                <a:gd name="T6" fmla="*/ 613 w 46"/>
                <a:gd name="T7" fmla="*/ 375 h 36"/>
                <a:gd name="T8" fmla="*/ 488 w 46"/>
                <a:gd name="T9" fmla="*/ 6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6">
                  <a:moveTo>
                    <a:pt x="31" y="6"/>
                  </a:moveTo>
                  <a:cubicBezTo>
                    <a:pt x="21" y="5"/>
                    <a:pt x="5" y="0"/>
                    <a:pt x="2" y="15"/>
                  </a:cubicBezTo>
                  <a:cubicBezTo>
                    <a:pt x="0" y="22"/>
                    <a:pt x="11" y="35"/>
                    <a:pt x="19" y="36"/>
                  </a:cubicBezTo>
                  <a:cubicBezTo>
                    <a:pt x="23" y="36"/>
                    <a:pt x="36" y="27"/>
                    <a:pt x="39" y="24"/>
                  </a:cubicBezTo>
                  <a:cubicBezTo>
                    <a:pt x="46" y="15"/>
                    <a:pt x="38" y="12"/>
                    <a:pt x="31" y="4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250">
              <a:extLst>
                <a:ext uri="{FF2B5EF4-FFF2-40B4-BE49-F238E27FC236}">
                  <a16:creationId xmlns:a16="http://schemas.microsoft.com/office/drawing/2014/main" id="{D2EF2F35-0F97-47B0-8033-7297976AB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694"/>
              <a:ext cx="95" cy="50"/>
            </a:xfrm>
            <a:custGeom>
              <a:avLst/>
              <a:gdLst>
                <a:gd name="T0" fmla="*/ 458 w 38"/>
                <a:gd name="T1" fmla="*/ 20 h 20"/>
                <a:gd name="T2" fmla="*/ 20 w 38"/>
                <a:gd name="T3" fmla="*/ 158 h 20"/>
                <a:gd name="T4" fmla="*/ 250 w 38"/>
                <a:gd name="T5" fmla="*/ 313 h 20"/>
                <a:gd name="T6" fmla="*/ 533 w 38"/>
                <a:gd name="T7" fmla="*/ 220 h 20"/>
                <a:gd name="T8" fmla="*/ 395 w 38"/>
                <a:gd name="T9" fmla="*/ 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0">
                  <a:moveTo>
                    <a:pt x="29" y="1"/>
                  </a:moveTo>
                  <a:cubicBezTo>
                    <a:pt x="21" y="2"/>
                    <a:pt x="3" y="0"/>
                    <a:pt x="1" y="10"/>
                  </a:cubicBezTo>
                  <a:cubicBezTo>
                    <a:pt x="0" y="20"/>
                    <a:pt x="9" y="20"/>
                    <a:pt x="16" y="20"/>
                  </a:cubicBezTo>
                  <a:cubicBezTo>
                    <a:pt x="21" y="20"/>
                    <a:pt x="32" y="20"/>
                    <a:pt x="34" y="14"/>
                  </a:cubicBezTo>
                  <a:cubicBezTo>
                    <a:pt x="38" y="6"/>
                    <a:pt x="30" y="5"/>
                    <a:pt x="25" y="1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251">
              <a:extLst>
                <a:ext uri="{FF2B5EF4-FFF2-40B4-BE49-F238E27FC236}">
                  <a16:creationId xmlns:a16="http://schemas.microsoft.com/office/drawing/2014/main" id="{3FB5F33D-E375-4DB4-9393-C16E0C38B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96"/>
              <a:ext cx="103" cy="100"/>
            </a:xfrm>
            <a:custGeom>
              <a:avLst/>
              <a:gdLst>
                <a:gd name="T0" fmla="*/ 0 w 41"/>
                <a:gd name="T1" fmla="*/ 158 h 40"/>
                <a:gd name="T2" fmla="*/ 442 w 41"/>
                <a:gd name="T3" fmla="*/ 208 h 40"/>
                <a:gd name="T4" fmla="*/ 600 w 41"/>
                <a:gd name="T5" fmla="*/ 438 h 40"/>
                <a:gd name="T6" fmla="*/ 367 w 41"/>
                <a:gd name="T7" fmla="*/ 625 h 40"/>
                <a:gd name="T8" fmla="*/ 158 w 41"/>
                <a:gd name="T9" fmla="*/ 9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0">
                  <a:moveTo>
                    <a:pt x="0" y="10"/>
                  </a:moveTo>
                  <a:cubicBezTo>
                    <a:pt x="17" y="3"/>
                    <a:pt x="19" y="0"/>
                    <a:pt x="28" y="13"/>
                  </a:cubicBezTo>
                  <a:cubicBezTo>
                    <a:pt x="31" y="18"/>
                    <a:pt x="36" y="23"/>
                    <a:pt x="38" y="28"/>
                  </a:cubicBezTo>
                  <a:cubicBezTo>
                    <a:pt x="41" y="38"/>
                    <a:pt x="33" y="40"/>
                    <a:pt x="23" y="40"/>
                  </a:cubicBezTo>
                  <a:cubicBezTo>
                    <a:pt x="7" y="39"/>
                    <a:pt x="4" y="18"/>
                    <a:pt x="10" y="6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252">
              <a:extLst>
                <a:ext uri="{FF2B5EF4-FFF2-40B4-BE49-F238E27FC236}">
                  <a16:creationId xmlns:a16="http://schemas.microsoft.com/office/drawing/2014/main" id="{1134413F-3399-493F-BEC1-38B3404A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726"/>
              <a:ext cx="110" cy="130"/>
            </a:xfrm>
            <a:custGeom>
              <a:avLst/>
              <a:gdLst>
                <a:gd name="T0" fmla="*/ 583 w 44"/>
                <a:gd name="T1" fmla="*/ 145 h 52"/>
                <a:gd name="T2" fmla="*/ 175 w 44"/>
                <a:gd name="T3" fmla="*/ 595 h 52"/>
                <a:gd name="T4" fmla="*/ 595 w 44"/>
                <a:gd name="T5" fmla="*/ 18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2">
                  <a:moveTo>
                    <a:pt x="37" y="9"/>
                  </a:moveTo>
                  <a:cubicBezTo>
                    <a:pt x="22" y="0"/>
                    <a:pt x="0" y="26"/>
                    <a:pt x="11" y="38"/>
                  </a:cubicBezTo>
                  <a:cubicBezTo>
                    <a:pt x="24" y="52"/>
                    <a:pt x="44" y="24"/>
                    <a:pt x="38" y="12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253">
              <a:extLst>
                <a:ext uri="{FF2B5EF4-FFF2-40B4-BE49-F238E27FC236}">
                  <a16:creationId xmlns:a16="http://schemas.microsoft.com/office/drawing/2014/main" id="{CDCD56A1-A702-4956-84E0-CF8EBE099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577"/>
              <a:ext cx="87" cy="120"/>
            </a:xfrm>
            <a:custGeom>
              <a:avLst/>
              <a:gdLst>
                <a:gd name="T0" fmla="*/ 167 w 35"/>
                <a:gd name="T1" fmla="*/ 188 h 48"/>
                <a:gd name="T2" fmla="*/ 321 w 35"/>
                <a:gd name="T3" fmla="*/ 550 h 48"/>
                <a:gd name="T4" fmla="*/ 507 w 35"/>
                <a:gd name="T5" fmla="*/ 175 h 48"/>
                <a:gd name="T6" fmla="*/ 216 w 35"/>
                <a:gd name="T7" fmla="*/ 9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8">
                  <a:moveTo>
                    <a:pt x="11" y="12"/>
                  </a:moveTo>
                  <a:cubicBezTo>
                    <a:pt x="0" y="20"/>
                    <a:pt x="7" y="48"/>
                    <a:pt x="21" y="35"/>
                  </a:cubicBezTo>
                  <a:cubicBezTo>
                    <a:pt x="26" y="29"/>
                    <a:pt x="35" y="20"/>
                    <a:pt x="33" y="11"/>
                  </a:cubicBezTo>
                  <a:cubicBezTo>
                    <a:pt x="30" y="0"/>
                    <a:pt x="21" y="2"/>
                    <a:pt x="14" y="6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254">
              <a:extLst>
                <a:ext uri="{FF2B5EF4-FFF2-40B4-BE49-F238E27FC236}">
                  <a16:creationId xmlns:a16="http://schemas.microsoft.com/office/drawing/2014/main" id="{35E2E74D-6907-4A28-9384-395DF85A0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494"/>
              <a:ext cx="88" cy="110"/>
            </a:xfrm>
            <a:custGeom>
              <a:avLst/>
              <a:gdLst>
                <a:gd name="T0" fmla="*/ 347 w 35"/>
                <a:gd name="T1" fmla="*/ 125 h 44"/>
                <a:gd name="T2" fmla="*/ 209 w 35"/>
                <a:gd name="T3" fmla="*/ 688 h 44"/>
                <a:gd name="T4" fmla="*/ 525 w 35"/>
                <a:gd name="T5" fmla="*/ 375 h 44"/>
                <a:gd name="T6" fmla="*/ 397 w 35"/>
                <a:gd name="T7" fmla="*/ 113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4">
                  <a:moveTo>
                    <a:pt x="22" y="8"/>
                  </a:moveTo>
                  <a:cubicBezTo>
                    <a:pt x="3" y="0"/>
                    <a:pt x="0" y="44"/>
                    <a:pt x="13" y="44"/>
                  </a:cubicBezTo>
                  <a:cubicBezTo>
                    <a:pt x="18" y="44"/>
                    <a:pt x="31" y="29"/>
                    <a:pt x="33" y="24"/>
                  </a:cubicBezTo>
                  <a:cubicBezTo>
                    <a:pt x="35" y="18"/>
                    <a:pt x="35" y="5"/>
                    <a:pt x="25" y="7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255">
              <a:extLst>
                <a:ext uri="{FF2B5EF4-FFF2-40B4-BE49-F238E27FC236}">
                  <a16:creationId xmlns:a16="http://schemas.microsoft.com/office/drawing/2014/main" id="{0FC68570-4C4C-4665-8B17-CE69A745A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577"/>
              <a:ext cx="140" cy="85"/>
            </a:xfrm>
            <a:custGeom>
              <a:avLst/>
              <a:gdLst>
                <a:gd name="T0" fmla="*/ 395 w 56"/>
                <a:gd name="T1" fmla="*/ 0 h 34"/>
                <a:gd name="T2" fmla="*/ 20 w 56"/>
                <a:gd name="T3" fmla="*/ 283 h 34"/>
                <a:gd name="T4" fmla="*/ 500 w 56"/>
                <a:gd name="T5" fmla="*/ 458 h 34"/>
                <a:gd name="T6" fmla="*/ 720 w 56"/>
                <a:gd name="T7" fmla="*/ 500 h 34"/>
                <a:gd name="T8" fmla="*/ 845 w 56"/>
                <a:gd name="T9" fmla="*/ 283 h 34"/>
                <a:gd name="T10" fmla="*/ 425 w 56"/>
                <a:gd name="T11" fmla="*/ 8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34">
                  <a:moveTo>
                    <a:pt x="25" y="0"/>
                  </a:moveTo>
                  <a:cubicBezTo>
                    <a:pt x="15" y="2"/>
                    <a:pt x="0" y="3"/>
                    <a:pt x="1" y="18"/>
                  </a:cubicBezTo>
                  <a:cubicBezTo>
                    <a:pt x="3" y="31"/>
                    <a:pt x="23" y="26"/>
                    <a:pt x="32" y="29"/>
                  </a:cubicBezTo>
                  <a:cubicBezTo>
                    <a:pt x="37" y="31"/>
                    <a:pt x="41" y="34"/>
                    <a:pt x="46" y="32"/>
                  </a:cubicBezTo>
                  <a:cubicBezTo>
                    <a:pt x="51" y="30"/>
                    <a:pt x="56" y="23"/>
                    <a:pt x="54" y="18"/>
                  </a:cubicBezTo>
                  <a:cubicBezTo>
                    <a:pt x="52" y="11"/>
                    <a:pt x="33" y="3"/>
                    <a:pt x="27" y="5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256">
              <a:extLst>
                <a:ext uri="{FF2B5EF4-FFF2-40B4-BE49-F238E27FC236}">
                  <a16:creationId xmlns:a16="http://schemas.microsoft.com/office/drawing/2014/main" id="{98F339B3-8DF4-420C-B418-DB134FE8B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607"/>
              <a:ext cx="95" cy="90"/>
            </a:xfrm>
            <a:custGeom>
              <a:avLst/>
              <a:gdLst>
                <a:gd name="T0" fmla="*/ 50 w 38"/>
                <a:gd name="T1" fmla="*/ 208 h 36"/>
                <a:gd name="T2" fmla="*/ 375 w 38"/>
                <a:gd name="T3" fmla="*/ 20 h 36"/>
                <a:gd name="T4" fmla="*/ 595 w 38"/>
                <a:gd name="T5" fmla="*/ 345 h 36"/>
                <a:gd name="T6" fmla="*/ 488 w 38"/>
                <a:gd name="T7" fmla="*/ 533 h 36"/>
                <a:gd name="T8" fmla="*/ 313 w 38"/>
                <a:gd name="T9" fmla="*/ 438 h 36"/>
                <a:gd name="T10" fmla="*/ 145 w 38"/>
                <a:gd name="T11" fmla="*/ 408 h 36"/>
                <a:gd name="T12" fmla="*/ 0 w 38"/>
                <a:gd name="T13" fmla="*/ 2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6">
                  <a:moveTo>
                    <a:pt x="3" y="13"/>
                  </a:moveTo>
                  <a:cubicBezTo>
                    <a:pt x="4" y="5"/>
                    <a:pt x="17" y="0"/>
                    <a:pt x="24" y="1"/>
                  </a:cubicBezTo>
                  <a:cubicBezTo>
                    <a:pt x="34" y="3"/>
                    <a:pt x="38" y="13"/>
                    <a:pt x="38" y="22"/>
                  </a:cubicBezTo>
                  <a:cubicBezTo>
                    <a:pt x="37" y="25"/>
                    <a:pt x="35" y="32"/>
                    <a:pt x="31" y="34"/>
                  </a:cubicBezTo>
                  <a:cubicBezTo>
                    <a:pt x="25" y="36"/>
                    <a:pt x="25" y="31"/>
                    <a:pt x="20" y="28"/>
                  </a:cubicBezTo>
                  <a:cubicBezTo>
                    <a:pt x="17" y="26"/>
                    <a:pt x="14" y="27"/>
                    <a:pt x="9" y="26"/>
                  </a:cubicBezTo>
                  <a:cubicBezTo>
                    <a:pt x="3" y="26"/>
                    <a:pt x="3" y="24"/>
                    <a:pt x="0" y="18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257">
              <a:extLst>
                <a:ext uri="{FF2B5EF4-FFF2-40B4-BE49-F238E27FC236}">
                  <a16:creationId xmlns:a16="http://schemas.microsoft.com/office/drawing/2014/main" id="{2908B5CC-0E1C-41A2-87EB-97F526D40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577"/>
              <a:ext cx="75" cy="72"/>
            </a:xfrm>
            <a:custGeom>
              <a:avLst/>
              <a:gdLst>
                <a:gd name="T0" fmla="*/ 0 w 30"/>
                <a:gd name="T1" fmla="*/ 216 h 29"/>
                <a:gd name="T2" fmla="*/ 313 w 30"/>
                <a:gd name="T3" fmla="*/ 382 h 29"/>
                <a:gd name="T4" fmla="*/ 470 w 30"/>
                <a:gd name="T5" fmla="*/ 154 h 29"/>
                <a:gd name="T6" fmla="*/ 345 w 30"/>
                <a:gd name="T7" fmla="*/ 104 h 29"/>
                <a:gd name="T8" fmla="*/ 250 w 30"/>
                <a:gd name="T9" fmla="*/ 154 h 29"/>
                <a:gd name="T10" fmla="*/ 158 w 30"/>
                <a:gd name="T11" fmla="*/ 15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9">
                  <a:moveTo>
                    <a:pt x="0" y="14"/>
                  </a:moveTo>
                  <a:cubicBezTo>
                    <a:pt x="4" y="19"/>
                    <a:pt x="10" y="29"/>
                    <a:pt x="20" y="25"/>
                  </a:cubicBezTo>
                  <a:cubicBezTo>
                    <a:pt x="25" y="23"/>
                    <a:pt x="30" y="15"/>
                    <a:pt x="30" y="10"/>
                  </a:cubicBezTo>
                  <a:cubicBezTo>
                    <a:pt x="30" y="0"/>
                    <a:pt x="26" y="4"/>
                    <a:pt x="22" y="7"/>
                  </a:cubicBezTo>
                  <a:cubicBezTo>
                    <a:pt x="18" y="9"/>
                    <a:pt x="20" y="9"/>
                    <a:pt x="16" y="10"/>
                  </a:cubicBezTo>
                  <a:cubicBezTo>
                    <a:pt x="14" y="10"/>
                    <a:pt x="12" y="9"/>
                    <a:pt x="10" y="10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258">
              <a:extLst>
                <a:ext uri="{FF2B5EF4-FFF2-40B4-BE49-F238E27FC236}">
                  <a16:creationId xmlns:a16="http://schemas.microsoft.com/office/drawing/2014/main" id="{AF3BDF7E-F891-48FC-8F69-F1D877A5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652"/>
              <a:ext cx="100" cy="75"/>
            </a:xfrm>
            <a:custGeom>
              <a:avLst/>
              <a:gdLst>
                <a:gd name="T0" fmla="*/ 33 w 40"/>
                <a:gd name="T1" fmla="*/ 363 h 30"/>
                <a:gd name="T2" fmla="*/ 563 w 40"/>
                <a:gd name="T3" fmla="*/ 158 h 30"/>
                <a:gd name="T4" fmla="*/ 583 w 40"/>
                <a:gd name="T5" fmla="*/ 283 h 30"/>
                <a:gd name="T6" fmla="*/ 425 w 40"/>
                <a:gd name="T7" fmla="*/ 313 h 30"/>
                <a:gd name="T8" fmla="*/ 83 w 40"/>
                <a:gd name="T9" fmla="*/ 3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0">
                  <a:moveTo>
                    <a:pt x="2" y="23"/>
                  </a:moveTo>
                  <a:cubicBezTo>
                    <a:pt x="0" y="6"/>
                    <a:pt x="26" y="0"/>
                    <a:pt x="36" y="10"/>
                  </a:cubicBezTo>
                  <a:cubicBezTo>
                    <a:pt x="39" y="13"/>
                    <a:pt x="40" y="15"/>
                    <a:pt x="37" y="18"/>
                  </a:cubicBezTo>
                  <a:cubicBezTo>
                    <a:pt x="34" y="24"/>
                    <a:pt x="32" y="20"/>
                    <a:pt x="27" y="20"/>
                  </a:cubicBezTo>
                  <a:cubicBezTo>
                    <a:pt x="19" y="21"/>
                    <a:pt x="16" y="30"/>
                    <a:pt x="5" y="23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259">
              <a:extLst>
                <a:ext uri="{FF2B5EF4-FFF2-40B4-BE49-F238E27FC236}">
                  <a16:creationId xmlns:a16="http://schemas.microsoft.com/office/drawing/2014/main" id="{283843EC-49FB-4310-94F2-E79B43460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526"/>
              <a:ext cx="90" cy="103"/>
            </a:xfrm>
            <a:custGeom>
              <a:avLst/>
              <a:gdLst>
                <a:gd name="T0" fmla="*/ 333 w 36"/>
                <a:gd name="T1" fmla="*/ 176 h 41"/>
                <a:gd name="T2" fmla="*/ 238 w 36"/>
                <a:gd name="T3" fmla="*/ 631 h 41"/>
                <a:gd name="T4" fmla="*/ 345 w 36"/>
                <a:gd name="T5" fmla="*/ 15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1">
                  <a:moveTo>
                    <a:pt x="21" y="11"/>
                  </a:moveTo>
                  <a:cubicBezTo>
                    <a:pt x="3" y="0"/>
                    <a:pt x="0" y="41"/>
                    <a:pt x="15" y="40"/>
                  </a:cubicBezTo>
                  <a:cubicBezTo>
                    <a:pt x="30" y="38"/>
                    <a:pt x="36" y="6"/>
                    <a:pt x="22" y="10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260">
              <a:extLst>
                <a:ext uri="{FF2B5EF4-FFF2-40B4-BE49-F238E27FC236}">
                  <a16:creationId xmlns:a16="http://schemas.microsoft.com/office/drawing/2014/main" id="{7B8D1F38-9AAD-4813-85D6-02DFC05D8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557"/>
              <a:ext cx="92" cy="117"/>
            </a:xfrm>
            <a:custGeom>
              <a:avLst/>
              <a:gdLst>
                <a:gd name="T0" fmla="*/ 154 w 37"/>
                <a:gd name="T1" fmla="*/ 105 h 47"/>
                <a:gd name="T2" fmla="*/ 62 w 37"/>
                <a:gd name="T3" fmla="*/ 540 h 47"/>
                <a:gd name="T4" fmla="*/ 415 w 37"/>
                <a:gd name="T5" fmla="*/ 446 h 47"/>
                <a:gd name="T6" fmla="*/ 445 w 37"/>
                <a:gd name="T7" fmla="*/ 124 h 47"/>
                <a:gd name="T8" fmla="*/ 137 w 37"/>
                <a:gd name="T9" fmla="*/ 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7">
                  <a:moveTo>
                    <a:pt x="10" y="7"/>
                  </a:moveTo>
                  <a:cubicBezTo>
                    <a:pt x="1" y="11"/>
                    <a:pt x="0" y="27"/>
                    <a:pt x="4" y="35"/>
                  </a:cubicBezTo>
                  <a:cubicBezTo>
                    <a:pt x="11" y="47"/>
                    <a:pt x="21" y="37"/>
                    <a:pt x="27" y="29"/>
                  </a:cubicBezTo>
                  <a:cubicBezTo>
                    <a:pt x="33" y="22"/>
                    <a:pt x="37" y="15"/>
                    <a:pt x="29" y="8"/>
                  </a:cubicBezTo>
                  <a:cubicBezTo>
                    <a:pt x="24" y="3"/>
                    <a:pt x="16" y="0"/>
                    <a:pt x="9" y="6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261">
              <a:extLst>
                <a:ext uri="{FF2B5EF4-FFF2-40B4-BE49-F238E27FC236}">
                  <a16:creationId xmlns:a16="http://schemas.microsoft.com/office/drawing/2014/main" id="{EBDEC78B-66DE-4AE2-B4BB-5A4017010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629"/>
              <a:ext cx="107" cy="105"/>
            </a:xfrm>
            <a:custGeom>
              <a:avLst/>
              <a:gdLst>
                <a:gd name="T0" fmla="*/ 478 w 43"/>
                <a:gd name="T1" fmla="*/ 83 h 42"/>
                <a:gd name="T2" fmla="*/ 62 w 43"/>
                <a:gd name="T3" fmla="*/ 188 h 42"/>
                <a:gd name="T4" fmla="*/ 229 w 43"/>
                <a:gd name="T5" fmla="*/ 613 h 42"/>
                <a:gd name="T6" fmla="*/ 383 w 43"/>
                <a:gd name="T7" fmla="*/ 408 h 42"/>
                <a:gd name="T8" fmla="*/ 537 w 43"/>
                <a:gd name="T9" fmla="*/ 395 h 42"/>
                <a:gd name="T10" fmla="*/ 495 w 43"/>
                <a:gd name="T11" fmla="*/ 14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2">
                  <a:moveTo>
                    <a:pt x="31" y="5"/>
                  </a:moveTo>
                  <a:cubicBezTo>
                    <a:pt x="20" y="6"/>
                    <a:pt x="11" y="0"/>
                    <a:pt x="4" y="12"/>
                  </a:cubicBezTo>
                  <a:cubicBezTo>
                    <a:pt x="0" y="19"/>
                    <a:pt x="2" y="42"/>
                    <a:pt x="15" y="39"/>
                  </a:cubicBezTo>
                  <a:cubicBezTo>
                    <a:pt x="21" y="38"/>
                    <a:pt x="21" y="29"/>
                    <a:pt x="25" y="26"/>
                  </a:cubicBezTo>
                  <a:cubicBezTo>
                    <a:pt x="29" y="23"/>
                    <a:pt x="32" y="27"/>
                    <a:pt x="35" y="25"/>
                  </a:cubicBezTo>
                  <a:cubicBezTo>
                    <a:pt x="43" y="22"/>
                    <a:pt x="37" y="11"/>
                    <a:pt x="32" y="9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262">
              <a:extLst>
                <a:ext uri="{FF2B5EF4-FFF2-40B4-BE49-F238E27FC236}">
                  <a16:creationId xmlns:a16="http://schemas.microsoft.com/office/drawing/2014/main" id="{F4BCC428-75B3-4DF5-AEAE-D45481B3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476"/>
              <a:ext cx="110" cy="78"/>
            </a:xfrm>
            <a:custGeom>
              <a:avLst/>
              <a:gdLst>
                <a:gd name="T0" fmla="*/ 238 w 44"/>
                <a:gd name="T1" fmla="*/ 50 h 31"/>
                <a:gd name="T2" fmla="*/ 50 w 44"/>
                <a:gd name="T3" fmla="*/ 96 h 31"/>
                <a:gd name="T4" fmla="*/ 113 w 44"/>
                <a:gd name="T5" fmla="*/ 284 h 31"/>
                <a:gd name="T6" fmla="*/ 425 w 44"/>
                <a:gd name="T7" fmla="*/ 430 h 31"/>
                <a:gd name="T8" fmla="*/ 675 w 44"/>
                <a:gd name="T9" fmla="*/ 176 h 31"/>
                <a:gd name="T10" fmla="*/ 300 w 44"/>
                <a:gd name="T11" fmla="*/ 6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1">
                  <a:moveTo>
                    <a:pt x="15" y="3"/>
                  </a:moveTo>
                  <a:cubicBezTo>
                    <a:pt x="11" y="0"/>
                    <a:pt x="5" y="1"/>
                    <a:pt x="3" y="6"/>
                  </a:cubicBezTo>
                  <a:cubicBezTo>
                    <a:pt x="0" y="11"/>
                    <a:pt x="4" y="14"/>
                    <a:pt x="7" y="18"/>
                  </a:cubicBezTo>
                  <a:cubicBezTo>
                    <a:pt x="13" y="24"/>
                    <a:pt x="18" y="31"/>
                    <a:pt x="27" y="27"/>
                  </a:cubicBezTo>
                  <a:cubicBezTo>
                    <a:pt x="30" y="25"/>
                    <a:pt x="43" y="15"/>
                    <a:pt x="43" y="11"/>
                  </a:cubicBezTo>
                  <a:cubicBezTo>
                    <a:pt x="44" y="3"/>
                    <a:pt x="24" y="2"/>
                    <a:pt x="19" y="4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263">
              <a:extLst>
                <a:ext uri="{FF2B5EF4-FFF2-40B4-BE49-F238E27FC236}">
                  <a16:creationId xmlns:a16="http://schemas.microsoft.com/office/drawing/2014/main" id="{395D9292-7BF1-417B-9C82-7452EB75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66"/>
              <a:ext cx="125" cy="86"/>
            </a:xfrm>
            <a:custGeom>
              <a:avLst/>
              <a:gdLst>
                <a:gd name="T0" fmla="*/ 270 w 50"/>
                <a:gd name="T1" fmla="*/ 96 h 34"/>
                <a:gd name="T2" fmla="*/ 113 w 50"/>
                <a:gd name="T3" fmla="*/ 422 h 34"/>
                <a:gd name="T4" fmla="*/ 488 w 50"/>
                <a:gd name="T5" fmla="*/ 468 h 34"/>
                <a:gd name="T6" fmla="*/ 738 w 50"/>
                <a:gd name="T7" fmla="*/ 159 h 34"/>
                <a:gd name="T8" fmla="*/ 270 w 50"/>
                <a:gd name="T9" fmla="*/ 12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4">
                  <a:moveTo>
                    <a:pt x="17" y="6"/>
                  </a:moveTo>
                  <a:cubicBezTo>
                    <a:pt x="12" y="12"/>
                    <a:pt x="0" y="15"/>
                    <a:pt x="7" y="26"/>
                  </a:cubicBezTo>
                  <a:cubicBezTo>
                    <a:pt x="13" y="34"/>
                    <a:pt x="23" y="34"/>
                    <a:pt x="31" y="29"/>
                  </a:cubicBezTo>
                  <a:cubicBezTo>
                    <a:pt x="35" y="26"/>
                    <a:pt x="50" y="16"/>
                    <a:pt x="47" y="10"/>
                  </a:cubicBezTo>
                  <a:cubicBezTo>
                    <a:pt x="44" y="0"/>
                    <a:pt x="23" y="5"/>
                    <a:pt x="17" y="8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264">
              <a:extLst>
                <a:ext uri="{FF2B5EF4-FFF2-40B4-BE49-F238E27FC236}">
                  <a16:creationId xmlns:a16="http://schemas.microsoft.com/office/drawing/2014/main" id="{A0BA3486-46B7-4469-8EDE-6E370043B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589"/>
              <a:ext cx="103" cy="100"/>
            </a:xfrm>
            <a:custGeom>
              <a:avLst/>
              <a:gdLst>
                <a:gd name="T0" fmla="*/ 317 w 41"/>
                <a:gd name="T1" fmla="*/ 83 h 40"/>
                <a:gd name="T2" fmla="*/ 347 w 41"/>
                <a:gd name="T3" fmla="*/ 533 h 40"/>
                <a:gd name="T4" fmla="*/ 618 w 41"/>
                <a:gd name="T5" fmla="*/ 238 h 40"/>
                <a:gd name="T6" fmla="*/ 588 w 41"/>
                <a:gd name="T7" fmla="*/ 83 h 40"/>
                <a:gd name="T8" fmla="*/ 317 w 41"/>
                <a:gd name="T9" fmla="*/ 5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0">
                  <a:moveTo>
                    <a:pt x="20" y="5"/>
                  </a:moveTo>
                  <a:cubicBezTo>
                    <a:pt x="0" y="2"/>
                    <a:pt x="2" y="40"/>
                    <a:pt x="22" y="34"/>
                  </a:cubicBezTo>
                  <a:cubicBezTo>
                    <a:pt x="33" y="31"/>
                    <a:pt x="37" y="26"/>
                    <a:pt x="39" y="15"/>
                  </a:cubicBezTo>
                  <a:cubicBezTo>
                    <a:pt x="40" y="11"/>
                    <a:pt x="41" y="8"/>
                    <a:pt x="37" y="5"/>
                  </a:cubicBezTo>
                  <a:cubicBezTo>
                    <a:pt x="34" y="1"/>
                    <a:pt x="24" y="0"/>
                    <a:pt x="20" y="3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265">
              <a:extLst>
                <a:ext uri="{FF2B5EF4-FFF2-40B4-BE49-F238E27FC236}">
                  <a16:creationId xmlns:a16="http://schemas.microsoft.com/office/drawing/2014/main" id="{0DF2D6AB-D9D8-40C7-9E1F-B0FC9583A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44"/>
              <a:ext cx="115" cy="98"/>
            </a:xfrm>
            <a:custGeom>
              <a:avLst/>
              <a:gdLst>
                <a:gd name="T0" fmla="*/ 363 w 46"/>
                <a:gd name="T1" fmla="*/ 63 h 39"/>
                <a:gd name="T2" fmla="*/ 408 w 46"/>
                <a:gd name="T3" fmla="*/ 493 h 39"/>
                <a:gd name="T4" fmla="*/ 363 w 46"/>
                <a:gd name="T5" fmla="*/ 5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9">
                  <a:moveTo>
                    <a:pt x="23" y="4"/>
                  </a:moveTo>
                  <a:cubicBezTo>
                    <a:pt x="0" y="7"/>
                    <a:pt x="6" y="39"/>
                    <a:pt x="26" y="31"/>
                  </a:cubicBezTo>
                  <a:cubicBezTo>
                    <a:pt x="42" y="24"/>
                    <a:pt x="46" y="0"/>
                    <a:pt x="23" y="3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266">
              <a:extLst>
                <a:ext uri="{FF2B5EF4-FFF2-40B4-BE49-F238E27FC236}">
                  <a16:creationId xmlns:a16="http://schemas.microsoft.com/office/drawing/2014/main" id="{B77B0612-36E8-47E7-A385-1E3D7BB83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484"/>
              <a:ext cx="145" cy="85"/>
            </a:xfrm>
            <a:custGeom>
              <a:avLst/>
              <a:gdLst>
                <a:gd name="T0" fmla="*/ 0 w 58"/>
                <a:gd name="T1" fmla="*/ 395 h 34"/>
                <a:gd name="T2" fmla="*/ 220 w 58"/>
                <a:gd name="T3" fmla="*/ 408 h 34"/>
                <a:gd name="T4" fmla="*/ 550 w 58"/>
                <a:gd name="T5" fmla="*/ 488 h 34"/>
                <a:gd name="T6" fmla="*/ 688 w 58"/>
                <a:gd name="T7" fmla="*/ 458 h 34"/>
                <a:gd name="T8" fmla="*/ 813 w 58"/>
                <a:gd name="T9" fmla="*/ 238 h 34"/>
                <a:gd name="T10" fmla="*/ 595 w 58"/>
                <a:gd name="T11" fmla="*/ 250 h 34"/>
                <a:gd name="T12" fmla="*/ 33 w 58"/>
                <a:gd name="T13" fmla="*/ 36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4">
                  <a:moveTo>
                    <a:pt x="0" y="25"/>
                  </a:moveTo>
                  <a:cubicBezTo>
                    <a:pt x="2" y="28"/>
                    <a:pt x="10" y="26"/>
                    <a:pt x="14" y="26"/>
                  </a:cubicBezTo>
                  <a:cubicBezTo>
                    <a:pt x="21" y="26"/>
                    <a:pt x="28" y="29"/>
                    <a:pt x="35" y="31"/>
                  </a:cubicBezTo>
                  <a:cubicBezTo>
                    <a:pt x="40" y="32"/>
                    <a:pt x="40" y="34"/>
                    <a:pt x="44" y="29"/>
                  </a:cubicBezTo>
                  <a:cubicBezTo>
                    <a:pt x="47" y="26"/>
                    <a:pt x="51" y="19"/>
                    <a:pt x="52" y="15"/>
                  </a:cubicBezTo>
                  <a:cubicBezTo>
                    <a:pt x="58" y="0"/>
                    <a:pt x="43" y="13"/>
                    <a:pt x="38" y="16"/>
                  </a:cubicBezTo>
                  <a:cubicBezTo>
                    <a:pt x="29" y="20"/>
                    <a:pt x="9" y="16"/>
                    <a:pt x="2" y="23"/>
                  </a:cubicBezTo>
                </a:path>
              </a:pathLst>
            </a:custGeom>
            <a:solidFill>
              <a:srgbClr val="FCE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267">
              <a:extLst>
                <a:ext uri="{FF2B5EF4-FFF2-40B4-BE49-F238E27FC236}">
                  <a16:creationId xmlns:a16="http://schemas.microsoft.com/office/drawing/2014/main" id="{0E2339AE-96A4-42E3-BD3D-8C59884FB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771"/>
              <a:ext cx="210" cy="50"/>
            </a:xfrm>
            <a:custGeom>
              <a:avLst/>
              <a:gdLst>
                <a:gd name="T0" fmla="*/ 0 w 84"/>
                <a:gd name="T1" fmla="*/ 0 h 20"/>
                <a:gd name="T2" fmla="*/ 1313 w 84"/>
                <a:gd name="T3" fmla="*/ 313 h 20"/>
                <a:gd name="T4" fmla="*/ 0 w 8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20">
                  <a:moveTo>
                    <a:pt x="0" y="0"/>
                  </a:moveTo>
                  <a:cubicBezTo>
                    <a:pt x="0" y="0"/>
                    <a:pt x="68" y="15"/>
                    <a:pt x="84" y="20"/>
                  </a:cubicBezTo>
                  <a:cubicBezTo>
                    <a:pt x="84" y="20"/>
                    <a:pt x="3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268">
              <a:extLst>
                <a:ext uri="{FF2B5EF4-FFF2-40B4-BE49-F238E27FC236}">
                  <a16:creationId xmlns:a16="http://schemas.microsoft.com/office/drawing/2014/main" id="{DEDB75CE-8030-4476-809B-86EC9F7F7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511"/>
              <a:ext cx="203" cy="41"/>
            </a:xfrm>
            <a:custGeom>
              <a:avLst/>
              <a:gdLst>
                <a:gd name="T0" fmla="*/ 1276 w 81"/>
                <a:gd name="T1" fmla="*/ 0 h 16"/>
                <a:gd name="T2" fmla="*/ 0 w 81"/>
                <a:gd name="T3" fmla="*/ 269 h 16"/>
                <a:gd name="T4" fmla="*/ 1276 w 8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6">
                  <a:moveTo>
                    <a:pt x="81" y="0"/>
                  </a:moveTo>
                  <a:cubicBezTo>
                    <a:pt x="81" y="0"/>
                    <a:pt x="27" y="11"/>
                    <a:pt x="0" y="16"/>
                  </a:cubicBezTo>
                  <a:cubicBezTo>
                    <a:pt x="0" y="16"/>
                    <a:pt x="67" y="7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269">
              <a:extLst>
                <a:ext uri="{FF2B5EF4-FFF2-40B4-BE49-F238E27FC236}">
                  <a16:creationId xmlns:a16="http://schemas.microsoft.com/office/drawing/2014/main" id="{0FFB4B61-0D6A-4BDC-B337-4D826C40D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771"/>
              <a:ext cx="90" cy="13"/>
            </a:xfrm>
            <a:custGeom>
              <a:avLst/>
              <a:gdLst>
                <a:gd name="T0" fmla="*/ 0 w 36"/>
                <a:gd name="T1" fmla="*/ 88 h 5"/>
                <a:gd name="T2" fmla="*/ 563 w 36"/>
                <a:gd name="T3" fmla="*/ 55 h 5"/>
                <a:gd name="T4" fmla="*/ 0 w 36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">
                  <a:moveTo>
                    <a:pt x="0" y="5"/>
                  </a:moveTo>
                  <a:cubicBezTo>
                    <a:pt x="0" y="5"/>
                    <a:pt x="25" y="0"/>
                    <a:pt x="36" y="3"/>
                  </a:cubicBezTo>
                  <a:cubicBezTo>
                    <a:pt x="36" y="3"/>
                    <a:pt x="19" y="2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270">
              <a:extLst>
                <a:ext uri="{FF2B5EF4-FFF2-40B4-BE49-F238E27FC236}">
                  <a16:creationId xmlns:a16="http://schemas.microsoft.com/office/drawing/2014/main" id="{3BE806AC-DD6F-4AA1-B27D-300FBAC7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604"/>
              <a:ext cx="138" cy="23"/>
            </a:xfrm>
            <a:custGeom>
              <a:avLst/>
              <a:gdLst>
                <a:gd name="T0" fmla="*/ 0 w 55"/>
                <a:gd name="T1" fmla="*/ 0 h 9"/>
                <a:gd name="T2" fmla="*/ 868 w 55"/>
                <a:gd name="T3" fmla="*/ 151 h 9"/>
                <a:gd name="T4" fmla="*/ 0 w 5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9">
                  <a:moveTo>
                    <a:pt x="0" y="0"/>
                  </a:moveTo>
                  <a:cubicBezTo>
                    <a:pt x="0" y="0"/>
                    <a:pt x="38" y="8"/>
                    <a:pt x="55" y="9"/>
                  </a:cubicBezTo>
                  <a:cubicBezTo>
                    <a:pt x="55" y="9"/>
                    <a:pt x="1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271">
              <a:extLst>
                <a:ext uri="{FF2B5EF4-FFF2-40B4-BE49-F238E27FC236}">
                  <a16:creationId xmlns:a16="http://schemas.microsoft.com/office/drawing/2014/main" id="{26251BC0-553F-455D-B4BE-52EBF1752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494"/>
              <a:ext cx="40" cy="40"/>
            </a:xfrm>
            <a:custGeom>
              <a:avLst/>
              <a:gdLst>
                <a:gd name="T0" fmla="*/ 0 w 16"/>
                <a:gd name="T1" fmla="*/ 50 h 16"/>
                <a:gd name="T2" fmla="*/ 145 w 16"/>
                <a:gd name="T3" fmla="*/ 220 h 16"/>
                <a:gd name="T4" fmla="*/ 125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3"/>
                  </a:moveTo>
                  <a:cubicBezTo>
                    <a:pt x="0" y="6"/>
                    <a:pt x="5" y="16"/>
                    <a:pt x="9" y="14"/>
                  </a:cubicBezTo>
                  <a:cubicBezTo>
                    <a:pt x="16" y="13"/>
                    <a:pt x="10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272">
              <a:extLst>
                <a:ext uri="{FF2B5EF4-FFF2-40B4-BE49-F238E27FC236}">
                  <a16:creationId xmlns:a16="http://schemas.microsoft.com/office/drawing/2014/main" id="{6BF8B05F-D34A-4892-89EB-C65C9FA2D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564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58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4" y="1"/>
                    <a:pt x="7" y="2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273">
              <a:extLst>
                <a:ext uri="{FF2B5EF4-FFF2-40B4-BE49-F238E27FC236}">
                  <a16:creationId xmlns:a16="http://schemas.microsoft.com/office/drawing/2014/main" id="{FB99FD7D-0277-4634-A404-323B24BCA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574"/>
              <a:ext cx="20" cy="20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3"/>
                    <a:pt x="6" y="5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274">
              <a:extLst>
                <a:ext uri="{FF2B5EF4-FFF2-40B4-BE49-F238E27FC236}">
                  <a16:creationId xmlns:a16="http://schemas.microsoft.com/office/drawing/2014/main" id="{DD5CF507-2D3B-4DA2-8D7F-E4B0F0A5D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657"/>
              <a:ext cx="13" cy="7"/>
            </a:xfrm>
            <a:custGeom>
              <a:avLst/>
              <a:gdLst>
                <a:gd name="T0" fmla="*/ 88 w 5"/>
                <a:gd name="T1" fmla="*/ 37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275">
              <a:extLst>
                <a:ext uri="{FF2B5EF4-FFF2-40B4-BE49-F238E27FC236}">
                  <a16:creationId xmlns:a16="http://schemas.microsoft.com/office/drawing/2014/main" id="{9C3180DD-1693-4722-B8E7-5DB51624A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549"/>
              <a:ext cx="5" cy="28"/>
            </a:xfrm>
            <a:custGeom>
              <a:avLst/>
              <a:gdLst>
                <a:gd name="T0" fmla="*/ 20 w 2"/>
                <a:gd name="T1" fmla="*/ 0 h 11"/>
                <a:gd name="T2" fmla="*/ 33 w 2"/>
                <a:gd name="T3" fmla="*/ 0 h 11"/>
                <a:gd name="T4" fmla="*/ 0 w 2"/>
                <a:gd name="T5" fmla="*/ 18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4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276">
              <a:extLst>
                <a:ext uri="{FF2B5EF4-FFF2-40B4-BE49-F238E27FC236}">
                  <a16:creationId xmlns:a16="http://schemas.microsoft.com/office/drawing/2014/main" id="{0E6A3044-9659-4161-A757-E92CC465E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584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3" y="2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277">
              <a:extLst>
                <a:ext uri="{FF2B5EF4-FFF2-40B4-BE49-F238E27FC236}">
                  <a16:creationId xmlns:a16="http://schemas.microsoft.com/office/drawing/2014/main" id="{833D5583-79F8-472D-B4E3-F38FAC037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652"/>
              <a:ext cx="23" cy="10"/>
            </a:xfrm>
            <a:custGeom>
              <a:avLst/>
              <a:gdLst>
                <a:gd name="T0" fmla="*/ 0 w 9"/>
                <a:gd name="T1" fmla="*/ 33 h 4"/>
                <a:gd name="T2" fmla="*/ 151 w 9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3" y="0"/>
                    <a:pt x="7" y="2"/>
                    <a:pt x="9" y="4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278">
              <a:extLst>
                <a:ext uri="{FF2B5EF4-FFF2-40B4-BE49-F238E27FC236}">
                  <a16:creationId xmlns:a16="http://schemas.microsoft.com/office/drawing/2014/main" id="{05E446B5-6070-409F-B66B-47A331175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672"/>
              <a:ext cx="8" cy="25"/>
            </a:xfrm>
            <a:custGeom>
              <a:avLst/>
              <a:gdLst>
                <a:gd name="T0" fmla="*/ 56 w 3"/>
                <a:gd name="T1" fmla="*/ 0 h 10"/>
                <a:gd name="T2" fmla="*/ 21 w 3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279">
              <a:extLst>
                <a:ext uri="{FF2B5EF4-FFF2-40B4-BE49-F238E27FC236}">
                  <a16:creationId xmlns:a16="http://schemas.microsoft.com/office/drawing/2014/main" id="{DEF741A5-3AE1-4CC5-994A-0E74B06DB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664"/>
              <a:ext cx="22" cy="18"/>
            </a:xfrm>
            <a:custGeom>
              <a:avLst/>
              <a:gdLst>
                <a:gd name="T0" fmla="*/ 0 w 9"/>
                <a:gd name="T1" fmla="*/ 0 h 7"/>
                <a:gd name="T2" fmla="*/ 132 w 9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3" y="2"/>
                    <a:pt x="6" y="5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280">
              <a:extLst>
                <a:ext uri="{FF2B5EF4-FFF2-40B4-BE49-F238E27FC236}">
                  <a16:creationId xmlns:a16="http://schemas.microsoft.com/office/drawing/2014/main" id="{E2A96186-11C9-441A-B8E9-6D90EAFAF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479"/>
              <a:ext cx="18" cy="30"/>
            </a:xfrm>
            <a:custGeom>
              <a:avLst/>
              <a:gdLst>
                <a:gd name="T0" fmla="*/ 33 w 7"/>
                <a:gd name="T1" fmla="*/ 0 h 12"/>
                <a:gd name="T2" fmla="*/ 54 w 7"/>
                <a:gd name="T3" fmla="*/ 158 h 12"/>
                <a:gd name="T4" fmla="*/ 118 w 7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2" y="0"/>
                  </a:moveTo>
                  <a:cubicBezTo>
                    <a:pt x="2" y="3"/>
                    <a:pt x="0" y="9"/>
                    <a:pt x="3" y="10"/>
                  </a:cubicBezTo>
                  <a:cubicBezTo>
                    <a:pt x="7" y="12"/>
                    <a:pt x="7" y="3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281">
              <a:extLst>
                <a:ext uri="{FF2B5EF4-FFF2-40B4-BE49-F238E27FC236}">
                  <a16:creationId xmlns:a16="http://schemas.microsoft.com/office/drawing/2014/main" id="{787410C9-002E-4141-8E91-BCBF84CAB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16"/>
              <a:ext cx="5" cy="26"/>
            </a:xfrm>
            <a:custGeom>
              <a:avLst/>
              <a:gdLst>
                <a:gd name="T0" fmla="*/ 20 w 2"/>
                <a:gd name="T1" fmla="*/ 0 h 10"/>
                <a:gd name="T2" fmla="*/ 0 w 2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0" y="3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282">
              <a:extLst>
                <a:ext uri="{FF2B5EF4-FFF2-40B4-BE49-F238E27FC236}">
                  <a16:creationId xmlns:a16="http://schemas.microsoft.com/office/drawing/2014/main" id="{AE67F8B9-4616-4F2C-9D52-B44275683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649"/>
              <a:ext cx="23" cy="13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8" y="3"/>
                    <a:pt x="2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283">
              <a:extLst>
                <a:ext uri="{FF2B5EF4-FFF2-40B4-BE49-F238E27FC236}">
                  <a16:creationId xmlns:a16="http://schemas.microsoft.com/office/drawing/2014/main" id="{FA9F5C66-4C43-4757-9A52-9CCB0688D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557"/>
              <a:ext cx="8" cy="30"/>
            </a:xfrm>
            <a:custGeom>
              <a:avLst/>
              <a:gdLst>
                <a:gd name="T0" fmla="*/ 0 w 3"/>
                <a:gd name="T1" fmla="*/ 0 h 12"/>
                <a:gd name="T2" fmla="*/ 56 w 3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1" y="4"/>
                    <a:pt x="2" y="8"/>
                    <a:pt x="3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284">
              <a:extLst>
                <a:ext uri="{FF2B5EF4-FFF2-40B4-BE49-F238E27FC236}">
                  <a16:creationId xmlns:a16="http://schemas.microsoft.com/office/drawing/2014/main" id="{D31D146C-9F56-4094-A1C9-163886D1A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582"/>
              <a:ext cx="10" cy="27"/>
            </a:xfrm>
            <a:custGeom>
              <a:avLst/>
              <a:gdLst>
                <a:gd name="T0" fmla="*/ 0 w 4"/>
                <a:gd name="T1" fmla="*/ 0 h 11"/>
                <a:gd name="T2" fmla="*/ 63 w 4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1" y="4"/>
                    <a:pt x="3" y="7"/>
                    <a:pt x="4" y="1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285">
              <a:extLst>
                <a:ext uri="{FF2B5EF4-FFF2-40B4-BE49-F238E27FC236}">
                  <a16:creationId xmlns:a16="http://schemas.microsoft.com/office/drawing/2014/main" id="{6877DAC6-EFA7-4D11-A3CE-2B932D345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637"/>
              <a:ext cx="38" cy="7"/>
            </a:xfrm>
            <a:custGeom>
              <a:avLst/>
              <a:gdLst>
                <a:gd name="T0" fmla="*/ 0 w 15"/>
                <a:gd name="T1" fmla="*/ 37 h 3"/>
                <a:gd name="T2" fmla="*/ 243 w 15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2" y="2"/>
                    <a:pt x="11" y="0"/>
                    <a:pt x="15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286">
              <a:extLst>
                <a:ext uri="{FF2B5EF4-FFF2-40B4-BE49-F238E27FC236}">
                  <a16:creationId xmlns:a16="http://schemas.microsoft.com/office/drawing/2014/main" id="{7BAA5EF1-834E-4BC5-880E-993B8EF0E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594"/>
              <a:ext cx="22" cy="35"/>
            </a:xfrm>
            <a:custGeom>
              <a:avLst/>
              <a:gdLst>
                <a:gd name="T0" fmla="*/ 29 w 9"/>
                <a:gd name="T1" fmla="*/ 220 h 14"/>
                <a:gd name="T2" fmla="*/ 42 w 9"/>
                <a:gd name="T3" fmla="*/ 50 h 14"/>
                <a:gd name="T4" fmla="*/ 132 w 9"/>
                <a:gd name="T5" fmla="*/ 20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14"/>
                  </a:moveTo>
                  <a:cubicBezTo>
                    <a:pt x="2" y="11"/>
                    <a:pt x="0" y="5"/>
                    <a:pt x="3" y="3"/>
                  </a:cubicBezTo>
                  <a:cubicBezTo>
                    <a:pt x="8" y="0"/>
                    <a:pt x="9" y="10"/>
                    <a:pt x="9" y="1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287">
              <a:extLst>
                <a:ext uri="{FF2B5EF4-FFF2-40B4-BE49-F238E27FC236}">
                  <a16:creationId xmlns:a16="http://schemas.microsoft.com/office/drawing/2014/main" id="{E6B783F8-1F6B-4996-AB7B-BFC307DA4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637"/>
              <a:ext cx="17" cy="20"/>
            </a:xfrm>
            <a:custGeom>
              <a:avLst/>
              <a:gdLst>
                <a:gd name="T0" fmla="*/ 0 w 7"/>
                <a:gd name="T1" fmla="*/ 0 h 8"/>
                <a:gd name="T2" fmla="*/ 100 w 7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1"/>
                    <a:pt x="6" y="5"/>
                    <a:pt x="7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288">
              <a:extLst>
                <a:ext uri="{FF2B5EF4-FFF2-40B4-BE49-F238E27FC236}">
                  <a16:creationId xmlns:a16="http://schemas.microsoft.com/office/drawing/2014/main" id="{E2A0CD30-BB3E-43A3-AEDB-272C3BFE5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704"/>
              <a:ext cx="30" cy="40"/>
            </a:xfrm>
            <a:custGeom>
              <a:avLst/>
              <a:gdLst>
                <a:gd name="T0" fmla="*/ 0 w 12"/>
                <a:gd name="T1" fmla="*/ 208 h 16"/>
                <a:gd name="T2" fmla="*/ 158 w 12"/>
                <a:gd name="T3" fmla="*/ 83 h 16"/>
                <a:gd name="T4" fmla="*/ 113 w 12"/>
                <a:gd name="T5" fmla="*/ 2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13"/>
                  </a:moveTo>
                  <a:cubicBezTo>
                    <a:pt x="1" y="10"/>
                    <a:pt x="5" y="0"/>
                    <a:pt x="10" y="5"/>
                  </a:cubicBezTo>
                  <a:cubicBezTo>
                    <a:pt x="12" y="8"/>
                    <a:pt x="10" y="14"/>
                    <a:pt x="7" y="1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289">
              <a:extLst>
                <a:ext uri="{FF2B5EF4-FFF2-40B4-BE49-F238E27FC236}">
                  <a16:creationId xmlns:a16="http://schemas.microsoft.com/office/drawing/2014/main" id="{C6F363EB-2F17-48F4-9A7D-90AC75121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647"/>
              <a:ext cx="15" cy="22"/>
            </a:xfrm>
            <a:custGeom>
              <a:avLst/>
              <a:gdLst>
                <a:gd name="T0" fmla="*/ 95 w 6"/>
                <a:gd name="T1" fmla="*/ 0 h 9"/>
                <a:gd name="T2" fmla="*/ 0 w 6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5" y="0"/>
                    <a:pt x="2" y="7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290">
              <a:extLst>
                <a:ext uri="{FF2B5EF4-FFF2-40B4-BE49-F238E27FC236}">
                  <a16:creationId xmlns:a16="http://schemas.microsoft.com/office/drawing/2014/main" id="{DF11AFF9-CB67-4709-8644-E9C77B404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662"/>
              <a:ext cx="18" cy="15"/>
            </a:xfrm>
            <a:custGeom>
              <a:avLst/>
              <a:gdLst>
                <a:gd name="T0" fmla="*/ 21 w 7"/>
                <a:gd name="T1" fmla="*/ 20 h 6"/>
                <a:gd name="T2" fmla="*/ 0 w 7"/>
                <a:gd name="T3" fmla="*/ 0 h 6"/>
                <a:gd name="T4" fmla="*/ 118 w 7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2" y="3"/>
                    <a:pt x="5" y="4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291">
              <a:extLst>
                <a:ext uri="{FF2B5EF4-FFF2-40B4-BE49-F238E27FC236}">
                  <a16:creationId xmlns:a16="http://schemas.microsoft.com/office/drawing/2014/main" id="{E35D6627-036B-449C-A86D-330A3285C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724"/>
              <a:ext cx="7" cy="25"/>
            </a:xfrm>
            <a:custGeom>
              <a:avLst/>
              <a:gdLst>
                <a:gd name="T0" fmla="*/ 37 w 3"/>
                <a:gd name="T1" fmla="*/ 0 h 10"/>
                <a:gd name="T2" fmla="*/ 0 w 3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3" y="3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292">
              <a:extLst>
                <a:ext uri="{FF2B5EF4-FFF2-40B4-BE49-F238E27FC236}">
                  <a16:creationId xmlns:a16="http://schemas.microsoft.com/office/drawing/2014/main" id="{0C3F4662-92E9-4968-910F-CE0CD177B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541"/>
              <a:ext cx="15" cy="18"/>
            </a:xfrm>
            <a:custGeom>
              <a:avLst/>
              <a:gdLst>
                <a:gd name="T0" fmla="*/ 95 w 6"/>
                <a:gd name="T1" fmla="*/ 0 h 7"/>
                <a:gd name="T2" fmla="*/ 0 w 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4" y="2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293">
              <a:extLst>
                <a:ext uri="{FF2B5EF4-FFF2-40B4-BE49-F238E27FC236}">
                  <a16:creationId xmlns:a16="http://schemas.microsoft.com/office/drawing/2014/main" id="{D4894102-A59C-4D4A-814C-DF4904B37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591"/>
              <a:ext cx="20" cy="18"/>
            </a:xfrm>
            <a:custGeom>
              <a:avLst/>
              <a:gdLst>
                <a:gd name="T0" fmla="*/ 125 w 8"/>
                <a:gd name="T1" fmla="*/ 0 h 7"/>
                <a:gd name="T2" fmla="*/ 0 w 8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6" y="2"/>
                    <a:pt x="3" y="6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294">
              <a:extLst>
                <a:ext uri="{FF2B5EF4-FFF2-40B4-BE49-F238E27FC236}">
                  <a16:creationId xmlns:a16="http://schemas.microsoft.com/office/drawing/2014/main" id="{AE262241-244E-4E60-B0CA-3CAD7C96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694"/>
              <a:ext cx="25" cy="5"/>
            </a:xfrm>
            <a:custGeom>
              <a:avLst/>
              <a:gdLst>
                <a:gd name="T0" fmla="*/ 0 w 10"/>
                <a:gd name="T1" fmla="*/ 33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4" y="1"/>
                    <a:pt x="7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295">
              <a:extLst>
                <a:ext uri="{FF2B5EF4-FFF2-40B4-BE49-F238E27FC236}">
                  <a16:creationId xmlns:a16="http://schemas.microsoft.com/office/drawing/2014/main" id="{A88A0E8B-2E85-422A-9D70-3B66EE442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646"/>
              <a:ext cx="35" cy="33"/>
            </a:xfrm>
            <a:custGeom>
              <a:avLst/>
              <a:gdLst>
                <a:gd name="T0" fmla="*/ 83 w 14"/>
                <a:gd name="T1" fmla="*/ 213 h 13"/>
                <a:gd name="T2" fmla="*/ 0 w 14"/>
                <a:gd name="T3" fmla="*/ 51 h 13"/>
                <a:gd name="T4" fmla="*/ 220 w 14"/>
                <a:gd name="T5" fmla="*/ 2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5" y="13"/>
                  </a:moveTo>
                  <a:cubicBezTo>
                    <a:pt x="3" y="10"/>
                    <a:pt x="1" y="7"/>
                    <a:pt x="0" y="3"/>
                  </a:cubicBezTo>
                  <a:cubicBezTo>
                    <a:pt x="7" y="0"/>
                    <a:pt x="12" y="7"/>
                    <a:pt x="14" y="1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296">
              <a:extLst>
                <a:ext uri="{FF2B5EF4-FFF2-40B4-BE49-F238E27FC236}">
                  <a16:creationId xmlns:a16="http://schemas.microsoft.com/office/drawing/2014/main" id="{5693D9D4-59EA-4CE0-9AD0-77E016641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664"/>
              <a:ext cx="25" cy="15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2"/>
                    <a:pt x="7" y="4"/>
                    <a:pt x="10" y="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297">
              <a:extLst>
                <a:ext uri="{FF2B5EF4-FFF2-40B4-BE49-F238E27FC236}">
                  <a16:creationId xmlns:a16="http://schemas.microsoft.com/office/drawing/2014/main" id="{E8A76A26-95F4-4816-9CC8-0FDC2BF8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656"/>
              <a:ext cx="5" cy="18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2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298">
              <a:extLst>
                <a:ext uri="{FF2B5EF4-FFF2-40B4-BE49-F238E27FC236}">
                  <a16:creationId xmlns:a16="http://schemas.microsoft.com/office/drawing/2014/main" id="{3DDC9385-4BB3-4E41-B3BF-BE724DAB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726"/>
              <a:ext cx="10" cy="28"/>
            </a:xfrm>
            <a:custGeom>
              <a:avLst/>
              <a:gdLst>
                <a:gd name="T0" fmla="*/ 63 w 4"/>
                <a:gd name="T1" fmla="*/ 0 h 11"/>
                <a:gd name="T2" fmla="*/ 0 w 4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4"/>
                    <a:pt x="1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299">
              <a:extLst>
                <a:ext uri="{FF2B5EF4-FFF2-40B4-BE49-F238E27FC236}">
                  <a16:creationId xmlns:a16="http://schemas.microsoft.com/office/drawing/2014/main" id="{545F4F00-1F18-48B7-89CB-D5F6517DC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779"/>
              <a:ext cx="15" cy="22"/>
            </a:xfrm>
            <a:custGeom>
              <a:avLst/>
              <a:gdLst>
                <a:gd name="T0" fmla="*/ 0 w 6"/>
                <a:gd name="T1" fmla="*/ 132 h 9"/>
                <a:gd name="T2" fmla="*/ 95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6"/>
                    <a:pt x="4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300">
              <a:extLst>
                <a:ext uri="{FF2B5EF4-FFF2-40B4-BE49-F238E27FC236}">
                  <a16:creationId xmlns:a16="http://schemas.microsoft.com/office/drawing/2014/main" id="{324FB8E3-5E93-43B1-B8D3-BFB82B3CF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856"/>
              <a:ext cx="20" cy="18"/>
            </a:xfrm>
            <a:custGeom>
              <a:avLst/>
              <a:gdLst>
                <a:gd name="T0" fmla="*/ 0 w 8"/>
                <a:gd name="T1" fmla="*/ 0 h 7"/>
                <a:gd name="T2" fmla="*/ 125 w 8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3"/>
                    <a:pt x="6" y="5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301">
              <a:extLst>
                <a:ext uri="{FF2B5EF4-FFF2-40B4-BE49-F238E27FC236}">
                  <a16:creationId xmlns:a16="http://schemas.microsoft.com/office/drawing/2014/main" id="{0CA15B5A-02AE-4660-81A0-0BA8633A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786"/>
              <a:ext cx="18" cy="13"/>
            </a:xfrm>
            <a:custGeom>
              <a:avLst/>
              <a:gdLst>
                <a:gd name="T0" fmla="*/ 118 w 7"/>
                <a:gd name="T1" fmla="*/ 88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302">
              <a:extLst>
                <a:ext uri="{FF2B5EF4-FFF2-40B4-BE49-F238E27FC236}">
                  <a16:creationId xmlns:a16="http://schemas.microsoft.com/office/drawing/2014/main" id="{25494AB2-5904-4ED5-BAC7-85787C9E6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711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0"/>
                    <a:pt x="6" y="1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303">
              <a:extLst>
                <a:ext uri="{FF2B5EF4-FFF2-40B4-BE49-F238E27FC236}">
                  <a16:creationId xmlns:a16="http://schemas.microsoft.com/office/drawing/2014/main" id="{9EA7D609-CAA4-43D4-BD5F-9C7946FB7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16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2"/>
                    <a:pt x="8" y="3"/>
                    <a:pt x="12" y="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304">
              <a:extLst>
                <a:ext uri="{FF2B5EF4-FFF2-40B4-BE49-F238E27FC236}">
                  <a16:creationId xmlns:a16="http://schemas.microsoft.com/office/drawing/2014/main" id="{EA0F4EF0-EEAC-46BC-A6D8-7BCF37867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911"/>
              <a:ext cx="23" cy="5"/>
            </a:xfrm>
            <a:custGeom>
              <a:avLst/>
              <a:gdLst>
                <a:gd name="T0" fmla="*/ 151 w 9"/>
                <a:gd name="T1" fmla="*/ 20 h 2"/>
                <a:gd name="T2" fmla="*/ 0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1"/>
                  </a:moveTo>
                  <a:cubicBezTo>
                    <a:pt x="6" y="0"/>
                    <a:pt x="2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305">
              <a:extLst>
                <a:ext uri="{FF2B5EF4-FFF2-40B4-BE49-F238E27FC236}">
                  <a16:creationId xmlns:a16="http://schemas.microsoft.com/office/drawing/2014/main" id="{EF746A85-41A5-4A5C-91E0-B4FBDCC37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681"/>
              <a:ext cx="22" cy="20"/>
            </a:xfrm>
            <a:custGeom>
              <a:avLst/>
              <a:gdLst>
                <a:gd name="T0" fmla="*/ 132 w 9"/>
                <a:gd name="T1" fmla="*/ 0 h 8"/>
                <a:gd name="T2" fmla="*/ 0 w 9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6" y="2"/>
                    <a:pt x="3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306">
              <a:extLst>
                <a:ext uri="{FF2B5EF4-FFF2-40B4-BE49-F238E27FC236}">
                  <a16:creationId xmlns:a16="http://schemas.microsoft.com/office/drawing/2014/main" id="{B5633129-DD6F-406E-9840-FBC3BA178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779"/>
              <a:ext cx="15" cy="22"/>
            </a:xfrm>
            <a:custGeom>
              <a:avLst/>
              <a:gdLst>
                <a:gd name="T0" fmla="*/ 95 w 6"/>
                <a:gd name="T1" fmla="*/ 0 h 9"/>
                <a:gd name="T2" fmla="*/ 0 w 6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3" y="3"/>
                    <a:pt x="2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307">
              <a:extLst>
                <a:ext uri="{FF2B5EF4-FFF2-40B4-BE49-F238E27FC236}">
                  <a16:creationId xmlns:a16="http://schemas.microsoft.com/office/drawing/2014/main" id="{82BF9317-FCA3-426B-A56F-914C5E475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861"/>
              <a:ext cx="27" cy="33"/>
            </a:xfrm>
            <a:custGeom>
              <a:avLst/>
              <a:gdLst>
                <a:gd name="T0" fmla="*/ 71 w 11"/>
                <a:gd name="T1" fmla="*/ 0 h 13"/>
                <a:gd name="T2" fmla="*/ 91 w 11"/>
                <a:gd name="T3" fmla="*/ 213 h 13"/>
                <a:gd name="T4" fmla="*/ 162 w 11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3" y="4"/>
                    <a:pt x="0" y="12"/>
                    <a:pt x="6" y="13"/>
                  </a:cubicBezTo>
                  <a:cubicBezTo>
                    <a:pt x="11" y="13"/>
                    <a:pt x="10" y="5"/>
                    <a:pt x="11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308">
              <a:extLst>
                <a:ext uri="{FF2B5EF4-FFF2-40B4-BE49-F238E27FC236}">
                  <a16:creationId xmlns:a16="http://schemas.microsoft.com/office/drawing/2014/main" id="{70A787C7-B980-45A8-BFA6-FC1097C0F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74"/>
              <a:ext cx="42" cy="40"/>
            </a:xfrm>
            <a:custGeom>
              <a:avLst/>
              <a:gdLst>
                <a:gd name="T0" fmla="*/ 0 w 17"/>
                <a:gd name="T1" fmla="*/ 50 h 16"/>
                <a:gd name="T2" fmla="*/ 104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3"/>
                  </a:moveTo>
                  <a:cubicBezTo>
                    <a:pt x="1" y="16"/>
                    <a:pt x="17" y="9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309">
              <a:extLst>
                <a:ext uri="{FF2B5EF4-FFF2-40B4-BE49-F238E27FC236}">
                  <a16:creationId xmlns:a16="http://schemas.microsoft.com/office/drawing/2014/main" id="{AA67C3F5-E0EE-4C8C-87E1-C9B95EEB0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651"/>
              <a:ext cx="2" cy="30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1" y="4"/>
                    <a:pt x="1" y="8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310">
              <a:extLst>
                <a:ext uri="{FF2B5EF4-FFF2-40B4-BE49-F238E27FC236}">
                  <a16:creationId xmlns:a16="http://schemas.microsoft.com/office/drawing/2014/main" id="{12C9FAAD-99BE-4351-900B-83FBBB873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741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2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Freeform 311">
              <a:extLst>
                <a:ext uri="{FF2B5EF4-FFF2-40B4-BE49-F238E27FC236}">
                  <a16:creationId xmlns:a16="http://schemas.microsoft.com/office/drawing/2014/main" id="{E164D3E9-8FC4-41F6-AAF5-AEF3E3DAB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791"/>
              <a:ext cx="23" cy="10"/>
            </a:xfrm>
            <a:custGeom>
              <a:avLst/>
              <a:gdLst>
                <a:gd name="T0" fmla="*/ 0 w 9"/>
                <a:gd name="T1" fmla="*/ 0 h 4"/>
                <a:gd name="T2" fmla="*/ 151 w 9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0"/>
                    <a:pt x="8" y="2"/>
                    <a:pt x="9" y="4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312">
              <a:extLst>
                <a:ext uri="{FF2B5EF4-FFF2-40B4-BE49-F238E27FC236}">
                  <a16:creationId xmlns:a16="http://schemas.microsoft.com/office/drawing/2014/main" id="{A43FC696-1238-468F-9BAB-A41A2979E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74"/>
              <a:ext cx="20" cy="22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4"/>
                    <a:pt x="5" y="7"/>
                    <a:pt x="8" y="9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313">
              <a:extLst>
                <a:ext uri="{FF2B5EF4-FFF2-40B4-BE49-F238E27FC236}">
                  <a16:creationId xmlns:a16="http://schemas.microsoft.com/office/drawing/2014/main" id="{344641E6-0BD8-4CB3-B95E-26F7C172B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636"/>
              <a:ext cx="5" cy="18"/>
            </a:xfrm>
            <a:custGeom>
              <a:avLst/>
              <a:gdLst>
                <a:gd name="T0" fmla="*/ 2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314">
              <a:extLst>
                <a:ext uri="{FF2B5EF4-FFF2-40B4-BE49-F238E27FC236}">
                  <a16:creationId xmlns:a16="http://schemas.microsoft.com/office/drawing/2014/main" id="{C022C901-A7D3-4E0D-8A4C-E2330518F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719"/>
              <a:ext cx="20" cy="17"/>
            </a:xfrm>
            <a:custGeom>
              <a:avLst/>
              <a:gdLst>
                <a:gd name="T0" fmla="*/ 125 w 8"/>
                <a:gd name="T1" fmla="*/ 0 h 7"/>
                <a:gd name="T2" fmla="*/ 0 w 8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5" y="3"/>
                    <a:pt x="2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315">
              <a:extLst>
                <a:ext uri="{FF2B5EF4-FFF2-40B4-BE49-F238E27FC236}">
                  <a16:creationId xmlns:a16="http://schemas.microsoft.com/office/drawing/2014/main" id="{6C06442C-4D15-4730-8F96-CE2044242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659"/>
              <a:ext cx="12" cy="25"/>
            </a:xfrm>
            <a:custGeom>
              <a:avLst/>
              <a:gdLst>
                <a:gd name="T0" fmla="*/ 0 w 5"/>
                <a:gd name="T1" fmla="*/ 0 h 10"/>
                <a:gd name="T2" fmla="*/ 70 w 5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2" y="3"/>
                    <a:pt x="3" y="7"/>
                    <a:pt x="5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316">
              <a:extLst>
                <a:ext uri="{FF2B5EF4-FFF2-40B4-BE49-F238E27FC236}">
                  <a16:creationId xmlns:a16="http://schemas.microsoft.com/office/drawing/2014/main" id="{9AA165AA-54F3-44F9-B7A7-C7EB66CB1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639"/>
              <a:ext cx="12" cy="15"/>
            </a:xfrm>
            <a:custGeom>
              <a:avLst/>
              <a:gdLst>
                <a:gd name="T0" fmla="*/ 0 w 5"/>
                <a:gd name="T1" fmla="*/ 95 h 6"/>
                <a:gd name="T2" fmla="*/ 7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2" y="4"/>
                    <a:pt x="3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317">
              <a:extLst>
                <a:ext uri="{FF2B5EF4-FFF2-40B4-BE49-F238E27FC236}">
                  <a16:creationId xmlns:a16="http://schemas.microsoft.com/office/drawing/2014/main" id="{70CA5D1C-A89F-4FB2-8DE9-308A11BB2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1611"/>
              <a:ext cx="28" cy="23"/>
            </a:xfrm>
            <a:custGeom>
              <a:avLst/>
              <a:gdLst>
                <a:gd name="T0" fmla="*/ 0 w 11"/>
                <a:gd name="T1" fmla="*/ 0 h 9"/>
                <a:gd name="T2" fmla="*/ 181 w 11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4" y="2"/>
                    <a:pt x="8" y="6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318">
              <a:extLst>
                <a:ext uri="{FF2B5EF4-FFF2-40B4-BE49-F238E27FC236}">
                  <a16:creationId xmlns:a16="http://schemas.microsoft.com/office/drawing/2014/main" id="{708C4989-54CD-4759-9830-B4C67629F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752"/>
              <a:ext cx="30" cy="17"/>
            </a:xfrm>
            <a:custGeom>
              <a:avLst/>
              <a:gdLst>
                <a:gd name="T0" fmla="*/ 0 w 12"/>
                <a:gd name="T1" fmla="*/ 0 h 7"/>
                <a:gd name="T2" fmla="*/ 188 w 1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4" y="2"/>
                    <a:pt x="10" y="5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AB7E687B-CB56-465A-97D8-8A7A94FE92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Atherosclerosis</a:t>
            </a:r>
          </a:p>
        </p:txBody>
      </p:sp>
      <p:grpSp>
        <p:nvGrpSpPr>
          <p:cNvPr id="44034" name="Artery-Wall-Layers-Cross-Section">
            <a:extLst>
              <a:ext uri="{FF2B5EF4-FFF2-40B4-BE49-F238E27FC236}">
                <a16:creationId xmlns:a16="http://schemas.microsoft.com/office/drawing/2014/main" id="{ECC177D5-A76B-4440-9B86-F51C678520D9}"/>
              </a:ext>
            </a:extLst>
          </p:cNvPr>
          <p:cNvGrpSpPr>
            <a:grpSpLocks/>
          </p:cNvGrpSpPr>
          <p:nvPr/>
        </p:nvGrpSpPr>
        <p:grpSpPr bwMode="auto">
          <a:xfrm>
            <a:off x="2216150" y="1968500"/>
            <a:ext cx="3606800" cy="3213100"/>
            <a:chOff x="436" y="1240"/>
            <a:chExt cx="2272" cy="2024"/>
          </a:xfrm>
        </p:grpSpPr>
        <p:sp>
          <p:nvSpPr>
            <p:cNvPr id="108513" name="Freeform 4">
              <a:extLst>
                <a:ext uri="{FF2B5EF4-FFF2-40B4-BE49-F238E27FC236}">
                  <a16:creationId xmlns:a16="http://schemas.microsoft.com/office/drawing/2014/main" id="{A4A90346-C26F-4D41-B86B-292BCB304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240"/>
              <a:ext cx="2264" cy="2018"/>
            </a:xfrm>
            <a:custGeom>
              <a:avLst/>
              <a:gdLst>
                <a:gd name="T0" fmla="*/ 0 w 2264"/>
                <a:gd name="T1" fmla="*/ 0 h 2018"/>
                <a:gd name="T2" fmla="*/ 2264 w 2264"/>
                <a:gd name="T3" fmla="*/ 0 h 2018"/>
                <a:gd name="T4" fmla="*/ 2264 w 2264"/>
                <a:gd name="T5" fmla="*/ 2018 h 2018"/>
                <a:gd name="T6" fmla="*/ 0 w 2264"/>
                <a:gd name="T7" fmla="*/ 1777 h 2018"/>
                <a:gd name="T8" fmla="*/ 0 w 2264"/>
                <a:gd name="T9" fmla="*/ 0 h 20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4" h="2018">
                  <a:moveTo>
                    <a:pt x="0" y="0"/>
                  </a:moveTo>
                  <a:lnTo>
                    <a:pt x="2264" y="0"/>
                  </a:lnTo>
                  <a:lnTo>
                    <a:pt x="2264" y="2018"/>
                  </a:lnTo>
                  <a:lnTo>
                    <a:pt x="0" y="17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14" name="Freeform 5">
              <a:extLst>
                <a:ext uri="{FF2B5EF4-FFF2-40B4-BE49-F238E27FC236}">
                  <a16:creationId xmlns:a16="http://schemas.microsoft.com/office/drawing/2014/main" id="{965B0CEA-E4CE-4B6C-B532-CED6E4A2E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240"/>
              <a:ext cx="2264" cy="2020"/>
            </a:xfrm>
            <a:custGeom>
              <a:avLst/>
              <a:gdLst>
                <a:gd name="T0" fmla="*/ 0 w 1135"/>
                <a:gd name="T1" fmla="*/ 5392 h 949"/>
                <a:gd name="T2" fmla="*/ 0 w 1135"/>
                <a:gd name="T3" fmla="*/ 9153 h 949"/>
                <a:gd name="T4" fmla="*/ 9008 w 1135"/>
                <a:gd name="T5" fmla="*/ 9153 h 949"/>
                <a:gd name="T6" fmla="*/ 9008 w 1135"/>
                <a:gd name="T7" fmla="*/ 0 h 949"/>
                <a:gd name="T8" fmla="*/ 4977 w 1135"/>
                <a:gd name="T9" fmla="*/ 0 h 949"/>
                <a:gd name="T10" fmla="*/ 0 w 1135"/>
                <a:gd name="T11" fmla="*/ 5392 h 9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5" h="949">
                  <a:moveTo>
                    <a:pt x="0" y="559"/>
                  </a:moveTo>
                  <a:cubicBezTo>
                    <a:pt x="0" y="949"/>
                    <a:pt x="0" y="949"/>
                    <a:pt x="0" y="949"/>
                  </a:cubicBezTo>
                  <a:cubicBezTo>
                    <a:pt x="1135" y="949"/>
                    <a:pt x="1135" y="949"/>
                    <a:pt x="1135" y="949"/>
                  </a:cubicBezTo>
                  <a:cubicBezTo>
                    <a:pt x="1135" y="0"/>
                    <a:pt x="1135" y="0"/>
                    <a:pt x="1135" y="0"/>
                  </a:cubicBezTo>
                  <a:cubicBezTo>
                    <a:pt x="627" y="0"/>
                    <a:pt x="627" y="0"/>
                    <a:pt x="627" y="0"/>
                  </a:cubicBezTo>
                  <a:cubicBezTo>
                    <a:pt x="351" y="96"/>
                    <a:pt x="125" y="299"/>
                    <a:pt x="0" y="559"/>
                  </a:cubicBez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15" name="Freeform 6">
              <a:extLst>
                <a:ext uri="{FF2B5EF4-FFF2-40B4-BE49-F238E27FC236}">
                  <a16:creationId xmlns:a16="http://schemas.microsoft.com/office/drawing/2014/main" id="{2D5F3504-B8CB-4307-9E29-1D4B4BD44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683"/>
              <a:ext cx="30" cy="19"/>
            </a:xfrm>
            <a:custGeom>
              <a:avLst/>
              <a:gdLst>
                <a:gd name="T0" fmla="*/ 88 w 15"/>
                <a:gd name="T1" fmla="*/ 0 h 9"/>
                <a:gd name="T2" fmla="*/ 0 w 15"/>
                <a:gd name="T3" fmla="*/ 84 h 9"/>
                <a:gd name="T4" fmla="*/ 120 w 15"/>
                <a:gd name="T5" fmla="*/ 5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1" y="0"/>
                  </a:moveTo>
                  <a:cubicBezTo>
                    <a:pt x="7" y="3"/>
                    <a:pt x="3" y="6"/>
                    <a:pt x="0" y="9"/>
                  </a:cubicBezTo>
                  <a:cubicBezTo>
                    <a:pt x="5" y="8"/>
                    <a:pt x="11" y="9"/>
                    <a:pt x="15" y="6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16" name="Freeform 7">
              <a:extLst>
                <a:ext uri="{FF2B5EF4-FFF2-40B4-BE49-F238E27FC236}">
                  <a16:creationId xmlns:a16="http://schemas.microsoft.com/office/drawing/2014/main" id="{4052D844-D5EE-493B-B946-B2B7E88BB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724"/>
              <a:ext cx="16" cy="19"/>
            </a:xfrm>
            <a:custGeom>
              <a:avLst/>
              <a:gdLst>
                <a:gd name="T0" fmla="*/ 24 w 8"/>
                <a:gd name="T1" fmla="*/ 0 h 9"/>
                <a:gd name="T2" fmla="*/ 0 w 8"/>
                <a:gd name="T3" fmla="*/ 68 h 9"/>
                <a:gd name="T4" fmla="*/ 64 w 8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2"/>
                    <a:pt x="1" y="5"/>
                    <a:pt x="0" y="7"/>
                  </a:cubicBezTo>
                  <a:cubicBezTo>
                    <a:pt x="3" y="8"/>
                    <a:pt x="5" y="9"/>
                    <a:pt x="8" y="9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17" name="Freeform 8">
              <a:extLst>
                <a:ext uri="{FF2B5EF4-FFF2-40B4-BE49-F238E27FC236}">
                  <a16:creationId xmlns:a16="http://schemas.microsoft.com/office/drawing/2014/main" id="{9EC819C0-39FC-49B9-B608-8E7DE5F64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613"/>
              <a:ext cx="28" cy="13"/>
            </a:xfrm>
            <a:custGeom>
              <a:avLst/>
              <a:gdLst>
                <a:gd name="T0" fmla="*/ 0 w 14"/>
                <a:gd name="T1" fmla="*/ 0 h 6"/>
                <a:gd name="T2" fmla="*/ 16 w 14"/>
                <a:gd name="T3" fmla="*/ 61 h 6"/>
                <a:gd name="T4" fmla="*/ 112 w 1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  <a:cubicBezTo>
                    <a:pt x="5" y="3"/>
                    <a:pt x="10" y="3"/>
                    <a:pt x="14" y="0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18" name="Freeform 9">
              <a:extLst>
                <a:ext uri="{FF2B5EF4-FFF2-40B4-BE49-F238E27FC236}">
                  <a16:creationId xmlns:a16="http://schemas.microsoft.com/office/drawing/2014/main" id="{4361F3DC-0E2C-4C42-ADAE-15F677D4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526"/>
              <a:ext cx="20" cy="25"/>
            </a:xfrm>
            <a:custGeom>
              <a:avLst/>
              <a:gdLst>
                <a:gd name="T0" fmla="*/ 0 w 10"/>
                <a:gd name="T1" fmla="*/ 27 h 12"/>
                <a:gd name="T2" fmla="*/ 40 w 10"/>
                <a:gd name="T3" fmla="*/ 108 h 12"/>
                <a:gd name="T4" fmla="*/ 8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3"/>
                  </a:moveTo>
                  <a:cubicBezTo>
                    <a:pt x="2" y="6"/>
                    <a:pt x="4" y="9"/>
                    <a:pt x="5" y="12"/>
                  </a:cubicBezTo>
                  <a:cubicBezTo>
                    <a:pt x="6" y="8"/>
                    <a:pt x="6" y="3"/>
                    <a:pt x="10" y="0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19" name="Freeform 10">
              <a:extLst>
                <a:ext uri="{FF2B5EF4-FFF2-40B4-BE49-F238E27FC236}">
                  <a16:creationId xmlns:a16="http://schemas.microsoft.com/office/drawing/2014/main" id="{6F5E89A6-B51A-46BE-B84C-9A590144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453"/>
              <a:ext cx="20" cy="32"/>
            </a:xfrm>
            <a:custGeom>
              <a:avLst/>
              <a:gdLst>
                <a:gd name="T0" fmla="*/ 80 w 10"/>
                <a:gd name="T1" fmla="*/ 0 h 15"/>
                <a:gd name="T2" fmla="*/ 72 w 10"/>
                <a:gd name="T3" fmla="*/ 105 h 15"/>
                <a:gd name="T4" fmla="*/ 0 w 10"/>
                <a:gd name="T5" fmla="*/ 1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7" y="2"/>
                    <a:pt x="7" y="7"/>
                    <a:pt x="9" y="11"/>
                  </a:cubicBezTo>
                  <a:cubicBezTo>
                    <a:pt x="6" y="11"/>
                    <a:pt x="3" y="13"/>
                    <a:pt x="0" y="15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20" name="Freeform 11">
              <a:extLst>
                <a:ext uri="{FF2B5EF4-FFF2-40B4-BE49-F238E27FC236}">
                  <a16:creationId xmlns:a16="http://schemas.microsoft.com/office/drawing/2014/main" id="{573E6A1C-CBFB-4E96-80D8-54633930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455"/>
              <a:ext cx="31" cy="15"/>
            </a:xfrm>
            <a:custGeom>
              <a:avLst/>
              <a:gdLst>
                <a:gd name="T0" fmla="*/ 0 w 16"/>
                <a:gd name="T1" fmla="*/ 60 h 7"/>
                <a:gd name="T2" fmla="*/ 101 w 16"/>
                <a:gd name="T3" fmla="*/ 0 h 7"/>
                <a:gd name="T4" fmla="*/ 116 w 16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6"/>
                  </a:moveTo>
                  <a:cubicBezTo>
                    <a:pt x="4" y="4"/>
                    <a:pt x="9" y="1"/>
                    <a:pt x="14" y="0"/>
                  </a:cubicBezTo>
                  <a:cubicBezTo>
                    <a:pt x="13" y="2"/>
                    <a:pt x="14" y="4"/>
                    <a:pt x="16" y="7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21" name="Freeform 12">
              <a:extLst>
                <a:ext uri="{FF2B5EF4-FFF2-40B4-BE49-F238E27FC236}">
                  <a16:creationId xmlns:a16="http://schemas.microsoft.com/office/drawing/2014/main" id="{03AB23C3-77D1-40B9-BE6A-7F26F2EA2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398"/>
              <a:ext cx="32" cy="26"/>
            </a:xfrm>
            <a:custGeom>
              <a:avLst/>
              <a:gdLst>
                <a:gd name="T0" fmla="*/ 128 w 16"/>
                <a:gd name="T1" fmla="*/ 0 h 12"/>
                <a:gd name="T2" fmla="*/ 88 w 16"/>
                <a:gd name="T3" fmla="*/ 121 h 12"/>
                <a:gd name="T4" fmla="*/ 0 w 16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cubicBezTo>
                    <a:pt x="11" y="2"/>
                    <a:pt x="9" y="7"/>
                    <a:pt x="11" y="12"/>
                  </a:cubicBezTo>
                  <a:cubicBezTo>
                    <a:pt x="8" y="7"/>
                    <a:pt x="5" y="5"/>
                    <a:pt x="0" y="3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22" name="Freeform 13">
              <a:extLst>
                <a:ext uri="{FF2B5EF4-FFF2-40B4-BE49-F238E27FC236}">
                  <a16:creationId xmlns:a16="http://schemas.microsoft.com/office/drawing/2014/main" id="{378D42CD-01FB-4A99-A98D-1D2D95E4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377"/>
              <a:ext cx="22" cy="23"/>
            </a:xfrm>
            <a:custGeom>
              <a:avLst/>
              <a:gdLst>
                <a:gd name="T0" fmla="*/ 32 w 11"/>
                <a:gd name="T1" fmla="*/ 0 h 11"/>
                <a:gd name="T2" fmla="*/ 0 w 11"/>
                <a:gd name="T3" fmla="*/ 92 h 11"/>
                <a:gd name="T4" fmla="*/ 88 w 11"/>
                <a:gd name="T5" fmla="*/ 1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0"/>
                  </a:moveTo>
                  <a:cubicBezTo>
                    <a:pt x="3" y="4"/>
                    <a:pt x="0" y="7"/>
                    <a:pt x="0" y="10"/>
                  </a:cubicBezTo>
                  <a:cubicBezTo>
                    <a:pt x="3" y="10"/>
                    <a:pt x="7" y="11"/>
                    <a:pt x="11" y="11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23" name="Freeform 14">
              <a:extLst>
                <a:ext uri="{FF2B5EF4-FFF2-40B4-BE49-F238E27FC236}">
                  <a16:creationId xmlns:a16="http://schemas.microsoft.com/office/drawing/2014/main" id="{C28DC1B0-C7C1-4AE2-824B-683AAFCBA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351"/>
              <a:ext cx="20" cy="34"/>
            </a:xfrm>
            <a:custGeom>
              <a:avLst/>
              <a:gdLst>
                <a:gd name="T0" fmla="*/ 72 w 10"/>
                <a:gd name="T1" fmla="*/ 0 h 16"/>
                <a:gd name="T2" fmla="*/ 80 w 10"/>
                <a:gd name="T3" fmla="*/ 153 h 16"/>
                <a:gd name="T4" fmla="*/ 0 w 10"/>
                <a:gd name="T5" fmla="*/ 11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9" y="0"/>
                  </a:moveTo>
                  <a:cubicBezTo>
                    <a:pt x="7" y="5"/>
                    <a:pt x="7" y="11"/>
                    <a:pt x="10" y="16"/>
                  </a:cubicBezTo>
                  <a:cubicBezTo>
                    <a:pt x="6" y="16"/>
                    <a:pt x="4" y="12"/>
                    <a:pt x="0" y="12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24" name="Freeform 15">
              <a:extLst>
                <a:ext uri="{FF2B5EF4-FFF2-40B4-BE49-F238E27FC236}">
                  <a16:creationId xmlns:a16="http://schemas.microsoft.com/office/drawing/2014/main" id="{3EF965E5-5227-47ED-BB8A-27D2B076B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307"/>
              <a:ext cx="62" cy="12"/>
            </a:xfrm>
            <a:custGeom>
              <a:avLst/>
              <a:gdLst>
                <a:gd name="T0" fmla="*/ 248 w 31"/>
                <a:gd name="T1" fmla="*/ 8 h 6"/>
                <a:gd name="T2" fmla="*/ 216 w 31"/>
                <a:gd name="T3" fmla="*/ 48 h 6"/>
                <a:gd name="T4" fmla="*/ 0 w 31"/>
                <a:gd name="T5" fmla="*/ 16 h 6"/>
                <a:gd name="T6" fmla="*/ 208 w 31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">
                  <a:moveTo>
                    <a:pt x="31" y="1"/>
                  </a:moveTo>
                  <a:cubicBezTo>
                    <a:pt x="29" y="2"/>
                    <a:pt x="28" y="4"/>
                    <a:pt x="27" y="6"/>
                  </a:cubicBezTo>
                  <a:cubicBezTo>
                    <a:pt x="20" y="0"/>
                    <a:pt x="9" y="6"/>
                    <a:pt x="0" y="2"/>
                  </a:cubicBezTo>
                  <a:cubicBezTo>
                    <a:pt x="9" y="0"/>
                    <a:pt x="17" y="1"/>
                    <a:pt x="26" y="1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25" name="Freeform 16">
              <a:extLst>
                <a:ext uri="{FF2B5EF4-FFF2-40B4-BE49-F238E27FC236}">
                  <a16:creationId xmlns:a16="http://schemas.microsoft.com/office/drawing/2014/main" id="{83EEF412-BAFA-42BE-A301-1C0466C2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411"/>
              <a:ext cx="46" cy="19"/>
            </a:xfrm>
            <a:custGeom>
              <a:avLst/>
              <a:gdLst>
                <a:gd name="T0" fmla="*/ 0 w 23"/>
                <a:gd name="T1" fmla="*/ 0 h 9"/>
                <a:gd name="T2" fmla="*/ 184 w 23"/>
                <a:gd name="T3" fmla="*/ 0 h 9"/>
                <a:gd name="T4" fmla="*/ 80 w 23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">
                  <a:moveTo>
                    <a:pt x="0" y="0"/>
                  </a:moveTo>
                  <a:cubicBezTo>
                    <a:pt x="8" y="0"/>
                    <a:pt x="15" y="1"/>
                    <a:pt x="23" y="0"/>
                  </a:cubicBezTo>
                  <a:cubicBezTo>
                    <a:pt x="21" y="4"/>
                    <a:pt x="13" y="7"/>
                    <a:pt x="10" y="9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26" name="Freeform 17">
              <a:extLst>
                <a:ext uri="{FF2B5EF4-FFF2-40B4-BE49-F238E27FC236}">
                  <a16:creationId xmlns:a16="http://schemas.microsoft.com/office/drawing/2014/main" id="{4F219070-FE14-4F22-9D89-9D170E996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528"/>
              <a:ext cx="24" cy="25"/>
            </a:xfrm>
            <a:custGeom>
              <a:avLst/>
              <a:gdLst>
                <a:gd name="T0" fmla="*/ 64 w 12"/>
                <a:gd name="T1" fmla="*/ 0 h 12"/>
                <a:gd name="T2" fmla="*/ 96 w 12"/>
                <a:gd name="T3" fmla="*/ 65 h 12"/>
                <a:gd name="T4" fmla="*/ 0 w 12"/>
                <a:gd name="T5" fmla="*/ 10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8" y="0"/>
                  </a:moveTo>
                  <a:cubicBezTo>
                    <a:pt x="9" y="2"/>
                    <a:pt x="10" y="5"/>
                    <a:pt x="12" y="7"/>
                  </a:cubicBezTo>
                  <a:cubicBezTo>
                    <a:pt x="7" y="8"/>
                    <a:pt x="3" y="8"/>
                    <a:pt x="0" y="12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27" name="Freeform 18">
              <a:extLst>
                <a:ext uri="{FF2B5EF4-FFF2-40B4-BE49-F238E27FC236}">
                  <a16:creationId xmlns:a16="http://schemas.microsoft.com/office/drawing/2014/main" id="{90AC8C92-EB67-4EEA-94B2-9FC472C54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841"/>
              <a:ext cx="40" cy="104"/>
            </a:xfrm>
            <a:custGeom>
              <a:avLst/>
              <a:gdLst>
                <a:gd name="T0" fmla="*/ 104 w 20"/>
                <a:gd name="T1" fmla="*/ 0 h 49"/>
                <a:gd name="T2" fmla="*/ 160 w 20"/>
                <a:gd name="T3" fmla="*/ 59 h 49"/>
                <a:gd name="T4" fmla="*/ 64 w 20"/>
                <a:gd name="T5" fmla="*/ 248 h 49"/>
                <a:gd name="T6" fmla="*/ 0 w 20"/>
                <a:gd name="T7" fmla="*/ 393 h 49"/>
                <a:gd name="T8" fmla="*/ 40 w 20"/>
                <a:gd name="T9" fmla="*/ 204 h 49"/>
                <a:gd name="T10" fmla="*/ 104 w 20"/>
                <a:gd name="T11" fmla="*/ 49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9">
                  <a:moveTo>
                    <a:pt x="13" y="0"/>
                  </a:moveTo>
                  <a:cubicBezTo>
                    <a:pt x="15" y="2"/>
                    <a:pt x="17" y="4"/>
                    <a:pt x="20" y="6"/>
                  </a:cubicBezTo>
                  <a:cubicBezTo>
                    <a:pt x="13" y="8"/>
                    <a:pt x="8" y="19"/>
                    <a:pt x="8" y="26"/>
                  </a:cubicBezTo>
                  <a:cubicBezTo>
                    <a:pt x="8" y="32"/>
                    <a:pt x="11" y="49"/>
                    <a:pt x="0" y="41"/>
                  </a:cubicBezTo>
                  <a:cubicBezTo>
                    <a:pt x="3" y="35"/>
                    <a:pt x="4" y="28"/>
                    <a:pt x="5" y="21"/>
                  </a:cubicBezTo>
                  <a:cubicBezTo>
                    <a:pt x="6" y="15"/>
                    <a:pt x="10" y="11"/>
                    <a:pt x="13" y="5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28" name="Freeform 19">
              <a:extLst>
                <a:ext uri="{FF2B5EF4-FFF2-40B4-BE49-F238E27FC236}">
                  <a16:creationId xmlns:a16="http://schemas.microsoft.com/office/drawing/2014/main" id="{50380D5D-DAA8-4308-91FB-B658F354F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766"/>
              <a:ext cx="36" cy="58"/>
            </a:xfrm>
            <a:custGeom>
              <a:avLst/>
              <a:gdLst>
                <a:gd name="T0" fmla="*/ 16 w 18"/>
                <a:gd name="T1" fmla="*/ 69 h 27"/>
                <a:gd name="T2" fmla="*/ 144 w 18"/>
                <a:gd name="T3" fmla="*/ 19 h 27"/>
                <a:gd name="T4" fmla="*/ 56 w 18"/>
                <a:gd name="T5" fmla="*/ 112 h 27"/>
                <a:gd name="T6" fmla="*/ 0 w 18"/>
                <a:gd name="T7" fmla="*/ 26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7">
                  <a:moveTo>
                    <a:pt x="2" y="7"/>
                  </a:moveTo>
                  <a:cubicBezTo>
                    <a:pt x="7" y="6"/>
                    <a:pt x="13" y="0"/>
                    <a:pt x="18" y="2"/>
                  </a:cubicBezTo>
                  <a:cubicBezTo>
                    <a:pt x="16" y="6"/>
                    <a:pt x="10" y="7"/>
                    <a:pt x="7" y="11"/>
                  </a:cubicBezTo>
                  <a:cubicBezTo>
                    <a:pt x="5" y="15"/>
                    <a:pt x="0" y="22"/>
                    <a:pt x="0" y="27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29" name="Freeform 20">
              <a:extLst>
                <a:ext uri="{FF2B5EF4-FFF2-40B4-BE49-F238E27FC236}">
                  <a16:creationId xmlns:a16="http://schemas.microsoft.com/office/drawing/2014/main" id="{F5BCB63F-7C00-4631-B63B-FEF843D28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834"/>
              <a:ext cx="36" cy="21"/>
            </a:xfrm>
            <a:custGeom>
              <a:avLst/>
              <a:gdLst>
                <a:gd name="T0" fmla="*/ 0 w 18"/>
                <a:gd name="T1" fmla="*/ 0 h 10"/>
                <a:gd name="T2" fmla="*/ 16 w 18"/>
                <a:gd name="T3" fmla="*/ 92 h 10"/>
                <a:gd name="T4" fmla="*/ 64 w 18"/>
                <a:gd name="T5" fmla="*/ 48 h 10"/>
                <a:gd name="T6" fmla="*/ 120 w 18"/>
                <a:gd name="T7" fmla="*/ 84 h 10"/>
                <a:gd name="T8" fmla="*/ 144 w 18"/>
                <a:gd name="T9" fmla="*/ 1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2" y="3"/>
                    <a:pt x="3" y="7"/>
                    <a:pt x="2" y="10"/>
                  </a:cubicBezTo>
                  <a:cubicBezTo>
                    <a:pt x="3" y="9"/>
                    <a:pt x="6" y="5"/>
                    <a:pt x="8" y="5"/>
                  </a:cubicBezTo>
                  <a:cubicBezTo>
                    <a:pt x="11" y="5"/>
                    <a:pt x="13" y="8"/>
                    <a:pt x="15" y="9"/>
                  </a:cubicBezTo>
                  <a:cubicBezTo>
                    <a:pt x="15" y="6"/>
                    <a:pt x="16" y="3"/>
                    <a:pt x="18" y="2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30" name="Freeform 21">
              <a:extLst>
                <a:ext uri="{FF2B5EF4-FFF2-40B4-BE49-F238E27FC236}">
                  <a16:creationId xmlns:a16="http://schemas.microsoft.com/office/drawing/2014/main" id="{BD914D3F-80D8-48C8-94AE-EEC61BA06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64"/>
              <a:ext cx="14" cy="19"/>
            </a:xfrm>
            <a:custGeom>
              <a:avLst/>
              <a:gdLst>
                <a:gd name="T0" fmla="*/ 0 w 7"/>
                <a:gd name="T1" fmla="*/ 36 h 9"/>
                <a:gd name="T2" fmla="*/ 32 w 7"/>
                <a:gd name="T3" fmla="*/ 84 h 9"/>
                <a:gd name="T4" fmla="*/ 56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1" y="6"/>
                    <a:pt x="2" y="8"/>
                    <a:pt x="4" y="9"/>
                  </a:cubicBezTo>
                  <a:cubicBezTo>
                    <a:pt x="6" y="7"/>
                    <a:pt x="7" y="3"/>
                    <a:pt x="7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31" name="Freeform 22">
              <a:extLst>
                <a:ext uri="{FF2B5EF4-FFF2-40B4-BE49-F238E27FC236}">
                  <a16:creationId xmlns:a16="http://schemas.microsoft.com/office/drawing/2014/main" id="{485B73AF-F544-44E5-BD82-502C9B6DE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968"/>
              <a:ext cx="20" cy="17"/>
            </a:xfrm>
            <a:custGeom>
              <a:avLst/>
              <a:gdLst>
                <a:gd name="T0" fmla="*/ 0 w 10"/>
                <a:gd name="T1" fmla="*/ 77 h 8"/>
                <a:gd name="T2" fmla="*/ 80 w 10"/>
                <a:gd name="T3" fmla="*/ 77 h 8"/>
                <a:gd name="T4" fmla="*/ 64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8"/>
                    <a:pt x="7" y="8"/>
                    <a:pt x="10" y="8"/>
                  </a:cubicBezTo>
                  <a:cubicBezTo>
                    <a:pt x="10" y="5"/>
                    <a:pt x="8" y="3"/>
                    <a:pt x="8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32" name="Freeform 23">
              <a:extLst>
                <a:ext uri="{FF2B5EF4-FFF2-40B4-BE49-F238E27FC236}">
                  <a16:creationId xmlns:a16="http://schemas.microsoft.com/office/drawing/2014/main" id="{CFBB0D1D-3BC8-4DE3-A6C5-368D57F81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032"/>
              <a:ext cx="16" cy="9"/>
            </a:xfrm>
            <a:custGeom>
              <a:avLst/>
              <a:gdLst>
                <a:gd name="T0" fmla="*/ 32 w 8"/>
                <a:gd name="T1" fmla="*/ 0 h 4"/>
                <a:gd name="T2" fmla="*/ 0 w 8"/>
                <a:gd name="T3" fmla="*/ 36 h 4"/>
                <a:gd name="T4" fmla="*/ 64 w 8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3"/>
                    <a:pt x="6" y="3"/>
                    <a:pt x="8" y="4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33" name="Freeform 24">
              <a:extLst>
                <a:ext uri="{FF2B5EF4-FFF2-40B4-BE49-F238E27FC236}">
                  <a16:creationId xmlns:a16="http://schemas.microsoft.com/office/drawing/2014/main" id="{9D204E57-6FE9-4C0A-A3AC-5A065FD92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009"/>
              <a:ext cx="20" cy="10"/>
            </a:xfrm>
            <a:custGeom>
              <a:avLst/>
              <a:gdLst>
                <a:gd name="T0" fmla="*/ 0 w 10"/>
                <a:gd name="T1" fmla="*/ 8 h 5"/>
                <a:gd name="T2" fmla="*/ 0 w 10"/>
                <a:gd name="T3" fmla="*/ 24 h 5"/>
                <a:gd name="T4" fmla="*/ 8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5"/>
                    <a:pt x="8" y="2"/>
                    <a:pt x="10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34" name="Freeform 25">
              <a:extLst>
                <a:ext uri="{FF2B5EF4-FFF2-40B4-BE49-F238E27FC236}">
                  <a16:creationId xmlns:a16="http://schemas.microsoft.com/office/drawing/2014/main" id="{9E1DB619-2F42-434C-A638-4E7654094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051"/>
              <a:ext cx="18" cy="26"/>
            </a:xfrm>
            <a:custGeom>
              <a:avLst/>
              <a:gdLst>
                <a:gd name="T0" fmla="*/ 72 w 9"/>
                <a:gd name="T1" fmla="*/ 0 h 12"/>
                <a:gd name="T2" fmla="*/ 56 w 9"/>
                <a:gd name="T3" fmla="*/ 121 h 12"/>
                <a:gd name="T4" fmla="*/ 0 w 9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9" y="4"/>
                    <a:pt x="8" y="8"/>
                    <a:pt x="7" y="12"/>
                  </a:cubicBezTo>
                  <a:cubicBezTo>
                    <a:pt x="4" y="9"/>
                    <a:pt x="3" y="6"/>
                    <a:pt x="0" y="3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35" name="Freeform 26">
              <a:extLst>
                <a:ext uri="{FF2B5EF4-FFF2-40B4-BE49-F238E27FC236}">
                  <a16:creationId xmlns:a16="http://schemas.microsoft.com/office/drawing/2014/main" id="{D0804382-20E3-4479-A3D9-4A5A49D07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136"/>
              <a:ext cx="24" cy="24"/>
            </a:xfrm>
            <a:custGeom>
              <a:avLst/>
              <a:gdLst>
                <a:gd name="T0" fmla="*/ 88 w 12"/>
                <a:gd name="T1" fmla="*/ 0 h 11"/>
                <a:gd name="T2" fmla="*/ 96 w 12"/>
                <a:gd name="T3" fmla="*/ 96 h 11"/>
                <a:gd name="T4" fmla="*/ 0 w 12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1" y="0"/>
                  </a:moveTo>
                  <a:cubicBezTo>
                    <a:pt x="10" y="3"/>
                    <a:pt x="11" y="6"/>
                    <a:pt x="12" y="9"/>
                  </a:cubicBezTo>
                  <a:cubicBezTo>
                    <a:pt x="8" y="9"/>
                    <a:pt x="3" y="11"/>
                    <a:pt x="0" y="1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36" name="Freeform 27">
              <a:extLst>
                <a:ext uri="{FF2B5EF4-FFF2-40B4-BE49-F238E27FC236}">
                  <a16:creationId xmlns:a16="http://schemas.microsoft.com/office/drawing/2014/main" id="{BF182F0E-00DC-45B3-9B91-38D97F823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145"/>
              <a:ext cx="24" cy="25"/>
            </a:xfrm>
            <a:custGeom>
              <a:avLst/>
              <a:gdLst>
                <a:gd name="T0" fmla="*/ 0 w 12"/>
                <a:gd name="T1" fmla="*/ 17 h 12"/>
                <a:gd name="T2" fmla="*/ 24 w 12"/>
                <a:gd name="T3" fmla="*/ 108 h 12"/>
                <a:gd name="T4" fmla="*/ 96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2"/>
                  </a:moveTo>
                  <a:cubicBezTo>
                    <a:pt x="1" y="6"/>
                    <a:pt x="2" y="9"/>
                    <a:pt x="3" y="12"/>
                  </a:cubicBezTo>
                  <a:cubicBezTo>
                    <a:pt x="5" y="8"/>
                    <a:pt x="7" y="2"/>
                    <a:pt x="12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37" name="Freeform 28">
              <a:extLst>
                <a:ext uri="{FF2B5EF4-FFF2-40B4-BE49-F238E27FC236}">
                  <a16:creationId xmlns:a16="http://schemas.microsoft.com/office/drawing/2014/main" id="{2334BBD0-CD24-4D62-A9E9-73BA24A4C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121"/>
              <a:ext cx="27" cy="39"/>
            </a:xfrm>
            <a:custGeom>
              <a:avLst/>
              <a:gdLst>
                <a:gd name="T0" fmla="*/ 85 w 14"/>
                <a:gd name="T1" fmla="*/ 0 h 18"/>
                <a:gd name="T2" fmla="*/ 100 w 14"/>
                <a:gd name="T3" fmla="*/ 184 h 18"/>
                <a:gd name="T4" fmla="*/ 64 w 14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2" y="0"/>
                  </a:moveTo>
                  <a:cubicBezTo>
                    <a:pt x="9" y="6"/>
                    <a:pt x="14" y="11"/>
                    <a:pt x="14" y="18"/>
                  </a:cubicBezTo>
                  <a:cubicBezTo>
                    <a:pt x="9" y="11"/>
                    <a:pt x="0" y="7"/>
                    <a:pt x="9" y="1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38" name="Freeform 29">
              <a:extLst>
                <a:ext uri="{FF2B5EF4-FFF2-40B4-BE49-F238E27FC236}">
                  <a16:creationId xmlns:a16="http://schemas.microsoft.com/office/drawing/2014/main" id="{7233144A-ABBF-4C7F-96EF-ABBA43892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30"/>
              <a:ext cx="18" cy="21"/>
            </a:xfrm>
            <a:custGeom>
              <a:avLst/>
              <a:gdLst>
                <a:gd name="T0" fmla="*/ 0 w 9"/>
                <a:gd name="T1" fmla="*/ 57 h 10"/>
                <a:gd name="T2" fmla="*/ 40 w 9"/>
                <a:gd name="T3" fmla="*/ 84 h 10"/>
                <a:gd name="T4" fmla="*/ 56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cubicBezTo>
                    <a:pt x="0" y="8"/>
                    <a:pt x="3" y="10"/>
                    <a:pt x="5" y="9"/>
                  </a:cubicBezTo>
                  <a:cubicBezTo>
                    <a:pt x="9" y="7"/>
                    <a:pt x="5" y="3"/>
                    <a:pt x="7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39" name="Freeform 30">
              <a:extLst>
                <a:ext uri="{FF2B5EF4-FFF2-40B4-BE49-F238E27FC236}">
                  <a16:creationId xmlns:a16="http://schemas.microsoft.com/office/drawing/2014/main" id="{F1721DD7-C693-4B1E-A0AF-976F191E3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962"/>
              <a:ext cx="16" cy="32"/>
            </a:xfrm>
            <a:custGeom>
              <a:avLst/>
              <a:gdLst>
                <a:gd name="T0" fmla="*/ 64 w 8"/>
                <a:gd name="T1" fmla="*/ 0 h 15"/>
                <a:gd name="T2" fmla="*/ 64 w 8"/>
                <a:gd name="T3" fmla="*/ 145 h 15"/>
                <a:gd name="T4" fmla="*/ 16 w 8"/>
                <a:gd name="T5" fmla="*/ 87 h 15"/>
                <a:gd name="T6" fmla="*/ 32 w 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3" y="3"/>
                    <a:pt x="8" y="11"/>
                    <a:pt x="8" y="15"/>
                  </a:cubicBezTo>
                  <a:cubicBezTo>
                    <a:pt x="7" y="13"/>
                    <a:pt x="2" y="10"/>
                    <a:pt x="2" y="9"/>
                  </a:cubicBezTo>
                  <a:cubicBezTo>
                    <a:pt x="0" y="6"/>
                    <a:pt x="3" y="2"/>
                    <a:pt x="4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0" name="Freeform 31">
              <a:extLst>
                <a:ext uri="{FF2B5EF4-FFF2-40B4-BE49-F238E27FC236}">
                  <a16:creationId xmlns:a16="http://schemas.microsoft.com/office/drawing/2014/main" id="{7C519264-95E0-4AD7-A7DB-BD75E4829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889"/>
              <a:ext cx="12" cy="17"/>
            </a:xfrm>
            <a:custGeom>
              <a:avLst/>
              <a:gdLst>
                <a:gd name="T0" fmla="*/ 0 w 6"/>
                <a:gd name="T1" fmla="*/ 77 h 8"/>
                <a:gd name="T2" fmla="*/ 48 w 6"/>
                <a:gd name="T3" fmla="*/ 19 h 8"/>
                <a:gd name="T4" fmla="*/ 24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8"/>
                    <a:pt x="5" y="5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1" name="Freeform 32">
              <a:extLst>
                <a:ext uri="{FF2B5EF4-FFF2-40B4-BE49-F238E27FC236}">
                  <a16:creationId xmlns:a16="http://schemas.microsoft.com/office/drawing/2014/main" id="{D288E71C-A8EE-48F3-AEA9-8A17F66AC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794"/>
              <a:ext cx="20" cy="21"/>
            </a:xfrm>
            <a:custGeom>
              <a:avLst/>
              <a:gdLst>
                <a:gd name="T0" fmla="*/ 0 w 10"/>
                <a:gd name="T1" fmla="*/ 67 h 10"/>
                <a:gd name="T2" fmla="*/ 40 w 10"/>
                <a:gd name="T3" fmla="*/ 92 h 10"/>
                <a:gd name="T4" fmla="*/ 8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cubicBezTo>
                    <a:pt x="1" y="8"/>
                    <a:pt x="3" y="10"/>
                    <a:pt x="5" y="10"/>
                  </a:cubicBezTo>
                  <a:cubicBezTo>
                    <a:pt x="7" y="7"/>
                    <a:pt x="7" y="3"/>
                    <a:pt x="10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2" name="Freeform 33">
              <a:extLst>
                <a:ext uri="{FF2B5EF4-FFF2-40B4-BE49-F238E27FC236}">
                  <a16:creationId xmlns:a16="http://schemas.microsoft.com/office/drawing/2014/main" id="{3CEA6F15-65F9-4171-A025-770DFE7F6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915"/>
              <a:ext cx="22" cy="23"/>
            </a:xfrm>
            <a:custGeom>
              <a:avLst/>
              <a:gdLst>
                <a:gd name="T0" fmla="*/ 0 w 11"/>
                <a:gd name="T1" fmla="*/ 0 h 11"/>
                <a:gd name="T2" fmla="*/ 0 w 11"/>
                <a:gd name="T3" fmla="*/ 100 h 11"/>
                <a:gd name="T4" fmla="*/ 88 w 11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1" y="3"/>
                    <a:pt x="1" y="7"/>
                    <a:pt x="0" y="11"/>
                  </a:cubicBezTo>
                  <a:cubicBezTo>
                    <a:pt x="4" y="8"/>
                    <a:pt x="7" y="6"/>
                    <a:pt x="11" y="4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3" name="Freeform 34">
              <a:extLst>
                <a:ext uri="{FF2B5EF4-FFF2-40B4-BE49-F238E27FC236}">
                  <a16:creationId xmlns:a16="http://schemas.microsoft.com/office/drawing/2014/main" id="{3FA97A75-BF8A-4BC8-B564-0F392C67B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938"/>
              <a:ext cx="36" cy="37"/>
            </a:xfrm>
            <a:custGeom>
              <a:avLst/>
              <a:gdLst>
                <a:gd name="T0" fmla="*/ 32 w 18"/>
                <a:gd name="T1" fmla="*/ 0 h 17"/>
                <a:gd name="T2" fmla="*/ 0 w 18"/>
                <a:gd name="T3" fmla="*/ 176 h 17"/>
                <a:gd name="T4" fmla="*/ 144 w 18"/>
                <a:gd name="T5" fmla="*/ 3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4" y="0"/>
                  </a:moveTo>
                  <a:cubicBezTo>
                    <a:pt x="10" y="7"/>
                    <a:pt x="1" y="11"/>
                    <a:pt x="0" y="17"/>
                  </a:cubicBezTo>
                  <a:cubicBezTo>
                    <a:pt x="6" y="13"/>
                    <a:pt x="12" y="8"/>
                    <a:pt x="18" y="3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4" name="Freeform 35">
              <a:extLst>
                <a:ext uri="{FF2B5EF4-FFF2-40B4-BE49-F238E27FC236}">
                  <a16:creationId xmlns:a16="http://schemas.microsoft.com/office/drawing/2014/main" id="{E4198710-DE8F-411F-BCC1-833CD03A7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883"/>
              <a:ext cx="20" cy="36"/>
            </a:xfrm>
            <a:custGeom>
              <a:avLst/>
              <a:gdLst>
                <a:gd name="T0" fmla="*/ 80 w 10"/>
                <a:gd name="T1" fmla="*/ 0 h 17"/>
                <a:gd name="T2" fmla="*/ 56 w 10"/>
                <a:gd name="T3" fmla="*/ 161 h 17"/>
                <a:gd name="T4" fmla="*/ 0 w 10"/>
                <a:gd name="T5" fmla="*/ 6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6" y="5"/>
                    <a:pt x="8" y="11"/>
                    <a:pt x="7" y="17"/>
                  </a:cubicBezTo>
                  <a:cubicBezTo>
                    <a:pt x="6" y="13"/>
                    <a:pt x="3" y="11"/>
                    <a:pt x="0" y="7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5" name="Freeform 36">
              <a:extLst>
                <a:ext uri="{FF2B5EF4-FFF2-40B4-BE49-F238E27FC236}">
                  <a16:creationId xmlns:a16="http://schemas.microsoft.com/office/drawing/2014/main" id="{06E970FB-BB69-43DA-8F0B-510F5621E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834"/>
              <a:ext cx="28" cy="30"/>
            </a:xfrm>
            <a:custGeom>
              <a:avLst/>
              <a:gdLst>
                <a:gd name="T0" fmla="*/ 80 w 14"/>
                <a:gd name="T1" fmla="*/ 0 h 14"/>
                <a:gd name="T2" fmla="*/ 112 w 14"/>
                <a:gd name="T3" fmla="*/ 77 h 14"/>
                <a:gd name="T4" fmla="*/ 0 w 14"/>
                <a:gd name="T5" fmla="*/ 137 h 14"/>
                <a:gd name="T6" fmla="*/ 0 w 14"/>
                <a:gd name="T7" fmla="*/ 88 h 14"/>
                <a:gd name="T8" fmla="*/ 64 w 14"/>
                <a:gd name="T9" fmla="*/ 2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0"/>
                  </a:moveTo>
                  <a:cubicBezTo>
                    <a:pt x="9" y="3"/>
                    <a:pt x="11" y="7"/>
                    <a:pt x="14" y="8"/>
                  </a:cubicBezTo>
                  <a:cubicBezTo>
                    <a:pt x="9" y="9"/>
                    <a:pt x="4" y="12"/>
                    <a:pt x="0" y="14"/>
                  </a:cubicBezTo>
                  <a:cubicBezTo>
                    <a:pt x="1" y="12"/>
                    <a:pt x="0" y="10"/>
                    <a:pt x="0" y="9"/>
                  </a:cubicBezTo>
                  <a:cubicBezTo>
                    <a:pt x="2" y="6"/>
                    <a:pt x="5" y="5"/>
                    <a:pt x="8" y="3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6" name="Freeform 37">
              <a:extLst>
                <a:ext uri="{FF2B5EF4-FFF2-40B4-BE49-F238E27FC236}">
                  <a16:creationId xmlns:a16="http://schemas.microsoft.com/office/drawing/2014/main" id="{25C20427-88DA-4752-949C-D0979F568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840"/>
              <a:ext cx="22" cy="15"/>
            </a:xfrm>
            <a:custGeom>
              <a:avLst/>
              <a:gdLst>
                <a:gd name="T0" fmla="*/ 0 w 11"/>
                <a:gd name="T1" fmla="*/ 0 h 7"/>
                <a:gd name="T2" fmla="*/ 8 w 11"/>
                <a:gd name="T3" fmla="*/ 69 h 7"/>
                <a:gd name="T4" fmla="*/ 88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1" y="2"/>
                    <a:pt x="1" y="4"/>
                    <a:pt x="1" y="7"/>
                  </a:cubicBezTo>
                  <a:cubicBezTo>
                    <a:pt x="5" y="4"/>
                    <a:pt x="7" y="2"/>
                    <a:pt x="11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7" name="Freeform 38">
              <a:extLst>
                <a:ext uri="{FF2B5EF4-FFF2-40B4-BE49-F238E27FC236}">
                  <a16:creationId xmlns:a16="http://schemas.microsoft.com/office/drawing/2014/main" id="{0236AF2F-21A6-463F-A4D8-1D9EA1D2D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768"/>
              <a:ext cx="20" cy="19"/>
            </a:xfrm>
            <a:custGeom>
              <a:avLst/>
              <a:gdLst>
                <a:gd name="T0" fmla="*/ 0 w 10"/>
                <a:gd name="T1" fmla="*/ 0 h 9"/>
                <a:gd name="T2" fmla="*/ 32 w 10"/>
                <a:gd name="T3" fmla="*/ 76 h 9"/>
                <a:gd name="T4" fmla="*/ 80 w 10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2"/>
                    <a:pt x="1" y="7"/>
                    <a:pt x="4" y="8"/>
                  </a:cubicBezTo>
                  <a:cubicBezTo>
                    <a:pt x="6" y="9"/>
                    <a:pt x="8" y="5"/>
                    <a:pt x="10" y="4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8" name="Freeform 39">
              <a:extLst>
                <a:ext uri="{FF2B5EF4-FFF2-40B4-BE49-F238E27FC236}">
                  <a16:creationId xmlns:a16="http://schemas.microsoft.com/office/drawing/2014/main" id="{AA5AAF77-81C3-4FBD-8E3A-1D5E69B60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921"/>
              <a:ext cx="16" cy="17"/>
            </a:xfrm>
            <a:custGeom>
              <a:avLst/>
              <a:gdLst>
                <a:gd name="T0" fmla="*/ 0 w 8"/>
                <a:gd name="T1" fmla="*/ 49 h 8"/>
                <a:gd name="T2" fmla="*/ 56 w 8"/>
                <a:gd name="T3" fmla="*/ 0 h 8"/>
                <a:gd name="T4" fmla="*/ 64 w 8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1" y="2"/>
                    <a:pt x="5" y="1"/>
                    <a:pt x="7" y="0"/>
                  </a:cubicBezTo>
                  <a:cubicBezTo>
                    <a:pt x="8" y="2"/>
                    <a:pt x="7" y="5"/>
                    <a:pt x="8" y="8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9" name="Freeform 40">
              <a:extLst>
                <a:ext uri="{FF2B5EF4-FFF2-40B4-BE49-F238E27FC236}">
                  <a16:creationId xmlns:a16="http://schemas.microsoft.com/office/drawing/2014/main" id="{3881B112-7696-44B0-ABB6-29676C7C5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028"/>
              <a:ext cx="16" cy="15"/>
            </a:xfrm>
            <a:custGeom>
              <a:avLst/>
              <a:gdLst>
                <a:gd name="T0" fmla="*/ 64 w 8"/>
                <a:gd name="T1" fmla="*/ 0 h 7"/>
                <a:gd name="T2" fmla="*/ 56 w 8"/>
                <a:gd name="T3" fmla="*/ 60 h 7"/>
                <a:gd name="T4" fmla="*/ 0 w 8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7" y="2"/>
                    <a:pt x="7" y="4"/>
                    <a:pt x="7" y="6"/>
                  </a:cubicBezTo>
                  <a:cubicBezTo>
                    <a:pt x="5" y="5"/>
                    <a:pt x="2" y="5"/>
                    <a:pt x="0" y="7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0" name="Freeform 41">
              <a:extLst>
                <a:ext uri="{FF2B5EF4-FFF2-40B4-BE49-F238E27FC236}">
                  <a16:creationId xmlns:a16="http://schemas.microsoft.com/office/drawing/2014/main" id="{C8DF574F-922D-4A60-9E3C-91D30BE72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251"/>
              <a:ext cx="20" cy="13"/>
            </a:xfrm>
            <a:custGeom>
              <a:avLst/>
              <a:gdLst>
                <a:gd name="T0" fmla="*/ 0 w 10"/>
                <a:gd name="T1" fmla="*/ 61 h 6"/>
                <a:gd name="T2" fmla="*/ 32 w 10"/>
                <a:gd name="T3" fmla="*/ 0 h 6"/>
                <a:gd name="T4" fmla="*/ 80 w 10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4"/>
                    <a:pt x="3" y="2"/>
                    <a:pt x="4" y="0"/>
                  </a:cubicBezTo>
                  <a:cubicBezTo>
                    <a:pt x="6" y="2"/>
                    <a:pt x="8" y="4"/>
                    <a:pt x="10" y="6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1" name="Freeform 42">
              <a:extLst>
                <a:ext uri="{FF2B5EF4-FFF2-40B4-BE49-F238E27FC236}">
                  <a16:creationId xmlns:a16="http://schemas.microsoft.com/office/drawing/2014/main" id="{FCA8503C-4741-411E-AF45-ECAC24691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296"/>
              <a:ext cx="22" cy="19"/>
            </a:xfrm>
            <a:custGeom>
              <a:avLst/>
              <a:gdLst>
                <a:gd name="T0" fmla="*/ 0 w 11"/>
                <a:gd name="T1" fmla="*/ 27 h 9"/>
                <a:gd name="T2" fmla="*/ 24 w 11"/>
                <a:gd name="T3" fmla="*/ 84 h 9"/>
                <a:gd name="T4" fmla="*/ 88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3"/>
                  </a:moveTo>
                  <a:cubicBezTo>
                    <a:pt x="0" y="5"/>
                    <a:pt x="1" y="8"/>
                    <a:pt x="3" y="9"/>
                  </a:cubicBezTo>
                  <a:cubicBezTo>
                    <a:pt x="5" y="6"/>
                    <a:pt x="7" y="2"/>
                    <a:pt x="11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2" name="Freeform 43">
              <a:extLst>
                <a:ext uri="{FF2B5EF4-FFF2-40B4-BE49-F238E27FC236}">
                  <a16:creationId xmlns:a16="http://schemas.microsoft.com/office/drawing/2014/main" id="{D09EA7B8-8AD4-4D47-83FB-4840F8BEB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407"/>
              <a:ext cx="20" cy="34"/>
            </a:xfrm>
            <a:custGeom>
              <a:avLst/>
              <a:gdLst>
                <a:gd name="T0" fmla="*/ 56 w 10"/>
                <a:gd name="T1" fmla="*/ 0 h 16"/>
                <a:gd name="T2" fmla="*/ 80 w 10"/>
                <a:gd name="T3" fmla="*/ 104 h 16"/>
                <a:gd name="T4" fmla="*/ 40 w 10"/>
                <a:gd name="T5" fmla="*/ 153 h 16"/>
                <a:gd name="T6" fmla="*/ 0 w 10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5" y="4"/>
                    <a:pt x="7" y="8"/>
                    <a:pt x="10" y="11"/>
                  </a:cubicBezTo>
                  <a:cubicBezTo>
                    <a:pt x="9" y="13"/>
                    <a:pt x="7" y="14"/>
                    <a:pt x="5" y="16"/>
                  </a:cubicBezTo>
                  <a:cubicBezTo>
                    <a:pt x="5" y="11"/>
                    <a:pt x="4" y="7"/>
                    <a:pt x="0" y="4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3" name="Freeform 44">
              <a:extLst>
                <a:ext uri="{FF2B5EF4-FFF2-40B4-BE49-F238E27FC236}">
                  <a16:creationId xmlns:a16="http://schemas.microsoft.com/office/drawing/2014/main" id="{6F3937FD-74B1-418E-9757-B65C1B22A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526"/>
              <a:ext cx="20" cy="21"/>
            </a:xfrm>
            <a:custGeom>
              <a:avLst/>
              <a:gdLst>
                <a:gd name="T0" fmla="*/ 0 w 10"/>
                <a:gd name="T1" fmla="*/ 36 h 10"/>
                <a:gd name="T2" fmla="*/ 8 w 10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10" y="0"/>
                    <a:pt x="8" y="7"/>
                    <a:pt x="1" y="1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4" name="Freeform 45">
              <a:extLst>
                <a:ext uri="{FF2B5EF4-FFF2-40B4-BE49-F238E27FC236}">
                  <a16:creationId xmlns:a16="http://schemas.microsoft.com/office/drawing/2014/main" id="{23EC3891-4F28-4AC7-A11B-80C99DF3B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475"/>
              <a:ext cx="17" cy="17"/>
            </a:xfrm>
            <a:custGeom>
              <a:avLst/>
              <a:gdLst>
                <a:gd name="T0" fmla="*/ 0 w 9"/>
                <a:gd name="T1" fmla="*/ 0 h 8"/>
                <a:gd name="T2" fmla="*/ 8 w 9"/>
                <a:gd name="T3" fmla="*/ 77 h 8"/>
                <a:gd name="T4" fmla="*/ 60 w 9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2"/>
                    <a:pt x="1" y="5"/>
                    <a:pt x="1" y="8"/>
                  </a:cubicBezTo>
                  <a:cubicBezTo>
                    <a:pt x="4" y="7"/>
                    <a:pt x="6" y="5"/>
                    <a:pt x="9" y="4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5" name="Freeform 46">
              <a:extLst>
                <a:ext uri="{FF2B5EF4-FFF2-40B4-BE49-F238E27FC236}">
                  <a16:creationId xmlns:a16="http://schemas.microsoft.com/office/drawing/2014/main" id="{E354EA9A-170C-4A59-9141-6B22BC359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394"/>
              <a:ext cx="26" cy="36"/>
            </a:xfrm>
            <a:custGeom>
              <a:avLst/>
              <a:gdLst>
                <a:gd name="T0" fmla="*/ 0 w 13"/>
                <a:gd name="T1" fmla="*/ 59 h 17"/>
                <a:gd name="T2" fmla="*/ 24 w 13"/>
                <a:gd name="T3" fmla="*/ 161 h 17"/>
                <a:gd name="T4" fmla="*/ 104 w 13"/>
                <a:gd name="T5" fmla="*/ 104 h 17"/>
                <a:gd name="T6" fmla="*/ 56 w 13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7">
                  <a:moveTo>
                    <a:pt x="0" y="6"/>
                  </a:moveTo>
                  <a:cubicBezTo>
                    <a:pt x="7" y="4"/>
                    <a:pt x="5" y="13"/>
                    <a:pt x="3" y="17"/>
                  </a:cubicBezTo>
                  <a:cubicBezTo>
                    <a:pt x="6" y="17"/>
                    <a:pt x="11" y="13"/>
                    <a:pt x="13" y="11"/>
                  </a:cubicBezTo>
                  <a:cubicBezTo>
                    <a:pt x="10" y="7"/>
                    <a:pt x="6" y="6"/>
                    <a:pt x="7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6" name="Freeform 47">
              <a:extLst>
                <a:ext uri="{FF2B5EF4-FFF2-40B4-BE49-F238E27FC236}">
                  <a16:creationId xmlns:a16="http://schemas.microsoft.com/office/drawing/2014/main" id="{B98BF88B-793C-4405-BC0D-7D4EF62F5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296"/>
              <a:ext cx="20" cy="19"/>
            </a:xfrm>
            <a:custGeom>
              <a:avLst/>
              <a:gdLst>
                <a:gd name="T0" fmla="*/ 40 w 10"/>
                <a:gd name="T1" fmla="*/ 0 h 9"/>
                <a:gd name="T2" fmla="*/ 80 w 10"/>
                <a:gd name="T3" fmla="*/ 68 h 9"/>
                <a:gd name="T4" fmla="*/ 0 w 10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7" y="2"/>
                    <a:pt x="9" y="5"/>
                    <a:pt x="10" y="7"/>
                  </a:cubicBezTo>
                  <a:cubicBezTo>
                    <a:pt x="7" y="9"/>
                    <a:pt x="4" y="5"/>
                    <a:pt x="0" y="5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7" name="Freeform 48">
              <a:extLst>
                <a:ext uri="{FF2B5EF4-FFF2-40B4-BE49-F238E27FC236}">
                  <a16:creationId xmlns:a16="http://schemas.microsoft.com/office/drawing/2014/main" id="{69F6EC0B-1D39-49A0-B30C-BCF5C626C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215"/>
              <a:ext cx="50" cy="38"/>
            </a:xfrm>
            <a:custGeom>
              <a:avLst/>
              <a:gdLst>
                <a:gd name="T0" fmla="*/ 0 w 25"/>
                <a:gd name="T1" fmla="*/ 68 h 18"/>
                <a:gd name="T2" fmla="*/ 40 w 25"/>
                <a:gd name="T3" fmla="*/ 160 h 18"/>
                <a:gd name="T4" fmla="*/ 200 w 25"/>
                <a:gd name="T5" fmla="*/ 76 h 18"/>
                <a:gd name="T6" fmla="*/ 120 w 25"/>
                <a:gd name="T7" fmla="*/ 57 h 18"/>
                <a:gd name="T8" fmla="*/ 80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0" y="7"/>
                  </a:moveTo>
                  <a:cubicBezTo>
                    <a:pt x="6" y="2"/>
                    <a:pt x="5" y="15"/>
                    <a:pt x="5" y="17"/>
                  </a:cubicBezTo>
                  <a:cubicBezTo>
                    <a:pt x="13" y="18"/>
                    <a:pt x="19" y="13"/>
                    <a:pt x="25" y="8"/>
                  </a:cubicBezTo>
                  <a:cubicBezTo>
                    <a:pt x="22" y="10"/>
                    <a:pt x="17" y="8"/>
                    <a:pt x="15" y="6"/>
                  </a:cubicBezTo>
                  <a:cubicBezTo>
                    <a:pt x="12" y="5"/>
                    <a:pt x="11" y="2"/>
                    <a:pt x="10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8" name="Freeform 49">
              <a:extLst>
                <a:ext uri="{FF2B5EF4-FFF2-40B4-BE49-F238E27FC236}">
                  <a16:creationId xmlns:a16="http://schemas.microsoft.com/office/drawing/2014/main" id="{36C54AD3-8732-4E92-B0DC-E3A5268A4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138"/>
              <a:ext cx="14" cy="39"/>
            </a:xfrm>
            <a:custGeom>
              <a:avLst/>
              <a:gdLst>
                <a:gd name="T0" fmla="*/ 48 w 7"/>
                <a:gd name="T1" fmla="*/ 0 h 18"/>
                <a:gd name="T2" fmla="*/ 48 w 7"/>
                <a:gd name="T3" fmla="*/ 132 h 18"/>
                <a:gd name="T4" fmla="*/ 16 w 7"/>
                <a:gd name="T5" fmla="*/ 184 h 18"/>
                <a:gd name="T6" fmla="*/ 0 w 7"/>
                <a:gd name="T7" fmla="*/ 8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6" y="0"/>
                  </a:moveTo>
                  <a:cubicBezTo>
                    <a:pt x="4" y="5"/>
                    <a:pt x="7" y="9"/>
                    <a:pt x="6" y="13"/>
                  </a:cubicBezTo>
                  <a:cubicBezTo>
                    <a:pt x="6" y="16"/>
                    <a:pt x="5" y="16"/>
                    <a:pt x="2" y="18"/>
                  </a:cubicBezTo>
                  <a:cubicBezTo>
                    <a:pt x="2" y="15"/>
                    <a:pt x="1" y="12"/>
                    <a:pt x="0" y="8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9" name="Freeform 50">
              <a:extLst>
                <a:ext uri="{FF2B5EF4-FFF2-40B4-BE49-F238E27FC236}">
                  <a16:creationId xmlns:a16="http://schemas.microsoft.com/office/drawing/2014/main" id="{C9002EFF-1FC8-4F91-9DF7-DEB683FE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660"/>
              <a:ext cx="2017" cy="1600"/>
            </a:xfrm>
            <a:custGeom>
              <a:avLst/>
              <a:gdLst>
                <a:gd name="T0" fmla="*/ 8028 w 1011"/>
                <a:gd name="T1" fmla="*/ 68 h 752"/>
                <a:gd name="T2" fmla="*/ 7559 w 1011"/>
                <a:gd name="T3" fmla="*/ 40 h 752"/>
                <a:gd name="T4" fmla="*/ 7116 w 1011"/>
                <a:gd name="T5" fmla="*/ 68 h 752"/>
                <a:gd name="T6" fmla="*/ 7108 w 1011"/>
                <a:gd name="T7" fmla="*/ 85 h 752"/>
                <a:gd name="T8" fmla="*/ 7037 w 1011"/>
                <a:gd name="T9" fmla="*/ 117 h 752"/>
                <a:gd name="T10" fmla="*/ 6296 w 1011"/>
                <a:gd name="T11" fmla="*/ 249 h 752"/>
                <a:gd name="T12" fmla="*/ 5987 w 1011"/>
                <a:gd name="T13" fmla="*/ 385 h 752"/>
                <a:gd name="T14" fmla="*/ 5496 w 1011"/>
                <a:gd name="T15" fmla="*/ 511 h 752"/>
                <a:gd name="T16" fmla="*/ 4700 w 1011"/>
                <a:gd name="T17" fmla="*/ 470 h 752"/>
                <a:gd name="T18" fmla="*/ 4493 w 1011"/>
                <a:gd name="T19" fmla="*/ 615 h 752"/>
                <a:gd name="T20" fmla="*/ 4096 w 1011"/>
                <a:gd name="T21" fmla="*/ 955 h 752"/>
                <a:gd name="T22" fmla="*/ 3685 w 1011"/>
                <a:gd name="T23" fmla="*/ 1119 h 752"/>
                <a:gd name="T24" fmla="*/ 3416 w 1011"/>
                <a:gd name="T25" fmla="*/ 1332 h 752"/>
                <a:gd name="T26" fmla="*/ 2945 w 1011"/>
                <a:gd name="T27" fmla="*/ 1819 h 752"/>
                <a:gd name="T28" fmla="*/ 2532 w 1011"/>
                <a:gd name="T29" fmla="*/ 2136 h 752"/>
                <a:gd name="T30" fmla="*/ 2272 w 1011"/>
                <a:gd name="T31" fmla="*/ 2485 h 752"/>
                <a:gd name="T32" fmla="*/ 1947 w 1011"/>
                <a:gd name="T33" fmla="*/ 2766 h 752"/>
                <a:gd name="T34" fmla="*/ 1796 w 1011"/>
                <a:gd name="T35" fmla="*/ 3023 h 752"/>
                <a:gd name="T36" fmla="*/ 1572 w 1011"/>
                <a:gd name="T37" fmla="*/ 3428 h 752"/>
                <a:gd name="T38" fmla="*/ 1229 w 1011"/>
                <a:gd name="T39" fmla="*/ 3749 h 752"/>
                <a:gd name="T40" fmla="*/ 832 w 1011"/>
                <a:gd name="T41" fmla="*/ 4440 h 752"/>
                <a:gd name="T42" fmla="*/ 644 w 1011"/>
                <a:gd name="T43" fmla="*/ 4826 h 752"/>
                <a:gd name="T44" fmla="*/ 453 w 1011"/>
                <a:gd name="T45" fmla="*/ 5228 h 752"/>
                <a:gd name="T46" fmla="*/ 239 w 1011"/>
                <a:gd name="T47" fmla="*/ 5672 h 752"/>
                <a:gd name="T48" fmla="*/ 104 w 1011"/>
                <a:gd name="T49" fmla="*/ 6143 h 752"/>
                <a:gd name="T50" fmla="*/ 32 w 1011"/>
                <a:gd name="T51" fmla="*/ 6723 h 752"/>
                <a:gd name="T52" fmla="*/ 16 w 1011"/>
                <a:gd name="T53" fmla="*/ 7234 h 752"/>
                <a:gd name="T54" fmla="*/ 16 w 1011"/>
                <a:gd name="T55" fmla="*/ 7243 h 752"/>
                <a:gd name="T56" fmla="*/ 2787 w 1011"/>
                <a:gd name="T57" fmla="*/ 7243 h 752"/>
                <a:gd name="T58" fmla="*/ 2825 w 1011"/>
                <a:gd name="T59" fmla="*/ 7040 h 752"/>
                <a:gd name="T60" fmla="*/ 2961 w 1011"/>
                <a:gd name="T61" fmla="*/ 6491 h 752"/>
                <a:gd name="T62" fmla="*/ 3001 w 1011"/>
                <a:gd name="T63" fmla="*/ 6143 h 752"/>
                <a:gd name="T64" fmla="*/ 3032 w 1011"/>
                <a:gd name="T65" fmla="*/ 6126 h 752"/>
                <a:gd name="T66" fmla="*/ 3032 w 1011"/>
                <a:gd name="T67" fmla="*/ 6126 h 752"/>
                <a:gd name="T68" fmla="*/ 3328 w 1011"/>
                <a:gd name="T69" fmla="*/ 5528 h 752"/>
                <a:gd name="T70" fmla="*/ 3733 w 1011"/>
                <a:gd name="T71" fmla="*/ 4998 h 752"/>
                <a:gd name="T72" fmla="*/ 4072 w 1011"/>
                <a:gd name="T73" fmla="*/ 4423 h 752"/>
                <a:gd name="T74" fmla="*/ 4652 w 1011"/>
                <a:gd name="T75" fmla="*/ 3911 h 752"/>
                <a:gd name="T76" fmla="*/ 5385 w 1011"/>
                <a:gd name="T77" fmla="*/ 3400 h 752"/>
                <a:gd name="T78" fmla="*/ 6113 w 1011"/>
                <a:gd name="T79" fmla="*/ 3151 h 752"/>
                <a:gd name="T80" fmla="*/ 6775 w 1011"/>
                <a:gd name="T81" fmla="*/ 2919 h 752"/>
                <a:gd name="T82" fmla="*/ 7116 w 1011"/>
                <a:gd name="T83" fmla="*/ 2911 h 752"/>
                <a:gd name="T84" fmla="*/ 7132 w 1011"/>
                <a:gd name="T85" fmla="*/ 2919 h 752"/>
                <a:gd name="T86" fmla="*/ 7132 w 1011"/>
                <a:gd name="T87" fmla="*/ 2911 h 752"/>
                <a:gd name="T88" fmla="*/ 7701 w 1011"/>
                <a:gd name="T89" fmla="*/ 2870 h 752"/>
                <a:gd name="T90" fmla="*/ 8028 w 1011"/>
                <a:gd name="T91" fmla="*/ 2930 h 752"/>
                <a:gd name="T92" fmla="*/ 8028 w 1011"/>
                <a:gd name="T93" fmla="*/ 68 h 75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011" h="752">
                  <a:moveTo>
                    <a:pt x="1011" y="7"/>
                  </a:moveTo>
                  <a:cubicBezTo>
                    <a:pt x="1008" y="8"/>
                    <a:pt x="979" y="8"/>
                    <a:pt x="952" y="4"/>
                  </a:cubicBezTo>
                  <a:cubicBezTo>
                    <a:pt x="923" y="0"/>
                    <a:pt x="914" y="1"/>
                    <a:pt x="896" y="7"/>
                  </a:cubicBezTo>
                  <a:cubicBezTo>
                    <a:pt x="895" y="9"/>
                    <a:pt x="895" y="9"/>
                    <a:pt x="895" y="9"/>
                  </a:cubicBezTo>
                  <a:cubicBezTo>
                    <a:pt x="893" y="10"/>
                    <a:pt x="890" y="11"/>
                    <a:pt x="886" y="12"/>
                  </a:cubicBezTo>
                  <a:cubicBezTo>
                    <a:pt x="863" y="19"/>
                    <a:pt x="817" y="22"/>
                    <a:pt x="793" y="26"/>
                  </a:cubicBezTo>
                  <a:cubicBezTo>
                    <a:pt x="785" y="28"/>
                    <a:pt x="757" y="30"/>
                    <a:pt x="754" y="40"/>
                  </a:cubicBezTo>
                  <a:cubicBezTo>
                    <a:pt x="736" y="35"/>
                    <a:pt x="711" y="53"/>
                    <a:pt x="692" y="53"/>
                  </a:cubicBezTo>
                  <a:cubicBezTo>
                    <a:pt x="666" y="55"/>
                    <a:pt x="601" y="47"/>
                    <a:pt x="592" y="49"/>
                  </a:cubicBezTo>
                  <a:cubicBezTo>
                    <a:pt x="584" y="52"/>
                    <a:pt x="573" y="58"/>
                    <a:pt x="566" y="64"/>
                  </a:cubicBezTo>
                  <a:cubicBezTo>
                    <a:pt x="547" y="79"/>
                    <a:pt x="535" y="90"/>
                    <a:pt x="516" y="99"/>
                  </a:cubicBezTo>
                  <a:cubicBezTo>
                    <a:pt x="499" y="106"/>
                    <a:pt x="481" y="109"/>
                    <a:pt x="464" y="116"/>
                  </a:cubicBezTo>
                  <a:cubicBezTo>
                    <a:pt x="451" y="121"/>
                    <a:pt x="442" y="132"/>
                    <a:pt x="430" y="138"/>
                  </a:cubicBezTo>
                  <a:cubicBezTo>
                    <a:pt x="403" y="152"/>
                    <a:pt x="395" y="169"/>
                    <a:pt x="371" y="189"/>
                  </a:cubicBezTo>
                  <a:cubicBezTo>
                    <a:pt x="359" y="200"/>
                    <a:pt x="332" y="213"/>
                    <a:pt x="319" y="222"/>
                  </a:cubicBezTo>
                  <a:cubicBezTo>
                    <a:pt x="306" y="231"/>
                    <a:pt x="297" y="247"/>
                    <a:pt x="286" y="258"/>
                  </a:cubicBezTo>
                  <a:cubicBezTo>
                    <a:pt x="274" y="269"/>
                    <a:pt x="258" y="279"/>
                    <a:pt x="245" y="287"/>
                  </a:cubicBezTo>
                  <a:cubicBezTo>
                    <a:pt x="233" y="294"/>
                    <a:pt x="232" y="303"/>
                    <a:pt x="226" y="314"/>
                  </a:cubicBezTo>
                  <a:cubicBezTo>
                    <a:pt x="218" y="329"/>
                    <a:pt x="209" y="343"/>
                    <a:pt x="198" y="356"/>
                  </a:cubicBezTo>
                  <a:cubicBezTo>
                    <a:pt x="185" y="369"/>
                    <a:pt x="169" y="377"/>
                    <a:pt x="155" y="389"/>
                  </a:cubicBezTo>
                  <a:cubicBezTo>
                    <a:pt x="134" y="410"/>
                    <a:pt x="117" y="433"/>
                    <a:pt x="105" y="461"/>
                  </a:cubicBezTo>
                  <a:cubicBezTo>
                    <a:pt x="99" y="476"/>
                    <a:pt x="91" y="489"/>
                    <a:pt x="81" y="501"/>
                  </a:cubicBezTo>
                  <a:cubicBezTo>
                    <a:pt x="69" y="514"/>
                    <a:pt x="64" y="527"/>
                    <a:pt x="57" y="543"/>
                  </a:cubicBezTo>
                  <a:cubicBezTo>
                    <a:pt x="51" y="560"/>
                    <a:pt x="39" y="574"/>
                    <a:pt x="30" y="589"/>
                  </a:cubicBezTo>
                  <a:cubicBezTo>
                    <a:pt x="19" y="605"/>
                    <a:pt x="17" y="620"/>
                    <a:pt x="13" y="638"/>
                  </a:cubicBezTo>
                  <a:cubicBezTo>
                    <a:pt x="6" y="661"/>
                    <a:pt x="4" y="683"/>
                    <a:pt x="4" y="698"/>
                  </a:cubicBezTo>
                  <a:cubicBezTo>
                    <a:pt x="4" y="713"/>
                    <a:pt x="0" y="711"/>
                    <a:pt x="2" y="751"/>
                  </a:cubicBezTo>
                  <a:cubicBezTo>
                    <a:pt x="2" y="751"/>
                    <a:pt x="2" y="751"/>
                    <a:pt x="2" y="752"/>
                  </a:cubicBezTo>
                  <a:cubicBezTo>
                    <a:pt x="351" y="752"/>
                    <a:pt x="351" y="752"/>
                    <a:pt x="351" y="752"/>
                  </a:cubicBezTo>
                  <a:cubicBezTo>
                    <a:pt x="351" y="746"/>
                    <a:pt x="352" y="738"/>
                    <a:pt x="356" y="731"/>
                  </a:cubicBezTo>
                  <a:cubicBezTo>
                    <a:pt x="362" y="719"/>
                    <a:pt x="374" y="689"/>
                    <a:pt x="373" y="674"/>
                  </a:cubicBezTo>
                  <a:cubicBezTo>
                    <a:pt x="372" y="659"/>
                    <a:pt x="378" y="638"/>
                    <a:pt x="378" y="638"/>
                  </a:cubicBezTo>
                  <a:cubicBezTo>
                    <a:pt x="382" y="636"/>
                    <a:pt x="382" y="636"/>
                    <a:pt x="382" y="636"/>
                  </a:cubicBezTo>
                  <a:cubicBezTo>
                    <a:pt x="382" y="636"/>
                    <a:pt x="382" y="636"/>
                    <a:pt x="382" y="636"/>
                  </a:cubicBezTo>
                  <a:cubicBezTo>
                    <a:pt x="399" y="623"/>
                    <a:pt x="416" y="586"/>
                    <a:pt x="419" y="574"/>
                  </a:cubicBezTo>
                  <a:cubicBezTo>
                    <a:pt x="430" y="561"/>
                    <a:pt x="451" y="542"/>
                    <a:pt x="470" y="519"/>
                  </a:cubicBezTo>
                  <a:cubicBezTo>
                    <a:pt x="493" y="491"/>
                    <a:pt x="513" y="459"/>
                    <a:pt x="513" y="459"/>
                  </a:cubicBezTo>
                  <a:cubicBezTo>
                    <a:pt x="551" y="444"/>
                    <a:pt x="582" y="412"/>
                    <a:pt x="586" y="406"/>
                  </a:cubicBezTo>
                  <a:cubicBezTo>
                    <a:pt x="617" y="394"/>
                    <a:pt x="646" y="367"/>
                    <a:pt x="678" y="353"/>
                  </a:cubicBezTo>
                  <a:cubicBezTo>
                    <a:pt x="710" y="339"/>
                    <a:pt x="739" y="338"/>
                    <a:pt x="770" y="327"/>
                  </a:cubicBezTo>
                  <a:cubicBezTo>
                    <a:pt x="801" y="315"/>
                    <a:pt x="827" y="303"/>
                    <a:pt x="853" y="303"/>
                  </a:cubicBezTo>
                  <a:cubicBezTo>
                    <a:pt x="879" y="303"/>
                    <a:pt x="896" y="302"/>
                    <a:pt x="896" y="302"/>
                  </a:cubicBezTo>
                  <a:cubicBezTo>
                    <a:pt x="898" y="303"/>
                    <a:pt x="898" y="303"/>
                    <a:pt x="898" y="303"/>
                  </a:cubicBezTo>
                  <a:cubicBezTo>
                    <a:pt x="898" y="302"/>
                    <a:pt x="898" y="302"/>
                    <a:pt x="898" y="302"/>
                  </a:cubicBezTo>
                  <a:cubicBezTo>
                    <a:pt x="912" y="300"/>
                    <a:pt x="946" y="299"/>
                    <a:pt x="970" y="298"/>
                  </a:cubicBezTo>
                  <a:cubicBezTo>
                    <a:pt x="982" y="298"/>
                    <a:pt x="998" y="301"/>
                    <a:pt x="1011" y="304"/>
                  </a:cubicBezTo>
                  <a:lnTo>
                    <a:pt x="1011" y="7"/>
                  </a:lnTo>
                  <a:close/>
                </a:path>
              </a:pathLst>
            </a:custGeom>
            <a:solidFill>
              <a:srgbClr val="FAD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0" name="Freeform 51">
              <a:extLst>
                <a:ext uri="{FF2B5EF4-FFF2-40B4-BE49-F238E27FC236}">
                  <a16:creationId xmlns:a16="http://schemas.microsoft.com/office/drawing/2014/main" id="{B7943E02-A91D-4839-8BFD-84F34D75A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294"/>
              <a:ext cx="1317" cy="966"/>
            </a:xfrm>
            <a:custGeom>
              <a:avLst/>
              <a:gdLst>
                <a:gd name="T0" fmla="*/ 5244 w 660"/>
                <a:gd name="T1" fmla="*/ 60 h 454"/>
                <a:gd name="T2" fmla="*/ 4917 w 660"/>
                <a:gd name="T3" fmla="*/ 0 h 454"/>
                <a:gd name="T4" fmla="*/ 4356 w 660"/>
                <a:gd name="T5" fmla="*/ 40 h 454"/>
                <a:gd name="T6" fmla="*/ 4348 w 660"/>
                <a:gd name="T7" fmla="*/ 49 h 454"/>
                <a:gd name="T8" fmla="*/ 4332 w 660"/>
                <a:gd name="T9" fmla="*/ 40 h 454"/>
                <a:gd name="T10" fmla="*/ 3989 w 660"/>
                <a:gd name="T11" fmla="*/ 49 h 454"/>
                <a:gd name="T12" fmla="*/ 3328 w 660"/>
                <a:gd name="T13" fmla="*/ 281 h 454"/>
                <a:gd name="T14" fmla="*/ 2600 w 660"/>
                <a:gd name="T15" fmla="*/ 530 h 454"/>
                <a:gd name="T16" fmla="*/ 1868 w 660"/>
                <a:gd name="T17" fmla="*/ 1040 h 454"/>
                <a:gd name="T18" fmla="*/ 1287 w 660"/>
                <a:gd name="T19" fmla="*/ 1553 h 454"/>
                <a:gd name="T20" fmla="*/ 944 w 660"/>
                <a:gd name="T21" fmla="*/ 2128 h 454"/>
                <a:gd name="T22" fmla="*/ 541 w 660"/>
                <a:gd name="T23" fmla="*/ 2658 h 454"/>
                <a:gd name="T24" fmla="*/ 247 w 660"/>
                <a:gd name="T25" fmla="*/ 3255 h 454"/>
                <a:gd name="T26" fmla="*/ 247 w 660"/>
                <a:gd name="T27" fmla="*/ 3255 h 454"/>
                <a:gd name="T28" fmla="*/ 247 w 660"/>
                <a:gd name="T29" fmla="*/ 3255 h 454"/>
                <a:gd name="T30" fmla="*/ 216 w 660"/>
                <a:gd name="T31" fmla="*/ 3296 h 454"/>
                <a:gd name="T32" fmla="*/ 208 w 660"/>
                <a:gd name="T33" fmla="*/ 3332 h 454"/>
                <a:gd name="T34" fmla="*/ 200 w 660"/>
                <a:gd name="T35" fmla="*/ 3351 h 454"/>
                <a:gd name="T36" fmla="*/ 200 w 660"/>
                <a:gd name="T37" fmla="*/ 3351 h 454"/>
                <a:gd name="T38" fmla="*/ 200 w 660"/>
                <a:gd name="T39" fmla="*/ 3372 h 454"/>
                <a:gd name="T40" fmla="*/ 200 w 660"/>
                <a:gd name="T41" fmla="*/ 3372 h 454"/>
                <a:gd name="T42" fmla="*/ 192 w 660"/>
                <a:gd name="T43" fmla="*/ 3392 h 454"/>
                <a:gd name="T44" fmla="*/ 192 w 660"/>
                <a:gd name="T45" fmla="*/ 3400 h 454"/>
                <a:gd name="T46" fmla="*/ 192 w 660"/>
                <a:gd name="T47" fmla="*/ 3417 h 454"/>
                <a:gd name="T48" fmla="*/ 192 w 660"/>
                <a:gd name="T49" fmla="*/ 3417 h 454"/>
                <a:gd name="T50" fmla="*/ 176 w 660"/>
                <a:gd name="T51" fmla="*/ 3509 h 454"/>
                <a:gd name="T52" fmla="*/ 176 w 660"/>
                <a:gd name="T53" fmla="*/ 3517 h 454"/>
                <a:gd name="T54" fmla="*/ 176 w 660"/>
                <a:gd name="T55" fmla="*/ 3536 h 454"/>
                <a:gd name="T56" fmla="*/ 176 w 660"/>
                <a:gd name="T57" fmla="*/ 3545 h 454"/>
                <a:gd name="T58" fmla="*/ 176 w 660"/>
                <a:gd name="T59" fmla="*/ 3564 h 454"/>
                <a:gd name="T60" fmla="*/ 176 w 660"/>
                <a:gd name="T61" fmla="*/ 3572 h 454"/>
                <a:gd name="T62" fmla="*/ 176 w 660"/>
                <a:gd name="T63" fmla="*/ 3594 h 454"/>
                <a:gd name="T64" fmla="*/ 176 w 660"/>
                <a:gd name="T65" fmla="*/ 3594 h 454"/>
                <a:gd name="T66" fmla="*/ 176 w 660"/>
                <a:gd name="T67" fmla="*/ 3621 h 454"/>
                <a:gd name="T68" fmla="*/ 40 w 660"/>
                <a:gd name="T69" fmla="*/ 4170 h 454"/>
                <a:gd name="T70" fmla="*/ 0 w 660"/>
                <a:gd name="T71" fmla="*/ 4373 h 454"/>
                <a:gd name="T72" fmla="*/ 573 w 660"/>
                <a:gd name="T73" fmla="*/ 4373 h 454"/>
                <a:gd name="T74" fmla="*/ 597 w 660"/>
                <a:gd name="T75" fmla="*/ 4075 h 454"/>
                <a:gd name="T76" fmla="*/ 653 w 660"/>
                <a:gd name="T77" fmla="*/ 3594 h 454"/>
                <a:gd name="T78" fmla="*/ 740 w 660"/>
                <a:gd name="T79" fmla="*/ 3272 h 454"/>
                <a:gd name="T80" fmla="*/ 876 w 660"/>
                <a:gd name="T81" fmla="*/ 3083 h 454"/>
                <a:gd name="T82" fmla="*/ 992 w 660"/>
                <a:gd name="T83" fmla="*/ 2843 h 454"/>
                <a:gd name="T84" fmla="*/ 1096 w 660"/>
                <a:gd name="T85" fmla="*/ 2638 h 454"/>
                <a:gd name="T86" fmla="*/ 1175 w 660"/>
                <a:gd name="T87" fmla="*/ 2409 h 454"/>
                <a:gd name="T88" fmla="*/ 1477 w 660"/>
                <a:gd name="T89" fmla="*/ 2213 h 454"/>
                <a:gd name="T90" fmla="*/ 1588 w 660"/>
                <a:gd name="T91" fmla="*/ 2060 h 454"/>
                <a:gd name="T92" fmla="*/ 1764 w 660"/>
                <a:gd name="T93" fmla="*/ 1975 h 454"/>
                <a:gd name="T94" fmla="*/ 1908 w 660"/>
                <a:gd name="T95" fmla="*/ 1706 h 454"/>
                <a:gd name="T96" fmla="*/ 2123 w 660"/>
                <a:gd name="T97" fmla="*/ 1589 h 454"/>
                <a:gd name="T98" fmla="*/ 2409 w 660"/>
                <a:gd name="T99" fmla="*/ 1445 h 454"/>
                <a:gd name="T100" fmla="*/ 2676 w 660"/>
                <a:gd name="T101" fmla="*/ 1155 h 454"/>
                <a:gd name="T102" fmla="*/ 3073 w 660"/>
                <a:gd name="T103" fmla="*/ 838 h 454"/>
                <a:gd name="T104" fmla="*/ 3512 w 660"/>
                <a:gd name="T105" fmla="*/ 811 h 454"/>
                <a:gd name="T106" fmla="*/ 3648 w 660"/>
                <a:gd name="T107" fmla="*/ 711 h 454"/>
                <a:gd name="T108" fmla="*/ 3791 w 660"/>
                <a:gd name="T109" fmla="*/ 702 h 454"/>
                <a:gd name="T110" fmla="*/ 4109 w 660"/>
                <a:gd name="T111" fmla="*/ 647 h 454"/>
                <a:gd name="T112" fmla="*/ 4348 w 660"/>
                <a:gd name="T113" fmla="*/ 702 h 454"/>
                <a:gd name="T114" fmla="*/ 4735 w 660"/>
                <a:gd name="T115" fmla="*/ 626 h 454"/>
                <a:gd name="T116" fmla="*/ 5076 w 660"/>
                <a:gd name="T117" fmla="*/ 666 h 454"/>
                <a:gd name="T118" fmla="*/ 5244 w 660"/>
                <a:gd name="T119" fmla="*/ 666 h 454"/>
                <a:gd name="T120" fmla="*/ 5244 w 660"/>
                <a:gd name="T121" fmla="*/ 60 h 4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60" h="454">
                  <a:moveTo>
                    <a:pt x="660" y="6"/>
                  </a:moveTo>
                  <a:cubicBezTo>
                    <a:pt x="647" y="3"/>
                    <a:pt x="631" y="0"/>
                    <a:pt x="619" y="0"/>
                  </a:cubicBezTo>
                  <a:cubicBezTo>
                    <a:pt x="595" y="1"/>
                    <a:pt x="562" y="2"/>
                    <a:pt x="548" y="4"/>
                  </a:cubicBezTo>
                  <a:cubicBezTo>
                    <a:pt x="547" y="5"/>
                    <a:pt x="547" y="5"/>
                    <a:pt x="547" y="5"/>
                  </a:cubicBezTo>
                  <a:cubicBezTo>
                    <a:pt x="545" y="4"/>
                    <a:pt x="545" y="4"/>
                    <a:pt x="545" y="4"/>
                  </a:cubicBezTo>
                  <a:cubicBezTo>
                    <a:pt x="545" y="4"/>
                    <a:pt x="528" y="5"/>
                    <a:pt x="502" y="5"/>
                  </a:cubicBezTo>
                  <a:cubicBezTo>
                    <a:pt x="476" y="5"/>
                    <a:pt x="450" y="17"/>
                    <a:pt x="419" y="29"/>
                  </a:cubicBezTo>
                  <a:cubicBezTo>
                    <a:pt x="388" y="40"/>
                    <a:pt x="359" y="41"/>
                    <a:pt x="327" y="55"/>
                  </a:cubicBezTo>
                  <a:cubicBezTo>
                    <a:pt x="295" y="69"/>
                    <a:pt x="266" y="96"/>
                    <a:pt x="235" y="108"/>
                  </a:cubicBezTo>
                  <a:cubicBezTo>
                    <a:pt x="231" y="114"/>
                    <a:pt x="200" y="146"/>
                    <a:pt x="162" y="161"/>
                  </a:cubicBezTo>
                  <a:cubicBezTo>
                    <a:pt x="162" y="161"/>
                    <a:pt x="142" y="193"/>
                    <a:pt x="119" y="221"/>
                  </a:cubicBezTo>
                  <a:cubicBezTo>
                    <a:pt x="100" y="244"/>
                    <a:pt x="79" y="263"/>
                    <a:pt x="68" y="276"/>
                  </a:cubicBezTo>
                  <a:cubicBezTo>
                    <a:pt x="65" y="288"/>
                    <a:pt x="48" y="325"/>
                    <a:pt x="31" y="338"/>
                  </a:cubicBezTo>
                  <a:cubicBezTo>
                    <a:pt x="31" y="338"/>
                    <a:pt x="31" y="338"/>
                    <a:pt x="31" y="338"/>
                  </a:cubicBezTo>
                  <a:cubicBezTo>
                    <a:pt x="31" y="338"/>
                    <a:pt x="31" y="338"/>
                    <a:pt x="31" y="338"/>
                  </a:cubicBezTo>
                  <a:cubicBezTo>
                    <a:pt x="30" y="339"/>
                    <a:pt x="28" y="340"/>
                    <a:pt x="27" y="342"/>
                  </a:cubicBezTo>
                  <a:cubicBezTo>
                    <a:pt x="27" y="343"/>
                    <a:pt x="26" y="344"/>
                    <a:pt x="26" y="346"/>
                  </a:cubicBezTo>
                  <a:cubicBezTo>
                    <a:pt x="26" y="346"/>
                    <a:pt x="25" y="347"/>
                    <a:pt x="25" y="348"/>
                  </a:cubicBezTo>
                  <a:cubicBezTo>
                    <a:pt x="25" y="348"/>
                    <a:pt x="25" y="348"/>
                    <a:pt x="25" y="348"/>
                  </a:cubicBezTo>
                  <a:cubicBezTo>
                    <a:pt x="25" y="349"/>
                    <a:pt x="25" y="349"/>
                    <a:pt x="25" y="350"/>
                  </a:cubicBezTo>
                  <a:cubicBezTo>
                    <a:pt x="25" y="350"/>
                    <a:pt x="25" y="350"/>
                    <a:pt x="25" y="350"/>
                  </a:cubicBezTo>
                  <a:cubicBezTo>
                    <a:pt x="24" y="351"/>
                    <a:pt x="24" y="352"/>
                    <a:pt x="24" y="352"/>
                  </a:cubicBezTo>
                  <a:cubicBezTo>
                    <a:pt x="24" y="352"/>
                    <a:pt x="24" y="353"/>
                    <a:pt x="24" y="353"/>
                  </a:cubicBezTo>
                  <a:cubicBezTo>
                    <a:pt x="24" y="354"/>
                    <a:pt x="24" y="354"/>
                    <a:pt x="24" y="355"/>
                  </a:cubicBezTo>
                  <a:cubicBezTo>
                    <a:pt x="24" y="355"/>
                    <a:pt x="24" y="355"/>
                    <a:pt x="24" y="355"/>
                  </a:cubicBezTo>
                  <a:cubicBezTo>
                    <a:pt x="23" y="358"/>
                    <a:pt x="23" y="361"/>
                    <a:pt x="22" y="364"/>
                  </a:cubicBezTo>
                  <a:cubicBezTo>
                    <a:pt x="22" y="364"/>
                    <a:pt x="22" y="365"/>
                    <a:pt x="22" y="365"/>
                  </a:cubicBezTo>
                  <a:cubicBezTo>
                    <a:pt x="22" y="365"/>
                    <a:pt x="22" y="366"/>
                    <a:pt x="22" y="367"/>
                  </a:cubicBezTo>
                  <a:cubicBezTo>
                    <a:pt x="22" y="367"/>
                    <a:pt x="22" y="367"/>
                    <a:pt x="22" y="368"/>
                  </a:cubicBezTo>
                  <a:cubicBezTo>
                    <a:pt x="22" y="368"/>
                    <a:pt x="22" y="369"/>
                    <a:pt x="22" y="370"/>
                  </a:cubicBezTo>
                  <a:cubicBezTo>
                    <a:pt x="22" y="370"/>
                    <a:pt x="22" y="370"/>
                    <a:pt x="22" y="371"/>
                  </a:cubicBezTo>
                  <a:cubicBezTo>
                    <a:pt x="22" y="371"/>
                    <a:pt x="22" y="372"/>
                    <a:pt x="22" y="373"/>
                  </a:cubicBezTo>
                  <a:cubicBezTo>
                    <a:pt x="22" y="373"/>
                    <a:pt x="22" y="373"/>
                    <a:pt x="22" y="373"/>
                  </a:cubicBezTo>
                  <a:cubicBezTo>
                    <a:pt x="22" y="374"/>
                    <a:pt x="22" y="375"/>
                    <a:pt x="22" y="376"/>
                  </a:cubicBezTo>
                  <a:cubicBezTo>
                    <a:pt x="23" y="391"/>
                    <a:pt x="11" y="421"/>
                    <a:pt x="5" y="433"/>
                  </a:cubicBezTo>
                  <a:cubicBezTo>
                    <a:pt x="1" y="440"/>
                    <a:pt x="0" y="448"/>
                    <a:pt x="0" y="454"/>
                  </a:cubicBezTo>
                  <a:cubicBezTo>
                    <a:pt x="72" y="454"/>
                    <a:pt x="72" y="454"/>
                    <a:pt x="72" y="454"/>
                  </a:cubicBezTo>
                  <a:cubicBezTo>
                    <a:pt x="72" y="444"/>
                    <a:pt x="74" y="432"/>
                    <a:pt x="75" y="423"/>
                  </a:cubicBezTo>
                  <a:cubicBezTo>
                    <a:pt x="79" y="407"/>
                    <a:pt x="82" y="387"/>
                    <a:pt x="82" y="373"/>
                  </a:cubicBezTo>
                  <a:cubicBezTo>
                    <a:pt x="82" y="360"/>
                    <a:pt x="87" y="349"/>
                    <a:pt x="93" y="340"/>
                  </a:cubicBezTo>
                  <a:cubicBezTo>
                    <a:pt x="97" y="332"/>
                    <a:pt x="105" y="326"/>
                    <a:pt x="110" y="320"/>
                  </a:cubicBezTo>
                  <a:cubicBezTo>
                    <a:pt x="115" y="312"/>
                    <a:pt x="118" y="303"/>
                    <a:pt x="125" y="295"/>
                  </a:cubicBezTo>
                  <a:cubicBezTo>
                    <a:pt x="130" y="290"/>
                    <a:pt x="133" y="282"/>
                    <a:pt x="138" y="274"/>
                  </a:cubicBezTo>
                  <a:cubicBezTo>
                    <a:pt x="143" y="266"/>
                    <a:pt x="150" y="258"/>
                    <a:pt x="148" y="250"/>
                  </a:cubicBezTo>
                  <a:cubicBezTo>
                    <a:pt x="163" y="246"/>
                    <a:pt x="174" y="239"/>
                    <a:pt x="186" y="230"/>
                  </a:cubicBezTo>
                  <a:cubicBezTo>
                    <a:pt x="192" y="227"/>
                    <a:pt x="194" y="217"/>
                    <a:pt x="200" y="214"/>
                  </a:cubicBezTo>
                  <a:cubicBezTo>
                    <a:pt x="206" y="209"/>
                    <a:pt x="216" y="210"/>
                    <a:pt x="222" y="205"/>
                  </a:cubicBezTo>
                  <a:cubicBezTo>
                    <a:pt x="232" y="198"/>
                    <a:pt x="239" y="189"/>
                    <a:pt x="240" y="177"/>
                  </a:cubicBezTo>
                  <a:cubicBezTo>
                    <a:pt x="252" y="178"/>
                    <a:pt x="258" y="171"/>
                    <a:pt x="267" y="165"/>
                  </a:cubicBezTo>
                  <a:cubicBezTo>
                    <a:pt x="278" y="158"/>
                    <a:pt x="290" y="156"/>
                    <a:pt x="303" y="150"/>
                  </a:cubicBezTo>
                  <a:cubicBezTo>
                    <a:pt x="314" y="145"/>
                    <a:pt x="340" y="135"/>
                    <a:pt x="337" y="120"/>
                  </a:cubicBezTo>
                  <a:cubicBezTo>
                    <a:pt x="349" y="123"/>
                    <a:pt x="386" y="102"/>
                    <a:pt x="387" y="87"/>
                  </a:cubicBezTo>
                  <a:cubicBezTo>
                    <a:pt x="404" y="90"/>
                    <a:pt x="425" y="89"/>
                    <a:pt x="442" y="84"/>
                  </a:cubicBezTo>
                  <a:cubicBezTo>
                    <a:pt x="448" y="82"/>
                    <a:pt x="453" y="76"/>
                    <a:pt x="459" y="74"/>
                  </a:cubicBezTo>
                  <a:cubicBezTo>
                    <a:pt x="465" y="72"/>
                    <a:pt x="469" y="74"/>
                    <a:pt x="477" y="73"/>
                  </a:cubicBezTo>
                  <a:cubicBezTo>
                    <a:pt x="493" y="71"/>
                    <a:pt x="497" y="62"/>
                    <a:pt x="517" y="67"/>
                  </a:cubicBezTo>
                  <a:cubicBezTo>
                    <a:pt x="526" y="69"/>
                    <a:pt x="537" y="72"/>
                    <a:pt x="547" y="73"/>
                  </a:cubicBezTo>
                  <a:cubicBezTo>
                    <a:pt x="570" y="74"/>
                    <a:pt x="579" y="67"/>
                    <a:pt x="596" y="65"/>
                  </a:cubicBezTo>
                  <a:cubicBezTo>
                    <a:pt x="613" y="63"/>
                    <a:pt x="618" y="69"/>
                    <a:pt x="639" y="69"/>
                  </a:cubicBezTo>
                  <a:cubicBezTo>
                    <a:pt x="647" y="69"/>
                    <a:pt x="654" y="69"/>
                    <a:pt x="660" y="69"/>
                  </a:cubicBezTo>
                  <a:lnTo>
                    <a:pt x="660" y="6"/>
                  </a:ln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1" name="Freeform 52">
              <a:extLst>
                <a:ext uri="{FF2B5EF4-FFF2-40B4-BE49-F238E27FC236}">
                  <a16:creationId xmlns:a16="http://schemas.microsoft.com/office/drawing/2014/main" id="{C4FD48E0-14A1-47C2-AC70-7EADB4E5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426"/>
              <a:ext cx="1173" cy="834"/>
            </a:xfrm>
            <a:custGeom>
              <a:avLst/>
              <a:gdLst>
                <a:gd name="T0" fmla="*/ 525 w 588"/>
                <a:gd name="T1" fmla="*/ 2042 h 392"/>
                <a:gd name="T2" fmla="*/ 421 w 588"/>
                <a:gd name="T3" fmla="*/ 2245 h 392"/>
                <a:gd name="T4" fmla="*/ 303 w 588"/>
                <a:gd name="T5" fmla="*/ 2485 h 392"/>
                <a:gd name="T6" fmla="*/ 168 w 588"/>
                <a:gd name="T7" fmla="*/ 2674 h 392"/>
                <a:gd name="T8" fmla="*/ 80 w 588"/>
                <a:gd name="T9" fmla="*/ 2996 h 392"/>
                <a:gd name="T10" fmla="*/ 24 w 588"/>
                <a:gd name="T11" fmla="*/ 3476 h 392"/>
                <a:gd name="T12" fmla="*/ 0 w 588"/>
                <a:gd name="T13" fmla="*/ 3774 h 392"/>
                <a:gd name="T14" fmla="*/ 4668 w 588"/>
                <a:gd name="T15" fmla="*/ 3774 h 392"/>
                <a:gd name="T16" fmla="*/ 4668 w 588"/>
                <a:gd name="T17" fmla="*/ 68 h 392"/>
                <a:gd name="T18" fmla="*/ 4500 w 588"/>
                <a:gd name="T19" fmla="*/ 68 h 392"/>
                <a:gd name="T20" fmla="*/ 4159 w 588"/>
                <a:gd name="T21" fmla="*/ 28 h 392"/>
                <a:gd name="T22" fmla="*/ 3772 w 588"/>
                <a:gd name="T23" fmla="*/ 104 h 392"/>
                <a:gd name="T24" fmla="*/ 3533 w 588"/>
                <a:gd name="T25" fmla="*/ 49 h 392"/>
                <a:gd name="T26" fmla="*/ 3216 w 588"/>
                <a:gd name="T27" fmla="*/ 104 h 392"/>
                <a:gd name="T28" fmla="*/ 3072 w 588"/>
                <a:gd name="T29" fmla="*/ 117 h 392"/>
                <a:gd name="T30" fmla="*/ 2936 w 588"/>
                <a:gd name="T31" fmla="*/ 213 h 392"/>
                <a:gd name="T32" fmla="*/ 2500 w 588"/>
                <a:gd name="T33" fmla="*/ 240 h 392"/>
                <a:gd name="T34" fmla="*/ 2105 w 588"/>
                <a:gd name="T35" fmla="*/ 557 h 392"/>
                <a:gd name="T36" fmla="*/ 1835 w 588"/>
                <a:gd name="T37" fmla="*/ 847 h 392"/>
                <a:gd name="T38" fmla="*/ 1548 w 588"/>
                <a:gd name="T39" fmla="*/ 991 h 392"/>
                <a:gd name="T40" fmla="*/ 1333 w 588"/>
                <a:gd name="T41" fmla="*/ 1108 h 392"/>
                <a:gd name="T42" fmla="*/ 1189 w 588"/>
                <a:gd name="T43" fmla="*/ 1377 h 392"/>
                <a:gd name="T44" fmla="*/ 1015 w 588"/>
                <a:gd name="T45" fmla="*/ 1462 h 392"/>
                <a:gd name="T46" fmla="*/ 904 w 588"/>
                <a:gd name="T47" fmla="*/ 1617 h 392"/>
                <a:gd name="T48" fmla="*/ 604 w 588"/>
                <a:gd name="T49" fmla="*/ 1811 h 392"/>
                <a:gd name="T50" fmla="*/ 525 w 588"/>
                <a:gd name="T51" fmla="*/ 2042 h 3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8" h="392">
                  <a:moveTo>
                    <a:pt x="66" y="212"/>
                  </a:moveTo>
                  <a:cubicBezTo>
                    <a:pt x="61" y="220"/>
                    <a:pt x="58" y="228"/>
                    <a:pt x="53" y="233"/>
                  </a:cubicBezTo>
                  <a:cubicBezTo>
                    <a:pt x="46" y="241"/>
                    <a:pt x="43" y="250"/>
                    <a:pt x="38" y="258"/>
                  </a:cubicBezTo>
                  <a:cubicBezTo>
                    <a:pt x="33" y="264"/>
                    <a:pt x="25" y="270"/>
                    <a:pt x="21" y="278"/>
                  </a:cubicBezTo>
                  <a:cubicBezTo>
                    <a:pt x="15" y="287"/>
                    <a:pt x="10" y="298"/>
                    <a:pt x="10" y="311"/>
                  </a:cubicBezTo>
                  <a:cubicBezTo>
                    <a:pt x="10" y="325"/>
                    <a:pt x="7" y="345"/>
                    <a:pt x="3" y="361"/>
                  </a:cubicBezTo>
                  <a:cubicBezTo>
                    <a:pt x="2" y="370"/>
                    <a:pt x="0" y="382"/>
                    <a:pt x="0" y="392"/>
                  </a:cubicBezTo>
                  <a:cubicBezTo>
                    <a:pt x="588" y="392"/>
                    <a:pt x="588" y="392"/>
                    <a:pt x="588" y="392"/>
                  </a:cubicBezTo>
                  <a:cubicBezTo>
                    <a:pt x="588" y="7"/>
                    <a:pt x="588" y="7"/>
                    <a:pt x="588" y="7"/>
                  </a:cubicBezTo>
                  <a:cubicBezTo>
                    <a:pt x="582" y="7"/>
                    <a:pt x="575" y="7"/>
                    <a:pt x="567" y="7"/>
                  </a:cubicBezTo>
                  <a:cubicBezTo>
                    <a:pt x="546" y="7"/>
                    <a:pt x="541" y="1"/>
                    <a:pt x="524" y="3"/>
                  </a:cubicBezTo>
                  <a:cubicBezTo>
                    <a:pt x="507" y="5"/>
                    <a:pt x="498" y="12"/>
                    <a:pt x="475" y="11"/>
                  </a:cubicBezTo>
                  <a:cubicBezTo>
                    <a:pt x="465" y="10"/>
                    <a:pt x="454" y="7"/>
                    <a:pt x="445" y="5"/>
                  </a:cubicBezTo>
                  <a:cubicBezTo>
                    <a:pt x="425" y="0"/>
                    <a:pt x="421" y="9"/>
                    <a:pt x="405" y="11"/>
                  </a:cubicBezTo>
                  <a:cubicBezTo>
                    <a:pt x="397" y="12"/>
                    <a:pt x="393" y="10"/>
                    <a:pt x="387" y="12"/>
                  </a:cubicBezTo>
                  <a:cubicBezTo>
                    <a:pt x="381" y="14"/>
                    <a:pt x="376" y="20"/>
                    <a:pt x="370" y="22"/>
                  </a:cubicBezTo>
                  <a:cubicBezTo>
                    <a:pt x="353" y="27"/>
                    <a:pt x="332" y="28"/>
                    <a:pt x="315" y="25"/>
                  </a:cubicBezTo>
                  <a:cubicBezTo>
                    <a:pt x="314" y="40"/>
                    <a:pt x="277" y="61"/>
                    <a:pt x="265" y="58"/>
                  </a:cubicBezTo>
                  <a:cubicBezTo>
                    <a:pt x="268" y="73"/>
                    <a:pt x="242" y="83"/>
                    <a:pt x="231" y="88"/>
                  </a:cubicBezTo>
                  <a:cubicBezTo>
                    <a:pt x="218" y="94"/>
                    <a:pt x="206" y="96"/>
                    <a:pt x="195" y="103"/>
                  </a:cubicBezTo>
                  <a:cubicBezTo>
                    <a:pt x="186" y="109"/>
                    <a:pt x="180" y="116"/>
                    <a:pt x="168" y="115"/>
                  </a:cubicBezTo>
                  <a:cubicBezTo>
                    <a:pt x="167" y="127"/>
                    <a:pt x="160" y="136"/>
                    <a:pt x="150" y="143"/>
                  </a:cubicBezTo>
                  <a:cubicBezTo>
                    <a:pt x="144" y="148"/>
                    <a:pt x="134" y="147"/>
                    <a:pt x="128" y="152"/>
                  </a:cubicBezTo>
                  <a:cubicBezTo>
                    <a:pt x="122" y="155"/>
                    <a:pt x="120" y="165"/>
                    <a:pt x="114" y="168"/>
                  </a:cubicBezTo>
                  <a:cubicBezTo>
                    <a:pt x="102" y="177"/>
                    <a:pt x="91" y="184"/>
                    <a:pt x="76" y="188"/>
                  </a:cubicBezTo>
                  <a:cubicBezTo>
                    <a:pt x="78" y="196"/>
                    <a:pt x="71" y="204"/>
                    <a:pt x="66" y="2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2" name="Freeform 53">
              <a:extLst>
                <a:ext uri="{FF2B5EF4-FFF2-40B4-BE49-F238E27FC236}">
                  <a16:creationId xmlns:a16="http://schemas.microsoft.com/office/drawing/2014/main" id="{B74B05FC-9761-416A-8133-AAF8EC8D8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664"/>
              <a:ext cx="60" cy="106"/>
            </a:xfrm>
            <a:custGeom>
              <a:avLst/>
              <a:gdLst>
                <a:gd name="T0" fmla="*/ 192 w 30"/>
                <a:gd name="T1" fmla="*/ 189 h 50"/>
                <a:gd name="T2" fmla="*/ 32 w 30"/>
                <a:gd name="T3" fmla="*/ 324 h 50"/>
                <a:gd name="T4" fmla="*/ 80 w 30"/>
                <a:gd name="T5" fmla="*/ 477 h 50"/>
                <a:gd name="T6" fmla="*/ 208 w 30"/>
                <a:gd name="T7" fmla="*/ 273 h 50"/>
                <a:gd name="T8" fmla="*/ 240 w 30"/>
                <a:gd name="T9" fmla="*/ 0 h 50"/>
                <a:gd name="T10" fmla="*/ 208 w 30"/>
                <a:gd name="T11" fmla="*/ 125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0">
                  <a:moveTo>
                    <a:pt x="24" y="20"/>
                  </a:moveTo>
                  <a:cubicBezTo>
                    <a:pt x="20" y="31"/>
                    <a:pt x="9" y="27"/>
                    <a:pt x="4" y="34"/>
                  </a:cubicBezTo>
                  <a:cubicBezTo>
                    <a:pt x="0" y="39"/>
                    <a:pt x="6" y="45"/>
                    <a:pt x="10" y="50"/>
                  </a:cubicBezTo>
                  <a:cubicBezTo>
                    <a:pt x="11" y="39"/>
                    <a:pt x="22" y="38"/>
                    <a:pt x="26" y="29"/>
                  </a:cubicBezTo>
                  <a:cubicBezTo>
                    <a:pt x="29" y="20"/>
                    <a:pt x="25" y="7"/>
                    <a:pt x="30" y="0"/>
                  </a:cubicBezTo>
                  <a:cubicBezTo>
                    <a:pt x="28" y="4"/>
                    <a:pt x="27" y="9"/>
                    <a:pt x="26" y="13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3" name="Freeform 54">
              <a:extLst>
                <a:ext uri="{FF2B5EF4-FFF2-40B4-BE49-F238E27FC236}">
                  <a16:creationId xmlns:a16="http://schemas.microsoft.com/office/drawing/2014/main" id="{C15FB8D0-95E0-4C03-8625-BC6312A38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821"/>
              <a:ext cx="70" cy="147"/>
            </a:xfrm>
            <a:custGeom>
              <a:avLst/>
              <a:gdLst>
                <a:gd name="T0" fmla="*/ 224 w 35"/>
                <a:gd name="T1" fmla="*/ 60 h 69"/>
                <a:gd name="T2" fmla="*/ 176 w 35"/>
                <a:gd name="T3" fmla="*/ 358 h 69"/>
                <a:gd name="T4" fmla="*/ 168 w 35"/>
                <a:gd name="T5" fmla="*/ 462 h 69"/>
                <a:gd name="T6" fmla="*/ 176 w 35"/>
                <a:gd name="T7" fmla="*/ 667 h 69"/>
                <a:gd name="T8" fmla="*/ 144 w 35"/>
                <a:gd name="T9" fmla="*/ 541 h 69"/>
                <a:gd name="T10" fmla="*/ 136 w 35"/>
                <a:gd name="T11" fmla="*/ 437 h 69"/>
                <a:gd name="T12" fmla="*/ 0 w 35"/>
                <a:gd name="T13" fmla="*/ 405 h 69"/>
                <a:gd name="T14" fmla="*/ 104 w 35"/>
                <a:gd name="T15" fmla="*/ 205 h 69"/>
                <a:gd name="T16" fmla="*/ 176 w 35"/>
                <a:gd name="T17" fmla="*/ 77 h 69"/>
                <a:gd name="T18" fmla="*/ 280 w 35"/>
                <a:gd name="T19" fmla="*/ 0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69">
                  <a:moveTo>
                    <a:pt x="28" y="6"/>
                  </a:moveTo>
                  <a:cubicBezTo>
                    <a:pt x="15" y="17"/>
                    <a:pt x="19" y="25"/>
                    <a:pt x="22" y="37"/>
                  </a:cubicBezTo>
                  <a:cubicBezTo>
                    <a:pt x="24" y="42"/>
                    <a:pt x="22" y="43"/>
                    <a:pt x="21" y="48"/>
                  </a:cubicBezTo>
                  <a:cubicBezTo>
                    <a:pt x="19" y="56"/>
                    <a:pt x="21" y="61"/>
                    <a:pt x="22" y="69"/>
                  </a:cubicBezTo>
                  <a:cubicBezTo>
                    <a:pt x="20" y="65"/>
                    <a:pt x="18" y="60"/>
                    <a:pt x="18" y="56"/>
                  </a:cubicBezTo>
                  <a:cubicBezTo>
                    <a:pt x="17" y="54"/>
                    <a:pt x="19" y="46"/>
                    <a:pt x="17" y="45"/>
                  </a:cubicBezTo>
                  <a:cubicBezTo>
                    <a:pt x="14" y="40"/>
                    <a:pt x="5" y="44"/>
                    <a:pt x="0" y="42"/>
                  </a:cubicBezTo>
                  <a:cubicBezTo>
                    <a:pt x="11" y="35"/>
                    <a:pt x="8" y="30"/>
                    <a:pt x="13" y="21"/>
                  </a:cubicBezTo>
                  <a:cubicBezTo>
                    <a:pt x="15" y="18"/>
                    <a:pt x="19" y="11"/>
                    <a:pt x="22" y="8"/>
                  </a:cubicBezTo>
                  <a:cubicBezTo>
                    <a:pt x="26" y="4"/>
                    <a:pt x="32" y="4"/>
                    <a:pt x="35" y="0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4" name="Freeform 55">
              <a:extLst>
                <a:ext uri="{FF2B5EF4-FFF2-40B4-BE49-F238E27FC236}">
                  <a16:creationId xmlns:a16="http://schemas.microsoft.com/office/drawing/2014/main" id="{AFED0A00-3D77-42CC-A8DD-2F2E3A565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536"/>
              <a:ext cx="90" cy="41"/>
            </a:xfrm>
            <a:custGeom>
              <a:avLst/>
              <a:gdLst>
                <a:gd name="T0" fmla="*/ 0 w 45"/>
                <a:gd name="T1" fmla="*/ 28 h 19"/>
                <a:gd name="T2" fmla="*/ 88 w 45"/>
                <a:gd name="T3" fmla="*/ 173 h 19"/>
                <a:gd name="T4" fmla="*/ 360 w 45"/>
                <a:gd name="T5" fmla="*/ 190 h 19"/>
                <a:gd name="T6" fmla="*/ 184 w 45"/>
                <a:gd name="T7" fmla="*/ 121 h 19"/>
                <a:gd name="T8" fmla="*/ 8 w 45"/>
                <a:gd name="T9" fmla="*/ 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9">
                  <a:moveTo>
                    <a:pt x="0" y="3"/>
                  </a:moveTo>
                  <a:cubicBezTo>
                    <a:pt x="4" y="9"/>
                    <a:pt x="9" y="10"/>
                    <a:pt x="11" y="17"/>
                  </a:cubicBezTo>
                  <a:cubicBezTo>
                    <a:pt x="20" y="14"/>
                    <a:pt x="37" y="14"/>
                    <a:pt x="45" y="19"/>
                  </a:cubicBezTo>
                  <a:cubicBezTo>
                    <a:pt x="39" y="11"/>
                    <a:pt x="31" y="14"/>
                    <a:pt x="23" y="12"/>
                  </a:cubicBezTo>
                  <a:cubicBezTo>
                    <a:pt x="14" y="10"/>
                    <a:pt x="11" y="0"/>
                    <a:pt x="1" y="1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5" name="Freeform 56">
              <a:extLst>
                <a:ext uri="{FF2B5EF4-FFF2-40B4-BE49-F238E27FC236}">
                  <a16:creationId xmlns:a16="http://schemas.microsoft.com/office/drawing/2014/main" id="{8F870F8F-93CF-45CE-A8CB-5419CD9B5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838"/>
              <a:ext cx="108" cy="141"/>
            </a:xfrm>
            <a:custGeom>
              <a:avLst/>
              <a:gdLst>
                <a:gd name="T0" fmla="*/ 344 w 54"/>
                <a:gd name="T1" fmla="*/ 28 h 66"/>
                <a:gd name="T2" fmla="*/ 432 w 54"/>
                <a:gd name="T3" fmla="*/ 310 h 66"/>
                <a:gd name="T4" fmla="*/ 192 w 54"/>
                <a:gd name="T5" fmla="*/ 410 h 66"/>
                <a:gd name="T6" fmla="*/ 96 w 54"/>
                <a:gd name="T7" fmla="*/ 489 h 66"/>
                <a:gd name="T8" fmla="*/ 0 w 54"/>
                <a:gd name="T9" fmla="*/ 643 h 66"/>
                <a:gd name="T10" fmla="*/ 56 w 54"/>
                <a:gd name="T11" fmla="*/ 429 h 66"/>
                <a:gd name="T12" fmla="*/ 216 w 54"/>
                <a:gd name="T13" fmla="*/ 301 h 66"/>
                <a:gd name="T14" fmla="*/ 256 w 54"/>
                <a:gd name="T15" fmla="*/ 233 h 66"/>
                <a:gd name="T16" fmla="*/ 320 w 54"/>
                <a:gd name="T17" fmla="*/ 197 h 66"/>
                <a:gd name="T18" fmla="*/ 352 w 54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66">
                  <a:moveTo>
                    <a:pt x="43" y="3"/>
                  </a:moveTo>
                  <a:cubicBezTo>
                    <a:pt x="44" y="14"/>
                    <a:pt x="52" y="22"/>
                    <a:pt x="54" y="32"/>
                  </a:cubicBezTo>
                  <a:cubicBezTo>
                    <a:pt x="39" y="31"/>
                    <a:pt x="34" y="29"/>
                    <a:pt x="24" y="42"/>
                  </a:cubicBezTo>
                  <a:cubicBezTo>
                    <a:pt x="19" y="48"/>
                    <a:pt x="19" y="47"/>
                    <a:pt x="12" y="50"/>
                  </a:cubicBezTo>
                  <a:cubicBezTo>
                    <a:pt x="5" y="53"/>
                    <a:pt x="0" y="59"/>
                    <a:pt x="0" y="66"/>
                  </a:cubicBezTo>
                  <a:cubicBezTo>
                    <a:pt x="3" y="59"/>
                    <a:pt x="0" y="50"/>
                    <a:pt x="7" y="44"/>
                  </a:cubicBezTo>
                  <a:cubicBezTo>
                    <a:pt x="12" y="39"/>
                    <a:pt x="22" y="37"/>
                    <a:pt x="27" y="31"/>
                  </a:cubicBezTo>
                  <a:cubicBezTo>
                    <a:pt x="29" y="29"/>
                    <a:pt x="31" y="26"/>
                    <a:pt x="32" y="24"/>
                  </a:cubicBezTo>
                  <a:cubicBezTo>
                    <a:pt x="34" y="23"/>
                    <a:pt x="40" y="21"/>
                    <a:pt x="40" y="20"/>
                  </a:cubicBezTo>
                  <a:cubicBezTo>
                    <a:pt x="45" y="14"/>
                    <a:pt x="36" y="6"/>
                    <a:pt x="44" y="0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6" name="Freeform 57">
              <a:extLst>
                <a:ext uri="{FF2B5EF4-FFF2-40B4-BE49-F238E27FC236}">
                  <a16:creationId xmlns:a16="http://schemas.microsoft.com/office/drawing/2014/main" id="{CAC05A30-DCE5-4C0F-831A-4D75DCE94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056"/>
              <a:ext cx="65" cy="95"/>
            </a:xfrm>
            <a:custGeom>
              <a:avLst/>
              <a:gdLst>
                <a:gd name="T0" fmla="*/ 197 w 33"/>
                <a:gd name="T1" fmla="*/ 49 h 45"/>
                <a:gd name="T2" fmla="*/ 136 w 33"/>
                <a:gd name="T3" fmla="*/ 236 h 45"/>
                <a:gd name="T4" fmla="*/ 16 w 33"/>
                <a:gd name="T5" fmla="*/ 424 h 45"/>
                <a:gd name="T6" fmla="*/ 93 w 33"/>
                <a:gd name="T7" fmla="*/ 177 h 45"/>
                <a:gd name="T8" fmla="*/ 136 w 33"/>
                <a:gd name="T9" fmla="*/ 57 h 45"/>
                <a:gd name="T10" fmla="*/ 252 w 33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5">
                  <a:moveTo>
                    <a:pt x="26" y="5"/>
                  </a:moveTo>
                  <a:cubicBezTo>
                    <a:pt x="15" y="11"/>
                    <a:pt x="22" y="18"/>
                    <a:pt x="18" y="25"/>
                  </a:cubicBezTo>
                  <a:cubicBezTo>
                    <a:pt x="14" y="32"/>
                    <a:pt x="0" y="34"/>
                    <a:pt x="2" y="45"/>
                  </a:cubicBezTo>
                  <a:cubicBezTo>
                    <a:pt x="3" y="33"/>
                    <a:pt x="8" y="29"/>
                    <a:pt x="12" y="19"/>
                  </a:cubicBezTo>
                  <a:cubicBezTo>
                    <a:pt x="14" y="13"/>
                    <a:pt x="12" y="10"/>
                    <a:pt x="18" y="6"/>
                  </a:cubicBezTo>
                  <a:cubicBezTo>
                    <a:pt x="23" y="3"/>
                    <a:pt x="28" y="5"/>
                    <a:pt x="33" y="0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7" name="Freeform 58">
              <a:extLst>
                <a:ext uri="{FF2B5EF4-FFF2-40B4-BE49-F238E27FC236}">
                  <a16:creationId xmlns:a16="http://schemas.microsoft.com/office/drawing/2014/main" id="{BE2D5372-868B-4984-A459-C39E72E14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860"/>
              <a:ext cx="63" cy="32"/>
            </a:xfrm>
            <a:custGeom>
              <a:avLst/>
              <a:gdLst>
                <a:gd name="T0" fmla="*/ 0 w 32"/>
                <a:gd name="T1" fmla="*/ 128 h 15"/>
                <a:gd name="T2" fmla="*/ 128 w 32"/>
                <a:gd name="T3" fmla="*/ 145 h 15"/>
                <a:gd name="T4" fmla="*/ 244 w 32"/>
                <a:gd name="T5" fmla="*/ 0 h 15"/>
                <a:gd name="T6" fmla="*/ 24 w 32"/>
                <a:gd name="T7" fmla="*/ 8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5">
                  <a:moveTo>
                    <a:pt x="0" y="13"/>
                  </a:moveTo>
                  <a:cubicBezTo>
                    <a:pt x="6" y="12"/>
                    <a:pt x="11" y="15"/>
                    <a:pt x="17" y="15"/>
                  </a:cubicBezTo>
                  <a:cubicBezTo>
                    <a:pt x="15" y="7"/>
                    <a:pt x="27" y="3"/>
                    <a:pt x="32" y="0"/>
                  </a:cubicBezTo>
                  <a:cubicBezTo>
                    <a:pt x="21" y="1"/>
                    <a:pt x="14" y="14"/>
                    <a:pt x="3" y="9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8" name="Freeform 59">
              <a:extLst>
                <a:ext uri="{FF2B5EF4-FFF2-40B4-BE49-F238E27FC236}">
                  <a16:creationId xmlns:a16="http://schemas.microsoft.com/office/drawing/2014/main" id="{CBE75774-E6A5-46BE-96C9-F06A3049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468"/>
              <a:ext cx="107" cy="98"/>
            </a:xfrm>
            <a:custGeom>
              <a:avLst/>
              <a:gdLst>
                <a:gd name="T0" fmla="*/ 287 w 54"/>
                <a:gd name="T1" fmla="*/ 164 h 46"/>
                <a:gd name="T2" fmla="*/ 95 w 54"/>
                <a:gd name="T3" fmla="*/ 426 h 46"/>
                <a:gd name="T4" fmla="*/ 157 w 54"/>
                <a:gd name="T5" fmla="*/ 117 h 46"/>
                <a:gd name="T6" fmla="*/ 295 w 54"/>
                <a:gd name="T7" fmla="*/ 77 h 46"/>
                <a:gd name="T8" fmla="*/ 420 w 54"/>
                <a:gd name="T9" fmla="*/ 19 h 46"/>
                <a:gd name="T10" fmla="*/ 295 w 54"/>
                <a:gd name="T11" fmla="*/ 164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46">
                  <a:moveTo>
                    <a:pt x="37" y="17"/>
                  </a:moveTo>
                  <a:cubicBezTo>
                    <a:pt x="22" y="19"/>
                    <a:pt x="8" y="28"/>
                    <a:pt x="12" y="44"/>
                  </a:cubicBezTo>
                  <a:cubicBezTo>
                    <a:pt x="0" y="46"/>
                    <a:pt x="15" y="16"/>
                    <a:pt x="20" y="12"/>
                  </a:cubicBezTo>
                  <a:cubicBezTo>
                    <a:pt x="26" y="8"/>
                    <a:pt x="31" y="10"/>
                    <a:pt x="38" y="8"/>
                  </a:cubicBezTo>
                  <a:cubicBezTo>
                    <a:pt x="43" y="6"/>
                    <a:pt x="46" y="0"/>
                    <a:pt x="54" y="2"/>
                  </a:cubicBezTo>
                  <a:cubicBezTo>
                    <a:pt x="47" y="6"/>
                    <a:pt x="41" y="11"/>
                    <a:pt x="38" y="17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9" name="Freeform 60">
              <a:extLst>
                <a:ext uri="{FF2B5EF4-FFF2-40B4-BE49-F238E27FC236}">
                  <a16:creationId xmlns:a16="http://schemas.microsoft.com/office/drawing/2014/main" id="{1506D3C3-5502-4C81-ABB1-9195DCBD1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496"/>
              <a:ext cx="34" cy="25"/>
            </a:xfrm>
            <a:custGeom>
              <a:avLst/>
              <a:gdLst>
                <a:gd name="T0" fmla="*/ 136 w 17"/>
                <a:gd name="T1" fmla="*/ 27 h 12"/>
                <a:gd name="T2" fmla="*/ 0 w 17"/>
                <a:gd name="T3" fmla="*/ 108 h 12"/>
                <a:gd name="T4" fmla="*/ 136 w 1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17" y="3"/>
                  </a:moveTo>
                  <a:cubicBezTo>
                    <a:pt x="9" y="5"/>
                    <a:pt x="6" y="8"/>
                    <a:pt x="0" y="12"/>
                  </a:cubicBezTo>
                  <a:cubicBezTo>
                    <a:pt x="3" y="3"/>
                    <a:pt x="9" y="3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0" name="Freeform 61">
              <a:extLst>
                <a:ext uri="{FF2B5EF4-FFF2-40B4-BE49-F238E27FC236}">
                  <a16:creationId xmlns:a16="http://schemas.microsoft.com/office/drawing/2014/main" id="{18AE697C-83A7-4C8C-AE1A-A8D39A16C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543"/>
              <a:ext cx="20" cy="21"/>
            </a:xfrm>
            <a:custGeom>
              <a:avLst/>
              <a:gdLst>
                <a:gd name="T0" fmla="*/ 0 w 10"/>
                <a:gd name="T1" fmla="*/ 17 h 10"/>
                <a:gd name="T2" fmla="*/ 72 w 10"/>
                <a:gd name="T3" fmla="*/ 92 h 10"/>
                <a:gd name="T4" fmla="*/ 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3" y="4"/>
                    <a:pt x="6" y="8"/>
                    <a:pt x="9" y="10"/>
                  </a:cubicBezTo>
                  <a:cubicBezTo>
                    <a:pt x="10" y="3"/>
                    <a:pt x="6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1" name="Freeform 62">
              <a:extLst>
                <a:ext uri="{FF2B5EF4-FFF2-40B4-BE49-F238E27FC236}">
                  <a16:creationId xmlns:a16="http://schemas.microsoft.com/office/drawing/2014/main" id="{595B6181-81AC-4F53-B811-ED1DCE89E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717"/>
              <a:ext cx="42" cy="41"/>
            </a:xfrm>
            <a:custGeom>
              <a:avLst/>
              <a:gdLst>
                <a:gd name="T0" fmla="*/ 152 w 21"/>
                <a:gd name="T1" fmla="*/ 9 h 19"/>
                <a:gd name="T2" fmla="*/ 64 w 21"/>
                <a:gd name="T3" fmla="*/ 190 h 19"/>
                <a:gd name="T4" fmla="*/ 168 w 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9" y="1"/>
                  </a:moveTo>
                  <a:cubicBezTo>
                    <a:pt x="17" y="6"/>
                    <a:pt x="0" y="11"/>
                    <a:pt x="8" y="19"/>
                  </a:cubicBezTo>
                  <a:cubicBezTo>
                    <a:pt x="9" y="10"/>
                    <a:pt x="15" y="7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2" name="Freeform 63">
              <a:extLst>
                <a:ext uri="{FF2B5EF4-FFF2-40B4-BE49-F238E27FC236}">
                  <a16:creationId xmlns:a16="http://schemas.microsoft.com/office/drawing/2014/main" id="{C4613916-91F5-472F-8042-1AC655184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862"/>
              <a:ext cx="20" cy="42"/>
            </a:xfrm>
            <a:custGeom>
              <a:avLst/>
              <a:gdLst>
                <a:gd name="T0" fmla="*/ 64 w 10"/>
                <a:gd name="T1" fmla="*/ 0 h 20"/>
                <a:gd name="T2" fmla="*/ 56 w 10"/>
                <a:gd name="T3" fmla="*/ 185 h 20"/>
                <a:gd name="T4" fmla="*/ 0 w 10"/>
                <a:gd name="T5" fmla="*/ 176 h 20"/>
                <a:gd name="T6" fmla="*/ 64 w 10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8" y="0"/>
                  </a:moveTo>
                  <a:cubicBezTo>
                    <a:pt x="5" y="7"/>
                    <a:pt x="10" y="14"/>
                    <a:pt x="7" y="20"/>
                  </a:cubicBezTo>
                  <a:cubicBezTo>
                    <a:pt x="5" y="19"/>
                    <a:pt x="3" y="18"/>
                    <a:pt x="0" y="19"/>
                  </a:cubicBezTo>
                  <a:cubicBezTo>
                    <a:pt x="7" y="15"/>
                    <a:pt x="2" y="5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3" name="Freeform 64">
              <a:extLst>
                <a:ext uri="{FF2B5EF4-FFF2-40B4-BE49-F238E27FC236}">
                  <a16:creationId xmlns:a16="http://schemas.microsoft.com/office/drawing/2014/main" id="{1E3F489B-FA59-422D-A70A-BCC729DA4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864"/>
              <a:ext cx="72" cy="68"/>
            </a:xfrm>
            <a:custGeom>
              <a:avLst/>
              <a:gdLst>
                <a:gd name="T0" fmla="*/ 0 w 36"/>
                <a:gd name="T1" fmla="*/ 308 h 32"/>
                <a:gd name="T2" fmla="*/ 96 w 36"/>
                <a:gd name="T3" fmla="*/ 230 h 32"/>
                <a:gd name="T4" fmla="*/ 152 w 36"/>
                <a:gd name="T5" fmla="*/ 136 h 32"/>
                <a:gd name="T6" fmla="*/ 264 w 36"/>
                <a:gd name="T7" fmla="*/ 0 h 32"/>
                <a:gd name="T8" fmla="*/ 288 w 36"/>
                <a:gd name="T9" fmla="*/ 85 h 32"/>
                <a:gd name="T10" fmla="*/ 216 w 36"/>
                <a:gd name="T11" fmla="*/ 128 h 32"/>
                <a:gd name="T12" fmla="*/ 168 w 36"/>
                <a:gd name="T13" fmla="*/ 181 h 32"/>
                <a:gd name="T14" fmla="*/ 112 w 36"/>
                <a:gd name="T15" fmla="*/ 249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2">
                  <a:moveTo>
                    <a:pt x="0" y="32"/>
                  </a:moveTo>
                  <a:cubicBezTo>
                    <a:pt x="3" y="29"/>
                    <a:pt x="8" y="27"/>
                    <a:pt x="12" y="24"/>
                  </a:cubicBezTo>
                  <a:cubicBezTo>
                    <a:pt x="15" y="21"/>
                    <a:pt x="16" y="18"/>
                    <a:pt x="19" y="14"/>
                  </a:cubicBezTo>
                  <a:cubicBezTo>
                    <a:pt x="24" y="6"/>
                    <a:pt x="35" y="13"/>
                    <a:pt x="33" y="0"/>
                  </a:cubicBezTo>
                  <a:cubicBezTo>
                    <a:pt x="33" y="2"/>
                    <a:pt x="36" y="7"/>
                    <a:pt x="36" y="9"/>
                  </a:cubicBezTo>
                  <a:cubicBezTo>
                    <a:pt x="34" y="14"/>
                    <a:pt x="30" y="11"/>
                    <a:pt x="27" y="13"/>
                  </a:cubicBezTo>
                  <a:cubicBezTo>
                    <a:pt x="24" y="14"/>
                    <a:pt x="23" y="16"/>
                    <a:pt x="21" y="19"/>
                  </a:cubicBezTo>
                  <a:cubicBezTo>
                    <a:pt x="19" y="22"/>
                    <a:pt x="16" y="24"/>
                    <a:pt x="1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4" name="Freeform 65">
              <a:extLst>
                <a:ext uri="{FF2B5EF4-FFF2-40B4-BE49-F238E27FC236}">
                  <a16:creationId xmlns:a16="http://schemas.microsoft.com/office/drawing/2014/main" id="{FF06000D-5B41-4DE8-9877-EC569D1E1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3077"/>
              <a:ext cx="18" cy="42"/>
            </a:xfrm>
            <a:custGeom>
              <a:avLst/>
              <a:gdLst>
                <a:gd name="T0" fmla="*/ 72 w 9"/>
                <a:gd name="T1" fmla="*/ 0 h 20"/>
                <a:gd name="T2" fmla="*/ 64 w 9"/>
                <a:gd name="T3" fmla="*/ 92 h 20"/>
                <a:gd name="T4" fmla="*/ 0 w 9"/>
                <a:gd name="T5" fmla="*/ 18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8" y="3"/>
                    <a:pt x="9" y="7"/>
                    <a:pt x="8" y="10"/>
                  </a:cubicBezTo>
                  <a:cubicBezTo>
                    <a:pt x="6" y="15"/>
                    <a:pt x="2" y="16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5" name="Freeform 66">
              <a:extLst>
                <a:ext uri="{FF2B5EF4-FFF2-40B4-BE49-F238E27FC236}">
                  <a16:creationId xmlns:a16="http://schemas.microsoft.com/office/drawing/2014/main" id="{03ED841C-431D-4C3D-949A-4F0802E64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128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32 w 40"/>
                <a:gd name="T3" fmla="*/ 49 h 32"/>
                <a:gd name="T4" fmla="*/ 8 w 40"/>
                <a:gd name="T5" fmla="*/ 164 h 32"/>
                <a:gd name="T6" fmla="*/ 216 w 40"/>
                <a:gd name="T7" fmla="*/ 257 h 32"/>
                <a:gd name="T8" fmla="*/ 280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7" y="1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6" name="Freeform 67">
              <a:extLst>
                <a:ext uri="{FF2B5EF4-FFF2-40B4-BE49-F238E27FC236}">
                  <a16:creationId xmlns:a16="http://schemas.microsoft.com/office/drawing/2014/main" id="{E22E423D-578D-4965-A886-D028B10F0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134"/>
              <a:ext cx="60" cy="56"/>
            </a:xfrm>
            <a:custGeom>
              <a:avLst/>
              <a:gdLst>
                <a:gd name="T0" fmla="*/ 208 w 30"/>
                <a:gd name="T1" fmla="*/ 28 h 26"/>
                <a:gd name="T2" fmla="*/ 168 w 30"/>
                <a:gd name="T3" fmla="*/ 0 h 26"/>
                <a:gd name="T4" fmla="*/ 192 w 30"/>
                <a:gd name="T5" fmla="*/ 28 h 26"/>
                <a:gd name="T6" fmla="*/ 128 w 30"/>
                <a:gd name="T7" fmla="*/ 233 h 26"/>
                <a:gd name="T8" fmla="*/ 0 w 30"/>
                <a:gd name="T9" fmla="*/ 233 h 26"/>
                <a:gd name="T10" fmla="*/ 136 w 30"/>
                <a:gd name="T11" fmla="*/ 241 h 26"/>
                <a:gd name="T12" fmla="*/ 208 w 30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26" y="3"/>
                  </a:moveTo>
                  <a:cubicBezTo>
                    <a:pt x="24" y="1"/>
                    <a:pt x="22" y="0"/>
                    <a:pt x="21" y="0"/>
                  </a:cubicBezTo>
                  <a:cubicBezTo>
                    <a:pt x="22" y="0"/>
                    <a:pt x="23" y="1"/>
                    <a:pt x="24" y="3"/>
                  </a:cubicBezTo>
                  <a:cubicBezTo>
                    <a:pt x="29" y="8"/>
                    <a:pt x="27" y="19"/>
                    <a:pt x="16" y="23"/>
                  </a:cubicBezTo>
                  <a:cubicBezTo>
                    <a:pt x="11" y="25"/>
                    <a:pt x="5" y="25"/>
                    <a:pt x="0" y="23"/>
                  </a:cubicBezTo>
                  <a:cubicBezTo>
                    <a:pt x="5" y="26"/>
                    <a:pt x="12" y="26"/>
                    <a:pt x="17" y="24"/>
                  </a:cubicBezTo>
                  <a:cubicBezTo>
                    <a:pt x="28" y="20"/>
                    <a:pt x="30" y="9"/>
                    <a:pt x="26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7" name="Freeform 68">
              <a:extLst>
                <a:ext uri="{FF2B5EF4-FFF2-40B4-BE49-F238E27FC236}">
                  <a16:creationId xmlns:a16="http://schemas.microsoft.com/office/drawing/2014/main" id="{A49D3339-7F3C-4D46-A7FD-F4A7CDA0B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130"/>
              <a:ext cx="58" cy="55"/>
            </a:xfrm>
            <a:custGeom>
              <a:avLst/>
              <a:gdLst>
                <a:gd name="T0" fmla="*/ 16 w 29"/>
                <a:gd name="T1" fmla="*/ 152 h 26"/>
                <a:gd name="T2" fmla="*/ 40 w 29"/>
                <a:gd name="T3" fmla="*/ 49 h 26"/>
                <a:gd name="T4" fmla="*/ 136 w 29"/>
                <a:gd name="T5" fmla="*/ 8 h 26"/>
                <a:gd name="T6" fmla="*/ 232 w 29"/>
                <a:gd name="T7" fmla="*/ 17 h 26"/>
                <a:gd name="T8" fmla="*/ 120 w 29"/>
                <a:gd name="T9" fmla="*/ 0 h 26"/>
                <a:gd name="T10" fmla="*/ 32 w 29"/>
                <a:gd name="T11" fmla="*/ 49 h 26"/>
                <a:gd name="T12" fmla="*/ 8 w 29"/>
                <a:gd name="T13" fmla="*/ 144 h 26"/>
                <a:gd name="T14" fmla="*/ 80 w 29"/>
                <a:gd name="T15" fmla="*/ 245 h 26"/>
                <a:gd name="T16" fmla="*/ 16 w 29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2" y="0"/>
                    <a:pt x="26" y="1"/>
                    <a:pt x="29" y="2"/>
                  </a:cubicBezTo>
                  <a:cubicBezTo>
                    <a:pt x="26" y="0"/>
                    <a:pt x="22" y="0"/>
                    <a:pt x="15" y="0"/>
                  </a:cubicBezTo>
                  <a:cubicBezTo>
                    <a:pt x="11" y="0"/>
                    <a:pt x="7" y="1"/>
                    <a:pt x="4" y="5"/>
                  </a:cubicBezTo>
                  <a:cubicBezTo>
                    <a:pt x="2" y="8"/>
                    <a:pt x="0" y="11"/>
                    <a:pt x="1" y="15"/>
                  </a:cubicBezTo>
                  <a:cubicBezTo>
                    <a:pt x="1" y="20"/>
                    <a:pt x="5" y="24"/>
                    <a:pt x="10" y="26"/>
                  </a:cubicBezTo>
                  <a:cubicBezTo>
                    <a:pt x="6" y="24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8" name="Freeform 69">
              <a:extLst>
                <a:ext uri="{FF2B5EF4-FFF2-40B4-BE49-F238E27FC236}">
                  <a16:creationId xmlns:a16="http://schemas.microsoft.com/office/drawing/2014/main" id="{A9CF0CEB-03DD-4C01-846E-C3399B758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139"/>
              <a:ext cx="52" cy="34"/>
            </a:xfrm>
            <a:custGeom>
              <a:avLst/>
              <a:gdLst>
                <a:gd name="T0" fmla="*/ 152 w 26"/>
                <a:gd name="T1" fmla="*/ 28 h 16"/>
                <a:gd name="T2" fmla="*/ 88 w 26"/>
                <a:gd name="T3" fmla="*/ 153 h 16"/>
                <a:gd name="T4" fmla="*/ 16 w 26"/>
                <a:gd name="T5" fmla="*/ 49 h 16"/>
                <a:gd name="T6" fmla="*/ 152 w 26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9" y="3"/>
                  </a:moveTo>
                  <a:cubicBezTo>
                    <a:pt x="26" y="7"/>
                    <a:pt x="22" y="16"/>
                    <a:pt x="11" y="16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4" y="1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9" name="Freeform 70">
              <a:extLst>
                <a:ext uri="{FF2B5EF4-FFF2-40B4-BE49-F238E27FC236}">
                  <a16:creationId xmlns:a16="http://schemas.microsoft.com/office/drawing/2014/main" id="{1517C59C-FB50-48A9-85C3-D71F55F8F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3151"/>
              <a:ext cx="46" cy="22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88 h 10"/>
                <a:gd name="T4" fmla="*/ 0 w 23"/>
                <a:gd name="T5" fmla="*/ 44 h 10"/>
                <a:gd name="T6" fmla="*/ 80 w 23"/>
                <a:gd name="T7" fmla="*/ 106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8"/>
                    <a:pt x="10" y="8"/>
                  </a:cubicBezTo>
                  <a:cubicBezTo>
                    <a:pt x="4" y="8"/>
                    <a:pt x="2" y="6"/>
                    <a:pt x="0" y="4"/>
                  </a:cubicBezTo>
                  <a:cubicBezTo>
                    <a:pt x="1" y="7"/>
                    <a:pt x="4" y="9"/>
                    <a:pt x="10" y="10"/>
                  </a:cubicBezTo>
                  <a:cubicBezTo>
                    <a:pt x="18" y="10"/>
                    <a:pt x="23" y="4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0" name="Freeform 71">
              <a:extLst>
                <a:ext uri="{FF2B5EF4-FFF2-40B4-BE49-F238E27FC236}">
                  <a16:creationId xmlns:a16="http://schemas.microsoft.com/office/drawing/2014/main" id="{094B12DE-F824-41F4-BBA4-B4563F48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3139"/>
              <a:ext cx="24" cy="6"/>
            </a:xfrm>
            <a:custGeom>
              <a:avLst/>
              <a:gdLst>
                <a:gd name="T0" fmla="*/ 96 w 12"/>
                <a:gd name="T1" fmla="*/ 8 h 3"/>
                <a:gd name="T2" fmla="*/ 0 w 12"/>
                <a:gd name="T3" fmla="*/ 24 h 3"/>
                <a:gd name="T4" fmla="*/ 96 w 1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2" y="2"/>
                    <a:pt x="0" y="3"/>
                  </a:cubicBezTo>
                  <a:cubicBezTo>
                    <a:pt x="3" y="3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1" name="Freeform 72">
              <a:extLst>
                <a:ext uri="{FF2B5EF4-FFF2-40B4-BE49-F238E27FC236}">
                  <a16:creationId xmlns:a16="http://schemas.microsoft.com/office/drawing/2014/main" id="{EC191AB6-2F4D-4C9B-A94B-89877CF6C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3160"/>
              <a:ext cx="34" cy="19"/>
            </a:xfrm>
            <a:custGeom>
              <a:avLst/>
              <a:gdLst>
                <a:gd name="T0" fmla="*/ 0 w 17"/>
                <a:gd name="T1" fmla="*/ 49 h 9"/>
                <a:gd name="T2" fmla="*/ 136 w 17"/>
                <a:gd name="T3" fmla="*/ 0 h 9"/>
                <a:gd name="T4" fmla="*/ 0 w 17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3" y="6"/>
                    <a:pt x="13" y="7"/>
                    <a:pt x="17" y="0"/>
                  </a:cubicBezTo>
                  <a:cubicBezTo>
                    <a:pt x="16" y="4"/>
                    <a:pt x="9" y="9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2" name="Freeform 73">
              <a:extLst>
                <a:ext uri="{FF2B5EF4-FFF2-40B4-BE49-F238E27FC236}">
                  <a16:creationId xmlns:a16="http://schemas.microsoft.com/office/drawing/2014/main" id="{6CDD02D5-AE21-4E15-B393-37857F0E9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128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32 w 40"/>
                <a:gd name="T3" fmla="*/ 49 h 32"/>
                <a:gd name="T4" fmla="*/ 8 w 40"/>
                <a:gd name="T5" fmla="*/ 164 h 32"/>
                <a:gd name="T6" fmla="*/ 216 w 40"/>
                <a:gd name="T7" fmla="*/ 257 h 32"/>
                <a:gd name="T8" fmla="*/ 280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7" y="1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3" name="Freeform 74">
              <a:extLst>
                <a:ext uri="{FF2B5EF4-FFF2-40B4-BE49-F238E27FC236}">
                  <a16:creationId xmlns:a16="http://schemas.microsoft.com/office/drawing/2014/main" id="{389C18FC-87FF-48BA-B0E9-1EAAEF82D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3145"/>
              <a:ext cx="44" cy="28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0 h 13"/>
                <a:gd name="T4" fmla="*/ 80 w 22"/>
                <a:gd name="T5" fmla="*/ 121 h 13"/>
                <a:gd name="T6" fmla="*/ 8 w 22"/>
                <a:gd name="T7" fmla="*/ 80 h 13"/>
                <a:gd name="T8" fmla="*/ 8 w 22"/>
                <a:gd name="T9" fmla="*/ 19 h 13"/>
                <a:gd name="T10" fmla="*/ 8 w 22"/>
                <a:gd name="T11" fmla="*/ 19 h 13"/>
                <a:gd name="T12" fmla="*/ 8 w 22"/>
                <a:gd name="T13" fmla="*/ 88 h 13"/>
                <a:gd name="T14" fmla="*/ 80 w 22"/>
                <a:gd name="T15" fmla="*/ 129 h 13"/>
                <a:gd name="T16" fmla="*/ 168 w 22"/>
                <a:gd name="T17" fmla="*/ 60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1"/>
                    <a:pt x="22" y="4"/>
                    <a:pt x="21" y="6"/>
                  </a:cubicBezTo>
                  <a:cubicBezTo>
                    <a:pt x="20" y="9"/>
                    <a:pt x="17" y="12"/>
                    <a:pt x="10" y="12"/>
                  </a:cubicBezTo>
                  <a:cubicBezTo>
                    <a:pt x="5" y="12"/>
                    <a:pt x="2" y="10"/>
                    <a:pt x="1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4"/>
                    <a:pt x="0" y="6"/>
                    <a:pt x="1" y="9"/>
                  </a:cubicBezTo>
                  <a:cubicBezTo>
                    <a:pt x="2" y="10"/>
                    <a:pt x="4" y="13"/>
                    <a:pt x="10" y="13"/>
                  </a:cubicBezTo>
                  <a:cubicBezTo>
                    <a:pt x="17" y="13"/>
                    <a:pt x="21" y="9"/>
                    <a:pt x="21" y="6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4" name="Freeform 75">
              <a:extLst>
                <a:ext uri="{FF2B5EF4-FFF2-40B4-BE49-F238E27FC236}">
                  <a16:creationId xmlns:a16="http://schemas.microsoft.com/office/drawing/2014/main" id="{6C19BC9A-31E8-4A3E-B251-5ED1B33A0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019"/>
              <a:ext cx="90" cy="85"/>
            </a:xfrm>
            <a:custGeom>
              <a:avLst/>
              <a:gdLst>
                <a:gd name="T0" fmla="*/ 256 w 45"/>
                <a:gd name="T1" fmla="*/ 325 h 40"/>
                <a:gd name="T2" fmla="*/ 296 w 45"/>
                <a:gd name="T3" fmla="*/ 104 h 40"/>
                <a:gd name="T4" fmla="*/ 72 w 45"/>
                <a:gd name="T5" fmla="*/ 77 h 40"/>
                <a:gd name="T6" fmla="*/ 256 w 45"/>
                <a:gd name="T7" fmla="*/ 32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0">
                  <a:moveTo>
                    <a:pt x="32" y="34"/>
                  </a:moveTo>
                  <a:cubicBezTo>
                    <a:pt x="42" y="31"/>
                    <a:pt x="45" y="20"/>
                    <a:pt x="37" y="11"/>
                  </a:cubicBezTo>
                  <a:cubicBezTo>
                    <a:pt x="29" y="2"/>
                    <a:pt x="18" y="0"/>
                    <a:pt x="9" y="8"/>
                  </a:cubicBezTo>
                  <a:cubicBezTo>
                    <a:pt x="0" y="17"/>
                    <a:pt x="13" y="40"/>
                    <a:pt x="32" y="3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5" name="Freeform 76">
              <a:extLst>
                <a:ext uri="{FF2B5EF4-FFF2-40B4-BE49-F238E27FC236}">
                  <a16:creationId xmlns:a16="http://schemas.microsoft.com/office/drawing/2014/main" id="{79FEA0B3-77F3-4530-9748-59B9405D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3053"/>
              <a:ext cx="70" cy="45"/>
            </a:xfrm>
            <a:custGeom>
              <a:avLst/>
              <a:gdLst>
                <a:gd name="T0" fmla="*/ 256 w 35"/>
                <a:gd name="T1" fmla="*/ 0 h 21"/>
                <a:gd name="T2" fmla="*/ 184 w 35"/>
                <a:gd name="T3" fmla="*/ 156 h 21"/>
                <a:gd name="T4" fmla="*/ 0 w 35"/>
                <a:gd name="T5" fmla="*/ 51 h 21"/>
                <a:gd name="T6" fmla="*/ 184 w 35"/>
                <a:gd name="T7" fmla="*/ 165 h 21"/>
                <a:gd name="T8" fmla="*/ 256 w 3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1">
                  <a:moveTo>
                    <a:pt x="32" y="0"/>
                  </a:moveTo>
                  <a:cubicBezTo>
                    <a:pt x="34" y="7"/>
                    <a:pt x="30" y="14"/>
                    <a:pt x="23" y="16"/>
                  </a:cubicBezTo>
                  <a:cubicBezTo>
                    <a:pt x="12" y="19"/>
                    <a:pt x="3" y="12"/>
                    <a:pt x="0" y="5"/>
                  </a:cubicBezTo>
                  <a:cubicBezTo>
                    <a:pt x="3" y="13"/>
                    <a:pt x="12" y="21"/>
                    <a:pt x="23" y="17"/>
                  </a:cubicBezTo>
                  <a:cubicBezTo>
                    <a:pt x="31" y="15"/>
                    <a:pt x="35" y="8"/>
                    <a:pt x="32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6" name="Freeform 77">
              <a:extLst>
                <a:ext uri="{FF2B5EF4-FFF2-40B4-BE49-F238E27FC236}">
                  <a16:creationId xmlns:a16="http://schemas.microsoft.com/office/drawing/2014/main" id="{44FDD583-045A-48AC-AA0E-8BB2A2701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022"/>
              <a:ext cx="60" cy="46"/>
            </a:xfrm>
            <a:custGeom>
              <a:avLst/>
              <a:gdLst>
                <a:gd name="T0" fmla="*/ 16 w 30"/>
                <a:gd name="T1" fmla="*/ 184 h 22"/>
                <a:gd name="T2" fmla="*/ 32 w 30"/>
                <a:gd name="T3" fmla="*/ 84 h 22"/>
                <a:gd name="T4" fmla="*/ 232 w 30"/>
                <a:gd name="T5" fmla="*/ 84 h 22"/>
                <a:gd name="T6" fmla="*/ 232 w 30"/>
                <a:gd name="T7" fmla="*/ 84 h 22"/>
                <a:gd name="T8" fmla="*/ 32 w 30"/>
                <a:gd name="T9" fmla="*/ 75 h 22"/>
                <a:gd name="T10" fmla="*/ 16 w 30"/>
                <a:gd name="T11" fmla="*/ 184 h 22"/>
                <a:gd name="T12" fmla="*/ 16 w 30"/>
                <a:gd name="T13" fmla="*/ 18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2">
                  <a:moveTo>
                    <a:pt x="2" y="20"/>
                  </a:moveTo>
                  <a:cubicBezTo>
                    <a:pt x="1" y="16"/>
                    <a:pt x="2" y="12"/>
                    <a:pt x="4" y="9"/>
                  </a:cubicBezTo>
                  <a:cubicBezTo>
                    <a:pt x="12" y="2"/>
                    <a:pt x="22" y="2"/>
                    <a:pt x="29" y="9"/>
                  </a:cubicBezTo>
                  <a:cubicBezTo>
                    <a:pt x="30" y="9"/>
                    <a:pt x="29" y="9"/>
                    <a:pt x="29" y="9"/>
                  </a:cubicBezTo>
                  <a:cubicBezTo>
                    <a:pt x="21" y="1"/>
                    <a:pt x="11" y="0"/>
                    <a:pt x="4" y="8"/>
                  </a:cubicBezTo>
                  <a:cubicBezTo>
                    <a:pt x="0" y="11"/>
                    <a:pt x="0" y="16"/>
                    <a:pt x="2" y="20"/>
                  </a:cubicBezTo>
                  <a:cubicBezTo>
                    <a:pt x="3" y="22"/>
                    <a:pt x="3" y="22"/>
                    <a:pt x="2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7" name="Freeform 78">
              <a:extLst>
                <a:ext uri="{FF2B5EF4-FFF2-40B4-BE49-F238E27FC236}">
                  <a16:creationId xmlns:a16="http://schemas.microsoft.com/office/drawing/2014/main" id="{5B90F2F3-27D7-44F9-9E6C-5C73EED12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3032"/>
              <a:ext cx="54" cy="47"/>
            </a:xfrm>
            <a:custGeom>
              <a:avLst/>
              <a:gdLst>
                <a:gd name="T0" fmla="*/ 24 w 27"/>
                <a:gd name="T1" fmla="*/ 68 h 22"/>
                <a:gd name="T2" fmla="*/ 128 w 27"/>
                <a:gd name="T3" fmla="*/ 205 h 22"/>
                <a:gd name="T4" fmla="*/ 168 w 27"/>
                <a:gd name="T5" fmla="*/ 68 h 22"/>
                <a:gd name="T6" fmla="*/ 24 w 27"/>
                <a:gd name="T7" fmla="*/ 6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2">
                  <a:moveTo>
                    <a:pt x="3" y="7"/>
                  </a:moveTo>
                  <a:cubicBezTo>
                    <a:pt x="0" y="14"/>
                    <a:pt x="9" y="22"/>
                    <a:pt x="16" y="21"/>
                  </a:cubicBezTo>
                  <a:cubicBezTo>
                    <a:pt x="23" y="21"/>
                    <a:pt x="27" y="11"/>
                    <a:pt x="21" y="7"/>
                  </a:cubicBezTo>
                  <a:cubicBezTo>
                    <a:pt x="13" y="0"/>
                    <a:pt x="6" y="1"/>
                    <a:pt x="3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8" name="Freeform 79">
              <a:extLst>
                <a:ext uri="{FF2B5EF4-FFF2-40B4-BE49-F238E27FC236}">
                  <a16:creationId xmlns:a16="http://schemas.microsoft.com/office/drawing/2014/main" id="{DCB51B76-CBD7-4518-A088-349774365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051"/>
              <a:ext cx="46" cy="28"/>
            </a:xfrm>
            <a:custGeom>
              <a:avLst/>
              <a:gdLst>
                <a:gd name="T0" fmla="*/ 160 w 23"/>
                <a:gd name="T1" fmla="*/ 0 h 13"/>
                <a:gd name="T2" fmla="*/ 96 w 23"/>
                <a:gd name="T3" fmla="*/ 112 h 13"/>
                <a:gd name="T4" fmla="*/ 0 w 23"/>
                <a:gd name="T5" fmla="*/ 28 h 13"/>
                <a:gd name="T6" fmla="*/ 104 w 23"/>
                <a:gd name="T7" fmla="*/ 121 h 13"/>
                <a:gd name="T8" fmla="*/ 160 w 2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20" y="0"/>
                  </a:moveTo>
                  <a:cubicBezTo>
                    <a:pt x="21" y="5"/>
                    <a:pt x="17" y="10"/>
                    <a:pt x="12" y="11"/>
                  </a:cubicBezTo>
                  <a:cubicBezTo>
                    <a:pt x="7" y="11"/>
                    <a:pt x="2" y="7"/>
                    <a:pt x="0" y="3"/>
                  </a:cubicBezTo>
                  <a:cubicBezTo>
                    <a:pt x="1" y="8"/>
                    <a:pt x="7" y="13"/>
                    <a:pt x="13" y="12"/>
                  </a:cubicBezTo>
                  <a:cubicBezTo>
                    <a:pt x="19" y="12"/>
                    <a:pt x="23" y="5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9" name="Freeform 80">
              <a:extLst>
                <a:ext uri="{FF2B5EF4-FFF2-40B4-BE49-F238E27FC236}">
                  <a16:creationId xmlns:a16="http://schemas.microsoft.com/office/drawing/2014/main" id="{6AC162EF-31DC-4B40-88F3-BA0758054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034"/>
              <a:ext cx="24" cy="7"/>
            </a:xfrm>
            <a:custGeom>
              <a:avLst/>
              <a:gdLst>
                <a:gd name="T0" fmla="*/ 96 w 12"/>
                <a:gd name="T1" fmla="*/ 37 h 3"/>
                <a:gd name="T2" fmla="*/ 0 w 12"/>
                <a:gd name="T3" fmla="*/ 37 h 3"/>
                <a:gd name="T4" fmla="*/ 96 w 12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3"/>
                  </a:moveTo>
                  <a:cubicBezTo>
                    <a:pt x="8" y="1"/>
                    <a:pt x="3" y="0"/>
                    <a:pt x="0" y="3"/>
                  </a:cubicBezTo>
                  <a:cubicBezTo>
                    <a:pt x="3" y="2"/>
                    <a:pt x="7" y="1"/>
                    <a:pt x="12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0" name="Freeform 81">
              <a:extLst>
                <a:ext uri="{FF2B5EF4-FFF2-40B4-BE49-F238E27FC236}">
                  <a16:creationId xmlns:a16="http://schemas.microsoft.com/office/drawing/2014/main" id="{FD5A7639-AF8C-4BCB-8815-37DBCCE72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064"/>
              <a:ext cx="36" cy="26"/>
            </a:xfrm>
            <a:custGeom>
              <a:avLst/>
              <a:gdLst>
                <a:gd name="T0" fmla="*/ 144 w 18"/>
                <a:gd name="T1" fmla="*/ 0 h 12"/>
                <a:gd name="T2" fmla="*/ 0 w 18"/>
                <a:gd name="T3" fmla="*/ 33 h 12"/>
                <a:gd name="T4" fmla="*/ 144 w 1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6" y="4"/>
                    <a:pt x="10" y="12"/>
                    <a:pt x="0" y="3"/>
                  </a:cubicBezTo>
                  <a:cubicBezTo>
                    <a:pt x="4" y="7"/>
                    <a:pt x="12" y="12"/>
                    <a:pt x="1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1" name="Freeform 82">
              <a:extLst>
                <a:ext uri="{FF2B5EF4-FFF2-40B4-BE49-F238E27FC236}">
                  <a16:creationId xmlns:a16="http://schemas.microsoft.com/office/drawing/2014/main" id="{29FF7EC2-B1F1-4565-BFE0-62AFD00F8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019"/>
              <a:ext cx="90" cy="85"/>
            </a:xfrm>
            <a:custGeom>
              <a:avLst/>
              <a:gdLst>
                <a:gd name="T0" fmla="*/ 256 w 45"/>
                <a:gd name="T1" fmla="*/ 325 h 40"/>
                <a:gd name="T2" fmla="*/ 296 w 45"/>
                <a:gd name="T3" fmla="*/ 104 h 40"/>
                <a:gd name="T4" fmla="*/ 72 w 45"/>
                <a:gd name="T5" fmla="*/ 77 h 40"/>
                <a:gd name="T6" fmla="*/ 256 w 45"/>
                <a:gd name="T7" fmla="*/ 32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0">
                  <a:moveTo>
                    <a:pt x="32" y="34"/>
                  </a:moveTo>
                  <a:cubicBezTo>
                    <a:pt x="42" y="31"/>
                    <a:pt x="45" y="20"/>
                    <a:pt x="37" y="11"/>
                  </a:cubicBezTo>
                  <a:cubicBezTo>
                    <a:pt x="29" y="2"/>
                    <a:pt x="18" y="0"/>
                    <a:pt x="9" y="8"/>
                  </a:cubicBezTo>
                  <a:cubicBezTo>
                    <a:pt x="0" y="17"/>
                    <a:pt x="13" y="40"/>
                    <a:pt x="32" y="34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2" name="Freeform 83">
              <a:extLst>
                <a:ext uri="{FF2B5EF4-FFF2-40B4-BE49-F238E27FC236}">
                  <a16:creationId xmlns:a16="http://schemas.microsoft.com/office/drawing/2014/main" id="{348730C5-C861-4DE5-B939-585C5271C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047"/>
              <a:ext cx="46" cy="32"/>
            </a:xfrm>
            <a:custGeom>
              <a:avLst/>
              <a:gdLst>
                <a:gd name="T0" fmla="*/ 152 w 23"/>
                <a:gd name="T1" fmla="*/ 0 h 15"/>
                <a:gd name="T2" fmla="*/ 168 w 23"/>
                <a:gd name="T3" fmla="*/ 77 h 15"/>
                <a:gd name="T4" fmla="*/ 112 w 23"/>
                <a:gd name="T5" fmla="*/ 137 h 15"/>
                <a:gd name="T6" fmla="*/ 24 w 23"/>
                <a:gd name="T7" fmla="*/ 96 h 15"/>
                <a:gd name="T8" fmla="*/ 8 w 23"/>
                <a:gd name="T9" fmla="*/ 0 h 15"/>
                <a:gd name="T10" fmla="*/ 8 w 23"/>
                <a:gd name="T11" fmla="*/ 0 h 15"/>
                <a:gd name="T12" fmla="*/ 24 w 23"/>
                <a:gd name="T13" fmla="*/ 96 h 15"/>
                <a:gd name="T14" fmla="*/ 112 w 23"/>
                <a:gd name="T15" fmla="*/ 145 h 15"/>
                <a:gd name="T16" fmla="*/ 176 w 23"/>
                <a:gd name="T17" fmla="*/ 77 h 15"/>
                <a:gd name="T18" fmla="*/ 152 w 23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5">
                  <a:moveTo>
                    <a:pt x="19" y="0"/>
                  </a:moveTo>
                  <a:cubicBezTo>
                    <a:pt x="22" y="1"/>
                    <a:pt x="22" y="5"/>
                    <a:pt x="21" y="8"/>
                  </a:cubicBezTo>
                  <a:cubicBezTo>
                    <a:pt x="20" y="11"/>
                    <a:pt x="17" y="14"/>
                    <a:pt x="14" y="14"/>
                  </a:cubicBezTo>
                  <a:cubicBezTo>
                    <a:pt x="10" y="15"/>
                    <a:pt x="6" y="13"/>
                    <a:pt x="3" y="10"/>
                  </a:cubicBezTo>
                  <a:cubicBezTo>
                    <a:pt x="1" y="7"/>
                    <a:pt x="0" y="3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7"/>
                    <a:pt x="3" y="10"/>
                  </a:cubicBezTo>
                  <a:cubicBezTo>
                    <a:pt x="6" y="13"/>
                    <a:pt x="10" y="15"/>
                    <a:pt x="14" y="15"/>
                  </a:cubicBezTo>
                  <a:cubicBezTo>
                    <a:pt x="17" y="14"/>
                    <a:pt x="20" y="12"/>
                    <a:pt x="22" y="8"/>
                  </a:cubicBezTo>
                  <a:cubicBezTo>
                    <a:pt x="23" y="5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3" name="Freeform 84">
              <a:extLst>
                <a:ext uri="{FF2B5EF4-FFF2-40B4-BE49-F238E27FC236}">
                  <a16:creationId xmlns:a16="http://schemas.microsoft.com/office/drawing/2014/main" id="{AFD45609-4035-460A-B4C9-413506138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2743"/>
              <a:ext cx="90" cy="104"/>
            </a:xfrm>
            <a:custGeom>
              <a:avLst/>
              <a:gdLst>
                <a:gd name="T0" fmla="*/ 48 w 45"/>
                <a:gd name="T1" fmla="*/ 136 h 49"/>
                <a:gd name="T2" fmla="*/ 8 w 45"/>
                <a:gd name="T3" fmla="*/ 289 h 49"/>
                <a:gd name="T4" fmla="*/ 80 w 45"/>
                <a:gd name="T5" fmla="*/ 410 h 49"/>
                <a:gd name="T6" fmla="*/ 328 w 45"/>
                <a:gd name="T7" fmla="*/ 248 h 49"/>
                <a:gd name="T8" fmla="*/ 208 w 45"/>
                <a:gd name="T9" fmla="*/ 0 h 49"/>
                <a:gd name="T10" fmla="*/ 48 w 45"/>
                <a:gd name="T11" fmla="*/ 13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9">
                  <a:moveTo>
                    <a:pt x="6" y="14"/>
                  </a:moveTo>
                  <a:cubicBezTo>
                    <a:pt x="2" y="20"/>
                    <a:pt x="0" y="25"/>
                    <a:pt x="1" y="30"/>
                  </a:cubicBezTo>
                  <a:cubicBezTo>
                    <a:pt x="2" y="35"/>
                    <a:pt x="5" y="40"/>
                    <a:pt x="10" y="43"/>
                  </a:cubicBezTo>
                  <a:cubicBezTo>
                    <a:pt x="21" y="49"/>
                    <a:pt x="37" y="41"/>
                    <a:pt x="41" y="26"/>
                  </a:cubicBezTo>
                  <a:cubicBezTo>
                    <a:pt x="45" y="11"/>
                    <a:pt x="36" y="0"/>
                    <a:pt x="26" y="0"/>
                  </a:cubicBezTo>
                  <a:cubicBezTo>
                    <a:pt x="17" y="1"/>
                    <a:pt x="14" y="4"/>
                    <a:pt x="6" y="1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4" name="Freeform 85">
              <a:extLst>
                <a:ext uri="{FF2B5EF4-FFF2-40B4-BE49-F238E27FC236}">
                  <a16:creationId xmlns:a16="http://schemas.microsoft.com/office/drawing/2014/main" id="{A42343CD-97E0-4ACE-8B48-0D30D831D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745"/>
              <a:ext cx="50" cy="87"/>
            </a:xfrm>
            <a:custGeom>
              <a:avLst/>
              <a:gdLst>
                <a:gd name="T0" fmla="*/ 56 w 25"/>
                <a:gd name="T1" fmla="*/ 0 h 41"/>
                <a:gd name="T2" fmla="*/ 0 w 25"/>
                <a:gd name="T3" fmla="*/ 17 h 41"/>
                <a:gd name="T4" fmla="*/ 48 w 25"/>
                <a:gd name="T5" fmla="*/ 8 h 41"/>
                <a:gd name="T6" fmla="*/ 160 w 25"/>
                <a:gd name="T7" fmla="*/ 238 h 41"/>
                <a:gd name="T8" fmla="*/ 56 w 25"/>
                <a:gd name="T9" fmla="*/ 393 h 41"/>
                <a:gd name="T10" fmla="*/ 168 w 25"/>
                <a:gd name="T11" fmla="*/ 238 h 41"/>
                <a:gd name="T12" fmla="*/ 56 w 25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1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1" y="1"/>
                    <a:pt x="3" y="1"/>
                    <a:pt x="6" y="1"/>
                  </a:cubicBezTo>
                  <a:cubicBezTo>
                    <a:pt x="15" y="1"/>
                    <a:pt x="24" y="11"/>
                    <a:pt x="20" y="25"/>
                  </a:cubicBezTo>
                  <a:cubicBezTo>
                    <a:pt x="18" y="33"/>
                    <a:pt x="13" y="38"/>
                    <a:pt x="7" y="41"/>
                  </a:cubicBezTo>
                  <a:cubicBezTo>
                    <a:pt x="13" y="38"/>
                    <a:pt x="19" y="32"/>
                    <a:pt x="21" y="25"/>
                  </a:cubicBezTo>
                  <a:cubicBezTo>
                    <a:pt x="25" y="11"/>
                    <a:pt x="16" y="0"/>
                    <a:pt x="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5" name="Freeform 86">
              <a:extLst>
                <a:ext uri="{FF2B5EF4-FFF2-40B4-BE49-F238E27FC236}">
                  <a16:creationId xmlns:a16="http://schemas.microsoft.com/office/drawing/2014/main" id="{02C6619B-29BB-4A97-9F23-E52C45CBA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2749"/>
              <a:ext cx="54" cy="89"/>
            </a:xfrm>
            <a:custGeom>
              <a:avLst/>
              <a:gdLst>
                <a:gd name="T0" fmla="*/ 96 w 27"/>
                <a:gd name="T1" fmla="*/ 364 h 42"/>
                <a:gd name="T2" fmla="*/ 24 w 27"/>
                <a:gd name="T3" fmla="*/ 248 h 42"/>
                <a:gd name="T4" fmla="*/ 64 w 27"/>
                <a:gd name="T5" fmla="*/ 104 h 42"/>
                <a:gd name="T6" fmla="*/ 152 w 27"/>
                <a:gd name="T7" fmla="*/ 0 h 42"/>
                <a:gd name="T8" fmla="*/ 56 w 27"/>
                <a:gd name="T9" fmla="*/ 112 h 42"/>
                <a:gd name="T10" fmla="*/ 16 w 27"/>
                <a:gd name="T11" fmla="*/ 256 h 42"/>
                <a:gd name="T12" fmla="*/ 80 w 27"/>
                <a:gd name="T13" fmla="*/ 373 h 42"/>
                <a:gd name="T14" fmla="*/ 216 w 27"/>
                <a:gd name="T15" fmla="*/ 364 h 42"/>
                <a:gd name="T16" fmla="*/ 96 w 27"/>
                <a:gd name="T17" fmla="*/ 364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2">
                  <a:moveTo>
                    <a:pt x="12" y="38"/>
                  </a:moveTo>
                  <a:cubicBezTo>
                    <a:pt x="7" y="36"/>
                    <a:pt x="4" y="31"/>
                    <a:pt x="3" y="26"/>
                  </a:cubicBezTo>
                  <a:cubicBezTo>
                    <a:pt x="2" y="21"/>
                    <a:pt x="5" y="16"/>
                    <a:pt x="8" y="11"/>
                  </a:cubicBezTo>
                  <a:cubicBezTo>
                    <a:pt x="12" y="5"/>
                    <a:pt x="15" y="2"/>
                    <a:pt x="19" y="0"/>
                  </a:cubicBezTo>
                  <a:cubicBezTo>
                    <a:pt x="15" y="2"/>
                    <a:pt x="12" y="5"/>
                    <a:pt x="7" y="12"/>
                  </a:cubicBezTo>
                  <a:cubicBezTo>
                    <a:pt x="3" y="17"/>
                    <a:pt x="0" y="22"/>
                    <a:pt x="2" y="27"/>
                  </a:cubicBezTo>
                  <a:cubicBezTo>
                    <a:pt x="3" y="32"/>
                    <a:pt x="5" y="37"/>
                    <a:pt x="10" y="39"/>
                  </a:cubicBezTo>
                  <a:cubicBezTo>
                    <a:pt x="15" y="42"/>
                    <a:pt x="22" y="41"/>
                    <a:pt x="27" y="38"/>
                  </a:cubicBezTo>
                  <a:cubicBezTo>
                    <a:pt x="22" y="41"/>
                    <a:pt x="16" y="41"/>
                    <a:pt x="12" y="3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6" name="Freeform 87">
              <a:extLst>
                <a:ext uri="{FF2B5EF4-FFF2-40B4-BE49-F238E27FC236}">
                  <a16:creationId xmlns:a16="http://schemas.microsoft.com/office/drawing/2014/main" id="{A2C78ABD-A6B9-4DC6-B476-E6DC7D10E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758"/>
              <a:ext cx="56" cy="68"/>
            </a:xfrm>
            <a:custGeom>
              <a:avLst/>
              <a:gdLst>
                <a:gd name="T0" fmla="*/ 96 w 28"/>
                <a:gd name="T1" fmla="*/ 40 h 32"/>
                <a:gd name="T2" fmla="*/ 152 w 28"/>
                <a:gd name="T3" fmla="*/ 213 h 32"/>
                <a:gd name="T4" fmla="*/ 16 w 28"/>
                <a:gd name="T5" fmla="*/ 221 h 32"/>
                <a:gd name="T6" fmla="*/ 96 w 28"/>
                <a:gd name="T7" fmla="*/ 4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12" y="4"/>
                  </a:moveTo>
                  <a:cubicBezTo>
                    <a:pt x="23" y="0"/>
                    <a:pt x="28" y="12"/>
                    <a:pt x="19" y="22"/>
                  </a:cubicBezTo>
                  <a:cubicBezTo>
                    <a:pt x="11" y="32"/>
                    <a:pt x="4" y="27"/>
                    <a:pt x="2" y="23"/>
                  </a:cubicBezTo>
                  <a:cubicBezTo>
                    <a:pt x="0" y="17"/>
                    <a:pt x="6" y="7"/>
                    <a:pt x="1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7" name="Freeform 88">
              <a:extLst>
                <a:ext uri="{FF2B5EF4-FFF2-40B4-BE49-F238E27FC236}">
                  <a16:creationId xmlns:a16="http://schemas.microsoft.com/office/drawing/2014/main" id="{7368EA94-B272-4B88-95B7-2BE93E234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64"/>
              <a:ext cx="40" cy="55"/>
            </a:xfrm>
            <a:custGeom>
              <a:avLst/>
              <a:gdLst>
                <a:gd name="T0" fmla="*/ 96 w 20"/>
                <a:gd name="T1" fmla="*/ 0 h 26"/>
                <a:gd name="T2" fmla="*/ 96 w 20"/>
                <a:gd name="T3" fmla="*/ 169 h 26"/>
                <a:gd name="T4" fmla="*/ 0 w 20"/>
                <a:gd name="T5" fmla="*/ 228 h 26"/>
                <a:gd name="T6" fmla="*/ 104 w 20"/>
                <a:gd name="T7" fmla="*/ 180 h 26"/>
                <a:gd name="T8" fmla="*/ 96 w 2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6">
                  <a:moveTo>
                    <a:pt x="12" y="0"/>
                  </a:moveTo>
                  <a:cubicBezTo>
                    <a:pt x="17" y="3"/>
                    <a:pt x="17" y="11"/>
                    <a:pt x="12" y="18"/>
                  </a:cubicBezTo>
                  <a:cubicBezTo>
                    <a:pt x="7" y="23"/>
                    <a:pt x="3" y="25"/>
                    <a:pt x="0" y="24"/>
                  </a:cubicBezTo>
                  <a:cubicBezTo>
                    <a:pt x="3" y="26"/>
                    <a:pt x="8" y="25"/>
                    <a:pt x="13" y="19"/>
                  </a:cubicBezTo>
                  <a:cubicBezTo>
                    <a:pt x="20" y="11"/>
                    <a:pt x="18" y="1"/>
                    <a:pt x="1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8" name="Freeform 89">
              <a:extLst>
                <a:ext uri="{FF2B5EF4-FFF2-40B4-BE49-F238E27FC236}">
                  <a16:creationId xmlns:a16="http://schemas.microsoft.com/office/drawing/2014/main" id="{83B6D928-FD33-419E-A430-6DC15042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770"/>
              <a:ext cx="16" cy="28"/>
            </a:xfrm>
            <a:custGeom>
              <a:avLst/>
              <a:gdLst>
                <a:gd name="T0" fmla="*/ 64 w 8"/>
                <a:gd name="T1" fmla="*/ 0 h 13"/>
                <a:gd name="T2" fmla="*/ 8 w 8"/>
                <a:gd name="T3" fmla="*/ 129 h 13"/>
                <a:gd name="T4" fmla="*/ 64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4" y="3"/>
                    <a:pt x="0" y="10"/>
                    <a:pt x="1" y="13"/>
                  </a:cubicBezTo>
                  <a:cubicBezTo>
                    <a:pt x="2" y="10"/>
                    <a:pt x="5" y="4"/>
                    <a:pt x="8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9" name="Freeform 90">
              <a:extLst>
                <a:ext uri="{FF2B5EF4-FFF2-40B4-BE49-F238E27FC236}">
                  <a16:creationId xmlns:a16="http://schemas.microsoft.com/office/drawing/2014/main" id="{3EDC67AA-AAFE-4B91-AD98-97F17C0A1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773"/>
              <a:ext cx="26" cy="42"/>
            </a:xfrm>
            <a:custGeom>
              <a:avLst/>
              <a:gdLst>
                <a:gd name="T0" fmla="*/ 0 w 13"/>
                <a:gd name="T1" fmla="*/ 185 h 20"/>
                <a:gd name="T2" fmla="*/ 72 w 13"/>
                <a:gd name="T3" fmla="*/ 0 h 20"/>
                <a:gd name="T4" fmla="*/ 0 w 13"/>
                <a:gd name="T5" fmla="*/ 18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3" y="19"/>
                    <a:pt x="13" y="9"/>
                    <a:pt x="9" y="0"/>
                  </a:cubicBezTo>
                  <a:cubicBezTo>
                    <a:pt x="12" y="3"/>
                    <a:pt x="11" y="15"/>
                    <a:pt x="0" y="2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0" name="Freeform 91">
              <a:extLst>
                <a:ext uri="{FF2B5EF4-FFF2-40B4-BE49-F238E27FC236}">
                  <a16:creationId xmlns:a16="http://schemas.microsoft.com/office/drawing/2014/main" id="{9ABA9081-FBC6-44C4-89E2-EB8460C34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2743"/>
              <a:ext cx="90" cy="104"/>
            </a:xfrm>
            <a:custGeom>
              <a:avLst/>
              <a:gdLst>
                <a:gd name="T0" fmla="*/ 48 w 45"/>
                <a:gd name="T1" fmla="*/ 136 h 49"/>
                <a:gd name="T2" fmla="*/ 8 w 45"/>
                <a:gd name="T3" fmla="*/ 289 h 49"/>
                <a:gd name="T4" fmla="*/ 80 w 45"/>
                <a:gd name="T5" fmla="*/ 410 h 49"/>
                <a:gd name="T6" fmla="*/ 328 w 45"/>
                <a:gd name="T7" fmla="*/ 248 h 49"/>
                <a:gd name="T8" fmla="*/ 208 w 45"/>
                <a:gd name="T9" fmla="*/ 0 h 49"/>
                <a:gd name="T10" fmla="*/ 48 w 45"/>
                <a:gd name="T11" fmla="*/ 13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9">
                  <a:moveTo>
                    <a:pt x="6" y="14"/>
                  </a:moveTo>
                  <a:cubicBezTo>
                    <a:pt x="2" y="20"/>
                    <a:pt x="0" y="25"/>
                    <a:pt x="1" y="30"/>
                  </a:cubicBezTo>
                  <a:cubicBezTo>
                    <a:pt x="2" y="35"/>
                    <a:pt x="5" y="40"/>
                    <a:pt x="10" y="43"/>
                  </a:cubicBezTo>
                  <a:cubicBezTo>
                    <a:pt x="21" y="49"/>
                    <a:pt x="37" y="41"/>
                    <a:pt x="41" y="26"/>
                  </a:cubicBezTo>
                  <a:cubicBezTo>
                    <a:pt x="45" y="11"/>
                    <a:pt x="36" y="0"/>
                    <a:pt x="26" y="0"/>
                  </a:cubicBezTo>
                  <a:cubicBezTo>
                    <a:pt x="17" y="1"/>
                    <a:pt x="14" y="4"/>
                    <a:pt x="6" y="14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1" name="Freeform 92">
              <a:extLst>
                <a:ext uri="{FF2B5EF4-FFF2-40B4-BE49-F238E27FC236}">
                  <a16:creationId xmlns:a16="http://schemas.microsoft.com/office/drawing/2014/main" id="{890FF27E-3D01-4C2F-ABD6-B1CFE00DD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762"/>
              <a:ext cx="46" cy="55"/>
            </a:xfrm>
            <a:custGeom>
              <a:avLst/>
              <a:gdLst>
                <a:gd name="T0" fmla="*/ 80 w 23"/>
                <a:gd name="T1" fmla="*/ 17 h 26"/>
                <a:gd name="T2" fmla="*/ 160 w 23"/>
                <a:gd name="T3" fmla="*/ 36 h 26"/>
                <a:gd name="T4" fmla="*/ 136 w 23"/>
                <a:gd name="T5" fmla="*/ 188 h 26"/>
                <a:gd name="T6" fmla="*/ 48 w 23"/>
                <a:gd name="T7" fmla="*/ 245 h 26"/>
                <a:gd name="T8" fmla="*/ 0 w 23"/>
                <a:gd name="T9" fmla="*/ 197 h 26"/>
                <a:gd name="T10" fmla="*/ 0 w 23"/>
                <a:gd name="T11" fmla="*/ 197 h 26"/>
                <a:gd name="T12" fmla="*/ 48 w 23"/>
                <a:gd name="T13" fmla="*/ 245 h 26"/>
                <a:gd name="T14" fmla="*/ 144 w 23"/>
                <a:gd name="T15" fmla="*/ 188 h 26"/>
                <a:gd name="T16" fmla="*/ 160 w 23"/>
                <a:gd name="T17" fmla="*/ 36 h 26"/>
                <a:gd name="T18" fmla="*/ 80 w 23"/>
                <a:gd name="T19" fmla="*/ 17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6">
                  <a:moveTo>
                    <a:pt x="10" y="2"/>
                  </a:moveTo>
                  <a:cubicBezTo>
                    <a:pt x="14" y="0"/>
                    <a:pt x="18" y="1"/>
                    <a:pt x="20" y="4"/>
                  </a:cubicBezTo>
                  <a:cubicBezTo>
                    <a:pt x="22" y="7"/>
                    <a:pt x="22" y="13"/>
                    <a:pt x="17" y="20"/>
                  </a:cubicBezTo>
                  <a:cubicBezTo>
                    <a:pt x="13" y="25"/>
                    <a:pt x="9" y="26"/>
                    <a:pt x="6" y="26"/>
                  </a:cubicBezTo>
                  <a:cubicBezTo>
                    <a:pt x="3" y="25"/>
                    <a:pt x="1" y="23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3" y="25"/>
                    <a:pt x="6" y="26"/>
                  </a:cubicBezTo>
                  <a:cubicBezTo>
                    <a:pt x="9" y="26"/>
                    <a:pt x="13" y="26"/>
                    <a:pt x="18" y="20"/>
                  </a:cubicBezTo>
                  <a:cubicBezTo>
                    <a:pt x="23" y="13"/>
                    <a:pt x="23" y="7"/>
                    <a:pt x="20" y="4"/>
                  </a:cubicBezTo>
                  <a:cubicBezTo>
                    <a:pt x="18" y="1"/>
                    <a:pt x="14" y="0"/>
                    <a:pt x="10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2" name="Freeform 93">
              <a:extLst>
                <a:ext uri="{FF2B5EF4-FFF2-40B4-BE49-F238E27FC236}">
                  <a16:creationId xmlns:a16="http://schemas.microsoft.com/office/drawing/2014/main" id="{FBD41D76-9334-4485-9E99-C20909261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870"/>
              <a:ext cx="79" cy="69"/>
            </a:xfrm>
            <a:custGeom>
              <a:avLst/>
              <a:gdLst>
                <a:gd name="T0" fmla="*/ 124 w 40"/>
                <a:gd name="T1" fmla="*/ 9 h 32"/>
                <a:gd name="T2" fmla="*/ 32 w 40"/>
                <a:gd name="T3" fmla="*/ 52 h 32"/>
                <a:gd name="T4" fmla="*/ 8 w 40"/>
                <a:gd name="T5" fmla="*/ 173 h 32"/>
                <a:gd name="T6" fmla="*/ 199 w 40"/>
                <a:gd name="T7" fmla="*/ 278 h 32"/>
                <a:gd name="T8" fmla="*/ 269 w 40"/>
                <a:gd name="T9" fmla="*/ 60 h 32"/>
                <a:gd name="T10" fmla="*/ 124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6" y="1"/>
                  </a:moveTo>
                  <a:cubicBezTo>
                    <a:pt x="11" y="1"/>
                    <a:pt x="7" y="2"/>
                    <a:pt x="4" y="5"/>
                  </a:cubicBezTo>
                  <a:cubicBezTo>
                    <a:pt x="2" y="9"/>
                    <a:pt x="0" y="12"/>
                    <a:pt x="1" y="17"/>
                  </a:cubicBezTo>
                  <a:cubicBezTo>
                    <a:pt x="2" y="27"/>
                    <a:pt x="15" y="32"/>
                    <a:pt x="26" y="28"/>
                  </a:cubicBezTo>
                  <a:cubicBezTo>
                    <a:pt x="37" y="23"/>
                    <a:pt x="40" y="12"/>
                    <a:pt x="35" y="6"/>
                  </a:cubicBezTo>
                  <a:cubicBezTo>
                    <a:pt x="30" y="1"/>
                    <a:pt x="27" y="0"/>
                    <a:pt x="16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3" name="Freeform 94">
              <a:extLst>
                <a:ext uri="{FF2B5EF4-FFF2-40B4-BE49-F238E27FC236}">
                  <a16:creationId xmlns:a16="http://schemas.microsoft.com/office/drawing/2014/main" id="{8A3B6AE2-208C-4D5F-B586-59793B7E6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877"/>
              <a:ext cx="60" cy="55"/>
            </a:xfrm>
            <a:custGeom>
              <a:avLst/>
              <a:gdLst>
                <a:gd name="T0" fmla="*/ 200 w 30"/>
                <a:gd name="T1" fmla="*/ 28 h 26"/>
                <a:gd name="T2" fmla="*/ 160 w 30"/>
                <a:gd name="T3" fmla="*/ 0 h 26"/>
                <a:gd name="T4" fmla="*/ 192 w 30"/>
                <a:gd name="T5" fmla="*/ 28 h 26"/>
                <a:gd name="T6" fmla="*/ 128 w 30"/>
                <a:gd name="T7" fmla="*/ 220 h 26"/>
                <a:gd name="T8" fmla="*/ 0 w 30"/>
                <a:gd name="T9" fmla="*/ 220 h 26"/>
                <a:gd name="T10" fmla="*/ 136 w 30"/>
                <a:gd name="T11" fmla="*/ 228 h 26"/>
                <a:gd name="T12" fmla="*/ 200 w 30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25" y="3"/>
                  </a:moveTo>
                  <a:cubicBezTo>
                    <a:pt x="24" y="2"/>
                    <a:pt x="22" y="0"/>
                    <a:pt x="20" y="0"/>
                  </a:cubicBezTo>
                  <a:cubicBezTo>
                    <a:pt x="22" y="0"/>
                    <a:pt x="23" y="1"/>
                    <a:pt x="24" y="3"/>
                  </a:cubicBezTo>
                  <a:cubicBezTo>
                    <a:pt x="29" y="8"/>
                    <a:pt x="26" y="19"/>
                    <a:pt x="16" y="23"/>
                  </a:cubicBezTo>
                  <a:cubicBezTo>
                    <a:pt x="11" y="26"/>
                    <a:pt x="5" y="25"/>
                    <a:pt x="0" y="23"/>
                  </a:cubicBezTo>
                  <a:cubicBezTo>
                    <a:pt x="5" y="26"/>
                    <a:pt x="11" y="26"/>
                    <a:pt x="17" y="24"/>
                  </a:cubicBezTo>
                  <a:cubicBezTo>
                    <a:pt x="28" y="20"/>
                    <a:pt x="30" y="9"/>
                    <a:pt x="25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4" name="Freeform 95">
              <a:extLst>
                <a:ext uri="{FF2B5EF4-FFF2-40B4-BE49-F238E27FC236}">
                  <a16:creationId xmlns:a16="http://schemas.microsoft.com/office/drawing/2014/main" id="{4D988424-96EE-4BF3-BA04-441287DD6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873"/>
              <a:ext cx="55" cy="55"/>
            </a:xfrm>
            <a:custGeom>
              <a:avLst/>
              <a:gdLst>
                <a:gd name="T0" fmla="*/ 16 w 28"/>
                <a:gd name="T1" fmla="*/ 152 h 26"/>
                <a:gd name="T2" fmla="*/ 39 w 28"/>
                <a:gd name="T3" fmla="*/ 49 h 26"/>
                <a:gd name="T4" fmla="*/ 120 w 28"/>
                <a:gd name="T5" fmla="*/ 8 h 26"/>
                <a:gd name="T6" fmla="*/ 212 w 28"/>
                <a:gd name="T7" fmla="*/ 17 h 26"/>
                <a:gd name="T8" fmla="*/ 112 w 28"/>
                <a:gd name="T9" fmla="*/ 0 h 26"/>
                <a:gd name="T10" fmla="*/ 31 w 28"/>
                <a:gd name="T11" fmla="*/ 49 h 26"/>
                <a:gd name="T12" fmla="*/ 0 w 28"/>
                <a:gd name="T13" fmla="*/ 152 h 26"/>
                <a:gd name="T14" fmla="*/ 69 w 28"/>
                <a:gd name="T15" fmla="*/ 245 h 26"/>
                <a:gd name="T16" fmla="*/ 16 w 28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" y="16"/>
                  </a:moveTo>
                  <a:cubicBezTo>
                    <a:pt x="1" y="12"/>
                    <a:pt x="2" y="8"/>
                    <a:pt x="5" y="5"/>
                  </a:cubicBezTo>
                  <a:cubicBezTo>
                    <a:pt x="8" y="2"/>
                    <a:pt x="12" y="1"/>
                    <a:pt x="16" y="1"/>
                  </a:cubicBezTo>
                  <a:cubicBezTo>
                    <a:pt x="22" y="1"/>
                    <a:pt x="26" y="1"/>
                    <a:pt x="28" y="2"/>
                  </a:cubicBezTo>
                  <a:cubicBezTo>
                    <a:pt x="25" y="0"/>
                    <a:pt x="22" y="0"/>
                    <a:pt x="15" y="0"/>
                  </a:cubicBezTo>
                  <a:cubicBezTo>
                    <a:pt x="10" y="1"/>
                    <a:pt x="6" y="1"/>
                    <a:pt x="4" y="5"/>
                  </a:cubicBezTo>
                  <a:cubicBezTo>
                    <a:pt x="1" y="8"/>
                    <a:pt x="0" y="11"/>
                    <a:pt x="0" y="16"/>
                  </a:cubicBezTo>
                  <a:cubicBezTo>
                    <a:pt x="1" y="20"/>
                    <a:pt x="5" y="24"/>
                    <a:pt x="9" y="26"/>
                  </a:cubicBezTo>
                  <a:cubicBezTo>
                    <a:pt x="5" y="24"/>
                    <a:pt x="2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5" name="Freeform 96">
              <a:extLst>
                <a:ext uri="{FF2B5EF4-FFF2-40B4-BE49-F238E27FC236}">
                  <a16:creationId xmlns:a16="http://schemas.microsoft.com/office/drawing/2014/main" id="{3CE05CA1-7BF4-432E-891E-FB551A13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881"/>
              <a:ext cx="52" cy="34"/>
            </a:xfrm>
            <a:custGeom>
              <a:avLst/>
              <a:gdLst>
                <a:gd name="T0" fmla="*/ 144 w 26"/>
                <a:gd name="T1" fmla="*/ 28 h 16"/>
                <a:gd name="T2" fmla="*/ 88 w 26"/>
                <a:gd name="T3" fmla="*/ 153 h 16"/>
                <a:gd name="T4" fmla="*/ 16 w 26"/>
                <a:gd name="T5" fmla="*/ 49 h 16"/>
                <a:gd name="T6" fmla="*/ 144 w 26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8" y="3"/>
                  </a:moveTo>
                  <a:cubicBezTo>
                    <a:pt x="26" y="7"/>
                    <a:pt x="21" y="16"/>
                    <a:pt x="11" y="16"/>
                  </a:cubicBezTo>
                  <a:cubicBezTo>
                    <a:pt x="1" y="16"/>
                    <a:pt x="0" y="9"/>
                    <a:pt x="2" y="5"/>
                  </a:cubicBezTo>
                  <a:cubicBezTo>
                    <a:pt x="4" y="1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6" name="Freeform 97">
              <a:extLst>
                <a:ext uri="{FF2B5EF4-FFF2-40B4-BE49-F238E27FC236}">
                  <a16:creationId xmlns:a16="http://schemas.microsoft.com/office/drawing/2014/main" id="{6649222D-FFC2-4ABF-9C2D-87A100283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894"/>
              <a:ext cx="46" cy="21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76 h 10"/>
                <a:gd name="T4" fmla="*/ 0 w 23"/>
                <a:gd name="T5" fmla="*/ 36 h 10"/>
                <a:gd name="T6" fmla="*/ 80 w 23"/>
                <a:gd name="T7" fmla="*/ 92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8"/>
                    <a:pt x="10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1" y="7"/>
                    <a:pt x="3" y="10"/>
                    <a:pt x="10" y="10"/>
                  </a:cubicBezTo>
                  <a:cubicBezTo>
                    <a:pt x="18" y="10"/>
                    <a:pt x="23" y="4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7" name="Freeform 98">
              <a:extLst>
                <a:ext uri="{FF2B5EF4-FFF2-40B4-BE49-F238E27FC236}">
                  <a16:creationId xmlns:a16="http://schemas.microsoft.com/office/drawing/2014/main" id="{D55B3BC2-18B4-4A00-8F62-2D0726DB0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883"/>
              <a:ext cx="22" cy="7"/>
            </a:xfrm>
            <a:custGeom>
              <a:avLst/>
              <a:gdLst>
                <a:gd name="T0" fmla="*/ 88 w 11"/>
                <a:gd name="T1" fmla="*/ 12 h 3"/>
                <a:gd name="T2" fmla="*/ 0 w 11"/>
                <a:gd name="T3" fmla="*/ 37 h 3"/>
                <a:gd name="T4" fmla="*/ 88 w 1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2" y="2"/>
                    <a:pt x="8" y="0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8" name="Freeform 99">
              <a:extLst>
                <a:ext uri="{FF2B5EF4-FFF2-40B4-BE49-F238E27FC236}">
                  <a16:creationId xmlns:a16="http://schemas.microsoft.com/office/drawing/2014/main" id="{BF6076AA-D3FB-4B61-81FB-08220D5D6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904"/>
              <a:ext cx="34" cy="17"/>
            </a:xfrm>
            <a:custGeom>
              <a:avLst/>
              <a:gdLst>
                <a:gd name="T0" fmla="*/ 0 w 17"/>
                <a:gd name="T1" fmla="*/ 40 h 8"/>
                <a:gd name="T2" fmla="*/ 136 w 17"/>
                <a:gd name="T3" fmla="*/ 0 h 8"/>
                <a:gd name="T4" fmla="*/ 0 w 17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4"/>
                  </a:moveTo>
                  <a:cubicBezTo>
                    <a:pt x="2" y="5"/>
                    <a:pt x="13" y="7"/>
                    <a:pt x="17" y="0"/>
                  </a:cubicBezTo>
                  <a:cubicBezTo>
                    <a:pt x="16" y="3"/>
                    <a:pt x="8" y="8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9" name="Freeform 100">
              <a:extLst>
                <a:ext uri="{FF2B5EF4-FFF2-40B4-BE49-F238E27FC236}">
                  <a16:creationId xmlns:a16="http://schemas.microsoft.com/office/drawing/2014/main" id="{E444B89B-52DD-4F27-A17B-3692B6513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870"/>
              <a:ext cx="79" cy="69"/>
            </a:xfrm>
            <a:custGeom>
              <a:avLst/>
              <a:gdLst>
                <a:gd name="T0" fmla="*/ 124 w 40"/>
                <a:gd name="T1" fmla="*/ 9 h 32"/>
                <a:gd name="T2" fmla="*/ 32 w 40"/>
                <a:gd name="T3" fmla="*/ 52 h 32"/>
                <a:gd name="T4" fmla="*/ 8 w 40"/>
                <a:gd name="T5" fmla="*/ 173 h 32"/>
                <a:gd name="T6" fmla="*/ 199 w 40"/>
                <a:gd name="T7" fmla="*/ 278 h 32"/>
                <a:gd name="T8" fmla="*/ 269 w 40"/>
                <a:gd name="T9" fmla="*/ 60 h 32"/>
                <a:gd name="T10" fmla="*/ 124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6" y="1"/>
                  </a:moveTo>
                  <a:cubicBezTo>
                    <a:pt x="11" y="1"/>
                    <a:pt x="7" y="2"/>
                    <a:pt x="4" y="5"/>
                  </a:cubicBezTo>
                  <a:cubicBezTo>
                    <a:pt x="2" y="9"/>
                    <a:pt x="0" y="12"/>
                    <a:pt x="1" y="17"/>
                  </a:cubicBezTo>
                  <a:cubicBezTo>
                    <a:pt x="2" y="27"/>
                    <a:pt x="15" y="32"/>
                    <a:pt x="26" y="28"/>
                  </a:cubicBezTo>
                  <a:cubicBezTo>
                    <a:pt x="37" y="23"/>
                    <a:pt x="40" y="12"/>
                    <a:pt x="35" y="6"/>
                  </a:cubicBezTo>
                  <a:cubicBezTo>
                    <a:pt x="30" y="1"/>
                    <a:pt x="27" y="0"/>
                    <a:pt x="16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0" name="Freeform 101">
              <a:extLst>
                <a:ext uri="{FF2B5EF4-FFF2-40B4-BE49-F238E27FC236}">
                  <a16:creationId xmlns:a16="http://schemas.microsoft.com/office/drawing/2014/main" id="{5EA6FE7E-C6C3-4534-A7C2-B861D4B67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887"/>
              <a:ext cx="46" cy="28"/>
            </a:xfrm>
            <a:custGeom>
              <a:avLst/>
              <a:gdLst>
                <a:gd name="T0" fmla="*/ 144 w 23"/>
                <a:gd name="T1" fmla="*/ 0 h 13"/>
                <a:gd name="T2" fmla="*/ 176 w 23"/>
                <a:gd name="T3" fmla="*/ 60 h 13"/>
                <a:gd name="T4" fmla="*/ 88 w 23"/>
                <a:gd name="T5" fmla="*/ 129 h 13"/>
                <a:gd name="T6" fmla="*/ 16 w 23"/>
                <a:gd name="T7" fmla="*/ 88 h 13"/>
                <a:gd name="T8" fmla="*/ 16 w 23"/>
                <a:gd name="T9" fmla="*/ 19 h 13"/>
                <a:gd name="T10" fmla="*/ 16 w 23"/>
                <a:gd name="T11" fmla="*/ 19 h 13"/>
                <a:gd name="T12" fmla="*/ 16 w 23"/>
                <a:gd name="T13" fmla="*/ 88 h 13"/>
                <a:gd name="T14" fmla="*/ 88 w 23"/>
                <a:gd name="T15" fmla="*/ 129 h 13"/>
                <a:gd name="T16" fmla="*/ 176 w 23"/>
                <a:gd name="T17" fmla="*/ 60 h 13"/>
                <a:gd name="T18" fmla="*/ 144 w 2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3">
                  <a:moveTo>
                    <a:pt x="18" y="0"/>
                  </a:moveTo>
                  <a:cubicBezTo>
                    <a:pt x="21" y="1"/>
                    <a:pt x="23" y="4"/>
                    <a:pt x="22" y="6"/>
                  </a:cubicBezTo>
                  <a:cubicBezTo>
                    <a:pt x="21" y="9"/>
                    <a:pt x="17" y="13"/>
                    <a:pt x="11" y="13"/>
                  </a:cubicBezTo>
                  <a:cubicBezTo>
                    <a:pt x="5" y="12"/>
                    <a:pt x="3" y="10"/>
                    <a:pt x="2" y="9"/>
                  </a:cubicBezTo>
                  <a:cubicBezTo>
                    <a:pt x="1" y="6"/>
                    <a:pt x="1" y="4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4"/>
                    <a:pt x="0" y="6"/>
                    <a:pt x="2" y="9"/>
                  </a:cubicBezTo>
                  <a:cubicBezTo>
                    <a:pt x="3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6"/>
                  </a:cubicBezTo>
                  <a:cubicBezTo>
                    <a:pt x="23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1" name="Freeform 102">
              <a:extLst>
                <a:ext uri="{FF2B5EF4-FFF2-40B4-BE49-F238E27FC236}">
                  <a16:creationId xmlns:a16="http://schemas.microsoft.com/office/drawing/2014/main" id="{ABBB111A-B121-45B6-96CB-BCAC84573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558"/>
              <a:ext cx="79" cy="68"/>
            </a:xfrm>
            <a:custGeom>
              <a:avLst/>
              <a:gdLst>
                <a:gd name="T0" fmla="*/ 132 w 40"/>
                <a:gd name="T1" fmla="*/ 9 h 32"/>
                <a:gd name="T2" fmla="*/ 40 w 40"/>
                <a:gd name="T3" fmla="*/ 60 h 32"/>
                <a:gd name="T4" fmla="*/ 8 w 40"/>
                <a:gd name="T5" fmla="*/ 164 h 32"/>
                <a:gd name="T6" fmla="*/ 207 w 40"/>
                <a:gd name="T7" fmla="*/ 272 h 32"/>
                <a:gd name="T8" fmla="*/ 269 w 40"/>
                <a:gd name="T9" fmla="*/ 60 h 32"/>
                <a:gd name="T10" fmla="*/ 132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8" y="2"/>
                    <a:pt x="5" y="6"/>
                  </a:cubicBezTo>
                  <a:cubicBezTo>
                    <a:pt x="2" y="9"/>
                    <a:pt x="0" y="13"/>
                    <a:pt x="1" y="17"/>
                  </a:cubicBezTo>
                  <a:cubicBezTo>
                    <a:pt x="3" y="27"/>
                    <a:pt x="16" y="32"/>
                    <a:pt x="27" y="28"/>
                  </a:cubicBezTo>
                  <a:cubicBezTo>
                    <a:pt x="38" y="23"/>
                    <a:pt x="40" y="12"/>
                    <a:pt x="35" y="6"/>
                  </a:cubicBezTo>
                  <a:cubicBezTo>
                    <a:pt x="31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2" name="Freeform 103">
              <a:extLst>
                <a:ext uri="{FF2B5EF4-FFF2-40B4-BE49-F238E27FC236}">
                  <a16:creationId xmlns:a16="http://schemas.microsoft.com/office/drawing/2014/main" id="{AFBCFC62-5E0B-4B7A-BF2D-DD634B61D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564"/>
              <a:ext cx="57" cy="57"/>
            </a:xfrm>
            <a:custGeom>
              <a:avLst/>
              <a:gdLst>
                <a:gd name="T0" fmla="*/ 189 w 29"/>
                <a:gd name="T1" fmla="*/ 27 h 27"/>
                <a:gd name="T2" fmla="*/ 151 w 29"/>
                <a:gd name="T3" fmla="*/ 0 h 27"/>
                <a:gd name="T4" fmla="*/ 181 w 29"/>
                <a:gd name="T5" fmla="*/ 27 h 27"/>
                <a:gd name="T6" fmla="*/ 120 w 29"/>
                <a:gd name="T7" fmla="*/ 228 h 27"/>
                <a:gd name="T8" fmla="*/ 0 w 29"/>
                <a:gd name="T9" fmla="*/ 217 h 27"/>
                <a:gd name="T10" fmla="*/ 128 w 29"/>
                <a:gd name="T11" fmla="*/ 228 h 27"/>
                <a:gd name="T12" fmla="*/ 189 w 29"/>
                <a:gd name="T13" fmla="*/ 2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7">
                  <a:moveTo>
                    <a:pt x="25" y="3"/>
                  </a:moveTo>
                  <a:cubicBezTo>
                    <a:pt x="23" y="2"/>
                    <a:pt x="22" y="1"/>
                    <a:pt x="20" y="0"/>
                  </a:cubicBezTo>
                  <a:cubicBezTo>
                    <a:pt x="21" y="1"/>
                    <a:pt x="22" y="2"/>
                    <a:pt x="24" y="3"/>
                  </a:cubicBezTo>
                  <a:cubicBezTo>
                    <a:pt x="28" y="8"/>
                    <a:pt x="26" y="19"/>
                    <a:pt x="16" y="24"/>
                  </a:cubicBezTo>
                  <a:cubicBezTo>
                    <a:pt x="10" y="26"/>
                    <a:pt x="4" y="25"/>
                    <a:pt x="0" y="23"/>
                  </a:cubicBezTo>
                  <a:cubicBezTo>
                    <a:pt x="4" y="26"/>
                    <a:pt x="11" y="27"/>
                    <a:pt x="17" y="24"/>
                  </a:cubicBezTo>
                  <a:cubicBezTo>
                    <a:pt x="27" y="20"/>
                    <a:pt x="29" y="9"/>
                    <a:pt x="25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3" name="Freeform 104">
              <a:extLst>
                <a:ext uri="{FF2B5EF4-FFF2-40B4-BE49-F238E27FC236}">
                  <a16:creationId xmlns:a16="http://schemas.microsoft.com/office/drawing/2014/main" id="{D47E861A-F774-4B6F-981E-FB27D13B0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60"/>
              <a:ext cx="58" cy="55"/>
            </a:xfrm>
            <a:custGeom>
              <a:avLst/>
              <a:gdLst>
                <a:gd name="T0" fmla="*/ 16 w 29"/>
                <a:gd name="T1" fmla="*/ 152 h 26"/>
                <a:gd name="T2" fmla="*/ 40 w 29"/>
                <a:gd name="T3" fmla="*/ 49 h 26"/>
                <a:gd name="T4" fmla="*/ 136 w 29"/>
                <a:gd name="T5" fmla="*/ 8 h 26"/>
                <a:gd name="T6" fmla="*/ 232 w 29"/>
                <a:gd name="T7" fmla="*/ 17 h 26"/>
                <a:gd name="T8" fmla="*/ 128 w 29"/>
                <a:gd name="T9" fmla="*/ 0 h 26"/>
                <a:gd name="T10" fmla="*/ 32 w 29"/>
                <a:gd name="T11" fmla="*/ 49 h 26"/>
                <a:gd name="T12" fmla="*/ 8 w 29"/>
                <a:gd name="T13" fmla="*/ 152 h 26"/>
                <a:gd name="T14" fmla="*/ 80 w 29"/>
                <a:gd name="T15" fmla="*/ 245 h 26"/>
                <a:gd name="T16" fmla="*/ 16 w 29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3" y="1"/>
                    <a:pt x="26" y="1"/>
                    <a:pt x="29" y="2"/>
                  </a:cubicBezTo>
                  <a:cubicBezTo>
                    <a:pt x="26" y="0"/>
                    <a:pt x="22" y="0"/>
                    <a:pt x="16" y="0"/>
                  </a:cubicBez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2" y="20"/>
                    <a:pt x="5" y="24"/>
                    <a:pt x="10" y="26"/>
                  </a:cubicBezTo>
                  <a:cubicBezTo>
                    <a:pt x="6" y="24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4" name="Freeform 105">
              <a:extLst>
                <a:ext uri="{FF2B5EF4-FFF2-40B4-BE49-F238E27FC236}">
                  <a16:creationId xmlns:a16="http://schemas.microsoft.com/office/drawing/2014/main" id="{FFEB1448-70D3-4BCA-A0B7-250196E1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570"/>
              <a:ext cx="54" cy="32"/>
            </a:xfrm>
            <a:custGeom>
              <a:avLst/>
              <a:gdLst>
                <a:gd name="T0" fmla="*/ 152 w 27"/>
                <a:gd name="T1" fmla="*/ 19 h 15"/>
                <a:gd name="T2" fmla="*/ 96 w 27"/>
                <a:gd name="T3" fmla="*/ 145 h 15"/>
                <a:gd name="T4" fmla="*/ 16 w 27"/>
                <a:gd name="T5" fmla="*/ 49 h 15"/>
                <a:gd name="T6" fmla="*/ 152 w 27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19" y="2"/>
                  </a:moveTo>
                  <a:cubicBezTo>
                    <a:pt x="27" y="6"/>
                    <a:pt x="22" y="15"/>
                    <a:pt x="12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5" y="1"/>
                    <a:pt x="14" y="0"/>
                    <a:pt x="19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5" name="Freeform 106">
              <a:extLst>
                <a:ext uri="{FF2B5EF4-FFF2-40B4-BE49-F238E27FC236}">
                  <a16:creationId xmlns:a16="http://schemas.microsoft.com/office/drawing/2014/main" id="{48666DDF-03AC-4C38-9CF9-17A53A846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581"/>
              <a:ext cx="44" cy="21"/>
            </a:xfrm>
            <a:custGeom>
              <a:avLst/>
              <a:gdLst>
                <a:gd name="T0" fmla="*/ 160 w 22"/>
                <a:gd name="T1" fmla="*/ 0 h 10"/>
                <a:gd name="T2" fmla="*/ 72 w 22"/>
                <a:gd name="T3" fmla="*/ 76 h 10"/>
                <a:gd name="T4" fmla="*/ 0 w 22"/>
                <a:gd name="T5" fmla="*/ 36 h 10"/>
                <a:gd name="T6" fmla="*/ 80 w 22"/>
                <a:gd name="T7" fmla="*/ 92 h 10"/>
                <a:gd name="T8" fmla="*/ 160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0" y="0"/>
                  </a:moveTo>
                  <a:cubicBezTo>
                    <a:pt x="21" y="4"/>
                    <a:pt x="16" y="8"/>
                    <a:pt x="9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0" y="7"/>
                    <a:pt x="3" y="10"/>
                    <a:pt x="10" y="10"/>
                  </a:cubicBezTo>
                  <a:cubicBezTo>
                    <a:pt x="18" y="10"/>
                    <a:pt x="22" y="4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6" name="Freeform 107">
              <a:extLst>
                <a:ext uri="{FF2B5EF4-FFF2-40B4-BE49-F238E27FC236}">
                  <a16:creationId xmlns:a16="http://schemas.microsoft.com/office/drawing/2014/main" id="{F3EA822F-CE81-41FB-A9FD-5DD8E1BA9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570"/>
              <a:ext cx="24" cy="7"/>
            </a:xfrm>
            <a:custGeom>
              <a:avLst/>
              <a:gdLst>
                <a:gd name="T0" fmla="*/ 96 w 12"/>
                <a:gd name="T1" fmla="*/ 12 h 3"/>
                <a:gd name="T2" fmla="*/ 0 w 12"/>
                <a:gd name="T3" fmla="*/ 37 h 3"/>
                <a:gd name="T4" fmla="*/ 96 w 1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1"/>
                    <a:pt x="0" y="3"/>
                  </a:cubicBezTo>
                  <a:cubicBezTo>
                    <a:pt x="3" y="2"/>
                    <a:pt x="8" y="0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7" name="Freeform 108">
              <a:extLst>
                <a:ext uri="{FF2B5EF4-FFF2-40B4-BE49-F238E27FC236}">
                  <a16:creationId xmlns:a16="http://schemas.microsoft.com/office/drawing/2014/main" id="{648DBE86-5F2D-48F0-895E-8F9D5E809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592"/>
              <a:ext cx="34" cy="19"/>
            </a:xfrm>
            <a:custGeom>
              <a:avLst/>
              <a:gdLst>
                <a:gd name="T0" fmla="*/ 0 w 17"/>
                <a:gd name="T1" fmla="*/ 36 h 9"/>
                <a:gd name="T2" fmla="*/ 136 w 17"/>
                <a:gd name="T3" fmla="*/ 0 h 9"/>
                <a:gd name="T4" fmla="*/ 0 w 17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3" y="5"/>
                    <a:pt x="14" y="7"/>
                    <a:pt x="17" y="0"/>
                  </a:cubicBezTo>
                  <a:cubicBezTo>
                    <a:pt x="16" y="3"/>
                    <a:pt x="9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8" name="Freeform 109">
              <a:extLst>
                <a:ext uri="{FF2B5EF4-FFF2-40B4-BE49-F238E27FC236}">
                  <a16:creationId xmlns:a16="http://schemas.microsoft.com/office/drawing/2014/main" id="{A8945E39-6A3E-4EEE-BE6D-2FCA92A3E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558"/>
              <a:ext cx="79" cy="68"/>
            </a:xfrm>
            <a:custGeom>
              <a:avLst/>
              <a:gdLst>
                <a:gd name="T0" fmla="*/ 132 w 40"/>
                <a:gd name="T1" fmla="*/ 9 h 32"/>
                <a:gd name="T2" fmla="*/ 40 w 40"/>
                <a:gd name="T3" fmla="*/ 60 h 32"/>
                <a:gd name="T4" fmla="*/ 8 w 40"/>
                <a:gd name="T5" fmla="*/ 164 h 32"/>
                <a:gd name="T6" fmla="*/ 207 w 40"/>
                <a:gd name="T7" fmla="*/ 272 h 32"/>
                <a:gd name="T8" fmla="*/ 269 w 40"/>
                <a:gd name="T9" fmla="*/ 60 h 32"/>
                <a:gd name="T10" fmla="*/ 132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8" y="2"/>
                    <a:pt x="5" y="6"/>
                  </a:cubicBezTo>
                  <a:cubicBezTo>
                    <a:pt x="2" y="9"/>
                    <a:pt x="0" y="13"/>
                    <a:pt x="1" y="17"/>
                  </a:cubicBezTo>
                  <a:cubicBezTo>
                    <a:pt x="3" y="27"/>
                    <a:pt x="16" y="32"/>
                    <a:pt x="27" y="28"/>
                  </a:cubicBezTo>
                  <a:cubicBezTo>
                    <a:pt x="38" y="23"/>
                    <a:pt x="40" y="12"/>
                    <a:pt x="35" y="6"/>
                  </a:cubicBezTo>
                  <a:cubicBezTo>
                    <a:pt x="31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9" name="Freeform 110">
              <a:extLst>
                <a:ext uri="{FF2B5EF4-FFF2-40B4-BE49-F238E27FC236}">
                  <a16:creationId xmlns:a16="http://schemas.microsoft.com/office/drawing/2014/main" id="{EED93624-3A19-48AF-955D-6B721B00F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75"/>
              <a:ext cx="44" cy="27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52 h 13"/>
                <a:gd name="T4" fmla="*/ 88 w 22"/>
                <a:gd name="T5" fmla="*/ 116 h 13"/>
                <a:gd name="T6" fmla="*/ 8 w 22"/>
                <a:gd name="T7" fmla="*/ 81 h 13"/>
                <a:gd name="T8" fmla="*/ 8 w 22"/>
                <a:gd name="T9" fmla="*/ 25 h 13"/>
                <a:gd name="T10" fmla="*/ 8 w 22"/>
                <a:gd name="T11" fmla="*/ 25 h 13"/>
                <a:gd name="T12" fmla="*/ 8 w 22"/>
                <a:gd name="T13" fmla="*/ 81 h 13"/>
                <a:gd name="T14" fmla="*/ 88 w 22"/>
                <a:gd name="T15" fmla="*/ 116 h 13"/>
                <a:gd name="T16" fmla="*/ 176 w 22"/>
                <a:gd name="T17" fmla="*/ 64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1"/>
                    <a:pt x="22" y="4"/>
                    <a:pt x="21" y="6"/>
                  </a:cubicBezTo>
                  <a:cubicBezTo>
                    <a:pt x="21" y="10"/>
                    <a:pt x="17" y="13"/>
                    <a:pt x="11" y="13"/>
                  </a:cubicBezTo>
                  <a:cubicBezTo>
                    <a:pt x="5" y="13"/>
                    <a:pt x="2" y="10"/>
                    <a:pt x="1" y="9"/>
                  </a:cubicBezTo>
                  <a:cubicBezTo>
                    <a:pt x="0" y="7"/>
                    <a:pt x="0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2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7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0" name="Freeform 111">
              <a:extLst>
                <a:ext uri="{FF2B5EF4-FFF2-40B4-BE49-F238E27FC236}">
                  <a16:creationId xmlns:a16="http://schemas.microsoft.com/office/drawing/2014/main" id="{C23A0663-5571-4ADC-AE58-4FDDF9F4D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841"/>
              <a:ext cx="78" cy="66"/>
            </a:xfrm>
            <a:custGeom>
              <a:avLst/>
              <a:gdLst>
                <a:gd name="T0" fmla="*/ 128 w 39"/>
                <a:gd name="T1" fmla="*/ 0 h 31"/>
                <a:gd name="T2" fmla="*/ 32 w 39"/>
                <a:gd name="T3" fmla="*/ 49 h 31"/>
                <a:gd name="T4" fmla="*/ 0 w 39"/>
                <a:gd name="T5" fmla="*/ 153 h 31"/>
                <a:gd name="T6" fmla="*/ 208 w 39"/>
                <a:gd name="T7" fmla="*/ 258 h 31"/>
                <a:gd name="T8" fmla="*/ 280 w 39"/>
                <a:gd name="T9" fmla="*/ 49 h 31"/>
                <a:gd name="T10" fmla="*/ 128 w 39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1">
                  <a:moveTo>
                    <a:pt x="16" y="0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1" y="8"/>
                    <a:pt x="0" y="12"/>
                    <a:pt x="0" y="16"/>
                  </a:cubicBezTo>
                  <a:cubicBezTo>
                    <a:pt x="2" y="26"/>
                    <a:pt x="15" y="31"/>
                    <a:pt x="26" y="27"/>
                  </a:cubicBezTo>
                  <a:cubicBezTo>
                    <a:pt x="37" y="22"/>
                    <a:pt x="39" y="11"/>
                    <a:pt x="35" y="5"/>
                  </a:cubicBezTo>
                  <a:cubicBezTo>
                    <a:pt x="30" y="0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1" name="Freeform 112">
              <a:extLst>
                <a:ext uri="{FF2B5EF4-FFF2-40B4-BE49-F238E27FC236}">
                  <a16:creationId xmlns:a16="http://schemas.microsoft.com/office/drawing/2014/main" id="{2E1207C0-5704-466A-AC96-7A9AE2B8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845"/>
              <a:ext cx="60" cy="57"/>
            </a:xfrm>
            <a:custGeom>
              <a:avLst/>
              <a:gdLst>
                <a:gd name="T0" fmla="*/ 200 w 30"/>
                <a:gd name="T1" fmla="*/ 36 h 27"/>
                <a:gd name="T2" fmla="*/ 160 w 30"/>
                <a:gd name="T3" fmla="*/ 0 h 27"/>
                <a:gd name="T4" fmla="*/ 192 w 30"/>
                <a:gd name="T5" fmla="*/ 27 h 27"/>
                <a:gd name="T6" fmla="*/ 128 w 30"/>
                <a:gd name="T7" fmla="*/ 228 h 27"/>
                <a:gd name="T8" fmla="*/ 0 w 30"/>
                <a:gd name="T9" fmla="*/ 217 h 27"/>
                <a:gd name="T10" fmla="*/ 136 w 30"/>
                <a:gd name="T11" fmla="*/ 228 h 27"/>
                <a:gd name="T12" fmla="*/ 200 w 30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5" y="4"/>
                  </a:moveTo>
                  <a:cubicBezTo>
                    <a:pt x="23" y="2"/>
                    <a:pt x="22" y="1"/>
                    <a:pt x="20" y="0"/>
                  </a:cubicBezTo>
                  <a:cubicBezTo>
                    <a:pt x="22" y="1"/>
                    <a:pt x="23" y="2"/>
                    <a:pt x="24" y="3"/>
                  </a:cubicBezTo>
                  <a:cubicBezTo>
                    <a:pt x="28" y="9"/>
                    <a:pt x="26" y="19"/>
                    <a:pt x="16" y="24"/>
                  </a:cubicBezTo>
                  <a:cubicBezTo>
                    <a:pt x="10" y="26"/>
                    <a:pt x="4" y="26"/>
                    <a:pt x="0" y="23"/>
                  </a:cubicBezTo>
                  <a:cubicBezTo>
                    <a:pt x="5" y="26"/>
                    <a:pt x="11" y="27"/>
                    <a:pt x="17" y="24"/>
                  </a:cubicBezTo>
                  <a:cubicBezTo>
                    <a:pt x="27" y="20"/>
                    <a:pt x="30" y="9"/>
                    <a:pt x="25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2" name="Freeform 113">
              <a:extLst>
                <a:ext uri="{FF2B5EF4-FFF2-40B4-BE49-F238E27FC236}">
                  <a16:creationId xmlns:a16="http://schemas.microsoft.com/office/drawing/2014/main" id="{3A23EB15-19BD-48F3-9BB4-7F5C47114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841"/>
              <a:ext cx="58" cy="55"/>
            </a:xfrm>
            <a:custGeom>
              <a:avLst/>
              <a:gdLst>
                <a:gd name="T0" fmla="*/ 16 w 29"/>
                <a:gd name="T1" fmla="*/ 152 h 26"/>
                <a:gd name="T2" fmla="*/ 48 w 29"/>
                <a:gd name="T3" fmla="*/ 59 h 26"/>
                <a:gd name="T4" fmla="*/ 136 w 29"/>
                <a:gd name="T5" fmla="*/ 8 h 26"/>
                <a:gd name="T6" fmla="*/ 232 w 29"/>
                <a:gd name="T7" fmla="*/ 17 h 26"/>
                <a:gd name="T8" fmla="*/ 128 w 29"/>
                <a:gd name="T9" fmla="*/ 8 h 26"/>
                <a:gd name="T10" fmla="*/ 32 w 29"/>
                <a:gd name="T11" fmla="*/ 49 h 26"/>
                <a:gd name="T12" fmla="*/ 8 w 29"/>
                <a:gd name="T13" fmla="*/ 152 h 26"/>
                <a:gd name="T14" fmla="*/ 80 w 29"/>
                <a:gd name="T15" fmla="*/ 245 h 26"/>
                <a:gd name="T16" fmla="*/ 16 w 29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2" y="12"/>
                    <a:pt x="3" y="8"/>
                    <a:pt x="6" y="6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3" y="1"/>
                    <a:pt x="26" y="1"/>
                    <a:pt x="29" y="2"/>
                  </a:cubicBezTo>
                  <a:cubicBezTo>
                    <a:pt x="26" y="1"/>
                    <a:pt x="23" y="0"/>
                    <a:pt x="16" y="1"/>
                  </a:cubicBez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2" y="20"/>
                    <a:pt x="6" y="24"/>
                    <a:pt x="10" y="26"/>
                  </a:cubicBezTo>
                  <a:cubicBezTo>
                    <a:pt x="6" y="24"/>
                    <a:pt x="3" y="21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3" name="Freeform 114">
              <a:extLst>
                <a:ext uri="{FF2B5EF4-FFF2-40B4-BE49-F238E27FC236}">
                  <a16:creationId xmlns:a16="http://schemas.microsoft.com/office/drawing/2014/main" id="{ACDBDC47-4BD9-48D1-888C-794EE8408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851"/>
              <a:ext cx="52" cy="32"/>
            </a:xfrm>
            <a:custGeom>
              <a:avLst/>
              <a:gdLst>
                <a:gd name="T0" fmla="*/ 144 w 26"/>
                <a:gd name="T1" fmla="*/ 19 h 15"/>
                <a:gd name="T2" fmla="*/ 88 w 26"/>
                <a:gd name="T3" fmla="*/ 145 h 15"/>
                <a:gd name="T4" fmla="*/ 16 w 26"/>
                <a:gd name="T5" fmla="*/ 49 h 15"/>
                <a:gd name="T6" fmla="*/ 144 w 26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8" y="2"/>
                  </a:moveTo>
                  <a:cubicBezTo>
                    <a:pt x="26" y="6"/>
                    <a:pt x="21" y="15"/>
                    <a:pt x="11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4" y="1"/>
                    <a:pt x="13" y="0"/>
                    <a:pt x="18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4" name="Freeform 115">
              <a:extLst>
                <a:ext uri="{FF2B5EF4-FFF2-40B4-BE49-F238E27FC236}">
                  <a16:creationId xmlns:a16="http://schemas.microsoft.com/office/drawing/2014/main" id="{04AF0E95-0067-4C7C-8399-BE8C9E952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862"/>
              <a:ext cx="46" cy="21"/>
            </a:xfrm>
            <a:custGeom>
              <a:avLst/>
              <a:gdLst>
                <a:gd name="T0" fmla="*/ 160 w 23"/>
                <a:gd name="T1" fmla="*/ 0 h 10"/>
                <a:gd name="T2" fmla="*/ 72 w 23"/>
                <a:gd name="T3" fmla="*/ 76 h 10"/>
                <a:gd name="T4" fmla="*/ 0 w 23"/>
                <a:gd name="T5" fmla="*/ 36 h 10"/>
                <a:gd name="T6" fmla="*/ 80 w 23"/>
                <a:gd name="T7" fmla="*/ 92 h 10"/>
                <a:gd name="T8" fmla="*/ 160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0" y="0"/>
                  </a:moveTo>
                  <a:cubicBezTo>
                    <a:pt x="21" y="4"/>
                    <a:pt x="17" y="9"/>
                    <a:pt x="9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1" y="7"/>
                    <a:pt x="3" y="10"/>
                    <a:pt x="10" y="10"/>
                  </a:cubicBezTo>
                  <a:cubicBezTo>
                    <a:pt x="18" y="10"/>
                    <a:pt x="23" y="4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5" name="Freeform 116">
              <a:extLst>
                <a:ext uri="{FF2B5EF4-FFF2-40B4-BE49-F238E27FC236}">
                  <a16:creationId xmlns:a16="http://schemas.microsoft.com/office/drawing/2014/main" id="{15310D7A-4ABE-4C28-A9E8-6F6B51639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851"/>
              <a:ext cx="22" cy="7"/>
            </a:xfrm>
            <a:custGeom>
              <a:avLst/>
              <a:gdLst>
                <a:gd name="T0" fmla="*/ 88 w 11"/>
                <a:gd name="T1" fmla="*/ 12 h 3"/>
                <a:gd name="T2" fmla="*/ 0 w 11"/>
                <a:gd name="T3" fmla="*/ 37 h 3"/>
                <a:gd name="T4" fmla="*/ 88 w 1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2" y="2"/>
                    <a:pt x="7" y="1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6" name="Freeform 117">
              <a:extLst>
                <a:ext uri="{FF2B5EF4-FFF2-40B4-BE49-F238E27FC236}">
                  <a16:creationId xmlns:a16="http://schemas.microsoft.com/office/drawing/2014/main" id="{F4BD8FE8-4A1E-4F49-BAD9-32BE25CFF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873"/>
              <a:ext cx="34" cy="19"/>
            </a:xfrm>
            <a:custGeom>
              <a:avLst/>
              <a:gdLst>
                <a:gd name="T0" fmla="*/ 0 w 17"/>
                <a:gd name="T1" fmla="*/ 36 h 9"/>
                <a:gd name="T2" fmla="*/ 136 w 17"/>
                <a:gd name="T3" fmla="*/ 0 h 9"/>
                <a:gd name="T4" fmla="*/ 0 w 17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2" y="6"/>
                    <a:pt x="13" y="7"/>
                    <a:pt x="17" y="0"/>
                  </a:cubicBezTo>
                  <a:cubicBezTo>
                    <a:pt x="16" y="3"/>
                    <a:pt x="8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7" name="Freeform 118">
              <a:extLst>
                <a:ext uri="{FF2B5EF4-FFF2-40B4-BE49-F238E27FC236}">
                  <a16:creationId xmlns:a16="http://schemas.microsoft.com/office/drawing/2014/main" id="{AF890655-0708-4856-A120-532E920A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841"/>
              <a:ext cx="78" cy="66"/>
            </a:xfrm>
            <a:custGeom>
              <a:avLst/>
              <a:gdLst>
                <a:gd name="T0" fmla="*/ 128 w 39"/>
                <a:gd name="T1" fmla="*/ 0 h 31"/>
                <a:gd name="T2" fmla="*/ 32 w 39"/>
                <a:gd name="T3" fmla="*/ 49 h 31"/>
                <a:gd name="T4" fmla="*/ 0 w 39"/>
                <a:gd name="T5" fmla="*/ 153 h 31"/>
                <a:gd name="T6" fmla="*/ 208 w 39"/>
                <a:gd name="T7" fmla="*/ 258 h 31"/>
                <a:gd name="T8" fmla="*/ 280 w 39"/>
                <a:gd name="T9" fmla="*/ 49 h 31"/>
                <a:gd name="T10" fmla="*/ 128 w 39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1">
                  <a:moveTo>
                    <a:pt x="16" y="0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1" y="8"/>
                    <a:pt x="0" y="12"/>
                    <a:pt x="0" y="16"/>
                  </a:cubicBezTo>
                  <a:cubicBezTo>
                    <a:pt x="2" y="26"/>
                    <a:pt x="15" y="31"/>
                    <a:pt x="26" y="27"/>
                  </a:cubicBezTo>
                  <a:cubicBezTo>
                    <a:pt x="37" y="22"/>
                    <a:pt x="39" y="11"/>
                    <a:pt x="35" y="5"/>
                  </a:cubicBezTo>
                  <a:cubicBezTo>
                    <a:pt x="30" y="0"/>
                    <a:pt x="26" y="0"/>
                    <a:pt x="16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8" name="Freeform 119">
              <a:extLst>
                <a:ext uri="{FF2B5EF4-FFF2-40B4-BE49-F238E27FC236}">
                  <a16:creationId xmlns:a16="http://schemas.microsoft.com/office/drawing/2014/main" id="{466A3CB2-9954-4F32-952D-C4C2FF162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856"/>
              <a:ext cx="46" cy="27"/>
            </a:xfrm>
            <a:custGeom>
              <a:avLst/>
              <a:gdLst>
                <a:gd name="T0" fmla="*/ 144 w 23"/>
                <a:gd name="T1" fmla="*/ 0 h 13"/>
                <a:gd name="T2" fmla="*/ 176 w 23"/>
                <a:gd name="T3" fmla="*/ 64 h 13"/>
                <a:gd name="T4" fmla="*/ 88 w 23"/>
                <a:gd name="T5" fmla="*/ 116 h 13"/>
                <a:gd name="T6" fmla="*/ 16 w 23"/>
                <a:gd name="T7" fmla="*/ 81 h 13"/>
                <a:gd name="T8" fmla="*/ 16 w 23"/>
                <a:gd name="T9" fmla="*/ 25 h 13"/>
                <a:gd name="T10" fmla="*/ 16 w 23"/>
                <a:gd name="T11" fmla="*/ 25 h 13"/>
                <a:gd name="T12" fmla="*/ 8 w 23"/>
                <a:gd name="T13" fmla="*/ 81 h 13"/>
                <a:gd name="T14" fmla="*/ 88 w 23"/>
                <a:gd name="T15" fmla="*/ 116 h 13"/>
                <a:gd name="T16" fmla="*/ 176 w 23"/>
                <a:gd name="T17" fmla="*/ 64 h 13"/>
                <a:gd name="T18" fmla="*/ 144 w 2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3">
                  <a:moveTo>
                    <a:pt x="18" y="0"/>
                  </a:moveTo>
                  <a:cubicBezTo>
                    <a:pt x="21" y="2"/>
                    <a:pt x="22" y="4"/>
                    <a:pt x="22" y="7"/>
                  </a:cubicBezTo>
                  <a:cubicBezTo>
                    <a:pt x="21" y="10"/>
                    <a:pt x="17" y="13"/>
                    <a:pt x="11" y="13"/>
                  </a:cubicBezTo>
                  <a:cubicBezTo>
                    <a:pt x="5" y="13"/>
                    <a:pt x="3" y="11"/>
                    <a:pt x="2" y="9"/>
                  </a:cubicBezTo>
                  <a:cubicBezTo>
                    <a:pt x="1" y="7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7"/>
                    <a:pt x="1" y="9"/>
                  </a:cubicBezTo>
                  <a:cubicBezTo>
                    <a:pt x="3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7"/>
                  </a:cubicBezTo>
                  <a:cubicBezTo>
                    <a:pt x="23" y="4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9" name="Freeform 120">
              <a:extLst>
                <a:ext uri="{FF2B5EF4-FFF2-40B4-BE49-F238E27FC236}">
                  <a16:creationId xmlns:a16="http://schemas.microsoft.com/office/drawing/2014/main" id="{9CFE4AAE-CEA6-465D-A1FB-D80E25694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894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32 w 40"/>
                <a:gd name="T3" fmla="*/ 49 h 32"/>
                <a:gd name="T4" fmla="*/ 8 w 40"/>
                <a:gd name="T5" fmla="*/ 164 h 32"/>
                <a:gd name="T6" fmla="*/ 216 w 40"/>
                <a:gd name="T7" fmla="*/ 257 h 32"/>
                <a:gd name="T8" fmla="*/ 280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7" y="2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0" name="Freeform 121">
              <a:extLst>
                <a:ext uri="{FF2B5EF4-FFF2-40B4-BE49-F238E27FC236}">
                  <a16:creationId xmlns:a16="http://schemas.microsoft.com/office/drawing/2014/main" id="{47E43B11-B4A3-40CE-8E9E-63775851B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900"/>
              <a:ext cx="60" cy="56"/>
            </a:xfrm>
            <a:custGeom>
              <a:avLst/>
              <a:gdLst>
                <a:gd name="T0" fmla="*/ 208 w 30"/>
                <a:gd name="T1" fmla="*/ 28 h 26"/>
                <a:gd name="T2" fmla="*/ 168 w 30"/>
                <a:gd name="T3" fmla="*/ 0 h 26"/>
                <a:gd name="T4" fmla="*/ 192 w 30"/>
                <a:gd name="T5" fmla="*/ 28 h 26"/>
                <a:gd name="T6" fmla="*/ 128 w 30"/>
                <a:gd name="T7" fmla="*/ 233 h 26"/>
                <a:gd name="T8" fmla="*/ 0 w 30"/>
                <a:gd name="T9" fmla="*/ 233 h 26"/>
                <a:gd name="T10" fmla="*/ 136 w 30"/>
                <a:gd name="T11" fmla="*/ 241 h 26"/>
                <a:gd name="T12" fmla="*/ 208 w 30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26" y="3"/>
                  </a:moveTo>
                  <a:cubicBezTo>
                    <a:pt x="24" y="2"/>
                    <a:pt x="22" y="0"/>
                    <a:pt x="21" y="0"/>
                  </a:cubicBezTo>
                  <a:cubicBezTo>
                    <a:pt x="22" y="0"/>
                    <a:pt x="23" y="1"/>
                    <a:pt x="24" y="3"/>
                  </a:cubicBezTo>
                  <a:cubicBezTo>
                    <a:pt x="29" y="8"/>
                    <a:pt x="27" y="19"/>
                    <a:pt x="16" y="23"/>
                  </a:cubicBezTo>
                  <a:cubicBezTo>
                    <a:pt x="11" y="26"/>
                    <a:pt x="5" y="25"/>
                    <a:pt x="0" y="23"/>
                  </a:cubicBezTo>
                  <a:cubicBezTo>
                    <a:pt x="5" y="26"/>
                    <a:pt x="12" y="26"/>
                    <a:pt x="17" y="24"/>
                  </a:cubicBezTo>
                  <a:cubicBezTo>
                    <a:pt x="28" y="20"/>
                    <a:pt x="30" y="9"/>
                    <a:pt x="26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1" name="Freeform 122">
              <a:extLst>
                <a:ext uri="{FF2B5EF4-FFF2-40B4-BE49-F238E27FC236}">
                  <a16:creationId xmlns:a16="http://schemas.microsoft.com/office/drawing/2014/main" id="{CA75052F-7C02-427B-B834-D87CEED42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896"/>
              <a:ext cx="58" cy="55"/>
            </a:xfrm>
            <a:custGeom>
              <a:avLst/>
              <a:gdLst>
                <a:gd name="T0" fmla="*/ 16 w 29"/>
                <a:gd name="T1" fmla="*/ 152 h 26"/>
                <a:gd name="T2" fmla="*/ 40 w 29"/>
                <a:gd name="T3" fmla="*/ 49 h 26"/>
                <a:gd name="T4" fmla="*/ 136 w 29"/>
                <a:gd name="T5" fmla="*/ 8 h 26"/>
                <a:gd name="T6" fmla="*/ 232 w 29"/>
                <a:gd name="T7" fmla="*/ 17 h 26"/>
                <a:gd name="T8" fmla="*/ 120 w 29"/>
                <a:gd name="T9" fmla="*/ 0 h 26"/>
                <a:gd name="T10" fmla="*/ 32 w 29"/>
                <a:gd name="T11" fmla="*/ 49 h 26"/>
                <a:gd name="T12" fmla="*/ 8 w 29"/>
                <a:gd name="T13" fmla="*/ 144 h 26"/>
                <a:gd name="T14" fmla="*/ 80 w 29"/>
                <a:gd name="T15" fmla="*/ 245 h 26"/>
                <a:gd name="T16" fmla="*/ 16 w 29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2" y="1"/>
                    <a:pt x="26" y="1"/>
                    <a:pt x="29" y="2"/>
                  </a:cubicBezTo>
                  <a:cubicBezTo>
                    <a:pt x="26" y="0"/>
                    <a:pt x="22" y="0"/>
                    <a:pt x="15" y="0"/>
                  </a:cubicBez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1"/>
                    <a:pt x="1" y="15"/>
                  </a:cubicBezTo>
                  <a:cubicBezTo>
                    <a:pt x="1" y="20"/>
                    <a:pt x="5" y="24"/>
                    <a:pt x="10" y="26"/>
                  </a:cubicBezTo>
                  <a:cubicBezTo>
                    <a:pt x="6" y="24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2" name="Freeform 123">
              <a:extLst>
                <a:ext uri="{FF2B5EF4-FFF2-40B4-BE49-F238E27FC236}">
                  <a16:creationId xmlns:a16="http://schemas.microsoft.com/office/drawing/2014/main" id="{A388D0C6-2686-4765-83A2-496F58A60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904"/>
              <a:ext cx="52" cy="35"/>
            </a:xfrm>
            <a:custGeom>
              <a:avLst/>
              <a:gdLst>
                <a:gd name="T0" fmla="*/ 152 w 26"/>
                <a:gd name="T1" fmla="*/ 33 h 16"/>
                <a:gd name="T2" fmla="*/ 88 w 26"/>
                <a:gd name="T3" fmla="*/ 168 h 16"/>
                <a:gd name="T4" fmla="*/ 16 w 26"/>
                <a:gd name="T5" fmla="*/ 53 h 16"/>
                <a:gd name="T6" fmla="*/ 152 w 26"/>
                <a:gd name="T7" fmla="*/ 3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9" y="3"/>
                  </a:moveTo>
                  <a:cubicBezTo>
                    <a:pt x="26" y="7"/>
                    <a:pt x="22" y="16"/>
                    <a:pt x="11" y="16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4" y="1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3" name="Freeform 124">
              <a:extLst>
                <a:ext uri="{FF2B5EF4-FFF2-40B4-BE49-F238E27FC236}">
                  <a16:creationId xmlns:a16="http://schemas.microsoft.com/office/drawing/2014/main" id="{A8E29E02-1418-46ED-99C1-0F10B13F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917"/>
              <a:ext cx="46" cy="22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88 h 10"/>
                <a:gd name="T4" fmla="*/ 0 w 23"/>
                <a:gd name="T5" fmla="*/ 44 h 10"/>
                <a:gd name="T6" fmla="*/ 80 w 23"/>
                <a:gd name="T7" fmla="*/ 106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2" y="4"/>
                    <a:pt x="17" y="8"/>
                    <a:pt x="10" y="8"/>
                  </a:cubicBezTo>
                  <a:cubicBezTo>
                    <a:pt x="4" y="8"/>
                    <a:pt x="2" y="6"/>
                    <a:pt x="0" y="4"/>
                  </a:cubicBezTo>
                  <a:cubicBezTo>
                    <a:pt x="1" y="7"/>
                    <a:pt x="4" y="10"/>
                    <a:pt x="10" y="10"/>
                  </a:cubicBezTo>
                  <a:cubicBezTo>
                    <a:pt x="18" y="10"/>
                    <a:pt x="23" y="4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4" name="Freeform 125">
              <a:extLst>
                <a:ext uri="{FF2B5EF4-FFF2-40B4-BE49-F238E27FC236}">
                  <a16:creationId xmlns:a16="http://schemas.microsoft.com/office/drawing/2014/main" id="{CE52A8F3-B2F8-4DAD-9529-A14AA154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907"/>
              <a:ext cx="24" cy="4"/>
            </a:xfrm>
            <a:custGeom>
              <a:avLst/>
              <a:gdLst>
                <a:gd name="T0" fmla="*/ 96 w 12"/>
                <a:gd name="T1" fmla="*/ 8 h 2"/>
                <a:gd name="T2" fmla="*/ 0 w 12"/>
                <a:gd name="T3" fmla="*/ 16 h 2"/>
                <a:gd name="T4" fmla="*/ 96 w 1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">
                  <a:moveTo>
                    <a:pt x="12" y="1"/>
                  </a:moveTo>
                  <a:cubicBezTo>
                    <a:pt x="8" y="0"/>
                    <a:pt x="2" y="1"/>
                    <a:pt x="0" y="2"/>
                  </a:cubicBezTo>
                  <a:cubicBezTo>
                    <a:pt x="3" y="2"/>
                    <a:pt x="8" y="0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5" name="Freeform 126">
              <a:extLst>
                <a:ext uri="{FF2B5EF4-FFF2-40B4-BE49-F238E27FC236}">
                  <a16:creationId xmlns:a16="http://schemas.microsoft.com/office/drawing/2014/main" id="{45C110EC-C4B9-4F06-ABA8-B664C69E2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926"/>
              <a:ext cx="34" cy="19"/>
            </a:xfrm>
            <a:custGeom>
              <a:avLst/>
              <a:gdLst>
                <a:gd name="T0" fmla="*/ 0 w 17"/>
                <a:gd name="T1" fmla="*/ 49 h 9"/>
                <a:gd name="T2" fmla="*/ 136 w 17"/>
                <a:gd name="T3" fmla="*/ 0 h 9"/>
                <a:gd name="T4" fmla="*/ 0 w 17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3" y="6"/>
                    <a:pt x="13" y="8"/>
                    <a:pt x="17" y="0"/>
                  </a:cubicBezTo>
                  <a:cubicBezTo>
                    <a:pt x="16" y="4"/>
                    <a:pt x="9" y="9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6" name="Freeform 127">
              <a:extLst>
                <a:ext uri="{FF2B5EF4-FFF2-40B4-BE49-F238E27FC236}">
                  <a16:creationId xmlns:a16="http://schemas.microsoft.com/office/drawing/2014/main" id="{56E3A034-2275-4B2C-94F9-1C49C7CCD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894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32 w 40"/>
                <a:gd name="T3" fmla="*/ 49 h 32"/>
                <a:gd name="T4" fmla="*/ 8 w 40"/>
                <a:gd name="T5" fmla="*/ 164 h 32"/>
                <a:gd name="T6" fmla="*/ 216 w 40"/>
                <a:gd name="T7" fmla="*/ 257 h 32"/>
                <a:gd name="T8" fmla="*/ 280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7" y="2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7" name="Freeform 128">
              <a:extLst>
                <a:ext uri="{FF2B5EF4-FFF2-40B4-BE49-F238E27FC236}">
                  <a16:creationId xmlns:a16="http://schemas.microsoft.com/office/drawing/2014/main" id="{483743D0-EE4C-49C5-B152-053565009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911"/>
              <a:ext cx="44" cy="28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0 h 13"/>
                <a:gd name="T4" fmla="*/ 80 w 22"/>
                <a:gd name="T5" fmla="*/ 121 h 13"/>
                <a:gd name="T6" fmla="*/ 8 w 22"/>
                <a:gd name="T7" fmla="*/ 80 h 13"/>
                <a:gd name="T8" fmla="*/ 8 w 22"/>
                <a:gd name="T9" fmla="*/ 19 h 13"/>
                <a:gd name="T10" fmla="*/ 8 w 22"/>
                <a:gd name="T11" fmla="*/ 19 h 13"/>
                <a:gd name="T12" fmla="*/ 8 w 22"/>
                <a:gd name="T13" fmla="*/ 88 h 13"/>
                <a:gd name="T14" fmla="*/ 80 w 22"/>
                <a:gd name="T15" fmla="*/ 129 h 13"/>
                <a:gd name="T16" fmla="*/ 168 w 22"/>
                <a:gd name="T17" fmla="*/ 60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1"/>
                    <a:pt x="22" y="4"/>
                    <a:pt x="21" y="6"/>
                  </a:cubicBezTo>
                  <a:cubicBezTo>
                    <a:pt x="20" y="9"/>
                    <a:pt x="17" y="13"/>
                    <a:pt x="10" y="12"/>
                  </a:cubicBezTo>
                  <a:cubicBezTo>
                    <a:pt x="5" y="12"/>
                    <a:pt x="2" y="10"/>
                    <a:pt x="1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4"/>
                    <a:pt x="0" y="6"/>
                    <a:pt x="1" y="9"/>
                  </a:cubicBezTo>
                  <a:cubicBezTo>
                    <a:pt x="2" y="10"/>
                    <a:pt x="4" y="13"/>
                    <a:pt x="10" y="13"/>
                  </a:cubicBezTo>
                  <a:cubicBezTo>
                    <a:pt x="17" y="13"/>
                    <a:pt x="21" y="9"/>
                    <a:pt x="21" y="6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8" name="Freeform 129">
              <a:extLst>
                <a:ext uri="{FF2B5EF4-FFF2-40B4-BE49-F238E27FC236}">
                  <a16:creationId xmlns:a16="http://schemas.microsoft.com/office/drawing/2014/main" id="{51829D79-18DE-4D84-A816-3873B79A7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458"/>
              <a:ext cx="80" cy="68"/>
            </a:xfrm>
            <a:custGeom>
              <a:avLst/>
              <a:gdLst>
                <a:gd name="T0" fmla="*/ 128 w 40"/>
                <a:gd name="T1" fmla="*/ 0 h 32"/>
                <a:gd name="T2" fmla="*/ 32 w 40"/>
                <a:gd name="T3" fmla="*/ 49 h 32"/>
                <a:gd name="T4" fmla="*/ 8 w 40"/>
                <a:gd name="T5" fmla="*/ 153 h 32"/>
                <a:gd name="T6" fmla="*/ 208 w 40"/>
                <a:gd name="T7" fmla="*/ 257 h 32"/>
                <a:gd name="T8" fmla="*/ 280 w 40"/>
                <a:gd name="T9" fmla="*/ 49 h 32"/>
                <a:gd name="T10" fmla="*/ 128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6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2" y="26"/>
                    <a:pt x="15" y="32"/>
                    <a:pt x="26" y="27"/>
                  </a:cubicBezTo>
                  <a:cubicBezTo>
                    <a:pt x="37" y="22"/>
                    <a:pt x="40" y="11"/>
                    <a:pt x="35" y="5"/>
                  </a:cubicBezTo>
                  <a:cubicBezTo>
                    <a:pt x="30" y="0"/>
                    <a:pt x="27" y="0"/>
                    <a:pt x="16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9" name="Freeform 130">
              <a:extLst>
                <a:ext uri="{FF2B5EF4-FFF2-40B4-BE49-F238E27FC236}">
                  <a16:creationId xmlns:a16="http://schemas.microsoft.com/office/drawing/2014/main" id="{8D66044F-6B0A-4DD6-8563-8DB17130B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462"/>
              <a:ext cx="60" cy="57"/>
            </a:xfrm>
            <a:custGeom>
              <a:avLst/>
              <a:gdLst>
                <a:gd name="T0" fmla="*/ 200 w 30"/>
                <a:gd name="T1" fmla="*/ 36 h 27"/>
                <a:gd name="T2" fmla="*/ 160 w 30"/>
                <a:gd name="T3" fmla="*/ 0 h 27"/>
                <a:gd name="T4" fmla="*/ 192 w 30"/>
                <a:gd name="T5" fmla="*/ 27 h 27"/>
                <a:gd name="T6" fmla="*/ 128 w 30"/>
                <a:gd name="T7" fmla="*/ 228 h 27"/>
                <a:gd name="T8" fmla="*/ 0 w 30"/>
                <a:gd name="T9" fmla="*/ 228 h 27"/>
                <a:gd name="T10" fmla="*/ 136 w 30"/>
                <a:gd name="T11" fmla="*/ 228 h 27"/>
                <a:gd name="T12" fmla="*/ 200 w 30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5" y="4"/>
                  </a:moveTo>
                  <a:cubicBezTo>
                    <a:pt x="24" y="2"/>
                    <a:pt x="22" y="1"/>
                    <a:pt x="20" y="0"/>
                  </a:cubicBezTo>
                  <a:cubicBezTo>
                    <a:pt x="22" y="1"/>
                    <a:pt x="23" y="2"/>
                    <a:pt x="24" y="3"/>
                  </a:cubicBezTo>
                  <a:cubicBezTo>
                    <a:pt x="29" y="9"/>
                    <a:pt x="26" y="20"/>
                    <a:pt x="16" y="24"/>
                  </a:cubicBezTo>
                  <a:cubicBezTo>
                    <a:pt x="11" y="26"/>
                    <a:pt x="5" y="26"/>
                    <a:pt x="0" y="24"/>
                  </a:cubicBezTo>
                  <a:cubicBezTo>
                    <a:pt x="5" y="26"/>
                    <a:pt x="11" y="27"/>
                    <a:pt x="17" y="24"/>
                  </a:cubicBezTo>
                  <a:cubicBezTo>
                    <a:pt x="28" y="20"/>
                    <a:pt x="30" y="9"/>
                    <a:pt x="25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0" name="Freeform 131">
              <a:extLst>
                <a:ext uri="{FF2B5EF4-FFF2-40B4-BE49-F238E27FC236}">
                  <a16:creationId xmlns:a16="http://schemas.microsoft.com/office/drawing/2014/main" id="{99FE7441-2633-47B9-A8E0-B142AC80E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460"/>
              <a:ext cx="56" cy="53"/>
            </a:xfrm>
            <a:custGeom>
              <a:avLst/>
              <a:gdLst>
                <a:gd name="T0" fmla="*/ 16 w 28"/>
                <a:gd name="T1" fmla="*/ 153 h 25"/>
                <a:gd name="T2" fmla="*/ 40 w 28"/>
                <a:gd name="T3" fmla="*/ 49 h 25"/>
                <a:gd name="T4" fmla="*/ 128 w 28"/>
                <a:gd name="T5" fmla="*/ 0 h 25"/>
                <a:gd name="T6" fmla="*/ 224 w 28"/>
                <a:gd name="T7" fmla="*/ 8 h 25"/>
                <a:gd name="T8" fmla="*/ 120 w 28"/>
                <a:gd name="T9" fmla="*/ 0 h 25"/>
                <a:gd name="T10" fmla="*/ 32 w 28"/>
                <a:gd name="T11" fmla="*/ 36 h 25"/>
                <a:gd name="T12" fmla="*/ 0 w 28"/>
                <a:gd name="T13" fmla="*/ 144 h 25"/>
                <a:gd name="T14" fmla="*/ 72 w 28"/>
                <a:gd name="T15" fmla="*/ 237 h 25"/>
                <a:gd name="T16" fmla="*/ 16 w 28"/>
                <a:gd name="T17" fmla="*/ 15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5">
                  <a:moveTo>
                    <a:pt x="2" y="16"/>
                  </a:moveTo>
                  <a:cubicBezTo>
                    <a:pt x="1" y="11"/>
                    <a:pt x="2" y="8"/>
                    <a:pt x="5" y="5"/>
                  </a:cubicBezTo>
                  <a:cubicBezTo>
                    <a:pt x="8" y="1"/>
                    <a:pt x="12" y="1"/>
                    <a:pt x="16" y="0"/>
                  </a:cubicBezTo>
                  <a:cubicBezTo>
                    <a:pt x="22" y="0"/>
                    <a:pt x="26" y="0"/>
                    <a:pt x="28" y="1"/>
                  </a:cubicBezTo>
                  <a:cubicBezTo>
                    <a:pt x="25" y="0"/>
                    <a:pt x="22" y="0"/>
                    <a:pt x="15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7"/>
                    <a:pt x="0" y="11"/>
                    <a:pt x="0" y="15"/>
                  </a:cubicBezTo>
                  <a:cubicBezTo>
                    <a:pt x="1" y="20"/>
                    <a:pt x="5" y="23"/>
                    <a:pt x="9" y="25"/>
                  </a:cubicBezTo>
                  <a:cubicBezTo>
                    <a:pt x="5" y="23"/>
                    <a:pt x="2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1" name="Freeform 132">
              <a:extLst>
                <a:ext uri="{FF2B5EF4-FFF2-40B4-BE49-F238E27FC236}">
                  <a16:creationId xmlns:a16="http://schemas.microsoft.com/office/drawing/2014/main" id="{3786F8B5-505C-4178-BCDA-34F834076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468"/>
              <a:ext cx="52" cy="32"/>
            </a:xfrm>
            <a:custGeom>
              <a:avLst/>
              <a:gdLst>
                <a:gd name="T0" fmla="*/ 144 w 26"/>
                <a:gd name="T1" fmla="*/ 19 h 15"/>
                <a:gd name="T2" fmla="*/ 88 w 26"/>
                <a:gd name="T3" fmla="*/ 145 h 15"/>
                <a:gd name="T4" fmla="*/ 16 w 26"/>
                <a:gd name="T5" fmla="*/ 49 h 15"/>
                <a:gd name="T6" fmla="*/ 144 w 26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8" y="2"/>
                  </a:moveTo>
                  <a:cubicBezTo>
                    <a:pt x="26" y="6"/>
                    <a:pt x="21" y="15"/>
                    <a:pt x="11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4" y="1"/>
                    <a:pt x="14" y="0"/>
                    <a:pt x="18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2" name="Freeform 133">
              <a:extLst>
                <a:ext uri="{FF2B5EF4-FFF2-40B4-BE49-F238E27FC236}">
                  <a16:creationId xmlns:a16="http://schemas.microsoft.com/office/drawing/2014/main" id="{DDCFABCA-47D8-4FA4-982E-16C004AC0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479"/>
              <a:ext cx="46" cy="21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84 h 10"/>
                <a:gd name="T4" fmla="*/ 0 w 23"/>
                <a:gd name="T5" fmla="*/ 36 h 10"/>
                <a:gd name="T6" fmla="*/ 80 w 23"/>
                <a:gd name="T7" fmla="*/ 92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9"/>
                    <a:pt x="10" y="9"/>
                  </a:cubicBezTo>
                  <a:cubicBezTo>
                    <a:pt x="4" y="9"/>
                    <a:pt x="1" y="7"/>
                    <a:pt x="0" y="4"/>
                  </a:cubicBezTo>
                  <a:cubicBezTo>
                    <a:pt x="1" y="7"/>
                    <a:pt x="3" y="10"/>
                    <a:pt x="10" y="10"/>
                  </a:cubicBezTo>
                  <a:cubicBezTo>
                    <a:pt x="18" y="10"/>
                    <a:pt x="23" y="5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3" name="Freeform 134">
              <a:extLst>
                <a:ext uri="{FF2B5EF4-FFF2-40B4-BE49-F238E27FC236}">
                  <a16:creationId xmlns:a16="http://schemas.microsoft.com/office/drawing/2014/main" id="{31DC7234-1E13-4D40-9C5A-8A2A83FA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468"/>
              <a:ext cx="22" cy="7"/>
            </a:xfrm>
            <a:custGeom>
              <a:avLst/>
              <a:gdLst>
                <a:gd name="T0" fmla="*/ 88 w 11"/>
                <a:gd name="T1" fmla="*/ 12 h 3"/>
                <a:gd name="T2" fmla="*/ 0 w 11"/>
                <a:gd name="T3" fmla="*/ 37 h 3"/>
                <a:gd name="T4" fmla="*/ 88 w 1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2" y="2"/>
                    <a:pt x="8" y="1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4" name="Freeform 135">
              <a:extLst>
                <a:ext uri="{FF2B5EF4-FFF2-40B4-BE49-F238E27FC236}">
                  <a16:creationId xmlns:a16="http://schemas.microsoft.com/office/drawing/2014/main" id="{C676E713-30A1-4E18-813C-7DB47D2ED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490"/>
              <a:ext cx="34" cy="19"/>
            </a:xfrm>
            <a:custGeom>
              <a:avLst/>
              <a:gdLst>
                <a:gd name="T0" fmla="*/ 0 w 17"/>
                <a:gd name="T1" fmla="*/ 36 h 9"/>
                <a:gd name="T2" fmla="*/ 136 w 17"/>
                <a:gd name="T3" fmla="*/ 0 h 9"/>
                <a:gd name="T4" fmla="*/ 0 w 17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2" y="6"/>
                    <a:pt x="13" y="7"/>
                    <a:pt x="17" y="0"/>
                  </a:cubicBezTo>
                  <a:cubicBezTo>
                    <a:pt x="16" y="3"/>
                    <a:pt x="8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5" name="Freeform 136">
              <a:extLst>
                <a:ext uri="{FF2B5EF4-FFF2-40B4-BE49-F238E27FC236}">
                  <a16:creationId xmlns:a16="http://schemas.microsoft.com/office/drawing/2014/main" id="{5A65F1C5-3339-47C2-826F-80A5D8FA4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458"/>
              <a:ext cx="80" cy="68"/>
            </a:xfrm>
            <a:custGeom>
              <a:avLst/>
              <a:gdLst>
                <a:gd name="T0" fmla="*/ 128 w 40"/>
                <a:gd name="T1" fmla="*/ 0 h 32"/>
                <a:gd name="T2" fmla="*/ 32 w 40"/>
                <a:gd name="T3" fmla="*/ 49 h 32"/>
                <a:gd name="T4" fmla="*/ 8 w 40"/>
                <a:gd name="T5" fmla="*/ 153 h 32"/>
                <a:gd name="T6" fmla="*/ 208 w 40"/>
                <a:gd name="T7" fmla="*/ 257 h 32"/>
                <a:gd name="T8" fmla="*/ 280 w 40"/>
                <a:gd name="T9" fmla="*/ 49 h 32"/>
                <a:gd name="T10" fmla="*/ 128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6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2" y="26"/>
                    <a:pt x="15" y="32"/>
                    <a:pt x="26" y="27"/>
                  </a:cubicBezTo>
                  <a:cubicBezTo>
                    <a:pt x="37" y="22"/>
                    <a:pt x="40" y="11"/>
                    <a:pt x="35" y="5"/>
                  </a:cubicBezTo>
                  <a:cubicBezTo>
                    <a:pt x="30" y="0"/>
                    <a:pt x="27" y="0"/>
                    <a:pt x="16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6" name="Freeform 137">
              <a:extLst>
                <a:ext uri="{FF2B5EF4-FFF2-40B4-BE49-F238E27FC236}">
                  <a16:creationId xmlns:a16="http://schemas.microsoft.com/office/drawing/2014/main" id="{DDF8AC3E-035C-4444-A852-2D580A2E5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472"/>
              <a:ext cx="46" cy="28"/>
            </a:xfrm>
            <a:custGeom>
              <a:avLst/>
              <a:gdLst>
                <a:gd name="T0" fmla="*/ 144 w 23"/>
                <a:gd name="T1" fmla="*/ 0 h 13"/>
                <a:gd name="T2" fmla="*/ 176 w 23"/>
                <a:gd name="T3" fmla="*/ 69 h 13"/>
                <a:gd name="T4" fmla="*/ 88 w 23"/>
                <a:gd name="T5" fmla="*/ 129 h 13"/>
                <a:gd name="T6" fmla="*/ 16 w 23"/>
                <a:gd name="T7" fmla="*/ 88 h 13"/>
                <a:gd name="T8" fmla="*/ 16 w 23"/>
                <a:gd name="T9" fmla="*/ 28 h 13"/>
                <a:gd name="T10" fmla="*/ 16 w 23"/>
                <a:gd name="T11" fmla="*/ 28 h 13"/>
                <a:gd name="T12" fmla="*/ 16 w 23"/>
                <a:gd name="T13" fmla="*/ 88 h 13"/>
                <a:gd name="T14" fmla="*/ 88 w 23"/>
                <a:gd name="T15" fmla="*/ 129 h 13"/>
                <a:gd name="T16" fmla="*/ 176 w 23"/>
                <a:gd name="T17" fmla="*/ 69 h 13"/>
                <a:gd name="T18" fmla="*/ 144 w 2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3">
                  <a:moveTo>
                    <a:pt x="18" y="0"/>
                  </a:moveTo>
                  <a:cubicBezTo>
                    <a:pt x="21" y="2"/>
                    <a:pt x="23" y="4"/>
                    <a:pt x="22" y="7"/>
                  </a:cubicBezTo>
                  <a:cubicBezTo>
                    <a:pt x="21" y="10"/>
                    <a:pt x="17" y="13"/>
                    <a:pt x="11" y="13"/>
                  </a:cubicBezTo>
                  <a:cubicBezTo>
                    <a:pt x="5" y="13"/>
                    <a:pt x="3" y="11"/>
                    <a:pt x="2" y="9"/>
                  </a:cubicBezTo>
                  <a:cubicBezTo>
                    <a:pt x="1" y="7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7"/>
                    <a:pt x="2" y="9"/>
                  </a:cubicBezTo>
                  <a:cubicBezTo>
                    <a:pt x="3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7"/>
                  </a:cubicBezTo>
                  <a:cubicBezTo>
                    <a:pt x="23" y="4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7" name="Freeform 138">
              <a:extLst>
                <a:ext uri="{FF2B5EF4-FFF2-40B4-BE49-F238E27FC236}">
                  <a16:creationId xmlns:a16="http://schemas.microsoft.com/office/drawing/2014/main" id="{139CE29E-1C58-4B7B-8C08-3C6DAA0F2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434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40 w 40"/>
                <a:gd name="T3" fmla="*/ 49 h 32"/>
                <a:gd name="T4" fmla="*/ 8 w 40"/>
                <a:gd name="T5" fmla="*/ 164 h 32"/>
                <a:gd name="T6" fmla="*/ 216 w 40"/>
                <a:gd name="T7" fmla="*/ 272 h 32"/>
                <a:gd name="T8" fmla="*/ 280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8" y="2"/>
                    <a:pt x="5" y="5"/>
                  </a:cubicBezTo>
                  <a:cubicBezTo>
                    <a:pt x="2" y="9"/>
                    <a:pt x="0" y="12"/>
                    <a:pt x="1" y="17"/>
                  </a:cubicBezTo>
                  <a:cubicBezTo>
                    <a:pt x="3" y="27"/>
                    <a:pt x="16" y="32"/>
                    <a:pt x="27" y="28"/>
                  </a:cubicBezTo>
                  <a:cubicBezTo>
                    <a:pt x="38" y="23"/>
                    <a:pt x="40" y="12"/>
                    <a:pt x="35" y="6"/>
                  </a:cubicBezTo>
                  <a:cubicBezTo>
                    <a:pt x="31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8" name="Freeform 139">
              <a:extLst>
                <a:ext uri="{FF2B5EF4-FFF2-40B4-BE49-F238E27FC236}">
                  <a16:creationId xmlns:a16="http://schemas.microsoft.com/office/drawing/2014/main" id="{B4FC5AA6-F078-484C-B7E3-E8B7AF646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441"/>
              <a:ext cx="60" cy="55"/>
            </a:xfrm>
            <a:custGeom>
              <a:avLst/>
              <a:gdLst>
                <a:gd name="T0" fmla="*/ 208 w 30"/>
                <a:gd name="T1" fmla="*/ 28 h 26"/>
                <a:gd name="T2" fmla="*/ 168 w 30"/>
                <a:gd name="T3" fmla="*/ 0 h 26"/>
                <a:gd name="T4" fmla="*/ 200 w 30"/>
                <a:gd name="T5" fmla="*/ 28 h 26"/>
                <a:gd name="T6" fmla="*/ 136 w 30"/>
                <a:gd name="T7" fmla="*/ 220 h 26"/>
                <a:gd name="T8" fmla="*/ 0 w 30"/>
                <a:gd name="T9" fmla="*/ 220 h 26"/>
                <a:gd name="T10" fmla="*/ 144 w 30"/>
                <a:gd name="T11" fmla="*/ 228 h 26"/>
                <a:gd name="T12" fmla="*/ 208 w 30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26" y="3"/>
                  </a:moveTo>
                  <a:cubicBezTo>
                    <a:pt x="24" y="2"/>
                    <a:pt x="23" y="0"/>
                    <a:pt x="21" y="0"/>
                  </a:cubicBezTo>
                  <a:cubicBezTo>
                    <a:pt x="22" y="0"/>
                    <a:pt x="23" y="1"/>
                    <a:pt x="25" y="3"/>
                  </a:cubicBezTo>
                  <a:cubicBezTo>
                    <a:pt x="29" y="8"/>
                    <a:pt x="27" y="19"/>
                    <a:pt x="17" y="23"/>
                  </a:cubicBezTo>
                  <a:cubicBezTo>
                    <a:pt x="11" y="26"/>
                    <a:pt x="5" y="25"/>
                    <a:pt x="0" y="23"/>
                  </a:cubicBezTo>
                  <a:cubicBezTo>
                    <a:pt x="5" y="26"/>
                    <a:pt x="12" y="26"/>
                    <a:pt x="18" y="24"/>
                  </a:cubicBezTo>
                  <a:cubicBezTo>
                    <a:pt x="28" y="20"/>
                    <a:pt x="30" y="9"/>
                    <a:pt x="26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9" name="Freeform 140">
              <a:extLst>
                <a:ext uri="{FF2B5EF4-FFF2-40B4-BE49-F238E27FC236}">
                  <a16:creationId xmlns:a16="http://schemas.microsoft.com/office/drawing/2014/main" id="{96E6BF3E-A2C2-44D3-BB52-CB13BADB1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436"/>
              <a:ext cx="58" cy="56"/>
            </a:xfrm>
            <a:custGeom>
              <a:avLst/>
              <a:gdLst>
                <a:gd name="T0" fmla="*/ 16 w 29"/>
                <a:gd name="T1" fmla="*/ 157 h 26"/>
                <a:gd name="T2" fmla="*/ 40 w 29"/>
                <a:gd name="T3" fmla="*/ 52 h 26"/>
                <a:gd name="T4" fmla="*/ 136 w 29"/>
                <a:gd name="T5" fmla="*/ 9 h 26"/>
                <a:gd name="T6" fmla="*/ 232 w 29"/>
                <a:gd name="T7" fmla="*/ 19 h 26"/>
                <a:gd name="T8" fmla="*/ 128 w 29"/>
                <a:gd name="T9" fmla="*/ 0 h 26"/>
                <a:gd name="T10" fmla="*/ 32 w 29"/>
                <a:gd name="T11" fmla="*/ 52 h 26"/>
                <a:gd name="T12" fmla="*/ 8 w 29"/>
                <a:gd name="T13" fmla="*/ 157 h 26"/>
                <a:gd name="T14" fmla="*/ 80 w 29"/>
                <a:gd name="T15" fmla="*/ 261 h 26"/>
                <a:gd name="T16" fmla="*/ 16 w 29"/>
                <a:gd name="T17" fmla="*/ 15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3" y="1"/>
                    <a:pt x="26" y="1"/>
                    <a:pt x="29" y="2"/>
                  </a:cubicBezTo>
                  <a:cubicBezTo>
                    <a:pt x="26" y="0"/>
                    <a:pt x="22" y="0"/>
                    <a:pt x="16" y="0"/>
                  </a:cubicBez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1"/>
                    <a:pt x="1" y="16"/>
                  </a:cubicBezTo>
                  <a:cubicBezTo>
                    <a:pt x="2" y="20"/>
                    <a:pt x="5" y="24"/>
                    <a:pt x="10" y="26"/>
                  </a:cubicBezTo>
                  <a:cubicBezTo>
                    <a:pt x="6" y="24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0" name="Freeform 141">
              <a:extLst>
                <a:ext uri="{FF2B5EF4-FFF2-40B4-BE49-F238E27FC236}">
                  <a16:creationId xmlns:a16="http://schemas.microsoft.com/office/drawing/2014/main" id="{1BF9CA9E-71BC-4666-9377-29901EE6C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445"/>
              <a:ext cx="54" cy="34"/>
            </a:xfrm>
            <a:custGeom>
              <a:avLst/>
              <a:gdLst>
                <a:gd name="T0" fmla="*/ 152 w 27"/>
                <a:gd name="T1" fmla="*/ 28 h 16"/>
                <a:gd name="T2" fmla="*/ 96 w 27"/>
                <a:gd name="T3" fmla="*/ 153 h 16"/>
                <a:gd name="T4" fmla="*/ 16 w 27"/>
                <a:gd name="T5" fmla="*/ 49 h 16"/>
                <a:gd name="T6" fmla="*/ 152 w 27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19" y="3"/>
                  </a:moveTo>
                  <a:cubicBezTo>
                    <a:pt x="27" y="7"/>
                    <a:pt x="22" y="16"/>
                    <a:pt x="12" y="16"/>
                  </a:cubicBezTo>
                  <a:cubicBezTo>
                    <a:pt x="1" y="16"/>
                    <a:pt x="0" y="9"/>
                    <a:pt x="2" y="5"/>
                  </a:cubicBezTo>
                  <a:cubicBezTo>
                    <a:pt x="5" y="1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1" name="Freeform 142">
              <a:extLst>
                <a:ext uri="{FF2B5EF4-FFF2-40B4-BE49-F238E27FC236}">
                  <a16:creationId xmlns:a16="http://schemas.microsoft.com/office/drawing/2014/main" id="{71C83BD9-D302-422A-BD40-09D9B8EE0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458"/>
              <a:ext cx="44" cy="21"/>
            </a:xfrm>
            <a:custGeom>
              <a:avLst/>
              <a:gdLst>
                <a:gd name="T0" fmla="*/ 160 w 22"/>
                <a:gd name="T1" fmla="*/ 0 h 10"/>
                <a:gd name="T2" fmla="*/ 72 w 22"/>
                <a:gd name="T3" fmla="*/ 76 h 10"/>
                <a:gd name="T4" fmla="*/ 0 w 22"/>
                <a:gd name="T5" fmla="*/ 36 h 10"/>
                <a:gd name="T6" fmla="*/ 80 w 22"/>
                <a:gd name="T7" fmla="*/ 92 h 10"/>
                <a:gd name="T8" fmla="*/ 160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0" y="0"/>
                  </a:moveTo>
                  <a:cubicBezTo>
                    <a:pt x="21" y="4"/>
                    <a:pt x="16" y="8"/>
                    <a:pt x="9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0" y="7"/>
                    <a:pt x="3" y="10"/>
                    <a:pt x="10" y="10"/>
                  </a:cubicBezTo>
                  <a:cubicBezTo>
                    <a:pt x="18" y="10"/>
                    <a:pt x="22" y="4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2" name="Freeform 143">
              <a:extLst>
                <a:ext uri="{FF2B5EF4-FFF2-40B4-BE49-F238E27FC236}">
                  <a16:creationId xmlns:a16="http://schemas.microsoft.com/office/drawing/2014/main" id="{41F3918A-7663-4B44-B653-FCAE4E7D8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447"/>
              <a:ext cx="24" cy="6"/>
            </a:xfrm>
            <a:custGeom>
              <a:avLst/>
              <a:gdLst>
                <a:gd name="T0" fmla="*/ 96 w 12"/>
                <a:gd name="T1" fmla="*/ 8 h 3"/>
                <a:gd name="T2" fmla="*/ 0 w 12"/>
                <a:gd name="T3" fmla="*/ 24 h 3"/>
                <a:gd name="T4" fmla="*/ 96 w 1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1"/>
                    <a:pt x="0" y="3"/>
                  </a:cubicBezTo>
                  <a:cubicBezTo>
                    <a:pt x="3" y="2"/>
                    <a:pt x="8" y="0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3" name="Freeform 144">
              <a:extLst>
                <a:ext uri="{FF2B5EF4-FFF2-40B4-BE49-F238E27FC236}">
                  <a16:creationId xmlns:a16="http://schemas.microsoft.com/office/drawing/2014/main" id="{14F89C25-A250-4D1B-BA34-9D55D201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468"/>
              <a:ext cx="34" cy="17"/>
            </a:xfrm>
            <a:custGeom>
              <a:avLst/>
              <a:gdLst>
                <a:gd name="T0" fmla="*/ 0 w 17"/>
                <a:gd name="T1" fmla="*/ 40 h 8"/>
                <a:gd name="T2" fmla="*/ 136 w 17"/>
                <a:gd name="T3" fmla="*/ 0 h 8"/>
                <a:gd name="T4" fmla="*/ 0 w 17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4"/>
                  </a:moveTo>
                  <a:cubicBezTo>
                    <a:pt x="3" y="5"/>
                    <a:pt x="14" y="7"/>
                    <a:pt x="17" y="0"/>
                  </a:cubicBezTo>
                  <a:cubicBezTo>
                    <a:pt x="16" y="3"/>
                    <a:pt x="9" y="8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4" name="Freeform 145">
              <a:extLst>
                <a:ext uri="{FF2B5EF4-FFF2-40B4-BE49-F238E27FC236}">
                  <a16:creationId xmlns:a16="http://schemas.microsoft.com/office/drawing/2014/main" id="{7060E917-8726-471A-9F08-E723F7B62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434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40 w 40"/>
                <a:gd name="T3" fmla="*/ 49 h 32"/>
                <a:gd name="T4" fmla="*/ 8 w 40"/>
                <a:gd name="T5" fmla="*/ 164 h 32"/>
                <a:gd name="T6" fmla="*/ 216 w 40"/>
                <a:gd name="T7" fmla="*/ 272 h 32"/>
                <a:gd name="T8" fmla="*/ 280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8" y="2"/>
                    <a:pt x="5" y="5"/>
                  </a:cubicBezTo>
                  <a:cubicBezTo>
                    <a:pt x="2" y="9"/>
                    <a:pt x="0" y="12"/>
                    <a:pt x="1" y="17"/>
                  </a:cubicBezTo>
                  <a:cubicBezTo>
                    <a:pt x="3" y="27"/>
                    <a:pt x="16" y="32"/>
                    <a:pt x="27" y="28"/>
                  </a:cubicBezTo>
                  <a:cubicBezTo>
                    <a:pt x="38" y="23"/>
                    <a:pt x="40" y="12"/>
                    <a:pt x="35" y="6"/>
                  </a:cubicBezTo>
                  <a:cubicBezTo>
                    <a:pt x="31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5" name="Freeform 146">
              <a:extLst>
                <a:ext uri="{FF2B5EF4-FFF2-40B4-BE49-F238E27FC236}">
                  <a16:creationId xmlns:a16="http://schemas.microsoft.com/office/drawing/2014/main" id="{C886E464-BE5F-4B11-80B6-5078310B7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451"/>
              <a:ext cx="44" cy="28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0 h 13"/>
                <a:gd name="T4" fmla="*/ 88 w 22"/>
                <a:gd name="T5" fmla="*/ 129 h 13"/>
                <a:gd name="T6" fmla="*/ 8 w 22"/>
                <a:gd name="T7" fmla="*/ 88 h 13"/>
                <a:gd name="T8" fmla="*/ 8 w 22"/>
                <a:gd name="T9" fmla="*/ 19 h 13"/>
                <a:gd name="T10" fmla="*/ 8 w 22"/>
                <a:gd name="T11" fmla="*/ 19 h 13"/>
                <a:gd name="T12" fmla="*/ 8 w 22"/>
                <a:gd name="T13" fmla="*/ 88 h 13"/>
                <a:gd name="T14" fmla="*/ 88 w 22"/>
                <a:gd name="T15" fmla="*/ 129 h 13"/>
                <a:gd name="T16" fmla="*/ 176 w 22"/>
                <a:gd name="T17" fmla="*/ 60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1"/>
                    <a:pt x="22" y="4"/>
                    <a:pt x="21" y="6"/>
                  </a:cubicBezTo>
                  <a:cubicBezTo>
                    <a:pt x="21" y="9"/>
                    <a:pt x="17" y="13"/>
                    <a:pt x="11" y="13"/>
                  </a:cubicBezTo>
                  <a:cubicBezTo>
                    <a:pt x="5" y="12"/>
                    <a:pt x="2" y="10"/>
                    <a:pt x="1" y="9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4"/>
                    <a:pt x="0" y="6"/>
                    <a:pt x="1" y="9"/>
                  </a:cubicBezTo>
                  <a:cubicBezTo>
                    <a:pt x="2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6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6" name="Freeform 147">
              <a:extLst>
                <a:ext uri="{FF2B5EF4-FFF2-40B4-BE49-F238E27FC236}">
                  <a16:creationId xmlns:a16="http://schemas.microsoft.com/office/drawing/2014/main" id="{25FC7CB1-51F3-4341-B049-42B271920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813"/>
              <a:ext cx="80" cy="68"/>
            </a:xfrm>
            <a:custGeom>
              <a:avLst/>
              <a:gdLst>
                <a:gd name="T0" fmla="*/ 128 w 40"/>
                <a:gd name="T1" fmla="*/ 0 h 32"/>
                <a:gd name="T2" fmla="*/ 32 w 40"/>
                <a:gd name="T3" fmla="*/ 49 h 32"/>
                <a:gd name="T4" fmla="*/ 8 w 40"/>
                <a:gd name="T5" fmla="*/ 164 h 32"/>
                <a:gd name="T6" fmla="*/ 208 w 40"/>
                <a:gd name="T7" fmla="*/ 257 h 32"/>
                <a:gd name="T8" fmla="*/ 280 w 40"/>
                <a:gd name="T9" fmla="*/ 49 h 32"/>
                <a:gd name="T10" fmla="*/ 128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6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2" y="26"/>
                    <a:pt x="15" y="32"/>
                    <a:pt x="26" y="27"/>
                  </a:cubicBezTo>
                  <a:cubicBezTo>
                    <a:pt x="37" y="23"/>
                    <a:pt x="40" y="11"/>
                    <a:pt x="35" y="5"/>
                  </a:cubicBezTo>
                  <a:cubicBezTo>
                    <a:pt x="30" y="0"/>
                    <a:pt x="27" y="0"/>
                    <a:pt x="16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7" name="Freeform 148">
              <a:extLst>
                <a:ext uri="{FF2B5EF4-FFF2-40B4-BE49-F238E27FC236}">
                  <a16:creationId xmlns:a16="http://schemas.microsoft.com/office/drawing/2014/main" id="{F2168049-A5FB-4D25-8D10-34C4BD426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817"/>
              <a:ext cx="60" cy="58"/>
            </a:xfrm>
            <a:custGeom>
              <a:avLst/>
              <a:gdLst>
                <a:gd name="T0" fmla="*/ 200 w 30"/>
                <a:gd name="T1" fmla="*/ 41 h 27"/>
                <a:gd name="T2" fmla="*/ 160 w 30"/>
                <a:gd name="T3" fmla="*/ 0 h 27"/>
                <a:gd name="T4" fmla="*/ 192 w 30"/>
                <a:gd name="T5" fmla="*/ 28 h 27"/>
                <a:gd name="T6" fmla="*/ 128 w 30"/>
                <a:gd name="T7" fmla="*/ 241 h 27"/>
                <a:gd name="T8" fmla="*/ 0 w 30"/>
                <a:gd name="T9" fmla="*/ 241 h 27"/>
                <a:gd name="T10" fmla="*/ 136 w 30"/>
                <a:gd name="T11" fmla="*/ 249 h 27"/>
                <a:gd name="T12" fmla="*/ 200 w 30"/>
                <a:gd name="T13" fmla="*/ 4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5" y="4"/>
                  </a:moveTo>
                  <a:cubicBezTo>
                    <a:pt x="24" y="2"/>
                    <a:pt x="22" y="1"/>
                    <a:pt x="20" y="0"/>
                  </a:cubicBezTo>
                  <a:cubicBezTo>
                    <a:pt x="22" y="1"/>
                    <a:pt x="23" y="2"/>
                    <a:pt x="24" y="3"/>
                  </a:cubicBezTo>
                  <a:cubicBezTo>
                    <a:pt x="29" y="9"/>
                    <a:pt x="26" y="20"/>
                    <a:pt x="16" y="24"/>
                  </a:cubicBezTo>
                  <a:cubicBezTo>
                    <a:pt x="11" y="26"/>
                    <a:pt x="5" y="26"/>
                    <a:pt x="0" y="24"/>
                  </a:cubicBezTo>
                  <a:cubicBezTo>
                    <a:pt x="5" y="26"/>
                    <a:pt x="11" y="27"/>
                    <a:pt x="17" y="25"/>
                  </a:cubicBezTo>
                  <a:cubicBezTo>
                    <a:pt x="28" y="20"/>
                    <a:pt x="30" y="9"/>
                    <a:pt x="25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8" name="Freeform 149">
              <a:extLst>
                <a:ext uri="{FF2B5EF4-FFF2-40B4-BE49-F238E27FC236}">
                  <a16:creationId xmlns:a16="http://schemas.microsoft.com/office/drawing/2014/main" id="{E5CCC5CB-3D24-460C-B323-A67AC3EF5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815"/>
              <a:ext cx="56" cy="53"/>
            </a:xfrm>
            <a:custGeom>
              <a:avLst/>
              <a:gdLst>
                <a:gd name="T0" fmla="*/ 16 w 28"/>
                <a:gd name="T1" fmla="*/ 153 h 25"/>
                <a:gd name="T2" fmla="*/ 40 w 28"/>
                <a:gd name="T3" fmla="*/ 49 h 25"/>
                <a:gd name="T4" fmla="*/ 128 w 28"/>
                <a:gd name="T5" fmla="*/ 0 h 25"/>
                <a:gd name="T6" fmla="*/ 224 w 28"/>
                <a:gd name="T7" fmla="*/ 8 h 25"/>
                <a:gd name="T8" fmla="*/ 120 w 28"/>
                <a:gd name="T9" fmla="*/ 0 h 25"/>
                <a:gd name="T10" fmla="*/ 32 w 28"/>
                <a:gd name="T11" fmla="*/ 36 h 25"/>
                <a:gd name="T12" fmla="*/ 0 w 28"/>
                <a:gd name="T13" fmla="*/ 144 h 25"/>
                <a:gd name="T14" fmla="*/ 72 w 28"/>
                <a:gd name="T15" fmla="*/ 237 h 25"/>
                <a:gd name="T16" fmla="*/ 16 w 28"/>
                <a:gd name="T17" fmla="*/ 15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5">
                  <a:moveTo>
                    <a:pt x="2" y="16"/>
                  </a:moveTo>
                  <a:cubicBezTo>
                    <a:pt x="1" y="12"/>
                    <a:pt x="2" y="8"/>
                    <a:pt x="5" y="5"/>
                  </a:cubicBezTo>
                  <a:cubicBezTo>
                    <a:pt x="8" y="1"/>
                    <a:pt x="12" y="1"/>
                    <a:pt x="16" y="0"/>
                  </a:cubicBezTo>
                  <a:cubicBezTo>
                    <a:pt x="22" y="0"/>
                    <a:pt x="26" y="0"/>
                    <a:pt x="28" y="1"/>
                  </a:cubicBezTo>
                  <a:cubicBezTo>
                    <a:pt x="25" y="0"/>
                    <a:pt x="22" y="0"/>
                    <a:pt x="15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7"/>
                    <a:pt x="0" y="11"/>
                    <a:pt x="0" y="15"/>
                  </a:cubicBezTo>
                  <a:cubicBezTo>
                    <a:pt x="1" y="20"/>
                    <a:pt x="5" y="23"/>
                    <a:pt x="9" y="25"/>
                  </a:cubicBezTo>
                  <a:cubicBezTo>
                    <a:pt x="5" y="23"/>
                    <a:pt x="2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9" name="Freeform 150">
              <a:extLst>
                <a:ext uri="{FF2B5EF4-FFF2-40B4-BE49-F238E27FC236}">
                  <a16:creationId xmlns:a16="http://schemas.microsoft.com/office/drawing/2014/main" id="{238D9051-0813-49E7-99AD-5D570162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824"/>
              <a:ext cx="52" cy="32"/>
            </a:xfrm>
            <a:custGeom>
              <a:avLst/>
              <a:gdLst>
                <a:gd name="T0" fmla="*/ 144 w 26"/>
                <a:gd name="T1" fmla="*/ 19 h 15"/>
                <a:gd name="T2" fmla="*/ 88 w 26"/>
                <a:gd name="T3" fmla="*/ 145 h 15"/>
                <a:gd name="T4" fmla="*/ 16 w 26"/>
                <a:gd name="T5" fmla="*/ 49 h 15"/>
                <a:gd name="T6" fmla="*/ 144 w 26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8" y="2"/>
                  </a:moveTo>
                  <a:cubicBezTo>
                    <a:pt x="26" y="6"/>
                    <a:pt x="21" y="15"/>
                    <a:pt x="11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4" y="1"/>
                    <a:pt x="14" y="0"/>
                    <a:pt x="18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0" name="Freeform 151">
              <a:extLst>
                <a:ext uri="{FF2B5EF4-FFF2-40B4-BE49-F238E27FC236}">
                  <a16:creationId xmlns:a16="http://schemas.microsoft.com/office/drawing/2014/main" id="{E35E0783-E076-40A4-A0A7-0D6CA06FD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834"/>
              <a:ext cx="46" cy="22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97 h 10"/>
                <a:gd name="T4" fmla="*/ 0 w 23"/>
                <a:gd name="T5" fmla="*/ 44 h 10"/>
                <a:gd name="T6" fmla="*/ 80 w 23"/>
                <a:gd name="T7" fmla="*/ 106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9"/>
                    <a:pt x="10" y="9"/>
                  </a:cubicBezTo>
                  <a:cubicBezTo>
                    <a:pt x="4" y="9"/>
                    <a:pt x="1" y="7"/>
                    <a:pt x="0" y="4"/>
                  </a:cubicBezTo>
                  <a:cubicBezTo>
                    <a:pt x="1" y="7"/>
                    <a:pt x="3" y="10"/>
                    <a:pt x="10" y="10"/>
                  </a:cubicBezTo>
                  <a:cubicBezTo>
                    <a:pt x="18" y="10"/>
                    <a:pt x="23" y="5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1" name="Freeform 152">
              <a:extLst>
                <a:ext uri="{FF2B5EF4-FFF2-40B4-BE49-F238E27FC236}">
                  <a16:creationId xmlns:a16="http://schemas.microsoft.com/office/drawing/2014/main" id="{F9BB5636-E4C9-4F07-BB82-15AAE3265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824"/>
              <a:ext cx="22" cy="6"/>
            </a:xfrm>
            <a:custGeom>
              <a:avLst/>
              <a:gdLst>
                <a:gd name="T0" fmla="*/ 88 w 11"/>
                <a:gd name="T1" fmla="*/ 8 h 3"/>
                <a:gd name="T2" fmla="*/ 0 w 11"/>
                <a:gd name="T3" fmla="*/ 24 h 3"/>
                <a:gd name="T4" fmla="*/ 88 w 11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2" y="2"/>
                    <a:pt x="8" y="1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2" name="Freeform 153">
              <a:extLst>
                <a:ext uri="{FF2B5EF4-FFF2-40B4-BE49-F238E27FC236}">
                  <a16:creationId xmlns:a16="http://schemas.microsoft.com/office/drawing/2014/main" id="{6F53BC22-3F5D-4DAA-9BBF-475E7614D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845"/>
              <a:ext cx="34" cy="19"/>
            </a:xfrm>
            <a:custGeom>
              <a:avLst/>
              <a:gdLst>
                <a:gd name="T0" fmla="*/ 0 w 17"/>
                <a:gd name="T1" fmla="*/ 36 h 9"/>
                <a:gd name="T2" fmla="*/ 136 w 17"/>
                <a:gd name="T3" fmla="*/ 0 h 9"/>
                <a:gd name="T4" fmla="*/ 0 w 17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2" y="6"/>
                    <a:pt x="13" y="7"/>
                    <a:pt x="17" y="0"/>
                  </a:cubicBezTo>
                  <a:cubicBezTo>
                    <a:pt x="16" y="4"/>
                    <a:pt x="8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3" name="Freeform 154">
              <a:extLst>
                <a:ext uri="{FF2B5EF4-FFF2-40B4-BE49-F238E27FC236}">
                  <a16:creationId xmlns:a16="http://schemas.microsoft.com/office/drawing/2014/main" id="{1F4B081C-02EE-4C5F-8E2B-171BAB42A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813"/>
              <a:ext cx="80" cy="68"/>
            </a:xfrm>
            <a:custGeom>
              <a:avLst/>
              <a:gdLst>
                <a:gd name="T0" fmla="*/ 128 w 40"/>
                <a:gd name="T1" fmla="*/ 0 h 32"/>
                <a:gd name="T2" fmla="*/ 32 w 40"/>
                <a:gd name="T3" fmla="*/ 49 h 32"/>
                <a:gd name="T4" fmla="*/ 8 w 40"/>
                <a:gd name="T5" fmla="*/ 164 h 32"/>
                <a:gd name="T6" fmla="*/ 208 w 40"/>
                <a:gd name="T7" fmla="*/ 257 h 32"/>
                <a:gd name="T8" fmla="*/ 280 w 40"/>
                <a:gd name="T9" fmla="*/ 49 h 32"/>
                <a:gd name="T10" fmla="*/ 128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6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2" y="26"/>
                    <a:pt x="15" y="32"/>
                    <a:pt x="26" y="27"/>
                  </a:cubicBezTo>
                  <a:cubicBezTo>
                    <a:pt x="37" y="23"/>
                    <a:pt x="40" y="11"/>
                    <a:pt x="35" y="5"/>
                  </a:cubicBezTo>
                  <a:cubicBezTo>
                    <a:pt x="30" y="0"/>
                    <a:pt x="27" y="0"/>
                    <a:pt x="16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4" name="Freeform 155">
              <a:extLst>
                <a:ext uri="{FF2B5EF4-FFF2-40B4-BE49-F238E27FC236}">
                  <a16:creationId xmlns:a16="http://schemas.microsoft.com/office/drawing/2014/main" id="{AEB8314A-34C5-470B-82C8-9B73E951B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828"/>
              <a:ext cx="46" cy="30"/>
            </a:xfrm>
            <a:custGeom>
              <a:avLst/>
              <a:gdLst>
                <a:gd name="T0" fmla="*/ 144 w 23"/>
                <a:gd name="T1" fmla="*/ 0 h 14"/>
                <a:gd name="T2" fmla="*/ 176 w 23"/>
                <a:gd name="T3" fmla="*/ 69 h 14"/>
                <a:gd name="T4" fmla="*/ 88 w 23"/>
                <a:gd name="T5" fmla="*/ 129 h 14"/>
                <a:gd name="T6" fmla="*/ 16 w 23"/>
                <a:gd name="T7" fmla="*/ 88 h 14"/>
                <a:gd name="T8" fmla="*/ 16 w 23"/>
                <a:gd name="T9" fmla="*/ 28 h 14"/>
                <a:gd name="T10" fmla="*/ 16 w 23"/>
                <a:gd name="T11" fmla="*/ 28 h 14"/>
                <a:gd name="T12" fmla="*/ 16 w 23"/>
                <a:gd name="T13" fmla="*/ 88 h 14"/>
                <a:gd name="T14" fmla="*/ 88 w 23"/>
                <a:gd name="T15" fmla="*/ 129 h 14"/>
                <a:gd name="T16" fmla="*/ 176 w 23"/>
                <a:gd name="T17" fmla="*/ 69 h 14"/>
                <a:gd name="T18" fmla="*/ 144 w 23"/>
                <a:gd name="T19" fmla="*/ 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4">
                  <a:moveTo>
                    <a:pt x="18" y="0"/>
                  </a:moveTo>
                  <a:cubicBezTo>
                    <a:pt x="21" y="2"/>
                    <a:pt x="23" y="4"/>
                    <a:pt x="22" y="7"/>
                  </a:cubicBezTo>
                  <a:cubicBezTo>
                    <a:pt x="21" y="10"/>
                    <a:pt x="17" y="13"/>
                    <a:pt x="11" y="13"/>
                  </a:cubicBezTo>
                  <a:cubicBezTo>
                    <a:pt x="5" y="13"/>
                    <a:pt x="3" y="11"/>
                    <a:pt x="2" y="9"/>
                  </a:cubicBezTo>
                  <a:cubicBezTo>
                    <a:pt x="1" y="7"/>
                    <a:pt x="1" y="5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7"/>
                    <a:pt x="2" y="9"/>
                  </a:cubicBezTo>
                  <a:cubicBezTo>
                    <a:pt x="3" y="11"/>
                    <a:pt x="5" y="13"/>
                    <a:pt x="11" y="13"/>
                  </a:cubicBezTo>
                  <a:cubicBezTo>
                    <a:pt x="17" y="14"/>
                    <a:pt x="21" y="10"/>
                    <a:pt x="22" y="7"/>
                  </a:cubicBezTo>
                  <a:cubicBezTo>
                    <a:pt x="23" y="4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5" name="Freeform 156">
              <a:extLst>
                <a:ext uri="{FF2B5EF4-FFF2-40B4-BE49-F238E27FC236}">
                  <a16:creationId xmlns:a16="http://schemas.microsoft.com/office/drawing/2014/main" id="{B84B39B0-20FB-45AA-8646-A737F1B16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222"/>
              <a:ext cx="76" cy="38"/>
            </a:xfrm>
            <a:custGeom>
              <a:avLst/>
              <a:gdLst>
                <a:gd name="T0" fmla="*/ 136 w 38"/>
                <a:gd name="T1" fmla="*/ 0 h 18"/>
                <a:gd name="T2" fmla="*/ 40 w 38"/>
                <a:gd name="T3" fmla="*/ 49 h 18"/>
                <a:gd name="T4" fmla="*/ 8 w 38"/>
                <a:gd name="T5" fmla="*/ 152 h 18"/>
                <a:gd name="T6" fmla="*/ 8 w 38"/>
                <a:gd name="T7" fmla="*/ 169 h 18"/>
                <a:gd name="T8" fmla="*/ 288 w 38"/>
                <a:gd name="T9" fmla="*/ 169 h 18"/>
                <a:gd name="T10" fmla="*/ 280 w 38"/>
                <a:gd name="T11" fmla="*/ 49 h 18"/>
                <a:gd name="T12" fmla="*/ 136 w 38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8">
                  <a:moveTo>
                    <a:pt x="17" y="0"/>
                  </a:moveTo>
                  <a:cubicBezTo>
                    <a:pt x="12" y="0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1" y="17"/>
                    <a:pt x="1" y="17"/>
                    <a:pt x="1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8" y="13"/>
                    <a:pt x="38" y="8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6" name="Freeform 157">
              <a:extLst>
                <a:ext uri="{FF2B5EF4-FFF2-40B4-BE49-F238E27FC236}">
                  <a16:creationId xmlns:a16="http://schemas.microsoft.com/office/drawing/2014/main" id="{EB8186FC-83F7-42E5-BED5-79ADDE98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3226"/>
              <a:ext cx="16" cy="34"/>
            </a:xfrm>
            <a:custGeom>
              <a:avLst/>
              <a:gdLst>
                <a:gd name="T0" fmla="*/ 0 w 8"/>
                <a:gd name="T1" fmla="*/ 0 h 16"/>
                <a:gd name="T2" fmla="*/ 32 w 8"/>
                <a:gd name="T3" fmla="*/ 28 h 16"/>
                <a:gd name="T4" fmla="*/ 32 w 8"/>
                <a:gd name="T5" fmla="*/ 153 h 16"/>
                <a:gd name="T6" fmla="*/ 48 w 8"/>
                <a:gd name="T7" fmla="*/ 153 h 16"/>
                <a:gd name="T8" fmla="*/ 40 w 8"/>
                <a:gd name="T9" fmla="*/ 40 h 16"/>
                <a:gd name="T10" fmla="*/ 0 w 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1"/>
                    <a:pt x="2" y="2"/>
                    <a:pt x="4" y="3"/>
                  </a:cubicBezTo>
                  <a:cubicBezTo>
                    <a:pt x="6" y="6"/>
                    <a:pt x="7" y="11"/>
                    <a:pt x="4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1"/>
                    <a:pt x="7" y="7"/>
                    <a:pt x="5" y="4"/>
                  </a:cubicBezTo>
                  <a:cubicBezTo>
                    <a:pt x="3" y="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7" name="Freeform 158">
              <a:extLst>
                <a:ext uri="{FF2B5EF4-FFF2-40B4-BE49-F238E27FC236}">
                  <a16:creationId xmlns:a16="http://schemas.microsoft.com/office/drawing/2014/main" id="{3E3A2562-0BAD-4619-B2F3-7D967E85A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3232"/>
              <a:ext cx="46" cy="28"/>
            </a:xfrm>
            <a:custGeom>
              <a:avLst/>
              <a:gdLst>
                <a:gd name="T0" fmla="*/ 144 w 23"/>
                <a:gd name="T1" fmla="*/ 19 h 13"/>
                <a:gd name="T2" fmla="*/ 8 w 23"/>
                <a:gd name="T3" fmla="*/ 52 h 13"/>
                <a:gd name="T4" fmla="*/ 24 w 23"/>
                <a:gd name="T5" fmla="*/ 129 h 13"/>
                <a:gd name="T6" fmla="*/ 152 w 23"/>
                <a:gd name="T7" fmla="*/ 129 h 13"/>
                <a:gd name="T8" fmla="*/ 144 w 23"/>
                <a:gd name="T9" fmla="*/ 1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18" y="2"/>
                  </a:moveTo>
                  <a:cubicBezTo>
                    <a:pt x="13" y="0"/>
                    <a:pt x="4" y="1"/>
                    <a:pt x="1" y="5"/>
                  </a:cubicBezTo>
                  <a:cubicBezTo>
                    <a:pt x="0" y="7"/>
                    <a:pt x="0" y="10"/>
                    <a:pt x="3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3" y="10"/>
                    <a:pt x="23" y="5"/>
                    <a:pt x="18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8" name="Freeform 159">
              <a:extLst>
                <a:ext uri="{FF2B5EF4-FFF2-40B4-BE49-F238E27FC236}">
                  <a16:creationId xmlns:a16="http://schemas.microsoft.com/office/drawing/2014/main" id="{A1BF8886-7D8A-4681-A004-20E55C92C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232"/>
              <a:ext cx="24" cy="7"/>
            </a:xfrm>
            <a:custGeom>
              <a:avLst/>
              <a:gdLst>
                <a:gd name="T0" fmla="*/ 96 w 12"/>
                <a:gd name="T1" fmla="*/ 12 h 3"/>
                <a:gd name="T2" fmla="*/ 0 w 12"/>
                <a:gd name="T3" fmla="*/ 37 h 3"/>
                <a:gd name="T4" fmla="*/ 96 w 1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1"/>
                    <a:pt x="0" y="3"/>
                  </a:cubicBezTo>
                  <a:cubicBezTo>
                    <a:pt x="3" y="2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9" name="Freeform 160">
              <a:extLst>
                <a:ext uri="{FF2B5EF4-FFF2-40B4-BE49-F238E27FC236}">
                  <a16:creationId xmlns:a16="http://schemas.microsoft.com/office/drawing/2014/main" id="{92CC1393-F331-4EB4-94AD-A4B8A767A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222"/>
              <a:ext cx="76" cy="38"/>
            </a:xfrm>
            <a:custGeom>
              <a:avLst/>
              <a:gdLst>
                <a:gd name="T0" fmla="*/ 136 w 38"/>
                <a:gd name="T1" fmla="*/ 0 h 18"/>
                <a:gd name="T2" fmla="*/ 40 w 38"/>
                <a:gd name="T3" fmla="*/ 49 h 18"/>
                <a:gd name="T4" fmla="*/ 8 w 38"/>
                <a:gd name="T5" fmla="*/ 152 h 18"/>
                <a:gd name="T6" fmla="*/ 8 w 38"/>
                <a:gd name="T7" fmla="*/ 169 h 18"/>
                <a:gd name="T8" fmla="*/ 288 w 38"/>
                <a:gd name="T9" fmla="*/ 169 h 18"/>
                <a:gd name="T10" fmla="*/ 280 w 38"/>
                <a:gd name="T11" fmla="*/ 49 h 18"/>
                <a:gd name="T12" fmla="*/ 136 w 38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8">
                  <a:moveTo>
                    <a:pt x="17" y="0"/>
                  </a:moveTo>
                  <a:cubicBezTo>
                    <a:pt x="12" y="0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1" y="17"/>
                    <a:pt x="1" y="17"/>
                    <a:pt x="1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8" y="13"/>
                    <a:pt x="38" y="8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0" name="Freeform 161">
              <a:extLst>
                <a:ext uri="{FF2B5EF4-FFF2-40B4-BE49-F238E27FC236}">
                  <a16:creationId xmlns:a16="http://schemas.microsoft.com/office/drawing/2014/main" id="{DB712D72-B427-494F-B705-654C598CBA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97" y="3236"/>
              <a:ext cx="44" cy="24"/>
            </a:xfrm>
            <a:custGeom>
              <a:avLst/>
              <a:gdLst>
                <a:gd name="T0" fmla="*/ 144 w 22"/>
                <a:gd name="T1" fmla="*/ 0 h 11"/>
                <a:gd name="T2" fmla="*/ 168 w 22"/>
                <a:gd name="T3" fmla="*/ 72 h 11"/>
                <a:gd name="T4" fmla="*/ 152 w 22"/>
                <a:gd name="T5" fmla="*/ 113 h 11"/>
                <a:gd name="T6" fmla="*/ 152 w 22"/>
                <a:gd name="T7" fmla="*/ 113 h 11"/>
                <a:gd name="T8" fmla="*/ 176 w 22"/>
                <a:gd name="T9" fmla="*/ 72 h 11"/>
                <a:gd name="T10" fmla="*/ 144 w 22"/>
                <a:gd name="T11" fmla="*/ 0 h 11"/>
                <a:gd name="T12" fmla="*/ 8 w 22"/>
                <a:gd name="T13" fmla="*/ 33 h 11"/>
                <a:gd name="T14" fmla="*/ 8 w 22"/>
                <a:gd name="T15" fmla="*/ 96 h 11"/>
                <a:gd name="T16" fmla="*/ 16 w 22"/>
                <a:gd name="T17" fmla="*/ 113 h 11"/>
                <a:gd name="T18" fmla="*/ 24 w 22"/>
                <a:gd name="T19" fmla="*/ 113 h 11"/>
                <a:gd name="T20" fmla="*/ 8 w 22"/>
                <a:gd name="T21" fmla="*/ 96 h 11"/>
                <a:gd name="T22" fmla="*/ 8 w 22"/>
                <a:gd name="T23" fmla="*/ 33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11">
                  <a:moveTo>
                    <a:pt x="18" y="0"/>
                  </a:moveTo>
                  <a:cubicBezTo>
                    <a:pt x="21" y="2"/>
                    <a:pt x="22" y="4"/>
                    <a:pt x="21" y="7"/>
                  </a:cubicBezTo>
                  <a:cubicBezTo>
                    <a:pt x="21" y="8"/>
                    <a:pt x="20" y="9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2" y="4"/>
                    <a:pt x="21" y="2"/>
                    <a:pt x="18" y="0"/>
                  </a:cubicBezTo>
                  <a:close/>
                  <a:moveTo>
                    <a:pt x="1" y="3"/>
                  </a:moveTo>
                  <a:cubicBezTo>
                    <a:pt x="0" y="4"/>
                    <a:pt x="0" y="7"/>
                    <a:pt x="1" y="9"/>
                  </a:cubicBezTo>
                  <a:cubicBezTo>
                    <a:pt x="1" y="10"/>
                    <a:pt x="2" y="10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0"/>
                    <a:pt x="2" y="9"/>
                    <a:pt x="1" y="9"/>
                  </a:cubicBezTo>
                  <a:cubicBezTo>
                    <a:pt x="0" y="7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1" name="Freeform 162">
              <a:extLst>
                <a:ext uri="{FF2B5EF4-FFF2-40B4-BE49-F238E27FC236}">
                  <a16:creationId xmlns:a16="http://schemas.microsoft.com/office/drawing/2014/main" id="{5D9320F6-C112-47F0-82CA-F19ACC2E0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222"/>
              <a:ext cx="76" cy="38"/>
            </a:xfrm>
            <a:custGeom>
              <a:avLst/>
              <a:gdLst>
                <a:gd name="T0" fmla="*/ 136 w 38"/>
                <a:gd name="T1" fmla="*/ 0 h 18"/>
                <a:gd name="T2" fmla="*/ 40 w 38"/>
                <a:gd name="T3" fmla="*/ 49 h 18"/>
                <a:gd name="T4" fmla="*/ 8 w 38"/>
                <a:gd name="T5" fmla="*/ 152 h 18"/>
                <a:gd name="T6" fmla="*/ 8 w 38"/>
                <a:gd name="T7" fmla="*/ 169 h 18"/>
                <a:gd name="T8" fmla="*/ 288 w 38"/>
                <a:gd name="T9" fmla="*/ 169 h 18"/>
                <a:gd name="T10" fmla="*/ 280 w 38"/>
                <a:gd name="T11" fmla="*/ 49 h 18"/>
                <a:gd name="T12" fmla="*/ 136 w 38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8">
                  <a:moveTo>
                    <a:pt x="17" y="0"/>
                  </a:moveTo>
                  <a:cubicBezTo>
                    <a:pt x="12" y="0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1" y="17"/>
                    <a:pt x="1" y="17"/>
                    <a:pt x="1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8" y="13"/>
                    <a:pt x="38" y="8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2" name="Freeform 163">
              <a:extLst>
                <a:ext uri="{FF2B5EF4-FFF2-40B4-BE49-F238E27FC236}">
                  <a16:creationId xmlns:a16="http://schemas.microsoft.com/office/drawing/2014/main" id="{7F5C3FA6-060D-4585-BE7C-4FFEE592B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226"/>
              <a:ext cx="16" cy="34"/>
            </a:xfrm>
            <a:custGeom>
              <a:avLst/>
              <a:gdLst>
                <a:gd name="T0" fmla="*/ 0 w 8"/>
                <a:gd name="T1" fmla="*/ 0 h 16"/>
                <a:gd name="T2" fmla="*/ 32 w 8"/>
                <a:gd name="T3" fmla="*/ 28 h 16"/>
                <a:gd name="T4" fmla="*/ 32 w 8"/>
                <a:gd name="T5" fmla="*/ 153 h 16"/>
                <a:gd name="T6" fmla="*/ 48 w 8"/>
                <a:gd name="T7" fmla="*/ 153 h 16"/>
                <a:gd name="T8" fmla="*/ 40 w 8"/>
                <a:gd name="T9" fmla="*/ 40 h 16"/>
                <a:gd name="T10" fmla="*/ 0 w 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1"/>
                    <a:pt x="2" y="2"/>
                    <a:pt x="4" y="3"/>
                  </a:cubicBezTo>
                  <a:cubicBezTo>
                    <a:pt x="6" y="6"/>
                    <a:pt x="7" y="11"/>
                    <a:pt x="4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1"/>
                    <a:pt x="7" y="7"/>
                    <a:pt x="5" y="4"/>
                  </a:cubicBezTo>
                  <a:cubicBezTo>
                    <a:pt x="3" y="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3" name="Freeform 164">
              <a:extLst>
                <a:ext uri="{FF2B5EF4-FFF2-40B4-BE49-F238E27FC236}">
                  <a16:creationId xmlns:a16="http://schemas.microsoft.com/office/drawing/2014/main" id="{E7F45BE5-62A1-4695-86E7-956B2D89E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232"/>
              <a:ext cx="46" cy="28"/>
            </a:xfrm>
            <a:custGeom>
              <a:avLst/>
              <a:gdLst>
                <a:gd name="T0" fmla="*/ 144 w 23"/>
                <a:gd name="T1" fmla="*/ 19 h 13"/>
                <a:gd name="T2" fmla="*/ 8 w 23"/>
                <a:gd name="T3" fmla="*/ 52 h 13"/>
                <a:gd name="T4" fmla="*/ 24 w 23"/>
                <a:gd name="T5" fmla="*/ 129 h 13"/>
                <a:gd name="T6" fmla="*/ 152 w 23"/>
                <a:gd name="T7" fmla="*/ 129 h 13"/>
                <a:gd name="T8" fmla="*/ 144 w 23"/>
                <a:gd name="T9" fmla="*/ 1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18" y="2"/>
                  </a:moveTo>
                  <a:cubicBezTo>
                    <a:pt x="13" y="0"/>
                    <a:pt x="4" y="1"/>
                    <a:pt x="1" y="5"/>
                  </a:cubicBezTo>
                  <a:cubicBezTo>
                    <a:pt x="0" y="7"/>
                    <a:pt x="0" y="10"/>
                    <a:pt x="3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3" y="10"/>
                    <a:pt x="23" y="5"/>
                    <a:pt x="18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4" name="Freeform 165">
              <a:extLst>
                <a:ext uri="{FF2B5EF4-FFF2-40B4-BE49-F238E27FC236}">
                  <a16:creationId xmlns:a16="http://schemas.microsoft.com/office/drawing/2014/main" id="{9EEAF2D1-3A66-4D63-B029-57290D7DA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3232"/>
              <a:ext cx="24" cy="7"/>
            </a:xfrm>
            <a:custGeom>
              <a:avLst/>
              <a:gdLst>
                <a:gd name="T0" fmla="*/ 96 w 12"/>
                <a:gd name="T1" fmla="*/ 12 h 3"/>
                <a:gd name="T2" fmla="*/ 0 w 12"/>
                <a:gd name="T3" fmla="*/ 37 h 3"/>
                <a:gd name="T4" fmla="*/ 96 w 1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1"/>
                    <a:pt x="0" y="3"/>
                  </a:cubicBezTo>
                  <a:cubicBezTo>
                    <a:pt x="3" y="2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5" name="Freeform 166">
              <a:extLst>
                <a:ext uri="{FF2B5EF4-FFF2-40B4-BE49-F238E27FC236}">
                  <a16:creationId xmlns:a16="http://schemas.microsoft.com/office/drawing/2014/main" id="{8E81CE19-6E64-46BF-A74E-443E68882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222"/>
              <a:ext cx="76" cy="38"/>
            </a:xfrm>
            <a:custGeom>
              <a:avLst/>
              <a:gdLst>
                <a:gd name="T0" fmla="*/ 136 w 38"/>
                <a:gd name="T1" fmla="*/ 0 h 18"/>
                <a:gd name="T2" fmla="*/ 40 w 38"/>
                <a:gd name="T3" fmla="*/ 49 h 18"/>
                <a:gd name="T4" fmla="*/ 8 w 38"/>
                <a:gd name="T5" fmla="*/ 152 h 18"/>
                <a:gd name="T6" fmla="*/ 8 w 38"/>
                <a:gd name="T7" fmla="*/ 169 h 18"/>
                <a:gd name="T8" fmla="*/ 288 w 38"/>
                <a:gd name="T9" fmla="*/ 169 h 18"/>
                <a:gd name="T10" fmla="*/ 280 w 38"/>
                <a:gd name="T11" fmla="*/ 49 h 18"/>
                <a:gd name="T12" fmla="*/ 136 w 38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8">
                  <a:moveTo>
                    <a:pt x="17" y="0"/>
                  </a:moveTo>
                  <a:cubicBezTo>
                    <a:pt x="12" y="0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1" y="17"/>
                    <a:pt x="1" y="17"/>
                    <a:pt x="1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8" y="13"/>
                    <a:pt x="38" y="8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6" name="Freeform 167">
              <a:extLst>
                <a:ext uri="{FF2B5EF4-FFF2-40B4-BE49-F238E27FC236}">
                  <a16:creationId xmlns:a16="http://schemas.microsoft.com/office/drawing/2014/main" id="{83FA4EA9-856B-4732-98BE-71F0957DCF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8" y="3236"/>
              <a:ext cx="44" cy="24"/>
            </a:xfrm>
            <a:custGeom>
              <a:avLst/>
              <a:gdLst>
                <a:gd name="T0" fmla="*/ 144 w 22"/>
                <a:gd name="T1" fmla="*/ 0 h 11"/>
                <a:gd name="T2" fmla="*/ 168 w 22"/>
                <a:gd name="T3" fmla="*/ 72 h 11"/>
                <a:gd name="T4" fmla="*/ 152 w 22"/>
                <a:gd name="T5" fmla="*/ 113 h 11"/>
                <a:gd name="T6" fmla="*/ 152 w 22"/>
                <a:gd name="T7" fmla="*/ 113 h 11"/>
                <a:gd name="T8" fmla="*/ 176 w 22"/>
                <a:gd name="T9" fmla="*/ 72 h 11"/>
                <a:gd name="T10" fmla="*/ 144 w 22"/>
                <a:gd name="T11" fmla="*/ 0 h 11"/>
                <a:gd name="T12" fmla="*/ 8 w 22"/>
                <a:gd name="T13" fmla="*/ 33 h 11"/>
                <a:gd name="T14" fmla="*/ 8 w 22"/>
                <a:gd name="T15" fmla="*/ 96 h 11"/>
                <a:gd name="T16" fmla="*/ 16 w 22"/>
                <a:gd name="T17" fmla="*/ 113 h 11"/>
                <a:gd name="T18" fmla="*/ 24 w 22"/>
                <a:gd name="T19" fmla="*/ 113 h 11"/>
                <a:gd name="T20" fmla="*/ 8 w 22"/>
                <a:gd name="T21" fmla="*/ 96 h 11"/>
                <a:gd name="T22" fmla="*/ 8 w 22"/>
                <a:gd name="T23" fmla="*/ 33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11">
                  <a:moveTo>
                    <a:pt x="18" y="0"/>
                  </a:moveTo>
                  <a:cubicBezTo>
                    <a:pt x="21" y="2"/>
                    <a:pt x="22" y="4"/>
                    <a:pt x="21" y="7"/>
                  </a:cubicBezTo>
                  <a:cubicBezTo>
                    <a:pt x="21" y="8"/>
                    <a:pt x="20" y="9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2" y="4"/>
                    <a:pt x="21" y="2"/>
                    <a:pt x="18" y="0"/>
                  </a:cubicBezTo>
                  <a:close/>
                  <a:moveTo>
                    <a:pt x="1" y="3"/>
                  </a:moveTo>
                  <a:cubicBezTo>
                    <a:pt x="0" y="4"/>
                    <a:pt x="0" y="7"/>
                    <a:pt x="1" y="9"/>
                  </a:cubicBezTo>
                  <a:cubicBezTo>
                    <a:pt x="1" y="10"/>
                    <a:pt x="2" y="10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0"/>
                    <a:pt x="2" y="9"/>
                    <a:pt x="1" y="9"/>
                  </a:cubicBezTo>
                  <a:cubicBezTo>
                    <a:pt x="0" y="7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7" name="Freeform 168">
              <a:extLst>
                <a:ext uri="{FF2B5EF4-FFF2-40B4-BE49-F238E27FC236}">
                  <a16:creationId xmlns:a16="http://schemas.microsoft.com/office/drawing/2014/main" id="{8DBE7B64-D1F0-4B1F-AD18-A5492D19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879"/>
              <a:ext cx="69" cy="83"/>
            </a:xfrm>
            <a:custGeom>
              <a:avLst/>
              <a:gdLst>
                <a:gd name="T0" fmla="*/ 229 w 35"/>
                <a:gd name="T1" fmla="*/ 117 h 39"/>
                <a:gd name="T2" fmla="*/ 160 w 35"/>
                <a:gd name="T3" fmla="*/ 19 h 39"/>
                <a:gd name="T4" fmla="*/ 69 w 35"/>
                <a:gd name="T5" fmla="*/ 28 h 39"/>
                <a:gd name="T6" fmla="*/ 69 w 35"/>
                <a:gd name="T7" fmla="*/ 298 h 39"/>
                <a:gd name="T8" fmla="*/ 244 w 35"/>
                <a:gd name="T9" fmla="*/ 298 h 39"/>
                <a:gd name="T10" fmla="*/ 229 w 35"/>
                <a:gd name="T11" fmla="*/ 11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0" y="12"/>
                  </a:moveTo>
                  <a:cubicBezTo>
                    <a:pt x="28" y="7"/>
                    <a:pt x="26" y="3"/>
                    <a:pt x="21" y="2"/>
                  </a:cubicBezTo>
                  <a:cubicBezTo>
                    <a:pt x="17" y="1"/>
                    <a:pt x="13" y="0"/>
                    <a:pt x="9" y="3"/>
                  </a:cubicBezTo>
                  <a:cubicBezTo>
                    <a:pt x="1" y="8"/>
                    <a:pt x="0" y="22"/>
                    <a:pt x="9" y="31"/>
                  </a:cubicBezTo>
                  <a:cubicBezTo>
                    <a:pt x="17" y="39"/>
                    <a:pt x="28" y="37"/>
                    <a:pt x="32" y="31"/>
                  </a:cubicBezTo>
                  <a:cubicBezTo>
                    <a:pt x="35" y="24"/>
                    <a:pt x="34" y="21"/>
                    <a:pt x="30" y="1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8" name="Freeform 169">
              <a:extLst>
                <a:ext uri="{FF2B5EF4-FFF2-40B4-BE49-F238E27FC236}">
                  <a16:creationId xmlns:a16="http://schemas.microsoft.com/office/drawing/2014/main" id="{44802451-3796-4D02-AB1E-0B0A0D85A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909"/>
              <a:ext cx="59" cy="51"/>
            </a:xfrm>
            <a:custGeom>
              <a:avLst/>
              <a:gdLst>
                <a:gd name="T0" fmla="*/ 212 w 30"/>
                <a:gd name="T1" fmla="*/ 153 h 24"/>
                <a:gd name="T2" fmla="*/ 228 w 30"/>
                <a:gd name="T3" fmla="*/ 104 h 24"/>
                <a:gd name="T4" fmla="*/ 212 w 30"/>
                <a:gd name="T5" fmla="*/ 145 h 24"/>
                <a:gd name="T6" fmla="*/ 47 w 30"/>
                <a:gd name="T7" fmla="*/ 145 h 24"/>
                <a:gd name="T8" fmla="*/ 8 w 30"/>
                <a:gd name="T9" fmla="*/ 0 h 24"/>
                <a:gd name="T10" fmla="*/ 47 w 30"/>
                <a:gd name="T11" fmla="*/ 153 h 24"/>
                <a:gd name="T12" fmla="*/ 212 w 30"/>
                <a:gd name="T13" fmla="*/ 15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4">
                  <a:moveTo>
                    <a:pt x="28" y="16"/>
                  </a:moveTo>
                  <a:cubicBezTo>
                    <a:pt x="29" y="14"/>
                    <a:pt x="30" y="12"/>
                    <a:pt x="30" y="11"/>
                  </a:cubicBezTo>
                  <a:cubicBezTo>
                    <a:pt x="30" y="12"/>
                    <a:pt x="29" y="13"/>
                    <a:pt x="28" y="15"/>
                  </a:cubicBezTo>
                  <a:cubicBezTo>
                    <a:pt x="25" y="21"/>
                    <a:pt x="14" y="23"/>
                    <a:pt x="6" y="15"/>
                  </a:cubicBezTo>
                  <a:cubicBezTo>
                    <a:pt x="2" y="11"/>
                    <a:pt x="0" y="5"/>
                    <a:pt x="1" y="0"/>
                  </a:cubicBezTo>
                  <a:cubicBezTo>
                    <a:pt x="0" y="5"/>
                    <a:pt x="2" y="12"/>
                    <a:pt x="6" y="16"/>
                  </a:cubicBezTo>
                  <a:cubicBezTo>
                    <a:pt x="14" y="24"/>
                    <a:pt x="25" y="23"/>
                    <a:pt x="28" y="1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9" name="Freeform 170">
              <a:extLst>
                <a:ext uri="{FF2B5EF4-FFF2-40B4-BE49-F238E27FC236}">
                  <a16:creationId xmlns:a16="http://schemas.microsoft.com/office/drawing/2014/main" id="{96B66CDC-DDB2-4881-BECB-A917E50B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881"/>
              <a:ext cx="57" cy="51"/>
            </a:xfrm>
            <a:custGeom>
              <a:avLst/>
              <a:gdLst>
                <a:gd name="T0" fmla="*/ 47 w 29"/>
                <a:gd name="T1" fmla="*/ 40 h 24"/>
                <a:gd name="T2" fmla="*/ 128 w 29"/>
                <a:gd name="T3" fmla="*/ 28 h 24"/>
                <a:gd name="T4" fmla="*/ 189 w 29"/>
                <a:gd name="T5" fmla="*/ 117 h 24"/>
                <a:gd name="T6" fmla="*/ 220 w 29"/>
                <a:gd name="T7" fmla="*/ 230 h 24"/>
                <a:gd name="T8" fmla="*/ 189 w 29"/>
                <a:gd name="T9" fmla="*/ 104 h 24"/>
                <a:gd name="T10" fmla="*/ 128 w 29"/>
                <a:gd name="T11" fmla="*/ 9 h 24"/>
                <a:gd name="T12" fmla="*/ 47 w 29"/>
                <a:gd name="T13" fmla="*/ 19 h 24"/>
                <a:gd name="T14" fmla="*/ 0 w 29"/>
                <a:gd name="T15" fmla="*/ 145 h 24"/>
                <a:gd name="T16" fmla="*/ 47 w 29"/>
                <a:gd name="T17" fmla="*/ 4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4">
                  <a:moveTo>
                    <a:pt x="6" y="4"/>
                  </a:moveTo>
                  <a:cubicBezTo>
                    <a:pt x="9" y="1"/>
                    <a:pt x="13" y="2"/>
                    <a:pt x="17" y="3"/>
                  </a:cubicBezTo>
                  <a:cubicBezTo>
                    <a:pt x="21" y="4"/>
                    <a:pt x="23" y="8"/>
                    <a:pt x="25" y="12"/>
                  </a:cubicBezTo>
                  <a:cubicBezTo>
                    <a:pt x="28" y="17"/>
                    <a:pt x="29" y="20"/>
                    <a:pt x="29" y="24"/>
                  </a:cubicBezTo>
                  <a:cubicBezTo>
                    <a:pt x="29" y="20"/>
                    <a:pt x="28" y="17"/>
                    <a:pt x="25" y="11"/>
                  </a:cubicBezTo>
                  <a:cubicBezTo>
                    <a:pt x="23" y="6"/>
                    <a:pt x="21" y="3"/>
                    <a:pt x="17" y="1"/>
                  </a:cubicBezTo>
                  <a:cubicBezTo>
                    <a:pt x="13" y="0"/>
                    <a:pt x="9" y="0"/>
                    <a:pt x="6" y="2"/>
                  </a:cubicBezTo>
                  <a:cubicBezTo>
                    <a:pt x="2" y="5"/>
                    <a:pt x="0" y="10"/>
                    <a:pt x="0" y="15"/>
                  </a:cubicBezTo>
                  <a:cubicBezTo>
                    <a:pt x="0" y="10"/>
                    <a:pt x="2" y="6"/>
                    <a:pt x="6" y="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0" name="Freeform 171">
              <a:extLst>
                <a:ext uri="{FF2B5EF4-FFF2-40B4-BE49-F238E27FC236}">
                  <a16:creationId xmlns:a16="http://schemas.microsoft.com/office/drawing/2014/main" id="{72BE6B67-766D-4FB0-97F7-DB0C354C5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896"/>
              <a:ext cx="37" cy="49"/>
            </a:xfrm>
            <a:custGeom>
              <a:avLst/>
              <a:gdLst>
                <a:gd name="T0" fmla="*/ 140 w 19"/>
                <a:gd name="T1" fmla="*/ 145 h 23"/>
                <a:gd name="T2" fmla="*/ 31 w 19"/>
                <a:gd name="T3" fmla="*/ 117 h 23"/>
                <a:gd name="T4" fmla="*/ 72 w 19"/>
                <a:gd name="T5" fmla="*/ 0 h 23"/>
                <a:gd name="T6" fmla="*/ 140 w 19"/>
                <a:gd name="T7" fmla="*/ 14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19" y="15"/>
                  </a:moveTo>
                  <a:cubicBezTo>
                    <a:pt x="18" y="23"/>
                    <a:pt x="8" y="22"/>
                    <a:pt x="4" y="12"/>
                  </a:cubicBezTo>
                  <a:cubicBezTo>
                    <a:pt x="0" y="3"/>
                    <a:pt x="7" y="0"/>
                    <a:pt x="10" y="0"/>
                  </a:cubicBezTo>
                  <a:cubicBezTo>
                    <a:pt x="15" y="1"/>
                    <a:pt x="19" y="9"/>
                    <a:pt x="19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1" name="Freeform 172">
              <a:extLst>
                <a:ext uri="{FF2B5EF4-FFF2-40B4-BE49-F238E27FC236}">
                  <a16:creationId xmlns:a16="http://schemas.microsoft.com/office/drawing/2014/main" id="{A7A4FD2E-22C6-4E4B-BFD1-7310AB3F9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898"/>
              <a:ext cx="29" cy="45"/>
            </a:xfrm>
            <a:custGeom>
              <a:avLst/>
              <a:gdLst>
                <a:gd name="T0" fmla="*/ 108 w 15"/>
                <a:gd name="T1" fmla="*/ 180 h 21"/>
                <a:gd name="T2" fmla="*/ 23 w 15"/>
                <a:gd name="T3" fmla="*/ 96 h 21"/>
                <a:gd name="T4" fmla="*/ 29 w 15"/>
                <a:gd name="T5" fmla="*/ 0 h 21"/>
                <a:gd name="T6" fmla="*/ 15 w 15"/>
                <a:gd name="T7" fmla="*/ 109 h 21"/>
                <a:gd name="T8" fmla="*/ 108 w 15"/>
                <a:gd name="T9" fmla="*/ 18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15" y="18"/>
                  </a:moveTo>
                  <a:cubicBezTo>
                    <a:pt x="12" y="20"/>
                    <a:pt x="6" y="17"/>
                    <a:pt x="3" y="10"/>
                  </a:cubicBezTo>
                  <a:cubicBezTo>
                    <a:pt x="1" y="5"/>
                    <a:pt x="2" y="2"/>
                    <a:pt x="4" y="0"/>
                  </a:cubicBezTo>
                  <a:cubicBezTo>
                    <a:pt x="1" y="2"/>
                    <a:pt x="0" y="5"/>
                    <a:pt x="2" y="11"/>
                  </a:cubicBezTo>
                  <a:cubicBezTo>
                    <a:pt x="5" y="19"/>
                    <a:pt x="12" y="21"/>
                    <a:pt x="15" y="1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2" name="Freeform 173">
              <a:extLst>
                <a:ext uri="{FF2B5EF4-FFF2-40B4-BE49-F238E27FC236}">
                  <a16:creationId xmlns:a16="http://schemas.microsoft.com/office/drawing/2014/main" id="{77BA87BC-975D-4E75-82AB-30DF068C4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898"/>
              <a:ext cx="12" cy="21"/>
            </a:xfrm>
            <a:custGeom>
              <a:avLst/>
              <a:gdLst>
                <a:gd name="T0" fmla="*/ 48 w 6"/>
                <a:gd name="T1" fmla="*/ 92 h 10"/>
                <a:gd name="T2" fmla="*/ 0 w 6"/>
                <a:gd name="T3" fmla="*/ 0 h 10"/>
                <a:gd name="T4" fmla="*/ 48 w 6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5" y="7"/>
                    <a:pt x="2" y="2"/>
                    <a:pt x="0" y="0"/>
                  </a:cubicBezTo>
                  <a:cubicBezTo>
                    <a:pt x="1" y="2"/>
                    <a:pt x="5" y="7"/>
                    <a:pt x="6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3" name="Freeform 174">
              <a:extLst>
                <a:ext uri="{FF2B5EF4-FFF2-40B4-BE49-F238E27FC236}">
                  <a16:creationId xmlns:a16="http://schemas.microsoft.com/office/drawing/2014/main" id="{47513844-E7F6-478C-9BD8-1D9F5DCAA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909"/>
              <a:ext cx="23" cy="32"/>
            </a:xfrm>
            <a:custGeom>
              <a:avLst/>
              <a:gdLst>
                <a:gd name="T0" fmla="*/ 15 w 12"/>
                <a:gd name="T1" fmla="*/ 0 h 15"/>
                <a:gd name="T2" fmla="*/ 84 w 12"/>
                <a:gd name="T3" fmla="*/ 145 h 15"/>
                <a:gd name="T4" fmla="*/ 15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2" y="0"/>
                  </a:moveTo>
                  <a:cubicBezTo>
                    <a:pt x="1" y="3"/>
                    <a:pt x="4" y="14"/>
                    <a:pt x="12" y="15"/>
                  </a:cubicBezTo>
                  <a:cubicBezTo>
                    <a:pt x="8" y="15"/>
                    <a:pt x="0" y="10"/>
                    <a:pt x="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4" name="Freeform 175">
              <a:extLst>
                <a:ext uri="{FF2B5EF4-FFF2-40B4-BE49-F238E27FC236}">
                  <a16:creationId xmlns:a16="http://schemas.microsoft.com/office/drawing/2014/main" id="{4D527BDF-5C60-4A61-A8DF-C09E94206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879"/>
              <a:ext cx="69" cy="83"/>
            </a:xfrm>
            <a:custGeom>
              <a:avLst/>
              <a:gdLst>
                <a:gd name="T0" fmla="*/ 229 w 35"/>
                <a:gd name="T1" fmla="*/ 117 h 39"/>
                <a:gd name="T2" fmla="*/ 160 w 35"/>
                <a:gd name="T3" fmla="*/ 19 h 39"/>
                <a:gd name="T4" fmla="*/ 69 w 35"/>
                <a:gd name="T5" fmla="*/ 28 h 39"/>
                <a:gd name="T6" fmla="*/ 69 w 35"/>
                <a:gd name="T7" fmla="*/ 298 h 39"/>
                <a:gd name="T8" fmla="*/ 244 w 35"/>
                <a:gd name="T9" fmla="*/ 298 h 39"/>
                <a:gd name="T10" fmla="*/ 229 w 35"/>
                <a:gd name="T11" fmla="*/ 11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0" y="12"/>
                  </a:moveTo>
                  <a:cubicBezTo>
                    <a:pt x="28" y="7"/>
                    <a:pt x="26" y="3"/>
                    <a:pt x="21" y="2"/>
                  </a:cubicBezTo>
                  <a:cubicBezTo>
                    <a:pt x="17" y="1"/>
                    <a:pt x="13" y="0"/>
                    <a:pt x="9" y="3"/>
                  </a:cubicBezTo>
                  <a:cubicBezTo>
                    <a:pt x="1" y="8"/>
                    <a:pt x="0" y="22"/>
                    <a:pt x="9" y="31"/>
                  </a:cubicBezTo>
                  <a:cubicBezTo>
                    <a:pt x="17" y="39"/>
                    <a:pt x="28" y="37"/>
                    <a:pt x="32" y="31"/>
                  </a:cubicBezTo>
                  <a:cubicBezTo>
                    <a:pt x="35" y="24"/>
                    <a:pt x="34" y="21"/>
                    <a:pt x="30" y="12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5" name="Freeform 176">
              <a:extLst>
                <a:ext uri="{FF2B5EF4-FFF2-40B4-BE49-F238E27FC236}">
                  <a16:creationId xmlns:a16="http://schemas.microsoft.com/office/drawing/2014/main" id="{94692DA0-CC65-4ED7-AC0D-85D421846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896"/>
              <a:ext cx="33" cy="45"/>
            </a:xfrm>
            <a:custGeom>
              <a:avLst/>
              <a:gdLst>
                <a:gd name="T0" fmla="*/ 124 w 17"/>
                <a:gd name="T1" fmla="*/ 148 h 21"/>
                <a:gd name="T2" fmla="*/ 87 w 17"/>
                <a:gd name="T3" fmla="*/ 197 h 21"/>
                <a:gd name="T4" fmla="*/ 16 w 17"/>
                <a:gd name="T5" fmla="*/ 120 h 21"/>
                <a:gd name="T6" fmla="*/ 23 w 17"/>
                <a:gd name="T7" fmla="*/ 19 h 21"/>
                <a:gd name="T8" fmla="*/ 60 w 17"/>
                <a:gd name="T9" fmla="*/ 0 h 21"/>
                <a:gd name="T10" fmla="*/ 60 w 17"/>
                <a:gd name="T11" fmla="*/ 0 h 21"/>
                <a:gd name="T12" fmla="*/ 16 w 17"/>
                <a:gd name="T13" fmla="*/ 19 h 21"/>
                <a:gd name="T14" fmla="*/ 16 w 17"/>
                <a:gd name="T15" fmla="*/ 120 h 21"/>
                <a:gd name="T16" fmla="*/ 87 w 17"/>
                <a:gd name="T17" fmla="*/ 197 h 21"/>
                <a:gd name="T18" fmla="*/ 124 w 17"/>
                <a:gd name="T19" fmla="*/ 148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21">
                  <a:moveTo>
                    <a:pt x="17" y="15"/>
                  </a:moveTo>
                  <a:cubicBezTo>
                    <a:pt x="16" y="18"/>
                    <a:pt x="14" y="20"/>
                    <a:pt x="12" y="20"/>
                  </a:cubicBezTo>
                  <a:cubicBezTo>
                    <a:pt x="9" y="21"/>
                    <a:pt x="4" y="18"/>
                    <a:pt x="2" y="12"/>
                  </a:cubicBezTo>
                  <a:cubicBezTo>
                    <a:pt x="0" y="7"/>
                    <a:pt x="1" y="4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1" y="4"/>
                    <a:pt x="0" y="7"/>
                    <a:pt x="2" y="12"/>
                  </a:cubicBezTo>
                  <a:cubicBezTo>
                    <a:pt x="4" y="19"/>
                    <a:pt x="9" y="21"/>
                    <a:pt x="12" y="20"/>
                  </a:cubicBezTo>
                  <a:cubicBezTo>
                    <a:pt x="15" y="20"/>
                    <a:pt x="16" y="18"/>
                    <a:pt x="17" y="1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6" name="Freeform 177">
              <a:extLst>
                <a:ext uri="{FF2B5EF4-FFF2-40B4-BE49-F238E27FC236}">
                  <a16:creationId xmlns:a16="http://schemas.microsoft.com/office/drawing/2014/main" id="{45746FFC-4361-46ED-A857-42FD1DEFA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596"/>
              <a:ext cx="68" cy="81"/>
            </a:xfrm>
            <a:custGeom>
              <a:avLst/>
              <a:gdLst>
                <a:gd name="T0" fmla="*/ 232 w 34"/>
                <a:gd name="T1" fmla="*/ 104 h 38"/>
                <a:gd name="T2" fmla="*/ 160 w 34"/>
                <a:gd name="T3" fmla="*/ 9 h 38"/>
                <a:gd name="T4" fmla="*/ 72 w 34"/>
                <a:gd name="T5" fmla="*/ 19 h 38"/>
                <a:gd name="T6" fmla="*/ 64 w 34"/>
                <a:gd name="T7" fmla="*/ 290 h 38"/>
                <a:gd name="T8" fmla="*/ 248 w 34"/>
                <a:gd name="T9" fmla="*/ 290 h 38"/>
                <a:gd name="T10" fmla="*/ 232 w 34"/>
                <a:gd name="T11" fmla="*/ 1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8">
                  <a:moveTo>
                    <a:pt x="29" y="11"/>
                  </a:moveTo>
                  <a:cubicBezTo>
                    <a:pt x="27" y="6"/>
                    <a:pt x="25" y="2"/>
                    <a:pt x="20" y="1"/>
                  </a:cubicBezTo>
                  <a:cubicBezTo>
                    <a:pt x="17" y="0"/>
                    <a:pt x="12" y="0"/>
                    <a:pt x="9" y="2"/>
                  </a:cubicBezTo>
                  <a:cubicBezTo>
                    <a:pt x="0" y="7"/>
                    <a:pt x="0" y="21"/>
                    <a:pt x="8" y="30"/>
                  </a:cubicBezTo>
                  <a:cubicBezTo>
                    <a:pt x="16" y="38"/>
                    <a:pt x="28" y="36"/>
                    <a:pt x="31" y="30"/>
                  </a:cubicBezTo>
                  <a:cubicBezTo>
                    <a:pt x="34" y="24"/>
                    <a:pt x="33" y="20"/>
                    <a:pt x="29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7" name="Freeform 178">
              <a:extLst>
                <a:ext uri="{FF2B5EF4-FFF2-40B4-BE49-F238E27FC236}">
                  <a16:creationId xmlns:a16="http://schemas.microsoft.com/office/drawing/2014/main" id="{0B214300-53D2-4FCA-A419-EDA24C17C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624"/>
              <a:ext cx="60" cy="53"/>
            </a:xfrm>
            <a:custGeom>
              <a:avLst/>
              <a:gdLst>
                <a:gd name="T0" fmla="*/ 232 w 30"/>
                <a:gd name="T1" fmla="*/ 161 h 25"/>
                <a:gd name="T2" fmla="*/ 240 w 30"/>
                <a:gd name="T3" fmla="*/ 104 h 25"/>
                <a:gd name="T4" fmla="*/ 232 w 30"/>
                <a:gd name="T5" fmla="*/ 144 h 25"/>
                <a:gd name="T6" fmla="*/ 56 w 30"/>
                <a:gd name="T7" fmla="*/ 144 h 25"/>
                <a:gd name="T8" fmla="*/ 8 w 30"/>
                <a:gd name="T9" fmla="*/ 0 h 25"/>
                <a:gd name="T10" fmla="*/ 48 w 30"/>
                <a:gd name="T11" fmla="*/ 161 h 25"/>
                <a:gd name="T12" fmla="*/ 232 w 30"/>
                <a:gd name="T13" fmla="*/ 16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29" y="17"/>
                  </a:moveTo>
                  <a:cubicBezTo>
                    <a:pt x="30" y="15"/>
                    <a:pt x="30" y="13"/>
                    <a:pt x="30" y="11"/>
                  </a:cubicBezTo>
                  <a:cubicBezTo>
                    <a:pt x="30" y="12"/>
                    <a:pt x="29" y="14"/>
                    <a:pt x="29" y="15"/>
                  </a:cubicBezTo>
                  <a:cubicBezTo>
                    <a:pt x="25" y="21"/>
                    <a:pt x="14" y="23"/>
                    <a:pt x="7" y="15"/>
                  </a:cubicBezTo>
                  <a:cubicBezTo>
                    <a:pt x="2" y="11"/>
                    <a:pt x="1" y="5"/>
                    <a:pt x="1" y="0"/>
                  </a:cubicBezTo>
                  <a:cubicBezTo>
                    <a:pt x="0" y="6"/>
                    <a:pt x="2" y="12"/>
                    <a:pt x="6" y="17"/>
                  </a:cubicBezTo>
                  <a:cubicBezTo>
                    <a:pt x="14" y="25"/>
                    <a:pt x="25" y="23"/>
                    <a:pt x="29" y="1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8" name="Freeform 179">
              <a:extLst>
                <a:ext uri="{FF2B5EF4-FFF2-40B4-BE49-F238E27FC236}">
                  <a16:creationId xmlns:a16="http://schemas.microsoft.com/office/drawing/2014/main" id="{BA919566-7B0A-42D9-8B70-6633B356B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596"/>
              <a:ext cx="58" cy="51"/>
            </a:xfrm>
            <a:custGeom>
              <a:avLst/>
              <a:gdLst>
                <a:gd name="T0" fmla="*/ 48 w 29"/>
                <a:gd name="T1" fmla="*/ 40 h 24"/>
                <a:gd name="T2" fmla="*/ 136 w 29"/>
                <a:gd name="T3" fmla="*/ 28 h 24"/>
                <a:gd name="T4" fmla="*/ 208 w 29"/>
                <a:gd name="T5" fmla="*/ 117 h 24"/>
                <a:gd name="T6" fmla="*/ 232 w 29"/>
                <a:gd name="T7" fmla="*/ 230 h 24"/>
                <a:gd name="T8" fmla="*/ 208 w 29"/>
                <a:gd name="T9" fmla="*/ 104 h 24"/>
                <a:gd name="T10" fmla="*/ 136 w 29"/>
                <a:gd name="T11" fmla="*/ 19 h 24"/>
                <a:gd name="T12" fmla="*/ 48 w 29"/>
                <a:gd name="T13" fmla="*/ 28 h 24"/>
                <a:gd name="T14" fmla="*/ 0 w 29"/>
                <a:gd name="T15" fmla="*/ 145 h 24"/>
                <a:gd name="T16" fmla="*/ 48 w 29"/>
                <a:gd name="T17" fmla="*/ 4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4">
                  <a:moveTo>
                    <a:pt x="6" y="4"/>
                  </a:moveTo>
                  <a:cubicBezTo>
                    <a:pt x="10" y="2"/>
                    <a:pt x="14" y="2"/>
                    <a:pt x="17" y="3"/>
                  </a:cubicBezTo>
                  <a:cubicBezTo>
                    <a:pt x="22" y="4"/>
                    <a:pt x="24" y="8"/>
                    <a:pt x="26" y="12"/>
                  </a:cubicBezTo>
                  <a:cubicBezTo>
                    <a:pt x="28" y="17"/>
                    <a:pt x="29" y="21"/>
                    <a:pt x="29" y="24"/>
                  </a:cubicBezTo>
                  <a:cubicBezTo>
                    <a:pt x="29" y="20"/>
                    <a:pt x="28" y="17"/>
                    <a:pt x="26" y="11"/>
                  </a:cubicBezTo>
                  <a:cubicBezTo>
                    <a:pt x="24" y="7"/>
                    <a:pt x="22" y="3"/>
                    <a:pt x="17" y="2"/>
                  </a:cubicBezTo>
                  <a:cubicBezTo>
                    <a:pt x="14" y="1"/>
                    <a:pt x="10" y="0"/>
                    <a:pt x="6" y="3"/>
                  </a:cubicBezTo>
                  <a:cubicBezTo>
                    <a:pt x="2" y="5"/>
                    <a:pt x="0" y="10"/>
                    <a:pt x="0" y="15"/>
                  </a:cubicBezTo>
                  <a:cubicBezTo>
                    <a:pt x="0" y="10"/>
                    <a:pt x="2" y="6"/>
                    <a:pt x="6" y="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9" name="Freeform 180">
              <a:extLst>
                <a:ext uri="{FF2B5EF4-FFF2-40B4-BE49-F238E27FC236}">
                  <a16:creationId xmlns:a16="http://schemas.microsoft.com/office/drawing/2014/main" id="{2B0B0633-1C56-4350-B504-D96D6093C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611"/>
              <a:ext cx="38" cy="49"/>
            </a:xfrm>
            <a:custGeom>
              <a:avLst/>
              <a:gdLst>
                <a:gd name="T0" fmla="*/ 144 w 19"/>
                <a:gd name="T1" fmla="*/ 145 h 23"/>
                <a:gd name="T2" fmla="*/ 24 w 19"/>
                <a:gd name="T3" fmla="*/ 128 h 23"/>
                <a:gd name="T4" fmla="*/ 72 w 19"/>
                <a:gd name="T5" fmla="*/ 0 h 23"/>
                <a:gd name="T6" fmla="*/ 144 w 19"/>
                <a:gd name="T7" fmla="*/ 14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18" y="15"/>
                  </a:moveTo>
                  <a:cubicBezTo>
                    <a:pt x="17" y="23"/>
                    <a:pt x="7" y="22"/>
                    <a:pt x="3" y="13"/>
                  </a:cubicBezTo>
                  <a:cubicBezTo>
                    <a:pt x="0" y="3"/>
                    <a:pt x="6" y="0"/>
                    <a:pt x="9" y="0"/>
                  </a:cubicBezTo>
                  <a:cubicBezTo>
                    <a:pt x="14" y="1"/>
                    <a:pt x="19" y="10"/>
                    <a:pt x="18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0" name="Freeform 181">
              <a:extLst>
                <a:ext uri="{FF2B5EF4-FFF2-40B4-BE49-F238E27FC236}">
                  <a16:creationId xmlns:a16="http://schemas.microsoft.com/office/drawing/2014/main" id="{69AF0E94-AD90-4F4A-883C-F2A8BFFD7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613"/>
              <a:ext cx="30" cy="47"/>
            </a:xfrm>
            <a:custGeom>
              <a:avLst/>
              <a:gdLst>
                <a:gd name="T0" fmla="*/ 120 w 15"/>
                <a:gd name="T1" fmla="*/ 173 h 22"/>
                <a:gd name="T2" fmla="*/ 32 w 15"/>
                <a:gd name="T3" fmla="*/ 109 h 22"/>
                <a:gd name="T4" fmla="*/ 32 w 15"/>
                <a:gd name="T5" fmla="*/ 0 h 22"/>
                <a:gd name="T6" fmla="*/ 16 w 15"/>
                <a:gd name="T7" fmla="*/ 120 h 22"/>
                <a:gd name="T8" fmla="*/ 120 w 15"/>
                <a:gd name="T9" fmla="*/ 17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15" y="18"/>
                  </a:moveTo>
                  <a:cubicBezTo>
                    <a:pt x="12" y="20"/>
                    <a:pt x="6" y="17"/>
                    <a:pt x="4" y="11"/>
                  </a:cubicBezTo>
                  <a:cubicBezTo>
                    <a:pt x="2" y="6"/>
                    <a:pt x="2" y="2"/>
                    <a:pt x="4" y="0"/>
                  </a:cubicBezTo>
                  <a:cubicBezTo>
                    <a:pt x="2" y="2"/>
                    <a:pt x="0" y="5"/>
                    <a:pt x="2" y="12"/>
                  </a:cubicBezTo>
                  <a:cubicBezTo>
                    <a:pt x="5" y="19"/>
                    <a:pt x="12" y="22"/>
                    <a:pt x="15" y="1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1" name="Freeform 182">
              <a:extLst>
                <a:ext uri="{FF2B5EF4-FFF2-40B4-BE49-F238E27FC236}">
                  <a16:creationId xmlns:a16="http://schemas.microsoft.com/office/drawing/2014/main" id="{DBA2C81F-17D8-455A-8429-03817E601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615"/>
              <a:ext cx="12" cy="21"/>
            </a:xfrm>
            <a:custGeom>
              <a:avLst/>
              <a:gdLst>
                <a:gd name="T0" fmla="*/ 48 w 6"/>
                <a:gd name="T1" fmla="*/ 92 h 10"/>
                <a:gd name="T2" fmla="*/ 0 w 6"/>
                <a:gd name="T3" fmla="*/ 0 h 10"/>
                <a:gd name="T4" fmla="*/ 48 w 6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6" y="6"/>
                    <a:pt x="3" y="1"/>
                    <a:pt x="0" y="0"/>
                  </a:cubicBezTo>
                  <a:cubicBezTo>
                    <a:pt x="2" y="2"/>
                    <a:pt x="5" y="6"/>
                    <a:pt x="6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2" name="Freeform 183">
              <a:extLst>
                <a:ext uri="{FF2B5EF4-FFF2-40B4-BE49-F238E27FC236}">
                  <a16:creationId xmlns:a16="http://schemas.microsoft.com/office/drawing/2014/main" id="{B00CFB1A-E345-4DEC-9E1B-E638C61F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626"/>
              <a:ext cx="22" cy="29"/>
            </a:xfrm>
            <a:custGeom>
              <a:avLst/>
              <a:gdLst>
                <a:gd name="T0" fmla="*/ 8 w 11"/>
                <a:gd name="T1" fmla="*/ 0 h 14"/>
                <a:gd name="T2" fmla="*/ 88 w 11"/>
                <a:gd name="T3" fmla="*/ 124 h 14"/>
                <a:gd name="T4" fmla="*/ 8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0"/>
                  </a:moveTo>
                  <a:cubicBezTo>
                    <a:pt x="0" y="2"/>
                    <a:pt x="3" y="13"/>
                    <a:pt x="11" y="14"/>
                  </a:cubicBezTo>
                  <a:cubicBezTo>
                    <a:pt x="8" y="14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3" name="Freeform 184">
              <a:extLst>
                <a:ext uri="{FF2B5EF4-FFF2-40B4-BE49-F238E27FC236}">
                  <a16:creationId xmlns:a16="http://schemas.microsoft.com/office/drawing/2014/main" id="{3B582270-D5FB-4957-81B1-5BAD38321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596"/>
              <a:ext cx="68" cy="81"/>
            </a:xfrm>
            <a:custGeom>
              <a:avLst/>
              <a:gdLst>
                <a:gd name="T0" fmla="*/ 232 w 34"/>
                <a:gd name="T1" fmla="*/ 104 h 38"/>
                <a:gd name="T2" fmla="*/ 160 w 34"/>
                <a:gd name="T3" fmla="*/ 9 h 38"/>
                <a:gd name="T4" fmla="*/ 72 w 34"/>
                <a:gd name="T5" fmla="*/ 19 h 38"/>
                <a:gd name="T6" fmla="*/ 64 w 34"/>
                <a:gd name="T7" fmla="*/ 290 h 38"/>
                <a:gd name="T8" fmla="*/ 248 w 34"/>
                <a:gd name="T9" fmla="*/ 290 h 38"/>
                <a:gd name="T10" fmla="*/ 232 w 34"/>
                <a:gd name="T11" fmla="*/ 1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8">
                  <a:moveTo>
                    <a:pt x="29" y="11"/>
                  </a:moveTo>
                  <a:cubicBezTo>
                    <a:pt x="27" y="6"/>
                    <a:pt x="25" y="2"/>
                    <a:pt x="20" y="1"/>
                  </a:cubicBezTo>
                  <a:cubicBezTo>
                    <a:pt x="17" y="0"/>
                    <a:pt x="12" y="0"/>
                    <a:pt x="9" y="2"/>
                  </a:cubicBezTo>
                  <a:cubicBezTo>
                    <a:pt x="0" y="7"/>
                    <a:pt x="0" y="21"/>
                    <a:pt x="8" y="30"/>
                  </a:cubicBezTo>
                  <a:cubicBezTo>
                    <a:pt x="16" y="38"/>
                    <a:pt x="28" y="36"/>
                    <a:pt x="31" y="30"/>
                  </a:cubicBezTo>
                  <a:cubicBezTo>
                    <a:pt x="34" y="24"/>
                    <a:pt x="33" y="20"/>
                    <a:pt x="29" y="1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4" name="Freeform 185">
              <a:extLst>
                <a:ext uri="{FF2B5EF4-FFF2-40B4-BE49-F238E27FC236}">
                  <a16:creationId xmlns:a16="http://schemas.microsoft.com/office/drawing/2014/main" id="{89AE0E1F-F510-4079-AE88-6FA99CCD9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611"/>
              <a:ext cx="34" cy="44"/>
            </a:xfrm>
            <a:custGeom>
              <a:avLst/>
              <a:gdLst>
                <a:gd name="T0" fmla="*/ 136 w 17"/>
                <a:gd name="T1" fmla="*/ 136 h 21"/>
                <a:gd name="T2" fmla="*/ 96 w 17"/>
                <a:gd name="T3" fmla="*/ 184 h 21"/>
                <a:gd name="T4" fmla="*/ 16 w 17"/>
                <a:gd name="T5" fmla="*/ 119 h 21"/>
                <a:gd name="T6" fmla="*/ 24 w 17"/>
                <a:gd name="T7" fmla="*/ 27 h 21"/>
                <a:gd name="T8" fmla="*/ 64 w 17"/>
                <a:gd name="T9" fmla="*/ 0 h 21"/>
                <a:gd name="T10" fmla="*/ 64 w 17"/>
                <a:gd name="T11" fmla="*/ 0 h 21"/>
                <a:gd name="T12" fmla="*/ 24 w 17"/>
                <a:gd name="T13" fmla="*/ 27 h 21"/>
                <a:gd name="T14" fmla="*/ 16 w 17"/>
                <a:gd name="T15" fmla="*/ 119 h 21"/>
                <a:gd name="T16" fmla="*/ 96 w 17"/>
                <a:gd name="T17" fmla="*/ 193 h 21"/>
                <a:gd name="T18" fmla="*/ 136 w 17"/>
                <a:gd name="T19" fmla="*/ 136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21">
                  <a:moveTo>
                    <a:pt x="17" y="15"/>
                  </a:moveTo>
                  <a:cubicBezTo>
                    <a:pt x="17" y="18"/>
                    <a:pt x="15" y="20"/>
                    <a:pt x="12" y="20"/>
                  </a:cubicBezTo>
                  <a:cubicBezTo>
                    <a:pt x="9" y="21"/>
                    <a:pt x="5" y="19"/>
                    <a:pt x="2" y="13"/>
                  </a:cubicBezTo>
                  <a:cubicBezTo>
                    <a:pt x="0" y="7"/>
                    <a:pt x="2" y="4"/>
                    <a:pt x="3" y="3"/>
                  </a:cubicBezTo>
                  <a:cubicBezTo>
                    <a:pt x="4" y="1"/>
                    <a:pt x="7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4" y="1"/>
                    <a:pt x="3" y="3"/>
                  </a:cubicBezTo>
                  <a:cubicBezTo>
                    <a:pt x="1" y="4"/>
                    <a:pt x="0" y="7"/>
                    <a:pt x="2" y="13"/>
                  </a:cubicBezTo>
                  <a:cubicBezTo>
                    <a:pt x="4" y="19"/>
                    <a:pt x="9" y="21"/>
                    <a:pt x="12" y="21"/>
                  </a:cubicBezTo>
                  <a:cubicBezTo>
                    <a:pt x="15" y="20"/>
                    <a:pt x="17" y="18"/>
                    <a:pt x="17" y="1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5" name="Freeform 186">
              <a:extLst>
                <a:ext uri="{FF2B5EF4-FFF2-40B4-BE49-F238E27FC236}">
                  <a16:creationId xmlns:a16="http://schemas.microsoft.com/office/drawing/2014/main" id="{61D7791B-BEB0-47B4-83D7-3BA6AD531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813"/>
              <a:ext cx="70" cy="83"/>
            </a:xfrm>
            <a:custGeom>
              <a:avLst/>
              <a:gdLst>
                <a:gd name="T0" fmla="*/ 240 w 35"/>
                <a:gd name="T1" fmla="*/ 117 h 39"/>
                <a:gd name="T2" fmla="*/ 168 w 35"/>
                <a:gd name="T3" fmla="*/ 19 h 39"/>
                <a:gd name="T4" fmla="*/ 72 w 35"/>
                <a:gd name="T5" fmla="*/ 28 h 39"/>
                <a:gd name="T6" fmla="*/ 72 w 35"/>
                <a:gd name="T7" fmla="*/ 289 h 39"/>
                <a:gd name="T8" fmla="*/ 256 w 35"/>
                <a:gd name="T9" fmla="*/ 298 h 39"/>
                <a:gd name="T10" fmla="*/ 240 w 35"/>
                <a:gd name="T11" fmla="*/ 11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0" y="12"/>
                  </a:moveTo>
                  <a:cubicBezTo>
                    <a:pt x="28" y="7"/>
                    <a:pt x="26" y="3"/>
                    <a:pt x="21" y="2"/>
                  </a:cubicBezTo>
                  <a:cubicBezTo>
                    <a:pt x="17" y="1"/>
                    <a:pt x="13" y="0"/>
                    <a:pt x="9" y="3"/>
                  </a:cubicBezTo>
                  <a:cubicBezTo>
                    <a:pt x="1" y="8"/>
                    <a:pt x="0" y="22"/>
                    <a:pt x="9" y="30"/>
                  </a:cubicBezTo>
                  <a:cubicBezTo>
                    <a:pt x="17" y="39"/>
                    <a:pt x="28" y="37"/>
                    <a:pt x="32" y="31"/>
                  </a:cubicBezTo>
                  <a:cubicBezTo>
                    <a:pt x="35" y="24"/>
                    <a:pt x="34" y="21"/>
                    <a:pt x="30" y="1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6" name="Freeform 187">
              <a:extLst>
                <a:ext uri="{FF2B5EF4-FFF2-40B4-BE49-F238E27FC236}">
                  <a16:creationId xmlns:a16="http://schemas.microsoft.com/office/drawing/2014/main" id="{8A14DA90-9874-49AA-8FD0-8E109AAB8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843"/>
              <a:ext cx="60" cy="51"/>
            </a:xfrm>
            <a:custGeom>
              <a:avLst/>
              <a:gdLst>
                <a:gd name="T0" fmla="*/ 224 w 30"/>
                <a:gd name="T1" fmla="*/ 153 h 24"/>
                <a:gd name="T2" fmla="*/ 240 w 30"/>
                <a:gd name="T3" fmla="*/ 96 h 24"/>
                <a:gd name="T4" fmla="*/ 224 w 30"/>
                <a:gd name="T5" fmla="*/ 145 h 24"/>
                <a:gd name="T6" fmla="*/ 48 w 30"/>
                <a:gd name="T7" fmla="*/ 145 h 24"/>
                <a:gd name="T8" fmla="*/ 8 w 30"/>
                <a:gd name="T9" fmla="*/ 0 h 24"/>
                <a:gd name="T10" fmla="*/ 48 w 30"/>
                <a:gd name="T11" fmla="*/ 153 h 24"/>
                <a:gd name="T12" fmla="*/ 224 w 30"/>
                <a:gd name="T13" fmla="*/ 15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4">
                  <a:moveTo>
                    <a:pt x="28" y="16"/>
                  </a:moveTo>
                  <a:cubicBezTo>
                    <a:pt x="29" y="14"/>
                    <a:pt x="30" y="12"/>
                    <a:pt x="30" y="10"/>
                  </a:cubicBezTo>
                  <a:cubicBezTo>
                    <a:pt x="30" y="12"/>
                    <a:pt x="29" y="13"/>
                    <a:pt x="28" y="15"/>
                  </a:cubicBezTo>
                  <a:cubicBezTo>
                    <a:pt x="25" y="21"/>
                    <a:pt x="14" y="23"/>
                    <a:pt x="6" y="15"/>
                  </a:cubicBezTo>
                  <a:cubicBezTo>
                    <a:pt x="2" y="11"/>
                    <a:pt x="0" y="5"/>
                    <a:pt x="1" y="0"/>
                  </a:cubicBezTo>
                  <a:cubicBezTo>
                    <a:pt x="0" y="5"/>
                    <a:pt x="2" y="12"/>
                    <a:pt x="6" y="16"/>
                  </a:cubicBezTo>
                  <a:cubicBezTo>
                    <a:pt x="14" y="24"/>
                    <a:pt x="25" y="22"/>
                    <a:pt x="28" y="1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7" name="Freeform 188">
              <a:extLst>
                <a:ext uri="{FF2B5EF4-FFF2-40B4-BE49-F238E27FC236}">
                  <a16:creationId xmlns:a16="http://schemas.microsoft.com/office/drawing/2014/main" id="{04D93315-6B82-4929-A400-7630C132B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815"/>
              <a:ext cx="58" cy="49"/>
            </a:xfrm>
            <a:custGeom>
              <a:avLst/>
              <a:gdLst>
                <a:gd name="T0" fmla="*/ 48 w 29"/>
                <a:gd name="T1" fmla="*/ 40 h 23"/>
                <a:gd name="T2" fmla="*/ 136 w 29"/>
                <a:gd name="T3" fmla="*/ 28 h 23"/>
                <a:gd name="T4" fmla="*/ 200 w 29"/>
                <a:gd name="T5" fmla="*/ 117 h 23"/>
                <a:gd name="T6" fmla="*/ 232 w 29"/>
                <a:gd name="T7" fmla="*/ 222 h 23"/>
                <a:gd name="T8" fmla="*/ 200 w 29"/>
                <a:gd name="T9" fmla="*/ 104 h 23"/>
                <a:gd name="T10" fmla="*/ 136 w 29"/>
                <a:gd name="T11" fmla="*/ 9 h 23"/>
                <a:gd name="T12" fmla="*/ 48 w 29"/>
                <a:gd name="T13" fmla="*/ 19 h 23"/>
                <a:gd name="T14" fmla="*/ 0 w 29"/>
                <a:gd name="T15" fmla="*/ 136 h 23"/>
                <a:gd name="T16" fmla="*/ 48 w 29"/>
                <a:gd name="T17" fmla="*/ 4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3">
                  <a:moveTo>
                    <a:pt x="6" y="4"/>
                  </a:moveTo>
                  <a:cubicBezTo>
                    <a:pt x="9" y="1"/>
                    <a:pt x="13" y="2"/>
                    <a:pt x="17" y="3"/>
                  </a:cubicBezTo>
                  <a:cubicBezTo>
                    <a:pt x="21" y="4"/>
                    <a:pt x="23" y="8"/>
                    <a:pt x="25" y="12"/>
                  </a:cubicBezTo>
                  <a:cubicBezTo>
                    <a:pt x="28" y="17"/>
                    <a:pt x="29" y="20"/>
                    <a:pt x="29" y="23"/>
                  </a:cubicBezTo>
                  <a:cubicBezTo>
                    <a:pt x="29" y="20"/>
                    <a:pt x="28" y="17"/>
                    <a:pt x="25" y="11"/>
                  </a:cubicBezTo>
                  <a:cubicBezTo>
                    <a:pt x="23" y="6"/>
                    <a:pt x="21" y="3"/>
                    <a:pt x="17" y="1"/>
                  </a:cubicBezTo>
                  <a:cubicBezTo>
                    <a:pt x="13" y="0"/>
                    <a:pt x="9" y="0"/>
                    <a:pt x="6" y="2"/>
                  </a:cubicBezTo>
                  <a:cubicBezTo>
                    <a:pt x="2" y="5"/>
                    <a:pt x="0" y="9"/>
                    <a:pt x="0" y="14"/>
                  </a:cubicBezTo>
                  <a:cubicBezTo>
                    <a:pt x="0" y="10"/>
                    <a:pt x="2" y="6"/>
                    <a:pt x="6" y="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8" name="Freeform 189">
              <a:extLst>
                <a:ext uri="{FF2B5EF4-FFF2-40B4-BE49-F238E27FC236}">
                  <a16:creationId xmlns:a16="http://schemas.microsoft.com/office/drawing/2014/main" id="{764CE5FE-8074-4AA4-8D2A-A1C72B519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828"/>
              <a:ext cx="38" cy="51"/>
            </a:xfrm>
            <a:custGeom>
              <a:avLst/>
              <a:gdLst>
                <a:gd name="T0" fmla="*/ 152 w 19"/>
                <a:gd name="T1" fmla="*/ 145 h 24"/>
                <a:gd name="T2" fmla="*/ 32 w 19"/>
                <a:gd name="T3" fmla="*/ 128 h 24"/>
                <a:gd name="T4" fmla="*/ 80 w 19"/>
                <a:gd name="T5" fmla="*/ 9 h 24"/>
                <a:gd name="T6" fmla="*/ 152 w 19"/>
                <a:gd name="T7" fmla="*/ 14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15"/>
                  </a:moveTo>
                  <a:cubicBezTo>
                    <a:pt x="18" y="24"/>
                    <a:pt x="8" y="23"/>
                    <a:pt x="4" y="13"/>
                  </a:cubicBezTo>
                  <a:cubicBezTo>
                    <a:pt x="0" y="4"/>
                    <a:pt x="7" y="0"/>
                    <a:pt x="10" y="1"/>
                  </a:cubicBezTo>
                  <a:cubicBezTo>
                    <a:pt x="15" y="2"/>
                    <a:pt x="19" y="10"/>
                    <a:pt x="19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9" name="Freeform 190">
              <a:extLst>
                <a:ext uri="{FF2B5EF4-FFF2-40B4-BE49-F238E27FC236}">
                  <a16:creationId xmlns:a16="http://schemas.microsoft.com/office/drawing/2014/main" id="{89C28489-484C-4D68-96ED-A8F5266C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832"/>
              <a:ext cx="30" cy="45"/>
            </a:xfrm>
            <a:custGeom>
              <a:avLst/>
              <a:gdLst>
                <a:gd name="T0" fmla="*/ 120 w 15"/>
                <a:gd name="T1" fmla="*/ 180 h 21"/>
                <a:gd name="T2" fmla="*/ 24 w 15"/>
                <a:gd name="T3" fmla="*/ 96 h 21"/>
                <a:gd name="T4" fmla="*/ 32 w 15"/>
                <a:gd name="T5" fmla="*/ 0 h 21"/>
                <a:gd name="T6" fmla="*/ 16 w 15"/>
                <a:gd name="T7" fmla="*/ 109 h 21"/>
                <a:gd name="T8" fmla="*/ 120 w 15"/>
                <a:gd name="T9" fmla="*/ 18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15" y="18"/>
                  </a:moveTo>
                  <a:cubicBezTo>
                    <a:pt x="12" y="20"/>
                    <a:pt x="6" y="17"/>
                    <a:pt x="3" y="10"/>
                  </a:cubicBezTo>
                  <a:cubicBezTo>
                    <a:pt x="1" y="5"/>
                    <a:pt x="2" y="2"/>
                    <a:pt x="4" y="0"/>
                  </a:cubicBezTo>
                  <a:cubicBezTo>
                    <a:pt x="1" y="2"/>
                    <a:pt x="0" y="5"/>
                    <a:pt x="2" y="11"/>
                  </a:cubicBezTo>
                  <a:cubicBezTo>
                    <a:pt x="5" y="19"/>
                    <a:pt x="12" y="21"/>
                    <a:pt x="15" y="1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0" name="Freeform 191">
              <a:extLst>
                <a:ext uri="{FF2B5EF4-FFF2-40B4-BE49-F238E27FC236}">
                  <a16:creationId xmlns:a16="http://schemas.microsoft.com/office/drawing/2014/main" id="{CB344321-6C94-44D9-B18C-14E34997B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832"/>
              <a:ext cx="12" cy="21"/>
            </a:xfrm>
            <a:custGeom>
              <a:avLst/>
              <a:gdLst>
                <a:gd name="T0" fmla="*/ 48 w 6"/>
                <a:gd name="T1" fmla="*/ 92 h 10"/>
                <a:gd name="T2" fmla="*/ 0 w 6"/>
                <a:gd name="T3" fmla="*/ 0 h 10"/>
                <a:gd name="T4" fmla="*/ 48 w 6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5" y="7"/>
                    <a:pt x="2" y="2"/>
                    <a:pt x="0" y="0"/>
                  </a:cubicBezTo>
                  <a:cubicBezTo>
                    <a:pt x="1" y="2"/>
                    <a:pt x="5" y="7"/>
                    <a:pt x="6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1" name="Freeform 192">
              <a:extLst>
                <a:ext uri="{FF2B5EF4-FFF2-40B4-BE49-F238E27FC236}">
                  <a16:creationId xmlns:a16="http://schemas.microsoft.com/office/drawing/2014/main" id="{75224094-0F82-4F48-AFB2-4DDD4C52B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843"/>
              <a:ext cx="24" cy="32"/>
            </a:xfrm>
            <a:custGeom>
              <a:avLst/>
              <a:gdLst>
                <a:gd name="T0" fmla="*/ 16 w 12"/>
                <a:gd name="T1" fmla="*/ 0 h 15"/>
                <a:gd name="T2" fmla="*/ 96 w 12"/>
                <a:gd name="T3" fmla="*/ 137 h 15"/>
                <a:gd name="T4" fmla="*/ 16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2" y="0"/>
                  </a:moveTo>
                  <a:cubicBezTo>
                    <a:pt x="1" y="3"/>
                    <a:pt x="4" y="14"/>
                    <a:pt x="12" y="14"/>
                  </a:cubicBezTo>
                  <a:cubicBezTo>
                    <a:pt x="8" y="15"/>
                    <a:pt x="0" y="10"/>
                    <a:pt x="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2" name="Freeform 193">
              <a:extLst>
                <a:ext uri="{FF2B5EF4-FFF2-40B4-BE49-F238E27FC236}">
                  <a16:creationId xmlns:a16="http://schemas.microsoft.com/office/drawing/2014/main" id="{0A502275-C8CC-4A14-939F-7EC46FDBE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813"/>
              <a:ext cx="70" cy="83"/>
            </a:xfrm>
            <a:custGeom>
              <a:avLst/>
              <a:gdLst>
                <a:gd name="T0" fmla="*/ 240 w 35"/>
                <a:gd name="T1" fmla="*/ 117 h 39"/>
                <a:gd name="T2" fmla="*/ 168 w 35"/>
                <a:gd name="T3" fmla="*/ 19 h 39"/>
                <a:gd name="T4" fmla="*/ 72 w 35"/>
                <a:gd name="T5" fmla="*/ 28 h 39"/>
                <a:gd name="T6" fmla="*/ 72 w 35"/>
                <a:gd name="T7" fmla="*/ 289 h 39"/>
                <a:gd name="T8" fmla="*/ 256 w 35"/>
                <a:gd name="T9" fmla="*/ 298 h 39"/>
                <a:gd name="T10" fmla="*/ 240 w 35"/>
                <a:gd name="T11" fmla="*/ 11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0" y="12"/>
                  </a:moveTo>
                  <a:cubicBezTo>
                    <a:pt x="28" y="7"/>
                    <a:pt x="26" y="3"/>
                    <a:pt x="21" y="2"/>
                  </a:cubicBezTo>
                  <a:cubicBezTo>
                    <a:pt x="17" y="1"/>
                    <a:pt x="13" y="0"/>
                    <a:pt x="9" y="3"/>
                  </a:cubicBezTo>
                  <a:cubicBezTo>
                    <a:pt x="1" y="8"/>
                    <a:pt x="0" y="22"/>
                    <a:pt x="9" y="30"/>
                  </a:cubicBezTo>
                  <a:cubicBezTo>
                    <a:pt x="17" y="39"/>
                    <a:pt x="28" y="37"/>
                    <a:pt x="32" y="31"/>
                  </a:cubicBezTo>
                  <a:cubicBezTo>
                    <a:pt x="35" y="24"/>
                    <a:pt x="34" y="21"/>
                    <a:pt x="30" y="12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3" name="Freeform 194">
              <a:extLst>
                <a:ext uri="{FF2B5EF4-FFF2-40B4-BE49-F238E27FC236}">
                  <a16:creationId xmlns:a16="http://schemas.microsoft.com/office/drawing/2014/main" id="{7B4A59A4-EC3C-467C-B0EC-330A532AB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830"/>
              <a:ext cx="34" cy="45"/>
            </a:xfrm>
            <a:custGeom>
              <a:avLst/>
              <a:gdLst>
                <a:gd name="T0" fmla="*/ 136 w 17"/>
                <a:gd name="T1" fmla="*/ 137 h 21"/>
                <a:gd name="T2" fmla="*/ 96 w 17"/>
                <a:gd name="T3" fmla="*/ 197 h 21"/>
                <a:gd name="T4" fmla="*/ 16 w 17"/>
                <a:gd name="T5" fmla="*/ 120 h 21"/>
                <a:gd name="T6" fmla="*/ 24 w 17"/>
                <a:gd name="T7" fmla="*/ 19 h 21"/>
                <a:gd name="T8" fmla="*/ 64 w 17"/>
                <a:gd name="T9" fmla="*/ 0 h 21"/>
                <a:gd name="T10" fmla="*/ 64 w 17"/>
                <a:gd name="T11" fmla="*/ 0 h 21"/>
                <a:gd name="T12" fmla="*/ 16 w 17"/>
                <a:gd name="T13" fmla="*/ 19 h 21"/>
                <a:gd name="T14" fmla="*/ 16 w 17"/>
                <a:gd name="T15" fmla="*/ 120 h 21"/>
                <a:gd name="T16" fmla="*/ 96 w 17"/>
                <a:gd name="T17" fmla="*/ 197 h 21"/>
                <a:gd name="T18" fmla="*/ 136 w 17"/>
                <a:gd name="T19" fmla="*/ 137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21">
                  <a:moveTo>
                    <a:pt x="17" y="14"/>
                  </a:moveTo>
                  <a:cubicBezTo>
                    <a:pt x="16" y="18"/>
                    <a:pt x="15" y="20"/>
                    <a:pt x="12" y="20"/>
                  </a:cubicBezTo>
                  <a:cubicBezTo>
                    <a:pt x="9" y="20"/>
                    <a:pt x="4" y="18"/>
                    <a:pt x="2" y="12"/>
                  </a:cubicBezTo>
                  <a:cubicBezTo>
                    <a:pt x="0" y="7"/>
                    <a:pt x="1" y="4"/>
                    <a:pt x="3" y="2"/>
                  </a:cubicBezTo>
                  <a:cubicBezTo>
                    <a:pt x="4" y="0"/>
                    <a:pt x="7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1" y="4"/>
                    <a:pt x="0" y="7"/>
                    <a:pt x="2" y="12"/>
                  </a:cubicBezTo>
                  <a:cubicBezTo>
                    <a:pt x="4" y="18"/>
                    <a:pt x="9" y="21"/>
                    <a:pt x="12" y="20"/>
                  </a:cubicBezTo>
                  <a:cubicBezTo>
                    <a:pt x="15" y="20"/>
                    <a:pt x="16" y="18"/>
                    <a:pt x="17" y="1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4" name="Freeform 195">
              <a:extLst>
                <a:ext uri="{FF2B5EF4-FFF2-40B4-BE49-F238E27FC236}">
                  <a16:creationId xmlns:a16="http://schemas.microsoft.com/office/drawing/2014/main" id="{9B12F0C3-3996-4054-A68C-FBEF65FC7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590"/>
              <a:ext cx="90" cy="106"/>
            </a:xfrm>
            <a:custGeom>
              <a:avLst/>
              <a:gdLst>
                <a:gd name="T0" fmla="*/ 312 w 45"/>
                <a:gd name="T1" fmla="*/ 136 h 50"/>
                <a:gd name="T2" fmla="*/ 216 w 45"/>
                <a:gd name="T3" fmla="*/ 8 h 50"/>
                <a:gd name="T4" fmla="*/ 96 w 45"/>
                <a:gd name="T5" fmla="*/ 28 h 50"/>
                <a:gd name="T6" fmla="*/ 88 w 45"/>
                <a:gd name="T7" fmla="*/ 373 h 50"/>
                <a:gd name="T8" fmla="*/ 328 w 45"/>
                <a:gd name="T9" fmla="*/ 373 h 50"/>
                <a:gd name="T10" fmla="*/ 312 w 45"/>
                <a:gd name="T11" fmla="*/ 136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0">
                  <a:moveTo>
                    <a:pt x="39" y="14"/>
                  </a:moveTo>
                  <a:cubicBezTo>
                    <a:pt x="36" y="8"/>
                    <a:pt x="33" y="3"/>
                    <a:pt x="27" y="1"/>
                  </a:cubicBezTo>
                  <a:cubicBezTo>
                    <a:pt x="22" y="0"/>
                    <a:pt x="17" y="0"/>
                    <a:pt x="12" y="3"/>
                  </a:cubicBezTo>
                  <a:cubicBezTo>
                    <a:pt x="1" y="9"/>
                    <a:pt x="0" y="28"/>
                    <a:pt x="11" y="39"/>
                  </a:cubicBezTo>
                  <a:cubicBezTo>
                    <a:pt x="22" y="50"/>
                    <a:pt x="37" y="48"/>
                    <a:pt x="41" y="39"/>
                  </a:cubicBezTo>
                  <a:cubicBezTo>
                    <a:pt x="45" y="31"/>
                    <a:pt x="44" y="26"/>
                    <a:pt x="39" y="1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5" name="Freeform 196">
              <a:extLst>
                <a:ext uri="{FF2B5EF4-FFF2-40B4-BE49-F238E27FC236}">
                  <a16:creationId xmlns:a16="http://schemas.microsoft.com/office/drawing/2014/main" id="{642F39CE-3CF5-4B11-97C4-BBF850EC4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626"/>
              <a:ext cx="80" cy="68"/>
            </a:xfrm>
            <a:custGeom>
              <a:avLst/>
              <a:gdLst>
                <a:gd name="T0" fmla="*/ 296 w 40"/>
                <a:gd name="T1" fmla="*/ 213 h 32"/>
                <a:gd name="T2" fmla="*/ 320 w 40"/>
                <a:gd name="T3" fmla="*/ 136 h 32"/>
                <a:gd name="T4" fmla="*/ 304 w 40"/>
                <a:gd name="T5" fmla="*/ 193 h 32"/>
                <a:gd name="T6" fmla="*/ 72 w 40"/>
                <a:gd name="T7" fmla="*/ 193 h 32"/>
                <a:gd name="T8" fmla="*/ 8 w 40"/>
                <a:gd name="T9" fmla="*/ 0 h 32"/>
                <a:gd name="T10" fmla="*/ 64 w 40"/>
                <a:gd name="T11" fmla="*/ 213 h 32"/>
                <a:gd name="T12" fmla="*/ 296 w 40"/>
                <a:gd name="T13" fmla="*/ 21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2">
                  <a:moveTo>
                    <a:pt x="37" y="22"/>
                  </a:moveTo>
                  <a:cubicBezTo>
                    <a:pt x="39" y="19"/>
                    <a:pt x="39" y="17"/>
                    <a:pt x="40" y="14"/>
                  </a:cubicBezTo>
                  <a:cubicBezTo>
                    <a:pt x="39" y="16"/>
                    <a:pt x="39" y="18"/>
                    <a:pt x="38" y="20"/>
                  </a:cubicBezTo>
                  <a:cubicBezTo>
                    <a:pt x="33" y="28"/>
                    <a:pt x="19" y="31"/>
                    <a:pt x="9" y="20"/>
                  </a:cubicBezTo>
                  <a:cubicBezTo>
                    <a:pt x="3" y="14"/>
                    <a:pt x="1" y="7"/>
                    <a:pt x="1" y="0"/>
                  </a:cubicBezTo>
                  <a:cubicBezTo>
                    <a:pt x="0" y="7"/>
                    <a:pt x="3" y="16"/>
                    <a:pt x="8" y="22"/>
                  </a:cubicBezTo>
                  <a:cubicBezTo>
                    <a:pt x="19" y="32"/>
                    <a:pt x="33" y="30"/>
                    <a:pt x="37" y="2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6" name="Freeform 197">
              <a:extLst>
                <a:ext uri="{FF2B5EF4-FFF2-40B4-BE49-F238E27FC236}">
                  <a16:creationId xmlns:a16="http://schemas.microsoft.com/office/drawing/2014/main" id="{DBF24324-21F3-4EAE-B1F4-C0BD5209A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592"/>
              <a:ext cx="78" cy="63"/>
            </a:xfrm>
            <a:custGeom>
              <a:avLst/>
              <a:gdLst>
                <a:gd name="T0" fmla="*/ 64 w 39"/>
                <a:gd name="T1" fmla="*/ 36 h 30"/>
                <a:gd name="T2" fmla="*/ 184 w 39"/>
                <a:gd name="T3" fmla="*/ 27 h 30"/>
                <a:gd name="T4" fmla="*/ 272 w 39"/>
                <a:gd name="T5" fmla="*/ 141 h 30"/>
                <a:gd name="T6" fmla="*/ 304 w 39"/>
                <a:gd name="T7" fmla="*/ 277 h 30"/>
                <a:gd name="T8" fmla="*/ 272 w 39"/>
                <a:gd name="T9" fmla="*/ 120 h 30"/>
                <a:gd name="T10" fmla="*/ 184 w 39"/>
                <a:gd name="T11" fmla="*/ 8 h 30"/>
                <a:gd name="T12" fmla="*/ 64 w 39"/>
                <a:gd name="T13" fmla="*/ 17 h 30"/>
                <a:gd name="T14" fmla="*/ 0 w 39"/>
                <a:gd name="T15" fmla="*/ 168 h 30"/>
                <a:gd name="T16" fmla="*/ 64 w 39"/>
                <a:gd name="T17" fmla="*/ 3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0">
                  <a:moveTo>
                    <a:pt x="8" y="4"/>
                  </a:moveTo>
                  <a:cubicBezTo>
                    <a:pt x="13" y="1"/>
                    <a:pt x="18" y="2"/>
                    <a:pt x="23" y="3"/>
                  </a:cubicBezTo>
                  <a:cubicBezTo>
                    <a:pt x="29" y="5"/>
                    <a:pt x="31" y="9"/>
                    <a:pt x="34" y="15"/>
                  </a:cubicBezTo>
                  <a:cubicBezTo>
                    <a:pt x="37" y="22"/>
                    <a:pt x="38" y="26"/>
                    <a:pt x="38" y="30"/>
                  </a:cubicBezTo>
                  <a:cubicBezTo>
                    <a:pt x="39" y="26"/>
                    <a:pt x="37" y="21"/>
                    <a:pt x="34" y="13"/>
                  </a:cubicBezTo>
                  <a:cubicBezTo>
                    <a:pt x="31" y="8"/>
                    <a:pt x="29" y="3"/>
                    <a:pt x="23" y="1"/>
                  </a:cubicBezTo>
                  <a:cubicBezTo>
                    <a:pt x="18" y="0"/>
                    <a:pt x="13" y="0"/>
                    <a:pt x="8" y="2"/>
                  </a:cubicBezTo>
                  <a:cubicBezTo>
                    <a:pt x="3" y="6"/>
                    <a:pt x="0" y="12"/>
                    <a:pt x="0" y="18"/>
                  </a:cubicBezTo>
                  <a:cubicBezTo>
                    <a:pt x="1" y="12"/>
                    <a:pt x="3" y="7"/>
                    <a:pt x="8" y="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7" name="Freeform 198">
              <a:extLst>
                <a:ext uri="{FF2B5EF4-FFF2-40B4-BE49-F238E27FC236}">
                  <a16:creationId xmlns:a16="http://schemas.microsoft.com/office/drawing/2014/main" id="{4989BC24-491F-41F4-9CC9-704517F4F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609"/>
              <a:ext cx="48" cy="66"/>
            </a:xfrm>
            <a:custGeom>
              <a:avLst/>
              <a:gdLst>
                <a:gd name="T0" fmla="*/ 192 w 24"/>
                <a:gd name="T1" fmla="*/ 181 h 31"/>
                <a:gd name="T2" fmla="*/ 32 w 24"/>
                <a:gd name="T3" fmla="*/ 164 h 31"/>
                <a:gd name="T4" fmla="*/ 96 w 24"/>
                <a:gd name="T5" fmla="*/ 9 h 31"/>
                <a:gd name="T6" fmla="*/ 192 w 24"/>
                <a:gd name="T7" fmla="*/ 18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1">
                  <a:moveTo>
                    <a:pt x="24" y="19"/>
                  </a:moveTo>
                  <a:cubicBezTo>
                    <a:pt x="22" y="31"/>
                    <a:pt x="9" y="29"/>
                    <a:pt x="4" y="17"/>
                  </a:cubicBezTo>
                  <a:cubicBezTo>
                    <a:pt x="0" y="4"/>
                    <a:pt x="8" y="0"/>
                    <a:pt x="12" y="1"/>
                  </a:cubicBezTo>
                  <a:cubicBezTo>
                    <a:pt x="18" y="2"/>
                    <a:pt x="24" y="13"/>
                    <a:pt x="24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8" name="Freeform 199">
              <a:extLst>
                <a:ext uri="{FF2B5EF4-FFF2-40B4-BE49-F238E27FC236}">
                  <a16:creationId xmlns:a16="http://schemas.microsoft.com/office/drawing/2014/main" id="{97CCDCE9-3D17-4B2A-B206-A7C36DAE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613"/>
              <a:ext cx="40" cy="60"/>
            </a:xfrm>
            <a:custGeom>
              <a:avLst/>
              <a:gdLst>
                <a:gd name="T0" fmla="*/ 160 w 20"/>
                <a:gd name="T1" fmla="*/ 225 h 28"/>
                <a:gd name="T2" fmla="*/ 40 w 20"/>
                <a:gd name="T3" fmla="*/ 129 h 28"/>
                <a:gd name="T4" fmla="*/ 48 w 20"/>
                <a:gd name="T5" fmla="*/ 0 h 28"/>
                <a:gd name="T6" fmla="*/ 24 w 20"/>
                <a:gd name="T7" fmla="*/ 148 h 28"/>
                <a:gd name="T8" fmla="*/ 160 w 20"/>
                <a:gd name="T9" fmla="*/ 22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20" y="23"/>
                  </a:moveTo>
                  <a:cubicBezTo>
                    <a:pt x="16" y="26"/>
                    <a:pt x="8" y="22"/>
                    <a:pt x="5" y="13"/>
                  </a:cubicBezTo>
                  <a:cubicBezTo>
                    <a:pt x="2" y="7"/>
                    <a:pt x="3" y="2"/>
                    <a:pt x="6" y="0"/>
                  </a:cubicBezTo>
                  <a:cubicBezTo>
                    <a:pt x="2" y="2"/>
                    <a:pt x="0" y="7"/>
                    <a:pt x="3" y="15"/>
                  </a:cubicBezTo>
                  <a:cubicBezTo>
                    <a:pt x="7" y="25"/>
                    <a:pt x="16" y="28"/>
                    <a:pt x="20" y="2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9" name="Freeform 200">
              <a:extLst>
                <a:ext uri="{FF2B5EF4-FFF2-40B4-BE49-F238E27FC236}">
                  <a16:creationId xmlns:a16="http://schemas.microsoft.com/office/drawing/2014/main" id="{6E17FF4C-7DDA-46FE-A23F-C4D918237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613"/>
              <a:ext cx="14" cy="28"/>
            </a:xfrm>
            <a:custGeom>
              <a:avLst/>
              <a:gdLst>
                <a:gd name="T0" fmla="*/ 56 w 7"/>
                <a:gd name="T1" fmla="*/ 129 h 13"/>
                <a:gd name="T2" fmla="*/ 0 w 7"/>
                <a:gd name="T3" fmla="*/ 0 h 13"/>
                <a:gd name="T4" fmla="*/ 56 w 7"/>
                <a:gd name="T5" fmla="*/ 1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7" y="13"/>
                  </a:moveTo>
                  <a:cubicBezTo>
                    <a:pt x="7" y="8"/>
                    <a:pt x="3" y="2"/>
                    <a:pt x="0" y="0"/>
                  </a:cubicBezTo>
                  <a:cubicBezTo>
                    <a:pt x="2" y="3"/>
                    <a:pt x="6" y="9"/>
                    <a:pt x="7" y="1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0" name="Freeform 201">
              <a:extLst>
                <a:ext uri="{FF2B5EF4-FFF2-40B4-BE49-F238E27FC236}">
                  <a16:creationId xmlns:a16="http://schemas.microsoft.com/office/drawing/2014/main" id="{1CB0CE77-0285-4F9E-8E43-49F183886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628"/>
              <a:ext cx="30" cy="40"/>
            </a:xfrm>
            <a:custGeom>
              <a:avLst/>
              <a:gdLst>
                <a:gd name="T0" fmla="*/ 8 w 15"/>
                <a:gd name="T1" fmla="*/ 0 h 19"/>
                <a:gd name="T2" fmla="*/ 120 w 15"/>
                <a:gd name="T3" fmla="*/ 168 h 19"/>
                <a:gd name="T4" fmla="*/ 8 w 1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" y="0"/>
                  </a:moveTo>
                  <a:cubicBezTo>
                    <a:pt x="1" y="3"/>
                    <a:pt x="4" y="17"/>
                    <a:pt x="15" y="18"/>
                  </a:cubicBezTo>
                  <a:cubicBezTo>
                    <a:pt x="10" y="19"/>
                    <a:pt x="0" y="12"/>
                    <a:pt x="1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1" name="Freeform 202">
              <a:extLst>
                <a:ext uri="{FF2B5EF4-FFF2-40B4-BE49-F238E27FC236}">
                  <a16:creationId xmlns:a16="http://schemas.microsoft.com/office/drawing/2014/main" id="{7556B22A-895A-4009-AD3E-D6C6A203C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590"/>
              <a:ext cx="90" cy="106"/>
            </a:xfrm>
            <a:custGeom>
              <a:avLst/>
              <a:gdLst>
                <a:gd name="T0" fmla="*/ 312 w 45"/>
                <a:gd name="T1" fmla="*/ 136 h 50"/>
                <a:gd name="T2" fmla="*/ 216 w 45"/>
                <a:gd name="T3" fmla="*/ 8 h 50"/>
                <a:gd name="T4" fmla="*/ 96 w 45"/>
                <a:gd name="T5" fmla="*/ 28 h 50"/>
                <a:gd name="T6" fmla="*/ 88 w 45"/>
                <a:gd name="T7" fmla="*/ 373 h 50"/>
                <a:gd name="T8" fmla="*/ 328 w 45"/>
                <a:gd name="T9" fmla="*/ 373 h 50"/>
                <a:gd name="T10" fmla="*/ 312 w 45"/>
                <a:gd name="T11" fmla="*/ 136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0">
                  <a:moveTo>
                    <a:pt x="39" y="14"/>
                  </a:moveTo>
                  <a:cubicBezTo>
                    <a:pt x="36" y="8"/>
                    <a:pt x="33" y="3"/>
                    <a:pt x="27" y="1"/>
                  </a:cubicBezTo>
                  <a:cubicBezTo>
                    <a:pt x="22" y="0"/>
                    <a:pt x="17" y="0"/>
                    <a:pt x="12" y="3"/>
                  </a:cubicBezTo>
                  <a:cubicBezTo>
                    <a:pt x="1" y="9"/>
                    <a:pt x="0" y="28"/>
                    <a:pt x="11" y="39"/>
                  </a:cubicBezTo>
                  <a:cubicBezTo>
                    <a:pt x="22" y="50"/>
                    <a:pt x="37" y="48"/>
                    <a:pt x="41" y="39"/>
                  </a:cubicBezTo>
                  <a:cubicBezTo>
                    <a:pt x="45" y="31"/>
                    <a:pt x="44" y="26"/>
                    <a:pt x="39" y="14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2" name="Freeform 203">
              <a:extLst>
                <a:ext uri="{FF2B5EF4-FFF2-40B4-BE49-F238E27FC236}">
                  <a16:creationId xmlns:a16="http://schemas.microsoft.com/office/drawing/2014/main" id="{C25BEA1E-4C96-4AD4-9438-40E61F8D7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609"/>
              <a:ext cx="46" cy="59"/>
            </a:xfrm>
            <a:custGeom>
              <a:avLst/>
              <a:gdLst>
                <a:gd name="T0" fmla="*/ 184 w 23"/>
                <a:gd name="T1" fmla="*/ 177 h 28"/>
                <a:gd name="T2" fmla="*/ 128 w 23"/>
                <a:gd name="T3" fmla="*/ 253 h 28"/>
                <a:gd name="T4" fmla="*/ 24 w 23"/>
                <a:gd name="T5" fmla="*/ 160 h 28"/>
                <a:gd name="T6" fmla="*/ 32 w 23"/>
                <a:gd name="T7" fmla="*/ 36 h 28"/>
                <a:gd name="T8" fmla="*/ 88 w 23"/>
                <a:gd name="T9" fmla="*/ 8 h 28"/>
                <a:gd name="T10" fmla="*/ 88 w 23"/>
                <a:gd name="T11" fmla="*/ 8 h 28"/>
                <a:gd name="T12" fmla="*/ 32 w 23"/>
                <a:gd name="T13" fmla="*/ 27 h 28"/>
                <a:gd name="T14" fmla="*/ 24 w 23"/>
                <a:gd name="T15" fmla="*/ 160 h 28"/>
                <a:gd name="T16" fmla="*/ 128 w 23"/>
                <a:gd name="T17" fmla="*/ 253 h 28"/>
                <a:gd name="T18" fmla="*/ 184 w 23"/>
                <a:gd name="T19" fmla="*/ 177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8">
                  <a:moveTo>
                    <a:pt x="23" y="19"/>
                  </a:moveTo>
                  <a:cubicBezTo>
                    <a:pt x="22" y="24"/>
                    <a:pt x="20" y="26"/>
                    <a:pt x="16" y="27"/>
                  </a:cubicBezTo>
                  <a:cubicBezTo>
                    <a:pt x="12" y="27"/>
                    <a:pt x="6" y="24"/>
                    <a:pt x="3" y="17"/>
                  </a:cubicBezTo>
                  <a:cubicBezTo>
                    <a:pt x="1" y="10"/>
                    <a:pt x="2" y="6"/>
                    <a:pt x="4" y="4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10"/>
                    <a:pt x="3" y="17"/>
                  </a:cubicBezTo>
                  <a:cubicBezTo>
                    <a:pt x="6" y="25"/>
                    <a:pt x="12" y="28"/>
                    <a:pt x="16" y="27"/>
                  </a:cubicBezTo>
                  <a:cubicBezTo>
                    <a:pt x="20" y="27"/>
                    <a:pt x="22" y="24"/>
                    <a:pt x="23" y="1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3" name="Freeform 204">
              <a:extLst>
                <a:ext uri="{FF2B5EF4-FFF2-40B4-BE49-F238E27FC236}">
                  <a16:creationId xmlns:a16="http://schemas.microsoft.com/office/drawing/2014/main" id="{DB3C5DA6-9E3A-4062-B2D5-B4D11F817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485"/>
              <a:ext cx="68" cy="81"/>
            </a:xfrm>
            <a:custGeom>
              <a:avLst/>
              <a:gdLst>
                <a:gd name="T0" fmla="*/ 232 w 34"/>
                <a:gd name="T1" fmla="*/ 104 h 38"/>
                <a:gd name="T2" fmla="*/ 168 w 34"/>
                <a:gd name="T3" fmla="*/ 9 h 38"/>
                <a:gd name="T4" fmla="*/ 72 w 34"/>
                <a:gd name="T5" fmla="*/ 19 h 38"/>
                <a:gd name="T6" fmla="*/ 64 w 34"/>
                <a:gd name="T7" fmla="*/ 290 h 38"/>
                <a:gd name="T8" fmla="*/ 248 w 34"/>
                <a:gd name="T9" fmla="*/ 290 h 38"/>
                <a:gd name="T10" fmla="*/ 232 w 34"/>
                <a:gd name="T11" fmla="*/ 1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8">
                  <a:moveTo>
                    <a:pt x="29" y="11"/>
                  </a:moveTo>
                  <a:cubicBezTo>
                    <a:pt x="27" y="6"/>
                    <a:pt x="25" y="2"/>
                    <a:pt x="21" y="1"/>
                  </a:cubicBezTo>
                  <a:cubicBezTo>
                    <a:pt x="17" y="0"/>
                    <a:pt x="12" y="0"/>
                    <a:pt x="9" y="2"/>
                  </a:cubicBezTo>
                  <a:cubicBezTo>
                    <a:pt x="0" y="7"/>
                    <a:pt x="0" y="21"/>
                    <a:pt x="8" y="30"/>
                  </a:cubicBezTo>
                  <a:cubicBezTo>
                    <a:pt x="16" y="38"/>
                    <a:pt x="28" y="36"/>
                    <a:pt x="31" y="30"/>
                  </a:cubicBezTo>
                  <a:cubicBezTo>
                    <a:pt x="34" y="24"/>
                    <a:pt x="33" y="20"/>
                    <a:pt x="29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4" name="Freeform 205">
              <a:extLst>
                <a:ext uri="{FF2B5EF4-FFF2-40B4-BE49-F238E27FC236}">
                  <a16:creationId xmlns:a16="http://schemas.microsoft.com/office/drawing/2014/main" id="{053C2C23-7BF5-4565-97E8-E078CCB47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513"/>
              <a:ext cx="60" cy="53"/>
            </a:xfrm>
            <a:custGeom>
              <a:avLst/>
              <a:gdLst>
                <a:gd name="T0" fmla="*/ 232 w 30"/>
                <a:gd name="T1" fmla="*/ 161 h 25"/>
                <a:gd name="T2" fmla="*/ 240 w 30"/>
                <a:gd name="T3" fmla="*/ 104 h 25"/>
                <a:gd name="T4" fmla="*/ 232 w 30"/>
                <a:gd name="T5" fmla="*/ 144 h 25"/>
                <a:gd name="T6" fmla="*/ 56 w 30"/>
                <a:gd name="T7" fmla="*/ 144 h 25"/>
                <a:gd name="T8" fmla="*/ 8 w 30"/>
                <a:gd name="T9" fmla="*/ 0 h 25"/>
                <a:gd name="T10" fmla="*/ 48 w 30"/>
                <a:gd name="T11" fmla="*/ 161 h 25"/>
                <a:gd name="T12" fmla="*/ 232 w 30"/>
                <a:gd name="T13" fmla="*/ 16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29" y="17"/>
                  </a:moveTo>
                  <a:cubicBezTo>
                    <a:pt x="30" y="14"/>
                    <a:pt x="30" y="13"/>
                    <a:pt x="30" y="11"/>
                  </a:cubicBezTo>
                  <a:cubicBezTo>
                    <a:pt x="30" y="12"/>
                    <a:pt x="30" y="14"/>
                    <a:pt x="29" y="15"/>
                  </a:cubicBezTo>
                  <a:cubicBezTo>
                    <a:pt x="25" y="21"/>
                    <a:pt x="14" y="23"/>
                    <a:pt x="7" y="15"/>
                  </a:cubicBezTo>
                  <a:cubicBezTo>
                    <a:pt x="3" y="11"/>
                    <a:pt x="1" y="5"/>
                    <a:pt x="1" y="0"/>
                  </a:cubicBezTo>
                  <a:cubicBezTo>
                    <a:pt x="0" y="6"/>
                    <a:pt x="2" y="12"/>
                    <a:pt x="6" y="17"/>
                  </a:cubicBezTo>
                  <a:cubicBezTo>
                    <a:pt x="14" y="25"/>
                    <a:pt x="25" y="23"/>
                    <a:pt x="29" y="1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5" name="Freeform 206">
              <a:extLst>
                <a:ext uri="{FF2B5EF4-FFF2-40B4-BE49-F238E27FC236}">
                  <a16:creationId xmlns:a16="http://schemas.microsoft.com/office/drawing/2014/main" id="{D1B277A0-5B0B-49C5-A1F0-683ECDC60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485"/>
              <a:ext cx="58" cy="51"/>
            </a:xfrm>
            <a:custGeom>
              <a:avLst/>
              <a:gdLst>
                <a:gd name="T0" fmla="*/ 48 w 29"/>
                <a:gd name="T1" fmla="*/ 40 h 24"/>
                <a:gd name="T2" fmla="*/ 136 w 29"/>
                <a:gd name="T3" fmla="*/ 28 h 24"/>
                <a:gd name="T4" fmla="*/ 208 w 29"/>
                <a:gd name="T5" fmla="*/ 117 h 24"/>
                <a:gd name="T6" fmla="*/ 232 w 29"/>
                <a:gd name="T7" fmla="*/ 230 h 24"/>
                <a:gd name="T8" fmla="*/ 208 w 29"/>
                <a:gd name="T9" fmla="*/ 104 h 24"/>
                <a:gd name="T10" fmla="*/ 136 w 29"/>
                <a:gd name="T11" fmla="*/ 19 h 24"/>
                <a:gd name="T12" fmla="*/ 48 w 29"/>
                <a:gd name="T13" fmla="*/ 28 h 24"/>
                <a:gd name="T14" fmla="*/ 0 w 29"/>
                <a:gd name="T15" fmla="*/ 145 h 24"/>
                <a:gd name="T16" fmla="*/ 48 w 29"/>
                <a:gd name="T17" fmla="*/ 4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4">
                  <a:moveTo>
                    <a:pt x="6" y="4"/>
                  </a:moveTo>
                  <a:cubicBezTo>
                    <a:pt x="10" y="2"/>
                    <a:pt x="14" y="2"/>
                    <a:pt x="17" y="3"/>
                  </a:cubicBezTo>
                  <a:cubicBezTo>
                    <a:pt x="22" y="4"/>
                    <a:pt x="24" y="8"/>
                    <a:pt x="26" y="12"/>
                  </a:cubicBezTo>
                  <a:cubicBezTo>
                    <a:pt x="28" y="17"/>
                    <a:pt x="29" y="21"/>
                    <a:pt x="29" y="24"/>
                  </a:cubicBezTo>
                  <a:cubicBezTo>
                    <a:pt x="29" y="20"/>
                    <a:pt x="28" y="17"/>
                    <a:pt x="26" y="11"/>
                  </a:cubicBezTo>
                  <a:cubicBezTo>
                    <a:pt x="24" y="7"/>
                    <a:pt x="22" y="3"/>
                    <a:pt x="17" y="2"/>
                  </a:cubicBezTo>
                  <a:cubicBezTo>
                    <a:pt x="14" y="1"/>
                    <a:pt x="10" y="0"/>
                    <a:pt x="6" y="3"/>
                  </a:cubicBezTo>
                  <a:cubicBezTo>
                    <a:pt x="2" y="5"/>
                    <a:pt x="0" y="10"/>
                    <a:pt x="0" y="15"/>
                  </a:cubicBezTo>
                  <a:cubicBezTo>
                    <a:pt x="0" y="10"/>
                    <a:pt x="2" y="6"/>
                    <a:pt x="6" y="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6" name="Freeform 207">
              <a:extLst>
                <a:ext uri="{FF2B5EF4-FFF2-40B4-BE49-F238E27FC236}">
                  <a16:creationId xmlns:a16="http://schemas.microsoft.com/office/drawing/2014/main" id="{F9257FAC-AC3C-446D-85B7-AE60FE512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500"/>
              <a:ext cx="38" cy="49"/>
            </a:xfrm>
            <a:custGeom>
              <a:avLst/>
              <a:gdLst>
                <a:gd name="T0" fmla="*/ 144 w 19"/>
                <a:gd name="T1" fmla="*/ 145 h 23"/>
                <a:gd name="T2" fmla="*/ 24 w 19"/>
                <a:gd name="T3" fmla="*/ 128 h 23"/>
                <a:gd name="T4" fmla="*/ 80 w 19"/>
                <a:gd name="T5" fmla="*/ 0 h 23"/>
                <a:gd name="T6" fmla="*/ 144 w 19"/>
                <a:gd name="T7" fmla="*/ 14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18" y="15"/>
                  </a:moveTo>
                  <a:cubicBezTo>
                    <a:pt x="17" y="23"/>
                    <a:pt x="7" y="22"/>
                    <a:pt x="3" y="13"/>
                  </a:cubicBezTo>
                  <a:cubicBezTo>
                    <a:pt x="0" y="3"/>
                    <a:pt x="6" y="0"/>
                    <a:pt x="10" y="0"/>
                  </a:cubicBezTo>
                  <a:cubicBezTo>
                    <a:pt x="14" y="1"/>
                    <a:pt x="19" y="10"/>
                    <a:pt x="18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7" name="Freeform 208">
              <a:extLst>
                <a:ext uri="{FF2B5EF4-FFF2-40B4-BE49-F238E27FC236}">
                  <a16:creationId xmlns:a16="http://schemas.microsoft.com/office/drawing/2014/main" id="{A571CA28-1908-4059-AD92-831A12B31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502"/>
              <a:ext cx="32" cy="47"/>
            </a:xfrm>
            <a:custGeom>
              <a:avLst/>
              <a:gdLst>
                <a:gd name="T0" fmla="*/ 128 w 16"/>
                <a:gd name="T1" fmla="*/ 173 h 22"/>
                <a:gd name="T2" fmla="*/ 32 w 16"/>
                <a:gd name="T3" fmla="*/ 109 h 22"/>
                <a:gd name="T4" fmla="*/ 32 w 16"/>
                <a:gd name="T5" fmla="*/ 0 h 22"/>
                <a:gd name="T6" fmla="*/ 16 w 16"/>
                <a:gd name="T7" fmla="*/ 120 h 22"/>
                <a:gd name="T8" fmla="*/ 128 w 16"/>
                <a:gd name="T9" fmla="*/ 17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16" y="18"/>
                  </a:moveTo>
                  <a:cubicBezTo>
                    <a:pt x="12" y="20"/>
                    <a:pt x="6" y="17"/>
                    <a:pt x="4" y="11"/>
                  </a:cubicBezTo>
                  <a:cubicBezTo>
                    <a:pt x="2" y="6"/>
                    <a:pt x="3" y="2"/>
                    <a:pt x="4" y="0"/>
                  </a:cubicBezTo>
                  <a:cubicBezTo>
                    <a:pt x="2" y="2"/>
                    <a:pt x="0" y="5"/>
                    <a:pt x="2" y="12"/>
                  </a:cubicBezTo>
                  <a:cubicBezTo>
                    <a:pt x="5" y="19"/>
                    <a:pt x="12" y="22"/>
                    <a:pt x="16" y="1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8" name="Freeform 209">
              <a:extLst>
                <a:ext uri="{FF2B5EF4-FFF2-40B4-BE49-F238E27FC236}">
                  <a16:creationId xmlns:a16="http://schemas.microsoft.com/office/drawing/2014/main" id="{E7080B4D-A67D-4F6C-A3BF-C558E3B95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504"/>
              <a:ext cx="12" cy="22"/>
            </a:xfrm>
            <a:custGeom>
              <a:avLst/>
              <a:gdLst>
                <a:gd name="T0" fmla="*/ 48 w 6"/>
                <a:gd name="T1" fmla="*/ 106 h 10"/>
                <a:gd name="T2" fmla="*/ 0 w 6"/>
                <a:gd name="T3" fmla="*/ 0 h 10"/>
                <a:gd name="T4" fmla="*/ 48 w 6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6" y="6"/>
                    <a:pt x="3" y="1"/>
                    <a:pt x="0" y="0"/>
                  </a:cubicBezTo>
                  <a:cubicBezTo>
                    <a:pt x="2" y="2"/>
                    <a:pt x="5" y="6"/>
                    <a:pt x="6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9" name="Freeform 210">
              <a:extLst>
                <a:ext uri="{FF2B5EF4-FFF2-40B4-BE49-F238E27FC236}">
                  <a16:creationId xmlns:a16="http://schemas.microsoft.com/office/drawing/2014/main" id="{6224D048-AE6A-435B-82A9-9984B1C68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515"/>
              <a:ext cx="22" cy="30"/>
            </a:xfrm>
            <a:custGeom>
              <a:avLst/>
              <a:gdLst>
                <a:gd name="T0" fmla="*/ 8 w 11"/>
                <a:gd name="T1" fmla="*/ 0 h 14"/>
                <a:gd name="T2" fmla="*/ 88 w 11"/>
                <a:gd name="T3" fmla="*/ 137 h 14"/>
                <a:gd name="T4" fmla="*/ 8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0"/>
                  </a:moveTo>
                  <a:cubicBezTo>
                    <a:pt x="0" y="2"/>
                    <a:pt x="3" y="13"/>
                    <a:pt x="11" y="14"/>
                  </a:cubicBezTo>
                  <a:cubicBezTo>
                    <a:pt x="8" y="14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0" name="Freeform 211">
              <a:extLst>
                <a:ext uri="{FF2B5EF4-FFF2-40B4-BE49-F238E27FC236}">
                  <a16:creationId xmlns:a16="http://schemas.microsoft.com/office/drawing/2014/main" id="{7D5D2636-60B2-4913-A29C-EEFFC3DFD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485"/>
              <a:ext cx="68" cy="81"/>
            </a:xfrm>
            <a:custGeom>
              <a:avLst/>
              <a:gdLst>
                <a:gd name="T0" fmla="*/ 232 w 34"/>
                <a:gd name="T1" fmla="*/ 104 h 38"/>
                <a:gd name="T2" fmla="*/ 168 w 34"/>
                <a:gd name="T3" fmla="*/ 9 h 38"/>
                <a:gd name="T4" fmla="*/ 72 w 34"/>
                <a:gd name="T5" fmla="*/ 19 h 38"/>
                <a:gd name="T6" fmla="*/ 64 w 34"/>
                <a:gd name="T7" fmla="*/ 290 h 38"/>
                <a:gd name="T8" fmla="*/ 248 w 34"/>
                <a:gd name="T9" fmla="*/ 290 h 38"/>
                <a:gd name="T10" fmla="*/ 232 w 34"/>
                <a:gd name="T11" fmla="*/ 1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8">
                  <a:moveTo>
                    <a:pt x="29" y="11"/>
                  </a:moveTo>
                  <a:cubicBezTo>
                    <a:pt x="27" y="6"/>
                    <a:pt x="25" y="2"/>
                    <a:pt x="21" y="1"/>
                  </a:cubicBezTo>
                  <a:cubicBezTo>
                    <a:pt x="17" y="0"/>
                    <a:pt x="12" y="0"/>
                    <a:pt x="9" y="2"/>
                  </a:cubicBezTo>
                  <a:cubicBezTo>
                    <a:pt x="0" y="7"/>
                    <a:pt x="0" y="21"/>
                    <a:pt x="8" y="30"/>
                  </a:cubicBezTo>
                  <a:cubicBezTo>
                    <a:pt x="16" y="38"/>
                    <a:pt x="28" y="36"/>
                    <a:pt x="31" y="30"/>
                  </a:cubicBezTo>
                  <a:cubicBezTo>
                    <a:pt x="34" y="24"/>
                    <a:pt x="33" y="20"/>
                    <a:pt x="29" y="1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1" name="Freeform 212">
              <a:extLst>
                <a:ext uri="{FF2B5EF4-FFF2-40B4-BE49-F238E27FC236}">
                  <a16:creationId xmlns:a16="http://schemas.microsoft.com/office/drawing/2014/main" id="{4519767F-54F6-4010-9012-5584D36E2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500"/>
              <a:ext cx="34" cy="45"/>
            </a:xfrm>
            <a:custGeom>
              <a:avLst/>
              <a:gdLst>
                <a:gd name="T0" fmla="*/ 136 w 17"/>
                <a:gd name="T1" fmla="*/ 148 h 21"/>
                <a:gd name="T2" fmla="*/ 96 w 17"/>
                <a:gd name="T3" fmla="*/ 197 h 21"/>
                <a:gd name="T4" fmla="*/ 24 w 17"/>
                <a:gd name="T5" fmla="*/ 129 h 21"/>
                <a:gd name="T6" fmla="*/ 24 w 17"/>
                <a:gd name="T7" fmla="*/ 28 h 21"/>
                <a:gd name="T8" fmla="*/ 72 w 17"/>
                <a:gd name="T9" fmla="*/ 0 h 21"/>
                <a:gd name="T10" fmla="*/ 72 w 17"/>
                <a:gd name="T11" fmla="*/ 0 h 21"/>
                <a:gd name="T12" fmla="*/ 24 w 17"/>
                <a:gd name="T13" fmla="*/ 19 h 21"/>
                <a:gd name="T14" fmla="*/ 16 w 17"/>
                <a:gd name="T15" fmla="*/ 129 h 21"/>
                <a:gd name="T16" fmla="*/ 96 w 17"/>
                <a:gd name="T17" fmla="*/ 206 h 21"/>
                <a:gd name="T18" fmla="*/ 136 w 17"/>
                <a:gd name="T19" fmla="*/ 148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21">
                  <a:moveTo>
                    <a:pt x="17" y="15"/>
                  </a:moveTo>
                  <a:cubicBezTo>
                    <a:pt x="17" y="18"/>
                    <a:pt x="15" y="20"/>
                    <a:pt x="12" y="20"/>
                  </a:cubicBezTo>
                  <a:cubicBezTo>
                    <a:pt x="9" y="21"/>
                    <a:pt x="5" y="18"/>
                    <a:pt x="3" y="13"/>
                  </a:cubicBezTo>
                  <a:cubicBezTo>
                    <a:pt x="1" y="7"/>
                    <a:pt x="2" y="4"/>
                    <a:pt x="3" y="3"/>
                  </a:cubicBezTo>
                  <a:cubicBezTo>
                    <a:pt x="4" y="1"/>
                    <a:pt x="7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4" y="0"/>
                    <a:pt x="3" y="2"/>
                  </a:cubicBezTo>
                  <a:cubicBezTo>
                    <a:pt x="1" y="4"/>
                    <a:pt x="0" y="7"/>
                    <a:pt x="2" y="13"/>
                  </a:cubicBezTo>
                  <a:cubicBezTo>
                    <a:pt x="5" y="19"/>
                    <a:pt x="9" y="21"/>
                    <a:pt x="12" y="21"/>
                  </a:cubicBezTo>
                  <a:cubicBezTo>
                    <a:pt x="15" y="20"/>
                    <a:pt x="17" y="18"/>
                    <a:pt x="17" y="1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2" name="Freeform 213">
              <a:extLst>
                <a:ext uri="{FF2B5EF4-FFF2-40B4-BE49-F238E27FC236}">
                  <a16:creationId xmlns:a16="http://schemas.microsoft.com/office/drawing/2014/main" id="{472E814F-4C9E-4600-AFA3-2520560E3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687"/>
              <a:ext cx="54" cy="69"/>
            </a:xfrm>
            <a:custGeom>
              <a:avLst/>
              <a:gdLst>
                <a:gd name="T0" fmla="*/ 216 w 27"/>
                <a:gd name="T1" fmla="*/ 9 h 32"/>
                <a:gd name="T2" fmla="*/ 136 w 27"/>
                <a:gd name="T3" fmla="*/ 0 h 32"/>
                <a:gd name="T4" fmla="*/ 32 w 27"/>
                <a:gd name="T5" fmla="*/ 52 h 32"/>
                <a:gd name="T6" fmla="*/ 8 w 27"/>
                <a:gd name="T7" fmla="*/ 162 h 32"/>
                <a:gd name="T8" fmla="*/ 208 w 27"/>
                <a:gd name="T9" fmla="*/ 270 h 32"/>
                <a:gd name="T10" fmla="*/ 216 w 27"/>
                <a:gd name="T11" fmla="*/ 261 h 32"/>
                <a:gd name="T12" fmla="*/ 216 w 27"/>
                <a:gd name="T13" fmla="*/ 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2">
                  <a:moveTo>
                    <a:pt x="27" y="1"/>
                  </a:moveTo>
                  <a:cubicBezTo>
                    <a:pt x="25" y="0"/>
                    <a:pt x="21" y="0"/>
                    <a:pt x="17" y="0"/>
                  </a:cubicBezTo>
                  <a:cubicBezTo>
                    <a:pt x="12" y="1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5" y="32"/>
                    <a:pt x="26" y="27"/>
                  </a:cubicBezTo>
                  <a:cubicBezTo>
                    <a:pt x="27" y="27"/>
                    <a:pt x="27" y="27"/>
                    <a:pt x="27" y="26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3" name="Freeform 214">
              <a:extLst>
                <a:ext uri="{FF2B5EF4-FFF2-40B4-BE49-F238E27FC236}">
                  <a16:creationId xmlns:a16="http://schemas.microsoft.com/office/drawing/2014/main" id="{67C7FE56-99CD-4C2F-B72B-A14B92693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741"/>
              <a:ext cx="36" cy="8"/>
            </a:xfrm>
            <a:custGeom>
              <a:avLst/>
              <a:gdLst>
                <a:gd name="T0" fmla="*/ 144 w 18"/>
                <a:gd name="T1" fmla="*/ 0 h 4"/>
                <a:gd name="T2" fmla="*/ 128 w 18"/>
                <a:gd name="T3" fmla="*/ 8 h 4"/>
                <a:gd name="T4" fmla="*/ 0 w 18"/>
                <a:gd name="T5" fmla="*/ 8 h 4"/>
                <a:gd name="T6" fmla="*/ 136 w 18"/>
                <a:gd name="T7" fmla="*/ 8 h 4"/>
                <a:gd name="T8" fmla="*/ 144 w 18"/>
                <a:gd name="T9" fmla="*/ 8 h 4"/>
                <a:gd name="T10" fmla="*/ 144 w 18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">
                  <a:moveTo>
                    <a:pt x="18" y="0"/>
                  </a:moveTo>
                  <a:cubicBezTo>
                    <a:pt x="18" y="0"/>
                    <a:pt x="17" y="1"/>
                    <a:pt x="16" y="1"/>
                  </a:cubicBezTo>
                  <a:cubicBezTo>
                    <a:pt x="11" y="3"/>
                    <a:pt x="5" y="3"/>
                    <a:pt x="0" y="1"/>
                  </a:cubicBezTo>
                  <a:cubicBezTo>
                    <a:pt x="5" y="3"/>
                    <a:pt x="12" y="4"/>
                    <a:pt x="17" y="1"/>
                  </a:cubicBezTo>
                  <a:cubicBezTo>
                    <a:pt x="18" y="1"/>
                    <a:pt x="18" y="1"/>
                    <a:pt x="18" y="1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4" name="Freeform 215">
              <a:extLst>
                <a:ext uri="{FF2B5EF4-FFF2-40B4-BE49-F238E27FC236}">
                  <a16:creationId xmlns:a16="http://schemas.microsoft.com/office/drawing/2014/main" id="{DCFDA38C-C9C5-4B9C-B5CC-3C0AD8496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698"/>
              <a:ext cx="40" cy="32"/>
            </a:xfrm>
            <a:custGeom>
              <a:avLst/>
              <a:gdLst>
                <a:gd name="T0" fmla="*/ 160 w 20"/>
                <a:gd name="T1" fmla="*/ 41 h 15"/>
                <a:gd name="T2" fmla="*/ 152 w 20"/>
                <a:gd name="T3" fmla="*/ 19 h 15"/>
                <a:gd name="T4" fmla="*/ 16 w 20"/>
                <a:gd name="T5" fmla="*/ 49 h 15"/>
                <a:gd name="T6" fmla="*/ 88 w 20"/>
                <a:gd name="T7" fmla="*/ 145 h 15"/>
                <a:gd name="T8" fmla="*/ 160 w 20"/>
                <a:gd name="T9" fmla="*/ 117 h 15"/>
                <a:gd name="T10" fmla="*/ 160 w 20"/>
                <a:gd name="T11" fmla="*/ 4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5">
                  <a:moveTo>
                    <a:pt x="20" y="4"/>
                  </a:moveTo>
                  <a:cubicBezTo>
                    <a:pt x="20" y="3"/>
                    <a:pt x="19" y="3"/>
                    <a:pt x="19" y="2"/>
                  </a:cubicBezTo>
                  <a:cubicBezTo>
                    <a:pt x="14" y="0"/>
                    <a:pt x="4" y="1"/>
                    <a:pt x="2" y="5"/>
                  </a:cubicBezTo>
                  <a:cubicBezTo>
                    <a:pt x="0" y="8"/>
                    <a:pt x="1" y="15"/>
                    <a:pt x="11" y="15"/>
                  </a:cubicBezTo>
                  <a:cubicBezTo>
                    <a:pt x="15" y="15"/>
                    <a:pt x="19" y="14"/>
                    <a:pt x="20" y="12"/>
                  </a:cubicBezTo>
                  <a:lnTo>
                    <a:pt x="20" y="4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5" name="Freeform 216">
              <a:extLst>
                <a:ext uri="{FF2B5EF4-FFF2-40B4-BE49-F238E27FC236}">
                  <a16:creationId xmlns:a16="http://schemas.microsoft.com/office/drawing/2014/main" id="{A7228979-9AC4-4FFC-87C2-9A71B576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17"/>
              <a:ext cx="38" cy="13"/>
            </a:xfrm>
            <a:custGeom>
              <a:avLst/>
              <a:gdLst>
                <a:gd name="T0" fmla="*/ 152 w 19"/>
                <a:gd name="T1" fmla="*/ 9 h 6"/>
                <a:gd name="T2" fmla="*/ 80 w 19"/>
                <a:gd name="T3" fmla="*/ 52 h 6"/>
                <a:gd name="T4" fmla="*/ 0 w 19"/>
                <a:gd name="T5" fmla="*/ 0 h 6"/>
                <a:gd name="T6" fmla="*/ 80 w 19"/>
                <a:gd name="T7" fmla="*/ 61 h 6"/>
                <a:gd name="T8" fmla="*/ 152 w 19"/>
                <a:gd name="T9" fmla="*/ 33 h 6"/>
                <a:gd name="T10" fmla="*/ 152 w 19"/>
                <a:gd name="T11" fmla="*/ 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">
                  <a:moveTo>
                    <a:pt x="19" y="1"/>
                  </a:moveTo>
                  <a:cubicBezTo>
                    <a:pt x="18" y="3"/>
                    <a:pt x="14" y="5"/>
                    <a:pt x="10" y="5"/>
                  </a:cubicBezTo>
                  <a:cubicBezTo>
                    <a:pt x="4" y="5"/>
                    <a:pt x="2" y="3"/>
                    <a:pt x="0" y="0"/>
                  </a:cubicBezTo>
                  <a:cubicBezTo>
                    <a:pt x="1" y="3"/>
                    <a:pt x="4" y="6"/>
                    <a:pt x="10" y="6"/>
                  </a:cubicBezTo>
                  <a:cubicBezTo>
                    <a:pt x="14" y="6"/>
                    <a:pt x="18" y="5"/>
                    <a:pt x="19" y="3"/>
                  </a:cubicBezTo>
                  <a:lnTo>
                    <a:pt x="19" y="1"/>
                  </a:ln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6" name="Freeform 217">
              <a:extLst>
                <a:ext uri="{FF2B5EF4-FFF2-40B4-BE49-F238E27FC236}">
                  <a16:creationId xmlns:a16="http://schemas.microsoft.com/office/drawing/2014/main" id="{2B771192-45C7-4BEF-A106-21F7BBE34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698"/>
              <a:ext cx="24" cy="6"/>
            </a:xfrm>
            <a:custGeom>
              <a:avLst/>
              <a:gdLst>
                <a:gd name="T0" fmla="*/ 96 w 12"/>
                <a:gd name="T1" fmla="*/ 8 h 3"/>
                <a:gd name="T2" fmla="*/ 0 w 12"/>
                <a:gd name="T3" fmla="*/ 24 h 3"/>
                <a:gd name="T4" fmla="*/ 96 w 1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3" y="2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7" name="Freeform 218">
              <a:extLst>
                <a:ext uri="{FF2B5EF4-FFF2-40B4-BE49-F238E27FC236}">
                  <a16:creationId xmlns:a16="http://schemas.microsoft.com/office/drawing/2014/main" id="{7C5DEC54-0919-455E-8318-8F2BD88AA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687"/>
              <a:ext cx="54" cy="69"/>
            </a:xfrm>
            <a:custGeom>
              <a:avLst/>
              <a:gdLst>
                <a:gd name="T0" fmla="*/ 216 w 27"/>
                <a:gd name="T1" fmla="*/ 9 h 32"/>
                <a:gd name="T2" fmla="*/ 136 w 27"/>
                <a:gd name="T3" fmla="*/ 0 h 32"/>
                <a:gd name="T4" fmla="*/ 32 w 27"/>
                <a:gd name="T5" fmla="*/ 52 h 32"/>
                <a:gd name="T6" fmla="*/ 8 w 27"/>
                <a:gd name="T7" fmla="*/ 162 h 32"/>
                <a:gd name="T8" fmla="*/ 208 w 27"/>
                <a:gd name="T9" fmla="*/ 270 h 32"/>
                <a:gd name="T10" fmla="*/ 216 w 27"/>
                <a:gd name="T11" fmla="*/ 261 h 32"/>
                <a:gd name="T12" fmla="*/ 216 w 27"/>
                <a:gd name="T13" fmla="*/ 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2">
                  <a:moveTo>
                    <a:pt x="27" y="1"/>
                  </a:moveTo>
                  <a:cubicBezTo>
                    <a:pt x="25" y="0"/>
                    <a:pt x="21" y="0"/>
                    <a:pt x="17" y="0"/>
                  </a:cubicBezTo>
                  <a:cubicBezTo>
                    <a:pt x="12" y="1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5" y="32"/>
                    <a:pt x="26" y="27"/>
                  </a:cubicBezTo>
                  <a:cubicBezTo>
                    <a:pt x="27" y="27"/>
                    <a:pt x="27" y="27"/>
                    <a:pt x="27" y="26"/>
                  </a:cubicBezTo>
                  <a:lnTo>
                    <a:pt x="27" y="1"/>
                  </a:ln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8" name="Freeform 219">
              <a:extLst>
                <a:ext uri="{FF2B5EF4-FFF2-40B4-BE49-F238E27FC236}">
                  <a16:creationId xmlns:a16="http://schemas.microsoft.com/office/drawing/2014/main" id="{73BE534C-8701-4BF9-8B9B-F7D7952DE4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" y="2702"/>
              <a:ext cx="38" cy="28"/>
            </a:xfrm>
            <a:custGeom>
              <a:avLst/>
              <a:gdLst>
                <a:gd name="T0" fmla="*/ 8 w 19"/>
                <a:gd name="T1" fmla="*/ 88 h 13"/>
                <a:gd name="T2" fmla="*/ 8 w 19"/>
                <a:gd name="T3" fmla="*/ 28 h 13"/>
                <a:gd name="T4" fmla="*/ 8 w 19"/>
                <a:gd name="T5" fmla="*/ 88 h 13"/>
                <a:gd name="T6" fmla="*/ 80 w 19"/>
                <a:gd name="T7" fmla="*/ 129 h 13"/>
                <a:gd name="T8" fmla="*/ 152 w 19"/>
                <a:gd name="T9" fmla="*/ 101 h 13"/>
                <a:gd name="T10" fmla="*/ 152 w 19"/>
                <a:gd name="T11" fmla="*/ 101 h 13"/>
                <a:gd name="T12" fmla="*/ 80 w 19"/>
                <a:gd name="T13" fmla="*/ 129 h 13"/>
                <a:gd name="T14" fmla="*/ 8 w 19"/>
                <a:gd name="T15" fmla="*/ 88 h 13"/>
                <a:gd name="T16" fmla="*/ 144 w 19"/>
                <a:gd name="T17" fmla="*/ 0 h 13"/>
                <a:gd name="T18" fmla="*/ 152 w 19"/>
                <a:gd name="T19" fmla="*/ 19 h 13"/>
                <a:gd name="T20" fmla="*/ 152 w 19"/>
                <a:gd name="T21" fmla="*/ 9 h 13"/>
                <a:gd name="T22" fmla="*/ 144 w 19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13">
                  <a:moveTo>
                    <a:pt x="1" y="9"/>
                  </a:moveTo>
                  <a:cubicBezTo>
                    <a:pt x="0" y="7"/>
                    <a:pt x="0" y="4"/>
                    <a:pt x="1" y="3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2" y="11"/>
                    <a:pt x="4" y="13"/>
                    <a:pt x="10" y="13"/>
                  </a:cubicBezTo>
                  <a:cubicBezTo>
                    <a:pt x="15" y="13"/>
                    <a:pt x="18" y="12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2"/>
                    <a:pt x="15" y="13"/>
                    <a:pt x="10" y="13"/>
                  </a:cubicBezTo>
                  <a:cubicBezTo>
                    <a:pt x="5" y="13"/>
                    <a:pt x="2" y="11"/>
                    <a:pt x="1" y="9"/>
                  </a:cubicBezTo>
                  <a:close/>
                  <a:moveTo>
                    <a:pt x="18" y="0"/>
                  </a:moveTo>
                  <a:cubicBezTo>
                    <a:pt x="18" y="1"/>
                    <a:pt x="19" y="1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9" name="Freeform 220">
              <a:extLst>
                <a:ext uri="{FF2B5EF4-FFF2-40B4-BE49-F238E27FC236}">
                  <a16:creationId xmlns:a16="http://schemas.microsoft.com/office/drawing/2014/main" id="{3F02BC14-F3FD-4F7D-846B-22C3C1978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819"/>
              <a:ext cx="80" cy="68"/>
            </a:xfrm>
            <a:custGeom>
              <a:avLst/>
              <a:gdLst>
                <a:gd name="T0" fmla="*/ 136 w 40"/>
                <a:gd name="T1" fmla="*/ 0 h 32"/>
                <a:gd name="T2" fmla="*/ 32 w 40"/>
                <a:gd name="T3" fmla="*/ 49 h 32"/>
                <a:gd name="T4" fmla="*/ 8 w 40"/>
                <a:gd name="T5" fmla="*/ 164 h 32"/>
                <a:gd name="T6" fmla="*/ 208 w 40"/>
                <a:gd name="T7" fmla="*/ 257 h 32"/>
                <a:gd name="T8" fmla="*/ 280 w 40"/>
                <a:gd name="T9" fmla="*/ 49 h 32"/>
                <a:gd name="T10" fmla="*/ 136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2" y="26"/>
                    <a:pt x="15" y="32"/>
                    <a:pt x="26" y="27"/>
                  </a:cubicBezTo>
                  <a:cubicBezTo>
                    <a:pt x="37" y="23"/>
                    <a:pt x="40" y="11"/>
                    <a:pt x="35" y="5"/>
                  </a:cubicBezTo>
                  <a:cubicBezTo>
                    <a:pt x="30" y="0"/>
                    <a:pt x="27" y="0"/>
                    <a:pt x="17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0" name="Freeform 221">
              <a:extLst>
                <a:ext uri="{FF2B5EF4-FFF2-40B4-BE49-F238E27FC236}">
                  <a16:creationId xmlns:a16="http://schemas.microsoft.com/office/drawing/2014/main" id="{32EBA0AC-968F-44C4-961B-055BD1BB8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824"/>
              <a:ext cx="60" cy="57"/>
            </a:xfrm>
            <a:custGeom>
              <a:avLst/>
              <a:gdLst>
                <a:gd name="T0" fmla="*/ 208 w 30"/>
                <a:gd name="T1" fmla="*/ 36 h 27"/>
                <a:gd name="T2" fmla="*/ 168 w 30"/>
                <a:gd name="T3" fmla="*/ 0 h 27"/>
                <a:gd name="T4" fmla="*/ 192 w 30"/>
                <a:gd name="T5" fmla="*/ 27 h 27"/>
                <a:gd name="T6" fmla="*/ 128 w 30"/>
                <a:gd name="T7" fmla="*/ 228 h 27"/>
                <a:gd name="T8" fmla="*/ 0 w 30"/>
                <a:gd name="T9" fmla="*/ 228 h 27"/>
                <a:gd name="T10" fmla="*/ 136 w 30"/>
                <a:gd name="T11" fmla="*/ 236 h 27"/>
                <a:gd name="T12" fmla="*/ 208 w 30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6" y="4"/>
                  </a:moveTo>
                  <a:cubicBezTo>
                    <a:pt x="24" y="2"/>
                    <a:pt x="22" y="1"/>
                    <a:pt x="21" y="0"/>
                  </a:cubicBezTo>
                  <a:cubicBezTo>
                    <a:pt x="22" y="1"/>
                    <a:pt x="23" y="2"/>
                    <a:pt x="24" y="3"/>
                  </a:cubicBezTo>
                  <a:cubicBezTo>
                    <a:pt x="29" y="9"/>
                    <a:pt x="27" y="20"/>
                    <a:pt x="16" y="24"/>
                  </a:cubicBezTo>
                  <a:cubicBezTo>
                    <a:pt x="11" y="26"/>
                    <a:pt x="5" y="26"/>
                    <a:pt x="0" y="24"/>
                  </a:cubicBezTo>
                  <a:cubicBezTo>
                    <a:pt x="5" y="26"/>
                    <a:pt x="11" y="27"/>
                    <a:pt x="17" y="25"/>
                  </a:cubicBezTo>
                  <a:cubicBezTo>
                    <a:pt x="28" y="20"/>
                    <a:pt x="30" y="9"/>
                    <a:pt x="2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1" name="Freeform 222">
              <a:extLst>
                <a:ext uri="{FF2B5EF4-FFF2-40B4-BE49-F238E27FC236}">
                  <a16:creationId xmlns:a16="http://schemas.microsoft.com/office/drawing/2014/main" id="{03BA13D9-C3EC-4143-832C-3B64B34AB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821"/>
              <a:ext cx="56" cy="54"/>
            </a:xfrm>
            <a:custGeom>
              <a:avLst/>
              <a:gdLst>
                <a:gd name="T0" fmla="*/ 16 w 28"/>
                <a:gd name="T1" fmla="*/ 164 h 25"/>
                <a:gd name="T2" fmla="*/ 40 w 28"/>
                <a:gd name="T3" fmla="*/ 52 h 25"/>
                <a:gd name="T4" fmla="*/ 136 w 28"/>
                <a:gd name="T5" fmla="*/ 0 h 25"/>
                <a:gd name="T6" fmla="*/ 224 w 28"/>
                <a:gd name="T7" fmla="*/ 9 h 25"/>
                <a:gd name="T8" fmla="*/ 120 w 28"/>
                <a:gd name="T9" fmla="*/ 0 h 25"/>
                <a:gd name="T10" fmla="*/ 32 w 28"/>
                <a:gd name="T11" fmla="*/ 41 h 25"/>
                <a:gd name="T12" fmla="*/ 0 w 28"/>
                <a:gd name="T13" fmla="*/ 149 h 25"/>
                <a:gd name="T14" fmla="*/ 80 w 28"/>
                <a:gd name="T15" fmla="*/ 253 h 25"/>
                <a:gd name="T16" fmla="*/ 16 w 28"/>
                <a:gd name="T17" fmla="*/ 16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5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1"/>
                    <a:pt x="12" y="1"/>
                    <a:pt x="17" y="0"/>
                  </a:cubicBezTo>
                  <a:cubicBezTo>
                    <a:pt x="22" y="0"/>
                    <a:pt x="26" y="0"/>
                    <a:pt x="28" y="1"/>
                  </a:cubicBezTo>
                  <a:cubicBezTo>
                    <a:pt x="25" y="0"/>
                    <a:pt x="22" y="0"/>
                    <a:pt x="15" y="0"/>
                  </a:cubicBezTo>
                  <a:cubicBezTo>
                    <a:pt x="11" y="0"/>
                    <a:pt x="6" y="1"/>
                    <a:pt x="4" y="4"/>
                  </a:cubicBezTo>
                  <a:cubicBezTo>
                    <a:pt x="1" y="7"/>
                    <a:pt x="0" y="11"/>
                    <a:pt x="0" y="15"/>
                  </a:cubicBezTo>
                  <a:cubicBezTo>
                    <a:pt x="1" y="20"/>
                    <a:pt x="5" y="23"/>
                    <a:pt x="10" y="25"/>
                  </a:cubicBezTo>
                  <a:cubicBezTo>
                    <a:pt x="5" y="23"/>
                    <a:pt x="2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2" name="Freeform 223">
              <a:extLst>
                <a:ext uri="{FF2B5EF4-FFF2-40B4-BE49-F238E27FC236}">
                  <a16:creationId xmlns:a16="http://schemas.microsoft.com/office/drawing/2014/main" id="{50BD04CE-699B-4F35-BB7F-50788D72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830"/>
              <a:ext cx="52" cy="32"/>
            </a:xfrm>
            <a:custGeom>
              <a:avLst/>
              <a:gdLst>
                <a:gd name="T0" fmla="*/ 144 w 26"/>
                <a:gd name="T1" fmla="*/ 19 h 15"/>
                <a:gd name="T2" fmla="*/ 88 w 26"/>
                <a:gd name="T3" fmla="*/ 145 h 15"/>
                <a:gd name="T4" fmla="*/ 16 w 26"/>
                <a:gd name="T5" fmla="*/ 49 h 15"/>
                <a:gd name="T6" fmla="*/ 144 w 26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8" y="2"/>
                  </a:moveTo>
                  <a:cubicBezTo>
                    <a:pt x="26" y="6"/>
                    <a:pt x="21" y="15"/>
                    <a:pt x="11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4" y="1"/>
                    <a:pt x="14" y="0"/>
                    <a:pt x="18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3" name="Freeform 224">
              <a:extLst>
                <a:ext uri="{FF2B5EF4-FFF2-40B4-BE49-F238E27FC236}">
                  <a16:creationId xmlns:a16="http://schemas.microsoft.com/office/drawing/2014/main" id="{4AFEADBC-59AF-4643-99E7-CE37E2518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841"/>
              <a:ext cx="46" cy="21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84 h 10"/>
                <a:gd name="T4" fmla="*/ 0 w 23"/>
                <a:gd name="T5" fmla="*/ 36 h 10"/>
                <a:gd name="T6" fmla="*/ 80 w 23"/>
                <a:gd name="T7" fmla="*/ 92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9"/>
                    <a:pt x="10" y="9"/>
                  </a:cubicBezTo>
                  <a:cubicBezTo>
                    <a:pt x="4" y="9"/>
                    <a:pt x="1" y="7"/>
                    <a:pt x="0" y="4"/>
                  </a:cubicBezTo>
                  <a:cubicBezTo>
                    <a:pt x="1" y="7"/>
                    <a:pt x="4" y="10"/>
                    <a:pt x="10" y="10"/>
                  </a:cubicBezTo>
                  <a:cubicBezTo>
                    <a:pt x="18" y="10"/>
                    <a:pt x="23" y="5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4" name="Freeform 225">
              <a:extLst>
                <a:ext uri="{FF2B5EF4-FFF2-40B4-BE49-F238E27FC236}">
                  <a16:creationId xmlns:a16="http://schemas.microsoft.com/office/drawing/2014/main" id="{44F4D846-9EC2-4EA9-977F-22F5B1627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830"/>
              <a:ext cx="22" cy="6"/>
            </a:xfrm>
            <a:custGeom>
              <a:avLst/>
              <a:gdLst>
                <a:gd name="T0" fmla="*/ 88 w 11"/>
                <a:gd name="T1" fmla="*/ 8 h 3"/>
                <a:gd name="T2" fmla="*/ 0 w 11"/>
                <a:gd name="T3" fmla="*/ 24 h 3"/>
                <a:gd name="T4" fmla="*/ 88 w 11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2" y="2"/>
                    <a:pt x="8" y="1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5" name="Freeform 226">
              <a:extLst>
                <a:ext uri="{FF2B5EF4-FFF2-40B4-BE49-F238E27FC236}">
                  <a16:creationId xmlns:a16="http://schemas.microsoft.com/office/drawing/2014/main" id="{72C85557-5E24-455B-8023-EF1499CB6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851"/>
              <a:ext cx="34" cy="19"/>
            </a:xfrm>
            <a:custGeom>
              <a:avLst/>
              <a:gdLst>
                <a:gd name="T0" fmla="*/ 0 w 17"/>
                <a:gd name="T1" fmla="*/ 36 h 9"/>
                <a:gd name="T2" fmla="*/ 136 w 17"/>
                <a:gd name="T3" fmla="*/ 0 h 9"/>
                <a:gd name="T4" fmla="*/ 0 w 17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2" y="6"/>
                    <a:pt x="13" y="7"/>
                    <a:pt x="17" y="0"/>
                  </a:cubicBezTo>
                  <a:cubicBezTo>
                    <a:pt x="16" y="4"/>
                    <a:pt x="9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6" name="Freeform 227">
              <a:extLst>
                <a:ext uri="{FF2B5EF4-FFF2-40B4-BE49-F238E27FC236}">
                  <a16:creationId xmlns:a16="http://schemas.microsoft.com/office/drawing/2014/main" id="{5AD13694-5D32-4801-86AC-4A042EDF3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819"/>
              <a:ext cx="80" cy="68"/>
            </a:xfrm>
            <a:custGeom>
              <a:avLst/>
              <a:gdLst>
                <a:gd name="T0" fmla="*/ 136 w 40"/>
                <a:gd name="T1" fmla="*/ 0 h 32"/>
                <a:gd name="T2" fmla="*/ 32 w 40"/>
                <a:gd name="T3" fmla="*/ 49 h 32"/>
                <a:gd name="T4" fmla="*/ 8 w 40"/>
                <a:gd name="T5" fmla="*/ 164 h 32"/>
                <a:gd name="T6" fmla="*/ 208 w 40"/>
                <a:gd name="T7" fmla="*/ 257 h 32"/>
                <a:gd name="T8" fmla="*/ 280 w 40"/>
                <a:gd name="T9" fmla="*/ 49 h 32"/>
                <a:gd name="T10" fmla="*/ 136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2" y="26"/>
                    <a:pt x="15" y="32"/>
                    <a:pt x="26" y="27"/>
                  </a:cubicBezTo>
                  <a:cubicBezTo>
                    <a:pt x="37" y="23"/>
                    <a:pt x="40" y="11"/>
                    <a:pt x="35" y="5"/>
                  </a:cubicBezTo>
                  <a:cubicBezTo>
                    <a:pt x="30" y="0"/>
                    <a:pt x="27" y="0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7" name="Freeform 228">
              <a:extLst>
                <a:ext uri="{FF2B5EF4-FFF2-40B4-BE49-F238E27FC236}">
                  <a16:creationId xmlns:a16="http://schemas.microsoft.com/office/drawing/2014/main" id="{06585CBC-F757-40A4-A201-029388A97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834"/>
              <a:ext cx="44" cy="30"/>
            </a:xfrm>
            <a:custGeom>
              <a:avLst/>
              <a:gdLst>
                <a:gd name="T0" fmla="*/ 136 w 22"/>
                <a:gd name="T1" fmla="*/ 0 h 14"/>
                <a:gd name="T2" fmla="*/ 168 w 22"/>
                <a:gd name="T3" fmla="*/ 69 h 14"/>
                <a:gd name="T4" fmla="*/ 80 w 22"/>
                <a:gd name="T5" fmla="*/ 129 h 14"/>
                <a:gd name="T6" fmla="*/ 8 w 22"/>
                <a:gd name="T7" fmla="*/ 88 h 14"/>
                <a:gd name="T8" fmla="*/ 8 w 22"/>
                <a:gd name="T9" fmla="*/ 28 h 14"/>
                <a:gd name="T10" fmla="*/ 8 w 22"/>
                <a:gd name="T11" fmla="*/ 28 h 14"/>
                <a:gd name="T12" fmla="*/ 8 w 22"/>
                <a:gd name="T13" fmla="*/ 88 h 14"/>
                <a:gd name="T14" fmla="*/ 80 w 22"/>
                <a:gd name="T15" fmla="*/ 129 h 14"/>
                <a:gd name="T16" fmla="*/ 168 w 22"/>
                <a:gd name="T17" fmla="*/ 69 h 14"/>
                <a:gd name="T18" fmla="*/ 136 w 22"/>
                <a:gd name="T19" fmla="*/ 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4">
                  <a:moveTo>
                    <a:pt x="17" y="0"/>
                  </a:moveTo>
                  <a:cubicBezTo>
                    <a:pt x="20" y="2"/>
                    <a:pt x="22" y="4"/>
                    <a:pt x="21" y="7"/>
                  </a:cubicBezTo>
                  <a:cubicBezTo>
                    <a:pt x="20" y="10"/>
                    <a:pt x="16" y="13"/>
                    <a:pt x="10" y="13"/>
                  </a:cubicBezTo>
                  <a:cubicBezTo>
                    <a:pt x="4" y="13"/>
                    <a:pt x="2" y="11"/>
                    <a:pt x="1" y="9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1"/>
                    <a:pt x="4" y="13"/>
                    <a:pt x="10" y="13"/>
                  </a:cubicBezTo>
                  <a:cubicBezTo>
                    <a:pt x="17" y="14"/>
                    <a:pt x="20" y="10"/>
                    <a:pt x="21" y="7"/>
                  </a:cubicBezTo>
                  <a:cubicBezTo>
                    <a:pt x="22" y="4"/>
                    <a:pt x="20" y="2"/>
                    <a:pt x="1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8" name="Freeform 229">
              <a:extLst>
                <a:ext uri="{FF2B5EF4-FFF2-40B4-BE49-F238E27FC236}">
                  <a16:creationId xmlns:a16="http://schemas.microsoft.com/office/drawing/2014/main" id="{1039AFFD-2F1B-43D7-966F-2D54CE385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796"/>
              <a:ext cx="80" cy="66"/>
            </a:xfrm>
            <a:custGeom>
              <a:avLst/>
              <a:gdLst>
                <a:gd name="T0" fmla="*/ 136 w 40"/>
                <a:gd name="T1" fmla="*/ 0 h 31"/>
                <a:gd name="T2" fmla="*/ 32 w 40"/>
                <a:gd name="T3" fmla="*/ 49 h 31"/>
                <a:gd name="T4" fmla="*/ 8 w 40"/>
                <a:gd name="T5" fmla="*/ 153 h 31"/>
                <a:gd name="T6" fmla="*/ 208 w 40"/>
                <a:gd name="T7" fmla="*/ 258 h 31"/>
                <a:gd name="T8" fmla="*/ 280 w 40"/>
                <a:gd name="T9" fmla="*/ 49 h 31"/>
                <a:gd name="T10" fmla="*/ 136 w 4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17" y="0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5" y="31"/>
                    <a:pt x="26" y="27"/>
                  </a:cubicBezTo>
                  <a:cubicBezTo>
                    <a:pt x="37" y="22"/>
                    <a:pt x="40" y="11"/>
                    <a:pt x="35" y="5"/>
                  </a:cubicBezTo>
                  <a:cubicBezTo>
                    <a:pt x="30" y="0"/>
                    <a:pt x="27" y="0"/>
                    <a:pt x="17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9" name="Freeform 230">
              <a:extLst>
                <a:ext uri="{FF2B5EF4-FFF2-40B4-BE49-F238E27FC236}">
                  <a16:creationId xmlns:a16="http://schemas.microsoft.com/office/drawing/2014/main" id="{05FD8648-2E5C-4B84-B43A-7EB646463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800"/>
              <a:ext cx="60" cy="58"/>
            </a:xfrm>
            <a:custGeom>
              <a:avLst/>
              <a:gdLst>
                <a:gd name="T0" fmla="*/ 208 w 30"/>
                <a:gd name="T1" fmla="*/ 41 h 27"/>
                <a:gd name="T2" fmla="*/ 168 w 30"/>
                <a:gd name="T3" fmla="*/ 0 h 27"/>
                <a:gd name="T4" fmla="*/ 192 w 30"/>
                <a:gd name="T5" fmla="*/ 28 h 27"/>
                <a:gd name="T6" fmla="*/ 128 w 30"/>
                <a:gd name="T7" fmla="*/ 241 h 27"/>
                <a:gd name="T8" fmla="*/ 0 w 30"/>
                <a:gd name="T9" fmla="*/ 226 h 27"/>
                <a:gd name="T10" fmla="*/ 136 w 30"/>
                <a:gd name="T11" fmla="*/ 241 h 27"/>
                <a:gd name="T12" fmla="*/ 208 w 30"/>
                <a:gd name="T13" fmla="*/ 4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6" y="4"/>
                  </a:moveTo>
                  <a:cubicBezTo>
                    <a:pt x="24" y="2"/>
                    <a:pt x="22" y="1"/>
                    <a:pt x="21" y="0"/>
                  </a:cubicBezTo>
                  <a:cubicBezTo>
                    <a:pt x="22" y="1"/>
                    <a:pt x="23" y="2"/>
                    <a:pt x="24" y="3"/>
                  </a:cubicBezTo>
                  <a:cubicBezTo>
                    <a:pt x="29" y="8"/>
                    <a:pt x="27" y="19"/>
                    <a:pt x="16" y="24"/>
                  </a:cubicBezTo>
                  <a:cubicBezTo>
                    <a:pt x="11" y="26"/>
                    <a:pt x="5" y="25"/>
                    <a:pt x="0" y="23"/>
                  </a:cubicBezTo>
                  <a:cubicBezTo>
                    <a:pt x="5" y="26"/>
                    <a:pt x="11" y="27"/>
                    <a:pt x="17" y="24"/>
                  </a:cubicBezTo>
                  <a:cubicBezTo>
                    <a:pt x="28" y="20"/>
                    <a:pt x="30" y="9"/>
                    <a:pt x="2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0" name="Freeform 231">
              <a:extLst>
                <a:ext uri="{FF2B5EF4-FFF2-40B4-BE49-F238E27FC236}">
                  <a16:creationId xmlns:a16="http://schemas.microsoft.com/office/drawing/2014/main" id="{25C50D65-6C7A-48C1-97F6-8841F0094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796"/>
              <a:ext cx="58" cy="55"/>
            </a:xfrm>
            <a:custGeom>
              <a:avLst/>
              <a:gdLst>
                <a:gd name="T0" fmla="*/ 16 w 29"/>
                <a:gd name="T1" fmla="*/ 152 h 26"/>
                <a:gd name="T2" fmla="*/ 40 w 29"/>
                <a:gd name="T3" fmla="*/ 49 h 26"/>
                <a:gd name="T4" fmla="*/ 136 w 29"/>
                <a:gd name="T5" fmla="*/ 8 h 26"/>
                <a:gd name="T6" fmla="*/ 232 w 29"/>
                <a:gd name="T7" fmla="*/ 17 h 26"/>
                <a:gd name="T8" fmla="*/ 120 w 29"/>
                <a:gd name="T9" fmla="*/ 0 h 26"/>
                <a:gd name="T10" fmla="*/ 32 w 29"/>
                <a:gd name="T11" fmla="*/ 49 h 26"/>
                <a:gd name="T12" fmla="*/ 8 w 29"/>
                <a:gd name="T13" fmla="*/ 152 h 26"/>
                <a:gd name="T14" fmla="*/ 80 w 29"/>
                <a:gd name="T15" fmla="*/ 245 h 26"/>
                <a:gd name="T16" fmla="*/ 16 w 29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2" y="1"/>
                    <a:pt x="26" y="1"/>
                    <a:pt x="29" y="2"/>
                  </a:cubicBezTo>
                  <a:cubicBezTo>
                    <a:pt x="25" y="0"/>
                    <a:pt x="22" y="0"/>
                    <a:pt x="15" y="0"/>
                  </a:cubicBezTo>
                  <a:cubicBezTo>
                    <a:pt x="11" y="1"/>
                    <a:pt x="7" y="1"/>
                    <a:pt x="4" y="5"/>
                  </a:cubicBezTo>
                  <a:cubicBezTo>
                    <a:pt x="1" y="8"/>
                    <a:pt x="0" y="12"/>
                    <a:pt x="1" y="16"/>
                  </a:cubicBezTo>
                  <a:cubicBezTo>
                    <a:pt x="1" y="20"/>
                    <a:pt x="5" y="24"/>
                    <a:pt x="10" y="26"/>
                  </a:cubicBezTo>
                  <a:cubicBezTo>
                    <a:pt x="6" y="24"/>
                    <a:pt x="2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1" name="Freeform 232">
              <a:extLst>
                <a:ext uri="{FF2B5EF4-FFF2-40B4-BE49-F238E27FC236}">
                  <a16:creationId xmlns:a16="http://schemas.microsoft.com/office/drawing/2014/main" id="{CF5BC9C5-56B0-45BD-A497-7B4F1E3C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07"/>
              <a:ext cx="52" cy="31"/>
            </a:xfrm>
            <a:custGeom>
              <a:avLst/>
              <a:gdLst>
                <a:gd name="T0" fmla="*/ 152 w 26"/>
                <a:gd name="T1" fmla="*/ 17 h 15"/>
                <a:gd name="T2" fmla="*/ 88 w 26"/>
                <a:gd name="T3" fmla="*/ 132 h 15"/>
                <a:gd name="T4" fmla="*/ 16 w 26"/>
                <a:gd name="T5" fmla="*/ 43 h 15"/>
                <a:gd name="T6" fmla="*/ 152 w 26"/>
                <a:gd name="T7" fmla="*/ 1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9" y="2"/>
                  </a:moveTo>
                  <a:cubicBezTo>
                    <a:pt x="26" y="6"/>
                    <a:pt x="21" y="15"/>
                    <a:pt x="11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4" y="1"/>
                    <a:pt x="14" y="0"/>
                    <a:pt x="19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2" name="Freeform 233">
              <a:extLst>
                <a:ext uri="{FF2B5EF4-FFF2-40B4-BE49-F238E27FC236}">
                  <a16:creationId xmlns:a16="http://schemas.microsoft.com/office/drawing/2014/main" id="{AC239D03-3A39-41C2-928C-C167E0D62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817"/>
              <a:ext cx="46" cy="21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76 h 10"/>
                <a:gd name="T4" fmla="*/ 0 w 23"/>
                <a:gd name="T5" fmla="*/ 36 h 10"/>
                <a:gd name="T6" fmla="*/ 80 w 23"/>
                <a:gd name="T7" fmla="*/ 92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8"/>
                    <a:pt x="10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1" y="7"/>
                    <a:pt x="4" y="10"/>
                    <a:pt x="10" y="10"/>
                  </a:cubicBezTo>
                  <a:cubicBezTo>
                    <a:pt x="18" y="10"/>
                    <a:pt x="23" y="4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3" name="Freeform 234">
              <a:extLst>
                <a:ext uri="{FF2B5EF4-FFF2-40B4-BE49-F238E27FC236}">
                  <a16:creationId xmlns:a16="http://schemas.microsoft.com/office/drawing/2014/main" id="{04641B1B-3B7A-4A5F-95F4-9A6C78E4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807"/>
              <a:ext cx="22" cy="6"/>
            </a:xfrm>
            <a:custGeom>
              <a:avLst/>
              <a:gdLst>
                <a:gd name="T0" fmla="*/ 88 w 11"/>
                <a:gd name="T1" fmla="*/ 8 h 3"/>
                <a:gd name="T2" fmla="*/ 0 w 11"/>
                <a:gd name="T3" fmla="*/ 24 h 3"/>
                <a:gd name="T4" fmla="*/ 88 w 11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2" y="2"/>
                    <a:pt x="8" y="0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4" name="Freeform 235">
              <a:extLst>
                <a:ext uri="{FF2B5EF4-FFF2-40B4-BE49-F238E27FC236}">
                  <a16:creationId xmlns:a16="http://schemas.microsoft.com/office/drawing/2014/main" id="{6A49A7A4-6CE6-496E-B41E-2E3EA1539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828"/>
              <a:ext cx="34" cy="19"/>
            </a:xfrm>
            <a:custGeom>
              <a:avLst/>
              <a:gdLst>
                <a:gd name="T0" fmla="*/ 0 w 17"/>
                <a:gd name="T1" fmla="*/ 36 h 9"/>
                <a:gd name="T2" fmla="*/ 136 w 17"/>
                <a:gd name="T3" fmla="*/ 0 h 9"/>
                <a:gd name="T4" fmla="*/ 0 w 17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2" y="5"/>
                    <a:pt x="13" y="7"/>
                    <a:pt x="17" y="0"/>
                  </a:cubicBezTo>
                  <a:cubicBezTo>
                    <a:pt x="16" y="3"/>
                    <a:pt x="9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5" name="Freeform 236">
              <a:extLst>
                <a:ext uri="{FF2B5EF4-FFF2-40B4-BE49-F238E27FC236}">
                  <a16:creationId xmlns:a16="http://schemas.microsoft.com/office/drawing/2014/main" id="{D28A08BB-7A56-44DC-AFF6-1EAB9192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796"/>
              <a:ext cx="80" cy="66"/>
            </a:xfrm>
            <a:custGeom>
              <a:avLst/>
              <a:gdLst>
                <a:gd name="T0" fmla="*/ 136 w 40"/>
                <a:gd name="T1" fmla="*/ 0 h 31"/>
                <a:gd name="T2" fmla="*/ 32 w 40"/>
                <a:gd name="T3" fmla="*/ 49 h 31"/>
                <a:gd name="T4" fmla="*/ 8 w 40"/>
                <a:gd name="T5" fmla="*/ 153 h 31"/>
                <a:gd name="T6" fmla="*/ 208 w 40"/>
                <a:gd name="T7" fmla="*/ 258 h 31"/>
                <a:gd name="T8" fmla="*/ 280 w 40"/>
                <a:gd name="T9" fmla="*/ 49 h 31"/>
                <a:gd name="T10" fmla="*/ 136 w 4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17" y="0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5" y="31"/>
                    <a:pt x="26" y="27"/>
                  </a:cubicBezTo>
                  <a:cubicBezTo>
                    <a:pt x="37" y="22"/>
                    <a:pt x="40" y="11"/>
                    <a:pt x="35" y="5"/>
                  </a:cubicBezTo>
                  <a:cubicBezTo>
                    <a:pt x="30" y="0"/>
                    <a:pt x="27" y="0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6" name="Freeform 237">
              <a:extLst>
                <a:ext uri="{FF2B5EF4-FFF2-40B4-BE49-F238E27FC236}">
                  <a16:creationId xmlns:a16="http://schemas.microsoft.com/office/drawing/2014/main" id="{A363301B-3696-4B67-B754-5505C31F5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811"/>
              <a:ext cx="44" cy="27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52 h 13"/>
                <a:gd name="T4" fmla="*/ 80 w 22"/>
                <a:gd name="T5" fmla="*/ 116 h 13"/>
                <a:gd name="T6" fmla="*/ 8 w 22"/>
                <a:gd name="T7" fmla="*/ 81 h 13"/>
                <a:gd name="T8" fmla="*/ 8 w 22"/>
                <a:gd name="T9" fmla="*/ 25 h 13"/>
                <a:gd name="T10" fmla="*/ 8 w 22"/>
                <a:gd name="T11" fmla="*/ 25 h 13"/>
                <a:gd name="T12" fmla="*/ 8 w 22"/>
                <a:gd name="T13" fmla="*/ 81 h 13"/>
                <a:gd name="T14" fmla="*/ 80 w 22"/>
                <a:gd name="T15" fmla="*/ 116 h 13"/>
                <a:gd name="T16" fmla="*/ 168 w 22"/>
                <a:gd name="T17" fmla="*/ 64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0" y="1"/>
                    <a:pt x="22" y="4"/>
                    <a:pt x="21" y="6"/>
                  </a:cubicBezTo>
                  <a:cubicBezTo>
                    <a:pt x="20" y="10"/>
                    <a:pt x="16" y="13"/>
                    <a:pt x="10" y="13"/>
                  </a:cubicBezTo>
                  <a:cubicBezTo>
                    <a:pt x="4" y="13"/>
                    <a:pt x="2" y="10"/>
                    <a:pt x="1" y="9"/>
                  </a:cubicBezTo>
                  <a:cubicBezTo>
                    <a:pt x="0" y="7"/>
                    <a:pt x="0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2" y="11"/>
                    <a:pt x="4" y="13"/>
                    <a:pt x="10" y="13"/>
                  </a:cubicBezTo>
                  <a:cubicBezTo>
                    <a:pt x="17" y="13"/>
                    <a:pt x="20" y="10"/>
                    <a:pt x="21" y="7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7" name="Freeform 238">
              <a:extLst>
                <a:ext uri="{FF2B5EF4-FFF2-40B4-BE49-F238E27FC236}">
                  <a16:creationId xmlns:a16="http://schemas.microsoft.com/office/drawing/2014/main" id="{64B34F58-15DA-4608-93FC-08C1516DF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226"/>
              <a:ext cx="76" cy="34"/>
            </a:xfrm>
            <a:custGeom>
              <a:avLst/>
              <a:gdLst>
                <a:gd name="T0" fmla="*/ 136 w 38"/>
                <a:gd name="T1" fmla="*/ 9 h 16"/>
                <a:gd name="T2" fmla="*/ 32 w 38"/>
                <a:gd name="T3" fmla="*/ 49 h 16"/>
                <a:gd name="T4" fmla="*/ 8 w 38"/>
                <a:gd name="T5" fmla="*/ 153 h 16"/>
                <a:gd name="T6" fmla="*/ 296 w 38"/>
                <a:gd name="T7" fmla="*/ 153 h 16"/>
                <a:gd name="T8" fmla="*/ 280 w 38"/>
                <a:gd name="T9" fmla="*/ 60 h 16"/>
                <a:gd name="T10" fmla="*/ 136 w 38"/>
                <a:gd name="T11" fmla="*/ 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17" y="1"/>
                  </a:moveTo>
                  <a:cubicBezTo>
                    <a:pt x="11" y="1"/>
                    <a:pt x="7" y="2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2"/>
                    <a:pt x="37" y="8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8" name="Freeform 239">
              <a:extLst>
                <a:ext uri="{FF2B5EF4-FFF2-40B4-BE49-F238E27FC236}">
                  <a16:creationId xmlns:a16="http://schemas.microsoft.com/office/drawing/2014/main" id="{AF5FA43D-D642-4C97-BE49-D30043BB0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228"/>
              <a:ext cx="58" cy="32"/>
            </a:xfrm>
            <a:custGeom>
              <a:avLst/>
              <a:gdLst>
                <a:gd name="T0" fmla="*/ 120 w 29"/>
                <a:gd name="T1" fmla="*/ 0 h 15"/>
                <a:gd name="T2" fmla="*/ 32 w 29"/>
                <a:gd name="T3" fmla="*/ 49 h 15"/>
                <a:gd name="T4" fmla="*/ 0 w 29"/>
                <a:gd name="T5" fmla="*/ 145 h 15"/>
                <a:gd name="T6" fmla="*/ 16 w 29"/>
                <a:gd name="T7" fmla="*/ 145 h 15"/>
                <a:gd name="T8" fmla="*/ 40 w 29"/>
                <a:gd name="T9" fmla="*/ 49 h 15"/>
                <a:gd name="T10" fmla="*/ 136 w 29"/>
                <a:gd name="T11" fmla="*/ 9 h 15"/>
                <a:gd name="T12" fmla="*/ 232 w 29"/>
                <a:gd name="T13" fmla="*/ 19 h 15"/>
                <a:gd name="T14" fmla="*/ 120 w 29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5">
                  <a:moveTo>
                    <a:pt x="15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2" y="7"/>
                    <a:pt x="0" y="11"/>
                    <a:pt x="0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1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2" y="1"/>
                    <a:pt x="26" y="1"/>
                    <a:pt x="29" y="2"/>
                  </a:cubicBezTo>
                  <a:cubicBezTo>
                    <a:pt x="25" y="0"/>
                    <a:pt x="22" y="0"/>
                    <a:pt x="15" y="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9" name="Freeform 240">
              <a:extLst>
                <a:ext uri="{FF2B5EF4-FFF2-40B4-BE49-F238E27FC236}">
                  <a16:creationId xmlns:a16="http://schemas.microsoft.com/office/drawing/2014/main" id="{61F9EACB-0045-4D5B-B670-5F7FBCDC4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3236"/>
              <a:ext cx="44" cy="24"/>
            </a:xfrm>
            <a:custGeom>
              <a:avLst/>
              <a:gdLst>
                <a:gd name="T0" fmla="*/ 144 w 22"/>
                <a:gd name="T1" fmla="*/ 33 h 11"/>
                <a:gd name="T2" fmla="*/ 8 w 22"/>
                <a:gd name="T3" fmla="*/ 61 h 11"/>
                <a:gd name="T4" fmla="*/ 8 w 22"/>
                <a:gd name="T5" fmla="*/ 113 h 11"/>
                <a:gd name="T6" fmla="*/ 168 w 22"/>
                <a:gd name="T7" fmla="*/ 113 h 11"/>
                <a:gd name="T8" fmla="*/ 144 w 22"/>
                <a:gd name="T9" fmla="*/ 3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18" y="3"/>
                  </a:moveTo>
                  <a:cubicBezTo>
                    <a:pt x="13" y="0"/>
                    <a:pt x="3" y="1"/>
                    <a:pt x="1" y="6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8"/>
                    <a:pt x="21" y="5"/>
                    <a:pt x="18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0" name="Freeform 241">
              <a:extLst>
                <a:ext uri="{FF2B5EF4-FFF2-40B4-BE49-F238E27FC236}">
                  <a16:creationId xmlns:a16="http://schemas.microsoft.com/office/drawing/2014/main" id="{A2531D3F-917C-406D-B6FB-BE785011A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3239"/>
              <a:ext cx="22" cy="6"/>
            </a:xfrm>
            <a:custGeom>
              <a:avLst/>
              <a:gdLst>
                <a:gd name="T0" fmla="*/ 88 w 11"/>
                <a:gd name="T1" fmla="*/ 8 h 3"/>
                <a:gd name="T2" fmla="*/ 0 w 11"/>
                <a:gd name="T3" fmla="*/ 24 h 3"/>
                <a:gd name="T4" fmla="*/ 88 w 11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2" y="2"/>
                    <a:pt x="8" y="0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1" name="Freeform 242">
              <a:extLst>
                <a:ext uri="{FF2B5EF4-FFF2-40B4-BE49-F238E27FC236}">
                  <a16:creationId xmlns:a16="http://schemas.microsoft.com/office/drawing/2014/main" id="{747148D0-6745-4D08-B498-A7235CB18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226"/>
              <a:ext cx="76" cy="34"/>
            </a:xfrm>
            <a:custGeom>
              <a:avLst/>
              <a:gdLst>
                <a:gd name="T0" fmla="*/ 136 w 38"/>
                <a:gd name="T1" fmla="*/ 9 h 16"/>
                <a:gd name="T2" fmla="*/ 32 w 38"/>
                <a:gd name="T3" fmla="*/ 49 h 16"/>
                <a:gd name="T4" fmla="*/ 8 w 38"/>
                <a:gd name="T5" fmla="*/ 153 h 16"/>
                <a:gd name="T6" fmla="*/ 296 w 38"/>
                <a:gd name="T7" fmla="*/ 153 h 16"/>
                <a:gd name="T8" fmla="*/ 280 w 38"/>
                <a:gd name="T9" fmla="*/ 60 h 16"/>
                <a:gd name="T10" fmla="*/ 136 w 38"/>
                <a:gd name="T11" fmla="*/ 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17" y="1"/>
                  </a:moveTo>
                  <a:cubicBezTo>
                    <a:pt x="11" y="1"/>
                    <a:pt x="7" y="2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2"/>
                    <a:pt x="37" y="8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2" name="Freeform 243">
              <a:extLst>
                <a:ext uri="{FF2B5EF4-FFF2-40B4-BE49-F238E27FC236}">
                  <a16:creationId xmlns:a16="http://schemas.microsoft.com/office/drawing/2014/main" id="{20B065AC-AE9D-4D4E-8AEC-1D2EFBC260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6" y="3243"/>
              <a:ext cx="44" cy="17"/>
            </a:xfrm>
            <a:custGeom>
              <a:avLst/>
              <a:gdLst>
                <a:gd name="T0" fmla="*/ 144 w 22"/>
                <a:gd name="T1" fmla="*/ 0 h 8"/>
                <a:gd name="T2" fmla="*/ 168 w 22"/>
                <a:gd name="T3" fmla="*/ 60 h 8"/>
                <a:gd name="T4" fmla="*/ 168 w 22"/>
                <a:gd name="T5" fmla="*/ 77 h 8"/>
                <a:gd name="T6" fmla="*/ 168 w 22"/>
                <a:gd name="T7" fmla="*/ 77 h 8"/>
                <a:gd name="T8" fmla="*/ 168 w 22"/>
                <a:gd name="T9" fmla="*/ 60 h 8"/>
                <a:gd name="T10" fmla="*/ 144 w 22"/>
                <a:gd name="T11" fmla="*/ 0 h 8"/>
                <a:gd name="T12" fmla="*/ 0 w 22"/>
                <a:gd name="T13" fmla="*/ 77 h 8"/>
                <a:gd name="T14" fmla="*/ 8 w 22"/>
                <a:gd name="T15" fmla="*/ 77 h 8"/>
                <a:gd name="T16" fmla="*/ 8 w 22"/>
                <a:gd name="T17" fmla="*/ 28 h 8"/>
                <a:gd name="T18" fmla="*/ 0 w 22"/>
                <a:gd name="T19" fmla="*/ 77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8">
                  <a:moveTo>
                    <a:pt x="18" y="0"/>
                  </a:moveTo>
                  <a:cubicBezTo>
                    <a:pt x="20" y="1"/>
                    <a:pt x="22" y="4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7"/>
                    <a:pt x="21" y="7"/>
                    <a:pt x="21" y="6"/>
                  </a:cubicBezTo>
                  <a:cubicBezTo>
                    <a:pt x="22" y="4"/>
                    <a:pt x="21" y="1"/>
                    <a:pt x="18" y="0"/>
                  </a:cubicBezTo>
                  <a:close/>
                  <a:moveTo>
                    <a:pt x="0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0" y="4"/>
                    <a:pt x="0" y="6"/>
                    <a:pt x="0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3" name="Freeform 244">
              <a:extLst>
                <a:ext uri="{FF2B5EF4-FFF2-40B4-BE49-F238E27FC236}">
                  <a16:creationId xmlns:a16="http://schemas.microsoft.com/office/drawing/2014/main" id="{A15BB6F4-672D-4CCA-98B4-94322BB64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956"/>
              <a:ext cx="80" cy="66"/>
            </a:xfrm>
            <a:custGeom>
              <a:avLst/>
              <a:gdLst>
                <a:gd name="T0" fmla="*/ 136 w 40"/>
                <a:gd name="T1" fmla="*/ 0 h 31"/>
                <a:gd name="T2" fmla="*/ 32 w 40"/>
                <a:gd name="T3" fmla="*/ 49 h 31"/>
                <a:gd name="T4" fmla="*/ 8 w 40"/>
                <a:gd name="T5" fmla="*/ 153 h 31"/>
                <a:gd name="T6" fmla="*/ 208 w 40"/>
                <a:gd name="T7" fmla="*/ 258 h 31"/>
                <a:gd name="T8" fmla="*/ 280 w 40"/>
                <a:gd name="T9" fmla="*/ 49 h 31"/>
                <a:gd name="T10" fmla="*/ 136 w 4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17" y="0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5" y="31"/>
                    <a:pt x="26" y="27"/>
                  </a:cubicBezTo>
                  <a:cubicBezTo>
                    <a:pt x="37" y="22"/>
                    <a:pt x="40" y="11"/>
                    <a:pt x="35" y="5"/>
                  </a:cubicBezTo>
                  <a:cubicBezTo>
                    <a:pt x="30" y="0"/>
                    <a:pt x="27" y="0"/>
                    <a:pt x="17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4" name="Freeform 245">
              <a:extLst>
                <a:ext uri="{FF2B5EF4-FFF2-40B4-BE49-F238E27FC236}">
                  <a16:creationId xmlns:a16="http://schemas.microsoft.com/office/drawing/2014/main" id="{02FE5F72-64CD-4518-A28E-7E938276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960"/>
              <a:ext cx="60" cy="57"/>
            </a:xfrm>
            <a:custGeom>
              <a:avLst/>
              <a:gdLst>
                <a:gd name="T0" fmla="*/ 208 w 30"/>
                <a:gd name="T1" fmla="*/ 36 h 27"/>
                <a:gd name="T2" fmla="*/ 168 w 30"/>
                <a:gd name="T3" fmla="*/ 0 h 27"/>
                <a:gd name="T4" fmla="*/ 192 w 30"/>
                <a:gd name="T5" fmla="*/ 27 h 27"/>
                <a:gd name="T6" fmla="*/ 128 w 30"/>
                <a:gd name="T7" fmla="*/ 228 h 27"/>
                <a:gd name="T8" fmla="*/ 0 w 30"/>
                <a:gd name="T9" fmla="*/ 217 h 27"/>
                <a:gd name="T10" fmla="*/ 136 w 30"/>
                <a:gd name="T11" fmla="*/ 228 h 27"/>
                <a:gd name="T12" fmla="*/ 208 w 30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6" y="4"/>
                  </a:moveTo>
                  <a:cubicBezTo>
                    <a:pt x="24" y="2"/>
                    <a:pt x="22" y="1"/>
                    <a:pt x="21" y="0"/>
                  </a:cubicBezTo>
                  <a:cubicBezTo>
                    <a:pt x="22" y="1"/>
                    <a:pt x="23" y="2"/>
                    <a:pt x="24" y="3"/>
                  </a:cubicBezTo>
                  <a:cubicBezTo>
                    <a:pt x="29" y="9"/>
                    <a:pt x="27" y="19"/>
                    <a:pt x="16" y="24"/>
                  </a:cubicBezTo>
                  <a:cubicBezTo>
                    <a:pt x="11" y="26"/>
                    <a:pt x="5" y="26"/>
                    <a:pt x="0" y="23"/>
                  </a:cubicBezTo>
                  <a:cubicBezTo>
                    <a:pt x="5" y="26"/>
                    <a:pt x="11" y="27"/>
                    <a:pt x="17" y="24"/>
                  </a:cubicBezTo>
                  <a:cubicBezTo>
                    <a:pt x="28" y="20"/>
                    <a:pt x="30" y="9"/>
                    <a:pt x="2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5" name="Freeform 246">
              <a:extLst>
                <a:ext uri="{FF2B5EF4-FFF2-40B4-BE49-F238E27FC236}">
                  <a16:creationId xmlns:a16="http://schemas.microsoft.com/office/drawing/2014/main" id="{1CE40261-22B8-483E-AC74-29B29CE47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956"/>
              <a:ext cx="58" cy="55"/>
            </a:xfrm>
            <a:custGeom>
              <a:avLst/>
              <a:gdLst>
                <a:gd name="T0" fmla="*/ 16 w 29"/>
                <a:gd name="T1" fmla="*/ 152 h 26"/>
                <a:gd name="T2" fmla="*/ 40 w 29"/>
                <a:gd name="T3" fmla="*/ 59 h 26"/>
                <a:gd name="T4" fmla="*/ 136 w 29"/>
                <a:gd name="T5" fmla="*/ 8 h 26"/>
                <a:gd name="T6" fmla="*/ 232 w 29"/>
                <a:gd name="T7" fmla="*/ 17 h 26"/>
                <a:gd name="T8" fmla="*/ 120 w 29"/>
                <a:gd name="T9" fmla="*/ 8 h 26"/>
                <a:gd name="T10" fmla="*/ 32 w 29"/>
                <a:gd name="T11" fmla="*/ 49 h 26"/>
                <a:gd name="T12" fmla="*/ 8 w 29"/>
                <a:gd name="T13" fmla="*/ 152 h 26"/>
                <a:gd name="T14" fmla="*/ 80 w 29"/>
                <a:gd name="T15" fmla="*/ 245 h 26"/>
                <a:gd name="T16" fmla="*/ 16 w 29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9"/>
                    <a:pt x="5" y="6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2" y="1"/>
                    <a:pt x="26" y="1"/>
                    <a:pt x="29" y="2"/>
                  </a:cubicBezTo>
                  <a:cubicBezTo>
                    <a:pt x="25" y="1"/>
                    <a:pt x="22" y="0"/>
                    <a:pt x="15" y="1"/>
                  </a:cubicBezTo>
                  <a:cubicBezTo>
                    <a:pt x="11" y="1"/>
                    <a:pt x="7" y="2"/>
                    <a:pt x="4" y="5"/>
                  </a:cubicBezTo>
                  <a:cubicBezTo>
                    <a:pt x="1" y="8"/>
                    <a:pt x="0" y="12"/>
                    <a:pt x="1" y="16"/>
                  </a:cubicBezTo>
                  <a:cubicBezTo>
                    <a:pt x="1" y="21"/>
                    <a:pt x="5" y="24"/>
                    <a:pt x="10" y="26"/>
                  </a:cubicBezTo>
                  <a:cubicBezTo>
                    <a:pt x="6" y="24"/>
                    <a:pt x="2" y="21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6" name="Freeform 247">
              <a:extLst>
                <a:ext uri="{FF2B5EF4-FFF2-40B4-BE49-F238E27FC236}">
                  <a16:creationId xmlns:a16="http://schemas.microsoft.com/office/drawing/2014/main" id="{D9567D90-5A1C-4E55-A92C-A19C95E6B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966"/>
              <a:ext cx="52" cy="32"/>
            </a:xfrm>
            <a:custGeom>
              <a:avLst/>
              <a:gdLst>
                <a:gd name="T0" fmla="*/ 152 w 26"/>
                <a:gd name="T1" fmla="*/ 19 h 15"/>
                <a:gd name="T2" fmla="*/ 88 w 26"/>
                <a:gd name="T3" fmla="*/ 145 h 15"/>
                <a:gd name="T4" fmla="*/ 16 w 26"/>
                <a:gd name="T5" fmla="*/ 49 h 15"/>
                <a:gd name="T6" fmla="*/ 152 w 26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9" y="2"/>
                  </a:moveTo>
                  <a:cubicBezTo>
                    <a:pt x="26" y="6"/>
                    <a:pt x="21" y="15"/>
                    <a:pt x="11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4" y="1"/>
                    <a:pt x="14" y="0"/>
                    <a:pt x="19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7" name="Freeform 248">
              <a:extLst>
                <a:ext uri="{FF2B5EF4-FFF2-40B4-BE49-F238E27FC236}">
                  <a16:creationId xmlns:a16="http://schemas.microsoft.com/office/drawing/2014/main" id="{1810C77A-DFBE-406E-B818-A08A04A55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977"/>
              <a:ext cx="46" cy="21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84 h 10"/>
                <a:gd name="T4" fmla="*/ 0 w 23"/>
                <a:gd name="T5" fmla="*/ 36 h 10"/>
                <a:gd name="T6" fmla="*/ 80 w 23"/>
                <a:gd name="T7" fmla="*/ 92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9"/>
                    <a:pt x="10" y="9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1" y="7"/>
                    <a:pt x="4" y="10"/>
                    <a:pt x="10" y="10"/>
                  </a:cubicBezTo>
                  <a:cubicBezTo>
                    <a:pt x="18" y="10"/>
                    <a:pt x="23" y="4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8" name="Freeform 249">
              <a:extLst>
                <a:ext uri="{FF2B5EF4-FFF2-40B4-BE49-F238E27FC236}">
                  <a16:creationId xmlns:a16="http://schemas.microsoft.com/office/drawing/2014/main" id="{B49AFA99-7AB1-43E3-94BC-DECC6B6BC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966"/>
              <a:ext cx="22" cy="7"/>
            </a:xfrm>
            <a:custGeom>
              <a:avLst/>
              <a:gdLst>
                <a:gd name="T0" fmla="*/ 88 w 11"/>
                <a:gd name="T1" fmla="*/ 12 h 3"/>
                <a:gd name="T2" fmla="*/ 0 w 11"/>
                <a:gd name="T3" fmla="*/ 37 h 3"/>
                <a:gd name="T4" fmla="*/ 88 w 1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2" y="2"/>
                    <a:pt x="8" y="1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9" name="Freeform 250">
              <a:extLst>
                <a:ext uri="{FF2B5EF4-FFF2-40B4-BE49-F238E27FC236}">
                  <a16:creationId xmlns:a16="http://schemas.microsoft.com/office/drawing/2014/main" id="{A02F73A4-93DE-4837-B1CE-695BD3CE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987"/>
              <a:ext cx="34" cy="20"/>
            </a:xfrm>
            <a:custGeom>
              <a:avLst/>
              <a:gdLst>
                <a:gd name="T0" fmla="*/ 0 w 17"/>
                <a:gd name="T1" fmla="*/ 44 h 9"/>
                <a:gd name="T2" fmla="*/ 136 w 17"/>
                <a:gd name="T3" fmla="*/ 0 h 9"/>
                <a:gd name="T4" fmla="*/ 0 w 17"/>
                <a:gd name="T5" fmla="*/ 4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2" y="6"/>
                    <a:pt x="13" y="7"/>
                    <a:pt x="17" y="0"/>
                  </a:cubicBezTo>
                  <a:cubicBezTo>
                    <a:pt x="16" y="3"/>
                    <a:pt x="9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0" name="Freeform 251">
              <a:extLst>
                <a:ext uri="{FF2B5EF4-FFF2-40B4-BE49-F238E27FC236}">
                  <a16:creationId xmlns:a16="http://schemas.microsoft.com/office/drawing/2014/main" id="{737748D8-057D-4E27-AFE2-BBFB1AA2B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956"/>
              <a:ext cx="80" cy="66"/>
            </a:xfrm>
            <a:custGeom>
              <a:avLst/>
              <a:gdLst>
                <a:gd name="T0" fmla="*/ 136 w 40"/>
                <a:gd name="T1" fmla="*/ 0 h 31"/>
                <a:gd name="T2" fmla="*/ 32 w 40"/>
                <a:gd name="T3" fmla="*/ 49 h 31"/>
                <a:gd name="T4" fmla="*/ 8 w 40"/>
                <a:gd name="T5" fmla="*/ 153 h 31"/>
                <a:gd name="T6" fmla="*/ 208 w 40"/>
                <a:gd name="T7" fmla="*/ 258 h 31"/>
                <a:gd name="T8" fmla="*/ 280 w 40"/>
                <a:gd name="T9" fmla="*/ 49 h 31"/>
                <a:gd name="T10" fmla="*/ 136 w 4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17" y="0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5" y="31"/>
                    <a:pt x="26" y="27"/>
                  </a:cubicBezTo>
                  <a:cubicBezTo>
                    <a:pt x="37" y="22"/>
                    <a:pt x="40" y="11"/>
                    <a:pt x="35" y="5"/>
                  </a:cubicBezTo>
                  <a:cubicBezTo>
                    <a:pt x="30" y="0"/>
                    <a:pt x="27" y="0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1" name="Freeform 252">
              <a:extLst>
                <a:ext uri="{FF2B5EF4-FFF2-40B4-BE49-F238E27FC236}">
                  <a16:creationId xmlns:a16="http://schemas.microsoft.com/office/drawing/2014/main" id="{418BEA98-D1FD-4C9C-9C77-C88C85FB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970"/>
              <a:ext cx="44" cy="28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9 h 13"/>
                <a:gd name="T4" fmla="*/ 80 w 22"/>
                <a:gd name="T5" fmla="*/ 129 h 13"/>
                <a:gd name="T6" fmla="*/ 8 w 22"/>
                <a:gd name="T7" fmla="*/ 88 h 13"/>
                <a:gd name="T8" fmla="*/ 8 w 22"/>
                <a:gd name="T9" fmla="*/ 28 h 13"/>
                <a:gd name="T10" fmla="*/ 8 w 22"/>
                <a:gd name="T11" fmla="*/ 28 h 13"/>
                <a:gd name="T12" fmla="*/ 8 w 22"/>
                <a:gd name="T13" fmla="*/ 88 h 13"/>
                <a:gd name="T14" fmla="*/ 80 w 22"/>
                <a:gd name="T15" fmla="*/ 129 h 13"/>
                <a:gd name="T16" fmla="*/ 168 w 22"/>
                <a:gd name="T17" fmla="*/ 69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0" y="2"/>
                    <a:pt x="22" y="4"/>
                    <a:pt x="21" y="7"/>
                  </a:cubicBezTo>
                  <a:cubicBezTo>
                    <a:pt x="20" y="10"/>
                    <a:pt x="16" y="13"/>
                    <a:pt x="10" y="13"/>
                  </a:cubicBezTo>
                  <a:cubicBezTo>
                    <a:pt x="4" y="13"/>
                    <a:pt x="2" y="11"/>
                    <a:pt x="1" y="9"/>
                  </a:cubicBezTo>
                  <a:cubicBezTo>
                    <a:pt x="0" y="7"/>
                    <a:pt x="0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2" y="11"/>
                    <a:pt x="4" y="13"/>
                    <a:pt x="10" y="13"/>
                  </a:cubicBezTo>
                  <a:cubicBezTo>
                    <a:pt x="17" y="13"/>
                    <a:pt x="20" y="10"/>
                    <a:pt x="21" y="7"/>
                  </a:cubicBezTo>
                  <a:cubicBezTo>
                    <a:pt x="22" y="4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2" name="Freeform 253">
              <a:extLst>
                <a:ext uri="{FF2B5EF4-FFF2-40B4-BE49-F238E27FC236}">
                  <a16:creationId xmlns:a16="http://schemas.microsoft.com/office/drawing/2014/main" id="{89C284E2-9672-4051-97EA-B6D7FCAE8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575"/>
              <a:ext cx="104" cy="115"/>
            </a:xfrm>
            <a:custGeom>
              <a:avLst/>
              <a:gdLst>
                <a:gd name="T0" fmla="*/ 352 w 52"/>
                <a:gd name="T1" fmla="*/ 341 h 54"/>
                <a:gd name="T2" fmla="*/ 256 w 52"/>
                <a:gd name="T3" fmla="*/ 49 h 54"/>
                <a:gd name="T4" fmla="*/ 16 w 52"/>
                <a:gd name="T5" fmla="*/ 204 h 54"/>
                <a:gd name="T6" fmla="*/ 352 w 52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4">
                  <a:moveTo>
                    <a:pt x="44" y="35"/>
                  </a:moveTo>
                  <a:cubicBezTo>
                    <a:pt x="52" y="24"/>
                    <a:pt x="47" y="10"/>
                    <a:pt x="32" y="5"/>
                  </a:cubicBezTo>
                  <a:cubicBezTo>
                    <a:pt x="18" y="0"/>
                    <a:pt x="4" y="6"/>
                    <a:pt x="2" y="21"/>
                  </a:cubicBezTo>
                  <a:cubicBezTo>
                    <a:pt x="0" y="37"/>
                    <a:pt x="30" y="54"/>
                    <a:pt x="44" y="3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3" name="Freeform 254">
              <a:extLst>
                <a:ext uri="{FF2B5EF4-FFF2-40B4-BE49-F238E27FC236}">
                  <a16:creationId xmlns:a16="http://schemas.microsoft.com/office/drawing/2014/main" id="{710E6A2B-55E9-488C-B19C-C5B5CF97B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96"/>
              <a:ext cx="76" cy="77"/>
            </a:xfrm>
            <a:custGeom>
              <a:avLst/>
              <a:gdLst>
                <a:gd name="T0" fmla="*/ 224 w 38"/>
                <a:gd name="T1" fmla="*/ 0 h 36"/>
                <a:gd name="T2" fmla="*/ 240 w 38"/>
                <a:gd name="T3" fmla="*/ 225 h 36"/>
                <a:gd name="T4" fmla="*/ 0 w 38"/>
                <a:gd name="T5" fmla="*/ 257 h 36"/>
                <a:gd name="T6" fmla="*/ 256 w 38"/>
                <a:gd name="T7" fmla="*/ 233 h 36"/>
                <a:gd name="T8" fmla="*/ 224 w 38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6">
                  <a:moveTo>
                    <a:pt x="28" y="0"/>
                  </a:moveTo>
                  <a:cubicBezTo>
                    <a:pt x="35" y="6"/>
                    <a:pt x="36" y="16"/>
                    <a:pt x="30" y="23"/>
                  </a:cubicBezTo>
                  <a:cubicBezTo>
                    <a:pt x="23" y="34"/>
                    <a:pt x="9" y="32"/>
                    <a:pt x="0" y="26"/>
                  </a:cubicBezTo>
                  <a:cubicBezTo>
                    <a:pt x="9" y="33"/>
                    <a:pt x="24" y="36"/>
                    <a:pt x="32" y="24"/>
                  </a:cubicBezTo>
                  <a:cubicBezTo>
                    <a:pt x="38" y="16"/>
                    <a:pt x="36" y="6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4" name="Freeform 255">
              <a:extLst>
                <a:ext uri="{FF2B5EF4-FFF2-40B4-BE49-F238E27FC236}">
                  <a16:creationId xmlns:a16="http://schemas.microsoft.com/office/drawing/2014/main" id="{89031630-35FA-4FEA-8CCF-1BFD1C755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581"/>
              <a:ext cx="56" cy="74"/>
            </a:xfrm>
            <a:custGeom>
              <a:avLst/>
              <a:gdLst>
                <a:gd name="T0" fmla="*/ 72 w 28"/>
                <a:gd name="T1" fmla="*/ 313 h 35"/>
                <a:gd name="T2" fmla="*/ 24 w 28"/>
                <a:gd name="T3" fmla="*/ 180 h 35"/>
                <a:gd name="T4" fmla="*/ 216 w 28"/>
                <a:gd name="T5" fmla="*/ 27 h 35"/>
                <a:gd name="T6" fmla="*/ 216 w 28"/>
                <a:gd name="T7" fmla="*/ 27 h 35"/>
                <a:gd name="T8" fmla="*/ 8 w 28"/>
                <a:gd name="T9" fmla="*/ 169 h 35"/>
                <a:gd name="T10" fmla="*/ 72 w 28"/>
                <a:gd name="T11" fmla="*/ 321 h 35"/>
                <a:gd name="T12" fmla="*/ 72 w 28"/>
                <a:gd name="T13" fmla="*/ 3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5">
                  <a:moveTo>
                    <a:pt x="9" y="33"/>
                  </a:moveTo>
                  <a:cubicBezTo>
                    <a:pt x="4" y="29"/>
                    <a:pt x="2" y="24"/>
                    <a:pt x="3" y="19"/>
                  </a:cubicBezTo>
                  <a:cubicBezTo>
                    <a:pt x="5" y="6"/>
                    <a:pt x="15" y="1"/>
                    <a:pt x="27" y="3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14" y="0"/>
                    <a:pt x="3" y="5"/>
                    <a:pt x="1" y="18"/>
                  </a:cubicBezTo>
                  <a:cubicBezTo>
                    <a:pt x="0" y="24"/>
                    <a:pt x="4" y="29"/>
                    <a:pt x="9" y="34"/>
                  </a:cubicBezTo>
                  <a:cubicBezTo>
                    <a:pt x="11" y="35"/>
                    <a:pt x="11" y="35"/>
                    <a:pt x="9" y="3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5" name="Freeform 256">
              <a:extLst>
                <a:ext uri="{FF2B5EF4-FFF2-40B4-BE49-F238E27FC236}">
                  <a16:creationId xmlns:a16="http://schemas.microsoft.com/office/drawing/2014/main" id="{CA235509-C8BA-45E0-8F8A-3C8E628B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594"/>
              <a:ext cx="64" cy="59"/>
            </a:xfrm>
            <a:custGeom>
              <a:avLst/>
              <a:gdLst>
                <a:gd name="T0" fmla="*/ 16 w 32"/>
                <a:gd name="T1" fmla="*/ 133 h 28"/>
                <a:gd name="T2" fmla="*/ 200 w 32"/>
                <a:gd name="T3" fmla="*/ 213 h 28"/>
                <a:gd name="T4" fmla="*/ 152 w 32"/>
                <a:gd name="T5" fmla="*/ 17 h 28"/>
                <a:gd name="T6" fmla="*/ 16 w 32"/>
                <a:gd name="T7" fmla="*/ 13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2" y="14"/>
                  </a:moveTo>
                  <a:cubicBezTo>
                    <a:pt x="4" y="25"/>
                    <a:pt x="19" y="28"/>
                    <a:pt x="25" y="23"/>
                  </a:cubicBezTo>
                  <a:cubicBezTo>
                    <a:pt x="32" y="17"/>
                    <a:pt x="29" y="3"/>
                    <a:pt x="19" y="2"/>
                  </a:cubicBezTo>
                  <a:cubicBezTo>
                    <a:pt x="6" y="0"/>
                    <a:pt x="0" y="7"/>
                    <a:pt x="2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6" name="Freeform 257">
              <a:extLst>
                <a:ext uri="{FF2B5EF4-FFF2-40B4-BE49-F238E27FC236}">
                  <a16:creationId xmlns:a16="http://schemas.microsoft.com/office/drawing/2014/main" id="{63EFD568-E710-440F-A45D-A620671CA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602"/>
              <a:ext cx="50" cy="49"/>
            </a:xfrm>
            <a:custGeom>
              <a:avLst/>
              <a:gdLst>
                <a:gd name="T0" fmla="*/ 152 w 25"/>
                <a:gd name="T1" fmla="*/ 0 h 23"/>
                <a:gd name="T2" fmla="*/ 144 w 25"/>
                <a:gd name="T3" fmla="*/ 164 h 23"/>
                <a:gd name="T4" fmla="*/ 0 w 25"/>
                <a:gd name="T5" fmla="*/ 153 h 23"/>
                <a:gd name="T6" fmla="*/ 160 w 25"/>
                <a:gd name="T7" fmla="*/ 181 h 23"/>
                <a:gd name="T8" fmla="*/ 152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9" y="0"/>
                  </a:moveTo>
                  <a:cubicBezTo>
                    <a:pt x="23" y="5"/>
                    <a:pt x="23" y="13"/>
                    <a:pt x="18" y="17"/>
                  </a:cubicBezTo>
                  <a:cubicBezTo>
                    <a:pt x="14" y="21"/>
                    <a:pt x="5" y="20"/>
                    <a:pt x="0" y="16"/>
                  </a:cubicBezTo>
                  <a:cubicBezTo>
                    <a:pt x="5" y="22"/>
                    <a:pt x="15" y="23"/>
                    <a:pt x="20" y="19"/>
                  </a:cubicBezTo>
                  <a:cubicBezTo>
                    <a:pt x="25" y="14"/>
                    <a:pt x="24" y="4"/>
                    <a:pt x="1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7" name="Freeform 258">
              <a:extLst>
                <a:ext uri="{FF2B5EF4-FFF2-40B4-BE49-F238E27FC236}">
                  <a16:creationId xmlns:a16="http://schemas.microsoft.com/office/drawing/2014/main" id="{F4B76C66-003F-4012-AB70-0B2E0787B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598"/>
              <a:ext cx="22" cy="17"/>
            </a:xfrm>
            <a:custGeom>
              <a:avLst/>
              <a:gdLst>
                <a:gd name="T0" fmla="*/ 88 w 11"/>
                <a:gd name="T1" fmla="*/ 0 h 8"/>
                <a:gd name="T2" fmla="*/ 0 w 11"/>
                <a:gd name="T3" fmla="*/ 77 h 8"/>
                <a:gd name="T4" fmla="*/ 88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6" y="0"/>
                    <a:pt x="1" y="3"/>
                    <a:pt x="0" y="8"/>
                  </a:cubicBezTo>
                  <a:cubicBezTo>
                    <a:pt x="2" y="5"/>
                    <a:pt x="5" y="1"/>
                    <a:pt x="1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8" name="Freeform 259">
              <a:extLst>
                <a:ext uri="{FF2B5EF4-FFF2-40B4-BE49-F238E27FC236}">
                  <a16:creationId xmlns:a16="http://schemas.microsoft.com/office/drawing/2014/main" id="{008D94A1-B74E-4506-AEEA-F0462EE8D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615"/>
              <a:ext cx="38" cy="40"/>
            </a:xfrm>
            <a:custGeom>
              <a:avLst/>
              <a:gdLst>
                <a:gd name="T0" fmla="*/ 128 w 19"/>
                <a:gd name="T1" fmla="*/ 0 h 19"/>
                <a:gd name="T2" fmla="*/ 0 w 19"/>
                <a:gd name="T3" fmla="*/ 141 h 19"/>
                <a:gd name="T4" fmla="*/ 128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6" y="0"/>
                  </a:moveTo>
                  <a:cubicBezTo>
                    <a:pt x="17" y="6"/>
                    <a:pt x="16" y="19"/>
                    <a:pt x="0" y="15"/>
                  </a:cubicBezTo>
                  <a:cubicBezTo>
                    <a:pt x="7" y="17"/>
                    <a:pt x="19" y="18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9" name="Freeform 260">
              <a:extLst>
                <a:ext uri="{FF2B5EF4-FFF2-40B4-BE49-F238E27FC236}">
                  <a16:creationId xmlns:a16="http://schemas.microsoft.com/office/drawing/2014/main" id="{0EBD8497-EC5B-4955-B4B8-FBF8D9B89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575"/>
              <a:ext cx="104" cy="115"/>
            </a:xfrm>
            <a:custGeom>
              <a:avLst/>
              <a:gdLst>
                <a:gd name="T0" fmla="*/ 352 w 52"/>
                <a:gd name="T1" fmla="*/ 341 h 54"/>
                <a:gd name="T2" fmla="*/ 256 w 52"/>
                <a:gd name="T3" fmla="*/ 49 h 54"/>
                <a:gd name="T4" fmla="*/ 16 w 52"/>
                <a:gd name="T5" fmla="*/ 204 h 54"/>
                <a:gd name="T6" fmla="*/ 352 w 52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4">
                  <a:moveTo>
                    <a:pt x="44" y="35"/>
                  </a:moveTo>
                  <a:cubicBezTo>
                    <a:pt x="52" y="24"/>
                    <a:pt x="47" y="10"/>
                    <a:pt x="32" y="5"/>
                  </a:cubicBezTo>
                  <a:cubicBezTo>
                    <a:pt x="18" y="0"/>
                    <a:pt x="4" y="6"/>
                    <a:pt x="2" y="21"/>
                  </a:cubicBezTo>
                  <a:cubicBezTo>
                    <a:pt x="0" y="37"/>
                    <a:pt x="30" y="54"/>
                    <a:pt x="44" y="35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0" name="Freeform 261">
              <a:extLst>
                <a:ext uri="{FF2B5EF4-FFF2-40B4-BE49-F238E27FC236}">
                  <a16:creationId xmlns:a16="http://schemas.microsoft.com/office/drawing/2014/main" id="{C0AB65BD-0FEE-43BA-A5D2-7D7AE4D27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598"/>
              <a:ext cx="56" cy="51"/>
            </a:xfrm>
            <a:custGeom>
              <a:avLst/>
              <a:gdLst>
                <a:gd name="T0" fmla="*/ 136 w 28"/>
                <a:gd name="T1" fmla="*/ 0 h 24"/>
                <a:gd name="T2" fmla="*/ 208 w 28"/>
                <a:gd name="T3" fmla="*/ 77 h 24"/>
                <a:gd name="T4" fmla="*/ 184 w 28"/>
                <a:gd name="T5" fmla="*/ 204 h 24"/>
                <a:gd name="T6" fmla="*/ 72 w 28"/>
                <a:gd name="T7" fmla="*/ 213 h 24"/>
                <a:gd name="T8" fmla="*/ 0 w 28"/>
                <a:gd name="T9" fmla="*/ 117 h 24"/>
                <a:gd name="T10" fmla="*/ 0 w 28"/>
                <a:gd name="T11" fmla="*/ 117 h 24"/>
                <a:gd name="T12" fmla="*/ 72 w 28"/>
                <a:gd name="T13" fmla="*/ 221 h 24"/>
                <a:gd name="T14" fmla="*/ 184 w 28"/>
                <a:gd name="T15" fmla="*/ 204 h 24"/>
                <a:gd name="T16" fmla="*/ 208 w 28"/>
                <a:gd name="T17" fmla="*/ 77 h 24"/>
                <a:gd name="T18" fmla="*/ 136 w 28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17" y="0"/>
                  </a:moveTo>
                  <a:cubicBezTo>
                    <a:pt x="21" y="1"/>
                    <a:pt x="24" y="4"/>
                    <a:pt x="26" y="8"/>
                  </a:cubicBezTo>
                  <a:cubicBezTo>
                    <a:pt x="27" y="13"/>
                    <a:pt x="26" y="18"/>
                    <a:pt x="23" y="21"/>
                  </a:cubicBezTo>
                  <a:cubicBezTo>
                    <a:pt x="20" y="23"/>
                    <a:pt x="14" y="24"/>
                    <a:pt x="9" y="22"/>
                  </a:cubicBezTo>
                  <a:cubicBezTo>
                    <a:pt x="4" y="21"/>
                    <a:pt x="1" y="17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4" y="21"/>
                    <a:pt x="9" y="23"/>
                  </a:cubicBezTo>
                  <a:cubicBezTo>
                    <a:pt x="15" y="24"/>
                    <a:pt x="20" y="24"/>
                    <a:pt x="23" y="21"/>
                  </a:cubicBezTo>
                  <a:cubicBezTo>
                    <a:pt x="26" y="18"/>
                    <a:pt x="28" y="13"/>
                    <a:pt x="26" y="8"/>
                  </a:cubicBezTo>
                  <a:cubicBezTo>
                    <a:pt x="25" y="4"/>
                    <a:pt x="21" y="1"/>
                    <a:pt x="1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1" name="Freeform 262">
              <a:extLst>
                <a:ext uri="{FF2B5EF4-FFF2-40B4-BE49-F238E27FC236}">
                  <a16:creationId xmlns:a16="http://schemas.microsoft.com/office/drawing/2014/main" id="{A4D49F2D-A9BD-4148-8983-981FF2DE7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496"/>
              <a:ext cx="106" cy="115"/>
            </a:xfrm>
            <a:custGeom>
              <a:avLst/>
              <a:gdLst>
                <a:gd name="T0" fmla="*/ 352 w 53"/>
                <a:gd name="T1" fmla="*/ 341 h 54"/>
                <a:gd name="T2" fmla="*/ 264 w 53"/>
                <a:gd name="T3" fmla="*/ 49 h 54"/>
                <a:gd name="T4" fmla="*/ 16 w 53"/>
                <a:gd name="T5" fmla="*/ 204 h 54"/>
                <a:gd name="T6" fmla="*/ 352 w 53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4" y="35"/>
                  </a:moveTo>
                  <a:cubicBezTo>
                    <a:pt x="53" y="24"/>
                    <a:pt x="47" y="10"/>
                    <a:pt x="33" y="5"/>
                  </a:cubicBezTo>
                  <a:cubicBezTo>
                    <a:pt x="18" y="0"/>
                    <a:pt x="5" y="6"/>
                    <a:pt x="2" y="21"/>
                  </a:cubicBezTo>
                  <a:cubicBezTo>
                    <a:pt x="0" y="36"/>
                    <a:pt x="31" y="54"/>
                    <a:pt x="44" y="3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2" name="Freeform 263">
              <a:extLst>
                <a:ext uri="{FF2B5EF4-FFF2-40B4-BE49-F238E27FC236}">
                  <a16:creationId xmlns:a16="http://schemas.microsoft.com/office/drawing/2014/main" id="{1D9D0A9A-025C-40D7-8AD0-AE25D9E92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517"/>
              <a:ext cx="78" cy="77"/>
            </a:xfrm>
            <a:custGeom>
              <a:avLst/>
              <a:gdLst>
                <a:gd name="T0" fmla="*/ 224 w 39"/>
                <a:gd name="T1" fmla="*/ 0 h 36"/>
                <a:gd name="T2" fmla="*/ 240 w 39"/>
                <a:gd name="T3" fmla="*/ 225 h 36"/>
                <a:gd name="T4" fmla="*/ 0 w 39"/>
                <a:gd name="T5" fmla="*/ 242 h 36"/>
                <a:gd name="T6" fmla="*/ 256 w 39"/>
                <a:gd name="T7" fmla="*/ 233 h 36"/>
                <a:gd name="T8" fmla="*/ 224 w 3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6">
                  <a:moveTo>
                    <a:pt x="28" y="0"/>
                  </a:moveTo>
                  <a:cubicBezTo>
                    <a:pt x="35" y="6"/>
                    <a:pt x="37" y="15"/>
                    <a:pt x="30" y="23"/>
                  </a:cubicBezTo>
                  <a:cubicBezTo>
                    <a:pt x="23" y="34"/>
                    <a:pt x="9" y="32"/>
                    <a:pt x="0" y="25"/>
                  </a:cubicBezTo>
                  <a:cubicBezTo>
                    <a:pt x="9" y="33"/>
                    <a:pt x="24" y="36"/>
                    <a:pt x="32" y="24"/>
                  </a:cubicBezTo>
                  <a:cubicBezTo>
                    <a:pt x="39" y="16"/>
                    <a:pt x="36" y="6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3" name="Freeform 264">
              <a:extLst>
                <a:ext uri="{FF2B5EF4-FFF2-40B4-BE49-F238E27FC236}">
                  <a16:creationId xmlns:a16="http://schemas.microsoft.com/office/drawing/2014/main" id="{E047B6D1-3EDF-413C-A45D-C13908F09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500"/>
              <a:ext cx="56" cy="77"/>
            </a:xfrm>
            <a:custGeom>
              <a:avLst/>
              <a:gdLst>
                <a:gd name="T0" fmla="*/ 64 w 28"/>
                <a:gd name="T1" fmla="*/ 334 h 36"/>
                <a:gd name="T2" fmla="*/ 16 w 28"/>
                <a:gd name="T3" fmla="*/ 197 h 36"/>
                <a:gd name="T4" fmla="*/ 208 w 28"/>
                <a:gd name="T5" fmla="*/ 28 h 36"/>
                <a:gd name="T6" fmla="*/ 208 w 28"/>
                <a:gd name="T7" fmla="*/ 28 h 36"/>
                <a:gd name="T8" fmla="*/ 0 w 28"/>
                <a:gd name="T9" fmla="*/ 188 h 36"/>
                <a:gd name="T10" fmla="*/ 72 w 28"/>
                <a:gd name="T11" fmla="*/ 334 h 36"/>
                <a:gd name="T12" fmla="*/ 64 w 28"/>
                <a:gd name="T13" fmla="*/ 33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6">
                  <a:moveTo>
                    <a:pt x="8" y="34"/>
                  </a:moveTo>
                  <a:cubicBezTo>
                    <a:pt x="4" y="30"/>
                    <a:pt x="1" y="25"/>
                    <a:pt x="2" y="20"/>
                  </a:cubicBezTo>
                  <a:cubicBezTo>
                    <a:pt x="4" y="7"/>
                    <a:pt x="14" y="1"/>
                    <a:pt x="26" y="3"/>
                  </a:cubicBezTo>
                  <a:cubicBezTo>
                    <a:pt x="28" y="4"/>
                    <a:pt x="27" y="4"/>
                    <a:pt x="26" y="3"/>
                  </a:cubicBezTo>
                  <a:cubicBezTo>
                    <a:pt x="13" y="0"/>
                    <a:pt x="3" y="6"/>
                    <a:pt x="0" y="19"/>
                  </a:cubicBezTo>
                  <a:cubicBezTo>
                    <a:pt x="0" y="24"/>
                    <a:pt x="3" y="30"/>
                    <a:pt x="9" y="34"/>
                  </a:cubicBezTo>
                  <a:cubicBezTo>
                    <a:pt x="10" y="36"/>
                    <a:pt x="10" y="35"/>
                    <a:pt x="8" y="3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4" name="Freeform 265">
              <a:extLst>
                <a:ext uri="{FF2B5EF4-FFF2-40B4-BE49-F238E27FC236}">
                  <a16:creationId xmlns:a16="http://schemas.microsoft.com/office/drawing/2014/main" id="{3C5B1D7E-4D1F-4E95-A9D1-691D11A50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515"/>
              <a:ext cx="64" cy="60"/>
            </a:xfrm>
            <a:custGeom>
              <a:avLst/>
              <a:gdLst>
                <a:gd name="T0" fmla="*/ 16 w 32"/>
                <a:gd name="T1" fmla="*/ 137 h 28"/>
                <a:gd name="T2" fmla="*/ 200 w 32"/>
                <a:gd name="T3" fmla="*/ 216 h 28"/>
                <a:gd name="T4" fmla="*/ 160 w 32"/>
                <a:gd name="T5" fmla="*/ 19 h 28"/>
                <a:gd name="T6" fmla="*/ 16 w 32"/>
                <a:gd name="T7" fmla="*/ 13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2" y="14"/>
                  </a:moveTo>
                  <a:cubicBezTo>
                    <a:pt x="4" y="24"/>
                    <a:pt x="19" y="28"/>
                    <a:pt x="25" y="22"/>
                  </a:cubicBezTo>
                  <a:cubicBezTo>
                    <a:pt x="32" y="17"/>
                    <a:pt x="29" y="3"/>
                    <a:pt x="20" y="2"/>
                  </a:cubicBezTo>
                  <a:cubicBezTo>
                    <a:pt x="6" y="0"/>
                    <a:pt x="0" y="7"/>
                    <a:pt x="2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5" name="Freeform 266">
              <a:extLst>
                <a:ext uri="{FF2B5EF4-FFF2-40B4-BE49-F238E27FC236}">
                  <a16:creationId xmlns:a16="http://schemas.microsoft.com/office/drawing/2014/main" id="{317F74B6-F45E-4788-83BE-252D1006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524"/>
              <a:ext cx="52" cy="48"/>
            </a:xfrm>
            <a:custGeom>
              <a:avLst/>
              <a:gdLst>
                <a:gd name="T0" fmla="*/ 152 w 26"/>
                <a:gd name="T1" fmla="*/ 0 h 23"/>
                <a:gd name="T2" fmla="*/ 152 w 26"/>
                <a:gd name="T3" fmla="*/ 152 h 23"/>
                <a:gd name="T4" fmla="*/ 0 w 26"/>
                <a:gd name="T5" fmla="*/ 144 h 23"/>
                <a:gd name="T6" fmla="*/ 160 w 26"/>
                <a:gd name="T7" fmla="*/ 165 h 23"/>
                <a:gd name="T8" fmla="*/ 152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19" y="0"/>
                  </a:moveTo>
                  <a:cubicBezTo>
                    <a:pt x="23" y="4"/>
                    <a:pt x="23" y="13"/>
                    <a:pt x="19" y="17"/>
                  </a:cubicBezTo>
                  <a:cubicBezTo>
                    <a:pt x="14" y="21"/>
                    <a:pt x="6" y="20"/>
                    <a:pt x="0" y="16"/>
                  </a:cubicBezTo>
                  <a:cubicBezTo>
                    <a:pt x="5" y="22"/>
                    <a:pt x="15" y="23"/>
                    <a:pt x="20" y="18"/>
                  </a:cubicBezTo>
                  <a:cubicBezTo>
                    <a:pt x="26" y="14"/>
                    <a:pt x="25" y="4"/>
                    <a:pt x="1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6" name="Freeform 267">
              <a:extLst>
                <a:ext uri="{FF2B5EF4-FFF2-40B4-BE49-F238E27FC236}">
                  <a16:creationId xmlns:a16="http://schemas.microsoft.com/office/drawing/2014/main" id="{C75C56BD-E6AF-4DBB-9DAF-A387642F1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19"/>
              <a:ext cx="22" cy="15"/>
            </a:xfrm>
            <a:custGeom>
              <a:avLst/>
              <a:gdLst>
                <a:gd name="T0" fmla="*/ 88 w 11"/>
                <a:gd name="T1" fmla="*/ 0 h 7"/>
                <a:gd name="T2" fmla="*/ 0 w 11"/>
                <a:gd name="T3" fmla="*/ 69 h 7"/>
                <a:gd name="T4" fmla="*/ 88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6" y="0"/>
                    <a:pt x="1" y="3"/>
                    <a:pt x="0" y="7"/>
                  </a:cubicBezTo>
                  <a:cubicBezTo>
                    <a:pt x="2" y="5"/>
                    <a:pt x="5" y="1"/>
                    <a:pt x="1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7" name="Freeform 268">
              <a:extLst>
                <a:ext uri="{FF2B5EF4-FFF2-40B4-BE49-F238E27FC236}">
                  <a16:creationId xmlns:a16="http://schemas.microsoft.com/office/drawing/2014/main" id="{034098FD-E8D9-45E7-A31A-8E0615862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536"/>
              <a:ext cx="38" cy="39"/>
            </a:xfrm>
            <a:custGeom>
              <a:avLst/>
              <a:gdLst>
                <a:gd name="T0" fmla="*/ 128 w 19"/>
                <a:gd name="T1" fmla="*/ 0 h 18"/>
                <a:gd name="T2" fmla="*/ 0 w 19"/>
                <a:gd name="T3" fmla="*/ 156 h 18"/>
                <a:gd name="T4" fmla="*/ 128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6" y="0"/>
                  </a:moveTo>
                  <a:cubicBezTo>
                    <a:pt x="17" y="6"/>
                    <a:pt x="16" y="18"/>
                    <a:pt x="0" y="15"/>
                  </a:cubicBezTo>
                  <a:cubicBezTo>
                    <a:pt x="7" y="17"/>
                    <a:pt x="19" y="17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8" name="Freeform 269">
              <a:extLst>
                <a:ext uri="{FF2B5EF4-FFF2-40B4-BE49-F238E27FC236}">
                  <a16:creationId xmlns:a16="http://schemas.microsoft.com/office/drawing/2014/main" id="{90E357F0-C458-4B3D-8FBC-B36794D68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496"/>
              <a:ext cx="106" cy="115"/>
            </a:xfrm>
            <a:custGeom>
              <a:avLst/>
              <a:gdLst>
                <a:gd name="T0" fmla="*/ 352 w 53"/>
                <a:gd name="T1" fmla="*/ 341 h 54"/>
                <a:gd name="T2" fmla="*/ 264 w 53"/>
                <a:gd name="T3" fmla="*/ 49 h 54"/>
                <a:gd name="T4" fmla="*/ 16 w 53"/>
                <a:gd name="T5" fmla="*/ 204 h 54"/>
                <a:gd name="T6" fmla="*/ 352 w 53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4" y="35"/>
                  </a:moveTo>
                  <a:cubicBezTo>
                    <a:pt x="53" y="24"/>
                    <a:pt x="47" y="10"/>
                    <a:pt x="33" y="5"/>
                  </a:cubicBezTo>
                  <a:cubicBezTo>
                    <a:pt x="18" y="0"/>
                    <a:pt x="5" y="6"/>
                    <a:pt x="2" y="21"/>
                  </a:cubicBezTo>
                  <a:cubicBezTo>
                    <a:pt x="0" y="36"/>
                    <a:pt x="31" y="54"/>
                    <a:pt x="44" y="35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9" name="Freeform 270">
              <a:extLst>
                <a:ext uri="{FF2B5EF4-FFF2-40B4-BE49-F238E27FC236}">
                  <a16:creationId xmlns:a16="http://schemas.microsoft.com/office/drawing/2014/main" id="{18CE9D95-C31C-436B-81FE-5062FB19B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19"/>
              <a:ext cx="56" cy="51"/>
            </a:xfrm>
            <a:custGeom>
              <a:avLst/>
              <a:gdLst>
                <a:gd name="T0" fmla="*/ 144 w 28"/>
                <a:gd name="T1" fmla="*/ 0 h 24"/>
                <a:gd name="T2" fmla="*/ 208 w 28"/>
                <a:gd name="T3" fmla="*/ 77 h 24"/>
                <a:gd name="T4" fmla="*/ 184 w 28"/>
                <a:gd name="T5" fmla="*/ 193 h 24"/>
                <a:gd name="T6" fmla="*/ 80 w 28"/>
                <a:gd name="T7" fmla="*/ 213 h 24"/>
                <a:gd name="T8" fmla="*/ 0 w 28"/>
                <a:gd name="T9" fmla="*/ 117 h 24"/>
                <a:gd name="T10" fmla="*/ 0 w 28"/>
                <a:gd name="T11" fmla="*/ 117 h 24"/>
                <a:gd name="T12" fmla="*/ 80 w 28"/>
                <a:gd name="T13" fmla="*/ 213 h 24"/>
                <a:gd name="T14" fmla="*/ 192 w 28"/>
                <a:gd name="T15" fmla="*/ 204 h 24"/>
                <a:gd name="T16" fmla="*/ 208 w 28"/>
                <a:gd name="T17" fmla="*/ 77 h 24"/>
                <a:gd name="T18" fmla="*/ 144 w 28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18" y="0"/>
                  </a:moveTo>
                  <a:cubicBezTo>
                    <a:pt x="22" y="1"/>
                    <a:pt x="25" y="4"/>
                    <a:pt x="26" y="8"/>
                  </a:cubicBezTo>
                  <a:cubicBezTo>
                    <a:pt x="28" y="13"/>
                    <a:pt x="26" y="18"/>
                    <a:pt x="23" y="20"/>
                  </a:cubicBezTo>
                  <a:cubicBezTo>
                    <a:pt x="20" y="23"/>
                    <a:pt x="15" y="24"/>
                    <a:pt x="10" y="22"/>
                  </a:cubicBezTo>
                  <a:cubicBezTo>
                    <a:pt x="5" y="20"/>
                    <a:pt x="1" y="17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5" y="21"/>
                    <a:pt x="10" y="22"/>
                  </a:cubicBezTo>
                  <a:cubicBezTo>
                    <a:pt x="15" y="24"/>
                    <a:pt x="20" y="23"/>
                    <a:pt x="24" y="21"/>
                  </a:cubicBezTo>
                  <a:cubicBezTo>
                    <a:pt x="27" y="18"/>
                    <a:pt x="28" y="13"/>
                    <a:pt x="26" y="8"/>
                  </a:cubicBezTo>
                  <a:cubicBezTo>
                    <a:pt x="25" y="3"/>
                    <a:pt x="22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0" name="Freeform 271">
              <a:extLst>
                <a:ext uri="{FF2B5EF4-FFF2-40B4-BE49-F238E27FC236}">
                  <a16:creationId xmlns:a16="http://schemas.microsoft.com/office/drawing/2014/main" id="{66286CC7-ECAB-43C3-BD8F-9C2B3A5DE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864"/>
              <a:ext cx="93" cy="100"/>
            </a:xfrm>
            <a:custGeom>
              <a:avLst/>
              <a:gdLst>
                <a:gd name="T0" fmla="*/ 301 w 47"/>
                <a:gd name="T1" fmla="*/ 289 h 47"/>
                <a:gd name="T2" fmla="*/ 224 w 47"/>
                <a:gd name="T3" fmla="*/ 40 h 47"/>
                <a:gd name="T4" fmla="*/ 16 w 47"/>
                <a:gd name="T5" fmla="*/ 172 h 47"/>
                <a:gd name="T6" fmla="*/ 301 w 47"/>
                <a:gd name="T7" fmla="*/ 2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7">
                  <a:moveTo>
                    <a:pt x="39" y="30"/>
                  </a:moveTo>
                  <a:cubicBezTo>
                    <a:pt x="47" y="21"/>
                    <a:pt x="42" y="9"/>
                    <a:pt x="29" y="4"/>
                  </a:cubicBezTo>
                  <a:cubicBezTo>
                    <a:pt x="16" y="0"/>
                    <a:pt x="5" y="5"/>
                    <a:pt x="2" y="18"/>
                  </a:cubicBezTo>
                  <a:cubicBezTo>
                    <a:pt x="0" y="32"/>
                    <a:pt x="27" y="47"/>
                    <a:pt x="39" y="3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1" name="Freeform 272">
              <a:extLst>
                <a:ext uri="{FF2B5EF4-FFF2-40B4-BE49-F238E27FC236}">
                  <a16:creationId xmlns:a16="http://schemas.microsoft.com/office/drawing/2014/main" id="{A9E47FDE-63ED-4893-B540-B5AD73508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883"/>
              <a:ext cx="68" cy="66"/>
            </a:xfrm>
            <a:custGeom>
              <a:avLst/>
              <a:gdLst>
                <a:gd name="T0" fmla="*/ 200 w 34"/>
                <a:gd name="T1" fmla="*/ 0 h 31"/>
                <a:gd name="T2" fmla="*/ 216 w 34"/>
                <a:gd name="T3" fmla="*/ 196 h 31"/>
                <a:gd name="T4" fmla="*/ 0 w 34"/>
                <a:gd name="T5" fmla="*/ 213 h 31"/>
                <a:gd name="T6" fmla="*/ 224 w 34"/>
                <a:gd name="T7" fmla="*/ 204 h 31"/>
                <a:gd name="T8" fmla="*/ 200 w 34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25" y="0"/>
                  </a:moveTo>
                  <a:cubicBezTo>
                    <a:pt x="31" y="5"/>
                    <a:pt x="32" y="13"/>
                    <a:pt x="27" y="20"/>
                  </a:cubicBezTo>
                  <a:cubicBezTo>
                    <a:pt x="20" y="29"/>
                    <a:pt x="8" y="28"/>
                    <a:pt x="0" y="22"/>
                  </a:cubicBezTo>
                  <a:cubicBezTo>
                    <a:pt x="8" y="28"/>
                    <a:pt x="21" y="31"/>
                    <a:pt x="28" y="21"/>
                  </a:cubicBezTo>
                  <a:cubicBezTo>
                    <a:pt x="34" y="14"/>
                    <a:pt x="32" y="5"/>
                    <a:pt x="25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2" name="Freeform 273">
              <a:extLst>
                <a:ext uri="{FF2B5EF4-FFF2-40B4-BE49-F238E27FC236}">
                  <a16:creationId xmlns:a16="http://schemas.microsoft.com/office/drawing/2014/main" id="{C0312B22-A4F3-496D-AEA0-76E78C2EF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868"/>
              <a:ext cx="48" cy="66"/>
            </a:xfrm>
            <a:custGeom>
              <a:avLst/>
              <a:gdLst>
                <a:gd name="T0" fmla="*/ 56 w 24"/>
                <a:gd name="T1" fmla="*/ 290 h 31"/>
                <a:gd name="T2" fmla="*/ 16 w 24"/>
                <a:gd name="T3" fmla="*/ 164 h 31"/>
                <a:gd name="T4" fmla="*/ 184 w 24"/>
                <a:gd name="T5" fmla="*/ 28 h 31"/>
                <a:gd name="T6" fmla="*/ 184 w 24"/>
                <a:gd name="T7" fmla="*/ 28 h 31"/>
                <a:gd name="T8" fmla="*/ 0 w 24"/>
                <a:gd name="T9" fmla="*/ 153 h 31"/>
                <a:gd name="T10" fmla="*/ 64 w 24"/>
                <a:gd name="T11" fmla="*/ 290 h 31"/>
                <a:gd name="T12" fmla="*/ 56 w 24"/>
                <a:gd name="T13" fmla="*/ 29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1">
                  <a:moveTo>
                    <a:pt x="7" y="30"/>
                  </a:moveTo>
                  <a:cubicBezTo>
                    <a:pt x="3" y="26"/>
                    <a:pt x="1" y="21"/>
                    <a:pt x="2" y="17"/>
                  </a:cubicBezTo>
                  <a:cubicBezTo>
                    <a:pt x="4" y="6"/>
                    <a:pt x="13" y="1"/>
                    <a:pt x="23" y="3"/>
                  </a:cubicBezTo>
                  <a:cubicBezTo>
                    <a:pt x="24" y="3"/>
                    <a:pt x="24" y="3"/>
                    <a:pt x="23" y="3"/>
                  </a:cubicBezTo>
                  <a:cubicBezTo>
                    <a:pt x="12" y="0"/>
                    <a:pt x="2" y="5"/>
                    <a:pt x="0" y="16"/>
                  </a:cubicBezTo>
                  <a:cubicBezTo>
                    <a:pt x="0" y="21"/>
                    <a:pt x="3" y="26"/>
                    <a:pt x="8" y="30"/>
                  </a:cubicBezTo>
                  <a:cubicBezTo>
                    <a:pt x="9" y="31"/>
                    <a:pt x="9" y="31"/>
                    <a:pt x="7" y="3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3" name="Freeform 274">
              <a:extLst>
                <a:ext uri="{FF2B5EF4-FFF2-40B4-BE49-F238E27FC236}">
                  <a16:creationId xmlns:a16="http://schemas.microsoft.com/office/drawing/2014/main" id="{4D17F75C-14B1-48EA-8713-339EDBA27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881"/>
              <a:ext cx="54" cy="51"/>
            </a:xfrm>
            <a:custGeom>
              <a:avLst/>
              <a:gdLst>
                <a:gd name="T0" fmla="*/ 8 w 27"/>
                <a:gd name="T1" fmla="*/ 117 h 24"/>
                <a:gd name="T2" fmla="*/ 176 w 27"/>
                <a:gd name="T3" fmla="*/ 181 h 24"/>
                <a:gd name="T4" fmla="*/ 136 w 27"/>
                <a:gd name="T5" fmla="*/ 19 h 24"/>
                <a:gd name="T6" fmla="*/ 8 w 27"/>
                <a:gd name="T7" fmla="*/ 11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4">
                  <a:moveTo>
                    <a:pt x="1" y="12"/>
                  </a:moveTo>
                  <a:cubicBezTo>
                    <a:pt x="3" y="21"/>
                    <a:pt x="16" y="24"/>
                    <a:pt x="22" y="19"/>
                  </a:cubicBezTo>
                  <a:cubicBezTo>
                    <a:pt x="27" y="15"/>
                    <a:pt x="25" y="3"/>
                    <a:pt x="17" y="2"/>
                  </a:cubicBezTo>
                  <a:cubicBezTo>
                    <a:pt x="5" y="0"/>
                    <a:pt x="0" y="6"/>
                    <a:pt x="1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4" name="Freeform 275">
              <a:extLst>
                <a:ext uri="{FF2B5EF4-FFF2-40B4-BE49-F238E27FC236}">
                  <a16:creationId xmlns:a16="http://schemas.microsoft.com/office/drawing/2014/main" id="{D967E275-C404-4527-8A27-7DB140D6C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887"/>
              <a:ext cx="44" cy="43"/>
            </a:xfrm>
            <a:custGeom>
              <a:avLst/>
              <a:gdLst>
                <a:gd name="T0" fmla="*/ 128 w 22"/>
                <a:gd name="T1" fmla="*/ 0 h 20"/>
                <a:gd name="T2" fmla="*/ 128 w 22"/>
                <a:gd name="T3" fmla="*/ 148 h 20"/>
                <a:gd name="T4" fmla="*/ 0 w 22"/>
                <a:gd name="T5" fmla="*/ 140 h 20"/>
                <a:gd name="T6" fmla="*/ 144 w 22"/>
                <a:gd name="T7" fmla="*/ 157 h 20"/>
                <a:gd name="T8" fmla="*/ 128 w 2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16" y="0"/>
                  </a:moveTo>
                  <a:cubicBezTo>
                    <a:pt x="20" y="4"/>
                    <a:pt x="20" y="11"/>
                    <a:pt x="16" y="15"/>
                  </a:cubicBezTo>
                  <a:cubicBezTo>
                    <a:pt x="12" y="18"/>
                    <a:pt x="5" y="18"/>
                    <a:pt x="0" y="14"/>
                  </a:cubicBezTo>
                  <a:cubicBezTo>
                    <a:pt x="5" y="19"/>
                    <a:pt x="13" y="20"/>
                    <a:pt x="18" y="16"/>
                  </a:cubicBezTo>
                  <a:cubicBezTo>
                    <a:pt x="22" y="12"/>
                    <a:pt x="21" y="4"/>
                    <a:pt x="1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5" name="Freeform 276">
              <a:extLst>
                <a:ext uri="{FF2B5EF4-FFF2-40B4-BE49-F238E27FC236}">
                  <a16:creationId xmlns:a16="http://schemas.microsoft.com/office/drawing/2014/main" id="{9457919F-B977-4380-B53F-31CBC170B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883"/>
              <a:ext cx="20" cy="15"/>
            </a:xfrm>
            <a:custGeom>
              <a:avLst/>
              <a:gdLst>
                <a:gd name="T0" fmla="*/ 80 w 10"/>
                <a:gd name="T1" fmla="*/ 0 h 7"/>
                <a:gd name="T2" fmla="*/ 0 w 10"/>
                <a:gd name="T3" fmla="*/ 69 h 7"/>
                <a:gd name="T4" fmla="*/ 8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6" y="0"/>
                    <a:pt x="1" y="3"/>
                    <a:pt x="0" y="7"/>
                  </a:cubicBezTo>
                  <a:cubicBezTo>
                    <a:pt x="2" y="5"/>
                    <a:pt x="5" y="2"/>
                    <a:pt x="1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6" name="Freeform 277">
              <a:extLst>
                <a:ext uri="{FF2B5EF4-FFF2-40B4-BE49-F238E27FC236}">
                  <a16:creationId xmlns:a16="http://schemas.microsoft.com/office/drawing/2014/main" id="{96682408-40F9-4080-A9D4-4C1CA7A7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900"/>
              <a:ext cx="34" cy="34"/>
            </a:xfrm>
            <a:custGeom>
              <a:avLst/>
              <a:gdLst>
                <a:gd name="T0" fmla="*/ 112 w 17"/>
                <a:gd name="T1" fmla="*/ 0 h 16"/>
                <a:gd name="T2" fmla="*/ 0 w 17"/>
                <a:gd name="T3" fmla="*/ 128 h 16"/>
                <a:gd name="T4" fmla="*/ 112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4" y="0"/>
                  </a:moveTo>
                  <a:cubicBezTo>
                    <a:pt x="15" y="5"/>
                    <a:pt x="14" y="16"/>
                    <a:pt x="0" y="13"/>
                  </a:cubicBezTo>
                  <a:cubicBezTo>
                    <a:pt x="6" y="15"/>
                    <a:pt x="17" y="15"/>
                    <a:pt x="1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7" name="Freeform 278">
              <a:extLst>
                <a:ext uri="{FF2B5EF4-FFF2-40B4-BE49-F238E27FC236}">
                  <a16:creationId xmlns:a16="http://schemas.microsoft.com/office/drawing/2014/main" id="{8CB89E03-DC49-45A7-AF93-0D3BC30D2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864"/>
              <a:ext cx="93" cy="100"/>
            </a:xfrm>
            <a:custGeom>
              <a:avLst/>
              <a:gdLst>
                <a:gd name="T0" fmla="*/ 301 w 47"/>
                <a:gd name="T1" fmla="*/ 289 h 47"/>
                <a:gd name="T2" fmla="*/ 224 w 47"/>
                <a:gd name="T3" fmla="*/ 40 h 47"/>
                <a:gd name="T4" fmla="*/ 16 w 47"/>
                <a:gd name="T5" fmla="*/ 172 h 47"/>
                <a:gd name="T6" fmla="*/ 301 w 47"/>
                <a:gd name="T7" fmla="*/ 2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7">
                  <a:moveTo>
                    <a:pt x="39" y="30"/>
                  </a:moveTo>
                  <a:cubicBezTo>
                    <a:pt x="47" y="21"/>
                    <a:pt x="42" y="9"/>
                    <a:pt x="29" y="4"/>
                  </a:cubicBezTo>
                  <a:cubicBezTo>
                    <a:pt x="16" y="0"/>
                    <a:pt x="5" y="5"/>
                    <a:pt x="2" y="18"/>
                  </a:cubicBezTo>
                  <a:cubicBezTo>
                    <a:pt x="0" y="32"/>
                    <a:pt x="27" y="47"/>
                    <a:pt x="39" y="3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8" name="Freeform 279">
              <a:extLst>
                <a:ext uri="{FF2B5EF4-FFF2-40B4-BE49-F238E27FC236}">
                  <a16:creationId xmlns:a16="http://schemas.microsoft.com/office/drawing/2014/main" id="{BCB3EE9F-1B86-4708-ACD5-6590D43B9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885"/>
              <a:ext cx="50" cy="45"/>
            </a:xfrm>
            <a:custGeom>
              <a:avLst/>
              <a:gdLst>
                <a:gd name="T0" fmla="*/ 128 w 25"/>
                <a:gd name="T1" fmla="*/ 0 h 21"/>
                <a:gd name="T2" fmla="*/ 184 w 25"/>
                <a:gd name="T3" fmla="*/ 69 h 21"/>
                <a:gd name="T4" fmla="*/ 168 w 25"/>
                <a:gd name="T5" fmla="*/ 165 h 21"/>
                <a:gd name="T6" fmla="*/ 72 w 25"/>
                <a:gd name="T7" fmla="*/ 189 h 21"/>
                <a:gd name="T8" fmla="*/ 0 w 25"/>
                <a:gd name="T9" fmla="*/ 96 h 21"/>
                <a:gd name="T10" fmla="*/ 0 w 25"/>
                <a:gd name="T11" fmla="*/ 96 h 21"/>
                <a:gd name="T12" fmla="*/ 72 w 25"/>
                <a:gd name="T13" fmla="*/ 189 h 21"/>
                <a:gd name="T14" fmla="*/ 168 w 25"/>
                <a:gd name="T15" fmla="*/ 180 h 21"/>
                <a:gd name="T16" fmla="*/ 184 w 25"/>
                <a:gd name="T17" fmla="*/ 60 h 21"/>
                <a:gd name="T18" fmla="*/ 128 w 25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21">
                  <a:moveTo>
                    <a:pt x="16" y="0"/>
                  </a:moveTo>
                  <a:cubicBezTo>
                    <a:pt x="19" y="0"/>
                    <a:pt x="22" y="3"/>
                    <a:pt x="23" y="7"/>
                  </a:cubicBezTo>
                  <a:cubicBezTo>
                    <a:pt x="24" y="11"/>
                    <a:pt x="23" y="15"/>
                    <a:pt x="21" y="17"/>
                  </a:cubicBezTo>
                  <a:cubicBezTo>
                    <a:pt x="18" y="20"/>
                    <a:pt x="13" y="20"/>
                    <a:pt x="9" y="19"/>
                  </a:cubicBezTo>
                  <a:cubicBezTo>
                    <a:pt x="4" y="17"/>
                    <a:pt x="1" y="1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4"/>
                    <a:pt x="4" y="18"/>
                    <a:pt x="9" y="19"/>
                  </a:cubicBezTo>
                  <a:cubicBezTo>
                    <a:pt x="13" y="21"/>
                    <a:pt x="18" y="20"/>
                    <a:pt x="21" y="18"/>
                  </a:cubicBezTo>
                  <a:cubicBezTo>
                    <a:pt x="24" y="15"/>
                    <a:pt x="25" y="11"/>
                    <a:pt x="23" y="6"/>
                  </a:cubicBezTo>
                  <a:cubicBezTo>
                    <a:pt x="22" y="3"/>
                    <a:pt x="19" y="0"/>
                    <a:pt x="16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9" name="Freeform 280">
              <a:extLst>
                <a:ext uri="{FF2B5EF4-FFF2-40B4-BE49-F238E27FC236}">
                  <a16:creationId xmlns:a16="http://schemas.microsoft.com/office/drawing/2014/main" id="{BA247286-7D0A-4E55-8D71-0E233F11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2824"/>
              <a:ext cx="105" cy="74"/>
            </a:xfrm>
            <a:custGeom>
              <a:avLst/>
              <a:gdLst>
                <a:gd name="T0" fmla="*/ 157 w 53"/>
                <a:gd name="T1" fmla="*/ 0 h 35"/>
                <a:gd name="T2" fmla="*/ 71 w 53"/>
                <a:gd name="T3" fmla="*/ 49 h 35"/>
                <a:gd name="T4" fmla="*/ 180 w 53"/>
                <a:gd name="T5" fmla="*/ 296 h 35"/>
                <a:gd name="T6" fmla="*/ 396 w 53"/>
                <a:gd name="T7" fmla="*/ 209 h 35"/>
                <a:gd name="T8" fmla="*/ 357 w 53"/>
                <a:gd name="T9" fmla="*/ 57 h 35"/>
                <a:gd name="T10" fmla="*/ 240 w 53"/>
                <a:gd name="T11" fmla="*/ 17 h 35"/>
                <a:gd name="T12" fmla="*/ 157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0" y="0"/>
                  </a:moveTo>
                  <a:cubicBezTo>
                    <a:pt x="15" y="1"/>
                    <a:pt x="11" y="2"/>
                    <a:pt x="9" y="5"/>
                  </a:cubicBezTo>
                  <a:cubicBezTo>
                    <a:pt x="0" y="16"/>
                    <a:pt x="9" y="28"/>
                    <a:pt x="23" y="31"/>
                  </a:cubicBezTo>
                  <a:cubicBezTo>
                    <a:pt x="36" y="35"/>
                    <a:pt x="49" y="28"/>
                    <a:pt x="51" y="22"/>
                  </a:cubicBezTo>
                  <a:cubicBezTo>
                    <a:pt x="53" y="15"/>
                    <a:pt x="51" y="10"/>
                    <a:pt x="46" y="6"/>
                  </a:cubicBezTo>
                  <a:cubicBezTo>
                    <a:pt x="41" y="3"/>
                    <a:pt x="35" y="2"/>
                    <a:pt x="31" y="2"/>
                  </a:cubicBezTo>
                  <a:cubicBezTo>
                    <a:pt x="27" y="1"/>
                    <a:pt x="23" y="0"/>
                    <a:pt x="20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0" name="Freeform 281">
              <a:extLst>
                <a:ext uri="{FF2B5EF4-FFF2-40B4-BE49-F238E27FC236}">
                  <a16:creationId xmlns:a16="http://schemas.microsoft.com/office/drawing/2014/main" id="{F0F49253-A639-4FDB-847A-A658DF72A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824"/>
              <a:ext cx="79" cy="44"/>
            </a:xfrm>
            <a:custGeom>
              <a:avLst/>
              <a:gdLst>
                <a:gd name="T0" fmla="*/ 253 w 40"/>
                <a:gd name="T1" fmla="*/ 57 h 21"/>
                <a:gd name="T2" fmla="*/ 156 w 40"/>
                <a:gd name="T3" fmla="*/ 17 h 21"/>
                <a:gd name="T4" fmla="*/ 71 w 40"/>
                <a:gd name="T5" fmla="*/ 8 h 21"/>
                <a:gd name="T6" fmla="*/ 0 w 40"/>
                <a:gd name="T7" fmla="*/ 44 h 21"/>
                <a:gd name="T8" fmla="*/ 63 w 40"/>
                <a:gd name="T9" fmla="*/ 17 h 21"/>
                <a:gd name="T10" fmla="*/ 140 w 40"/>
                <a:gd name="T11" fmla="*/ 27 h 21"/>
                <a:gd name="T12" fmla="*/ 245 w 40"/>
                <a:gd name="T13" fmla="*/ 65 h 21"/>
                <a:gd name="T14" fmla="*/ 292 w 40"/>
                <a:gd name="T15" fmla="*/ 193 h 21"/>
                <a:gd name="T16" fmla="*/ 292 w 40"/>
                <a:gd name="T17" fmla="*/ 193 h 21"/>
                <a:gd name="T18" fmla="*/ 253 w 40"/>
                <a:gd name="T19" fmla="*/ 57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1">
                  <a:moveTo>
                    <a:pt x="33" y="6"/>
                  </a:moveTo>
                  <a:cubicBezTo>
                    <a:pt x="29" y="3"/>
                    <a:pt x="23" y="3"/>
                    <a:pt x="20" y="2"/>
                  </a:cubicBezTo>
                  <a:cubicBezTo>
                    <a:pt x="16" y="2"/>
                    <a:pt x="12" y="0"/>
                    <a:pt x="9" y="1"/>
                  </a:cubicBezTo>
                  <a:cubicBezTo>
                    <a:pt x="5" y="1"/>
                    <a:pt x="2" y="2"/>
                    <a:pt x="0" y="5"/>
                  </a:cubicBezTo>
                  <a:cubicBezTo>
                    <a:pt x="2" y="3"/>
                    <a:pt x="4" y="2"/>
                    <a:pt x="8" y="2"/>
                  </a:cubicBezTo>
                  <a:cubicBezTo>
                    <a:pt x="11" y="1"/>
                    <a:pt x="15" y="3"/>
                    <a:pt x="18" y="3"/>
                  </a:cubicBezTo>
                  <a:cubicBezTo>
                    <a:pt x="22" y="4"/>
                    <a:pt x="28" y="4"/>
                    <a:pt x="32" y="7"/>
                  </a:cubicBezTo>
                  <a:cubicBezTo>
                    <a:pt x="37" y="11"/>
                    <a:pt x="40" y="15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40" y="14"/>
                    <a:pt x="38" y="10"/>
                    <a:pt x="33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1" name="Freeform 282">
              <a:extLst>
                <a:ext uri="{FF2B5EF4-FFF2-40B4-BE49-F238E27FC236}">
                  <a16:creationId xmlns:a16="http://schemas.microsoft.com/office/drawing/2014/main" id="{585CA044-7B67-4622-9379-B71184FFB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834"/>
              <a:ext cx="91" cy="60"/>
            </a:xfrm>
            <a:custGeom>
              <a:avLst/>
              <a:gdLst>
                <a:gd name="T0" fmla="*/ 172 w 46"/>
                <a:gd name="T1" fmla="*/ 234 h 28"/>
                <a:gd name="T2" fmla="*/ 71 w 46"/>
                <a:gd name="T3" fmla="*/ 0 h 28"/>
                <a:gd name="T4" fmla="*/ 71 w 46"/>
                <a:gd name="T5" fmla="*/ 0 h 28"/>
                <a:gd name="T6" fmla="*/ 63 w 46"/>
                <a:gd name="T7" fmla="*/ 9 h 28"/>
                <a:gd name="T8" fmla="*/ 164 w 46"/>
                <a:gd name="T9" fmla="*/ 257 h 28"/>
                <a:gd name="T10" fmla="*/ 356 w 46"/>
                <a:gd name="T11" fmla="*/ 197 h 28"/>
                <a:gd name="T12" fmla="*/ 172 w 46"/>
                <a:gd name="T13" fmla="*/ 23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8">
                  <a:moveTo>
                    <a:pt x="22" y="24"/>
                  </a:moveTo>
                  <a:cubicBezTo>
                    <a:pt x="9" y="21"/>
                    <a:pt x="1" y="1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1"/>
                    <a:pt x="8" y="1"/>
                  </a:cubicBezTo>
                  <a:cubicBezTo>
                    <a:pt x="0" y="11"/>
                    <a:pt x="8" y="22"/>
                    <a:pt x="21" y="26"/>
                  </a:cubicBezTo>
                  <a:cubicBezTo>
                    <a:pt x="32" y="28"/>
                    <a:pt x="42" y="25"/>
                    <a:pt x="46" y="20"/>
                  </a:cubicBezTo>
                  <a:cubicBezTo>
                    <a:pt x="41" y="24"/>
                    <a:pt x="32" y="27"/>
                    <a:pt x="22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2" name="Freeform 283">
              <a:extLst>
                <a:ext uri="{FF2B5EF4-FFF2-40B4-BE49-F238E27FC236}">
                  <a16:creationId xmlns:a16="http://schemas.microsoft.com/office/drawing/2014/main" id="{3BE74318-54E5-4D1F-A294-11C905CE6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843"/>
              <a:ext cx="55" cy="32"/>
            </a:xfrm>
            <a:custGeom>
              <a:avLst/>
              <a:gdLst>
                <a:gd name="T0" fmla="*/ 204 w 28"/>
                <a:gd name="T1" fmla="*/ 77 h 15"/>
                <a:gd name="T2" fmla="*/ 61 w 28"/>
                <a:gd name="T3" fmla="*/ 117 h 15"/>
                <a:gd name="T4" fmla="*/ 31 w 28"/>
                <a:gd name="T5" fmla="*/ 19 h 15"/>
                <a:gd name="T6" fmla="*/ 128 w 28"/>
                <a:gd name="T7" fmla="*/ 19 h 15"/>
                <a:gd name="T8" fmla="*/ 204 w 28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7" y="8"/>
                  </a:moveTo>
                  <a:cubicBezTo>
                    <a:pt x="25" y="15"/>
                    <a:pt x="15" y="15"/>
                    <a:pt x="8" y="12"/>
                  </a:cubicBezTo>
                  <a:cubicBezTo>
                    <a:pt x="0" y="9"/>
                    <a:pt x="0" y="3"/>
                    <a:pt x="4" y="2"/>
                  </a:cubicBezTo>
                  <a:cubicBezTo>
                    <a:pt x="8" y="0"/>
                    <a:pt x="11" y="0"/>
                    <a:pt x="17" y="2"/>
                  </a:cubicBezTo>
                  <a:cubicBezTo>
                    <a:pt x="24" y="3"/>
                    <a:pt x="28" y="5"/>
                    <a:pt x="27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3" name="Freeform 284">
              <a:extLst>
                <a:ext uri="{FF2B5EF4-FFF2-40B4-BE49-F238E27FC236}">
                  <a16:creationId xmlns:a16="http://schemas.microsoft.com/office/drawing/2014/main" id="{EAF7BF0D-7272-4C31-882A-C1D83FF36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849"/>
              <a:ext cx="51" cy="26"/>
            </a:xfrm>
            <a:custGeom>
              <a:avLst/>
              <a:gdLst>
                <a:gd name="T0" fmla="*/ 61 w 26"/>
                <a:gd name="T1" fmla="*/ 72 h 12"/>
                <a:gd name="T2" fmla="*/ 16 w 26"/>
                <a:gd name="T3" fmla="*/ 0 h 12"/>
                <a:gd name="T4" fmla="*/ 53 w 26"/>
                <a:gd name="T5" fmla="*/ 93 h 12"/>
                <a:gd name="T6" fmla="*/ 196 w 26"/>
                <a:gd name="T7" fmla="*/ 61 h 12"/>
                <a:gd name="T8" fmla="*/ 61 w 26"/>
                <a:gd name="T9" fmla="*/ 7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2">
                  <a:moveTo>
                    <a:pt x="8" y="7"/>
                  </a:moveTo>
                  <a:cubicBezTo>
                    <a:pt x="3" y="5"/>
                    <a:pt x="1" y="2"/>
                    <a:pt x="2" y="0"/>
                  </a:cubicBezTo>
                  <a:cubicBezTo>
                    <a:pt x="0" y="2"/>
                    <a:pt x="1" y="6"/>
                    <a:pt x="7" y="9"/>
                  </a:cubicBezTo>
                  <a:cubicBezTo>
                    <a:pt x="14" y="12"/>
                    <a:pt x="24" y="12"/>
                    <a:pt x="26" y="6"/>
                  </a:cubicBezTo>
                  <a:cubicBezTo>
                    <a:pt x="23" y="10"/>
                    <a:pt x="14" y="10"/>
                    <a:pt x="8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4" name="Freeform 285">
              <a:extLst>
                <a:ext uri="{FF2B5EF4-FFF2-40B4-BE49-F238E27FC236}">
                  <a16:creationId xmlns:a16="http://schemas.microsoft.com/office/drawing/2014/main" id="{0E946CF1-E1AB-4703-BFD3-82D1C9BCB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843"/>
              <a:ext cx="31" cy="13"/>
            </a:xfrm>
            <a:custGeom>
              <a:avLst/>
              <a:gdLst>
                <a:gd name="T0" fmla="*/ 0 w 16"/>
                <a:gd name="T1" fmla="*/ 9 h 6"/>
                <a:gd name="T2" fmla="*/ 116 w 16"/>
                <a:gd name="T3" fmla="*/ 61 h 6"/>
                <a:gd name="T4" fmla="*/ 52 w 16"/>
                <a:gd name="T5" fmla="*/ 33 h 6"/>
                <a:gd name="T6" fmla="*/ 0 w 16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0" y="1"/>
                  </a:moveTo>
                  <a:cubicBezTo>
                    <a:pt x="5" y="0"/>
                    <a:pt x="13" y="2"/>
                    <a:pt x="16" y="6"/>
                  </a:cubicBezTo>
                  <a:cubicBezTo>
                    <a:pt x="14" y="5"/>
                    <a:pt x="10" y="3"/>
                    <a:pt x="7" y="3"/>
                  </a:cubicBezTo>
                  <a:cubicBezTo>
                    <a:pt x="4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5" name="Freeform 286">
              <a:extLst>
                <a:ext uri="{FF2B5EF4-FFF2-40B4-BE49-F238E27FC236}">
                  <a16:creationId xmlns:a16="http://schemas.microsoft.com/office/drawing/2014/main" id="{285198DD-FAD2-4EC6-8BAF-54B1F5E1D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841"/>
              <a:ext cx="29" cy="15"/>
            </a:xfrm>
            <a:custGeom>
              <a:avLst/>
              <a:gdLst>
                <a:gd name="T0" fmla="*/ 56 w 15"/>
                <a:gd name="T1" fmla="*/ 19 h 7"/>
                <a:gd name="T2" fmla="*/ 0 w 15"/>
                <a:gd name="T3" fmla="*/ 9 h 7"/>
                <a:gd name="T4" fmla="*/ 108 w 15"/>
                <a:gd name="T5" fmla="*/ 69 h 7"/>
                <a:gd name="T6" fmla="*/ 56 w 15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8" y="2"/>
                  </a:moveTo>
                  <a:cubicBezTo>
                    <a:pt x="6" y="1"/>
                    <a:pt x="4" y="0"/>
                    <a:pt x="0" y="1"/>
                  </a:cubicBezTo>
                  <a:cubicBezTo>
                    <a:pt x="3" y="1"/>
                    <a:pt x="14" y="3"/>
                    <a:pt x="15" y="7"/>
                  </a:cubicBezTo>
                  <a:cubicBezTo>
                    <a:pt x="14" y="6"/>
                    <a:pt x="12" y="3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6" name="Freeform 287">
              <a:extLst>
                <a:ext uri="{FF2B5EF4-FFF2-40B4-BE49-F238E27FC236}">
                  <a16:creationId xmlns:a16="http://schemas.microsoft.com/office/drawing/2014/main" id="{41C4BB31-F1B1-450A-8F02-6A303F843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864"/>
              <a:ext cx="37" cy="15"/>
            </a:xfrm>
            <a:custGeom>
              <a:avLst/>
              <a:gdLst>
                <a:gd name="T0" fmla="*/ 0 w 19"/>
                <a:gd name="T1" fmla="*/ 0 h 7"/>
                <a:gd name="T2" fmla="*/ 140 w 19"/>
                <a:gd name="T3" fmla="*/ 41 h 7"/>
                <a:gd name="T4" fmla="*/ 0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2" y="2"/>
                    <a:pt x="11" y="6"/>
                    <a:pt x="19" y="4"/>
                  </a:cubicBezTo>
                  <a:cubicBezTo>
                    <a:pt x="16" y="5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7" name="Freeform 288">
              <a:extLst>
                <a:ext uri="{FF2B5EF4-FFF2-40B4-BE49-F238E27FC236}">
                  <a16:creationId xmlns:a16="http://schemas.microsoft.com/office/drawing/2014/main" id="{747996AB-BBA7-4AB2-BD54-1CD7F4B09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2824"/>
              <a:ext cx="105" cy="74"/>
            </a:xfrm>
            <a:custGeom>
              <a:avLst/>
              <a:gdLst>
                <a:gd name="T0" fmla="*/ 157 w 53"/>
                <a:gd name="T1" fmla="*/ 0 h 35"/>
                <a:gd name="T2" fmla="*/ 71 w 53"/>
                <a:gd name="T3" fmla="*/ 49 h 35"/>
                <a:gd name="T4" fmla="*/ 180 w 53"/>
                <a:gd name="T5" fmla="*/ 296 h 35"/>
                <a:gd name="T6" fmla="*/ 396 w 53"/>
                <a:gd name="T7" fmla="*/ 209 h 35"/>
                <a:gd name="T8" fmla="*/ 357 w 53"/>
                <a:gd name="T9" fmla="*/ 57 h 35"/>
                <a:gd name="T10" fmla="*/ 240 w 53"/>
                <a:gd name="T11" fmla="*/ 17 h 35"/>
                <a:gd name="T12" fmla="*/ 157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0" y="0"/>
                  </a:moveTo>
                  <a:cubicBezTo>
                    <a:pt x="15" y="1"/>
                    <a:pt x="11" y="2"/>
                    <a:pt x="9" y="5"/>
                  </a:cubicBezTo>
                  <a:cubicBezTo>
                    <a:pt x="0" y="16"/>
                    <a:pt x="9" y="28"/>
                    <a:pt x="23" y="31"/>
                  </a:cubicBezTo>
                  <a:cubicBezTo>
                    <a:pt x="36" y="35"/>
                    <a:pt x="49" y="28"/>
                    <a:pt x="51" y="22"/>
                  </a:cubicBezTo>
                  <a:cubicBezTo>
                    <a:pt x="53" y="15"/>
                    <a:pt x="51" y="10"/>
                    <a:pt x="46" y="6"/>
                  </a:cubicBezTo>
                  <a:cubicBezTo>
                    <a:pt x="41" y="3"/>
                    <a:pt x="35" y="2"/>
                    <a:pt x="31" y="2"/>
                  </a:cubicBezTo>
                  <a:cubicBezTo>
                    <a:pt x="27" y="1"/>
                    <a:pt x="23" y="0"/>
                    <a:pt x="20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8" name="Freeform 289">
              <a:extLst>
                <a:ext uri="{FF2B5EF4-FFF2-40B4-BE49-F238E27FC236}">
                  <a16:creationId xmlns:a16="http://schemas.microsoft.com/office/drawing/2014/main" id="{C0D4126A-55B3-47EE-9ED4-84F9072BF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847"/>
              <a:ext cx="49" cy="28"/>
            </a:xfrm>
            <a:custGeom>
              <a:avLst/>
              <a:gdLst>
                <a:gd name="T0" fmla="*/ 0 w 25"/>
                <a:gd name="T1" fmla="*/ 28 h 13"/>
                <a:gd name="T2" fmla="*/ 47 w 25"/>
                <a:gd name="T3" fmla="*/ 101 h 13"/>
                <a:gd name="T4" fmla="*/ 165 w 25"/>
                <a:gd name="T5" fmla="*/ 112 h 13"/>
                <a:gd name="T6" fmla="*/ 188 w 25"/>
                <a:gd name="T7" fmla="*/ 60 h 13"/>
                <a:gd name="T8" fmla="*/ 188 w 25"/>
                <a:gd name="T9" fmla="*/ 60 h 13"/>
                <a:gd name="T10" fmla="*/ 157 w 25"/>
                <a:gd name="T11" fmla="*/ 112 h 13"/>
                <a:gd name="T12" fmla="*/ 47 w 25"/>
                <a:gd name="T13" fmla="*/ 101 h 13"/>
                <a:gd name="T14" fmla="*/ 0 w 25"/>
                <a:gd name="T15" fmla="*/ 28 h 13"/>
                <a:gd name="T16" fmla="*/ 16 w 25"/>
                <a:gd name="T17" fmla="*/ 0 h 13"/>
                <a:gd name="T18" fmla="*/ 16 w 25"/>
                <a:gd name="T19" fmla="*/ 0 h 13"/>
                <a:gd name="T20" fmla="*/ 0 w 25"/>
                <a:gd name="T21" fmla="*/ 28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3">
                  <a:moveTo>
                    <a:pt x="0" y="3"/>
                  </a:moveTo>
                  <a:cubicBezTo>
                    <a:pt x="0" y="6"/>
                    <a:pt x="2" y="8"/>
                    <a:pt x="6" y="10"/>
                  </a:cubicBezTo>
                  <a:cubicBezTo>
                    <a:pt x="11" y="12"/>
                    <a:pt x="18" y="13"/>
                    <a:pt x="22" y="11"/>
                  </a:cubicBezTo>
                  <a:cubicBezTo>
                    <a:pt x="24" y="10"/>
                    <a:pt x="25" y="8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8"/>
                    <a:pt x="23" y="10"/>
                    <a:pt x="21" y="11"/>
                  </a:cubicBezTo>
                  <a:cubicBezTo>
                    <a:pt x="18" y="12"/>
                    <a:pt x="12" y="12"/>
                    <a:pt x="6" y="10"/>
                  </a:cubicBezTo>
                  <a:cubicBezTo>
                    <a:pt x="2" y="8"/>
                    <a:pt x="0" y="6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9" name="Freeform 290">
              <a:extLst>
                <a:ext uri="{FF2B5EF4-FFF2-40B4-BE49-F238E27FC236}">
                  <a16:creationId xmlns:a16="http://schemas.microsoft.com/office/drawing/2014/main" id="{73C5AC33-7583-48D2-9FD3-24E34D2D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902"/>
              <a:ext cx="90" cy="94"/>
            </a:xfrm>
            <a:custGeom>
              <a:avLst/>
              <a:gdLst>
                <a:gd name="T0" fmla="*/ 208 w 45"/>
                <a:gd name="T1" fmla="*/ 28 h 44"/>
                <a:gd name="T2" fmla="*/ 112 w 45"/>
                <a:gd name="T3" fmla="*/ 9 h 44"/>
                <a:gd name="T4" fmla="*/ 72 w 45"/>
                <a:gd name="T5" fmla="*/ 293 h 44"/>
                <a:gd name="T6" fmla="*/ 296 w 45"/>
                <a:gd name="T7" fmla="*/ 389 h 44"/>
                <a:gd name="T8" fmla="*/ 344 w 45"/>
                <a:gd name="T9" fmla="*/ 233 h 44"/>
                <a:gd name="T10" fmla="*/ 272 w 45"/>
                <a:gd name="T11" fmla="*/ 120 h 44"/>
                <a:gd name="T12" fmla="*/ 208 w 45"/>
                <a:gd name="T13" fmla="*/ 2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4">
                  <a:moveTo>
                    <a:pt x="26" y="3"/>
                  </a:moveTo>
                  <a:cubicBezTo>
                    <a:pt x="22" y="1"/>
                    <a:pt x="18" y="0"/>
                    <a:pt x="14" y="1"/>
                  </a:cubicBezTo>
                  <a:cubicBezTo>
                    <a:pt x="1" y="4"/>
                    <a:pt x="0" y="19"/>
                    <a:pt x="9" y="30"/>
                  </a:cubicBezTo>
                  <a:cubicBezTo>
                    <a:pt x="18" y="41"/>
                    <a:pt x="32" y="44"/>
                    <a:pt x="37" y="40"/>
                  </a:cubicBezTo>
                  <a:cubicBezTo>
                    <a:pt x="44" y="36"/>
                    <a:pt x="45" y="30"/>
                    <a:pt x="43" y="24"/>
                  </a:cubicBezTo>
                  <a:cubicBezTo>
                    <a:pt x="41" y="19"/>
                    <a:pt x="36" y="15"/>
                    <a:pt x="34" y="12"/>
                  </a:cubicBezTo>
                  <a:cubicBezTo>
                    <a:pt x="31" y="9"/>
                    <a:pt x="29" y="5"/>
                    <a:pt x="26" y="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0" name="Freeform 291">
              <a:extLst>
                <a:ext uri="{FF2B5EF4-FFF2-40B4-BE49-F238E27FC236}">
                  <a16:creationId xmlns:a16="http://schemas.microsoft.com/office/drawing/2014/main" id="{BC8A31A9-ED02-4CFE-B48D-D996C6B34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907"/>
              <a:ext cx="54" cy="78"/>
            </a:xfrm>
            <a:custGeom>
              <a:avLst/>
              <a:gdLst>
                <a:gd name="T0" fmla="*/ 200 w 27"/>
                <a:gd name="T1" fmla="*/ 204 h 37"/>
                <a:gd name="T2" fmla="*/ 136 w 27"/>
                <a:gd name="T3" fmla="*/ 101 h 37"/>
                <a:gd name="T4" fmla="*/ 72 w 27"/>
                <a:gd name="T5" fmla="*/ 27 h 37"/>
                <a:gd name="T6" fmla="*/ 0 w 27"/>
                <a:gd name="T7" fmla="*/ 0 h 37"/>
                <a:gd name="T8" fmla="*/ 64 w 27"/>
                <a:gd name="T9" fmla="*/ 27 h 37"/>
                <a:gd name="T10" fmla="*/ 120 w 27"/>
                <a:gd name="T11" fmla="*/ 101 h 37"/>
                <a:gd name="T12" fmla="*/ 192 w 27"/>
                <a:gd name="T13" fmla="*/ 204 h 37"/>
                <a:gd name="T14" fmla="*/ 160 w 27"/>
                <a:gd name="T15" fmla="*/ 337 h 37"/>
                <a:gd name="T16" fmla="*/ 160 w 27"/>
                <a:gd name="T17" fmla="*/ 337 h 37"/>
                <a:gd name="T18" fmla="*/ 200 w 27"/>
                <a:gd name="T19" fmla="*/ 204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37">
                  <a:moveTo>
                    <a:pt x="25" y="22"/>
                  </a:moveTo>
                  <a:cubicBezTo>
                    <a:pt x="24" y="17"/>
                    <a:pt x="19" y="13"/>
                    <a:pt x="17" y="11"/>
                  </a:cubicBezTo>
                  <a:cubicBezTo>
                    <a:pt x="14" y="8"/>
                    <a:pt x="12" y="4"/>
                    <a:pt x="9" y="3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3" y="0"/>
                    <a:pt x="5" y="1"/>
                    <a:pt x="8" y="3"/>
                  </a:cubicBezTo>
                  <a:cubicBezTo>
                    <a:pt x="11" y="4"/>
                    <a:pt x="13" y="8"/>
                    <a:pt x="15" y="11"/>
                  </a:cubicBezTo>
                  <a:cubicBezTo>
                    <a:pt x="18" y="13"/>
                    <a:pt x="22" y="17"/>
                    <a:pt x="24" y="22"/>
                  </a:cubicBezTo>
                  <a:cubicBezTo>
                    <a:pt x="26" y="28"/>
                    <a:pt x="26" y="33"/>
                    <a:pt x="20" y="36"/>
                  </a:cubicBezTo>
                  <a:cubicBezTo>
                    <a:pt x="20" y="37"/>
                    <a:pt x="20" y="37"/>
                    <a:pt x="20" y="36"/>
                  </a:cubicBezTo>
                  <a:cubicBezTo>
                    <a:pt x="26" y="33"/>
                    <a:pt x="27" y="28"/>
                    <a:pt x="25" y="2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1" name="Freeform 292">
              <a:extLst>
                <a:ext uri="{FF2B5EF4-FFF2-40B4-BE49-F238E27FC236}">
                  <a16:creationId xmlns:a16="http://schemas.microsoft.com/office/drawing/2014/main" id="{421D1395-554B-4CBA-A48C-FF741073A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907"/>
              <a:ext cx="62" cy="85"/>
            </a:xfrm>
            <a:custGeom>
              <a:avLst/>
              <a:gdLst>
                <a:gd name="T0" fmla="*/ 72 w 31"/>
                <a:gd name="T1" fmla="*/ 257 h 40"/>
                <a:gd name="T2" fmla="*/ 112 w 31"/>
                <a:gd name="T3" fmla="*/ 0 h 40"/>
                <a:gd name="T4" fmla="*/ 112 w 31"/>
                <a:gd name="T5" fmla="*/ 0 h 40"/>
                <a:gd name="T6" fmla="*/ 96 w 31"/>
                <a:gd name="T7" fmla="*/ 0 h 40"/>
                <a:gd name="T8" fmla="*/ 64 w 31"/>
                <a:gd name="T9" fmla="*/ 272 h 40"/>
                <a:gd name="T10" fmla="*/ 248 w 31"/>
                <a:gd name="T11" fmla="*/ 366 h 40"/>
                <a:gd name="T12" fmla="*/ 72 w 31"/>
                <a:gd name="T13" fmla="*/ 25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0">
                  <a:moveTo>
                    <a:pt x="9" y="27"/>
                  </a:moveTo>
                  <a:cubicBezTo>
                    <a:pt x="1" y="17"/>
                    <a:pt x="2" y="3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0" y="3"/>
                    <a:pt x="0" y="17"/>
                    <a:pt x="8" y="28"/>
                  </a:cubicBezTo>
                  <a:cubicBezTo>
                    <a:pt x="15" y="36"/>
                    <a:pt x="25" y="40"/>
                    <a:pt x="31" y="38"/>
                  </a:cubicBezTo>
                  <a:cubicBezTo>
                    <a:pt x="25" y="39"/>
                    <a:pt x="16" y="35"/>
                    <a:pt x="9" y="2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2" name="Freeform 293">
              <a:extLst>
                <a:ext uri="{FF2B5EF4-FFF2-40B4-BE49-F238E27FC236}">
                  <a16:creationId xmlns:a16="http://schemas.microsoft.com/office/drawing/2014/main" id="{E803ED27-DE2B-4011-9766-BAFCBD7A8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926"/>
              <a:ext cx="48" cy="51"/>
            </a:xfrm>
            <a:custGeom>
              <a:avLst/>
              <a:gdLst>
                <a:gd name="T0" fmla="*/ 168 w 24"/>
                <a:gd name="T1" fmla="*/ 193 h 24"/>
                <a:gd name="T2" fmla="*/ 32 w 24"/>
                <a:gd name="T3" fmla="*/ 104 h 24"/>
                <a:gd name="T4" fmla="*/ 56 w 24"/>
                <a:gd name="T5" fmla="*/ 0 h 24"/>
                <a:gd name="T6" fmla="*/ 136 w 24"/>
                <a:gd name="T7" fmla="*/ 85 h 24"/>
                <a:gd name="T8" fmla="*/ 168 w 24"/>
                <a:gd name="T9" fmla="*/ 19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1" y="20"/>
                  </a:moveTo>
                  <a:cubicBezTo>
                    <a:pt x="16" y="24"/>
                    <a:pt x="8" y="18"/>
                    <a:pt x="4" y="11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1"/>
                    <a:pt x="14" y="4"/>
                    <a:pt x="17" y="9"/>
                  </a:cubicBezTo>
                  <a:cubicBezTo>
                    <a:pt x="21" y="13"/>
                    <a:pt x="24" y="18"/>
                    <a:pt x="21" y="2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3" name="Freeform 294">
              <a:extLst>
                <a:ext uri="{FF2B5EF4-FFF2-40B4-BE49-F238E27FC236}">
                  <a16:creationId xmlns:a16="http://schemas.microsoft.com/office/drawing/2014/main" id="{27D72A7B-A862-4452-98C8-0E7033C62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926"/>
              <a:ext cx="42" cy="51"/>
            </a:xfrm>
            <a:custGeom>
              <a:avLst/>
              <a:gdLst>
                <a:gd name="T0" fmla="*/ 48 w 21"/>
                <a:gd name="T1" fmla="*/ 96 h 24"/>
                <a:gd name="T2" fmla="*/ 40 w 21"/>
                <a:gd name="T3" fmla="*/ 0 h 24"/>
                <a:gd name="T4" fmla="*/ 32 w 21"/>
                <a:gd name="T5" fmla="*/ 104 h 24"/>
                <a:gd name="T6" fmla="*/ 168 w 21"/>
                <a:gd name="T7" fmla="*/ 193 h 24"/>
                <a:gd name="T8" fmla="*/ 48 w 21"/>
                <a:gd name="T9" fmla="*/ 9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6" y="10"/>
                  </a:moveTo>
                  <a:cubicBezTo>
                    <a:pt x="3" y="5"/>
                    <a:pt x="3" y="2"/>
                    <a:pt x="5" y="0"/>
                  </a:cubicBezTo>
                  <a:cubicBezTo>
                    <a:pt x="2" y="1"/>
                    <a:pt x="0" y="5"/>
                    <a:pt x="4" y="11"/>
                  </a:cubicBezTo>
                  <a:cubicBezTo>
                    <a:pt x="8" y="18"/>
                    <a:pt x="15" y="24"/>
                    <a:pt x="21" y="20"/>
                  </a:cubicBezTo>
                  <a:cubicBezTo>
                    <a:pt x="16" y="22"/>
                    <a:pt x="9" y="16"/>
                    <a:pt x="6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4" name="Freeform 295">
              <a:extLst>
                <a:ext uri="{FF2B5EF4-FFF2-40B4-BE49-F238E27FC236}">
                  <a16:creationId xmlns:a16="http://schemas.microsoft.com/office/drawing/2014/main" id="{DB0C90D0-FB0F-4656-BDED-FD4888208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932"/>
              <a:ext cx="20" cy="30"/>
            </a:xfrm>
            <a:custGeom>
              <a:avLst/>
              <a:gdLst>
                <a:gd name="T0" fmla="*/ 0 w 10"/>
                <a:gd name="T1" fmla="*/ 0 h 14"/>
                <a:gd name="T2" fmla="*/ 80 w 10"/>
                <a:gd name="T3" fmla="*/ 137 h 14"/>
                <a:gd name="T4" fmla="*/ 40 w 10"/>
                <a:gd name="T5" fmla="*/ 60 h 14"/>
                <a:gd name="T6" fmla="*/ 0 w 10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4" y="3"/>
                    <a:pt x="10" y="9"/>
                    <a:pt x="10" y="14"/>
                  </a:cubicBezTo>
                  <a:cubicBezTo>
                    <a:pt x="9" y="12"/>
                    <a:pt x="7" y="8"/>
                    <a:pt x="5" y="6"/>
                  </a:cubicBezTo>
                  <a:cubicBezTo>
                    <a:pt x="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5" name="Freeform 296">
              <a:extLst>
                <a:ext uri="{FF2B5EF4-FFF2-40B4-BE49-F238E27FC236}">
                  <a16:creationId xmlns:a16="http://schemas.microsoft.com/office/drawing/2014/main" id="{AAD173F8-7F07-475E-B6B5-C632178DD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934"/>
              <a:ext cx="20" cy="30"/>
            </a:xfrm>
            <a:custGeom>
              <a:avLst/>
              <a:gdLst>
                <a:gd name="T0" fmla="*/ 48 w 10"/>
                <a:gd name="T1" fmla="*/ 60 h 14"/>
                <a:gd name="T2" fmla="*/ 0 w 10"/>
                <a:gd name="T3" fmla="*/ 0 h 14"/>
                <a:gd name="T4" fmla="*/ 64 w 10"/>
                <a:gd name="T5" fmla="*/ 137 h 14"/>
                <a:gd name="T6" fmla="*/ 48 w 10"/>
                <a:gd name="T7" fmla="*/ 6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6" y="6"/>
                  </a:moveTo>
                  <a:cubicBezTo>
                    <a:pt x="5" y="4"/>
                    <a:pt x="3" y="2"/>
                    <a:pt x="0" y="0"/>
                  </a:cubicBezTo>
                  <a:cubicBezTo>
                    <a:pt x="3" y="2"/>
                    <a:pt x="10" y="11"/>
                    <a:pt x="8" y="14"/>
                  </a:cubicBezTo>
                  <a:cubicBezTo>
                    <a:pt x="8" y="13"/>
                    <a:pt x="8" y="10"/>
                    <a:pt x="6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6" name="Freeform 297">
              <a:extLst>
                <a:ext uri="{FF2B5EF4-FFF2-40B4-BE49-F238E27FC236}">
                  <a16:creationId xmlns:a16="http://schemas.microsoft.com/office/drawing/2014/main" id="{A54B8C94-D316-45A1-9CC7-BD8AAF988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941"/>
              <a:ext cx="26" cy="29"/>
            </a:xfrm>
            <a:custGeom>
              <a:avLst/>
              <a:gdLst>
                <a:gd name="T0" fmla="*/ 0 w 13"/>
                <a:gd name="T1" fmla="*/ 0 h 14"/>
                <a:gd name="T2" fmla="*/ 104 w 13"/>
                <a:gd name="T3" fmla="*/ 124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1" y="3"/>
                    <a:pt x="6" y="11"/>
                    <a:pt x="13" y="14"/>
                  </a:cubicBezTo>
                  <a:cubicBezTo>
                    <a:pt x="11" y="14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7" name="Freeform 298">
              <a:extLst>
                <a:ext uri="{FF2B5EF4-FFF2-40B4-BE49-F238E27FC236}">
                  <a16:creationId xmlns:a16="http://schemas.microsoft.com/office/drawing/2014/main" id="{0FA6A02C-3344-4B75-9E0E-016FA2905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902"/>
              <a:ext cx="90" cy="94"/>
            </a:xfrm>
            <a:custGeom>
              <a:avLst/>
              <a:gdLst>
                <a:gd name="T0" fmla="*/ 208 w 45"/>
                <a:gd name="T1" fmla="*/ 28 h 44"/>
                <a:gd name="T2" fmla="*/ 112 w 45"/>
                <a:gd name="T3" fmla="*/ 9 h 44"/>
                <a:gd name="T4" fmla="*/ 72 w 45"/>
                <a:gd name="T5" fmla="*/ 293 h 44"/>
                <a:gd name="T6" fmla="*/ 296 w 45"/>
                <a:gd name="T7" fmla="*/ 389 h 44"/>
                <a:gd name="T8" fmla="*/ 344 w 45"/>
                <a:gd name="T9" fmla="*/ 233 h 44"/>
                <a:gd name="T10" fmla="*/ 272 w 45"/>
                <a:gd name="T11" fmla="*/ 120 h 44"/>
                <a:gd name="T12" fmla="*/ 208 w 45"/>
                <a:gd name="T13" fmla="*/ 2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4">
                  <a:moveTo>
                    <a:pt x="26" y="3"/>
                  </a:moveTo>
                  <a:cubicBezTo>
                    <a:pt x="22" y="1"/>
                    <a:pt x="18" y="0"/>
                    <a:pt x="14" y="1"/>
                  </a:cubicBezTo>
                  <a:cubicBezTo>
                    <a:pt x="1" y="4"/>
                    <a:pt x="0" y="19"/>
                    <a:pt x="9" y="30"/>
                  </a:cubicBezTo>
                  <a:cubicBezTo>
                    <a:pt x="18" y="41"/>
                    <a:pt x="32" y="44"/>
                    <a:pt x="37" y="40"/>
                  </a:cubicBezTo>
                  <a:cubicBezTo>
                    <a:pt x="44" y="36"/>
                    <a:pt x="45" y="30"/>
                    <a:pt x="43" y="24"/>
                  </a:cubicBezTo>
                  <a:cubicBezTo>
                    <a:pt x="41" y="19"/>
                    <a:pt x="36" y="15"/>
                    <a:pt x="34" y="12"/>
                  </a:cubicBezTo>
                  <a:cubicBezTo>
                    <a:pt x="31" y="9"/>
                    <a:pt x="29" y="5"/>
                    <a:pt x="26" y="3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8" name="Freeform 299">
              <a:extLst>
                <a:ext uri="{FF2B5EF4-FFF2-40B4-BE49-F238E27FC236}">
                  <a16:creationId xmlns:a16="http://schemas.microsoft.com/office/drawing/2014/main" id="{2C517774-227C-42E5-B2AB-1F7C5A3D9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926"/>
              <a:ext cx="40" cy="47"/>
            </a:xfrm>
            <a:custGeom>
              <a:avLst/>
              <a:gdLst>
                <a:gd name="T0" fmla="*/ 16 w 20"/>
                <a:gd name="T1" fmla="*/ 19 h 22"/>
                <a:gd name="T2" fmla="*/ 24 w 20"/>
                <a:gd name="T3" fmla="*/ 109 h 22"/>
                <a:gd name="T4" fmla="*/ 112 w 20"/>
                <a:gd name="T5" fmla="*/ 205 h 22"/>
                <a:gd name="T6" fmla="*/ 160 w 20"/>
                <a:gd name="T7" fmla="*/ 197 h 22"/>
                <a:gd name="T8" fmla="*/ 160 w 20"/>
                <a:gd name="T9" fmla="*/ 197 h 22"/>
                <a:gd name="T10" fmla="*/ 120 w 20"/>
                <a:gd name="T11" fmla="*/ 205 h 22"/>
                <a:gd name="T12" fmla="*/ 24 w 20"/>
                <a:gd name="T13" fmla="*/ 109 h 22"/>
                <a:gd name="T14" fmla="*/ 16 w 20"/>
                <a:gd name="T15" fmla="*/ 19 h 22"/>
                <a:gd name="T16" fmla="*/ 48 w 20"/>
                <a:gd name="T17" fmla="*/ 0 h 22"/>
                <a:gd name="T18" fmla="*/ 48 w 20"/>
                <a:gd name="T19" fmla="*/ 0 h 22"/>
                <a:gd name="T20" fmla="*/ 16 w 20"/>
                <a:gd name="T21" fmla="*/ 19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22">
                  <a:moveTo>
                    <a:pt x="2" y="2"/>
                  </a:moveTo>
                  <a:cubicBezTo>
                    <a:pt x="0" y="4"/>
                    <a:pt x="1" y="7"/>
                    <a:pt x="3" y="11"/>
                  </a:cubicBezTo>
                  <a:cubicBezTo>
                    <a:pt x="6" y="16"/>
                    <a:pt x="10" y="20"/>
                    <a:pt x="14" y="21"/>
                  </a:cubicBezTo>
                  <a:cubicBezTo>
                    <a:pt x="17" y="22"/>
                    <a:pt x="18" y="21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9" y="21"/>
                    <a:pt x="17" y="21"/>
                    <a:pt x="15" y="21"/>
                  </a:cubicBezTo>
                  <a:cubicBezTo>
                    <a:pt x="11" y="20"/>
                    <a:pt x="6" y="16"/>
                    <a:pt x="3" y="11"/>
                  </a:cubicBezTo>
                  <a:cubicBezTo>
                    <a:pt x="1" y="7"/>
                    <a:pt x="1" y="4"/>
                    <a:pt x="2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3" y="0"/>
                    <a:pt x="2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9" name="Freeform 300">
              <a:extLst>
                <a:ext uri="{FF2B5EF4-FFF2-40B4-BE49-F238E27FC236}">
                  <a16:creationId xmlns:a16="http://schemas.microsoft.com/office/drawing/2014/main" id="{8563F27C-B4FA-4FA6-80E5-AED69D44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3075"/>
              <a:ext cx="68" cy="70"/>
            </a:xfrm>
            <a:custGeom>
              <a:avLst/>
              <a:gdLst>
                <a:gd name="T0" fmla="*/ 272 w 34"/>
                <a:gd name="T1" fmla="*/ 28 h 33"/>
                <a:gd name="T2" fmla="*/ 248 w 34"/>
                <a:gd name="T3" fmla="*/ 28 h 33"/>
                <a:gd name="T4" fmla="*/ 152 w 34"/>
                <a:gd name="T5" fmla="*/ 8 h 33"/>
                <a:gd name="T6" fmla="*/ 72 w 34"/>
                <a:gd name="T7" fmla="*/ 59 h 33"/>
                <a:gd name="T8" fmla="*/ 176 w 34"/>
                <a:gd name="T9" fmla="*/ 305 h 33"/>
                <a:gd name="T10" fmla="*/ 272 w 34"/>
                <a:gd name="T11" fmla="*/ 314 h 33"/>
                <a:gd name="T12" fmla="*/ 272 w 34"/>
                <a:gd name="T13" fmla="*/ 2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3">
                  <a:moveTo>
                    <a:pt x="34" y="3"/>
                  </a:moveTo>
                  <a:cubicBezTo>
                    <a:pt x="33" y="3"/>
                    <a:pt x="32" y="3"/>
                    <a:pt x="31" y="3"/>
                  </a:cubicBezTo>
                  <a:cubicBezTo>
                    <a:pt x="27" y="2"/>
                    <a:pt x="23" y="0"/>
                    <a:pt x="19" y="1"/>
                  </a:cubicBezTo>
                  <a:cubicBezTo>
                    <a:pt x="15" y="1"/>
                    <a:pt x="11" y="3"/>
                    <a:pt x="9" y="6"/>
                  </a:cubicBezTo>
                  <a:cubicBezTo>
                    <a:pt x="0" y="17"/>
                    <a:pt x="9" y="29"/>
                    <a:pt x="22" y="32"/>
                  </a:cubicBezTo>
                  <a:cubicBezTo>
                    <a:pt x="26" y="33"/>
                    <a:pt x="31" y="33"/>
                    <a:pt x="34" y="33"/>
                  </a:cubicBezTo>
                  <a:lnTo>
                    <a:pt x="34" y="3"/>
                  </a:ln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0" name="Freeform 301">
              <a:extLst>
                <a:ext uri="{FF2B5EF4-FFF2-40B4-BE49-F238E27FC236}">
                  <a16:creationId xmlns:a16="http://schemas.microsoft.com/office/drawing/2014/main" id="{9CD4CB33-580C-45AC-A42C-932C74D49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096"/>
              <a:ext cx="38" cy="30"/>
            </a:xfrm>
            <a:custGeom>
              <a:avLst/>
              <a:gdLst>
                <a:gd name="T0" fmla="*/ 152 w 19"/>
                <a:gd name="T1" fmla="*/ 19 h 14"/>
                <a:gd name="T2" fmla="*/ 136 w 19"/>
                <a:gd name="T3" fmla="*/ 9 h 14"/>
                <a:gd name="T4" fmla="*/ 32 w 19"/>
                <a:gd name="T5" fmla="*/ 9 h 14"/>
                <a:gd name="T6" fmla="*/ 64 w 19"/>
                <a:gd name="T7" fmla="*/ 120 h 14"/>
                <a:gd name="T8" fmla="*/ 152 w 19"/>
                <a:gd name="T9" fmla="*/ 129 h 14"/>
                <a:gd name="T10" fmla="*/ 152 w 19"/>
                <a:gd name="T11" fmla="*/ 1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4">
                  <a:moveTo>
                    <a:pt x="19" y="2"/>
                  </a:moveTo>
                  <a:cubicBezTo>
                    <a:pt x="19" y="2"/>
                    <a:pt x="18" y="2"/>
                    <a:pt x="17" y="1"/>
                  </a:cubicBezTo>
                  <a:cubicBezTo>
                    <a:pt x="11" y="0"/>
                    <a:pt x="7" y="0"/>
                    <a:pt x="4" y="1"/>
                  </a:cubicBezTo>
                  <a:cubicBezTo>
                    <a:pt x="0" y="3"/>
                    <a:pt x="0" y="8"/>
                    <a:pt x="8" y="12"/>
                  </a:cubicBezTo>
                  <a:cubicBezTo>
                    <a:pt x="11" y="13"/>
                    <a:pt x="16" y="14"/>
                    <a:pt x="19" y="13"/>
                  </a:cubicBezTo>
                  <a:lnTo>
                    <a:pt x="19" y="2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1" name="Freeform 302">
              <a:extLst>
                <a:ext uri="{FF2B5EF4-FFF2-40B4-BE49-F238E27FC236}">
                  <a16:creationId xmlns:a16="http://schemas.microsoft.com/office/drawing/2014/main" id="{8602F2B9-B049-428A-9BBB-1B6F01855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100"/>
              <a:ext cx="38" cy="26"/>
            </a:xfrm>
            <a:custGeom>
              <a:avLst/>
              <a:gdLst>
                <a:gd name="T0" fmla="*/ 152 w 19"/>
                <a:gd name="T1" fmla="*/ 104 h 12"/>
                <a:gd name="T2" fmla="*/ 64 w 19"/>
                <a:gd name="T3" fmla="*/ 80 h 12"/>
                <a:gd name="T4" fmla="*/ 16 w 19"/>
                <a:gd name="T5" fmla="*/ 0 h 12"/>
                <a:gd name="T6" fmla="*/ 64 w 19"/>
                <a:gd name="T7" fmla="*/ 104 h 12"/>
                <a:gd name="T8" fmla="*/ 152 w 19"/>
                <a:gd name="T9" fmla="*/ 113 h 12"/>
                <a:gd name="T10" fmla="*/ 152 w 19"/>
                <a:gd name="T11" fmla="*/ 104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2">
                  <a:moveTo>
                    <a:pt x="19" y="10"/>
                  </a:moveTo>
                  <a:cubicBezTo>
                    <a:pt x="16" y="10"/>
                    <a:pt x="12" y="9"/>
                    <a:pt x="8" y="8"/>
                  </a:cubicBezTo>
                  <a:cubicBezTo>
                    <a:pt x="4" y="6"/>
                    <a:pt x="2" y="3"/>
                    <a:pt x="2" y="0"/>
                  </a:cubicBezTo>
                  <a:cubicBezTo>
                    <a:pt x="0" y="3"/>
                    <a:pt x="1" y="7"/>
                    <a:pt x="8" y="10"/>
                  </a:cubicBezTo>
                  <a:cubicBezTo>
                    <a:pt x="11" y="11"/>
                    <a:pt x="16" y="12"/>
                    <a:pt x="19" y="11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2" name="Freeform 303">
              <a:extLst>
                <a:ext uri="{FF2B5EF4-FFF2-40B4-BE49-F238E27FC236}">
                  <a16:creationId xmlns:a16="http://schemas.microsoft.com/office/drawing/2014/main" id="{54D97E0F-71E4-498F-8987-6438FD4C5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3075"/>
              <a:ext cx="68" cy="70"/>
            </a:xfrm>
            <a:custGeom>
              <a:avLst/>
              <a:gdLst>
                <a:gd name="T0" fmla="*/ 272 w 34"/>
                <a:gd name="T1" fmla="*/ 28 h 33"/>
                <a:gd name="T2" fmla="*/ 248 w 34"/>
                <a:gd name="T3" fmla="*/ 28 h 33"/>
                <a:gd name="T4" fmla="*/ 152 w 34"/>
                <a:gd name="T5" fmla="*/ 8 h 33"/>
                <a:gd name="T6" fmla="*/ 72 w 34"/>
                <a:gd name="T7" fmla="*/ 59 h 33"/>
                <a:gd name="T8" fmla="*/ 176 w 34"/>
                <a:gd name="T9" fmla="*/ 305 h 33"/>
                <a:gd name="T10" fmla="*/ 272 w 34"/>
                <a:gd name="T11" fmla="*/ 314 h 33"/>
                <a:gd name="T12" fmla="*/ 272 w 34"/>
                <a:gd name="T13" fmla="*/ 2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3">
                  <a:moveTo>
                    <a:pt x="34" y="3"/>
                  </a:moveTo>
                  <a:cubicBezTo>
                    <a:pt x="33" y="3"/>
                    <a:pt x="32" y="3"/>
                    <a:pt x="31" y="3"/>
                  </a:cubicBezTo>
                  <a:cubicBezTo>
                    <a:pt x="27" y="2"/>
                    <a:pt x="23" y="0"/>
                    <a:pt x="19" y="1"/>
                  </a:cubicBezTo>
                  <a:cubicBezTo>
                    <a:pt x="15" y="1"/>
                    <a:pt x="11" y="3"/>
                    <a:pt x="9" y="6"/>
                  </a:cubicBezTo>
                  <a:cubicBezTo>
                    <a:pt x="0" y="17"/>
                    <a:pt x="9" y="29"/>
                    <a:pt x="22" y="32"/>
                  </a:cubicBezTo>
                  <a:cubicBezTo>
                    <a:pt x="26" y="33"/>
                    <a:pt x="31" y="33"/>
                    <a:pt x="34" y="33"/>
                  </a:cubicBezTo>
                  <a:lnTo>
                    <a:pt x="34" y="3"/>
                  </a:ln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3" name="Freeform 304">
              <a:extLst>
                <a:ext uri="{FF2B5EF4-FFF2-40B4-BE49-F238E27FC236}">
                  <a16:creationId xmlns:a16="http://schemas.microsoft.com/office/drawing/2014/main" id="{7450F4A7-ED04-489D-B3B5-5720F50BB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098"/>
              <a:ext cx="36" cy="28"/>
            </a:xfrm>
            <a:custGeom>
              <a:avLst/>
              <a:gdLst>
                <a:gd name="T0" fmla="*/ 144 w 18"/>
                <a:gd name="T1" fmla="*/ 121 h 13"/>
                <a:gd name="T2" fmla="*/ 56 w 18"/>
                <a:gd name="T3" fmla="*/ 101 h 13"/>
                <a:gd name="T4" fmla="*/ 0 w 18"/>
                <a:gd name="T5" fmla="*/ 41 h 13"/>
                <a:gd name="T6" fmla="*/ 24 w 18"/>
                <a:gd name="T7" fmla="*/ 0 h 13"/>
                <a:gd name="T8" fmla="*/ 0 w 18"/>
                <a:gd name="T9" fmla="*/ 41 h 13"/>
                <a:gd name="T10" fmla="*/ 48 w 18"/>
                <a:gd name="T11" fmla="*/ 112 h 13"/>
                <a:gd name="T12" fmla="*/ 144 w 18"/>
                <a:gd name="T13" fmla="*/ 129 h 13"/>
                <a:gd name="T14" fmla="*/ 144 w 18"/>
                <a:gd name="T15" fmla="*/ 121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3">
                  <a:moveTo>
                    <a:pt x="18" y="12"/>
                  </a:moveTo>
                  <a:cubicBezTo>
                    <a:pt x="15" y="13"/>
                    <a:pt x="11" y="12"/>
                    <a:pt x="7" y="10"/>
                  </a:cubicBezTo>
                  <a:cubicBezTo>
                    <a:pt x="3" y="9"/>
                    <a:pt x="1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7"/>
                    <a:pt x="3" y="9"/>
                    <a:pt x="6" y="11"/>
                  </a:cubicBezTo>
                  <a:cubicBezTo>
                    <a:pt x="11" y="12"/>
                    <a:pt x="15" y="13"/>
                    <a:pt x="18" y="13"/>
                  </a:cubicBezTo>
                  <a:lnTo>
                    <a:pt x="18" y="1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4" name="Freeform 305">
              <a:extLst>
                <a:ext uri="{FF2B5EF4-FFF2-40B4-BE49-F238E27FC236}">
                  <a16:creationId xmlns:a16="http://schemas.microsoft.com/office/drawing/2014/main" id="{1D61819A-2309-4A4F-8DFB-7E085F3D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673"/>
              <a:ext cx="106" cy="74"/>
            </a:xfrm>
            <a:custGeom>
              <a:avLst/>
              <a:gdLst>
                <a:gd name="T0" fmla="*/ 152 w 53"/>
                <a:gd name="T1" fmla="*/ 0 h 35"/>
                <a:gd name="T2" fmla="*/ 72 w 53"/>
                <a:gd name="T3" fmla="*/ 57 h 35"/>
                <a:gd name="T4" fmla="*/ 176 w 53"/>
                <a:gd name="T5" fmla="*/ 304 h 35"/>
                <a:gd name="T6" fmla="*/ 408 w 53"/>
                <a:gd name="T7" fmla="*/ 209 h 35"/>
                <a:gd name="T8" fmla="*/ 368 w 53"/>
                <a:gd name="T9" fmla="*/ 57 h 35"/>
                <a:gd name="T10" fmla="*/ 248 w 53"/>
                <a:gd name="T11" fmla="*/ 17 h 35"/>
                <a:gd name="T12" fmla="*/ 152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19" y="0"/>
                  </a:moveTo>
                  <a:cubicBezTo>
                    <a:pt x="15" y="1"/>
                    <a:pt x="11" y="3"/>
                    <a:pt x="9" y="6"/>
                  </a:cubicBezTo>
                  <a:cubicBezTo>
                    <a:pt x="0" y="17"/>
                    <a:pt x="9" y="28"/>
                    <a:pt x="22" y="32"/>
                  </a:cubicBezTo>
                  <a:cubicBezTo>
                    <a:pt x="36" y="35"/>
                    <a:pt x="48" y="29"/>
                    <a:pt x="51" y="22"/>
                  </a:cubicBezTo>
                  <a:cubicBezTo>
                    <a:pt x="53" y="15"/>
                    <a:pt x="51" y="10"/>
                    <a:pt x="46" y="6"/>
                  </a:cubicBezTo>
                  <a:cubicBezTo>
                    <a:pt x="41" y="3"/>
                    <a:pt x="34" y="3"/>
                    <a:pt x="31" y="2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5" name="Freeform 306">
              <a:extLst>
                <a:ext uri="{FF2B5EF4-FFF2-40B4-BE49-F238E27FC236}">
                  <a16:creationId xmlns:a16="http://schemas.microsoft.com/office/drawing/2014/main" id="{1A2E065A-E6F9-40DB-9D77-9C3CD335B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675"/>
              <a:ext cx="82" cy="44"/>
            </a:xfrm>
            <a:custGeom>
              <a:avLst/>
              <a:gdLst>
                <a:gd name="T0" fmla="*/ 272 w 41"/>
                <a:gd name="T1" fmla="*/ 57 h 21"/>
                <a:gd name="T2" fmla="*/ 160 w 41"/>
                <a:gd name="T3" fmla="*/ 17 h 21"/>
                <a:gd name="T4" fmla="*/ 72 w 41"/>
                <a:gd name="T5" fmla="*/ 0 h 21"/>
                <a:gd name="T6" fmla="*/ 0 w 41"/>
                <a:gd name="T7" fmla="*/ 36 h 21"/>
                <a:gd name="T8" fmla="*/ 64 w 41"/>
                <a:gd name="T9" fmla="*/ 8 h 21"/>
                <a:gd name="T10" fmla="*/ 152 w 41"/>
                <a:gd name="T11" fmla="*/ 27 h 21"/>
                <a:gd name="T12" fmla="*/ 264 w 41"/>
                <a:gd name="T13" fmla="*/ 65 h 21"/>
                <a:gd name="T14" fmla="*/ 304 w 41"/>
                <a:gd name="T15" fmla="*/ 184 h 21"/>
                <a:gd name="T16" fmla="*/ 304 w 41"/>
                <a:gd name="T17" fmla="*/ 184 h 21"/>
                <a:gd name="T18" fmla="*/ 272 w 41"/>
                <a:gd name="T19" fmla="*/ 57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1">
                  <a:moveTo>
                    <a:pt x="34" y="6"/>
                  </a:moveTo>
                  <a:cubicBezTo>
                    <a:pt x="30" y="3"/>
                    <a:pt x="23" y="2"/>
                    <a:pt x="20" y="2"/>
                  </a:cubicBezTo>
                  <a:cubicBezTo>
                    <a:pt x="16" y="1"/>
                    <a:pt x="12" y="0"/>
                    <a:pt x="9" y="0"/>
                  </a:cubicBezTo>
                  <a:cubicBezTo>
                    <a:pt x="5" y="1"/>
                    <a:pt x="3" y="1"/>
                    <a:pt x="0" y="4"/>
                  </a:cubicBezTo>
                  <a:cubicBezTo>
                    <a:pt x="3" y="2"/>
                    <a:pt x="5" y="2"/>
                    <a:pt x="8" y="1"/>
                  </a:cubicBezTo>
                  <a:cubicBezTo>
                    <a:pt x="11" y="1"/>
                    <a:pt x="15" y="2"/>
                    <a:pt x="19" y="3"/>
                  </a:cubicBezTo>
                  <a:cubicBezTo>
                    <a:pt x="22" y="3"/>
                    <a:pt x="29" y="4"/>
                    <a:pt x="33" y="7"/>
                  </a:cubicBezTo>
                  <a:cubicBezTo>
                    <a:pt x="38" y="10"/>
                    <a:pt x="41" y="14"/>
                    <a:pt x="38" y="20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41" y="14"/>
                    <a:pt x="39" y="9"/>
                    <a:pt x="3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6" name="Freeform 307">
              <a:extLst>
                <a:ext uri="{FF2B5EF4-FFF2-40B4-BE49-F238E27FC236}">
                  <a16:creationId xmlns:a16="http://schemas.microsoft.com/office/drawing/2014/main" id="{CAC431A7-936E-4F5A-A66E-B740AC4F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683"/>
              <a:ext cx="92" cy="62"/>
            </a:xfrm>
            <a:custGeom>
              <a:avLst/>
              <a:gdLst>
                <a:gd name="T0" fmla="*/ 184 w 46"/>
                <a:gd name="T1" fmla="*/ 242 h 29"/>
                <a:gd name="T2" fmla="*/ 72 w 46"/>
                <a:gd name="T3" fmla="*/ 0 h 29"/>
                <a:gd name="T4" fmla="*/ 80 w 46"/>
                <a:gd name="T5" fmla="*/ 0 h 29"/>
                <a:gd name="T6" fmla="*/ 64 w 46"/>
                <a:gd name="T7" fmla="*/ 9 h 29"/>
                <a:gd name="T8" fmla="*/ 168 w 46"/>
                <a:gd name="T9" fmla="*/ 257 h 29"/>
                <a:gd name="T10" fmla="*/ 368 w 46"/>
                <a:gd name="T11" fmla="*/ 197 h 29"/>
                <a:gd name="T12" fmla="*/ 184 w 46"/>
                <a:gd name="T13" fmla="*/ 24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9">
                  <a:moveTo>
                    <a:pt x="23" y="25"/>
                  </a:moveTo>
                  <a:cubicBezTo>
                    <a:pt x="10" y="21"/>
                    <a:pt x="1" y="10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1"/>
                    <a:pt x="8" y="1"/>
                  </a:cubicBezTo>
                  <a:cubicBezTo>
                    <a:pt x="0" y="11"/>
                    <a:pt x="9" y="23"/>
                    <a:pt x="21" y="26"/>
                  </a:cubicBezTo>
                  <a:cubicBezTo>
                    <a:pt x="32" y="29"/>
                    <a:pt x="42" y="25"/>
                    <a:pt x="46" y="20"/>
                  </a:cubicBezTo>
                  <a:cubicBezTo>
                    <a:pt x="42" y="24"/>
                    <a:pt x="32" y="27"/>
                    <a:pt x="23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7" name="Freeform 308">
              <a:extLst>
                <a:ext uri="{FF2B5EF4-FFF2-40B4-BE49-F238E27FC236}">
                  <a16:creationId xmlns:a16="http://schemas.microsoft.com/office/drawing/2014/main" id="{F6F8B7F9-3FC0-494F-B808-D7CD46A1D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692"/>
              <a:ext cx="56" cy="32"/>
            </a:xfrm>
            <a:custGeom>
              <a:avLst/>
              <a:gdLst>
                <a:gd name="T0" fmla="*/ 216 w 28"/>
                <a:gd name="T1" fmla="*/ 87 h 15"/>
                <a:gd name="T2" fmla="*/ 56 w 28"/>
                <a:gd name="T3" fmla="*/ 117 h 15"/>
                <a:gd name="T4" fmla="*/ 32 w 28"/>
                <a:gd name="T5" fmla="*/ 19 h 15"/>
                <a:gd name="T6" fmla="*/ 136 w 28"/>
                <a:gd name="T7" fmla="*/ 19 h 15"/>
                <a:gd name="T8" fmla="*/ 216 w 28"/>
                <a:gd name="T9" fmla="*/ 8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7" y="9"/>
                  </a:moveTo>
                  <a:cubicBezTo>
                    <a:pt x="25" y="15"/>
                    <a:pt x="15" y="15"/>
                    <a:pt x="7" y="12"/>
                  </a:cubicBezTo>
                  <a:cubicBezTo>
                    <a:pt x="0" y="9"/>
                    <a:pt x="0" y="4"/>
                    <a:pt x="4" y="2"/>
                  </a:cubicBezTo>
                  <a:cubicBezTo>
                    <a:pt x="7" y="0"/>
                    <a:pt x="11" y="0"/>
                    <a:pt x="17" y="2"/>
                  </a:cubicBezTo>
                  <a:cubicBezTo>
                    <a:pt x="23" y="3"/>
                    <a:pt x="28" y="6"/>
                    <a:pt x="27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8" name="Freeform 309">
              <a:extLst>
                <a:ext uri="{FF2B5EF4-FFF2-40B4-BE49-F238E27FC236}">
                  <a16:creationId xmlns:a16="http://schemas.microsoft.com/office/drawing/2014/main" id="{FB6E4FEF-96D9-4F33-8DC1-17E3267B1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698"/>
              <a:ext cx="54" cy="26"/>
            </a:xfrm>
            <a:custGeom>
              <a:avLst/>
              <a:gdLst>
                <a:gd name="T0" fmla="*/ 64 w 27"/>
                <a:gd name="T1" fmla="*/ 72 h 12"/>
                <a:gd name="T2" fmla="*/ 16 w 27"/>
                <a:gd name="T3" fmla="*/ 0 h 12"/>
                <a:gd name="T4" fmla="*/ 56 w 27"/>
                <a:gd name="T5" fmla="*/ 93 h 12"/>
                <a:gd name="T6" fmla="*/ 216 w 27"/>
                <a:gd name="T7" fmla="*/ 61 h 12"/>
                <a:gd name="T8" fmla="*/ 64 w 27"/>
                <a:gd name="T9" fmla="*/ 7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2">
                  <a:moveTo>
                    <a:pt x="8" y="7"/>
                  </a:moveTo>
                  <a:cubicBezTo>
                    <a:pt x="3" y="5"/>
                    <a:pt x="2" y="2"/>
                    <a:pt x="2" y="0"/>
                  </a:cubicBezTo>
                  <a:cubicBezTo>
                    <a:pt x="0" y="2"/>
                    <a:pt x="1" y="7"/>
                    <a:pt x="7" y="9"/>
                  </a:cubicBezTo>
                  <a:cubicBezTo>
                    <a:pt x="15" y="12"/>
                    <a:pt x="25" y="12"/>
                    <a:pt x="27" y="6"/>
                  </a:cubicBezTo>
                  <a:cubicBezTo>
                    <a:pt x="23" y="11"/>
                    <a:pt x="15" y="10"/>
                    <a:pt x="8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9" name="Freeform 310">
              <a:extLst>
                <a:ext uri="{FF2B5EF4-FFF2-40B4-BE49-F238E27FC236}">
                  <a16:creationId xmlns:a16="http://schemas.microsoft.com/office/drawing/2014/main" id="{D8B2E3D4-10FD-45C0-91B7-E76980D0A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694"/>
              <a:ext cx="34" cy="10"/>
            </a:xfrm>
            <a:custGeom>
              <a:avLst/>
              <a:gdLst>
                <a:gd name="T0" fmla="*/ 0 w 17"/>
                <a:gd name="T1" fmla="*/ 0 h 5"/>
                <a:gd name="T2" fmla="*/ 136 w 17"/>
                <a:gd name="T3" fmla="*/ 40 h 5"/>
                <a:gd name="T4" fmla="*/ 64 w 17"/>
                <a:gd name="T5" fmla="*/ 16 h 5"/>
                <a:gd name="T6" fmla="*/ 0 w 1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5" y="0"/>
                    <a:pt x="14" y="1"/>
                    <a:pt x="17" y="5"/>
                  </a:cubicBezTo>
                  <a:cubicBezTo>
                    <a:pt x="15" y="4"/>
                    <a:pt x="10" y="2"/>
                    <a:pt x="8" y="2"/>
                  </a:cubicBezTo>
                  <a:cubicBezTo>
                    <a:pt x="4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0" name="Freeform 311">
              <a:extLst>
                <a:ext uri="{FF2B5EF4-FFF2-40B4-BE49-F238E27FC236}">
                  <a16:creationId xmlns:a16="http://schemas.microsoft.com/office/drawing/2014/main" id="{217E572B-284F-47DC-99E2-6F910C424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692"/>
              <a:ext cx="28" cy="15"/>
            </a:xfrm>
            <a:custGeom>
              <a:avLst/>
              <a:gdLst>
                <a:gd name="T0" fmla="*/ 64 w 14"/>
                <a:gd name="T1" fmla="*/ 9 h 7"/>
                <a:gd name="T2" fmla="*/ 0 w 14"/>
                <a:gd name="T3" fmla="*/ 0 h 7"/>
                <a:gd name="T4" fmla="*/ 112 w 14"/>
                <a:gd name="T5" fmla="*/ 69 h 7"/>
                <a:gd name="T6" fmla="*/ 64 w 14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8" y="1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3" y="0"/>
                    <a:pt x="13" y="2"/>
                    <a:pt x="14" y="7"/>
                  </a:cubicBezTo>
                  <a:cubicBezTo>
                    <a:pt x="14" y="5"/>
                    <a:pt x="12" y="2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1" name="Freeform 312">
              <a:extLst>
                <a:ext uri="{FF2B5EF4-FFF2-40B4-BE49-F238E27FC236}">
                  <a16:creationId xmlns:a16="http://schemas.microsoft.com/office/drawing/2014/main" id="{D057A780-A236-4416-8A86-8827016A9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713"/>
              <a:ext cx="38" cy="15"/>
            </a:xfrm>
            <a:custGeom>
              <a:avLst/>
              <a:gdLst>
                <a:gd name="T0" fmla="*/ 0 w 19"/>
                <a:gd name="T1" fmla="*/ 0 h 7"/>
                <a:gd name="T2" fmla="*/ 152 w 19"/>
                <a:gd name="T3" fmla="*/ 41 h 7"/>
                <a:gd name="T4" fmla="*/ 0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2" y="3"/>
                    <a:pt x="12" y="6"/>
                    <a:pt x="19" y="4"/>
                  </a:cubicBezTo>
                  <a:cubicBezTo>
                    <a:pt x="17" y="6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2" name="Freeform 313">
              <a:extLst>
                <a:ext uri="{FF2B5EF4-FFF2-40B4-BE49-F238E27FC236}">
                  <a16:creationId xmlns:a16="http://schemas.microsoft.com/office/drawing/2014/main" id="{FB4CEF36-A714-4C31-B948-84EA62DA3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673"/>
              <a:ext cx="106" cy="74"/>
            </a:xfrm>
            <a:custGeom>
              <a:avLst/>
              <a:gdLst>
                <a:gd name="T0" fmla="*/ 152 w 53"/>
                <a:gd name="T1" fmla="*/ 0 h 35"/>
                <a:gd name="T2" fmla="*/ 72 w 53"/>
                <a:gd name="T3" fmla="*/ 57 h 35"/>
                <a:gd name="T4" fmla="*/ 176 w 53"/>
                <a:gd name="T5" fmla="*/ 304 h 35"/>
                <a:gd name="T6" fmla="*/ 408 w 53"/>
                <a:gd name="T7" fmla="*/ 209 h 35"/>
                <a:gd name="T8" fmla="*/ 368 w 53"/>
                <a:gd name="T9" fmla="*/ 57 h 35"/>
                <a:gd name="T10" fmla="*/ 248 w 53"/>
                <a:gd name="T11" fmla="*/ 17 h 35"/>
                <a:gd name="T12" fmla="*/ 152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19" y="0"/>
                  </a:moveTo>
                  <a:cubicBezTo>
                    <a:pt x="15" y="1"/>
                    <a:pt x="11" y="3"/>
                    <a:pt x="9" y="6"/>
                  </a:cubicBezTo>
                  <a:cubicBezTo>
                    <a:pt x="0" y="17"/>
                    <a:pt x="9" y="28"/>
                    <a:pt x="22" y="32"/>
                  </a:cubicBezTo>
                  <a:cubicBezTo>
                    <a:pt x="36" y="35"/>
                    <a:pt x="48" y="29"/>
                    <a:pt x="51" y="22"/>
                  </a:cubicBezTo>
                  <a:cubicBezTo>
                    <a:pt x="53" y="15"/>
                    <a:pt x="51" y="10"/>
                    <a:pt x="46" y="6"/>
                  </a:cubicBezTo>
                  <a:cubicBezTo>
                    <a:pt x="41" y="3"/>
                    <a:pt x="34" y="3"/>
                    <a:pt x="31" y="2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3" name="Freeform 314">
              <a:extLst>
                <a:ext uri="{FF2B5EF4-FFF2-40B4-BE49-F238E27FC236}">
                  <a16:creationId xmlns:a16="http://schemas.microsoft.com/office/drawing/2014/main" id="{41DCFCCB-2609-49DE-BB6D-F7405A261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696"/>
              <a:ext cx="52" cy="28"/>
            </a:xfrm>
            <a:custGeom>
              <a:avLst/>
              <a:gdLst>
                <a:gd name="T0" fmla="*/ 0 w 26"/>
                <a:gd name="T1" fmla="*/ 41 h 13"/>
                <a:gd name="T2" fmla="*/ 48 w 26"/>
                <a:gd name="T3" fmla="*/ 101 h 13"/>
                <a:gd name="T4" fmla="*/ 176 w 26"/>
                <a:gd name="T5" fmla="*/ 112 h 13"/>
                <a:gd name="T6" fmla="*/ 208 w 26"/>
                <a:gd name="T7" fmla="*/ 69 h 13"/>
                <a:gd name="T8" fmla="*/ 208 w 26"/>
                <a:gd name="T9" fmla="*/ 69 h 13"/>
                <a:gd name="T10" fmla="*/ 176 w 26"/>
                <a:gd name="T11" fmla="*/ 112 h 13"/>
                <a:gd name="T12" fmla="*/ 56 w 26"/>
                <a:gd name="T13" fmla="*/ 101 h 13"/>
                <a:gd name="T14" fmla="*/ 0 w 26"/>
                <a:gd name="T15" fmla="*/ 41 h 13"/>
                <a:gd name="T16" fmla="*/ 24 w 26"/>
                <a:gd name="T17" fmla="*/ 0 h 13"/>
                <a:gd name="T18" fmla="*/ 24 w 26"/>
                <a:gd name="T19" fmla="*/ 0 h 13"/>
                <a:gd name="T20" fmla="*/ 0 w 26"/>
                <a:gd name="T21" fmla="*/ 41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3">
                  <a:moveTo>
                    <a:pt x="0" y="4"/>
                  </a:moveTo>
                  <a:cubicBezTo>
                    <a:pt x="0" y="6"/>
                    <a:pt x="3" y="9"/>
                    <a:pt x="6" y="10"/>
                  </a:cubicBezTo>
                  <a:cubicBezTo>
                    <a:pt x="12" y="13"/>
                    <a:pt x="18" y="13"/>
                    <a:pt x="22" y="11"/>
                  </a:cubicBezTo>
                  <a:cubicBezTo>
                    <a:pt x="24" y="10"/>
                    <a:pt x="25" y="9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5" y="9"/>
                    <a:pt x="24" y="10"/>
                    <a:pt x="22" y="11"/>
                  </a:cubicBezTo>
                  <a:cubicBezTo>
                    <a:pt x="18" y="13"/>
                    <a:pt x="12" y="12"/>
                    <a:pt x="7" y="10"/>
                  </a:cubicBezTo>
                  <a:cubicBezTo>
                    <a:pt x="3" y="8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4" name="Freeform 315">
              <a:extLst>
                <a:ext uri="{FF2B5EF4-FFF2-40B4-BE49-F238E27FC236}">
                  <a16:creationId xmlns:a16="http://schemas.microsoft.com/office/drawing/2014/main" id="{F65DAAE9-6659-4FCE-A64A-0064F13A7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196"/>
              <a:ext cx="78" cy="64"/>
            </a:xfrm>
            <a:custGeom>
              <a:avLst/>
              <a:gdLst>
                <a:gd name="T0" fmla="*/ 40 w 39"/>
                <a:gd name="T1" fmla="*/ 87 h 30"/>
                <a:gd name="T2" fmla="*/ 48 w 39"/>
                <a:gd name="T3" fmla="*/ 292 h 30"/>
                <a:gd name="T4" fmla="*/ 296 w 39"/>
                <a:gd name="T5" fmla="*/ 292 h 30"/>
                <a:gd name="T6" fmla="*/ 264 w 39"/>
                <a:gd name="T7" fmla="*/ 117 h 30"/>
                <a:gd name="T8" fmla="*/ 40 w 39"/>
                <a:gd name="T9" fmla="*/ 8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0">
                  <a:moveTo>
                    <a:pt x="5" y="9"/>
                  </a:moveTo>
                  <a:cubicBezTo>
                    <a:pt x="0" y="14"/>
                    <a:pt x="2" y="23"/>
                    <a:pt x="6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9" y="24"/>
                    <a:pt x="38" y="18"/>
                    <a:pt x="33" y="12"/>
                  </a:cubicBezTo>
                  <a:cubicBezTo>
                    <a:pt x="25" y="2"/>
                    <a:pt x="13" y="0"/>
                    <a:pt x="5" y="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5" name="Freeform 316">
              <a:extLst>
                <a:ext uri="{FF2B5EF4-FFF2-40B4-BE49-F238E27FC236}">
                  <a16:creationId xmlns:a16="http://schemas.microsoft.com/office/drawing/2014/main" id="{FD5F787F-297C-47AC-91C6-05FE384D20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9" y="3234"/>
              <a:ext cx="66" cy="26"/>
            </a:xfrm>
            <a:custGeom>
              <a:avLst/>
              <a:gdLst>
                <a:gd name="T0" fmla="*/ 24 w 33"/>
                <a:gd name="T1" fmla="*/ 121 h 12"/>
                <a:gd name="T2" fmla="*/ 32 w 33"/>
                <a:gd name="T3" fmla="*/ 121 h 12"/>
                <a:gd name="T4" fmla="*/ 0 w 33"/>
                <a:gd name="T5" fmla="*/ 52 h 12"/>
                <a:gd name="T6" fmla="*/ 24 w 33"/>
                <a:gd name="T7" fmla="*/ 121 h 12"/>
                <a:gd name="T8" fmla="*/ 248 w 33"/>
                <a:gd name="T9" fmla="*/ 0 h 12"/>
                <a:gd name="T10" fmla="*/ 240 w 33"/>
                <a:gd name="T11" fmla="*/ 121 h 12"/>
                <a:gd name="T12" fmla="*/ 256 w 33"/>
                <a:gd name="T13" fmla="*/ 121 h 12"/>
                <a:gd name="T14" fmla="*/ 248 w 33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2">
                  <a:moveTo>
                    <a:pt x="3" y="12"/>
                  </a:moveTo>
                  <a:cubicBezTo>
                    <a:pt x="4" y="12"/>
                    <a:pt x="4" y="12"/>
                    <a:pt x="4" y="12"/>
                  </a:cubicBezTo>
                  <a:cubicBezTo>
                    <a:pt x="2" y="10"/>
                    <a:pt x="1" y="7"/>
                    <a:pt x="0" y="5"/>
                  </a:cubicBezTo>
                  <a:cubicBezTo>
                    <a:pt x="1" y="7"/>
                    <a:pt x="2" y="10"/>
                    <a:pt x="3" y="12"/>
                  </a:cubicBezTo>
                  <a:close/>
                  <a:moveTo>
                    <a:pt x="31" y="0"/>
                  </a:moveTo>
                  <a:cubicBezTo>
                    <a:pt x="33" y="4"/>
                    <a:pt x="32" y="8"/>
                    <a:pt x="30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8"/>
                    <a:pt x="33" y="4"/>
                    <a:pt x="3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6" name="Freeform 317">
              <a:extLst>
                <a:ext uri="{FF2B5EF4-FFF2-40B4-BE49-F238E27FC236}">
                  <a16:creationId xmlns:a16="http://schemas.microsoft.com/office/drawing/2014/main" id="{12E19CE6-75DF-4910-8779-ADB6DADEF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198"/>
              <a:ext cx="60" cy="53"/>
            </a:xfrm>
            <a:custGeom>
              <a:avLst/>
              <a:gdLst>
                <a:gd name="T0" fmla="*/ 16 w 30"/>
                <a:gd name="T1" fmla="*/ 220 h 25"/>
                <a:gd name="T2" fmla="*/ 32 w 30"/>
                <a:gd name="T3" fmla="*/ 95 h 25"/>
                <a:gd name="T4" fmla="*/ 232 w 30"/>
                <a:gd name="T5" fmla="*/ 85 h 25"/>
                <a:gd name="T6" fmla="*/ 232 w 30"/>
                <a:gd name="T7" fmla="*/ 85 h 25"/>
                <a:gd name="T8" fmla="*/ 24 w 30"/>
                <a:gd name="T9" fmla="*/ 85 h 25"/>
                <a:gd name="T10" fmla="*/ 16 w 30"/>
                <a:gd name="T11" fmla="*/ 220 h 25"/>
                <a:gd name="T12" fmla="*/ 16 w 30"/>
                <a:gd name="T13" fmla="*/ 22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2" y="23"/>
                  </a:moveTo>
                  <a:cubicBezTo>
                    <a:pt x="1" y="18"/>
                    <a:pt x="1" y="13"/>
                    <a:pt x="4" y="10"/>
                  </a:cubicBezTo>
                  <a:cubicBezTo>
                    <a:pt x="11" y="2"/>
                    <a:pt x="21" y="2"/>
                    <a:pt x="29" y="9"/>
                  </a:cubicBezTo>
                  <a:cubicBezTo>
                    <a:pt x="30" y="10"/>
                    <a:pt x="29" y="10"/>
                    <a:pt x="29" y="9"/>
                  </a:cubicBezTo>
                  <a:cubicBezTo>
                    <a:pt x="21" y="1"/>
                    <a:pt x="11" y="0"/>
                    <a:pt x="3" y="9"/>
                  </a:cubicBezTo>
                  <a:cubicBezTo>
                    <a:pt x="0" y="12"/>
                    <a:pt x="0" y="18"/>
                    <a:pt x="2" y="23"/>
                  </a:cubicBezTo>
                  <a:cubicBezTo>
                    <a:pt x="3" y="25"/>
                    <a:pt x="3" y="25"/>
                    <a:pt x="2" y="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7" name="Freeform 318">
              <a:extLst>
                <a:ext uri="{FF2B5EF4-FFF2-40B4-BE49-F238E27FC236}">
                  <a16:creationId xmlns:a16="http://schemas.microsoft.com/office/drawing/2014/main" id="{A5BE5079-3BAD-48C6-AC31-A3F870514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209"/>
              <a:ext cx="50" cy="51"/>
            </a:xfrm>
            <a:custGeom>
              <a:avLst/>
              <a:gdLst>
                <a:gd name="T0" fmla="*/ 16 w 25"/>
                <a:gd name="T1" fmla="*/ 77 h 24"/>
                <a:gd name="T2" fmla="*/ 72 w 25"/>
                <a:gd name="T3" fmla="*/ 230 h 24"/>
                <a:gd name="T4" fmla="*/ 144 w 25"/>
                <a:gd name="T5" fmla="*/ 230 h 24"/>
                <a:gd name="T6" fmla="*/ 160 w 25"/>
                <a:gd name="T7" fmla="*/ 77 h 24"/>
                <a:gd name="T8" fmla="*/ 16 w 25"/>
                <a:gd name="T9" fmla="*/ 7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8"/>
                  </a:moveTo>
                  <a:cubicBezTo>
                    <a:pt x="0" y="14"/>
                    <a:pt x="4" y="21"/>
                    <a:pt x="9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3" y="20"/>
                    <a:pt x="25" y="12"/>
                    <a:pt x="20" y="8"/>
                  </a:cubicBezTo>
                  <a:cubicBezTo>
                    <a:pt x="12" y="0"/>
                    <a:pt x="4" y="2"/>
                    <a:pt x="2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8" name="Freeform 319">
              <a:extLst>
                <a:ext uri="{FF2B5EF4-FFF2-40B4-BE49-F238E27FC236}">
                  <a16:creationId xmlns:a16="http://schemas.microsoft.com/office/drawing/2014/main" id="{67179F17-E5DA-4108-92E9-B63A2ACFC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232"/>
              <a:ext cx="44" cy="28"/>
            </a:xfrm>
            <a:custGeom>
              <a:avLst/>
              <a:gdLst>
                <a:gd name="T0" fmla="*/ 96 w 22"/>
                <a:gd name="T1" fmla="*/ 121 h 13"/>
                <a:gd name="T2" fmla="*/ 0 w 22"/>
                <a:gd name="T3" fmla="*/ 28 h 13"/>
                <a:gd name="T4" fmla="*/ 56 w 22"/>
                <a:gd name="T5" fmla="*/ 129 h 13"/>
                <a:gd name="T6" fmla="*/ 128 w 22"/>
                <a:gd name="T7" fmla="*/ 129 h 13"/>
                <a:gd name="T8" fmla="*/ 160 w 22"/>
                <a:gd name="T9" fmla="*/ 0 h 13"/>
                <a:gd name="T10" fmla="*/ 96 w 22"/>
                <a:gd name="T11" fmla="*/ 12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7" y="12"/>
                    <a:pt x="2" y="8"/>
                    <a:pt x="0" y="3"/>
                  </a:cubicBezTo>
                  <a:cubicBezTo>
                    <a:pt x="0" y="7"/>
                    <a:pt x="4" y="11"/>
                    <a:pt x="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20" y="10"/>
                    <a:pt x="22" y="4"/>
                    <a:pt x="20" y="0"/>
                  </a:cubicBezTo>
                  <a:cubicBezTo>
                    <a:pt x="21" y="5"/>
                    <a:pt x="17" y="11"/>
                    <a:pt x="12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9" name="Freeform 320">
              <a:extLst>
                <a:ext uri="{FF2B5EF4-FFF2-40B4-BE49-F238E27FC236}">
                  <a16:creationId xmlns:a16="http://schemas.microsoft.com/office/drawing/2014/main" id="{4E233485-4E20-4B32-81D1-CDF55893D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213"/>
              <a:ext cx="24" cy="6"/>
            </a:xfrm>
            <a:custGeom>
              <a:avLst/>
              <a:gdLst>
                <a:gd name="T0" fmla="*/ 96 w 12"/>
                <a:gd name="T1" fmla="*/ 24 h 3"/>
                <a:gd name="T2" fmla="*/ 0 w 12"/>
                <a:gd name="T3" fmla="*/ 24 h 3"/>
                <a:gd name="T4" fmla="*/ 96 w 12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3"/>
                  </a:moveTo>
                  <a:cubicBezTo>
                    <a:pt x="8" y="0"/>
                    <a:pt x="3" y="0"/>
                    <a:pt x="0" y="3"/>
                  </a:cubicBezTo>
                  <a:cubicBezTo>
                    <a:pt x="3" y="2"/>
                    <a:pt x="7" y="1"/>
                    <a:pt x="12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0" name="Freeform 321">
              <a:extLst>
                <a:ext uri="{FF2B5EF4-FFF2-40B4-BE49-F238E27FC236}">
                  <a16:creationId xmlns:a16="http://schemas.microsoft.com/office/drawing/2014/main" id="{581CD358-BF45-4718-A5B7-4B22E9B20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196"/>
              <a:ext cx="78" cy="64"/>
            </a:xfrm>
            <a:custGeom>
              <a:avLst/>
              <a:gdLst>
                <a:gd name="T0" fmla="*/ 40 w 39"/>
                <a:gd name="T1" fmla="*/ 87 h 30"/>
                <a:gd name="T2" fmla="*/ 48 w 39"/>
                <a:gd name="T3" fmla="*/ 292 h 30"/>
                <a:gd name="T4" fmla="*/ 296 w 39"/>
                <a:gd name="T5" fmla="*/ 292 h 30"/>
                <a:gd name="T6" fmla="*/ 264 w 39"/>
                <a:gd name="T7" fmla="*/ 117 h 30"/>
                <a:gd name="T8" fmla="*/ 40 w 39"/>
                <a:gd name="T9" fmla="*/ 8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0">
                  <a:moveTo>
                    <a:pt x="5" y="9"/>
                  </a:moveTo>
                  <a:cubicBezTo>
                    <a:pt x="0" y="14"/>
                    <a:pt x="2" y="23"/>
                    <a:pt x="6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9" y="24"/>
                    <a:pt x="38" y="18"/>
                    <a:pt x="33" y="12"/>
                  </a:cubicBezTo>
                  <a:cubicBezTo>
                    <a:pt x="25" y="2"/>
                    <a:pt x="13" y="0"/>
                    <a:pt x="5" y="9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1" name="Freeform 322">
              <a:extLst>
                <a:ext uri="{FF2B5EF4-FFF2-40B4-BE49-F238E27FC236}">
                  <a16:creationId xmlns:a16="http://schemas.microsoft.com/office/drawing/2014/main" id="{EAF10199-8459-4E3D-B6C0-53A0279516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7" y="3226"/>
              <a:ext cx="46" cy="34"/>
            </a:xfrm>
            <a:custGeom>
              <a:avLst/>
              <a:gdLst>
                <a:gd name="T0" fmla="*/ 152 w 23"/>
                <a:gd name="T1" fmla="*/ 0 h 16"/>
                <a:gd name="T2" fmla="*/ 168 w 23"/>
                <a:gd name="T3" fmla="*/ 85 h 16"/>
                <a:gd name="T4" fmla="*/ 128 w 23"/>
                <a:gd name="T5" fmla="*/ 153 h 16"/>
                <a:gd name="T6" fmla="*/ 136 w 23"/>
                <a:gd name="T7" fmla="*/ 153 h 16"/>
                <a:gd name="T8" fmla="*/ 176 w 23"/>
                <a:gd name="T9" fmla="*/ 85 h 16"/>
                <a:gd name="T10" fmla="*/ 152 w 23"/>
                <a:gd name="T11" fmla="*/ 0 h 16"/>
                <a:gd name="T12" fmla="*/ 24 w 23"/>
                <a:gd name="T13" fmla="*/ 104 h 16"/>
                <a:gd name="T14" fmla="*/ 8 w 23"/>
                <a:gd name="T15" fmla="*/ 0 h 16"/>
                <a:gd name="T16" fmla="*/ 24 w 23"/>
                <a:gd name="T17" fmla="*/ 117 h 16"/>
                <a:gd name="T18" fmla="*/ 64 w 23"/>
                <a:gd name="T19" fmla="*/ 153 h 16"/>
                <a:gd name="T20" fmla="*/ 64 w 23"/>
                <a:gd name="T21" fmla="*/ 153 h 16"/>
                <a:gd name="T22" fmla="*/ 24 w 23"/>
                <a:gd name="T23" fmla="*/ 104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16">
                  <a:moveTo>
                    <a:pt x="19" y="0"/>
                  </a:moveTo>
                  <a:cubicBezTo>
                    <a:pt x="22" y="2"/>
                    <a:pt x="22" y="5"/>
                    <a:pt x="21" y="9"/>
                  </a:cubicBezTo>
                  <a:cubicBezTo>
                    <a:pt x="20" y="12"/>
                    <a:pt x="19" y="14"/>
                    <a:pt x="16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9" y="14"/>
                    <a:pt x="21" y="12"/>
                    <a:pt x="22" y="9"/>
                  </a:cubicBezTo>
                  <a:cubicBezTo>
                    <a:pt x="23" y="5"/>
                    <a:pt x="22" y="2"/>
                    <a:pt x="19" y="0"/>
                  </a:cubicBezTo>
                  <a:close/>
                  <a:moveTo>
                    <a:pt x="3" y="11"/>
                  </a:moveTo>
                  <a:cubicBezTo>
                    <a:pt x="1" y="8"/>
                    <a:pt x="0" y="4"/>
                    <a:pt x="1" y="0"/>
                  </a:cubicBezTo>
                  <a:cubicBezTo>
                    <a:pt x="0" y="4"/>
                    <a:pt x="0" y="8"/>
                    <a:pt x="3" y="12"/>
                  </a:cubicBezTo>
                  <a:cubicBezTo>
                    <a:pt x="4" y="13"/>
                    <a:pt x="6" y="15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7" y="15"/>
                    <a:pt x="5" y="13"/>
                    <a:pt x="3" y="1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2" name="Freeform 323">
              <a:extLst>
                <a:ext uri="{FF2B5EF4-FFF2-40B4-BE49-F238E27FC236}">
                  <a16:creationId xmlns:a16="http://schemas.microsoft.com/office/drawing/2014/main" id="{2E51B3A4-7707-4FC5-B22A-D5491D88E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196"/>
              <a:ext cx="76" cy="64"/>
            </a:xfrm>
            <a:custGeom>
              <a:avLst/>
              <a:gdLst>
                <a:gd name="T0" fmla="*/ 32 w 38"/>
                <a:gd name="T1" fmla="*/ 87 h 30"/>
                <a:gd name="T2" fmla="*/ 40 w 38"/>
                <a:gd name="T3" fmla="*/ 292 h 30"/>
                <a:gd name="T4" fmla="*/ 288 w 38"/>
                <a:gd name="T5" fmla="*/ 292 h 30"/>
                <a:gd name="T6" fmla="*/ 264 w 38"/>
                <a:gd name="T7" fmla="*/ 117 h 30"/>
                <a:gd name="T8" fmla="*/ 32 w 38"/>
                <a:gd name="T9" fmla="*/ 8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0">
                  <a:moveTo>
                    <a:pt x="4" y="9"/>
                  </a:moveTo>
                  <a:cubicBezTo>
                    <a:pt x="0" y="14"/>
                    <a:pt x="1" y="23"/>
                    <a:pt x="5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8" y="24"/>
                    <a:pt x="37" y="18"/>
                    <a:pt x="33" y="12"/>
                  </a:cubicBezTo>
                  <a:cubicBezTo>
                    <a:pt x="25" y="2"/>
                    <a:pt x="13" y="0"/>
                    <a:pt x="4" y="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3" name="Freeform 324">
              <a:extLst>
                <a:ext uri="{FF2B5EF4-FFF2-40B4-BE49-F238E27FC236}">
                  <a16:creationId xmlns:a16="http://schemas.microsoft.com/office/drawing/2014/main" id="{4A033B5D-D5BA-4350-92AD-28CD7A975C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9" y="3234"/>
              <a:ext cx="66" cy="26"/>
            </a:xfrm>
            <a:custGeom>
              <a:avLst/>
              <a:gdLst>
                <a:gd name="T0" fmla="*/ 32 w 33"/>
                <a:gd name="T1" fmla="*/ 121 h 12"/>
                <a:gd name="T2" fmla="*/ 32 w 33"/>
                <a:gd name="T3" fmla="*/ 121 h 12"/>
                <a:gd name="T4" fmla="*/ 0 w 33"/>
                <a:gd name="T5" fmla="*/ 52 h 12"/>
                <a:gd name="T6" fmla="*/ 32 w 33"/>
                <a:gd name="T7" fmla="*/ 121 h 12"/>
                <a:gd name="T8" fmla="*/ 256 w 33"/>
                <a:gd name="T9" fmla="*/ 0 h 12"/>
                <a:gd name="T10" fmla="*/ 248 w 33"/>
                <a:gd name="T11" fmla="*/ 121 h 12"/>
                <a:gd name="T12" fmla="*/ 256 w 33"/>
                <a:gd name="T13" fmla="*/ 121 h 12"/>
                <a:gd name="T14" fmla="*/ 256 w 33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2">
                  <a:moveTo>
                    <a:pt x="4" y="12"/>
                  </a:moveTo>
                  <a:cubicBezTo>
                    <a:pt x="4" y="12"/>
                    <a:pt x="4" y="12"/>
                    <a:pt x="4" y="12"/>
                  </a:cubicBezTo>
                  <a:cubicBezTo>
                    <a:pt x="3" y="10"/>
                    <a:pt x="1" y="7"/>
                    <a:pt x="0" y="5"/>
                  </a:cubicBezTo>
                  <a:cubicBezTo>
                    <a:pt x="1" y="7"/>
                    <a:pt x="2" y="10"/>
                    <a:pt x="4" y="12"/>
                  </a:cubicBezTo>
                  <a:close/>
                  <a:moveTo>
                    <a:pt x="32" y="0"/>
                  </a:moveTo>
                  <a:cubicBezTo>
                    <a:pt x="33" y="4"/>
                    <a:pt x="33" y="8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8"/>
                    <a:pt x="33" y="4"/>
                    <a:pt x="32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4" name="Freeform 325">
              <a:extLst>
                <a:ext uri="{FF2B5EF4-FFF2-40B4-BE49-F238E27FC236}">
                  <a16:creationId xmlns:a16="http://schemas.microsoft.com/office/drawing/2014/main" id="{696F877A-DE0F-4E7E-8A7F-3A0110CE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3198"/>
              <a:ext cx="58" cy="53"/>
            </a:xfrm>
            <a:custGeom>
              <a:avLst/>
              <a:gdLst>
                <a:gd name="T0" fmla="*/ 8 w 29"/>
                <a:gd name="T1" fmla="*/ 220 h 25"/>
                <a:gd name="T2" fmla="*/ 32 w 29"/>
                <a:gd name="T3" fmla="*/ 95 h 25"/>
                <a:gd name="T4" fmla="*/ 224 w 29"/>
                <a:gd name="T5" fmla="*/ 85 h 25"/>
                <a:gd name="T6" fmla="*/ 224 w 29"/>
                <a:gd name="T7" fmla="*/ 85 h 25"/>
                <a:gd name="T8" fmla="*/ 24 w 29"/>
                <a:gd name="T9" fmla="*/ 85 h 25"/>
                <a:gd name="T10" fmla="*/ 8 w 29"/>
                <a:gd name="T11" fmla="*/ 220 h 25"/>
                <a:gd name="T12" fmla="*/ 8 w 29"/>
                <a:gd name="T13" fmla="*/ 22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5">
                  <a:moveTo>
                    <a:pt x="1" y="23"/>
                  </a:moveTo>
                  <a:cubicBezTo>
                    <a:pt x="0" y="18"/>
                    <a:pt x="1" y="13"/>
                    <a:pt x="4" y="10"/>
                  </a:cubicBezTo>
                  <a:cubicBezTo>
                    <a:pt x="11" y="2"/>
                    <a:pt x="21" y="2"/>
                    <a:pt x="28" y="9"/>
                  </a:cubicBezTo>
                  <a:cubicBezTo>
                    <a:pt x="29" y="10"/>
                    <a:pt x="28" y="10"/>
                    <a:pt x="28" y="9"/>
                  </a:cubicBezTo>
                  <a:cubicBezTo>
                    <a:pt x="21" y="1"/>
                    <a:pt x="10" y="0"/>
                    <a:pt x="3" y="9"/>
                  </a:cubicBezTo>
                  <a:cubicBezTo>
                    <a:pt x="0" y="12"/>
                    <a:pt x="0" y="18"/>
                    <a:pt x="1" y="23"/>
                  </a:cubicBezTo>
                  <a:cubicBezTo>
                    <a:pt x="2" y="25"/>
                    <a:pt x="2" y="25"/>
                    <a:pt x="1" y="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5" name="Freeform 326">
              <a:extLst>
                <a:ext uri="{FF2B5EF4-FFF2-40B4-BE49-F238E27FC236}">
                  <a16:creationId xmlns:a16="http://schemas.microsoft.com/office/drawing/2014/main" id="{F4E2BAD3-7286-481C-8B8D-EA6CC04F6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209"/>
              <a:ext cx="50" cy="51"/>
            </a:xfrm>
            <a:custGeom>
              <a:avLst/>
              <a:gdLst>
                <a:gd name="T0" fmla="*/ 24 w 25"/>
                <a:gd name="T1" fmla="*/ 77 h 24"/>
                <a:gd name="T2" fmla="*/ 72 w 25"/>
                <a:gd name="T3" fmla="*/ 230 h 24"/>
                <a:gd name="T4" fmla="*/ 144 w 25"/>
                <a:gd name="T5" fmla="*/ 230 h 24"/>
                <a:gd name="T6" fmla="*/ 160 w 25"/>
                <a:gd name="T7" fmla="*/ 77 h 24"/>
                <a:gd name="T8" fmla="*/ 24 w 25"/>
                <a:gd name="T9" fmla="*/ 7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3" y="8"/>
                  </a:moveTo>
                  <a:cubicBezTo>
                    <a:pt x="0" y="14"/>
                    <a:pt x="4" y="21"/>
                    <a:pt x="9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3" y="20"/>
                    <a:pt x="25" y="12"/>
                    <a:pt x="20" y="8"/>
                  </a:cubicBezTo>
                  <a:cubicBezTo>
                    <a:pt x="12" y="0"/>
                    <a:pt x="5" y="2"/>
                    <a:pt x="3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6" name="Freeform 327">
              <a:extLst>
                <a:ext uri="{FF2B5EF4-FFF2-40B4-BE49-F238E27FC236}">
                  <a16:creationId xmlns:a16="http://schemas.microsoft.com/office/drawing/2014/main" id="{0A6EF386-B4A6-4074-BF41-CD099BF31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232"/>
              <a:ext cx="44" cy="28"/>
            </a:xfrm>
            <a:custGeom>
              <a:avLst/>
              <a:gdLst>
                <a:gd name="T0" fmla="*/ 96 w 22"/>
                <a:gd name="T1" fmla="*/ 121 h 13"/>
                <a:gd name="T2" fmla="*/ 0 w 22"/>
                <a:gd name="T3" fmla="*/ 28 h 13"/>
                <a:gd name="T4" fmla="*/ 64 w 22"/>
                <a:gd name="T5" fmla="*/ 129 h 13"/>
                <a:gd name="T6" fmla="*/ 128 w 22"/>
                <a:gd name="T7" fmla="*/ 129 h 13"/>
                <a:gd name="T8" fmla="*/ 168 w 22"/>
                <a:gd name="T9" fmla="*/ 0 h 13"/>
                <a:gd name="T10" fmla="*/ 96 w 22"/>
                <a:gd name="T11" fmla="*/ 12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8" y="12"/>
                    <a:pt x="2" y="8"/>
                    <a:pt x="0" y="3"/>
                  </a:cubicBezTo>
                  <a:cubicBezTo>
                    <a:pt x="1" y="7"/>
                    <a:pt x="4" y="11"/>
                    <a:pt x="8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20" y="10"/>
                    <a:pt x="22" y="4"/>
                    <a:pt x="21" y="0"/>
                  </a:cubicBezTo>
                  <a:cubicBezTo>
                    <a:pt x="21" y="5"/>
                    <a:pt x="18" y="11"/>
                    <a:pt x="12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7" name="Freeform 328">
              <a:extLst>
                <a:ext uri="{FF2B5EF4-FFF2-40B4-BE49-F238E27FC236}">
                  <a16:creationId xmlns:a16="http://schemas.microsoft.com/office/drawing/2014/main" id="{B0A63995-1AE0-4C09-A8F8-3716F6FA4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213"/>
              <a:ext cx="22" cy="6"/>
            </a:xfrm>
            <a:custGeom>
              <a:avLst/>
              <a:gdLst>
                <a:gd name="T0" fmla="*/ 88 w 11"/>
                <a:gd name="T1" fmla="*/ 24 h 3"/>
                <a:gd name="T2" fmla="*/ 0 w 11"/>
                <a:gd name="T3" fmla="*/ 24 h 3"/>
                <a:gd name="T4" fmla="*/ 88 w 1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8" y="0"/>
                    <a:pt x="3" y="0"/>
                    <a:pt x="0" y="3"/>
                  </a:cubicBezTo>
                  <a:cubicBezTo>
                    <a:pt x="2" y="2"/>
                    <a:pt x="6" y="1"/>
                    <a:pt x="1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8" name="Freeform 329">
              <a:extLst>
                <a:ext uri="{FF2B5EF4-FFF2-40B4-BE49-F238E27FC236}">
                  <a16:creationId xmlns:a16="http://schemas.microsoft.com/office/drawing/2014/main" id="{1CA0B803-82B4-4942-A7E0-9B43BFFB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196"/>
              <a:ext cx="76" cy="64"/>
            </a:xfrm>
            <a:custGeom>
              <a:avLst/>
              <a:gdLst>
                <a:gd name="T0" fmla="*/ 32 w 38"/>
                <a:gd name="T1" fmla="*/ 87 h 30"/>
                <a:gd name="T2" fmla="*/ 40 w 38"/>
                <a:gd name="T3" fmla="*/ 292 h 30"/>
                <a:gd name="T4" fmla="*/ 288 w 38"/>
                <a:gd name="T5" fmla="*/ 292 h 30"/>
                <a:gd name="T6" fmla="*/ 264 w 38"/>
                <a:gd name="T7" fmla="*/ 117 h 30"/>
                <a:gd name="T8" fmla="*/ 32 w 38"/>
                <a:gd name="T9" fmla="*/ 8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0">
                  <a:moveTo>
                    <a:pt x="4" y="9"/>
                  </a:moveTo>
                  <a:cubicBezTo>
                    <a:pt x="0" y="14"/>
                    <a:pt x="1" y="23"/>
                    <a:pt x="5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8" y="24"/>
                    <a:pt x="37" y="18"/>
                    <a:pt x="33" y="12"/>
                  </a:cubicBezTo>
                  <a:cubicBezTo>
                    <a:pt x="25" y="2"/>
                    <a:pt x="13" y="0"/>
                    <a:pt x="4" y="9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9" name="Freeform 330">
              <a:extLst>
                <a:ext uri="{FF2B5EF4-FFF2-40B4-BE49-F238E27FC236}">
                  <a16:creationId xmlns:a16="http://schemas.microsoft.com/office/drawing/2014/main" id="{3EE7ADDD-2A8C-4892-8A06-66309836F9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7" y="3226"/>
              <a:ext cx="46" cy="34"/>
            </a:xfrm>
            <a:custGeom>
              <a:avLst/>
              <a:gdLst>
                <a:gd name="T0" fmla="*/ 152 w 23"/>
                <a:gd name="T1" fmla="*/ 0 h 16"/>
                <a:gd name="T2" fmla="*/ 176 w 23"/>
                <a:gd name="T3" fmla="*/ 85 h 16"/>
                <a:gd name="T4" fmla="*/ 136 w 23"/>
                <a:gd name="T5" fmla="*/ 153 h 16"/>
                <a:gd name="T6" fmla="*/ 136 w 23"/>
                <a:gd name="T7" fmla="*/ 153 h 16"/>
                <a:gd name="T8" fmla="*/ 176 w 23"/>
                <a:gd name="T9" fmla="*/ 85 h 16"/>
                <a:gd name="T10" fmla="*/ 152 w 23"/>
                <a:gd name="T11" fmla="*/ 0 h 16"/>
                <a:gd name="T12" fmla="*/ 32 w 23"/>
                <a:gd name="T13" fmla="*/ 104 h 16"/>
                <a:gd name="T14" fmla="*/ 16 w 23"/>
                <a:gd name="T15" fmla="*/ 0 h 16"/>
                <a:gd name="T16" fmla="*/ 32 w 23"/>
                <a:gd name="T17" fmla="*/ 117 h 16"/>
                <a:gd name="T18" fmla="*/ 64 w 23"/>
                <a:gd name="T19" fmla="*/ 153 h 16"/>
                <a:gd name="T20" fmla="*/ 72 w 23"/>
                <a:gd name="T21" fmla="*/ 153 h 16"/>
                <a:gd name="T22" fmla="*/ 32 w 23"/>
                <a:gd name="T23" fmla="*/ 104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16">
                  <a:moveTo>
                    <a:pt x="19" y="0"/>
                  </a:moveTo>
                  <a:cubicBezTo>
                    <a:pt x="22" y="2"/>
                    <a:pt x="23" y="5"/>
                    <a:pt x="22" y="9"/>
                  </a:cubicBezTo>
                  <a:cubicBezTo>
                    <a:pt x="21" y="12"/>
                    <a:pt x="19" y="14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9" y="14"/>
                    <a:pt x="21" y="12"/>
                    <a:pt x="22" y="9"/>
                  </a:cubicBezTo>
                  <a:cubicBezTo>
                    <a:pt x="23" y="5"/>
                    <a:pt x="22" y="2"/>
                    <a:pt x="19" y="0"/>
                  </a:cubicBezTo>
                  <a:close/>
                  <a:moveTo>
                    <a:pt x="4" y="11"/>
                  </a:moveTo>
                  <a:cubicBezTo>
                    <a:pt x="1" y="8"/>
                    <a:pt x="0" y="4"/>
                    <a:pt x="2" y="0"/>
                  </a:cubicBezTo>
                  <a:cubicBezTo>
                    <a:pt x="0" y="4"/>
                    <a:pt x="1" y="8"/>
                    <a:pt x="4" y="12"/>
                  </a:cubicBezTo>
                  <a:cubicBezTo>
                    <a:pt x="5" y="13"/>
                    <a:pt x="6" y="15"/>
                    <a:pt x="8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7" y="15"/>
                    <a:pt x="5" y="13"/>
                    <a:pt x="4" y="1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0" name="Freeform 331">
              <a:extLst>
                <a:ext uri="{FF2B5EF4-FFF2-40B4-BE49-F238E27FC236}">
                  <a16:creationId xmlns:a16="http://schemas.microsoft.com/office/drawing/2014/main" id="{3F617C0E-1B42-4F1F-A131-7719E36BF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209"/>
              <a:ext cx="71" cy="51"/>
            </a:xfrm>
            <a:custGeom>
              <a:avLst/>
              <a:gdLst>
                <a:gd name="T0" fmla="*/ 245 w 36"/>
                <a:gd name="T1" fmla="*/ 117 h 24"/>
                <a:gd name="T2" fmla="*/ 24 w 36"/>
                <a:gd name="T3" fmla="*/ 96 h 24"/>
                <a:gd name="T4" fmla="*/ 8 w 36"/>
                <a:gd name="T5" fmla="*/ 230 h 24"/>
                <a:gd name="T6" fmla="*/ 276 w 36"/>
                <a:gd name="T7" fmla="*/ 230 h 24"/>
                <a:gd name="T8" fmla="*/ 245 w 36"/>
                <a:gd name="T9" fmla="*/ 11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">
                  <a:moveTo>
                    <a:pt x="32" y="12"/>
                  </a:moveTo>
                  <a:cubicBezTo>
                    <a:pt x="24" y="2"/>
                    <a:pt x="12" y="0"/>
                    <a:pt x="3" y="10"/>
                  </a:cubicBezTo>
                  <a:cubicBezTo>
                    <a:pt x="0" y="13"/>
                    <a:pt x="0" y="18"/>
                    <a:pt x="1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0"/>
                    <a:pt x="34" y="16"/>
                    <a:pt x="32" y="1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1" name="Freeform 332">
              <a:extLst>
                <a:ext uri="{FF2B5EF4-FFF2-40B4-BE49-F238E27FC236}">
                  <a16:creationId xmlns:a16="http://schemas.microsoft.com/office/drawing/2014/main" id="{0C591AE7-2FC5-4CCB-A1CC-8B32D39D0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249"/>
              <a:ext cx="2" cy="11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3 h 5"/>
                <a:gd name="T4" fmla="*/ 8 w 1"/>
                <a:gd name="T5" fmla="*/ 53 h 5"/>
                <a:gd name="T6" fmla="*/ 0 w 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1" y="3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2" name="Freeform 333">
              <a:extLst>
                <a:ext uri="{FF2B5EF4-FFF2-40B4-BE49-F238E27FC236}">
                  <a16:creationId xmlns:a16="http://schemas.microsoft.com/office/drawing/2014/main" id="{31946E89-214B-4D97-9471-818AD4196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213"/>
              <a:ext cx="58" cy="51"/>
            </a:xfrm>
            <a:custGeom>
              <a:avLst/>
              <a:gdLst>
                <a:gd name="T0" fmla="*/ 8 w 29"/>
                <a:gd name="T1" fmla="*/ 213 h 24"/>
                <a:gd name="T2" fmla="*/ 32 w 29"/>
                <a:gd name="T3" fmla="*/ 85 h 24"/>
                <a:gd name="T4" fmla="*/ 224 w 29"/>
                <a:gd name="T5" fmla="*/ 85 h 24"/>
                <a:gd name="T6" fmla="*/ 224 w 29"/>
                <a:gd name="T7" fmla="*/ 85 h 24"/>
                <a:gd name="T8" fmla="*/ 24 w 29"/>
                <a:gd name="T9" fmla="*/ 77 h 24"/>
                <a:gd name="T10" fmla="*/ 8 w 29"/>
                <a:gd name="T11" fmla="*/ 213 h 24"/>
                <a:gd name="T12" fmla="*/ 8 w 29"/>
                <a:gd name="T13" fmla="*/ 21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4">
                  <a:moveTo>
                    <a:pt x="1" y="22"/>
                  </a:moveTo>
                  <a:cubicBezTo>
                    <a:pt x="0" y="17"/>
                    <a:pt x="1" y="13"/>
                    <a:pt x="4" y="9"/>
                  </a:cubicBezTo>
                  <a:cubicBezTo>
                    <a:pt x="11" y="1"/>
                    <a:pt x="21" y="2"/>
                    <a:pt x="28" y="9"/>
                  </a:cubicBezTo>
                  <a:cubicBezTo>
                    <a:pt x="29" y="10"/>
                    <a:pt x="28" y="9"/>
                    <a:pt x="28" y="9"/>
                  </a:cubicBezTo>
                  <a:cubicBezTo>
                    <a:pt x="21" y="1"/>
                    <a:pt x="10" y="0"/>
                    <a:pt x="3" y="8"/>
                  </a:cubicBezTo>
                  <a:cubicBezTo>
                    <a:pt x="0" y="11"/>
                    <a:pt x="0" y="17"/>
                    <a:pt x="1" y="22"/>
                  </a:cubicBezTo>
                  <a:cubicBezTo>
                    <a:pt x="2" y="24"/>
                    <a:pt x="2" y="24"/>
                    <a:pt x="1" y="2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3" name="Freeform 334">
              <a:extLst>
                <a:ext uri="{FF2B5EF4-FFF2-40B4-BE49-F238E27FC236}">
                  <a16:creationId xmlns:a16="http://schemas.microsoft.com/office/drawing/2014/main" id="{827DEDF9-26EA-4D7D-AFE6-862AB2C2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224"/>
              <a:ext cx="46" cy="36"/>
            </a:xfrm>
            <a:custGeom>
              <a:avLst/>
              <a:gdLst>
                <a:gd name="T0" fmla="*/ 16 w 23"/>
                <a:gd name="T1" fmla="*/ 68 h 17"/>
                <a:gd name="T2" fmla="*/ 16 w 23"/>
                <a:gd name="T3" fmla="*/ 161 h 17"/>
                <a:gd name="T4" fmla="*/ 176 w 23"/>
                <a:gd name="T5" fmla="*/ 161 h 17"/>
                <a:gd name="T6" fmla="*/ 152 w 23"/>
                <a:gd name="T7" fmla="*/ 68 h 17"/>
                <a:gd name="T8" fmla="*/ 16 w 23"/>
                <a:gd name="T9" fmla="*/ 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2" y="7"/>
                  </a:moveTo>
                  <a:cubicBezTo>
                    <a:pt x="0" y="11"/>
                    <a:pt x="1" y="14"/>
                    <a:pt x="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3" y="13"/>
                    <a:pt x="22" y="10"/>
                    <a:pt x="19" y="7"/>
                  </a:cubicBezTo>
                  <a:cubicBezTo>
                    <a:pt x="11" y="0"/>
                    <a:pt x="4" y="2"/>
                    <a:pt x="2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4" name="Freeform 335">
              <a:extLst>
                <a:ext uri="{FF2B5EF4-FFF2-40B4-BE49-F238E27FC236}">
                  <a16:creationId xmlns:a16="http://schemas.microsoft.com/office/drawing/2014/main" id="{16D81F79-F114-4BA8-A44E-7A79F7490C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6" y="3245"/>
              <a:ext cx="42" cy="15"/>
            </a:xfrm>
            <a:custGeom>
              <a:avLst/>
              <a:gdLst>
                <a:gd name="T0" fmla="*/ 8 w 21"/>
                <a:gd name="T1" fmla="*/ 69 h 7"/>
                <a:gd name="T2" fmla="*/ 16 w 21"/>
                <a:gd name="T3" fmla="*/ 69 h 7"/>
                <a:gd name="T4" fmla="*/ 0 w 21"/>
                <a:gd name="T5" fmla="*/ 28 h 7"/>
                <a:gd name="T6" fmla="*/ 8 w 21"/>
                <a:gd name="T7" fmla="*/ 69 h 7"/>
                <a:gd name="T8" fmla="*/ 168 w 21"/>
                <a:gd name="T9" fmla="*/ 0 h 7"/>
                <a:gd name="T10" fmla="*/ 160 w 21"/>
                <a:gd name="T11" fmla="*/ 69 h 7"/>
                <a:gd name="T12" fmla="*/ 168 w 21"/>
                <a:gd name="T13" fmla="*/ 69 h 7"/>
                <a:gd name="T14" fmla="*/ 168 w 21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7">
                  <a:moveTo>
                    <a:pt x="1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4"/>
                    <a:pt x="1" y="5"/>
                    <a:pt x="1" y="7"/>
                  </a:cubicBezTo>
                  <a:close/>
                  <a:moveTo>
                    <a:pt x="21" y="0"/>
                  </a:moveTo>
                  <a:cubicBezTo>
                    <a:pt x="21" y="2"/>
                    <a:pt x="20" y="5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4"/>
                    <a:pt x="21" y="2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5" name="Freeform 336">
              <a:extLst>
                <a:ext uri="{FF2B5EF4-FFF2-40B4-BE49-F238E27FC236}">
                  <a16:creationId xmlns:a16="http://schemas.microsoft.com/office/drawing/2014/main" id="{D992C5BF-99A3-412B-A7C2-5AE3BB82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3226"/>
              <a:ext cx="22" cy="6"/>
            </a:xfrm>
            <a:custGeom>
              <a:avLst/>
              <a:gdLst>
                <a:gd name="T0" fmla="*/ 88 w 11"/>
                <a:gd name="T1" fmla="*/ 24 h 3"/>
                <a:gd name="T2" fmla="*/ 0 w 11"/>
                <a:gd name="T3" fmla="*/ 24 h 3"/>
                <a:gd name="T4" fmla="*/ 88 w 1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8" y="1"/>
                    <a:pt x="3" y="0"/>
                    <a:pt x="0" y="3"/>
                  </a:cubicBezTo>
                  <a:cubicBezTo>
                    <a:pt x="2" y="3"/>
                    <a:pt x="6" y="1"/>
                    <a:pt x="1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6" name="Freeform 337">
              <a:extLst>
                <a:ext uri="{FF2B5EF4-FFF2-40B4-BE49-F238E27FC236}">
                  <a16:creationId xmlns:a16="http://schemas.microsoft.com/office/drawing/2014/main" id="{E7A1DBDF-C674-44BA-8982-26E7E992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209"/>
              <a:ext cx="71" cy="51"/>
            </a:xfrm>
            <a:custGeom>
              <a:avLst/>
              <a:gdLst>
                <a:gd name="T0" fmla="*/ 245 w 36"/>
                <a:gd name="T1" fmla="*/ 117 h 24"/>
                <a:gd name="T2" fmla="*/ 24 w 36"/>
                <a:gd name="T3" fmla="*/ 96 h 24"/>
                <a:gd name="T4" fmla="*/ 8 w 36"/>
                <a:gd name="T5" fmla="*/ 230 h 24"/>
                <a:gd name="T6" fmla="*/ 276 w 36"/>
                <a:gd name="T7" fmla="*/ 230 h 24"/>
                <a:gd name="T8" fmla="*/ 245 w 36"/>
                <a:gd name="T9" fmla="*/ 11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">
                  <a:moveTo>
                    <a:pt x="32" y="12"/>
                  </a:moveTo>
                  <a:cubicBezTo>
                    <a:pt x="24" y="2"/>
                    <a:pt x="12" y="0"/>
                    <a:pt x="3" y="10"/>
                  </a:cubicBezTo>
                  <a:cubicBezTo>
                    <a:pt x="0" y="13"/>
                    <a:pt x="0" y="18"/>
                    <a:pt x="1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0"/>
                    <a:pt x="34" y="16"/>
                    <a:pt x="32" y="12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7" name="Freeform 338">
              <a:extLst>
                <a:ext uri="{FF2B5EF4-FFF2-40B4-BE49-F238E27FC236}">
                  <a16:creationId xmlns:a16="http://schemas.microsoft.com/office/drawing/2014/main" id="{3ECC14EF-9485-4FB5-8B19-2B65F79729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4" y="3239"/>
              <a:ext cx="46" cy="21"/>
            </a:xfrm>
            <a:custGeom>
              <a:avLst/>
              <a:gdLst>
                <a:gd name="T0" fmla="*/ 16 w 23"/>
                <a:gd name="T1" fmla="*/ 0 h 10"/>
                <a:gd name="T2" fmla="*/ 16 w 23"/>
                <a:gd name="T3" fmla="*/ 92 h 10"/>
                <a:gd name="T4" fmla="*/ 16 w 23"/>
                <a:gd name="T5" fmla="*/ 92 h 10"/>
                <a:gd name="T6" fmla="*/ 16 w 23"/>
                <a:gd name="T7" fmla="*/ 0 h 10"/>
                <a:gd name="T8" fmla="*/ 152 w 23"/>
                <a:gd name="T9" fmla="*/ 0 h 10"/>
                <a:gd name="T10" fmla="*/ 176 w 23"/>
                <a:gd name="T11" fmla="*/ 92 h 10"/>
                <a:gd name="T12" fmla="*/ 176 w 23"/>
                <a:gd name="T13" fmla="*/ 92 h 10"/>
                <a:gd name="T14" fmla="*/ 152 w 23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10">
                  <a:moveTo>
                    <a:pt x="2" y="0"/>
                  </a:moveTo>
                  <a:cubicBezTo>
                    <a:pt x="0" y="3"/>
                    <a:pt x="1" y="7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7"/>
                    <a:pt x="0" y="3"/>
                    <a:pt x="2" y="0"/>
                  </a:cubicBezTo>
                  <a:close/>
                  <a:moveTo>
                    <a:pt x="19" y="0"/>
                  </a:moveTo>
                  <a:cubicBezTo>
                    <a:pt x="22" y="2"/>
                    <a:pt x="23" y="6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8" name="Freeform 339">
              <a:extLst>
                <a:ext uri="{FF2B5EF4-FFF2-40B4-BE49-F238E27FC236}">
                  <a16:creationId xmlns:a16="http://schemas.microsoft.com/office/drawing/2014/main" id="{9B0C02B7-4715-4F1E-81FB-A8BED317A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647"/>
              <a:ext cx="94" cy="81"/>
            </a:xfrm>
            <a:custGeom>
              <a:avLst/>
              <a:gdLst>
                <a:gd name="T0" fmla="*/ 56 w 47"/>
                <a:gd name="T1" fmla="*/ 87 h 38"/>
                <a:gd name="T2" fmla="*/ 8 w 47"/>
                <a:gd name="T3" fmla="*/ 185 h 38"/>
                <a:gd name="T4" fmla="*/ 216 w 47"/>
                <a:gd name="T5" fmla="*/ 326 h 38"/>
                <a:gd name="T6" fmla="*/ 360 w 47"/>
                <a:gd name="T7" fmla="*/ 96 h 38"/>
                <a:gd name="T8" fmla="*/ 264 w 47"/>
                <a:gd name="T9" fmla="*/ 0 h 38"/>
                <a:gd name="T10" fmla="*/ 144 w 47"/>
                <a:gd name="T11" fmla="*/ 41 h 38"/>
                <a:gd name="T12" fmla="*/ 56 w 47"/>
                <a:gd name="T13" fmla="*/ 8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8">
                  <a:moveTo>
                    <a:pt x="7" y="9"/>
                  </a:moveTo>
                  <a:cubicBezTo>
                    <a:pt x="4" y="12"/>
                    <a:pt x="2" y="15"/>
                    <a:pt x="1" y="19"/>
                  </a:cubicBezTo>
                  <a:cubicBezTo>
                    <a:pt x="0" y="33"/>
                    <a:pt x="13" y="38"/>
                    <a:pt x="27" y="34"/>
                  </a:cubicBezTo>
                  <a:cubicBezTo>
                    <a:pt x="40" y="29"/>
                    <a:pt x="47" y="17"/>
                    <a:pt x="45" y="10"/>
                  </a:cubicBezTo>
                  <a:cubicBezTo>
                    <a:pt x="44" y="3"/>
                    <a:pt x="39" y="0"/>
                    <a:pt x="33" y="0"/>
                  </a:cubicBezTo>
                  <a:cubicBezTo>
                    <a:pt x="27" y="0"/>
                    <a:pt x="21" y="3"/>
                    <a:pt x="18" y="4"/>
                  </a:cubicBezTo>
                  <a:cubicBezTo>
                    <a:pt x="14" y="6"/>
                    <a:pt x="10" y="7"/>
                    <a:pt x="7" y="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9" name="Freeform 340">
              <a:extLst>
                <a:ext uri="{FF2B5EF4-FFF2-40B4-BE49-F238E27FC236}">
                  <a16:creationId xmlns:a16="http://schemas.microsoft.com/office/drawing/2014/main" id="{9AC9147B-B646-47A0-889F-4D554537B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647"/>
              <a:ext cx="82" cy="36"/>
            </a:xfrm>
            <a:custGeom>
              <a:avLst/>
              <a:gdLst>
                <a:gd name="T0" fmla="*/ 232 w 41"/>
                <a:gd name="T1" fmla="*/ 0 h 17"/>
                <a:gd name="T2" fmla="*/ 120 w 41"/>
                <a:gd name="T3" fmla="*/ 49 h 17"/>
                <a:gd name="T4" fmla="*/ 48 w 41"/>
                <a:gd name="T5" fmla="*/ 85 h 17"/>
                <a:gd name="T6" fmla="*/ 0 w 41"/>
                <a:gd name="T7" fmla="*/ 161 h 17"/>
                <a:gd name="T8" fmla="*/ 40 w 41"/>
                <a:gd name="T9" fmla="*/ 93 h 17"/>
                <a:gd name="T10" fmla="*/ 120 w 41"/>
                <a:gd name="T11" fmla="*/ 59 h 17"/>
                <a:gd name="T12" fmla="*/ 232 w 41"/>
                <a:gd name="T13" fmla="*/ 17 h 17"/>
                <a:gd name="T14" fmla="*/ 328 w 41"/>
                <a:gd name="T15" fmla="*/ 93 h 17"/>
                <a:gd name="T16" fmla="*/ 328 w 41"/>
                <a:gd name="T17" fmla="*/ 93 h 17"/>
                <a:gd name="T18" fmla="*/ 232 w 41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17">
                  <a:moveTo>
                    <a:pt x="29" y="0"/>
                  </a:moveTo>
                  <a:cubicBezTo>
                    <a:pt x="24" y="0"/>
                    <a:pt x="18" y="3"/>
                    <a:pt x="15" y="5"/>
                  </a:cubicBezTo>
                  <a:cubicBezTo>
                    <a:pt x="12" y="6"/>
                    <a:pt x="8" y="7"/>
                    <a:pt x="6" y="9"/>
                  </a:cubicBezTo>
                  <a:cubicBezTo>
                    <a:pt x="3" y="12"/>
                    <a:pt x="1" y="14"/>
                    <a:pt x="0" y="17"/>
                  </a:cubicBezTo>
                  <a:cubicBezTo>
                    <a:pt x="1" y="14"/>
                    <a:pt x="3" y="13"/>
                    <a:pt x="5" y="10"/>
                  </a:cubicBezTo>
                  <a:cubicBezTo>
                    <a:pt x="8" y="8"/>
                    <a:pt x="12" y="8"/>
                    <a:pt x="15" y="6"/>
                  </a:cubicBezTo>
                  <a:cubicBezTo>
                    <a:pt x="18" y="5"/>
                    <a:pt x="24" y="2"/>
                    <a:pt x="29" y="2"/>
                  </a:cubicBezTo>
                  <a:cubicBezTo>
                    <a:pt x="35" y="2"/>
                    <a:pt x="39" y="4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39" y="3"/>
                    <a:pt x="35" y="0"/>
                    <a:pt x="29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0" name="Freeform 341">
              <a:extLst>
                <a:ext uri="{FF2B5EF4-FFF2-40B4-BE49-F238E27FC236}">
                  <a16:creationId xmlns:a16="http://schemas.microsoft.com/office/drawing/2014/main" id="{EF6BDC72-A318-4DA6-849A-A2D60F82B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679"/>
              <a:ext cx="86" cy="47"/>
            </a:xfrm>
            <a:custGeom>
              <a:avLst/>
              <a:gdLst>
                <a:gd name="T0" fmla="*/ 208 w 43"/>
                <a:gd name="T1" fmla="*/ 156 h 22"/>
                <a:gd name="T2" fmla="*/ 8 w 43"/>
                <a:gd name="T3" fmla="*/ 28 h 22"/>
                <a:gd name="T4" fmla="*/ 16 w 43"/>
                <a:gd name="T5" fmla="*/ 19 h 22"/>
                <a:gd name="T6" fmla="*/ 8 w 43"/>
                <a:gd name="T7" fmla="*/ 41 h 22"/>
                <a:gd name="T8" fmla="*/ 200 w 43"/>
                <a:gd name="T9" fmla="*/ 173 h 22"/>
                <a:gd name="T10" fmla="*/ 344 w 43"/>
                <a:gd name="T11" fmla="*/ 0 h 22"/>
                <a:gd name="T12" fmla="*/ 208 w 43"/>
                <a:gd name="T13" fmla="*/ 15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2">
                  <a:moveTo>
                    <a:pt x="26" y="16"/>
                  </a:moveTo>
                  <a:cubicBezTo>
                    <a:pt x="13" y="20"/>
                    <a:pt x="0" y="16"/>
                    <a:pt x="1" y="3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17"/>
                    <a:pt x="13" y="22"/>
                    <a:pt x="25" y="18"/>
                  </a:cubicBezTo>
                  <a:cubicBezTo>
                    <a:pt x="36" y="14"/>
                    <a:pt x="42" y="6"/>
                    <a:pt x="43" y="0"/>
                  </a:cubicBezTo>
                  <a:cubicBezTo>
                    <a:pt x="42" y="6"/>
                    <a:pt x="35" y="13"/>
                    <a:pt x="26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1" name="Freeform 342">
              <a:extLst>
                <a:ext uri="{FF2B5EF4-FFF2-40B4-BE49-F238E27FC236}">
                  <a16:creationId xmlns:a16="http://schemas.microsoft.com/office/drawing/2014/main" id="{5113AC5E-88A6-434A-917E-CC4EDD1EA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664"/>
              <a:ext cx="54" cy="38"/>
            </a:xfrm>
            <a:custGeom>
              <a:avLst/>
              <a:gdLst>
                <a:gd name="T0" fmla="*/ 208 w 27"/>
                <a:gd name="T1" fmla="*/ 27 h 18"/>
                <a:gd name="T2" fmla="*/ 88 w 27"/>
                <a:gd name="T3" fmla="*/ 160 h 18"/>
                <a:gd name="T4" fmla="*/ 16 w 27"/>
                <a:gd name="T5" fmla="*/ 93 h 18"/>
                <a:gd name="T6" fmla="*/ 112 w 27"/>
                <a:gd name="T7" fmla="*/ 27 h 18"/>
                <a:gd name="T8" fmla="*/ 208 w 27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8">
                  <a:moveTo>
                    <a:pt x="26" y="3"/>
                  </a:moveTo>
                  <a:cubicBezTo>
                    <a:pt x="27" y="10"/>
                    <a:pt x="19" y="15"/>
                    <a:pt x="11" y="17"/>
                  </a:cubicBezTo>
                  <a:cubicBezTo>
                    <a:pt x="3" y="18"/>
                    <a:pt x="0" y="14"/>
                    <a:pt x="2" y="10"/>
                  </a:cubicBezTo>
                  <a:cubicBezTo>
                    <a:pt x="5" y="7"/>
                    <a:pt x="8" y="5"/>
                    <a:pt x="14" y="3"/>
                  </a:cubicBezTo>
                  <a:cubicBezTo>
                    <a:pt x="20" y="1"/>
                    <a:pt x="25" y="0"/>
                    <a:pt x="26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2" name="Freeform 343">
              <a:extLst>
                <a:ext uri="{FF2B5EF4-FFF2-40B4-BE49-F238E27FC236}">
                  <a16:creationId xmlns:a16="http://schemas.microsoft.com/office/drawing/2014/main" id="{5AE2E329-3C5C-4301-A74C-F0BE2B7A1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673"/>
              <a:ext cx="52" cy="29"/>
            </a:xfrm>
            <a:custGeom>
              <a:avLst/>
              <a:gdLst>
                <a:gd name="T0" fmla="*/ 80 w 26"/>
                <a:gd name="T1" fmla="*/ 99 h 14"/>
                <a:gd name="T2" fmla="*/ 8 w 26"/>
                <a:gd name="T3" fmla="*/ 73 h 14"/>
                <a:gd name="T4" fmla="*/ 80 w 26"/>
                <a:gd name="T5" fmla="*/ 116 h 14"/>
                <a:gd name="T6" fmla="*/ 200 w 26"/>
                <a:gd name="T7" fmla="*/ 0 h 14"/>
                <a:gd name="T8" fmla="*/ 80 w 26"/>
                <a:gd name="T9" fmla="*/ 9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">
                  <a:moveTo>
                    <a:pt x="10" y="11"/>
                  </a:moveTo>
                  <a:cubicBezTo>
                    <a:pt x="5" y="12"/>
                    <a:pt x="2" y="10"/>
                    <a:pt x="1" y="8"/>
                  </a:cubicBezTo>
                  <a:cubicBezTo>
                    <a:pt x="0" y="11"/>
                    <a:pt x="4" y="14"/>
                    <a:pt x="10" y="13"/>
                  </a:cubicBezTo>
                  <a:cubicBezTo>
                    <a:pt x="18" y="11"/>
                    <a:pt x="26" y="6"/>
                    <a:pt x="25" y="0"/>
                  </a:cubicBezTo>
                  <a:cubicBezTo>
                    <a:pt x="24" y="5"/>
                    <a:pt x="17" y="9"/>
                    <a:pt x="10" y="1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3" name="Freeform 344">
              <a:extLst>
                <a:ext uri="{FF2B5EF4-FFF2-40B4-BE49-F238E27FC236}">
                  <a16:creationId xmlns:a16="http://schemas.microsoft.com/office/drawing/2014/main" id="{5FDD0AC1-3282-4221-9BCE-F977D88FC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664"/>
              <a:ext cx="34" cy="13"/>
            </a:xfrm>
            <a:custGeom>
              <a:avLst/>
              <a:gdLst>
                <a:gd name="T0" fmla="*/ 0 w 17"/>
                <a:gd name="T1" fmla="*/ 61 h 6"/>
                <a:gd name="T2" fmla="*/ 136 w 17"/>
                <a:gd name="T3" fmla="*/ 20 h 6"/>
                <a:gd name="T4" fmla="*/ 64 w 17"/>
                <a:gd name="T5" fmla="*/ 43 h 6"/>
                <a:gd name="T6" fmla="*/ 0 w 17"/>
                <a:gd name="T7" fmla="*/ 6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5" y="4"/>
                    <a:pt x="12" y="0"/>
                    <a:pt x="17" y="2"/>
                  </a:cubicBezTo>
                  <a:cubicBezTo>
                    <a:pt x="15" y="2"/>
                    <a:pt x="10" y="3"/>
                    <a:pt x="8" y="4"/>
                  </a:cubicBezTo>
                  <a:cubicBezTo>
                    <a:pt x="5" y="5"/>
                    <a:pt x="1" y="6"/>
                    <a:pt x="0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4" name="Freeform 345">
              <a:extLst>
                <a:ext uri="{FF2B5EF4-FFF2-40B4-BE49-F238E27FC236}">
                  <a16:creationId xmlns:a16="http://schemas.microsoft.com/office/drawing/2014/main" id="{0CF63730-630C-4C38-965A-5AD2BCDE5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660"/>
              <a:ext cx="32" cy="13"/>
            </a:xfrm>
            <a:custGeom>
              <a:avLst/>
              <a:gdLst>
                <a:gd name="T0" fmla="*/ 56 w 16"/>
                <a:gd name="T1" fmla="*/ 20 h 6"/>
                <a:gd name="T2" fmla="*/ 0 w 16"/>
                <a:gd name="T3" fmla="*/ 61 h 6"/>
                <a:gd name="T4" fmla="*/ 128 w 16"/>
                <a:gd name="T5" fmla="*/ 33 h 6"/>
                <a:gd name="T6" fmla="*/ 56 w 1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7" y="2"/>
                  </a:moveTo>
                  <a:cubicBezTo>
                    <a:pt x="5" y="2"/>
                    <a:pt x="3" y="3"/>
                    <a:pt x="0" y="6"/>
                  </a:cubicBezTo>
                  <a:cubicBezTo>
                    <a:pt x="2" y="4"/>
                    <a:pt x="13" y="0"/>
                    <a:pt x="16" y="3"/>
                  </a:cubicBezTo>
                  <a:cubicBezTo>
                    <a:pt x="15" y="2"/>
                    <a:pt x="11" y="1"/>
                    <a:pt x="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5" name="Freeform 346">
              <a:extLst>
                <a:ext uri="{FF2B5EF4-FFF2-40B4-BE49-F238E27FC236}">
                  <a16:creationId xmlns:a16="http://schemas.microsoft.com/office/drawing/2014/main" id="{86BAA154-B0CE-4245-8467-86432555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685"/>
              <a:ext cx="36" cy="22"/>
            </a:xfrm>
            <a:custGeom>
              <a:avLst/>
              <a:gdLst>
                <a:gd name="T0" fmla="*/ 0 w 18"/>
                <a:gd name="T1" fmla="*/ 88 h 10"/>
                <a:gd name="T2" fmla="*/ 144 w 18"/>
                <a:gd name="T3" fmla="*/ 0 h 10"/>
                <a:gd name="T4" fmla="*/ 0 w 18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8"/>
                  </a:moveTo>
                  <a:cubicBezTo>
                    <a:pt x="3" y="8"/>
                    <a:pt x="12" y="6"/>
                    <a:pt x="18" y="0"/>
                  </a:cubicBezTo>
                  <a:cubicBezTo>
                    <a:pt x="16" y="3"/>
                    <a:pt x="8" y="1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6" name="Freeform 347">
              <a:extLst>
                <a:ext uri="{FF2B5EF4-FFF2-40B4-BE49-F238E27FC236}">
                  <a16:creationId xmlns:a16="http://schemas.microsoft.com/office/drawing/2014/main" id="{ED1799B0-750A-45A3-B1B9-EB1AC7F1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647"/>
              <a:ext cx="94" cy="81"/>
            </a:xfrm>
            <a:custGeom>
              <a:avLst/>
              <a:gdLst>
                <a:gd name="T0" fmla="*/ 56 w 47"/>
                <a:gd name="T1" fmla="*/ 87 h 38"/>
                <a:gd name="T2" fmla="*/ 8 w 47"/>
                <a:gd name="T3" fmla="*/ 185 h 38"/>
                <a:gd name="T4" fmla="*/ 216 w 47"/>
                <a:gd name="T5" fmla="*/ 326 h 38"/>
                <a:gd name="T6" fmla="*/ 360 w 47"/>
                <a:gd name="T7" fmla="*/ 96 h 38"/>
                <a:gd name="T8" fmla="*/ 264 w 47"/>
                <a:gd name="T9" fmla="*/ 0 h 38"/>
                <a:gd name="T10" fmla="*/ 144 w 47"/>
                <a:gd name="T11" fmla="*/ 41 h 38"/>
                <a:gd name="T12" fmla="*/ 56 w 47"/>
                <a:gd name="T13" fmla="*/ 8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8">
                  <a:moveTo>
                    <a:pt x="7" y="9"/>
                  </a:moveTo>
                  <a:cubicBezTo>
                    <a:pt x="4" y="12"/>
                    <a:pt x="2" y="15"/>
                    <a:pt x="1" y="19"/>
                  </a:cubicBezTo>
                  <a:cubicBezTo>
                    <a:pt x="0" y="33"/>
                    <a:pt x="13" y="38"/>
                    <a:pt x="27" y="34"/>
                  </a:cubicBezTo>
                  <a:cubicBezTo>
                    <a:pt x="40" y="29"/>
                    <a:pt x="47" y="17"/>
                    <a:pt x="45" y="10"/>
                  </a:cubicBezTo>
                  <a:cubicBezTo>
                    <a:pt x="44" y="3"/>
                    <a:pt x="39" y="0"/>
                    <a:pt x="33" y="0"/>
                  </a:cubicBezTo>
                  <a:cubicBezTo>
                    <a:pt x="27" y="0"/>
                    <a:pt x="21" y="3"/>
                    <a:pt x="18" y="4"/>
                  </a:cubicBezTo>
                  <a:cubicBezTo>
                    <a:pt x="14" y="6"/>
                    <a:pt x="10" y="7"/>
                    <a:pt x="7" y="9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7" name="Freeform 348">
              <a:extLst>
                <a:ext uri="{FF2B5EF4-FFF2-40B4-BE49-F238E27FC236}">
                  <a16:creationId xmlns:a16="http://schemas.microsoft.com/office/drawing/2014/main" id="{76780246-96DC-44BE-B156-BE04717B1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670"/>
              <a:ext cx="50" cy="32"/>
            </a:xfrm>
            <a:custGeom>
              <a:avLst/>
              <a:gdLst>
                <a:gd name="T0" fmla="*/ 8 w 25"/>
                <a:gd name="T1" fmla="*/ 117 h 15"/>
                <a:gd name="T2" fmla="*/ 80 w 25"/>
                <a:gd name="T3" fmla="*/ 137 h 15"/>
                <a:gd name="T4" fmla="*/ 192 w 25"/>
                <a:gd name="T5" fmla="*/ 60 h 15"/>
                <a:gd name="T6" fmla="*/ 200 w 25"/>
                <a:gd name="T7" fmla="*/ 0 h 15"/>
                <a:gd name="T8" fmla="*/ 200 w 25"/>
                <a:gd name="T9" fmla="*/ 0 h 15"/>
                <a:gd name="T10" fmla="*/ 192 w 25"/>
                <a:gd name="T11" fmla="*/ 60 h 15"/>
                <a:gd name="T12" fmla="*/ 80 w 25"/>
                <a:gd name="T13" fmla="*/ 137 h 15"/>
                <a:gd name="T14" fmla="*/ 16 w 25"/>
                <a:gd name="T15" fmla="*/ 105 h 15"/>
                <a:gd name="T16" fmla="*/ 8 w 25"/>
                <a:gd name="T17" fmla="*/ 68 h 15"/>
                <a:gd name="T18" fmla="*/ 8 w 25"/>
                <a:gd name="T19" fmla="*/ 68 h 15"/>
                <a:gd name="T20" fmla="*/ 8 w 25"/>
                <a:gd name="T21" fmla="*/ 11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5">
                  <a:moveTo>
                    <a:pt x="1" y="12"/>
                  </a:moveTo>
                  <a:cubicBezTo>
                    <a:pt x="3" y="14"/>
                    <a:pt x="6" y="15"/>
                    <a:pt x="10" y="14"/>
                  </a:cubicBezTo>
                  <a:cubicBezTo>
                    <a:pt x="16" y="13"/>
                    <a:pt x="22" y="10"/>
                    <a:pt x="24" y="6"/>
                  </a:cubicBezTo>
                  <a:cubicBezTo>
                    <a:pt x="25" y="4"/>
                    <a:pt x="25" y="2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"/>
                    <a:pt x="25" y="4"/>
                    <a:pt x="24" y="6"/>
                  </a:cubicBezTo>
                  <a:cubicBezTo>
                    <a:pt x="21" y="9"/>
                    <a:pt x="16" y="12"/>
                    <a:pt x="10" y="14"/>
                  </a:cubicBezTo>
                  <a:cubicBezTo>
                    <a:pt x="6" y="14"/>
                    <a:pt x="3" y="13"/>
                    <a:pt x="2" y="11"/>
                  </a:cubicBezTo>
                  <a:cubicBezTo>
                    <a:pt x="1" y="10"/>
                    <a:pt x="1" y="9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9"/>
                    <a:pt x="0" y="10"/>
                    <a:pt x="1" y="1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8" name="Freeform 349">
              <a:extLst>
                <a:ext uri="{FF2B5EF4-FFF2-40B4-BE49-F238E27FC236}">
                  <a16:creationId xmlns:a16="http://schemas.microsoft.com/office/drawing/2014/main" id="{B6056616-B186-4FA0-8100-EB5F4F478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555"/>
              <a:ext cx="80" cy="69"/>
            </a:xfrm>
            <a:custGeom>
              <a:avLst/>
              <a:gdLst>
                <a:gd name="T0" fmla="*/ 136 w 40"/>
                <a:gd name="T1" fmla="*/ 9 h 32"/>
                <a:gd name="T2" fmla="*/ 32 w 40"/>
                <a:gd name="T3" fmla="*/ 52 h 32"/>
                <a:gd name="T4" fmla="*/ 8 w 40"/>
                <a:gd name="T5" fmla="*/ 173 h 32"/>
                <a:gd name="T6" fmla="*/ 208 w 40"/>
                <a:gd name="T7" fmla="*/ 270 h 32"/>
                <a:gd name="T8" fmla="*/ 280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7" y="2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5" y="32"/>
                    <a:pt x="26" y="27"/>
                  </a:cubicBezTo>
                  <a:cubicBezTo>
                    <a:pt x="37" y="23"/>
                    <a:pt x="40" y="11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9" name="Freeform 350">
              <a:extLst>
                <a:ext uri="{FF2B5EF4-FFF2-40B4-BE49-F238E27FC236}">
                  <a16:creationId xmlns:a16="http://schemas.microsoft.com/office/drawing/2014/main" id="{476C5061-35F6-40DB-8E8B-F0905E87E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562"/>
              <a:ext cx="60" cy="55"/>
            </a:xfrm>
            <a:custGeom>
              <a:avLst/>
              <a:gdLst>
                <a:gd name="T0" fmla="*/ 208 w 30"/>
                <a:gd name="T1" fmla="*/ 28 h 26"/>
                <a:gd name="T2" fmla="*/ 168 w 30"/>
                <a:gd name="T3" fmla="*/ 0 h 26"/>
                <a:gd name="T4" fmla="*/ 192 w 30"/>
                <a:gd name="T5" fmla="*/ 28 h 26"/>
                <a:gd name="T6" fmla="*/ 128 w 30"/>
                <a:gd name="T7" fmla="*/ 220 h 26"/>
                <a:gd name="T8" fmla="*/ 0 w 30"/>
                <a:gd name="T9" fmla="*/ 220 h 26"/>
                <a:gd name="T10" fmla="*/ 136 w 30"/>
                <a:gd name="T11" fmla="*/ 228 h 26"/>
                <a:gd name="T12" fmla="*/ 208 w 30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26" y="3"/>
                  </a:moveTo>
                  <a:cubicBezTo>
                    <a:pt x="24" y="2"/>
                    <a:pt x="22" y="0"/>
                    <a:pt x="21" y="0"/>
                  </a:cubicBezTo>
                  <a:cubicBezTo>
                    <a:pt x="22" y="0"/>
                    <a:pt x="23" y="1"/>
                    <a:pt x="24" y="3"/>
                  </a:cubicBezTo>
                  <a:cubicBezTo>
                    <a:pt x="29" y="8"/>
                    <a:pt x="27" y="19"/>
                    <a:pt x="16" y="23"/>
                  </a:cubicBezTo>
                  <a:cubicBezTo>
                    <a:pt x="11" y="26"/>
                    <a:pt x="5" y="25"/>
                    <a:pt x="0" y="23"/>
                  </a:cubicBezTo>
                  <a:cubicBezTo>
                    <a:pt x="5" y="26"/>
                    <a:pt x="11" y="26"/>
                    <a:pt x="17" y="24"/>
                  </a:cubicBezTo>
                  <a:cubicBezTo>
                    <a:pt x="28" y="20"/>
                    <a:pt x="30" y="9"/>
                    <a:pt x="26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0" name="Freeform 351">
              <a:extLst>
                <a:ext uri="{FF2B5EF4-FFF2-40B4-BE49-F238E27FC236}">
                  <a16:creationId xmlns:a16="http://schemas.microsoft.com/office/drawing/2014/main" id="{F15A4AEE-0C9A-461B-A6E3-E4E8C0D65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558"/>
              <a:ext cx="58" cy="55"/>
            </a:xfrm>
            <a:custGeom>
              <a:avLst/>
              <a:gdLst>
                <a:gd name="T0" fmla="*/ 16 w 29"/>
                <a:gd name="T1" fmla="*/ 152 h 26"/>
                <a:gd name="T2" fmla="*/ 40 w 29"/>
                <a:gd name="T3" fmla="*/ 49 h 26"/>
                <a:gd name="T4" fmla="*/ 136 w 29"/>
                <a:gd name="T5" fmla="*/ 8 h 26"/>
                <a:gd name="T6" fmla="*/ 232 w 29"/>
                <a:gd name="T7" fmla="*/ 17 h 26"/>
                <a:gd name="T8" fmla="*/ 120 w 29"/>
                <a:gd name="T9" fmla="*/ 0 h 26"/>
                <a:gd name="T10" fmla="*/ 32 w 29"/>
                <a:gd name="T11" fmla="*/ 49 h 26"/>
                <a:gd name="T12" fmla="*/ 8 w 29"/>
                <a:gd name="T13" fmla="*/ 144 h 26"/>
                <a:gd name="T14" fmla="*/ 80 w 29"/>
                <a:gd name="T15" fmla="*/ 245 h 26"/>
                <a:gd name="T16" fmla="*/ 16 w 29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2" y="1"/>
                    <a:pt x="26" y="1"/>
                    <a:pt x="29" y="2"/>
                  </a:cubicBezTo>
                  <a:cubicBezTo>
                    <a:pt x="26" y="0"/>
                    <a:pt x="22" y="0"/>
                    <a:pt x="15" y="0"/>
                  </a:cubicBezTo>
                  <a:cubicBezTo>
                    <a:pt x="11" y="1"/>
                    <a:pt x="7" y="1"/>
                    <a:pt x="4" y="5"/>
                  </a:cubicBezTo>
                  <a:cubicBezTo>
                    <a:pt x="1" y="8"/>
                    <a:pt x="0" y="11"/>
                    <a:pt x="1" y="15"/>
                  </a:cubicBezTo>
                  <a:cubicBezTo>
                    <a:pt x="1" y="20"/>
                    <a:pt x="5" y="24"/>
                    <a:pt x="10" y="26"/>
                  </a:cubicBezTo>
                  <a:cubicBezTo>
                    <a:pt x="6" y="24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1" name="Freeform 352">
              <a:extLst>
                <a:ext uri="{FF2B5EF4-FFF2-40B4-BE49-F238E27FC236}">
                  <a16:creationId xmlns:a16="http://schemas.microsoft.com/office/drawing/2014/main" id="{D72B8333-F55A-4A72-9439-C2AA7B0A3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566"/>
              <a:ext cx="52" cy="34"/>
            </a:xfrm>
            <a:custGeom>
              <a:avLst/>
              <a:gdLst>
                <a:gd name="T0" fmla="*/ 152 w 26"/>
                <a:gd name="T1" fmla="*/ 28 h 16"/>
                <a:gd name="T2" fmla="*/ 88 w 26"/>
                <a:gd name="T3" fmla="*/ 153 h 16"/>
                <a:gd name="T4" fmla="*/ 16 w 26"/>
                <a:gd name="T5" fmla="*/ 49 h 16"/>
                <a:gd name="T6" fmla="*/ 152 w 26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9" y="3"/>
                  </a:moveTo>
                  <a:cubicBezTo>
                    <a:pt x="26" y="7"/>
                    <a:pt x="21" y="16"/>
                    <a:pt x="11" y="16"/>
                  </a:cubicBezTo>
                  <a:cubicBezTo>
                    <a:pt x="1" y="15"/>
                    <a:pt x="0" y="9"/>
                    <a:pt x="2" y="5"/>
                  </a:cubicBezTo>
                  <a:cubicBezTo>
                    <a:pt x="4" y="1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2" name="Freeform 353">
              <a:extLst>
                <a:ext uri="{FF2B5EF4-FFF2-40B4-BE49-F238E27FC236}">
                  <a16:creationId xmlns:a16="http://schemas.microsoft.com/office/drawing/2014/main" id="{CB5CBAE5-8012-45B0-884D-4E40EBEEC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579"/>
              <a:ext cx="46" cy="21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76 h 10"/>
                <a:gd name="T4" fmla="*/ 0 w 23"/>
                <a:gd name="T5" fmla="*/ 36 h 10"/>
                <a:gd name="T6" fmla="*/ 80 w 23"/>
                <a:gd name="T7" fmla="*/ 92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8"/>
                    <a:pt x="10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1" y="7"/>
                    <a:pt x="4" y="10"/>
                    <a:pt x="10" y="10"/>
                  </a:cubicBezTo>
                  <a:cubicBezTo>
                    <a:pt x="18" y="10"/>
                    <a:pt x="23" y="4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3" name="Freeform 354">
              <a:extLst>
                <a:ext uri="{FF2B5EF4-FFF2-40B4-BE49-F238E27FC236}">
                  <a16:creationId xmlns:a16="http://schemas.microsoft.com/office/drawing/2014/main" id="{438EA794-D112-42F1-9D2B-AF0C17543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568"/>
              <a:ext cx="24" cy="4"/>
            </a:xfrm>
            <a:custGeom>
              <a:avLst/>
              <a:gdLst>
                <a:gd name="T0" fmla="*/ 96 w 12"/>
                <a:gd name="T1" fmla="*/ 8 h 2"/>
                <a:gd name="T2" fmla="*/ 0 w 12"/>
                <a:gd name="T3" fmla="*/ 16 h 2"/>
                <a:gd name="T4" fmla="*/ 96 w 1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">
                  <a:moveTo>
                    <a:pt x="12" y="1"/>
                  </a:moveTo>
                  <a:cubicBezTo>
                    <a:pt x="8" y="0"/>
                    <a:pt x="2" y="1"/>
                    <a:pt x="0" y="2"/>
                  </a:cubicBezTo>
                  <a:cubicBezTo>
                    <a:pt x="3" y="2"/>
                    <a:pt x="8" y="0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4" name="Freeform 355">
              <a:extLst>
                <a:ext uri="{FF2B5EF4-FFF2-40B4-BE49-F238E27FC236}">
                  <a16:creationId xmlns:a16="http://schemas.microsoft.com/office/drawing/2014/main" id="{1D8ED3C9-B3B5-4865-B01B-7531B180B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587"/>
              <a:ext cx="34" cy="20"/>
            </a:xfrm>
            <a:custGeom>
              <a:avLst/>
              <a:gdLst>
                <a:gd name="T0" fmla="*/ 0 w 17"/>
                <a:gd name="T1" fmla="*/ 53 h 9"/>
                <a:gd name="T2" fmla="*/ 136 w 17"/>
                <a:gd name="T3" fmla="*/ 0 h 9"/>
                <a:gd name="T4" fmla="*/ 0 w 17"/>
                <a:gd name="T5" fmla="*/ 5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2" y="6"/>
                    <a:pt x="13" y="8"/>
                    <a:pt x="17" y="0"/>
                  </a:cubicBezTo>
                  <a:cubicBezTo>
                    <a:pt x="16" y="4"/>
                    <a:pt x="9" y="9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5" name="Freeform 356">
              <a:extLst>
                <a:ext uri="{FF2B5EF4-FFF2-40B4-BE49-F238E27FC236}">
                  <a16:creationId xmlns:a16="http://schemas.microsoft.com/office/drawing/2014/main" id="{307E91EC-9AAA-4366-AE08-F29881096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555"/>
              <a:ext cx="80" cy="69"/>
            </a:xfrm>
            <a:custGeom>
              <a:avLst/>
              <a:gdLst>
                <a:gd name="T0" fmla="*/ 136 w 40"/>
                <a:gd name="T1" fmla="*/ 9 h 32"/>
                <a:gd name="T2" fmla="*/ 32 w 40"/>
                <a:gd name="T3" fmla="*/ 52 h 32"/>
                <a:gd name="T4" fmla="*/ 8 w 40"/>
                <a:gd name="T5" fmla="*/ 173 h 32"/>
                <a:gd name="T6" fmla="*/ 208 w 40"/>
                <a:gd name="T7" fmla="*/ 270 h 32"/>
                <a:gd name="T8" fmla="*/ 280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7" y="2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5" y="32"/>
                    <a:pt x="26" y="27"/>
                  </a:cubicBezTo>
                  <a:cubicBezTo>
                    <a:pt x="37" y="23"/>
                    <a:pt x="40" y="11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6" name="Freeform 357">
              <a:extLst>
                <a:ext uri="{FF2B5EF4-FFF2-40B4-BE49-F238E27FC236}">
                  <a16:creationId xmlns:a16="http://schemas.microsoft.com/office/drawing/2014/main" id="{8786AAD5-9443-488D-A09F-45D286911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572"/>
              <a:ext cx="44" cy="28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0 h 13"/>
                <a:gd name="T4" fmla="*/ 80 w 22"/>
                <a:gd name="T5" fmla="*/ 121 h 13"/>
                <a:gd name="T6" fmla="*/ 8 w 22"/>
                <a:gd name="T7" fmla="*/ 80 h 13"/>
                <a:gd name="T8" fmla="*/ 8 w 22"/>
                <a:gd name="T9" fmla="*/ 19 h 13"/>
                <a:gd name="T10" fmla="*/ 8 w 22"/>
                <a:gd name="T11" fmla="*/ 19 h 13"/>
                <a:gd name="T12" fmla="*/ 8 w 22"/>
                <a:gd name="T13" fmla="*/ 88 h 13"/>
                <a:gd name="T14" fmla="*/ 80 w 22"/>
                <a:gd name="T15" fmla="*/ 129 h 13"/>
                <a:gd name="T16" fmla="*/ 168 w 22"/>
                <a:gd name="T17" fmla="*/ 60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0" y="1"/>
                    <a:pt x="22" y="4"/>
                    <a:pt x="21" y="6"/>
                  </a:cubicBezTo>
                  <a:cubicBezTo>
                    <a:pt x="20" y="9"/>
                    <a:pt x="17" y="13"/>
                    <a:pt x="10" y="12"/>
                  </a:cubicBezTo>
                  <a:cubicBezTo>
                    <a:pt x="5" y="12"/>
                    <a:pt x="2" y="10"/>
                    <a:pt x="1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4"/>
                    <a:pt x="0" y="6"/>
                    <a:pt x="1" y="9"/>
                  </a:cubicBezTo>
                  <a:cubicBezTo>
                    <a:pt x="2" y="10"/>
                    <a:pt x="4" y="13"/>
                    <a:pt x="10" y="13"/>
                  </a:cubicBezTo>
                  <a:cubicBezTo>
                    <a:pt x="17" y="13"/>
                    <a:pt x="21" y="9"/>
                    <a:pt x="21" y="6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7" name="Freeform 358">
              <a:extLst>
                <a:ext uri="{FF2B5EF4-FFF2-40B4-BE49-F238E27FC236}">
                  <a16:creationId xmlns:a16="http://schemas.microsoft.com/office/drawing/2014/main" id="{C7E9FFBB-A135-4040-8595-6D89C1621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958"/>
              <a:ext cx="79" cy="68"/>
            </a:xfrm>
            <a:custGeom>
              <a:avLst/>
              <a:gdLst>
                <a:gd name="T0" fmla="*/ 132 w 40"/>
                <a:gd name="T1" fmla="*/ 0 h 32"/>
                <a:gd name="T2" fmla="*/ 40 w 40"/>
                <a:gd name="T3" fmla="*/ 49 h 32"/>
                <a:gd name="T4" fmla="*/ 8 w 40"/>
                <a:gd name="T5" fmla="*/ 153 h 32"/>
                <a:gd name="T6" fmla="*/ 207 w 40"/>
                <a:gd name="T7" fmla="*/ 257 h 32"/>
                <a:gd name="T8" fmla="*/ 269 w 40"/>
                <a:gd name="T9" fmla="*/ 49 h 32"/>
                <a:gd name="T10" fmla="*/ 132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0"/>
                  </a:moveTo>
                  <a:cubicBezTo>
                    <a:pt x="12" y="1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2"/>
                    <a:pt x="40" y="11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8" name="Freeform 359">
              <a:extLst>
                <a:ext uri="{FF2B5EF4-FFF2-40B4-BE49-F238E27FC236}">
                  <a16:creationId xmlns:a16="http://schemas.microsoft.com/office/drawing/2014/main" id="{4193BE62-7B81-4E2A-9CD9-85EECBF78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62"/>
              <a:ext cx="59" cy="57"/>
            </a:xfrm>
            <a:custGeom>
              <a:avLst/>
              <a:gdLst>
                <a:gd name="T0" fmla="*/ 197 w 30"/>
                <a:gd name="T1" fmla="*/ 36 h 27"/>
                <a:gd name="T2" fmla="*/ 159 w 30"/>
                <a:gd name="T3" fmla="*/ 0 h 27"/>
                <a:gd name="T4" fmla="*/ 189 w 30"/>
                <a:gd name="T5" fmla="*/ 27 h 27"/>
                <a:gd name="T6" fmla="*/ 128 w 30"/>
                <a:gd name="T7" fmla="*/ 228 h 27"/>
                <a:gd name="T8" fmla="*/ 0 w 30"/>
                <a:gd name="T9" fmla="*/ 228 h 27"/>
                <a:gd name="T10" fmla="*/ 136 w 30"/>
                <a:gd name="T11" fmla="*/ 228 h 27"/>
                <a:gd name="T12" fmla="*/ 197 w 30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6" y="4"/>
                  </a:moveTo>
                  <a:cubicBezTo>
                    <a:pt x="24" y="2"/>
                    <a:pt x="23" y="1"/>
                    <a:pt x="21" y="0"/>
                  </a:cubicBezTo>
                  <a:cubicBezTo>
                    <a:pt x="22" y="1"/>
                    <a:pt x="23" y="2"/>
                    <a:pt x="25" y="3"/>
                  </a:cubicBezTo>
                  <a:cubicBezTo>
                    <a:pt x="29" y="9"/>
                    <a:pt x="27" y="20"/>
                    <a:pt x="17" y="24"/>
                  </a:cubicBezTo>
                  <a:cubicBezTo>
                    <a:pt x="11" y="26"/>
                    <a:pt x="5" y="26"/>
                    <a:pt x="0" y="24"/>
                  </a:cubicBezTo>
                  <a:cubicBezTo>
                    <a:pt x="5" y="26"/>
                    <a:pt x="12" y="27"/>
                    <a:pt x="18" y="24"/>
                  </a:cubicBezTo>
                  <a:cubicBezTo>
                    <a:pt x="28" y="20"/>
                    <a:pt x="30" y="9"/>
                    <a:pt x="2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9" name="Freeform 360">
              <a:extLst>
                <a:ext uri="{FF2B5EF4-FFF2-40B4-BE49-F238E27FC236}">
                  <a16:creationId xmlns:a16="http://schemas.microsoft.com/office/drawing/2014/main" id="{25917CC7-555B-44E5-A30C-8B7EE929F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960"/>
              <a:ext cx="57" cy="53"/>
            </a:xfrm>
            <a:custGeom>
              <a:avLst/>
              <a:gdLst>
                <a:gd name="T0" fmla="*/ 16 w 29"/>
                <a:gd name="T1" fmla="*/ 153 h 25"/>
                <a:gd name="T2" fmla="*/ 39 w 29"/>
                <a:gd name="T3" fmla="*/ 49 h 25"/>
                <a:gd name="T4" fmla="*/ 128 w 29"/>
                <a:gd name="T5" fmla="*/ 0 h 25"/>
                <a:gd name="T6" fmla="*/ 220 w 29"/>
                <a:gd name="T7" fmla="*/ 8 h 25"/>
                <a:gd name="T8" fmla="*/ 120 w 29"/>
                <a:gd name="T9" fmla="*/ 0 h 25"/>
                <a:gd name="T10" fmla="*/ 31 w 29"/>
                <a:gd name="T11" fmla="*/ 36 h 25"/>
                <a:gd name="T12" fmla="*/ 8 w 29"/>
                <a:gd name="T13" fmla="*/ 144 h 25"/>
                <a:gd name="T14" fmla="*/ 77 w 29"/>
                <a:gd name="T15" fmla="*/ 237 h 25"/>
                <a:gd name="T16" fmla="*/ 16 w 29"/>
                <a:gd name="T17" fmla="*/ 15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2" y="16"/>
                  </a:moveTo>
                  <a:cubicBezTo>
                    <a:pt x="1" y="11"/>
                    <a:pt x="3" y="8"/>
                    <a:pt x="5" y="5"/>
                  </a:cubicBezTo>
                  <a:cubicBezTo>
                    <a:pt x="8" y="1"/>
                    <a:pt x="12" y="1"/>
                    <a:pt x="17" y="0"/>
                  </a:cubicBezTo>
                  <a:cubicBezTo>
                    <a:pt x="23" y="0"/>
                    <a:pt x="26" y="0"/>
                    <a:pt x="29" y="1"/>
                  </a:cubicBezTo>
                  <a:cubicBezTo>
                    <a:pt x="26" y="0"/>
                    <a:pt x="22" y="0"/>
                    <a:pt x="16" y="0"/>
                  </a:cubicBezTo>
                  <a:cubicBezTo>
                    <a:pt x="11" y="0"/>
                    <a:pt x="7" y="1"/>
                    <a:pt x="4" y="4"/>
                  </a:cubicBezTo>
                  <a:cubicBezTo>
                    <a:pt x="2" y="7"/>
                    <a:pt x="0" y="11"/>
                    <a:pt x="1" y="15"/>
                  </a:cubicBezTo>
                  <a:cubicBezTo>
                    <a:pt x="2" y="20"/>
                    <a:pt x="5" y="23"/>
                    <a:pt x="10" y="25"/>
                  </a:cubicBezTo>
                  <a:cubicBezTo>
                    <a:pt x="6" y="23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0" name="Freeform 361">
              <a:extLst>
                <a:ext uri="{FF2B5EF4-FFF2-40B4-BE49-F238E27FC236}">
                  <a16:creationId xmlns:a16="http://schemas.microsoft.com/office/drawing/2014/main" id="{F65AF1F5-38AA-4DFD-A173-1C5023052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968"/>
              <a:ext cx="53" cy="32"/>
            </a:xfrm>
            <a:custGeom>
              <a:avLst/>
              <a:gdLst>
                <a:gd name="T0" fmla="*/ 143 w 27"/>
                <a:gd name="T1" fmla="*/ 19 h 15"/>
                <a:gd name="T2" fmla="*/ 92 w 27"/>
                <a:gd name="T3" fmla="*/ 145 h 15"/>
                <a:gd name="T4" fmla="*/ 16 w 27"/>
                <a:gd name="T5" fmla="*/ 49 h 15"/>
                <a:gd name="T6" fmla="*/ 143 w 27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19" y="2"/>
                  </a:moveTo>
                  <a:cubicBezTo>
                    <a:pt x="27" y="6"/>
                    <a:pt x="22" y="15"/>
                    <a:pt x="12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5" y="1"/>
                    <a:pt x="14" y="0"/>
                    <a:pt x="19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1" name="Freeform 362">
              <a:extLst>
                <a:ext uri="{FF2B5EF4-FFF2-40B4-BE49-F238E27FC236}">
                  <a16:creationId xmlns:a16="http://schemas.microsoft.com/office/drawing/2014/main" id="{141233D2-45BC-463D-8E6D-903D8D67B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79"/>
              <a:ext cx="43" cy="21"/>
            </a:xfrm>
            <a:custGeom>
              <a:avLst/>
              <a:gdLst>
                <a:gd name="T0" fmla="*/ 149 w 22"/>
                <a:gd name="T1" fmla="*/ 0 h 10"/>
                <a:gd name="T2" fmla="*/ 68 w 22"/>
                <a:gd name="T3" fmla="*/ 84 h 10"/>
                <a:gd name="T4" fmla="*/ 0 w 22"/>
                <a:gd name="T5" fmla="*/ 36 h 10"/>
                <a:gd name="T6" fmla="*/ 76 w 22"/>
                <a:gd name="T7" fmla="*/ 92 h 10"/>
                <a:gd name="T8" fmla="*/ 149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0" y="0"/>
                  </a:moveTo>
                  <a:cubicBezTo>
                    <a:pt x="21" y="4"/>
                    <a:pt x="16" y="9"/>
                    <a:pt x="9" y="9"/>
                  </a:cubicBezTo>
                  <a:cubicBezTo>
                    <a:pt x="4" y="9"/>
                    <a:pt x="1" y="7"/>
                    <a:pt x="0" y="4"/>
                  </a:cubicBezTo>
                  <a:cubicBezTo>
                    <a:pt x="0" y="7"/>
                    <a:pt x="3" y="10"/>
                    <a:pt x="10" y="10"/>
                  </a:cubicBezTo>
                  <a:cubicBezTo>
                    <a:pt x="18" y="10"/>
                    <a:pt x="22" y="5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2" name="Freeform 363">
              <a:extLst>
                <a:ext uri="{FF2B5EF4-FFF2-40B4-BE49-F238E27FC236}">
                  <a16:creationId xmlns:a16="http://schemas.microsoft.com/office/drawing/2014/main" id="{49D242CA-82EC-4EA4-8969-FF0575914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968"/>
              <a:ext cx="24" cy="7"/>
            </a:xfrm>
            <a:custGeom>
              <a:avLst/>
              <a:gdLst>
                <a:gd name="T0" fmla="*/ 96 w 12"/>
                <a:gd name="T1" fmla="*/ 12 h 3"/>
                <a:gd name="T2" fmla="*/ 0 w 12"/>
                <a:gd name="T3" fmla="*/ 37 h 3"/>
                <a:gd name="T4" fmla="*/ 96 w 1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1"/>
                    <a:pt x="0" y="3"/>
                  </a:cubicBezTo>
                  <a:cubicBezTo>
                    <a:pt x="3" y="2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3" name="Freeform 364">
              <a:extLst>
                <a:ext uri="{FF2B5EF4-FFF2-40B4-BE49-F238E27FC236}">
                  <a16:creationId xmlns:a16="http://schemas.microsoft.com/office/drawing/2014/main" id="{F23C9824-FD37-487A-B4BB-4BF43A8AD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990"/>
              <a:ext cx="33" cy="19"/>
            </a:xfrm>
            <a:custGeom>
              <a:avLst/>
              <a:gdLst>
                <a:gd name="T0" fmla="*/ 0 w 17"/>
                <a:gd name="T1" fmla="*/ 36 h 9"/>
                <a:gd name="T2" fmla="*/ 124 w 17"/>
                <a:gd name="T3" fmla="*/ 0 h 9"/>
                <a:gd name="T4" fmla="*/ 0 w 17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3" y="6"/>
                    <a:pt x="14" y="7"/>
                    <a:pt x="17" y="0"/>
                  </a:cubicBezTo>
                  <a:cubicBezTo>
                    <a:pt x="16" y="3"/>
                    <a:pt x="9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4" name="Freeform 365">
              <a:extLst>
                <a:ext uri="{FF2B5EF4-FFF2-40B4-BE49-F238E27FC236}">
                  <a16:creationId xmlns:a16="http://schemas.microsoft.com/office/drawing/2014/main" id="{65772457-622C-4BC4-88CE-5BC677838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958"/>
              <a:ext cx="79" cy="68"/>
            </a:xfrm>
            <a:custGeom>
              <a:avLst/>
              <a:gdLst>
                <a:gd name="T0" fmla="*/ 132 w 40"/>
                <a:gd name="T1" fmla="*/ 0 h 32"/>
                <a:gd name="T2" fmla="*/ 40 w 40"/>
                <a:gd name="T3" fmla="*/ 49 h 32"/>
                <a:gd name="T4" fmla="*/ 8 w 40"/>
                <a:gd name="T5" fmla="*/ 153 h 32"/>
                <a:gd name="T6" fmla="*/ 207 w 40"/>
                <a:gd name="T7" fmla="*/ 257 h 32"/>
                <a:gd name="T8" fmla="*/ 269 w 40"/>
                <a:gd name="T9" fmla="*/ 49 h 32"/>
                <a:gd name="T10" fmla="*/ 132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0"/>
                  </a:moveTo>
                  <a:cubicBezTo>
                    <a:pt x="12" y="1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2"/>
                    <a:pt x="40" y="11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5" name="Freeform 366">
              <a:extLst>
                <a:ext uri="{FF2B5EF4-FFF2-40B4-BE49-F238E27FC236}">
                  <a16:creationId xmlns:a16="http://schemas.microsoft.com/office/drawing/2014/main" id="{4BBDEAB1-A780-4E36-AE92-83F3D2A9C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973"/>
              <a:ext cx="43" cy="27"/>
            </a:xfrm>
            <a:custGeom>
              <a:avLst/>
              <a:gdLst>
                <a:gd name="T0" fmla="*/ 133 w 22"/>
                <a:gd name="T1" fmla="*/ 0 h 13"/>
                <a:gd name="T2" fmla="*/ 156 w 22"/>
                <a:gd name="T3" fmla="*/ 64 h 13"/>
                <a:gd name="T4" fmla="*/ 84 w 22"/>
                <a:gd name="T5" fmla="*/ 116 h 13"/>
                <a:gd name="T6" fmla="*/ 8 w 22"/>
                <a:gd name="T7" fmla="*/ 81 h 13"/>
                <a:gd name="T8" fmla="*/ 8 w 22"/>
                <a:gd name="T9" fmla="*/ 25 h 13"/>
                <a:gd name="T10" fmla="*/ 8 w 22"/>
                <a:gd name="T11" fmla="*/ 25 h 13"/>
                <a:gd name="T12" fmla="*/ 8 w 22"/>
                <a:gd name="T13" fmla="*/ 81 h 13"/>
                <a:gd name="T14" fmla="*/ 84 w 22"/>
                <a:gd name="T15" fmla="*/ 116 h 13"/>
                <a:gd name="T16" fmla="*/ 164 w 22"/>
                <a:gd name="T17" fmla="*/ 64 h 13"/>
                <a:gd name="T18" fmla="*/ 133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2"/>
                    <a:pt x="22" y="4"/>
                    <a:pt x="21" y="7"/>
                  </a:cubicBezTo>
                  <a:cubicBezTo>
                    <a:pt x="21" y="10"/>
                    <a:pt x="17" y="13"/>
                    <a:pt x="11" y="13"/>
                  </a:cubicBezTo>
                  <a:cubicBezTo>
                    <a:pt x="5" y="13"/>
                    <a:pt x="2" y="11"/>
                    <a:pt x="1" y="9"/>
                  </a:cubicBezTo>
                  <a:cubicBezTo>
                    <a:pt x="0" y="7"/>
                    <a:pt x="0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2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7"/>
                  </a:cubicBezTo>
                  <a:cubicBezTo>
                    <a:pt x="22" y="4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6" name="Freeform 367">
              <a:extLst>
                <a:ext uri="{FF2B5EF4-FFF2-40B4-BE49-F238E27FC236}">
                  <a16:creationId xmlns:a16="http://schemas.microsoft.com/office/drawing/2014/main" id="{77223566-FAD9-42A7-8A30-9C9F56D39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785"/>
              <a:ext cx="79" cy="68"/>
            </a:xfrm>
            <a:custGeom>
              <a:avLst/>
              <a:gdLst>
                <a:gd name="T0" fmla="*/ 132 w 40"/>
                <a:gd name="T1" fmla="*/ 0 h 32"/>
                <a:gd name="T2" fmla="*/ 40 w 40"/>
                <a:gd name="T3" fmla="*/ 49 h 32"/>
                <a:gd name="T4" fmla="*/ 8 w 40"/>
                <a:gd name="T5" fmla="*/ 153 h 32"/>
                <a:gd name="T6" fmla="*/ 207 w 40"/>
                <a:gd name="T7" fmla="*/ 257 h 32"/>
                <a:gd name="T8" fmla="*/ 269 w 40"/>
                <a:gd name="T9" fmla="*/ 49 h 32"/>
                <a:gd name="T10" fmla="*/ 132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0"/>
                  </a:moveTo>
                  <a:cubicBezTo>
                    <a:pt x="12" y="1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2"/>
                    <a:pt x="40" y="11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7" name="Freeform 368">
              <a:extLst>
                <a:ext uri="{FF2B5EF4-FFF2-40B4-BE49-F238E27FC236}">
                  <a16:creationId xmlns:a16="http://schemas.microsoft.com/office/drawing/2014/main" id="{72E97BB4-6D8E-415C-9EEB-C40931106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790"/>
              <a:ext cx="59" cy="57"/>
            </a:xfrm>
            <a:custGeom>
              <a:avLst/>
              <a:gdLst>
                <a:gd name="T0" fmla="*/ 197 w 30"/>
                <a:gd name="T1" fmla="*/ 36 h 27"/>
                <a:gd name="T2" fmla="*/ 159 w 30"/>
                <a:gd name="T3" fmla="*/ 0 h 27"/>
                <a:gd name="T4" fmla="*/ 189 w 30"/>
                <a:gd name="T5" fmla="*/ 27 h 27"/>
                <a:gd name="T6" fmla="*/ 128 w 30"/>
                <a:gd name="T7" fmla="*/ 228 h 27"/>
                <a:gd name="T8" fmla="*/ 0 w 30"/>
                <a:gd name="T9" fmla="*/ 228 h 27"/>
                <a:gd name="T10" fmla="*/ 136 w 30"/>
                <a:gd name="T11" fmla="*/ 228 h 27"/>
                <a:gd name="T12" fmla="*/ 197 w 30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6" y="4"/>
                  </a:moveTo>
                  <a:cubicBezTo>
                    <a:pt x="24" y="2"/>
                    <a:pt x="23" y="1"/>
                    <a:pt x="21" y="0"/>
                  </a:cubicBezTo>
                  <a:cubicBezTo>
                    <a:pt x="22" y="1"/>
                    <a:pt x="23" y="2"/>
                    <a:pt x="25" y="3"/>
                  </a:cubicBezTo>
                  <a:cubicBezTo>
                    <a:pt x="29" y="9"/>
                    <a:pt x="27" y="20"/>
                    <a:pt x="17" y="24"/>
                  </a:cubicBezTo>
                  <a:cubicBezTo>
                    <a:pt x="11" y="26"/>
                    <a:pt x="5" y="26"/>
                    <a:pt x="0" y="24"/>
                  </a:cubicBezTo>
                  <a:cubicBezTo>
                    <a:pt x="5" y="26"/>
                    <a:pt x="12" y="27"/>
                    <a:pt x="18" y="24"/>
                  </a:cubicBezTo>
                  <a:cubicBezTo>
                    <a:pt x="28" y="20"/>
                    <a:pt x="30" y="9"/>
                    <a:pt x="2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8" name="Freeform 369">
              <a:extLst>
                <a:ext uri="{FF2B5EF4-FFF2-40B4-BE49-F238E27FC236}">
                  <a16:creationId xmlns:a16="http://schemas.microsoft.com/office/drawing/2014/main" id="{1EFE1B41-B55D-4606-AC10-83F22C8D9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787"/>
              <a:ext cx="57" cy="54"/>
            </a:xfrm>
            <a:custGeom>
              <a:avLst/>
              <a:gdLst>
                <a:gd name="T0" fmla="*/ 16 w 29"/>
                <a:gd name="T1" fmla="*/ 164 h 25"/>
                <a:gd name="T2" fmla="*/ 39 w 29"/>
                <a:gd name="T3" fmla="*/ 52 h 25"/>
                <a:gd name="T4" fmla="*/ 128 w 29"/>
                <a:gd name="T5" fmla="*/ 0 h 25"/>
                <a:gd name="T6" fmla="*/ 220 w 29"/>
                <a:gd name="T7" fmla="*/ 9 h 25"/>
                <a:gd name="T8" fmla="*/ 120 w 29"/>
                <a:gd name="T9" fmla="*/ 0 h 25"/>
                <a:gd name="T10" fmla="*/ 31 w 29"/>
                <a:gd name="T11" fmla="*/ 41 h 25"/>
                <a:gd name="T12" fmla="*/ 8 w 29"/>
                <a:gd name="T13" fmla="*/ 149 h 25"/>
                <a:gd name="T14" fmla="*/ 77 w 29"/>
                <a:gd name="T15" fmla="*/ 253 h 25"/>
                <a:gd name="T16" fmla="*/ 16 w 29"/>
                <a:gd name="T17" fmla="*/ 16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2" y="16"/>
                  </a:moveTo>
                  <a:cubicBezTo>
                    <a:pt x="1" y="11"/>
                    <a:pt x="3" y="8"/>
                    <a:pt x="5" y="5"/>
                  </a:cubicBezTo>
                  <a:cubicBezTo>
                    <a:pt x="8" y="1"/>
                    <a:pt x="12" y="1"/>
                    <a:pt x="17" y="0"/>
                  </a:cubicBezTo>
                  <a:cubicBezTo>
                    <a:pt x="23" y="0"/>
                    <a:pt x="26" y="0"/>
                    <a:pt x="29" y="1"/>
                  </a:cubicBezTo>
                  <a:cubicBezTo>
                    <a:pt x="26" y="0"/>
                    <a:pt x="22" y="0"/>
                    <a:pt x="16" y="0"/>
                  </a:cubicBezTo>
                  <a:cubicBezTo>
                    <a:pt x="11" y="0"/>
                    <a:pt x="7" y="1"/>
                    <a:pt x="4" y="4"/>
                  </a:cubicBezTo>
                  <a:cubicBezTo>
                    <a:pt x="2" y="7"/>
                    <a:pt x="0" y="11"/>
                    <a:pt x="1" y="15"/>
                  </a:cubicBezTo>
                  <a:cubicBezTo>
                    <a:pt x="2" y="20"/>
                    <a:pt x="5" y="23"/>
                    <a:pt x="10" y="25"/>
                  </a:cubicBezTo>
                  <a:cubicBezTo>
                    <a:pt x="6" y="23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9" name="Freeform 370">
              <a:extLst>
                <a:ext uri="{FF2B5EF4-FFF2-40B4-BE49-F238E27FC236}">
                  <a16:creationId xmlns:a16="http://schemas.microsoft.com/office/drawing/2014/main" id="{A4621E13-98C1-489B-8442-082566BD3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796"/>
              <a:ext cx="53" cy="32"/>
            </a:xfrm>
            <a:custGeom>
              <a:avLst/>
              <a:gdLst>
                <a:gd name="T0" fmla="*/ 143 w 27"/>
                <a:gd name="T1" fmla="*/ 19 h 15"/>
                <a:gd name="T2" fmla="*/ 92 w 27"/>
                <a:gd name="T3" fmla="*/ 145 h 15"/>
                <a:gd name="T4" fmla="*/ 16 w 27"/>
                <a:gd name="T5" fmla="*/ 49 h 15"/>
                <a:gd name="T6" fmla="*/ 143 w 27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19" y="2"/>
                  </a:moveTo>
                  <a:cubicBezTo>
                    <a:pt x="27" y="6"/>
                    <a:pt x="22" y="15"/>
                    <a:pt x="12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5" y="1"/>
                    <a:pt x="14" y="0"/>
                    <a:pt x="19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0" name="Freeform 371">
              <a:extLst>
                <a:ext uri="{FF2B5EF4-FFF2-40B4-BE49-F238E27FC236}">
                  <a16:creationId xmlns:a16="http://schemas.microsoft.com/office/drawing/2014/main" id="{616D7EFC-716F-4044-9FDB-DFB5F6287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807"/>
              <a:ext cx="43" cy="21"/>
            </a:xfrm>
            <a:custGeom>
              <a:avLst/>
              <a:gdLst>
                <a:gd name="T0" fmla="*/ 149 w 22"/>
                <a:gd name="T1" fmla="*/ 0 h 10"/>
                <a:gd name="T2" fmla="*/ 68 w 22"/>
                <a:gd name="T3" fmla="*/ 84 h 10"/>
                <a:gd name="T4" fmla="*/ 0 w 22"/>
                <a:gd name="T5" fmla="*/ 36 h 10"/>
                <a:gd name="T6" fmla="*/ 76 w 22"/>
                <a:gd name="T7" fmla="*/ 92 h 10"/>
                <a:gd name="T8" fmla="*/ 149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0" y="0"/>
                  </a:moveTo>
                  <a:cubicBezTo>
                    <a:pt x="21" y="4"/>
                    <a:pt x="16" y="9"/>
                    <a:pt x="9" y="9"/>
                  </a:cubicBezTo>
                  <a:cubicBezTo>
                    <a:pt x="4" y="9"/>
                    <a:pt x="1" y="7"/>
                    <a:pt x="0" y="4"/>
                  </a:cubicBezTo>
                  <a:cubicBezTo>
                    <a:pt x="0" y="7"/>
                    <a:pt x="3" y="10"/>
                    <a:pt x="10" y="10"/>
                  </a:cubicBezTo>
                  <a:cubicBezTo>
                    <a:pt x="18" y="10"/>
                    <a:pt x="22" y="5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1" name="Freeform 372">
              <a:extLst>
                <a:ext uri="{FF2B5EF4-FFF2-40B4-BE49-F238E27FC236}">
                  <a16:creationId xmlns:a16="http://schemas.microsoft.com/office/drawing/2014/main" id="{108344C8-D2F4-498F-8CA7-F537C0BED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796"/>
              <a:ext cx="23" cy="6"/>
            </a:xfrm>
            <a:custGeom>
              <a:avLst/>
              <a:gdLst>
                <a:gd name="T0" fmla="*/ 84 w 12"/>
                <a:gd name="T1" fmla="*/ 8 h 3"/>
                <a:gd name="T2" fmla="*/ 0 w 12"/>
                <a:gd name="T3" fmla="*/ 24 h 3"/>
                <a:gd name="T4" fmla="*/ 84 w 1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1"/>
                    <a:pt x="0" y="3"/>
                  </a:cubicBezTo>
                  <a:cubicBezTo>
                    <a:pt x="3" y="2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2" name="Freeform 373">
              <a:extLst>
                <a:ext uri="{FF2B5EF4-FFF2-40B4-BE49-F238E27FC236}">
                  <a16:creationId xmlns:a16="http://schemas.microsoft.com/office/drawing/2014/main" id="{59E1C9B2-5190-4D4F-A2B8-08CBC5771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817"/>
              <a:ext cx="33" cy="19"/>
            </a:xfrm>
            <a:custGeom>
              <a:avLst/>
              <a:gdLst>
                <a:gd name="T0" fmla="*/ 0 w 17"/>
                <a:gd name="T1" fmla="*/ 36 h 9"/>
                <a:gd name="T2" fmla="*/ 124 w 17"/>
                <a:gd name="T3" fmla="*/ 0 h 9"/>
                <a:gd name="T4" fmla="*/ 0 w 17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3" y="6"/>
                    <a:pt x="14" y="7"/>
                    <a:pt x="17" y="0"/>
                  </a:cubicBezTo>
                  <a:cubicBezTo>
                    <a:pt x="16" y="3"/>
                    <a:pt x="9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3" name="Freeform 374">
              <a:extLst>
                <a:ext uri="{FF2B5EF4-FFF2-40B4-BE49-F238E27FC236}">
                  <a16:creationId xmlns:a16="http://schemas.microsoft.com/office/drawing/2014/main" id="{0D6111CD-1F50-4A60-84DA-ED4FC7BBB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785"/>
              <a:ext cx="79" cy="68"/>
            </a:xfrm>
            <a:custGeom>
              <a:avLst/>
              <a:gdLst>
                <a:gd name="T0" fmla="*/ 132 w 40"/>
                <a:gd name="T1" fmla="*/ 0 h 32"/>
                <a:gd name="T2" fmla="*/ 40 w 40"/>
                <a:gd name="T3" fmla="*/ 49 h 32"/>
                <a:gd name="T4" fmla="*/ 8 w 40"/>
                <a:gd name="T5" fmla="*/ 153 h 32"/>
                <a:gd name="T6" fmla="*/ 207 w 40"/>
                <a:gd name="T7" fmla="*/ 257 h 32"/>
                <a:gd name="T8" fmla="*/ 269 w 40"/>
                <a:gd name="T9" fmla="*/ 49 h 32"/>
                <a:gd name="T10" fmla="*/ 132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0"/>
                  </a:moveTo>
                  <a:cubicBezTo>
                    <a:pt x="12" y="1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2"/>
                    <a:pt x="40" y="11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4" name="Freeform 375">
              <a:extLst>
                <a:ext uri="{FF2B5EF4-FFF2-40B4-BE49-F238E27FC236}">
                  <a16:creationId xmlns:a16="http://schemas.microsoft.com/office/drawing/2014/main" id="{2E4D605C-EE44-4891-8615-93DE4FA54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800"/>
              <a:ext cx="43" cy="28"/>
            </a:xfrm>
            <a:custGeom>
              <a:avLst/>
              <a:gdLst>
                <a:gd name="T0" fmla="*/ 133 w 22"/>
                <a:gd name="T1" fmla="*/ 0 h 13"/>
                <a:gd name="T2" fmla="*/ 156 w 22"/>
                <a:gd name="T3" fmla="*/ 69 h 13"/>
                <a:gd name="T4" fmla="*/ 84 w 22"/>
                <a:gd name="T5" fmla="*/ 129 h 13"/>
                <a:gd name="T6" fmla="*/ 8 w 22"/>
                <a:gd name="T7" fmla="*/ 88 h 13"/>
                <a:gd name="T8" fmla="*/ 8 w 22"/>
                <a:gd name="T9" fmla="*/ 28 h 13"/>
                <a:gd name="T10" fmla="*/ 8 w 22"/>
                <a:gd name="T11" fmla="*/ 28 h 13"/>
                <a:gd name="T12" fmla="*/ 8 w 22"/>
                <a:gd name="T13" fmla="*/ 88 h 13"/>
                <a:gd name="T14" fmla="*/ 84 w 22"/>
                <a:gd name="T15" fmla="*/ 129 h 13"/>
                <a:gd name="T16" fmla="*/ 164 w 22"/>
                <a:gd name="T17" fmla="*/ 69 h 13"/>
                <a:gd name="T18" fmla="*/ 133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2"/>
                    <a:pt x="22" y="4"/>
                    <a:pt x="21" y="7"/>
                  </a:cubicBezTo>
                  <a:cubicBezTo>
                    <a:pt x="21" y="10"/>
                    <a:pt x="17" y="13"/>
                    <a:pt x="11" y="13"/>
                  </a:cubicBezTo>
                  <a:cubicBezTo>
                    <a:pt x="5" y="13"/>
                    <a:pt x="2" y="11"/>
                    <a:pt x="1" y="9"/>
                  </a:cubicBezTo>
                  <a:cubicBezTo>
                    <a:pt x="0" y="7"/>
                    <a:pt x="0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2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7"/>
                  </a:cubicBezTo>
                  <a:cubicBezTo>
                    <a:pt x="22" y="4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5" name="Freeform 376">
              <a:extLst>
                <a:ext uri="{FF2B5EF4-FFF2-40B4-BE49-F238E27FC236}">
                  <a16:creationId xmlns:a16="http://schemas.microsoft.com/office/drawing/2014/main" id="{16E891D6-79A8-426C-918E-BEC4D3705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00"/>
              <a:ext cx="30" cy="68"/>
            </a:xfrm>
            <a:custGeom>
              <a:avLst/>
              <a:gdLst>
                <a:gd name="T0" fmla="*/ 120 w 15"/>
                <a:gd name="T1" fmla="*/ 0 h 32"/>
                <a:gd name="T2" fmla="*/ 64 w 15"/>
                <a:gd name="T3" fmla="*/ 19 h 32"/>
                <a:gd name="T4" fmla="*/ 48 w 15"/>
                <a:gd name="T5" fmla="*/ 230 h 32"/>
                <a:gd name="T6" fmla="*/ 120 w 15"/>
                <a:gd name="T7" fmla="*/ 308 h 32"/>
                <a:gd name="T8" fmla="*/ 120 w 15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15" y="0"/>
                  </a:moveTo>
                  <a:cubicBezTo>
                    <a:pt x="13" y="0"/>
                    <a:pt x="10" y="1"/>
                    <a:pt x="8" y="2"/>
                  </a:cubicBezTo>
                  <a:cubicBezTo>
                    <a:pt x="0" y="8"/>
                    <a:pt x="0" y="16"/>
                    <a:pt x="6" y="24"/>
                  </a:cubicBezTo>
                  <a:cubicBezTo>
                    <a:pt x="8" y="27"/>
                    <a:pt x="11" y="30"/>
                    <a:pt x="15" y="32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6" name="Freeform 377">
              <a:extLst>
                <a:ext uri="{FF2B5EF4-FFF2-40B4-BE49-F238E27FC236}">
                  <a16:creationId xmlns:a16="http://schemas.microsoft.com/office/drawing/2014/main" id="{B1572D13-24AD-408F-9C41-56CD8936C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515"/>
              <a:ext cx="12" cy="28"/>
            </a:xfrm>
            <a:custGeom>
              <a:avLst/>
              <a:gdLst>
                <a:gd name="T0" fmla="*/ 48 w 6"/>
                <a:gd name="T1" fmla="*/ 0 h 13"/>
                <a:gd name="T2" fmla="*/ 48 w 6"/>
                <a:gd name="T3" fmla="*/ 0 h 13"/>
                <a:gd name="T4" fmla="*/ 48 w 6"/>
                <a:gd name="T5" fmla="*/ 129 h 13"/>
                <a:gd name="T6" fmla="*/ 48 w 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0" y="2"/>
                    <a:pt x="1" y="8"/>
                    <a:pt x="6" y="13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7" name="Freeform 378">
              <a:extLst>
                <a:ext uri="{FF2B5EF4-FFF2-40B4-BE49-F238E27FC236}">
                  <a16:creationId xmlns:a16="http://schemas.microsoft.com/office/drawing/2014/main" id="{96888CCA-9B9D-47D8-988B-27A27B98B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519"/>
              <a:ext cx="10" cy="24"/>
            </a:xfrm>
            <a:custGeom>
              <a:avLst/>
              <a:gdLst>
                <a:gd name="T0" fmla="*/ 40 w 5"/>
                <a:gd name="T1" fmla="*/ 81 h 11"/>
                <a:gd name="T2" fmla="*/ 16 w 5"/>
                <a:gd name="T3" fmla="*/ 0 h 11"/>
                <a:gd name="T4" fmla="*/ 40 w 5"/>
                <a:gd name="T5" fmla="*/ 113 h 11"/>
                <a:gd name="T6" fmla="*/ 40 w 5"/>
                <a:gd name="T7" fmla="*/ 8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5" y="8"/>
                  </a:moveTo>
                  <a:cubicBezTo>
                    <a:pt x="3" y="6"/>
                    <a:pt x="2" y="3"/>
                    <a:pt x="2" y="0"/>
                  </a:cubicBezTo>
                  <a:cubicBezTo>
                    <a:pt x="0" y="3"/>
                    <a:pt x="1" y="8"/>
                    <a:pt x="5" y="11"/>
                  </a:cubicBezTo>
                  <a:lnTo>
                    <a:pt x="5" y="8"/>
                  </a:ln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8" name="Freeform 379">
              <a:extLst>
                <a:ext uri="{FF2B5EF4-FFF2-40B4-BE49-F238E27FC236}">
                  <a16:creationId xmlns:a16="http://schemas.microsoft.com/office/drawing/2014/main" id="{89D64ADA-2B29-4A30-9902-C22A5F39C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00"/>
              <a:ext cx="30" cy="68"/>
            </a:xfrm>
            <a:custGeom>
              <a:avLst/>
              <a:gdLst>
                <a:gd name="T0" fmla="*/ 120 w 15"/>
                <a:gd name="T1" fmla="*/ 0 h 32"/>
                <a:gd name="T2" fmla="*/ 64 w 15"/>
                <a:gd name="T3" fmla="*/ 19 h 32"/>
                <a:gd name="T4" fmla="*/ 48 w 15"/>
                <a:gd name="T5" fmla="*/ 230 h 32"/>
                <a:gd name="T6" fmla="*/ 120 w 15"/>
                <a:gd name="T7" fmla="*/ 308 h 32"/>
                <a:gd name="T8" fmla="*/ 120 w 15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15" y="0"/>
                  </a:moveTo>
                  <a:cubicBezTo>
                    <a:pt x="13" y="0"/>
                    <a:pt x="10" y="1"/>
                    <a:pt x="8" y="2"/>
                  </a:cubicBezTo>
                  <a:cubicBezTo>
                    <a:pt x="0" y="8"/>
                    <a:pt x="0" y="16"/>
                    <a:pt x="6" y="24"/>
                  </a:cubicBezTo>
                  <a:cubicBezTo>
                    <a:pt x="8" y="27"/>
                    <a:pt x="11" y="30"/>
                    <a:pt x="15" y="32"/>
                  </a:cubicBezTo>
                  <a:lnTo>
                    <a:pt x="15" y="0"/>
                  </a:ln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9" name="Freeform 380">
              <a:extLst>
                <a:ext uri="{FF2B5EF4-FFF2-40B4-BE49-F238E27FC236}">
                  <a16:creationId xmlns:a16="http://schemas.microsoft.com/office/drawing/2014/main" id="{AD3C12F4-2B52-4DB7-9DDA-588B0DB29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47"/>
              <a:ext cx="46" cy="68"/>
            </a:xfrm>
            <a:custGeom>
              <a:avLst/>
              <a:gdLst>
                <a:gd name="T0" fmla="*/ 184 w 23"/>
                <a:gd name="T1" fmla="*/ 9 h 32"/>
                <a:gd name="T2" fmla="*/ 56 w 23"/>
                <a:gd name="T3" fmla="*/ 19 h 32"/>
                <a:gd name="T4" fmla="*/ 32 w 23"/>
                <a:gd name="T5" fmla="*/ 204 h 32"/>
                <a:gd name="T6" fmla="*/ 184 w 23"/>
                <a:gd name="T7" fmla="*/ 308 h 32"/>
                <a:gd name="T8" fmla="*/ 184 w 23"/>
                <a:gd name="T9" fmla="*/ 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3" y="1"/>
                  </a:moveTo>
                  <a:cubicBezTo>
                    <a:pt x="17" y="0"/>
                    <a:pt x="11" y="0"/>
                    <a:pt x="7" y="2"/>
                  </a:cubicBezTo>
                  <a:cubicBezTo>
                    <a:pt x="0" y="7"/>
                    <a:pt x="0" y="14"/>
                    <a:pt x="4" y="21"/>
                  </a:cubicBezTo>
                  <a:cubicBezTo>
                    <a:pt x="8" y="27"/>
                    <a:pt x="16" y="30"/>
                    <a:pt x="23" y="32"/>
                  </a:cubicBezTo>
                  <a:lnTo>
                    <a:pt x="23" y="1"/>
                  </a:ln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0" name="Freeform 381">
              <a:extLst>
                <a:ext uri="{FF2B5EF4-FFF2-40B4-BE49-F238E27FC236}">
                  <a16:creationId xmlns:a16="http://schemas.microsoft.com/office/drawing/2014/main" id="{04DDD980-E143-4C30-A175-E4319F16A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47"/>
              <a:ext cx="30" cy="6"/>
            </a:xfrm>
            <a:custGeom>
              <a:avLst/>
              <a:gdLst>
                <a:gd name="T0" fmla="*/ 120 w 15"/>
                <a:gd name="T1" fmla="*/ 16 h 3"/>
                <a:gd name="T2" fmla="*/ 0 w 15"/>
                <a:gd name="T3" fmla="*/ 16 h 3"/>
                <a:gd name="T4" fmla="*/ 120 w 15"/>
                <a:gd name="T5" fmla="*/ 24 h 3"/>
                <a:gd name="T6" fmla="*/ 120 w 15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">
                  <a:moveTo>
                    <a:pt x="15" y="2"/>
                  </a:moveTo>
                  <a:cubicBezTo>
                    <a:pt x="10" y="0"/>
                    <a:pt x="4" y="0"/>
                    <a:pt x="0" y="2"/>
                  </a:cubicBezTo>
                  <a:cubicBezTo>
                    <a:pt x="5" y="0"/>
                    <a:pt x="10" y="1"/>
                    <a:pt x="15" y="3"/>
                  </a:cubicBezTo>
                  <a:lnTo>
                    <a:pt x="15" y="2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1" name="Freeform 382">
              <a:extLst>
                <a:ext uri="{FF2B5EF4-FFF2-40B4-BE49-F238E27FC236}">
                  <a16:creationId xmlns:a16="http://schemas.microsoft.com/office/drawing/2014/main" id="{2FF0A879-7451-4709-989C-7050ADE41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558"/>
              <a:ext cx="44" cy="55"/>
            </a:xfrm>
            <a:custGeom>
              <a:avLst/>
              <a:gdLst>
                <a:gd name="T0" fmla="*/ 176 w 22"/>
                <a:gd name="T1" fmla="*/ 245 h 26"/>
                <a:gd name="T2" fmla="*/ 48 w 22"/>
                <a:gd name="T3" fmla="*/ 133 h 26"/>
                <a:gd name="T4" fmla="*/ 32 w 22"/>
                <a:gd name="T5" fmla="*/ 0 h 26"/>
                <a:gd name="T6" fmla="*/ 32 w 22"/>
                <a:gd name="T7" fmla="*/ 152 h 26"/>
                <a:gd name="T8" fmla="*/ 176 w 22"/>
                <a:gd name="T9" fmla="*/ 2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22" y="26"/>
                  </a:moveTo>
                  <a:cubicBezTo>
                    <a:pt x="16" y="24"/>
                    <a:pt x="9" y="20"/>
                    <a:pt x="6" y="14"/>
                  </a:cubicBezTo>
                  <a:cubicBezTo>
                    <a:pt x="2" y="9"/>
                    <a:pt x="1" y="4"/>
                    <a:pt x="4" y="0"/>
                  </a:cubicBezTo>
                  <a:cubicBezTo>
                    <a:pt x="0" y="4"/>
                    <a:pt x="0" y="10"/>
                    <a:pt x="4" y="16"/>
                  </a:cubicBezTo>
                  <a:cubicBezTo>
                    <a:pt x="8" y="21"/>
                    <a:pt x="15" y="25"/>
                    <a:pt x="22" y="2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2" name="Freeform 383">
              <a:extLst>
                <a:ext uri="{FF2B5EF4-FFF2-40B4-BE49-F238E27FC236}">
                  <a16:creationId xmlns:a16="http://schemas.microsoft.com/office/drawing/2014/main" id="{7B8359ED-9B20-440E-B7BD-A23A9D623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560"/>
              <a:ext cx="32" cy="36"/>
            </a:xfrm>
            <a:custGeom>
              <a:avLst/>
              <a:gdLst>
                <a:gd name="T0" fmla="*/ 128 w 16"/>
                <a:gd name="T1" fmla="*/ 8 h 17"/>
                <a:gd name="T2" fmla="*/ 48 w 16"/>
                <a:gd name="T3" fmla="*/ 8 h 17"/>
                <a:gd name="T4" fmla="*/ 64 w 16"/>
                <a:gd name="T5" fmla="*/ 125 h 17"/>
                <a:gd name="T6" fmla="*/ 128 w 16"/>
                <a:gd name="T7" fmla="*/ 161 h 17"/>
                <a:gd name="T8" fmla="*/ 128 w 16"/>
                <a:gd name="T9" fmla="*/ 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6" y="1"/>
                  </a:moveTo>
                  <a:cubicBezTo>
                    <a:pt x="13" y="0"/>
                    <a:pt x="9" y="0"/>
                    <a:pt x="6" y="1"/>
                  </a:cubicBezTo>
                  <a:cubicBezTo>
                    <a:pt x="0" y="3"/>
                    <a:pt x="2" y="9"/>
                    <a:pt x="8" y="13"/>
                  </a:cubicBezTo>
                  <a:cubicBezTo>
                    <a:pt x="10" y="15"/>
                    <a:pt x="13" y="16"/>
                    <a:pt x="16" y="17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3" name="Freeform 384">
              <a:extLst>
                <a:ext uri="{FF2B5EF4-FFF2-40B4-BE49-F238E27FC236}">
                  <a16:creationId xmlns:a16="http://schemas.microsoft.com/office/drawing/2014/main" id="{010D5A14-586E-447F-B21D-24EF65756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64"/>
              <a:ext cx="30" cy="32"/>
            </a:xfrm>
            <a:custGeom>
              <a:avLst/>
              <a:gdLst>
                <a:gd name="T0" fmla="*/ 120 w 15"/>
                <a:gd name="T1" fmla="*/ 128 h 15"/>
                <a:gd name="T2" fmla="*/ 64 w 15"/>
                <a:gd name="T3" fmla="*/ 96 h 15"/>
                <a:gd name="T4" fmla="*/ 16 w 15"/>
                <a:gd name="T5" fmla="*/ 0 h 15"/>
                <a:gd name="T6" fmla="*/ 56 w 15"/>
                <a:gd name="T7" fmla="*/ 105 h 15"/>
                <a:gd name="T8" fmla="*/ 120 w 15"/>
                <a:gd name="T9" fmla="*/ 145 h 15"/>
                <a:gd name="T10" fmla="*/ 120 w 15"/>
                <a:gd name="T11" fmla="*/ 128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5" y="13"/>
                  </a:moveTo>
                  <a:cubicBezTo>
                    <a:pt x="13" y="12"/>
                    <a:pt x="10" y="11"/>
                    <a:pt x="8" y="10"/>
                  </a:cubicBezTo>
                  <a:cubicBezTo>
                    <a:pt x="4" y="7"/>
                    <a:pt x="2" y="3"/>
                    <a:pt x="2" y="0"/>
                  </a:cubicBezTo>
                  <a:cubicBezTo>
                    <a:pt x="0" y="3"/>
                    <a:pt x="2" y="8"/>
                    <a:pt x="7" y="11"/>
                  </a:cubicBezTo>
                  <a:cubicBezTo>
                    <a:pt x="9" y="13"/>
                    <a:pt x="12" y="14"/>
                    <a:pt x="15" y="15"/>
                  </a:cubicBezTo>
                  <a:lnTo>
                    <a:pt x="15" y="13"/>
                  </a:ln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4" name="Freeform 385">
              <a:extLst>
                <a:ext uri="{FF2B5EF4-FFF2-40B4-BE49-F238E27FC236}">
                  <a16:creationId xmlns:a16="http://schemas.microsoft.com/office/drawing/2014/main" id="{0103F0EB-9700-40EC-811A-6AEF372DF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47"/>
              <a:ext cx="46" cy="68"/>
            </a:xfrm>
            <a:custGeom>
              <a:avLst/>
              <a:gdLst>
                <a:gd name="T0" fmla="*/ 184 w 23"/>
                <a:gd name="T1" fmla="*/ 9 h 32"/>
                <a:gd name="T2" fmla="*/ 56 w 23"/>
                <a:gd name="T3" fmla="*/ 19 h 32"/>
                <a:gd name="T4" fmla="*/ 32 w 23"/>
                <a:gd name="T5" fmla="*/ 204 h 32"/>
                <a:gd name="T6" fmla="*/ 184 w 23"/>
                <a:gd name="T7" fmla="*/ 308 h 32"/>
                <a:gd name="T8" fmla="*/ 184 w 23"/>
                <a:gd name="T9" fmla="*/ 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3" y="1"/>
                  </a:moveTo>
                  <a:cubicBezTo>
                    <a:pt x="17" y="0"/>
                    <a:pt x="11" y="0"/>
                    <a:pt x="7" y="2"/>
                  </a:cubicBezTo>
                  <a:cubicBezTo>
                    <a:pt x="0" y="7"/>
                    <a:pt x="0" y="14"/>
                    <a:pt x="4" y="21"/>
                  </a:cubicBezTo>
                  <a:cubicBezTo>
                    <a:pt x="8" y="27"/>
                    <a:pt x="16" y="30"/>
                    <a:pt x="23" y="32"/>
                  </a:cubicBezTo>
                  <a:lnTo>
                    <a:pt x="23" y="1"/>
                  </a:ln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5" name="Freeform 386">
              <a:extLst>
                <a:ext uri="{FF2B5EF4-FFF2-40B4-BE49-F238E27FC236}">
                  <a16:creationId xmlns:a16="http://schemas.microsoft.com/office/drawing/2014/main" id="{CA673ABC-8B83-4A8E-966E-50531D36C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562"/>
              <a:ext cx="28" cy="34"/>
            </a:xfrm>
            <a:custGeom>
              <a:avLst/>
              <a:gdLst>
                <a:gd name="T0" fmla="*/ 112 w 14"/>
                <a:gd name="T1" fmla="*/ 153 h 16"/>
                <a:gd name="T2" fmla="*/ 48 w 14"/>
                <a:gd name="T3" fmla="*/ 117 h 16"/>
                <a:gd name="T4" fmla="*/ 0 w 14"/>
                <a:gd name="T5" fmla="*/ 28 h 16"/>
                <a:gd name="T6" fmla="*/ 32 w 14"/>
                <a:gd name="T7" fmla="*/ 0 h 16"/>
                <a:gd name="T8" fmla="*/ 0 w 14"/>
                <a:gd name="T9" fmla="*/ 28 h 16"/>
                <a:gd name="T10" fmla="*/ 48 w 14"/>
                <a:gd name="T11" fmla="*/ 117 h 16"/>
                <a:gd name="T12" fmla="*/ 112 w 14"/>
                <a:gd name="T13" fmla="*/ 1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14" y="16"/>
                  </a:moveTo>
                  <a:cubicBezTo>
                    <a:pt x="11" y="15"/>
                    <a:pt x="8" y="14"/>
                    <a:pt x="6" y="12"/>
                  </a:cubicBezTo>
                  <a:cubicBezTo>
                    <a:pt x="2" y="9"/>
                    <a:pt x="0" y="6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6"/>
                    <a:pt x="2" y="10"/>
                    <a:pt x="6" y="12"/>
                  </a:cubicBezTo>
                  <a:cubicBezTo>
                    <a:pt x="8" y="14"/>
                    <a:pt x="11" y="16"/>
                    <a:pt x="1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6" name="Freeform 387">
              <a:extLst>
                <a:ext uri="{FF2B5EF4-FFF2-40B4-BE49-F238E27FC236}">
                  <a16:creationId xmlns:a16="http://schemas.microsoft.com/office/drawing/2014/main" id="{ED371FFB-F62A-451B-9245-9240A98E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877"/>
              <a:ext cx="46" cy="68"/>
            </a:xfrm>
            <a:custGeom>
              <a:avLst/>
              <a:gdLst>
                <a:gd name="T0" fmla="*/ 184 w 23"/>
                <a:gd name="T1" fmla="*/ 19 h 32"/>
                <a:gd name="T2" fmla="*/ 56 w 23"/>
                <a:gd name="T3" fmla="*/ 28 h 32"/>
                <a:gd name="T4" fmla="*/ 32 w 23"/>
                <a:gd name="T5" fmla="*/ 213 h 32"/>
                <a:gd name="T6" fmla="*/ 184 w 23"/>
                <a:gd name="T7" fmla="*/ 308 h 32"/>
                <a:gd name="T8" fmla="*/ 184 w 23"/>
                <a:gd name="T9" fmla="*/ 1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3" y="2"/>
                  </a:moveTo>
                  <a:cubicBezTo>
                    <a:pt x="17" y="0"/>
                    <a:pt x="11" y="0"/>
                    <a:pt x="7" y="3"/>
                  </a:cubicBezTo>
                  <a:cubicBezTo>
                    <a:pt x="0" y="8"/>
                    <a:pt x="0" y="15"/>
                    <a:pt x="4" y="22"/>
                  </a:cubicBezTo>
                  <a:cubicBezTo>
                    <a:pt x="8" y="27"/>
                    <a:pt x="16" y="31"/>
                    <a:pt x="23" y="32"/>
                  </a:cubicBezTo>
                  <a:lnTo>
                    <a:pt x="23" y="2"/>
                  </a:ln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7" name="Freeform 388">
              <a:extLst>
                <a:ext uri="{FF2B5EF4-FFF2-40B4-BE49-F238E27FC236}">
                  <a16:creationId xmlns:a16="http://schemas.microsoft.com/office/drawing/2014/main" id="{A132CEBF-0722-47E3-9200-1F10DBEEC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879"/>
              <a:ext cx="30" cy="4"/>
            </a:xfrm>
            <a:custGeom>
              <a:avLst/>
              <a:gdLst>
                <a:gd name="T0" fmla="*/ 120 w 15"/>
                <a:gd name="T1" fmla="*/ 8 h 2"/>
                <a:gd name="T2" fmla="*/ 0 w 15"/>
                <a:gd name="T3" fmla="*/ 16 h 2"/>
                <a:gd name="T4" fmla="*/ 120 w 15"/>
                <a:gd name="T5" fmla="*/ 16 h 2"/>
                <a:gd name="T6" fmla="*/ 120 w 15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">
                  <a:moveTo>
                    <a:pt x="15" y="1"/>
                  </a:moveTo>
                  <a:cubicBezTo>
                    <a:pt x="10" y="0"/>
                    <a:pt x="4" y="0"/>
                    <a:pt x="0" y="2"/>
                  </a:cubicBezTo>
                  <a:cubicBezTo>
                    <a:pt x="5" y="0"/>
                    <a:pt x="10" y="1"/>
                    <a:pt x="15" y="2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8" name="Freeform 389">
              <a:extLst>
                <a:ext uri="{FF2B5EF4-FFF2-40B4-BE49-F238E27FC236}">
                  <a16:creationId xmlns:a16="http://schemas.microsoft.com/office/drawing/2014/main" id="{8C0BC1E9-CB41-4C8C-B21A-28A30F864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887"/>
              <a:ext cx="44" cy="56"/>
            </a:xfrm>
            <a:custGeom>
              <a:avLst/>
              <a:gdLst>
                <a:gd name="T0" fmla="*/ 176 w 22"/>
                <a:gd name="T1" fmla="*/ 261 h 26"/>
                <a:gd name="T2" fmla="*/ 48 w 22"/>
                <a:gd name="T3" fmla="*/ 149 h 26"/>
                <a:gd name="T4" fmla="*/ 32 w 22"/>
                <a:gd name="T5" fmla="*/ 0 h 26"/>
                <a:gd name="T6" fmla="*/ 32 w 22"/>
                <a:gd name="T7" fmla="*/ 172 h 26"/>
                <a:gd name="T8" fmla="*/ 176 w 22"/>
                <a:gd name="T9" fmla="*/ 26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22" y="26"/>
                  </a:moveTo>
                  <a:cubicBezTo>
                    <a:pt x="16" y="25"/>
                    <a:pt x="9" y="20"/>
                    <a:pt x="6" y="15"/>
                  </a:cubicBezTo>
                  <a:cubicBezTo>
                    <a:pt x="2" y="10"/>
                    <a:pt x="1" y="4"/>
                    <a:pt x="4" y="0"/>
                  </a:cubicBezTo>
                  <a:cubicBezTo>
                    <a:pt x="0" y="5"/>
                    <a:pt x="0" y="11"/>
                    <a:pt x="4" y="17"/>
                  </a:cubicBezTo>
                  <a:cubicBezTo>
                    <a:pt x="8" y="22"/>
                    <a:pt x="15" y="25"/>
                    <a:pt x="22" y="2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9" name="Freeform 390">
              <a:extLst>
                <a:ext uri="{FF2B5EF4-FFF2-40B4-BE49-F238E27FC236}">
                  <a16:creationId xmlns:a16="http://schemas.microsoft.com/office/drawing/2014/main" id="{A14FBFFE-C403-4AC9-BCC9-096567D08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890"/>
              <a:ext cx="32" cy="38"/>
            </a:xfrm>
            <a:custGeom>
              <a:avLst/>
              <a:gdLst>
                <a:gd name="T0" fmla="*/ 128 w 16"/>
                <a:gd name="T1" fmla="*/ 17 h 18"/>
                <a:gd name="T2" fmla="*/ 48 w 16"/>
                <a:gd name="T3" fmla="*/ 8 h 18"/>
                <a:gd name="T4" fmla="*/ 64 w 16"/>
                <a:gd name="T5" fmla="*/ 133 h 18"/>
                <a:gd name="T6" fmla="*/ 128 w 16"/>
                <a:gd name="T7" fmla="*/ 169 h 18"/>
                <a:gd name="T8" fmla="*/ 128 w 16"/>
                <a:gd name="T9" fmla="*/ 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16" y="2"/>
                  </a:moveTo>
                  <a:cubicBezTo>
                    <a:pt x="13" y="1"/>
                    <a:pt x="9" y="0"/>
                    <a:pt x="6" y="1"/>
                  </a:cubicBezTo>
                  <a:cubicBezTo>
                    <a:pt x="0" y="3"/>
                    <a:pt x="2" y="10"/>
                    <a:pt x="8" y="14"/>
                  </a:cubicBezTo>
                  <a:cubicBezTo>
                    <a:pt x="10" y="16"/>
                    <a:pt x="13" y="17"/>
                    <a:pt x="16" y="18"/>
                  </a:cubicBezTo>
                  <a:lnTo>
                    <a:pt x="16" y="2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0" name="Freeform 391">
              <a:extLst>
                <a:ext uri="{FF2B5EF4-FFF2-40B4-BE49-F238E27FC236}">
                  <a16:creationId xmlns:a16="http://schemas.microsoft.com/office/drawing/2014/main" id="{2A0A8520-7E3E-4FB5-AF93-539DF487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896"/>
              <a:ext cx="30" cy="32"/>
            </a:xfrm>
            <a:custGeom>
              <a:avLst/>
              <a:gdLst>
                <a:gd name="T0" fmla="*/ 120 w 15"/>
                <a:gd name="T1" fmla="*/ 128 h 15"/>
                <a:gd name="T2" fmla="*/ 64 w 15"/>
                <a:gd name="T3" fmla="*/ 87 h 15"/>
                <a:gd name="T4" fmla="*/ 16 w 15"/>
                <a:gd name="T5" fmla="*/ 0 h 15"/>
                <a:gd name="T6" fmla="*/ 56 w 15"/>
                <a:gd name="T7" fmla="*/ 105 h 15"/>
                <a:gd name="T8" fmla="*/ 120 w 15"/>
                <a:gd name="T9" fmla="*/ 145 h 15"/>
                <a:gd name="T10" fmla="*/ 120 w 15"/>
                <a:gd name="T11" fmla="*/ 128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5" y="13"/>
                  </a:moveTo>
                  <a:cubicBezTo>
                    <a:pt x="13" y="12"/>
                    <a:pt x="10" y="11"/>
                    <a:pt x="8" y="9"/>
                  </a:cubicBezTo>
                  <a:cubicBezTo>
                    <a:pt x="4" y="6"/>
                    <a:pt x="2" y="3"/>
                    <a:pt x="2" y="0"/>
                  </a:cubicBezTo>
                  <a:cubicBezTo>
                    <a:pt x="0" y="3"/>
                    <a:pt x="2" y="8"/>
                    <a:pt x="7" y="11"/>
                  </a:cubicBezTo>
                  <a:cubicBezTo>
                    <a:pt x="9" y="13"/>
                    <a:pt x="12" y="14"/>
                    <a:pt x="15" y="15"/>
                  </a:cubicBezTo>
                  <a:lnTo>
                    <a:pt x="15" y="13"/>
                  </a:ln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1" name="Freeform 392">
              <a:extLst>
                <a:ext uri="{FF2B5EF4-FFF2-40B4-BE49-F238E27FC236}">
                  <a16:creationId xmlns:a16="http://schemas.microsoft.com/office/drawing/2014/main" id="{CCD2259F-B11C-4518-85BE-CAF04AFEF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877"/>
              <a:ext cx="46" cy="68"/>
            </a:xfrm>
            <a:custGeom>
              <a:avLst/>
              <a:gdLst>
                <a:gd name="T0" fmla="*/ 184 w 23"/>
                <a:gd name="T1" fmla="*/ 19 h 32"/>
                <a:gd name="T2" fmla="*/ 56 w 23"/>
                <a:gd name="T3" fmla="*/ 28 h 32"/>
                <a:gd name="T4" fmla="*/ 32 w 23"/>
                <a:gd name="T5" fmla="*/ 213 h 32"/>
                <a:gd name="T6" fmla="*/ 184 w 23"/>
                <a:gd name="T7" fmla="*/ 308 h 32"/>
                <a:gd name="T8" fmla="*/ 184 w 23"/>
                <a:gd name="T9" fmla="*/ 1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3" y="2"/>
                  </a:moveTo>
                  <a:cubicBezTo>
                    <a:pt x="17" y="0"/>
                    <a:pt x="11" y="0"/>
                    <a:pt x="7" y="3"/>
                  </a:cubicBezTo>
                  <a:cubicBezTo>
                    <a:pt x="0" y="8"/>
                    <a:pt x="0" y="15"/>
                    <a:pt x="4" y="22"/>
                  </a:cubicBezTo>
                  <a:cubicBezTo>
                    <a:pt x="8" y="27"/>
                    <a:pt x="16" y="31"/>
                    <a:pt x="23" y="32"/>
                  </a:cubicBezTo>
                  <a:lnTo>
                    <a:pt x="23" y="2"/>
                  </a:ln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2" name="Freeform 393">
              <a:extLst>
                <a:ext uri="{FF2B5EF4-FFF2-40B4-BE49-F238E27FC236}">
                  <a16:creationId xmlns:a16="http://schemas.microsoft.com/office/drawing/2014/main" id="{69545536-AC8B-4357-8E30-D2B13A96B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892"/>
              <a:ext cx="28" cy="36"/>
            </a:xfrm>
            <a:custGeom>
              <a:avLst/>
              <a:gdLst>
                <a:gd name="T0" fmla="*/ 112 w 14"/>
                <a:gd name="T1" fmla="*/ 161 h 17"/>
                <a:gd name="T2" fmla="*/ 48 w 14"/>
                <a:gd name="T3" fmla="*/ 125 h 17"/>
                <a:gd name="T4" fmla="*/ 0 w 14"/>
                <a:gd name="T5" fmla="*/ 36 h 17"/>
                <a:gd name="T6" fmla="*/ 32 w 14"/>
                <a:gd name="T7" fmla="*/ 0 h 17"/>
                <a:gd name="T8" fmla="*/ 0 w 14"/>
                <a:gd name="T9" fmla="*/ 36 h 17"/>
                <a:gd name="T10" fmla="*/ 48 w 14"/>
                <a:gd name="T11" fmla="*/ 125 h 17"/>
                <a:gd name="T12" fmla="*/ 112 w 14"/>
                <a:gd name="T13" fmla="*/ 16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14" y="17"/>
                  </a:moveTo>
                  <a:cubicBezTo>
                    <a:pt x="11" y="16"/>
                    <a:pt x="8" y="15"/>
                    <a:pt x="6" y="13"/>
                  </a:cubicBezTo>
                  <a:cubicBezTo>
                    <a:pt x="2" y="10"/>
                    <a:pt x="0" y="7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7"/>
                    <a:pt x="2" y="10"/>
                    <a:pt x="6" y="13"/>
                  </a:cubicBezTo>
                  <a:cubicBezTo>
                    <a:pt x="8" y="15"/>
                    <a:pt x="11" y="16"/>
                    <a:pt x="14" y="1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3" name="Freeform 394">
              <a:extLst>
                <a:ext uri="{FF2B5EF4-FFF2-40B4-BE49-F238E27FC236}">
                  <a16:creationId xmlns:a16="http://schemas.microsoft.com/office/drawing/2014/main" id="{2E1D9D6A-5B34-4E9E-8773-8EBE59BBC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736"/>
              <a:ext cx="82" cy="81"/>
            </a:xfrm>
            <a:custGeom>
              <a:avLst/>
              <a:gdLst>
                <a:gd name="T0" fmla="*/ 80 w 41"/>
                <a:gd name="T1" fmla="*/ 60 h 38"/>
                <a:gd name="T2" fmla="*/ 0 w 41"/>
                <a:gd name="T3" fmla="*/ 164 h 38"/>
                <a:gd name="T4" fmla="*/ 24 w 41"/>
                <a:gd name="T5" fmla="*/ 281 h 38"/>
                <a:gd name="T6" fmla="*/ 256 w 41"/>
                <a:gd name="T7" fmla="*/ 264 h 38"/>
                <a:gd name="T8" fmla="*/ 240 w 41"/>
                <a:gd name="T9" fmla="*/ 19 h 38"/>
                <a:gd name="T10" fmla="*/ 80 w 41"/>
                <a:gd name="T11" fmla="*/ 6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8">
                  <a:moveTo>
                    <a:pt x="10" y="6"/>
                  </a:moveTo>
                  <a:cubicBezTo>
                    <a:pt x="5" y="9"/>
                    <a:pt x="2" y="12"/>
                    <a:pt x="0" y="17"/>
                  </a:cubicBezTo>
                  <a:cubicBezTo>
                    <a:pt x="0" y="21"/>
                    <a:pt x="0" y="26"/>
                    <a:pt x="3" y="29"/>
                  </a:cubicBezTo>
                  <a:cubicBezTo>
                    <a:pt x="9" y="38"/>
                    <a:pt x="24" y="37"/>
                    <a:pt x="32" y="27"/>
                  </a:cubicBezTo>
                  <a:cubicBezTo>
                    <a:pt x="41" y="18"/>
                    <a:pt x="38" y="6"/>
                    <a:pt x="30" y="2"/>
                  </a:cubicBezTo>
                  <a:cubicBezTo>
                    <a:pt x="23" y="0"/>
                    <a:pt x="20" y="1"/>
                    <a:pt x="10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4" name="Freeform 395">
              <a:extLst>
                <a:ext uri="{FF2B5EF4-FFF2-40B4-BE49-F238E27FC236}">
                  <a16:creationId xmlns:a16="http://schemas.microsoft.com/office/drawing/2014/main" id="{04471EDA-11C6-4513-9A79-BF2B3252C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741"/>
              <a:ext cx="50" cy="70"/>
            </a:xfrm>
            <a:custGeom>
              <a:avLst/>
              <a:gdLst>
                <a:gd name="T0" fmla="*/ 120 w 25"/>
                <a:gd name="T1" fmla="*/ 8 h 33"/>
                <a:gd name="T2" fmla="*/ 72 w 25"/>
                <a:gd name="T3" fmla="*/ 0 h 33"/>
                <a:gd name="T4" fmla="*/ 112 w 25"/>
                <a:gd name="T5" fmla="*/ 8 h 33"/>
                <a:gd name="T6" fmla="*/ 128 w 25"/>
                <a:gd name="T7" fmla="*/ 238 h 33"/>
                <a:gd name="T8" fmla="*/ 0 w 25"/>
                <a:gd name="T9" fmla="*/ 305 h 33"/>
                <a:gd name="T10" fmla="*/ 136 w 25"/>
                <a:gd name="T11" fmla="*/ 238 h 33"/>
                <a:gd name="T12" fmla="*/ 120 w 25"/>
                <a:gd name="T13" fmla="*/ 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3">
                  <a:moveTo>
                    <a:pt x="15" y="1"/>
                  </a:moveTo>
                  <a:cubicBezTo>
                    <a:pt x="13" y="0"/>
                    <a:pt x="11" y="0"/>
                    <a:pt x="9" y="0"/>
                  </a:cubicBezTo>
                  <a:cubicBezTo>
                    <a:pt x="10" y="0"/>
                    <a:pt x="12" y="0"/>
                    <a:pt x="14" y="1"/>
                  </a:cubicBezTo>
                  <a:cubicBezTo>
                    <a:pt x="21" y="4"/>
                    <a:pt x="24" y="16"/>
                    <a:pt x="16" y="25"/>
                  </a:cubicBezTo>
                  <a:cubicBezTo>
                    <a:pt x="12" y="30"/>
                    <a:pt x="6" y="32"/>
                    <a:pt x="0" y="32"/>
                  </a:cubicBezTo>
                  <a:cubicBezTo>
                    <a:pt x="6" y="33"/>
                    <a:pt x="13" y="30"/>
                    <a:pt x="17" y="25"/>
                  </a:cubicBezTo>
                  <a:cubicBezTo>
                    <a:pt x="25" y="16"/>
                    <a:pt x="22" y="4"/>
                    <a:pt x="15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5" name="Freeform 396">
              <a:extLst>
                <a:ext uri="{FF2B5EF4-FFF2-40B4-BE49-F238E27FC236}">
                  <a16:creationId xmlns:a16="http://schemas.microsoft.com/office/drawing/2014/main" id="{98D054A8-614D-4702-956F-5ED620A0A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741"/>
              <a:ext cx="48" cy="70"/>
            </a:xfrm>
            <a:custGeom>
              <a:avLst/>
              <a:gdLst>
                <a:gd name="T0" fmla="*/ 40 w 24"/>
                <a:gd name="T1" fmla="*/ 257 h 33"/>
                <a:gd name="T2" fmla="*/ 24 w 24"/>
                <a:gd name="T3" fmla="*/ 144 h 33"/>
                <a:gd name="T4" fmla="*/ 96 w 24"/>
                <a:gd name="T5" fmla="*/ 49 h 33"/>
                <a:gd name="T6" fmla="*/ 192 w 24"/>
                <a:gd name="T7" fmla="*/ 0 h 33"/>
                <a:gd name="T8" fmla="*/ 80 w 24"/>
                <a:gd name="T9" fmla="*/ 49 h 33"/>
                <a:gd name="T10" fmla="*/ 8 w 24"/>
                <a:gd name="T11" fmla="*/ 144 h 33"/>
                <a:gd name="T12" fmla="*/ 24 w 24"/>
                <a:gd name="T13" fmla="*/ 257 h 33"/>
                <a:gd name="T14" fmla="*/ 136 w 24"/>
                <a:gd name="T15" fmla="*/ 305 h 33"/>
                <a:gd name="T16" fmla="*/ 40 w 24"/>
                <a:gd name="T17" fmla="*/ 25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3">
                  <a:moveTo>
                    <a:pt x="5" y="27"/>
                  </a:moveTo>
                  <a:cubicBezTo>
                    <a:pt x="2" y="23"/>
                    <a:pt x="2" y="19"/>
                    <a:pt x="3" y="15"/>
                  </a:cubicBezTo>
                  <a:cubicBezTo>
                    <a:pt x="4" y="10"/>
                    <a:pt x="7" y="8"/>
                    <a:pt x="12" y="5"/>
                  </a:cubicBezTo>
                  <a:cubicBezTo>
                    <a:pt x="17" y="2"/>
                    <a:pt x="20" y="0"/>
                    <a:pt x="24" y="0"/>
                  </a:cubicBezTo>
                  <a:cubicBezTo>
                    <a:pt x="20" y="0"/>
                    <a:pt x="16" y="2"/>
                    <a:pt x="10" y="5"/>
                  </a:cubicBezTo>
                  <a:cubicBezTo>
                    <a:pt x="6" y="8"/>
                    <a:pt x="2" y="10"/>
                    <a:pt x="1" y="15"/>
                  </a:cubicBezTo>
                  <a:cubicBezTo>
                    <a:pt x="0" y="19"/>
                    <a:pt x="1" y="23"/>
                    <a:pt x="3" y="27"/>
                  </a:cubicBezTo>
                  <a:cubicBezTo>
                    <a:pt x="6" y="31"/>
                    <a:pt x="11" y="33"/>
                    <a:pt x="17" y="32"/>
                  </a:cubicBezTo>
                  <a:cubicBezTo>
                    <a:pt x="12" y="32"/>
                    <a:pt x="7" y="30"/>
                    <a:pt x="5" y="2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6" name="Freeform 397">
              <a:extLst>
                <a:ext uri="{FF2B5EF4-FFF2-40B4-BE49-F238E27FC236}">
                  <a16:creationId xmlns:a16="http://schemas.microsoft.com/office/drawing/2014/main" id="{14B2988A-61C4-4443-95D8-840DFEAD3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56"/>
              <a:ext cx="48" cy="44"/>
            </a:xfrm>
            <a:custGeom>
              <a:avLst/>
              <a:gdLst>
                <a:gd name="T0" fmla="*/ 120 w 24"/>
                <a:gd name="T1" fmla="*/ 0 h 21"/>
                <a:gd name="T2" fmla="*/ 112 w 24"/>
                <a:gd name="T3" fmla="*/ 149 h 21"/>
                <a:gd name="T4" fmla="*/ 8 w 24"/>
                <a:gd name="T5" fmla="*/ 92 h 21"/>
                <a:gd name="T6" fmla="*/ 120 w 2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15" y="0"/>
                  </a:moveTo>
                  <a:cubicBezTo>
                    <a:pt x="24" y="0"/>
                    <a:pt x="24" y="11"/>
                    <a:pt x="14" y="16"/>
                  </a:cubicBezTo>
                  <a:cubicBezTo>
                    <a:pt x="4" y="21"/>
                    <a:pt x="0" y="14"/>
                    <a:pt x="1" y="10"/>
                  </a:cubicBezTo>
                  <a:cubicBezTo>
                    <a:pt x="1" y="5"/>
                    <a:pt x="9" y="0"/>
                    <a:pt x="15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7" name="Freeform 398">
              <a:extLst>
                <a:ext uri="{FF2B5EF4-FFF2-40B4-BE49-F238E27FC236}">
                  <a16:creationId xmlns:a16="http://schemas.microsoft.com/office/drawing/2014/main" id="{72BD9F52-B158-443C-8FFE-382B3DCD4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758"/>
              <a:ext cx="44" cy="38"/>
            </a:xfrm>
            <a:custGeom>
              <a:avLst/>
              <a:gdLst>
                <a:gd name="T0" fmla="*/ 144 w 22"/>
                <a:gd name="T1" fmla="*/ 0 h 18"/>
                <a:gd name="T2" fmla="*/ 88 w 22"/>
                <a:gd name="T3" fmla="*/ 133 h 18"/>
                <a:gd name="T4" fmla="*/ 0 w 22"/>
                <a:gd name="T5" fmla="*/ 133 h 18"/>
                <a:gd name="T6" fmla="*/ 96 w 22"/>
                <a:gd name="T7" fmla="*/ 144 h 18"/>
                <a:gd name="T8" fmla="*/ 144 w 22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18" y="0"/>
                  </a:moveTo>
                  <a:cubicBezTo>
                    <a:pt x="20" y="4"/>
                    <a:pt x="18" y="10"/>
                    <a:pt x="11" y="14"/>
                  </a:cubicBezTo>
                  <a:cubicBezTo>
                    <a:pt x="6" y="16"/>
                    <a:pt x="2" y="16"/>
                    <a:pt x="0" y="14"/>
                  </a:cubicBezTo>
                  <a:cubicBezTo>
                    <a:pt x="2" y="16"/>
                    <a:pt x="6" y="18"/>
                    <a:pt x="12" y="15"/>
                  </a:cubicBezTo>
                  <a:cubicBezTo>
                    <a:pt x="20" y="11"/>
                    <a:pt x="22" y="3"/>
                    <a:pt x="18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8" name="Freeform 399">
              <a:extLst>
                <a:ext uri="{FF2B5EF4-FFF2-40B4-BE49-F238E27FC236}">
                  <a16:creationId xmlns:a16="http://schemas.microsoft.com/office/drawing/2014/main" id="{D09DBB4A-7AEC-429E-9D45-D383442D0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756"/>
              <a:ext cx="20" cy="17"/>
            </a:xfrm>
            <a:custGeom>
              <a:avLst/>
              <a:gdLst>
                <a:gd name="T0" fmla="*/ 80 w 10"/>
                <a:gd name="T1" fmla="*/ 0 h 8"/>
                <a:gd name="T2" fmla="*/ 0 w 10"/>
                <a:gd name="T3" fmla="*/ 77 h 8"/>
                <a:gd name="T4" fmla="*/ 8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6" y="1"/>
                    <a:pt x="1" y="5"/>
                    <a:pt x="0" y="8"/>
                  </a:cubicBezTo>
                  <a:cubicBezTo>
                    <a:pt x="2" y="6"/>
                    <a:pt x="6" y="2"/>
                    <a:pt x="1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9" name="Freeform 400">
              <a:extLst>
                <a:ext uri="{FF2B5EF4-FFF2-40B4-BE49-F238E27FC236}">
                  <a16:creationId xmlns:a16="http://schemas.microsoft.com/office/drawing/2014/main" id="{D5C14207-E4DF-470E-B7E0-959B0A594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768"/>
              <a:ext cx="30" cy="26"/>
            </a:xfrm>
            <a:custGeom>
              <a:avLst/>
              <a:gdLst>
                <a:gd name="T0" fmla="*/ 0 w 15"/>
                <a:gd name="T1" fmla="*/ 121 h 12"/>
                <a:gd name="T2" fmla="*/ 112 w 15"/>
                <a:gd name="T3" fmla="*/ 0 h 12"/>
                <a:gd name="T4" fmla="*/ 0 w 15"/>
                <a:gd name="T5" fmla="*/ 1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14" y="8"/>
                    <a:pt x="14" y="0"/>
                  </a:cubicBezTo>
                  <a:cubicBezTo>
                    <a:pt x="15" y="3"/>
                    <a:pt x="10" y="12"/>
                    <a:pt x="0" y="12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0" name="Freeform 401">
              <a:extLst>
                <a:ext uri="{FF2B5EF4-FFF2-40B4-BE49-F238E27FC236}">
                  <a16:creationId xmlns:a16="http://schemas.microsoft.com/office/drawing/2014/main" id="{0CDB8D04-A718-4702-9DA1-910D14936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736"/>
              <a:ext cx="82" cy="81"/>
            </a:xfrm>
            <a:custGeom>
              <a:avLst/>
              <a:gdLst>
                <a:gd name="T0" fmla="*/ 80 w 41"/>
                <a:gd name="T1" fmla="*/ 60 h 38"/>
                <a:gd name="T2" fmla="*/ 0 w 41"/>
                <a:gd name="T3" fmla="*/ 164 h 38"/>
                <a:gd name="T4" fmla="*/ 24 w 41"/>
                <a:gd name="T5" fmla="*/ 281 h 38"/>
                <a:gd name="T6" fmla="*/ 256 w 41"/>
                <a:gd name="T7" fmla="*/ 264 h 38"/>
                <a:gd name="T8" fmla="*/ 240 w 41"/>
                <a:gd name="T9" fmla="*/ 19 h 38"/>
                <a:gd name="T10" fmla="*/ 80 w 41"/>
                <a:gd name="T11" fmla="*/ 6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8">
                  <a:moveTo>
                    <a:pt x="10" y="6"/>
                  </a:moveTo>
                  <a:cubicBezTo>
                    <a:pt x="5" y="9"/>
                    <a:pt x="2" y="12"/>
                    <a:pt x="0" y="17"/>
                  </a:cubicBezTo>
                  <a:cubicBezTo>
                    <a:pt x="0" y="21"/>
                    <a:pt x="0" y="26"/>
                    <a:pt x="3" y="29"/>
                  </a:cubicBezTo>
                  <a:cubicBezTo>
                    <a:pt x="9" y="38"/>
                    <a:pt x="24" y="37"/>
                    <a:pt x="32" y="27"/>
                  </a:cubicBezTo>
                  <a:cubicBezTo>
                    <a:pt x="41" y="18"/>
                    <a:pt x="38" y="6"/>
                    <a:pt x="30" y="2"/>
                  </a:cubicBezTo>
                  <a:cubicBezTo>
                    <a:pt x="23" y="0"/>
                    <a:pt x="20" y="1"/>
                    <a:pt x="10" y="6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1" name="Freeform 402">
              <a:extLst>
                <a:ext uri="{FF2B5EF4-FFF2-40B4-BE49-F238E27FC236}">
                  <a16:creationId xmlns:a16="http://schemas.microsoft.com/office/drawing/2014/main" id="{40365127-FCFB-4320-A525-CBDD0E902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56"/>
              <a:ext cx="46" cy="40"/>
            </a:xfrm>
            <a:custGeom>
              <a:avLst/>
              <a:gdLst>
                <a:gd name="T0" fmla="*/ 120 w 23"/>
                <a:gd name="T1" fmla="*/ 0 h 19"/>
                <a:gd name="T2" fmla="*/ 176 w 23"/>
                <a:gd name="T3" fmla="*/ 36 h 19"/>
                <a:gd name="T4" fmla="*/ 112 w 23"/>
                <a:gd name="T5" fmla="*/ 152 h 19"/>
                <a:gd name="T6" fmla="*/ 32 w 23"/>
                <a:gd name="T7" fmla="*/ 152 h 19"/>
                <a:gd name="T8" fmla="*/ 8 w 23"/>
                <a:gd name="T9" fmla="*/ 93 h 19"/>
                <a:gd name="T10" fmla="*/ 8 w 23"/>
                <a:gd name="T11" fmla="*/ 93 h 19"/>
                <a:gd name="T12" fmla="*/ 24 w 23"/>
                <a:gd name="T13" fmla="*/ 152 h 19"/>
                <a:gd name="T14" fmla="*/ 112 w 23"/>
                <a:gd name="T15" fmla="*/ 152 h 19"/>
                <a:gd name="T16" fmla="*/ 176 w 23"/>
                <a:gd name="T17" fmla="*/ 36 h 19"/>
                <a:gd name="T18" fmla="*/ 120 w 23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9">
                  <a:moveTo>
                    <a:pt x="15" y="0"/>
                  </a:moveTo>
                  <a:cubicBezTo>
                    <a:pt x="19" y="0"/>
                    <a:pt x="21" y="2"/>
                    <a:pt x="22" y="4"/>
                  </a:cubicBezTo>
                  <a:cubicBezTo>
                    <a:pt x="22" y="8"/>
                    <a:pt x="20" y="13"/>
                    <a:pt x="14" y="16"/>
                  </a:cubicBezTo>
                  <a:cubicBezTo>
                    <a:pt x="9" y="18"/>
                    <a:pt x="5" y="17"/>
                    <a:pt x="4" y="16"/>
                  </a:cubicBezTo>
                  <a:cubicBezTo>
                    <a:pt x="1" y="15"/>
                    <a:pt x="0" y="12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2"/>
                    <a:pt x="1" y="15"/>
                    <a:pt x="3" y="16"/>
                  </a:cubicBezTo>
                  <a:cubicBezTo>
                    <a:pt x="5" y="18"/>
                    <a:pt x="9" y="19"/>
                    <a:pt x="14" y="16"/>
                  </a:cubicBezTo>
                  <a:cubicBezTo>
                    <a:pt x="21" y="13"/>
                    <a:pt x="23" y="8"/>
                    <a:pt x="22" y="4"/>
                  </a:cubicBezTo>
                  <a:cubicBezTo>
                    <a:pt x="21" y="2"/>
                    <a:pt x="19" y="0"/>
                    <a:pt x="1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2" name="Freeform 403">
              <a:extLst>
                <a:ext uri="{FF2B5EF4-FFF2-40B4-BE49-F238E27FC236}">
                  <a16:creationId xmlns:a16="http://schemas.microsoft.com/office/drawing/2014/main" id="{7C0822DD-07A6-4F49-BFFE-29CE0FA38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658"/>
              <a:ext cx="78" cy="70"/>
            </a:xfrm>
            <a:custGeom>
              <a:avLst/>
              <a:gdLst>
                <a:gd name="T0" fmla="*/ 104 w 39"/>
                <a:gd name="T1" fmla="*/ 28 h 33"/>
                <a:gd name="T2" fmla="*/ 16 w 39"/>
                <a:gd name="T3" fmla="*/ 95 h 33"/>
                <a:gd name="T4" fmla="*/ 8 w 39"/>
                <a:gd name="T5" fmla="*/ 212 h 33"/>
                <a:gd name="T6" fmla="*/ 232 w 39"/>
                <a:gd name="T7" fmla="*/ 257 h 33"/>
                <a:gd name="T8" fmla="*/ 256 w 39"/>
                <a:gd name="T9" fmla="*/ 28 h 33"/>
                <a:gd name="T10" fmla="*/ 104 w 39"/>
                <a:gd name="T11" fmla="*/ 2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3">
                  <a:moveTo>
                    <a:pt x="13" y="3"/>
                  </a:moveTo>
                  <a:cubicBezTo>
                    <a:pt x="8" y="4"/>
                    <a:pt x="4" y="6"/>
                    <a:pt x="2" y="10"/>
                  </a:cubicBezTo>
                  <a:cubicBezTo>
                    <a:pt x="1" y="14"/>
                    <a:pt x="0" y="18"/>
                    <a:pt x="1" y="22"/>
                  </a:cubicBezTo>
                  <a:cubicBezTo>
                    <a:pt x="5" y="31"/>
                    <a:pt x="19" y="33"/>
                    <a:pt x="29" y="27"/>
                  </a:cubicBezTo>
                  <a:cubicBezTo>
                    <a:pt x="39" y="20"/>
                    <a:pt x="38" y="8"/>
                    <a:pt x="32" y="3"/>
                  </a:cubicBezTo>
                  <a:cubicBezTo>
                    <a:pt x="27" y="0"/>
                    <a:pt x="23" y="0"/>
                    <a:pt x="13" y="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3" name="Freeform 404">
              <a:extLst>
                <a:ext uri="{FF2B5EF4-FFF2-40B4-BE49-F238E27FC236}">
                  <a16:creationId xmlns:a16="http://schemas.microsoft.com/office/drawing/2014/main" id="{0B1CA9AB-082B-4752-9D14-97CCA0AE6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662"/>
              <a:ext cx="52" cy="62"/>
            </a:xfrm>
            <a:custGeom>
              <a:avLst/>
              <a:gdLst>
                <a:gd name="T0" fmla="*/ 160 w 26"/>
                <a:gd name="T1" fmla="*/ 19 h 29"/>
                <a:gd name="T2" fmla="*/ 112 w 26"/>
                <a:gd name="T3" fmla="*/ 0 h 29"/>
                <a:gd name="T4" fmla="*/ 152 w 26"/>
                <a:gd name="T5" fmla="*/ 19 h 29"/>
                <a:gd name="T6" fmla="*/ 120 w 26"/>
                <a:gd name="T7" fmla="*/ 233 h 29"/>
                <a:gd name="T8" fmla="*/ 0 w 26"/>
                <a:gd name="T9" fmla="*/ 265 h 29"/>
                <a:gd name="T10" fmla="*/ 136 w 26"/>
                <a:gd name="T11" fmla="*/ 233 h 29"/>
                <a:gd name="T12" fmla="*/ 160 w 26"/>
                <a:gd name="T13" fmla="*/ 1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9">
                  <a:moveTo>
                    <a:pt x="20" y="2"/>
                  </a:moveTo>
                  <a:cubicBezTo>
                    <a:pt x="18" y="1"/>
                    <a:pt x="16" y="0"/>
                    <a:pt x="14" y="0"/>
                  </a:cubicBezTo>
                  <a:cubicBezTo>
                    <a:pt x="16" y="0"/>
                    <a:pt x="17" y="1"/>
                    <a:pt x="19" y="2"/>
                  </a:cubicBezTo>
                  <a:cubicBezTo>
                    <a:pt x="24" y="6"/>
                    <a:pt x="25" y="17"/>
                    <a:pt x="15" y="24"/>
                  </a:cubicBezTo>
                  <a:cubicBezTo>
                    <a:pt x="11" y="27"/>
                    <a:pt x="5" y="28"/>
                    <a:pt x="0" y="27"/>
                  </a:cubicBezTo>
                  <a:cubicBezTo>
                    <a:pt x="5" y="29"/>
                    <a:pt x="11" y="28"/>
                    <a:pt x="17" y="24"/>
                  </a:cubicBezTo>
                  <a:cubicBezTo>
                    <a:pt x="26" y="18"/>
                    <a:pt x="26" y="6"/>
                    <a:pt x="2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4" name="Freeform 405">
              <a:extLst>
                <a:ext uri="{FF2B5EF4-FFF2-40B4-BE49-F238E27FC236}">
                  <a16:creationId xmlns:a16="http://schemas.microsoft.com/office/drawing/2014/main" id="{C29B64D4-9A66-4A8F-A0C2-460168CD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660"/>
              <a:ext cx="52" cy="59"/>
            </a:xfrm>
            <a:custGeom>
              <a:avLst/>
              <a:gdLst>
                <a:gd name="T0" fmla="*/ 24 w 26"/>
                <a:gd name="T1" fmla="*/ 196 h 28"/>
                <a:gd name="T2" fmla="*/ 32 w 26"/>
                <a:gd name="T3" fmla="*/ 84 h 28"/>
                <a:gd name="T4" fmla="*/ 112 w 26"/>
                <a:gd name="T5" fmla="*/ 27 h 28"/>
                <a:gd name="T6" fmla="*/ 208 w 26"/>
                <a:gd name="T7" fmla="*/ 8 h 28"/>
                <a:gd name="T8" fmla="*/ 104 w 26"/>
                <a:gd name="T9" fmla="*/ 17 h 28"/>
                <a:gd name="T10" fmla="*/ 24 w 26"/>
                <a:gd name="T11" fmla="*/ 84 h 28"/>
                <a:gd name="T12" fmla="*/ 16 w 26"/>
                <a:gd name="T13" fmla="*/ 188 h 28"/>
                <a:gd name="T14" fmla="*/ 104 w 26"/>
                <a:gd name="T15" fmla="*/ 261 h 28"/>
                <a:gd name="T16" fmla="*/ 24 w 26"/>
                <a:gd name="T17" fmla="*/ 19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8">
                  <a:moveTo>
                    <a:pt x="3" y="21"/>
                  </a:moveTo>
                  <a:cubicBezTo>
                    <a:pt x="2" y="17"/>
                    <a:pt x="3" y="13"/>
                    <a:pt x="4" y="9"/>
                  </a:cubicBezTo>
                  <a:cubicBezTo>
                    <a:pt x="6" y="5"/>
                    <a:pt x="10" y="4"/>
                    <a:pt x="14" y="3"/>
                  </a:cubicBezTo>
                  <a:cubicBezTo>
                    <a:pt x="20" y="1"/>
                    <a:pt x="23" y="0"/>
                    <a:pt x="26" y="1"/>
                  </a:cubicBezTo>
                  <a:cubicBezTo>
                    <a:pt x="23" y="0"/>
                    <a:pt x="19" y="1"/>
                    <a:pt x="13" y="2"/>
                  </a:cubicBezTo>
                  <a:cubicBezTo>
                    <a:pt x="9" y="4"/>
                    <a:pt x="5" y="5"/>
                    <a:pt x="3" y="9"/>
                  </a:cubicBezTo>
                  <a:cubicBezTo>
                    <a:pt x="1" y="13"/>
                    <a:pt x="0" y="17"/>
                    <a:pt x="2" y="20"/>
                  </a:cubicBezTo>
                  <a:cubicBezTo>
                    <a:pt x="4" y="25"/>
                    <a:pt x="8" y="28"/>
                    <a:pt x="13" y="28"/>
                  </a:cubicBezTo>
                  <a:cubicBezTo>
                    <a:pt x="9" y="27"/>
                    <a:pt x="5" y="25"/>
                    <a:pt x="3" y="21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5" name="Freeform 406">
              <a:extLst>
                <a:ext uri="{FF2B5EF4-FFF2-40B4-BE49-F238E27FC236}">
                  <a16:creationId xmlns:a16="http://schemas.microsoft.com/office/drawing/2014/main" id="{7B587DC2-A61D-4B10-A918-716858527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670"/>
              <a:ext cx="50" cy="39"/>
            </a:xfrm>
            <a:custGeom>
              <a:avLst/>
              <a:gdLst>
                <a:gd name="T0" fmla="*/ 136 w 25"/>
                <a:gd name="T1" fmla="*/ 9 h 18"/>
                <a:gd name="T2" fmla="*/ 96 w 25"/>
                <a:gd name="T3" fmla="*/ 165 h 18"/>
                <a:gd name="T4" fmla="*/ 8 w 25"/>
                <a:gd name="T5" fmla="*/ 80 h 18"/>
                <a:gd name="T6" fmla="*/ 136 w 25"/>
                <a:gd name="T7" fmla="*/ 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17" y="1"/>
                  </a:moveTo>
                  <a:cubicBezTo>
                    <a:pt x="25" y="4"/>
                    <a:pt x="22" y="14"/>
                    <a:pt x="12" y="16"/>
                  </a:cubicBezTo>
                  <a:cubicBezTo>
                    <a:pt x="2" y="18"/>
                    <a:pt x="0" y="11"/>
                    <a:pt x="1" y="8"/>
                  </a:cubicBezTo>
                  <a:cubicBezTo>
                    <a:pt x="2" y="3"/>
                    <a:pt x="11" y="0"/>
                    <a:pt x="17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6" name="Freeform 407">
              <a:extLst>
                <a:ext uri="{FF2B5EF4-FFF2-40B4-BE49-F238E27FC236}">
                  <a16:creationId xmlns:a16="http://schemas.microsoft.com/office/drawing/2014/main" id="{524A4BEF-FB30-42D2-8627-AF72762C6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679"/>
              <a:ext cx="46" cy="28"/>
            </a:xfrm>
            <a:custGeom>
              <a:avLst/>
              <a:gdLst>
                <a:gd name="T0" fmla="*/ 152 w 23"/>
                <a:gd name="T1" fmla="*/ 0 h 13"/>
                <a:gd name="T2" fmla="*/ 80 w 23"/>
                <a:gd name="T3" fmla="*/ 101 h 13"/>
                <a:gd name="T4" fmla="*/ 0 w 23"/>
                <a:gd name="T5" fmla="*/ 80 h 13"/>
                <a:gd name="T6" fmla="*/ 88 w 23"/>
                <a:gd name="T7" fmla="*/ 121 h 13"/>
                <a:gd name="T8" fmla="*/ 152 w 2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19" y="0"/>
                  </a:moveTo>
                  <a:cubicBezTo>
                    <a:pt x="21" y="3"/>
                    <a:pt x="18" y="9"/>
                    <a:pt x="10" y="10"/>
                  </a:cubicBezTo>
                  <a:cubicBezTo>
                    <a:pt x="5" y="12"/>
                    <a:pt x="2" y="10"/>
                    <a:pt x="0" y="8"/>
                  </a:cubicBezTo>
                  <a:cubicBezTo>
                    <a:pt x="2" y="11"/>
                    <a:pt x="5" y="13"/>
                    <a:pt x="11" y="12"/>
                  </a:cubicBezTo>
                  <a:cubicBezTo>
                    <a:pt x="19" y="10"/>
                    <a:pt x="23" y="3"/>
                    <a:pt x="1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7" name="Freeform 408">
              <a:extLst>
                <a:ext uri="{FF2B5EF4-FFF2-40B4-BE49-F238E27FC236}">
                  <a16:creationId xmlns:a16="http://schemas.microsoft.com/office/drawing/2014/main" id="{5F1D22A0-FAB3-421E-A3AE-925142C9A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673"/>
              <a:ext cx="20" cy="10"/>
            </a:xfrm>
            <a:custGeom>
              <a:avLst/>
              <a:gdLst>
                <a:gd name="T0" fmla="*/ 80 w 10"/>
                <a:gd name="T1" fmla="*/ 0 h 5"/>
                <a:gd name="T2" fmla="*/ 0 w 10"/>
                <a:gd name="T3" fmla="*/ 40 h 5"/>
                <a:gd name="T4" fmla="*/ 8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7" y="0"/>
                    <a:pt x="1" y="2"/>
                    <a:pt x="0" y="5"/>
                  </a:cubicBezTo>
                  <a:cubicBezTo>
                    <a:pt x="2" y="3"/>
                    <a:pt x="7" y="1"/>
                    <a:pt x="1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8" name="Freeform 409">
              <a:extLst>
                <a:ext uri="{FF2B5EF4-FFF2-40B4-BE49-F238E27FC236}">
                  <a16:creationId xmlns:a16="http://schemas.microsoft.com/office/drawing/2014/main" id="{05AD8768-13EA-4F21-8BEE-257D67D16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687"/>
              <a:ext cx="32" cy="24"/>
            </a:xfrm>
            <a:custGeom>
              <a:avLst/>
              <a:gdLst>
                <a:gd name="T0" fmla="*/ 0 w 16"/>
                <a:gd name="T1" fmla="*/ 81 h 11"/>
                <a:gd name="T2" fmla="*/ 128 w 16"/>
                <a:gd name="T3" fmla="*/ 0 h 11"/>
                <a:gd name="T4" fmla="*/ 0 w 16"/>
                <a:gd name="T5" fmla="*/ 8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8"/>
                  </a:moveTo>
                  <a:cubicBezTo>
                    <a:pt x="3" y="9"/>
                    <a:pt x="14" y="8"/>
                    <a:pt x="16" y="0"/>
                  </a:cubicBezTo>
                  <a:cubicBezTo>
                    <a:pt x="16" y="4"/>
                    <a:pt x="9" y="11"/>
                    <a:pt x="0" y="8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9" name="Freeform 410">
              <a:extLst>
                <a:ext uri="{FF2B5EF4-FFF2-40B4-BE49-F238E27FC236}">
                  <a16:creationId xmlns:a16="http://schemas.microsoft.com/office/drawing/2014/main" id="{64F84D8E-52A6-433C-8D2C-BDD008B40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658"/>
              <a:ext cx="78" cy="70"/>
            </a:xfrm>
            <a:custGeom>
              <a:avLst/>
              <a:gdLst>
                <a:gd name="T0" fmla="*/ 104 w 39"/>
                <a:gd name="T1" fmla="*/ 28 h 33"/>
                <a:gd name="T2" fmla="*/ 16 w 39"/>
                <a:gd name="T3" fmla="*/ 95 h 33"/>
                <a:gd name="T4" fmla="*/ 8 w 39"/>
                <a:gd name="T5" fmla="*/ 212 h 33"/>
                <a:gd name="T6" fmla="*/ 232 w 39"/>
                <a:gd name="T7" fmla="*/ 257 h 33"/>
                <a:gd name="T8" fmla="*/ 256 w 39"/>
                <a:gd name="T9" fmla="*/ 28 h 33"/>
                <a:gd name="T10" fmla="*/ 104 w 39"/>
                <a:gd name="T11" fmla="*/ 2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3">
                  <a:moveTo>
                    <a:pt x="13" y="3"/>
                  </a:moveTo>
                  <a:cubicBezTo>
                    <a:pt x="8" y="4"/>
                    <a:pt x="4" y="6"/>
                    <a:pt x="2" y="10"/>
                  </a:cubicBezTo>
                  <a:cubicBezTo>
                    <a:pt x="1" y="14"/>
                    <a:pt x="0" y="18"/>
                    <a:pt x="1" y="22"/>
                  </a:cubicBezTo>
                  <a:cubicBezTo>
                    <a:pt x="5" y="31"/>
                    <a:pt x="19" y="33"/>
                    <a:pt x="29" y="27"/>
                  </a:cubicBezTo>
                  <a:cubicBezTo>
                    <a:pt x="39" y="20"/>
                    <a:pt x="38" y="8"/>
                    <a:pt x="32" y="3"/>
                  </a:cubicBezTo>
                  <a:cubicBezTo>
                    <a:pt x="27" y="0"/>
                    <a:pt x="23" y="0"/>
                    <a:pt x="13" y="3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0" name="Freeform 411">
              <a:extLst>
                <a:ext uri="{FF2B5EF4-FFF2-40B4-BE49-F238E27FC236}">
                  <a16:creationId xmlns:a16="http://schemas.microsoft.com/office/drawing/2014/main" id="{E0DC3EF8-54FA-4C8B-929F-C7931DA8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673"/>
              <a:ext cx="44" cy="34"/>
            </a:xfrm>
            <a:custGeom>
              <a:avLst/>
              <a:gdLst>
                <a:gd name="T0" fmla="*/ 136 w 22"/>
                <a:gd name="T1" fmla="*/ 0 h 16"/>
                <a:gd name="T2" fmla="*/ 168 w 22"/>
                <a:gd name="T3" fmla="*/ 60 h 16"/>
                <a:gd name="T4" fmla="*/ 96 w 22"/>
                <a:gd name="T5" fmla="*/ 145 h 16"/>
                <a:gd name="T6" fmla="*/ 16 w 22"/>
                <a:gd name="T7" fmla="*/ 128 h 16"/>
                <a:gd name="T8" fmla="*/ 8 w 22"/>
                <a:gd name="T9" fmla="*/ 68 h 16"/>
                <a:gd name="T10" fmla="*/ 8 w 22"/>
                <a:gd name="T11" fmla="*/ 68 h 16"/>
                <a:gd name="T12" fmla="*/ 16 w 22"/>
                <a:gd name="T13" fmla="*/ 128 h 16"/>
                <a:gd name="T14" fmla="*/ 96 w 22"/>
                <a:gd name="T15" fmla="*/ 145 h 16"/>
                <a:gd name="T16" fmla="*/ 176 w 22"/>
                <a:gd name="T17" fmla="*/ 60 h 16"/>
                <a:gd name="T18" fmla="*/ 136 w 22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6">
                  <a:moveTo>
                    <a:pt x="17" y="0"/>
                  </a:moveTo>
                  <a:cubicBezTo>
                    <a:pt x="20" y="1"/>
                    <a:pt x="21" y="3"/>
                    <a:pt x="21" y="6"/>
                  </a:cubicBezTo>
                  <a:cubicBezTo>
                    <a:pt x="21" y="9"/>
                    <a:pt x="18" y="13"/>
                    <a:pt x="12" y="15"/>
                  </a:cubicBezTo>
                  <a:cubicBezTo>
                    <a:pt x="7" y="16"/>
                    <a:pt x="4" y="14"/>
                    <a:pt x="2" y="13"/>
                  </a:cubicBezTo>
                  <a:cubicBezTo>
                    <a:pt x="1" y="11"/>
                    <a:pt x="0" y="8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9"/>
                    <a:pt x="1" y="11"/>
                    <a:pt x="2" y="13"/>
                  </a:cubicBezTo>
                  <a:cubicBezTo>
                    <a:pt x="4" y="15"/>
                    <a:pt x="7" y="16"/>
                    <a:pt x="12" y="15"/>
                  </a:cubicBezTo>
                  <a:cubicBezTo>
                    <a:pt x="19" y="13"/>
                    <a:pt x="22" y="9"/>
                    <a:pt x="22" y="6"/>
                  </a:cubicBezTo>
                  <a:cubicBezTo>
                    <a:pt x="22" y="3"/>
                    <a:pt x="20" y="1"/>
                    <a:pt x="1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1" name="Freeform 412">
              <a:extLst>
                <a:ext uri="{FF2B5EF4-FFF2-40B4-BE49-F238E27FC236}">
                  <a16:creationId xmlns:a16="http://schemas.microsoft.com/office/drawing/2014/main" id="{4FDD32AC-E3AC-42E7-8DBD-64A02E910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719"/>
              <a:ext cx="106" cy="117"/>
            </a:xfrm>
            <a:custGeom>
              <a:avLst/>
              <a:gdLst>
                <a:gd name="T0" fmla="*/ 336 w 53"/>
                <a:gd name="T1" fmla="*/ 394 h 55"/>
                <a:gd name="T2" fmla="*/ 328 w 53"/>
                <a:gd name="T3" fmla="*/ 96 h 55"/>
                <a:gd name="T4" fmla="*/ 56 w 53"/>
                <a:gd name="T5" fmla="*/ 136 h 55"/>
                <a:gd name="T6" fmla="*/ 336 w 53"/>
                <a:gd name="T7" fmla="*/ 394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5">
                  <a:moveTo>
                    <a:pt x="42" y="41"/>
                  </a:moveTo>
                  <a:cubicBezTo>
                    <a:pt x="53" y="34"/>
                    <a:pt x="53" y="19"/>
                    <a:pt x="41" y="10"/>
                  </a:cubicBezTo>
                  <a:cubicBezTo>
                    <a:pt x="29" y="0"/>
                    <a:pt x="15" y="1"/>
                    <a:pt x="7" y="14"/>
                  </a:cubicBezTo>
                  <a:cubicBezTo>
                    <a:pt x="0" y="28"/>
                    <a:pt x="23" y="55"/>
                    <a:pt x="42" y="4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2" name="Freeform 413">
              <a:extLst>
                <a:ext uri="{FF2B5EF4-FFF2-40B4-BE49-F238E27FC236}">
                  <a16:creationId xmlns:a16="http://schemas.microsoft.com/office/drawing/2014/main" id="{B996F178-1B09-409E-9F31-72054EF5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753"/>
              <a:ext cx="82" cy="71"/>
            </a:xfrm>
            <a:custGeom>
              <a:avLst/>
              <a:gdLst>
                <a:gd name="T0" fmla="*/ 280 w 41"/>
                <a:gd name="T1" fmla="*/ 0 h 33"/>
                <a:gd name="T2" fmla="*/ 240 w 41"/>
                <a:gd name="T3" fmla="*/ 226 h 33"/>
                <a:gd name="T4" fmla="*/ 0 w 41"/>
                <a:gd name="T5" fmla="*/ 148 h 33"/>
                <a:gd name="T6" fmla="*/ 248 w 41"/>
                <a:gd name="T7" fmla="*/ 241 h 33"/>
                <a:gd name="T8" fmla="*/ 280 w 41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3">
                  <a:moveTo>
                    <a:pt x="35" y="0"/>
                  </a:moveTo>
                  <a:cubicBezTo>
                    <a:pt x="40" y="9"/>
                    <a:pt x="38" y="18"/>
                    <a:pt x="30" y="23"/>
                  </a:cubicBezTo>
                  <a:cubicBezTo>
                    <a:pt x="19" y="31"/>
                    <a:pt x="7" y="24"/>
                    <a:pt x="0" y="15"/>
                  </a:cubicBezTo>
                  <a:cubicBezTo>
                    <a:pt x="6" y="25"/>
                    <a:pt x="19" y="33"/>
                    <a:pt x="31" y="24"/>
                  </a:cubicBezTo>
                  <a:cubicBezTo>
                    <a:pt x="40" y="19"/>
                    <a:pt x="41" y="9"/>
                    <a:pt x="35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3" name="Freeform 414">
              <a:extLst>
                <a:ext uri="{FF2B5EF4-FFF2-40B4-BE49-F238E27FC236}">
                  <a16:creationId xmlns:a16="http://schemas.microsoft.com/office/drawing/2014/main" id="{52CE6537-498F-40A0-9609-5A0324405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721"/>
              <a:ext cx="66" cy="69"/>
            </a:xfrm>
            <a:custGeom>
              <a:avLst/>
              <a:gdLst>
                <a:gd name="T0" fmla="*/ 40 w 33"/>
                <a:gd name="T1" fmla="*/ 302 h 32"/>
                <a:gd name="T2" fmla="*/ 32 w 33"/>
                <a:gd name="T3" fmla="*/ 149 h 32"/>
                <a:gd name="T4" fmla="*/ 256 w 33"/>
                <a:gd name="T5" fmla="*/ 80 h 32"/>
                <a:gd name="T6" fmla="*/ 256 w 33"/>
                <a:gd name="T7" fmla="*/ 80 h 32"/>
                <a:gd name="T8" fmla="*/ 16 w 33"/>
                <a:gd name="T9" fmla="*/ 140 h 32"/>
                <a:gd name="T10" fmla="*/ 40 w 33"/>
                <a:gd name="T11" fmla="*/ 311 h 32"/>
                <a:gd name="T12" fmla="*/ 40 w 33"/>
                <a:gd name="T13" fmla="*/ 30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2">
                  <a:moveTo>
                    <a:pt x="5" y="30"/>
                  </a:moveTo>
                  <a:cubicBezTo>
                    <a:pt x="2" y="25"/>
                    <a:pt x="1" y="19"/>
                    <a:pt x="4" y="15"/>
                  </a:cubicBezTo>
                  <a:cubicBezTo>
                    <a:pt x="10" y="4"/>
                    <a:pt x="21" y="2"/>
                    <a:pt x="32" y="8"/>
                  </a:cubicBezTo>
                  <a:cubicBezTo>
                    <a:pt x="33" y="9"/>
                    <a:pt x="33" y="8"/>
                    <a:pt x="32" y="8"/>
                  </a:cubicBezTo>
                  <a:cubicBezTo>
                    <a:pt x="21" y="0"/>
                    <a:pt x="9" y="2"/>
                    <a:pt x="2" y="14"/>
                  </a:cubicBezTo>
                  <a:cubicBezTo>
                    <a:pt x="0" y="18"/>
                    <a:pt x="1" y="25"/>
                    <a:pt x="5" y="31"/>
                  </a:cubicBezTo>
                  <a:cubicBezTo>
                    <a:pt x="6" y="32"/>
                    <a:pt x="6" y="32"/>
                    <a:pt x="5" y="3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4" name="Freeform 415">
              <a:extLst>
                <a:ext uri="{FF2B5EF4-FFF2-40B4-BE49-F238E27FC236}">
                  <a16:creationId xmlns:a16="http://schemas.microsoft.com/office/drawing/2014/main" id="{82FF1D64-056A-4606-9F53-F5CE9E6A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734"/>
              <a:ext cx="62" cy="66"/>
            </a:xfrm>
            <a:custGeom>
              <a:avLst/>
              <a:gdLst>
                <a:gd name="T0" fmla="*/ 16 w 31"/>
                <a:gd name="T1" fmla="*/ 117 h 31"/>
                <a:gd name="T2" fmla="*/ 168 w 31"/>
                <a:gd name="T3" fmla="*/ 273 h 31"/>
                <a:gd name="T4" fmla="*/ 184 w 31"/>
                <a:gd name="T5" fmla="*/ 68 h 31"/>
                <a:gd name="T6" fmla="*/ 16 w 31"/>
                <a:gd name="T7" fmla="*/ 11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1">
                  <a:moveTo>
                    <a:pt x="2" y="12"/>
                  </a:moveTo>
                  <a:cubicBezTo>
                    <a:pt x="0" y="22"/>
                    <a:pt x="13" y="31"/>
                    <a:pt x="21" y="28"/>
                  </a:cubicBezTo>
                  <a:cubicBezTo>
                    <a:pt x="29" y="25"/>
                    <a:pt x="31" y="11"/>
                    <a:pt x="23" y="7"/>
                  </a:cubicBezTo>
                  <a:cubicBezTo>
                    <a:pt x="11" y="0"/>
                    <a:pt x="3" y="4"/>
                    <a:pt x="2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5" name="Freeform 416">
              <a:extLst>
                <a:ext uri="{FF2B5EF4-FFF2-40B4-BE49-F238E27FC236}">
                  <a16:creationId xmlns:a16="http://schemas.microsoft.com/office/drawing/2014/main" id="{E2835DB2-6B07-448C-9580-BA804C733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756"/>
              <a:ext cx="54" cy="42"/>
            </a:xfrm>
            <a:custGeom>
              <a:avLst/>
              <a:gdLst>
                <a:gd name="T0" fmla="*/ 184 w 27"/>
                <a:gd name="T1" fmla="*/ 0 h 20"/>
                <a:gd name="T2" fmla="*/ 136 w 27"/>
                <a:gd name="T3" fmla="*/ 141 h 20"/>
                <a:gd name="T4" fmla="*/ 0 w 27"/>
                <a:gd name="T5" fmla="*/ 76 h 20"/>
                <a:gd name="T6" fmla="*/ 144 w 27"/>
                <a:gd name="T7" fmla="*/ 168 h 20"/>
                <a:gd name="T8" fmla="*/ 184 w 2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23" y="0"/>
                  </a:moveTo>
                  <a:cubicBezTo>
                    <a:pt x="25" y="5"/>
                    <a:pt x="22" y="13"/>
                    <a:pt x="17" y="15"/>
                  </a:cubicBezTo>
                  <a:cubicBezTo>
                    <a:pt x="11" y="18"/>
                    <a:pt x="3" y="14"/>
                    <a:pt x="0" y="8"/>
                  </a:cubicBezTo>
                  <a:cubicBezTo>
                    <a:pt x="3" y="15"/>
                    <a:pt x="12" y="20"/>
                    <a:pt x="18" y="18"/>
                  </a:cubicBezTo>
                  <a:cubicBezTo>
                    <a:pt x="24" y="15"/>
                    <a:pt x="27" y="5"/>
                    <a:pt x="23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6" name="Freeform 417">
              <a:extLst>
                <a:ext uri="{FF2B5EF4-FFF2-40B4-BE49-F238E27FC236}">
                  <a16:creationId xmlns:a16="http://schemas.microsoft.com/office/drawing/2014/main" id="{62D446C0-8FD5-44E5-A911-06967093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738"/>
              <a:ext cx="28" cy="11"/>
            </a:xfrm>
            <a:custGeom>
              <a:avLst/>
              <a:gdLst>
                <a:gd name="T0" fmla="*/ 112 w 14"/>
                <a:gd name="T1" fmla="*/ 20 h 5"/>
                <a:gd name="T2" fmla="*/ 0 w 14"/>
                <a:gd name="T3" fmla="*/ 53 h 5"/>
                <a:gd name="T4" fmla="*/ 112 w 1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14" y="2"/>
                  </a:moveTo>
                  <a:cubicBezTo>
                    <a:pt x="9" y="0"/>
                    <a:pt x="3" y="1"/>
                    <a:pt x="0" y="5"/>
                  </a:cubicBezTo>
                  <a:cubicBezTo>
                    <a:pt x="3" y="4"/>
                    <a:pt x="7" y="1"/>
                    <a:pt x="14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7" name="Freeform 418">
              <a:extLst>
                <a:ext uri="{FF2B5EF4-FFF2-40B4-BE49-F238E27FC236}">
                  <a16:creationId xmlns:a16="http://schemas.microsoft.com/office/drawing/2014/main" id="{D514FE36-78E8-4FAB-A285-3A41D2E82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770"/>
              <a:ext cx="40" cy="37"/>
            </a:xfrm>
            <a:custGeom>
              <a:avLst/>
              <a:gdLst>
                <a:gd name="T0" fmla="*/ 160 w 20"/>
                <a:gd name="T1" fmla="*/ 0 h 17"/>
                <a:gd name="T2" fmla="*/ 0 w 20"/>
                <a:gd name="T3" fmla="*/ 96 h 17"/>
                <a:gd name="T4" fmla="*/ 160 w 2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20" y="0"/>
                  </a:moveTo>
                  <a:cubicBezTo>
                    <a:pt x="19" y="6"/>
                    <a:pt x="14" y="17"/>
                    <a:pt x="0" y="9"/>
                  </a:cubicBezTo>
                  <a:cubicBezTo>
                    <a:pt x="6" y="13"/>
                    <a:pt x="17" y="17"/>
                    <a:pt x="2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8" name="Freeform 419">
              <a:extLst>
                <a:ext uri="{FF2B5EF4-FFF2-40B4-BE49-F238E27FC236}">
                  <a16:creationId xmlns:a16="http://schemas.microsoft.com/office/drawing/2014/main" id="{24B82F45-3ADA-4B5C-854D-F0C66576B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719"/>
              <a:ext cx="106" cy="117"/>
            </a:xfrm>
            <a:custGeom>
              <a:avLst/>
              <a:gdLst>
                <a:gd name="T0" fmla="*/ 336 w 53"/>
                <a:gd name="T1" fmla="*/ 394 h 55"/>
                <a:gd name="T2" fmla="*/ 328 w 53"/>
                <a:gd name="T3" fmla="*/ 96 h 55"/>
                <a:gd name="T4" fmla="*/ 56 w 53"/>
                <a:gd name="T5" fmla="*/ 136 h 55"/>
                <a:gd name="T6" fmla="*/ 336 w 53"/>
                <a:gd name="T7" fmla="*/ 394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5">
                  <a:moveTo>
                    <a:pt x="42" y="41"/>
                  </a:moveTo>
                  <a:cubicBezTo>
                    <a:pt x="53" y="34"/>
                    <a:pt x="53" y="19"/>
                    <a:pt x="41" y="10"/>
                  </a:cubicBezTo>
                  <a:cubicBezTo>
                    <a:pt x="29" y="0"/>
                    <a:pt x="15" y="1"/>
                    <a:pt x="7" y="14"/>
                  </a:cubicBezTo>
                  <a:cubicBezTo>
                    <a:pt x="0" y="28"/>
                    <a:pt x="23" y="55"/>
                    <a:pt x="42" y="4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9" name="Freeform 420">
              <a:extLst>
                <a:ext uri="{FF2B5EF4-FFF2-40B4-BE49-F238E27FC236}">
                  <a16:creationId xmlns:a16="http://schemas.microsoft.com/office/drawing/2014/main" id="{ED47888C-EB7F-4DAE-8DCF-560B21C0A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749"/>
              <a:ext cx="54" cy="47"/>
            </a:xfrm>
            <a:custGeom>
              <a:avLst/>
              <a:gdLst>
                <a:gd name="T0" fmla="*/ 176 w 27"/>
                <a:gd name="T1" fmla="*/ 0 h 22"/>
                <a:gd name="T2" fmla="*/ 216 w 27"/>
                <a:gd name="T3" fmla="*/ 96 h 22"/>
                <a:gd name="T4" fmla="*/ 160 w 27"/>
                <a:gd name="T5" fmla="*/ 197 h 22"/>
                <a:gd name="T6" fmla="*/ 48 w 27"/>
                <a:gd name="T7" fmla="*/ 165 h 22"/>
                <a:gd name="T8" fmla="*/ 8 w 27"/>
                <a:gd name="T9" fmla="*/ 51 h 22"/>
                <a:gd name="T10" fmla="*/ 8 w 27"/>
                <a:gd name="T11" fmla="*/ 51 h 22"/>
                <a:gd name="T12" fmla="*/ 48 w 27"/>
                <a:gd name="T13" fmla="*/ 173 h 22"/>
                <a:gd name="T14" fmla="*/ 160 w 27"/>
                <a:gd name="T15" fmla="*/ 205 h 22"/>
                <a:gd name="T16" fmla="*/ 216 w 27"/>
                <a:gd name="T17" fmla="*/ 96 h 22"/>
                <a:gd name="T18" fmla="*/ 176 w 27"/>
                <a:gd name="T19" fmla="*/ 0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2">
                  <a:moveTo>
                    <a:pt x="22" y="0"/>
                  </a:moveTo>
                  <a:cubicBezTo>
                    <a:pt x="25" y="1"/>
                    <a:pt x="27" y="5"/>
                    <a:pt x="27" y="10"/>
                  </a:cubicBezTo>
                  <a:cubicBezTo>
                    <a:pt x="26" y="15"/>
                    <a:pt x="24" y="19"/>
                    <a:pt x="20" y="20"/>
                  </a:cubicBezTo>
                  <a:cubicBezTo>
                    <a:pt x="16" y="22"/>
                    <a:pt x="11" y="21"/>
                    <a:pt x="6" y="17"/>
                  </a:cubicBezTo>
                  <a:cubicBezTo>
                    <a:pt x="2" y="14"/>
                    <a:pt x="0" y="9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9"/>
                    <a:pt x="2" y="14"/>
                    <a:pt x="6" y="18"/>
                  </a:cubicBezTo>
                  <a:cubicBezTo>
                    <a:pt x="11" y="21"/>
                    <a:pt x="16" y="22"/>
                    <a:pt x="20" y="21"/>
                  </a:cubicBezTo>
                  <a:cubicBezTo>
                    <a:pt x="24" y="19"/>
                    <a:pt x="27" y="15"/>
                    <a:pt x="27" y="10"/>
                  </a:cubicBezTo>
                  <a:cubicBezTo>
                    <a:pt x="27" y="5"/>
                    <a:pt x="25" y="1"/>
                    <a:pt x="22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0" name="Freeform 421">
              <a:extLst>
                <a:ext uri="{FF2B5EF4-FFF2-40B4-BE49-F238E27FC236}">
                  <a16:creationId xmlns:a16="http://schemas.microsoft.com/office/drawing/2014/main" id="{A6256B08-68CF-4FB6-A53B-EA830C931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687"/>
              <a:ext cx="99" cy="90"/>
            </a:xfrm>
            <a:custGeom>
              <a:avLst/>
              <a:gdLst>
                <a:gd name="T0" fmla="*/ 149 w 50"/>
                <a:gd name="T1" fmla="*/ 9 h 42"/>
                <a:gd name="T2" fmla="*/ 32 w 50"/>
                <a:gd name="T3" fmla="*/ 88 h 42"/>
                <a:gd name="T4" fmla="*/ 8 w 50"/>
                <a:gd name="T5" fmla="*/ 234 h 42"/>
                <a:gd name="T6" fmla="*/ 279 w 50"/>
                <a:gd name="T7" fmla="*/ 334 h 42"/>
                <a:gd name="T8" fmla="*/ 341 w 50"/>
                <a:gd name="T9" fmla="*/ 51 h 42"/>
                <a:gd name="T10" fmla="*/ 149 w 50"/>
                <a:gd name="T11" fmla="*/ 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42">
                  <a:moveTo>
                    <a:pt x="19" y="1"/>
                  </a:moveTo>
                  <a:cubicBezTo>
                    <a:pt x="13" y="3"/>
                    <a:pt x="7" y="4"/>
                    <a:pt x="4" y="9"/>
                  </a:cubicBezTo>
                  <a:cubicBezTo>
                    <a:pt x="2" y="14"/>
                    <a:pt x="0" y="19"/>
                    <a:pt x="1" y="24"/>
                  </a:cubicBezTo>
                  <a:cubicBezTo>
                    <a:pt x="5" y="36"/>
                    <a:pt x="22" y="42"/>
                    <a:pt x="36" y="34"/>
                  </a:cubicBezTo>
                  <a:cubicBezTo>
                    <a:pt x="49" y="27"/>
                    <a:pt x="50" y="12"/>
                    <a:pt x="44" y="5"/>
                  </a:cubicBezTo>
                  <a:cubicBezTo>
                    <a:pt x="37" y="0"/>
                    <a:pt x="32" y="0"/>
                    <a:pt x="19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1" name="Freeform 422">
              <a:extLst>
                <a:ext uri="{FF2B5EF4-FFF2-40B4-BE49-F238E27FC236}">
                  <a16:creationId xmlns:a16="http://schemas.microsoft.com/office/drawing/2014/main" id="{313A9476-91A0-4E7B-9346-5F11215C0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692"/>
              <a:ext cx="71" cy="76"/>
            </a:xfrm>
            <a:custGeom>
              <a:avLst/>
              <a:gdLst>
                <a:gd name="T0" fmla="*/ 229 w 36"/>
                <a:gd name="T1" fmla="*/ 36 h 36"/>
                <a:gd name="T2" fmla="*/ 176 w 36"/>
                <a:gd name="T3" fmla="*/ 0 h 36"/>
                <a:gd name="T4" fmla="*/ 213 w 36"/>
                <a:gd name="T5" fmla="*/ 36 h 36"/>
                <a:gd name="T6" fmla="*/ 160 w 36"/>
                <a:gd name="T7" fmla="*/ 289 h 36"/>
                <a:gd name="T8" fmla="*/ 0 w 36"/>
                <a:gd name="T9" fmla="*/ 312 h 36"/>
                <a:gd name="T10" fmla="*/ 168 w 36"/>
                <a:gd name="T11" fmla="*/ 304 h 36"/>
                <a:gd name="T12" fmla="*/ 229 w 36"/>
                <a:gd name="T13" fmla="*/ 3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6">
                  <a:moveTo>
                    <a:pt x="30" y="4"/>
                  </a:moveTo>
                  <a:cubicBezTo>
                    <a:pt x="28" y="2"/>
                    <a:pt x="26" y="1"/>
                    <a:pt x="23" y="0"/>
                  </a:cubicBezTo>
                  <a:cubicBezTo>
                    <a:pt x="25" y="1"/>
                    <a:pt x="27" y="2"/>
                    <a:pt x="28" y="4"/>
                  </a:cubicBezTo>
                  <a:cubicBezTo>
                    <a:pt x="35" y="10"/>
                    <a:pt x="34" y="24"/>
                    <a:pt x="21" y="31"/>
                  </a:cubicBezTo>
                  <a:cubicBezTo>
                    <a:pt x="14" y="35"/>
                    <a:pt x="7" y="35"/>
                    <a:pt x="0" y="33"/>
                  </a:cubicBezTo>
                  <a:cubicBezTo>
                    <a:pt x="7" y="36"/>
                    <a:pt x="15" y="35"/>
                    <a:pt x="22" y="32"/>
                  </a:cubicBezTo>
                  <a:cubicBezTo>
                    <a:pt x="35" y="25"/>
                    <a:pt x="36" y="10"/>
                    <a:pt x="30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2" name="Freeform 423">
              <a:extLst>
                <a:ext uri="{FF2B5EF4-FFF2-40B4-BE49-F238E27FC236}">
                  <a16:creationId xmlns:a16="http://schemas.microsoft.com/office/drawing/2014/main" id="{748A9D98-D4D3-4BEC-A669-60E19717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690"/>
              <a:ext cx="70" cy="72"/>
            </a:xfrm>
            <a:custGeom>
              <a:avLst/>
              <a:gdLst>
                <a:gd name="T0" fmla="*/ 24 w 35"/>
                <a:gd name="T1" fmla="*/ 220 h 34"/>
                <a:gd name="T2" fmla="*/ 48 w 35"/>
                <a:gd name="T3" fmla="*/ 85 h 34"/>
                <a:gd name="T4" fmla="*/ 160 w 35"/>
                <a:gd name="T5" fmla="*/ 17 h 34"/>
                <a:gd name="T6" fmla="*/ 280 w 35"/>
                <a:gd name="T7" fmla="*/ 8 h 34"/>
                <a:gd name="T8" fmla="*/ 144 w 35"/>
                <a:gd name="T9" fmla="*/ 8 h 34"/>
                <a:gd name="T10" fmla="*/ 32 w 35"/>
                <a:gd name="T11" fmla="*/ 85 h 34"/>
                <a:gd name="T12" fmla="*/ 8 w 35"/>
                <a:gd name="T13" fmla="*/ 220 h 34"/>
                <a:gd name="T14" fmla="*/ 112 w 35"/>
                <a:gd name="T15" fmla="*/ 322 h 34"/>
                <a:gd name="T16" fmla="*/ 24 w 35"/>
                <a:gd name="T17" fmla="*/ 22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4">
                  <a:moveTo>
                    <a:pt x="3" y="23"/>
                  </a:moveTo>
                  <a:cubicBezTo>
                    <a:pt x="1" y="18"/>
                    <a:pt x="3" y="13"/>
                    <a:pt x="6" y="9"/>
                  </a:cubicBezTo>
                  <a:cubicBezTo>
                    <a:pt x="9" y="4"/>
                    <a:pt x="14" y="3"/>
                    <a:pt x="20" y="2"/>
                  </a:cubicBezTo>
                  <a:cubicBezTo>
                    <a:pt x="27" y="1"/>
                    <a:pt x="31" y="0"/>
                    <a:pt x="35" y="1"/>
                  </a:cubicBezTo>
                  <a:cubicBezTo>
                    <a:pt x="31" y="0"/>
                    <a:pt x="26" y="0"/>
                    <a:pt x="18" y="1"/>
                  </a:cubicBezTo>
                  <a:cubicBezTo>
                    <a:pt x="12" y="2"/>
                    <a:pt x="7" y="4"/>
                    <a:pt x="4" y="9"/>
                  </a:cubicBezTo>
                  <a:cubicBezTo>
                    <a:pt x="1" y="13"/>
                    <a:pt x="0" y="18"/>
                    <a:pt x="1" y="23"/>
                  </a:cubicBezTo>
                  <a:cubicBezTo>
                    <a:pt x="3" y="29"/>
                    <a:pt x="8" y="33"/>
                    <a:pt x="14" y="34"/>
                  </a:cubicBezTo>
                  <a:cubicBezTo>
                    <a:pt x="9" y="32"/>
                    <a:pt x="5" y="29"/>
                    <a:pt x="3" y="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3" name="Freeform 424">
              <a:extLst>
                <a:ext uri="{FF2B5EF4-FFF2-40B4-BE49-F238E27FC236}">
                  <a16:creationId xmlns:a16="http://schemas.microsoft.com/office/drawing/2014/main" id="{CA82CB3D-7568-4F3A-82F6-866197780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702"/>
              <a:ext cx="65" cy="45"/>
            </a:xfrm>
            <a:custGeom>
              <a:avLst/>
              <a:gdLst>
                <a:gd name="T0" fmla="*/ 175 w 33"/>
                <a:gd name="T1" fmla="*/ 19 h 21"/>
                <a:gd name="T2" fmla="*/ 116 w 33"/>
                <a:gd name="T3" fmla="*/ 197 h 21"/>
                <a:gd name="T4" fmla="*/ 16 w 33"/>
                <a:gd name="T5" fmla="*/ 77 h 21"/>
                <a:gd name="T6" fmla="*/ 175 w 33"/>
                <a:gd name="T7" fmla="*/ 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23" y="2"/>
                  </a:moveTo>
                  <a:cubicBezTo>
                    <a:pt x="33" y="6"/>
                    <a:pt x="28" y="18"/>
                    <a:pt x="15" y="20"/>
                  </a:cubicBezTo>
                  <a:cubicBezTo>
                    <a:pt x="2" y="21"/>
                    <a:pt x="0" y="12"/>
                    <a:pt x="2" y="8"/>
                  </a:cubicBezTo>
                  <a:cubicBezTo>
                    <a:pt x="4" y="2"/>
                    <a:pt x="16" y="0"/>
                    <a:pt x="23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4" name="Freeform 425">
              <a:extLst>
                <a:ext uri="{FF2B5EF4-FFF2-40B4-BE49-F238E27FC236}">
                  <a16:creationId xmlns:a16="http://schemas.microsoft.com/office/drawing/2014/main" id="{809C4CF0-7FB3-4522-9364-312F618C0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715"/>
              <a:ext cx="58" cy="32"/>
            </a:xfrm>
            <a:custGeom>
              <a:avLst/>
              <a:gdLst>
                <a:gd name="T0" fmla="*/ 200 w 29"/>
                <a:gd name="T1" fmla="*/ 0 h 15"/>
                <a:gd name="T2" fmla="*/ 96 w 29"/>
                <a:gd name="T3" fmla="*/ 117 h 15"/>
                <a:gd name="T4" fmla="*/ 0 w 29"/>
                <a:gd name="T5" fmla="*/ 77 h 15"/>
                <a:gd name="T6" fmla="*/ 104 w 29"/>
                <a:gd name="T7" fmla="*/ 137 h 15"/>
                <a:gd name="T8" fmla="*/ 200 w 2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5">
                  <a:moveTo>
                    <a:pt x="25" y="0"/>
                  </a:moveTo>
                  <a:cubicBezTo>
                    <a:pt x="27" y="5"/>
                    <a:pt x="22" y="11"/>
                    <a:pt x="12" y="12"/>
                  </a:cubicBezTo>
                  <a:cubicBezTo>
                    <a:pt x="5" y="13"/>
                    <a:pt x="2" y="10"/>
                    <a:pt x="0" y="8"/>
                  </a:cubicBezTo>
                  <a:cubicBezTo>
                    <a:pt x="1" y="11"/>
                    <a:pt x="5" y="15"/>
                    <a:pt x="13" y="14"/>
                  </a:cubicBezTo>
                  <a:cubicBezTo>
                    <a:pt x="24" y="13"/>
                    <a:pt x="29" y="5"/>
                    <a:pt x="25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5" name="Freeform 426">
              <a:extLst>
                <a:ext uri="{FF2B5EF4-FFF2-40B4-BE49-F238E27FC236}">
                  <a16:creationId xmlns:a16="http://schemas.microsoft.com/office/drawing/2014/main" id="{255ECAD4-20DF-4A3B-A99F-DB8DD6707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702"/>
              <a:ext cx="30" cy="11"/>
            </a:xfrm>
            <a:custGeom>
              <a:avLst/>
              <a:gdLst>
                <a:gd name="T0" fmla="*/ 120 w 15"/>
                <a:gd name="T1" fmla="*/ 9 h 5"/>
                <a:gd name="T2" fmla="*/ 0 w 15"/>
                <a:gd name="T3" fmla="*/ 53 h 5"/>
                <a:gd name="T4" fmla="*/ 120 w 1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15" y="1"/>
                  </a:moveTo>
                  <a:cubicBezTo>
                    <a:pt x="10" y="0"/>
                    <a:pt x="3" y="3"/>
                    <a:pt x="0" y="5"/>
                  </a:cubicBezTo>
                  <a:cubicBezTo>
                    <a:pt x="3" y="4"/>
                    <a:pt x="10" y="1"/>
                    <a:pt x="15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6" name="Freeform 427">
              <a:extLst>
                <a:ext uri="{FF2B5EF4-FFF2-40B4-BE49-F238E27FC236}">
                  <a16:creationId xmlns:a16="http://schemas.microsoft.com/office/drawing/2014/main" id="{7E1B684F-F5DE-46E5-9EC8-9412EC657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728"/>
              <a:ext cx="42" cy="25"/>
            </a:xfrm>
            <a:custGeom>
              <a:avLst/>
              <a:gdLst>
                <a:gd name="T0" fmla="*/ 0 w 21"/>
                <a:gd name="T1" fmla="*/ 65 h 12"/>
                <a:gd name="T2" fmla="*/ 168 w 21"/>
                <a:gd name="T3" fmla="*/ 0 h 12"/>
                <a:gd name="T4" fmla="*/ 0 w 21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0" y="7"/>
                  </a:moveTo>
                  <a:cubicBezTo>
                    <a:pt x="3" y="9"/>
                    <a:pt x="17" y="9"/>
                    <a:pt x="21" y="0"/>
                  </a:cubicBezTo>
                  <a:cubicBezTo>
                    <a:pt x="21" y="4"/>
                    <a:pt x="12" y="12"/>
                    <a:pt x="0" y="7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7" name="Freeform 428">
              <a:extLst>
                <a:ext uri="{FF2B5EF4-FFF2-40B4-BE49-F238E27FC236}">
                  <a16:creationId xmlns:a16="http://schemas.microsoft.com/office/drawing/2014/main" id="{91C9A8BD-CE42-466A-ACBD-3D61DF9CA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687"/>
              <a:ext cx="99" cy="90"/>
            </a:xfrm>
            <a:custGeom>
              <a:avLst/>
              <a:gdLst>
                <a:gd name="T0" fmla="*/ 149 w 50"/>
                <a:gd name="T1" fmla="*/ 9 h 42"/>
                <a:gd name="T2" fmla="*/ 32 w 50"/>
                <a:gd name="T3" fmla="*/ 88 h 42"/>
                <a:gd name="T4" fmla="*/ 8 w 50"/>
                <a:gd name="T5" fmla="*/ 234 h 42"/>
                <a:gd name="T6" fmla="*/ 279 w 50"/>
                <a:gd name="T7" fmla="*/ 334 h 42"/>
                <a:gd name="T8" fmla="*/ 341 w 50"/>
                <a:gd name="T9" fmla="*/ 51 h 42"/>
                <a:gd name="T10" fmla="*/ 149 w 50"/>
                <a:gd name="T11" fmla="*/ 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42">
                  <a:moveTo>
                    <a:pt x="19" y="1"/>
                  </a:moveTo>
                  <a:cubicBezTo>
                    <a:pt x="13" y="3"/>
                    <a:pt x="7" y="4"/>
                    <a:pt x="4" y="9"/>
                  </a:cubicBezTo>
                  <a:cubicBezTo>
                    <a:pt x="2" y="14"/>
                    <a:pt x="0" y="19"/>
                    <a:pt x="1" y="24"/>
                  </a:cubicBezTo>
                  <a:cubicBezTo>
                    <a:pt x="5" y="36"/>
                    <a:pt x="22" y="42"/>
                    <a:pt x="36" y="34"/>
                  </a:cubicBezTo>
                  <a:cubicBezTo>
                    <a:pt x="49" y="27"/>
                    <a:pt x="50" y="12"/>
                    <a:pt x="44" y="5"/>
                  </a:cubicBezTo>
                  <a:cubicBezTo>
                    <a:pt x="37" y="0"/>
                    <a:pt x="32" y="0"/>
                    <a:pt x="19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8" name="Freeform 429">
              <a:extLst>
                <a:ext uri="{FF2B5EF4-FFF2-40B4-BE49-F238E27FC236}">
                  <a16:creationId xmlns:a16="http://schemas.microsoft.com/office/drawing/2014/main" id="{58F1A289-5AC3-4A91-9928-D381819FF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707"/>
              <a:ext cx="56" cy="40"/>
            </a:xfrm>
            <a:custGeom>
              <a:avLst/>
              <a:gdLst>
                <a:gd name="T0" fmla="*/ 176 w 28"/>
                <a:gd name="T1" fmla="*/ 0 h 19"/>
                <a:gd name="T2" fmla="*/ 216 w 28"/>
                <a:gd name="T3" fmla="*/ 76 h 19"/>
                <a:gd name="T4" fmla="*/ 112 w 28"/>
                <a:gd name="T5" fmla="*/ 168 h 19"/>
                <a:gd name="T6" fmla="*/ 16 w 28"/>
                <a:gd name="T7" fmla="*/ 128 h 19"/>
                <a:gd name="T8" fmla="*/ 8 w 28"/>
                <a:gd name="T9" fmla="*/ 57 h 19"/>
                <a:gd name="T10" fmla="*/ 8 w 28"/>
                <a:gd name="T11" fmla="*/ 57 h 19"/>
                <a:gd name="T12" fmla="*/ 16 w 28"/>
                <a:gd name="T13" fmla="*/ 128 h 19"/>
                <a:gd name="T14" fmla="*/ 112 w 28"/>
                <a:gd name="T15" fmla="*/ 168 h 19"/>
                <a:gd name="T16" fmla="*/ 216 w 28"/>
                <a:gd name="T17" fmla="*/ 76 h 19"/>
                <a:gd name="T18" fmla="*/ 176 w 28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9">
                  <a:moveTo>
                    <a:pt x="22" y="0"/>
                  </a:moveTo>
                  <a:cubicBezTo>
                    <a:pt x="26" y="2"/>
                    <a:pt x="28" y="5"/>
                    <a:pt x="27" y="8"/>
                  </a:cubicBezTo>
                  <a:cubicBezTo>
                    <a:pt x="26" y="12"/>
                    <a:pt x="22" y="17"/>
                    <a:pt x="14" y="18"/>
                  </a:cubicBezTo>
                  <a:cubicBezTo>
                    <a:pt x="7" y="18"/>
                    <a:pt x="4" y="16"/>
                    <a:pt x="2" y="14"/>
                  </a:cubicBezTo>
                  <a:cubicBezTo>
                    <a:pt x="0" y="11"/>
                    <a:pt x="0" y="8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3" y="16"/>
                    <a:pt x="7" y="19"/>
                    <a:pt x="14" y="18"/>
                  </a:cubicBezTo>
                  <a:cubicBezTo>
                    <a:pt x="22" y="17"/>
                    <a:pt x="27" y="12"/>
                    <a:pt x="27" y="8"/>
                  </a:cubicBezTo>
                  <a:cubicBezTo>
                    <a:pt x="28" y="5"/>
                    <a:pt x="26" y="2"/>
                    <a:pt x="22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9" name="Freeform 430">
              <a:extLst>
                <a:ext uri="{FF2B5EF4-FFF2-40B4-BE49-F238E27FC236}">
                  <a16:creationId xmlns:a16="http://schemas.microsoft.com/office/drawing/2014/main" id="{C5A15871-5F73-426B-B71A-8BB56D7E2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794"/>
              <a:ext cx="116" cy="81"/>
            </a:xfrm>
            <a:custGeom>
              <a:avLst/>
              <a:gdLst>
                <a:gd name="T0" fmla="*/ 184 w 58"/>
                <a:gd name="T1" fmla="*/ 0 h 38"/>
                <a:gd name="T2" fmla="*/ 88 w 58"/>
                <a:gd name="T3" fmla="*/ 41 h 38"/>
                <a:gd name="T4" fmla="*/ 176 w 58"/>
                <a:gd name="T5" fmla="*/ 309 h 38"/>
                <a:gd name="T6" fmla="*/ 440 w 58"/>
                <a:gd name="T7" fmla="*/ 264 h 38"/>
                <a:gd name="T8" fmla="*/ 408 w 58"/>
                <a:gd name="T9" fmla="*/ 96 h 38"/>
                <a:gd name="T10" fmla="*/ 280 w 58"/>
                <a:gd name="T11" fmla="*/ 28 h 38"/>
                <a:gd name="T12" fmla="*/ 184 w 58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8">
                  <a:moveTo>
                    <a:pt x="23" y="0"/>
                  </a:moveTo>
                  <a:cubicBezTo>
                    <a:pt x="18" y="0"/>
                    <a:pt x="14" y="1"/>
                    <a:pt x="11" y="4"/>
                  </a:cubicBezTo>
                  <a:cubicBezTo>
                    <a:pt x="0" y="13"/>
                    <a:pt x="8" y="26"/>
                    <a:pt x="22" y="32"/>
                  </a:cubicBezTo>
                  <a:cubicBezTo>
                    <a:pt x="37" y="38"/>
                    <a:pt x="51" y="33"/>
                    <a:pt x="55" y="27"/>
                  </a:cubicBezTo>
                  <a:cubicBezTo>
                    <a:pt x="58" y="20"/>
                    <a:pt x="56" y="15"/>
                    <a:pt x="51" y="10"/>
                  </a:cubicBezTo>
                  <a:cubicBezTo>
                    <a:pt x="46" y="6"/>
                    <a:pt x="39" y="4"/>
                    <a:pt x="35" y="3"/>
                  </a:cubicBezTo>
                  <a:cubicBezTo>
                    <a:pt x="31" y="2"/>
                    <a:pt x="27" y="0"/>
                    <a:pt x="23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0" name="Freeform 431">
              <a:extLst>
                <a:ext uri="{FF2B5EF4-FFF2-40B4-BE49-F238E27FC236}">
                  <a16:creationId xmlns:a16="http://schemas.microsoft.com/office/drawing/2014/main" id="{B1A541FC-BD7A-443D-8CD2-36AEE21A7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796"/>
              <a:ext cx="86" cy="53"/>
            </a:xfrm>
            <a:custGeom>
              <a:avLst/>
              <a:gdLst>
                <a:gd name="T0" fmla="*/ 288 w 43"/>
                <a:gd name="T1" fmla="*/ 85 h 25"/>
                <a:gd name="T2" fmla="*/ 168 w 43"/>
                <a:gd name="T3" fmla="*/ 28 h 25"/>
                <a:gd name="T4" fmla="*/ 80 w 43"/>
                <a:gd name="T5" fmla="*/ 0 h 25"/>
                <a:gd name="T6" fmla="*/ 0 w 43"/>
                <a:gd name="T7" fmla="*/ 17 h 25"/>
                <a:gd name="T8" fmla="*/ 72 w 43"/>
                <a:gd name="T9" fmla="*/ 8 h 25"/>
                <a:gd name="T10" fmla="*/ 160 w 43"/>
                <a:gd name="T11" fmla="*/ 36 h 25"/>
                <a:gd name="T12" fmla="*/ 280 w 43"/>
                <a:gd name="T13" fmla="*/ 95 h 25"/>
                <a:gd name="T14" fmla="*/ 312 w 43"/>
                <a:gd name="T15" fmla="*/ 237 h 25"/>
                <a:gd name="T16" fmla="*/ 312 w 43"/>
                <a:gd name="T17" fmla="*/ 237 h 25"/>
                <a:gd name="T18" fmla="*/ 288 w 43"/>
                <a:gd name="T19" fmla="*/ 85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5">
                  <a:moveTo>
                    <a:pt x="36" y="9"/>
                  </a:moveTo>
                  <a:cubicBezTo>
                    <a:pt x="32" y="5"/>
                    <a:pt x="25" y="4"/>
                    <a:pt x="21" y="3"/>
                  </a:cubicBezTo>
                  <a:cubicBezTo>
                    <a:pt x="18" y="2"/>
                    <a:pt x="13" y="0"/>
                    <a:pt x="10" y="0"/>
                  </a:cubicBezTo>
                  <a:cubicBezTo>
                    <a:pt x="6" y="0"/>
                    <a:pt x="2" y="0"/>
                    <a:pt x="0" y="2"/>
                  </a:cubicBezTo>
                  <a:cubicBezTo>
                    <a:pt x="2" y="0"/>
                    <a:pt x="5" y="1"/>
                    <a:pt x="9" y="1"/>
                  </a:cubicBezTo>
                  <a:cubicBezTo>
                    <a:pt x="12" y="1"/>
                    <a:pt x="16" y="3"/>
                    <a:pt x="20" y="4"/>
                  </a:cubicBezTo>
                  <a:cubicBezTo>
                    <a:pt x="24" y="5"/>
                    <a:pt x="30" y="6"/>
                    <a:pt x="35" y="10"/>
                  </a:cubicBezTo>
                  <a:cubicBezTo>
                    <a:pt x="40" y="14"/>
                    <a:pt x="42" y="19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3" y="19"/>
                    <a:pt x="41" y="13"/>
                    <a:pt x="36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1" name="Freeform 432">
              <a:extLst>
                <a:ext uri="{FF2B5EF4-FFF2-40B4-BE49-F238E27FC236}">
                  <a16:creationId xmlns:a16="http://schemas.microsoft.com/office/drawing/2014/main" id="{F4C06F27-D470-4E4D-823D-2C0606E0A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800"/>
              <a:ext cx="100" cy="70"/>
            </a:xfrm>
            <a:custGeom>
              <a:avLst/>
              <a:gdLst>
                <a:gd name="T0" fmla="*/ 184 w 50"/>
                <a:gd name="T1" fmla="*/ 257 h 33"/>
                <a:gd name="T2" fmla="*/ 96 w 50"/>
                <a:gd name="T3" fmla="*/ 0 h 33"/>
                <a:gd name="T4" fmla="*/ 96 w 50"/>
                <a:gd name="T5" fmla="*/ 0 h 33"/>
                <a:gd name="T6" fmla="*/ 80 w 50"/>
                <a:gd name="T7" fmla="*/ 8 h 33"/>
                <a:gd name="T8" fmla="*/ 176 w 50"/>
                <a:gd name="T9" fmla="*/ 265 h 33"/>
                <a:gd name="T10" fmla="*/ 400 w 50"/>
                <a:gd name="T11" fmla="*/ 248 h 33"/>
                <a:gd name="T12" fmla="*/ 184 w 50"/>
                <a:gd name="T13" fmla="*/ 25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23" y="27"/>
                  </a:moveTo>
                  <a:cubicBezTo>
                    <a:pt x="10" y="22"/>
                    <a:pt x="2" y="9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1"/>
                    <a:pt x="10" y="1"/>
                  </a:cubicBezTo>
                  <a:cubicBezTo>
                    <a:pt x="0" y="10"/>
                    <a:pt x="8" y="23"/>
                    <a:pt x="22" y="28"/>
                  </a:cubicBezTo>
                  <a:cubicBezTo>
                    <a:pt x="33" y="33"/>
                    <a:pt x="44" y="31"/>
                    <a:pt x="50" y="26"/>
                  </a:cubicBezTo>
                  <a:cubicBezTo>
                    <a:pt x="44" y="30"/>
                    <a:pt x="34" y="31"/>
                    <a:pt x="23" y="2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2" name="Freeform 433">
              <a:extLst>
                <a:ext uri="{FF2B5EF4-FFF2-40B4-BE49-F238E27FC236}">
                  <a16:creationId xmlns:a16="http://schemas.microsoft.com/office/drawing/2014/main" id="{BD3E1437-77A6-4D91-A3D7-C3C629C92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813"/>
              <a:ext cx="62" cy="38"/>
            </a:xfrm>
            <a:custGeom>
              <a:avLst/>
              <a:gdLst>
                <a:gd name="T0" fmla="*/ 232 w 31"/>
                <a:gd name="T1" fmla="*/ 112 h 18"/>
                <a:gd name="T2" fmla="*/ 64 w 31"/>
                <a:gd name="T3" fmla="*/ 112 h 18"/>
                <a:gd name="T4" fmla="*/ 40 w 31"/>
                <a:gd name="T5" fmla="*/ 8 h 18"/>
                <a:gd name="T6" fmla="*/ 152 w 31"/>
                <a:gd name="T7" fmla="*/ 27 h 18"/>
                <a:gd name="T8" fmla="*/ 232 w 31"/>
                <a:gd name="T9" fmla="*/ 1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">
                  <a:moveTo>
                    <a:pt x="29" y="12"/>
                  </a:moveTo>
                  <a:cubicBezTo>
                    <a:pt x="27" y="18"/>
                    <a:pt x="16" y="17"/>
                    <a:pt x="8" y="12"/>
                  </a:cubicBezTo>
                  <a:cubicBezTo>
                    <a:pt x="0" y="8"/>
                    <a:pt x="1" y="3"/>
                    <a:pt x="5" y="1"/>
                  </a:cubicBezTo>
                  <a:cubicBezTo>
                    <a:pt x="9" y="0"/>
                    <a:pt x="13" y="1"/>
                    <a:pt x="19" y="3"/>
                  </a:cubicBezTo>
                  <a:cubicBezTo>
                    <a:pt x="26" y="6"/>
                    <a:pt x="31" y="9"/>
                    <a:pt x="29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3" name="Freeform 434">
              <a:extLst>
                <a:ext uri="{FF2B5EF4-FFF2-40B4-BE49-F238E27FC236}">
                  <a16:creationId xmlns:a16="http://schemas.microsoft.com/office/drawing/2014/main" id="{05F09E48-1A9F-41F0-AE38-0E65D8A01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817"/>
              <a:ext cx="56" cy="34"/>
            </a:xfrm>
            <a:custGeom>
              <a:avLst/>
              <a:gdLst>
                <a:gd name="T0" fmla="*/ 64 w 28"/>
                <a:gd name="T1" fmla="*/ 85 h 16"/>
                <a:gd name="T2" fmla="*/ 16 w 28"/>
                <a:gd name="T3" fmla="*/ 0 h 16"/>
                <a:gd name="T4" fmla="*/ 56 w 28"/>
                <a:gd name="T5" fmla="*/ 96 h 16"/>
                <a:gd name="T6" fmla="*/ 224 w 28"/>
                <a:gd name="T7" fmla="*/ 96 h 16"/>
                <a:gd name="T8" fmla="*/ 64 w 28"/>
                <a:gd name="T9" fmla="*/ 8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6">
                  <a:moveTo>
                    <a:pt x="8" y="9"/>
                  </a:moveTo>
                  <a:cubicBezTo>
                    <a:pt x="3" y="6"/>
                    <a:pt x="1" y="3"/>
                    <a:pt x="2" y="0"/>
                  </a:cubicBezTo>
                  <a:cubicBezTo>
                    <a:pt x="0" y="2"/>
                    <a:pt x="0" y="7"/>
                    <a:pt x="7" y="10"/>
                  </a:cubicBezTo>
                  <a:cubicBezTo>
                    <a:pt x="15" y="15"/>
                    <a:pt x="25" y="16"/>
                    <a:pt x="28" y="10"/>
                  </a:cubicBezTo>
                  <a:cubicBezTo>
                    <a:pt x="24" y="14"/>
                    <a:pt x="15" y="13"/>
                    <a:pt x="8" y="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4" name="Freeform 435">
              <a:extLst>
                <a:ext uri="{FF2B5EF4-FFF2-40B4-BE49-F238E27FC236}">
                  <a16:creationId xmlns:a16="http://schemas.microsoft.com/office/drawing/2014/main" id="{FC8D6349-53B3-4F77-BCB3-1998665C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815"/>
              <a:ext cx="36" cy="17"/>
            </a:xfrm>
            <a:custGeom>
              <a:avLst/>
              <a:gdLst>
                <a:gd name="T0" fmla="*/ 0 w 18"/>
                <a:gd name="T1" fmla="*/ 0 h 8"/>
                <a:gd name="T2" fmla="*/ 144 w 18"/>
                <a:gd name="T3" fmla="*/ 77 h 8"/>
                <a:gd name="T4" fmla="*/ 64 w 18"/>
                <a:gd name="T5" fmla="*/ 28 h 8"/>
                <a:gd name="T6" fmla="*/ 0 w 1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8">
                  <a:moveTo>
                    <a:pt x="0" y="0"/>
                  </a:moveTo>
                  <a:cubicBezTo>
                    <a:pt x="6" y="1"/>
                    <a:pt x="15" y="3"/>
                    <a:pt x="18" y="8"/>
                  </a:cubicBezTo>
                  <a:cubicBezTo>
                    <a:pt x="15" y="7"/>
                    <a:pt x="11" y="4"/>
                    <a:pt x="8" y="3"/>
                  </a:cubicBezTo>
                  <a:cubicBezTo>
                    <a:pt x="4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5" name="Freeform 436">
              <a:extLst>
                <a:ext uri="{FF2B5EF4-FFF2-40B4-BE49-F238E27FC236}">
                  <a16:creationId xmlns:a16="http://schemas.microsoft.com/office/drawing/2014/main" id="{C023665D-909A-4DB0-BE8C-3AF8292C9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815"/>
              <a:ext cx="30" cy="19"/>
            </a:xfrm>
            <a:custGeom>
              <a:avLst/>
              <a:gdLst>
                <a:gd name="T0" fmla="*/ 72 w 15"/>
                <a:gd name="T1" fmla="*/ 17 h 9"/>
                <a:gd name="T2" fmla="*/ 0 w 15"/>
                <a:gd name="T3" fmla="*/ 0 h 9"/>
                <a:gd name="T4" fmla="*/ 120 w 15"/>
                <a:gd name="T5" fmla="*/ 84 h 9"/>
                <a:gd name="T6" fmla="*/ 72 w 15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9" y="2"/>
                  </a:moveTo>
                  <a:cubicBezTo>
                    <a:pt x="7" y="1"/>
                    <a:pt x="4" y="0"/>
                    <a:pt x="0" y="0"/>
                  </a:cubicBezTo>
                  <a:cubicBezTo>
                    <a:pt x="3" y="0"/>
                    <a:pt x="15" y="4"/>
                    <a:pt x="15" y="9"/>
                  </a:cubicBezTo>
                  <a:cubicBezTo>
                    <a:pt x="15" y="7"/>
                    <a:pt x="13" y="4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6" name="Freeform 437">
              <a:extLst>
                <a:ext uri="{FF2B5EF4-FFF2-40B4-BE49-F238E27FC236}">
                  <a16:creationId xmlns:a16="http://schemas.microsoft.com/office/drawing/2014/main" id="{396FE941-155F-4E00-B5B7-D036DFBD9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834"/>
              <a:ext cx="42" cy="17"/>
            </a:xfrm>
            <a:custGeom>
              <a:avLst/>
              <a:gdLst>
                <a:gd name="T0" fmla="*/ 0 w 21"/>
                <a:gd name="T1" fmla="*/ 0 h 8"/>
                <a:gd name="T2" fmla="*/ 168 w 21"/>
                <a:gd name="T3" fmla="*/ 68 h 8"/>
                <a:gd name="T4" fmla="*/ 0 w 2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8">
                  <a:moveTo>
                    <a:pt x="0" y="0"/>
                  </a:moveTo>
                  <a:cubicBezTo>
                    <a:pt x="3" y="2"/>
                    <a:pt x="12" y="8"/>
                    <a:pt x="21" y="7"/>
                  </a:cubicBezTo>
                  <a:cubicBezTo>
                    <a:pt x="18" y="8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7" name="Freeform 438">
              <a:extLst>
                <a:ext uri="{FF2B5EF4-FFF2-40B4-BE49-F238E27FC236}">
                  <a16:creationId xmlns:a16="http://schemas.microsoft.com/office/drawing/2014/main" id="{9D488728-D3E5-43CF-8648-756CDA23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794"/>
              <a:ext cx="116" cy="81"/>
            </a:xfrm>
            <a:custGeom>
              <a:avLst/>
              <a:gdLst>
                <a:gd name="T0" fmla="*/ 184 w 58"/>
                <a:gd name="T1" fmla="*/ 0 h 38"/>
                <a:gd name="T2" fmla="*/ 88 w 58"/>
                <a:gd name="T3" fmla="*/ 41 h 38"/>
                <a:gd name="T4" fmla="*/ 176 w 58"/>
                <a:gd name="T5" fmla="*/ 309 h 38"/>
                <a:gd name="T6" fmla="*/ 440 w 58"/>
                <a:gd name="T7" fmla="*/ 264 h 38"/>
                <a:gd name="T8" fmla="*/ 408 w 58"/>
                <a:gd name="T9" fmla="*/ 96 h 38"/>
                <a:gd name="T10" fmla="*/ 280 w 58"/>
                <a:gd name="T11" fmla="*/ 28 h 38"/>
                <a:gd name="T12" fmla="*/ 184 w 58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8">
                  <a:moveTo>
                    <a:pt x="23" y="0"/>
                  </a:moveTo>
                  <a:cubicBezTo>
                    <a:pt x="18" y="0"/>
                    <a:pt x="14" y="1"/>
                    <a:pt x="11" y="4"/>
                  </a:cubicBezTo>
                  <a:cubicBezTo>
                    <a:pt x="0" y="13"/>
                    <a:pt x="8" y="26"/>
                    <a:pt x="22" y="32"/>
                  </a:cubicBezTo>
                  <a:cubicBezTo>
                    <a:pt x="37" y="38"/>
                    <a:pt x="51" y="33"/>
                    <a:pt x="55" y="27"/>
                  </a:cubicBezTo>
                  <a:cubicBezTo>
                    <a:pt x="58" y="20"/>
                    <a:pt x="56" y="15"/>
                    <a:pt x="51" y="10"/>
                  </a:cubicBezTo>
                  <a:cubicBezTo>
                    <a:pt x="46" y="6"/>
                    <a:pt x="39" y="4"/>
                    <a:pt x="35" y="3"/>
                  </a:cubicBezTo>
                  <a:cubicBezTo>
                    <a:pt x="31" y="2"/>
                    <a:pt x="27" y="0"/>
                    <a:pt x="23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8" name="Freeform 439">
              <a:extLst>
                <a:ext uri="{FF2B5EF4-FFF2-40B4-BE49-F238E27FC236}">
                  <a16:creationId xmlns:a16="http://schemas.microsoft.com/office/drawing/2014/main" id="{6B99E858-DC19-4C58-954B-57F025F9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815"/>
              <a:ext cx="56" cy="34"/>
            </a:xfrm>
            <a:custGeom>
              <a:avLst/>
              <a:gdLst>
                <a:gd name="T0" fmla="*/ 8 w 28"/>
                <a:gd name="T1" fmla="*/ 40 h 16"/>
                <a:gd name="T2" fmla="*/ 56 w 28"/>
                <a:gd name="T3" fmla="*/ 117 h 16"/>
                <a:gd name="T4" fmla="*/ 192 w 28"/>
                <a:gd name="T5" fmla="*/ 145 h 16"/>
                <a:gd name="T6" fmla="*/ 224 w 28"/>
                <a:gd name="T7" fmla="*/ 104 h 16"/>
                <a:gd name="T8" fmla="*/ 224 w 28"/>
                <a:gd name="T9" fmla="*/ 104 h 16"/>
                <a:gd name="T10" fmla="*/ 192 w 28"/>
                <a:gd name="T11" fmla="*/ 145 h 16"/>
                <a:gd name="T12" fmla="*/ 56 w 28"/>
                <a:gd name="T13" fmla="*/ 104 h 16"/>
                <a:gd name="T14" fmla="*/ 8 w 28"/>
                <a:gd name="T15" fmla="*/ 40 h 16"/>
                <a:gd name="T16" fmla="*/ 32 w 28"/>
                <a:gd name="T17" fmla="*/ 0 h 16"/>
                <a:gd name="T18" fmla="*/ 32 w 28"/>
                <a:gd name="T19" fmla="*/ 0 h 16"/>
                <a:gd name="T20" fmla="*/ 8 w 28"/>
                <a:gd name="T21" fmla="*/ 4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16">
                  <a:moveTo>
                    <a:pt x="1" y="4"/>
                  </a:moveTo>
                  <a:cubicBezTo>
                    <a:pt x="0" y="6"/>
                    <a:pt x="3" y="9"/>
                    <a:pt x="7" y="12"/>
                  </a:cubicBezTo>
                  <a:cubicBezTo>
                    <a:pt x="13" y="15"/>
                    <a:pt x="20" y="16"/>
                    <a:pt x="24" y="15"/>
                  </a:cubicBezTo>
                  <a:cubicBezTo>
                    <a:pt x="26" y="14"/>
                    <a:pt x="28" y="13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3"/>
                    <a:pt x="26" y="14"/>
                    <a:pt x="24" y="15"/>
                  </a:cubicBezTo>
                  <a:cubicBezTo>
                    <a:pt x="19" y="16"/>
                    <a:pt x="13" y="14"/>
                    <a:pt x="7" y="11"/>
                  </a:cubicBezTo>
                  <a:cubicBezTo>
                    <a:pt x="3" y="9"/>
                    <a:pt x="1" y="6"/>
                    <a:pt x="1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9" name="Freeform 440">
              <a:extLst>
                <a:ext uri="{FF2B5EF4-FFF2-40B4-BE49-F238E27FC236}">
                  <a16:creationId xmlns:a16="http://schemas.microsoft.com/office/drawing/2014/main" id="{E39F6EC8-0704-4027-9EFB-1B4C5264B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915"/>
              <a:ext cx="112" cy="68"/>
            </a:xfrm>
            <a:custGeom>
              <a:avLst/>
              <a:gdLst>
                <a:gd name="T0" fmla="*/ 64 w 56"/>
                <a:gd name="T1" fmla="*/ 60 h 32"/>
                <a:gd name="T2" fmla="*/ 48 w 56"/>
                <a:gd name="T3" fmla="*/ 204 h 32"/>
                <a:gd name="T4" fmla="*/ 288 w 56"/>
                <a:gd name="T5" fmla="*/ 298 h 32"/>
                <a:gd name="T6" fmla="*/ 432 w 56"/>
                <a:gd name="T7" fmla="*/ 221 h 32"/>
                <a:gd name="T8" fmla="*/ 64 w 56"/>
                <a:gd name="T9" fmla="*/ 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8" y="6"/>
                  </a:moveTo>
                  <a:cubicBezTo>
                    <a:pt x="0" y="9"/>
                    <a:pt x="0" y="15"/>
                    <a:pt x="6" y="21"/>
                  </a:cubicBezTo>
                  <a:cubicBezTo>
                    <a:pt x="12" y="27"/>
                    <a:pt x="25" y="31"/>
                    <a:pt x="36" y="31"/>
                  </a:cubicBezTo>
                  <a:cubicBezTo>
                    <a:pt x="48" y="32"/>
                    <a:pt x="53" y="28"/>
                    <a:pt x="54" y="23"/>
                  </a:cubicBezTo>
                  <a:cubicBezTo>
                    <a:pt x="56" y="13"/>
                    <a:pt x="24" y="0"/>
                    <a:pt x="8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0" name="Freeform 441">
              <a:extLst>
                <a:ext uri="{FF2B5EF4-FFF2-40B4-BE49-F238E27FC236}">
                  <a16:creationId xmlns:a16="http://schemas.microsoft.com/office/drawing/2014/main" id="{6ABC6D6B-887A-44A8-8EAD-A45012D66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917"/>
              <a:ext cx="90" cy="64"/>
            </a:xfrm>
            <a:custGeom>
              <a:avLst/>
              <a:gdLst>
                <a:gd name="T0" fmla="*/ 0 w 45"/>
                <a:gd name="T1" fmla="*/ 49 h 30"/>
                <a:gd name="T2" fmla="*/ 336 w 45"/>
                <a:gd name="T3" fmla="*/ 224 h 30"/>
                <a:gd name="T4" fmla="*/ 272 w 45"/>
                <a:gd name="T5" fmla="*/ 292 h 30"/>
                <a:gd name="T6" fmla="*/ 344 w 45"/>
                <a:gd name="T7" fmla="*/ 213 h 30"/>
                <a:gd name="T8" fmla="*/ 0 w 45"/>
                <a:gd name="T9" fmla="*/ 4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0">
                  <a:moveTo>
                    <a:pt x="0" y="5"/>
                  </a:moveTo>
                  <a:cubicBezTo>
                    <a:pt x="16" y="1"/>
                    <a:pt x="44" y="13"/>
                    <a:pt x="42" y="23"/>
                  </a:cubicBezTo>
                  <a:cubicBezTo>
                    <a:pt x="41" y="25"/>
                    <a:pt x="39" y="28"/>
                    <a:pt x="34" y="30"/>
                  </a:cubicBezTo>
                  <a:cubicBezTo>
                    <a:pt x="40" y="28"/>
                    <a:pt x="42" y="25"/>
                    <a:pt x="43" y="22"/>
                  </a:cubicBezTo>
                  <a:cubicBezTo>
                    <a:pt x="45" y="13"/>
                    <a:pt x="16" y="0"/>
                    <a:pt x="0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1" name="Freeform 442">
              <a:extLst>
                <a:ext uri="{FF2B5EF4-FFF2-40B4-BE49-F238E27FC236}">
                  <a16:creationId xmlns:a16="http://schemas.microsoft.com/office/drawing/2014/main" id="{D24A7480-61E3-41A1-9A8D-D1567CB65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930"/>
              <a:ext cx="66" cy="51"/>
            </a:xfrm>
            <a:custGeom>
              <a:avLst/>
              <a:gdLst>
                <a:gd name="T0" fmla="*/ 264 w 33"/>
                <a:gd name="T1" fmla="*/ 230 h 24"/>
                <a:gd name="T2" fmla="*/ 56 w 33"/>
                <a:gd name="T3" fmla="*/ 128 h 24"/>
                <a:gd name="T4" fmla="*/ 40 w 33"/>
                <a:gd name="T5" fmla="*/ 0 h 24"/>
                <a:gd name="T6" fmla="*/ 40 w 33"/>
                <a:gd name="T7" fmla="*/ 136 h 24"/>
                <a:gd name="T8" fmla="*/ 264 w 33"/>
                <a:gd name="T9" fmla="*/ 230 h 24"/>
                <a:gd name="T10" fmla="*/ 264 w 33"/>
                <a:gd name="T11" fmla="*/ 23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4">
                  <a:moveTo>
                    <a:pt x="33" y="24"/>
                  </a:moveTo>
                  <a:cubicBezTo>
                    <a:pt x="23" y="23"/>
                    <a:pt x="12" y="18"/>
                    <a:pt x="7" y="13"/>
                  </a:cubicBezTo>
                  <a:cubicBezTo>
                    <a:pt x="2" y="8"/>
                    <a:pt x="1" y="4"/>
                    <a:pt x="5" y="0"/>
                  </a:cubicBezTo>
                  <a:cubicBezTo>
                    <a:pt x="0" y="4"/>
                    <a:pt x="0" y="9"/>
                    <a:pt x="5" y="14"/>
                  </a:cubicBezTo>
                  <a:cubicBezTo>
                    <a:pt x="11" y="19"/>
                    <a:pt x="23" y="23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2" name="Freeform 443">
              <a:extLst>
                <a:ext uri="{FF2B5EF4-FFF2-40B4-BE49-F238E27FC236}">
                  <a16:creationId xmlns:a16="http://schemas.microsoft.com/office/drawing/2014/main" id="{5AB8720E-8AC6-4427-ABB5-5610918DF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932"/>
              <a:ext cx="74" cy="41"/>
            </a:xfrm>
            <a:custGeom>
              <a:avLst/>
              <a:gdLst>
                <a:gd name="T0" fmla="*/ 272 w 37"/>
                <a:gd name="T1" fmla="*/ 129 h 19"/>
                <a:gd name="T2" fmla="*/ 80 w 37"/>
                <a:gd name="T3" fmla="*/ 121 h 19"/>
                <a:gd name="T4" fmla="*/ 56 w 37"/>
                <a:gd name="T5" fmla="*/ 9 h 19"/>
                <a:gd name="T6" fmla="*/ 272 w 37"/>
                <a:gd name="T7" fmla="*/ 1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9">
                  <a:moveTo>
                    <a:pt x="34" y="13"/>
                  </a:moveTo>
                  <a:cubicBezTo>
                    <a:pt x="32" y="19"/>
                    <a:pt x="17" y="16"/>
                    <a:pt x="10" y="12"/>
                  </a:cubicBezTo>
                  <a:cubicBezTo>
                    <a:pt x="3" y="8"/>
                    <a:pt x="0" y="3"/>
                    <a:pt x="7" y="1"/>
                  </a:cubicBezTo>
                  <a:cubicBezTo>
                    <a:pt x="16" y="0"/>
                    <a:pt x="37" y="7"/>
                    <a:pt x="34" y="1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3" name="Freeform 444">
              <a:extLst>
                <a:ext uri="{FF2B5EF4-FFF2-40B4-BE49-F238E27FC236}">
                  <a16:creationId xmlns:a16="http://schemas.microsoft.com/office/drawing/2014/main" id="{3F4464C8-726F-43C4-8037-4A5D01C4F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939"/>
              <a:ext cx="68" cy="34"/>
            </a:xfrm>
            <a:custGeom>
              <a:avLst/>
              <a:gdLst>
                <a:gd name="T0" fmla="*/ 80 w 34"/>
                <a:gd name="T1" fmla="*/ 77 h 16"/>
                <a:gd name="T2" fmla="*/ 24 w 34"/>
                <a:gd name="T3" fmla="*/ 0 h 16"/>
                <a:gd name="T4" fmla="*/ 72 w 34"/>
                <a:gd name="T5" fmla="*/ 85 h 16"/>
                <a:gd name="T6" fmla="*/ 264 w 34"/>
                <a:gd name="T7" fmla="*/ 96 h 16"/>
                <a:gd name="T8" fmla="*/ 272 w 34"/>
                <a:gd name="T9" fmla="*/ 96 h 16"/>
                <a:gd name="T10" fmla="*/ 80 w 34"/>
                <a:gd name="T11" fmla="*/ 7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6">
                  <a:moveTo>
                    <a:pt x="10" y="8"/>
                  </a:moveTo>
                  <a:cubicBezTo>
                    <a:pt x="5" y="5"/>
                    <a:pt x="2" y="2"/>
                    <a:pt x="3" y="0"/>
                  </a:cubicBezTo>
                  <a:cubicBezTo>
                    <a:pt x="0" y="2"/>
                    <a:pt x="3" y="6"/>
                    <a:pt x="9" y="9"/>
                  </a:cubicBezTo>
                  <a:cubicBezTo>
                    <a:pt x="16" y="13"/>
                    <a:pt x="31" y="16"/>
                    <a:pt x="33" y="10"/>
                  </a:cubicBezTo>
                  <a:cubicBezTo>
                    <a:pt x="33" y="10"/>
                    <a:pt x="34" y="10"/>
                    <a:pt x="34" y="10"/>
                  </a:cubicBezTo>
                  <a:cubicBezTo>
                    <a:pt x="29" y="14"/>
                    <a:pt x="17" y="11"/>
                    <a:pt x="10" y="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4" name="Freeform 445">
              <a:extLst>
                <a:ext uri="{FF2B5EF4-FFF2-40B4-BE49-F238E27FC236}">
                  <a16:creationId xmlns:a16="http://schemas.microsoft.com/office/drawing/2014/main" id="{A02CE611-B338-4CDC-877B-E4B836DE2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934"/>
              <a:ext cx="40" cy="22"/>
            </a:xfrm>
            <a:custGeom>
              <a:avLst/>
              <a:gdLst>
                <a:gd name="T0" fmla="*/ 0 w 20"/>
                <a:gd name="T1" fmla="*/ 0 h 10"/>
                <a:gd name="T2" fmla="*/ 160 w 20"/>
                <a:gd name="T3" fmla="*/ 106 h 10"/>
                <a:gd name="T4" fmla="*/ 0 w 2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0" y="0"/>
                  </a:moveTo>
                  <a:cubicBezTo>
                    <a:pt x="6" y="2"/>
                    <a:pt x="18" y="5"/>
                    <a:pt x="20" y="10"/>
                  </a:cubicBezTo>
                  <a:cubicBezTo>
                    <a:pt x="19" y="8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5" name="Freeform 446">
              <a:extLst>
                <a:ext uri="{FF2B5EF4-FFF2-40B4-BE49-F238E27FC236}">
                  <a16:creationId xmlns:a16="http://schemas.microsoft.com/office/drawing/2014/main" id="{4755D018-962B-4954-9D92-1E02D2DE9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936"/>
              <a:ext cx="34" cy="20"/>
            </a:xfrm>
            <a:custGeom>
              <a:avLst/>
              <a:gdLst>
                <a:gd name="T0" fmla="*/ 0 w 17"/>
                <a:gd name="T1" fmla="*/ 0 h 9"/>
                <a:gd name="T2" fmla="*/ 136 w 17"/>
                <a:gd name="T3" fmla="*/ 98 h 9"/>
                <a:gd name="T4" fmla="*/ 0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4" y="1"/>
                    <a:pt x="16" y="4"/>
                    <a:pt x="17" y="9"/>
                  </a:cubicBezTo>
                  <a:cubicBezTo>
                    <a:pt x="16" y="7"/>
                    <a:pt x="13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6" name="Freeform 447">
              <a:extLst>
                <a:ext uri="{FF2B5EF4-FFF2-40B4-BE49-F238E27FC236}">
                  <a16:creationId xmlns:a16="http://schemas.microsoft.com/office/drawing/2014/main" id="{E0CBBFDD-10B7-410B-97D1-F75C05824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953"/>
              <a:ext cx="46" cy="17"/>
            </a:xfrm>
            <a:custGeom>
              <a:avLst/>
              <a:gdLst>
                <a:gd name="T0" fmla="*/ 0 w 23"/>
                <a:gd name="T1" fmla="*/ 0 h 8"/>
                <a:gd name="T2" fmla="*/ 184 w 23"/>
                <a:gd name="T3" fmla="*/ 68 h 8"/>
                <a:gd name="T4" fmla="*/ 0 w 2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2" y="3"/>
                    <a:pt x="13" y="8"/>
                    <a:pt x="23" y="7"/>
                  </a:cubicBezTo>
                  <a:cubicBezTo>
                    <a:pt x="19" y="7"/>
                    <a:pt x="8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7" name="Freeform 448">
              <a:extLst>
                <a:ext uri="{FF2B5EF4-FFF2-40B4-BE49-F238E27FC236}">
                  <a16:creationId xmlns:a16="http://schemas.microsoft.com/office/drawing/2014/main" id="{D3011CFF-C9C7-4CA4-82BA-9F846A615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915"/>
              <a:ext cx="112" cy="68"/>
            </a:xfrm>
            <a:custGeom>
              <a:avLst/>
              <a:gdLst>
                <a:gd name="T0" fmla="*/ 64 w 56"/>
                <a:gd name="T1" fmla="*/ 60 h 32"/>
                <a:gd name="T2" fmla="*/ 48 w 56"/>
                <a:gd name="T3" fmla="*/ 204 h 32"/>
                <a:gd name="T4" fmla="*/ 288 w 56"/>
                <a:gd name="T5" fmla="*/ 298 h 32"/>
                <a:gd name="T6" fmla="*/ 432 w 56"/>
                <a:gd name="T7" fmla="*/ 221 h 32"/>
                <a:gd name="T8" fmla="*/ 64 w 56"/>
                <a:gd name="T9" fmla="*/ 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8" y="6"/>
                  </a:moveTo>
                  <a:cubicBezTo>
                    <a:pt x="0" y="9"/>
                    <a:pt x="0" y="15"/>
                    <a:pt x="6" y="21"/>
                  </a:cubicBezTo>
                  <a:cubicBezTo>
                    <a:pt x="12" y="27"/>
                    <a:pt x="25" y="31"/>
                    <a:pt x="36" y="31"/>
                  </a:cubicBezTo>
                  <a:cubicBezTo>
                    <a:pt x="48" y="32"/>
                    <a:pt x="53" y="28"/>
                    <a:pt x="54" y="23"/>
                  </a:cubicBezTo>
                  <a:cubicBezTo>
                    <a:pt x="56" y="13"/>
                    <a:pt x="24" y="0"/>
                    <a:pt x="8" y="6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8" name="Freeform 449">
              <a:extLst>
                <a:ext uri="{FF2B5EF4-FFF2-40B4-BE49-F238E27FC236}">
                  <a16:creationId xmlns:a16="http://schemas.microsoft.com/office/drawing/2014/main" id="{BDF0E784-7F6A-4B53-AD6F-80201997E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934"/>
              <a:ext cx="64" cy="34"/>
            </a:xfrm>
            <a:custGeom>
              <a:avLst/>
              <a:gdLst>
                <a:gd name="T0" fmla="*/ 8 w 32"/>
                <a:gd name="T1" fmla="*/ 28 h 16"/>
                <a:gd name="T2" fmla="*/ 64 w 32"/>
                <a:gd name="T3" fmla="*/ 104 h 16"/>
                <a:gd name="T4" fmla="*/ 224 w 32"/>
                <a:gd name="T5" fmla="*/ 145 h 16"/>
                <a:gd name="T6" fmla="*/ 256 w 32"/>
                <a:gd name="T7" fmla="*/ 117 h 16"/>
                <a:gd name="T8" fmla="*/ 256 w 32"/>
                <a:gd name="T9" fmla="*/ 117 h 16"/>
                <a:gd name="T10" fmla="*/ 216 w 32"/>
                <a:gd name="T11" fmla="*/ 145 h 16"/>
                <a:gd name="T12" fmla="*/ 64 w 32"/>
                <a:gd name="T13" fmla="*/ 104 h 16"/>
                <a:gd name="T14" fmla="*/ 8 w 32"/>
                <a:gd name="T15" fmla="*/ 28 h 16"/>
                <a:gd name="T16" fmla="*/ 40 w 32"/>
                <a:gd name="T17" fmla="*/ 0 h 16"/>
                <a:gd name="T18" fmla="*/ 40 w 32"/>
                <a:gd name="T19" fmla="*/ 0 h 16"/>
                <a:gd name="T20" fmla="*/ 8 w 32"/>
                <a:gd name="T21" fmla="*/ 28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16">
                  <a:moveTo>
                    <a:pt x="1" y="3"/>
                  </a:moveTo>
                  <a:cubicBezTo>
                    <a:pt x="0" y="6"/>
                    <a:pt x="3" y="9"/>
                    <a:pt x="8" y="11"/>
                  </a:cubicBezTo>
                  <a:cubicBezTo>
                    <a:pt x="13" y="14"/>
                    <a:pt x="22" y="16"/>
                    <a:pt x="28" y="15"/>
                  </a:cubicBezTo>
                  <a:cubicBezTo>
                    <a:pt x="30" y="15"/>
                    <a:pt x="32" y="14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4"/>
                    <a:pt x="30" y="15"/>
                    <a:pt x="27" y="15"/>
                  </a:cubicBezTo>
                  <a:cubicBezTo>
                    <a:pt x="22" y="16"/>
                    <a:pt x="13" y="14"/>
                    <a:pt x="8" y="11"/>
                  </a:cubicBezTo>
                  <a:cubicBezTo>
                    <a:pt x="3" y="9"/>
                    <a:pt x="1" y="6"/>
                    <a:pt x="1" y="3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9" name="Freeform 450">
              <a:extLst>
                <a:ext uri="{FF2B5EF4-FFF2-40B4-BE49-F238E27FC236}">
                  <a16:creationId xmlns:a16="http://schemas.microsoft.com/office/drawing/2014/main" id="{24443159-8C37-43F3-94C1-743C071B4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685"/>
              <a:ext cx="106" cy="117"/>
            </a:xfrm>
            <a:custGeom>
              <a:avLst/>
              <a:gdLst>
                <a:gd name="T0" fmla="*/ 336 w 53"/>
                <a:gd name="T1" fmla="*/ 402 h 55"/>
                <a:gd name="T2" fmla="*/ 328 w 53"/>
                <a:gd name="T3" fmla="*/ 96 h 55"/>
                <a:gd name="T4" fmla="*/ 56 w 53"/>
                <a:gd name="T5" fmla="*/ 136 h 55"/>
                <a:gd name="T6" fmla="*/ 336 w 53"/>
                <a:gd name="T7" fmla="*/ 40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5">
                  <a:moveTo>
                    <a:pt x="42" y="42"/>
                  </a:moveTo>
                  <a:cubicBezTo>
                    <a:pt x="53" y="35"/>
                    <a:pt x="53" y="20"/>
                    <a:pt x="41" y="10"/>
                  </a:cubicBezTo>
                  <a:cubicBezTo>
                    <a:pt x="29" y="0"/>
                    <a:pt x="15" y="1"/>
                    <a:pt x="7" y="14"/>
                  </a:cubicBezTo>
                  <a:cubicBezTo>
                    <a:pt x="0" y="28"/>
                    <a:pt x="23" y="55"/>
                    <a:pt x="42" y="4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0" name="Freeform 451">
              <a:extLst>
                <a:ext uri="{FF2B5EF4-FFF2-40B4-BE49-F238E27FC236}">
                  <a16:creationId xmlns:a16="http://schemas.microsoft.com/office/drawing/2014/main" id="{D8A8C090-B1E3-4640-A55C-9CF9C4B4E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21"/>
              <a:ext cx="82" cy="69"/>
            </a:xfrm>
            <a:custGeom>
              <a:avLst/>
              <a:gdLst>
                <a:gd name="T0" fmla="*/ 280 w 41"/>
                <a:gd name="T1" fmla="*/ 0 h 32"/>
                <a:gd name="T2" fmla="*/ 240 w 41"/>
                <a:gd name="T3" fmla="*/ 218 h 32"/>
                <a:gd name="T4" fmla="*/ 0 w 41"/>
                <a:gd name="T5" fmla="*/ 140 h 32"/>
                <a:gd name="T6" fmla="*/ 248 w 41"/>
                <a:gd name="T7" fmla="*/ 242 h 32"/>
                <a:gd name="T8" fmla="*/ 280 w 4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2">
                  <a:moveTo>
                    <a:pt x="35" y="0"/>
                  </a:moveTo>
                  <a:cubicBezTo>
                    <a:pt x="40" y="8"/>
                    <a:pt x="38" y="17"/>
                    <a:pt x="30" y="22"/>
                  </a:cubicBezTo>
                  <a:cubicBezTo>
                    <a:pt x="19" y="30"/>
                    <a:pt x="6" y="23"/>
                    <a:pt x="0" y="14"/>
                  </a:cubicBezTo>
                  <a:cubicBezTo>
                    <a:pt x="6" y="24"/>
                    <a:pt x="19" y="32"/>
                    <a:pt x="31" y="24"/>
                  </a:cubicBezTo>
                  <a:cubicBezTo>
                    <a:pt x="40" y="18"/>
                    <a:pt x="41" y="8"/>
                    <a:pt x="35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1" name="Freeform 452">
              <a:extLst>
                <a:ext uri="{FF2B5EF4-FFF2-40B4-BE49-F238E27FC236}">
                  <a16:creationId xmlns:a16="http://schemas.microsoft.com/office/drawing/2014/main" id="{D134176F-326D-424C-A2CC-9C3F530ED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690"/>
              <a:ext cx="68" cy="68"/>
            </a:xfrm>
            <a:custGeom>
              <a:avLst/>
              <a:gdLst>
                <a:gd name="T0" fmla="*/ 48 w 34"/>
                <a:gd name="T1" fmla="*/ 289 h 32"/>
                <a:gd name="T2" fmla="*/ 32 w 34"/>
                <a:gd name="T3" fmla="*/ 136 h 32"/>
                <a:gd name="T4" fmla="*/ 264 w 34"/>
                <a:gd name="T5" fmla="*/ 68 h 32"/>
                <a:gd name="T6" fmla="*/ 264 w 34"/>
                <a:gd name="T7" fmla="*/ 68 h 32"/>
                <a:gd name="T8" fmla="*/ 24 w 34"/>
                <a:gd name="T9" fmla="*/ 128 h 32"/>
                <a:gd name="T10" fmla="*/ 48 w 34"/>
                <a:gd name="T11" fmla="*/ 289 h 32"/>
                <a:gd name="T12" fmla="*/ 48 w 34"/>
                <a:gd name="T13" fmla="*/ 28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2">
                  <a:moveTo>
                    <a:pt x="6" y="30"/>
                  </a:moveTo>
                  <a:cubicBezTo>
                    <a:pt x="2" y="24"/>
                    <a:pt x="2" y="18"/>
                    <a:pt x="4" y="14"/>
                  </a:cubicBezTo>
                  <a:cubicBezTo>
                    <a:pt x="11" y="3"/>
                    <a:pt x="22" y="1"/>
                    <a:pt x="33" y="7"/>
                  </a:cubicBezTo>
                  <a:cubicBezTo>
                    <a:pt x="34" y="8"/>
                    <a:pt x="33" y="7"/>
                    <a:pt x="33" y="7"/>
                  </a:cubicBezTo>
                  <a:cubicBezTo>
                    <a:pt x="22" y="0"/>
                    <a:pt x="10" y="1"/>
                    <a:pt x="3" y="13"/>
                  </a:cubicBezTo>
                  <a:cubicBezTo>
                    <a:pt x="0" y="17"/>
                    <a:pt x="2" y="24"/>
                    <a:pt x="6" y="30"/>
                  </a:cubicBezTo>
                  <a:cubicBezTo>
                    <a:pt x="7" y="32"/>
                    <a:pt x="7" y="32"/>
                    <a:pt x="6" y="3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2" name="Freeform 453">
              <a:extLst>
                <a:ext uri="{FF2B5EF4-FFF2-40B4-BE49-F238E27FC236}">
                  <a16:creationId xmlns:a16="http://schemas.microsoft.com/office/drawing/2014/main" id="{41733418-F509-46A0-983C-418A1236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700"/>
              <a:ext cx="62" cy="66"/>
            </a:xfrm>
            <a:custGeom>
              <a:avLst/>
              <a:gdLst>
                <a:gd name="T0" fmla="*/ 16 w 31"/>
                <a:gd name="T1" fmla="*/ 117 h 31"/>
                <a:gd name="T2" fmla="*/ 168 w 31"/>
                <a:gd name="T3" fmla="*/ 273 h 31"/>
                <a:gd name="T4" fmla="*/ 176 w 31"/>
                <a:gd name="T5" fmla="*/ 68 h 31"/>
                <a:gd name="T6" fmla="*/ 16 w 31"/>
                <a:gd name="T7" fmla="*/ 11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1">
                  <a:moveTo>
                    <a:pt x="2" y="12"/>
                  </a:moveTo>
                  <a:cubicBezTo>
                    <a:pt x="0" y="22"/>
                    <a:pt x="13" y="31"/>
                    <a:pt x="21" y="28"/>
                  </a:cubicBezTo>
                  <a:cubicBezTo>
                    <a:pt x="29" y="25"/>
                    <a:pt x="31" y="11"/>
                    <a:pt x="22" y="7"/>
                  </a:cubicBezTo>
                  <a:cubicBezTo>
                    <a:pt x="11" y="0"/>
                    <a:pt x="3" y="4"/>
                    <a:pt x="2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3" name="Freeform 454">
              <a:extLst>
                <a:ext uri="{FF2B5EF4-FFF2-40B4-BE49-F238E27FC236}">
                  <a16:creationId xmlns:a16="http://schemas.microsoft.com/office/drawing/2014/main" id="{E4415410-BAD9-499B-BE68-22A9A64BB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721"/>
              <a:ext cx="54" cy="43"/>
            </a:xfrm>
            <a:custGeom>
              <a:avLst/>
              <a:gdLst>
                <a:gd name="T0" fmla="*/ 184 w 27"/>
                <a:gd name="T1" fmla="*/ 0 h 20"/>
                <a:gd name="T2" fmla="*/ 136 w 27"/>
                <a:gd name="T3" fmla="*/ 157 h 20"/>
                <a:gd name="T4" fmla="*/ 0 w 27"/>
                <a:gd name="T5" fmla="*/ 88 h 20"/>
                <a:gd name="T6" fmla="*/ 144 w 27"/>
                <a:gd name="T7" fmla="*/ 181 h 20"/>
                <a:gd name="T8" fmla="*/ 184 w 2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23" y="0"/>
                  </a:moveTo>
                  <a:cubicBezTo>
                    <a:pt x="25" y="6"/>
                    <a:pt x="22" y="13"/>
                    <a:pt x="17" y="16"/>
                  </a:cubicBezTo>
                  <a:cubicBezTo>
                    <a:pt x="11" y="18"/>
                    <a:pt x="3" y="14"/>
                    <a:pt x="0" y="9"/>
                  </a:cubicBezTo>
                  <a:cubicBezTo>
                    <a:pt x="3" y="16"/>
                    <a:pt x="12" y="20"/>
                    <a:pt x="18" y="18"/>
                  </a:cubicBezTo>
                  <a:cubicBezTo>
                    <a:pt x="24" y="15"/>
                    <a:pt x="27" y="5"/>
                    <a:pt x="23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4" name="Freeform 455">
              <a:extLst>
                <a:ext uri="{FF2B5EF4-FFF2-40B4-BE49-F238E27FC236}">
                  <a16:creationId xmlns:a16="http://schemas.microsoft.com/office/drawing/2014/main" id="{EB69D730-4C1B-400B-91FC-4F79A3C2D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704"/>
              <a:ext cx="28" cy="13"/>
            </a:xfrm>
            <a:custGeom>
              <a:avLst/>
              <a:gdLst>
                <a:gd name="T0" fmla="*/ 112 w 14"/>
                <a:gd name="T1" fmla="*/ 20 h 6"/>
                <a:gd name="T2" fmla="*/ 0 w 14"/>
                <a:gd name="T3" fmla="*/ 61 h 6"/>
                <a:gd name="T4" fmla="*/ 112 w 1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4" y="2"/>
                  </a:moveTo>
                  <a:cubicBezTo>
                    <a:pt x="9" y="0"/>
                    <a:pt x="3" y="1"/>
                    <a:pt x="0" y="6"/>
                  </a:cubicBezTo>
                  <a:cubicBezTo>
                    <a:pt x="3" y="4"/>
                    <a:pt x="7" y="1"/>
                    <a:pt x="14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5" name="Freeform 456">
              <a:extLst>
                <a:ext uri="{FF2B5EF4-FFF2-40B4-BE49-F238E27FC236}">
                  <a16:creationId xmlns:a16="http://schemas.microsoft.com/office/drawing/2014/main" id="{EA7D20F3-E580-4882-8A73-5F2DD14CA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738"/>
              <a:ext cx="40" cy="37"/>
            </a:xfrm>
            <a:custGeom>
              <a:avLst/>
              <a:gdLst>
                <a:gd name="T0" fmla="*/ 160 w 20"/>
                <a:gd name="T1" fmla="*/ 0 h 17"/>
                <a:gd name="T2" fmla="*/ 0 w 20"/>
                <a:gd name="T3" fmla="*/ 81 h 17"/>
                <a:gd name="T4" fmla="*/ 160 w 2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20" y="0"/>
                  </a:moveTo>
                  <a:cubicBezTo>
                    <a:pt x="19" y="5"/>
                    <a:pt x="14" y="17"/>
                    <a:pt x="0" y="8"/>
                  </a:cubicBezTo>
                  <a:cubicBezTo>
                    <a:pt x="6" y="12"/>
                    <a:pt x="17" y="17"/>
                    <a:pt x="2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6" name="Freeform 457">
              <a:extLst>
                <a:ext uri="{FF2B5EF4-FFF2-40B4-BE49-F238E27FC236}">
                  <a16:creationId xmlns:a16="http://schemas.microsoft.com/office/drawing/2014/main" id="{41CD9615-BD01-4550-BD8C-2610B370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685"/>
              <a:ext cx="106" cy="117"/>
            </a:xfrm>
            <a:custGeom>
              <a:avLst/>
              <a:gdLst>
                <a:gd name="T0" fmla="*/ 336 w 53"/>
                <a:gd name="T1" fmla="*/ 402 h 55"/>
                <a:gd name="T2" fmla="*/ 328 w 53"/>
                <a:gd name="T3" fmla="*/ 96 h 55"/>
                <a:gd name="T4" fmla="*/ 56 w 53"/>
                <a:gd name="T5" fmla="*/ 136 h 55"/>
                <a:gd name="T6" fmla="*/ 336 w 53"/>
                <a:gd name="T7" fmla="*/ 40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5">
                  <a:moveTo>
                    <a:pt x="42" y="42"/>
                  </a:moveTo>
                  <a:cubicBezTo>
                    <a:pt x="53" y="35"/>
                    <a:pt x="53" y="20"/>
                    <a:pt x="41" y="10"/>
                  </a:cubicBezTo>
                  <a:cubicBezTo>
                    <a:pt x="29" y="0"/>
                    <a:pt x="15" y="1"/>
                    <a:pt x="7" y="14"/>
                  </a:cubicBezTo>
                  <a:cubicBezTo>
                    <a:pt x="0" y="28"/>
                    <a:pt x="23" y="55"/>
                    <a:pt x="42" y="42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7" name="Freeform 458">
              <a:extLst>
                <a:ext uri="{FF2B5EF4-FFF2-40B4-BE49-F238E27FC236}">
                  <a16:creationId xmlns:a16="http://schemas.microsoft.com/office/drawing/2014/main" id="{6EC50E8C-FF44-4100-8CA2-7495D3D7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715"/>
              <a:ext cx="54" cy="47"/>
            </a:xfrm>
            <a:custGeom>
              <a:avLst/>
              <a:gdLst>
                <a:gd name="T0" fmla="*/ 168 w 27"/>
                <a:gd name="T1" fmla="*/ 0 h 22"/>
                <a:gd name="T2" fmla="*/ 216 w 27"/>
                <a:gd name="T3" fmla="*/ 96 h 22"/>
                <a:gd name="T4" fmla="*/ 160 w 27"/>
                <a:gd name="T5" fmla="*/ 205 h 22"/>
                <a:gd name="T6" fmla="*/ 48 w 27"/>
                <a:gd name="T7" fmla="*/ 173 h 22"/>
                <a:gd name="T8" fmla="*/ 8 w 27"/>
                <a:gd name="T9" fmla="*/ 51 h 22"/>
                <a:gd name="T10" fmla="*/ 8 w 27"/>
                <a:gd name="T11" fmla="*/ 51 h 22"/>
                <a:gd name="T12" fmla="*/ 48 w 27"/>
                <a:gd name="T13" fmla="*/ 173 h 22"/>
                <a:gd name="T14" fmla="*/ 160 w 27"/>
                <a:gd name="T15" fmla="*/ 205 h 22"/>
                <a:gd name="T16" fmla="*/ 216 w 27"/>
                <a:gd name="T17" fmla="*/ 96 h 22"/>
                <a:gd name="T18" fmla="*/ 168 w 27"/>
                <a:gd name="T19" fmla="*/ 0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2">
                  <a:moveTo>
                    <a:pt x="21" y="0"/>
                  </a:moveTo>
                  <a:cubicBezTo>
                    <a:pt x="25" y="2"/>
                    <a:pt x="27" y="6"/>
                    <a:pt x="27" y="10"/>
                  </a:cubicBezTo>
                  <a:cubicBezTo>
                    <a:pt x="26" y="15"/>
                    <a:pt x="23" y="19"/>
                    <a:pt x="20" y="21"/>
                  </a:cubicBezTo>
                  <a:cubicBezTo>
                    <a:pt x="16" y="22"/>
                    <a:pt x="11" y="21"/>
                    <a:pt x="6" y="18"/>
                  </a:cubicBezTo>
                  <a:cubicBezTo>
                    <a:pt x="2" y="14"/>
                    <a:pt x="0" y="9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10"/>
                    <a:pt x="2" y="14"/>
                    <a:pt x="6" y="18"/>
                  </a:cubicBezTo>
                  <a:cubicBezTo>
                    <a:pt x="10" y="21"/>
                    <a:pt x="16" y="22"/>
                    <a:pt x="20" y="21"/>
                  </a:cubicBezTo>
                  <a:cubicBezTo>
                    <a:pt x="24" y="20"/>
                    <a:pt x="27" y="15"/>
                    <a:pt x="27" y="10"/>
                  </a:cubicBezTo>
                  <a:cubicBezTo>
                    <a:pt x="27" y="5"/>
                    <a:pt x="25" y="2"/>
                    <a:pt x="21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8" name="Freeform 459">
              <a:extLst>
                <a:ext uri="{FF2B5EF4-FFF2-40B4-BE49-F238E27FC236}">
                  <a16:creationId xmlns:a16="http://schemas.microsoft.com/office/drawing/2014/main" id="{37A2F1F7-F4DC-4F77-95AF-3D781B0EE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643"/>
              <a:ext cx="81" cy="68"/>
            </a:xfrm>
            <a:custGeom>
              <a:avLst/>
              <a:gdLst>
                <a:gd name="T0" fmla="*/ 176 w 41"/>
                <a:gd name="T1" fmla="*/ 28 h 32"/>
                <a:gd name="T2" fmla="*/ 71 w 41"/>
                <a:gd name="T3" fmla="*/ 28 h 32"/>
                <a:gd name="T4" fmla="*/ 16 w 41"/>
                <a:gd name="T5" fmla="*/ 117 h 32"/>
                <a:gd name="T6" fmla="*/ 176 w 41"/>
                <a:gd name="T7" fmla="*/ 298 h 32"/>
                <a:gd name="T8" fmla="*/ 292 w 41"/>
                <a:gd name="T9" fmla="*/ 136 h 32"/>
                <a:gd name="T10" fmla="*/ 176 w 41"/>
                <a:gd name="T11" fmla="*/ 28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2">
                  <a:moveTo>
                    <a:pt x="23" y="3"/>
                  </a:moveTo>
                  <a:cubicBezTo>
                    <a:pt x="18" y="1"/>
                    <a:pt x="13" y="0"/>
                    <a:pt x="9" y="3"/>
                  </a:cubicBezTo>
                  <a:cubicBezTo>
                    <a:pt x="6" y="5"/>
                    <a:pt x="3" y="8"/>
                    <a:pt x="2" y="12"/>
                  </a:cubicBezTo>
                  <a:cubicBezTo>
                    <a:pt x="0" y="22"/>
                    <a:pt x="11" y="32"/>
                    <a:pt x="23" y="31"/>
                  </a:cubicBezTo>
                  <a:cubicBezTo>
                    <a:pt x="34" y="31"/>
                    <a:pt x="41" y="21"/>
                    <a:pt x="38" y="14"/>
                  </a:cubicBezTo>
                  <a:cubicBezTo>
                    <a:pt x="35" y="8"/>
                    <a:pt x="32" y="6"/>
                    <a:pt x="23" y="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9" name="Freeform 460">
              <a:extLst>
                <a:ext uri="{FF2B5EF4-FFF2-40B4-BE49-F238E27FC236}">
                  <a16:creationId xmlns:a16="http://schemas.microsoft.com/office/drawing/2014/main" id="{C80B3405-2B37-48C3-AB06-52AD033C4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662"/>
              <a:ext cx="66" cy="47"/>
            </a:xfrm>
            <a:custGeom>
              <a:avLst/>
              <a:gdLst>
                <a:gd name="T0" fmla="*/ 248 w 33"/>
                <a:gd name="T1" fmla="*/ 51 h 22"/>
                <a:gd name="T2" fmla="*/ 216 w 33"/>
                <a:gd name="T3" fmla="*/ 0 h 22"/>
                <a:gd name="T4" fmla="*/ 240 w 33"/>
                <a:gd name="T5" fmla="*/ 41 h 22"/>
                <a:gd name="T6" fmla="*/ 120 w 33"/>
                <a:gd name="T7" fmla="*/ 205 h 22"/>
                <a:gd name="T8" fmla="*/ 0 w 33"/>
                <a:gd name="T9" fmla="*/ 145 h 22"/>
                <a:gd name="T10" fmla="*/ 128 w 33"/>
                <a:gd name="T11" fmla="*/ 214 h 22"/>
                <a:gd name="T12" fmla="*/ 248 w 33"/>
                <a:gd name="T13" fmla="*/ 5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2">
                  <a:moveTo>
                    <a:pt x="31" y="5"/>
                  </a:moveTo>
                  <a:cubicBezTo>
                    <a:pt x="30" y="3"/>
                    <a:pt x="28" y="1"/>
                    <a:pt x="27" y="0"/>
                  </a:cubicBezTo>
                  <a:cubicBezTo>
                    <a:pt x="28" y="1"/>
                    <a:pt x="29" y="3"/>
                    <a:pt x="30" y="4"/>
                  </a:cubicBezTo>
                  <a:cubicBezTo>
                    <a:pt x="32" y="11"/>
                    <a:pt x="26" y="20"/>
                    <a:pt x="15" y="21"/>
                  </a:cubicBezTo>
                  <a:cubicBezTo>
                    <a:pt x="9" y="21"/>
                    <a:pt x="3" y="19"/>
                    <a:pt x="0" y="15"/>
                  </a:cubicBezTo>
                  <a:cubicBezTo>
                    <a:pt x="3" y="19"/>
                    <a:pt x="9" y="22"/>
                    <a:pt x="16" y="22"/>
                  </a:cubicBezTo>
                  <a:cubicBezTo>
                    <a:pt x="27" y="21"/>
                    <a:pt x="33" y="12"/>
                    <a:pt x="31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0" name="Freeform 461">
              <a:extLst>
                <a:ext uri="{FF2B5EF4-FFF2-40B4-BE49-F238E27FC236}">
                  <a16:creationId xmlns:a16="http://schemas.microsoft.com/office/drawing/2014/main" id="{D1AAEA30-C679-4915-A309-DF676878B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645"/>
              <a:ext cx="63" cy="51"/>
            </a:xfrm>
            <a:custGeom>
              <a:avLst/>
              <a:gdLst>
                <a:gd name="T0" fmla="*/ 16 w 32"/>
                <a:gd name="T1" fmla="*/ 117 h 24"/>
                <a:gd name="T2" fmla="*/ 69 w 32"/>
                <a:gd name="T3" fmla="*/ 28 h 24"/>
                <a:gd name="T4" fmla="*/ 159 w 32"/>
                <a:gd name="T5" fmla="*/ 28 h 24"/>
                <a:gd name="T6" fmla="*/ 244 w 32"/>
                <a:gd name="T7" fmla="*/ 77 h 24"/>
                <a:gd name="T8" fmla="*/ 152 w 32"/>
                <a:gd name="T9" fmla="*/ 19 h 24"/>
                <a:gd name="T10" fmla="*/ 63 w 32"/>
                <a:gd name="T11" fmla="*/ 19 h 24"/>
                <a:gd name="T12" fmla="*/ 8 w 32"/>
                <a:gd name="T13" fmla="*/ 104 h 24"/>
                <a:gd name="T14" fmla="*/ 47 w 32"/>
                <a:gd name="T15" fmla="*/ 230 h 24"/>
                <a:gd name="T16" fmla="*/ 16 w 32"/>
                <a:gd name="T17" fmla="*/ 11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4">
                  <a:moveTo>
                    <a:pt x="2" y="12"/>
                  </a:moveTo>
                  <a:cubicBezTo>
                    <a:pt x="3" y="8"/>
                    <a:pt x="5" y="5"/>
                    <a:pt x="9" y="3"/>
                  </a:cubicBezTo>
                  <a:cubicBezTo>
                    <a:pt x="13" y="1"/>
                    <a:pt x="17" y="2"/>
                    <a:pt x="21" y="3"/>
                  </a:cubicBezTo>
                  <a:cubicBezTo>
                    <a:pt x="27" y="5"/>
                    <a:pt x="30" y="6"/>
                    <a:pt x="32" y="8"/>
                  </a:cubicBezTo>
                  <a:cubicBezTo>
                    <a:pt x="30" y="6"/>
                    <a:pt x="26" y="4"/>
                    <a:pt x="20" y="2"/>
                  </a:cubicBezTo>
                  <a:cubicBezTo>
                    <a:pt x="16" y="1"/>
                    <a:pt x="12" y="0"/>
                    <a:pt x="8" y="2"/>
                  </a:cubicBezTo>
                  <a:cubicBezTo>
                    <a:pt x="5" y="4"/>
                    <a:pt x="2" y="7"/>
                    <a:pt x="1" y="11"/>
                  </a:cubicBezTo>
                  <a:cubicBezTo>
                    <a:pt x="0" y="16"/>
                    <a:pt x="2" y="21"/>
                    <a:pt x="6" y="24"/>
                  </a:cubicBezTo>
                  <a:cubicBezTo>
                    <a:pt x="3" y="21"/>
                    <a:pt x="1" y="16"/>
                    <a:pt x="2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1" name="Freeform 462">
              <a:extLst>
                <a:ext uri="{FF2B5EF4-FFF2-40B4-BE49-F238E27FC236}">
                  <a16:creationId xmlns:a16="http://schemas.microsoft.com/office/drawing/2014/main" id="{B600C3BB-1B08-4247-B7C4-DDA0D9E70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655"/>
              <a:ext cx="52" cy="43"/>
            </a:xfrm>
            <a:custGeom>
              <a:avLst/>
              <a:gdLst>
                <a:gd name="T0" fmla="*/ 168 w 26"/>
                <a:gd name="T1" fmla="*/ 60 h 20"/>
                <a:gd name="T2" fmla="*/ 72 w 26"/>
                <a:gd name="T3" fmla="*/ 157 h 20"/>
                <a:gd name="T4" fmla="*/ 32 w 26"/>
                <a:gd name="T5" fmla="*/ 28 h 20"/>
                <a:gd name="T6" fmla="*/ 168 w 26"/>
                <a:gd name="T7" fmla="*/ 6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0">
                  <a:moveTo>
                    <a:pt x="21" y="6"/>
                  </a:moveTo>
                  <a:cubicBezTo>
                    <a:pt x="26" y="13"/>
                    <a:pt x="19" y="20"/>
                    <a:pt x="9" y="16"/>
                  </a:cubicBezTo>
                  <a:cubicBezTo>
                    <a:pt x="0" y="12"/>
                    <a:pt x="1" y="5"/>
                    <a:pt x="4" y="3"/>
                  </a:cubicBezTo>
                  <a:cubicBezTo>
                    <a:pt x="8" y="0"/>
                    <a:pt x="17" y="3"/>
                    <a:pt x="21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2" name="Freeform 463">
              <a:extLst>
                <a:ext uri="{FF2B5EF4-FFF2-40B4-BE49-F238E27FC236}">
                  <a16:creationId xmlns:a16="http://schemas.microsoft.com/office/drawing/2014/main" id="{4664C066-3A2F-4170-AB01-77D0C5E7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670"/>
              <a:ext cx="44" cy="26"/>
            </a:xfrm>
            <a:custGeom>
              <a:avLst/>
              <a:gdLst>
                <a:gd name="T0" fmla="*/ 176 w 22"/>
                <a:gd name="T1" fmla="*/ 33 h 12"/>
                <a:gd name="T2" fmla="*/ 64 w 22"/>
                <a:gd name="T3" fmla="*/ 72 h 12"/>
                <a:gd name="T4" fmla="*/ 8 w 22"/>
                <a:gd name="T5" fmla="*/ 0 h 12"/>
                <a:gd name="T6" fmla="*/ 64 w 22"/>
                <a:gd name="T7" fmla="*/ 93 h 12"/>
                <a:gd name="T8" fmla="*/ 176 w 22"/>
                <a:gd name="T9" fmla="*/ 3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22" y="3"/>
                  </a:moveTo>
                  <a:cubicBezTo>
                    <a:pt x="21" y="7"/>
                    <a:pt x="15" y="10"/>
                    <a:pt x="8" y="7"/>
                  </a:cubicBezTo>
                  <a:cubicBezTo>
                    <a:pt x="3" y="5"/>
                    <a:pt x="1" y="3"/>
                    <a:pt x="1" y="0"/>
                  </a:cubicBezTo>
                  <a:cubicBezTo>
                    <a:pt x="0" y="3"/>
                    <a:pt x="2" y="7"/>
                    <a:pt x="8" y="9"/>
                  </a:cubicBezTo>
                  <a:cubicBezTo>
                    <a:pt x="16" y="12"/>
                    <a:pt x="22" y="8"/>
                    <a:pt x="22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3" name="Freeform 464">
              <a:extLst>
                <a:ext uri="{FF2B5EF4-FFF2-40B4-BE49-F238E27FC236}">
                  <a16:creationId xmlns:a16="http://schemas.microsoft.com/office/drawing/2014/main" id="{293AFB8F-E1AF-4CAB-B30B-D3EEB5F31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658"/>
              <a:ext cx="22" cy="6"/>
            </a:xfrm>
            <a:custGeom>
              <a:avLst/>
              <a:gdLst>
                <a:gd name="T0" fmla="*/ 88 w 11"/>
                <a:gd name="T1" fmla="*/ 24 h 3"/>
                <a:gd name="T2" fmla="*/ 0 w 11"/>
                <a:gd name="T3" fmla="*/ 8 h 3"/>
                <a:gd name="T4" fmla="*/ 88 w 1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8" y="1"/>
                    <a:pt x="2" y="0"/>
                    <a:pt x="0" y="1"/>
                  </a:cubicBezTo>
                  <a:cubicBezTo>
                    <a:pt x="2" y="1"/>
                    <a:pt x="8" y="2"/>
                    <a:pt x="1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4" name="Freeform 465">
              <a:extLst>
                <a:ext uri="{FF2B5EF4-FFF2-40B4-BE49-F238E27FC236}">
                  <a16:creationId xmlns:a16="http://schemas.microsoft.com/office/drawing/2014/main" id="{A608F287-AB73-4454-B9EE-D20AA22CB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683"/>
              <a:ext cx="34" cy="15"/>
            </a:xfrm>
            <a:custGeom>
              <a:avLst/>
              <a:gdLst>
                <a:gd name="T0" fmla="*/ 0 w 17"/>
                <a:gd name="T1" fmla="*/ 0 h 7"/>
                <a:gd name="T2" fmla="*/ 136 w 17"/>
                <a:gd name="T3" fmla="*/ 19 h 7"/>
                <a:gd name="T4" fmla="*/ 0 w 1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1" y="2"/>
                    <a:pt x="11" y="7"/>
                    <a:pt x="17" y="2"/>
                  </a:cubicBezTo>
                  <a:cubicBezTo>
                    <a:pt x="15" y="5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5" name="Freeform 466">
              <a:extLst>
                <a:ext uri="{FF2B5EF4-FFF2-40B4-BE49-F238E27FC236}">
                  <a16:creationId xmlns:a16="http://schemas.microsoft.com/office/drawing/2014/main" id="{37EBAF2C-F99C-4ED6-8ACD-CCA887197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643"/>
              <a:ext cx="81" cy="68"/>
            </a:xfrm>
            <a:custGeom>
              <a:avLst/>
              <a:gdLst>
                <a:gd name="T0" fmla="*/ 176 w 41"/>
                <a:gd name="T1" fmla="*/ 28 h 32"/>
                <a:gd name="T2" fmla="*/ 71 w 41"/>
                <a:gd name="T3" fmla="*/ 28 h 32"/>
                <a:gd name="T4" fmla="*/ 16 w 41"/>
                <a:gd name="T5" fmla="*/ 117 h 32"/>
                <a:gd name="T6" fmla="*/ 176 w 41"/>
                <a:gd name="T7" fmla="*/ 298 h 32"/>
                <a:gd name="T8" fmla="*/ 292 w 41"/>
                <a:gd name="T9" fmla="*/ 136 h 32"/>
                <a:gd name="T10" fmla="*/ 176 w 41"/>
                <a:gd name="T11" fmla="*/ 28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2">
                  <a:moveTo>
                    <a:pt x="23" y="3"/>
                  </a:moveTo>
                  <a:cubicBezTo>
                    <a:pt x="18" y="1"/>
                    <a:pt x="13" y="0"/>
                    <a:pt x="9" y="3"/>
                  </a:cubicBezTo>
                  <a:cubicBezTo>
                    <a:pt x="6" y="5"/>
                    <a:pt x="3" y="8"/>
                    <a:pt x="2" y="12"/>
                  </a:cubicBezTo>
                  <a:cubicBezTo>
                    <a:pt x="0" y="22"/>
                    <a:pt x="11" y="32"/>
                    <a:pt x="23" y="31"/>
                  </a:cubicBezTo>
                  <a:cubicBezTo>
                    <a:pt x="34" y="31"/>
                    <a:pt x="41" y="21"/>
                    <a:pt x="38" y="14"/>
                  </a:cubicBezTo>
                  <a:cubicBezTo>
                    <a:pt x="35" y="8"/>
                    <a:pt x="32" y="6"/>
                    <a:pt x="23" y="3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6" name="Freeform 467">
              <a:extLst>
                <a:ext uri="{FF2B5EF4-FFF2-40B4-BE49-F238E27FC236}">
                  <a16:creationId xmlns:a16="http://schemas.microsoft.com/office/drawing/2014/main" id="{D8BE76A2-2421-4786-95D9-C45172575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662"/>
              <a:ext cx="44" cy="32"/>
            </a:xfrm>
            <a:custGeom>
              <a:avLst/>
              <a:gdLst>
                <a:gd name="T0" fmla="*/ 160 w 22"/>
                <a:gd name="T1" fmla="*/ 28 h 15"/>
                <a:gd name="T2" fmla="*/ 168 w 22"/>
                <a:gd name="T3" fmla="*/ 105 h 15"/>
                <a:gd name="T4" fmla="*/ 64 w 22"/>
                <a:gd name="T5" fmla="*/ 128 h 15"/>
                <a:gd name="T6" fmla="*/ 8 w 22"/>
                <a:gd name="T7" fmla="*/ 60 h 15"/>
                <a:gd name="T8" fmla="*/ 24 w 22"/>
                <a:gd name="T9" fmla="*/ 0 h 15"/>
                <a:gd name="T10" fmla="*/ 24 w 22"/>
                <a:gd name="T11" fmla="*/ 0 h 15"/>
                <a:gd name="T12" fmla="*/ 8 w 22"/>
                <a:gd name="T13" fmla="*/ 60 h 15"/>
                <a:gd name="T14" fmla="*/ 64 w 22"/>
                <a:gd name="T15" fmla="*/ 128 h 15"/>
                <a:gd name="T16" fmla="*/ 168 w 22"/>
                <a:gd name="T17" fmla="*/ 105 h 15"/>
                <a:gd name="T18" fmla="*/ 160 w 22"/>
                <a:gd name="T19" fmla="*/ 2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5">
                  <a:moveTo>
                    <a:pt x="20" y="3"/>
                  </a:moveTo>
                  <a:cubicBezTo>
                    <a:pt x="22" y="6"/>
                    <a:pt x="22" y="9"/>
                    <a:pt x="21" y="11"/>
                  </a:cubicBezTo>
                  <a:cubicBezTo>
                    <a:pt x="19" y="13"/>
                    <a:pt x="14" y="15"/>
                    <a:pt x="8" y="13"/>
                  </a:cubicBezTo>
                  <a:cubicBezTo>
                    <a:pt x="3" y="11"/>
                    <a:pt x="1" y="8"/>
                    <a:pt x="1" y="6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3"/>
                    <a:pt x="1" y="6"/>
                  </a:cubicBezTo>
                  <a:cubicBezTo>
                    <a:pt x="1" y="8"/>
                    <a:pt x="3" y="11"/>
                    <a:pt x="8" y="13"/>
                  </a:cubicBezTo>
                  <a:cubicBezTo>
                    <a:pt x="14" y="15"/>
                    <a:pt x="19" y="14"/>
                    <a:pt x="21" y="11"/>
                  </a:cubicBezTo>
                  <a:cubicBezTo>
                    <a:pt x="22" y="9"/>
                    <a:pt x="22" y="6"/>
                    <a:pt x="20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7" name="Freeform 468">
              <a:extLst>
                <a:ext uri="{FF2B5EF4-FFF2-40B4-BE49-F238E27FC236}">
                  <a16:creationId xmlns:a16="http://schemas.microsoft.com/office/drawing/2014/main" id="{DFC021C3-93DE-410E-A1E6-BF9EF20BE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773"/>
              <a:ext cx="82" cy="87"/>
            </a:xfrm>
            <a:custGeom>
              <a:avLst/>
              <a:gdLst>
                <a:gd name="T0" fmla="*/ 184 w 41"/>
                <a:gd name="T1" fmla="*/ 382 h 41"/>
                <a:gd name="T2" fmla="*/ 296 w 41"/>
                <a:gd name="T3" fmla="*/ 172 h 41"/>
                <a:gd name="T4" fmla="*/ 88 w 41"/>
                <a:gd name="T5" fmla="*/ 59 h 41"/>
                <a:gd name="T6" fmla="*/ 184 w 41"/>
                <a:gd name="T7" fmla="*/ 38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1">
                  <a:moveTo>
                    <a:pt x="23" y="40"/>
                  </a:moveTo>
                  <a:cubicBezTo>
                    <a:pt x="34" y="41"/>
                    <a:pt x="41" y="31"/>
                    <a:pt x="37" y="18"/>
                  </a:cubicBezTo>
                  <a:cubicBezTo>
                    <a:pt x="33" y="6"/>
                    <a:pt x="23" y="0"/>
                    <a:pt x="11" y="6"/>
                  </a:cubicBezTo>
                  <a:cubicBezTo>
                    <a:pt x="0" y="11"/>
                    <a:pt x="3" y="41"/>
                    <a:pt x="23" y="4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8" name="Freeform 469">
              <a:extLst>
                <a:ext uri="{FF2B5EF4-FFF2-40B4-BE49-F238E27FC236}">
                  <a16:creationId xmlns:a16="http://schemas.microsoft.com/office/drawing/2014/main" id="{3E407BFA-A28D-4B03-9A10-23B016BAC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811"/>
              <a:ext cx="64" cy="47"/>
            </a:xfrm>
            <a:custGeom>
              <a:avLst/>
              <a:gdLst>
                <a:gd name="T0" fmla="*/ 256 w 32"/>
                <a:gd name="T1" fmla="*/ 68 h 22"/>
                <a:gd name="T2" fmla="*/ 144 w 32"/>
                <a:gd name="T3" fmla="*/ 197 h 22"/>
                <a:gd name="T4" fmla="*/ 8 w 32"/>
                <a:gd name="T5" fmla="*/ 0 h 22"/>
                <a:gd name="T6" fmla="*/ 136 w 32"/>
                <a:gd name="T7" fmla="*/ 205 h 22"/>
                <a:gd name="T8" fmla="*/ 256 w 32"/>
                <a:gd name="T9" fmla="*/ 6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32" y="7"/>
                  </a:moveTo>
                  <a:cubicBezTo>
                    <a:pt x="31" y="15"/>
                    <a:pt x="26" y="20"/>
                    <a:pt x="18" y="20"/>
                  </a:cubicBezTo>
                  <a:cubicBezTo>
                    <a:pt x="6" y="20"/>
                    <a:pt x="1" y="10"/>
                    <a:pt x="1" y="0"/>
                  </a:cubicBezTo>
                  <a:cubicBezTo>
                    <a:pt x="0" y="10"/>
                    <a:pt x="6" y="22"/>
                    <a:pt x="17" y="21"/>
                  </a:cubicBezTo>
                  <a:cubicBezTo>
                    <a:pt x="26" y="22"/>
                    <a:pt x="32" y="16"/>
                    <a:pt x="32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9" name="Freeform 470">
              <a:extLst>
                <a:ext uri="{FF2B5EF4-FFF2-40B4-BE49-F238E27FC236}">
                  <a16:creationId xmlns:a16="http://schemas.microsoft.com/office/drawing/2014/main" id="{4C6D9C9C-2865-4E7B-AC0B-D88BECA3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75"/>
              <a:ext cx="62" cy="42"/>
            </a:xfrm>
            <a:custGeom>
              <a:avLst/>
              <a:gdLst>
                <a:gd name="T0" fmla="*/ 8 w 31"/>
                <a:gd name="T1" fmla="*/ 168 h 20"/>
                <a:gd name="T2" fmla="*/ 56 w 31"/>
                <a:gd name="T3" fmla="*/ 67 h 20"/>
                <a:gd name="T4" fmla="*/ 240 w 31"/>
                <a:gd name="T5" fmla="*/ 141 h 20"/>
                <a:gd name="T6" fmla="*/ 240 w 31"/>
                <a:gd name="T7" fmla="*/ 141 h 20"/>
                <a:gd name="T8" fmla="*/ 56 w 31"/>
                <a:gd name="T9" fmla="*/ 48 h 20"/>
                <a:gd name="T10" fmla="*/ 8 w 31"/>
                <a:gd name="T11" fmla="*/ 168 h 20"/>
                <a:gd name="T12" fmla="*/ 8 w 31"/>
                <a:gd name="T13" fmla="*/ 16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0">
                  <a:moveTo>
                    <a:pt x="1" y="18"/>
                  </a:moveTo>
                  <a:cubicBezTo>
                    <a:pt x="1" y="13"/>
                    <a:pt x="3" y="9"/>
                    <a:pt x="7" y="7"/>
                  </a:cubicBezTo>
                  <a:cubicBezTo>
                    <a:pt x="17" y="2"/>
                    <a:pt x="26" y="6"/>
                    <a:pt x="30" y="15"/>
                  </a:cubicBezTo>
                  <a:cubicBezTo>
                    <a:pt x="31" y="16"/>
                    <a:pt x="30" y="16"/>
                    <a:pt x="30" y="15"/>
                  </a:cubicBezTo>
                  <a:cubicBezTo>
                    <a:pt x="26" y="5"/>
                    <a:pt x="17" y="0"/>
                    <a:pt x="7" y="5"/>
                  </a:cubicBezTo>
                  <a:cubicBezTo>
                    <a:pt x="3" y="7"/>
                    <a:pt x="1" y="13"/>
                    <a:pt x="1" y="18"/>
                  </a:cubicBezTo>
                  <a:cubicBezTo>
                    <a:pt x="1" y="20"/>
                    <a:pt x="0" y="20"/>
                    <a:pt x="1" y="1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80" name="Freeform 471">
              <a:extLst>
                <a:ext uri="{FF2B5EF4-FFF2-40B4-BE49-F238E27FC236}">
                  <a16:creationId xmlns:a16="http://schemas.microsoft.com/office/drawing/2014/main" id="{1635DC04-76C7-4819-A49C-B639554B8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787"/>
              <a:ext cx="52" cy="56"/>
            </a:xfrm>
            <a:custGeom>
              <a:avLst/>
              <a:gdLst>
                <a:gd name="T0" fmla="*/ 48 w 26"/>
                <a:gd name="T1" fmla="*/ 52 h 26"/>
                <a:gd name="T2" fmla="*/ 96 w 26"/>
                <a:gd name="T3" fmla="*/ 250 h 26"/>
                <a:gd name="T4" fmla="*/ 184 w 26"/>
                <a:gd name="T5" fmla="*/ 112 h 26"/>
                <a:gd name="T6" fmla="*/ 48 w 26"/>
                <a:gd name="T7" fmla="*/ 5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6" y="5"/>
                  </a:moveTo>
                  <a:cubicBezTo>
                    <a:pt x="0" y="11"/>
                    <a:pt x="5" y="23"/>
                    <a:pt x="12" y="25"/>
                  </a:cubicBezTo>
                  <a:cubicBezTo>
                    <a:pt x="19" y="26"/>
                    <a:pt x="26" y="18"/>
                    <a:pt x="23" y="11"/>
                  </a:cubicBezTo>
                  <a:cubicBezTo>
                    <a:pt x="17" y="1"/>
                    <a:pt x="10" y="0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81" name="Freeform 472">
              <a:extLst>
                <a:ext uri="{FF2B5EF4-FFF2-40B4-BE49-F238E27FC236}">
                  <a16:creationId xmlns:a16="http://schemas.microsoft.com/office/drawing/2014/main" id="{E38DF6B4-8BA6-4173-ABF8-DCCDDC39E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809"/>
              <a:ext cx="44" cy="34"/>
            </a:xfrm>
            <a:custGeom>
              <a:avLst/>
              <a:gdLst>
                <a:gd name="T0" fmla="*/ 176 w 22"/>
                <a:gd name="T1" fmla="*/ 40 h 16"/>
                <a:gd name="T2" fmla="*/ 80 w 22"/>
                <a:gd name="T3" fmla="*/ 128 h 16"/>
                <a:gd name="T4" fmla="*/ 8 w 22"/>
                <a:gd name="T5" fmla="*/ 0 h 16"/>
                <a:gd name="T6" fmla="*/ 80 w 22"/>
                <a:gd name="T7" fmla="*/ 145 h 16"/>
                <a:gd name="T8" fmla="*/ 176 w 22"/>
                <a:gd name="T9" fmla="*/ 4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6">
                  <a:moveTo>
                    <a:pt x="22" y="4"/>
                  </a:moveTo>
                  <a:cubicBezTo>
                    <a:pt x="20" y="10"/>
                    <a:pt x="15" y="14"/>
                    <a:pt x="10" y="13"/>
                  </a:cubicBezTo>
                  <a:cubicBezTo>
                    <a:pt x="5" y="12"/>
                    <a:pt x="1" y="6"/>
                    <a:pt x="1" y="0"/>
                  </a:cubicBezTo>
                  <a:cubicBezTo>
                    <a:pt x="0" y="6"/>
                    <a:pt x="4" y="13"/>
                    <a:pt x="10" y="15"/>
                  </a:cubicBezTo>
                  <a:cubicBezTo>
                    <a:pt x="15" y="16"/>
                    <a:pt x="22" y="10"/>
                    <a:pt x="22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82" name="Freeform 473">
              <a:extLst>
                <a:ext uri="{FF2B5EF4-FFF2-40B4-BE49-F238E27FC236}">
                  <a16:creationId xmlns:a16="http://schemas.microsoft.com/office/drawing/2014/main" id="{C9702F28-9B16-46BA-9504-381571D7E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790"/>
              <a:ext cx="22" cy="10"/>
            </a:xfrm>
            <a:custGeom>
              <a:avLst/>
              <a:gdLst>
                <a:gd name="T0" fmla="*/ 88 w 11"/>
                <a:gd name="T1" fmla="*/ 40 h 5"/>
                <a:gd name="T2" fmla="*/ 0 w 11"/>
                <a:gd name="T3" fmla="*/ 8 h 5"/>
                <a:gd name="T4" fmla="*/ 88 w 11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11" y="5"/>
                  </a:moveTo>
                  <a:cubicBezTo>
                    <a:pt x="8" y="2"/>
                    <a:pt x="4" y="0"/>
                    <a:pt x="0" y="1"/>
                  </a:cubicBezTo>
                  <a:cubicBezTo>
                    <a:pt x="3" y="2"/>
                    <a:pt x="7" y="2"/>
                    <a:pt x="11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83" name="Freeform 474">
              <a:extLst>
                <a:ext uri="{FF2B5EF4-FFF2-40B4-BE49-F238E27FC236}">
                  <a16:creationId xmlns:a16="http://schemas.microsoft.com/office/drawing/2014/main" id="{4A33E434-08D4-4841-A273-98B5527B5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826"/>
              <a:ext cx="36" cy="30"/>
            </a:xfrm>
            <a:custGeom>
              <a:avLst/>
              <a:gdLst>
                <a:gd name="T0" fmla="*/ 144 w 18"/>
                <a:gd name="T1" fmla="*/ 28 h 14"/>
                <a:gd name="T2" fmla="*/ 0 w 18"/>
                <a:gd name="T3" fmla="*/ 0 h 14"/>
                <a:gd name="T4" fmla="*/ 144 w 18"/>
                <a:gd name="T5" fmla="*/ 2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8" y="3"/>
                  </a:moveTo>
                  <a:cubicBezTo>
                    <a:pt x="14" y="7"/>
                    <a:pt x="5" y="12"/>
                    <a:pt x="0" y="0"/>
                  </a:cubicBezTo>
                  <a:cubicBezTo>
                    <a:pt x="2" y="6"/>
                    <a:pt x="8" y="14"/>
                    <a:pt x="18" y="3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84" name="Freeform 475">
              <a:extLst>
                <a:ext uri="{FF2B5EF4-FFF2-40B4-BE49-F238E27FC236}">
                  <a16:creationId xmlns:a16="http://schemas.microsoft.com/office/drawing/2014/main" id="{3BF5D405-50CA-40AB-8DA8-2A5FEC38C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773"/>
              <a:ext cx="82" cy="87"/>
            </a:xfrm>
            <a:custGeom>
              <a:avLst/>
              <a:gdLst>
                <a:gd name="T0" fmla="*/ 184 w 41"/>
                <a:gd name="T1" fmla="*/ 382 h 41"/>
                <a:gd name="T2" fmla="*/ 296 w 41"/>
                <a:gd name="T3" fmla="*/ 172 h 41"/>
                <a:gd name="T4" fmla="*/ 88 w 41"/>
                <a:gd name="T5" fmla="*/ 59 h 41"/>
                <a:gd name="T6" fmla="*/ 184 w 41"/>
                <a:gd name="T7" fmla="*/ 38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1">
                  <a:moveTo>
                    <a:pt x="23" y="40"/>
                  </a:moveTo>
                  <a:cubicBezTo>
                    <a:pt x="34" y="41"/>
                    <a:pt x="41" y="31"/>
                    <a:pt x="37" y="18"/>
                  </a:cubicBezTo>
                  <a:cubicBezTo>
                    <a:pt x="33" y="6"/>
                    <a:pt x="23" y="0"/>
                    <a:pt x="11" y="6"/>
                  </a:cubicBezTo>
                  <a:cubicBezTo>
                    <a:pt x="0" y="11"/>
                    <a:pt x="3" y="41"/>
                    <a:pt x="23" y="4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85" name="Freeform 476">
              <a:extLst>
                <a:ext uri="{FF2B5EF4-FFF2-40B4-BE49-F238E27FC236}">
                  <a16:creationId xmlns:a16="http://schemas.microsoft.com/office/drawing/2014/main" id="{3CC638A1-D1CD-4FB9-B622-09D2A5B15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798"/>
              <a:ext cx="44" cy="45"/>
            </a:xfrm>
            <a:custGeom>
              <a:avLst/>
              <a:gdLst>
                <a:gd name="T0" fmla="*/ 168 w 22"/>
                <a:gd name="T1" fmla="*/ 60 h 21"/>
                <a:gd name="T2" fmla="*/ 152 w 22"/>
                <a:gd name="T3" fmla="*/ 148 h 21"/>
                <a:gd name="T4" fmla="*/ 80 w 22"/>
                <a:gd name="T5" fmla="*/ 197 h 21"/>
                <a:gd name="T6" fmla="*/ 16 w 22"/>
                <a:gd name="T7" fmla="*/ 109 h 21"/>
                <a:gd name="T8" fmla="*/ 32 w 22"/>
                <a:gd name="T9" fmla="*/ 0 h 21"/>
                <a:gd name="T10" fmla="*/ 32 w 22"/>
                <a:gd name="T11" fmla="*/ 0 h 21"/>
                <a:gd name="T12" fmla="*/ 16 w 22"/>
                <a:gd name="T13" fmla="*/ 109 h 21"/>
                <a:gd name="T14" fmla="*/ 80 w 22"/>
                <a:gd name="T15" fmla="*/ 197 h 21"/>
                <a:gd name="T16" fmla="*/ 160 w 22"/>
                <a:gd name="T17" fmla="*/ 156 h 21"/>
                <a:gd name="T18" fmla="*/ 168 w 22"/>
                <a:gd name="T19" fmla="*/ 6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21">
                  <a:moveTo>
                    <a:pt x="21" y="6"/>
                  </a:moveTo>
                  <a:cubicBezTo>
                    <a:pt x="22" y="9"/>
                    <a:pt x="22" y="12"/>
                    <a:pt x="19" y="15"/>
                  </a:cubicBezTo>
                  <a:cubicBezTo>
                    <a:pt x="17" y="19"/>
                    <a:pt x="13" y="20"/>
                    <a:pt x="10" y="20"/>
                  </a:cubicBezTo>
                  <a:cubicBezTo>
                    <a:pt x="6" y="19"/>
                    <a:pt x="3" y="15"/>
                    <a:pt x="2" y="11"/>
                  </a:cubicBezTo>
                  <a:cubicBezTo>
                    <a:pt x="0" y="7"/>
                    <a:pt x="1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3"/>
                    <a:pt x="0" y="7"/>
                    <a:pt x="2" y="11"/>
                  </a:cubicBezTo>
                  <a:cubicBezTo>
                    <a:pt x="3" y="16"/>
                    <a:pt x="6" y="19"/>
                    <a:pt x="10" y="20"/>
                  </a:cubicBezTo>
                  <a:cubicBezTo>
                    <a:pt x="13" y="21"/>
                    <a:pt x="17" y="19"/>
                    <a:pt x="20" y="16"/>
                  </a:cubicBezTo>
                  <a:cubicBezTo>
                    <a:pt x="22" y="12"/>
                    <a:pt x="22" y="9"/>
                    <a:pt x="21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86" name="Freeform 477">
              <a:extLst>
                <a:ext uri="{FF2B5EF4-FFF2-40B4-BE49-F238E27FC236}">
                  <a16:creationId xmlns:a16="http://schemas.microsoft.com/office/drawing/2014/main" id="{4E46BBFD-E457-4C93-85F6-F354FAB6D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896"/>
              <a:ext cx="79" cy="66"/>
            </a:xfrm>
            <a:custGeom>
              <a:avLst/>
              <a:gdLst>
                <a:gd name="T0" fmla="*/ 168 w 40"/>
                <a:gd name="T1" fmla="*/ 19 h 31"/>
                <a:gd name="T2" fmla="*/ 71 w 40"/>
                <a:gd name="T3" fmla="*/ 28 h 31"/>
                <a:gd name="T4" fmla="*/ 16 w 40"/>
                <a:gd name="T5" fmla="*/ 117 h 31"/>
                <a:gd name="T6" fmla="*/ 168 w 40"/>
                <a:gd name="T7" fmla="*/ 300 h 31"/>
                <a:gd name="T8" fmla="*/ 292 w 40"/>
                <a:gd name="T9" fmla="*/ 136 h 31"/>
                <a:gd name="T10" fmla="*/ 168 w 40"/>
                <a:gd name="T11" fmla="*/ 1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22" y="2"/>
                  </a:moveTo>
                  <a:cubicBezTo>
                    <a:pt x="18" y="1"/>
                    <a:pt x="13" y="0"/>
                    <a:pt x="9" y="3"/>
                  </a:cubicBezTo>
                  <a:cubicBezTo>
                    <a:pt x="6" y="5"/>
                    <a:pt x="3" y="8"/>
                    <a:pt x="2" y="12"/>
                  </a:cubicBezTo>
                  <a:cubicBezTo>
                    <a:pt x="0" y="22"/>
                    <a:pt x="11" y="31"/>
                    <a:pt x="22" y="31"/>
                  </a:cubicBezTo>
                  <a:cubicBezTo>
                    <a:pt x="34" y="31"/>
                    <a:pt x="40" y="21"/>
                    <a:pt x="38" y="14"/>
                  </a:cubicBezTo>
                  <a:cubicBezTo>
                    <a:pt x="35" y="7"/>
                    <a:pt x="32" y="6"/>
                    <a:pt x="22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87" name="Freeform 478">
              <a:extLst>
                <a:ext uri="{FF2B5EF4-FFF2-40B4-BE49-F238E27FC236}">
                  <a16:creationId xmlns:a16="http://schemas.microsoft.com/office/drawing/2014/main" id="{406E9204-57E1-48D6-B706-09C14C2B4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915"/>
              <a:ext cx="65" cy="47"/>
            </a:xfrm>
            <a:custGeom>
              <a:avLst/>
              <a:gdLst>
                <a:gd name="T0" fmla="*/ 228 w 33"/>
                <a:gd name="T1" fmla="*/ 51 h 22"/>
                <a:gd name="T2" fmla="*/ 205 w 33"/>
                <a:gd name="T3" fmla="*/ 0 h 22"/>
                <a:gd name="T4" fmla="*/ 221 w 33"/>
                <a:gd name="T5" fmla="*/ 41 h 22"/>
                <a:gd name="T6" fmla="*/ 116 w 33"/>
                <a:gd name="T7" fmla="*/ 205 h 22"/>
                <a:gd name="T8" fmla="*/ 0 w 33"/>
                <a:gd name="T9" fmla="*/ 145 h 22"/>
                <a:gd name="T10" fmla="*/ 124 w 33"/>
                <a:gd name="T11" fmla="*/ 205 h 22"/>
                <a:gd name="T12" fmla="*/ 228 w 33"/>
                <a:gd name="T13" fmla="*/ 5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2">
                  <a:moveTo>
                    <a:pt x="30" y="5"/>
                  </a:moveTo>
                  <a:cubicBezTo>
                    <a:pt x="29" y="3"/>
                    <a:pt x="28" y="1"/>
                    <a:pt x="27" y="0"/>
                  </a:cubicBezTo>
                  <a:cubicBezTo>
                    <a:pt x="28" y="1"/>
                    <a:pt x="29" y="2"/>
                    <a:pt x="29" y="4"/>
                  </a:cubicBezTo>
                  <a:cubicBezTo>
                    <a:pt x="32" y="11"/>
                    <a:pt x="26" y="20"/>
                    <a:pt x="15" y="21"/>
                  </a:cubicBezTo>
                  <a:cubicBezTo>
                    <a:pt x="9" y="21"/>
                    <a:pt x="3" y="18"/>
                    <a:pt x="0" y="15"/>
                  </a:cubicBezTo>
                  <a:cubicBezTo>
                    <a:pt x="3" y="19"/>
                    <a:pt x="9" y="22"/>
                    <a:pt x="16" y="21"/>
                  </a:cubicBezTo>
                  <a:cubicBezTo>
                    <a:pt x="27" y="21"/>
                    <a:pt x="33" y="12"/>
                    <a:pt x="30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88" name="Freeform 479">
              <a:extLst>
                <a:ext uri="{FF2B5EF4-FFF2-40B4-BE49-F238E27FC236}">
                  <a16:creationId xmlns:a16="http://schemas.microsoft.com/office/drawing/2014/main" id="{9E1543BA-5D72-4B0B-AF44-077F24C47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898"/>
              <a:ext cx="64" cy="51"/>
            </a:xfrm>
            <a:custGeom>
              <a:avLst/>
              <a:gdLst>
                <a:gd name="T0" fmla="*/ 16 w 32"/>
                <a:gd name="T1" fmla="*/ 117 h 24"/>
                <a:gd name="T2" fmla="*/ 72 w 32"/>
                <a:gd name="T3" fmla="*/ 28 h 24"/>
                <a:gd name="T4" fmla="*/ 168 w 32"/>
                <a:gd name="T5" fmla="*/ 28 h 24"/>
                <a:gd name="T6" fmla="*/ 256 w 32"/>
                <a:gd name="T7" fmla="*/ 77 h 24"/>
                <a:gd name="T8" fmla="*/ 160 w 32"/>
                <a:gd name="T9" fmla="*/ 19 h 24"/>
                <a:gd name="T10" fmla="*/ 64 w 32"/>
                <a:gd name="T11" fmla="*/ 19 h 24"/>
                <a:gd name="T12" fmla="*/ 8 w 32"/>
                <a:gd name="T13" fmla="*/ 104 h 24"/>
                <a:gd name="T14" fmla="*/ 48 w 32"/>
                <a:gd name="T15" fmla="*/ 230 h 24"/>
                <a:gd name="T16" fmla="*/ 16 w 32"/>
                <a:gd name="T17" fmla="*/ 11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4">
                  <a:moveTo>
                    <a:pt x="2" y="12"/>
                  </a:moveTo>
                  <a:cubicBezTo>
                    <a:pt x="3" y="8"/>
                    <a:pt x="5" y="5"/>
                    <a:pt x="9" y="3"/>
                  </a:cubicBezTo>
                  <a:cubicBezTo>
                    <a:pt x="12" y="1"/>
                    <a:pt x="16" y="2"/>
                    <a:pt x="21" y="3"/>
                  </a:cubicBezTo>
                  <a:cubicBezTo>
                    <a:pt x="26" y="5"/>
                    <a:pt x="30" y="6"/>
                    <a:pt x="32" y="8"/>
                  </a:cubicBezTo>
                  <a:cubicBezTo>
                    <a:pt x="30" y="5"/>
                    <a:pt x="26" y="4"/>
                    <a:pt x="20" y="2"/>
                  </a:cubicBezTo>
                  <a:cubicBezTo>
                    <a:pt x="15" y="1"/>
                    <a:pt x="11" y="0"/>
                    <a:pt x="8" y="2"/>
                  </a:cubicBezTo>
                  <a:cubicBezTo>
                    <a:pt x="4" y="4"/>
                    <a:pt x="2" y="7"/>
                    <a:pt x="1" y="11"/>
                  </a:cubicBezTo>
                  <a:cubicBezTo>
                    <a:pt x="0" y="16"/>
                    <a:pt x="2" y="20"/>
                    <a:pt x="6" y="24"/>
                  </a:cubicBezTo>
                  <a:cubicBezTo>
                    <a:pt x="3" y="20"/>
                    <a:pt x="1" y="16"/>
                    <a:pt x="2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89" name="Freeform 480">
              <a:extLst>
                <a:ext uri="{FF2B5EF4-FFF2-40B4-BE49-F238E27FC236}">
                  <a16:creationId xmlns:a16="http://schemas.microsoft.com/office/drawing/2014/main" id="{C06DBB1E-4C53-44AC-81A1-2DEEB1C2C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909"/>
              <a:ext cx="54" cy="40"/>
            </a:xfrm>
            <a:custGeom>
              <a:avLst/>
              <a:gdLst>
                <a:gd name="T0" fmla="*/ 168 w 27"/>
                <a:gd name="T1" fmla="*/ 57 h 19"/>
                <a:gd name="T2" fmla="*/ 80 w 27"/>
                <a:gd name="T3" fmla="*/ 152 h 19"/>
                <a:gd name="T4" fmla="*/ 40 w 27"/>
                <a:gd name="T5" fmla="*/ 27 h 19"/>
                <a:gd name="T6" fmla="*/ 168 w 27"/>
                <a:gd name="T7" fmla="*/ 5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9">
                  <a:moveTo>
                    <a:pt x="21" y="6"/>
                  </a:moveTo>
                  <a:cubicBezTo>
                    <a:pt x="27" y="13"/>
                    <a:pt x="20" y="19"/>
                    <a:pt x="10" y="16"/>
                  </a:cubicBezTo>
                  <a:cubicBezTo>
                    <a:pt x="0" y="12"/>
                    <a:pt x="2" y="5"/>
                    <a:pt x="5" y="3"/>
                  </a:cubicBezTo>
                  <a:cubicBezTo>
                    <a:pt x="9" y="0"/>
                    <a:pt x="18" y="2"/>
                    <a:pt x="21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90" name="Freeform 481">
              <a:extLst>
                <a:ext uri="{FF2B5EF4-FFF2-40B4-BE49-F238E27FC236}">
                  <a16:creationId xmlns:a16="http://schemas.microsoft.com/office/drawing/2014/main" id="{FED923CA-21DE-44C2-A375-B7B6B1DB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924"/>
              <a:ext cx="44" cy="25"/>
            </a:xfrm>
            <a:custGeom>
              <a:avLst/>
              <a:gdLst>
                <a:gd name="T0" fmla="*/ 168 w 22"/>
                <a:gd name="T1" fmla="*/ 27 h 12"/>
                <a:gd name="T2" fmla="*/ 64 w 22"/>
                <a:gd name="T3" fmla="*/ 65 h 12"/>
                <a:gd name="T4" fmla="*/ 8 w 22"/>
                <a:gd name="T5" fmla="*/ 0 h 12"/>
                <a:gd name="T6" fmla="*/ 64 w 22"/>
                <a:gd name="T7" fmla="*/ 83 h 12"/>
                <a:gd name="T8" fmla="*/ 168 w 22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21" y="3"/>
                  </a:moveTo>
                  <a:cubicBezTo>
                    <a:pt x="21" y="7"/>
                    <a:pt x="15" y="10"/>
                    <a:pt x="8" y="7"/>
                  </a:cubicBezTo>
                  <a:cubicBezTo>
                    <a:pt x="3" y="5"/>
                    <a:pt x="1" y="2"/>
                    <a:pt x="1" y="0"/>
                  </a:cubicBezTo>
                  <a:cubicBezTo>
                    <a:pt x="0" y="3"/>
                    <a:pt x="2" y="6"/>
                    <a:pt x="8" y="9"/>
                  </a:cubicBezTo>
                  <a:cubicBezTo>
                    <a:pt x="16" y="12"/>
                    <a:pt x="22" y="8"/>
                    <a:pt x="2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91" name="Freeform 482">
              <a:extLst>
                <a:ext uri="{FF2B5EF4-FFF2-40B4-BE49-F238E27FC236}">
                  <a16:creationId xmlns:a16="http://schemas.microsoft.com/office/drawing/2014/main" id="{5C68F7F3-BF65-4962-8F3F-DB04687EE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911"/>
              <a:ext cx="22" cy="6"/>
            </a:xfrm>
            <a:custGeom>
              <a:avLst/>
              <a:gdLst>
                <a:gd name="T0" fmla="*/ 88 w 11"/>
                <a:gd name="T1" fmla="*/ 24 h 3"/>
                <a:gd name="T2" fmla="*/ 0 w 11"/>
                <a:gd name="T3" fmla="*/ 8 h 3"/>
                <a:gd name="T4" fmla="*/ 88 w 1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8" y="1"/>
                    <a:pt x="2" y="0"/>
                    <a:pt x="0" y="1"/>
                  </a:cubicBezTo>
                  <a:cubicBezTo>
                    <a:pt x="2" y="1"/>
                    <a:pt x="8" y="1"/>
                    <a:pt x="1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92" name="Freeform 483">
              <a:extLst>
                <a:ext uri="{FF2B5EF4-FFF2-40B4-BE49-F238E27FC236}">
                  <a16:creationId xmlns:a16="http://schemas.microsoft.com/office/drawing/2014/main" id="{3D94D2D5-2731-48BF-9011-839C0ACCF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936"/>
              <a:ext cx="34" cy="15"/>
            </a:xfrm>
            <a:custGeom>
              <a:avLst/>
              <a:gdLst>
                <a:gd name="T0" fmla="*/ 0 w 17"/>
                <a:gd name="T1" fmla="*/ 0 h 7"/>
                <a:gd name="T2" fmla="*/ 136 w 17"/>
                <a:gd name="T3" fmla="*/ 19 h 7"/>
                <a:gd name="T4" fmla="*/ 0 w 1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1" y="2"/>
                    <a:pt x="11" y="7"/>
                    <a:pt x="17" y="2"/>
                  </a:cubicBezTo>
                  <a:cubicBezTo>
                    <a:pt x="15" y="5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93" name="Freeform 484">
              <a:extLst>
                <a:ext uri="{FF2B5EF4-FFF2-40B4-BE49-F238E27FC236}">
                  <a16:creationId xmlns:a16="http://schemas.microsoft.com/office/drawing/2014/main" id="{14521D25-9C3E-4CD9-A94A-15468C54A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896"/>
              <a:ext cx="79" cy="66"/>
            </a:xfrm>
            <a:custGeom>
              <a:avLst/>
              <a:gdLst>
                <a:gd name="T0" fmla="*/ 168 w 40"/>
                <a:gd name="T1" fmla="*/ 19 h 31"/>
                <a:gd name="T2" fmla="*/ 71 w 40"/>
                <a:gd name="T3" fmla="*/ 28 h 31"/>
                <a:gd name="T4" fmla="*/ 16 w 40"/>
                <a:gd name="T5" fmla="*/ 117 h 31"/>
                <a:gd name="T6" fmla="*/ 168 w 40"/>
                <a:gd name="T7" fmla="*/ 300 h 31"/>
                <a:gd name="T8" fmla="*/ 292 w 40"/>
                <a:gd name="T9" fmla="*/ 136 h 31"/>
                <a:gd name="T10" fmla="*/ 168 w 40"/>
                <a:gd name="T11" fmla="*/ 1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22" y="2"/>
                  </a:moveTo>
                  <a:cubicBezTo>
                    <a:pt x="18" y="1"/>
                    <a:pt x="13" y="0"/>
                    <a:pt x="9" y="3"/>
                  </a:cubicBezTo>
                  <a:cubicBezTo>
                    <a:pt x="6" y="5"/>
                    <a:pt x="3" y="8"/>
                    <a:pt x="2" y="12"/>
                  </a:cubicBezTo>
                  <a:cubicBezTo>
                    <a:pt x="0" y="22"/>
                    <a:pt x="11" y="31"/>
                    <a:pt x="22" y="31"/>
                  </a:cubicBezTo>
                  <a:cubicBezTo>
                    <a:pt x="34" y="31"/>
                    <a:pt x="40" y="21"/>
                    <a:pt x="38" y="14"/>
                  </a:cubicBezTo>
                  <a:cubicBezTo>
                    <a:pt x="35" y="7"/>
                    <a:pt x="32" y="6"/>
                    <a:pt x="22" y="2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94" name="Freeform 485">
              <a:extLst>
                <a:ext uri="{FF2B5EF4-FFF2-40B4-BE49-F238E27FC236}">
                  <a16:creationId xmlns:a16="http://schemas.microsoft.com/office/drawing/2014/main" id="{A0A7C898-D2AD-477E-8E1D-AF8BEA12B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915"/>
              <a:ext cx="44" cy="32"/>
            </a:xfrm>
            <a:custGeom>
              <a:avLst/>
              <a:gdLst>
                <a:gd name="T0" fmla="*/ 152 w 22"/>
                <a:gd name="T1" fmla="*/ 28 h 15"/>
                <a:gd name="T2" fmla="*/ 160 w 22"/>
                <a:gd name="T3" fmla="*/ 105 h 15"/>
                <a:gd name="T4" fmla="*/ 64 w 22"/>
                <a:gd name="T5" fmla="*/ 128 h 15"/>
                <a:gd name="T6" fmla="*/ 8 w 22"/>
                <a:gd name="T7" fmla="*/ 60 h 15"/>
                <a:gd name="T8" fmla="*/ 24 w 22"/>
                <a:gd name="T9" fmla="*/ 0 h 15"/>
                <a:gd name="T10" fmla="*/ 24 w 22"/>
                <a:gd name="T11" fmla="*/ 0 h 15"/>
                <a:gd name="T12" fmla="*/ 8 w 22"/>
                <a:gd name="T13" fmla="*/ 60 h 15"/>
                <a:gd name="T14" fmla="*/ 64 w 22"/>
                <a:gd name="T15" fmla="*/ 128 h 15"/>
                <a:gd name="T16" fmla="*/ 168 w 22"/>
                <a:gd name="T17" fmla="*/ 105 h 15"/>
                <a:gd name="T18" fmla="*/ 152 w 22"/>
                <a:gd name="T19" fmla="*/ 2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5">
                  <a:moveTo>
                    <a:pt x="19" y="3"/>
                  </a:moveTo>
                  <a:cubicBezTo>
                    <a:pt x="22" y="6"/>
                    <a:pt x="22" y="8"/>
                    <a:pt x="20" y="11"/>
                  </a:cubicBezTo>
                  <a:cubicBezTo>
                    <a:pt x="19" y="13"/>
                    <a:pt x="14" y="15"/>
                    <a:pt x="8" y="13"/>
                  </a:cubicBezTo>
                  <a:cubicBezTo>
                    <a:pt x="3" y="11"/>
                    <a:pt x="1" y="8"/>
                    <a:pt x="1" y="6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3"/>
                    <a:pt x="1" y="6"/>
                  </a:cubicBezTo>
                  <a:cubicBezTo>
                    <a:pt x="1" y="8"/>
                    <a:pt x="3" y="11"/>
                    <a:pt x="8" y="13"/>
                  </a:cubicBezTo>
                  <a:cubicBezTo>
                    <a:pt x="14" y="15"/>
                    <a:pt x="19" y="13"/>
                    <a:pt x="21" y="11"/>
                  </a:cubicBezTo>
                  <a:cubicBezTo>
                    <a:pt x="22" y="8"/>
                    <a:pt x="22" y="6"/>
                    <a:pt x="19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95" name="Freeform 486">
              <a:extLst>
                <a:ext uri="{FF2B5EF4-FFF2-40B4-BE49-F238E27FC236}">
                  <a16:creationId xmlns:a16="http://schemas.microsoft.com/office/drawing/2014/main" id="{D29B936D-96F7-4168-A4B0-DC39B5626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719"/>
              <a:ext cx="78" cy="68"/>
            </a:xfrm>
            <a:custGeom>
              <a:avLst/>
              <a:gdLst>
                <a:gd name="T0" fmla="*/ 144 w 39"/>
                <a:gd name="T1" fmla="*/ 9 h 32"/>
                <a:gd name="T2" fmla="*/ 40 w 39"/>
                <a:gd name="T3" fmla="*/ 40 h 32"/>
                <a:gd name="T4" fmla="*/ 0 w 39"/>
                <a:gd name="T5" fmla="*/ 145 h 32"/>
                <a:gd name="T6" fmla="*/ 192 w 39"/>
                <a:gd name="T7" fmla="*/ 281 h 32"/>
                <a:gd name="T8" fmla="*/ 288 w 39"/>
                <a:gd name="T9" fmla="*/ 77 h 32"/>
                <a:gd name="T10" fmla="*/ 144 w 39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2">
                  <a:moveTo>
                    <a:pt x="18" y="1"/>
                  </a:moveTo>
                  <a:cubicBezTo>
                    <a:pt x="13" y="0"/>
                    <a:pt x="8" y="0"/>
                    <a:pt x="5" y="4"/>
                  </a:cubicBezTo>
                  <a:cubicBezTo>
                    <a:pt x="2" y="7"/>
                    <a:pt x="0" y="10"/>
                    <a:pt x="0" y="15"/>
                  </a:cubicBezTo>
                  <a:cubicBezTo>
                    <a:pt x="1" y="25"/>
                    <a:pt x="13" y="32"/>
                    <a:pt x="24" y="29"/>
                  </a:cubicBezTo>
                  <a:cubicBezTo>
                    <a:pt x="36" y="25"/>
                    <a:pt x="39" y="14"/>
                    <a:pt x="36" y="8"/>
                  </a:cubicBezTo>
                  <a:cubicBezTo>
                    <a:pt x="31" y="3"/>
                    <a:pt x="28" y="2"/>
                    <a:pt x="18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96" name="Freeform 487">
              <a:extLst>
                <a:ext uri="{FF2B5EF4-FFF2-40B4-BE49-F238E27FC236}">
                  <a16:creationId xmlns:a16="http://schemas.microsoft.com/office/drawing/2014/main" id="{6F7E7534-7F68-4888-B008-36687B3D5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728"/>
              <a:ext cx="64" cy="55"/>
            </a:xfrm>
            <a:custGeom>
              <a:avLst/>
              <a:gdLst>
                <a:gd name="T0" fmla="*/ 224 w 32"/>
                <a:gd name="T1" fmla="*/ 49 h 26"/>
                <a:gd name="T2" fmla="*/ 192 w 32"/>
                <a:gd name="T3" fmla="*/ 0 h 26"/>
                <a:gd name="T4" fmla="*/ 216 w 32"/>
                <a:gd name="T5" fmla="*/ 36 h 26"/>
                <a:gd name="T6" fmla="*/ 128 w 32"/>
                <a:gd name="T7" fmla="*/ 220 h 26"/>
                <a:gd name="T8" fmla="*/ 0 w 32"/>
                <a:gd name="T9" fmla="*/ 197 h 26"/>
                <a:gd name="T10" fmla="*/ 136 w 32"/>
                <a:gd name="T11" fmla="*/ 228 h 26"/>
                <a:gd name="T12" fmla="*/ 224 w 32"/>
                <a:gd name="T13" fmla="*/ 4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6">
                  <a:moveTo>
                    <a:pt x="28" y="5"/>
                  </a:moveTo>
                  <a:cubicBezTo>
                    <a:pt x="27" y="3"/>
                    <a:pt x="25" y="1"/>
                    <a:pt x="24" y="0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31" y="10"/>
                    <a:pt x="27" y="20"/>
                    <a:pt x="16" y="23"/>
                  </a:cubicBezTo>
                  <a:cubicBezTo>
                    <a:pt x="10" y="25"/>
                    <a:pt x="5" y="24"/>
                    <a:pt x="0" y="21"/>
                  </a:cubicBezTo>
                  <a:cubicBezTo>
                    <a:pt x="5" y="24"/>
                    <a:pt x="11" y="26"/>
                    <a:pt x="17" y="24"/>
                  </a:cubicBezTo>
                  <a:cubicBezTo>
                    <a:pt x="28" y="21"/>
                    <a:pt x="32" y="11"/>
                    <a:pt x="28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97" name="Freeform 488">
              <a:extLst>
                <a:ext uri="{FF2B5EF4-FFF2-40B4-BE49-F238E27FC236}">
                  <a16:creationId xmlns:a16="http://schemas.microsoft.com/office/drawing/2014/main" id="{19E32363-9FBD-4A74-925E-D8BAB27C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721"/>
              <a:ext cx="58" cy="54"/>
            </a:xfrm>
            <a:custGeom>
              <a:avLst/>
              <a:gdLst>
                <a:gd name="T0" fmla="*/ 8 w 29"/>
                <a:gd name="T1" fmla="*/ 140 h 25"/>
                <a:gd name="T2" fmla="*/ 48 w 29"/>
                <a:gd name="T3" fmla="*/ 41 h 25"/>
                <a:gd name="T4" fmla="*/ 144 w 29"/>
                <a:gd name="T5" fmla="*/ 9 h 25"/>
                <a:gd name="T6" fmla="*/ 232 w 29"/>
                <a:gd name="T7" fmla="*/ 28 h 25"/>
                <a:gd name="T8" fmla="*/ 136 w 29"/>
                <a:gd name="T9" fmla="*/ 0 h 25"/>
                <a:gd name="T10" fmla="*/ 40 w 29"/>
                <a:gd name="T11" fmla="*/ 28 h 25"/>
                <a:gd name="T12" fmla="*/ 0 w 29"/>
                <a:gd name="T13" fmla="*/ 140 h 25"/>
                <a:gd name="T14" fmla="*/ 64 w 29"/>
                <a:gd name="T15" fmla="*/ 253 h 25"/>
                <a:gd name="T16" fmla="*/ 8 w 29"/>
                <a:gd name="T17" fmla="*/ 14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1" y="14"/>
                  </a:moveTo>
                  <a:cubicBezTo>
                    <a:pt x="1" y="10"/>
                    <a:pt x="3" y="7"/>
                    <a:pt x="6" y="4"/>
                  </a:cubicBezTo>
                  <a:cubicBezTo>
                    <a:pt x="9" y="1"/>
                    <a:pt x="13" y="1"/>
                    <a:pt x="18" y="1"/>
                  </a:cubicBezTo>
                  <a:cubicBezTo>
                    <a:pt x="23" y="2"/>
                    <a:pt x="27" y="2"/>
                    <a:pt x="29" y="3"/>
                  </a:cubicBezTo>
                  <a:cubicBezTo>
                    <a:pt x="27" y="2"/>
                    <a:pt x="23" y="1"/>
                    <a:pt x="17" y="0"/>
                  </a:cubicBezTo>
                  <a:cubicBezTo>
                    <a:pt x="12" y="0"/>
                    <a:pt x="8" y="0"/>
                    <a:pt x="5" y="3"/>
                  </a:cubicBezTo>
                  <a:cubicBezTo>
                    <a:pt x="2" y="6"/>
                    <a:pt x="0" y="9"/>
                    <a:pt x="0" y="14"/>
                  </a:cubicBezTo>
                  <a:cubicBezTo>
                    <a:pt x="0" y="18"/>
                    <a:pt x="3" y="22"/>
                    <a:pt x="8" y="25"/>
                  </a:cubicBezTo>
                  <a:cubicBezTo>
                    <a:pt x="4" y="22"/>
                    <a:pt x="1" y="19"/>
                    <a:pt x="1" y="1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98" name="Freeform 489">
              <a:extLst>
                <a:ext uri="{FF2B5EF4-FFF2-40B4-BE49-F238E27FC236}">
                  <a16:creationId xmlns:a16="http://schemas.microsoft.com/office/drawing/2014/main" id="{FF341CEE-9A5B-444C-B659-5543C17F7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732"/>
              <a:ext cx="52" cy="34"/>
            </a:xfrm>
            <a:custGeom>
              <a:avLst/>
              <a:gdLst>
                <a:gd name="T0" fmla="*/ 152 w 26"/>
                <a:gd name="T1" fmla="*/ 28 h 16"/>
                <a:gd name="T2" fmla="*/ 80 w 26"/>
                <a:gd name="T3" fmla="*/ 145 h 16"/>
                <a:gd name="T4" fmla="*/ 16 w 26"/>
                <a:gd name="T5" fmla="*/ 28 h 16"/>
                <a:gd name="T6" fmla="*/ 152 w 26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9" y="3"/>
                  </a:moveTo>
                  <a:cubicBezTo>
                    <a:pt x="26" y="8"/>
                    <a:pt x="20" y="16"/>
                    <a:pt x="10" y="15"/>
                  </a:cubicBezTo>
                  <a:cubicBezTo>
                    <a:pt x="0" y="13"/>
                    <a:pt x="0" y="6"/>
                    <a:pt x="2" y="3"/>
                  </a:cubicBezTo>
                  <a:cubicBezTo>
                    <a:pt x="5" y="0"/>
                    <a:pt x="15" y="0"/>
                    <a:pt x="19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99" name="Freeform 490">
              <a:extLst>
                <a:ext uri="{FF2B5EF4-FFF2-40B4-BE49-F238E27FC236}">
                  <a16:creationId xmlns:a16="http://schemas.microsoft.com/office/drawing/2014/main" id="{CFFE8208-740F-4A78-9D81-7E66A38F0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745"/>
              <a:ext cx="44" cy="21"/>
            </a:xfrm>
            <a:custGeom>
              <a:avLst/>
              <a:gdLst>
                <a:gd name="T0" fmla="*/ 168 w 22"/>
                <a:gd name="T1" fmla="*/ 0 h 10"/>
                <a:gd name="T2" fmla="*/ 72 w 22"/>
                <a:gd name="T3" fmla="*/ 67 h 10"/>
                <a:gd name="T4" fmla="*/ 0 w 22"/>
                <a:gd name="T5" fmla="*/ 17 h 10"/>
                <a:gd name="T6" fmla="*/ 72 w 22"/>
                <a:gd name="T7" fmla="*/ 84 h 10"/>
                <a:gd name="T8" fmla="*/ 168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1" y="0"/>
                  </a:moveTo>
                  <a:cubicBezTo>
                    <a:pt x="21" y="4"/>
                    <a:pt x="16" y="8"/>
                    <a:pt x="9" y="7"/>
                  </a:cubicBezTo>
                  <a:cubicBezTo>
                    <a:pt x="3" y="6"/>
                    <a:pt x="1" y="4"/>
                    <a:pt x="0" y="2"/>
                  </a:cubicBezTo>
                  <a:cubicBezTo>
                    <a:pt x="0" y="5"/>
                    <a:pt x="2" y="8"/>
                    <a:pt x="9" y="9"/>
                  </a:cubicBezTo>
                  <a:cubicBezTo>
                    <a:pt x="17" y="10"/>
                    <a:pt x="22" y="5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00" name="Freeform 491">
              <a:extLst>
                <a:ext uri="{FF2B5EF4-FFF2-40B4-BE49-F238E27FC236}">
                  <a16:creationId xmlns:a16="http://schemas.microsoft.com/office/drawing/2014/main" id="{010412F6-2987-4921-9B83-B7FBE0134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732"/>
              <a:ext cx="24" cy="4"/>
            </a:xfrm>
            <a:custGeom>
              <a:avLst/>
              <a:gdLst>
                <a:gd name="T0" fmla="*/ 96 w 12"/>
                <a:gd name="T1" fmla="*/ 8 h 2"/>
                <a:gd name="T2" fmla="*/ 0 w 12"/>
                <a:gd name="T3" fmla="*/ 16 h 2"/>
                <a:gd name="T4" fmla="*/ 96 w 1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">
                  <a:moveTo>
                    <a:pt x="12" y="1"/>
                  </a:moveTo>
                  <a:cubicBezTo>
                    <a:pt x="9" y="0"/>
                    <a:pt x="3" y="0"/>
                    <a:pt x="0" y="2"/>
                  </a:cubicBezTo>
                  <a:cubicBezTo>
                    <a:pt x="3" y="1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01" name="Freeform 492">
              <a:extLst>
                <a:ext uri="{FF2B5EF4-FFF2-40B4-BE49-F238E27FC236}">
                  <a16:creationId xmlns:a16="http://schemas.microsoft.com/office/drawing/2014/main" id="{38908730-A726-482C-8AE0-ED0E96F73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756"/>
              <a:ext cx="34" cy="17"/>
            </a:xfrm>
            <a:custGeom>
              <a:avLst/>
              <a:gdLst>
                <a:gd name="T0" fmla="*/ 0 w 17"/>
                <a:gd name="T1" fmla="*/ 19 h 8"/>
                <a:gd name="T2" fmla="*/ 136 w 17"/>
                <a:gd name="T3" fmla="*/ 0 h 8"/>
                <a:gd name="T4" fmla="*/ 0 w 17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2"/>
                  </a:moveTo>
                  <a:cubicBezTo>
                    <a:pt x="2" y="4"/>
                    <a:pt x="13" y="7"/>
                    <a:pt x="17" y="0"/>
                  </a:cubicBezTo>
                  <a:cubicBezTo>
                    <a:pt x="16" y="3"/>
                    <a:pt x="8" y="8"/>
                    <a:pt x="0" y="2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02" name="Freeform 493">
              <a:extLst>
                <a:ext uri="{FF2B5EF4-FFF2-40B4-BE49-F238E27FC236}">
                  <a16:creationId xmlns:a16="http://schemas.microsoft.com/office/drawing/2014/main" id="{004EA5E7-2CFD-4D8F-A791-2D2D324F9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719"/>
              <a:ext cx="78" cy="68"/>
            </a:xfrm>
            <a:custGeom>
              <a:avLst/>
              <a:gdLst>
                <a:gd name="T0" fmla="*/ 144 w 39"/>
                <a:gd name="T1" fmla="*/ 9 h 32"/>
                <a:gd name="T2" fmla="*/ 40 w 39"/>
                <a:gd name="T3" fmla="*/ 40 h 32"/>
                <a:gd name="T4" fmla="*/ 0 w 39"/>
                <a:gd name="T5" fmla="*/ 145 h 32"/>
                <a:gd name="T6" fmla="*/ 192 w 39"/>
                <a:gd name="T7" fmla="*/ 281 h 32"/>
                <a:gd name="T8" fmla="*/ 288 w 39"/>
                <a:gd name="T9" fmla="*/ 77 h 32"/>
                <a:gd name="T10" fmla="*/ 144 w 39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2">
                  <a:moveTo>
                    <a:pt x="18" y="1"/>
                  </a:moveTo>
                  <a:cubicBezTo>
                    <a:pt x="13" y="0"/>
                    <a:pt x="8" y="0"/>
                    <a:pt x="5" y="4"/>
                  </a:cubicBezTo>
                  <a:cubicBezTo>
                    <a:pt x="2" y="7"/>
                    <a:pt x="0" y="10"/>
                    <a:pt x="0" y="15"/>
                  </a:cubicBezTo>
                  <a:cubicBezTo>
                    <a:pt x="1" y="25"/>
                    <a:pt x="13" y="32"/>
                    <a:pt x="24" y="29"/>
                  </a:cubicBezTo>
                  <a:cubicBezTo>
                    <a:pt x="36" y="25"/>
                    <a:pt x="39" y="14"/>
                    <a:pt x="36" y="8"/>
                  </a:cubicBezTo>
                  <a:cubicBezTo>
                    <a:pt x="31" y="3"/>
                    <a:pt x="28" y="2"/>
                    <a:pt x="18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03" name="Freeform 494">
              <a:extLst>
                <a:ext uri="{FF2B5EF4-FFF2-40B4-BE49-F238E27FC236}">
                  <a16:creationId xmlns:a16="http://schemas.microsoft.com/office/drawing/2014/main" id="{8354297E-505B-4589-8BDD-2C79F744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738"/>
              <a:ext cx="46" cy="28"/>
            </a:xfrm>
            <a:custGeom>
              <a:avLst/>
              <a:gdLst>
                <a:gd name="T0" fmla="*/ 152 w 23"/>
                <a:gd name="T1" fmla="*/ 0 h 13"/>
                <a:gd name="T2" fmla="*/ 168 w 23"/>
                <a:gd name="T3" fmla="*/ 69 h 13"/>
                <a:gd name="T4" fmla="*/ 80 w 23"/>
                <a:gd name="T5" fmla="*/ 121 h 13"/>
                <a:gd name="T6" fmla="*/ 8 w 23"/>
                <a:gd name="T7" fmla="*/ 69 h 13"/>
                <a:gd name="T8" fmla="*/ 16 w 23"/>
                <a:gd name="T9" fmla="*/ 0 h 13"/>
                <a:gd name="T10" fmla="*/ 16 w 23"/>
                <a:gd name="T11" fmla="*/ 0 h 13"/>
                <a:gd name="T12" fmla="*/ 8 w 23"/>
                <a:gd name="T13" fmla="*/ 69 h 13"/>
                <a:gd name="T14" fmla="*/ 80 w 23"/>
                <a:gd name="T15" fmla="*/ 121 h 13"/>
                <a:gd name="T16" fmla="*/ 176 w 23"/>
                <a:gd name="T17" fmla="*/ 69 h 13"/>
                <a:gd name="T18" fmla="*/ 152 w 2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3">
                  <a:moveTo>
                    <a:pt x="19" y="0"/>
                  </a:moveTo>
                  <a:cubicBezTo>
                    <a:pt x="22" y="2"/>
                    <a:pt x="22" y="4"/>
                    <a:pt x="21" y="7"/>
                  </a:cubicBezTo>
                  <a:cubicBezTo>
                    <a:pt x="20" y="10"/>
                    <a:pt x="16" y="12"/>
                    <a:pt x="10" y="12"/>
                  </a:cubicBezTo>
                  <a:cubicBezTo>
                    <a:pt x="4" y="11"/>
                    <a:pt x="2" y="8"/>
                    <a:pt x="1" y="7"/>
                  </a:cubicBezTo>
                  <a:cubicBezTo>
                    <a:pt x="1" y="4"/>
                    <a:pt x="1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9"/>
                    <a:pt x="4" y="11"/>
                    <a:pt x="10" y="12"/>
                  </a:cubicBezTo>
                  <a:cubicBezTo>
                    <a:pt x="16" y="13"/>
                    <a:pt x="21" y="10"/>
                    <a:pt x="22" y="7"/>
                  </a:cubicBezTo>
                  <a:cubicBezTo>
                    <a:pt x="23" y="4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04" name="Freeform 495">
              <a:extLst>
                <a:ext uri="{FF2B5EF4-FFF2-40B4-BE49-F238E27FC236}">
                  <a16:creationId xmlns:a16="http://schemas.microsoft.com/office/drawing/2014/main" id="{6268A3D3-6D98-4D49-BD90-B0EF73A12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775"/>
              <a:ext cx="16" cy="15"/>
            </a:xfrm>
            <a:custGeom>
              <a:avLst/>
              <a:gdLst>
                <a:gd name="T0" fmla="*/ 48 w 8"/>
                <a:gd name="T1" fmla="*/ 0 h 7"/>
                <a:gd name="T2" fmla="*/ 24 w 8"/>
                <a:gd name="T3" fmla="*/ 69 h 7"/>
                <a:gd name="T4" fmla="*/ 64 w 8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2" y="2"/>
                    <a:pt x="0" y="4"/>
                    <a:pt x="3" y="7"/>
                  </a:cubicBezTo>
                  <a:cubicBezTo>
                    <a:pt x="6" y="7"/>
                    <a:pt x="8" y="4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05" name="Freeform 496">
              <a:extLst>
                <a:ext uri="{FF2B5EF4-FFF2-40B4-BE49-F238E27FC236}">
                  <a16:creationId xmlns:a16="http://schemas.microsoft.com/office/drawing/2014/main" id="{387A12AF-28E3-48C9-AAEE-A479B519C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641"/>
              <a:ext cx="160" cy="115"/>
            </a:xfrm>
            <a:custGeom>
              <a:avLst/>
              <a:gdLst>
                <a:gd name="T0" fmla="*/ 0 w 80"/>
                <a:gd name="T1" fmla="*/ 522 h 54"/>
                <a:gd name="T2" fmla="*/ 96 w 80"/>
                <a:gd name="T3" fmla="*/ 349 h 54"/>
                <a:gd name="T4" fmla="*/ 224 w 80"/>
                <a:gd name="T5" fmla="*/ 241 h 54"/>
                <a:gd name="T6" fmla="*/ 440 w 80"/>
                <a:gd name="T7" fmla="*/ 104 h 54"/>
                <a:gd name="T8" fmla="*/ 640 w 80"/>
                <a:gd name="T9" fmla="*/ 0 h 54"/>
                <a:gd name="T10" fmla="*/ 360 w 80"/>
                <a:gd name="T11" fmla="*/ 213 h 54"/>
                <a:gd name="T12" fmla="*/ 176 w 80"/>
                <a:gd name="T13" fmla="*/ 358 h 54"/>
                <a:gd name="T14" fmla="*/ 56 w 80"/>
                <a:gd name="T15" fmla="*/ 471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4">
                  <a:moveTo>
                    <a:pt x="0" y="54"/>
                  </a:moveTo>
                  <a:cubicBezTo>
                    <a:pt x="5" y="49"/>
                    <a:pt x="8" y="43"/>
                    <a:pt x="12" y="36"/>
                  </a:cubicBezTo>
                  <a:cubicBezTo>
                    <a:pt x="15" y="30"/>
                    <a:pt x="22" y="28"/>
                    <a:pt x="28" y="25"/>
                  </a:cubicBezTo>
                  <a:cubicBezTo>
                    <a:pt x="37" y="21"/>
                    <a:pt x="46" y="16"/>
                    <a:pt x="55" y="11"/>
                  </a:cubicBezTo>
                  <a:cubicBezTo>
                    <a:pt x="63" y="8"/>
                    <a:pt x="72" y="2"/>
                    <a:pt x="80" y="0"/>
                  </a:cubicBezTo>
                  <a:cubicBezTo>
                    <a:pt x="66" y="8"/>
                    <a:pt x="59" y="15"/>
                    <a:pt x="45" y="22"/>
                  </a:cubicBezTo>
                  <a:cubicBezTo>
                    <a:pt x="37" y="25"/>
                    <a:pt x="27" y="31"/>
                    <a:pt x="22" y="37"/>
                  </a:cubicBezTo>
                  <a:cubicBezTo>
                    <a:pt x="18" y="43"/>
                    <a:pt x="12" y="44"/>
                    <a:pt x="7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06" name="Freeform 497">
              <a:extLst>
                <a:ext uri="{FF2B5EF4-FFF2-40B4-BE49-F238E27FC236}">
                  <a16:creationId xmlns:a16="http://schemas.microsoft.com/office/drawing/2014/main" id="{DC55BDB3-9715-48F9-BB0E-C03324F42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619"/>
              <a:ext cx="22" cy="15"/>
            </a:xfrm>
            <a:custGeom>
              <a:avLst/>
              <a:gdLst>
                <a:gd name="T0" fmla="*/ 8 w 11"/>
                <a:gd name="T1" fmla="*/ 9 h 7"/>
                <a:gd name="T2" fmla="*/ 24 w 11"/>
                <a:gd name="T3" fmla="*/ 69 h 7"/>
                <a:gd name="T4" fmla="*/ 40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6"/>
                    <a:pt x="11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07" name="Freeform 498">
              <a:extLst>
                <a:ext uri="{FF2B5EF4-FFF2-40B4-BE49-F238E27FC236}">
                  <a16:creationId xmlns:a16="http://schemas.microsoft.com/office/drawing/2014/main" id="{436497E9-77ED-4B1D-B3F3-1357A58C7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3117"/>
              <a:ext cx="80" cy="66"/>
            </a:xfrm>
            <a:custGeom>
              <a:avLst/>
              <a:gdLst>
                <a:gd name="T0" fmla="*/ 136 w 40"/>
                <a:gd name="T1" fmla="*/ 0 h 31"/>
                <a:gd name="T2" fmla="*/ 40 w 40"/>
                <a:gd name="T3" fmla="*/ 49 h 31"/>
                <a:gd name="T4" fmla="*/ 8 w 40"/>
                <a:gd name="T5" fmla="*/ 153 h 31"/>
                <a:gd name="T6" fmla="*/ 216 w 40"/>
                <a:gd name="T7" fmla="*/ 258 h 31"/>
                <a:gd name="T8" fmla="*/ 288 w 40"/>
                <a:gd name="T9" fmla="*/ 49 h 31"/>
                <a:gd name="T10" fmla="*/ 136 w 4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17" y="0"/>
                  </a:moveTo>
                  <a:cubicBezTo>
                    <a:pt x="12" y="0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6" y="31"/>
                    <a:pt x="27" y="27"/>
                  </a:cubicBezTo>
                  <a:cubicBezTo>
                    <a:pt x="38" y="22"/>
                    <a:pt x="40" y="11"/>
                    <a:pt x="36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08" name="Freeform 499">
              <a:extLst>
                <a:ext uri="{FF2B5EF4-FFF2-40B4-BE49-F238E27FC236}">
                  <a16:creationId xmlns:a16="http://schemas.microsoft.com/office/drawing/2014/main" id="{E41F3606-376C-4D73-9610-ECFA6DEC3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122"/>
              <a:ext cx="60" cy="57"/>
            </a:xfrm>
            <a:custGeom>
              <a:avLst/>
              <a:gdLst>
                <a:gd name="T0" fmla="*/ 200 w 30"/>
                <a:gd name="T1" fmla="*/ 36 h 27"/>
                <a:gd name="T2" fmla="*/ 160 w 30"/>
                <a:gd name="T3" fmla="*/ 0 h 27"/>
                <a:gd name="T4" fmla="*/ 192 w 30"/>
                <a:gd name="T5" fmla="*/ 27 h 27"/>
                <a:gd name="T6" fmla="*/ 128 w 30"/>
                <a:gd name="T7" fmla="*/ 228 h 27"/>
                <a:gd name="T8" fmla="*/ 0 w 30"/>
                <a:gd name="T9" fmla="*/ 217 h 27"/>
                <a:gd name="T10" fmla="*/ 136 w 30"/>
                <a:gd name="T11" fmla="*/ 228 h 27"/>
                <a:gd name="T12" fmla="*/ 200 w 30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5" y="4"/>
                  </a:moveTo>
                  <a:cubicBezTo>
                    <a:pt x="23" y="2"/>
                    <a:pt x="22" y="1"/>
                    <a:pt x="20" y="0"/>
                  </a:cubicBezTo>
                  <a:cubicBezTo>
                    <a:pt x="21" y="1"/>
                    <a:pt x="23" y="2"/>
                    <a:pt x="24" y="3"/>
                  </a:cubicBezTo>
                  <a:cubicBezTo>
                    <a:pt x="28" y="8"/>
                    <a:pt x="26" y="19"/>
                    <a:pt x="16" y="24"/>
                  </a:cubicBezTo>
                  <a:cubicBezTo>
                    <a:pt x="10" y="26"/>
                    <a:pt x="4" y="25"/>
                    <a:pt x="0" y="23"/>
                  </a:cubicBezTo>
                  <a:cubicBezTo>
                    <a:pt x="4" y="26"/>
                    <a:pt x="11" y="27"/>
                    <a:pt x="17" y="24"/>
                  </a:cubicBezTo>
                  <a:cubicBezTo>
                    <a:pt x="27" y="20"/>
                    <a:pt x="30" y="9"/>
                    <a:pt x="25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09" name="Freeform 500">
              <a:extLst>
                <a:ext uri="{FF2B5EF4-FFF2-40B4-BE49-F238E27FC236}">
                  <a16:creationId xmlns:a16="http://schemas.microsoft.com/office/drawing/2014/main" id="{85A4CBCE-DC55-42C7-966C-799627F98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117"/>
              <a:ext cx="58" cy="56"/>
            </a:xfrm>
            <a:custGeom>
              <a:avLst/>
              <a:gdLst>
                <a:gd name="T0" fmla="*/ 16 w 29"/>
                <a:gd name="T1" fmla="*/ 157 h 26"/>
                <a:gd name="T2" fmla="*/ 48 w 29"/>
                <a:gd name="T3" fmla="*/ 52 h 26"/>
                <a:gd name="T4" fmla="*/ 136 w 29"/>
                <a:gd name="T5" fmla="*/ 9 h 26"/>
                <a:gd name="T6" fmla="*/ 232 w 29"/>
                <a:gd name="T7" fmla="*/ 19 h 26"/>
                <a:gd name="T8" fmla="*/ 128 w 29"/>
                <a:gd name="T9" fmla="*/ 9 h 26"/>
                <a:gd name="T10" fmla="*/ 32 w 29"/>
                <a:gd name="T11" fmla="*/ 52 h 26"/>
                <a:gd name="T12" fmla="*/ 8 w 29"/>
                <a:gd name="T13" fmla="*/ 157 h 26"/>
                <a:gd name="T14" fmla="*/ 80 w 29"/>
                <a:gd name="T15" fmla="*/ 261 h 26"/>
                <a:gd name="T16" fmla="*/ 16 w 29"/>
                <a:gd name="T17" fmla="*/ 15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6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3" y="1"/>
                    <a:pt x="26" y="1"/>
                    <a:pt x="29" y="2"/>
                  </a:cubicBezTo>
                  <a:cubicBezTo>
                    <a:pt x="26" y="0"/>
                    <a:pt x="22" y="0"/>
                    <a:pt x="16" y="1"/>
                  </a:cubicBez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2" y="20"/>
                    <a:pt x="5" y="24"/>
                    <a:pt x="10" y="26"/>
                  </a:cubicBezTo>
                  <a:cubicBezTo>
                    <a:pt x="6" y="24"/>
                    <a:pt x="3" y="21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10" name="Freeform 501">
              <a:extLst>
                <a:ext uri="{FF2B5EF4-FFF2-40B4-BE49-F238E27FC236}">
                  <a16:creationId xmlns:a16="http://schemas.microsoft.com/office/drawing/2014/main" id="{B70EACD6-3F05-4D16-B532-775DAC5F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128"/>
              <a:ext cx="52" cy="32"/>
            </a:xfrm>
            <a:custGeom>
              <a:avLst/>
              <a:gdLst>
                <a:gd name="T0" fmla="*/ 144 w 26"/>
                <a:gd name="T1" fmla="*/ 19 h 15"/>
                <a:gd name="T2" fmla="*/ 88 w 26"/>
                <a:gd name="T3" fmla="*/ 145 h 15"/>
                <a:gd name="T4" fmla="*/ 16 w 26"/>
                <a:gd name="T5" fmla="*/ 49 h 15"/>
                <a:gd name="T6" fmla="*/ 144 w 26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8" y="2"/>
                  </a:moveTo>
                  <a:cubicBezTo>
                    <a:pt x="26" y="6"/>
                    <a:pt x="21" y="15"/>
                    <a:pt x="11" y="15"/>
                  </a:cubicBezTo>
                  <a:cubicBezTo>
                    <a:pt x="0" y="15"/>
                    <a:pt x="0" y="8"/>
                    <a:pt x="2" y="5"/>
                  </a:cubicBezTo>
                  <a:cubicBezTo>
                    <a:pt x="4" y="1"/>
                    <a:pt x="13" y="0"/>
                    <a:pt x="18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11" name="Freeform 502">
              <a:extLst>
                <a:ext uri="{FF2B5EF4-FFF2-40B4-BE49-F238E27FC236}">
                  <a16:creationId xmlns:a16="http://schemas.microsoft.com/office/drawing/2014/main" id="{8C8D95D1-AE6E-49D2-8D4E-28E0C4304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139"/>
              <a:ext cx="46" cy="21"/>
            </a:xfrm>
            <a:custGeom>
              <a:avLst/>
              <a:gdLst>
                <a:gd name="T0" fmla="*/ 160 w 23"/>
                <a:gd name="T1" fmla="*/ 0 h 10"/>
                <a:gd name="T2" fmla="*/ 72 w 23"/>
                <a:gd name="T3" fmla="*/ 76 h 10"/>
                <a:gd name="T4" fmla="*/ 0 w 23"/>
                <a:gd name="T5" fmla="*/ 36 h 10"/>
                <a:gd name="T6" fmla="*/ 80 w 23"/>
                <a:gd name="T7" fmla="*/ 92 h 10"/>
                <a:gd name="T8" fmla="*/ 160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0" y="0"/>
                  </a:moveTo>
                  <a:cubicBezTo>
                    <a:pt x="21" y="4"/>
                    <a:pt x="16" y="8"/>
                    <a:pt x="9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0" y="7"/>
                    <a:pt x="3" y="10"/>
                    <a:pt x="10" y="10"/>
                  </a:cubicBezTo>
                  <a:cubicBezTo>
                    <a:pt x="18" y="10"/>
                    <a:pt x="23" y="4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12" name="Freeform 503">
              <a:extLst>
                <a:ext uri="{FF2B5EF4-FFF2-40B4-BE49-F238E27FC236}">
                  <a16:creationId xmlns:a16="http://schemas.microsoft.com/office/drawing/2014/main" id="{4A6287A2-89B7-4847-824C-43BE253C1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128"/>
              <a:ext cx="22" cy="6"/>
            </a:xfrm>
            <a:custGeom>
              <a:avLst/>
              <a:gdLst>
                <a:gd name="T0" fmla="*/ 88 w 11"/>
                <a:gd name="T1" fmla="*/ 8 h 3"/>
                <a:gd name="T2" fmla="*/ 0 w 11"/>
                <a:gd name="T3" fmla="*/ 24 h 3"/>
                <a:gd name="T4" fmla="*/ 88 w 11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7" y="0"/>
                    <a:pt x="2" y="1"/>
                    <a:pt x="0" y="3"/>
                  </a:cubicBezTo>
                  <a:cubicBezTo>
                    <a:pt x="2" y="2"/>
                    <a:pt x="7" y="1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13" name="Freeform 504">
              <a:extLst>
                <a:ext uri="{FF2B5EF4-FFF2-40B4-BE49-F238E27FC236}">
                  <a16:creationId xmlns:a16="http://schemas.microsoft.com/office/drawing/2014/main" id="{F398367B-6842-4ED6-9F6C-8F7AB8182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149"/>
              <a:ext cx="32" cy="19"/>
            </a:xfrm>
            <a:custGeom>
              <a:avLst/>
              <a:gdLst>
                <a:gd name="T0" fmla="*/ 0 w 16"/>
                <a:gd name="T1" fmla="*/ 36 h 9"/>
                <a:gd name="T2" fmla="*/ 128 w 16"/>
                <a:gd name="T3" fmla="*/ 0 h 9"/>
                <a:gd name="T4" fmla="*/ 0 w 16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4"/>
                  </a:moveTo>
                  <a:cubicBezTo>
                    <a:pt x="2" y="6"/>
                    <a:pt x="13" y="7"/>
                    <a:pt x="16" y="0"/>
                  </a:cubicBezTo>
                  <a:cubicBezTo>
                    <a:pt x="16" y="3"/>
                    <a:pt x="8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14" name="Freeform 505">
              <a:extLst>
                <a:ext uri="{FF2B5EF4-FFF2-40B4-BE49-F238E27FC236}">
                  <a16:creationId xmlns:a16="http://schemas.microsoft.com/office/drawing/2014/main" id="{9411E877-7DF7-4766-A5AC-B23A10101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3117"/>
              <a:ext cx="80" cy="66"/>
            </a:xfrm>
            <a:custGeom>
              <a:avLst/>
              <a:gdLst>
                <a:gd name="T0" fmla="*/ 136 w 40"/>
                <a:gd name="T1" fmla="*/ 0 h 31"/>
                <a:gd name="T2" fmla="*/ 40 w 40"/>
                <a:gd name="T3" fmla="*/ 49 h 31"/>
                <a:gd name="T4" fmla="*/ 8 w 40"/>
                <a:gd name="T5" fmla="*/ 153 h 31"/>
                <a:gd name="T6" fmla="*/ 216 w 40"/>
                <a:gd name="T7" fmla="*/ 258 h 31"/>
                <a:gd name="T8" fmla="*/ 288 w 40"/>
                <a:gd name="T9" fmla="*/ 49 h 31"/>
                <a:gd name="T10" fmla="*/ 136 w 4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17" y="0"/>
                  </a:moveTo>
                  <a:cubicBezTo>
                    <a:pt x="12" y="0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6" y="31"/>
                    <a:pt x="27" y="27"/>
                  </a:cubicBezTo>
                  <a:cubicBezTo>
                    <a:pt x="38" y="22"/>
                    <a:pt x="40" y="11"/>
                    <a:pt x="36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15" name="Freeform 506">
              <a:extLst>
                <a:ext uri="{FF2B5EF4-FFF2-40B4-BE49-F238E27FC236}">
                  <a16:creationId xmlns:a16="http://schemas.microsoft.com/office/drawing/2014/main" id="{C01006DE-1D0D-4A1F-890A-6FAD4159D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132"/>
              <a:ext cx="44" cy="28"/>
            </a:xfrm>
            <a:custGeom>
              <a:avLst/>
              <a:gdLst>
                <a:gd name="T0" fmla="*/ 144 w 22"/>
                <a:gd name="T1" fmla="*/ 0 h 13"/>
                <a:gd name="T2" fmla="*/ 176 w 22"/>
                <a:gd name="T3" fmla="*/ 69 h 13"/>
                <a:gd name="T4" fmla="*/ 88 w 22"/>
                <a:gd name="T5" fmla="*/ 129 h 13"/>
                <a:gd name="T6" fmla="*/ 16 w 22"/>
                <a:gd name="T7" fmla="*/ 88 h 13"/>
                <a:gd name="T8" fmla="*/ 16 w 22"/>
                <a:gd name="T9" fmla="*/ 28 h 13"/>
                <a:gd name="T10" fmla="*/ 16 w 22"/>
                <a:gd name="T11" fmla="*/ 28 h 13"/>
                <a:gd name="T12" fmla="*/ 8 w 22"/>
                <a:gd name="T13" fmla="*/ 88 h 13"/>
                <a:gd name="T14" fmla="*/ 88 w 22"/>
                <a:gd name="T15" fmla="*/ 129 h 13"/>
                <a:gd name="T16" fmla="*/ 176 w 22"/>
                <a:gd name="T17" fmla="*/ 69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1"/>
                    <a:pt x="22" y="4"/>
                    <a:pt x="22" y="7"/>
                  </a:cubicBezTo>
                  <a:cubicBezTo>
                    <a:pt x="21" y="10"/>
                    <a:pt x="17" y="13"/>
                    <a:pt x="11" y="13"/>
                  </a:cubicBezTo>
                  <a:cubicBezTo>
                    <a:pt x="5" y="13"/>
                    <a:pt x="3" y="11"/>
                    <a:pt x="2" y="9"/>
                  </a:cubicBezTo>
                  <a:cubicBezTo>
                    <a:pt x="0" y="7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7"/>
                    <a:pt x="1" y="9"/>
                  </a:cubicBezTo>
                  <a:cubicBezTo>
                    <a:pt x="2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7"/>
                  </a:cubicBezTo>
                  <a:cubicBezTo>
                    <a:pt x="22" y="4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16" name="Freeform 507">
              <a:extLst>
                <a:ext uri="{FF2B5EF4-FFF2-40B4-BE49-F238E27FC236}">
                  <a16:creationId xmlns:a16="http://schemas.microsoft.com/office/drawing/2014/main" id="{8B3FC7A0-E3B0-42BD-93D1-68D09C8A4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085"/>
              <a:ext cx="111" cy="62"/>
            </a:xfrm>
            <a:custGeom>
              <a:avLst/>
              <a:gdLst>
                <a:gd name="T0" fmla="*/ 56 w 56"/>
                <a:gd name="T1" fmla="*/ 109 h 29"/>
                <a:gd name="T2" fmla="*/ 79 w 56"/>
                <a:gd name="T3" fmla="*/ 257 h 29"/>
                <a:gd name="T4" fmla="*/ 319 w 56"/>
                <a:gd name="T5" fmla="*/ 242 h 29"/>
                <a:gd name="T6" fmla="*/ 436 w 56"/>
                <a:gd name="T7" fmla="*/ 120 h 29"/>
                <a:gd name="T8" fmla="*/ 56 w 56"/>
                <a:gd name="T9" fmla="*/ 10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">
                  <a:moveTo>
                    <a:pt x="7" y="11"/>
                  </a:moveTo>
                  <a:cubicBezTo>
                    <a:pt x="0" y="17"/>
                    <a:pt x="3" y="22"/>
                    <a:pt x="10" y="26"/>
                  </a:cubicBezTo>
                  <a:cubicBezTo>
                    <a:pt x="18" y="29"/>
                    <a:pt x="31" y="29"/>
                    <a:pt x="41" y="25"/>
                  </a:cubicBezTo>
                  <a:cubicBezTo>
                    <a:pt x="54" y="22"/>
                    <a:pt x="56" y="16"/>
                    <a:pt x="56" y="12"/>
                  </a:cubicBezTo>
                  <a:cubicBezTo>
                    <a:pt x="54" y="1"/>
                    <a:pt x="20" y="0"/>
                    <a:pt x="7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17" name="Freeform 508">
              <a:extLst>
                <a:ext uri="{FF2B5EF4-FFF2-40B4-BE49-F238E27FC236}">
                  <a16:creationId xmlns:a16="http://schemas.microsoft.com/office/drawing/2014/main" id="{88BAA626-5DF2-4852-9E65-BB80F1171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087"/>
              <a:ext cx="93" cy="45"/>
            </a:xfrm>
            <a:custGeom>
              <a:avLst/>
              <a:gdLst>
                <a:gd name="T0" fmla="*/ 0 w 47"/>
                <a:gd name="T1" fmla="*/ 88 h 21"/>
                <a:gd name="T2" fmla="*/ 356 w 47"/>
                <a:gd name="T3" fmla="*/ 109 h 21"/>
                <a:gd name="T4" fmla="*/ 317 w 47"/>
                <a:gd name="T5" fmla="*/ 206 h 21"/>
                <a:gd name="T6" fmla="*/ 364 w 47"/>
                <a:gd name="T7" fmla="*/ 109 h 21"/>
                <a:gd name="T8" fmla="*/ 0 w 47"/>
                <a:gd name="T9" fmla="*/ 8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1">
                  <a:moveTo>
                    <a:pt x="0" y="9"/>
                  </a:moveTo>
                  <a:cubicBezTo>
                    <a:pt x="14" y="1"/>
                    <a:pt x="44" y="2"/>
                    <a:pt x="46" y="11"/>
                  </a:cubicBezTo>
                  <a:cubicBezTo>
                    <a:pt x="46" y="14"/>
                    <a:pt x="45" y="18"/>
                    <a:pt x="41" y="21"/>
                  </a:cubicBezTo>
                  <a:cubicBezTo>
                    <a:pt x="46" y="17"/>
                    <a:pt x="47" y="14"/>
                    <a:pt x="47" y="11"/>
                  </a:cubicBezTo>
                  <a:cubicBezTo>
                    <a:pt x="45" y="1"/>
                    <a:pt x="13" y="0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18" name="Freeform 509">
              <a:extLst>
                <a:ext uri="{FF2B5EF4-FFF2-40B4-BE49-F238E27FC236}">
                  <a16:creationId xmlns:a16="http://schemas.microsoft.com/office/drawing/2014/main" id="{83327D35-A3F2-4BB4-BE78-3BFB7DF27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113"/>
              <a:ext cx="75" cy="34"/>
            </a:xfrm>
            <a:custGeom>
              <a:avLst/>
              <a:gdLst>
                <a:gd name="T0" fmla="*/ 292 w 38"/>
                <a:gd name="T1" fmla="*/ 117 h 16"/>
                <a:gd name="T2" fmla="*/ 77 w 38"/>
                <a:gd name="T3" fmla="*/ 104 h 16"/>
                <a:gd name="T4" fmla="*/ 32 w 38"/>
                <a:gd name="T5" fmla="*/ 0 h 16"/>
                <a:gd name="T6" fmla="*/ 71 w 38"/>
                <a:gd name="T7" fmla="*/ 117 h 16"/>
                <a:gd name="T8" fmla="*/ 292 w 38"/>
                <a:gd name="T9" fmla="*/ 117 h 16"/>
                <a:gd name="T10" fmla="*/ 292 w 38"/>
                <a:gd name="T11" fmla="*/ 11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38" y="12"/>
                  </a:moveTo>
                  <a:cubicBezTo>
                    <a:pt x="28" y="15"/>
                    <a:pt x="17" y="14"/>
                    <a:pt x="10" y="11"/>
                  </a:cubicBezTo>
                  <a:cubicBezTo>
                    <a:pt x="4" y="8"/>
                    <a:pt x="2" y="4"/>
                    <a:pt x="4" y="0"/>
                  </a:cubicBezTo>
                  <a:cubicBezTo>
                    <a:pt x="0" y="5"/>
                    <a:pt x="3" y="9"/>
                    <a:pt x="9" y="12"/>
                  </a:cubicBezTo>
                  <a:cubicBezTo>
                    <a:pt x="16" y="16"/>
                    <a:pt x="28" y="15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19" name="Freeform 510">
              <a:extLst>
                <a:ext uri="{FF2B5EF4-FFF2-40B4-BE49-F238E27FC236}">
                  <a16:creationId xmlns:a16="http://schemas.microsoft.com/office/drawing/2014/main" id="{A2D372C8-8304-4912-A752-14ECBED4C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100"/>
              <a:ext cx="71" cy="32"/>
            </a:xfrm>
            <a:custGeom>
              <a:avLst/>
              <a:gdLst>
                <a:gd name="T0" fmla="*/ 276 w 36"/>
                <a:gd name="T1" fmla="*/ 60 h 15"/>
                <a:gd name="T2" fmla="*/ 101 w 36"/>
                <a:gd name="T3" fmla="*/ 137 h 15"/>
                <a:gd name="T4" fmla="*/ 55 w 36"/>
                <a:gd name="T5" fmla="*/ 49 h 15"/>
                <a:gd name="T6" fmla="*/ 276 w 36"/>
                <a:gd name="T7" fmla="*/ 6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5">
                  <a:moveTo>
                    <a:pt x="36" y="6"/>
                  </a:moveTo>
                  <a:cubicBezTo>
                    <a:pt x="36" y="12"/>
                    <a:pt x="21" y="15"/>
                    <a:pt x="13" y="14"/>
                  </a:cubicBezTo>
                  <a:cubicBezTo>
                    <a:pt x="4" y="13"/>
                    <a:pt x="0" y="9"/>
                    <a:pt x="7" y="5"/>
                  </a:cubicBezTo>
                  <a:cubicBezTo>
                    <a:pt x="14" y="0"/>
                    <a:pt x="36" y="0"/>
                    <a:pt x="36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20" name="Freeform 511">
              <a:extLst>
                <a:ext uri="{FF2B5EF4-FFF2-40B4-BE49-F238E27FC236}">
                  <a16:creationId xmlns:a16="http://schemas.microsoft.com/office/drawing/2014/main" id="{85E162E9-D4F4-4484-B5BE-E1648BE1C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113"/>
              <a:ext cx="68" cy="19"/>
            </a:xfrm>
            <a:custGeom>
              <a:avLst/>
              <a:gdLst>
                <a:gd name="T0" fmla="*/ 88 w 34"/>
                <a:gd name="T1" fmla="*/ 57 h 9"/>
                <a:gd name="T2" fmla="*/ 16 w 34"/>
                <a:gd name="T3" fmla="*/ 8 h 9"/>
                <a:gd name="T4" fmla="*/ 88 w 34"/>
                <a:gd name="T5" fmla="*/ 76 h 9"/>
                <a:gd name="T6" fmla="*/ 272 w 34"/>
                <a:gd name="T7" fmla="*/ 0 h 9"/>
                <a:gd name="T8" fmla="*/ 272 w 34"/>
                <a:gd name="T9" fmla="*/ 0 h 9"/>
                <a:gd name="T10" fmla="*/ 88 w 34"/>
                <a:gd name="T11" fmla="*/ 5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9">
                  <a:moveTo>
                    <a:pt x="11" y="6"/>
                  </a:moveTo>
                  <a:cubicBezTo>
                    <a:pt x="6" y="5"/>
                    <a:pt x="2" y="3"/>
                    <a:pt x="2" y="1"/>
                  </a:cubicBezTo>
                  <a:cubicBezTo>
                    <a:pt x="0" y="4"/>
                    <a:pt x="4" y="7"/>
                    <a:pt x="11" y="8"/>
                  </a:cubicBezTo>
                  <a:cubicBezTo>
                    <a:pt x="19" y="9"/>
                    <a:pt x="34" y="6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2" y="5"/>
                    <a:pt x="19" y="7"/>
                    <a:pt x="11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21" name="Freeform 512">
              <a:extLst>
                <a:ext uri="{FF2B5EF4-FFF2-40B4-BE49-F238E27FC236}">
                  <a16:creationId xmlns:a16="http://schemas.microsoft.com/office/drawing/2014/main" id="{C31AC75D-F484-404C-A7C9-F0E629299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3100"/>
              <a:ext cx="44" cy="9"/>
            </a:xfrm>
            <a:custGeom>
              <a:avLst/>
              <a:gdLst>
                <a:gd name="T0" fmla="*/ 0 w 22"/>
                <a:gd name="T1" fmla="*/ 25 h 4"/>
                <a:gd name="T2" fmla="*/ 176 w 22"/>
                <a:gd name="T3" fmla="*/ 45 h 4"/>
                <a:gd name="T4" fmla="*/ 0 w 22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">
                  <a:moveTo>
                    <a:pt x="0" y="2"/>
                  </a:moveTo>
                  <a:cubicBezTo>
                    <a:pt x="6" y="1"/>
                    <a:pt x="18" y="0"/>
                    <a:pt x="22" y="4"/>
                  </a:cubicBezTo>
                  <a:cubicBezTo>
                    <a:pt x="20" y="3"/>
                    <a:pt x="9" y="1"/>
                    <a:pt x="0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22" name="Freeform 513">
              <a:extLst>
                <a:ext uri="{FF2B5EF4-FFF2-40B4-BE49-F238E27FC236}">
                  <a16:creationId xmlns:a16="http://schemas.microsoft.com/office/drawing/2014/main" id="{7B316662-725E-4DFE-BAC3-57E94A978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096"/>
              <a:ext cx="40" cy="13"/>
            </a:xfrm>
            <a:custGeom>
              <a:avLst/>
              <a:gdLst>
                <a:gd name="T0" fmla="*/ 0 w 20"/>
                <a:gd name="T1" fmla="*/ 33 h 6"/>
                <a:gd name="T2" fmla="*/ 160 w 20"/>
                <a:gd name="T3" fmla="*/ 61 h 6"/>
                <a:gd name="T4" fmla="*/ 0 w 20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">
                  <a:moveTo>
                    <a:pt x="0" y="3"/>
                  </a:moveTo>
                  <a:cubicBezTo>
                    <a:pt x="5" y="2"/>
                    <a:pt x="17" y="2"/>
                    <a:pt x="20" y="6"/>
                  </a:cubicBezTo>
                  <a:cubicBezTo>
                    <a:pt x="18" y="4"/>
                    <a:pt x="14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23" name="Freeform 514">
              <a:extLst>
                <a:ext uri="{FF2B5EF4-FFF2-40B4-BE49-F238E27FC236}">
                  <a16:creationId xmlns:a16="http://schemas.microsoft.com/office/drawing/2014/main" id="{BDE9F086-2D75-4DDE-B5CF-569CF64A6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124"/>
              <a:ext cx="46" cy="10"/>
            </a:xfrm>
            <a:custGeom>
              <a:avLst/>
              <a:gdLst>
                <a:gd name="T0" fmla="*/ 0 w 23"/>
                <a:gd name="T1" fmla="*/ 16 h 5"/>
                <a:gd name="T2" fmla="*/ 184 w 23"/>
                <a:gd name="T3" fmla="*/ 0 h 5"/>
                <a:gd name="T4" fmla="*/ 0 w 23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">
                  <a:moveTo>
                    <a:pt x="0" y="2"/>
                  </a:moveTo>
                  <a:cubicBezTo>
                    <a:pt x="2" y="4"/>
                    <a:pt x="14" y="5"/>
                    <a:pt x="23" y="0"/>
                  </a:cubicBezTo>
                  <a:cubicBezTo>
                    <a:pt x="19" y="2"/>
                    <a:pt x="9" y="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24" name="Freeform 515">
              <a:extLst>
                <a:ext uri="{FF2B5EF4-FFF2-40B4-BE49-F238E27FC236}">
                  <a16:creationId xmlns:a16="http://schemas.microsoft.com/office/drawing/2014/main" id="{20F00706-0F61-4965-BA2D-C7CDD2878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085"/>
              <a:ext cx="111" cy="62"/>
            </a:xfrm>
            <a:custGeom>
              <a:avLst/>
              <a:gdLst>
                <a:gd name="T0" fmla="*/ 56 w 56"/>
                <a:gd name="T1" fmla="*/ 109 h 29"/>
                <a:gd name="T2" fmla="*/ 79 w 56"/>
                <a:gd name="T3" fmla="*/ 257 h 29"/>
                <a:gd name="T4" fmla="*/ 319 w 56"/>
                <a:gd name="T5" fmla="*/ 242 h 29"/>
                <a:gd name="T6" fmla="*/ 436 w 56"/>
                <a:gd name="T7" fmla="*/ 120 h 29"/>
                <a:gd name="T8" fmla="*/ 56 w 56"/>
                <a:gd name="T9" fmla="*/ 10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">
                  <a:moveTo>
                    <a:pt x="7" y="11"/>
                  </a:moveTo>
                  <a:cubicBezTo>
                    <a:pt x="0" y="17"/>
                    <a:pt x="3" y="22"/>
                    <a:pt x="10" y="26"/>
                  </a:cubicBezTo>
                  <a:cubicBezTo>
                    <a:pt x="18" y="29"/>
                    <a:pt x="31" y="29"/>
                    <a:pt x="41" y="25"/>
                  </a:cubicBezTo>
                  <a:cubicBezTo>
                    <a:pt x="54" y="22"/>
                    <a:pt x="56" y="16"/>
                    <a:pt x="56" y="12"/>
                  </a:cubicBezTo>
                  <a:cubicBezTo>
                    <a:pt x="54" y="1"/>
                    <a:pt x="20" y="0"/>
                    <a:pt x="7" y="1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25" name="Freeform 516">
              <a:extLst>
                <a:ext uri="{FF2B5EF4-FFF2-40B4-BE49-F238E27FC236}">
                  <a16:creationId xmlns:a16="http://schemas.microsoft.com/office/drawing/2014/main" id="{5D4ACA77-0525-4C73-B843-F9160703F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111"/>
              <a:ext cx="66" cy="21"/>
            </a:xfrm>
            <a:custGeom>
              <a:avLst/>
              <a:gdLst>
                <a:gd name="T0" fmla="*/ 0 w 33"/>
                <a:gd name="T1" fmla="*/ 36 h 10"/>
                <a:gd name="T2" fmla="*/ 80 w 33"/>
                <a:gd name="T3" fmla="*/ 84 h 10"/>
                <a:gd name="T4" fmla="*/ 240 w 33"/>
                <a:gd name="T5" fmla="*/ 57 h 10"/>
                <a:gd name="T6" fmla="*/ 264 w 33"/>
                <a:gd name="T7" fmla="*/ 8 h 10"/>
                <a:gd name="T8" fmla="*/ 264 w 33"/>
                <a:gd name="T9" fmla="*/ 8 h 10"/>
                <a:gd name="T10" fmla="*/ 232 w 33"/>
                <a:gd name="T11" fmla="*/ 48 h 10"/>
                <a:gd name="T12" fmla="*/ 80 w 33"/>
                <a:gd name="T13" fmla="*/ 84 h 10"/>
                <a:gd name="T14" fmla="*/ 8 w 33"/>
                <a:gd name="T15" fmla="*/ 36 h 10"/>
                <a:gd name="T16" fmla="*/ 32 w 33"/>
                <a:gd name="T17" fmla="*/ 0 h 10"/>
                <a:gd name="T18" fmla="*/ 32 w 33"/>
                <a:gd name="T19" fmla="*/ 0 h 10"/>
                <a:gd name="T20" fmla="*/ 0 w 33"/>
                <a:gd name="T21" fmla="*/ 36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0">
                  <a:moveTo>
                    <a:pt x="0" y="4"/>
                  </a:moveTo>
                  <a:cubicBezTo>
                    <a:pt x="1" y="6"/>
                    <a:pt x="4" y="8"/>
                    <a:pt x="10" y="9"/>
                  </a:cubicBezTo>
                  <a:cubicBezTo>
                    <a:pt x="15" y="10"/>
                    <a:pt x="24" y="9"/>
                    <a:pt x="30" y="6"/>
                  </a:cubicBezTo>
                  <a:cubicBezTo>
                    <a:pt x="32" y="4"/>
                    <a:pt x="33" y="3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3"/>
                    <a:pt x="32" y="4"/>
                    <a:pt x="29" y="5"/>
                  </a:cubicBezTo>
                  <a:cubicBezTo>
                    <a:pt x="24" y="8"/>
                    <a:pt x="15" y="9"/>
                    <a:pt x="10" y="9"/>
                  </a:cubicBezTo>
                  <a:cubicBezTo>
                    <a:pt x="5" y="8"/>
                    <a:pt x="1" y="6"/>
                    <a:pt x="1" y="4"/>
                  </a:cubicBezTo>
                  <a:cubicBezTo>
                    <a:pt x="0" y="2"/>
                    <a:pt x="1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26" name="Freeform 517">
              <a:extLst>
                <a:ext uri="{FF2B5EF4-FFF2-40B4-BE49-F238E27FC236}">
                  <a16:creationId xmlns:a16="http://schemas.microsoft.com/office/drawing/2014/main" id="{600A5A68-43D1-4BE2-8BC2-EC166252B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3019"/>
              <a:ext cx="69" cy="62"/>
            </a:xfrm>
            <a:custGeom>
              <a:avLst/>
              <a:gdLst>
                <a:gd name="T0" fmla="*/ 32 w 35"/>
                <a:gd name="T1" fmla="*/ 109 h 29"/>
                <a:gd name="T2" fmla="*/ 47 w 35"/>
                <a:gd name="T3" fmla="*/ 257 h 29"/>
                <a:gd name="T4" fmla="*/ 199 w 35"/>
                <a:gd name="T5" fmla="*/ 242 h 29"/>
                <a:gd name="T6" fmla="*/ 268 w 35"/>
                <a:gd name="T7" fmla="*/ 120 h 29"/>
                <a:gd name="T8" fmla="*/ 32 w 35"/>
                <a:gd name="T9" fmla="*/ 10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4" y="11"/>
                  </a:moveTo>
                  <a:cubicBezTo>
                    <a:pt x="0" y="17"/>
                    <a:pt x="2" y="22"/>
                    <a:pt x="6" y="26"/>
                  </a:cubicBezTo>
                  <a:cubicBezTo>
                    <a:pt x="11" y="29"/>
                    <a:pt x="19" y="29"/>
                    <a:pt x="26" y="25"/>
                  </a:cubicBezTo>
                  <a:cubicBezTo>
                    <a:pt x="33" y="22"/>
                    <a:pt x="35" y="16"/>
                    <a:pt x="35" y="12"/>
                  </a:cubicBezTo>
                  <a:cubicBezTo>
                    <a:pt x="34" y="1"/>
                    <a:pt x="12" y="0"/>
                    <a:pt x="4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27" name="Freeform 518">
              <a:extLst>
                <a:ext uri="{FF2B5EF4-FFF2-40B4-BE49-F238E27FC236}">
                  <a16:creationId xmlns:a16="http://schemas.microsoft.com/office/drawing/2014/main" id="{24506198-390D-4615-955B-D9D91B9B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3022"/>
              <a:ext cx="57" cy="44"/>
            </a:xfrm>
            <a:custGeom>
              <a:avLst/>
              <a:gdLst>
                <a:gd name="T0" fmla="*/ 0 w 29"/>
                <a:gd name="T1" fmla="*/ 84 h 21"/>
                <a:gd name="T2" fmla="*/ 212 w 29"/>
                <a:gd name="T3" fmla="*/ 101 h 21"/>
                <a:gd name="T4" fmla="*/ 197 w 29"/>
                <a:gd name="T5" fmla="*/ 193 h 21"/>
                <a:gd name="T6" fmla="*/ 220 w 29"/>
                <a:gd name="T7" fmla="*/ 101 h 21"/>
                <a:gd name="T8" fmla="*/ 0 w 29"/>
                <a:gd name="T9" fmla="*/ 8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0" y="9"/>
                  </a:moveTo>
                  <a:cubicBezTo>
                    <a:pt x="9" y="1"/>
                    <a:pt x="28" y="2"/>
                    <a:pt x="28" y="11"/>
                  </a:cubicBezTo>
                  <a:cubicBezTo>
                    <a:pt x="29" y="14"/>
                    <a:pt x="28" y="18"/>
                    <a:pt x="26" y="21"/>
                  </a:cubicBezTo>
                  <a:cubicBezTo>
                    <a:pt x="29" y="17"/>
                    <a:pt x="29" y="14"/>
                    <a:pt x="29" y="11"/>
                  </a:cubicBezTo>
                  <a:cubicBezTo>
                    <a:pt x="28" y="1"/>
                    <a:pt x="8" y="0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28" name="Freeform 519">
              <a:extLst>
                <a:ext uri="{FF2B5EF4-FFF2-40B4-BE49-F238E27FC236}">
                  <a16:creationId xmlns:a16="http://schemas.microsoft.com/office/drawing/2014/main" id="{D7E36A60-70E4-483C-B9D2-4DB7502EB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047"/>
              <a:ext cx="48" cy="34"/>
            </a:xfrm>
            <a:custGeom>
              <a:avLst/>
              <a:gdLst>
                <a:gd name="T0" fmla="*/ 192 w 24"/>
                <a:gd name="T1" fmla="*/ 117 h 16"/>
                <a:gd name="T2" fmla="*/ 56 w 24"/>
                <a:gd name="T3" fmla="*/ 104 h 16"/>
                <a:gd name="T4" fmla="*/ 24 w 24"/>
                <a:gd name="T5" fmla="*/ 0 h 16"/>
                <a:gd name="T6" fmla="*/ 48 w 24"/>
                <a:gd name="T7" fmla="*/ 117 h 16"/>
                <a:gd name="T8" fmla="*/ 192 w 24"/>
                <a:gd name="T9" fmla="*/ 117 h 16"/>
                <a:gd name="T10" fmla="*/ 192 w 24"/>
                <a:gd name="T11" fmla="*/ 11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24" y="12"/>
                  </a:moveTo>
                  <a:cubicBezTo>
                    <a:pt x="18" y="15"/>
                    <a:pt x="11" y="14"/>
                    <a:pt x="7" y="11"/>
                  </a:cubicBezTo>
                  <a:cubicBezTo>
                    <a:pt x="3" y="8"/>
                    <a:pt x="1" y="4"/>
                    <a:pt x="3" y="0"/>
                  </a:cubicBezTo>
                  <a:cubicBezTo>
                    <a:pt x="0" y="5"/>
                    <a:pt x="2" y="9"/>
                    <a:pt x="6" y="12"/>
                  </a:cubicBezTo>
                  <a:cubicBezTo>
                    <a:pt x="10" y="16"/>
                    <a:pt x="18" y="15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29" name="Freeform 520">
              <a:extLst>
                <a:ext uri="{FF2B5EF4-FFF2-40B4-BE49-F238E27FC236}">
                  <a16:creationId xmlns:a16="http://schemas.microsoft.com/office/drawing/2014/main" id="{C3F7C637-D589-4DBB-9A74-CE70ED6A3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3034"/>
              <a:ext cx="44" cy="32"/>
            </a:xfrm>
            <a:custGeom>
              <a:avLst/>
              <a:gdLst>
                <a:gd name="T0" fmla="*/ 176 w 22"/>
                <a:gd name="T1" fmla="*/ 60 h 15"/>
                <a:gd name="T2" fmla="*/ 64 w 22"/>
                <a:gd name="T3" fmla="*/ 137 h 15"/>
                <a:gd name="T4" fmla="*/ 32 w 22"/>
                <a:gd name="T5" fmla="*/ 49 h 15"/>
                <a:gd name="T6" fmla="*/ 176 w 22"/>
                <a:gd name="T7" fmla="*/ 6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5">
                  <a:moveTo>
                    <a:pt x="22" y="6"/>
                  </a:moveTo>
                  <a:cubicBezTo>
                    <a:pt x="22" y="12"/>
                    <a:pt x="13" y="15"/>
                    <a:pt x="8" y="14"/>
                  </a:cubicBezTo>
                  <a:cubicBezTo>
                    <a:pt x="2" y="13"/>
                    <a:pt x="0" y="9"/>
                    <a:pt x="4" y="5"/>
                  </a:cubicBezTo>
                  <a:cubicBezTo>
                    <a:pt x="9" y="0"/>
                    <a:pt x="22" y="0"/>
                    <a:pt x="2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30" name="Freeform 521">
              <a:extLst>
                <a:ext uri="{FF2B5EF4-FFF2-40B4-BE49-F238E27FC236}">
                  <a16:creationId xmlns:a16="http://schemas.microsoft.com/office/drawing/2014/main" id="{7999BF5E-57D8-4CFF-9D86-1AA34340C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047"/>
              <a:ext cx="42" cy="19"/>
            </a:xfrm>
            <a:custGeom>
              <a:avLst/>
              <a:gdLst>
                <a:gd name="T0" fmla="*/ 56 w 21"/>
                <a:gd name="T1" fmla="*/ 57 h 9"/>
                <a:gd name="T2" fmla="*/ 8 w 21"/>
                <a:gd name="T3" fmla="*/ 8 h 9"/>
                <a:gd name="T4" fmla="*/ 56 w 21"/>
                <a:gd name="T5" fmla="*/ 76 h 9"/>
                <a:gd name="T6" fmla="*/ 168 w 21"/>
                <a:gd name="T7" fmla="*/ 0 h 9"/>
                <a:gd name="T8" fmla="*/ 168 w 21"/>
                <a:gd name="T9" fmla="*/ 0 h 9"/>
                <a:gd name="T10" fmla="*/ 56 w 21"/>
                <a:gd name="T11" fmla="*/ 5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">
                  <a:moveTo>
                    <a:pt x="7" y="6"/>
                  </a:moveTo>
                  <a:cubicBezTo>
                    <a:pt x="4" y="5"/>
                    <a:pt x="1" y="3"/>
                    <a:pt x="1" y="1"/>
                  </a:cubicBezTo>
                  <a:cubicBezTo>
                    <a:pt x="0" y="4"/>
                    <a:pt x="3" y="7"/>
                    <a:pt x="7" y="8"/>
                  </a:cubicBezTo>
                  <a:cubicBezTo>
                    <a:pt x="12" y="9"/>
                    <a:pt x="21" y="6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5"/>
                    <a:pt x="12" y="7"/>
                    <a:pt x="7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31" name="Freeform 522">
              <a:extLst>
                <a:ext uri="{FF2B5EF4-FFF2-40B4-BE49-F238E27FC236}">
                  <a16:creationId xmlns:a16="http://schemas.microsoft.com/office/drawing/2014/main" id="{D6064EBD-812D-4B9E-A514-F0F157292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034"/>
              <a:ext cx="28" cy="9"/>
            </a:xfrm>
            <a:custGeom>
              <a:avLst/>
              <a:gdLst>
                <a:gd name="T0" fmla="*/ 0 w 14"/>
                <a:gd name="T1" fmla="*/ 25 h 4"/>
                <a:gd name="T2" fmla="*/ 112 w 14"/>
                <a:gd name="T3" fmla="*/ 45 h 4"/>
                <a:gd name="T4" fmla="*/ 0 w 14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5" y="1"/>
                    <a:pt x="12" y="0"/>
                    <a:pt x="14" y="4"/>
                  </a:cubicBezTo>
                  <a:cubicBezTo>
                    <a:pt x="13" y="3"/>
                    <a:pt x="6" y="1"/>
                    <a:pt x="0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32" name="Freeform 523">
              <a:extLst>
                <a:ext uri="{FF2B5EF4-FFF2-40B4-BE49-F238E27FC236}">
                  <a16:creationId xmlns:a16="http://schemas.microsoft.com/office/drawing/2014/main" id="{23C550B1-9B8B-4C3E-9BA3-145264F64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030"/>
              <a:ext cx="24" cy="13"/>
            </a:xfrm>
            <a:custGeom>
              <a:avLst/>
              <a:gdLst>
                <a:gd name="T0" fmla="*/ 0 w 12"/>
                <a:gd name="T1" fmla="*/ 33 h 6"/>
                <a:gd name="T2" fmla="*/ 96 w 12"/>
                <a:gd name="T3" fmla="*/ 61 h 6"/>
                <a:gd name="T4" fmla="*/ 0 w 1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3" y="2"/>
                    <a:pt x="10" y="2"/>
                    <a:pt x="12" y="6"/>
                  </a:cubicBezTo>
                  <a:cubicBezTo>
                    <a:pt x="11" y="4"/>
                    <a:pt x="8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33" name="Freeform 524">
              <a:extLst>
                <a:ext uri="{FF2B5EF4-FFF2-40B4-BE49-F238E27FC236}">
                  <a16:creationId xmlns:a16="http://schemas.microsoft.com/office/drawing/2014/main" id="{C07B63BC-6275-49AC-B088-AA91108B1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3058"/>
              <a:ext cx="30" cy="10"/>
            </a:xfrm>
            <a:custGeom>
              <a:avLst/>
              <a:gdLst>
                <a:gd name="T0" fmla="*/ 0 w 15"/>
                <a:gd name="T1" fmla="*/ 16 h 5"/>
                <a:gd name="T2" fmla="*/ 120 w 15"/>
                <a:gd name="T3" fmla="*/ 0 h 5"/>
                <a:gd name="T4" fmla="*/ 0 w 1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2"/>
                  </a:moveTo>
                  <a:cubicBezTo>
                    <a:pt x="2" y="4"/>
                    <a:pt x="9" y="5"/>
                    <a:pt x="15" y="0"/>
                  </a:cubicBezTo>
                  <a:cubicBezTo>
                    <a:pt x="12" y="2"/>
                    <a:pt x="6" y="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34" name="Freeform 525">
              <a:extLst>
                <a:ext uri="{FF2B5EF4-FFF2-40B4-BE49-F238E27FC236}">
                  <a16:creationId xmlns:a16="http://schemas.microsoft.com/office/drawing/2014/main" id="{BFE794BC-9FF2-4F03-88B7-57C07FCC1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3019"/>
              <a:ext cx="69" cy="62"/>
            </a:xfrm>
            <a:custGeom>
              <a:avLst/>
              <a:gdLst>
                <a:gd name="T0" fmla="*/ 32 w 35"/>
                <a:gd name="T1" fmla="*/ 109 h 29"/>
                <a:gd name="T2" fmla="*/ 47 w 35"/>
                <a:gd name="T3" fmla="*/ 257 h 29"/>
                <a:gd name="T4" fmla="*/ 199 w 35"/>
                <a:gd name="T5" fmla="*/ 242 h 29"/>
                <a:gd name="T6" fmla="*/ 268 w 35"/>
                <a:gd name="T7" fmla="*/ 120 h 29"/>
                <a:gd name="T8" fmla="*/ 32 w 35"/>
                <a:gd name="T9" fmla="*/ 10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4" y="11"/>
                  </a:moveTo>
                  <a:cubicBezTo>
                    <a:pt x="0" y="17"/>
                    <a:pt x="2" y="22"/>
                    <a:pt x="6" y="26"/>
                  </a:cubicBezTo>
                  <a:cubicBezTo>
                    <a:pt x="11" y="29"/>
                    <a:pt x="19" y="29"/>
                    <a:pt x="26" y="25"/>
                  </a:cubicBezTo>
                  <a:cubicBezTo>
                    <a:pt x="33" y="22"/>
                    <a:pt x="35" y="16"/>
                    <a:pt x="35" y="12"/>
                  </a:cubicBezTo>
                  <a:cubicBezTo>
                    <a:pt x="34" y="1"/>
                    <a:pt x="12" y="0"/>
                    <a:pt x="4" y="1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35" name="Freeform 526">
              <a:extLst>
                <a:ext uri="{FF2B5EF4-FFF2-40B4-BE49-F238E27FC236}">
                  <a16:creationId xmlns:a16="http://schemas.microsoft.com/office/drawing/2014/main" id="{0D5C8585-7214-43EB-949D-FE1CDAA0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045"/>
              <a:ext cx="40" cy="21"/>
            </a:xfrm>
            <a:custGeom>
              <a:avLst/>
              <a:gdLst>
                <a:gd name="T0" fmla="*/ 0 w 20"/>
                <a:gd name="T1" fmla="*/ 36 h 10"/>
                <a:gd name="T2" fmla="*/ 48 w 20"/>
                <a:gd name="T3" fmla="*/ 84 h 10"/>
                <a:gd name="T4" fmla="*/ 144 w 20"/>
                <a:gd name="T5" fmla="*/ 57 h 10"/>
                <a:gd name="T6" fmla="*/ 160 w 20"/>
                <a:gd name="T7" fmla="*/ 8 h 10"/>
                <a:gd name="T8" fmla="*/ 160 w 20"/>
                <a:gd name="T9" fmla="*/ 8 h 10"/>
                <a:gd name="T10" fmla="*/ 144 w 20"/>
                <a:gd name="T11" fmla="*/ 48 h 10"/>
                <a:gd name="T12" fmla="*/ 48 w 20"/>
                <a:gd name="T13" fmla="*/ 84 h 10"/>
                <a:gd name="T14" fmla="*/ 0 w 20"/>
                <a:gd name="T15" fmla="*/ 36 h 10"/>
                <a:gd name="T16" fmla="*/ 16 w 20"/>
                <a:gd name="T17" fmla="*/ 0 h 10"/>
                <a:gd name="T18" fmla="*/ 16 w 20"/>
                <a:gd name="T19" fmla="*/ 0 h 10"/>
                <a:gd name="T20" fmla="*/ 0 w 20"/>
                <a:gd name="T21" fmla="*/ 36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0">
                  <a:moveTo>
                    <a:pt x="0" y="4"/>
                  </a:moveTo>
                  <a:cubicBezTo>
                    <a:pt x="0" y="6"/>
                    <a:pt x="2" y="8"/>
                    <a:pt x="6" y="9"/>
                  </a:cubicBezTo>
                  <a:cubicBezTo>
                    <a:pt x="9" y="10"/>
                    <a:pt x="15" y="9"/>
                    <a:pt x="18" y="6"/>
                  </a:cubicBezTo>
                  <a:cubicBezTo>
                    <a:pt x="19" y="4"/>
                    <a:pt x="20" y="3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3"/>
                    <a:pt x="19" y="4"/>
                    <a:pt x="18" y="5"/>
                  </a:cubicBezTo>
                  <a:cubicBezTo>
                    <a:pt x="15" y="8"/>
                    <a:pt x="9" y="9"/>
                    <a:pt x="6" y="9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36" name="Freeform 527">
              <a:extLst>
                <a:ext uri="{FF2B5EF4-FFF2-40B4-BE49-F238E27FC236}">
                  <a16:creationId xmlns:a16="http://schemas.microsoft.com/office/drawing/2014/main" id="{EF78194D-C282-4D6D-9DD6-58FF4EF2D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921"/>
              <a:ext cx="70" cy="62"/>
            </a:xfrm>
            <a:custGeom>
              <a:avLst/>
              <a:gdLst>
                <a:gd name="T0" fmla="*/ 32 w 35"/>
                <a:gd name="T1" fmla="*/ 96 h 29"/>
                <a:gd name="T2" fmla="*/ 48 w 35"/>
                <a:gd name="T3" fmla="*/ 242 h 29"/>
                <a:gd name="T4" fmla="*/ 208 w 35"/>
                <a:gd name="T5" fmla="*/ 242 h 29"/>
                <a:gd name="T6" fmla="*/ 280 w 35"/>
                <a:gd name="T7" fmla="*/ 109 h 29"/>
                <a:gd name="T8" fmla="*/ 32 w 35"/>
                <a:gd name="T9" fmla="*/ 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4" y="10"/>
                  </a:moveTo>
                  <a:cubicBezTo>
                    <a:pt x="0" y="16"/>
                    <a:pt x="2" y="22"/>
                    <a:pt x="6" y="25"/>
                  </a:cubicBezTo>
                  <a:cubicBezTo>
                    <a:pt x="11" y="29"/>
                    <a:pt x="19" y="28"/>
                    <a:pt x="26" y="25"/>
                  </a:cubicBezTo>
                  <a:cubicBezTo>
                    <a:pt x="33" y="21"/>
                    <a:pt x="35" y="16"/>
                    <a:pt x="35" y="11"/>
                  </a:cubicBezTo>
                  <a:cubicBezTo>
                    <a:pt x="34" y="1"/>
                    <a:pt x="12" y="0"/>
                    <a:pt x="4" y="1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37" name="Freeform 528">
              <a:extLst>
                <a:ext uri="{FF2B5EF4-FFF2-40B4-BE49-F238E27FC236}">
                  <a16:creationId xmlns:a16="http://schemas.microsoft.com/office/drawing/2014/main" id="{1C200970-6169-4CE6-B6A0-C293DD346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921"/>
              <a:ext cx="58" cy="45"/>
            </a:xfrm>
            <a:custGeom>
              <a:avLst/>
              <a:gdLst>
                <a:gd name="T0" fmla="*/ 0 w 29"/>
                <a:gd name="T1" fmla="*/ 96 h 21"/>
                <a:gd name="T2" fmla="*/ 224 w 29"/>
                <a:gd name="T3" fmla="*/ 120 h 21"/>
                <a:gd name="T4" fmla="*/ 208 w 29"/>
                <a:gd name="T5" fmla="*/ 206 h 21"/>
                <a:gd name="T6" fmla="*/ 232 w 29"/>
                <a:gd name="T7" fmla="*/ 109 h 21"/>
                <a:gd name="T8" fmla="*/ 0 w 29"/>
                <a:gd name="T9" fmla="*/ 9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0" y="10"/>
                  </a:moveTo>
                  <a:cubicBezTo>
                    <a:pt x="9" y="1"/>
                    <a:pt x="28" y="3"/>
                    <a:pt x="28" y="12"/>
                  </a:cubicBezTo>
                  <a:cubicBezTo>
                    <a:pt x="29" y="15"/>
                    <a:pt x="28" y="18"/>
                    <a:pt x="26" y="21"/>
                  </a:cubicBezTo>
                  <a:cubicBezTo>
                    <a:pt x="29" y="18"/>
                    <a:pt x="29" y="15"/>
                    <a:pt x="29" y="11"/>
                  </a:cubicBezTo>
                  <a:cubicBezTo>
                    <a:pt x="28" y="2"/>
                    <a:pt x="8" y="0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38" name="Freeform 529">
              <a:extLst>
                <a:ext uri="{FF2B5EF4-FFF2-40B4-BE49-F238E27FC236}">
                  <a16:creationId xmlns:a16="http://schemas.microsoft.com/office/drawing/2014/main" id="{72C61B01-8891-48E8-A1F3-B1CC51C16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949"/>
              <a:ext cx="48" cy="32"/>
            </a:xfrm>
            <a:custGeom>
              <a:avLst/>
              <a:gdLst>
                <a:gd name="T0" fmla="*/ 192 w 24"/>
                <a:gd name="T1" fmla="*/ 117 h 15"/>
                <a:gd name="T2" fmla="*/ 56 w 24"/>
                <a:gd name="T3" fmla="*/ 96 h 15"/>
                <a:gd name="T4" fmla="*/ 24 w 24"/>
                <a:gd name="T5" fmla="*/ 0 h 15"/>
                <a:gd name="T6" fmla="*/ 48 w 24"/>
                <a:gd name="T7" fmla="*/ 117 h 15"/>
                <a:gd name="T8" fmla="*/ 192 w 24"/>
                <a:gd name="T9" fmla="*/ 117 h 15"/>
                <a:gd name="T10" fmla="*/ 192 w 24"/>
                <a:gd name="T11" fmla="*/ 11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5">
                  <a:moveTo>
                    <a:pt x="24" y="12"/>
                  </a:moveTo>
                  <a:cubicBezTo>
                    <a:pt x="18" y="15"/>
                    <a:pt x="11" y="14"/>
                    <a:pt x="7" y="10"/>
                  </a:cubicBezTo>
                  <a:cubicBezTo>
                    <a:pt x="3" y="8"/>
                    <a:pt x="1" y="4"/>
                    <a:pt x="3" y="0"/>
                  </a:cubicBezTo>
                  <a:cubicBezTo>
                    <a:pt x="0" y="5"/>
                    <a:pt x="2" y="9"/>
                    <a:pt x="6" y="12"/>
                  </a:cubicBezTo>
                  <a:cubicBezTo>
                    <a:pt x="10" y="15"/>
                    <a:pt x="18" y="15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39" name="Freeform 530">
              <a:extLst>
                <a:ext uri="{FF2B5EF4-FFF2-40B4-BE49-F238E27FC236}">
                  <a16:creationId xmlns:a16="http://schemas.microsoft.com/office/drawing/2014/main" id="{3F3F8A47-AC14-451E-968D-9DD0ADEE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936"/>
              <a:ext cx="44" cy="30"/>
            </a:xfrm>
            <a:custGeom>
              <a:avLst/>
              <a:gdLst>
                <a:gd name="T0" fmla="*/ 176 w 22"/>
                <a:gd name="T1" fmla="*/ 60 h 14"/>
                <a:gd name="T2" fmla="*/ 64 w 22"/>
                <a:gd name="T3" fmla="*/ 129 h 14"/>
                <a:gd name="T4" fmla="*/ 32 w 22"/>
                <a:gd name="T5" fmla="*/ 41 h 14"/>
                <a:gd name="T6" fmla="*/ 176 w 22"/>
                <a:gd name="T7" fmla="*/ 6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22" y="6"/>
                  </a:moveTo>
                  <a:cubicBezTo>
                    <a:pt x="22" y="12"/>
                    <a:pt x="13" y="14"/>
                    <a:pt x="8" y="13"/>
                  </a:cubicBezTo>
                  <a:cubicBezTo>
                    <a:pt x="2" y="12"/>
                    <a:pt x="0" y="8"/>
                    <a:pt x="4" y="4"/>
                  </a:cubicBezTo>
                  <a:cubicBezTo>
                    <a:pt x="9" y="0"/>
                    <a:pt x="22" y="0"/>
                    <a:pt x="2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40" name="Freeform 531">
              <a:extLst>
                <a:ext uri="{FF2B5EF4-FFF2-40B4-BE49-F238E27FC236}">
                  <a16:creationId xmlns:a16="http://schemas.microsoft.com/office/drawing/2014/main" id="{A299B87F-ADC1-4135-B18D-F597B0AD4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949"/>
              <a:ext cx="42" cy="17"/>
            </a:xfrm>
            <a:custGeom>
              <a:avLst/>
              <a:gdLst>
                <a:gd name="T0" fmla="*/ 56 w 21"/>
                <a:gd name="T1" fmla="*/ 60 h 8"/>
                <a:gd name="T2" fmla="*/ 8 w 21"/>
                <a:gd name="T3" fmla="*/ 9 h 8"/>
                <a:gd name="T4" fmla="*/ 56 w 21"/>
                <a:gd name="T5" fmla="*/ 68 h 8"/>
                <a:gd name="T6" fmla="*/ 168 w 21"/>
                <a:gd name="T7" fmla="*/ 0 h 8"/>
                <a:gd name="T8" fmla="*/ 168 w 21"/>
                <a:gd name="T9" fmla="*/ 0 h 8"/>
                <a:gd name="T10" fmla="*/ 56 w 21"/>
                <a:gd name="T11" fmla="*/ 6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8">
                  <a:moveTo>
                    <a:pt x="7" y="6"/>
                  </a:moveTo>
                  <a:cubicBezTo>
                    <a:pt x="4" y="5"/>
                    <a:pt x="1" y="3"/>
                    <a:pt x="1" y="1"/>
                  </a:cubicBezTo>
                  <a:cubicBezTo>
                    <a:pt x="0" y="4"/>
                    <a:pt x="3" y="6"/>
                    <a:pt x="7" y="7"/>
                  </a:cubicBezTo>
                  <a:cubicBezTo>
                    <a:pt x="12" y="8"/>
                    <a:pt x="21" y="6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4"/>
                    <a:pt x="12" y="7"/>
                    <a:pt x="7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41" name="Freeform 532">
              <a:extLst>
                <a:ext uri="{FF2B5EF4-FFF2-40B4-BE49-F238E27FC236}">
                  <a16:creationId xmlns:a16="http://schemas.microsoft.com/office/drawing/2014/main" id="{845FA24A-0A3D-45D2-9D91-D81FE1905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936"/>
              <a:ext cx="28" cy="9"/>
            </a:xfrm>
            <a:custGeom>
              <a:avLst/>
              <a:gdLst>
                <a:gd name="T0" fmla="*/ 0 w 14"/>
                <a:gd name="T1" fmla="*/ 25 h 4"/>
                <a:gd name="T2" fmla="*/ 112 w 14"/>
                <a:gd name="T3" fmla="*/ 45 h 4"/>
                <a:gd name="T4" fmla="*/ 0 w 14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5" y="1"/>
                    <a:pt x="12" y="0"/>
                    <a:pt x="14" y="4"/>
                  </a:cubicBezTo>
                  <a:cubicBezTo>
                    <a:pt x="13" y="3"/>
                    <a:pt x="6" y="1"/>
                    <a:pt x="0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42" name="Freeform 533">
              <a:extLst>
                <a:ext uri="{FF2B5EF4-FFF2-40B4-BE49-F238E27FC236}">
                  <a16:creationId xmlns:a16="http://schemas.microsoft.com/office/drawing/2014/main" id="{BDBADEF5-0CC1-4C11-9044-B24237152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32"/>
              <a:ext cx="24" cy="13"/>
            </a:xfrm>
            <a:custGeom>
              <a:avLst/>
              <a:gdLst>
                <a:gd name="T0" fmla="*/ 0 w 12"/>
                <a:gd name="T1" fmla="*/ 33 h 6"/>
                <a:gd name="T2" fmla="*/ 96 w 12"/>
                <a:gd name="T3" fmla="*/ 61 h 6"/>
                <a:gd name="T4" fmla="*/ 0 w 1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3" y="2"/>
                    <a:pt x="10" y="2"/>
                    <a:pt x="12" y="6"/>
                  </a:cubicBezTo>
                  <a:cubicBezTo>
                    <a:pt x="11" y="4"/>
                    <a:pt x="8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43" name="Freeform 534">
              <a:extLst>
                <a:ext uri="{FF2B5EF4-FFF2-40B4-BE49-F238E27FC236}">
                  <a16:creationId xmlns:a16="http://schemas.microsoft.com/office/drawing/2014/main" id="{77E9FBE0-CB95-43C7-8184-1554DE4FC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960"/>
              <a:ext cx="30" cy="10"/>
            </a:xfrm>
            <a:custGeom>
              <a:avLst/>
              <a:gdLst>
                <a:gd name="T0" fmla="*/ 0 w 15"/>
                <a:gd name="T1" fmla="*/ 16 h 5"/>
                <a:gd name="T2" fmla="*/ 120 w 15"/>
                <a:gd name="T3" fmla="*/ 0 h 5"/>
                <a:gd name="T4" fmla="*/ 0 w 1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2"/>
                  </a:moveTo>
                  <a:cubicBezTo>
                    <a:pt x="2" y="4"/>
                    <a:pt x="9" y="5"/>
                    <a:pt x="15" y="0"/>
                  </a:cubicBezTo>
                  <a:cubicBezTo>
                    <a:pt x="12" y="2"/>
                    <a:pt x="6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44" name="Freeform 535">
              <a:extLst>
                <a:ext uri="{FF2B5EF4-FFF2-40B4-BE49-F238E27FC236}">
                  <a16:creationId xmlns:a16="http://schemas.microsoft.com/office/drawing/2014/main" id="{9DCA09D0-66F8-49A0-89BC-1B29EF466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921"/>
              <a:ext cx="70" cy="62"/>
            </a:xfrm>
            <a:custGeom>
              <a:avLst/>
              <a:gdLst>
                <a:gd name="T0" fmla="*/ 32 w 35"/>
                <a:gd name="T1" fmla="*/ 96 h 29"/>
                <a:gd name="T2" fmla="*/ 48 w 35"/>
                <a:gd name="T3" fmla="*/ 242 h 29"/>
                <a:gd name="T4" fmla="*/ 208 w 35"/>
                <a:gd name="T5" fmla="*/ 242 h 29"/>
                <a:gd name="T6" fmla="*/ 280 w 35"/>
                <a:gd name="T7" fmla="*/ 109 h 29"/>
                <a:gd name="T8" fmla="*/ 32 w 35"/>
                <a:gd name="T9" fmla="*/ 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4" y="10"/>
                  </a:moveTo>
                  <a:cubicBezTo>
                    <a:pt x="0" y="16"/>
                    <a:pt x="2" y="22"/>
                    <a:pt x="6" y="25"/>
                  </a:cubicBezTo>
                  <a:cubicBezTo>
                    <a:pt x="11" y="29"/>
                    <a:pt x="19" y="28"/>
                    <a:pt x="26" y="25"/>
                  </a:cubicBezTo>
                  <a:cubicBezTo>
                    <a:pt x="33" y="21"/>
                    <a:pt x="35" y="16"/>
                    <a:pt x="35" y="11"/>
                  </a:cubicBezTo>
                  <a:cubicBezTo>
                    <a:pt x="34" y="1"/>
                    <a:pt x="12" y="0"/>
                    <a:pt x="4" y="1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45" name="Freeform 536">
              <a:extLst>
                <a:ext uri="{FF2B5EF4-FFF2-40B4-BE49-F238E27FC236}">
                  <a16:creationId xmlns:a16="http://schemas.microsoft.com/office/drawing/2014/main" id="{895AA71D-9F72-4982-9546-EEDF0B6A7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945"/>
              <a:ext cx="40" cy="21"/>
            </a:xfrm>
            <a:custGeom>
              <a:avLst/>
              <a:gdLst>
                <a:gd name="T0" fmla="*/ 0 w 20"/>
                <a:gd name="T1" fmla="*/ 48 h 10"/>
                <a:gd name="T2" fmla="*/ 48 w 20"/>
                <a:gd name="T3" fmla="*/ 84 h 10"/>
                <a:gd name="T4" fmla="*/ 144 w 20"/>
                <a:gd name="T5" fmla="*/ 57 h 10"/>
                <a:gd name="T6" fmla="*/ 160 w 20"/>
                <a:gd name="T7" fmla="*/ 17 h 10"/>
                <a:gd name="T8" fmla="*/ 160 w 20"/>
                <a:gd name="T9" fmla="*/ 17 h 10"/>
                <a:gd name="T10" fmla="*/ 144 w 20"/>
                <a:gd name="T11" fmla="*/ 57 h 10"/>
                <a:gd name="T12" fmla="*/ 48 w 20"/>
                <a:gd name="T13" fmla="*/ 84 h 10"/>
                <a:gd name="T14" fmla="*/ 0 w 20"/>
                <a:gd name="T15" fmla="*/ 36 h 10"/>
                <a:gd name="T16" fmla="*/ 16 w 20"/>
                <a:gd name="T17" fmla="*/ 0 h 10"/>
                <a:gd name="T18" fmla="*/ 16 w 20"/>
                <a:gd name="T19" fmla="*/ 0 h 10"/>
                <a:gd name="T20" fmla="*/ 0 w 20"/>
                <a:gd name="T21" fmla="*/ 48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0">
                  <a:moveTo>
                    <a:pt x="0" y="5"/>
                  </a:moveTo>
                  <a:cubicBezTo>
                    <a:pt x="0" y="7"/>
                    <a:pt x="2" y="9"/>
                    <a:pt x="6" y="9"/>
                  </a:cubicBezTo>
                  <a:cubicBezTo>
                    <a:pt x="9" y="10"/>
                    <a:pt x="15" y="9"/>
                    <a:pt x="18" y="6"/>
                  </a:cubicBezTo>
                  <a:cubicBezTo>
                    <a:pt x="19" y="5"/>
                    <a:pt x="20" y="3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"/>
                    <a:pt x="19" y="5"/>
                    <a:pt x="18" y="6"/>
                  </a:cubicBezTo>
                  <a:cubicBezTo>
                    <a:pt x="15" y="9"/>
                    <a:pt x="9" y="10"/>
                    <a:pt x="6" y="9"/>
                  </a:cubicBezTo>
                  <a:cubicBezTo>
                    <a:pt x="2" y="8"/>
                    <a:pt x="0" y="7"/>
                    <a:pt x="0" y="4"/>
                  </a:cubicBezTo>
                  <a:cubicBezTo>
                    <a:pt x="0" y="3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46" name="Freeform 537">
              <a:extLst>
                <a:ext uri="{FF2B5EF4-FFF2-40B4-BE49-F238E27FC236}">
                  <a16:creationId xmlns:a16="http://schemas.microsoft.com/office/drawing/2014/main" id="{B9CDF8F2-FBE1-489F-9F07-150C85A42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3058"/>
              <a:ext cx="94" cy="100"/>
            </a:xfrm>
            <a:custGeom>
              <a:avLst/>
              <a:gdLst>
                <a:gd name="T0" fmla="*/ 312 w 47"/>
                <a:gd name="T1" fmla="*/ 289 h 47"/>
                <a:gd name="T2" fmla="*/ 232 w 47"/>
                <a:gd name="T3" fmla="*/ 40 h 47"/>
                <a:gd name="T4" fmla="*/ 24 w 47"/>
                <a:gd name="T5" fmla="*/ 172 h 47"/>
                <a:gd name="T6" fmla="*/ 312 w 47"/>
                <a:gd name="T7" fmla="*/ 2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7">
                  <a:moveTo>
                    <a:pt x="39" y="30"/>
                  </a:moveTo>
                  <a:cubicBezTo>
                    <a:pt x="47" y="21"/>
                    <a:pt x="42" y="8"/>
                    <a:pt x="29" y="4"/>
                  </a:cubicBezTo>
                  <a:cubicBezTo>
                    <a:pt x="16" y="0"/>
                    <a:pt x="5" y="5"/>
                    <a:pt x="3" y="18"/>
                  </a:cubicBezTo>
                  <a:cubicBezTo>
                    <a:pt x="0" y="31"/>
                    <a:pt x="27" y="47"/>
                    <a:pt x="39" y="3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47" name="Freeform 538">
              <a:extLst>
                <a:ext uri="{FF2B5EF4-FFF2-40B4-BE49-F238E27FC236}">
                  <a16:creationId xmlns:a16="http://schemas.microsoft.com/office/drawing/2014/main" id="{7BDB1346-1809-4263-9C7E-7F578E120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3075"/>
              <a:ext cx="68" cy="68"/>
            </a:xfrm>
            <a:custGeom>
              <a:avLst/>
              <a:gdLst>
                <a:gd name="T0" fmla="*/ 200 w 34"/>
                <a:gd name="T1" fmla="*/ 0 h 32"/>
                <a:gd name="T2" fmla="*/ 216 w 34"/>
                <a:gd name="T3" fmla="*/ 193 h 32"/>
                <a:gd name="T4" fmla="*/ 0 w 34"/>
                <a:gd name="T5" fmla="*/ 221 h 32"/>
                <a:gd name="T6" fmla="*/ 224 w 34"/>
                <a:gd name="T7" fmla="*/ 204 h 32"/>
                <a:gd name="T8" fmla="*/ 200 w 3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25" y="0"/>
                  </a:moveTo>
                  <a:cubicBezTo>
                    <a:pt x="31" y="6"/>
                    <a:pt x="32" y="14"/>
                    <a:pt x="27" y="20"/>
                  </a:cubicBezTo>
                  <a:cubicBezTo>
                    <a:pt x="20" y="30"/>
                    <a:pt x="8" y="28"/>
                    <a:pt x="0" y="23"/>
                  </a:cubicBezTo>
                  <a:cubicBezTo>
                    <a:pt x="8" y="29"/>
                    <a:pt x="21" y="32"/>
                    <a:pt x="28" y="21"/>
                  </a:cubicBezTo>
                  <a:cubicBezTo>
                    <a:pt x="34" y="14"/>
                    <a:pt x="32" y="5"/>
                    <a:pt x="25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48" name="Freeform 539">
              <a:extLst>
                <a:ext uri="{FF2B5EF4-FFF2-40B4-BE49-F238E27FC236}">
                  <a16:creationId xmlns:a16="http://schemas.microsoft.com/office/drawing/2014/main" id="{8A6E79DD-57C6-43EF-AE63-EECCD0834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3062"/>
              <a:ext cx="48" cy="66"/>
            </a:xfrm>
            <a:custGeom>
              <a:avLst/>
              <a:gdLst>
                <a:gd name="T0" fmla="*/ 64 w 24"/>
                <a:gd name="T1" fmla="*/ 281 h 31"/>
                <a:gd name="T2" fmla="*/ 16 w 24"/>
                <a:gd name="T3" fmla="*/ 164 h 31"/>
                <a:gd name="T4" fmla="*/ 184 w 24"/>
                <a:gd name="T5" fmla="*/ 19 h 31"/>
                <a:gd name="T6" fmla="*/ 184 w 24"/>
                <a:gd name="T7" fmla="*/ 19 h 31"/>
                <a:gd name="T8" fmla="*/ 0 w 24"/>
                <a:gd name="T9" fmla="*/ 153 h 31"/>
                <a:gd name="T10" fmla="*/ 64 w 24"/>
                <a:gd name="T11" fmla="*/ 281 h 31"/>
                <a:gd name="T12" fmla="*/ 64 w 24"/>
                <a:gd name="T13" fmla="*/ 28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1">
                  <a:moveTo>
                    <a:pt x="8" y="29"/>
                  </a:moveTo>
                  <a:cubicBezTo>
                    <a:pt x="3" y="26"/>
                    <a:pt x="1" y="21"/>
                    <a:pt x="2" y="17"/>
                  </a:cubicBezTo>
                  <a:cubicBezTo>
                    <a:pt x="4" y="6"/>
                    <a:pt x="13" y="0"/>
                    <a:pt x="23" y="2"/>
                  </a:cubicBezTo>
                  <a:cubicBezTo>
                    <a:pt x="24" y="3"/>
                    <a:pt x="24" y="2"/>
                    <a:pt x="23" y="2"/>
                  </a:cubicBezTo>
                  <a:cubicBezTo>
                    <a:pt x="12" y="0"/>
                    <a:pt x="2" y="4"/>
                    <a:pt x="0" y="16"/>
                  </a:cubicBezTo>
                  <a:cubicBezTo>
                    <a:pt x="0" y="21"/>
                    <a:pt x="3" y="26"/>
                    <a:pt x="8" y="29"/>
                  </a:cubicBezTo>
                  <a:cubicBezTo>
                    <a:pt x="9" y="31"/>
                    <a:pt x="9" y="30"/>
                    <a:pt x="8" y="2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49" name="Freeform 540">
              <a:extLst>
                <a:ext uri="{FF2B5EF4-FFF2-40B4-BE49-F238E27FC236}">
                  <a16:creationId xmlns:a16="http://schemas.microsoft.com/office/drawing/2014/main" id="{10EB5738-3581-4863-84E0-2725416EB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3073"/>
              <a:ext cx="54" cy="53"/>
            </a:xfrm>
            <a:custGeom>
              <a:avLst/>
              <a:gdLst>
                <a:gd name="T0" fmla="*/ 8 w 27"/>
                <a:gd name="T1" fmla="*/ 125 h 25"/>
                <a:gd name="T2" fmla="*/ 176 w 27"/>
                <a:gd name="T3" fmla="*/ 189 h 25"/>
                <a:gd name="T4" fmla="*/ 136 w 27"/>
                <a:gd name="T5" fmla="*/ 17 h 25"/>
                <a:gd name="T6" fmla="*/ 8 w 27"/>
                <a:gd name="T7" fmla="*/ 1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1" y="13"/>
                  </a:moveTo>
                  <a:cubicBezTo>
                    <a:pt x="3" y="22"/>
                    <a:pt x="16" y="25"/>
                    <a:pt x="22" y="20"/>
                  </a:cubicBezTo>
                  <a:cubicBezTo>
                    <a:pt x="27" y="15"/>
                    <a:pt x="25" y="3"/>
                    <a:pt x="17" y="2"/>
                  </a:cubicBezTo>
                  <a:cubicBezTo>
                    <a:pt x="5" y="0"/>
                    <a:pt x="0" y="6"/>
                    <a:pt x="1" y="1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50" name="Freeform 541">
              <a:extLst>
                <a:ext uri="{FF2B5EF4-FFF2-40B4-BE49-F238E27FC236}">
                  <a16:creationId xmlns:a16="http://schemas.microsoft.com/office/drawing/2014/main" id="{9F76F250-D5B6-47A1-9E97-0F8DDC3EF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081"/>
              <a:ext cx="44" cy="43"/>
            </a:xfrm>
            <a:custGeom>
              <a:avLst/>
              <a:gdLst>
                <a:gd name="T0" fmla="*/ 128 w 22"/>
                <a:gd name="T1" fmla="*/ 0 h 20"/>
                <a:gd name="T2" fmla="*/ 128 w 22"/>
                <a:gd name="T3" fmla="*/ 148 h 20"/>
                <a:gd name="T4" fmla="*/ 0 w 22"/>
                <a:gd name="T5" fmla="*/ 140 h 20"/>
                <a:gd name="T6" fmla="*/ 144 w 22"/>
                <a:gd name="T7" fmla="*/ 157 h 20"/>
                <a:gd name="T8" fmla="*/ 128 w 2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16" y="0"/>
                  </a:moveTo>
                  <a:cubicBezTo>
                    <a:pt x="20" y="4"/>
                    <a:pt x="20" y="11"/>
                    <a:pt x="16" y="15"/>
                  </a:cubicBezTo>
                  <a:cubicBezTo>
                    <a:pt x="12" y="18"/>
                    <a:pt x="5" y="18"/>
                    <a:pt x="0" y="14"/>
                  </a:cubicBezTo>
                  <a:cubicBezTo>
                    <a:pt x="5" y="19"/>
                    <a:pt x="13" y="20"/>
                    <a:pt x="18" y="16"/>
                  </a:cubicBezTo>
                  <a:cubicBezTo>
                    <a:pt x="22" y="12"/>
                    <a:pt x="21" y="3"/>
                    <a:pt x="1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51" name="Freeform 542">
              <a:extLst>
                <a:ext uri="{FF2B5EF4-FFF2-40B4-BE49-F238E27FC236}">
                  <a16:creationId xmlns:a16="http://schemas.microsoft.com/office/drawing/2014/main" id="{B491DFAF-32A8-42AB-AA7B-4CA2FAF71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3077"/>
              <a:ext cx="20" cy="15"/>
            </a:xfrm>
            <a:custGeom>
              <a:avLst/>
              <a:gdLst>
                <a:gd name="T0" fmla="*/ 80 w 10"/>
                <a:gd name="T1" fmla="*/ 0 h 7"/>
                <a:gd name="T2" fmla="*/ 0 w 10"/>
                <a:gd name="T3" fmla="*/ 69 h 7"/>
                <a:gd name="T4" fmla="*/ 8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6" y="0"/>
                    <a:pt x="1" y="3"/>
                    <a:pt x="0" y="7"/>
                  </a:cubicBezTo>
                  <a:cubicBezTo>
                    <a:pt x="2" y="4"/>
                    <a:pt x="5" y="1"/>
                    <a:pt x="1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52" name="Freeform 543">
              <a:extLst>
                <a:ext uri="{FF2B5EF4-FFF2-40B4-BE49-F238E27FC236}">
                  <a16:creationId xmlns:a16="http://schemas.microsoft.com/office/drawing/2014/main" id="{ED3D666C-1039-4398-84ED-9474C4E6F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092"/>
              <a:ext cx="34" cy="34"/>
            </a:xfrm>
            <a:custGeom>
              <a:avLst/>
              <a:gdLst>
                <a:gd name="T0" fmla="*/ 112 w 17"/>
                <a:gd name="T1" fmla="*/ 0 h 16"/>
                <a:gd name="T2" fmla="*/ 0 w 17"/>
                <a:gd name="T3" fmla="*/ 128 h 16"/>
                <a:gd name="T4" fmla="*/ 112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4" y="0"/>
                  </a:moveTo>
                  <a:cubicBezTo>
                    <a:pt x="15" y="5"/>
                    <a:pt x="14" y="16"/>
                    <a:pt x="0" y="13"/>
                  </a:cubicBezTo>
                  <a:cubicBezTo>
                    <a:pt x="6" y="15"/>
                    <a:pt x="17" y="15"/>
                    <a:pt x="1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53" name="Freeform 544">
              <a:extLst>
                <a:ext uri="{FF2B5EF4-FFF2-40B4-BE49-F238E27FC236}">
                  <a16:creationId xmlns:a16="http://schemas.microsoft.com/office/drawing/2014/main" id="{B0757F28-6D3E-43F7-BB09-8F6BFD9B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3058"/>
              <a:ext cx="94" cy="100"/>
            </a:xfrm>
            <a:custGeom>
              <a:avLst/>
              <a:gdLst>
                <a:gd name="T0" fmla="*/ 312 w 47"/>
                <a:gd name="T1" fmla="*/ 289 h 47"/>
                <a:gd name="T2" fmla="*/ 232 w 47"/>
                <a:gd name="T3" fmla="*/ 40 h 47"/>
                <a:gd name="T4" fmla="*/ 24 w 47"/>
                <a:gd name="T5" fmla="*/ 172 h 47"/>
                <a:gd name="T6" fmla="*/ 312 w 47"/>
                <a:gd name="T7" fmla="*/ 2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7">
                  <a:moveTo>
                    <a:pt x="39" y="30"/>
                  </a:moveTo>
                  <a:cubicBezTo>
                    <a:pt x="47" y="21"/>
                    <a:pt x="42" y="8"/>
                    <a:pt x="29" y="4"/>
                  </a:cubicBezTo>
                  <a:cubicBezTo>
                    <a:pt x="16" y="0"/>
                    <a:pt x="5" y="5"/>
                    <a:pt x="3" y="18"/>
                  </a:cubicBezTo>
                  <a:cubicBezTo>
                    <a:pt x="0" y="31"/>
                    <a:pt x="27" y="47"/>
                    <a:pt x="39" y="3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54" name="Freeform 545">
              <a:extLst>
                <a:ext uri="{FF2B5EF4-FFF2-40B4-BE49-F238E27FC236}">
                  <a16:creationId xmlns:a16="http://schemas.microsoft.com/office/drawing/2014/main" id="{56099158-D305-44D8-AA33-42B5461BF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3077"/>
              <a:ext cx="50" cy="45"/>
            </a:xfrm>
            <a:custGeom>
              <a:avLst/>
              <a:gdLst>
                <a:gd name="T0" fmla="*/ 128 w 25"/>
                <a:gd name="T1" fmla="*/ 0 h 21"/>
                <a:gd name="T2" fmla="*/ 184 w 25"/>
                <a:gd name="T3" fmla="*/ 69 h 21"/>
                <a:gd name="T4" fmla="*/ 168 w 25"/>
                <a:gd name="T5" fmla="*/ 180 h 21"/>
                <a:gd name="T6" fmla="*/ 72 w 25"/>
                <a:gd name="T7" fmla="*/ 189 h 21"/>
                <a:gd name="T8" fmla="*/ 0 w 25"/>
                <a:gd name="T9" fmla="*/ 109 h 21"/>
                <a:gd name="T10" fmla="*/ 0 w 25"/>
                <a:gd name="T11" fmla="*/ 109 h 21"/>
                <a:gd name="T12" fmla="*/ 72 w 25"/>
                <a:gd name="T13" fmla="*/ 197 h 21"/>
                <a:gd name="T14" fmla="*/ 168 w 25"/>
                <a:gd name="T15" fmla="*/ 180 h 21"/>
                <a:gd name="T16" fmla="*/ 184 w 25"/>
                <a:gd name="T17" fmla="*/ 69 h 21"/>
                <a:gd name="T18" fmla="*/ 128 w 25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21">
                  <a:moveTo>
                    <a:pt x="16" y="0"/>
                  </a:moveTo>
                  <a:cubicBezTo>
                    <a:pt x="19" y="1"/>
                    <a:pt x="22" y="3"/>
                    <a:pt x="23" y="7"/>
                  </a:cubicBezTo>
                  <a:cubicBezTo>
                    <a:pt x="24" y="11"/>
                    <a:pt x="23" y="16"/>
                    <a:pt x="21" y="18"/>
                  </a:cubicBezTo>
                  <a:cubicBezTo>
                    <a:pt x="18" y="20"/>
                    <a:pt x="13" y="21"/>
                    <a:pt x="9" y="19"/>
                  </a:cubicBezTo>
                  <a:cubicBezTo>
                    <a:pt x="4" y="18"/>
                    <a:pt x="1" y="1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5"/>
                    <a:pt x="4" y="18"/>
                    <a:pt x="9" y="20"/>
                  </a:cubicBezTo>
                  <a:cubicBezTo>
                    <a:pt x="13" y="21"/>
                    <a:pt x="18" y="21"/>
                    <a:pt x="21" y="18"/>
                  </a:cubicBezTo>
                  <a:cubicBezTo>
                    <a:pt x="24" y="16"/>
                    <a:pt x="25" y="11"/>
                    <a:pt x="23" y="7"/>
                  </a:cubicBezTo>
                  <a:cubicBezTo>
                    <a:pt x="22" y="3"/>
                    <a:pt x="19" y="1"/>
                    <a:pt x="16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55" name="Freeform 546">
              <a:extLst>
                <a:ext uri="{FF2B5EF4-FFF2-40B4-BE49-F238E27FC236}">
                  <a16:creationId xmlns:a16="http://schemas.microsoft.com/office/drawing/2014/main" id="{66A42E32-DAB2-42BE-8BF3-287188071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053"/>
              <a:ext cx="92" cy="100"/>
            </a:xfrm>
            <a:custGeom>
              <a:avLst/>
              <a:gdLst>
                <a:gd name="T0" fmla="*/ 312 w 46"/>
                <a:gd name="T1" fmla="*/ 298 h 47"/>
                <a:gd name="T2" fmla="*/ 232 w 46"/>
                <a:gd name="T3" fmla="*/ 49 h 47"/>
                <a:gd name="T4" fmla="*/ 16 w 46"/>
                <a:gd name="T5" fmla="*/ 181 h 47"/>
                <a:gd name="T6" fmla="*/ 312 w 46"/>
                <a:gd name="T7" fmla="*/ 29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39" y="31"/>
                  </a:moveTo>
                  <a:cubicBezTo>
                    <a:pt x="46" y="21"/>
                    <a:pt x="42" y="9"/>
                    <a:pt x="29" y="5"/>
                  </a:cubicBezTo>
                  <a:cubicBezTo>
                    <a:pt x="16" y="0"/>
                    <a:pt x="4" y="5"/>
                    <a:pt x="2" y="19"/>
                  </a:cubicBezTo>
                  <a:cubicBezTo>
                    <a:pt x="0" y="32"/>
                    <a:pt x="27" y="47"/>
                    <a:pt x="39" y="3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56" name="Freeform 547">
              <a:extLst>
                <a:ext uri="{FF2B5EF4-FFF2-40B4-BE49-F238E27FC236}">
                  <a16:creationId xmlns:a16="http://schemas.microsoft.com/office/drawing/2014/main" id="{9B6C9253-D736-46AC-93F0-EC60F93FC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073"/>
              <a:ext cx="68" cy="66"/>
            </a:xfrm>
            <a:custGeom>
              <a:avLst/>
              <a:gdLst>
                <a:gd name="T0" fmla="*/ 192 w 34"/>
                <a:gd name="T1" fmla="*/ 0 h 31"/>
                <a:gd name="T2" fmla="*/ 216 w 34"/>
                <a:gd name="T3" fmla="*/ 196 h 31"/>
                <a:gd name="T4" fmla="*/ 0 w 34"/>
                <a:gd name="T5" fmla="*/ 213 h 31"/>
                <a:gd name="T6" fmla="*/ 224 w 34"/>
                <a:gd name="T7" fmla="*/ 204 h 31"/>
                <a:gd name="T8" fmla="*/ 192 w 34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24" y="0"/>
                  </a:moveTo>
                  <a:cubicBezTo>
                    <a:pt x="31" y="5"/>
                    <a:pt x="32" y="13"/>
                    <a:pt x="27" y="20"/>
                  </a:cubicBezTo>
                  <a:cubicBezTo>
                    <a:pt x="20" y="30"/>
                    <a:pt x="8" y="28"/>
                    <a:pt x="0" y="22"/>
                  </a:cubicBezTo>
                  <a:cubicBezTo>
                    <a:pt x="8" y="29"/>
                    <a:pt x="21" y="31"/>
                    <a:pt x="28" y="21"/>
                  </a:cubicBezTo>
                  <a:cubicBezTo>
                    <a:pt x="34" y="14"/>
                    <a:pt x="32" y="5"/>
                    <a:pt x="24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57" name="Freeform 548">
              <a:extLst>
                <a:ext uri="{FF2B5EF4-FFF2-40B4-BE49-F238E27FC236}">
                  <a16:creationId xmlns:a16="http://schemas.microsoft.com/office/drawing/2014/main" id="{C16B8573-41D6-4A05-85E1-CB920F261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058"/>
              <a:ext cx="50" cy="66"/>
            </a:xfrm>
            <a:custGeom>
              <a:avLst/>
              <a:gdLst>
                <a:gd name="T0" fmla="*/ 64 w 25"/>
                <a:gd name="T1" fmla="*/ 290 h 31"/>
                <a:gd name="T2" fmla="*/ 24 w 25"/>
                <a:gd name="T3" fmla="*/ 164 h 31"/>
                <a:gd name="T4" fmla="*/ 192 w 25"/>
                <a:gd name="T5" fmla="*/ 28 h 31"/>
                <a:gd name="T6" fmla="*/ 192 w 25"/>
                <a:gd name="T7" fmla="*/ 28 h 31"/>
                <a:gd name="T8" fmla="*/ 8 w 25"/>
                <a:gd name="T9" fmla="*/ 164 h 31"/>
                <a:gd name="T10" fmla="*/ 64 w 25"/>
                <a:gd name="T11" fmla="*/ 290 h 31"/>
                <a:gd name="T12" fmla="*/ 64 w 25"/>
                <a:gd name="T13" fmla="*/ 29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1">
                  <a:moveTo>
                    <a:pt x="8" y="30"/>
                  </a:moveTo>
                  <a:cubicBezTo>
                    <a:pt x="4" y="26"/>
                    <a:pt x="2" y="22"/>
                    <a:pt x="3" y="17"/>
                  </a:cubicBezTo>
                  <a:cubicBezTo>
                    <a:pt x="5" y="6"/>
                    <a:pt x="13" y="1"/>
                    <a:pt x="24" y="3"/>
                  </a:cubicBezTo>
                  <a:cubicBezTo>
                    <a:pt x="25" y="3"/>
                    <a:pt x="25" y="3"/>
                    <a:pt x="24" y="3"/>
                  </a:cubicBezTo>
                  <a:cubicBezTo>
                    <a:pt x="13" y="0"/>
                    <a:pt x="3" y="5"/>
                    <a:pt x="1" y="17"/>
                  </a:cubicBezTo>
                  <a:cubicBezTo>
                    <a:pt x="0" y="21"/>
                    <a:pt x="4" y="26"/>
                    <a:pt x="8" y="30"/>
                  </a:cubicBezTo>
                  <a:cubicBezTo>
                    <a:pt x="10" y="31"/>
                    <a:pt x="10" y="31"/>
                    <a:pt x="8" y="3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58" name="Freeform 549">
              <a:extLst>
                <a:ext uri="{FF2B5EF4-FFF2-40B4-BE49-F238E27FC236}">
                  <a16:creationId xmlns:a16="http://schemas.microsoft.com/office/drawing/2014/main" id="{510E5FD6-99F7-4B03-8E8A-2F60E4C65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070"/>
              <a:ext cx="54" cy="54"/>
            </a:xfrm>
            <a:custGeom>
              <a:avLst/>
              <a:gdLst>
                <a:gd name="T0" fmla="*/ 8 w 27"/>
                <a:gd name="T1" fmla="*/ 121 h 25"/>
                <a:gd name="T2" fmla="*/ 176 w 27"/>
                <a:gd name="T3" fmla="*/ 201 h 25"/>
                <a:gd name="T4" fmla="*/ 136 w 27"/>
                <a:gd name="T5" fmla="*/ 19 h 25"/>
                <a:gd name="T6" fmla="*/ 8 w 27"/>
                <a:gd name="T7" fmla="*/ 1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1" y="12"/>
                  </a:moveTo>
                  <a:cubicBezTo>
                    <a:pt x="3" y="22"/>
                    <a:pt x="16" y="25"/>
                    <a:pt x="22" y="20"/>
                  </a:cubicBezTo>
                  <a:cubicBezTo>
                    <a:pt x="27" y="15"/>
                    <a:pt x="25" y="3"/>
                    <a:pt x="17" y="2"/>
                  </a:cubicBezTo>
                  <a:cubicBezTo>
                    <a:pt x="5" y="0"/>
                    <a:pt x="0" y="6"/>
                    <a:pt x="1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59" name="Freeform 550">
              <a:extLst>
                <a:ext uri="{FF2B5EF4-FFF2-40B4-BE49-F238E27FC236}">
                  <a16:creationId xmlns:a16="http://schemas.microsoft.com/office/drawing/2014/main" id="{9E3B85F1-726B-4518-ACF2-F6E353AC3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3077"/>
              <a:ext cx="44" cy="42"/>
            </a:xfrm>
            <a:custGeom>
              <a:avLst/>
              <a:gdLst>
                <a:gd name="T0" fmla="*/ 128 w 22"/>
                <a:gd name="T1" fmla="*/ 0 h 20"/>
                <a:gd name="T2" fmla="*/ 128 w 22"/>
                <a:gd name="T3" fmla="*/ 141 h 20"/>
                <a:gd name="T4" fmla="*/ 0 w 22"/>
                <a:gd name="T5" fmla="*/ 141 h 20"/>
                <a:gd name="T6" fmla="*/ 144 w 22"/>
                <a:gd name="T7" fmla="*/ 160 h 20"/>
                <a:gd name="T8" fmla="*/ 128 w 2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16" y="0"/>
                  </a:moveTo>
                  <a:cubicBezTo>
                    <a:pt x="20" y="4"/>
                    <a:pt x="20" y="12"/>
                    <a:pt x="16" y="15"/>
                  </a:cubicBezTo>
                  <a:cubicBezTo>
                    <a:pt x="12" y="19"/>
                    <a:pt x="5" y="18"/>
                    <a:pt x="0" y="15"/>
                  </a:cubicBezTo>
                  <a:cubicBezTo>
                    <a:pt x="4" y="20"/>
                    <a:pt x="13" y="20"/>
                    <a:pt x="18" y="17"/>
                  </a:cubicBezTo>
                  <a:cubicBezTo>
                    <a:pt x="22" y="13"/>
                    <a:pt x="21" y="4"/>
                    <a:pt x="1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60" name="Freeform 551">
              <a:extLst>
                <a:ext uri="{FF2B5EF4-FFF2-40B4-BE49-F238E27FC236}">
                  <a16:creationId xmlns:a16="http://schemas.microsoft.com/office/drawing/2014/main" id="{C1D3207F-D629-42B4-8185-99559A9FB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073"/>
              <a:ext cx="20" cy="14"/>
            </a:xfrm>
            <a:custGeom>
              <a:avLst/>
              <a:gdLst>
                <a:gd name="T0" fmla="*/ 80 w 10"/>
                <a:gd name="T1" fmla="*/ 8 h 7"/>
                <a:gd name="T2" fmla="*/ 0 w 10"/>
                <a:gd name="T3" fmla="*/ 56 h 7"/>
                <a:gd name="T4" fmla="*/ 80 w 10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6" y="0"/>
                    <a:pt x="1" y="3"/>
                    <a:pt x="0" y="7"/>
                  </a:cubicBezTo>
                  <a:cubicBezTo>
                    <a:pt x="2" y="5"/>
                    <a:pt x="4" y="2"/>
                    <a:pt x="10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61" name="Freeform 552">
              <a:extLst>
                <a:ext uri="{FF2B5EF4-FFF2-40B4-BE49-F238E27FC236}">
                  <a16:creationId xmlns:a16="http://schemas.microsoft.com/office/drawing/2014/main" id="{616B5202-275C-4700-A610-441C8F0E9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090"/>
              <a:ext cx="32" cy="34"/>
            </a:xfrm>
            <a:custGeom>
              <a:avLst/>
              <a:gdLst>
                <a:gd name="T0" fmla="*/ 112 w 16"/>
                <a:gd name="T1" fmla="*/ 0 h 16"/>
                <a:gd name="T2" fmla="*/ 0 w 16"/>
                <a:gd name="T3" fmla="*/ 128 h 16"/>
                <a:gd name="T4" fmla="*/ 112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4" y="0"/>
                  </a:moveTo>
                  <a:cubicBezTo>
                    <a:pt x="15" y="5"/>
                    <a:pt x="14" y="16"/>
                    <a:pt x="0" y="13"/>
                  </a:cubicBezTo>
                  <a:cubicBezTo>
                    <a:pt x="6" y="15"/>
                    <a:pt x="16" y="15"/>
                    <a:pt x="1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62" name="Freeform 553">
              <a:extLst>
                <a:ext uri="{FF2B5EF4-FFF2-40B4-BE49-F238E27FC236}">
                  <a16:creationId xmlns:a16="http://schemas.microsoft.com/office/drawing/2014/main" id="{28D6F3C0-BBF7-462E-930C-374161B7F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053"/>
              <a:ext cx="92" cy="100"/>
            </a:xfrm>
            <a:custGeom>
              <a:avLst/>
              <a:gdLst>
                <a:gd name="T0" fmla="*/ 312 w 46"/>
                <a:gd name="T1" fmla="*/ 298 h 47"/>
                <a:gd name="T2" fmla="*/ 232 w 46"/>
                <a:gd name="T3" fmla="*/ 49 h 47"/>
                <a:gd name="T4" fmla="*/ 16 w 46"/>
                <a:gd name="T5" fmla="*/ 181 h 47"/>
                <a:gd name="T6" fmla="*/ 312 w 46"/>
                <a:gd name="T7" fmla="*/ 29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39" y="31"/>
                  </a:moveTo>
                  <a:cubicBezTo>
                    <a:pt x="46" y="21"/>
                    <a:pt x="42" y="9"/>
                    <a:pt x="29" y="5"/>
                  </a:cubicBezTo>
                  <a:cubicBezTo>
                    <a:pt x="16" y="0"/>
                    <a:pt x="4" y="5"/>
                    <a:pt x="2" y="19"/>
                  </a:cubicBezTo>
                  <a:cubicBezTo>
                    <a:pt x="0" y="32"/>
                    <a:pt x="27" y="47"/>
                    <a:pt x="39" y="3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63" name="Freeform 554">
              <a:extLst>
                <a:ext uri="{FF2B5EF4-FFF2-40B4-BE49-F238E27FC236}">
                  <a16:creationId xmlns:a16="http://schemas.microsoft.com/office/drawing/2014/main" id="{B823F2D4-1034-43BF-A0C6-8EA7B2DF2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075"/>
              <a:ext cx="48" cy="44"/>
            </a:xfrm>
            <a:custGeom>
              <a:avLst/>
              <a:gdLst>
                <a:gd name="T0" fmla="*/ 128 w 24"/>
                <a:gd name="T1" fmla="*/ 0 h 21"/>
                <a:gd name="T2" fmla="*/ 184 w 24"/>
                <a:gd name="T3" fmla="*/ 65 h 21"/>
                <a:gd name="T4" fmla="*/ 160 w 24"/>
                <a:gd name="T5" fmla="*/ 168 h 21"/>
                <a:gd name="T6" fmla="*/ 72 w 24"/>
                <a:gd name="T7" fmla="*/ 176 h 21"/>
                <a:gd name="T8" fmla="*/ 0 w 24"/>
                <a:gd name="T9" fmla="*/ 92 h 21"/>
                <a:gd name="T10" fmla="*/ 0 w 24"/>
                <a:gd name="T11" fmla="*/ 92 h 21"/>
                <a:gd name="T12" fmla="*/ 72 w 24"/>
                <a:gd name="T13" fmla="*/ 176 h 21"/>
                <a:gd name="T14" fmla="*/ 168 w 24"/>
                <a:gd name="T15" fmla="*/ 168 h 21"/>
                <a:gd name="T16" fmla="*/ 184 w 24"/>
                <a:gd name="T17" fmla="*/ 65 h 21"/>
                <a:gd name="T18" fmla="*/ 128 w 24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21">
                  <a:moveTo>
                    <a:pt x="16" y="0"/>
                  </a:moveTo>
                  <a:cubicBezTo>
                    <a:pt x="19" y="0"/>
                    <a:pt x="22" y="3"/>
                    <a:pt x="23" y="7"/>
                  </a:cubicBezTo>
                  <a:cubicBezTo>
                    <a:pt x="24" y="11"/>
                    <a:pt x="23" y="15"/>
                    <a:pt x="20" y="18"/>
                  </a:cubicBezTo>
                  <a:cubicBezTo>
                    <a:pt x="18" y="20"/>
                    <a:pt x="13" y="21"/>
                    <a:pt x="9" y="19"/>
                  </a:cubicBezTo>
                  <a:cubicBezTo>
                    <a:pt x="4" y="18"/>
                    <a:pt x="1" y="1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4"/>
                    <a:pt x="4" y="18"/>
                    <a:pt x="9" y="19"/>
                  </a:cubicBezTo>
                  <a:cubicBezTo>
                    <a:pt x="13" y="21"/>
                    <a:pt x="18" y="20"/>
                    <a:pt x="21" y="18"/>
                  </a:cubicBezTo>
                  <a:cubicBezTo>
                    <a:pt x="23" y="15"/>
                    <a:pt x="24" y="11"/>
                    <a:pt x="23" y="7"/>
                  </a:cubicBezTo>
                  <a:cubicBezTo>
                    <a:pt x="22" y="3"/>
                    <a:pt x="19" y="0"/>
                    <a:pt x="16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64" name="Freeform 555">
              <a:extLst>
                <a:ext uri="{FF2B5EF4-FFF2-40B4-BE49-F238E27FC236}">
                  <a16:creationId xmlns:a16="http://schemas.microsoft.com/office/drawing/2014/main" id="{DC8C6682-8F32-4FC1-8587-F56775659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509"/>
              <a:ext cx="112" cy="61"/>
            </a:xfrm>
            <a:custGeom>
              <a:avLst/>
              <a:gdLst>
                <a:gd name="T0" fmla="*/ 56 w 56"/>
                <a:gd name="T1" fmla="*/ 101 h 29"/>
                <a:gd name="T2" fmla="*/ 80 w 56"/>
                <a:gd name="T3" fmla="*/ 244 h 29"/>
                <a:gd name="T4" fmla="*/ 328 w 56"/>
                <a:gd name="T5" fmla="*/ 244 h 29"/>
                <a:gd name="T6" fmla="*/ 448 w 56"/>
                <a:gd name="T7" fmla="*/ 111 h 29"/>
                <a:gd name="T8" fmla="*/ 56 w 56"/>
                <a:gd name="T9" fmla="*/ 10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">
                  <a:moveTo>
                    <a:pt x="7" y="11"/>
                  </a:moveTo>
                  <a:cubicBezTo>
                    <a:pt x="0" y="17"/>
                    <a:pt x="3" y="22"/>
                    <a:pt x="10" y="26"/>
                  </a:cubicBezTo>
                  <a:cubicBezTo>
                    <a:pt x="18" y="29"/>
                    <a:pt x="31" y="29"/>
                    <a:pt x="41" y="26"/>
                  </a:cubicBezTo>
                  <a:cubicBezTo>
                    <a:pt x="54" y="22"/>
                    <a:pt x="56" y="17"/>
                    <a:pt x="56" y="12"/>
                  </a:cubicBezTo>
                  <a:cubicBezTo>
                    <a:pt x="54" y="1"/>
                    <a:pt x="20" y="0"/>
                    <a:pt x="7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65" name="Freeform 556">
              <a:extLst>
                <a:ext uri="{FF2B5EF4-FFF2-40B4-BE49-F238E27FC236}">
                  <a16:creationId xmlns:a16="http://schemas.microsoft.com/office/drawing/2014/main" id="{EB2AFF14-6F30-4641-8E51-2339AEE32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511"/>
              <a:ext cx="92" cy="44"/>
            </a:xfrm>
            <a:custGeom>
              <a:avLst/>
              <a:gdLst>
                <a:gd name="T0" fmla="*/ 0 w 46"/>
                <a:gd name="T1" fmla="*/ 84 h 21"/>
                <a:gd name="T2" fmla="*/ 360 w 46"/>
                <a:gd name="T3" fmla="*/ 109 h 21"/>
                <a:gd name="T4" fmla="*/ 320 w 46"/>
                <a:gd name="T5" fmla="*/ 193 h 21"/>
                <a:gd name="T6" fmla="*/ 368 w 46"/>
                <a:gd name="T7" fmla="*/ 101 h 21"/>
                <a:gd name="T8" fmla="*/ 0 w 46"/>
                <a:gd name="T9" fmla="*/ 8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1">
                  <a:moveTo>
                    <a:pt x="0" y="9"/>
                  </a:moveTo>
                  <a:cubicBezTo>
                    <a:pt x="13" y="1"/>
                    <a:pt x="43" y="2"/>
                    <a:pt x="45" y="12"/>
                  </a:cubicBezTo>
                  <a:cubicBezTo>
                    <a:pt x="45" y="15"/>
                    <a:pt x="44" y="18"/>
                    <a:pt x="40" y="21"/>
                  </a:cubicBezTo>
                  <a:cubicBezTo>
                    <a:pt x="45" y="18"/>
                    <a:pt x="46" y="14"/>
                    <a:pt x="46" y="11"/>
                  </a:cubicBezTo>
                  <a:cubicBezTo>
                    <a:pt x="45" y="1"/>
                    <a:pt x="13" y="0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66" name="Freeform 557">
              <a:extLst>
                <a:ext uri="{FF2B5EF4-FFF2-40B4-BE49-F238E27FC236}">
                  <a16:creationId xmlns:a16="http://schemas.microsoft.com/office/drawing/2014/main" id="{9EC264B3-BB9D-4A89-B889-8009F293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536"/>
              <a:ext cx="78" cy="34"/>
            </a:xfrm>
            <a:custGeom>
              <a:avLst/>
              <a:gdLst>
                <a:gd name="T0" fmla="*/ 304 w 39"/>
                <a:gd name="T1" fmla="*/ 117 h 16"/>
                <a:gd name="T2" fmla="*/ 80 w 39"/>
                <a:gd name="T3" fmla="*/ 104 h 16"/>
                <a:gd name="T4" fmla="*/ 32 w 39"/>
                <a:gd name="T5" fmla="*/ 0 h 16"/>
                <a:gd name="T6" fmla="*/ 72 w 39"/>
                <a:gd name="T7" fmla="*/ 117 h 16"/>
                <a:gd name="T8" fmla="*/ 304 w 39"/>
                <a:gd name="T9" fmla="*/ 117 h 16"/>
                <a:gd name="T10" fmla="*/ 304 w 39"/>
                <a:gd name="T11" fmla="*/ 11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6">
                  <a:moveTo>
                    <a:pt x="38" y="12"/>
                  </a:moveTo>
                  <a:cubicBezTo>
                    <a:pt x="29" y="15"/>
                    <a:pt x="17" y="14"/>
                    <a:pt x="10" y="11"/>
                  </a:cubicBezTo>
                  <a:cubicBezTo>
                    <a:pt x="5" y="8"/>
                    <a:pt x="2" y="4"/>
                    <a:pt x="4" y="0"/>
                  </a:cubicBezTo>
                  <a:cubicBezTo>
                    <a:pt x="0" y="5"/>
                    <a:pt x="3" y="10"/>
                    <a:pt x="9" y="12"/>
                  </a:cubicBezTo>
                  <a:cubicBezTo>
                    <a:pt x="16" y="16"/>
                    <a:pt x="29" y="15"/>
                    <a:pt x="38" y="12"/>
                  </a:cubicBezTo>
                  <a:cubicBezTo>
                    <a:pt x="39" y="12"/>
                    <a:pt x="39" y="12"/>
                    <a:pt x="38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67" name="Freeform 558">
              <a:extLst>
                <a:ext uri="{FF2B5EF4-FFF2-40B4-BE49-F238E27FC236}">
                  <a16:creationId xmlns:a16="http://schemas.microsoft.com/office/drawing/2014/main" id="{3CD6CC88-7A7E-4998-B467-CA4E5B5D5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524"/>
              <a:ext cx="72" cy="31"/>
            </a:xfrm>
            <a:custGeom>
              <a:avLst/>
              <a:gdLst>
                <a:gd name="T0" fmla="*/ 288 w 36"/>
                <a:gd name="T1" fmla="*/ 52 h 15"/>
                <a:gd name="T2" fmla="*/ 104 w 36"/>
                <a:gd name="T3" fmla="*/ 124 h 15"/>
                <a:gd name="T4" fmla="*/ 56 w 36"/>
                <a:gd name="T5" fmla="*/ 43 h 15"/>
                <a:gd name="T6" fmla="*/ 288 w 36"/>
                <a:gd name="T7" fmla="*/ 5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5">
                  <a:moveTo>
                    <a:pt x="36" y="6"/>
                  </a:moveTo>
                  <a:cubicBezTo>
                    <a:pt x="36" y="12"/>
                    <a:pt x="21" y="15"/>
                    <a:pt x="13" y="14"/>
                  </a:cubicBezTo>
                  <a:cubicBezTo>
                    <a:pt x="5" y="13"/>
                    <a:pt x="0" y="9"/>
                    <a:pt x="7" y="5"/>
                  </a:cubicBezTo>
                  <a:cubicBezTo>
                    <a:pt x="14" y="0"/>
                    <a:pt x="36" y="0"/>
                    <a:pt x="36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68" name="Freeform 559">
              <a:extLst>
                <a:ext uri="{FF2B5EF4-FFF2-40B4-BE49-F238E27FC236}">
                  <a16:creationId xmlns:a16="http://schemas.microsoft.com/office/drawing/2014/main" id="{074B92D5-88F4-49DD-9DE4-D4DB3B427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36"/>
              <a:ext cx="68" cy="19"/>
            </a:xfrm>
            <a:custGeom>
              <a:avLst/>
              <a:gdLst>
                <a:gd name="T0" fmla="*/ 88 w 34"/>
                <a:gd name="T1" fmla="*/ 57 h 9"/>
                <a:gd name="T2" fmla="*/ 16 w 34"/>
                <a:gd name="T3" fmla="*/ 8 h 9"/>
                <a:gd name="T4" fmla="*/ 88 w 34"/>
                <a:gd name="T5" fmla="*/ 76 h 9"/>
                <a:gd name="T6" fmla="*/ 272 w 34"/>
                <a:gd name="T7" fmla="*/ 0 h 9"/>
                <a:gd name="T8" fmla="*/ 272 w 34"/>
                <a:gd name="T9" fmla="*/ 0 h 9"/>
                <a:gd name="T10" fmla="*/ 88 w 34"/>
                <a:gd name="T11" fmla="*/ 5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9">
                  <a:moveTo>
                    <a:pt x="11" y="6"/>
                  </a:moveTo>
                  <a:cubicBezTo>
                    <a:pt x="6" y="5"/>
                    <a:pt x="2" y="3"/>
                    <a:pt x="2" y="1"/>
                  </a:cubicBezTo>
                  <a:cubicBezTo>
                    <a:pt x="0" y="4"/>
                    <a:pt x="4" y="7"/>
                    <a:pt x="11" y="8"/>
                  </a:cubicBezTo>
                  <a:cubicBezTo>
                    <a:pt x="19" y="9"/>
                    <a:pt x="34" y="6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2" y="5"/>
                    <a:pt x="19" y="7"/>
                    <a:pt x="11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69" name="Freeform 560">
              <a:extLst>
                <a:ext uri="{FF2B5EF4-FFF2-40B4-BE49-F238E27FC236}">
                  <a16:creationId xmlns:a16="http://schemas.microsoft.com/office/drawing/2014/main" id="{E868597B-91FE-4F4E-8B9B-0CE95DD1E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526"/>
              <a:ext cx="44" cy="6"/>
            </a:xfrm>
            <a:custGeom>
              <a:avLst/>
              <a:gdLst>
                <a:gd name="T0" fmla="*/ 0 w 22"/>
                <a:gd name="T1" fmla="*/ 8 h 3"/>
                <a:gd name="T2" fmla="*/ 176 w 22"/>
                <a:gd name="T3" fmla="*/ 24 h 3"/>
                <a:gd name="T4" fmla="*/ 0 w 2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">
                  <a:moveTo>
                    <a:pt x="0" y="1"/>
                  </a:moveTo>
                  <a:cubicBezTo>
                    <a:pt x="6" y="0"/>
                    <a:pt x="18" y="0"/>
                    <a:pt x="22" y="3"/>
                  </a:cubicBezTo>
                  <a:cubicBezTo>
                    <a:pt x="20" y="2"/>
                    <a:pt x="9" y="0"/>
                    <a:pt x="0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70" name="Freeform 561">
              <a:extLst>
                <a:ext uri="{FF2B5EF4-FFF2-40B4-BE49-F238E27FC236}">
                  <a16:creationId xmlns:a16="http://schemas.microsoft.com/office/drawing/2014/main" id="{AFD2E944-B856-451A-8904-8BE008829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519"/>
              <a:ext cx="38" cy="13"/>
            </a:xfrm>
            <a:custGeom>
              <a:avLst/>
              <a:gdLst>
                <a:gd name="T0" fmla="*/ 0 w 19"/>
                <a:gd name="T1" fmla="*/ 33 h 6"/>
                <a:gd name="T2" fmla="*/ 152 w 19"/>
                <a:gd name="T3" fmla="*/ 61 h 6"/>
                <a:gd name="T4" fmla="*/ 0 w 19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">
                  <a:moveTo>
                    <a:pt x="0" y="3"/>
                  </a:moveTo>
                  <a:cubicBezTo>
                    <a:pt x="4" y="2"/>
                    <a:pt x="16" y="2"/>
                    <a:pt x="19" y="6"/>
                  </a:cubicBezTo>
                  <a:cubicBezTo>
                    <a:pt x="17" y="4"/>
                    <a:pt x="13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71" name="Freeform 562">
              <a:extLst>
                <a:ext uri="{FF2B5EF4-FFF2-40B4-BE49-F238E27FC236}">
                  <a16:creationId xmlns:a16="http://schemas.microsoft.com/office/drawing/2014/main" id="{267DE78B-FD77-4FF4-B1B2-00DCD9073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49"/>
              <a:ext cx="46" cy="9"/>
            </a:xfrm>
            <a:custGeom>
              <a:avLst/>
              <a:gdLst>
                <a:gd name="T0" fmla="*/ 0 w 23"/>
                <a:gd name="T1" fmla="*/ 11 h 4"/>
                <a:gd name="T2" fmla="*/ 184 w 23"/>
                <a:gd name="T3" fmla="*/ 0 h 4"/>
                <a:gd name="T4" fmla="*/ 0 w 2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">
                  <a:moveTo>
                    <a:pt x="0" y="1"/>
                  </a:moveTo>
                  <a:cubicBezTo>
                    <a:pt x="2" y="3"/>
                    <a:pt x="15" y="4"/>
                    <a:pt x="23" y="0"/>
                  </a:cubicBezTo>
                  <a:cubicBezTo>
                    <a:pt x="20" y="1"/>
                    <a:pt x="9" y="4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72" name="Freeform 563">
              <a:extLst>
                <a:ext uri="{FF2B5EF4-FFF2-40B4-BE49-F238E27FC236}">
                  <a16:creationId xmlns:a16="http://schemas.microsoft.com/office/drawing/2014/main" id="{55F6A2AA-1D07-4818-B8D5-EFD2ED64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509"/>
              <a:ext cx="112" cy="61"/>
            </a:xfrm>
            <a:custGeom>
              <a:avLst/>
              <a:gdLst>
                <a:gd name="T0" fmla="*/ 56 w 56"/>
                <a:gd name="T1" fmla="*/ 101 h 29"/>
                <a:gd name="T2" fmla="*/ 80 w 56"/>
                <a:gd name="T3" fmla="*/ 244 h 29"/>
                <a:gd name="T4" fmla="*/ 328 w 56"/>
                <a:gd name="T5" fmla="*/ 244 h 29"/>
                <a:gd name="T6" fmla="*/ 448 w 56"/>
                <a:gd name="T7" fmla="*/ 111 h 29"/>
                <a:gd name="T8" fmla="*/ 56 w 56"/>
                <a:gd name="T9" fmla="*/ 10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">
                  <a:moveTo>
                    <a:pt x="7" y="11"/>
                  </a:moveTo>
                  <a:cubicBezTo>
                    <a:pt x="0" y="17"/>
                    <a:pt x="3" y="22"/>
                    <a:pt x="10" y="26"/>
                  </a:cubicBezTo>
                  <a:cubicBezTo>
                    <a:pt x="18" y="29"/>
                    <a:pt x="31" y="29"/>
                    <a:pt x="41" y="26"/>
                  </a:cubicBezTo>
                  <a:cubicBezTo>
                    <a:pt x="54" y="22"/>
                    <a:pt x="56" y="17"/>
                    <a:pt x="56" y="12"/>
                  </a:cubicBezTo>
                  <a:cubicBezTo>
                    <a:pt x="54" y="1"/>
                    <a:pt x="20" y="0"/>
                    <a:pt x="7" y="1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73" name="Freeform 564">
              <a:extLst>
                <a:ext uri="{FF2B5EF4-FFF2-40B4-BE49-F238E27FC236}">
                  <a16:creationId xmlns:a16="http://schemas.microsoft.com/office/drawing/2014/main" id="{C437127E-CF46-4024-9272-C8007D033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534"/>
              <a:ext cx="66" cy="21"/>
            </a:xfrm>
            <a:custGeom>
              <a:avLst/>
              <a:gdLst>
                <a:gd name="T0" fmla="*/ 0 w 33"/>
                <a:gd name="T1" fmla="*/ 36 h 10"/>
                <a:gd name="T2" fmla="*/ 80 w 33"/>
                <a:gd name="T3" fmla="*/ 84 h 10"/>
                <a:gd name="T4" fmla="*/ 240 w 33"/>
                <a:gd name="T5" fmla="*/ 57 h 10"/>
                <a:gd name="T6" fmla="*/ 264 w 33"/>
                <a:gd name="T7" fmla="*/ 8 h 10"/>
                <a:gd name="T8" fmla="*/ 264 w 33"/>
                <a:gd name="T9" fmla="*/ 8 h 10"/>
                <a:gd name="T10" fmla="*/ 232 w 33"/>
                <a:gd name="T11" fmla="*/ 57 h 10"/>
                <a:gd name="T12" fmla="*/ 80 w 33"/>
                <a:gd name="T13" fmla="*/ 84 h 10"/>
                <a:gd name="T14" fmla="*/ 8 w 33"/>
                <a:gd name="T15" fmla="*/ 36 h 10"/>
                <a:gd name="T16" fmla="*/ 32 w 33"/>
                <a:gd name="T17" fmla="*/ 0 h 10"/>
                <a:gd name="T18" fmla="*/ 32 w 33"/>
                <a:gd name="T19" fmla="*/ 0 h 10"/>
                <a:gd name="T20" fmla="*/ 0 w 33"/>
                <a:gd name="T21" fmla="*/ 36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0">
                  <a:moveTo>
                    <a:pt x="0" y="4"/>
                  </a:moveTo>
                  <a:cubicBezTo>
                    <a:pt x="1" y="6"/>
                    <a:pt x="4" y="8"/>
                    <a:pt x="10" y="9"/>
                  </a:cubicBezTo>
                  <a:cubicBezTo>
                    <a:pt x="16" y="10"/>
                    <a:pt x="25" y="9"/>
                    <a:pt x="30" y="6"/>
                  </a:cubicBezTo>
                  <a:cubicBezTo>
                    <a:pt x="32" y="4"/>
                    <a:pt x="33" y="3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3"/>
                    <a:pt x="32" y="4"/>
                    <a:pt x="29" y="6"/>
                  </a:cubicBezTo>
                  <a:cubicBezTo>
                    <a:pt x="24" y="8"/>
                    <a:pt x="16" y="9"/>
                    <a:pt x="10" y="9"/>
                  </a:cubicBezTo>
                  <a:cubicBezTo>
                    <a:pt x="5" y="8"/>
                    <a:pt x="1" y="6"/>
                    <a:pt x="1" y="4"/>
                  </a:cubicBezTo>
                  <a:cubicBezTo>
                    <a:pt x="0" y="3"/>
                    <a:pt x="1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74" name="Freeform 565">
              <a:extLst>
                <a:ext uri="{FF2B5EF4-FFF2-40B4-BE49-F238E27FC236}">
                  <a16:creationId xmlns:a16="http://schemas.microsoft.com/office/drawing/2014/main" id="{8ED6937B-DB25-43C8-A5B3-58A8CBF84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711"/>
              <a:ext cx="79" cy="68"/>
            </a:xfrm>
            <a:custGeom>
              <a:avLst/>
              <a:gdLst>
                <a:gd name="T0" fmla="*/ 132 w 40"/>
                <a:gd name="T1" fmla="*/ 9 h 32"/>
                <a:gd name="T2" fmla="*/ 32 w 40"/>
                <a:gd name="T3" fmla="*/ 49 h 32"/>
                <a:gd name="T4" fmla="*/ 8 w 40"/>
                <a:gd name="T5" fmla="*/ 164 h 32"/>
                <a:gd name="T6" fmla="*/ 207 w 40"/>
                <a:gd name="T7" fmla="*/ 257 h 32"/>
                <a:gd name="T8" fmla="*/ 269 w 40"/>
                <a:gd name="T9" fmla="*/ 60 h 32"/>
                <a:gd name="T10" fmla="*/ 132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7" y="1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75" name="Freeform 566">
              <a:extLst>
                <a:ext uri="{FF2B5EF4-FFF2-40B4-BE49-F238E27FC236}">
                  <a16:creationId xmlns:a16="http://schemas.microsoft.com/office/drawing/2014/main" id="{0EEBA454-E492-4256-A86D-81F14644C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717"/>
              <a:ext cx="60" cy="56"/>
            </a:xfrm>
            <a:custGeom>
              <a:avLst/>
              <a:gdLst>
                <a:gd name="T0" fmla="*/ 208 w 30"/>
                <a:gd name="T1" fmla="*/ 28 h 26"/>
                <a:gd name="T2" fmla="*/ 168 w 30"/>
                <a:gd name="T3" fmla="*/ 0 h 26"/>
                <a:gd name="T4" fmla="*/ 192 w 30"/>
                <a:gd name="T5" fmla="*/ 28 h 26"/>
                <a:gd name="T6" fmla="*/ 128 w 30"/>
                <a:gd name="T7" fmla="*/ 233 h 26"/>
                <a:gd name="T8" fmla="*/ 0 w 30"/>
                <a:gd name="T9" fmla="*/ 233 h 26"/>
                <a:gd name="T10" fmla="*/ 136 w 30"/>
                <a:gd name="T11" fmla="*/ 241 h 26"/>
                <a:gd name="T12" fmla="*/ 208 w 30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26" y="3"/>
                  </a:moveTo>
                  <a:cubicBezTo>
                    <a:pt x="24" y="1"/>
                    <a:pt x="22" y="0"/>
                    <a:pt x="21" y="0"/>
                  </a:cubicBezTo>
                  <a:cubicBezTo>
                    <a:pt x="22" y="0"/>
                    <a:pt x="23" y="1"/>
                    <a:pt x="24" y="3"/>
                  </a:cubicBezTo>
                  <a:cubicBezTo>
                    <a:pt x="29" y="8"/>
                    <a:pt x="27" y="19"/>
                    <a:pt x="16" y="23"/>
                  </a:cubicBezTo>
                  <a:cubicBezTo>
                    <a:pt x="11" y="25"/>
                    <a:pt x="5" y="25"/>
                    <a:pt x="0" y="23"/>
                  </a:cubicBezTo>
                  <a:cubicBezTo>
                    <a:pt x="5" y="26"/>
                    <a:pt x="12" y="26"/>
                    <a:pt x="17" y="24"/>
                  </a:cubicBezTo>
                  <a:cubicBezTo>
                    <a:pt x="28" y="20"/>
                    <a:pt x="30" y="9"/>
                    <a:pt x="26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76" name="Freeform 567">
              <a:extLst>
                <a:ext uri="{FF2B5EF4-FFF2-40B4-BE49-F238E27FC236}">
                  <a16:creationId xmlns:a16="http://schemas.microsoft.com/office/drawing/2014/main" id="{C44C9350-6B44-4012-9154-6317B2CCF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713"/>
              <a:ext cx="57" cy="55"/>
            </a:xfrm>
            <a:custGeom>
              <a:avLst/>
              <a:gdLst>
                <a:gd name="T0" fmla="*/ 16 w 29"/>
                <a:gd name="T1" fmla="*/ 152 h 26"/>
                <a:gd name="T2" fmla="*/ 39 w 29"/>
                <a:gd name="T3" fmla="*/ 49 h 26"/>
                <a:gd name="T4" fmla="*/ 128 w 29"/>
                <a:gd name="T5" fmla="*/ 8 h 26"/>
                <a:gd name="T6" fmla="*/ 220 w 29"/>
                <a:gd name="T7" fmla="*/ 17 h 26"/>
                <a:gd name="T8" fmla="*/ 112 w 29"/>
                <a:gd name="T9" fmla="*/ 0 h 26"/>
                <a:gd name="T10" fmla="*/ 31 w 29"/>
                <a:gd name="T11" fmla="*/ 49 h 26"/>
                <a:gd name="T12" fmla="*/ 8 w 29"/>
                <a:gd name="T13" fmla="*/ 144 h 26"/>
                <a:gd name="T14" fmla="*/ 77 w 29"/>
                <a:gd name="T15" fmla="*/ 245 h 26"/>
                <a:gd name="T16" fmla="*/ 16 w 29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2" y="0"/>
                    <a:pt x="26" y="1"/>
                    <a:pt x="29" y="2"/>
                  </a:cubicBezTo>
                  <a:cubicBezTo>
                    <a:pt x="26" y="0"/>
                    <a:pt x="22" y="0"/>
                    <a:pt x="15" y="0"/>
                  </a:cubicBezTo>
                  <a:cubicBezTo>
                    <a:pt x="11" y="0"/>
                    <a:pt x="7" y="1"/>
                    <a:pt x="4" y="5"/>
                  </a:cubicBezTo>
                  <a:cubicBezTo>
                    <a:pt x="2" y="8"/>
                    <a:pt x="0" y="11"/>
                    <a:pt x="1" y="15"/>
                  </a:cubicBezTo>
                  <a:cubicBezTo>
                    <a:pt x="1" y="20"/>
                    <a:pt x="5" y="24"/>
                    <a:pt x="10" y="26"/>
                  </a:cubicBezTo>
                  <a:cubicBezTo>
                    <a:pt x="6" y="24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77" name="Freeform 568">
              <a:extLst>
                <a:ext uri="{FF2B5EF4-FFF2-40B4-BE49-F238E27FC236}">
                  <a16:creationId xmlns:a16="http://schemas.microsoft.com/office/drawing/2014/main" id="{91C31BAF-D51C-4A92-BD62-07507EFDF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721"/>
              <a:ext cx="52" cy="35"/>
            </a:xfrm>
            <a:custGeom>
              <a:avLst/>
              <a:gdLst>
                <a:gd name="T0" fmla="*/ 152 w 26"/>
                <a:gd name="T1" fmla="*/ 33 h 16"/>
                <a:gd name="T2" fmla="*/ 88 w 26"/>
                <a:gd name="T3" fmla="*/ 168 h 16"/>
                <a:gd name="T4" fmla="*/ 16 w 26"/>
                <a:gd name="T5" fmla="*/ 53 h 16"/>
                <a:gd name="T6" fmla="*/ 152 w 26"/>
                <a:gd name="T7" fmla="*/ 3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9" y="3"/>
                  </a:moveTo>
                  <a:cubicBezTo>
                    <a:pt x="26" y="7"/>
                    <a:pt x="22" y="16"/>
                    <a:pt x="11" y="16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4" y="1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78" name="Freeform 569">
              <a:extLst>
                <a:ext uri="{FF2B5EF4-FFF2-40B4-BE49-F238E27FC236}">
                  <a16:creationId xmlns:a16="http://schemas.microsoft.com/office/drawing/2014/main" id="{87025CE4-B0C6-4528-89A9-747948B93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34"/>
              <a:ext cx="46" cy="22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88 h 10"/>
                <a:gd name="T4" fmla="*/ 0 w 23"/>
                <a:gd name="T5" fmla="*/ 44 h 10"/>
                <a:gd name="T6" fmla="*/ 80 w 23"/>
                <a:gd name="T7" fmla="*/ 106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8"/>
                    <a:pt x="10" y="8"/>
                  </a:cubicBezTo>
                  <a:cubicBezTo>
                    <a:pt x="4" y="8"/>
                    <a:pt x="2" y="6"/>
                    <a:pt x="0" y="4"/>
                  </a:cubicBezTo>
                  <a:cubicBezTo>
                    <a:pt x="1" y="7"/>
                    <a:pt x="4" y="9"/>
                    <a:pt x="10" y="10"/>
                  </a:cubicBezTo>
                  <a:cubicBezTo>
                    <a:pt x="18" y="10"/>
                    <a:pt x="23" y="4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79" name="Freeform 570">
              <a:extLst>
                <a:ext uri="{FF2B5EF4-FFF2-40B4-BE49-F238E27FC236}">
                  <a16:creationId xmlns:a16="http://schemas.microsoft.com/office/drawing/2014/main" id="{87224BBF-868D-4D64-A1F9-54DDFF317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721"/>
              <a:ext cx="24" cy="7"/>
            </a:xfrm>
            <a:custGeom>
              <a:avLst/>
              <a:gdLst>
                <a:gd name="T0" fmla="*/ 96 w 12"/>
                <a:gd name="T1" fmla="*/ 12 h 3"/>
                <a:gd name="T2" fmla="*/ 0 w 12"/>
                <a:gd name="T3" fmla="*/ 37 h 3"/>
                <a:gd name="T4" fmla="*/ 96 w 1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2" y="2"/>
                    <a:pt x="0" y="3"/>
                  </a:cubicBezTo>
                  <a:cubicBezTo>
                    <a:pt x="3" y="3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80" name="Freeform 571">
              <a:extLst>
                <a:ext uri="{FF2B5EF4-FFF2-40B4-BE49-F238E27FC236}">
                  <a16:creationId xmlns:a16="http://schemas.microsoft.com/office/drawing/2014/main" id="{042A256F-90AB-437D-95EF-D882A5240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743"/>
              <a:ext cx="34" cy="19"/>
            </a:xfrm>
            <a:custGeom>
              <a:avLst/>
              <a:gdLst>
                <a:gd name="T0" fmla="*/ 0 w 17"/>
                <a:gd name="T1" fmla="*/ 49 h 9"/>
                <a:gd name="T2" fmla="*/ 136 w 17"/>
                <a:gd name="T3" fmla="*/ 0 h 9"/>
                <a:gd name="T4" fmla="*/ 0 w 17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3" y="6"/>
                    <a:pt x="13" y="7"/>
                    <a:pt x="17" y="0"/>
                  </a:cubicBezTo>
                  <a:cubicBezTo>
                    <a:pt x="16" y="4"/>
                    <a:pt x="9" y="9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81" name="Freeform 572">
              <a:extLst>
                <a:ext uri="{FF2B5EF4-FFF2-40B4-BE49-F238E27FC236}">
                  <a16:creationId xmlns:a16="http://schemas.microsoft.com/office/drawing/2014/main" id="{EB5F6852-45E5-4B57-8829-12337034E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711"/>
              <a:ext cx="79" cy="68"/>
            </a:xfrm>
            <a:custGeom>
              <a:avLst/>
              <a:gdLst>
                <a:gd name="T0" fmla="*/ 132 w 40"/>
                <a:gd name="T1" fmla="*/ 9 h 32"/>
                <a:gd name="T2" fmla="*/ 32 w 40"/>
                <a:gd name="T3" fmla="*/ 49 h 32"/>
                <a:gd name="T4" fmla="*/ 8 w 40"/>
                <a:gd name="T5" fmla="*/ 164 h 32"/>
                <a:gd name="T6" fmla="*/ 207 w 40"/>
                <a:gd name="T7" fmla="*/ 257 h 32"/>
                <a:gd name="T8" fmla="*/ 269 w 40"/>
                <a:gd name="T9" fmla="*/ 60 h 32"/>
                <a:gd name="T10" fmla="*/ 132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7" y="1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82" name="Freeform 573">
              <a:extLst>
                <a:ext uri="{FF2B5EF4-FFF2-40B4-BE49-F238E27FC236}">
                  <a16:creationId xmlns:a16="http://schemas.microsoft.com/office/drawing/2014/main" id="{C28D8CE5-E729-40D6-B898-D509BB82E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28"/>
              <a:ext cx="44" cy="28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0 h 13"/>
                <a:gd name="T4" fmla="*/ 80 w 22"/>
                <a:gd name="T5" fmla="*/ 121 h 13"/>
                <a:gd name="T6" fmla="*/ 8 w 22"/>
                <a:gd name="T7" fmla="*/ 80 h 13"/>
                <a:gd name="T8" fmla="*/ 8 w 22"/>
                <a:gd name="T9" fmla="*/ 19 h 13"/>
                <a:gd name="T10" fmla="*/ 8 w 22"/>
                <a:gd name="T11" fmla="*/ 19 h 13"/>
                <a:gd name="T12" fmla="*/ 8 w 22"/>
                <a:gd name="T13" fmla="*/ 88 h 13"/>
                <a:gd name="T14" fmla="*/ 80 w 22"/>
                <a:gd name="T15" fmla="*/ 129 h 13"/>
                <a:gd name="T16" fmla="*/ 168 w 22"/>
                <a:gd name="T17" fmla="*/ 60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1"/>
                    <a:pt x="22" y="4"/>
                    <a:pt x="21" y="6"/>
                  </a:cubicBezTo>
                  <a:cubicBezTo>
                    <a:pt x="20" y="9"/>
                    <a:pt x="17" y="12"/>
                    <a:pt x="10" y="12"/>
                  </a:cubicBezTo>
                  <a:cubicBezTo>
                    <a:pt x="5" y="12"/>
                    <a:pt x="2" y="10"/>
                    <a:pt x="1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4"/>
                    <a:pt x="0" y="6"/>
                    <a:pt x="1" y="9"/>
                  </a:cubicBezTo>
                  <a:cubicBezTo>
                    <a:pt x="2" y="10"/>
                    <a:pt x="4" y="13"/>
                    <a:pt x="10" y="13"/>
                  </a:cubicBezTo>
                  <a:cubicBezTo>
                    <a:pt x="17" y="13"/>
                    <a:pt x="21" y="9"/>
                    <a:pt x="21" y="6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83" name="Freeform 574">
              <a:extLst>
                <a:ext uri="{FF2B5EF4-FFF2-40B4-BE49-F238E27FC236}">
                  <a16:creationId xmlns:a16="http://schemas.microsoft.com/office/drawing/2014/main" id="{1609F707-4A80-4F3C-B896-603F5A5F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019"/>
              <a:ext cx="106" cy="113"/>
            </a:xfrm>
            <a:custGeom>
              <a:avLst/>
              <a:gdLst>
                <a:gd name="T0" fmla="*/ 360 w 53"/>
                <a:gd name="T1" fmla="*/ 328 h 53"/>
                <a:gd name="T2" fmla="*/ 264 w 53"/>
                <a:gd name="T3" fmla="*/ 49 h 53"/>
                <a:gd name="T4" fmla="*/ 24 w 53"/>
                <a:gd name="T5" fmla="*/ 205 h 53"/>
                <a:gd name="T6" fmla="*/ 360 w 53"/>
                <a:gd name="T7" fmla="*/ 328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3">
                  <a:moveTo>
                    <a:pt x="45" y="34"/>
                  </a:moveTo>
                  <a:cubicBezTo>
                    <a:pt x="53" y="24"/>
                    <a:pt x="48" y="10"/>
                    <a:pt x="33" y="5"/>
                  </a:cubicBezTo>
                  <a:cubicBezTo>
                    <a:pt x="18" y="0"/>
                    <a:pt x="5" y="5"/>
                    <a:pt x="3" y="21"/>
                  </a:cubicBezTo>
                  <a:cubicBezTo>
                    <a:pt x="0" y="36"/>
                    <a:pt x="31" y="53"/>
                    <a:pt x="45" y="3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84" name="Freeform 575">
              <a:extLst>
                <a:ext uri="{FF2B5EF4-FFF2-40B4-BE49-F238E27FC236}">
                  <a16:creationId xmlns:a16="http://schemas.microsoft.com/office/drawing/2014/main" id="{D1211307-1964-4C8E-B2AA-8C2E25776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039"/>
              <a:ext cx="76" cy="76"/>
            </a:xfrm>
            <a:custGeom>
              <a:avLst/>
              <a:gdLst>
                <a:gd name="T0" fmla="*/ 224 w 38"/>
                <a:gd name="T1" fmla="*/ 0 h 36"/>
                <a:gd name="T2" fmla="*/ 240 w 38"/>
                <a:gd name="T3" fmla="*/ 228 h 36"/>
                <a:gd name="T4" fmla="*/ 0 w 38"/>
                <a:gd name="T5" fmla="*/ 245 h 36"/>
                <a:gd name="T6" fmla="*/ 256 w 38"/>
                <a:gd name="T7" fmla="*/ 236 h 36"/>
                <a:gd name="T8" fmla="*/ 224 w 38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6">
                  <a:moveTo>
                    <a:pt x="28" y="0"/>
                  </a:moveTo>
                  <a:cubicBezTo>
                    <a:pt x="35" y="7"/>
                    <a:pt x="36" y="16"/>
                    <a:pt x="30" y="24"/>
                  </a:cubicBezTo>
                  <a:cubicBezTo>
                    <a:pt x="22" y="35"/>
                    <a:pt x="9" y="33"/>
                    <a:pt x="0" y="26"/>
                  </a:cubicBezTo>
                  <a:cubicBezTo>
                    <a:pt x="8" y="33"/>
                    <a:pt x="23" y="36"/>
                    <a:pt x="32" y="25"/>
                  </a:cubicBezTo>
                  <a:cubicBezTo>
                    <a:pt x="38" y="17"/>
                    <a:pt x="36" y="6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85" name="Freeform 576">
              <a:extLst>
                <a:ext uri="{FF2B5EF4-FFF2-40B4-BE49-F238E27FC236}">
                  <a16:creationId xmlns:a16="http://schemas.microsoft.com/office/drawing/2014/main" id="{DB24D4EE-0DB9-4208-9FB2-161EAC5F1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024"/>
              <a:ext cx="56" cy="74"/>
            </a:xfrm>
            <a:custGeom>
              <a:avLst/>
              <a:gdLst>
                <a:gd name="T0" fmla="*/ 72 w 28"/>
                <a:gd name="T1" fmla="*/ 321 h 35"/>
                <a:gd name="T2" fmla="*/ 24 w 28"/>
                <a:gd name="T3" fmla="*/ 180 h 35"/>
                <a:gd name="T4" fmla="*/ 216 w 28"/>
                <a:gd name="T5" fmla="*/ 27 h 35"/>
                <a:gd name="T6" fmla="*/ 216 w 28"/>
                <a:gd name="T7" fmla="*/ 27 h 35"/>
                <a:gd name="T8" fmla="*/ 8 w 28"/>
                <a:gd name="T9" fmla="*/ 180 h 35"/>
                <a:gd name="T10" fmla="*/ 72 w 28"/>
                <a:gd name="T11" fmla="*/ 321 h 35"/>
                <a:gd name="T12" fmla="*/ 72 w 28"/>
                <a:gd name="T13" fmla="*/ 32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5">
                  <a:moveTo>
                    <a:pt x="9" y="34"/>
                  </a:moveTo>
                  <a:cubicBezTo>
                    <a:pt x="4" y="30"/>
                    <a:pt x="2" y="24"/>
                    <a:pt x="3" y="19"/>
                  </a:cubicBezTo>
                  <a:cubicBezTo>
                    <a:pt x="5" y="7"/>
                    <a:pt x="15" y="1"/>
                    <a:pt x="27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14" y="0"/>
                    <a:pt x="3" y="5"/>
                    <a:pt x="1" y="19"/>
                  </a:cubicBezTo>
                  <a:cubicBezTo>
                    <a:pt x="0" y="24"/>
                    <a:pt x="4" y="30"/>
                    <a:pt x="9" y="34"/>
                  </a:cubicBezTo>
                  <a:cubicBezTo>
                    <a:pt x="11" y="35"/>
                    <a:pt x="11" y="35"/>
                    <a:pt x="9" y="3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86" name="Freeform 577">
              <a:extLst>
                <a:ext uri="{FF2B5EF4-FFF2-40B4-BE49-F238E27FC236}">
                  <a16:creationId xmlns:a16="http://schemas.microsoft.com/office/drawing/2014/main" id="{04FAF17F-5FBA-484D-8289-AA99C54A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036"/>
              <a:ext cx="62" cy="62"/>
            </a:xfrm>
            <a:custGeom>
              <a:avLst/>
              <a:gdLst>
                <a:gd name="T0" fmla="*/ 16 w 31"/>
                <a:gd name="T1" fmla="*/ 145 h 29"/>
                <a:gd name="T2" fmla="*/ 200 w 31"/>
                <a:gd name="T3" fmla="*/ 224 h 29"/>
                <a:gd name="T4" fmla="*/ 152 w 31"/>
                <a:gd name="T5" fmla="*/ 28 h 29"/>
                <a:gd name="T6" fmla="*/ 16 w 31"/>
                <a:gd name="T7" fmla="*/ 14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2" y="15"/>
                  </a:moveTo>
                  <a:cubicBezTo>
                    <a:pt x="4" y="25"/>
                    <a:pt x="18" y="29"/>
                    <a:pt x="25" y="23"/>
                  </a:cubicBezTo>
                  <a:cubicBezTo>
                    <a:pt x="31" y="17"/>
                    <a:pt x="28" y="4"/>
                    <a:pt x="19" y="3"/>
                  </a:cubicBezTo>
                  <a:cubicBezTo>
                    <a:pt x="6" y="0"/>
                    <a:pt x="0" y="7"/>
                    <a:pt x="2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87" name="Freeform 578">
              <a:extLst>
                <a:ext uri="{FF2B5EF4-FFF2-40B4-BE49-F238E27FC236}">
                  <a16:creationId xmlns:a16="http://schemas.microsoft.com/office/drawing/2014/main" id="{40DD550D-BAA7-48B0-9CD8-EA178D44F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045"/>
              <a:ext cx="50" cy="49"/>
            </a:xfrm>
            <a:custGeom>
              <a:avLst/>
              <a:gdLst>
                <a:gd name="T0" fmla="*/ 144 w 25"/>
                <a:gd name="T1" fmla="*/ 0 h 23"/>
                <a:gd name="T2" fmla="*/ 144 w 25"/>
                <a:gd name="T3" fmla="*/ 164 h 23"/>
                <a:gd name="T4" fmla="*/ 0 w 25"/>
                <a:gd name="T5" fmla="*/ 164 h 23"/>
                <a:gd name="T6" fmla="*/ 160 w 25"/>
                <a:gd name="T7" fmla="*/ 181 h 23"/>
                <a:gd name="T8" fmla="*/ 144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8" y="0"/>
                  </a:moveTo>
                  <a:cubicBezTo>
                    <a:pt x="23" y="5"/>
                    <a:pt x="23" y="13"/>
                    <a:pt x="18" y="17"/>
                  </a:cubicBezTo>
                  <a:cubicBezTo>
                    <a:pt x="14" y="21"/>
                    <a:pt x="5" y="21"/>
                    <a:pt x="0" y="17"/>
                  </a:cubicBezTo>
                  <a:cubicBezTo>
                    <a:pt x="5" y="22"/>
                    <a:pt x="15" y="23"/>
                    <a:pt x="20" y="19"/>
                  </a:cubicBezTo>
                  <a:cubicBezTo>
                    <a:pt x="25" y="14"/>
                    <a:pt x="24" y="4"/>
                    <a:pt x="18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88" name="Freeform 579">
              <a:extLst>
                <a:ext uri="{FF2B5EF4-FFF2-40B4-BE49-F238E27FC236}">
                  <a16:creationId xmlns:a16="http://schemas.microsoft.com/office/drawing/2014/main" id="{100A85DC-1E06-4313-AFB4-4B9763809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041"/>
              <a:ext cx="22" cy="17"/>
            </a:xfrm>
            <a:custGeom>
              <a:avLst/>
              <a:gdLst>
                <a:gd name="T0" fmla="*/ 88 w 11"/>
                <a:gd name="T1" fmla="*/ 0 h 8"/>
                <a:gd name="T2" fmla="*/ 0 w 11"/>
                <a:gd name="T3" fmla="*/ 77 h 8"/>
                <a:gd name="T4" fmla="*/ 88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6" y="0"/>
                    <a:pt x="1" y="3"/>
                    <a:pt x="0" y="8"/>
                  </a:cubicBezTo>
                  <a:cubicBezTo>
                    <a:pt x="2" y="5"/>
                    <a:pt x="5" y="2"/>
                    <a:pt x="1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89" name="Freeform 580">
              <a:extLst>
                <a:ext uri="{FF2B5EF4-FFF2-40B4-BE49-F238E27FC236}">
                  <a16:creationId xmlns:a16="http://schemas.microsoft.com/office/drawing/2014/main" id="{8DB0515F-A2B5-4F21-8262-515AFBDA6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3060"/>
              <a:ext cx="38" cy="38"/>
            </a:xfrm>
            <a:custGeom>
              <a:avLst/>
              <a:gdLst>
                <a:gd name="T0" fmla="*/ 128 w 19"/>
                <a:gd name="T1" fmla="*/ 0 h 18"/>
                <a:gd name="T2" fmla="*/ 0 w 19"/>
                <a:gd name="T3" fmla="*/ 144 h 18"/>
                <a:gd name="T4" fmla="*/ 128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6" y="0"/>
                  </a:moveTo>
                  <a:cubicBezTo>
                    <a:pt x="17" y="5"/>
                    <a:pt x="16" y="18"/>
                    <a:pt x="0" y="15"/>
                  </a:cubicBezTo>
                  <a:cubicBezTo>
                    <a:pt x="7" y="17"/>
                    <a:pt x="19" y="17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90" name="Freeform 581">
              <a:extLst>
                <a:ext uri="{FF2B5EF4-FFF2-40B4-BE49-F238E27FC236}">
                  <a16:creationId xmlns:a16="http://schemas.microsoft.com/office/drawing/2014/main" id="{9F2EB269-10DE-4337-BD4D-ED59D8CD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019"/>
              <a:ext cx="106" cy="113"/>
            </a:xfrm>
            <a:custGeom>
              <a:avLst/>
              <a:gdLst>
                <a:gd name="T0" fmla="*/ 360 w 53"/>
                <a:gd name="T1" fmla="*/ 328 h 53"/>
                <a:gd name="T2" fmla="*/ 264 w 53"/>
                <a:gd name="T3" fmla="*/ 49 h 53"/>
                <a:gd name="T4" fmla="*/ 24 w 53"/>
                <a:gd name="T5" fmla="*/ 205 h 53"/>
                <a:gd name="T6" fmla="*/ 360 w 53"/>
                <a:gd name="T7" fmla="*/ 328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3">
                  <a:moveTo>
                    <a:pt x="45" y="34"/>
                  </a:moveTo>
                  <a:cubicBezTo>
                    <a:pt x="53" y="24"/>
                    <a:pt x="48" y="10"/>
                    <a:pt x="33" y="5"/>
                  </a:cubicBezTo>
                  <a:cubicBezTo>
                    <a:pt x="18" y="0"/>
                    <a:pt x="5" y="5"/>
                    <a:pt x="3" y="21"/>
                  </a:cubicBezTo>
                  <a:cubicBezTo>
                    <a:pt x="0" y="36"/>
                    <a:pt x="31" y="53"/>
                    <a:pt x="45" y="34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91" name="Freeform 582">
              <a:extLst>
                <a:ext uri="{FF2B5EF4-FFF2-40B4-BE49-F238E27FC236}">
                  <a16:creationId xmlns:a16="http://schemas.microsoft.com/office/drawing/2014/main" id="{80C44678-D09C-40BB-B7C9-2F322C798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043"/>
              <a:ext cx="54" cy="51"/>
            </a:xfrm>
            <a:custGeom>
              <a:avLst/>
              <a:gdLst>
                <a:gd name="T0" fmla="*/ 136 w 27"/>
                <a:gd name="T1" fmla="*/ 0 h 24"/>
                <a:gd name="T2" fmla="*/ 208 w 27"/>
                <a:gd name="T3" fmla="*/ 77 h 24"/>
                <a:gd name="T4" fmla="*/ 184 w 27"/>
                <a:gd name="T5" fmla="*/ 193 h 24"/>
                <a:gd name="T6" fmla="*/ 72 w 27"/>
                <a:gd name="T7" fmla="*/ 213 h 24"/>
                <a:gd name="T8" fmla="*/ 0 w 27"/>
                <a:gd name="T9" fmla="*/ 117 h 24"/>
                <a:gd name="T10" fmla="*/ 0 w 27"/>
                <a:gd name="T11" fmla="*/ 117 h 24"/>
                <a:gd name="T12" fmla="*/ 72 w 27"/>
                <a:gd name="T13" fmla="*/ 213 h 24"/>
                <a:gd name="T14" fmla="*/ 184 w 27"/>
                <a:gd name="T15" fmla="*/ 193 h 24"/>
                <a:gd name="T16" fmla="*/ 208 w 27"/>
                <a:gd name="T17" fmla="*/ 68 h 24"/>
                <a:gd name="T18" fmla="*/ 136 w 27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4">
                  <a:moveTo>
                    <a:pt x="17" y="0"/>
                  </a:moveTo>
                  <a:cubicBezTo>
                    <a:pt x="21" y="0"/>
                    <a:pt x="24" y="3"/>
                    <a:pt x="26" y="8"/>
                  </a:cubicBezTo>
                  <a:cubicBezTo>
                    <a:pt x="27" y="12"/>
                    <a:pt x="26" y="17"/>
                    <a:pt x="23" y="20"/>
                  </a:cubicBezTo>
                  <a:cubicBezTo>
                    <a:pt x="20" y="23"/>
                    <a:pt x="14" y="23"/>
                    <a:pt x="9" y="22"/>
                  </a:cubicBezTo>
                  <a:cubicBezTo>
                    <a:pt x="4" y="20"/>
                    <a:pt x="1" y="16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6"/>
                    <a:pt x="4" y="20"/>
                    <a:pt x="9" y="22"/>
                  </a:cubicBezTo>
                  <a:cubicBezTo>
                    <a:pt x="14" y="24"/>
                    <a:pt x="20" y="23"/>
                    <a:pt x="23" y="20"/>
                  </a:cubicBezTo>
                  <a:cubicBezTo>
                    <a:pt x="26" y="17"/>
                    <a:pt x="27" y="12"/>
                    <a:pt x="26" y="7"/>
                  </a:cubicBezTo>
                  <a:cubicBezTo>
                    <a:pt x="25" y="3"/>
                    <a:pt x="21" y="0"/>
                    <a:pt x="1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92" name="Freeform 583">
              <a:extLst>
                <a:ext uri="{FF2B5EF4-FFF2-40B4-BE49-F238E27FC236}">
                  <a16:creationId xmlns:a16="http://schemas.microsoft.com/office/drawing/2014/main" id="{CACEE221-6D9E-4757-8030-60B6DE8A2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92"/>
              <a:ext cx="106" cy="115"/>
            </a:xfrm>
            <a:custGeom>
              <a:avLst/>
              <a:gdLst>
                <a:gd name="T0" fmla="*/ 352 w 53"/>
                <a:gd name="T1" fmla="*/ 341 h 54"/>
                <a:gd name="T2" fmla="*/ 264 w 53"/>
                <a:gd name="T3" fmla="*/ 49 h 54"/>
                <a:gd name="T4" fmla="*/ 24 w 53"/>
                <a:gd name="T5" fmla="*/ 204 h 54"/>
                <a:gd name="T6" fmla="*/ 352 w 53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4" y="35"/>
                  </a:moveTo>
                  <a:cubicBezTo>
                    <a:pt x="53" y="24"/>
                    <a:pt x="47" y="10"/>
                    <a:pt x="33" y="5"/>
                  </a:cubicBezTo>
                  <a:cubicBezTo>
                    <a:pt x="18" y="0"/>
                    <a:pt x="5" y="6"/>
                    <a:pt x="3" y="21"/>
                  </a:cubicBezTo>
                  <a:cubicBezTo>
                    <a:pt x="0" y="36"/>
                    <a:pt x="31" y="54"/>
                    <a:pt x="44" y="3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93" name="Freeform 584">
              <a:extLst>
                <a:ext uri="{FF2B5EF4-FFF2-40B4-BE49-F238E27FC236}">
                  <a16:creationId xmlns:a16="http://schemas.microsoft.com/office/drawing/2014/main" id="{57AFA201-CFCA-4F7A-923E-232FD204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913"/>
              <a:ext cx="78" cy="77"/>
            </a:xfrm>
            <a:custGeom>
              <a:avLst/>
              <a:gdLst>
                <a:gd name="T0" fmla="*/ 224 w 39"/>
                <a:gd name="T1" fmla="*/ 0 h 36"/>
                <a:gd name="T2" fmla="*/ 248 w 39"/>
                <a:gd name="T3" fmla="*/ 225 h 36"/>
                <a:gd name="T4" fmla="*/ 0 w 39"/>
                <a:gd name="T5" fmla="*/ 257 h 36"/>
                <a:gd name="T6" fmla="*/ 256 w 39"/>
                <a:gd name="T7" fmla="*/ 233 h 36"/>
                <a:gd name="T8" fmla="*/ 224 w 3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6">
                  <a:moveTo>
                    <a:pt x="28" y="0"/>
                  </a:moveTo>
                  <a:cubicBezTo>
                    <a:pt x="35" y="6"/>
                    <a:pt x="37" y="15"/>
                    <a:pt x="31" y="23"/>
                  </a:cubicBezTo>
                  <a:cubicBezTo>
                    <a:pt x="23" y="34"/>
                    <a:pt x="9" y="32"/>
                    <a:pt x="0" y="26"/>
                  </a:cubicBezTo>
                  <a:cubicBezTo>
                    <a:pt x="9" y="33"/>
                    <a:pt x="24" y="36"/>
                    <a:pt x="32" y="24"/>
                  </a:cubicBezTo>
                  <a:cubicBezTo>
                    <a:pt x="39" y="16"/>
                    <a:pt x="37" y="6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94" name="Freeform 585">
              <a:extLst>
                <a:ext uri="{FF2B5EF4-FFF2-40B4-BE49-F238E27FC236}">
                  <a16:creationId xmlns:a16="http://schemas.microsoft.com/office/drawing/2014/main" id="{718B033A-9F0C-4CEC-8A55-9E875C00A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896"/>
              <a:ext cx="56" cy="77"/>
            </a:xfrm>
            <a:custGeom>
              <a:avLst/>
              <a:gdLst>
                <a:gd name="T0" fmla="*/ 72 w 28"/>
                <a:gd name="T1" fmla="*/ 334 h 36"/>
                <a:gd name="T2" fmla="*/ 16 w 28"/>
                <a:gd name="T3" fmla="*/ 197 h 36"/>
                <a:gd name="T4" fmla="*/ 208 w 28"/>
                <a:gd name="T5" fmla="*/ 41 h 36"/>
                <a:gd name="T6" fmla="*/ 208 w 28"/>
                <a:gd name="T7" fmla="*/ 28 h 36"/>
                <a:gd name="T8" fmla="*/ 8 w 28"/>
                <a:gd name="T9" fmla="*/ 188 h 36"/>
                <a:gd name="T10" fmla="*/ 72 w 28"/>
                <a:gd name="T11" fmla="*/ 334 h 36"/>
                <a:gd name="T12" fmla="*/ 72 w 28"/>
                <a:gd name="T13" fmla="*/ 33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6">
                  <a:moveTo>
                    <a:pt x="9" y="34"/>
                  </a:moveTo>
                  <a:cubicBezTo>
                    <a:pt x="4" y="30"/>
                    <a:pt x="1" y="25"/>
                    <a:pt x="2" y="20"/>
                  </a:cubicBezTo>
                  <a:cubicBezTo>
                    <a:pt x="4" y="7"/>
                    <a:pt x="14" y="1"/>
                    <a:pt x="26" y="4"/>
                  </a:cubicBezTo>
                  <a:cubicBezTo>
                    <a:pt x="28" y="4"/>
                    <a:pt x="27" y="4"/>
                    <a:pt x="26" y="3"/>
                  </a:cubicBezTo>
                  <a:cubicBezTo>
                    <a:pt x="14" y="0"/>
                    <a:pt x="3" y="6"/>
                    <a:pt x="1" y="19"/>
                  </a:cubicBezTo>
                  <a:cubicBezTo>
                    <a:pt x="0" y="25"/>
                    <a:pt x="3" y="30"/>
                    <a:pt x="9" y="34"/>
                  </a:cubicBezTo>
                  <a:cubicBezTo>
                    <a:pt x="11" y="36"/>
                    <a:pt x="10" y="36"/>
                    <a:pt x="9" y="3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95" name="Freeform 586">
              <a:extLst>
                <a:ext uri="{FF2B5EF4-FFF2-40B4-BE49-F238E27FC236}">
                  <a16:creationId xmlns:a16="http://schemas.microsoft.com/office/drawing/2014/main" id="{0D3A44CB-D6AE-4B91-A895-D2BD30EAF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911"/>
              <a:ext cx="62" cy="59"/>
            </a:xfrm>
            <a:custGeom>
              <a:avLst/>
              <a:gdLst>
                <a:gd name="T0" fmla="*/ 8 w 31"/>
                <a:gd name="T1" fmla="*/ 133 h 28"/>
                <a:gd name="T2" fmla="*/ 200 w 31"/>
                <a:gd name="T3" fmla="*/ 213 h 28"/>
                <a:gd name="T4" fmla="*/ 152 w 31"/>
                <a:gd name="T5" fmla="*/ 17 h 28"/>
                <a:gd name="T6" fmla="*/ 8 w 31"/>
                <a:gd name="T7" fmla="*/ 13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8">
                  <a:moveTo>
                    <a:pt x="1" y="14"/>
                  </a:moveTo>
                  <a:cubicBezTo>
                    <a:pt x="3" y="25"/>
                    <a:pt x="18" y="28"/>
                    <a:pt x="25" y="23"/>
                  </a:cubicBezTo>
                  <a:cubicBezTo>
                    <a:pt x="31" y="17"/>
                    <a:pt x="28" y="3"/>
                    <a:pt x="19" y="2"/>
                  </a:cubicBezTo>
                  <a:cubicBezTo>
                    <a:pt x="5" y="0"/>
                    <a:pt x="0" y="7"/>
                    <a:pt x="1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96" name="Freeform 587">
              <a:extLst>
                <a:ext uri="{FF2B5EF4-FFF2-40B4-BE49-F238E27FC236}">
                  <a16:creationId xmlns:a16="http://schemas.microsoft.com/office/drawing/2014/main" id="{D468F9C0-04D3-4977-8CB4-BBB8ECF8F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919"/>
              <a:ext cx="52" cy="49"/>
            </a:xfrm>
            <a:custGeom>
              <a:avLst/>
              <a:gdLst>
                <a:gd name="T0" fmla="*/ 152 w 26"/>
                <a:gd name="T1" fmla="*/ 0 h 23"/>
                <a:gd name="T2" fmla="*/ 152 w 26"/>
                <a:gd name="T3" fmla="*/ 164 h 23"/>
                <a:gd name="T4" fmla="*/ 0 w 26"/>
                <a:gd name="T5" fmla="*/ 153 h 23"/>
                <a:gd name="T6" fmla="*/ 168 w 26"/>
                <a:gd name="T7" fmla="*/ 181 h 23"/>
                <a:gd name="T8" fmla="*/ 152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19" y="0"/>
                  </a:moveTo>
                  <a:cubicBezTo>
                    <a:pt x="23" y="4"/>
                    <a:pt x="23" y="13"/>
                    <a:pt x="19" y="17"/>
                  </a:cubicBezTo>
                  <a:cubicBezTo>
                    <a:pt x="14" y="21"/>
                    <a:pt x="6" y="20"/>
                    <a:pt x="0" y="16"/>
                  </a:cubicBezTo>
                  <a:cubicBezTo>
                    <a:pt x="6" y="22"/>
                    <a:pt x="16" y="23"/>
                    <a:pt x="21" y="19"/>
                  </a:cubicBezTo>
                  <a:cubicBezTo>
                    <a:pt x="26" y="14"/>
                    <a:pt x="25" y="4"/>
                    <a:pt x="1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97" name="Freeform 588">
              <a:extLst>
                <a:ext uri="{FF2B5EF4-FFF2-40B4-BE49-F238E27FC236}">
                  <a16:creationId xmlns:a16="http://schemas.microsoft.com/office/drawing/2014/main" id="{5E1696C2-0E82-4F7E-9821-A8045DD38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915"/>
              <a:ext cx="24" cy="17"/>
            </a:xfrm>
            <a:custGeom>
              <a:avLst/>
              <a:gdLst>
                <a:gd name="T0" fmla="*/ 96 w 12"/>
                <a:gd name="T1" fmla="*/ 0 h 8"/>
                <a:gd name="T2" fmla="*/ 0 w 12"/>
                <a:gd name="T3" fmla="*/ 77 h 8"/>
                <a:gd name="T4" fmla="*/ 96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6" y="0"/>
                    <a:pt x="1" y="3"/>
                    <a:pt x="0" y="8"/>
                  </a:cubicBezTo>
                  <a:cubicBezTo>
                    <a:pt x="3" y="5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98" name="Freeform 589">
              <a:extLst>
                <a:ext uri="{FF2B5EF4-FFF2-40B4-BE49-F238E27FC236}">
                  <a16:creationId xmlns:a16="http://schemas.microsoft.com/office/drawing/2014/main" id="{FE7775BD-1CAA-45C5-BED3-502C29765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932"/>
              <a:ext cx="38" cy="38"/>
            </a:xfrm>
            <a:custGeom>
              <a:avLst/>
              <a:gdLst>
                <a:gd name="T0" fmla="*/ 128 w 19"/>
                <a:gd name="T1" fmla="*/ 0 h 18"/>
                <a:gd name="T2" fmla="*/ 0 w 19"/>
                <a:gd name="T3" fmla="*/ 144 h 18"/>
                <a:gd name="T4" fmla="*/ 128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6" y="0"/>
                  </a:moveTo>
                  <a:cubicBezTo>
                    <a:pt x="17" y="6"/>
                    <a:pt x="16" y="18"/>
                    <a:pt x="0" y="15"/>
                  </a:cubicBezTo>
                  <a:cubicBezTo>
                    <a:pt x="7" y="17"/>
                    <a:pt x="19" y="17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099" name="Freeform 590">
              <a:extLst>
                <a:ext uri="{FF2B5EF4-FFF2-40B4-BE49-F238E27FC236}">
                  <a16:creationId xmlns:a16="http://schemas.microsoft.com/office/drawing/2014/main" id="{DAB9E3CB-3CE8-48B3-BE21-D5193D69E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92"/>
              <a:ext cx="106" cy="115"/>
            </a:xfrm>
            <a:custGeom>
              <a:avLst/>
              <a:gdLst>
                <a:gd name="T0" fmla="*/ 352 w 53"/>
                <a:gd name="T1" fmla="*/ 341 h 54"/>
                <a:gd name="T2" fmla="*/ 264 w 53"/>
                <a:gd name="T3" fmla="*/ 49 h 54"/>
                <a:gd name="T4" fmla="*/ 24 w 53"/>
                <a:gd name="T5" fmla="*/ 204 h 54"/>
                <a:gd name="T6" fmla="*/ 352 w 53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4" y="35"/>
                  </a:moveTo>
                  <a:cubicBezTo>
                    <a:pt x="53" y="24"/>
                    <a:pt x="47" y="10"/>
                    <a:pt x="33" y="5"/>
                  </a:cubicBezTo>
                  <a:cubicBezTo>
                    <a:pt x="18" y="0"/>
                    <a:pt x="5" y="6"/>
                    <a:pt x="3" y="21"/>
                  </a:cubicBezTo>
                  <a:cubicBezTo>
                    <a:pt x="0" y="36"/>
                    <a:pt x="31" y="54"/>
                    <a:pt x="44" y="35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00" name="Freeform 591">
              <a:extLst>
                <a:ext uri="{FF2B5EF4-FFF2-40B4-BE49-F238E27FC236}">
                  <a16:creationId xmlns:a16="http://schemas.microsoft.com/office/drawing/2014/main" id="{2685C6E1-0C5D-4413-9FE9-B9A0C2D4D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915"/>
              <a:ext cx="56" cy="51"/>
            </a:xfrm>
            <a:custGeom>
              <a:avLst/>
              <a:gdLst>
                <a:gd name="T0" fmla="*/ 144 w 28"/>
                <a:gd name="T1" fmla="*/ 0 h 24"/>
                <a:gd name="T2" fmla="*/ 208 w 28"/>
                <a:gd name="T3" fmla="*/ 77 h 24"/>
                <a:gd name="T4" fmla="*/ 184 w 28"/>
                <a:gd name="T5" fmla="*/ 193 h 24"/>
                <a:gd name="T6" fmla="*/ 80 w 28"/>
                <a:gd name="T7" fmla="*/ 213 h 24"/>
                <a:gd name="T8" fmla="*/ 0 w 28"/>
                <a:gd name="T9" fmla="*/ 117 h 24"/>
                <a:gd name="T10" fmla="*/ 0 w 28"/>
                <a:gd name="T11" fmla="*/ 117 h 24"/>
                <a:gd name="T12" fmla="*/ 80 w 28"/>
                <a:gd name="T13" fmla="*/ 213 h 24"/>
                <a:gd name="T14" fmla="*/ 192 w 28"/>
                <a:gd name="T15" fmla="*/ 204 h 24"/>
                <a:gd name="T16" fmla="*/ 216 w 28"/>
                <a:gd name="T17" fmla="*/ 77 h 24"/>
                <a:gd name="T18" fmla="*/ 144 w 28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18" y="0"/>
                  </a:moveTo>
                  <a:cubicBezTo>
                    <a:pt x="22" y="1"/>
                    <a:pt x="25" y="4"/>
                    <a:pt x="26" y="8"/>
                  </a:cubicBezTo>
                  <a:cubicBezTo>
                    <a:pt x="28" y="13"/>
                    <a:pt x="27" y="18"/>
                    <a:pt x="23" y="20"/>
                  </a:cubicBezTo>
                  <a:cubicBezTo>
                    <a:pt x="20" y="23"/>
                    <a:pt x="15" y="24"/>
                    <a:pt x="10" y="22"/>
                  </a:cubicBezTo>
                  <a:cubicBezTo>
                    <a:pt x="5" y="20"/>
                    <a:pt x="1" y="17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5" y="21"/>
                    <a:pt x="10" y="22"/>
                  </a:cubicBezTo>
                  <a:cubicBezTo>
                    <a:pt x="15" y="24"/>
                    <a:pt x="20" y="23"/>
                    <a:pt x="24" y="21"/>
                  </a:cubicBezTo>
                  <a:cubicBezTo>
                    <a:pt x="27" y="18"/>
                    <a:pt x="28" y="13"/>
                    <a:pt x="27" y="8"/>
                  </a:cubicBezTo>
                  <a:cubicBezTo>
                    <a:pt x="25" y="3"/>
                    <a:pt x="22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01" name="Freeform 592">
              <a:extLst>
                <a:ext uri="{FF2B5EF4-FFF2-40B4-BE49-F238E27FC236}">
                  <a16:creationId xmlns:a16="http://schemas.microsoft.com/office/drawing/2014/main" id="{23ECE9A8-A6BB-4F2B-B61B-4F687189F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028"/>
              <a:ext cx="106" cy="98"/>
            </a:xfrm>
            <a:custGeom>
              <a:avLst/>
              <a:gdLst>
                <a:gd name="T0" fmla="*/ 352 w 53"/>
                <a:gd name="T1" fmla="*/ 281 h 46"/>
                <a:gd name="T2" fmla="*/ 264 w 53"/>
                <a:gd name="T3" fmla="*/ 40 h 46"/>
                <a:gd name="T4" fmla="*/ 24 w 53"/>
                <a:gd name="T5" fmla="*/ 173 h 46"/>
                <a:gd name="T6" fmla="*/ 352 w 53"/>
                <a:gd name="T7" fmla="*/ 28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6">
                  <a:moveTo>
                    <a:pt x="44" y="29"/>
                  </a:moveTo>
                  <a:cubicBezTo>
                    <a:pt x="53" y="20"/>
                    <a:pt x="48" y="8"/>
                    <a:pt x="33" y="4"/>
                  </a:cubicBezTo>
                  <a:cubicBezTo>
                    <a:pt x="18" y="0"/>
                    <a:pt x="5" y="5"/>
                    <a:pt x="3" y="18"/>
                  </a:cubicBezTo>
                  <a:cubicBezTo>
                    <a:pt x="0" y="31"/>
                    <a:pt x="31" y="46"/>
                    <a:pt x="44" y="2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02" name="Freeform 593">
              <a:extLst>
                <a:ext uri="{FF2B5EF4-FFF2-40B4-BE49-F238E27FC236}">
                  <a16:creationId xmlns:a16="http://schemas.microsoft.com/office/drawing/2014/main" id="{6DF703AA-F5DB-4709-9B47-ED38B1E5E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045"/>
              <a:ext cx="78" cy="66"/>
            </a:xfrm>
            <a:custGeom>
              <a:avLst/>
              <a:gdLst>
                <a:gd name="T0" fmla="*/ 224 w 39"/>
                <a:gd name="T1" fmla="*/ 0 h 31"/>
                <a:gd name="T2" fmla="*/ 248 w 39"/>
                <a:gd name="T3" fmla="*/ 196 h 31"/>
                <a:gd name="T4" fmla="*/ 0 w 39"/>
                <a:gd name="T5" fmla="*/ 213 h 31"/>
                <a:gd name="T6" fmla="*/ 256 w 39"/>
                <a:gd name="T7" fmla="*/ 204 h 31"/>
                <a:gd name="T8" fmla="*/ 224 w 3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1">
                  <a:moveTo>
                    <a:pt x="28" y="0"/>
                  </a:moveTo>
                  <a:cubicBezTo>
                    <a:pt x="35" y="5"/>
                    <a:pt x="37" y="13"/>
                    <a:pt x="31" y="20"/>
                  </a:cubicBezTo>
                  <a:cubicBezTo>
                    <a:pt x="23" y="29"/>
                    <a:pt x="9" y="28"/>
                    <a:pt x="0" y="22"/>
                  </a:cubicBezTo>
                  <a:cubicBezTo>
                    <a:pt x="9" y="28"/>
                    <a:pt x="24" y="31"/>
                    <a:pt x="32" y="21"/>
                  </a:cubicBezTo>
                  <a:cubicBezTo>
                    <a:pt x="39" y="14"/>
                    <a:pt x="37" y="5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03" name="Freeform 594">
              <a:extLst>
                <a:ext uri="{FF2B5EF4-FFF2-40B4-BE49-F238E27FC236}">
                  <a16:creationId xmlns:a16="http://schemas.microsoft.com/office/drawing/2014/main" id="{36381907-8D28-47EF-8B09-3DDB67626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3032"/>
              <a:ext cx="56" cy="64"/>
            </a:xfrm>
            <a:custGeom>
              <a:avLst/>
              <a:gdLst>
                <a:gd name="T0" fmla="*/ 72 w 28"/>
                <a:gd name="T1" fmla="*/ 282 h 30"/>
                <a:gd name="T2" fmla="*/ 16 w 28"/>
                <a:gd name="T3" fmla="*/ 156 h 30"/>
                <a:gd name="T4" fmla="*/ 208 w 28"/>
                <a:gd name="T5" fmla="*/ 19 h 30"/>
                <a:gd name="T6" fmla="*/ 208 w 28"/>
                <a:gd name="T7" fmla="*/ 19 h 30"/>
                <a:gd name="T8" fmla="*/ 8 w 28"/>
                <a:gd name="T9" fmla="*/ 156 h 30"/>
                <a:gd name="T10" fmla="*/ 72 w 28"/>
                <a:gd name="T11" fmla="*/ 282 h 30"/>
                <a:gd name="T12" fmla="*/ 72 w 28"/>
                <a:gd name="T13" fmla="*/ 28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9" y="29"/>
                  </a:moveTo>
                  <a:cubicBezTo>
                    <a:pt x="4" y="25"/>
                    <a:pt x="2" y="21"/>
                    <a:pt x="2" y="16"/>
                  </a:cubicBezTo>
                  <a:cubicBezTo>
                    <a:pt x="4" y="6"/>
                    <a:pt x="15" y="1"/>
                    <a:pt x="26" y="2"/>
                  </a:cubicBezTo>
                  <a:cubicBezTo>
                    <a:pt x="28" y="3"/>
                    <a:pt x="27" y="3"/>
                    <a:pt x="26" y="2"/>
                  </a:cubicBezTo>
                  <a:cubicBezTo>
                    <a:pt x="14" y="0"/>
                    <a:pt x="3" y="4"/>
                    <a:pt x="1" y="16"/>
                  </a:cubicBezTo>
                  <a:cubicBezTo>
                    <a:pt x="0" y="20"/>
                    <a:pt x="3" y="25"/>
                    <a:pt x="9" y="29"/>
                  </a:cubicBezTo>
                  <a:cubicBezTo>
                    <a:pt x="11" y="30"/>
                    <a:pt x="10" y="30"/>
                    <a:pt x="9" y="2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04" name="Freeform 595">
              <a:extLst>
                <a:ext uri="{FF2B5EF4-FFF2-40B4-BE49-F238E27FC236}">
                  <a16:creationId xmlns:a16="http://schemas.microsoft.com/office/drawing/2014/main" id="{9101D598-E996-446E-87CD-E63EB22D1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043"/>
              <a:ext cx="62" cy="51"/>
            </a:xfrm>
            <a:custGeom>
              <a:avLst/>
              <a:gdLst>
                <a:gd name="T0" fmla="*/ 8 w 31"/>
                <a:gd name="T1" fmla="*/ 117 h 24"/>
                <a:gd name="T2" fmla="*/ 200 w 31"/>
                <a:gd name="T3" fmla="*/ 193 h 24"/>
                <a:gd name="T4" fmla="*/ 152 w 31"/>
                <a:gd name="T5" fmla="*/ 19 h 24"/>
                <a:gd name="T6" fmla="*/ 8 w 31"/>
                <a:gd name="T7" fmla="*/ 11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4">
                  <a:moveTo>
                    <a:pt x="1" y="12"/>
                  </a:moveTo>
                  <a:cubicBezTo>
                    <a:pt x="4" y="21"/>
                    <a:pt x="18" y="24"/>
                    <a:pt x="25" y="20"/>
                  </a:cubicBezTo>
                  <a:cubicBezTo>
                    <a:pt x="31" y="15"/>
                    <a:pt x="28" y="3"/>
                    <a:pt x="19" y="2"/>
                  </a:cubicBezTo>
                  <a:cubicBezTo>
                    <a:pt x="6" y="0"/>
                    <a:pt x="0" y="6"/>
                    <a:pt x="1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05" name="Freeform 596">
              <a:extLst>
                <a:ext uri="{FF2B5EF4-FFF2-40B4-BE49-F238E27FC236}">
                  <a16:creationId xmlns:a16="http://schemas.microsoft.com/office/drawing/2014/main" id="{FDEDBC1C-940E-4B21-92CF-9CF4C9D95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3051"/>
              <a:ext cx="50" cy="41"/>
            </a:xfrm>
            <a:custGeom>
              <a:avLst/>
              <a:gdLst>
                <a:gd name="T0" fmla="*/ 144 w 25"/>
                <a:gd name="T1" fmla="*/ 0 h 19"/>
                <a:gd name="T2" fmla="*/ 144 w 25"/>
                <a:gd name="T3" fmla="*/ 140 h 19"/>
                <a:gd name="T4" fmla="*/ 0 w 25"/>
                <a:gd name="T5" fmla="*/ 140 h 19"/>
                <a:gd name="T6" fmla="*/ 160 w 25"/>
                <a:gd name="T7" fmla="*/ 164 h 19"/>
                <a:gd name="T8" fmla="*/ 144 w 25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18" y="0"/>
                  </a:moveTo>
                  <a:cubicBezTo>
                    <a:pt x="22" y="4"/>
                    <a:pt x="23" y="11"/>
                    <a:pt x="18" y="14"/>
                  </a:cubicBezTo>
                  <a:cubicBezTo>
                    <a:pt x="13" y="17"/>
                    <a:pt x="5" y="17"/>
                    <a:pt x="0" y="14"/>
                  </a:cubicBezTo>
                  <a:cubicBezTo>
                    <a:pt x="5" y="18"/>
                    <a:pt x="15" y="19"/>
                    <a:pt x="20" y="16"/>
                  </a:cubicBezTo>
                  <a:cubicBezTo>
                    <a:pt x="25" y="12"/>
                    <a:pt x="24" y="3"/>
                    <a:pt x="18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06" name="Freeform 597">
              <a:extLst>
                <a:ext uri="{FF2B5EF4-FFF2-40B4-BE49-F238E27FC236}">
                  <a16:creationId xmlns:a16="http://schemas.microsoft.com/office/drawing/2014/main" id="{CEBB714F-31A0-488E-8798-FD6C880EE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3047"/>
              <a:ext cx="24" cy="15"/>
            </a:xfrm>
            <a:custGeom>
              <a:avLst/>
              <a:gdLst>
                <a:gd name="T0" fmla="*/ 96 w 12"/>
                <a:gd name="T1" fmla="*/ 0 h 7"/>
                <a:gd name="T2" fmla="*/ 0 w 12"/>
                <a:gd name="T3" fmla="*/ 69 h 7"/>
                <a:gd name="T4" fmla="*/ 96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7" y="0"/>
                    <a:pt x="1" y="2"/>
                    <a:pt x="0" y="7"/>
                  </a:cubicBezTo>
                  <a:cubicBezTo>
                    <a:pt x="3" y="4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07" name="Freeform 598">
              <a:extLst>
                <a:ext uri="{FF2B5EF4-FFF2-40B4-BE49-F238E27FC236}">
                  <a16:creationId xmlns:a16="http://schemas.microsoft.com/office/drawing/2014/main" id="{D367D426-A120-4E94-9536-84951BEEC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062"/>
              <a:ext cx="38" cy="34"/>
            </a:xfrm>
            <a:custGeom>
              <a:avLst/>
              <a:gdLst>
                <a:gd name="T0" fmla="*/ 128 w 19"/>
                <a:gd name="T1" fmla="*/ 0 h 16"/>
                <a:gd name="T2" fmla="*/ 0 w 19"/>
                <a:gd name="T3" fmla="*/ 128 h 16"/>
                <a:gd name="T4" fmla="*/ 128 w 1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6" y="0"/>
                  </a:moveTo>
                  <a:cubicBezTo>
                    <a:pt x="17" y="5"/>
                    <a:pt x="17" y="16"/>
                    <a:pt x="0" y="13"/>
                  </a:cubicBezTo>
                  <a:cubicBezTo>
                    <a:pt x="8" y="14"/>
                    <a:pt x="19" y="15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08" name="Freeform 599">
              <a:extLst>
                <a:ext uri="{FF2B5EF4-FFF2-40B4-BE49-F238E27FC236}">
                  <a16:creationId xmlns:a16="http://schemas.microsoft.com/office/drawing/2014/main" id="{543085B6-66A7-4BD5-B53E-3011A2529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028"/>
              <a:ext cx="106" cy="98"/>
            </a:xfrm>
            <a:custGeom>
              <a:avLst/>
              <a:gdLst>
                <a:gd name="T0" fmla="*/ 352 w 53"/>
                <a:gd name="T1" fmla="*/ 281 h 46"/>
                <a:gd name="T2" fmla="*/ 264 w 53"/>
                <a:gd name="T3" fmla="*/ 40 h 46"/>
                <a:gd name="T4" fmla="*/ 24 w 53"/>
                <a:gd name="T5" fmla="*/ 173 h 46"/>
                <a:gd name="T6" fmla="*/ 352 w 53"/>
                <a:gd name="T7" fmla="*/ 28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6">
                  <a:moveTo>
                    <a:pt x="44" y="29"/>
                  </a:moveTo>
                  <a:cubicBezTo>
                    <a:pt x="53" y="20"/>
                    <a:pt x="48" y="8"/>
                    <a:pt x="33" y="4"/>
                  </a:cubicBezTo>
                  <a:cubicBezTo>
                    <a:pt x="18" y="0"/>
                    <a:pt x="5" y="5"/>
                    <a:pt x="3" y="18"/>
                  </a:cubicBezTo>
                  <a:cubicBezTo>
                    <a:pt x="0" y="31"/>
                    <a:pt x="31" y="46"/>
                    <a:pt x="44" y="29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09" name="Freeform 600">
              <a:extLst>
                <a:ext uri="{FF2B5EF4-FFF2-40B4-BE49-F238E27FC236}">
                  <a16:creationId xmlns:a16="http://schemas.microsoft.com/office/drawing/2014/main" id="{499739A1-5109-4B08-9930-D95A22729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3047"/>
              <a:ext cx="56" cy="45"/>
            </a:xfrm>
            <a:custGeom>
              <a:avLst/>
              <a:gdLst>
                <a:gd name="T0" fmla="*/ 144 w 28"/>
                <a:gd name="T1" fmla="*/ 0 h 21"/>
                <a:gd name="T2" fmla="*/ 208 w 28"/>
                <a:gd name="T3" fmla="*/ 69 h 21"/>
                <a:gd name="T4" fmla="*/ 192 w 28"/>
                <a:gd name="T5" fmla="*/ 165 h 21"/>
                <a:gd name="T6" fmla="*/ 80 w 28"/>
                <a:gd name="T7" fmla="*/ 189 h 21"/>
                <a:gd name="T8" fmla="*/ 0 w 28"/>
                <a:gd name="T9" fmla="*/ 96 h 21"/>
                <a:gd name="T10" fmla="*/ 0 w 28"/>
                <a:gd name="T11" fmla="*/ 96 h 21"/>
                <a:gd name="T12" fmla="*/ 80 w 28"/>
                <a:gd name="T13" fmla="*/ 189 h 21"/>
                <a:gd name="T14" fmla="*/ 192 w 28"/>
                <a:gd name="T15" fmla="*/ 180 h 21"/>
                <a:gd name="T16" fmla="*/ 216 w 28"/>
                <a:gd name="T17" fmla="*/ 69 h 21"/>
                <a:gd name="T18" fmla="*/ 144 w 28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1">
                  <a:moveTo>
                    <a:pt x="18" y="0"/>
                  </a:moveTo>
                  <a:cubicBezTo>
                    <a:pt x="22" y="1"/>
                    <a:pt x="25" y="3"/>
                    <a:pt x="26" y="7"/>
                  </a:cubicBezTo>
                  <a:cubicBezTo>
                    <a:pt x="28" y="11"/>
                    <a:pt x="27" y="15"/>
                    <a:pt x="24" y="17"/>
                  </a:cubicBezTo>
                  <a:cubicBezTo>
                    <a:pt x="20" y="20"/>
                    <a:pt x="15" y="20"/>
                    <a:pt x="10" y="19"/>
                  </a:cubicBezTo>
                  <a:cubicBezTo>
                    <a:pt x="5" y="17"/>
                    <a:pt x="1" y="1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4"/>
                    <a:pt x="5" y="18"/>
                    <a:pt x="10" y="19"/>
                  </a:cubicBezTo>
                  <a:cubicBezTo>
                    <a:pt x="15" y="21"/>
                    <a:pt x="21" y="20"/>
                    <a:pt x="24" y="18"/>
                  </a:cubicBezTo>
                  <a:cubicBezTo>
                    <a:pt x="27" y="15"/>
                    <a:pt x="28" y="11"/>
                    <a:pt x="27" y="7"/>
                  </a:cubicBezTo>
                  <a:cubicBezTo>
                    <a:pt x="25" y="3"/>
                    <a:pt x="22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10" name="Freeform 601">
              <a:extLst>
                <a:ext uri="{FF2B5EF4-FFF2-40B4-BE49-F238E27FC236}">
                  <a16:creationId xmlns:a16="http://schemas.microsoft.com/office/drawing/2014/main" id="{9F60475B-295A-42C0-A8FB-8A4BB9371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3100"/>
              <a:ext cx="90" cy="98"/>
            </a:xfrm>
            <a:custGeom>
              <a:avLst/>
              <a:gdLst>
                <a:gd name="T0" fmla="*/ 248 w 45"/>
                <a:gd name="T1" fmla="*/ 377 h 46"/>
                <a:gd name="T2" fmla="*/ 296 w 45"/>
                <a:gd name="T3" fmla="*/ 128 h 46"/>
                <a:gd name="T4" fmla="*/ 72 w 45"/>
                <a:gd name="T5" fmla="*/ 96 h 46"/>
                <a:gd name="T6" fmla="*/ 248 w 45"/>
                <a:gd name="T7" fmla="*/ 37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6">
                  <a:moveTo>
                    <a:pt x="31" y="39"/>
                  </a:moveTo>
                  <a:cubicBezTo>
                    <a:pt x="42" y="35"/>
                    <a:pt x="45" y="23"/>
                    <a:pt x="37" y="13"/>
                  </a:cubicBezTo>
                  <a:cubicBezTo>
                    <a:pt x="29" y="3"/>
                    <a:pt x="17" y="0"/>
                    <a:pt x="9" y="10"/>
                  </a:cubicBezTo>
                  <a:cubicBezTo>
                    <a:pt x="0" y="19"/>
                    <a:pt x="13" y="46"/>
                    <a:pt x="31" y="3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11" name="Freeform 602">
              <a:extLst>
                <a:ext uri="{FF2B5EF4-FFF2-40B4-BE49-F238E27FC236}">
                  <a16:creationId xmlns:a16="http://schemas.microsoft.com/office/drawing/2014/main" id="{3704B534-E6ED-4991-A503-FF9CAF087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141"/>
              <a:ext cx="68" cy="49"/>
            </a:xfrm>
            <a:custGeom>
              <a:avLst/>
              <a:gdLst>
                <a:gd name="T0" fmla="*/ 248 w 34"/>
                <a:gd name="T1" fmla="*/ 0 h 23"/>
                <a:gd name="T2" fmla="*/ 176 w 34"/>
                <a:gd name="T3" fmla="*/ 164 h 23"/>
                <a:gd name="T4" fmla="*/ 0 w 34"/>
                <a:gd name="T5" fmla="*/ 49 h 23"/>
                <a:gd name="T6" fmla="*/ 184 w 34"/>
                <a:gd name="T7" fmla="*/ 181 h 23"/>
                <a:gd name="T8" fmla="*/ 248 w 3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3">
                  <a:moveTo>
                    <a:pt x="31" y="0"/>
                  </a:moveTo>
                  <a:cubicBezTo>
                    <a:pt x="33" y="8"/>
                    <a:pt x="30" y="15"/>
                    <a:pt x="22" y="17"/>
                  </a:cubicBezTo>
                  <a:cubicBezTo>
                    <a:pt x="12" y="22"/>
                    <a:pt x="3" y="14"/>
                    <a:pt x="0" y="5"/>
                  </a:cubicBezTo>
                  <a:cubicBezTo>
                    <a:pt x="3" y="14"/>
                    <a:pt x="12" y="23"/>
                    <a:pt x="23" y="19"/>
                  </a:cubicBezTo>
                  <a:cubicBezTo>
                    <a:pt x="31" y="16"/>
                    <a:pt x="34" y="8"/>
                    <a:pt x="3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12" name="Freeform 603">
              <a:extLst>
                <a:ext uri="{FF2B5EF4-FFF2-40B4-BE49-F238E27FC236}">
                  <a16:creationId xmlns:a16="http://schemas.microsoft.com/office/drawing/2014/main" id="{EC78F29D-E4E2-433D-BC68-F33D1EC5B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104"/>
              <a:ext cx="58" cy="54"/>
            </a:xfrm>
            <a:custGeom>
              <a:avLst/>
              <a:gdLst>
                <a:gd name="T0" fmla="*/ 16 w 29"/>
                <a:gd name="T1" fmla="*/ 233 h 25"/>
                <a:gd name="T2" fmla="*/ 32 w 29"/>
                <a:gd name="T3" fmla="*/ 104 h 25"/>
                <a:gd name="T4" fmla="*/ 232 w 29"/>
                <a:gd name="T5" fmla="*/ 89 h 25"/>
                <a:gd name="T6" fmla="*/ 224 w 29"/>
                <a:gd name="T7" fmla="*/ 89 h 25"/>
                <a:gd name="T8" fmla="*/ 24 w 29"/>
                <a:gd name="T9" fmla="*/ 80 h 25"/>
                <a:gd name="T10" fmla="*/ 16 w 29"/>
                <a:gd name="T11" fmla="*/ 233 h 25"/>
                <a:gd name="T12" fmla="*/ 16 w 29"/>
                <a:gd name="T13" fmla="*/ 23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5">
                  <a:moveTo>
                    <a:pt x="2" y="23"/>
                  </a:moveTo>
                  <a:cubicBezTo>
                    <a:pt x="0" y="18"/>
                    <a:pt x="1" y="13"/>
                    <a:pt x="4" y="10"/>
                  </a:cubicBezTo>
                  <a:cubicBezTo>
                    <a:pt x="11" y="2"/>
                    <a:pt x="21" y="2"/>
                    <a:pt x="29" y="9"/>
                  </a:cubicBezTo>
                  <a:cubicBezTo>
                    <a:pt x="29" y="10"/>
                    <a:pt x="29" y="10"/>
                    <a:pt x="28" y="9"/>
                  </a:cubicBezTo>
                  <a:cubicBezTo>
                    <a:pt x="21" y="1"/>
                    <a:pt x="11" y="0"/>
                    <a:pt x="3" y="8"/>
                  </a:cubicBezTo>
                  <a:cubicBezTo>
                    <a:pt x="0" y="12"/>
                    <a:pt x="0" y="17"/>
                    <a:pt x="2" y="23"/>
                  </a:cubicBezTo>
                  <a:cubicBezTo>
                    <a:pt x="3" y="25"/>
                    <a:pt x="2" y="24"/>
                    <a:pt x="2" y="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13" name="Freeform 604">
              <a:extLst>
                <a:ext uri="{FF2B5EF4-FFF2-40B4-BE49-F238E27FC236}">
                  <a16:creationId xmlns:a16="http://schemas.microsoft.com/office/drawing/2014/main" id="{30C17282-9C86-4173-844E-EC38F5C2A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115"/>
              <a:ext cx="54" cy="53"/>
            </a:xfrm>
            <a:custGeom>
              <a:avLst/>
              <a:gdLst>
                <a:gd name="T0" fmla="*/ 24 w 27"/>
                <a:gd name="T1" fmla="*/ 76 h 25"/>
                <a:gd name="T2" fmla="*/ 120 w 27"/>
                <a:gd name="T3" fmla="*/ 237 h 25"/>
                <a:gd name="T4" fmla="*/ 168 w 27"/>
                <a:gd name="T5" fmla="*/ 76 h 25"/>
                <a:gd name="T6" fmla="*/ 24 w 27"/>
                <a:gd name="T7" fmla="*/ 7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3" y="8"/>
                  </a:moveTo>
                  <a:cubicBezTo>
                    <a:pt x="0" y="16"/>
                    <a:pt x="8" y="25"/>
                    <a:pt x="15" y="25"/>
                  </a:cubicBezTo>
                  <a:cubicBezTo>
                    <a:pt x="22" y="24"/>
                    <a:pt x="27" y="13"/>
                    <a:pt x="21" y="8"/>
                  </a:cubicBezTo>
                  <a:cubicBezTo>
                    <a:pt x="13" y="0"/>
                    <a:pt x="5" y="2"/>
                    <a:pt x="3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14" name="Freeform 605">
              <a:extLst>
                <a:ext uri="{FF2B5EF4-FFF2-40B4-BE49-F238E27FC236}">
                  <a16:creationId xmlns:a16="http://schemas.microsoft.com/office/drawing/2014/main" id="{9B1A1B95-EF47-444B-A909-1DA53A2DB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139"/>
              <a:ext cx="46" cy="29"/>
            </a:xfrm>
            <a:custGeom>
              <a:avLst/>
              <a:gdLst>
                <a:gd name="T0" fmla="*/ 168 w 23"/>
                <a:gd name="T1" fmla="*/ 0 h 14"/>
                <a:gd name="T2" fmla="*/ 104 w 23"/>
                <a:gd name="T3" fmla="*/ 108 h 14"/>
                <a:gd name="T4" fmla="*/ 0 w 23"/>
                <a:gd name="T5" fmla="*/ 25 h 14"/>
                <a:gd name="T6" fmla="*/ 104 w 23"/>
                <a:gd name="T7" fmla="*/ 124 h 14"/>
                <a:gd name="T8" fmla="*/ 168 w 2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1" y="0"/>
                  </a:moveTo>
                  <a:cubicBezTo>
                    <a:pt x="22" y="5"/>
                    <a:pt x="18" y="11"/>
                    <a:pt x="13" y="12"/>
                  </a:cubicBezTo>
                  <a:cubicBezTo>
                    <a:pt x="8" y="12"/>
                    <a:pt x="2" y="8"/>
                    <a:pt x="0" y="3"/>
                  </a:cubicBezTo>
                  <a:cubicBezTo>
                    <a:pt x="1" y="9"/>
                    <a:pt x="8" y="14"/>
                    <a:pt x="13" y="14"/>
                  </a:cubicBezTo>
                  <a:cubicBezTo>
                    <a:pt x="19" y="13"/>
                    <a:pt x="23" y="5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15" name="Freeform 606">
              <a:extLst>
                <a:ext uri="{FF2B5EF4-FFF2-40B4-BE49-F238E27FC236}">
                  <a16:creationId xmlns:a16="http://schemas.microsoft.com/office/drawing/2014/main" id="{D9B12A8E-A987-409B-AB8C-38CDA5A03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119"/>
              <a:ext cx="24" cy="7"/>
            </a:xfrm>
            <a:custGeom>
              <a:avLst/>
              <a:gdLst>
                <a:gd name="T0" fmla="*/ 96 w 12"/>
                <a:gd name="T1" fmla="*/ 37 h 3"/>
                <a:gd name="T2" fmla="*/ 0 w 12"/>
                <a:gd name="T3" fmla="*/ 37 h 3"/>
                <a:gd name="T4" fmla="*/ 96 w 12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3"/>
                  </a:moveTo>
                  <a:cubicBezTo>
                    <a:pt x="8" y="0"/>
                    <a:pt x="3" y="0"/>
                    <a:pt x="0" y="3"/>
                  </a:cubicBezTo>
                  <a:cubicBezTo>
                    <a:pt x="3" y="2"/>
                    <a:pt x="7" y="1"/>
                    <a:pt x="12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16" name="Freeform 607">
              <a:extLst>
                <a:ext uri="{FF2B5EF4-FFF2-40B4-BE49-F238E27FC236}">
                  <a16:creationId xmlns:a16="http://schemas.microsoft.com/office/drawing/2014/main" id="{52E0156D-B200-4D35-9499-18230E9F8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3153"/>
              <a:ext cx="36" cy="28"/>
            </a:xfrm>
            <a:custGeom>
              <a:avLst/>
              <a:gdLst>
                <a:gd name="T0" fmla="*/ 144 w 18"/>
                <a:gd name="T1" fmla="*/ 0 h 13"/>
                <a:gd name="T2" fmla="*/ 0 w 18"/>
                <a:gd name="T3" fmla="*/ 28 h 13"/>
                <a:gd name="T4" fmla="*/ 144 w 1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6" y="4"/>
                    <a:pt x="9" y="13"/>
                    <a:pt x="0" y="3"/>
                  </a:cubicBezTo>
                  <a:cubicBezTo>
                    <a:pt x="4" y="7"/>
                    <a:pt x="12" y="13"/>
                    <a:pt x="1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17" name="Freeform 608">
              <a:extLst>
                <a:ext uri="{FF2B5EF4-FFF2-40B4-BE49-F238E27FC236}">
                  <a16:creationId xmlns:a16="http://schemas.microsoft.com/office/drawing/2014/main" id="{91EDF3A6-11DF-4F0C-8B90-30F8A256A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3100"/>
              <a:ext cx="90" cy="98"/>
            </a:xfrm>
            <a:custGeom>
              <a:avLst/>
              <a:gdLst>
                <a:gd name="T0" fmla="*/ 248 w 45"/>
                <a:gd name="T1" fmla="*/ 377 h 46"/>
                <a:gd name="T2" fmla="*/ 296 w 45"/>
                <a:gd name="T3" fmla="*/ 128 h 46"/>
                <a:gd name="T4" fmla="*/ 72 w 45"/>
                <a:gd name="T5" fmla="*/ 96 h 46"/>
                <a:gd name="T6" fmla="*/ 248 w 45"/>
                <a:gd name="T7" fmla="*/ 37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6">
                  <a:moveTo>
                    <a:pt x="31" y="39"/>
                  </a:moveTo>
                  <a:cubicBezTo>
                    <a:pt x="42" y="35"/>
                    <a:pt x="45" y="23"/>
                    <a:pt x="37" y="13"/>
                  </a:cubicBezTo>
                  <a:cubicBezTo>
                    <a:pt x="29" y="3"/>
                    <a:pt x="17" y="0"/>
                    <a:pt x="9" y="10"/>
                  </a:cubicBezTo>
                  <a:cubicBezTo>
                    <a:pt x="0" y="19"/>
                    <a:pt x="13" y="46"/>
                    <a:pt x="31" y="39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18" name="Freeform 609">
              <a:extLst>
                <a:ext uri="{FF2B5EF4-FFF2-40B4-BE49-F238E27FC236}">
                  <a16:creationId xmlns:a16="http://schemas.microsoft.com/office/drawing/2014/main" id="{AA6BA916-95AE-4692-945E-3EB6A446F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132"/>
              <a:ext cx="44" cy="36"/>
            </a:xfrm>
            <a:custGeom>
              <a:avLst/>
              <a:gdLst>
                <a:gd name="T0" fmla="*/ 152 w 22"/>
                <a:gd name="T1" fmla="*/ 0 h 17"/>
                <a:gd name="T2" fmla="*/ 168 w 22"/>
                <a:gd name="T3" fmla="*/ 85 h 17"/>
                <a:gd name="T4" fmla="*/ 104 w 22"/>
                <a:gd name="T5" fmla="*/ 152 h 17"/>
                <a:gd name="T6" fmla="*/ 24 w 22"/>
                <a:gd name="T7" fmla="*/ 104 h 17"/>
                <a:gd name="T8" fmla="*/ 8 w 22"/>
                <a:gd name="T9" fmla="*/ 0 h 17"/>
                <a:gd name="T10" fmla="*/ 8 w 22"/>
                <a:gd name="T11" fmla="*/ 0 h 17"/>
                <a:gd name="T12" fmla="*/ 24 w 22"/>
                <a:gd name="T13" fmla="*/ 112 h 17"/>
                <a:gd name="T14" fmla="*/ 104 w 22"/>
                <a:gd name="T15" fmla="*/ 161 h 17"/>
                <a:gd name="T16" fmla="*/ 168 w 22"/>
                <a:gd name="T17" fmla="*/ 85 h 17"/>
                <a:gd name="T18" fmla="*/ 152 w 22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7">
                  <a:moveTo>
                    <a:pt x="19" y="0"/>
                  </a:moveTo>
                  <a:cubicBezTo>
                    <a:pt x="21" y="2"/>
                    <a:pt x="22" y="6"/>
                    <a:pt x="21" y="9"/>
                  </a:cubicBezTo>
                  <a:cubicBezTo>
                    <a:pt x="20" y="13"/>
                    <a:pt x="17" y="16"/>
                    <a:pt x="13" y="16"/>
                  </a:cubicBezTo>
                  <a:cubicBezTo>
                    <a:pt x="10" y="17"/>
                    <a:pt x="6" y="15"/>
                    <a:pt x="3" y="11"/>
                  </a:cubicBezTo>
                  <a:cubicBezTo>
                    <a:pt x="0" y="8"/>
                    <a:pt x="0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8"/>
                    <a:pt x="3" y="12"/>
                  </a:cubicBezTo>
                  <a:cubicBezTo>
                    <a:pt x="6" y="15"/>
                    <a:pt x="10" y="17"/>
                    <a:pt x="13" y="17"/>
                  </a:cubicBezTo>
                  <a:cubicBezTo>
                    <a:pt x="17" y="16"/>
                    <a:pt x="20" y="13"/>
                    <a:pt x="21" y="9"/>
                  </a:cubicBezTo>
                  <a:cubicBezTo>
                    <a:pt x="22" y="5"/>
                    <a:pt x="21" y="2"/>
                    <a:pt x="1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19" name="Freeform 610">
              <a:extLst>
                <a:ext uri="{FF2B5EF4-FFF2-40B4-BE49-F238E27FC236}">
                  <a16:creationId xmlns:a16="http://schemas.microsoft.com/office/drawing/2014/main" id="{C0D1E165-6670-4735-907E-067D9FEF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490"/>
              <a:ext cx="76" cy="76"/>
            </a:xfrm>
            <a:custGeom>
              <a:avLst/>
              <a:gdLst>
                <a:gd name="T0" fmla="*/ 224 w 38"/>
                <a:gd name="T1" fmla="*/ 57 h 36"/>
                <a:gd name="T2" fmla="*/ 128 w 38"/>
                <a:gd name="T3" fmla="*/ 8 h 36"/>
                <a:gd name="T4" fmla="*/ 40 w 38"/>
                <a:gd name="T5" fmla="*/ 57 h 36"/>
                <a:gd name="T6" fmla="*/ 128 w 38"/>
                <a:gd name="T7" fmla="*/ 304 h 36"/>
                <a:gd name="T8" fmla="*/ 304 w 38"/>
                <a:gd name="T9" fmla="*/ 217 h 36"/>
                <a:gd name="T10" fmla="*/ 224 w 38"/>
                <a:gd name="T11" fmla="*/ 5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6">
                  <a:moveTo>
                    <a:pt x="28" y="6"/>
                  </a:moveTo>
                  <a:cubicBezTo>
                    <a:pt x="24" y="3"/>
                    <a:pt x="21" y="0"/>
                    <a:pt x="16" y="1"/>
                  </a:cubicBezTo>
                  <a:cubicBezTo>
                    <a:pt x="12" y="1"/>
                    <a:pt x="8" y="3"/>
                    <a:pt x="5" y="6"/>
                  </a:cubicBezTo>
                  <a:cubicBezTo>
                    <a:pt x="0" y="14"/>
                    <a:pt x="5" y="27"/>
                    <a:pt x="16" y="32"/>
                  </a:cubicBezTo>
                  <a:cubicBezTo>
                    <a:pt x="27" y="36"/>
                    <a:pt x="37" y="30"/>
                    <a:pt x="38" y="23"/>
                  </a:cubicBezTo>
                  <a:cubicBezTo>
                    <a:pt x="38" y="16"/>
                    <a:pt x="36" y="13"/>
                    <a:pt x="28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20" name="Freeform 611">
              <a:extLst>
                <a:ext uri="{FF2B5EF4-FFF2-40B4-BE49-F238E27FC236}">
                  <a16:creationId xmlns:a16="http://schemas.microsoft.com/office/drawing/2014/main" id="{88ADDC0A-19F8-41D0-BF83-2099EFCF8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526"/>
              <a:ext cx="64" cy="40"/>
            </a:xfrm>
            <a:custGeom>
              <a:avLst/>
              <a:gdLst>
                <a:gd name="T0" fmla="*/ 256 w 32"/>
                <a:gd name="T1" fmla="*/ 57 h 19"/>
                <a:gd name="T2" fmla="*/ 248 w 32"/>
                <a:gd name="T3" fmla="*/ 0 h 19"/>
                <a:gd name="T4" fmla="*/ 248 w 32"/>
                <a:gd name="T5" fmla="*/ 36 h 19"/>
                <a:gd name="T6" fmla="*/ 88 w 32"/>
                <a:gd name="T7" fmla="*/ 120 h 19"/>
                <a:gd name="T8" fmla="*/ 0 w 32"/>
                <a:gd name="T9" fmla="*/ 17 h 19"/>
                <a:gd name="T10" fmla="*/ 88 w 32"/>
                <a:gd name="T11" fmla="*/ 128 h 19"/>
                <a:gd name="T12" fmla="*/ 256 w 32"/>
                <a:gd name="T13" fmla="*/ 5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9">
                  <a:moveTo>
                    <a:pt x="32" y="6"/>
                  </a:moveTo>
                  <a:cubicBezTo>
                    <a:pt x="32" y="3"/>
                    <a:pt x="32" y="1"/>
                    <a:pt x="31" y="0"/>
                  </a:cubicBezTo>
                  <a:cubicBezTo>
                    <a:pt x="31" y="1"/>
                    <a:pt x="31" y="2"/>
                    <a:pt x="31" y="4"/>
                  </a:cubicBezTo>
                  <a:cubicBezTo>
                    <a:pt x="31" y="11"/>
                    <a:pt x="22" y="18"/>
                    <a:pt x="11" y="13"/>
                  </a:cubicBezTo>
                  <a:cubicBezTo>
                    <a:pt x="6" y="11"/>
                    <a:pt x="2" y="7"/>
                    <a:pt x="0" y="2"/>
                  </a:cubicBezTo>
                  <a:cubicBezTo>
                    <a:pt x="1" y="7"/>
                    <a:pt x="6" y="12"/>
                    <a:pt x="11" y="14"/>
                  </a:cubicBezTo>
                  <a:cubicBezTo>
                    <a:pt x="22" y="19"/>
                    <a:pt x="31" y="13"/>
                    <a:pt x="3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21" name="Freeform 612">
              <a:extLst>
                <a:ext uri="{FF2B5EF4-FFF2-40B4-BE49-F238E27FC236}">
                  <a16:creationId xmlns:a16="http://schemas.microsoft.com/office/drawing/2014/main" id="{761C0286-0A11-41C2-9314-0D1AB45F5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492"/>
              <a:ext cx="64" cy="40"/>
            </a:xfrm>
            <a:custGeom>
              <a:avLst/>
              <a:gdLst>
                <a:gd name="T0" fmla="*/ 24 w 32"/>
                <a:gd name="T1" fmla="*/ 67 h 19"/>
                <a:gd name="T2" fmla="*/ 104 w 32"/>
                <a:gd name="T3" fmla="*/ 8 h 19"/>
                <a:gd name="T4" fmla="*/ 192 w 32"/>
                <a:gd name="T5" fmla="*/ 57 h 19"/>
                <a:gd name="T6" fmla="*/ 256 w 32"/>
                <a:gd name="T7" fmla="*/ 152 h 19"/>
                <a:gd name="T8" fmla="*/ 184 w 32"/>
                <a:gd name="T9" fmla="*/ 48 h 19"/>
                <a:gd name="T10" fmla="*/ 96 w 32"/>
                <a:gd name="T11" fmla="*/ 0 h 19"/>
                <a:gd name="T12" fmla="*/ 16 w 32"/>
                <a:gd name="T13" fmla="*/ 57 h 19"/>
                <a:gd name="T14" fmla="*/ 16 w 32"/>
                <a:gd name="T15" fmla="*/ 177 h 19"/>
                <a:gd name="T16" fmla="*/ 24 w 32"/>
                <a:gd name="T17" fmla="*/ 6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9">
                  <a:moveTo>
                    <a:pt x="3" y="7"/>
                  </a:moveTo>
                  <a:cubicBezTo>
                    <a:pt x="5" y="3"/>
                    <a:pt x="9" y="2"/>
                    <a:pt x="13" y="1"/>
                  </a:cubicBezTo>
                  <a:cubicBezTo>
                    <a:pt x="17" y="1"/>
                    <a:pt x="20" y="3"/>
                    <a:pt x="24" y="6"/>
                  </a:cubicBezTo>
                  <a:cubicBezTo>
                    <a:pt x="28" y="10"/>
                    <a:pt x="31" y="13"/>
                    <a:pt x="32" y="16"/>
                  </a:cubicBezTo>
                  <a:cubicBezTo>
                    <a:pt x="31" y="12"/>
                    <a:pt x="28" y="10"/>
                    <a:pt x="23" y="5"/>
                  </a:cubicBezTo>
                  <a:cubicBezTo>
                    <a:pt x="20" y="2"/>
                    <a:pt x="17" y="0"/>
                    <a:pt x="12" y="0"/>
                  </a:cubicBezTo>
                  <a:cubicBezTo>
                    <a:pt x="8" y="1"/>
                    <a:pt x="5" y="2"/>
                    <a:pt x="2" y="6"/>
                  </a:cubicBezTo>
                  <a:cubicBezTo>
                    <a:pt x="0" y="9"/>
                    <a:pt x="0" y="15"/>
                    <a:pt x="2" y="19"/>
                  </a:cubicBezTo>
                  <a:cubicBezTo>
                    <a:pt x="0" y="15"/>
                    <a:pt x="0" y="10"/>
                    <a:pt x="3" y="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22" name="Freeform 613">
              <a:extLst>
                <a:ext uri="{FF2B5EF4-FFF2-40B4-BE49-F238E27FC236}">
                  <a16:creationId xmlns:a16="http://schemas.microsoft.com/office/drawing/2014/main" id="{7EC5A51F-DA49-4E3E-9782-5DB73D393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502"/>
              <a:ext cx="48" cy="49"/>
            </a:xfrm>
            <a:custGeom>
              <a:avLst/>
              <a:gdLst>
                <a:gd name="T0" fmla="*/ 176 w 24"/>
                <a:gd name="T1" fmla="*/ 104 h 23"/>
                <a:gd name="T2" fmla="*/ 56 w 24"/>
                <a:gd name="T3" fmla="*/ 145 h 23"/>
                <a:gd name="T4" fmla="*/ 64 w 24"/>
                <a:gd name="T5" fmla="*/ 19 h 23"/>
                <a:gd name="T6" fmla="*/ 176 w 24"/>
                <a:gd name="T7" fmla="*/ 10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22" y="11"/>
                  </a:moveTo>
                  <a:cubicBezTo>
                    <a:pt x="24" y="20"/>
                    <a:pt x="14" y="23"/>
                    <a:pt x="7" y="15"/>
                  </a:cubicBezTo>
                  <a:cubicBezTo>
                    <a:pt x="0" y="8"/>
                    <a:pt x="4" y="2"/>
                    <a:pt x="8" y="2"/>
                  </a:cubicBezTo>
                  <a:cubicBezTo>
                    <a:pt x="12" y="0"/>
                    <a:pt x="20" y="6"/>
                    <a:pt x="22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23" name="Freeform 614">
              <a:extLst>
                <a:ext uri="{FF2B5EF4-FFF2-40B4-BE49-F238E27FC236}">
                  <a16:creationId xmlns:a16="http://schemas.microsoft.com/office/drawing/2014/main" id="{38B722F9-0A09-4134-8EE3-7E0EAFD5D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511"/>
              <a:ext cx="40" cy="36"/>
            </a:xfrm>
            <a:custGeom>
              <a:avLst/>
              <a:gdLst>
                <a:gd name="T0" fmla="*/ 160 w 20"/>
                <a:gd name="T1" fmla="*/ 112 h 17"/>
                <a:gd name="T2" fmla="*/ 48 w 20"/>
                <a:gd name="T3" fmla="*/ 93 h 17"/>
                <a:gd name="T4" fmla="*/ 16 w 20"/>
                <a:gd name="T5" fmla="*/ 0 h 17"/>
                <a:gd name="T6" fmla="*/ 40 w 20"/>
                <a:gd name="T7" fmla="*/ 104 h 17"/>
                <a:gd name="T8" fmla="*/ 160 w 20"/>
                <a:gd name="T9" fmla="*/ 11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0" y="12"/>
                  </a:moveTo>
                  <a:cubicBezTo>
                    <a:pt x="17" y="15"/>
                    <a:pt x="11" y="15"/>
                    <a:pt x="6" y="10"/>
                  </a:cubicBezTo>
                  <a:cubicBezTo>
                    <a:pt x="2" y="6"/>
                    <a:pt x="1" y="3"/>
                    <a:pt x="2" y="0"/>
                  </a:cubicBezTo>
                  <a:cubicBezTo>
                    <a:pt x="1" y="3"/>
                    <a:pt x="0" y="7"/>
                    <a:pt x="5" y="11"/>
                  </a:cubicBezTo>
                  <a:cubicBezTo>
                    <a:pt x="11" y="17"/>
                    <a:pt x="18" y="16"/>
                    <a:pt x="20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24" name="Freeform 615">
              <a:extLst>
                <a:ext uri="{FF2B5EF4-FFF2-40B4-BE49-F238E27FC236}">
                  <a16:creationId xmlns:a16="http://schemas.microsoft.com/office/drawing/2014/main" id="{5B46C240-947B-4B39-92DE-A40B1C120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507"/>
              <a:ext cx="18" cy="12"/>
            </a:xfrm>
            <a:custGeom>
              <a:avLst/>
              <a:gdLst>
                <a:gd name="T0" fmla="*/ 72 w 9"/>
                <a:gd name="T1" fmla="*/ 48 h 6"/>
                <a:gd name="T2" fmla="*/ 0 w 9"/>
                <a:gd name="T3" fmla="*/ 0 h 6"/>
                <a:gd name="T4" fmla="*/ 72 w 9"/>
                <a:gd name="T5" fmla="*/ 4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7" y="3"/>
                    <a:pt x="2" y="0"/>
                    <a:pt x="0" y="0"/>
                  </a:cubicBezTo>
                  <a:cubicBezTo>
                    <a:pt x="2" y="1"/>
                    <a:pt x="7" y="3"/>
                    <a:pt x="9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25" name="Freeform 616">
              <a:extLst>
                <a:ext uri="{FF2B5EF4-FFF2-40B4-BE49-F238E27FC236}">
                  <a16:creationId xmlns:a16="http://schemas.microsoft.com/office/drawing/2014/main" id="{0A483BF5-E818-4FC3-A42C-9286FA8FA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524"/>
              <a:ext cx="30" cy="25"/>
            </a:xfrm>
            <a:custGeom>
              <a:avLst/>
              <a:gdLst>
                <a:gd name="T0" fmla="*/ 0 w 15"/>
                <a:gd name="T1" fmla="*/ 0 h 12"/>
                <a:gd name="T2" fmla="*/ 120 w 15"/>
                <a:gd name="T3" fmla="*/ 83 h 12"/>
                <a:gd name="T4" fmla="*/ 0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1" y="3"/>
                    <a:pt x="8" y="12"/>
                    <a:pt x="15" y="9"/>
                  </a:cubicBezTo>
                  <a:cubicBezTo>
                    <a:pt x="12" y="11"/>
                    <a:pt x="3" y="10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26" name="Freeform 617">
              <a:extLst>
                <a:ext uri="{FF2B5EF4-FFF2-40B4-BE49-F238E27FC236}">
                  <a16:creationId xmlns:a16="http://schemas.microsoft.com/office/drawing/2014/main" id="{75540F39-D295-447A-ACF4-2CF5A8509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490"/>
              <a:ext cx="76" cy="76"/>
            </a:xfrm>
            <a:custGeom>
              <a:avLst/>
              <a:gdLst>
                <a:gd name="T0" fmla="*/ 224 w 38"/>
                <a:gd name="T1" fmla="*/ 57 h 36"/>
                <a:gd name="T2" fmla="*/ 128 w 38"/>
                <a:gd name="T3" fmla="*/ 8 h 36"/>
                <a:gd name="T4" fmla="*/ 40 w 38"/>
                <a:gd name="T5" fmla="*/ 57 h 36"/>
                <a:gd name="T6" fmla="*/ 128 w 38"/>
                <a:gd name="T7" fmla="*/ 304 h 36"/>
                <a:gd name="T8" fmla="*/ 304 w 38"/>
                <a:gd name="T9" fmla="*/ 217 h 36"/>
                <a:gd name="T10" fmla="*/ 224 w 38"/>
                <a:gd name="T11" fmla="*/ 5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6">
                  <a:moveTo>
                    <a:pt x="28" y="6"/>
                  </a:moveTo>
                  <a:cubicBezTo>
                    <a:pt x="24" y="3"/>
                    <a:pt x="21" y="0"/>
                    <a:pt x="16" y="1"/>
                  </a:cubicBezTo>
                  <a:cubicBezTo>
                    <a:pt x="12" y="1"/>
                    <a:pt x="8" y="3"/>
                    <a:pt x="5" y="6"/>
                  </a:cubicBezTo>
                  <a:cubicBezTo>
                    <a:pt x="0" y="14"/>
                    <a:pt x="5" y="27"/>
                    <a:pt x="16" y="32"/>
                  </a:cubicBezTo>
                  <a:cubicBezTo>
                    <a:pt x="27" y="36"/>
                    <a:pt x="37" y="30"/>
                    <a:pt x="38" y="23"/>
                  </a:cubicBezTo>
                  <a:cubicBezTo>
                    <a:pt x="38" y="16"/>
                    <a:pt x="36" y="13"/>
                    <a:pt x="28" y="6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27" name="Freeform 618">
              <a:extLst>
                <a:ext uri="{FF2B5EF4-FFF2-40B4-BE49-F238E27FC236}">
                  <a16:creationId xmlns:a16="http://schemas.microsoft.com/office/drawing/2014/main" id="{B0172622-B94F-4017-8259-DDDDC8CCB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507"/>
              <a:ext cx="38" cy="38"/>
            </a:xfrm>
            <a:custGeom>
              <a:avLst/>
              <a:gdLst>
                <a:gd name="T0" fmla="*/ 152 w 19"/>
                <a:gd name="T1" fmla="*/ 84 h 18"/>
                <a:gd name="T2" fmla="*/ 128 w 19"/>
                <a:gd name="T3" fmla="*/ 152 h 18"/>
                <a:gd name="T4" fmla="*/ 32 w 19"/>
                <a:gd name="T5" fmla="*/ 120 h 18"/>
                <a:gd name="T6" fmla="*/ 8 w 19"/>
                <a:gd name="T7" fmla="*/ 36 h 18"/>
                <a:gd name="T8" fmla="*/ 40 w 19"/>
                <a:gd name="T9" fmla="*/ 0 h 18"/>
                <a:gd name="T10" fmla="*/ 40 w 19"/>
                <a:gd name="T11" fmla="*/ 0 h 18"/>
                <a:gd name="T12" fmla="*/ 0 w 19"/>
                <a:gd name="T13" fmla="*/ 36 h 18"/>
                <a:gd name="T14" fmla="*/ 32 w 19"/>
                <a:gd name="T15" fmla="*/ 120 h 18"/>
                <a:gd name="T16" fmla="*/ 128 w 19"/>
                <a:gd name="T17" fmla="*/ 160 h 18"/>
                <a:gd name="T18" fmla="*/ 152 w 19"/>
                <a:gd name="T19" fmla="*/ 84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8">
                  <a:moveTo>
                    <a:pt x="19" y="9"/>
                  </a:moveTo>
                  <a:cubicBezTo>
                    <a:pt x="19" y="12"/>
                    <a:pt x="19" y="15"/>
                    <a:pt x="16" y="16"/>
                  </a:cubicBezTo>
                  <a:cubicBezTo>
                    <a:pt x="14" y="18"/>
                    <a:pt x="9" y="18"/>
                    <a:pt x="4" y="13"/>
                  </a:cubicBezTo>
                  <a:cubicBezTo>
                    <a:pt x="0" y="9"/>
                    <a:pt x="0" y="6"/>
                    <a:pt x="1" y="4"/>
                  </a:cubicBezTo>
                  <a:cubicBezTo>
                    <a:pt x="1" y="2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4"/>
                  </a:cubicBezTo>
                  <a:cubicBezTo>
                    <a:pt x="0" y="6"/>
                    <a:pt x="0" y="9"/>
                    <a:pt x="4" y="13"/>
                  </a:cubicBezTo>
                  <a:cubicBezTo>
                    <a:pt x="9" y="18"/>
                    <a:pt x="14" y="18"/>
                    <a:pt x="16" y="17"/>
                  </a:cubicBezTo>
                  <a:cubicBezTo>
                    <a:pt x="19" y="15"/>
                    <a:pt x="19" y="12"/>
                    <a:pt x="1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28" name="Freeform 619">
              <a:extLst>
                <a:ext uri="{FF2B5EF4-FFF2-40B4-BE49-F238E27FC236}">
                  <a16:creationId xmlns:a16="http://schemas.microsoft.com/office/drawing/2014/main" id="{3A090F0C-6390-4BE7-B55D-E4C026ABF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3049"/>
              <a:ext cx="106" cy="77"/>
            </a:xfrm>
            <a:custGeom>
              <a:avLst/>
              <a:gdLst>
                <a:gd name="T0" fmla="*/ 152 w 53"/>
                <a:gd name="T1" fmla="*/ 9 h 36"/>
                <a:gd name="T2" fmla="*/ 72 w 53"/>
                <a:gd name="T3" fmla="*/ 60 h 36"/>
                <a:gd name="T4" fmla="*/ 176 w 53"/>
                <a:gd name="T5" fmla="*/ 310 h 36"/>
                <a:gd name="T6" fmla="*/ 408 w 53"/>
                <a:gd name="T7" fmla="*/ 225 h 36"/>
                <a:gd name="T8" fmla="*/ 368 w 53"/>
                <a:gd name="T9" fmla="*/ 68 h 36"/>
                <a:gd name="T10" fmla="*/ 248 w 53"/>
                <a:gd name="T11" fmla="*/ 28 h 36"/>
                <a:gd name="T12" fmla="*/ 152 w 53"/>
                <a:gd name="T13" fmla="*/ 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6">
                  <a:moveTo>
                    <a:pt x="19" y="1"/>
                  </a:moveTo>
                  <a:cubicBezTo>
                    <a:pt x="15" y="2"/>
                    <a:pt x="11" y="3"/>
                    <a:pt x="9" y="6"/>
                  </a:cubicBezTo>
                  <a:cubicBezTo>
                    <a:pt x="0" y="17"/>
                    <a:pt x="9" y="29"/>
                    <a:pt x="22" y="32"/>
                  </a:cubicBezTo>
                  <a:cubicBezTo>
                    <a:pt x="36" y="36"/>
                    <a:pt x="48" y="29"/>
                    <a:pt x="51" y="23"/>
                  </a:cubicBezTo>
                  <a:cubicBezTo>
                    <a:pt x="53" y="16"/>
                    <a:pt x="51" y="11"/>
                    <a:pt x="46" y="7"/>
                  </a:cubicBezTo>
                  <a:cubicBezTo>
                    <a:pt x="41" y="4"/>
                    <a:pt x="34" y="3"/>
                    <a:pt x="31" y="3"/>
                  </a:cubicBezTo>
                  <a:cubicBezTo>
                    <a:pt x="27" y="2"/>
                    <a:pt x="23" y="0"/>
                    <a:pt x="19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29" name="Freeform 620">
              <a:extLst>
                <a:ext uri="{FF2B5EF4-FFF2-40B4-BE49-F238E27FC236}">
                  <a16:creationId xmlns:a16="http://schemas.microsoft.com/office/drawing/2014/main" id="{FFBD0974-A647-4876-A306-3309A48F1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051"/>
              <a:ext cx="82" cy="45"/>
            </a:xfrm>
            <a:custGeom>
              <a:avLst/>
              <a:gdLst>
                <a:gd name="T0" fmla="*/ 272 w 41"/>
                <a:gd name="T1" fmla="*/ 60 h 21"/>
                <a:gd name="T2" fmla="*/ 160 w 41"/>
                <a:gd name="T3" fmla="*/ 19 h 21"/>
                <a:gd name="T4" fmla="*/ 72 w 41"/>
                <a:gd name="T5" fmla="*/ 9 h 21"/>
                <a:gd name="T6" fmla="*/ 0 w 41"/>
                <a:gd name="T7" fmla="*/ 41 h 21"/>
                <a:gd name="T8" fmla="*/ 64 w 41"/>
                <a:gd name="T9" fmla="*/ 19 h 21"/>
                <a:gd name="T10" fmla="*/ 152 w 41"/>
                <a:gd name="T11" fmla="*/ 28 h 21"/>
                <a:gd name="T12" fmla="*/ 264 w 41"/>
                <a:gd name="T13" fmla="*/ 69 h 21"/>
                <a:gd name="T14" fmla="*/ 304 w 41"/>
                <a:gd name="T15" fmla="*/ 206 h 21"/>
                <a:gd name="T16" fmla="*/ 304 w 41"/>
                <a:gd name="T17" fmla="*/ 206 h 21"/>
                <a:gd name="T18" fmla="*/ 272 w 41"/>
                <a:gd name="T19" fmla="*/ 6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1">
                  <a:moveTo>
                    <a:pt x="34" y="6"/>
                  </a:moveTo>
                  <a:cubicBezTo>
                    <a:pt x="30" y="3"/>
                    <a:pt x="23" y="3"/>
                    <a:pt x="20" y="2"/>
                  </a:cubicBezTo>
                  <a:cubicBezTo>
                    <a:pt x="17" y="2"/>
                    <a:pt x="12" y="0"/>
                    <a:pt x="9" y="1"/>
                  </a:cubicBezTo>
                  <a:cubicBezTo>
                    <a:pt x="6" y="1"/>
                    <a:pt x="3" y="2"/>
                    <a:pt x="0" y="4"/>
                  </a:cubicBezTo>
                  <a:cubicBezTo>
                    <a:pt x="3" y="3"/>
                    <a:pt x="5" y="2"/>
                    <a:pt x="8" y="2"/>
                  </a:cubicBezTo>
                  <a:cubicBezTo>
                    <a:pt x="11" y="1"/>
                    <a:pt x="15" y="3"/>
                    <a:pt x="19" y="3"/>
                  </a:cubicBezTo>
                  <a:cubicBezTo>
                    <a:pt x="22" y="4"/>
                    <a:pt x="29" y="4"/>
                    <a:pt x="33" y="7"/>
                  </a:cubicBezTo>
                  <a:cubicBezTo>
                    <a:pt x="38" y="11"/>
                    <a:pt x="41" y="14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41" y="14"/>
                    <a:pt x="39" y="10"/>
                    <a:pt x="3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30" name="Freeform 621">
              <a:extLst>
                <a:ext uri="{FF2B5EF4-FFF2-40B4-BE49-F238E27FC236}">
                  <a16:creationId xmlns:a16="http://schemas.microsoft.com/office/drawing/2014/main" id="{401F9B9A-EDDF-4AAF-99F3-9D2CF8DD2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060"/>
              <a:ext cx="92" cy="62"/>
            </a:xfrm>
            <a:custGeom>
              <a:avLst/>
              <a:gdLst>
                <a:gd name="T0" fmla="*/ 184 w 46"/>
                <a:gd name="T1" fmla="*/ 242 h 29"/>
                <a:gd name="T2" fmla="*/ 80 w 46"/>
                <a:gd name="T3" fmla="*/ 9 h 29"/>
                <a:gd name="T4" fmla="*/ 80 w 46"/>
                <a:gd name="T5" fmla="*/ 0 h 29"/>
                <a:gd name="T6" fmla="*/ 64 w 46"/>
                <a:gd name="T7" fmla="*/ 19 h 29"/>
                <a:gd name="T8" fmla="*/ 168 w 46"/>
                <a:gd name="T9" fmla="*/ 257 h 29"/>
                <a:gd name="T10" fmla="*/ 368 w 46"/>
                <a:gd name="T11" fmla="*/ 205 h 29"/>
                <a:gd name="T12" fmla="*/ 184 w 46"/>
                <a:gd name="T13" fmla="*/ 24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9">
                  <a:moveTo>
                    <a:pt x="23" y="25"/>
                  </a:moveTo>
                  <a:cubicBezTo>
                    <a:pt x="10" y="22"/>
                    <a:pt x="1" y="11"/>
                    <a:pt x="10" y="1"/>
                  </a:cubicBezTo>
                  <a:cubicBezTo>
                    <a:pt x="10" y="1"/>
                    <a:pt x="10" y="1"/>
                    <a:pt x="10" y="0"/>
                  </a:cubicBezTo>
                  <a:cubicBezTo>
                    <a:pt x="9" y="1"/>
                    <a:pt x="9" y="1"/>
                    <a:pt x="8" y="2"/>
                  </a:cubicBezTo>
                  <a:cubicBezTo>
                    <a:pt x="0" y="12"/>
                    <a:pt x="9" y="23"/>
                    <a:pt x="21" y="26"/>
                  </a:cubicBezTo>
                  <a:cubicBezTo>
                    <a:pt x="32" y="29"/>
                    <a:pt x="42" y="26"/>
                    <a:pt x="46" y="21"/>
                  </a:cubicBezTo>
                  <a:cubicBezTo>
                    <a:pt x="42" y="25"/>
                    <a:pt x="32" y="28"/>
                    <a:pt x="23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31" name="Freeform 622">
              <a:extLst>
                <a:ext uri="{FF2B5EF4-FFF2-40B4-BE49-F238E27FC236}">
                  <a16:creationId xmlns:a16="http://schemas.microsoft.com/office/drawing/2014/main" id="{25DD2CDA-09F6-4F1A-9D7C-8E89AEF6E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070"/>
              <a:ext cx="56" cy="32"/>
            </a:xfrm>
            <a:custGeom>
              <a:avLst/>
              <a:gdLst>
                <a:gd name="T0" fmla="*/ 216 w 28"/>
                <a:gd name="T1" fmla="*/ 77 h 15"/>
                <a:gd name="T2" fmla="*/ 64 w 28"/>
                <a:gd name="T3" fmla="*/ 117 h 15"/>
                <a:gd name="T4" fmla="*/ 32 w 28"/>
                <a:gd name="T5" fmla="*/ 9 h 15"/>
                <a:gd name="T6" fmla="*/ 136 w 28"/>
                <a:gd name="T7" fmla="*/ 9 h 15"/>
                <a:gd name="T8" fmla="*/ 216 w 28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7" y="8"/>
                  </a:moveTo>
                  <a:cubicBezTo>
                    <a:pt x="25" y="15"/>
                    <a:pt x="15" y="15"/>
                    <a:pt x="8" y="12"/>
                  </a:cubicBezTo>
                  <a:cubicBezTo>
                    <a:pt x="0" y="9"/>
                    <a:pt x="0" y="3"/>
                    <a:pt x="4" y="1"/>
                  </a:cubicBezTo>
                  <a:cubicBezTo>
                    <a:pt x="7" y="0"/>
                    <a:pt x="11" y="0"/>
                    <a:pt x="17" y="1"/>
                  </a:cubicBezTo>
                  <a:cubicBezTo>
                    <a:pt x="23" y="3"/>
                    <a:pt x="28" y="5"/>
                    <a:pt x="27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32" name="Freeform 623">
              <a:extLst>
                <a:ext uri="{FF2B5EF4-FFF2-40B4-BE49-F238E27FC236}">
                  <a16:creationId xmlns:a16="http://schemas.microsoft.com/office/drawing/2014/main" id="{32DB45BE-98F7-47AC-9EB7-6152E0F81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077"/>
              <a:ext cx="54" cy="25"/>
            </a:xfrm>
            <a:custGeom>
              <a:avLst/>
              <a:gdLst>
                <a:gd name="T0" fmla="*/ 64 w 27"/>
                <a:gd name="T1" fmla="*/ 65 h 12"/>
                <a:gd name="T2" fmla="*/ 16 w 27"/>
                <a:gd name="T3" fmla="*/ 0 h 12"/>
                <a:gd name="T4" fmla="*/ 64 w 27"/>
                <a:gd name="T5" fmla="*/ 83 h 12"/>
                <a:gd name="T6" fmla="*/ 216 w 27"/>
                <a:gd name="T7" fmla="*/ 56 h 12"/>
                <a:gd name="T8" fmla="*/ 64 w 27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2">
                  <a:moveTo>
                    <a:pt x="8" y="7"/>
                  </a:moveTo>
                  <a:cubicBezTo>
                    <a:pt x="4" y="5"/>
                    <a:pt x="2" y="2"/>
                    <a:pt x="2" y="0"/>
                  </a:cubicBezTo>
                  <a:cubicBezTo>
                    <a:pt x="0" y="2"/>
                    <a:pt x="1" y="6"/>
                    <a:pt x="8" y="9"/>
                  </a:cubicBezTo>
                  <a:cubicBezTo>
                    <a:pt x="15" y="12"/>
                    <a:pt x="25" y="12"/>
                    <a:pt x="27" y="6"/>
                  </a:cubicBezTo>
                  <a:cubicBezTo>
                    <a:pt x="24" y="10"/>
                    <a:pt x="15" y="10"/>
                    <a:pt x="8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33" name="Freeform 624">
              <a:extLst>
                <a:ext uri="{FF2B5EF4-FFF2-40B4-BE49-F238E27FC236}">
                  <a16:creationId xmlns:a16="http://schemas.microsoft.com/office/drawing/2014/main" id="{272FDA8E-9074-4D56-A163-C6E89121B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070"/>
              <a:ext cx="34" cy="13"/>
            </a:xfrm>
            <a:custGeom>
              <a:avLst/>
              <a:gdLst>
                <a:gd name="T0" fmla="*/ 0 w 17"/>
                <a:gd name="T1" fmla="*/ 9 h 6"/>
                <a:gd name="T2" fmla="*/ 136 w 17"/>
                <a:gd name="T3" fmla="*/ 61 h 6"/>
                <a:gd name="T4" fmla="*/ 64 w 17"/>
                <a:gd name="T5" fmla="*/ 33 h 6"/>
                <a:gd name="T6" fmla="*/ 0 w 17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0" y="1"/>
                  </a:moveTo>
                  <a:cubicBezTo>
                    <a:pt x="5" y="0"/>
                    <a:pt x="14" y="2"/>
                    <a:pt x="17" y="6"/>
                  </a:cubicBezTo>
                  <a:cubicBezTo>
                    <a:pt x="15" y="4"/>
                    <a:pt x="10" y="3"/>
                    <a:pt x="8" y="3"/>
                  </a:cubicBezTo>
                  <a:cubicBezTo>
                    <a:pt x="4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34" name="Freeform 625">
              <a:extLst>
                <a:ext uri="{FF2B5EF4-FFF2-40B4-BE49-F238E27FC236}">
                  <a16:creationId xmlns:a16="http://schemas.microsoft.com/office/drawing/2014/main" id="{A221D3BA-B135-47E6-9A08-001C67713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068"/>
              <a:ext cx="28" cy="15"/>
            </a:xfrm>
            <a:custGeom>
              <a:avLst/>
              <a:gdLst>
                <a:gd name="T0" fmla="*/ 64 w 14"/>
                <a:gd name="T1" fmla="*/ 9 h 7"/>
                <a:gd name="T2" fmla="*/ 0 w 14"/>
                <a:gd name="T3" fmla="*/ 9 h 7"/>
                <a:gd name="T4" fmla="*/ 112 w 14"/>
                <a:gd name="T5" fmla="*/ 69 h 7"/>
                <a:gd name="T6" fmla="*/ 64 w 14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8" y="1"/>
                  </a:moveTo>
                  <a:cubicBezTo>
                    <a:pt x="6" y="1"/>
                    <a:pt x="3" y="0"/>
                    <a:pt x="0" y="1"/>
                  </a:cubicBezTo>
                  <a:cubicBezTo>
                    <a:pt x="3" y="1"/>
                    <a:pt x="13" y="3"/>
                    <a:pt x="14" y="7"/>
                  </a:cubicBezTo>
                  <a:cubicBezTo>
                    <a:pt x="14" y="6"/>
                    <a:pt x="12" y="3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35" name="Freeform 626">
              <a:extLst>
                <a:ext uri="{FF2B5EF4-FFF2-40B4-BE49-F238E27FC236}">
                  <a16:creationId xmlns:a16="http://schemas.microsoft.com/office/drawing/2014/main" id="{82CA7B3A-744A-43B0-A150-41C82C0B7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3092"/>
              <a:ext cx="38" cy="15"/>
            </a:xfrm>
            <a:custGeom>
              <a:avLst/>
              <a:gdLst>
                <a:gd name="T0" fmla="*/ 0 w 19"/>
                <a:gd name="T1" fmla="*/ 0 h 7"/>
                <a:gd name="T2" fmla="*/ 152 w 19"/>
                <a:gd name="T3" fmla="*/ 41 h 7"/>
                <a:gd name="T4" fmla="*/ 0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2" y="2"/>
                    <a:pt x="12" y="6"/>
                    <a:pt x="19" y="4"/>
                  </a:cubicBezTo>
                  <a:cubicBezTo>
                    <a:pt x="17" y="5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36" name="Freeform 627">
              <a:extLst>
                <a:ext uri="{FF2B5EF4-FFF2-40B4-BE49-F238E27FC236}">
                  <a16:creationId xmlns:a16="http://schemas.microsoft.com/office/drawing/2014/main" id="{0C9A7A9F-0F7A-4676-AA71-37AE6809F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3049"/>
              <a:ext cx="106" cy="77"/>
            </a:xfrm>
            <a:custGeom>
              <a:avLst/>
              <a:gdLst>
                <a:gd name="T0" fmla="*/ 152 w 53"/>
                <a:gd name="T1" fmla="*/ 9 h 36"/>
                <a:gd name="T2" fmla="*/ 72 w 53"/>
                <a:gd name="T3" fmla="*/ 60 h 36"/>
                <a:gd name="T4" fmla="*/ 176 w 53"/>
                <a:gd name="T5" fmla="*/ 310 h 36"/>
                <a:gd name="T6" fmla="*/ 408 w 53"/>
                <a:gd name="T7" fmla="*/ 225 h 36"/>
                <a:gd name="T8" fmla="*/ 368 w 53"/>
                <a:gd name="T9" fmla="*/ 68 h 36"/>
                <a:gd name="T10" fmla="*/ 248 w 53"/>
                <a:gd name="T11" fmla="*/ 28 h 36"/>
                <a:gd name="T12" fmla="*/ 152 w 53"/>
                <a:gd name="T13" fmla="*/ 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6">
                  <a:moveTo>
                    <a:pt x="19" y="1"/>
                  </a:moveTo>
                  <a:cubicBezTo>
                    <a:pt x="15" y="2"/>
                    <a:pt x="11" y="3"/>
                    <a:pt x="9" y="6"/>
                  </a:cubicBezTo>
                  <a:cubicBezTo>
                    <a:pt x="0" y="17"/>
                    <a:pt x="9" y="29"/>
                    <a:pt x="22" y="32"/>
                  </a:cubicBezTo>
                  <a:cubicBezTo>
                    <a:pt x="36" y="36"/>
                    <a:pt x="48" y="29"/>
                    <a:pt x="51" y="23"/>
                  </a:cubicBezTo>
                  <a:cubicBezTo>
                    <a:pt x="53" y="16"/>
                    <a:pt x="51" y="11"/>
                    <a:pt x="46" y="7"/>
                  </a:cubicBezTo>
                  <a:cubicBezTo>
                    <a:pt x="41" y="4"/>
                    <a:pt x="34" y="3"/>
                    <a:pt x="31" y="3"/>
                  </a:cubicBezTo>
                  <a:cubicBezTo>
                    <a:pt x="27" y="2"/>
                    <a:pt x="23" y="0"/>
                    <a:pt x="19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37" name="Freeform 628">
              <a:extLst>
                <a:ext uri="{FF2B5EF4-FFF2-40B4-BE49-F238E27FC236}">
                  <a16:creationId xmlns:a16="http://schemas.microsoft.com/office/drawing/2014/main" id="{9D6BA21D-C69A-42BE-9CA3-3517B13D7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3073"/>
              <a:ext cx="52" cy="29"/>
            </a:xfrm>
            <a:custGeom>
              <a:avLst/>
              <a:gdLst>
                <a:gd name="T0" fmla="*/ 0 w 26"/>
                <a:gd name="T1" fmla="*/ 35 h 14"/>
                <a:gd name="T2" fmla="*/ 48 w 26"/>
                <a:gd name="T3" fmla="*/ 99 h 14"/>
                <a:gd name="T4" fmla="*/ 176 w 26"/>
                <a:gd name="T5" fmla="*/ 108 h 14"/>
                <a:gd name="T6" fmla="*/ 208 w 26"/>
                <a:gd name="T7" fmla="*/ 64 h 14"/>
                <a:gd name="T8" fmla="*/ 208 w 26"/>
                <a:gd name="T9" fmla="*/ 64 h 14"/>
                <a:gd name="T10" fmla="*/ 176 w 26"/>
                <a:gd name="T11" fmla="*/ 99 h 14"/>
                <a:gd name="T12" fmla="*/ 56 w 26"/>
                <a:gd name="T13" fmla="*/ 99 h 14"/>
                <a:gd name="T14" fmla="*/ 0 w 26"/>
                <a:gd name="T15" fmla="*/ 35 h 14"/>
                <a:gd name="T16" fmla="*/ 24 w 26"/>
                <a:gd name="T17" fmla="*/ 0 h 14"/>
                <a:gd name="T18" fmla="*/ 24 w 26"/>
                <a:gd name="T19" fmla="*/ 0 h 14"/>
                <a:gd name="T20" fmla="*/ 0 w 26"/>
                <a:gd name="T21" fmla="*/ 35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4">
                  <a:moveTo>
                    <a:pt x="0" y="4"/>
                  </a:moveTo>
                  <a:cubicBezTo>
                    <a:pt x="0" y="7"/>
                    <a:pt x="3" y="9"/>
                    <a:pt x="6" y="11"/>
                  </a:cubicBezTo>
                  <a:cubicBezTo>
                    <a:pt x="12" y="13"/>
                    <a:pt x="18" y="14"/>
                    <a:pt x="22" y="12"/>
                  </a:cubicBezTo>
                  <a:cubicBezTo>
                    <a:pt x="24" y="11"/>
                    <a:pt x="25" y="9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5" y="9"/>
                    <a:pt x="24" y="11"/>
                    <a:pt x="22" y="11"/>
                  </a:cubicBezTo>
                  <a:cubicBezTo>
                    <a:pt x="18" y="13"/>
                    <a:pt x="12" y="13"/>
                    <a:pt x="7" y="11"/>
                  </a:cubicBezTo>
                  <a:cubicBezTo>
                    <a:pt x="3" y="9"/>
                    <a:pt x="1" y="7"/>
                    <a:pt x="0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38" name="Freeform 629">
              <a:extLst>
                <a:ext uri="{FF2B5EF4-FFF2-40B4-BE49-F238E27FC236}">
                  <a16:creationId xmlns:a16="http://schemas.microsoft.com/office/drawing/2014/main" id="{3F8B5D2F-599B-4564-A215-8246F1586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000"/>
              <a:ext cx="106" cy="75"/>
            </a:xfrm>
            <a:custGeom>
              <a:avLst/>
              <a:gdLst>
                <a:gd name="T0" fmla="*/ 152 w 53"/>
                <a:gd name="T1" fmla="*/ 0 h 35"/>
                <a:gd name="T2" fmla="*/ 72 w 53"/>
                <a:gd name="T3" fmla="*/ 60 h 35"/>
                <a:gd name="T4" fmla="*/ 176 w 53"/>
                <a:gd name="T5" fmla="*/ 317 h 35"/>
                <a:gd name="T6" fmla="*/ 408 w 53"/>
                <a:gd name="T7" fmla="*/ 216 h 35"/>
                <a:gd name="T8" fmla="*/ 368 w 53"/>
                <a:gd name="T9" fmla="*/ 60 h 35"/>
                <a:gd name="T10" fmla="*/ 248 w 53"/>
                <a:gd name="T11" fmla="*/ 19 h 35"/>
                <a:gd name="T12" fmla="*/ 152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19" y="0"/>
                  </a:moveTo>
                  <a:cubicBezTo>
                    <a:pt x="15" y="1"/>
                    <a:pt x="11" y="3"/>
                    <a:pt x="9" y="6"/>
                  </a:cubicBezTo>
                  <a:cubicBezTo>
                    <a:pt x="0" y="16"/>
                    <a:pt x="9" y="28"/>
                    <a:pt x="22" y="32"/>
                  </a:cubicBezTo>
                  <a:cubicBezTo>
                    <a:pt x="36" y="35"/>
                    <a:pt x="48" y="29"/>
                    <a:pt x="51" y="22"/>
                  </a:cubicBezTo>
                  <a:cubicBezTo>
                    <a:pt x="53" y="15"/>
                    <a:pt x="51" y="10"/>
                    <a:pt x="46" y="6"/>
                  </a:cubicBezTo>
                  <a:cubicBezTo>
                    <a:pt x="41" y="3"/>
                    <a:pt x="34" y="3"/>
                    <a:pt x="31" y="2"/>
                  </a:cubicBezTo>
                  <a:cubicBezTo>
                    <a:pt x="27" y="1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39" name="Freeform 630">
              <a:extLst>
                <a:ext uri="{FF2B5EF4-FFF2-40B4-BE49-F238E27FC236}">
                  <a16:creationId xmlns:a16="http://schemas.microsoft.com/office/drawing/2014/main" id="{183879B8-ACD1-45DE-A29E-3A7D24BD4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002"/>
              <a:ext cx="82" cy="43"/>
            </a:xfrm>
            <a:custGeom>
              <a:avLst/>
              <a:gdLst>
                <a:gd name="T0" fmla="*/ 272 w 41"/>
                <a:gd name="T1" fmla="*/ 60 h 20"/>
                <a:gd name="T2" fmla="*/ 160 w 41"/>
                <a:gd name="T3" fmla="*/ 19 h 20"/>
                <a:gd name="T4" fmla="*/ 72 w 41"/>
                <a:gd name="T5" fmla="*/ 0 h 20"/>
                <a:gd name="T6" fmla="*/ 0 w 41"/>
                <a:gd name="T7" fmla="*/ 41 h 20"/>
                <a:gd name="T8" fmla="*/ 64 w 41"/>
                <a:gd name="T9" fmla="*/ 9 h 20"/>
                <a:gd name="T10" fmla="*/ 152 w 41"/>
                <a:gd name="T11" fmla="*/ 28 h 20"/>
                <a:gd name="T12" fmla="*/ 264 w 41"/>
                <a:gd name="T13" fmla="*/ 60 h 20"/>
                <a:gd name="T14" fmla="*/ 304 w 41"/>
                <a:gd name="T15" fmla="*/ 198 h 20"/>
                <a:gd name="T16" fmla="*/ 304 w 41"/>
                <a:gd name="T17" fmla="*/ 198 h 20"/>
                <a:gd name="T18" fmla="*/ 272 w 41"/>
                <a:gd name="T19" fmla="*/ 6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0">
                  <a:moveTo>
                    <a:pt x="34" y="6"/>
                  </a:moveTo>
                  <a:cubicBezTo>
                    <a:pt x="30" y="3"/>
                    <a:pt x="23" y="2"/>
                    <a:pt x="20" y="2"/>
                  </a:cubicBezTo>
                  <a:cubicBezTo>
                    <a:pt x="17" y="1"/>
                    <a:pt x="12" y="0"/>
                    <a:pt x="9" y="0"/>
                  </a:cubicBezTo>
                  <a:cubicBezTo>
                    <a:pt x="6" y="1"/>
                    <a:pt x="3" y="1"/>
                    <a:pt x="0" y="4"/>
                  </a:cubicBezTo>
                  <a:cubicBezTo>
                    <a:pt x="3" y="2"/>
                    <a:pt x="5" y="2"/>
                    <a:pt x="8" y="1"/>
                  </a:cubicBezTo>
                  <a:cubicBezTo>
                    <a:pt x="11" y="1"/>
                    <a:pt x="15" y="2"/>
                    <a:pt x="19" y="3"/>
                  </a:cubicBezTo>
                  <a:cubicBezTo>
                    <a:pt x="22" y="3"/>
                    <a:pt x="29" y="4"/>
                    <a:pt x="33" y="6"/>
                  </a:cubicBezTo>
                  <a:cubicBezTo>
                    <a:pt x="38" y="10"/>
                    <a:pt x="41" y="14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41" y="14"/>
                    <a:pt x="39" y="9"/>
                    <a:pt x="3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40" name="Freeform 631">
              <a:extLst>
                <a:ext uri="{FF2B5EF4-FFF2-40B4-BE49-F238E27FC236}">
                  <a16:creationId xmlns:a16="http://schemas.microsoft.com/office/drawing/2014/main" id="{CC909F5E-9938-4682-AE2A-8AF819940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011"/>
              <a:ext cx="92" cy="62"/>
            </a:xfrm>
            <a:custGeom>
              <a:avLst/>
              <a:gdLst>
                <a:gd name="T0" fmla="*/ 184 w 46"/>
                <a:gd name="T1" fmla="*/ 242 h 29"/>
                <a:gd name="T2" fmla="*/ 80 w 46"/>
                <a:gd name="T3" fmla="*/ 0 h 29"/>
                <a:gd name="T4" fmla="*/ 80 w 46"/>
                <a:gd name="T5" fmla="*/ 0 h 29"/>
                <a:gd name="T6" fmla="*/ 64 w 46"/>
                <a:gd name="T7" fmla="*/ 9 h 29"/>
                <a:gd name="T8" fmla="*/ 168 w 46"/>
                <a:gd name="T9" fmla="*/ 257 h 29"/>
                <a:gd name="T10" fmla="*/ 368 w 46"/>
                <a:gd name="T11" fmla="*/ 197 h 29"/>
                <a:gd name="T12" fmla="*/ 184 w 46"/>
                <a:gd name="T13" fmla="*/ 24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9">
                  <a:moveTo>
                    <a:pt x="23" y="25"/>
                  </a:moveTo>
                  <a:cubicBezTo>
                    <a:pt x="10" y="21"/>
                    <a:pt x="1" y="1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1"/>
                    <a:pt x="8" y="1"/>
                  </a:cubicBezTo>
                  <a:cubicBezTo>
                    <a:pt x="0" y="11"/>
                    <a:pt x="9" y="22"/>
                    <a:pt x="21" y="26"/>
                  </a:cubicBezTo>
                  <a:cubicBezTo>
                    <a:pt x="32" y="29"/>
                    <a:pt x="42" y="25"/>
                    <a:pt x="46" y="20"/>
                  </a:cubicBezTo>
                  <a:cubicBezTo>
                    <a:pt x="42" y="24"/>
                    <a:pt x="32" y="27"/>
                    <a:pt x="23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41" name="Freeform 632">
              <a:extLst>
                <a:ext uri="{FF2B5EF4-FFF2-40B4-BE49-F238E27FC236}">
                  <a16:creationId xmlns:a16="http://schemas.microsoft.com/office/drawing/2014/main" id="{029A169E-D8F1-43A3-ADB9-6CED1C7E6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3019"/>
              <a:ext cx="56" cy="32"/>
            </a:xfrm>
            <a:custGeom>
              <a:avLst/>
              <a:gdLst>
                <a:gd name="T0" fmla="*/ 216 w 28"/>
                <a:gd name="T1" fmla="*/ 87 h 15"/>
                <a:gd name="T2" fmla="*/ 64 w 28"/>
                <a:gd name="T3" fmla="*/ 117 h 15"/>
                <a:gd name="T4" fmla="*/ 32 w 28"/>
                <a:gd name="T5" fmla="*/ 19 h 15"/>
                <a:gd name="T6" fmla="*/ 136 w 28"/>
                <a:gd name="T7" fmla="*/ 19 h 15"/>
                <a:gd name="T8" fmla="*/ 216 w 28"/>
                <a:gd name="T9" fmla="*/ 8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7" y="9"/>
                  </a:moveTo>
                  <a:cubicBezTo>
                    <a:pt x="25" y="15"/>
                    <a:pt x="15" y="15"/>
                    <a:pt x="8" y="12"/>
                  </a:cubicBezTo>
                  <a:cubicBezTo>
                    <a:pt x="0" y="9"/>
                    <a:pt x="0" y="4"/>
                    <a:pt x="4" y="2"/>
                  </a:cubicBezTo>
                  <a:cubicBezTo>
                    <a:pt x="7" y="0"/>
                    <a:pt x="11" y="0"/>
                    <a:pt x="17" y="2"/>
                  </a:cubicBezTo>
                  <a:cubicBezTo>
                    <a:pt x="23" y="3"/>
                    <a:pt x="28" y="6"/>
                    <a:pt x="27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42" name="Freeform 633">
              <a:extLst>
                <a:ext uri="{FF2B5EF4-FFF2-40B4-BE49-F238E27FC236}">
                  <a16:creationId xmlns:a16="http://schemas.microsoft.com/office/drawing/2014/main" id="{C10F498E-0EF4-408C-99CB-1128C73C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3026"/>
              <a:ext cx="54" cy="25"/>
            </a:xfrm>
            <a:custGeom>
              <a:avLst/>
              <a:gdLst>
                <a:gd name="T0" fmla="*/ 64 w 27"/>
                <a:gd name="T1" fmla="*/ 65 h 12"/>
                <a:gd name="T2" fmla="*/ 16 w 27"/>
                <a:gd name="T3" fmla="*/ 0 h 12"/>
                <a:gd name="T4" fmla="*/ 64 w 27"/>
                <a:gd name="T5" fmla="*/ 83 h 12"/>
                <a:gd name="T6" fmla="*/ 216 w 27"/>
                <a:gd name="T7" fmla="*/ 56 h 12"/>
                <a:gd name="T8" fmla="*/ 64 w 27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2">
                  <a:moveTo>
                    <a:pt x="8" y="7"/>
                  </a:moveTo>
                  <a:cubicBezTo>
                    <a:pt x="4" y="5"/>
                    <a:pt x="2" y="2"/>
                    <a:pt x="2" y="0"/>
                  </a:cubicBezTo>
                  <a:cubicBezTo>
                    <a:pt x="0" y="2"/>
                    <a:pt x="1" y="6"/>
                    <a:pt x="8" y="9"/>
                  </a:cubicBezTo>
                  <a:cubicBezTo>
                    <a:pt x="15" y="12"/>
                    <a:pt x="25" y="12"/>
                    <a:pt x="27" y="6"/>
                  </a:cubicBezTo>
                  <a:cubicBezTo>
                    <a:pt x="24" y="10"/>
                    <a:pt x="15" y="10"/>
                    <a:pt x="8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43" name="Freeform 634">
              <a:extLst>
                <a:ext uri="{FF2B5EF4-FFF2-40B4-BE49-F238E27FC236}">
                  <a16:creationId xmlns:a16="http://schemas.microsoft.com/office/drawing/2014/main" id="{E0324E0C-16FE-4BA9-B705-F935A2C19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3022"/>
              <a:ext cx="34" cy="10"/>
            </a:xfrm>
            <a:custGeom>
              <a:avLst/>
              <a:gdLst>
                <a:gd name="T0" fmla="*/ 0 w 17"/>
                <a:gd name="T1" fmla="*/ 0 h 5"/>
                <a:gd name="T2" fmla="*/ 136 w 17"/>
                <a:gd name="T3" fmla="*/ 40 h 5"/>
                <a:gd name="T4" fmla="*/ 64 w 17"/>
                <a:gd name="T5" fmla="*/ 16 h 5"/>
                <a:gd name="T6" fmla="*/ 0 w 1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5" y="0"/>
                    <a:pt x="14" y="1"/>
                    <a:pt x="17" y="5"/>
                  </a:cubicBezTo>
                  <a:cubicBezTo>
                    <a:pt x="15" y="4"/>
                    <a:pt x="10" y="2"/>
                    <a:pt x="8" y="2"/>
                  </a:cubicBezTo>
                  <a:cubicBezTo>
                    <a:pt x="4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44" name="Freeform 635">
              <a:extLst>
                <a:ext uri="{FF2B5EF4-FFF2-40B4-BE49-F238E27FC236}">
                  <a16:creationId xmlns:a16="http://schemas.microsoft.com/office/drawing/2014/main" id="{1B513E4D-FB0F-4C8D-8353-1912B06A2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3017"/>
              <a:ext cx="28" cy="15"/>
            </a:xfrm>
            <a:custGeom>
              <a:avLst/>
              <a:gdLst>
                <a:gd name="T0" fmla="*/ 64 w 14"/>
                <a:gd name="T1" fmla="*/ 19 h 7"/>
                <a:gd name="T2" fmla="*/ 0 w 14"/>
                <a:gd name="T3" fmla="*/ 9 h 7"/>
                <a:gd name="T4" fmla="*/ 112 w 14"/>
                <a:gd name="T5" fmla="*/ 69 h 7"/>
                <a:gd name="T6" fmla="*/ 64 w 14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8" y="2"/>
                  </a:moveTo>
                  <a:cubicBezTo>
                    <a:pt x="6" y="1"/>
                    <a:pt x="3" y="0"/>
                    <a:pt x="0" y="1"/>
                  </a:cubicBezTo>
                  <a:cubicBezTo>
                    <a:pt x="3" y="1"/>
                    <a:pt x="13" y="3"/>
                    <a:pt x="14" y="7"/>
                  </a:cubicBezTo>
                  <a:cubicBezTo>
                    <a:pt x="14" y="6"/>
                    <a:pt x="12" y="3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45" name="Freeform 636">
              <a:extLst>
                <a:ext uri="{FF2B5EF4-FFF2-40B4-BE49-F238E27FC236}">
                  <a16:creationId xmlns:a16="http://schemas.microsoft.com/office/drawing/2014/main" id="{D384CA91-B195-4F00-BAF9-CCAF65673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3041"/>
              <a:ext cx="38" cy="15"/>
            </a:xfrm>
            <a:custGeom>
              <a:avLst/>
              <a:gdLst>
                <a:gd name="T0" fmla="*/ 0 w 19"/>
                <a:gd name="T1" fmla="*/ 0 h 7"/>
                <a:gd name="T2" fmla="*/ 152 w 19"/>
                <a:gd name="T3" fmla="*/ 41 h 7"/>
                <a:gd name="T4" fmla="*/ 0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2" y="2"/>
                    <a:pt x="12" y="6"/>
                    <a:pt x="19" y="4"/>
                  </a:cubicBezTo>
                  <a:cubicBezTo>
                    <a:pt x="17" y="5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46" name="Freeform 637">
              <a:extLst>
                <a:ext uri="{FF2B5EF4-FFF2-40B4-BE49-F238E27FC236}">
                  <a16:creationId xmlns:a16="http://schemas.microsoft.com/office/drawing/2014/main" id="{E773EDD7-21BD-492C-A6AC-80972EE02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000"/>
              <a:ext cx="106" cy="75"/>
            </a:xfrm>
            <a:custGeom>
              <a:avLst/>
              <a:gdLst>
                <a:gd name="T0" fmla="*/ 152 w 53"/>
                <a:gd name="T1" fmla="*/ 0 h 35"/>
                <a:gd name="T2" fmla="*/ 72 w 53"/>
                <a:gd name="T3" fmla="*/ 60 h 35"/>
                <a:gd name="T4" fmla="*/ 176 w 53"/>
                <a:gd name="T5" fmla="*/ 317 h 35"/>
                <a:gd name="T6" fmla="*/ 408 w 53"/>
                <a:gd name="T7" fmla="*/ 216 h 35"/>
                <a:gd name="T8" fmla="*/ 368 w 53"/>
                <a:gd name="T9" fmla="*/ 60 h 35"/>
                <a:gd name="T10" fmla="*/ 248 w 53"/>
                <a:gd name="T11" fmla="*/ 19 h 35"/>
                <a:gd name="T12" fmla="*/ 152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19" y="0"/>
                  </a:moveTo>
                  <a:cubicBezTo>
                    <a:pt x="15" y="1"/>
                    <a:pt x="11" y="3"/>
                    <a:pt x="9" y="6"/>
                  </a:cubicBezTo>
                  <a:cubicBezTo>
                    <a:pt x="0" y="16"/>
                    <a:pt x="9" y="28"/>
                    <a:pt x="22" y="32"/>
                  </a:cubicBezTo>
                  <a:cubicBezTo>
                    <a:pt x="36" y="35"/>
                    <a:pt x="48" y="29"/>
                    <a:pt x="51" y="22"/>
                  </a:cubicBezTo>
                  <a:cubicBezTo>
                    <a:pt x="53" y="15"/>
                    <a:pt x="51" y="10"/>
                    <a:pt x="46" y="6"/>
                  </a:cubicBezTo>
                  <a:cubicBezTo>
                    <a:pt x="41" y="3"/>
                    <a:pt x="34" y="3"/>
                    <a:pt x="31" y="2"/>
                  </a:cubicBezTo>
                  <a:cubicBezTo>
                    <a:pt x="27" y="1"/>
                    <a:pt x="23" y="0"/>
                    <a:pt x="19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47" name="Freeform 638">
              <a:extLst>
                <a:ext uri="{FF2B5EF4-FFF2-40B4-BE49-F238E27FC236}">
                  <a16:creationId xmlns:a16="http://schemas.microsoft.com/office/drawing/2014/main" id="{4BA5E4CC-2089-4592-BF9A-B588CF529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3024"/>
              <a:ext cx="52" cy="27"/>
            </a:xfrm>
            <a:custGeom>
              <a:avLst/>
              <a:gdLst>
                <a:gd name="T0" fmla="*/ 0 w 26"/>
                <a:gd name="T1" fmla="*/ 35 h 13"/>
                <a:gd name="T2" fmla="*/ 48 w 26"/>
                <a:gd name="T3" fmla="*/ 91 h 13"/>
                <a:gd name="T4" fmla="*/ 176 w 26"/>
                <a:gd name="T5" fmla="*/ 100 h 13"/>
                <a:gd name="T6" fmla="*/ 208 w 26"/>
                <a:gd name="T7" fmla="*/ 64 h 13"/>
                <a:gd name="T8" fmla="*/ 208 w 26"/>
                <a:gd name="T9" fmla="*/ 64 h 13"/>
                <a:gd name="T10" fmla="*/ 176 w 26"/>
                <a:gd name="T11" fmla="*/ 100 h 13"/>
                <a:gd name="T12" fmla="*/ 56 w 26"/>
                <a:gd name="T13" fmla="*/ 91 h 13"/>
                <a:gd name="T14" fmla="*/ 0 w 26"/>
                <a:gd name="T15" fmla="*/ 35 h 13"/>
                <a:gd name="T16" fmla="*/ 24 w 26"/>
                <a:gd name="T17" fmla="*/ 0 h 13"/>
                <a:gd name="T18" fmla="*/ 24 w 26"/>
                <a:gd name="T19" fmla="*/ 0 h 13"/>
                <a:gd name="T20" fmla="*/ 0 w 26"/>
                <a:gd name="T21" fmla="*/ 35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3">
                  <a:moveTo>
                    <a:pt x="0" y="4"/>
                  </a:moveTo>
                  <a:cubicBezTo>
                    <a:pt x="0" y="6"/>
                    <a:pt x="3" y="9"/>
                    <a:pt x="6" y="10"/>
                  </a:cubicBezTo>
                  <a:cubicBezTo>
                    <a:pt x="12" y="13"/>
                    <a:pt x="18" y="13"/>
                    <a:pt x="22" y="11"/>
                  </a:cubicBezTo>
                  <a:cubicBezTo>
                    <a:pt x="24" y="10"/>
                    <a:pt x="25" y="9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5" y="9"/>
                    <a:pt x="24" y="10"/>
                    <a:pt x="22" y="11"/>
                  </a:cubicBezTo>
                  <a:cubicBezTo>
                    <a:pt x="18" y="13"/>
                    <a:pt x="12" y="12"/>
                    <a:pt x="7" y="10"/>
                  </a:cubicBezTo>
                  <a:cubicBezTo>
                    <a:pt x="3" y="8"/>
                    <a:pt x="1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48" name="Freeform 639">
              <a:extLst>
                <a:ext uri="{FF2B5EF4-FFF2-40B4-BE49-F238E27FC236}">
                  <a16:creationId xmlns:a16="http://schemas.microsoft.com/office/drawing/2014/main" id="{E7BEB4FD-5725-4B8C-828B-2BE30C382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849"/>
              <a:ext cx="106" cy="75"/>
            </a:xfrm>
            <a:custGeom>
              <a:avLst/>
              <a:gdLst>
                <a:gd name="T0" fmla="*/ 160 w 53"/>
                <a:gd name="T1" fmla="*/ 0 h 35"/>
                <a:gd name="T2" fmla="*/ 72 w 53"/>
                <a:gd name="T3" fmla="*/ 60 h 35"/>
                <a:gd name="T4" fmla="*/ 184 w 53"/>
                <a:gd name="T5" fmla="*/ 317 h 35"/>
                <a:gd name="T6" fmla="*/ 408 w 53"/>
                <a:gd name="T7" fmla="*/ 216 h 35"/>
                <a:gd name="T8" fmla="*/ 368 w 53"/>
                <a:gd name="T9" fmla="*/ 69 h 35"/>
                <a:gd name="T10" fmla="*/ 248 w 53"/>
                <a:gd name="T11" fmla="*/ 19 h 35"/>
                <a:gd name="T12" fmla="*/ 160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0" y="0"/>
                  </a:moveTo>
                  <a:cubicBezTo>
                    <a:pt x="15" y="1"/>
                    <a:pt x="11" y="3"/>
                    <a:pt x="9" y="6"/>
                  </a:cubicBezTo>
                  <a:cubicBezTo>
                    <a:pt x="0" y="17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3" y="15"/>
                    <a:pt x="51" y="10"/>
                    <a:pt x="46" y="7"/>
                  </a:cubicBezTo>
                  <a:cubicBezTo>
                    <a:pt x="41" y="3"/>
                    <a:pt x="35" y="3"/>
                    <a:pt x="31" y="2"/>
                  </a:cubicBezTo>
                  <a:cubicBezTo>
                    <a:pt x="27" y="2"/>
                    <a:pt x="23" y="0"/>
                    <a:pt x="20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49" name="Freeform 640">
              <a:extLst>
                <a:ext uri="{FF2B5EF4-FFF2-40B4-BE49-F238E27FC236}">
                  <a16:creationId xmlns:a16="http://schemas.microsoft.com/office/drawing/2014/main" id="{9E53EA41-73E3-49BE-A32C-E1AD6E475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851"/>
              <a:ext cx="80" cy="45"/>
            </a:xfrm>
            <a:custGeom>
              <a:avLst/>
              <a:gdLst>
                <a:gd name="T0" fmla="*/ 264 w 40"/>
                <a:gd name="T1" fmla="*/ 60 h 21"/>
                <a:gd name="T2" fmla="*/ 152 w 40"/>
                <a:gd name="T3" fmla="*/ 19 h 21"/>
                <a:gd name="T4" fmla="*/ 72 w 40"/>
                <a:gd name="T5" fmla="*/ 0 h 21"/>
                <a:gd name="T6" fmla="*/ 0 w 40"/>
                <a:gd name="T7" fmla="*/ 41 h 21"/>
                <a:gd name="T8" fmla="*/ 64 w 40"/>
                <a:gd name="T9" fmla="*/ 9 h 21"/>
                <a:gd name="T10" fmla="*/ 144 w 40"/>
                <a:gd name="T11" fmla="*/ 28 h 21"/>
                <a:gd name="T12" fmla="*/ 256 w 40"/>
                <a:gd name="T13" fmla="*/ 69 h 21"/>
                <a:gd name="T14" fmla="*/ 304 w 40"/>
                <a:gd name="T15" fmla="*/ 197 h 21"/>
                <a:gd name="T16" fmla="*/ 304 w 40"/>
                <a:gd name="T17" fmla="*/ 197 h 21"/>
                <a:gd name="T18" fmla="*/ 264 w 40"/>
                <a:gd name="T19" fmla="*/ 6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1">
                  <a:moveTo>
                    <a:pt x="33" y="6"/>
                  </a:moveTo>
                  <a:cubicBezTo>
                    <a:pt x="29" y="3"/>
                    <a:pt x="23" y="2"/>
                    <a:pt x="19" y="2"/>
                  </a:cubicBezTo>
                  <a:cubicBezTo>
                    <a:pt x="16" y="1"/>
                    <a:pt x="12" y="0"/>
                    <a:pt x="9" y="0"/>
                  </a:cubicBezTo>
                  <a:cubicBezTo>
                    <a:pt x="5" y="1"/>
                    <a:pt x="2" y="2"/>
                    <a:pt x="0" y="4"/>
                  </a:cubicBezTo>
                  <a:cubicBezTo>
                    <a:pt x="2" y="2"/>
                    <a:pt x="4" y="2"/>
                    <a:pt x="8" y="1"/>
                  </a:cubicBezTo>
                  <a:cubicBezTo>
                    <a:pt x="11" y="1"/>
                    <a:pt x="15" y="2"/>
                    <a:pt x="18" y="3"/>
                  </a:cubicBezTo>
                  <a:cubicBezTo>
                    <a:pt x="22" y="3"/>
                    <a:pt x="28" y="4"/>
                    <a:pt x="32" y="7"/>
                  </a:cubicBezTo>
                  <a:cubicBezTo>
                    <a:pt x="37" y="10"/>
                    <a:pt x="40" y="14"/>
                    <a:pt x="38" y="20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40" y="14"/>
                    <a:pt x="38" y="9"/>
                    <a:pt x="33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50" name="Freeform 641">
              <a:extLst>
                <a:ext uri="{FF2B5EF4-FFF2-40B4-BE49-F238E27FC236}">
                  <a16:creationId xmlns:a16="http://schemas.microsoft.com/office/drawing/2014/main" id="{893AB115-C9F1-4F69-AEEE-624F8691B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60"/>
              <a:ext cx="92" cy="61"/>
            </a:xfrm>
            <a:custGeom>
              <a:avLst/>
              <a:gdLst>
                <a:gd name="T0" fmla="*/ 176 w 46"/>
                <a:gd name="T1" fmla="*/ 233 h 29"/>
                <a:gd name="T2" fmla="*/ 72 w 46"/>
                <a:gd name="T3" fmla="*/ 0 h 29"/>
                <a:gd name="T4" fmla="*/ 72 w 46"/>
                <a:gd name="T5" fmla="*/ 0 h 29"/>
                <a:gd name="T6" fmla="*/ 64 w 46"/>
                <a:gd name="T7" fmla="*/ 17 h 29"/>
                <a:gd name="T8" fmla="*/ 168 w 46"/>
                <a:gd name="T9" fmla="*/ 244 h 29"/>
                <a:gd name="T10" fmla="*/ 368 w 46"/>
                <a:gd name="T11" fmla="*/ 185 h 29"/>
                <a:gd name="T12" fmla="*/ 176 w 46"/>
                <a:gd name="T13" fmla="*/ 2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9">
                  <a:moveTo>
                    <a:pt x="22" y="25"/>
                  </a:moveTo>
                  <a:cubicBezTo>
                    <a:pt x="9" y="21"/>
                    <a:pt x="1" y="1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1"/>
                    <a:pt x="8" y="2"/>
                  </a:cubicBezTo>
                  <a:cubicBezTo>
                    <a:pt x="0" y="11"/>
                    <a:pt x="8" y="23"/>
                    <a:pt x="21" y="26"/>
                  </a:cubicBezTo>
                  <a:cubicBezTo>
                    <a:pt x="32" y="29"/>
                    <a:pt x="42" y="25"/>
                    <a:pt x="46" y="20"/>
                  </a:cubicBezTo>
                  <a:cubicBezTo>
                    <a:pt x="41" y="25"/>
                    <a:pt x="32" y="27"/>
                    <a:pt x="22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51" name="Freeform 642">
              <a:extLst>
                <a:ext uri="{FF2B5EF4-FFF2-40B4-BE49-F238E27FC236}">
                  <a16:creationId xmlns:a16="http://schemas.microsoft.com/office/drawing/2014/main" id="{54DCA03F-331A-4FA8-8110-2306E23BD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868"/>
              <a:ext cx="56" cy="32"/>
            </a:xfrm>
            <a:custGeom>
              <a:avLst/>
              <a:gdLst>
                <a:gd name="T0" fmla="*/ 216 w 28"/>
                <a:gd name="T1" fmla="*/ 87 h 15"/>
                <a:gd name="T2" fmla="*/ 64 w 28"/>
                <a:gd name="T3" fmla="*/ 117 h 15"/>
                <a:gd name="T4" fmla="*/ 32 w 28"/>
                <a:gd name="T5" fmla="*/ 19 h 15"/>
                <a:gd name="T6" fmla="*/ 136 w 28"/>
                <a:gd name="T7" fmla="*/ 19 h 15"/>
                <a:gd name="T8" fmla="*/ 216 w 28"/>
                <a:gd name="T9" fmla="*/ 8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7" y="9"/>
                  </a:moveTo>
                  <a:cubicBezTo>
                    <a:pt x="25" y="15"/>
                    <a:pt x="15" y="15"/>
                    <a:pt x="8" y="12"/>
                  </a:cubicBezTo>
                  <a:cubicBezTo>
                    <a:pt x="0" y="9"/>
                    <a:pt x="0" y="4"/>
                    <a:pt x="4" y="2"/>
                  </a:cubicBezTo>
                  <a:cubicBezTo>
                    <a:pt x="8" y="0"/>
                    <a:pt x="11" y="1"/>
                    <a:pt x="17" y="2"/>
                  </a:cubicBezTo>
                  <a:cubicBezTo>
                    <a:pt x="24" y="4"/>
                    <a:pt x="28" y="6"/>
                    <a:pt x="27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52" name="Freeform 643">
              <a:extLst>
                <a:ext uri="{FF2B5EF4-FFF2-40B4-BE49-F238E27FC236}">
                  <a16:creationId xmlns:a16="http://schemas.microsoft.com/office/drawing/2014/main" id="{E638AEB6-A45D-486A-AEAB-375DF8F3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875"/>
              <a:ext cx="52" cy="25"/>
            </a:xfrm>
            <a:custGeom>
              <a:avLst/>
              <a:gdLst>
                <a:gd name="T0" fmla="*/ 64 w 26"/>
                <a:gd name="T1" fmla="*/ 73 h 12"/>
                <a:gd name="T2" fmla="*/ 16 w 26"/>
                <a:gd name="T3" fmla="*/ 0 h 12"/>
                <a:gd name="T4" fmla="*/ 56 w 26"/>
                <a:gd name="T5" fmla="*/ 83 h 12"/>
                <a:gd name="T6" fmla="*/ 208 w 26"/>
                <a:gd name="T7" fmla="*/ 56 h 12"/>
                <a:gd name="T8" fmla="*/ 64 w 26"/>
                <a:gd name="T9" fmla="*/ 7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2">
                  <a:moveTo>
                    <a:pt x="8" y="8"/>
                  </a:moveTo>
                  <a:cubicBezTo>
                    <a:pt x="3" y="5"/>
                    <a:pt x="1" y="2"/>
                    <a:pt x="2" y="0"/>
                  </a:cubicBezTo>
                  <a:cubicBezTo>
                    <a:pt x="0" y="3"/>
                    <a:pt x="1" y="7"/>
                    <a:pt x="7" y="9"/>
                  </a:cubicBezTo>
                  <a:cubicBezTo>
                    <a:pt x="14" y="12"/>
                    <a:pt x="24" y="12"/>
                    <a:pt x="26" y="6"/>
                  </a:cubicBezTo>
                  <a:cubicBezTo>
                    <a:pt x="23" y="11"/>
                    <a:pt x="14" y="10"/>
                    <a:pt x="8" y="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53" name="Freeform 644">
              <a:extLst>
                <a:ext uri="{FF2B5EF4-FFF2-40B4-BE49-F238E27FC236}">
                  <a16:creationId xmlns:a16="http://schemas.microsoft.com/office/drawing/2014/main" id="{855BE007-7C5E-41BB-96A2-50471EEFD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870"/>
              <a:ext cx="34" cy="11"/>
            </a:xfrm>
            <a:custGeom>
              <a:avLst/>
              <a:gdLst>
                <a:gd name="T0" fmla="*/ 0 w 17"/>
                <a:gd name="T1" fmla="*/ 0 h 5"/>
                <a:gd name="T2" fmla="*/ 136 w 17"/>
                <a:gd name="T3" fmla="*/ 53 h 5"/>
                <a:gd name="T4" fmla="*/ 64 w 17"/>
                <a:gd name="T5" fmla="*/ 20 h 5"/>
                <a:gd name="T6" fmla="*/ 0 w 1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6" y="0"/>
                    <a:pt x="14" y="1"/>
                    <a:pt x="17" y="5"/>
                  </a:cubicBezTo>
                  <a:cubicBezTo>
                    <a:pt x="15" y="4"/>
                    <a:pt x="11" y="3"/>
                    <a:pt x="8" y="2"/>
                  </a:cubicBezTo>
                  <a:cubicBezTo>
                    <a:pt x="5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54" name="Freeform 645">
              <a:extLst>
                <a:ext uri="{FF2B5EF4-FFF2-40B4-BE49-F238E27FC236}">
                  <a16:creationId xmlns:a16="http://schemas.microsoft.com/office/drawing/2014/main" id="{33606958-02D7-46B5-870E-A7ECF5D24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68"/>
              <a:ext cx="30" cy="15"/>
            </a:xfrm>
            <a:custGeom>
              <a:avLst/>
              <a:gdLst>
                <a:gd name="T0" fmla="*/ 64 w 15"/>
                <a:gd name="T1" fmla="*/ 9 h 7"/>
                <a:gd name="T2" fmla="*/ 0 w 15"/>
                <a:gd name="T3" fmla="*/ 0 h 7"/>
                <a:gd name="T4" fmla="*/ 120 w 15"/>
                <a:gd name="T5" fmla="*/ 69 h 7"/>
                <a:gd name="T6" fmla="*/ 64 w 15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8" y="1"/>
                  </a:moveTo>
                  <a:cubicBezTo>
                    <a:pt x="6" y="0"/>
                    <a:pt x="4" y="0"/>
                    <a:pt x="0" y="0"/>
                  </a:cubicBezTo>
                  <a:cubicBezTo>
                    <a:pt x="3" y="0"/>
                    <a:pt x="14" y="2"/>
                    <a:pt x="15" y="7"/>
                  </a:cubicBezTo>
                  <a:cubicBezTo>
                    <a:pt x="14" y="5"/>
                    <a:pt x="12" y="2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55" name="Freeform 646">
              <a:extLst>
                <a:ext uri="{FF2B5EF4-FFF2-40B4-BE49-F238E27FC236}">
                  <a16:creationId xmlns:a16="http://schemas.microsoft.com/office/drawing/2014/main" id="{2AEF948C-B82B-4ABD-A45C-A86759008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890"/>
              <a:ext cx="38" cy="14"/>
            </a:xfrm>
            <a:custGeom>
              <a:avLst/>
              <a:gdLst>
                <a:gd name="T0" fmla="*/ 0 w 19"/>
                <a:gd name="T1" fmla="*/ 0 h 7"/>
                <a:gd name="T2" fmla="*/ 152 w 19"/>
                <a:gd name="T3" fmla="*/ 32 h 7"/>
                <a:gd name="T4" fmla="*/ 0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2" y="3"/>
                    <a:pt x="11" y="6"/>
                    <a:pt x="19" y="4"/>
                  </a:cubicBezTo>
                  <a:cubicBezTo>
                    <a:pt x="16" y="6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56" name="Freeform 647">
              <a:extLst>
                <a:ext uri="{FF2B5EF4-FFF2-40B4-BE49-F238E27FC236}">
                  <a16:creationId xmlns:a16="http://schemas.microsoft.com/office/drawing/2014/main" id="{DE88CAB2-5156-42C2-AEFB-C39B5061D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849"/>
              <a:ext cx="106" cy="75"/>
            </a:xfrm>
            <a:custGeom>
              <a:avLst/>
              <a:gdLst>
                <a:gd name="T0" fmla="*/ 160 w 53"/>
                <a:gd name="T1" fmla="*/ 0 h 35"/>
                <a:gd name="T2" fmla="*/ 72 w 53"/>
                <a:gd name="T3" fmla="*/ 60 h 35"/>
                <a:gd name="T4" fmla="*/ 184 w 53"/>
                <a:gd name="T5" fmla="*/ 317 h 35"/>
                <a:gd name="T6" fmla="*/ 408 w 53"/>
                <a:gd name="T7" fmla="*/ 216 h 35"/>
                <a:gd name="T8" fmla="*/ 368 w 53"/>
                <a:gd name="T9" fmla="*/ 69 h 35"/>
                <a:gd name="T10" fmla="*/ 248 w 53"/>
                <a:gd name="T11" fmla="*/ 19 h 35"/>
                <a:gd name="T12" fmla="*/ 160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0" y="0"/>
                  </a:moveTo>
                  <a:cubicBezTo>
                    <a:pt x="15" y="1"/>
                    <a:pt x="11" y="3"/>
                    <a:pt x="9" y="6"/>
                  </a:cubicBezTo>
                  <a:cubicBezTo>
                    <a:pt x="0" y="17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3" y="15"/>
                    <a:pt x="51" y="10"/>
                    <a:pt x="46" y="7"/>
                  </a:cubicBezTo>
                  <a:cubicBezTo>
                    <a:pt x="41" y="3"/>
                    <a:pt x="35" y="3"/>
                    <a:pt x="31" y="2"/>
                  </a:cubicBezTo>
                  <a:cubicBezTo>
                    <a:pt x="27" y="2"/>
                    <a:pt x="23" y="0"/>
                    <a:pt x="20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57" name="Freeform 648">
              <a:extLst>
                <a:ext uri="{FF2B5EF4-FFF2-40B4-BE49-F238E27FC236}">
                  <a16:creationId xmlns:a16="http://schemas.microsoft.com/office/drawing/2014/main" id="{3434152F-6617-4972-B2BD-C2527482D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873"/>
              <a:ext cx="52" cy="27"/>
            </a:xfrm>
            <a:custGeom>
              <a:avLst/>
              <a:gdLst>
                <a:gd name="T0" fmla="*/ 8 w 26"/>
                <a:gd name="T1" fmla="*/ 35 h 13"/>
                <a:gd name="T2" fmla="*/ 56 w 26"/>
                <a:gd name="T3" fmla="*/ 91 h 13"/>
                <a:gd name="T4" fmla="*/ 184 w 26"/>
                <a:gd name="T5" fmla="*/ 100 h 13"/>
                <a:gd name="T6" fmla="*/ 208 w 26"/>
                <a:gd name="T7" fmla="*/ 64 h 13"/>
                <a:gd name="T8" fmla="*/ 208 w 26"/>
                <a:gd name="T9" fmla="*/ 64 h 13"/>
                <a:gd name="T10" fmla="*/ 176 w 26"/>
                <a:gd name="T11" fmla="*/ 100 h 13"/>
                <a:gd name="T12" fmla="*/ 56 w 26"/>
                <a:gd name="T13" fmla="*/ 91 h 13"/>
                <a:gd name="T14" fmla="*/ 8 w 26"/>
                <a:gd name="T15" fmla="*/ 35 h 13"/>
                <a:gd name="T16" fmla="*/ 24 w 26"/>
                <a:gd name="T17" fmla="*/ 0 h 13"/>
                <a:gd name="T18" fmla="*/ 24 w 26"/>
                <a:gd name="T19" fmla="*/ 0 h 13"/>
                <a:gd name="T20" fmla="*/ 8 w 26"/>
                <a:gd name="T21" fmla="*/ 35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3">
                  <a:moveTo>
                    <a:pt x="1" y="4"/>
                  </a:moveTo>
                  <a:cubicBezTo>
                    <a:pt x="1" y="6"/>
                    <a:pt x="3" y="9"/>
                    <a:pt x="7" y="10"/>
                  </a:cubicBezTo>
                  <a:cubicBezTo>
                    <a:pt x="12" y="13"/>
                    <a:pt x="19" y="13"/>
                    <a:pt x="23" y="11"/>
                  </a:cubicBezTo>
                  <a:cubicBezTo>
                    <a:pt x="24" y="10"/>
                    <a:pt x="26" y="9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19" y="13"/>
                    <a:pt x="12" y="12"/>
                    <a:pt x="7" y="10"/>
                  </a:cubicBezTo>
                  <a:cubicBezTo>
                    <a:pt x="3" y="9"/>
                    <a:pt x="1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58" name="Freeform 649">
              <a:extLst>
                <a:ext uri="{FF2B5EF4-FFF2-40B4-BE49-F238E27FC236}">
                  <a16:creationId xmlns:a16="http://schemas.microsoft.com/office/drawing/2014/main" id="{51E13D77-2C87-409B-94B9-589B397EC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726"/>
              <a:ext cx="94" cy="78"/>
            </a:xfrm>
            <a:custGeom>
              <a:avLst/>
              <a:gdLst>
                <a:gd name="T0" fmla="*/ 160 w 47"/>
                <a:gd name="T1" fmla="*/ 0 h 37"/>
                <a:gd name="T2" fmla="*/ 40 w 47"/>
                <a:gd name="T3" fmla="*/ 57 h 37"/>
                <a:gd name="T4" fmla="*/ 8 w 47"/>
                <a:gd name="T5" fmla="*/ 177 h 37"/>
                <a:gd name="T6" fmla="*/ 248 w 47"/>
                <a:gd name="T7" fmla="*/ 297 h 37"/>
                <a:gd name="T8" fmla="*/ 336 w 47"/>
                <a:gd name="T9" fmla="*/ 57 h 37"/>
                <a:gd name="T10" fmla="*/ 160 w 47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37">
                  <a:moveTo>
                    <a:pt x="20" y="0"/>
                  </a:moveTo>
                  <a:cubicBezTo>
                    <a:pt x="14" y="0"/>
                    <a:pt x="9" y="1"/>
                    <a:pt x="5" y="6"/>
                  </a:cubicBezTo>
                  <a:cubicBezTo>
                    <a:pt x="2" y="9"/>
                    <a:pt x="0" y="14"/>
                    <a:pt x="1" y="19"/>
                  </a:cubicBezTo>
                  <a:cubicBezTo>
                    <a:pt x="3" y="30"/>
                    <a:pt x="18" y="37"/>
                    <a:pt x="31" y="32"/>
                  </a:cubicBezTo>
                  <a:cubicBezTo>
                    <a:pt x="44" y="26"/>
                    <a:pt x="47" y="13"/>
                    <a:pt x="42" y="6"/>
                  </a:cubicBezTo>
                  <a:cubicBezTo>
                    <a:pt x="36" y="0"/>
                    <a:pt x="32" y="0"/>
                    <a:pt x="20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59" name="Freeform 650">
              <a:extLst>
                <a:ext uri="{FF2B5EF4-FFF2-40B4-BE49-F238E27FC236}">
                  <a16:creationId xmlns:a16="http://schemas.microsoft.com/office/drawing/2014/main" id="{5DA47640-5B18-4880-83BF-4072A1B2B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30"/>
              <a:ext cx="70" cy="68"/>
            </a:xfrm>
            <a:custGeom>
              <a:avLst/>
              <a:gdLst>
                <a:gd name="T0" fmla="*/ 240 w 35"/>
                <a:gd name="T1" fmla="*/ 49 h 32"/>
                <a:gd name="T2" fmla="*/ 192 w 35"/>
                <a:gd name="T3" fmla="*/ 0 h 32"/>
                <a:gd name="T4" fmla="*/ 224 w 35"/>
                <a:gd name="T5" fmla="*/ 40 h 32"/>
                <a:gd name="T6" fmla="*/ 152 w 35"/>
                <a:gd name="T7" fmla="*/ 272 h 32"/>
                <a:gd name="T8" fmla="*/ 0 w 35"/>
                <a:gd name="T9" fmla="*/ 272 h 32"/>
                <a:gd name="T10" fmla="*/ 160 w 35"/>
                <a:gd name="T11" fmla="*/ 281 h 32"/>
                <a:gd name="T12" fmla="*/ 240 w 35"/>
                <a:gd name="T13" fmla="*/ 4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2">
                  <a:moveTo>
                    <a:pt x="30" y="5"/>
                  </a:moveTo>
                  <a:cubicBezTo>
                    <a:pt x="28" y="3"/>
                    <a:pt x="26" y="1"/>
                    <a:pt x="24" y="0"/>
                  </a:cubicBezTo>
                  <a:cubicBezTo>
                    <a:pt x="26" y="1"/>
                    <a:pt x="27" y="2"/>
                    <a:pt x="28" y="4"/>
                  </a:cubicBezTo>
                  <a:cubicBezTo>
                    <a:pt x="34" y="10"/>
                    <a:pt x="31" y="23"/>
                    <a:pt x="19" y="28"/>
                  </a:cubicBezTo>
                  <a:cubicBezTo>
                    <a:pt x="12" y="31"/>
                    <a:pt x="6" y="30"/>
                    <a:pt x="0" y="28"/>
                  </a:cubicBezTo>
                  <a:cubicBezTo>
                    <a:pt x="6" y="31"/>
                    <a:pt x="13" y="32"/>
                    <a:pt x="20" y="29"/>
                  </a:cubicBezTo>
                  <a:cubicBezTo>
                    <a:pt x="32" y="24"/>
                    <a:pt x="35" y="11"/>
                    <a:pt x="30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60" name="Freeform 651">
              <a:extLst>
                <a:ext uri="{FF2B5EF4-FFF2-40B4-BE49-F238E27FC236}">
                  <a16:creationId xmlns:a16="http://schemas.microsoft.com/office/drawing/2014/main" id="{2C2FB7F9-2EF4-485C-9BD7-D45B4E0FC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728"/>
              <a:ext cx="68" cy="64"/>
            </a:xfrm>
            <a:custGeom>
              <a:avLst/>
              <a:gdLst>
                <a:gd name="T0" fmla="*/ 24 w 34"/>
                <a:gd name="T1" fmla="*/ 173 h 30"/>
                <a:gd name="T2" fmla="*/ 48 w 34"/>
                <a:gd name="T3" fmla="*/ 60 h 30"/>
                <a:gd name="T4" fmla="*/ 160 w 34"/>
                <a:gd name="T5" fmla="*/ 0 h 30"/>
                <a:gd name="T6" fmla="*/ 272 w 34"/>
                <a:gd name="T7" fmla="*/ 19 h 30"/>
                <a:gd name="T8" fmla="*/ 152 w 34"/>
                <a:gd name="T9" fmla="*/ 0 h 30"/>
                <a:gd name="T10" fmla="*/ 40 w 34"/>
                <a:gd name="T11" fmla="*/ 49 h 30"/>
                <a:gd name="T12" fmla="*/ 8 w 34"/>
                <a:gd name="T13" fmla="*/ 173 h 30"/>
                <a:gd name="T14" fmla="*/ 96 w 34"/>
                <a:gd name="T15" fmla="*/ 292 h 30"/>
                <a:gd name="T16" fmla="*/ 24 w 34"/>
                <a:gd name="T17" fmla="*/ 173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30">
                  <a:moveTo>
                    <a:pt x="3" y="18"/>
                  </a:moveTo>
                  <a:cubicBezTo>
                    <a:pt x="2" y="13"/>
                    <a:pt x="4" y="9"/>
                    <a:pt x="6" y="6"/>
                  </a:cubicBezTo>
                  <a:cubicBezTo>
                    <a:pt x="10" y="1"/>
                    <a:pt x="14" y="1"/>
                    <a:pt x="20" y="0"/>
                  </a:cubicBezTo>
                  <a:cubicBezTo>
                    <a:pt x="27" y="0"/>
                    <a:pt x="31" y="0"/>
                    <a:pt x="34" y="2"/>
                  </a:cubicBezTo>
                  <a:cubicBezTo>
                    <a:pt x="30" y="0"/>
                    <a:pt x="26" y="0"/>
                    <a:pt x="19" y="0"/>
                  </a:cubicBezTo>
                  <a:cubicBezTo>
                    <a:pt x="13" y="0"/>
                    <a:pt x="8" y="1"/>
                    <a:pt x="5" y="5"/>
                  </a:cubicBezTo>
                  <a:cubicBezTo>
                    <a:pt x="2" y="8"/>
                    <a:pt x="0" y="13"/>
                    <a:pt x="1" y="18"/>
                  </a:cubicBezTo>
                  <a:cubicBezTo>
                    <a:pt x="2" y="23"/>
                    <a:pt x="6" y="27"/>
                    <a:pt x="12" y="30"/>
                  </a:cubicBezTo>
                  <a:cubicBezTo>
                    <a:pt x="7" y="27"/>
                    <a:pt x="3" y="23"/>
                    <a:pt x="3" y="1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61" name="Freeform 652">
              <a:extLst>
                <a:ext uri="{FF2B5EF4-FFF2-40B4-BE49-F238E27FC236}">
                  <a16:creationId xmlns:a16="http://schemas.microsoft.com/office/drawing/2014/main" id="{8E79EE8A-7C42-490C-AFD5-F9A402E3F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738"/>
              <a:ext cx="60" cy="39"/>
            </a:xfrm>
            <a:custGeom>
              <a:avLst/>
              <a:gdLst>
                <a:gd name="T0" fmla="*/ 168 w 30"/>
                <a:gd name="T1" fmla="*/ 20 h 18"/>
                <a:gd name="T2" fmla="*/ 104 w 30"/>
                <a:gd name="T3" fmla="*/ 173 h 18"/>
                <a:gd name="T4" fmla="*/ 16 w 30"/>
                <a:gd name="T5" fmla="*/ 61 h 18"/>
                <a:gd name="T6" fmla="*/ 168 w 30"/>
                <a:gd name="T7" fmla="*/ 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8">
                  <a:moveTo>
                    <a:pt x="21" y="2"/>
                  </a:moveTo>
                  <a:cubicBezTo>
                    <a:pt x="30" y="7"/>
                    <a:pt x="25" y="18"/>
                    <a:pt x="13" y="17"/>
                  </a:cubicBezTo>
                  <a:cubicBezTo>
                    <a:pt x="1" y="17"/>
                    <a:pt x="0" y="9"/>
                    <a:pt x="2" y="6"/>
                  </a:cubicBezTo>
                  <a:cubicBezTo>
                    <a:pt x="5" y="1"/>
                    <a:pt x="16" y="0"/>
                    <a:pt x="21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62" name="Freeform 653">
              <a:extLst>
                <a:ext uri="{FF2B5EF4-FFF2-40B4-BE49-F238E27FC236}">
                  <a16:creationId xmlns:a16="http://schemas.microsoft.com/office/drawing/2014/main" id="{79A4EB49-6A4B-4754-9C79-3299B5729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751"/>
              <a:ext cx="54" cy="26"/>
            </a:xfrm>
            <a:custGeom>
              <a:avLst/>
              <a:gdLst>
                <a:gd name="T0" fmla="*/ 192 w 27"/>
                <a:gd name="T1" fmla="*/ 0 h 12"/>
                <a:gd name="T2" fmla="*/ 88 w 27"/>
                <a:gd name="T3" fmla="*/ 104 h 12"/>
                <a:gd name="T4" fmla="*/ 0 w 27"/>
                <a:gd name="T5" fmla="*/ 52 h 12"/>
                <a:gd name="T6" fmla="*/ 96 w 27"/>
                <a:gd name="T7" fmla="*/ 113 h 12"/>
                <a:gd name="T8" fmla="*/ 192 w 2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2">
                  <a:moveTo>
                    <a:pt x="24" y="0"/>
                  </a:moveTo>
                  <a:cubicBezTo>
                    <a:pt x="25" y="5"/>
                    <a:pt x="20" y="10"/>
                    <a:pt x="11" y="10"/>
                  </a:cubicBezTo>
                  <a:cubicBezTo>
                    <a:pt x="5" y="10"/>
                    <a:pt x="1" y="7"/>
                    <a:pt x="0" y="5"/>
                  </a:cubicBezTo>
                  <a:cubicBezTo>
                    <a:pt x="1" y="8"/>
                    <a:pt x="4" y="11"/>
                    <a:pt x="12" y="11"/>
                  </a:cubicBezTo>
                  <a:cubicBezTo>
                    <a:pt x="21" y="12"/>
                    <a:pt x="27" y="5"/>
                    <a:pt x="24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63" name="Freeform 654">
              <a:extLst>
                <a:ext uri="{FF2B5EF4-FFF2-40B4-BE49-F238E27FC236}">
                  <a16:creationId xmlns:a16="http://schemas.microsoft.com/office/drawing/2014/main" id="{3171F42B-7B06-48D7-91D7-EC23C38BA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738"/>
              <a:ext cx="28" cy="7"/>
            </a:xfrm>
            <a:custGeom>
              <a:avLst/>
              <a:gdLst>
                <a:gd name="T0" fmla="*/ 112 w 14"/>
                <a:gd name="T1" fmla="*/ 12 h 3"/>
                <a:gd name="T2" fmla="*/ 0 w 14"/>
                <a:gd name="T3" fmla="*/ 37 h 3"/>
                <a:gd name="T4" fmla="*/ 112 w 1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">
                  <a:moveTo>
                    <a:pt x="14" y="1"/>
                  </a:moveTo>
                  <a:cubicBezTo>
                    <a:pt x="10" y="0"/>
                    <a:pt x="3" y="1"/>
                    <a:pt x="0" y="3"/>
                  </a:cubicBezTo>
                  <a:cubicBezTo>
                    <a:pt x="3" y="2"/>
                    <a:pt x="9" y="1"/>
                    <a:pt x="14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64" name="Freeform 655">
              <a:extLst>
                <a:ext uri="{FF2B5EF4-FFF2-40B4-BE49-F238E27FC236}">
                  <a16:creationId xmlns:a16="http://schemas.microsoft.com/office/drawing/2014/main" id="{094F8352-9C3C-41E4-A270-B73C36836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762"/>
              <a:ext cx="40" cy="23"/>
            </a:xfrm>
            <a:custGeom>
              <a:avLst/>
              <a:gdLst>
                <a:gd name="T0" fmla="*/ 0 w 20"/>
                <a:gd name="T1" fmla="*/ 44 h 11"/>
                <a:gd name="T2" fmla="*/ 160 w 20"/>
                <a:gd name="T3" fmla="*/ 0 h 11"/>
                <a:gd name="T4" fmla="*/ 0 w 20"/>
                <a:gd name="T5" fmla="*/ 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0" y="5"/>
                  </a:moveTo>
                  <a:cubicBezTo>
                    <a:pt x="3" y="7"/>
                    <a:pt x="16" y="9"/>
                    <a:pt x="20" y="0"/>
                  </a:cubicBezTo>
                  <a:cubicBezTo>
                    <a:pt x="19" y="4"/>
                    <a:pt x="11" y="11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65" name="Freeform 656">
              <a:extLst>
                <a:ext uri="{FF2B5EF4-FFF2-40B4-BE49-F238E27FC236}">
                  <a16:creationId xmlns:a16="http://schemas.microsoft.com/office/drawing/2014/main" id="{7A77D16D-30D2-4514-8CBD-D7D3A2F43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726"/>
              <a:ext cx="94" cy="78"/>
            </a:xfrm>
            <a:custGeom>
              <a:avLst/>
              <a:gdLst>
                <a:gd name="T0" fmla="*/ 160 w 47"/>
                <a:gd name="T1" fmla="*/ 0 h 37"/>
                <a:gd name="T2" fmla="*/ 40 w 47"/>
                <a:gd name="T3" fmla="*/ 57 h 37"/>
                <a:gd name="T4" fmla="*/ 8 w 47"/>
                <a:gd name="T5" fmla="*/ 177 h 37"/>
                <a:gd name="T6" fmla="*/ 248 w 47"/>
                <a:gd name="T7" fmla="*/ 297 h 37"/>
                <a:gd name="T8" fmla="*/ 336 w 47"/>
                <a:gd name="T9" fmla="*/ 57 h 37"/>
                <a:gd name="T10" fmla="*/ 160 w 47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37">
                  <a:moveTo>
                    <a:pt x="20" y="0"/>
                  </a:moveTo>
                  <a:cubicBezTo>
                    <a:pt x="14" y="0"/>
                    <a:pt x="9" y="1"/>
                    <a:pt x="5" y="6"/>
                  </a:cubicBezTo>
                  <a:cubicBezTo>
                    <a:pt x="2" y="9"/>
                    <a:pt x="0" y="14"/>
                    <a:pt x="1" y="19"/>
                  </a:cubicBezTo>
                  <a:cubicBezTo>
                    <a:pt x="3" y="30"/>
                    <a:pt x="18" y="37"/>
                    <a:pt x="31" y="32"/>
                  </a:cubicBezTo>
                  <a:cubicBezTo>
                    <a:pt x="44" y="26"/>
                    <a:pt x="47" y="13"/>
                    <a:pt x="42" y="6"/>
                  </a:cubicBezTo>
                  <a:cubicBezTo>
                    <a:pt x="36" y="0"/>
                    <a:pt x="32" y="0"/>
                    <a:pt x="20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66" name="Freeform 657">
              <a:extLst>
                <a:ext uri="{FF2B5EF4-FFF2-40B4-BE49-F238E27FC236}">
                  <a16:creationId xmlns:a16="http://schemas.microsoft.com/office/drawing/2014/main" id="{3A60EDCA-1E23-4CAF-9046-E34DD2D2D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743"/>
              <a:ext cx="52" cy="34"/>
            </a:xfrm>
            <a:custGeom>
              <a:avLst/>
              <a:gdLst>
                <a:gd name="T0" fmla="*/ 168 w 26"/>
                <a:gd name="T1" fmla="*/ 0 h 16"/>
                <a:gd name="T2" fmla="*/ 200 w 26"/>
                <a:gd name="T3" fmla="*/ 77 h 16"/>
                <a:gd name="T4" fmla="*/ 104 w 26"/>
                <a:gd name="T5" fmla="*/ 145 h 16"/>
                <a:gd name="T6" fmla="*/ 16 w 26"/>
                <a:gd name="T7" fmla="*/ 104 h 16"/>
                <a:gd name="T8" fmla="*/ 16 w 26"/>
                <a:gd name="T9" fmla="*/ 40 h 16"/>
                <a:gd name="T10" fmla="*/ 16 w 26"/>
                <a:gd name="T11" fmla="*/ 40 h 16"/>
                <a:gd name="T12" fmla="*/ 16 w 26"/>
                <a:gd name="T13" fmla="*/ 104 h 16"/>
                <a:gd name="T14" fmla="*/ 104 w 26"/>
                <a:gd name="T15" fmla="*/ 153 h 16"/>
                <a:gd name="T16" fmla="*/ 208 w 26"/>
                <a:gd name="T17" fmla="*/ 77 h 16"/>
                <a:gd name="T18" fmla="*/ 168 w 26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16">
                  <a:moveTo>
                    <a:pt x="21" y="0"/>
                  </a:moveTo>
                  <a:cubicBezTo>
                    <a:pt x="25" y="2"/>
                    <a:pt x="26" y="5"/>
                    <a:pt x="25" y="8"/>
                  </a:cubicBezTo>
                  <a:cubicBezTo>
                    <a:pt x="24" y="12"/>
                    <a:pt x="20" y="15"/>
                    <a:pt x="13" y="15"/>
                  </a:cubicBezTo>
                  <a:cubicBezTo>
                    <a:pt x="6" y="15"/>
                    <a:pt x="3" y="13"/>
                    <a:pt x="2" y="11"/>
                  </a:cubicBezTo>
                  <a:cubicBezTo>
                    <a:pt x="1" y="8"/>
                    <a:pt x="1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0" y="8"/>
                    <a:pt x="2" y="11"/>
                  </a:cubicBezTo>
                  <a:cubicBezTo>
                    <a:pt x="3" y="13"/>
                    <a:pt x="6" y="16"/>
                    <a:pt x="13" y="16"/>
                  </a:cubicBezTo>
                  <a:cubicBezTo>
                    <a:pt x="20" y="16"/>
                    <a:pt x="25" y="12"/>
                    <a:pt x="26" y="8"/>
                  </a:cubicBezTo>
                  <a:cubicBezTo>
                    <a:pt x="26" y="5"/>
                    <a:pt x="25" y="2"/>
                    <a:pt x="21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67" name="Freeform 658">
              <a:extLst>
                <a:ext uri="{FF2B5EF4-FFF2-40B4-BE49-F238E27FC236}">
                  <a16:creationId xmlns:a16="http://schemas.microsoft.com/office/drawing/2014/main" id="{806B83B9-9321-4A2E-9624-A2C0F88F7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115"/>
              <a:ext cx="91" cy="81"/>
            </a:xfrm>
            <a:custGeom>
              <a:avLst/>
              <a:gdLst>
                <a:gd name="T0" fmla="*/ 148 w 46"/>
                <a:gd name="T1" fmla="*/ 9 h 38"/>
                <a:gd name="T2" fmla="*/ 40 w 46"/>
                <a:gd name="T3" fmla="*/ 60 h 38"/>
                <a:gd name="T4" fmla="*/ 8 w 46"/>
                <a:gd name="T5" fmla="*/ 196 h 38"/>
                <a:gd name="T6" fmla="*/ 239 w 46"/>
                <a:gd name="T7" fmla="*/ 309 h 38"/>
                <a:gd name="T8" fmla="*/ 317 w 46"/>
                <a:gd name="T9" fmla="*/ 68 h 38"/>
                <a:gd name="T10" fmla="*/ 148 w 46"/>
                <a:gd name="T11" fmla="*/ 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8">
                  <a:moveTo>
                    <a:pt x="19" y="1"/>
                  </a:moveTo>
                  <a:cubicBezTo>
                    <a:pt x="13" y="1"/>
                    <a:pt x="8" y="2"/>
                    <a:pt x="5" y="6"/>
                  </a:cubicBezTo>
                  <a:cubicBezTo>
                    <a:pt x="2" y="10"/>
                    <a:pt x="0" y="15"/>
                    <a:pt x="1" y="20"/>
                  </a:cubicBezTo>
                  <a:cubicBezTo>
                    <a:pt x="3" y="31"/>
                    <a:pt x="18" y="38"/>
                    <a:pt x="31" y="32"/>
                  </a:cubicBezTo>
                  <a:cubicBezTo>
                    <a:pt x="44" y="27"/>
                    <a:pt x="46" y="13"/>
                    <a:pt x="41" y="7"/>
                  </a:cubicBezTo>
                  <a:cubicBezTo>
                    <a:pt x="35" y="1"/>
                    <a:pt x="31" y="0"/>
                    <a:pt x="19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68" name="Freeform 659">
              <a:extLst>
                <a:ext uri="{FF2B5EF4-FFF2-40B4-BE49-F238E27FC236}">
                  <a16:creationId xmlns:a16="http://schemas.microsoft.com/office/drawing/2014/main" id="{AEBFF296-D88B-416F-B7E0-7D220D8FC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122"/>
              <a:ext cx="69" cy="65"/>
            </a:xfrm>
            <a:custGeom>
              <a:avLst/>
              <a:gdLst>
                <a:gd name="T0" fmla="*/ 229 w 35"/>
                <a:gd name="T1" fmla="*/ 36 h 31"/>
                <a:gd name="T2" fmla="*/ 183 w 35"/>
                <a:gd name="T3" fmla="*/ 0 h 31"/>
                <a:gd name="T4" fmla="*/ 221 w 35"/>
                <a:gd name="T5" fmla="*/ 36 h 31"/>
                <a:gd name="T6" fmla="*/ 144 w 35"/>
                <a:gd name="T7" fmla="*/ 260 h 31"/>
                <a:gd name="T8" fmla="*/ 0 w 35"/>
                <a:gd name="T9" fmla="*/ 260 h 31"/>
                <a:gd name="T10" fmla="*/ 160 w 35"/>
                <a:gd name="T11" fmla="*/ 268 h 31"/>
                <a:gd name="T12" fmla="*/ 229 w 35"/>
                <a:gd name="T13" fmla="*/ 3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1">
                  <a:moveTo>
                    <a:pt x="30" y="4"/>
                  </a:moveTo>
                  <a:cubicBezTo>
                    <a:pt x="28" y="2"/>
                    <a:pt x="26" y="1"/>
                    <a:pt x="24" y="0"/>
                  </a:cubicBezTo>
                  <a:cubicBezTo>
                    <a:pt x="26" y="1"/>
                    <a:pt x="27" y="2"/>
                    <a:pt x="29" y="4"/>
                  </a:cubicBezTo>
                  <a:cubicBezTo>
                    <a:pt x="34" y="10"/>
                    <a:pt x="31" y="23"/>
                    <a:pt x="19" y="28"/>
                  </a:cubicBezTo>
                  <a:cubicBezTo>
                    <a:pt x="13" y="31"/>
                    <a:pt x="6" y="30"/>
                    <a:pt x="0" y="28"/>
                  </a:cubicBezTo>
                  <a:cubicBezTo>
                    <a:pt x="6" y="31"/>
                    <a:pt x="14" y="31"/>
                    <a:pt x="21" y="29"/>
                  </a:cubicBezTo>
                  <a:cubicBezTo>
                    <a:pt x="33" y="24"/>
                    <a:pt x="35" y="11"/>
                    <a:pt x="30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69" name="Freeform 660">
              <a:extLst>
                <a:ext uri="{FF2B5EF4-FFF2-40B4-BE49-F238E27FC236}">
                  <a16:creationId xmlns:a16="http://schemas.microsoft.com/office/drawing/2014/main" id="{5A68EDAC-5B2D-4DAF-9976-929D3EAFC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117"/>
              <a:ext cx="65" cy="64"/>
            </a:xfrm>
            <a:custGeom>
              <a:avLst/>
              <a:gdLst>
                <a:gd name="T0" fmla="*/ 16 w 33"/>
                <a:gd name="T1" fmla="*/ 186 h 30"/>
                <a:gd name="T2" fmla="*/ 47 w 33"/>
                <a:gd name="T3" fmla="*/ 60 h 30"/>
                <a:gd name="T4" fmla="*/ 144 w 33"/>
                <a:gd name="T5" fmla="*/ 9 h 30"/>
                <a:gd name="T6" fmla="*/ 252 w 33"/>
                <a:gd name="T7" fmla="*/ 19 h 30"/>
                <a:gd name="T8" fmla="*/ 136 w 33"/>
                <a:gd name="T9" fmla="*/ 9 h 30"/>
                <a:gd name="T10" fmla="*/ 32 w 33"/>
                <a:gd name="T11" fmla="*/ 60 h 30"/>
                <a:gd name="T12" fmla="*/ 0 w 33"/>
                <a:gd name="T13" fmla="*/ 173 h 30"/>
                <a:gd name="T14" fmla="*/ 85 w 33"/>
                <a:gd name="T15" fmla="*/ 292 h 30"/>
                <a:gd name="T16" fmla="*/ 16 w 33"/>
                <a:gd name="T17" fmla="*/ 18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0">
                  <a:moveTo>
                    <a:pt x="2" y="19"/>
                  </a:moveTo>
                  <a:cubicBezTo>
                    <a:pt x="1" y="14"/>
                    <a:pt x="3" y="10"/>
                    <a:pt x="6" y="6"/>
                  </a:cubicBezTo>
                  <a:cubicBezTo>
                    <a:pt x="9" y="2"/>
                    <a:pt x="14" y="2"/>
                    <a:pt x="19" y="1"/>
                  </a:cubicBezTo>
                  <a:cubicBezTo>
                    <a:pt x="26" y="1"/>
                    <a:pt x="30" y="1"/>
                    <a:pt x="33" y="2"/>
                  </a:cubicBezTo>
                  <a:cubicBezTo>
                    <a:pt x="30" y="0"/>
                    <a:pt x="26" y="0"/>
                    <a:pt x="18" y="1"/>
                  </a:cubicBezTo>
                  <a:cubicBezTo>
                    <a:pt x="12" y="1"/>
                    <a:pt x="8" y="2"/>
                    <a:pt x="4" y="6"/>
                  </a:cubicBezTo>
                  <a:cubicBezTo>
                    <a:pt x="2" y="9"/>
                    <a:pt x="0" y="14"/>
                    <a:pt x="0" y="18"/>
                  </a:cubicBezTo>
                  <a:cubicBezTo>
                    <a:pt x="1" y="24"/>
                    <a:pt x="6" y="28"/>
                    <a:pt x="11" y="30"/>
                  </a:cubicBezTo>
                  <a:cubicBezTo>
                    <a:pt x="6" y="28"/>
                    <a:pt x="3" y="24"/>
                    <a:pt x="2" y="1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70" name="Freeform 661">
              <a:extLst>
                <a:ext uri="{FF2B5EF4-FFF2-40B4-BE49-F238E27FC236}">
                  <a16:creationId xmlns:a16="http://schemas.microsoft.com/office/drawing/2014/main" id="{6BDC6B4D-4EDF-4A12-89CC-675B715EA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128"/>
              <a:ext cx="61" cy="38"/>
            </a:xfrm>
            <a:custGeom>
              <a:avLst/>
              <a:gdLst>
                <a:gd name="T0" fmla="*/ 167 w 31"/>
                <a:gd name="T1" fmla="*/ 27 h 18"/>
                <a:gd name="T2" fmla="*/ 100 w 31"/>
                <a:gd name="T3" fmla="*/ 169 h 18"/>
                <a:gd name="T4" fmla="*/ 16 w 31"/>
                <a:gd name="T5" fmla="*/ 57 h 18"/>
                <a:gd name="T6" fmla="*/ 167 w 31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8">
                  <a:moveTo>
                    <a:pt x="22" y="3"/>
                  </a:moveTo>
                  <a:cubicBezTo>
                    <a:pt x="31" y="8"/>
                    <a:pt x="25" y="18"/>
                    <a:pt x="13" y="18"/>
                  </a:cubicBezTo>
                  <a:cubicBezTo>
                    <a:pt x="1" y="18"/>
                    <a:pt x="0" y="10"/>
                    <a:pt x="2" y="6"/>
                  </a:cubicBezTo>
                  <a:cubicBezTo>
                    <a:pt x="5" y="1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71" name="Freeform 662">
              <a:extLst>
                <a:ext uri="{FF2B5EF4-FFF2-40B4-BE49-F238E27FC236}">
                  <a16:creationId xmlns:a16="http://schemas.microsoft.com/office/drawing/2014/main" id="{63EA77B1-E6CD-47F1-A578-32652C2D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3143"/>
              <a:ext cx="53" cy="23"/>
            </a:xfrm>
            <a:custGeom>
              <a:avLst/>
              <a:gdLst>
                <a:gd name="T0" fmla="*/ 181 w 27"/>
                <a:gd name="T1" fmla="*/ 0 h 11"/>
                <a:gd name="T2" fmla="*/ 84 w 27"/>
                <a:gd name="T3" fmla="*/ 84 h 11"/>
                <a:gd name="T4" fmla="*/ 0 w 27"/>
                <a:gd name="T5" fmla="*/ 36 h 11"/>
                <a:gd name="T6" fmla="*/ 92 w 27"/>
                <a:gd name="T7" fmla="*/ 100 h 11"/>
                <a:gd name="T8" fmla="*/ 181 w 2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">
                  <a:moveTo>
                    <a:pt x="24" y="0"/>
                  </a:moveTo>
                  <a:cubicBezTo>
                    <a:pt x="25" y="4"/>
                    <a:pt x="20" y="10"/>
                    <a:pt x="11" y="9"/>
                  </a:cubicBezTo>
                  <a:cubicBezTo>
                    <a:pt x="5" y="9"/>
                    <a:pt x="2" y="7"/>
                    <a:pt x="0" y="4"/>
                  </a:cubicBezTo>
                  <a:cubicBezTo>
                    <a:pt x="1" y="8"/>
                    <a:pt x="4" y="11"/>
                    <a:pt x="12" y="11"/>
                  </a:cubicBezTo>
                  <a:cubicBezTo>
                    <a:pt x="22" y="11"/>
                    <a:pt x="27" y="5"/>
                    <a:pt x="24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72" name="Freeform 663">
              <a:extLst>
                <a:ext uri="{FF2B5EF4-FFF2-40B4-BE49-F238E27FC236}">
                  <a16:creationId xmlns:a16="http://schemas.microsoft.com/office/drawing/2014/main" id="{90D2EDCE-25DC-46F6-BB5A-1B9605BC9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3130"/>
              <a:ext cx="25" cy="6"/>
            </a:xfrm>
            <a:custGeom>
              <a:avLst/>
              <a:gdLst>
                <a:gd name="T0" fmla="*/ 92 w 13"/>
                <a:gd name="T1" fmla="*/ 8 h 3"/>
                <a:gd name="T2" fmla="*/ 0 w 13"/>
                <a:gd name="T3" fmla="*/ 24 h 3"/>
                <a:gd name="T4" fmla="*/ 92 w 1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13" y="1"/>
                  </a:moveTo>
                  <a:cubicBezTo>
                    <a:pt x="9" y="0"/>
                    <a:pt x="2" y="1"/>
                    <a:pt x="0" y="3"/>
                  </a:cubicBezTo>
                  <a:cubicBezTo>
                    <a:pt x="2" y="2"/>
                    <a:pt x="9" y="0"/>
                    <a:pt x="13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73" name="Freeform 664">
              <a:extLst>
                <a:ext uri="{FF2B5EF4-FFF2-40B4-BE49-F238E27FC236}">
                  <a16:creationId xmlns:a16="http://schemas.microsoft.com/office/drawing/2014/main" id="{DB6E36E5-E6E4-4CDB-BC0A-32DD83B83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3153"/>
              <a:ext cx="39" cy="24"/>
            </a:xfrm>
            <a:custGeom>
              <a:avLst/>
              <a:gdLst>
                <a:gd name="T0" fmla="*/ 0 w 20"/>
                <a:gd name="T1" fmla="*/ 52 h 11"/>
                <a:gd name="T2" fmla="*/ 148 w 20"/>
                <a:gd name="T3" fmla="*/ 0 h 11"/>
                <a:gd name="T4" fmla="*/ 0 w 20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0" y="5"/>
                  </a:moveTo>
                  <a:cubicBezTo>
                    <a:pt x="3" y="7"/>
                    <a:pt x="15" y="9"/>
                    <a:pt x="20" y="0"/>
                  </a:cubicBezTo>
                  <a:cubicBezTo>
                    <a:pt x="19" y="4"/>
                    <a:pt x="10" y="11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74" name="Freeform 665">
              <a:extLst>
                <a:ext uri="{FF2B5EF4-FFF2-40B4-BE49-F238E27FC236}">
                  <a16:creationId xmlns:a16="http://schemas.microsoft.com/office/drawing/2014/main" id="{51EECA51-B77C-4D0A-90F7-049633D25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115"/>
              <a:ext cx="91" cy="81"/>
            </a:xfrm>
            <a:custGeom>
              <a:avLst/>
              <a:gdLst>
                <a:gd name="T0" fmla="*/ 148 w 46"/>
                <a:gd name="T1" fmla="*/ 9 h 38"/>
                <a:gd name="T2" fmla="*/ 40 w 46"/>
                <a:gd name="T3" fmla="*/ 60 h 38"/>
                <a:gd name="T4" fmla="*/ 8 w 46"/>
                <a:gd name="T5" fmla="*/ 196 h 38"/>
                <a:gd name="T6" fmla="*/ 239 w 46"/>
                <a:gd name="T7" fmla="*/ 309 h 38"/>
                <a:gd name="T8" fmla="*/ 317 w 46"/>
                <a:gd name="T9" fmla="*/ 68 h 38"/>
                <a:gd name="T10" fmla="*/ 148 w 46"/>
                <a:gd name="T11" fmla="*/ 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8">
                  <a:moveTo>
                    <a:pt x="19" y="1"/>
                  </a:moveTo>
                  <a:cubicBezTo>
                    <a:pt x="13" y="1"/>
                    <a:pt x="8" y="2"/>
                    <a:pt x="5" y="6"/>
                  </a:cubicBezTo>
                  <a:cubicBezTo>
                    <a:pt x="2" y="10"/>
                    <a:pt x="0" y="15"/>
                    <a:pt x="1" y="20"/>
                  </a:cubicBezTo>
                  <a:cubicBezTo>
                    <a:pt x="3" y="31"/>
                    <a:pt x="18" y="38"/>
                    <a:pt x="31" y="32"/>
                  </a:cubicBezTo>
                  <a:cubicBezTo>
                    <a:pt x="44" y="27"/>
                    <a:pt x="46" y="13"/>
                    <a:pt x="41" y="7"/>
                  </a:cubicBezTo>
                  <a:cubicBezTo>
                    <a:pt x="35" y="1"/>
                    <a:pt x="31" y="0"/>
                    <a:pt x="19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75" name="Freeform 666">
              <a:extLst>
                <a:ext uri="{FF2B5EF4-FFF2-40B4-BE49-F238E27FC236}">
                  <a16:creationId xmlns:a16="http://schemas.microsoft.com/office/drawing/2014/main" id="{9030B9E9-DECF-4C00-82FD-34749564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3134"/>
              <a:ext cx="51" cy="32"/>
            </a:xfrm>
            <a:custGeom>
              <a:avLst/>
              <a:gdLst>
                <a:gd name="T0" fmla="*/ 157 w 26"/>
                <a:gd name="T1" fmla="*/ 0 h 15"/>
                <a:gd name="T2" fmla="*/ 188 w 26"/>
                <a:gd name="T3" fmla="*/ 77 h 15"/>
                <a:gd name="T4" fmla="*/ 92 w 26"/>
                <a:gd name="T5" fmla="*/ 145 h 15"/>
                <a:gd name="T6" fmla="*/ 8 w 26"/>
                <a:gd name="T7" fmla="*/ 96 h 15"/>
                <a:gd name="T8" fmla="*/ 8 w 26"/>
                <a:gd name="T9" fmla="*/ 28 h 15"/>
                <a:gd name="T10" fmla="*/ 8 w 26"/>
                <a:gd name="T11" fmla="*/ 28 h 15"/>
                <a:gd name="T12" fmla="*/ 8 w 26"/>
                <a:gd name="T13" fmla="*/ 105 h 15"/>
                <a:gd name="T14" fmla="*/ 92 w 26"/>
                <a:gd name="T15" fmla="*/ 145 h 15"/>
                <a:gd name="T16" fmla="*/ 188 w 26"/>
                <a:gd name="T17" fmla="*/ 77 h 15"/>
                <a:gd name="T18" fmla="*/ 157 w 26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15">
                  <a:moveTo>
                    <a:pt x="21" y="0"/>
                  </a:moveTo>
                  <a:cubicBezTo>
                    <a:pt x="24" y="2"/>
                    <a:pt x="25" y="5"/>
                    <a:pt x="25" y="8"/>
                  </a:cubicBezTo>
                  <a:cubicBezTo>
                    <a:pt x="24" y="11"/>
                    <a:pt x="19" y="15"/>
                    <a:pt x="12" y="15"/>
                  </a:cubicBezTo>
                  <a:cubicBezTo>
                    <a:pt x="5" y="15"/>
                    <a:pt x="3" y="12"/>
                    <a:pt x="1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2" y="13"/>
                    <a:pt x="5" y="15"/>
                    <a:pt x="12" y="15"/>
                  </a:cubicBezTo>
                  <a:cubicBezTo>
                    <a:pt x="20" y="15"/>
                    <a:pt x="24" y="12"/>
                    <a:pt x="25" y="8"/>
                  </a:cubicBezTo>
                  <a:cubicBezTo>
                    <a:pt x="26" y="5"/>
                    <a:pt x="24" y="2"/>
                    <a:pt x="21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76" name="Freeform 667">
              <a:extLst>
                <a:ext uri="{FF2B5EF4-FFF2-40B4-BE49-F238E27FC236}">
                  <a16:creationId xmlns:a16="http://schemas.microsoft.com/office/drawing/2014/main" id="{45FE4223-4E9F-4CA4-930A-6460ACBBD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32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40 w 40"/>
                <a:gd name="T3" fmla="*/ 49 h 32"/>
                <a:gd name="T4" fmla="*/ 8 w 40"/>
                <a:gd name="T5" fmla="*/ 164 h 32"/>
                <a:gd name="T6" fmla="*/ 216 w 40"/>
                <a:gd name="T7" fmla="*/ 272 h 32"/>
                <a:gd name="T8" fmla="*/ 288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8" y="2"/>
                    <a:pt x="5" y="5"/>
                  </a:cubicBezTo>
                  <a:cubicBezTo>
                    <a:pt x="2" y="9"/>
                    <a:pt x="0" y="12"/>
                    <a:pt x="1" y="17"/>
                  </a:cubicBezTo>
                  <a:cubicBezTo>
                    <a:pt x="3" y="27"/>
                    <a:pt x="16" y="32"/>
                    <a:pt x="27" y="28"/>
                  </a:cubicBezTo>
                  <a:cubicBezTo>
                    <a:pt x="38" y="23"/>
                    <a:pt x="40" y="12"/>
                    <a:pt x="36" y="6"/>
                  </a:cubicBezTo>
                  <a:cubicBezTo>
                    <a:pt x="31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77" name="Freeform 668">
              <a:extLst>
                <a:ext uri="{FF2B5EF4-FFF2-40B4-BE49-F238E27FC236}">
                  <a16:creationId xmlns:a16="http://schemas.microsoft.com/office/drawing/2014/main" id="{124322D0-FAE2-4A67-A660-6B9ACA1AB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3039"/>
              <a:ext cx="58" cy="55"/>
            </a:xfrm>
            <a:custGeom>
              <a:avLst/>
              <a:gdLst>
                <a:gd name="T0" fmla="*/ 200 w 29"/>
                <a:gd name="T1" fmla="*/ 28 h 26"/>
                <a:gd name="T2" fmla="*/ 160 w 29"/>
                <a:gd name="T3" fmla="*/ 0 h 26"/>
                <a:gd name="T4" fmla="*/ 192 w 29"/>
                <a:gd name="T5" fmla="*/ 28 h 26"/>
                <a:gd name="T6" fmla="*/ 128 w 29"/>
                <a:gd name="T7" fmla="*/ 220 h 26"/>
                <a:gd name="T8" fmla="*/ 0 w 29"/>
                <a:gd name="T9" fmla="*/ 220 h 26"/>
                <a:gd name="T10" fmla="*/ 136 w 29"/>
                <a:gd name="T11" fmla="*/ 228 h 26"/>
                <a:gd name="T12" fmla="*/ 200 w 29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6">
                  <a:moveTo>
                    <a:pt x="25" y="3"/>
                  </a:moveTo>
                  <a:cubicBezTo>
                    <a:pt x="23" y="2"/>
                    <a:pt x="22" y="0"/>
                    <a:pt x="20" y="0"/>
                  </a:cubicBezTo>
                  <a:cubicBezTo>
                    <a:pt x="21" y="0"/>
                    <a:pt x="23" y="1"/>
                    <a:pt x="24" y="3"/>
                  </a:cubicBezTo>
                  <a:cubicBezTo>
                    <a:pt x="28" y="8"/>
                    <a:pt x="26" y="19"/>
                    <a:pt x="16" y="23"/>
                  </a:cubicBezTo>
                  <a:cubicBezTo>
                    <a:pt x="10" y="26"/>
                    <a:pt x="4" y="25"/>
                    <a:pt x="0" y="23"/>
                  </a:cubicBezTo>
                  <a:cubicBezTo>
                    <a:pt x="4" y="26"/>
                    <a:pt x="11" y="26"/>
                    <a:pt x="17" y="24"/>
                  </a:cubicBezTo>
                  <a:cubicBezTo>
                    <a:pt x="27" y="20"/>
                    <a:pt x="29" y="9"/>
                    <a:pt x="25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78" name="Freeform 669">
              <a:extLst>
                <a:ext uri="{FF2B5EF4-FFF2-40B4-BE49-F238E27FC236}">
                  <a16:creationId xmlns:a16="http://schemas.microsoft.com/office/drawing/2014/main" id="{F790D750-B628-4797-826B-F9ADEB6CF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034"/>
              <a:ext cx="58" cy="56"/>
            </a:xfrm>
            <a:custGeom>
              <a:avLst/>
              <a:gdLst>
                <a:gd name="T0" fmla="*/ 16 w 29"/>
                <a:gd name="T1" fmla="*/ 157 h 26"/>
                <a:gd name="T2" fmla="*/ 40 w 29"/>
                <a:gd name="T3" fmla="*/ 52 h 26"/>
                <a:gd name="T4" fmla="*/ 136 w 29"/>
                <a:gd name="T5" fmla="*/ 9 h 26"/>
                <a:gd name="T6" fmla="*/ 232 w 29"/>
                <a:gd name="T7" fmla="*/ 19 h 26"/>
                <a:gd name="T8" fmla="*/ 128 w 29"/>
                <a:gd name="T9" fmla="*/ 0 h 26"/>
                <a:gd name="T10" fmla="*/ 32 w 29"/>
                <a:gd name="T11" fmla="*/ 52 h 26"/>
                <a:gd name="T12" fmla="*/ 8 w 29"/>
                <a:gd name="T13" fmla="*/ 157 h 26"/>
                <a:gd name="T14" fmla="*/ 80 w 29"/>
                <a:gd name="T15" fmla="*/ 261 h 26"/>
                <a:gd name="T16" fmla="*/ 16 w 29"/>
                <a:gd name="T17" fmla="*/ 15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3" y="1"/>
                    <a:pt x="26" y="1"/>
                    <a:pt x="29" y="2"/>
                  </a:cubicBezTo>
                  <a:cubicBezTo>
                    <a:pt x="26" y="0"/>
                    <a:pt x="22" y="0"/>
                    <a:pt x="16" y="0"/>
                  </a:cubicBez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1"/>
                    <a:pt x="1" y="16"/>
                  </a:cubicBezTo>
                  <a:cubicBezTo>
                    <a:pt x="2" y="20"/>
                    <a:pt x="5" y="24"/>
                    <a:pt x="10" y="26"/>
                  </a:cubicBezTo>
                  <a:cubicBezTo>
                    <a:pt x="6" y="24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79" name="Freeform 670">
              <a:extLst>
                <a:ext uri="{FF2B5EF4-FFF2-40B4-BE49-F238E27FC236}">
                  <a16:creationId xmlns:a16="http://schemas.microsoft.com/office/drawing/2014/main" id="{E2BB7956-8218-4079-9732-18EED2968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043"/>
              <a:ext cx="52" cy="34"/>
            </a:xfrm>
            <a:custGeom>
              <a:avLst/>
              <a:gdLst>
                <a:gd name="T0" fmla="*/ 144 w 26"/>
                <a:gd name="T1" fmla="*/ 28 h 16"/>
                <a:gd name="T2" fmla="*/ 88 w 26"/>
                <a:gd name="T3" fmla="*/ 153 h 16"/>
                <a:gd name="T4" fmla="*/ 8 w 26"/>
                <a:gd name="T5" fmla="*/ 49 h 16"/>
                <a:gd name="T6" fmla="*/ 144 w 26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8" y="3"/>
                  </a:moveTo>
                  <a:cubicBezTo>
                    <a:pt x="26" y="7"/>
                    <a:pt x="21" y="16"/>
                    <a:pt x="11" y="16"/>
                  </a:cubicBezTo>
                  <a:cubicBezTo>
                    <a:pt x="0" y="16"/>
                    <a:pt x="0" y="9"/>
                    <a:pt x="1" y="5"/>
                  </a:cubicBezTo>
                  <a:cubicBezTo>
                    <a:pt x="4" y="1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80" name="Freeform 671">
              <a:extLst>
                <a:ext uri="{FF2B5EF4-FFF2-40B4-BE49-F238E27FC236}">
                  <a16:creationId xmlns:a16="http://schemas.microsoft.com/office/drawing/2014/main" id="{3F6A43D8-FF0E-4F29-B6BB-02F1B544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056"/>
              <a:ext cx="44" cy="21"/>
            </a:xfrm>
            <a:custGeom>
              <a:avLst/>
              <a:gdLst>
                <a:gd name="T0" fmla="*/ 160 w 22"/>
                <a:gd name="T1" fmla="*/ 0 h 10"/>
                <a:gd name="T2" fmla="*/ 72 w 22"/>
                <a:gd name="T3" fmla="*/ 76 h 10"/>
                <a:gd name="T4" fmla="*/ 0 w 22"/>
                <a:gd name="T5" fmla="*/ 36 h 10"/>
                <a:gd name="T6" fmla="*/ 80 w 22"/>
                <a:gd name="T7" fmla="*/ 92 h 10"/>
                <a:gd name="T8" fmla="*/ 160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0" y="0"/>
                  </a:moveTo>
                  <a:cubicBezTo>
                    <a:pt x="21" y="4"/>
                    <a:pt x="16" y="8"/>
                    <a:pt x="9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0" y="7"/>
                    <a:pt x="3" y="10"/>
                    <a:pt x="10" y="10"/>
                  </a:cubicBezTo>
                  <a:cubicBezTo>
                    <a:pt x="18" y="10"/>
                    <a:pt x="22" y="4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81" name="Freeform 672">
              <a:extLst>
                <a:ext uri="{FF2B5EF4-FFF2-40B4-BE49-F238E27FC236}">
                  <a16:creationId xmlns:a16="http://schemas.microsoft.com/office/drawing/2014/main" id="{B437DC7F-A813-4FE4-9111-60DB0559A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045"/>
              <a:ext cx="24" cy="6"/>
            </a:xfrm>
            <a:custGeom>
              <a:avLst/>
              <a:gdLst>
                <a:gd name="T0" fmla="*/ 96 w 12"/>
                <a:gd name="T1" fmla="*/ 8 h 3"/>
                <a:gd name="T2" fmla="*/ 0 w 12"/>
                <a:gd name="T3" fmla="*/ 24 h 3"/>
                <a:gd name="T4" fmla="*/ 96 w 1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1"/>
                    <a:pt x="0" y="3"/>
                  </a:cubicBezTo>
                  <a:cubicBezTo>
                    <a:pt x="3" y="2"/>
                    <a:pt x="8" y="0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82" name="Freeform 673">
              <a:extLst>
                <a:ext uri="{FF2B5EF4-FFF2-40B4-BE49-F238E27FC236}">
                  <a16:creationId xmlns:a16="http://schemas.microsoft.com/office/drawing/2014/main" id="{14F3EA09-466A-456A-A9AC-92FCE7267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066"/>
              <a:ext cx="34" cy="17"/>
            </a:xfrm>
            <a:custGeom>
              <a:avLst/>
              <a:gdLst>
                <a:gd name="T0" fmla="*/ 0 w 17"/>
                <a:gd name="T1" fmla="*/ 40 h 8"/>
                <a:gd name="T2" fmla="*/ 136 w 17"/>
                <a:gd name="T3" fmla="*/ 0 h 8"/>
                <a:gd name="T4" fmla="*/ 0 w 17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4"/>
                  </a:moveTo>
                  <a:cubicBezTo>
                    <a:pt x="3" y="5"/>
                    <a:pt x="14" y="7"/>
                    <a:pt x="17" y="0"/>
                  </a:cubicBezTo>
                  <a:cubicBezTo>
                    <a:pt x="17" y="3"/>
                    <a:pt x="9" y="8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83" name="Freeform 674">
              <a:extLst>
                <a:ext uri="{FF2B5EF4-FFF2-40B4-BE49-F238E27FC236}">
                  <a16:creationId xmlns:a16="http://schemas.microsoft.com/office/drawing/2014/main" id="{10C3C7F6-8DF3-49E1-882E-F16DD9B2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32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40 w 40"/>
                <a:gd name="T3" fmla="*/ 49 h 32"/>
                <a:gd name="T4" fmla="*/ 8 w 40"/>
                <a:gd name="T5" fmla="*/ 164 h 32"/>
                <a:gd name="T6" fmla="*/ 216 w 40"/>
                <a:gd name="T7" fmla="*/ 272 h 32"/>
                <a:gd name="T8" fmla="*/ 288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8" y="2"/>
                    <a:pt x="5" y="5"/>
                  </a:cubicBezTo>
                  <a:cubicBezTo>
                    <a:pt x="2" y="9"/>
                    <a:pt x="0" y="12"/>
                    <a:pt x="1" y="17"/>
                  </a:cubicBezTo>
                  <a:cubicBezTo>
                    <a:pt x="3" y="27"/>
                    <a:pt x="16" y="32"/>
                    <a:pt x="27" y="28"/>
                  </a:cubicBezTo>
                  <a:cubicBezTo>
                    <a:pt x="38" y="23"/>
                    <a:pt x="40" y="12"/>
                    <a:pt x="36" y="6"/>
                  </a:cubicBezTo>
                  <a:cubicBezTo>
                    <a:pt x="31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84" name="Freeform 675">
              <a:extLst>
                <a:ext uri="{FF2B5EF4-FFF2-40B4-BE49-F238E27FC236}">
                  <a16:creationId xmlns:a16="http://schemas.microsoft.com/office/drawing/2014/main" id="{244D5D00-7D83-4C07-B476-F18685090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049"/>
              <a:ext cx="44" cy="28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0 h 13"/>
                <a:gd name="T4" fmla="*/ 88 w 22"/>
                <a:gd name="T5" fmla="*/ 129 h 13"/>
                <a:gd name="T6" fmla="*/ 16 w 22"/>
                <a:gd name="T7" fmla="*/ 88 h 13"/>
                <a:gd name="T8" fmla="*/ 8 w 22"/>
                <a:gd name="T9" fmla="*/ 19 h 13"/>
                <a:gd name="T10" fmla="*/ 8 w 22"/>
                <a:gd name="T11" fmla="*/ 19 h 13"/>
                <a:gd name="T12" fmla="*/ 8 w 22"/>
                <a:gd name="T13" fmla="*/ 88 h 13"/>
                <a:gd name="T14" fmla="*/ 88 w 22"/>
                <a:gd name="T15" fmla="*/ 129 h 13"/>
                <a:gd name="T16" fmla="*/ 176 w 22"/>
                <a:gd name="T17" fmla="*/ 60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1"/>
                    <a:pt x="22" y="4"/>
                    <a:pt x="21" y="6"/>
                  </a:cubicBezTo>
                  <a:cubicBezTo>
                    <a:pt x="21" y="9"/>
                    <a:pt x="17" y="13"/>
                    <a:pt x="11" y="13"/>
                  </a:cubicBezTo>
                  <a:cubicBezTo>
                    <a:pt x="5" y="12"/>
                    <a:pt x="3" y="10"/>
                    <a:pt x="2" y="9"/>
                  </a:cubicBezTo>
                  <a:cubicBezTo>
                    <a:pt x="0" y="6"/>
                    <a:pt x="1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2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6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85" name="Freeform 676">
              <a:extLst>
                <a:ext uri="{FF2B5EF4-FFF2-40B4-BE49-F238E27FC236}">
                  <a16:creationId xmlns:a16="http://schemas.microsoft.com/office/drawing/2014/main" id="{9F7DE61E-C697-4001-B0DD-35E9F3E60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124"/>
              <a:ext cx="98" cy="78"/>
            </a:xfrm>
            <a:custGeom>
              <a:avLst/>
              <a:gdLst>
                <a:gd name="T0" fmla="*/ 88 w 49"/>
                <a:gd name="T1" fmla="*/ 67 h 37"/>
                <a:gd name="T2" fmla="*/ 32 w 49"/>
                <a:gd name="T3" fmla="*/ 160 h 37"/>
                <a:gd name="T4" fmla="*/ 216 w 49"/>
                <a:gd name="T5" fmla="*/ 320 h 37"/>
                <a:gd name="T6" fmla="*/ 392 w 49"/>
                <a:gd name="T7" fmla="*/ 120 h 37"/>
                <a:gd name="T8" fmla="*/ 296 w 49"/>
                <a:gd name="T9" fmla="*/ 8 h 37"/>
                <a:gd name="T10" fmla="*/ 176 w 49"/>
                <a:gd name="T11" fmla="*/ 36 h 37"/>
                <a:gd name="T12" fmla="*/ 88 w 49"/>
                <a:gd name="T13" fmla="*/ 6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7">
                  <a:moveTo>
                    <a:pt x="11" y="7"/>
                  </a:moveTo>
                  <a:cubicBezTo>
                    <a:pt x="7" y="9"/>
                    <a:pt x="4" y="13"/>
                    <a:pt x="4" y="17"/>
                  </a:cubicBezTo>
                  <a:cubicBezTo>
                    <a:pt x="0" y="30"/>
                    <a:pt x="13" y="37"/>
                    <a:pt x="27" y="34"/>
                  </a:cubicBezTo>
                  <a:cubicBezTo>
                    <a:pt x="41" y="31"/>
                    <a:pt x="49" y="20"/>
                    <a:pt x="49" y="13"/>
                  </a:cubicBezTo>
                  <a:cubicBezTo>
                    <a:pt x="48" y="6"/>
                    <a:pt x="44" y="2"/>
                    <a:pt x="37" y="1"/>
                  </a:cubicBezTo>
                  <a:cubicBezTo>
                    <a:pt x="32" y="0"/>
                    <a:pt x="25" y="3"/>
                    <a:pt x="22" y="4"/>
                  </a:cubicBezTo>
                  <a:cubicBezTo>
                    <a:pt x="18" y="5"/>
                    <a:pt x="14" y="5"/>
                    <a:pt x="11" y="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86" name="Freeform 677">
              <a:extLst>
                <a:ext uri="{FF2B5EF4-FFF2-40B4-BE49-F238E27FC236}">
                  <a16:creationId xmlns:a16="http://schemas.microsoft.com/office/drawing/2014/main" id="{0816756C-794F-4227-A477-B40885632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126"/>
              <a:ext cx="82" cy="27"/>
            </a:xfrm>
            <a:custGeom>
              <a:avLst/>
              <a:gdLst>
                <a:gd name="T0" fmla="*/ 248 w 41"/>
                <a:gd name="T1" fmla="*/ 0 h 13"/>
                <a:gd name="T2" fmla="*/ 136 w 41"/>
                <a:gd name="T3" fmla="*/ 25 h 13"/>
                <a:gd name="T4" fmla="*/ 48 w 41"/>
                <a:gd name="T5" fmla="*/ 52 h 13"/>
                <a:gd name="T6" fmla="*/ 0 w 41"/>
                <a:gd name="T7" fmla="*/ 116 h 13"/>
                <a:gd name="T8" fmla="*/ 48 w 41"/>
                <a:gd name="T9" fmla="*/ 73 h 13"/>
                <a:gd name="T10" fmla="*/ 128 w 41"/>
                <a:gd name="T11" fmla="*/ 35 h 13"/>
                <a:gd name="T12" fmla="*/ 240 w 41"/>
                <a:gd name="T13" fmla="*/ 17 h 13"/>
                <a:gd name="T14" fmla="*/ 328 w 41"/>
                <a:gd name="T15" fmla="*/ 108 h 13"/>
                <a:gd name="T16" fmla="*/ 328 w 41"/>
                <a:gd name="T17" fmla="*/ 108 h 13"/>
                <a:gd name="T18" fmla="*/ 248 w 41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13">
                  <a:moveTo>
                    <a:pt x="31" y="0"/>
                  </a:moveTo>
                  <a:cubicBezTo>
                    <a:pt x="26" y="0"/>
                    <a:pt x="20" y="2"/>
                    <a:pt x="17" y="3"/>
                  </a:cubicBezTo>
                  <a:cubicBezTo>
                    <a:pt x="13" y="4"/>
                    <a:pt x="9" y="4"/>
                    <a:pt x="6" y="6"/>
                  </a:cubicBezTo>
                  <a:cubicBezTo>
                    <a:pt x="3" y="8"/>
                    <a:pt x="1" y="10"/>
                    <a:pt x="0" y="13"/>
                  </a:cubicBezTo>
                  <a:cubicBezTo>
                    <a:pt x="1" y="11"/>
                    <a:pt x="3" y="9"/>
                    <a:pt x="6" y="8"/>
                  </a:cubicBezTo>
                  <a:cubicBezTo>
                    <a:pt x="8" y="6"/>
                    <a:pt x="13" y="5"/>
                    <a:pt x="16" y="4"/>
                  </a:cubicBezTo>
                  <a:cubicBezTo>
                    <a:pt x="19" y="3"/>
                    <a:pt x="25" y="1"/>
                    <a:pt x="30" y="2"/>
                  </a:cubicBezTo>
                  <a:cubicBezTo>
                    <a:pt x="36" y="3"/>
                    <a:pt x="40" y="5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0" y="5"/>
                    <a:pt x="37" y="1"/>
                    <a:pt x="3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87" name="Freeform 678">
              <a:extLst>
                <a:ext uri="{FF2B5EF4-FFF2-40B4-BE49-F238E27FC236}">
                  <a16:creationId xmlns:a16="http://schemas.microsoft.com/office/drawing/2014/main" id="{58BA42FC-556F-4571-AA55-A776C6DF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156"/>
              <a:ext cx="90" cy="44"/>
            </a:xfrm>
            <a:custGeom>
              <a:avLst/>
              <a:gdLst>
                <a:gd name="T0" fmla="*/ 200 w 45"/>
                <a:gd name="T1" fmla="*/ 157 h 21"/>
                <a:gd name="T2" fmla="*/ 24 w 45"/>
                <a:gd name="T3" fmla="*/ 0 h 21"/>
                <a:gd name="T4" fmla="*/ 24 w 45"/>
                <a:gd name="T5" fmla="*/ 0 h 21"/>
                <a:gd name="T6" fmla="*/ 24 w 45"/>
                <a:gd name="T7" fmla="*/ 17 h 21"/>
                <a:gd name="T8" fmla="*/ 200 w 45"/>
                <a:gd name="T9" fmla="*/ 168 h 21"/>
                <a:gd name="T10" fmla="*/ 360 w 45"/>
                <a:gd name="T11" fmla="*/ 17 h 21"/>
                <a:gd name="T12" fmla="*/ 200 w 45"/>
                <a:gd name="T13" fmla="*/ 15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1">
                  <a:moveTo>
                    <a:pt x="25" y="17"/>
                  </a:moveTo>
                  <a:cubicBezTo>
                    <a:pt x="13" y="19"/>
                    <a:pt x="0" y="13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0" y="14"/>
                    <a:pt x="12" y="21"/>
                    <a:pt x="25" y="18"/>
                  </a:cubicBezTo>
                  <a:cubicBezTo>
                    <a:pt x="36" y="16"/>
                    <a:pt x="43" y="8"/>
                    <a:pt x="45" y="2"/>
                  </a:cubicBezTo>
                  <a:cubicBezTo>
                    <a:pt x="42" y="8"/>
                    <a:pt x="35" y="15"/>
                    <a:pt x="25" y="1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88" name="Freeform 679">
              <a:extLst>
                <a:ext uri="{FF2B5EF4-FFF2-40B4-BE49-F238E27FC236}">
                  <a16:creationId xmlns:a16="http://schemas.microsoft.com/office/drawing/2014/main" id="{90B21EEA-42B3-4DC5-ACD6-452F9F715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3145"/>
              <a:ext cx="56" cy="32"/>
            </a:xfrm>
            <a:custGeom>
              <a:avLst/>
              <a:gdLst>
                <a:gd name="T0" fmla="*/ 216 w 28"/>
                <a:gd name="T1" fmla="*/ 28 h 15"/>
                <a:gd name="T2" fmla="*/ 88 w 28"/>
                <a:gd name="T3" fmla="*/ 137 h 15"/>
                <a:gd name="T4" fmla="*/ 24 w 28"/>
                <a:gd name="T5" fmla="*/ 68 h 15"/>
                <a:gd name="T6" fmla="*/ 120 w 28"/>
                <a:gd name="T7" fmla="*/ 9 h 15"/>
                <a:gd name="T8" fmla="*/ 216 w 28"/>
                <a:gd name="T9" fmla="*/ 2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7" y="3"/>
                  </a:moveTo>
                  <a:cubicBezTo>
                    <a:pt x="28" y="10"/>
                    <a:pt x="19" y="14"/>
                    <a:pt x="11" y="14"/>
                  </a:cubicBezTo>
                  <a:cubicBezTo>
                    <a:pt x="3" y="15"/>
                    <a:pt x="0" y="10"/>
                    <a:pt x="3" y="7"/>
                  </a:cubicBezTo>
                  <a:cubicBezTo>
                    <a:pt x="6" y="4"/>
                    <a:pt x="9" y="2"/>
                    <a:pt x="15" y="1"/>
                  </a:cubicBezTo>
                  <a:cubicBezTo>
                    <a:pt x="21" y="0"/>
                    <a:pt x="26" y="0"/>
                    <a:pt x="27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89" name="Freeform 680">
              <a:extLst>
                <a:ext uri="{FF2B5EF4-FFF2-40B4-BE49-F238E27FC236}">
                  <a16:creationId xmlns:a16="http://schemas.microsoft.com/office/drawing/2014/main" id="{6A9A0720-2C3D-4F6F-B9D7-364C95287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3151"/>
              <a:ext cx="54" cy="26"/>
            </a:xfrm>
            <a:custGeom>
              <a:avLst/>
              <a:gdLst>
                <a:gd name="T0" fmla="*/ 80 w 27"/>
                <a:gd name="T1" fmla="*/ 93 h 12"/>
                <a:gd name="T2" fmla="*/ 8 w 27"/>
                <a:gd name="T3" fmla="*/ 52 h 12"/>
                <a:gd name="T4" fmla="*/ 80 w 27"/>
                <a:gd name="T5" fmla="*/ 113 h 12"/>
                <a:gd name="T6" fmla="*/ 208 w 27"/>
                <a:gd name="T7" fmla="*/ 0 h 12"/>
                <a:gd name="T8" fmla="*/ 80 w 27"/>
                <a:gd name="T9" fmla="*/ 9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2">
                  <a:moveTo>
                    <a:pt x="10" y="9"/>
                  </a:moveTo>
                  <a:cubicBezTo>
                    <a:pt x="4" y="10"/>
                    <a:pt x="2" y="8"/>
                    <a:pt x="1" y="5"/>
                  </a:cubicBezTo>
                  <a:cubicBezTo>
                    <a:pt x="0" y="8"/>
                    <a:pt x="3" y="12"/>
                    <a:pt x="10" y="11"/>
                  </a:cubicBezTo>
                  <a:cubicBezTo>
                    <a:pt x="18" y="11"/>
                    <a:pt x="27" y="7"/>
                    <a:pt x="26" y="0"/>
                  </a:cubicBezTo>
                  <a:cubicBezTo>
                    <a:pt x="25" y="6"/>
                    <a:pt x="17" y="9"/>
                    <a:pt x="10" y="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90" name="Freeform 681">
              <a:extLst>
                <a:ext uri="{FF2B5EF4-FFF2-40B4-BE49-F238E27FC236}">
                  <a16:creationId xmlns:a16="http://schemas.microsoft.com/office/drawing/2014/main" id="{3B04453C-C839-4EB9-BCE1-5E45397B1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143"/>
              <a:ext cx="36" cy="8"/>
            </a:xfrm>
            <a:custGeom>
              <a:avLst/>
              <a:gdLst>
                <a:gd name="T0" fmla="*/ 0 w 18"/>
                <a:gd name="T1" fmla="*/ 32 h 4"/>
                <a:gd name="T2" fmla="*/ 144 w 18"/>
                <a:gd name="T3" fmla="*/ 16 h 4"/>
                <a:gd name="T4" fmla="*/ 64 w 18"/>
                <a:gd name="T5" fmla="*/ 24 h 4"/>
                <a:gd name="T6" fmla="*/ 0 w 18"/>
                <a:gd name="T7" fmla="*/ 3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5" y="2"/>
                    <a:pt x="13" y="0"/>
                    <a:pt x="18" y="2"/>
                  </a:cubicBezTo>
                  <a:cubicBezTo>
                    <a:pt x="15" y="2"/>
                    <a:pt x="11" y="2"/>
                    <a:pt x="8" y="3"/>
                  </a:cubicBezTo>
                  <a:cubicBezTo>
                    <a:pt x="5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91" name="Freeform 682">
              <a:extLst>
                <a:ext uri="{FF2B5EF4-FFF2-40B4-BE49-F238E27FC236}">
                  <a16:creationId xmlns:a16="http://schemas.microsoft.com/office/drawing/2014/main" id="{BFBA7ACC-8885-44B8-8A61-1D39F8CB0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139"/>
              <a:ext cx="32" cy="8"/>
            </a:xfrm>
            <a:custGeom>
              <a:avLst/>
              <a:gdLst>
                <a:gd name="T0" fmla="*/ 64 w 16"/>
                <a:gd name="T1" fmla="*/ 8 h 4"/>
                <a:gd name="T2" fmla="*/ 0 w 16"/>
                <a:gd name="T3" fmla="*/ 32 h 4"/>
                <a:gd name="T4" fmla="*/ 128 w 16"/>
                <a:gd name="T5" fmla="*/ 32 h 4"/>
                <a:gd name="T6" fmla="*/ 64 w 16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">
                  <a:moveTo>
                    <a:pt x="8" y="1"/>
                  </a:moveTo>
                  <a:cubicBezTo>
                    <a:pt x="6" y="1"/>
                    <a:pt x="3" y="2"/>
                    <a:pt x="0" y="4"/>
                  </a:cubicBezTo>
                  <a:cubicBezTo>
                    <a:pt x="3" y="3"/>
                    <a:pt x="13" y="0"/>
                    <a:pt x="16" y="4"/>
                  </a:cubicBezTo>
                  <a:cubicBezTo>
                    <a:pt x="15" y="3"/>
                    <a:pt x="12" y="1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92" name="Freeform 683">
              <a:extLst>
                <a:ext uri="{FF2B5EF4-FFF2-40B4-BE49-F238E27FC236}">
                  <a16:creationId xmlns:a16="http://schemas.microsoft.com/office/drawing/2014/main" id="{39913C2A-68F2-4D3C-96A8-E21A9188D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166"/>
              <a:ext cx="38" cy="17"/>
            </a:xfrm>
            <a:custGeom>
              <a:avLst/>
              <a:gdLst>
                <a:gd name="T0" fmla="*/ 0 w 19"/>
                <a:gd name="T1" fmla="*/ 49 h 8"/>
                <a:gd name="T2" fmla="*/ 152 w 19"/>
                <a:gd name="T3" fmla="*/ 0 h 8"/>
                <a:gd name="T4" fmla="*/ 0 w 19"/>
                <a:gd name="T5" fmla="*/ 4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">
                  <a:moveTo>
                    <a:pt x="0" y="5"/>
                  </a:moveTo>
                  <a:cubicBezTo>
                    <a:pt x="3" y="6"/>
                    <a:pt x="13" y="5"/>
                    <a:pt x="19" y="0"/>
                  </a:cubicBezTo>
                  <a:cubicBezTo>
                    <a:pt x="17" y="2"/>
                    <a:pt x="9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93" name="Freeform 684">
              <a:extLst>
                <a:ext uri="{FF2B5EF4-FFF2-40B4-BE49-F238E27FC236}">
                  <a16:creationId xmlns:a16="http://schemas.microsoft.com/office/drawing/2014/main" id="{C8100C62-BA22-4C94-B9C6-A5E4C361D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124"/>
              <a:ext cx="98" cy="78"/>
            </a:xfrm>
            <a:custGeom>
              <a:avLst/>
              <a:gdLst>
                <a:gd name="T0" fmla="*/ 88 w 49"/>
                <a:gd name="T1" fmla="*/ 67 h 37"/>
                <a:gd name="T2" fmla="*/ 32 w 49"/>
                <a:gd name="T3" fmla="*/ 160 h 37"/>
                <a:gd name="T4" fmla="*/ 216 w 49"/>
                <a:gd name="T5" fmla="*/ 320 h 37"/>
                <a:gd name="T6" fmla="*/ 392 w 49"/>
                <a:gd name="T7" fmla="*/ 120 h 37"/>
                <a:gd name="T8" fmla="*/ 296 w 49"/>
                <a:gd name="T9" fmla="*/ 8 h 37"/>
                <a:gd name="T10" fmla="*/ 176 w 49"/>
                <a:gd name="T11" fmla="*/ 36 h 37"/>
                <a:gd name="T12" fmla="*/ 88 w 49"/>
                <a:gd name="T13" fmla="*/ 6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7">
                  <a:moveTo>
                    <a:pt x="11" y="7"/>
                  </a:moveTo>
                  <a:cubicBezTo>
                    <a:pt x="7" y="9"/>
                    <a:pt x="4" y="13"/>
                    <a:pt x="4" y="17"/>
                  </a:cubicBezTo>
                  <a:cubicBezTo>
                    <a:pt x="0" y="30"/>
                    <a:pt x="13" y="37"/>
                    <a:pt x="27" y="34"/>
                  </a:cubicBezTo>
                  <a:cubicBezTo>
                    <a:pt x="41" y="31"/>
                    <a:pt x="49" y="20"/>
                    <a:pt x="49" y="13"/>
                  </a:cubicBezTo>
                  <a:cubicBezTo>
                    <a:pt x="48" y="6"/>
                    <a:pt x="44" y="2"/>
                    <a:pt x="37" y="1"/>
                  </a:cubicBezTo>
                  <a:cubicBezTo>
                    <a:pt x="32" y="0"/>
                    <a:pt x="25" y="3"/>
                    <a:pt x="22" y="4"/>
                  </a:cubicBezTo>
                  <a:cubicBezTo>
                    <a:pt x="18" y="5"/>
                    <a:pt x="14" y="5"/>
                    <a:pt x="11" y="7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94" name="Freeform 685">
              <a:extLst>
                <a:ext uri="{FF2B5EF4-FFF2-40B4-BE49-F238E27FC236}">
                  <a16:creationId xmlns:a16="http://schemas.microsoft.com/office/drawing/2014/main" id="{25CA6450-72D9-43DE-8738-4B5EE746E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3151"/>
              <a:ext cx="52" cy="26"/>
            </a:xfrm>
            <a:custGeom>
              <a:avLst/>
              <a:gdLst>
                <a:gd name="T0" fmla="*/ 8 w 26"/>
                <a:gd name="T1" fmla="*/ 80 h 12"/>
                <a:gd name="T2" fmla="*/ 80 w 26"/>
                <a:gd name="T3" fmla="*/ 113 h 12"/>
                <a:gd name="T4" fmla="*/ 192 w 26"/>
                <a:gd name="T5" fmla="*/ 52 h 12"/>
                <a:gd name="T6" fmla="*/ 208 w 26"/>
                <a:gd name="T7" fmla="*/ 0 h 12"/>
                <a:gd name="T8" fmla="*/ 208 w 26"/>
                <a:gd name="T9" fmla="*/ 0 h 12"/>
                <a:gd name="T10" fmla="*/ 192 w 26"/>
                <a:gd name="T11" fmla="*/ 52 h 12"/>
                <a:gd name="T12" fmla="*/ 80 w 26"/>
                <a:gd name="T13" fmla="*/ 113 h 12"/>
                <a:gd name="T14" fmla="*/ 8 w 26"/>
                <a:gd name="T15" fmla="*/ 80 h 12"/>
                <a:gd name="T16" fmla="*/ 16 w 26"/>
                <a:gd name="T17" fmla="*/ 43 h 12"/>
                <a:gd name="T18" fmla="*/ 16 w 26"/>
                <a:gd name="T19" fmla="*/ 43 h 12"/>
                <a:gd name="T20" fmla="*/ 8 w 26"/>
                <a:gd name="T21" fmla="*/ 8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2">
                  <a:moveTo>
                    <a:pt x="1" y="8"/>
                  </a:moveTo>
                  <a:cubicBezTo>
                    <a:pt x="2" y="10"/>
                    <a:pt x="6" y="12"/>
                    <a:pt x="10" y="11"/>
                  </a:cubicBezTo>
                  <a:cubicBezTo>
                    <a:pt x="16" y="11"/>
                    <a:pt x="22" y="9"/>
                    <a:pt x="24" y="5"/>
                  </a:cubicBezTo>
                  <a:cubicBezTo>
                    <a:pt x="26" y="4"/>
                    <a:pt x="26" y="2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2"/>
                    <a:pt x="25" y="4"/>
                    <a:pt x="24" y="5"/>
                  </a:cubicBezTo>
                  <a:cubicBezTo>
                    <a:pt x="21" y="8"/>
                    <a:pt x="16" y="11"/>
                    <a:pt x="10" y="11"/>
                  </a:cubicBezTo>
                  <a:cubicBezTo>
                    <a:pt x="6" y="11"/>
                    <a:pt x="3" y="10"/>
                    <a:pt x="1" y="8"/>
                  </a:cubicBezTo>
                  <a:cubicBezTo>
                    <a:pt x="1" y="7"/>
                    <a:pt x="1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0" y="7"/>
                    <a:pt x="1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95" name="Freeform 686">
              <a:extLst>
                <a:ext uri="{FF2B5EF4-FFF2-40B4-BE49-F238E27FC236}">
                  <a16:creationId xmlns:a16="http://schemas.microsoft.com/office/drawing/2014/main" id="{C65E1326-0A7B-41A4-982F-CC2881D85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592"/>
              <a:ext cx="107" cy="85"/>
            </a:xfrm>
            <a:custGeom>
              <a:avLst/>
              <a:gdLst>
                <a:gd name="T0" fmla="*/ 95 w 54"/>
                <a:gd name="T1" fmla="*/ 68 h 40"/>
                <a:gd name="T2" fmla="*/ 32 w 54"/>
                <a:gd name="T3" fmla="*/ 172 h 40"/>
                <a:gd name="T4" fmla="*/ 224 w 54"/>
                <a:gd name="T5" fmla="*/ 357 h 40"/>
                <a:gd name="T6" fmla="*/ 412 w 54"/>
                <a:gd name="T7" fmla="*/ 136 h 40"/>
                <a:gd name="T8" fmla="*/ 319 w 54"/>
                <a:gd name="T9" fmla="*/ 9 h 40"/>
                <a:gd name="T10" fmla="*/ 188 w 54"/>
                <a:gd name="T11" fmla="*/ 40 h 40"/>
                <a:gd name="T12" fmla="*/ 95 w 54"/>
                <a:gd name="T13" fmla="*/ 6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0">
                  <a:moveTo>
                    <a:pt x="12" y="7"/>
                  </a:moveTo>
                  <a:cubicBezTo>
                    <a:pt x="7" y="10"/>
                    <a:pt x="4" y="14"/>
                    <a:pt x="4" y="18"/>
                  </a:cubicBezTo>
                  <a:cubicBezTo>
                    <a:pt x="0" y="33"/>
                    <a:pt x="14" y="40"/>
                    <a:pt x="29" y="37"/>
                  </a:cubicBezTo>
                  <a:cubicBezTo>
                    <a:pt x="44" y="34"/>
                    <a:pt x="54" y="22"/>
                    <a:pt x="53" y="14"/>
                  </a:cubicBezTo>
                  <a:cubicBezTo>
                    <a:pt x="52" y="6"/>
                    <a:pt x="48" y="2"/>
                    <a:pt x="41" y="1"/>
                  </a:cubicBezTo>
                  <a:cubicBezTo>
                    <a:pt x="35" y="0"/>
                    <a:pt x="28" y="3"/>
                    <a:pt x="24" y="4"/>
                  </a:cubicBezTo>
                  <a:cubicBezTo>
                    <a:pt x="20" y="5"/>
                    <a:pt x="15" y="5"/>
                    <a:pt x="12" y="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96" name="Freeform 687">
              <a:extLst>
                <a:ext uri="{FF2B5EF4-FFF2-40B4-BE49-F238E27FC236}">
                  <a16:creationId xmlns:a16="http://schemas.microsoft.com/office/drawing/2014/main" id="{69E44B6F-C699-42F8-91AE-95FE28B0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594"/>
              <a:ext cx="92" cy="32"/>
            </a:xfrm>
            <a:custGeom>
              <a:avLst/>
              <a:gdLst>
                <a:gd name="T0" fmla="*/ 272 w 46"/>
                <a:gd name="T1" fmla="*/ 0 h 15"/>
                <a:gd name="T2" fmla="*/ 152 w 46"/>
                <a:gd name="T3" fmla="*/ 28 h 15"/>
                <a:gd name="T4" fmla="*/ 56 w 46"/>
                <a:gd name="T5" fmla="*/ 68 h 15"/>
                <a:gd name="T6" fmla="*/ 0 w 46"/>
                <a:gd name="T7" fmla="*/ 145 h 15"/>
                <a:gd name="T8" fmla="*/ 56 w 46"/>
                <a:gd name="T9" fmla="*/ 77 h 15"/>
                <a:gd name="T10" fmla="*/ 144 w 46"/>
                <a:gd name="T11" fmla="*/ 49 h 15"/>
                <a:gd name="T12" fmla="*/ 264 w 46"/>
                <a:gd name="T13" fmla="*/ 19 h 15"/>
                <a:gd name="T14" fmla="*/ 360 w 46"/>
                <a:gd name="T15" fmla="*/ 128 h 15"/>
                <a:gd name="T16" fmla="*/ 368 w 46"/>
                <a:gd name="T17" fmla="*/ 128 h 15"/>
                <a:gd name="T18" fmla="*/ 272 w 46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15">
                  <a:moveTo>
                    <a:pt x="34" y="0"/>
                  </a:moveTo>
                  <a:cubicBezTo>
                    <a:pt x="28" y="0"/>
                    <a:pt x="22" y="2"/>
                    <a:pt x="19" y="3"/>
                  </a:cubicBezTo>
                  <a:cubicBezTo>
                    <a:pt x="15" y="5"/>
                    <a:pt x="10" y="5"/>
                    <a:pt x="7" y="7"/>
                  </a:cubicBezTo>
                  <a:cubicBezTo>
                    <a:pt x="4" y="9"/>
                    <a:pt x="1" y="11"/>
                    <a:pt x="0" y="15"/>
                  </a:cubicBezTo>
                  <a:cubicBezTo>
                    <a:pt x="1" y="12"/>
                    <a:pt x="3" y="10"/>
                    <a:pt x="7" y="8"/>
                  </a:cubicBezTo>
                  <a:cubicBezTo>
                    <a:pt x="9" y="6"/>
                    <a:pt x="14" y="6"/>
                    <a:pt x="18" y="5"/>
                  </a:cubicBezTo>
                  <a:cubicBezTo>
                    <a:pt x="21" y="4"/>
                    <a:pt x="28" y="1"/>
                    <a:pt x="33" y="2"/>
                  </a:cubicBezTo>
                  <a:cubicBezTo>
                    <a:pt x="40" y="3"/>
                    <a:pt x="45" y="5"/>
                    <a:pt x="45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5" y="5"/>
                    <a:pt x="41" y="1"/>
                    <a:pt x="34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97" name="Freeform 688">
              <a:extLst>
                <a:ext uri="{FF2B5EF4-FFF2-40B4-BE49-F238E27FC236}">
                  <a16:creationId xmlns:a16="http://schemas.microsoft.com/office/drawing/2014/main" id="{CF434306-4A7C-47A9-BDC7-4CD53090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626"/>
              <a:ext cx="99" cy="49"/>
            </a:xfrm>
            <a:custGeom>
              <a:avLst/>
              <a:gdLst>
                <a:gd name="T0" fmla="*/ 224 w 50"/>
                <a:gd name="T1" fmla="*/ 181 h 23"/>
                <a:gd name="T2" fmla="*/ 32 w 50"/>
                <a:gd name="T3" fmla="*/ 9 h 23"/>
                <a:gd name="T4" fmla="*/ 32 w 50"/>
                <a:gd name="T5" fmla="*/ 0 h 23"/>
                <a:gd name="T6" fmla="*/ 32 w 50"/>
                <a:gd name="T7" fmla="*/ 19 h 23"/>
                <a:gd name="T8" fmla="*/ 216 w 50"/>
                <a:gd name="T9" fmla="*/ 196 h 23"/>
                <a:gd name="T10" fmla="*/ 388 w 50"/>
                <a:gd name="T11" fmla="*/ 28 h 23"/>
                <a:gd name="T12" fmla="*/ 224 w 50"/>
                <a:gd name="T13" fmla="*/ 18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">
                  <a:moveTo>
                    <a:pt x="29" y="19"/>
                  </a:moveTo>
                  <a:cubicBezTo>
                    <a:pt x="15" y="21"/>
                    <a:pt x="1" y="14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0" y="16"/>
                    <a:pt x="14" y="23"/>
                    <a:pt x="28" y="20"/>
                  </a:cubicBezTo>
                  <a:cubicBezTo>
                    <a:pt x="40" y="18"/>
                    <a:pt x="49" y="10"/>
                    <a:pt x="50" y="3"/>
                  </a:cubicBezTo>
                  <a:cubicBezTo>
                    <a:pt x="48" y="9"/>
                    <a:pt x="40" y="17"/>
                    <a:pt x="29" y="1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98" name="Freeform 689">
              <a:extLst>
                <a:ext uri="{FF2B5EF4-FFF2-40B4-BE49-F238E27FC236}">
                  <a16:creationId xmlns:a16="http://schemas.microsoft.com/office/drawing/2014/main" id="{665F43D8-454C-48E0-87D3-6521C0836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613"/>
              <a:ext cx="62" cy="36"/>
            </a:xfrm>
            <a:custGeom>
              <a:avLst/>
              <a:gdLst>
                <a:gd name="T0" fmla="*/ 232 w 31"/>
                <a:gd name="T1" fmla="*/ 36 h 17"/>
                <a:gd name="T2" fmla="*/ 96 w 31"/>
                <a:gd name="T3" fmla="*/ 161 h 17"/>
                <a:gd name="T4" fmla="*/ 24 w 31"/>
                <a:gd name="T5" fmla="*/ 76 h 17"/>
                <a:gd name="T6" fmla="*/ 128 w 31"/>
                <a:gd name="T7" fmla="*/ 17 h 17"/>
                <a:gd name="T8" fmla="*/ 232 w 31"/>
                <a:gd name="T9" fmla="*/ 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29" y="4"/>
                  </a:moveTo>
                  <a:cubicBezTo>
                    <a:pt x="31" y="11"/>
                    <a:pt x="21" y="16"/>
                    <a:pt x="12" y="17"/>
                  </a:cubicBezTo>
                  <a:cubicBezTo>
                    <a:pt x="3" y="17"/>
                    <a:pt x="0" y="12"/>
                    <a:pt x="3" y="8"/>
                  </a:cubicBezTo>
                  <a:cubicBezTo>
                    <a:pt x="6" y="5"/>
                    <a:pt x="9" y="3"/>
                    <a:pt x="16" y="2"/>
                  </a:cubicBezTo>
                  <a:cubicBezTo>
                    <a:pt x="23" y="1"/>
                    <a:pt x="29" y="0"/>
                    <a:pt x="29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199" name="Freeform 690">
              <a:extLst>
                <a:ext uri="{FF2B5EF4-FFF2-40B4-BE49-F238E27FC236}">
                  <a16:creationId xmlns:a16="http://schemas.microsoft.com/office/drawing/2014/main" id="{7DD7EC43-6E2D-4396-8DEA-50401C32D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621"/>
              <a:ext cx="58" cy="28"/>
            </a:xfrm>
            <a:custGeom>
              <a:avLst/>
              <a:gdLst>
                <a:gd name="T0" fmla="*/ 88 w 29"/>
                <a:gd name="T1" fmla="*/ 112 h 13"/>
                <a:gd name="T2" fmla="*/ 8 w 29"/>
                <a:gd name="T3" fmla="*/ 60 h 13"/>
                <a:gd name="T4" fmla="*/ 88 w 29"/>
                <a:gd name="T5" fmla="*/ 129 h 13"/>
                <a:gd name="T6" fmla="*/ 224 w 29"/>
                <a:gd name="T7" fmla="*/ 0 h 13"/>
                <a:gd name="T8" fmla="*/ 88 w 29"/>
                <a:gd name="T9" fmla="*/ 1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11" y="11"/>
                  </a:moveTo>
                  <a:cubicBezTo>
                    <a:pt x="5" y="11"/>
                    <a:pt x="2" y="9"/>
                    <a:pt x="1" y="6"/>
                  </a:cubicBezTo>
                  <a:cubicBezTo>
                    <a:pt x="0" y="9"/>
                    <a:pt x="3" y="13"/>
                    <a:pt x="11" y="13"/>
                  </a:cubicBezTo>
                  <a:cubicBezTo>
                    <a:pt x="20" y="12"/>
                    <a:pt x="29" y="8"/>
                    <a:pt x="28" y="0"/>
                  </a:cubicBezTo>
                  <a:cubicBezTo>
                    <a:pt x="27" y="6"/>
                    <a:pt x="19" y="10"/>
                    <a:pt x="11" y="1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00" name="Freeform 691">
              <a:extLst>
                <a:ext uri="{FF2B5EF4-FFF2-40B4-BE49-F238E27FC236}">
                  <a16:creationId xmlns:a16="http://schemas.microsoft.com/office/drawing/2014/main" id="{6D160057-E21F-4BBA-9DB0-8E1608F70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611"/>
              <a:ext cx="38" cy="13"/>
            </a:xfrm>
            <a:custGeom>
              <a:avLst/>
              <a:gdLst>
                <a:gd name="T0" fmla="*/ 0 w 19"/>
                <a:gd name="T1" fmla="*/ 61 h 6"/>
                <a:gd name="T2" fmla="*/ 152 w 19"/>
                <a:gd name="T3" fmla="*/ 33 h 6"/>
                <a:gd name="T4" fmla="*/ 72 w 19"/>
                <a:gd name="T5" fmla="*/ 43 h 6"/>
                <a:gd name="T6" fmla="*/ 0 w 19"/>
                <a:gd name="T7" fmla="*/ 6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5" y="3"/>
                    <a:pt x="14" y="0"/>
                    <a:pt x="19" y="3"/>
                  </a:cubicBezTo>
                  <a:cubicBezTo>
                    <a:pt x="16" y="3"/>
                    <a:pt x="11" y="3"/>
                    <a:pt x="9" y="4"/>
                  </a:cubicBezTo>
                  <a:cubicBezTo>
                    <a:pt x="5" y="5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01" name="Freeform 692">
              <a:extLst>
                <a:ext uri="{FF2B5EF4-FFF2-40B4-BE49-F238E27FC236}">
                  <a16:creationId xmlns:a16="http://schemas.microsoft.com/office/drawing/2014/main" id="{A7682DA9-207C-4451-9004-9228638E7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609"/>
              <a:ext cx="36" cy="8"/>
            </a:xfrm>
            <a:custGeom>
              <a:avLst/>
              <a:gdLst>
                <a:gd name="T0" fmla="*/ 72 w 18"/>
                <a:gd name="T1" fmla="*/ 8 h 4"/>
                <a:gd name="T2" fmla="*/ 0 w 18"/>
                <a:gd name="T3" fmla="*/ 32 h 4"/>
                <a:gd name="T4" fmla="*/ 144 w 18"/>
                <a:gd name="T5" fmla="*/ 32 h 4"/>
                <a:gd name="T6" fmla="*/ 72 w 18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">
                  <a:moveTo>
                    <a:pt x="9" y="1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3" y="3"/>
                    <a:pt x="15" y="0"/>
                    <a:pt x="18" y="4"/>
                  </a:cubicBezTo>
                  <a:cubicBezTo>
                    <a:pt x="17" y="2"/>
                    <a:pt x="13" y="1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02" name="Freeform 693">
              <a:extLst>
                <a:ext uri="{FF2B5EF4-FFF2-40B4-BE49-F238E27FC236}">
                  <a16:creationId xmlns:a16="http://schemas.microsoft.com/office/drawing/2014/main" id="{4AB3B28C-2CEE-40C4-AF3D-97239F5A1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638"/>
              <a:ext cx="40" cy="20"/>
            </a:xfrm>
            <a:custGeom>
              <a:avLst/>
              <a:gdLst>
                <a:gd name="T0" fmla="*/ 0 w 20"/>
                <a:gd name="T1" fmla="*/ 53 h 9"/>
                <a:gd name="T2" fmla="*/ 160 w 20"/>
                <a:gd name="T3" fmla="*/ 0 h 9"/>
                <a:gd name="T4" fmla="*/ 0 w 20"/>
                <a:gd name="T5" fmla="*/ 5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3" y="6"/>
                    <a:pt x="14" y="5"/>
                    <a:pt x="20" y="0"/>
                  </a:cubicBezTo>
                  <a:cubicBezTo>
                    <a:pt x="19" y="2"/>
                    <a:pt x="9" y="9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03" name="Freeform 694">
              <a:extLst>
                <a:ext uri="{FF2B5EF4-FFF2-40B4-BE49-F238E27FC236}">
                  <a16:creationId xmlns:a16="http://schemas.microsoft.com/office/drawing/2014/main" id="{E9696341-7C48-4B80-B0FE-AEC2C6183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592"/>
              <a:ext cx="107" cy="85"/>
            </a:xfrm>
            <a:custGeom>
              <a:avLst/>
              <a:gdLst>
                <a:gd name="T0" fmla="*/ 95 w 54"/>
                <a:gd name="T1" fmla="*/ 68 h 40"/>
                <a:gd name="T2" fmla="*/ 32 w 54"/>
                <a:gd name="T3" fmla="*/ 172 h 40"/>
                <a:gd name="T4" fmla="*/ 224 w 54"/>
                <a:gd name="T5" fmla="*/ 357 h 40"/>
                <a:gd name="T6" fmla="*/ 412 w 54"/>
                <a:gd name="T7" fmla="*/ 136 h 40"/>
                <a:gd name="T8" fmla="*/ 319 w 54"/>
                <a:gd name="T9" fmla="*/ 9 h 40"/>
                <a:gd name="T10" fmla="*/ 188 w 54"/>
                <a:gd name="T11" fmla="*/ 40 h 40"/>
                <a:gd name="T12" fmla="*/ 95 w 54"/>
                <a:gd name="T13" fmla="*/ 6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0">
                  <a:moveTo>
                    <a:pt x="12" y="7"/>
                  </a:moveTo>
                  <a:cubicBezTo>
                    <a:pt x="7" y="10"/>
                    <a:pt x="4" y="14"/>
                    <a:pt x="4" y="18"/>
                  </a:cubicBezTo>
                  <a:cubicBezTo>
                    <a:pt x="0" y="33"/>
                    <a:pt x="14" y="40"/>
                    <a:pt x="29" y="37"/>
                  </a:cubicBezTo>
                  <a:cubicBezTo>
                    <a:pt x="44" y="34"/>
                    <a:pt x="54" y="22"/>
                    <a:pt x="53" y="14"/>
                  </a:cubicBezTo>
                  <a:cubicBezTo>
                    <a:pt x="52" y="6"/>
                    <a:pt x="48" y="2"/>
                    <a:pt x="41" y="1"/>
                  </a:cubicBezTo>
                  <a:cubicBezTo>
                    <a:pt x="35" y="0"/>
                    <a:pt x="28" y="3"/>
                    <a:pt x="24" y="4"/>
                  </a:cubicBezTo>
                  <a:cubicBezTo>
                    <a:pt x="20" y="5"/>
                    <a:pt x="15" y="5"/>
                    <a:pt x="12" y="7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04" name="Freeform 695">
              <a:extLst>
                <a:ext uri="{FF2B5EF4-FFF2-40B4-BE49-F238E27FC236}">
                  <a16:creationId xmlns:a16="http://schemas.microsoft.com/office/drawing/2014/main" id="{310EEB04-BDC1-41F8-AAE4-D6D925897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621"/>
              <a:ext cx="58" cy="28"/>
            </a:xfrm>
            <a:custGeom>
              <a:avLst/>
              <a:gdLst>
                <a:gd name="T0" fmla="*/ 8 w 29"/>
                <a:gd name="T1" fmla="*/ 88 h 13"/>
                <a:gd name="T2" fmla="*/ 88 w 29"/>
                <a:gd name="T3" fmla="*/ 129 h 13"/>
                <a:gd name="T4" fmla="*/ 216 w 29"/>
                <a:gd name="T5" fmla="*/ 60 h 13"/>
                <a:gd name="T6" fmla="*/ 224 w 29"/>
                <a:gd name="T7" fmla="*/ 0 h 13"/>
                <a:gd name="T8" fmla="*/ 224 w 29"/>
                <a:gd name="T9" fmla="*/ 0 h 13"/>
                <a:gd name="T10" fmla="*/ 216 w 29"/>
                <a:gd name="T11" fmla="*/ 60 h 13"/>
                <a:gd name="T12" fmla="*/ 88 w 29"/>
                <a:gd name="T13" fmla="*/ 129 h 13"/>
                <a:gd name="T14" fmla="*/ 16 w 29"/>
                <a:gd name="T15" fmla="*/ 88 h 13"/>
                <a:gd name="T16" fmla="*/ 16 w 29"/>
                <a:gd name="T17" fmla="*/ 41 h 13"/>
                <a:gd name="T18" fmla="*/ 16 w 29"/>
                <a:gd name="T19" fmla="*/ 41 h 13"/>
                <a:gd name="T20" fmla="*/ 8 w 29"/>
                <a:gd name="T21" fmla="*/ 88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3">
                  <a:moveTo>
                    <a:pt x="1" y="9"/>
                  </a:moveTo>
                  <a:cubicBezTo>
                    <a:pt x="3" y="12"/>
                    <a:pt x="6" y="13"/>
                    <a:pt x="11" y="13"/>
                  </a:cubicBezTo>
                  <a:cubicBezTo>
                    <a:pt x="17" y="13"/>
                    <a:pt x="24" y="10"/>
                    <a:pt x="27" y="6"/>
                  </a:cubicBezTo>
                  <a:cubicBezTo>
                    <a:pt x="28" y="4"/>
                    <a:pt x="29" y="2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2"/>
                    <a:pt x="28" y="4"/>
                    <a:pt x="27" y="6"/>
                  </a:cubicBezTo>
                  <a:cubicBezTo>
                    <a:pt x="24" y="10"/>
                    <a:pt x="17" y="12"/>
                    <a:pt x="11" y="13"/>
                  </a:cubicBezTo>
                  <a:cubicBezTo>
                    <a:pt x="6" y="13"/>
                    <a:pt x="3" y="11"/>
                    <a:pt x="2" y="9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6"/>
                    <a:pt x="0" y="8"/>
                    <a:pt x="1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05" name="Freeform 696">
              <a:extLst>
                <a:ext uri="{FF2B5EF4-FFF2-40B4-BE49-F238E27FC236}">
                  <a16:creationId xmlns:a16="http://schemas.microsoft.com/office/drawing/2014/main" id="{9D3CCA59-0123-487B-8A57-F6701EC9B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115"/>
              <a:ext cx="108" cy="85"/>
            </a:xfrm>
            <a:custGeom>
              <a:avLst/>
              <a:gdLst>
                <a:gd name="T0" fmla="*/ 96 w 54"/>
                <a:gd name="T1" fmla="*/ 68 h 40"/>
                <a:gd name="T2" fmla="*/ 32 w 54"/>
                <a:gd name="T3" fmla="*/ 172 h 40"/>
                <a:gd name="T4" fmla="*/ 232 w 54"/>
                <a:gd name="T5" fmla="*/ 357 h 40"/>
                <a:gd name="T6" fmla="*/ 424 w 54"/>
                <a:gd name="T7" fmla="*/ 136 h 40"/>
                <a:gd name="T8" fmla="*/ 328 w 54"/>
                <a:gd name="T9" fmla="*/ 9 h 40"/>
                <a:gd name="T10" fmla="*/ 192 w 54"/>
                <a:gd name="T11" fmla="*/ 28 h 40"/>
                <a:gd name="T12" fmla="*/ 96 w 54"/>
                <a:gd name="T13" fmla="*/ 6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0">
                  <a:moveTo>
                    <a:pt x="12" y="7"/>
                  </a:moveTo>
                  <a:cubicBezTo>
                    <a:pt x="7" y="10"/>
                    <a:pt x="4" y="14"/>
                    <a:pt x="4" y="18"/>
                  </a:cubicBezTo>
                  <a:cubicBezTo>
                    <a:pt x="0" y="33"/>
                    <a:pt x="14" y="40"/>
                    <a:pt x="29" y="37"/>
                  </a:cubicBezTo>
                  <a:cubicBezTo>
                    <a:pt x="44" y="34"/>
                    <a:pt x="54" y="22"/>
                    <a:pt x="53" y="14"/>
                  </a:cubicBezTo>
                  <a:cubicBezTo>
                    <a:pt x="52" y="6"/>
                    <a:pt x="48" y="2"/>
                    <a:pt x="41" y="1"/>
                  </a:cubicBezTo>
                  <a:cubicBezTo>
                    <a:pt x="35" y="0"/>
                    <a:pt x="28" y="2"/>
                    <a:pt x="24" y="3"/>
                  </a:cubicBezTo>
                  <a:cubicBezTo>
                    <a:pt x="20" y="5"/>
                    <a:pt x="15" y="5"/>
                    <a:pt x="12" y="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06" name="Freeform 697">
              <a:extLst>
                <a:ext uri="{FF2B5EF4-FFF2-40B4-BE49-F238E27FC236}">
                  <a16:creationId xmlns:a16="http://schemas.microsoft.com/office/drawing/2014/main" id="{1804E8A4-6231-4B9B-B5CD-2D0CE278C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3115"/>
              <a:ext cx="92" cy="32"/>
            </a:xfrm>
            <a:custGeom>
              <a:avLst/>
              <a:gdLst>
                <a:gd name="T0" fmla="*/ 272 w 46"/>
                <a:gd name="T1" fmla="*/ 9 h 15"/>
                <a:gd name="T2" fmla="*/ 152 w 46"/>
                <a:gd name="T3" fmla="*/ 41 h 15"/>
                <a:gd name="T4" fmla="*/ 56 w 46"/>
                <a:gd name="T5" fmla="*/ 77 h 15"/>
                <a:gd name="T6" fmla="*/ 0 w 46"/>
                <a:gd name="T7" fmla="*/ 145 h 15"/>
                <a:gd name="T8" fmla="*/ 56 w 46"/>
                <a:gd name="T9" fmla="*/ 87 h 15"/>
                <a:gd name="T10" fmla="*/ 144 w 46"/>
                <a:gd name="T11" fmla="*/ 49 h 15"/>
                <a:gd name="T12" fmla="*/ 264 w 46"/>
                <a:gd name="T13" fmla="*/ 28 h 15"/>
                <a:gd name="T14" fmla="*/ 360 w 46"/>
                <a:gd name="T15" fmla="*/ 137 h 15"/>
                <a:gd name="T16" fmla="*/ 368 w 46"/>
                <a:gd name="T17" fmla="*/ 137 h 15"/>
                <a:gd name="T18" fmla="*/ 272 w 46"/>
                <a:gd name="T19" fmla="*/ 9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15">
                  <a:moveTo>
                    <a:pt x="34" y="1"/>
                  </a:moveTo>
                  <a:cubicBezTo>
                    <a:pt x="28" y="0"/>
                    <a:pt x="22" y="3"/>
                    <a:pt x="19" y="4"/>
                  </a:cubicBezTo>
                  <a:cubicBezTo>
                    <a:pt x="15" y="5"/>
                    <a:pt x="10" y="6"/>
                    <a:pt x="7" y="8"/>
                  </a:cubicBezTo>
                  <a:cubicBezTo>
                    <a:pt x="4" y="10"/>
                    <a:pt x="1" y="12"/>
                    <a:pt x="0" y="15"/>
                  </a:cubicBezTo>
                  <a:cubicBezTo>
                    <a:pt x="1" y="13"/>
                    <a:pt x="3" y="11"/>
                    <a:pt x="7" y="9"/>
                  </a:cubicBezTo>
                  <a:cubicBezTo>
                    <a:pt x="9" y="7"/>
                    <a:pt x="14" y="7"/>
                    <a:pt x="18" y="5"/>
                  </a:cubicBezTo>
                  <a:cubicBezTo>
                    <a:pt x="21" y="4"/>
                    <a:pt x="28" y="2"/>
                    <a:pt x="33" y="3"/>
                  </a:cubicBezTo>
                  <a:cubicBezTo>
                    <a:pt x="40" y="4"/>
                    <a:pt x="45" y="6"/>
                    <a:pt x="45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5" y="6"/>
                    <a:pt x="41" y="2"/>
                    <a:pt x="34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07" name="Freeform 698">
              <a:extLst>
                <a:ext uri="{FF2B5EF4-FFF2-40B4-BE49-F238E27FC236}">
                  <a16:creationId xmlns:a16="http://schemas.microsoft.com/office/drawing/2014/main" id="{4012AA7C-F186-4E0E-966E-686B9649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149"/>
              <a:ext cx="100" cy="49"/>
            </a:xfrm>
            <a:custGeom>
              <a:avLst/>
              <a:gdLst>
                <a:gd name="T0" fmla="*/ 232 w 50"/>
                <a:gd name="T1" fmla="*/ 173 h 23"/>
                <a:gd name="T2" fmla="*/ 32 w 50"/>
                <a:gd name="T3" fmla="*/ 0 h 23"/>
                <a:gd name="T4" fmla="*/ 32 w 50"/>
                <a:gd name="T5" fmla="*/ 0 h 23"/>
                <a:gd name="T6" fmla="*/ 32 w 50"/>
                <a:gd name="T7" fmla="*/ 19 h 23"/>
                <a:gd name="T8" fmla="*/ 224 w 50"/>
                <a:gd name="T9" fmla="*/ 196 h 23"/>
                <a:gd name="T10" fmla="*/ 400 w 50"/>
                <a:gd name="T11" fmla="*/ 19 h 23"/>
                <a:gd name="T12" fmla="*/ 232 w 50"/>
                <a:gd name="T13" fmla="*/ 17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">
                  <a:moveTo>
                    <a:pt x="29" y="18"/>
                  </a:moveTo>
                  <a:cubicBezTo>
                    <a:pt x="15" y="21"/>
                    <a:pt x="1" y="14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0" y="16"/>
                    <a:pt x="14" y="23"/>
                    <a:pt x="28" y="20"/>
                  </a:cubicBezTo>
                  <a:cubicBezTo>
                    <a:pt x="40" y="18"/>
                    <a:pt x="49" y="9"/>
                    <a:pt x="50" y="2"/>
                  </a:cubicBezTo>
                  <a:cubicBezTo>
                    <a:pt x="48" y="9"/>
                    <a:pt x="40" y="16"/>
                    <a:pt x="29" y="1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08" name="Freeform 699">
              <a:extLst>
                <a:ext uri="{FF2B5EF4-FFF2-40B4-BE49-F238E27FC236}">
                  <a16:creationId xmlns:a16="http://schemas.microsoft.com/office/drawing/2014/main" id="{ACC812A7-E2CE-4A5A-98AF-C5BAB6A47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136"/>
              <a:ext cx="62" cy="37"/>
            </a:xfrm>
            <a:custGeom>
              <a:avLst/>
              <a:gdLst>
                <a:gd name="T0" fmla="*/ 232 w 31"/>
                <a:gd name="T1" fmla="*/ 44 h 17"/>
                <a:gd name="T2" fmla="*/ 96 w 31"/>
                <a:gd name="T3" fmla="*/ 165 h 17"/>
                <a:gd name="T4" fmla="*/ 24 w 31"/>
                <a:gd name="T5" fmla="*/ 81 h 17"/>
                <a:gd name="T6" fmla="*/ 128 w 31"/>
                <a:gd name="T7" fmla="*/ 20 h 17"/>
                <a:gd name="T8" fmla="*/ 232 w 31"/>
                <a:gd name="T9" fmla="*/ 4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29" y="4"/>
                  </a:moveTo>
                  <a:cubicBezTo>
                    <a:pt x="31" y="11"/>
                    <a:pt x="21" y="16"/>
                    <a:pt x="12" y="16"/>
                  </a:cubicBezTo>
                  <a:cubicBezTo>
                    <a:pt x="3" y="17"/>
                    <a:pt x="0" y="12"/>
                    <a:pt x="3" y="8"/>
                  </a:cubicBezTo>
                  <a:cubicBezTo>
                    <a:pt x="6" y="4"/>
                    <a:pt x="9" y="3"/>
                    <a:pt x="16" y="2"/>
                  </a:cubicBezTo>
                  <a:cubicBezTo>
                    <a:pt x="23" y="0"/>
                    <a:pt x="29" y="0"/>
                    <a:pt x="29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09" name="Freeform 700">
              <a:extLst>
                <a:ext uri="{FF2B5EF4-FFF2-40B4-BE49-F238E27FC236}">
                  <a16:creationId xmlns:a16="http://schemas.microsoft.com/office/drawing/2014/main" id="{5207FDB3-FA94-44A0-B990-1344F82DA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145"/>
              <a:ext cx="58" cy="28"/>
            </a:xfrm>
            <a:custGeom>
              <a:avLst/>
              <a:gdLst>
                <a:gd name="T0" fmla="*/ 88 w 29"/>
                <a:gd name="T1" fmla="*/ 101 h 13"/>
                <a:gd name="T2" fmla="*/ 8 w 29"/>
                <a:gd name="T3" fmla="*/ 60 h 13"/>
                <a:gd name="T4" fmla="*/ 88 w 29"/>
                <a:gd name="T5" fmla="*/ 121 h 13"/>
                <a:gd name="T6" fmla="*/ 224 w 29"/>
                <a:gd name="T7" fmla="*/ 0 h 13"/>
                <a:gd name="T8" fmla="*/ 88 w 29"/>
                <a:gd name="T9" fmla="*/ 10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11" y="10"/>
                  </a:moveTo>
                  <a:cubicBezTo>
                    <a:pt x="5" y="11"/>
                    <a:pt x="2" y="8"/>
                    <a:pt x="1" y="6"/>
                  </a:cubicBezTo>
                  <a:cubicBezTo>
                    <a:pt x="0" y="9"/>
                    <a:pt x="3" y="13"/>
                    <a:pt x="11" y="12"/>
                  </a:cubicBezTo>
                  <a:cubicBezTo>
                    <a:pt x="20" y="12"/>
                    <a:pt x="29" y="7"/>
                    <a:pt x="28" y="0"/>
                  </a:cubicBezTo>
                  <a:cubicBezTo>
                    <a:pt x="27" y="6"/>
                    <a:pt x="19" y="10"/>
                    <a:pt x="11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10" name="Freeform 701">
              <a:extLst>
                <a:ext uri="{FF2B5EF4-FFF2-40B4-BE49-F238E27FC236}">
                  <a16:creationId xmlns:a16="http://schemas.microsoft.com/office/drawing/2014/main" id="{6117D18E-00A7-48F3-8008-A2A5E248E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134"/>
              <a:ext cx="38" cy="11"/>
            </a:xfrm>
            <a:custGeom>
              <a:avLst/>
              <a:gdLst>
                <a:gd name="T0" fmla="*/ 0 w 19"/>
                <a:gd name="T1" fmla="*/ 53 h 5"/>
                <a:gd name="T2" fmla="*/ 152 w 19"/>
                <a:gd name="T3" fmla="*/ 33 h 5"/>
                <a:gd name="T4" fmla="*/ 72 w 19"/>
                <a:gd name="T5" fmla="*/ 44 h 5"/>
                <a:gd name="T6" fmla="*/ 0 w 19"/>
                <a:gd name="T7" fmla="*/ 5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">
                  <a:moveTo>
                    <a:pt x="0" y="5"/>
                  </a:moveTo>
                  <a:cubicBezTo>
                    <a:pt x="5" y="3"/>
                    <a:pt x="14" y="0"/>
                    <a:pt x="19" y="3"/>
                  </a:cubicBezTo>
                  <a:cubicBezTo>
                    <a:pt x="16" y="2"/>
                    <a:pt x="11" y="3"/>
                    <a:pt x="9" y="4"/>
                  </a:cubicBezTo>
                  <a:cubicBezTo>
                    <a:pt x="5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11" name="Freeform 702">
              <a:extLst>
                <a:ext uri="{FF2B5EF4-FFF2-40B4-BE49-F238E27FC236}">
                  <a16:creationId xmlns:a16="http://schemas.microsoft.com/office/drawing/2014/main" id="{1AEE25A2-B8C8-4F0B-9DD7-7BDDF7FFF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3130"/>
              <a:ext cx="36" cy="11"/>
            </a:xfrm>
            <a:custGeom>
              <a:avLst/>
              <a:gdLst>
                <a:gd name="T0" fmla="*/ 72 w 18"/>
                <a:gd name="T1" fmla="*/ 20 h 5"/>
                <a:gd name="T2" fmla="*/ 0 w 18"/>
                <a:gd name="T3" fmla="*/ 53 h 5"/>
                <a:gd name="T4" fmla="*/ 144 w 18"/>
                <a:gd name="T5" fmla="*/ 44 h 5"/>
                <a:gd name="T6" fmla="*/ 72 w 18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9" y="2"/>
                  </a:moveTo>
                  <a:cubicBezTo>
                    <a:pt x="6" y="2"/>
                    <a:pt x="4" y="3"/>
                    <a:pt x="0" y="5"/>
                  </a:cubicBezTo>
                  <a:cubicBezTo>
                    <a:pt x="3" y="3"/>
                    <a:pt x="15" y="0"/>
                    <a:pt x="18" y="4"/>
                  </a:cubicBezTo>
                  <a:cubicBezTo>
                    <a:pt x="17" y="3"/>
                    <a:pt x="13" y="1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12" name="Freeform 703">
              <a:extLst>
                <a:ext uri="{FF2B5EF4-FFF2-40B4-BE49-F238E27FC236}">
                  <a16:creationId xmlns:a16="http://schemas.microsoft.com/office/drawing/2014/main" id="{322BF32A-1E7A-48ED-BB48-4CAE3FBEB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160"/>
              <a:ext cx="40" cy="19"/>
            </a:xfrm>
            <a:custGeom>
              <a:avLst/>
              <a:gdLst>
                <a:gd name="T0" fmla="*/ 0 w 20"/>
                <a:gd name="T1" fmla="*/ 57 h 9"/>
                <a:gd name="T2" fmla="*/ 160 w 20"/>
                <a:gd name="T3" fmla="*/ 0 h 9"/>
                <a:gd name="T4" fmla="*/ 0 w 20"/>
                <a:gd name="T5" fmla="*/ 5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0" y="6"/>
                  </a:moveTo>
                  <a:cubicBezTo>
                    <a:pt x="3" y="7"/>
                    <a:pt x="14" y="6"/>
                    <a:pt x="20" y="0"/>
                  </a:cubicBezTo>
                  <a:cubicBezTo>
                    <a:pt x="19" y="3"/>
                    <a:pt x="9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13" name="Freeform 704">
              <a:extLst>
                <a:ext uri="{FF2B5EF4-FFF2-40B4-BE49-F238E27FC236}">
                  <a16:creationId xmlns:a16="http://schemas.microsoft.com/office/drawing/2014/main" id="{D3A44CED-8345-4567-A17D-F604E52FB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115"/>
              <a:ext cx="108" cy="85"/>
            </a:xfrm>
            <a:custGeom>
              <a:avLst/>
              <a:gdLst>
                <a:gd name="T0" fmla="*/ 96 w 54"/>
                <a:gd name="T1" fmla="*/ 68 h 40"/>
                <a:gd name="T2" fmla="*/ 32 w 54"/>
                <a:gd name="T3" fmla="*/ 172 h 40"/>
                <a:gd name="T4" fmla="*/ 232 w 54"/>
                <a:gd name="T5" fmla="*/ 357 h 40"/>
                <a:gd name="T6" fmla="*/ 424 w 54"/>
                <a:gd name="T7" fmla="*/ 136 h 40"/>
                <a:gd name="T8" fmla="*/ 328 w 54"/>
                <a:gd name="T9" fmla="*/ 9 h 40"/>
                <a:gd name="T10" fmla="*/ 192 w 54"/>
                <a:gd name="T11" fmla="*/ 28 h 40"/>
                <a:gd name="T12" fmla="*/ 96 w 54"/>
                <a:gd name="T13" fmla="*/ 6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0">
                  <a:moveTo>
                    <a:pt x="12" y="7"/>
                  </a:moveTo>
                  <a:cubicBezTo>
                    <a:pt x="7" y="10"/>
                    <a:pt x="4" y="14"/>
                    <a:pt x="4" y="18"/>
                  </a:cubicBezTo>
                  <a:cubicBezTo>
                    <a:pt x="0" y="33"/>
                    <a:pt x="14" y="40"/>
                    <a:pt x="29" y="37"/>
                  </a:cubicBezTo>
                  <a:cubicBezTo>
                    <a:pt x="44" y="34"/>
                    <a:pt x="54" y="22"/>
                    <a:pt x="53" y="14"/>
                  </a:cubicBezTo>
                  <a:cubicBezTo>
                    <a:pt x="52" y="6"/>
                    <a:pt x="48" y="2"/>
                    <a:pt x="41" y="1"/>
                  </a:cubicBezTo>
                  <a:cubicBezTo>
                    <a:pt x="35" y="0"/>
                    <a:pt x="28" y="2"/>
                    <a:pt x="24" y="3"/>
                  </a:cubicBezTo>
                  <a:cubicBezTo>
                    <a:pt x="20" y="5"/>
                    <a:pt x="15" y="5"/>
                    <a:pt x="12" y="7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14" name="Freeform 705">
              <a:extLst>
                <a:ext uri="{FF2B5EF4-FFF2-40B4-BE49-F238E27FC236}">
                  <a16:creationId xmlns:a16="http://schemas.microsoft.com/office/drawing/2014/main" id="{A063A161-21C2-4FA5-8812-A6B2D1970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145"/>
              <a:ext cx="58" cy="28"/>
            </a:xfrm>
            <a:custGeom>
              <a:avLst/>
              <a:gdLst>
                <a:gd name="T0" fmla="*/ 8 w 29"/>
                <a:gd name="T1" fmla="*/ 88 h 13"/>
                <a:gd name="T2" fmla="*/ 88 w 29"/>
                <a:gd name="T3" fmla="*/ 129 h 13"/>
                <a:gd name="T4" fmla="*/ 216 w 29"/>
                <a:gd name="T5" fmla="*/ 60 h 13"/>
                <a:gd name="T6" fmla="*/ 224 w 29"/>
                <a:gd name="T7" fmla="*/ 0 h 13"/>
                <a:gd name="T8" fmla="*/ 224 w 29"/>
                <a:gd name="T9" fmla="*/ 0 h 13"/>
                <a:gd name="T10" fmla="*/ 216 w 29"/>
                <a:gd name="T11" fmla="*/ 60 h 13"/>
                <a:gd name="T12" fmla="*/ 88 w 29"/>
                <a:gd name="T13" fmla="*/ 121 h 13"/>
                <a:gd name="T14" fmla="*/ 16 w 29"/>
                <a:gd name="T15" fmla="*/ 88 h 13"/>
                <a:gd name="T16" fmla="*/ 16 w 29"/>
                <a:gd name="T17" fmla="*/ 41 h 13"/>
                <a:gd name="T18" fmla="*/ 16 w 29"/>
                <a:gd name="T19" fmla="*/ 41 h 13"/>
                <a:gd name="T20" fmla="*/ 8 w 29"/>
                <a:gd name="T21" fmla="*/ 88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3">
                  <a:moveTo>
                    <a:pt x="1" y="9"/>
                  </a:moveTo>
                  <a:cubicBezTo>
                    <a:pt x="3" y="11"/>
                    <a:pt x="6" y="13"/>
                    <a:pt x="11" y="13"/>
                  </a:cubicBezTo>
                  <a:cubicBezTo>
                    <a:pt x="17" y="12"/>
                    <a:pt x="24" y="10"/>
                    <a:pt x="27" y="6"/>
                  </a:cubicBezTo>
                  <a:cubicBezTo>
                    <a:pt x="28" y="4"/>
                    <a:pt x="29" y="2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2"/>
                    <a:pt x="28" y="4"/>
                    <a:pt x="27" y="6"/>
                  </a:cubicBezTo>
                  <a:cubicBezTo>
                    <a:pt x="24" y="9"/>
                    <a:pt x="17" y="12"/>
                    <a:pt x="11" y="12"/>
                  </a:cubicBezTo>
                  <a:cubicBezTo>
                    <a:pt x="6" y="12"/>
                    <a:pt x="3" y="11"/>
                    <a:pt x="2" y="9"/>
                  </a:cubicBezTo>
                  <a:cubicBezTo>
                    <a:pt x="1" y="7"/>
                    <a:pt x="1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0" y="7"/>
                    <a:pt x="1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15" name="Freeform 706">
              <a:extLst>
                <a:ext uri="{FF2B5EF4-FFF2-40B4-BE49-F238E27FC236}">
                  <a16:creationId xmlns:a16="http://schemas.microsoft.com/office/drawing/2014/main" id="{E12A535F-EE34-48D7-8FDB-0EA43ED1E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132"/>
              <a:ext cx="106" cy="115"/>
            </a:xfrm>
            <a:custGeom>
              <a:avLst/>
              <a:gdLst>
                <a:gd name="T0" fmla="*/ 352 w 53"/>
                <a:gd name="T1" fmla="*/ 341 h 54"/>
                <a:gd name="T2" fmla="*/ 264 w 53"/>
                <a:gd name="T3" fmla="*/ 49 h 54"/>
                <a:gd name="T4" fmla="*/ 16 w 53"/>
                <a:gd name="T5" fmla="*/ 204 h 54"/>
                <a:gd name="T6" fmla="*/ 352 w 53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4" y="35"/>
                  </a:moveTo>
                  <a:cubicBezTo>
                    <a:pt x="53" y="24"/>
                    <a:pt x="47" y="10"/>
                    <a:pt x="33" y="5"/>
                  </a:cubicBezTo>
                  <a:cubicBezTo>
                    <a:pt x="18" y="0"/>
                    <a:pt x="5" y="6"/>
                    <a:pt x="2" y="21"/>
                  </a:cubicBezTo>
                  <a:cubicBezTo>
                    <a:pt x="0" y="37"/>
                    <a:pt x="31" y="54"/>
                    <a:pt x="44" y="3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16" name="Freeform 707">
              <a:extLst>
                <a:ext uri="{FF2B5EF4-FFF2-40B4-BE49-F238E27FC236}">
                  <a16:creationId xmlns:a16="http://schemas.microsoft.com/office/drawing/2014/main" id="{A0065399-5ECA-477A-9EF5-84C20CE61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153"/>
              <a:ext cx="76" cy="77"/>
            </a:xfrm>
            <a:custGeom>
              <a:avLst/>
              <a:gdLst>
                <a:gd name="T0" fmla="*/ 224 w 38"/>
                <a:gd name="T1" fmla="*/ 0 h 36"/>
                <a:gd name="T2" fmla="*/ 240 w 38"/>
                <a:gd name="T3" fmla="*/ 225 h 36"/>
                <a:gd name="T4" fmla="*/ 0 w 38"/>
                <a:gd name="T5" fmla="*/ 257 h 36"/>
                <a:gd name="T6" fmla="*/ 256 w 38"/>
                <a:gd name="T7" fmla="*/ 233 h 36"/>
                <a:gd name="T8" fmla="*/ 224 w 38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6">
                  <a:moveTo>
                    <a:pt x="28" y="0"/>
                  </a:moveTo>
                  <a:cubicBezTo>
                    <a:pt x="35" y="6"/>
                    <a:pt x="37" y="16"/>
                    <a:pt x="30" y="23"/>
                  </a:cubicBezTo>
                  <a:cubicBezTo>
                    <a:pt x="23" y="34"/>
                    <a:pt x="9" y="32"/>
                    <a:pt x="0" y="26"/>
                  </a:cubicBezTo>
                  <a:cubicBezTo>
                    <a:pt x="9" y="33"/>
                    <a:pt x="24" y="36"/>
                    <a:pt x="32" y="24"/>
                  </a:cubicBezTo>
                  <a:cubicBezTo>
                    <a:pt x="38" y="16"/>
                    <a:pt x="36" y="6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17" name="Freeform 708">
              <a:extLst>
                <a:ext uri="{FF2B5EF4-FFF2-40B4-BE49-F238E27FC236}">
                  <a16:creationId xmlns:a16="http://schemas.microsoft.com/office/drawing/2014/main" id="{67CC08FE-B65F-4F63-9A0F-39BF5B6F0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3139"/>
              <a:ext cx="58" cy="74"/>
            </a:xfrm>
            <a:custGeom>
              <a:avLst/>
              <a:gdLst>
                <a:gd name="T0" fmla="*/ 72 w 29"/>
                <a:gd name="T1" fmla="*/ 313 h 35"/>
                <a:gd name="T2" fmla="*/ 24 w 29"/>
                <a:gd name="T3" fmla="*/ 180 h 35"/>
                <a:gd name="T4" fmla="*/ 216 w 29"/>
                <a:gd name="T5" fmla="*/ 27 h 35"/>
                <a:gd name="T6" fmla="*/ 216 w 29"/>
                <a:gd name="T7" fmla="*/ 27 h 35"/>
                <a:gd name="T8" fmla="*/ 8 w 29"/>
                <a:gd name="T9" fmla="*/ 169 h 35"/>
                <a:gd name="T10" fmla="*/ 72 w 29"/>
                <a:gd name="T11" fmla="*/ 321 h 35"/>
                <a:gd name="T12" fmla="*/ 72 w 29"/>
                <a:gd name="T13" fmla="*/ 3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5">
                  <a:moveTo>
                    <a:pt x="9" y="33"/>
                  </a:moveTo>
                  <a:cubicBezTo>
                    <a:pt x="5" y="29"/>
                    <a:pt x="2" y="24"/>
                    <a:pt x="3" y="19"/>
                  </a:cubicBezTo>
                  <a:cubicBezTo>
                    <a:pt x="5" y="6"/>
                    <a:pt x="15" y="1"/>
                    <a:pt x="27" y="3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14" y="0"/>
                    <a:pt x="3" y="5"/>
                    <a:pt x="1" y="18"/>
                  </a:cubicBezTo>
                  <a:cubicBezTo>
                    <a:pt x="0" y="24"/>
                    <a:pt x="4" y="29"/>
                    <a:pt x="9" y="34"/>
                  </a:cubicBezTo>
                  <a:cubicBezTo>
                    <a:pt x="11" y="35"/>
                    <a:pt x="11" y="35"/>
                    <a:pt x="9" y="3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18" name="Freeform 709">
              <a:extLst>
                <a:ext uri="{FF2B5EF4-FFF2-40B4-BE49-F238E27FC236}">
                  <a16:creationId xmlns:a16="http://schemas.microsoft.com/office/drawing/2014/main" id="{297725D9-D1A2-45F0-9F3A-33E6F5468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151"/>
              <a:ext cx="64" cy="60"/>
            </a:xfrm>
            <a:custGeom>
              <a:avLst/>
              <a:gdLst>
                <a:gd name="T0" fmla="*/ 16 w 32"/>
                <a:gd name="T1" fmla="*/ 137 h 28"/>
                <a:gd name="T2" fmla="*/ 200 w 32"/>
                <a:gd name="T3" fmla="*/ 225 h 28"/>
                <a:gd name="T4" fmla="*/ 160 w 32"/>
                <a:gd name="T5" fmla="*/ 19 h 28"/>
                <a:gd name="T6" fmla="*/ 16 w 32"/>
                <a:gd name="T7" fmla="*/ 13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2" y="14"/>
                  </a:moveTo>
                  <a:cubicBezTo>
                    <a:pt x="4" y="25"/>
                    <a:pt x="19" y="28"/>
                    <a:pt x="25" y="23"/>
                  </a:cubicBezTo>
                  <a:cubicBezTo>
                    <a:pt x="32" y="17"/>
                    <a:pt x="29" y="3"/>
                    <a:pt x="20" y="2"/>
                  </a:cubicBezTo>
                  <a:cubicBezTo>
                    <a:pt x="6" y="0"/>
                    <a:pt x="0" y="7"/>
                    <a:pt x="2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19" name="Freeform 710">
              <a:extLst>
                <a:ext uri="{FF2B5EF4-FFF2-40B4-BE49-F238E27FC236}">
                  <a16:creationId xmlns:a16="http://schemas.microsoft.com/office/drawing/2014/main" id="{F55227BB-2EB3-462E-A2B6-559F311AA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160"/>
              <a:ext cx="52" cy="49"/>
            </a:xfrm>
            <a:custGeom>
              <a:avLst/>
              <a:gdLst>
                <a:gd name="T0" fmla="*/ 152 w 26"/>
                <a:gd name="T1" fmla="*/ 0 h 23"/>
                <a:gd name="T2" fmla="*/ 144 w 26"/>
                <a:gd name="T3" fmla="*/ 164 h 23"/>
                <a:gd name="T4" fmla="*/ 0 w 26"/>
                <a:gd name="T5" fmla="*/ 153 h 23"/>
                <a:gd name="T6" fmla="*/ 160 w 26"/>
                <a:gd name="T7" fmla="*/ 181 h 23"/>
                <a:gd name="T8" fmla="*/ 152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19" y="0"/>
                  </a:moveTo>
                  <a:cubicBezTo>
                    <a:pt x="23" y="5"/>
                    <a:pt x="23" y="13"/>
                    <a:pt x="18" y="17"/>
                  </a:cubicBezTo>
                  <a:cubicBezTo>
                    <a:pt x="14" y="21"/>
                    <a:pt x="6" y="21"/>
                    <a:pt x="0" y="16"/>
                  </a:cubicBezTo>
                  <a:cubicBezTo>
                    <a:pt x="5" y="22"/>
                    <a:pt x="15" y="23"/>
                    <a:pt x="20" y="19"/>
                  </a:cubicBezTo>
                  <a:cubicBezTo>
                    <a:pt x="26" y="14"/>
                    <a:pt x="25" y="4"/>
                    <a:pt x="1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20" name="Freeform 711">
              <a:extLst>
                <a:ext uri="{FF2B5EF4-FFF2-40B4-BE49-F238E27FC236}">
                  <a16:creationId xmlns:a16="http://schemas.microsoft.com/office/drawing/2014/main" id="{0D7A7559-0D2B-490D-8B53-189557F57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156"/>
              <a:ext cx="22" cy="17"/>
            </a:xfrm>
            <a:custGeom>
              <a:avLst/>
              <a:gdLst>
                <a:gd name="T0" fmla="*/ 88 w 11"/>
                <a:gd name="T1" fmla="*/ 0 h 8"/>
                <a:gd name="T2" fmla="*/ 0 w 11"/>
                <a:gd name="T3" fmla="*/ 77 h 8"/>
                <a:gd name="T4" fmla="*/ 88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6" y="0"/>
                    <a:pt x="1" y="3"/>
                    <a:pt x="0" y="8"/>
                  </a:cubicBezTo>
                  <a:cubicBezTo>
                    <a:pt x="2" y="5"/>
                    <a:pt x="5" y="1"/>
                    <a:pt x="1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21" name="Freeform 712">
              <a:extLst>
                <a:ext uri="{FF2B5EF4-FFF2-40B4-BE49-F238E27FC236}">
                  <a16:creationId xmlns:a16="http://schemas.microsoft.com/office/drawing/2014/main" id="{A1DC1298-D8A6-4A5F-8F7E-9AB4A9938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173"/>
              <a:ext cx="38" cy="40"/>
            </a:xfrm>
            <a:custGeom>
              <a:avLst/>
              <a:gdLst>
                <a:gd name="T0" fmla="*/ 128 w 19"/>
                <a:gd name="T1" fmla="*/ 0 h 19"/>
                <a:gd name="T2" fmla="*/ 0 w 19"/>
                <a:gd name="T3" fmla="*/ 141 h 19"/>
                <a:gd name="T4" fmla="*/ 128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6" y="0"/>
                  </a:moveTo>
                  <a:cubicBezTo>
                    <a:pt x="17" y="6"/>
                    <a:pt x="16" y="19"/>
                    <a:pt x="0" y="15"/>
                  </a:cubicBezTo>
                  <a:cubicBezTo>
                    <a:pt x="7" y="17"/>
                    <a:pt x="19" y="18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22" name="Freeform 713">
              <a:extLst>
                <a:ext uri="{FF2B5EF4-FFF2-40B4-BE49-F238E27FC236}">
                  <a16:creationId xmlns:a16="http://schemas.microsoft.com/office/drawing/2014/main" id="{1CD4E3CF-F2CA-4371-83EC-24CBFA9B0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132"/>
              <a:ext cx="106" cy="115"/>
            </a:xfrm>
            <a:custGeom>
              <a:avLst/>
              <a:gdLst>
                <a:gd name="T0" fmla="*/ 352 w 53"/>
                <a:gd name="T1" fmla="*/ 341 h 54"/>
                <a:gd name="T2" fmla="*/ 264 w 53"/>
                <a:gd name="T3" fmla="*/ 49 h 54"/>
                <a:gd name="T4" fmla="*/ 16 w 53"/>
                <a:gd name="T5" fmla="*/ 204 h 54"/>
                <a:gd name="T6" fmla="*/ 352 w 53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4" y="35"/>
                  </a:moveTo>
                  <a:cubicBezTo>
                    <a:pt x="53" y="24"/>
                    <a:pt x="47" y="10"/>
                    <a:pt x="33" y="5"/>
                  </a:cubicBezTo>
                  <a:cubicBezTo>
                    <a:pt x="18" y="0"/>
                    <a:pt x="5" y="6"/>
                    <a:pt x="2" y="21"/>
                  </a:cubicBezTo>
                  <a:cubicBezTo>
                    <a:pt x="0" y="37"/>
                    <a:pt x="31" y="54"/>
                    <a:pt x="44" y="35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23" name="Freeform 714">
              <a:extLst>
                <a:ext uri="{FF2B5EF4-FFF2-40B4-BE49-F238E27FC236}">
                  <a16:creationId xmlns:a16="http://schemas.microsoft.com/office/drawing/2014/main" id="{0F50B9FB-4DB6-4F3C-9ACB-5D34C3FC1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156"/>
              <a:ext cx="56" cy="51"/>
            </a:xfrm>
            <a:custGeom>
              <a:avLst/>
              <a:gdLst>
                <a:gd name="T0" fmla="*/ 144 w 28"/>
                <a:gd name="T1" fmla="*/ 0 h 24"/>
                <a:gd name="T2" fmla="*/ 208 w 28"/>
                <a:gd name="T3" fmla="*/ 77 h 24"/>
                <a:gd name="T4" fmla="*/ 184 w 28"/>
                <a:gd name="T5" fmla="*/ 204 h 24"/>
                <a:gd name="T6" fmla="*/ 80 w 28"/>
                <a:gd name="T7" fmla="*/ 213 h 24"/>
                <a:gd name="T8" fmla="*/ 0 w 28"/>
                <a:gd name="T9" fmla="*/ 117 h 24"/>
                <a:gd name="T10" fmla="*/ 0 w 28"/>
                <a:gd name="T11" fmla="*/ 117 h 24"/>
                <a:gd name="T12" fmla="*/ 80 w 28"/>
                <a:gd name="T13" fmla="*/ 221 h 24"/>
                <a:gd name="T14" fmla="*/ 184 w 28"/>
                <a:gd name="T15" fmla="*/ 204 h 24"/>
                <a:gd name="T16" fmla="*/ 208 w 28"/>
                <a:gd name="T17" fmla="*/ 77 h 24"/>
                <a:gd name="T18" fmla="*/ 144 w 28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18" y="0"/>
                  </a:moveTo>
                  <a:cubicBezTo>
                    <a:pt x="22" y="1"/>
                    <a:pt x="25" y="4"/>
                    <a:pt x="26" y="8"/>
                  </a:cubicBezTo>
                  <a:cubicBezTo>
                    <a:pt x="27" y="13"/>
                    <a:pt x="26" y="18"/>
                    <a:pt x="23" y="21"/>
                  </a:cubicBezTo>
                  <a:cubicBezTo>
                    <a:pt x="20" y="23"/>
                    <a:pt x="15" y="24"/>
                    <a:pt x="10" y="22"/>
                  </a:cubicBezTo>
                  <a:cubicBezTo>
                    <a:pt x="5" y="21"/>
                    <a:pt x="1" y="17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4" y="21"/>
                    <a:pt x="10" y="23"/>
                  </a:cubicBezTo>
                  <a:cubicBezTo>
                    <a:pt x="15" y="24"/>
                    <a:pt x="20" y="24"/>
                    <a:pt x="23" y="21"/>
                  </a:cubicBezTo>
                  <a:cubicBezTo>
                    <a:pt x="27" y="18"/>
                    <a:pt x="28" y="13"/>
                    <a:pt x="26" y="8"/>
                  </a:cubicBezTo>
                  <a:cubicBezTo>
                    <a:pt x="25" y="4"/>
                    <a:pt x="22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24" name="Freeform 715">
              <a:extLst>
                <a:ext uri="{FF2B5EF4-FFF2-40B4-BE49-F238E27FC236}">
                  <a16:creationId xmlns:a16="http://schemas.microsoft.com/office/drawing/2014/main" id="{99BC127D-B780-4D80-9FF9-AFDFA454D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951"/>
              <a:ext cx="106" cy="113"/>
            </a:xfrm>
            <a:custGeom>
              <a:avLst/>
              <a:gdLst>
                <a:gd name="T0" fmla="*/ 296 w 53"/>
                <a:gd name="T1" fmla="*/ 437 h 53"/>
                <a:gd name="T2" fmla="*/ 344 w 53"/>
                <a:gd name="T3" fmla="*/ 145 h 53"/>
                <a:gd name="T4" fmla="*/ 80 w 53"/>
                <a:gd name="T5" fmla="*/ 104 h 53"/>
                <a:gd name="T6" fmla="*/ 296 w 53"/>
                <a:gd name="T7" fmla="*/ 43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3">
                  <a:moveTo>
                    <a:pt x="37" y="45"/>
                  </a:moveTo>
                  <a:cubicBezTo>
                    <a:pt x="49" y="41"/>
                    <a:pt x="53" y="27"/>
                    <a:pt x="43" y="15"/>
                  </a:cubicBezTo>
                  <a:cubicBezTo>
                    <a:pt x="34" y="2"/>
                    <a:pt x="20" y="0"/>
                    <a:pt x="10" y="11"/>
                  </a:cubicBezTo>
                  <a:cubicBezTo>
                    <a:pt x="0" y="22"/>
                    <a:pt x="15" y="53"/>
                    <a:pt x="37" y="4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25" name="Freeform 716">
              <a:extLst>
                <a:ext uri="{FF2B5EF4-FFF2-40B4-BE49-F238E27FC236}">
                  <a16:creationId xmlns:a16="http://schemas.microsoft.com/office/drawing/2014/main" id="{522175B6-E58F-474E-87A3-7D31D78BB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998"/>
              <a:ext cx="82" cy="58"/>
            </a:xfrm>
            <a:custGeom>
              <a:avLst/>
              <a:gdLst>
                <a:gd name="T0" fmla="*/ 296 w 41"/>
                <a:gd name="T1" fmla="*/ 0 h 27"/>
                <a:gd name="T2" fmla="*/ 208 w 41"/>
                <a:gd name="T3" fmla="*/ 198 h 27"/>
                <a:gd name="T4" fmla="*/ 0 w 41"/>
                <a:gd name="T5" fmla="*/ 52 h 27"/>
                <a:gd name="T6" fmla="*/ 216 w 41"/>
                <a:gd name="T7" fmla="*/ 217 h 27"/>
                <a:gd name="T8" fmla="*/ 296 w 4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7">
                  <a:moveTo>
                    <a:pt x="37" y="0"/>
                  </a:moveTo>
                  <a:cubicBezTo>
                    <a:pt x="39" y="9"/>
                    <a:pt x="36" y="17"/>
                    <a:pt x="26" y="20"/>
                  </a:cubicBezTo>
                  <a:cubicBezTo>
                    <a:pt x="14" y="25"/>
                    <a:pt x="4" y="16"/>
                    <a:pt x="0" y="5"/>
                  </a:cubicBezTo>
                  <a:cubicBezTo>
                    <a:pt x="3" y="16"/>
                    <a:pt x="14" y="27"/>
                    <a:pt x="27" y="22"/>
                  </a:cubicBezTo>
                  <a:cubicBezTo>
                    <a:pt x="37" y="19"/>
                    <a:pt x="41" y="9"/>
                    <a:pt x="3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26" name="Freeform 717">
              <a:extLst>
                <a:ext uri="{FF2B5EF4-FFF2-40B4-BE49-F238E27FC236}">
                  <a16:creationId xmlns:a16="http://schemas.microsoft.com/office/drawing/2014/main" id="{56C80A9E-5199-4F48-887F-805BBE337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956"/>
              <a:ext cx="68" cy="59"/>
            </a:xfrm>
            <a:custGeom>
              <a:avLst/>
              <a:gdLst>
                <a:gd name="T0" fmla="*/ 16 w 34"/>
                <a:gd name="T1" fmla="*/ 244 h 28"/>
                <a:gd name="T2" fmla="*/ 40 w 34"/>
                <a:gd name="T3" fmla="*/ 101 h 28"/>
                <a:gd name="T4" fmla="*/ 264 w 34"/>
                <a:gd name="T5" fmla="*/ 101 h 28"/>
                <a:gd name="T6" fmla="*/ 264 w 34"/>
                <a:gd name="T7" fmla="*/ 101 h 28"/>
                <a:gd name="T8" fmla="*/ 32 w 34"/>
                <a:gd name="T9" fmla="*/ 93 h 28"/>
                <a:gd name="T10" fmla="*/ 16 w 34"/>
                <a:gd name="T11" fmla="*/ 244 h 28"/>
                <a:gd name="T12" fmla="*/ 16 w 34"/>
                <a:gd name="T13" fmla="*/ 24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8">
                  <a:moveTo>
                    <a:pt x="2" y="26"/>
                  </a:moveTo>
                  <a:cubicBezTo>
                    <a:pt x="1" y="20"/>
                    <a:pt x="1" y="15"/>
                    <a:pt x="5" y="11"/>
                  </a:cubicBezTo>
                  <a:cubicBezTo>
                    <a:pt x="13" y="2"/>
                    <a:pt x="25" y="3"/>
                    <a:pt x="33" y="11"/>
                  </a:cubicBezTo>
                  <a:cubicBezTo>
                    <a:pt x="34" y="12"/>
                    <a:pt x="34" y="11"/>
                    <a:pt x="33" y="11"/>
                  </a:cubicBezTo>
                  <a:cubicBezTo>
                    <a:pt x="25" y="1"/>
                    <a:pt x="13" y="0"/>
                    <a:pt x="4" y="10"/>
                  </a:cubicBezTo>
                  <a:cubicBezTo>
                    <a:pt x="0" y="14"/>
                    <a:pt x="0" y="20"/>
                    <a:pt x="2" y="26"/>
                  </a:cubicBezTo>
                  <a:cubicBezTo>
                    <a:pt x="3" y="28"/>
                    <a:pt x="3" y="28"/>
                    <a:pt x="2" y="2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27" name="Freeform 718">
              <a:extLst>
                <a:ext uri="{FF2B5EF4-FFF2-40B4-BE49-F238E27FC236}">
                  <a16:creationId xmlns:a16="http://schemas.microsoft.com/office/drawing/2014/main" id="{161340C4-9743-41D7-B18A-E7310C5D1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968"/>
              <a:ext cx="64" cy="62"/>
            </a:xfrm>
            <a:custGeom>
              <a:avLst/>
              <a:gdLst>
                <a:gd name="T0" fmla="*/ 32 w 32"/>
                <a:gd name="T1" fmla="*/ 88 h 29"/>
                <a:gd name="T2" fmla="*/ 152 w 32"/>
                <a:gd name="T3" fmla="*/ 274 h 29"/>
                <a:gd name="T4" fmla="*/ 200 w 32"/>
                <a:gd name="T5" fmla="*/ 88 h 29"/>
                <a:gd name="T6" fmla="*/ 32 w 32"/>
                <a:gd name="T7" fmla="*/ 8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4" y="9"/>
                  </a:moveTo>
                  <a:cubicBezTo>
                    <a:pt x="0" y="19"/>
                    <a:pt x="10" y="29"/>
                    <a:pt x="19" y="28"/>
                  </a:cubicBezTo>
                  <a:cubicBezTo>
                    <a:pt x="27" y="27"/>
                    <a:pt x="32" y="15"/>
                    <a:pt x="25" y="9"/>
                  </a:cubicBezTo>
                  <a:cubicBezTo>
                    <a:pt x="15" y="0"/>
                    <a:pt x="7" y="2"/>
                    <a:pt x="4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28" name="Freeform 719">
              <a:extLst>
                <a:ext uri="{FF2B5EF4-FFF2-40B4-BE49-F238E27FC236}">
                  <a16:creationId xmlns:a16="http://schemas.microsoft.com/office/drawing/2014/main" id="{C03A1938-27A3-40B8-84D1-F41C1C859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994"/>
              <a:ext cx="52" cy="36"/>
            </a:xfrm>
            <a:custGeom>
              <a:avLst/>
              <a:gdLst>
                <a:gd name="T0" fmla="*/ 192 w 26"/>
                <a:gd name="T1" fmla="*/ 0 h 17"/>
                <a:gd name="T2" fmla="*/ 112 w 26"/>
                <a:gd name="T3" fmla="*/ 136 h 17"/>
                <a:gd name="T4" fmla="*/ 0 w 26"/>
                <a:gd name="T5" fmla="*/ 28 h 17"/>
                <a:gd name="T6" fmla="*/ 120 w 26"/>
                <a:gd name="T7" fmla="*/ 152 h 17"/>
                <a:gd name="T8" fmla="*/ 192 w 26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24" y="0"/>
                  </a:moveTo>
                  <a:cubicBezTo>
                    <a:pt x="24" y="6"/>
                    <a:pt x="20" y="13"/>
                    <a:pt x="14" y="14"/>
                  </a:cubicBezTo>
                  <a:cubicBezTo>
                    <a:pt x="8" y="15"/>
                    <a:pt x="2" y="10"/>
                    <a:pt x="0" y="3"/>
                  </a:cubicBezTo>
                  <a:cubicBezTo>
                    <a:pt x="1" y="11"/>
                    <a:pt x="8" y="17"/>
                    <a:pt x="15" y="16"/>
                  </a:cubicBezTo>
                  <a:cubicBezTo>
                    <a:pt x="22" y="15"/>
                    <a:pt x="26" y="7"/>
                    <a:pt x="24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29" name="Freeform 720">
              <a:extLst>
                <a:ext uri="{FF2B5EF4-FFF2-40B4-BE49-F238E27FC236}">
                  <a16:creationId xmlns:a16="http://schemas.microsoft.com/office/drawing/2014/main" id="{93A694C6-6DFD-4799-B229-20C31332A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973"/>
              <a:ext cx="26" cy="6"/>
            </a:xfrm>
            <a:custGeom>
              <a:avLst/>
              <a:gdLst>
                <a:gd name="T0" fmla="*/ 104 w 13"/>
                <a:gd name="T1" fmla="*/ 24 h 3"/>
                <a:gd name="T2" fmla="*/ 0 w 13"/>
                <a:gd name="T3" fmla="*/ 24 h 3"/>
                <a:gd name="T4" fmla="*/ 104 w 1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13" y="3"/>
                  </a:moveTo>
                  <a:cubicBezTo>
                    <a:pt x="9" y="0"/>
                    <a:pt x="3" y="0"/>
                    <a:pt x="0" y="3"/>
                  </a:cubicBezTo>
                  <a:cubicBezTo>
                    <a:pt x="3" y="2"/>
                    <a:pt x="7" y="1"/>
                    <a:pt x="13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30" name="Freeform 721">
              <a:extLst>
                <a:ext uri="{FF2B5EF4-FFF2-40B4-BE49-F238E27FC236}">
                  <a16:creationId xmlns:a16="http://schemas.microsoft.com/office/drawing/2014/main" id="{9E4EF4B3-6B70-495D-99D2-872D4AFCB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011"/>
              <a:ext cx="42" cy="34"/>
            </a:xfrm>
            <a:custGeom>
              <a:avLst/>
              <a:gdLst>
                <a:gd name="T0" fmla="*/ 168 w 21"/>
                <a:gd name="T1" fmla="*/ 0 h 16"/>
                <a:gd name="T2" fmla="*/ 0 w 21"/>
                <a:gd name="T3" fmla="*/ 40 h 16"/>
                <a:gd name="T4" fmla="*/ 168 w 2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9" y="5"/>
                    <a:pt x="12" y="15"/>
                    <a:pt x="0" y="4"/>
                  </a:cubicBezTo>
                  <a:cubicBezTo>
                    <a:pt x="5" y="9"/>
                    <a:pt x="15" y="16"/>
                    <a:pt x="21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31" name="Freeform 722">
              <a:extLst>
                <a:ext uri="{FF2B5EF4-FFF2-40B4-BE49-F238E27FC236}">
                  <a16:creationId xmlns:a16="http://schemas.microsoft.com/office/drawing/2014/main" id="{011585D9-BA2A-4115-81C8-B1E785BC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951"/>
              <a:ext cx="106" cy="113"/>
            </a:xfrm>
            <a:custGeom>
              <a:avLst/>
              <a:gdLst>
                <a:gd name="T0" fmla="*/ 296 w 53"/>
                <a:gd name="T1" fmla="*/ 437 h 53"/>
                <a:gd name="T2" fmla="*/ 344 w 53"/>
                <a:gd name="T3" fmla="*/ 145 h 53"/>
                <a:gd name="T4" fmla="*/ 80 w 53"/>
                <a:gd name="T5" fmla="*/ 104 h 53"/>
                <a:gd name="T6" fmla="*/ 296 w 53"/>
                <a:gd name="T7" fmla="*/ 43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3">
                  <a:moveTo>
                    <a:pt x="37" y="45"/>
                  </a:moveTo>
                  <a:cubicBezTo>
                    <a:pt x="49" y="41"/>
                    <a:pt x="53" y="27"/>
                    <a:pt x="43" y="15"/>
                  </a:cubicBezTo>
                  <a:cubicBezTo>
                    <a:pt x="34" y="2"/>
                    <a:pt x="20" y="0"/>
                    <a:pt x="10" y="11"/>
                  </a:cubicBezTo>
                  <a:cubicBezTo>
                    <a:pt x="0" y="22"/>
                    <a:pt x="15" y="53"/>
                    <a:pt x="37" y="45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32" name="Freeform 723">
              <a:extLst>
                <a:ext uri="{FF2B5EF4-FFF2-40B4-BE49-F238E27FC236}">
                  <a16:creationId xmlns:a16="http://schemas.microsoft.com/office/drawing/2014/main" id="{EECC40C6-8CE7-4A44-B645-456A51EA4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987"/>
              <a:ext cx="54" cy="43"/>
            </a:xfrm>
            <a:custGeom>
              <a:avLst/>
              <a:gdLst>
                <a:gd name="T0" fmla="*/ 184 w 27"/>
                <a:gd name="T1" fmla="*/ 0 h 20"/>
                <a:gd name="T2" fmla="*/ 208 w 27"/>
                <a:gd name="T3" fmla="*/ 112 h 20"/>
                <a:gd name="T4" fmla="*/ 136 w 27"/>
                <a:gd name="T5" fmla="*/ 189 h 20"/>
                <a:gd name="T6" fmla="*/ 40 w 27"/>
                <a:gd name="T7" fmla="*/ 129 h 20"/>
                <a:gd name="T8" fmla="*/ 16 w 27"/>
                <a:gd name="T9" fmla="*/ 0 h 20"/>
                <a:gd name="T10" fmla="*/ 16 w 27"/>
                <a:gd name="T11" fmla="*/ 0 h 20"/>
                <a:gd name="T12" fmla="*/ 32 w 27"/>
                <a:gd name="T13" fmla="*/ 129 h 20"/>
                <a:gd name="T14" fmla="*/ 136 w 27"/>
                <a:gd name="T15" fmla="*/ 198 h 20"/>
                <a:gd name="T16" fmla="*/ 208 w 27"/>
                <a:gd name="T17" fmla="*/ 112 h 20"/>
                <a:gd name="T18" fmla="*/ 184 w 27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0">
                  <a:moveTo>
                    <a:pt x="23" y="0"/>
                  </a:moveTo>
                  <a:cubicBezTo>
                    <a:pt x="26" y="2"/>
                    <a:pt x="27" y="6"/>
                    <a:pt x="26" y="11"/>
                  </a:cubicBezTo>
                  <a:cubicBezTo>
                    <a:pt x="24" y="15"/>
                    <a:pt x="21" y="19"/>
                    <a:pt x="17" y="19"/>
                  </a:cubicBezTo>
                  <a:cubicBezTo>
                    <a:pt x="13" y="20"/>
                    <a:pt x="8" y="17"/>
                    <a:pt x="5" y="13"/>
                  </a:cubicBezTo>
                  <a:cubicBezTo>
                    <a:pt x="2" y="9"/>
                    <a:pt x="0" y="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1" y="9"/>
                    <a:pt x="4" y="13"/>
                  </a:cubicBezTo>
                  <a:cubicBezTo>
                    <a:pt x="8" y="18"/>
                    <a:pt x="13" y="20"/>
                    <a:pt x="17" y="20"/>
                  </a:cubicBezTo>
                  <a:cubicBezTo>
                    <a:pt x="21" y="19"/>
                    <a:pt x="25" y="15"/>
                    <a:pt x="26" y="11"/>
                  </a:cubicBezTo>
                  <a:cubicBezTo>
                    <a:pt x="27" y="6"/>
                    <a:pt x="26" y="2"/>
                    <a:pt x="23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33" name="Freeform 724">
              <a:extLst>
                <a:ext uri="{FF2B5EF4-FFF2-40B4-BE49-F238E27FC236}">
                  <a16:creationId xmlns:a16="http://schemas.microsoft.com/office/drawing/2014/main" id="{05EE55B0-825B-4CDC-867F-68CD35299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824"/>
              <a:ext cx="92" cy="129"/>
            </a:xfrm>
            <a:custGeom>
              <a:avLst/>
              <a:gdLst>
                <a:gd name="T0" fmla="*/ 8 w 46"/>
                <a:gd name="T1" fmla="*/ 577 h 61"/>
                <a:gd name="T2" fmla="*/ 32 w 46"/>
                <a:gd name="T3" fmla="*/ 264 h 61"/>
                <a:gd name="T4" fmla="*/ 184 w 46"/>
                <a:gd name="T5" fmla="*/ 57 h 61"/>
                <a:gd name="T6" fmla="*/ 368 w 46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61">
                  <a:moveTo>
                    <a:pt x="1" y="61"/>
                  </a:moveTo>
                  <a:cubicBezTo>
                    <a:pt x="3" y="54"/>
                    <a:pt x="0" y="36"/>
                    <a:pt x="4" y="28"/>
                  </a:cubicBezTo>
                  <a:cubicBezTo>
                    <a:pt x="8" y="19"/>
                    <a:pt x="15" y="11"/>
                    <a:pt x="23" y="6"/>
                  </a:cubicBezTo>
                  <a:cubicBezTo>
                    <a:pt x="30" y="2"/>
                    <a:pt x="39" y="0"/>
                    <a:pt x="4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34" name="Freeform 725">
              <a:extLst>
                <a:ext uri="{FF2B5EF4-FFF2-40B4-BE49-F238E27FC236}">
                  <a16:creationId xmlns:a16="http://schemas.microsoft.com/office/drawing/2014/main" id="{34606972-BAB7-45FC-AF5A-9E4F2EA4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734"/>
              <a:ext cx="111" cy="92"/>
            </a:xfrm>
            <a:custGeom>
              <a:avLst/>
              <a:gdLst>
                <a:gd name="T0" fmla="*/ 0 w 56"/>
                <a:gd name="T1" fmla="*/ 421 h 43"/>
                <a:gd name="T2" fmla="*/ 188 w 56"/>
                <a:gd name="T3" fmla="*/ 51 h 43"/>
                <a:gd name="T4" fmla="*/ 436 w 56"/>
                <a:gd name="T5" fmla="*/ 5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43">
                  <a:moveTo>
                    <a:pt x="0" y="43"/>
                  </a:moveTo>
                  <a:cubicBezTo>
                    <a:pt x="0" y="27"/>
                    <a:pt x="7" y="11"/>
                    <a:pt x="24" y="5"/>
                  </a:cubicBezTo>
                  <a:cubicBezTo>
                    <a:pt x="31" y="3"/>
                    <a:pt x="50" y="0"/>
                    <a:pt x="56" y="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35" name="Freeform 726">
              <a:extLst>
                <a:ext uri="{FF2B5EF4-FFF2-40B4-BE49-F238E27FC236}">
                  <a16:creationId xmlns:a16="http://schemas.microsoft.com/office/drawing/2014/main" id="{1B32AD82-6F4D-44C3-AB81-BE2F6C956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785"/>
              <a:ext cx="96" cy="124"/>
            </a:xfrm>
            <a:custGeom>
              <a:avLst/>
              <a:gdLst>
                <a:gd name="T0" fmla="*/ 384 w 48"/>
                <a:gd name="T1" fmla="*/ 0 h 58"/>
                <a:gd name="T2" fmla="*/ 304 w 48"/>
                <a:gd name="T3" fmla="*/ 393 h 58"/>
                <a:gd name="T4" fmla="*/ 0 w 48"/>
                <a:gd name="T5" fmla="*/ 558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8">
                  <a:moveTo>
                    <a:pt x="48" y="0"/>
                  </a:moveTo>
                  <a:cubicBezTo>
                    <a:pt x="46" y="15"/>
                    <a:pt x="47" y="28"/>
                    <a:pt x="38" y="40"/>
                  </a:cubicBezTo>
                  <a:cubicBezTo>
                    <a:pt x="30" y="51"/>
                    <a:pt x="13" y="58"/>
                    <a:pt x="0" y="5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36" name="Freeform 727">
              <a:extLst>
                <a:ext uri="{FF2B5EF4-FFF2-40B4-BE49-F238E27FC236}">
                  <a16:creationId xmlns:a16="http://schemas.microsoft.com/office/drawing/2014/main" id="{8316F28E-C24B-4095-A2EE-B043BA9FC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756"/>
              <a:ext cx="96" cy="74"/>
            </a:xfrm>
            <a:custGeom>
              <a:avLst/>
              <a:gdLst>
                <a:gd name="T0" fmla="*/ 0 w 48"/>
                <a:gd name="T1" fmla="*/ 330 h 35"/>
                <a:gd name="T2" fmla="*/ 144 w 48"/>
                <a:gd name="T3" fmla="*/ 76 h 35"/>
                <a:gd name="T4" fmla="*/ 296 w 48"/>
                <a:gd name="T5" fmla="*/ 17 h 35"/>
                <a:gd name="T6" fmla="*/ 384 w 48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5">
                  <a:moveTo>
                    <a:pt x="0" y="35"/>
                  </a:moveTo>
                  <a:cubicBezTo>
                    <a:pt x="5" y="24"/>
                    <a:pt x="8" y="15"/>
                    <a:pt x="18" y="8"/>
                  </a:cubicBezTo>
                  <a:cubicBezTo>
                    <a:pt x="24" y="4"/>
                    <a:pt x="30" y="3"/>
                    <a:pt x="37" y="2"/>
                  </a:cubicBezTo>
                  <a:cubicBezTo>
                    <a:pt x="40" y="1"/>
                    <a:pt x="46" y="2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37" name="Freeform 728">
              <a:extLst>
                <a:ext uri="{FF2B5EF4-FFF2-40B4-BE49-F238E27FC236}">
                  <a16:creationId xmlns:a16="http://schemas.microsoft.com/office/drawing/2014/main" id="{20D9B85F-A881-40F8-92D3-72CC8811B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658"/>
              <a:ext cx="48" cy="104"/>
            </a:xfrm>
            <a:custGeom>
              <a:avLst/>
              <a:gdLst>
                <a:gd name="T0" fmla="*/ 0 w 24"/>
                <a:gd name="T1" fmla="*/ 469 h 49"/>
                <a:gd name="T2" fmla="*/ 176 w 24"/>
                <a:gd name="T3" fmla="*/ 248 h 49"/>
                <a:gd name="T4" fmla="*/ 152 w 24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9">
                  <a:moveTo>
                    <a:pt x="0" y="49"/>
                  </a:moveTo>
                  <a:cubicBezTo>
                    <a:pt x="9" y="43"/>
                    <a:pt x="19" y="38"/>
                    <a:pt x="22" y="26"/>
                  </a:cubicBezTo>
                  <a:cubicBezTo>
                    <a:pt x="24" y="17"/>
                    <a:pt x="18" y="9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38" name="Freeform 729">
              <a:extLst>
                <a:ext uri="{FF2B5EF4-FFF2-40B4-BE49-F238E27FC236}">
                  <a16:creationId xmlns:a16="http://schemas.microsoft.com/office/drawing/2014/main" id="{BB572966-CA0B-4A07-8F15-BB8FE5DD0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677"/>
              <a:ext cx="77" cy="59"/>
            </a:xfrm>
            <a:custGeom>
              <a:avLst/>
              <a:gdLst>
                <a:gd name="T0" fmla="*/ 215 w 39"/>
                <a:gd name="T1" fmla="*/ 261 h 28"/>
                <a:gd name="T2" fmla="*/ 284 w 39"/>
                <a:gd name="T3" fmla="*/ 0 h 28"/>
                <a:gd name="T4" fmla="*/ 124 w 39"/>
                <a:gd name="T5" fmla="*/ 76 h 28"/>
                <a:gd name="T6" fmla="*/ 0 w 39"/>
                <a:gd name="T7" fmla="*/ 14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28" y="28"/>
                  </a:moveTo>
                  <a:cubicBezTo>
                    <a:pt x="31" y="22"/>
                    <a:pt x="39" y="6"/>
                    <a:pt x="37" y="0"/>
                  </a:cubicBezTo>
                  <a:cubicBezTo>
                    <a:pt x="31" y="5"/>
                    <a:pt x="23" y="6"/>
                    <a:pt x="16" y="8"/>
                  </a:cubicBezTo>
                  <a:cubicBezTo>
                    <a:pt x="11" y="10"/>
                    <a:pt x="5" y="14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39" name="Freeform 730">
              <a:extLst>
                <a:ext uri="{FF2B5EF4-FFF2-40B4-BE49-F238E27FC236}">
                  <a16:creationId xmlns:a16="http://schemas.microsoft.com/office/drawing/2014/main" id="{F9CFAAA5-6DDB-4F7E-A15B-BEA51806F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649"/>
              <a:ext cx="82" cy="34"/>
            </a:xfrm>
            <a:custGeom>
              <a:avLst/>
              <a:gdLst>
                <a:gd name="T0" fmla="*/ 0 w 41"/>
                <a:gd name="T1" fmla="*/ 153 h 16"/>
                <a:gd name="T2" fmla="*/ 328 w 41"/>
                <a:gd name="T3" fmla="*/ 9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6">
                  <a:moveTo>
                    <a:pt x="0" y="16"/>
                  </a:moveTo>
                  <a:cubicBezTo>
                    <a:pt x="6" y="0"/>
                    <a:pt x="29" y="7"/>
                    <a:pt x="41" y="1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40" name="Freeform 731">
              <a:extLst>
                <a:ext uri="{FF2B5EF4-FFF2-40B4-BE49-F238E27FC236}">
                  <a16:creationId xmlns:a16="http://schemas.microsoft.com/office/drawing/2014/main" id="{812FFA3F-8C4D-4F14-A5D7-13E17FD93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607"/>
              <a:ext cx="61" cy="97"/>
            </a:xfrm>
            <a:custGeom>
              <a:avLst/>
              <a:gdLst>
                <a:gd name="T0" fmla="*/ 0 w 31"/>
                <a:gd name="T1" fmla="*/ 432 h 46"/>
                <a:gd name="T2" fmla="*/ 236 w 31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6">
                  <a:moveTo>
                    <a:pt x="0" y="46"/>
                  </a:moveTo>
                  <a:cubicBezTo>
                    <a:pt x="17" y="34"/>
                    <a:pt x="28" y="21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41" name="Freeform 732">
              <a:extLst>
                <a:ext uri="{FF2B5EF4-FFF2-40B4-BE49-F238E27FC236}">
                  <a16:creationId xmlns:a16="http://schemas.microsoft.com/office/drawing/2014/main" id="{6543082B-6A50-4BD9-9B13-5D53D6BB3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602"/>
              <a:ext cx="136" cy="62"/>
            </a:xfrm>
            <a:custGeom>
              <a:avLst/>
              <a:gdLst>
                <a:gd name="T0" fmla="*/ 0 w 68"/>
                <a:gd name="T1" fmla="*/ 284 h 29"/>
                <a:gd name="T2" fmla="*/ 336 w 68"/>
                <a:gd name="T3" fmla="*/ 9 h 29"/>
                <a:gd name="T4" fmla="*/ 544 w 68"/>
                <a:gd name="T5" fmla="*/ 6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9">
                  <a:moveTo>
                    <a:pt x="0" y="29"/>
                  </a:moveTo>
                  <a:cubicBezTo>
                    <a:pt x="7" y="13"/>
                    <a:pt x="25" y="2"/>
                    <a:pt x="42" y="1"/>
                  </a:cubicBezTo>
                  <a:cubicBezTo>
                    <a:pt x="51" y="0"/>
                    <a:pt x="62" y="1"/>
                    <a:pt x="68" y="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42" name="Freeform 733">
              <a:extLst>
                <a:ext uri="{FF2B5EF4-FFF2-40B4-BE49-F238E27FC236}">
                  <a16:creationId xmlns:a16="http://schemas.microsoft.com/office/drawing/2014/main" id="{6B6B236A-7620-449F-86C0-35351776B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530"/>
              <a:ext cx="122" cy="68"/>
            </a:xfrm>
            <a:custGeom>
              <a:avLst/>
              <a:gdLst>
                <a:gd name="T0" fmla="*/ 488 w 61"/>
                <a:gd name="T1" fmla="*/ 96 h 32"/>
                <a:gd name="T2" fmla="*/ 184 w 61"/>
                <a:gd name="T3" fmla="*/ 145 h 32"/>
                <a:gd name="T4" fmla="*/ 0 w 61"/>
                <a:gd name="T5" fmla="*/ 30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2">
                  <a:moveTo>
                    <a:pt x="61" y="10"/>
                  </a:moveTo>
                  <a:cubicBezTo>
                    <a:pt x="53" y="0"/>
                    <a:pt x="32" y="10"/>
                    <a:pt x="23" y="15"/>
                  </a:cubicBezTo>
                  <a:cubicBezTo>
                    <a:pt x="14" y="19"/>
                    <a:pt x="5" y="24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43" name="Freeform 734">
              <a:extLst>
                <a:ext uri="{FF2B5EF4-FFF2-40B4-BE49-F238E27FC236}">
                  <a16:creationId xmlns:a16="http://schemas.microsoft.com/office/drawing/2014/main" id="{A60F913F-EBF9-488D-8E32-0B8AFBEC4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438"/>
              <a:ext cx="273" cy="103"/>
            </a:xfrm>
            <a:custGeom>
              <a:avLst/>
              <a:gdLst>
                <a:gd name="T0" fmla="*/ 0 w 137"/>
                <a:gd name="T1" fmla="*/ 474 h 48"/>
                <a:gd name="T2" fmla="*/ 524 w 137"/>
                <a:gd name="T3" fmla="*/ 180 h 48"/>
                <a:gd name="T4" fmla="*/ 624 w 137"/>
                <a:gd name="T5" fmla="*/ 88 h 48"/>
                <a:gd name="T6" fmla="*/ 821 w 137"/>
                <a:gd name="T7" fmla="*/ 9 h 48"/>
                <a:gd name="T8" fmla="*/ 1084 w 137"/>
                <a:gd name="T9" fmla="*/ 4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48">
                  <a:moveTo>
                    <a:pt x="0" y="48"/>
                  </a:moveTo>
                  <a:cubicBezTo>
                    <a:pt x="9" y="22"/>
                    <a:pt x="41" y="9"/>
                    <a:pt x="66" y="18"/>
                  </a:cubicBezTo>
                  <a:cubicBezTo>
                    <a:pt x="68" y="13"/>
                    <a:pt x="75" y="11"/>
                    <a:pt x="79" y="9"/>
                  </a:cubicBezTo>
                  <a:cubicBezTo>
                    <a:pt x="87" y="6"/>
                    <a:pt x="95" y="1"/>
                    <a:pt x="104" y="1"/>
                  </a:cubicBezTo>
                  <a:cubicBezTo>
                    <a:pt x="115" y="0"/>
                    <a:pt x="126" y="5"/>
                    <a:pt x="137" y="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44" name="Freeform 735">
              <a:extLst>
                <a:ext uri="{FF2B5EF4-FFF2-40B4-BE49-F238E27FC236}">
                  <a16:creationId xmlns:a16="http://schemas.microsoft.com/office/drawing/2014/main" id="{917747CF-88D6-46B3-9700-1294D3092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377"/>
              <a:ext cx="121" cy="53"/>
            </a:xfrm>
            <a:custGeom>
              <a:avLst/>
              <a:gdLst>
                <a:gd name="T0" fmla="*/ 0 w 61"/>
                <a:gd name="T1" fmla="*/ 229 h 25"/>
                <a:gd name="T2" fmla="*/ 272 w 61"/>
                <a:gd name="T3" fmla="*/ 201 h 25"/>
                <a:gd name="T4" fmla="*/ 476 w 6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5">
                  <a:moveTo>
                    <a:pt x="0" y="24"/>
                  </a:moveTo>
                  <a:cubicBezTo>
                    <a:pt x="12" y="23"/>
                    <a:pt x="24" y="25"/>
                    <a:pt x="35" y="21"/>
                  </a:cubicBezTo>
                  <a:cubicBezTo>
                    <a:pt x="48" y="17"/>
                    <a:pt x="52" y="9"/>
                    <a:pt x="61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45" name="Freeform 736">
              <a:extLst>
                <a:ext uri="{FF2B5EF4-FFF2-40B4-BE49-F238E27FC236}">
                  <a16:creationId xmlns:a16="http://schemas.microsoft.com/office/drawing/2014/main" id="{E14EDF6A-A1BB-479F-BD06-193490186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426"/>
              <a:ext cx="134" cy="72"/>
            </a:xfrm>
            <a:custGeom>
              <a:avLst/>
              <a:gdLst>
                <a:gd name="T0" fmla="*/ 0 w 67"/>
                <a:gd name="T1" fmla="*/ 288 h 34"/>
                <a:gd name="T2" fmla="*/ 344 w 67"/>
                <a:gd name="T3" fmla="*/ 256 h 34"/>
                <a:gd name="T4" fmla="*/ 536 w 6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4">
                  <a:moveTo>
                    <a:pt x="0" y="30"/>
                  </a:moveTo>
                  <a:cubicBezTo>
                    <a:pt x="15" y="30"/>
                    <a:pt x="30" y="34"/>
                    <a:pt x="43" y="27"/>
                  </a:cubicBezTo>
                  <a:cubicBezTo>
                    <a:pt x="52" y="22"/>
                    <a:pt x="63" y="10"/>
                    <a:pt x="67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46" name="Freeform 737">
              <a:extLst>
                <a:ext uri="{FF2B5EF4-FFF2-40B4-BE49-F238E27FC236}">
                  <a16:creationId xmlns:a16="http://schemas.microsoft.com/office/drawing/2014/main" id="{D1C733E7-E7FF-4B64-A463-6751A15F4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466"/>
              <a:ext cx="112" cy="100"/>
            </a:xfrm>
            <a:custGeom>
              <a:avLst/>
              <a:gdLst>
                <a:gd name="T0" fmla="*/ 0 w 56"/>
                <a:gd name="T1" fmla="*/ 453 h 47"/>
                <a:gd name="T2" fmla="*/ 48 w 56"/>
                <a:gd name="T3" fmla="*/ 298 h 47"/>
                <a:gd name="T4" fmla="*/ 160 w 56"/>
                <a:gd name="T5" fmla="*/ 128 h 47"/>
                <a:gd name="T6" fmla="*/ 448 w 56"/>
                <a:gd name="T7" fmla="*/ 6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7">
                  <a:moveTo>
                    <a:pt x="0" y="47"/>
                  </a:moveTo>
                  <a:cubicBezTo>
                    <a:pt x="0" y="42"/>
                    <a:pt x="4" y="36"/>
                    <a:pt x="6" y="31"/>
                  </a:cubicBezTo>
                  <a:cubicBezTo>
                    <a:pt x="8" y="21"/>
                    <a:pt x="12" y="18"/>
                    <a:pt x="20" y="13"/>
                  </a:cubicBezTo>
                  <a:cubicBezTo>
                    <a:pt x="31" y="5"/>
                    <a:pt x="43" y="0"/>
                    <a:pt x="56" y="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47" name="Freeform 738">
              <a:extLst>
                <a:ext uri="{FF2B5EF4-FFF2-40B4-BE49-F238E27FC236}">
                  <a16:creationId xmlns:a16="http://schemas.microsoft.com/office/drawing/2014/main" id="{F216BE97-7797-4DAB-ACB6-9E6926106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404"/>
              <a:ext cx="83" cy="77"/>
            </a:xfrm>
            <a:custGeom>
              <a:avLst/>
              <a:gdLst>
                <a:gd name="T0" fmla="*/ 0 w 42"/>
                <a:gd name="T1" fmla="*/ 353 h 36"/>
                <a:gd name="T2" fmla="*/ 324 w 42"/>
                <a:gd name="T3" fmla="*/ 60 h 36"/>
                <a:gd name="T4" fmla="*/ 125 w 42"/>
                <a:gd name="T5" fmla="*/ 4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0" y="36"/>
                  </a:moveTo>
                  <a:cubicBezTo>
                    <a:pt x="14" y="31"/>
                    <a:pt x="40" y="23"/>
                    <a:pt x="42" y="6"/>
                  </a:cubicBezTo>
                  <a:cubicBezTo>
                    <a:pt x="34" y="8"/>
                    <a:pt x="25" y="0"/>
                    <a:pt x="16" y="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48" name="Freeform 739">
              <a:extLst>
                <a:ext uri="{FF2B5EF4-FFF2-40B4-BE49-F238E27FC236}">
                  <a16:creationId xmlns:a16="http://schemas.microsoft.com/office/drawing/2014/main" id="{14C1F135-7704-438F-A36B-C2A90C4C1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351"/>
              <a:ext cx="72" cy="70"/>
            </a:xfrm>
            <a:custGeom>
              <a:avLst/>
              <a:gdLst>
                <a:gd name="T0" fmla="*/ 0 w 36"/>
                <a:gd name="T1" fmla="*/ 314 h 33"/>
                <a:gd name="T2" fmla="*/ 216 w 36"/>
                <a:gd name="T3" fmla="*/ 172 h 33"/>
                <a:gd name="T4" fmla="*/ 288 w 3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3">
                  <a:moveTo>
                    <a:pt x="0" y="33"/>
                  </a:moveTo>
                  <a:cubicBezTo>
                    <a:pt x="6" y="25"/>
                    <a:pt x="20" y="25"/>
                    <a:pt x="27" y="18"/>
                  </a:cubicBezTo>
                  <a:cubicBezTo>
                    <a:pt x="32" y="12"/>
                    <a:pt x="33" y="6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49" name="Freeform 740">
              <a:extLst>
                <a:ext uri="{FF2B5EF4-FFF2-40B4-BE49-F238E27FC236}">
                  <a16:creationId xmlns:a16="http://schemas.microsoft.com/office/drawing/2014/main" id="{F7C3E562-B762-4772-9102-61F275040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394"/>
              <a:ext cx="70" cy="44"/>
            </a:xfrm>
            <a:custGeom>
              <a:avLst/>
              <a:gdLst>
                <a:gd name="T0" fmla="*/ 0 w 35"/>
                <a:gd name="T1" fmla="*/ 0 h 21"/>
                <a:gd name="T2" fmla="*/ 136 w 35"/>
                <a:gd name="T3" fmla="*/ 36 h 21"/>
                <a:gd name="T4" fmla="*/ 280 w 35"/>
                <a:gd name="T5" fmla="*/ 157 h 21"/>
                <a:gd name="T6" fmla="*/ 160 w 35"/>
                <a:gd name="T7" fmla="*/ 19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1">
                  <a:moveTo>
                    <a:pt x="0" y="0"/>
                  </a:moveTo>
                  <a:cubicBezTo>
                    <a:pt x="6" y="2"/>
                    <a:pt x="12" y="1"/>
                    <a:pt x="17" y="4"/>
                  </a:cubicBezTo>
                  <a:cubicBezTo>
                    <a:pt x="24" y="6"/>
                    <a:pt x="30" y="11"/>
                    <a:pt x="35" y="17"/>
                  </a:cubicBezTo>
                  <a:cubicBezTo>
                    <a:pt x="29" y="16"/>
                    <a:pt x="24" y="20"/>
                    <a:pt x="20" y="2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50" name="Freeform 741">
              <a:extLst>
                <a:ext uri="{FF2B5EF4-FFF2-40B4-BE49-F238E27FC236}">
                  <a16:creationId xmlns:a16="http://schemas.microsoft.com/office/drawing/2014/main" id="{928A0DDE-CCF5-46B9-9DFD-DF7FA341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598"/>
              <a:ext cx="114" cy="38"/>
            </a:xfrm>
            <a:custGeom>
              <a:avLst/>
              <a:gdLst>
                <a:gd name="T0" fmla="*/ 8 w 57"/>
                <a:gd name="T1" fmla="*/ 169 h 18"/>
                <a:gd name="T2" fmla="*/ 456 w 57"/>
                <a:gd name="T3" fmla="*/ 7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8">
                  <a:moveTo>
                    <a:pt x="1" y="18"/>
                  </a:moveTo>
                  <a:cubicBezTo>
                    <a:pt x="0" y="0"/>
                    <a:pt x="47" y="7"/>
                    <a:pt x="57" y="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51" name="Freeform 742">
              <a:extLst>
                <a:ext uri="{FF2B5EF4-FFF2-40B4-BE49-F238E27FC236}">
                  <a16:creationId xmlns:a16="http://schemas.microsoft.com/office/drawing/2014/main" id="{4A1DD045-6CD6-481B-A9B2-44C600D82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28"/>
              <a:ext cx="134" cy="83"/>
            </a:xfrm>
            <a:custGeom>
              <a:avLst/>
              <a:gdLst>
                <a:gd name="T0" fmla="*/ 0 w 67"/>
                <a:gd name="T1" fmla="*/ 377 h 39"/>
                <a:gd name="T2" fmla="*/ 72 w 67"/>
                <a:gd name="T3" fmla="*/ 281 h 39"/>
                <a:gd name="T4" fmla="*/ 240 w 67"/>
                <a:gd name="T5" fmla="*/ 117 h 39"/>
                <a:gd name="T6" fmla="*/ 536 w 67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39">
                  <a:moveTo>
                    <a:pt x="0" y="39"/>
                  </a:moveTo>
                  <a:cubicBezTo>
                    <a:pt x="4" y="37"/>
                    <a:pt x="5" y="33"/>
                    <a:pt x="9" y="29"/>
                  </a:cubicBezTo>
                  <a:cubicBezTo>
                    <a:pt x="14" y="23"/>
                    <a:pt x="23" y="16"/>
                    <a:pt x="30" y="12"/>
                  </a:cubicBezTo>
                  <a:cubicBezTo>
                    <a:pt x="42" y="4"/>
                    <a:pt x="56" y="2"/>
                    <a:pt x="67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52" name="Freeform 743">
              <a:extLst>
                <a:ext uri="{FF2B5EF4-FFF2-40B4-BE49-F238E27FC236}">
                  <a16:creationId xmlns:a16="http://schemas.microsoft.com/office/drawing/2014/main" id="{9CA56DA8-C48F-443A-A050-67FE4DEF4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498"/>
              <a:ext cx="122" cy="100"/>
            </a:xfrm>
            <a:custGeom>
              <a:avLst/>
              <a:gdLst>
                <a:gd name="T0" fmla="*/ 0 w 61"/>
                <a:gd name="T1" fmla="*/ 289 h 47"/>
                <a:gd name="T2" fmla="*/ 488 w 6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7">
                  <a:moveTo>
                    <a:pt x="0" y="30"/>
                  </a:moveTo>
                  <a:cubicBezTo>
                    <a:pt x="22" y="47"/>
                    <a:pt x="52" y="18"/>
                    <a:pt x="61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53" name="Freeform 744">
              <a:extLst>
                <a:ext uri="{FF2B5EF4-FFF2-40B4-BE49-F238E27FC236}">
                  <a16:creationId xmlns:a16="http://schemas.microsoft.com/office/drawing/2014/main" id="{0F43F23E-C842-4BD8-A00C-E8928CA35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613"/>
              <a:ext cx="10" cy="19"/>
            </a:xfrm>
            <a:custGeom>
              <a:avLst/>
              <a:gdLst>
                <a:gd name="T0" fmla="*/ 0 w 5"/>
                <a:gd name="T1" fmla="*/ 0 h 9"/>
                <a:gd name="T2" fmla="*/ 32 w 5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5" y="2"/>
                    <a:pt x="5" y="5"/>
                    <a:pt x="4" y="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54" name="Freeform 745">
              <a:extLst>
                <a:ext uri="{FF2B5EF4-FFF2-40B4-BE49-F238E27FC236}">
                  <a16:creationId xmlns:a16="http://schemas.microsoft.com/office/drawing/2014/main" id="{72BC41C4-12D5-4DFF-B150-36FC1B611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524"/>
              <a:ext cx="18" cy="25"/>
            </a:xfrm>
            <a:custGeom>
              <a:avLst/>
              <a:gdLst>
                <a:gd name="T0" fmla="*/ 16 w 9"/>
                <a:gd name="T1" fmla="*/ 0 h 12"/>
                <a:gd name="T2" fmla="*/ 72 w 9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2" y="0"/>
                  </a:moveTo>
                  <a:cubicBezTo>
                    <a:pt x="0" y="5"/>
                    <a:pt x="5" y="10"/>
                    <a:pt x="9" y="1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55" name="Freeform 746">
              <a:extLst>
                <a:ext uri="{FF2B5EF4-FFF2-40B4-BE49-F238E27FC236}">
                  <a16:creationId xmlns:a16="http://schemas.microsoft.com/office/drawing/2014/main" id="{4EACB20A-BA12-44F3-9BDC-D8C15E40F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828"/>
              <a:ext cx="20" cy="21"/>
            </a:xfrm>
            <a:custGeom>
              <a:avLst/>
              <a:gdLst>
                <a:gd name="T0" fmla="*/ 32 w 10"/>
                <a:gd name="T1" fmla="*/ 0 h 10"/>
                <a:gd name="T2" fmla="*/ 80 w 10"/>
                <a:gd name="T3" fmla="*/ 8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0" y="5"/>
                    <a:pt x="4" y="10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56" name="Freeform 747">
              <a:extLst>
                <a:ext uri="{FF2B5EF4-FFF2-40B4-BE49-F238E27FC236}">
                  <a16:creationId xmlns:a16="http://schemas.microsoft.com/office/drawing/2014/main" id="{1C71E85A-FC38-41BC-98F4-20843D71D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370"/>
              <a:ext cx="16" cy="30"/>
            </a:xfrm>
            <a:custGeom>
              <a:avLst/>
              <a:gdLst>
                <a:gd name="T0" fmla="*/ 8 w 8"/>
                <a:gd name="T1" fmla="*/ 0 h 14"/>
                <a:gd name="T2" fmla="*/ 64 w 8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1" y="0"/>
                  </a:moveTo>
                  <a:cubicBezTo>
                    <a:pt x="0" y="6"/>
                    <a:pt x="2" y="12"/>
                    <a:pt x="8" y="1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57" name="Freeform 748">
              <a:extLst>
                <a:ext uri="{FF2B5EF4-FFF2-40B4-BE49-F238E27FC236}">
                  <a16:creationId xmlns:a16="http://schemas.microsoft.com/office/drawing/2014/main" id="{AD467638-491F-4DBC-A807-F2D69B610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311"/>
              <a:ext cx="118" cy="91"/>
            </a:xfrm>
            <a:custGeom>
              <a:avLst/>
              <a:gdLst>
                <a:gd name="T0" fmla="*/ 0 w 59"/>
                <a:gd name="T1" fmla="*/ 408 h 43"/>
                <a:gd name="T2" fmla="*/ 272 w 59"/>
                <a:gd name="T3" fmla="*/ 296 h 43"/>
                <a:gd name="T4" fmla="*/ 472 w 5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3">
                  <a:moveTo>
                    <a:pt x="0" y="43"/>
                  </a:moveTo>
                  <a:cubicBezTo>
                    <a:pt x="12" y="41"/>
                    <a:pt x="24" y="40"/>
                    <a:pt x="34" y="31"/>
                  </a:cubicBezTo>
                  <a:cubicBezTo>
                    <a:pt x="46" y="22"/>
                    <a:pt x="49" y="9"/>
                    <a:pt x="59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58" name="Freeform 749">
              <a:extLst>
                <a:ext uri="{FF2B5EF4-FFF2-40B4-BE49-F238E27FC236}">
                  <a16:creationId xmlns:a16="http://schemas.microsoft.com/office/drawing/2014/main" id="{2810F01D-F496-46F4-9C71-2E0D9E530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377"/>
              <a:ext cx="56" cy="30"/>
            </a:xfrm>
            <a:custGeom>
              <a:avLst/>
              <a:gdLst>
                <a:gd name="T0" fmla="*/ 0 w 28"/>
                <a:gd name="T1" fmla="*/ 0 h 14"/>
                <a:gd name="T2" fmla="*/ 152 w 28"/>
                <a:gd name="T3" fmla="*/ 77 h 14"/>
                <a:gd name="T4" fmla="*/ 224 w 28"/>
                <a:gd name="T5" fmla="*/ 13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cubicBezTo>
                    <a:pt x="7" y="1"/>
                    <a:pt x="13" y="3"/>
                    <a:pt x="19" y="8"/>
                  </a:cubicBezTo>
                  <a:cubicBezTo>
                    <a:pt x="22" y="10"/>
                    <a:pt x="25" y="14"/>
                    <a:pt x="28" y="1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59" name="Freeform 750">
              <a:extLst>
                <a:ext uri="{FF2B5EF4-FFF2-40B4-BE49-F238E27FC236}">
                  <a16:creationId xmlns:a16="http://schemas.microsoft.com/office/drawing/2014/main" id="{C791A4A1-E7EE-41DC-98CA-6CB284E2C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362"/>
              <a:ext cx="120" cy="27"/>
            </a:xfrm>
            <a:custGeom>
              <a:avLst/>
              <a:gdLst>
                <a:gd name="T0" fmla="*/ 0 w 60"/>
                <a:gd name="T1" fmla="*/ 116 h 13"/>
                <a:gd name="T2" fmla="*/ 480 w 6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3">
                  <a:moveTo>
                    <a:pt x="0" y="13"/>
                  </a:moveTo>
                  <a:cubicBezTo>
                    <a:pt x="20" y="0"/>
                    <a:pt x="37" y="1"/>
                    <a:pt x="60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60" name="Freeform 751">
              <a:extLst>
                <a:ext uri="{FF2B5EF4-FFF2-40B4-BE49-F238E27FC236}">
                  <a16:creationId xmlns:a16="http://schemas.microsoft.com/office/drawing/2014/main" id="{9F865B18-F2EB-4A0D-9411-C4F29DB01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351"/>
              <a:ext cx="18" cy="36"/>
            </a:xfrm>
            <a:custGeom>
              <a:avLst/>
              <a:gdLst>
                <a:gd name="T0" fmla="*/ 16 w 9"/>
                <a:gd name="T1" fmla="*/ 0 h 17"/>
                <a:gd name="T2" fmla="*/ 72 w 9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2" y="0"/>
                  </a:moveTo>
                  <a:cubicBezTo>
                    <a:pt x="1" y="6"/>
                    <a:pt x="0" y="17"/>
                    <a:pt x="9" y="1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61" name="Freeform 752">
              <a:extLst>
                <a:ext uri="{FF2B5EF4-FFF2-40B4-BE49-F238E27FC236}">
                  <a16:creationId xmlns:a16="http://schemas.microsoft.com/office/drawing/2014/main" id="{27EB6AD8-6382-4871-97C8-E9A6C5B29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311"/>
              <a:ext cx="118" cy="51"/>
            </a:xfrm>
            <a:custGeom>
              <a:avLst/>
              <a:gdLst>
                <a:gd name="T0" fmla="*/ 472 w 59"/>
                <a:gd name="T1" fmla="*/ 230 h 24"/>
                <a:gd name="T2" fmla="*/ 208 w 59"/>
                <a:gd name="T3" fmla="*/ 28 h 24"/>
                <a:gd name="T4" fmla="*/ 0 w 59"/>
                <a:gd name="T5" fmla="*/ 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4">
                  <a:moveTo>
                    <a:pt x="59" y="24"/>
                  </a:moveTo>
                  <a:cubicBezTo>
                    <a:pt x="49" y="14"/>
                    <a:pt x="39" y="6"/>
                    <a:pt x="26" y="3"/>
                  </a:cubicBezTo>
                  <a:cubicBezTo>
                    <a:pt x="20" y="2"/>
                    <a:pt x="5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62" name="Freeform 753">
              <a:extLst>
                <a:ext uri="{FF2B5EF4-FFF2-40B4-BE49-F238E27FC236}">
                  <a16:creationId xmlns:a16="http://schemas.microsoft.com/office/drawing/2014/main" id="{819097F2-C706-4D74-A676-1DFF86826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528"/>
              <a:ext cx="20" cy="27"/>
            </a:xfrm>
            <a:custGeom>
              <a:avLst/>
              <a:gdLst>
                <a:gd name="T0" fmla="*/ 0 w 10"/>
                <a:gd name="T1" fmla="*/ 35 h 13"/>
                <a:gd name="T2" fmla="*/ 64 w 10"/>
                <a:gd name="T3" fmla="*/ 1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4"/>
                  </a:moveTo>
                  <a:cubicBezTo>
                    <a:pt x="6" y="0"/>
                    <a:pt x="10" y="9"/>
                    <a:pt x="8" y="1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63" name="Freeform 754">
              <a:extLst>
                <a:ext uri="{FF2B5EF4-FFF2-40B4-BE49-F238E27FC236}">
                  <a16:creationId xmlns:a16="http://schemas.microsoft.com/office/drawing/2014/main" id="{EF29DA2B-A981-4727-A7EE-1945D169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677"/>
              <a:ext cx="9" cy="15"/>
            </a:xfrm>
            <a:custGeom>
              <a:avLst/>
              <a:gdLst>
                <a:gd name="T0" fmla="*/ 7 w 5"/>
                <a:gd name="T1" fmla="*/ 0 h 7"/>
                <a:gd name="T2" fmla="*/ 29 w 5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3"/>
                    <a:pt x="2" y="7"/>
                    <a:pt x="5" y="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64" name="Freeform 755">
              <a:extLst>
                <a:ext uri="{FF2B5EF4-FFF2-40B4-BE49-F238E27FC236}">
                  <a16:creationId xmlns:a16="http://schemas.microsoft.com/office/drawing/2014/main" id="{9E45C73F-CB89-42E0-95D3-968AEBDB8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721"/>
              <a:ext cx="16" cy="22"/>
            </a:xfrm>
            <a:custGeom>
              <a:avLst/>
              <a:gdLst>
                <a:gd name="T0" fmla="*/ 0 w 8"/>
                <a:gd name="T1" fmla="*/ 0 h 10"/>
                <a:gd name="T2" fmla="*/ 64 w 8"/>
                <a:gd name="T3" fmla="*/ 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2" y="10"/>
                    <a:pt x="8" y="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65" name="Freeform 756">
              <a:extLst>
                <a:ext uri="{FF2B5EF4-FFF2-40B4-BE49-F238E27FC236}">
                  <a16:creationId xmlns:a16="http://schemas.microsoft.com/office/drawing/2014/main" id="{5150BA54-59AD-4214-8FE6-3A24A8369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77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66" name="Freeform 757">
              <a:extLst>
                <a:ext uri="{FF2B5EF4-FFF2-40B4-BE49-F238E27FC236}">
                  <a16:creationId xmlns:a16="http://schemas.microsoft.com/office/drawing/2014/main" id="{504892DD-6E09-4078-ABCF-683D2A30A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451"/>
              <a:ext cx="12" cy="21"/>
            </a:xfrm>
            <a:custGeom>
              <a:avLst/>
              <a:gdLst>
                <a:gd name="T0" fmla="*/ 16 w 6"/>
                <a:gd name="T1" fmla="*/ 0 h 10"/>
                <a:gd name="T2" fmla="*/ 48 w 6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2" y="0"/>
                  </a:moveTo>
                  <a:cubicBezTo>
                    <a:pt x="0" y="4"/>
                    <a:pt x="2" y="9"/>
                    <a:pt x="6" y="1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67" name="Freeform 758">
              <a:extLst>
                <a:ext uri="{FF2B5EF4-FFF2-40B4-BE49-F238E27FC236}">
                  <a16:creationId xmlns:a16="http://schemas.microsoft.com/office/drawing/2014/main" id="{6F745598-BC45-41DE-B1F6-B61ACD24C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430"/>
              <a:ext cx="8" cy="17"/>
            </a:xfrm>
            <a:custGeom>
              <a:avLst/>
              <a:gdLst>
                <a:gd name="T0" fmla="*/ 24 w 4"/>
                <a:gd name="T1" fmla="*/ 0 h 8"/>
                <a:gd name="T2" fmla="*/ 32 w 4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0" y="2"/>
                    <a:pt x="0" y="7"/>
                    <a:pt x="4" y="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68" name="Freeform 759">
              <a:extLst>
                <a:ext uri="{FF2B5EF4-FFF2-40B4-BE49-F238E27FC236}">
                  <a16:creationId xmlns:a16="http://schemas.microsoft.com/office/drawing/2014/main" id="{E278B742-0736-4C32-981D-E3B412DE4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396"/>
              <a:ext cx="165" cy="23"/>
            </a:xfrm>
            <a:custGeom>
              <a:avLst/>
              <a:gdLst>
                <a:gd name="T0" fmla="*/ 0 w 83"/>
                <a:gd name="T1" fmla="*/ 100 h 11"/>
                <a:gd name="T2" fmla="*/ 352 w 83"/>
                <a:gd name="T3" fmla="*/ 0 h 11"/>
                <a:gd name="T4" fmla="*/ 652 w 83"/>
                <a:gd name="T5" fmla="*/ 8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1">
                  <a:moveTo>
                    <a:pt x="0" y="11"/>
                  </a:moveTo>
                  <a:cubicBezTo>
                    <a:pt x="10" y="1"/>
                    <a:pt x="31" y="1"/>
                    <a:pt x="45" y="0"/>
                  </a:cubicBezTo>
                  <a:cubicBezTo>
                    <a:pt x="62" y="2"/>
                    <a:pt x="83" y="9"/>
                    <a:pt x="83" y="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69" name="Freeform 760">
              <a:extLst>
                <a:ext uri="{FF2B5EF4-FFF2-40B4-BE49-F238E27FC236}">
                  <a16:creationId xmlns:a16="http://schemas.microsoft.com/office/drawing/2014/main" id="{56500B28-1C6E-4427-B19C-DC24DAFFC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949"/>
              <a:ext cx="102" cy="153"/>
            </a:xfrm>
            <a:custGeom>
              <a:avLst/>
              <a:gdLst>
                <a:gd name="T0" fmla="*/ 408 w 51"/>
                <a:gd name="T1" fmla="*/ 19 h 72"/>
                <a:gd name="T2" fmla="*/ 40 w 51"/>
                <a:gd name="T3" fmla="*/ 281 h 72"/>
                <a:gd name="T4" fmla="*/ 24 w 51"/>
                <a:gd name="T5" fmla="*/ 555 h 72"/>
                <a:gd name="T6" fmla="*/ 144 w 51"/>
                <a:gd name="T7" fmla="*/ 69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72">
                  <a:moveTo>
                    <a:pt x="51" y="2"/>
                  </a:moveTo>
                  <a:cubicBezTo>
                    <a:pt x="35" y="0"/>
                    <a:pt x="12" y="15"/>
                    <a:pt x="5" y="29"/>
                  </a:cubicBezTo>
                  <a:cubicBezTo>
                    <a:pt x="0" y="38"/>
                    <a:pt x="0" y="49"/>
                    <a:pt x="3" y="58"/>
                  </a:cubicBezTo>
                  <a:cubicBezTo>
                    <a:pt x="6" y="67"/>
                    <a:pt x="18" y="72"/>
                    <a:pt x="18" y="7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70" name="Freeform 761">
              <a:extLst>
                <a:ext uri="{FF2B5EF4-FFF2-40B4-BE49-F238E27FC236}">
                  <a16:creationId xmlns:a16="http://schemas.microsoft.com/office/drawing/2014/main" id="{8F2D46CC-12CC-4E14-A2FA-1A041914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962"/>
              <a:ext cx="12" cy="15"/>
            </a:xfrm>
            <a:custGeom>
              <a:avLst/>
              <a:gdLst>
                <a:gd name="T0" fmla="*/ 0 w 6"/>
                <a:gd name="T1" fmla="*/ 0 h 7"/>
                <a:gd name="T2" fmla="*/ 48 w 6"/>
                <a:gd name="T3" fmla="*/ 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0" y="4"/>
                    <a:pt x="3" y="7"/>
                    <a:pt x="6" y="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71" name="Freeform 762">
              <a:extLst>
                <a:ext uri="{FF2B5EF4-FFF2-40B4-BE49-F238E27FC236}">
                  <a16:creationId xmlns:a16="http://schemas.microsoft.com/office/drawing/2014/main" id="{3BF540B8-070F-4ACA-9069-D2DE38C1F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392"/>
              <a:ext cx="162" cy="51"/>
            </a:xfrm>
            <a:custGeom>
              <a:avLst/>
              <a:gdLst>
                <a:gd name="T0" fmla="*/ 0 w 81"/>
                <a:gd name="T1" fmla="*/ 230 h 24"/>
                <a:gd name="T2" fmla="*/ 440 w 81"/>
                <a:gd name="T3" fmla="*/ 9 h 24"/>
                <a:gd name="T4" fmla="*/ 648 w 81"/>
                <a:gd name="T5" fmla="*/ 21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4">
                  <a:moveTo>
                    <a:pt x="0" y="24"/>
                  </a:moveTo>
                  <a:cubicBezTo>
                    <a:pt x="27" y="3"/>
                    <a:pt x="33" y="0"/>
                    <a:pt x="55" y="1"/>
                  </a:cubicBezTo>
                  <a:cubicBezTo>
                    <a:pt x="76" y="3"/>
                    <a:pt x="81" y="22"/>
                    <a:pt x="81" y="2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72" name="Freeform 763">
              <a:extLst>
                <a:ext uri="{FF2B5EF4-FFF2-40B4-BE49-F238E27FC236}">
                  <a16:creationId xmlns:a16="http://schemas.microsoft.com/office/drawing/2014/main" id="{AB7A0D03-F95B-4674-9D31-39A3575EC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409"/>
              <a:ext cx="14" cy="17"/>
            </a:xfrm>
            <a:custGeom>
              <a:avLst/>
              <a:gdLst>
                <a:gd name="T0" fmla="*/ 0 w 7"/>
                <a:gd name="T1" fmla="*/ 0 h 8"/>
                <a:gd name="T2" fmla="*/ 48 w 7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7" y="3"/>
                    <a:pt x="7" y="6"/>
                    <a:pt x="6" y="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73" name="Freeform 764">
              <a:extLst>
                <a:ext uri="{FF2B5EF4-FFF2-40B4-BE49-F238E27FC236}">
                  <a16:creationId xmlns:a16="http://schemas.microsoft.com/office/drawing/2014/main" id="{C36C6807-3C18-4891-8B34-96FDA333D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362"/>
              <a:ext cx="163" cy="40"/>
            </a:xfrm>
            <a:custGeom>
              <a:avLst/>
              <a:gdLst>
                <a:gd name="T0" fmla="*/ 0 w 82"/>
                <a:gd name="T1" fmla="*/ 101 h 19"/>
                <a:gd name="T2" fmla="*/ 479 w 82"/>
                <a:gd name="T3" fmla="*/ 27 h 19"/>
                <a:gd name="T4" fmla="*/ 644 w 82"/>
                <a:gd name="T5" fmla="*/ 17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9">
                  <a:moveTo>
                    <a:pt x="0" y="11"/>
                  </a:moveTo>
                  <a:cubicBezTo>
                    <a:pt x="14" y="0"/>
                    <a:pt x="42" y="3"/>
                    <a:pt x="61" y="3"/>
                  </a:cubicBezTo>
                  <a:cubicBezTo>
                    <a:pt x="81" y="4"/>
                    <a:pt x="82" y="19"/>
                    <a:pt x="82" y="1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74" name="Freeform 765">
              <a:extLst>
                <a:ext uri="{FF2B5EF4-FFF2-40B4-BE49-F238E27FC236}">
                  <a16:creationId xmlns:a16="http://schemas.microsoft.com/office/drawing/2014/main" id="{EF2732C2-0CD3-4E4C-A880-1A8FB1D5B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04"/>
              <a:ext cx="85" cy="62"/>
            </a:xfrm>
            <a:custGeom>
              <a:avLst/>
              <a:gdLst>
                <a:gd name="T0" fmla="*/ 0 w 43"/>
                <a:gd name="T1" fmla="*/ 0 h 29"/>
                <a:gd name="T2" fmla="*/ 308 w 43"/>
                <a:gd name="T3" fmla="*/ 156 h 29"/>
                <a:gd name="T4" fmla="*/ 8 w 43"/>
                <a:gd name="T5" fmla="*/ 2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9">
                  <a:moveTo>
                    <a:pt x="0" y="0"/>
                  </a:moveTo>
                  <a:cubicBezTo>
                    <a:pt x="22" y="0"/>
                    <a:pt x="37" y="10"/>
                    <a:pt x="40" y="16"/>
                  </a:cubicBezTo>
                  <a:cubicBezTo>
                    <a:pt x="43" y="23"/>
                    <a:pt x="10" y="29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75" name="Freeform 766">
              <a:extLst>
                <a:ext uri="{FF2B5EF4-FFF2-40B4-BE49-F238E27FC236}">
                  <a16:creationId xmlns:a16="http://schemas.microsoft.com/office/drawing/2014/main" id="{63634256-6E95-4BE6-993C-A9AB586B7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364"/>
              <a:ext cx="9" cy="15"/>
            </a:xfrm>
            <a:custGeom>
              <a:avLst/>
              <a:gdLst>
                <a:gd name="T0" fmla="*/ 13 w 5"/>
                <a:gd name="T1" fmla="*/ 0 h 7"/>
                <a:gd name="T2" fmla="*/ 29 w 5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6"/>
                    <a:pt x="4" y="7"/>
                    <a:pt x="5" y="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76" name="Freeform 767">
              <a:extLst>
                <a:ext uri="{FF2B5EF4-FFF2-40B4-BE49-F238E27FC236}">
                  <a16:creationId xmlns:a16="http://schemas.microsoft.com/office/drawing/2014/main" id="{0AD0EB21-37A2-4B09-BE27-436BC7AB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319"/>
              <a:ext cx="128" cy="39"/>
            </a:xfrm>
            <a:custGeom>
              <a:avLst/>
              <a:gdLst>
                <a:gd name="T0" fmla="*/ 0 w 64"/>
                <a:gd name="T1" fmla="*/ 121 h 18"/>
                <a:gd name="T2" fmla="*/ 320 w 64"/>
                <a:gd name="T3" fmla="*/ 43 h 18"/>
                <a:gd name="T4" fmla="*/ 512 w 64"/>
                <a:gd name="T5" fmla="*/ 18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8">
                  <a:moveTo>
                    <a:pt x="0" y="12"/>
                  </a:moveTo>
                  <a:cubicBezTo>
                    <a:pt x="20" y="0"/>
                    <a:pt x="27" y="3"/>
                    <a:pt x="40" y="4"/>
                  </a:cubicBezTo>
                  <a:cubicBezTo>
                    <a:pt x="52" y="6"/>
                    <a:pt x="59" y="14"/>
                    <a:pt x="64" y="1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77" name="Freeform 768">
              <a:extLst>
                <a:ext uri="{FF2B5EF4-FFF2-40B4-BE49-F238E27FC236}">
                  <a16:creationId xmlns:a16="http://schemas.microsoft.com/office/drawing/2014/main" id="{16C8CEA3-0420-4C77-A9B7-9F0C0C7D1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358"/>
              <a:ext cx="50" cy="19"/>
            </a:xfrm>
            <a:custGeom>
              <a:avLst/>
              <a:gdLst>
                <a:gd name="T0" fmla="*/ 0 w 25"/>
                <a:gd name="T1" fmla="*/ 84 h 9"/>
                <a:gd name="T2" fmla="*/ 200 w 25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9"/>
                  </a:moveTo>
                  <a:cubicBezTo>
                    <a:pt x="11" y="3"/>
                    <a:pt x="18" y="0"/>
                    <a:pt x="25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78" name="Freeform 769">
              <a:extLst>
                <a:ext uri="{FF2B5EF4-FFF2-40B4-BE49-F238E27FC236}">
                  <a16:creationId xmlns:a16="http://schemas.microsoft.com/office/drawing/2014/main" id="{B2CCE5C1-CFAE-47DF-AF41-4CC04136A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345"/>
              <a:ext cx="8" cy="21"/>
            </a:xfrm>
            <a:custGeom>
              <a:avLst/>
              <a:gdLst>
                <a:gd name="T0" fmla="*/ 0 w 4"/>
                <a:gd name="T1" fmla="*/ 0 h 10"/>
                <a:gd name="T2" fmla="*/ 24 w 4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4" y="5"/>
                    <a:pt x="4" y="9"/>
                    <a:pt x="3" y="1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79" name="Freeform 770">
              <a:extLst>
                <a:ext uri="{FF2B5EF4-FFF2-40B4-BE49-F238E27FC236}">
                  <a16:creationId xmlns:a16="http://schemas.microsoft.com/office/drawing/2014/main" id="{2B289E26-1BEE-4331-ABE1-19B32B7B3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411"/>
              <a:ext cx="26" cy="8"/>
            </a:xfrm>
            <a:custGeom>
              <a:avLst/>
              <a:gdLst>
                <a:gd name="T0" fmla="*/ 0 w 13"/>
                <a:gd name="T1" fmla="*/ 0 h 4"/>
                <a:gd name="T2" fmla="*/ 104 w 13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8" y="4"/>
                    <a:pt x="13" y="3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80" name="Freeform 771">
              <a:extLst>
                <a:ext uri="{FF2B5EF4-FFF2-40B4-BE49-F238E27FC236}">
                  <a16:creationId xmlns:a16="http://schemas.microsoft.com/office/drawing/2014/main" id="{7385D320-0EDE-4821-8AC8-B8811103A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326"/>
              <a:ext cx="36" cy="8"/>
            </a:xfrm>
            <a:custGeom>
              <a:avLst/>
              <a:gdLst>
                <a:gd name="T0" fmla="*/ 0 w 18"/>
                <a:gd name="T1" fmla="*/ 0 h 4"/>
                <a:gd name="T2" fmla="*/ 144 w 18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0"/>
                  </a:moveTo>
                  <a:cubicBezTo>
                    <a:pt x="8" y="4"/>
                    <a:pt x="12" y="3"/>
                    <a:pt x="18" y="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81" name="Freeform 772">
              <a:extLst>
                <a:ext uri="{FF2B5EF4-FFF2-40B4-BE49-F238E27FC236}">
                  <a16:creationId xmlns:a16="http://schemas.microsoft.com/office/drawing/2014/main" id="{B08D896B-6DD7-4D3E-8DCF-1FF58CA98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296"/>
              <a:ext cx="38" cy="34"/>
            </a:xfrm>
            <a:custGeom>
              <a:avLst/>
              <a:gdLst>
                <a:gd name="T0" fmla="*/ 0 w 19"/>
                <a:gd name="T1" fmla="*/ 0 h 16"/>
                <a:gd name="T2" fmla="*/ 152 w 19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15" y="6"/>
                    <a:pt x="12" y="13"/>
                    <a:pt x="19" y="1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82" name="Freeform 773">
              <a:extLst>
                <a:ext uri="{FF2B5EF4-FFF2-40B4-BE49-F238E27FC236}">
                  <a16:creationId xmlns:a16="http://schemas.microsoft.com/office/drawing/2014/main" id="{A1107BDC-81B3-402B-8034-4E30DE694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907"/>
              <a:ext cx="110" cy="155"/>
            </a:xfrm>
            <a:custGeom>
              <a:avLst/>
              <a:gdLst>
                <a:gd name="T0" fmla="*/ 0 w 55"/>
                <a:gd name="T1" fmla="*/ 690 h 73"/>
                <a:gd name="T2" fmla="*/ 328 w 55"/>
                <a:gd name="T3" fmla="*/ 478 h 73"/>
                <a:gd name="T4" fmla="*/ 432 w 55"/>
                <a:gd name="T5" fmla="*/ 136 h 73"/>
                <a:gd name="T6" fmla="*/ 336 w 55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73">
                  <a:moveTo>
                    <a:pt x="0" y="72"/>
                  </a:moveTo>
                  <a:cubicBezTo>
                    <a:pt x="14" y="73"/>
                    <a:pt x="33" y="65"/>
                    <a:pt x="41" y="50"/>
                  </a:cubicBezTo>
                  <a:cubicBezTo>
                    <a:pt x="45" y="38"/>
                    <a:pt x="55" y="29"/>
                    <a:pt x="54" y="14"/>
                  </a:cubicBezTo>
                  <a:cubicBezTo>
                    <a:pt x="53" y="7"/>
                    <a:pt x="46" y="6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83" name="Freeform 774">
              <a:extLst>
                <a:ext uri="{FF2B5EF4-FFF2-40B4-BE49-F238E27FC236}">
                  <a16:creationId xmlns:a16="http://schemas.microsoft.com/office/drawing/2014/main" id="{867B8344-4D4F-45AA-A09D-434B4F7A9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3028"/>
              <a:ext cx="16" cy="32"/>
            </a:xfrm>
            <a:custGeom>
              <a:avLst/>
              <a:gdLst>
                <a:gd name="T0" fmla="*/ 16 w 8"/>
                <a:gd name="T1" fmla="*/ 0 h 15"/>
                <a:gd name="T2" fmla="*/ 64 w 8"/>
                <a:gd name="T3" fmla="*/ 13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2" y="0"/>
                  </a:moveTo>
                  <a:cubicBezTo>
                    <a:pt x="3" y="12"/>
                    <a:pt x="0" y="15"/>
                    <a:pt x="8" y="1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84" name="Freeform 775">
              <a:extLst>
                <a:ext uri="{FF2B5EF4-FFF2-40B4-BE49-F238E27FC236}">
                  <a16:creationId xmlns:a16="http://schemas.microsoft.com/office/drawing/2014/main" id="{73AA14B6-111A-432C-A441-C810FAAD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32"/>
              <a:ext cx="20" cy="19"/>
            </a:xfrm>
            <a:custGeom>
              <a:avLst/>
              <a:gdLst>
                <a:gd name="T0" fmla="*/ 0 w 10"/>
                <a:gd name="T1" fmla="*/ 49 h 9"/>
                <a:gd name="T2" fmla="*/ 80 w 10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10" y="0"/>
                    <a:pt x="9" y="4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85" name="Freeform 776">
              <a:extLst>
                <a:ext uri="{FF2B5EF4-FFF2-40B4-BE49-F238E27FC236}">
                  <a16:creationId xmlns:a16="http://schemas.microsoft.com/office/drawing/2014/main" id="{3F35EE7E-1FCA-4F59-AC17-298DDEB24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056"/>
              <a:ext cx="28" cy="46"/>
            </a:xfrm>
            <a:custGeom>
              <a:avLst/>
              <a:gdLst>
                <a:gd name="T0" fmla="*/ 112 w 14"/>
                <a:gd name="T1" fmla="*/ 0 h 22"/>
                <a:gd name="T2" fmla="*/ 0 w 14"/>
                <a:gd name="T3" fmla="*/ 20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cubicBezTo>
                    <a:pt x="4" y="7"/>
                    <a:pt x="1" y="16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86" name="Freeform 777">
              <a:extLst>
                <a:ext uri="{FF2B5EF4-FFF2-40B4-BE49-F238E27FC236}">
                  <a16:creationId xmlns:a16="http://schemas.microsoft.com/office/drawing/2014/main" id="{B14A08C5-5D73-4293-8998-BF83DBAA1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3066"/>
              <a:ext cx="100" cy="100"/>
            </a:xfrm>
            <a:custGeom>
              <a:avLst/>
              <a:gdLst>
                <a:gd name="T0" fmla="*/ 0 w 50"/>
                <a:gd name="T1" fmla="*/ 453 h 47"/>
                <a:gd name="T2" fmla="*/ 296 w 50"/>
                <a:gd name="T3" fmla="*/ 213 h 47"/>
                <a:gd name="T4" fmla="*/ 392 w 50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7">
                  <a:moveTo>
                    <a:pt x="0" y="47"/>
                  </a:moveTo>
                  <a:cubicBezTo>
                    <a:pt x="18" y="42"/>
                    <a:pt x="25" y="38"/>
                    <a:pt x="37" y="22"/>
                  </a:cubicBezTo>
                  <a:cubicBezTo>
                    <a:pt x="50" y="7"/>
                    <a:pt x="49" y="0"/>
                    <a:pt x="49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87" name="Freeform 778">
              <a:extLst>
                <a:ext uri="{FF2B5EF4-FFF2-40B4-BE49-F238E27FC236}">
                  <a16:creationId xmlns:a16="http://schemas.microsoft.com/office/drawing/2014/main" id="{5852E9B8-9DC1-41E0-9F2D-6201E0EC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077"/>
              <a:ext cx="20" cy="15"/>
            </a:xfrm>
            <a:custGeom>
              <a:avLst/>
              <a:gdLst>
                <a:gd name="T0" fmla="*/ 0 w 10"/>
                <a:gd name="T1" fmla="*/ 69 h 7"/>
                <a:gd name="T2" fmla="*/ 80 w 10"/>
                <a:gd name="T3" fmla="*/ 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8" y="0"/>
                    <a:pt x="8" y="4"/>
                    <a:pt x="10" y="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88" name="Freeform 779">
              <a:extLst>
                <a:ext uri="{FF2B5EF4-FFF2-40B4-BE49-F238E27FC236}">
                  <a16:creationId xmlns:a16="http://schemas.microsoft.com/office/drawing/2014/main" id="{85909A11-BAD3-4127-9FCA-2CBE7B446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3113"/>
              <a:ext cx="80" cy="100"/>
            </a:xfrm>
            <a:custGeom>
              <a:avLst/>
              <a:gdLst>
                <a:gd name="T0" fmla="*/ 72 w 40"/>
                <a:gd name="T1" fmla="*/ 0 h 47"/>
                <a:gd name="T2" fmla="*/ 24 w 40"/>
                <a:gd name="T3" fmla="*/ 366 h 47"/>
                <a:gd name="T4" fmla="*/ 200 w 40"/>
                <a:gd name="T5" fmla="*/ 240 h 47"/>
                <a:gd name="T6" fmla="*/ 320 w 40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7">
                  <a:moveTo>
                    <a:pt x="9" y="0"/>
                  </a:moveTo>
                  <a:cubicBezTo>
                    <a:pt x="5" y="13"/>
                    <a:pt x="0" y="29"/>
                    <a:pt x="3" y="38"/>
                  </a:cubicBezTo>
                  <a:cubicBezTo>
                    <a:pt x="7" y="47"/>
                    <a:pt x="15" y="32"/>
                    <a:pt x="25" y="25"/>
                  </a:cubicBezTo>
                  <a:cubicBezTo>
                    <a:pt x="34" y="17"/>
                    <a:pt x="40" y="0"/>
                    <a:pt x="40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89" name="Freeform 780">
              <a:extLst>
                <a:ext uri="{FF2B5EF4-FFF2-40B4-BE49-F238E27FC236}">
                  <a16:creationId xmlns:a16="http://schemas.microsoft.com/office/drawing/2014/main" id="{0006FF6E-1CC2-4BD5-8855-A2F116F35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198"/>
              <a:ext cx="8" cy="58"/>
            </a:xfrm>
            <a:custGeom>
              <a:avLst/>
              <a:gdLst>
                <a:gd name="T0" fmla="*/ 32 w 4"/>
                <a:gd name="T1" fmla="*/ 0 h 27"/>
                <a:gd name="T2" fmla="*/ 8 w 4"/>
                <a:gd name="T3" fmla="*/ 26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4" y="0"/>
                  </a:moveTo>
                  <a:cubicBezTo>
                    <a:pt x="0" y="8"/>
                    <a:pt x="1" y="27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90" name="Freeform 781">
              <a:extLst>
                <a:ext uri="{FF2B5EF4-FFF2-40B4-BE49-F238E27FC236}">
                  <a16:creationId xmlns:a16="http://schemas.microsoft.com/office/drawing/2014/main" id="{27512A4E-3CB4-4E55-A49D-D9339F6BF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158"/>
              <a:ext cx="18" cy="12"/>
            </a:xfrm>
            <a:custGeom>
              <a:avLst/>
              <a:gdLst>
                <a:gd name="T0" fmla="*/ 0 w 9"/>
                <a:gd name="T1" fmla="*/ 32 h 6"/>
                <a:gd name="T2" fmla="*/ 72 w 9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7" y="0"/>
                    <a:pt x="9" y="2"/>
                    <a:pt x="9" y="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91" name="Freeform 782">
              <a:extLst>
                <a:ext uri="{FF2B5EF4-FFF2-40B4-BE49-F238E27FC236}">
                  <a16:creationId xmlns:a16="http://schemas.microsoft.com/office/drawing/2014/main" id="{67ACD91E-EA4E-4B2B-AFCF-EFE277650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3132"/>
              <a:ext cx="14" cy="15"/>
            </a:xfrm>
            <a:custGeom>
              <a:avLst/>
              <a:gdLst>
                <a:gd name="T0" fmla="*/ 0 w 7"/>
                <a:gd name="T1" fmla="*/ 51 h 7"/>
                <a:gd name="T2" fmla="*/ 48 w 7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6" y="0"/>
                    <a:pt x="7" y="4"/>
                    <a:pt x="6" y="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92" name="Freeform 783">
              <a:extLst>
                <a:ext uri="{FF2B5EF4-FFF2-40B4-BE49-F238E27FC236}">
                  <a16:creationId xmlns:a16="http://schemas.microsoft.com/office/drawing/2014/main" id="{ABDD5C7D-9056-4D95-884C-EF25D1C14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3185"/>
              <a:ext cx="88" cy="54"/>
            </a:xfrm>
            <a:custGeom>
              <a:avLst/>
              <a:gdLst>
                <a:gd name="T0" fmla="*/ 0 w 44"/>
                <a:gd name="T1" fmla="*/ 253 h 25"/>
                <a:gd name="T2" fmla="*/ 352 w 44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5">
                  <a:moveTo>
                    <a:pt x="0" y="25"/>
                  </a:moveTo>
                  <a:cubicBezTo>
                    <a:pt x="18" y="25"/>
                    <a:pt x="38" y="15"/>
                    <a:pt x="44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93" name="Freeform 784">
              <a:extLst>
                <a:ext uri="{FF2B5EF4-FFF2-40B4-BE49-F238E27FC236}">
                  <a16:creationId xmlns:a16="http://schemas.microsoft.com/office/drawing/2014/main" id="{183A1220-A453-4530-A874-30CCAB5D7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194"/>
              <a:ext cx="30" cy="25"/>
            </a:xfrm>
            <a:custGeom>
              <a:avLst/>
              <a:gdLst>
                <a:gd name="T0" fmla="*/ 0 w 15"/>
                <a:gd name="T1" fmla="*/ 56 h 12"/>
                <a:gd name="T2" fmla="*/ 104 w 15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6" y="0"/>
                    <a:pt x="15" y="2"/>
                    <a:pt x="13" y="1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94" name="Freeform 785">
              <a:extLst>
                <a:ext uri="{FF2B5EF4-FFF2-40B4-BE49-F238E27FC236}">
                  <a16:creationId xmlns:a16="http://schemas.microsoft.com/office/drawing/2014/main" id="{202A4FDC-A321-4CF3-A573-128149D00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364"/>
              <a:ext cx="14" cy="34"/>
            </a:xfrm>
            <a:custGeom>
              <a:avLst/>
              <a:gdLst>
                <a:gd name="T0" fmla="*/ 0 w 7"/>
                <a:gd name="T1" fmla="*/ 0 h 16"/>
                <a:gd name="T2" fmla="*/ 48 w 7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5" y="3"/>
                    <a:pt x="7" y="12"/>
                    <a:pt x="6" y="1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95" name="Freeform 786">
              <a:extLst>
                <a:ext uri="{FF2B5EF4-FFF2-40B4-BE49-F238E27FC236}">
                  <a16:creationId xmlns:a16="http://schemas.microsoft.com/office/drawing/2014/main" id="{8D7FABC0-49AE-4841-B9A6-3A1F1941A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407"/>
              <a:ext cx="18" cy="23"/>
            </a:xfrm>
            <a:custGeom>
              <a:avLst/>
              <a:gdLst>
                <a:gd name="T0" fmla="*/ 0 w 9"/>
                <a:gd name="T1" fmla="*/ 0 h 11"/>
                <a:gd name="T2" fmla="*/ 72 w 9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5" y="3"/>
                    <a:pt x="7" y="6"/>
                    <a:pt x="9" y="1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96" name="Freeform 787">
              <a:extLst>
                <a:ext uri="{FF2B5EF4-FFF2-40B4-BE49-F238E27FC236}">
                  <a16:creationId xmlns:a16="http://schemas.microsoft.com/office/drawing/2014/main" id="{E4C56E75-1811-41BB-A446-CF4D52E0A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398"/>
              <a:ext cx="94" cy="34"/>
            </a:xfrm>
            <a:custGeom>
              <a:avLst/>
              <a:gdLst>
                <a:gd name="T0" fmla="*/ 0 w 47"/>
                <a:gd name="T1" fmla="*/ 153 h 16"/>
                <a:gd name="T2" fmla="*/ 72 w 47"/>
                <a:gd name="T3" fmla="*/ 85 h 16"/>
                <a:gd name="T4" fmla="*/ 200 w 47"/>
                <a:gd name="T5" fmla="*/ 9 h 16"/>
                <a:gd name="T6" fmla="*/ 376 w 47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2" y="14"/>
                    <a:pt x="6" y="12"/>
                    <a:pt x="9" y="9"/>
                  </a:cubicBezTo>
                  <a:cubicBezTo>
                    <a:pt x="14" y="5"/>
                    <a:pt x="18" y="2"/>
                    <a:pt x="25" y="1"/>
                  </a:cubicBezTo>
                  <a:cubicBezTo>
                    <a:pt x="31" y="0"/>
                    <a:pt x="41" y="1"/>
                    <a:pt x="47" y="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97" name="Freeform 788">
              <a:extLst>
                <a:ext uri="{FF2B5EF4-FFF2-40B4-BE49-F238E27FC236}">
                  <a16:creationId xmlns:a16="http://schemas.microsoft.com/office/drawing/2014/main" id="{782F68E8-806A-40D8-95FF-52FA054A9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881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2" y="0"/>
                    <a:pt x="3" y="2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98" name="Freeform 789">
              <a:extLst>
                <a:ext uri="{FF2B5EF4-FFF2-40B4-BE49-F238E27FC236}">
                  <a16:creationId xmlns:a16="http://schemas.microsoft.com/office/drawing/2014/main" id="{0E6B226D-CE34-4216-B210-F76C73358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900"/>
              <a:ext cx="12" cy="34"/>
            </a:xfrm>
            <a:custGeom>
              <a:avLst/>
              <a:gdLst>
                <a:gd name="T0" fmla="*/ 8 w 6"/>
                <a:gd name="T1" fmla="*/ 153 h 16"/>
                <a:gd name="T2" fmla="*/ 8 w 6"/>
                <a:gd name="T3" fmla="*/ 49 h 16"/>
                <a:gd name="T4" fmla="*/ 48 w 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1" y="16"/>
                  </a:moveTo>
                  <a:cubicBezTo>
                    <a:pt x="2" y="13"/>
                    <a:pt x="0" y="9"/>
                    <a:pt x="1" y="5"/>
                  </a:cubicBez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299" name="Freeform 790">
              <a:extLst>
                <a:ext uri="{FF2B5EF4-FFF2-40B4-BE49-F238E27FC236}">
                  <a16:creationId xmlns:a16="http://schemas.microsoft.com/office/drawing/2014/main" id="{972D4997-2316-4C61-941B-32E81CCE7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636"/>
              <a:ext cx="308" cy="377"/>
            </a:xfrm>
            <a:custGeom>
              <a:avLst/>
              <a:gdLst>
                <a:gd name="T0" fmla="*/ 1232 w 154"/>
                <a:gd name="T1" fmla="*/ 0 h 177"/>
                <a:gd name="T2" fmla="*/ 480 w 154"/>
                <a:gd name="T3" fmla="*/ 1112 h 177"/>
                <a:gd name="T4" fmla="*/ 0 w 154"/>
                <a:gd name="T5" fmla="*/ 1710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177">
                  <a:moveTo>
                    <a:pt x="154" y="0"/>
                  </a:moveTo>
                  <a:cubicBezTo>
                    <a:pt x="127" y="5"/>
                    <a:pt x="73" y="64"/>
                    <a:pt x="60" y="115"/>
                  </a:cubicBezTo>
                  <a:cubicBezTo>
                    <a:pt x="57" y="125"/>
                    <a:pt x="8" y="158"/>
                    <a:pt x="0" y="17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00" name="Freeform 791">
              <a:extLst>
                <a:ext uri="{FF2B5EF4-FFF2-40B4-BE49-F238E27FC236}">
                  <a16:creationId xmlns:a16="http://schemas.microsoft.com/office/drawing/2014/main" id="{EAC13473-F934-4CD0-AEC8-8A2A8801E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513"/>
              <a:ext cx="153" cy="125"/>
            </a:xfrm>
            <a:custGeom>
              <a:avLst/>
              <a:gdLst>
                <a:gd name="T0" fmla="*/ 0 w 77"/>
                <a:gd name="T1" fmla="*/ 561 h 59"/>
                <a:gd name="T2" fmla="*/ 604 w 77"/>
                <a:gd name="T3" fmla="*/ 49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59">
                  <a:moveTo>
                    <a:pt x="0" y="59"/>
                  </a:moveTo>
                  <a:cubicBezTo>
                    <a:pt x="14" y="17"/>
                    <a:pt x="59" y="0"/>
                    <a:pt x="77" y="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01" name="Freeform 792">
              <a:extLst>
                <a:ext uri="{FF2B5EF4-FFF2-40B4-BE49-F238E27FC236}">
                  <a16:creationId xmlns:a16="http://schemas.microsoft.com/office/drawing/2014/main" id="{115191B6-1E08-4324-B15C-DBCB26879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411"/>
              <a:ext cx="214" cy="108"/>
            </a:xfrm>
            <a:custGeom>
              <a:avLst/>
              <a:gdLst>
                <a:gd name="T0" fmla="*/ 0 w 107"/>
                <a:gd name="T1" fmla="*/ 485 h 51"/>
                <a:gd name="T2" fmla="*/ 856 w 107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51">
                  <a:moveTo>
                    <a:pt x="0" y="51"/>
                  </a:moveTo>
                  <a:cubicBezTo>
                    <a:pt x="21" y="17"/>
                    <a:pt x="62" y="0"/>
                    <a:pt x="10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02" name="Freeform 793">
              <a:extLst>
                <a:ext uri="{FF2B5EF4-FFF2-40B4-BE49-F238E27FC236}">
                  <a16:creationId xmlns:a16="http://schemas.microsoft.com/office/drawing/2014/main" id="{49EDD0B2-5C14-4D23-B830-ADE50A135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294"/>
              <a:ext cx="243" cy="89"/>
            </a:xfrm>
            <a:custGeom>
              <a:avLst/>
              <a:gdLst>
                <a:gd name="T0" fmla="*/ 0 w 122"/>
                <a:gd name="T1" fmla="*/ 401 h 42"/>
                <a:gd name="T2" fmla="*/ 964 w 122"/>
                <a:gd name="T3" fmla="*/ 68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2" h="42">
                  <a:moveTo>
                    <a:pt x="0" y="42"/>
                  </a:moveTo>
                  <a:cubicBezTo>
                    <a:pt x="43" y="7"/>
                    <a:pt x="57" y="0"/>
                    <a:pt x="122" y="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03" name="Freeform 794">
              <a:extLst>
                <a:ext uri="{FF2B5EF4-FFF2-40B4-BE49-F238E27FC236}">
                  <a16:creationId xmlns:a16="http://schemas.microsoft.com/office/drawing/2014/main" id="{D3E771E8-8A97-400D-A352-52945C51E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43"/>
              <a:ext cx="178" cy="59"/>
            </a:xfrm>
            <a:custGeom>
              <a:avLst/>
              <a:gdLst>
                <a:gd name="T0" fmla="*/ 0 w 89"/>
                <a:gd name="T1" fmla="*/ 261 h 28"/>
                <a:gd name="T2" fmla="*/ 712 w 89"/>
                <a:gd name="T3" fmla="*/ 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28">
                  <a:moveTo>
                    <a:pt x="0" y="28"/>
                  </a:moveTo>
                  <a:cubicBezTo>
                    <a:pt x="40" y="16"/>
                    <a:pt x="64" y="0"/>
                    <a:pt x="89" y="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04" name="Freeform 795">
              <a:extLst>
                <a:ext uri="{FF2B5EF4-FFF2-40B4-BE49-F238E27FC236}">
                  <a16:creationId xmlns:a16="http://schemas.microsoft.com/office/drawing/2014/main" id="{B65008D3-7F31-4490-A422-FAB672EC8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230"/>
              <a:ext cx="254" cy="98"/>
            </a:xfrm>
            <a:custGeom>
              <a:avLst/>
              <a:gdLst>
                <a:gd name="T0" fmla="*/ 1016 w 127"/>
                <a:gd name="T1" fmla="*/ 96 h 46"/>
                <a:gd name="T2" fmla="*/ 0 w 127"/>
                <a:gd name="T3" fmla="*/ 445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46">
                  <a:moveTo>
                    <a:pt x="127" y="10"/>
                  </a:moveTo>
                  <a:cubicBezTo>
                    <a:pt x="84" y="0"/>
                    <a:pt x="43" y="10"/>
                    <a:pt x="0" y="4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05" name="Freeform 796">
              <a:extLst>
                <a:ext uri="{FF2B5EF4-FFF2-40B4-BE49-F238E27FC236}">
                  <a16:creationId xmlns:a16="http://schemas.microsoft.com/office/drawing/2014/main" id="{C4B40F38-D229-4046-914D-27185CB9B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289"/>
              <a:ext cx="255" cy="128"/>
            </a:xfrm>
            <a:custGeom>
              <a:avLst/>
              <a:gdLst>
                <a:gd name="T0" fmla="*/ 1012 w 128"/>
                <a:gd name="T1" fmla="*/ 0 h 60"/>
                <a:gd name="T2" fmla="*/ 0 w 128"/>
                <a:gd name="T3" fmla="*/ 582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8" h="60">
                  <a:moveTo>
                    <a:pt x="128" y="0"/>
                  </a:moveTo>
                  <a:cubicBezTo>
                    <a:pt x="69" y="13"/>
                    <a:pt x="34" y="32"/>
                    <a:pt x="0" y="6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06" name="Freeform 797">
              <a:extLst>
                <a:ext uri="{FF2B5EF4-FFF2-40B4-BE49-F238E27FC236}">
                  <a16:creationId xmlns:a16="http://schemas.microsoft.com/office/drawing/2014/main" id="{16D60250-A840-4D0E-A1BC-1117C24D9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732"/>
              <a:ext cx="174" cy="245"/>
            </a:xfrm>
            <a:custGeom>
              <a:avLst/>
              <a:gdLst>
                <a:gd name="T0" fmla="*/ 0 w 87"/>
                <a:gd name="T1" fmla="*/ 1112 h 115"/>
                <a:gd name="T2" fmla="*/ 696 w 87"/>
                <a:gd name="T3" fmla="*/ 0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15">
                  <a:moveTo>
                    <a:pt x="0" y="115"/>
                  </a:moveTo>
                  <a:cubicBezTo>
                    <a:pt x="15" y="61"/>
                    <a:pt x="63" y="13"/>
                    <a:pt x="8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07" name="Freeform 798">
              <a:extLst>
                <a:ext uri="{FF2B5EF4-FFF2-40B4-BE49-F238E27FC236}">
                  <a16:creationId xmlns:a16="http://schemas.microsoft.com/office/drawing/2014/main" id="{7AF28F23-3F5D-4C9A-98CB-933322E31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560"/>
              <a:ext cx="199" cy="202"/>
            </a:xfrm>
            <a:custGeom>
              <a:avLst/>
              <a:gdLst>
                <a:gd name="T0" fmla="*/ 0 w 100"/>
                <a:gd name="T1" fmla="*/ 914 h 95"/>
                <a:gd name="T2" fmla="*/ 788 w 100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95">
                  <a:moveTo>
                    <a:pt x="0" y="95"/>
                  </a:moveTo>
                  <a:cubicBezTo>
                    <a:pt x="13" y="59"/>
                    <a:pt x="43" y="20"/>
                    <a:pt x="10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08" name="Freeform 799">
              <a:extLst>
                <a:ext uri="{FF2B5EF4-FFF2-40B4-BE49-F238E27FC236}">
                  <a16:creationId xmlns:a16="http://schemas.microsoft.com/office/drawing/2014/main" id="{E56ABDFF-4666-42AC-9571-E81A3E465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430"/>
              <a:ext cx="229" cy="151"/>
            </a:xfrm>
            <a:custGeom>
              <a:avLst/>
              <a:gdLst>
                <a:gd name="T0" fmla="*/ 0 w 115"/>
                <a:gd name="T1" fmla="*/ 683 h 71"/>
                <a:gd name="T2" fmla="*/ 908 w 115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71">
                  <a:moveTo>
                    <a:pt x="0" y="71"/>
                  </a:moveTo>
                  <a:cubicBezTo>
                    <a:pt x="25" y="28"/>
                    <a:pt x="74" y="0"/>
                    <a:pt x="11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09" name="Freeform 800">
              <a:extLst>
                <a:ext uri="{FF2B5EF4-FFF2-40B4-BE49-F238E27FC236}">
                  <a16:creationId xmlns:a16="http://schemas.microsoft.com/office/drawing/2014/main" id="{A5BE9AA0-A98B-4711-9F12-3189AB5CF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304"/>
              <a:ext cx="217" cy="124"/>
            </a:xfrm>
            <a:custGeom>
              <a:avLst/>
              <a:gdLst>
                <a:gd name="T0" fmla="*/ 0 w 109"/>
                <a:gd name="T1" fmla="*/ 567 h 58"/>
                <a:gd name="T2" fmla="*/ 860 w 109"/>
                <a:gd name="T3" fmla="*/ 19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58">
                  <a:moveTo>
                    <a:pt x="0" y="58"/>
                  </a:moveTo>
                  <a:cubicBezTo>
                    <a:pt x="29" y="20"/>
                    <a:pt x="67" y="0"/>
                    <a:pt x="109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10" name="Freeform 801">
              <a:extLst>
                <a:ext uri="{FF2B5EF4-FFF2-40B4-BE49-F238E27FC236}">
                  <a16:creationId xmlns:a16="http://schemas.microsoft.com/office/drawing/2014/main" id="{14156B74-F72A-4E0C-A5CC-598A6A466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230"/>
              <a:ext cx="265" cy="91"/>
            </a:xfrm>
            <a:custGeom>
              <a:avLst/>
              <a:gdLst>
                <a:gd name="T0" fmla="*/ 1052 w 133"/>
                <a:gd name="T1" fmla="*/ 59 h 43"/>
                <a:gd name="T2" fmla="*/ 0 w 133"/>
                <a:gd name="T3" fmla="*/ 40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43">
                  <a:moveTo>
                    <a:pt x="133" y="6"/>
                  </a:moveTo>
                  <a:cubicBezTo>
                    <a:pt x="97" y="0"/>
                    <a:pt x="48" y="14"/>
                    <a:pt x="0" y="4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11" name="Freeform 802">
              <a:extLst>
                <a:ext uri="{FF2B5EF4-FFF2-40B4-BE49-F238E27FC236}">
                  <a16:creationId xmlns:a16="http://schemas.microsoft.com/office/drawing/2014/main" id="{9F51B64E-A8C9-427D-AB58-2CF4013E1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204"/>
              <a:ext cx="108" cy="37"/>
            </a:xfrm>
            <a:custGeom>
              <a:avLst/>
              <a:gdLst>
                <a:gd name="T0" fmla="*/ 0 w 54"/>
                <a:gd name="T1" fmla="*/ 176 h 17"/>
                <a:gd name="T2" fmla="*/ 432 w 5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">
                  <a:moveTo>
                    <a:pt x="0" y="17"/>
                  </a:moveTo>
                  <a:cubicBezTo>
                    <a:pt x="34" y="0"/>
                    <a:pt x="54" y="6"/>
                    <a:pt x="54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12" name="Freeform 803">
              <a:extLst>
                <a:ext uri="{FF2B5EF4-FFF2-40B4-BE49-F238E27FC236}">
                  <a16:creationId xmlns:a16="http://schemas.microsoft.com/office/drawing/2014/main" id="{9CFFD500-921F-41BB-BDE3-4FA21A1D9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83"/>
              <a:ext cx="178" cy="55"/>
            </a:xfrm>
            <a:custGeom>
              <a:avLst/>
              <a:gdLst>
                <a:gd name="T0" fmla="*/ 0 w 89"/>
                <a:gd name="T1" fmla="*/ 245 h 26"/>
                <a:gd name="T2" fmla="*/ 712 w 89"/>
                <a:gd name="T3" fmla="*/ 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26">
                  <a:moveTo>
                    <a:pt x="0" y="26"/>
                  </a:moveTo>
                  <a:cubicBezTo>
                    <a:pt x="48" y="0"/>
                    <a:pt x="89" y="1"/>
                    <a:pt x="89" y="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13" name="Freeform 804">
              <a:extLst>
                <a:ext uri="{FF2B5EF4-FFF2-40B4-BE49-F238E27FC236}">
                  <a16:creationId xmlns:a16="http://schemas.microsoft.com/office/drawing/2014/main" id="{097933A5-1DC3-44B0-94CB-19296C261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775"/>
              <a:ext cx="268" cy="74"/>
            </a:xfrm>
            <a:custGeom>
              <a:avLst/>
              <a:gdLst>
                <a:gd name="T0" fmla="*/ 0 w 134"/>
                <a:gd name="T1" fmla="*/ 330 h 35"/>
                <a:gd name="T2" fmla="*/ 576 w 134"/>
                <a:gd name="T3" fmla="*/ 197 h 35"/>
                <a:gd name="T4" fmla="*/ 1072 w 13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35">
                  <a:moveTo>
                    <a:pt x="0" y="35"/>
                  </a:moveTo>
                  <a:cubicBezTo>
                    <a:pt x="29" y="27"/>
                    <a:pt x="41" y="29"/>
                    <a:pt x="72" y="21"/>
                  </a:cubicBezTo>
                  <a:cubicBezTo>
                    <a:pt x="104" y="12"/>
                    <a:pt x="113" y="3"/>
                    <a:pt x="13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14" name="Freeform 805">
              <a:extLst>
                <a:ext uri="{FF2B5EF4-FFF2-40B4-BE49-F238E27FC236}">
                  <a16:creationId xmlns:a16="http://schemas.microsoft.com/office/drawing/2014/main" id="{0C279851-ED4A-49E9-B4C2-BCF58B430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828"/>
              <a:ext cx="255" cy="138"/>
            </a:xfrm>
            <a:custGeom>
              <a:avLst/>
              <a:gdLst>
                <a:gd name="T0" fmla="*/ 0 w 128"/>
                <a:gd name="T1" fmla="*/ 554 h 65"/>
                <a:gd name="T2" fmla="*/ 703 w 128"/>
                <a:gd name="T3" fmla="*/ 433 h 65"/>
                <a:gd name="T4" fmla="*/ 1012 w 128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65">
                  <a:moveTo>
                    <a:pt x="0" y="58"/>
                  </a:moveTo>
                  <a:cubicBezTo>
                    <a:pt x="32" y="65"/>
                    <a:pt x="58" y="59"/>
                    <a:pt x="89" y="45"/>
                  </a:cubicBezTo>
                  <a:cubicBezTo>
                    <a:pt x="120" y="31"/>
                    <a:pt x="128" y="0"/>
                    <a:pt x="12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15" name="Freeform 806">
              <a:extLst>
                <a:ext uri="{FF2B5EF4-FFF2-40B4-BE49-F238E27FC236}">
                  <a16:creationId xmlns:a16="http://schemas.microsoft.com/office/drawing/2014/main" id="{9EBE5B9A-BF80-4016-86DD-8C15AD763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819"/>
              <a:ext cx="279" cy="85"/>
            </a:xfrm>
            <a:custGeom>
              <a:avLst/>
              <a:gdLst>
                <a:gd name="T0" fmla="*/ 0 w 140"/>
                <a:gd name="T1" fmla="*/ 357 h 40"/>
                <a:gd name="T2" fmla="*/ 1108 w 140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0" h="40">
                  <a:moveTo>
                    <a:pt x="0" y="37"/>
                  </a:moveTo>
                  <a:cubicBezTo>
                    <a:pt x="34" y="40"/>
                    <a:pt x="115" y="20"/>
                    <a:pt x="14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16" name="Freeform 807">
              <a:extLst>
                <a:ext uri="{FF2B5EF4-FFF2-40B4-BE49-F238E27FC236}">
                  <a16:creationId xmlns:a16="http://schemas.microsoft.com/office/drawing/2014/main" id="{A9B7BAD1-B2A5-4DA8-A98D-F5DA886FF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783"/>
              <a:ext cx="253" cy="94"/>
            </a:xfrm>
            <a:custGeom>
              <a:avLst/>
              <a:gdLst>
                <a:gd name="T0" fmla="*/ 0 w 127"/>
                <a:gd name="T1" fmla="*/ 402 h 44"/>
                <a:gd name="T2" fmla="*/ 655 w 127"/>
                <a:gd name="T3" fmla="*/ 265 h 44"/>
                <a:gd name="T4" fmla="*/ 1004 w 127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44">
                  <a:moveTo>
                    <a:pt x="0" y="41"/>
                  </a:moveTo>
                  <a:cubicBezTo>
                    <a:pt x="35" y="44"/>
                    <a:pt x="51" y="38"/>
                    <a:pt x="83" y="27"/>
                  </a:cubicBezTo>
                  <a:cubicBezTo>
                    <a:pt x="115" y="16"/>
                    <a:pt x="127" y="0"/>
                    <a:pt x="12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17" name="Freeform 808">
              <a:extLst>
                <a:ext uri="{FF2B5EF4-FFF2-40B4-BE49-F238E27FC236}">
                  <a16:creationId xmlns:a16="http://schemas.microsoft.com/office/drawing/2014/main" id="{34A0D5E7-39EF-42EA-969C-FC98A3AF5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947"/>
              <a:ext cx="249" cy="91"/>
            </a:xfrm>
            <a:custGeom>
              <a:avLst/>
              <a:gdLst>
                <a:gd name="T0" fmla="*/ 0 w 125"/>
                <a:gd name="T1" fmla="*/ 381 h 43"/>
                <a:gd name="T2" fmla="*/ 988 w 125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5" h="43">
                  <a:moveTo>
                    <a:pt x="0" y="40"/>
                  </a:moveTo>
                  <a:cubicBezTo>
                    <a:pt x="30" y="38"/>
                    <a:pt x="78" y="43"/>
                    <a:pt x="12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18" name="Freeform 809">
              <a:extLst>
                <a:ext uri="{FF2B5EF4-FFF2-40B4-BE49-F238E27FC236}">
                  <a16:creationId xmlns:a16="http://schemas.microsoft.com/office/drawing/2014/main" id="{22A8F913-2724-4ABB-B04B-51359FB50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896"/>
              <a:ext cx="246" cy="108"/>
            </a:xfrm>
            <a:custGeom>
              <a:avLst/>
              <a:gdLst>
                <a:gd name="T0" fmla="*/ 0 w 123"/>
                <a:gd name="T1" fmla="*/ 485 h 51"/>
                <a:gd name="T2" fmla="*/ 984 w 123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51">
                  <a:moveTo>
                    <a:pt x="0" y="51"/>
                  </a:moveTo>
                  <a:cubicBezTo>
                    <a:pt x="43" y="51"/>
                    <a:pt x="95" y="32"/>
                    <a:pt x="12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19" name="Freeform 810">
              <a:extLst>
                <a:ext uri="{FF2B5EF4-FFF2-40B4-BE49-F238E27FC236}">
                  <a16:creationId xmlns:a16="http://schemas.microsoft.com/office/drawing/2014/main" id="{D70B83B2-9A1E-4397-A162-43310FD00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011"/>
              <a:ext cx="277" cy="136"/>
            </a:xfrm>
            <a:custGeom>
              <a:avLst/>
              <a:gdLst>
                <a:gd name="T0" fmla="*/ 0 w 139"/>
                <a:gd name="T1" fmla="*/ 614 h 64"/>
                <a:gd name="T2" fmla="*/ 640 w 139"/>
                <a:gd name="T3" fmla="*/ 325 h 64"/>
                <a:gd name="T4" fmla="*/ 1100 w 13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64">
                  <a:moveTo>
                    <a:pt x="0" y="64"/>
                  </a:moveTo>
                  <a:cubicBezTo>
                    <a:pt x="18" y="50"/>
                    <a:pt x="47" y="54"/>
                    <a:pt x="81" y="34"/>
                  </a:cubicBezTo>
                  <a:cubicBezTo>
                    <a:pt x="115" y="14"/>
                    <a:pt x="139" y="0"/>
                    <a:pt x="13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20" name="Freeform 811">
              <a:extLst>
                <a:ext uri="{FF2B5EF4-FFF2-40B4-BE49-F238E27FC236}">
                  <a16:creationId xmlns:a16="http://schemas.microsoft.com/office/drawing/2014/main" id="{7837B139-9201-496E-89CA-EA1E23E19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972"/>
              <a:ext cx="199" cy="111"/>
            </a:xfrm>
            <a:custGeom>
              <a:avLst/>
              <a:gdLst>
                <a:gd name="T0" fmla="*/ 0 w 100"/>
                <a:gd name="T1" fmla="*/ 497 h 52"/>
                <a:gd name="T2" fmla="*/ 788 w 100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52">
                  <a:moveTo>
                    <a:pt x="0" y="51"/>
                  </a:moveTo>
                  <a:cubicBezTo>
                    <a:pt x="20" y="52"/>
                    <a:pt x="82" y="23"/>
                    <a:pt x="10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21" name="Freeform 812">
              <a:extLst>
                <a:ext uri="{FF2B5EF4-FFF2-40B4-BE49-F238E27FC236}">
                  <a16:creationId xmlns:a16="http://schemas.microsoft.com/office/drawing/2014/main" id="{2D455B8D-3C04-468D-BBDA-44200CA40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121"/>
              <a:ext cx="268" cy="162"/>
            </a:xfrm>
            <a:custGeom>
              <a:avLst/>
              <a:gdLst>
                <a:gd name="T0" fmla="*/ 1072 w 134"/>
                <a:gd name="T1" fmla="*/ 0 h 76"/>
                <a:gd name="T2" fmla="*/ 752 w 134"/>
                <a:gd name="T3" fmla="*/ 326 h 76"/>
                <a:gd name="T4" fmla="*/ 224 w 134"/>
                <a:gd name="T5" fmla="*/ 710 h 76"/>
                <a:gd name="T6" fmla="*/ 0 w 134"/>
                <a:gd name="T7" fmla="*/ 73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76">
                  <a:moveTo>
                    <a:pt x="134" y="0"/>
                  </a:moveTo>
                  <a:cubicBezTo>
                    <a:pt x="134" y="0"/>
                    <a:pt x="109" y="15"/>
                    <a:pt x="94" y="34"/>
                  </a:cubicBezTo>
                  <a:cubicBezTo>
                    <a:pt x="78" y="53"/>
                    <a:pt x="59" y="66"/>
                    <a:pt x="28" y="73"/>
                  </a:cubicBezTo>
                  <a:cubicBezTo>
                    <a:pt x="15" y="76"/>
                    <a:pt x="0" y="76"/>
                    <a:pt x="0" y="7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22" name="Freeform 813">
              <a:extLst>
                <a:ext uri="{FF2B5EF4-FFF2-40B4-BE49-F238E27FC236}">
                  <a16:creationId xmlns:a16="http://schemas.microsoft.com/office/drawing/2014/main" id="{77D51DD3-F7E8-4101-85C3-E5746CEE3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096"/>
              <a:ext cx="179" cy="157"/>
            </a:xfrm>
            <a:custGeom>
              <a:avLst/>
              <a:gdLst>
                <a:gd name="T0" fmla="*/ 0 w 90"/>
                <a:gd name="T1" fmla="*/ 707 h 74"/>
                <a:gd name="T2" fmla="*/ 708 w 90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74">
                  <a:moveTo>
                    <a:pt x="0" y="74"/>
                  </a:moveTo>
                  <a:cubicBezTo>
                    <a:pt x="32" y="70"/>
                    <a:pt x="48" y="27"/>
                    <a:pt x="9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23" name="Freeform 814">
              <a:extLst>
                <a:ext uri="{FF2B5EF4-FFF2-40B4-BE49-F238E27FC236}">
                  <a16:creationId xmlns:a16="http://schemas.microsoft.com/office/drawing/2014/main" id="{74C3F866-FE08-4A14-A538-01F1B8126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449"/>
              <a:ext cx="155" cy="209"/>
            </a:xfrm>
            <a:custGeom>
              <a:avLst/>
              <a:gdLst>
                <a:gd name="T0" fmla="*/ 0 w 78"/>
                <a:gd name="T1" fmla="*/ 951 h 98"/>
                <a:gd name="T2" fmla="*/ 463 w 78"/>
                <a:gd name="T3" fmla="*/ 409 h 98"/>
                <a:gd name="T4" fmla="*/ 612 w 78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8">
                  <a:moveTo>
                    <a:pt x="0" y="98"/>
                  </a:moveTo>
                  <a:cubicBezTo>
                    <a:pt x="13" y="84"/>
                    <a:pt x="46" y="65"/>
                    <a:pt x="59" y="42"/>
                  </a:cubicBezTo>
                  <a:cubicBezTo>
                    <a:pt x="71" y="19"/>
                    <a:pt x="78" y="0"/>
                    <a:pt x="7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24" name="Freeform 815">
              <a:extLst>
                <a:ext uri="{FF2B5EF4-FFF2-40B4-BE49-F238E27FC236}">
                  <a16:creationId xmlns:a16="http://schemas.microsoft.com/office/drawing/2014/main" id="{4F925F5A-2750-4179-8813-EBA047F87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202"/>
              <a:ext cx="166" cy="183"/>
            </a:xfrm>
            <a:custGeom>
              <a:avLst/>
              <a:gdLst>
                <a:gd name="T0" fmla="*/ 0 w 83"/>
                <a:gd name="T1" fmla="*/ 828 h 86"/>
                <a:gd name="T2" fmla="*/ 392 w 83"/>
                <a:gd name="T3" fmla="*/ 494 h 86"/>
                <a:gd name="T4" fmla="*/ 664 w 83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86">
                  <a:moveTo>
                    <a:pt x="0" y="86"/>
                  </a:moveTo>
                  <a:cubicBezTo>
                    <a:pt x="22" y="75"/>
                    <a:pt x="31" y="69"/>
                    <a:pt x="49" y="51"/>
                  </a:cubicBezTo>
                  <a:cubicBezTo>
                    <a:pt x="67" y="33"/>
                    <a:pt x="83" y="0"/>
                    <a:pt x="8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25" name="Freeform 816">
              <a:extLst>
                <a:ext uri="{FF2B5EF4-FFF2-40B4-BE49-F238E27FC236}">
                  <a16:creationId xmlns:a16="http://schemas.microsoft.com/office/drawing/2014/main" id="{6DF1755C-B8CB-4C60-8CCE-24F82BAFF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338"/>
              <a:ext cx="170" cy="209"/>
            </a:xfrm>
            <a:custGeom>
              <a:avLst/>
              <a:gdLst>
                <a:gd name="T0" fmla="*/ 680 w 85"/>
                <a:gd name="T1" fmla="*/ 0 h 98"/>
                <a:gd name="T2" fmla="*/ 456 w 85"/>
                <a:gd name="T3" fmla="*/ 369 h 98"/>
                <a:gd name="T4" fmla="*/ 0 w 85"/>
                <a:gd name="T5" fmla="*/ 951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98">
                  <a:moveTo>
                    <a:pt x="85" y="0"/>
                  </a:moveTo>
                  <a:cubicBezTo>
                    <a:pt x="69" y="15"/>
                    <a:pt x="67" y="20"/>
                    <a:pt x="57" y="38"/>
                  </a:cubicBezTo>
                  <a:cubicBezTo>
                    <a:pt x="47" y="55"/>
                    <a:pt x="34" y="75"/>
                    <a:pt x="0" y="9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26" name="Freeform 817">
              <a:extLst>
                <a:ext uri="{FF2B5EF4-FFF2-40B4-BE49-F238E27FC236}">
                  <a16:creationId xmlns:a16="http://schemas.microsoft.com/office/drawing/2014/main" id="{A266AEA8-18F2-48D6-85D9-E4912BEA2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596"/>
              <a:ext cx="166" cy="238"/>
            </a:xfrm>
            <a:custGeom>
              <a:avLst/>
              <a:gdLst>
                <a:gd name="T0" fmla="*/ 0 w 83"/>
                <a:gd name="T1" fmla="*/ 1075 h 112"/>
                <a:gd name="T2" fmla="*/ 528 w 83"/>
                <a:gd name="T3" fmla="*/ 434 h 112"/>
                <a:gd name="T4" fmla="*/ 664 w 83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12">
                  <a:moveTo>
                    <a:pt x="0" y="112"/>
                  </a:moveTo>
                  <a:cubicBezTo>
                    <a:pt x="17" y="99"/>
                    <a:pt x="52" y="74"/>
                    <a:pt x="66" y="45"/>
                  </a:cubicBezTo>
                  <a:cubicBezTo>
                    <a:pt x="80" y="17"/>
                    <a:pt x="83" y="0"/>
                    <a:pt x="8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27" name="Freeform 818">
              <a:extLst>
                <a:ext uri="{FF2B5EF4-FFF2-40B4-BE49-F238E27FC236}">
                  <a16:creationId xmlns:a16="http://schemas.microsoft.com/office/drawing/2014/main" id="{46D0BE09-7A32-4CB3-9383-6AB79F8A6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815"/>
              <a:ext cx="52" cy="200"/>
            </a:xfrm>
            <a:custGeom>
              <a:avLst/>
              <a:gdLst>
                <a:gd name="T0" fmla="*/ 208 w 26"/>
                <a:gd name="T1" fmla="*/ 0 h 94"/>
                <a:gd name="T2" fmla="*/ 0 w 26"/>
                <a:gd name="T3" fmla="*/ 906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4">
                  <a:moveTo>
                    <a:pt x="26" y="0"/>
                  </a:moveTo>
                  <a:cubicBezTo>
                    <a:pt x="15" y="22"/>
                    <a:pt x="0" y="94"/>
                    <a:pt x="0" y="9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28" name="Freeform 819">
              <a:extLst>
                <a:ext uri="{FF2B5EF4-FFF2-40B4-BE49-F238E27FC236}">
                  <a16:creationId xmlns:a16="http://schemas.microsoft.com/office/drawing/2014/main" id="{7B246306-00AF-4BA0-B9EE-F121C7B17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741"/>
              <a:ext cx="118" cy="212"/>
            </a:xfrm>
            <a:custGeom>
              <a:avLst/>
              <a:gdLst>
                <a:gd name="T0" fmla="*/ 0 w 59"/>
                <a:gd name="T1" fmla="*/ 952 h 100"/>
                <a:gd name="T2" fmla="*/ 472 w 59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00">
                  <a:moveTo>
                    <a:pt x="0" y="100"/>
                  </a:moveTo>
                  <a:cubicBezTo>
                    <a:pt x="18" y="84"/>
                    <a:pt x="47" y="31"/>
                    <a:pt x="5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29" name="Freeform 820">
              <a:extLst>
                <a:ext uri="{FF2B5EF4-FFF2-40B4-BE49-F238E27FC236}">
                  <a16:creationId xmlns:a16="http://schemas.microsoft.com/office/drawing/2014/main" id="{17BF1507-B8EE-48A5-97B0-60B98EED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490"/>
              <a:ext cx="149" cy="217"/>
            </a:xfrm>
            <a:custGeom>
              <a:avLst/>
              <a:gdLst>
                <a:gd name="T0" fmla="*/ 0 w 75"/>
                <a:gd name="T1" fmla="*/ 983 h 102"/>
                <a:gd name="T2" fmla="*/ 469 w 75"/>
                <a:gd name="T3" fmla="*/ 334 h 102"/>
                <a:gd name="T4" fmla="*/ 588 w 75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02">
                  <a:moveTo>
                    <a:pt x="0" y="102"/>
                  </a:moveTo>
                  <a:cubicBezTo>
                    <a:pt x="29" y="83"/>
                    <a:pt x="47" y="55"/>
                    <a:pt x="60" y="35"/>
                  </a:cubicBezTo>
                  <a:cubicBezTo>
                    <a:pt x="74" y="15"/>
                    <a:pt x="75" y="0"/>
                    <a:pt x="7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30" name="Freeform 821">
              <a:extLst>
                <a:ext uri="{FF2B5EF4-FFF2-40B4-BE49-F238E27FC236}">
                  <a16:creationId xmlns:a16="http://schemas.microsoft.com/office/drawing/2014/main" id="{85B05655-3A52-4F58-94CD-6CA5DF297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319"/>
              <a:ext cx="128" cy="209"/>
            </a:xfrm>
            <a:custGeom>
              <a:avLst/>
              <a:gdLst>
                <a:gd name="T0" fmla="*/ 512 w 64"/>
                <a:gd name="T1" fmla="*/ 0 h 98"/>
                <a:gd name="T2" fmla="*/ 0 w 64"/>
                <a:gd name="T3" fmla="*/ 951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98">
                  <a:moveTo>
                    <a:pt x="64" y="0"/>
                  </a:moveTo>
                  <a:cubicBezTo>
                    <a:pt x="64" y="24"/>
                    <a:pt x="48" y="62"/>
                    <a:pt x="0" y="9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31" name="Freeform 822">
              <a:extLst>
                <a:ext uri="{FF2B5EF4-FFF2-40B4-BE49-F238E27FC236}">
                  <a16:creationId xmlns:a16="http://schemas.microsoft.com/office/drawing/2014/main" id="{F770B4C9-091D-4F18-A1F4-56B5D5CA2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123"/>
              <a:ext cx="140" cy="205"/>
            </a:xfrm>
            <a:custGeom>
              <a:avLst/>
              <a:gdLst>
                <a:gd name="T0" fmla="*/ 0 w 70"/>
                <a:gd name="T1" fmla="*/ 935 h 96"/>
                <a:gd name="T2" fmla="*/ 424 w 70"/>
                <a:gd name="T3" fmla="*/ 487 h 96"/>
                <a:gd name="T4" fmla="*/ 560 w 70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96">
                  <a:moveTo>
                    <a:pt x="0" y="96"/>
                  </a:moveTo>
                  <a:cubicBezTo>
                    <a:pt x="19" y="85"/>
                    <a:pt x="40" y="71"/>
                    <a:pt x="53" y="50"/>
                  </a:cubicBezTo>
                  <a:cubicBezTo>
                    <a:pt x="66" y="28"/>
                    <a:pt x="70" y="0"/>
                    <a:pt x="7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32" name="Freeform 823">
              <a:extLst>
                <a:ext uri="{FF2B5EF4-FFF2-40B4-BE49-F238E27FC236}">
                  <a16:creationId xmlns:a16="http://schemas.microsoft.com/office/drawing/2014/main" id="{E823E6A6-2760-4B71-A3DF-382A6C69E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019"/>
              <a:ext cx="173" cy="211"/>
            </a:xfrm>
            <a:custGeom>
              <a:avLst/>
              <a:gdLst>
                <a:gd name="T0" fmla="*/ 0 w 87"/>
                <a:gd name="T1" fmla="*/ 959 h 99"/>
                <a:gd name="T2" fmla="*/ 424 w 87"/>
                <a:gd name="T3" fmla="*/ 494 h 99"/>
                <a:gd name="T4" fmla="*/ 684 w 87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99">
                  <a:moveTo>
                    <a:pt x="0" y="99"/>
                  </a:moveTo>
                  <a:cubicBezTo>
                    <a:pt x="17" y="90"/>
                    <a:pt x="28" y="69"/>
                    <a:pt x="54" y="51"/>
                  </a:cubicBezTo>
                  <a:cubicBezTo>
                    <a:pt x="81" y="32"/>
                    <a:pt x="87" y="0"/>
                    <a:pt x="8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33" name="Freeform 824">
              <a:extLst>
                <a:ext uri="{FF2B5EF4-FFF2-40B4-BE49-F238E27FC236}">
                  <a16:creationId xmlns:a16="http://schemas.microsoft.com/office/drawing/2014/main" id="{9C9779B3-60F0-4563-8A47-D6B9C762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896"/>
              <a:ext cx="210" cy="151"/>
            </a:xfrm>
            <a:custGeom>
              <a:avLst/>
              <a:gdLst>
                <a:gd name="T0" fmla="*/ 0 w 105"/>
                <a:gd name="T1" fmla="*/ 683 h 71"/>
                <a:gd name="T2" fmla="*/ 520 w 105"/>
                <a:gd name="T3" fmla="*/ 376 h 71"/>
                <a:gd name="T4" fmla="*/ 840 w 105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1">
                  <a:moveTo>
                    <a:pt x="0" y="71"/>
                  </a:moveTo>
                  <a:cubicBezTo>
                    <a:pt x="20" y="57"/>
                    <a:pt x="41" y="48"/>
                    <a:pt x="65" y="39"/>
                  </a:cubicBezTo>
                  <a:cubicBezTo>
                    <a:pt x="90" y="31"/>
                    <a:pt x="105" y="0"/>
                    <a:pt x="10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34" name="Freeform 825">
              <a:extLst>
                <a:ext uri="{FF2B5EF4-FFF2-40B4-BE49-F238E27FC236}">
                  <a16:creationId xmlns:a16="http://schemas.microsoft.com/office/drawing/2014/main" id="{4C34C377-C2C5-463F-9006-EE6F8C0BE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834"/>
              <a:ext cx="197" cy="102"/>
            </a:xfrm>
            <a:custGeom>
              <a:avLst/>
              <a:gdLst>
                <a:gd name="T0" fmla="*/ 780 w 99"/>
                <a:gd name="T1" fmla="*/ 0 h 48"/>
                <a:gd name="T2" fmla="*/ 0 w 99"/>
                <a:gd name="T3" fmla="*/ 46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48">
                  <a:moveTo>
                    <a:pt x="99" y="0"/>
                  </a:moveTo>
                  <a:cubicBezTo>
                    <a:pt x="88" y="14"/>
                    <a:pt x="43" y="37"/>
                    <a:pt x="0" y="4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35" name="Freeform 826">
              <a:extLst>
                <a:ext uri="{FF2B5EF4-FFF2-40B4-BE49-F238E27FC236}">
                  <a16:creationId xmlns:a16="http://schemas.microsoft.com/office/drawing/2014/main" id="{4C9B1869-B52C-4A7C-8C6D-9DAFA1E9A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753"/>
              <a:ext cx="263" cy="73"/>
            </a:xfrm>
            <a:custGeom>
              <a:avLst/>
              <a:gdLst>
                <a:gd name="T0" fmla="*/ 0 w 132"/>
                <a:gd name="T1" fmla="*/ 337 h 34"/>
                <a:gd name="T2" fmla="*/ 484 w 132"/>
                <a:gd name="T3" fmla="*/ 286 h 34"/>
                <a:gd name="T4" fmla="*/ 1044 w 13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34">
                  <a:moveTo>
                    <a:pt x="0" y="34"/>
                  </a:moveTo>
                  <a:cubicBezTo>
                    <a:pt x="31" y="26"/>
                    <a:pt x="27" y="33"/>
                    <a:pt x="61" y="29"/>
                  </a:cubicBezTo>
                  <a:cubicBezTo>
                    <a:pt x="94" y="26"/>
                    <a:pt x="132" y="0"/>
                    <a:pt x="13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36" name="Freeform 827">
              <a:extLst>
                <a:ext uri="{FF2B5EF4-FFF2-40B4-BE49-F238E27FC236}">
                  <a16:creationId xmlns:a16="http://schemas.microsoft.com/office/drawing/2014/main" id="{CD34348B-7F8A-4EC6-94BB-8A409E81E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692"/>
              <a:ext cx="264" cy="63"/>
            </a:xfrm>
            <a:custGeom>
              <a:avLst/>
              <a:gdLst>
                <a:gd name="T0" fmla="*/ 0 w 132"/>
                <a:gd name="T1" fmla="*/ 233 h 30"/>
                <a:gd name="T2" fmla="*/ 1056 w 132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2" h="30">
                  <a:moveTo>
                    <a:pt x="0" y="25"/>
                  </a:moveTo>
                  <a:cubicBezTo>
                    <a:pt x="28" y="27"/>
                    <a:pt x="83" y="30"/>
                    <a:pt x="13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37" name="Freeform 828">
              <a:extLst>
                <a:ext uri="{FF2B5EF4-FFF2-40B4-BE49-F238E27FC236}">
                  <a16:creationId xmlns:a16="http://schemas.microsoft.com/office/drawing/2014/main" id="{E69AB632-81EC-4276-80C3-0E4AA8E3C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730"/>
              <a:ext cx="293" cy="76"/>
            </a:xfrm>
            <a:custGeom>
              <a:avLst/>
              <a:gdLst>
                <a:gd name="T0" fmla="*/ 0 w 147"/>
                <a:gd name="T1" fmla="*/ 321 h 36"/>
                <a:gd name="T2" fmla="*/ 1164 w 147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36">
                  <a:moveTo>
                    <a:pt x="0" y="34"/>
                  </a:moveTo>
                  <a:cubicBezTo>
                    <a:pt x="39" y="36"/>
                    <a:pt x="120" y="21"/>
                    <a:pt x="14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38" name="Freeform 829">
              <a:extLst>
                <a:ext uri="{FF2B5EF4-FFF2-40B4-BE49-F238E27FC236}">
                  <a16:creationId xmlns:a16="http://schemas.microsoft.com/office/drawing/2014/main" id="{619ECD85-8C32-4F5D-8FEB-7DC76E183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811"/>
              <a:ext cx="264" cy="85"/>
            </a:xfrm>
            <a:custGeom>
              <a:avLst/>
              <a:gdLst>
                <a:gd name="T0" fmla="*/ 0 w 132"/>
                <a:gd name="T1" fmla="*/ 385 h 40"/>
                <a:gd name="T2" fmla="*/ 544 w 132"/>
                <a:gd name="T3" fmla="*/ 249 h 40"/>
                <a:gd name="T4" fmla="*/ 1056 w 13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40">
                  <a:moveTo>
                    <a:pt x="0" y="40"/>
                  </a:moveTo>
                  <a:cubicBezTo>
                    <a:pt x="24" y="38"/>
                    <a:pt x="36" y="38"/>
                    <a:pt x="68" y="26"/>
                  </a:cubicBezTo>
                  <a:cubicBezTo>
                    <a:pt x="100" y="14"/>
                    <a:pt x="103" y="9"/>
                    <a:pt x="13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39" name="Freeform 830">
              <a:extLst>
                <a:ext uri="{FF2B5EF4-FFF2-40B4-BE49-F238E27FC236}">
                  <a16:creationId xmlns:a16="http://schemas.microsoft.com/office/drawing/2014/main" id="{0CA543D5-7B50-4AA5-9B28-55E2F1BB8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375"/>
              <a:ext cx="293" cy="285"/>
            </a:xfrm>
            <a:custGeom>
              <a:avLst/>
              <a:gdLst>
                <a:gd name="T0" fmla="*/ 0 w 147"/>
                <a:gd name="T1" fmla="*/ 1289 h 134"/>
                <a:gd name="T2" fmla="*/ 656 w 147"/>
                <a:gd name="T3" fmla="*/ 385 h 134"/>
                <a:gd name="T4" fmla="*/ 1164 w 147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34">
                  <a:moveTo>
                    <a:pt x="0" y="134"/>
                  </a:moveTo>
                  <a:cubicBezTo>
                    <a:pt x="22" y="123"/>
                    <a:pt x="56" y="93"/>
                    <a:pt x="83" y="40"/>
                  </a:cubicBezTo>
                  <a:cubicBezTo>
                    <a:pt x="92" y="27"/>
                    <a:pt x="140" y="0"/>
                    <a:pt x="14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40" name="Freeform 831">
              <a:extLst>
                <a:ext uri="{FF2B5EF4-FFF2-40B4-BE49-F238E27FC236}">
                  <a16:creationId xmlns:a16="http://schemas.microsoft.com/office/drawing/2014/main" id="{C97EA440-5D81-49A6-8C38-D7CDFB21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143"/>
              <a:ext cx="268" cy="185"/>
            </a:xfrm>
            <a:custGeom>
              <a:avLst/>
              <a:gdLst>
                <a:gd name="T0" fmla="*/ 0 w 134"/>
                <a:gd name="T1" fmla="*/ 836 h 87"/>
                <a:gd name="T2" fmla="*/ 1072 w 134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87">
                  <a:moveTo>
                    <a:pt x="0" y="87"/>
                  </a:moveTo>
                  <a:cubicBezTo>
                    <a:pt x="45" y="76"/>
                    <a:pt x="94" y="43"/>
                    <a:pt x="13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41" name="Freeform 832">
              <a:extLst>
                <a:ext uri="{FF2B5EF4-FFF2-40B4-BE49-F238E27FC236}">
                  <a16:creationId xmlns:a16="http://schemas.microsoft.com/office/drawing/2014/main" id="{5ABE36F8-4B5C-4BC9-ADDA-01378E64D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041"/>
              <a:ext cx="223" cy="102"/>
            </a:xfrm>
            <a:custGeom>
              <a:avLst/>
              <a:gdLst>
                <a:gd name="T0" fmla="*/ 0 w 112"/>
                <a:gd name="T1" fmla="*/ 461 h 48"/>
                <a:gd name="T2" fmla="*/ 884 w 112"/>
                <a:gd name="T3" fmla="*/ 68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48">
                  <a:moveTo>
                    <a:pt x="0" y="48"/>
                  </a:moveTo>
                  <a:cubicBezTo>
                    <a:pt x="36" y="47"/>
                    <a:pt x="73" y="0"/>
                    <a:pt x="112" y="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42" name="Freeform 833">
              <a:extLst>
                <a:ext uri="{FF2B5EF4-FFF2-40B4-BE49-F238E27FC236}">
                  <a16:creationId xmlns:a16="http://schemas.microsoft.com/office/drawing/2014/main" id="{088DAB95-1B7D-45DF-840A-09586BF42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083"/>
              <a:ext cx="223" cy="155"/>
            </a:xfrm>
            <a:custGeom>
              <a:avLst/>
              <a:gdLst>
                <a:gd name="T0" fmla="*/ 0 w 112"/>
                <a:gd name="T1" fmla="*/ 699 h 73"/>
                <a:gd name="T2" fmla="*/ 884 w 112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73">
                  <a:moveTo>
                    <a:pt x="0" y="73"/>
                  </a:moveTo>
                  <a:cubicBezTo>
                    <a:pt x="31" y="69"/>
                    <a:pt x="95" y="21"/>
                    <a:pt x="1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43" name="Freeform 834">
              <a:extLst>
                <a:ext uri="{FF2B5EF4-FFF2-40B4-BE49-F238E27FC236}">
                  <a16:creationId xmlns:a16="http://schemas.microsoft.com/office/drawing/2014/main" id="{038E97F2-4BBF-4820-8492-A51042812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002"/>
              <a:ext cx="363" cy="164"/>
            </a:xfrm>
            <a:custGeom>
              <a:avLst/>
              <a:gdLst>
                <a:gd name="T0" fmla="*/ 0 w 182"/>
                <a:gd name="T1" fmla="*/ 743 h 77"/>
                <a:gd name="T2" fmla="*/ 692 w 182"/>
                <a:gd name="T3" fmla="*/ 326 h 77"/>
                <a:gd name="T4" fmla="*/ 736 w 182"/>
                <a:gd name="T5" fmla="*/ 264 h 77"/>
                <a:gd name="T6" fmla="*/ 1444 w 182"/>
                <a:gd name="T7" fmla="*/ 96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77">
                  <a:moveTo>
                    <a:pt x="0" y="77"/>
                  </a:moveTo>
                  <a:cubicBezTo>
                    <a:pt x="30" y="76"/>
                    <a:pt x="71" y="48"/>
                    <a:pt x="87" y="34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108" y="8"/>
                    <a:pt x="139" y="0"/>
                    <a:pt x="182" y="1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44" name="Freeform 835">
              <a:extLst>
                <a:ext uri="{FF2B5EF4-FFF2-40B4-BE49-F238E27FC236}">
                  <a16:creationId xmlns:a16="http://schemas.microsoft.com/office/drawing/2014/main" id="{E822D24B-67EA-494F-8280-325FD9D2C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221"/>
              <a:ext cx="413" cy="349"/>
            </a:xfrm>
            <a:custGeom>
              <a:avLst/>
              <a:gdLst>
                <a:gd name="T0" fmla="*/ 0 w 207"/>
                <a:gd name="T1" fmla="*/ 1581 h 164"/>
                <a:gd name="T2" fmla="*/ 517 w 207"/>
                <a:gd name="T3" fmla="*/ 1100 h 164"/>
                <a:gd name="T4" fmla="*/ 880 w 207"/>
                <a:gd name="T5" fmla="*/ 511 h 164"/>
                <a:gd name="T6" fmla="*/ 1644 w 207"/>
                <a:gd name="T7" fmla="*/ 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164">
                  <a:moveTo>
                    <a:pt x="0" y="164"/>
                  </a:moveTo>
                  <a:cubicBezTo>
                    <a:pt x="22" y="158"/>
                    <a:pt x="43" y="140"/>
                    <a:pt x="65" y="114"/>
                  </a:cubicBezTo>
                  <a:cubicBezTo>
                    <a:pt x="88" y="89"/>
                    <a:pt x="111" y="53"/>
                    <a:pt x="111" y="53"/>
                  </a:cubicBezTo>
                  <a:cubicBezTo>
                    <a:pt x="120" y="41"/>
                    <a:pt x="135" y="1"/>
                    <a:pt x="20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45" name="Freeform 836">
              <a:extLst>
                <a:ext uri="{FF2B5EF4-FFF2-40B4-BE49-F238E27FC236}">
                  <a16:creationId xmlns:a16="http://schemas.microsoft.com/office/drawing/2014/main" id="{B5B5435D-DDC6-45E8-B0E5-1362AFFE6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166"/>
              <a:ext cx="243" cy="166"/>
            </a:xfrm>
            <a:custGeom>
              <a:avLst/>
              <a:gdLst>
                <a:gd name="T0" fmla="*/ 0 w 122"/>
                <a:gd name="T1" fmla="*/ 751 h 78"/>
                <a:gd name="T2" fmla="*/ 687 w 122"/>
                <a:gd name="T3" fmla="*/ 349 h 78"/>
                <a:gd name="T4" fmla="*/ 964 w 122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78">
                  <a:moveTo>
                    <a:pt x="0" y="78"/>
                  </a:moveTo>
                  <a:cubicBezTo>
                    <a:pt x="33" y="69"/>
                    <a:pt x="61" y="56"/>
                    <a:pt x="87" y="36"/>
                  </a:cubicBezTo>
                  <a:cubicBezTo>
                    <a:pt x="114" y="16"/>
                    <a:pt x="122" y="0"/>
                    <a:pt x="12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46" name="Freeform 837">
              <a:extLst>
                <a:ext uri="{FF2B5EF4-FFF2-40B4-BE49-F238E27FC236}">
                  <a16:creationId xmlns:a16="http://schemas.microsoft.com/office/drawing/2014/main" id="{6E78877E-3DBD-4713-8E70-7C847DE2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509"/>
              <a:ext cx="200" cy="187"/>
            </a:xfrm>
            <a:custGeom>
              <a:avLst/>
              <a:gdLst>
                <a:gd name="T0" fmla="*/ 0 w 100"/>
                <a:gd name="T1" fmla="*/ 844 h 88"/>
                <a:gd name="T2" fmla="*/ 800 w 100"/>
                <a:gd name="T3" fmla="*/ 0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88">
                  <a:moveTo>
                    <a:pt x="0" y="88"/>
                  </a:moveTo>
                  <a:cubicBezTo>
                    <a:pt x="27" y="74"/>
                    <a:pt x="75" y="59"/>
                    <a:pt x="10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47" name="Freeform 838">
              <a:extLst>
                <a:ext uri="{FF2B5EF4-FFF2-40B4-BE49-F238E27FC236}">
                  <a16:creationId xmlns:a16="http://schemas.microsoft.com/office/drawing/2014/main" id="{694272AB-C71E-4CAA-A3F8-C3C72833C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381"/>
              <a:ext cx="193" cy="211"/>
            </a:xfrm>
            <a:custGeom>
              <a:avLst/>
              <a:gdLst>
                <a:gd name="T0" fmla="*/ 0 w 97"/>
                <a:gd name="T1" fmla="*/ 959 h 99"/>
                <a:gd name="T2" fmla="*/ 764 w 97"/>
                <a:gd name="T3" fmla="*/ 0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99">
                  <a:moveTo>
                    <a:pt x="0" y="99"/>
                  </a:moveTo>
                  <a:cubicBezTo>
                    <a:pt x="40" y="81"/>
                    <a:pt x="84" y="41"/>
                    <a:pt x="9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48" name="Freeform 839">
              <a:extLst>
                <a:ext uri="{FF2B5EF4-FFF2-40B4-BE49-F238E27FC236}">
                  <a16:creationId xmlns:a16="http://schemas.microsoft.com/office/drawing/2014/main" id="{EC2EA439-B754-41B0-9797-A69EFD838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128"/>
              <a:ext cx="231" cy="185"/>
            </a:xfrm>
            <a:custGeom>
              <a:avLst/>
              <a:gdLst>
                <a:gd name="T0" fmla="*/ 0 w 116"/>
                <a:gd name="T1" fmla="*/ 836 h 87"/>
                <a:gd name="T2" fmla="*/ 607 w 116"/>
                <a:gd name="T3" fmla="*/ 442 h 87"/>
                <a:gd name="T4" fmla="*/ 916 w 116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87">
                  <a:moveTo>
                    <a:pt x="0" y="87"/>
                  </a:moveTo>
                  <a:cubicBezTo>
                    <a:pt x="23" y="84"/>
                    <a:pt x="59" y="65"/>
                    <a:pt x="77" y="46"/>
                  </a:cubicBezTo>
                  <a:cubicBezTo>
                    <a:pt x="96" y="27"/>
                    <a:pt x="104" y="8"/>
                    <a:pt x="11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49" name="Freeform 840">
              <a:extLst>
                <a:ext uri="{FF2B5EF4-FFF2-40B4-BE49-F238E27FC236}">
                  <a16:creationId xmlns:a16="http://schemas.microsoft.com/office/drawing/2014/main" id="{DAFA2E4C-4856-454B-977A-9B9DB044A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128"/>
              <a:ext cx="190" cy="81"/>
            </a:xfrm>
            <a:custGeom>
              <a:avLst/>
              <a:gdLst>
                <a:gd name="T0" fmla="*/ 0 w 95"/>
                <a:gd name="T1" fmla="*/ 369 h 38"/>
                <a:gd name="T2" fmla="*/ 760 w 95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8">
                  <a:moveTo>
                    <a:pt x="0" y="38"/>
                  </a:moveTo>
                  <a:cubicBezTo>
                    <a:pt x="24" y="22"/>
                    <a:pt x="69" y="0"/>
                    <a:pt x="9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50" name="Freeform 841">
              <a:extLst>
                <a:ext uri="{FF2B5EF4-FFF2-40B4-BE49-F238E27FC236}">
                  <a16:creationId xmlns:a16="http://schemas.microsoft.com/office/drawing/2014/main" id="{0C931D09-4B95-4F9C-A6E8-A140808C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609"/>
              <a:ext cx="200" cy="247"/>
            </a:xfrm>
            <a:custGeom>
              <a:avLst/>
              <a:gdLst>
                <a:gd name="T0" fmla="*/ 0 w 100"/>
                <a:gd name="T1" fmla="*/ 1120 h 116"/>
                <a:gd name="T2" fmla="*/ 488 w 100"/>
                <a:gd name="T3" fmla="*/ 522 h 116"/>
                <a:gd name="T4" fmla="*/ 800 w 100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16">
                  <a:moveTo>
                    <a:pt x="0" y="116"/>
                  </a:moveTo>
                  <a:cubicBezTo>
                    <a:pt x="10" y="95"/>
                    <a:pt x="38" y="86"/>
                    <a:pt x="61" y="54"/>
                  </a:cubicBezTo>
                  <a:cubicBezTo>
                    <a:pt x="84" y="22"/>
                    <a:pt x="100" y="0"/>
                    <a:pt x="10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51" name="Freeform 842">
              <a:extLst>
                <a:ext uri="{FF2B5EF4-FFF2-40B4-BE49-F238E27FC236}">
                  <a16:creationId xmlns:a16="http://schemas.microsoft.com/office/drawing/2014/main" id="{443356E9-EC82-43A2-BD6B-3CD87486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585"/>
              <a:ext cx="262" cy="432"/>
            </a:xfrm>
            <a:custGeom>
              <a:avLst/>
              <a:gdLst>
                <a:gd name="T0" fmla="*/ 1048 w 131"/>
                <a:gd name="T1" fmla="*/ 0 h 203"/>
                <a:gd name="T2" fmla="*/ 728 w 131"/>
                <a:gd name="T3" fmla="*/ 802 h 203"/>
                <a:gd name="T4" fmla="*/ 312 w 131"/>
                <a:gd name="T5" fmla="*/ 1300 h 203"/>
                <a:gd name="T6" fmla="*/ 216 w 131"/>
                <a:gd name="T7" fmla="*/ 1685 h 203"/>
                <a:gd name="T8" fmla="*/ 0 w 131"/>
                <a:gd name="T9" fmla="*/ 1956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203">
                  <a:moveTo>
                    <a:pt x="131" y="0"/>
                  </a:moveTo>
                  <a:cubicBezTo>
                    <a:pt x="123" y="23"/>
                    <a:pt x="123" y="50"/>
                    <a:pt x="91" y="83"/>
                  </a:cubicBezTo>
                  <a:cubicBezTo>
                    <a:pt x="60" y="116"/>
                    <a:pt x="53" y="110"/>
                    <a:pt x="39" y="135"/>
                  </a:cubicBezTo>
                  <a:cubicBezTo>
                    <a:pt x="31" y="150"/>
                    <a:pt x="35" y="157"/>
                    <a:pt x="27" y="175"/>
                  </a:cubicBezTo>
                  <a:cubicBezTo>
                    <a:pt x="18" y="193"/>
                    <a:pt x="0" y="203"/>
                    <a:pt x="0" y="20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52" name="Freeform 843">
              <a:extLst>
                <a:ext uri="{FF2B5EF4-FFF2-40B4-BE49-F238E27FC236}">
                  <a16:creationId xmlns:a16="http://schemas.microsoft.com/office/drawing/2014/main" id="{0B9585EA-4C74-4643-9D4B-00E6C0C1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151"/>
              <a:ext cx="489" cy="330"/>
            </a:xfrm>
            <a:custGeom>
              <a:avLst/>
              <a:gdLst>
                <a:gd name="T0" fmla="*/ 1948 w 245"/>
                <a:gd name="T1" fmla="*/ 0 h 155"/>
                <a:gd name="T2" fmla="*/ 1040 w 245"/>
                <a:gd name="T3" fmla="*/ 581 h 155"/>
                <a:gd name="T4" fmla="*/ 876 w 245"/>
                <a:gd name="T5" fmla="*/ 639 h 155"/>
                <a:gd name="T6" fmla="*/ 415 w 245"/>
                <a:gd name="T7" fmla="*/ 1245 h 155"/>
                <a:gd name="T8" fmla="*/ 0 w 245"/>
                <a:gd name="T9" fmla="*/ 1497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5" h="155">
                  <a:moveTo>
                    <a:pt x="245" y="0"/>
                  </a:moveTo>
                  <a:cubicBezTo>
                    <a:pt x="233" y="12"/>
                    <a:pt x="162" y="48"/>
                    <a:pt x="131" y="60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81" y="112"/>
                    <a:pt x="52" y="129"/>
                  </a:cubicBezTo>
                  <a:cubicBezTo>
                    <a:pt x="17" y="150"/>
                    <a:pt x="21" y="139"/>
                    <a:pt x="0" y="15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53" name="Freeform 844">
              <a:extLst>
                <a:ext uri="{FF2B5EF4-FFF2-40B4-BE49-F238E27FC236}">
                  <a16:creationId xmlns:a16="http://schemas.microsoft.com/office/drawing/2014/main" id="{A8504441-C601-4AAA-9026-FCCD0A888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498"/>
              <a:ext cx="141" cy="185"/>
            </a:xfrm>
            <a:custGeom>
              <a:avLst/>
              <a:gdLst>
                <a:gd name="T0" fmla="*/ 0 w 71"/>
                <a:gd name="T1" fmla="*/ 836 h 87"/>
                <a:gd name="T2" fmla="*/ 556 w 71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87">
                  <a:moveTo>
                    <a:pt x="0" y="87"/>
                  </a:moveTo>
                  <a:cubicBezTo>
                    <a:pt x="18" y="80"/>
                    <a:pt x="64" y="28"/>
                    <a:pt x="7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54" name="Freeform 845">
              <a:extLst>
                <a:ext uri="{FF2B5EF4-FFF2-40B4-BE49-F238E27FC236}">
                  <a16:creationId xmlns:a16="http://schemas.microsoft.com/office/drawing/2014/main" id="{66CF8BC2-0290-4894-BF90-3A96A9758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353"/>
              <a:ext cx="224" cy="213"/>
            </a:xfrm>
            <a:custGeom>
              <a:avLst/>
              <a:gdLst>
                <a:gd name="T0" fmla="*/ 0 w 112"/>
                <a:gd name="T1" fmla="*/ 967 h 100"/>
                <a:gd name="T2" fmla="*/ 480 w 112"/>
                <a:gd name="T3" fmla="*/ 562 h 100"/>
                <a:gd name="T4" fmla="*/ 896 w 112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00">
                  <a:moveTo>
                    <a:pt x="0" y="100"/>
                  </a:moveTo>
                  <a:cubicBezTo>
                    <a:pt x="23" y="82"/>
                    <a:pt x="35" y="79"/>
                    <a:pt x="60" y="58"/>
                  </a:cubicBezTo>
                  <a:cubicBezTo>
                    <a:pt x="86" y="38"/>
                    <a:pt x="100" y="19"/>
                    <a:pt x="1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55" name="Freeform 846">
              <a:extLst>
                <a:ext uri="{FF2B5EF4-FFF2-40B4-BE49-F238E27FC236}">
                  <a16:creationId xmlns:a16="http://schemas.microsoft.com/office/drawing/2014/main" id="{4B479F31-056F-4C9D-8E88-CDE6CBFC6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513"/>
              <a:ext cx="139" cy="179"/>
            </a:xfrm>
            <a:custGeom>
              <a:avLst/>
              <a:gdLst>
                <a:gd name="T0" fmla="*/ 548 w 70"/>
                <a:gd name="T1" fmla="*/ 0 h 84"/>
                <a:gd name="T2" fmla="*/ 0 w 70"/>
                <a:gd name="T3" fmla="*/ 812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84">
                  <a:moveTo>
                    <a:pt x="70" y="0"/>
                  </a:moveTo>
                  <a:cubicBezTo>
                    <a:pt x="66" y="17"/>
                    <a:pt x="34" y="57"/>
                    <a:pt x="0" y="8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56" name="Freeform 847">
              <a:extLst>
                <a:ext uri="{FF2B5EF4-FFF2-40B4-BE49-F238E27FC236}">
                  <a16:creationId xmlns:a16="http://schemas.microsoft.com/office/drawing/2014/main" id="{BA07AE31-9E5E-4FD8-820C-A70A87090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175"/>
              <a:ext cx="257" cy="149"/>
            </a:xfrm>
            <a:custGeom>
              <a:avLst/>
              <a:gdLst>
                <a:gd name="T0" fmla="*/ 1020 w 129"/>
                <a:gd name="T1" fmla="*/ 0 h 70"/>
                <a:gd name="T2" fmla="*/ 96 w 129"/>
                <a:gd name="T3" fmla="*/ 647 h 70"/>
                <a:gd name="T4" fmla="*/ 0 w 129"/>
                <a:gd name="T5" fmla="*/ 675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70">
                  <a:moveTo>
                    <a:pt x="129" y="0"/>
                  </a:moveTo>
                  <a:cubicBezTo>
                    <a:pt x="92" y="45"/>
                    <a:pt x="40" y="60"/>
                    <a:pt x="12" y="67"/>
                  </a:cubicBezTo>
                  <a:cubicBezTo>
                    <a:pt x="0" y="70"/>
                    <a:pt x="0" y="70"/>
                    <a:pt x="0" y="7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57" name="Freeform 848">
              <a:extLst>
                <a:ext uri="{FF2B5EF4-FFF2-40B4-BE49-F238E27FC236}">
                  <a16:creationId xmlns:a16="http://schemas.microsoft.com/office/drawing/2014/main" id="{8EA2EF68-574D-4C06-8592-59DB5D11E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38"/>
              <a:ext cx="261" cy="162"/>
            </a:xfrm>
            <a:custGeom>
              <a:avLst/>
              <a:gdLst>
                <a:gd name="T0" fmla="*/ 0 w 131"/>
                <a:gd name="T1" fmla="*/ 735 h 76"/>
                <a:gd name="T2" fmla="*/ 1036 w 131"/>
                <a:gd name="T3" fmla="*/ 0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1" h="76">
                  <a:moveTo>
                    <a:pt x="0" y="76"/>
                  </a:moveTo>
                  <a:cubicBezTo>
                    <a:pt x="38" y="65"/>
                    <a:pt x="112" y="28"/>
                    <a:pt x="13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58" name="Freeform 849">
              <a:extLst>
                <a:ext uri="{FF2B5EF4-FFF2-40B4-BE49-F238E27FC236}">
                  <a16:creationId xmlns:a16="http://schemas.microsoft.com/office/drawing/2014/main" id="{31C33D04-4ACB-49BD-A6C0-316480090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415"/>
              <a:ext cx="210" cy="192"/>
            </a:xfrm>
            <a:custGeom>
              <a:avLst/>
              <a:gdLst>
                <a:gd name="T0" fmla="*/ 0 w 105"/>
                <a:gd name="T1" fmla="*/ 875 h 90"/>
                <a:gd name="T2" fmla="*/ 456 w 105"/>
                <a:gd name="T3" fmla="*/ 478 h 90"/>
                <a:gd name="T4" fmla="*/ 840 w 105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90">
                  <a:moveTo>
                    <a:pt x="0" y="90"/>
                  </a:moveTo>
                  <a:cubicBezTo>
                    <a:pt x="21" y="78"/>
                    <a:pt x="33" y="73"/>
                    <a:pt x="57" y="49"/>
                  </a:cubicBezTo>
                  <a:cubicBezTo>
                    <a:pt x="81" y="25"/>
                    <a:pt x="82" y="19"/>
                    <a:pt x="10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59" name="Freeform 850">
              <a:extLst>
                <a:ext uri="{FF2B5EF4-FFF2-40B4-BE49-F238E27FC236}">
                  <a16:creationId xmlns:a16="http://schemas.microsoft.com/office/drawing/2014/main" id="{EE6A25E4-75C2-4CB4-B893-857894CA5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966"/>
              <a:ext cx="212" cy="162"/>
            </a:xfrm>
            <a:custGeom>
              <a:avLst/>
              <a:gdLst>
                <a:gd name="T0" fmla="*/ 0 w 106"/>
                <a:gd name="T1" fmla="*/ 735 h 76"/>
                <a:gd name="T2" fmla="*/ 544 w 106"/>
                <a:gd name="T3" fmla="*/ 318 h 76"/>
                <a:gd name="T4" fmla="*/ 848 w 106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76">
                  <a:moveTo>
                    <a:pt x="0" y="76"/>
                  </a:moveTo>
                  <a:cubicBezTo>
                    <a:pt x="26" y="72"/>
                    <a:pt x="46" y="53"/>
                    <a:pt x="68" y="33"/>
                  </a:cubicBezTo>
                  <a:cubicBezTo>
                    <a:pt x="90" y="14"/>
                    <a:pt x="106" y="0"/>
                    <a:pt x="10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60" name="Freeform 851">
              <a:extLst>
                <a:ext uri="{FF2B5EF4-FFF2-40B4-BE49-F238E27FC236}">
                  <a16:creationId xmlns:a16="http://schemas.microsoft.com/office/drawing/2014/main" id="{993DF6A2-EF06-42C3-8892-FC8688EA1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898"/>
              <a:ext cx="235" cy="115"/>
            </a:xfrm>
            <a:custGeom>
              <a:avLst/>
              <a:gdLst>
                <a:gd name="T0" fmla="*/ 0 w 118"/>
                <a:gd name="T1" fmla="*/ 522 h 54"/>
                <a:gd name="T2" fmla="*/ 932 w 118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8" h="54">
                  <a:moveTo>
                    <a:pt x="0" y="54"/>
                  </a:moveTo>
                  <a:cubicBezTo>
                    <a:pt x="36" y="45"/>
                    <a:pt x="89" y="23"/>
                    <a:pt x="1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61" name="Freeform 852">
              <a:extLst>
                <a:ext uri="{FF2B5EF4-FFF2-40B4-BE49-F238E27FC236}">
                  <a16:creationId xmlns:a16="http://schemas.microsoft.com/office/drawing/2014/main" id="{486F1714-4EBD-4079-AC10-6EBE3AF0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217"/>
              <a:ext cx="156" cy="209"/>
            </a:xfrm>
            <a:custGeom>
              <a:avLst/>
              <a:gdLst>
                <a:gd name="T0" fmla="*/ 0 w 78"/>
                <a:gd name="T1" fmla="*/ 951 h 98"/>
                <a:gd name="T2" fmla="*/ 456 w 78"/>
                <a:gd name="T3" fmla="*/ 341 h 98"/>
                <a:gd name="T4" fmla="*/ 624 w 78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8">
                  <a:moveTo>
                    <a:pt x="0" y="98"/>
                  </a:moveTo>
                  <a:cubicBezTo>
                    <a:pt x="17" y="77"/>
                    <a:pt x="46" y="52"/>
                    <a:pt x="57" y="35"/>
                  </a:cubicBezTo>
                  <a:cubicBezTo>
                    <a:pt x="67" y="18"/>
                    <a:pt x="78" y="0"/>
                    <a:pt x="7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62" name="Freeform 853">
              <a:extLst>
                <a:ext uri="{FF2B5EF4-FFF2-40B4-BE49-F238E27FC236}">
                  <a16:creationId xmlns:a16="http://schemas.microsoft.com/office/drawing/2014/main" id="{C0CC29AB-6EC5-46DA-9CD8-A7161717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109"/>
              <a:ext cx="171" cy="166"/>
            </a:xfrm>
            <a:custGeom>
              <a:avLst/>
              <a:gdLst>
                <a:gd name="T0" fmla="*/ 0 w 86"/>
                <a:gd name="T1" fmla="*/ 751 h 78"/>
                <a:gd name="T2" fmla="*/ 573 w 86"/>
                <a:gd name="T3" fmla="*/ 204 h 78"/>
                <a:gd name="T4" fmla="*/ 676 w 86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78">
                  <a:moveTo>
                    <a:pt x="0" y="78"/>
                  </a:moveTo>
                  <a:cubicBezTo>
                    <a:pt x="29" y="63"/>
                    <a:pt x="62" y="37"/>
                    <a:pt x="73" y="21"/>
                  </a:cubicBezTo>
                  <a:cubicBezTo>
                    <a:pt x="83" y="5"/>
                    <a:pt x="86" y="0"/>
                    <a:pt x="8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63" name="Freeform 854">
              <a:extLst>
                <a:ext uri="{FF2B5EF4-FFF2-40B4-BE49-F238E27FC236}">
                  <a16:creationId xmlns:a16="http://schemas.microsoft.com/office/drawing/2014/main" id="{3F5587FC-520E-464E-80A3-B0129041E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002"/>
              <a:ext cx="186" cy="151"/>
            </a:xfrm>
            <a:custGeom>
              <a:avLst/>
              <a:gdLst>
                <a:gd name="T0" fmla="*/ 0 w 93"/>
                <a:gd name="T1" fmla="*/ 683 h 71"/>
                <a:gd name="T2" fmla="*/ 744 w 93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1">
                  <a:moveTo>
                    <a:pt x="0" y="71"/>
                  </a:moveTo>
                  <a:cubicBezTo>
                    <a:pt x="37" y="55"/>
                    <a:pt x="70" y="34"/>
                    <a:pt x="9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64" name="Freeform 855">
              <a:extLst>
                <a:ext uri="{FF2B5EF4-FFF2-40B4-BE49-F238E27FC236}">
                  <a16:creationId xmlns:a16="http://schemas.microsoft.com/office/drawing/2014/main" id="{7086DFB9-8ECC-4616-9882-720635AE3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943"/>
              <a:ext cx="18" cy="76"/>
            </a:xfrm>
            <a:custGeom>
              <a:avLst/>
              <a:gdLst>
                <a:gd name="T0" fmla="*/ 16 w 9"/>
                <a:gd name="T1" fmla="*/ 0 h 36"/>
                <a:gd name="T2" fmla="*/ 72 w 9"/>
                <a:gd name="T3" fmla="*/ 33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6">
                  <a:moveTo>
                    <a:pt x="2" y="0"/>
                  </a:moveTo>
                  <a:cubicBezTo>
                    <a:pt x="0" y="13"/>
                    <a:pt x="9" y="36"/>
                    <a:pt x="9" y="3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65" name="Freeform 856">
              <a:extLst>
                <a:ext uri="{FF2B5EF4-FFF2-40B4-BE49-F238E27FC236}">
                  <a16:creationId xmlns:a16="http://schemas.microsoft.com/office/drawing/2014/main" id="{C0699D84-C262-4247-968F-04A48E750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270"/>
              <a:ext cx="184" cy="143"/>
            </a:xfrm>
            <a:custGeom>
              <a:avLst/>
              <a:gdLst>
                <a:gd name="T0" fmla="*/ 0 w 92"/>
                <a:gd name="T1" fmla="*/ 651 h 67"/>
                <a:gd name="T2" fmla="*/ 736 w 92"/>
                <a:gd name="T3" fmla="*/ 0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67">
                  <a:moveTo>
                    <a:pt x="0" y="67"/>
                  </a:moveTo>
                  <a:cubicBezTo>
                    <a:pt x="26" y="63"/>
                    <a:pt x="69" y="33"/>
                    <a:pt x="9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66" name="Freeform 857">
              <a:extLst>
                <a:ext uri="{FF2B5EF4-FFF2-40B4-BE49-F238E27FC236}">
                  <a16:creationId xmlns:a16="http://schemas.microsoft.com/office/drawing/2014/main" id="{2750C184-09CB-4588-9753-F572B0F5C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287"/>
              <a:ext cx="208" cy="154"/>
            </a:xfrm>
            <a:custGeom>
              <a:avLst/>
              <a:gdLst>
                <a:gd name="T0" fmla="*/ 0 w 104"/>
                <a:gd name="T1" fmla="*/ 704 h 72"/>
                <a:gd name="T2" fmla="*/ 832 w 104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72">
                  <a:moveTo>
                    <a:pt x="0" y="72"/>
                  </a:moveTo>
                  <a:cubicBezTo>
                    <a:pt x="21" y="72"/>
                    <a:pt x="82" y="34"/>
                    <a:pt x="10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67" name="Freeform 858">
              <a:extLst>
                <a:ext uri="{FF2B5EF4-FFF2-40B4-BE49-F238E27FC236}">
                  <a16:creationId xmlns:a16="http://schemas.microsoft.com/office/drawing/2014/main" id="{A7739715-2E33-4F13-B32D-A81EBABC7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989"/>
              <a:ext cx="495" cy="169"/>
            </a:xfrm>
            <a:custGeom>
              <a:avLst/>
              <a:gdLst>
                <a:gd name="T0" fmla="*/ 0 w 248"/>
                <a:gd name="T1" fmla="*/ 774 h 79"/>
                <a:gd name="T2" fmla="*/ 168 w 248"/>
                <a:gd name="T3" fmla="*/ 586 h 79"/>
                <a:gd name="T4" fmla="*/ 557 w 248"/>
                <a:gd name="T5" fmla="*/ 413 h 79"/>
                <a:gd name="T6" fmla="*/ 733 w 248"/>
                <a:gd name="T7" fmla="*/ 394 h 79"/>
                <a:gd name="T8" fmla="*/ 1056 w 248"/>
                <a:gd name="T9" fmla="*/ 205 h 79"/>
                <a:gd name="T10" fmla="*/ 1485 w 248"/>
                <a:gd name="T11" fmla="*/ 178 h 79"/>
                <a:gd name="T12" fmla="*/ 1653 w 248"/>
                <a:gd name="T13" fmla="*/ 120 h 79"/>
                <a:gd name="T14" fmla="*/ 1972 w 248"/>
                <a:gd name="T15" fmla="*/ 51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8" h="79">
                  <a:moveTo>
                    <a:pt x="0" y="79"/>
                  </a:moveTo>
                  <a:cubicBezTo>
                    <a:pt x="5" y="77"/>
                    <a:pt x="16" y="63"/>
                    <a:pt x="21" y="60"/>
                  </a:cubicBezTo>
                  <a:cubicBezTo>
                    <a:pt x="35" y="49"/>
                    <a:pt x="53" y="43"/>
                    <a:pt x="70" y="42"/>
                  </a:cubicBezTo>
                  <a:cubicBezTo>
                    <a:pt x="78" y="41"/>
                    <a:pt x="85" y="42"/>
                    <a:pt x="92" y="40"/>
                  </a:cubicBezTo>
                  <a:cubicBezTo>
                    <a:pt x="107" y="35"/>
                    <a:pt x="119" y="26"/>
                    <a:pt x="133" y="21"/>
                  </a:cubicBezTo>
                  <a:cubicBezTo>
                    <a:pt x="151" y="16"/>
                    <a:pt x="169" y="21"/>
                    <a:pt x="187" y="18"/>
                  </a:cubicBezTo>
                  <a:cubicBezTo>
                    <a:pt x="194" y="17"/>
                    <a:pt x="201" y="14"/>
                    <a:pt x="208" y="12"/>
                  </a:cubicBezTo>
                  <a:cubicBezTo>
                    <a:pt x="218" y="8"/>
                    <a:pt x="237" y="0"/>
                    <a:pt x="248" y="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68" name="Freeform 859">
              <a:extLst>
                <a:ext uri="{FF2B5EF4-FFF2-40B4-BE49-F238E27FC236}">
                  <a16:creationId xmlns:a16="http://schemas.microsoft.com/office/drawing/2014/main" id="{E5E3AA02-3C12-454F-9FDA-33406ED6D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077"/>
              <a:ext cx="173" cy="76"/>
            </a:xfrm>
            <a:custGeom>
              <a:avLst/>
              <a:gdLst>
                <a:gd name="T0" fmla="*/ 0 w 87"/>
                <a:gd name="T1" fmla="*/ 338 h 36"/>
                <a:gd name="T2" fmla="*/ 127 w 87"/>
                <a:gd name="T3" fmla="*/ 281 h 36"/>
                <a:gd name="T4" fmla="*/ 408 w 87"/>
                <a:gd name="T5" fmla="*/ 236 h 36"/>
                <a:gd name="T6" fmla="*/ 684 w 8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6">
                  <a:moveTo>
                    <a:pt x="0" y="36"/>
                  </a:moveTo>
                  <a:cubicBezTo>
                    <a:pt x="3" y="36"/>
                    <a:pt x="11" y="31"/>
                    <a:pt x="16" y="30"/>
                  </a:cubicBezTo>
                  <a:cubicBezTo>
                    <a:pt x="29" y="29"/>
                    <a:pt x="40" y="29"/>
                    <a:pt x="52" y="25"/>
                  </a:cubicBezTo>
                  <a:cubicBezTo>
                    <a:pt x="68" y="19"/>
                    <a:pt x="75" y="9"/>
                    <a:pt x="8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69" name="Freeform 860">
              <a:extLst>
                <a:ext uri="{FF2B5EF4-FFF2-40B4-BE49-F238E27FC236}">
                  <a16:creationId xmlns:a16="http://schemas.microsoft.com/office/drawing/2014/main" id="{0FF2ED98-B89B-47DA-8405-A7E83E015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028"/>
              <a:ext cx="249" cy="102"/>
            </a:xfrm>
            <a:custGeom>
              <a:avLst/>
              <a:gdLst>
                <a:gd name="T0" fmla="*/ 0 w 125"/>
                <a:gd name="T1" fmla="*/ 442 h 48"/>
                <a:gd name="T2" fmla="*/ 293 w 125"/>
                <a:gd name="T3" fmla="*/ 402 h 48"/>
                <a:gd name="T4" fmla="*/ 727 w 125"/>
                <a:gd name="T5" fmla="*/ 213 h 48"/>
                <a:gd name="T6" fmla="*/ 988 w 125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48">
                  <a:moveTo>
                    <a:pt x="0" y="46"/>
                  </a:moveTo>
                  <a:cubicBezTo>
                    <a:pt x="11" y="48"/>
                    <a:pt x="26" y="44"/>
                    <a:pt x="37" y="42"/>
                  </a:cubicBezTo>
                  <a:cubicBezTo>
                    <a:pt x="56" y="39"/>
                    <a:pt x="76" y="33"/>
                    <a:pt x="92" y="22"/>
                  </a:cubicBezTo>
                  <a:cubicBezTo>
                    <a:pt x="100" y="16"/>
                    <a:pt x="116" y="0"/>
                    <a:pt x="12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70" name="Freeform 861">
              <a:extLst>
                <a:ext uri="{FF2B5EF4-FFF2-40B4-BE49-F238E27FC236}">
                  <a16:creationId xmlns:a16="http://schemas.microsoft.com/office/drawing/2014/main" id="{52D7BB62-1654-4109-8CE5-2B77BE3D8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032"/>
              <a:ext cx="188" cy="64"/>
            </a:xfrm>
            <a:custGeom>
              <a:avLst/>
              <a:gdLst>
                <a:gd name="T0" fmla="*/ 0 w 94"/>
                <a:gd name="T1" fmla="*/ 273 h 30"/>
                <a:gd name="T2" fmla="*/ 544 w 94"/>
                <a:gd name="T3" fmla="*/ 128 h 30"/>
                <a:gd name="T4" fmla="*/ 752 w 9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0">
                  <a:moveTo>
                    <a:pt x="0" y="28"/>
                  </a:moveTo>
                  <a:cubicBezTo>
                    <a:pt x="21" y="30"/>
                    <a:pt x="49" y="23"/>
                    <a:pt x="68" y="13"/>
                  </a:cubicBezTo>
                  <a:cubicBezTo>
                    <a:pt x="77" y="9"/>
                    <a:pt x="84" y="2"/>
                    <a:pt x="9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71" name="Freeform 862">
              <a:extLst>
                <a:ext uri="{FF2B5EF4-FFF2-40B4-BE49-F238E27FC236}">
                  <a16:creationId xmlns:a16="http://schemas.microsoft.com/office/drawing/2014/main" id="{62FA314C-C2E7-4997-838F-EFF2C108F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38"/>
              <a:ext cx="152" cy="103"/>
            </a:xfrm>
            <a:custGeom>
              <a:avLst/>
              <a:gdLst>
                <a:gd name="T0" fmla="*/ 0 w 76"/>
                <a:gd name="T1" fmla="*/ 474 h 48"/>
                <a:gd name="T2" fmla="*/ 144 w 76"/>
                <a:gd name="T3" fmla="*/ 455 h 48"/>
                <a:gd name="T4" fmla="*/ 408 w 76"/>
                <a:gd name="T5" fmla="*/ 240 h 48"/>
                <a:gd name="T6" fmla="*/ 608 w 76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48">
                  <a:moveTo>
                    <a:pt x="0" y="48"/>
                  </a:moveTo>
                  <a:cubicBezTo>
                    <a:pt x="5" y="45"/>
                    <a:pt x="12" y="47"/>
                    <a:pt x="18" y="46"/>
                  </a:cubicBezTo>
                  <a:cubicBezTo>
                    <a:pt x="31" y="42"/>
                    <a:pt x="42" y="33"/>
                    <a:pt x="51" y="24"/>
                  </a:cubicBezTo>
                  <a:cubicBezTo>
                    <a:pt x="60" y="16"/>
                    <a:pt x="66" y="7"/>
                    <a:pt x="7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72" name="Freeform 863">
              <a:extLst>
                <a:ext uri="{FF2B5EF4-FFF2-40B4-BE49-F238E27FC236}">
                  <a16:creationId xmlns:a16="http://schemas.microsoft.com/office/drawing/2014/main" id="{8C084AC8-8439-4418-A878-0281C7797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119"/>
              <a:ext cx="175" cy="81"/>
            </a:xfrm>
            <a:custGeom>
              <a:avLst/>
              <a:gdLst>
                <a:gd name="T0" fmla="*/ 0 w 88"/>
                <a:gd name="T1" fmla="*/ 369 h 38"/>
                <a:gd name="T2" fmla="*/ 135 w 88"/>
                <a:gd name="T3" fmla="*/ 369 h 38"/>
                <a:gd name="T4" fmla="*/ 392 w 88"/>
                <a:gd name="T5" fmla="*/ 249 h 38"/>
                <a:gd name="T6" fmla="*/ 692 w 88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38">
                  <a:moveTo>
                    <a:pt x="0" y="38"/>
                  </a:moveTo>
                  <a:cubicBezTo>
                    <a:pt x="5" y="38"/>
                    <a:pt x="11" y="38"/>
                    <a:pt x="17" y="38"/>
                  </a:cubicBezTo>
                  <a:cubicBezTo>
                    <a:pt x="28" y="37"/>
                    <a:pt x="39" y="31"/>
                    <a:pt x="50" y="26"/>
                  </a:cubicBezTo>
                  <a:cubicBezTo>
                    <a:pt x="65" y="19"/>
                    <a:pt x="75" y="10"/>
                    <a:pt x="8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73" name="Freeform 864">
              <a:extLst>
                <a:ext uri="{FF2B5EF4-FFF2-40B4-BE49-F238E27FC236}">
                  <a16:creationId xmlns:a16="http://schemas.microsoft.com/office/drawing/2014/main" id="{001F81A7-0A48-4E33-8CE2-1BD8A1F25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092"/>
              <a:ext cx="191" cy="83"/>
            </a:xfrm>
            <a:custGeom>
              <a:avLst/>
              <a:gdLst>
                <a:gd name="T0" fmla="*/ 0 w 96"/>
                <a:gd name="T1" fmla="*/ 349 h 39"/>
                <a:gd name="T2" fmla="*/ 495 w 96"/>
                <a:gd name="T3" fmla="*/ 249 h 39"/>
                <a:gd name="T4" fmla="*/ 756 w 96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39">
                  <a:moveTo>
                    <a:pt x="0" y="36"/>
                  </a:moveTo>
                  <a:cubicBezTo>
                    <a:pt x="19" y="39"/>
                    <a:pt x="45" y="33"/>
                    <a:pt x="63" y="26"/>
                  </a:cubicBezTo>
                  <a:cubicBezTo>
                    <a:pt x="76" y="20"/>
                    <a:pt x="84" y="8"/>
                    <a:pt x="9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74" name="Freeform 865">
              <a:extLst>
                <a:ext uri="{FF2B5EF4-FFF2-40B4-BE49-F238E27FC236}">
                  <a16:creationId xmlns:a16="http://schemas.microsoft.com/office/drawing/2014/main" id="{27DBED95-63A8-47D0-8319-45D0C352B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064"/>
              <a:ext cx="94" cy="4"/>
            </a:xfrm>
            <a:custGeom>
              <a:avLst/>
              <a:gdLst>
                <a:gd name="T0" fmla="*/ 0 w 47"/>
                <a:gd name="T1" fmla="*/ 0 h 2"/>
                <a:gd name="T2" fmla="*/ 248 w 47"/>
                <a:gd name="T3" fmla="*/ 8 h 2"/>
                <a:gd name="T4" fmla="*/ 376 w 47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">
                  <a:moveTo>
                    <a:pt x="0" y="0"/>
                  </a:moveTo>
                  <a:cubicBezTo>
                    <a:pt x="11" y="0"/>
                    <a:pt x="20" y="0"/>
                    <a:pt x="31" y="1"/>
                  </a:cubicBezTo>
                  <a:cubicBezTo>
                    <a:pt x="36" y="2"/>
                    <a:pt x="42" y="2"/>
                    <a:pt x="47" y="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75" name="Freeform 866">
              <a:extLst>
                <a:ext uri="{FF2B5EF4-FFF2-40B4-BE49-F238E27FC236}">
                  <a16:creationId xmlns:a16="http://schemas.microsoft.com/office/drawing/2014/main" id="{E1F8DA4F-81E0-4974-BEED-28F535704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981"/>
              <a:ext cx="202" cy="49"/>
            </a:xfrm>
            <a:custGeom>
              <a:avLst/>
              <a:gdLst>
                <a:gd name="T0" fmla="*/ 0 w 101"/>
                <a:gd name="T1" fmla="*/ 222 h 23"/>
                <a:gd name="T2" fmla="*/ 128 w 101"/>
                <a:gd name="T3" fmla="*/ 136 h 23"/>
                <a:gd name="T4" fmla="*/ 544 w 101"/>
                <a:gd name="T5" fmla="*/ 0 h 23"/>
                <a:gd name="T6" fmla="*/ 808 w 101"/>
                <a:gd name="T7" fmla="*/ 6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3">
                  <a:moveTo>
                    <a:pt x="0" y="23"/>
                  </a:moveTo>
                  <a:cubicBezTo>
                    <a:pt x="5" y="21"/>
                    <a:pt x="11" y="16"/>
                    <a:pt x="16" y="14"/>
                  </a:cubicBezTo>
                  <a:cubicBezTo>
                    <a:pt x="32" y="6"/>
                    <a:pt x="50" y="1"/>
                    <a:pt x="68" y="0"/>
                  </a:cubicBezTo>
                  <a:cubicBezTo>
                    <a:pt x="81" y="0"/>
                    <a:pt x="90" y="4"/>
                    <a:pt x="101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76" name="Freeform 867">
              <a:extLst>
                <a:ext uri="{FF2B5EF4-FFF2-40B4-BE49-F238E27FC236}">
                  <a16:creationId xmlns:a16="http://schemas.microsoft.com/office/drawing/2014/main" id="{807118CF-45B0-4FB6-8CCD-09CC05506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015"/>
              <a:ext cx="201" cy="70"/>
            </a:xfrm>
            <a:custGeom>
              <a:avLst/>
              <a:gdLst>
                <a:gd name="T0" fmla="*/ 0 w 101"/>
                <a:gd name="T1" fmla="*/ 314 h 33"/>
                <a:gd name="T2" fmla="*/ 205 w 101"/>
                <a:gd name="T3" fmla="*/ 172 h 33"/>
                <a:gd name="T4" fmla="*/ 480 w 101"/>
                <a:gd name="T5" fmla="*/ 28 h 33"/>
                <a:gd name="T6" fmla="*/ 796 w 101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33">
                  <a:moveTo>
                    <a:pt x="0" y="33"/>
                  </a:moveTo>
                  <a:cubicBezTo>
                    <a:pt x="8" y="33"/>
                    <a:pt x="19" y="22"/>
                    <a:pt x="26" y="18"/>
                  </a:cubicBezTo>
                  <a:cubicBezTo>
                    <a:pt x="37" y="11"/>
                    <a:pt x="48" y="6"/>
                    <a:pt x="61" y="3"/>
                  </a:cubicBezTo>
                  <a:cubicBezTo>
                    <a:pt x="75" y="0"/>
                    <a:pt x="87" y="2"/>
                    <a:pt x="10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77" name="Freeform 868">
              <a:extLst>
                <a:ext uri="{FF2B5EF4-FFF2-40B4-BE49-F238E27FC236}">
                  <a16:creationId xmlns:a16="http://schemas.microsoft.com/office/drawing/2014/main" id="{5B77917D-7374-4D72-9E57-D124960A4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083"/>
              <a:ext cx="138" cy="32"/>
            </a:xfrm>
            <a:custGeom>
              <a:avLst/>
              <a:gdLst>
                <a:gd name="T0" fmla="*/ 0 w 69"/>
                <a:gd name="T1" fmla="*/ 145 h 15"/>
                <a:gd name="T2" fmla="*/ 552 w 69"/>
                <a:gd name="T3" fmla="*/ 9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15">
                  <a:moveTo>
                    <a:pt x="0" y="15"/>
                  </a:moveTo>
                  <a:cubicBezTo>
                    <a:pt x="17" y="0"/>
                    <a:pt x="48" y="10"/>
                    <a:pt x="69" y="1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78" name="Freeform 869">
              <a:extLst>
                <a:ext uri="{FF2B5EF4-FFF2-40B4-BE49-F238E27FC236}">
                  <a16:creationId xmlns:a16="http://schemas.microsoft.com/office/drawing/2014/main" id="{F440BD28-4487-4BBD-A3B6-809CD3D2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026"/>
              <a:ext cx="205" cy="70"/>
            </a:xfrm>
            <a:custGeom>
              <a:avLst/>
              <a:gdLst>
                <a:gd name="T0" fmla="*/ 0 w 103"/>
                <a:gd name="T1" fmla="*/ 314 h 33"/>
                <a:gd name="T2" fmla="*/ 812 w 103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33">
                  <a:moveTo>
                    <a:pt x="0" y="33"/>
                  </a:moveTo>
                  <a:cubicBezTo>
                    <a:pt x="26" y="2"/>
                    <a:pt x="67" y="2"/>
                    <a:pt x="10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79" name="Freeform 870">
              <a:extLst>
                <a:ext uri="{FF2B5EF4-FFF2-40B4-BE49-F238E27FC236}">
                  <a16:creationId xmlns:a16="http://schemas.microsoft.com/office/drawing/2014/main" id="{1B5E7AF2-3FBE-4A31-9A01-FF5E34834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955"/>
              <a:ext cx="309" cy="58"/>
            </a:xfrm>
            <a:custGeom>
              <a:avLst/>
              <a:gdLst>
                <a:gd name="T0" fmla="*/ 0 w 155"/>
                <a:gd name="T1" fmla="*/ 269 h 27"/>
                <a:gd name="T2" fmla="*/ 588 w 155"/>
                <a:gd name="T3" fmla="*/ 60 h 27"/>
                <a:gd name="T4" fmla="*/ 1228 w 155"/>
                <a:gd name="T5" fmla="*/ 12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27">
                  <a:moveTo>
                    <a:pt x="0" y="27"/>
                  </a:moveTo>
                  <a:cubicBezTo>
                    <a:pt x="29" y="23"/>
                    <a:pt x="42" y="12"/>
                    <a:pt x="74" y="6"/>
                  </a:cubicBezTo>
                  <a:cubicBezTo>
                    <a:pt x="105" y="0"/>
                    <a:pt x="155" y="12"/>
                    <a:pt x="155" y="1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80" name="Freeform 871">
              <a:extLst>
                <a:ext uri="{FF2B5EF4-FFF2-40B4-BE49-F238E27FC236}">
                  <a16:creationId xmlns:a16="http://schemas.microsoft.com/office/drawing/2014/main" id="{F0A301A7-9CA6-4989-97BC-0A2AADEFE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947"/>
              <a:ext cx="116" cy="25"/>
            </a:xfrm>
            <a:custGeom>
              <a:avLst/>
              <a:gdLst>
                <a:gd name="T0" fmla="*/ 0 w 58"/>
                <a:gd name="T1" fmla="*/ 108 h 12"/>
                <a:gd name="T2" fmla="*/ 464 w 58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2">
                  <a:moveTo>
                    <a:pt x="0" y="12"/>
                  </a:moveTo>
                  <a:cubicBezTo>
                    <a:pt x="34" y="0"/>
                    <a:pt x="58" y="1"/>
                    <a:pt x="58" y="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81" name="Freeform 872">
              <a:extLst>
                <a:ext uri="{FF2B5EF4-FFF2-40B4-BE49-F238E27FC236}">
                  <a16:creationId xmlns:a16="http://schemas.microsoft.com/office/drawing/2014/main" id="{7B5BAB43-565F-4046-8270-A8295526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687"/>
              <a:ext cx="100" cy="220"/>
            </a:xfrm>
            <a:custGeom>
              <a:avLst/>
              <a:gdLst>
                <a:gd name="T0" fmla="*/ 0 w 50"/>
                <a:gd name="T1" fmla="*/ 1004 h 103"/>
                <a:gd name="T2" fmla="*/ 400 w 50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03">
                  <a:moveTo>
                    <a:pt x="0" y="103"/>
                  </a:moveTo>
                  <a:cubicBezTo>
                    <a:pt x="24" y="75"/>
                    <a:pt x="39" y="39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82" name="Freeform 873">
              <a:extLst>
                <a:ext uri="{FF2B5EF4-FFF2-40B4-BE49-F238E27FC236}">
                  <a16:creationId xmlns:a16="http://schemas.microsoft.com/office/drawing/2014/main" id="{6113630B-4007-435C-9E3F-8AD9D33BF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570"/>
              <a:ext cx="117" cy="220"/>
            </a:xfrm>
            <a:custGeom>
              <a:avLst/>
              <a:gdLst>
                <a:gd name="T0" fmla="*/ 0 w 59"/>
                <a:gd name="T1" fmla="*/ 1004 h 103"/>
                <a:gd name="T2" fmla="*/ 460 w 59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03">
                  <a:moveTo>
                    <a:pt x="0" y="103"/>
                  </a:moveTo>
                  <a:cubicBezTo>
                    <a:pt x="40" y="71"/>
                    <a:pt x="50" y="29"/>
                    <a:pt x="5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83" name="Freeform 874">
              <a:extLst>
                <a:ext uri="{FF2B5EF4-FFF2-40B4-BE49-F238E27FC236}">
                  <a16:creationId xmlns:a16="http://schemas.microsoft.com/office/drawing/2014/main" id="{BB07F8AD-632C-41F9-8CBA-97B7CE24D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372"/>
              <a:ext cx="186" cy="241"/>
            </a:xfrm>
            <a:custGeom>
              <a:avLst/>
              <a:gdLst>
                <a:gd name="T0" fmla="*/ 0 w 93"/>
                <a:gd name="T1" fmla="*/ 1096 h 113"/>
                <a:gd name="T2" fmla="*/ 392 w 93"/>
                <a:gd name="T3" fmla="*/ 719 h 113"/>
                <a:gd name="T4" fmla="*/ 744 w 93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13">
                  <a:moveTo>
                    <a:pt x="0" y="113"/>
                  </a:moveTo>
                  <a:cubicBezTo>
                    <a:pt x="18" y="93"/>
                    <a:pt x="17" y="97"/>
                    <a:pt x="49" y="74"/>
                  </a:cubicBezTo>
                  <a:cubicBezTo>
                    <a:pt x="81" y="52"/>
                    <a:pt x="93" y="0"/>
                    <a:pt x="9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84" name="Freeform 875">
              <a:extLst>
                <a:ext uri="{FF2B5EF4-FFF2-40B4-BE49-F238E27FC236}">
                  <a16:creationId xmlns:a16="http://schemas.microsoft.com/office/drawing/2014/main" id="{A4CEFBD6-C31C-4770-88D1-3F63248C5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241"/>
              <a:ext cx="152" cy="193"/>
            </a:xfrm>
            <a:custGeom>
              <a:avLst/>
              <a:gdLst>
                <a:gd name="T0" fmla="*/ 0 w 76"/>
                <a:gd name="T1" fmla="*/ 867 h 91"/>
                <a:gd name="T2" fmla="*/ 608 w 76"/>
                <a:gd name="T3" fmla="*/ 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91">
                  <a:moveTo>
                    <a:pt x="0" y="91"/>
                  </a:moveTo>
                  <a:cubicBezTo>
                    <a:pt x="34" y="72"/>
                    <a:pt x="58" y="36"/>
                    <a:pt x="7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85" name="Freeform 876">
              <a:extLst>
                <a:ext uri="{FF2B5EF4-FFF2-40B4-BE49-F238E27FC236}">
                  <a16:creationId xmlns:a16="http://schemas.microsoft.com/office/drawing/2014/main" id="{1752A0EB-7CA1-47E3-B648-119CC402A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126"/>
              <a:ext cx="177" cy="170"/>
            </a:xfrm>
            <a:custGeom>
              <a:avLst/>
              <a:gdLst>
                <a:gd name="T0" fmla="*/ 0 w 89"/>
                <a:gd name="T1" fmla="*/ 767 h 80"/>
                <a:gd name="T2" fmla="*/ 700 w 89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80">
                  <a:moveTo>
                    <a:pt x="0" y="80"/>
                  </a:moveTo>
                  <a:cubicBezTo>
                    <a:pt x="44" y="66"/>
                    <a:pt x="74" y="27"/>
                    <a:pt x="8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86" name="Freeform 877">
              <a:extLst>
                <a:ext uri="{FF2B5EF4-FFF2-40B4-BE49-F238E27FC236}">
                  <a16:creationId xmlns:a16="http://schemas.microsoft.com/office/drawing/2014/main" id="{2BDD9477-610F-49E9-8D4C-DBE7F7749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481"/>
              <a:ext cx="191" cy="204"/>
            </a:xfrm>
            <a:custGeom>
              <a:avLst/>
              <a:gdLst>
                <a:gd name="T0" fmla="*/ 756 w 96"/>
                <a:gd name="T1" fmla="*/ 0 h 96"/>
                <a:gd name="T2" fmla="*/ 253 w 96"/>
                <a:gd name="T3" fmla="*/ 349 h 96"/>
                <a:gd name="T4" fmla="*/ 0 w 96"/>
                <a:gd name="T5" fmla="*/ 922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6">
                  <a:moveTo>
                    <a:pt x="96" y="0"/>
                  </a:moveTo>
                  <a:cubicBezTo>
                    <a:pt x="61" y="4"/>
                    <a:pt x="51" y="19"/>
                    <a:pt x="32" y="36"/>
                  </a:cubicBezTo>
                  <a:cubicBezTo>
                    <a:pt x="14" y="54"/>
                    <a:pt x="0" y="96"/>
                    <a:pt x="0" y="9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87" name="Freeform 878">
              <a:extLst>
                <a:ext uri="{FF2B5EF4-FFF2-40B4-BE49-F238E27FC236}">
                  <a16:creationId xmlns:a16="http://schemas.microsoft.com/office/drawing/2014/main" id="{5E54AC20-2DDF-4E16-B82A-39D324BB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345"/>
              <a:ext cx="212" cy="123"/>
            </a:xfrm>
            <a:custGeom>
              <a:avLst/>
              <a:gdLst>
                <a:gd name="T0" fmla="*/ 0 w 106"/>
                <a:gd name="T1" fmla="*/ 554 h 58"/>
                <a:gd name="T2" fmla="*/ 848 w 106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58">
                  <a:moveTo>
                    <a:pt x="0" y="58"/>
                  </a:moveTo>
                  <a:cubicBezTo>
                    <a:pt x="10" y="42"/>
                    <a:pt x="48" y="7"/>
                    <a:pt x="10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88" name="Freeform 879">
              <a:extLst>
                <a:ext uri="{FF2B5EF4-FFF2-40B4-BE49-F238E27FC236}">
                  <a16:creationId xmlns:a16="http://schemas.microsoft.com/office/drawing/2014/main" id="{87C6874D-9CB1-4750-AD8C-0C832BE4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247"/>
              <a:ext cx="251" cy="123"/>
            </a:xfrm>
            <a:custGeom>
              <a:avLst/>
              <a:gdLst>
                <a:gd name="T0" fmla="*/ 0 w 126"/>
                <a:gd name="T1" fmla="*/ 554 h 58"/>
                <a:gd name="T2" fmla="*/ 996 w 126"/>
                <a:gd name="T3" fmla="*/ 59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58">
                  <a:moveTo>
                    <a:pt x="0" y="58"/>
                  </a:moveTo>
                  <a:cubicBezTo>
                    <a:pt x="42" y="22"/>
                    <a:pt x="97" y="0"/>
                    <a:pt x="126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89" name="Freeform 880">
              <a:extLst>
                <a:ext uri="{FF2B5EF4-FFF2-40B4-BE49-F238E27FC236}">
                  <a16:creationId xmlns:a16="http://schemas.microsoft.com/office/drawing/2014/main" id="{015E9222-5C44-4B65-9B3B-D5B8447A9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613"/>
              <a:ext cx="142" cy="245"/>
            </a:xfrm>
            <a:custGeom>
              <a:avLst/>
              <a:gdLst>
                <a:gd name="T0" fmla="*/ 568 w 71"/>
                <a:gd name="T1" fmla="*/ 0 h 115"/>
                <a:gd name="T2" fmla="*/ 0 w 71"/>
                <a:gd name="T3" fmla="*/ 1112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115">
                  <a:moveTo>
                    <a:pt x="71" y="0"/>
                  </a:moveTo>
                  <a:cubicBezTo>
                    <a:pt x="44" y="18"/>
                    <a:pt x="13" y="59"/>
                    <a:pt x="0" y="1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90" name="Freeform 881">
              <a:extLst>
                <a:ext uri="{FF2B5EF4-FFF2-40B4-BE49-F238E27FC236}">
                  <a16:creationId xmlns:a16="http://schemas.microsoft.com/office/drawing/2014/main" id="{1BE25493-4BB0-4AAD-AC57-D6D645FBB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353"/>
              <a:ext cx="217" cy="143"/>
            </a:xfrm>
            <a:custGeom>
              <a:avLst/>
              <a:gdLst>
                <a:gd name="T0" fmla="*/ 0 w 109"/>
                <a:gd name="T1" fmla="*/ 651 h 67"/>
                <a:gd name="T2" fmla="*/ 860 w 109"/>
                <a:gd name="T3" fmla="*/ 0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67">
                  <a:moveTo>
                    <a:pt x="0" y="67"/>
                  </a:moveTo>
                  <a:cubicBezTo>
                    <a:pt x="25" y="30"/>
                    <a:pt x="72" y="10"/>
                    <a:pt x="10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91" name="Freeform 882">
              <a:extLst>
                <a:ext uri="{FF2B5EF4-FFF2-40B4-BE49-F238E27FC236}">
                  <a16:creationId xmlns:a16="http://schemas.microsoft.com/office/drawing/2014/main" id="{B8A5FE67-EEA2-4E9A-B0F7-90EB44C77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202"/>
              <a:ext cx="170" cy="79"/>
            </a:xfrm>
            <a:custGeom>
              <a:avLst/>
              <a:gdLst>
                <a:gd name="T0" fmla="*/ 0 w 85"/>
                <a:gd name="T1" fmla="*/ 361 h 37"/>
                <a:gd name="T2" fmla="*/ 680 w 85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37">
                  <a:moveTo>
                    <a:pt x="0" y="37"/>
                  </a:moveTo>
                  <a:cubicBezTo>
                    <a:pt x="43" y="33"/>
                    <a:pt x="58" y="21"/>
                    <a:pt x="8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92" name="Freeform 883">
              <a:extLst>
                <a:ext uri="{FF2B5EF4-FFF2-40B4-BE49-F238E27FC236}">
                  <a16:creationId xmlns:a16="http://schemas.microsoft.com/office/drawing/2014/main" id="{918CCF66-ACBE-471E-9621-F1C703E62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153"/>
              <a:ext cx="229" cy="88"/>
            </a:xfrm>
            <a:custGeom>
              <a:avLst/>
              <a:gdLst>
                <a:gd name="T0" fmla="*/ 0 w 115"/>
                <a:gd name="T1" fmla="*/ 406 h 41"/>
                <a:gd name="T2" fmla="*/ 908 w 115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41">
                  <a:moveTo>
                    <a:pt x="0" y="41"/>
                  </a:moveTo>
                  <a:cubicBezTo>
                    <a:pt x="30" y="37"/>
                    <a:pt x="78" y="26"/>
                    <a:pt x="11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93" name="Freeform 884">
              <a:extLst>
                <a:ext uri="{FF2B5EF4-FFF2-40B4-BE49-F238E27FC236}">
                  <a16:creationId xmlns:a16="http://schemas.microsoft.com/office/drawing/2014/main" id="{19C65897-FD7B-48AE-8138-22B76A35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066"/>
              <a:ext cx="192" cy="64"/>
            </a:xfrm>
            <a:custGeom>
              <a:avLst/>
              <a:gdLst>
                <a:gd name="T0" fmla="*/ 0 w 96"/>
                <a:gd name="T1" fmla="*/ 292 h 30"/>
                <a:gd name="T2" fmla="*/ 768 w 9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0">
                  <a:moveTo>
                    <a:pt x="0" y="30"/>
                  </a:moveTo>
                  <a:cubicBezTo>
                    <a:pt x="36" y="27"/>
                    <a:pt x="72" y="12"/>
                    <a:pt x="9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94" name="Freeform 885">
              <a:extLst>
                <a:ext uri="{FF2B5EF4-FFF2-40B4-BE49-F238E27FC236}">
                  <a16:creationId xmlns:a16="http://schemas.microsoft.com/office/drawing/2014/main" id="{DED91E36-AEAB-422F-AEBD-9FD9F50D3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100"/>
              <a:ext cx="102" cy="4"/>
            </a:xfrm>
            <a:custGeom>
              <a:avLst/>
              <a:gdLst>
                <a:gd name="T0" fmla="*/ 0 w 51"/>
                <a:gd name="T1" fmla="*/ 8 h 2"/>
                <a:gd name="T2" fmla="*/ 408 w 5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">
                  <a:moveTo>
                    <a:pt x="0" y="1"/>
                  </a:moveTo>
                  <a:cubicBezTo>
                    <a:pt x="32" y="2"/>
                    <a:pt x="51" y="0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95" name="Freeform 886">
              <a:extLst>
                <a:ext uri="{FF2B5EF4-FFF2-40B4-BE49-F238E27FC236}">
                  <a16:creationId xmlns:a16="http://schemas.microsoft.com/office/drawing/2014/main" id="{B661CA03-DEF3-4BD8-8366-26884C83D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187"/>
              <a:ext cx="256" cy="68"/>
            </a:xfrm>
            <a:custGeom>
              <a:avLst/>
              <a:gdLst>
                <a:gd name="T0" fmla="*/ 0 w 128"/>
                <a:gd name="T1" fmla="*/ 308 h 32"/>
                <a:gd name="T2" fmla="*/ 504 w 128"/>
                <a:gd name="T3" fmla="*/ 96 h 32"/>
                <a:gd name="T4" fmla="*/ 1024 w 128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32">
                  <a:moveTo>
                    <a:pt x="0" y="32"/>
                  </a:moveTo>
                  <a:cubicBezTo>
                    <a:pt x="19" y="19"/>
                    <a:pt x="42" y="15"/>
                    <a:pt x="63" y="10"/>
                  </a:cubicBezTo>
                  <a:cubicBezTo>
                    <a:pt x="86" y="5"/>
                    <a:pt x="106" y="0"/>
                    <a:pt x="128" y="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96" name="Freeform 887">
              <a:extLst>
                <a:ext uri="{FF2B5EF4-FFF2-40B4-BE49-F238E27FC236}">
                  <a16:creationId xmlns:a16="http://schemas.microsoft.com/office/drawing/2014/main" id="{E8C2157F-B9D4-4FF9-9BE2-5B7E60873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117"/>
              <a:ext cx="188" cy="81"/>
            </a:xfrm>
            <a:custGeom>
              <a:avLst/>
              <a:gdLst>
                <a:gd name="T0" fmla="*/ 0 w 94"/>
                <a:gd name="T1" fmla="*/ 369 h 38"/>
                <a:gd name="T2" fmla="*/ 752 w 94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38">
                  <a:moveTo>
                    <a:pt x="0" y="38"/>
                  </a:moveTo>
                  <a:cubicBezTo>
                    <a:pt x="41" y="36"/>
                    <a:pt x="77" y="13"/>
                    <a:pt x="9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97" name="Freeform 888">
              <a:extLst>
                <a:ext uri="{FF2B5EF4-FFF2-40B4-BE49-F238E27FC236}">
                  <a16:creationId xmlns:a16="http://schemas.microsoft.com/office/drawing/2014/main" id="{FAD4343A-F4A2-42A0-97BC-84176B5D8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113"/>
              <a:ext cx="198" cy="42"/>
            </a:xfrm>
            <a:custGeom>
              <a:avLst/>
              <a:gdLst>
                <a:gd name="T0" fmla="*/ 0 w 99"/>
                <a:gd name="T1" fmla="*/ 185 h 20"/>
                <a:gd name="T2" fmla="*/ 792 w 9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20">
                  <a:moveTo>
                    <a:pt x="0" y="20"/>
                  </a:moveTo>
                  <a:cubicBezTo>
                    <a:pt x="42" y="17"/>
                    <a:pt x="66" y="2"/>
                    <a:pt x="9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98" name="Freeform 889">
              <a:extLst>
                <a:ext uri="{FF2B5EF4-FFF2-40B4-BE49-F238E27FC236}">
                  <a16:creationId xmlns:a16="http://schemas.microsoft.com/office/drawing/2014/main" id="{EE46F8DA-E231-45D1-AD7A-ED08EB5AC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123"/>
              <a:ext cx="234" cy="69"/>
            </a:xfrm>
            <a:custGeom>
              <a:avLst/>
              <a:gdLst>
                <a:gd name="T0" fmla="*/ 0 w 117"/>
                <a:gd name="T1" fmla="*/ 302 h 32"/>
                <a:gd name="T2" fmla="*/ 392 w 117"/>
                <a:gd name="T3" fmla="*/ 278 h 32"/>
                <a:gd name="T4" fmla="*/ 936 w 1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32">
                  <a:moveTo>
                    <a:pt x="0" y="30"/>
                  </a:moveTo>
                  <a:cubicBezTo>
                    <a:pt x="14" y="32"/>
                    <a:pt x="30" y="30"/>
                    <a:pt x="49" y="28"/>
                  </a:cubicBezTo>
                  <a:cubicBezTo>
                    <a:pt x="69" y="24"/>
                    <a:pt x="92" y="20"/>
                    <a:pt x="11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399" name="Freeform 890">
              <a:extLst>
                <a:ext uri="{FF2B5EF4-FFF2-40B4-BE49-F238E27FC236}">
                  <a16:creationId xmlns:a16="http://schemas.microsoft.com/office/drawing/2014/main" id="{9CED1631-F4D2-45FA-AB3C-3995B7E51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279"/>
              <a:ext cx="219" cy="140"/>
            </a:xfrm>
            <a:custGeom>
              <a:avLst/>
              <a:gdLst>
                <a:gd name="T0" fmla="*/ 868 w 110"/>
                <a:gd name="T1" fmla="*/ 0 h 66"/>
                <a:gd name="T2" fmla="*/ 372 w 110"/>
                <a:gd name="T3" fmla="*/ 469 h 66"/>
                <a:gd name="T4" fmla="*/ 0 w 110"/>
                <a:gd name="T5" fmla="*/ 63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6">
                  <a:moveTo>
                    <a:pt x="110" y="0"/>
                  </a:moveTo>
                  <a:cubicBezTo>
                    <a:pt x="99" y="13"/>
                    <a:pt x="74" y="35"/>
                    <a:pt x="47" y="49"/>
                  </a:cubicBezTo>
                  <a:cubicBezTo>
                    <a:pt x="35" y="57"/>
                    <a:pt x="0" y="66"/>
                    <a:pt x="0" y="6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00" name="Freeform 891">
              <a:extLst>
                <a:ext uri="{FF2B5EF4-FFF2-40B4-BE49-F238E27FC236}">
                  <a16:creationId xmlns:a16="http://schemas.microsoft.com/office/drawing/2014/main" id="{198170CB-DB96-4C79-966F-1C01DA459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298"/>
              <a:ext cx="172" cy="43"/>
            </a:xfrm>
            <a:custGeom>
              <a:avLst/>
              <a:gdLst>
                <a:gd name="T0" fmla="*/ 688 w 86"/>
                <a:gd name="T1" fmla="*/ 28 h 20"/>
                <a:gd name="T2" fmla="*/ 0 w 86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0">
                  <a:moveTo>
                    <a:pt x="86" y="3"/>
                  </a:moveTo>
                  <a:cubicBezTo>
                    <a:pt x="80" y="0"/>
                    <a:pt x="29" y="4"/>
                    <a:pt x="0" y="2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01" name="Freeform 892">
              <a:extLst>
                <a:ext uri="{FF2B5EF4-FFF2-40B4-BE49-F238E27FC236}">
                  <a16:creationId xmlns:a16="http://schemas.microsoft.com/office/drawing/2014/main" id="{9AE0804F-9869-40B1-822B-4A048B9BE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355"/>
              <a:ext cx="160" cy="34"/>
            </a:xfrm>
            <a:custGeom>
              <a:avLst/>
              <a:gdLst>
                <a:gd name="T0" fmla="*/ 0 w 80"/>
                <a:gd name="T1" fmla="*/ 104 h 16"/>
                <a:gd name="T2" fmla="*/ 640 w 8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16">
                  <a:moveTo>
                    <a:pt x="0" y="11"/>
                  </a:moveTo>
                  <a:cubicBezTo>
                    <a:pt x="15" y="16"/>
                    <a:pt x="58" y="7"/>
                    <a:pt x="8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02" name="Freeform 893">
              <a:extLst>
                <a:ext uri="{FF2B5EF4-FFF2-40B4-BE49-F238E27FC236}">
                  <a16:creationId xmlns:a16="http://schemas.microsoft.com/office/drawing/2014/main" id="{029D6E49-4188-4DB9-BEC1-C734D8593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221"/>
              <a:ext cx="154" cy="88"/>
            </a:xfrm>
            <a:custGeom>
              <a:avLst/>
              <a:gdLst>
                <a:gd name="T0" fmla="*/ 0 w 77"/>
                <a:gd name="T1" fmla="*/ 406 h 41"/>
                <a:gd name="T2" fmla="*/ 616 w 77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41">
                  <a:moveTo>
                    <a:pt x="0" y="41"/>
                  </a:moveTo>
                  <a:cubicBezTo>
                    <a:pt x="32" y="34"/>
                    <a:pt x="77" y="0"/>
                    <a:pt x="7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03" name="Freeform 894">
              <a:extLst>
                <a:ext uri="{FF2B5EF4-FFF2-40B4-BE49-F238E27FC236}">
                  <a16:creationId xmlns:a16="http://schemas.microsoft.com/office/drawing/2014/main" id="{5C9E04E3-A468-4388-8CAD-3FA6CD381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189"/>
              <a:ext cx="203" cy="62"/>
            </a:xfrm>
            <a:custGeom>
              <a:avLst/>
              <a:gdLst>
                <a:gd name="T0" fmla="*/ 0 w 102"/>
                <a:gd name="T1" fmla="*/ 284 h 29"/>
                <a:gd name="T2" fmla="*/ 804 w 102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29">
                  <a:moveTo>
                    <a:pt x="0" y="29"/>
                  </a:moveTo>
                  <a:cubicBezTo>
                    <a:pt x="46" y="16"/>
                    <a:pt x="71" y="20"/>
                    <a:pt x="10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04" name="Line 895">
              <a:extLst>
                <a:ext uri="{FF2B5EF4-FFF2-40B4-BE49-F238E27FC236}">
                  <a16:creationId xmlns:a16="http://schemas.microsoft.com/office/drawing/2014/main" id="{C1FFC655-385A-4A1C-BD97-E6166A2FE8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" y="2226"/>
              <a:ext cx="44" cy="6"/>
            </a:xfrm>
            <a:prstGeom prst="lin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05" name="Freeform 896">
              <a:extLst>
                <a:ext uri="{FF2B5EF4-FFF2-40B4-BE49-F238E27FC236}">
                  <a16:creationId xmlns:a16="http://schemas.microsoft.com/office/drawing/2014/main" id="{FA0C468B-B4BA-434F-9632-CC8047A99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166"/>
              <a:ext cx="106" cy="19"/>
            </a:xfrm>
            <a:custGeom>
              <a:avLst/>
              <a:gdLst>
                <a:gd name="T0" fmla="*/ 0 w 53"/>
                <a:gd name="T1" fmla="*/ 36 h 9"/>
                <a:gd name="T2" fmla="*/ 424 w 5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9">
                  <a:moveTo>
                    <a:pt x="0" y="4"/>
                  </a:moveTo>
                  <a:cubicBezTo>
                    <a:pt x="23" y="0"/>
                    <a:pt x="53" y="9"/>
                    <a:pt x="53" y="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06" name="Freeform 897">
              <a:extLst>
                <a:ext uri="{FF2B5EF4-FFF2-40B4-BE49-F238E27FC236}">
                  <a16:creationId xmlns:a16="http://schemas.microsoft.com/office/drawing/2014/main" id="{D8BE51A0-D1FD-4A30-903F-A45E97BB7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894"/>
              <a:ext cx="107" cy="119"/>
            </a:xfrm>
            <a:custGeom>
              <a:avLst/>
              <a:gdLst>
                <a:gd name="T0" fmla="*/ 0 w 54"/>
                <a:gd name="T1" fmla="*/ 538 h 56"/>
                <a:gd name="T2" fmla="*/ 420 w 54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56">
                  <a:moveTo>
                    <a:pt x="0" y="56"/>
                  </a:moveTo>
                  <a:cubicBezTo>
                    <a:pt x="9" y="36"/>
                    <a:pt x="54" y="0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07" name="Freeform 898">
              <a:extLst>
                <a:ext uri="{FF2B5EF4-FFF2-40B4-BE49-F238E27FC236}">
                  <a16:creationId xmlns:a16="http://schemas.microsoft.com/office/drawing/2014/main" id="{7D30A849-53E5-461D-A596-F274221E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734"/>
              <a:ext cx="136" cy="228"/>
            </a:xfrm>
            <a:custGeom>
              <a:avLst/>
              <a:gdLst>
                <a:gd name="T0" fmla="*/ 0 w 68"/>
                <a:gd name="T1" fmla="*/ 1036 h 107"/>
                <a:gd name="T2" fmla="*/ 544 w 68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07">
                  <a:moveTo>
                    <a:pt x="0" y="107"/>
                  </a:moveTo>
                  <a:cubicBezTo>
                    <a:pt x="13" y="74"/>
                    <a:pt x="41" y="26"/>
                    <a:pt x="6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08" name="Freeform 899">
              <a:extLst>
                <a:ext uri="{FF2B5EF4-FFF2-40B4-BE49-F238E27FC236}">
                  <a16:creationId xmlns:a16="http://schemas.microsoft.com/office/drawing/2014/main" id="{97021ADE-AE07-401C-9A78-120A2EB10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364"/>
              <a:ext cx="178" cy="170"/>
            </a:xfrm>
            <a:custGeom>
              <a:avLst/>
              <a:gdLst>
                <a:gd name="T0" fmla="*/ 712 w 89"/>
                <a:gd name="T1" fmla="*/ 0 h 80"/>
                <a:gd name="T2" fmla="*/ 288 w 89"/>
                <a:gd name="T3" fmla="*/ 529 h 80"/>
                <a:gd name="T4" fmla="*/ 0 w 89"/>
                <a:gd name="T5" fmla="*/ 759 h 80"/>
                <a:gd name="T6" fmla="*/ 112 w 89"/>
                <a:gd name="T7" fmla="*/ 41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80">
                  <a:moveTo>
                    <a:pt x="89" y="0"/>
                  </a:moveTo>
                  <a:cubicBezTo>
                    <a:pt x="76" y="9"/>
                    <a:pt x="64" y="29"/>
                    <a:pt x="36" y="55"/>
                  </a:cubicBezTo>
                  <a:cubicBezTo>
                    <a:pt x="9" y="80"/>
                    <a:pt x="0" y="79"/>
                    <a:pt x="0" y="79"/>
                  </a:cubicBezTo>
                  <a:cubicBezTo>
                    <a:pt x="11" y="64"/>
                    <a:pt x="14" y="43"/>
                    <a:pt x="14" y="4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09" name="Freeform 900">
              <a:extLst>
                <a:ext uri="{FF2B5EF4-FFF2-40B4-BE49-F238E27FC236}">
                  <a16:creationId xmlns:a16="http://schemas.microsoft.com/office/drawing/2014/main" id="{CFABE000-D6B4-4FEC-B452-3527B6C7C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460"/>
              <a:ext cx="170" cy="157"/>
            </a:xfrm>
            <a:custGeom>
              <a:avLst/>
              <a:gdLst>
                <a:gd name="T0" fmla="*/ 0 w 85"/>
                <a:gd name="T1" fmla="*/ 707 h 74"/>
                <a:gd name="T2" fmla="*/ 680 w 85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74">
                  <a:moveTo>
                    <a:pt x="0" y="74"/>
                  </a:moveTo>
                  <a:cubicBezTo>
                    <a:pt x="26" y="67"/>
                    <a:pt x="71" y="35"/>
                    <a:pt x="8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10" name="Freeform 901">
              <a:extLst>
                <a:ext uri="{FF2B5EF4-FFF2-40B4-BE49-F238E27FC236}">
                  <a16:creationId xmlns:a16="http://schemas.microsoft.com/office/drawing/2014/main" id="{42057036-5968-4BED-9F3F-55767D1CF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426"/>
              <a:ext cx="163" cy="74"/>
            </a:xfrm>
            <a:custGeom>
              <a:avLst/>
              <a:gdLst>
                <a:gd name="T0" fmla="*/ 0 w 82"/>
                <a:gd name="T1" fmla="*/ 330 h 35"/>
                <a:gd name="T2" fmla="*/ 644 w 82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5">
                  <a:moveTo>
                    <a:pt x="0" y="35"/>
                  </a:moveTo>
                  <a:cubicBezTo>
                    <a:pt x="25" y="13"/>
                    <a:pt x="59" y="6"/>
                    <a:pt x="8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11" name="Freeform 902">
              <a:extLst>
                <a:ext uri="{FF2B5EF4-FFF2-40B4-BE49-F238E27FC236}">
                  <a16:creationId xmlns:a16="http://schemas.microsoft.com/office/drawing/2014/main" id="{FBA86170-830B-4B6B-AA1D-D6016D971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464"/>
              <a:ext cx="102" cy="183"/>
            </a:xfrm>
            <a:custGeom>
              <a:avLst/>
              <a:gdLst>
                <a:gd name="T0" fmla="*/ 408 w 51"/>
                <a:gd name="T1" fmla="*/ 0 h 86"/>
                <a:gd name="T2" fmla="*/ 0 w 51"/>
                <a:gd name="T3" fmla="*/ 82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86">
                  <a:moveTo>
                    <a:pt x="51" y="0"/>
                  </a:moveTo>
                  <a:cubicBezTo>
                    <a:pt x="26" y="15"/>
                    <a:pt x="12" y="50"/>
                    <a:pt x="0" y="8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12" name="Freeform 903">
              <a:extLst>
                <a:ext uri="{FF2B5EF4-FFF2-40B4-BE49-F238E27FC236}">
                  <a16:creationId xmlns:a16="http://schemas.microsoft.com/office/drawing/2014/main" id="{F5245BF7-7435-4F97-97BB-79346E756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577"/>
              <a:ext cx="144" cy="227"/>
            </a:xfrm>
            <a:custGeom>
              <a:avLst/>
              <a:gdLst>
                <a:gd name="T0" fmla="*/ 576 w 72"/>
                <a:gd name="T1" fmla="*/ 0 h 107"/>
                <a:gd name="T2" fmla="*/ 0 w 72"/>
                <a:gd name="T3" fmla="*/ 1023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07">
                  <a:moveTo>
                    <a:pt x="72" y="0"/>
                  </a:moveTo>
                  <a:cubicBezTo>
                    <a:pt x="55" y="12"/>
                    <a:pt x="15" y="56"/>
                    <a:pt x="0" y="10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13" name="Freeform 904">
              <a:extLst>
                <a:ext uri="{FF2B5EF4-FFF2-40B4-BE49-F238E27FC236}">
                  <a16:creationId xmlns:a16="http://schemas.microsoft.com/office/drawing/2014/main" id="{B48BC6DD-6173-42B6-B94C-CF84C8162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587"/>
              <a:ext cx="46" cy="134"/>
            </a:xfrm>
            <a:custGeom>
              <a:avLst/>
              <a:gdLst>
                <a:gd name="T0" fmla="*/ 184 w 23"/>
                <a:gd name="T1" fmla="*/ 0 h 63"/>
                <a:gd name="T2" fmla="*/ 0 w 23"/>
                <a:gd name="T3" fmla="*/ 606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3">
                  <a:moveTo>
                    <a:pt x="23" y="0"/>
                  </a:moveTo>
                  <a:cubicBezTo>
                    <a:pt x="6" y="16"/>
                    <a:pt x="2" y="50"/>
                    <a:pt x="0" y="6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14" name="Freeform 905">
              <a:extLst>
                <a:ext uri="{FF2B5EF4-FFF2-40B4-BE49-F238E27FC236}">
                  <a16:creationId xmlns:a16="http://schemas.microsoft.com/office/drawing/2014/main" id="{358843E8-F580-4ECA-8FF5-CA232A852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651"/>
              <a:ext cx="78" cy="211"/>
            </a:xfrm>
            <a:custGeom>
              <a:avLst/>
              <a:gdLst>
                <a:gd name="T0" fmla="*/ 312 w 39"/>
                <a:gd name="T1" fmla="*/ 0 h 99"/>
                <a:gd name="T2" fmla="*/ 16 w 39"/>
                <a:gd name="T3" fmla="*/ 959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9">
                  <a:moveTo>
                    <a:pt x="39" y="0"/>
                  </a:moveTo>
                  <a:cubicBezTo>
                    <a:pt x="12" y="22"/>
                    <a:pt x="0" y="60"/>
                    <a:pt x="2" y="9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15" name="Freeform 906">
              <a:extLst>
                <a:ext uri="{FF2B5EF4-FFF2-40B4-BE49-F238E27FC236}">
                  <a16:creationId xmlns:a16="http://schemas.microsoft.com/office/drawing/2014/main" id="{C1380CCE-3948-4F38-89FA-627A9CDA3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756"/>
              <a:ext cx="66" cy="191"/>
            </a:xfrm>
            <a:custGeom>
              <a:avLst/>
              <a:gdLst>
                <a:gd name="T0" fmla="*/ 264 w 33"/>
                <a:gd name="T1" fmla="*/ 0 h 90"/>
                <a:gd name="T2" fmla="*/ 56 w 33"/>
                <a:gd name="T3" fmla="*/ 860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0">
                  <a:moveTo>
                    <a:pt x="33" y="0"/>
                  </a:moveTo>
                  <a:cubicBezTo>
                    <a:pt x="19" y="12"/>
                    <a:pt x="0" y="67"/>
                    <a:pt x="7" y="9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16" name="Freeform 907">
              <a:extLst>
                <a:ext uri="{FF2B5EF4-FFF2-40B4-BE49-F238E27FC236}">
                  <a16:creationId xmlns:a16="http://schemas.microsoft.com/office/drawing/2014/main" id="{9DAB11B6-8652-46FD-B4B4-9498976A6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613"/>
              <a:ext cx="90" cy="196"/>
            </a:xfrm>
            <a:custGeom>
              <a:avLst/>
              <a:gdLst>
                <a:gd name="T0" fmla="*/ 360 w 45"/>
                <a:gd name="T1" fmla="*/ 0 h 92"/>
                <a:gd name="T2" fmla="*/ 32 w 45"/>
                <a:gd name="T3" fmla="*/ 891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92">
                  <a:moveTo>
                    <a:pt x="45" y="0"/>
                  </a:moveTo>
                  <a:cubicBezTo>
                    <a:pt x="28" y="9"/>
                    <a:pt x="0" y="57"/>
                    <a:pt x="4" y="9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17" name="Freeform 908">
              <a:extLst>
                <a:ext uri="{FF2B5EF4-FFF2-40B4-BE49-F238E27FC236}">
                  <a16:creationId xmlns:a16="http://schemas.microsoft.com/office/drawing/2014/main" id="{430D39B8-CE1D-456A-9146-D0F1E48B2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575"/>
              <a:ext cx="153" cy="159"/>
            </a:xfrm>
            <a:custGeom>
              <a:avLst/>
              <a:gdLst>
                <a:gd name="T0" fmla="*/ 604 w 77"/>
                <a:gd name="T1" fmla="*/ 0 h 75"/>
                <a:gd name="T2" fmla="*/ 0 w 77"/>
                <a:gd name="T3" fmla="*/ 714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75">
                  <a:moveTo>
                    <a:pt x="77" y="0"/>
                  </a:moveTo>
                  <a:cubicBezTo>
                    <a:pt x="70" y="24"/>
                    <a:pt x="35" y="65"/>
                    <a:pt x="0" y="7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18" name="Freeform 909">
              <a:extLst>
                <a:ext uri="{FF2B5EF4-FFF2-40B4-BE49-F238E27FC236}">
                  <a16:creationId xmlns:a16="http://schemas.microsoft.com/office/drawing/2014/main" id="{227FCEAC-EC23-4996-B921-A04934C6F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643"/>
              <a:ext cx="124" cy="136"/>
            </a:xfrm>
            <a:custGeom>
              <a:avLst/>
              <a:gdLst>
                <a:gd name="T0" fmla="*/ 464 w 62"/>
                <a:gd name="T1" fmla="*/ 0 h 64"/>
                <a:gd name="T2" fmla="*/ 0 w 62"/>
                <a:gd name="T3" fmla="*/ 614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4">
                  <a:moveTo>
                    <a:pt x="58" y="0"/>
                  </a:moveTo>
                  <a:cubicBezTo>
                    <a:pt x="57" y="18"/>
                    <a:pt x="62" y="39"/>
                    <a:pt x="0" y="6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19" name="Freeform 910">
              <a:extLst>
                <a:ext uri="{FF2B5EF4-FFF2-40B4-BE49-F238E27FC236}">
                  <a16:creationId xmlns:a16="http://schemas.microsoft.com/office/drawing/2014/main" id="{C652D0FB-417E-4F42-A972-FE4903B96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777"/>
              <a:ext cx="104" cy="151"/>
            </a:xfrm>
            <a:custGeom>
              <a:avLst/>
              <a:gdLst>
                <a:gd name="T0" fmla="*/ 416 w 52"/>
                <a:gd name="T1" fmla="*/ 0 h 71"/>
                <a:gd name="T2" fmla="*/ 0 w 52"/>
                <a:gd name="T3" fmla="*/ 683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1">
                  <a:moveTo>
                    <a:pt x="52" y="0"/>
                  </a:moveTo>
                  <a:cubicBezTo>
                    <a:pt x="51" y="18"/>
                    <a:pt x="27" y="59"/>
                    <a:pt x="0" y="7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20" name="Freeform 911">
              <a:extLst>
                <a:ext uri="{FF2B5EF4-FFF2-40B4-BE49-F238E27FC236}">
                  <a16:creationId xmlns:a16="http://schemas.microsoft.com/office/drawing/2014/main" id="{248833A2-1883-49DB-B137-3DFAE33D8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724"/>
              <a:ext cx="30" cy="89"/>
            </a:xfrm>
            <a:custGeom>
              <a:avLst/>
              <a:gdLst>
                <a:gd name="T0" fmla="*/ 120 w 15"/>
                <a:gd name="T1" fmla="*/ 0 h 42"/>
                <a:gd name="T2" fmla="*/ 0 w 15"/>
                <a:gd name="T3" fmla="*/ 40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15" y="0"/>
                  </a:moveTo>
                  <a:cubicBezTo>
                    <a:pt x="6" y="12"/>
                    <a:pt x="0" y="42"/>
                    <a:pt x="0" y="4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21" name="Freeform 912">
              <a:extLst>
                <a:ext uri="{FF2B5EF4-FFF2-40B4-BE49-F238E27FC236}">
                  <a16:creationId xmlns:a16="http://schemas.microsoft.com/office/drawing/2014/main" id="{ADD4BE8A-6162-4834-8D93-0FEE2EC02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883"/>
              <a:ext cx="88" cy="132"/>
            </a:xfrm>
            <a:custGeom>
              <a:avLst/>
              <a:gdLst>
                <a:gd name="T0" fmla="*/ 352 w 44"/>
                <a:gd name="T1" fmla="*/ 0 h 62"/>
                <a:gd name="T2" fmla="*/ 0 w 44"/>
                <a:gd name="T3" fmla="*/ 59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2">
                  <a:moveTo>
                    <a:pt x="44" y="0"/>
                  </a:moveTo>
                  <a:cubicBezTo>
                    <a:pt x="29" y="10"/>
                    <a:pt x="7" y="38"/>
                    <a:pt x="0" y="6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22" name="Freeform 913">
              <a:extLst>
                <a:ext uri="{FF2B5EF4-FFF2-40B4-BE49-F238E27FC236}">
                  <a16:creationId xmlns:a16="http://schemas.microsoft.com/office/drawing/2014/main" id="{B2BE72E0-51CC-4129-A7DF-08AFC0486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853"/>
              <a:ext cx="22" cy="94"/>
            </a:xfrm>
            <a:custGeom>
              <a:avLst/>
              <a:gdLst>
                <a:gd name="T0" fmla="*/ 88 w 11"/>
                <a:gd name="T1" fmla="*/ 0 h 44"/>
                <a:gd name="T2" fmla="*/ 0 w 11"/>
                <a:gd name="T3" fmla="*/ 42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4">
                  <a:moveTo>
                    <a:pt x="11" y="0"/>
                  </a:moveTo>
                  <a:cubicBezTo>
                    <a:pt x="3" y="15"/>
                    <a:pt x="0" y="44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23" name="Freeform 914">
              <a:extLst>
                <a:ext uri="{FF2B5EF4-FFF2-40B4-BE49-F238E27FC236}">
                  <a16:creationId xmlns:a16="http://schemas.microsoft.com/office/drawing/2014/main" id="{F26EC195-A4E8-42F0-B3FE-CA6D53DD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704"/>
              <a:ext cx="138" cy="152"/>
            </a:xfrm>
            <a:custGeom>
              <a:avLst/>
              <a:gdLst>
                <a:gd name="T0" fmla="*/ 0 w 69"/>
                <a:gd name="T1" fmla="*/ 696 h 71"/>
                <a:gd name="T2" fmla="*/ 552 w 69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1">
                  <a:moveTo>
                    <a:pt x="0" y="71"/>
                  </a:moveTo>
                  <a:cubicBezTo>
                    <a:pt x="30" y="59"/>
                    <a:pt x="63" y="31"/>
                    <a:pt x="6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24" name="Freeform 915">
              <a:extLst>
                <a:ext uri="{FF2B5EF4-FFF2-40B4-BE49-F238E27FC236}">
                  <a16:creationId xmlns:a16="http://schemas.microsoft.com/office/drawing/2014/main" id="{E2295B68-292D-492D-8715-B9ACFB783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847"/>
              <a:ext cx="124" cy="132"/>
            </a:xfrm>
            <a:custGeom>
              <a:avLst/>
              <a:gdLst>
                <a:gd name="T0" fmla="*/ 0 w 62"/>
                <a:gd name="T1" fmla="*/ 598 h 62"/>
                <a:gd name="T2" fmla="*/ 496 w 62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2">
                  <a:moveTo>
                    <a:pt x="0" y="62"/>
                  </a:moveTo>
                  <a:cubicBezTo>
                    <a:pt x="25" y="58"/>
                    <a:pt x="56" y="20"/>
                    <a:pt x="6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25" name="Freeform 916">
              <a:extLst>
                <a:ext uri="{FF2B5EF4-FFF2-40B4-BE49-F238E27FC236}">
                  <a16:creationId xmlns:a16="http://schemas.microsoft.com/office/drawing/2014/main" id="{6F5B41B8-B1EE-45CC-967A-EDB1CCB7B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783"/>
              <a:ext cx="114" cy="128"/>
            </a:xfrm>
            <a:custGeom>
              <a:avLst/>
              <a:gdLst>
                <a:gd name="T0" fmla="*/ 0 w 57"/>
                <a:gd name="T1" fmla="*/ 582 h 60"/>
                <a:gd name="T2" fmla="*/ 456 w 57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60">
                  <a:moveTo>
                    <a:pt x="0" y="60"/>
                  </a:moveTo>
                  <a:cubicBezTo>
                    <a:pt x="30" y="47"/>
                    <a:pt x="52" y="22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26" name="Freeform 917">
              <a:extLst>
                <a:ext uri="{FF2B5EF4-FFF2-40B4-BE49-F238E27FC236}">
                  <a16:creationId xmlns:a16="http://schemas.microsoft.com/office/drawing/2014/main" id="{9C474691-F0EA-45B1-8706-0F142E84B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762"/>
              <a:ext cx="69" cy="194"/>
            </a:xfrm>
            <a:custGeom>
              <a:avLst/>
              <a:gdLst>
                <a:gd name="T0" fmla="*/ 268 w 35"/>
                <a:gd name="T1" fmla="*/ 0 h 91"/>
                <a:gd name="T2" fmla="*/ 0 w 35"/>
                <a:gd name="T3" fmla="*/ 88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91">
                  <a:moveTo>
                    <a:pt x="35" y="0"/>
                  </a:moveTo>
                  <a:cubicBezTo>
                    <a:pt x="14" y="17"/>
                    <a:pt x="4" y="68"/>
                    <a:pt x="0" y="9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27" name="Freeform 918">
              <a:extLst>
                <a:ext uri="{FF2B5EF4-FFF2-40B4-BE49-F238E27FC236}">
                  <a16:creationId xmlns:a16="http://schemas.microsoft.com/office/drawing/2014/main" id="{6FE6F835-4EDC-41D6-A496-EBBCA756C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858"/>
              <a:ext cx="88" cy="157"/>
            </a:xfrm>
            <a:custGeom>
              <a:avLst/>
              <a:gdLst>
                <a:gd name="T0" fmla="*/ 352 w 44"/>
                <a:gd name="T1" fmla="*/ 0 h 74"/>
                <a:gd name="T2" fmla="*/ 0 w 44"/>
                <a:gd name="T3" fmla="*/ 70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74">
                  <a:moveTo>
                    <a:pt x="44" y="0"/>
                  </a:moveTo>
                  <a:cubicBezTo>
                    <a:pt x="32" y="5"/>
                    <a:pt x="5" y="58"/>
                    <a:pt x="0" y="7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28" name="Freeform 919">
              <a:extLst>
                <a:ext uri="{FF2B5EF4-FFF2-40B4-BE49-F238E27FC236}">
                  <a16:creationId xmlns:a16="http://schemas.microsoft.com/office/drawing/2014/main" id="{001388E7-58C1-44D6-803E-2D111A086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530"/>
              <a:ext cx="76" cy="85"/>
            </a:xfrm>
            <a:custGeom>
              <a:avLst/>
              <a:gdLst>
                <a:gd name="T0" fmla="*/ 304 w 38"/>
                <a:gd name="T1" fmla="*/ 0 h 40"/>
                <a:gd name="T2" fmla="*/ 0 w 38"/>
                <a:gd name="T3" fmla="*/ 38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0">
                  <a:moveTo>
                    <a:pt x="38" y="0"/>
                  </a:moveTo>
                  <a:cubicBezTo>
                    <a:pt x="31" y="11"/>
                    <a:pt x="11" y="30"/>
                    <a:pt x="0" y="4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29" name="Freeform 920">
              <a:extLst>
                <a:ext uri="{FF2B5EF4-FFF2-40B4-BE49-F238E27FC236}">
                  <a16:creationId xmlns:a16="http://schemas.microsoft.com/office/drawing/2014/main" id="{5D25AEFA-FD4C-4DBF-9ACB-3BA18878F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611"/>
              <a:ext cx="52" cy="25"/>
            </a:xfrm>
            <a:custGeom>
              <a:avLst/>
              <a:gdLst>
                <a:gd name="T0" fmla="*/ 0 w 26"/>
                <a:gd name="T1" fmla="*/ 108 h 12"/>
                <a:gd name="T2" fmla="*/ 208 w 2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">
                  <a:moveTo>
                    <a:pt x="0" y="12"/>
                  </a:moveTo>
                  <a:cubicBezTo>
                    <a:pt x="12" y="9"/>
                    <a:pt x="26" y="0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30" name="Freeform 921">
              <a:extLst>
                <a:ext uri="{FF2B5EF4-FFF2-40B4-BE49-F238E27FC236}">
                  <a16:creationId xmlns:a16="http://schemas.microsoft.com/office/drawing/2014/main" id="{B07EDE77-A98D-4F5A-835D-4F1FAD51C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679"/>
              <a:ext cx="25" cy="125"/>
            </a:xfrm>
            <a:custGeom>
              <a:avLst/>
              <a:gdLst>
                <a:gd name="T0" fmla="*/ 92 w 13"/>
                <a:gd name="T1" fmla="*/ 0 h 59"/>
                <a:gd name="T2" fmla="*/ 8 w 13"/>
                <a:gd name="T3" fmla="*/ 561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9">
                  <a:moveTo>
                    <a:pt x="13" y="0"/>
                  </a:moveTo>
                  <a:cubicBezTo>
                    <a:pt x="2" y="16"/>
                    <a:pt x="0" y="46"/>
                    <a:pt x="1" y="5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31" name="Freeform 922">
              <a:extLst>
                <a:ext uri="{FF2B5EF4-FFF2-40B4-BE49-F238E27FC236}">
                  <a16:creationId xmlns:a16="http://schemas.microsoft.com/office/drawing/2014/main" id="{CEBD3E89-EC63-42C9-83B8-63D6FA188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730"/>
              <a:ext cx="111" cy="96"/>
            </a:xfrm>
            <a:custGeom>
              <a:avLst/>
              <a:gdLst>
                <a:gd name="T0" fmla="*/ 436 w 56"/>
                <a:gd name="T1" fmla="*/ 0 h 45"/>
                <a:gd name="T2" fmla="*/ 0 w 56"/>
                <a:gd name="T3" fmla="*/ 43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45">
                  <a:moveTo>
                    <a:pt x="56" y="0"/>
                  </a:moveTo>
                  <a:cubicBezTo>
                    <a:pt x="49" y="17"/>
                    <a:pt x="17" y="38"/>
                    <a:pt x="0" y="4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32" name="Freeform 923">
              <a:extLst>
                <a:ext uri="{FF2B5EF4-FFF2-40B4-BE49-F238E27FC236}">
                  <a16:creationId xmlns:a16="http://schemas.microsoft.com/office/drawing/2014/main" id="{FB84216E-351E-44DC-A573-CE71876FE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775"/>
              <a:ext cx="130" cy="115"/>
            </a:xfrm>
            <a:custGeom>
              <a:avLst/>
              <a:gdLst>
                <a:gd name="T0" fmla="*/ 520 w 65"/>
                <a:gd name="T1" fmla="*/ 0 h 54"/>
                <a:gd name="T2" fmla="*/ 0 w 65"/>
                <a:gd name="T3" fmla="*/ 522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54">
                  <a:moveTo>
                    <a:pt x="65" y="0"/>
                  </a:moveTo>
                  <a:cubicBezTo>
                    <a:pt x="58" y="15"/>
                    <a:pt x="43" y="45"/>
                    <a:pt x="0" y="5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33" name="Freeform 924">
              <a:extLst>
                <a:ext uri="{FF2B5EF4-FFF2-40B4-BE49-F238E27FC236}">
                  <a16:creationId xmlns:a16="http://schemas.microsoft.com/office/drawing/2014/main" id="{A305AC03-95A5-458C-BDFA-E8E2EC0F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879"/>
              <a:ext cx="126" cy="79"/>
            </a:xfrm>
            <a:custGeom>
              <a:avLst/>
              <a:gdLst>
                <a:gd name="T0" fmla="*/ 504 w 63"/>
                <a:gd name="T1" fmla="*/ 0 h 37"/>
                <a:gd name="T2" fmla="*/ 0 w 63"/>
                <a:gd name="T3" fmla="*/ 36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37">
                  <a:moveTo>
                    <a:pt x="63" y="0"/>
                  </a:moveTo>
                  <a:cubicBezTo>
                    <a:pt x="52" y="17"/>
                    <a:pt x="32" y="33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34" name="Freeform 925">
              <a:extLst>
                <a:ext uri="{FF2B5EF4-FFF2-40B4-BE49-F238E27FC236}">
                  <a16:creationId xmlns:a16="http://schemas.microsoft.com/office/drawing/2014/main" id="{38E01C36-5516-4480-95F2-BF57B3E9E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958"/>
              <a:ext cx="36" cy="61"/>
            </a:xfrm>
            <a:custGeom>
              <a:avLst/>
              <a:gdLst>
                <a:gd name="T0" fmla="*/ 144 w 18"/>
                <a:gd name="T1" fmla="*/ 0 h 29"/>
                <a:gd name="T2" fmla="*/ 0 w 18"/>
                <a:gd name="T3" fmla="*/ 26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9">
                  <a:moveTo>
                    <a:pt x="18" y="0"/>
                  </a:moveTo>
                  <a:cubicBezTo>
                    <a:pt x="12" y="13"/>
                    <a:pt x="1" y="29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35" name="Freeform 926">
              <a:extLst>
                <a:ext uri="{FF2B5EF4-FFF2-40B4-BE49-F238E27FC236}">
                  <a16:creationId xmlns:a16="http://schemas.microsoft.com/office/drawing/2014/main" id="{50942D8A-B5AA-4B72-B79E-A5F7B8E2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926"/>
              <a:ext cx="88" cy="91"/>
            </a:xfrm>
            <a:custGeom>
              <a:avLst/>
              <a:gdLst>
                <a:gd name="T0" fmla="*/ 0 w 44"/>
                <a:gd name="T1" fmla="*/ 408 h 43"/>
                <a:gd name="T2" fmla="*/ 352 w 44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3">
                  <a:moveTo>
                    <a:pt x="0" y="43"/>
                  </a:moveTo>
                  <a:cubicBezTo>
                    <a:pt x="19" y="35"/>
                    <a:pt x="35" y="14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36" name="Freeform 927">
              <a:extLst>
                <a:ext uri="{FF2B5EF4-FFF2-40B4-BE49-F238E27FC236}">
                  <a16:creationId xmlns:a16="http://schemas.microsoft.com/office/drawing/2014/main" id="{7BD4C159-D56C-49C5-AB61-8887938F0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813"/>
              <a:ext cx="28" cy="119"/>
            </a:xfrm>
            <a:custGeom>
              <a:avLst/>
              <a:gdLst>
                <a:gd name="T0" fmla="*/ 112 w 14"/>
                <a:gd name="T1" fmla="*/ 0 h 56"/>
                <a:gd name="T2" fmla="*/ 24 w 14"/>
                <a:gd name="T3" fmla="*/ 53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14" y="0"/>
                  </a:moveTo>
                  <a:cubicBezTo>
                    <a:pt x="6" y="14"/>
                    <a:pt x="0" y="39"/>
                    <a:pt x="3" y="5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37" name="Freeform 928">
              <a:extLst>
                <a:ext uri="{FF2B5EF4-FFF2-40B4-BE49-F238E27FC236}">
                  <a16:creationId xmlns:a16="http://schemas.microsoft.com/office/drawing/2014/main" id="{FE79A153-23E8-4F35-88A4-26A669C73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860"/>
              <a:ext cx="50" cy="138"/>
            </a:xfrm>
            <a:custGeom>
              <a:avLst/>
              <a:gdLst>
                <a:gd name="T0" fmla="*/ 200 w 25"/>
                <a:gd name="T1" fmla="*/ 0 h 65"/>
                <a:gd name="T2" fmla="*/ 64 w 25"/>
                <a:gd name="T3" fmla="*/ 62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5">
                  <a:moveTo>
                    <a:pt x="25" y="0"/>
                  </a:moveTo>
                  <a:cubicBezTo>
                    <a:pt x="4" y="17"/>
                    <a:pt x="0" y="47"/>
                    <a:pt x="8" y="6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38" name="Freeform 929">
              <a:extLst>
                <a:ext uri="{FF2B5EF4-FFF2-40B4-BE49-F238E27FC236}">
                  <a16:creationId xmlns:a16="http://schemas.microsoft.com/office/drawing/2014/main" id="{7E869001-C7E4-4529-BAD1-3D7857704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911"/>
              <a:ext cx="100" cy="76"/>
            </a:xfrm>
            <a:custGeom>
              <a:avLst/>
              <a:gdLst>
                <a:gd name="T0" fmla="*/ 400 w 50"/>
                <a:gd name="T1" fmla="*/ 0 h 36"/>
                <a:gd name="T2" fmla="*/ 0 w 50"/>
                <a:gd name="T3" fmla="*/ 33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6">
                  <a:moveTo>
                    <a:pt x="50" y="0"/>
                  </a:moveTo>
                  <a:cubicBezTo>
                    <a:pt x="46" y="12"/>
                    <a:pt x="11" y="32"/>
                    <a:pt x="0" y="3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39" name="Freeform 930">
              <a:extLst>
                <a:ext uri="{FF2B5EF4-FFF2-40B4-BE49-F238E27FC236}">
                  <a16:creationId xmlns:a16="http://schemas.microsoft.com/office/drawing/2014/main" id="{214FF129-7FEA-4D4C-872D-81B4D9F4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953"/>
              <a:ext cx="30" cy="66"/>
            </a:xfrm>
            <a:custGeom>
              <a:avLst/>
              <a:gdLst>
                <a:gd name="T0" fmla="*/ 120 w 15"/>
                <a:gd name="T1" fmla="*/ 0 h 31"/>
                <a:gd name="T2" fmla="*/ 0 w 15"/>
                <a:gd name="T3" fmla="*/ 30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15" y="0"/>
                  </a:moveTo>
                  <a:cubicBezTo>
                    <a:pt x="12" y="11"/>
                    <a:pt x="6" y="27"/>
                    <a:pt x="0" y="3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40" name="Freeform 931">
              <a:extLst>
                <a:ext uri="{FF2B5EF4-FFF2-40B4-BE49-F238E27FC236}">
                  <a16:creationId xmlns:a16="http://schemas.microsoft.com/office/drawing/2014/main" id="{BFED3884-9E92-4CC9-B63A-AD4FE2CD7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800"/>
              <a:ext cx="187" cy="64"/>
            </a:xfrm>
            <a:custGeom>
              <a:avLst/>
              <a:gdLst>
                <a:gd name="T0" fmla="*/ 0 w 94"/>
                <a:gd name="T1" fmla="*/ 265 h 30"/>
                <a:gd name="T2" fmla="*/ 740 w 94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30">
                  <a:moveTo>
                    <a:pt x="0" y="27"/>
                  </a:moveTo>
                  <a:cubicBezTo>
                    <a:pt x="33" y="30"/>
                    <a:pt x="82" y="12"/>
                    <a:pt x="9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41" name="Freeform 932">
              <a:extLst>
                <a:ext uri="{FF2B5EF4-FFF2-40B4-BE49-F238E27FC236}">
                  <a16:creationId xmlns:a16="http://schemas.microsoft.com/office/drawing/2014/main" id="{3A6CE65B-D146-48EF-B536-59814763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783"/>
              <a:ext cx="190" cy="40"/>
            </a:xfrm>
            <a:custGeom>
              <a:avLst/>
              <a:gdLst>
                <a:gd name="T0" fmla="*/ 0 w 95"/>
                <a:gd name="T1" fmla="*/ 67 h 19"/>
                <a:gd name="T2" fmla="*/ 760 w 95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19">
                  <a:moveTo>
                    <a:pt x="0" y="7"/>
                  </a:moveTo>
                  <a:cubicBezTo>
                    <a:pt x="21" y="19"/>
                    <a:pt x="55" y="19"/>
                    <a:pt x="9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42" name="Freeform 933">
              <a:extLst>
                <a:ext uri="{FF2B5EF4-FFF2-40B4-BE49-F238E27FC236}">
                  <a16:creationId xmlns:a16="http://schemas.microsoft.com/office/drawing/2014/main" id="{8007AE04-D97E-453C-A33F-C2512DB6F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732"/>
              <a:ext cx="128" cy="23"/>
            </a:xfrm>
            <a:custGeom>
              <a:avLst/>
              <a:gdLst>
                <a:gd name="T0" fmla="*/ 0 w 64"/>
                <a:gd name="T1" fmla="*/ 56 h 11"/>
                <a:gd name="T2" fmla="*/ 512 w 6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1">
                  <a:moveTo>
                    <a:pt x="0" y="6"/>
                  </a:moveTo>
                  <a:cubicBezTo>
                    <a:pt x="33" y="11"/>
                    <a:pt x="64" y="0"/>
                    <a:pt x="6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43" name="Freeform 934">
              <a:extLst>
                <a:ext uri="{FF2B5EF4-FFF2-40B4-BE49-F238E27FC236}">
                  <a16:creationId xmlns:a16="http://schemas.microsoft.com/office/drawing/2014/main" id="{208BCFD5-3278-4C42-B00D-6C8777154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743"/>
              <a:ext cx="158" cy="55"/>
            </a:xfrm>
            <a:custGeom>
              <a:avLst/>
              <a:gdLst>
                <a:gd name="T0" fmla="*/ 0 w 79"/>
                <a:gd name="T1" fmla="*/ 133 h 26"/>
                <a:gd name="T2" fmla="*/ 632 w 7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26">
                  <a:moveTo>
                    <a:pt x="0" y="14"/>
                  </a:moveTo>
                  <a:cubicBezTo>
                    <a:pt x="19" y="19"/>
                    <a:pt x="48" y="26"/>
                    <a:pt x="7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44" name="Freeform 935">
              <a:extLst>
                <a:ext uri="{FF2B5EF4-FFF2-40B4-BE49-F238E27FC236}">
                  <a16:creationId xmlns:a16="http://schemas.microsoft.com/office/drawing/2014/main" id="{45F7984F-7546-4087-88FA-91708F2AC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777"/>
              <a:ext cx="86" cy="17"/>
            </a:xfrm>
            <a:custGeom>
              <a:avLst/>
              <a:gdLst>
                <a:gd name="T0" fmla="*/ 0 w 43"/>
                <a:gd name="T1" fmla="*/ 0 h 8"/>
                <a:gd name="T2" fmla="*/ 344 w 43"/>
                <a:gd name="T3" fmla="*/ 1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8">
                  <a:moveTo>
                    <a:pt x="0" y="0"/>
                  </a:moveTo>
                  <a:cubicBezTo>
                    <a:pt x="27" y="8"/>
                    <a:pt x="43" y="2"/>
                    <a:pt x="43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45" name="Freeform 936">
              <a:extLst>
                <a:ext uri="{FF2B5EF4-FFF2-40B4-BE49-F238E27FC236}">
                  <a16:creationId xmlns:a16="http://schemas.microsoft.com/office/drawing/2014/main" id="{C93630C5-9AFA-4A63-802E-EFCBC92FF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545"/>
              <a:ext cx="122" cy="170"/>
            </a:xfrm>
            <a:custGeom>
              <a:avLst/>
              <a:gdLst>
                <a:gd name="T0" fmla="*/ 0 w 61"/>
                <a:gd name="T1" fmla="*/ 767 h 80"/>
                <a:gd name="T2" fmla="*/ 488 w 61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80">
                  <a:moveTo>
                    <a:pt x="0" y="80"/>
                  </a:moveTo>
                  <a:cubicBezTo>
                    <a:pt x="31" y="62"/>
                    <a:pt x="53" y="25"/>
                    <a:pt x="6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46" name="Freeform 937">
              <a:extLst>
                <a:ext uri="{FF2B5EF4-FFF2-40B4-BE49-F238E27FC236}">
                  <a16:creationId xmlns:a16="http://schemas.microsoft.com/office/drawing/2014/main" id="{B7207117-00D2-4628-9266-BD5C8D219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751"/>
              <a:ext cx="120" cy="217"/>
            </a:xfrm>
            <a:custGeom>
              <a:avLst/>
              <a:gdLst>
                <a:gd name="T0" fmla="*/ 480 w 60"/>
                <a:gd name="T1" fmla="*/ 0 h 102"/>
                <a:gd name="T2" fmla="*/ 0 w 60"/>
                <a:gd name="T3" fmla="*/ 98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02">
                  <a:moveTo>
                    <a:pt x="60" y="0"/>
                  </a:moveTo>
                  <a:cubicBezTo>
                    <a:pt x="59" y="22"/>
                    <a:pt x="40" y="69"/>
                    <a:pt x="0" y="10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47" name="Freeform 938">
              <a:extLst>
                <a:ext uri="{FF2B5EF4-FFF2-40B4-BE49-F238E27FC236}">
                  <a16:creationId xmlns:a16="http://schemas.microsoft.com/office/drawing/2014/main" id="{5ABD5DC2-18B2-4BCB-8586-CDF049271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660"/>
              <a:ext cx="137" cy="213"/>
            </a:xfrm>
            <a:custGeom>
              <a:avLst/>
              <a:gdLst>
                <a:gd name="T0" fmla="*/ 540 w 69"/>
                <a:gd name="T1" fmla="*/ 0 h 100"/>
                <a:gd name="T2" fmla="*/ 0 w 69"/>
                <a:gd name="T3" fmla="*/ 967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100">
                  <a:moveTo>
                    <a:pt x="69" y="0"/>
                  </a:moveTo>
                  <a:cubicBezTo>
                    <a:pt x="63" y="20"/>
                    <a:pt x="39" y="68"/>
                    <a:pt x="0" y="10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48" name="Freeform 939">
              <a:extLst>
                <a:ext uri="{FF2B5EF4-FFF2-40B4-BE49-F238E27FC236}">
                  <a16:creationId xmlns:a16="http://schemas.microsoft.com/office/drawing/2014/main" id="{A6D90AD7-C177-4290-B2CE-A81E35A50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809"/>
              <a:ext cx="104" cy="136"/>
            </a:xfrm>
            <a:custGeom>
              <a:avLst/>
              <a:gdLst>
                <a:gd name="T0" fmla="*/ 416 w 52"/>
                <a:gd name="T1" fmla="*/ 0 h 64"/>
                <a:gd name="T2" fmla="*/ 0 w 52"/>
                <a:gd name="T3" fmla="*/ 614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4">
                  <a:moveTo>
                    <a:pt x="52" y="0"/>
                  </a:moveTo>
                  <a:cubicBezTo>
                    <a:pt x="50" y="33"/>
                    <a:pt x="34" y="49"/>
                    <a:pt x="0" y="6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49" name="Freeform 940">
              <a:extLst>
                <a:ext uri="{FF2B5EF4-FFF2-40B4-BE49-F238E27FC236}">
                  <a16:creationId xmlns:a16="http://schemas.microsoft.com/office/drawing/2014/main" id="{219BB1CE-4B99-4C0D-BA20-8134AA8A1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936"/>
              <a:ext cx="12" cy="79"/>
            </a:xfrm>
            <a:custGeom>
              <a:avLst/>
              <a:gdLst>
                <a:gd name="T0" fmla="*/ 48 w 6"/>
                <a:gd name="T1" fmla="*/ 0 h 37"/>
                <a:gd name="T2" fmla="*/ 0 w 6"/>
                <a:gd name="T3" fmla="*/ 36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7">
                  <a:moveTo>
                    <a:pt x="6" y="0"/>
                  </a:moveTo>
                  <a:cubicBezTo>
                    <a:pt x="6" y="11"/>
                    <a:pt x="4" y="33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50" name="Freeform 941">
              <a:extLst>
                <a:ext uri="{FF2B5EF4-FFF2-40B4-BE49-F238E27FC236}">
                  <a16:creationId xmlns:a16="http://schemas.microsoft.com/office/drawing/2014/main" id="{89B75B73-2066-474B-83ED-63A519D2C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896"/>
              <a:ext cx="82" cy="117"/>
            </a:xfrm>
            <a:custGeom>
              <a:avLst/>
              <a:gdLst>
                <a:gd name="T0" fmla="*/ 0 w 41"/>
                <a:gd name="T1" fmla="*/ 530 h 55"/>
                <a:gd name="T2" fmla="*/ 328 w 4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5">
                  <a:moveTo>
                    <a:pt x="0" y="55"/>
                  </a:moveTo>
                  <a:cubicBezTo>
                    <a:pt x="22" y="43"/>
                    <a:pt x="32" y="21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51" name="Freeform 942">
              <a:extLst>
                <a:ext uri="{FF2B5EF4-FFF2-40B4-BE49-F238E27FC236}">
                  <a16:creationId xmlns:a16="http://schemas.microsoft.com/office/drawing/2014/main" id="{2C142B90-71DA-4C99-80D5-DF52D0F0D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726"/>
              <a:ext cx="101" cy="208"/>
            </a:xfrm>
            <a:custGeom>
              <a:avLst/>
              <a:gdLst>
                <a:gd name="T0" fmla="*/ 372 w 51"/>
                <a:gd name="T1" fmla="*/ 0 h 98"/>
                <a:gd name="T2" fmla="*/ 0 w 51"/>
                <a:gd name="T3" fmla="*/ 936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98">
                  <a:moveTo>
                    <a:pt x="48" y="0"/>
                  </a:moveTo>
                  <a:cubicBezTo>
                    <a:pt x="51" y="16"/>
                    <a:pt x="38" y="62"/>
                    <a:pt x="0" y="9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52" name="Freeform 943">
              <a:extLst>
                <a:ext uri="{FF2B5EF4-FFF2-40B4-BE49-F238E27FC236}">
                  <a16:creationId xmlns:a16="http://schemas.microsoft.com/office/drawing/2014/main" id="{92F76BD5-7914-4938-8E20-51BBFE895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592"/>
              <a:ext cx="64" cy="161"/>
            </a:xfrm>
            <a:custGeom>
              <a:avLst/>
              <a:gdLst>
                <a:gd name="T0" fmla="*/ 0 w 32"/>
                <a:gd name="T1" fmla="*/ 722 h 76"/>
                <a:gd name="T2" fmla="*/ 256 w 32"/>
                <a:gd name="T3" fmla="*/ 0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6">
                  <a:moveTo>
                    <a:pt x="0" y="76"/>
                  </a:moveTo>
                  <a:cubicBezTo>
                    <a:pt x="22" y="58"/>
                    <a:pt x="31" y="28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53" name="Freeform 944">
              <a:extLst>
                <a:ext uri="{FF2B5EF4-FFF2-40B4-BE49-F238E27FC236}">
                  <a16:creationId xmlns:a16="http://schemas.microsoft.com/office/drawing/2014/main" id="{F7DF2DBE-EAA6-427E-900E-ED0D12DA2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66"/>
              <a:ext cx="88" cy="151"/>
            </a:xfrm>
            <a:custGeom>
              <a:avLst/>
              <a:gdLst>
                <a:gd name="T0" fmla="*/ 0 w 44"/>
                <a:gd name="T1" fmla="*/ 683 h 71"/>
                <a:gd name="T2" fmla="*/ 352 w 44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71">
                  <a:moveTo>
                    <a:pt x="0" y="71"/>
                  </a:moveTo>
                  <a:cubicBezTo>
                    <a:pt x="24" y="60"/>
                    <a:pt x="44" y="31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54" name="Freeform 945">
              <a:extLst>
                <a:ext uri="{FF2B5EF4-FFF2-40B4-BE49-F238E27FC236}">
                  <a16:creationId xmlns:a16="http://schemas.microsoft.com/office/drawing/2014/main" id="{61716BBA-8FBE-4DD7-AF62-4C9D801B1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864"/>
              <a:ext cx="56" cy="149"/>
            </a:xfrm>
            <a:custGeom>
              <a:avLst/>
              <a:gdLst>
                <a:gd name="T0" fmla="*/ 224 w 28"/>
                <a:gd name="T1" fmla="*/ 0 h 70"/>
                <a:gd name="T2" fmla="*/ 0 w 28"/>
                <a:gd name="T3" fmla="*/ 675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0">
                  <a:moveTo>
                    <a:pt x="28" y="0"/>
                  </a:moveTo>
                  <a:cubicBezTo>
                    <a:pt x="28" y="19"/>
                    <a:pt x="13" y="59"/>
                    <a:pt x="0" y="7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55" name="Freeform 946">
              <a:extLst>
                <a:ext uri="{FF2B5EF4-FFF2-40B4-BE49-F238E27FC236}">
                  <a16:creationId xmlns:a16="http://schemas.microsoft.com/office/drawing/2014/main" id="{489053B2-5A90-4F7C-AF42-A8FBF10CF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775"/>
              <a:ext cx="79" cy="202"/>
            </a:xfrm>
            <a:custGeom>
              <a:avLst/>
              <a:gdLst>
                <a:gd name="T0" fmla="*/ 269 w 40"/>
                <a:gd name="T1" fmla="*/ 0 h 95"/>
                <a:gd name="T2" fmla="*/ 0 w 40"/>
                <a:gd name="T3" fmla="*/ 914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5">
                  <a:moveTo>
                    <a:pt x="35" y="0"/>
                  </a:moveTo>
                  <a:cubicBezTo>
                    <a:pt x="40" y="21"/>
                    <a:pt x="36" y="77"/>
                    <a:pt x="0" y="9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56" name="Freeform 947">
              <a:extLst>
                <a:ext uri="{FF2B5EF4-FFF2-40B4-BE49-F238E27FC236}">
                  <a16:creationId xmlns:a16="http://schemas.microsoft.com/office/drawing/2014/main" id="{382B5620-4812-42F2-883E-590C1081A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698"/>
              <a:ext cx="52" cy="194"/>
            </a:xfrm>
            <a:custGeom>
              <a:avLst/>
              <a:gdLst>
                <a:gd name="T0" fmla="*/ 0 w 26"/>
                <a:gd name="T1" fmla="*/ 883 h 91"/>
                <a:gd name="T2" fmla="*/ 208 w 26"/>
                <a:gd name="T3" fmla="*/ 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1">
                  <a:moveTo>
                    <a:pt x="0" y="91"/>
                  </a:moveTo>
                  <a:cubicBezTo>
                    <a:pt x="12" y="83"/>
                    <a:pt x="26" y="38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57" name="Freeform 948">
              <a:extLst>
                <a:ext uri="{FF2B5EF4-FFF2-40B4-BE49-F238E27FC236}">
                  <a16:creationId xmlns:a16="http://schemas.microsoft.com/office/drawing/2014/main" id="{5302FF04-4AD6-4C1A-B1BA-5718CA327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677"/>
              <a:ext cx="70" cy="138"/>
            </a:xfrm>
            <a:custGeom>
              <a:avLst/>
              <a:gdLst>
                <a:gd name="T0" fmla="*/ 280 w 35"/>
                <a:gd name="T1" fmla="*/ 0 h 65"/>
                <a:gd name="T2" fmla="*/ 0 w 35"/>
                <a:gd name="T3" fmla="*/ 62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5">
                  <a:moveTo>
                    <a:pt x="35" y="0"/>
                  </a:moveTo>
                  <a:cubicBezTo>
                    <a:pt x="17" y="10"/>
                    <a:pt x="10" y="44"/>
                    <a:pt x="0" y="6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58" name="Freeform 949">
              <a:extLst>
                <a:ext uri="{FF2B5EF4-FFF2-40B4-BE49-F238E27FC236}">
                  <a16:creationId xmlns:a16="http://schemas.microsoft.com/office/drawing/2014/main" id="{2A521C51-B241-467B-896A-575E674AD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696"/>
              <a:ext cx="70" cy="96"/>
            </a:xfrm>
            <a:custGeom>
              <a:avLst/>
              <a:gdLst>
                <a:gd name="T0" fmla="*/ 0 w 35"/>
                <a:gd name="T1" fmla="*/ 437 h 45"/>
                <a:gd name="T2" fmla="*/ 280 w 35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5">
                  <a:moveTo>
                    <a:pt x="0" y="45"/>
                  </a:moveTo>
                  <a:cubicBezTo>
                    <a:pt x="14" y="10"/>
                    <a:pt x="35" y="0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59" name="Freeform 950">
              <a:extLst>
                <a:ext uri="{FF2B5EF4-FFF2-40B4-BE49-F238E27FC236}">
                  <a16:creationId xmlns:a16="http://schemas.microsoft.com/office/drawing/2014/main" id="{51445E18-1312-4C99-AA96-DAAA416AE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862"/>
              <a:ext cx="28" cy="13"/>
            </a:xfrm>
            <a:custGeom>
              <a:avLst/>
              <a:gdLst>
                <a:gd name="T0" fmla="*/ 0 w 14"/>
                <a:gd name="T1" fmla="*/ 61 h 6"/>
                <a:gd name="T2" fmla="*/ 112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8" y="4"/>
                    <a:pt x="14" y="0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60" name="Freeform 951">
              <a:extLst>
                <a:ext uri="{FF2B5EF4-FFF2-40B4-BE49-F238E27FC236}">
                  <a16:creationId xmlns:a16="http://schemas.microsoft.com/office/drawing/2014/main" id="{F100760E-704C-44EC-9260-1886D8B9E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577"/>
              <a:ext cx="32" cy="136"/>
            </a:xfrm>
            <a:custGeom>
              <a:avLst/>
              <a:gdLst>
                <a:gd name="T0" fmla="*/ 128 w 16"/>
                <a:gd name="T1" fmla="*/ 0 h 64"/>
                <a:gd name="T2" fmla="*/ 0 w 16"/>
                <a:gd name="T3" fmla="*/ 614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4">
                  <a:moveTo>
                    <a:pt x="16" y="0"/>
                  </a:moveTo>
                  <a:cubicBezTo>
                    <a:pt x="15" y="21"/>
                    <a:pt x="13" y="44"/>
                    <a:pt x="0" y="6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61" name="Freeform 952">
              <a:extLst>
                <a:ext uri="{FF2B5EF4-FFF2-40B4-BE49-F238E27FC236}">
                  <a16:creationId xmlns:a16="http://schemas.microsoft.com/office/drawing/2014/main" id="{669AB00D-82D6-440C-A715-3C309D211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360"/>
              <a:ext cx="116" cy="185"/>
            </a:xfrm>
            <a:custGeom>
              <a:avLst/>
              <a:gdLst>
                <a:gd name="T0" fmla="*/ 464 w 58"/>
                <a:gd name="T1" fmla="*/ 0 h 87"/>
                <a:gd name="T2" fmla="*/ 0 w 58"/>
                <a:gd name="T3" fmla="*/ 836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7">
                  <a:moveTo>
                    <a:pt x="58" y="0"/>
                  </a:moveTo>
                  <a:cubicBezTo>
                    <a:pt x="55" y="26"/>
                    <a:pt x="20" y="79"/>
                    <a:pt x="0" y="8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62" name="Freeform 953">
              <a:extLst>
                <a:ext uri="{FF2B5EF4-FFF2-40B4-BE49-F238E27FC236}">
                  <a16:creationId xmlns:a16="http://schemas.microsoft.com/office/drawing/2014/main" id="{CF85A187-C511-49DE-97BD-61D608876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500"/>
              <a:ext cx="72" cy="119"/>
            </a:xfrm>
            <a:custGeom>
              <a:avLst/>
              <a:gdLst>
                <a:gd name="T0" fmla="*/ 0 w 36"/>
                <a:gd name="T1" fmla="*/ 538 h 56"/>
                <a:gd name="T2" fmla="*/ 288 w 36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6">
                  <a:moveTo>
                    <a:pt x="0" y="56"/>
                  </a:moveTo>
                  <a:cubicBezTo>
                    <a:pt x="22" y="44"/>
                    <a:pt x="36" y="0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63" name="Freeform 954">
              <a:extLst>
                <a:ext uri="{FF2B5EF4-FFF2-40B4-BE49-F238E27FC236}">
                  <a16:creationId xmlns:a16="http://schemas.microsoft.com/office/drawing/2014/main" id="{1319609A-37DE-4A3A-90E6-1D32C1BD6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487"/>
              <a:ext cx="86" cy="60"/>
            </a:xfrm>
            <a:custGeom>
              <a:avLst/>
              <a:gdLst>
                <a:gd name="T0" fmla="*/ 0 w 43"/>
                <a:gd name="T1" fmla="*/ 276 h 28"/>
                <a:gd name="T2" fmla="*/ 344 w 4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8">
                  <a:moveTo>
                    <a:pt x="0" y="28"/>
                  </a:moveTo>
                  <a:cubicBezTo>
                    <a:pt x="19" y="8"/>
                    <a:pt x="43" y="0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64" name="Freeform 955">
              <a:extLst>
                <a:ext uri="{FF2B5EF4-FFF2-40B4-BE49-F238E27FC236}">
                  <a16:creationId xmlns:a16="http://schemas.microsoft.com/office/drawing/2014/main" id="{071A16EF-0B66-44A6-BB30-2CEC92EBC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334"/>
              <a:ext cx="28" cy="126"/>
            </a:xfrm>
            <a:custGeom>
              <a:avLst/>
              <a:gdLst>
                <a:gd name="T0" fmla="*/ 24 w 14"/>
                <a:gd name="T1" fmla="*/ 574 h 59"/>
                <a:gd name="T2" fmla="*/ 0 w 14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9">
                  <a:moveTo>
                    <a:pt x="3" y="59"/>
                  </a:moveTo>
                  <a:cubicBezTo>
                    <a:pt x="14" y="31"/>
                    <a:pt x="2" y="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65" name="Freeform 956">
              <a:extLst>
                <a:ext uri="{FF2B5EF4-FFF2-40B4-BE49-F238E27FC236}">
                  <a16:creationId xmlns:a16="http://schemas.microsoft.com/office/drawing/2014/main" id="{BCF67F41-FDD1-4E65-9745-EBD03FEEF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202"/>
              <a:ext cx="137" cy="166"/>
            </a:xfrm>
            <a:custGeom>
              <a:avLst/>
              <a:gdLst>
                <a:gd name="T0" fmla="*/ 0 w 69"/>
                <a:gd name="T1" fmla="*/ 751 h 78"/>
                <a:gd name="T2" fmla="*/ 540 w 69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8">
                  <a:moveTo>
                    <a:pt x="0" y="78"/>
                  </a:moveTo>
                  <a:cubicBezTo>
                    <a:pt x="26" y="69"/>
                    <a:pt x="55" y="31"/>
                    <a:pt x="6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66" name="Freeform 957">
              <a:extLst>
                <a:ext uri="{FF2B5EF4-FFF2-40B4-BE49-F238E27FC236}">
                  <a16:creationId xmlns:a16="http://schemas.microsoft.com/office/drawing/2014/main" id="{5EF2FCC4-4DB0-43AD-902B-22001C75E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336"/>
              <a:ext cx="141" cy="60"/>
            </a:xfrm>
            <a:custGeom>
              <a:avLst/>
              <a:gdLst>
                <a:gd name="T0" fmla="*/ 0 w 71"/>
                <a:gd name="T1" fmla="*/ 276 h 28"/>
                <a:gd name="T2" fmla="*/ 556 w 71"/>
                <a:gd name="T3" fmla="*/ 1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8">
                  <a:moveTo>
                    <a:pt x="0" y="28"/>
                  </a:moveTo>
                  <a:cubicBezTo>
                    <a:pt x="26" y="4"/>
                    <a:pt x="59" y="0"/>
                    <a:pt x="71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67" name="Freeform 958">
              <a:extLst>
                <a:ext uri="{FF2B5EF4-FFF2-40B4-BE49-F238E27FC236}">
                  <a16:creationId xmlns:a16="http://schemas.microsoft.com/office/drawing/2014/main" id="{4B9CC129-18C4-46B9-8AB7-206242739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004"/>
              <a:ext cx="379" cy="279"/>
            </a:xfrm>
            <a:custGeom>
              <a:avLst/>
              <a:gdLst>
                <a:gd name="T0" fmla="*/ 0 w 190"/>
                <a:gd name="T1" fmla="*/ 1265 h 131"/>
                <a:gd name="T2" fmla="*/ 405 w 190"/>
                <a:gd name="T3" fmla="*/ 820 h 131"/>
                <a:gd name="T4" fmla="*/ 944 w 190"/>
                <a:gd name="T5" fmla="*/ 571 h 131"/>
                <a:gd name="T6" fmla="*/ 1508 w 19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131">
                  <a:moveTo>
                    <a:pt x="0" y="131"/>
                  </a:moveTo>
                  <a:cubicBezTo>
                    <a:pt x="16" y="118"/>
                    <a:pt x="37" y="98"/>
                    <a:pt x="51" y="85"/>
                  </a:cubicBezTo>
                  <a:cubicBezTo>
                    <a:pt x="74" y="67"/>
                    <a:pt x="77" y="76"/>
                    <a:pt x="119" y="59"/>
                  </a:cubicBezTo>
                  <a:cubicBezTo>
                    <a:pt x="162" y="42"/>
                    <a:pt x="173" y="17"/>
                    <a:pt x="19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68" name="Freeform 959">
              <a:extLst>
                <a:ext uri="{FF2B5EF4-FFF2-40B4-BE49-F238E27FC236}">
                  <a16:creationId xmlns:a16="http://schemas.microsoft.com/office/drawing/2014/main" id="{9C209FC2-D1D4-4F05-9D5D-8FAC9005E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100"/>
              <a:ext cx="72" cy="66"/>
            </a:xfrm>
            <a:custGeom>
              <a:avLst/>
              <a:gdLst>
                <a:gd name="T0" fmla="*/ 0 w 36"/>
                <a:gd name="T1" fmla="*/ 300 h 31"/>
                <a:gd name="T2" fmla="*/ 288 w 36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1">
                  <a:moveTo>
                    <a:pt x="0" y="31"/>
                  </a:moveTo>
                  <a:cubicBezTo>
                    <a:pt x="23" y="21"/>
                    <a:pt x="36" y="0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69" name="Freeform 960">
              <a:extLst>
                <a:ext uri="{FF2B5EF4-FFF2-40B4-BE49-F238E27FC236}">
                  <a16:creationId xmlns:a16="http://schemas.microsoft.com/office/drawing/2014/main" id="{DDC99D63-B234-40F1-A8E4-67CCB49EF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270"/>
              <a:ext cx="88" cy="73"/>
            </a:xfrm>
            <a:custGeom>
              <a:avLst/>
              <a:gdLst>
                <a:gd name="T0" fmla="*/ 0 w 44"/>
                <a:gd name="T1" fmla="*/ 337 h 34"/>
                <a:gd name="T2" fmla="*/ 352 w 44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4">
                  <a:moveTo>
                    <a:pt x="0" y="34"/>
                  </a:moveTo>
                  <a:cubicBezTo>
                    <a:pt x="26" y="25"/>
                    <a:pt x="44" y="0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70" name="Freeform 961">
              <a:extLst>
                <a:ext uri="{FF2B5EF4-FFF2-40B4-BE49-F238E27FC236}">
                  <a16:creationId xmlns:a16="http://schemas.microsoft.com/office/drawing/2014/main" id="{6BC65A33-CF26-4F9A-B272-D795EA774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060"/>
              <a:ext cx="207" cy="123"/>
            </a:xfrm>
            <a:custGeom>
              <a:avLst/>
              <a:gdLst>
                <a:gd name="T0" fmla="*/ 0 w 104"/>
                <a:gd name="T1" fmla="*/ 554 h 58"/>
                <a:gd name="T2" fmla="*/ 820 w 104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58">
                  <a:moveTo>
                    <a:pt x="0" y="58"/>
                  </a:moveTo>
                  <a:cubicBezTo>
                    <a:pt x="37" y="58"/>
                    <a:pt x="76" y="41"/>
                    <a:pt x="10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71" name="Freeform 962">
              <a:extLst>
                <a:ext uri="{FF2B5EF4-FFF2-40B4-BE49-F238E27FC236}">
                  <a16:creationId xmlns:a16="http://schemas.microsoft.com/office/drawing/2014/main" id="{87570B6E-B40F-4DD1-A98B-ABF3F308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979"/>
              <a:ext cx="281" cy="81"/>
            </a:xfrm>
            <a:custGeom>
              <a:avLst/>
              <a:gdLst>
                <a:gd name="T0" fmla="*/ 0 w 141"/>
                <a:gd name="T1" fmla="*/ 369 h 38"/>
                <a:gd name="T2" fmla="*/ 1116 w 141"/>
                <a:gd name="T3" fmla="*/ 2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1" h="38">
                  <a:moveTo>
                    <a:pt x="0" y="38"/>
                  </a:moveTo>
                  <a:cubicBezTo>
                    <a:pt x="40" y="3"/>
                    <a:pt x="75" y="0"/>
                    <a:pt x="141" y="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72" name="Freeform 963">
              <a:extLst>
                <a:ext uri="{FF2B5EF4-FFF2-40B4-BE49-F238E27FC236}">
                  <a16:creationId xmlns:a16="http://schemas.microsoft.com/office/drawing/2014/main" id="{E3FCD777-F62A-4181-AA72-61D840516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857"/>
              <a:ext cx="251" cy="81"/>
            </a:xfrm>
            <a:custGeom>
              <a:avLst/>
              <a:gdLst>
                <a:gd name="T0" fmla="*/ 0 w 126"/>
                <a:gd name="T1" fmla="*/ 369 h 38"/>
                <a:gd name="T2" fmla="*/ 996 w 126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38">
                  <a:moveTo>
                    <a:pt x="0" y="38"/>
                  </a:moveTo>
                  <a:cubicBezTo>
                    <a:pt x="33" y="36"/>
                    <a:pt x="93" y="19"/>
                    <a:pt x="12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73" name="Freeform 964">
              <a:extLst>
                <a:ext uri="{FF2B5EF4-FFF2-40B4-BE49-F238E27FC236}">
                  <a16:creationId xmlns:a16="http://schemas.microsoft.com/office/drawing/2014/main" id="{B481BEF5-BA9E-4C6D-A37E-C23A3122D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921"/>
              <a:ext cx="204" cy="102"/>
            </a:xfrm>
            <a:custGeom>
              <a:avLst/>
              <a:gdLst>
                <a:gd name="T0" fmla="*/ 0 w 102"/>
                <a:gd name="T1" fmla="*/ 461 h 48"/>
                <a:gd name="T2" fmla="*/ 816 w 102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48">
                  <a:moveTo>
                    <a:pt x="0" y="48"/>
                  </a:moveTo>
                  <a:cubicBezTo>
                    <a:pt x="28" y="45"/>
                    <a:pt x="62" y="36"/>
                    <a:pt x="10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74" name="Freeform 965">
              <a:extLst>
                <a:ext uri="{FF2B5EF4-FFF2-40B4-BE49-F238E27FC236}">
                  <a16:creationId xmlns:a16="http://schemas.microsoft.com/office/drawing/2014/main" id="{D7716AB6-FE29-40D8-9F10-7A1D4865C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930"/>
              <a:ext cx="221" cy="34"/>
            </a:xfrm>
            <a:custGeom>
              <a:avLst/>
              <a:gdLst>
                <a:gd name="T0" fmla="*/ 0 w 111"/>
                <a:gd name="T1" fmla="*/ 136 h 16"/>
                <a:gd name="T2" fmla="*/ 876 w 111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16">
                  <a:moveTo>
                    <a:pt x="0" y="14"/>
                  </a:moveTo>
                  <a:cubicBezTo>
                    <a:pt x="41" y="0"/>
                    <a:pt x="95" y="6"/>
                    <a:pt x="111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75" name="Freeform 966">
              <a:extLst>
                <a:ext uri="{FF2B5EF4-FFF2-40B4-BE49-F238E27FC236}">
                  <a16:creationId xmlns:a16="http://schemas.microsoft.com/office/drawing/2014/main" id="{18E2F3A2-40C9-4FDF-AE9C-58C3FE1B2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909"/>
              <a:ext cx="258" cy="44"/>
            </a:xfrm>
            <a:custGeom>
              <a:avLst/>
              <a:gdLst>
                <a:gd name="T0" fmla="*/ 0 w 129"/>
                <a:gd name="T1" fmla="*/ 149 h 21"/>
                <a:gd name="T2" fmla="*/ 1032 w 129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21">
                  <a:moveTo>
                    <a:pt x="0" y="16"/>
                  </a:moveTo>
                  <a:cubicBezTo>
                    <a:pt x="24" y="14"/>
                    <a:pt x="75" y="0"/>
                    <a:pt x="129" y="2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76" name="Freeform 967">
              <a:extLst>
                <a:ext uri="{FF2B5EF4-FFF2-40B4-BE49-F238E27FC236}">
                  <a16:creationId xmlns:a16="http://schemas.microsoft.com/office/drawing/2014/main" id="{D17E8EB8-6EEB-4CCC-913F-01472B6C8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04"/>
              <a:ext cx="132" cy="24"/>
            </a:xfrm>
            <a:custGeom>
              <a:avLst/>
              <a:gdLst>
                <a:gd name="T0" fmla="*/ 0 w 66"/>
                <a:gd name="T1" fmla="*/ 113 h 11"/>
                <a:gd name="T2" fmla="*/ 528 w 6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1">
                  <a:moveTo>
                    <a:pt x="0" y="11"/>
                  </a:moveTo>
                  <a:cubicBezTo>
                    <a:pt x="31" y="2"/>
                    <a:pt x="66" y="0"/>
                    <a:pt x="6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77" name="Freeform 968">
              <a:extLst>
                <a:ext uri="{FF2B5EF4-FFF2-40B4-BE49-F238E27FC236}">
                  <a16:creationId xmlns:a16="http://schemas.microsoft.com/office/drawing/2014/main" id="{0479AD10-16A0-4EB8-A04D-3B2757CAD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813"/>
              <a:ext cx="200" cy="34"/>
            </a:xfrm>
            <a:custGeom>
              <a:avLst/>
              <a:gdLst>
                <a:gd name="T0" fmla="*/ 0 w 100"/>
                <a:gd name="T1" fmla="*/ 145 h 16"/>
                <a:gd name="T2" fmla="*/ 800 w 10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6">
                  <a:moveTo>
                    <a:pt x="0" y="15"/>
                  </a:moveTo>
                  <a:cubicBezTo>
                    <a:pt x="38" y="16"/>
                    <a:pt x="100" y="0"/>
                    <a:pt x="10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78" name="Freeform 969">
              <a:extLst>
                <a:ext uri="{FF2B5EF4-FFF2-40B4-BE49-F238E27FC236}">
                  <a16:creationId xmlns:a16="http://schemas.microsoft.com/office/drawing/2014/main" id="{BBAF0C0A-5B0A-4DE3-965B-F5619609E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849"/>
              <a:ext cx="178" cy="91"/>
            </a:xfrm>
            <a:custGeom>
              <a:avLst/>
              <a:gdLst>
                <a:gd name="T0" fmla="*/ 0 w 89"/>
                <a:gd name="T1" fmla="*/ 408 h 43"/>
                <a:gd name="T2" fmla="*/ 712 w 89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43">
                  <a:moveTo>
                    <a:pt x="0" y="43"/>
                  </a:moveTo>
                  <a:cubicBezTo>
                    <a:pt x="30" y="40"/>
                    <a:pt x="78" y="11"/>
                    <a:pt x="8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79" name="Freeform 970">
              <a:extLst>
                <a:ext uri="{FF2B5EF4-FFF2-40B4-BE49-F238E27FC236}">
                  <a16:creationId xmlns:a16="http://schemas.microsoft.com/office/drawing/2014/main" id="{E7112E12-041F-48C0-BCCB-533BE4E94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857"/>
              <a:ext cx="172" cy="47"/>
            </a:xfrm>
            <a:custGeom>
              <a:avLst/>
              <a:gdLst>
                <a:gd name="T0" fmla="*/ 0 w 86"/>
                <a:gd name="T1" fmla="*/ 120 h 22"/>
                <a:gd name="T2" fmla="*/ 688 w 86"/>
                <a:gd name="T3" fmla="*/ 21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2">
                  <a:moveTo>
                    <a:pt x="0" y="12"/>
                  </a:moveTo>
                  <a:cubicBezTo>
                    <a:pt x="47" y="0"/>
                    <a:pt x="79" y="17"/>
                    <a:pt x="86" y="2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80" name="Freeform 971">
              <a:extLst>
                <a:ext uri="{FF2B5EF4-FFF2-40B4-BE49-F238E27FC236}">
                  <a16:creationId xmlns:a16="http://schemas.microsoft.com/office/drawing/2014/main" id="{21854655-D21F-48F1-AD44-C03601CDD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857"/>
              <a:ext cx="90" cy="22"/>
            </a:xfrm>
            <a:custGeom>
              <a:avLst/>
              <a:gdLst>
                <a:gd name="T0" fmla="*/ 0 w 45"/>
                <a:gd name="T1" fmla="*/ 106 h 10"/>
                <a:gd name="T2" fmla="*/ 360 w 4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">
                  <a:moveTo>
                    <a:pt x="0" y="10"/>
                  </a:moveTo>
                  <a:cubicBezTo>
                    <a:pt x="21" y="10"/>
                    <a:pt x="45" y="0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81" name="Freeform 972">
              <a:extLst>
                <a:ext uri="{FF2B5EF4-FFF2-40B4-BE49-F238E27FC236}">
                  <a16:creationId xmlns:a16="http://schemas.microsoft.com/office/drawing/2014/main" id="{1B8A6C57-B7BA-4522-9227-756422DCE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728"/>
              <a:ext cx="218" cy="359"/>
            </a:xfrm>
            <a:custGeom>
              <a:avLst/>
              <a:gdLst>
                <a:gd name="T0" fmla="*/ 872 w 109"/>
                <a:gd name="T1" fmla="*/ 0 h 169"/>
                <a:gd name="T2" fmla="*/ 552 w 109"/>
                <a:gd name="T3" fmla="*/ 690 h 169"/>
                <a:gd name="T4" fmla="*/ 72 w 109"/>
                <a:gd name="T5" fmla="*/ 1285 h 169"/>
                <a:gd name="T6" fmla="*/ 64 w 109"/>
                <a:gd name="T7" fmla="*/ 1621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69">
                  <a:moveTo>
                    <a:pt x="109" y="0"/>
                  </a:moveTo>
                  <a:cubicBezTo>
                    <a:pt x="91" y="21"/>
                    <a:pt x="75" y="48"/>
                    <a:pt x="69" y="72"/>
                  </a:cubicBezTo>
                  <a:cubicBezTo>
                    <a:pt x="66" y="82"/>
                    <a:pt x="17" y="115"/>
                    <a:pt x="9" y="134"/>
                  </a:cubicBezTo>
                  <a:cubicBezTo>
                    <a:pt x="0" y="148"/>
                    <a:pt x="8" y="169"/>
                    <a:pt x="8" y="16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82" name="Freeform 973">
              <a:extLst>
                <a:ext uri="{FF2B5EF4-FFF2-40B4-BE49-F238E27FC236}">
                  <a16:creationId xmlns:a16="http://schemas.microsoft.com/office/drawing/2014/main" id="{CBF7214F-4D3D-4F62-81DB-E2185D166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43"/>
              <a:ext cx="275" cy="59"/>
            </a:xfrm>
            <a:custGeom>
              <a:avLst/>
              <a:gdLst>
                <a:gd name="T0" fmla="*/ 0 w 138"/>
                <a:gd name="T1" fmla="*/ 261 h 28"/>
                <a:gd name="T2" fmla="*/ 703 w 138"/>
                <a:gd name="T3" fmla="*/ 8 h 28"/>
                <a:gd name="T4" fmla="*/ 1092 w 138"/>
                <a:gd name="T5" fmla="*/ 2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8">
                  <a:moveTo>
                    <a:pt x="0" y="28"/>
                  </a:moveTo>
                  <a:cubicBezTo>
                    <a:pt x="40" y="16"/>
                    <a:pt x="64" y="0"/>
                    <a:pt x="89" y="1"/>
                  </a:cubicBezTo>
                  <a:cubicBezTo>
                    <a:pt x="105" y="1"/>
                    <a:pt x="138" y="24"/>
                    <a:pt x="138" y="2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83" name="Freeform 974">
              <a:extLst>
                <a:ext uri="{FF2B5EF4-FFF2-40B4-BE49-F238E27FC236}">
                  <a16:creationId xmlns:a16="http://schemas.microsoft.com/office/drawing/2014/main" id="{C4A60249-7A7A-4EE9-9164-BFBE5A92D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230"/>
              <a:ext cx="254" cy="98"/>
            </a:xfrm>
            <a:custGeom>
              <a:avLst/>
              <a:gdLst>
                <a:gd name="T0" fmla="*/ 1016 w 127"/>
                <a:gd name="T1" fmla="*/ 96 h 46"/>
                <a:gd name="T2" fmla="*/ 0 w 127"/>
                <a:gd name="T3" fmla="*/ 445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46">
                  <a:moveTo>
                    <a:pt x="127" y="10"/>
                  </a:moveTo>
                  <a:cubicBezTo>
                    <a:pt x="84" y="0"/>
                    <a:pt x="43" y="10"/>
                    <a:pt x="0" y="4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84" name="Freeform 975">
              <a:extLst>
                <a:ext uri="{FF2B5EF4-FFF2-40B4-BE49-F238E27FC236}">
                  <a16:creationId xmlns:a16="http://schemas.microsoft.com/office/drawing/2014/main" id="{071DA48B-2443-47E0-946C-2C76137A1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732"/>
              <a:ext cx="174" cy="245"/>
            </a:xfrm>
            <a:custGeom>
              <a:avLst/>
              <a:gdLst>
                <a:gd name="T0" fmla="*/ 0 w 87"/>
                <a:gd name="T1" fmla="*/ 1112 h 115"/>
                <a:gd name="T2" fmla="*/ 696 w 87"/>
                <a:gd name="T3" fmla="*/ 0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15">
                  <a:moveTo>
                    <a:pt x="0" y="115"/>
                  </a:moveTo>
                  <a:cubicBezTo>
                    <a:pt x="15" y="61"/>
                    <a:pt x="63" y="13"/>
                    <a:pt x="8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85" name="Freeform 976">
              <a:extLst>
                <a:ext uri="{FF2B5EF4-FFF2-40B4-BE49-F238E27FC236}">
                  <a16:creationId xmlns:a16="http://schemas.microsoft.com/office/drawing/2014/main" id="{262CF5B0-AFD4-402F-A2E6-A4AF1F8AC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204"/>
              <a:ext cx="108" cy="37"/>
            </a:xfrm>
            <a:custGeom>
              <a:avLst/>
              <a:gdLst>
                <a:gd name="T0" fmla="*/ 0 w 54"/>
                <a:gd name="T1" fmla="*/ 176 h 17"/>
                <a:gd name="T2" fmla="*/ 432 w 5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">
                  <a:moveTo>
                    <a:pt x="0" y="17"/>
                  </a:moveTo>
                  <a:cubicBezTo>
                    <a:pt x="34" y="0"/>
                    <a:pt x="54" y="6"/>
                    <a:pt x="54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86" name="Freeform 977">
              <a:extLst>
                <a:ext uri="{FF2B5EF4-FFF2-40B4-BE49-F238E27FC236}">
                  <a16:creationId xmlns:a16="http://schemas.microsoft.com/office/drawing/2014/main" id="{76488650-545F-4E62-9D60-FF842CE87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79"/>
              <a:ext cx="254" cy="42"/>
            </a:xfrm>
            <a:custGeom>
              <a:avLst/>
              <a:gdLst>
                <a:gd name="T0" fmla="*/ 0 w 127"/>
                <a:gd name="T1" fmla="*/ 185 h 20"/>
                <a:gd name="T2" fmla="*/ 1016 w 1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20">
                  <a:moveTo>
                    <a:pt x="0" y="20"/>
                  </a:moveTo>
                  <a:cubicBezTo>
                    <a:pt x="34" y="18"/>
                    <a:pt x="111" y="7"/>
                    <a:pt x="12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87" name="Freeform 978">
              <a:extLst>
                <a:ext uri="{FF2B5EF4-FFF2-40B4-BE49-F238E27FC236}">
                  <a16:creationId xmlns:a16="http://schemas.microsoft.com/office/drawing/2014/main" id="{152F1CDF-AF02-41AC-BEC0-36C6CC919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815"/>
              <a:ext cx="126" cy="302"/>
            </a:xfrm>
            <a:custGeom>
              <a:avLst/>
              <a:gdLst>
                <a:gd name="T0" fmla="*/ 504 w 63"/>
                <a:gd name="T1" fmla="*/ 0 h 142"/>
                <a:gd name="T2" fmla="*/ 296 w 63"/>
                <a:gd name="T3" fmla="*/ 904 h 142"/>
                <a:gd name="T4" fmla="*/ 0 w 63"/>
                <a:gd name="T5" fmla="*/ 1365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42">
                  <a:moveTo>
                    <a:pt x="63" y="0"/>
                  </a:moveTo>
                  <a:cubicBezTo>
                    <a:pt x="52" y="22"/>
                    <a:pt x="37" y="94"/>
                    <a:pt x="37" y="94"/>
                  </a:cubicBezTo>
                  <a:cubicBezTo>
                    <a:pt x="33" y="109"/>
                    <a:pt x="0" y="142"/>
                    <a:pt x="0" y="14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88" name="Freeform 979">
              <a:extLst>
                <a:ext uri="{FF2B5EF4-FFF2-40B4-BE49-F238E27FC236}">
                  <a16:creationId xmlns:a16="http://schemas.microsoft.com/office/drawing/2014/main" id="{79D449A1-FB4A-46A4-BF3A-77DD2BD4D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741"/>
              <a:ext cx="118" cy="212"/>
            </a:xfrm>
            <a:custGeom>
              <a:avLst/>
              <a:gdLst>
                <a:gd name="T0" fmla="*/ 0 w 59"/>
                <a:gd name="T1" fmla="*/ 952 h 100"/>
                <a:gd name="T2" fmla="*/ 472 w 59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00">
                  <a:moveTo>
                    <a:pt x="0" y="100"/>
                  </a:moveTo>
                  <a:cubicBezTo>
                    <a:pt x="18" y="84"/>
                    <a:pt x="47" y="31"/>
                    <a:pt x="5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89" name="Freeform 980">
              <a:extLst>
                <a:ext uri="{FF2B5EF4-FFF2-40B4-BE49-F238E27FC236}">
                  <a16:creationId xmlns:a16="http://schemas.microsoft.com/office/drawing/2014/main" id="{C8B046D8-29B2-4F23-B4D9-3943F5A74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692"/>
              <a:ext cx="264" cy="63"/>
            </a:xfrm>
            <a:custGeom>
              <a:avLst/>
              <a:gdLst>
                <a:gd name="T0" fmla="*/ 0 w 132"/>
                <a:gd name="T1" fmla="*/ 233 h 30"/>
                <a:gd name="T2" fmla="*/ 1056 w 132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2" h="30">
                  <a:moveTo>
                    <a:pt x="0" y="25"/>
                  </a:moveTo>
                  <a:cubicBezTo>
                    <a:pt x="28" y="27"/>
                    <a:pt x="83" y="30"/>
                    <a:pt x="13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90" name="Freeform 981">
              <a:extLst>
                <a:ext uri="{FF2B5EF4-FFF2-40B4-BE49-F238E27FC236}">
                  <a16:creationId xmlns:a16="http://schemas.microsoft.com/office/drawing/2014/main" id="{4CCD3C49-8A8B-4FE2-B67F-C98936C86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609"/>
              <a:ext cx="200" cy="247"/>
            </a:xfrm>
            <a:custGeom>
              <a:avLst/>
              <a:gdLst>
                <a:gd name="T0" fmla="*/ 0 w 100"/>
                <a:gd name="T1" fmla="*/ 1120 h 116"/>
                <a:gd name="T2" fmla="*/ 488 w 100"/>
                <a:gd name="T3" fmla="*/ 522 h 116"/>
                <a:gd name="T4" fmla="*/ 800 w 100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16">
                  <a:moveTo>
                    <a:pt x="0" y="116"/>
                  </a:moveTo>
                  <a:cubicBezTo>
                    <a:pt x="10" y="95"/>
                    <a:pt x="38" y="86"/>
                    <a:pt x="61" y="54"/>
                  </a:cubicBezTo>
                  <a:cubicBezTo>
                    <a:pt x="84" y="22"/>
                    <a:pt x="100" y="0"/>
                    <a:pt x="10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91" name="Freeform 982">
              <a:extLst>
                <a:ext uri="{FF2B5EF4-FFF2-40B4-BE49-F238E27FC236}">
                  <a16:creationId xmlns:a16="http://schemas.microsoft.com/office/drawing/2014/main" id="{72326B22-14D3-42B0-B080-8D09501A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579"/>
              <a:ext cx="274" cy="443"/>
            </a:xfrm>
            <a:custGeom>
              <a:avLst/>
              <a:gdLst>
                <a:gd name="T0" fmla="*/ 1096 w 137"/>
                <a:gd name="T1" fmla="*/ 0 h 208"/>
                <a:gd name="T2" fmla="*/ 792 w 137"/>
                <a:gd name="T3" fmla="*/ 831 h 208"/>
                <a:gd name="T4" fmla="*/ 376 w 137"/>
                <a:gd name="T5" fmla="*/ 1333 h 208"/>
                <a:gd name="T6" fmla="*/ 280 w 137"/>
                <a:gd name="T7" fmla="*/ 1719 h 208"/>
                <a:gd name="T8" fmla="*/ 64 w 137"/>
                <a:gd name="T9" fmla="*/ 1991 h 208"/>
                <a:gd name="T10" fmla="*/ 0 w 137"/>
                <a:gd name="T11" fmla="*/ 1991 h 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208">
                  <a:moveTo>
                    <a:pt x="137" y="0"/>
                  </a:moveTo>
                  <a:cubicBezTo>
                    <a:pt x="128" y="23"/>
                    <a:pt x="131" y="53"/>
                    <a:pt x="99" y="86"/>
                  </a:cubicBezTo>
                  <a:cubicBezTo>
                    <a:pt x="68" y="119"/>
                    <a:pt x="61" y="113"/>
                    <a:pt x="47" y="138"/>
                  </a:cubicBezTo>
                  <a:cubicBezTo>
                    <a:pt x="39" y="153"/>
                    <a:pt x="43" y="160"/>
                    <a:pt x="35" y="178"/>
                  </a:cubicBezTo>
                  <a:cubicBezTo>
                    <a:pt x="26" y="196"/>
                    <a:pt x="8" y="206"/>
                    <a:pt x="8" y="206"/>
                  </a:cubicBezTo>
                  <a:cubicBezTo>
                    <a:pt x="2" y="208"/>
                    <a:pt x="0" y="206"/>
                    <a:pt x="0" y="20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92" name="Freeform 983">
              <a:extLst>
                <a:ext uri="{FF2B5EF4-FFF2-40B4-BE49-F238E27FC236}">
                  <a16:creationId xmlns:a16="http://schemas.microsoft.com/office/drawing/2014/main" id="{D8ECD5AA-5651-4E1E-9AFD-EAC7FD79C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989"/>
              <a:ext cx="251" cy="49"/>
            </a:xfrm>
            <a:custGeom>
              <a:avLst/>
              <a:gdLst>
                <a:gd name="T0" fmla="*/ 72 w 126"/>
                <a:gd name="T1" fmla="*/ 173 h 23"/>
                <a:gd name="T2" fmla="*/ 239 w 126"/>
                <a:gd name="T3" fmla="*/ 117 h 23"/>
                <a:gd name="T4" fmla="*/ 552 w 126"/>
                <a:gd name="T5" fmla="*/ 49 h 23"/>
                <a:gd name="T6" fmla="*/ 996 w 126"/>
                <a:gd name="T7" fmla="*/ 181 h 23"/>
                <a:gd name="T8" fmla="*/ 639 w 126"/>
                <a:gd name="T9" fmla="*/ 213 h 23"/>
                <a:gd name="T10" fmla="*/ 412 w 126"/>
                <a:gd name="T11" fmla="*/ 196 h 23"/>
                <a:gd name="T12" fmla="*/ 0 w 126"/>
                <a:gd name="T13" fmla="*/ 17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23">
                  <a:moveTo>
                    <a:pt x="9" y="18"/>
                  </a:moveTo>
                  <a:cubicBezTo>
                    <a:pt x="16" y="17"/>
                    <a:pt x="23" y="14"/>
                    <a:pt x="30" y="12"/>
                  </a:cubicBezTo>
                  <a:cubicBezTo>
                    <a:pt x="40" y="8"/>
                    <a:pt x="59" y="0"/>
                    <a:pt x="70" y="5"/>
                  </a:cubicBezTo>
                  <a:cubicBezTo>
                    <a:pt x="87" y="8"/>
                    <a:pt x="126" y="19"/>
                    <a:pt x="126" y="19"/>
                  </a:cubicBezTo>
                  <a:cubicBezTo>
                    <a:pt x="126" y="19"/>
                    <a:pt x="104" y="21"/>
                    <a:pt x="81" y="22"/>
                  </a:cubicBezTo>
                  <a:cubicBezTo>
                    <a:pt x="75" y="23"/>
                    <a:pt x="57" y="21"/>
                    <a:pt x="52" y="20"/>
                  </a:cubicBezTo>
                  <a:cubicBezTo>
                    <a:pt x="38" y="16"/>
                    <a:pt x="14" y="22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93" name="Freeform 984">
              <a:extLst>
                <a:ext uri="{FF2B5EF4-FFF2-40B4-BE49-F238E27FC236}">
                  <a16:creationId xmlns:a16="http://schemas.microsoft.com/office/drawing/2014/main" id="{4653C39C-CE0A-4389-8CCA-2096B7E1C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032"/>
              <a:ext cx="188" cy="64"/>
            </a:xfrm>
            <a:custGeom>
              <a:avLst/>
              <a:gdLst>
                <a:gd name="T0" fmla="*/ 0 w 94"/>
                <a:gd name="T1" fmla="*/ 273 h 30"/>
                <a:gd name="T2" fmla="*/ 544 w 94"/>
                <a:gd name="T3" fmla="*/ 128 h 30"/>
                <a:gd name="T4" fmla="*/ 752 w 9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0">
                  <a:moveTo>
                    <a:pt x="0" y="28"/>
                  </a:moveTo>
                  <a:cubicBezTo>
                    <a:pt x="21" y="30"/>
                    <a:pt x="49" y="23"/>
                    <a:pt x="68" y="13"/>
                  </a:cubicBezTo>
                  <a:cubicBezTo>
                    <a:pt x="77" y="9"/>
                    <a:pt x="84" y="2"/>
                    <a:pt x="9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94" name="Freeform 985">
              <a:extLst>
                <a:ext uri="{FF2B5EF4-FFF2-40B4-BE49-F238E27FC236}">
                  <a16:creationId xmlns:a16="http://schemas.microsoft.com/office/drawing/2014/main" id="{659EA2AC-2477-4E44-90BA-12B354FBB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030"/>
              <a:ext cx="187" cy="38"/>
            </a:xfrm>
            <a:custGeom>
              <a:avLst/>
              <a:gdLst>
                <a:gd name="T0" fmla="*/ 0 w 94"/>
                <a:gd name="T1" fmla="*/ 152 h 18"/>
                <a:gd name="T2" fmla="*/ 245 w 94"/>
                <a:gd name="T3" fmla="*/ 160 h 18"/>
                <a:gd name="T4" fmla="*/ 372 w 94"/>
                <a:gd name="T5" fmla="*/ 160 h 18"/>
                <a:gd name="T6" fmla="*/ 740 w 9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8">
                  <a:moveTo>
                    <a:pt x="0" y="16"/>
                  </a:moveTo>
                  <a:cubicBezTo>
                    <a:pt x="11" y="16"/>
                    <a:pt x="20" y="16"/>
                    <a:pt x="31" y="17"/>
                  </a:cubicBezTo>
                  <a:cubicBezTo>
                    <a:pt x="36" y="18"/>
                    <a:pt x="42" y="18"/>
                    <a:pt x="47" y="17"/>
                  </a:cubicBezTo>
                  <a:cubicBezTo>
                    <a:pt x="66" y="14"/>
                    <a:pt x="94" y="0"/>
                    <a:pt x="9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95" name="Freeform 986">
              <a:extLst>
                <a:ext uri="{FF2B5EF4-FFF2-40B4-BE49-F238E27FC236}">
                  <a16:creationId xmlns:a16="http://schemas.microsoft.com/office/drawing/2014/main" id="{36B6BC11-B513-4D17-B4ED-418AF67D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981"/>
              <a:ext cx="202" cy="49"/>
            </a:xfrm>
            <a:custGeom>
              <a:avLst/>
              <a:gdLst>
                <a:gd name="T0" fmla="*/ 0 w 101"/>
                <a:gd name="T1" fmla="*/ 222 h 23"/>
                <a:gd name="T2" fmla="*/ 128 w 101"/>
                <a:gd name="T3" fmla="*/ 136 h 23"/>
                <a:gd name="T4" fmla="*/ 544 w 101"/>
                <a:gd name="T5" fmla="*/ 0 h 23"/>
                <a:gd name="T6" fmla="*/ 808 w 101"/>
                <a:gd name="T7" fmla="*/ 6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3">
                  <a:moveTo>
                    <a:pt x="0" y="23"/>
                  </a:moveTo>
                  <a:cubicBezTo>
                    <a:pt x="5" y="21"/>
                    <a:pt x="11" y="16"/>
                    <a:pt x="16" y="14"/>
                  </a:cubicBezTo>
                  <a:cubicBezTo>
                    <a:pt x="32" y="6"/>
                    <a:pt x="50" y="1"/>
                    <a:pt x="68" y="0"/>
                  </a:cubicBezTo>
                  <a:cubicBezTo>
                    <a:pt x="81" y="0"/>
                    <a:pt x="90" y="4"/>
                    <a:pt x="101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96" name="Freeform 987">
              <a:extLst>
                <a:ext uri="{FF2B5EF4-FFF2-40B4-BE49-F238E27FC236}">
                  <a16:creationId xmlns:a16="http://schemas.microsoft.com/office/drawing/2014/main" id="{840A7567-EBF9-430C-9896-8E623138B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849"/>
              <a:ext cx="38" cy="173"/>
            </a:xfrm>
            <a:custGeom>
              <a:avLst/>
              <a:gdLst>
                <a:gd name="T0" fmla="*/ 0 w 19"/>
                <a:gd name="T1" fmla="*/ 788 h 81"/>
                <a:gd name="T2" fmla="*/ 144 w 19"/>
                <a:gd name="T3" fmla="*/ 0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1">
                  <a:moveTo>
                    <a:pt x="0" y="81"/>
                  </a:moveTo>
                  <a:cubicBezTo>
                    <a:pt x="13" y="68"/>
                    <a:pt x="19" y="16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97" name="Freeform 988">
              <a:extLst>
                <a:ext uri="{FF2B5EF4-FFF2-40B4-BE49-F238E27FC236}">
                  <a16:creationId xmlns:a16="http://schemas.microsoft.com/office/drawing/2014/main" id="{34C26459-C964-4F9F-B95C-31C8C7D69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687"/>
              <a:ext cx="100" cy="220"/>
            </a:xfrm>
            <a:custGeom>
              <a:avLst/>
              <a:gdLst>
                <a:gd name="T0" fmla="*/ 0 w 50"/>
                <a:gd name="T1" fmla="*/ 1004 h 103"/>
                <a:gd name="T2" fmla="*/ 400 w 50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03">
                  <a:moveTo>
                    <a:pt x="0" y="103"/>
                  </a:moveTo>
                  <a:cubicBezTo>
                    <a:pt x="24" y="75"/>
                    <a:pt x="39" y="39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98" name="Freeform 989">
              <a:extLst>
                <a:ext uri="{FF2B5EF4-FFF2-40B4-BE49-F238E27FC236}">
                  <a16:creationId xmlns:a16="http://schemas.microsoft.com/office/drawing/2014/main" id="{089944DB-8174-4B39-B690-469F16987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066"/>
              <a:ext cx="192" cy="64"/>
            </a:xfrm>
            <a:custGeom>
              <a:avLst/>
              <a:gdLst>
                <a:gd name="T0" fmla="*/ 768 w 96"/>
                <a:gd name="T1" fmla="*/ 0 h 30"/>
                <a:gd name="T2" fmla="*/ 0 w 96"/>
                <a:gd name="T3" fmla="*/ 292 h 30"/>
                <a:gd name="T4" fmla="*/ 224 w 96"/>
                <a:gd name="T5" fmla="*/ 9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30">
                  <a:moveTo>
                    <a:pt x="96" y="0"/>
                  </a:moveTo>
                  <a:cubicBezTo>
                    <a:pt x="72" y="12"/>
                    <a:pt x="36" y="27"/>
                    <a:pt x="0" y="30"/>
                  </a:cubicBezTo>
                  <a:cubicBezTo>
                    <a:pt x="14" y="17"/>
                    <a:pt x="28" y="10"/>
                    <a:pt x="28" y="1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499" name="Freeform 990">
              <a:extLst>
                <a:ext uri="{FF2B5EF4-FFF2-40B4-BE49-F238E27FC236}">
                  <a16:creationId xmlns:a16="http://schemas.microsoft.com/office/drawing/2014/main" id="{1F29882F-286A-4CCF-BBA6-54CF6A4D8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070"/>
              <a:ext cx="203" cy="34"/>
            </a:xfrm>
            <a:custGeom>
              <a:avLst/>
              <a:gdLst>
                <a:gd name="T0" fmla="*/ 0 w 102"/>
                <a:gd name="T1" fmla="*/ 145 h 16"/>
                <a:gd name="T2" fmla="*/ 404 w 102"/>
                <a:gd name="T3" fmla="*/ 136 h 16"/>
                <a:gd name="T4" fmla="*/ 804 w 10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6">
                  <a:moveTo>
                    <a:pt x="0" y="15"/>
                  </a:moveTo>
                  <a:cubicBezTo>
                    <a:pt x="32" y="16"/>
                    <a:pt x="51" y="14"/>
                    <a:pt x="51" y="14"/>
                  </a:cubicBezTo>
                  <a:cubicBezTo>
                    <a:pt x="69" y="15"/>
                    <a:pt x="102" y="0"/>
                    <a:pt x="10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00" name="Freeform 991">
              <a:extLst>
                <a:ext uri="{FF2B5EF4-FFF2-40B4-BE49-F238E27FC236}">
                  <a16:creationId xmlns:a16="http://schemas.microsoft.com/office/drawing/2014/main" id="{0EF3C728-0C17-4F35-90B9-8FB52BA7D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102"/>
              <a:ext cx="198" cy="53"/>
            </a:xfrm>
            <a:custGeom>
              <a:avLst/>
              <a:gdLst>
                <a:gd name="T0" fmla="*/ 336 w 99"/>
                <a:gd name="T1" fmla="*/ 0 h 25"/>
                <a:gd name="T2" fmla="*/ 0 w 99"/>
                <a:gd name="T3" fmla="*/ 237 h 25"/>
                <a:gd name="T4" fmla="*/ 792 w 99"/>
                <a:gd name="T5" fmla="*/ 4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5">
                  <a:moveTo>
                    <a:pt x="42" y="0"/>
                  </a:moveTo>
                  <a:cubicBezTo>
                    <a:pt x="29" y="5"/>
                    <a:pt x="13" y="14"/>
                    <a:pt x="0" y="25"/>
                  </a:cubicBezTo>
                  <a:cubicBezTo>
                    <a:pt x="42" y="22"/>
                    <a:pt x="66" y="7"/>
                    <a:pt x="99" y="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01" name="Freeform 992">
              <a:extLst>
                <a:ext uri="{FF2B5EF4-FFF2-40B4-BE49-F238E27FC236}">
                  <a16:creationId xmlns:a16="http://schemas.microsoft.com/office/drawing/2014/main" id="{92979BBC-836C-4EF2-8923-F34412E31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121"/>
              <a:ext cx="189" cy="45"/>
            </a:xfrm>
            <a:custGeom>
              <a:avLst/>
              <a:gdLst>
                <a:gd name="T0" fmla="*/ 0 w 95"/>
                <a:gd name="T1" fmla="*/ 60 h 21"/>
                <a:gd name="T2" fmla="*/ 197 w 95"/>
                <a:gd name="T3" fmla="*/ 137 h 21"/>
                <a:gd name="T4" fmla="*/ 748 w 9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21">
                  <a:moveTo>
                    <a:pt x="0" y="6"/>
                  </a:moveTo>
                  <a:cubicBezTo>
                    <a:pt x="12" y="11"/>
                    <a:pt x="25" y="14"/>
                    <a:pt x="25" y="14"/>
                  </a:cubicBezTo>
                  <a:cubicBezTo>
                    <a:pt x="43" y="21"/>
                    <a:pt x="95" y="0"/>
                    <a:pt x="9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02" name="Freeform 993">
              <a:extLst>
                <a:ext uri="{FF2B5EF4-FFF2-40B4-BE49-F238E27FC236}">
                  <a16:creationId xmlns:a16="http://schemas.microsoft.com/office/drawing/2014/main" id="{DA4D69D7-9FAF-44CD-A8CF-78A1FC7EE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894"/>
              <a:ext cx="117" cy="206"/>
            </a:xfrm>
            <a:custGeom>
              <a:avLst/>
              <a:gdLst>
                <a:gd name="T0" fmla="*/ 460 w 59"/>
                <a:gd name="T1" fmla="*/ 0 h 97"/>
                <a:gd name="T2" fmla="*/ 40 w 59"/>
                <a:gd name="T3" fmla="*/ 537 h 97"/>
                <a:gd name="T4" fmla="*/ 40 w 59"/>
                <a:gd name="T5" fmla="*/ 92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7">
                  <a:moveTo>
                    <a:pt x="59" y="0"/>
                  </a:moveTo>
                  <a:cubicBezTo>
                    <a:pt x="59" y="0"/>
                    <a:pt x="14" y="36"/>
                    <a:pt x="5" y="56"/>
                  </a:cubicBezTo>
                  <a:cubicBezTo>
                    <a:pt x="0" y="68"/>
                    <a:pt x="4" y="95"/>
                    <a:pt x="5" y="9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03" name="Freeform 994">
              <a:extLst>
                <a:ext uri="{FF2B5EF4-FFF2-40B4-BE49-F238E27FC236}">
                  <a16:creationId xmlns:a16="http://schemas.microsoft.com/office/drawing/2014/main" id="{CE1178AD-27B3-4565-88EA-D5FAA6159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856"/>
              <a:ext cx="50" cy="106"/>
            </a:xfrm>
            <a:custGeom>
              <a:avLst/>
              <a:gdLst>
                <a:gd name="T0" fmla="*/ 0 w 25"/>
                <a:gd name="T1" fmla="*/ 477 h 50"/>
                <a:gd name="T2" fmla="*/ 200 w 25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0">
                  <a:moveTo>
                    <a:pt x="0" y="50"/>
                  </a:moveTo>
                  <a:cubicBezTo>
                    <a:pt x="6" y="35"/>
                    <a:pt x="15" y="17"/>
                    <a:pt x="2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04" name="Freeform 995">
              <a:extLst>
                <a:ext uri="{FF2B5EF4-FFF2-40B4-BE49-F238E27FC236}">
                  <a16:creationId xmlns:a16="http://schemas.microsoft.com/office/drawing/2014/main" id="{EB72C27F-AB94-487C-89E1-F59F8FC42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815"/>
              <a:ext cx="28" cy="132"/>
            </a:xfrm>
            <a:custGeom>
              <a:avLst/>
              <a:gdLst>
                <a:gd name="T0" fmla="*/ 112 w 14"/>
                <a:gd name="T1" fmla="*/ 0 h 62"/>
                <a:gd name="T2" fmla="*/ 32 w 14"/>
                <a:gd name="T3" fmla="*/ 59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2">
                  <a:moveTo>
                    <a:pt x="14" y="0"/>
                  </a:moveTo>
                  <a:cubicBezTo>
                    <a:pt x="5" y="21"/>
                    <a:pt x="0" y="48"/>
                    <a:pt x="4" y="6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05" name="Freeform 996">
              <a:extLst>
                <a:ext uri="{FF2B5EF4-FFF2-40B4-BE49-F238E27FC236}">
                  <a16:creationId xmlns:a16="http://schemas.microsoft.com/office/drawing/2014/main" id="{5790B9FE-9AF4-4762-9A0A-550477600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777"/>
              <a:ext cx="104" cy="151"/>
            </a:xfrm>
            <a:custGeom>
              <a:avLst/>
              <a:gdLst>
                <a:gd name="T0" fmla="*/ 416 w 52"/>
                <a:gd name="T1" fmla="*/ 0 h 71"/>
                <a:gd name="T2" fmla="*/ 0 w 52"/>
                <a:gd name="T3" fmla="*/ 683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1">
                  <a:moveTo>
                    <a:pt x="52" y="0"/>
                  </a:moveTo>
                  <a:cubicBezTo>
                    <a:pt x="51" y="18"/>
                    <a:pt x="27" y="59"/>
                    <a:pt x="0" y="7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06" name="Freeform 997">
              <a:extLst>
                <a:ext uri="{FF2B5EF4-FFF2-40B4-BE49-F238E27FC236}">
                  <a16:creationId xmlns:a16="http://schemas.microsoft.com/office/drawing/2014/main" id="{1B8DB099-4E7D-4B6E-A50C-2D8A8FAC4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883"/>
              <a:ext cx="88" cy="132"/>
            </a:xfrm>
            <a:custGeom>
              <a:avLst/>
              <a:gdLst>
                <a:gd name="T0" fmla="*/ 352 w 44"/>
                <a:gd name="T1" fmla="*/ 0 h 62"/>
                <a:gd name="T2" fmla="*/ 0 w 44"/>
                <a:gd name="T3" fmla="*/ 59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2">
                  <a:moveTo>
                    <a:pt x="44" y="0"/>
                  </a:moveTo>
                  <a:cubicBezTo>
                    <a:pt x="29" y="10"/>
                    <a:pt x="7" y="38"/>
                    <a:pt x="0" y="6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07" name="Freeform 998">
              <a:extLst>
                <a:ext uri="{FF2B5EF4-FFF2-40B4-BE49-F238E27FC236}">
                  <a16:creationId xmlns:a16="http://schemas.microsoft.com/office/drawing/2014/main" id="{F756ED18-0800-47FA-8EED-77C9BAD27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853"/>
              <a:ext cx="22" cy="94"/>
            </a:xfrm>
            <a:custGeom>
              <a:avLst/>
              <a:gdLst>
                <a:gd name="T0" fmla="*/ 88 w 11"/>
                <a:gd name="T1" fmla="*/ 0 h 44"/>
                <a:gd name="T2" fmla="*/ 0 w 11"/>
                <a:gd name="T3" fmla="*/ 42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4">
                  <a:moveTo>
                    <a:pt x="11" y="0"/>
                  </a:moveTo>
                  <a:cubicBezTo>
                    <a:pt x="3" y="15"/>
                    <a:pt x="0" y="44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08" name="Freeform 999">
              <a:extLst>
                <a:ext uri="{FF2B5EF4-FFF2-40B4-BE49-F238E27FC236}">
                  <a16:creationId xmlns:a16="http://schemas.microsoft.com/office/drawing/2014/main" id="{E585E87D-53F3-4B8A-BBA9-57A16C18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704"/>
              <a:ext cx="138" cy="152"/>
            </a:xfrm>
            <a:custGeom>
              <a:avLst/>
              <a:gdLst>
                <a:gd name="T0" fmla="*/ 0 w 69"/>
                <a:gd name="T1" fmla="*/ 696 h 71"/>
                <a:gd name="T2" fmla="*/ 552 w 69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1">
                  <a:moveTo>
                    <a:pt x="0" y="71"/>
                  </a:moveTo>
                  <a:cubicBezTo>
                    <a:pt x="30" y="59"/>
                    <a:pt x="63" y="31"/>
                    <a:pt x="6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09" name="Freeform 1000">
              <a:extLst>
                <a:ext uri="{FF2B5EF4-FFF2-40B4-BE49-F238E27FC236}">
                  <a16:creationId xmlns:a16="http://schemas.microsoft.com/office/drawing/2014/main" id="{A841654D-F543-47B5-8F02-488ED01DB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847"/>
              <a:ext cx="124" cy="132"/>
            </a:xfrm>
            <a:custGeom>
              <a:avLst/>
              <a:gdLst>
                <a:gd name="T0" fmla="*/ 0 w 62"/>
                <a:gd name="T1" fmla="*/ 598 h 62"/>
                <a:gd name="T2" fmla="*/ 496 w 62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2">
                  <a:moveTo>
                    <a:pt x="0" y="62"/>
                  </a:moveTo>
                  <a:cubicBezTo>
                    <a:pt x="25" y="58"/>
                    <a:pt x="56" y="20"/>
                    <a:pt x="6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10" name="Freeform 1001">
              <a:extLst>
                <a:ext uri="{FF2B5EF4-FFF2-40B4-BE49-F238E27FC236}">
                  <a16:creationId xmlns:a16="http://schemas.microsoft.com/office/drawing/2014/main" id="{6F562B81-DB52-470B-B3DD-90C40FE8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783"/>
              <a:ext cx="114" cy="130"/>
            </a:xfrm>
            <a:custGeom>
              <a:avLst/>
              <a:gdLst>
                <a:gd name="T0" fmla="*/ 0 w 57"/>
                <a:gd name="T1" fmla="*/ 590 h 61"/>
                <a:gd name="T2" fmla="*/ 456 w 57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61">
                  <a:moveTo>
                    <a:pt x="0" y="61"/>
                  </a:moveTo>
                  <a:cubicBezTo>
                    <a:pt x="30" y="47"/>
                    <a:pt x="52" y="22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11" name="Freeform 1002">
              <a:extLst>
                <a:ext uri="{FF2B5EF4-FFF2-40B4-BE49-F238E27FC236}">
                  <a16:creationId xmlns:a16="http://schemas.microsoft.com/office/drawing/2014/main" id="{78D7BF17-7288-4996-9C4E-26181546D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802"/>
              <a:ext cx="41" cy="154"/>
            </a:xfrm>
            <a:custGeom>
              <a:avLst/>
              <a:gdLst>
                <a:gd name="T0" fmla="*/ 156 w 21"/>
                <a:gd name="T1" fmla="*/ 0 h 72"/>
                <a:gd name="T2" fmla="*/ 0 w 21"/>
                <a:gd name="T3" fmla="*/ 704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2">
                  <a:moveTo>
                    <a:pt x="21" y="0"/>
                  </a:moveTo>
                  <a:cubicBezTo>
                    <a:pt x="9" y="23"/>
                    <a:pt x="3" y="55"/>
                    <a:pt x="0" y="7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12" name="Freeform 1003">
              <a:extLst>
                <a:ext uri="{FF2B5EF4-FFF2-40B4-BE49-F238E27FC236}">
                  <a16:creationId xmlns:a16="http://schemas.microsoft.com/office/drawing/2014/main" id="{EE7B1E57-217C-41E1-9797-F4CFD2DF1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858"/>
              <a:ext cx="100" cy="221"/>
            </a:xfrm>
            <a:custGeom>
              <a:avLst/>
              <a:gdLst>
                <a:gd name="T0" fmla="*/ 400 w 50"/>
                <a:gd name="T1" fmla="*/ 0 h 104"/>
                <a:gd name="T2" fmla="*/ 48 w 50"/>
                <a:gd name="T3" fmla="*/ 710 h 104"/>
                <a:gd name="T4" fmla="*/ 32 w 50"/>
                <a:gd name="T5" fmla="*/ 999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4">
                  <a:moveTo>
                    <a:pt x="50" y="0"/>
                  </a:moveTo>
                  <a:cubicBezTo>
                    <a:pt x="38" y="5"/>
                    <a:pt x="11" y="58"/>
                    <a:pt x="6" y="74"/>
                  </a:cubicBezTo>
                  <a:cubicBezTo>
                    <a:pt x="0" y="91"/>
                    <a:pt x="4" y="103"/>
                    <a:pt x="4" y="10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13" name="Freeform 1004">
              <a:extLst>
                <a:ext uri="{FF2B5EF4-FFF2-40B4-BE49-F238E27FC236}">
                  <a16:creationId xmlns:a16="http://schemas.microsoft.com/office/drawing/2014/main" id="{738C805B-9ABD-49B9-94AF-84B9B0807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775"/>
              <a:ext cx="130" cy="115"/>
            </a:xfrm>
            <a:custGeom>
              <a:avLst/>
              <a:gdLst>
                <a:gd name="T0" fmla="*/ 520 w 65"/>
                <a:gd name="T1" fmla="*/ 0 h 54"/>
                <a:gd name="T2" fmla="*/ 0 w 65"/>
                <a:gd name="T3" fmla="*/ 522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54">
                  <a:moveTo>
                    <a:pt x="65" y="0"/>
                  </a:moveTo>
                  <a:cubicBezTo>
                    <a:pt x="58" y="15"/>
                    <a:pt x="43" y="45"/>
                    <a:pt x="0" y="5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14" name="Freeform 1005">
              <a:extLst>
                <a:ext uri="{FF2B5EF4-FFF2-40B4-BE49-F238E27FC236}">
                  <a16:creationId xmlns:a16="http://schemas.microsoft.com/office/drawing/2014/main" id="{00B8D26F-BEEF-41D3-B76D-4AE18E238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879"/>
              <a:ext cx="126" cy="79"/>
            </a:xfrm>
            <a:custGeom>
              <a:avLst/>
              <a:gdLst>
                <a:gd name="T0" fmla="*/ 504 w 63"/>
                <a:gd name="T1" fmla="*/ 0 h 37"/>
                <a:gd name="T2" fmla="*/ 0 w 63"/>
                <a:gd name="T3" fmla="*/ 36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37">
                  <a:moveTo>
                    <a:pt x="63" y="0"/>
                  </a:moveTo>
                  <a:cubicBezTo>
                    <a:pt x="52" y="17"/>
                    <a:pt x="32" y="33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15" name="Freeform 1006">
              <a:extLst>
                <a:ext uri="{FF2B5EF4-FFF2-40B4-BE49-F238E27FC236}">
                  <a16:creationId xmlns:a16="http://schemas.microsoft.com/office/drawing/2014/main" id="{8E025580-0EE4-4CE7-9516-3DAE5B42D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958"/>
              <a:ext cx="36" cy="61"/>
            </a:xfrm>
            <a:custGeom>
              <a:avLst/>
              <a:gdLst>
                <a:gd name="T0" fmla="*/ 144 w 18"/>
                <a:gd name="T1" fmla="*/ 0 h 29"/>
                <a:gd name="T2" fmla="*/ 0 w 18"/>
                <a:gd name="T3" fmla="*/ 26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9">
                  <a:moveTo>
                    <a:pt x="18" y="0"/>
                  </a:moveTo>
                  <a:cubicBezTo>
                    <a:pt x="12" y="13"/>
                    <a:pt x="1" y="29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16" name="Freeform 1007">
              <a:extLst>
                <a:ext uri="{FF2B5EF4-FFF2-40B4-BE49-F238E27FC236}">
                  <a16:creationId xmlns:a16="http://schemas.microsoft.com/office/drawing/2014/main" id="{77AB90E4-9BB3-46A5-B368-53BF03313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926"/>
              <a:ext cx="114" cy="96"/>
            </a:xfrm>
            <a:custGeom>
              <a:avLst/>
              <a:gdLst>
                <a:gd name="T0" fmla="*/ 456 w 57"/>
                <a:gd name="T1" fmla="*/ 0 h 45"/>
                <a:gd name="T2" fmla="*/ 104 w 57"/>
                <a:gd name="T3" fmla="*/ 418 h 45"/>
                <a:gd name="T4" fmla="*/ 0 w 57"/>
                <a:gd name="T5" fmla="*/ 43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5">
                  <a:moveTo>
                    <a:pt x="57" y="0"/>
                  </a:moveTo>
                  <a:cubicBezTo>
                    <a:pt x="48" y="14"/>
                    <a:pt x="32" y="35"/>
                    <a:pt x="13" y="43"/>
                  </a:cubicBezTo>
                  <a:cubicBezTo>
                    <a:pt x="7" y="45"/>
                    <a:pt x="0" y="45"/>
                    <a:pt x="0" y="4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17" name="Freeform 1008">
              <a:extLst>
                <a:ext uri="{FF2B5EF4-FFF2-40B4-BE49-F238E27FC236}">
                  <a16:creationId xmlns:a16="http://schemas.microsoft.com/office/drawing/2014/main" id="{95F9E288-956C-40B9-B8BE-D4D8B66C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813"/>
              <a:ext cx="28" cy="119"/>
            </a:xfrm>
            <a:custGeom>
              <a:avLst/>
              <a:gdLst>
                <a:gd name="T0" fmla="*/ 112 w 14"/>
                <a:gd name="T1" fmla="*/ 0 h 56"/>
                <a:gd name="T2" fmla="*/ 24 w 14"/>
                <a:gd name="T3" fmla="*/ 53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14" y="0"/>
                  </a:moveTo>
                  <a:cubicBezTo>
                    <a:pt x="6" y="14"/>
                    <a:pt x="0" y="39"/>
                    <a:pt x="3" y="5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18" name="Freeform 1009">
              <a:extLst>
                <a:ext uri="{FF2B5EF4-FFF2-40B4-BE49-F238E27FC236}">
                  <a16:creationId xmlns:a16="http://schemas.microsoft.com/office/drawing/2014/main" id="{A833A51A-05E2-4FEF-BCEC-43D3D40B6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860"/>
              <a:ext cx="50" cy="138"/>
            </a:xfrm>
            <a:custGeom>
              <a:avLst/>
              <a:gdLst>
                <a:gd name="T0" fmla="*/ 200 w 25"/>
                <a:gd name="T1" fmla="*/ 0 h 65"/>
                <a:gd name="T2" fmla="*/ 64 w 25"/>
                <a:gd name="T3" fmla="*/ 62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5">
                  <a:moveTo>
                    <a:pt x="25" y="0"/>
                  </a:moveTo>
                  <a:cubicBezTo>
                    <a:pt x="4" y="17"/>
                    <a:pt x="0" y="47"/>
                    <a:pt x="8" y="6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19" name="Freeform 1010">
              <a:extLst>
                <a:ext uri="{FF2B5EF4-FFF2-40B4-BE49-F238E27FC236}">
                  <a16:creationId xmlns:a16="http://schemas.microsoft.com/office/drawing/2014/main" id="{E0E37531-320D-49DD-A9F8-C5BE5CB6B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913"/>
              <a:ext cx="100" cy="74"/>
            </a:xfrm>
            <a:custGeom>
              <a:avLst/>
              <a:gdLst>
                <a:gd name="T0" fmla="*/ 400 w 50"/>
                <a:gd name="T1" fmla="*/ 0 h 35"/>
                <a:gd name="T2" fmla="*/ 0 w 50"/>
                <a:gd name="T3" fmla="*/ 33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5">
                  <a:moveTo>
                    <a:pt x="50" y="0"/>
                  </a:moveTo>
                  <a:cubicBezTo>
                    <a:pt x="46" y="11"/>
                    <a:pt x="11" y="31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20" name="Freeform 1011">
              <a:extLst>
                <a:ext uri="{FF2B5EF4-FFF2-40B4-BE49-F238E27FC236}">
                  <a16:creationId xmlns:a16="http://schemas.microsoft.com/office/drawing/2014/main" id="{2FA5E380-7DE9-406D-9988-E9F30324B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953"/>
              <a:ext cx="114" cy="120"/>
            </a:xfrm>
            <a:custGeom>
              <a:avLst/>
              <a:gdLst>
                <a:gd name="T0" fmla="*/ 456 w 57"/>
                <a:gd name="T1" fmla="*/ 0 h 56"/>
                <a:gd name="T2" fmla="*/ 336 w 57"/>
                <a:gd name="T3" fmla="*/ 302 h 56"/>
                <a:gd name="T4" fmla="*/ 0 w 57"/>
                <a:gd name="T5" fmla="*/ 55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56">
                  <a:moveTo>
                    <a:pt x="57" y="0"/>
                  </a:moveTo>
                  <a:cubicBezTo>
                    <a:pt x="54" y="11"/>
                    <a:pt x="48" y="27"/>
                    <a:pt x="42" y="31"/>
                  </a:cubicBezTo>
                  <a:cubicBezTo>
                    <a:pt x="28" y="45"/>
                    <a:pt x="0" y="56"/>
                    <a:pt x="0" y="5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21" name="Freeform 1012">
              <a:extLst>
                <a:ext uri="{FF2B5EF4-FFF2-40B4-BE49-F238E27FC236}">
                  <a16:creationId xmlns:a16="http://schemas.microsoft.com/office/drawing/2014/main" id="{D2758152-F58D-4229-9FBD-D01AB48BC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732"/>
              <a:ext cx="128" cy="23"/>
            </a:xfrm>
            <a:custGeom>
              <a:avLst/>
              <a:gdLst>
                <a:gd name="T0" fmla="*/ 0 w 64"/>
                <a:gd name="T1" fmla="*/ 56 h 11"/>
                <a:gd name="T2" fmla="*/ 512 w 6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1">
                  <a:moveTo>
                    <a:pt x="0" y="6"/>
                  </a:moveTo>
                  <a:cubicBezTo>
                    <a:pt x="33" y="11"/>
                    <a:pt x="64" y="0"/>
                    <a:pt x="6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22" name="Freeform 1013">
              <a:extLst>
                <a:ext uri="{FF2B5EF4-FFF2-40B4-BE49-F238E27FC236}">
                  <a16:creationId xmlns:a16="http://schemas.microsoft.com/office/drawing/2014/main" id="{A6B84B0D-406E-47B1-B86F-763697FC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743"/>
              <a:ext cx="158" cy="55"/>
            </a:xfrm>
            <a:custGeom>
              <a:avLst/>
              <a:gdLst>
                <a:gd name="T0" fmla="*/ 0 w 79"/>
                <a:gd name="T1" fmla="*/ 133 h 26"/>
                <a:gd name="T2" fmla="*/ 632 w 7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26">
                  <a:moveTo>
                    <a:pt x="0" y="14"/>
                  </a:moveTo>
                  <a:cubicBezTo>
                    <a:pt x="19" y="19"/>
                    <a:pt x="48" y="26"/>
                    <a:pt x="7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23" name="Freeform 1014">
              <a:extLst>
                <a:ext uri="{FF2B5EF4-FFF2-40B4-BE49-F238E27FC236}">
                  <a16:creationId xmlns:a16="http://schemas.microsoft.com/office/drawing/2014/main" id="{8990EC93-26B6-46F2-8349-3C1334B9E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738"/>
              <a:ext cx="157" cy="56"/>
            </a:xfrm>
            <a:custGeom>
              <a:avLst/>
              <a:gdLst>
                <a:gd name="T0" fmla="*/ 0 w 79"/>
                <a:gd name="T1" fmla="*/ 181 h 26"/>
                <a:gd name="T2" fmla="*/ 336 w 79"/>
                <a:gd name="T3" fmla="*/ 200 h 26"/>
                <a:gd name="T4" fmla="*/ 620 w 7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6">
                  <a:moveTo>
                    <a:pt x="0" y="18"/>
                  </a:moveTo>
                  <a:cubicBezTo>
                    <a:pt x="27" y="26"/>
                    <a:pt x="43" y="20"/>
                    <a:pt x="43" y="20"/>
                  </a:cubicBezTo>
                  <a:cubicBezTo>
                    <a:pt x="61" y="16"/>
                    <a:pt x="79" y="0"/>
                    <a:pt x="7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24" name="Freeform 1015">
              <a:extLst>
                <a:ext uri="{FF2B5EF4-FFF2-40B4-BE49-F238E27FC236}">
                  <a16:creationId xmlns:a16="http://schemas.microsoft.com/office/drawing/2014/main" id="{A5A629A2-4400-4736-91FF-819242569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751"/>
              <a:ext cx="120" cy="217"/>
            </a:xfrm>
            <a:custGeom>
              <a:avLst/>
              <a:gdLst>
                <a:gd name="T0" fmla="*/ 480 w 60"/>
                <a:gd name="T1" fmla="*/ 0 h 102"/>
                <a:gd name="T2" fmla="*/ 0 w 60"/>
                <a:gd name="T3" fmla="*/ 98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02">
                  <a:moveTo>
                    <a:pt x="60" y="0"/>
                  </a:moveTo>
                  <a:cubicBezTo>
                    <a:pt x="59" y="22"/>
                    <a:pt x="40" y="69"/>
                    <a:pt x="0" y="10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25" name="Freeform 1016">
              <a:extLst>
                <a:ext uri="{FF2B5EF4-FFF2-40B4-BE49-F238E27FC236}">
                  <a16:creationId xmlns:a16="http://schemas.microsoft.com/office/drawing/2014/main" id="{6B4D6CB7-026C-43ED-B552-CDA570654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660"/>
              <a:ext cx="137" cy="213"/>
            </a:xfrm>
            <a:custGeom>
              <a:avLst/>
              <a:gdLst>
                <a:gd name="T0" fmla="*/ 540 w 69"/>
                <a:gd name="T1" fmla="*/ 0 h 100"/>
                <a:gd name="T2" fmla="*/ 0 w 69"/>
                <a:gd name="T3" fmla="*/ 967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100">
                  <a:moveTo>
                    <a:pt x="69" y="0"/>
                  </a:moveTo>
                  <a:cubicBezTo>
                    <a:pt x="63" y="20"/>
                    <a:pt x="39" y="68"/>
                    <a:pt x="0" y="10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26" name="Freeform 1017">
              <a:extLst>
                <a:ext uri="{FF2B5EF4-FFF2-40B4-BE49-F238E27FC236}">
                  <a16:creationId xmlns:a16="http://schemas.microsoft.com/office/drawing/2014/main" id="{7200AE37-6410-4291-9E17-BB4692B0D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809"/>
              <a:ext cx="104" cy="136"/>
            </a:xfrm>
            <a:custGeom>
              <a:avLst/>
              <a:gdLst>
                <a:gd name="T0" fmla="*/ 416 w 52"/>
                <a:gd name="T1" fmla="*/ 0 h 64"/>
                <a:gd name="T2" fmla="*/ 0 w 52"/>
                <a:gd name="T3" fmla="*/ 614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4">
                  <a:moveTo>
                    <a:pt x="52" y="0"/>
                  </a:moveTo>
                  <a:cubicBezTo>
                    <a:pt x="50" y="33"/>
                    <a:pt x="34" y="49"/>
                    <a:pt x="0" y="6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27" name="Freeform 1018">
              <a:extLst>
                <a:ext uri="{FF2B5EF4-FFF2-40B4-BE49-F238E27FC236}">
                  <a16:creationId xmlns:a16="http://schemas.microsoft.com/office/drawing/2014/main" id="{1B47991F-8215-484A-B6A1-30EF313BA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936"/>
              <a:ext cx="72" cy="160"/>
            </a:xfrm>
            <a:custGeom>
              <a:avLst/>
              <a:gdLst>
                <a:gd name="T0" fmla="*/ 288 w 36"/>
                <a:gd name="T1" fmla="*/ 0 h 75"/>
                <a:gd name="T2" fmla="*/ 240 w 36"/>
                <a:gd name="T3" fmla="*/ 361 h 75"/>
                <a:gd name="T4" fmla="*/ 0 w 36"/>
                <a:gd name="T5" fmla="*/ 72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5">
                  <a:moveTo>
                    <a:pt x="36" y="0"/>
                  </a:moveTo>
                  <a:cubicBezTo>
                    <a:pt x="36" y="12"/>
                    <a:pt x="34" y="33"/>
                    <a:pt x="30" y="37"/>
                  </a:cubicBezTo>
                  <a:cubicBezTo>
                    <a:pt x="20" y="58"/>
                    <a:pt x="0" y="75"/>
                    <a:pt x="0" y="7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28" name="Freeform 1019">
              <a:extLst>
                <a:ext uri="{FF2B5EF4-FFF2-40B4-BE49-F238E27FC236}">
                  <a16:creationId xmlns:a16="http://schemas.microsoft.com/office/drawing/2014/main" id="{2AD2AF9F-99C3-4C33-86B3-5B4A8A911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896"/>
              <a:ext cx="82" cy="117"/>
            </a:xfrm>
            <a:custGeom>
              <a:avLst/>
              <a:gdLst>
                <a:gd name="T0" fmla="*/ 0 w 41"/>
                <a:gd name="T1" fmla="*/ 530 h 55"/>
                <a:gd name="T2" fmla="*/ 328 w 4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5">
                  <a:moveTo>
                    <a:pt x="0" y="55"/>
                  </a:moveTo>
                  <a:cubicBezTo>
                    <a:pt x="22" y="43"/>
                    <a:pt x="32" y="21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29" name="Freeform 1020">
              <a:extLst>
                <a:ext uri="{FF2B5EF4-FFF2-40B4-BE49-F238E27FC236}">
                  <a16:creationId xmlns:a16="http://schemas.microsoft.com/office/drawing/2014/main" id="{36480378-99F8-47D9-B888-5AD09677C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726"/>
              <a:ext cx="101" cy="208"/>
            </a:xfrm>
            <a:custGeom>
              <a:avLst/>
              <a:gdLst>
                <a:gd name="T0" fmla="*/ 372 w 51"/>
                <a:gd name="T1" fmla="*/ 0 h 98"/>
                <a:gd name="T2" fmla="*/ 0 w 51"/>
                <a:gd name="T3" fmla="*/ 936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98">
                  <a:moveTo>
                    <a:pt x="48" y="0"/>
                  </a:moveTo>
                  <a:cubicBezTo>
                    <a:pt x="51" y="16"/>
                    <a:pt x="38" y="62"/>
                    <a:pt x="0" y="9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30" name="Freeform 1021">
              <a:extLst>
                <a:ext uri="{FF2B5EF4-FFF2-40B4-BE49-F238E27FC236}">
                  <a16:creationId xmlns:a16="http://schemas.microsoft.com/office/drawing/2014/main" id="{4306AC8B-312E-401A-8BFA-20450A0B9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775"/>
              <a:ext cx="79" cy="202"/>
            </a:xfrm>
            <a:custGeom>
              <a:avLst/>
              <a:gdLst>
                <a:gd name="T0" fmla="*/ 269 w 40"/>
                <a:gd name="T1" fmla="*/ 0 h 95"/>
                <a:gd name="T2" fmla="*/ 0 w 40"/>
                <a:gd name="T3" fmla="*/ 914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5">
                  <a:moveTo>
                    <a:pt x="35" y="0"/>
                  </a:moveTo>
                  <a:cubicBezTo>
                    <a:pt x="40" y="21"/>
                    <a:pt x="36" y="77"/>
                    <a:pt x="0" y="9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31" name="Freeform 1022">
              <a:extLst>
                <a:ext uri="{FF2B5EF4-FFF2-40B4-BE49-F238E27FC236}">
                  <a16:creationId xmlns:a16="http://schemas.microsoft.com/office/drawing/2014/main" id="{EC0CE12F-13EB-4BEB-AF26-077225FE3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698"/>
              <a:ext cx="52" cy="194"/>
            </a:xfrm>
            <a:custGeom>
              <a:avLst/>
              <a:gdLst>
                <a:gd name="T0" fmla="*/ 0 w 26"/>
                <a:gd name="T1" fmla="*/ 883 h 91"/>
                <a:gd name="T2" fmla="*/ 208 w 26"/>
                <a:gd name="T3" fmla="*/ 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1">
                  <a:moveTo>
                    <a:pt x="0" y="91"/>
                  </a:moveTo>
                  <a:cubicBezTo>
                    <a:pt x="12" y="83"/>
                    <a:pt x="26" y="38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32" name="Freeform 1023">
              <a:extLst>
                <a:ext uri="{FF2B5EF4-FFF2-40B4-BE49-F238E27FC236}">
                  <a16:creationId xmlns:a16="http://schemas.microsoft.com/office/drawing/2014/main" id="{A8209ADC-3835-4328-A7B4-7E379C317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862"/>
              <a:ext cx="28" cy="13"/>
            </a:xfrm>
            <a:custGeom>
              <a:avLst/>
              <a:gdLst>
                <a:gd name="T0" fmla="*/ 0 w 14"/>
                <a:gd name="T1" fmla="*/ 61 h 6"/>
                <a:gd name="T2" fmla="*/ 112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8" y="4"/>
                    <a:pt x="14" y="0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33" name="Freeform 1024">
              <a:extLst>
                <a:ext uri="{FF2B5EF4-FFF2-40B4-BE49-F238E27FC236}">
                  <a16:creationId xmlns:a16="http://schemas.microsoft.com/office/drawing/2014/main" id="{C46040E1-4F97-470C-B623-45B28743A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951"/>
              <a:ext cx="95" cy="132"/>
            </a:xfrm>
            <a:custGeom>
              <a:avLst/>
              <a:gdLst>
                <a:gd name="T0" fmla="*/ 372 w 48"/>
                <a:gd name="T1" fmla="*/ 0 h 62"/>
                <a:gd name="T2" fmla="*/ 293 w 48"/>
                <a:gd name="T3" fmla="*/ 326 h 62"/>
                <a:gd name="T4" fmla="*/ 0 w 48"/>
                <a:gd name="T5" fmla="*/ 598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2">
                  <a:moveTo>
                    <a:pt x="48" y="0"/>
                  </a:moveTo>
                  <a:cubicBezTo>
                    <a:pt x="46" y="13"/>
                    <a:pt x="41" y="31"/>
                    <a:pt x="38" y="34"/>
                  </a:cubicBezTo>
                  <a:cubicBezTo>
                    <a:pt x="31" y="45"/>
                    <a:pt x="0" y="62"/>
                    <a:pt x="0" y="6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34" name="Freeform 1025">
              <a:extLst>
                <a:ext uri="{FF2B5EF4-FFF2-40B4-BE49-F238E27FC236}">
                  <a16:creationId xmlns:a16="http://schemas.microsoft.com/office/drawing/2014/main" id="{4CAA9507-04FE-4C32-807A-A882F0429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00"/>
              <a:ext cx="241" cy="36"/>
            </a:xfrm>
            <a:custGeom>
              <a:avLst/>
              <a:gdLst>
                <a:gd name="T0" fmla="*/ 0 w 121"/>
                <a:gd name="T1" fmla="*/ 125 h 17"/>
                <a:gd name="T2" fmla="*/ 520 w 121"/>
                <a:gd name="T3" fmla="*/ 17 h 17"/>
                <a:gd name="T4" fmla="*/ 956 w 121"/>
                <a:gd name="T5" fmla="*/ 16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7">
                  <a:moveTo>
                    <a:pt x="0" y="13"/>
                  </a:moveTo>
                  <a:cubicBezTo>
                    <a:pt x="31" y="4"/>
                    <a:pt x="66" y="2"/>
                    <a:pt x="66" y="2"/>
                  </a:cubicBezTo>
                  <a:cubicBezTo>
                    <a:pt x="94" y="0"/>
                    <a:pt x="121" y="17"/>
                    <a:pt x="121" y="1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35" name="Freeform 1026">
              <a:extLst>
                <a:ext uri="{FF2B5EF4-FFF2-40B4-BE49-F238E27FC236}">
                  <a16:creationId xmlns:a16="http://schemas.microsoft.com/office/drawing/2014/main" id="{A1E27AE3-3E38-495F-8A3C-02DFEB7C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755"/>
              <a:ext cx="253" cy="92"/>
            </a:xfrm>
            <a:custGeom>
              <a:avLst/>
              <a:gdLst>
                <a:gd name="T0" fmla="*/ 0 w 127"/>
                <a:gd name="T1" fmla="*/ 413 h 43"/>
                <a:gd name="T2" fmla="*/ 789 w 127"/>
                <a:gd name="T3" fmla="*/ 265 h 43"/>
                <a:gd name="T4" fmla="*/ 1004 w 127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43">
                  <a:moveTo>
                    <a:pt x="0" y="42"/>
                  </a:moveTo>
                  <a:cubicBezTo>
                    <a:pt x="38" y="43"/>
                    <a:pt x="100" y="27"/>
                    <a:pt x="100" y="27"/>
                  </a:cubicBezTo>
                  <a:cubicBezTo>
                    <a:pt x="123" y="19"/>
                    <a:pt x="127" y="0"/>
                    <a:pt x="12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36" name="Freeform 1027">
              <a:extLst>
                <a:ext uri="{FF2B5EF4-FFF2-40B4-BE49-F238E27FC236}">
                  <a16:creationId xmlns:a16="http://schemas.microsoft.com/office/drawing/2014/main" id="{A172E150-C200-4AD4-8C8B-1C41E2C95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857"/>
              <a:ext cx="172" cy="47"/>
            </a:xfrm>
            <a:custGeom>
              <a:avLst/>
              <a:gdLst>
                <a:gd name="T0" fmla="*/ 0 w 86"/>
                <a:gd name="T1" fmla="*/ 120 h 22"/>
                <a:gd name="T2" fmla="*/ 688 w 86"/>
                <a:gd name="T3" fmla="*/ 21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2">
                  <a:moveTo>
                    <a:pt x="0" y="12"/>
                  </a:moveTo>
                  <a:cubicBezTo>
                    <a:pt x="47" y="0"/>
                    <a:pt x="79" y="17"/>
                    <a:pt x="86" y="2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37" name="Freeform 1028">
              <a:extLst>
                <a:ext uri="{FF2B5EF4-FFF2-40B4-BE49-F238E27FC236}">
                  <a16:creationId xmlns:a16="http://schemas.microsoft.com/office/drawing/2014/main" id="{9C99342C-2EB2-4A01-A240-0B699CB63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823"/>
              <a:ext cx="145" cy="56"/>
            </a:xfrm>
            <a:custGeom>
              <a:avLst/>
              <a:gdLst>
                <a:gd name="T0" fmla="*/ 0 w 73"/>
                <a:gd name="T1" fmla="*/ 261 h 26"/>
                <a:gd name="T2" fmla="*/ 352 w 73"/>
                <a:gd name="T3" fmla="*/ 172 h 26"/>
                <a:gd name="T4" fmla="*/ 572 w 7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6">
                  <a:moveTo>
                    <a:pt x="0" y="26"/>
                  </a:moveTo>
                  <a:cubicBezTo>
                    <a:pt x="21" y="26"/>
                    <a:pt x="45" y="17"/>
                    <a:pt x="45" y="17"/>
                  </a:cubicBezTo>
                  <a:cubicBezTo>
                    <a:pt x="62" y="11"/>
                    <a:pt x="73" y="0"/>
                    <a:pt x="7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38" name="Freeform 1029">
              <a:extLst>
                <a:ext uri="{FF2B5EF4-FFF2-40B4-BE49-F238E27FC236}">
                  <a16:creationId xmlns:a16="http://schemas.microsoft.com/office/drawing/2014/main" id="{684F6A93-0C9B-42CB-89FA-7FB5224A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819"/>
              <a:ext cx="16" cy="47"/>
            </a:xfrm>
            <a:custGeom>
              <a:avLst/>
              <a:gdLst>
                <a:gd name="T0" fmla="*/ 64 w 8"/>
                <a:gd name="T1" fmla="*/ 0 h 22"/>
                <a:gd name="T2" fmla="*/ 0 w 8"/>
                <a:gd name="T3" fmla="*/ 21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cubicBezTo>
                    <a:pt x="5" y="7"/>
                    <a:pt x="2" y="15"/>
                    <a:pt x="0" y="2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39" name="Freeform 1030">
              <a:extLst>
                <a:ext uri="{FF2B5EF4-FFF2-40B4-BE49-F238E27FC236}">
                  <a16:creationId xmlns:a16="http://schemas.microsoft.com/office/drawing/2014/main" id="{849AC554-1643-406A-BEA9-C3AA47DB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666"/>
              <a:ext cx="71" cy="68"/>
            </a:xfrm>
            <a:custGeom>
              <a:avLst/>
              <a:gdLst>
                <a:gd name="T0" fmla="*/ 0 w 36"/>
                <a:gd name="T1" fmla="*/ 298 h 32"/>
                <a:gd name="T2" fmla="*/ 276 w 3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2">
                  <a:moveTo>
                    <a:pt x="0" y="31"/>
                  </a:moveTo>
                  <a:cubicBezTo>
                    <a:pt x="15" y="32"/>
                    <a:pt x="32" y="13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40" name="Freeform 1031">
              <a:extLst>
                <a:ext uri="{FF2B5EF4-FFF2-40B4-BE49-F238E27FC236}">
                  <a16:creationId xmlns:a16="http://schemas.microsoft.com/office/drawing/2014/main" id="{41C1B9DF-F18F-474D-80D3-ED7E31D83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679"/>
              <a:ext cx="164" cy="42"/>
            </a:xfrm>
            <a:custGeom>
              <a:avLst/>
              <a:gdLst>
                <a:gd name="T0" fmla="*/ 0 w 82"/>
                <a:gd name="T1" fmla="*/ 0 h 20"/>
                <a:gd name="T2" fmla="*/ 448 w 82"/>
                <a:gd name="T3" fmla="*/ 168 h 20"/>
                <a:gd name="T4" fmla="*/ 656 w 82"/>
                <a:gd name="T5" fmla="*/ 10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20">
                  <a:moveTo>
                    <a:pt x="0" y="0"/>
                  </a:moveTo>
                  <a:cubicBezTo>
                    <a:pt x="13" y="18"/>
                    <a:pt x="35" y="20"/>
                    <a:pt x="56" y="18"/>
                  </a:cubicBezTo>
                  <a:cubicBezTo>
                    <a:pt x="65" y="17"/>
                    <a:pt x="73" y="13"/>
                    <a:pt x="82" y="1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41" name="Freeform 1032">
              <a:extLst>
                <a:ext uri="{FF2B5EF4-FFF2-40B4-BE49-F238E27FC236}">
                  <a16:creationId xmlns:a16="http://schemas.microsoft.com/office/drawing/2014/main" id="{912B8251-DC12-471D-ADEB-E183D91D9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717"/>
              <a:ext cx="147" cy="28"/>
            </a:xfrm>
            <a:custGeom>
              <a:avLst/>
              <a:gdLst>
                <a:gd name="T0" fmla="*/ 0 w 74"/>
                <a:gd name="T1" fmla="*/ 28 h 13"/>
                <a:gd name="T2" fmla="*/ 244 w 74"/>
                <a:gd name="T3" fmla="*/ 101 h 13"/>
                <a:gd name="T4" fmla="*/ 453 w 74"/>
                <a:gd name="T5" fmla="*/ 88 h 13"/>
                <a:gd name="T6" fmla="*/ 580 w 74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3">
                  <a:moveTo>
                    <a:pt x="0" y="3"/>
                  </a:moveTo>
                  <a:cubicBezTo>
                    <a:pt x="5" y="10"/>
                    <a:pt x="23" y="9"/>
                    <a:pt x="31" y="10"/>
                  </a:cubicBezTo>
                  <a:cubicBezTo>
                    <a:pt x="40" y="11"/>
                    <a:pt x="50" y="13"/>
                    <a:pt x="58" y="9"/>
                  </a:cubicBezTo>
                  <a:cubicBezTo>
                    <a:pt x="62" y="8"/>
                    <a:pt x="71" y="3"/>
                    <a:pt x="7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42" name="Freeform 1033">
              <a:extLst>
                <a:ext uri="{FF2B5EF4-FFF2-40B4-BE49-F238E27FC236}">
                  <a16:creationId xmlns:a16="http://schemas.microsoft.com/office/drawing/2014/main" id="{AB600DA4-4311-4F4A-965C-04427BD9C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736"/>
              <a:ext cx="68" cy="15"/>
            </a:xfrm>
            <a:custGeom>
              <a:avLst/>
              <a:gdLst>
                <a:gd name="T0" fmla="*/ 0 w 34"/>
                <a:gd name="T1" fmla="*/ 0 h 7"/>
                <a:gd name="T2" fmla="*/ 272 w 34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">
                  <a:moveTo>
                    <a:pt x="0" y="0"/>
                  </a:moveTo>
                  <a:cubicBezTo>
                    <a:pt x="15" y="5"/>
                    <a:pt x="34" y="7"/>
                    <a:pt x="34" y="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43" name="Freeform 1034">
              <a:extLst>
                <a:ext uri="{FF2B5EF4-FFF2-40B4-BE49-F238E27FC236}">
                  <a16:creationId xmlns:a16="http://schemas.microsoft.com/office/drawing/2014/main" id="{6BA489C1-E9A8-4FA4-8BEF-8D5B1C93C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770"/>
              <a:ext cx="182" cy="22"/>
            </a:xfrm>
            <a:custGeom>
              <a:avLst/>
              <a:gdLst>
                <a:gd name="T0" fmla="*/ 0 w 91"/>
                <a:gd name="T1" fmla="*/ 44 h 10"/>
                <a:gd name="T2" fmla="*/ 728 w 9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10">
                  <a:moveTo>
                    <a:pt x="0" y="4"/>
                  </a:moveTo>
                  <a:cubicBezTo>
                    <a:pt x="19" y="10"/>
                    <a:pt x="79" y="5"/>
                    <a:pt x="9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44" name="Freeform 1035">
              <a:extLst>
                <a:ext uri="{FF2B5EF4-FFF2-40B4-BE49-F238E27FC236}">
                  <a16:creationId xmlns:a16="http://schemas.microsoft.com/office/drawing/2014/main" id="{B1F53885-A3AF-4677-BDB1-14E8C12F3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783"/>
              <a:ext cx="179" cy="47"/>
            </a:xfrm>
            <a:custGeom>
              <a:avLst/>
              <a:gdLst>
                <a:gd name="T0" fmla="*/ 0 w 90"/>
                <a:gd name="T1" fmla="*/ 156 h 22"/>
                <a:gd name="T2" fmla="*/ 708 w 9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22">
                  <a:moveTo>
                    <a:pt x="0" y="16"/>
                  </a:moveTo>
                  <a:cubicBezTo>
                    <a:pt x="23" y="22"/>
                    <a:pt x="57" y="19"/>
                    <a:pt x="9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45" name="Freeform 1036">
              <a:extLst>
                <a:ext uri="{FF2B5EF4-FFF2-40B4-BE49-F238E27FC236}">
                  <a16:creationId xmlns:a16="http://schemas.microsoft.com/office/drawing/2014/main" id="{622D2514-3D31-4501-8839-FA779835F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792"/>
              <a:ext cx="60" cy="17"/>
            </a:xfrm>
            <a:custGeom>
              <a:avLst/>
              <a:gdLst>
                <a:gd name="T0" fmla="*/ 0 w 30"/>
                <a:gd name="T1" fmla="*/ 0 h 8"/>
                <a:gd name="T2" fmla="*/ 240 w 30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0"/>
                  </a:moveTo>
                  <a:cubicBezTo>
                    <a:pt x="16" y="5"/>
                    <a:pt x="30" y="8"/>
                    <a:pt x="30" y="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46" name="Freeform 1037">
              <a:extLst>
                <a:ext uri="{FF2B5EF4-FFF2-40B4-BE49-F238E27FC236}">
                  <a16:creationId xmlns:a16="http://schemas.microsoft.com/office/drawing/2014/main" id="{9517E69C-7624-49A9-AC4B-F0452F499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819"/>
              <a:ext cx="142" cy="17"/>
            </a:xfrm>
            <a:custGeom>
              <a:avLst/>
              <a:gdLst>
                <a:gd name="T0" fmla="*/ 0 w 71"/>
                <a:gd name="T1" fmla="*/ 0 h 8"/>
                <a:gd name="T2" fmla="*/ 568 w 71"/>
                <a:gd name="T3" fmla="*/ 1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8">
                  <a:moveTo>
                    <a:pt x="0" y="0"/>
                  </a:moveTo>
                  <a:cubicBezTo>
                    <a:pt x="20" y="8"/>
                    <a:pt x="53" y="7"/>
                    <a:pt x="71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47" name="Freeform 1038">
              <a:extLst>
                <a:ext uri="{FF2B5EF4-FFF2-40B4-BE49-F238E27FC236}">
                  <a16:creationId xmlns:a16="http://schemas.microsoft.com/office/drawing/2014/main" id="{CB34FAD6-0A82-4E4C-BA5B-159721E90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828"/>
              <a:ext cx="229" cy="53"/>
            </a:xfrm>
            <a:custGeom>
              <a:avLst/>
              <a:gdLst>
                <a:gd name="T0" fmla="*/ 0 w 115"/>
                <a:gd name="T1" fmla="*/ 161 h 25"/>
                <a:gd name="T2" fmla="*/ 908 w 11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25">
                  <a:moveTo>
                    <a:pt x="0" y="17"/>
                  </a:moveTo>
                  <a:cubicBezTo>
                    <a:pt x="38" y="25"/>
                    <a:pt x="89" y="17"/>
                    <a:pt x="11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48" name="Freeform 1039">
              <a:extLst>
                <a:ext uri="{FF2B5EF4-FFF2-40B4-BE49-F238E27FC236}">
                  <a16:creationId xmlns:a16="http://schemas.microsoft.com/office/drawing/2014/main" id="{B4C1A06C-B632-482A-9A44-A6A8A2CBB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855"/>
              <a:ext cx="153" cy="54"/>
            </a:xfrm>
            <a:custGeom>
              <a:avLst/>
              <a:gdLst>
                <a:gd name="T0" fmla="*/ 0 w 77"/>
                <a:gd name="T1" fmla="*/ 233 h 25"/>
                <a:gd name="T2" fmla="*/ 604 w 7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25">
                  <a:moveTo>
                    <a:pt x="0" y="23"/>
                  </a:moveTo>
                  <a:cubicBezTo>
                    <a:pt x="30" y="25"/>
                    <a:pt x="65" y="10"/>
                    <a:pt x="7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49" name="Freeform 1040">
              <a:extLst>
                <a:ext uri="{FF2B5EF4-FFF2-40B4-BE49-F238E27FC236}">
                  <a16:creationId xmlns:a16="http://schemas.microsoft.com/office/drawing/2014/main" id="{962D862B-B569-4BFC-B506-BADBF1ABA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864"/>
              <a:ext cx="74" cy="15"/>
            </a:xfrm>
            <a:custGeom>
              <a:avLst/>
              <a:gdLst>
                <a:gd name="T0" fmla="*/ 0 w 37"/>
                <a:gd name="T1" fmla="*/ 0 h 7"/>
                <a:gd name="T2" fmla="*/ 296 w 37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7">
                  <a:moveTo>
                    <a:pt x="0" y="0"/>
                  </a:moveTo>
                  <a:cubicBezTo>
                    <a:pt x="17" y="4"/>
                    <a:pt x="37" y="7"/>
                    <a:pt x="37" y="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50" name="Freeform 1041">
              <a:extLst>
                <a:ext uri="{FF2B5EF4-FFF2-40B4-BE49-F238E27FC236}">
                  <a16:creationId xmlns:a16="http://schemas.microsoft.com/office/drawing/2014/main" id="{66C7771F-0A82-486B-94E2-A77D175CF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909"/>
              <a:ext cx="152" cy="21"/>
            </a:xfrm>
            <a:custGeom>
              <a:avLst/>
              <a:gdLst>
                <a:gd name="T0" fmla="*/ 0 w 76"/>
                <a:gd name="T1" fmla="*/ 48 h 10"/>
                <a:gd name="T2" fmla="*/ 608 w 7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0">
                  <a:moveTo>
                    <a:pt x="0" y="5"/>
                  </a:moveTo>
                  <a:cubicBezTo>
                    <a:pt x="22" y="10"/>
                    <a:pt x="61" y="7"/>
                    <a:pt x="7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51" name="Freeform 1042">
              <a:extLst>
                <a:ext uri="{FF2B5EF4-FFF2-40B4-BE49-F238E27FC236}">
                  <a16:creationId xmlns:a16="http://schemas.microsoft.com/office/drawing/2014/main" id="{5FE690CD-9AD9-4CD7-B493-60E780756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919"/>
              <a:ext cx="140" cy="30"/>
            </a:xfrm>
            <a:custGeom>
              <a:avLst/>
              <a:gdLst>
                <a:gd name="T0" fmla="*/ 0 w 70"/>
                <a:gd name="T1" fmla="*/ 137 h 14"/>
                <a:gd name="T2" fmla="*/ 560 w 70"/>
                <a:gd name="T3" fmla="*/ 6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4">
                  <a:moveTo>
                    <a:pt x="0" y="14"/>
                  </a:moveTo>
                  <a:cubicBezTo>
                    <a:pt x="20" y="8"/>
                    <a:pt x="37" y="0"/>
                    <a:pt x="70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52" name="Freeform 1043">
              <a:extLst>
                <a:ext uri="{FF2B5EF4-FFF2-40B4-BE49-F238E27FC236}">
                  <a16:creationId xmlns:a16="http://schemas.microsoft.com/office/drawing/2014/main" id="{BD4E6E88-C9AA-4919-884D-840B3A200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236"/>
              <a:ext cx="203" cy="68"/>
            </a:xfrm>
            <a:custGeom>
              <a:avLst/>
              <a:gdLst>
                <a:gd name="T0" fmla="*/ 0 w 102"/>
                <a:gd name="T1" fmla="*/ 60 h 32"/>
                <a:gd name="T2" fmla="*/ 527 w 102"/>
                <a:gd name="T3" fmla="*/ 117 h 32"/>
                <a:gd name="T4" fmla="*/ 804 w 102"/>
                <a:gd name="T5" fmla="*/ 30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32">
                  <a:moveTo>
                    <a:pt x="0" y="6"/>
                  </a:moveTo>
                  <a:cubicBezTo>
                    <a:pt x="28" y="0"/>
                    <a:pt x="54" y="5"/>
                    <a:pt x="67" y="12"/>
                  </a:cubicBezTo>
                  <a:cubicBezTo>
                    <a:pt x="81" y="20"/>
                    <a:pt x="95" y="25"/>
                    <a:pt x="102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53" name="Freeform 1044">
              <a:extLst>
                <a:ext uri="{FF2B5EF4-FFF2-40B4-BE49-F238E27FC236}">
                  <a16:creationId xmlns:a16="http://schemas.microsoft.com/office/drawing/2014/main" id="{923E59A2-4DAC-403A-814C-AEB253448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215"/>
              <a:ext cx="101" cy="30"/>
            </a:xfrm>
            <a:custGeom>
              <a:avLst/>
              <a:gdLst>
                <a:gd name="T0" fmla="*/ 0 w 51"/>
                <a:gd name="T1" fmla="*/ 0 h 14"/>
                <a:gd name="T2" fmla="*/ 396 w 51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4">
                  <a:moveTo>
                    <a:pt x="0" y="0"/>
                  </a:moveTo>
                  <a:cubicBezTo>
                    <a:pt x="24" y="0"/>
                    <a:pt x="38" y="9"/>
                    <a:pt x="51" y="1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54" name="Freeform 1045">
              <a:extLst>
                <a:ext uri="{FF2B5EF4-FFF2-40B4-BE49-F238E27FC236}">
                  <a16:creationId xmlns:a16="http://schemas.microsoft.com/office/drawing/2014/main" id="{85EBBB2F-78C2-46F7-A2E4-868AB298E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172"/>
              <a:ext cx="175" cy="83"/>
            </a:xfrm>
            <a:custGeom>
              <a:avLst/>
              <a:gdLst>
                <a:gd name="T0" fmla="*/ 0 w 88"/>
                <a:gd name="T1" fmla="*/ 49 h 39"/>
                <a:gd name="T2" fmla="*/ 692 w 88"/>
                <a:gd name="T3" fmla="*/ 37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39">
                  <a:moveTo>
                    <a:pt x="0" y="5"/>
                  </a:moveTo>
                  <a:cubicBezTo>
                    <a:pt x="33" y="0"/>
                    <a:pt x="61" y="11"/>
                    <a:pt x="88" y="3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55" name="Freeform 1046">
              <a:extLst>
                <a:ext uri="{FF2B5EF4-FFF2-40B4-BE49-F238E27FC236}">
                  <a16:creationId xmlns:a16="http://schemas.microsoft.com/office/drawing/2014/main" id="{E28C7EDE-FE31-4668-9F28-DB0365100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234"/>
              <a:ext cx="92" cy="15"/>
            </a:xfrm>
            <a:custGeom>
              <a:avLst/>
              <a:gdLst>
                <a:gd name="T0" fmla="*/ 0 w 46"/>
                <a:gd name="T1" fmla="*/ 28 h 7"/>
                <a:gd name="T2" fmla="*/ 368 w 46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7">
                  <a:moveTo>
                    <a:pt x="0" y="3"/>
                  </a:moveTo>
                  <a:cubicBezTo>
                    <a:pt x="23" y="0"/>
                    <a:pt x="46" y="7"/>
                    <a:pt x="46" y="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56" name="Freeform 1047">
              <a:extLst>
                <a:ext uri="{FF2B5EF4-FFF2-40B4-BE49-F238E27FC236}">
                  <a16:creationId xmlns:a16="http://schemas.microsoft.com/office/drawing/2014/main" id="{1B4312D4-FA26-4CB9-A475-31909472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945"/>
              <a:ext cx="227" cy="51"/>
            </a:xfrm>
            <a:custGeom>
              <a:avLst/>
              <a:gdLst>
                <a:gd name="T0" fmla="*/ 420 w 114"/>
                <a:gd name="T1" fmla="*/ 221 h 24"/>
                <a:gd name="T2" fmla="*/ 900 w 114"/>
                <a:gd name="T3" fmla="*/ 68 h 24"/>
                <a:gd name="T4" fmla="*/ 456 w 114"/>
                <a:gd name="T5" fmla="*/ 19 h 24"/>
                <a:gd name="T6" fmla="*/ 0 w 114"/>
                <a:gd name="T7" fmla="*/ 12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24">
                  <a:moveTo>
                    <a:pt x="53" y="23"/>
                  </a:moveTo>
                  <a:cubicBezTo>
                    <a:pt x="68" y="24"/>
                    <a:pt x="114" y="7"/>
                    <a:pt x="114" y="7"/>
                  </a:cubicBezTo>
                  <a:cubicBezTo>
                    <a:pt x="101" y="0"/>
                    <a:pt x="85" y="2"/>
                    <a:pt x="58" y="2"/>
                  </a:cubicBezTo>
                  <a:cubicBezTo>
                    <a:pt x="58" y="2"/>
                    <a:pt x="34" y="1"/>
                    <a:pt x="0" y="1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57" name="Freeform 1048">
              <a:extLst>
                <a:ext uri="{FF2B5EF4-FFF2-40B4-BE49-F238E27FC236}">
                  <a16:creationId xmlns:a16="http://schemas.microsoft.com/office/drawing/2014/main" id="{89345418-20A6-4503-AD3D-BB012863F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960"/>
              <a:ext cx="114" cy="19"/>
            </a:xfrm>
            <a:custGeom>
              <a:avLst/>
              <a:gdLst>
                <a:gd name="T0" fmla="*/ 0 w 57"/>
                <a:gd name="T1" fmla="*/ 0 h 9"/>
                <a:gd name="T2" fmla="*/ 456 w 57"/>
                <a:gd name="T3" fmla="*/ 5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9">
                  <a:moveTo>
                    <a:pt x="0" y="0"/>
                  </a:moveTo>
                  <a:cubicBezTo>
                    <a:pt x="24" y="9"/>
                    <a:pt x="57" y="6"/>
                    <a:pt x="57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58" name="Freeform 1049">
              <a:extLst>
                <a:ext uri="{FF2B5EF4-FFF2-40B4-BE49-F238E27FC236}">
                  <a16:creationId xmlns:a16="http://schemas.microsoft.com/office/drawing/2014/main" id="{B0C08F19-A466-4067-9CA4-95C2AE771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975"/>
              <a:ext cx="183" cy="38"/>
            </a:xfrm>
            <a:custGeom>
              <a:avLst/>
              <a:gdLst>
                <a:gd name="T0" fmla="*/ 0 w 92"/>
                <a:gd name="T1" fmla="*/ 133 h 18"/>
                <a:gd name="T2" fmla="*/ 463 w 92"/>
                <a:gd name="T3" fmla="*/ 93 h 18"/>
                <a:gd name="T4" fmla="*/ 724 w 9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8">
                  <a:moveTo>
                    <a:pt x="0" y="14"/>
                  </a:moveTo>
                  <a:cubicBezTo>
                    <a:pt x="18" y="18"/>
                    <a:pt x="40" y="15"/>
                    <a:pt x="59" y="10"/>
                  </a:cubicBezTo>
                  <a:cubicBezTo>
                    <a:pt x="77" y="6"/>
                    <a:pt x="92" y="0"/>
                    <a:pt x="9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59" name="Freeform 1050">
              <a:extLst>
                <a:ext uri="{FF2B5EF4-FFF2-40B4-BE49-F238E27FC236}">
                  <a16:creationId xmlns:a16="http://schemas.microsoft.com/office/drawing/2014/main" id="{DAE3E6B5-F9E9-4670-9E28-7A159831E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030"/>
              <a:ext cx="114" cy="15"/>
            </a:xfrm>
            <a:custGeom>
              <a:avLst/>
              <a:gdLst>
                <a:gd name="T0" fmla="*/ 0 w 57"/>
                <a:gd name="T1" fmla="*/ 0 h 7"/>
                <a:gd name="T2" fmla="*/ 456 w 5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7">
                  <a:moveTo>
                    <a:pt x="0" y="0"/>
                  </a:moveTo>
                  <a:cubicBezTo>
                    <a:pt x="21" y="7"/>
                    <a:pt x="57" y="0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60" name="Freeform 1051">
              <a:extLst>
                <a:ext uri="{FF2B5EF4-FFF2-40B4-BE49-F238E27FC236}">
                  <a16:creationId xmlns:a16="http://schemas.microsoft.com/office/drawing/2014/main" id="{002BE764-7849-45AA-8141-B9C3A5F5C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034"/>
              <a:ext cx="168" cy="45"/>
            </a:xfrm>
            <a:custGeom>
              <a:avLst/>
              <a:gdLst>
                <a:gd name="T0" fmla="*/ 0 w 84"/>
                <a:gd name="T1" fmla="*/ 129 h 21"/>
                <a:gd name="T2" fmla="*/ 672 w 8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21">
                  <a:moveTo>
                    <a:pt x="0" y="13"/>
                  </a:moveTo>
                  <a:cubicBezTo>
                    <a:pt x="23" y="21"/>
                    <a:pt x="72" y="12"/>
                    <a:pt x="8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61" name="Freeform 1052">
              <a:extLst>
                <a:ext uri="{FF2B5EF4-FFF2-40B4-BE49-F238E27FC236}">
                  <a16:creationId xmlns:a16="http://schemas.microsoft.com/office/drawing/2014/main" id="{59F8092F-D915-48E5-8445-58997499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049"/>
              <a:ext cx="78" cy="30"/>
            </a:xfrm>
            <a:custGeom>
              <a:avLst/>
              <a:gdLst>
                <a:gd name="T0" fmla="*/ 0 w 39"/>
                <a:gd name="T1" fmla="*/ 51 h 14"/>
                <a:gd name="T2" fmla="*/ 312 w 39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4">
                  <a:moveTo>
                    <a:pt x="0" y="5"/>
                  </a:moveTo>
                  <a:cubicBezTo>
                    <a:pt x="23" y="0"/>
                    <a:pt x="38" y="13"/>
                    <a:pt x="39" y="1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62" name="Freeform 1053">
              <a:extLst>
                <a:ext uri="{FF2B5EF4-FFF2-40B4-BE49-F238E27FC236}">
                  <a16:creationId xmlns:a16="http://schemas.microsoft.com/office/drawing/2014/main" id="{796E6670-578E-4CCE-8D3B-54EB082A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102"/>
              <a:ext cx="193" cy="26"/>
            </a:xfrm>
            <a:custGeom>
              <a:avLst/>
              <a:gdLst>
                <a:gd name="T0" fmla="*/ 0 w 97"/>
                <a:gd name="T1" fmla="*/ 0 h 12"/>
                <a:gd name="T2" fmla="*/ 764 w 97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12">
                  <a:moveTo>
                    <a:pt x="0" y="0"/>
                  </a:moveTo>
                  <a:cubicBezTo>
                    <a:pt x="18" y="12"/>
                    <a:pt x="73" y="12"/>
                    <a:pt x="97" y="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63" name="Freeform 1054">
              <a:extLst>
                <a:ext uri="{FF2B5EF4-FFF2-40B4-BE49-F238E27FC236}">
                  <a16:creationId xmlns:a16="http://schemas.microsoft.com/office/drawing/2014/main" id="{B2038BC4-4199-4A7B-B683-04DD8D9B6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075"/>
              <a:ext cx="128" cy="36"/>
            </a:xfrm>
            <a:custGeom>
              <a:avLst/>
              <a:gdLst>
                <a:gd name="T0" fmla="*/ 0 w 64"/>
                <a:gd name="T1" fmla="*/ 0 h 17"/>
                <a:gd name="T2" fmla="*/ 512 w 64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7">
                  <a:moveTo>
                    <a:pt x="0" y="0"/>
                  </a:moveTo>
                  <a:cubicBezTo>
                    <a:pt x="15" y="12"/>
                    <a:pt x="47" y="16"/>
                    <a:pt x="64" y="1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64" name="Freeform 1055">
              <a:extLst>
                <a:ext uri="{FF2B5EF4-FFF2-40B4-BE49-F238E27FC236}">
                  <a16:creationId xmlns:a16="http://schemas.microsoft.com/office/drawing/2014/main" id="{41EF547E-76EE-4256-BD35-DFC50C41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172"/>
              <a:ext cx="172" cy="15"/>
            </a:xfrm>
            <a:custGeom>
              <a:avLst/>
              <a:gdLst>
                <a:gd name="T0" fmla="*/ 0 w 86"/>
                <a:gd name="T1" fmla="*/ 69 h 7"/>
                <a:gd name="T2" fmla="*/ 688 w 86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7">
                  <a:moveTo>
                    <a:pt x="0" y="7"/>
                  </a:moveTo>
                  <a:cubicBezTo>
                    <a:pt x="36" y="5"/>
                    <a:pt x="62" y="0"/>
                    <a:pt x="86" y="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65" name="Freeform 1056">
              <a:extLst>
                <a:ext uri="{FF2B5EF4-FFF2-40B4-BE49-F238E27FC236}">
                  <a16:creationId xmlns:a16="http://schemas.microsoft.com/office/drawing/2014/main" id="{0EF92B2F-A50E-418F-90C0-9B64048FE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200"/>
              <a:ext cx="150" cy="30"/>
            </a:xfrm>
            <a:custGeom>
              <a:avLst/>
              <a:gdLst>
                <a:gd name="T0" fmla="*/ 0 w 75"/>
                <a:gd name="T1" fmla="*/ 0 h 14"/>
                <a:gd name="T2" fmla="*/ 600 w 75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4">
                  <a:moveTo>
                    <a:pt x="0" y="0"/>
                  </a:moveTo>
                  <a:cubicBezTo>
                    <a:pt x="23" y="7"/>
                    <a:pt x="60" y="14"/>
                    <a:pt x="75" y="1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66" name="Freeform 1057">
              <a:extLst>
                <a:ext uri="{FF2B5EF4-FFF2-40B4-BE49-F238E27FC236}">
                  <a16:creationId xmlns:a16="http://schemas.microsoft.com/office/drawing/2014/main" id="{1826E2D5-2CE1-40F6-A19D-58099BB7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145"/>
              <a:ext cx="156" cy="19"/>
            </a:xfrm>
            <a:custGeom>
              <a:avLst/>
              <a:gdLst>
                <a:gd name="T0" fmla="*/ 0 w 78"/>
                <a:gd name="T1" fmla="*/ 0 h 9"/>
                <a:gd name="T2" fmla="*/ 624 w 78"/>
                <a:gd name="T3" fmla="*/ 2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9">
                  <a:moveTo>
                    <a:pt x="0" y="0"/>
                  </a:moveTo>
                  <a:cubicBezTo>
                    <a:pt x="26" y="9"/>
                    <a:pt x="78" y="3"/>
                    <a:pt x="78" y="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67" name="Freeform 1058">
              <a:extLst>
                <a:ext uri="{FF2B5EF4-FFF2-40B4-BE49-F238E27FC236}">
                  <a16:creationId xmlns:a16="http://schemas.microsoft.com/office/drawing/2014/main" id="{B12AA8D4-F66C-47FA-9DB5-876ADC56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158"/>
              <a:ext cx="54" cy="23"/>
            </a:xfrm>
            <a:custGeom>
              <a:avLst/>
              <a:gdLst>
                <a:gd name="T0" fmla="*/ 0 w 27"/>
                <a:gd name="T1" fmla="*/ 0 h 11"/>
                <a:gd name="T2" fmla="*/ 216 w 27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18" y="5"/>
                    <a:pt x="27" y="11"/>
                    <a:pt x="27" y="1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68" name="Freeform 1059">
              <a:extLst>
                <a:ext uri="{FF2B5EF4-FFF2-40B4-BE49-F238E27FC236}">
                  <a16:creationId xmlns:a16="http://schemas.microsoft.com/office/drawing/2014/main" id="{B4B1D5CA-0B83-46FD-8A08-4807DB69F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024"/>
              <a:ext cx="50" cy="159"/>
            </a:xfrm>
            <a:custGeom>
              <a:avLst/>
              <a:gdLst>
                <a:gd name="T0" fmla="*/ 200 w 25"/>
                <a:gd name="T1" fmla="*/ 0 h 75"/>
                <a:gd name="T2" fmla="*/ 64 w 25"/>
                <a:gd name="T3" fmla="*/ 714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5">
                  <a:moveTo>
                    <a:pt x="25" y="0"/>
                  </a:moveTo>
                  <a:cubicBezTo>
                    <a:pt x="11" y="14"/>
                    <a:pt x="0" y="38"/>
                    <a:pt x="8" y="7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69" name="Freeform 1060">
              <a:extLst>
                <a:ext uri="{FF2B5EF4-FFF2-40B4-BE49-F238E27FC236}">
                  <a16:creationId xmlns:a16="http://schemas.microsoft.com/office/drawing/2014/main" id="{5B6F69EB-0B57-4D13-846D-5ACAA676A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3011"/>
              <a:ext cx="78" cy="132"/>
            </a:xfrm>
            <a:custGeom>
              <a:avLst/>
              <a:gdLst>
                <a:gd name="T0" fmla="*/ 312 w 39"/>
                <a:gd name="T1" fmla="*/ 0 h 62"/>
                <a:gd name="T2" fmla="*/ 16 w 39"/>
                <a:gd name="T3" fmla="*/ 598 h 62"/>
                <a:gd name="T4" fmla="*/ 200 w 39"/>
                <a:gd name="T5" fmla="*/ 4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2">
                  <a:moveTo>
                    <a:pt x="39" y="0"/>
                  </a:moveTo>
                  <a:cubicBezTo>
                    <a:pt x="29" y="10"/>
                    <a:pt x="24" y="48"/>
                    <a:pt x="2" y="62"/>
                  </a:cubicBezTo>
                  <a:cubicBezTo>
                    <a:pt x="0" y="24"/>
                    <a:pt x="12" y="8"/>
                    <a:pt x="25" y="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70" name="Line 1061">
              <a:extLst>
                <a:ext uri="{FF2B5EF4-FFF2-40B4-BE49-F238E27FC236}">
                  <a16:creationId xmlns:a16="http://schemas.microsoft.com/office/drawing/2014/main" id="{95904721-A648-485A-9C2B-2B90ABEC18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2" y="3019"/>
              <a:ext cx="1" cy="1"/>
            </a:xfrm>
            <a:prstGeom prst="lin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71" name="Freeform 1062">
              <a:extLst>
                <a:ext uri="{FF2B5EF4-FFF2-40B4-BE49-F238E27FC236}">
                  <a16:creationId xmlns:a16="http://schemas.microsoft.com/office/drawing/2014/main" id="{65F5A584-BFE5-4648-8042-6A116BFFE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085"/>
              <a:ext cx="52" cy="164"/>
            </a:xfrm>
            <a:custGeom>
              <a:avLst/>
              <a:gdLst>
                <a:gd name="T0" fmla="*/ 56 w 26"/>
                <a:gd name="T1" fmla="*/ 249 h 77"/>
                <a:gd name="T2" fmla="*/ 56 w 26"/>
                <a:gd name="T3" fmla="*/ 743 h 77"/>
                <a:gd name="T4" fmla="*/ 208 w 26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77">
                  <a:moveTo>
                    <a:pt x="7" y="26"/>
                  </a:moveTo>
                  <a:cubicBezTo>
                    <a:pt x="0" y="42"/>
                    <a:pt x="3" y="64"/>
                    <a:pt x="7" y="77"/>
                  </a:cubicBezTo>
                  <a:cubicBezTo>
                    <a:pt x="20" y="58"/>
                    <a:pt x="25" y="27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72" name="Freeform 1063">
              <a:extLst>
                <a:ext uri="{FF2B5EF4-FFF2-40B4-BE49-F238E27FC236}">
                  <a16:creationId xmlns:a16="http://schemas.microsoft.com/office/drawing/2014/main" id="{B5EDC0A7-D8CA-4069-A8A2-DF79E7DAE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015"/>
              <a:ext cx="102" cy="145"/>
            </a:xfrm>
            <a:custGeom>
              <a:avLst/>
              <a:gdLst>
                <a:gd name="T0" fmla="*/ 0 w 51"/>
                <a:gd name="T1" fmla="*/ 659 h 68"/>
                <a:gd name="T2" fmla="*/ 224 w 51"/>
                <a:gd name="T3" fmla="*/ 290 h 68"/>
                <a:gd name="T4" fmla="*/ 408 w 5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8">
                  <a:moveTo>
                    <a:pt x="0" y="68"/>
                  </a:moveTo>
                  <a:cubicBezTo>
                    <a:pt x="18" y="51"/>
                    <a:pt x="12" y="39"/>
                    <a:pt x="28" y="30"/>
                  </a:cubicBezTo>
                  <a:cubicBezTo>
                    <a:pt x="45" y="21"/>
                    <a:pt x="51" y="0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73" name="Freeform 1064">
              <a:extLst>
                <a:ext uri="{FF2B5EF4-FFF2-40B4-BE49-F238E27FC236}">
                  <a16:creationId xmlns:a16="http://schemas.microsoft.com/office/drawing/2014/main" id="{9BF4ABF0-AFFD-4B5F-86B4-0CB2A5F77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151"/>
              <a:ext cx="59" cy="105"/>
            </a:xfrm>
            <a:custGeom>
              <a:avLst/>
              <a:gdLst>
                <a:gd name="T0" fmla="*/ 228 w 30"/>
                <a:gd name="T1" fmla="*/ 0 h 49"/>
                <a:gd name="T2" fmla="*/ 0 w 30"/>
                <a:gd name="T3" fmla="*/ 48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30" y="0"/>
                  </a:moveTo>
                  <a:cubicBezTo>
                    <a:pt x="26" y="15"/>
                    <a:pt x="8" y="27"/>
                    <a:pt x="0" y="4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74" name="Freeform 1065">
              <a:extLst>
                <a:ext uri="{FF2B5EF4-FFF2-40B4-BE49-F238E27FC236}">
                  <a16:creationId xmlns:a16="http://schemas.microsoft.com/office/drawing/2014/main" id="{E8C62A3F-49BA-4A2D-A149-A8C40E235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051"/>
              <a:ext cx="57" cy="188"/>
            </a:xfrm>
            <a:custGeom>
              <a:avLst/>
              <a:gdLst>
                <a:gd name="T0" fmla="*/ 220 w 29"/>
                <a:gd name="T1" fmla="*/ 0 h 88"/>
                <a:gd name="T2" fmla="*/ 39 w 29"/>
                <a:gd name="T3" fmla="*/ 547 h 88"/>
                <a:gd name="T4" fmla="*/ 16 w 29"/>
                <a:gd name="T5" fmla="*/ 859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88">
                  <a:moveTo>
                    <a:pt x="29" y="0"/>
                  </a:moveTo>
                  <a:cubicBezTo>
                    <a:pt x="13" y="13"/>
                    <a:pt x="9" y="42"/>
                    <a:pt x="5" y="56"/>
                  </a:cubicBezTo>
                  <a:cubicBezTo>
                    <a:pt x="0" y="71"/>
                    <a:pt x="2" y="88"/>
                    <a:pt x="2" y="8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75" name="Freeform 1066">
              <a:extLst>
                <a:ext uri="{FF2B5EF4-FFF2-40B4-BE49-F238E27FC236}">
                  <a16:creationId xmlns:a16="http://schemas.microsoft.com/office/drawing/2014/main" id="{95023637-0ADA-47A0-8B9F-17E3FBEE7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000"/>
              <a:ext cx="63" cy="160"/>
            </a:xfrm>
            <a:custGeom>
              <a:avLst/>
              <a:gdLst>
                <a:gd name="T0" fmla="*/ 244 w 32"/>
                <a:gd name="T1" fmla="*/ 0 h 75"/>
                <a:gd name="T2" fmla="*/ 8 w 32"/>
                <a:gd name="T3" fmla="*/ 727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5">
                  <a:moveTo>
                    <a:pt x="32" y="0"/>
                  </a:moveTo>
                  <a:cubicBezTo>
                    <a:pt x="15" y="11"/>
                    <a:pt x="0" y="23"/>
                    <a:pt x="1" y="7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76" name="Freeform 1067">
              <a:extLst>
                <a:ext uri="{FF2B5EF4-FFF2-40B4-BE49-F238E27FC236}">
                  <a16:creationId xmlns:a16="http://schemas.microsoft.com/office/drawing/2014/main" id="{170C79F6-0625-4C6C-A43A-B66542FC5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900"/>
              <a:ext cx="65" cy="141"/>
            </a:xfrm>
            <a:custGeom>
              <a:avLst/>
              <a:gdLst>
                <a:gd name="T0" fmla="*/ 252 w 33"/>
                <a:gd name="T1" fmla="*/ 0 h 66"/>
                <a:gd name="T2" fmla="*/ 0 w 33"/>
                <a:gd name="T3" fmla="*/ 643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6">
                  <a:moveTo>
                    <a:pt x="33" y="0"/>
                  </a:moveTo>
                  <a:cubicBezTo>
                    <a:pt x="22" y="6"/>
                    <a:pt x="1" y="33"/>
                    <a:pt x="0" y="6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77" name="Freeform 1068">
              <a:extLst>
                <a:ext uri="{FF2B5EF4-FFF2-40B4-BE49-F238E27FC236}">
                  <a16:creationId xmlns:a16="http://schemas.microsoft.com/office/drawing/2014/main" id="{586AEB25-F3C4-44A1-A611-4F9DCC45D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039"/>
              <a:ext cx="70" cy="153"/>
            </a:xfrm>
            <a:custGeom>
              <a:avLst/>
              <a:gdLst>
                <a:gd name="T0" fmla="*/ 264 w 35"/>
                <a:gd name="T1" fmla="*/ 0 h 72"/>
                <a:gd name="T2" fmla="*/ 0 w 35"/>
                <a:gd name="T3" fmla="*/ 691 h 72"/>
                <a:gd name="T4" fmla="*/ 280 w 35"/>
                <a:gd name="T5" fmla="*/ 145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2">
                  <a:moveTo>
                    <a:pt x="33" y="0"/>
                  </a:moveTo>
                  <a:cubicBezTo>
                    <a:pt x="16" y="19"/>
                    <a:pt x="1" y="32"/>
                    <a:pt x="0" y="72"/>
                  </a:cubicBezTo>
                  <a:cubicBezTo>
                    <a:pt x="15" y="57"/>
                    <a:pt x="29" y="35"/>
                    <a:pt x="35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78" name="Freeform 1069">
              <a:extLst>
                <a:ext uri="{FF2B5EF4-FFF2-40B4-BE49-F238E27FC236}">
                  <a16:creationId xmlns:a16="http://schemas.microsoft.com/office/drawing/2014/main" id="{4C55BEB4-2EF8-4A92-AE82-624A321CF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192"/>
              <a:ext cx="22" cy="66"/>
            </a:xfrm>
            <a:custGeom>
              <a:avLst/>
              <a:gdLst>
                <a:gd name="T0" fmla="*/ 88 w 11"/>
                <a:gd name="T1" fmla="*/ 0 h 31"/>
                <a:gd name="T2" fmla="*/ 24 w 11"/>
                <a:gd name="T3" fmla="*/ 30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0" y="26"/>
                    <a:pt x="3" y="31"/>
                    <a:pt x="3" y="3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79" name="Freeform 1070">
              <a:extLst>
                <a:ext uri="{FF2B5EF4-FFF2-40B4-BE49-F238E27FC236}">
                  <a16:creationId xmlns:a16="http://schemas.microsoft.com/office/drawing/2014/main" id="{2E2BF803-6995-4E56-B651-ECCE463FB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164"/>
              <a:ext cx="8" cy="96"/>
            </a:xfrm>
            <a:custGeom>
              <a:avLst/>
              <a:gdLst>
                <a:gd name="T0" fmla="*/ 24 w 4"/>
                <a:gd name="T1" fmla="*/ 0 h 45"/>
                <a:gd name="T2" fmla="*/ 0 w 4"/>
                <a:gd name="T3" fmla="*/ 43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5">
                  <a:moveTo>
                    <a:pt x="3" y="0"/>
                  </a:moveTo>
                  <a:cubicBezTo>
                    <a:pt x="4" y="16"/>
                    <a:pt x="0" y="45"/>
                    <a:pt x="0" y="4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80" name="Freeform 1071">
              <a:extLst>
                <a:ext uri="{FF2B5EF4-FFF2-40B4-BE49-F238E27FC236}">
                  <a16:creationId xmlns:a16="http://schemas.microsoft.com/office/drawing/2014/main" id="{88247F2F-7047-4BA7-980C-E0FBF9C9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3041"/>
              <a:ext cx="100" cy="91"/>
            </a:xfrm>
            <a:custGeom>
              <a:avLst/>
              <a:gdLst>
                <a:gd name="T0" fmla="*/ 400 w 50"/>
                <a:gd name="T1" fmla="*/ 36 h 43"/>
                <a:gd name="T2" fmla="*/ 0 w 50"/>
                <a:gd name="T3" fmla="*/ 408 h 43"/>
                <a:gd name="T4" fmla="*/ 248 w 50"/>
                <a:gd name="T5" fmla="*/ 31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3">
                  <a:moveTo>
                    <a:pt x="50" y="4"/>
                  </a:moveTo>
                  <a:cubicBezTo>
                    <a:pt x="38" y="0"/>
                    <a:pt x="13" y="15"/>
                    <a:pt x="0" y="43"/>
                  </a:cubicBezTo>
                  <a:cubicBezTo>
                    <a:pt x="14" y="42"/>
                    <a:pt x="31" y="33"/>
                    <a:pt x="31" y="3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81" name="Freeform 1072">
              <a:extLst>
                <a:ext uri="{FF2B5EF4-FFF2-40B4-BE49-F238E27FC236}">
                  <a16:creationId xmlns:a16="http://schemas.microsoft.com/office/drawing/2014/main" id="{219864F8-6075-4934-BB95-6115377E5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994"/>
              <a:ext cx="30" cy="57"/>
            </a:xfrm>
            <a:custGeom>
              <a:avLst/>
              <a:gdLst>
                <a:gd name="T0" fmla="*/ 120 w 15"/>
                <a:gd name="T1" fmla="*/ 0 h 27"/>
                <a:gd name="T2" fmla="*/ 0 w 15"/>
                <a:gd name="T3" fmla="*/ 25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7">
                  <a:moveTo>
                    <a:pt x="15" y="0"/>
                  </a:moveTo>
                  <a:cubicBezTo>
                    <a:pt x="9" y="15"/>
                    <a:pt x="0" y="27"/>
                    <a:pt x="0" y="2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82" name="Freeform 1073">
              <a:extLst>
                <a:ext uri="{FF2B5EF4-FFF2-40B4-BE49-F238E27FC236}">
                  <a16:creationId xmlns:a16="http://schemas.microsoft.com/office/drawing/2014/main" id="{8B2C4D55-BC62-4522-A375-24201AE2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3053"/>
              <a:ext cx="100" cy="158"/>
            </a:xfrm>
            <a:custGeom>
              <a:avLst/>
              <a:gdLst>
                <a:gd name="T0" fmla="*/ 400 w 50"/>
                <a:gd name="T1" fmla="*/ 0 h 74"/>
                <a:gd name="T2" fmla="*/ 216 w 50"/>
                <a:gd name="T3" fmla="*/ 525 h 74"/>
                <a:gd name="T4" fmla="*/ 0 w 50"/>
                <a:gd name="T5" fmla="*/ 72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74">
                  <a:moveTo>
                    <a:pt x="50" y="0"/>
                  </a:moveTo>
                  <a:cubicBezTo>
                    <a:pt x="45" y="13"/>
                    <a:pt x="42" y="38"/>
                    <a:pt x="27" y="54"/>
                  </a:cubicBezTo>
                  <a:cubicBezTo>
                    <a:pt x="12" y="71"/>
                    <a:pt x="0" y="74"/>
                    <a:pt x="0" y="7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83" name="Freeform 1074">
              <a:extLst>
                <a:ext uri="{FF2B5EF4-FFF2-40B4-BE49-F238E27FC236}">
                  <a16:creationId xmlns:a16="http://schemas.microsoft.com/office/drawing/2014/main" id="{671F84C2-2FB4-4161-820E-6B9F97C02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985"/>
              <a:ext cx="92" cy="124"/>
            </a:xfrm>
            <a:custGeom>
              <a:avLst/>
              <a:gdLst>
                <a:gd name="T0" fmla="*/ 0 w 46"/>
                <a:gd name="T1" fmla="*/ 567 h 58"/>
                <a:gd name="T2" fmla="*/ 368 w 46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8">
                  <a:moveTo>
                    <a:pt x="0" y="58"/>
                  </a:moveTo>
                  <a:cubicBezTo>
                    <a:pt x="20" y="33"/>
                    <a:pt x="40" y="26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84" name="Freeform 1075">
              <a:extLst>
                <a:ext uri="{FF2B5EF4-FFF2-40B4-BE49-F238E27FC236}">
                  <a16:creationId xmlns:a16="http://schemas.microsoft.com/office/drawing/2014/main" id="{52FEE4BC-B087-4CDF-A4A6-9277BFD43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3049"/>
              <a:ext cx="110" cy="138"/>
            </a:xfrm>
            <a:custGeom>
              <a:avLst/>
              <a:gdLst>
                <a:gd name="T0" fmla="*/ 0 w 55"/>
                <a:gd name="T1" fmla="*/ 622 h 65"/>
                <a:gd name="T2" fmla="*/ 440 w 55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65">
                  <a:moveTo>
                    <a:pt x="0" y="65"/>
                  </a:moveTo>
                  <a:cubicBezTo>
                    <a:pt x="24" y="59"/>
                    <a:pt x="45" y="36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85" name="Freeform 1076">
              <a:extLst>
                <a:ext uri="{FF2B5EF4-FFF2-40B4-BE49-F238E27FC236}">
                  <a16:creationId xmlns:a16="http://schemas.microsoft.com/office/drawing/2014/main" id="{E64666BA-9E39-49B9-AABE-3A121AC78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3132"/>
              <a:ext cx="54" cy="30"/>
            </a:xfrm>
            <a:custGeom>
              <a:avLst/>
              <a:gdLst>
                <a:gd name="T0" fmla="*/ 216 w 27"/>
                <a:gd name="T1" fmla="*/ 0 h 14"/>
                <a:gd name="T2" fmla="*/ 0 w 27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27" y="0"/>
                  </a:moveTo>
                  <a:cubicBezTo>
                    <a:pt x="22" y="8"/>
                    <a:pt x="0" y="14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86" name="Freeform 1077">
              <a:extLst>
                <a:ext uri="{FF2B5EF4-FFF2-40B4-BE49-F238E27FC236}">
                  <a16:creationId xmlns:a16="http://schemas.microsoft.com/office/drawing/2014/main" id="{DBC8BFFB-3157-4887-8A6E-40F55F749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164"/>
              <a:ext cx="22" cy="92"/>
            </a:xfrm>
            <a:custGeom>
              <a:avLst/>
              <a:gdLst>
                <a:gd name="T0" fmla="*/ 88 w 11"/>
                <a:gd name="T1" fmla="*/ 0 h 43"/>
                <a:gd name="T2" fmla="*/ 0 w 11"/>
                <a:gd name="T3" fmla="*/ 42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3">
                  <a:moveTo>
                    <a:pt x="11" y="0"/>
                  </a:moveTo>
                  <a:cubicBezTo>
                    <a:pt x="5" y="29"/>
                    <a:pt x="0" y="43"/>
                    <a:pt x="0" y="4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87" name="Freeform 1078">
              <a:extLst>
                <a:ext uri="{FF2B5EF4-FFF2-40B4-BE49-F238E27FC236}">
                  <a16:creationId xmlns:a16="http://schemas.microsoft.com/office/drawing/2014/main" id="{04F1E04D-3E37-4661-8A96-1ED9669A5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170"/>
              <a:ext cx="48" cy="86"/>
            </a:xfrm>
            <a:custGeom>
              <a:avLst/>
              <a:gdLst>
                <a:gd name="T0" fmla="*/ 192 w 24"/>
                <a:gd name="T1" fmla="*/ 0 h 40"/>
                <a:gd name="T2" fmla="*/ 0 w 24"/>
                <a:gd name="T3" fmla="*/ 39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24" y="0"/>
                  </a:moveTo>
                  <a:cubicBezTo>
                    <a:pt x="8" y="11"/>
                    <a:pt x="0" y="40"/>
                    <a:pt x="0" y="4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88" name="Freeform 1079">
              <a:extLst>
                <a:ext uri="{FF2B5EF4-FFF2-40B4-BE49-F238E27FC236}">
                  <a16:creationId xmlns:a16="http://schemas.microsoft.com/office/drawing/2014/main" id="{231C5E82-4BF8-413E-B3FA-8E9960D61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3192"/>
              <a:ext cx="4" cy="40"/>
            </a:xfrm>
            <a:custGeom>
              <a:avLst/>
              <a:gdLst>
                <a:gd name="T0" fmla="*/ 8 w 2"/>
                <a:gd name="T1" fmla="*/ 0 h 19"/>
                <a:gd name="T2" fmla="*/ 0 w 2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1" y="0"/>
                  </a:moveTo>
                  <a:cubicBezTo>
                    <a:pt x="2" y="6"/>
                    <a:pt x="0" y="19"/>
                    <a:pt x="0" y="1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89" name="Freeform 1080">
              <a:extLst>
                <a:ext uri="{FF2B5EF4-FFF2-40B4-BE49-F238E27FC236}">
                  <a16:creationId xmlns:a16="http://schemas.microsoft.com/office/drawing/2014/main" id="{7920D33A-37B8-410A-8CFF-F637ED7B6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3122"/>
              <a:ext cx="68" cy="138"/>
            </a:xfrm>
            <a:custGeom>
              <a:avLst/>
              <a:gdLst>
                <a:gd name="T0" fmla="*/ 272 w 34"/>
                <a:gd name="T1" fmla="*/ 0 h 65"/>
                <a:gd name="T2" fmla="*/ 0 w 34"/>
                <a:gd name="T3" fmla="*/ 62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5">
                  <a:moveTo>
                    <a:pt x="34" y="0"/>
                  </a:moveTo>
                  <a:cubicBezTo>
                    <a:pt x="18" y="15"/>
                    <a:pt x="6" y="36"/>
                    <a:pt x="0" y="6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90" name="Freeform 1081">
              <a:extLst>
                <a:ext uri="{FF2B5EF4-FFF2-40B4-BE49-F238E27FC236}">
                  <a16:creationId xmlns:a16="http://schemas.microsoft.com/office/drawing/2014/main" id="{E0DAF21C-F855-4A32-BBA2-FCD0BDFA2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130"/>
              <a:ext cx="84" cy="117"/>
            </a:xfrm>
            <a:custGeom>
              <a:avLst/>
              <a:gdLst>
                <a:gd name="T0" fmla="*/ 0 w 42"/>
                <a:gd name="T1" fmla="*/ 530 h 55"/>
                <a:gd name="T2" fmla="*/ 336 w 42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5">
                  <a:moveTo>
                    <a:pt x="0" y="55"/>
                  </a:moveTo>
                  <a:cubicBezTo>
                    <a:pt x="21" y="40"/>
                    <a:pt x="31" y="24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91" name="Freeform 1082">
              <a:extLst>
                <a:ext uri="{FF2B5EF4-FFF2-40B4-BE49-F238E27FC236}">
                  <a16:creationId xmlns:a16="http://schemas.microsoft.com/office/drawing/2014/main" id="{972867DD-70D0-45C3-8B35-F858D7443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3028"/>
              <a:ext cx="72" cy="213"/>
            </a:xfrm>
            <a:custGeom>
              <a:avLst/>
              <a:gdLst>
                <a:gd name="T0" fmla="*/ 288 w 36"/>
                <a:gd name="T1" fmla="*/ 0 h 100"/>
                <a:gd name="T2" fmla="*/ 96 w 36"/>
                <a:gd name="T3" fmla="*/ 590 h 100"/>
                <a:gd name="T4" fmla="*/ 0 w 36"/>
                <a:gd name="T5" fmla="*/ 967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0">
                  <a:moveTo>
                    <a:pt x="36" y="0"/>
                  </a:moveTo>
                  <a:cubicBezTo>
                    <a:pt x="32" y="35"/>
                    <a:pt x="19" y="42"/>
                    <a:pt x="12" y="61"/>
                  </a:cubicBezTo>
                  <a:cubicBezTo>
                    <a:pt x="5" y="81"/>
                    <a:pt x="0" y="100"/>
                    <a:pt x="0" y="10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92" name="Freeform 1083">
              <a:extLst>
                <a:ext uri="{FF2B5EF4-FFF2-40B4-BE49-F238E27FC236}">
                  <a16:creationId xmlns:a16="http://schemas.microsoft.com/office/drawing/2014/main" id="{21D119A8-4692-488D-933A-ADB8FC884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3139"/>
              <a:ext cx="16" cy="114"/>
            </a:xfrm>
            <a:custGeom>
              <a:avLst/>
              <a:gdLst>
                <a:gd name="T0" fmla="*/ 24 w 8"/>
                <a:gd name="T1" fmla="*/ 0 h 54"/>
                <a:gd name="T2" fmla="*/ 64 w 8"/>
                <a:gd name="T3" fmla="*/ 509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4">
                  <a:moveTo>
                    <a:pt x="3" y="0"/>
                  </a:moveTo>
                  <a:cubicBezTo>
                    <a:pt x="0" y="20"/>
                    <a:pt x="8" y="42"/>
                    <a:pt x="8" y="5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93" name="Freeform 1084">
              <a:extLst>
                <a:ext uri="{FF2B5EF4-FFF2-40B4-BE49-F238E27FC236}">
                  <a16:creationId xmlns:a16="http://schemas.microsoft.com/office/drawing/2014/main" id="{B899F1DB-173D-4915-9A49-1D3242FF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3041"/>
              <a:ext cx="32" cy="193"/>
            </a:xfrm>
            <a:custGeom>
              <a:avLst/>
              <a:gdLst>
                <a:gd name="T0" fmla="*/ 0 w 16"/>
                <a:gd name="T1" fmla="*/ 867 h 91"/>
                <a:gd name="T2" fmla="*/ 96 w 16"/>
                <a:gd name="T3" fmla="*/ 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1">
                  <a:moveTo>
                    <a:pt x="0" y="91"/>
                  </a:moveTo>
                  <a:cubicBezTo>
                    <a:pt x="16" y="65"/>
                    <a:pt x="12" y="29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94" name="Freeform 1085">
              <a:extLst>
                <a:ext uri="{FF2B5EF4-FFF2-40B4-BE49-F238E27FC236}">
                  <a16:creationId xmlns:a16="http://schemas.microsoft.com/office/drawing/2014/main" id="{482F3A8F-2B78-46A1-A8B0-F9EC0397E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943"/>
              <a:ext cx="50" cy="217"/>
            </a:xfrm>
            <a:custGeom>
              <a:avLst/>
              <a:gdLst>
                <a:gd name="T0" fmla="*/ 0 w 25"/>
                <a:gd name="T1" fmla="*/ 983 h 102"/>
                <a:gd name="T2" fmla="*/ 200 w 25"/>
                <a:gd name="T3" fmla="*/ 349 h 102"/>
                <a:gd name="T4" fmla="*/ 144 w 25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2">
                  <a:moveTo>
                    <a:pt x="0" y="102"/>
                  </a:moveTo>
                  <a:cubicBezTo>
                    <a:pt x="16" y="82"/>
                    <a:pt x="25" y="61"/>
                    <a:pt x="25" y="36"/>
                  </a:cubicBezTo>
                  <a:cubicBezTo>
                    <a:pt x="25" y="36"/>
                    <a:pt x="16" y="13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95" name="Freeform 1086">
              <a:extLst>
                <a:ext uri="{FF2B5EF4-FFF2-40B4-BE49-F238E27FC236}">
                  <a16:creationId xmlns:a16="http://schemas.microsoft.com/office/drawing/2014/main" id="{DF090FAA-9F66-4AD2-9005-B170CCF19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864"/>
              <a:ext cx="146" cy="187"/>
            </a:xfrm>
            <a:custGeom>
              <a:avLst/>
              <a:gdLst>
                <a:gd name="T0" fmla="*/ 0 w 73"/>
                <a:gd name="T1" fmla="*/ 844 h 88"/>
                <a:gd name="T2" fmla="*/ 360 w 73"/>
                <a:gd name="T3" fmla="*/ 674 h 88"/>
                <a:gd name="T4" fmla="*/ 584 w 73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8">
                  <a:moveTo>
                    <a:pt x="0" y="88"/>
                  </a:moveTo>
                  <a:cubicBezTo>
                    <a:pt x="17" y="87"/>
                    <a:pt x="31" y="78"/>
                    <a:pt x="45" y="70"/>
                  </a:cubicBezTo>
                  <a:cubicBezTo>
                    <a:pt x="58" y="59"/>
                    <a:pt x="73" y="19"/>
                    <a:pt x="7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96" name="Freeform 1087">
              <a:extLst>
                <a:ext uri="{FF2B5EF4-FFF2-40B4-BE49-F238E27FC236}">
                  <a16:creationId xmlns:a16="http://schemas.microsoft.com/office/drawing/2014/main" id="{0A448528-AA33-4C84-B379-BBD4DDF02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3051"/>
              <a:ext cx="54" cy="139"/>
            </a:xfrm>
            <a:custGeom>
              <a:avLst/>
              <a:gdLst>
                <a:gd name="T0" fmla="*/ 216 w 27"/>
                <a:gd name="T1" fmla="*/ 0 h 65"/>
                <a:gd name="T2" fmla="*/ 8 w 27"/>
                <a:gd name="T3" fmla="*/ 635 h 65"/>
                <a:gd name="T4" fmla="*/ 112 w 27"/>
                <a:gd name="T5" fmla="*/ 1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5">
                  <a:moveTo>
                    <a:pt x="27" y="0"/>
                  </a:moveTo>
                  <a:cubicBezTo>
                    <a:pt x="22" y="24"/>
                    <a:pt x="14" y="42"/>
                    <a:pt x="1" y="65"/>
                  </a:cubicBezTo>
                  <a:cubicBezTo>
                    <a:pt x="0" y="47"/>
                    <a:pt x="1" y="8"/>
                    <a:pt x="14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97" name="Freeform 1088">
              <a:extLst>
                <a:ext uri="{FF2B5EF4-FFF2-40B4-BE49-F238E27FC236}">
                  <a16:creationId xmlns:a16="http://schemas.microsoft.com/office/drawing/2014/main" id="{7574D961-D90A-4FF8-AD6F-EEEFE51E8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3187"/>
              <a:ext cx="6" cy="71"/>
            </a:xfrm>
            <a:custGeom>
              <a:avLst/>
              <a:gdLst>
                <a:gd name="T0" fmla="*/ 8 w 3"/>
                <a:gd name="T1" fmla="*/ 0 h 33"/>
                <a:gd name="T2" fmla="*/ 0 w 3"/>
                <a:gd name="T3" fmla="*/ 31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1" y="0"/>
                  </a:moveTo>
                  <a:cubicBezTo>
                    <a:pt x="3" y="19"/>
                    <a:pt x="0" y="33"/>
                    <a:pt x="0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98" name="Freeform 1089">
              <a:extLst>
                <a:ext uri="{FF2B5EF4-FFF2-40B4-BE49-F238E27FC236}">
                  <a16:creationId xmlns:a16="http://schemas.microsoft.com/office/drawing/2014/main" id="{97E9C4D4-DA36-4FA5-AF56-3C889C437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3013"/>
              <a:ext cx="94" cy="132"/>
            </a:xfrm>
            <a:custGeom>
              <a:avLst/>
              <a:gdLst>
                <a:gd name="T0" fmla="*/ 0 w 47"/>
                <a:gd name="T1" fmla="*/ 598 h 62"/>
                <a:gd name="T2" fmla="*/ 376 w 47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2">
                  <a:moveTo>
                    <a:pt x="0" y="62"/>
                  </a:moveTo>
                  <a:cubicBezTo>
                    <a:pt x="23" y="47"/>
                    <a:pt x="36" y="24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599" name="Freeform 1090">
              <a:extLst>
                <a:ext uri="{FF2B5EF4-FFF2-40B4-BE49-F238E27FC236}">
                  <a16:creationId xmlns:a16="http://schemas.microsoft.com/office/drawing/2014/main" id="{FAC7A0B8-5A52-43AE-9A1F-2DCD5106E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3002"/>
              <a:ext cx="46" cy="100"/>
            </a:xfrm>
            <a:custGeom>
              <a:avLst/>
              <a:gdLst>
                <a:gd name="T0" fmla="*/ 136 w 23"/>
                <a:gd name="T1" fmla="*/ 0 h 47"/>
                <a:gd name="T2" fmla="*/ 0 w 23"/>
                <a:gd name="T3" fmla="*/ 453 h 47"/>
                <a:gd name="T4" fmla="*/ 184 w 23"/>
                <a:gd name="T5" fmla="*/ 272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7">
                  <a:moveTo>
                    <a:pt x="17" y="0"/>
                  </a:moveTo>
                  <a:cubicBezTo>
                    <a:pt x="5" y="12"/>
                    <a:pt x="0" y="47"/>
                    <a:pt x="0" y="47"/>
                  </a:cubicBezTo>
                  <a:cubicBezTo>
                    <a:pt x="0" y="47"/>
                    <a:pt x="13" y="41"/>
                    <a:pt x="23" y="2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00" name="Freeform 1091">
              <a:extLst>
                <a:ext uri="{FF2B5EF4-FFF2-40B4-BE49-F238E27FC236}">
                  <a16:creationId xmlns:a16="http://schemas.microsoft.com/office/drawing/2014/main" id="{166CC784-1A8B-4AF0-86D5-A0A78A7D7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3098"/>
              <a:ext cx="34" cy="160"/>
            </a:xfrm>
            <a:custGeom>
              <a:avLst/>
              <a:gdLst>
                <a:gd name="T0" fmla="*/ 136 w 17"/>
                <a:gd name="T1" fmla="*/ 0 h 75"/>
                <a:gd name="T2" fmla="*/ 16 w 17"/>
                <a:gd name="T3" fmla="*/ 727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5">
                  <a:moveTo>
                    <a:pt x="17" y="0"/>
                  </a:moveTo>
                  <a:cubicBezTo>
                    <a:pt x="0" y="18"/>
                    <a:pt x="2" y="52"/>
                    <a:pt x="2" y="7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01" name="Freeform 1092">
              <a:extLst>
                <a:ext uri="{FF2B5EF4-FFF2-40B4-BE49-F238E27FC236}">
                  <a16:creationId xmlns:a16="http://schemas.microsoft.com/office/drawing/2014/main" id="{746F8687-7ECB-45FD-9869-C63411D4D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219"/>
              <a:ext cx="16" cy="39"/>
            </a:xfrm>
            <a:custGeom>
              <a:avLst/>
              <a:gdLst>
                <a:gd name="T0" fmla="*/ 64 w 8"/>
                <a:gd name="T1" fmla="*/ 0 h 18"/>
                <a:gd name="T2" fmla="*/ 0 w 8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7" y="6"/>
                    <a:pt x="5" y="14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02" name="Freeform 1093">
              <a:extLst>
                <a:ext uri="{FF2B5EF4-FFF2-40B4-BE49-F238E27FC236}">
                  <a16:creationId xmlns:a16="http://schemas.microsoft.com/office/drawing/2014/main" id="{CDD18963-5A43-49B0-9C22-CA97B07D3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3041"/>
              <a:ext cx="92" cy="81"/>
            </a:xfrm>
            <a:custGeom>
              <a:avLst/>
              <a:gdLst>
                <a:gd name="T0" fmla="*/ 368 w 46"/>
                <a:gd name="T1" fmla="*/ 0 h 38"/>
                <a:gd name="T2" fmla="*/ 232 w 46"/>
                <a:gd name="T3" fmla="*/ 281 h 38"/>
                <a:gd name="T4" fmla="*/ 112 w 46"/>
                <a:gd name="T5" fmla="*/ 358 h 38"/>
                <a:gd name="T6" fmla="*/ 0 w 46"/>
                <a:gd name="T7" fmla="*/ 35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8">
                  <a:moveTo>
                    <a:pt x="46" y="0"/>
                  </a:moveTo>
                  <a:cubicBezTo>
                    <a:pt x="45" y="12"/>
                    <a:pt x="38" y="21"/>
                    <a:pt x="29" y="29"/>
                  </a:cubicBezTo>
                  <a:cubicBezTo>
                    <a:pt x="24" y="34"/>
                    <a:pt x="21" y="37"/>
                    <a:pt x="14" y="37"/>
                  </a:cubicBezTo>
                  <a:cubicBezTo>
                    <a:pt x="10" y="37"/>
                    <a:pt x="4" y="38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03" name="Freeform 1094">
              <a:extLst>
                <a:ext uri="{FF2B5EF4-FFF2-40B4-BE49-F238E27FC236}">
                  <a16:creationId xmlns:a16="http://schemas.microsoft.com/office/drawing/2014/main" id="{17B856D6-CA95-46C6-96B8-C845C9AD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3119"/>
              <a:ext cx="78" cy="94"/>
            </a:xfrm>
            <a:custGeom>
              <a:avLst/>
              <a:gdLst>
                <a:gd name="T0" fmla="*/ 312 w 39"/>
                <a:gd name="T1" fmla="*/ 0 h 44"/>
                <a:gd name="T2" fmla="*/ 240 w 39"/>
                <a:gd name="T3" fmla="*/ 173 h 44"/>
                <a:gd name="T4" fmla="*/ 128 w 39"/>
                <a:gd name="T5" fmla="*/ 333 h 44"/>
                <a:gd name="T6" fmla="*/ 0 w 39"/>
                <a:gd name="T7" fmla="*/ 42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4">
                  <a:moveTo>
                    <a:pt x="39" y="0"/>
                  </a:moveTo>
                  <a:cubicBezTo>
                    <a:pt x="35" y="6"/>
                    <a:pt x="34" y="13"/>
                    <a:pt x="30" y="18"/>
                  </a:cubicBezTo>
                  <a:cubicBezTo>
                    <a:pt x="26" y="24"/>
                    <a:pt x="21" y="30"/>
                    <a:pt x="16" y="34"/>
                  </a:cubicBezTo>
                  <a:cubicBezTo>
                    <a:pt x="11" y="38"/>
                    <a:pt x="5" y="41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04" name="Freeform 1095">
              <a:extLst>
                <a:ext uri="{FF2B5EF4-FFF2-40B4-BE49-F238E27FC236}">
                  <a16:creationId xmlns:a16="http://schemas.microsoft.com/office/drawing/2014/main" id="{42F08029-2896-4D07-8739-D7A234BE3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990"/>
              <a:ext cx="57" cy="36"/>
            </a:xfrm>
            <a:custGeom>
              <a:avLst/>
              <a:gdLst>
                <a:gd name="T0" fmla="*/ 0 w 29"/>
                <a:gd name="T1" fmla="*/ 161 h 17"/>
                <a:gd name="T2" fmla="*/ 220 w 2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9" y="16"/>
                    <a:pt x="24" y="7"/>
                    <a:pt x="2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05" name="Freeform 1096">
              <a:extLst>
                <a:ext uri="{FF2B5EF4-FFF2-40B4-BE49-F238E27FC236}">
                  <a16:creationId xmlns:a16="http://schemas.microsoft.com/office/drawing/2014/main" id="{1A399D91-9076-4E2C-AA7A-A14233935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019"/>
              <a:ext cx="59" cy="156"/>
            </a:xfrm>
            <a:custGeom>
              <a:avLst/>
              <a:gdLst>
                <a:gd name="T0" fmla="*/ 220 w 30"/>
                <a:gd name="T1" fmla="*/ 0 h 73"/>
                <a:gd name="T2" fmla="*/ 77 w 30"/>
                <a:gd name="T3" fmla="*/ 301 h 73"/>
                <a:gd name="T4" fmla="*/ 8 w 30"/>
                <a:gd name="T5" fmla="*/ 712 h 73"/>
                <a:gd name="T6" fmla="*/ 55 w 30"/>
                <a:gd name="T7" fmla="*/ 626 h 73"/>
                <a:gd name="T8" fmla="*/ 136 w 30"/>
                <a:gd name="T9" fmla="*/ 489 h 73"/>
                <a:gd name="T10" fmla="*/ 228 w 30"/>
                <a:gd name="T11" fmla="*/ 34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73">
                  <a:moveTo>
                    <a:pt x="29" y="0"/>
                  </a:moveTo>
                  <a:cubicBezTo>
                    <a:pt x="20" y="6"/>
                    <a:pt x="14" y="21"/>
                    <a:pt x="10" y="31"/>
                  </a:cubicBezTo>
                  <a:cubicBezTo>
                    <a:pt x="6" y="44"/>
                    <a:pt x="0" y="59"/>
                    <a:pt x="1" y="73"/>
                  </a:cubicBezTo>
                  <a:cubicBezTo>
                    <a:pt x="2" y="69"/>
                    <a:pt x="5" y="67"/>
                    <a:pt x="7" y="64"/>
                  </a:cubicBezTo>
                  <a:cubicBezTo>
                    <a:pt x="11" y="59"/>
                    <a:pt x="14" y="54"/>
                    <a:pt x="18" y="50"/>
                  </a:cubicBezTo>
                  <a:cubicBezTo>
                    <a:pt x="22" y="45"/>
                    <a:pt x="28" y="40"/>
                    <a:pt x="30" y="3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06" name="Freeform 1097">
              <a:extLst>
                <a:ext uri="{FF2B5EF4-FFF2-40B4-BE49-F238E27FC236}">
                  <a16:creationId xmlns:a16="http://schemas.microsoft.com/office/drawing/2014/main" id="{69D6752B-D1A4-4B21-AA45-8EBEA5D88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3173"/>
              <a:ext cx="18" cy="80"/>
            </a:xfrm>
            <a:custGeom>
              <a:avLst/>
              <a:gdLst>
                <a:gd name="T0" fmla="*/ 72 w 9"/>
                <a:gd name="T1" fmla="*/ 0 h 38"/>
                <a:gd name="T2" fmla="*/ 0 w 9"/>
                <a:gd name="T3" fmla="*/ 35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9" y="0"/>
                  </a:moveTo>
                  <a:cubicBezTo>
                    <a:pt x="2" y="10"/>
                    <a:pt x="3" y="27"/>
                    <a:pt x="0" y="3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07" name="Freeform 1098">
              <a:extLst>
                <a:ext uri="{FF2B5EF4-FFF2-40B4-BE49-F238E27FC236}">
                  <a16:creationId xmlns:a16="http://schemas.microsoft.com/office/drawing/2014/main" id="{E03A4F3F-08F3-4A26-84AF-2A92667F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3098"/>
              <a:ext cx="99" cy="94"/>
            </a:xfrm>
            <a:custGeom>
              <a:avLst/>
              <a:gdLst>
                <a:gd name="T0" fmla="*/ 388 w 50"/>
                <a:gd name="T1" fmla="*/ 0 h 44"/>
                <a:gd name="T2" fmla="*/ 200 w 50"/>
                <a:gd name="T3" fmla="*/ 310 h 44"/>
                <a:gd name="T4" fmla="*/ 0 w 50"/>
                <a:gd name="T5" fmla="*/ 42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4">
                  <a:moveTo>
                    <a:pt x="50" y="0"/>
                  </a:moveTo>
                  <a:cubicBezTo>
                    <a:pt x="42" y="10"/>
                    <a:pt x="36" y="23"/>
                    <a:pt x="26" y="32"/>
                  </a:cubicBezTo>
                  <a:cubicBezTo>
                    <a:pt x="19" y="37"/>
                    <a:pt x="8" y="43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08" name="Freeform 1099">
              <a:extLst>
                <a:ext uri="{FF2B5EF4-FFF2-40B4-BE49-F238E27FC236}">
                  <a16:creationId xmlns:a16="http://schemas.microsoft.com/office/drawing/2014/main" id="{05B56371-E935-4F61-ACA8-7A4388B57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3187"/>
              <a:ext cx="34" cy="71"/>
            </a:xfrm>
            <a:custGeom>
              <a:avLst/>
              <a:gdLst>
                <a:gd name="T0" fmla="*/ 136 w 17"/>
                <a:gd name="T1" fmla="*/ 0 h 33"/>
                <a:gd name="T2" fmla="*/ 0 w 17"/>
                <a:gd name="T3" fmla="*/ 329 h 33"/>
                <a:gd name="T4" fmla="*/ 0 w 17"/>
                <a:gd name="T5" fmla="*/ 31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17" y="0"/>
                  </a:moveTo>
                  <a:cubicBezTo>
                    <a:pt x="12" y="11"/>
                    <a:pt x="1" y="19"/>
                    <a:pt x="0" y="33"/>
                  </a:cubicBezTo>
                  <a:cubicBezTo>
                    <a:pt x="0" y="33"/>
                    <a:pt x="0" y="33"/>
                    <a:pt x="0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09" name="Freeform 1100">
              <a:extLst>
                <a:ext uri="{FF2B5EF4-FFF2-40B4-BE49-F238E27FC236}">
                  <a16:creationId xmlns:a16="http://schemas.microsoft.com/office/drawing/2014/main" id="{F7714674-E26A-4561-A6BE-FDBCE1084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156"/>
              <a:ext cx="59" cy="100"/>
            </a:xfrm>
            <a:custGeom>
              <a:avLst/>
              <a:gdLst>
                <a:gd name="T0" fmla="*/ 228 w 30"/>
                <a:gd name="T1" fmla="*/ 0 h 47"/>
                <a:gd name="T2" fmla="*/ 116 w 30"/>
                <a:gd name="T3" fmla="*/ 257 h 47"/>
                <a:gd name="T4" fmla="*/ 0 w 30"/>
                <a:gd name="T5" fmla="*/ 45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7">
                  <a:moveTo>
                    <a:pt x="30" y="0"/>
                  </a:moveTo>
                  <a:cubicBezTo>
                    <a:pt x="28" y="10"/>
                    <a:pt x="24" y="20"/>
                    <a:pt x="15" y="27"/>
                  </a:cubicBezTo>
                  <a:cubicBezTo>
                    <a:pt x="9" y="32"/>
                    <a:pt x="5" y="41"/>
                    <a:pt x="0" y="4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10" name="Freeform 1101">
              <a:extLst>
                <a:ext uri="{FF2B5EF4-FFF2-40B4-BE49-F238E27FC236}">
                  <a16:creationId xmlns:a16="http://schemas.microsoft.com/office/drawing/2014/main" id="{2191DA7C-1AAB-4E2C-8758-3EE511C44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3185"/>
              <a:ext cx="12" cy="71"/>
            </a:xfrm>
            <a:custGeom>
              <a:avLst/>
              <a:gdLst>
                <a:gd name="T0" fmla="*/ 48 w 6"/>
                <a:gd name="T1" fmla="*/ 0 h 33"/>
                <a:gd name="T2" fmla="*/ 16 w 6"/>
                <a:gd name="T3" fmla="*/ 217 h 33"/>
                <a:gd name="T4" fmla="*/ 0 w 6"/>
                <a:gd name="T5" fmla="*/ 32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3">
                  <a:moveTo>
                    <a:pt x="6" y="0"/>
                  </a:moveTo>
                  <a:cubicBezTo>
                    <a:pt x="4" y="7"/>
                    <a:pt x="2" y="14"/>
                    <a:pt x="2" y="22"/>
                  </a:cubicBezTo>
                  <a:cubicBezTo>
                    <a:pt x="1" y="25"/>
                    <a:pt x="2" y="31"/>
                    <a:pt x="0" y="3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11" name="Freeform 1102">
              <a:extLst>
                <a:ext uri="{FF2B5EF4-FFF2-40B4-BE49-F238E27FC236}">
                  <a16:creationId xmlns:a16="http://schemas.microsoft.com/office/drawing/2014/main" id="{289F0831-5844-4A3D-9923-7D82EBD80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049"/>
              <a:ext cx="83" cy="70"/>
            </a:xfrm>
            <a:custGeom>
              <a:avLst/>
              <a:gdLst>
                <a:gd name="T0" fmla="*/ 0 w 42"/>
                <a:gd name="T1" fmla="*/ 265 h 33"/>
                <a:gd name="T2" fmla="*/ 231 w 42"/>
                <a:gd name="T3" fmla="*/ 125 h 33"/>
                <a:gd name="T4" fmla="*/ 324 w 4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3">
                  <a:moveTo>
                    <a:pt x="0" y="28"/>
                  </a:moveTo>
                  <a:cubicBezTo>
                    <a:pt x="7" y="33"/>
                    <a:pt x="25" y="18"/>
                    <a:pt x="30" y="13"/>
                  </a:cubicBezTo>
                  <a:cubicBezTo>
                    <a:pt x="35" y="9"/>
                    <a:pt x="39" y="5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12" name="Freeform 1103">
              <a:extLst>
                <a:ext uri="{FF2B5EF4-FFF2-40B4-BE49-F238E27FC236}">
                  <a16:creationId xmlns:a16="http://schemas.microsoft.com/office/drawing/2014/main" id="{4A40C9D6-7105-4762-9814-A8B688C50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3098"/>
              <a:ext cx="108" cy="100"/>
            </a:xfrm>
            <a:custGeom>
              <a:avLst/>
              <a:gdLst>
                <a:gd name="T0" fmla="*/ 0 w 54"/>
                <a:gd name="T1" fmla="*/ 434 h 47"/>
                <a:gd name="T2" fmla="*/ 152 w 54"/>
                <a:gd name="T3" fmla="*/ 394 h 47"/>
                <a:gd name="T4" fmla="*/ 328 w 54"/>
                <a:gd name="T5" fmla="*/ 221 h 47"/>
                <a:gd name="T6" fmla="*/ 432 w 54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7">
                  <a:moveTo>
                    <a:pt x="0" y="45"/>
                  </a:moveTo>
                  <a:cubicBezTo>
                    <a:pt x="6" y="47"/>
                    <a:pt x="14" y="43"/>
                    <a:pt x="19" y="41"/>
                  </a:cubicBezTo>
                  <a:cubicBezTo>
                    <a:pt x="28" y="38"/>
                    <a:pt x="35" y="31"/>
                    <a:pt x="41" y="23"/>
                  </a:cubicBezTo>
                  <a:cubicBezTo>
                    <a:pt x="46" y="17"/>
                    <a:pt x="52" y="8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13" name="Freeform 1104">
              <a:extLst>
                <a:ext uri="{FF2B5EF4-FFF2-40B4-BE49-F238E27FC236}">
                  <a16:creationId xmlns:a16="http://schemas.microsoft.com/office/drawing/2014/main" id="{4889D625-7D20-4601-A1B3-B86E02F47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130"/>
              <a:ext cx="24" cy="119"/>
            </a:xfrm>
            <a:custGeom>
              <a:avLst/>
              <a:gdLst>
                <a:gd name="T0" fmla="*/ 96 w 12"/>
                <a:gd name="T1" fmla="*/ 0 h 56"/>
                <a:gd name="T2" fmla="*/ 0 w 12"/>
                <a:gd name="T3" fmla="*/ 281 h 56"/>
                <a:gd name="T4" fmla="*/ 24 w 12"/>
                <a:gd name="T5" fmla="*/ 538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6">
                  <a:moveTo>
                    <a:pt x="12" y="0"/>
                  </a:moveTo>
                  <a:cubicBezTo>
                    <a:pt x="7" y="9"/>
                    <a:pt x="1" y="17"/>
                    <a:pt x="0" y="29"/>
                  </a:cubicBezTo>
                  <a:cubicBezTo>
                    <a:pt x="0" y="37"/>
                    <a:pt x="3" y="49"/>
                    <a:pt x="3" y="5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14" name="Freeform 1105">
              <a:extLst>
                <a:ext uri="{FF2B5EF4-FFF2-40B4-BE49-F238E27FC236}">
                  <a16:creationId xmlns:a16="http://schemas.microsoft.com/office/drawing/2014/main" id="{BD740FE7-C618-44CC-93CD-7E11EC87F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3187"/>
              <a:ext cx="32" cy="69"/>
            </a:xfrm>
            <a:custGeom>
              <a:avLst/>
              <a:gdLst>
                <a:gd name="T0" fmla="*/ 0 w 16"/>
                <a:gd name="T1" fmla="*/ 321 h 32"/>
                <a:gd name="T2" fmla="*/ 96 w 16"/>
                <a:gd name="T3" fmla="*/ 173 h 32"/>
                <a:gd name="T4" fmla="*/ 128 w 1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0" y="32"/>
                  </a:moveTo>
                  <a:cubicBezTo>
                    <a:pt x="7" y="28"/>
                    <a:pt x="10" y="24"/>
                    <a:pt x="12" y="17"/>
                  </a:cubicBezTo>
                  <a:cubicBezTo>
                    <a:pt x="14" y="11"/>
                    <a:pt x="14" y="4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15" name="Freeform 1106">
              <a:extLst>
                <a:ext uri="{FF2B5EF4-FFF2-40B4-BE49-F238E27FC236}">
                  <a16:creationId xmlns:a16="http://schemas.microsoft.com/office/drawing/2014/main" id="{21B5AF8C-90E8-4CFB-9A36-CAB088689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198"/>
              <a:ext cx="36" cy="60"/>
            </a:xfrm>
            <a:custGeom>
              <a:avLst/>
              <a:gdLst>
                <a:gd name="T0" fmla="*/ 0 w 18"/>
                <a:gd name="T1" fmla="*/ 276 h 28"/>
                <a:gd name="T2" fmla="*/ 144 w 18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8">
                  <a:moveTo>
                    <a:pt x="0" y="28"/>
                  </a:moveTo>
                  <a:cubicBezTo>
                    <a:pt x="9" y="20"/>
                    <a:pt x="14" y="11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16" name="Freeform 1107">
              <a:extLst>
                <a:ext uri="{FF2B5EF4-FFF2-40B4-BE49-F238E27FC236}">
                  <a16:creationId xmlns:a16="http://schemas.microsoft.com/office/drawing/2014/main" id="{24738629-229D-421B-A7F6-367B7884E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149"/>
              <a:ext cx="75" cy="49"/>
            </a:xfrm>
            <a:custGeom>
              <a:avLst/>
              <a:gdLst>
                <a:gd name="T0" fmla="*/ 0 w 38"/>
                <a:gd name="T1" fmla="*/ 145 h 23"/>
                <a:gd name="T2" fmla="*/ 292 w 3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3">
                  <a:moveTo>
                    <a:pt x="0" y="15"/>
                  </a:moveTo>
                  <a:cubicBezTo>
                    <a:pt x="10" y="23"/>
                    <a:pt x="32" y="9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17" name="Freeform 1108">
              <a:extLst>
                <a:ext uri="{FF2B5EF4-FFF2-40B4-BE49-F238E27FC236}">
                  <a16:creationId xmlns:a16="http://schemas.microsoft.com/office/drawing/2014/main" id="{4C6889B8-075A-47D2-9CAA-3F8EA003D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896"/>
              <a:ext cx="98" cy="113"/>
            </a:xfrm>
            <a:custGeom>
              <a:avLst/>
              <a:gdLst>
                <a:gd name="T0" fmla="*/ 0 w 49"/>
                <a:gd name="T1" fmla="*/ 514 h 53"/>
                <a:gd name="T2" fmla="*/ 136 w 49"/>
                <a:gd name="T3" fmla="*/ 437 h 53"/>
                <a:gd name="T4" fmla="*/ 288 w 49"/>
                <a:gd name="T5" fmla="*/ 281 h 53"/>
                <a:gd name="T6" fmla="*/ 376 w 49"/>
                <a:gd name="T7" fmla="*/ 128 h 53"/>
                <a:gd name="T8" fmla="*/ 304 w 4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3">
                  <a:moveTo>
                    <a:pt x="0" y="53"/>
                  </a:moveTo>
                  <a:cubicBezTo>
                    <a:pt x="6" y="53"/>
                    <a:pt x="13" y="49"/>
                    <a:pt x="17" y="45"/>
                  </a:cubicBezTo>
                  <a:cubicBezTo>
                    <a:pt x="23" y="38"/>
                    <a:pt x="29" y="34"/>
                    <a:pt x="36" y="29"/>
                  </a:cubicBezTo>
                  <a:cubicBezTo>
                    <a:pt x="42" y="24"/>
                    <a:pt x="49" y="21"/>
                    <a:pt x="47" y="13"/>
                  </a:cubicBezTo>
                  <a:cubicBezTo>
                    <a:pt x="45" y="8"/>
                    <a:pt x="40" y="5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18" name="Freeform 1109">
              <a:extLst>
                <a:ext uri="{FF2B5EF4-FFF2-40B4-BE49-F238E27FC236}">
                  <a16:creationId xmlns:a16="http://schemas.microsoft.com/office/drawing/2014/main" id="{9B701BD9-DD6C-4CDE-9EE0-CE71D436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828"/>
              <a:ext cx="91" cy="100"/>
            </a:xfrm>
            <a:custGeom>
              <a:avLst/>
              <a:gdLst>
                <a:gd name="T0" fmla="*/ 0 w 46"/>
                <a:gd name="T1" fmla="*/ 445 h 47"/>
                <a:gd name="T2" fmla="*/ 101 w 46"/>
                <a:gd name="T3" fmla="*/ 394 h 47"/>
                <a:gd name="T4" fmla="*/ 301 w 46"/>
                <a:gd name="T5" fmla="*/ 213 h 47"/>
                <a:gd name="T6" fmla="*/ 277 w 46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0" y="46"/>
                  </a:moveTo>
                  <a:cubicBezTo>
                    <a:pt x="4" y="47"/>
                    <a:pt x="9" y="43"/>
                    <a:pt x="13" y="41"/>
                  </a:cubicBezTo>
                  <a:cubicBezTo>
                    <a:pt x="21" y="35"/>
                    <a:pt x="31" y="29"/>
                    <a:pt x="39" y="22"/>
                  </a:cubicBezTo>
                  <a:cubicBezTo>
                    <a:pt x="46" y="16"/>
                    <a:pt x="42" y="6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19" name="Freeform 1110">
              <a:extLst>
                <a:ext uri="{FF2B5EF4-FFF2-40B4-BE49-F238E27FC236}">
                  <a16:creationId xmlns:a16="http://schemas.microsoft.com/office/drawing/2014/main" id="{E7D0C392-771C-465B-AA54-979A59FBE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072"/>
              <a:ext cx="106" cy="139"/>
            </a:xfrm>
            <a:custGeom>
              <a:avLst/>
              <a:gdLst>
                <a:gd name="T0" fmla="*/ 0 w 53"/>
                <a:gd name="T1" fmla="*/ 635 h 65"/>
                <a:gd name="T2" fmla="*/ 256 w 53"/>
                <a:gd name="T3" fmla="*/ 370 h 65"/>
                <a:gd name="T4" fmla="*/ 416 w 53"/>
                <a:gd name="T5" fmla="*/ 145 h 65"/>
                <a:gd name="T6" fmla="*/ 344 w 5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65">
                  <a:moveTo>
                    <a:pt x="0" y="65"/>
                  </a:moveTo>
                  <a:cubicBezTo>
                    <a:pt x="12" y="63"/>
                    <a:pt x="24" y="46"/>
                    <a:pt x="32" y="38"/>
                  </a:cubicBezTo>
                  <a:cubicBezTo>
                    <a:pt x="39" y="32"/>
                    <a:pt x="51" y="24"/>
                    <a:pt x="52" y="15"/>
                  </a:cubicBezTo>
                  <a:cubicBezTo>
                    <a:pt x="53" y="7"/>
                    <a:pt x="46" y="5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20" name="Freeform 1111">
              <a:extLst>
                <a:ext uri="{FF2B5EF4-FFF2-40B4-BE49-F238E27FC236}">
                  <a16:creationId xmlns:a16="http://schemas.microsoft.com/office/drawing/2014/main" id="{8BA2D16C-A1F9-4A1F-957D-C7D3D42D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975"/>
              <a:ext cx="96" cy="129"/>
            </a:xfrm>
            <a:custGeom>
              <a:avLst/>
              <a:gdLst>
                <a:gd name="T0" fmla="*/ 0 w 48"/>
                <a:gd name="T1" fmla="*/ 577 h 61"/>
                <a:gd name="T2" fmla="*/ 328 w 48"/>
                <a:gd name="T3" fmla="*/ 228 h 61"/>
                <a:gd name="T4" fmla="*/ 376 w 48"/>
                <a:gd name="T5" fmla="*/ 93 h 61"/>
                <a:gd name="T6" fmla="*/ 288 w 48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1">
                  <a:moveTo>
                    <a:pt x="0" y="61"/>
                  </a:moveTo>
                  <a:cubicBezTo>
                    <a:pt x="13" y="50"/>
                    <a:pt x="32" y="39"/>
                    <a:pt x="41" y="24"/>
                  </a:cubicBezTo>
                  <a:cubicBezTo>
                    <a:pt x="44" y="20"/>
                    <a:pt x="48" y="14"/>
                    <a:pt x="47" y="10"/>
                  </a:cubicBezTo>
                  <a:cubicBezTo>
                    <a:pt x="45" y="6"/>
                    <a:pt x="39" y="3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21" name="Freeform 1112">
              <a:extLst>
                <a:ext uri="{FF2B5EF4-FFF2-40B4-BE49-F238E27FC236}">
                  <a16:creationId xmlns:a16="http://schemas.microsoft.com/office/drawing/2014/main" id="{7469C384-20FF-4E9A-84E8-87B2BD3B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002"/>
              <a:ext cx="32" cy="28"/>
            </a:xfrm>
            <a:custGeom>
              <a:avLst/>
              <a:gdLst>
                <a:gd name="T0" fmla="*/ 0 w 16"/>
                <a:gd name="T1" fmla="*/ 129 h 13"/>
                <a:gd name="T2" fmla="*/ 128 w 1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7" y="9"/>
                    <a:pt x="11" y="6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22" name="Freeform 1113">
              <a:extLst>
                <a:ext uri="{FF2B5EF4-FFF2-40B4-BE49-F238E27FC236}">
                  <a16:creationId xmlns:a16="http://schemas.microsoft.com/office/drawing/2014/main" id="{CCA7921F-BF63-45D2-B36A-289CF6304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045"/>
              <a:ext cx="10" cy="42"/>
            </a:xfrm>
            <a:custGeom>
              <a:avLst/>
              <a:gdLst>
                <a:gd name="T0" fmla="*/ 24 w 5"/>
                <a:gd name="T1" fmla="*/ 0 h 20"/>
                <a:gd name="T2" fmla="*/ 8 w 5"/>
                <a:gd name="T3" fmla="*/ 111 h 20"/>
                <a:gd name="T4" fmla="*/ 32 w 5"/>
                <a:gd name="T5" fmla="*/ 18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0">
                  <a:moveTo>
                    <a:pt x="3" y="0"/>
                  </a:moveTo>
                  <a:cubicBezTo>
                    <a:pt x="2" y="4"/>
                    <a:pt x="0" y="8"/>
                    <a:pt x="1" y="12"/>
                  </a:cubicBezTo>
                  <a:cubicBezTo>
                    <a:pt x="2" y="15"/>
                    <a:pt x="5" y="16"/>
                    <a:pt x="4" y="2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23" name="Freeform 1114">
              <a:extLst>
                <a:ext uri="{FF2B5EF4-FFF2-40B4-BE49-F238E27FC236}">
                  <a16:creationId xmlns:a16="http://schemas.microsoft.com/office/drawing/2014/main" id="{14C64810-2662-434B-81C4-EA1BB3D5D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885"/>
              <a:ext cx="103" cy="115"/>
            </a:xfrm>
            <a:custGeom>
              <a:avLst/>
              <a:gdLst>
                <a:gd name="T0" fmla="*/ 0 w 52"/>
                <a:gd name="T1" fmla="*/ 522 h 54"/>
                <a:gd name="T2" fmla="*/ 133 w 52"/>
                <a:gd name="T3" fmla="*/ 445 h 54"/>
                <a:gd name="T4" fmla="*/ 317 w 52"/>
                <a:gd name="T5" fmla="*/ 273 h 54"/>
                <a:gd name="T6" fmla="*/ 396 w 52"/>
                <a:gd name="T7" fmla="*/ 117 h 54"/>
                <a:gd name="T8" fmla="*/ 333 w 5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4">
                  <a:moveTo>
                    <a:pt x="0" y="54"/>
                  </a:moveTo>
                  <a:cubicBezTo>
                    <a:pt x="6" y="54"/>
                    <a:pt x="13" y="49"/>
                    <a:pt x="17" y="46"/>
                  </a:cubicBezTo>
                  <a:cubicBezTo>
                    <a:pt x="24" y="39"/>
                    <a:pt x="33" y="35"/>
                    <a:pt x="41" y="28"/>
                  </a:cubicBezTo>
                  <a:cubicBezTo>
                    <a:pt x="45" y="25"/>
                    <a:pt x="52" y="18"/>
                    <a:pt x="51" y="12"/>
                  </a:cubicBezTo>
                  <a:cubicBezTo>
                    <a:pt x="51" y="8"/>
                    <a:pt x="45" y="4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24" name="Freeform 1115">
              <a:extLst>
                <a:ext uri="{FF2B5EF4-FFF2-40B4-BE49-F238E27FC236}">
                  <a16:creationId xmlns:a16="http://schemas.microsoft.com/office/drawing/2014/main" id="{0899671E-A4DA-4306-9EAA-E9B6D1887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826"/>
              <a:ext cx="102" cy="93"/>
            </a:xfrm>
            <a:custGeom>
              <a:avLst/>
              <a:gdLst>
                <a:gd name="T0" fmla="*/ 0 w 51"/>
                <a:gd name="T1" fmla="*/ 416 h 44"/>
                <a:gd name="T2" fmla="*/ 136 w 51"/>
                <a:gd name="T3" fmla="*/ 357 h 44"/>
                <a:gd name="T4" fmla="*/ 336 w 51"/>
                <a:gd name="T5" fmla="*/ 220 h 44"/>
                <a:gd name="T6" fmla="*/ 360 w 51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4">
                  <a:moveTo>
                    <a:pt x="0" y="44"/>
                  </a:moveTo>
                  <a:cubicBezTo>
                    <a:pt x="6" y="44"/>
                    <a:pt x="11" y="41"/>
                    <a:pt x="17" y="38"/>
                  </a:cubicBezTo>
                  <a:cubicBezTo>
                    <a:pt x="25" y="34"/>
                    <a:pt x="35" y="29"/>
                    <a:pt x="42" y="23"/>
                  </a:cubicBezTo>
                  <a:cubicBezTo>
                    <a:pt x="50" y="15"/>
                    <a:pt x="51" y="9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25" name="Freeform 1116">
              <a:extLst>
                <a:ext uri="{FF2B5EF4-FFF2-40B4-BE49-F238E27FC236}">
                  <a16:creationId xmlns:a16="http://schemas.microsoft.com/office/drawing/2014/main" id="{456842FE-4E3E-4BF5-AB1B-D63C6DCA5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766"/>
              <a:ext cx="104" cy="96"/>
            </a:xfrm>
            <a:custGeom>
              <a:avLst/>
              <a:gdLst>
                <a:gd name="T0" fmla="*/ 0 w 52"/>
                <a:gd name="T1" fmla="*/ 437 h 45"/>
                <a:gd name="T2" fmla="*/ 136 w 52"/>
                <a:gd name="T3" fmla="*/ 309 h 45"/>
                <a:gd name="T4" fmla="*/ 336 w 52"/>
                <a:gd name="T5" fmla="*/ 173 h 45"/>
                <a:gd name="T6" fmla="*/ 336 w 52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5">
                  <a:moveTo>
                    <a:pt x="0" y="45"/>
                  </a:moveTo>
                  <a:cubicBezTo>
                    <a:pt x="6" y="42"/>
                    <a:pt x="10" y="36"/>
                    <a:pt x="17" y="32"/>
                  </a:cubicBezTo>
                  <a:cubicBezTo>
                    <a:pt x="24" y="27"/>
                    <a:pt x="35" y="24"/>
                    <a:pt x="42" y="18"/>
                  </a:cubicBezTo>
                  <a:cubicBezTo>
                    <a:pt x="52" y="10"/>
                    <a:pt x="48" y="7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26" name="Freeform 1117">
              <a:extLst>
                <a:ext uri="{FF2B5EF4-FFF2-40B4-BE49-F238E27FC236}">
                  <a16:creationId xmlns:a16="http://schemas.microsoft.com/office/drawing/2014/main" id="{3037A734-C8D2-456B-811A-CCF2F323A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713"/>
              <a:ext cx="110" cy="81"/>
            </a:xfrm>
            <a:custGeom>
              <a:avLst/>
              <a:gdLst>
                <a:gd name="T0" fmla="*/ 0 w 55"/>
                <a:gd name="T1" fmla="*/ 369 h 38"/>
                <a:gd name="T2" fmla="*/ 296 w 55"/>
                <a:gd name="T3" fmla="*/ 173 h 38"/>
                <a:gd name="T4" fmla="*/ 440 w 55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8">
                  <a:moveTo>
                    <a:pt x="0" y="38"/>
                  </a:moveTo>
                  <a:cubicBezTo>
                    <a:pt x="11" y="29"/>
                    <a:pt x="25" y="25"/>
                    <a:pt x="37" y="18"/>
                  </a:cubicBezTo>
                  <a:cubicBezTo>
                    <a:pt x="43" y="15"/>
                    <a:pt x="55" y="9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27" name="Freeform 1118">
              <a:extLst>
                <a:ext uri="{FF2B5EF4-FFF2-40B4-BE49-F238E27FC236}">
                  <a16:creationId xmlns:a16="http://schemas.microsoft.com/office/drawing/2014/main" id="{0EEE49A3-4171-4834-8487-68CED9FF7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764"/>
              <a:ext cx="34" cy="17"/>
            </a:xfrm>
            <a:custGeom>
              <a:avLst/>
              <a:gdLst>
                <a:gd name="T0" fmla="*/ 0 w 17"/>
                <a:gd name="T1" fmla="*/ 0 h 8"/>
                <a:gd name="T2" fmla="*/ 136 w 17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5" y="3"/>
                    <a:pt x="11" y="8"/>
                    <a:pt x="17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28" name="Freeform 1119">
              <a:extLst>
                <a:ext uri="{FF2B5EF4-FFF2-40B4-BE49-F238E27FC236}">
                  <a16:creationId xmlns:a16="http://schemas.microsoft.com/office/drawing/2014/main" id="{F3E25C27-7E6E-44D2-874D-3D87AC355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836"/>
              <a:ext cx="26" cy="11"/>
            </a:xfrm>
            <a:custGeom>
              <a:avLst/>
              <a:gdLst>
                <a:gd name="T0" fmla="*/ 0 w 13"/>
                <a:gd name="T1" fmla="*/ 0 h 5"/>
                <a:gd name="T2" fmla="*/ 104 w 13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5" y="3"/>
                    <a:pt x="8" y="5"/>
                    <a:pt x="13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29" name="Freeform 1120">
              <a:extLst>
                <a:ext uri="{FF2B5EF4-FFF2-40B4-BE49-F238E27FC236}">
                  <a16:creationId xmlns:a16="http://schemas.microsoft.com/office/drawing/2014/main" id="{99B96DE0-0C9E-43B1-B0D7-E1F9DB4EC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960"/>
              <a:ext cx="10" cy="27"/>
            </a:xfrm>
            <a:custGeom>
              <a:avLst/>
              <a:gdLst>
                <a:gd name="T0" fmla="*/ 40 w 5"/>
                <a:gd name="T1" fmla="*/ 0 h 13"/>
                <a:gd name="T2" fmla="*/ 24 w 5"/>
                <a:gd name="T3" fmla="*/ 1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0" y="4"/>
                    <a:pt x="1" y="8"/>
                    <a:pt x="3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30" name="Freeform 1121">
              <a:extLst>
                <a:ext uri="{FF2B5EF4-FFF2-40B4-BE49-F238E27FC236}">
                  <a16:creationId xmlns:a16="http://schemas.microsoft.com/office/drawing/2014/main" id="{94F2FDE8-1897-4DEF-AF08-11D211BC4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213"/>
              <a:ext cx="92" cy="100"/>
            </a:xfrm>
            <a:custGeom>
              <a:avLst/>
              <a:gdLst>
                <a:gd name="T0" fmla="*/ 0 w 46"/>
                <a:gd name="T1" fmla="*/ 402 h 47"/>
                <a:gd name="T2" fmla="*/ 72 w 46"/>
                <a:gd name="T3" fmla="*/ 445 h 47"/>
                <a:gd name="T4" fmla="*/ 216 w 46"/>
                <a:gd name="T5" fmla="*/ 257 h 47"/>
                <a:gd name="T6" fmla="*/ 304 w 46"/>
                <a:gd name="T7" fmla="*/ 85 h 47"/>
                <a:gd name="T8" fmla="*/ 368 w 46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7">
                  <a:moveTo>
                    <a:pt x="0" y="42"/>
                  </a:moveTo>
                  <a:cubicBezTo>
                    <a:pt x="4" y="45"/>
                    <a:pt x="3" y="47"/>
                    <a:pt x="9" y="46"/>
                  </a:cubicBezTo>
                  <a:cubicBezTo>
                    <a:pt x="15" y="44"/>
                    <a:pt x="24" y="33"/>
                    <a:pt x="27" y="27"/>
                  </a:cubicBezTo>
                  <a:cubicBezTo>
                    <a:pt x="31" y="21"/>
                    <a:pt x="33" y="15"/>
                    <a:pt x="38" y="9"/>
                  </a:cubicBezTo>
                  <a:cubicBezTo>
                    <a:pt x="40" y="6"/>
                    <a:pt x="44" y="2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31" name="Freeform 1122">
              <a:extLst>
                <a:ext uri="{FF2B5EF4-FFF2-40B4-BE49-F238E27FC236}">
                  <a16:creationId xmlns:a16="http://schemas.microsoft.com/office/drawing/2014/main" id="{13C202E2-3D5B-4DBA-B211-B66C1D949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315"/>
              <a:ext cx="135" cy="128"/>
            </a:xfrm>
            <a:custGeom>
              <a:avLst/>
              <a:gdLst>
                <a:gd name="T0" fmla="*/ 0 w 68"/>
                <a:gd name="T1" fmla="*/ 497 h 60"/>
                <a:gd name="T2" fmla="*/ 189 w 68"/>
                <a:gd name="T3" fmla="*/ 506 h 60"/>
                <a:gd name="T4" fmla="*/ 351 w 68"/>
                <a:gd name="T5" fmla="*/ 273 h 60"/>
                <a:gd name="T6" fmla="*/ 524 w 68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60">
                  <a:moveTo>
                    <a:pt x="0" y="51"/>
                  </a:moveTo>
                  <a:cubicBezTo>
                    <a:pt x="9" y="56"/>
                    <a:pt x="13" y="60"/>
                    <a:pt x="24" y="52"/>
                  </a:cubicBezTo>
                  <a:cubicBezTo>
                    <a:pt x="34" y="46"/>
                    <a:pt x="38" y="37"/>
                    <a:pt x="45" y="28"/>
                  </a:cubicBezTo>
                  <a:cubicBezTo>
                    <a:pt x="51" y="19"/>
                    <a:pt x="68" y="11"/>
                    <a:pt x="6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32" name="Freeform 1123">
              <a:extLst>
                <a:ext uri="{FF2B5EF4-FFF2-40B4-BE49-F238E27FC236}">
                  <a16:creationId xmlns:a16="http://schemas.microsoft.com/office/drawing/2014/main" id="{96F8D029-86E6-44B9-BA81-E69E69F1F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426"/>
              <a:ext cx="114" cy="112"/>
            </a:xfrm>
            <a:custGeom>
              <a:avLst/>
              <a:gdLst>
                <a:gd name="T0" fmla="*/ 0 w 57"/>
                <a:gd name="T1" fmla="*/ 397 h 53"/>
                <a:gd name="T2" fmla="*/ 80 w 57"/>
                <a:gd name="T3" fmla="*/ 482 h 53"/>
                <a:gd name="T4" fmla="*/ 208 w 57"/>
                <a:gd name="T5" fmla="*/ 357 h 53"/>
                <a:gd name="T6" fmla="*/ 456 w 57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53">
                  <a:moveTo>
                    <a:pt x="0" y="42"/>
                  </a:moveTo>
                  <a:cubicBezTo>
                    <a:pt x="3" y="44"/>
                    <a:pt x="6" y="49"/>
                    <a:pt x="10" y="51"/>
                  </a:cubicBezTo>
                  <a:cubicBezTo>
                    <a:pt x="18" y="53"/>
                    <a:pt x="22" y="44"/>
                    <a:pt x="26" y="38"/>
                  </a:cubicBezTo>
                  <a:cubicBezTo>
                    <a:pt x="35" y="29"/>
                    <a:pt x="50" y="10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33" name="Freeform 1124">
              <a:extLst>
                <a:ext uri="{FF2B5EF4-FFF2-40B4-BE49-F238E27FC236}">
                  <a16:creationId xmlns:a16="http://schemas.microsoft.com/office/drawing/2014/main" id="{3B4A1A38-CB12-4DBF-8254-BB0A3C029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536"/>
              <a:ext cx="66" cy="100"/>
            </a:xfrm>
            <a:custGeom>
              <a:avLst/>
              <a:gdLst>
                <a:gd name="T0" fmla="*/ 0 w 33"/>
                <a:gd name="T1" fmla="*/ 453 h 47"/>
                <a:gd name="T2" fmla="*/ 144 w 33"/>
                <a:gd name="T3" fmla="*/ 181 h 47"/>
                <a:gd name="T4" fmla="*/ 256 w 33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7">
                  <a:moveTo>
                    <a:pt x="0" y="47"/>
                  </a:moveTo>
                  <a:cubicBezTo>
                    <a:pt x="6" y="38"/>
                    <a:pt x="11" y="28"/>
                    <a:pt x="18" y="19"/>
                  </a:cubicBezTo>
                  <a:cubicBezTo>
                    <a:pt x="21" y="15"/>
                    <a:pt x="33" y="6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34" name="Freeform 1125">
              <a:extLst>
                <a:ext uri="{FF2B5EF4-FFF2-40B4-BE49-F238E27FC236}">
                  <a16:creationId xmlns:a16="http://schemas.microsoft.com/office/drawing/2014/main" id="{2D760296-7543-409E-8324-6C4D827BA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428"/>
              <a:ext cx="32" cy="10"/>
            </a:xfrm>
            <a:custGeom>
              <a:avLst/>
              <a:gdLst>
                <a:gd name="T0" fmla="*/ 0 w 16"/>
                <a:gd name="T1" fmla="*/ 40 h 5"/>
                <a:gd name="T2" fmla="*/ 128 w 16"/>
                <a:gd name="T3" fmla="*/ 2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4" y="0"/>
                    <a:pt x="11" y="3"/>
                    <a:pt x="16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35" name="Freeform 1126">
              <a:extLst>
                <a:ext uri="{FF2B5EF4-FFF2-40B4-BE49-F238E27FC236}">
                  <a16:creationId xmlns:a16="http://schemas.microsoft.com/office/drawing/2014/main" id="{1AB58FB1-7218-44F1-85BD-39D7529C7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728"/>
              <a:ext cx="164" cy="119"/>
            </a:xfrm>
            <a:custGeom>
              <a:avLst/>
              <a:gdLst>
                <a:gd name="T0" fmla="*/ 0 w 82"/>
                <a:gd name="T1" fmla="*/ 425 h 56"/>
                <a:gd name="T2" fmla="*/ 232 w 82"/>
                <a:gd name="T3" fmla="*/ 434 h 56"/>
                <a:gd name="T4" fmla="*/ 528 w 82"/>
                <a:gd name="T5" fmla="*/ 249 h 56"/>
                <a:gd name="T6" fmla="*/ 648 w 82"/>
                <a:gd name="T7" fmla="*/ 128 h 56"/>
                <a:gd name="T8" fmla="*/ 568 w 82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56">
                  <a:moveTo>
                    <a:pt x="0" y="44"/>
                  </a:moveTo>
                  <a:cubicBezTo>
                    <a:pt x="10" y="56"/>
                    <a:pt x="15" y="50"/>
                    <a:pt x="29" y="45"/>
                  </a:cubicBezTo>
                  <a:cubicBezTo>
                    <a:pt x="42" y="40"/>
                    <a:pt x="53" y="32"/>
                    <a:pt x="66" y="26"/>
                  </a:cubicBezTo>
                  <a:cubicBezTo>
                    <a:pt x="71" y="23"/>
                    <a:pt x="81" y="20"/>
                    <a:pt x="81" y="13"/>
                  </a:cubicBezTo>
                  <a:cubicBezTo>
                    <a:pt x="82" y="7"/>
                    <a:pt x="74" y="1"/>
                    <a:pt x="7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36" name="Freeform 1127">
              <a:extLst>
                <a:ext uri="{FF2B5EF4-FFF2-40B4-BE49-F238E27FC236}">
                  <a16:creationId xmlns:a16="http://schemas.microsoft.com/office/drawing/2014/main" id="{A742704F-A61B-48E9-B7D2-25647C330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674"/>
              <a:ext cx="121" cy="88"/>
            </a:xfrm>
            <a:custGeom>
              <a:avLst/>
              <a:gdLst>
                <a:gd name="T0" fmla="*/ 0 w 61"/>
                <a:gd name="T1" fmla="*/ 406 h 41"/>
                <a:gd name="T2" fmla="*/ 343 w 61"/>
                <a:gd name="T3" fmla="*/ 277 h 41"/>
                <a:gd name="T4" fmla="*/ 421 w 6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1">
                  <a:moveTo>
                    <a:pt x="0" y="41"/>
                  </a:moveTo>
                  <a:cubicBezTo>
                    <a:pt x="15" y="35"/>
                    <a:pt x="29" y="31"/>
                    <a:pt x="44" y="28"/>
                  </a:cubicBezTo>
                  <a:cubicBezTo>
                    <a:pt x="51" y="26"/>
                    <a:pt x="61" y="17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37" name="Freeform 1128">
              <a:extLst>
                <a:ext uri="{FF2B5EF4-FFF2-40B4-BE49-F238E27FC236}">
                  <a16:creationId xmlns:a16="http://schemas.microsoft.com/office/drawing/2014/main" id="{43CCB6EA-A8F6-43DD-A9E7-8187E0AB8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840"/>
              <a:ext cx="142" cy="100"/>
            </a:xfrm>
            <a:custGeom>
              <a:avLst/>
              <a:gdLst>
                <a:gd name="T0" fmla="*/ 0 w 71"/>
                <a:gd name="T1" fmla="*/ 298 h 47"/>
                <a:gd name="T2" fmla="*/ 328 w 71"/>
                <a:gd name="T3" fmla="*/ 257 h 47"/>
                <a:gd name="T4" fmla="*/ 520 w 71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7">
                  <a:moveTo>
                    <a:pt x="0" y="31"/>
                  </a:moveTo>
                  <a:cubicBezTo>
                    <a:pt x="12" y="47"/>
                    <a:pt x="29" y="35"/>
                    <a:pt x="41" y="27"/>
                  </a:cubicBezTo>
                  <a:cubicBezTo>
                    <a:pt x="49" y="21"/>
                    <a:pt x="71" y="11"/>
                    <a:pt x="6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38" name="Freeform 1129">
              <a:extLst>
                <a:ext uri="{FF2B5EF4-FFF2-40B4-BE49-F238E27FC236}">
                  <a16:creationId xmlns:a16="http://schemas.microsoft.com/office/drawing/2014/main" id="{3BF8FC2E-0AFF-48C1-816D-509F4CF72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923"/>
              <a:ext cx="123" cy="83"/>
            </a:xfrm>
            <a:custGeom>
              <a:avLst/>
              <a:gdLst>
                <a:gd name="T0" fmla="*/ 0 w 62"/>
                <a:gd name="T1" fmla="*/ 221 h 39"/>
                <a:gd name="T2" fmla="*/ 236 w 62"/>
                <a:gd name="T3" fmla="*/ 232 h 39"/>
                <a:gd name="T4" fmla="*/ 367 w 62"/>
                <a:gd name="T5" fmla="*/ 104 h 39"/>
                <a:gd name="T6" fmla="*/ 484 w 6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9">
                  <a:moveTo>
                    <a:pt x="0" y="23"/>
                  </a:moveTo>
                  <a:cubicBezTo>
                    <a:pt x="5" y="39"/>
                    <a:pt x="22" y="29"/>
                    <a:pt x="30" y="24"/>
                  </a:cubicBezTo>
                  <a:cubicBezTo>
                    <a:pt x="36" y="20"/>
                    <a:pt x="41" y="15"/>
                    <a:pt x="47" y="11"/>
                  </a:cubicBezTo>
                  <a:cubicBezTo>
                    <a:pt x="51" y="9"/>
                    <a:pt x="59" y="4"/>
                    <a:pt x="6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39" name="Freeform 1130">
              <a:extLst>
                <a:ext uri="{FF2B5EF4-FFF2-40B4-BE49-F238E27FC236}">
                  <a16:creationId xmlns:a16="http://schemas.microsoft.com/office/drawing/2014/main" id="{9B20745E-6847-4D02-AFF2-37055A47F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994"/>
              <a:ext cx="108" cy="98"/>
            </a:xfrm>
            <a:custGeom>
              <a:avLst/>
              <a:gdLst>
                <a:gd name="T0" fmla="*/ 0 w 54"/>
                <a:gd name="T1" fmla="*/ 300 h 46"/>
                <a:gd name="T2" fmla="*/ 280 w 54"/>
                <a:gd name="T3" fmla="*/ 196 h 46"/>
                <a:gd name="T4" fmla="*/ 432 w 5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6">
                  <a:moveTo>
                    <a:pt x="0" y="31"/>
                  </a:moveTo>
                  <a:cubicBezTo>
                    <a:pt x="8" y="46"/>
                    <a:pt x="27" y="26"/>
                    <a:pt x="35" y="20"/>
                  </a:cubicBezTo>
                  <a:cubicBezTo>
                    <a:pt x="39" y="17"/>
                    <a:pt x="54" y="5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40" name="Freeform 1131">
              <a:extLst>
                <a:ext uri="{FF2B5EF4-FFF2-40B4-BE49-F238E27FC236}">
                  <a16:creationId xmlns:a16="http://schemas.microsoft.com/office/drawing/2014/main" id="{8EE9C588-A6CE-48B6-BCCC-8674A7B28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985"/>
              <a:ext cx="30" cy="2"/>
            </a:xfrm>
            <a:custGeom>
              <a:avLst/>
              <a:gdLst>
                <a:gd name="T0" fmla="*/ 0 w 15"/>
                <a:gd name="T1" fmla="*/ 0 h 1"/>
                <a:gd name="T2" fmla="*/ 120 w 1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1"/>
                    <a:pt x="15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41" name="Freeform 1132">
              <a:extLst>
                <a:ext uri="{FF2B5EF4-FFF2-40B4-BE49-F238E27FC236}">
                  <a16:creationId xmlns:a16="http://schemas.microsoft.com/office/drawing/2014/main" id="{54C697E9-18A1-4C4E-B9EE-E435325C1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917"/>
              <a:ext cx="4" cy="23"/>
            </a:xfrm>
            <a:custGeom>
              <a:avLst/>
              <a:gdLst>
                <a:gd name="T0" fmla="*/ 0 w 2"/>
                <a:gd name="T1" fmla="*/ 0 h 11"/>
                <a:gd name="T2" fmla="*/ 0 w 2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0" y="4"/>
                    <a:pt x="2" y="7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42" name="Freeform 1133">
              <a:extLst>
                <a:ext uri="{FF2B5EF4-FFF2-40B4-BE49-F238E27FC236}">
                  <a16:creationId xmlns:a16="http://schemas.microsoft.com/office/drawing/2014/main" id="{52B916A4-19F4-42E6-BD71-BB17E820A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826"/>
              <a:ext cx="44" cy="17"/>
            </a:xfrm>
            <a:custGeom>
              <a:avLst/>
              <a:gdLst>
                <a:gd name="T0" fmla="*/ 0 w 22"/>
                <a:gd name="T1" fmla="*/ 40 h 8"/>
                <a:gd name="T2" fmla="*/ 176 w 2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4"/>
                  </a:moveTo>
                  <a:cubicBezTo>
                    <a:pt x="7" y="4"/>
                    <a:pt x="17" y="0"/>
                    <a:pt x="22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43" name="Freeform 1134">
              <a:extLst>
                <a:ext uri="{FF2B5EF4-FFF2-40B4-BE49-F238E27FC236}">
                  <a16:creationId xmlns:a16="http://schemas.microsoft.com/office/drawing/2014/main" id="{E9516030-2294-4EA0-B9C8-6EC4B42BE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070"/>
              <a:ext cx="134" cy="115"/>
            </a:xfrm>
            <a:custGeom>
              <a:avLst/>
              <a:gdLst>
                <a:gd name="T0" fmla="*/ 0 w 67"/>
                <a:gd name="T1" fmla="*/ 358 h 54"/>
                <a:gd name="T2" fmla="*/ 352 w 67"/>
                <a:gd name="T3" fmla="*/ 204 h 54"/>
                <a:gd name="T4" fmla="*/ 488 w 67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4">
                  <a:moveTo>
                    <a:pt x="0" y="37"/>
                  </a:moveTo>
                  <a:cubicBezTo>
                    <a:pt x="14" y="54"/>
                    <a:pt x="32" y="30"/>
                    <a:pt x="44" y="21"/>
                  </a:cubicBezTo>
                  <a:cubicBezTo>
                    <a:pt x="50" y="16"/>
                    <a:pt x="67" y="10"/>
                    <a:pt x="6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44" name="Freeform 1135">
              <a:extLst>
                <a:ext uri="{FF2B5EF4-FFF2-40B4-BE49-F238E27FC236}">
                  <a16:creationId xmlns:a16="http://schemas.microsoft.com/office/drawing/2014/main" id="{32C8C7EF-593F-4F8A-B3FD-5BA52B22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162"/>
              <a:ext cx="138" cy="110"/>
            </a:xfrm>
            <a:custGeom>
              <a:avLst/>
              <a:gdLst>
                <a:gd name="T0" fmla="*/ 0 w 69"/>
                <a:gd name="T1" fmla="*/ 389 h 52"/>
                <a:gd name="T2" fmla="*/ 136 w 69"/>
                <a:gd name="T3" fmla="*/ 465 h 52"/>
                <a:gd name="T4" fmla="*/ 320 w 69"/>
                <a:gd name="T5" fmla="*/ 264 h 52"/>
                <a:gd name="T6" fmla="*/ 464 w 69"/>
                <a:gd name="T7" fmla="*/ 104 h 52"/>
                <a:gd name="T8" fmla="*/ 520 w 69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2">
                  <a:moveTo>
                    <a:pt x="0" y="41"/>
                  </a:moveTo>
                  <a:cubicBezTo>
                    <a:pt x="5" y="45"/>
                    <a:pt x="10" y="52"/>
                    <a:pt x="17" y="49"/>
                  </a:cubicBezTo>
                  <a:cubicBezTo>
                    <a:pt x="26" y="45"/>
                    <a:pt x="34" y="34"/>
                    <a:pt x="40" y="28"/>
                  </a:cubicBezTo>
                  <a:cubicBezTo>
                    <a:pt x="46" y="22"/>
                    <a:pt x="52" y="16"/>
                    <a:pt x="58" y="11"/>
                  </a:cubicBezTo>
                  <a:cubicBezTo>
                    <a:pt x="61" y="9"/>
                    <a:pt x="69" y="4"/>
                    <a:pt x="6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45" name="Freeform 1136">
              <a:extLst>
                <a:ext uri="{FF2B5EF4-FFF2-40B4-BE49-F238E27FC236}">
                  <a16:creationId xmlns:a16="http://schemas.microsoft.com/office/drawing/2014/main" id="{0E6427BD-7412-41D4-A130-A5BA0BB4D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158"/>
              <a:ext cx="32" cy="10"/>
            </a:xfrm>
            <a:custGeom>
              <a:avLst/>
              <a:gdLst>
                <a:gd name="T0" fmla="*/ 0 w 16"/>
                <a:gd name="T1" fmla="*/ 40 h 5"/>
                <a:gd name="T2" fmla="*/ 128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6" y="2"/>
                    <a:pt x="9" y="0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46" name="Freeform 1137">
              <a:extLst>
                <a:ext uri="{FF2B5EF4-FFF2-40B4-BE49-F238E27FC236}">
                  <a16:creationId xmlns:a16="http://schemas.microsoft.com/office/drawing/2014/main" id="{B1060CB6-1CA2-4870-8FAA-74569708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136"/>
              <a:ext cx="14" cy="30"/>
            </a:xfrm>
            <a:custGeom>
              <a:avLst/>
              <a:gdLst>
                <a:gd name="T0" fmla="*/ 16 w 7"/>
                <a:gd name="T1" fmla="*/ 0 h 14"/>
                <a:gd name="T2" fmla="*/ 56 w 7"/>
                <a:gd name="T3" fmla="*/ 12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2" y="0"/>
                  </a:moveTo>
                  <a:cubicBezTo>
                    <a:pt x="0" y="4"/>
                    <a:pt x="0" y="14"/>
                    <a:pt x="7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47" name="Freeform 1138">
              <a:extLst>
                <a:ext uri="{FF2B5EF4-FFF2-40B4-BE49-F238E27FC236}">
                  <a16:creationId xmlns:a16="http://schemas.microsoft.com/office/drawing/2014/main" id="{FFE94FCC-62DB-4213-AA74-1019219FD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275"/>
              <a:ext cx="121" cy="112"/>
            </a:xfrm>
            <a:custGeom>
              <a:avLst/>
              <a:gdLst>
                <a:gd name="T0" fmla="*/ 0 w 61"/>
                <a:gd name="T1" fmla="*/ 406 h 53"/>
                <a:gd name="T2" fmla="*/ 181 w 61"/>
                <a:gd name="T3" fmla="*/ 416 h 53"/>
                <a:gd name="T4" fmla="*/ 335 w 61"/>
                <a:gd name="T5" fmla="*/ 205 h 53"/>
                <a:gd name="T6" fmla="*/ 428 w 61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3">
                  <a:moveTo>
                    <a:pt x="0" y="43"/>
                  </a:moveTo>
                  <a:cubicBezTo>
                    <a:pt x="6" y="49"/>
                    <a:pt x="16" y="53"/>
                    <a:pt x="23" y="44"/>
                  </a:cubicBezTo>
                  <a:cubicBezTo>
                    <a:pt x="29" y="36"/>
                    <a:pt x="36" y="29"/>
                    <a:pt x="43" y="22"/>
                  </a:cubicBezTo>
                  <a:cubicBezTo>
                    <a:pt x="48" y="17"/>
                    <a:pt x="61" y="8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48" name="Freeform 1139">
              <a:extLst>
                <a:ext uri="{FF2B5EF4-FFF2-40B4-BE49-F238E27FC236}">
                  <a16:creationId xmlns:a16="http://schemas.microsoft.com/office/drawing/2014/main" id="{B40564D1-F792-48B3-918C-D873F049E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598"/>
              <a:ext cx="44" cy="109"/>
            </a:xfrm>
            <a:custGeom>
              <a:avLst/>
              <a:gdLst>
                <a:gd name="T0" fmla="*/ 0 w 22"/>
                <a:gd name="T1" fmla="*/ 498 h 51"/>
                <a:gd name="T2" fmla="*/ 72 w 22"/>
                <a:gd name="T3" fmla="*/ 389 h 51"/>
                <a:gd name="T4" fmla="*/ 160 w 22"/>
                <a:gd name="T5" fmla="*/ 197 h 51"/>
                <a:gd name="T6" fmla="*/ 56 w 22"/>
                <a:gd name="T7" fmla="*/ 9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1">
                  <a:moveTo>
                    <a:pt x="0" y="51"/>
                  </a:moveTo>
                  <a:cubicBezTo>
                    <a:pt x="3" y="44"/>
                    <a:pt x="5" y="47"/>
                    <a:pt x="9" y="40"/>
                  </a:cubicBezTo>
                  <a:cubicBezTo>
                    <a:pt x="12" y="34"/>
                    <a:pt x="18" y="27"/>
                    <a:pt x="20" y="20"/>
                  </a:cubicBezTo>
                  <a:cubicBezTo>
                    <a:pt x="22" y="13"/>
                    <a:pt x="13" y="0"/>
                    <a:pt x="7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49" name="Freeform 1140">
              <a:extLst>
                <a:ext uri="{FF2B5EF4-FFF2-40B4-BE49-F238E27FC236}">
                  <a16:creationId xmlns:a16="http://schemas.microsoft.com/office/drawing/2014/main" id="{D3608C4C-1FBF-451C-91B7-663D8D88E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509"/>
              <a:ext cx="60" cy="132"/>
            </a:xfrm>
            <a:custGeom>
              <a:avLst/>
              <a:gdLst>
                <a:gd name="T0" fmla="*/ 0 w 30"/>
                <a:gd name="T1" fmla="*/ 598 h 62"/>
                <a:gd name="T2" fmla="*/ 200 w 30"/>
                <a:gd name="T3" fmla="*/ 232 h 62"/>
                <a:gd name="T4" fmla="*/ 144 w 30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2">
                  <a:moveTo>
                    <a:pt x="0" y="62"/>
                  </a:moveTo>
                  <a:cubicBezTo>
                    <a:pt x="5" y="48"/>
                    <a:pt x="16" y="36"/>
                    <a:pt x="25" y="24"/>
                  </a:cubicBezTo>
                  <a:cubicBezTo>
                    <a:pt x="30" y="16"/>
                    <a:pt x="30" y="5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50" name="Freeform 1141">
              <a:extLst>
                <a:ext uri="{FF2B5EF4-FFF2-40B4-BE49-F238E27FC236}">
                  <a16:creationId xmlns:a16="http://schemas.microsoft.com/office/drawing/2014/main" id="{22372F32-DF58-4819-93BE-74D0248E4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430"/>
              <a:ext cx="72" cy="113"/>
            </a:xfrm>
            <a:custGeom>
              <a:avLst/>
              <a:gdLst>
                <a:gd name="T0" fmla="*/ 0 w 36"/>
                <a:gd name="T1" fmla="*/ 514 h 53"/>
                <a:gd name="T2" fmla="*/ 80 w 36"/>
                <a:gd name="T3" fmla="*/ 437 h 53"/>
                <a:gd name="T4" fmla="*/ 248 w 36"/>
                <a:gd name="T5" fmla="*/ 213 h 53"/>
                <a:gd name="T6" fmla="*/ 152 w 36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3">
                  <a:moveTo>
                    <a:pt x="0" y="53"/>
                  </a:moveTo>
                  <a:cubicBezTo>
                    <a:pt x="4" y="53"/>
                    <a:pt x="7" y="48"/>
                    <a:pt x="10" y="45"/>
                  </a:cubicBezTo>
                  <a:cubicBezTo>
                    <a:pt x="16" y="38"/>
                    <a:pt x="25" y="31"/>
                    <a:pt x="31" y="22"/>
                  </a:cubicBezTo>
                  <a:cubicBezTo>
                    <a:pt x="36" y="13"/>
                    <a:pt x="25" y="5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51" name="Freeform 1142">
              <a:extLst>
                <a:ext uri="{FF2B5EF4-FFF2-40B4-BE49-F238E27FC236}">
                  <a16:creationId xmlns:a16="http://schemas.microsoft.com/office/drawing/2014/main" id="{1487A31B-6F7D-4621-9F2D-EAD7CD42E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383"/>
              <a:ext cx="63" cy="83"/>
            </a:xfrm>
            <a:custGeom>
              <a:avLst/>
              <a:gdLst>
                <a:gd name="T0" fmla="*/ 0 w 32"/>
                <a:gd name="T1" fmla="*/ 377 h 39"/>
                <a:gd name="T2" fmla="*/ 159 w 32"/>
                <a:gd name="T3" fmla="*/ 136 h 39"/>
                <a:gd name="T4" fmla="*/ 213 w 3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0" y="39"/>
                  </a:moveTo>
                  <a:cubicBezTo>
                    <a:pt x="10" y="34"/>
                    <a:pt x="14" y="22"/>
                    <a:pt x="21" y="14"/>
                  </a:cubicBezTo>
                  <a:cubicBezTo>
                    <a:pt x="25" y="10"/>
                    <a:pt x="32" y="5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52" name="Freeform 1143">
              <a:extLst>
                <a:ext uri="{FF2B5EF4-FFF2-40B4-BE49-F238E27FC236}">
                  <a16:creationId xmlns:a16="http://schemas.microsoft.com/office/drawing/2014/main" id="{DF96FA14-E78C-4D4C-8A12-ED411E46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264"/>
              <a:ext cx="38" cy="11"/>
            </a:xfrm>
            <a:custGeom>
              <a:avLst/>
              <a:gdLst>
                <a:gd name="T0" fmla="*/ 0 w 19"/>
                <a:gd name="T1" fmla="*/ 44 h 5"/>
                <a:gd name="T2" fmla="*/ 88 w 19"/>
                <a:gd name="T3" fmla="*/ 9 h 5"/>
                <a:gd name="T4" fmla="*/ 152 w 19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">
                  <a:moveTo>
                    <a:pt x="0" y="4"/>
                  </a:moveTo>
                  <a:cubicBezTo>
                    <a:pt x="4" y="3"/>
                    <a:pt x="6" y="0"/>
                    <a:pt x="11" y="1"/>
                  </a:cubicBezTo>
                  <a:cubicBezTo>
                    <a:pt x="14" y="1"/>
                    <a:pt x="17" y="3"/>
                    <a:pt x="19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53" name="Freeform 1144">
              <a:extLst>
                <a:ext uri="{FF2B5EF4-FFF2-40B4-BE49-F238E27FC236}">
                  <a16:creationId xmlns:a16="http://schemas.microsoft.com/office/drawing/2014/main" id="{401C0EC7-2D7D-4F95-9008-D7FDE8FD6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521"/>
              <a:ext cx="28" cy="15"/>
            </a:xfrm>
            <a:custGeom>
              <a:avLst/>
              <a:gdLst>
                <a:gd name="T0" fmla="*/ 0 w 14"/>
                <a:gd name="T1" fmla="*/ 19 h 7"/>
                <a:gd name="T2" fmla="*/ 112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2"/>
                  </a:moveTo>
                  <a:cubicBezTo>
                    <a:pt x="4" y="7"/>
                    <a:pt x="11" y="3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54" name="Freeform 1145">
              <a:extLst>
                <a:ext uri="{FF2B5EF4-FFF2-40B4-BE49-F238E27FC236}">
                  <a16:creationId xmlns:a16="http://schemas.microsoft.com/office/drawing/2014/main" id="{8A0FF9EC-957E-4383-A2EE-9BB3F5A59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609"/>
              <a:ext cx="28" cy="12"/>
            </a:xfrm>
            <a:custGeom>
              <a:avLst/>
              <a:gdLst>
                <a:gd name="T0" fmla="*/ 0 w 14"/>
                <a:gd name="T1" fmla="*/ 8 h 6"/>
                <a:gd name="T2" fmla="*/ 112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1"/>
                  </a:moveTo>
                  <a:cubicBezTo>
                    <a:pt x="3" y="6"/>
                    <a:pt x="11" y="4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55" name="Freeform 1146">
              <a:extLst>
                <a:ext uri="{FF2B5EF4-FFF2-40B4-BE49-F238E27FC236}">
                  <a16:creationId xmlns:a16="http://schemas.microsoft.com/office/drawing/2014/main" id="{C1737554-09A9-4BB8-BCEF-1367A65A1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38"/>
              <a:ext cx="149" cy="90"/>
            </a:xfrm>
            <a:custGeom>
              <a:avLst/>
              <a:gdLst>
                <a:gd name="T0" fmla="*/ 0 w 75"/>
                <a:gd name="T1" fmla="*/ 294 h 42"/>
                <a:gd name="T2" fmla="*/ 149 w 75"/>
                <a:gd name="T3" fmla="*/ 386 h 42"/>
                <a:gd name="T4" fmla="*/ 268 w 75"/>
                <a:gd name="T5" fmla="*/ 302 h 42"/>
                <a:gd name="T6" fmla="*/ 415 w 75"/>
                <a:gd name="T7" fmla="*/ 206 h 42"/>
                <a:gd name="T8" fmla="*/ 572 w 75"/>
                <a:gd name="T9" fmla="*/ 120 h 42"/>
                <a:gd name="T10" fmla="*/ 548 w 75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42">
                  <a:moveTo>
                    <a:pt x="0" y="30"/>
                  </a:moveTo>
                  <a:cubicBezTo>
                    <a:pt x="4" y="37"/>
                    <a:pt x="10" y="42"/>
                    <a:pt x="19" y="39"/>
                  </a:cubicBezTo>
                  <a:cubicBezTo>
                    <a:pt x="24" y="37"/>
                    <a:pt x="29" y="33"/>
                    <a:pt x="34" y="31"/>
                  </a:cubicBezTo>
                  <a:cubicBezTo>
                    <a:pt x="40" y="27"/>
                    <a:pt x="47" y="24"/>
                    <a:pt x="53" y="21"/>
                  </a:cubicBezTo>
                  <a:cubicBezTo>
                    <a:pt x="58" y="19"/>
                    <a:pt x="71" y="17"/>
                    <a:pt x="73" y="12"/>
                  </a:cubicBezTo>
                  <a:cubicBezTo>
                    <a:pt x="75" y="9"/>
                    <a:pt x="72" y="3"/>
                    <a:pt x="7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56" name="Freeform 1147">
              <a:extLst>
                <a:ext uri="{FF2B5EF4-FFF2-40B4-BE49-F238E27FC236}">
                  <a16:creationId xmlns:a16="http://schemas.microsoft.com/office/drawing/2014/main" id="{752925B8-C039-48D4-802A-0FDA5AC7F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698"/>
              <a:ext cx="108" cy="66"/>
            </a:xfrm>
            <a:custGeom>
              <a:avLst/>
              <a:gdLst>
                <a:gd name="T0" fmla="*/ 0 w 54"/>
                <a:gd name="T1" fmla="*/ 300 h 31"/>
                <a:gd name="T2" fmla="*/ 128 w 54"/>
                <a:gd name="T3" fmla="*/ 232 h 31"/>
                <a:gd name="T4" fmla="*/ 328 w 54"/>
                <a:gd name="T5" fmla="*/ 136 h 31"/>
                <a:gd name="T6" fmla="*/ 408 w 5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1">
                  <a:moveTo>
                    <a:pt x="0" y="31"/>
                  </a:moveTo>
                  <a:cubicBezTo>
                    <a:pt x="3" y="27"/>
                    <a:pt x="11" y="26"/>
                    <a:pt x="16" y="24"/>
                  </a:cubicBezTo>
                  <a:cubicBezTo>
                    <a:pt x="25" y="21"/>
                    <a:pt x="33" y="17"/>
                    <a:pt x="41" y="14"/>
                  </a:cubicBezTo>
                  <a:cubicBezTo>
                    <a:pt x="45" y="12"/>
                    <a:pt x="54" y="7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57" name="Freeform 1148">
              <a:extLst>
                <a:ext uri="{FF2B5EF4-FFF2-40B4-BE49-F238E27FC236}">
                  <a16:creationId xmlns:a16="http://schemas.microsoft.com/office/drawing/2014/main" id="{C0D1FBE8-8617-4C3F-95A1-9A580B4B7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1732"/>
              <a:ext cx="18" cy="28"/>
            </a:xfrm>
            <a:custGeom>
              <a:avLst/>
              <a:gdLst>
                <a:gd name="T0" fmla="*/ 72 w 9"/>
                <a:gd name="T1" fmla="*/ 0 h 13"/>
                <a:gd name="T2" fmla="*/ 24 w 9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5" y="2"/>
                    <a:pt x="0" y="9"/>
                    <a:pt x="3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58" name="Freeform 1149">
              <a:extLst>
                <a:ext uri="{FF2B5EF4-FFF2-40B4-BE49-F238E27FC236}">
                  <a16:creationId xmlns:a16="http://schemas.microsoft.com/office/drawing/2014/main" id="{4F547AAC-1DE6-43BE-8D6F-20A601C7E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823"/>
              <a:ext cx="118" cy="77"/>
            </a:xfrm>
            <a:custGeom>
              <a:avLst/>
              <a:gdLst>
                <a:gd name="T0" fmla="*/ 0 w 59"/>
                <a:gd name="T1" fmla="*/ 257 h 36"/>
                <a:gd name="T2" fmla="*/ 320 w 59"/>
                <a:gd name="T3" fmla="*/ 145 h 36"/>
                <a:gd name="T4" fmla="*/ 472 w 5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6">
                  <a:moveTo>
                    <a:pt x="0" y="26"/>
                  </a:moveTo>
                  <a:cubicBezTo>
                    <a:pt x="13" y="36"/>
                    <a:pt x="29" y="24"/>
                    <a:pt x="40" y="15"/>
                  </a:cubicBezTo>
                  <a:cubicBezTo>
                    <a:pt x="46" y="10"/>
                    <a:pt x="54" y="6"/>
                    <a:pt x="5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59" name="Freeform 1150">
              <a:extLst>
                <a:ext uri="{FF2B5EF4-FFF2-40B4-BE49-F238E27FC236}">
                  <a16:creationId xmlns:a16="http://schemas.microsoft.com/office/drawing/2014/main" id="{5761524D-62F3-4631-AA47-715656035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889"/>
              <a:ext cx="140" cy="111"/>
            </a:xfrm>
            <a:custGeom>
              <a:avLst/>
              <a:gdLst>
                <a:gd name="T0" fmla="*/ 0 w 70"/>
                <a:gd name="T1" fmla="*/ 310 h 52"/>
                <a:gd name="T2" fmla="*/ 328 w 70"/>
                <a:gd name="T3" fmla="*/ 233 h 52"/>
                <a:gd name="T4" fmla="*/ 512 w 70"/>
                <a:gd name="T5" fmla="*/ 88 h 52"/>
                <a:gd name="T6" fmla="*/ 560 w 70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52">
                  <a:moveTo>
                    <a:pt x="0" y="32"/>
                  </a:moveTo>
                  <a:cubicBezTo>
                    <a:pt x="7" y="52"/>
                    <a:pt x="30" y="31"/>
                    <a:pt x="41" y="24"/>
                  </a:cubicBezTo>
                  <a:cubicBezTo>
                    <a:pt x="48" y="19"/>
                    <a:pt x="56" y="14"/>
                    <a:pt x="64" y="9"/>
                  </a:cubicBezTo>
                  <a:cubicBezTo>
                    <a:pt x="68" y="6"/>
                    <a:pt x="70" y="5"/>
                    <a:pt x="7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60" name="Freeform 1151">
              <a:extLst>
                <a:ext uri="{FF2B5EF4-FFF2-40B4-BE49-F238E27FC236}">
                  <a16:creationId xmlns:a16="http://schemas.microsoft.com/office/drawing/2014/main" id="{034535DA-F25C-4C1F-8D0B-993BD5A51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979"/>
              <a:ext cx="113" cy="72"/>
            </a:xfrm>
            <a:custGeom>
              <a:avLst/>
              <a:gdLst>
                <a:gd name="T0" fmla="*/ 0 w 57"/>
                <a:gd name="T1" fmla="*/ 220 h 34"/>
                <a:gd name="T2" fmla="*/ 95 w 57"/>
                <a:gd name="T3" fmla="*/ 322 h 34"/>
                <a:gd name="T4" fmla="*/ 256 w 57"/>
                <a:gd name="T5" fmla="*/ 212 h 34"/>
                <a:gd name="T6" fmla="*/ 412 w 57"/>
                <a:gd name="T7" fmla="*/ 85 h 34"/>
                <a:gd name="T8" fmla="*/ 444 w 57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4">
                  <a:moveTo>
                    <a:pt x="0" y="23"/>
                  </a:moveTo>
                  <a:cubicBezTo>
                    <a:pt x="2" y="27"/>
                    <a:pt x="7" y="33"/>
                    <a:pt x="12" y="34"/>
                  </a:cubicBezTo>
                  <a:cubicBezTo>
                    <a:pt x="19" y="34"/>
                    <a:pt x="27" y="26"/>
                    <a:pt x="33" y="22"/>
                  </a:cubicBezTo>
                  <a:cubicBezTo>
                    <a:pt x="39" y="17"/>
                    <a:pt x="47" y="14"/>
                    <a:pt x="53" y="9"/>
                  </a:cubicBezTo>
                  <a:cubicBezTo>
                    <a:pt x="57" y="6"/>
                    <a:pt x="56" y="4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61" name="Freeform 1152">
              <a:extLst>
                <a:ext uri="{FF2B5EF4-FFF2-40B4-BE49-F238E27FC236}">
                  <a16:creationId xmlns:a16="http://schemas.microsoft.com/office/drawing/2014/main" id="{6AED89FA-3B27-4A34-BF8C-FEF38BFF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055"/>
              <a:ext cx="115" cy="109"/>
            </a:xfrm>
            <a:custGeom>
              <a:avLst/>
              <a:gdLst>
                <a:gd name="T0" fmla="*/ 0 w 58"/>
                <a:gd name="T1" fmla="*/ 284 h 51"/>
                <a:gd name="T2" fmla="*/ 272 w 58"/>
                <a:gd name="T3" fmla="*/ 128 h 51"/>
                <a:gd name="T4" fmla="*/ 420 w 58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1">
                  <a:moveTo>
                    <a:pt x="0" y="29"/>
                  </a:moveTo>
                  <a:cubicBezTo>
                    <a:pt x="7" y="51"/>
                    <a:pt x="26" y="20"/>
                    <a:pt x="35" y="13"/>
                  </a:cubicBezTo>
                  <a:cubicBezTo>
                    <a:pt x="38" y="10"/>
                    <a:pt x="58" y="3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62" name="Freeform 1153">
              <a:extLst>
                <a:ext uri="{FF2B5EF4-FFF2-40B4-BE49-F238E27FC236}">
                  <a16:creationId xmlns:a16="http://schemas.microsoft.com/office/drawing/2014/main" id="{C29178E9-A810-49EE-AE30-E778FA958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136"/>
              <a:ext cx="122" cy="85"/>
            </a:xfrm>
            <a:custGeom>
              <a:avLst/>
              <a:gdLst>
                <a:gd name="T0" fmla="*/ 0 w 61"/>
                <a:gd name="T1" fmla="*/ 325 h 40"/>
                <a:gd name="T2" fmla="*/ 144 w 61"/>
                <a:gd name="T3" fmla="*/ 334 h 40"/>
                <a:gd name="T4" fmla="*/ 312 w 61"/>
                <a:gd name="T5" fmla="*/ 136 h 40"/>
                <a:gd name="T6" fmla="*/ 456 w 6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0">
                  <a:moveTo>
                    <a:pt x="0" y="34"/>
                  </a:moveTo>
                  <a:cubicBezTo>
                    <a:pt x="7" y="40"/>
                    <a:pt x="8" y="39"/>
                    <a:pt x="18" y="35"/>
                  </a:cubicBezTo>
                  <a:cubicBezTo>
                    <a:pt x="27" y="31"/>
                    <a:pt x="32" y="21"/>
                    <a:pt x="39" y="14"/>
                  </a:cubicBezTo>
                  <a:cubicBezTo>
                    <a:pt x="45" y="9"/>
                    <a:pt x="61" y="10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63" name="Freeform 1154">
              <a:extLst>
                <a:ext uri="{FF2B5EF4-FFF2-40B4-BE49-F238E27FC236}">
                  <a16:creationId xmlns:a16="http://schemas.microsoft.com/office/drawing/2014/main" id="{F7B03935-0DFE-408C-928D-E586CF572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121"/>
              <a:ext cx="28" cy="9"/>
            </a:xfrm>
            <a:custGeom>
              <a:avLst/>
              <a:gdLst>
                <a:gd name="T0" fmla="*/ 0 w 14"/>
                <a:gd name="T1" fmla="*/ 36 h 4"/>
                <a:gd name="T2" fmla="*/ 112 w 1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6" y="0"/>
                    <a:pt x="8" y="4"/>
                    <a:pt x="14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64" name="Freeform 1155">
              <a:extLst>
                <a:ext uri="{FF2B5EF4-FFF2-40B4-BE49-F238E27FC236}">
                  <a16:creationId xmlns:a16="http://schemas.microsoft.com/office/drawing/2014/main" id="{330C561A-05B5-415A-AED6-BE9C2F0FE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036"/>
              <a:ext cx="26" cy="7"/>
            </a:xfrm>
            <a:custGeom>
              <a:avLst/>
              <a:gdLst>
                <a:gd name="T0" fmla="*/ 0 w 13"/>
                <a:gd name="T1" fmla="*/ 12 h 3"/>
                <a:gd name="T2" fmla="*/ 104 w 1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5" y="2"/>
                    <a:pt x="8" y="0"/>
                    <a:pt x="13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65" name="Freeform 1156">
              <a:extLst>
                <a:ext uri="{FF2B5EF4-FFF2-40B4-BE49-F238E27FC236}">
                  <a16:creationId xmlns:a16="http://schemas.microsoft.com/office/drawing/2014/main" id="{652A6775-40B6-4617-B0A3-F9D0F3903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968"/>
              <a:ext cx="32" cy="11"/>
            </a:xfrm>
            <a:custGeom>
              <a:avLst/>
              <a:gdLst>
                <a:gd name="T0" fmla="*/ 0 w 16"/>
                <a:gd name="T1" fmla="*/ 9 h 5"/>
                <a:gd name="T2" fmla="*/ 80 w 16"/>
                <a:gd name="T3" fmla="*/ 9 h 5"/>
                <a:gd name="T4" fmla="*/ 128 w 1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">
                  <a:moveTo>
                    <a:pt x="0" y="1"/>
                  </a:moveTo>
                  <a:cubicBezTo>
                    <a:pt x="3" y="1"/>
                    <a:pt x="7" y="0"/>
                    <a:pt x="10" y="1"/>
                  </a:cubicBezTo>
                  <a:cubicBezTo>
                    <a:pt x="12" y="2"/>
                    <a:pt x="13" y="4"/>
                    <a:pt x="16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66" name="Freeform 1157">
              <a:extLst>
                <a:ext uri="{FF2B5EF4-FFF2-40B4-BE49-F238E27FC236}">
                  <a16:creationId xmlns:a16="http://schemas.microsoft.com/office/drawing/2014/main" id="{FDDD72D3-1220-41AF-B4AB-5CF1EEA3A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217"/>
              <a:ext cx="36" cy="13"/>
            </a:xfrm>
            <a:custGeom>
              <a:avLst/>
              <a:gdLst>
                <a:gd name="T0" fmla="*/ 0 w 18"/>
                <a:gd name="T1" fmla="*/ 61 h 6"/>
                <a:gd name="T2" fmla="*/ 144 w 18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4" y="2"/>
                    <a:pt x="12" y="0"/>
                    <a:pt x="18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67" name="Freeform 1158">
              <a:extLst>
                <a:ext uri="{FF2B5EF4-FFF2-40B4-BE49-F238E27FC236}">
                  <a16:creationId xmlns:a16="http://schemas.microsoft.com/office/drawing/2014/main" id="{E7DA6DD3-1E36-4147-B585-921803883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781"/>
              <a:ext cx="10" cy="34"/>
            </a:xfrm>
            <a:custGeom>
              <a:avLst/>
              <a:gdLst>
                <a:gd name="T0" fmla="*/ 40 w 5"/>
                <a:gd name="T1" fmla="*/ 0 h 16"/>
                <a:gd name="T2" fmla="*/ 32 w 5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2" y="3"/>
                    <a:pt x="0" y="12"/>
                    <a:pt x="4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68" name="Freeform 1159">
              <a:extLst>
                <a:ext uri="{FF2B5EF4-FFF2-40B4-BE49-F238E27FC236}">
                  <a16:creationId xmlns:a16="http://schemas.microsoft.com/office/drawing/2014/main" id="{11808C40-49F6-47A3-A892-B202323D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932"/>
              <a:ext cx="24" cy="8"/>
            </a:xfrm>
            <a:custGeom>
              <a:avLst/>
              <a:gdLst>
                <a:gd name="T0" fmla="*/ 0 w 12"/>
                <a:gd name="T1" fmla="*/ 16 h 4"/>
                <a:gd name="T2" fmla="*/ 96 w 1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2"/>
                  </a:moveTo>
                  <a:cubicBezTo>
                    <a:pt x="5" y="0"/>
                    <a:pt x="7" y="0"/>
                    <a:pt x="12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69" name="Freeform 1160">
              <a:extLst>
                <a:ext uri="{FF2B5EF4-FFF2-40B4-BE49-F238E27FC236}">
                  <a16:creationId xmlns:a16="http://schemas.microsoft.com/office/drawing/2014/main" id="{27413EF5-F8C1-4C4B-9371-682B93268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949"/>
              <a:ext cx="96" cy="119"/>
            </a:xfrm>
            <a:custGeom>
              <a:avLst/>
              <a:gdLst>
                <a:gd name="T0" fmla="*/ 320 w 48"/>
                <a:gd name="T1" fmla="*/ 0 h 56"/>
                <a:gd name="T2" fmla="*/ 368 w 48"/>
                <a:gd name="T3" fmla="*/ 104 h 56"/>
                <a:gd name="T4" fmla="*/ 184 w 48"/>
                <a:gd name="T5" fmla="*/ 349 h 56"/>
                <a:gd name="T6" fmla="*/ 112 w 48"/>
                <a:gd name="T7" fmla="*/ 478 h 56"/>
                <a:gd name="T8" fmla="*/ 0 w 48"/>
                <a:gd name="T9" fmla="*/ 47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6">
                  <a:moveTo>
                    <a:pt x="40" y="0"/>
                  </a:moveTo>
                  <a:cubicBezTo>
                    <a:pt x="44" y="5"/>
                    <a:pt x="48" y="3"/>
                    <a:pt x="46" y="11"/>
                  </a:cubicBezTo>
                  <a:cubicBezTo>
                    <a:pt x="44" y="19"/>
                    <a:pt x="29" y="30"/>
                    <a:pt x="23" y="36"/>
                  </a:cubicBezTo>
                  <a:cubicBezTo>
                    <a:pt x="18" y="40"/>
                    <a:pt x="18" y="46"/>
                    <a:pt x="14" y="50"/>
                  </a:cubicBezTo>
                  <a:cubicBezTo>
                    <a:pt x="11" y="56"/>
                    <a:pt x="0" y="50"/>
                    <a:pt x="0" y="5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70" name="Freeform 1161">
              <a:extLst>
                <a:ext uri="{FF2B5EF4-FFF2-40B4-BE49-F238E27FC236}">
                  <a16:creationId xmlns:a16="http://schemas.microsoft.com/office/drawing/2014/main" id="{CCD1E30D-82D3-4FB5-806C-DDCF6000B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857"/>
              <a:ext cx="80" cy="115"/>
            </a:xfrm>
            <a:custGeom>
              <a:avLst/>
              <a:gdLst>
                <a:gd name="T0" fmla="*/ 0 w 40"/>
                <a:gd name="T1" fmla="*/ 522 h 54"/>
                <a:gd name="T2" fmla="*/ 144 w 40"/>
                <a:gd name="T3" fmla="*/ 341 h 54"/>
                <a:gd name="T4" fmla="*/ 296 w 40"/>
                <a:gd name="T5" fmla="*/ 136 h 54"/>
                <a:gd name="T6" fmla="*/ 248 w 40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4">
                  <a:moveTo>
                    <a:pt x="0" y="54"/>
                  </a:moveTo>
                  <a:cubicBezTo>
                    <a:pt x="5" y="48"/>
                    <a:pt x="12" y="42"/>
                    <a:pt x="18" y="35"/>
                  </a:cubicBezTo>
                  <a:cubicBezTo>
                    <a:pt x="23" y="29"/>
                    <a:pt x="33" y="21"/>
                    <a:pt x="37" y="14"/>
                  </a:cubicBezTo>
                  <a:cubicBezTo>
                    <a:pt x="40" y="7"/>
                    <a:pt x="37" y="3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71" name="Freeform 1162">
              <a:extLst>
                <a:ext uri="{FF2B5EF4-FFF2-40B4-BE49-F238E27FC236}">
                  <a16:creationId xmlns:a16="http://schemas.microsoft.com/office/drawing/2014/main" id="{FC005DA3-D3EF-40A8-BCF0-C0086B6BA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764"/>
              <a:ext cx="110" cy="130"/>
            </a:xfrm>
            <a:custGeom>
              <a:avLst/>
              <a:gdLst>
                <a:gd name="T0" fmla="*/ 0 w 55"/>
                <a:gd name="T1" fmla="*/ 541 h 61"/>
                <a:gd name="T2" fmla="*/ 144 w 55"/>
                <a:gd name="T3" fmla="*/ 437 h 61"/>
                <a:gd name="T4" fmla="*/ 360 w 55"/>
                <a:gd name="T5" fmla="*/ 213 h 61"/>
                <a:gd name="T6" fmla="*/ 320 w 55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1">
                  <a:moveTo>
                    <a:pt x="0" y="56"/>
                  </a:moveTo>
                  <a:cubicBezTo>
                    <a:pt x="7" y="61"/>
                    <a:pt x="14" y="49"/>
                    <a:pt x="18" y="45"/>
                  </a:cubicBezTo>
                  <a:cubicBezTo>
                    <a:pt x="26" y="37"/>
                    <a:pt x="37" y="30"/>
                    <a:pt x="45" y="22"/>
                  </a:cubicBezTo>
                  <a:cubicBezTo>
                    <a:pt x="55" y="11"/>
                    <a:pt x="48" y="8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72" name="Freeform 1163">
              <a:extLst>
                <a:ext uri="{FF2B5EF4-FFF2-40B4-BE49-F238E27FC236}">
                  <a16:creationId xmlns:a16="http://schemas.microsoft.com/office/drawing/2014/main" id="{9F44CA05-BB7A-4E68-98AB-AAC507507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666"/>
              <a:ext cx="103" cy="123"/>
            </a:xfrm>
            <a:custGeom>
              <a:avLst/>
              <a:gdLst>
                <a:gd name="T0" fmla="*/ 0 w 52"/>
                <a:gd name="T1" fmla="*/ 554 h 58"/>
                <a:gd name="T2" fmla="*/ 156 w 52"/>
                <a:gd name="T3" fmla="*/ 350 h 58"/>
                <a:gd name="T4" fmla="*/ 364 w 52"/>
                <a:gd name="T5" fmla="*/ 153 h 58"/>
                <a:gd name="T6" fmla="*/ 309 w 52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8">
                  <a:moveTo>
                    <a:pt x="0" y="58"/>
                  </a:moveTo>
                  <a:cubicBezTo>
                    <a:pt x="7" y="53"/>
                    <a:pt x="12" y="42"/>
                    <a:pt x="20" y="37"/>
                  </a:cubicBezTo>
                  <a:cubicBezTo>
                    <a:pt x="27" y="31"/>
                    <a:pt x="42" y="24"/>
                    <a:pt x="47" y="16"/>
                  </a:cubicBezTo>
                  <a:cubicBezTo>
                    <a:pt x="52" y="7"/>
                    <a:pt x="46" y="6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73" name="Freeform 1164">
              <a:extLst>
                <a:ext uri="{FF2B5EF4-FFF2-40B4-BE49-F238E27FC236}">
                  <a16:creationId xmlns:a16="http://schemas.microsoft.com/office/drawing/2014/main" id="{76CA5D03-436D-4E4D-A9C8-696E42393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598"/>
              <a:ext cx="82" cy="89"/>
            </a:xfrm>
            <a:custGeom>
              <a:avLst/>
              <a:gdLst>
                <a:gd name="T0" fmla="*/ 0 w 41"/>
                <a:gd name="T1" fmla="*/ 401 h 42"/>
                <a:gd name="T2" fmla="*/ 136 w 41"/>
                <a:gd name="T3" fmla="*/ 305 h 42"/>
                <a:gd name="T4" fmla="*/ 312 w 41"/>
                <a:gd name="T5" fmla="*/ 161 h 42"/>
                <a:gd name="T6" fmla="*/ 240 w 41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0" y="42"/>
                  </a:moveTo>
                  <a:cubicBezTo>
                    <a:pt x="5" y="40"/>
                    <a:pt x="13" y="36"/>
                    <a:pt x="17" y="32"/>
                  </a:cubicBezTo>
                  <a:cubicBezTo>
                    <a:pt x="23" y="28"/>
                    <a:pt x="37" y="25"/>
                    <a:pt x="39" y="17"/>
                  </a:cubicBezTo>
                  <a:cubicBezTo>
                    <a:pt x="41" y="11"/>
                    <a:pt x="37" y="2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74" name="Freeform 1165">
              <a:extLst>
                <a:ext uri="{FF2B5EF4-FFF2-40B4-BE49-F238E27FC236}">
                  <a16:creationId xmlns:a16="http://schemas.microsoft.com/office/drawing/2014/main" id="{121641D8-8A16-4B4A-84AF-4E325673A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521"/>
              <a:ext cx="98" cy="111"/>
            </a:xfrm>
            <a:custGeom>
              <a:avLst/>
              <a:gdLst>
                <a:gd name="T0" fmla="*/ 0 w 49"/>
                <a:gd name="T1" fmla="*/ 506 h 52"/>
                <a:gd name="T2" fmla="*/ 200 w 49"/>
                <a:gd name="T3" fmla="*/ 350 h 52"/>
                <a:gd name="T4" fmla="*/ 368 w 49"/>
                <a:gd name="T5" fmla="*/ 156 h 52"/>
                <a:gd name="T6" fmla="*/ 312 w 49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2">
                  <a:moveTo>
                    <a:pt x="0" y="52"/>
                  </a:moveTo>
                  <a:cubicBezTo>
                    <a:pt x="9" y="50"/>
                    <a:pt x="18" y="41"/>
                    <a:pt x="25" y="36"/>
                  </a:cubicBezTo>
                  <a:cubicBezTo>
                    <a:pt x="31" y="31"/>
                    <a:pt x="42" y="24"/>
                    <a:pt x="46" y="16"/>
                  </a:cubicBezTo>
                  <a:cubicBezTo>
                    <a:pt x="49" y="10"/>
                    <a:pt x="44" y="6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75" name="Freeform 1166">
              <a:extLst>
                <a:ext uri="{FF2B5EF4-FFF2-40B4-BE49-F238E27FC236}">
                  <a16:creationId xmlns:a16="http://schemas.microsoft.com/office/drawing/2014/main" id="{C47C3310-9764-4370-8E55-573F3CB57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453"/>
              <a:ext cx="102" cy="102"/>
            </a:xfrm>
            <a:custGeom>
              <a:avLst/>
              <a:gdLst>
                <a:gd name="T0" fmla="*/ 0 w 51"/>
                <a:gd name="T1" fmla="*/ 461 h 48"/>
                <a:gd name="T2" fmla="*/ 192 w 51"/>
                <a:gd name="T3" fmla="*/ 334 h 48"/>
                <a:gd name="T4" fmla="*/ 376 w 51"/>
                <a:gd name="T5" fmla="*/ 172 h 48"/>
                <a:gd name="T6" fmla="*/ 344 w 51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8">
                  <a:moveTo>
                    <a:pt x="0" y="48"/>
                  </a:moveTo>
                  <a:cubicBezTo>
                    <a:pt x="8" y="46"/>
                    <a:pt x="16" y="39"/>
                    <a:pt x="24" y="35"/>
                  </a:cubicBezTo>
                  <a:cubicBezTo>
                    <a:pt x="32" y="30"/>
                    <a:pt x="41" y="25"/>
                    <a:pt x="47" y="18"/>
                  </a:cubicBezTo>
                  <a:cubicBezTo>
                    <a:pt x="51" y="13"/>
                    <a:pt x="49" y="3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76" name="Freeform 1167">
              <a:extLst>
                <a:ext uri="{FF2B5EF4-FFF2-40B4-BE49-F238E27FC236}">
                  <a16:creationId xmlns:a16="http://schemas.microsoft.com/office/drawing/2014/main" id="{444C73D6-A119-4D12-8DC2-ADC6BE72C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85"/>
              <a:ext cx="123" cy="106"/>
            </a:xfrm>
            <a:custGeom>
              <a:avLst/>
              <a:gdLst>
                <a:gd name="T0" fmla="*/ 0 w 62"/>
                <a:gd name="T1" fmla="*/ 466 h 50"/>
                <a:gd name="T2" fmla="*/ 173 w 62"/>
                <a:gd name="T3" fmla="*/ 314 h 50"/>
                <a:gd name="T4" fmla="*/ 397 w 62"/>
                <a:gd name="T5" fmla="*/ 180 h 50"/>
                <a:gd name="T6" fmla="*/ 389 w 62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0">
                  <a:moveTo>
                    <a:pt x="0" y="49"/>
                  </a:moveTo>
                  <a:cubicBezTo>
                    <a:pt x="7" y="50"/>
                    <a:pt x="16" y="36"/>
                    <a:pt x="22" y="33"/>
                  </a:cubicBezTo>
                  <a:cubicBezTo>
                    <a:pt x="31" y="29"/>
                    <a:pt x="42" y="24"/>
                    <a:pt x="51" y="19"/>
                  </a:cubicBezTo>
                  <a:cubicBezTo>
                    <a:pt x="62" y="11"/>
                    <a:pt x="55" y="10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77" name="Freeform 1168">
              <a:extLst>
                <a:ext uri="{FF2B5EF4-FFF2-40B4-BE49-F238E27FC236}">
                  <a16:creationId xmlns:a16="http://schemas.microsoft.com/office/drawing/2014/main" id="{2EFDF5F2-B1EF-43E7-9BA6-1A835B0C6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323"/>
              <a:ext cx="116" cy="96"/>
            </a:xfrm>
            <a:custGeom>
              <a:avLst/>
              <a:gdLst>
                <a:gd name="T0" fmla="*/ 0 w 58"/>
                <a:gd name="T1" fmla="*/ 437 h 45"/>
                <a:gd name="T2" fmla="*/ 400 w 58"/>
                <a:gd name="T3" fmla="*/ 186 h 45"/>
                <a:gd name="T4" fmla="*/ 400 w 5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0" y="45"/>
                  </a:moveTo>
                  <a:cubicBezTo>
                    <a:pt x="7" y="40"/>
                    <a:pt x="38" y="32"/>
                    <a:pt x="50" y="19"/>
                  </a:cubicBezTo>
                  <a:cubicBezTo>
                    <a:pt x="57" y="12"/>
                    <a:pt x="58" y="6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78" name="Freeform 1169">
              <a:extLst>
                <a:ext uri="{FF2B5EF4-FFF2-40B4-BE49-F238E27FC236}">
                  <a16:creationId xmlns:a16="http://schemas.microsoft.com/office/drawing/2014/main" id="{23EDACA7-823A-4C8C-BB2E-CCA86EA2C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268"/>
              <a:ext cx="140" cy="98"/>
            </a:xfrm>
            <a:custGeom>
              <a:avLst/>
              <a:gdLst>
                <a:gd name="T0" fmla="*/ 0 w 70"/>
                <a:gd name="T1" fmla="*/ 445 h 46"/>
                <a:gd name="T2" fmla="*/ 192 w 70"/>
                <a:gd name="T3" fmla="*/ 377 h 46"/>
                <a:gd name="T4" fmla="*/ 448 w 70"/>
                <a:gd name="T5" fmla="*/ 232 h 46"/>
                <a:gd name="T6" fmla="*/ 552 w 70"/>
                <a:gd name="T7" fmla="*/ 117 h 46"/>
                <a:gd name="T8" fmla="*/ 504 w 7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6">
                  <a:moveTo>
                    <a:pt x="0" y="46"/>
                  </a:moveTo>
                  <a:cubicBezTo>
                    <a:pt x="6" y="46"/>
                    <a:pt x="17" y="41"/>
                    <a:pt x="24" y="39"/>
                  </a:cubicBezTo>
                  <a:cubicBezTo>
                    <a:pt x="37" y="35"/>
                    <a:pt x="44" y="30"/>
                    <a:pt x="56" y="24"/>
                  </a:cubicBezTo>
                  <a:cubicBezTo>
                    <a:pt x="61" y="21"/>
                    <a:pt x="70" y="19"/>
                    <a:pt x="69" y="12"/>
                  </a:cubicBezTo>
                  <a:cubicBezTo>
                    <a:pt x="68" y="9"/>
                    <a:pt x="63" y="3"/>
                    <a:pt x="6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79" name="Freeform 1170">
              <a:extLst>
                <a:ext uri="{FF2B5EF4-FFF2-40B4-BE49-F238E27FC236}">
                  <a16:creationId xmlns:a16="http://schemas.microsoft.com/office/drawing/2014/main" id="{805510A7-D3BB-4A9D-B319-9F167CC38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243"/>
              <a:ext cx="165" cy="59"/>
            </a:xfrm>
            <a:custGeom>
              <a:avLst/>
              <a:gdLst>
                <a:gd name="T0" fmla="*/ 0 w 83"/>
                <a:gd name="T1" fmla="*/ 261 h 28"/>
                <a:gd name="T2" fmla="*/ 509 w 8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28">
                  <a:moveTo>
                    <a:pt x="0" y="28"/>
                  </a:moveTo>
                  <a:cubicBezTo>
                    <a:pt x="9" y="19"/>
                    <a:pt x="83" y="23"/>
                    <a:pt x="6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80" name="Freeform 1171">
              <a:extLst>
                <a:ext uri="{FF2B5EF4-FFF2-40B4-BE49-F238E27FC236}">
                  <a16:creationId xmlns:a16="http://schemas.microsoft.com/office/drawing/2014/main" id="{73328412-7266-402D-8C1F-CB798D189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521"/>
              <a:ext cx="24" cy="30"/>
            </a:xfrm>
            <a:custGeom>
              <a:avLst/>
              <a:gdLst>
                <a:gd name="T0" fmla="*/ 0 w 12"/>
                <a:gd name="T1" fmla="*/ 137 h 14"/>
                <a:gd name="T2" fmla="*/ 96 w 1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14"/>
                  </a:moveTo>
                  <a:cubicBezTo>
                    <a:pt x="3" y="8"/>
                    <a:pt x="7" y="4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81" name="Freeform 1172">
              <a:extLst>
                <a:ext uri="{FF2B5EF4-FFF2-40B4-BE49-F238E27FC236}">
                  <a16:creationId xmlns:a16="http://schemas.microsoft.com/office/drawing/2014/main" id="{7309F747-BC2A-4C8B-A31C-C447540BF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930"/>
              <a:ext cx="8" cy="28"/>
            </a:xfrm>
            <a:custGeom>
              <a:avLst/>
              <a:gdLst>
                <a:gd name="T0" fmla="*/ 24 w 4"/>
                <a:gd name="T1" fmla="*/ 0 h 13"/>
                <a:gd name="T2" fmla="*/ 32 w 4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0" y="4"/>
                    <a:pt x="0" y="11"/>
                    <a:pt x="4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82" name="Freeform 1173">
              <a:extLst>
                <a:ext uri="{FF2B5EF4-FFF2-40B4-BE49-F238E27FC236}">
                  <a16:creationId xmlns:a16="http://schemas.microsoft.com/office/drawing/2014/main" id="{780B1A10-F489-4125-9981-738AE47C0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843"/>
              <a:ext cx="8" cy="25"/>
            </a:xfrm>
            <a:custGeom>
              <a:avLst/>
              <a:gdLst>
                <a:gd name="T0" fmla="*/ 24 w 4"/>
                <a:gd name="T1" fmla="*/ 0 h 12"/>
                <a:gd name="T2" fmla="*/ 32 w 4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3" y="0"/>
                  </a:moveTo>
                  <a:cubicBezTo>
                    <a:pt x="0" y="3"/>
                    <a:pt x="2" y="9"/>
                    <a:pt x="4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83" name="Freeform 1174">
              <a:extLst>
                <a:ext uri="{FF2B5EF4-FFF2-40B4-BE49-F238E27FC236}">
                  <a16:creationId xmlns:a16="http://schemas.microsoft.com/office/drawing/2014/main" id="{84EFF9F9-6D37-419E-BB04-69ED7F0E7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577"/>
              <a:ext cx="10" cy="42"/>
            </a:xfrm>
            <a:custGeom>
              <a:avLst/>
              <a:gdLst>
                <a:gd name="T0" fmla="*/ 40 w 5"/>
                <a:gd name="T1" fmla="*/ 0 h 20"/>
                <a:gd name="T2" fmla="*/ 24 w 5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0" y="5"/>
                    <a:pt x="1" y="15"/>
                    <a:pt x="3" y="2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84" name="Freeform 1175">
              <a:extLst>
                <a:ext uri="{FF2B5EF4-FFF2-40B4-BE49-F238E27FC236}">
                  <a16:creationId xmlns:a16="http://schemas.microsoft.com/office/drawing/2014/main" id="{9C0F4BE6-E971-49FD-8288-102A6D6FB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506"/>
              <a:ext cx="4" cy="34"/>
            </a:xfrm>
            <a:custGeom>
              <a:avLst/>
              <a:gdLst>
                <a:gd name="T0" fmla="*/ 16 w 2"/>
                <a:gd name="T1" fmla="*/ 0 h 16"/>
                <a:gd name="T2" fmla="*/ 16 w 2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2" y="0"/>
                  </a:moveTo>
                  <a:cubicBezTo>
                    <a:pt x="0" y="4"/>
                    <a:pt x="0" y="11"/>
                    <a:pt x="2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85" name="Freeform 1176">
              <a:extLst>
                <a:ext uri="{FF2B5EF4-FFF2-40B4-BE49-F238E27FC236}">
                  <a16:creationId xmlns:a16="http://schemas.microsoft.com/office/drawing/2014/main" id="{D1967AE3-4376-4B0E-AB08-7E75D6290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436"/>
              <a:ext cx="10" cy="43"/>
            </a:xfrm>
            <a:custGeom>
              <a:avLst/>
              <a:gdLst>
                <a:gd name="T0" fmla="*/ 40 w 5"/>
                <a:gd name="T1" fmla="*/ 0 h 20"/>
                <a:gd name="T2" fmla="*/ 16 w 5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0" y="4"/>
                    <a:pt x="2" y="14"/>
                    <a:pt x="2" y="2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86" name="Freeform 1177">
              <a:extLst>
                <a:ext uri="{FF2B5EF4-FFF2-40B4-BE49-F238E27FC236}">
                  <a16:creationId xmlns:a16="http://schemas.microsoft.com/office/drawing/2014/main" id="{B7D49688-F3F6-4BB0-B880-08DD628BE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317"/>
              <a:ext cx="6" cy="30"/>
            </a:xfrm>
            <a:custGeom>
              <a:avLst/>
              <a:gdLst>
                <a:gd name="T0" fmla="*/ 24 w 3"/>
                <a:gd name="T1" fmla="*/ 0 h 14"/>
                <a:gd name="T2" fmla="*/ 24 w 3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0" y="3"/>
                    <a:pt x="3" y="10"/>
                    <a:pt x="3" y="1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87" name="Freeform 1178">
              <a:extLst>
                <a:ext uri="{FF2B5EF4-FFF2-40B4-BE49-F238E27FC236}">
                  <a16:creationId xmlns:a16="http://schemas.microsoft.com/office/drawing/2014/main" id="{EE15F2B0-35B1-4769-ABAF-F4A7F1D52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260"/>
              <a:ext cx="18" cy="31"/>
            </a:xfrm>
            <a:custGeom>
              <a:avLst/>
              <a:gdLst>
                <a:gd name="T0" fmla="*/ 72 w 9"/>
                <a:gd name="T1" fmla="*/ 0 h 15"/>
                <a:gd name="T2" fmla="*/ 24 w 9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4" y="4"/>
                    <a:pt x="0" y="9"/>
                    <a:pt x="3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88" name="Freeform 1179">
              <a:extLst>
                <a:ext uri="{FF2B5EF4-FFF2-40B4-BE49-F238E27FC236}">
                  <a16:creationId xmlns:a16="http://schemas.microsoft.com/office/drawing/2014/main" id="{1362F789-7DF1-4CCE-87F2-2818825A7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402"/>
              <a:ext cx="44" cy="130"/>
            </a:xfrm>
            <a:custGeom>
              <a:avLst/>
              <a:gdLst>
                <a:gd name="T0" fmla="*/ 0 w 22"/>
                <a:gd name="T1" fmla="*/ 590 h 61"/>
                <a:gd name="T2" fmla="*/ 152 w 22"/>
                <a:gd name="T3" fmla="*/ 173 h 61"/>
                <a:gd name="T4" fmla="*/ 88 w 22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1">
                  <a:moveTo>
                    <a:pt x="0" y="61"/>
                  </a:moveTo>
                  <a:cubicBezTo>
                    <a:pt x="1" y="46"/>
                    <a:pt x="13" y="32"/>
                    <a:pt x="19" y="18"/>
                  </a:cubicBezTo>
                  <a:cubicBezTo>
                    <a:pt x="22" y="8"/>
                    <a:pt x="20" y="4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89" name="Freeform 1180">
              <a:extLst>
                <a:ext uri="{FF2B5EF4-FFF2-40B4-BE49-F238E27FC236}">
                  <a16:creationId xmlns:a16="http://schemas.microsoft.com/office/drawing/2014/main" id="{9FCB117E-4C63-4E3A-92D1-8A3F8D953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298"/>
              <a:ext cx="54" cy="126"/>
            </a:xfrm>
            <a:custGeom>
              <a:avLst/>
              <a:gdLst>
                <a:gd name="T0" fmla="*/ 0 w 27"/>
                <a:gd name="T1" fmla="*/ 574 h 59"/>
                <a:gd name="T2" fmla="*/ 64 w 27"/>
                <a:gd name="T3" fmla="*/ 438 h 59"/>
                <a:gd name="T4" fmla="*/ 184 w 27"/>
                <a:gd name="T5" fmla="*/ 164 h 59"/>
                <a:gd name="T6" fmla="*/ 96 w 2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9">
                  <a:moveTo>
                    <a:pt x="0" y="59"/>
                  </a:moveTo>
                  <a:cubicBezTo>
                    <a:pt x="1" y="54"/>
                    <a:pt x="5" y="49"/>
                    <a:pt x="8" y="45"/>
                  </a:cubicBezTo>
                  <a:cubicBezTo>
                    <a:pt x="13" y="36"/>
                    <a:pt x="18" y="26"/>
                    <a:pt x="23" y="17"/>
                  </a:cubicBezTo>
                  <a:cubicBezTo>
                    <a:pt x="27" y="7"/>
                    <a:pt x="20" y="5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90" name="Freeform 1181">
              <a:extLst>
                <a:ext uri="{FF2B5EF4-FFF2-40B4-BE49-F238E27FC236}">
                  <a16:creationId xmlns:a16="http://schemas.microsoft.com/office/drawing/2014/main" id="{FDFDCC6C-8CDF-4197-9519-FE13E5272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204"/>
              <a:ext cx="68" cy="126"/>
            </a:xfrm>
            <a:custGeom>
              <a:avLst/>
              <a:gdLst>
                <a:gd name="T0" fmla="*/ 0 w 34"/>
                <a:gd name="T1" fmla="*/ 574 h 59"/>
                <a:gd name="T2" fmla="*/ 64 w 34"/>
                <a:gd name="T3" fmla="*/ 429 h 59"/>
                <a:gd name="T4" fmla="*/ 208 w 34"/>
                <a:gd name="T5" fmla="*/ 188 h 59"/>
                <a:gd name="T6" fmla="*/ 152 w 34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9">
                  <a:moveTo>
                    <a:pt x="0" y="59"/>
                  </a:moveTo>
                  <a:cubicBezTo>
                    <a:pt x="0" y="53"/>
                    <a:pt x="5" y="49"/>
                    <a:pt x="8" y="44"/>
                  </a:cubicBezTo>
                  <a:cubicBezTo>
                    <a:pt x="14" y="36"/>
                    <a:pt x="19" y="27"/>
                    <a:pt x="26" y="19"/>
                  </a:cubicBezTo>
                  <a:cubicBezTo>
                    <a:pt x="34" y="9"/>
                    <a:pt x="26" y="7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91" name="Freeform 1182">
              <a:extLst>
                <a:ext uri="{FF2B5EF4-FFF2-40B4-BE49-F238E27FC236}">
                  <a16:creationId xmlns:a16="http://schemas.microsoft.com/office/drawing/2014/main" id="{C3B3B3AD-C72C-440D-9E4B-53AF38070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2126"/>
              <a:ext cx="65" cy="104"/>
            </a:xfrm>
            <a:custGeom>
              <a:avLst/>
              <a:gdLst>
                <a:gd name="T0" fmla="*/ 0 w 33"/>
                <a:gd name="T1" fmla="*/ 469 h 49"/>
                <a:gd name="T2" fmla="*/ 183 w 33"/>
                <a:gd name="T3" fmla="*/ 153 h 49"/>
                <a:gd name="T4" fmla="*/ 136 w 3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9">
                  <a:moveTo>
                    <a:pt x="0" y="49"/>
                  </a:moveTo>
                  <a:cubicBezTo>
                    <a:pt x="7" y="37"/>
                    <a:pt x="15" y="26"/>
                    <a:pt x="24" y="16"/>
                  </a:cubicBezTo>
                  <a:cubicBezTo>
                    <a:pt x="33" y="6"/>
                    <a:pt x="26" y="8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92" name="Freeform 1183">
              <a:extLst>
                <a:ext uri="{FF2B5EF4-FFF2-40B4-BE49-F238E27FC236}">
                  <a16:creationId xmlns:a16="http://schemas.microsoft.com/office/drawing/2014/main" id="{A877ED9E-97EE-493C-AF48-B233B7D2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030"/>
              <a:ext cx="74" cy="119"/>
            </a:xfrm>
            <a:custGeom>
              <a:avLst/>
              <a:gdLst>
                <a:gd name="T0" fmla="*/ 0 w 37"/>
                <a:gd name="T1" fmla="*/ 538 h 56"/>
                <a:gd name="T2" fmla="*/ 88 w 37"/>
                <a:gd name="T3" fmla="*/ 425 h 56"/>
                <a:gd name="T4" fmla="*/ 248 w 37"/>
                <a:gd name="T5" fmla="*/ 213 h 56"/>
                <a:gd name="T6" fmla="*/ 280 w 37"/>
                <a:gd name="T7" fmla="*/ 96 h 56"/>
                <a:gd name="T8" fmla="*/ 184 w 37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6">
                  <a:moveTo>
                    <a:pt x="0" y="56"/>
                  </a:moveTo>
                  <a:cubicBezTo>
                    <a:pt x="4" y="54"/>
                    <a:pt x="8" y="47"/>
                    <a:pt x="11" y="44"/>
                  </a:cubicBezTo>
                  <a:cubicBezTo>
                    <a:pt x="17" y="37"/>
                    <a:pt x="24" y="29"/>
                    <a:pt x="31" y="22"/>
                  </a:cubicBezTo>
                  <a:cubicBezTo>
                    <a:pt x="35" y="18"/>
                    <a:pt x="37" y="15"/>
                    <a:pt x="35" y="10"/>
                  </a:cubicBezTo>
                  <a:cubicBezTo>
                    <a:pt x="33" y="7"/>
                    <a:pt x="27" y="0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93" name="Freeform 1184">
              <a:extLst>
                <a:ext uri="{FF2B5EF4-FFF2-40B4-BE49-F238E27FC236}">
                  <a16:creationId xmlns:a16="http://schemas.microsoft.com/office/drawing/2014/main" id="{0E8B2CBF-57C4-42FC-917C-A7CB33403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949"/>
              <a:ext cx="74" cy="111"/>
            </a:xfrm>
            <a:custGeom>
              <a:avLst/>
              <a:gdLst>
                <a:gd name="T0" fmla="*/ 0 w 37"/>
                <a:gd name="T1" fmla="*/ 506 h 52"/>
                <a:gd name="T2" fmla="*/ 88 w 37"/>
                <a:gd name="T3" fmla="*/ 378 h 52"/>
                <a:gd name="T4" fmla="*/ 256 w 37"/>
                <a:gd name="T5" fmla="*/ 173 h 52"/>
                <a:gd name="T6" fmla="*/ 216 w 37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2">
                  <a:moveTo>
                    <a:pt x="0" y="52"/>
                  </a:moveTo>
                  <a:cubicBezTo>
                    <a:pt x="3" y="47"/>
                    <a:pt x="8" y="43"/>
                    <a:pt x="11" y="39"/>
                  </a:cubicBezTo>
                  <a:cubicBezTo>
                    <a:pt x="17" y="31"/>
                    <a:pt x="26" y="26"/>
                    <a:pt x="32" y="18"/>
                  </a:cubicBezTo>
                  <a:cubicBezTo>
                    <a:pt x="37" y="12"/>
                    <a:pt x="37" y="3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94" name="Freeform 1185">
              <a:extLst>
                <a:ext uri="{FF2B5EF4-FFF2-40B4-BE49-F238E27FC236}">
                  <a16:creationId xmlns:a16="http://schemas.microsoft.com/office/drawing/2014/main" id="{4FFF1941-A2D8-4957-BFB5-C16FA65FD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870"/>
              <a:ext cx="82" cy="105"/>
            </a:xfrm>
            <a:custGeom>
              <a:avLst/>
              <a:gdLst>
                <a:gd name="T0" fmla="*/ 0 w 41"/>
                <a:gd name="T1" fmla="*/ 482 h 49"/>
                <a:gd name="T2" fmla="*/ 280 w 41"/>
                <a:gd name="T3" fmla="*/ 165 h 49"/>
                <a:gd name="T4" fmla="*/ 296 w 41"/>
                <a:gd name="T5" fmla="*/ 51 h 49"/>
                <a:gd name="T6" fmla="*/ 240 w 41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9">
                  <a:moveTo>
                    <a:pt x="0" y="49"/>
                  </a:moveTo>
                  <a:cubicBezTo>
                    <a:pt x="11" y="38"/>
                    <a:pt x="24" y="28"/>
                    <a:pt x="35" y="17"/>
                  </a:cubicBezTo>
                  <a:cubicBezTo>
                    <a:pt x="38" y="13"/>
                    <a:pt x="41" y="10"/>
                    <a:pt x="37" y="5"/>
                  </a:cubicBezTo>
                  <a:cubicBezTo>
                    <a:pt x="35" y="2"/>
                    <a:pt x="32" y="3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95" name="Freeform 1186">
              <a:extLst>
                <a:ext uri="{FF2B5EF4-FFF2-40B4-BE49-F238E27FC236}">
                  <a16:creationId xmlns:a16="http://schemas.microsoft.com/office/drawing/2014/main" id="{3E6CEEC0-6A64-438D-AF6F-5C475199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779"/>
              <a:ext cx="98" cy="117"/>
            </a:xfrm>
            <a:custGeom>
              <a:avLst/>
              <a:gdLst>
                <a:gd name="T0" fmla="*/ 0 w 49"/>
                <a:gd name="T1" fmla="*/ 530 h 55"/>
                <a:gd name="T2" fmla="*/ 320 w 49"/>
                <a:gd name="T3" fmla="*/ 221 h 55"/>
                <a:gd name="T4" fmla="*/ 288 w 4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5">
                  <a:moveTo>
                    <a:pt x="0" y="55"/>
                  </a:moveTo>
                  <a:cubicBezTo>
                    <a:pt x="13" y="44"/>
                    <a:pt x="28" y="35"/>
                    <a:pt x="40" y="23"/>
                  </a:cubicBezTo>
                  <a:cubicBezTo>
                    <a:pt x="49" y="13"/>
                    <a:pt x="44" y="10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96" name="Freeform 1187">
              <a:extLst>
                <a:ext uri="{FF2B5EF4-FFF2-40B4-BE49-F238E27FC236}">
                  <a16:creationId xmlns:a16="http://schemas.microsoft.com/office/drawing/2014/main" id="{135D3EF4-5257-4479-86B4-F3CFEDB5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713"/>
              <a:ext cx="57" cy="93"/>
            </a:xfrm>
            <a:custGeom>
              <a:avLst/>
              <a:gdLst>
                <a:gd name="T0" fmla="*/ 159 w 29"/>
                <a:gd name="T1" fmla="*/ 0 h 44"/>
                <a:gd name="T2" fmla="*/ 143 w 29"/>
                <a:gd name="T3" fmla="*/ 296 h 44"/>
                <a:gd name="T4" fmla="*/ 0 w 29"/>
                <a:gd name="T5" fmla="*/ 4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4">
                  <a:moveTo>
                    <a:pt x="21" y="0"/>
                  </a:moveTo>
                  <a:cubicBezTo>
                    <a:pt x="29" y="9"/>
                    <a:pt x="27" y="25"/>
                    <a:pt x="19" y="31"/>
                  </a:cubicBezTo>
                  <a:cubicBezTo>
                    <a:pt x="15" y="34"/>
                    <a:pt x="1" y="39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97" name="Freeform 1188">
              <a:extLst>
                <a:ext uri="{FF2B5EF4-FFF2-40B4-BE49-F238E27FC236}">
                  <a16:creationId xmlns:a16="http://schemas.microsoft.com/office/drawing/2014/main" id="{B56F2580-CEC8-470E-A163-06AC9E0A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664"/>
              <a:ext cx="92" cy="98"/>
            </a:xfrm>
            <a:custGeom>
              <a:avLst/>
              <a:gdLst>
                <a:gd name="T0" fmla="*/ 0 w 46"/>
                <a:gd name="T1" fmla="*/ 445 h 46"/>
                <a:gd name="T2" fmla="*/ 312 w 46"/>
                <a:gd name="T3" fmla="*/ 173 h 46"/>
                <a:gd name="T4" fmla="*/ 248 w 46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6">
                  <a:moveTo>
                    <a:pt x="0" y="46"/>
                  </a:moveTo>
                  <a:cubicBezTo>
                    <a:pt x="12" y="36"/>
                    <a:pt x="29" y="30"/>
                    <a:pt x="39" y="18"/>
                  </a:cubicBezTo>
                  <a:cubicBezTo>
                    <a:pt x="46" y="9"/>
                    <a:pt x="37" y="7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98" name="Freeform 1189">
              <a:extLst>
                <a:ext uri="{FF2B5EF4-FFF2-40B4-BE49-F238E27FC236}">
                  <a16:creationId xmlns:a16="http://schemas.microsoft.com/office/drawing/2014/main" id="{CD7029CE-52CA-42B1-ABC5-A3710E9F9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591"/>
              <a:ext cx="92" cy="105"/>
            </a:xfrm>
            <a:custGeom>
              <a:avLst/>
              <a:gdLst>
                <a:gd name="T0" fmla="*/ 0 w 46"/>
                <a:gd name="T1" fmla="*/ 482 h 49"/>
                <a:gd name="T2" fmla="*/ 328 w 46"/>
                <a:gd name="T3" fmla="*/ 165 h 49"/>
                <a:gd name="T4" fmla="*/ 280 w 46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9">
                  <a:moveTo>
                    <a:pt x="0" y="49"/>
                  </a:moveTo>
                  <a:cubicBezTo>
                    <a:pt x="13" y="39"/>
                    <a:pt x="32" y="31"/>
                    <a:pt x="41" y="17"/>
                  </a:cubicBezTo>
                  <a:cubicBezTo>
                    <a:pt x="46" y="9"/>
                    <a:pt x="40" y="8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99" name="Freeform 1190">
              <a:extLst>
                <a:ext uri="{FF2B5EF4-FFF2-40B4-BE49-F238E27FC236}">
                  <a16:creationId xmlns:a16="http://schemas.microsoft.com/office/drawing/2014/main" id="{5FF475FF-84F0-40CA-AB43-68D08A186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526"/>
              <a:ext cx="84" cy="91"/>
            </a:xfrm>
            <a:custGeom>
              <a:avLst/>
              <a:gdLst>
                <a:gd name="T0" fmla="*/ 0 w 42"/>
                <a:gd name="T1" fmla="*/ 408 h 43"/>
                <a:gd name="T2" fmla="*/ 168 w 42"/>
                <a:gd name="T3" fmla="*/ 296 h 43"/>
                <a:gd name="T4" fmla="*/ 312 w 42"/>
                <a:gd name="T5" fmla="*/ 169 h 43"/>
                <a:gd name="T6" fmla="*/ 264 w 42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3">
                  <a:moveTo>
                    <a:pt x="0" y="43"/>
                  </a:moveTo>
                  <a:cubicBezTo>
                    <a:pt x="7" y="41"/>
                    <a:pt x="15" y="34"/>
                    <a:pt x="21" y="31"/>
                  </a:cubicBezTo>
                  <a:cubicBezTo>
                    <a:pt x="26" y="27"/>
                    <a:pt x="36" y="24"/>
                    <a:pt x="39" y="18"/>
                  </a:cubicBezTo>
                  <a:cubicBezTo>
                    <a:pt x="42" y="12"/>
                    <a:pt x="37" y="5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00" name="Freeform 1191">
              <a:extLst>
                <a:ext uri="{FF2B5EF4-FFF2-40B4-BE49-F238E27FC236}">
                  <a16:creationId xmlns:a16="http://schemas.microsoft.com/office/drawing/2014/main" id="{7A65DA4B-3389-4231-8947-0F9E99AB6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455"/>
              <a:ext cx="108" cy="107"/>
            </a:xfrm>
            <a:custGeom>
              <a:avLst/>
              <a:gdLst>
                <a:gd name="T0" fmla="*/ 0 w 54"/>
                <a:gd name="T1" fmla="*/ 490 h 50"/>
                <a:gd name="T2" fmla="*/ 144 w 54"/>
                <a:gd name="T3" fmla="*/ 381 h 50"/>
                <a:gd name="T4" fmla="*/ 368 w 54"/>
                <a:gd name="T5" fmla="*/ 216 h 50"/>
                <a:gd name="T6" fmla="*/ 328 w 5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0">
                  <a:moveTo>
                    <a:pt x="0" y="50"/>
                  </a:moveTo>
                  <a:cubicBezTo>
                    <a:pt x="6" y="47"/>
                    <a:pt x="12" y="43"/>
                    <a:pt x="18" y="39"/>
                  </a:cubicBezTo>
                  <a:cubicBezTo>
                    <a:pt x="27" y="33"/>
                    <a:pt x="37" y="29"/>
                    <a:pt x="46" y="22"/>
                  </a:cubicBezTo>
                  <a:cubicBezTo>
                    <a:pt x="54" y="15"/>
                    <a:pt x="44" y="8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01" name="Freeform 1192">
              <a:extLst>
                <a:ext uri="{FF2B5EF4-FFF2-40B4-BE49-F238E27FC236}">
                  <a16:creationId xmlns:a16="http://schemas.microsoft.com/office/drawing/2014/main" id="{818989AF-177C-4684-9818-A2114724E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04"/>
              <a:ext cx="91" cy="90"/>
            </a:xfrm>
            <a:custGeom>
              <a:avLst/>
              <a:gdLst>
                <a:gd name="T0" fmla="*/ 0 w 46"/>
                <a:gd name="T1" fmla="*/ 414 h 42"/>
                <a:gd name="T2" fmla="*/ 164 w 46"/>
                <a:gd name="T3" fmla="*/ 326 h 42"/>
                <a:gd name="T4" fmla="*/ 332 w 46"/>
                <a:gd name="T5" fmla="*/ 206 h 42"/>
                <a:gd name="T6" fmla="*/ 293 w 46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2">
                  <a:moveTo>
                    <a:pt x="0" y="42"/>
                  </a:moveTo>
                  <a:cubicBezTo>
                    <a:pt x="8" y="40"/>
                    <a:pt x="14" y="36"/>
                    <a:pt x="21" y="33"/>
                  </a:cubicBezTo>
                  <a:cubicBezTo>
                    <a:pt x="26" y="30"/>
                    <a:pt x="40" y="27"/>
                    <a:pt x="43" y="21"/>
                  </a:cubicBezTo>
                  <a:cubicBezTo>
                    <a:pt x="46" y="15"/>
                    <a:pt x="41" y="5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02" name="Freeform 1193">
              <a:extLst>
                <a:ext uri="{FF2B5EF4-FFF2-40B4-BE49-F238E27FC236}">
                  <a16:creationId xmlns:a16="http://schemas.microsoft.com/office/drawing/2014/main" id="{A2F9514E-8074-4826-8131-A1C470CF7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1357"/>
              <a:ext cx="104" cy="96"/>
            </a:xfrm>
            <a:custGeom>
              <a:avLst/>
              <a:gdLst>
                <a:gd name="T0" fmla="*/ 0 w 52"/>
                <a:gd name="T1" fmla="*/ 437 h 45"/>
                <a:gd name="T2" fmla="*/ 312 w 52"/>
                <a:gd name="T3" fmla="*/ 241 h 45"/>
                <a:gd name="T4" fmla="*/ 416 w 52"/>
                <a:gd name="T5" fmla="*/ 145 h 45"/>
                <a:gd name="T6" fmla="*/ 384 w 52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5">
                  <a:moveTo>
                    <a:pt x="0" y="45"/>
                  </a:moveTo>
                  <a:cubicBezTo>
                    <a:pt x="14" y="41"/>
                    <a:pt x="27" y="33"/>
                    <a:pt x="39" y="25"/>
                  </a:cubicBezTo>
                  <a:cubicBezTo>
                    <a:pt x="43" y="23"/>
                    <a:pt x="52" y="20"/>
                    <a:pt x="52" y="15"/>
                  </a:cubicBezTo>
                  <a:cubicBezTo>
                    <a:pt x="52" y="12"/>
                    <a:pt x="48" y="4"/>
                    <a:pt x="4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03" name="Freeform 1194">
              <a:extLst>
                <a:ext uri="{FF2B5EF4-FFF2-40B4-BE49-F238E27FC236}">
                  <a16:creationId xmlns:a16="http://schemas.microsoft.com/office/drawing/2014/main" id="{8BE8B376-E57E-4C70-A228-7D1732D37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317"/>
              <a:ext cx="94" cy="85"/>
            </a:xfrm>
            <a:custGeom>
              <a:avLst/>
              <a:gdLst>
                <a:gd name="T0" fmla="*/ 0 w 47"/>
                <a:gd name="T1" fmla="*/ 385 h 40"/>
                <a:gd name="T2" fmla="*/ 344 w 47"/>
                <a:gd name="T3" fmla="*/ 204 h 40"/>
                <a:gd name="T4" fmla="*/ 304 w 47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0">
                  <a:moveTo>
                    <a:pt x="0" y="40"/>
                  </a:moveTo>
                  <a:cubicBezTo>
                    <a:pt x="13" y="38"/>
                    <a:pt x="34" y="31"/>
                    <a:pt x="43" y="21"/>
                  </a:cubicBezTo>
                  <a:cubicBezTo>
                    <a:pt x="47" y="15"/>
                    <a:pt x="44" y="6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04" name="Freeform 1195">
              <a:extLst>
                <a:ext uri="{FF2B5EF4-FFF2-40B4-BE49-F238E27FC236}">
                  <a16:creationId xmlns:a16="http://schemas.microsoft.com/office/drawing/2014/main" id="{9FCEA145-AC1D-4721-B2FF-BB06FC613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287"/>
              <a:ext cx="118" cy="77"/>
            </a:xfrm>
            <a:custGeom>
              <a:avLst/>
              <a:gdLst>
                <a:gd name="T0" fmla="*/ 0 w 59"/>
                <a:gd name="T1" fmla="*/ 353 h 36"/>
                <a:gd name="T2" fmla="*/ 376 w 59"/>
                <a:gd name="T3" fmla="*/ 197 h 36"/>
                <a:gd name="T4" fmla="*/ 472 w 59"/>
                <a:gd name="T5" fmla="*/ 128 h 36"/>
                <a:gd name="T6" fmla="*/ 440 w 5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6">
                  <a:moveTo>
                    <a:pt x="0" y="36"/>
                  </a:moveTo>
                  <a:cubicBezTo>
                    <a:pt x="16" y="32"/>
                    <a:pt x="32" y="26"/>
                    <a:pt x="47" y="20"/>
                  </a:cubicBezTo>
                  <a:cubicBezTo>
                    <a:pt x="49" y="19"/>
                    <a:pt x="58" y="16"/>
                    <a:pt x="59" y="13"/>
                  </a:cubicBezTo>
                  <a:cubicBezTo>
                    <a:pt x="59" y="10"/>
                    <a:pt x="56" y="2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05" name="Freeform 1196">
              <a:extLst>
                <a:ext uri="{FF2B5EF4-FFF2-40B4-BE49-F238E27FC236}">
                  <a16:creationId xmlns:a16="http://schemas.microsoft.com/office/drawing/2014/main" id="{BB7DB9AC-D4FB-4918-AA7A-0B622BA3B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253"/>
              <a:ext cx="125" cy="70"/>
            </a:xfrm>
            <a:custGeom>
              <a:avLst/>
              <a:gdLst>
                <a:gd name="T0" fmla="*/ 0 w 63"/>
                <a:gd name="T1" fmla="*/ 297 h 33"/>
                <a:gd name="T2" fmla="*/ 212 w 63"/>
                <a:gd name="T3" fmla="*/ 257 h 33"/>
                <a:gd name="T4" fmla="*/ 421 w 63"/>
                <a:gd name="T5" fmla="*/ 161 h 33"/>
                <a:gd name="T6" fmla="*/ 405 w 63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3">
                  <a:moveTo>
                    <a:pt x="0" y="31"/>
                  </a:moveTo>
                  <a:cubicBezTo>
                    <a:pt x="7" y="33"/>
                    <a:pt x="19" y="28"/>
                    <a:pt x="27" y="27"/>
                  </a:cubicBezTo>
                  <a:cubicBezTo>
                    <a:pt x="36" y="25"/>
                    <a:pt x="45" y="22"/>
                    <a:pt x="54" y="17"/>
                  </a:cubicBezTo>
                  <a:cubicBezTo>
                    <a:pt x="63" y="12"/>
                    <a:pt x="57" y="8"/>
                    <a:pt x="5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06" name="Freeform 1197">
              <a:extLst>
                <a:ext uri="{FF2B5EF4-FFF2-40B4-BE49-F238E27FC236}">
                  <a16:creationId xmlns:a16="http://schemas.microsoft.com/office/drawing/2014/main" id="{F66C766C-6AA0-47C4-9071-B82A8BDDD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243"/>
              <a:ext cx="98" cy="40"/>
            </a:xfrm>
            <a:custGeom>
              <a:avLst/>
              <a:gdLst>
                <a:gd name="T0" fmla="*/ 0 w 49"/>
                <a:gd name="T1" fmla="*/ 177 h 19"/>
                <a:gd name="T2" fmla="*/ 392 w 4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9">
                  <a:moveTo>
                    <a:pt x="0" y="19"/>
                  </a:moveTo>
                  <a:cubicBezTo>
                    <a:pt x="15" y="12"/>
                    <a:pt x="36" y="10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07" name="Freeform 1198">
              <a:extLst>
                <a:ext uri="{FF2B5EF4-FFF2-40B4-BE49-F238E27FC236}">
                  <a16:creationId xmlns:a16="http://schemas.microsoft.com/office/drawing/2014/main" id="{61ABDCD7-690A-457C-87AB-18DEC061F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283"/>
              <a:ext cx="14" cy="32"/>
            </a:xfrm>
            <a:custGeom>
              <a:avLst/>
              <a:gdLst>
                <a:gd name="T0" fmla="*/ 56 w 7"/>
                <a:gd name="T1" fmla="*/ 0 h 15"/>
                <a:gd name="T2" fmla="*/ 32 w 7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4" y="2"/>
                    <a:pt x="0" y="12"/>
                    <a:pt x="4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08" name="Freeform 1199">
              <a:extLst>
                <a:ext uri="{FF2B5EF4-FFF2-40B4-BE49-F238E27FC236}">
                  <a16:creationId xmlns:a16="http://schemas.microsoft.com/office/drawing/2014/main" id="{37A61A5D-E2BC-4182-ABF4-C8FE07B8E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300"/>
              <a:ext cx="8" cy="47"/>
            </a:xfrm>
            <a:custGeom>
              <a:avLst/>
              <a:gdLst>
                <a:gd name="T0" fmla="*/ 32 w 4"/>
                <a:gd name="T1" fmla="*/ 0 h 22"/>
                <a:gd name="T2" fmla="*/ 16 w 4"/>
                <a:gd name="T3" fmla="*/ 21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0" y="3"/>
                    <a:pt x="1" y="16"/>
                    <a:pt x="2" y="2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09" name="Freeform 1200">
              <a:extLst>
                <a:ext uri="{FF2B5EF4-FFF2-40B4-BE49-F238E27FC236}">
                  <a16:creationId xmlns:a16="http://schemas.microsoft.com/office/drawing/2014/main" id="{BEDD5100-C4F4-4099-9FBE-EEDE067A8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349"/>
              <a:ext cx="16" cy="36"/>
            </a:xfrm>
            <a:custGeom>
              <a:avLst/>
              <a:gdLst>
                <a:gd name="T0" fmla="*/ 64 w 8"/>
                <a:gd name="T1" fmla="*/ 0 h 17"/>
                <a:gd name="T2" fmla="*/ 24 w 8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5" y="3"/>
                    <a:pt x="0" y="13"/>
                    <a:pt x="3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10" name="Freeform 1201">
              <a:extLst>
                <a:ext uri="{FF2B5EF4-FFF2-40B4-BE49-F238E27FC236}">
                  <a16:creationId xmlns:a16="http://schemas.microsoft.com/office/drawing/2014/main" id="{43318EF6-07CD-4056-9A36-2745A706C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402"/>
              <a:ext cx="14" cy="32"/>
            </a:xfrm>
            <a:custGeom>
              <a:avLst/>
              <a:gdLst>
                <a:gd name="T0" fmla="*/ 16 w 7"/>
                <a:gd name="T1" fmla="*/ 145 h 15"/>
                <a:gd name="T2" fmla="*/ 56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2" y="15"/>
                  </a:moveTo>
                  <a:cubicBezTo>
                    <a:pt x="0" y="10"/>
                    <a:pt x="2" y="3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11" name="Freeform 1202">
              <a:extLst>
                <a:ext uri="{FF2B5EF4-FFF2-40B4-BE49-F238E27FC236}">
                  <a16:creationId xmlns:a16="http://schemas.microsoft.com/office/drawing/2014/main" id="{4C67B388-6A8D-4236-97B3-4A433BC77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479"/>
              <a:ext cx="35" cy="6"/>
            </a:xfrm>
            <a:custGeom>
              <a:avLst/>
              <a:gdLst>
                <a:gd name="T0" fmla="*/ 0 w 18"/>
                <a:gd name="T1" fmla="*/ 0 h 3"/>
                <a:gd name="T2" fmla="*/ 88 w 18"/>
                <a:gd name="T3" fmla="*/ 24 h 3"/>
                <a:gd name="T4" fmla="*/ 132 w 1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cubicBezTo>
                    <a:pt x="3" y="2"/>
                    <a:pt x="8" y="3"/>
                    <a:pt x="12" y="3"/>
                  </a:cubicBezTo>
                  <a:cubicBezTo>
                    <a:pt x="14" y="3"/>
                    <a:pt x="16" y="1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12" name="Freeform 1203">
              <a:extLst>
                <a:ext uri="{FF2B5EF4-FFF2-40B4-BE49-F238E27FC236}">
                  <a16:creationId xmlns:a16="http://schemas.microsoft.com/office/drawing/2014/main" id="{78FDE8ED-C4BE-432C-89FF-486E1C818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17"/>
              <a:ext cx="10" cy="34"/>
            </a:xfrm>
            <a:custGeom>
              <a:avLst/>
              <a:gdLst>
                <a:gd name="T0" fmla="*/ 40 w 5"/>
                <a:gd name="T1" fmla="*/ 0 h 16"/>
                <a:gd name="T2" fmla="*/ 24 w 5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2" y="6"/>
                    <a:pt x="0" y="10"/>
                    <a:pt x="3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13" name="Freeform 1204">
              <a:extLst>
                <a:ext uri="{FF2B5EF4-FFF2-40B4-BE49-F238E27FC236}">
                  <a16:creationId xmlns:a16="http://schemas.microsoft.com/office/drawing/2014/main" id="{E64FB5EA-F639-4B7A-8923-0EB651852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574"/>
              <a:ext cx="8" cy="30"/>
            </a:xfrm>
            <a:custGeom>
              <a:avLst/>
              <a:gdLst>
                <a:gd name="T0" fmla="*/ 16 w 4"/>
                <a:gd name="T1" fmla="*/ 137 h 14"/>
                <a:gd name="T2" fmla="*/ 32 w 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2" y="14"/>
                  </a:moveTo>
                  <a:cubicBezTo>
                    <a:pt x="0" y="9"/>
                    <a:pt x="0" y="3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14" name="Freeform 1205">
              <a:extLst>
                <a:ext uri="{FF2B5EF4-FFF2-40B4-BE49-F238E27FC236}">
                  <a16:creationId xmlns:a16="http://schemas.microsoft.com/office/drawing/2014/main" id="{2420E280-F803-4203-BF6C-3009B916A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674"/>
              <a:ext cx="32" cy="7"/>
            </a:xfrm>
            <a:custGeom>
              <a:avLst/>
              <a:gdLst>
                <a:gd name="T0" fmla="*/ 0 w 16"/>
                <a:gd name="T1" fmla="*/ 0 h 3"/>
                <a:gd name="T2" fmla="*/ 128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4" y="3"/>
                    <a:pt x="12" y="3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15" name="Freeform 1206">
              <a:extLst>
                <a:ext uri="{FF2B5EF4-FFF2-40B4-BE49-F238E27FC236}">
                  <a16:creationId xmlns:a16="http://schemas.microsoft.com/office/drawing/2014/main" id="{E92FEC95-08DE-4F98-8A9E-17058EFE4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738"/>
              <a:ext cx="30" cy="9"/>
            </a:xfrm>
            <a:custGeom>
              <a:avLst/>
              <a:gdLst>
                <a:gd name="T0" fmla="*/ 0 w 15"/>
                <a:gd name="T1" fmla="*/ 0 h 4"/>
                <a:gd name="T2" fmla="*/ 64 w 15"/>
                <a:gd name="T3" fmla="*/ 45 h 4"/>
                <a:gd name="T4" fmla="*/ 120 w 1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3" y="1"/>
                    <a:pt x="5" y="4"/>
                    <a:pt x="8" y="4"/>
                  </a:cubicBezTo>
                  <a:cubicBezTo>
                    <a:pt x="10" y="4"/>
                    <a:pt x="13" y="2"/>
                    <a:pt x="15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16" name="Freeform 1207">
              <a:extLst>
                <a:ext uri="{FF2B5EF4-FFF2-40B4-BE49-F238E27FC236}">
                  <a16:creationId xmlns:a16="http://schemas.microsoft.com/office/drawing/2014/main" id="{268949F6-A4F2-4ED4-894E-23B6C2A94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753"/>
              <a:ext cx="10" cy="45"/>
            </a:xfrm>
            <a:custGeom>
              <a:avLst/>
              <a:gdLst>
                <a:gd name="T0" fmla="*/ 16 w 5"/>
                <a:gd name="T1" fmla="*/ 206 h 21"/>
                <a:gd name="T2" fmla="*/ 16 w 5"/>
                <a:gd name="T3" fmla="*/ 109 h 21"/>
                <a:gd name="T4" fmla="*/ 40 w 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1">
                  <a:moveTo>
                    <a:pt x="2" y="21"/>
                  </a:moveTo>
                  <a:cubicBezTo>
                    <a:pt x="3" y="18"/>
                    <a:pt x="0" y="15"/>
                    <a:pt x="2" y="11"/>
                  </a:cubicBezTo>
                  <a:cubicBezTo>
                    <a:pt x="3" y="9"/>
                    <a:pt x="3" y="2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17" name="Freeform 1208">
              <a:extLst>
                <a:ext uri="{FF2B5EF4-FFF2-40B4-BE49-F238E27FC236}">
                  <a16:creationId xmlns:a16="http://schemas.microsoft.com/office/drawing/2014/main" id="{99DED004-74C3-499D-834F-8FE14E0CB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875"/>
              <a:ext cx="24" cy="6"/>
            </a:xfrm>
            <a:custGeom>
              <a:avLst/>
              <a:gdLst>
                <a:gd name="T0" fmla="*/ 0 w 12"/>
                <a:gd name="T1" fmla="*/ 8 h 3"/>
                <a:gd name="T2" fmla="*/ 96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1"/>
                  </a:moveTo>
                  <a:cubicBezTo>
                    <a:pt x="1" y="3"/>
                    <a:pt x="11" y="2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18" name="Freeform 1209">
              <a:extLst>
                <a:ext uri="{FF2B5EF4-FFF2-40B4-BE49-F238E27FC236}">
                  <a16:creationId xmlns:a16="http://schemas.microsoft.com/office/drawing/2014/main" id="{D89D4885-DA9D-4CE7-B763-44771E221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932"/>
              <a:ext cx="10" cy="28"/>
            </a:xfrm>
            <a:custGeom>
              <a:avLst/>
              <a:gdLst>
                <a:gd name="T0" fmla="*/ 40 w 5"/>
                <a:gd name="T1" fmla="*/ 129 h 13"/>
                <a:gd name="T2" fmla="*/ 32 w 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13"/>
                  </a:moveTo>
                  <a:cubicBezTo>
                    <a:pt x="5" y="10"/>
                    <a:pt x="0" y="3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19" name="Freeform 1210">
              <a:extLst>
                <a:ext uri="{FF2B5EF4-FFF2-40B4-BE49-F238E27FC236}">
                  <a16:creationId xmlns:a16="http://schemas.microsoft.com/office/drawing/2014/main" id="{297CBDC0-ED9C-4C9A-BEE6-4DCFBF7F6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036"/>
              <a:ext cx="26" cy="9"/>
            </a:xfrm>
            <a:custGeom>
              <a:avLst/>
              <a:gdLst>
                <a:gd name="T0" fmla="*/ 0 w 13"/>
                <a:gd name="T1" fmla="*/ 0 h 4"/>
                <a:gd name="T2" fmla="*/ 104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4" y="0"/>
                    <a:pt x="9" y="4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20" name="Freeform 1211">
              <a:extLst>
                <a:ext uri="{FF2B5EF4-FFF2-40B4-BE49-F238E27FC236}">
                  <a16:creationId xmlns:a16="http://schemas.microsoft.com/office/drawing/2014/main" id="{071E0B59-8152-4471-BBC4-ECD5B863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202"/>
              <a:ext cx="30" cy="11"/>
            </a:xfrm>
            <a:custGeom>
              <a:avLst/>
              <a:gdLst>
                <a:gd name="T0" fmla="*/ 0 w 15"/>
                <a:gd name="T1" fmla="*/ 53 h 5"/>
                <a:gd name="T2" fmla="*/ 120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6" y="4"/>
                    <a:pt x="10" y="5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21" name="Freeform 1212">
              <a:extLst>
                <a:ext uri="{FF2B5EF4-FFF2-40B4-BE49-F238E27FC236}">
                  <a16:creationId xmlns:a16="http://schemas.microsoft.com/office/drawing/2014/main" id="{89B2EBFF-4109-4FA5-9900-3AE251520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2281"/>
              <a:ext cx="8" cy="23"/>
            </a:xfrm>
            <a:custGeom>
              <a:avLst/>
              <a:gdLst>
                <a:gd name="T0" fmla="*/ 32 w 4"/>
                <a:gd name="T1" fmla="*/ 100 h 11"/>
                <a:gd name="T2" fmla="*/ 16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11"/>
                  </a:moveTo>
                  <a:cubicBezTo>
                    <a:pt x="1" y="9"/>
                    <a:pt x="0" y="4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22" name="Freeform 1213">
              <a:extLst>
                <a:ext uri="{FF2B5EF4-FFF2-40B4-BE49-F238E27FC236}">
                  <a16:creationId xmlns:a16="http://schemas.microsoft.com/office/drawing/2014/main" id="{6E0F5510-F063-4732-8314-40D83E6E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400"/>
              <a:ext cx="26" cy="7"/>
            </a:xfrm>
            <a:custGeom>
              <a:avLst/>
              <a:gdLst>
                <a:gd name="T0" fmla="*/ 0 w 13"/>
                <a:gd name="T1" fmla="*/ 28 h 3"/>
                <a:gd name="T2" fmla="*/ 104 w 1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4" y="3"/>
                    <a:pt x="10" y="3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23" name="Freeform 1214">
              <a:extLst>
                <a:ext uri="{FF2B5EF4-FFF2-40B4-BE49-F238E27FC236}">
                  <a16:creationId xmlns:a16="http://schemas.microsoft.com/office/drawing/2014/main" id="{5964C728-2B8E-49F0-BF9A-2822BCAAA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502"/>
              <a:ext cx="46" cy="173"/>
            </a:xfrm>
            <a:custGeom>
              <a:avLst/>
              <a:gdLst>
                <a:gd name="T0" fmla="*/ 0 w 23"/>
                <a:gd name="T1" fmla="*/ 788 h 81"/>
                <a:gd name="T2" fmla="*/ 24 w 23"/>
                <a:gd name="T3" fmla="*/ 694 h 81"/>
                <a:gd name="T4" fmla="*/ 80 w 23"/>
                <a:gd name="T5" fmla="*/ 498 h 81"/>
                <a:gd name="T6" fmla="*/ 168 w 23"/>
                <a:gd name="T7" fmla="*/ 205 h 81"/>
                <a:gd name="T8" fmla="*/ 56 w 23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1">
                  <a:moveTo>
                    <a:pt x="0" y="81"/>
                  </a:moveTo>
                  <a:cubicBezTo>
                    <a:pt x="0" y="78"/>
                    <a:pt x="2" y="74"/>
                    <a:pt x="3" y="71"/>
                  </a:cubicBezTo>
                  <a:cubicBezTo>
                    <a:pt x="5" y="65"/>
                    <a:pt x="8" y="58"/>
                    <a:pt x="10" y="51"/>
                  </a:cubicBezTo>
                  <a:cubicBezTo>
                    <a:pt x="13" y="41"/>
                    <a:pt x="18" y="31"/>
                    <a:pt x="21" y="21"/>
                  </a:cubicBezTo>
                  <a:cubicBezTo>
                    <a:pt x="23" y="10"/>
                    <a:pt x="14" y="5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24" name="Freeform 1215">
              <a:extLst>
                <a:ext uri="{FF2B5EF4-FFF2-40B4-BE49-F238E27FC236}">
                  <a16:creationId xmlns:a16="http://schemas.microsoft.com/office/drawing/2014/main" id="{6306CE81-6553-4306-B5CB-409E89239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2402"/>
              <a:ext cx="48" cy="132"/>
            </a:xfrm>
            <a:custGeom>
              <a:avLst/>
              <a:gdLst>
                <a:gd name="T0" fmla="*/ 0 w 24"/>
                <a:gd name="T1" fmla="*/ 598 h 62"/>
                <a:gd name="T2" fmla="*/ 96 w 24"/>
                <a:gd name="T3" fmla="*/ 385 h 62"/>
                <a:gd name="T4" fmla="*/ 184 w 24"/>
                <a:gd name="T5" fmla="*/ 172 h 62"/>
                <a:gd name="T6" fmla="*/ 48 w 24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2">
                  <a:moveTo>
                    <a:pt x="0" y="62"/>
                  </a:moveTo>
                  <a:cubicBezTo>
                    <a:pt x="3" y="54"/>
                    <a:pt x="8" y="47"/>
                    <a:pt x="12" y="40"/>
                  </a:cubicBezTo>
                  <a:cubicBezTo>
                    <a:pt x="15" y="33"/>
                    <a:pt x="22" y="25"/>
                    <a:pt x="23" y="18"/>
                  </a:cubicBezTo>
                  <a:cubicBezTo>
                    <a:pt x="24" y="9"/>
                    <a:pt x="12" y="4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25" name="Freeform 1216">
              <a:extLst>
                <a:ext uri="{FF2B5EF4-FFF2-40B4-BE49-F238E27FC236}">
                  <a16:creationId xmlns:a16="http://schemas.microsoft.com/office/drawing/2014/main" id="{AE9DF771-5A9A-4FB7-8546-838A79F10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319"/>
              <a:ext cx="44" cy="115"/>
            </a:xfrm>
            <a:custGeom>
              <a:avLst/>
              <a:gdLst>
                <a:gd name="T0" fmla="*/ 0 w 22"/>
                <a:gd name="T1" fmla="*/ 503 h 54"/>
                <a:gd name="T2" fmla="*/ 0 w 22"/>
                <a:gd name="T3" fmla="*/ 522 h 54"/>
                <a:gd name="T4" fmla="*/ 88 w 22"/>
                <a:gd name="T5" fmla="*/ 326 h 54"/>
                <a:gd name="T6" fmla="*/ 176 w 22"/>
                <a:gd name="T7" fmla="*/ 145 h 54"/>
                <a:gd name="T8" fmla="*/ 40 w 2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4">
                  <a:moveTo>
                    <a:pt x="0" y="52"/>
                  </a:moveTo>
                  <a:cubicBezTo>
                    <a:pt x="0" y="53"/>
                    <a:pt x="0" y="54"/>
                    <a:pt x="0" y="54"/>
                  </a:cubicBezTo>
                  <a:cubicBezTo>
                    <a:pt x="1" y="47"/>
                    <a:pt x="7" y="40"/>
                    <a:pt x="11" y="34"/>
                  </a:cubicBezTo>
                  <a:cubicBezTo>
                    <a:pt x="14" y="29"/>
                    <a:pt x="22" y="22"/>
                    <a:pt x="22" y="15"/>
                  </a:cubicBezTo>
                  <a:cubicBezTo>
                    <a:pt x="22" y="7"/>
                    <a:pt x="11" y="4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26" name="Freeform 1217">
              <a:extLst>
                <a:ext uri="{FF2B5EF4-FFF2-40B4-BE49-F238E27FC236}">
                  <a16:creationId xmlns:a16="http://schemas.microsoft.com/office/drawing/2014/main" id="{BDA251C0-88F8-4F76-9AB1-E3AEB6356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2260"/>
              <a:ext cx="32" cy="83"/>
            </a:xfrm>
            <a:custGeom>
              <a:avLst/>
              <a:gdLst>
                <a:gd name="T0" fmla="*/ 0 w 16"/>
                <a:gd name="T1" fmla="*/ 377 h 39"/>
                <a:gd name="T2" fmla="*/ 56 w 16"/>
                <a:gd name="T3" fmla="*/ 258 h 39"/>
                <a:gd name="T4" fmla="*/ 128 w 16"/>
                <a:gd name="T5" fmla="*/ 117 h 39"/>
                <a:gd name="T6" fmla="*/ 40 w 16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9">
                  <a:moveTo>
                    <a:pt x="0" y="39"/>
                  </a:moveTo>
                  <a:cubicBezTo>
                    <a:pt x="2" y="35"/>
                    <a:pt x="5" y="31"/>
                    <a:pt x="7" y="27"/>
                  </a:cubicBezTo>
                  <a:cubicBezTo>
                    <a:pt x="10" y="23"/>
                    <a:pt x="16" y="17"/>
                    <a:pt x="16" y="12"/>
                  </a:cubicBezTo>
                  <a:cubicBezTo>
                    <a:pt x="16" y="5"/>
                    <a:pt x="8" y="4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27" name="Freeform 1218">
              <a:extLst>
                <a:ext uri="{FF2B5EF4-FFF2-40B4-BE49-F238E27FC236}">
                  <a16:creationId xmlns:a16="http://schemas.microsoft.com/office/drawing/2014/main" id="{58FEA63C-8A27-46D7-804D-867E63FC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185"/>
              <a:ext cx="39" cy="94"/>
            </a:xfrm>
            <a:custGeom>
              <a:avLst/>
              <a:gdLst>
                <a:gd name="T0" fmla="*/ 0 w 20"/>
                <a:gd name="T1" fmla="*/ 429 h 44"/>
                <a:gd name="T2" fmla="*/ 76 w 20"/>
                <a:gd name="T3" fmla="*/ 293 h 44"/>
                <a:gd name="T4" fmla="*/ 148 w 20"/>
                <a:gd name="T5" fmla="*/ 120 h 44"/>
                <a:gd name="T6" fmla="*/ 125 w 20"/>
                <a:gd name="T7" fmla="*/ 41 h 44"/>
                <a:gd name="T8" fmla="*/ 88 w 20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4">
                  <a:moveTo>
                    <a:pt x="0" y="44"/>
                  </a:moveTo>
                  <a:cubicBezTo>
                    <a:pt x="4" y="40"/>
                    <a:pt x="7" y="35"/>
                    <a:pt x="10" y="30"/>
                  </a:cubicBezTo>
                  <a:cubicBezTo>
                    <a:pt x="14" y="26"/>
                    <a:pt x="19" y="19"/>
                    <a:pt x="20" y="12"/>
                  </a:cubicBezTo>
                  <a:cubicBezTo>
                    <a:pt x="20" y="9"/>
                    <a:pt x="19" y="7"/>
                    <a:pt x="17" y="4"/>
                  </a:cubicBezTo>
                  <a:cubicBezTo>
                    <a:pt x="16" y="3"/>
                    <a:pt x="11" y="1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28" name="Freeform 1219">
              <a:extLst>
                <a:ext uri="{FF2B5EF4-FFF2-40B4-BE49-F238E27FC236}">
                  <a16:creationId xmlns:a16="http://schemas.microsoft.com/office/drawing/2014/main" id="{392E635A-AA3A-404D-AB60-A171B9B55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2115"/>
              <a:ext cx="56" cy="100"/>
            </a:xfrm>
            <a:custGeom>
              <a:avLst/>
              <a:gdLst>
                <a:gd name="T0" fmla="*/ 0 w 28"/>
                <a:gd name="T1" fmla="*/ 453 h 47"/>
                <a:gd name="T2" fmla="*/ 88 w 28"/>
                <a:gd name="T3" fmla="*/ 326 h 47"/>
                <a:gd name="T4" fmla="*/ 208 w 28"/>
                <a:gd name="T5" fmla="*/ 128 h 47"/>
                <a:gd name="T6" fmla="*/ 160 w 28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7">
                  <a:moveTo>
                    <a:pt x="0" y="47"/>
                  </a:moveTo>
                  <a:cubicBezTo>
                    <a:pt x="4" y="42"/>
                    <a:pt x="7" y="38"/>
                    <a:pt x="11" y="34"/>
                  </a:cubicBezTo>
                  <a:cubicBezTo>
                    <a:pt x="16" y="28"/>
                    <a:pt x="23" y="21"/>
                    <a:pt x="26" y="13"/>
                  </a:cubicBezTo>
                  <a:cubicBezTo>
                    <a:pt x="28" y="8"/>
                    <a:pt x="24" y="4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29" name="Freeform 1220">
              <a:extLst>
                <a:ext uri="{FF2B5EF4-FFF2-40B4-BE49-F238E27FC236}">
                  <a16:creationId xmlns:a16="http://schemas.microsoft.com/office/drawing/2014/main" id="{D161BC0D-2384-4DB1-BBC5-4F4683AE0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028"/>
              <a:ext cx="80" cy="121"/>
            </a:xfrm>
            <a:custGeom>
              <a:avLst/>
              <a:gdLst>
                <a:gd name="T0" fmla="*/ 0 w 40"/>
                <a:gd name="T1" fmla="*/ 546 h 57"/>
                <a:gd name="T2" fmla="*/ 288 w 40"/>
                <a:gd name="T3" fmla="*/ 153 h 57"/>
                <a:gd name="T4" fmla="*/ 280 w 40"/>
                <a:gd name="T5" fmla="*/ 59 h 57"/>
                <a:gd name="T6" fmla="*/ 224 w 40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7">
                  <a:moveTo>
                    <a:pt x="0" y="57"/>
                  </a:moveTo>
                  <a:cubicBezTo>
                    <a:pt x="10" y="43"/>
                    <a:pt x="29" y="32"/>
                    <a:pt x="36" y="16"/>
                  </a:cubicBezTo>
                  <a:cubicBezTo>
                    <a:pt x="38" y="11"/>
                    <a:pt x="40" y="12"/>
                    <a:pt x="35" y="6"/>
                  </a:cubicBezTo>
                  <a:cubicBezTo>
                    <a:pt x="33" y="4"/>
                    <a:pt x="30" y="2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30" name="Freeform 1221">
              <a:extLst>
                <a:ext uri="{FF2B5EF4-FFF2-40B4-BE49-F238E27FC236}">
                  <a16:creationId xmlns:a16="http://schemas.microsoft.com/office/drawing/2014/main" id="{B0B71485-2CEF-4103-A86D-6B273C79E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934"/>
              <a:ext cx="86" cy="117"/>
            </a:xfrm>
            <a:custGeom>
              <a:avLst/>
              <a:gdLst>
                <a:gd name="T0" fmla="*/ 0 w 43"/>
                <a:gd name="T1" fmla="*/ 530 h 55"/>
                <a:gd name="T2" fmla="*/ 320 w 43"/>
                <a:gd name="T3" fmla="*/ 153 h 55"/>
                <a:gd name="T4" fmla="*/ 240 w 43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5">
                  <a:moveTo>
                    <a:pt x="0" y="55"/>
                  </a:moveTo>
                  <a:cubicBezTo>
                    <a:pt x="10" y="42"/>
                    <a:pt x="34" y="33"/>
                    <a:pt x="40" y="16"/>
                  </a:cubicBezTo>
                  <a:cubicBezTo>
                    <a:pt x="43" y="7"/>
                    <a:pt x="34" y="6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31" name="Freeform 1222">
              <a:extLst>
                <a:ext uri="{FF2B5EF4-FFF2-40B4-BE49-F238E27FC236}">
                  <a16:creationId xmlns:a16="http://schemas.microsoft.com/office/drawing/2014/main" id="{1BA037FA-2BCA-4365-812F-B6C00862A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866"/>
              <a:ext cx="70" cy="100"/>
            </a:xfrm>
            <a:custGeom>
              <a:avLst/>
              <a:gdLst>
                <a:gd name="T0" fmla="*/ 0 w 35"/>
                <a:gd name="T1" fmla="*/ 453 h 47"/>
                <a:gd name="T2" fmla="*/ 256 w 35"/>
                <a:gd name="T3" fmla="*/ 136 h 47"/>
                <a:gd name="T4" fmla="*/ 192 w 3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7">
                  <a:moveTo>
                    <a:pt x="0" y="47"/>
                  </a:moveTo>
                  <a:cubicBezTo>
                    <a:pt x="9" y="37"/>
                    <a:pt x="27" y="27"/>
                    <a:pt x="32" y="14"/>
                  </a:cubicBezTo>
                  <a:cubicBezTo>
                    <a:pt x="35" y="8"/>
                    <a:pt x="30" y="4"/>
                    <a:pt x="2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32" name="Freeform 1223">
              <a:extLst>
                <a:ext uri="{FF2B5EF4-FFF2-40B4-BE49-F238E27FC236}">
                  <a16:creationId xmlns:a16="http://schemas.microsoft.com/office/drawing/2014/main" id="{83BF2D48-FE19-4F9C-AB90-6EA40A6AB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787"/>
              <a:ext cx="87" cy="111"/>
            </a:xfrm>
            <a:custGeom>
              <a:avLst/>
              <a:gdLst>
                <a:gd name="T0" fmla="*/ 0 w 44"/>
                <a:gd name="T1" fmla="*/ 506 h 52"/>
                <a:gd name="T2" fmla="*/ 308 w 44"/>
                <a:gd name="T3" fmla="*/ 173 h 52"/>
                <a:gd name="T4" fmla="*/ 247 w 44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2">
                  <a:moveTo>
                    <a:pt x="0" y="52"/>
                  </a:moveTo>
                  <a:cubicBezTo>
                    <a:pt x="13" y="41"/>
                    <a:pt x="32" y="35"/>
                    <a:pt x="40" y="18"/>
                  </a:cubicBezTo>
                  <a:cubicBezTo>
                    <a:pt x="44" y="9"/>
                    <a:pt x="36" y="8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33" name="Freeform 1224">
              <a:extLst>
                <a:ext uri="{FF2B5EF4-FFF2-40B4-BE49-F238E27FC236}">
                  <a16:creationId xmlns:a16="http://schemas.microsoft.com/office/drawing/2014/main" id="{777736D1-3414-4C49-93D4-8FB0197CC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734"/>
              <a:ext cx="76" cy="85"/>
            </a:xfrm>
            <a:custGeom>
              <a:avLst/>
              <a:gdLst>
                <a:gd name="T0" fmla="*/ 0 w 38"/>
                <a:gd name="T1" fmla="*/ 385 h 40"/>
                <a:gd name="T2" fmla="*/ 232 w 38"/>
                <a:gd name="T3" fmla="*/ 164 h 40"/>
                <a:gd name="T4" fmla="*/ 224 w 3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0" y="40"/>
                  </a:moveTo>
                  <a:cubicBezTo>
                    <a:pt x="10" y="33"/>
                    <a:pt x="20" y="26"/>
                    <a:pt x="29" y="17"/>
                  </a:cubicBezTo>
                  <a:cubicBezTo>
                    <a:pt x="38" y="8"/>
                    <a:pt x="34" y="9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34" name="Freeform 1225">
              <a:extLst>
                <a:ext uri="{FF2B5EF4-FFF2-40B4-BE49-F238E27FC236}">
                  <a16:creationId xmlns:a16="http://schemas.microsoft.com/office/drawing/2014/main" id="{89011510-C34F-47F8-9C9B-77FE7A93F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666"/>
              <a:ext cx="94" cy="94"/>
            </a:xfrm>
            <a:custGeom>
              <a:avLst/>
              <a:gdLst>
                <a:gd name="T0" fmla="*/ 0 w 47"/>
                <a:gd name="T1" fmla="*/ 429 h 44"/>
                <a:gd name="T2" fmla="*/ 144 w 47"/>
                <a:gd name="T3" fmla="*/ 293 h 44"/>
                <a:gd name="T4" fmla="*/ 320 w 47"/>
                <a:gd name="T5" fmla="*/ 156 h 44"/>
                <a:gd name="T6" fmla="*/ 272 w 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4">
                  <a:moveTo>
                    <a:pt x="0" y="44"/>
                  </a:moveTo>
                  <a:cubicBezTo>
                    <a:pt x="6" y="40"/>
                    <a:pt x="12" y="34"/>
                    <a:pt x="18" y="30"/>
                  </a:cubicBezTo>
                  <a:cubicBezTo>
                    <a:pt x="24" y="25"/>
                    <a:pt x="35" y="22"/>
                    <a:pt x="40" y="16"/>
                  </a:cubicBezTo>
                  <a:cubicBezTo>
                    <a:pt x="47" y="8"/>
                    <a:pt x="37" y="6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35" name="Freeform 1226">
              <a:extLst>
                <a:ext uri="{FF2B5EF4-FFF2-40B4-BE49-F238E27FC236}">
                  <a16:creationId xmlns:a16="http://schemas.microsoft.com/office/drawing/2014/main" id="{B1D861EA-8210-484A-A0D6-3F24C6A6A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602"/>
              <a:ext cx="78" cy="90"/>
            </a:xfrm>
            <a:custGeom>
              <a:avLst/>
              <a:gdLst>
                <a:gd name="T0" fmla="*/ 0 w 39"/>
                <a:gd name="T1" fmla="*/ 414 h 42"/>
                <a:gd name="T2" fmla="*/ 272 w 39"/>
                <a:gd name="T3" fmla="*/ 180 h 42"/>
                <a:gd name="T4" fmla="*/ 208 w 39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2">
                  <a:moveTo>
                    <a:pt x="0" y="42"/>
                  </a:moveTo>
                  <a:cubicBezTo>
                    <a:pt x="11" y="35"/>
                    <a:pt x="25" y="27"/>
                    <a:pt x="34" y="18"/>
                  </a:cubicBezTo>
                  <a:cubicBezTo>
                    <a:pt x="39" y="11"/>
                    <a:pt x="33" y="6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36" name="Freeform 1227">
              <a:extLst>
                <a:ext uri="{FF2B5EF4-FFF2-40B4-BE49-F238E27FC236}">
                  <a16:creationId xmlns:a16="http://schemas.microsoft.com/office/drawing/2014/main" id="{3A1E3DA8-01FA-443C-AEFF-51A13B22E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545"/>
              <a:ext cx="88" cy="85"/>
            </a:xfrm>
            <a:custGeom>
              <a:avLst/>
              <a:gdLst>
                <a:gd name="T0" fmla="*/ 0 w 44"/>
                <a:gd name="T1" fmla="*/ 385 h 40"/>
                <a:gd name="T2" fmla="*/ 120 w 44"/>
                <a:gd name="T3" fmla="*/ 317 h 40"/>
                <a:gd name="T4" fmla="*/ 328 w 44"/>
                <a:gd name="T5" fmla="*/ 193 h 40"/>
                <a:gd name="T6" fmla="*/ 264 w 44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0">
                  <a:moveTo>
                    <a:pt x="0" y="40"/>
                  </a:moveTo>
                  <a:cubicBezTo>
                    <a:pt x="6" y="39"/>
                    <a:pt x="11" y="35"/>
                    <a:pt x="15" y="33"/>
                  </a:cubicBezTo>
                  <a:cubicBezTo>
                    <a:pt x="21" y="30"/>
                    <a:pt x="38" y="26"/>
                    <a:pt x="41" y="20"/>
                  </a:cubicBezTo>
                  <a:cubicBezTo>
                    <a:pt x="44" y="15"/>
                    <a:pt x="36" y="6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37" name="Freeform 1228">
              <a:extLst>
                <a:ext uri="{FF2B5EF4-FFF2-40B4-BE49-F238E27FC236}">
                  <a16:creationId xmlns:a16="http://schemas.microsoft.com/office/drawing/2014/main" id="{19C0C651-9A4B-4CA6-A432-5B1198C0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491"/>
              <a:ext cx="85" cy="92"/>
            </a:xfrm>
            <a:custGeom>
              <a:avLst/>
              <a:gdLst>
                <a:gd name="T0" fmla="*/ 0 w 43"/>
                <a:gd name="T1" fmla="*/ 421 h 43"/>
                <a:gd name="T2" fmla="*/ 277 w 43"/>
                <a:gd name="T3" fmla="*/ 178 h 43"/>
                <a:gd name="T4" fmla="*/ 253 w 43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3">
                  <a:moveTo>
                    <a:pt x="0" y="43"/>
                  </a:moveTo>
                  <a:cubicBezTo>
                    <a:pt x="9" y="30"/>
                    <a:pt x="26" y="28"/>
                    <a:pt x="36" y="18"/>
                  </a:cubicBezTo>
                  <a:cubicBezTo>
                    <a:pt x="43" y="11"/>
                    <a:pt x="38" y="6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38" name="Freeform 1229">
              <a:extLst>
                <a:ext uri="{FF2B5EF4-FFF2-40B4-BE49-F238E27FC236}">
                  <a16:creationId xmlns:a16="http://schemas.microsoft.com/office/drawing/2014/main" id="{75B4F7C9-5C45-4AF1-AE09-68EA3D85E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1447"/>
              <a:ext cx="106" cy="83"/>
            </a:xfrm>
            <a:custGeom>
              <a:avLst/>
              <a:gdLst>
                <a:gd name="T0" fmla="*/ 0 w 53"/>
                <a:gd name="T1" fmla="*/ 377 h 39"/>
                <a:gd name="T2" fmla="*/ 320 w 53"/>
                <a:gd name="T3" fmla="*/ 221 h 39"/>
                <a:gd name="T4" fmla="*/ 368 w 5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9">
                  <a:moveTo>
                    <a:pt x="0" y="39"/>
                  </a:moveTo>
                  <a:cubicBezTo>
                    <a:pt x="13" y="33"/>
                    <a:pt x="27" y="30"/>
                    <a:pt x="40" y="23"/>
                  </a:cubicBezTo>
                  <a:cubicBezTo>
                    <a:pt x="53" y="15"/>
                    <a:pt x="53" y="13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39" name="Freeform 1230">
              <a:extLst>
                <a:ext uri="{FF2B5EF4-FFF2-40B4-BE49-F238E27FC236}">
                  <a16:creationId xmlns:a16="http://schemas.microsoft.com/office/drawing/2014/main" id="{72BF0743-EED4-4402-908C-68AA68D19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398"/>
              <a:ext cx="108" cy="87"/>
            </a:xfrm>
            <a:custGeom>
              <a:avLst/>
              <a:gdLst>
                <a:gd name="T0" fmla="*/ 0 w 54"/>
                <a:gd name="T1" fmla="*/ 393 h 41"/>
                <a:gd name="T2" fmla="*/ 176 w 54"/>
                <a:gd name="T3" fmla="*/ 316 h 41"/>
                <a:gd name="T4" fmla="*/ 352 w 54"/>
                <a:gd name="T5" fmla="*/ 221 h 41"/>
                <a:gd name="T6" fmla="*/ 336 w 54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1">
                  <a:moveTo>
                    <a:pt x="0" y="41"/>
                  </a:moveTo>
                  <a:cubicBezTo>
                    <a:pt x="8" y="40"/>
                    <a:pt x="15" y="36"/>
                    <a:pt x="22" y="33"/>
                  </a:cubicBezTo>
                  <a:cubicBezTo>
                    <a:pt x="29" y="30"/>
                    <a:pt x="38" y="28"/>
                    <a:pt x="44" y="23"/>
                  </a:cubicBezTo>
                  <a:cubicBezTo>
                    <a:pt x="54" y="15"/>
                    <a:pt x="49" y="8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40" name="Freeform 1231">
              <a:extLst>
                <a:ext uri="{FF2B5EF4-FFF2-40B4-BE49-F238E27FC236}">
                  <a16:creationId xmlns:a16="http://schemas.microsoft.com/office/drawing/2014/main" id="{2C2DEB28-BDFB-4C0D-9EA9-A6ED5AAFA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355"/>
              <a:ext cx="82" cy="79"/>
            </a:xfrm>
            <a:custGeom>
              <a:avLst/>
              <a:gdLst>
                <a:gd name="T0" fmla="*/ 0 w 41"/>
                <a:gd name="T1" fmla="*/ 361 h 37"/>
                <a:gd name="T2" fmla="*/ 312 w 41"/>
                <a:gd name="T3" fmla="*/ 196 h 37"/>
                <a:gd name="T4" fmla="*/ 256 w 4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7">
                  <a:moveTo>
                    <a:pt x="0" y="37"/>
                  </a:moveTo>
                  <a:cubicBezTo>
                    <a:pt x="10" y="36"/>
                    <a:pt x="35" y="31"/>
                    <a:pt x="39" y="20"/>
                  </a:cubicBezTo>
                  <a:cubicBezTo>
                    <a:pt x="41" y="13"/>
                    <a:pt x="34" y="7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41" name="Freeform 1232">
              <a:extLst>
                <a:ext uri="{FF2B5EF4-FFF2-40B4-BE49-F238E27FC236}">
                  <a16:creationId xmlns:a16="http://schemas.microsoft.com/office/drawing/2014/main" id="{7B473BA9-1934-4A7B-9AD8-E2EF78B1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330"/>
              <a:ext cx="80" cy="70"/>
            </a:xfrm>
            <a:custGeom>
              <a:avLst/>
              <a:gdLst>
                <a:gd name="T0" fmla="*/ 0 w 40"/>
                <a:gd name="T1" fmla="*/ 314 h 33"/>
                <a:gd name="T2" fmla="*/ 320 w 40"/>
                <a:gd name="T3" fmla="*/ 161 h 33"/>
                <a:gd name="T4" fmla="*/ 240 w 4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3">
                  <a:moveTo>
                    <a:pt x="0" y="33"/>
                  </a:moveTo>
                  <a:cubicBezTo>
                    <a:pt x="8" y="32"/>
                    <a:pt x="38" y="27"/>
                    <a:pt x="40" y="17"/>
                  </a:cubicBezTo>
                  <a:cubicBezTo>
                    <a:pt x="40" y="14"/>
                    <a:pt x="32" y="4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42" name="Freeform 1233">
              <a:extLst>
                <a:ext uri="{FF2B5EF4-FFF2-40B4-BE49-F238E27FC236}">
                  <a16:creationId xmlns:a16="http://schemas.microsoft.com/office/drawing/2014/main" id="{A2B4D36A-29D8-4538-9815-015231C34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306"/>
              <a:ext cx="97" cy="62"/>
            </a:xfrm>
            <a:custGeom>
              <a:avLst/>
              <a:gdLst>
                <a:gd name="T0" fmla="*/ 0 w 49"/>
                <a:gd name="T1" fmla="*/ 284 h 29"/>
                <a:gd name="T2" fmla="*/ 188 w 49"/>
                <a:gd name="T3" fmla="*/ 214 h 29"/>
                <a:gd name="T4" fmla="*/ 340 w 49"/>
                <a:gd name="T5" fmla="*/ 137 h 29"/>
                <a:gd name="T6" fmla="*/ 325 w 49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9">
                  <a:moveTo>
                    <a:pt x="0" y="29"/>
                  </a:moveTo>
                  <a:cubicBezTo>
                    <a:pt x="8" y="28"/>
                    <a:pt x="17" y="25"/>
                    <a:pt x="24" y="22"/>
                  </a:cubicBezTo>
                  <a:cubicBezTo>
                    <a:pt x="29" y="20"/>
                    <a:pt x="41" y="18"/>
                    <a:pt x="44" y="14"/>
                  </a:cubicBezTo>
                  <a:cubicBezTo>
                    <a:pt x="49" y="9"/>
                    <a:pt x="47" y="5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43" name="Freeform 1234">
              <a:extLst>
                <a:ext uri="{FF2B5EF4-FFF2-40B4-BE49-F238E27FC236}">
                  <a16:creationId xmlns:a16="http://schemas.microsoft.com/office/drawing/2014/main" id="{0EB9C61E-F9BB-4F35-8329-CC2A62920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262"/>
              <a:ext cx="126" cy="72"/>
            </a:xfrm>
            <a:custGeom>
              <a:avLst/>
              <a:gdLst>
                <a:gd name="T0" fmla="*/ 0 w 63"/>
                <a:gd name="T1" fmla="*/ 322 h 34"/>
                <a:gd name="T2" fmla="*/ 232 w 63"/>
                <a:gd name="T3" fmla="*/ 265 h 34"/>
                <a:gd name="T4" fmla="*/ 416 w 63"/>
                <a:gd name="T5" fmla="*/ 212 h 34"/>
                <a:gd name="T6" fmla="*/ 400 w 6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4">
                  <a:moveTo>
                    <a:pt x="0" y="34"/>
                  </a:moveTo>
                  <a:cubicBezTo>
                    <a:pt x="10" y="32"/>
                    <a:pt x="19" y="30"/>
                    <a:pt x="29" y="28"/>
                  </a:cubicBezTo>
                  <a:cubicBezTo>
                    <a:pt x="35" y="26"/>
                    <a:pt x="47" y="26"/>
                    <a:pt x="52" y="22"/>
                  </a:cubicBezTo>
                  <a:cubicBezTo>
                    <a:pt x="63" y="15"/>
                    <a:pt x="49" y="2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44" name="Freeform 1235">
              <a:extLst>
                <a:ext uri="{FF2B5EF4-FFF2-40B4-BE49-F238E27FC236}">
                  <a16:creationId xmlns:a16="http://schemas.microsoft.com/office/drawing/2014/main" id="{FE817D12-D696-4AAD-9CC1-743CABFE5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245"/>
              <a:ext cx="110" cy="55"/>
            </a:xfrm>
            <a:custGeom>
              <a:avLst/>
              <a:gdLst>
                <a:gd name="T0" fmla="*/ 0 w 55"/>
                <a:gd name="T1" fmla="*/ 245 h 26"/>
                <a:gd name="T2" fmla="*/ 368 w 5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6">
                  <a:moveTo>
                    <a:pt x="0" y="26"/>
                  </a:moveTo>
                  <a:cubicBezTo>
                    <a:pt x="10" y="23"/>
                    <a:pt x="55" y="22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45" name="Freeform 1236">
              <a:extLst>
                <a:ext uri="{FF2B5EF4-FFF2-40B4-BE49-F238E27FC236}">
                  <a16:creationId xmlns:a16="http://schemas.microsoft.com/office/drawing/2014/main" id="{009D8294-C59E-4D80-8051-C37867876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245"/>
              <a:ext cx="107" cy="42"/>
            </a:xfrm>
            <a:custGeom>
              <a:avLst/>
              <a:gdLst>
                <a:gd name="T0" fmla="*/ 0 w 54"/>
                <a:gd name="T1" fmla="*/ 84 h 20"/>
                <a:gd name="T2" fmla="*/ 420 w 5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0">
                  <a:moveTo>
                    <a:pt x="0" y="9"/>
                  </a:moveTo>
                  <a:cubicBezTo>
                    <a:pt x="5" y="20"/>
                    <a:pt x="45" y="6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46" name="Freeform 1237">
              <a:extLst>
                <a:ext uri="{FF2B5EF4-FFF2-40B4-BE49-F238E27FC236}">
                  <a16:creationId xmlns:a16="http://schemas.microsoft.com/office/drawing/2014/main" id="{28F2F3B2-E502-47B9-8AF0-70356BEFB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628"/>
              <a:ext cx="52" cy="176"/>
            </a:xfrm>
            <a:custGeom>
              <a:avLst/>
              <a:gdLst>
                <a:gd name="T0" fmla="*/ 0 w 26"/>
                <a:gd name="T1" fmla="*/ 791 h 83"/>
                <a:gd name="T2" fmla="*/ 168 w 26"/>
                <a:gd name="T3" fmla="*/ 257 h 83"/>
                <a:gd name="T4" fmla="*/ 192 w 26"/>
                <a:gd name="T5" fmla="*/ 95 h 83"/>
                <a:gd name="T6" fmla="*/ 72 w 26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83">
                  <a:moveTo>
                    <a:pt x="0" y="83"/>
                  </a:moveTo>
                  <a:cubicBezTo>
                    <a:pt x="7" y="64"/>
                    <a:pt x="15" y="46"/>
                    <a:pt x="21" y="27"/>
                  </a:cubicBezTo>
                  <a:cubicBezTo>
                    <a:pt x="22" y="22"/>
                    <a:pt x="26" y="15"/>
                    <a:pt x="24" y="10"/>
                  </a:cubicBezTo>
                  <a:cubicBezTo>
                    <a:pt x="22" y="5"/>
                    <a:pt x="13" y="2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47" name="Freeform 1238">
              <a:extLst>
                <a:ext uri="{FF2B5EF4-FFF2-40B4-BE49-F238E27FC236}">
                  <a16:creationId xmlns:a16="http://schemas.microsoft.com/office/drawing/2014/main" id="{70A5DC3F-5D22-4260-82B4-15A80C8B5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513"/>
              <a:ext cx="40" cy="140"/>
            </a:xfrm>
            <a:custGeom>
              <a:avLst/>
              <a:gdLst>
                <a:gd name="T0" fmla="*/ 0 w 20"/>
                <a:gd name="T1" fmla="*/ 630 h 66"/>
                <a:gd name="T2" fmla="*/ 152 w 20"/>
                <a:gd name="T3" fmla="*/ 202 h 66"/>
                <a:gd name="T4" fmla="*/ 120 w 20"/>
                <a:gd name="T5" fmla="*/ 85 h 66"/>
                <a:gd name="T6" fmla="*/ 16 w 20"/>
                <a:gd name="T7" fmla="*/ 8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6">
                  <a:moveTo>
                    <a:pt x="0" y="66"/>
                  </a:moveTo>
                  <a:cubicBezTo>
                    <a:pt x="7" y="52"/>
                    <a:pt x="18" y="38"/>
                    <a:pt x="19" y="21"/>
                  </a:cubicBezTo>
                  <a:cubicBezTo>
                    <a:pt x="20" y="15"/>
                    <a:pt x="19" y="12"/>
                    <a:pt x="15" y="9"/>
                  </a:cubicBezTo>
                  <a:cubicBezTo>
                    <a:pt x="13" y="6"/>
                    <a:pt x="5" y="0"/>
                    <a:pt x="2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48" name="Freeform 1239">
              <a:extLst>
                <a:ext uri="{FF2B5EF4-FFF2-40B4-BE49-F238E27FC236}">
                  <a16:creationId xmlns:a16="http://schemas.microsoft.com/office/drawing/2014/main" id="{14F8AF96-FA1F-4340-8B4E-82050DA68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419"/>
              <a:ext cx="50" cy="134"/>
            </a:xfrm>
            <a:custGeom>
              <a:avLst/>
              <a:gdLst>
                <a:gd name="T0" fmla="*/ 0 w 25"/>
                <a:gd name="T1" fmla="*/ 606 h 63"/>
                <a:gd name="T2" fmla="*/ 104 w 25"/>
                <a:gd name="T3" fmla="*/ 413 h 63"/>
                <a:gd name="T4" fmla="*/ 192 w 25"/>
                <a:gd name="T5" fmla="*/ 172 h 63"/>
                <a:gd name="T6" fmla="*/ 32 w 25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3">
                  <a:moveTo>
                    <a:pt x="0" y="63"/>
                  </a:moveTo>
                  <a:cubicBezTo>
                    <a:pt x="5" y="57"/>
                    <a:pt x="9" y="50"/>
                    <a:pt x="13" y="43"/>
                  </a:cubicBezTo>
                  <a:cubicBezTo>
                    <a:pt x="17" y="36"/>
                    <a:pt x="25" y="26"/>
                    <a:pt x="24" y="18"/>
                  </a:cubicBezTo>
                  <a:cubicBezTo>
                    <a:pt x="23" y="9"/>
                    <a:pt x="12" y="3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49" name="Freeform 1240">
              <a:extLst>
                <a:ext uri="{FF2B5EF4-FFF2-40B4-BE49-F238E27FC236}">
                  <a16:creationId xmlns:a16="http://schemas.microsoft.com/office/drawing/2014/main" id="{4D12575A-BD6D-4575-B1E8-2CA49D33C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319"/>
              <a:ext cx="51" cy="130"/>
            </a:xfrm>
            <a:custGeom>
              <a:avLst/>
              <a:gdLst>
                <a:gd name="T0" fmla="*/ 8 w 26"/>
                <a:gd name="T1" fmla="*/ 590 h 61"/>
                <a:gd name="T2" fmla="*/ 69 w 26"/>
                <a:gd name="T3" fmla="*/ 437 h 61"/>
                <a:gd name="T4" fmla="*/ 157 w 26"/>
                <a:gd name="T5" fmla="*/ 232 h 61"/>
                <a:gd name="T6" fmla="*/ 128 w 26"/>
                <a:gd name="T7" fmla="*/ 68 h 61"/>
                <a:gd name="T8" fmla="*/ 47 w 26"/>
                <a:gd name="T9" fmla="*/ 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1">
                  <a:moveTo>
                    <a:pt x="1" y="61"/>
                  </a:moveTo>
                  <a:cubicBezTo>
                    <a:pt x="0" y="57"/>
                    <a:pt x="7" y="49"/>
                    <a:pt x="9" y="45"/>
                  </a:cubicBezTo>
                  <a:cubicBezTo>
                    <a:pt x="13" y="38"/>
                    <a:pt x="17" y="31"/>
                    <a:pt x="21" y="24"/>
                  </a:cubicBezTo>
                  <a:cubicBezTo>
                    <a:pt x="26" y="16"/>
                    <a:pt x="25" y="13"/>
                    <a:pt x="17" y="7"/>
                  </a:cubicBezTo>
                  <a:cubicBezTo>
                    <a:pt x="14" y="5"/>
                    <a:pt x="9" y="0"/>
                    <a:pt x="6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50" name="Freeform 1241">
              <a:extLst>
                <a:ext uri="{FF2B5EF4-FFF2-40B4-BE49-F238E27FC236}">
                  <a16:creationId xmlns:a16="http://schemas.microsoft.com/office/drawing/2014/main" id="{0CAA739C-635E-4CE2-B06A-57D63704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2241"/>
              <a:ext cx="56" cy="114"/>
            </a:xfrm>
            <a:custGeom>
              <a:avLst/>
              <a:gdLst>
                <a:gd name="T0" fmla="*/ 0 w 28"/>
                <a:gd name="T1" fmla="*/ 509 h 54"/>
                <a:gd name="T2" fmla="*/ 104 w 28"/>
                <a:gd name="T3" fmla="*/ 338 h 54"/>
                <a:gd name="T4" fmla="*/ 208 w 28"/>
                <a:gd name="T5" fmla="*/ 144 h 54"/>
                <a:gd name="T6" fmla="*/ 72 w 28"/>
                <a:gd name="T7" fmla="*/ 17 h 54"/>
                <a:gd name="T8" fmla="*/ 80 w 28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4">
                  <a:moveTo>
                    <a:pt x="0" y="54"/>
                  </a:moveTo>
                  <a:cubicBezTo>
                    <a:pt x="4" y="48"/>
                    <a:pt x="9" y="42"/>
                    <a:pt x="13" y="36"/>
                  </a:cubicBezTo>
                  <a:cubicBezTo>
                    <a:pt x="16" y="30"/>
                    <a:pt x="25" y="22"/>
                    <a:pt x="26" y="15"/>
                  </a:cubicBezTo>
                  <a:cubicBezTo>
                    <a:pt x="28" y="8"/>
                    <a:pt x="16" y="2"/>
                    <a:pt x="9" y="2"/>
                  </a:cubicBezTo>
                  <a:cubicBezTo>
                    <a:pt x="8" y="1"/>
                    <a:pt x="9" y="1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51" name="Freeform 1242">
              <a:extLst>
                <a:ext uri="{FF2B5EF4-FFF2-40B4-BE49-F238E27FC236}">
                  <a16:creationId xmlns:a16="http://schemas.microsoft.com/office/drawing/2014/main" id="{92521A59-5254-4115-9F1A-449D241F8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162"/>
              <a:ext cx="52" cy="104"/>
            </a:xfrm>
            <a:custGeom>
              <a:avLst/>
              <a:gdLst>
                <a:gd name="T0" fmla="*/ 0 w 26"/>
                <a:gd name="T1" fmla="*/ 469 h 49"/>
                <a:gd name="T2" fmla="*/ 192 w 26"/>
                <a:gd name="T3" fmla="*/ 144 h 49"/>
                <a:gd name="T4" fmla="*/ 56 w 26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9">
                  <a:moveTo>
                    <a:pt x="0" y="49"/>
                  </a:moveTo>
                  <a:cubicBezTo>
                    <a:pt x="3" y="45"/>
                    <a:pt x="26" y="27"/>
                    <a:pt x="24" y="15"/>
                  </a:cubicBezTo>
                  <a:cubicBezTo>
                    <a:pt x="23" y="9"/>
                    <a:pt x="12" y="4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52" name="Freeform 1243">
              <a:extLst>
                <a:ext uri="{FF2B5EF4-FFF2-40B4-BE49-F238E27FC236}">
                  <a16:creationId xmlns:a16="http://schemas.microsoft.com/office/drawing/2014/main" id="{6D8490DE-747D-4D86-9DB8-38818CB2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096"/>
              <a:ext cx="54" cy="93"/>
            </a:xfrm>
            <a:custGeom>
              <a:avLst/>
              <a:gdLst>
                <a:gd name="T0" fmla="*/ 0 w 27"/>
                <a:gd name="T1" fmla="*/ 416 h 44"/>
                <a:gd name="T2" fmla="*/ 88 w 27"/>
                <a:gd name="T3" fmla="*/ 273 h 44"/>
                <a:gd name="T4" fmla="*/ 192 w 27"/>
                <a:gd name="T5" fmla="*/ 120 h 44"/>
                <a:gd name="T6" fmla="*/ 128 w 2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4">
                  <a:moveTo>
                    <a:pt x="0" y="44"/>
                  </a:moveTo>
                  <a:cubicBezTo>
                    <a:pt x="4" y="39"/>
                    <a:pt x="7" y="33"/>
                    <a:pt x="11" y="29"/>
                  </a:cubicBezTo>
                  <a:cubicBezTo>
                    <a:pt x="16" y="24"/>
                    <a:pt x="22" y="19"/>
                    <a:pt x="24" y="13"/>
                  </a:cubicBezTo>
                  <a:cubicBezTo>
                    <a:pt x="27" y="6"/>
                    <a:pt x="23" y="3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53" name="Freeform 1244">
              <a:extLst>
                <a:ext uri="{FF2B5EF4-FFF2-40B4-BE49-F238E27FC236}">
                  <a16:creationId xmlns:a16="http://schemas.microsoft.com/office/drawing/2014/main" id="{E2A3C640-D24F-4170-AEEE-63D8EC624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2021"/>
              <a:ext cx="70" cy="109"/>
            </a:xfrm>
            <a:custGeom>
              <a:avLst/>
              <a:gdLst>
                <a:gd name="T0" fmla="*/ 0 w 35"/>
                <a:gd name="T1" fmla="*/ 430 h 51"/>
                <a:gd name="T2" fmla="*/ 224 w 35"/>
                <a:gd name="T3" fmla="*/ 188 h 51"/>
                <a:gd name="T4" fmla="*/ 168 w 35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1">
                  <a:moveTo>
                    <a:pt x="0" y="44"/>
                  </a:moveTo>
                  <a:cubicBezTo>
                    <a:pt x="9" y="51"/>
                    <a:pt x="24" y="24"/>
                    <a:pt x="28" y="19"/>
                  </a:cubicBezTo>
                  <a:cubicBezTo>
                    <a:pt x="35" y="10"/>
                    <a:pt x="32" y="4"/>
                    <a:pt x="2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54" name="Freeform 1245">
              <a:extLst>
                <a:ext uri="{FF2B5EF4-FFF2-40B4-BE49-F238E27FC236}">
                  <a16:creationId xmlns:a16="http://schemas.microsoft.com/office/drawing/2014/main" id="{FD000907-2CB7-4FD0-8A60-CA4700FD7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947"/>
              <a:ext cx="70" cy="98"/>
            </a:xfrm>
            <a:custGeom>
              <a:avLst/>
              <a:gdLst>
                <a:gd name="T0" fmla="*/ 0 w 35"/>
                <a:gd name="T1" fmla="*/ 445 h 46"/>
                <a:gd name="T2" fmla="*/ 216 w 35"/>
                <a:gd name="T3" fmla="*/ 181 h 46"/>
                <a:gd name="T4" fmla="*/ 192 w 35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6">
                  <a:moveTo>
                    <a:pt x="0" y="46"/>
                  </a:moveTo>
                  <a:cubicBezTo>
                    <a:pt x="11" y="41"/>
                    <a:pt x="20" y="28"/>
                    <a:pt x="27" y="19"/>
                  </a:cubicBezTo>
                  <a:cubicBezTo>
                    <a:pt x="35" y="9"/>
                    <a:pt x="29" y="9"/>
                    <a:pt x="2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55" name="Freeform 1246">
              <a:extLst>
                <a:ext uri="{FF2B5EF4-FFF2-40B4-BE49-F238E27FC236}">
                  <a16:creationId xmlns:a16="http://schemas.microsoft.com/office/drawing/2014/main" id="{5A8DD0F0-56BF-4E27-AD62-4C97E7AF8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881"/>
              <a:ext cx="76" cy="96"/>
            </a:xfrm>
            <a:custGeom>
              <a:avLst/>
              <a:gdLst>
                <a:gd name="T0" fmla="*/ 0 w 38"/>
                <a:gd name="T1" fmla="*/ 437 h 45"/>
                <a:gd name="T2" fmla="*/ 272 w 38"/>
                <a:gd name="T3" fmla="*/ 128 h 45"/>
                <a:gd name="T4" fmla="*/ 232 w 3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0" y="45"/>
                  </a:moveTo>
                  <a:cubicBezTo>
                    <a:pt x="12" y="39"/>
                    <a:pt x="26" y="25"/>
                    <a:pt x="34" y="13"/>
                  </a:cubicBezTo>
                  <a:cubicBezTo>
                    <a:pt x="38" y="8"/>
                    <a:pt x="36" y="3"/>
                    <a:pt x="2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56" name="Freeform 1247">
              <a:extLst>
                <a:ext uri="{FF2B5EF4-FFF2-40B4-BE49-F238E27FC236}">
                  <a16:creationId xmlns:a16="http://schemas.microsoft.com/office/drawing/2014/main" id="{53A08D6D-B3C2-4821-9D53-C7DA37B34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804"/>
              <a:ext cx="85" cy="109"/>
            </a:xfrm>
            <a:custGeom>
              <a:avLst/>
              <a:gdLst>
                <a:gd name="T0" fmla="*/ 0 w 43"/>
                <a:gd name="T1" fmla="*/ 498 h 51"/>
                <a:gd name="T2" fmla="*/ 253 w 43"/>
                <a:gd name="T3" fmla="*/ 197 h 51"/>
                <a:gd name="T4" fmla="*/ 332 w 43"/>
                <a:gd name="T5" fmla="*/ 88 h 51"/>
                <a:gd name="T6" fmla="*/ 261 w 43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1">
                  <a:moveTo>
                    <a:pt x="0" y="51"/>
                  </a:moveTo>
                  <a:cubicBezTo>
                    <a:pt x="10" y="38"/>
                    <a:pt x="23" y="33"/>
                    <a:pt x="33" y="20"/>
                  </a:cubicBezTo>
                  <a:cubicBezTo>
                    <a:pt x="35" y="18"/>
                    <a:pt x="43" y="12"/>
                    <a:pt x="43" y="9"/>
                  </a:cubicBezTo>
                  <a:cubicBezTo>
                    <a:pt x="43" y="5"/>
                    <a:pt x="37" y="2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57" name="Freeform 1248">
              <a:extLst>
                <a:ext uri="{FF2B5EF4-FFF2-40B4-BE49-F238E27FC236}">
                  <a16:creationId xmlns:a16="http://schemas.microsoft.com/office/drawing/2014/main" id="{D0287978-221F-48A7-A61A-B3CCB321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734"/>
              <a:ext cx="82" cy="94"/>
            </a:xfrm>
            <a:custGeom>
              <a:avLst/>
              <a:gdLst>
                <a:gd name="T0" fmla="*/ 0 w 41"/>
                <a:gd name="T1" fmla="*/ 429 h 44"/>
                <a:gd name="T2" fmla="*/ 176 w 41"/>
                <a:gd name="T3" fmla="*/ 265 h 44"/>
                <a:gd name="T4" fmla="*/ 288 w 41"/>
                <a:gd name="T5" fmla="*/ 137 h 44"/>
                <a:gd name="T6" fmla="*/ 240 w 41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4">
                  <a:moveTo>
                    <a:pt x="0" y="44"/>
                  </a:moveTo>
                  <a:cubicBezTo>
                    <a:pt x="9" y="40"/>
                    <a:pt x="15" y="33"/>
                    <a:pt x="22" y="27"/>
                  </a:cubicBezTo>
                  <a:cubicBezTo>
                    <a:pt x="27" y="23"/>
                    <a:pt x="33" y="20"/>
                    <a:pt x="36" y="14"/>
                  </a:cubicBezTo>
                  <a:cubicBezTo>
                    <a:pt x="41" y="8"/>
                    <a:pt x="37" y="2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58" name="Freeform 1249">
              <a:extLst>
                <a:ext uri="{FF2B5EF4-FFF2-40B4-BE49-F238E27FC236}">
                  <a16:creationId xmlns:a16="http://schemas.microsoft.com/office/drawing/2014/main" id="{D63E811D-E0E6-4285-9400-178075775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674"/>
              <a:ext cx="118" cy="92"/>
            </a:xfrm>
            <a:custGeom>
              <a:avLst/>
              <a:gdLst>
                <a:gd name="T0" fmla="*/ 0 w 59"/>
                <a:gd name="T1" fmla="*/ 421 h 43"/>
                <a:gd name="T2" fmla="*/ 272 w 59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43">
                  <a:moveTo>
                    <a:pt x="0" y="43"/>
                  </a:moveTo>
                  <a:cubicBezTo>
                    <a:pt x="9" y="37"/>
                    <a:pt x="59" y="14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59" name="Freeform 1250">
              <a:extLst>
                <a:ext uri="{FF2B5EF4-FFF2-40B4-BE49-F238E27FC236}">
                  <a16:creationId xmlns:a16="http://schemas.microsoft.com/office/drawing/2014/main" id="{DED66152-B620-40C1-B7B8-339264D90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617"/>
              <a:ext cx="86" cy="89"/>
            </a:xfrm>
            <a:custGeom>
              <a:avLst/>
              <a:gdLst>
                <a:gd name="T0" fmla="*/ 0 w 43"/>
                <a:gd name="T1" fmla="*/ 401 h 42"/>
                <a:gd name="T2" fmla="*/ 288 w 43"/>
                <a:gd name="T3" fmla="*/ 161 h 42"/>
                <a:gd name="T4" fmla="*/ 264 w 4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0" y="42"/>
                  </a:moveTo>
                  <a:cubicBezTo>
                    <a:pt x="11" y="32"/>
                    <a:pt x="25" y="27"/>
                    <a:pt x="36" y="17"/>
                  </a:cubicBezTo>
                  <a:cubicBezTo>
                    <a:pt x="43" y="11"/>
                    <a:pt x="39" y="6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60" name="Freeform 1251">
              <a:extLst>
                <a:ext uri="{FF2B5EF4-FFF2-40B4-BE49-F238E27FC236}">
                  <a16:creationId xmlns:a16="http://schemas.microsoft.com/office/drawing/2014/main" id="{6D06B05C-E065-4A50-A011-91DF7DE46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560"/>
              <a:ext cx="82" cy="87"/>
            </a:xfrm>
            <a:custGeom>
              <a:avLst/>
              <a:gdLst>
                <a:gd name="T0" fmla="*/ 0 w 41"/>
                <a:gd name="T1" fmla="*/ 393 h 41"/>
                <a:gd name="T2" fmla="*/ 328 w 41"/>
                <a:gd name="T3" fmla="*/ 112 h 41"/>
                <a:gd name="T4" fmla="*/ 248 w 4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1">
                  <a:moveTo>
                    <a:pt x="0" y="41"/>
                  </a:moveTo>
                  <a:cubicBezTo>
                    <a:pt x="13" y="35"/>
                    <a:pt x="32" y="24"/>
                    <a:pt x="41" y="12"/>
                  </a:cubicBezTo>
                  <a:cubicBezTo>
                    <a:pt x="39" y="8"/>
                    <a:pt x="35" y="3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61" name="Freeform 1252">
              <a:extLst>
                <a:ext uri="{FF2B5EF4-FFF2-40B4-BE49-F238E27FC236}">
                  <a16:creationId xmlns:a16="http://schemas.microsoft.com/office/drawing/2014/main" id="{3443BDF7-0A9C-4E7D-841B-26DDCB4C0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1513"/>
              <a:ext cx="87" cy="72"/>
            </a:xfrm>
            <a:custGeom>
              <a:avLst/>
              <a:gdLst>
                <a:gd name="T0" fmla="*/ 0 w 44"/>
                <a:gd name="T1" fmla="*/ 322 h 34"/>
                <a:gd name="T2" fmla="*/ 269 w 44"/>
                <a:gd name="T3" fmla="*/ 161 h 34"/>
                <a:gd name="T4" fmla="*/ 293 w 4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4">
                  <a:moveTo>
                    <a:pt x="0" y="34"/>
                  </a:moveTo>
                  <a:cubicBezTo>
                    <a:pt x="12" y="34"/>
                    <a:pt x="26" y="24"/>
                    <a:pt x="35" y="17"/>
                  </a:cubicBezTo>
                  <a:cubicBezTo>
                    <a:pt x="44" y="11"/>
                    <a:pt x="43" y="10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62" name="Freeform 1253">
              <a:extLst>
                <a:ext uri="{FF2B5EF4-FFF2-40B4-BE49-F238E27FC236}">
                  <a16:creationId xmlns:a16="http://schemas.microsoft.com/office/drawing/2014/main" id="{26EE438D-F29C-4DCC-8D57-F23F36D43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470"/>
              <a:ext cx="104" cy="79"/>
            </a:xfrm>
            <a:custGeom>
              <a:avLst/>
              <a:gdLst>
                <a:gd name="T0" fmla="*/ 0 w 52"/>
                <a:gd name="T1" fmla="*/ 361 h 37"/>
                <a:gd name="T2" fmla="*/ 168 w 52"/>
                <a:gd name="T3" fmla="*/ 282 h 37"/>
                <a:gd name="T4" fmla="*/ 344 w 52"/>
                <a:gd name="T5" fmla="*/ 145 h 37"/>
                <a:gd name="T6" fmla="*/ 416 w 52"/>
                <a:gd name="T7" fmla="*/ 68 h 37"/>
                <a:gd name="T8" fmla="*/ 384 w 52"/>
                <a:gd name="T9" fmla="*/ 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7">
                  <a:moveTo>
                    <a:pt x="0" y="37"/>
                  </a:moveTo>
                  <a:cubicBezTo>
                    <a:pt x="6" y="33"/>
                    <a:pt x="15" y="31"/>
                    <a:pt x="21" y="29"/>
                  </a:cubicBezTo>
                  <a:cubicBezTo>
                    <a:pt x="29" y="25"/>
                    <a:pt x="36" y="20"/>
                    <a:pt x="43" y="15"/>
                  </a:cubicBezTo>
                  <a:cubicBezTo>
                    <a:pt x="46" y="13"/>
                    <a:pt x="51" y="11"/>
                    <a:pt x="52" y="7"/>
                  </a:cubicBezTo>
                  <a:cubicBezTo>
                    <a:pt x="52" y="4"/>
                    <a:pt x="49" y="0"/>
                    <a:pt x="48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63" name="Freeform 1254">
              <a:extLst>
                <a:ext uri="{FF2B5EF4-FFF2-40B4-BE49-F238E27FC236}">
                  <a16:creationId xmlns:a16="http://schemas.microsoft.com/office/drawing/2014/main" id="{EB73A0B2-57E2-4615-B6B7-A99E800A5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423"/>
              <a:ext cx="106" cy="75"/>
            </a:xfrm>
            <a:custGeom>
              <a:avLst/>
              <a:gdLst>
                <a:gd name="T0" fmla="*/ 0 w 53"/>
                <a:gd name="T1" fmla="*/ 345 h 35"/>
                <a:gd name="T2" fmla="*/ 120 w 53"/>
                <a:gd name="T3" fmla="*/ 326 h 35"/>
                <a:gd name="T4" fmla="*/ 280 w 53"/>
                <a:gd name="T5" fmla="*/ 225 h 35"/>
                <a:gd name="T6" fmla="*/ 416 w 53"/>
                <a:gd name="T7" fmla="*/ 148 h 35"/>
                <a:gd name="T8" fmla="*/ 392 w 53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5">
                  <a:moveTo>
                    <a:pt x="0" y="35"/>
                  </a:moveTo>
                  <a:cubicBezTo>
                    <a:pt x="5" y="34"/>
                    <a:pt x="10" y="35"/>
                    <a:pt x="15" y="33"/>
                  </a:cubicBezTo>
                  <a:cubicBezTo>
                    <a:pt x="22" y="30"/>
                    <a:pt x="28" y="26"/>
                    <a:pt x="35" y="23"/>
                  </a:cubicBezTo>
                  <a:cubicBezTo>
                    <a:pt x="39" y="22"/>
                    <a:pt x="50" y="20"/>
                    <a:pt x="52" y="15"/>
                  </a:cubicBezTo>
                  <a:cubicBezTo>
                    <a:pt x="53" y="12"/>
                    <a:pt x="50" y="4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64" name="Freeform 1255">
              <a:extLst>
                <a:ext uri="{FF2B5EF4-FFF2-40B4-BE49-F238E27FC236}">
                  <a16:creationId xmlns:a16="http://schemas.microsoft.com/office/drawing/2014/main" id="{30E9C7F5-AFD4-46C6-BCE7-07CBA7B27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385"/>
              <a:ext cx="100" cy="70"/>
            </a:xfrm>
            <a:custGeom>
              <a:avLst/>
              <a:gdLst>
                <a:gd name="T0" fmla="*/ 0 w 50"/>
                <a:gd name="T1" fmla="*/ 314 h 33"/>
                <a:gd name="T2" fmla="*/ 200 w 50"/>
                <a:gd name="T3" fmla="*/ 212 h 33"/>
                <a:gd name="T4" fmla="*/ 360 w 50"/>
                <a:gd name="T5" fmla="*/ 136 h 33"/>
                <a:gd name="T6" fmla="*/ 344 w 50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3">
                  <a:moveTo>
                    <a:pt x="0" y="33"/>
                  </a:moveTo>
                  <a:cubicBezTo>
                    <a:pt x="9" y="29"/>
                    <a:pt x="17" y="25"/>
                    <a:pt x="25" y="22"/>
                  </a:cubicBezTo>
                  <a:cubicBezTo>
                    <a:pt x="31" y="20"/>
                    <a:pt x="41" y="19"/>
                    <a:pt x="45" y="14"/>
                  </a:cubicBezTo>
                  <a:cubicBezTo>
                    <a:pt x="50" y="8"/>
                    <a:pt x="46" y="5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65" name="Freeform 1256">
              <a:extLst>
                <a:ext uri="{FF2B5EF4-FFF2-40B4-BE49-F238E27FC236}">
                  <a16:creationId xmlns:a16="http://schemas.microsoft.com/office/drawing/2014/main" id="{32CFEDC4-BFF0-48CD-97F1-1BF655397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347"/>
              <a:ext cx="103" cy="72"/>
            </a:xfrm>
            <a:custGeom>
              <a:avLst/>
              <a:gdLst>
                <a:gd name="T0" fmla="*/ 0 w 52"/>
                <a:gd name="T1" fmla="*/ 322 h 34"/>
                <a:gd name="T2" fmla="*/ 188 w 52"/>
                <a:gd name="T3" fmla="*/ 246 h 34"/>
                <a:gd name="T4" fmla="*/ 388 w 52"/>
                <a:gd name="T5" fmla="*/ 152 h 34"/>
                <a:gd name="T6" fmla="*/ 357 w 52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4">
                  <a:moveTo>
                    <a:pt x="0" y="34"/>
                  </a:moveTo>
                  <a:cubicBezTo>
                    <a:pt x="8" y="33"/>
                    <a:pt x="16" y="28"/>
                    <a:pt x="24" y="26"/>
                  </a:cubicBezTo>
                  <a:cubicBezTo>
                    <a:pt x="29" y="24"/>
                    <a:pt x="47" y="22"/>
                    <a:pt x="50" y="16"/>
                  </a:cubicBezTo>
                  <a:cubicBezTo>
                    <a:pt x="52" y="11"/>
                    <a:pt x="43" y="3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66" name="Freeform 1257">
              <a:extLst>
                <a:ext uri="{FF2B5EF4-FFF2-40B4-BE49-F238E27FC236}">
                  <a16:creationId xmlns:a16="http://schemas.microsoft.com/office/drawing/2014/main" id="{8D827C50-0E66-45BE-AA0A-AD432366D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321"/>
              <a:ext cx="96" cy="64"/>
            </a:xfrm>
            <a:custGeom>
              <a:avLst/>
              <a:gdLst>
                <a:gd name="T0" fmla="*/ 0 w 48"/>
                <a:gd name="T1" fmla="*/ 292 h 30"/>
                <a:gd name="T2" fmla="*/ 384 w 48"/>
                <a:gd name="T3" fmla="*/ 145 h 30"/>
                <a:gd name="T4" fmla="*/ 336 w 4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0">
                  <a:moveTo>
                    <a:pt x="0" y="30"/>
                  </a:moveTo>
                  <a:cubicBezTo>
                    <a:pt x="15" y="26"/>
                    <a:pt x="33" y="22"/>
                    <a:pt x="48" y="15"/>
                  </a:cubicBezTo>
                  <a:cubicBezTo>
                    <a:pt x="44" y="11"/>
                    <a:pt x="44" y="4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67" name="Freeform 1258">
              <a:extLst>
                <a:ext uri="{FF2B5EF4-FFF2-40B4-BE49-F238E27FC236}">
                  <a16:creationId xmlns:a16="http://schemas.microsoft.com/office/drawing/2014/main" id="{C543FE04-CE80-44FB-A499-36D97130D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291"/>
              <a:ext cx="104" cy="64"/>
            </a:xfrm>
            <a:custGeom>
              <a:avLst/>
              <a:gdLst>
                <a:gd name="T0" fmla="*/ 0 w 52"/>
                <a:gd name="T1" fmla="*/ 292 h 30"/>
                <a:gd name="T2" fmla="*/ 128 w 52"/>
                <a:gd name="T3" fmla="*/ 250 h 30"/>
                <a:gd name="T4" fmla="*/ 352 w 52"/>
                <a:gd name="T5" fmla="*/ 196 h 30"/>
                <a:gd name="T6" fmla="*/ 368 w 52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cubicBezTo>
                    <a:pt x="5" y="28"/>
                    <a:pt x="11" y="27"/>
                    <a:pt x="16" y="26"/>
                  </a:cubicBezTo>
                  <a:cubicBezTo>
                    <a:pt x="25" y="24"/>
                    <a:pt x="37" y="25"/>
                    <a:pt x="44" y="20"/>
                  </a:cubicBezTo>
                  <a:cubicBezTo>
                    <a:pt x="52" y="15"/>
                    <a:pt x="49" y="7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68" name="Freeform 1259">
              <a:extLst>
                <a:ext uri="{FF2B5EF4-FFF2-40B4-BE49-F238E27FC236}">
                  <a16:creationId xmlns:a16="http://schemas.microsoft.com/office/drawing/2014/main" id="{6C553A77-A0BB-4BFE-B1D2-778D31043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70"/>
              <a:ext cx="104" cy="62"/>
            </a:xfrm>
            <a:custGeom>
              <a:avLst/>
              <a:gdLst>
                <a:gd name="T0" fmla="*/ 0 w 52"/>
                <a:gd name="T1" fmla="*/ 265 h 29"/>
                <a:gd name="T2" fmla="*/ 112 w 52"/>
                <a:gd name="T3" fmla="*/ 257 h 29"/>
                <a:gd name="T4" fmla="*/ 336 w 52"/>
                <a:gd name="T5" fmla="*/ 188 h 29"/>
                <a:gd name="T6" fmla="*/ 344 w 52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9">
                  <a:moveTo>
                    <a:pt x="0" y="27"/>
                  </a:moveTo>
                  <a:cubicBezTo>
                    <a:pt x="5" y="29"/>
                    <a:pt x="10" y="27"/>
                    <a:pt x="14" y="26"/>
                  </a:cubicBezTo>
                  <a:cubicBezTo>
                    <a:pt x="23" y="24"/>
                    <a:pt x="34" y="23"/>
                    <a:pt x="42" y="19"/>
                  </a:cubicBezTo>
                  <a:cubicBezTo>
                    <a:pt x="52" y="15"/>
                    <a:pt x="47" y="8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69" name="Freeform 1260">
              <a:extLst>
                <a:ext uri="{FF2B5EF4-FFF2-40B4-BE49-F238E27FC236}">
                  <a16:creationId xmlns:a16="http://schemas.microsoft.com/office/drawing/2014/main" id="{0C3E435F-5836-40C0-8BD1-F2853D08F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247"/>
              <a:ext cx="107" cy="57"/>
            </a:xfrm>
            <a:custGeom>
              <a:avLst/>
              <a:gdLst>
                <a:gd name="T0" fmla="*/ 0 w 54"/>
                <a:gd name="T1" fmla="*/ 253 h 27"/>
                <a:gd name="T2" fmla="*/ 196 w 54"/>
                <a:gd name="T3" fmla="*/ 217 h 27"/>
                <a:gd name="T4" fmla="*/ 373 w 54"/>
                <a:gd name="T5" fmla="*/ 169 h 27"/>
                <a:gd name="T6" fmla="*/ 388 w 5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7">
                  <a:moveTo>
                    <a:pt x="0" y="27"/>
                  </a:moveTo>
                  <a:cubicBezTo>
                    <a:pt x="9" y="27"/>
                    <a:pt x="17" y="24"/>
                    <a:pt x="25" y="23"/>
                  </a:cubicBezTo>
                  <a:cubicBezTo>
                    <a:pt x="32" y="22"/>
                    <a:pt x="43" y="22"/>
                    <a:pt x="48" y="18"/>
                  </a:cubicBezTo>
                  <a:cubicBezTo>
                    <a:pt x="54" y="13"/>
                    <a:pt x="54" y="6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70" name="Freeform 1261">
              <a:extLst>
                <a:ext uri="{FF2B5EF4-FFF2-40B4-BE49-F238E27FC236}">
                  <a16:creationId xmlns:a16="http://schemas.microsoft.com/office/drawing/2014/main" id="{98A95121-BCB4-4B8B-B84A-70BDB16B6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245"/>
              <a:ext cx="110" cy="42"/>
            </a:xfrm>
            <a:custGeom>
              <a:avLst/>
              <a:gdLst>
                <a:gd name="T0" fmla="*/ 0 w 55"/>
                <a:gd name="T1" fmla="*/ 111 h 20"/>
                <a:gd name="T2" fmla="*/ 312 w 55"/>
                <a:gd name="T3" fmla="*/ 128 h 20"/>
                <a:gd name="T4" fmla="*/ 392 w 5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12"/>
                  </a:moveTo>
                  <a:cubicBezTo>
                    <a:pt x="11" y="20"/>
                    <a:pt x="27" y="16"/>
                    <a:pt x="39" y="14"/>
                  </a:cubicBezTo>
                  <a:cubicBezTo>
                    <a:pt x="46" y="13"/>
                    <a:pt x="55" y="7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71" name="Freeform 1262">
              <a:extLst>
                <a:ext uri="{FF2B5EF4-FFF2-40B4-BE49-F238E27FC236}">
                  <a16:creationId xmlns:a16="http://schemas.microsoft.com/office/drawing/2014/main" id="{4886223E-96C9-4A6E-A106-8B50DC66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245"/>
              <a:ext cx="126" cy="38"/>
            </a:xfrm>
            <a:custGeom>
              <a:avLst/>
              <a:gdLst>
                <a:gd name="T0" fmla="*/ 0 w 63"/>
                <a:gd name="T1" fmla="*/ 49 h 18"/>
                <a:gd name="T2" fmla="*/ 352 w 63"/>
                <a:gd name="T3" fmla="*/ 103 h 18"/>
                <a:gd name="T4" fmla="*/ 504 w 6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8">
                  <a:moveTo>
                    <a:pt x="0" y="5"/>
                  </a:moveTo>
                  <a:cubicBezTo>
                    <a:pt x="12" y="18"/>
                    <a:pt x="29" y="12"/>
                    <a:pt x="44" y="11"/>
                  </a:cubicBezTo>
                  <a:cubicBezTo>
                    <a:pt x="54" y="10"/>
                    <a:pt x="61" y="12"/>
                    <a:pt x="6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72" name="Freeform 1263">
              <a:extLst>
                <a:ext uri="{FF2B5EF4-FFF2-40B4-BE49-F238E27FC236}">
                  <a16:creationId xmlns:a16="http://schemas.microsoft.com/office/drawing/2014/main" id="{4F5EC605-0EEA-4F0D-9F1D-9170B7616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509"/>
              <a:ext cx="26" cy="10"/>
            </a:xfrm>
            <a:custGeom>
              <a:avLst/>
              <a:gdLst>
                <a:gd name="T0" fmla="*/ 0 w 13"/>
                <a:gd name="T1" fmla="*/ 16 h 5"/>
                <a:gd name="T2" fmla="*/ 104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2"/>
                  </a:moveTo>
                  <a:cubicBezTo>
                    <a:pt x="2" y="5"/>
                    <a:pt x="12" y="3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73" name="Freeform 1264">
              <a:extLst>
                <a:ext uri="{FF2B5EF4-FFF2-40B4-BE49-F238E27FC236}">
                  <a16:creationId xmlns:a16="http://schemas.microsoft.com/office/drawing/2014/main" id="{227BBE3A-1C81-44E7-9081-2B9CB2F17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2490"/>
              <a:ext cx="14" cy="38"/>
            </a:xfrm>
            <a:custGeom>
              <a:avLst/>
              <a:gdLst>
                <a:gd name="T0" fmla="*/ 0 w 7"/>
                <a:gd name="T1" fmla="*/ 0 h 18"/>
                <a:gd name="T2" fmla="*/ 56 w 7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5"/>
                    <a:pt x="2" y="16"/>
                    <a:pt x="7" y="1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74" name="Freeform 1265">
              <a:extLst>
                <a:ext uri="{FF2B5EF4-FFF2-40B4-BE49-F238E27FC236}">
                  <a16:creationId xmlns:a16="http://schemas.microsoft.com/office/drawing/2014/main" id="{43D94409-2205-4A07-9024-05C1A571C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400"/>
              <a:ext cx="14" cy="32"/>
            </a:xfrm>
            <a:custGeom>
              <a:avLst/>
              <a:gdLst>
                <a:gd name="T0" fmla="*/ 16 w 7"/>
                <a:gd name="T1" fmla="*/ 0 h 15"/>
                <a:gd name="T2" fmla="*/ 56 w 7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2" y="0"/>
                  </a:moveTo>
                  <a:cubicBezTo>
                    <a:pt x="0" y="5"/>
                    <a:pt x="1" y="14"/>
                    <a:pt x="7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75" name="Freeform 1266">
              <a:extLst>
                <a:ext uri="{FF2B5EF4-FFF2-40B4-BE49-F238E27FC236}">
                  <a16:creationId xmlns:a16="http://schemas.microsoft.com/office/drawing/2014/main" id="{F227F7AB-B16E-4FD9-ABD2-323ADF1CA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300"/>
              <a:ext cx="12" cy="28"/>
            </a:xfrm>
            <a:custGeom>
              <a:avLst/>
              <a:gdLst>
                <a:gd name="T0" fmla="*/ 16 w 6"/>
                <a:gd name="T1" fmla="*/ 0 h 13"/>
                <a:gd name="T2" fmla="*/ 48 w 6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2" y="0"/>
                  </a:moveTo>
                  <a:cubicBezTo>
                    <a:pt x="0" y="4"/>
                    <a:pt x="2" y="11"/>
                    <a:pt x="6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76" name="Freeform 1267">
              <a:extLst>
                <a:ext uri="{FF2B5EF4-FFF2-40B4-BE49-F238E27FC236}">
                  <a16:creationId xmlns:a16="http://schemas.microsoft.com/office/drawing/2014/main" id="{7E547F2D-9E74-498B-94D1-7753DF95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2298"/>
              <a:ext cx="12" cy="32"/>
            </a:xfrm>
            <a:custGeom>
              <a:avLst/>
              <a:gdLst>
                <a:gd name="T0" fmla="*/ 24 w 6"/>
                <a:gd name="T1" fmla="*/ 0 h 15"/>
                <a:gd name="T2" fmla="*/ 48 w 6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3" y="0"/>
                  </a:moveTo>
                  <a:cubicBezTo>
                    <a:pt x="0" y="4"/>
                    <a:pt x="2" y="12"/>
                    <a:pt x="6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77" name="Freeform 1268">
              <a:extLst>
                <a:ext uri="{FF2B5EF4-FFF2-40B4-BE49-F238E27FC236}">
                  <a16:creationId xmlns:a16="http://schemas.microsoft.com/office/drawing/2014/main" id="{2F17FE36-5774-451B-ACCB-68DABA187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215"/>
              <a:ext cx="10" cy="32"/>
            </a:xfrm>
            <a:custGeom>
              <a:avLst/>
              <a:gdLst>
                <a:gd name="T0" fmla="*/ 8 w 5"/>
                <a:gd name="T1" fmla="*/ 0 h 15"/>
                <a:gd name="T2" fmla="*/ 40 w 5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1" y="0"/>
                  </a:moveTo>
                  <a:cubicBezTo>
                    <a:pt x="0" y="4"/>
                    <a:pt x="0" y="14"/>
                    <a:pt x="5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78" name="Freeform 1269">
              <a:extLst>
                <a:ext uri="{FF2B5EF4-FFF2-40B4-BE49-F238E27FC236}">
                  <a16:creationId xmlns:a16="http://schemas.microsoft.com/office/drawing/2014/main" id="{E424400F-4BF9-45E3-AB59-12A7679D8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181"/>
              <a:ext cx="30" cy="21"/>
            </a:xfrm>
            <a:custGeom>
              <a:avLst/>
              <a:gdLst>
                <a:gd name="T0" fmla="*/ 0 w 15"/>
                <a:gd name="T1" fmla="*/ 48 h 10"/>
                <a:gd name="T2" fmla="*/ 120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5"/>
                  </a:moveTo>
                  <a:cubicBezTo>
                    <a:pt x="3" y="10"/>
                    <a:pt x="14" y="4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79" name="Freeform 1270">
              <a:extLst>
                <a:ext uri="{FF2B5EF4-FFF2-40B4-BE49-F238E27FC236}">
                  <a16:creationId xmlns:a16="http://schemas.microsoft.com/office/drawing/2014/main" id="{31EC4812-6385-4706-BC64-81E4EBC8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121"/>
              <a:ext cx="26" cy="13"/>
            </a:xfrm>
            <a:custGeom>
              <a:avLst/>
              <a:gdLst>
                <a:gd name="T0" fmla="*/ 0 w 13"/>
                <a:gd name="T1" fmla="*/ 9 h 6"/>
                <a:gd name="T2" fmla="*/ 10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1"/>
                  </a:moveTo>
                  <a:cubicBezTo>
                    <a:pt x="2" y="6"/>
                    <a:pt x="9" y="3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80" name="Freeform 1271">
              <a:extLst>
                <a:ext uri="{FF2B5EF4-FFF2-40B4-BE49-F238E27FC236}">
                  <a16:creationId xmlns:a16="http://schemas.microsoft.com/office/drawing/2014/main" id="{5F56ECE6-2C49-4767-9CBC-30B82D705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147"/>
              <a:ext cx="12" cy="25"/>
            </a:xfrm>
            <a:custGeom>
              <a:avLst/>
              <a:gdLst>
                <a:gd name="T0" fmla="*/ 8 w 6"/>
                <a:gd name="T1" fmla="*/ 0 h 12"/>
                <a:gd name="T2" fmla="*/ 48 w 6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1" y="0"/>
                  </a:moveTo>
                  <a:cubicBezTo>
                    <a:pt x="0" y="4"/>
                    <a:pt x="1" y="10"/>
                    <a:pt x="6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81" name="Freeform 1272">
              <a:extLst>
                <a:ext uri="{FF2B5EF4-FFF2-40B4-BE49-F238E27FC236}">
                  <a16:creationId xmlns:a16="http://schemas.microsoft.com/office/drawing/2014/main" id="{9E1F6373-2972-49BB-81BA-19D3069CA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166"/>
              <a:ext cx="32" cy="13"/>
            </a:xfrm>
            <a:custGeom>
              <a:avLst/>
              <a:gdLst>
                <a:gd name="T0" fmla="*/ 0 w 16"/>
                <a:gd name="T1" fmla="*/ 20 h 6"/>
                <a:gd name="T2" fmla="*/ 128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5" y="6"/>
                    <a:pt x="11" y="2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82" name="Freeform 1273">
              <a:extLst>
                <a:ext uri="{FF2B5EF4-FFF2-40B4-BE49-F238E27FC236}">
                  <a16:creationId xmlns:a16="http://schemas.microsoft.com/office/drawing/2014/main" id="{D636CD71-7861-489A-A6C1-EB118453A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075"/>
              <a:ext cx="8" cy="36"/>
            </a:xfrm>
            <a:custGeom>
              <a:avLst/>
              <a:gdLst>
                <a:gd name="T0" fmla="*/ 16 w 4"/>
                <a:gd name="T1" fmla="*/ 0 h 17"/>
                <a:gd name="T2" fmla="*/ 32 w 4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2" y="0"/>
                  </a:moveTo>
                  <a:cubicBezTo>
                    <a:pt x="0" y="6"/>
                    <a:pt x="1" y="12"/>
                    <a:pt x="4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83" name="Freeform 1274">
              <a:extLst>
                <a:ext uri="{FF2B5EF4-FFF2-40B4-BE49-F238E27FC236}">
                  <a16:creationId xmlns:a16="http://schemas.microsoft.com/office/drawing/2014/main" id="{1C7F953B-B090-48D3-9BAA-161F81538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006"/>
              <a:ext cx="12" cy="32"/>
            </a:xfrm>
            <a:custGeom>
              <a:avLst/>
              <a:gdLst>
                <a:gd name="T0" fmla="*/ 24 w 6"/>
                <a:gd name="T1" fmla="*/ 145 h 15"/>
                <a:gd name="T2" fmla="*/ 8 w 6"/>
                <a:gd name="T3" fmla="*/ 49 h 15"/>
                <a:gd name="T4" fmla="*/ 48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3" y="15"/>
                  </a:moveTo>
                  <a:cubicBezTo>
                    <a:pt x="2" y="12"/>
                    <a:pt x="0" y="8"/>
                    <a:pt x="1" y="5"/>
                  </a:cubicBezTo>
                  <a:cubicBezTo>
                    <a:pt x="2" y="3"/>
                    <a:pt x="5" y="2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84" name="Freeform 1275">
              <a:extLst>
                <a:ext uri="{FF2B5EF4-FFF2-40B4-BE49-F238E27FC236}">
                  <a16:creationId xmlns:a16="http://schemas.microsoft.com/office/drawing/2014/main" id="{FFCE8BD9-EA14-4319-A7BD-F75BCE34D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917"/>
              <a:ext cx="12" cy="36"/>
            </a:xfrm>
            <a:custGeom>
              <a:avLst/>
              <a:gdLst>
                <a:gd name="T0" fmla="*/ 48 w 6"/>
                <a:gd name="T1" fmla="*/ 0 h 17"/>
                <a:gd name="T2" fmla="*/ 48 w 6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4" y="5"/>
                    <a:pt x="0" y="13"/>
                    <a:pt x="6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85" name="Freeform 1276">
              <a:extLst>
                <a:ext uri="{FF2B5EF4-FFF2-40B4-BE49-F238E27FC236}">
                  <a16:creationId xmlns:a16="http://schemas.microsoft.com/office/drawing/2014/main" id="{5D81D96D-6F93-4BFB-BF14-323896D89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949"/>
              <a:ext cx="34" cy="19"/>
            </a:xfrm>
            <a:custGeom>
              <a:avLst/>
              <a:gdLst>
                <a:gd name="T0" fmla="*/ 0 w 17"/>
                <a:gd name="T1" fmla="*/ 76 h 9"/>
                <a:gd name="T2" fmla="*/ 136 w 17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8"/>
                  </a:moveTo>
                  <a:cubicBezTo>
                    <a:pt x="6" y="7"/>
                    <a:pt x="12" y="0"/>
                    <a:pt x="17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86" name="Freeform 1277">
              <a:extLst>
                <a:ext uri="{FF2B5EF4-FFF2-40B4-BE49-F238E27FC236}">
                  <a16:creationId xmlns:a16="http://schemas.microsoft.com/office/drawing/2014/main" id="{F675965F-BA7C-478A-B8EC-B7B0ED13E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868"/>
              <a:ext cx="10" cy="28"/>
            </a:xfrm>
            <a:custGeom>
              <a:avLst/>
              <a:gdLst>
                <a:gd name="T0" fmla="*/ 40 w 5"/>
                <a:gd name="T1" fmla="*/ 0 h 13"/>
                <a:gd name="T2" fmla="*/ 40 w 5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0" y="3"/>
                    <a:pt x="3" y="10"/>
                    <a:pt x="5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87" name="Freeform 1278">
              <a:extLst>
                <a:ext uri="{FF2B5EF4-FFF2-40B4-BE49-F238E27FC236}">
                  <a16:creationId xmlns:a16="http://schemas.microsoft.com/office/drawing/2014/main" id="{5E5DDD32-2965-4ADB-9DBB-EB4789517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662"/>
              <a:ext cx="8" cy="34"/>
            </a:xfrm>
            <a:custGeom>
              <a:avLst/>
              <a:gdLst>
                <a:gd name="T0" fmla="*/ 32 w 4"/>
                <a:gd name="T1" fmla="*/ 0 h 16"/>
                <a:gd name="T2" fmla="*/ 24 w 4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0" y="2"/>
                    <a:pt x="0" y="13"/>
                    <a:pt x="3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88" name="Freeform 1279">
              <a:extLst>
                <a:ext uri="{FF2B5EF4-FFF2-40B4-BE49-F238E27FC236}">
                  <a16:creationId xmlns:a16="http://schemas.microsoft.com/office/drawing/2014/main" id="{6F6CC5FC-8566-45FD-8FA8-9404E4F2D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623"/>
              <a:ext cx="38" cy="13"/>
            </a:xfrm>
            <a:custGeom>
              <a:avLst/>
              <a:gdLst>
                <a:gd name="T0" fmla="*/ 0 w 19"/>
                <a:gd name="T1" fmla="*/ 0 h 6"/>
                <a:gd name="T2" fmla="*/ 152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4" y="6"/>
                    <a:pt x="14" y="3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89" name="Freeform 1280">
              <a:extLst>
                <a:ext uri="{FF2B5EF4-FFF2-40B4-BE49-F238E27FC236}">
                  <a16:creationId xmlns:a16="http://schemas.microsoft.com/office/drawing/2014/main" id="{CA23541A-128C-4A5C-9E4F-D2D020069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55"/>
              <a:ext cx="40" cy="19"/>
            </a:xfrm>
            <a:custGeom>
              <a:avLst/>
              <a:gdLst>
                <a:gd name="T0" fmla="*/ 0 w 20"/>
                <a:gd name="T1" fmla="*/ 17 h 9"/>
                <a:gd name="T2" fmla="*/ 112 w 20"/>
                <a:gd name="T3" fmla="*/ 49 h 9"/>
                <a:gd name="T4" fmla="*/ 160 w 20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0" y="2"/>
                  </a:moveTo>
                  <a:cubicBezTo>
                    <a:pt x="7" y="0"/>
                    <a:pt x="9" y="1"/>
                    <a:pt x="14" y="5"/>
                  </a:cubicBezTo>
                  <a:cubicBezTo>
                    <a:pt x="16" y="6"/>
                    <a:pt x="19" y="7"/>
                    <a:pt x="20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90" name="Freeform 1281">
              <a:extLst>
                <a:ext uri="{FF2B5EF4-FFF2-40B4-BE49-F238E27FC236}">
                  <a16:creationId xmlns:a16="http://schemas.microsoft.com/office/drawing/2014/main" id="{1AACA742-D40C-4445-B173-22C4BD02F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57"/>
              <a:ext cx="32" cy="11"/>
            </a:xfrm>
            <a:custGeom>
              <a:avLst/>
              <a:gdLst>
                <a:gd name="T0" fmla="*/ 0 w 16"/>
                <a:gd name="T1" fmla="*/ 0 h 5"/>
                <a:gd name="T2" fmla="*/ 128 w 16"/>
                <a:gd name="T3" fmla="*/ 3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6" y="1"/>
                    <a:pt x="10" y="5"/>
                    <a:pt x="16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91" name="Freeform 1282">
              <a:extLst>
                <a:ext uri="{FF2B5EF4-FFF2-40B4-BE49-F238E27FC236}">
                  <a16:creationId xmlns:a16="http://schemas.microsoft.com/office/drawing/2014/main" id="{03911ADC-054A-4040-A5D1-3D094541E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545"/>
              <a:ext cx="18" cy="36"/>
            </a:xfrm>
            <a:custGeom>
              <a:avLst/>
              <a:gdLst>
                <a:gd name="T0" fmla="*/ 72 w 9"/>
                <a:gd name="T1" fmla="*/ 0 h 17"/>
                <a:gd name="T2" fmla="*/ 40 w 9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9" y="0"/>
                  </a:moveTo>
                  <a:cubicBezTo>
                    <a:pt x="5" y="4"/>
                    <a:pt x="0" y="12"/>
                    <a:pt x="5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92" name="Freeform 1283">
              <a:extLst>
                <a:ext uri="{FF2B5EF4-FFF2-40B4-BE49-F238E27FC236}">
                  <a16:creationId xmlns:a16="http://schemas.microsoft.com/office/drawing/2014/main" id="{B060ED1E-54D4-4F05-BE55-EB84A4F19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509"/>
              <a:ext cx="28" cy="12"/>
            </a:xfrm>
            <a:custGeom>
              <a:avLst/>
              <a:gdLst>
                <a:gd name="T0" fmla="*/ 0 w 14"/>
                <a:gd name="T1" fmla="*/ 0 h 6"/>
                <a:gd name="T2" fmla="*/ 112 w 14"/>
                <a:gd name="T3" fmla="*/ 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3" y="6"/>
                    <a:pt x="8" y="3"/>
                    <a:pt x="14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93" name="Freeform 1284">
              <a:extLst>
                <a:ext uri="{FF2B5EF4-FFF2-40B4-BE49-F238E27FC236}">
                  <a16:creationId xmlns:a16="http://schemas.microsoft.com/office/drawing/2014/main" id="{F7403287-8684-4F80-828A-B3AEAEC6D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466"/>
              <a:ext cx="24" cy="17"/>
            </a:xfrm>
            <a:custGeom>
              <a:avLst/>
              <a:gdLst>
                <a:gd name="T0" fmla="*/ 0 w 12"/>
                <a:gd name="T1" fmla="*/ 0 h 8"/>
                <a:gd name="T2" fmla="*/ 96 w 12"/>
                <a:gd name="T3" fmla="*/ 6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3" y="4"/>
                    <a:pt x="6" y="8"/>
                    <a:pt x="12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94" name="Freeform 1285">
              <a:extLst>
                <a:ext uri="{FF2B5EF4-FFF2-40B4-BE49-F238E27FC236}">
                  <a16:creationId xmlns:a16="http://schemas.microsoft.com/office/drawing/2014/main" id="{4DBE92D0-27DE-4BBB-9E9C-5A47606C7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415"/>
              <a:ext cx="38" cy="13"/>
            </a:xfrm>
            <a:custGeom>
              <a:avLst/>
              <a:gdLst>
                <a:gd name="T0" fmla="*/ 0 w 19"/>
                <a:gd name="T1" fmla="*/ 0 h 6"/>
                <a:gd name="T2" fmla="*/ 152 w 19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2" y="5"/>
                    <a:pt x="14" y="6"/>
                    <a:pt x="19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95" name="Freeform 1286">
              <a:extLst>
                <a:ext uri="{FF2B5EF4-FFF2-40B4-BE49-F238E27FC236}">
                  <a16:creationId xmlns:a16="http://schemas.microsoft.com/office/drawing/2014/main" id="{FA64CE41-CF10-48FD-99C6-8570823F8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343"/>
              <a:ext cx="38" cy="6"/>
            </a:xfrm>
            <a:custGeom>
              <a:avLst/>
              <a:gdLst>
                <a:gd name="T0" fmla="*/ 0 w 19"/>
                <a:gd name="T1" fmla="*/ 8 h 3"/>
                <a:gd name="T2" fmla="*/ 80 w 19"/>
                <a:gd name="T3" fmla="*/ 0 h 3"/>
                <a:gd name="T4" fmla="*/ 152 w 19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">
                  <a:moveTo>
                    <a:pt x="0" y="1"/>
                  </a:moveTo>
                  <a:cubicBezTo>
                    <a:pt x="3" y="2"/>
                    <a:pt x="7" y="0"/>
                    <a:pt x="10" y="0"/>
                  </a:cubicBezTo>
                  <a:cubicBezTo>
                    <a:pt x="13" y="1"/>
                    <a:pt x="16" y="2"/>
                    <a:pt x="19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96" name="Freeform 1287">
              <a:extLst>
                <a:ext uri="{FF2B5EF4-FFF2-40B4-BE49-F238E27FC236}">
                  <a16:creationId xmlns:a16="http://schemas.microsoft.com/office/drawing/2014/main" id="{A7A5518C-DF60-482E-A8D7-776949B20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294"/>
              <a:ext cx="16" cy="34"/>
            </a:xfrm>
            <a:custGeom>
              <a:avLst/>
              <a:gdLst>
                <a:gd name="T0" fmla="*/ 64 w 8"/>
                <a:gd name="T1" fmla="*/ 0 h 16"/>
                <a:gd name="T2" fmla="*/ 16 w 8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3" y="3"/>
                    <a:pt x="0" y="11"/>
                    <a:pt x="2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97" name="Freeform 1288">
              <a:extLst>
                <a:ext uri="{FF2B5EF4-FFF2-40B4-BE49-F238E27FC236}">
                  <a16:creationId xmlns:a16="http://schemas.microsoft.com/office/drawing/2014/main" id="{EB42BCC3-F9BF-402D-9CB8-D38511420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247"/>
              <a:ext cx="20" cy="42"/>
            </a:xfrm>
            <a:custGeom>
              <a:avLst/>
              <a:gdLst>
                <a:gd name="T0" fmla="*/ 8 w 10"/>
                <a:gd name="T1" fmla="*/ 185 h 20"/>
                <a:gd name="T2" fmla="*/ 80 w 1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1" y="20"/>
                  </a:moveTo>
                  <a:cubicBezTo>
                    <a:pt x="0" y="13"/>
                    <a:pt x="3" y="2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98" name="Freeform 1289">
              <a:extLst>
                <a:ext uri="{FF2B5EF4-FFF2-40B4-BE49-F238E27FC236}">
                  <a16:creationId xmlns:a16="http://schemas.microsoft.com/office/drawing/2014/main" id="{36E3131E-0A77-49EE-AD9C-DFF994DC1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285"/>
              <a:ext cx="24" cy="36"/>
            </a:xfrm>
            <a:custGeom>
              <a:avLst/>
              <a:gdLst>
                <a:gd name="T0" fmla="*/ 96 w 12"/>
                <a:gd name="T1" fmla="*/ 0 h 17"/>
                <a:gd name="T2" fmla="*/ 40 w 12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8" y="4"/>
                    <a:pt x="0" y="11"/>
                    <a:pt x="5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799" name="Freeform 1290">
              <a:extLst>
                <a:ext uri="{FF2B5EF4-FFF2-40B4-BE49-F238E27FC236}">
                  <a16:creationId xmlns:a16="http://schemas.microsoft.com/office/drawing/2014/main" id="{5CC7A6A7-7B3D-47F4-B72D-7D6DAB48F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266"/>
              <a:ext cx="20" cy="36"/>
            </a:xfrm>
            <a:custGeom>
              <a:avLst/>
              <a:gdLst>
                <a:gd name="T0" fmla="*/ 80 w 10"/>
                <a:gd name="T1" fmla="*/ 0 h 17"/>
                <a:gd name="T2" fmla="*/ 40 w 10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4" y="3"/>
                    <a:pt x="0" y="10"/>
                    <a:pt x="5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00" name="Freeform 1291">
              <a:extLst>
                <a:ext uri="{FF2B5EF4-FFF2-40B4-BE49-F238E27FC236}">
                  <a16:creationId xmlns:a16="http://schemas.microsoft.com/office/drawing/2014/main" id="{5ACBB1DD-86C6-4291-BE93-CDA7470D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315"/>
              <a:ext cx="34" cy="36"/>
            </a:xfrm>
            <a:custGeom>
              <a:avLst/>
              <a:gdLst>
                <a:gd name="T0" fmla="*/ 56 w 17"/>
                <a:gd name="T1" fmla="*/ 161 h 17"/>
                <a:gd name="T2" fmla="*/ 136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7" y="17"/>
                  </a:moveTo>
                  <a:cubicBezTo>
                    <a:pt x="0" y="12"/>
                    <a:pt x="12" y="3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01" name="Freeform 1292">
              <a:extLst>
                <a:ext uri="{FF2B5EF4-FFF2-40B4-BE49-F238E27FC236}">
                  <a16:creationId xmlns:a16="http://schemas.microsoft.com/office/drawing/2014/main" id="{07AD1938-91F9-400D-8BC2-C1E5738E3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357"/>
              <a:ext cx="40" cy="17"/>
            </a:xfrm>
            <a:custGeom>
              <a:avLst/>
              <a:gdLst>
                <a:gd name="T0" fmla="*/ 0 w 20"/>
                <a:gd name="T1" fmla="*/ 28 h 8"/>
                <a:gd name="T2" fmla="*/ 160 w 20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3"/>
                  </a:moveTo>
                  <a:cubicBezTo>
                    <a:pt x="8" y="0"/>
                    <a:pt x="15" y="2"/>
                    <a:pt x="20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02" name="Freeform 1293">
              <a:extLst>
                <a:ext uri="{FF2B5EF4-FFF2-40B4-BE49-F238E27FC236}">
                  <a16:creationId xmlns:a16="http://schemas.microsoft.com/office/drawing/2014/main" id="{0A9202C4-7030-492C-A34F-99F0756A4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383"/>
              <a:ext cx="32" cy="11"/>
            </a:xfrm>
            <a:custGeom>
              <a:avLst/>
              <a:gdLst>
                <a:gd name="T0" fmla="*/ 0 w 16"/>
                <a:gd name="T1" fmla="*/ 0 h 5"/>
                <a:gd name="T2" fmla="*/ 128 w 16"/>
                <a:gd name="T3" fmla="*/ 33 h 5"/>
                <a:gd name="T4" fmla="*/ 128 w 1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3" y="5"/>
                    <a:pt x="11" y="3"/>
                    <a:pt x="16" y="3"/>
                  </a:cubicBezTo>
                  <a:cubicBezTo>
                    <a:pt x="16" y="3"/>
                    <a:pt x="16" y="5"/>
                    <a:pt x="16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03" name="Freeform 1294">
              <a:extLst>
                <a:ext uri="{FF2B5EF4-FFF2-40B4-BE49-F238E27FC236}">
                  <a16:creationId xmlns:a16="http://schemas.microsoft.com/office/drawing/2014/main" id="{B7E1F1A9-0F7C-40A3-AA98-F40440D2D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309"/>
              <a:ext cx="78" cy="112"/>
            </a:xfrm>
            <a:custGeom>
              <a:avLst/>
              <a:gdLst>
                <a:gd name="T0" fmla="*/ 0 w 39"/>
                <a:gd name="T1" fmla="*/ 501 h 53"/>
                <a:gd name="T2" fmla="*/ 136 w 39"/>
                <a:gd name="T3" fmla="*/ 366 h 53"/>
                <a:gd name="T4" fmla="*/ 256 w 39"/>
                <a:gd name="T5" fmla="*/ 228 h 53"/>
                <a:gd name="T6" fmla="*/ 216 w 39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3">
                  <a:moveTo>
                    <a:pt x="0" y="53"/>
                  </a:moveTo>
                  <a:cubicBezTo>
                    <a:pt x="7" y="52"/>
                    <a:pt x="13" y="43"/>
                    <a:pt x="17" y="39"/>
                  </a:cubicBezTo>
                  <a:cubicBezTo>
                    <a:pt x="22" y="34"/>
                    <a:pt x="28" y="30"/>
                    <a:pt x="32" y="24"/>
                  </a:cubicBezTo>
                  <a:cubicBezTo>
                    <a:pt x="39" y="15"/>
                    <a:pt x="34" y="7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04" name="Freeform 1295">
              <a:extLst>
                <a:ext uri="{FF2B5EF4-FFF2-40B4-BE49-F238E27FC236}">
                  <a16:creationId xmlns:a16="http://schemas.microsoft.com/office/drawing/2014/main" id="{7D223EF0-786F-48AF-8A4D-7101DB7B4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234"/>
              <a:ext cx="74" cy="102"/>
            </a:xfrm>
            <a:custGeom>
              <a:avLst/>
              <a:gdLst>
                <a:gd name="T0" fmla="*/ 0 w 37"/>
                <a:gd name="T1" fmla="*/ 461 h 48"/>
                <a:gd name="T2" fmla="*/ 144 w 37"/>
                <a:gd name="T3" fmla="*/ 317 h 48"/>
                <a:gd name="T4" fmla="*/ 240 w 37"/>
                <a:gd name="T5" fmla="*/ 193 h 48"/>
                <a:gd name="T6" fmla="*/ 176 w 37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8">
                  <a:moveTo>
                    <a:pt x="0" y="48"/>
                  </a:moveTo>
                  <a:cubicBezTo>
                    <a:pt x="9" y="44"/>
                    <a:pt x="12" y="39"/>
                    <a:pt x="18" y="33"/>
                  </a:cubicBezTo>
                  <a:cubicBezTo>
                    <a:pt x="21" y="28"/>
                    <a:pt x="26" y="24"/>
                    <a:pt x="30" y="20"/>
                  </a:cubicBezTo>
                  <a:cubicBezTo>
                    <a:pt x="37" y="9"/>
                    <a:pt x="26" y="7"/>
                    <a:pt x="2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05" name="Freeform 1296">
              <a:extLst>
                <a:ext uri="{FF2B5EF4-FFF2-40B4-BE49-F238E27FC236}">
                  <a16:creationId xmlns:a16="http://schemas.microsoft.com/office/drawing/2014/main" id="{B778FFA8-396B-49F8-8318-72F935823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2149"/>
              <a:ext cx="81" cy="119"/>
            </a:xfrm>
            <a:custGeom>
              <a:avLst/>
              <a:gdLst>
                <a:gd name="T0" fmla="*/ 0 w 41"/>
                <a:gd name="T1" fmla="*/ 538 h 56"/>
                <a:gd name="T2" fmla="*/ 63 w 41"/>
                <a:gd name="T3" fmla="*/ 402 h 56"/>
                <a:gd name="T4" fmla="*/ 156 w 41"/>
                <a:gd name="T5" fmla="*/ 289 h 56"/>
                <a:gd name="T6" fmla="*/ 215 w 41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0" y="56"/>
                  </a:moveTo>
                  <a:cubicBezTo>
                    <a:pt x="5" y="53"/>
                    <a:pt x="5" y="47"/>
                    <a:pt x="8" y="42"/>
                  </a:cubicBezTo>
                  <a:cubicBezTo>
                    <a:pt x="11" y="37"/>
                    <a:pt x="15" y="34"/>
                    <a:pt x="20" y="30"/>
                  </a:cubicBezTo>
                  <a:cubicBezTo>
                    <a:pt x="30" y="23"/>
                    <a:pt x="41" y="11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06" name="Freeform 1297">
              <a:extLst>
                <a:ext uri="{FF2B5EF4-FFF2-40B4-BE49-F238E27FC236}">
                  <a16:creationId xmlns:a16="http://schemas.microsoft.com/office/drawing/2014/main" id="{DDB9952A-FCE1-4B30-A88B-B401F97B9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772"/>
              <a:ext cx="76" cy="79"/>
            </a:xfrm>
            <a:custGeom>
              <a:avLst/>
              <a:gdLst>
                <a:gd name="T0" fmla="*/ 0 w 38"/>
                <a:gd name="T1" fmla="*/ 361 h 37"/>
                <a:gd name="T2" fmla="*/ 240 w 38"/>
                <a:gd name="T3" fmla="*/ 156 h 37"/>
                <a:gd name="T4" fmla="*/ 256 w 38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9" y="32"/>
                    <a:pt x="21" y="23"/>
                    <a:pt x="30" y="16"/>
                  </a:cubicBezTo>
                  <a:cubicBezTo>
                    <a:pt x="38" y="10"/>
                    <a:pt x="36" y="9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07" name="Freeform 1298">
              <a:extLst>
                <a:ext uri="{FF2B5EF4-FFF2-40B4-BE49-F238E27FC236}">
                  <a16:creationId xmlns:a16="http://schemas.microsoft.com/office/drawing/2014/main" id="{92AF1069-1351-4665-BB2B-BD493CDDE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730"/>
              <a:ext cx="78" cy="68"/>
            </a:xfrm>
            <a:custGeom>
              <a:avLst/>
              <a:gdLst>
                <a:gd name="T0" fmla="*/ 0 w 39"/>
                <a:gd name="T1" fmla="*/ 308 h 32"/>
                <a:gd name="T2" fmla="*/ 240 w 39"/>
                <a:gd name="T3" fmla="*/ 172 h 32"/>
                <a:gd name="T4" fmla="*/ 304 w 39"/>
                <a:gd name="T5" fmla="*/ 77 h 32"/>
                <a:gd name="T6" fmla="*/ 288 w 3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2">
                  <a:moveTo>
                    <a:pt x="0" y="32"/>
                  </a:moveTo>
                  <a:cubicBezTo>
                    <a:pt x="9" y="29"/>
                    <a:pt x="23" y="24"/>
                    <a:pt x="30" y="18"/>
                  </a:cubicBezTo>
                  <a:cubicBezTo>
                    <a:pt x="32" y="16"/>
                    <a:pt x="38" y="11"/>
                    <a:pt x="38" y="8"/>
                  </a:cubicBezTo>
                  <a:cubicBezTo>
                    <a:pt x="39" y="3"/>
                    <a:pt x="38" y="4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08" name="Freeform 1299">
              <a:extLst>
                <a:ext uri="{FF2B5EF4-FFF2-40B4-BE49-F238E27FC236}">
                  <a16:creationId xmlns:a16="http://schemas.microsoft.com/office/drawing/2014/main" id="{2184F55F-406E-4960-9F63-27EFDA5EC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706"/>
              <a:ext cx="78" cy="41"/>
            </a:xfrm>
            <a:custGeom>
              <a:avLst/>
              <a:gdLst>
                <a:gd name="T0" fmla="*/ 0 w 39"/>
                <a:gd name="T1" fmla="*/ 190 h 19"/>
                <a:gd name="T2" fmla="*/ 200 w 39"/>
                <a:gd name="T3" fmla="*/ 69 h 19"/>
                <a:gd name="T4" fmla="*/ 312 w 3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9" y="19"/>
                    <a:pt x="18" y="11"/>
                    <a:pt x="25" y="7"/>
                  </a:cubicBezTo>
                  <a:cubicBezTo>
                    <a:pt x="29" y="5"/>
                    <a:pt x="36" y="4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09" name="Freeform 1300">
              <a:extLst>
                <a:ext uri="{FF2B5EF4-FFF2-40B4-BE49-F238E27FC236}">
                  <a16:creationId xmlns:a16="http://schemas.microsoft.com/office/drawing/2014/main" id="{112F9517-0506-4304-9B52-F5224025B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768"/>
              <a:ext cx="122" cy="104"/>
            </a:xfrm>
            <a:custGeom>
              <a:avLst/>
              <a:gdLst>
                <a:gd name="T0" fmla="*/ 0 w 61"/>
                <a:gd name="T1" fmla="*/ 325 h 49"/>
                <a:gd name="T2" fmla="*/ 272 w 61"/>
                <a:gd name="T3" fmla="*/ 238 h 49"/>
                <a:gd name="T4" fmla="*/ 432 w 61"/>
                <a:gd name="T5" fmla="*/ 136 h 49"/>
                <a:gd name="T6" fmla="*/ 432 w 61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9">
                  <a:moveTo>
                    <a:pt x="0" y="34"/>
                  </a:moveTo>
                  <a:cubicBezTo>
                    <a:pt x="9" y="49"/>
                    <a:pt x="24" y="31"/>
                    <a:pt x="34" y="25"/>
                  </a:cubicBezTo>
                  <a:cubicBezTo>
                    <a:pt x="41" y="22"/>
                    <a:pt x="50" y="19"/>
                    <a:pt x="54" y="14"/>
                  </a:cubicBezTo>
                  <a:cubicBezTo>
                    <a:pt x="61" y="6"/>
                    <a:pt x="52" y="6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10" name="Freeform 1301">
              <a:extLst>
                <a:ext uri="{FF2B5EF4-FFF2-40B4-BE49-F238E27FC236}">
                  <a16:creationId xmlns:a16="http://schemas.microsoft.com/office/drawing/2014/main" id="{407D6086-578E-48A6-BEFF-4E2433998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723"/>
              <a:ext cx="68" cy="60"/>
            </a:xfrm>
            <a:custGeom>
              <a:avLst/>
              <a:gdLst>
                <a:gd name="T0" fmla="*/ 0 w 34"/>
                <a:gd name="T1" fmla="*/ 276 h 28"/>
                <a:gd name="T2" fmla="*/ 80 w 34"/>
                <a:gd name="T3" fmla="*/ 206 h 28"/>
                <a:gd name="T4" fmla="*/ 184 w 34"/>
                <a:gd name="T5" fmla="*/ 148 h 28"/>
                <a:gd name="T6" fmla="*/ 256 w 34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8">
                  <a:moveTo>
                    <a:pt x="0" y="28"/>
                  </a:moveTo>
                  <a:cubicBezTo>
                    <a:pt x="6" y="28"/>
                    <a:pt x="7" y="24"/>
                    <a:pt x="10" y="21"/>
                  </a:cubicBezTo>
                  <a:cubicBezTo>
                    <a:pt x="14" y="18"/>
                    <a:pt x="18" y="17"/>
                    <a:pt x="23" y="15"/>
                  </a:cubicBezTo>
                  <a:cubicBezTo>
                    <a:pt x="31" y="13"/>
                    <a:pt x="34" y="9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11" name="Freeform 1302">
              <a:extLst>
                <a:ext uri="{FF2B5EF4-FFF2-40B4-BE49-F238E27FC236}">
                  <a16:creationId xmlns:a16="http://schemas.microsoft.com/office/drawing/2014/main" id="{568C1E26-ACB6-4A28-8CF2-A790CB92E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702"/>
              <a:ext cx="72" cy="43"/>
            </a:xfrm>
            <a:custGeom>
              <a:avLst/>
              <a:gdLst>
                <a:gd name="T0" fmla="*/ 0 w 36"/>
                <a:gd name="T1" fmla="*/ 198 h 20"/>
                <a:gd name="T2" fmla="*/ 176 w 36"/>
                <a:gd name="T3" fmla="*/ 101 h 20"/>
                <a:gd name="T4" fmla="*/ 288 w 3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0">
                  <a:moveTo>
                    <a:pt x="0" y="20"/>
                  </a:moveTo>
                  <a:cubicBezTo>
                    <a:pt x="7" y="17"/>
                    <a:pt x="15" y="14"/>
                    <a:pt x="22" y="10"/>
                  </a:cubicBezTo>
                  <a:cubicBezTo>
                    <a:pt x="26" y="8"/>
                    <a:pt x="33" y="2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12" name="Freeform 1303">
              <a:extLst>
                <a:ext uri="{FF2B5EF4-FFF2-40B4-BE49-F238E27FC236}">
                  <a16:creationId xmlns:a16="http://schemas.microsoft.com/office/drawing/2014/main" id="{AB8D0A36-332C-4651-83E1-A5A79FBD2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704"/>
              <a:ext cx="48" cy="24"/>
            </a:xfrm>
            <a:custGeom>
              <a:avLst/>
              <a:gdLst>
                <a:gd name="T0" fmla="*/ 0 w 24"/>
                <a:gd name="T1" fmla="*/ 113 h 11"/>
                <a:gd name="T2" fmla="*/ 192 w 2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8" y="6"/>
                    <a:pt x="17" y="5"/>
                    <a:pt x="2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13" name="Freeform 1304">
              <a:extLst>
                <a:ext uri="{FF2B5EF4-FFF2-40B4-BE49-F238E27FC236}">
                  <a16:creationId xmlns:a16="http://schemas.microsoft.com/office/drawing/2014/main" id="{BE33C257-E835-4236-B097-6E77E34D3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702"/>
              <a:ext cx="22" cy="13"/>
            </a:xfrm>
            <a:custGeom>
              <a:avLst/>
              <a:gdLst>
                <a:gd name="T0" fmla="*/ 88 w 11"/>
                <a:gd name="T1" fmla="*/ 61 h 6"/>
                <a:gd name="T2" fmla="*/ 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11" y="4"/>
                    <a:pt x="0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14" name="Freeform 1305">
              <a:extLst>
                <a:ext uri="{FF2B5EF4-FFF2-40B4-BE49-F238E27FC236}">
                  <a16:creationId xmlns:a16="http://schemas.microsoft.com/office/drawing/2014/main" id="{AF1F047E-10FC-45AF-8C7F-B950DB231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851"/>
              <a:ext cx="52" cy="21"/>
            </a:xfrm>
            <a:custGeom>
              <a:avLst/>
              <a:gdLst>
                <a:gd name="T0" fmla="*/ 0 w 26"/>
                <a:gd name="T1" fmla="*/ 92 h 10"/>
                <a:gd name="T2" fmla="*/ 208 w 2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8" y="7"/>
                    <a:pt x="18" y="5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15" name="Freeform 1306">
              <a:extLst>
                <a:ext uri="{FF2B5EF4-FFF2-40B4-BE49-F238E27FC236}">
                  <a16:creationId xmlns:a16="http://schemas.microsoft.com/office/drawing/2014/main" id="{A9759A86-C959-4517-A11D-77AA22804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060"/>
              <a:ext cx="96" cy="121"/>
            </a:xfrm>
            <a:custGeom>
              <a:avLst/>
              <a:gdLst>
                <a:gd name="T0" fmla="*/ 0 w 48"/>
                <a:gd name="T1" fmla="*/ 537 h 57"/>
                <a:gd name="T2" fmla="*/ 112 w 48"/>
                <a:gd name="T3" fmla="*/ 469 h 57"/>
                <a:gd name="T4" fmla="*/ 304 w 48"/>
                <a:gd name="T5" fmla="*/ 248 h 57"/>
                <a:gd name="T6" fmla="*/ 296 w 48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7">
                  <a:moveTo>
                    <a:pt x="0" y="56"/>
                  </a:moveTo>
                  <a:cubicBezTo>
                    <a:pt x="7" y="57"/>
                    <a:pt x="9" y="54"/>
                    <a:pt x="14" y="49"/>
                  </a:cubicBezTo>
                  <a:cubicBezTo>
                    <a:pt x="22" y="41"/>
                    <a:pt x="31" y="34"/>
                    <a:pt x="38" y="26"/>
                  </a:cubicBezTo>
                  <a:cubicBezTo>
                    <a:pt x="44" y="19"/>
                    <a:pt x="48" y="5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16" name="Freeform 1307">
              <a:extLst>
                <a:ext uri="{FF2B5EF4-FFF2-40B4-BE49-F238E27FC236}">
                  <a16:creationId xmlns:a16="http://schemas.microsoft.com/office/drawing/2014/main" id="{27E1C7A7-6EBD-442A-9013-B06BA4AF7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983"/>
              <a:ext cx="98" cy="123"/>
            </a:xfrm>
            <a:custGeom>
              <a:avLst/>
              <a:gdLst>
                <a:gd name="T0" fmla="*/ 0 w 49"/>
                <a:gd name="T1" fmla="*/ 554 h 58"/>
                <a:gd name="T2" fmla="*/ 208 w 49"/>
                <a:gd name="T3" fmla="*/ 333 h 58"/>
                <a:gd name="T4" fmla="*/ 352 w 49"/>
                <a:gd name="T5" fmla="*/ 189 h 58"/>
                <a:gd name="T6" fmla="*/ 360 w 49"/>
                <a:gd name="T7" fmla="*/ 76 h 58"/>
                <a:gd name="T8" fmla="*/ 328 w 49"/>
                <a:gd name="T9" fmla="*/ 17 h 58"/>
                <a:gd name="T10" fmla="*/ 304 w 49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8">
                  <a:moveTo>
                    <a:pt x="0" y="58"/>
                  </a:moveTo>
                  <a:cubicBezTo>
                    <a:pt x="9" y="50"/>
                    <a:pt x="16" y="42"/>
                    <a:pt x="26" y="35"/>
                  </a:cubicBezTo>
                  <a:cubicBezTo>
                    <a:pt x="32" y="30"/>
                    <a:pt x="39" y="26"/>
                    <a:pt x="44" y="20"/>
                  </a:cubicBezTo>
                  <a:cubicBezTo>
                    <a:pt x="49" y="15"/>
                    <a:pt x="49" y="15"/>
                    <a:pt x="45" y="8"/>
                  </a:cubicBezTo>
                  <a:cubicBezTo>
                    <a:pt x="44" y="6"/>
                    <a:pt x="42" y="4"/>
                    <a:pt x="41" y="2"/>
                  </a:cubicBezTo>
                  <a:cubicBezTo>
                    <a:pt x="39" y="0"/>
                    <a:pt x="37" y="2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17" name="Freeform 1308">
              <a:extLst>
                <a:ext uri="{FF2B5EF4-FFF2-40B4-BE49-F238E27FC236}">
                  <a16:creationId xmlns:a16="http://schemas.microsoft.com/office/drawing/2014/main" id="{38E0D1C5-0A17-4E4C-8E76-CCF694F90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328"/>
              <a:ext cx="98" cy="106"/>
            </a:xfrm>
            <a:custGeom>
              <a:avLst/>
              <a:gdLst>
                <a:gd name="T0" fmla="*/ 0 w 49"/>
                <a:gd name="T1" fmla="*/ 477 h 50"/>
                <a:gd name="T2" fmla="*/ 224 w 49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0">
                  <a:moveTo>
                    <a:pt x="0" y="50"/>
                  </a:moveTo>
                  <a:cubicBezTo>
                    <a:pt x="7" y="37"/>
                    <a:pt x="49" y="16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18" name="Freeform 1309">
              <a:extLst>
                <a:ext uri="{FF2B5EF4-FFF2-40B4-BE49-F238E27FC236}">
                  <a16:creationId xmlns:a16="http://schemas.microsoft.com/office/drawing/2014/main" id="{A4B7B501-52B8-4050-9758-98BCC5C2B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238"/>
              <a:ext cx="79" cy="120"/>
            </a:xfrm>
            <a:custGeom>
              <a:avLst/>
              <a:gdLst>
                <a:gd name="T0" fmla="*/ 0 w 40"/>
                <a:gd name="T1" fmla="*/ 551 h 56"/>
                <a:gd name="T2" fmla="*/ 261 w 40"/>
                <a:gd name="T3" fmla="*/ 234 h 56"/>
                <a:gd name="T4" fmla="*/ 292 w 40"/>
                <a:gd name="T5" fmla="*/ 77 h 56"/>
                <a:gd name="T6" fmla="*/ 223 w 40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6">
                  <a:moveTo>
                    <a:pt x="0" y="56"/>
                  </a:moveTo>
                  <a:cubicBezTo>
                    <a:pt x="12" y="49"/>
                    <a:pt x="26" y="36"/>
                    <a:pt x="34" y="24"/>
                  </a:cubicBezTo>
                  <a:cubicBezTo>
                    <a:pt x="37" y="21"/>
                    <a:pt x="40" y="13"/>
                    <a:pt x="38" y="8"/>
                  </a:cubicBezTo>
                  <a:cubicBezTo>
                    <a:pt x="36" y="4"/>
                    <a:pt x="31" y="4"/>
                    <a:pt x="2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19" name="Freeform 1310">
              <a:extLst>
                <a:ext uri="{FF2B5EF4-FFF2-40B4-BE49-F238E27FC236}">
                  <a16:creationId xmlns:a16="http://schemas.microsoft.com/office/drawing/2014/main" id="{81595391-DB55-43C7-AA7F-3E4AD450C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164"/>
              <a:ext cx="106" cy="100"/>
            </a:xfrm>
            <a:custGeom>
              <a:avLst/>
              <a:gdLst>
                <a:gd name="T0" fmla="*/ 0 w 53"/>
                <a:gd name="T1" fmla="*/ 453 h 47"/>
                <a:gd name="T2" fmla="*/ 240 w 5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7">
                  <a:moveTo>
                    <a:pt x="0" y="47"/>
                  </a:moveTo>
                  <a:cubicBezTo>
                    <a:pt x="10" y="41"/>
                    <a:pt x="53" y="11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20" name="Freeform 1311">
              <a:extLst>
                <a:ext uri="{FF2B5EF4-FFF2-40B4-BE49-F238E27FC236}">
                  <a16:creationId xmlns:a16="http://schemas.microsoft.com/office/drawing/2014/main" id="{B2A06376-75CE-4A72-98EB-91BCE8E18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200"/>
              <a:ext cx="12" cy="13"/>
            </a:xfrm>
            <a:custGeom>
              <a:avLst/>
              <a:gdLst>
                <a:gd name="T0" fmla="*/ 0 w 6"/>
                <a:gd name="T1" fmla="*/ 0 h 6"/>
                <a:gd name="T2" fmla="*/ 48 w 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21" name="Freeform 1312">
              <a:extLst>
                <a:ext uri="{FF2B5EF4-FFF2-40B4-BE49-F238E27FC236}">
                  <a16:creationId xmlns:a16="http://schemas.microsoft.com/office/drawing/2014/main" id="{20320E65-7E01-4DD9-92BB-A7A41BFE0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083"/>
              <a:ext cx="102" cy="100"/>
            </a:xfrm>
            <a:custGeom>
              <a:avLst/>
              <a:gdLst>
                <a:gd name="T0" fmla="*/ 0 w 51"/>
                <a:gd name="T1" fmla="*/ 453 h 47"/>
                <a:gd name="T2" fmla="*/ 96 w 51"/>
                <a:gd name="T3" fmla="*/ 357 h 47"/>
                <a:gd name="T4" fmla="*/ 296 w 51"/>
                <a:gd name="T5" fmla="*/ 172 h 47"/>
                <a:gd name="T6" fmla="*/ 408 w 51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7">
                  <a:moveTo>
                    <a:pt x="0" y="47"/>
                  </a:moveTo>
                  <a:cubicBezTo>
                    <a:pt x="3" y="43"/>
                    <a:pt x="8" y="41"/>
                    <a:pt x="12" y="37"/>
                  </a:cubicBezTo>
                  <a:cubicBezTo>
                    <a:pt x="20" y="31"/>
                    <a:pt x="29" y="24"/>
                    <a:pt x="37" y="18"/>
                  </a:cubicBezTo>
                  <a:cubicBezTo>
                    <a:pt x="43" y="13"/>
                    <a:pt x="50" y="8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22" name="Freeform 1313">
              <a:extLst>
                <a:ext uri="{FF2B5EF4-FFF2-40B4-BE49-F238E27FC236}">
                  <a16:creationId xmlns:a16="http://schemas.microsoft.com/office/drawing/2014/main" id="{EC9D8877-D3A3-4223-B5BB-0169A3132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066"/>
              <a:ext cx="8" cy="9"/>
            </a:xfrm>
            <a:custGeom>
              <a:avLst/>
              <a:gdLst>
                <a:gd name="T0" fmla="*/ 32 w 4"/>
                <a:gd name="T1" fmla="*/ 45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3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23" name="Freeform 1314">
              <a:extLst>
                <a:ext uri="{FF2B5EF4-FFF2-40B4-BE49-F238E27FC236}">
                  <a16:creationId xmlns:a16="http://schemas.microsoft.com/office/drawing/2014/main" id="{F9CC8CB5-8EE9-4E0E-9CA8-E467E7798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719"/>
              <a:ext cx="54" cy="194"/>
            </a:xfrm>
            <a:custGeom>
              <a:avLst/>
              <a:gdLst>
                <a:gd name="T0" fmla="*/ 128 w 27"/>
                <a:gd name="T1" fmla="*/ 0 h 91"/>
                <a:gd name="T2" fmla="*/ 200 w 27"/>
                <a:gd name="T3" fmla="*/ 213 h 91"/>
                <a:gd name="T4" fmla="*/ 136 w 27"/>
                <a:gd name="T5" fmla="*/ 554 h 91"/>
                <a:gd name="T6" fmla="*/ 0 w 27"/>
                <a:gd name="T7" fmla="*/ 814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91">
                  <a:moveTo>
                    <a:pt x="16" y="0"/>
                  </a:moveTo>
                  <a:cubicBezTo>
                    <a:pt x="23" y="8"/>
                    <a:pt x="27" y="11"/>
                    <a:pt x="25" y="22"/>
                  </a:cubicBezTo>
                  <a:cubicBezTo>
                    <a:pt x="23" y="34"/>
                    <a:pt x="19" y="46"/>
                    <a:pt x="17" y="57"/>
                  </a:cubicBezTo>
                  <a:cubicBezTo>
                    <a:pt x="16" y="64"/>
                    <a:pt x="10" y="91"/>
                    <a:pt x="0" y="8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24" name="Freeform 1315">
              <a:extLst>
                <a:ext uri="{FF2B5EF4-FFF2-40B4-BE49-F238E27FC236}">
                  <a16:creationId xmlns:a16="http://schemas.microsoft.com/office/drawing/2014/main" id="{2CB0023C-6C17-4992-87DB-B855CC139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902"/>
              <a:ext cx="12" cy="56"/>
            </a:xfrm>
            <a:custGeom>
              <a:avLst/>
              <a:gdLst>
                <a:gd name="T0" fmla="*/ 48 w 6"/>
                <a:gd name="T1" fmla="*/ 0 h 26"/>
                <a:gd name="T2" fmla="*/ 8 w 6"/>
                <a:gd name="T3" fmla="*/ 26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4" y="9"/>
                    <a:pt x="0" y="17"/>
                    <a:pt x="1" y="2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25" name="Freeform 1316">
              <a:extLst>
                <a:ext uri="{FF2B5EF4-FFF2-40B4-BE49-F238E27FC236}">
                  <a16:creationId xmlns:a16="http://schemas.microsoft.com/office/drawing/2014/main" id="{9CF14BD0-837B-4949-AEBD-DFB357A8B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587"/>
              <a:ext cx="54" cy="169"/>
            </a:xfrm>
            <a:custGeom>
              <a:avLst/>
              <a:gdLst>
                <a:gd name="T0" fmla="*/ 0 w 27"/>
                <a:gd name="T1" fmla="*/ 774 h 79"/>
                <a:gd name="T2" fmla="*/ 152 w 27"/>
                <a:gd name="T3" fmla="*/ 265 h 79"/>
                <a:gd name="T4" fmla="*/ 192 w 27"/>
                <a:gd name="T5" fmla="*/ 109 h 79"/>
                <a:gd name="T6" fmla="*/ 112 w 27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79">
                  <a:moveTo>
                    <a:pt x="0" y="79"/>
                  </a:moveTo>
                  <a:cubicBezTo>
                    <a:pt x="5" y="62"/>
                    <a:pt x="11" y="43"/>
                    <a:pt x="19" y="27"/>
                  </a:cubicBezTo>
                  <a:cubicBezTo>
                    <a:pt x="21" y="22"/>
                    <a:pt x="27" y="18"/>
                    <a:pt x="24" y="11"/>
                  </a:cubicBezTo>
                  <a:cubicBezTo>
                    <a:pt x="23" y="7"/>
                    <a:pt x="16" y="5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26" name="Freeform 1317">
              <a:extLst>
                <a:ext uri="{FF2B5EF4-FFF2-40B4-BE49-F238E27FC236}">
                  <a16:creationId xmlns:a16="http://schemas.microsoft.com/office/drawing/2014/main" id="{7E631945-B3EF-4862-B1D1-FFA1D898C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479"/>
              <a:ext cx="58" cy="138"/>
            </a:xfrm>
            <a:custGeom>
              <a:avLst/>
              <a:gdLst>
                <a:gd name="T0" fmla="*/ 0 w 29"/>
                <a:gd name="T1" fmla="*/ 622 h 65"/>
                <a:gd name="T2" fmla="*/ 192 w 29"/>
                <a:gd name="T3" fmla="*/ 229 h 65"/>
                <a:gd name="T4" fmla="*/ 112 w 29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5">
                  <a:moveTo>
                    <a:pt x="0" y="65"/>
                  </a:moveTo>
                  <a:cubicBezTo>
                    <a:pt x="10" y="58"/>
                    <a:pt x="20" y="35"/>
                    <a:pt x="24" y="24"/>
                  </a:cubicBezTo>
                  <a:cubicBezTo>
                    <a:pt x="29" y="11"/>
                    <a:pt x="26" y="6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27" name="Freeform 1318">
              <a:extLst>
                <a:ext uri="{FF2B5EF4-FFF2-40B4-BE49-F238E27FC236}">
                  <a16:creationId xmlns:a16="http://schemas.microsoft.com/office/drawing/2014/main" id="{9A192750-0285-4006-9889-AB12A3B30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2368"/>
              <a:ext cx="49" cy="128"/>
            </a:xfrm>
            <a:custGeom>
              <a:avLst/>
              <a:gdLst>
                <a:gd name="T0" fmla="*/ 0 w 25"/>
                <a:gd name="T1" fmla="*/ 582 h 60"/>
                <a:gd name="T2" fmla="*/ 172 w 25"/>
                <a:gd name="T3" fmla="*/ 173 h 60"/>
                <a:gd name="T4" fmla="*/ 76 w 25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0">
                  <a:moveTo>
                    <a:pt x="0" y="60"/>
                  </a:moveTo>
                  <a:cubicBezTo>
                    <a:pt x="6" y="47"/>
                    <a:pt x="21" y="32"/>
                    <a:pt x="23" y="18"/>
                  </a:cubicBezTo>
                  <a:cubicBezTo>
                    <a:pt x="25" y="7"/>
                    <a:pt x="18" y="9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28" name="Freeform 1319">
              <a:extLst>
                <a:ext uri="{FF2B5EF4-FFF2-40B4-BE49-F238E27FC236}">
                  <a16:creationId xmlns:a16="http://schemas.microsoft.com/office/drawing/2014/main" id="{A59A007F-5358-4E23-BE14-CF5910205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238"/>
              <a:ext cx="74" cy="154"/>
            </a:xfrm>
            <a:custGeom>
              <a:avLst/>
              <a:gdLst>
                <a:gd name="T0" fmla="*/ 0 w 37"/>
                <a:gd name="T1" fmla="*/ 704 h 72"/>
                <a:gd name="T2" fmla="*/ 256 w 37"/>
                <a:gd name="T3" fmla="*/ 257 h 72"/>
                <a:gd name="T4" fmla="*/ 208 w 37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2">
                  <a:moveTo>
                    <a:pt x="0" y="72"/>
                  </a:moveTo>
                  <a:cubicBezTo>
                    <a:pt x="12" y="59"/>
                    <a:pt x="24" y="42"/>
                    <a:pt x="32" y="26"/>
                  </a:cubicBezTo>
                  <a:cubicBezTo>
                    <a:pt x="37" y="15"/>
                    <a:pt x="36" y="8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29" name="Freeform 1320">
              <a:extLst>
                <a:ext uri="{FF2B5EF4-FFF2-40B4-BE49-F238E27FC236}">
                  <a16:creationId xmlns:a16="http://schemas.microsoft.com/office/drawing/2014/main" id="{28362FCD-A4AA-4B13-886A-3D5BFECF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130"/>
              <a:ext cx="80" cy="149"/>
            </a:xfrm>
            <a:custGeom>
              <a:avLst/>
              <a:gdLst>
                <a:gd name="T0" fmla="*/ 16 w 40"/>
                <a:gd name="T1" fmla="*/ 634 h 70"/>
                <a:gd name="T2" fmla="*/ 0 w 40"/>
                <a:gd name="T3" fmla="*/ 675 h 70"/>
                <a:gd name="T4" fmla="*/ 248 w 40"/>
                <a:gd name="T5" fmla="*/ 249 h 70"/>
                <a:gd name="T6" fmla="*/ 216 w 40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70">
                  <a:moveTo>
                    <a:pt x="2" y="66"/>
                  </a:moveTo>
                  <a:cubicBezTo>
                    <a:pt x="1" y="67"/>
                    <a:pt x="1" y="68"/>
                    <a:pt x="0" y="70"/>
                  </a:cubicBezTo>
                  <a:cubicBezTo>
                    <a:pt x="9" y="56"/>
                    <a:pt x="21" y="39"/>
                    <a:pt x="31" y="26"/>
                  </a:cubicBezTo>
                  <a:cubicBezTo>
                    <a:pt x="40" y="15"/>
                    <a:pt x="38" y="9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30" name="Freeform 1321">
              <a:extLst>
                <a:ext uri="{FF2B5EF4-FFF2-40B4-BE49-F238E27FC236}">
                  <a16:creationId xmlns:a16="http://schemas.microsoft.com/office/drawing/2014/main" id="{6BA8B5F5-D574-4130-9929-10DC43A4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032"/>
              <a:ext cx="114" cy="130"/>
            </a:xfrm>
            <a:custGeom>
              <a:avLst/>
              <a:gdLst>
                <a:gd name="T0" fmla="*/ 0 w 57"/>
                <a:gd name="T1" fmla="*/ 590 h 61"/>
                <a:gd name="T2" fmla="*/ 296 w 57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61">
                  <a:moveTo>
                    <a:pt x="0" y="61"/>
                  </a:moveTo>
                  <a:cubicBezTo>
                    <a:pt x="9" y="54"/>
                    <a:pt x="57" y="11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31" name="Freeform 1322">
              <a:extLst>
                <a:ext uri="{FF2B5EF4-FFF2-40B4-BE49-F238E27FC236}">
                  <a16:creationId xmlns:a16="http://schemas.microsoft.com/office/drawing/2014/main" id="{EA0A5D88-5375-4BC0-A872-895296954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940"/>
              <a:ext cx="116" cy="118"/>
            </a:xfrm>
            <a:custGeom>
              <a:avLst/>
              <a:gdLst>
                <a:gd name="T0" fmla="*/ 0 w 58"/>
                <a:gd name="T1" fmla="*/ 543 h 55"/>
                <a:gd name="T2" fmla="*/ 264 w 58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55">
                  <a:moveTo>
                    <a:pt x="0" y="55"/>
                  </a:moveTo>
                  <a:cubicBezTo>
                    <a:pt x="7" y="49"/>
                    <a:pt x="58" y="12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32" name="Freeform 1323">
              <a:extLst>
                <a:ext uri="{FF2B5EF4-FFF2-40B4-BE49-F238E27FC236}">
                  <a16:creationId xmlns:a16="http://schemas.microsoft.com/office/drawing/2014/main" id="{87E49885-1188-449A-8276-260DC0CAC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862"/>
              <a:ext cx="111" cy="113"/>
            </a:xfrm>
            <a:custGeom>
              <a:avLst/>
              <a:gdLst>
                <a:gd name="T0" fmla="*/ 0 w 56"/>
                <a:gd name="T1" fmla="*/ 514 h 53"/>
                <a:gd name="T2" fmla="*/ 264 w 56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53">
                  <a:moveTo>
                    <a:pt x="0" y="53"/>
                  </a:moveTo>
                  <a:cubicBezTo>
                    <a:pt x="9" y="47"/>
                    <a:pt x="56" y="12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33" name="Freeform 1324">
              <a:extLst>
                <a:ext uri="{FF2B5EF4-FFF2-40B4-BE49-F238E27FC236}">
                  <a16:creationId xmlns:a16="http://schemas.microsoft.com/office/drawing/2014/main" id="{FFA2B7C7-520F-48DC-953D-EDC120B34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792"/>
              <a:ext cx="122" cy="117"/>
            </a:xfrm>
            <a:custGeom>
              <a:avLst/>
              <a:gdLst>
                <a:gd name="T0" fmla="*/ 0 w 61"/>
                <a:gd name="T1" fmla="*/ 530 h 55"/>
                <a:gd name="T2" fmla="*/ 296 w 6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18" y="46"/>
                    <a:pt x="61" y="21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34" name="Freeform 1325">
              <a:extLst>
                <a:ext uri="{FF2B5EF4-FFF2-40B4-BE49-F238E27FC236}">
                  <a16:creationId xmlns:a16="http://schemas.microsoft.com/office/drawing/2014/main" id="{F1E2A40A-8744-455C-A27B-0F3B42A30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736"/>
              <a:ext cx="86" cy="94"/>
            </a:xfrm>
            <a:custGeom>
              <a:avLst/>
              <a:gdLst>
                <a:gd name="T0" fmla="*/ 264 w 43"/>
                <a:gd name="T1" fmla="*/ 0 h 44"/>
                <a:gd name="T2" fmla="*/ 240 w 43"/>
                <a:gd name="T3" fmla="*/ 241 h 44"/>
                <a:gd name="T4" fmla="*/ 0 w 43"/>
                <a:gd name="T5" fmla="*/ 42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4">
                  <a:moveTo>
                    <a:pt x="33" y="0"/>
                  </a:moveTo>
                  <a:cubicBezTo>
                    <a:pt x="40" y="14"/>
                    <a:pt x="43" y="17"/>
                    <a:pt x="30" y="25"/>
                  </a:cubicBezTo>
                  <a:cubicBezTo>
                    <a:pt x="21" y="32"/>
                    <a:pt x="9" y="39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35" name="Freeform 1326">
              <a:extLst>
                <a:ext uri="{FF2B5EF4-FFF2-40B4-BE49-F238E27FC236}">
                  <a16:creationId xmlns:a16="http://schemas.microsoft.com/office/drawing/2014/main" id="{1C73CDF3-F0EE-4CA8-BB04-20E0AEBD5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672"/>
              <a:ext cx="94" cy="96"/>
            </a:xfrm>
            <a:custGeom>
              <a:avLst/>
              <a:gdLst>
                <a:gd name="T0" fmla="*/ 0 w 47"/>
                <a:gd name="T1" fmla="*/ 437 h 45"/>
                <a:gd name="T2" fmla="*/ 280 w 47"/>
                <a:gd name="T3" fmla="*/ 196 h 45"/>
                <a:gd name="T4" fmla="*/ 272 w 4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5">
                  <a:moveTo>
                    <a:pt x="0" y="45"/>
                  </a:moveTo>
                  <a:cubicBezTo>
                    <a:pt x="12" y="35"/>
                    <a:pt x="23" y="29"/>
                    <a:pt x="35" y="20"/>
                  </a:cubicBezTo>
                  <a:cubicBezTo>
                    <a:pt x="47" y="10"/>
                    <a:pt x="43" y="11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36" name="Freeform 1327">
              <a:extLst>
                <a:ext uri="{FF2B5EF4-FFF2-40B4-BE49-F238E27FC236}">
                  <a16:creationId xmlns:a16="http://schemas.microsoft.com/office/drawing/2014/main" id="{DCD572FD-24FB-4B55-A905-6EA6FD96A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602"/>
              <a:ext cx="96" cy="94"/>
            </a:xfrm>
            <a:custGeom>
              <a:avLst/>
              <a:gdLst>
                <a:gd name="T0" fmla="*/ 0 w 48"/>
                <a:gd name="T1" fmla="*/ 429 h 44"/>
                <a:gd name="T2" fmla="*/ 384 w 48"/>
                <a:gd name="T3" fmla="*/ 120 h 44"/>
                <a:gd name="T4" fmla="*/ 320 w 48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0" y="44"/>
                  </a:moveTo>
                  <a:cubicBezTo>
                    <a:pt x="17" y="40"/>
                    <a:pt x="35" y="23"/>
                    <a:pt x="48" y="12"/>
                  </a:cubicBezTo>
                  <a:cubicBezTo>
                    <a:pt x="45" y="8"/>
                    <a:pt x="42" y="4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37" name="Freeform 1328">
              <a:extLst>
                <a:ext uri="{FF2B5EF4-FFF2-40B4-BE49-F238E27FC236}">
                  <a16:creationId xmlns:a16="http://schemas.microsoft.com/office/drawing/2014/main" id="{3C5BAC7F-9851-4878-A7EB-B465B078D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545"/>
              <a:ext cx="91" cy="83"/>
            </a:xfrm>
            <a:custGeom>
              <a:avLst/>
              <a:gdLst>
                <a:gd name="T0" fmla="*/ 0 w 46"/>
                <a:gd name="T1" fmla="*/ 377 h 39"/>
                <a:gd name="T2" fmla="*/ 293 w 46"/>
                <a:gd name="T3" fmla="*/ 196 h 39"/>
                <a:gd name="T4" fmla="*/ 285 w 46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9">
                  <a:moveTo>
                    <a:pt x="0" y="39"/>
                  </a:moveTo>
                  <a:cubicBezTo>
                    <a:pt x="13" y="35"/>
                    <a:pt x="29" y="29"/>
                    <a:pt x="38" y="20"/>
                  </a:cubicBezTo>
                  <a:cubicBezTo>
                    <a:pt x="46" y="13"/>
                    <a:pt x="42" y="8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38" name="Freeform 1329">
              <a:extLst>
                <a:ext uri="{FF2B5EF4-FFF2-40B4-BE49-F238E27FC236}">
                  <a16:creationId xmlns:a16="http://schemas.microsoft.com/office/drawing/2014/main" id="{2ADC13BF-3067-4395-98AB-F1CC47EC2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504"/>
              <a:ext cx="84" cy="75"/>
            </a:xfrm>
            <a:custGeom>
              <a:avLst/>
              <a:gdLst>
                <a:gd name="T0" fmla="*/ 0 w 42"/>
                <a:gd name="T1" fmla="*/ 345 h 35"/>
                <a:gd name="T2" fmla="*/ 160 w 42"/>
                <a:gd name="T3" fmla="*/ 257 h 35"/>
                <a:gd name="T4" fmla="*/ 320 w 42"/>
                <a:gd name="T5" fmla="*/ 137 h 35"/>
                <a:gd name="T6" fmla="*/ 272 w 4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5">
                  <a:moveTo>
                    <a:pt x="0" y="35"/>
                  </a:moveTo>
                  <a:cubicBezTo>
                    <a:pt x="7" y="33"/>
                    <a:pt x="14" y="30"/>
                    <a:pt x="20" y="26"/>
                  </a:cubicBezTo>
                  <a:cubicBezTo>
                    <a:pt x="25" y="24"/>
                    <a:pt x="38" y="19"/>
                    <a:pt x="40" y="14"/>
                  </a:cubicBezTo>
                  <a:cubicBezTo>
                    <a:pt x="42" y="10"/>
                    <a:pt x="38" y="4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39" name="Freeform 1330">
              <a:extLst>
                <a:ext uri="{FF2B5EF4-FFF2-40B4-BE49-F238E27FC236}">
                  <a16:creationId xmlns:a16="http://schemas.microsoft.com/office/drawing/2014/main" id="{862DE8E3-D931-4E63-B3B4-0097E1C1F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466"/>
              <a:ext cx="104" cy="72"/>
            </a:xfrm>
            <a:custGeom>
              <a:avLst/>
              <a:gdLst>
                <a:gd name="T0" fmla="*/ 0 w 52"/>
                <a:gd name="T1" fmla="*/ 322 h 34"/>
                <a:gd name="T2" fmla="*/ 328 w 52"/>
                <a:gd name="T3" fmla="*/ 169 h 34"/>
                <a:gd name="T4" fmla="*/ 344 w 5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4">
                  <a:moveTo>
                    <a:pt x="0" y="34"/>
                  </a:moveTo>
                  <a:cubicBezTo>
                    <a:pt x="10" y="27"/>
                    <a:pt x="29" y="24"/>
                    <a:pt x="41" y="18"/>
                  </a:cubicBezTo>
                  <a:cubicBezTo>
                    <a:pt x="52" y="12"/>
                    <a:pt x="45" y="9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40" name="Freeform 1331">
              <a:extLst>
                <a:ext uri="{FF2B5EF4-FFF2-40B4-BE49-F238E27FC236}">
                  <a16:creationId xmlns:a16="http://schemas.microsoft.com/office/drawing/2014/main" id="{75E8D5A6-F47A-4845-BD93-A865DAA9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428"/>
              <a:ext cx="84" cy="72"/>
            </a:xfrm>
            <a:custGeom>
              <a:avLst/>
              <a:gdLst>
                <a:gd name="T0" fmla="*/ 0 w 42"/>
                <a:gd name="T1" fmla="*/ 322 h 34"/>
                <a:gd name="T2" fmla="*/ 304 w 42"/>
                <a:gd name="T3" fmla="*/ 180 h 34"/>
                <a:gd name="T4" fmla="*/ 280 w 4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4">
                  <a:moveTo>
                    <a:pt x="0" y="34"/>
                  </a:moveTo>
                  <a:cubicBezTo>
                    <a:pt x="10" y="30"/>
                    <a:pt x="31" y="28"/>
                    <a:pt x="38" y="19"/>
                  </a:cubicBezTo>
                  <a:cubicBezTo>
                    <a:pt x="42" y="12"/>
                    <a:pt x="37" y="7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41" name="Freeform 1332">
              <a:extLst>
                <a:ext uri="{FF2B5EF4-FFF2-40B4-BE49-F238E27FC236}">
                  <a16:creationId xmlns:a16="http://schemas.microsoft.com/office/drawing/2014/main" id="{C9212909-003D-43BD-8B63-B68C3A19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398"/>
              <a:ext cx="103" cy="68"/>
            </a:xfrm>
            <a:custGeom>
              <a:avLst/>
              <a:gdLst>
                <a:gd name="T0" fmla="*/ 0 w 52"/>
                <a:gd name="T1" fmla="*/ 308 h 32"/>
                <a:gd name="T2" fmla="*/ 325 w 52"/>
                <a:gd name="T3" fmla="*/ 181 h 32"/>
                <a:gd name="T4" fmla="*/ 341 w 5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2">
                  <a:moveTo>
                    <a:pt x="0" y="32"/>
                  </a:moveTo>
                  <a:cubicBezTo>
                    <a:pt x="13" y="26"/>
                    <a:pt x="29" y="26"/>
                    <a:pt x="42" y="19"/>
                  </a:cubicBezTo>
                  <a:cubicBezTo>
                    <a:pt x="52" y="14"/>
                    <a:pt x="45" y="8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42" name="Freeform 1333">
              <a:extLst>
                <a:ext uri="{FF2B5EF4-FFF2-40B4-BE49-F238E27FC236}">
                  <a16:creationId xmlns:a16="http://schemas.microsoft.com/office/drawing/2014/main" id="{8A848486-91A8-4C60-98F6-3D94EF758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370"/>
              <a:ext cx="98" cy="68"/>
            </a:xfrm>
            <a:custGeom>
              <a:avLst/>
              <a:gdLst>
                <a:gd name="T0" fmla="*/ 0 w 49"/>
                <a:gd name="T1" fmla="*/ 281 h 32"/>
                <a:gd name="T2" fmla="*/ 296 w 49"/>
                <a:gd name="T3" fmla="*/ 164 h 32"/>
                <a:gd name="T4" fmla="*/ 328 w 4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">
                  <a:moveTo>
                    <a:pt x="0" y="29"/>
                  </a:moveTo>
                  <a:cubicBezTo>
                    <a:pt x="5" y="32"/>
                    <a:pt x="30" y="20"/>
                    <a:pt x="37" y="17"/>
                  </a:cubicBezTo>
                  <a:cubicBezTo>
                    <a:pt x="49" y="13"/>
                    <a:pt x="47" y="9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43" name="Freeform 1334">
              <a:extLst>
                <a:ext uri="{FF2B5EF4-FFF2-40B4-BE49-F238E27FC236}">
                  <a16:creationId xmlns:a16="http://schemas.microsoft.com/office/drawing/2014/main" id="{DCF15AE3-E1C4-41F1-B90F-573EBD0C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343"/>
              <a:ext cx="112" cy="61"/>
            </a:xfrm>
            <a:custGeom>
              <a:avLst/>
              <a:gdLst>
                <a:gd name="T0" fmla="*/ 0 w 56"/>
                <a:gd name="T1" fmla="*/ 269 h 29"/>
                <a:gd name="T2" fmla="*/ 384 w 56"/>
                <a:gd name="T3" fmla="*/ 185 h 29"/>
                <a:gd name="T4" fmla="*/ 384 w 5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9">
                  <a:moveTo>
                    <a:pt x="0" y="29"/>
                  </a:moveTo>
                  <a:cubicBezTo>
                    <a:pt x="13" y="28"/>
                    <a:pt x="37" y="29"/>
                    <a:pt x="48" y="20"/>
                  </a:cubicBezTo>
                  <a:cubicBezTo>
                    <a:pt x="56" y="13"/>
                    <a:pt x="46" y="8"/>
                    <a:pt x="4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44" name="Freeform 1335">
              <a:extLst>
                <a:ext uri="{FF2B5EF4-FFF2-40B4-BE49-F238E27FC236}">
                  <a16:creationId xmlns:a16="http://schemas.microsoft.com/office/drawing/2014/main" id="{2F033E14-5224-4B9F-AB3A-382DB7522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321"/>
              <a:ext cx="100" cy="64"/>
            </a:xfrm>
            <a:custGeom>
              <a:avLst/>
              <a:gdLst>
                <a:gd name="T0" fmla="*/ 0 w 50"/>
                <a:gd name="T1" fmla="*/ 292 h 30"/>
                <a:gd name="T2" fmla="*/ 328 w 50"/>
                <a:gd name="T3" fmla="*/ 186 h 30"/>
                <a:gd name="T4" fmla="*/ 352 w 5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0">
                  <a:moveTo>
                    <a:pt x="0" y="30"/>
                  </a:moveTo>
                  <a:cubicBezTo>
                    <a:pt x="12" y="24"/>
                    <a:pt x="30" y="26"/>
                    <a:pt x="41" y="19"/>
                  </a:cubicBezTo>
                  <a:cubicBezTo>
                    <a:pt x="50" y="14"/>
                    <a:pt x="46" y="7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45" name="Freeform 1336">
              <a:extLst>
                <a:ext uri="{FF2B5EF4-FFF2-40B4-BE49-F238E27FC236}">
                  <a16:creationId xmlns:a16="http://schemas.microsoft.com/office/drawing/2014/main" id="{B5D9689C-0354-42B0-A38B-65931AA3A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296"/>
              <a:ext cx="103" cy="64"/>
            </a:xfrm>
            <a:custGeom>
              <a:avLst/>
              <a:gdLst>
                <a:gd name="T0" fmla="*/ 0 w 52"/>
                <a:gd name="T1" fmla="*/ 292 h 30"/>
                <a:gd name="T2" fmla="*/ 196 w 52"/>
                <a:gd name="T3" fmla="*/ 233 h 30"/>
                <a:gd name="T4" fmla="*/ 364 w 52"/>
                <a:gd name="T5" fmla="*/ 186 h 30"/>
                <a:gd name="T6" fmla="*/ 349 w 52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cubicBezTo>
                    <a:pt x="8" y="27"/>
                    <a:pt x="17" y="25"/>
                    <a:pt x="25" y="24"/>
                  </a:cubicBezTo>
                  <a:cubicBezTo>
                    <a:pt x="30" y="23"/>
                    <a:pt x="43" y="22"/>
                    <a:pt x="47" y="19"/>
                  </a:cubicBezTo>
                  <a:cubicBezTo>
                    <a:pt x="52" y="15"/>
                    <a:pt x="46" y="6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46" name="Freeform 1337">
              <a:extLst>
                <a:ext uri="{FF2B5EF4-FFF2-40B4-BE49-F238E27FC236}">
                  <a16:creationId xmlns:a16="http://schemas.microsoft.com/office/drawing/2014/main" id="{FBFC22D2-2EE6-467F-A0FD-E5504D4B0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283"/>
              <a:ext cx="98" cy="55"/>
            </a:xfrm>
            <a:custGeom>
              <a:avLst/>
              <a:gdLst>
                <a:gd name="T0" fmla="*/ 0 w 49"/>
                <a:gd name="T1" fmla="*/ 245 h 26"/>
                <a:gd name="T2" fmla="*/ 344 w 49"/>
                <a:gd name="T3" fmla="*/ 169 h 26"/>
                <a:gd name="T4" fmla="*/ 352 w 4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6">
                  <a:moveTo>
                    <a:pt x="0" y="26"/>
                  </a:moveTo>
                  <a:cubicBezTo>
                    <a:pt x="13" y="24"/>
                    <a:pt x="31" y="25"/>
                    <a:pt x="43" y="18"/>
                  </a:cubicBezTo>
                  <a:cubicBezTo>
                    <a:pt x="49" y="15"/>
                    <a:pt x="48" y="6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47" name="Freeform 1338">
              <a:extLst>
                <a:ext uri="{FF2B5EF4-FFF2-40B4-BE49-F238E27FC236}">
                  <a16:creationId xmlns:a16="http://schemas.microsoft.com/office/drawing/2014/main" id="{5857AFA0-97A2-4055-902C-B8D881D8F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277"/>
              <a:ext cx="112" cy="59"/>
            </a:xfrm>
            <a:custGeom>
              <a:avLst/>
              <a:gdLst>
                <a:gd name="T0" fmla="*/ 0 w 56"/>
                <a:gd name="T1" fmla="*/ 204 h 28"/>
                <a:gd name="T2" fmla="*/ 376 w 56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8">
                  <a:moveTo>
                    <a:pt x="0" y="22"/>
                  </a:moveTo>
                  <a:cubicBezTo>
                    <a:pt x="17" y="20"/>
                    <a:pt x="56" y="28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48" name="Freeform 1339">
              <a:extLst>
                <a:ext uri="{FF2B5EF4-FFF2-40B4-BE49-F238E27FC236}">
                  <a16:creationId xmlns:a16="http://schemas.microsoft.com/office/drawing/2014/main" id="{B681FBE6-8BC0-46EF-BB54-52327F86A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262"/>
              <a:ext cx="114" cy="53"/>
            </a:xfrm>
            <a:custGeom>
              <a:avLst/>
              <a:gdLst>
                <a:gd name="T0" fmla="*/ 0 w 57"/>
                <a:gd name="T1" fmla="*/ 229 h 25"/>
                <a:gd name="T2" fmla="*/ 120 w 57"/>
                <a:gd name="T3" fmla="*/ 229 h 25"/>
                <a:gd name="T4" fmla="*/ 352 w 57"/>
                <a:gd name="T5" fmla="*/ 212 h 25"/>
                <a:gd name="T6" fmla="*/ 440 w 57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5">
                  <a:moveTo>
                    <a:pt x="0" y="24"/>
                  </a:moveTo>
                  <a:cubicBezTo>
                    <a:pt x="4" y="25"/>
                    <a:pt x="10" y="24"/>
                    <a:pt x="15" y="24"/>
                  </a:cubicBezTo>
                  <a:cubicBezTo>
                    <a:pt x="25" y="23"/>
                    <a:pt x="35" y="25"/>
                    <a:pt x="44" y="22"/>
                  </a:cubicBezTo>
                  <a:cubicBezTo>
                    <a:pt x="57" y="18"/>
                    <a:pt x="53" y="10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49" name="Freeform 1340">
              <a:extLst>
                <a:ext uri="{FF2B5EF4-FFF2-40B4-BE49-F238E27FC236}">
                  <a16:creationId xmlns:a16="http://schemas.microsoft.com/office/drawing/2014/main" id="{F0CC186B-156F-4F87-9FF7-FC04934E5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306"/>
              <a:ext cx="70" cy="11"/>
            </a:xfrm>
            <a:custGeom>
              <a:avLst/>
              <a:gdLst>
                <a:gd name="T0" fmla="*/ 16 w 35"/>
                <a:gd name="T1" fmla="*/ 9 h 5"/>
                <a:gd name="T2" fmla="*/ 32 w 35"/>
                <a:gd name="T3" fmla="*/ 9 h 5"/>
                <a:gd name="T4" fmla="*/ 0 w 35"/>
                <a:gd name="T5" fmla="*/ 0 h 5"/>
                <a:gd name="T6" fmla="*/ 280 w 35"/>
                <a:gd name="T7" fmla="*/ 5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">
                  <a:moveTo>
                    <a:pt x="2" y="1"/>
                  </a:moveTo>
                  <a:cubicBezTo>
                    <a:pt x="3" y="2"/>
                    <a:pt x="3" y="1"/>
                    <a:pt x="4" y="1"/>
                  </a:cubicBezTo>
                  <a:cubicBezTo>
                    <a:pt x="3" y="1"/>
                    <a:pt x="1" y="0"/>
                    <a:pt x="0" y="0"/>
                  </a:cubicBezTo>
                  <a:cubicBezTo>
                    <a:pt x="12" y="1"/>
                    <a:pt x="24" y="3"/>
                    <a:pt x="35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50" name="Freeform 1341">
              <a:extLst>
                <a:ext uri="{FF2B5EF4-FFF2-40B4-BE49-F238E27FC236}">
                  <a16:creationId xmlns:a16="http://schemas.microsoft.com/office/drawing/2014/main" id="{52A7A067-4AB0-4A78-88EF-33EE6EB0C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253"/>
              <a:ext cx="24" cy="9"/>
            </a:xfrm>
            <a:custGeom>
              <a:avLst/>
              <a:gdLst>
                <a:gd name="T0" fmla="*/ 0 w 12"/>
                <a:gd name="T1" fmla="*/ 11 h 4"/>
                <a:gd name="T2" fmla="*/ 96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1"/>
                  </a:moveTo>
                  <a:cubicBezTo>
                    <a:pt x="4" y="3"/>
                    <a:pt x="10" y="4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51" name="Freeform 1342">
              <a:extLst>
                <a:ext uri="{FF2B5EF4-FFF2-40B4-BE49-F238E27FC236}">
                  <a16:creationId xmlns:a16="http://schemas.microsoft.com/office/drawing/2014/main" id="{81E79675-1CB0-4DD8-A4B8-63219B032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604"/>
              <a:ext cx="30" cy="17"/>
            </a:xfrm>
            <a:custGeom>
              <a:avLst/>
              <a:gdLst>
                <a:gd name="T0" fmla="*/ 0 w 15"/>
                <a:gd name="T1" fmla="*/ 77 h 8"/>
                <a:gd name="T2" fmla="*/ 120 w 15"/>
                <a:gd name="T3" fmla="*/ 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1" y="2"/>
                    <a:pt x="12" y="0"/>
                    <a:pt x="15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52" name="Freeform 1343">
              <a:extLst>
                <a:ext uri="{FF2B5EF4-FFF2-40B4-BE49-F238E27FC236}">
                  <a16:creationId xmlns:a16="http://schemas.microsoft.com/office/drawing/2014/main" id="{44C3AEB5-B086-4D37-A054-8F2E654C8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2736"/>
              <a:ext cx="26" cy="24"/>
            </a:xfrm>
            <a:custGeom>
              <a:avLst/>
              <a:gdLst>
                <a:gd name="T0" fmla="*/ 0 w 13"/>
                <a:gd name="T1" fmla="*/ 113 h 11"/>
                <a:gd name="T2" fmla="*/ 104 w 13"/>
                <a:gd name="T3" fmla="*/ 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0" y="3"/>
                    <a:pt x="7" y="0"/>
                    <a:pt x="13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53" name="Freeform 1344">
              <a:extLst>
                <a:ext uri="{FF2B5EF4-FFF2-40B4-BE49-F238E27FC236}">
                  <a16:creationId xmlns:a16="http://schemas.microsoft.com/office/drawing/2014/main" id="{6B08CD67-3430-42B8-9A93-9C5F207D9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113"/>
              <a:ext cx="8" cy="28"/>
            </a:xfrm>
            <a:custGeom>
              <a:avLst/>
              <a:gdLst>
                <a:gd name="T0" fmla="*/ 8 w 4"/>
                <a:gd name="T1" fmla="*/ 129 h 13"/>
                <a:gd name="T2" fmla="*/ 32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1" y="13"/>
                  </a:moveTo>
                  <a:cubicBezTo>
                    <a:pt x="0" y="9"/>
                    <a:pt x="1" y="4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54" name="Freeform 1345">
              <a:extLst>
                <a:ext uri="{FF2B5EF4-FFF2-40B4-BE49-F238E27FC236}">
                  <a16:creationId xmlns:a16="http://schemas.microsoft.com/office/drawing/2014/main" id="{E17BEFBC-901E-4559-8306-699A8326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421"/>
              <a:ext cx="18" cy="30"/>
            </a:xfrm>
            <a:custGeom>
              <a:avLst/>
              <a:gdLst>
                <a:gd name="T0" fmla="*/ 0 w 9"/>
                <a:gd name="T1" fmla="*/ 137 h 14"/>
                <a:gd name="T2" fmla="*/ 72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2" y="8"/>
                    <a:pt x="3" y="4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55" name="Freeform 1346">
              <a:extLst>
                <a:ext uri="{FF2B5EF4-FFF2-40B4-BE49-F238E27FC236}">
                  <a16:creationId xmlns:a16="http://schemas.microsoft.com/office/drawing/2014/main" id="{F4702D54-6C9C-4E84-9D23-D88396CA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1389"/>
              <a:ext cx="26" cy="30"/>
            </a:xfrm>
            <a:custGeom>
              <a:avLst/>
              <a:gdLst>
                <a:gd name="T0" fmla="*/ 0 w 13"/>
                <a:gd name="T1" fmla="*/ 137 h 14"/>
                <a:gd name="T2" fmla="*/ 104 w 1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14"/>
                  </a:moveTo>
                  <a:cubicBezTo>
                    <a:pt x="3" y="8"/>
                    <a:pt x="6" y="2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56" name="Freeform 1347">
              <a:extLst>
                <a:ext uri="{FF2B5EF4-FFF2-40B4-BE49-F238E27FC236}">
                  <a16:creationId xmlns:a16="http://schemas.microsoft.com/office/drawing/2014/main" id="{1206320F-B96D-4FE0-B93C-E70A7DD2B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389"/>
              <a:ext cx="16" cy="15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1" y="4"/>
                    <a:pt x="5" y="5"/>
                    <a:pt x="8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57" name="Freeform 1348">
              <a:extLst>
                <a:ext uri="{FF2B5EF4-FFF2-40B4-BE49-F238E27FC236}">
                  <a16:creationId xmlns:a16="http://schemas.microsoft.com/office/drawing/2014/main" id="{9A0F61CA-CF5D-448C-BF5A-9B0A825F8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340"/>
              <a:ext cx="20" cy="28"/>
            </a:xfrm>
            <a:custGeom>
              <a:avLst/>
              <a:gdLst>
                <a:gd name="T0" fmla="*/ 8 w 10"/>
                <a:gd name="T1" fmla="*/ 129 h 13"/>
                <a:gd name="T2" fmla="*/ 80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1" y="13"/>
                  </a:moveTo>
                  <a:cubicBezTo>
                    <a:pt x="0" y="8"/>
                    <a:pt x="5" y="1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58" name="Freeform 1349">
              <a:extLst>
                <a:ext uri="{FF2B5EF4-FFF2-40B4-BE49-F238E27FC236}">
                  <a16:creationId xmlns:a16="http://schemas.microsoft.com/office/drawing/2014/main" id="{29D13C3A-D0AE-4443-9054-2B751C4A9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334"/>
              <a:ext cx="22" cy="19"/>
            </a:xfrm>
            <a:custGeom>
              <a:avLst/>
              <a:gdLst>
                <a:gd name="T0" fmla="*/ 0 w 11"/>
                <a:gd name="T1" fmla="*/ 0 h 9"/>
                <a:gd name="T2" fmla="*/ 88 w 11"/>
                <a:gd name="T3" fmla="*/ 6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2" y="6"/>
                    <a:pt x="6" y="9"/>
                    <a:pt x="11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59" name="Freeform 1350">
              <a:extLst>
                <a:ext uri="{FF2B5EF4-FFF2-40B4-BE49-F238E27FC236}">
                  <a16:creationId xmlns:a16="http://schemas.microsoft.com/office/drawing/2014/main" id="{C62F8BA9-DA68-409D-9CF6-13773323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321"/>
              <a:ext cx="26" cy="17"/>
            </a:xfrm>
            <a:custGeom>
              <a:avLst/>
              <a:gdLst>
                <a:gd name="T0" fmla="*/ 0 w 13"/>
                <a:gd name="T1" fmla="*/ 0 h 8"/>
                <a:gd name="T2" fmla="*/ 104 w 13"/>
                <a:gd name="T3" fmla="*/ 6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4" y="4"/>
                    <a:pt x="7" y="8"/>
                    <a:pt x="13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60" name="Freeform 1351">
              <a:extLst>
                <a:ext uri="{FF2B5EF4-FFF2-40B4-BE49-F238E27FC236}">
                  <a16:creationId xmlns:a16="http://schemas.microsoft.com/office/drawing/2014/main" id="{16281B61-C80D-4C0B-8CD1-D6EAF6E90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279"/>
              <a:ext cx="20" cy="21"/>
            </a:xfrm>
            <a:custGeom>
              <a:avLst/>
              <a:gdLst>
                <a:gd name="T0" fmla="*/ 0 w 10"/>
                <a:gd name="T1" fmla="*/ 92 h 10"/>
                <a:gd name="T2" fmla="*/ 8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1" y="5"/>
                    <a:pt x="5" y="1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61" name="Freeform 1352">
              <a:extLst>
                <a:ext uri="{FF2B5EF4-FFF2-40B4-BE49-F238E27FC236}">
                  <a16:creationId xmlns:a16="http://schemas.microsoft.com/office/drawing/2014/main" id="{621848BA-E90D-47D3-A302-979668F75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272"/>
              <a:ext cx="28" cy="19"/>
            </a:xfrm>
            <a:custGeom>
              <a:avLst/>
              <a:gdLst>
                <a:gd name="T0" fmla="*/ 16 w 14"/>
                <a:gd name="T1" fmla="*/ 84 h 9"/>
                <a:gd name="T2" fmla="*/ 112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2" y="9"/>
                  </a:moveTo>
                  <a:cubicBezTo>
                    <a:pt x="0" y="5"/>
                    <a:pt x="10" y="0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62" name="Freeform 1353">
              <a:extLst>
                <a:ext uri="{FF2B5EF4-FFF2-40B4-BE49-F238E27FC236}">
                  <a16:creationId xmlns:a16="http://schemas.microsoft.com/office/drawing/2014/main" id="{F8B06317-CCB9-430C-9519-E468530EF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266"/>
              <a:ext cx="28" cy="13"/>
            </a:xfrm>
            <a:custGeom>
              <a:avLst/>
              <a:gdLst>
                <a:gd name="T0" fmla="*/ 0 w 14"/>
                <a:gd name="T1" fmla="*/ 0 h 6"/>
                <a:gd name="T2" fmla="*/ 112 w 1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6" y="2"/>
                    <a:pt x="9" y="2"/>
                    <a:pt x="14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63" name="Freeform 1354">
              <a:extLst>
                <a:ext uri="{FF2B5EF4-FFF2-40B4-BE49-F238E27FC236}">
                  <a16:creationId xmlns:a16="http://schemas.microsoft.com/office/drawing/2014/main" id="{A31DE40C-F8E1-4629-8AB7-0BEF6EFC5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285"/>
              <a:ext cx="18" cy="23"/>
            </a:xfrm>
            <a:custGeom>
              <a:avLst/>
              <a:gdLst>
                <a:gd name="T0" fmla="*/ 32 w 9"/>
                <a:gd name="T1" fmla="*/ 0 h 11"/>
                <a:gd name="T2" fmla="*/ 72 w 9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0" y="5"/>
                    <a:pt x="5" y="9"/>
                    <a:pt x="9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64" name="Freeform 1355">
              <a:extLst>
                <a:ext uri="{FF2B5EF4-FFF2-40B4-BE49-F238E27FC236}">
                  <a16:creationId xmlns:a16="http://schemas.microsoft.com/office/drawing/2014/main" id="{FAB96939-5AF8-4D6D-BF29-BDD268F3E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887"/>
              <a:ext cx="18" cy="11"/>
            </a:xfrm>
            <a:custGeom>
              <a:avLst/>
              <a:gdLst>
                <a:gd name="T0" fmla="*/ 0 w 9"/>
                <a:gd name="T1" fmla="*/ 0 h 5"/>
                <a:gd name="T2" fmla="*/ 72 w 9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5"/>
                    <a:pt x="6" y="4"/>
                    <a:pt x="9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65" name="Freeform 1356">
              <a:extLst>
                <a:ext uri="{FF2B5EF4-FFF2-40B4-BE49-F238E27FC236}">
                  <a16:creationId xmlns:a16="http://schemas.microsoft.com/office/drawing/2014/main" id="{A7C853E0-D56B-418A-895D-463C91CAC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2915"/>
              <a:ext cx="54" cy="100"/>
            </a:xfrm>
            <a:custGeom>
              <a:avLst/>
              <a:gdLst>
                <a:gd name="T0" fmla="*/ 144 w 27"/>
                <a:gd name="T1" fmla="*/ 453 h 47"/>
                <a:gd name="T2" fmla="*/ 168 w 27"/>
                <a:gd name="T3" fmla="*/ 60 h 47"/>
                <a:gd name="T4" fmla="*/ 0 w 27"/>
                <a:gd name="T5" fmla="*/ 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7">
                  <a:moveTo>
                    <a:pt x="18" y="47"/>
                  </a:moveTo>
                  <a:cubicBezTo>
                    <a:pt x="17" y="36"/>
                    <a:pt x="27" y="16"/>
                    <a:pt x="21" y="6"/>
                  </a:cubicBezTo>
                  <a:cubicBezTo>
                    <a:pt x="17" y="0"/>
                    <a:pt x="6" y="3"/>
                    <a:pt x="0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66" name="Freeform 1357">
              <a:extLst>
                <a:ext uri="{FF2B5EF4-FFF2-40B4-BE49-F238E27FC236}">
                  <a16:creationId xmlns:a16="http://schemas.microsoft.com/office/drawing/2014/main" id="{C4A0336E-6BC2-4B49-8B0E-70561C152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2804"/>
              <a:ext cx="34" cy="128"/>
            </a:xfrm>
            <a:custGeom>
              <a:avLst/>
              <a:gdLst>
                <a:gd name="T0" fmla="*/ 24 w 17"/>
                <a:gd name="T1" fmla="*/ 582 h 60"/>
                <a:gd name="T2" fmla="*/ 72 w 17"/>
                <a:gd name="T3" fmla="*/ 397 h 60"/>
                <a:gd name="T4" fmla="*/ 128 w 17"/>
                <a:gd name="T5" fmla="*/ 128 h 60"/>
                <a:gd name="T6" fmla="*/ 0 w 17"/>
                <a:gd name="T7" fmla="*/ 1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3" y="60"/>
                  </a:moveTo>
                  <a:cubicBezTo>
                    <a:pt x="6" y="54"/>
                    <a:pt x="7" y="48"/>
                    <a:pt x="9" y="41"/>
                  </a:cubicBezTo>
                  <a:cubicBezTo>
                    <a:pt x="11" y="33"/>
                    <a:pt x="17" y="22"/>
                    <a:pt x="16" y="13"/>
                  </a:cubicBezTo>
                  <a:cubicBezTo>
                    <a:pt x="16" y="6"/>
                    <a:pt x="6" y="0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67" name="Freeform 1358">
              <a:extLst>
                <a:ext uri="{FF2B5EF4-FFF2-40B4-BE49-F238E27FC236}">
                  <a16:creationId xmlns:a16="http://schemas.microsoft.com/office/drawing/2014/main" id="{454722E2-4DCD-4C4B-B842-D6559699F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2692"/>
              <a:ext cx="38" cy="134"/>
            </a:xfrm>
            <a:custGeom>
              <a:avLst/>
              <a:gdLst>
                <a:gd name="T0" fmla="*/ 0 w 19"/>
                <a:gd name="T1" fmla="*/ 606 h 63"/>
                <a:gd name="T2" fmla="*/ 48 w 19"/>
                <a:gd name="T3" fmla="*/ 434 h 63"/>
                <a:gd name="T4" fmla="*/ 128 w 19"/>
                <a:gd name="T5" fmla="*/ 172 h 63"/>
                <a:gd name="T6" fmla="*/ 112 w 19"/>
                <a:gd name="T7" fmla="*/ 68 h 63"/>
                <a:gd name="T8" fmla="*/ 24 w 19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3">
                  <a:moveTo>
                    <a:pt x="0" y="63"/>
                  </a:moveTo>
                  <a:cubicBezTo>
                    <a:pt x="3" y="58"/>
                    <a:pt x="4" y="50"/>
                    <a:pt x="6" y="45"/>
                  </a:cubicBezTo>
                  <a:cubicBezTo>
                    <a:pt x="9" y="36"/>
                    <a:pt x="13" y="27"/>
                    <a:pt x="16" y="18"/>
                  </a:cubicBezTo>
                  <a:cubicBezTo>
                    <a:pt x="18" y="11"/>
                    <a:pt x="19" y="11"/>
                    <a:pt x="14" y="7"/>
                  </a:cubicBezTo>
                  <a:cubicBezTo>
                    <a:pt x="11" y="5"/>
                    <a:pt x="6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68" name="Freeform 1359">
              <a:extLst>
                <a:ext uri="{FF2B5EF4-FFF2-40B4-BE49-F238E27FC236}">
                  <a16:creationId xmlns:a16="http://schemas.microsoft.com/office/drawing/2014/main" id="{76B86315-9395-455E-9B41-0AF27F255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2596"/>
              <a:ext cx="44" cy="117"/>
            </a:xfrm>
            <a:custGeom>
              <a:avLst/>
              <a:gdLst>
                <a:gd name="T0" fmla="*/ 0 w 22"/>
                <a:gd name="T1" fmla="*/ 530 h 55"/>
                <a:gd name="T2" fmla="*/ 112 w 22"/>
                <a:gd name="T3" fmla="*/ 164 h 55"/>
                <a:gd name="T4" fmla="*/ 80 w 22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5">
                  <a:moveTo>
                    <a:pt x="0" y="55"/>
                  </a:moveTo>
                  <a:cubicBezTo>
                    <a:pt x="3" y="43"/>
                    <a:pt x="9" y="30"/>
                    <a:pt x="14" y="17"/>
                  </a:cubicBezTo>
                  <a:cubicBezTo>
                    <a:pt x="16" y="11"/>
                    <a:pt x="22" y="1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69" name="Freeform 1360">
              <a:extLst>
                <a:ext uri="{FF2B5EF4-FFF2-40B4-BE49-F238E27FC236}">
                  <a16:creationId xmlns:a16="http://schemas.microsoft.com/office/drawing/2014/main" id="{D5D3A07B-5E53-4E56-978D-7978BF8A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479"/>
              <a:ext cx="51" cy="132"/>
            </a:xfrm>
            <a:custGeom>
              <a:avLst/>
              <a:gdLst>
                <a:gd name="T0" fmla="*/ 0 w 26"/>
                <a:gd name="T1" fmla="*/ 598 h 62"/>
                <a:gd name="T2" fmla="*/ 180 w 26"/>
                <a:gd name="T3" fmla="*/ 181 h 62"/>
                <a:gd name="T4" fmla="*/ 84 w 2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2">
                  <a:moveTo>
                    <a:pt x="0" y="62"/>
                  </a:moveTo>
                  <a:cubicBezTo>
                    <a:pt x="10" y="52"/>
                    <a:pt x="21" y="33"/>
                    <a:pt x="24" y="19"/>
                  </a:cubicBezTo>
                  <a:cubicBezTo>
                    <a:pt x="26" y="9"/>
                    <a:pt x="20" y="4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70" name="Freeform 1361">
              <a:extLst>
                <a:ext uri="{FF2B5EF4-FFF2-40B4-BE49-F238E27FC236}">
                  <a16:creationId xmlns:a16="http://schemas.microsoft.com/office/drawing/2014/main" id="{75AA1D75-53E5-43FA-916C-C5CA88BD6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383"/>
              <a:ext cx="58" cy="134"/>
            </a:xfrm>
            <a:custGeom>
              <a:avLst/>
              <a:gdLst>
                <a:gd name="T0" fmla="*/ 0 w 29"/>
                <a:gd name="T1" fmla="*/ 606 h 63"/>
                <a:gd name="T2" fmla="*/ 208 w 29"/>
                <a:gd name="T3" fmla="*/ 181 h 63"/>
                <a:gd name="T4" fmla="*/ 96 w 29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3">
                  <a:moveTo>
                    <a:pt x="0" y="63"/>
                  </a:moveTo>
                  <a:cubicBezTo>
                    <a:pt x="8" y="49"/>
                    <a:pt x="20" y="34"/>
                    <a:pt x="26" y="19"/>
                  </a:cubicBezTo>
                  <a:cubicBezTo>
                    <a:pt x="29" y="8"/>
                    <a:pt x="19" y="6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71" name="Freeform 1362">
              <a:extLst>
                <a:ext uri="{FF2B5EF4-FFF2-40B4-BE49-F238E27FC236}">
                  <a16:creationId xmlns:a16="http://schemas.microsoft.com/office/drawing/2014/main" id="{3BDE31A2-3A20-49AD-989E-E14C7CE14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319"/>
              <a:ext cx="56" cy="92"/>
            </a:xfrm>
            <a:custGeom>
              <a:avLst/>
              <a:gdLst>
                <a:gd name="T0" fmla="*/ 0 w 28"/>
                <a:gd name="T1" fmla="*/ 421 h 43"/>
                <a:gd name="T2" fmla="*/ 56 w 28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43"/>
                  </a:moveTo>
                  <a:cubicBezTo>
                    <a:pt x="7" y="32"/>
                    <a:pt x="28" y="8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72" name="Freeform 1363">
              <a:extLst>
                <a:ext uri="{FF2B5EF4-FFF2-40B4-BE49-F238E27FC236}">
                  <a16:creationId xmlns:a16="http://schemas.microsoft.com/office/drawing/2014/main" id="{8FB9DCDD-9B27-4EDB-AB50-71B9202B2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232"/>
              <a:ext cx="54" cy="119"/>
            </a:xfrm>
            <a:custGeom>
              <a:avLst/>
              <a:gdLst>
                <a:gd name="T0" fmla="*/ 0 w 27"/>
                <a:gd name="T1" fmla="*/ 538 h 56"/>
                <a:gd name="T2" fmla="*/ 200 w 27"/>
                <a:gd name="T3" fmla="*/ 153 h 56"/>
                <a:gd name="T4" fmla="*/ 176 w 27"/>
                <a:gd name="T5" fmla="*/ 77 h 56"/>
                <a:gd name="T6" fmla="*/ 120 w 27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6">
                  <a:moveTo>
                    <a:pt x="0" y="56"/>
                  </a:moveTo>
                  <a:cubicBezTo>
                    <a:pt x="9" y="45"/>
                    <a:pt x="22" y="30"/>
                    <a:pt x="25" y="16"/>
                  </a:cubicBezTo>
                  <a:cubicBezTo>
                    <a:pt x="26" y="10"/>
                    <a:pt x="27" y="12"/>
                    <a:pt x="22" y="8"/>
                  </a:cubicBezTo>
                  <a:cubicBezTo>
                    <a:pt x="20" y="5"/>
                    <a:pt x="17" y="3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73" name="Freeform 1364">
              <a:extLst>
                <a:ext uri="{FF2B5EF4-FFF2-40B4-BE49-F238E27FC236}">
                  <a16:creationId xmlns:a16="http://schemas.microsoft.com/office/drawing/2014/main" id="{0D5DF4B0-9C73-4C62-B293-2284BEC3B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145"/>
              <a:ext cx="68" cy="117"/>
            </a:xfrm>
            <a:custGeom>
              <a:avLst/>
              <a:gdLst>
                <a:gd name="T0" fmla="*/ 0 w 34"/>
                <a:gd name="T1" fmla="*/ 530 h 55"/>
                <a:gd name="T2" fmla="*/ 96 w 34"/>
                <a:gd name="T3" fmla="*/ 377 h 55"/>
                <a:gd name="T4" fmla="*/ 200 w 34"/>
                <a:gd name="T5" fmla="*/ 153 h 55"/>
                <a:gd name="T6" fmla="*/ 184 w 34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5">
                  <a:moveTo>
                    <a:pt x="0" y="55"/>
                  </a:moveTo>
                  <a:cubicBezTo>
                    <a:pt x="4" y="50"/>
                    <a:pt x="8" y="45"/>
                    <a:pt x="12" y="39"/>
                  </a:cubicBezTo>
                  <a:cubicBezTo>
                    <a:pt x="18" y="32"/>
                    <a:pt x="20" y="24"/>
                    <a:pt x="25" y="16"/>
                  </a:cubicBezTo>
                  <a:cubicBezTo>
                    <a:pt x="30" y="9"/>
                    <a:pt x="34" y="4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74" name="Freeform 1365">
              <a:extLst>
                <a:ext uri="{FF2B5EF4-FFF2-40B4-BE49-F238E27FC236}">
                  <a16:creationId xmlns:a16="http://schemas.microsoft.com/office/drawing/2014/main" id="{A5499094-093F-4B3B-BF3A-0D541E63B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060"/>
              <a:ext cx="74" cy="106"/>
            </a:xfrm>
            <a:custGeom>
              <a:avLst/>
              <a:gdLst>
                <a:gd name="T0" fmla="*/ 0 w 37"/>
                <a:gd name="T1" fmla="*/ 477 h 50"/>
                <a:gd name="T2" fmla="*/ 256 w 37"/>
                <a:gd name="T3" fmla="*/ 161 h 50"/>
                <a:gd name="T4" fmla="*/ 184 w 37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0">
                  <a:moveTo>
                    <a:pt x="0" y="50"/>
                  </a:moveTo>
                  <a:cubicBezTo>
                    <a:pt x="6" y="36"/>
                    <a:pt x="26" y="31"/>
                    <a:pt x="32" y="17"/>
                  </a:cubicBezTo>
                  <a:cubicBezTo>
                    <a:pt x="37" y="8"/>
                    <a:pt x="28" y="7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75" name="Freeform 1366">
              <a:extLst>
                <a:ext uri="{FF2B5EF4-FFF2-40B4-BE49-F238E27FC236}">
                  <a16:creationId xmlns:a16="http://schemas.microsoft.com/office/drawing/2014/main" id="{4B4DAABB-3734-4FBD-82CC-90D1F594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996"/>
              <a:ext cx="64" cy="98"/>
            </a:xfrm>
            <a:custGeom>
              <a:avLst/>
              <a:gdLst>
                <a:gd name="T0" fmla="*/ 0 w 32"/>
                <a:gd name="T1" fmla="*/ 445 h 46"/>
                <a:gd name="T2" fmla="*/ 232 w 32"/>
                <a:gd name="T3" fmla="*/ 117 h 46"/>
                <a:gd name="T4" fmla="*/ 160 w 3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6">
                  <a:moveTo>
                    <a:pt x="0" y="46"/>
                  </a:moveTo>
                  <a:cubicBezTo>
                    <a:pt x="7" y="33"/>
                    <a:pt x="25" y="26"/>
                    <a:pt x="29" y="12"/>
                  </a:cubicBezTo>
                  <a:cubicBezTo>
                    <a:pt x="32" y="4"/>
                    <a:pt x="24" y="3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76" name="Freeform 1367">
              <a:extLst>
                <a:ext uri="{FF2B5EF4-FFF2-40B4-BE49-F238E27FC236}">
                  <a16:creationId xmlns:a16="http://schemas.microsoft.com/office/drawing/2014/main" id="{091074D4-F4FF-4786-B59D-F20C69B4E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930"/>
              <a:ext cx="73" cy="98"/>
            </a:xfrm>
            <a:custGeom>
              <a:avLst/>
              <a:gdLst>
                <a:gd name="T0" fmla="*/ 0 w 37"/>
                <a:gd name="T1" fmla="*/ 445 h 46"/>
                <a:gd name="T2" fmla="*/ 245 w 37"/>
                <a:gd name="T3" fmla="*/ 173 h 46"/>
                <a:gd name="T4" fmla="*/ 176 w 3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6">
                  <a:moveTo>
                    <a:pt x="0" y="46"/>
                  </a:moveTo>
                  <a:cubicBezTo>
                    <a:pt x="11" y="40"/>
                    <a:pt x="27" y="28"/>
                    <a:pt x="32" y="18"/>
                  </a:cubicBezTo>
                  <a:cubicBezTo>
                    <a:pt x="37" y="8"/>
                    <a:pt x="28" y="7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77" name="Freeform 1368">
              <a:extLst>
                <a:ext uri="{FF2B5EF4-FFF2-40B4-BE49-F238E27FC236}">
                  <a16:creationId xmlns:a16="http://schemas.microsoft.com/office/drawing/2014/main" id="{8D24B74D-4E0C-45CD-B4C3-B27785F4E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875"/>
              <a:ext cx="72" cy="87"/>
            </a:xfrm>
            <a:custGeom>
              <a:avLst/>
              <a:gdLst>
                <a:gd name="T0" fmla="*/ 0 w 36"/>
                <a:gd name="T1" fmla="*/ 393 h 41"/>
                <a:gd name="T2" fmla="*/ 256 w 36"/>
                <a:gd name="T3" fmla="*/ 136 h 41"/>
                <a:gd name="T4" fmla="*/ 216 w 36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1">
                  <a:moveTo>
                    <a:pt x="0" y="41"/>
                  </a:moveTo>
                  <a:cubicBezTo>
                    <a:pt x="9" y="37"/>
                    <a:pt x="27" y="23"/>
                    <a:pt x="32" y="14"/>
                  </a:cubicBezTo>
                  <a:cubicBezTo>
                    <a:pt x="36" y="7"/>
                    <a:pt x="32" y="6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78" name="Freeform 1369">
              <a:extLst>
                <a:ext uri="{FF2B5EF4-FFF2-40B4-BE49-F238E27FC236}">
                  <a16:creationId xmlns:a16="http://schemas.microsoft.com/office/drawing/2014/main" id="{E65E098C-4454-4848-92E6-E342E7606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809"/>
              <a:ext cx="84" cy="95"/>
            </a:xfrm>
            <a:custGeom>
              <a:avLst/>
              <a:gdLst>
                <a:gd name="T0" fmla="*/ 0 w 42"/>
                <a:gd name="T1" fmla="*/ 424 h 45"/>
                <a:gd name="T2" fmla="*/ 136 w 42"/>
                <a:gd name="T3" fmla="*/ 304 h 45"/>
                <a:gd name="T4" fmla="*/ 280 w 42"/>
                <a:gd name="T5" fmla="*/ 160 h 45"/>
                <a:gd name="T6" fmla="*/ 232 w 42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5">
                  <a:moveTo>
                    <a:pt x="0" y="45"/>
                  </a:moveTo>
                  <a:cubicBezTo>
                    <a:pt x="3" y="40"/>
                    <a:pt x="12" y="36"/>
                    <a:pt x="17" y="32"/>
                  </a:cubicBezTo>
                  <a:cubicBezTo>
                    <a:pt x="23" y="28"/>
                    <a:pt x="30" y="23"/>
                    <a:pt x="35" y="17"/>
                  </a:cubicBezTo>
                  <a:cubicBezTo>
                    <a:pt x="42" y="10"/>
                    <a:pt x="35" y="4"/>
                    <a:pt x="2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79" name="Freeform 1370">
              <a:extLst>
                <a:ext uri="{FF2B5EF4-FFF2-40B4-BE49-F238E27FC236}">
                  <a16:creationId xmlns:a16="http://schemas.microsoft.com/office/drawing/2014/main" id="{CBFAB1F1-096F-4155-B985-AB508112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740"/>
              <a:ext cx="80" cy="100"/>
            </a:xfrm>
            <a:custGeom>
              <a:avLst/>
              <a:gdLst>
                <a:gd name="T0" fmla="*/ 0 w 40"/>
                <a:gd name="T1" fmla="*/ 453 h 47"/>
                <a:gd name="T2" fmla="*/ 136 w 40"/>
                <a:gd name="T3" fmla="*/ 326 h 47"/>
                <a:gd name="T4" fmla="*/ 320 w 40"/>
                <a:gd name="T5" fmla="*/ 85 h 47"/>
                <a:gd name="T6" fmla="*/ 264 w 40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7">
                  <a:moveTo>
                    <a:pt x="0" y="47"/>
                  </a:moveTo>
                  <a:cubicBezTo>
                    <a:pt x="6" y="45"/>
                    <a:pt x="12" y="38"/>
                    <a:pt x="17" y="34"/>
                  </a:cubicBezTo>
                  <a:cubicBezTo>
                    <a:pt x="24" y="27"/>
                    <a:pt x="36" y="19"/>
                    <a:pt x="40" y="9"/>
                  </a:cubicBezTo>
                  <a:cubicBezTo>
                    <a:pt x="38" y="7"/>
                    <a:pt x="34" y="4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80" name="Freeform 1371">
              <a:extLst>
                <a:ext uri="{FF2B5EF4-FFF2-40B4-BE49-F238E27FC236}">
                  <a16:creationId xmlns:a16="http://schemas.microsoft.com/office/drawing/2014/main" id="{115525F7-EACC-4BD7-842A-3084000C6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681"/>
              <a:ext cx="96" cy="87"/>
            </a:xfrm>
            <a:custGeom>
              <a:avLst/>
              <a:gdLst>
                <a:gd name="T0" fmla="*/ 0 w 48"/>
                <a:gd name="T1" fmla="*/ 393 h 41"/>
                <a:gd name="T2" fmla="*/ 104 w 48"/>
                <a:gd name="T3" fmla="*/ 316 h 41"/>
                <a:gd name="T4" fmla="*/ 312 w 48"/>
                <a:gd name="T5" fmla="*/ 180 h 41"/>
                <a:gd name="T6" fmla="*/ 288 w 48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1">
                  <a:moveTo>
                    <a:pt x="0" y="41"/>
                  </a:moveTo>
                  <a:cubicBezTo>
                    <a:pt x="5" y="39"/>
                    <a:pt x="9" y="36"/>
                    <a:pt x="13" y="33"/>
                  </a:cubicBezTo>
                  <a:cubicBezTo>
                    <a:pt x="21" y="29"/>
                    <a:pt x="33" y="26"/>
                    <a:pt x="39" y="19"/>
                  </a:cubicBezTo>
                  <a:cubicBezTo>
                    <a:pt x="48" y="8"/>
                    <a:pt x="38" y="9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81" name="Freeform 1372">
              <a:extLst>
                <a:ext uri="{FF2B5EF4-FFF2-40B4-BE49-F238E27FC236}">
                  <a16:creationId xmlns:a16="http://schemas.microsoft.com/office/drawing/2014/main" id="{7DADAF15-D9EE-4BD2-98D8-E4542747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1623"/>
              <a:ext cx="81" cy="90"/>
            </a:xfrm>
            <a:custGeom>
              <a:avLst/>
              <a:gdLst>
                <a:gd name="T0" fmla="*/ 0 w 41"/>
                <a:gd name="T1" fmla="*/ 414 h 42"/>
                <a:gd name="T2" fmla="*/ 277 w 41"/>
                <a:gd name="T3" fmla="*/ 180 h 42"/>
                <a:gd name="T4" fmla="*/ 231 w 4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2">
                  <a:moveTo>
                    <a:pt x="0" y="42"/>
                  </a:moveTo>
                  <a:cubicBezTo>
                    <a:pt x="11" y="36"/>
                    <a:pt x="28" y="28"/>
                    <a:pt x="36" y="18"/>
                  </a:cubicBezTo>
                  <a:cubicBezTo>
                    <a:pt x="41" y="10"/>
                    <a:pt x="35" y="5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82" name="Freeform 1373">
              <a:extLst>
                <a:ext uri="{FF2B5EF4-FFF2-40B4-BE49-F238E27FC236}">
                  <a16:creationId xmlns:a16="http://schemas.microsoft.com/office/drawing/2014/main" id="{93AE51BA-4097-4654-9ECA-4A923AA9A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574"/>
              <a:ext cx="106" cy="86"/>
            </a:xfrm>
            <a:custGeom>
              <a:avLst/>
              <a:gdLst>
                <a:gd name="T0" fmla="*/ 0 w 53"/>
                <a:gd name="T1" fmla="*/ 398 h 40"/>
                <a:gd name="T2" fmla="*/ 272 w 53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0">
                  <a:moveTo>
                    <a:pt x="0" y="40"/>
                  </a:moveTo>
                  <a:cubicBezTo>
                    <a:pt x="10" y="30"/>
                    <a:pt x="53" y="19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83" name="Freeform 1374">
              <a:extLst>
                <a:ext uri="{FF2B5EF4-FFF2-40B4-BE49-F238E27FC236}">
                  <a16:creationId xmlns:a16="http://schemas.microsoft.com/office/drawing/2014/main" id="{EC61719B-ED47-49AA-A84B-4FA2A22E2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530"/>
              <a:ext cx="96" cy="81"/>
            </a:xfrm>
            <a:custGeom>
              <a:avLst/>
              <a:gdLst>
                <a:gd name="T0" fmla="*/ 0 w 48"/>
                <a:gd name="T1" fmla="*/ 369 h 38"/>
                <a:gd name="T2" fmla="*/ 160 w 48"/>
                <a:gd name="T3" fmla="*/ 281 h 38"/>
                <a:gd name="T4" fmla="*/ 336 w 48"/>
                <a:gd name="T5" fmla="*/ 173 h 38"/>
                <a:gd name="T6" fmla="*/ 304 w 48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8">
                  <a:moveTo>
                    <a:pt x="0" y="38"/>
                  </a:moveTo>
                  <a:cubicBezTo>
                    <a:pt x="7" y="36"/>
                    <a:pt x="13" y="32"/>
                    <a:pt x="20" y="29"/>
                  </a:cubicBezTo>
                  <a:cubicBezTo>
                    <a:pt x="27" y="26"/>
                    <a:pt x="36" y="23"/>
                    <a:pt x="42" y="18"/>
                  </a:cubicBezTo>
                  <a:cubicBezTo>
                    <a:pt x="48" y="12"/>
                    <a:pt x="43" y="7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84" name="Freeform 1375">
              <a:extLst>
                <a:ext uri="{FF2B5EF4-FFF2-40B4-BE49-F238E27FC236}">
                  <a16:creationId xmlns:a16="http://schemas.microsoft.com/office/drawing/2014/main" id="{C39BF499-C87D-41B5-9983-257351C9F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496"/>
              <a:ext cx="94" cy="66"/>
            </a:xfrm>
            <a:custGeom>
              <a:avLst/>
              <a:gdLst>
                <a:gd name="T0" fmla="*/ 0 w 47"/>
                <a:gd name="T1" fmla="*/ 300 h 31"/>
                <a:gd name="T2" fmla="*/ 288 w 47"/>
                <a:gd name="T3" fmla="*/ 164 h 31"/>
                <a:gd name="T4" fmla="*/ 328 w 4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1">
                  <a:moveTo>
                    <a:pt x="0" y="31"/>
                  </a:moveTo>
                  <a:cubicBezTo>
                    <a:pt x="12" y="30"/>
                    <a:pt x="25" y="22"/>
                    <a:pt x="36" y="17"/>
                  </a:cubicBezTo>
                  <a:cubicBezTo>
                    <a:pt x="46" y="13"/>
                    <a:pt x="47" y="10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85" name="Freeform 1376">
              <a:extLst>
                <a:ext uri="{FF2B5EF4-FFF2-40B4-BE49-F238E27FC236}">
                  <a16:creationId xmlns:a16="http://schemas.microsoft.com/office/drawing/2014/main" id="{C1C99C87-368C-484E-B133-6A3949B8F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457"/>
              <a:ext cx="106" cy="73"/>
            </a:xfrm>
            <a:custGeom>
              <a:avLst/>
              <a:gdLst>
                <a:gd name="T0" fmla="*/ 0 w 53"/>
                <a:gd name="T1" fmla="*/ 337 h 34"/>
                <a:gd name="T2" fmla="*/ 232 w 53"/>
                <a:gd name="T3" fmla="*/ 249 h 34"/>
                <a:gd name="T4" fmla="*/ 424 w 53"/>
                <a:gd name="T5" fmla="*/ 148 h 34"/>
                <a:gd name="T6" fmla="*/ 376 w 5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0" y="34"/>
                  </a:moveTo>
                  <a:cubicBezTo>
                    <a:pt x="9" y="33"/>
                    <a:pt x="20" y="28"/>
                    <a:pt x="29" y="25"/>
                  </a:cubicBezTo>
                  <a:cubicBezTo>
                    <a:pt x="36" y="23"/>
                    <a:pt x="47" y="22"/>
                    <a:pt x="53" y="15"/>
                  </a:cubicBezTo>
                  <a:cubicBezTo>
                    <a:pt x="51" y="11"/>
                    <a:pt x="47" y="5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86" name="Freeform 1377">
              <a:extLst>
                <a:ext uri="{FF2B5EF4-FFF2-40B4-BE49-F238E27FC236}">
                  <a16:creationId xmlns:a16="http://schemas.microsoft.com/office/drawing/2014/main" id="{83357B87-C13F-4323-B996-58C2C4A3F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423"/>
              <a:ext cx="95" cy="73"/>
            </a:xfrm>
            <a:custGeom>
              <a:avLst/>
              <a:gdLst>
                <a:gd name="T0" fmla="*/ 0 w 48"/>
                <a:gd name="T1" fmla="*/ 337 h 34"/>
                <a:gd name="T2" fmla="*/ 317 w 48"/>
                <a:gd name="T3" fmla="*/ 189 h 34"/>
                <a:gd name="T4" fmla="*/ 301 w 4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4">
                  <a:moveTo>
                    <a:pt x="0" y="34"/>
                  </a:moveTo>
                  <a:cubicBezTo>
                    <a:pt x="12" y="32"/>
                    <a:pt x="33" y="28"/>
                    <a:pt x="41" y="19"/>
                  </a:cubicBezTo>
                  <a:cubicBezTo>
                    <a:pt x="48" y="12"/>
                    <a:pt x="40" y="9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87" name="Freeform 1378">
              <a:extLst>
                <a:ext uri="{FF2B5EF4-FFF2-40B4-BE49-F238E27FC236}">
                  <a16:creationId xmlns:a16="http://schemas.microsoft.com/office/drawing/2014/main" id="{CFCAA833-560B-4B51-AE1B-A2F0A365E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404"/>
              <a:ext cx="96" cy="62"/>
            </a:xfrm>
            <a:custGeom>
              <a:avLst/>
              <a:gdLst>
                <a:gd name="T0" fmla="*/ 0 w 48"/>
                <a:gd name="T1" fmla="*/ 257 h 29"/>
                <a:gd name="T2" fmla="*/ 320 w 48"/>
                <a:gd name="T3" fmla="*/ 165 h 29"/>
                <a:gd name="T4" fmla="*/ 344 w 4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9">
                  <a:moveTo>
                    <a:pt x="0" y="26"/>
                  </a:moveTo>
                  <a:cubicBezTo>
                    <a:pt x="10" y="29"/>
                    <a:pt x="31" y="21"/>
                    <a:pt x="40" y="17"/>
                  </a:cubicBezTo>
                  <a:cubicBezTo>
                    <a:pt x="48" y="13"/>
                    <a:pt x="47" y="8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88" name="Freeform 1379">
              <a:extLst>
                <a:ext uri="{FF2B5EF4-FFF2-40B4-BE49-F238E27FC236}">
                  <a16:creationId xmlns:a16="http://schemas.microsoft.com/office/drawing/2014/main" id="{B1C514FF-EAF3-4B9D-8A49-07875F2DD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374"/>
              <a:ext cx="116" cy="64"/>
            </a:xfrm>
            <a:custGeom>
              <a:avLst/>
              <a:gdLst>
                <a:gd name="T0" fmla="*/ 0 w 58"/>
                <a:gd name="T1" fmla="*/ 282 h 30"/>
                <a:gd name="T2" fmla="*/ 384 w 58"/>
                <a:gd name="T3" fmla="*/ 196 h 30"/>
                <a:gd name="T4" fmla="*/ 424 w 5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0">
                  <a:moveTo>
                    <a:pt x="0" y="29"/>
                  </a:moveTo>
                  <a:cubicBezTo>
                    <a:pt x="15" y="30"/>
                    <a:pt x="34" y="26"/>
                    <a:pt x="48" y="20"/>
                  </a:cubicBezTo>
                  <a:cubicBezTo>
                    <a:pt x="58" y="15"/>
                    <a:pt x="54" y="9"/>
                    <a:pt x="5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89" name="Freeform 1380">
              <a:extLst>
                <a:ext uri="{FF2B5EF4-FFF2-40B4-BE49-F238E27FC236}">
                  <a16:creationId xmlns:a16="http://schemas.microsoft.com/office/drawing/2014/main" id="{D65C86CE-E4D2-4117-A6B3-400397ADB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351"/>
              <a:ext cx="110" cy="68"/>
            </a:xfrm>
            <a:custGeom>
              <a:avLst/>
              <a:gdLst>
                <a:gd name="T0" fmla="*/ 0 w 55"/>
                <a:gd name="T1" fmla="*/ 272 h 32"/>
                <a:gd name="T2" fmla="*/ 192 w 55"/>
                <a:gd name="T3" fmla="*/ 240 h 32"/>
                <a:gd name="T4" fmla="*/ 392 w 55"/>
                <a:gd name="T5" fmla="*/ 181 h 32"/>
                <a:gd name="T6" fmla="*/ 400 w 5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2">
                  <a:moveTo>
                    <a:pt x="0" y="28"/>
                  </a:moveTo>
                  <a:cubicBezTo>
                    <a:pt x="5" y="32"/>
                    <a:pt x="18" y="26"/>
                    <a:pt x="24" y="25"/>
                  </a:cubicBezTo>
                  <a:cubicBezTo>
                    <a:pt x="31" y="24"/>
                    <a:pt x="43" y="24"/>
                    <a:pt x="49" y="19"/>
                  </a:cubicBezTo>
                  <a:cubicBezTo>
                    <a:pt x="55" y="15"/>
                    <a:pt x="53" y="5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90" name="Freeform 1381">
              <a:extLst>
                <a:ext uri="{FF2B5EF4-FFF2-40B4-BE49-F238E27FC236}">
                  <a16:creationId xmlns:a16="http://schemas.microsoft.com/office/drawing/2014/main" id="{72189767-F1E0-45A2-A716-18ACC123D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336"/>
              <a:ext cx="119" cy="60"/>
            </a:xfrm>
            <a:custGeom>
              <a:avLst/>
              <a:gdLst>
                <a:gd name="T0" fmla="*/ 0 w 60"/>
                <a:gd name="T1" fmla="*/ 276 h 28"/>
                <a:gd name="T2" fmla="*/ 228 w 60"/>
                <a:gd name="T3" fmla="*/ 266 h 28"/>
                <a:gd name="T4" fmla="*/ 428 w 60"/>
                <a:gd name="T5" fmla="*/ 206 h 28"/>
                <a:gd name="T6" fmla="*/ 413 w 60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8">
                  <a:moveTo>
                    <a:pt x="0" y="28"/>
                  </a:moveTo>
                  <a:cubicBezTo>
                    <a:pt x="10" y="28"/>
                    <a:pt x="19" y="28"/>
                    <a:pt x="29" y="27"/>
                  </a:cubicBezTo>
                  <a:cubicBezTo>
                    <a:pt x="35" y="26"/>
                    <a:pt x="50" y="26"/>
                    <a:pt x="55" y="21"/>
                  </a:cubicBezTo>
                  <a:cubicBezTo>
                    <a:pt x="60" y="16"/>
                    <a:pt x="55" y="6"/>
                    <a:pt x="5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91" name="Freeform 1382">
              <a:extLst>
                <a:ext uri="{FF2B5EF4-FFF2-40B4-BE49-F238E27FC236}">
                  <a16:creationId xmlns:a16="http://schemas.microsoft.com/office/drawing/2014/main" id="{15C13AD6-4DB1-477F-A15A-AA912429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319"/>
              <a:ext cx="94" cy="62"/>
            </a:xfrm>
            <a:custGeom>
              <a:avLst/>
              <a:gdLst>
                <a:gd name="T0" fmla="*/ 0 w 47"/>
                <a:gd name="T1" fmla="*/ 284 h 29"/>
                <a:gd name="T2" fmla="*/ 104 w 47"/>
                <a:gd name="T3" fmla="*/ 274 h 29"/>
                <a:gd name="T4" fmla="*/ 344 w 47"/>
                <a:gd name="T5" fmla="*/ 242 h 29"/>
                <a:gd name="T6" fmla="*/ 344 w 47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9">
                  <a:moveTo>
                    <a:pt x="0" y="29"/>
                  </a:moveTo>
                  <a:cubicBezTo>
                    <a:pt x="0" y="28"/>
                    <a:pt x="9" y="28"/>
                    <a:pt x="13" y="28"/>
                  </a:cubicBezTo>
                  <a:cubicBezTo>
                    <a:pt x="19" y="27"/>
                    <a:pt x="39" y="29"/>
                    <a:pt x="43" y="25"/>
                  </a:cubicBezTo>
                  <a:cubicBezTo>
                    <a:pt x="47" y="21"/>
                    <a:pt x="46" y="5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92" name="Freeform 1383">
              <a:extLst>
                <a:ext uri="{FF2B5EF4-FFF2-40B4-BE49-F238E27FC236}">
                  <a16:creationId xmlns:a16="http://schemas.microsoft.com/office/drawing/2014/main" id="{2118FD4E-5283-4B6B-BC6C-4D05A1888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313"/>
              <a:ext cx="132" cy="70"/>
            </a:xfrm>
            <a:custGeom>
              <a:avLst/>
              <a:gdLst>
                <a:gd name="T0" fmla="*/ 0 w 66"/>
                <a:gd name="T1" fmla="*/ 280 h 33"/>
                <a:gd name="T2" fmla="*/ 240 w 66"/>
                <a:gd name="T3" fmla="*/ 297 h 33"/>
                <a:gd name="T4" fmla="*/ 464 w 66"/>
                <a:gd name="T5" fmla="*/ 280 h 33"/>
                <a:gd name="T6" fmla="*/ 512 w 66"/>
                <a:gd name="T7" fmla="*/ 112 h 33"/>
                <a:gd name="T8" fmla="*/ 520 w 6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3">
                  <a:moveTo>
                    <a:pt x="0" y="29"/>
                  </a:moveTo>
                  <a:cubicBezTo>
                    <a:pt x="8" y="33"/>
                    <a:pt x="22" y="31"/>
                    <a:pt x="30" y="31"/>
                  </a:cubicBezTo>
                  <a:cubicBezTo>
                    <a:pt x="38" y="31"/>
                    <a:pt x="50" y="33"/>
                    <a:pt x="58" y="29"/>
                  </a:cubicBezTo>
                  <a:cubicBezTo>
                    <a:pt x="66" y="25"/>
                    <a:pt x="63" y="19"/>
                    <a:pt x="64" y="12"/>
                  </a:cubicBezTo>
                  <a:cubicBezTo>
                    <a:pt x="64" y="8"/>
                    <a:pt x="66" y="4"/>
                    <a:pt x="6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93" name="Freeform 1384">
              <a:extLst>
                <a:ext uri="{FF2B5EF4-FFF2-40B4-BE49-F238E27FC236}">
                  <a16:creationId xmlns:a16="http://schemas.microsoft.com/office/drawing/2014/main" id="{7936684C-B283-4AB0-8AF7-D70BDF3D7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370"/>
              <a:ext cx="72" cy="11"/>
            </a:xfrm>
            <a:custGeom>
              <a:avLst/>
              <a:gdLst>
                <a:gd name="T0" fmla="*/ 0 w 36"/>
                <a:gd name="T1" fmla="*/ 9 h 5"/>
                <a:gd name="T2" fmla="*/ 288 w 3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0" y="1"/>
                  </a:moveTo>
                  <a:cubicBezTo>
                    <a:pt x="11" y="0"/>
                    <a:pt x="26" y="1"/>
                    <a:pt x="36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94" name="Freeform 1385">
              <a:extLst>
                <a:ext uri="{FF2B5EF4-FFF2-40B4-BE49-F238E27FC236}">
                  <a16:creationId xmlns:a16="http://schemas.microsoft.com/office/drawing/2014/main" id="{0FD56F61-595F-46E0-933A-2AFF62489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2879"/>
              <a:ext cx="38" cy="138"/>
            </a:xfrm>
            <a:custGeom>
              <a:avLst/>
              <a:gdLst>
                <a:gd name="T0" fmla="*/ 32 w 19"/>
                <a:gd name="T1" fmla="*/ 622 h 65"/>
                <a:gd name="T2" fmla="*/ 120 w 19"/>
                <a:gd name="T3" fmla="*/ 172 h 65"/>
                <a:gd name="T4" fmla="*/ 0 w 19"/>
                <a:gd name="T5" fmla="*/ 3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5">
                  <a:moveTo>
                    <a:pt x="4" y="65"/>
                  </a:moveTo>
                  <a:cubicBezTo>
                    <a:pt x="10" y="55"/>
                    <a:pt x="19" y="30"/>
                    <a:pt x="15" y="18"/>
                  </a:cubicBezTo>
                  <a:cubicBezTo>
                    <a:pt x="13" y="12"/>
                    <a:pt x="6" y="0"/>
                    <a:pt x="0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95" name="Freeform 1386">
              <a:extLst>
                <a:ext uri="{FF2B5EF4-FFF2-40B4-BE49-F238E27FC236}">
                  <a16:creationId xmlns:a16="http://schemas.microsoft.com/office/drawing/2014/main" id="{3C6349C5-1A58-43AC-9D56-FDEAC32B6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775"/>
              <a:ext cx="32" cy="140"/>
            </a:xfrm>
            <a:custGeom>
              <a:avLst/>
              <a:gdLst>
                <a:gd name="T0" fmla="*/ 16 w 16"/>
                <a:gd name="T1" fmla="*/ 630 h 66"/>
                <a:gd name="T2" fmla="*/ 40 w 16"/>
                <a:gd name="T3" fmla="*/ 392 h 66"/>
                <a:gd name="T4" fmla="*/ 120 w 16"/>
                <a:gd name="T5" fmla="*/ 136 h 66"/>
                <a:gd name="T6" fmla="*/ 0 w 1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2" y="66"/>
                  </a:moveTo>
                  <a:cubicBezTo>
                    <a:pt x="4" y="60"/>
                    <a:pt x="4" y="48"/>
                    <a:pt x="5" y="41"/>
                  </a:cubicBezTo>
                  <a:cubicBezTo>
                    <a:pt x="6" y="33"/>
                    <a:pt x="16" y="23"/>
                    <a:pt x="15" y="14"/>
                  </a:cubicBezTo>
                  <a:cubicBezTo>
                    <a:pt x="14" y="5"/>
                    <a:pt x="6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96" name="Freeform 1387">
              <a:extLst>
                <a:ext uri="{FF2B5EF4-FFF2-40B4-BE49-F238E27FC236}">
                  <a16:creationId xmlns:a16="http://schemas.microsoft.com/office/drawing/2014/main" id="{B2EF0A7F-023E-4F09-93F5-9989D6304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653"/>
              <a:ext cx="48" cy="158"/>
            </a:xfrm>
            <a:custGeom>
              <a:avLst/>
              <a:gdLst>
                <a:gd name="T0" fmla="*/ 0 w 24"/>
                <a:gd name="T1" fmla="*/ 720 h 74"/>
                <a:gd name="T2" fmla="*/ 104 w 24"/>
                <a:gd name="T3" fmla="*/ 401 h 74"/>
                <a:gd name="T4" fmla="*/ 176 w 24"/>
                <a:gd name="T5" fmla="*/ 137 h 74"/>
                <a:gd name="T6" fmla="*/ 16 w 24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4">
                  <a:moveTo>
                    <a:pt x="0" y="74"/>
                  </a:moveTo>
                  <a:cubicBezTo>
                    <a:pt x="3" y="63"/>
                    <a:pt x="9" y="52"/>
                    <a:pt x="13" y="41"/>
                  </a:cubicBezTo>
                  <a:cubicBezTo>
                    <a:pt x="15" y="35"/>
                    <a:pt x="24" y="21"/>
                    <a:pt x="22" y="14"/>
                  </a:cubicBezTo>
                  <a:cubicBezTo>
                    <a:pt x="20" y="9"/>
                    <a:pt x="8" y="2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97" name="Freeform 1388">
              <a:extLst>
                <a:ext uri="{FF2B5EF4-FFF2-40B4-BE49-F238E27FC236}">
                  <a16:creationId xmlns:a16="http://schemas.microsoft.com/office/drawing/2014/main" id="{C94585D0-EC7C-48D8-89C7-C88133E76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555"/>
              <a:ext cx="39" cy="128"/>
            </a:xfrm>
            <a:custGeom>
              <a:avLst/>
              <a:gdLst>
                <a:gd name="T0" fmla="*/ 0 w 20"/>
                <a:gd name="T1" fmla="*/ 582 h 60"/>
                <a:gd name="T2" fmla="*/ 140 w 20"/>
                <a:gd name="T3" fmla="*/ 137 h 60"/>
                <a:gd name="T4" fmla="*/ 39 w 2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0">
                  <a:moveTo>
                    <a:pt x="0" y="60"/>
                  </a:moveTo>
                  <a:cubicBezTo>
                    <a:pt x="7" y="49"/>
                    <a:pt x="19" y="28"/>
                    <a:pt x="19" y="14"/>
                  </a:cubicBezTo>
                  <a:cubicBezTo>
                    <a:pt x="20" y="4"/>
                    <a:pt x="11" y="4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98" name="Freeform 1389">
              <a:extLst>
                <a:ext uri="{FF2B5EF4-FFF2-40B4-BE49-F238E27FC236}">
                  <a16:creationId xmlns:a16="http://schemas.microsoft.com/office/drawing/2014/main" id="{61073D0F-B614-48A2-8A92-8F6F5BCB9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2458"/>
              <a:ext cx="92" cy="134"/>
            </a:xfrm>
            <a:custGeom>
              <a:avLst/>
              <a:gdLst>
                <a:gd name="T0" fmla="*/ 32 w 46"/>
                <a:gd name="T1" fmla="*/ 606 h 63"/>
                <a:gd name="T2" fmla="*/ 112 w 46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63">
                  <a:moveTo>
                    <a:pt x="4" y="63"/>
                  </a:moveTo>
                  <a:cubicBezTo>
                    <a:pt x="0" y="45"/>
                    <a:pt x="46" y="11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899" name="Freeform 1390">
              <a:extLst>
                <a:ext uri="{FF2B5EF4-FFF2-40B4-BE49-F238E27FC236}">
                  <a16:creationId xmlns:a16="http://schemas.microsoft.com/office/drawing/2014/main" id="{4152F23D-F5F5-485F-BF29-05BAEDB3A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368"/>
              <a:ext cx="54" cy="124"/>
            </a:xfrm>
            <a:custGeom>
              <a:avLst/>
              <a:gdLst>
                <a:gd name="T0" fmla="*/ 0 w 27"/>
                <a:gd name="T1" fmla="*/ 567 h 58"/>
                <a:gd name="T2" fmla="*/ 104 w 27"/>
                <a:gd name="T3" fmla="*/ 342 h 58"/>
                <a:gd name="T4" fmla="*/ 208 w 27"/>
                <a:gd name="T5" fmla="*/ 120 h 58"/>
                <a:gd name="T6" fmla="*/ 72 w 27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8">
                  <a:moveTo>
                    <a:pt x="0" y="58"/>
                  </a:moveTo>
                  <a:cubicBezTo>
                    <a:pt x="3" y="50"/>
                    <a:pt x="8" y="43"/>
                    <a:pt x="13" y="35"/>
                  </a:cubicBezTo>
                  <a:cubicBezTo>
                    <a:pt x="16" y="31"/>
                    <a:pt x="27" y="18"/>
                    <a:pt x="26" y="12"/>
                  </a:cubicBezTo>
                  <a:cubicBezTo>
                    <a:pt x="25" y="7"/>
                    <a:pt x="13" y="1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00" name="Freeform 1391">
              <a:extLst>
                <a:ext uri="{FF2B5EF4-FFF2-40B4-BE49-F238E27FC236}">
                  <a16:creationId xmlns:a16="http://schemas.microsoft.com/office/drawing/2014/main" id="{05C4F3AD-49B1-4AB6-9B7D-B3FF42201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283"/>
              <a:ext cx="50" cy="115"/>
            </a:xfrm>
            <a:custGeom>
              <a:avLst/>
              <a:gdLst>
                <a:gd name="T0" fmla="*/ 0 w 25"/>
                <a:gd name="T1" fmla="*/ 522 h 54"/>
                <a:gd name="T2" fmla="*/ 200 w 25"/>
                <a:gd name="T3" fmla="*/ 164 h 54"/>
                <a:gd name="T4" fmla="*/ 88 w 2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4">
                  <a:moveTo>
                    <a:pt x="0" y="54"/>
                  </a:moveTo>
                  <a:cubicBezTo>
                    <a:pt x="7" y="49"/>
                    <a:pt x="25" y="26"/>
                    <a:pt x="25" y="17"/>
                  </a:cubicBezTo>
                  <a:cubicBezTo>
                    <a:pt x="25" y="10"/>
                    <a:pt x="18" y="4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01" name="Freeform 1392">
              <a:extLst>
                <a:ext uri="{FF2B5EF4-FFF2-40B4-BE49-F238E27FC236}">
                  <a16:creationId xmlns:a16="http://schemas.microsoft.com/office/drawing/2014/main" id="{243FE92F-BE8A-4E34-B869-090AF7EB9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200"/>
              <a:ext cx="48" cy="121"/>
            </a:xfrm>
            <a:custGeom>
              <a:avLst/>
              <a:gdLst>
                <a:gd name="T0" fmla="*/ 0 w 24"/>
                <a:gd name="T1" fmla="*/ 546 h 57"/>
                <a:gd name="T2" fmla="*/ 192 w 24"/>
                <a:gd name="T3" fmla="*/ 161 h 57"/>
                <a:gd name="T4" fmla="*/ 80 w 24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7">
                  <a:moveTo>
                    <a:pt x="0" y="57"/>
                  </a:moveTo>
                  <a:cubicBezTo>
                    <a:pt x="5" y="46"/>
                    <a:pt x="24" y="29"/>
                    <a:pt x="24" y="17"/>
                  </a:cubicBezTo>
                  <a:cubicBezTo>
                    <a:pt x="24" y="11"/>
                    <a:pt x="14" y="7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02" name="Freeform 1393">
              <a:extLst>
                <a:ext uri="{FF2B5EF4-FFF2-40B4-BE49-F238E27FC236}">
                  <a16:creationId xmlns:a16="http://schemas.microsoft.com/office/drawing/2014/main" id="{620EAFE2-23FD-4F6E-AC52-611790DE6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2119"/>
              <a:ext cx="98" cy="119"/>
            </a:xfrm>
            <a:custGeom>
              <a:avLst/>
              <a:gdLst>
                <a:gd name="T0" fmla="*/ 0 w 49"/>
                <a:gd name="T1" fmla="*/ 538 h 56"/>
                <a:gd name="T2" fmla="*/ 176 w 49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6">
                  <a:moveTo>
                    <a:pt x="0" y="56"/>
                  </a:moveTo>
                  <a:cubicBezTo>
                    <a:pt x="9" y="49"/>
                    <a:pt x="49" y="7"/>
                    <a:pt x="2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03" name="Freeform 1394">
              <a:extLst>
                <a:ext uri="{FF2B5EF4-FFF2-40B4-BE49-F238E27FC236}">
                  <a16:creationId xmlns:a16="http://schemas.microsoft.com/office/drawing/2014/main" id="{49CC0A08-01FA-46C5-BABD-A3E607045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043"/>
              <a:ext cx="74" cy="117"/>
            </a:xfrm>
            <a:custGeom>
              <a:avLst/>
              <a:gdLst>
                <a:gd name="T0" fmla="*/ 0 w 37"/>
                <a:gd name="T1" fmla="*/ 530 h 55"/>
                <a:gd name="T2" fmla="*/ 136 w 37"/>
                <a:gd name="T3" fmla="*/ 366 h 55"/>
                <a:gd name="T4" fmla="*/ 280 w 37"/>
                <a:gd name="T5" fmla="*/ 194 h 55"/>
                <a:gd name="T6" fmla="*/ 200 w 37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5">
                  <a:moveTo>
                    <a:pt x="0" y="55"/>
                  </a:moveTo>
                  <a:cubicBezTo>
                    <a:pt x="6" y="51"/>
                    <a:pt x="11" y="44"/>
                    <a:pt x="17" y="38"/>
                  </a:cubicBezTo>
                  <a:cubicBezTo>
                    <a:pt x="22" y="34"/>
                    <a:pt x="33" y="26"/>
                    <a:pt x="35" y="20"/>
                  </a:cubicBezTo>
                  <a:cubicBezTo>
                    <a:pt x="37" y="11"/>
                    <a:pt x="31" y="7"/>
                    <a:pt x="2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04" name="Freeform 1395">
              <a:extLst>
                <a:ext uri="{FF2B5EF4-FFF2-40B4-BE49-F238E27FC236}">
                  <a16:creationId xmlns:a16="http://schemas.microsoft.com/office/drawing/2014/main" id="{FF1D2025-B6BC-46E2-B83B-47ED111B0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970"/>
              <a:ext cx="81" cy="117"/>
            </a:xfrm>
            <a:custGeom>
              <a:avLst/>
              <a:gdLst>
                <a:gd name="T0" fmla="*/ 0 w 41"/>
                <a:gd name="T1" fmla="*/ 530 h 55"/>
                <a:gd name="T2" fmla="*/ 253 w 41"/>
                <a:gd name="T3" fmla="*/ 194 h 55"/>
                <a:gd name="T4" fmla="*/ 192 w 41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5">
                  <a:moveTo>
                    <a:pt x="0" y="55"/>
                  </a:moveTo>
                  <a:cubicBezTo>
                    <a:pt x="11" y="44"/>
                    <a:pt x="25" y="34"/>
                    <a:pt x="33" y="20"/>
                  </a:cubicBezTo>
                  <a:cubicBezTo>
                    <a:pt x="41" y="6"/>
                    <a:pt x="29" y="12"/>
                    <a:pt x="2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05" name="Freeform 1396">
              <a:extLst>
                <a:ext uri="{FF2B5EF4-FFF2-40B4-BE49-F238E27FC236}">
                  <a16:creationId xmlns:a16="http://schemas.microsoft.com/office/drawing/2014/main" id="{477E4B5B-186F-41D0-92E8-1804A0575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892"/>
              <a:ext cx="88" cy="117"/>
            </a:xfrm>
            <a:custGeom>
              <a:avLst/>
              <a:gdLst>
                <a:gd name="T0" fmla="*/ 0 w 44"/>
                <a:gd name="T1" fmla="*/ 530 h 55"/>
                <a:gd name="T2" fmla="*/ 288 w 44"/>
                <a:gd name="T3" fmla="*/ 213 h 55"/>
                <a:gd name="T4" fmla="*/ 288 w 44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5">
                  <a:moveTo>
                    <a:pt x="0" y="55"/>
                  </a:moveTo>
                  <a:cubicBezTo>
                    <a:pt x="14" y="50"/>
                    <a:pt x="27" y="34"/>
                    <a:pt x="36" y="22"/>
                  </a:cubicBezTo>
                  <a:cubicBezTo>
                    <a:pt x="43" y="14"/>
                    <a:pt x="44" y="9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06" name="Freeform 1397">
              <a:extLst>
                <a:ext uri="{FF2B5EF4-FFF2-40B4-BE49-F238E27FC236}">
                  <a16:creationId xmlns:a16="http://schemas.microsoft.com/office/drawing/2014/main" id="{14D56575-0069-4FAA-9A96-D28F74551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821"/>
              <a:ext cx="144" cy="119"/>
            </a:xfrm>
            <a:custGeom>
              <a:avLst/>
              <a:gdLst>
                <a:gd name="T0" fmla="*/ 0 w 72"/>
                <a:gd name="T1" fmla="*/ 538 h 56"/>
                <a:gd name="T2" fmla="*/ 336 w 72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56">
                  <a:moveTo>
                    <a:pt x="0" y="56"/>
                  </a:moveTo>
                  <a:cubicBezTo>
                    <a:pt x="15" y="47"/>
                    <a:pt x="72" y="21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07" name="Freeform 1398">
              <a:extLst>
                <a:ext uri="{FF2B5EF4-FFF2-40B4-BE49-F238E27FC236}">
                  <a16:creationId xmlns:a16="http://schemas.microsoft.com/office/drawing/2014/main" id="{7FF72879-A8AC-4477-B357-1CEB4AABB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747"/>
              <a:ext cx="92" cy="117"/>
            </a:xfrm>
            <a:custGeom>
              <a:avLst/>
              <a:gdLst>
                <a:gd name="T0" fmla="*/ 0 w 46"/>
                <a:gd name="T1" fmla="*/ 530 h 55"/>
                <a:gd name="T2" fmla="*/ 336 w 46"/>
                <a:gd name="T3" fmla="*/ 172 h 55"/>
                <a:gd name="T4" fmla="*/ 280 w 46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5">
                  <a:moveTo>
                    <a:pt x="0" y="55"/>
                  </a:moveTo>
                  <a:cubicBezTo>
                    <a:pt x="12" y="43"/>
                    <a:pt x="33" y="33"/>
                    <a:pt x="42" y="18"/>
                  </a:cubicBezTo>
                  <a:cubicBezTo>
                    <a:pt x="46" y="11"/>
                    <a:pt x="46" y="0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08" name="Freeform 1399">
              <a:extLst>
                <a:ext uri="{FF2B5EF4-FFF2-40B4-BE49-F238E27FC236}">
                  <a16:creationId xmlns:a16="http://schemas.microsoft.com/office/drawing/2014/main" id="{6209B67F-476A-484B-803F-BA8CC16F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674"/>
              <a:ext cx="117" cy="120"/>
            </a:xfrm>
            <a:custGeom>
              <a:avLst/>
              <a:gdLst>
                <a:gd name="T0" fmla="*/ 0 w 59"/>
                <a:gd name="T1" fmla="*/ 551 h 56"/>
                <a:gd name="T2" fmla="*/ 381 w 59"/>
                <a:gd name="T3" fmla="*/ 216 h 56"/>
                <a:gd name="T4" fmla="*/ 389 w 5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6">
                  <a:moveTo>
                    <a:pt x="0" y="56"/>
                  </a:moveTo>
                  <a:cubicBezTo>
                    <a:pt x="17" y="54"/>
                    <a:pt x="37" y="33"/>
                    <a:pt x="49" y="22"/>
                  </a:cubicBezTo>
                  <a:cubicBezTo>
                    <a:pt x="59" y="12"/>
                    <a:pt x="58" y="12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09" name="Freeform 1400">
              <a:extLst>
                <a:ext uri="{FF2B5EF4-FFF2-40B4-BE49-F238E27FC236}">
                  <a16:creationId xmlns:a16="http://schemas.microsoft.com/office/drawing/2014/main" id="{C1714680-2995-4C8D-B919-39D1ECD2D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606"/>
              <a:ext cx="112" cy="105"/>
            </a:xfrm>
            <a:custGeom>
              <a:avLst/>
              <a:gdLst>
                <a:gd name="T0" fmla="*/ 0 w 56"/>
                <a:gd name="T1" fmla="*/ 482 h 49"/>
                <a:gd name="T2" fmla="*/ 352 w 56"/>
                <a:gd name="T3" fmla="*/ 225 h 49"/>
                <a:gd name="T4" fmla="*/ 360 w 56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49">
                  <a:moveTo>
                    <a:pt x="0" y="49"/>
                  </a:moveTo>
                  <a:cubicBezTo>
                    <a:pt x="16" y="43"/>
                    <a:pt x="31" y="35"/>
                    <a:pt x="44" y="23"/>
                  </a:cubicBezTo>
                  <a:cubicBezTo>
                    <a:pt x="53" y="15"/>
                    <a:pt x="56" y="10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10" name="Freeform 1401">
              <a:extLst>
                <a:ext uri="{FF2B5EF4-FFF2-40B4-BE49-F238E27FC236}">
                  <a16:creationId xmlns:a16="http://schemas.microsoft.com/office/drawing/2014/main" id="{355CBDBC-6ED4-4265-B552-DC4BC6434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549"/>
              <a:ext cx="126" cy="91"/>
            </a:xfrm>
            <a:custGeom>
              <a:avLst/>
              <a:gdLst>
                <a:gd name="T0" fmla="*/ 0 w 63"/>
                <a:gd name="T1" fmla="*/ 408 h 43"/>
                <a:gd name="T2" fmla="*/ 200 w 63"/>
                <a:gd name="T3" fmla="*/ 313 h 43"/>
                <a:gd name="T4" fmla="*/ 432 w 63"/>
                <a:gd name="T5" fmla="*/ 180 h 43"/>
                <a:gd name="T6" fmla="*/ 424 w 6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3">
                  <a:moveTo>
                    <a:pt x="0" y="43"/>
                  </a:moveTo>
                  <a:cubicBezTo>
                    <a:pt x="9" y="43"/>
                    <a:pt x="18" y="36"/>
                    <a:pt x="25" y="33"/>
                  </a:cubicBezTo>
                  <a:cubicBezTo>
                    <a:pt x="34" y="29"/>
                    <a:pt x="46" y="26"/>
                    <a:pt x="54" y="19"/>
                  </a:cubicBezTo>
                  <a:cubicBezTo>
                    <a:pt x="63" y="12"/>
                    <a:pt x="60" y="8"/>
                    <a:pt x="5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11" name="Freeform 1402">
              <a:extLst>
                <a:ext uri="{FF2B5EF4-FFF2-40B4-BE49-F238E27FC236}">
                  <a16:creationId xmlns:a16="http://schemas.microsoft.com/office/drawing/2014/main" id="{6A6A4576-2185-43B9-911F-E3F9BA78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504"/>
              <a:ext cx="124" cy="87"/>
            </a:xfrm>
            <a:custGeom>
              <a:avLst/>
              <a:gdLst>
                <a:gd name="T0" fmla="*/ 0 w 62"/>
                <a:gd name="T1" fmla="*/ 382 h 41"/>
                <a:gd name="T2" fmla="*/ 368 w 62"/>
                <a:gd name="T3" fmla="*/ 257 h 41"/>
                <a:gd name="T4" fmla="*/ 448 w 6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1">
                  <a:moveTo>
                    <a:pt x="0" y="40"/>
                  </a:moveTo>
                  <a:cubicBezTo>
                    <a:pt x="15" y="41"/>
                    <a:pt x="33" y="34"/>
                    <a:pt x="46" y="27"/>
                  </a:cubicBezTo>
                  <a:cubicBezTo>
                    <a:pt x="60" y="21"/>
                    <a:pt x="62" y="14"/>
                    <a:pt x="5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12" name="Freeform 1403">
              <a:extLst>
                <a:ext uri="{FF2B5EF4-FFF2-40B4-BE49-F238E27FC236}">
                  <a16:creationId xmlns:a16="http://schemas.microsoft.com/office/drawing/2014/main" id="{5875A0A1-605C-4EF7-ADCA-9A0624C3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477"/>
              <a:ext cx="121" cy="72"/>
            </a:xfrm>
            <a:custGeom>
              <a:avLst/>
              <a:gdLst>
                <a:gd name="T0" fmla="*/ 0 w 61"/>
                <a:gd name="T1" fmla="*/ 322 h 34"/>
                <a:gd name="T2" fmla="*/ 319 w 61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34">
                  <a:moveTo>
                    <a:pt x="0" y="34"/>
                  </a:moveTo>
                  <a:cubicBezTo>
                    <a:pt x="16" y="31"/>
                    <a:pt x="61" y="23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13" name="Freeform 1404">
              <a:extLst>
                <a:ext uri="{FF2B5EF4-FFF2-40B4-BE49-F238E27FC236}">
                  <a16:creationId xmlns:a16="http://schemas.microsoft.com/office/drawing/2014/main" id="{AABFA8CE-C208-4EF2-8BA0-68E51318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1440"/>
              <a:ext cx="130" cy="75"/>
            </a:xfrm>
            <a:custGeom>
              <a:avLst/>
              <a:gdLst>
                <a:gd name="T0" fmla="*/ 0 w 65"/>
                <a:gd name="T1" fmla="*/ 345 h 35"/>
                <a:gd name="T2" fmla="*/ 368 w 65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5">
                  <a:moveTo>
                    <a:pt x="0" y="35"/>
                  </a:moveTo>
                  <a:cubicBezTo>
                    <a:pt x="19" y="33"/>
                    <a:pt x="65" y="28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14" name="Freeform 1405">
              <a:extLst>
                <a:ext uri="{FF2B5EF4-FFF2-40B4-BE49-F238E27FC236}">
                  <a16:creationId xmlns:a16="http://schemas.microsoft.com/office/drawing/2014/main" id="{B852A1BC-026B-4C7E-AF17-DABEBC740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415"/>
              <a:ext cx="128" cy="79"/>
            </a:xfrm>
            <a:custGeom>
              <a:avLst/>
              <a:gdLst>
                <a:gd name="T0" fmla="*/ 0 w 64"/>
                <a:gd name="T1" fmla="*/ 342 h 37"/>
                <a:gd name="T2" fmla="*/ 168 w 64"/>
                <a:gd name="T3" fmla="*/ 293 h 37"/>
                <a:gd name="T4" fmla="*/ 448 w 64"/>
                <a:gd name="T5" fmla="*/ 224 h 37"/>
                <a:gd name="T6" fmla="*/ 464 w 64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7">
                  <a:moveTo>
                    <a:pt x="0" y="35"/>
                  </a:moveTo>
                  <a:cubicBezTo>
                    <a:pt x="6" y="37"/>
                    <a:pt x="15" y="32"/>
                    <a:pt x="21" y="30"/>
                  </a:cubicBezTo>
                  <a:cubicBezTo>
                    <a:pt x="32" y="28"/>
                    <a:pt x="47" y="29"/>
                    <a:pt x="56" y="23"/>
                  </a:cubicBezTo>
                  <a:cubicBezTo>
                    <a:pt x="64" y="17"/>
                    <a:pt x="64" y="9"/>
                    <a:pt x="5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15" name="Freeform 1406">
              <a:extLst>
                <a:ext uri="{FF2B5EF4-FFF2-40B4-BE49-F238E27FC236}">
                  <a16:creationId xmlns:a16="http://schemas.microsoft.com/office/drawing/2014/main" id="{F8817F7D-3665-461E-8E0E-D8C36C910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396"/>
              <a:ext cx="110" cy="64"/>
            </a:xfrm>
            <a:custGeom>
              <a:avLst/>
              <a:gdLst>
                <a:gd name="T0" fmla="*/ 0 w 55"/>
                <a:gd name="T1" fmla="*/ 292 h 30"/>
                <a:gd name="T2" fmla="*/ 384 w 55"/>
                <a:gd name="T3" fmla="*/ 213 h 30"/>
                <a:gd name="T4" fmla="*/ 400 w 5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0">
                  <a:moveTo>
                    <a:pt x="0" y="30"/>
                  </a:moveTo>
                  <a:cubicBezTo>
                    <a:pt x="12" y="30"/>
                    <a:pt x="39" y="30"/>
                    <a:pt x="48" y="22"/>
                  </a:cubicBezTo>
                  <a:cubicBezTo>
                    <a:pt x="55" y="17"/>
                    <a:pt x="52" y="8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16" name="Freeform 1407">
              <a:extLst>
                <a:ext uri="{FF2B5EF4-FFF2-40B4-BE49-F238E27FC236}">
                  <a16:creationId xmlns:a16="http://schemas.microsoft.com/office/drawing/2014/main" id="{DD944806-B970-4FFB-92AA-35AD98394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383"/>
              <a:ext cx="117" cy="68"/>
            </a:xfrm>
            <a:custGeom>
              <a:avLst/>
              <a:gdLst>
                <a:gd name="T0" fmla="*/ 0 w 59"/>
                <a:gd name="T1" fmla="*/ 281 h 32"/>
                <a:gd name="T2" fmla="*/ 357 w 59"/>
                <a:gd name="T3" fmla="*/ 240 h 32"/>
                <a:gd name="T4" fmla="*/ 405 w 5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2">
                  <a:moveTo>
                    <a:pt x="0" y="29"/>
                  </a:moveTo>
                  <a:cubicBezTo>
                    <a:pt x="15" y="27"/>
                    <a:pt x="33" y="32"/>
                    <a:pt x="46" y="25"/>
                  </a:cubicBezTo>
                  <a:cubicBezTo>
                    <a:pt x="59" y="19"/>
                    <a:pt x="51" y="11"/>
                    <a:pt x="5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17" name="Freeform 1408">
              <a:extLst>
                <a:ext uri="{FF2B5EF4-FFF2-40B4-BE49-F238E27FC236}">
                  <a16:creationId xmlns:a16="http://schemas.microsoft.com/office/drawing/2014/main" id="{D7B044BF-32E5-4D55-8DDB-D2195DBAC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385"/>
              <a:ext cx="114" cy="53"/>
            </a:xfrm>
            <a:custGeom>
              <a:avLst/>
              <a:gdLst>
                <a:gd name="T0" fmla="*/ 0 w 57"/>
                <a:gd name="T1" fmla="*/ 220 h 25"/>
                <a:gd name="T2" fmla="*/ 136 w 57"/>
                <a:gd name="T3" fmla="*/ 212 h 25"/>
                <a:gd name="T4" fmla="*/ 376 w 57"/>
                <a:gd name="T5" fmla="*/ 201 h 25"/>
                <a:gd name="T6" fmla="*/ 432 w 57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5">
                  <a:moveTo>
                    <a:pt x="0" y="23"/>
                  </a:moveTo>
                  <a:cubicBezTo>
                    <a:pt x="6" y="25"/>
                    <a:pt x="11" y="22"/>
                    <a:pt x="17" y="22"/>
                  </a:cubicBezTo>
                  <a:cubicBezTo>
                    <a:pt x="26" y="21"/>
                    <a:pt x="39" y="25"/>
                    <a:pt x="47" y="21"/>
                  </a:cubicBezTo>
                  <a:cubicBezTo>
                    <a:pt x="57" y="17"/>
                    <a:pt x="54" y="11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18" name="Freeform 1409">
              <a:extLst>
                <a:ext uri="{FF2B5EF4-FFF2-40B4-BE49-F238E27FC236}">
                  <a16:creationId xmlns:a16="http://schemas.microsoft.com/office/drawing/2014/main" id="{AE414A86-5D9C-4A1D-9784-350FCACEC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372"/>
              <a:ext cx="114" cy="58"/>
            </a:xfrm>
            <a:custGeom>
              <a:avLst/>
              <a:gdLst>
                <a:gd name="T0" fmla="*/ 0 w 57"/>
                <a:gd name="T1" fmla="*/ 258 h 27"/>
                <a:gd name="T2" fmla="*/ 240 w 57"/>
                <a:gd name="T3" fmla="*/ 241 h 27"/>
                <a:gd name="T4" fmla="*/ 456 w 57"/>
                <a:gd name="T5" fmla="*/ 208 h 27"/>
                <a:gd name="T6" fmla="*/ 432 w 5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7">
                  <a:moveTo>
                    <a:pt x="0" y="26"/>
                  </a:moveTo>
                  <a:cubicBezTo>
                    <a:pt x="10" y="27"/>
                    <a:pt x="20" y="25"/>
                    <a:pt x="30" y="24"/>
                  </a:cubicBezTo>
                  <a:cubicBezTo>
                    <a:pt x="38" y="24"/>
                    <a:pt x="50" y="26"/>
                    <a:pt x="57" y="21"/>
                  </a:cubicBezTo>
                  <a:cubicBezTo>
                    <a:pt x="54" y="14"/>
                    <a:pt x="56" y="7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19" name="Freeform 1410">
              <a:extLst>
                <a:ext uri="{FF2B5EF4-FFF2-40B4-BE49-F238E27FC236}">
                  <a16:creationId xmlns:a16="http://schemas.microsoft.com/office/drawing/2014/main" id="{DDA5E0E5-D263-435E-BA68-D8615799E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426"/>
              <a:ext cx="64" cy="4"/>
            </a:xfrm>
            <a:custGeom>
              <a:avLst/>
              <a:gdLst>
                <a:gd name="T0" fmla="*/ 0 w 32"/>
                <a:gd name="T1" fmla="*/ 0 h 2"/>
                <a:gd name="T2" fmla="*/ 256 w 3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">
                  <a:moveTo>
                    <a:pt x="0" y="0"/>
                  </a:moveTo>
                  <a:cubicBezTo>
                    <a:pt x="10" y="0"/>
                    <a:pt x="24" y="0"/>
                    <a:pt x="32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20" name="Freeform 1411">
              <a:extLst>
                <a:ext uri="{FF2B5EF4-FFF2-40B4-BE49-F238E27FC236}">
                  <a16:creationId xmlns:a16="http://schemas.microsoft.com/office/drawing/2014/main" id="{12C54536-D4F3-4480-A3C3-D4085A6BB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449"/>
              <a:ext cx="88" cy="132"/>
            </a:xfrm>
            <a:custGeom>
              <a:avLst/>
              <a:gdLst>
                <a:gd name="T0" fmla="*/ 0 w 44"/>
                <a:gd name="T1" fmla="*/ 598 h 62"/>
                <a:gd name="T2" fmla="*/ 80 w 44"/>
                <a:gd name="T3" fmla="*/ 1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2">
                  <a:moveTo>
                    <a:pt x="0" y="62"/>
                  </a:moveTo>
                  <a:cubicBezTo>
                    <a:pt x="9" y="55"/>
                    <a:pt x="44" y="0"/>
                    <a:pt x="10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21" name="Freeform 1412">
              <a:extLst>
                <a:ext uri="{FF2B5EF4-FFF2-40B4-BE49-F238E27FC236}">
                  <a16:creationId xmlns:a16="http://schemas.microsoft.com/office/drawing/2014/main" id="{1ACB48D9-9450-4006-AE5F-6DA03641C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368"/>
              <a:ext cx="58" cy="126"/>
            </a:xfrm>
            <a:custGeom>
              <a:avLst/>
              <a:gdLst>
                <a:gd name="T0" fmla="*/ 0 w 29"/>
                <a:gd name="T1" fmla="*/ 574 h 59"/>
                <a:gd name="T2" fmla="*/ 216 w 29"/>
                <a:gd name="T3" fmla="*/ 188 h 59"/>
                <a:gd name="T4" fmla="*/ 96 w 29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9">
                  <a:moveTo>
                    <a:pt x="0" y="59"/>
                  </a:moveTo>
                  <a:cubicBezTo>
                    <a:pt x="9" y="53"/>
                    <a:pt x="25" y="29"/>
                    <a:pt x="27" y="19"/>
                  </a:cubicBezTo>
                  <a:cubicBezTo>
                    <a:pt x="29" y="10"/>
                    <a:pt x="23" y="0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22" name="Freeform 1413">
              <a:extLst>
                <a:ext uri="{FF2B5EF4-FFF2-40B4-BE49-F238E27FC236}">
                  <a16:creationId xmlns:a16="http://schemas.microsoft.com/office/drawing/2014/main" id="{2DE3190B-760F-4A77-BB9C-A127B8A7C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277"/>
              <a:ext cx="66" cy="138"/>
            </a:xfrm>
            <a:custGeom>
              <a:avLst/>
              <a:gdLst>
                <a:gd name="T0" fmla="*/ 88 w 33"/>
                <a:gd name="T1" fmla="*/ 0 h 65"/>
                <a:gd name="T2" fmla="*/ 176 w 33"/>
                <a:gd name="T3" fmla="*/ 325 h 65"/>
                <a:gd name="T4" fmla="*/ 0 w 33"/>
                <a:gd name="T5" fmla="*/ 62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5">
                  <a:moveTo>
                    <a:pt x="11" y="0"/>
                  </a:moveTo>
                  <a:cubicBezTo>
                    <a:pt x="27" y="13"/>
                    <a:pt x="33" y="14"/>
                    <a:pt x="22" y="34"/>
                  </a:cubicBezTo>
                  <a:cubicBezTo>
                    <a:pt x="16" y="45"/>
                    <a:pt x="9" y="57"/>
                    <a:pt x="0" y="6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23" name="Freeform 1414">
              <a:extLst>
                <a:ext uri="{FF2B5EF4-FFF2-40B4-BE49-F238E27FC236}">
                  <a16:creationId xmlns:a16="http://schemas.microsoft.com/office/drawing/2014/main" id="{FD8E43A7-82E7-486B-B3C7-D4D2DDEF8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192"/>
              <a:ext cx="64" cy="134"/>
            </a:xfrm>
            <a:custGeom>
              <a:avLst/>
              <a:gdLst>
                <a:gd name="T0" fmla="*/ 0 w 32"/>
                <a:gd name="T1" fmla="*/ 606 h 63"/>
                <a:gd name="T2" fmla="*/ 240 w 32"/>
                <a:gd name="T3" fmla="*/ 213 h 63"/>
                <a:gd name="T4" fmla="*/ 104 w 32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3">
                  <a:moveTo>
                    <a:pt x="0" y="63"/>
                  </a:moveTo>
                  <a:cubicBezTo>
                    <a:pt x="7" y="50"/>
                    <a:pt x="27" y="37"/>
                    <a:pt x="30" y="22"/>
                  </a:cubicBezTo>
                  <a:cubicBezTo>
                    <a:pt x="32" y="14"/>
                    <a:pt x="22" y="4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24" name="Freeform 1415">
              <a:extLst>
                <a:ext uri="{FF2B5EF4-FFF2-40B4-BE49-F238E27FC236}">
                  <a16:creationId xmlns:a16="http://schemas.microsoft.com/office/drawing/2014/main" id="{301B5CF7-50A7-496C-A5B6-519D1293D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115"/>
              <a:ext cx="66" cy="126"/>
            </a:xfrm>
            <a:custGeom>
              <a:avLst/>
              <a:gdLst>
                <a:gd name="T0" fmla="*/ 0 w 33"/>
                <a:gd name="T1" fmla="*/ 574 h 59"/>
                <a:gd name="T2" fmla="*/ 256 w 33"/>
                <a:gd name="T3" fmla="*/ 233 h 59"/>
                <a:gd name="T4" fmla="*/ 128 w 33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9">
                  <a:moveTo>
                    <a:pt x="0" y="59"/>
                  </a:moveTo>
                  <a:cubicBezTo>
                    <a:pt x="8" y="52"/>
                    <a:pt x="31" y="34"/>
                    <a:pt x="32" y="24"/>
                  </a:cubicBezTo>
                  <a:cubicBezTo>
                    <a:pt x="33" y="15"/>
                    <a:pt x="23" y="5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25" name="Freeform 1416">
              <a:extLst>
                <a:ext uri="{FF2B5EF4-FFF2-40B4-BE49-F238E27FC236}">
                  <a16:creationId xmlns:a16="http://schemas.microsoft.com/office/drawing/2014/main" id="{EE378162-2E4F-4CD6-8650-6C95B03CD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047"/>
              <a:ext cx="69" cy="123"/>
            </a:xfrm>
            <a:custGeom>
              <a:avLst/>
              <a:gdLst>
                <a:gd name="T0" fmla="*/ 0 w 35"/>
                <a:gd name="T1" fmla="*/ 554 h 58"/>
                <a:gd name="T2" fmla="*/ 237 w 35"/>
                <a:gd name="T3" fmla="*/ 189 h 58"/>
                <a:gd name="T4" fmla="*/ 144 w 35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8">
                  <a:moveTo>
                    <a:pt x="0" y="58"/>
                  </a:moveTo>
                  <a:cubicBezTo>
                    <a:pt x="6" y="44"/>
                    <a:pt x="27" y="35"/>
                    <a:pt x="31" y="20"/>
                  </a:cubicBezTo>
                  <a:cubicBezTo>
                    <a:pt x="35" y="9"/>
                    <a:pt x="27" y="6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26" name="Freeform 1417">
              <a:extLst>
                <a:ext uri="{FF2B5EF4-FFF2-40B4-BE49-F238E27FC236}">
                  <a16:creationId xmlns:a16="http://schemas.microsoft.com/office/drawing/2014/main" id="{08B22228-34BD-46F0-85A3-132AF46DE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977"/>
              <a:ext cx="70" cy="110"/>
            </a:xfrm>
            <a:custGeom>
              <a:avLst/>
              <a:gdLst>
                <a:gd name="T0" fmla="*/ 0 w 35"/>
                <a:gd name="T1" fmla="*/ 493 h 52"/>
                <a:gd name="T2" fmla="*/ 272 w 35"/>
                <a:gd name="T3" fmla="*/ 188 h 52"/>
                <a:gd name="T4" fmla="*/ 144 w 35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2">
                  <a:moveTo>
                    <a:pt x="0" y="52"/>
                  </a:moveTo>
                  <a:cubicBezTo>
                    <a:pt x="8" y="47"/>
                    <a:pt x="33" y="31"/>
                    <a:pt x="34" y="20"/>
                  </a:cubicBezTo>
                  <a:cubicBezTo>
                    <a:pt x="35" y="13"/>
                    <a:pt x="24" y="3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27" name="Freeform 1418">
              <a:extLst>
                <a:ext uri="{FF2B5EF4-FFF2-40B4-BE49-F238E27FC236}">
                  <a16:creationId xmlns:a16="http://schemas.microsoft.com/office/drawing/2014/main" id="{968B6F1C-0EEB-41D6-AFF9-8A690FEBD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921"/>
              <a:ext cx="66" cy="100"/>
            </a:xfrm>
            <a:custGeom>
              <a:avLst/>
              <a:gdLst>
                <a:gd name="T0" fmla="*/ 0 w 33"/>
                <a:gd name="T1" fmla="*/ 453 h 47"/>
                <a:gd name="T2" fmla="*/ 216 w 33"/>
                <a:gd name="T3" fmla="*/ 204 h 47"/>
                <a:gd name="T4" fmla="*/ 176 w 33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7">
                  <a:moveTo>
                    <a:pt x="0" y="47"/>
                  </a:moveTo>
                  <a:cubicBezTo>
                    <a:pt x="9" y="42"/>
                    <a:pt x="21" y="29"/>
                    <a:pt x="27" y="21"/>
                  </a:cubicBezTo>
                  <a:cubicBezTo>
                    <a:pt x="33" y="13"/>
                    <a:pt x="31" y="5"/>
                    <a:pt x="2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28" name="Freeform 1419">
              <a:extLst>
                <a:ext uri="{FF2B5EF4-FFF2-40B4-BE49-F238E27FC236}">
                  <a16:creationId xmlns:a16="http://schemas.microsoft.com/office/drawing/2014/main" id="{B3AB4D63-C68E-4656-8D87-696E46DE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845"/>
              <a:ext cx="110" cy="136"/>
            </a:xfrm>
            <a:custGeom>
              <a:avLst/>
              <a:gdLst>
                <a:gd name="T0" fmla="*/ 0 w 55"/>
                <a:gd name="T1" fmla="*/ 614 h 64"/>
                <a:gd name="T2" fmla="*/ 176 w 55"/>
                <a:gd name="T3" fmla="*/ 434 h 64"/>
                <a:gd name="T4" fmla="*/ 392 w 55"/>
                <a:gd name="T5" fmla="*/ 213 h 64"/>
                <a:gd name="T6" fmla="*/ 304 w 55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4">
                  <a:moveTo>
                    <a:pt x="0" y="64"/>
                  </a:moveTo>
                  <a:cubicBezTo>
                    <a:pt x="7" y="59"/>
                    <a:pt x="15" y="51"/>
                    <a:pt x="22" y="45"/>
                  </a:cubicBezTo>
                  <a:cubicBezTo>
                    <a:pt x="30" y="39"/>
                    <a:pt x="45" y="31"/>
                    <a:pt x="49" y="22"/>
                  </a:cubicBezTo>
                  <a:cubicBezTo>
                    <a:pt x="55" y="13"/>
                    <a:pt x="47" y="6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29" name="Freeform 1420">
              <a:extLst>
                <a:ext uri="{FF2B5EF4-FFF2-40B4-BE49-F238E27FC236}">
                  <a16:creationId xmlns:a16="http://schemas.microsoft.com/office/drawing/2014/main" id="{C9A52EDD-E82F-4456-BE27-608E82176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779"/>
              <a:ext cx="94" cy="110"/>
            </a:xfrm>
            <a:custGeom>
              <a:avLst/>
              <a:gdLst>
                <a:gd name="T0" fmla="*/ 0 w 47"/>
                <a:gd name="T1" fmla="*/ 493 h 52"/>
                <a:gd name="T2" fmla="*/ 88 w 47"/>
                <a:gd name="T3" fmla="*/ 417 h 52"/>
                <a:gd name="T4" fmla="*/ 312 w 47"/>
                <a:gd name="T5" fmla="*/ 220 h 52"/>
                <a:gd name="T6" fmla="*/ 264 w 47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2">
                  <a:moveTo>
                    <a:pt x="0" y="52"/>
                  </a:moveTo>
                  <a:cubicBezTo>
                    <a:pt x="4" y="52"/>
                    <a:pt x="8" y="47"/>
                    <a:pt x="11" y="44"/>
                  </a:cubicBezTo>
                  <a:cubicBezTo>
                    <a:pt x="19" y="36"/>
                    <a:pt x="32" y="32"/>
                    <a:pt x="39" y="23"/>
                  </a:cubicBezTo>
                  <a:cubicBezTo>
                    <a:pt x="47" y="13"/>
                    <a:pt x="43" y="7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30" name="Freeform 1421">
              <a:extLst>
                <a:ext uri="{FF2B5EF4-FFF2-40B4-BE49-F238E27FC236}">
                  <a16:creationId xmlns:a16="http://schemas.microsoft.com/office/drawing/2014/main" id="{26422A47-13A7-47E5-B3B1-D273C8CF9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704"/>
              <a:ext cx="111" cy="126"/>
            </a:xfrm>
            <a:custGeom>
              <a:avLst/>
              <a:gdLst>
                <a:gd name="T0" fmla="*/ 0 w 56"/>
                <a:gd name="T1" fmla="*/ 574 h 59"/>
                <a:gd name="T2" fmla="*/ 381 w 56"/>
                <a:gd name="T3" fmla="*/ 205 h 59"/>
                <a:gd name="T4" fmla="*/ 311 w 5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9">
                  <a:moveTo>
                    <a:pt x="0" y="59"/>
                  </a:moveTo>
                  <a:cubicBezTo>
                    <a:pt x="15" y="47"/>
                    <a:pt x="39" y="37"/>
                    <a:pt x="49" y="21"/>
                  </a:cubicBezTo>
                  <a:cubicBezTo>
                    <a:pt x="56" y="12"/>
                    <a:pt x="48" y="7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31" name="Freeform 1422">
              <a:extLst>
                <a:ext uri="{FF2B5EF4-FFF2-40B4-BE49-F238E27FC236}">
                  <a16:creationId xmlns:a16="http://schemas.microsoft.com/office/drawing/2014/main" id="{35CC7D5C-A9EC-4A4A-970F-3CF3871E9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668"/>
              <a:ext cx="76" cy="94"/>
            </a:xfrm>
            <a:custGeom>
              <a:avLst/>
              <a:gdLst>
                <a:gd name="T0" fmla="*/ 0 w 38"/>
                <a:gd name="T1" fmla="*/ 429 h 44"/>
                <a:gd name="T2" fmla="*/ 280 w 38"/>
                <a:gd name="T3" fmla="*/ 173 h 44"/>
                <a:gd name="T4" fmla="*/ 184 w 38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4">
                  <a:moveTo>
                    <a:pt x="0" y="44"/>
                  </a:moveTo>
                  <a:cubicBezTo>
                    <a:pt x="9" y="41"/>
                    <a:pt x="33" y="28"/>
                    <a:pt x="35" y="18"/>
                  </a:cubicBezTo>
                  <a:cubicBezTo>
                    <a:pt x="38" y="9"/>
                    <a:pt x="28" y="8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32" name="Freeform 1423">
              <a:extLst>
                <a:ext uri="{FF2B5EF4-FFF2-40B4-BE49-F238E27FC236}">
                  <a16:creationId xmlns:a16="http://schemas.microsoft.com/office/drawing/2014/main" id="{781AE9FF-9EB1-4866-8D3D-7457E8812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611"/>
              <a:ext cx="110" cy="110"/>
            </a:xfrm>
            <a:custGeom>
              <a:avLst/>
              <a:gdLst>
                <a:gd name="T0" fmla="*/ 0 w 55"/>
                <a:gd name="T1" fmla="*/ 493 h 52"/>
                <a:gd name="T2" fmla="*/ 384 w 55"/>
                <a:gd name="T3" fmla="*/ 228 h 52"/>
                <a:gd name="T4" fmla="*/ 344 w 55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2">
                  <a:moveTo>
                    <a:pt x="0" y="52"/>
                  </a:moveTo>
                  <a:cubicBezTo>
                    <a:pt x="15" y="46"/>
                    <a:pt x="38" y="36"/>
                    <a:pt x="48" y="24"/>
                  </a:cubicBezTo>
                  <a:cubicBezTo>
                    <a:pt x="55" y="18"/>
                    <a:pt x="53" y="2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33" name="Freeform 1424">
              <a:extLst>
                <a:ext uri="{FF2B5EF4-FFF2-40B4-BE49-F238E27FC236}">
                  <a16:creationId xmlns:a16="http://schemas.microsoft.com/office/drawing/2014/main" id="{D19140FC-AFB6-4221-96BD-44C861DB7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577"/>
              <a:ext cx="126" cy="91"/>
            </a:xfrm>
            <a:custGeom>
              <a:avLst/>
              <a:gdLst>
                <a:gd name="T0" fmla="*/ 0 w 63"/>
                <a:gd name="T1" fmla="*/ 381 h 43"/>
                <a:gd name="T2" fmla="*/ 376 w 63"/>
                <a:gd name="T3" fmla="*/ 210 h 43"/>
                <a:gd name="T4" fmla="*/ 408 w 63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3">
                  <a:moveTo>
                    <a:pt x="0" y="40"/>
                  </a:moveTo>
                  <a:cubicBezTo>
                    <a:pt x="12" y="43"/>
                    <a:pt x="36" y="28"/>
                    <a:pt x="47" y="22"/>
                  </a:cubicBezTo>
                  <a:cubicBezTo>
                    <a:pt x="63" y="14"/>
                    <a:pt x="54" y="13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34" name="Freeform 1425">
              <a:extLst>
                <a:ext uri="{FF2B5EF4-FFF2-40B4-BE49-F238E27FC236}">
                  <a16:creationId xmlns:a16="http://schemas.microsoft.com/office/drawing/2014/main" id="{214AE3BC-D800-4B35-8097-7D91E8DAD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538"/>
              <a:ext cx="127" cy="83"/>
            </a:xfrm>
            <a:custGeom>
              <a:avLst/>
              <a:gdLst>
                <a:gd name="T0" fmla="*/ 0 w 64"/>
                <a:gd name="T1" fmla="*/ 366 h 39"/>
                <a:gd name="T2" fmla="*/ 252 w 64"/>
                <a:gd name="T3" fmla="*/ 289 h 39"/>
                <a:gd name="T4" fmla="*/ 452 w 64"/>
                <a:gd name="T5" fmla="*/ 213 h 39"/>
                <a:gd name="T6" fmla="*/ 413 w 6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9">
                  <a:moveTo>
                    <a:pt x="0" y="38"/>
                  </a:moveTo>
                  <a:cubicBezTo>
                    <a:pt x="10" y="39"/>
                    <a:pt x="22" y="33"/>
                    <a:pt x="32" y="30"/>
                  </a:cubicBezTo>
                  <a:cubicBezTo>
                    <a:pt x="37" y="29"/>
                    <a:pt x="54" y="26"/>
                    <a:pt x="58" y="22"/>
                  </a:cubicBezTo>
                  <a:cubicBezTo>
                    <a:pt x="64" y="14"/>
                    <a:pt x="57" y="8"/>
                    <a:pt x="5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35" name="Freeform 1426">
              <a:extLst>
                <a:ext uri="{FF2B5EF4-FFF2-40B4-BE49-F238E27FC236}">
                  <a16:creationId xmlns:a16="http://schemas.microsoft.com/office/drawing/2014/main" id="{E378570A-951D-41EA-92BF-2F2A14551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1513"/>
              <a:ext cx="104" cy="70"/>
            </a:xfrm>
            <a:custGeom>
              <a:avLst/>
              <a:gdLst>
                <a:gd name="T0" fmla="*/ 0 w 52"/>
                <a:gd name="T1" fmla="*/ 314 h 33"/>
                <a:gd name="T2" fmla="*/ 296 w 5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3">
                  <a:moveTo>
                    <a:pt x="0" y="33"/>
                  </a:moveTo>
                  <a:cubicBezTo>
                    <a:pt x="18" y="25"/>
                    <a:pt x="52" y="28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36" name="Freeform 1427">
              <a:extLst>
                <a:ext uri="{FF2B5EF4-FFF2-40B4-BE49-F238E27FC236}">
                  <a16:creationId xmlns:a16="http://schemas.microsoft.com/office/drawing/2014/main" id="{02B7B607-427F-4F6E-BC19-5C5DEC189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477"/>
              <a:ext cx="114" cy="76"/>
            </a:xfrm>
            <a:custGeom>
              <a:avLst/>
              <a:gdLst>
                <a:gd name="T0" fmla="*/ 0 w 57"/>
                <a:gd name="T1" fmla="*/ 338 h 36"/>
                <a:gd name="T2" fmla="*/ 416 w 57"/>
                <a:gd name="T3" fmla="*/ 205 h 36"/>
                <a:gd name="T4" fmla="*/ 400 w 57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6">
                  <a:moveTo>
                    <a:pt x="0" y="36"/>
                  </a:moveTo>
                  <a:cubicBezTo>
                    <a:pt x="12" y="35"/>
                    <a:pt x="44" y="33"/>
                    <a:pt x="52" y="22"/>
                  </a:cubicBezTo>
                  <a:cubicBezTo>
                    <a:pt x="57" y="17"/>
                    <a:pt x="53" y="7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37" name="Freeform 1428">
              <a:extLst>
                <a:ext uri="{FF2B5EF4-FFF2-40B4-BE49-F238E27FC236}">
                  <a16:creationId xmlns:a16="http://schemas.microsoft.com/office/drawing/2014/main" id="{550883EE-66FA-4959-BB29-214E4CF01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455"/>
              <a:ext cx="106" cy="71"/>
            </a:xfrm>
            <a:custGeom>
              <a:avLst/>
              <a:gdLst>
                <a:gd name="T0" fmla="*/ 0 w 53"/>
                <a:gd name="T1" fmla="*/ 329 h 33"/>
                <a:gd name="T2" fmla="*/ 344 w 53"/>
                <a:gd name="T3" fmla="*/ 226 h 33"/>
                <a:gd name="T4" fmla="*/ 360 w 53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3">
                  <a:moveTo>
                    <a:pt x="0" y="33"/>
                  </a:moveTo>
                  <a:cubicBezTo>
                    <a:pt x="12" y="33"/>
                    <a:pt x="33" y="29"/>
                    <a:pt x="43" y="23"/>
                  </a:cubicBezTo>
                  <a:cubicBezTo>
                    <a:pt x="51" y="20"/>
                    <a:pt x="53" y="8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38" name="Freeform 1429">
              <a:extLst>
                <a:ext uri="{FF2B5EF4-FFF2-40B4-BE49-F238E27FC236}">
                  <a16:creationId xmlns:a16="http://schemas.microsoft.com/office/drawing/2014/main" id="{818EB73E-B0FB-41E0-A93F-0830CBEB9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438"/>
              <a:ext cx="119" cy="66"/>
            </a:xfrm>
            <a:custGeom>
              <a:avLst/>
              <a:gdLst>
                <a:gd name="T0" fmla="*/ 0 w 60"/>
                <a:gd name="T1" fmla="*/ 300 h 31"/>
                <a:gd name="T2" fmla="*/ 188 w 60"/>
                <a:gd name="T3" fmla="*/ 258 h 31"/>
                <a:gd name="T4" fmla="*/ 397 w 60"/>
                <a:gd name="T5" fmla="*/ 232 h 31"/>
                <a:gd name="T6" fmla="*/ 428 w 6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1">
                  <a:moveTo>
                    <a:pt x="0" y="31"/>
                  </a:moveTo>
                  <a:cubicBezTo>
                    <a:pt x="8" y="31"/>
                    <a:pt x="16" y="28"/>
                    <a:pt x="24" y="27"/>
                  </a:cubicBezTo>
                  <a:cubicBezTo>
                    <a:pt x="31" y="26"/>
                    <a:pt x="44" y="28"/>
                    <a:pt x="51" y="24"/>
                  </a:cubicBezTo>
                  <a:cubicBezTo>
                    <a:pt x="60" y="20"/>
                    <a:pt x="59" y="9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39" name="Freeform 1430">
              <a:extLst>
                <a:ext uri="{FF2B5EF4-FFF2-40B4-BE49-F238E27FC236}">
                  <a16:creationId xmlns:a16="http://schemas.microsoft.com/office/drawing/2014/main" id="{AAB45E2A-0F55-4510-AA11-3831AF5C1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430"/>
              <a:ext cx="122" cy="57"/>
            </a:xfrm>
            <a:custGeom>
              <a:avLst/>
              <a:gdLst>
                <a:gd name="T0" fmla="*/ 0 w 61"/>
                <a:gd name="T1" fmla="*/ 228 h 27"/>
                <a:gd name="T2" fmla="*/ 8 w 61"/>
                <a:gd name="T3" fmla="*/ 253 h 27"/>
                <a:gd name="T4" fmla="*/ 376 w 61"/>
                <a:gd name="T5" fmla="*/ 177 h 27"/>
                <a:gd name="T6" fmla="*/ 456 w 61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7">
                  <a:moveTo>
                    <a:pt x="0" y="24"/>
                  </a:moveTo>
                  <a:cubicBezTo>
                    <a:pt x="0" y="26"/>
                    <a:pt x="0" y="27"/>
                    <a:pt x="1" y="27"/>
                  </a:cubicBezTo>
                  <a:cubicBezTo>
                    <a:pt x="16" y="22"/>
                    <a:pt x="32" y="22"/>
                    <a:pt x="47" y="19"/>
                  </a:cubicBezTo>
                  <a:cubicBezTo>
                    <a:pt x="61" y="17"/>
                    <a:pt x="60" y="13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40" name="Freeform 1431">
              <a:extLst>
                <a:ext uri="{FF2B5EF4-FFF2-40B4-BE49-F238E27FC236}">
                  <a16:creationId xmlns:a16="http://schemas.microsoft.com/office/drawing/2014/main" id="{4F9D58C3-1B6A-4ADD-B5D8-15A69BF37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421"/>
              <a:ext cx="136" cy="53"/>
            </a:xfrm>
            <a:custGeom>
              <a:avLst/>
              <a:gdLst>
                <a:gd name="T0" fmla="*/ 0 w 68"/>
                <a:gd name="T1" fmla="*/ 220 h 25"/>
                <a:gd name="T2" fmla="*/ 160 w 68"/>
                <a:gd name="T3" fmla="*/ 220 h 25"/>
                <a:gd name="T4" fmla="*/ 448 w 68"/>
                <a:gd name="T5" fmla="*/ 180 h 25"/>
                <a:gd name="T6" fmla="*/ 480 w 68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5">
                  <a:moveTo>
                    <a:pt x="0" y="23"/>
                  </a:moveTo>
                  <a:cubicBezTo>
                    <a:pt x="6" y="25"/>
                    <a:pt x="13" y="23"/>
                    <a:pt x="20" y="23"/>
                  </a:cubicBezTo>
                  <a:cubicBezTo>
                    <a:pt x="30" y="22"/>
                    <a:pt x="46" y="23"/>
                    <a:pt x="56" y="19"/>
                  </a:cubicBezTo>
                  <a:cubicBezTo>
                    <a:pt x="68" y="14"/>
                    <a:pt x="58" y="10"/>
                    <a:pt x="6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41" name="Freeform 1432">
              <a:extLst>
                <a:ext uri="{FF2B5EF4-FFF2-40B4-BE49-F238E27FC236}">
                  <a16:creationId xmlns:a16="http://schemas.microsoft.com/office/drawing/2014/main" id="{A489097D-3566-4AE5-9A35-12206686C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462"/>
              <a:ext cx="118" cy="6"/>
            </a:xfrm>
            <a:custGeom>
              <a:avLst/>
              <a:gdLst>
                <a:gd name="T0" fmla="*/ 0 w 59"/>
                <a:gd name="T1" fmla="*/ 0 h 3"/>
                <a:gd name="T2" fmla="*/ 472 w 5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3">
                  <a:moveTo>
                    <a:pt x="0" y="0"/>
                  </a:moveTo>
                  <a:cubicBezTo>
                    <a:pt x="18" y="1"/>
                    <a:pt x="42" y="3"/>
                    <a:pt x="5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42" name="Freeform 1433">
              <a:extLst>
                <a:ext uri="{FF2B5EF4-FFF2-40B4-BE49-F238E27FC236}">
                  <a16:creationId xmlns:a16="http://schemas.microsoft.com/office/drawing/2014/main" id="{0485D51C-E9FC-4B05-A72D-367B6CD87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519"/>
              <a:ext cx="34" cy="98"/>
            </a:xfrm>
            <a:custGeom>
              <a:avLst/>
              <a:gdLst>
                <a:gd name="T0" fmla="*/ 0 w 17"/>
                <a:gd name="T1" fmla="*/ 445 h 46"/>
                <a:gd name="T2" fmla="*/ 120 w 17"/>
                <a:gd name="T3" fmla="*/ 136 h 46"/>
                <a:gd name="T4" fmla="*/ 24 w 1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6">
                  <a:moveTo>
                    <a:pt x="0" y="46"/>
                  </a:moveTo>
                  <a:cubicBezTo>
                    <a:pt x="5" y="39"/>
                    <a:pt x="14" y="23"/>
                    <a:pt x="15" y="14"/>
                  </a:cubicBezTo>
                  <a:cubicBezTo>
                    <a:pt x="17" y="4"/>
                    <a:pt x="11" y="6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43" name="Freeform 1434">
              <a:extLst>
                <a:ext uri="{FF2B5EF4-FFF2-40B4-BE49-F238E27FC236}">
                  <a16:creationId xmlns:a16="http://schemas.microsoft.com/office/drawing/2014/main" id="{157C09EA-9A87-481D-AB25-8708BE77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445"/>
              <a:ext cx="52" cy="102"/>
            </a:xfrm>
            <a:custGeom>
              <a:avLst/>
              <a:gdLst>
                <a:gd name="T0" fmla="*/ 0 w 26"/>
                <a:gd name="T1" fmla="*/ 461 h 48"/>
                <a:gd name="T2" fmla="*/ 208 w 26"/>
                <a:gd name="T3" fmla="*/ 85 h 48"/>
                <a:gd name="T4" fmla="*/ 112 w 26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8">
                  <a:moveTo>
                    <a:pt x="0" y="48"/>
                  </a:moveTo>
                  <a:cubicBezTo>
                    <a:pt x="10" y="40"/>
                    <a:pt x="24" y="22"/>
                    <a:pt x="26" y="9"/>
                  </a:cubicBezTo>
                  <a:cubicBezTo>
                    <a:pt x="21" y="8"/>
                    <a:pt x="17" y="5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44" name="Freeform 1435">
              <a:extLst>
                <a:ext uri="{FF2B5EF4-FFF2-40B4-BE49-F238E27FC236}">
                  <a16:creationId xmlns:a16="http://schemas.microsoft.com/office/drawing/2014/main" id="{BB67B7AC-00C0-44E4-A0CF-30C57CC3D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358"/>
              <a:ext cx="74" cy="108"/>
            </a:xfrm>
            <a:custGeom>
              <a:avLst/>
              <a:gdLst>
                <a:gd name="T0" fmla="*/ 0 w 37"/>
                <a:gd name="T1" fmla="*/ 485 h 51"/>
                <a:gd name="T2" fmla="*/ 112 w 37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51">
                  <a:moveTo>
                    <a:pt x="0" y="51"/>
                  </a:moveTo>
                  <a:cubicBezTo>
                    <a:pt x="9" y="39"/>
                    <a:pt x="37" y="10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45" name="Freeform 1436">
              <a:extLst>
                <a:ext uri="{FF2B5EF4-FFF2-40B4-BE49-F238E27FC236}">
                  <a16:creationId xmlns:a16="http://schemas.microsoft.com/office/drawing/2014/main" id="{60118FBF-94EB-401A-A349-15974B34C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281"/>
              <a:ext cx="72" cy="94"/>
            </a:xfrm>
            <a:custGeom>
              <a:avLst/>
              <a:gdLst>
                <a:gd name="T0" fmla="*/ 0 w 36"/>
                <a:gd name="T1" fmla="*/ 429 h 44"/>
                <a:gd name="T2" fmla="*/ 120 w 36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4">
                  <a:moveTo>
                    <a:pt x="0" y="44"/>
                  </a:moveTo>
                  <a:cubicBezTo>
                    <a:pt x="7" y="37"/>
                    <a:pt x="36" y="7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46" name="Freeform 1437">
              <a:extLst>
                <a:ext uri="{FF2B5EF4-FFF2-40B4-BE49-F238E27FC236}">
                  <a16:creationId xmlns:a16="http://schemas.microsoft.com/office/drawing/2014/main" id="{96430229-7210-49F3-AC33-293C8E474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204"/>
              <a:ext cx="70" cy="107"/>
            </a:xfrm>
            <a:custGeom>
              <a:avLst/>
              <a:gdLst>
                <a:gd name="T0" fmla="*/ 0 w 35"/>
                <a:gd name="T1" fmla="*/ 490 h 50"/>
                <a:gd name="T2" fmla="*/ 232 w 35"/>
                <a:gd name="T3" fmla="*/ 188 h 50"/>
                <a:gd name="T4" fmla="*/ 184 w 35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0">
                  <a:moveTo>
                    <a:pt x="0" y="50"/>
                  </a:moveTo>
                  <a:cubicBezTo>
                    <a:pt x="10" y="45"/>
                    <a:pt x="23" y="29"/>
                    <a:pt x="29" y="19"/>
                  </a:cubicBezTo>
                  <a:cubicBezTo>
                    <a:pt x="35" y="8"/>
                    <a:pt x="28" y="11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47" name="Freeform 1438">
              <a:extLst>
                <a:ext uri="{FF2B5EF4-FFF2-40B4-BE49-F238E27FC236}">
                  <a16:creationId xmlns:a16="http://schemas.microsoft.com/office/drawing/2014/main" id="{EE970324-5189-4F83-882F-07C13C7F2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138"/>
              <a:ext cx="59" cy="96"/>
            </a:xfrm>
            <a:custGeom>
              <a:avLst/>
              <a:gdLst>
                <a:gd name="T0" fmla="*/ 0 w 30"/>
                <a:gd name="T1" fmla="*/ 437 h 45"/>
                <a:gd name="T2" fmla="*/ 205 w 30"/>
                <a:gd name="T3" fmla="*/ 196 h 45"/>
                <a:gd name="T4" fmla="*/ 136 w 3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5">
                  <a:moveTo>
                    <a:pt x="0" y="45"/>
                  </a:moveTo>
                  <a:cubicBezTo>
                    <a:pt x="7" y="38"/>
                    <a:pt x="24" y="30"/>
                    <a:pt x="27" y="20"/>
                  </a:cubicBezTo>
                  <a:cubicBezTo>
                    <a:pt x="30" y="11"/>
                    <a:pt x="23" y="8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48" name="Freeform 1439">
              <a:extLst>
                <a:ext uri="{FF2B5EF4-FFF2-40B4-BE49-F238E27FC236}">
                  <a16:creationId xmlns:a16="http://schemas.microsoft.com/office/drawing/2014/main" id="{BD7CEC9E-EAB1-43D8-A78E-5546810B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064"/>
              <a:ext cx="68" cy="100"/>
            </a:xfrm>
            <a:custGeom>
              <a:avLst/>
              <a:gdLst>
                <a:gd name="T0" fmla="*/ 0 w 34"/>
                <a:gd name="T1" fmla="*/ 453 h 47"/>
                <a:gd name="T2" fmla="*/ 240 w 34"/>
                <a:gd name="T3" fmla="*/ 172 h 47"/>
                <a:gd name="T4" fmla="*/ 200 w 34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7">
                  <a:moveTo>
                    <a:pt x="0" y="47"/>
                  </a:moveTo>
                  <a:cubicBezTo>
                    <a:pt x="7" y="46"/>
                    <a:pt x="27" y="26"/>
                    <a:pt x="30" y="18"/>
                  </a:cubicBezTo>
                  <a:cubicBezTo>
                    <a:pt x="34" y="11"/>
                    <a:pt x="32" y="6"/>
                    <a:pt x="2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49" name="Freeform 1440">
              <a:extLst>
                <a:ext uri="{FF2B5EF4-FFF2-40B4-BE49-F238E27FC236}">
                  <a16:creationId xmlns:a16="http://schemas.microsoft.com/office/drawing/2014/main" id="{4B04147C-4E98-48F3-8636-76C9FB07D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987"/>
              <a:ext cx="76" cy="107"/>
            </a:xfrm>
            <a:custGeom>
              <a:avLst/>
              <a:gdLst>
                <a:gd name="T0" fmla="*/ 0 w 38"/>
                <a:gd name="T1" fmla="*/ 490 h 50"/>
                <a:gd name="T2" fmla="*/ 264 w 38"/>
                <a:gd name="T3" fmla="*/ 233 h 50"/>
                <a:gd name="T4" fmla="*/ 216 w 38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0">
                  <a:moveTo>
                    <a:pt x="0" y="50"/>
                  </a:moveTo>
                  <a:cubicBezTo>
                    <a:pt x="9" y="45"/>
                    <a:pt x="28" y="33"/>
                    <a:pt x="33" y="24"/>
                  </a:cubicBezTo>
                  <a:cubicBezTo>
                    <a:pt x="38" y="16"/>
                    <a:pt x="33" y="8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50" name="Freeform 1441">
              <a:extLst>
                <a:ext uri="{FF2B5EF4-FFF2-40B4-BE49-F238E27FC236}">
                  <a16:creationId xmlns:a16="http://schemas.microsoft.com/office/drawing/2014/main" id="{CF299C64-04CA-4A87-817B-A3DCECBEA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1926"/>
              <a:ext cx="86" cy="100"/>
            </a:xfrm>
            <a:custGeom>
              <a:avLst/>
              <a:gdLst>
                <a:gd name="T0" fmla="*/ 0 w 43"/>
                <a:gd name="T1" fmla="*/ 453 h 47"/>
                <a:gd name="T2" fmla="*/ 232 w 4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7">
                  <a:moveTo>
                    <a:pt x="0" y="47"/>
                  </a:moveTo>
                  <a:cubicBezTo>
                    <a:pt x="19" y="37"/>
                    <a:pt x="43" y="20"/>
                    <a:pt x="2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51" name="Freeform 1442">
              <a:extLst>
                <a:ext uri="{FF2B5EF4-FFF2-40B4-BE49-F238E27FC236}">
                  <a16:creationId xmlns:a16="http://schemas.microsoft.com/office/drawing/2014/main" id="{C3B130DD-3C6F-419A-AAAB-C2DBEDF6F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872"/>
              <a:ext cx="72" cy="94"/>
            </a:xfrm>
            <a:custGeom>
              <a:avLst/>
              <a:gdLst>
                <a:gd name="T0" fmla="*/ 0 w 36"/>
                <a:gd name="T1" fmla="*/ 429 h 44"/>
                <a:gd name="T2" fmla="*/ 264 w 36"/>
                <a:gd name="T3" fmla="*/ 188 h 44"/>
                <a:gd name="T4" fmla="*/ 208 w 36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0" y="44"/>
                  </a:moveTo>
                  <a:cubicBezTo>
                    <a:pt x="8" y="40"/>
                    <a:pt x="30" y="28"/>
                    <a:pt x="33" y="19"/>
                  </a:cubicBezTo>
                  <a:cubicBezTo>
                    <a:pt x="36" y="13"/>
                    <a:pt x="30" y="7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52" name="Freeform 1443">
              <a:extLst>
                <a:ext uri="{FF2B5EF4-FFF2-40B4-BE49-F238E27FC236}">
                  <a16:creationId xmlns:a16="http://schemas.microsoft.com/office/drawing/2014/main" id="{AF21CEA3-4769-4DD4-96C6-8E65AEA11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813"/>
              <a:ext cx="95" cy="98"/>
            </a:xfrm>
            <a:custGeom>
              <a:avLst/>
              <a:gdLst>
                <a:gd name="T0" fmla="*/ 0 w 48"/>
                <a:gd name="T1" fmla="*/ 445 h 46"/>
                <a:gd name="T2" fmla="*/ 232 w 48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6">
                  <a:moveTo>
                    <a:pt x="0" y="46"/>
                  </a:moveTo>
                  <a:cubicBezTo>
                    <a:pt x="17" y="34"/>
                    <a:pt x="48" y="21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53" name="Freeform 1444">
              <a:extLst>
                <a:ext uri="{FF2B5EF4-FFF2-40B4-BE49-F238E27FC236}">
                  <a16:creationId xmlns:a16="http://schemas.microsoft.com/office/drawing/2014/main" id="{F3B6C587-D0E4-48D0-A8A8-9831AB12B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753"/>
              <a:ext cx="95" cy="87"/>
            </a:xfrm>
            <a:custGeom>
              <a:avLst/>
              <a:gdLst>
                <a:gd name="T0" fmla="*/ 0 w 48"/>
                <a:gd name="T1" fmla="*/ 393 h 41"/>
                <a:gd name="T2" fmla="*/ 325 w 48"/>
                <a:gd name="T3" fmla="*/ 202 h 41"/>
                <a:gd name="T4" fmla="*/ 301 w 4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1">
                  <a:moveTo>
                    <a:pt x="0" y="41"/>
                  </a:moveTo>
                  <a:cubicBezTo>
                    <a:pt x="11" y="39"/>
                    <a:pt x="33" y="29"/>
                    <a:pt x="42" y="21"/>
                  </a:cubicBezTo>
                  <a:cubicBezTo>
                    <a:pt x="47" y="17"/>
                    <a:pt x="48" y="8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54" name="Freeform 1445">
              <a:extLst>
                <a:ext uri="{FF2B5EF4-FFF2-40B4-BE49-F238E27FC236}">
                  <a16:creationId xmlns:a16="http://schemas.microsoft.com/office/drawing/2014/main" id="{C60DCAEB-BA6F-4139-8077-DB27D1AA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702"/>
              <a:ext cx="84" cy="83"/>
            </a:xfrm>
            <a:custGeom>
              <a:avLst/>
              <a:gdLst>
                <a:gd name="T0" fmla="*/ 0 w 42"/>
                <a:gd name="T1" fmla="*/ 377 h 39"/>
                <a:gd name="T2" fmla="*/ 288 w 42"/>
                <a:gd name="T3" fmla="*/ 204 h 39"/>
                <a:gd name="T4" fmla="*/ 272 w 4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9">
                  <a:moveTo>
                    <a:pt x="0" y="39"/>
                  </a:moveTo>
                  <a:cubicBezTo>
                    <a:pt x="10" y="33"/>
                    <a:pt x="27" y="28"/>
                    <a:pt x="36" y="21"/>
                  </a:cubicBezTo>
                  <a:cubicBezTo>
                    <a:pt x="40" y="18"/>
                    <a:pt x="42" y="3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55" name="Freeform 1446">
              <a:extLst>
                <a:ext uri="{FF2B5EF4-FFF2-40B4-BE49-F238E27FC236}">
                  <a16:creationId xmlns:a16="http://schemas.microsoft.com/office/drawing/2014/main" id="{0D7278AE-385E-4261-B692-3811C9180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651"/>
              <a:ext cx="96" cy="83"/>
            </a:xfrm>
            <a:custGeom>
              <a:avLst/>
              <a:gdLst>
                <a:gd name="T0" fmla="*/ 0 w 48"/>
                <a:gd name="T1" fmla="*/ 377 h 39"/>
                <a:gd name="T2" fmla="*/ 304 w 48"/>
                <a:gd name="T3" fmla="*/ 204 h 39"/>
                <a:gd name="T4" fmla="*/ 320 w 4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13" y="38"/>
                    <a:pt x="27" y="27"/>
                    <a:pt x="38" y="21"/>
                  </a:cubicBezTo>
                  <a:cubicBezTo>
                    <a:pt x="48" y="15"/>
                    <a:pt x="43" y="12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56" name="Freeform 1447">
              <a:extLst>
                <a:ext uri="{FF2B5EF4-FFF2-40B4-BE49-F238E27FC236}">
                  <a16:creationId xmlns:a16="http://schemas.microsoft.com/office/drawing/2014/main" id="{8C03D6E5-6E8B-4B02-A929-B5B3F250C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611"/>
              <a:ext cx="106" cy="72"/>
            </a:xfrm>
            <a:custGeom>
              <a:avLst/>
              <a:gdLst>
                <a:gd name="T0" fmla="*/ 0 w 53"/>
                <a:gd name="T1" fmla="*/ 322 h 34"/>
                <a:gd name="T2" fmla="*/ 344 w 53"/>
                <a:gd name="T3" fmla="*/ 169 h 34"/>
                <a:gd name="T4" fmla="*/ 400 w 5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4">
                  <a:moveTo>
                    <a:pt x="0" y="34"/>
                  </a:moveTo>
                  <a:cubicBezTo>
                    <a:pt x="14" y="31"/>
                    <a:pt x="31" y="25"/>
                    <a:pt x="43" y="18"/>
                  </a:cubicBezTo>
                  <a:cubicBezTo>
                    <a:pt x="53" y="13"/>
                    <a:pt x="53" y="10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57" name="Freeform 1448">
              <a:extLst>
                <a:ext uri="{FF2B5EF4-FFF2-40B4-BE49-F238E27FC236}">
                  <a16:creationId xmlns:a16="http://schemas.microsoft.com/office/drawing/2014/main" id="{AED0F0BA-21B7-42CE-B7E1-7C8A6B424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570"/>
              <a:ext cx="115" cy="73"/>
            </a:xfrm>
            <a:custGeom>
              <a:avLst/>
              <a:gdLst>
                <a:gd name="T0" fmla="*/ 24 w 58"/>
                <a:gd name="T1" fmla="*/ 318 h 34"/>
                <a:gd name="T2" fmla="*/ 0 w 58"/>
                <a:gd name="T3" fmla="*/ 337 h 34"/>
                <a:gd name="T4" fmla="*/ 373 w 58"/>
                <a:gd name="T5" fmla="*/ 189 h 34"/>
                <a:gd name="T6" fmla="*/ 397 w 5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3" y="32"/>
                  </a:moveTo>
                  <a:cubicBezTo>
                    <a:pt x="2" y="33"/>
                    <a:pt x="1" y="33"/>
                    <a:pt x="0" y="34"/>
                  </a:cubicBezTo>
                  <a:cubicBezTo>
                    <a:pt x="15" y="27"/>
                    <a:pt x="34" y="28"/>
                    <a:pt x="48" y="19"/>
                  </a:cubicBezTo>
                  <a:cubicBezTo>
                    <a:pt x="58" y="13"/>
                    <a:pt x="56" y="11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58" name="Freeform 1449">
              <a:extLst>
                <a:ext uri="{FF2B5EF4-FFF2-40B4-BE49-F238E27FC236}">
                  <a16:creationId xmlns:a16="http://schemas.microsoft.com/office/drawing/2014/main" id="{7B227250-8382-4632-8F7B-6DE16BF81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547"/>
              <a:ext cx="124" cy="59"/>
            </a:xfrm>
            <a:custGeom>
              <a:avLst/>
              <a:gdLst>
                <a:gd name="T0" fmla="*/ 0 w 62"/>
                <a:gd name="T1" fmla="*/ 261 h 28"/>
                <a:gd name="T2" fmla="*/ 312 w 62"/>
                <a:gd name="T3" fmla="*/ 133 h 28"/>
                <a:gd name="T4" fmla="*/ 456 w 6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8">
                  <a:moveTo>
                    <a:pt x="0" y="28"/>
                  </a:moveTo>
                  <a:cubicBezTo>
                    <a:pt x="12" y="24"/>
                    <a:pt x="26" y="18"/>
                    <a:pt x="39" y="14"/>
                  </a:cubicBezTo>
                  <a:cubicBezTo>
                    <a:pt x="46" y="12"/>
                    <a:pt x="62" y="12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59" name="Freeform 1450">
              <a:extLst>
                <a:ext uri="{FF2B5EF4-FFF2-40B4-BE49-F238E27FC236}">
                  <a16:creationId xmlns:a16="http://schemas.microsoft.com/office/drawing/2014/main" id="{C2EBCA44-C608-49E3-ADEA-CBAC8C8A5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19"/>
              <a:ext cx="90" cy="49"/>
            </a:xfrm>
            <a:custGeom>
              <a:avLst/>
              <a:gdLst>
                <a:gd name="T0" fmla="*/ 0 w 45"/>
                <a:gd name="T1" fmla="*/ 213 h 23"/>
                <a:gd name="T2" fmla="*/ 256 w 45"/>
                <a:gd name="T3" fmla="*/ 164 h 23"/>
                <a:gd name="T4" fmla="*/ 336 w 4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3">
                  <a:moveTo>
                    <a:pt x="0" y="22"/>
                  </a:moveTo>
                  <a:cubicBezTo>
                    <a:pt x="9" y="23"/>
                    <a:pt x="24" y="19"/>
                    <a:pt x="32" y="17"/>
                  </a:cubicBezTo>
                  <a:cubicBezTo>
                    <a:pt x="45" y="14"/>
                    <a:pt x="45" y="11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60" name="Freeform 1451">
              <a:extLst>
                <a:ext uri="{FF2B5EF4-FFF2-40B4-BE49-F238E27FC236}">
                  <a16:creationId xmlns:a16="http://schemas.microsoft.com/office/drawing/2014/main" id="{2874C818-9524-46FB-925C-26E12174A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496"/>
              <a:ext cx="104" cy="51"/>
            </a:xfrm>
            <a:custGeom>
              <a:avLst/>
              <a:gdLst>
                <a:gd name="T0" fmla="*/ 0 w 52"/>
                <a:gd name="T1" fmla="*/ 230 h 24"/>
                <a:gd name="T2" fmla="*/ 416 w 52"/>
                <a:gd name="T3" fmla="*/ 136 h 24"/>
                <a:gd name="T4" fmla="*/ 384 w 5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14" y="22"/>
                    <a:pt x="39" y="22"/>
                    <a:pt x="52" y="14"/>
                  </a:cubicBezTo>
                  <a:cubicBezTo>
                    <a:pt x="51" y="13"/>
                    <a:pt x="48" y="0"/>
                    <a:pt x="4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61" name="Freeform 1452">
              <a:extLst>
                <a:ext uri="{FF2B5EF4-FFF2-40B4-BE49-F238E27FC236}">
                  <a16:creationId xmlns:a16="http://schemas.microsoft.com/office/drawing/2014/main" id="{719067B2-AD82-47BD-B410-5F2D02540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481"/>
              <a:ext cx="101" cy="49"/>
            </a:xfrm>
            <a:custGeom>
              <a:avLst/>
              <a:gdLst>
                <a:gd name="T0" fmla="*/ 0 w 51"/>
                <a:gd name="T1" fmla="*/ 213 h 23"/>
                <a:gd name="T2" fmla="*/ 263 w 51"/>
                <a:gd name="T3" fmla="*/ 145 h 23"/>
                <a:gd name="T4" fmla="*/ 396 w 5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3">
                  <a:moveTo>
                    <a:pt x="0" y="22"/>
                  </a:moveTo>
                  <a:cubicBezTo>
                    <a:pt x="11" y="23"/>
                    <a:pt x="23" y="17"/>
                    <a:pt x="34" y="15"/>
                  </a:cubicBezTo>
                  <a:cubicBezTo>
                    <a:pt x="46" y="14"/>
                    <a:pt x="50" y="12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62" name="Freeform 1453">
              <a:extLst>
                <a:ext uri="{FF2B5EF4-FFF2-40B4-BE49-F238E27FC236}">
                  <a16:creationId xmlns:a16="http://schemas.microsoft.com/office/drawing/2014/main" id="{8DCF3AE3-80DF-4BC1-ABBE-0ECD92D01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472"/>
              <a:ext cx="120" cy="49"/>
            </a:xfrm>
            <a:custGeom>
              <a:avLst/>
              <a:gdLst>
                <a:gd name="T0" fmla="*/ 0 w 60"/>
                <a:gd name="T1" fmla="*/ 164 h 23"/>
                <a:gd name="T2" fmla="*/ 344 w 60"/>
                <a:gd name="T3" fmla="*/ 117 h 23"/>
                <a:gd name="T4" fmla="*/ 464 w 6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3">
                  <a:moveTo>
                    <a:pt x="0" y="17"/>
                  </a:moveTo>
                  <a:cubicBezTo>
                    <a:pt x="11" y="23"/>
                    <a:pt x="31" y="14"/>
                    <a:pt x="43" y="12"/>
                  </a:cubicBezTo>
                  <a:cubicBezTo>
                    <a:pt x="53" y="12"/>
                    <a:pt x="60" y="13"/>
                    <a:pt x="5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63" name="Freeform 1454">
              <a:extLst>
                <a:ext uri="{FF2B5EF4-FFF2-40B4-BE49-F238E27FC236}">
                  <a16:creationId xmlns:a16="http://schemas.microsoft.com/office/drawing/2014/main" id="{FE039AA9-F7EF-437C-ADEF-E825E5828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466"/>
              <a:ext cx="108" cy="40"/>
            </a:xfrm>
            <a:custGeom>
              <a:avLst/>
              <a:gdLst>
                <a:gd name="T0" fmla="*/ 0 w 54"/>
                <a:gd name="T1" fmla="*/ 120 h 19"/>
                <a:gd name="T2" fmla="*/ 280 w 54"/>
                <a:gd name="T3" fmla="*/ 128 h 19"/>
                <a:gd name="T4" fmla="*/ 432 w 5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9">
                  <a:moveTo>
                    <a:pt x="0" y="13"/>
                  </a:moveTo>
                  <a:cubicBezTo>
                    <a:pt x="7" y="19"/>
                    <a:pt x="27" y="14"/>
                    <a:pt x="35" y="14"/>
                  </a:cubicBezTo>
                  <a:cubicBezTo>
                    <a:pt x="51" y="14"/>
                    <a:pt x="50" y="15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64" name="Freeform 1455">
              <a:extLst>
                <a:ext uri="{FF2B5EF4-FFF2-40B4-BE49-F238E27FC236}">
                  <a16:creationId xmlns:a16="http://schemas.microsoft.com/office/drawing/2014/main" id="{4558F479-606B-45CD-A0B3-43CEC349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496"/>
              <a:ext cx="82" cy="17"/>
            </a:xfrm>
            <a:custGeom>
              <a:avLst/>
              <a:gdLst>
                <a:gd name="T0" fmla="*/ 0 w 41"/>
                <a:gd name="T1" fmla="*/ 0 h 8"/>
                <a:gd name="T2" fmla="*/ 136 w 41"/>
                <a:gd name="T3" fmla="*/ 40 h 8"/>
                <a:gd name="T4" fmla="*/ 328 w 41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">
                  <a:moveTo>
                    <a:pt x="0" y="0"/>
                  </a:moveTo>
                  <a:cubicBezTo>
                    <a:pt x="6" y="3"/>
                    <a:pt x="11" y="4"/>
                    <a:pt x="17" y="4"/>
                  </a:cubicBezTo>
                  <a:cubicBezTo>
                    <a:pt x="34" y="6"/>
                    <a:pt x="41" y="8"/>
                    <a:pt x="41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65" name="Freeform 1456">
              <a:extLst>
                <a:ext uri="{FF2B5EF4-FFF2-40B4-BE49-F238E27FC236}">
                  <a16:creationId xmlns:a16="http://schemas.microsoft.com/office/drawing/2014/main" id="{F77198EC-FF7E-4BA7-BB81-1A88A0FD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217"/>
              <a:ext cx="22" cy="11"/>
            </a:xfrm>
            <a:custGeom>
              <a:avLst/>
              <a:gdLst>
                <a:gd name="T0" fmla="*/ 0 w 11"/>
                <a:gd name="T1" fmla="*/ 0 h 5"/>
                <a:gd name="T2" fmla="*/ 88 w 11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4" y="2"/>
                    <a:pt x="8" y="5"/>
                    <a:pt x="11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66" name="Freeform 1457">
              <a:extLst>
                <a:ext uri="{FF2B5EF4-FFF2-40B4-BE49-F238E27FC236}">
                  <a16:creationId xmlns:a16="http://schemas.microsoft.com/office/drawing/2014/main" id="{FBC954FA-B761-435D-A9FE-81058A59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206"/>
              <a:ext cx="42" cy="13"/>
            </a:xfrm>
            <a:custGeom>
              <a:avLst/>
              <a:gdLst>
                <a:gd name="T0" fmla="*/ 0 w 21"/>
                <a:gd name="T1" fmla="*/ 61 h 6"/>
                <a:gd name="T2" fmla="*/ 168 w 2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8" y="3"/>
                    <a:pt x="13" y="0"/>
                    <a:pt x="2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67" name="Freeform 1458">
              <a:extLst>
                <a:ext uri="{FF2B5EF4-FFF2-40B4-BE49-F238E27FC236}">
                  <a16:creationId xmlns:a16="http://schemas.microsoft.com/office/drawing/2014/main" id="{E589A6DC-50A6-48DD-BADA-A792322D9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285"/>
              <a:ext cx="36" cy="17"/>
            </a:xfrm>
            <a:custGeom>
              <a:avLst/>
              <a:gdLst>
                <a:gd name="T0" fmla="*/ 0 w 18"/>
                <a:gd name="T1" fmla="*/ 68 h 8"/>
                <a:gd name="T2" fmla="*/ 144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7"/>
                  </a:moveTo>
                  <a:cubicBezTo>
                    <a:pt x="6" y="8"/>
                    <a:pt x="14" y="6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68" name="Freeform 1459">
              <a:extLst>
                <a:ext uri="{FF2B5EF4-FFF2-40B4-BE49-F238E27FC236}">
                  <a16:creationId xmlns:a16="http://schemas.microsoft.com/office/drawing/2014/main" id="{DCFD80BA-8FD3-4F58-A5C4-9750484B4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206"/>
              <a:ext cx="34" cy="20"/>
            </a:xfrm>
            <a:custGeom>
              <a:avLst/>
              <a:gdLst>
                <a:gd name="T0" fmla="*/ 0 w 17"/>
                <a:gd name="T1" fmla="*/ 53 h 9"/>
                <a:gd name="T2" fmla="*/ 136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6" y="9"/>
                    <a:pt x="12" y="2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69" name="Freeform 1460">
              <a:extLst>
                <a:ext uri="{FF2B5EF4-FFF2-40B4-BE49-F238E27FC236}">
                  <a16:creationId xmlns:a16="http://schemas.microsoft.com/office/drawing/2014/main" id="{CD07350D-8E58-4038-9955-304B5D1F2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138"/>
              <a:ext cx="32" cy="13"/>
            </a:xfrm>
            <a:custGeom>
              <a:avLst/>
              <a:gdLst>
                <a:gd name="T0" fmla="*/ 0 w 16"/>
                <a:gd name="T1" fmla="*/ 61 h 6"/>
                <a:gd name="T2" fmla="*/ 128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4"/>
                    <a:pt x="11" y="2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70" name="Freeform 1461">
              <a:extLst>
                <a:ext uri="{FF2B5EF4-FFF2-40B4-BE49-F238E27FC236}">
                  <a16:creationId xmlns:a16="http://schemas.microsoft.com/office/drawing/2014/main" id="{C855CAEE-3CDA-4A5A-9788-9F66DB5A9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09"/>
              <a:ext cx="14" cy="46"/>
            </a:xfrm>
            <a:custGeom>
              <a:avLst/>
              <a:gdLst>
                <a:gd name="T0" fmla="*/ 8 w 7"/>
                <a:gd name="T1" fmla="*/ 201 h 22"/>
                <a:gd name="T2" fmla="*/ 56 w 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1" y="22"/>
                  </a:moveTo>
                  <a:cubicBezTo>
                    <a:pt x="0" y="13"/>
                    <a:pt x="1" y="7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71" name="Freeform 1462">
              <a:extLst>
                <a:ext uri="{FF2B5EF4-FFF2-40B4-BE49-F238E27FC236}">
                  <a16:creationId xmlns:a16="http://schemas.microsoft.com/office/drawing/2014/main" id="{B0D5258A-D077-463D-A3B7-1E7268D3F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955"/>
              <a:ext cx="14" cy="39"/>
            </a:xfrm>
            <a:custGeom>
              <a:avLst/>
              <a:gdLst>
                <a:gd name="T0" fmla="*/ 40 w 7"/>
                <a:gd name="T1" fmla="*/ 0 h 18"/>
                <a:gd name="T2" fmla="*/ 56 w 7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5" y="0"/>
                  </a:moveTo>
                  <a:cubicBezTo>
                    <a:pt x="6" y="6"/>
                    <a:pt x="0" y="16"/>
                    <a:pt x="7" y="1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72" name="Freeform 1463">
              <a:extLst>
                <a:ext uri="{FF2B5EF4-FFF2-40B4-BE49-F238E27FC236}">
                  <a16:creationId xmlns:a16="http://schemas.microsoft.com/office/drawing/2014/main" id="{7DDDB201-5A4B-4167-89BB-452FCC390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909"/>
              <a:ext cx="38" cy="12"/>
            </a:xfrm>
            <a:custGeom>
              <a:avLst/>
              <a:gdLst>
                <a:gd name="T0" fmla="*/ 0 w 19"/>
                <a:gd name="T1" fmla="*/ 0 h 6"/>
                <a:gd name="T2" fmla="*/ 152 w 19"/>
                <a:gd name="T3" fmla="*/ 1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7" y="5"/>
                    <a:pt x="10" y="6"/>
                    <a:pt x="19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73" name="Freeform 1464">
              <a:extLst>
                <a:ext uri="{FF2B5EF4-FFF2-40B4-BE49-F238E27FC236}">
                  <a16:creationId xmlns:a16="http://schemas.microsoft.com/office/drawing/2014/main" id="{959A72F5-3D10-4403-84B6-2B95EA295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930"/>
              <a:ext cx="50" cy="17"/>
            </a:xfrm>
            <a:custGeom>
              <a:avLst/>
              <a:gdLst>
                <a:gd name="T0" fmla="*/ 0 w 25"/>
                <a:gd name="T1" fmla="*/ 28 h 8"/>
                <a:gd name="T2" fmla="*/ 200 w 2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3"/>
                  </a:moveTo>
                  <a:cubicBezTo>
                    <a:pt x="7" y="8"/>
                    <a:pt x="19" y="3"/>
                    <a:pt x="2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74" name="Freeform 1465">
              <a:extLst>
                <a:ext uri="{FF2B5EF4-FFF2-40B4-BE49-F238E27FC236}">
                  <a16:creationId xmlns:a16="http://schemas.microsoft.com/office/drawing/2014/main" id="{F4460C86-0530-4376-99EA-09C8BA1A9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830"/>
              <a:ext cx="10" cy="32"/>
            </a:xfrm>
            <a:custGeom>
              <a:avLst/>
              <a:gdLst>
                <a:gd name="T0" fmla="*/ 40 w 5"/>
                <a:gd name="T1" fmla="*/ 0 h 15"/>
                <a:gd name="T2" fmla="*/ 32 w 5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2" y="4"/>
                    <a:pt x="0" y="11"/>
                    <a:pt x="4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75" name="Freeform 1466">
              <a:extLst>
                <a:ext uri="{FF2B5EF4-FFF2-40B4-BE49-F238E27FC236}">
                  <a16:creationId xmlns:a16="http://schemas.microsoft.com/office/drawing/2014/main" id="{E265E268-4BFC-48F0-BEBC-66EFCFCE4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832"/>
              <a:ext cx="38" cy="11"/>
            </a:xfrm>
            <a:custGeom>
              <a:avLst/>
              <a:gdLst>
                <a:gd name="T0" fmla="*/ 0 w 19"/>
                <a:gd name="T1" fmla="*/ 0 h 5"/>
                <a:gd name="T2" fmla="*/ 152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0"/>
                  </a:moveTo>
                  <a:cubicBezTo>
                    <a:pt x="6" y="4"/>
                    <a:pt x="13" y="5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76" name="Freeform 1467">
              <a:extLst>
                <a:ext uri="{FF2B5EF4-FFF2-40B4-BE49-F238E27FC236}">
                  <a16:creationId xmlns:a16="http://schemas.microsoft.com/office/drawing/2014/main" id="{8B7AF5CA-7E41-4D04-B468-6334E0A7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796"/>
              <a:ext cx="12" cy="32"/>
            </a:xfrm>
            <a:custGeom>
              <a:avLst/>
              <a:gdLst>
                <a:gd name="T0" fmla="*/ 48 w 6"/>
                <a:gd name="T1" fmla="*/ 0 h 15"/>
                <a:gd name="T2" fmla="*/ 32 w 6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2" y="3"/>
                    <a:pt x="0" y="11"/>
                    <a:pt x="4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77" name="Freeform 1468">
              <a:extLst>
                <a:ext uri="{FF2B5EF4-FFF2-40B4-BE49-F238E27FC236}">
                  <a16:creationId xmlns:a16="http://schemas.microsoft.com/office/drawing/2014/main" id="{9F87362D-44B1-4064-8007-DBEABB06B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064"/>
              <a:ext cx="36" cy="13"/>
            </a:xfrm>
            <a:custGeom>
              <a:avLst/>
              <a:gdLst>
                <a:gd name="T0" fmla="*/ 0 w 18"/>
                <a:gd name="T1" fmla="*/ 20 h 6"/>
                <a:gd name="T2" fmla="*/ 144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2"/>
                  </a:moveTo>
                  <a:cubicBezTo>
                    <a:pt x="5" y="6"/>
                    <a:pt x="13" y="3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78" name="Freeform 1469">
              <a:extLst>
                <a:ext uri="{FF2B5EF4-FFF2-40B4-BE49-F238E27FC236}">
                  <a16:creationId xmlns:a16="http://schemas.microsoft.com/office/drawing/2014/main" id="{B829A13E-1E0D-4EAC-964B-D7E5D4881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258"/>
              <a:ext cx="8" cy="42"/>
            </a:xfrm>
            <a:custGeom>
              <a:avLst/>
              <a:gdLst>
                <a:gd name="T0" fmla="*/ 24 w 4"/>
                <a:gd name="T1" fmla="*/ 0 h 20"/>
                <a:gd name="T2" fmla="*/ 32 w 4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3" y="0"/>
                  </a:moveTo>
                  <a:cubicBezTo>
                    <a:pt x="0" y="7"/>
                    <a:pt x="3" y="14"/>
                    <a:pt x="4" y="2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79" name="Freeform 1470">
              <a:extLst>
                <a:ext uri="{FF2B5EF4-FFF2-40B4-BE49-F238E27FC236}">
                  <a16:creationId xmlns:a16="http://schemas.microsoft.com/office/drawing/2014/main" id="{06103A2C-D970-47A0-A60A-39060360C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338"/>
              <a:ext cx="10" cy="45"/>
            </a:xfrm>
            <a:custGeom>
              <a:avLst/>
              <a:gdLst>
                <a:gd name="T0" fmla="*/ 24 w 5"/>
                <a:gd name="T1" fmla="*/ 0 h 21"/>
                <a:gd name="T2" fmla="*/ 40 w 5"/>
                <a:gd name="T3" fmla="*/ 20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3" y="0"/>
                  </a:moveTo>
                  <a:cubicBezTo>
                    <a:pt x="2" y="7"/>
                    <a:pt x="0" y="16"/>
                    <a:pt x="5" y="2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80" name="Freeform 1471">
              <a:extLst>
                <a:ext uri="{FF2B5EF4-FFF2-40B4-BE49-F238E27FC236}">
                  <a16:creationId xmlns:a16="http://schemas.microsoft.com/office/drawing/2014/main" id="{C194E62D-6445-414B-A32A-211362808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2424"/>
              <a:ext cx="12" cy="42"/>
            </a:xfrm>
            <a:custGeom>
              <a:avLst/>
              <a:gdLst>
                <a:gd name="T0" fmla="*/ 16 w 6"/>
                <a:gd name="T1" fmla="*/ 0 h 20"/>
                <a:gd name="T2" fmla="*/ 48 w 6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2" y="0"/>
                  </a:moveTo>
                  <a:cubicBezTo>
                    <a:pt x="1" y="5"/>
                    <a:pt x="0" y="17"/>
                    <a:pt x="6" y="2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81" name="Freeform 1472">
              <a:extLst>
                <a:ext uri="{FF2B5EF4-FFF2-40B4-BE49-F238E27FC236}">
                  <a16:creationId xmlns:a16="http://schemas.microsoft.com/office/drawing/2014/main" id="{DCC7C116-F1B0-4D1C-B775-54CFCC169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543"/>
              <a:ext cx="38" cy="27"/>
            </a:xfrm>
            <a:custGeom>
              <a:avLst/>
              <a:gdLst>
                <a:gd name="T0" fmla="*/ 0 w 19"/>
                <a:gd name="T1" fmla="*/ 91 h 13"/>
                <a:gd name="T2" fmla="*/ 152 w 1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0" y="10"/>
                  </a:moveTo>
                  <a:cubicBezTo>
                    <a:pt x="8" y="13"/>
                    <a:pt x="14" y="5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82" name="Freeform 1473">
              <a:extLst>
                <a:ext uri="{FF2B5EF4-FFF2-40B4-BE49-F238E27FC236}">
                  <a16:creationId xmlns:a16="http://schemas.microsoft.com/office/drawing/2014/main" id="{4C77988B-0D47-461E-BE54-AE6230FD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451"/>
              <a:ext cx="32" cy="19"/>
            </a:xfrm>
            <a:custGeom>
              <a:avLst/>
              <a:gdLst>
                <a:gd name="T0" fmla="*/ 0 w 16"/>
                <a:gd name="T1" fmla="*/ 84 h 9"/>
                <a:gd name="T2" fmla="*/ 128 w 16"/>
                <a:gd name="T3" fmla="*/ 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cubicBezTo>
                    <a:pt x="8" y="7"/>
                    <a:pt x="7" y="0"/>
                    <a:pt x="16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83" name="Freeform 1474">
              <a:extLst>
                <a:ext uri="{FF2B5EF4-FFF2-40B4-BE49-F238E27FC236}">
                  <a16:creationId xmlns:a16="http://schemas.microsoft.com/office/drawing/2014/main" id="{10B76942-0BAD-49E2-A2E3-A9150515C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2649"/>
              <a:ext cx="35" cy="17"/>
            </a:xfrm>
            <a:custGeom>
              <a:avLst/>
              <a:gdLst>
                <a:gd name="T0" fmla="*/ 0 w 18"/>
                <a:gd name="T1" fmla="*/ 77 h 8"/>
                <a:gd name="T2" fmla="*/ 132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8" y="6"/>
                    <a:pt x="12" y="7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84" name="Freeform 1475">
              <a:extLst>
                <a:ext uri="{FF2B5EF4-FFF2-40B4-BE49-F238E27FC236}">
                  <a16:creationId xmlns:a16="http://schemas.microsoft.com/office/drawing/2014/main" id="{B7FEBDA8-89C2-4AD4-A6F8-D385FE22B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775"/>
              <a:ext cx="20" cy="17"/>
            </a:xfrm>
            <a:custGeom>
              <a:avLst/>
              <a:gdLst>
                <a:gd name="T0" fmla="*/ 0 w 10"/>
                <a:gd name="T1" fmla="*/ 60 h 8"/>
                <a:gd name="T2" fmla="*/ 80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6"/>
                  </a:moveTo>
                  <a:cubicBezTo>
                    <a:pt x="5" y="8"/>
                    <a:pt x="7" y="2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85" name="Freeform 1476">
              <a:extLst>
                <a:ext uri="{FF2B5EF4-FFF2-40B4-BE49-F238E27FC236}">
                  <a16:creationId xmlns:a16="http://schemas.microsoft.com/office/drawing/2014/main" id="{74DA02FC-E148-494C-B073-4F8B5391E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860"/>
              <a:ext cx="16" cy="32"/>
            </a:xfrm>
            <a:custGeom>
              <a:avLst/>
              <a:gdLst>
                <a:gd name="T0" fmla="*/ 8 w 8"/>
                <a:gd name="T1" fmla="*/ 0 h 15"/>
                <a:gd name="T2" fmla="*/ 64 w 8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1" y="0"/>
                  </a:moveTo>
                  <a:cubicBezTo>
                    <a:pt x="0" y="6"/>
                    <a:pt x="1" y="13"/>
                    <a:pt x="8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86" name="Freeform 1477">
              <a:extLst>
                <a:ext uri="{FF2B5EF4-FFF2-40B4-BE49-F238E27FC236}">
                  <a16:creationId xmlns:a16="http://schemas.microsoft.com/office/drawing/2014/main" id="{76BEFE71-5E8A-45E4-9BE9-A4E530E27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315"/>
              <a:ext cx="36" cy="15"/>
            </a:xfrm>
            <a:custGeom>
              <a:avLst/>
              <a:gdLst>
                <a:gd name="T0" fmla="*/ 0 w 18"/>
                <a:gd name="T1" fmla="*/ 51 h 7"/>
                <a:gd name="T2" fmla="*/ 144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5" y="7"/>
                    <a:pt x="16" y="5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87" name="Freeform 1478">
              <a:extLst>
                <a:ext uri="{FF2B5EF4-FFF2-40B4-BE49-F238E27FC236}">
                  <a16:creationId xmlns:a16="http://schemas.microsoft.com/office/drawing/2014/main" id="{CDD46025-771A-43ED-9F46-2570AC1E8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381"/>
              <a:ext cx="32" cy="15"/>
            </a:xfrm>
            <a:custGeom>
              <a:avLst/>
              <a:gdLst>
                <a:gd name="T0" fmla="*/ 0 w 16"/>
                <a:gd name="T1" fmla="*/ 51 h 7"/>
                <a:gd name="T2" fmla="*/ 128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5"/>
                  </a:moveTo>
                  <a:cubicBezTo>
                    <a:pt x="6" y="7"/>
                    <a:pt x="12" y="3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88" name="Freeform 1479">
              <a:extLst>
                <a:ext uri="{FF2B5EF4-FFF2-40B4-BE49-F238E27FC236}">
                  <a16:creationId xmlns:a16="http://schemas.microsoft.com/office/drawing/2014/main" id="{7F7F77C7-49E8-493F-87EE-2EFCE06D8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211"/>
              <a:ext cx="42" cy="10"/>
            </a:xfrm>
            <a:custGeom>
              <a:avLst/>
              <a:gdLst>
                <a:gd name="T0" fmla="*/ 0 w 21"/>
                <a:gd name="T1" fmla="*/ 8 h 5"/>
                <a:gd name="T2" fmla="*/ 168 w 2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1"/>
                  </a:moveTo>
                  <a:cubicBezTo>
                    <a:pt x="6" y="3"/>
                    <a:pt x="16" y="5"/>
                    <a:pt x="2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89" name="Freeform 1480">
              <a:extLst>
                <a:ext uri="{FF2B5EF4-FFF2-40B4-BE49-F238E27FC236}">
                  <a16:creationId xmlns:a16="http://schemas.microsoft.com/office/drawing/2014/main" id="{DF5E2440-FFF9-4BE1-A1E5-4F8AE407F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096"/>
              <a:ext cx="10" cy="40"/>
            </a:xfrm>
            <a:custGeom>
              <a:avLst/>
              <a:gdLst>
                <a:gd name="T0" fmla="*/ 40 w 5"/>
                <a:gd name="T1" fmla="*/ 0 h 19"/>
                <a:gd name="T2" fmla="*/ 40 w 5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3" y="6"/>
                    <a:pt x="0" y="14"/>
                    <a:pt x="5" y="1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90" name="Freeform 1481">
              <a:extLst>
                <a:ext uri="{FF2B5EF4-FFF2-40B4-BE49-F238E27FC236}">
                  <a16:creationId xmlns:a16="http://schemas.microsoft.com/office/drawing/2014/main" id="{9CDE5263-B70C-4591-BEFA-3D240B96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860"/>
              <a:ext cx="12" cy="44"/>
            </a:xfrm>
            <a:custGeom>
              <a:avLst/>
              <a:gdLst>
                <a:gd name="T0" fmla="*/ 48 w 6"/>
                <a:gd name="T1" fmla="*/ 0 h 21"/>
                <a:gd name="T2" fmla="*/ 24 w 6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0" y="5"/>
                    <a:pt x="1" y="14"/>
                    <a:pt x="3" y="2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91" name="Freeform 1482">
              <a:extLst>
                <a:ext uri="{FF2B5EF4-FFF2-40B4-BE49-F238E27FC236}">
                  <a16:creationId xmlns:a16="http://schemas.microsoft.com/office/drawing/2014/main" id="{7167A40D-F8F3-4B64-B40E-081EF61A5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796"/>
              <a:ext cx="36" cy="13"/>
            </a:xfrm>
            <a:custGeom>
              <a:avLst/>
              <a:gdLst>
                <a:gd name="T0" fmla="*/ 0 w 18"/>
                <a:gd name="T1" fmla="*/ 0 h 6"/>
                <a:gd name="T2" fmla="*/ 144 w 18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2" y="6"/>
                    <a:pt x="13" y="3"/>
                    <a:pt x="18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92" name="Freeform 1483">
              <a:extLst>
                <a:ext uri="{FF2B5EF4-FFF2-40B4-BE49-F238E27FC236}">
                  <a16:creationId xmlns:a16="http://schemas.microsoft.com/office/drawing/2014/main" id="{7AD60D22-2B5B-44CE-AB33-F18962B7A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692"/>
              <a:ext cx="24" cy="19"/>
            </a:xfrm>
            <a:custGeom>
              <a:avLst/>
              <a:gdLst>
                <a:gd name="T0" fmla="*/ 0 w 12"/>
                <a:gd name="T1" fmla="*/ 0 h 9"/>
                <a:gd name="T2" fmla="*/ 96 w 12"/>
                <a:gd name="T3" fmla="*/ 5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2" y="5"/>
                    <a:pt x="7" y="9"/>
                    <a:pt x="12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93" name="Freeform 1484">
              <a:extLst>
                <a:ext uri="{FF2B5EF4-FFF2-40B4-BE49-F238E27FC236}">
                  <a16:creationId xmlns:a16="http://schemas.microsoft.com/office/drawing/2014/main" id="{EC9DA83C-06C0-47A8-9D6D-212BEE17B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640"/>
              <a:ext cx="24" cy="22"/>
            </a:xfrm>
            <a:custGeom>
              <a:avLst/>
              <a:gdLst>
                <a:gd name="T0" fmla="*/ 0 w 12"/>
                <a:gd name="T1" fmla="*/ 0 h 10"/>
                <a:gd name="T2" fmla="*/ 96 w 12"/>
                <a:gd name="T3" fmla="*/ 8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1" y="6"/>
                    <a:pt x="6" y="10"/>
                    <a:pt x="12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94" name="Freeform 1485">
              <a:extLst>
                <a:ext uri="{FF2B5EF4-FFF2-40B4-BE49-F238E27FC236}">
                  <a16:creationId xmlns:a16="http://schemas.microsoft.com/office/drawing/2014/main" id="{111B5FB3-4548-4DDC-AAE4-8965777E0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536"/>
              <a:ext cx="16" cy="36"/>
            </a:xfrm>
            <a:custGeom>
              <a:avLst/>
              <a:gdLst>
                <a:gd name="T0" fmla="*/ 64 w 8"/>
                <a:gd name="T1" fmla="*/ 0 h 17"/>
                <a:gd name="T2" fmla="*/ 24 w 8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2" y="3"/>
                    <a:pt x="0" y="12"/>
                    <a:pt x="3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95" name="Freeform 1486">
              <a:extLst>
                <a:ext uri="{FF2B5EF4-FFF2-40B4-BE49-F238E27FC236}">
                  <a16:creationId xmlns:a16="http://schemas.microsoft.com/office/drawing/2014/main" id="{C2070DA5-0344-4671-9FA0-8C9B99540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526"/>
              <a:ext cx="24" cy="19"/>
            </a:xfrm>
            <a:custGeom>
              <a:avLst/>
              <a:gdLst>
                <a:gd name="T0" fmla="*/ 0 w 12"/>
                <a:gd name="T1" fmla="*/ 0 h 9"/>
                <a:gd name="T2" fmla="*/ 96 w 12"/>
                <a:gd name="T3" fmla="*/ 7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0" y="5"/>
                    <a:pt x="8" y="9"/>
                    <a:pt x="12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96" name="Freeform 1487">
              <a:extLst>
                <a:ext uri="{FF2B5EF4-FFF2-40B4-BE49-F238E27FC236}">
                  <a16:creationId xmlns:a16="http://schemas.microsoft.com/office/drawing/2014/main" id="{B4125CFE-8D22-4503-8D82-40134395C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600"/>
              <a:ext cx="26" cy="17"/>
            </a:xfrm>
            <a:custGeom>
              <a:avLst/>
              <a:gdLst>
                <a:gd name="T0" fmla="*/ 0 w 13"/>
                <a:gd name="T1" fmla="*/ 0 h 8"/>
                <a:gd name="T2" fmla="*/ 104 w 13"/>
                <a:gd name="T3" fmla="*/ 6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3" y="4"/>
                    <a:pt x="7" y="8"/>
                    <a:pt x="13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97" name="Freeform 1488">
              <a:extLst>
                <a:ext uri="{FF2B5EF4-FFF2-40B4-BE49-F238E27FC236}">
                  <a16:creationId xmlns:a16="http://schemas.microsoft.com/office/drawing/2014/main" id="{E24CC7DA-27B3-4A72-A423-1750375E0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619"/>
              <a:ext cx="24" cy="15"/>
            </a:xfrm>
            <a:custGeom>
              <a:avLst/>
              <a:gdLst>
                <a:gd name="T0" fmla="*/ 0 w 12"/>
                <a:gd name="T1" fmla="*/ 0 h 7"/>
                <a:gd name="T2" fmla="*/ 96 w 1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4" y="2"/>
                    <a:pt x="8" y="7"/>
                    <a:pt x="12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98" name="Freeform 1489">
              <a:extLst>
                <a:ext uri="{FF2B5EF4-FFF2-40B4-BE49-F238E27FC236}">
                  <a16:creationId xmlns:a16="http://schemas.microsoft.com/office/drawing/2014/main" id="{F870A702-1BF2-4BED-99FC-059944D18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498"/>
              <a:ext cx="26" cy="38"/>
            </a:xfrm>
            <a:custGeom>
              <a:avLst/>
              <a:gdLst>
                <a:gd name="T0" fmla="*/ 104 w 13"/>
                <a:gd name="T1" fmla="*/ 0 h 18"/>
                <a:gd name="T2" fmla="*/ 8 w 13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13" y="0"/>
                  </a:moveTo>
                  <a:cubicBezTo>
                    <a:pt x="7" y="6"/>
                    <a:pt x="0" y="8"/>
                    <a:pt x="1" y="1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999" name="Freeform 1490">
              <a:extLst>
                <a:ext uri="{FF2B5EF4-FFF2-40B4-BE49-F238E27FC236}">
                  <a16:creationId xmlns:a16="http://schemas.microsoft.com/office/drawing/2014/main" id="{E1CEF700-EECA-4676-BA84-86BF4C3C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466"/>
              <a:ext cx="30" cy="15"/>
            </a:xfrm>
            <a:custGeom>
              <a:avLst/>
              <a:gdLst>
                <a:gd name="T0" fmla="*/ 0 w 15"/>
                <a:gd name="T1" fmla="*/ 0 h 7"/>
                <a:gd name="T2" fmla="*/ 120 w 15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3" y="6"/>
                    <a:pt x="9" y="7"/>
                    <a:pt x="15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00" name="Freeform 1491">
              <a:extLst>
                <a:ext uri="{FF2B5EF4-FFF2-40B4-BE49-F238E27FC236}">
                  <a16:creationId xmlns:a16="http://schemas.microsoft.com/office/drawing/2014/main" id="{5A2D70B2-2883-43BD-AFD6-D893A34EB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440"/>
              <a:ext cx="30" cy="17"/>
            </a:xfrm>
            <a:custGeom>
              <a:avLst/>
              <a:gdLst>
                <a:gd name="T0" fmla="*/ 0 w 15"/>
                <a:gd name="T1" fmla="*/ 0 h 8"/>
                <a:gd name="T2" fmla="*/ 120 w 1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3" y="7"/>
                    <a:pt x="9" y="8"/>
                    <a:pt x="15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01" name="Freeform 1492">
              <a:extLst>
                <a:ext uri="{FF2B5EF4-FFF2-40B4-BE49-F238E27FC236}">
                  <a16:creationId xmlns:a16="http://schemas.microsoft.com/office/drawing/2014/main" id="{B6969CDC-B556-4234-BB26-26B606D75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426"/>
              <a:ext cx="35" cy="23"/>
            </a:xfrm>
            <a:custGeom>
              <a:avLst/>
              <a:gdLst>
                <a:gd name="T0" fmla="*/ 0 w 18"/>
                <a:gd name="T1" fmla="*/ 0 h 11"/>
                <a:gd name="T2" fmla="*/ 132 w 18"/>
                <a:gd name="T3" fmla="*/ 9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0"/>
                  </a:moveTo>
                  <a:cubicBezTo>
                    <a:pt x="0" y="8"/>
                    <a:pt x="11" y="11"/>
                    <a:pt x="18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02" name="Freeform 1493">
              <a:extLst>
                <a:ext uri="{FF2B5EF4-FFF2-40B4-BE49-F238E27FC236}">
                  <a16:creationId xmlns:a16="http://schemas.microsoft.com/office/drawing/2014/main" id="{C6BA238C-C502-4692-B16C-F0045CEF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464"/>
              <a:ext cx="28" cy="17"/>
            </a:xfrm>
            <a:custGeom>
              <a:avLst/>
              <a:gdLst>
                <a:gd name="T0" fmla="*/ 0 w 14"/>
                <a:gd name="T1" fmla="*/ 0 h 8"/>
                <a:gd name="T2" fmla="*/ 112 w 14"/>
                <a:gd name="T3" fmla="*/ 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1" y="7"/>
                    <a:pt x="8" y="8"/>
                    <a:pt x="14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03" name="Freeform 1494">
              <a:extLst>
                <a:ext uri="{FF2B5EF4-FFF2-40B4-BE49-F238E27FC236}">
                  <a16:creationId xmlns:a16="http://schemas.microsoft.com/office/drawing/2014/main" id="{ADD45718-A19A-4C95-820D-2736E7148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479"/>
              <a:ext cx="32" cy="23"/>
            </a:xfrm>
            <a:custGeom>
              <a:avLst/>
              <a:gdLst>
                <a:gd name="T0" fmla="*/ 0 w 16"/>
                <a:gd name="T1" fmla="*/ 0 h 11"/>
                <a:gd name="T2" fmla="*/ 128 w 16"/>
                <a:gd name="T3" fmla="*/ 9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0"/>
                  </a:moveTo>
                  <a:cubicBezTo>
                    <a:pt x="3" y="6"/>
                    <a:pt x="8" y="11"/>
                    <a:pt x="16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04" name="Freeform 1495">
              <a:extLst>
                <a:ext uri="{FF2B5EF4-FFF2-40B4-BE49-F238E27FC236}">
                  <a16:creationId xmlns:a16="http://schemas.microsoft.com/office/drawing/2014/main" id="{D73EA449-D02B-4F44-B6B7-D1BBADF4E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504"/>
              <a:ext cx="34" cy="17"/>
            </a:xfrm>
            <a:custGeom>
              <a:avLst/>
              <a:gdLst>
                <a:gd name="T0" fmla="*/ 0 w 17"/>
                <a:gd name="T1" fmla="*/ 0 h 8"/>
                <a:gd name="T2" fmla="*/ 136 w 17"/>
                <a:gd name="T3" fmla="*/ 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2" y="6"/>
                    <a:pt x="11" y="8"/>
                    <a:pt x="17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05" name="Freeform 1496">
              <a:extLst>
                <a:ext uri="{FF2B5EF4-FFF2-40B4-BE49-F238E27FC236}">
                  <a16:creationId xmlns:a16="http://schemas.microsoft.com/office/drawing/2014/main" id="{E15A554A-884E-4122-AB8B-6EFE8AEB7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619"/>
              <a:ext cx="24" cy="13"/>
            </a:xfrm>
            <a:custGeom>
              <a:avLst/>
              <a:gdLst>
                <a:gd name="T0" fmla="*/ 0 w 12"/>
                <a:gd name="T1" fmla="*/ 0 h 6"/>
                <a:gd name="T2" fmla="*/ 96 w 12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5"/>
                    <a:pt x="7" y="6"/>
                    <a:pt x="12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06" name="Freeform 1497">
              <a:extLst>
                <a:ext uri="{FF2B5EF4-FFF2-40B4-BE49-F238E27FC236}">
                  <a16:creationId xmlns:a16="http://schemas.microsoft.com/office/drawing/2014/main" id="{3F7151E1-EF68-45BC-9F88-E6561D61C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585"/>
              <a:ext cx="26" cy="13"/>
            </a:xfrm>
            <a:custGeom>
              <a:avLst/>
              <a:gdLst>
                <a:gd name="T0" fmla="*/ 0 w 13"/>
                <a:gd name="T1" fmla="*/ 0 h 6"/>
                <a:gd name="T2" fmla="*/ 104 w 1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3" y="4"/>
                    <a:pt x="8" y="6"/>
                    <a:pt x="13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07" name="Freeform 1498">
              <a:extLst>
                <a:ext uri="{FF2B5EF4-FFF2-40B4-BE49-F238E27FC236}">
                  <a16:creationId xmlns:a16="http://schemas.microsoft.com/office/drawing/2014/main" id="{82674444-4752-4452-90EC-F4D87DAC7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689"/>
              <a:ext cx="32" cy="13"/>
            </a:xfrm>
            <a:custGeom>
              <a:avLst/>
              <a:gdLst>
                <a:gd name="T0" fmla="*/ 0 w 16"/>
                <a:gd name="T1" fmla="*/ 9 h 6"/>
                <a:gd name="T2" fmla="*/ 128 w 16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1"/>
                  </a:moveTo>
                  <a:cubicBezTo>
                    <a:pt x="6" y="0"/>
                    <a:pt x="11" y="6"/>
                    <a:pt x="16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08" name="Freeform 1499">
              <a:extLst>
                <a:ext uri="{FF2B5EF4-FFF2-40B4-BE49-F238E27FC236}">
                  <a16:creationId xmlns:a16="http://schemas.microsoft.com/office/drawing/2014/main" id="{D7BD5F75-AC96-4A08-A9B8-DE3ED706E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777"/>
              <a:ext cx="18" cy="17"/>
            </a:xfrm>
            <a:custGeom>
              <a:avLst/>
              <a:gdLst>
                <a:gd name="T0" fmla="*/ 0 w 9"/>
                <a:gd name="T1" fmla="*/ 0 h 8"/>
                <a:gd name="T2" fmla="*/ 72 w 9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3"/>
                    <a:pt x="5" y="8"/>
                    <a:pt x="9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09" name="Freeform 1500">
              <a:extLst>
                <a:ext uri="{FF2B5EF4-FFF2-40B4-BE49-F238E27FC236}">
                  <a16:creationId xmlns:a16="http://schemas.microsoft.com/office/drawing/2014/main" id="{81D07AA3-2B23-4C85-B2DC-5E3C5C7A5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411"/>
              <a:ext cx="24" cy="23"/>
            </a:xfrm>
            <a:custGeom>
              <a:avLst/>
              <a:gdLst>
                <a:gd name="T0" fmla="*/ 0 w 12"/>
                <a:gd name="T1" fmla="*/ 0 h 11"/>
                <a:gd name="T2" fmla="*/ 96 w 12"/>
                <a:gd name="T3" fmla="*/ 7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0"/>
                  </a:moveTo>
                  <a:cubicBezTo>
                    <a:pt x="2" y="5"/>
                    <a:pt x="7" y="11"/>
                    <a:pt x="12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10" name="Freeform 1501">
              <a:extLst>
                <a:ext uri="{FF2B5EF4-FFF2-40B4-BE49-F238E27FC236}">
                  <a16:creationId xmlns:a16="http://schemas.microsoft.com/office/drawing/2014/main" id="{2A080278-9B9C-46AB-84AD-B5BB1574A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355"/>
              <a:ext cx="24" cy="30"/>
            </a:xfrm>
            <a:custGeom>
              <a:avLst/>
              <a:gdLst>
                <a:gd name="T0" fmla="*/ 0 w 12"/>
                <a:gd name="T1" fmla="*/ 0 h 14"/>
                <a:gd name="T2" fmla="*/ 96 w 12"/>
                <a:gd name="T3" fmla="*/ 1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1" y="5"/>
                    <a:pt x="6" y="14"/>
                    <a:pt x="12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11" name="Freeform 1502">
              <a:extLst>
                <a:ext uri="{FF2B5EF4-FFF2-40B4-BE49-F238E27FC236}">
                  <a16:creationId xmlns:a16="http://schemas.microsoft.com/office/drawing/2014/main" id="{384160CD-25AC-46BB-A92E-1A5489461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447"/>
              <a:ext cx="24" cy="19"/>
            </a:xfrm>
            <a:custGeom>
              <a:avLst/>
              <a:gdLst>
                <a:gd name="T0" fmla="*/ 0 w 12"/>
                <a:gd name="T1" fmla="*/ 0 h 9"/>
                <a:gd name="T2" fmla="*/ 96 w 12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2" y="4"/>
                    <a:pt x="8" y="8"/>
                    <a:pt x="12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12" name="Freeform 1503">
              <a:extLst>
                <a:ext uri="{FF2B5EF4-FFF2-40B4-BE49-F238E27FC236}">
                  <a16:creationId xmlns:a16="http://schemas.microsoft.com/office/drawing/2014/main" id="{88CDACA5-752F-4EBD-B61F-3BAC5E6EC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349"/>
              <a:ext cx="18" cy="21"/>
            </a:xfrm>
            <a:custGeom>
              <a:avLst/>
              <a:gdLst>
                <a:gd name="T0" fmla="*/ 0 w 9"/>
                <a:gd name="T1" fmla="*/ 0 h 10"/>
                <a:gd name="T2" fmla="*/ 72 w 9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0" y="5"/>
                    <a:pt x="5" y="9"/>
                    <a:pt x="9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13" name="Freeform 1504">
              <a:extLst>
                <a:ext uri="{FF2B5EF4-FFF2-40B4-BE49-F238E27FC236}">
                  <a16:creationId xmlns:a16="http://schemas.microsoft.com/office/drawing/2014/main" id="{A5DBF1FF-D9E4-4240-B8EB-185EF0CBB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377"/>
              <a:ext cx="22" cy="25"/>
            </a:xfrm>
            <a:custGeom>
              <a:avLst/>
              <a:gdLst>
                <a:gd name="T0" fmla="*/ 0 w 11"/>
                <a:gd name="T1" fmla="*/ 0 h 12"/>
                <a:gd name="T2" fmla="*/ 88 w 11"/>
                <a:gd name="T3" fmla="*/ 9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1" y="5"/>
                    <a:pt x="6" y="12"/>
                    <a:pt x="11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14" name="Freeform 1505">
              <a:extLst>
                <a:ext uri="{FF2B5EF4-FFF2-40B4-BE49-F238E27FC236}">
                  <a16:creationId xmlns:a16="http://schemas.microsoft.com/office/drawing/2014/main" id="{8BF8BEA9-DC79-47BC-B799-23DC5EB4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360"/>
              <a:ext cx="30" cy="21"/>
            </a:xfrm>
            <a:custGeom>
              <a:avLst/>
              <a:gdLst>
                <a:gd name="T0" fmla="*/ 0 w 15"/>
                <a:gd name="T1" fmla="*/ 0 h 10"/>
                <a:gd name="T2" fmla="*/ 120 w 15"/>
                <a:gd name="T3" fmla="*/ 8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3" y="6"/>
                    <a:pt x="9" y="10"/>
                    <a:pt x="15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15" name="Freeform 1506">
              <a:extLst>
                <a:ext uri="{FF2B5EF4-FFF2-40B4-BE49-F238E27FC236}">
                  <a16:creationId xmlns:a16="http://schemas.microsoft.com/office/drawing/2014/main" id="{516DF2D0-7FE2-46F9-BFE0-EB1223860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2064"/>
              <a:ext cx="69" cy="81"/>
            </a:xfrm>
            <a:custGeom>
              <a:avLst/>
              <a:gdLst>
                <a:gd name="T0" fmla="*/ 0 w 35"/>
                <a:gd name="T1" fmla="*/ 241 h 38"/>
                <a:gd name="T2" fmla="*/ 268 w 35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8">
                  <a:moveTo>
                    <a:pt x="0" y="25"/>
                  </a:moveTo>
                  <a:cubicBezTo>
                    <a:pt x="15" y="38"/>
                    <a:pt x="28" y="11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16" name="Freeform 1507">
              <a:extLst>
                <a:ext uri="{FF2B5EF4-FFF2-40B4-BE49-F238E27FC236}">
                  <a16:creationId xmlns:a16="http://schemas.microsoft.com/office/drawing/2014/main" id="{0475634D-37C4-4ADD-9164-35ED996C2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549"/>
              <a:ext cx="72" cy="104"/>
            </a:xfrm>
            <a:custGeom>
              <a:avLst/>
              <a:gdLst>
                <a:gd name="T0" fmla="*/ 112 w 36"/>
                <a:gd name="T1" fmla="*/ 0 h 49"/>
                <a:gd name="T2" fmla="*/ 192 w 36"/>
                <a:gd name="T3" fmla="*/ 365 h 49"/>
                <a:gd name="T4" fmla="*/ 128 w 36"/>
                <a:gd name="T5" fmla="*/ 458 h 49"/>
                <a:gd name="T6" fmla="*/ 0 w 36"/>
                <a:gd name="T7" fmla="*/ 41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9">
                  <a:moveTo>
                    <a:pt x="14" y="0"/>
                  </a:moveTo>
                  <a:cubicBezTo>
                    <a:pt x="36" y="6"/>
                    <a:pt x="28" y="23"/>
                    <a:pt x="24" y="38"/>
                  </a:cubicBezTo>
                  <a:cubicBezTo>
                    <a:pt x="22" y="46"/>
                    <a:pt x="23" y="46"/>
                    <a:pt x="16" y="48"/>
                  </a:cubicBezTo>
                  <a:cubicBezTo>
                    <a:pt x="11" y="49"/>
                    <a:pt x="3" y="47"/>
                    <a:pt x="0" y="4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17" name="Freeform 1508">
              <a:extLst>
                <a:ext uri="{FF2B5EF4-FFF2-40B4-BE49-F238E27FC236}">
                  <a16:creationId xmlns:a16="http://schemas.microsoft.com/office/drawing/2014/main" id="{F946BFD5-FBCE-45C8-9FC5-62879C297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653"/>
              <a:ext cx="65" cy="96"/>
            </a:xfrm>
            <a:custGeom>
              <a:avLst/>
              <a:gdLst>
                <a:gd name="T0" fmla="*/ 252 w 33"/>
                <a:gd name="T1" fmla="*/ 0 h 45"/>
                <a:gd name="T2" fmla="*/ 136 w 33"/>
                <a:gd name="T3" fmla="*/ 341 h 45"/>
                <a:gd name="T4" fmla="*/ 0 w 33"/>
                <a:gd name="T5" fmla="*/ 378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24" y="9"/>
                    <a:pt x="26" y="25"/>
                    <a:pt x="18" y="35"/>
                  </a:cubicBezTo>
                  <a:cubicBezTo>
                    <a:pt x="10" y="45"/>
                    <a:pt x="9" y="42"/>
                    <a:pt x="0" y="3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18" name="Freeform 1509">
              <a:extLst>
                <a:ext uri="{FF2B5EF4-FFF2-40B4-BE49-F238E27FC236}">
                  <a16:creationId xmlns:a16="http://schemas.microsoft.com/office/drawing/2014/main" id="{F2BDE8C3-A1A7-466B-BD5B-229414973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736"/>
              <a:ext cx="75" cy="137"/>
            </a:xfrm>
            <a:custGeom>
              <a:avLst/>
              <a:gdLst>
                <a:gd name="T0" fmla="*/ 292 w 38"/>
                <a:gd name="T1" fmla="*/ 0 h 64"/>
                <a:gd name="T2" fmla="*/ 223 w 38"/>
                <a:gd name="T3" fmla="*/ 233 h 64"/>
                <a:gd name="T4" fmla="*/ 160 w 38"/>
                <a:gd name="T5" fmla="*/ 542 h 64"/>
                <a:gd name="T6" fmla="*/ 0 w 38"/>
                <a:gd name="T7" fmla="*/ 559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64">
                  <a:moveTo>
                    <a:pt x="38" y="0"/>
                  </a:moveTo>
                  <a:cubicBezTo>
                    <a:pt x="38" y="9"/>
                    <a:pt x="32" y="17"/>
                    <a:pt x="29" y="24"/>
                  </a:cubicBezTo>
                  <a:cubicBezTo>
                    <a:pt x="26" y="33"/>
                    <a:pt x="26" y="47"/>
                    <a:pt x="21" y="55"/>
                  </a:cubicBezTo>
                  <a:cubicBezTo>
                    <a:pt x="15" y="64"/>
                    <a:pt x="9" y="58"/>
                    <a:pt x="0" y="5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19" name="Freeform 1510">
              <a:extLst>
                <a:ext uri="{FF2B5EF4-FFF2-40B4-BE49-F238E27FC236}">
                  <a16:creationId xmlns:a16="http://schemas.microsoft.com/office/drawing/2014/main" id="{669B80FF-5963-4F0E-A612-26186B231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864"/>
              <a:ext cx="46" cy="115"/>
            </a:xfrm>
            <a:custGeom>
              <a:avLst/>
              <a:gdLst>
                <a:gd name="T0" fmla="*/ 160 w 23"/>
                <a:gd name="T1" fmla="*/ 0 h 54"/>
                <a:gd name="T2" fmla="*/ 120 w 23"/>
                <a:gd name="T3" fmla="*/ 385 h 54"/>
                <a:gd name="T4" fmla="*/ 0 w 23"/>
                <a:gd name="T5" fmla="*/ 45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4">
                  <a:moveTo>
                    <a:pt x="20" y="0"/>
                  </a:moveTo>
                  <a:cubicBezTo>
                    <a:pt x="19" y="15"/>
                    <a:pt x="23" y="26"/>
                    <a:pt x="15" y="40"/>
                  </a:cubicBezTo>
                  <a:cubicBezTo>
                    <a:pt x="12" y="44"/>
                    <a:pt x="6" y="54"/>
                    <a:pt x="0" y="4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20" name="Freeform 1511">
              <a:extLst>
                <a:ext uri="{FF2B5EF4-FFF2-40B4-BE49-F238E27FC236}">
                  <a16:creationId xmlns:a16="http://schemas.microsoft.com/office/drawing/2014/main" id="{C75CA39C-DD27-4538-A114-2FFC92C91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968"/>
              <a:ext cx="6" cy="45"/>
            </a:xfrm>
            <a:custGeom>
              <a:avLst/>
              <a:gdLst>
                <a:gd name="T0" fmla="*/ 24 w 3"/>
                <a:gd name="T1" fmla="*/ 0 h 21"/>
                <a:gd name="T2" fmla="*/ 0 w 3"/>
                <a:gd name="T3" fmla="*/ 20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3" y="0"/>
                  </a:moveTo>
                  <a:cubicBezTo>
                    <a:pt x="1" y="7"/>
                    <a:pt x="2" y="15"/>
                    <a:pt x="0" y="2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21" name="Freeform 1512">
              <a:extLst>
                <a:ext uri="{FF2B5EF4-FFF2-40B4-BE49-F238E27FC236}">
                  <a16:creationId xmlns:a16="http://schemas.microsoft.com/office/drawing/2014/main" id="{54B0B316-37C0-4A42-9DF5-58A9A8D4C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617"/>
              <a:ext cx="48" cy="34"/>
            </a:xfrm>
            <a:custGeom>
              <a:avLst/>
              <a:gdLst>
                <a:gd name="T0" fmla="*/ 192 w 24"/>
                <a:gd name="T1" fmla="*/ 0 h 16"/>
                <a:gd name="T2" fmla="*/ 136 w 24"/>
                <a:gd name="T3" fmla="*/ 153 h 16"/>
                <a:gd name="T4" fmla="*/ 0 w 24"/>
                <a:gd name="T5" fmla="*/ 10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">
                  <a:moveTo>
                    <a:pt x="24" y="0"/>
                  </a:moveTo>
                  <a:cubicBezTo>
                    <a:pt x="23" y="6"/>
                    <a:pt x="20" y="11"/>
                    <a:pt x="17" y="16"/>
                  </a:cubicBezTo>
                  <a:cubicBezTo>
                    <a:pt x="12" y="11"/>
                    <a:pt x="6" y="13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22" name="Freeform 1513">
              <a:extLst>
                <a:ext uri="{FF2B5EF4-FFF2-40B4-BE49-F238E27FC236}">
                  <a16:creationId xmlns:a16="http://schemas.microsoft.com/office/drawing/2014/main" id="{B6AC2D40-7EC0-47BC-8282-30490BB34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2649"/>
              <a:ext cx="62" cy="130"/>
            </a:xfrm>
            <a:custGeom>
              <a:avLst/>
              <a:gdLst>
                <a:gd name="T0" fmla="*/ 248 w 31"/>
                <a:gd name="T1" fmla="*/ 0 h 61"/>
                <a:gd name="T2" fmla="*/ 0 w 31"/>
                <a:gd name="T3" fmla="*/ 358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1">
                  <a:moveTo>
                    <a:pt x="31" y="0"/>
                  </a:moveTo>
                  <a:cubicBezTo>
                    <a:pt x="30" y="10"/>
                    <a:pt x="13" y="61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23" name="Freeform 1514">
              <a:extLst>
                <a:ext uri="{FF2B5EF4-FFF2-40B4-BE49-F238E27FC236}">
                  <a16:creationId xmlns:a16="http://schemas.microsoft.com/office/drawing/2014/main" id="{0686CC9B-5CC0-4572-AD19-BAB4A5D79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2738"/>
              <a:ext cx="55" cy="98"/>
            </a:xfrm>
            <a:custGeom>
              <a:avLst/>
              <a:gdLst>
                <a:gd name="T0" fmla="*/ 212 w 28"/>
                <a:gd name="T1" fmla="*/ 0 h 46"/>
                <a:gd name="T2" fmla="*/ 128 w 28"/>
                <a:gd name="T3" fmla="*/ 369 h 46"/>
                <a:gd name="T4" fmla="*/ 0 w 28"/>
                <a:gd name="T5" fmla="*/ 38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6">
                  <a:moveTo>
                    <a:pt x="28" y="0"/>
                  </a:moveTo>
                  <a:cubicBezTo>
                    <a:pt x="23" y="11"/>
                    <a:pt x="26" y="29"/>
                    <a:pt x="17" y="38"/>
                  </a:cubicBezTo>
                  <a:cubicBezTo>
                    <a:pt x="14" y="41"/>
                    <a:pt x="0" y="46"/>
                    <a:pt x="0" y="4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24" name="Freeform 1515">
              <a:extLst>
                <a:ext uri="{FF2B5EF4-FFF2-40B4-BE49-F238E27FC236}">
                  <a16:creationId xmlns:a16="http://schemas.microsoft.com/office/drawing/2014/main" id="{5F118179-15C3-4203-80F4-86220DE6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821"/>
              <a:ext cx="49" cy="128"/>
            </a:xfrm>
            <a:custGeom>
              <a:avLst/>
              <a:gdLst>
                <a:gd name="T0" fmla="*/ 188 w 25"/>
                <a:gd name="T1" fmla="*/ 0 h 60"/>
                <a:gd name="T2" fmla="*/ 104 w 25"/>
                <a:gd name="T3" fmla="*/ 429 h 60"/>
                <a:gd name="T4" fmla="*/ 0 w 25"/>
                <a:gd name="T5" fmla="*/ 506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0">
                  <a:moveTo>
                    <a:pt x="25" y="0"/>
                  </a:moveTo>
                  <a:cubicBezTo>
                    <a:pt x="21" y="14"/>
                    <a:pt x="19" y="30"/>
                    <a:pt x="14" y="44"/>
                  </a:cubicBezTo>
                  <a:cubicBezTo>
                    <a:pt x="12" y="49"/>
                    <a:pt x="4" y="60"/>
                    <a:pt x="0" y="5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25" name="Freeform 1516">
              <a:extLst>
                <a:ext uri="{FF2B5EF4-FFF2-40B4-BE49-F238E27FC236}">
                  <a16:creationId xmlns:a16="http://schemas.microsoft.com/office/drawing/2014/main" id="{8BC87AD1-E5EF-44B8-AFF9-B3D2F817D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941"/>
              <a:ext cx="14" cy="74"/>
            </a:xfrm>
            <a:custGeom>
              <a:avLst/>
              <a:gdLst>
                <a:gd name="T0" fmla="*/ 56 w 7"/>
                <a:gd name="T1" fmla="*/ 0 h 35"/>
                <a:gd name="T2" fmla="*/ 0 w 7"/>
                <a:gd name="T3" fmla="*/ 33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5">
                  <a:moveTo>
                    <a:pt x="7" y="0"/>
                  </a:moveTo>
                  <a:cubicBezTo>
                    <a:pt x="5" y="10"/>
                    <a:pt x="4" y="27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26" name="Freeform 1517">
              <a:extLst>
                <a:ext uri="{FF2B5EF4-FFF2-40B4-BE49-F238E27FC236}">
                  <a16:creationId xmlns:a16="http://schemas.microsoft.com/office/drawing/2014/main" id="{09B23751-A770-440C-B140-254384A19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619"/>
              <a:ext cx="18" cy="32"/>
            </a:xfrm>
            <a:custGeom>
              <a:avLst/>
              <a:gdLst>
                <a:gd name="T0" fmla="*/ 8 w 9"/>
                <a:gd name="T1" fmla="*/ 0 h 15"/>
                <a:gd name="T2" fmla="*/ 72 w 9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0"/>
                  </a:moveTo>
                  <a:cubicBezTo>
                    <a:pt x="0" y="6"/>
                    <a:pt x="7" y="11"/>
                    <a:pt x="9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27" name="Freeform 1518">
              <a:extLst>
                <a:ext uri="{FF2B5EF4-FFF2-40B4-BE49-F238E27FC236}">
                  <a16:creationId xmlns:a16="http://schemas.microsoft.com/office/drawing/2014/main" id="{2070207D-0303-46A3-B976-113F534E7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2745"/>
              <a:ext cx="30" cy="6"/>
            </a:xfrm>
            <a:custGeom>
              <a:avLst/>
              <a:gdLst>
                <a:gd name="T0" fmla="*/ 0 w 15"/>
                <a:gd name="T1" fmla="*/ 24 h 3"/>
                <a:gd name="T2" fmla="*/ 120 w 15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0"/>
                    <a:pt x="10" y="0"/>
                    <a:pt x="15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28" name="Freeform 1519">
              <a:extLst>
                <a:ext uri="{FF2B5EF4-FFF2-40B4-BE49-F238E27FC236}">
                  <a16:creationId xmlns:a16="http://schemas.microsoft.com/office/drawing/2014/main" id="{B53815A2-89E1-4B98-8607-EF3F03513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2715"/>
              <a:ext cx="19" cy="28"/>
            </a:xfrm>
            <a:custGeom>
              <a:avLst/>
              <a:gdLst>
                <a:gd name="T0" fmla="*/ 0 w 10"/>
                <a:gd name="T1" fmla="*/ 0 h 13"/>
                <a:gd name="T2" fmla="*/ 68 w 10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1" y="6"/>
                    <a:pt x="4" y="11"/>
                    <a:pt x="10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29" name="Freeform 1520">
              <a:extLst>
                <a:ext uri="{FF2B5EF4-FFF2-40B4-BE49-F238E27FC236}">
                  <a16:creationId xmlns:a16="http://schemas.microsoft.com/office/drawing/2014/main" id="{4D4339E0-ABEB-4F7B-9179-EDB0B77B9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830"/>
              <a:ext cx="29" cy="17"/>
            </a:xfrm>
            <a:custGeom>
              <a:avLst/>
              <a:gdLst>
                <a:gd name="T0" fmla="*/ 0 w 15"/>
                <a:gd name="T1" fmla="*/ 77 h 8"/>
                <a:gd name="T2" fmla="*/ 108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5" y="4"/>
                    <a:pt x="9" y="1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30" name="Freeform 1521">
              <a:extLst>
                <a:ext uri="{FF2B5EF4-FFF2-40B4-BE49-F238E27FC236}">
                  <a16:creationId xmlns:a16="http://schemas.microsoft.com/office/drawing/2014/main" id="{EBE29BFB-5482-48B8-AA06-4DC8FA791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2866"/>
              <a:ext cx="24" cy="19"/>
            </a:xfrm>
            <a:custGeom>
              <a:avLst/>
              <a:gdLst>
                <a:gd name="T0" fmla="*/ 0 w 12"/>
                <a:gd name="T1" fmla="*/ 84 h 9"/>
                <a:gd name="T2" fmla="*/ 96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0" y="3"/>
                    <a:pt x="7" y="1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31" name="Freeform 1522">
              <a:extLst>
                <a:ext uri="{FF2B5EF4-FFF2-40B4-BE49-F238E27FC236}">
                  <a16:creationId xmlns:a16="http://schemas.microsoft.com/office/drawing/2014/main" id="{54F733A8-CB47-44A8-8218-C617D9938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815"/>
              <a:ext cx="141" cy="66"/>
            </a:xfrm>
            <a:custGeom>
              <a:avLst/>
              <a:gdLst>
                <a:gd name="T0" fmla="*/ 0 w 71"/>
                <a:gd name="T1" fmla="*/ 196 h 31"/>
                <a:gd name="T2" fmla="*/ 127 w 71"/>
                <a:gd name="T3" fmla="*/ 290 h 31"/>
                <a:gd name="T4" fmla="*/ 336 w 71"/>
                <a:gd name="T5" fmla="*/ 196 h 31"/>
                <a:gd name="T6" fmla="*/ 556 w 71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31">
                  <a:moveTo>
                    <a:pt x="0" y="20"/>
                  </a:moveTo>
                  <a:cubicBezTo>
                    <a:pt x="4" y="27"/>
                    <a:pt x="7" y="31"/>
                    <a:pt x="16" y="30"/>
                  </a:cubicBezTo>
                  <a:cubicBezTo>
                    <a:pt x="24" y="29"/>
                    <a:pt x="35" y="24"/>
                    <a:pt x="43" y="20"/>
                  </a:cubicBezTo>
                  <a:cubicBezTo>
                    <a:pt x="54" y="15"/>
                    <a:pt x="64" y="10"/>
                    <a:pt x="7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32" name="Freeform 1523">
              <a:extLst>
                <a:ext uri="{FF2B5EF4-FFF2-40B4-BE49-F238E27FC236}">
                  <a16:creationId xmlns:a16="http://schemas.microsoft.com/office/drawing/2014/main" id="{6D1B0F4E-BDB1-440D-846B-4E1F533B3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843"/>
              <a:ext cx="10" cy="34"/>
            </a:xfrm>
            <a:custGeom>
              <a:avLst/>
              <a:gdLst>
                <a:gd name="T0" fmla="*/ 40 w 5"/>
                <a:gd name="T1" fmla="*/ 0 h 16"/>
                <a:gd name="T2" fmla="*/ 24 w 5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1" y="4"/>
                    <a:pt x="0" y="12"/>
                    <a:pt x="3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33" name="Freeform 1524">
              <a:extLst>
                <a:ext uri="{FF2B5EF4-FFF2-40B4-BE49-F238E27FC236}">
                  <a16:creationId xmlns:a16="http://schemas.microsoft.com/office/drawing/2014/main" id="{49ECBB83-B1B2-4543-9888-79060C05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866"/>
              <a:ext cx="28" cy="6"/>
            </a:xfrm>
            <a:custGeom>
              <a:avLst/>
              <a:gdLst>
                <a:gd name="T0" fmla="*/ 0 w 14"/>
                <a:gd name="T1" fmla="*/ 16 h 3"/>
                <a:gd name="T2" fmla="*/ 112 w 1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5" y="0"/>
                    <a:pt x="10" y="0"/>
                    <a:pt x="14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34" name="Freeform 1525">
              <a:extLst>
                <a:ext uri="{FF2B5EF4-FFF2-40B4-BE49-F238E27FC236}">
                  <a16:creationId xmlns:a16="http://schemas.microsoft.com/office/drawing/2014/main" id="{3E5E74E9-652B-47B7-B9CD-4F292A92D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000"/>
              <a:ext cx="16" cy="21"/>
            </a:xfrm>
            <a:custGeom>
              <a:avLst/>
              <a:gdLst>
                <a:gd name="T0" fmla="*/ 0 w 8"/>
                <a:gd name="T1" fmla="*/ 0 h 10"/>
                <a:gd name="T2" fmla="*/ 64 w 8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4" y="8"/>
                    <a:pt x="8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35" name="Freeform 1526">
              <a:extLst>
                <a:ext uri="{FF2B5EF4-FFF2-40B4-BE49-F238E27FC236}">
                  <a16:creationId xmlns:a16="http://schemas.microsoft.com/office/drawing/2014/main" id="{B07310B8-1F4E-46D9-AFE9-8DD8C8E61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921"/>
              <a:ext cx="6" cy="19"/>
            </a:xfrm>
            <a:custGeom>
              <a:avLst/>
              <a:gdLst>
                <a:gd name="T0" fmla="*/ 8 w 3"/>
                <a:gd name="T1" fmla="*/ 0 h 9"/>
                <a:gd name="T2" fmla="*/ 24 w 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0" y="3"/>
                    <a:pt x="0" y="7"/>
                    <a:pt x="3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36" name="Freeform 1527">
              <a:extLst>
                <a:ext uri="{FF2B5EF4-FFF2-40B4-BE49-F238E27FC236}">
                  <a16:creationId xmlns:a16="http://schemas.microsoft.com/office/drawing/2014/main" id="{0524E33D-26F7-44EC-BFDB-E70052DE7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066"/>
              <a:ext cx="11" cy="36"/>
            </a:xfrm>
            <a:custGeom>
              <a:avLst/>
              <a:gdLst>
                <a:gd name="T0" fmla="*/ 0 w 6"/>
                <a:gd name="T1" fmla="*/ 0 h 17"/>
                <a:gd name="T2" fmla="*/ 37 w 6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0" y="6"/>
                    <a:pt x="1" y="14"/>
                    <a:pt x="6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37" name="Freeform 1528">
              <a:extLst>
                <a:ext uri="{FF2B5EF4-FFF2-40B4-BE49-F238E27FC236}">
                  <a16:creationId xmlns:a16="http://schemas.microsoft.com/office/drawing/2014/main" id="{BBAC7960-0D4D-4F14-8969-D2E66E4B3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077"/>
              <a:ext cx="20" cy="12"/>
            </a:xfrm>
            <a:custGeom>
              <a:avLst/>
              <a:gdLst>
                <a:gd name="T0" fmla="*/ 0 w 10"/>
                <a:gd name="T1" fmla="*/ 0 h 6"/>
                <a:gd name="T2" fmla="*/ 80 w 10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4" y="0"/>
                    <a:pt x="7" y="3"/>
                    <a:pt x="10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38" name="Freeform 1529">
              <a:extLst>
                <a:ext uri="{FF2B5EF4-FFF2-40B4-BE49-F238E27FC236}">
                  <a16:creationId xmlns:a16="http://schemas.microsoft.com/office/drawing/2014/main" id="{FE38C5DB-A9FC-4BAF-9431-0653BAC0E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153"/>
              <a:ext cx="16" cy="26"/>
            </a:xfrm>
            <a:custGeom>
              <a:avLst/>
              <a:gdLst>
                <a:gd name="T0" fmla="*/ 0 w 8"/>
                <a:gd name="T1" fmla="*/ 0 h 12"/>
                <a:gd name="T2" fmla="*/ 64 w 8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2" y="5"/>
                    <a:pt x="4" y="10"/>
                    <a:pt x="8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39" name="Freeform 1530">
              <a:extLst>
                <a:ext uri="{FF2B5EF4-FFF2-40B4-BE49-F238E27FC236}">
                  <a16:creationId xmlns:a16="http://schemas.microsoft.com/office/drawing/2014/main" id="{69D5AC95-9A3B-4BCF-A502-2954B562A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215"/>
              <a:ext cx="16" cy="28"/>
            </a:xfrm>
            <a:custGeom>
              <a:avLst/>
              <a:gdLst>
                <a:gd name="T0" fmla="*/ 0 w 8"/>
                <a:gd name="T1" fmla="*/ 0 h 13"/>
                <a:gd name="T2" fmla="*/ 64 w 8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2" y="4"/>
                    <a:pt x="4" y="11"/>
                    <a:pt x="8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40" name="Freeform 1531">
              <a:extLst>
                <a:ext uri="{FF2B5EF4-FFF2-40B4-BE49-F238E27FC236}">
                  <a16:creationId xmlns:a16="http://schemas.microsoft.com/office/drawing/2014/main" id="{F22F1382-EBDC-47E5-852C-3B5D9A14E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228"/>
              <a:ext cx="8" cy="30"/>
            </a:xfrm>
            <a:custGeom>
              <a:avLst/>
              <a:gdLst>
                <a:gd name="T0" fmla="*/ 32 w 4"/>
                <a:gd name="T1" fmla="*/ 0 h 14"/>
                <a:gd name="T2" fmla="*/ 0 w 4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4" y="5"/>
                    <a:pt x="3" y="10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41" name="Freeform 1532">
              <a:extLst>
                <a:ext uri="{FF2B5EF4-FFF2-40B4-BE49-F238E27FC236}">
                  <a16:creationId xmlns:a16="http://schemas.microsoft.com/office/drawing/2014/main" id="{2E653CCB-01B2-4B6D-AA0A-AF9599B5E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219"/>
              <a:ext cx="102" cy="134"/>
            </a:xfrm>
            <a:custGeom>
              <a:avLst/>
              <a:gdLst>
                <a:gd name="T0" fmla="*/ 0 w 51"/>
                <a:gd name="T1" fmla="*/ 425 h 63"/>
                <a:gd name="T2" fmla="*/ 232 w 51"/>
                <a:gd name="T3" fmla="*/ 298 h 63"/>
                <a:gd name="T4" fmla="*/ 352 w 51"/>
                <a:gd name="T5" fmla="*/ 128 h 63"/>
                <a:gd name="T6" fmla="*/ 400 w 51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63">
                  <a:moveTo>
                    <a:pt x="0" y="44"/>
                  </a:moveTo>
                  <a:cubicBezTo>
                    <a:pt x="11" y="63"/>
                    <a:pt x="24" y="39"/>
                    <a:pt x="29" y="31"/>
                  </a:cubicBezTo>
                  <a:cubicBezTo>
                    <a:pt x="34" y="23"/>
                    <a:pt x="38" y="19"/>
                    <a:pt x="44" y="13"/>
                  </a:cubicBezTo>
                  <a:cubicBezTo>
                    <a:pt x="49" y="9"/>
                    <a:pt x="51" y="6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42" name="Freeform 1533">
              <a:extLst>
                <a:ext uri="{FF2B5EF4-FFF2-40B4-BE49-F238E27FC236}">
                  <a16:creationId xmlns:a16="http://schemas.microsoft.com/office/drawing/2014/main" id="{D910BE7F-80D0-49C5-8D32-C46557E5D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294"/>
              <a:ext cx="16" cy="17"/>
            </a:xfrm>
            <a:custGeom>
              <a:avLst/>
              <a:gdLst>
                <a:gd name="T0" fmla="*/ 0 w 8"/>
                <a:gd name="T1" fmla="*/ 0 h 8"/>
                <a:gd name="T2" fmla="*/ 64 w 8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4"/>
                    <a:pt x="5" y="7"/>
                    <a:pt x="8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43" name="Freeform 1534">
              <a:extLst>
                <a:ext uri="{FF2B5EF4-FFF2-40B4-BE49-F238E27FC236}">
                  <a16:creationId xmlns:a16="http://schemas.microsoft.com/office/drawing/2014/main" id="{B88517FA-B52D-4E41-8F6F-636F7DA30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330"/>
              <a:ext cx="76" cy="113"/>
            </a:xfrm>
            <a:custGeom>
              <a:avLst/>
              <a:gdLst>
                <a:gd name="T0" fmla="*/ 0 w 38"/>
                <a:gd name="T1" fmla="*/ 290 h 53"/>
                <a:gd name="T2" fmla="*/ 304 w 38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3">
                  <a:moveTo>
                    <a:pt x="0" y="30"/>
                  </a:moveTo>
                  <a:cubicBezTo>
                    <a:pt x="18" y="53"/>
                    <a:pt x="32" y="7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44" name="Freeform 1535">
              <a:extLst>
                <a:ext uri="{FF2B5EF4-FFF2-40B4-BE49-F238E27FC236}">
                  <a16:creationId xmlns:a16="http://schemas.microsoft.com/office/drawing/2014/main" id="{72A09B1A-EF5D-4F16-BEEB-35AA221D1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394"/>
              <a:ext cx="16" cy="21"/>
            </a:xfrm>
            <a:custGeom>
              <a:avLst/>
              <a:gdLst>
                <a:gd name="T0" fmla="*/ 0 w 8"/>
                <a:gd name="T1" fmla="*/ 0 h 10"/>
                <a:gd name="T2" fmla="*/ 64 w 8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5"/>
                    <a:pt x="4" y="9"/>
                    <a:pt x="8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45" name="Freeform 1536">
              <a:extLst>
                <a:ext uri="{FF2B5EF4-FFF2-40B4-BE49-F238E27FC236}">
                  <a16:creationId xmlns:a16="http://schemas.microsoft.com/office/drawing/2014/main" id="{2C85275E-AB22-4BCF-879B-022F94FE4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2304"/>
              <a:ext cx="20" cy="9"/>
            </a:xfrm>
            <a:custGeom>
              <a:avLst/>
              <a:gdLst>
                <a:gd name="T0" fmla="*/ 0 w 10"/>
                <a:gd name="T1" fmla="*/ 45 h 4"/>
                <a:gd name="T2" fmla="*/ 80 w 10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2"/>
                    <a:pt x="8" y="0"/>
                    <a:pt x="10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46" name="Freeform 1537">
              <a:extLst>
                <a:ext uri="{FF2B5EF4-FFF2-40B4-BE49-F238E27FC236}">
                  <a16:creationId xmlns:a16="http://schemas.microsoft.com/office/drawing/2014/main" id="{9709ADCC-3C29-479B-B180-AC8290F03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458"/>
              <a:ext cx="23" cy="25"/>
            </a:xfrm>
            <a:custGeom>
              <a:avLst/>
              <a:gdLst>
                <a:gd name="T0" fmla="*/ 0 w 12"/>
                <a:gd name="T1" fmla="*/ 0 h 12"/>
                <a:gd name="T2" fmla="*/ 84 w 12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1" y="6"/>
                    <a:pt x="7" y="11"/>
                    <a:pt x="12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47" name="Freeform 1538">
              <a:extLst>
                <a:ext uri="{FF2B5EF4-FFF2-40B4-BE49-F238E27FC236}">
                  <a16:creationId xmlns:a16="http://schemas.microsoft.com/office/drawing/2014/main" id="{FD56CCB3-C015-4466-BD66-AA598D6B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404"/>
              <a:ext cx="46" cy="20"/>
            </a:xfrm>
            <a:custGeom>
              <a:avLst/>
              <a:gdLst>
                <a:gd name="T0" fmla="*/ 0 w 23"/>
                <a:gd name="T1" fmla="*/ 98 h 9"/>
                <a:gd name="T2" fmla="*/ 184 w 2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9"/>
                  </a:moveTo>
                  <a:cubicBezTo>
                    <a:pt x="9" y="4"/>
                    <a:pt x="14" y="3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48" name="Freeform 1539">
              <a:extLst>
                <a:ext uri="{FF2B5EF4-FFF2-40B4-BE49-F238E27FC236}">
                  <a16:creationId xmlns:a16="http://schemas.microsoft.com/office/drawing/2014/main" id="{810C44CD-9972-4444-BE6F-7A55A52E1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526"/>
              <a:ext cx="24" cy="25"/>
            </a:xfrm>
            <a:custGeom>
              <a:avLst/>
              <a:gdLst>
                <a:gd name="T0" fmla="*/ 0 w 12"/>
                <a:gd name="T1" fmla="*/ 0 h 12"/>
                <a:gd name="T2" fmla="*/ 96 w 12"/>
                <a:gd name="T3" fmla="*/ 10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2" y="5"/>
                    <a:pt x="5" y="12"/>
                    <a:pt x="12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49" name="Freeform 1540">
              <a:extLst>
                <a:ext uri="{FF2B5EF4-FFF2-40B4-BE49-F238E27FC236}">
                  <a16:creationId xmlns:a16="http://schemas.microsoft.com/office/drawing/2014/main" id="{0E25EF2A-9CBB-4BFD-8805-E44FBCF48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607"/>
              <a:ext cx="40" cy="34"/>
            </a:xfrm>
            <a:custGeom>
              <a:avLst/>
              <a:gdLst>
                <a:gd name="T0" fmla="*/ 0 w 20"/>
                <a:gd name="T1" fmla="*/ 0 h 16"/>
                <a:gd name="T2" fmla="*/ 160 w 20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8" y="6"/>
                    <a:pt x="14" y="11"/>
                    <a:pt x="20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50" name="Freeform 1541">
              <a:extLst>
                <a:ext uri="{FF2B5EF4-FFF2-40B4-BE49-F238E27FC236}">
                  <a16:creationId xmlns:a16="http://schemas.microsoft.com/office/drawing/2014/main" id="{0C994F92-8EED-43B9-A20E-80F7F2DC2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611"/>
              <a:ext cx="34" cy="15"/>
            </a:xfrm>
            <a:custGeom>
              <a:avLst/>
              <a:gdLst>
                <a:gd name="T0" fmla="*/ 0 w 17"/>
                <a:gd name="T1" fmla="*/ 60 h 7"/>
                <a:gd name="T2" fmla="*/ 13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6"/>
                  </a:moveTo>
                  <a:cubicBezTo>
                    <a:pt x="6" y="5"/>
                    <a:pt x="14" y="7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51" name="Freeform 1542">
              <a:extLst>
                <a:ext uri="{FF2B5EF4-FFF2-40B4-BE49-F238E27FC236}">
                  <a16:creationId xmlns:a16="http://schemas.microsoft.com/office/drawing/2014/main" id="{96B275B5-B85A-44DA-8853-2657074CE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415"/>
              <a:ext cx="102" cy="145"/>
            </a:xfrm>
            <a:custGeom>
              <a:avLst/>
              <a:gdLst>
                <a:gd name="T0" fmla="*/ 0 w 51"/>
                <a:gd name="T1" fmla="*/ 531 h 68"/>
                <a:gd name="T2" fmla="*/ 328 w 51"/>
                <a:gd name="T3" fmla="*/ 241 h 68"/>
                <a:gd name="T4" fmla="*/ 384 w 51"/>
                <a:gd name="T5" fmla="*/ 77 h 68"/>
                <a:gd name="T6" fmla="*/ 304 w 5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68">
                  <a:moveTo>
                    <a:pt x="0" y="55"/>
                  </a:moveTo>
                  <a:cubicBezTo>
                    <a:pt x="21" y="68"/>
                    <a:pt x="31" y="39"/>
                    <a:pt x="41" y="25"/>
                  </a:cubicBezTo>
                  <a:cubicBezTo>
                    <a:pt x="45" y="20"/>
                    <a:pt x="51" y="15"/>
                    <a:pt x="48" y="8"/>
                  </a:cubicBezTo>
                  <a:cubicBezTo>
                    <a:pt x="46" y="5"/>
                    <a:pt x="41" y="1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52" name="Freeform 1543">
              <a:extLst>
                <a:ext uri="{FF2B5EF4-FFF2-40B4-BE49-F238E27FC236}">
                  <a16:creationId xmlns:a16="http://schemas.microsoft.com/office/drawing/2014/main" id="{78A93CC4-56A2-43AA-926B-859CB7A70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543"/>
              <a:ext cx="68" cy="112"/>
            </a:xfrm>
            <a:custGeom>
              <a:avLst/>
              <a:gdLst>
                <a:gd name="T0" fmla="*/ 272 w 34"/>
                <a:gd name="T1" fmla="*/ 0 h 53"/>
                <a:gd name="T2" fmla="*/ 0 w 34"/>
                <a:gd name="T3" fmla="*/ 321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3">
                  <a:moveTo>
                    <a:pt x="34" y="0"/>
                  </a:moveTo>
                  <a:cubicBezTo>
                    <a:pt x="31" y="10"/>
                    <a:pt x="16" y="53"/>
                    <a:pt x="0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53" name="Freeform 1544">
              <a:extLst>
                <a:ext uri="{FF2B5EF4-FFF2-40B4-BE49-F238E27FC236}">
                  <a16:creationId xmlns:a16="http://schemas.microsoft.com/office/drawing/2014/main" id="{D084BC1E-3808-4B08-9BCB-138CB57A6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2619"/>
              <a:ext cx="76" cy="124"/>
            </a:xfrm>
            <a:custGeom>
              <a:avLst/>
              <a:gdLst>
                <a:gd name="T0" fmla="*/ 304 w 38"/>
                <a:gd name="T1" fmla="*/ 0 h 58"/>
                <a:gd name="T2" fmla="*/ 160 w 38"/>
                <a:gd name="T3" fmla="*/ 479 h 58"/>
                <a:gd name="T4" fmla="*/ 0 w 38"/>
                <a:gd name="T5" fmla="*/ 49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8">
                  <a:moveTo>
                    <a:pt x="38" y="0"/>
                  </a:moveTo>
                  <a:cubicBezTo>
                    <a:pt x="31" y="16"/>
                    <a:pt x="29" y="35"/>
                    <a:pt x="20" y="49"/>
                  </a:cubicBezTo>
                  <a:cubicBezTo>
                    <a:pt x="15" y="58"/>
                    <a:pt x="8" y="54"/>
                    <a:pt x="0" y="5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54" name="Freeform 1545">
              <a:extLst>
                <a:ext uri="{FF2B5EF4-FFF2-40B4-BE49-F238E27FC236}">
                  <a16:creationId xmlns:a16="http://schemas.microsoft.com/office/drawing/2014/main" id="{2D41F3FD-80AB-4E29-B92B-C4A652D42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619"/>
              <a:ext cx="30" cy="19"/>
            </a:xfrm>
            <a:custGeom>
              <a:avLst/>
              <a:gdLst>
                <a:gd name="T0" fmla="*/ 0 w 15"/>
                <a:gd name="T1" fmla="*/ 0 h 9"/>
                <a:gd name="T2" fmla="*/ 120 w 15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2" y="4"/>
                    <a:pt x="11" y="9"/>
                    <a:pt x="15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55" name="Freeform 1546">
              <a:extLst>
                <a:ext uri="{FF2B5EF4-FFF2-40B4-BE49-F238E27FC236}">
                  <a16:creationId xmlns:a16="http://schemas.microsoft.com/office/drawing/2014/main" id="{CCC60730-C420-47F0-A64E-5832DE3C8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636"/>
              <a:ext cx="60" cy="79"/>
            </a:xfrm>
            <a:custGeom>
              <a:avLst/>
              <a:gdLst>
                <a:gd name="T0" fmla="*/ 240 w 30"/>
                <a:gd name="T1" fmla="*/ 0 h 37"/>
                <a:gd name="T2" fmla="*/ 192 w 30"/>
                <a:gd name="T3" fmla="*/ 137 h 37"/>
                <a:gd name="T4" fmla="*/ 144 w 30"/>
                <a:gd name="T5" fmla="*/ 301 h 37"/>
                <a:gd name="T6" fmla="*/ 0 w 30"/>
                <a:gd name="T7" fmla="*/ 31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7">
                  <a:moveTo>
                    <a:pt x="30" y="0"/>
                  </a:moveTo>
                  <a:cubicBezTo>
                    <a:pt x="29" y="5"/>
                    <a:pt x="26" y="10"/>
                    <a:pt x="24" y="14"/>
                  </a:cubicBezTo>
                  <a:cubicBezTo>
                    <a:pt x="22" y="19"/>
                    <a:pt x="21" y="27"/>
                    <a:pt x="18" y="31"/>
                  </a:cubicBezTo>
                  <a:cubicBezTo>
                    <a:pt x="14" y="37"/>
                    <a:pt x="7" y="36"/>
                    <a:pt x="0" y="3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56" name="Freeform 1547">
              <a:extLst>
                <a:ext uri="{FF2B5EF4-FFF2-40B4-BE49-F238E27FC236}">
                  <a16:creationId xmlns:a16="http://schemas.microsoft.com/office/drawing/2014/main" id="{B75EFA21-7789-4D67-824E-2ED9DE154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621"/>
              <a:ext cx="12" cy="41"/>
            </a:xfrm>
            <a:custGeom>
              <a:avLst/>
              <a:gdLst>
                <a:gd name="T0" fmla="*/ 0 w 6"/>
                <a:gd name="T1" fmla="*/ 0 h 19"/>
                <a:gd name="T2" fmla="*/ 48 w 6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5" y="6"/>
                    <a:pt x="6" y="11"/>
                    <a:pt x="6" y="1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57" name="Freeform 1548">
              <a:extLst>
                <a:ext uri="{FF2B5EF4-FFF2-40B4-BE49-F238E27FC236}">
                  <a16:creationId xmlns:a16="http://schemas.microsoft.com/office/drawing/2014/main" id="{828ECABB-F782-43D9-BCC1-EEEF62F17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524"/>
              <a:ext cx="30" cy="8"/>
            </a:xfrm>
            <a:custGeom>
              <a:avLst/>
              <a:gdLst>
                <a:gd name="T0" fmla="*/ 0 w 15"/>
                <a:gd name="T1" fmla="*/ 32 h 4"/>
                <a:gd name="T2" fmla="*/ 120 w 15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5" y="0"/>
                    <a:pt x="10" y="2"/>
                    <a:pt x="15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58" name="Freeform 1549">
              <a:extLst>
                <a:ext uri="{FF2B5EF4-FFF2-40B4-BE49-F238E27FC236}">
                  <a16:creationId xmlns:a16="http://schemas.microsoft.com/office/drawing/2014/main" id="{D5A9204C-FCEB-458B-A40B-3789A65AA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738"/>
              <a:ext cx="56" cy="83"/>
            </a:xfrm>
            <a:custGeom>
              <a:avLst/>
              <a:gdLst>
                <a:gd name="T0" fmla="*/ 224 w 28"/>
                <a:gd name="T1" fmla="*/ 0 h 39"/>
                <a:gd name="T2" fmla="*/ 160 w 28"/>
                <a:gd name="T3" fmla="*/ 153 h 39"/>
                <a:gd name="T4" fmla="*/ 136 w 28"/>
                <a:gd name="T5" fmla="*/ 298 h 39"/>
                <a:gd name="T6" fmla="*/ 0 w 28"/>
                <a:gd name="T7" fmla="*/ 32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9">
                  <a:moveTo>
                    <a:pt x="28" y="0"/>
                  </a:moveTo>
                  <a:cubicBezTo>
                    <a:pt x="24" y="5"/>
                    <a:pt x="22" y="11"/>
                    <a:pt x="20" y="16"/>
                  </a:cubicBezTo>
                  <a:cubicBezTo>
                    <a:pt x="19" y="20"/>
                    <a:pt x="19" y="28"/>
                    <a:pt x="17" y="31"/>
                  </a:cubicBezTo>
                  <a:cubicBezTo>
                    <a:pt x="14" y="35"/>
                    <a:pt x="4" y="39"/>
                    <a:pt x="0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59" name="Freeform 1550">
              <a:extLst>
                <a:ext uri="{FF2B5EF4-FFF2-40B4-BE49-F238E27FC236}">
                  <a16:creationId xmlns:a16="http://schemas.microsoft.com/office/drawing/2014/main" id="{6EC40069-BFF6-41A9-B49A-C2E48734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815"/>
              <a:ext cx="48" cy="87"/>
            </a:xfrm>
            <a:custGeom>
              <a:avLst/>
              <a:gdLst>
                <a:gd name="T0" fmla="*/ 192 w 24"/>
                <a:gd name="T1" fmla="*/ 0 h 41"/>
                <a:gd name="T2" fmla="*/ 152 w 24"/>
                <a:gd name="T3" fmla="*/ 161 h 41"/>
                <a:gd name="T4" fmla="*/ 128 w 24"/>
                <a:gd name="T5" fmla="*/ 333 h 41"/>
                <a:gd name="T6" fmla="*/ 0 w 24"/>
                <a:gd name="T7" fmla="*/ 35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1">
                  <a:moveTo>
                    <a:pt x="24" y="0"/>
                  </a:moveTo>
                  <a:cubicBezTo>
                    <a:pt x="22" y="6"/>
                    <a:pt x="20" y="11"/>
                    <a:pt x="19" y="17"/>
                  </a:cubicBezTo>
                  <a:cubicBezTo>
                    <a:pt x="18" y="22"/>
                    <a:pt x="19" y="31"/>
                    <a:pt x="16" y="35"/>
                  </a:cubicBezTo>
                  <a:cubicBezTo>
                    <a:pt x="12" y="38"/>
                    <a:pt x="4" y="41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60" name="Freeform 1551">
              <a:extLst>
                <a:ext uri="{FF2B5EF4-FFF2-40B4-BE49-F238E27FC236}">
                  <a16:creationId xmlns:a16="http://schemas.microsoft.com/office/drawing/2014/main" id="{0D8902CB-7B8D-4345-AA46-0E179D644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896"/>
              <a:ext cx="23" cy="117"/>
            </a:xfrm>
            <a:custGeom>
              <a:avLst/>
              <a:gdLst>
                <a:gd name="T0" fmla="*/ 84 w 12"/>
                <a:gd name="T1" fmla="*/ 0 h 55"/>
                <a:gd name="T2" fmla="*/ 15 w 12"/>
                <a:gd name="T3" fmla="*/ 402 h 55"/>
                <a:gd name="T4" fmla="*/ 0 w 12"/>
                <a:gd name="T5" fmla="*/ 53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5">
                  <a:moveTo>
                    <a:pt x="12" y="0"/>
                  </a:moveTo>
                  <a:cubicBezTo>
                    <a:pt x="5" y="13"/>
                    <a:pt x="5" y="28"/>
                    <a:pt x="2" y="42"/>
                  </a:cubicBezTo>
                  <a:cubicBezTo>
                    <a:pt x="1" y="46"/>
                    <a:pt x="1" y="53"/>
                    <a:pt x="0" y="5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61" name="Freeform 1552">
              <a:extLst>
                <a:ext uri="{FF2B5EF4-FFF2-40B4-BE49-F238E27FC236}">
                  <a16:creationId xmlns:a16="http://schemas.microsoft.com/office/drawing/2014/main" id="{D87A2ED7-4A1C-4932-A1AD-3BCEBAD6F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904"/>
              <a:ext cx="13" cy="17"/>
            </a:xfrm>
            <a:custGeom>
              <a:avLst/>
              <a:gdLst>
                <a:gd name="T0" fmla="*/ 0 w 7"/>
                <a:gd name="T1" fmla="*/ 9 h 8"/>
                <a:gd name="T2" fmla="*/ 37 w 7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5" y="0"/>
                    <a:pt x="7" y="4"/>
                    <a:pt x="6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62" name="Freeform 1553">
              <a:extLst>
                <a:ext uri="{FF2B5EF4-FFF2-40B4-BE49-F238E27FC236}">
                  <a16:creationId xmlns:a16="http://schemas.microsoft.com/office/drawing/2014/main" id="{AF308220-9ACE-45F7-B707-05151762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713"/>
              <a:ext cx="58" cy="77"/>
            </a:xfrm>
            <a:custGeom>
              <a:avLst/>
              <a:gdLst>
                <a:gd name="T0" fmla="*/ 232 w 29"/>
                <a:gd name="T1" fmla="*/ 0 h 36"/>
                <a:gd name="T2" fmla="*/ 120 w 29"/>
                <a:gd name="T3" fmla="*/ 334 h 36"/>
                <a:gd name="T4" fmla="*/ 0 w 29"/>
                <a:gd name="T5" fmla="*/ 31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6">
                  <a:moveTo>
                    <a:pt x="29" y="0"/>
                  </a:moveTo>
                  <a:cubicBezTo>
                    <a:pt x="23" y="11"/>
                    <a:pt x="16" y="22"/>
                    <a:pt x="15" y="34"/>
                  </a:cubicBezTo>
                  <a:cubicBezTo>
                    <a:pt x="9" y="35"/>
                    <a:pt x="5" y="36"/>
                    <a:pt x="0" y="3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63" name="Freeform 1554">
              <a:extLst>
                <a:ext uri="{FF2B5EF4-FFF2-40B4-BE49-F238E27FC236}">
                  <a16:creationId xmlns:a16="http://schemas.microsoft.com/office/drawing/2014/main" id="{3CC641E4-E701-4782-9A32-EB7A1BAC2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785"/>
              <a:ext cx="60" cy="85"/>
            </a:xfrm>
            <a:custGeom>
              <a:avLst/>
              <a:gdLst>
                <a:gd name="T0" fmla="*/ 232 w 30"/>
                <a:gd name="T1" fmla="*/ 0 h 40"/>
                <a:gd name="T2" fmla="*/ 200 w 30"/>
                <a:gd name="T3" fmla="*/ 164 h 40"/>
                <a:gd name="T4" fmla="*/ 168 w 30"/>
                <a:gd name="T5" fmla="*/ 349 h 40"/>
                <a:gd name="T6" fmla="*/ 0 w 30"/>
                <a:gd name="T7" fmla="*/ 34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0">
                  <a:moveTo>
                    <a:pt x="29" y="0"/>
                  </a:moveTo>
                  <a:cubicBezTo>
                    <a:pt x="30" y="5"/>
                    <a:pt x="27" y="11"/>
                    <a:pt x="25" y="17"/>
                  </a:cubicBezTo>
                  <a:cubicBezTo>
                    <a:pt x="24" y="21"/>
                    <a:pt x="24" y="32"/>
                    <a:pt x="21" y="36"/>
                  </a:cubicBezTo>
                  <a:cubicBezTo>
                    <a:pt x="18" y="40"/>
                    <a:pt x="5" y="40"/>
                    <a:pt x="0" y="3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64" name="Freeform 1555">
              <a:extLst>
                <a:ext uri="{FF2B5EF4-FFF2-40B4-BE49-F238E27FC236}">
                  <a16:creationId xmlns:a16="http://schemas.microsoft.com/office/drawing/2014/main" id="{0497423C-28CC-471C-B850-603775AA1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868"/>
              <a:ext cx="60" cy="79"/>
            </a:xfrm>
            <a:custGeom>
              <a:avLst/>
              <a:gdLst>
                <a:gd name="T0" fmla="*/ 240 w 30"/>
                <a:gd name="T1" fmla="*/ 0 h 37"/>
                <a:gd name="T2" fmla="*/ 184 w 30"/>
                <a:gd name="T3" fmla="*/ 310 h 37"/>
                <a:gd name="T4" fmla="*/ 0 w 30"/>
                <a:gd name="T5" fmla="*/ 31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7">
                  <a:moveTo>
                    <a:pt x="30" y="0"/>
                  </a:moveTo>
                  <a:cubicBezTo>
                    <a:pt x="26" y="9"/>
                    <a:pt x="29" y="25"/>
                    <a:pt x="23" y="32"/>
                  </a:cubicBezTo>
                  <a:cubicBezTo>
                    <a:pt x="18" y="37"/>
                    <a:pt x="7" y="34"/>
                    <a:pt x="0" y="3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65" name="Freeform 1556">
              <a:extLst>
                <a:ext uri="{FF2B5EF4-FFF2-40B4-BE49-F238E27FC236}">
                  <a16:creationId xmlns:a16="http://schemas.microsoft.com/office/drawing/2014/main" id="{C9ADD007-97A1-4759-8ECC-169FEBE06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943"/>
              <a:ext cx="16" cy="70"/>
            </a:xfrm>
            <a:custGeom>
              <a:avLst/>
              <a:gdLst>
                <a:gd name="T0" fmla="*/ 64 w 8"/>
                <a:gd name="T1" fmla="*/ 0 h 33"/>
                <a:gd name="T2" fmla="*/ 8 w 8"/>
                <a:gd name="T3" fmla="*/ 221 h 33"/>
                <a:gd name="T4" fmla="*/ 0 w 8"/>
                <a:gd name="T5" fmla="*/ 288 h 33"/>
                <a:gd name="T6" fmla="*/ 0 w 8"/>
                <a:gd name="T7" fmla="*/ 29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3">
                  <a:moveTo>
                    <a:pt x="8" y="0"/>
                  </a:moveTo>
                  <a:cubicBezTo>
                    <a:pt x="5" y="8"/>
                    <a:pt x="2" y="14"/>
                    <a:pt x="1" y="23"/>
                  </a:cubicBezTo>
                  <a:cubicBezTo>
                    <a:pt x="1" y="25"/>
                    <a:pt x="1" y="28"/>
                    <a:pt x="0" y="30"/>
                  </a:cubicBezTo>
                  <a:cubicBezTo>
                    <a:pt x="0" y="33"/>
                    <a:pt x="0" y="31"/>
                    <a:pt x="0" y="3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66" name="Freeform 1557">
              <a:extLst>
                <a:ext uri="{FF2B5EF4-FFF2-40B4-BE49-F238E27FC236}">
                  <a16:creationId xmlns:a16="http://schemas.microsoft.com/office/drawing/2014/main" id="{58F854C5-E4B1-4031-A97E-4DA5F08B0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943"/>
              <a:ext cx="12" cy="38"/>
            </a:xfrm>
            <a:custGeom>
              <a:avLst/>
              <a:gdLst>
                <a:gd name="T0" fmla="*/ 0 w 6"/>
                <a:gd name="T1" fmla="*/ 0 h 18"/>
                <a:gd name="T2" fmla="*/ 32 w 6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6" y="3"/>
                    <a:pt x="4" y="12"/>
                    <a:pt x="4" y="1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67" name="Freeform 1558">
              <a:extLst>
                <a:ext uri="{FF2B5EF4-FFF2-40B4-BE49-F238E27FC236}">
                  <a16:creationId xmlns:a16="http://schemas.microsoft.com/office/drawing/2014/main" id="{C0E4A2CD-E916-4257-B38F-3491B2C9F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866"/>
              <a:ext cx="16" cy="28"/>
            </a:xfrm>
            <a:custGeom>
              <a:avLst/>
              <a:gdLst>
                <a:gd name="T0" fmla="*/ 0 w 8"/>
                <a:gd name="T1" fmla="*/ 0 h 13"/>
                <a:gd name="T2" fmla="*/ 64 w 8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7" y="2"/>
                    <a:pt x="6" y="8"/>
                    <a:pt x="8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68" name="Freeform 1559">
              <a:extLst>
                <a:ext uri="{FF2B5EF4-FFF2-40B4-BE49-F238E27FC236}">
                  <a16:creationId xmlns:a16="http://schemas.microsoft.com/office/drawing/2014/main" id="{120AFFFD-04DE-4CF1-9488-4BE4ECFA5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2696"/>
              <a:ext cx="74" cy="85"/>
            </a:xfrm>
            <a:custGeom>
              <a:avLst/>
              <a:gdLst>
                <a:gd name="T0" fmla="*/ 208 w 37"/>
                <a:gd name="T1" fmla="*/ 0 h 40"/>
                <a:gd name="T2" fmla="*/ 280 w 37"/>
                <a:gd name="T3" fmla="*/ 96 h 40"/>
                <a:gd name="T4" fmla="*/ 224 w 37"/>
                <a:gd name="T5" fmla="*/ 193 h 40"/>
                <a:gd name="T6" fmla="*/ 184 w 37"/>
                <a:gd name="T7" fmla="*/ 298 h 40"/>
                <a:gd name="T8" fmla="*/ 88 w 37"/>
                <a:gd name="T9" fmla="*/ 374 h 40"/>
                <a:gd name="T10" fmla="*/ 0 w 37"/>
                <a:gd name="T11" fmla="*/ 32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0">
                  <a:moveTo>
                    <a:pt x="26" y="0"/>
                  </a:moveTo>
                  <a:cubicBezTo>
                    <a:pt x="30" y="4"/>
                    <a:pt x="37" y="3"/>
                    <a:pt x="35" y="10"/>
                  </a:cubicBezTo>
                  <a:cubicBezTo>
                    <a:pt x="34" y="14"/>
                    <a:pt x="30" y="17"/>
                    <a:pt x="28" y="20"/>
                  </a:cubicBezTo>
                  <a:cubicBezTo>
                    <a:pt x="26" y="23"/>
                    <a:pt x="25" y="27"/>
                    <a:pt x="23" y="31"/>
                  </a:cubicBezTo>
                  <a:cubicBezTo>
                    <a:pt x="21" y="37"/>
                    <a:pt x="19" y="40"/>
                    <a:pt x="11" y="39"/>
                  </a:cubicBezTo>
                  <a:cubicBezTo>
                    <a:pt x="8" y="39"/>
                    <a:pt x="2" y="36"/>
                    <a:pt x="0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69" name="Freeform 1560">
              <a:extLst>
                <a:ext uri="{FF2B5EF4-FFF2-40B4-BE49-F238E27FC236}">
                  <a16:creationId xmlns:a16="http://schemas.microsoft.com/office/drawing/2014/main" id="{7BEE9825-C912-486E-A1B2-D74E2839D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779"/>
              <a:ext cx="54" cy="83"/>
            </a:xfrm>
            <a:custGeom>
              <a:avLst/>
              <a:gdLst>
                <a:gd name="T0" fmla="*/ 216 w 27"/>
                <a:gd name="T1" fmla="*/ 0 h 39"/>
                <a:gd name="T2" fmla="*/ 184 w 27"/>
                <a:gd name="T3" fmla="*/ 164 h 39"/>
                <a:gd name="T4" fmla="*/ 144 w 27"/>
                <a:gd name="T5" fmla="*/ 334 h 39"/>
                <a:gd name="T6" fmla="*/ 0 w 27"/>
                <a:gd name="T7" fmla="*/ 32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9">
                  <a:moveTo>
                    <a:pt x="27" y="0"/>
                  </a:moveTo>
                  <a:cubicBezTo>
                    <a:pt x="26" y="6"/>
                    <a:pt x="24" y="12"/>
                    <a:pt x="23" y="17"/>
                  </a:cubicBezTo>
                  <a:cubicBezTo>
                    <a:pt x="22" y="21"/>
                    <a:pt x="21" y="33"/>
                    <a:pt x="18" y="35"/>
                  </a:cubicBezTo>
                  <a:cubicBezTo>
                    <a:pt x="14" y="39"/>
                    <a:pt x="5" y="36"/>
                    <a:pt x="0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70" name="Freeform 1561">
              <a:extLst>
                <a:ext uri="{FF2B5EF4-FFF2-40B4-BE49-F238E27FC236}">
                  <a16:creationId xmlns:a16="http://schemas.microsoft.com/office/drawing/2014/main" id="{3F316EDA-0F63-4280-B003-8DF51D375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858"/>
              <a:ext cx="40" cy="70"/>
            </a:xfrm>
            <a:custGeom>
              <a:avLst/>
              <a:gdLst>
                <a:gd name="T0" fmla="*/ 160 w 20"/>
                <a:gd name="T1" fmla="*/ 0 h 33"/>
                <a:gd name="T2" fmla="*/ 104 w 20"/>
                <a:gd name="T3" fmla="*/ 257 h 33"/>
                <a:gd name="T4" fmla="*/ 0 w 20"/>
                <a:gd name="T5" fmla="*/ 28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20" y="0"/>
                  </a:moveTo>
                  <a:cubicBezTo>
                    <a:pt x="20" y="8"/>
                    <a:pt x="18" y="20"/>
                    <a:pt x="13" y="27"/>
                  </a:cubicBezTo>
                  <a:cubicBezTo>
                    <a:pt x="8" y="33"/>
                    <a:pt x="5" y="27"/>
                    <a:pt x="0" y="2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71" name="Freeform 1562">
              <a:extLst>
                <a:ext uri="{FF2B5EF4-FFF2-40B4-BE49-F238E27FC236}">
                  <a16:creationId xmlns:a16="http://schemas.microsoft.com/office/drawing/2014/main" id="{5844DFA7-1300-4464-80AF-F3566BBD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921"/>
              <a:ext cx="22" cy="90"/>
            </a:xfrm>
            <a:custGeom>
              <a:avLst/>
              <a:gdLst>
                <a:gd name="T0" fmla="*/ 88 w 11"/>
                <a:gd name="T1" fmla="*/ 0 h 42"/>
                <a:gd name="T2" fmla="*/ 0 w 11"/>
                <a:gd name="T3" fmla="*/ 41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2">
                  <a:moveTo>
                    <a:pt x="11" y="0"/>
                  </a:moveTo>
                  <a:cubicBezTo>
                    <a:pt x="5" y="13"/>
                    <a:pt x="4" y="28"/>
                    <a:pt x="0" y="4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72" name="Freeform 1563">
              <a:extLst>
                <a:ext uri="{FF2B5EF4-FFF2-40B4-BE49-F238E27FC236}">
                  <a16:creationId xmlns:a16="http://schemas.microsoft.com/office/drawing/2014/main" id="{E55A37AC-8994-4F9B-98FC-98C9E07F8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624"/>
              <a:ext cx="56" cy="76"/>
            </a:xfrm>
            <a:custGeom>
              <a:avLst/>
              <a:gdLst>
                <a:gd name="T0" fmla="*/ 0 w 28"/>
                <a:gd name="T1" fmla="*/ 264 h 36"/>
                <a:gd name="T2" fmla="*/ 64 w 28"/>
                <a:gd name="T3" fmla="*/ 338 h 36"/>
                <a:gd name="T4" fmla="*/ 136 w 28"/>
                <a:gd name="T5" fmla="*/ 228 h 36"/>
                <a:gd name="T6" fmla="*/ 224 w 2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6">
                  <a:moveTo>
                    <a:pt x="0" y="28"/>
                  </a:moveTo>
                  <a:cubicBezTo>
                    <a:pt x="3" y="31"/>
                    <a:pt x="5" y="36"/>
                    <a:pt x="8" y="36"/>
                  </a:cubicBezTo>
                  <a:cubicBezTo>
                    <a:pt x="13" y="36"/>
                    <a:pt x="16" y="27"/>
                    <a:pt x="17" y="24"/>
                  </a:cubicBezTo>
                  <a:cubicBezTo>
                    <a:pt x="20" y="17"/>
                    <a:pt x="24" y="6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73" name="Freeform 1564">
              <a:extLst>
                <a:ext uri="{FF2B5EF4-FFF2-40B4-BE49-F238E27FC236}">
                  <a16:creationId xmlns:a16="http://schemas.microsoft.com/office/drawing/2014/main" id="{DB2E849D-E452-4015-A306-A3B77BACA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2685"/>
              <a:ext cx="20" cy="19"/>
            </a:xfrm>
            <a:custGeom>
              <a:avLst/>
              <a:gdLst>
                <a:gd name="T0" fmla="*/ 0 w 10"/>
                <a:gd name="T1" fmla="*/ 0 h 9"/>
                <a:gd name="T2" fmla="*/ 80 w 10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2" y="4"/>
                    <a:pt x="5" y="8"/>
                    <a:pt x="10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74" name="Freeform 1565">
              <a:extLst>
                <a:ext uri="{FF2B5EF4-FFF2-40B4-BE49-F238E27FC236}">
                  <a16:creationId xmlns:a16="http://schemas.microsoft.com/office/drawing/2014/main" id="{3E549851-8E07-4EDA-A58C-B6FED0633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698"/>
              <a:ext cx="70" cy="81"/>
            </a:xfrm>
            <a:custGeom>
              <a:avLst/>
              <a:gdLst>
                <a:gd name="T0" fmla="*/ 280 w 35"/>
                <a:gd name="T1" fmla="*/ 0 h 38"/>
                <a:gd name="T2" fmla="*/ 224 w 35"/>
                <a:gd name="T3" fmla="*/ 104 h 38"/>
                <a:gd name="T4" fmla="*/ 152 w 35"/>
                <a:gd name="T5" fmla="*/ 326 h 38"/>
                <a:gd name="T6" fmla="*/ 0 w 35"/>
                <a:gd name="T7" fmla="*/ 30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35" y="0"/>
                  </a:moveTo>
                  <a:cubicBezTo>
                    <a:pt x="32" y="3"/>
                    <a:pt x="30" y="7"/>
                    <a:pt x="28" y="11"/>
                  </a:cubicBezTo>
                  <a:cubicBezTo>
                    <a:pt x="25" y="17"/>
                    <a:pt x="23" y="29"/>
                    <a:pt x="19" y="34"/>
                  </a:cubicBezTo>
                  <a:cubicBezTo>
                    <a:pt x="13" y="38"/>
                    <a:pt x="5" y="34"/>
                    <a:pt x="0" y="3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75" name="Freeform 1566">
              <a:extLst>
                <a:ext uri="{FF2B5EF4-FFF2-40B4-BE49-F238E27FC236}">
                  <a16:creationId xmlns:a16="http://schemas.microsoft.com/office/drawing/2014/main" id="{BF1AA228-5AD4-46F5-957F-A520C488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775"/>
              <a:ext cx="58" cy="68"/>
            </a:xfrm>
            <a:custGeom>
              <a:avLst/>
              <a:gdLst>
                <a:gd name="T0" fmla="*/ 232 w 29"/>
                <a:gd name="T1" fmla="*/ 0 h 32"/>
                <a:gd name="T2" fmla="*/ 128 w 29"/>
                <a:gd name="T3" fmla="*/ 272 h 32"/>
                <a:gd name="T4" fmla="*/ 0 w 29"/>
                <a:gd name="T5" fmla="*/ 28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2">
                  <a:moveTo>
                    <a:pt x="29" y="0"/>
                  </a:moveTo>
                  <a:cubicBezTo>
                    <a:pt x="22" y="7"/>
                    <a:pt x="23" y="22"/>
                    <a:pt x="16" y="28"/>
                  </a:cubicBezTo>
                  <a:cubicBezTo>
                    <a:pt x="12" y="32"/>
                    <a:pt x="5" y="30"/>
                    <a:pt x="0" y="3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76" name="Freeform 1567">
              <a:extLst>
                <a:ext uri="{FF2B5EF4-FFF2-40B4-BE49-F238E27FC236}">
                  <a16:creationId xmlns:a16="http://schemas.microsoft.com/office/drawing/2014/main" id="{67F49DF4-3BF7-436A-93DC-D9CA396E9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841"/>
              <a:ext cx="62" cy="98"/>
            </a:xfrm>
            <a:custGeom>
              <a:avLst/>
              <a:gdLst>
                <a:gd name="T0" fmla="*/ 248 w 31"/>
                <a:gd name="T1" fmla="*/ 0 h 46"/>
                <a:gd name="T2" fmla="*/ 128 w 31"/>
                <a:gd name="T3" fmla="*/ 386 h 46"/>
                <a:gd name="T4" fmla="*/ 0 w 31"/>
                <a:gd name="T5" fmla="*/ 38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6">
                  <a:moveTo>
                    <a:pt x="31" y="0"/>
                  </a:moveTo>
                  <a:cubicBezTo>
                    <a:pt x="23" y="12"/>
                    <a:pt x="25" y="30"/>
                    <a:pt x="16" y="40"/>
                  </a:cubicBezTo>
                  <a:cubicBezTo>
                    <a:pt x="11" y="46"/>
                    <a:pt x="7" y="42"/>
                    <a:pt x="0" y="4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77" name="Freeform 1568">
              <a:extLst>
                <a:ext uri="{FF2B5EF4-FFF2-40B4-BE49-F238E27FC236}">
                  <a16:creationId xmlns:a16="http://schemas.microsoft.com/office/drawing/2014/main" id="{8ED4CCC9-CF3A-4651-9D28-CB2D18981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934"/>
              <a:ext cx="8" cy="49"/>
            </a:xfrm>
            <a:custGeom>
              <a:avLst/>
              <a:gdLst>
                <a:gd name="T0" fmla="*/ 0 w 4"/>
                <a:gd name="T1" fmla="*/ 0 h 23"/>
                <a:gd name="T2" fmla="*/ 24 w 4"/>
                <a:gd name="T3" fmla="*/ 22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3" y="7"/>
                    <a:pt x="4" y="16"/>
                    <a:pt x="3" y="2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78" name="Freeform 1569">
              <a:extLst>
                <a:ext uri="{FF2B5EF4-FFF2-40B4-BE49-F238E27FC236}">
                  <a16:creationId xmlns:a16="http://schemas.microsoft.com/office/drawing/2014/main" id="{1E0BD714-32A8-4D89-A79F-E62A94DC3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841"/>
              <a:ext cx="10" cy="29"/>
            </a:xfrm>
            <a:custGeom>
              <a:avLst/>
              <a:gdLst>
                <a:gd name="T0" fmla="*/ 0 w 5"/>
                <a:gd name="T1" fmla="*/ 0 h 14"/>
                <a:gd name="T2" fmla="*/ 40 w 5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5" y="4"/>
                    <a:pt x="3" y="9"/>
                    <a:pt x="5" y="1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79" name="Freeform 1570">
              <a:extLst>
                <a:ext uri="{FF2B5EF4-FFF2-40B4-BE49-F238E27FC236}">
                  <a16:creationId xmlns:a16="http://schemas.microsoft.com/office/drawing/2014/main" id="{C61384E9-0A01-4673-989C-A62FD2BCC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68"/>
              <a:ext cx="16" cy="30"/>
            </a:xfrm>
            <a:custGeom>
              <a:avLst/>
              <a:gdLst>
                <a:gd name="T0" fmla="*/ 0 w 8"/>
                <a:gd name="T1" fmla="*/ 0 h 14"/>
                <a:gd name="T2" fmla="*/ 48 w 8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4" y="4"/>
                    <a:pt x="8" y="8"/>
                    <a:pt x="6" y="1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80" name="Freeform 1571">
              <a:extLst>
                <a:ext uri="{FF2B5EF4-FFF2-40B4-BE49-F238E27FC236}">
                  <a16:creationId xmlns:a16="http://schemas.microsoft.com/office/drawing/2014/main" id="{0593D5AC-E247-4AFE-8CB7-D1161E9D3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785"/>
              <a:ext cx="16" cy="13"/>
            </a:xfrm>
            <a:custGeom>
              <a:avLst/>
              <a:gdLst>
                <a:gd name="T0" fmla="*/ 0 w 8"/>
                <a:gd name="T1" fmla="*/ 0 h 6"/>
                <a:gd name="T2" fmla="*/ 64 w 8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4"/>
                    <a:pt x="8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81" name="Freeform 1572">
              <a:extLst>
                <a:ext uri="{FF2B5EF4-FFF2-40B4-BE49-F238E27FC236}">
                  <a16:creationId xmlns:a16="http://schemas.microsoft.com/office/drawing/2014/main" id="{AE28106F-A971-4A61-B7AB-1F8AF3E19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62"/>
              <a:ext cx="12" cy="23"/>
            </a:xfrm>
            <a:custGeom>
              <a:avLst/>
              <a:gdLst>
                <a:gd name="T0" fmla="*/ 0 w 6"/>
                <a:gd name="T1" fmla="*/ 0 h 11"/>
                <a:gd name="T2" fmla="*/ 48 w 6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0" y="4"/>
                    <a:pt x="1" y="11"/>
                    <a:pt x="6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82" name="Freeform 1573">
              <a:extLst>
                <a:ext uri="{FF2B5EF4-FFF2-40B4-BE49-F238E27FC236}">
                  <a16:creationId xmlns:a16="http://schemas.microsoft.com/office/drawing/2014/main" id="{1DDDE051-E30F-4CAF-99D9-0BBD51A58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694"/>
              <a:ext cx="26" cy="10"/>
            </a:xfrm>
            <a:custGeom>
              <a:avLst/>
              <a:gdLst>
                <a:gd name="T0" fmla="*/ 0 w 13"/>
                <a:gd name="T1" fmla="*/ 24 h 5"/>
                <a:gd name="T2" fmla="*/ 104 w 13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3"/>
                  </a:moveTo>
                  <a:cubicBezTo>
                    <a:pt x="5" y="3"/>
                    <a:pt x="10" y="0"/>
                    <a:pt x="13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83" name="Freeform 1574">
              <a:extLst>
                <a:ext uri="{FF2B5EF4-FFF2-40B4-BE49-F238E27FC236}">
                  <a16:creationId xmlns:a16="http://schemas.microsoft.com/office/drawing/2014/main" id="{2F4F2769-E964-4B1B-B257-B5D780A74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70"/>
              <a:ext cx="6" cy="32"/>
            </a:xfrm>
            <a:custGeom>
              <a:avLst/>
              <a:gdLst>
                <a:gd name="T0" fmla="*/ 0 w 3"/>
                <a:gd name="T1" fmla="*/ 0 h 15"/>
                <a:gd name="T2" fmla="*/ 16 w 3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3" y="5"/>
                    <a:pt x="3" y="10"/>
                    <a:pt x="2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84" name="Freeform 1575">
              <a:extLst>
                <a:ext uri="{FF2B5EF4-FFF2-40B4-BE49-F238E27FC236}">
                  <a16:creationId xmlns:a16="http://schemas.microsoft.com/office/drawing/2014/main" id="{4791B30A-962A-4743-9EEA-744628F47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677"/>
              <a:ext cx="4" cy="29"/>
            </a:xfrm>
            <a:custGeom>
              <a:avLst/>
              <a:gdLst>
                <a:gd name="T0" fmla="*/ 8 w 2"/>
                <a:gd name="T1" fmla="*/ 124 h 14"/>
                <a:gd name="T2" fmla="*/ 0 w 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1" y="14"/>
                  </a:moveTo>
                  <a:cubicBezTo>
                    <a:pt x="2" y="9"/>
                    <a:pt x="1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85" name="Freeform 1576">
              <a:extLst>
                <a:ext uri="{FF2B5EF4-FFF2-40B4-BE49-F238E27FC236}">
                  <a16:creationId xmlns:a16="http://schemas.microsoft.com/office/drawing/2014/main" id="{59424AFF-FEF8-4B87-A578-E9C877BA7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655"/>
              <a:ext cx="68" cy="49"/>
            </a:xfrm>
            <a:custGeom>
              <a:avLst/>
              <a:gdLst>
                <a:gd name="T0" fmla="*/ 0 w 34"/>
                <a:gd name="T1" fmla="*/ 222 h 23"/>
                <a:gd name="T2" fmla="*/ 208 w 34"/>
                <a:gd name="T3" fmla="*/ 136 h 23"/>
                <a:gd name="T4" fmla="*/ 248 w 3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8" y="23"/>
                    <a:pt x="20" y="17"/>
                    <a:pt x="26" y="14"/>
                  </a:cubicBezTo>
                  <a:cubicBezTo>
                    <a:pt x="34" y="10"/>
                    <a:pt x="34" y="8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86" name="Freeform 1577">
              <a:extLst>
                <a:ext uri="{FF2B5EF4-FFF2-40B4-BE49-F238E27FC236}">
                  <a16:creationId xmlns:a16="http://schemas.microsoft.com/office/drawing/2014/main" id="{7C5BF92F-B860-4C07-A7BB-F31017A28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689"/>
              <a:ext cx="4" cy="13"/>
            </a:xfrm>
            <a:custGeom>
              <a:avLst/>
              <a:gdLst>
                <a:gd name="T0" fmla="*/ 16 w 2"/>
                <a:gd name="T1" fmla="*/ 61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87" name="Freeform 1578">
              <a:extLst>
                <a:ext uri="{FF2B5EF4-FFF2-40B4-BE49-F238E27FC236}">
                  <a16:creationId xmlns:a16="http://schemas.microsoft.com/office/drawing/2014/main" id="{A4E0BBB8-112B-4447-B778-B51B5929A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623"/>
              <a:ext cx="119" cy="56"/>
            </a:xfrm>
            <a:custGeom>
              <a:avLst/>
              <a:gdLst>
                <a:gd name="T0" fmla="*/ 0 w 60"/>
                <a:gd name="T1" fmla="*/ 261 h 26"/>
                <a:gd name="T2" fmla="*/ 343 w 60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6">
                  <a:moveTo>
                    <a:pt x="0" y="26"/>
                  </a:moveTo>
                  <a:cubicBezTo>
                    <a:pt x="11" y="26"/>
                    <a:pt x="60" y="18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88" name="Freeform 1579">
              <a:extLst>
                <a:ext uri="{FF2B5EF4-FFF2-40B4-BE49-F238E27FC236}">
                  <a16:creationId xmlns:a16="http://schemas.microsoft.com/office/drawing/2014/main" id="{E743EDE2-50CF-4665-BEB1-3AAAB0659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591"/>
              <a:ext cx="92" cy="60"/>
            </a:xfrm>
            <a:custGeom>
              <a:avLst/>
              <a:gdLst>
                <a:gd name="T0" fmla="*/ 0 w 46"/>
                <a:gd name="T1" fmla="*/ 276 h 28"/>
                <a:gd name="T2" fmla="*/ 112 w 46"/>
                <a:gd name="T3" fmla="*/ 234 h 28"/>
                <a:gd name="T4" fmla="*/ 304 w 46"/>
                <a:gd name="T5" fmla="*/ 156 h 28"/>
                <a:gd name="T6" fmla="*/ 328 w 4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8">
                  <a:moveTo>
                    <a:pt x="0" y="28"/>
                  </a:moveTo>
                  <a:cubicBezTo>
                    <a:pt x="5" y="27"/>
                    <a:pt x="9" y="25"/>
                    <a:pt x="14" y="24"/>
                  </a:cubicBezTo>
                  <a:cubicBezTo>
                    <a:pt x="21" y="22"/>
                    <a:pt x="32" y="21"/>
                    <a:pt x="38" y="16"/>
                  </a:cubicBezTo>
                  <a:cubicBezTo>
                    <a:pt x="46" y="11"/>
                    <a:pt x="42" y="7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89" name="Freeform 1580">
              <a:extLst>
                <a:ext uri="{FF2B5EF4-FFF2-40B4-BE49-F238E27FC236}">
                  <a16:creationId xmlns:a16="http://schemas.microsoft.com/office/drawing/2014/main" id="{275142CE-B08D-4251-8F82-522FC216D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564"/>
              <a:ext cx="92" cy="53"/>
            </a:xfrm>
            <a:custGeom>
              <a:avLst/>
              <a:gdLst>
                <a:gd name="T0" fmla="*/ 0 w 46"/>
                <a:gd name="T1" fmla="*/ 237 h 25"/>
                <a:gd name="T2" fmla="*/ 304 w 46"/>
                <a:gd name="T3" fmla="*/ 125 h 25"/>
                <a:gd name="T4" fmla="*/ 320 w 4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5">
                  <a:moveTo>
                    <a:pt x="0" y="25"/>
                  </a:moveTo>
                  <a:cubicBezTo>
                    <a:pt x="11" y="23"/>
                    <a:pt x="28" y="19"/>
                    <a:pt x="38" y="13"/>
                  </a:cubicBezTo>
                  <a:cubicBezTo>
                    <a:pt x="46" y="7"/>
                    <a:pt x="39" y="6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90" name="Freeform 1581">
              <a:extLst>
                <a:ext uri="{FF2B5EF4-FFF2-40B4-BE49-F238E27FC236}">
                  <a16:creationId xmlns:a16="http://schemas.microsoft.com/office/drawing/2014/main" id="{25B850F0-CD55-4ECC-AD03-85C1382A4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543"/>
              <a:ext cx="104" cy="55"/>
            </a:xfrm>
            <a:custGeom>
              <a:avLst/>
              <a:gdLst>
                <a:gd name="T0" fmla="*/ 0 w 52"/>
                <a:gd name="T1" fmla="*/ 237 h 26"/>
                <a:gd name="T2" fmla="*/ 320 w 52"/>
                <a:gd name="T3" fmla="*/ 161 h 26"/>
                <a:gd name="T4" fmla="*/ 368 w 5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6">
                  <a:moveTo>
                    <a:pt x="0" y="25"/>
                  </a:moveTo>
                  <a:cubicBezTo>
                    <a:pt x="14" y="26"/>
                    <a:pt x="28" y="20"/>
                    <a:pt x="40" y="17"/>
                  </a:cubicBezTo>
                  <a:cubicBezTo>
                    <a:pt x="52" y="13"/>
                    <a:pt x="47" y="10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91" name="Freeform 1582">
              <a:extLst>
                <a:ext uri="{FF2B5EF4-FFF2-40B4-BE49-F238E27FC236}">
                  <a16:creationId xmlns:a16="http://schemas.microsoft.com/office/drawing/2014/main" id="{C0764EB3-2A0C-4E4A-A5C4-046349517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526"/>
              <a:ext cx="107" cy="61"/>
            </a:xfrm>
            <a:custGeom>
              <a:avLst/>
              <a:gdLst>
                <a:gd name="T0" fmla="*/ 0 w 54"/>
                <a:gd name="T1" fmla="*/ 212 h 29"/>
                <a:gd name="T2" fmla="*/ 311 w 54"/>
                <a:gd name="T3" fmla="*/ 160 h 29"/>
                <a:gd name="T4" fmla="*/ 412 w 54"/>
                <a:gd name="T5" fmla="*/ 111 h 29"/>
                <a:gd name="T6" fmla="*/ 388 w 54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9">
                  <a:moveTo>
                    <a:pt x="0" y="23"/>
                  </a:moveTo>
                  <a:cubicBezTo>
                    <a:pt x="12" y="29"/>
                    <a:pt x="29" y="21"/>
                    <a:pt x="40" y="17"/>
                  </a:cubicBezTo>
                  <a:cubicBezTo>
                    <a:pt x="43" y="17"/>
                    <a:pt x="51" y="15"/>
                    <a:pt x="53" y="12"/>
                  </a:cubicBezTo>
                  <a:cubicBezTo>
                    <a:pt x="54" y="9"/>
                    <a:pt x="50" y="3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92" name="Freeform 1583">
              <a:extLst>
                <a:ext uri="{FF2B5EF4-FFF2-40B4-BE49-F238E27FC236}">
                  <a16:creationId xmlns:a16="http://schemas.microsoft.com/office/drawing/2014/main" id="{218850B7-9841-46E7-B207-740FCBB66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511"/>
              <a:ext cx="98" cy="49"/>
            </a:xfrm>
            <a:custGeom>
              <a:avLst/>
              <a:gdLst>
                <a:gd name="T0" fmla="*/ 0 w 49"/>
                <a:gd name="T1" fmla="*/ 196 h 23"/>
                <a:gd name="T2" fmla="*/ 248 w 49"/>
                <a:gd name="T3" fmla="*/ 153 h 23"/>
                <a:gd name="T4" fmla="*/ 392 w 49"/>
                <a:gd name="T5" fmla="*/ 68 h 23"/>
                <a:gd name="T6" fmla="*/ 376 w 4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3">
                  <a:moveTo>
                    <a:pt x="0" y="20"/>
                  </a:moveTo>
                  <a:cubicBezTo>
                    <a:pt x="7" y="23"/>
                    <a:pt x="23" y="19"/>
                    <a:pt x="31" y="16"/>
                  </a:cubicBezTo>
                  <a:cubicBezTo>
                    <a:pt x="38" y="15"/>
                    <a:pt x="44" y="11"/>
                    <a:pt x="49" y="7"/>
                  </a:cubicBezTo>
                  <a:cubicBezTo>
                    <a:pt x="48" y="4"/>
                    <a:pt x="47" y="2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93" name="Freeform 1584">
              <a:extLst>
                <a:ext uri="{FF2B5EF4-FFF2-40B4-BE49-F238E27FC236}">
                  <a16:creationId xmlns:a16="http://schemas.microsoft.com/office/drawing/2014/main" id="{F8B7F45C-6D7D-46D2-B45C-45314BADD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502"/>
              <a:ext cx="114" cy="47"/>
            </a:xfrm>
            <a:custGeom>
              <a:avLst/>
              <a:gdLst>
                <a:gd name="T0" fmla="*/ 0 w 57"/>
                <a:gd name="T1" fmla="*/ 128 h 22"/>
                <a:gd name="T2" fmla="*/ 320 w 57"/>
                <a:gd name="T3" fmla="*/ 145 h 22"/>
                <a:gd name="T4" fmla="*/ 448 w 57"/>
                <a:gd name="T5" fmla="*/ 88 h 22"/>
                <a:gd name="T6" fmla="*/ 432 w 57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0" y="13"/>
                  </a:moveTo>
                  <a:cubicBezTo>
                    <a:pt x="13" y="22"/>
                    <a:pt x="26" y="18"/>
                    <a:pt x="40" y="15"/>
                  </a:cubicBezTo>
                  <a:cubicBezTo>
                    <a:pt x="44" y="14"/>
                    <a:pt x="54" y="12"/>
                    <a:pt x="56" y="9"/>
                  </a:cubicBezTo>
                  <a:cubicBezTo>
                    <a:pt x="57" y="5"/>
                    <a:pt x="51" y="3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94" name="Freeform 1585">
              <a:extLst>
                <a:ext uri="{FF2B5EF4-FFF2-40B4-BE49-F238E27FC236}">
                  <a16:creationId xmlns:a16="http://schemas.microsoft.com/office/drawing/2014/main" id="{B5596AD3-8971-4045-AAA0-366B919CC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509"/>
              <a:ext cx="98" cy="31"/>
            </a:xfrm>
            <a:custGeom>
              <a:avLst/>
              <a:gdLst>
                <a:gd name="T0" fmla="*/ 0 w 49"/>
                <a:gd name="T1" fmla="*/ 72 h 15"/>
                <a:gd name="T2" fmla="*/ 288 w 49"/>
                <a:gd name="T3" fmla="*/ 99 h 15"/>
                <a:gd name="T4" fmla="*/ 392 w 4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5">
                  <a:moveTo>
                    <a:pt x="0" y="8"/>
                  </a:moveTo>
                  <a:cubicBezTo>
                    <a:pt x="10" y="15"/>
                    <a:pt x="25" y="11"/>
                    <a:pt x="36" y="11"/>
                  </a:cubicBezTo>
                  <a:cubicBezTo>
                    <a:pt x="47" y="11"/>
                    <a:pt x="48" y="11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95" name="Freeform 1586">
              <a:extLst>
                <a:ext uri="{FF2B5EF4-FFF2-40B4-BE49-F238E27FC236}">
                  <a16:creationId xmlns:a16="http://schemas.microsoft.com/office/drawing/2014/main" id="{23A1A3C9-D95E-4B1D-A23B-8B3368EEF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532"/>
              <a:ext cx="36" cy="8"/>
            </a:xfrm>
            <a:custGeom>
              <a:avLst/>
              <a:gdLst>
                <a:gd name="T0" fmla="*/ 0 w 18"/>
                <a:gd name="T1" fmla="*/ 8 h 4"/>
                <a:gd name="T2" fmla="*/ 144 w 18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1"/>
                  </a:moveTo>
                  <a:cubicBezTo>
                    <a:pt x="6" y="0"/>
                    <a:pt x="13" y="1"/>
                    <a:pt x="18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96" name="Freeform 1587">
              <a:extLst>
                <a:ext uri="{FF2B5EF4-FFF2-40B4-BE49-F238E27FC236}">
                  <a16:creationId xmlns:a16="http://schemas.microsoft.com/office/drawing/2014/main" id="{077AA909-2598-41E0-863D-8B571331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657"/>
              <a:ext cx="59" cy="49"/>
            </a:xfrm>
            <a:custGeom>
              <a:avLst/>
              <a:gdLst>
                <a:gd name="T0" fmla="*/ 0 w 30"/>
                <a:gd name="T1" fmla="*/ 222 h 23"/>
                <a:gd name="T2" fmla="*/ 120 w 3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3">
                  <a:moveTo>
                    <a:pt x="0" y="23"/>
                  </a:moveTo>
                  <a:cubicBezTo>
                    <a:pt x="11" y="19"/>
                    <a:pt x="30" y="12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97" name="Freeform 1588">
              <a:extLst>
                <a:ext uri="{FF2B5EF4-FFF2-40B4-BE49-F238E27FC236}">
                  <a16:creationId xmlns:a16="http://schemas.microsoft.com/office/drawing/2014/main" id="{83DE1E4E-20D4-4032-9D8B-B07DBDC6E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628"/>
              <a:ext cx="90" cy="61"/>
            </a:xfrm>
            <a:custGeom>
              <a:avLst/>
              <a:gdLst>
                <a:gd name="T0" fmla="*/ 0 w 45"/>
                <a:gd name="T1" fmla="*/ 269 h 29"/>
                <a:gd name="T2" fmla="*/ 152 w 45"/>
                <a:gd name="T3" fmla="*/ 204 h 29"/>
                <a:gd name="T4" fmla="*/ 320 w 45"/>
                <a:gd name="T5" fmla="*/ 128 h 29"/>
                <a:gd name="T6" fmla="*/ 312 w 45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9">
                  <a:moveTo>
                    <a:pt x="0" y="29"/>
                  </a:moveTo>
                  <a:cubicBezTo>
                    <a:pt x="4" y="26"/>
                    <a:pt x="14" y="24"/>
                    <a:pt x="19" y="22"/>
                  </a:cubicBezTo>
                  <a:cubicBezTo>
                    <a:pt x="24" y="20"/>
                    <a:pt x="35" y="18"/>
                    <a:pt x="40" y="14"/>
                  </a:cubicBezTo>
                  <a:cubicBezTo>
                    <a:pt x="45" y="9"/>
                    <a:pt x="43" y="6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98" name="Freeform 1589">
              <a:extLst>
                <a:ext uri="{FF2B5EF4-FFF2-40B4-BE49-F238E27FC236}">
                  <a16:creationId xmlns:a16="http://schemas.microsoft.com/office/drawing/2014/main" id="{399066BB-3053-4956-A2BF-88F70C1AA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596"/>
              <a:ext cx="100" cy="61"/>
            </a:xfrm>
            <a:custGeom>
              <a:avLst/>
              <a:gdLst>
                <a:gd name="T0" fmla="*/ 0 w 50"/>
                <a:gd name="T1" fmla="*/ 269 h 29"/>
                <a:gd name="T2" fmla="*/ 216 w 50"/>
                <a:gd name="T3" fmla="*/ 196 h 29"/>
                <a:gd name="T4" fmla="*/ 376 w 50"/>
                <a:gd name="T5" fmla="*/ 120 h 29"/>
                <a:gd name="T6" fmla="*/ 352 w 50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9">
                  <a:moveTo>
                    <a:pt x="0" y="29"/>
                  </a:moveTo>
                  <a:cubicBezTo>
                    <a:pt x="8" y="29"/>
                    <a:pt x="19" y="24"/>
                    <a:pt x="27" y="21"/>
                  </a:cubicBezTo>
                  <a:cubicBezTo>
                    <a:pt x="32" y="20"/>
                    <a:pt x="43" y="17"/>
                    <a:pt x="47" y="13"/>
                  </a:cubicBezTo>
                  <a:cubicBezTo>
                    <a:pt x="50" y="8"/>
                    <a:pt x="48" y="5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099" name="Freeform 1590">
              <a:extLst>
                <a:ext uri="{FF2B5EF4-FFF2-40B4-BE49-F238E27FC236}">
                  <a16:creationId xmlns:a16="http://schemas.microsoft.com/office/drawing/2014/main" id="{FA47F699-2D88-4428-A22F-58DF857C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583"/>
              <a:ext cx="124" cy="66"/>
            </a:xfrm>
            <a:custGeom>
              <a:avLst/>
              <a:gdLst>
                <a:gd name="T0" fmla="*/ 0 w 62"/>
                <a:gd name="T1" fmla="*/ 204 h 31"/>
                <a:gd name="T2" fmla="*/ 344 w 62"/>
                <a:gd name="T3" fmla="*/ 145 h 31"/>
                <a:gd name="T4" fmla="*/ 432 w 6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1">
                  <a:moveTo>
                    <a:pt x="0" y="21"/>
                  </a:moveTo>
                  <a:cubicBezTo>
                    <a:pt x="12" y="31"/>
                    <a:pt x="30" y="19"/>
                    <a:pt x="43" y="15"/>
                  </a:cubicBezTo>
                  <a:cubicBezTo>
                    <a:pt x="52" y="13"/>
                    <a:pt x="62" y="9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00" name="Freeform 1591">
              <a:extLst>
                <a:ext uri="{FF2B5EF4-FFF2-40B4-BE49-F238E27FC236}">
                  <a16:creationId xmlns:a16="http://schemas.microsoft.com/office/drawing/2014/main" id="{DA09F7B9-26CC-4C6C-AB19-69B170C6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557"/>
              <a:ext cx="83" cy="49"/>
            </a:xfrm>
            <a:custGeom>
              <a:avLst/>
              <a:gdLst>
                <a:gd name="T0" fmla="*/ 0 w 42"/>
                <a:gd name="T1" fmla="*/ 222 h 23"/>
                <a:gd name="T2" fmla="*/ 156 w 42"/>
                <a:gd name="T3" fmla="*/ 173 h 23"/>
                <a:gd name="T4" fmla="*/ 292 w 42"/>
                <a:gd name="T5" fmla="*/ 136 h 23"/>
                <a:gd name="T6" fmla="*/ 292 w 42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3">
                  <a:moveTo>
                    <a:pt x="0" y="23"/>
                  </a:moveTo>
                  <a:cubicBezTo>
                    <a:pt x="7" y="23"/>
                    <a:pt x="14" y="19"/>
                    <a:pt x="20" y="18"/>
                  </a:cubicBezTo>
                  <a:cubicBezTo>
                    <a:pt x="25" y="17"/>
                    <a:pt x="34" y="18"/>
                    <a:pt x="38" y="14"/>
                  </a:cubicBezTo>
                  <a:cubicBezTo>
                    <a:pt x="42" y="11"/>
                    <a:pt x="39" y="5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01" name="Freeform 1592">
              <a:extLst>
                <a:ext uri="{FF2B5EF4-FFF2-40B4-BE49-F238E27FC236}">
                  <a16:creationId xmlns:a16="http://schemas.microsoft.com/office/drawing/2014/main" id="{AD94D8FC-F4C5-4663-B09F-A428D588B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536"/>
              <a:ext cx="114" cy="64"/>
            </a:xfrm>
            <a:custGeom>
              <a:avLst/>
              <a:gdLst>
                <a:gd name="T0" fmla="*/ 0 w 57"/>
                <a:gd name="T1" fmla="*/ 250 h 30"/>
                <a:gd name="T2" fmla="*/ 376 w 57"/>
                <a:gd name="T3" fmla="*/ 224 h 30"/>
                <a:gd name="T4" fmla="*/ 360 w 5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0">
                  <a:moveTo>
                    <a:pt x="0" y="26"/>
                  </a:moveTo>
                  <a:cubicBezTo>
                    <a:pt x="13" y="29"/>
                    <a:pt x="35" y="30"/>
                    <a:pt x="47" y="23"/>
                  </a:cubicBezTo>
                  <a:cubicBezTo>
                    <a:pt x="57" y="17"/>
                    <a:pt x="49" y="7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02" name="Freeform 1593">
              <a:extLst>
                <a:ext uri="{FF2B5EF4-FFF2-40B4-BE49-F238E27FC236}">
                  <a16:creationId xmlns:a16="http://schemas.microsoft.com/office/drawing/2014/main" id="{68787D22-2763-4177-87AD-FC08CE146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538"/>
              <a:ext cx="78" cy="45"/>
            </a:xfrm>
            <a:custGeom>
              <a:avLst/>
              <a:gdLst>
                <a:gd name="T0" fmla="*/ 0 w 39"/>
                <a:gd name="T1" fmla="*/ 189 h 21"/>
                <a:gd name="T2" fmla="*/ 288 w 39"/>
                <a:gd name="T3" fmla="*/ 156 h 21"/>
                <a:gd name="T4" fmla="*/ 288 w 3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">
                  <a:moveTo>
                    <a:pt x="0" y="19"/>
                  </a:moveTo>
                  <a:cubicBezTo>
                    <a:pt x="6" y="21"/>
                    <a:pt x="32" y="21"/>
                    <a:pt x="36" y="16"/>
                  </a:cubicBezTo>
                  <a:cubicBezTo>
                    <a:pt x="39" y="12"/>
                    <a:pt x="34" y="1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03" name="Freeform 1594">
              <a:extLst>
                <a:ext uri="{FF2B5EF4-FFF2-40B4-BE49-F238E27FC236}">
                  <a16:creationId xmlns:a16="http://schemas.microsoft.com/office/drawing/2014/main" id="{9FC27C28-E961-4055-AEED-B088C9953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532"/>
              <a:ext cx="86" cy="49"/>
            </a:xfrm>
            <a:custGeom>
              <a:avLst/>
              <a:gdLst>
                <a:gd name="T0" fmla="*/ 0 w 43"/>
                <a:gd name="T1" fmla="*/ 213 h 23"/>
                <a:gd name="T2" fmla="*/ 280 w 43"/>
                <a:gd name="T3" fmla="*/ 181 h 23"/>
                <a:gd name="T4" fmla="*/ 336 w 43"/>
                <a:gd name="T5" fmla="*/ 9 h 23"/>
                <a:gd name="T6" fmla="*/ 328 w 43"/>
                <a:gd name="T7" fmla="*/ 1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3">
                  <a:moveTo>
                    <a:pt x="0" y="22"/>
                  </a:moveTo>
                  <a:cubicBezTo>
                    <a:pt x="11" y="22"/>
                    <a:pt x="24" y="23"/>
                    <a:pt x="35" y="19"/>
                  </a:cubicBezTo>
                  <a:cubicBezTo>
                    <a:pt x="43" y="16"/>
                    <a:pt x="43" y="10"/>
                    <a:pt x="42" y="1"/>
                  </a:cubicBezTo>
                  <a:cubicBezTo>
                    <a:pt x="41" y="0"/>
                    <a:pt x="41" y="2"/>
                    <a:pt x="41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04" name="Freeform 1595">
              <a:extLst>
                <a:ext uri="{FF2B5EF4-FFF2-40B4-BE49-F238E27FC236}">
                  <a16:creationId xmlns:a16="http://schemas.microsoft.com/office/drawing/2014/main" id="{44451267-FAE2-4C93-BBE0-F53FB0A5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66"/>
              <a:ext cx="84" cy="8"/>
            </a:xfrm>
            <a:custGeom>
              <a:avLst/>
              <a:gdLst>
                <a:gd name="T0" fmla="*/ 0 w 42"/>
                <a:gd name="T1" fmla="*/ 0 h 4"/>
                <a:gd name="T2" fmla="*/ 336 w 4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">
                  <a:moveTo>
                    <a:pt x="0" y="0"/>
                  </a:moveTo>
                  <a:cubicBezTo>
                    <a:pt x="11" y="4"/>
                    <a:pt x="30" y="3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05" name="Freeform 1596">
              <a:extLst>
                <a:ext uri="{FF2B5EF4-FFF2-40B4-BE49-F238E27FC236}">
                  <a16:creationId xmlns:a16="http://schemas.microsoft.com/office/drawing/2014/main" id="{64B4A62A-76D1-45E7-942C-BC41342BF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649"/>
              <a:ext cx="88" cy="70"/>
            </a:xfrm>
            <a:custGeom>
              <a:avLst/>
              <a:gdLst>
                <a:gd name="T0" fmla="*/ 0 w 44"/>
                <a:gd name="T1" fmla="*/ 297 h 33"/>
                <a:gd name="T2" fmla="*/ 176 w 44"/>
                <a:gd name="T3" fmla="*/ 229 h 33"/>
                <a:gd name="T4" fmla="*/ 320 w 44"/>
                <a:gd name="T5" fmla="*/ 180 h 33"/>
                <a:gd name="T6" fmla="*/ 280 w 44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3">
                  <a:moveTo>
                    <a:pt x="0" y="31"/>
                  </a:moveTo>
                  <a:cubicBezTo>
                    <a:pt x="7" y="33"/>
                    <a:pt x="16" y="26"/>
                    <a:pt x="22" y="24"/>
                  </a:cubicBezTo>
                  <a:cubicBezTo>
                    <a:pt x="27" y="23"/>
                    <a:pt x="36" y="23"/>
                    <a:pt x="40" y="19"/>
                  </a:cubicBezTo>
                  <a:cubicBezTo>
                    <a:pt x="44" y="14"/>
                    <a:pt x="37" y="5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06" name="Freeform 1597">
              <a:extLst>
                <a:ext uri="{FF2B5EF4-FFF2-40B4-BE49-F238E27FC236}">
                  <a16:creationId xmlns:a16="http://schemas.microsoft.com/office/drawing/2014/main" id="{1DE5A5A1-E1D6-46D9-8CDD-F1EEFACA9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632"/>
              <a:ext cx="98" cy="55"/>
            </a:xfrm>
            <a:custGeom>
              <a:avLst/>
              <a:gdLst>
                <a:gd name="T0" fmla="*/ 0 w 49"/>
                <a:gd name="T1" fmla="*/ 237 h 26"/>
                <a:gd name="T2" fmla="*/ 264 w 49"/>
                <a:gd name="T3" fmla="*/ 180 h 26"/>
                <a:gd name="T4" fmla="*/ 344 w 4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6">
                  <a:moveTo>
                    <a:pt x="0" y="25"/>
                  </a:moveTo>
                  <a:cubicBezTo>
                    <a:pt x="11" y="26"/>
                    <a:pt x="22" y="22"/>
                    <a:pt x="33" y="19"/>
                  </a:cubicBezTo>
                  <a:cubicBezTo>
                    <a:pt x="45" y="15"/>
                    <a:pt x="49" y="13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07" name="Freeform 1598">
              <a:extLst>
                <a:ext uri="{FF2B5EF4-FFF2-40B4-BE49-F238E27FC236}">
                  <a16:creationId xmlns:a16="http://schemas.microsoft.com/office/drawing/2014/main" id="{8E0DD97B-8B85-463F-9984-29F81FFDF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600"/>
              <a:ext cx="120" cy="70"/>
            </a:xfrm>
            <a:custGeom>
              <a:avLst/>
              <a:gdLst>
                <a:gd name="T0" fmla="*/ 0 w 60"/>
                <a:gd name="T1" fmla="*/ 288 h 33"/>
                <a:gd name="T2" fmla="*/ 384 w 60"/>
                <a:gd name="T3" fmla="*/ 180 h 33"/>
                <a:gd name="T4" fmla="*/ 400 w 6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3">
                  <a:moveTo>
                    <a:pt x="0" y="30"/>
                  </a:moveTo>
                  <a:cubicBezTo>
                    <a:pt x="13" y="33"/>
                    <a:pt x="36" y="25"/>
                    <a:pt x="48" y="19"/>
                  </a:cubicBezTo>
                  <a:cubicBezTo>
                    <a:pt x="60" y="13"/>
                    <a:pt x="51" y="8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08" name="Freeform 1599">
              <a:extLst>
                <a:ext uri="{FF2B5EF4-FFF2-40B4-BE49-F238E27FC236}">
                  <a16:creationId xmlns:a16="http://schemas.microsoft.com/office/drawing/2014/main" id="{7866535C-DD42-4EBF-AFFB-5E9C00DB6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600"/>
              <a:ext cx="91" cy="47"/>
            </a:xfrm>
            <a:custGeom>
              <a:avLst/>
              <a:gdLst>
                <a:gd name="T0" fmla="*/ 0 w 46"/>
                <a:gd name="T1" fmla="*/ 188 h 22"/>
                <a:gd name="T2" fmla="*/ 317 w 46"/>
                <a:gd name="T3" fmla="*/ 137 h 22"/>
                <a:gd name="T4" fmla="*/ 324 w 4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2">
                  <a:moveTo>
                    <a:pt x="0" y="19"/>
                  </a:moveTo>
                  <a:cubicBezTo>
                    <a:pt x="9" y="22"/>
                    <a:pt x="34" y="20"/>
                    <a:pt x="41" y="14"/>
                  </a:cubicBezTo>
                  <a:cubicBezTo>
                    <a:pt x="46" y="10"/>
                    <a:pt x="45" y="5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09" name="Freeform 1600">
              <a:extLst>
                <a:ext uri="{FF2B5EF4-FFF2-40B4-BE49-F238E27FC236}">
                  <a16:creationId xmlns:a16="http://schemas.microsoft.com/office/drawing/2014/main" id="{61EF461D-C658-4B9E-AA35-63301E62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583"/>
              <a:ext cx="112" cy="51"/>
            </a:xfrm>
            <a:custGeom>
              <a:avLst/>
              <a:gdLst>
                <a:gd name="T0" fmla="*/ 0 w 56"/>
                <a:gd name="T1" fmla="*/ 221 h 24"/>
                <a:gd name="T2" fmla="*/ 384 w 56"/>
                <a:gd name="T3" fmla="*/ 164 h 24"/>
                <a:gd name="T4" fmla="*/ 392 w 5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4">
                  <a:moveTo>
                    <a:pt x="0" y="23"/>
                  </a:moveTo>
                  <a:cubicBezTo>
                    <a:pt x="13" y="23"/>
                    <a:pt x="36" y="24"/>
                    <a:pt x="48" y="17"/>
                  </a:cubicBezTo>
                  <a:cubicBezTo>
                    <a:pt x="56" y="12"/>
                    <a:pt x="49" y="8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10" name="Freeform 1601">
              <a:extLst>
                <a:ext uri="{FF2B5EF4-FFF2-40B4-BE49-F238E27FC236}">
                  <a16:creationId xmlns:a16="http://schemas.microsoft.com/office/drawing/2014/main" id="{A070A652-7147-4696-93BE-3B91FEAFA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579"/>
              <a:ext cx="78" cy="40"/>
            </a:xfrm>
            <a:custGeom>
              <a:avLst/>
              <a:gdLst>
                <a:gd name="T0" fmla="*/ 0 w 39"/>
                <a:gd name="T1" fmla="*/ 160 h 19"/>
                <a:gd name="T2" fmla="*/ 128 w 39"/>
                <a:gd name="T3" fmla="*/ 160 h 19"/>
                <a:gd name="T4" fmla="*/ 280 w 39"/>
                <a:gd name="T5" fmla="*/ 152 h 19"/>
                <a:gd name="T6" fmla="*/ 280 w 39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9">
                  <a:moveTo>
                    <a:pt x="0" y="17"/>
                  </a:moveTo>
                  <a:cubicBezTo>
                    <a:pt x="5" y="19"/>
                    <a:pt x="11" y="17"/>
                    <a:pt x="16" y="17"/>
                  </a:cubicBezTo>
                  <a:cubicBezTo>
                    <a:pt x="21" y="17"/>
                    <a:pt x="32" y="19"/>
                    <a:pt x="35" y="16"/>
                  </a:cubicBezTo>
                  <a:cubicBezTo>
                    <a:pt x="39" y="13"/>
                    <a:pt x="36" y="4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11" name="Freeform 1602">
              <a:extLst>
                <a:ext uri="{FF2B5EF4-FFF2-40B4-BE49-F238E27FC236}">
                  <a16:creationId xmlns:a16="http://schemas.microsoft.com/office/drawing/2014/main" id="{BC90823D-8683-46E9-8686-0D47E7947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574"/>
              <a:ext cx="78" cy="43"/>
            </a:xfrm>
            <a:custGeom>
              <a:avLst/>
              <a:gdLst>
                <a:gd name="T0" fmla="*/ 0 w 39"/>
                <a:gd name="T1" fmla="*/ 189 h 20"/>
                <a:gd name="T2" fmla="*/ 120 w 39"/>
                <a:gd name="T3" fmla="*/ 181 h 20"/>
                <a:gd name="T4" fmla="*/ 264 w 39"/>
                <a:gd name="T5" fmla="*/ 172 h 20"/>
                <a:gd name="T6" fmla="*/ 296 w 39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0">
                  <a:moveTo>
                    <a:pt x="0" y="19"/>
                  </a:moveTo>
                  <a:cubicBezTo>
                    <a:pt x="5" y="20"/>
                    <a:pt x="10" y="18"/>
                    <a:pt x="15" y="18"/>
                  </a:cubicBezTo>
                  <a:cubicBezTo>
                    <a:pt x="19" y="17"/>
                    <a:pt x="29" y="19"/>
                    <a:pt x="33" y="17"/>
                  </a:cubicBezTo>
                  <a:cubicBezTo>
                    <a:pt x="38" y="14"/>
                    <a:pt x="39" y="6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12" name="Freeform 1603">
              <a:extLst>
                <a:ext uri="{FF2B5EF4-FFF2-40B4-BE49-F238E27FC236}">
                  <a16:creationId xmlns:a16="http://schemas.microsoft.com/office/drawing/2014/main" id="{1770F48A-F148-4502-ACDB-32BCB2916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606"/>
              <a:ext cx="34" cy="7"/>
            </a:xfrm>
            <a:custGeom>
              <a:avLst/>
              <a:gdLst>
                <a:gd name="T0" fmla="*/ 0 w 17"/>
                <a:gd name="T1" fmla="*/ 0 h 3"/>
                <a:gd name="T2" fmla="*/ 136 w 17"/>
                <a:gd name="T3" fmla="*/ 28 h 3"/>
                <a:gd name="T4" fmla="*/ 120 w 17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">
                  <a:moveTo>
                    <a:pt x="0" y="0"/>
                  </a:moveTo>
                  <a:cubicBezTo>
                    <a:pt x="4" y="1"/>
                    <a:pt x="12" y="3"/>
                    <a:pt x="17" y="2"/>
                  </a:cubicBezTo>
                  <a:cubicBezTo>
                    <a:pt x="16" y="1"/>
                    <a:pt x="16" y="2"/>
                    <a:pt x="15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13" name="Freeform 1604">
              <a:extLst>
                <a:ext uri="{FF2B5EF4-FFF2-40B4-BE49-F238E27FC236}">
                  <a16:creationId xmlns:a16="http://schemas.microsoft.com/office/drawing/2014/main" id="{3F9D1BE9-498E-4A88-9F82-8AE624AB8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683"/>
              <a:ext cx="90" cy="40"/>
            </a:xfrm>
            <a:custGeom>
              <a:avLst/>
              <a:gdLst>
                <a:gd name="T0" fmla="*/ 0 w 45"/>
                <a:gd name="T1" fmla="*/ 177 h 19"/>
                <a:gd name="T2" fmla="*/ 248 w 45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9">
                  <a:moveTo>
                    <a:pt x="0" y="19"/>
                  </a:moveTo>
                  <a:cubicBezTo>
                    <a:pt x="8" y="16"/>
                    <a:pt x="45" y="18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14" name="Freeform 1605">
              <a:extLst>
                <a:ext uri="{FF2B5EF4-FFF2-40B4-BE49-F238E27FC236}">
                  <a16:creationId xmlns:a16="http://schemas.microsoft.com/office/drawing/2014/main" id="{C4E5EA2C-C5AE-44B7-8124-8E2E15B70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662"/>
              <a:ext cx="92" cy="49"/>
            </a:xfrm>
            <a:custGeom>
              <a:avLst/>
              <a:gdLst>
                <a:gd name="T0" fmla="*/ 0 w 46"/>
                <a:gd name="T1" fmla="*/ 222 h 23"/>
                <a:gd name="T2" fmla="*/ 136 w 46"/>
                <a:gd name="T3" fmla="*/ 181 h 23"/>
                <a:gd name="T4" fmla="*/ 328 w 46"/>
                <a:gd name="T5" fmla="*/ 136 h 23"/>
                <a:gd name="T6" fmla="*/ 336 w 46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0" y="23"/>
                  </a:moveTo>
                  <a:cubicBezTo>
                    <a:pt x="6" y="23"/>
                    <a:pt x="11" y="20"/>
                    <a:pt x="17" y="19"/>
                  </a:cubicBezTo>
                  <a:cubicBezTo>
                    <a:pt x="24" y="18"/>
                    <a:pt x="35" y="19"/>
                    <a:pt x="41" y="14"/>
                  </a:cubicBezTo>
                  <a:cubicBezTo>
                    <a:pt x="46" y="11"/>
                    <a:pt x="44" y="6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15" name="Freeform 1606">
              <a:extLst>
                <a:ext uri="{FF2B5EF4-FFF2-40B4-BE49-F238E27FC236}">
                  <a16:creationId xmlns:a16="http://schemas.microsoft.com/office/drawing/2014/main" id="{521BB67D-2683-434D-B3FD-B9E0B9663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647"/>
              <a:ext cx="99" cy="51"/>
            </a:xfrm>
            <a:custGeom>
              <a:avLst/>
              <a:gdLst>
                <a:gd name="T0" fmla="*/ 0 w 50"/>
                <a:gd name="T1" fmla="*/ 230 h 24"/>
                <a:gd name="T2" fmla="*/ 200 w 50"/>
                <a:gd name="T3" fmla="*/ 221 h 24"/>
                <a:gd name="T4" fmla="*/ 348 w 50"/>
                <a:gd name="T5" fmla="*/ 153 h 24"/>
                <a:gd name="T6" fmla="*/ 372 w 50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4">
                  <a:moveTo>
                    <a:pt x="0" y="24"/>
                  </a:moveTo>
                  <a:cubicBezTo>
                    <a:pt x="9" y="24"/>
                    <a:pt x="18" y="23"/>
                    <a:pt x="26" y="23"/>
                  </a:cubicBezTo>
                  <a:cubicBezTo>
                    <a:pt x="33" y="23"/>
                    <a:pt x="40" y="22"/>
                    <a:pt x="45" y="16"/>
                  </a:cubicBezTo>
                  <a:cubicBezTo>
                    <a:pt x="50" y="11"/>
                    <a:pt x="48" y="5"/>
                    <a:pt x="4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16" name="Freeform 1607">
              <a:extLst>
                <a:ext uri="{FF2B5EF4-FFF2-40B4-BE49-F238E27FC236}">
                  <a16:creationId xmlns:a16="http://schemas.microsoft.com/office/drawing/2014/main" id="{75D41BC6-87EC-4B5B-AB73-62532B60B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636"/>
              <a:ext cx="94" cy="51"/>
            </a:xfrm>
            <a:custGeom>
              <a:avLst/>
              <a:gdLst>
                <a:gd name="T0" fmla="*/ 0 w 47"/>
                <a:gd name="T1" fmla="*/ 230 h 24"/>
                <a:gd name="T2" fmla="*/ 168 w 47"/>
                <a:gd name="T3" fmla="*/ 193 h 24"/>
                <a:gd name="T4" fmla="*/ 336 w 47"/>
                <a:gd name="T5" fmla="*/ 145 h 24"/>
                <a:gd name="T6" fmla="*/ 352 w 47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4">
                  <a:moveTo>
                    <a:pt x="0" y="24"/>
                  </a:moveTo>
                  <a:cubicBezTo>
                    <a:pt x="7" y="23"/>
                    <a:pt x="14" y="21"/>
                    <a:pt x="21" y="20"/>
                  </a:cubicBezTo>
                  <a:cubicBezTo>
                    <a:pt x="26" y="19"/>
                    <a:pt x="38" y="18"/>
                    <a:pt x="42" y="15"/>
                  </a:cubicBezTo>
                  <a:cubicBezTo>
                    <a:pt x="47" y="11"/>
                    <a:pt x="44" y="5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17" name="Freeform 1608">
              <a:extLst>
                <a:ext uri="{FF2B5EF4-FFF2-40B4-BE49-F238E27FC236}">
                  <a16:creationId xmlns:a16="http://schemas.microsoft.com/office/drawing/2014/main" id="{F4D4198F-573E-46C3-A86B-0BE66065D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619"/>
              <a:ext cx="114" cy="51"/>
            </a:xfrm>
            <a:custGeom>
              <a:avLst/>
              <a:gdLst>
                <a:gd name="T0" fmla="*/ 0 w 57"/>
                <a:gd name="T1" fmla="*/ 213 h 24"/>
                <a:gd name="T2" fmla="*/ 344 w 57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4">
                  <a:moveTo>
                    <a:pt x="0" y="22"/>
                  </a:moveTo>
                  <a:cubicBezTo>
                    <a:pt x="11" y="24"/>
                    <a:pt x="57" y="21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18" name="Freeform 1609">
              <a:extLst>
                <a:ext uri="{FF2B5EF4-FFF2-40B4-BE49-F238E27FC236}">
                  <a16:creationId xmlns:a16="http://schemas.microsoft.com/office/drawing/2014/main" id="{BCB0BC76-FFAC-4C8C-9CA0-51E43FA19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17"/>
              <a:ext cx="98" cy="43"/>
            </a:xfrm>
            <a:custGeom>
              <a:avLst/>
              <a:gdLst>
                <a:gd name="T0" fmla="*/ 0 w 49"/>
                <a:gd name="T1" fmla="*/ 172 h 20"/>
                <a:gd name="T2" fmla="*/ 336 w 4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0">
                  <a:moveTo>
                    <a:pt x="0" y="17"/>
                  </a:moveTo>
                  <a:cubicBezTo>
                    <a:pt x="12" y="19"/>
                    <a:pt x="49" y="20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19" name="Freeform 1610">
              <a:extLst>
                <a:ext uri="{FF2B5EF4-FFF2-40B4-BE49-F238E27FC236}">
                  <a16:creationId xmlns:a16="http://schemas.microsoft.com/office/drawing/2014/main" id="{B1851FA7-B848-4F2E-8B44-F24FE0CF3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640"/>
              <a:ext cx="92" cy="7"/>
            </a:xfrm>
            <a:custGeom>
              <a:avLst/>
              <a:gdLst>
                <a:gd name="T0" fmla="*/ 0 w 46"/>
                <a:gd name="T1" fmla="*/ 37 h 3"/>
                <a:gd name="T2" fmla="*/ 368 w 4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">
                  <a:moveTo>
                    <a:pt x="0" y="3"/>
                  </a:moveTo>
                  <a:cubicBezTo>
                    <a:pt x="15" y="3"/>
                    <a:pt x="34" y="0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20" name="Freeform 1611">
              <a:extLst>
                <a:ext uri="{FF2B5EF4-FFF2-40B4-BE49-F238E27FC236}">
                  <a16:creationId xmlns:a16="http://schemas.microsoft.com/office/drawing/2014/main" id="{A1E2EB49-7FF1-4AED-82B8-45356DB23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1736"/>
              <a:ext cx="6" cy="26"/>
            </a:xfrm>
            <a:custGeom>
              <a:avLst/>
              <a:gdLst>
                <a:gd name="T0" fmla="*/ 0 w 3"/>
                <a:gd name="T1" fmla="*/ 0 h 12"/>
                <a:gd name="T2" fmla="*/ 8 w 3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1" y="3"/>
                    <a:pt x="3" y="10"/>
                    <a:pt x="1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21" name="Freeform 1612">
              <a:extLst>
                <a:ext uri="{FF2B5EF4-FFF2-40B4-BE49-F238E27FC236}">
                  <a16:creationId xmlns:a16="http://schemas.microsoft.com/office/drawing/2014/main" id="{BAA45CE0-E34A-48B0-9747-A559FC96C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709"/>
              <a:ext cx="18" cy="59"/>
            </a:xfrm>
            <a:custGeom>
              <a:avLst/>
              <a:gdLst>
                <a:gd name="T0" fmla="*/ 56 w 9"/>
                <a:gd name="T1" fmla="*/ 0 h 28"/>
                <a:gd name="T2" fmla="*/ 48 w 9"/>
                <a:gd name="T3" fmla="*/ 177 h 28"/>
                <a:gd name="T4" fmla="*/ 0 w 9"/>
                <a:gd name="T5" fmla="*/ 26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7" y="0"/>
                  </a:moveTo>
                  <a:cubicBezTo>
                    <a:pt x="6" y="6"/>
                    <a:pt x="9" y="13"/>
                    <a:pt x="6" y="19"/>
                  </a:cubicBezTo>
                  <a:cubicBezTo>
                    <a:pt x="5" y="22"/>
                    <a:pt x="0" y="25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22" name="Freeform 1613">
              <a:extLst>
                <a:ext uri="{FF2B5EF4-FFF2-40B4-BE49-F238E27FC236}">
                  <a16:creationId xmlns:a16="http://schemas.microsoft.com/office/drawing/2014/main" id="{8E74E416-8B98-4D1C-BD09-D5B74F1D9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702"/>
              <a:ext cx="86" cy="45"/>
            </a:xfrm>
            <a:custGeom>
              <a:avLst/>
              <a:gdLst>
                <a:gd name="T0" fmla="*/ 0 w 43"/>
                <a:gd name="T1" fmla="*/ 206 h 21"/>
                <a:gd name="T2" fmla="*/ 280 w 43"/>
                <a:gd name="T3" fmla="*/ 156 h 21"/>
                <a:gd name="T4" fmla="*/ 336 w 4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21"/>
                  </a:moveTo>
                  <a:cubicBezTo>
                    <a:pt x="10" y="21"/>
                    <a:pt x="26" y="20"/>
                    <a:pt x="35" y="16"/>
                  </a:cubicBezTo>
                  <a:cubicBezTo>
                    <a:pt x="42" y="13"/>
                    <a:pt x="43" y="8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23" name="Freeform 1614">
              <a:extLst>
                <a:ext uri="{FF2B5EF4-FFF2-40B4-BE49-F238E27FC236}">
                  <a16:creationId xmlns:a16="http://schemas.microsoft.com/office/drawing/2014/main" id="{4B301B84-AC30-4B9D-AD7B-6684DEBC6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685"/>
              <a:ext cx="99" cy="53"/>
            </a:xfrm>
            <a:custGeom>
              <a:avLst/>
              <a:gdLst>
                <a:gd name="T0" fmla="*/ 0 w 50"/>
                <a:gd name="T1" fmla="*/ 237 h 25"/>
                <a:gd name="T2" fmla="*/ 164 w 50"/>
                <a:gd name="T3" fmla="*/ 229 h 25"/>
                <a:gd name="T4" fmla="*/ 333 w 50"/>
                <a:gd name="T5" fmla="*/ 180 h 25"/>
                <a:gd name="T6" fmla="*/ 364 w 50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5">
                  <a:moveTo>
                    <a:pt x="0" y="25"/>
                  </a:moveTo>
                  <a:cubicBezTo>
                    <a:pt x="6" y="25"/>
                    <a:pt x="15" y="24"/>
                    <a:pt x="21" y="24"/>
                  </a:cubicBezTo>
                  <a:cubicBezTo>
                    <a:pt x="29" y="23"/>
                    <a:pt x="36" y="23"/>
                    <a:pt x="43" y="19"/>
                  </a:cubicBezTo>
                  <a:cubicBezTo>
                    <a:pt x="49" y="15"/>
                    <a:pt x="50" y="7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24" name="Freeform 1615">
              <a:extLst>
                <a:ext uri="{FF2B5EF4-FFF2-40B4-BE49-F238E27FC236}">
                  <a16:creationId xmlns:a16="http://schemas.microsoft.com/office/drawing/2014/main" id="{2051FC5F-0BD2-4F5E-8C17-B6E0F12E1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736"/>
              <a:ext cx="6" cy="19"/>
            </a:xfrm>
            <a:custGeom>
              <a:avLst/>
              <a:gdLst>
                <a:gd name="T0" fmla="*/ 0 w 3"/>
                <a:gd name="T1" fmla="*/ 0 h 9"/>
                <a:gd name="T2" fmla="*/ 24 w 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2" y="3"/>
                    <a:pt x="3" y="5"/>
                    <a:pt x="3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25" name="Freeform 1616">
              <a:extLst>
                <a:ext uri="{FF2B5EF4-FFF2-40B4-BE49-F238E27FC236}">
                  <a16:creationId xmlns:a16="http://schemas.microsoft.com/office/drawing/2014/main" id="{385F7607-145E-4A34-B519-978B8B23D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666"/>
              <a:ext cx="102" cy="49"/>
            </a:xfrm>
            <a:custGeom>
              <a:avLst/>
              <a:gdLst>
                <a:gd name="T0" fmla="*/ 0 w 51"/>
                <a:gd name="T1" fmla="*/ 222 h 23"/>
                <a:gd name="T2" fmla="*/ 320 w 51"/>
                <a:gd name="T3" fmla="*/ 104 h 23"/>
                <a:gd name="T4" fmla="*/ 400 w 5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3">
                  <a:moveTo>
                    <a:pt x="0" y="23"/>
                  </a:moveTo>
                  <a:cubicBezTo>
                    <a:pt x="13" y="18"/>
                    <a:pt x="26" y="13"/>
                    <a:pt x="40" y="11"/>
                  </a:cubicBezTo>
                  <a:cubicBezTo>
                    <a:pt x="48" y="9"/>
                    <a:pt x="51" y="9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26" name="Freeform 1617">
              <a:extLst>
                <a:ext uri="{FF2B5EF4-FFF2-40B4-BE49-F238E27FC236}">
                  <a16:creationId xmlns:a16="http://schemas.microsoft.com/office/drawing/2014/main" id="{B77EE4F1-BD0E-4FE5-A665-810943670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687"/>
              <a:ext cx="16" cy="24"/>
            </a:xfrm>
            <a:custGeom>
              <a:avLst/>
              <a:gdLst>
                <a:gd name="T0" fmla="*/ 0 w 8"/>
                <a:gd name="T1" fmla="*/ 0 h 11"/>
                <a:gd name="T2" fmla="*/ 64 w 8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5" y="2"/>
                    <a:pt x="7" y="7"/>
                    <a:pt x="8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27" name="Freeform 1618">
              <a:extLst>
                <a:ext uri="{FF2B5EF4-FFF2-40B4-BE49-F238E27FC236}">
                  <a16:creationId xmlns:a16="http://schemas.microsoft.com/office/drawing/2014/main" id="{BB4ACBE5-6233-403F-A465-7BDC5D0B2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657"/>
              <a:ext cx="12" cy="37"/>
            </a:xfrm>
            <a:custGeom>
              <a:avLst/>
              <a:gdLst>
                <a:gd name="T0" fmla="*/ 0 w 6"/>
                <a:gd name="T1" fmla="*/ 0 h 17"/>
                <a:gd name="T2" fmla="*/ 16 w 6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2" y="5"/>
                    <a:pt x="6" y="12"/>
                    <a:pt x="2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28" name="Freeform 1619">
              <a:extLst>
                <a:ext uri="{FF2B5EF4-FFF2-40B4-BE49-F238E27FC236}">
                  <a16:creationId xmlns:a16="http://schemas.microsoft.com/office/drawing/2014/main" id="{4124B390-3943-4186-A55B-228875374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645"/>
              <a:ext cx="12" cy="40"/>
            </a:xfrm>
            <a:custGeom>
              <a:avLst/>
              <a:gdLst>
                <a:gd name="T0" fmla="*/ 0 w 6"/>
                <a:gd name="T1" fmla="*/ 0 h 19"/>
                <a:gd name="T2" fmla="*/ 16 w 6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3" y="6"/>
                    <a:pt x="6" y="13"/>
                    <a:pt x="2" y="1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29" name="Freeform 1620">
              <a:extLst>
                <a:ext uri="{FF2B5EF4-FFF2-40B4-BE49-F238E27FC236}">
                  <a16:creationId xmlns:a16="http://schemas.microsoft.com/office/drawing/2014/main" id="{64C8A280-1638-4D66-B7E2-047AA55ED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683"/>
              <a:ext cx="28" cy="19"/>
            </a:xfrm>
            <a:custGeom>
              <a:avLst/>
              <a:gdLst>
                <a:gd name="T0" fmla="*/ 0 w 14"/>
                <a:gd name="T1" fmla="*/ 0 h 9"/>
                <a:gd name="T2" fmla="*/ 112 w 14"/>
                <a:gd name="T3" fmla="*/ 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6" y="0"/>
                    <a:pt x="9" y="9"/>
                    <a:pt x="14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30" name="Freeform 1621">
              <a:extLst>
                <a:ext uri="{FF2B5EF4-FFF2-40B4-BE49-F238E27FC236}">
                  <a16:creationId xmlns:a16="http://schemas.microsoft.com/office/drawing/2014/main" id="{F9D22EC4-2FAC-44F8-8AC4-65F24C4B9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636"/>
              <a:ext cx="18" cy="17"/>
            </a:xfrm>
            <a:custGeom>
              <a:avLst/>
              <a:gdLst>
                <a:gd name="T0" fmla="*/ 0 w 9"/>
                <a:gd name="T1" fmla="*/ 0 h 8"/>
                <a:gd name="T2" fmla="*/ 72 w 9"/>
                <a:gd name="T3" fmla="*/ 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4"/>
                    <a:pt x="5" y="8"/>
                    <a:pt x="9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31" name="Freeform 1622">
              <a:extLst>
                <a:ext uri="{FF2B5EF4-FFF2-40B4-BE49-F238E27FC236}">
                  <a16:creationId xmlns:a16="http://schemas.microsoft.com/office/drawing/2014/main" id="{48351E2B-168F-4F3C-B0A6-E5FB89D9B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596"/>
              <a:ext cx="20" cy="23"/>
            </a:xfrm>
            <a:custGeom>
              <a:avLst/>
              <a:gdLst>
                <a:gd name="T0" fmla="*/ 0 w 10"/>
                <a:gd name="T1" fmla="*/ 100 h 11"/>
                <a:gd name="T2" fmla="*/ 8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1" y="6"/>
                    <a:pt x="4" y="1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32" name="Freeform 1623">
              <a:extLst>
                <a:ext uri="{FF2B5EF4-FFF2-40B4-BE49-F238E27FC236}">
                  <a16:creationId xmlns:a16="http://schemas.microsoft.com/office/drawing/2014/main" id="{BDAE94D9-E236-4A5B-BF5A-D8F5AE77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662"/>
              <a:ext cx="22" cy="23"/>
            </a:xfrm>
            <a:custGeom>
              <a:avLst/>
              <a:gdLst>
                <a:gd name="T0" fmla="*/ 0 w 11"/>
                <a:gd name="T1" fmla="*/ 0 h 11"/>
                <a:gd name="T2" fmla="*/ 88 w 11"/>
                <a:gd name="T3" fmla="*/ 8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2" y="5"/>
                    <a:pt x="5" y="11"/>
                    <a:pt x="11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33" name="Freeform 1624">
              <a:extLst>
                <a:ext uri="{FF2B5EF4-FFF2-40B4-BE49-F238E27FC236}">
                  <a16:creationId xmlns:a16="http://schemas.microsoft.com/office/drawing/2014/main" id="{EFBD6B72-FC4D-407E-BFF2-974D9F811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698"/>
              <a:ext cx="18" cy="8"/>
            </a:xfrm>
            <a:custGeom>
              <a:avLst/>
              <a:gdLst>
                <a:gd name="T0" fmla="*/ 0 w 9"/>
                <a:gd name="T1" fmla="*/ 0 h 4"/>
                <a:gd name="T2" fmla="*/ 72 w 9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3"/>
                    <a:pt x="6" y="4"/>
                    <a:pt x="9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34" name="Freeform 1625">
              <a:extLst>
                <a:ext uri="{FF2B5EF4-FFF2-40B4-BE49-F238E27FC236}">
                  <a16:creationId xmlns:a16="http://schemas.microsoft.com/office/drawing/2014/main" id="{A72E7549-9845-42D7-A2C5-91A3BE9F3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719"/>
              <a:ext cx="18" cy="17"/>
            </a:xfrm>
            <a:custGeom>
              <a:avLst/>
              <a:gdLst>
                <a:gd name="T0" fmla="*/ 0 w 9"/>
                <a:gd name="T1" fmla="*/ 0 h 8"/>
                <a:gd name="T2" fmla="*/ 72 w 9"/>
                <a:gd name="T3" fmla="*/ 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0" y="5"/>
                    <a:pt x="4" y="8"/>
                    <a:pt x="9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35" name="Freeform 1626">
              <a:extLst>
                <a:ext uri="{FF2B5EF4-FFF2-40B4-BE49-F238E27FC236}">
                  <a16:creationId xmlns:a16="http://schemas.microsoft.com/office/drawing/2014/main" id="{B8BE1F73-9312-4F8F-B253-1B040C0F6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677"/>
              <a:ext cx="18" cy="17"/>
            </a:xfrm>
            <a:custGeom>
              <a:avLst/>
              <a:gdLst>
                <a:gd name="T0" fmla="*/ 0 w 9"/>
                <a:gd name="T1" fmla="*/ 0 h 8"/>
                <a:gd name="T2" fmla="*/ 72 w 9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4"/>
                    <a:pt x="6" y="7"/>
                    <a:pt x="9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36" name="Freeform 1627">
              <a:extLst>
                <a:ext uri="{FF2B5EF4-FFF2-40B4-BE49-F238E27FC236}">
                  <a16:creationId xmlns:a16="http://schemas.microsoft.com/office/drawing/2014/main" id="{C701F6E6-26CA-49FC-AE11-763CE1DE9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696"/>
              <a:ext cx="18" cy="13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2"/>
                    <a:pt x="6" y="6"/>
                    <a:pt x="9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37" name="Freeform 1628">
              <a:extLst>
                <a:ext uri="{FF2B5EF4-FFF2-40B4-BE49-F238E27FC236}">
                  <a16:creationId xmlns:a16="http://schemas.microsoft.com/office/drawing/2014/main" id="{EAC4F94F-2261-4350-A5A5-470385EDB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726"/>
              <a:ext cx="14" cy="27"/>
            </a:xfrm>
            <a:custGeom>
              <a:avLst/>
              <a:gdLst>
                <a:gd name="T0" fmla="*/ 56 w 7"/>
                <a:gd name="T1" fmla="*/ 0 h 13"/>
                <a:gd name="T2" fmla="*/ 16 w 7"/>
                <a:gd name="T3" fmla="*/ 1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2" y="3"/>
                    <a:pt x="0" y="8"/>
                    <a:pt x="2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38" name="Freeform 1629">
              <a:extLst>
                <a:ext uri="{FF2B5EF4-FFF2-40B4-BE49-F238E27FC236}">
                  <a16:creationId xmlns:a16="http://schemas.microsoft.com/office/drawing/2014/main" id="{01C3AE22-7CC5-4ADC-AEFF-7E94C104C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794"/>
              <a:ext cx="22" cy="19"/>
            </a:xfrm>
            <a:custGeom>
              <a:avLst/>
              <a:gdLst>
                <a:gd name="T0" fmla="*/ 0 w 11"/>
                <a:gd name="T1" fmla="*/ 0 h 9"/>
                <a:gd name="T2" fmla="*/ 88 w 1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5" y="0"/>
                    <a:pt x="8" y="5"/>
                    <a:pt x="11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39" name="Freeform 1630">
              <a:extLst>
                <a:ext uri="{FF2B5EF4-FFF2-40B4-BE49-F238E27FC236}">
                  <a16:creationId xmlns:a16="http://schemas.microsoft.com/office/drawing/2014/main" id="{BB50AA90-E9D1-4FBE-B71C-9B9B1A2A2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743"/>
              <a:ext cx="30" cy="10"/>
            </a:xfrm>
            <a:custGeom>
              <a:avLst/>
              <a:gdLst>
                <a:gd name="T0" fmla="*/ 0 w 15"/>
                <a:gd name="T1" fmla="*/ 0 h 5"/>
                <a:gd name="T2" fmla="*/ 64 w 15"/>
                <a:gd name="T3" fmla="*/ 32 h 5"/>
                <a:gd name="T4" fmla="*/ 120 w 15"/>
                <a:gd name="T5" fmla="*/ 3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3" y="0"/>
                    <a:pt x="4" y="3"/>
                    <a:pt x="8" y="4"/>
                  </a:cubicBezTo>
                  <a:cubicBezTo>
                    <a:pt x="10" y="5"/>
                    <a:pt x="13" y="4"/>
                    <a:pt x="15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40" name="Freeform 1631">
              <a:extLst>
                <a:ext uri="{FF2B5EF4-FFF2-40B4-BE49-F238E27FC236}">
                  <a16:creationId xmlns:a16="http://schemas.microsoft.com/office/drawing/2014/main" id="{87112744-D284-4FD6-9ABB-583AEF9AD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538"/>
              <a:ext cx="18" cy="22"/>
            </a:xfrm>
            <a:custGeom>
              <a:avLst/>
              <a:gdLst>
                <a:gd name="T0" fmla="*/ 0 w 9"/>
                <a:gd name="T1" fmla="*/ 106 h 10"/>
                <a:gd name="T2" fmla="*/ 72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2" y="5"/>
                    <a:pt x="3" y="1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41" name="Freeform 1632">
              <a:extLst>
                <a:ext uri="{FF2B5EF4-FFF2-40B4-BE49-F238E27FC236}">
                  <a16:creationId xmlns:a16="http://schemas.microsoft.com/office/drawing/2014/main" id="{096A500D-9457-4102-BD8B-30A6558B9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57"/>
              <a:ext cx="22" cy="20"/>
            </a:xfrm>
            <a:custGeom>
              <a:avLst/>
              <a:gdLst>
                <a:gd name="T0" fmla="*/ 0 w 11"/>
                <a:gd name="T1" fmla="*/ 0 h 9"/>
                <a:gd name="T2" fmla="*/ 88 w 11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1" y="7"/>
                    <a:pt x="6" y="8"/>
                    <a:pt x="11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42" name="Freeform 1633">
              <a:extLst>
                <a:ext uri="{FF2B5EF4-FFF2-40B4-BE49-F238E27FC236}">
                  <a16:creationId xmlns:a16="http://schemas.microsoft.com/office/drawing/2014/main" id="{B6B1C352-C275-4254-B923-E54ADD75D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530"/>
              <a:ext cx="24" cy="25"/>
            </a:xfrm>
            <a:custGeom>
              <a:avLst/>
              <a:gdLst>
                <a:gd name="T0" fmla="*/ 0 w 12"/>
                <a:gd name="T1" fmla="*/ 108 h 12"/>
                <a:gd name="T2" fmla="*/ 96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2" y="5"/>
                    <a:pt x="6" y="2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43" name="Freeform 1634">
              <a:extLst>
                <a:ext uri="{FF2B5EF4-FFF2-40B4-BE49-F238E27FC236}">
                  <a16:creationId xmlns:a16="http://schemas.microsoft.com/office/drawing/2014/main" id="{E8E2BB7E-0C39-4981-81D6-3D4A3CF9E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630"/>
              <a:ext cx="18" cy="21"/>
            </a:xfrm>
            <a:custGeom>
              <a:avLst/>
              <a:gdLst>
                <a:gd name="T0" fmla="*/ 0 w 9"/>
                <a:gd name="T1" fmla="*/ 0 h 10"/>
                <a:gd name="T2" fmla="*/ 72 w 9"/>
                <a:gd name="T3" fmla="*/ 5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4"/>
                    <a:pt x="5" y="10"/>
                    <a:pt x="9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44" name="Freeform 1635">
              <a:extLst>
                <a:ext uri="{FF2B5EF4-FFF2-40B4-BE49-F238E27FC236}">
                  <a16:creationId xmlns:a16="http://schemas.microsoft.com/office/drawing/2014/main" id="{90CF72E1-9023-48E6-8709-4F8A43902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596"/>
              <a:ext cx="12" cy="21"/>
            </a:xfrm>
            <a:custGeom>
              <a:avLst/>
              <a:gdLst>
                <a:gd name="T0" fmla="*/ 0 w 6"/>
                <a:gd name="T1" fmla="*/ 92 h 10"/>
                <a:gd name="T2" fmla="*/ 48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6"/>
                    <a:pt x="2" y="1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45" name="Freeform 1636">
              <a:extLst>
                <a:ext uri="{FF2B5EF4-FFF2-40B4-BE49-F238E27FC236}">
                  <a16:creationId xmlns:a16="http://schemas.microsoft.com/office/drawing/2014/main" id="{EEDAB069-CAF8-4230-91AA-8D7CF599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557"/>
              <a:ext cx="20" cy="24"/>
            </a:xfrm>
            <a:custGeom>
              <a:avLst/>
              <a:gdLst>
                <a:gd name="T0" fmla="*/ 0 w 10"/>
                <a:gd name="T1" fmla="*/ 113 h 11"/>
                <a:gd name="T2" fmla="*/ 8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2" y="4"/>
                    <a:pt x="3" y="3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46" name="Freeform 1637">
              <a:extLst>
                <a:ext uri="{FF2B5EF4-FFF2-40B4-BE49-F238E27FC236}">
                  <a16:creationId xmlns:a16="http://schemas.microsoft.com/office/drawing/2014/main" id="{FD1B75B7-D241-4A80-96B6-C5626F3DE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504"/>
              <a:ext cx="18" cy="22"/>
            </a:xfrm>
            <a:custGeom>
              <a:avLst/>
              <a:gdLst>
                <a:gd name="T0" fmla="*/ 0 w 9"/>
                <a:gd name="T1" fmla="*/ 106 h 10"/>
                <a:gd name="T2" fmla="*/ 72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5"/>
                    <a:pt x="3" y="1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47" name="Freeform 1638">
              <a:extLst>
                <a:ext uri="{FF2B5EF4-FFF2-40B4-BE49-F238E27FC236}">
                  <a16:creationId xmlns:a16="http://schemas.microsoft.com/office/drawing/2014/main" id="{F249343F-0373-4632-900B-D3559EDDA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587"/>
              <a:ext cx="24" cy="9"/>
            </a:xfrm>
            <a:custGeom>
              <a:avLst/>
              <a:gdLst>
                <a:gd name="T0" fmla="*/ 0 w 12"/>
                <a:gd name="T1" fmla="*/ 0 h 4"/>
                <a:gd name="T2" fmla="*/ 96 w 1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2"/>
                    <a:pt x="7" y="4"/>
                    <a:pt x="12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48" name="Freeform 1639">
              <a:extLst>
                <a:ext uri="{FF2B5EF4-FFF2-40B4-BE49-F238E27FC236}">
                  <a16:creationId xmlns:a16="http://schemas.microsoft.com/office/drawing/2014/main" id="{3C9E80A5-76B1-4960-B595-E67DDBB49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615"/>
              <a:ext cx="22" cy="32"/>
            </a:xfrm>
            <a:custGeom>
              <a:avLst/>
              <a:gdLst>
                <a:gd name="T0" fmla="*/ 0 w 11"/>
                <a:gd name="T1" fmla="*/ 145 h 15"/>
                <a:gd name="T2" fmla="*/ 88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3" y="9"/>
                    <a:pt x="4" y="3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49" name="Freeform 1640">
              <a:extLst>
                <a:ext uri="{FF2B5EF4-FFF2-40B4-BE49-F238E27FC236}">
                  <a16:creationId xmlns:a16="http://schemas.microsoft.com/office/drawing/2014/main" id="{D38020AC-40B6-4B78-9B78-1006004AF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79"/>
              <a:ext cx="254" cy="42"/>
            </a:xfrm>
            <a:custGeom>
              <a:avLst/>
              <a:gdLst>
                <a:gd name="T0" fmla="*/ 0 w 127"/>
                <a:gd name="T1" fmla="*/ 185 h 20"/>
                <a:gd name="T2" fmla="*/ 1016 w 1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20">
                  <a:moveTo>
                    <a:pt x="0" y="20"/>
                  </a:moveTo>
                  <a:cubicBezTo>
                    <a:pt x="34" y="18"/>
                    <a:pt x="111" y="7"/>
                    <a:pt x="12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50" name="Freeform 1641">
              <a:extLst>
                <a:ext uri="{FF2B5EF4-FFF2-40B4-BE49-F238E27FC236}">
                  <a16:creationId xmlns:a16="http://schemas.microsoft.com/office/drawing/2014/main" id="{BFBCE6F1-3E04-493B-BE46-94DC2E5B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245"/>
              <a:ext cx="126" cy="38"/>
            </a:xfrm>
            <a:custGeom>
              <a:avLst/>
              <a:gdLst>
                <a:gd name="T0" fmla="*/ 0 w 63"/>
                <a:gd name="T1" fmla="*/ 49 h 18"/>
                <a:gd name="T2" fmla="*/ 352 w 63"/>
                <a:gd name="T3" fmla="*/ 103 h 18"/>
                <a:gd name="T4" fmla="*/ 504 w 6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8">
                  <a:moveTo>
                    <a:pt x="0" y="5"/>
                  </a:moveTo>
                  <a:cubicBezTo>
                    <a:pt x="12" y="18"/>
                    <a:pt x="29" y="12"/>
                    <a:pt x="44" y="11"/>
                  </a:cubicBezTo>
                  <a:cubicBezTo>
                    <a:pt x="54" y="10"/>
                    <a:pt x="61" y="12"/>
                    <a:pt x="6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51" name="Freeform 1642">
              <a:extLst>
                <a:ext uri="{FF2B5EF4-FFF2-40B4-BE49-F238E27FC236}">
                  <a16:creationId xmlns:a16="http://schemas.microsoft.com/office/drawing/2014/main" id="{E9C9EA29-488B-44C8-BE5D-5FA1E0E3E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719"/>
              <a:ext cx="54" cy="194"/>
            </a:xfrm>
            <a:custGeom>
              <a:avLst/>
              <a:gdLst>
                <a:gd name="T0" fmla="*/ 128 w 27"/>
                <a:gd name="T1" fmla="*/ 0 h 91"/>
                <a:gd name="T2" fmla="*/ 200 w 27"/>
                <a:gd name="T3" fmla="*/ 213 h 91"/>
                <a:gd name="T4" fmla="*/ 136 w 27"/>
                <a:gd name="T5" fmla="*/ 554 h 91"/>
                <a:gd name="T6" fmla="*/ 0 w 27"/>
                <a:gd name="T7" fmla="*/ 814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91">
                  <a:moveTo>
                    <a:pt x="16" y="0"/>
                  </a:moveTo>
                  <a:cubicBezTo>
                    <a:pt x="23" y="8"/>
                    <a:pt x="27" y="11"/>
                    <a:pt x="25" y="22"/>
                  </a:cubicBezTo>
                  <a:cubicBezTo>
                    <a:pt x="23" y="34"/>
                    <a:pt x="19" y="46"/>
                    <a:pt x="17" y="57"/>
                  </a:cubicBezTo>
                  <a:cubicBezTo>
                    <a:pt x="16" y="64"/>
                    <a:pt x="10" y="91"/>
                    <a:pt x="0" y="8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52" name="Freeform 1643">
              <a:extLst>
                <a:ext uri="{FF2B5EF4-FFF2-40B4-BE49-F238E27FC236}">
                  <a16:creationId xmlns:a16="http://schemas.microsoft.com/office/drawing/2014/main" id="{74AA56EC-CF15-4411-BD3B-DA66A1D6D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262"/>
              <a:ext cx="114" cy="53"/>
            </a:xfrm>
            <a:custGeom>
              <a:avLst/>
              <a:gdLst>
                <a:gd name="T0" fmla="*/ 0 w 57"/>
                <a:gd name="T1" fmla="*/ 229 h 25"/>
                <a:gd name="T2" fmla="*/ 120 w 57"/>
                <a:gd name="T3" fmla="*/ 229 h 25"/>
                <a:gd name="T4" fmla="*/ 352 w 57"/>
                <a:gd name="T5" fmla="*/ 212 h 25"/>
                <a:gd name="T6" fmla="*/ 440 w 57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5">
                  <a:moveTo>
                    <a:pt x="0" y="24"/>
                  </a:moveTo>
                  <a:cubicBezTo>
                    <a:pt x="4" y="25"/>
                    <a:pt x="10" y="24"/>
                    <a:pt x="15" y="24"/>
                  </a:cubicBezTo>
                  <a:cubicBezTo>
                    <a:pt x="25" y="23"/>
                    <a:pt x="35" y="25"/>
                    <a:pt x="44" y="22"/>
                  </a:cubicBezTo>
                  <a:cubicBezTo>
                    <a:pt x="57" y="18"/>
                    <a:pt x="53" y="10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53" name="Freeform 1644">
              <a:extLst>
                <a:ext uri="{FF2B5EF4-FFF2-40B4-BE49-F238E27FC236}">
                  <a16:creationId xmlns:a16="http://schemas.microsoft.com/office/drawing/2014/main" id="{92B7AC3E-F8E3-4178-8678-C81414FB6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306"/>
              <a:ext cx="70" cy="11"/>
            </a:xfrm>
            <a:custGeom>
              <a:avLst/>
              <a:gdLst>
                <a:gd name="T0" fmla="*/ 16 w 35"/>
                <a:gd name="T1" fmla="*/ 9 h 5"/>
                <a:gd name="T2" fmla="*/ 32 w 35"/>
                <a:gd name="T3" fmla="*/ 9 h 5"/>
                <a:gd name="T4" fmla="*/ 0 w 35"/>
                <a:gd name="T5" fmla="*/ 0 h 5"/>
                <a:gd name="T6" fmla="*/ 280 w 35"/>
                <a:gd name="T7" fmla="*/ 5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">
                  <a:moveTo>
                    <a:pt x="2" y="1"/>
                  </a:moveTo>
                  <a:cubicBezTo>
                    <a:pt x="3" y="2"/>
                    <a:pt x="3" y="2"/>
                    <a:pt x="4" y="1"/>
                  </a:cubicBezTo>
                  <a:cubicBezTo>
                    <a:pt x="3" y="1"/>
                    <a:pt x="1" y="0"/>
                    <a:pt x="0" y="0"/>
                  </a:cubicBezTo>
                  <a:cubicBezTo>
                    <a:pt x="12" y="1"/>
                    <a:pt x="24" y="3"/>
                    <a:pt x="35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54" name="Freeform 1645">
              <a:extLst>
                <a:ext uri="{FF2B5EF4-FFF2-40B4-BE49-F238E27FC236}">
                  <a16:creationId xmlns:a16="http://schemas.microsoft.com/office/drawing/2014/main" id="{CD6BA15E-1D6F-4A74-BB07-84776911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266"/>
              <a:ext cx="28" cy="13"/>
            </a:xfrm>
            <a:custGeom>
              <a:avLst/>
              <a:gdLst>
                <a:gd name="T0" fmla="*/ 0 w 14"/>
                <a:gd name="T1" fmla="*/ 0 h 6"/>
                <a:gd name="T2" fmla="*/ 112 w 1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6" y="2"/>
                    <a:pt x="9" y="2"/>
                    <a:pt x="14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55" name="Freeform 1646">
              <a:extLst>
                <a:ext uri="{FF2B5EF4-FFF2-40B4-BE49-F238E27FC236}">
                  <a16:creationId xmlns:a16="http://schemas.microsoft.com/office/drawing/2014/main" id="{DBFB64E7-C99B-4EFC-8FCD-EE498BA4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285"/>
              <a:ext cx="18" cy="23"/>
            </a:xfrm>
            <a:custGeom>
              <a:avLst/>
              <a:gdLst>
                <a:gd name="T0" fmla="*/ 32 w 9"/>
                <a:gd name="T1" fmla="*/ 0 h 11"/>
                <a:gd name="T2" fmla="*/ 72 w 9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0" y="5"/>
                    <a:pt x="5" y="9"/>
                    <a:pt x="9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56" name="Freeform 1647">
              <a:extLst>
                <a:ext uri="{FF2B5EF4-FFF2-40B4-BE49-F238E27FC236}">
                  <a16:creationId xmlns:a16="http://schemas.microsoft.com/office/drawing/2014/main" id="{A57F5EE2-8E8D-49A4-9D4B-84D170365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915"/>
              <a:ext cx="56" cy="136"/>
            </a:xfrm>
            <a:custGeom>
              <a:avLst/>
              <a:gdLst>
                <a:gd name="T0" fmla="*/ 8 w 28"/>
                <a:gd name="T1" fmla="*/ 9 h 64"/>
                <a:gd name="T2" fmla="*/ 176 w 28"/>
                <a:gd name="T3" fmla="*/ 60 h 64"/>
                <a:gd name="T4" fmla="*/ 152 w 28"/>
                <a:gd name="T5" fmla="*/ 453 h 64"/>
                <a:gd name="T6" fmla="*/ 88 w 28"/>
                <a:gd name="T7" fmla="*/ 614 h 64"/>
                <a:gd name="T8" fmla="*/ 0 w 28"/>
                <a:gd name="T9" fmla="*/ 60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4">
                  <a:moveTo>
                    <a:pt x="1" y="1"/>
                  </a:moveTo>
                  <a:cubicBezTo>
                    <a:pt x="7" y="3"/>
                    <a:pt x="18" y="0"/>
                    <a:pt x="22" y="6"/>
                  </a:cubicBezTo>
                  <a:cubicBezTo>
                    <a:pt x="28" y="16"/>
                    <a:pt x="21" y="33"/>
                    <a:pt x="19" y="47"/>
                  </a:cubicBezTo>
                  <a:cubicBezTo>
                    <a:pt x="17" y="52"/>
                    <a:pt x="14" y="64"/>
                    <a:pt x="11" y="64"/>
                  </a:cubicBezTo>
                  <a:cubicBezTo>
                    <a:pt x="7" y="63"/>
                    <a:pt x="0" y="63"/>
                    <a:pt x="0" y="6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57" name="Freeform 1648">
              <a:extLst>
                <a:ext uri="{FF2B5EF4-FFF2-40B4-BE49-F238E27FC236}">
                  <a16:creationId xmlns:a16="http://schemas.microsoft.com/office/drawing/2014/main" id="{2FFCED3A-8C95-4E6C-BB30-89B8AB7D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2804"/>
              <a:ext cx="34" cy="128"/>
            </a:xfrm>
            <a:custGeom>
              <a:avLst/>
              <a:gdLst>
                <a:gd name="T0" fmla="*/ 24 w 17"/>
                <a:gd name="T1" fmla="*/ 582 h 60"/>
                <a:gd name="T2" fmla="*/ 72 w 17"/>
                <a:gd name="T3" fmla="*/ 397 h 60"/>
                <a:gd name="T4" fmla="*/ 128 w 17"/>
                <a:gd name="T5" fmla="*/ 128 h 60"/>
                <a:gd name="T6" fmla="*/ 0 w 17"/>
                <a:gd name="T7" fmla="*/ 1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3" y="60"/>
                  </a:moveTo>
                  <a:cubicBezTo>
                    <a:pt x="6" y="54"/>
                    <a:pt x="7" y="48"/>
                    <a:pt x="9" y="41"/>
                  </a:cubicBezTo>
                  <a:cubicBezTo>
                    <a:pt x="11" y="33"/>
                    <a:pt x="17" y="22"/>
                    <a:pt x="16" y="13"/>
                  </a:cubicBezTo>
                  <a:cubicBezTo>
                    <a:pt x="16" y="6"/>
                    <a:pt x="6" y="0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58" name="Freeform 1649">
              <a:extLst>
                <a:ext uri="{FF2B5EF4-FFF2-40B4-BE49-F238E27FC236}">
                  <a16:creationId xmlns:a16="http://schemas.microsoft.com/office/drawing/2014/main" id="{AABB0A49-7209-4C1D-B3E7-CE76813AD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313"/>
              <a:ext cx="132" cy="70"/>
            </a:xfrm>
            <a:custGeom>
              <a:avLst/>
              <a:gdLst>
                <a:gd name="T0" fmla="*/ 0 w 66"/>
                <a:gd name="T1" fmla="*/ 280 h 33"/>
                <a:gd name="T2" fmla="*/ 240 w 66"/>
                <a:gd name="T3" fmla="*/ 297 h 33"/>
                <a:gd name="T4" fmla="*/ 464 w 66"/>
                <a:gd name="T5" fmla="*/ 280 h 33"/>
                <a:gd name="T6" fmla="*/ 512 w 66"/>
                <a:gd name="T7" fmla="*/ 112 h 33"/>
                <a:gd name="T8" fmla="*/ 520 w 6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3">
                  <a:moveTo>
                    <a:pt x="0" y="29"/>
                  </a:moveTo>
                  <a:cubicBezTo>
                    <a:pt x="8" y="33"/>
                    <a:pt x="22" y="31"/>
                    <a:pt x="30" y="31"/>
                  </a:cubicBezTo>
                  <a:cubicBezTo>
                    <a:pt x="38" y="31"/>
                    <a:pt x="50" y="33"/>
                    <a:pt x="58" y="29"/>
                  </a:cubicBezTo>
                  <a:cubicBezTo>
                    <a:pt x="66" y="25"/>
                    <a:pt x="63" y="19"/>
                    <a:pt x="64" y="12"/>
                  </a:cubicBezTo>
                  <a:cubicBezTo>
                    <a:pt x="64" y="8"/>
                    <a:pt x="66" y="4"/>
                    <a:pt x="6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59" name="Freeform 1650">
              <a:extLst>
                <a:ext uri="{FF2B5EF4-FFF2-40B4-BE49-F238E27FC236}">
                  <a16:creationId xmlns:a16="http://schemas.microsoft.com/office/drawing/2014/main" id="{F2E72B22-DC17-47D6-9022-86C73BAB8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370"/>
              <a:ext cx="72" cy="11"/>
            </a:xfrm>
            <a:custGeom>
              <a:avLst/>
              <a:gdLst>
                <a:gd name="T0" fmla="*/ 0 w 36"/>
                <a:gd name="T1" fmla="*/ 9 h 5"/>
                <a:gd name="T2" fmla="*/ 288 w 3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0" y="1"/>
                  </a:moveTo>
                  <a:cubicBezTo>
                    <a:pt x="11" y="0"/>
                    <a:pt x="26" y="1"/>
                    <a:pt x="36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60" name="Freeform 1651">
              <a:extLst>
                <a:ext uri="{FF2B5EF4-FFF2-40B4-BE49-F238E27FC236}">
                  <a16:creationId xmlns:a16="http://schemas.microsoft.com/office/drawing/2014/main" id="{56C53B4A-10C9-4694-A88C-9F56ACA4B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879"/>
              <a:ext cx="56" cy="153"/>
            </a:xfrm>
            <a:custGeom>
              <a:avLst/>
              <a:gdLst>
                <a:gd name="T0" fmla="*/ 72 w 28"/>
                <a:gd name="T1" fmla="*/ 40 h 72"/>
                <a:gd name="T2" fmla="*/ 192 w 28"/>
                <a:gd name="T3" fmla="*/ 172 h 72"/>
                <a:gd name="T4" fmla="*/ 104 w 28"/>
                <a:gd name="T5" fmla="*/ 623 h 72"/>
                <a:gd name="T6" fmla="*/ 0 w 28"/>
                <a:gd name="T7" fmla="*/ 655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72">
                  <a:moveTo>
                    <a:pt x="9" y="4"/>
                  </a:moveTo>
                  <a:cubicBezTo>
                    <a:pt x="15" y="0"/>
                    <a:pt x="22" y="12"/>
                    <a:pt x="24" y="18"/>
                  </a:cubicBezTo>
                  <a:cubicBezTo>
                    <a:pt x="28" y="30"/>
                    <a:pt x="19" y="55"/>
                    <a:pt x="13" y="65"/>
                  </a:cubicBezTo>
                  <a:cubicBezTo>
                    <a:pt x="8" y="72"/>
                    <a:pt x="0" y="68"/>
                    <a:pt x="0" y="6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61" name="Freeform 1652">
              <a:extLst>
                <a:ext uri="{FF2B5EF4-FFF2-40B4-BE49-F238E27FC236}">
                  <a16:creationId xmlns:a16="http://schemas.microsoft.com/office/drawing/2014/main" id="{50886F0F-CB19-4809-B314-BAE4EA133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775"/>
              <a:ext cx="32" cy="140"/>
            </a:xfrm>
            <a:custGeom>
              <a:avLst/>
              <a:gdLst>
                <a:gd name="T0" fmla="*/ 16 w 16"/>
                <a:gd name="T1" fmla="*/ 630 h 66"/>
                <a:gd name="T2" fmla="*/ 40 w 16"/>
                <a:gd name="T3" fmla="*/ 392 h 66"/>
                <a:gd name="T4" fmla="*/ 120 w 16"/>
                <a:gd name="T5" fmla="*/ 136 h 66"/>
                <a:gd name="T6" fmla="*/ 0 w 1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2" y="66"/>
                  </a:moveTo>
                  <a:cubicBezTo>
                    <a:pt x="4" y="60"/>
                    <a:pt x="4" y="48"/>
                    <a:pt x="5" y="41"/>
                  </a:cubicBezTo>
                  <a:cubicBezTo>
                    <a:pt x="6" y="33"/>
                    <a:pt x="16" y="23"/>
                    <a:pt x="15" y="14"/>
                  </a:cubicBezTo>
                  <a:cubicBezTo>
                    <a:pt x="14" y="5"/>
                    <a:pt x="6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62" name="Freeform 1653">
              <a:extLst>
                <a:ext uri="{FF2B5EF4-FFF2-40B4-BE49-F238E27FC236}">
                  <a16:creationId xmlns:a16="http://schemas.microsoft.com/office/drawing/2014/main" id="{E391F01A-4ED5-4A2E-9640-DA451B5A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372"/>
              <a:ext cx="114" cy="60"/>
            </a:xfrm>
            <a:custGeom>
              <a:avLst/>
              <a:gdLst>
                <a:gd name="T0" fmla="*/ 0 w 57"/>
                <a:gd name="T1" fmla="*/ 257 h 28"/>
                <a:gd name="T2" fmla="*/ 240 w 57"/>
                <a:gd name="T3" fmla="*/ 234 h 28"/>
                <a:gd name="T4" fmla="*/ 456 w 57"/>
                <a:gd name="T5" fmla="*/ 206 h 28"/>
                <a:gd name="T6" fmla="*/ 432 w 57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8">
                  <a:moveTo>
                    <a:pt x="0" y="26"/>
                  </a:moveTo>
                  <a:cubicBezTo>
                    <a:pt x="10" y="28"/>
                    <a:pt x="20" y="25"/>
                    <a:pt x="30" y="24"/>
                  </a:cubicBezTo>
                  <a:cubicBezTo>
                    <a:pt x="38" y="24"/>
                    <a:pt x="50" y="26"/>
                    <a:pt x="57" y="21"/>
                  </a:cubicBezTo>
                  <a:cubicBezTo>
                    <a:pt x="54" y="14"/>
                    <a:pt x="56" y="7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63" name="Freeform 1654">
              <a:extLst>
                <a:ext uri="{FF2B5EF4-FFF2-40B4-BE49-F238E27FC236}">
                  <a16:creationId xmlns:a16="http://schemas.microsoft.com/office/drawing/2014/main" id="{530DA362-FAE7-4A61-9AB6-1C9FA809F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426"/>
              <a:ext cx="64" cy="4"/>
            </a:xfrm>
            <a:custGeom>
              <a:avLst/>
              <a:gdLst>
                <a:gd name="T0" fmla="*/ 0 w 32"/>
                <a:gd name="T1" fmla="*/ 0 h 2"/>
                <a:gd name="T2" fmla="*/ 256 w 3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">
                  <a:moveTo>
                    <a:pt x="0" y="0"/>
                  </a:moveTo>
                  <a:cubicBezTo>
                    <a:pt x="10" y="0"/>
                    <a:pt x="24" y="0"/>
                    <a:pt x="32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64" name="Freeform 1655">
              <a:extLst>
                <a:ext uri="{FF2B5EF4-FFF2-40B4-BE49-F238E27FC236}">
                  <a16:creationId xmlns:a16="http://schemas.microsoft.com/office/drawing/2014/main" id="{ED757603-AB46-42FC-8DE4-C177A287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421"/>
              <a:ext cx="136" cy="53"/>
            </a:xfrm>
            <a:custGeom>
              <a:avLst/>
              <a:gdLst>
                <a:gd name="T0" fmla="*/ 0 w 68"/>
                <a:gd name="T1" fmla="*/ 220 h 25"/>
                <a:gd name="T2" fmla="*/ 160 w 68"/>
                <a:gd name="T3" fmla="*/ 220 h 25"/>
                <a:gd name="T4" fmla="*/ 448 w 68"/>
                <a:gd name="T5" fmla="*/ 180 h 25"/>
                <a:gd name="T6" fmla="*/ 480 w 68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5">
                  <a:moveTo>
                    <a:pt x="0" y="23"/>
                  </a:moveTo>
                  <a:cubicBezTo>
                    <a:pt x="6" y="25"/>
                    <a:pt x="13" y="23"/>
                    <a:pt x="20" y="23"/>
                  </a:cubicBezTo>
                  <a:cubicBezTo>
                    <a:pt x="30" y="22"/>
                    <a:pt x="46" y="23"/>
                    <a:pt x="56" y="19"/>
                  </a:cubicBezTo>
                  <a:cubicBezTo>
                    <a:pt x="68" y="14"/>
                    <a:pt x="58" y="10"/>
                    <a:pt x="6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65" name="Freeform 1656">
              <a:extLst>
                <a:ext uri="{FF2B5EF4-FFF2-40B4-BE49-F238E27FC236}">
                  <a16:creationId xmlns:a16="http://schemas.microsoft.com/office/drawing/2014/main" id="{34DD876C-8C94-4700-BC58-E1E2184B4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434"/>
              <a:ext cx="142" cy="34"/>
            </a:xfrm>
            <a:custGeom>
              <a:avLst/>
              <a:gdLst>
                <a:gd name="T0" fmla="*/ 0 w 71"/>
                <a:gd name="T1" fmla="*/ 128 h 16"/>
                <a:gd name="T2" fmla="*/ 472 w 71"/>
                <a:gd name="T3" fmla="*/ 128 h 16"/>
                <a:gd name="T4" fmla="*/ 552 w 7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6">
                  <a:moveTo>
                    <a:pt x="0" y="13"/>
                  </a:moveTo>
                  <a:cubicBezTo>
                    <a:pt x="18" y="14"/>
                    <a:pt x="42" y="16"/>
                    <a:pt x="59" y="13"/>
                  </a:cubicBezTo>
                  <a:cubicBezTo>
                    <a:pt x="71" y="12"/>
                    <a:pt x="69" y="0"/>
                    <a:pt x="6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66" name="Freeform 1657">
              <a:extLst>
                <a:ext uri="{FF2B5EF4-FFF2-40B4-BE49-F238E27FC236}">
                  <a16:creationId xmlns:a16="http://schemas.microsoft.com/office/drawing/2014/main" id="{AD806876-5F99-41EE-A30E-73B112A52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466"/>
              <a:ext cx="108" cy="40"/>
            </a:xfrm>
            <a:custGeom>
              <a:avLst/>
              <a:gdLst>
                <a:gd name="T0" fmla="*/ 0 w 54"/>
                <a:gd name="T1" fmla="*/ 120 h 19"/>
                <a:gd name="T2" fmla="*/ 280 w 54"/>
                <a:gd name="T3" fmla="*/ 128 h 19"/>
                <a:gd name="T4" fmla="*/ 432 w 5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9">
                  <a:moveTo>
                    <a:pt x="0" y="13"/>
                  </a:moveTo>
                  <a:cubicBezTo>
                    <a:pt x="7" y="19"/>
                    <a:pt x="27" y="14"/>
                    <a:pt x="35" y="14"/>
                  </a:cubicBezTo>
                  <a:cubicBezTo>
                    <a:pt x="51" y="14"/>
                    <a:pt x="50" y="15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67" name="Freeform 1658">
              <a:extLst>
                <a:ext uri="{FF2B5EF4-FFF2-40B4-BE49-F238E27FC236}">
                  <a16:creationId xmlns:a16="http://schemas.microsoft.com/office/drawing/2014/main" id="{4BD1BF3E-9C34-43BB-9B37-477877C79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460"/>
              <a:ext cx="117" cy="49"/>
            </a:xfrm>
            <a:custGeom>
              <a:avLst/>
              <a:gdLst>
                <a:gd name="T0" fmla="*/ 0 w 59"/>
                <a:gd name="T1" fmla="*/ 164 h 23"/>
                <a:gd name="T2" fmla="*/ 133 w 59"/>
                <a:gd name="T3" fmla="*/ 205 h 23"/>
                <a:gd name="T4" fmla="*/ 349 w 59"/>
                <a:gd name="T5" fmla="*/ 196 h 23"/>
                <a:gd name="T6" fmla="*/ 460 w 5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3">
                  <a:moveTo>
                    <a:pt x="0" y="17"/>
                  </a:moveTo>
                  <a:cubicBezTo>
                    <a:pt x="6" y="20"/>
                    <a:pt x="11" y="21"/>
                    <a:pt x="17" y="21"/>
                  </a:cubicBezTo>
                  <a:cubicBezTo>
                    <a:pt x="34" y="23"/>
                    <a:pt x="45" y="20"/>
                    <a:pt x="45" y="20"/>
                  </a:cubicBezTo>
                  <a:cubicBezTo>
                    <a:pt x="59" y="21"/>
                    <a:pt x="59" y="0"/>
                    <a:pt x="5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68" name="Freeform 1659">
              <a:extLst>
                <a:ext uri="{FF2B5EF4-FFF2-40B4-BE49-F238E27FC236}">
                  <a16:creationId xmlns:a16="http://schemas.microsoft.com/office/drawing/2014/main" id="{86CDFCFE-D960-4771-AE38-F5B1B2FBC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860"/>
              <a:ext cx="16" cy="32"/>
            </a:xfrm>
            <a:custGeom>
              <a:avLst/>
              <a:gdLst>
                <a:gd name="T0" fmla="*/ 8 w 8"/>
                <a:gd name="T1" fmla="*/ 0 h 15"/>
                <a:gd name="T2" fmla="*/ 64 w 8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1" y="0"/>
                  </a:moveTo>
                  <a:cubicBezTo>
                    <a:pt x="0" y="6"/>
                    <a:pt x="1" y="13"/>
                    <a:pt x="8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69" name="Freeform 1660">
              <a:extLst>
                <a:ext uri="{FF2B5EF4-FFF2-40B4-BE49-F238E27FC236}">
                  <a16:creationId xmlns:a16="http://schemas.microsoft.com/office/drawing/2014/main" id="{052449DA-ADDD-47CB-A1D6-994570FA3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447"/>
              <a:ext cx="24" cy="19"/>
            </a:xfrm>
            <a:custGeom>
              <a:avLst/>
              <a:gdLst>
                <a:gd name="T0" fmla="*/ 0 w 12"/>
                <a:gd name="T1" fmla="*/ 0 h 9"/>
                <a:gd name="T2" fmla="*/ 96 w 12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2" y="4"/>
                    <a:pt x="8" y="8"/>
                    <a:pt x="12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70" name="Freeform 1661">
              <a:extLst>
                <a:ext uri="{FF2B5EF4-FFF2-40B4-BE49-F238E27FC236}">
                  <a16:creationId xmlns:a16="http://schemas.microsoft.com/office/drawing/2014/main" id="{3F579247-2A01-4167-8245-C22FC396F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349"/>
              <a:ext cx="18" cy="21"/>
            </a:xfrm>
            <a:custGeom>
              <a:avLst/>
              <a:gdLst>
                <a:gd name="T0" fmla="*/ 0 w 9"/>
                <a:gd name="T1" fmla="*/ 0 h 10"/>
                <a:gd name="T2" fmla="*/ 72 w 9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0" y="5"/>
                    <a:pt x="5" y="9"/>
                    <a:pt x="9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71" name="Freeform 1662">
              <a:extLst>
                <a:ext uri="{FF2B5EF4-FFF2-40B4-BE49-F238E27FC236}">
                  <a16:creationId xmlns:a16="http://schemas.microsoft.com/office/drawing/2014/main" id="{7E51C945-3871-4624-8C73-7C9243EF7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736"/>
              <a:ext cx="75" cy="137"/>
            </a:xfrm>
            <a:custGeom>
              <a:avLst/>
              <a:gdLst>
                <a:gd name="T0" fmla="*/ 292 w 38"/>
                <a:gd name="T1" fmla="*/ 0 h 64"/>
                <a:gd name="T2" fmla="*/ 223 w 38"/>
                <a:gd name="T3" fmla="*/ 233 h 64"/>
                <a:gd name="T4" fmla="*/ 160 w 38"/>
                <a:gd name="T5" fmla="*/ 542 h 64"/>
                <a:gd name="T6" fmla="*/ 0 w 38"/>
                <a:gd name="T7" fmla="*/ 559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64">
                  <a:moveTo>
                    <a:pt x="38" y="0"/>
                  </a:moveTo>
                  <a:cubicBezTo>
                    <a:pt x="38" y="9"/>
                    <a:pt x="32" y="17"/>
                    <a:pt x="29" y="24"/>
                  </a:cubicBezTo>
                  <a:cubicBezTo>
                    <a:pt x="26" y="33"/>
                    <a:pt x="26" y="47"/>
                    <a:pt x="21" y="55"/>
                  </a:cubicBezTo>
                  <a:cubicBezTo>
                    <a:pt x="15" y="64"/>
                    <a:pt x="9" y="58"/>
                    <a:pt x="0" y="5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72" name="Freeform 1663">
              <a:extLst>
                <a:ext uri="{FF2B5EF4-FFF2-40B4-BE49-F238E27FC236}">
                  <a16:creationId xmlns:a16="http://schemas.microsoft.com/office/drawing/2014/main" id="{58133909-CE4D-4E7D-8E84-8813C9453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864"/>
              <a:ext cx="46" cy="115"/>
            </a:xfrm>
            <a:custGeom>
              <a:avLst/>
              <a:gdLst>
                <a:gd name="T0" fmla="*/ 160 w 23"/>
                <a:gd name="T1" fmla="*/ 0 h 54"/>
                <a:gd name="T2" fmla="*/ 120 w 23"/>
                <a:gd name="T3" fmla="*/ 377 h 54"/>
                <a:gd name="T4" fmla="*/ 0 w 23"/>
                <a:gd name="T5" fmla="*/ 45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4">
                  <a:moveTo>
                    <a:pt x="20" y="0"/>
                  </a:moveTo>
                  <a:cubicBezTo>
                    <a:pt x="19" y="15"/>
                    <a:pt x="23" y="26"/>
                    <a:pt x="15" y="39"/>
                  </a:cubicBezTo>
                  <a:cubicBezTo>
                    <a:pt x="12" y="44"/>
                    <a:pt x="6" y="54"/>
                    <a:pt x="0" y="4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73" name="Freeform 1664">
              <a:extLst>
                <a:ext uri="{FF2B5EF4-FFF2-40B4-BE49-F238E27FC236}">
                  <a16:creationId xmlns:a16="http://schemas.microsoft.com/office/drawing/2014/main" id="{068F9ACD-E386-4E73-B614-52A109CA4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2968"/>
              <a:ext cx="28" cy="83"/>
            </a:xfrm>
            <a:custGeom>
              <a:avLst/>
              <a:gdLst>
                <a:gd name="T0" fmla="*/ 48 w 14"/>
                <a:gd name="T1" fmla="*/ 0 h 39"/>
                <a:gd name="T2" fmla="*/ 24 w 14"/>
                <a:gd name="T3" fmla="*/ 204 h 39"/>
                <a:gd name="T4" fmla="*/ 112 w 14"/>
                <a:gd name="T5" fmla="*/ 37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9">
                  <a:moveTo>
                    <a:pt x="6" y="0"/>
                  </a:moveTo>
                  <a:cubicBezTo>
                    <a:pt x="4" y="7"/>
                    <a:pt x="5" y="15"/>
                    <a:pt x="3" y="21"/>
                  </a:cubicBezTo>
                  <a:cubicBezTo>
                    <a:pt x="0" y="33"/>
                    <a:pt x="3" y="38"/>
                    <a:pt x="14" y="3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74" name="Freeform 1665">
              <a:extLst>
                <a:ext uri="{FF2B5EF4-FFF2-40B4-BE49-F238E27FC236}">
                  <a16:creationId xmlns:a16="http://schemas.microsoft.com/office/drawing/2014/main" id="{0CFA3D06-52C2-4785-AF8E-8734BF3E5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821"/>
              <a:ext cx="49" cy="128"/>
            </a:xfrm>
            <a:custGeom>
              <a:avLst/>
              <a:gdLst>
                <a:gd name="T0" fmla="*/ 188 w 25"/>
                <a:gd name="T1" fmla="*/ 0 h 60"/>
                <a:gd name="T2" fmla="*/ 104 w 25"/>
                <a:gd name="T3" fmla="*/ 429 h 60"/>
                <a:gd name="T4" fmla="*/ 0 w 25"/>
                <a:gd name="T5" fmla="*/ 506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0">
                  <a:moveTo>
                    <a:pt x="25" y="0"/>
                  </a:moveTo>
                  <a:cubicBezTo>
                    <a:pt x="21" y="14"/>
                    <a:pt x="19" y="30"/>
                    <a:pt x="14" y="44"/>
                  </a:cubicBezTo>
                  <a:cubicBezTo>
                    <a:pt x="12" y="49"/>
                    <a:pt x="4" y="60"/>
                    <a:pt x="0" y="5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75" name="Freeform 1666">
              <a:extLst>
                <a:ext uri="{FF2B5EF4-FFF2-40B4-BE49-F238E27FC236}">
                  <a16:creationId xmlns:a16="http://schemas.microsoft.com/office/drawing/2014/main" id="{56D3271A-A499-4FB0-AD1C-A70BE04A0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2941"/>
              <a:ext cx="34" cy="98"/>
            </a:xfrm>
            <a:custGeom>
              <a:avLst/>
              <a:gdLst>
                <a:gd name="T0" fmla="*/ 64 w 17"/>
                <a:gd name="T1" fmla="*/ 0 h 46"/>
                <a:gd name="T2" fmla="*/ 8 w 17"/>
                <a:gd name="T3" fmla="*/ 341 h 46"/>
                <a:gd name="T4" fmla="*/ 136 w 17"/>
                <a:gd name="T5" fmla="*/ 445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6">
                  <a:moveTo>
                    <a:pt x="8" y="0"/>
                  </a:moveTo>
                  <a:cubicBezTo>
                    <a:pt x="6" y="10"/>
                    <a:pt x="5" y="27"/>
                    <a:pt x="1" y="35"/>
                  </a:cubicBezTo>
                  <a:cubicBezTo>
                    <a:pt x="0" y="41"/>
                    <a:pt x="10" y="46"/>
                    <a:pt x="17" y="4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76" name="Freeform 1667">
              <a:extLst>
                <a:ext uri="{FF2B5EF4-FFF2-40B4-BE49-F238E27FC236}">
                  <a16:creationId xmlns:a16="http://schemas.microsoft.com/office/drawing/2014/main" id="{FB202DFC-27A7-4444-8FEF-0B74DF7C4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2866"/>
              <a:ext cx="24" cy="19"/>
            </a:xfrm>
            <a:custGeom>
              <a:avLst/>
              <a:gdLst>
                <a:gd name="T0" fmla="*/ 0 w 12"/>
                <a:gd name="T1" fmla="*/ 84 h 9"/>
                <a:gd name="T2" fmla="*/ 96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0" y="3"/>
                    <a:pt x="7" y="1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77" name="Freeform 1668">
              <a:extLst>
                <a:ext uri="{FF2B5EF4-FFF2-40B4-BE49-F238E27FC236}">
                  <a16:creationId xmlns:a16="http://schemas.microsoft.com/office/drawing/2014/main" id="{20D4750A-DF80-4843-84CB-A7B68B4AD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815"/>
              <a:ext cx="48" cy="87"/>
            </a:xfrm>
            <a:custGeom>
              <a:avLst/>
              <a:gdLst>
                <a:gd name="T0" fmla="*/ 192 w 24"/>
                <a:gd name="T1" fmla="*/ 0 h 41"/>
                <a:gd name="T2" fmla="*/ 152 w 24"/>
                <a:gd name="T3" fmla="*/ 161 h 41"/>
                <a:gd name="T4" fmla="*/ 128 w 24"/>
                <a:gd name="T5" fmla="*/ 333 h 41"/>
                <a:gd name="T6" fmla="*/ 0 w 24"/>
                <a:gd name="T7" fmla="*/ 35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1">
                  <a:moveTo>
                    <a:pt x="24" y="0"/>
                  </a:moveTo>
                  <a:cubicBezTo>
                    <a:pt x="22" y="6"/>
                    <a:pt x="20" y="11"/>
                    <a:pt x="19" y="17"/>
                  </a:cubicBezTo>
                  <a:cubicBezTo>
                    <a:pt x="18" y="22"/>
                    <a:pt x="19" y="31"/>
                    <a:pt x="16" y="35"/>
                  </a:cubicBezTo>
                  <a:cubicBezTo>
                    <a:pt x="12" y="38"/>
                    <a:pt x="4" y="41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78" name="Freeform 1669">
              <a:extLst>
                <a:ext uri="{FF2B5EF4-FFF2-40B4-BE49-F238E27FC236}">
                  <a16:creationId xmlns:a16="http://schemas.microsoft.com/office/drawing/2014/main" id="{E9CF7D1F-BDC0-4C80-B2E2-341EA87F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2896"/>
              <a:ext cx="39" cy="168"/>
            </a:xfrm>
            <a:custGeom>
              <a:avLst/>
              <a:gdLst>
                <a:gd name="T0" fmla="*/ 148 w 20"/>
                <a:gd name="T1" fmla="*/ 0 h 79"/>
                <a:gd name="T2" fmla="*/ 76 w 20"/>
                <a:gd name="T3" fmla="*/ 402 h 79"/>
                <a:gd name="T4" fmla="*/ 60 w 20"/>
                <a:gd name="T5" fmla="*/ 530 h 79"/>
                <a:gd name="T6" fmla="*/ 133 w 20"/>
                <a:gd name="T7" fmla="*/ 759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9">
                  <a:moveTo>
                    <a:pt x="20" y="0"/>
                  </a:moveTo>
                  <a:cubicBezTo>
                    <a:pt x="13" y="13"/>
                    <a:pt x="13" y="28"/>
                    <a:pt x="10" y="42"/>
                  </a:cubicBezTo>
                  <a:cubicBezTo>
                    <a:pt x="9" y="46"/>
                    <a:pt x="9" y="53"/>
                    <a:pt x="8" y="55"/>
                  </a:cubicBezTo>
                  <a:cubicBezTo>
                    <a:pt x="5" y="62"/>
                    <a:pt x="0" y="77"/>
                    <a:pt x="18" y="7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79" name="Freeform 1670">
              <a:extLst>
                <a:ext uri="{FF2B5EF4-FFF2-40B4-BE49-F238E27FC236}">
                  <a16:creationId xmlns:a16="http://schemas.microsoft.com/office/drawing/2014/main" id="{7A6AC018-8AFF-4F78-A824-104362662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904"/>
              <a:ext cx="13" cy="17"/>
            </a:xfrm>
            <a:custGeom>
              <a:avLst/>
              <a:gdLst>
                <a:gd name="T0" fmla="*/ 0 w 7"/>
                <a:gd name="T1" fmla="*/ 9 h 8"/>
                <a:gd name="T2" fmla="*/ 37 w 7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5" y="0"/>
                    <a:pt x="7" y="4"/>
                    <a:pt x="6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80" name="Freeform 1671">
              <a:extLst>
                <a:ext uri="{FF2B5EF4-FFF2-40B4-BE49-F238E27FC236}">
                  <a16:creationId xmlns:a16="http://schemas.microsoft.com/office/drawing/2014/main" id="{B8397B3F-5403-444C-9D67-7412E6774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785"/>
              <a:ext cx="60" cy="85"/>
            </a:xfrm>
            <a:custGeom>
              <a:avLst/>
              <a:gdLst>
                <a:gd name="T0" fmla="*/ 232 w 30"/>
                <a:gd name="T1" fmla="*/ 0 h 40"/>
                <a:gd name="T2" fmla="*/ 200 w 30"/>
                <a:gd name="T3" fmla="*/ 164 h 40"/>
                <a:gd name="T4" fmla="*/ 168 w 30"/>
                <a:gd name="T5" fmla="*/ 349 h 40"/>
                <a:gd name="T6" fmla="*/ 0 w 30"/>
                <a:gd name="T7" fmla="*/ 34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0">
                  <a:moveTo>
                    <a:pt x="29" y="0"/>
                  </a:moveTo>
                  <a:cubicBezTo>
                    <a:pt x="30" y="5"/>
                    <a:pt x="27" y="11"/>
                    <a:pt x="25" y="17"/>
                  </a:cubicBezTo>
                  <a:cubicBezTo>
                    <a:pt x="24" y="21"/>
                    <a:pt x="24" y="32"/>
                    <a:pt x="21" y="36"/>
                  </a:cubicBezTo>
                  <a:cubicBezTo>
                    <a:pt x="18" y="40"/>
                    <a:pt x="5" y="40"/>
                    <a:pt x="0" y="3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81" name="Freeform 1672">
              <a:extLst>
                <a:ext uri="{FF2B5EF4-FFF2-40B4-BE49-F238E27FC236}">
                  <a16:creationId xmlns:a16="http://schemas.microsoft.com/office/drawing/2014/main" id="{8C57B205-B121-4125-AABC-689775A5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868"/>
              <a:ext cx="60" cy="79"/>
            </a:xfrm>
            <a:custGeom>
              <a:avLst/>
              <a:gdLst>
                <a:gd name="T0" fmla="*/ 240 w 30"/>
                <a:gd name="T1" fmla="*/ 0 h 37"/>
                <a:gd name="T2" fmla="*/ 184 w 30"/>
                <a:gd name="T3" fmla="*/ 310 h 37"/>
                <a:gd name="T4" fmla="*/ 0 w 30"/>
                <a:gd name="T5" fmla="*/ 31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7">
                  <a:moveTo>
                    <a:pt x="30" y="0"/>
                  </a:moveTo>
                  <a:cubicBezTo>
                    <a:pt x="26" y="9"/>
                    <a:pt x="29" y="25"/>
                    <a:pt x="23" y="32"/>
                  </a:cubicBezTo>
                  <a:cubicBezTo>
                    <a:pt x="18" y="37"/>
                    <a:pt x="7" y="33"/>
                    <a:pt x="0" y="3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82" name="Freeform 1673">
              <a:extLst>
                <a:ext uri="{FF2B5EF4-FFF2-40B4-BE49-F238E27FC236}">
                  <a16:creationId xmlns:a16="http://schemas.microsoft.com/office/drawing/2014/main" id="{F0A91F0D-889E-4A1E-9945-BDDBD8BCC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943"/>
              <a:ext cx="32" cy="108"/>
            </a:xfrm>
            <a:custGeom>
              <a:avLst/>
              <a:gdLst>
                <a:gd name="T0" fmla="*/ 104 w 16"/>
                <a:gd name="T1" fmla="*/ 0 h 51"/>
                <a:gd name="T2" fmla="*/ 48 w 16"/>
                <a:gd name="T3" fmla="*/ 212 h 51"/>
                <a:gd name="T4" fmla="*/ 40 w 16"/>
                <a:gd name="T5" fmla="*/ 288 h 51"/>
                <a:gd name="T6" fmla="*/ 40 w 16"/>
                <a:gd name="T7" fmla="*/ 296 h 51"/>
                <a:gd name="T8" fmla="*/ 24 w 16"/>
                <a:gd name="T9" fmla="*/ 434 h 51"/>
                <a:gd name="T10" fmla="*/ 128 w 16"/>
                <a:gd name="T11" fmla="*/ 48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1">
                  <a:moveTo>
                    <a:pt x="13" y="0"/>
                  </a:moveTo>
                  <a:cubicBezTo>
                    <a:pt x="10" y="8"/>
                    <a:pt x="7" y="14"/>
                    <a:pt x="6" y="22"/>
                  </a:cubicBezTo>
                  <a:cubicBezTo>
                    <a:pt x="6" y="25"/>
                    <a:pt x="6" y="28"/>
                    <a:pt x="5" y="30"/>
                  </a:cubicBezTo>
                  <a:cubicBezTo>
                    <a:pt x="5" y="33"/>
                    <a:pt x="5" y="31"/>
                    <a:pt x="5" y="31"/>
                  </a:cubicBezTo>
                  <a:cubicBezTo>
                    <a:pt x="4" y="36"/>
                    <a:pt x="0" y="44"/>
                    <a:pt x="3" y="46"/>
                  </a:cubicBezTo>
                  <a:cubicBezTo>
                    <a:pt x="6" y="48"/>
                    <a:pt x="16" y="51"/>
                    <a:pt x="16" y="5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83" name="Freeform 1674">
              <a:extLst>
                <a:ext uri="{FF2B5EF4-FFF2-40B4-BE49-F238E27FC236}">
                  <a16:creationId xmlns:a16="http://schemas.microsoft.com/office/drawing/2014/main" id="{3B06629A-F4B2-43C1-A494-DA138547C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943"/>
              <a:ext cx="12" cy="38"/>
            </a:xfrm>
            <a:custGeom>
              <a:avLst/>
              <a:gdLst>
                <a:gd name="T0" fmla="*/ 0 w 6"/>
                <a:gd name="T1" fmla="*/ 0 h 18"/>
                <a:gd name="T2" fmla="*/ 32 w 6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6" y="3"/>
                    <a:pt x="4" y="12"/>
                    <a:pt x="4" y="1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84" name="Freeform 1675">
              <a:extLst>
                <a:ext uri="{FF2B5EF4-FFF2-40B4-BE49-F238E27FC236}">
                  <a16:creationId xmlns:a16="http://schemas.microsoft.com/office/drawing/2014/main" id="{2D6C9313-634E-4B62-9C21-6D6A6A74C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866"/>
              <a:ext cx="16" cy="28"/>
            </a:xfrm>
            <a:custGeom>
              <a:avLst/>
              <a:gdLst>
                <a:gd name="T0" fmla="*/ 0 w 8"/>
                <a:gd name="T1" fmla="*/ 0 h 13"/>
                <a:gd name="T2" fmla="*/ 64 w 8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7" y="2"/>
                    <a:pt x="6" y="8"/>
                    <a:pt x="8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85" name="Freeform 1676">
              <a:extLst>
                <a:ext uri="{FF2B5EF4-FFF2-40B4-BE49-F238E27FC236}">
                  <a16:creationId xmlns:a16="http://schemas.microsoft.com/office/drawing/2014/main" id="{EED4D14D-5955-4E9C-9478-90B67CE76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779"/>
              <a:ext cx="54" cy="83"/>
            </a:xfrm>
            <a:custGeom>
              <a:avLst/>
              <a:gdLst>
                <a:gd name="T0" fmla="*/ 216 w 27"/>
                <a:gd name="T1" fmla="*/ 0 h 39"/>
                <a:gd name="T2" fmla="*/ 184 w 27"/>
                <a:gd name="T3" fmla="*/ 164 h 39"/>
                <a:gd name="T4" fmla="*/ 144 w 27"/>
                <a:gd name="T5" fmla="*/ 334 h 39"/>
                <a:gd name="T6" fmla="*/ 0 w 27"/>
                <a:gd name="T7" fmla="*/ 32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9">
                  <a:moveTo>
                    <a:pt x="27" y="0"/>
                  </a:moveTo>
                  <a:cubicBezTo>
                    <a:pt x="26" y="6"/>
                    <a:pt x="24" y="12"/>
                    <a:pt x="23" y="17"/>
                  </a:cubicBezTo>
                  <a:cubicBezTo>
                    <a:pt x="22" y="21"/>
                    <a:pt x="21" y="33"/>
                    <a:pt x="18" y="35"/>
                  </a:cubicBezTo>
                  <a:cubicBezTo>
                    <a:pt x="14" y="39"/>
                    <a:pt x="5" y="36"/>
                    <a:pt x="0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86" name="Freeform 1677">
              <a:extLst>
                <a:ext uri="{FF2B5EF4-FFF2-40B4-BE49-F238E27FC236}">
                  <a16:creationId xmlns:a16="http://schemas.microsoft.com/office/drawing/2014/main" id="{B806DF57-901D-4DA8-82DB-14B5585E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858"/>
              <a:ext cx="40" cy="70"/>
            </a:xfrm>
            <a:custGeom>
              <a:avLst/>
              <a:gdLst>
                <a:gd name="T0" fmla="*/ 160 w 20"/>
                <a:gd name="T1" fmla="*/ 0 h 33"/>
                <a:gd name="T2" fmla="*/ 104 w 20"/>
                <a:gd name="T3" fmla="*/ 257 h 33"/>
                <a:gd name="T4" fmla="*/ 0 w 20"/>
                <a:gd name="T5" fmla="*/ 28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20" y="0"/>
                  </a:moveTo>
                  <a:cubicBezTo>
                    <a:pt x="20" y="8"/>
                    <a:pt x="18" y="20"/>
                    <a:pt x="13" y="27"/>
                  </a:cubicBezTo>
                  <a:cubicBezTo>
                    <a:pt x="8" y="33"/>
                    <a:pt x="5" y="26"/>
                    <a:pt x="0" y="2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87" name="Freeform 1678">
              <a:extLst>
                <a:ext uri="{FF2B5EF4-FFF2-40B4-BE49-F238E27FC236}">
                  <a16:creationId xmlns:a16="http://schemas.microsoft.com/office/drawing/2014/main" id="{441F0FA0-B5DC-448B-ADDB-44EF13485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921"/>
              <a:ext cx="38" cy="126"/>
            </a:xfrm>
            <a:custGeom>
              <a:avLst/>
              <a:gdLst>
                <a:gd name="T0" fmla="*/ 120 w 19"/>
                <a:gd name="T1" fmla="*/ 0 h 59"/>
                <a:gd name="T2" fmla="*/ 32 w 19"/>
                <a:gd name="T3" fmla="*/ 410 h 59"/>
                <a:gd name="T4" fmla="*/ 152 w 19"/>
                <a:gd name="T5" fmla="*/ 574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9">
                  <a:moveTo>
                    <a:pt x="15" y="0"/>
                  </a:moveTo>
                  <a:cubicBezTo>
                    <a:pt x="9" y="13"/>
                    <a:pt x="8" y="28"/>
                    <a:pt x="4" y="42"/>
                  </a:cubicBezTo>
                  <a:cubicBezTo>
                    <a:pt x="2" y="49"/>
                    <a:pt x="0" y="57"/>
                    <a:pt x="19" y="5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88" name="Freeform 1679">
              <a:extLst>
                <a:ext uri="{FF2B5EF4-FFF2-40B4-BE49-F238E27FC236}">
                  <a16:creationId xmlns:a16="http://schemas.microsoft.com/office/drawing/2014/main" id="{91FC4813-F525-472E-92E0-EB53C9539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841"/>
              <a:ext cx="62" cy="98"/>
            </a:xfrm>
            <a:custGeom>
              <a:avLst/>
              <a:gdLst>
                <a:gd name="T0" fmla="*/ 248 w 31"/>
                <a:gd name="T1" fmla="*/ 0 h 46"/>
                <a:gd name="T2" fmla="*/ 128 w 31"/>
                <a:gd name="T3" fmla="*/ 386 h 46"/>
                <a:gd name="T4" fmla="*/ 0 w 31"/>
                <a:gd name="T5" fmla="*/ 38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6">
                  <a:moveTo>
                    <a:pt x="31" y="0"/>
                  </a:moveTo>
                  <a:cubicBezTo>
                    <a:pt x="23" y="12"/>
                    <a:pt x="25" y="30"/>
                    <a:pt x="16" y="40"/>
                  </a:cubicBezTo>
                  <a:cubicBezTo>
                    <a:pt x="11" y="46"/>
                    <a:pt x="7" y="42"/>
                    <a:pt x="0" y="4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89" name="Freeform 1680">
              <a:extLst>
                <a:ext uri="{FF2B5EF4-FFF2-40B4-BE49-F238E27FC236}">
                  <a16:creationId xmlns:a16="http://schemas.microsoft.com/office/drawing/2014/main" id="{718DD1E0-CE05-4697-8CDE-D0E0B5827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934"/>
              <a:ext cx="8" cy="49"/>
            </a:xfrm>
            <a:custGeom>
              <a:avLst/>
              <a:gdLst>
                <a:gd name="T0" fmla="*/ 0 w 4"/>
                <a:gd name="T1" fmla="*/ 0 h 23"/>
                <a:gd name="T2" fmla="*/ 24 w 4"/>
                <a:gd name="T3" fmla="*/ 22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3" y="7"/>
                    <a:pt x="4" y="16"/>
                    <a:pt x="3" y="2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90" name="Freeform 1681">
              <a:extLst>
                <a:ext uri="{FF2B5EF4-FFF2-40B4-BE49-F238E27FC236}">
                  <a16:creationId xmlns:a16="http://schemas.microsoft.com/office/drawing/2014/main" id="{5D935661-C766-4856-930D-7F257D3F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841"/>
              <a:ext cx="10" cy="29"/>
            </a:xfrm>
            <a:custGeom>
              <a:avLst/>
              <a:gdLst>
                <a:gd name="T0" fmla="*/ 0 w 5"/>
                <a:gd name="T1" fmla="*/ 0 h 14"/>
                <a:gd name="T2" fmla="*/ 40 w 5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5" y="4"/>
                    <a:pt x="3" y="9"/>
                    <a:pt x="5" y="1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91" name="Freeform 1682">
              <a:extLst>
                <a:ext uri="{FF2B5EF4-FFF2-40B4-BE49-F238E27FC236}">
                  <a16:creationId xmlns:a16="http://schemas.microsoft.com/office/drawing/2014/main" id="{5B6F9A74-4CB8-4D2F-8F8A-477D7E00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62"/>
              <a:ext cx="12" cy="23"/>
            </a:xfrm>
            <a:custGeom>
              <a:avLst/>
              <a:gdLst>
                <a:gd name="T0" fmla="*/ 0 w 6"/>
                <a:gd name="T1" fmla="*/ 0 h 11"/>
                <a:gd name="T2" fmla="*/ 48 w 6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0" y="4"/>
                    <a:pt x="1" y="11"/>
                    <a:pt x="6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92" name="Freeform 1683">
              <a:extLst>
                <a:ext uri="{FF2B5EF4-FFF2-40B4-BE49-F238E27FC236}">
                  <a16:creationId xmlns:a16="http://schemas.microsoft.com/office/drawing/2014/main" id="{105B3A6E-AD81-4D6B-BCC6-BEFD1494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509"/>
              <a:ext cx="98" cy="31"/>
            </a:xfrm>
            <a:custGeom>
              <a:avLst/>
              <a:gdLst>
                <a:gd name="T0" fmla="*/ 0 w 49"/>
                <a:gd name="T1" fmla="*/ 72 h 15"/>
                <a:gd name="T2" fmla="*/ 288 w 49"/>
                <a:gd name="T3" fmla="*/ 99 h 15"/>
                <a:gd name="T4" fmla="*/ 392 w 4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5">
                  <a:moveTo>
                    <a:pt x="0" y="8"/>
                  </a:moveTo>
                  <a:cubicBezTo>
                    <a:pt x="10" y="15"/>
                    <a:pt x="25" y="11"/>
                    <a:pt x="36" y="11"/>
                  </a:cubicBezTo>
                  <a:cubicBezTo>
                    <a:pt x="47" y="11"/>
                    <a:pt x="48" y="11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93" name="Freeform 1684">
              <a:extLst>
                <a:ext uri="{FF2B5EF4-FFF2-40B4-BE49-F238E27FC236}">
                  <a16:creationId xmlns:a16="http://schemas.microsoft.com/office/drawing/2014/main" id="{D7D676C4-96C7-487B-BA38-5F8B65F01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504"/>
              <a:ext cx="91" cy="39"/>
            </a:xfrm>
            <a:custGeom>
              <a:avLst/>
              <a:gdLst>
                <a:gd name="T0" fmla="*/ 0 w 46"/>
                <a:gd name="T1" fmla="*/ 141 h 18"/>
                <a:gd name="T2" fmla="*/ 140 w 46"/>
                <a:gd name="T3" fmla="*/ 173 h 18"/>
                <a:gd name="T4" fmla="*/ 356 w 46"/>
                <a:gd name="T5" fmla="*/ 113 h 18"/>
                <a:gd name="T6" fmla="*/ 356 w 46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8">
                  <a:moveTo>
                    <a:pt x="0" y="14"/>
                  </a:moveTo>
                  <a:cubicBezTo>
                    <a:pt x="6" y="13"/>
                    <a:pt x="13" y="14"/>
                    <a:pt x="18" y="17"/>
                  </a:cubicBezTo>
                  <a:cubicBezTo>
                    <a:pt x="31" y="18"/>
                    <a:pt x="45" y="18"/>
                    <a:pt x="46" y="11"/>
                  </a:cubicBezTo>
                  <a:cubicBezTo>
                    <a:pt x="46" y="4"/>
                    <a:pt x="46" y="0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94" name="Freeform 1685">
              <a:extLst>
                <a:ext uri="{FF2B5EF4-FFF2-40B4-BE49-F238E27FC236}">
                  <a16:creationId xmlns:a16="http://schemas.microsoft.com/office/drawing/2014/main" id="{88674A07-821E-4732-B828-F31E2F41F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532"/>
              <a:ext cx="86" cy="49"/>
            </a:xfrm>
            <a:custGeom>
              <a:avLst/>
              <a:gdLst>
                <a:gd name="T0" fmla="*/ 0 w 43"/>
                <a:gd name="T1" fmla="*/ 213 h 23"/>
                <a:gd name="T2" fmla="*/ 280 w 43"/>
                <a:gd name="T3" fmla="*/ 181 h 23"/>
                <a:gd name="T4" fmla="*/ 336 w 43"/>
                <a:gd name="T5" fmla="*/ 9 h 23"/>
                <a:gd name="T6" fmla="*/ 328 w 43"/>
                <a:gd name="T7" fmla="*/ 1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3">
                  <a:moveTo>
                    <a:pt x="0" y="22"/>
                  </a:moveTo>
                  <a:cubicBezTo>
                    <a:pt x="11" y="22"/>
                    <a:pt x="24" y="23"/>
                    <a:pt x="35" y="19"/>
                  </a:cubicBezTo>
                  <a:cubicBezTo>
                    <a:pt x="43" y="16"/>
                    <a:pt x="43" y="10"/>
                    <a:pt x="42" y="1"/>
                  </a:cubicBezTo>
                  <a:cubicBezTo>
                    <a:pt x="41" y="0"/>
                    <a:pt x="41" y="2"/>
                    <a:pt x="41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95" name="Freeform 1686">
              <a:extLst>
                <a:ext uri="{FF2B5EF4-FFF2-40B4-BE49-F238E27FC236}">
                  <a16:creationId xmlns:a16="http://schemas.microsoft.com/office/drawing/2014/main" id="{DCCE2DBF-4EFA-4017-BC87-5CA5362A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40"/>
              <a:ext cx="102" cy="34"/>
            </a:xfrm>
            <a:custGeom>
              <a:avLst/>
              <a:gdLst>
                <a:gd name="T0" fmla="*/ 0 w 51"/>
                <a:gd name="T1" fmla="*/ 117 h 16"/>
                <a:gd name="T2" fmla="*/ 336 w 51"/>
                <a:gd name="T3" fmla="*/ 117 h 16"/>
                <a:gd name="T4" fmla="*/ 408 w 5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6">
                  <a:moveTo>
                    <a:pt x="0" y="12"/>
                  </a:moveTo>
                  <a:cubicBezTo>
                    <a:pt x="11" y="16"/>
                    <a:pt x="30" y="15"/>
                    <a:pt x="42" y="12"/>
                  </a:cubicBezTo>
                  <a:cubicBezTo>
                    <a:pt x="51" y="10"/>
                    <a:pt x="51" y="0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96" name="Freeform 1687">
              <a:extLst>
                <a:ext uri="{FF2B5EF4-FFF2-40B4-BE49-F238E27FC236}">
                  <a16:creationId xmlns:a16="http://schemas.microsoft.com/office/drawing/2014/main" id="{89269A56-28E9-4454-BBB6-48CC65A22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579"/>
              <a:ext cx="78" cy="40"/>
            </a:xfrm>
            <a:custGeom>
              <a:avLst/>
              <a:gdLst>
                <a:gd name="T0" fmla="*/ 0 w 39"/>
                <a:gd name="T1" fmla="*/ 160 h 19"/>
                <a:gd name="T2" fmla="*/ 128 w 39"/>
                <a:gd name="T3" fmla="*/ 160 h 19"/>
                <a:gd name="T4" fmla="*/ 280 w 39"/>
                <a:gd name="T5" fmla="*/ 152 h 19"/>
                <a:gd name="T6" fmla="*/ 280 w 39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9">
                  <a:moveTo>
                    <a:pt x="0" y="17"/>
                  </a:moveTo>
                  <a:cubicBezTo>
                    <a:pt x="5" y="19"/>
                    <a:pt x="11" y="17"/>
                    <a:pt x="16" y="17"/>
                  </a:cubicBezTo>
                  <a:cubicBezTo>
                    <a:pt x="21" y="17"/>
                    <a:pt x="32" y="19"/>
                    <a:pt x="35" y="16"/>
                  </a:cubicBezTo>
                  <a:cubicBezTo>
                    <a:pt x="39" y="13"/>
                    <a:pt x="36" y="4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97" name="Freeform 1688">
              <a:extLst>
                <a:ext uri="{FF2B5EF4-FFF2-40B4-BE49-F238E27FC236}">
                  <a16:creationId xmlns:a16="http://schemas.microsoft.com/office/drawing/2014/main" id="{06DBCEC0-CEE7-4032-86A1-360B5DB62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574"/>
              <a:ext cx="78" cy="43"/>
            </a:xfrm>
            <a:custGeom>
              <a:avLst/>
              <a:gdLst>
                <a:gd name="T0" fmla="*/ 0 w 39"/>
                <a:gd name="T1" fmla="*/ 189 h 20"/>
                <a:gd name="T2" fmla="*/ 120 w 39"/>
                <a:gd name="T3" fmla="*/ 181 h 20"/>
                <a:gd name="T4" fmla="*/ 264 w 39"/>
                <a:gd name="T5" fmla="*/ 172 h 20"/>
                <a:gd name="T6" fmla="*/ 296 w 39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0">
                  <a:moveTo>
                    <a:pt x="0" y="19"/>
                  </a:moveTo>
                  <a:cubicBezTo>
                    <a:pt x="5" y="20"/>
                    <a:pt x="10" y="18"/>
                    <a:pt x="15" y="18"/>
                  </a:cubicBezTo>
                  <a:cubicBezTo>
                    <a:pt x="19" y="17"/>
                    <a:pt x="29" y="19"/>
                    <a:pt x="33" y="17"/>
                  </a:cubicBezTo>
                  <a:cubicBezTo>
                    <a:pt x="38" y="14"/>
                    <a:pt x="39" y="6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98" name="Freeform 1689">
              <a:extLst>
                <a:ext uri="{FF2B5EF4-FFF2-40B4-BE49-F238E27FC236}">
                  <a16:creationId xmlns:a16="http://schemas.microsoft.com/office/drawing/2014/main" id="{CA4C03F6-5CC2-4C3A-ACD0-A03D6FE8B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564"/>
              <a:ext cx="89" cy="53"/>
            </a:xfrm>
            <a:custGeom>
              <a:avLst/>
              <a:gdLst>
                <a:gd name="T0" fmla="*/ 0 w 45"/>
                <a:gd name="T1" fmla="*/ 189 h 25"/>
                <a:gd name="T2" fmla="*/ 133 w 45"/>
                <a:gd name="T3" fmla="*/ 212 h 25"/>
                <a:gd name="T4" fmla="*/ 117 w 45"/>
                <a:gd name="T5" fmla="*/ 201 h 25"/>
                <a:gd name="T6" fmla="*/ 316 w 45"/>
                <a:gd name="T7" fmla="*/ 172 h 25"/>
                <a:gd name="T8" fmla="*/ 348 w 4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5">
                  <a:moveTo>
                    <a:pt x="0" y="20"/>
                  </a:moveTo>
                  <a:cubicBezTo>
                    <a:pt x="4" y="21"/>
                    <a:pt x="12" y="23"/>
                    <a:pt x="17" y="22"/>
                  </a:cubicBezTo>
                  <a:cubicBezTo>
                    <a:pt x="16" y="21"/>
                    <a:pt x="16" y="22"/>
                    <a:pt x="15" y="21"/>
                  </a:cubicBezTo>
                  <a:cubicBezTo>
                    <a:pt x="26" y="20"/>
                    <a:pt x="38" y="25"/>
                    <a:pt x="41" y="18"/>
                  </a:cubicBezTo>
                  <a:cubicBezTo>
                    <a:pt x="44" y="12"/>
                    <a:pt x="45" y="0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199" name="Freeform 1690">
              <a:extLst>
                <a:ext uri="{FF2B5EF4-FFF2-40B4-BE49-F238E27FC236}">
                  <a16:creationId xmlns:a16="http://schemas.microsoft.com/office/drawing/2014/main" id="{64D1C36C-8D75-4368-A4FC-E021F37C5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17"/>
              <a:ext cx="98" cy="43"/>
            </a:xfrm>
            <a:custGeom>
              <a:avLst/>
              <a:gdLst>
                <a:gd name="T0" fmla="*/ 0 w 49"/>
                <a:gd name="T1" fmla="*/ 172 h 20"/>
                <a:gd name="T2" fmla="*/ 336 w 4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0">
                  <a:moveTo>
                    <a:pt x="0" y="17"/>
                  </a:moveTo>
                  <a:cubicBezTo>
                    <a:pt x="12" y="18"/>
                    <a:pt x="49" y="20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00" name="Freeform 1691">
              <a:extLst>
                <a:ext uri="{FF2B5EF4-FFF2-40B4-BE49-F238E27FC236}">
                  <a16:creationId xmlns:a16="http://schemas.microsoft.com/office/drawing/2014/main" id="{BECB4105-F82B-4770-AE49-8A31089FD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611"/>
              <a:ext cx="127" cy="36"/>
            </a:xfrm>
            <a:custGeom>
              <a:avLst/>
              <a:gdLst>
                <a:gd name="T0" fmla="*/ 0 w 64"/>
                <a:gd name="T1" fmla="*/ 161 h 17"/>
                <a:gd name="T2" fmla="*/ 359 w 64"/>
                <a:gd name="T3" fmla="*/ 136 h 17"/>
                <a:gd name="T4" fmla="*/ 500 w 6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7">
                  <a:moveTo>
                    <a:pt x="0" y="17"/>
                  </a:moveTo>
                  <a:cubicBezTo>
                    <a:pt x="15" y="17"/>
                    <a:pt x="34" y="14"/>
                    <a:pt x="46" y="14"/>
                  </a:cubicBezTo>
                  <a:cubicBezTo>
                    <a:pt x="57" y="13"/>
                    <a:pt x="64" y="13"/>
                    <a:pt x="6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01" name="Freeform 1692">
              <a:extLst>
                <a:ext uri="{FF2B5EF4-FFF2-40B4-BE49-F238E27FC236}">
                  <a16:creationId xmlns:a16="http://schemas.microsoft.com/office/drawing/2014/main" id="{33FB58B5-F430-4ACA-95B8-69972F662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657"/>
              <a:ext cx="12" cy="37"/>
            </a:xfrm>
            <a:custGeom>
              <a:avLst/>
              <a:gdLst>
                <a:gd name="T0" fmla="*/ 0 w 6"/>
                <a:gd name="T1" fmla="*/ 0 h 17"/>
                <a:gd name="T2" fmla="*/ 16 w 6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2" y="5"/>
                    <a:pt x="6" y="12"/>
                    <a:pt x="2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02" name="Freeform 1693">
              <a:extLst>
                <a:ext uri="{FF2B5EF4-FFF2-40B4-BE49-F238E27FC236}">
                  <a16:creationId xmlns:a16="http://schemas.microsoft.com/office/drawing/2014/main" id="{267BCC79-1548-4CD5-B054-8542C446D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645"/>
              <a:ext cx="12" cy="40"/>
            </a:xfrm>
            <a:custGeom>
              <a:avLst/>
              <a:gdLst>
                <a:gd name="T0" fmla="*/ 0 w 6"/>
                <a:gd name="T1" fmla="*/ 0 h 19"/>
                <a:gd name="T2" fmla="*/ 16 w 6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3" y="6"/>
                    <a:pt x="6" y="13"/>
                    <a:pt x="2" y="1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03" name="Freeform 1694">
              <a:extLst>
                <a:ext uri="{FF2B5EF4-FFF2-40B4-BE49-F238E27FC236}">
                  <a16:creationId xmlns:a16="http://schemas.microsoft.com/office/drawing/2014/main" id="{DADB97CA-EE5F-4800-BC4A-12C878AC5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683"/>
              <a:ext cx="28" cy="19"/>
            </a:xfrm>
            <a:custGeom>
              <a:avLst/>
              <a:gdLst>
                <a:gd name="T0" fmla="*/ 0 w 14"/>
                <a:gd name="T1" fmla="*/ 0 h 9"/>
                <a:gd name="T2" fmla="*/ 112 w 14"/>
                <a:gd name="T3" fmla="*/ 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6" y="0"/>
                    <a:pt x="9" y="9"/>
                    <a:pt x="14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04" name="Freeform 1695">
              <a:extLst>
                <a:ext uri="{FF2B5EF4-FFF2-40B4-BE49-F238E27FC236}">
                  <a16:creationId xmlns:a16="http://schemas.microsoft.com/office/drawing/2014/main" id="{8AB28D68-303B-4832-AEE8-F532F8F71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530"/>
              <a:ext cx="24" cy="25"/>
            </a:xfrm>
            <a:custGeom>
              <a:avLst/>
              <a:gdLst>
                <a:gd name="T0" fmla="*/ 0 w 12"/>
                <a:gd name="T1" fmla="*/ 108 h 12"/>
                <a:gd name="T2" fmla="*/ 96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2" y="5"/>
                    <a:pt x="6" y="2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05" name="Freeform 1696">
              <a:extLst>
                <a:ext uri="{FF2B5EF4-FFF2-40B4-BE49-F238E27FC236}">
                  <a16:creationId xmlns:a16="http://schemas.microsoft.com/office/drawing/2014/main" id="{2655F44C-EEE2-46DB-9492-8AC171BA5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630"/>
              <a:ext cx="18" cy="21"/>
            </a:xfrm>
            <a:custGeom>
              <a:avLst/>
              <a:gdLst>
                <a:gd name="T0" fmla="*/ 0 w 9"/>
                <a:gd name="T1" fmla="*/ 0 h 10"/>
                <a:gd name="T2" fmla="*/ 72 w 9"/>
                <a:gd name="T3" fmla="*/ 5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4"/>
                    <a:pt x="5" y="10"/>
                    <a:pt x="9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06" name="Freeform 1697">
              <a:extLst>
                <a:ext uri="{FF2B5EF4-FFF2-40B4-BE49-F238E27FC236}">
                  <a16:creationId xmlns:a16="http://schemas.microsoft.com/office/drawing/2014/main" id="{689FD615-8C33-4767-96A3-4DE40BDA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245"/>
              <a:ext cx="95" cy="36"/>
            </a:xfrm>
            <a:custGeom>
              <a:avLst/>
              <a:gdLst>
                <a:gd name="T0" fmla="*/ 0 w 48"/>
                <a:gd name="T1" fmla="*/ 68 h 17"/>
                <a:gd name="T2" fmla="*/ 87 w 48"/>
                <a:gd name="T3" fmla="*/ 144 h 17"/>
                <a:gd name="T4" fmla="*/ 271 w 48"/>
                <a:gd name="T5" fmla="*/ 161 h 17"/>
                <a:gd name="T6" fmla="*/ 356 w 48"/>
                <a:gd name="T7" fmla="*/ 76 h 17"/>
                <a:gd name="T8" fmla="*/ 364 w 4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7"/>
                  </a:moveTo>
                  <a:cubicBezTo>
                    <a:pt x="2" y="12"/>
                    <a:pt x="6" y="15"/>
                    <a:pt x="11" y="15"/>
                  </a:cubicBezTo>
                  <a:cubicBezTo>
                    <a:pt x="19" y="16"/>
                    <a:pt x="27" y="17"/>
                    <a:pt x="35" y="17"/>
                  </a:cubicBezTo>
                  <a:cubicBezTo>
                    <a:pt x="42" y="17"/>
                    <a:pt x="44" y="15"/>
                    <a:pt x="46" y="8"/>
                  </a:cubicBezTo>
                  <a:cubicBezTo>
                    <a:pt x="48" y="5"/>
                    <a:pt x="47" y="3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07" name="Freeform 1698">
              <a:extLst>
                <a:ext uri="{FF2B5EF4-FFF2-40B4-BE49-F238E27FC236}">
                  <a16:creationId xmlns:a16="http://schemas.microsoft.com/office/drawing/2014/main" id="{9D9310C5-95F5-4EB0-949A-783E0782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249"/>
              <a:ext cx="78" cy="34"/>
            </a:xfrm>
            <a:custGeom>
              <a:avLst/>
              <a:gdLst>
                <a:gd name="T0" fmla="*/ 0 w 39"/>
                <a:gd name="T1" fmla="*/ 96 h 16"/>
                <a:gd name="T2" fmla="*/ 64 w 39"/>
                <a:gd name="T3" fmla="*/ 104 h 16"/>
                <a:gd name="T4" fmla="*/ 248 w 39"/>
                <a:gd name="T5" fmla="*/ 136 h 16"/>
                <a:gd name="T6" fmla="*/ 296 w 39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6">
                  <a:moveTo>
                    <a:pt x="0" y="10"/>
                  </a:moveTo>
                  <a:cubicBezTo>
                    <a:pt x="0" y="12"/>
                    <a:pt x="7" y="11"/>
                    <a:pt x="8" y="11"/>
                  </a:cubicBezTo>
                  <a:cubicBezTo>
                    <a:pt x="15" y="12"/>
                    <a:pt x="24" y="16"/>
                    <a:pt x="31" y="14"/>
                  </a:cubicBezTo>
                  <a:cubicBezTo>
                    <a:pt x="39" y="13"/>
                    <a:pt x="35" y="5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08" name="Freeform 1699">
              <a:extLst>
                <a:ext uri="{FF2B5EF4-FFF2-40B4-BE49-F238E27FC236}">
                  <a16:creationId xmlns:a16="http://schemas.microsoft.com/office/drawing/2014/main" id="{04879A7C-C9CD-4CD1-AFA5-78A2F14BE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274"/>
              <a:ext cx="64" cy="13"/>
            </a:xfrm>
            <a:custGeom>
              <a:avLst/>
              <a:gdLst>
                <a:gd name="T0" fmla="*/ 0 w 32"/>
                <a:gd name="T1" fmla="*/ 0 h 6"/>
                <a:gd name="T2" fmla="*/ 72 w 32"/>
                <a:gd name="T3" fmla="*/ 33 h 6"/>
                <a:gd name="T4" fmla="*/ 200 w 32"/>
                <a:gd name="T5" fmla="*/ 52 h 6"/>
                <a:gd name="T6" fmla="*/ 256 w 32"/>
                <a:gd name="T7" fmla="*/ 6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6">
                  <a:moveTo>
                    <a:pt x="0" y="0"/>
                  </a:moveTo>
                  <a:cubicBezTo>
                    <a:pt x="2" y="2"/>
                    <a:pt x="6" y="2"/>
                    <a:pt x="9" y="3"/>
                  </a:cubicBezTo>
                  <a:cubicBezTo>
                    <a:pt x="14" y="4"/>
                    <a:pt x="19" y="5"/>
                    <a:pt x="25" y="5"/>
                  </a:cubicBezTo>
                  <a:cubicBezTo>
                    <a:pt x="27" y="5"/>
                    <a:pt x="29" y="6"/>
                    <a:pt x="32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09" name="Freeform 1700">
              <a:extLst>
                <a:ext uri="{FF2B5EF4-FFF2-40B4-BE49-F238E27FC236}">
                  <a16:creationId xmlns:a16="http://schemas.microsoft.com/office/drawing/2014/main" id="{EBE78DD7-09D6-44DF-88B4-7940632DF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285"/>
              <a:ext cx="57" cy="38"/>
            </a:xfrm>
            <a:custGeom>
              <a:avLst/>
              <a:gdLst>
                <a:gd name="T0" fmla="*/ 0 w 29"/>
                <a:gd name="T1" fmla="*/ 133 h 18"/>
                <a:gd name="T2" fmla="*/ 167 w 29"/>
                <a:gd name="T3" fmla="*/ 152 h 18"/>
                <a:gd name="T4" fmla="*/ 220 w 2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0" y="14"/>
                  </a:moveTo>
                  <a:cubicBezTo>
                    <a:pt x="5" y="17"/>
                    <a:pt x="16" y="18"/>
                    <a:pt x="22" y="16"/>
                  </a:cubicBezTo>
                  <a:cubicBezTo>
                    <a:pt x="28" y="14"/>
                    <a:pt x="29" y="6"/>
                    <a:pt x="2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10" name="Freeform 1701">
              <a:extLst>
                <a:ext uri="{FF2B5EF4-FFF2-40B4-BE49-F238E27FC236}">
                  <a16:creationId xmlns:a16="http://schemas.microsoft.com/office/drawing/2014/main" id="{8E85F2CE-4010-46DC-9981-3AE5041FB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281"/>
              <a:ext cx="98" cy="38"/>
            </a:xfrm>
            <a:custGeom>
              <a:avLst/>
              <a:gdLst>
                <a:gd name="T0" fmla="*/ 0 w 49"/>
                <a:gd name="T1" fmla="*/ 144 h 18"/>
                <a:gd name="T2" fmla="*/ 192 w 49"/>
                <a:gd name="T3" fmla="*/ 152 h 18"/>
                <a:gd name="T4" fmla="*/ 368 w 49"/>
                <a:gd name="T5" fmla="*/ 133 h 18"/>
                <a:gd name="T6" fmla="*/ 384 w 49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8">
                  <a:moveTo>
                    <a:pt x="0" y="15"/>
                  </a:moveTo>
                  <a:cubicBezTo>
                    <a:pt x="8" y="15"/>
                    <a:pt x="16" y="16"/>
                    <a:pt x="24" y="16"/>
                  </a:cubicBezTo>
                  <a:cubicBezTo>
                    <a:pt x="28" y="16"/>
                    <a:pt x="43" y="18"/>
                    <a:pt x="46" y="14"/>
                  </a:cubicBezTo>
                  <a:cubicBezTo>
                    <a:pt x="49" y="10"/>
                    <a:pt x="46" y="4"/>
                    <a:pt x="4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11" name="Freeform 1702">
              <a:extLst>
                <a:ext uri="{FF2B5EF4-FFF2-40B4-BE49-F238E27FC236}">
                  <a16:creationId xmlns:a16="http://schemas.microsoft.com/office/drawing/2014/main" id="{08A6588F-DE91-4316-83DE-0B43E7BCD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311"/>
              <a:ext cx="84" cy="12"/>
            </a:xfrm>
            <a:custGeom>
              <a:avLst/>
              <a:gdLst>
                <a:gd name="T0" fmla="*/ 0 w 42"/>
                <a:gd name="T1" fmla="*/ 0 h 6"/>
                <a:gd name="T2" fmla="*/ 336 w 42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6">
                  <a:moveTo>
                    <a:pt x="0" y="0"/>
                  </a:moveTo>
                  <a:cubicBezTo>
                    <a:pt x="12" y="6"/>
                    <a:pt x="29" y="1"/>
                    <a:pt x="42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12" name="Freeform 1703">
              <a:extLst>
                <a:ext uri="{FF2B5EF4-FFF2-40B4-BE49-F238E27FC236}">
                  <a16:creationId xmlns:a16="http://schemas.microsoft.com/office/drawing/2014/main" id="{B36AAB70-3D36-4756-B8D2-C7E30C762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319"/>
              <a:ext cx="79" cy="66"/>
            </a:xfrm>
            <a:custGeom>
              <a:avLst/>
              <a:gdLst>
                <a:gd name="T0" fmla="*/ 0 w 40"/>
                <a:gd name="T1" fmla="*/ 258 h 31"/>
                <a:gd name="T2" fmla="*/ 117 w 40"/>
                <a:gd name="T3" fmla="*/ 281 h 31"/>
                <a:gd name="T4" fmla="*/ 231 w 40"/>
                <a:gd name="T5" fmla="*/ 281 h 31"/>
                <a:gd name="T6" fmla="*/ 277 w 4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0" y="27"/>
                  </a:moveTo>
                  <a:cubicBezTo>
                    <a:pt x="3" y="30"/>
                    <a:pt x="11" y="29"/>
                    <a:pt x="15" y="29"/>
                  </a:cubicBezTo>
                  <a:cubicBezTo>
                    <a:pt x="20" y="29"/>
                    <a:pt x="26" y="31"/>
                    <a:pt x="30" y="29"/>
                  </a:cubicBezTo>
                  <a:cubicBezTo>
                    <a:pt x="40" y="25"/>
                    <a:pt x="36" y="9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13" name="Freeform 1704">
              <a:extLst>
                <a:ext uri="{FF2B5EF4-FFF2-40B4-BE49-F238E27FC236}">
                  <a16:creationId xmlns:a16="http://schemas.microsoft.com/office/drawing/2014/main" id="{781BD09A-3020-4012-9877-D7BF6EC89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321"/>
              <a:ext cx="118" cy="56"/>
            </a:xfrm>
            <a:custGeom>
              <a:avLst/>
              <a:gdLst>
                <a:gd name="T0" fmla="*/ 8 w 59"/>
                <a:gd name="T1" fmla="*/ 233 h 26"/>
                <a:gd name="T2" fmla="*/ 0 w 59"/>
                <a:gd name="T3" fmla="*/ 233 h 26"/>
                <a:gd name="T4" fmla="*/ 280 w 59"/>
                <a:gd name="T5" fmla="*/ 261 h 26"/>
                <a:gd name="T6" fmla="*/ 432 w 59"/>
                <a:gd name="T7" fmla="*/ 218 h 26"/>
                <a:gd name="T8" fmla="*/ 464 w 5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6">
                  <a:moveTo>
                    <a:pt x="1" y="23"/>
                  </a:moveTo>
                  <a:cubicBezTo>
                    <a:pt x="1" y="23"/>
                    <a:pt x="0" y="23"/>
                    <a:pt x="0" y="23"/>
                  </a:cubicBezTo>
                  <a:cubicBezTo>
                    <a:pt x="11" y="24"/>
                    <a:pt x="23" y="25"/>
                    <a:pt x="35" y="26"/>
                  </a:cubicBezTo>
                  <a:cubicBezTo>
                    <a:pt x="41" y="26"/>
                    <a:pt x="49" y="26"/>
                    <a:pt x="54" y="22"/>
                  </a:cubicBezTo>
                  <a:cubicBezTo>
                    <a:pt x="59" y="18"/>
                    <a:pt x="58" y="6"/>
                    <a:pt x="5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14" name="Freeform 1705">
              <a:extLst>
                <a:ext uri="{FF2B5EF4-FFF2-40B4-BE49-F238E27FC236}">
                  <a16:creationId xmlns:a16="http://schemas.microsoft.com/office/drawing/2014/main" id="{76AD3E68-66FA-4A8D-B18F-E2F7F0E05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364"/>
              <a:ext cx="52" cy="8"/>
            </a:xfrm>
            <a:custGeom>
              <a:avLst/>
              <a:gdLst>
                <a:gd name="T0" fmla="*/ 0 w 26"/>
                <a:gd name="T1" fmla="*/ 16 h 4"/>
                <a:gd name="T2" fmla="*/ 208 w 2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2"/>
                  </a:moveTo>
                  <a:cubicBezTo>
                    <a:pt x="5" y="0"/>
                    <a:pt x="19" y="3"/>
                    <a:pt x="26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15" name="Freeform 1706">
              <a:extLst>
                <a:ext uri="{FF2B5EF4-FFF2-40B4-BE49-F238E27FC236}">
                  <a16:creationId xmlns:a16="http://schemas.microsoft.com/office/drawing/2014/main" id="{FE53C51F-4870-4956-8274-44D23CCEB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379"/>
              <a:ext cx="59" cy="59"/>
            </a:xfrm>
            <a:custGeom>
              <a:avLst/>
              <a:gdLst>
                <a:gd name="T0" fmla="*/ 0 w 30"/>
                <a:gd name="T1" fmla="*/ 213 h 28"/>
                <a:gd name="T2" fmla="*/ 181 w 30"/>
                <a:gd name="T3" fmla="*/ 213 h 28"/>
                <a:gd name="T4" fmla="*/ 212 w 30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8">
                  <a:moveTo>
                    <a:pt x="0" y="23"/>
                  </a:moveTo>
                  <a:cubicBezTo>
                    <a:pt x="7" y="23"/>
                    <a:pt x="18" y="28"/>
                    <a:pt x="24" y="23"/>
                  </a:cubicBezTo>
                  <a:cubicBezTo>
                    <a:pt x="30" y="18"/>
                    <a:pt x="28" y="7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16" name="Freeform 1707">
              <a:extLst>
                <a:ext uri="{FF2B5EF4-FFF2-40B4-BE49-F238E27FC236}">
                  <a16:creationId xmlns:a16="http://schemas.microsoft.com/office/drawing/2014/main" id="{FB6D8830-B906-4333-AFE3-83D3F73B0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557"/>
              <a:ext cx="67" cy="7"/>
            </a:xfrm>
            <a:custGeom>
              <a:avLst/>
              <a:gdLst>
                <a:gd name="T0" fmla="*/ 0 w 34"/>
                <a:gd name="T1" fmla="*/ 28 h 3"/>
                <a:gd name="T2" fmla="*/ 260 w 3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0" y="2"/>
                  </a:moveTo>
                  <a:cubicBezTo>
                    <a:pt x="14" y="3"/>
                    <a:pt x="29" y="3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17" name="Freeform 1708">
              <a:extLst>
                <a:ext uri="{FF2B5EF4-FFF2-40B4-BE49-F238E27FC236}">
                  <a16:creationId xmlns:a16="http://schemas.microsoft.com/office/drawing/2014/main" id="{7976FA00-151D-4D10-8FF3-92029E6A0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626"/>
              <a:ext cx="45" cy="40"/>
            </a:xfrm>
            <a:custGeom>
              <a:avLst/>
              <a:gdLst>
                <a:gd name="T0" fmla="*/ 0 w 23"/>
                <a:gd name="T1" fmla="*/ 27 h 19"/>
                <a:gd name="T2" fmla="*/ 157 w 23"/>
                <a:gd name="T3" fmla="*/ 48 h 19"/>
                <a:gd name="T4" fmla="*/ 172 w 23"/>
                <a:gd name="T5" fmla="*/ 17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0" y="3"/>
                  </a:moveTo>
                  <a:cubicBezTo>
                    <a:pt x="12" y="0"/>
                    <a:pt x="19" y="2"/>
                    <a:pt x="21" y="5"/>
                  </a:cubicBezTo>
                  <a:cubicBezTo>
                    <a:pt x="23" y="7"/>
                    <a:pt x="23" y="19"/>
                    <a:pt x="23" y="1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18" name="Freeform 1709">
              <a:extLst>
                <a:ext uri="{FF2B5EF4-FFF2-40B4-BE49-F238E27FC236}">
                  <a16:creationId xmlns:a16="http://schemas.microsoft.com/office/drawing/2014/main" id="{D33EB393-D755-479F-B724-6A50F4884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374"/>
              <a:ext cx="78" cy="47"/>
            </a:xfrm>
            <a:custGeom>
              <a:avLst/>
              <a:gdLst>
                <a:gd name="T0" fmla="*/ 0 w 39"/>
                <a:gd name="T1" fmla="*/ 205 h 22"/>
                <a:gd name="T2" fmla="*/ 152 w 39"/>
                <a:gd name="T3" fmla="*/ 205 h 22"/>
                <a:gd name="T4" fmla="*/ 288 w 39"/>
                <a:gd name="T5" fmla="*/ 165 h 22"/>
                <a:gd name="T6" fmla="*/ 312 w 3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2">
                  <a:moveTo>
                    <a:pt x="0" y="21"/>
                  </a:moveTo>
                  <a:cubicBezTo>
                    <a:pt x="4" y="22"/>
                    <a:pt x="13" y="21"/>
                    <a:pt x="19" y="21"/>
                  </a:cubicBezTo>
                  <a:cubicBezTo>
                    <a:pt x="23" y="21"/>
                    <a:pt x="33" y="21"/>
                    <a:pt x="36" y="17"/>
                  </a:cubicBezTo>
                  <a:cubicBezTo>
                    <a:pt x="39" y="13"/>
                    <a:pt x="37" y="5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19" name="Freeform 1710">
              <a:extLst>
                <a:ext uri="{FF2B5EF4-FFF2-40B4-BE49-F238E27FC236}">
                  <a16:creationId xmlns:a16="http://schemas.microsoft.com/office/drawing/2014/main" id="{797171AF-A797-4650-9D37-6546FEA78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11"/>
              <a:ext cx="94" cy="10"/>
            </a:xfrm>
            <a:custGeom>
              <a:avLst/>
              <a:gdLst>
                <a:gd name="T0" fmla="*/ 0 w 47"/>
                <a:gd name="T1" fmla="*/ 8 h 5"/>
                <a:gd name="T2" fmla="*/ 264 w 47"/>
                <a:gd name="T3" fmla="*/ 16 h 5"/>
                <a:gd name="T4" fmla="*/ 376 w 47"/>
                <a:gd name="T5" fmla="*/ 3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5">
                  <a:moveTo>
                    <a:pt x="0" y="1"/>
                  </a:moveTo>
                  <a:cubicBezTo>
                    <a:pt x="10" y="1"/>
                    <a:pt x="22" y="0"/>
                    <a:pt x="33" y="2"/>
                  </a:cubicBezTo>
                  <a:cubicBezTo>
                    <a:pt x="37" y="3"/>
                    <a:pt x="43" y="5"/>
                    <a:pt x="47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20" name="Freeform 1711">
              <a:extLst>
                <a:ext uri="{FF2B5EF4-FFF2-40B4-BE49-F238E27FC236}">
                  <a16:creationId xmlns:a16="http://schemas.microsoft.com/office/drawing/2014/main" id="{E685A692-E523-4F07-AAF0-8A14AB9EE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421"/>
              <a:ext cx="107" cy="43"/>
            </a:xfrm>
            <a:custGeom>
              <a:avLst/>
              <a:gdLst>
                <a:gd name="T0" fmla="*/ 0 w 54"/>
                <a:gd name="T1" fmla="*/ 172 h 20"/>
                <a:gd name="T2" fmla="*/ 204 w 54"/>
                <a:gd name="T3" fmla="*/ 172 h 20"/>
                <a:gd name="T4" fmla="*/ 396 w 54"/>
                <a:gd name="T5" fmla="*/ 157 h 20"/>
                <a:gd name="T6" fmla="*/ 404 w 54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0">
                  <a:moveTo>
                    <a:pt x="0" y="17"/>
                  </a:moveTo>
                  <a:cubicBezTo>
                    <a:pt x="8" y="18"/>
                    <a:pt x="18" y="17"/>
                    <a:pt x="26" y="17"/>
                  </a:cubicBezTo>
                  <a:cubicBezTo>
                    <a:pt x="32" y="17"/>
                    <a:pt x="47" y="20"/>
                    <a:pt x="51" y="16"/>
                  </a:cubicBezTo>
                  <a:cubicBezTo>
                    <a:pt x="54" y="13"/>
                    <a:pt x="53" y="2"/>
                    <a:pt x="5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21" name="Freeform 1712">
              <a:extLst>
                <a:ext uri="{FF2B5EF4-FFF2-40B4-BE49-F238E27FC236}">
                  <a16:creationId xmlns:a16="http://schemas.microsoft.com/office/drawing/2014/main" id="{1A97532B-9972-4B4F-9828-5874E217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423"/>
              <a:ext cx="90" cy="34"/>
            </a:xfrm>
            <a:custGeom>
              <a:avLst/>
              <a:gdLst>
                <a:gd name="T0" fmla="*/ 0 w 45"/>
                <a:gd name="T1" fmla="*/ 117 h 16"/>
                <a:gd name="T2" fmla="*/ 168 w 45"/>
                <a:gd name="T3" fmla="*/ 128 h 16"/>
                <a:gd name="T4" fmla="*/ 360 w 45"/>
                <a:gd name="T5" fmla="*/ 128 h 16"/>
                <a:gd name="T6" fmla="*/ 360 w 4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6">
                  <a:moveTo>
                    <a:pt x="0" y="12"/>
                  </a:moveTo>
                  <a:cubicBezTo>
                    <a:pt x="6" y="14"/>
                    <a:pt x="15" y="13"/>
                    <a:pt x="21" y="13"/>
                  </a:cubicBezTo>
                  <a:cubicBezTo>
                    <a:pt x="28" y="13"/>
                    <a:pt x="38" y="16"/>
                    <a:pt x="45" y="13"/>
                  </a:cubicBezTo>
                  <a:cubicBezTo>
                    <a:pt x="45" y="9"/>
                    <a:pt x="43" y="4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22" name="Freeform 1713">
              <a:extLst>
                <a:ext uri="{FF2B5EF4-FFF2-40B4-BE49-F238E27FC236}">
                  <a16:creationId xmlns:a16="http://schemas.microsoft.com/office/drawing/2014/main" id="{7A4994F8-618F-4AC7-BD9A-058D53F77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453"/>
              <a:ext cx="20" cy="4"/>
            </a:xfrm>
            <a:custGeom>
              <a:avLst/>
              <a:gdLst>
                <a:gd name="T0" fmla="*/ 0 w 10"/>
                <a:gd name="T1" fmla="*/ 0 h 2"/>
                <a:gd name="T2" fmla="*/ 8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1"/>
                    <a:pt x="6" y="2"/>
                    <a:pt x="10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23" name="Freeform 1714">
              <a:extLst>
                <a:ext uri="{FF2B5EF4-FFF2-40B4-BE49-F238E27FC236}">
                  <a16:creationId xmlns:a16="http://schemas.microsoft.com/office/drawing/2014/main" id="{DCD610AC-E3A5-42DE-AA03-D21DBE85F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455"/>
              <a:ext cx="116" cy="49"/>
            </a:xfrm>
            <a:custGeom>
              <a:avLst/>
              <a:gdLst>
                <a:gd name="T0" fmla="*/ 0 w 58"/>
                <a:gd name="T1" fmla="*/ 196 h 23"/>
                <a:gd name="T2" fmla="*/ 144 w 58"/>
                <a:gd name="T3" fmla="*/ 205 h 23"/>
                <a:gd name="T4" fmla="*/ 376 w 58"/>
                <a:gd name="T5" fmla="*/ 181 h 23"/>
                <a:gd name="T6" fmla="*/ 448 w 5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3">
                  <a:moveTo>
                    <a:pt x="0" y="20"/>
                  </a:moveTo>
                  <a:cubicBezTo>
                    <a:pt x="4" y="23"/>
                    <a:pt x="12" y="21"/>
                    <a:pt x="18" y="21"/>
                  </a:cubicBezTo>
                  <a:cubicBezTo>
                    <a:pt x="27" y="21"/>
                    <a:pt x="38" y="23"/>
                    <a:pt x="47" y="19"/>
                  </a:cubicBezTo>
                  <a:cubicBezTo>
                    <a:pt x="58" y="15"/>
                    <a:pt x="53" y="9"/>
                    <a:pt x="5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24" name="Freeform 1715">
              <a:extLst>
                <a:ext uri="{FF2B5EF4-FFF2-40B4-BE49-F238E27FC236}">
                  <a16:creationId xmlns:a16="http://schemas.microsoft.com/office/drawing/2014/main" id="{B4E05605-59F5-4037-BAF8-820814CA9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496"/>
              <a:ext cx="98" cy="6"/>
            </a:xfrm>
            <a:custGeom>
              <a:avLst/>
              <a:gdLst>
                <a:gd name="T0" fmla="*/ 0 w 49"/>
                <a:gd name="T1" fmla="*/ 0 h 3"/>
                <a:gd name="T2" fmla="*/ 48 w 49"/>
                <a:gd name="T3" fmla="*/ 0 h 3"/>
                <a:gd name="T4" fmla="*/ 248 w 49"/>
                <a:gd name="T5" fmla="*/ 16 h 3"/>
                <a:gd name="T6" fmla="*/ 392 w 49"/>
                <a:gd name="T7" fmla="*/ 24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">
                  <a:moveTo>
                    <a:pt x="0" y="0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15" y="0"/>
                    <a:pt x="23" y="2"/>
                    <a:pt x="31" y="2"/>
                  </a:cubicBezTo>
                  <a:cubicBezTo>
                    <a:pt x="37" y="3"/>
                    <a:pt x="43" y="3"/>
                    <a:pt x="49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25" name="Freeform 1716">
              <a:extLst>
                <a:ext uri="{FF2B5EF4-FFF2-40B4-BE49-F238E27FC236}">
                  <a16:creationId xmlns:a16="http://schemas.microsoft.com/office/drawing/2014/main" id="{E40ACBCF-2304-49FA-8D9B-A3F09CA6E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500"/>
              <a:ext cx="102" cy="38"/>
            </a:xfrm>
            <a:custGeom>
              <a:avLst/>
              <a:gdLst>
                <a:gd name="T0" fmla="*/ 0 w 51"/>
                <a:gd name="T1" fmla="*/ 133 h 18"/>
                <a:gd name="T2" fmla="*/ 144 w 51"/>
                <a:gd name="T3" fmla="*/ 144 h 18"/>
                <a:gd name="T4" fmla="*/ 352 w 51"/>
                <a:gd name="T5" fmla="*/ 144 h 18"/>
                <a:gd name="T6" fmla="*/ 392 w 5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8">
                  <a:moveTo>
                    <a:pt x="0" y="14"/>
                  </a:moveTo>
                  <a:cubicBezTo>
                    <a:pt x="5" y="16"/>
                    <a:pt x="13" y="14"/>
                    <a:pt x="18" y="15"/>
                  </a:cubicBezTo>
                  <a:cubicBezTo>
                    <a:pt x="26" y="16"/>
                    <a:pt x="36" y="18"/>
                    <a:pt x="44" y="15"/>
                  </a:cubicBezTo>
                  <a:cubicBezTo>
                    <a:pt x="51" y="13"/>
                    <a:pt x="49" y="6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26" name="Freeform 1717">
              <a:extLst>
                <a:ext uri="{FF2B5EF4-FFF2-40B4-BE49-F238E27FC236}">
                  <a16:creationId xmlns:a16="http://schemas.microsoft.com/office/drawing/2014/main" id="{B3C401CF-D76C-4C8D-87EB-6CD871497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528"/>
              <a:ext cx="72" cy="8"/>
            </a:xfrm>
            <a:custGeom>
              <a:avLst/>
              <a:gdLst>
                <a:gd name="T0" fmla="*/ 0 w 36"/>
                <a:gd name="T1" fmla="*/ 8 h 4"/>
                <a:gd name="T2" fmla="*/ 288 w 3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">
                  <a:moveTo>
                    <a:pt x="0" y="1"/>
                  </a:moveTo>
                  <a:cubicBezTo>
                    <a:pt x="10" y="1"/>
                    <a:pt x="25" y="0"/>
                    <a:pt x="36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27" name="Freeform 1718">
              <a:extLst>
                <a:ext uri="{FF2B5EF4-FFF2-40B4-BE49-F238E27FC236}">
                  <a16:creationId xmlns:a16="http://schemas.microsoft.com/office/drawing/2014/main" id="{C975E52D-6875-45A7-8558-CE2364416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532"/>
              <a:ext cx="20" cy="25"/>
            </a:xfrm>
            <a:custGeom>
              <a:avLst/>
              <a:gdLst>
                <a:gd name="T0" fmla="*/ 0 w 10"/>
                <a:gd name="T1" fmla="*/ 108 h 12"/>
                <a:gd name="T2" fmla="*/ 80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7" y="12"/>
                    <a:pt x="10" y="7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28" name="Freeform 1719">
              <a:extLst>
                <a:ext uri="{FF2B5EF4-FFF2-40B4-BE49-F238E27FC236}">
                  <a16:creationId xmlns:a16="http://schemas.microsoft.com/office/drawing/2014/main" id="{595C66D3-2C7C-4A8D-8595-A2934113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530"/>
              <a:ext cx="108" cy="44"/>
            </a:xfrm>
            <a:custGeom>
              <a:avLst/>
              <a:gdLst>
                <a:gd name="T0" fmla="*/ 0 w 54"/>
                <a:gd name="T1" fmla="*/ 109 h 21"/>
                <a:gd name="T2" fmla="*/ 160 w 54"/>
                <a:gd name="T3" fmla="*/ 149 h 21"/>
                <a:gd name="T4" fmla="*/ 368 w 54"/>
                <a:gd name="T5" fmla="*/ 168 h 21"/>
                <a:gd name="T6" fmla="*/ 416 w 5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1">
                  <a:moveTo>
                    <a:pt x="0" y="12"/>
                  </a:moveTo>
                  <a:cubicBezTo>
                    <a:pt x="3" y="18"/>
                    <a:pt x="15" y="15"/>
                    <a:pt x="20" y="16"/>
                  </a:cubicBezTo>
                  <a:cubicBezTo>
                    <a:pt x="27" y="17"/>
                    <a:pt x="39" y="21"/>
                    <a:pt x="46" y="18"/>
                  </a:cubicBezTo>
                  <a:cubicBezTo>
                    <a:pt x="54" y="16"/>
                    <a:pt x="51" y="7"/>
                    <a:pt x="5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29" name="Freeform 1720">
              <a:extLst>
                <a:ext uri="{FF2B5EF4-FFF2-40B4-BE49-F238E27FC236}">
                  <a16:creationId xmlns:a16="http://schemas.microsoft.com/office/drawing/2014/main" id="{5F2A6E35-8871-4A81-A914-330137CC4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564"/>
              <a:ext cx="44" cy="2"/>
            </a:xfrm>
            <a:custGeom>
              <a:avLst/>
              <a:gdLst>
                <a:gd name="T0" fmla="*/ 0 w 22"/>
                <a:gd name="T1" fmla="*/ 0 h 1"/>
                <a:gd name="T2" fmla="*/ 176 w 2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cubicBezTo>
                    <a:pt x="7" y="1"/>
                    <a:pt x="15" y="1"/>
                    <a:pt x="22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30" name="Freeform 1721">
              <a:extLst>
                <a:ext uri="{FF2B5EF4-FFF2-40B4-BE49-F238E27FC236}">
                  <a16:creationId xmlns:a16="http://schemas.microsoft.com/office/drawing/2014/main" id="{585FE3E7-9B85-4CFF-9956-CDD3628BA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566"/>
              <a:ext cx="90" cy="38"/>
            </a:xfrm>
            <a:custGeom>
              <a:avLst/>
              <a:gdLst>
                <a:gd name="T0" fmla="*/ 0 w 45"/>
                <a:gd name="T1" fmla="*/ 152 h 18"/>
                <a:gd name="T2" fmla="*/ 152 w 45"/>
                <a:gd name="T3" fmla="*/ 144 h 18"/>
                <a:gd name="T4" fmla="*/ 312 w 45"/>
                <a:gd name="T5" fmla="*/ 152 h 18"/>
                <a:gd name="T6" fmla="*/ 352 w 4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8">
                  <a:moveTo>
                    <a:pt x="0" y="16"/>
                  </a:moveTo>
                  <a:cubicBezTo>
                    <a:pt x="6" y="17"/>
                    <a:pt x="12" y="15"/>
                    <a:pt x="19" y="15"/>
                  </a:cubicBezTo>
                  <a:cubicBezTo>
                    <a:pt x="25" y="16"/>
                    <a:pt x="34" y="18"/>
                    <a:pt x="39" y="16"/>
                  </a:cubicBezTo>
                  <a:cubicBezTo>
                    <a:pt x="45" y="14"/>
                    <a:pt x="44" y="6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31" name="Freeform 1722">
              <a:extLst>
                <a:ext uri="{FF2B5EF4-FFF2-40B4-BE49-F238E27FC236}">
                  <a16:creationId xmlns:a16="http://schemas.microsoft.com/office/drawing/2014/main" id="{E3BBDC66-1C74-447F-B6E4-FA872F284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600"/>
              <a:ext cx="90" cy="9"/>
            </a:xfrm>
            <a:custGeom>
              <a:avLst/>
              <a:gdLst>
                <a:gd name="T0" fmla="*/ 0 w 45"/>
                <a:gd name="T1" fmla="*/ 0 h 4"/>
                <a:gd name="T2" fmla="*/ 360 w 45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4">
                  <a:moveTo>
                    <a:pt x="0" y="0"/>
                  </a:moveTo>
                  <a:cubicBezTo>
                    <a:pt x="15" y="4"/>
                    <a:pt x="31" y="3"/>
                    <a:pt x="45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32" name="Freeform 1723">
              <a:extLst>
                <a:ext uri="{FF2B5EF4-FFF2-40B4-BE49-F238E27FC236}">
                  <a16:creationId xmlns:a16="http://schemas.microsoft.com/office/drawing/2014/main" id="{89047419-BE0C-4E9B-8149-AF2E416C5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604"/>
              <a:ext cx="88" cy="36"/>
            </a:xfrm>
            <a:custGeom>
              <a:avLst/>
              <a:gdLst>
                <a:gd name="T0" fmla="*/ 0 w 44"/>
                <a:gd name="T1" fmla="*/ 112 h 17"/>
                <a:gd name="T2" fmla="*/ 160 w 44"/>
                <a:gd name="T3" fmla="*/ 136 h 17"/>
                <a:gd name="T4" fmla="*/ 312 w 44"/>
                <a:gd name="T5" fmla="*/ 125 h 17"/>
                <a:gd name="T6" fmla="*/ 352 w 4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7">
                  <a:moveTo>
                    <a:pt x="0" y="12"/>
                  </a:moveTo>
                  <a:cubicBezTo>
                    <a:pt x="6" y="14"/>
                    <a:pt x="14" y="13"/>
                    <a:pt x="20" y="14"/>
                  </a:cubicBezTo>
                  <a:cubicBezTo>
                    <a:pt x="26" y="15"/>
                    <a:pt x="34" y="17"/>
                    <a:pt x="39" y="13"/>
                  </a:cubicBezTo>
                  <a:cubicBezTo>
                    <a:pt x="43" y="11"/>
                    <a:pt x="43" y="4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33" name="Freeform 1724">
              <a:extLst>
                <a:ext uri="{FF2B5EF4-FFF2-40B4-BE49-F238E27FC236}">
                  <a16:creationId xmlns:a16="http://schemas.microsoft.com/office/drawing/2014/main" id="{648AD3E5-81A6-4EAE-8B69-2769C7F7A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630"/>
              <a:ext cx="88" cy="10"/>
            </a:xfrm>
            <a:custGeom>
              <a:avLst/>
              <a:gdLst>
                <a:gd name="T0" fmla="*/ 0 w 44"/>
                <a:gd name="T1" fmla="*/ 0 h 5"/>
                <a:gd name="T2" fmla="*/ 224 w 44"/>
                <a:gd name="T3" fmla="*/ 24 h 5"/>
                <a:gd name="T4" fmla="*/ 352 w 4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">
                  <a:moveTo>
                    <a:pt x="0" y="0"/>
                  </a:moveTo>
                  <a:cubicBezTo>
                    <a:pt x="8" y="3"/>
                    <a:pt x="19" y="2"/>
                    <a:pt x="28" y="3"/>
                  </a:cubicBezTo>
                  <a:cubicBezTo>
                    <a:pt x="32" y="3"/>
                    <a:pt x="39" y="5"/>
                    <a:pt x="44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34" name="Freeform 1725">
              <a:extLst>
                <a:ext uri="{FF2B5EF4-FFF2-40B4-BE49-F238E27FC236}">
                  <a16:creationId xmlns:a16="http://schemas.microsoft.com/office/drawing/2014/main" id="{593362BA-97BA-48E4-80C6-A09F81763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636"/>
              <a:ext cx="6" cy="38"/>
            </a:xfrm>
            <a:custGeom>
              <a:avLst/>
              <a:gdLst>
                <a:gd name="T0" fmla="*/ 24 w 3"/>
                <a:gd name="T1" fmla="*/ 0 h 18"/>
                <a:gd name="T2" fmla="*/ 0 w 3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3" y="6"/>
                    <a:pt x="3" y="13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35" name="Freeform 1726">
              <a:extLst>
                <a:ext uri="{FF2B5EF4-FFF2-40B4-BE49-F238E27FC236}">
                  <a16:creationId xmlns:a16="http://schemas.microsoft.com/office/drawing/2014/main" id="{C9E75FBB-6E4E-45F3-B389-63B139E0C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3034"/>
              <a:ext cx="40" cy="96"/>
            </a:xfrm>
            <a:custGeom>
              <a:avLst/>
              <a:gdLst>
                <a:gd name="T0" fmla="*/ 64 w 20"/>
                <a:gd name="T1" fmla="*/ 0 h 45"/>
                <a:gd name="T2" fmla="*/ 32 w 20"/>
                <a:gd name="T3" fmla="*/ 361 h 45"/>
                <a:gd name="T4" fmla="*/ 160 w 20"/>
                <a:gd name="T5" fmla="*/ 4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5">
                  <a:moveTo>
                    <a:pt x="8" y="0"/>
                  </a:moveTo>
                  <a:cubicBezTo>
                    <a:pt x="3" y="14"/>
                    <a:pt x="0" y="29"/>
                    <a:pt x="4" y="37"/>
                  </a:cubicBezTo>
                  <a:cubicBezTo>
                    <a:pt x="8" y="45"/>
                    <a:pt x="20" y="42"/>
                    <a:pt x="20" y="4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36" name="Freeform 1727">
              <a:extLst>
                <a:ext uri="{FF2B5EF4-FFF2-40B4-BE49-F238E27FC236}">
                  <a16:creationId xmlns:a16="http://schemas.microsoft.com/office/drawing/2014/main" id="{318ECB36-91F4-4053-A981-A88E83624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3117"/>
              <a:ext cx="38" cy="88"/>
            </a:xfrm>
            <a:custGeom>
              <a:avLst/>
              <a:gdLst>
                <a:gd name="T0" fmla="*/ 72 w 19"/>
                <a:gd name="T1" fmla="*/ 0 h 41"/>
                <a:gd name="T2" fmla="*/ 8 w 19"/>
                <a:gd name="T3" fmla="*/ 365 h 41"/>
                <a:gd name="T4" fmla="*/ 152 w 19"/>
                <a:gd name="T5" fmla="*/ 38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1">
                  <a:moveTo>
                    <a:pt x="9" y="0"/>
                  </a:moveTo>
                  <a:cubicBezTo>
                    <a:pt x="4" y="18"/>
                    <a:pt x="0" y="33"/>
                    <a:pt x="1" y="37"/>
                  </a:cubicBezTo>
                  <a:cubicBezTo>
                    <a:pt x="2" y="41"/>
                    <a:pt x="19" y="39"/>
                    <a:pt x="19" y="3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37" name="Freeform 1728">
              <a:extLst>
                <a:ext uri="{FF2B5EF4-FFF2-40B4-BE49-F238E27FC236}">
                  <a16:creationId xmlns:a16="http://schemas.microsoft.com/office/drawing/2014/main" id="{2F893BC4-D084-4414-AA8A-F5D9728E2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3196"/>
              <a:ext cx="4" cy="60"/>
            </a:xfrm>
            <a:custGeom>
              <a:avLst/>
              <a:gdLst>
                <a:gd name="T0" fmla="*/ 16 w 2"/>
                <a:gd name="T1" fmla="*/ 0 h 28"/>
                <a:gd name="T2" fmla="*/ 0 w 2"/>
                <a:gd name="T3" fmla="*/ 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8">
                  <a:moveTo>
                    <a:pt x="2" y="0"/>
                  </a:moveTo>
                  <a:cubicBezTo>
                    <a:pt x="0" y="9"/>
                    <a:pt x="0" y="28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38" name="Freeform 1729">
              <a:extLst>
                <a:ext uri="{FF2B5EF4-FFF2-40B4-BE49-F238E27FC236}">
                  <a16:creationId xmlns:a16="http://schemas.microsoft.com/office/drawing/2014/main" id="{998A9F73-7E9C-447A-A603-D6BA7A225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3039"/>
              <a:ext cx="38" cy="112"/>
            </a:xfrm>
            <a:custGeom>
              <a:avLst/>
              <a:gdLst>
                <a:gd name="T0" fmla="*/ 64 w 19"/>
                <a:gd name="T1" fmla="*/ 0 h 53"/>
                <a:gd name="T2" fmla="*/ 32 w 19"/>
                <a:gd name="T3" fmla="*/ 433 h 53"/>
                <a:gd name="T4" fmla="*/ 152 w 19"/>
                <a:gd name="T5" fmla="*/ 501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8" y="0"/>
                  </a:moveTo>
                  <a:cubicBezTo>
                    <a:pt x="6" y="9"/>
                    <a:pt x="0" y="41"/>
                    <a:pt x="4" y="46"/>
                  </a:cubicBezTo>
                  <a:cubicBezTo>
                    <a:pt x="8" y="50"/>
                    <a:pt x="19" y="53"/>
                    <a:pt x="19" y="5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39" name="Freeform 1730">
              <a:extLst>
                <a:ext uri="{FF2B5EF4-FFF2-40B4-BE49-F238E27FC236}">
                  <a16:creationId xmlns:a16="http://schemas.microsoft.com/office/drawing/2014/main" id="{76989AB3-B728-4D42-8401-15DD3261F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3136"/>
              <a:ext cx="30" cy="100"/>
            </a:xfrm>
            <a:custGeom>
              <a:avLst/>
              <a:gdLst>
                <a:gd name="T0" fmla="*/ 56 w 15"/>
                <a:gd name="T1" fmla="*/ 0 h 47"/>
                <a:gd name="T2" fmla="*/ 0 w 15"/>
                <a:gd name="T3" fmla="*/ 377 h 47"/>
                <a:gd name="T4" fmla="*/ 120 w 15"/>
                <a:gd name="T5" fmla="*/ 43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7">
                  <a:moveTo>
                    <a:pt x="7" y="0"/>
                  </a:moveTo>
                  <a:cubicBezTo>
                    <a:pt x="4" y="15"/>
                    <a:pt x="0" y="31"/>
                    <a:pt x="0" y="39"/>
                  </a:cubicBezTo>
                  <a:cubicBezTo>
                    <a:pt x="1" y="47"/>
                    <a:pt x="15" y="45"/>
                    <a:pt x="15" y="4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40" name="Freeform 1731">
              <a:extLst>
                <a:ext uri="{FF2B5EF4-FFF2-40B4-BE49-F238E27FC236}">
                  <a16:creationId xmlns:a16="http://schemas.microsoft.com/office/drawing/2014/main" id="{E1915902-B701-4FE8-92D4-BA8A63B9F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3228"/>
              <a:ext cx="5" cy="34"/>
            </a:xfrm>
            <a:custGeom>
              <a:avLst/>
              <a:gdLst>
                <a:gd name="T0" fmla="*/ 13 w 3"/>
                <a:gd name="T1" fmla="*/ 0 h 16"/>
                <a:gd name="T2" fmla="*/ 0 w 3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1" y="8"/>
                    <a:pt x="0" y="16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41" name="Freeform 1732">
              <a:extLst>
                <a:ext uri="{FF2B5EF4-FFF2-40B4-BE49-F238E27FC236}">
                  <a16:creationId xmlns:a16="http://schemas.microsoft.com/office/drawing/2014/main" id="{FE5E41C6-19C9-4D8C-BD81-E2810DC14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3049"/>
              <a:ext cx="37" cy="102"/>
            </a:xfrm>
            <a:custGeom>
              <a:avLst/>
              <a:gdLst>
                <a:gd name="T0" fmla="*/ 60 w 19"/>
                <a:gd name="T1" fmla="*/ 0 h 48"/>
                <a:gd name="T2" fmla="*/ 16 w 19"/>
                <a:gd name="T3" fmla="*/ 393 h 48"/>
                <a:gd name="T4" fmla="*/ 140 w 19"/>
                <a:gd name="T5" fmla="*/ 4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8">
                  <a:moveTo>
                    <a:pt x="8" y="0"/>
                  </a:moveTo>
                  <a:cubicBezTo>
                    <a:pt x="0" y="13"/>
                    <a:pt x="1" y="34"/>
                    <a:pt x="2" y="41"/>
                  </a:cubicBezTo>
                  <a:cubicBezTo>
                    <a:pt x="3" y="48"/>
                    <a:pt x="19" y="48"/>
                    <a:pt x="19" y="4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42" name="Freeform 1733">
              <a:extLst>
                <a:ext uri="{FF2B5EF4-FFF2-40B4-BE49-F238E27FC236}">
                  <a16:creationId xmlns:a16="http://schemas.microsoft.com/office/drawing/2014/main" id="{CA86BB66-E185-4B7C-AF0F-B2C915769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3141"/>
              <a:ext cx="31" cy="93"/>
            </a:xfrm>
            <a:custGeom>
              <a:avLst/>
              <a:gdLst>
                <a:gd name="T0" fmla="*/ 60 w 16"/>
                <a:gd name="T1" fmla="*/ 0 h 44"/>
                <a:gd name="T2" fmla="*/ 8 w 16"/>
                <a:gd name="T3" fmla="*/ 340 h 44"/>
                <a:gd name="T4" fmla="*/ 116 w 16"/>
                <a:gd name="T5" fmla="*/ 4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4">
                  <a:moveTo>
                    <a:pt x="8" y="0"/>
                  </a:moveTo>
                  <a:cubicBezTo>
                    <a:pt x="3" y="14"/>
                    <a:pt x="0" y="32"/>
                    <a:pt x="1" y="36"/>
                  </a:cubicBezTo>
                  <a:cubicBezTo>
                    <a:pt x="2" y="41"/>
                    <a:pt x="16" y="44"/>
                    <a:pt x="16" y="4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43" name="Freeform 1734">
              <a:extLst>
                <a:ext uri="{FF2B5EF4-FFF2-40B4-BE49-F238E27FC236}">
                  <a16:creationId xmlns:a16="http://schemas.microsoft.com/office/drawing/2014/main" id="{FFEFC715-41C4-46DF-9800-D931D3978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3222"/>
              <a:ext cx="4" cy="31"/>
            </a:xfrm>
            <a:custGeom>
              <a:avLst/>
              <a:gdLst>
                <a:gd name="T0" fmla="*/ 16 w 2"/>
                <a:gd name="T1" fmla="*/ 0 h 15"/>
                <a:gd name="T2" fmla="*/ 0 w 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1" y="7"/>
                    <a:pt x="0" y="15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44" name="Freeform 1735">
              <a:extLst>
                <a:ext uri="{FF2B5EF4-FFF2-40B4-BE49-F238E27FC236}">
                  <a16:creationId xmlns:a16="http://schemas.microsoft.com/office/drawing/2014/main" id="{126E9087-C5A8-457C-BE94-0493E4846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3022"/>
              <a:ext cx="32" cy="76"/>
            </a:xfrm>
            <a:custGeom>
              <a:avLst/>
              <a:gdLst>
                <a:gd name="T0" fmla="*/ 48 w 16"/>
                <a:gd name="T1" fmla="*/ 0 h 36"/>
                <a:gd name="T2" fmla="*/ 32 w 16"/>
                <a:gd name="T3" fmla="*/ 312 h 36"/>
                <a:gd name="T4" fmla="*/ 128 w 16"/>
                <a:gd name="T5" fmla="*/ 32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6">
                  <a:moveTo>
                    <a:pt x="6" y="0"/>
                  </a:moveTo>
                  <a:cubicBezTo>
                    <a:pt x="0" y="17"/>
                    <a:pt x="0" y="30"/>
                    <a:pt x="4" y="33"/>
                  </a:cubicBezTo>
                  <a:cubicBezTo>
                    <a:pt x="8" y="36"/>
                    <a:pt x="16" y="34"/>
                    <a:pt x="16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45" name="Freeform 1736">
              <a:extLst>
                <a:ext uri="{FF2B5EF4-FFF2-40B4-BE49-F238E27FC236}">
                  <a16:creationId xmlns:a16="http://schemas.microsoft.com/office/drawing/2014/main" id="{D2F8E69D-0A35-407F-BA20-030FD3011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3083"/>
              <a:ext cx="36" cy="119"/>
            </a:xfrm>
            <a:custGeom>
              <a:avLst/>
              <a:gdLst>
                <a:gd name="T0" fmla="*/ 72 w 18"/>
                <a:gd name="T1" fmla="*/ 0 h 56"/>
                <a:gd name="T2" fmla="*/ 16 w 18"/>
                <a:gd name="T3" fmla="*/ 393 h 56"/>
                <a:gd name="T4" fmla="*/ 144 w 18"/>
                <a:gd name="T5" fmla="*/ 47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6">
                  <a:moveTo>
                    <a:pt x="9" y="0"/>
                  </a:moveTo>
                  <a:cubicBezTo>
                    <a:pt x="6" y="18"/>
                    <a:pt x="0" y="27"/>
                    <a:pt x="2" y="41"/>
                  </a:cubicBezTo>
                  <a:cubicBezTo>
                    <a:pt x="4" y="56"/>
                    <a:pt x="18" y="49"/>
                    <a:pt x="18" y="4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46" name="Freeform 1737">
              <a:extLst>
                <a:ext uri="{FF2B5EF4-FFF2-40B4-BE49-F238E27FC236}">
                  <a16:creationId xmlns:a16="http://schemas.microsoft.com/office/drawing/2014/main" id="{DA08BFE7-B278-46DC-B226-4C53EEF1F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3179"/>
              <a:ext cx="10" cy="72"/>
            </a:xfrm>
            <a:custGeom>
              <a:avLst/>
              <a:gdLst>
                <a:gd name="T0" fmla="*/ 40 w 5"/>
                <a:gd name="T1" fmla="*/ 0 h 34"/>
                <a:gd name="T2" fmla="*/ 0 w 5"/>
                <a:gd name="T3" fmla="*/ 3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4">
                  <a:moveTo>
                    <a:pt x="5" y="0"/>
                  </a:moveTo>
                  <a:cubicBezTo>
                    <a:pt x="1" y="14"/>
                    <a:pt x="0" y="34"/>
                    <a:pt x="0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47" name="Freeform 1738">
              <a:extLst>
                <a:ext uri="{FF2B5EF4-FFF2-40B4-BE49-F238E27FC236}">
                  <a16:creationId xmlns:a16="http://schemas.microsoft.com/office/drawing/2014/main" id="{F2BFCCB4-458D-4602-9145-1039D4C6C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3039"/>
              <a:ext cx="32" cy="93"/>
            </a:xfrm>
            <a:custGeom>
              <a:avLst/>
              <a:gdLst>
                <a:gd name="T0" fmla="*/ 64 w 16"/>
                <a:gd name="T1" fmla="*/ 0 h 44"/>
                <a:gd name="T2" fmla="*/ 32 w 16"/>
                <a:gd name="T3" fmla="*/ 357 h 44"/>
                <a:gd name="T4" fmla="*/ 128 w 16"/>
                <a:gd name="T5" fmla="*/ 4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4">
                  <a:moveTo>
                    <a:pt x="8" y="0"/>
                  </a:moveTo>
                  <a:cubicBezTo>
                    <a:pt x="4" y="16"/>
                    <a:pt x="0" y="32"/>
                    <a:pt x="4" y="38"/>
                  </a:cubicBezTo>
                  <a:cubicBezTo>
                    <a:pt x="8" y="44"/>
                    <a:pt x="16" y="44"/>
                    <a:pt x="16" y="4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48" name="Freeform 1739">
              <a:extLst>
                <a:ext uri="{FF2B5EF4-FFF2-40B4-BE49-F238E27FC236}">
                  <a16:creationId xmlns:a16="http://schemas.microsoft.com/office/drawing/2014/main" id="{16471085-B456-49DC-83B2-01086F3F7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3115"/>
              <a:ext cx="34" cy="98"/>
            </a:xfrm>
            <a:custGeom>
              <a:avLst/>
              <a:gdLst>
                <a:gd name="T0" fmla="*/ 72 w 17"/>
                <a:gd name="T1" fmla="*/ 0 h 46"/>
                <a:gd name="T2" fmla="*/ 16 w 17"/>
                <a:gd name="T3" fmla="*/ 232 h 46"/>
                <a:gd name="T4" fmla="*/ 16 w 17"/>
                <a:gd name="T5" fmla="*/ 369 h 46"/>
                <a:gd name="T6" fmla="*/ 136 w 17"/>
                <a:gd name="T7" fmla="*/ 44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6">
                  <a:moveTo>
                    <a:pt x="9" y="0"/>
                  </a:moveTo>
                  <a:cubicBezTo>
                    <a:pt x="5" y="7"/>
                    <a:pt x="4" y="16"/>
                    <a:pt x="2" y="24"/>
                  </a:cubicBezTo>
                  <a:cubicBezTo>
                    <a:pt x="1" y="29"/>
                    <a:pt x="0" y="33"/>
                    <a:pt x="2" y="38"/>
                  </a:cubicBezTo>
                  <a:cubicBezTo>
                    <a:pt x="4" y="46"/>
                    <a:pt x="11" y="44"/>
                    <a:pt x="17" y="4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49" name="Freeform 1740">
              <a:extLst>
                <a:ext uri="{FF2B5EF4-FFF2-40B4-BE49-F238E27FC236}">
                  <a16:creationId xmlns:a16="http://schemas.microsoft.com/office/drawing/2014/main" id="{F0B4D1AB-D420-4D30-9A70-2E649477D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3198"/>
              <a:ext cx="14" cy="58"/>
            </a:xfrm>
            <a:custGeom>
              <a:avLst/>
              <a:gdLst>
                <a:gd name="T0" fmla="*/ 56 w 7"/>
                <a:gd name="T1" fmla="*/ 0 h 27"/>
                <a:gd name="T2" fmla="*/ 0 w 7"/>
                <a:gd name="T3" fmla="*/ 26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7" y="0"/>
                  </a:moveTo>
                  <a:cubicBezTo>
                    <a:pt x="2" y="8"/>
                    <a:pt x="1" y="19"/>
                    <a:pt x="0" y="2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50" name="Freeform 1741">
              <a:extLst>
                <a:ext uri="{FF2B5EF4-FFF2-40B4-BE49-F238E27FC236}">
                  <a16:creationId xmlns:a16="http://schemas.microsoft.com/office/drawing/2014/main" id="{73A4BFF4-C6AA-437F-8D91-8DF3990B7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3022"/>
              <a:ext cx="42" cy="68"/>
            </a:xfrm>
            <a:custGeom>
              <a:avLst/>
              <a:gdLst>
                <a:gd name="T0" fmla="*/ 80 w 21"/>
                <a:gd name="T1" fmla="*/ 0 h 32"/>
                <a:gd name="T2" fmla="*/ 40 w 21"/>
                <a:gd name="T3" fmla="*/ 257 h 32"/>
                <a:gd name="T4" fmla="*/ 168 w 21"/>
                <a:gd name="T5" fmla="*/ 30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2">
                  <a:moveTo>
                    <a:pt x="10" y="0"/>
                  </a:moveTo>
                  <a:cubicBezTo>
                    <a:pt x="9" y="7"/>
                    <a:pt x="0" y="21"/>
                    <a:pt x="5" y="27"/>
                  </a:cubicBezTo>
                  <a:cubicBezTo>
                    <a:pt x="8" y="31"/>
                    <a:pt x="17" y="32"/>
                    <a:pt x="21" y="3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51" name="Freeform 1742">
              <a:extLst>
                <a:ext uri="{FF2B5EF4-FFF2-40B4-BE49-F238E27FC236}">
                  <a16:creationId xmlns:a16="http://schemas.microsoft.com/office/drawing/2014/main" id="{55724A43-75AD-4746-A238-81B2D04A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3081"/>
              <a:ext cx="34" cy="87"/>
            </a:xfrm>
            <a:custGeom>
              <a:avLst/>
              <a:gdLst>
                <a:gd name="T0" fmla="*/ 72 w 17"/>
                <a:gd name="T1" fmla="*/ 0 h 41"/>
                <a:gd name="T2" fmla="*/ 40 w 17"/>
                <a:gd name="T3" fmla="*/ 153 h 41"/>
                <a:gd name="T4" fmla="*/ 16 w 17"/>
                <a:gd name="T5" fmla="*/ 342 h 41"/>
                <a:gd name="T6" fmla="*/ 136 w 17"/>
                <a:gd name="T7" fmla="*/ 39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9" y="0"/>
                  </a:moveTo>
                  <a:cubicBezTo>
                    <a:pt x="8" y="5"/>
                    <a:pt x="6" y="11"/>
                    <a:pt x="5" y="16"/>
                  </a:cubicBezTo>
                  <a:cubicBezTo>
                    <a:pt x="4" y="21"/>
                    <a:pt x="0" y="32"/>
                    <a:pt x="2" y="36"/>
                  </a:cubicBezTo>
                  <a:cubicBezTo>
                    <a:pt x="5" y="40"/>
                    <a:pt x="12" y="39"/>
                    <a:pt x="17" y="4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52" name="Freeform 1743">
              <a:extLst>
                <a:ext uri="{FF2B5EF4-FFF2-40B4-BE49-F238E27FC236}">
                  <a16:creationId xmlns:a16="http://schemas.microsoft.com/office/drawing/2014/main" id="{5D3328B4-EBD9-42E4-849C-906699A29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3160"/>
              <a:ext cx="14" cy="91"/>
            </a:xfrm>
            <a:custGeom>
              <a:avLst/>
              <a:gdLst>
                <a:gd name="T0" fmla="*/ 56 w 7"/>
                <a:gd name="T1" fmla="*/ 0 h 43"/>
                <a:gd name="T2" fmla="*/ 0 w 7"/>
                <a:gd name="T3" fmla="*/ 305 h 43"/>
                <a:gd name="T4" fmla="*/ 0 w 7"/>
                <a:gd name="T5" fmla="*/ 40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3">
                  <a:moveTo>
                    <a:pt x="7" y="0"/>
                  </a:moveTo>
                  <a:cubicBezTo>
                    <a:pt x="3" y="10"/>
                    <a:pt x="0" y="22"/>
                    <a:pt x="0" y="32"/>
                  </a:cubicBezTo>
                  <a:cubicBezTo>
                    <a:pt x="0" y="35"/>
                    <a:pt x="1" y="43"/>
                    <a:pt x="0" y="4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53" name="Freeform 1744">
              <a:extLst>
                <a:ext uri="{FF2B5EF4-FFF2-40B4-BE49-F238E27FC236}">
                  <a16:creationId xmlns:a16="http://schemas.microsoft.com/office/drawing/2014/main" id="{B8267E28-2B26-4EAD-8515-2A425FF57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3051"/>
              <a:ext cx="32" cy="81"/>
            </a:xfrm>
            <a:custGeom>
              <a:avLst/>
              <a:gdLst>
                <a:gd name="T0" fmla="*/ 72 w 16"/>
                <a:gd name="T1" fmla="*/ 0 h 38"/>
                <a:gd name="T2" fmla="*/ 48 w 16"/>
                <a:gd name="T3" fmla="*/ 96 h 38"/>
                <a:gd name="T4" fmla="*/ 16 w 16"/>
                <a:gd name="T5" fmla="*/ 301 h 38"/>
                <a:gd name="T6" fmla="*/ 128 w 16"/>
                <a:gd name="T7" fmla="*/ 36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8">
                  <a:moveTo>
                    <a:pt x="9" y="0"/>
                  </a:moveTo>
                  <a:cubicBezTo>
                    <a:pt x="8" y="3"/>
                    <a:pt x="7" y="7"/>
                    <a:pt x="6" y="10"/>
                  </a:cubicBezTo>
                  <a:cubicBezTo>
                    <a:pt x="5" y="15"/>
                    <a:pt x="0" y="25"/>
                    <a:pt x="2" y="31"/>
                  </a:cubicBezTo>
                  <a:cubicBezTo>
                    <a:pt x="3" y="34"/>
                    <a:pt x="11" y="37"/>
                    <a:pt x="16" y="3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54" name="Freeform 1745">
              <a:extLst>
                <a:ext uri="{FF2B5EF4-FFF2-40B4-BE49-F238E27FC236}">
                  <a16:creationId xmlns:a16="http://schemas.microsoft.com/office/drawing/2014/main" id="{A48D302D-4E2E-454A-9441-C7E441D9E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3119"/>
              <a:ext cx="12" cy="26"/>
            </a:xfrm>
            <a:custGeom>
              <a:avLst/>
              <a:gdLst>
                <a:gd name="T0" fmla="*/ 48 w 6"/>
                <a:gd name="T1" fmla="*/ 0 h 12"/>
                <a:gd name="T2" fmla="*/ 8 w 6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4" y="4"/>
                    <a:pt x="0" y="9"/>
                    <a:pt x="1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55" name="Freeform 1746">
              <a:extLst>
                <a:ext uri="{FF2B5EF4-FFF2-40B4-BE49-F238E27FC236}">
                  <a16:creationId xmlns:a16="http://schemas.microsoft.com/office/drawing/2014/main" id="{5CD29E20-26B6-4FA7-81CF-096B8EA5B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975"/>
              <a:ext cx="16" cy="19"/>
            </a:xfrm>
            <a:custGeom>
              <a:avLst/>
              <a:gdLst>
                <a:gd name="T0" fmla="*/ 24 w 8"/>
                <a:gd name="T1" fmla="*/ 36 h 9"/>
                <a:gd name="T2" fmla="*/ 8 w 8"/>
                <a:gd name="T3" fmla="*/ 84 h 9"/>
                <a:gd name="T4" fmla="*/ 64 w 8"/>
                <a:gd name="T5" fmla="*/ 8 h 9"/>
                <a:gd name="T6" fmla="*/ 40 w 8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0" y="4"/>
                    <a:pt x="0" y="6"/>
                    <a:pt x="1" y="9"/>
                  </a:cubicBezTo>
                  <a:cubicBezTo>
                    <a:pt x="5" y="9"/>
                    <a:pt x="8" y="5"/>
                    <a:pt x="8" y="1"/>
                  </a:cubicBezTo>
                  <a:cubicBezTo>
                    <a:pt x="7" y="0"/>
                    <a:pt x="6" y="1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56" name="Freeform 1747">
              <a:extLst>
                <a:ext uri="{FF2B5EF4-FFF2-40B4-BE49-F238E27FC236}">
                  <a16:creationId xmlns:a16="http://schemas.microsoft.com/office/drawing/2014/main" id="{7D61A6BE-D068-4346-BF85-B1B84A86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904"/>
              <a:ext cx="26" cy="19"/>
            </a:xfrm>
            <a:custGeom>
              <a:avLst/>
              <a:gdLst>
                <a:gd name="T0" fmla="*/ 24 w 13"/>
                <a:gd name="T1" fmla="*/ 17 h 9"/>
                <a:gd name="T2" fmla="*/ 16 w 13"/>
                <a:gd name="T3" fmla="*/ 84 h 9"/>
                <a:gd name="T4" fmla="*/ 40 w 13"/>
                <a:gd name="T5" fmla="*/ 0 h 9"/>
                <a:gd name="T6" fmla="*/ 40 w 13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3" y="2"/>
                  </a:moveTo>
                  <a:cubicBezTo>
                    <a:pt x="1" y="4"/>
                    <a:pt x="0" y="6"/>
                    <a:pt x="2" y="9"/>
                  </a:cubicBezTo>
                  <a:cubicBezTo>
                    <a:pt x="6" y="8"/>
                    <a:pt x="13" y="1"/>
                    <a:pt x="5" y="0"/>
                  </a:cubicBezTo>
                  <a:cubicBezTo>
                    <a:pt x="5" y="1"/>
                    <a:pt x="5" y="1"/>
                    <a:pt x="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57" name="Freeform 1748">
              <a:extLst>
                <a:ext uri="{FF2B5EF4-FFF2-40B4-BE49-F238E27FC236}">
                  <a16:creationId xmlns:a16="http://schemas.microsoft.com/office/drawing/2014/main" id="{6709EF66-D57D-49E9-A9DE-F294FAD13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15"/>
              <a:ext cx="14" cy="13"/>
            </a:xfrm>
            <a:custGeom>
              <a:avLst/>
              <a:gdLst>
                <a:gd name="T0" fmla="*/ 32 w 7"/>
                <a:gd name="T1" fmla="*/ 9 h 6"/>
                <a:gd name="T2" fmla="*/ 16 w 7"/>
                <a:gd name="T3" fmla="*/ 61 h 6"/>
                <a:gd name="T4" fmla="*/ 48 w 7"/>
                <a:gd name="T5" fmla="*/ 9 h 6"/>
                <a:gd name="T6" fmla="*/ 32 w 7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0" y="1"/>
                    <a:pt x="0" y="4"/>
                    <a:pt x="2" y="6"/>
                  </a:cubicBezTo>
                  <a:cubicBezTo>
                    <a:pt x="5" y="6"/>
                    <a:pt x="7" y="4"/>
                    <a:pt x="6" y="1"/>
                  </a:cubicBezTo>
                  <a:cubicBezTo>
                    <a:pt x="5" y="0"/>
                    <a:pt x="5" y="0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58" name="Freeform 1749">
              <a:extLst>
                <a:ext uri="{FF2B5EF4-FFF2-40B4-BE49-F238E27FC236}">
                  <a16:creationId xmlns:a16="http://schemas.microsoft.com/office/drawing/2014/main" id="{C11093A1-0CDB-4AC6-A8DF-EEEAA119C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981"/>
              <a:ext cx="24" cy="23"/>
            </a:xfrm>
            <a:custGeom>
              <a:avLst/>
              <a:gdLst>
                <a:gd name="T0" fmla="*/ 72 w 12"/>
                <a:gd name="T1" fmla="*/ 0 h 11"/>
                <a:gd name="T2" fmla="*/ 40 w 12"/>
                <a:gd name="T3" fmla="*/ 75 h 11"/>
                <a:gd name="T4" fmla="*/ 80 w 12"/>
                <a:gd name="T5" fmla="*/ 0 h 11"/>
                <a:gd name="T6" fmla="*/ 72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9" y="0"/>
                  </a:moveTo>
                  <a:cubicBezTo>
                    <a:pt x="5" y="0"/>
                    <a:pt x="0" y="5"/>
                    <a:pt x="5" y="8"/>
                  </a:cubicBezTo>
                  <a:cubicBezTo>
                    <a:pt x="9" y="11"/>
                    <a:pt x="12" y="3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59" name="Freeform 1750">
              <a:extLst>
                <a:ext uri="{FF2B5EF4-FFF2-40B4-BE49-F238E27FC236}">
                  <a16:creationId xmlns:a16="http://schemas.microsoft.com/office/drawing/2014/main" id="{02378FD8-67BB-4AA8-AAC2-A6FB0D8B8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036"/>
              <a:ext cx="34" cy="19"/>
            </a:xfrm>
            <a:custGeom>
              <a:avLst/>
              <a:gdLst>
                <a:gd name="T0" fmla="*/ 56 w 17"/>
                <a:gd name="T1" fmla="*/ 0 h 9"/>
                <a:gd name="T2" fmla="*/ 72 w 17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7" y="0"/>
                  </a:moveTo>
                  <a:cubicBezTo>
                    <a:pt x="0" y="9"/>
                    <a:pt x="17" y="7"/>
                    <a:pt x="9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60" name="Freeform 1751">
              <a:extLst>
                <a:ext uri="{FF2B5EF4-FFF2-40B4-BE49-F238E27FC236}">
                  <a16:creationId xmlns:a16="http://schemas.microsoft.com/office/drawing/2014/main" id="{9E904A4F-E299-4295-B70C-C356048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081"/>
              <a:ext cx="32" cy="23"/>
            </a:xfrm>
            <a:custGeom>
              <a:avLst/>
              <a:gdLst>
                <a:gd name="T0" fmla="*/ 96 w 16"/>
                <a:gd name="T1" fmla="*/ 0 h 11"/>
                <a:gd name="T2" fmla="*/ 72 w 16"/>
                <a:gd name="T3" fmla="*/ 92 h 11"/>
                <a:gd name="T4" fmla="*/ 112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2" y="0"/>
                  </a:moveTo>
                  <a:cubicBezTo>
                    <a:pt x="8" y="1"/>
                    <a:pt x="0" y="9"/>
                    <a:pt x="9" y="10"/>
                  </a:cubicBezTo>
                  <a:cubicBezTo>
                    <a:pt x="14" y="11"/>
                    <a:pt x="16" y="4"/>
                    <a:pt x="1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61" name="Freeform 1752">
              <a:extLst>
                <a:ext uri="{FF2B5EF4-FFF2-40B4-BE49-F238E27FC236}">
                  <a16:creationId xmlns:a16="http://schemas.microsoft.com/office/drawing/2014/main" id="{C7AD7213-BB82-4C99-99C4-74810B43B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023"/>
              <a:ext cx="18" cy="20"/>
            </a:xfrm>
            <a:custGeom>
              <a:avLst/>
              <a:gdLst>
                <a:gd name="T0" fmla="*/ 48 w 9"/>
                <a:gd name="T1" fmla="*/ 0 h 9"/>
                <a:gd name="T2" fmla="*/ 8 w 9"/>
                <a:gd name="T3" fmla="*/ 89 h 9"/>
                <a:gd name="T4" fmla="*/ 40 w 9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0"/>
                  </a:moveTo>
                  <a:cubicBezTo>
                    <a:pt x="3" y="1"/>
                    <a:pt x="0" y="4"/>
                    <a:pt x="1" y="8"/>
                  </a:cubicBezTo>
                  <a:cubicBezTo>
                    <a:pt x="5" y="9"/>
                    <a:pt x="9" y="5"/>
                    <a:pt x="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62" name="Freeform 1753">
              <a:extLst>
                <a:ext uri="{FF2B5EF4-FFF2-40B4-BE49-F238E27FC236}">
                  <a16:creationId xmlns:a16="http://schemas.microsoft.com/office/drawing/2014/main" id="{5606F80A-A0D8-4769-80EA-799E0512B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089"/>
              <a:ext cx="37" cy="34"/>
            </a:xfrm>
            <a:custGeom>
              <a:avLst/>
              <a:gdLst>
                <a:gd name="T0" fmla="*/ 72 w 19"/>
                <a:gd name="T1" fmla="*/ 0 h 16"/>
                <a:gd name="T2" fmla="*/ 53 w 19"/>
                <a:gd name="T3" fmla="*/ 117 h 16"/>
                <a:gd name="T4" fmla="*/ 95 w 19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5" y="1"/>
                    <a:pt x="0" y="9"/>
                    <a:pt x="7" y="12"/>
                  </a:cubicBezTo>
                  <a:cubicBezTo>
                    <a:pt x="13" y="16"/>
                    <a:pt x="19" y="5"/>
                    <a:pt x="1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63" name="Freeform 1754">
              <a:extLst>
                <a:ext uri="{FF2B5EF4-FFF2-40B4-BE49-F238E27FC236}">
                  <a16:creationId xmlns:a16="http://schemas.microsoft.com/office/drawing/2014/main" id="{7B891816-FEB0-4B1D-A4B3-1AE180FDE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147"/>
              <a:ext cx="18" cy="17"/>
            </a:xfrm>
            <a:custGeom>
              <a:avLst/>
              <a:gdLst>
                <a:gd name="T0" fmla="*/ 16 w 9"/>
                <a:gd name="T1" fmla="*/ 0 h 8"/>
                <a:gd name="T2" fmla="*/ 16 w 9"/>
                <a:gd name="T3" fmla="*/ 77 h 8"/>
                <a:gd name="T4" fmla="*/ 40 w 9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0" y="3"/>
                    <a:pt x="0" y="6"/>
                    <a:pt x="2" y="8"/>
                  </a:cubicBezTo>
                  <a:cubicBezTo>
                    <a:pt x="6" y="8"/>
                    <a:pt x="9" y="4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64" name="Freeform 1755">
              <a:extLst>
                <a:ext uri="{FF2B5EF4-FFF2-40B4-BE49-F238E27FC236}">
                  <a16:creationId xmlns:a16="http://schemas.microsoft.com/office/drawing/2014/main" id="{2E040DF2-FF8C-4A11-8E37-4E365FF1E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236"/>
              <a:ext cx="20" cy="22"/>
            </a:xfrm>
            <a:custGeom>
              <a:avLst/>
              <a:gdLst>
                <a:gd name="T0" fmla="*/ 32 w 10"/>
                <a:gd name="T1" fmla="*/ 0 h 10"/>
                <a:gd name="T2" fmla="*/ 40 w 10"/>
                <a:gd name="T3" fmla="*/ 97 h 10"/>
                <a:gd name="T4" fmla="*/ 48 w 10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1" y="2"/>
                    <a:pt x="0" y="10"/>
                    <a:pt x="5" y="9"/>
                  </a:cubicBezTo>
                  <a:cubicBezTo>
                    <a:pt x="10" y="8"/>
                    <a:pt x="9" y="2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65" name="Freeform 1756">
              <a:extLst>
                <a:ext uri="{FF2B5EF4-FFF2-40B4-BE49-F238E27FC236}">
                  <a16:creationId xmlns:a16="http://schemas.microsoft.com/office/drawing/2014/main" id="{83763E4F-F497-46D7-8DA7-586341371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245"/>
              <a:ext cx="20" cy="21"/>
            </a:xfrm>
            <a:custGeom>
              <a:avLst/>
              <a:gdLst>
                <a:gd name="T0" fmla="*/ 24 w 10"/>
                <a:gd name="T1" fmla="*/ 8 h 10"/>
                <a:gd name="T2" fmla="*/ 0 w 10"/>
                <a:gd name="T3" fmla="*/ 76 h 10"/>
                <a:gd name="T4" fmla="*/ 4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1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6" y="10"/>
                    <a:pt x="10" y="1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66" name="Freeform 1757">
              <a:extLst>
                <a:ext uri="{FF2B5EF4-FFF2-40B4-BE49-F238E27FC236}">
                  <a16:creationId xmlns:a16="http://schemas.microsoft.com/office/drawing/2014/main" id="{52D79FA9-364B-4449-A973-C55FD3C07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168"/>
              <a:ext cx="23" cy="49"/>
            </a:xfrm>
            <a:custGeom>
              <a:avLst/>
              <a:gdLst>
                <a:gd name="T0" fmla="*/ 29 w 12"/>
                <a:gd name="T1" fmla="*/ 68 h 23"/>
                <a:gd name="T2" fmla="*/ 15 w 12"/>
                <a:gd name="T3" fmla="*/ 85 h 23"/>
                <a:gd name="T4" fmla="*/ 29 w 12"/>
                <a:gd name="T5" fmla="*/ 6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4" y="7"/>
                  </a:moveTo>
                  <a:cubicBezTo>
                    <a:pt x="3" y="7"/>
                    <a:pt x="2" y="8"/>
                    <a:pt x="2" y="9"/>
                  </a:cubicBezTo>
                  <a:cubicBezTo>
                    <a:pt x="0" y="23"/>
                    <a:pt x="12" y="0"/>
                    <a:pt x="4" y="6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67" name="Freeform 1758">
              <a:extLst>
                <a:ext uri="{FF2B5EF4-FFF2-40B4-BE49-F238E27FC236}">
                  <a16:creationId xmlns:a16="http://schemas.microsoft.com/office/drawing/2014/main" id="{E38D0D8B-86F6-4778-B809-92A5F6F4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109"/>
              <a:ext cx="18" cy="21"/>
            </a:xfrm>
            <a:custGeom>
              <a:avLst/>
              <a:gdLst>
                <a:gd name="T0" fmla="*/ 16 w 9"/>
                <a:gd name="T1" fmla="*/ 17 h 10"/>
                <a:gd name="T2" fmla="*/ 0 w 9"/>
                <a:gd name="T3" fmla="*/ 76 h 10"/>
                <a:gd name="T4" fmla="*/ 24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5" y="10"/>
                    <a:pt x="9" y="1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68" name="Freeform 1759">
              <a:extLst>
                <a:ext uri="{FF2B5EF4-FFF2-40B4-BE49-F238E27FC236}">
                  <a16:creationId xmlns:a16="http://schemas.microsoft.com/office/drawing/2014/main" id="{BB8EDFFC-4657-43DD-978C-AB029996D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023"/>
              <a:ext cx="26" cy="30"/>
            </a:xfrm>
            <a:custGeom>
              <a:avLst/>
              <a:gdLst>
                <a:gd name="T0" fmla="*/ 48 w 13"/>
                <a:gd name="T1" fmla="*/ 28 h 14"/>
                <a:gd name="T2" fmla="*/ 48 w 13"/>
                <a:gd name="T3" fmla="*/ 137 h 14"/>
                <a:gd name="T4" fmla="*/ 48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6" y="3"/>
                  </a:moveTo>
                  <a:cubicBezTo>
                    <a:pt x="2" y="5"/>
                    <a:pt x="0" y="14"/>
                    <a:pt x="6" y="14"/>
                  </a:cubicBezTo>
                  <a:cubicBezTo>
                    <a:pt x="13" y="14"/>
                    <a:pt x="11" y="1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69" name="Freeform 1760">
              <a:extLst>
                <a:ext uri="{FF2B5EF4-FFF2-40B4-BE49-F238E27FC236}">
                  <a16:creationId xmlns:a16="http://schemas.microsoft.com/office/drawing/2014/main" id="{F6BDA93F-9A48-47CD-B61B-6451A0357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960"/>
              <a:ext cx="26" cy="19"/>
            </a:xfrm>
            <a:custGeom>
              <a:avLst/>
              <a:gdLst>
                <a:gd name="T0" fmla="*/ 48 w 13"/>
                <a:gd name="T1" fmla="*/ 0 h 9"/>
                <a:gd name="T2" fmla="*/ 24 w 13"/>
                <a:gd name="T3" fmla="*/ 68 h 9"/>
                <a:gd name="T4" fmla="*/ 56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6" y="0"/>
                  </a:moveTo>
                  <a:cubicBezTo>
                    <a:pt x="3" y="1"/>
                    <a:pt x="0" y="5"/>
                    <a:pt x="3" y="7"/>
                  </a:cubicBezTo>
                  <a:cubicBezTo>
                    <a:pt x="7" y="9"/>
                    <a:pt x="13" y="3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70" name="Freeform 1761">
              <a:extLst>
                <a:ext uri="{FF2B5EF4-FFF2-40B4-BE49-F238E27FC236}">
                  <a16:creationId xmlns:a16="http://schemas.microsoft.com/office/drawing/2014/main" id="{CD083735-23E3-4D00-A794-59EBFCC6B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917"/>
              <a:ext cx="42" cy="19"/>
            </a:xfrm>
            <a:custGeom>
              <a:avLst/>
              <a:gdLst>
                <a:gd name="T0" fmla="*/ 96 w 21"/>
                <a:gd name="T1" fmla="*/ 84 h 9"/>
                <a:gd name="T2" fmla="*/ 112 w 21"/>
                <a:gd name="T3" fmla="*/ 7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12" y="9"/>
                  </a:moveTo>
                  <a:cubicBezTo>
                    <a:pt x="0" y="3"/>
                    <a:pt x="21" y="0"/>
                    <a:pt x="14" y="8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71" name="Freeform 1762">
              <a:extLst>
                <a:ext uri="{FF2B5EF4-FFF2-40B4-BE49-F238E27FC236}">
                  <a16:creationId xmlns:a16="http://schemas.microsoft.com/office/drawing/2014/main" id="{83189FED-0C45-4A0D-BC56-EC90B71AE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847"/>
              <a:ext cx="16" cy="15"/>
            </a:xfrm>
            <a:custGeom>
              <a:avLst/>
              <a:gdLst>
                <a:gd name="T0" fmla="*/ 48 w 8"/>
                <a:gd name="T1" fmla="*/ 9 h 7"/>
                <a:gd name="T2" fmla="*/ 32 w 8"/>
                <a:gd name="T3" fmla="*/ 69 h 7"/>
                <a:gd name="T4" fmla="*/ 56 w 8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2" y="0"/>
                    <a:pt x="0" y="4"/>
                    <a:pt x="4" y="7"/>
                  </a:cubicBezTo>
                  <a:cubicBezTo>
                    <a:pt x="7" y="6"/>
                    <a:pt x="8" y="4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72" name="Freeform 1763">
              <a:extLst>
                <a:ext uri="{FF2B5EF4-FFF2-40B4-BE49-F238E27FC236}">
                  <a16:creationId xmlns:a16="http://schemas.microsoft.com/office/drawing/2014/main" id="{81CD5FB9-60CA-4244-8700-843951F9B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770"/>
              <a:ext cx="12" cy="15"/>
            </a:xfrm>
            <a:custGeom>
              <a:avLst/>
              <a:gdLst>
                <a:gd name="T0" fmla="*/ 0 w 6"/>
                <a:gd name="T1" fmla="*/ 19 h 7"/>
                <a:gd name="T2" fmla="*/ 0 w 6"/>
                <a:gd name="T3" fmla="*/ 60 h 7"/>
                <a:gd name="T4" fmla="*/ 40 w 6"/>
                <a:gd name="T5" fmla="*/ 0 h 7"/>
                <a:gd name="T6" fmla="*/ 16 w 6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3" y="7"/>
                    <a:pt x="6" y="4"/>
                    <a:pt x="5" y="0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73" name="Freeform 1764">
              <a:extLst>
                <a:ext uri="{FF2B5EF4-FFF2-40B4-BE49-F238E27FC236}">
                  <a16:creationId xmlns:a16="http://schemas.microsoft.com/office/drawing/2014/main" id="{666F1FCE-E2D0-4EC5-8EBD-048BC54A8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772"/>
              <a:ext cx="22" cy="24"/>
            </a:xfrm>
            <a:custGeom>
              <a:avLst/>
              <a:gdLst>
                <a:gd name="T0" fmla="*/ 88 w 11"/>
                <a:gd name="T1" fmla="*/ 20 h 11"/>
                <a:gd name="T2" fmla="*/ 64 w 11"/>
                <a:gd name="T3" fmla="*/ 0 h 11"/>
                <a:gd name="T4" fmla="*/ 88 w 11"/>
                <a:gd name="T5" fmla="*/ 33 h 11"/>
                <a:gd name="T6" fmla="*/ 64 w 11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2"/>
                  </a:moveTo>
                  <a:cubicBezTo>
                    <a:pt x="10" y="1"/>
                    <a:pt x="9" y="0"/>
                    <a:pt x="8" y="0"/>
                  </a:cubicBezTo>
                  <a:cubicBezTo>
                    <a:pt x="0" y="5"/>
                    <a:pt x="9" y="11"/>
                    <a:pt x="11" y="3"/>
                  </a:cubicBezTo>
                  <a:cubicBezTo>
                    <a:pt x="11" y="2"/>
                    <a:pt x="10" y="1"/>
                    <a:pt x="8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74" name="Freeform 1765">
              <a:extLst>
                <a:ext uri="{FF2B5EF4-FFF2-40B4-BE49-F238E27FC236}">
                  <a16:creationId xmlns:a16="http://schemas.microsoft.com/office/drawing/2014/main" id="{37C30CC9-BBC8-4B07-B920-BCDA4A7B9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832"/>
              <a:ext cx="16" cy="17"/>
            </a:xfrm>
            <a:custGeom>
              <a:avLst/>
              <a:gdLst>
                <a:gd name="T0" fmla="*/ 40 w 8"/>
                <a:gd name="T1" fmla="*/ 19 h 8"/>
                <a:gd name="T2" fmla="*/ 24 w 8"/>
                <a:gd name="T3" fmla="*/ 0 h 8"/>
                <a:gd name="T4" fmla="*/ 8 w 8"/>
                <a:gd name="T5" fmla="*/ 77 h 8"/>
                <a:gd name="T6" fmla="*/ 32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5" y="7"/>
                    <a:pt x="8" y="3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75" name="Freeform 1766">
              <a:extLst>
                <a:ext uri="{FF2B5EF4-FFF2-40B4-BE49-F238E27FC236}">
                  <a16:creationId xmlns:a16="http://schemas.microsoft.com/office/drawing/2014/main" id="{AE8F8B9C-1F72-490A-AAD5-D046511F0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866"/>
              <a:ext cx="58" cy="30"/>
            </a:xfrm>
            <a:custGeom>
              <a:avLst/>
              <a:gdLst>
                <a:gd name="T0" fmla="*/ 96 w 29"/>
                <a:gd name="T1" fmla="*/ 19 h 14"/>
                <a:gd name="T2" fmla="*/ 120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12" y="2"/>
                  </a:moveTo>
                  <a:cubicBezTo>
                    <a:pt x="0" y="14"/>
                    <a:pt x="29" y="6"/>
                    <a:pt x="1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76" name="Freeform 1767">
              <a:extLst>
                <a:ext uri="{FF2B5EF4-FFF2-40B4-BE49-F238E27FC236}">
                  <a16:creationId xmlns:a16="http://schemas.microsoft.com/office/drawing/2014/main" id="{E4D93F9F-EEC1-4BB1-864D-13D2A3BC4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772"/>
              <a:ext cx="14" cy="17"/>
            </a:xfrm>
            <a:custGeom>
              <a:avLst/>
              <a:gdLst>
                <a:gd name="T0" fmla="*/ 32 w 7"/>
                <a:gd name="T1" fmla="*/ 28 h 8"/>
                <a:gd name="T2" fmla="*/ 0 w 7"/>
                <a:gd name="T3" fmla="*/ 77 h 8"/>
                <a:gd name="T4" fmla="*/ 56 w 7"/>
                <a:gd name="T5" fmla="*/ 19 h 8"/>
                <a:gd name="T6" fmla="*/ 24 w 7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3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4" y="8"/>
                    <a:pt x="7" y="5"/>
                    <a:pt x="7" y="2"/>
                  </a:cubicBezTo>
                  <a:cubicBezTo>
                    <a:pt x="4" y="0"/>
                    <a:pt x="4" y="1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77" name="Freeform 1768">
              <a:extLst>
                <a:ext uri="{FF2B5EF4-FFF2-40B4-BE49-F238E27FC236}">
                  <a16:creationId xmlns:a16="http://schemas.microsoft.com/office/drawing/2014/main" id="{79CE0DD0-F848-4AD7-AF3C-0489E18AD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785"/>
              <a:ext cx="18" cy="19"/>
            </a:xfrm>
            <a:custGeom>
              <a:avLst/>
              <a:gdLst>
                <a:gd name="T0" fmla="*/ 48 w 9"/>
                <a:gd name="T1" fmla="*/ 17 h 9"/>
                <a:gd name="T2" fmla="*/ 24 w 9"/>
                <a:gd name="T3" fmla="*/ 84 h 9"/>
                <a:gd name="T4" fmla="*/ 48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2"/>
                  </a:moveTo>
                  <a:cubicBezTo>
                    <a:pt x="2" y="2"/>
                    <a:pt x="0" y="6"/>
                    <a:pt x="3" y="9"/>
                  </a:cubicBezTo>
                  <a:cubicBezTo>
                    <a:pt x="7" y="8"/>
                    <a:pt x="9" y="4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78" name="Freeform 1769">
              <a:extLst>
                <a:ext uri="{FF2B5EF4-FFF2-40B4-BE49-F238E27FC236}">
                  <a16:creationId xmlns:a16="http://schemas.microsoft.com/office/drawing/2014/main" id="{94033BF4-A6D4-4852-B0C8-4A38AD89E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715"/>
              <a:ext cx="26" cy="23"/>
            </a:xfrm>
            <a:custGeom>
              <a:avLst/>
              <a:gdLst>
                <a:gd name="T0" fmla="*/ 56 w 13"/>
                <a:gd name="T1" fmla="*/ 27 h 11"/>
                <a:gd name="T2" fmla="*/ 56 w 13"/>
                <a:gd name="T3" fmla="*/ 100 h 11"/>
                <a:gd name="T4" fmla="*/ 56 w 13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1" y="2"/>
                    <a:pt x="0" y="11"/>
                    <a:pt x="7" y="11"/>
                  </a:cubicBezTo>
                  <a:cubicBezTo>
                    <a:pt x="13" y="10"/>
                    <a:pt x="13" y="0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79" name="Freeform 1770">
              <a:extLst>
                <a:ext uri="{FF2B5EF4-FFF2-40B4-BE49-F238E27FC236}">
                  <a16:creationId xmlns:a16="http://schemas.microsoft.com/office/drawing/2014/main" id="{4AEE6068-5994-44D0-94FA-2FDA0E784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732"/>
              <a:ext cx="44" cy="15"/>
            </a:xfrm>
            <a:custGeom>
              <a:avLst/>
              <a:gdLst>
                <a:gd name="T0" fmla="*/ 80 w 22"/>
                <a:gd name="T1" fmla="*/ 0 h 7"/>
                <a:gd name="T2" fmla="*/ 88 w 2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10" y="0"/>
                  </a:moveTo>
                  <a:cubicBezTo>
                    <a:pt x="0" y="7"/>
                    <a:pt x="22" y="2"/>
                    <a:pt x="1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80" name="Freeform 1771">
              <a:extLst>
                <a:ext uri="{FF2B5EF4-FFF2-40B4-BE49-F238E27FC236}">
                  <a16:creationId xmlns:a16="http://schemas.microsoft.com/office/drawing/2014/main" id="{7A9B65CD-F8BC-4016-8536-00250595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747"/>
              <a:ext cx="29" cy="28"/>
            </a:xfrm>
            <a:custGeom>
              <a:avLst/>
              <a:gdLst>
                <a:gd name="T0" fmla="*/ 56 w 15"/>
                <a:gd name="T1" fmla="*/ 0 h 13"/>
                <a:gd name="T2" fmla="*/ 29 w 15"/>
                <a:gd name="T3" fmla="*/ 88 h 13"/>
                <a:gd name="T4" fmla="*/ 72 w 15"/>
                <a:gd name="T5" fmla="*/ 1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8" y="0"/>
                  </a:moveTo>
                  <a:cubicBezTo>
                    <a:pt x="3" y="0"/>
                    <a:pt x="0" y="5"/>
                    <a:pt x="4" y="9"/>
                  </a:cubicBezTo>
                  <a:cubicBezTo>
                    <a:pt x="8" y="13"/>
                    <a:pt x="15" y="6"/>
                    <a:pt x="10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81" name="Freeform 1772">
              <a:extLst>
                <a:ext uri="{FF2B5EF4-FFF2-40B4-BE49-F238E27FC236}">
                  <a16:creationId xmlns:a16="http://schemas.microsoft.com/office/drawing/2014/main" id="{08F2F994-0B2E-473F-9040-43071F0F4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11"/>
              <a:ext cx="48" cy="23"/>
            </a:xfrm>
            <a:custGeom>
              <a:avLst/>
              <a:gdLst>
                <a:gd name="T0" fmla="*/ 96 w 24"/>
                <a:gd name="T1" fmla="*/ 0 h 11"/>
                <a:gd name="T2" fmla="*/ 96 w 24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12" y="0"/>
                  </a:moveTo>
                  <a:cubicBezTo>
                    <a:pt x="0" y="11"/>
                    <a:pt x="24" y="6"/>
                    <a:pt x="1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82" name="Freeform 1773">
              <a:extLst>
                <a:ext uri="{FF2B5EF4-FFF2-40B4-BE49-F238E27FC236}">
                  <a16:creationId xmlns:a16="http://schemas.microsoft.com/office/drawing/2014/main" id="{A169F0B0-86DD-4A49-8476-BAE9634DC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857"/>
              <a:ext cx="52" cy="26"/>
            </a:xfrm>
            <a:custGeom>
              <a:avLst/>
              <a:gdLst>
                <a:gd name="T0" fmla="*/ 104 w 26"/>
                <a:gd name="T1" fmla="*/ 0 h 12"/>
                <a:gd name="T2" fmla="*/ 136 w 26"/>
                <a:gd name="T3" fmla="*/ 2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">
                  <a:moveTo>
                    <a:pt x="13" y="0"/>
                  </a:moveTo>
                  <a:cubicBezTo>
                    <a:pt x="0" y="7"/>
                    <a:pt x="26" y="12"/>
                    <a:pt x="17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83" name="Freeform 1774">
              <a:extLst>
                <a:ext uri="{FF2B5EF4-FFF2-40B4-BE49-F238E27FC236}">
                  <a16:creationId xmlns:a16="http://schemas.microsoft.com/office/drawing/2014/main" id="{4FA923EA-7E0C-455E-BA92-B342A0EC4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917"/>
              <a:ext cx="48" cy="19"/>
            </a:xfrm>
            <a:custGeom>
              <a:avLst/>
              <a:gdLst>
                <a:gd name="T0" fmla="*/ 88 w 24"/>
                <a:gd name="T1" fmla="*/ 0 h 9"/>
                <a:gd name="T2" fmla="*/ 112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11" y="0"/>
                  </a:moveTo>
                  <a:cubicBezTo>
                    <a:pt x="0" y="9"/>
                    <a:pt x="24" y="6"/>
                    <a:pt x="1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84" name="Freeform 1775">
              <a:extLst>
                <a:ext uri="{FF2B5EF4-FFF2-40B4-BE49-F238E27FC236}">
                  <a16:creationId xmlns:a16="http://schemas.microsoft.com/office/drawing/2014/main" id="{2D687F1D-AE6E-4CCB-8F17-2E273E9F9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894"/>
              <a:ext cx="12" cy="15"/>
            </a:xfrm>
            <a:custGeom>
              <a:avLst/>
              <a:gdLst>
                <a:gd name="T0" fmla="*/ 8 w 6"/>
                <a:gd name="T1" fmla="*/ 28 h 7"/>
                <a:gd name="T2" fmla="*/ 8 w 6"/>
                <a:gd name="T3" fmla="*/ 69 h 7"/>
                <a:gd name="T4" fmla="*/ 40 w 6"/>
                <a:gd name="T5" fmla="*/ 9 h 7"/>
                <a:gd name="T6" fmla="*/ 16 w 6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1" y="5"/>
                    <a:pt x="0" y="6"/>
                    <a:pt x="1" y="7"/>
                  </a:cubicBezTo>
                  <a:cubicBezTo>
                    <a:pt x="4" y="7"/>
                    <a:pt x="6" y="4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85" name="Freeform 1776">
              <a:extLst>
                <a:ext uri="{FF2B5EF4-FFF2-40B4-BE49-F238E27FC236}">
                  <a16:creationId xmlns:a16="http://schemas.microsoft.com/office/drawing/2014/main" id="{98097340-1F7A-411D-B411-52068708C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966"/>
              <a:ext cx="22" cy="21"/>
            </a:xfrm>
            <a:custGeom>
              <a:avLst/>
              <a:gdLst>
                <a:gd name="T0" fmla="*/ 56 w 11"/>
                <a:gd name="T1" fmla="*/ 27 h 10"/>
                <a:gd name="T2" fmla="*/ 40 w 11"/>
                <a:gd name="T3" fmla="*/ 92 h 10"/>
                <a:gd name="T4" fmla="*/ 40 w 11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3"/>
                  </a:moveTo>
                  <a:cubicBezTo>
                    <a:pt x="2" y="2"/>
                    <a:pt x="0" y="10"/>
                    <a:pt x="5" y="10"/>
                  </a:cubicBezTo>
                  <a:cubicBezTo>
                    <a:pt x="10" y="10"/>
                    <a:pt x="11" y="0"/>
                    <a:pt x="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86" name="Freeform 1777">
              <a:extLst>
                <a:ext uri="{FF2B5EF4-FFF2-40B4-BE49-F238E27FC236}">
                  <a16:creationId xmlns:a16="http://schemas.microsoft.com/office/drawing/2014/main" id="{7827BF21-389F-49BB-AF86-BFA26B9EA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023"/>
              <a:ext cx="24" cy="30"/>
            </a:xfrm>
            <a:custGeom>
              <a:avLst/>
              <a:gdLst>
                <a:gd name="T0" fmla="*/ 72 w 12"/>
                <a:gd name="T1" fmla="*/ 0 h 14"/>
                <a:gd name="T2" fmla="*/ 96 w 12"/>
                <a:gd name="T3" fmla="*/ 60 h 14"/>
                <a:gd name="T4" fmla="*/ 80 w 12"/>
                <a:gd name="T5" fmla="*/ 2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9" y="0"/>
                  </a:moveTo>
                  <a:cubicBezTo>
                    <a:pt x="0" y="2"/>
                    <a:pt x="8" y="14"/>
                    <a:pt x="12" y="6"/>
                  </a:cubicBezTo>
                  <a:cubicBezTo>
                    <a:pt x="11" y="5"/>
                    <a:pt x="11" y="4"/>
                    <a:pt x="1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87" name="Freeform 1778">
              <a:extLst>
                <a:ext uri="{FF2B5EF4-FFF2-40B4-BE49-F238E27FC236}">
                  <a16:creationId xmlns:a16="http://schemas.microsoft.com/office/drawing/2014/main" id="{6D66FCAC-53C3-4208-B8F0-9D84372E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017"/>
              <a:ext cx="14" cy="21"/>
            </a:xfrm>
            <a:custGeom>
              <a:avLst/>
              <a:gdLst>
                <a:gd name="T0" fmla="*/ 16 w 7"/>
                <a:gd name="T1" fmla="*/ 8 h 10"/>
                <a:gd name="T2" fmla="*/ 8 w 7"/>
                <a:gd name="T3" fmla="*/ 84 h 10"/>
                <a:gd name="T4" fmla="*/ 32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2" y="1"/>
                  </a:moveTo>
                  <a:cubicBezTo>
                    <a:pt x="1" y="4"/>
                    <a:pt x="0" y="7"/>
                    <a:pt x="1" y="9"/>
                  </a:cubicBezTo>
                  <a:cubicBezTo>
                    <a:pt x="7" y="10"/>
                    <a:pt x="7" y="3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88" name="Freeform 1779">
              <a:extLst>
                <a:ext uri="{FF2B5EF4-FFF2-40B4-BE49-F238E27FC236}">
                  <a16:creationId xmlns:a16="http://schemas.microsoft.com/office/drawing/2014/main" id="{9A8EAC77-198E-49DC-9EF5-6F1F10E53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943"/>
              <a:ext cx="16" cy="15"/>
            </a:xfrm>
            <a:custGeom>
              <a:avLst/>
              <a:gdLst>
                <a:gd name="T0" fmla="*/ 32 w 8"/>
                <a:gd name="T1" fmla="*/ 9 h 7"/>
                <a:gd name="T2" fmla="*/ 16 w 8"/>
                <a:gd name="T3" fmla="*/ 69 h 7"/>
                <a:gd name="T4" fmla="*/ 32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1" y="2"/>
                    <a:pt x="0" y="4"/>
                    <a:pt x="2" y="7"/>
                  </a:cubicBezTo>
                  <a:cubicBezTo>
                    <a:pt x="6" y="6"/>
                    <a:pt x="8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89" name="Freeform 1780">
              <a:extLst>
                <a:ext uri="{FF2B5EF4-FFF2-40B4-BE49-F238E27FC236}">
                  <a16:creationId xmlns:a16="http://schemas.microsoft.com/office/drawing/2014/main" id="{E516279B-0220-40CB-A1FE-048E2D433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875"/>
              <a:ext cx="20" cy="21"/>
            </a:xfrm>
            <a:custGeom>
              <a:avLst/>
              <a:gdLst>
                <a:gd name="T0" fmla="*/ 24 w 10"/>
                <a:gd name="T1" fmla="*/ 17 h 10"/>
                <a:gd name="T2" fmla="*/ 40 w 10"/>
                <a:gd name="T3" fmla="*/ 76 h 10"/>
                <a:gd name="T4" fmla="*/ 4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cubicBezTo>
                    <a:pt x="1" y="4"/>
                    <a:pt x="0" y="10"/>
                    <a:pt x="5" y="8"/>
                  </a:cubicBezTo>
                  <a:cubicBezTo>
                    <a:pt x="10" y="6"/>
                    <a:pt x="10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90" name="Freeform 1781">
              <a:extLst>
                <a:ext uri="{FF2B5EF4-FFF2-40B4-BE49-F238E27FC236}">
                  <a16:creationId xmlns:a16="http://schemas.microsoft.com/office/drawing/2014/main" id="{BDA93DF2-D384-4A5E-AA34-45F27E0D6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113"/>
              <a:ext cx="36" cy="25"/>
            </a:xfrm>
            <a:custGeom>
              <a:avLst/>
              <a:gdLst>
                <a:gd name="T0" fmla="*/ 80 w 18"/>
                <a:gd name="T1" fmla="*/ 0 h 12"/>
                <a:gd name="T2" fmla="*/ 48 w 18"/>
                <a:gd name="T3" fmla="*/ 92 h 12"/>
                <a:gd name="T4" fmla="*/ 80 w 18"/>
                <a:gd name="T5" fmla="*/ 1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10" y="0"/>
                  </a:moveTo>
                  <a:cubicBezTo>
                    <a:pt x="6" y="1"/>
                    <a:pt x="0" y="6"/>
                    <a:pt x="6" y="10"/>
                  </a:cubicBezTo>
                  <a:cubicBezTo>
                    <a:pt x="10" y="12"/>
                    <a:pt x="18" y="4"/>
                    <a:pt x="10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91" name="Freeform 1782">
              <a:extLst>
                <a:ext uri="{FF2B5EF4-FFF2-40B4-BE49-F238E27FC236}">
                  <a16:creationId xmlns:a16="http://schemas.microsoft.com/office/drawing/2014/main" id="{8DDDE1E6-A78B-4B39-AC9A-52414F0D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104"/>
              <a:ext cx="20" cy="17"/>
            </a:xfrm>
            <a:custGeom>
              <a:avLst/>
              <a:gdLst>
                <a:gd name="T0" fmla="*/ 24 w 10"/>
                <a:gd name="T1" fmla="*/ 19 h 8"/>
                <a:gd name="T2" fmla="*/ 8 w 10"/>
                <a:gd name="T3" fmla="*/ 77 h 8"/>
                <a:gd name="T4" fmla="*/ 24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2"/>
                  </a:moveTo>
                  <a:cubicBezTo>
                    <a:pt x="1" y="4"/>
                    <a:pt x="0" y="6"/>
                    <a:pt x="1" y="8"/>
                  </a:cubicBezTo>
                  <a:cubicBezTo>
                    <a:pt x="6" y="8"/>
                    <a:pt x="10" y="1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92" name="Freeform 1783">
              <a:extLst>
                <a:ext uri="{FF2B5EF4-FFF2-40B4-BE49-F238E27FC236}">
                  <a16:creationId xmlns:a16="http://schemas.microsoft.com/office/drawing/2014/main" id="{AF479CE0-B0AB-4B79-B880-995BE807F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026"/>
              <a:ext cx="20" cy="19"/>
            </a:xfrm>
            <a:custGeom>
              <a:avLst/>
              <a:gdLst>
                <a:gd name="T0" fmla="*/ 40 w 10"/>
                <a:gd name="T1" fmla="*/ 17 h 9"/>
                <a:gd name="T2" fmla="*/ 8 w 10"/>
                <a:gd name="T3" fmla="*/ 84 h 9"/>
                <a:gd name="T4" fmla="*/ 24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2"/>
                  </a:moveTo>
                  <a:cubicBezTo>
                    <a:pt x="2" y="2"/>
                    <a:pt x="0" y="5"/>
                    <a:pt x="1" y="9"/>
                  </a:cubicBezTo>
                  <a:cubicBezTo>
                    <a:pt x="7" y="9"/>
                    <a:pt x="10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93" name="Freeform 1784">
              <a:extLst>
                <a:ext uri="{FF2B5EF4-FFF2-40B4-BE49-F238E27FC236}">
                  <a16:creationId xmlns:a16="http://schemas.microsoft.com/office/drawing/2014/main" id="{F5D2CAD6-BFBA-4757-A575-DC7D90C5B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036"/>
              <a:ext cx="46" cy="19"/>
            </a:xfrm>
            <a:custGeom>
              <a:avLst/>
              <a:gdLst>
                <a:gd name="T0" fmla="*/ 104 w 23"/>
                <a:gd name="T1" fmla="*/ 0 h 9"/>
                <a:gd name="T2" fmla="*/ 104 w 2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13" y="0"/>
                  </a:moveTo>
                  <a:cubicBezTo>
                    <a:pt x="0" y="8"/>
                    <a:pt x="23" y="9"/>
                    <a:pt x="1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94" name="Freeform 1785">
              <a:extLst>
                <a:ext uri="{FF2B5EF4-FFF2-40B4-BE49-F238E27FC236}">
                  <a16:creationId xmlns:a16="http://schemas.microsoft.com/office/drawing/2014/main" id="{A850CDA3-FAF3-4D12-BC2C-702F4ADA1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955"/>
              <a:ext cx="32" cy="22"/>
            </a:xfrm>
            <a:custGeom>
              <a:avLst/>
              <a:gdLst>
                <a:gd name="T0" fmla="*/ 72 w 16"/>
                <a:gd name="T1" fmla="*/ 0 h 10"/>
                <a:gd name="T2" fmla="*/ 56 w 16"/>
                <a:gd name="T3" fmla="*/ 106 h 10"/>
                <a:gd name="T4" fmla="*/ 72 w 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9" y="0"/>
                  </a:moveTo>
                  <a:cubicBezTo>
                    <a:pt x="5" y="1"/>
                    <a:pt x="0" y="10"/>
                    <a:pt x="7" y="10"/>
                  </a:cubicBezTo>
                  <a:cubicBezTo>
                    <a:pt x="13" y="10"/>
                    <a:pt x="16" y="1"/>
                    <a:pt x="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95" name="Freeform 1786">
              <a:extLst>
                <a:ext uri="{FF2B5EF4-FFF2-40B4-BE49-F238E27FC236}">
                  <a16:creationId xmlns:a16="http://schemas.microsoft.com/office/drawing/2014/main" id="{C117181F-1195-43E1-B6C3-093542ABB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968"/>
              <a:ext cx="22" cy="30"/>
            </a:xfrm>
            <a:custGeom>
              <a:avLst/>
              <a:gdLst>
                <a:gd name="T0" fmla="*/ 64 w 11"/>
                <a:gd name="T1" fmla="*/ 0 h 14"/>
                <a:gd name="T2" fmla="*/ 88 w 11"/>
                <a:gd name="T3" fmla="*/ 5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8" y="0"/>
                  </a:moveTo>
                  <a:cubicBezTo>
                    <a:pt x="0" y="6"/>
                    <a:pt x="7" y="14"/>
                    <a:pt x="11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96" name="Freeform 1787">
              <a:extLst>
                <a:ext uri="{FF2B5EF4-FFF2-40B4-BE49-F238E27FC236}">
                  <a16:creationId xmlns:a16="http://schemas.microsoft.com/office/drawing/2014/main" id="{EB98AF69-7E7E-4ED5-A1B2-0800DCCBF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900"/>
              <a:ext cx="10" cy="17"/>
            </a:xfrm>
            <a:custGeom>
              <a:avLst/>
              <a:gdLst>
                <a:gd name="T0" fmla="*/ 32 w 5"/>
                <a:gd name="T1" fmla="*/ 0 h 8"/>
                <a:gd name="T2" fmla="*/ 24 w 5"/>
                <a:gd name="T3" fmla="*/ 0 h 8"/>
                <a:gd name="T4" fmla="*/ 8 w 5"/>
                <a:gd name="T5" fmla="*/ 77 h 8"/>
                <a:gd name="T6" fmla="*/ 32 w 5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0" y="2"/>
                    <a:pt x="0" y="5"/>
                    <a:pt x="1" y="8"/>
                  </a:cubicBezTo>
                  <a:cubicBezTo>
                    <a:pt x="4" y="7"/>
                    <a:pt x="5" y="5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97" name="Freeform 1788">
              <a:extLst>
                <a:ext uri="{FF2B5EF4-FFF2-40B4-BE49-F238E27FC236}">
                  <a16:creationId xmlns:a16="http://schemas.microsoft.com/office/drawing/2014/main" id="{6BB98412-050C-43B9-BFBC-C83A9C4BB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834"/>
              <a:ext cx="43" cy="30"/>
            </a:xfrm>
            <a:custGeom>
              <a:avLst/>
              <a:gdLst>
                <a:gd name="T0" fmla="*/ 53 w 22"/>
                <a:gd name="T1" fmla="*/ 0 h 14"/>
                <a:gd name="T2" fmla="*/ 68 w 2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4">
                  <a:moveTo>
                    <a:pt x="7" y="0"/>
                  </a:moveTo>
                  <a:cubicBezTo>
                    <a:pt x="0" y="14"/>
                    <a:pt x="22" y="1"/>
                    <a:pt x="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98" name="Freeform 1789">
              <a:extLst>
                <a:ext uri="{FF2B5EF4-FFF2-40B4-BE49-F238E27FC236}">
                  <a16:creationId xmlns:a16="http://schemas.microsoft.com/office/drawing/2014/main" id="{B19C80E8-E6D2-42F4-B14A-1822867E1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823"/>
              <a:ext cx="12" cy="15"/>
            </a:xfrm>
            <a:custGeom>
              <a:avLst/>
              <a:gdLst>
                <a:gd name="T0" fmla="*/ 40 w 6"/>
                <a:gd name="T1" fmla="*/ 0 h 7"/>
                <a:gd name="T2" fmla="*/ 8 w 6"/>
                <a:gd name="T3" fmla="*/ 69 h 7"/>
                <a:gd name="T4" fmla="*/ 32 w 6"/>
                <a:gd name="T5" fmla="*/ 0 h 7"/>
                <a:gd name="T6" fmla="*/ 16 w 6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2" y="1"/>
                    <a:pt x="0" y="4"/>
                    <a:pt x="1" y="7"/>
                  </a:cubicBezTo>
                  <a:cubicBezTo>
                    <a:pt x="5" y="7"/>
                    <a:pt x="6" y="3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299" name="Freeform 1790">
              <a:extLst>
                <a:ext uri="{FF2B5EF4-FFF2-40B4-BE49-F238E27FC236}">
                  <a16:creationId xmlns:a16="http://schemas.microsoft.com/office/drawing/2014/main" id="{622093B3-E561-4353-AFB9-8D92E31F1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817"/>
              <a:ext cx="32" cy="23"/>
            </a:xfrm>
            <a:custGeom>
              <a:avLst/>
              <a:gdLst>
                <a:gd name="T0" fmla="*/ 72 w 16"/>
                <a:gd name="T1" fmla="*/ 17 h 11"/>
                <a:gd name="T2" fmla="*/ 48 w 16"/>
                <a:gd name="T3" fmla="*/ 84 h 11"/>
                <a:gd name="T4" fmla="*/ 72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9" y="2"/>
                  </a:moveTo>
                  <a:cubicBezTo>
                    <a:pt x="4" y="1"/>
                    <a:pt x="0" y="8"/>
                    <a:pt x="6" y="9"/>
                  </a:cubicBezTo>
                  <a:cubicBezTo>
                    <a:pt x="11" y="11"/>
                    <a:pt x="16" y="1"/>
                    <a:pt x="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00" name="Freeform 1791">
              <a:extLst>
                <a:ext uri="{FF2B5EF4-FFF2-40B4-BE49-F238E27FC236}">
                  <a16:creationId xmlns:a16="http://schemas.microsoft.com/office/drawing/2014/main" id="{B81EA88C-FC23-4350-A091-CFA5D91B5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809"/>
              <a:ext cx="32" cy="27"/>
            </a:xfrm>
            <a:custGeom>
              <a:avLst/>
              <a:gdLst>
                <a:gd name="T0" fmla="*/ 72 w 16"/>
                <a:gd name="T1" fmla="*/ 0 h 13"/>
                <a:gd name="T2" fmla="*/ 48 w 16"/>
                <a:gd name="T3" fmla="*/ 100 h 13"/>
                <a:gd name="T4" fmla="*/ 80 w 16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9" y="0"/>
                  </a:moveTo>
                  <a:cubicBezTo>
                    <a:pt x="5" y="1"/>
                    <a:pt x="0" y="9"/>
                    <a:pt x="6" y="11"/>
                  </a:cubicBezTo>
                  <a:cubicBezTo>
                    <a:pt x="10" y="13"/>
                    <a:pt x="16" y="5"/>
                    <a:pt x="10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01" name="Freeform 1792">
              <a:extLst>
                <a:ext uri="{FF2B5EF4-FFF2-40B4-BE49-F238E27FC236}">
                  <a16:creationId xmlns:a16="http://schemas.microsoft.com/office/drawing/2014/main" id="{BE1BFC0C-30BC-43D7-82B5-38A106C8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11"/>
              <a:ext cx="16" cy="19"/>
            </a:xfrm>
            <a:custGeom>
              <a:avLst/>
              <a:gdLst>
                <a:gd name="T0" fmla="*/ 64 w 8"/>
                <a:gd name="T1" fmla="*/ 0 h 9"/>
                <a:gd name="T2" fmla="*/ 0 w 8"/>
                <a:gd name="T3" fmla="*/ 68 h 9"/>
                <a:gd name="T4" fmla="*/ 64 w 8"/>
                <a:gd name="T5" fmla="*/ 36 h 9"/>
                <a:gd name="T6" fmla="*/ 48 w 8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0" y="3"/>
                    <a:pt x="0" y="7"/>
                  </a:cubicBezTo>
                  <a:cubicBezTo>
                    <a:pt x="3" y="9"/>
                    <a:pt x="7" y="7"/>
                    <a:pt x="8" y="4"/>
                  </a:cubicBezTo>
                  <a:cubicBezTo>
                    <a:pt x="8" y="3"/>
                    <a:pt x="7" y="2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02" name="Freeform 1793">
              <a:extLst>
                <a:ext uri="{FF2B5EF4-FFF2-40B4-BE49-F238E27FC236}">
                  <a16:creationId xmlns:a16="http://schemas.microsoft.com/office/drawing/2014/main" id="{72E207E9-1E4A-479C-9690-150BBED91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681"/>
              <a:ext cx="22" cy="36"/>
            </a:xfrm>
            <a:custGeom>
              <a:avLst/>
              <a:gdLst>
                <a:gd name="T0" fmla="*/ 80 w 11"/>
                <a:gd name="T1" fmla="*/ 36 h 17"/>
                <a:gd name="T2" fmla="*/ 32 w 11"/>
                <a:gd name="T3" fmla="*/ 125 h 17"/>
                <a:gd name="T4" fmla="*/ 56 w 11"/>
                <a:gd name="T5" fmla="*/ 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0" y="4"/>
                  </a:moveTo>
                  <a:cubicBezTo>
                    <a:pt x="5" y="0"/>
                    <a:pt x="0" y="11"/>
                    <a:pt x="4" y="13"/>
                  </a:cubicBezTo>
                  <a:cubicBezTo>
                    <a:pt x="10" y="17"/>
                    <a:pt x="11" y="7"/>
                    <a:pt x="7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03" name="Freeform 1794">
              <a:extLst>
                <a:ext uri="{FF2B5EF4-FFF2-40B4-BE49-F238E27FC236}">
                  <a16:creationId xmlns:a16="http://schemas.microsoft.com/office/drawing/2014/main" id="{7E73AFBF-899B-4DA6-B7E9-782538779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749"/>
              <a:ext cx="25" cy="23"/>
            </a:xfrm>
            <a:custGeom>
              <a:avLst/>
              <a:gdLst>
                <a:gd name="T0" fmla="*/ 56 w 13"/>
                <a:gd name="T1" fmla="*/ 0 h 11"/>
                <a:gd name="T2" fmla="*/ 37 w 13"/>
                <a:gd name="T3" fmla="*/ 84 h 11"/>
                <a:gd name="T4" fmla="*/ 71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8" y="0"/>
                  </a:moveTo>
                  <a:cubicBezTo>
                    <a:pt x="6" y="1"/>
                    <a:pt x="0" y="8"/>
                    <a:pt x="5" y="9"/>
                  </a:cubicBezTo>
                  <a:cubicBezTo>
                    <a:pt x="10" y="11"/>
                    <a:pt x="13" y="3"/>
                    <a:pt x="10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04" name="Freeform 1795">
              <a:extLst>
                <a:ext uri="{FF2B5EF4-FFF2-40B4-BE49-F238E27FC236}">
                  <a16:creationId xmlns:a16="http://schemas.microsoft.com/office/drawing/2014/main" id="{08FB2F9F-C0F4-4A91-9E66-AF93CB8A6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692"/>
              <a:ext cx="8" cy="12"/>
            </a:xfrm>
            <a:custGeom>
              <a:avLst/>
              <a:gdLst>
                <a:gd name="T0" fmla="*/ 32 w 4"/>
                <a:gd name="T1" fmla="*/ 0 h 6"/>
                <a:gd name="T2" fmla="*/ 0 w 4"/>
                <a:gd name="T3" fmla="*/ 40 h 6"/>
                <a:gd name="T4" fmla="*/ 32 w 4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3" y="6"/>
                    <a:pt x="3" y="4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05" name="Freeform 1796">
              <a:extLst>
                <a:ext uri="{FF2B5EF4-FFF2-40B4-BE49-F238E27FC236}">
                  <a16:creationId xmlns:a16="http://schemas.microsoft.com/office/drawing/2014/main" id="{E3880C48-C4F4-4A2A-B183-689109FF7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700"/>
              <a:ext cx="22" cy="19"/>
            </a:xfrm>
            <a:custGeom>
              <a:avLst/>
              <a:gdLst>
                <a:gd name="T0" fmla="*/ 64 w 11"/>
                <a:gd name="T1" fmla="*/ 8 h 9"/>
                <a:gd name="T2" fmla="*/ 32 w 11"/>
                <a:gd name="T3" fmla="*/ 84 h 9"/>
                <a:gd name="T4" fmla="*/ 48 w 1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8" y="1"/>
                  </a:moveTo>
                  <a:cubicBezTo>
                    <a:pt x="3" y="0"/>
                    <a:pt x="0" y="6"/>
                    <a:pt x="4" y="9"/>
                  </a:cubicBezTo>
                  <a:cubicBezTo>
                    <a:pt x="8" y="8"/>
                    <a:pt x="11" y="3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06" name="Freeform 1797">
              <a:extLst>
                <a:ext uri="{FF2B5EF4-FFF2-40B4-BE49-F238E27FC236}">
                  <a16:creationId xmlns:a16="http://schemas.microsoft.com/office/drawing/2014/main" id="{B4511877-9983-410F-A8EA-A16474792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636"/>
              <a:ext cx="14" cy="13"/>
            </a:xfrm>
            <a:custGeom>
              <a:avLst/>
              <a:gdLst>
                <a:gd name="T0" fmla="*/ 32 w 7"/>
                <a:gd name="T1" fmla="*/ 9 h 6"/>
                <a:gd name="T2" fmla="*/ 8 w 7"/>
                <a:gd name="T3" fmla="*/ 61 h 6"/>
                <a:gd name="T4" fmla="*/ 3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1" y="2"/>
                    <a:pt x="0" y="3"/>
                    <a:pt x="1" y="6"/>
                  </a:cubicBezTo>
                  <a:cubicBezTo>
                    <a:pt x="5" y="6"/>
                    <a:pt x="7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07" name="Freeform 1798">
              <a:extLst>
                <a:ext uri="{FF2B5EF4-FFF2-40B4-BE49-F238E27FC236}">
                  <a16:creationId xmlns:a16="http://schemas.microsoft.com/office/drawing/2014/main" id="{4B15B932-C5BA-4F2F-A7BF-3F9C57E1E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630"/>
              <a:ext cx="24" cy="21"/>
            </a:xfrm>
            <a:custGeom>
              <a:avLst/>
              <a:gdLst>
                <a:gd name="T0" fmla="*/ 72 w 12"/>
                <a:gd name="T1" fmla="*/ 0 h 10"/>
                <a:gd name="T2" fmla="*/ 48 w 12"/>
                <a:gd name="T3" fmla="*/ 84 h 10"/>
                <a:gd name="T4" fmla="*/ 72 w 12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9" y="0"/>
                  </a:moveTo>
                  <a:cubicBezTo>
                    <a:pt x="6" y="1"/>
                    <a:pt x="0" y="9"/>
                    <a:pt x="6" y="9"/>
                  </a:cubicBezTo>
                  <a:cubicBezTo>
                    <a:pt x="10" y="10"/>
                    <a:pt x="12" y="3"/>
                    <a:pt x="9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08" name="Freeform 1799">
              <a:extLst>
                <a:ext uri="{FF2B5EF4-FFF2-40B4-BE49-F238E27FC236}">
                  <a16:creationId xmlns:a16="http://schemas.microsoft.com/office/drawing/2014/main" id="{48395F1F-4E5A-4505-ACE7-5DB3A68C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568"/>
              <a:ext cx="16" cy="19"/>
            </a:xfrm>
            <a:custGeom>
              <a:avLst/>
              <a:gdLst>
                <a:gd name="T0" fmla="*/ 32 w 8"/>
                <a:gd name="T1" fmla="*/ 0 h 9"/>
                <a:gd name="T2" fmla="*/ 32 w 8"/>
                <a:gd name="T3" fmla="*/ 68 h 9"/>
                <a:gd name="T4" fmla="*/ 32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1" y="2"/>
                    <a:pt x="0" y="9"/>
                    <a:pt x="4" y="7"/>
                  </a:cubicBezTo>
                  <a:cubicBezTo>
                    <a:pt x="8" y="6"/>
                    <a:pt x="7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09" name="Freeform 1800">
              <a:extLst>
                <a:ext uri="{FF2B5EF4-FFF2-40B4-BE49-F238E27FC236}">
                  <a16:creationId xmlns:a16="http://schemas.microsoft.com/office/drawing/2014/main" id="{18ED07A5-DB50-4829-BD8F-DD3F5B304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626"/>
              <a:ext cx="52" cy="29"/>
            </a:xfrm>
            <a:custGeom>
              <a:avLst/>
              <a:gdLst>
                <a:gd name="T0" fmla="*/ 80 w 26"/>
                <a:gd name="T1" fmla="*/ 25 h 14"/>
                <a:gd name="T2" fmla="*/ 104 w 2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10" y="3"/>
                  </a:moveTo>
                  <a:cubicBezTo>
                    <a:pt x="0" y="14"/>
                    <a:pt x="26" y="8"/>
                    <a:pt x="1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10" name="Freeform 1801">
              <a:extLst>
                <a:ext uri="{FF2B5EF4-FFF2-40B4-BE49-F238E27FC236}">
                  <a16:creationId xmlns:a16="http://schemas.microsoft.com/office/drawing/2014/main" id="{BE61FBF4-A81F-4EA4-B5AF-BA7559E3C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2268"/>
              <a:ext cx="22" cy="24"/>
            </a:xfrm>
            <a:custGeom>
              <a:avLst/>
              <a:gdLst>
                <a:gd name="T0" fmla="*/ 24 w 11"/>
                <a:gd name="T1" fmla="*/ 44 h 11"/>
                <a:gd name="T2" fmla="*/ 16 w 11"/>
                <a:gd name="T3" fmla="*/ 113 h 11"/>
                <a:gd name="T4" fmla="*/ 40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3" y="4"/>
                  </a:moveTo>
                  <a:cubicBezTo>
                    <a:pt x="2" y="7"/>
                    <a:pt x="0" y="8"/>
                    <a:pt x="2" y="11"/>
                  </a:cubicBezTo>
                  <a:cubicBezTo>
                    <a:pt x="7" y="9"/>
                    <a:pt x="11" y="2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11" name="Freeform 1802">
              <a:extLst>
                <a:ext uri="{FF2B5EF4-FFF2-40B4-BE49-F238E27FC236}">
                  <a16:creationId xmlns:a16="http://schemas.microsoft.com/office/drawing/2014/main" id="{2D5D6F44-433C-4699-B397-342BEE675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324"/>
              <a:ext cx="22" cy="29"/>
            </a:xfrm>
            <a:custGeom>
              <a:avLst/>
              <a:gdLst>
                <a:gd name="T0" fmla="*/ 40 w 11"/>
                <a:gd name="T1" fmla="*/ 44 h 14"/>
                <a:gd name="T2" fmla="*/ 16 w 11"/>
                <a:gd name="T3" fmla="*/ 124 h 14"/>
                <a:gd name="T4" fmla="*/ 64 w 11"/>
                <a:gd name="T5" fmla="*/ 8 h 14"/>
                <a:gd name="T6" fmla="*/ 40 w 11"/>
                <a:gd name="T7" fmla="*/ 1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5" y="5"/>
                  </a:moveTo>
                  <a:cubicBezTo>
                    <a:pt x="1" y="7"/>
                    <a:pt x="0" y="10"/>
                    <a:pt x="2" y="14"/>
                  </a:cubicBezTo>
                  <a:cubicBezTo>
                    <a:pt x="8" y="13"/>
                    <a:pt x="11" y="6"/>
                    <a:pt x="8" y="1"/>
                  </a:cubicBezTo>
                  <a:cubicBezTo>
                    <a:pt x="6" y="0"/>
                    <a:pt x="6" y="1"/>
                    <a:pt x="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12" name="Freeform 1803">
              <a:extLst>
                <a:ext uri="{FF2B5EF4-FFF2-40B4-BE49-F238E27FC236}">
                  <a16:creationId xmlns:a16="http://schemas.microsoft.com/office/drawing/2014/main" id="{4BFE8406-17EB-4502-A6ED-243181157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249"/>
              <a:ext cx="32" cy="38"/>
            </a:xfrm>
            <a:custGeom>
              <a:avLst/>
              <a:gdLst>
                <a:gd name="T0" fmla="*/ 32 w 16"/>
                <a:gd name="T1" fmla="*/ 68 h 18"/>
                <a:gd name="T2" fmla="*/ 16 w 16"/>
                <a:gd name="T3" fmla="*/ 144 h 18"/>
                <a:gd name="T4" fmla="*/ 48 w 16"/>
                <a:gd name="T5" fmla="*/ 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4" y="7"/>
                  </a:moveTo>
                  <a:cubicBezTo>
                    <a:pt x="1" y="10"/>
                    <a:pt x="0" y="12"/>
                    <a:pt x="2" y="15"/>
                  </a:cubicBezTo>
                  <a:cubicBezTo>
                    <a:pt x="14" y="18"/>
                    <a:pt x="16" y="0"/>
                    <a:pt x="6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13" name="Freeform 1804">
              <a:extLst>
                <a:ext uri="{FF2B5EF4-FFF2-40B4-BE49-F238E27FC236}">
                  <a16:creationId xmlns:a16="http://schemas.microsoft.com/office/drawing/2014/main" id="{7160C42A-6B0A-4BB6-AA8E-582A634D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319"/>
              <a:ext cx="26" cy="34"/>
            </a:xfrm>
            <a:custGeom>
              <a:avLst/>
              <a:gdLst>
                <a:gd name="T0" fmla="*/ 72 w 13"/>
                <a:gd name="T1" fmla="*/ 40 h 16"/>
                <a:gd name="T2" fmla="*/ 48 w 13"/>
                <a:gd name="T3" fmla="*/ 153 h 16"/>
                <a:gd name="T4" fmla="*/ 72 w 13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9" y="4"/>
                  </a:moveTo>
                  <a:cubicBezTo>
                    <a:pt x="1" y="0"/>
                    <a:pt x="0" y="13"/>
                    <a:pt x="6" y="16"/>
                  </a:cubicBezTo>
                  <a:cubicBezTo>
                    <a:pt x="11" y="12"/>
                    <a:pt x="13" y="7"/>
                    <a:pt x="9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14" name="Freeform 1805">
              <a:extLst>
                <a:ext uri="{FF2B5EF4-FFF2-40B4-BE49-F238E27FC236}">
                  <a16:creationId xmlns:a16="http://schemas.microsoft.com/office/drawing/2014/main" id="{63B00D4D-8D76-4F82-A560-89E43C8B9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2321"/>
              <a:ext cx="10" cy="17"/>
            </a:xfrm>
            <a:custGeom>
              <a:avLst/>
              <a:gdLst>
                <a:gd name="T0" fmla="*/ 8 w 5"/>
                <a:gd name="T1" fmla="*/ 0 h 8"/>
                <a:gd name="T2" fmla="*/ 0 w 5"/>
                <a:gd name="T3" fmla="*/ 77 h 8"/>
                <a:gd name="T4" fmla="*/ 40 w 5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0" y="3"/>
                    <a:pt x="0" y="5"/>
                    <a:pt x="0" y="8"/>
                  </a:cubicBezTo>
                  <a:cubicBezTo>
                    <a:pt x="5" y="7"/>
                    <a:pt x="4" y="5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15" name="Freeform 1806">
              <a:extLst>
                <a:ext uri="{FF2B5EF4-FFF2-40B4-BE49-F238E27FC236}">
                  <a16:creationId xmlns:a16="http://schemas.microsoft.com/office/drawing/2014/main" id="{BAAF72AE-EDCA-4692-9424-1B98FCB13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341"/>
              <a:ext cx="20" cy="21"/>
            </a:xfrm>
            <a:custGeom>
              <a:avLst/>
              <a:gdLst>
                <a:gd name="T0" fmla="*/ 40 w 10"/>
                <a:gd name="T1" fmla="*/ 8 h 10"/>
                <a:gd name="T2" fmla="*/ 24 w 10"/>
                <a:gd name="T3" fmla="*/ 92 h 10"/>
                <a:gd name="T4" fmla="*/ 48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1"/>
                  </a:moveTo>
                  <a:cubicBezTo>
                    <a:pt x="1" y="4"/>
                    <a:pt x="0" y="7"/>
                    <a:pt x="3" y="10"/>
                  </a:cubicBezTo>
                  <a:cubicBezTo>
                    <a:pt x="8" y="8"/>
                    <a:pt x="10" y="4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16" name="Freeform 1807">
              <a:extLst>
                <a:ext uri="{FF2B5EF4-FFF2-40B4-BE49-F238E27FC236}">
                  <a16:creationId xmlns:a16="http://schemas.microsoft.com/office/drawing/2014/main" id="{5E780F8B-3F52-46A9-9D22-31CCD135B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377"/>
              <a:ext cx="20" cy="23"/>
            </a:xfrm>
            <a:custGeom>
              <a:avLst/>
              <a:gdLst>
                <a:gd name="T0" fmla="*/ 40 w 10"/>
                <a:gd name="T1" fmla="*/ 0 h 11"/>
                <a:gd name="T2" fmla="*/ 16 w 10"/>
                <a:gd name="T3" fmla="*/ 100 h 11"/>
                <a:gd name="T4" fmla="*/ 80 w 10"/>
                <a:gd name="T5" fmla="*/ 17 h 11"/>
                <a:gd name="T6" fmla="*/ 56 w 10"/>
                <a:gd name="T7" fmla="*/ 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2" y="3"/>
                    <a:pt x="0" y="7"/>
                    <a:pt x="2" y="11"/>
                  </a:cubicBezTo>
                  <a:cubicBezTo>
                    <a:pt x="6" y="9"/>
                    <a:pt x="9" y="6"/>
                    <a:pt x="10" y="2"/>
                  </a:cubicBezTo>
                  <a:cubicBezTo>
                    <a:pt x="9" y="2"/>
                    <a:pt x="8" y="2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17" name="Freeform 1808">
              <a:extLst>
                <a:ext uri="{FF2B5EF4-FFF2-40B4-BE49-F238E27FC236}">
                  <a16:creationId xmlns:a16="http://schemas.microsoft.com/office/drawing/2014/main" id="{5F887EE0-2DAB-410C-B6AE-73EE758E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387"/>
              <a:ext cx="26" cy="30"/>
            </a:xfrm>
            <a:custGeom>
              <a:avLst/>
              <a:gdLst>
                <a:gd name="T0" fmla="*/ 40 w 13"/>
                <a:gd name="T1" fmla="*/ 9 h 14"/>
                <a:gd name="T2" fmla="*/ 32 w 13"/>
                <a:gd name="T3" fmla="*/ 137 h 14"/>
                <a:gd name="T4" fmla="*/ 48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5" y="1"/>
                  </a:moveTo>
                  <a:cubicBezTo>
                    <a:pt x="1" y="5"/>
                    <a:pt x="0" y="10"/>
                    <a:pt x="4" y="14"/>
                  </a:cubicBezTo>
                  <a:cubicBezTo>
                    <a:pt x="9" y="11"/>
                    <a:pt x="13" y="3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18" name="Freeform 1809">
              <a:extLst>
                <a:ext uri="{FF2B5EF4-FFF2-40B4-BE49-F238E27FC236}">
                  <a16:creationId xmlns:a16="http://schemas.microsoft.com/office/drawing/2014/main" id="{55C266D2-5707-47CD-BC30-4E7D49ADE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321"/>
              <a:ext cx="16" cy="24"/>
            </a:xfrm>
            <a:custGeom>
              <a:avLst/>
              <a:gdLst>
                <a:gd name="T0" fmla="*/ 32 w 8"/>
                <a:gd name="T1" fmla="*/ 33 h 11"/>
                <a:gd name="T2" fmla="*/ 8 w 8"/>
                <a:gd name="T3" fmla="*/ 113 h 11"/>
                <a:gd name="T4" fmla="*/ 64 w 8"/>
                <a:gd name="T5" fmla="*/ 9 h 11"/>
                <a:gd name="T6" fmla="*/ 40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4" y="3"/>
                  </a:moveTo>
                  <a:cubicBezTo>
                    <a:pt x="2" y="6"/>
                    <a:pt x="0" y="8"/>
                    <a:pt x="1" y="11"/>
                  </a:cubicBezTo>
                  <a:cubicBezTo>
                    <a:pt x="6" y="10"/>
                    <a:pt x="8" y="6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19" name="Freeform 1810">
              <a:extLst>
                <a:ext uri="{FF2B5EF4-FFF2-40B4-BE49-F238E27FC236}">
                  <a16:creationId xmlns:a16="http://schemas.microsoft.com/office/drawing/2014/main" id="{B785E787-9D87-484F-B8E1-BCF2096C7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266"/>
              <a:ext cx="10" cy="19"/>
            </a:xfrm>
            <a:custGeom>
              <a:avLst/>
              <a:gdLst>
                <a:gd name="T0" fmla="*/ 8 w 5"/>
                <a:gd name="T1" fmla="*/ 17 h 9"/>
                <a:gd name="T2" fmla="*/ 8 w 5"/>
                <a:gd name="T3" fmla="*/ 84 h 9"/>
                <a:gd name="T4" fmla="*/ 24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2"/>
                  </a:moveTo>
                  <a:cubicBezTo>
                    <a:pt x="0" y="5"/>
                    <a:pt x="0" y="6"/>
                    <a:pt x="1" y="9"/>
                  </a:cubicBezTo>
                  <a:cubicBezTo>
                    <a:pt x="4" y="7"/>
                    <a:pt x="5" y="4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20" name="Freeform 1811">
              <a:extLst>
                <a:ext uri="{FF2B5EF4-FFF2-40B4-BE49-F238E27FC236}">
                  <a16:creationId xmlns:a16="http://schemas.microsoft.com/office/drawing/2014/main" id="{23B07AC3-8C88-42DC-92C8-D92B576BA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198"/>
              <a:ext cx="30" cy="28"/>
            </a:xfrm>
            <a:custGeom>
              <a:avLst/>
              <a:gdLst>
                <a:gd name="T0" fmla="*/ 56 w 15"/>
                <a:gd name="T1" fmla="*/ 9 h 13"/>
                <a:gd name="T2" fmla="*/ 96 w 15"/>
                <a:gd name="T3" fmla="*/ 19 h 13"/>
                <a:gd name="T4" fmla="*/ 72 w 15"/>
                <a:gd name="T5" fmla="*/ 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7" y="1"/>
                  </a:moveTo>
                  <a:cubicBezTo>
                    <a:pt x="0" y="11"/>
                    <a:pt x="15" y="13"/>
                    <a:pt x="12" y="2"/>
                  </a:cubicBezTo>
                  <a:cubicBezTo>
                    <a:pt x="11" y="0"/>
                    <a:pt x="10" y="0"/>
                    <a:pt x="9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21" name="Freeform 1812">
              <a:extLst>
                <a:ext uri="{FF2B5EF4-FFF2-40B4-BE49-F238E27FC236}">
                  <a16:creationId xmlns:a16="http://schemas.microsoft.com/office/drawing/2014/main" id="{774419CB-5C30-493D-8149-9F4E6E560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70"/>
              <a:ext cx="18" cy="17"/>
            </a:xfrm>
            <a:custGeom>
              <a:avLst/>
              <a:gdLst>
                <a:gd name="T0" fmla="*/ 32 w 9"/>
                <a:gd name="T1" fmla="*/ 0 h 8"/>
                <a:gd name="T2" fmla="*/ 8 w 9"/>
                <a:gd name="T3" fmla="*/ 77 h 8"/>
                <a:gd name="T4" fmla="*/ 40 w 9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2" y="3"/>
                    <a:pt x="0" y="5"/>
                    <a:pt x="1" y="8"/>
                  </a:cubicBezTo>
                  <a:cubicBezTo>
                    <a:pt x="6" y="8"/>
                    <a:pt x="9" y="4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22" name="Freeform 1813">
              <a:extLst>
                <a:ext uri="{FF2B5EF4-FFF2-40B4-BE49-F238E27FC236}">
                  <a16:creationId xmlns:a16="http://schemas.microsoft.com/office/drawing/2014/main" id="{F101510B-A0D5-4519-8935-C6F381708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219"/>
              <a:ext cx="14" cy="17"/>
            </a:xfrm>
            <a:custGeom>
              <a:avLst/>
              <a:gdLst>
                <a:gd name="T0" fmla="*/ 48 w 7"/>
                <a:gd name="T1" fmla="*/ 19 h 8"/>
                <a:gd name="T2" fmla="*/ 32 w 7"/>
                <a:gd name="T3" fmla="*/ 9 h 8"/>
                <a:gd name="T4" fmla="*/ 0 w 7"/>
                <a:gd name="T5" fmla="*/ 77 h 8"/>
                <a:gd name="T6" fmla="*/ 48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2"/>
                    <a:pt x="4" y="1"/>
                    <a:pt x="4" y="1"/>
                  </a:cubicBezTo>
                  <a:cubicBezTo>
                    <a:pt x="1" y="3"/>
                    <a:pt x="0" y="5"/>
                    <a:pt x="0" y="8"/>
                  </a:cubicBezTo>
                  <a:cubicBezTo>
                    <a:pt x="4" y="8"/>
                    <a:pt x="7" y="4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23" name="Freeform 1814">
              <a:extLst>
                <a:ext uri="{FF2B5EF4-FFF2-40B4-BE49-F238E27FC236}">
                  <a16:creationId xmlns:a16="http://schemas.microsoft.com/office/drawing/2014/main" id="{3A7C0F51-7B2C-415F-8C96-6A738A9FD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272"/>
              <a:ext cx="16" cy="17"/>
            </a:xfrm>
            <a:custGeom>
              <a:avLst/>
              <a:gdLst>
                <a:gd name="T0" fmla="*/ 32 w 8"/>
                <a:gd name="T1" fmla="*/ 9 h 8"/>
                <a:gd name="T2" fmla="*/ 16 w 8"/>
                <a:gd name="T3" fmla="*/ 77 h 8"/>
                <a:gd name="T4" fmla="*/ 4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1" y="3"/>
                    <a:pt x="0" y="5"/>
                    <a:pt x="2" y="8"/>
                  </a:cubicBezTo>
                  <a:cubicBezTo>
                    <a:pt x="6" y="7"/>
                    <a:pt x="8" y="4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24" name="Freeform 1815">
              <a:extLst>
                <a:ext uri="{FF2B5EF4-FFF2-40B4-BE49-F238E27FC236}">
                  <a16:creationId xmlns:a16="http://schemas.microsoft.com/office/drawing/2014/main" id="{47C5792A-1B69-40F1-BA2F-6BDBDCB4B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347"/>
              <a:ext cx="14" cy="23"/>
            </a:xfrm>
            <a:custGeom>
              <a:avLst/>
              <a:gdLst>
                <a:gd name="T0" fmla="*/ 24 w 7"/>
                <a:gd name="T1" fmla="*/ 0 h 11"/>
                <a:gd name="T2" fmla="*/ 24 w 7"/>
                <a:gd name="T3" fmla="*/ 100 h 11"/>
                <a:gd name="T4" fmla="*/ 40 w 7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3" y="0"/>
                  </a:moveTo>
                  <a:cubicBezTo>
                    <a:pt x="0" y="4"/>
                    <a:pt x="0" y="8"/>
                    <a:pt x="3" y="11"/>
                  </a:cubicBezTo>
                  <a:cubicBezTo>
                    <a:pt x="7" y="10"/>
                    <a:pt x="7" y="7"/>
                    <a:pt x="5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25" name="Freeform 1816">
              <a:extLst>
                <a:ext uri="{FF2B5EF4-FFF2-40B4-BE49-F238E27FC236}">
                  <a16:creationId xmlns:a16="http://schemas.microsoft.com/office/drawing/2014/main" id="{3D74EF34-C744-4A09-AA85-8A70C6869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349"/>
              <a:ext cx="8" cy="11"/>
            </a:xfrm>
            <a:custGeom>
              <a:avLst/>
              <a:gdLst>
                <a:gd name="T0" fmla="*/ 8 w 4"/>
                <a:gd name="T1" fmla="*/ 20 h 5"/>
                <a:gd name="T2" fmla="*/ 0 w 4"/>
                <a:gd name="T3" fmla="*/ 53 h 5"/>
                <a:gd name="T4" fmla="*/ 32 w 4"/>
                <a:gd name="T5" fmla="*/ 0 h 5"/>
                <a:gd name="T6" fmla="*/ 8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4"/>
                    <a:pt x="3" y="3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26" name="Freeform 1817">
              <a:extLst>
                <a:ext uri="{FF2B5EF4-FFF2-40B4-BE49-F238E27FC236}">
                  <a16:creationId xmlns:a16="http://schemas.microsoft.com/office/drawing/2014/main" id="{F7E07222-AF42-4951-83FC-07AAAFB66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28"/>
              <a:ext cx="18" cy="19"/>
            </a:xfrm>
            <a:custGeom>
              <a:avLst/>
              <a:gdLst>
                <a:gd name="T0" fmla="*/ 32 w 9"/>
                <a:gd name="T1" fmla="*/ 0 h 9"/>
                <a:gd name="T2" fmla="*/ 24 w 9"/>
                <a:gd name="T3" fmla="*/ 84 h 9"/>
                <a:gd name="T4" fmla="*/ 72 w 9"/>
                <a:gd name="T5" fmla="*/ 17 h 9"/>
                <a:gd name="T6" fmla="*/ 48 w 9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1" y="4"/>
                    <a:pt x="0" y="7"/>
                    <a:pt x="3" y="9"/>
                  </a:cubicBezTo>
                  <a:cubicBezTo>
                    <a:pt x="7" y="9"/>
                    <a:pt x="9" y="6"/>
                    <a:pt x="9" y="2"/>
                  </a:cubicBezTo>
                  <a:cubicBezTo>
                    <a:pt x="8" y="2"/>
                    <a:pt x="7" y="2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27" name="Freeform 1818">
              <a:extLst>
                <a:ext uri="{FF2B5EF4-FFF2-40B4-BE49-F238E27FC236}">
                  <a16:creationId xmlns:a16="http://schemas.microsoft.com/office/drawing/2014/main" id="{7ACED7EE-18FD-408A-A61D-9372F3C41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500"/>
              <a:ext cx="20" cy="19"/>
            </a:xfrm>
            <a:custGeom>
              <a:avLst/>
              <a:gdLst>
                <a:gd name="T0" fmla="*/ 0 w 10"/>
                <a:gd name="T1" fmla="*/ 8 h 9"/>
                <a:gd name="T2" fmla="*/ 24 w 10"/>
                <a:gd name="T3" fmla="*/ 84 h 9"/>
                <a:gd name="T4" fmla="*/ 4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1"/>
                  </a:moveTo>
                  <a:cubicBezTo>
                    <a:pt x="0" y="4"/>
                    <a:pt x="1" y="7"/>
                    <a:pt x="3" y="9"/>
                  </a:cubicBezTo>
                  <a:cubicBezTo>
                    <a:pt x="8" y="8"/>
                    <a:pt x="10" y="4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28" name="Freeform 1819">
              <a:extLst>
                <a:ext uri="{FF2B5EF4-FFF2-40B4-BE49-F238E27FC236}">
                  <a16:creationId xmlns:a16="http://schemas.microsoft.com/office/drawing/2014/main" id="{9E37CD85-329F-4E12-A1AD-DDB341A79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475"/>
              <a:ext cx="18" cy="21"/>
            </a:xfrm>
            <a:custGeom>
              <a:avLst/>
              <a:gdLst>
                <a:gd name="T0" fmla="*/ 8 w 9"/>
                <a:gd name="T1" fmla="*/ 17 h 10"/>
                <a:gd name="T2" fmla="*/ 8 w 9"/>
                <a:gd name="T3" fmla="*/ 92 h 10"/>
                <a:gd name="T4" fmla="*/ 16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2"/>
                  </a:moveTo>
                  <a:cubicBezTo>
                    <a:pt x="0" y="5"/>
                    <a:pt x="0" y="8"/>
                    <a:pt x="1" y="10"/>
                  </a:cubicBezTo>
                  <a:cubicBezTo>
                    <a:pt x="7" y="9"/>
                    <a:pt x="9" y="0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29" name="Freeform 1820">
              <a:extLst>
                <a:ext uri="{FF2B5EF4-FFF2-40B4-BE49-F238E27FC236}">
                  <a16:creationId xmlns:a16="http://schemas.microsoft.com/office/drawing/2014/main" id="{C12A277E-AE3E-4F4F-8149-0D095EBE6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468"/>
              <a:ext cx="18" cy="26"/>
            </a:xfrm>
            <a:custGeom>
              <a:avLst/>
              <a:gdLst>
                <a:gd name="T0" fmla="*/ 8 w 9"/>
                <a:gd name="T1" fmla="*/ 61 h 12"/>
                <a:gd name="T2" fmla="*/ 16 w 9"/>
                <a:gd name="T3" fmla="*/ 121 h 12"/>
                <a:gd name="T4" fmla="*/ 32 w 9"/>
                <a:gd name="T5" fmla="*/ 0 h 12"/>
                <a:gd name="T6" fmla="*/ 0 w 9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1" y="6"/>
                  </a:moveTo>
                  <a:cubicBezTo>
                    <a:pt x="1" y="9"/>
                    <a:pt x="1" y="11"/>
                    <a:pt x="2" y="12"/>
                  </a:cubicBezTo>
                  <a:cubicBezTo>
                    <a:pt x="7" y="11"/>
                    <a:pt x="9" y="5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30" name="Freeform 1821">
              <a:extLst>
                <a:ext uri="{FF2B5EF4-FFF2-40B4-BE49-F238E27FC236}">
                  <a16:creationId xmlns:a16="http://schemas.microsoft.com/office/drawing/2014/main" id="{561CF2FA-DCCB-4558-BA7B-1656AA789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472"/>
              <a:ext cx="10" cy="15"/>
            </a:xfrm>
            <a:custGeom>
              <a:avLst/>
              <a:gdLst>
                <a:gd name="T0" fmla="*/ 8 w 5"/>
                <a:gd name="T1" fmla="*/ 0 h 7"/>
                <a:gd name="T2" fmla="*/ 32 w 5"/>
                <a:gd name="T3" fmla="*/ 69 h 7"/>
                <a:gd name="T4" fmla="*/ 16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4"/>
                    <a:pt x="0" y="7"/>
                    <a:pt x="4" y="7"/>
                  </a:cubicBezTo>
                  <a:cubicBezTo>
                    <a:pt x="5" y="4"/>
                    <a:pt x="4" y="3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31" name="Freeform 1822">
              <a:extLst>
                <a:ext uri="{FF2B5EF4-FFF2-40B4-BE49-F238E27FC236}">
                  <a16:creationId xmlns:a16="http://schemas.microsoft.com/office/drawing/2014/main" id="{F2B539CF-FA0F-4633-8D20-B1780429E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409"/>
              <a:ext cx="12" cy="19"/>
            </a:xfrm>
            <a:custGeom>
              <a:avLst/>
              <a:gdLst>
                <a:gd name="T0" fmla="*/ 24 w 6"/>
                <a:gd name="T1" fmla="*/ 0 h 9"/>
                <a:gd name="T2" fmla="*/ 8 w 6"/>
                <a:gd name="T3" fmla="*/ 84 h 9"/>
                <a:gd name="T4" fmla="*/ 32 w 6"/>
                <a:gd name="T5" fmla="*/ 0 h 9"/>
                <a:gd name="T6" fmla="*/ 0 w 6"/>
                <a:gd name="T7" fmla="*/ 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5" y="8"/>
                    <a:pt x="6" y="4"/>
                    <a:pt x="4" y="0"/>
                  </a:cubicBez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32" name="Freeform 1823">
              <a:extLst>
                <a:ext uri="{FF2B5EF4-FFF2-40B4-BE49-F238E27FC236}">
                  <a16:creationId xmlns:a16="http://schemas.microsoft.com/office/drawing/2014/main" id="{B0DDF866-5295-4AC8-83F2-22C883559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413"/>
              <a:ext cx="54" cy="38"/>
            </a:xfrm>
            <a:custGeom>
              <a:avLst/>
              <a:gdLst>
                <a:gd name="T0" fmla="*/ 64 w 27"/>
                <a:gd name="T1" fmla="*/ 0 h 18"/>
                <a:gd name="T2" fmla="*/ 88 w 2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8" y="0"/>
                  </a:moveTo>
                  <a:cubicBezTo>
                    <a:pt x="0" y="18"/>
                    <a:pt x="27" y="2"/>
                    <a:pt x="1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33" name="Freeform 1824">
              <a:extLst>
                <a:ext uri="{FF2B5EF4-FFF2-40B4-BE49-F238E27FC236}">
                  <a16:creationId xmlns:a16="http://schemas.microsoft.com/office/drawing/2014/main" id="{D526FE2E-4F1C-4D54-B84E-506334988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496"/>
              <a:ext cx="26" cy="23"/>
            </a:xfrm>
            <a:custGeom>
              <a:avLst/>
              <a:gdLst>
                <a:gd name="T0" fmla="*/ 24 w 13"/>
                <a:gd name="T1" fmla="*/ 0 h 11"/>
                <a:gd name="T2" fmla="*/ 40 w 13"/>
                <a:gd name="T3" fmla="*/ 100 h 11"/>
                <a:gd name="T4" fmla="*/ 40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cubicBezTo>
                    <a:pt x="0" y="5"/>
                    <a:pt x="0" y="9"/>
                    <a:pt x="5" y="11"/>
                  </a:cubicBezTo>
                  <a:cubicBezTo>
                    <a:pt x="9" y="8"/>
                    <a:pt x="13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34" name="Freeform 1825">
              <a:extLst>
                <a:ext uri="{FF2B5EF4-FFF2-40B4-BE49-F238E27FC236}">
                  <a16:creationId xmlns:a16="http://schemas.microsoft.com/office/drawing/2014/main" id="{207418A8-1CC9-478B-9B0C-13591E3A0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487"/>
              <a:ext cx="16" cy="17"/>
            </a:xfrm>
            <a:custGeom>
              <a:avLst/>
              <a:gdLst>
                <a:gd name="T0" fmla="*/ 40 w 8"/>
                <a:gd name="T1" fmla="*/ 0 h 8"/>
                <a:gd name="T2" fmla="*/ 0 w 8"/>
                <a:gd name="T3" fmla="*/ 77 h 8"/>
                <a:gd name="T4" fmla="*/ 56 w 8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1" y="1"/>
                    <a:pt x="0" y="3"/>
                    <a:pt x="0" y="8"/>
                  </a:cubicBezTo>
                  <a:cubicBezTo>
                    <a:pt x="5" y="8"/>
                    <a:pt x="8" y="5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35" name="Freeform 1826">
              <a:extLst>
                <a:ext uri="{FF2B5EF4-FFF2-40B4-BE49-F238E27FC236}">
                  <a16:creationId xmlns:a16="http://schemas.microsoft.com/office/drawing/2014/main" id="{790A11A7-93BA-4733-8124-5B7C3B213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570"/>
              <a:ext cx="62" cy="37"/>
            </a:xfrm>
            <a:custGeom>
              <a:avLst/>
              <a:gdLst>
                <a:gd name="T0" fmla="*/ 96 w 31"/>
                <a:gd name="T1" fmla="*/ 0 h 17"/>
                <a:gd name="T2" fmla="*/ 120 w 31"/>
                <a:gd name="T3" fmla="*/ 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7">
                  <a:moveTo>
                    <a:pt x="12" y="0"/>
                  </a:moveTo>
                  <a:cubicBezTo>
                    <a:pt x="0" y="17"/>
                    <a:pt x="31" y="6"/>
                    <a:pt x="1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36" name="Freeform 1827">
              <a:extLst>
                <a:ext uri="{FF2B5EF4-FFF2-40B4-BE49-F238E27FC236}">
                  <a16:creationId xmlns:a16="http://schemas.microsoft.com/office/drawing/2014/main" id="{7FAC0AAF-5E56-426C-A807-51DB2B1D5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575"/>
              <a:ext cx="12" cy="17"/>
            </a:xfrm>
            <a:custGeom>
              <a:avLst/>
              <a:gdLst>
                <a:gd name="T0" fmla="*/ 16 w 6"/>
                <a:gd name="T1" fmla="*/ 0 h 8"/>
                <a:gd name="T2" fmla="*/ 16 w 6"/>
                <a:gd name="T3" fmla="*/ 77 h 8"/>
                <a:gd name="T4" fmla="*/ 40 w 6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1" y="3"/>
                    <a:pt x="0" y="5"/>
                    <a:pt x="2" y="8"/>
                  </a:cubicBezTo>
                  <a:cubicBezTo>
                    <a:pt x="6" y="7"/>
                    <a:pt x="6" y="5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37" name="Freeform 1828">
              <a:extLst>
                <a:ext uri="{FF2B5EF4-FFF2-40B4-BE49-F238E27FC236}">
                  <a16:creationId xmlns:a16="http://schemas.microsoft.com/office/drawing/2014/main" id="{F495B302-FE3D-4704-B45E-9244D627B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558"/>
              <a:ext cx="16" cy="14"/>
            </a:xfrm>
            <a:custGeom>
              <a:avLst/>
              <a:gdLst>
                <a:gd name="T0" fmla="*/ 24 w 8"/>
                <a:gd name="T1" fmla="*/ 8 h 7"/>
                <a:gd name="T2" fmla="*/ 8 w 8"/>
                <a:gd name="T3" fmla="*/ 16 h 7"/>
                <a:gd name="T4" fmla="*/ 16 w 8"/>
                <a:gd name="T5" fmla="*/ 56 h 7"/>
                <a:gd name="T6" fmla="*/ 32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0" y="5"/>
                    <a:pt x="2" y="7"/>
                  </a:cubicBezTo>
                  <a:cubicBezTo>
                    <a:pt x="5" y="4"/>
                    <a:pt x="8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38" name="Freeform 1829">
              <a:extLst>
                <a:ext uri="{FF2B5EF4-FFF2-40B4-BE49-F238E27FC236}">
                  <a16:creationId xmlns:a16="http://schemas.microsoft.com/office/drawing/2014/main" id="{62C274A1-9A1A-4BE0-AB77-BF28A4D89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562"/>
              <a:ext cx="42" cy="36"/>
            </a:xfrm>
            <a:custGeom>
              <a:avLst/>
              <a:gdLst>
                <a:gd name="T0" fmla="*/ 136 w 21"/>
                <a:gd name="T1" fmla="*/ 0 h 17"/>
                <a:gd name="T2" fmla="*/ 152 w 21"/>
                <a:gd name="T3" fmla="*/ 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17" y="0"/>
                  </a:moveTo>
                  <a:cubicBezTo>
                    <a:pt x="0" y="5"/>
                    <a:pt x="21" y="17"/>
                    <a:pt x="19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39" name="Freeform 1830">
              <a:extLst>
                <a:ext uri="{FF2B5EF4-FFF2-40B4-BE49-F238E27FC236}">
                  <a16:creationId xmlns:a16="http://schemas.microsoft.com/office/drawing/2014/main" id="{E69ABC9A-259D-48EF-80C1-5410BDF10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568"/>
              <a:ext cx="24" cy="24"/>
            </a:xfrm>
            <a:custGeom>
              <a:avLst/>
              <a:gdLst>
                <a:gd name="T0" fmla="*/ 56 w 12"/>
                <a:gd name="T1" fmla="*/ 0 h 11"/>
                <a:gd name="T2" fmla="*/ 40 w 12"/>
                <a:gd name="T3" fmla="*/ 113 h 11"/>
                <a:gd name="T4" fmla="*/ 64 w 12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7" y="0"/>
                  </a:moveTo>
                  <a:cubicBezTo>
                    <a:pt x="3" y="3"/>
                    <a:pt x="0" y="9"/>
                    <a:pt x="5" y="11"/>
                  </a:cubicBezTo>
                  <a:cubicBezTo>
                    <a:pt x="10" y="9"/>
                    <a:pt x="12" y="4"/>
                    <a:pt x="8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40" name="Freeform 1831">
              <a:extLst>
                <a:ext uri="{FF2B5EF4-FFF2-40B4-BE49-F238E27FC236}">
                  <a16:creationId xmlns:a16="http://schemas.microsoft.com/office/drawing/2014/main" id="{F4B8FBDA-6F3F-4756-9B2A-1019E7E87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651"/>
              <a:ext cx="4" cy="11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53 h 5"/>
                <a:gd name="T4" fmla="*/ 16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2" y="4"/>
                    <a:pt x="2" y="3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41" name="Freeform 1832">
              <a:extLst>
                <a:ext uri="{FF2B5EF4-FFF2-40B4-BE49-F238E27FC236}">
                  <a16:creationId xmlns:a16="http://schemas.microsoft.com/office/drawing/2014/main" id="{D7EB7C0C-292E-4AA4-B7A9-4834CE3DD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632"/>
              <a:ext cx="20" cy="21"/>
            </a:xfrm>
            <a:custGeom>
              <a:avLst/>
              <a:gdLst>
                <a:gd name="T0" fmla="*/ 48 w 10"/>
                <a:gd name="T1" fmla="*/ 0 h 10"/>
                <a:gd name="T2" fmla="*/ 32 w 10"/>
                <a:gd name="T3" fmla="*/ 92 h 10"/>
                <a:gd name="T4" fmla="*/ 32 w 10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0" y="1"/>
                    <a:pt x="0" y="6"/>
                    <a:pt x="4" y="10"/>
                  </a:cubicBezTo>
                  <a:cubicBezTo>
                    <a:pt x="9" y="7"/>
                    <a:pt x="10" y="3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42" name="Freeform 1833">
              <a:extLst>
                <a:ext uri="{FF2B5EF4-FFF2-40B4-BE49-F238E27FC236}">
                  <a16:creationId xmlns:a16="http://schemas.microsoft.com/office/drawing/2014/main" id="{75CB466C-BB90-4852-A29E-0CF90EFBC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664"/>
              <a:ext cx="10" cy="17"/>
            </a:xfrm>
            <a:custGeom>
              <a:avLst/>
              <a:gdLst>
                <a:gd name="T0" fmla="*/ 24 w 5"/>
                <a:gd name="T1" fmla="*/ 0 h 8"/>
                <a:gd name="T2" fmla="*/ 0 w 5"/>
                <a:gd name="T3" fmla="*/ 49 h 8"/>
                <a:gd name="T4" fmla="*/ 32 w 5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5" y="8"/>
                    <a:pt x="4" y="6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43" name="Freeform 1834">
              <a:extLst>
                <a:ext uri="{FF2B5EF4-FFF2-40B4-BE49-F238E27FC236}">
                  <a16:creationId xmlns:a16="http://schemas.microsoft.com/office/drawing/2014/main" id="{2F474EC0-8153-4C33-BCFC-9CCC355E8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2651"/>
              <a:ext cx="20" cy="24"/>
            </a:xfrm>
            <a:custGeom>
              <a:avLst/>
              <a:gdLst>
                <a:gd name="T0" fmla="*/ 48 w 10"/>
                <a:gd name="T1" fmla="*/ 0 h 11"/>
                <a:gd name="T2" fmla="*/ 24 w 10"/>
                <a:gd name="T3" fmla="*/ 113 h 11"/>
                <a:gd name="T4" fmla="*/ 48 w 10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6" y="0"/>
                  </a:moveTo>
                  <a:cubicBezTo>
                    <a:pt x="1" y="2"/>
                    <a:pt x="0" y="7"/>
                    <a:pt x="3" y="11"/>
                  </a:cubicBezTo>
                  <a:cubicBezTo>
                    <a:pt x="8" y="11"/>
                    <a:pt x="10" y="6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44" name="Freeform 1835">
              <a:extLst>
                <a:ext uri="{FF2B5EF4-FFF2-40B4-BE49-F238E27FC236}">
                  <a16:creationId xmlns:a16="http://schemas.microsoft.com/office/drawing/2014/main" id="{C0ED99EF-AB4F-4846-A3C0-8C275417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668"/>
              <a:ext cx="32" cy="30"/>
            </a:xfrm>
            <a:custGeom>
              <a:avLst/>
              <a:gdLst>
                <a:gd name="T0" fmla="*/ 72 w 16"/>
                <a:gd name="T1" fmla="*/ 0 h 14"/>
                <a:gd name="T2" fmla="*/ 112 w 16"/>
                <a:gd name="T3" fmla="*/ 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9" y="0"/>
                  </a:moveTo>
                  <a:cubicBezTo>
                    <a:pt x="0" y="8"/>
                    <a:pt x="16" y="14"/>
                    <a:pt x="1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45" name="Freeform 1836">
              <a:extLst>
                <a:ext uri="{FF2B5EF4-FFF2-40B4-BE49-F238E27FC236}">
                  <a16:creationId xmlns:a16="http://schemas.microsoft.com/office/drawing/2014/main" id="{8720574F-51A5-48D5-8DC7-6BFBF9EFF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675"/>
              <a:ext cx="16" cy="17"/>
            </a:xfrm>
            <a:custGeom>
              <a:avLst/>
              <a:gdLst>
                <a:gd name="T0" fmla="*/ 24 w 8"/>
                <a:gd name="T1" fmla="*/ 9 h 8"/>
                <a:gd name="T2" fmla="*/ 16 w 8"/>
                <a:gd name="T3" fmla="*/ 77 h 8"/>
                <a:gd name="T4" fmla="*/ 24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1"/>
                  </a:moveTo>
                  <a:cubicBezTo>
                    <a:pt x="1" y="4"/>
                    <a:pt x="0" y="6"/>
                    <a:pt x="2" y="8"/>
                  </a:cubicBezTo>
                  <a:cubicBezTo>
                    <a:pt x="7" y="7"/>
                    <a:pt x="8" y="3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46" name="Freeform 1837">
              <a:extLst>
                <a:ext uri="{FF2B5EF4-FFF2-40B4-BE49-F238E27FC236}">
                  <a16:creationId xmlns:a16="http://schemas.microsoft.com/office/drawing/2014/main" id="{08731178-253E-4DFA-9B4F-3BE679C22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596"/>
              <a:ext cx="24" cy="32"/>
            </a:xfrm>
            <a:custGeom>
              <a:avLst/>
              <a:gdLst>
                <a:gd name="T0" fmla="*/ 16 w 12"/>
                <a:gd name="T1" fmla="*/ 41 h 15"/>
                <a:gd name="T2" fmla="*/ 0 w 12"/>
                <a:gd name="T3" fmla="*/ 96 h 15"/>
                <a:gd name="T4" fmla="*/ 40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2" y="4"/>
                  </a:moveTo>
                  <a:cubicBezTo>
                    <a:pt x="1" y="6"/>
                    <a:pt x="0" y="8"/>
                    <a:pt x="0" y="10"/>
                  </a:cubicBezTo>
                  <a:cubicBezTo>
                    <a:pt x="6" y="15"/>
                    <a:pt x="12" y="4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47" name="Freeform 1838">
              <a:extLst>
                <a:ext uri="{FF2B5EF4-FFF2-40B4-BE49-F238E27FC236}">
                  <a16:creationId xmlns:a16="http://schemas.microsoft.com/office/drawing/2014/main" id="{C79976BD-7D62-4B22-9BD9-BE1E3BBCA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507"/>
              <a:ext cx="14" cy="17"/>
            </a:xfrm>
            <a:custGeom>
              <a:avLst/>
              <a:gdLst>
                <a:gd name="T0" fmla="*/ 32 w 7"/>
                <a:gd name="T1" fmla="*/ 0 h 8"/>
                <a:gd name="T2" fmla="*/ 24 w 7"/>
                <a:gd name="T3" fmla="*/ 77 h 8"/>
                <a:gd name="T4" fmla="*/ 24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1" y="3"/>
                    <a:pt x="0" y="5"/>
                    <a:pt x="3" y="8"/>
                  </a:cubicBezTo>
                  <a:cubicBezTo>
                    <a:pt x="7" y="6"/>
                    <a:pt x="7" y="3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48" name="Freeform 1839">
              <a:extLst>
                <a:ext uri="{FF2B5EF4-FFF2-40B4-BE49-F238E27FC236}">
                  <a16:creationId xmlns:a16="http://schemas.microsoft.com/office/drawing/2014/main" id="{A92BCE7D-8DF7-4B9C-880B-C7AD76E3B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436"/>
              <a:ext cx="51" cy="22"/>
            </a:xfrm>
            <a:custGeom>
              <a:avLst/>
              <a:gdLst>
                <a:gd name="T0" fmla="*/ 120 w 26"/>
                <a:gd name="T1" fmla="*/ 106 h 10"/>
                <a:gd name="T2" fmla="*/ 112 w 2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16" y="10"/>
                  </a:moveTo>
                  <a:cubicBezTo>
                    <a:pt x="0" y="8"/>
                    <a:pt x="26" y="0"/>
                    <a:pt x="15" y="1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49" name="Freeform 1840">
              <a:extLst>
                <a:ext uri="{FF2B5EF4-FFF2-40B4-BE49-F238E27FC236}">
                  <a16:creationId xmlns:a16="http://schemas.microsoft.com/office/drawing/2014/main" id="{C86305B8-D897-4E03-B5A1-C658F768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398"/>
              <a:ext cx="20" cy="21"/>
            </a:xfrm>
            <a:custGeom>
              <a:avLst/>
              <a:gdLst>
                <a:gd name="T0" fmla="*/ 24 w 10"/>
                <a:gd name="T1" fmla="*/ 76 h 10"/>
                <a:gd name="T2" fmla="*/ 16 w 10"/>
                <a:gd name="T3" fmla="*/ 0 h 10"/>
                <a:gd name="T4" fmla="*/ 24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8"/>
                  </a:moveTo>
                  <a:cubicBezTo>
                    <a:pt x="1" y="6"/>
                    <a:pt x="0" y="3"/>
                    <a:pt x="2" y="0"/>
                  </a:cubicBezTo>
                  <a:cubicBezTo>
                    <a:pt x="8" y="2"/>
                    <a:pt x="10" y="9"/>
                    <a:pt x="3" y="1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50" name="Freeform 1841">
              <a:extLst>
                <a:ext uri="{FF2B5EF4-FFF2-40B4-BE49-F238E27FC236}">
                  <a16:creationId xmlns:a16="http://schemas.microsoft.com/office/drawing/2014/main" id="{50CE6644-1EB5-467A-AEB9-B07B45E4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347"/>
              <a:ext cx="8" cy="15"/>
            </a:xfrm>
            <a:custGeom>
              <a:avLst/>
              <a:gdLst>
                <a:gd name="T0" fmla="*/ 8 w 4"/>
                <a:gd name="T1" fmla="*/ 0 h 7"/>
                <a:gd name="T2" fmla="*/ 0 w 4"/>
                <a:gd name="T3" fmla="*/ 69 h 7"/>
                <a:gd name="T4" fmla="*/ 32 w 4"/>
                <a:gd name="T5" fmla="*/ 19 h 7"/>
                <a:gd name="T6" fmla="*/ 8 w 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3"/>
                    <a:pt x="0" y="4"/>
                    <a:pt x="0" y="7"/>
                  </a:cubicBezTo>
                  <a:cubicBezTo>
                    <a:pt x="3" y="6"/>
                    <a:pt x="3" y="5"/>
                    <a:pt x="4" y="2"/>
                  </a:cubicBezTo>
                  <a:cubicBezTo>
                    <a:pt x="3" y="0"/>
                    <a:pt x="3" y="1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51" name="Freeform 1842">
              <a:extLst>
                <a:ext uri="{FF2B5EF4-FFF2-40B4-BE49-F238E27FC236}">
                  <a16:creationId xmlns:a16="http://schemas.microsoft.com/office/drawing/2014/main" id="{E36BE7C9-4BCE-47EE-9AA5-CE845BFB5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298"/>
              <a:ext cx="16" cy="21"/>
            </a:xfrm>
            <a:custGeom>
              <a:avLst/>
              <a:gdLst>
                <a:gd name="T0" fmla="*/ 8 w 8"/>
                <a:gd name="T1" fmla="*/ 27 h 10"/>
                <a:gd name="T2" fmla="*/ 16 w 8"/>
                <a:gd name="T3" fmla="*/ 92 h 10"/>
                <a:gd name="T4" fmla="*/ 32 w 8"/>
                <a:gd name="T5" fmla="*/ 0 h 10"/>
                <a:gd name="T6" fmla="*/ 16 w 8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1" y="3"/>
                  </a:moveTo>
                  <a:cubicBezTo>
                    <a:pt x="1" y="7"/>
                    <a:pt x="0" y="9"/>
                    <a:pt x="2" y="10"/>
                  </a:cubicBezTo>
                  <a:cubicBezTo>
                    <a:pt x="7" y="8"/>
                    <a:pt x="8" y="3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52" name="Freeform 1843">
              <a:extLst>
                <a:ext uri="{FF2B5EF4-FFF2-40B4-BE49-F238E27FC236}">
                  <a16:creationId xmlns:a16="http://schemas.microsoft.com/office/drawing/2014/main" id="{1E093C4C-1A8B-413A-9A6D-DC6CDCDCD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281"/>
              <a:ext cx="16" cy="28"/>
            </a:xfrm>
            <a:custGeom>
              <a:avLst/>
              <a:gdLst>
                <a:gd name="T0" fmla="*/ 0 w 8"/>
                <a:gd name="T1" fmla="*/ 52 h 13"/>
                <a:gd name="T2" fmla="*/ 16 w 8"/>
                <a:gd name="T3" fmla="*/ 129 h 13"/>
                <a:gd name="T4" fmla="*/ 32 w 8"/>
                <a:gd name="T5" fmla="*/ 9 h 13"/>
                <a:gd name="T6" fmla="*/ 16 w 8"/>
                <a:gd name="T7" fmla="*/ 1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5"/>
                  </a:moveTo>
                  <a:cubicBezTo>
                    <a:pt x="0" y="9"/>
                    <a:pt x="0" y="11"/>
                    <a:pt x="2" y="13"/>
                  </a:cubicBezTo>
                  <a:cubicBezTo>
                    <a:pt x="6" y="10"/>
                    <a:pt x="8" y="4"/>
                    <a:pt x="4" y="1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53" name="Freeform 1844">
              <a:extLst>
                <a:ext uri="{FF2B5EF4-FFF2-40B4-BE49-F238E27FC236}">
                  <a16:creationId xmlns:a16="http://schemas.microsoft.com/office/drawing/2014/main" id="{42309411-5D73-466C-BBAA-C02060415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204"/>
              <a:ext cx="22" cy="20"/>
            </a:xfrm>
            <a:custGeom>
              <a:avLst/>
              <a:gdLst>
                <a:gd name="T0" fmla="*/ 56 w 11"/>
                <a:gd name="T1" fmla="*/ 9 h 9"/>
                <a:gd name="T2" fmla="*/ 16 w 11"/>
                <a:gd name="T3" fmla="*/ 98 h 9"/>
                <a:gd name="T4" fmla="*/ 48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7" y="1"/>
                  </a:moveTo>
                  <a:cubicBezTo>
                    <a:pt x="1" y="0"/>
                    <a:pt x="0" y="5"/>
                    <a:pt x="2" y="9"/>
                  </a:cubicBezTo>
                  <a:cubicBezTo>
                    <a:pt x="8" y="9"/>
                    <a:pt x="11" y="4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54" name="Freeform 1845">
              <a:extLst>
                <a:ext uri="{FF2B5EF4-FFF2-40B4-BE49-F238E27FC236}">
                  <a16:creationId xmlns:a16="http://schemas.microsoft.com/office/drawing/2014/main" id="{94EA2CC9-332C-4958-853B-15D256F9A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181"/>
              <a:ext cx="12" cy="21"/>
            </a:xfrm>
            <a:custGeom>
              <a:avLst/>
              <a:gdLst>
                <a:gd name="T0" fmla="*/ 24 w 6"/>
                <a:gd name="T1" fmla="*/ 0 h 10"/>
                <a:gd name="T2" fmla="*/ 16 w 6"/>
                <a:gd name="T3" fmla="*/ 92 h 10"/>
                <a:gd name="T4" fmla="*/ 32 w 6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0" y="3"/>
                    <a:pt x="0" y="7"/>
                    <a:pt x="2" y="10"/>
                  </a:cubicBezTo>
                  <a:cubicBezTo>
                    <a:pt x="6" y="8"/>
                    <a:pt x="5" y="6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55" name="Freeform 1846">
              <a:extLst>
                <a:ext uri="{FF2B5EF4-FFF2-40B4-BE49-F238E27FC236}">
                  <a16:creationId xmlns:a16="http://schemas.microsoft.com/office/drawing/2014/main" id="{4B7E0AB1-86FA-49B5-BBD1-B0A12F4C9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128"/>
              <a:ext cx="24" cy="19"/>
            </a:xfrm>
            <a:custGeom>
              <a:avLst/>
              <a:gdLst>
                <a:gd name="T0" fmla="*/ 32 w 12"/>
                <a:gd name="T1" fmla="*/ 0 h 9"/>
                <a:gd name="T2" fmla="*/ 16 w 12"/>
                <a:gd name="T3" fmla="*/ 84 h 9"/>
                <a:gd name="T4" fmla="*/ 40 w 12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8" y="9"/>
                    <a:pt x="12" y="3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56" name="Freeform 1847">
              <a:extLst>
                <a:ext uri="{FF2B5EF4-FFF2-40B4-BE49-F238E27FC236}">
                  <a16:creationId xmlns:a16="http://schemas.microsoft.com/office/drawing/2014/main" id="{B5C9D87E-27DD-4E60-8021-841EDB778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058"/>
              <a:ext cx="20" cy="21"/>
            </a:xfrm>
            <a:custGeom>
              <a:avLst/>
              <a:gdLst>
                <a:gd name="T0" fmla="*/ 24 w 10"/>
                <a:gd name="T1" fmla="*/ 17 h 10"/>
                <a:gd name="T2" fmla="*/ 0 w 10"/>
                <a:gd name="T3" fmla="*/ 57 h 10"/>
                <a:gd name="T4" fmla="*/ 32 w 10"/>
                <a:gd name="T5" fmla="*/ 0 h 10"/>
                <a:gd name="T6" fmla="*/ 16 w 10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4" y="10"/>
                    <a:pt x="10" y="4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57" name="Freeform 1848">
              <a:extLst>
                <a:ext uri="{FF2B5EF4-FFF2-40B4-BE49-F238E27FC236}">
                  <a16:creationId xmlns:a16="http://schemas.microsoft.com/office/drawing/2014/main" id="{F694A8B0-FC02-46EF-BC47-7AA5725B6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062"/>
              <a:ext cx="18" cy="19"/>
            </a:xfrm>
            <a:custGeom>
              <a:avLst/>
              <a:gdLst>
                <a:gd name="T0" fmla="*/ 48 w 9"/>
                <a:gd name="T1" fmla="*/ 0 h 9"/>
                <a:gd name="T2" fmla="*/ 0 w 9"/>
                <a:gd name="T3" fmla="*/ 76 h 9"/>
                <a:gd name="T4" fmla="*/ 72 w 9"/>
                <a:gd name="T5" fmla="*/ 27 h 9"/>
                <a:gd name="T6" fmla="*/ 32 w 9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6" y="0"/>
                  </a:moveTo>
                  <a:cubicBezTo>
                    <a:pt x="2" y="2"/>
                    <a:pt x="0" y="5"/>
                    <a:pt x="0" y="8"/>
                  </a:cubicBezTo>
                  <a:cubicBezTo>
                    <a:pt x="4" y="9"/>
                    <a:pt x="7" y="7"/>
                    <a:pt x="9" y="3"/>
                  </a:cubicBezTo>
                  <a:cubicBezTo>
                    <a:pt x="7" y="0"/>
                    <a:pt x="6" y="2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58" name="Freeform 1849">
              <a:extLst>
                <a:ext uri="{FF2B5EF4-FFF2-40B4-BE49-F238E27FC236}">
                  <a16:creationId xmlns:a16="http://schemas.microsoft.com/office/drawing/2014/main" id="{60F23459-DC13-452F-B90E-CA40C3BEB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164"/>
              <a:ext cx="32" cy="32"/>
            </a:xfrm>
            <a:custGeom>
              <a:avLst/>
              <a:gdLst>
                <a:gd name="T0" fmla="*/ 128 w 16"/>
                <a:gd name="T1" fmla="*/ 49 h 15"/>
                <a:gd name="T2" fmla="*/ 48 w 16"/>
                <a:gd name="T3" fmla="*/ 145 h 15"/>
                <a:gd name="T4" fmla="*/ 88 w 16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6" y="5"/>
                  </a:moveTo>
                  <a:cubicBezTo>
                    <a:pt x="9" y="0"/>
                    <a:pt x="0" y="8"/>
                    <a:pt x="6" y="15"/>
                  </a:cubicBezTo>
                  <a:cubicBezTo>
                    <a:pt x="12" y="14"/>
                    <a:pt x="14" y="9"/>
                    <a:pt x="11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59" name="Freeform 1850">
              <a:extLst>
                <a:ext uri="{FF2B5EF4-FFF2-40B4-BE49-F238E27FC236}">
                  <a16:creationId xmlns:a16="http://schemas.microsoft.com/office/drawing/2014/main" id="{6159C78A-AE10-416C-A51A-475B3F104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194"/>
              <a:ext cx="18" cy="23"/>
            </a:xfrm>
            <a:custGeom>
              <a:avLst/>
              <a:gdLst>
                <a:gd name="T0" fmla="*/ 32 w 9"/>
                <a:gd name="T1" fmla="*/ 27 h 11"/>
                <a:gd name="T2" fmla="*/ 24 w 9"/>
                <a:gd name="T3" fmla="*/ 100 h 11"/>
                <a:gd name="T4" fmla="*/ 3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3"/>
                  </a:moveTo>
                  <a:cubicBezTo>
                    <a:pt x="0" y="5"/>
                    <a:pt x="0" y="8"/>
                    <a:pt x="3" y="11"/>
                  </a:cubicBezTo>
                  <a:cubicBezTo>
                    <a:pt x="7" y="8"/>
                    <a:pt x="9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60" name="Freeform 1851">
              <a:extLst>
                <a:ext uri="{FF2B5EF4-FFF2-40B4-BE49-F238E27FC236}">
                  <a16:creationId xmlns:a16="http://schemas.microsoft.com/office/drawing/2014/main" id="{6EC76C3C-3798-4351-8753-E53BC21DB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104"/>
              <a:ext cx="14" cy="17"/>
            </a:xfrm>
            <a:custGeom>
              <a:avLst/>
              <a:gdLst>
                <a:gd name="T0" fmla="*/ 24 w 7"/>
                <a:gd name="T1" fmla="*/ 0 h 8"/>
                <a:gd name="T2" fmla="*/ 24 w 7"/>
                <a:gd name="T3" fmla="*/ 77 h 8"/>
                <a:gd name="T4" fmla="*/ 40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3"/>
                    <a:pt x="0" y="6"/>
                    <a:pt x="3" y="8"/>
                  </a:cubicBezTo>
                  <a:cubicBezTo>
                    <a:pt x="7" y="7"/>
                    <a:pt x="7" y="5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61" name="Freeform 1852">
              <a:extLst>
                <a:ext uri="{FF2B5EF4-FFF2-40B4-BE49-F238E27FC236}">
                  <a16:creationId xmlns:a16="http://schemas.microsoft.com/office/drawing/2014/main" id="{394810F3-84E5-4761-A796-C0917E4F0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983"/>
              <a:ext cx="14" cy="19"/>
            </a:xfrm>
            <a:custGeom>
              <a:avLst/>
              <a:gdLst>
                <a:gd name="T0" fmla="*/ 32 w 7"/>
                <a:gd name="T1" fmla="*/ 36 h 9"/>
                <a:gd name="T2" fmla="*/ 8 w 7"/>
                <a:gd name="T3" fmla="*/ 84 h 9"/>
                <a:gd name="T4" fmla="*/ 56 w 7"/>
                <a:gd name="T5" fmla="*/ 27 h 9"/>
                <a:gd name="T6" fmla="*/ 24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4"/>
                  </a:moveTo>
                  <a:cubicBezTo>
                    <a:pt x="2" y="6"/>
                    <a:pt x="0" y="5"/>
                    <a:pt x="1" y="9"/>
                  </a:cubicBezTo>
                  <a:cubicBezTo>
                    <a:pt x="4" y="8"/>
                    <a:pt x="6" y="6"/>
                    <a:pt x="7" y="3"/>
                  </a:cubicBezTo>
                  <a:cubicBezTo>
                    <a:pt x="6" y="1"/>
                    <a:pt x="5" y="1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62" name="Freeform 1853">
              <a:extLst>
                <a:ext uri="{FF2B5EF4-FFF2-40B4-BE49-F238E27FC236}">
                  <a16:creationId xmlns:a16="http://schemas.microsoft.com/office/drawing/2014/main" id="{C9871EBF-5540-468F-8B59-AD0C4FBD3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87"/>
              <a:ext cx="24" cy="34"/>
            </a:xfrm>
            <a:custGeom>
              <a:avLst/>
              <a:gdLst>
                <a:gd name="T0" fmla="*/ 16 w 12"/>
                <a:gd name="T1" fmla="*/ 104 h 16"/>
                <a:gd name="T2" fmla="*/ 8 w 12"/>
                <a:gd name="T3" fmla="*/ 153 h 16"/>
                <a:gd name="T4" fmla="*/ 0 w 12"/>
                <a:gd name="T5" fmla="*/ 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2" y="11"/>
                  </a:moveTo>
                  <a:cubicBezTo>
                    <a:pt x="1" y="13"/>
                    <a:pt x="0" y="14"/>
                    <a:pt x="1" y="16"/>
                  </a:cubicBezTo>
                  <a:cubicBezTo>
                    <a:pt x="12" y="16"/>
                    <a:pt x="5" y="0"/>
                    <a:pt x="0" y="1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63" name="Freeform 1854">
              <a:extLst>
                <a:ext uri="{FF2B5EF4-FFF2-40B4-BE49-F238E27FC236}">
                  <a16:creationId xmlns:a16="http://schemas.microsoft.com/office/drawing/2014/main" id="{1703979B-2212-4B0A-B151-FDE8671DD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060"/>
              <a:ext cx="22" cy="19"/>
            </a:xfrm>
            <a:custGeom>
              <a:avLst/>
              <a:gdLst>
                <a:gd name="T0" fmla="*/ 32 w 11"/>
                <a:gd name="T1" fmla="*/ 8 h 9"/>
                <a:gd name="T2" fmla="*/ 16 w 11"/>
                <a:gd name="T3" fmla="*/ 84 h 9"/>
                <a:gd name="T4" fmla="*/ 40 w 1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1"/>
                  </a:moveTo>
                  <a:cubicBezTo>
                    <a:pt x="2" y="4"/>
                    <a:pt x="0" y="6"/>
                    <a:pt x="2" y="9"/>
                  </a:cubicBezTo>
                  <a:cubicBezTo>
                    <a:pt x="7" y="7"/>
                    <a:pt x="11" y="0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64" name="Freeform 1855">
              <a:extLst>
                <a:ext uri="{FF2B5EF4-FFF2-40B4-BE49-F238E27FC236}">
                  <a16:creationId xmlns:a16="http://schemas.microsoft.com/office/drawing/2014/main" id="{D9D65FF2-0A42-4411-B7CD-02C35BB5B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2066"/>
              <a:ext cx="12" cy="17"/>
            </a:xfrm>
            <a:custGeom>
              <a:avLst/>
              <a:gdLst>
                <a:gd name="T0" fmla="*/ 40 w 6"/>
                <a:gd name="T1" fmla="*/ 0 h 8"/>
                <a:gd name="T2" fmla="*/ 16 w 6"/>
                <a:gd name="T3" fmla="*/ 0 h 8"/>
                <a:gd name="T4" fmla="*/ 8 w 6"/>
                <a:gd name="T5" fmla="*/ 77 h 8"/>
                <a:gd name="T6" fmla="*/ 48 w 6"/>
                <a:gd name="T7" fmla="*/ 28 h 8"/>
                <a:gd name="T8" fmla="*/ 24 w 6"/>
                <a:gd name="T9" fmla="*/ 1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5" y="7"/>
                    <a:pt x="6" y="7"/>
                    <a:pt x="6" y="3"/>
                  </a:cubicBezTo>
                  <a:cubicBezTo>
                    <a:pt x="5" y="3"/>
                    <a:pt x="4" y="2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65" name="Freeform 1856">
              <a:extLst>
                <a:ext uri="{FF2B5EF4-FFF2-40B4-BE49-F238E27FC236}">
                  <a16:creationId xmlns:a16="http://schemas.microsoft.com/office/drawing/2014/main" id="{461DB364-D786-4FBC-A49C-3FF07E5CD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151"/>
              <a:ext cx="12" cy="19"/>
            </a:xfrm>
            <a:custGeom>
              <a:avLst/>
              <a:gdLst>
                <a:gd name="T0" fmla="*/ 24 w 6"/>
                <a:gd name="T1" fmla="*/ 17 h 9"/>
                <a:gd name="T2" fmla="*/ 0 w 6"/>
                <a:gd name="T3" fmla="*/ 68 h 9"/>
                <a:gd name="T4" fmla="*/ 16 w 6"/>
                <a:gd name="T5" fmla="*/ 84 h 9"/>
                <a:gd name="T6" fmla="*/ 48 w 6"/>
                <a:gd name="T7" fmla="*/ 8 h 9"/>
                <a:gd name="T8" fmla="*/ 24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3" y="2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0" y="8"/>
                    <a:pt x="1" y="8"/>
                    <a:pt x="2" y="9"/>
                  </a:cubicBezTo>
                  <a:cubicBezTo>
                    <a:pt x="5" y="7"/>
                    <a:pt x="6" y="5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66" name="Freeform 1857">
              <a:extLst>
                <a:ext uri="{FF2B5EF4-FFF2-40B4-BE49-F238E27FC236}">
                  <a16:creationId xmlns:a16="http://schemas.microsoft.com/office/drawing/2014/main" id="{F64B04CA-6E66-40F1-9EA2-304A8676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2158"/>
              <a:ext cx="8" cy="19"/>
            </a:xfrm>
            <a:custGeom>
              <a:avLst/>
              <a:gdLst>
                <a:gd name="T0" fmla="*/ 32 w 4"/>
                <a:gd name="T1" fmla="*/ 0 h 9"/>
                <a:gd name="T2" fmla="*/ 8 w 4"/>
                <a:gd name="T3" fmla="*/ 84 h 9"/>
                <a:gd name="T4" fmla="*/ 32 w 4"/>
                <a:gd name="T5" fmla="*/ 36 h 9"/>
                <a:gd name="T6" fmla="*/ 8 w 4"/>
                <a:gd name="T7" fmla="*/ 2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3" y="7"/>
                    <a:pt x="3" y="6"/>
                    <a:pt x="4" y="4"/>
                  </a:cubicBezTo>
                  <a:cubicBezTo>
                    <a:pt x="3" y="1"/>
                    <a:pt x="3" y="3"/>
                    <a:pt x="1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67" name="Freeform 1858">
              <a:extLst>
                <a:ext uri="{FF2B5EF4-FFF2-40B4-BE49-F238E27FC236}">
                  <a16:creationId xmlns:a16="http://schemas.microsoft.com/office/drawing/2014/main" id="{5247616B-DBAC-4D63-9E14-CCDE282DE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245"/>
              <a:ext cx="18" cy="19"/>
            </a:xfrm>
            <a:custGeom>
              <a:avLst/>
              <a:gdLst>
                <a:gd name="T0" fmla="*/ 32 w 9"/>
                <a:gd name="T1" fmla="*/ 27 h 9"/>
                <a:gd name="T2" fmla="*/ 0 w 9"/>
                <a:gd name="T3" fmla="*/ 27 h 9"/>
                <a:gd name="T4" fmla="*/ 8 w 9"/>
                <a:gd name="T5" fmla="*/ 84 h 9"/>
                <a:gd name="T6" fmla="*/ 24 w 9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4" y="3"/>
                  </a:moveTo>
                  <a:cubicBezTo>
                    <a:pt x="3" y="3"/>
                    <a:pt x="1" y="2"/>
                    <a:pt x="0" y="3"/>
                  </a:cubicBezTo>
                  <a:cubicBezTo>
                    <a:pt x="0" y="6"/>
                    <a:pt x="0" y="7"/>
                    <a:pt x="1" y="9"/>
                  </a:cubicBezTo>
                  <a:cubicBezTo>
                    <a:pt x="9" y="9"/>
                    <a:pt x="8" y="0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68" name="Freeform 1859">
              <a:extLst>
                <a:ext uri="{FF2B5EF4-FFF2-40B4-BE49-F238E27FC236}">
                  <a16:creationId xmlns:a16="http://schemas.microsoft.com/office/drawing/2014/main" id="{47BA17EA-4E23-4CB1-9932-73795BDA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287"/>
              <a:ext cx="22" cy="22"/>
            </a:xfrm>
            <a:custGeom>
              <a:avLst/>
              <a:gdLst>
                <a:gd name="T0" fmla="*/ 32 w 11"/>
                <a:gd name="T1" fmla="*/ 9 h 10"/>
                <a:gd name="T2" fmla="*/ 32 w 11"/>
                <a:gd name="T3" fmla="*/ 106 h 10"/>
                <a:gd name="T4" fmla="*/ 32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1"/>
                  </a:moveTo>
                  <a:cubicBezTo>
                    <a:pt x="0" y="4"/>
                    <a:pt x="0" y="7"/>
                    <a:pt x="4" y="10"/>
                  </a:cubicBezTo>
                  <a:cubicBezTo>
                    <a:pt x="10" y="9"/>
                    <a:pt x="11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69" name="Freeform 1860">
              <a:extLst>
                <a:ext uri="{FF2B5EF4-FFF2-40B4-BE49-F238E27FC236}">
                  <a16:creationId xmlns:a16="http://schemas.microsoft.com/office/drawing/2014/main" id="{896383D1-6DE7-4A50-86AE-D49F78959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2224"/>
              <a:ext cx="13" cy="14"/>
            </a:xfrm>
            <a:custGeom>
              <a:avLst/>
              <a:gdLst>
                <a:gd name="T0" fmla="*/ 13 w 7"/>
                <a:gd name="T1" fmla="*/ 16 h 7"/>
                <a:gd name="T2" fmla="*/ 20 w 7"/>
                <a:gd name="T3" fmla="*/ 56 h 7"/>
                <a:gd name="T4" fmla="*/ 20 w 7"/>
                <a:gd name="T5" fmla="*/ 0 h 7"/>
                <a:gd name="T6" fmla="*/ 0 w 7"/>
                <a:gd name="T7" fmla="*/ 2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2" y="5"/>
                    <a:pt x="1" y="6"/>
                    <a:pt x="3" y="7"/>
                  </a:cubicBezTo>
                  <a:cubicBezTo>
                    <a:pt x="7" y="5"/>
                    <a:pt x="7" y="2"/>
                    <a:pt x="3" y="0"/>
                  </a:cubicBezTo>
                  <a:cubicBezTo>
                    <a:pt x="2" y="0"/>
                    <a:pt x="1" y="2"/>
                    <a:pt x="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70" name="Freeform 1861">
              <a:extLst>
                <a:ext uri="{FF2B5EF4-FFF2-40B4-BE49-F238E27FC236}">
                  <a16:creationId xmlns:a16="http://schemas.microsoft.com/office/drawing/2014/main" id="{8A4CED39-1D15-41A8-9DF9-9B230B38B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332"/>
              <a:ext cx="16" cy="19"/>
            </a:xfrm>
            <a:custGeom>
              <a:avLst/>
              <a:gdLst>
                <a:gd name="T0" fmla="*/ 8 w 8"/>
                <a:gd name="T1" fmla="*/ 17 h 9"/>
                <a:gd name="T2" fmla="*/ 0 w 8"/>
                <a:gd name="T3" fmla="*/ 68 h 9"/>
                <a:gd name="T4" fmla="*/ 32 w 8"/>
                <a:gd name="T5" fmla="*/ 0 h 9"/>
                <a:gd name="T6" fmla="*/ 24 w 8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6" y="9"/>
                    <a:pt x="8" y="4"/>
                    <a:pt x="4" y="0"/>
                  </a:cubicBezTo>
                  <a:cubicBezTo>
                    <a:pt x="3" y="1"/>
                    <a:pt x="3" y="1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71" name="Freeform 1862">
              <a:extLst>
                <a:ext uri="{FF2B5EF4-FFF2-40B4-BE49-F238E27FC236}">
                  <a16:creationId xmlns:a16="http://schemas.microsoft.com/office/drawing/2014/main" id="{F7CC3BCC-1733-431E-BBD5-3F13A3BCB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349"/>
              <a:ext cx="26" cy="26"/>
            </a:xfrm>
            <a:custGeom>
              <a:avLst/>
              <a:gdLst>
                <a:gd name="T0" fmla="*/ 56 w 13"/>
                <a:gd name="T1" fmla="*/ 0 h 12"/>
                <a:gd name="T2" fmla="*/ 40 w 13"/>
                <a:gd name="T3" fmla="*/ 121 h 12"/>
                <a:gd name="T4" fmla="*/ 56 w 13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2" y="3"/>
                    <a:pt x="0" y="8"/>
                    <a:pt x="5" y="12"/>
                  </a:cubicBezTo>
                  <a:cubicBezTo>
                    <a:pt x="11" y="10"/>
                    <a:pt x="13" y="4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72" name="Freeform 1863">
              <a:extLst>
                <a:ext uri="{FF2B5EF4-FFF2-40B4-BE49-F238E27FC236}">
                  <a16:creationId xmlns:a16="http://schemas.microsoft.com/office/drawing/2014/main" id="{69293A2D-9AEE-4EEB-B121-270A3F7BC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377"/>
              <a:ext cx="14" cy="17"/>
            </a:xfrm>
            <a:custGeom>
              <a:avLst/>
              <a:gdLst>
                <a:gd name="T0" fmla="*/ 56 w 7"/>
                <a:gd name="T1" fmla="*/ 0 h 8"/>
                <a:gd name="T2" fmla="*/ 24 w 7"/>
                <a:gd name="T3" fmla="*/ 77 h 8"/>
                <a:gd name="T4" fmla="*/ 32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1" y="0"/>
                    <a:pt x="0" y="4"/>
                    <a:pt x="3" y="8"/>
                  </a:cubicBezTo>
                  <a:cubicBezTo>
                    <a:pt x="7" y="6"/>
                    <a:pt x="7" y="3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73" name="Freeform 1864">
              <a:extLst>
                <a:ext uri="{FF2B5EF4-FFF2-40B4-BE49-F238E27FC236}">
                  <a16:creationId xmlns:a16="http://schemas.microsoft.com/office/drawing/2014/main" id="{09D69B3D-8968-41ED-9D23-64F6BE222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2426"/>
              <a:ext cx="16" cy="19"/>
            </a:xfrm>
            <a:custGeom>
              <a:avLst/>
              <a:gdLst>
                <a:gd name="T0" fmla="*/ 32 w 8"/>
                <a:gd name="T1" fmla="*/ 0 h 9"/>
                <a:gd name="T2" fmla="*/ 32 w 8"/>
                <a:gd name="T3" fmla="*/ 84 h 9"/>
                <a:gd name="T4" fmla="*/ 64 w 8"/>
                <a:gd name="T5" fmla="*/ 17 h 9"/>
                <a:gd name="T6" fmla="*/ 32 w 8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0" y="3"/>
                    <a:pt x="0" y="7"/>
                    <a:pt x="4" y="9"/>
                  </a:cubicBezTo>
                  <a:cubicBezTo>
                    <a:pt x="7" y="8"/>
                    <a:pt x="8" y="6"/>
                    <a:pt x="8" y="2"/>
                  </a:cubicBezTo>
                  <a:cubicBezTo>
                    <a:pt x="7" y="2"/>
                    <a:pt x="5" y="1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74" name="Freeform 1865">
              <a:extLst>
                <a:ext uri="{FF2B5EF4-FFF2-40B4-BE49-F238E27FC236}">
                  <a16:creationId xmlns:a16="http://schemas.microsoft.com/office/drawing/2014/main" id="{4118B357-F654-41E1-94A9-BAF7F9C1D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468"/>
              <a:ext cx="16" cy="22"/>
            </a:xfrm>
            <a:custGeom>
              <a:avLst/>
              <a:gdLst>
                <a:gd name="T0" fmla="*/ 16 w 8"/>
                <a:gd name="T1" fmla="*/ 20 h 10"/>
                <a:gd name="T2" fmla="*/ 32 w 8"/>
                <a:gd name="T3" fmla="*/ 106 h 10"/>
                <a:gd name="T4" fmla="*/ 16 w 8"/>
                <a:gd name="T5" fmla="*/ 0 h 10"/>
                <a:gd name="T6" fmla="*/ 0 w 8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2" y="2"/>
                  </a:moveTo>
                  <a:cubicBezTo>
                    <a:pt x="2" y="6"/>
                    <a:pt x="2" y="8"/>
                    <a:pt x="4" y="10"/>
                  </a:cubicBezTo>
                  <a:cubicBezTo>
                    <a:pt x="8" y="6"/>
                    <a:pt x="7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75" name="Freeform 1866">
              <a:extLst>
                <a:ext uri="{FF2B5EF4-FFF2-40B4-BE49-F238E27FC236}">
                  <a16:creationId xmlns:a16="http://schemas.microsoft.com/office/drawing/2014/main" id="{EA4AC3BA-9808-4C0F-9977-6292E031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445"/>
              <a:ext cx="20" cy="25"/>
            </a:xfrm>
            <a:custGeom>
              <a:avLst/>
              <a:gdLst>
                <a:gd name="T0" fmla="*/ 40 w 10"/>
                <a:gd name="T1" fmla="*/ 8 h 12"/>
                <a:gd name="T2" fmla="*/ 24 w 10"/>
                <a:gd name="T3" fmla="*/ 108 h 12"/>
                <a:gd name="T4" fmla="*/ 32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5" y="1"/>
                  </a:moveTo>
                  <a:cubicBezTo>
                    <a:pt x="0" y="4"/>
                    <a:pt x="0" y="8"/>
                    <a:pt x="3" y="12"/>
                  </a:cubicBezTo>
                  <a:cubicBezTo>
                    <a:pt x="9" y="10"/>
                    <a:pt x="10" y="3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76" name="Freeform 1867">
              <a:extLst>
                <a:ext uri="{FF2B5EF4-FFF2-40B4-BE49-F238E27FC236}">
                  <a16:creationId xmlns:a16="http://schemas.microsoft.com/office/drawing/2014/main" id="{08E370B8-78DB-443B-ADCD-490AD663C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2441"/>
              <a:ext cx="18" cy="21"/>
            </a:xfrm>
            <a:custGeom>
              <a:avLst/>
              <a:gdLst>
                <a:gd name="T0" fmla="*/ 8 w 9"/>
                <a:gd name="T1" fmla="*/ 0 h 10"/>
                <a:gd name="T2" fmla="*/ 32 w 9"/>
                <a:gd name="T3" fmla="*/ 92 h 10"/>
                <a:gd name="T4" fmla="*/ 24 w 9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0"/>
                  </a:moveTo>
                  <a:cubicBezTo>
                    <a:pt x="0" y="4"/>
                    <a:pt x="1" y="8"/>
                    <a:pt x="4" y="10"/>
                  </a:cubicBezTo>
                  <a:cubicBezTo>
                    <a:pt x="9" y="7"/>
                    <a:pt x="9" y="2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77" name="Freeform 1868">
              <a:extLst>
                <a:ext uri="{FF2B5EF4-FFF2-40B4-BE49-F238E27FC236}">
                  <a16:creationId xmlns:a16="http://schemas.microsoft.com/office/drawing/2014/main" id="{94B9A268-DEFE-412B-8ADF-DF88FA8B3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2541"/>
              <a:ext cx="10" cy="19"/>
            </a:xfrm>
            <a:custGeom>
              <a:avLst/>
              <a:gdLst>
                <a:gd name="T0" fmla="*/ 0 w 5"/>
                <a:gd name="T1" fmla="*/ 0 h 9"/>
                <a:gd name="T2" fmla="*/ 16 w 5"/>
                <a:gd name="T3" fmla="*/ 84 h 9"/>
                <a:gd name="T4" fmla="*/ 16 w 5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5" y="5"/>
                    <a:pt x="3" y="5"/>
                    <a:pt x="2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78" name="Freeform 1869">
              <a:extLst>
                <a:ext uri="{FF2B5EF4-FFF2-40B4-BE49-F238E27FC236}">
                  <a16:creationId xmlns:a16="http://schemas.microsoft.com/office/drawing/2014/main" id="{161500CC-2AC3-4F03-9355-809214A1A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2551"/>
              <a:ext cx="18" cy="24"/>
            </a:xfrm>
            <a:custGeom>
              <a:avLst/>
              <a:gdLst>
                <a:gd name="T0" fmla="*/ 8 w 9"/>
                <a:gd name="T1" fmla="*/ 20 h 11"/>
                <a:gd name="T2" fmla="*/ 8 w 9"/>
                <a:gd name="T3" fmla="*/ 105 h 11"/>
                <a:gd name="T4" fmla="*/ 32 w 9"/>
                <a:gd name="T5" fmla="*/ 0 h 11"/>
                <a:gd name="T6" fmla="*/ 16 w 9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2"/>
                  </a:moveTo>
                  <a:cubicBezTo>
                    <a:pt x="0" y="5"/>
                    <a:pt x="0" y="8"/>
                    <a:pt x="1" y="10"/>
                  </a:cubicBezTo>
                  <a:cubicBezTo>
                    <a:pt x="7" y="11"/>
                    <a:pt x="9" y="3"/>
                    <a:pt x="4" y="0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79" name="Freeform 1870">
              <a:extLst>
                <a:ext uri="{FF2B5EF4-FFF2-40B4-BE49-F238E27FC236}">
                  <a16:creationId xmlns:a16="http://schemas.microsoft.com/office/drawing/2014/main" id="{D5921A24-579A-4C79-9A56-0C01CF257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553"/>
              <a:ext cx="12" cy="15"/>
            </a:xfrm>
            <a:custGeom>
              <a:avLst/>
              <a:gdLst>
                <a:gd name="T0" fmla="*/ 32 w 6"/>
                <a:gd name="T1" fmla="*/ 0 h 7"/>
                <a:gd name="T2" fmla="*/ 32 w 6"/>
                <a:gd name="T3" fmla="*/ 69 h 7"/>
                <a:gd name="T4" fmla="*/ 24 w 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0" y="2"/>
                    <a:pt x="0" y="5"/>
                    <a:pt x="4" y="7"/>
                  </a:cubicBezTo>
                  <a:cubicBezTo>
                    <a:pt x="6" y="3"/>
                    <a:pt x="4" y="3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80" name="Freeform 1871">
              <a:extLst>
                <a:ext uri="{FF2B5EF4-FFF2-40B4-BE49-F238E27FC236}">
                  <a16:creationId xmlns:a16="http://schemas.microsoft.com/office/drawing/2014/main" id="{9F707916-CAD9-49BB-8575-87E318394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513"/>
              <a:ext cx="9" cy="17"/>
            </a:xfrm>
            <a:custGeom>
              <a:avLst/>
              <a:gdLst>
                <a:gd name="T0" fmla="*/ 16 w 5"/>
                <a:gd name="T1" fmla="*/ 9 h 8"/>
                <a:gd name="T2" fmla="*/ 0 w 5"/>
                <a:gd name="T3" fmla="*/ 77 h 8"/>
                <a:gd name="T4" fmla="*/ 29 w 5"/>
                <a:gd name="T5" fmla="*/ 28 h 8"/>
                <a:gd name="T6" fmla="*/ 13 w 5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1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4" y="8"/>
                    <a:pt x="5" y="7"/>
                    <a:pt x="5" y="3"/>
                  </a:cubicBezTo>
                  <a:cubicBezTo>
                    <a:pt x="4" y="0"/>
                    <a:pt x="4" y="2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81" name="Freeform 1872">
              <a:extLst>
                <a:ext uri="{FF2B5EF4-FFF2-40B4-BE49-F238E27FC236}">
                  <a16:creationId xmlns:a16="http://schemas.microsoft.com/office/drawing/2014/main" id="{BFC8411D-4426-4E08-8F89-D25D75DB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604"/>
              <a:ext cx="25" cy="37"/>
            </a:xfrm>
            <a:custGeom>
              <a:avLst/>
              <a:gdLst>
                <a:gd name="T0" fmla="*/ 37 w 13"/>
                <a:gd name="T1" fmla="*/ 0 h 17"/>
                <a:gd name="T2" fmla="*/ 48 w 13"/>
                <a:gd name="T3" fmla="*/ 133 h 17"/>
                <a:gd name="T4" fmla="*/ 44 w 13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3" y="3"/>
                    <a:pt x="0" y="17"/>
                    <a:pt x="7" y="13"/>
                  </a:cubicBezTo>
                  <a:cubicBezTo>
                    <a:pt x="13" y="11"/>
                    <a:pt x="10" y="4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82" name="Freeform 1873">
              <a:extLst>
                <a:ext uri="{FF2B5EF4-FFF2-40B4-BE49-F238E27FC236}">
                  <a16:creationId xmlns:a16="http://schemas.microsoft.com/office/drawing/2014/main" id="{A41E1997-5F5C-4BCD-A2CA-B8D0C8DB2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713"/>
              <a:ext cx="14" cy="23"/>
            </a:xfrm>
            <a:custGeom>
              <a:avLst/>
              <a:gdLst>
                <a:gd name="T0" fmla="*/ 16 w 7"/>
                <a:gd name="T1" fmla="*/ 44 h 11"/>
                <a:gd name="T2" fmla="*/ 16 w 7"/>
                <a:gd name="T3" fmla="*/ 100 h 11"/>
                <a:gd name="T4" fmla="*/ 8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2" y="5"/>
                  </a:moveTo>
                  <a:cubicBezTo>
                    <a:pt x="2" y="8"/>
                    <a:pt x="0" y="9"/>
                    <a:pt x="2" y="11"/>
                  </a:cubicBezTo>
                  <a:cubicBezTo>
                    <a:pt x="6" y="8"/>
                    <a:pt x="7" y="2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83" name="Freeform 1874">
              <a:extLst>
                <a:ext uri="{FF2B5EF4-FFF2-40B4-BE49-F238E27FC236}">
                  <a16:creationId xmlns:a16="http://schemas.microsoft.com/office/drawing/2014/main" id="{D05CB633-A198-4409-AB14-B89949812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658"/>
              <a:ext cx="10" cy="15"/>
            </a:xfrm>
            <a:custGeom>
              <a:avLst/>
              <a:gdLst>
                <a:gd name="T0" fmla="*/ 24 w 5"/>
                <a:gd name="T1" fmla="*/ 19 h 7"/>
                <a:gd name="T2" fmla="*/ 8 w 5"/>
                <a:gd name="T3" fmla="*/ 69 h 7"/>
                <a:gd name="T4" fmla="*/ 16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2"/>
                  </a:moveTo>
                  <a:cubicBezTo>
                    <a:pt x="2" y="5"/>
                    <a:pt x="0" y="5"/>
                    <a:pt x="1" y="7"/>
                  </a:cubicBezTo>
                  <a:cubicBezTo>
                    <a:pt x="5" y="5"/>
                    <a:pt x="4" y="3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84" name="Freeform 1875">
              <a:extLst>
                <a:ext uri="{FF2B5EF4-FFF2-40B4-BE49-F238E27FC236}">
                  <a16:creationId xmlns:a16="http://schemas.microsoft.com/office/drawing/2014/main" id="{021D0194-BBA1-49E1-8E9F-4C014EFC6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2870"/>
              <a:ext cx="12" cy="17"/>
            </a:xfrm>
            <a:custGeom>
              <a:avLst/>
              <a:gdLst>
                <a:gd name="T0" fmla="*/ 0 w 6"/>
                <a:gd name="T1" fmla="*/ 28 h 8"/>
                <a:gd name="T2" fmla="*/ 8 w 6"/>
                <a:gd name="T3" fmla="*/ 77 h 8"/>
                <a:gd name="T4" fmla="*/ 24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3"/>
                  </a:moveTo>
                  <a:cubicBezTo>
                    <a:pt x="0" y="5"/>
                    <a:pt x="0" y="6"/>
                    <a:pt x="1" y="8"/>
                  </a:cubicBezTo>
                  <a:cubicBezTo>
                    <a:pt x="5" y="8"/>
                    <a:pt x="6" y="3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85" name="Freeform 1876">
              <a:extLst>
                <a:ext uri="{FF2B5EF4-FFF2-40B4-BE49-F238E27FC236}">
                  <a16:creationId xmlns:a16="http://schemas.microsoft.com/office/drawing/2014/main" id="{4B54FDFF-6BD9-4492-8C48-93CD6D7E3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785"/>
              <a:ext cx="24" cy="22"/>
            </a:xfrm>
            <a:custGeom>
              <a:avLst/>
              <a:gdLst>
                <a:gd name="T0" fmla="*/ 32 w 12"/>
                <a:gd name="T1" fmla="*/ 20 h 10"/>
                <a:gd name="T2" fmla="*/ 48 w 12"/>
                <a:gd name="T3" fmla="*/ 97 h 10"/>
                <a:gd name="T4" fmla="*/ 48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4" y="2"/>
                  </a:moveTo>
                  <a:cubicBezTo>
                    <a:pt x="0" y="4"/>
                    <a:pt x="1" y="10"/>
                    <a:pt x="6" y="9"/>
                  </a:cubicBezTo>
                  <a:cubicBezTo>
                    <a:pt x="11" y="8"/>
                    <a:pt x="12" y="1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86" name="Freeform 1877">
              <a:extLst>
                <a:ext uri="{FF2B5EF4-FFF2-40B4-BE49-F238E27FC236}">
                  <a16:creationId xmlns:a16="http://schemas.microsoft.com/office/drawing/2014/main" id="{8CB1BC67-D423-4655-8877-1AF494A35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773"/>
              <a:ext cx="12" cy="10"/>
            </a:xfrm>
            <a:custGeom>
              <a:avLst/>
              <a:gdLst>
                <a:gd name="T0" fmla="*/ 16 w 6"/>
                <a:gd name="T1" fmla="*/ 0 h 5"/>
                <a:gd name="T2" fmla="*/ 16 w 6"/>
                <a:gd name="T3" fmla="*/ 40 h 5"/>
                <a:gd name="T4" fmla="*/ 48 w 6"/>
                <a:gd name="T5" fmla="*/ 16 h 5"/>
                <a:gd name="T6" fmla="*/ 24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4" y="5"/>
                    <a:pt x="5" y="4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87" name="Freeform 1878">
              <a:extLst>
                <a:ext uri="{FF2B5EF4-FFF2-40B4-BE49-F238E27FC236}">
                  <a16:creationId xmlns:a16="http://schemas.microsoft.com/office/drawing/2014/main" id="{1CD64A9E-7517-437B-AC6C-6DB081C1C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838"/>
              <a:ext cx="16" cy="18"/>
            </a:xfrm>
            <a:custGeom>
              <a:avLst/>
              <a:gdLst>
                <a:gd name="T0" fmla="*/ 40 w 8"/>
                <a:gd name="T1" fmla="*/ 0 h 8"/>
                <a:gd name="T2" fmla="*/ 16 w 8"/>
                <a:gd name="T3" fmla="*/ 92 h 8"/>
                <a:gd name="T4" fmla="*/ 56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1" y="0"/>
                    <a:pt x="0" y="5"/>
                    <a:pt x="2" y="8"/>
                  </a:cubicBezTo>
                  <a:cubicBezTo>
                    <a:pt x="6" y="8"/>
                    <a:pt x="8" y="4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88" name="Freeform 1879">
              <a:extLst>
                <a:ext uri="{FF2B5EF4-FFF2-40B4-BE49-F238E27FC236}">
                  <a16:creationId xmlns:a16="http://schemas.microsoft.com/office/drawing/2014/main" id="{CBB5643B-7BEA-4077-89CC-CAFB8F730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751"/>
              <a:ext cx="8" cy="13"/>
            </a:xfrm>
            <a:custGeom>
              <a:avLst/>
              <a:gdLst>
                <a:gd name="T0" fmla="*/ 8 w 4"/>
                <a:gd name="T1" fmla="*/ 20 h 6"/>
                <a:gd name="T2" fmla="*/ 8 w 4"/>
                <a:gd name="T3" fmla="*/ 61 h 6"/>
                <a:gd name="T4" fmla="*/ 24 w 4"/>
                <a:gd name="T5" fmla="*/ 0 h 6"/>
                <a:gd name="T6" fmla="*/ 0 w 4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89" name="Freeform 1880">
              <a:extLst>
                <a:ext uri="{FF2B5EF4-FFF2-40B4-BE49-F238E27FC236}">
                  <a16:creationId xmlns:a16="http://schemas.microsoft.com/office/drawing/2014/main" id="{D152512A-CD53-4B41-8AB1-C80C5CDA9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741"/>
              <a:ext cx="20" cy="23"/>
            </a:xfrm>
            <a:custGeom>
              <a:avLst/>
              <a:gdLst>
                <a:gd name="T0" fmla="*/ 40 w 10"/>
                <a:gd name="T1" fmla="*/ 0 h 11"/>
                <a:gd name="T2" fmla="*/ 48 w 10"/>
                <a:gd name="T3" fmla="*/ 65 h 11"/>
                <a:gd name="T4" fmla="*/ 32 w 1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0" y="3"/>
                    <a:pt x="2" y="11"/>
                    <a:pt x="6" y="7"/>
                  </a:cubicBezTo>
                  <a:cubicBezTo>
                    <a:pt x="10" y="5"/>
                    <a:pt x="8" y="1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90" name="Freeform 1881">
              <a:extLst>
                <a:ext uri="{FF2B5EF4-FFF2-40B4-BE49-F238E27FC236}">
                  <a16:creationId xmlns:a16="http://schemas.microsoft.com/office/drawing/2014/main" id="{44956B3B-D669-4B48-859E-863669CC1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736"/>
              <a:ext cx="6" cy="11"/>
            </a:xfrm>
            <a:custGeom>
              <a:avLst/>
              <a:gdLst>
                <a:gd name="T0" fmla="*/ 24 w 3"/>
                <a:gd name="T1" fmla="*/ 9 h 5"/>
                <a:gd name="T2" fmla="*/ 16 w 3"/>
                <a:gd name="T3" fmla="*/ 9 h 5"/>
                <a:gd name="T4" fmla="*/ 8 w 3"/>
                <a:gd name="T5" fmla="*/ 53 h 5"/>
                <a:gd name="T6" fmla="*/ 24 w 3"/>
                <a:gd name="T7" fmla="*/ 0 h 5"/>
                <a:gd name="T8" fmla="*/ 8 w 3"/>
                <a:gd name="T9" fmla="*/ 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3"/>
                    <a:pt x="0" y="3"/>
                    <a:pt x="1" y="5"/>
                  </a:cubicBezTo>
                  <a:cubicBezTo>
                    <a:pt x="3" y="3"/>
                    <a:pt x="3" y="3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91" name="Freeform 1882">
              <a:extLst>
                <a:ext uri="{FF2B5EF4-FFF2-40B4-BE49-F238E27FC236}">
                  <a16:creationId xmlns:a16="http://schemas.microsoft.com/office/drawing/2014/main" id="{F7AF2FB7-C932-407E-826D-395ECF2D4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715"/>
              <a:ext cx="8" cy="11"/>
            </a:xfrm>
            <a:custGeom>
              <a:avLst/>
              <a:gdLst>
                <a:gd name="T0" fmla="*/ 8 w 4"/>
                <a:gd name="T1" fmla="*/ 0 h 5"/>
                <a:gd name="T2" fmla="*/ 0 w 4"/>
                <a:gd name="T3" fmla="*/ 53 h 5"/>
                <a:gd name="T4" fmla="*/ 32 w 4"/>
                <a:gd name="T5" fmla="*/ 9 h 5"/>
                <a:gd name="T6" fmla="*/ 8 w 4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2" y="5"/>
                    <a:pt x="4" y="4"/>
                    <a:pt x="4" y="1"/>
                  </a:cubicBezTo>
                  <a:cubicBezTo>
                    <a:pt x="3" y="0"/>
                    <a:pt x="3" y="2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92" name="Freeform 1883">
              <a:extLst>
                <a:ext uri="{FF2B5EF4-FFF2-40B4-BE49-F238E27FC236}">
                  <a16:creationId xmlns:a16="http://schemas.microsoft.com/office/drawing/2014/main" id="{07949AF7-C8CE-4A4C-9FC1-2FDAA381F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802"/>
              <a:ext cx="38" cy="28"/>
            </a:xfrm>
            <a:custGeom>
              <a:avLst/>
              <a:gdLst>
                <a:gd name="T0" fmla="*/ 96 w 19"/>
                <a:gd name="T1" fmla="*/ 0 h 13"/>
                <a:gd name="T2" fmla="*/ 112 w 19"/>
                <a:gd name="T3" fmla="*/ 1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0" y="4"/>
                    <a:pt x="19" y="13"/>
                    <a:pt x="1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93" name="Freeform 1884">
              <a:extLst>
                <a:ext uri="{FF2B5EF4-FFF2-40B4-BE49-F238E27FC236}">
                  <a16:creationId xmlns:a16="http://schemas.microsoft.com/office/drawing/2014/main" id="{20544A21-4929-4765-936B-B243E4F1B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802"/>
              <a:ext cx="18" cy="22"/>
            </a:xfrm>
            <a:custGeom>
              <a:avLst/>
              <a:gdLst>
                <a:gd name="T0" fmla="*/ 16 w 9"/>
                <a:gd name="T1" fmla="*/ 0 h 10"/>
                <a:gd name="T2" fmla="*/ 40 w 9"/>
                <a:gd name="T3" fmla="*/ 73 h 10"/>
                <a:gd name="T4" fmla="*/ 4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0" y="2"/>
                    <a:pt x="0" y="10"/>
                    <a:pt x="5" y="7"/>
                  </a:cubicBezTo>
                  <a:cubicBezTo>
                    <a:pt x="8" y="5"/>
                    <a:pt x="9" y="1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94" name="Freeform 1885">
              <a:extLst>
                <a:ext uri="{FF2B5EF4-FFF2-40B4-BE49-F238E27FC236}">
                  <a16:creationId xmlns:a16="http://schemas.microsoft.com/office/drawing/2014/main" id="{359C3AEA-BF81-49DF-910F-B8607569A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2870"/>
              <a:ext cx="14" cy="17"/>
            </a:xfrm>
            <a:custGeom>
              <a:avLst/>
              <a:gdLst>
                <a:gd name="T0" fmla="*/ 16 w 7"/>
                <a:gd name="T1" fmla="*/ 40 h 8"/>
                <a:gd name="T2" fmla="*/ 16 w 7"/>
                <a:gd name="T3" fmla="*/ 77 h 8"/>
                <a:gd name="T4" fmla="*/ 16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4"/>
                  </a:moveTo>
                  <a:cubicBezTo>
                    <a:pt x="2" y="5"/>
                    <a:pt x="0" y="6"/>
                    <a:pt x="2" y="8"/>
                  </a:cubicBezTo>
                  <a:cubicBezTo>
                    <a:pt x="5" y="6"/>
                    <a:pt x="7" y="0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95" name="Freeform 1886">
              <a:extLst>
                <a:ext uri="{FF2B5EF4-FFF2-40B4-BE49-F238E27FC236}">
                  <a16:creationId xmlns:a16="http://schemas.microsoft.com/office/drawing/2014/main" id="{FB28D184-A054-48DD-A920-A80C3229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877"/>
              <a:ext cx="10" cy="13"/>
            </a:xfrm>
            <a:custGeom>
              <a:avLst/>
              <a:gdLst>
                <a:gd name="T0" fmla="*/ 8 w 5"/>
                <a:gd name="T1" fmla="*/ 9 h 6"/>
                <a:gd name="T2" fmla="*/ 16 w 5"/>
                <a:gd name="T3" fmla="*/ 61 h 6"/>
                <a:gd name="T4" fmla="*/ 32 w 5"/>
                <a:gd name="T5" fmla="*/ 0 h 6"/>
                <a:gd name="T6" fmla="*/ 16 w 5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4"/>
                    <a:pt x="0" y="5"/>
                    <a:pt x="2" y="6"/>
                  </a:cubicBezTo>
                  <a:cubicBezTo>
                    <a:pt x="5" y="4"/>
                    <a:pt x="5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96" name="Freeform 1887">
              <a:extLst>
                <a:ext uri="{FF2B5EF4-FFF2-40B4-BE49-F238E27FC236}">
                  <a16:creationId xmlns:a16="http://schemas.microsoft.com/office/drawing/2014/main" id="{908555C6-0AD3-4E50-A2F0-9A972BE51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911"/>
              <a:ext cx="20" cy="17"/>
            </a:xfrm>
            <a:custGeom>
              <a:avLst/>
              <a:gdLst>
                <a:gd name="T0" fmla="*/ 24 w 10"/>
                <a:gd name="T1" fmla="*/ 77 h 8"/>
                <a:gd name="T2" fmla="*/ 8 w 10"/>
                <a:gd name="T3" fmla="*/ 9 h 8"/>
                <a:gd name="T4" fmla="*/ 32 w 10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8"/>
                  </a:moveTo>
                  <a:cubicBezTo>
                    <a:pt x="1" y="6"/>
                    <a:pt x="0" y="4"/>
                    <a:pt x="1" y="1"/>
                  </a:cubicBezTo>
                  <a:cubicBezTo>
                    <a:pt x="6" y="0"/>
                    <a:pt x="10" y="6"/>
                    <a:pt x="4" y="8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97" name="Freeform 1888">
              <a:extLst>
                <a:ext uri="{FF2B5EF4-FFF2-40B4-BE49-F238E27FC236}">
                  <a16:creationId xmlns:a16="http://schemas.microsoft.com/office/drawing/2014/main" id="{029B6F39-24D6-4D80-BA82-961DD4B39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2968"/>
              <a:ext cx="12" cy="15"/>
            </a:xfrm>
            <a:custGeom>
              <a:avLst/>
              <a:gdLst>
                <a:gd name="T0" fmla="*/ 8 w 6"/>
                <a:gd name="T1" fmla="*/ 9 h 7"/>
                <a:gd name="T2" fmla="*/ 16 w 6"/>
                <a:gd name="T3" fmla="*/ 69 h 7"/>
                <a:gd name="T4" fmla="*/ 32 w 6"/>
                <a:gd name="T5" fmla="*/ 0 h 7"/>
                <a:gd name="T6" fmla="*/ 24 w 6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5" y="5"/>
                    <a:pt x="6" y="2"/>
                    <a:pt x="4" y="0"/>
                  </a:cubicBezTo>
                  <a:cubicBezTo>
                    <a:pt x="4" y="0"/>
                    <a:pt x="3" y="1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98" name="Freeform 1889">
              <a:extLst>
                <a:ext uri="{FF2B5EF4-FFF2-40B4-BE49-F238E27FC236}">
                  <a16:creationId xmlns:a16="http://schemas.microsoft.com/office/drawing/2014/main" id="{36ED11EF-D88E-4D1C-BF06-618B0C4D1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966"/>
              <a:ext cx="14" cy="17"/>
            </a:xfrm>
            <a:custGeom>
              <a:avLst/>
              <a:gdLst>
                <a:gd name="T0" fmla="*/ 16 w 7"/>
                <a:gd name="T1" fmla="*/ 9 h 8"/>
                <a:gd name="T2" fmla="*/ 16 w 7"/>
                <a:gd name="T3" fmla="*/ 77 h 8"/>
                <a:gd name="T4" fmla="*/ 16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1" y="4"/>
                    <a:pt x="0" y="6"/>
                    <a:pt x="2" y="8"/>
                  </a:cubicBezTo>
                  <a:cubicBezTo>
                    <a:pt x="6" y="7"/>
                    <a:pt x="7" y="0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399" name="Freeform 1890">
              <a:extLst>
                <a:ext uri="{FF2B5EF4-FFF2-40B4-BE49-F238E27FC236}">
                  <a16:creationId xmlns:a16="http://schemas.microsoft.com/office/drawing/2014/main" id="{79EA6237-00D3-45BF-992C-F8744F939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841"/>
              <a:ext cx="10" cy="12"/>
            </a:xfrm>
            <a:custGeom>
              <a:avLst/>
              <a:gdLst>
                <a:gd name="T0" fmla="*/ 16 w 5"/>
                <a:gd name="T1" fmla="*/ 16 h 6"/>
                <a:gd name="T2" fmla="*/ 16 w 5"/>
                <a:gd name="T3" fmla="*/ 48 h 6"/>
                <a:gd name="T4" fmla="*/ 40 w 5"/>
                <a:gd name="T5" fmla="*/ 0 h 6"/>
                <a:gd name="T6" fmla="*/ 16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4" y="5"/>
                    <a:pt x="5" y="3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00" name="Freeform 1891">
              <a:extLst>
                <a:ext uri="{FF2B5EF4-FFF2-40B4-BE49-F238E27FC236}">
                  <a16:creationId xmlns:a16="http://schemas.microsoft.com/office/drawing/2014/main" id="{DE0CC5DB-1AB3-497A-8D24-3BA448F46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847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53 h 5"/>
                <a:gd name="T4" fmla="*/ 32 w 4"/>
                <a:gd name="T5" fmla="*/ 20 h 5"/>
                <a:gd name="T6" fmla="*/ 24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3" y="5"/>
                    <a:pt x="4" y="2"/>
                  </a:cubicBezTo>
                  <a:cubicBezTo>
                    <a:pt x="4" y="1"/>
                    <a:pt x="4" y="2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01" name="Freeform 1892">
              <a:extLst>
                <a:ext uri="{FF2B5EF4-FFF2-40B4-BE49-F238E27FC236}">
                  <a16:creationId xmlns:a16="http://schemas.microsoft.com/office/drawing/2014/main" id="{21381E30-8A8F-45DA-B13D-171280C3C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809"/>
              <a:ext cx="10" cy="17"/>
            </a:xfrm>
            <a:custGeom>
              <a:avLst/>
              <a:gdLst>
                <a:gd name="T0" fmla="*/ 0 w 5"/>
                <a:gd name="T1" fmla="*/ 49 h 8"/>
                <a:gd name="T2" fmla="*/ 0 w 5"/>
                <a:gd name="T3" fmla="*/ 77 h 8"/>
                <a:gd name="T4" fmla="*/ 16 w 5"/>
                <a:gd name="T5" fmla="*/ 0 h 8"/>
                <a:gd name="T6" fmla="*/ 0 w 5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3" y="8"/>
                    <a:pt x="5" y="2"/>
                    <a:pt x="2" y="0"/>
                  </a:cubicBezTo>
                  <a:cubicBezTo>
                    <a:pt x="0" y="0"/>
                    <a:pt x="1" y="2"/>
                    <a:pt x="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02" name="Freeform 1893">
              <a:extLst>
                <a:ext uri="{FF2B5EF4-FFF2-40B4-BE49-F238E27FC236}">
                  <a16:creationId xmlns:a16="http://schemas.microsoft.com/office/drawing/2014/main" id="{55C58536-76CD-4E82-BEB0-293D7F742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685"/>
              <a:ext cx="39" cy="19"/>
            </a:xfrm>
            <a:custGeom>
              <a:avLst/>
              <a:gdLst>
                <a:gd name="T0" fmla="*/ 80 w 20"/>
                <a:gd name="T1" fmla="*/ 76 h 9"/>
                <a:gd name="T2" fmla="*/ 88 w 20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11" y="8"/>
                  </a:moveTo>
                  <a:cubicBezTo>
                    <a:pt x="0" y="4"/>
                    <a:pt x="20" y="0"/>
                    <a:pt x="12" y="9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03" name="Freeform 1894">
              <a:extLst>
                <a:ext uri="{FF2B5EF4-FFF2-40B4-BE49-F238E27FC236}">
                  <a16:creationId xmlns:a16="http://schemas.microsoft.com/office/drawing/2014/main" id="{0BC550A5-CE10-48FD-9987-D1F43E704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756"/>
              <a:ext cx="54" cy="34"/>
            </a:xfrm>
            <a:custGeom>
              <a:avLst/>
              <a:gdLst>
                <a:gd name="T0" fmla="*/ 88 w 27"/>
                <a:gd name="T1" fmla="*/ 0 h 16"/>
                <a:gd name="T2" fmla="*/ 112 w 2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11" y="0"/>
                  </a:moveTo>
                  <a:cubicBezTo>
                    <a:pt x="0" y="16"/>
                    <a:pt x="27" y="3"/>
                    <a:pt x="1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04" name="Freeform 1895">
              <a:extLst>
                <a:ext uri="{FF2B5EF4-FFF2-40B4-BE49-F238E27FC236}">
                  <a16:creationId xmlns:a16="http://schemas.microsoft.com/office/drawing/2014/main" id="{95BD0F42-BF98-4DED-AF0A-1ED9B5254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2853"/>
              <a:ext cx="12" cy="17"/>
            </a:xfrm>
            <a:custGeom>
              <a:avLst/>
              <a:gdLst>
                <a:gd name="T0" fmla="*/ 0 w 6"/>
                <a:gd name="T1" fmla="*/ 40 h 8"/>
                <a:gd name="T2" fmla="*/ 24 w 6"/>
                <a:gd name="T3" fmla="*/ 77 h 8"/>
                <a:gd name="T4" fmla="*/ 8 w 6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0" y="6"/>
                    <a:pt x="0" y="8"/>
                    <a:pt x="3" y="8"/>
                  </a:cubicBezTo>
                  <a:cubicBezTo>
                    <a:pt x="6" y="6"/>
                    <a:pt x="6" y="0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05" name="Freeform 1896">
              <a:extLst>
                <a:ext uri="{FF2B5EF4-FFF2-40B4-BE49-F238E27FC236}">
                  <a16:creationId xmlns:a16="http://schemas.microsoft.com/office/drawing/2014/main" id="{8DA1180F-6BE2-43B2-9B98-E09661A8D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2953"/>
              <a:ext cx="24" cy="32"/>
            </a:xfrm>
            <a:custGeom>
              <a:avLst/>
              <a:gdLst>
                <a:gd name="T0" fmla="*/ 8 w 12"/>
                <a:gd name="T1" fmla="*/ 49 h 15"/>
                <a:gd name="T2" fmla="*/ 0 w 12"/>
                <a:gd name="T3" fmla="*/ 49 h 15"/>
                <a:gd name="T4" fmla="*/ 24 w 12"/>
                <a:gd name="T5" fmla="*/ 0 h 15"/>
                <a:gd name="T6" fmla="*/ 24 w 12"/>
                <a:gd name="T7" fmla="*/ 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1" y="5"/>
                  </a:moveTo>
                  <a:cubicBezTo>
                    <a:pt x="1" y="4"/>
                    <a:pt x="0" y="4"/>
                    <a:pt x="0" y="5"/>
                  </a:cubicBezTo>
                  <a:cubicBezTo>
                    <a:pt x="1" y="15"/>
                    <a:pt x="12" y="2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06" name="Freeform 1897">
              <a:extLst>
                <a:ext uri="{FF2B5EF4-FFF2-40B4-BE49-F238E27FC236}">
                  <a16:creationId xmlns:a16="http://schemas.microsoft.com/office/drawing/2014/main" id="{E3938A10-8F9E-482F-AA7E-0D2CA618A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2943"/>
              <a:ext cx="14" cy="19"/>
            </a:xfrm>
            <a:custGeom>
              <a:avLst/>
              <a:gdLst>
                <a:gd name="T0" fmla="*/ 0 w 7"/>
                <a:gd name="T1" fmla="*/ 27 h 9"/>
                <a:gd name="T2" fmla="*/ 32 w 7"/>
                <a:gd name="T3" fmla="*/ 84 h 9"/>
                <a:gd name="T4" fmla="*/ 32 w 7"/>
                <a:gd name="T5" fmla="*/ 8 h 9"/>
                <a:gd name="T6" fmla="*/ 16 w 7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0" y="5"/>
                    <a:pt x="2" y="7"/>
                    <a:pt x="4" y="9"/>
                  </a:cubicBezTo>
                  <a:cubicBezTo>
                    <a:pt x="7" y="7"/>
                    <a:pt x="7" y="3"/>
                    <a:pt x="4" y="1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07" name="Freeform 1898">
              <a:extLst>
                <a:ext uri="{FF2B5EF4-FFF2-40B4-BE49-F238E27FC236}">
                  <a16:creationId xmlns:a16="http://schemas.microsoft.com/office/drawing/2014/main" id="{E2B32EF1-8B79-4874-8B1D-53849D0AE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917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53 h 5"/>
                <a:gd name="T4" fmla="*/ 32 w 4"/>
                <a:gd name="T5" fmla="*/ 0 h 5"/>
                <a:gd name="T6" fmla="*/ 8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08" name="Freeform 1899">
              <a:extLst>
                <a:ext uri="{FF2B5EF4-FFF2-40B4-BE49-F238E27FC236}">
                  <a16:creationId xmlns:a16="http://schemas.microsoft.com/office/drawing/2014/main" id="{CC79918F-E442-4609-BA43-1BA1751FF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2815"/>
              <a:ext cx="18" cy="17"/>
            </a:xfrm>
            <a:custGeom>
              <a:avLst/>
              <a:gdLst>
                <a:gd name="T0" fmla="*/ 40 w 9"/>
                <a:gd name="T1" fmla="*/ 19 h 8"/>
                <a:gd name="T2" fmla="*/ 24 w 9"/>
                <a:gd name="T3" fmla="*/ 77 h 8"/>
                <a:gd name="T4" fmla="*/ 24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5" y="2"/>
                  </a:moveTo>
                  <a:cubicBezTo>
                    <a:pt x="1" y="3"/>
                    <a:pt x="0" y="6"/>
                    <a:pt x="3" y="8"/>
                  </a:cubicBezTo>
                  <a:cubicBezTo>
                    <a:pt x="7" y="6"/>
                    <a:pt x="9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09" name="Freeform 1900">
              <a:extLst>
                <a:ext uri="{FF2B5EF4-FFF2-40B4-BE49-F238E27FC236}">
                  <a16:creationId xmlns:a16="http://schemas.microsoft.com/office/drawing/2014/main" id="{BA8B7021-D7C5-42D9-B621-9827E28A6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798"/>
              <a:ext cx="46" cy="30"/>
            </a:xfrm>
            <a:custGeom>
              <a:avLst/>
              <a:gdLst>
                <a:gd name="T0" fmla="*/ 64 w 23"/>
                <a:gd name="T1" fmla="*/ 0 h 14"/>
                <a:gd name="T2" fmla="*/ 72 w 2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4">
                  <a:moveTo>
                    <a:pt x="8" y="0"/>
                  </a:moveTo>
                  <a:cubicBezTo>
                    <a:pt x="0" y="14"/>
                    <a:pt x="23" y="2"/>
                    <a:pt x="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10" name="Freeform 1901">
              <a:extLst>
                <a:ext uri="{FF2B5EF4-FFF2-40B4-BE49-F238E27FC236}">
                  <a16:creationId xmlns:a16="http://schemas.microsoft.com/office/drawing/2014/main" id="{236889F7-FCC7-4C63-A422-3FAFB9C03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677"/>
              <a:ext cx="16" cy="19"/>
            </a:xfrm>
            <a:custGeom>
              <a:avLst/>
              <a:gdLst>
                <a:gd name="T0" fmla="*/ 8 w 8"/>
                <a:gd name="T1" fmla="*/ 27 h 9"/>
                <a:gd name="T2" fmla="*/ 16 w 8"/>
                <a:gd name="T3" fmla="*/ 84 h 9"/>
                <a:gd name="T4" fmla="*/ 32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3"/>
                  </a:moveTo>
                  <a:cubicBezTo>
                    <a:pt x="0" y="5"/>
                    <a:pt x="1" y="7"/>
                    <a:pt x="2" y="9"/>
                  </a:cubicBezTo>
                  <a:cubicBezTo>
                    <a:pt x="7" y="9"/>
                    <a:pt x="8" y="3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11" name="Freeform 1902">
              <a:extLst>
                <a:ext uri="{FF2B5EF4-FFF2-40B4-BE49-F238E27FC236}">
                  <a16:creationId xmlns:a16="http://schemas.microsoft.com/office/drawing/2014/main" id="{9E934454-29E5-4761-A84F-0F4DA7056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643"/>
              <a:ext cx="14" cy="17"/>
            </a:xfrm>
            <a:custGeom>
              <a:avLst/>
              <a:gdLst>
                <a:gd name="T0" fmla="*/ 0 w 7"/>
                <a:gd name="T1" fmla="*/ 9 h 8"/>
                <a:gd name="T2" fmla="*/ 16 w 7"/>
                <a:gd name="T3" fmla="*/ 77 h 8"/>
                <a:gd name="T4" fmla="*/ 16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0" y="3"/>
                    <a:pt x="0" y="6"/>
                    <a:pt x="2" y="8"/>
                  </a:cubicBezTo>
                  <a:cubicBezTo>
                    <a:pt x="6" y="6"/>
                    <a:pt x="7" y="1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12" name="Freeform 1903">
              <a:extLst>
                <a:ext uri="{FF2B5EF4-FFF2-40B4-BE49-F238E27FC236}">
                  <a16:creationId xmlns:a16="http://schemas.microsoft.com/office/drawing/2014/main" id="{24849CAA-53B3-427F-B672-5207689FA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277"/>
              <a:ext cx="26" cy="23"/>
            </a:xfrm>
            <a:custGeom>
              <a:avLst/>
              <a:gdLst>
                <a:gd name="T0" fmla="*/ 40 w 13"/>
                <a:gd name="T1" fmla="*/ 0 h 11"/>
                <a:gd name="T2" fmla="*/ 104 w 13"/>
                <a:gd name="T3" fmla="*/ 17 h 11"/>
                <a:gd name="T4" fmla="*/ 80 w 13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5" y="0"/>
                  </a:moveTo>
                  <a:cubicBezTo>
                    <a:pt x="0" y="9"/>
                    <a:pt x="13" y="11"/>
                    <a:pt x="13" y="2"/>
                  </a:cubicBezTo>
                  <a:cubicBezTo>
                    <a:pt x="12" y="1"/>
                    <a:pt x="11" y="1"/>
                    <a:pt x="10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13" name="Freeform 1904">
              <a:extLst>
                <a:ext uri="{FF2B5EF4-FFF2-40B4-BE49-F238E27FC236}">
                  <a16:creationId xmlns:a16="http://schemas.microsoft.com/office/drawing/2014/main" id="{89946C39-75C5-4C61-B579-B75CD0EDE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285"/>
              <a:ext cx="39" cy="22"/>
            </a:xfrm>
            <a:custGeom>
              <a:avLst/>
              <a:gdLst>
                <a:gd name="T0" fmla="*/ 76 w 20"/>
                <a:gd name="T1" fmla="*/ 0 h 10"/>
                <a:gd name="T2" fmla="*/ 88 w 20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10" y="0"/>
                  </a:moveTo>
                  <a:cubicBezTo>
                    <a:pt x="0" y="10"/>
                    <a:pt x="20" y="9"/>
                    <a:pt x="1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14" name="Freeform 1905">
              <a:extLst>
                <a:ext uri="{FF2B5EF4-FFF2-40B4-BE49-F238E27FC236}">
                  <a16:creationId xmlns:a16="http://schemas.microsoft.com/office/drawing/2014/main" id="{6D164F97-8031-4DF4-B909-8146D4943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360"/>
              <a:ext cx="6" cy="8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32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15" name="Freeform 1906">
              <a:extLst>
                <a:ext uri="{FF2B5EF4-FFF2-40B4-BE49-F238E27FC236}">
                  <a16:creationId xmlns:a16="http://schemas.microsoft.com/office/drawing/2014/main" id="{680CBF9B-D834-4BF5-B79B-6111F390C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092"/>
              <a:ext cx="22" cy="23"/>
            </a:xfrm>
            <a:custGeom>
              <a:avLst/>
              <a:gdLst>
                <a:gd name="T0" fmla="*/ 64 w 11"/>
                <a:gd name="T1" fmla="*/ 0 h 11"/>
                <a:gd name="T2" fmla="*/ 32 w 11"/>
                <a:gd name="T3" fmla="*/ 84 h 11"/>
                <a:gd name="T4" fmla="*/ 80 w 11"/>
                <a:gd name="T5" fmla="*/ 8 h 11"/>
                <a:gd name="T6" fmla="*/ 64 w 1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8" y="0"/>
                  </a:moveTo>
                  <a:cubicBezTo>
                    <a:pt x="5" y="0"/>
                    <a:pt x="0" y="6"/>
                    <a:pt x="4" y="9"/>
                  </a:cubicBezTo>
                  <a:cubicBezTo>
                    <a:pt x="8" y="11"/>
                    <a:pt x="11" y="3"/>
                    <a:pt x="10" y="1"/>
                  </a:cubicBezTo>
                  <a:cubicBezTo>
                    <a:pt x="10" y="0"/>
                    <a:pt x="9" y="0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16" name="Freeform 1907">
              <a:extLst>
                <a:ext uri="{FF2B5EF4-FFF2-40B4-BE49-F238E27FC236}">
                  <a16:creationId xmlns:a16="http://schemas.microsoft.com/office/drawing/2014/main" id="{CE98655D-2BF2-4464-BA7F-14DD5A108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155"/>
              <a:ext cx="12" cy="15"/>
            </a:xfrm>
            <a:custGeom>
              <a:avLst/>
              <a:gdLst>
                <a:gd name="T0" fmla="*/ 24 w 6"/>
                <a:gd name="T1" fmla="*/ 0 h 7"/>
                <a:gd name="T2" fmla="*/ 0 w 6"/>
                <a:gd name="T3" fmla="*/ 19 h 7"/>
                <a:gd name="T4" fmla="*/ 48 w 6"/>
                <a:gd name="T5" fmla="*/ 9 h 7"/>
                <a:gd name="T6" fmla="*/ 32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7"/>
                    <a:pt x="6" y="6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17" name="Freeform 1908">
              <a:extLst>
                <a:ext uri="{FF2B5EF4-FFF2-40B4-BE49-F238E27FC236}">
                  <a16:creationId xmlns:a16="http://schemas.microsoft.com/office/drawing/2014/main" id="{8F9A00A2-F8C2-4640-8E86-9E468AFF5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187"/>
              <a:ext cx="18" cy="17"/>
            </a:xfrm>
            <a:custGeom>
              <a:avLst/>
              <a:gdLst>
                <a:gd name="T0" fmla="*/ 32 w 9"/>
                <a:gd name="T1" fmla="*/ 0 h 8"/>
                <a:gd name="T2" fmla="*/ 56 w 9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0" y="5"/>
                    <a:pt x="9" y="8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18" name="Freeform 1909">
              <a:extLst>
                <a:ext uri="{FF2B5EF4-FFF2-40B4-BE49-F238E27FC236}">
                  <a16:creationId xmlns:a16="http://schemas.microsoft.com/office/drawing/2014/main" id="{F68C9B7B-2173-4372-AA91-15BF447E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064"/>
              <a:ext cx="22" cy="17"/>
            </a:xfrm>
            <a:custGeom>
              <a:avLst/>
              <a:gdLst>
                <a:gd name="T0" fmla="*/ 16 w 11"/>
                <a:gd name="T1" fmla="*/ 9 h 8"/>
                <a:gd name="T2" fmla="*/ 16 w 11"/>
                <a:gd name="T3" fmla="*/ 68 h 8"/>
                <a:gd name="T4" fmla="*/ 32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2" y="1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7" y="8"/>
                    <a:pt x="11" y="0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19" name="Freeform 1910">
              <a:extLst>
                <a:ext uri="{FF2B5EF4-FFF2-40B4-BE49-F238E27FC236}">
                  <a16:creationId xmlns:a16="http://schemas.microsoft.com/office/drawing/2014/main" id="{268276A4-06FA-4625-BE87-DC09B18AE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000"/>
              <a:ext cx="8" cy="13"/>
            </a:xfrm>
            <a:custGeom>
              <a:avLst/>
              <a:gdLst>
                <a:gd name="T0" fmla="*/ 16 w 4"/>
                <a:gd name="T1" fmla="*/ 9 h 6"/>
                <a:gd name="T2" fmla="*/ 24 w 4"/>
                <a:gd name="T3" fmla="*/ 61 h 6"/>
                <a:gd name="T4" fmla="*/ 24 w 4"/>
                <a:gd name="T5" fmla="*/ 0 h 6"/>
                <a:gd name="T6" fmla="*/ 8 w 4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1"/>
                  </a:moveTo>
                  <a:cubicBezTo>
                    <a:pt x="0" y="3"/>
                    <a:pt x="0" y="5"/>
                    <a:pt x="3" y="6"/>
                  </a:cubicBezTo>
                  <a:cubicBezTo>
                    <a:pt x="4" y="4"/>
                    <a:pt x="4" y="2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20" name="Freeform 1911">
              <a:extLst>
                <a:ext uri="{FF2B5EF4-FFF2-40B4-BE49-F238E27FC236}">
                  <a16:creationId xmlns:a16="http://schemas.microsoft.com/office/drawing/2014/main" id="{2994711E-913C-4A8E-9616-772E882EA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934"/>
              <a:ext cx="24" cy="24"/>
            </a:xfrm>
            <a:custGeom>
              <a:avLst/>
              <a:gdLst>
                <a:gd name="T0" fmla="*/ 8 w 12"/>
                <a:gd name="T1" fmla="*/ 61 h 11"/>
                <a:gd name="T2" fmla="*/ 8 w 12"/>
                <a:gd name="T3" fmla="*/ 113 h 11"/>
                <a:gd name="T4" fmla="*/ 32 w 12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0" y="8"/>
                    <a:pt x="0" y="9"/>
                    <a:pt x="1" y="11"/>
                  </a:cubicBezTo>
                  <a:cubicBezTo>
                    <a:pt x="7" y="11"/>
                    <a:pt x="12" y="0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21" name="Freeform 1912">
              <a:extLst>
                <a:ext uri="{FF2B5EF4-FFF2-40B4-BE49-F238E27FC236}">
                  <a16:creationId xmlns:a16="http://schemas.microsoft.com/office/drawing/2014/main" id="{9F7B50ED-3F12-4A11-987A-997BE83E9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868"/>
              <a:ext cx="16" cy="19"/>
            </a:xfrm>
            <a:custGeom>
              <a:avLst/>
              <a:gdLst>
                <a:gd name="T0" fmla="*/ 24 w 8"/>
                <a:gd name="T1" fmla="*/ 17 h 9"/>
                <a:gd name="T2" fmla="*/ 32 w 8"/>
                <a:gd name="T3" fmla="*/ 68 h 9"/>
                <a:gd name="T4" fmla="*/ 32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4"/>
                    <a:pt x="0" y="9"/>
                    <a:pt x="4" y="7"/>
                  </a:cubicBezTo>
                  <a:cubicBezTo>
                    <a:pt x="8" y="5"/>
                    <a:pt x="8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22" name="Freeform 1913">
              <a:extLst>
                <a:ext uri="{FF2B5EF4-FFF2-40B4-BE49-F238E27FC236}">
                  <a16:creationId xmlns:a16="http://schemas.microsoft.com/office/drawing/2014/main" id="{D1B80ECD-277A-40DA-BF22-CF531B7C8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860"/>
              <a:ext cx="22" cy="29"/>
            </a:xfrm>
            <a:custGeom>
              <a:avLst/>
              <a:gdLst>
                <a:gd name="T0" fmla="*/ 56 w 11"/>
                <a:gd name="T1" fmla="*/ 25 h 14"/>
                <a:gd name="T2" fmla="*/ 32 w 11"/>
                <a:gd name="T3" fmla="*/ 108 h 14"/>
                <a:gd name="T4" fmla="*/ 72 w 11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7" y="3"/>
                  </a:moveTo>
                  <a:cubicBezTo>
                    <a:pt x="1" y="0"/>
                    <a:pt x="0" y="11"/>
                    <a:pt x="4" y="12"/>
                  </a:cubicBezTo>
                  <a:cubicBezTo>
                    <a:pt x="9" y="14"/>
                    <a:pt x="11" y="6"/>
                    <a:pt x="9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23" name="Freeform 1914">
              <a:extLst>
                <a:ext uri="{FF2B5EF4-FFF2-40B4-BE49-F238E27FC236}">
                  <a16:creationId xmlns:a16="http://schemas.microsoft.com/office/drawing/2014/main" id="{19490E0F-CC45-47F0-9FEE-1E5F7CE52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798"/>
              <a:ext cx="14" cy="15"/>
            </a:xfrm>
            <a:custGeom>
              <a:avLst/>
              <a:gdLst>
                <a:gd name="T0" fmla="*/ 24 w 7"/>
                <a:gd name="T1" fmla="*/ 0 h 7"/>
                <a:gd name="T2" fmla="*/ 8 w 7"/>
                <a:gd name="T3" fmla="*/ 60 h 7"/>
                <a:gd name="T4" fmla="*/ 48 w 7"/>
                <a:gd name="T5" fmla="*/ 0 h 7"/>
                <a:gd name="T6" fmla="*/ 24 w 7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2"/>
                    <a:pt x="0" y="3"/>
                    <a:pt x="1" y="6"/>
                  </a:cubicBezTo>
                  <a:cubicBezTo>
                    <a:pt x="4" y="7"/>
                    <a:pt x="7" y="3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24" name="Freeform 1915">
              <a:extLst>
                <a:ext uri="{FF2B5EF4-FFF2-40B4-BE49-F238E27FC236}">
                  <a16:creationId xmlns:a16="http://schemas.microsoft.com/office/drawing/2014/main" id="{2EC0773D-AA00-44F9-8600-14BBBB472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830"/>
              <a:ext cx="14" cy="17"/>
            </a:xfrm>
            <a:custGeom>
              <a:avLst/>
              <a:gdLst>
                <a:gd name="T0" fmla="*/ 56 w 7"/>
                <a:gd name="T1" fmla="*/ 9 h 8"/>
                <a:gd name="T2" fmla="*/ 48 w 7"/>
                <a:gd name="T3" fmla="*/ 0 h 8"/>
                <a:gd name="T4" fmla="*/ 24 w 7"/>
                <a:gd name="T5" fmla="*/ 77 h 8"/>
                <a:gd name="T6" fmla="*/ 32 w 7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7" y="1"/>
                  </a:moveTo>
                  <a:cubicBezTo>
                    <a:pt x="7" y="1"/>
                    <a:pt x="6" y="1"/>
                    <a:pt x="6" y="0"/>
                  </a:cubicBezTo>
                  <a:cubicBezTo>
                    <a:pt x="3" y="1"/>
                    <a:pt x="0" y="5"/>
                    <a:pt x="3" y="8"/>
                  </a:cubicBezTo>
                  <a:cubicBezTo>
                    <a:pt x="6" y="6"/>
                    <a:pt x="7" y="3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25" name="Freeform 1916">
              <a:extLst>
                <a:ext uri="{FF2B5EF4-FFF2-40B4-BE49-F238E27FC236}">
                  <a16:creationId xmlns:a16="http://schemas.microsoft.com/office/drawing/2014/main" id="{5E2168A4-79B5-4976-8D1C-6826BA7E5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828"/>
              <a:ext cx="26" cy="19"/>
            </a:xfrm>
            <a:custGeom>
              <a:avLst/>
              <a:gdLst>
                <a:gd name="T0" fmla="*/ 72 w 13"/>
                <a:gd name="T1" fmla="*/ 27 h 9"/>
                <a:gd name="T2" fmla="*/ 16 w 13"/>
                <a:gd name="T3" fmla="*/ 76 h 9"/>
                <a:gd name="T4" fmla="*/ 48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9" y="3"/>
                  </a:moveTo>
                  <a:cubicBezTo>
                    <a:pt x="6" y="0"/>
                    <a:pt x="0" y="3"/>
                    <a:pt x="2" y="8"/>
                  </a:cubicBezTo>
                  <a:cubicBezTo>
                    <a:pt x="7" y="9"/>
                    <a:pt x="13" y="2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26" name="Freeform 1917">
              <a:extLst>
                <a:ext uri="{FF2B5EF4-FFF2-40B4-BE49-F238E27FC236}">
                  <a16:creationId xmlns:a16="http://schemas.microsoft.com/office/drawing/2014/main" id="{1DA3E678-6000-42DE-8DEA-ADAE0C892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781"/>
              <a:ext cx="18" cy="21"/>
            </a:xfrm>
            <a:custGeom>
              <a:avLst/>
              <a:gdLst>
                <a:gd name="T0" fmla="*/ 8 w 9"/>
                <a:gd name="T1" fmla="*/ 36 h 10"/>
                <a:gd name="T2" fmla="*/ 0 w 9"/>
                <a:gd name="T3" fmla="*/ 76 h 10"/>
                <a:gd name="T4" fmla="*/ 8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4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6" y="10"/>
                    <a:pt x="9" y="0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27" name="Freeform 1918">
              <a:extLst>
                <a:ext uri="{FF2B5EF4-FFF2-40B4-BE49-F238E27FC236}">
                  <a16:creationId xmlns:a16="http://schemas.microsoft.com/office/drawing/2014/main" id="{4B1B4B7A-7CD9-4C06-8C9E-0ECA1FF2D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892"/>
              <a:ext cx="8" cy="8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4" y="2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28" name="Freeform 1919">
              <a:extLst>
                <a:ext uri="{FF2B5EF4-FFF2-40B4-BE49-F238E27FC236}">
                  <a16:creationId xmlns:a16="http://schemas.microsoft.com/office/drawing/2014/main" id="{272FEFC8-9731-4871-A5D0-A68BCDB2A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977"/>
              <a:ext cx="16" cy="15"/>
            </a:xfrm>
            <a:custGeom>
              <a:avLst/>
              <a:gdLst>
                <a:gd name="T0" fmla="*/ 32 w 8"/>
                <a:gd name="T1" fmla="*/ 0 h 7"/>
                <a:gd name="T2" fmla="*/ 0 w 8"/>
                <a:gd name="T3" fmla="*/ 60 h 7"/>
                <a:gd name="T4" fmla="*/ 32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2" y="1"/>
                    <a:pt x="0" y="3"/>
                    <a:pt x="0" y="6"/>
                  </a:cubicBezTo>
                  <a:cubicBezTo>
                    <a:pt x="4" y="7"/>
                    <a:pt x="8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29" name="Freeform 1920">
              <a:extLst>
                <a:ext uri="{FF2B5EF4-FFF2-40B4-BE49-F238E27FC236}">
                  <a16:creationId xmlns:a16="http://schemas.microsoft.com/office/drawing/2014/main" id="{7173F986-EC4A-495E-B897-A0E3DC0D2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934"/>
              <a:ext cx="20" cy="17"/>
            </a:xfrm>
            <a:custGeom>
              <a:avLst/>
              <a:gdLst>
                <a:gd name="T0" fmla="*/ 40 w 10"/>
                <a:gd name="T1" fmla="*/ 9 h 8"/>
                <a:gd name="T2" fmla="*/ 48 w 10"/>
                <a:gd name="T3" fmla="*/ 68 h 8"/>
                <a:gd name="T4" fmla="*/ 4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0" y="2"/>
                    <a:pt x="2" y="8"/>
                    <a:pt x="6" y="7"/>
                  </a:cubicBezTo>
                  <a:cubicBezTo>
                    <a:pt x="10" y="6"/>
                    <a:pt x="9" y="1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30" name="Freeform 1921">
              <a:extLst>
                <a:ext uri="{FF2B5EF4-FFF2-40B4-BE49-F238E27FC236}">
                  <a16:creationId xmlns:a16="http://schemas.microsoft.com/office/drawing/2014/main" id="{EA954BE0-F7E7-424D-9347-5B36CCB60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051"/>
              <a:ext cx="18" cy="15"/>
            </a:xfrm>
            <a:custGeom>
              <a:avLst/>
              <a:gdLst>
                <a:gd name="T0" fmla="*/ 40 w 9"/>
                <a:gd name="T1" fmla="*/ 9 h 7"/>
                <a:gd name="T2" fmla="*/ 24 w 9"/>
                <a:gd name="T3" fmla="*/ 69 h 7"/>
                <a:gd name="T4" fmla="*/ 72 w 9"/>
                <a:gd name="T5" fmla="*/ 9 h 7"/>
                <a:gd name="T6" fmla="*/ 56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1" y="2"/>
                    <a:pt x="0" y="6"/>
                    <a:pt x="3" y="7"/>
                  </a:cubicBezTo>
                  <a:cubicBezTo>
                    <a:pt x="6" y="6"/>
                    <a:pt x="9" y="4"/>
                    <a:pt x="9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31" name="Freeform 1922">
              <a:extLst>
                <a:ext uri="{FF2B5EF4-FFF2-40B4-BE49-F238E27FC236}">
                  <a16:creationId xmlns:a16="http://schemas.microsoft.com/office/drawing/2014/main" id="{AFAD40B5-228A-4C90-B506-20EFF5848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092"/>
              <a:ext cx="12" cy="12"/>
            </a:xfrm>
            <a:custGeom>
              <a:avLst/>
              <a:gdLst>
                <a:gd name="T0" fmla="*/ 8 w 6"/>
                <a:gd name="T1" fmla="*/ 16 h 6"/>
                <a:gd name="T2" fmla="*/ 16 w 6"/>
                <a:gd name="T3" fmla="*/ 48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5" y="4"/>
                    <a:pt x="6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32" name="Freeform 1923">
              <a:extLst>
                <a:ext uri="{FF2B5EF4-FFF2-40B4-BE49-F238E27FC236}">
                  <a16:creationId xmlns:a16="http://schemas.microsoft.com/office/drawing/2014/main" id="{D769002E-EE43-47E0-BD69-E827D3A9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781"/>
              <a:ext cx="22" cy="25"/>
            </a:xfrm>
            <a:custGeom>
              <a:avLst/>
              <a:gdLst>
                <a:gd name="T0" fmla="*/ 24 w 11"/>
                <a:gd name="T1" fmla="*/ 35 h 12"/>
                <a:gd name="T2" fmla="*/ 56 w 11"/>
                <a:gd name="T3" fmla="*/ 83 h 12"/>
                <a:gd name="T4" fmla="*/ 40 w 11"/>
                <a:gd name="T5" fmla="*/ 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3" y="4"/>
                  </a:moveTo>
                  <a:cubicBezTo>
                    <a:pt x="0" y="8"/>
                    <a:pt x="2" y="12"/>
                    <a:pt x="7" y="9"/>
                  </a:cubicBezTo>
                  <a:cubicBezTo>
                    <a:pt x="11" y="6"/>
                    <a:pt x="10" y="0"/>
                    <a:pt x="5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33" name="Freeform 1924">
              <a:extLst>
                <a:ext uri="{FF2B5EF4-FFF2-40B4-BE49-F238E27FC236}">
                  <a16:creationId xmlns:a16="http://schemas.microsoft.com/office/drawing/2014/main" id="{E42DF9C4-C71E-4CC0-8C83-E11DEA9FA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800"/>
              <a:ext cx="14" cy="13"/>
            </a:xfrm>
            <a:custGeom>
              <a:avLst/>
              <a:gdLst>
                <a:gd name="T0" fmla="*/ 24 w 7"/>
                <a:gd name="T1" fmla="*/ 9 h 6"/>
                <a:gd name="T2" fmla="*/ 8 w 7"/>
                <a:gd name="T3" fmla="*/ 9 h 6"/>
                <a:gd name="T4" fmla="*/ 8 w 7"/>
                <a:gd name="T5" fmla="*/ 61 h 6"/>
                <a:gd name="T6" fmla="*/ 32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4"/>
                    <a:pt x="0" y="4"/>
                    <a:pt x="1" y="6"/>
                  </a:cubicBezTo>
                  <a:cubicBezTo>
                    <a:pt x="5" y="5"/>
                    <a:pt x="7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34" name="Freeform 1925">
              <a:extLst>
                <a:ext uri="{FF2B5EF4-FFF2-40B4-BE49-F238E27FC236}">
                  <a16:creationId xmlns:a16="http://schemas.microsoft.com/office/drawing/2014/main" id="{9EACBBE1-4A37-4865-85B6-B53692370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760"/>
              <a:ext cx="8" cy="12"/>
            </a:xfrm>
            <a:custGeom>
              <a:avLst/>
              <a:gdLst>
                <a:gd name="T0" fmla="*/ 24 w 4"/>
                <a:gd name="T1" fmla="*/ 8 h 6"/>
                <a:gd name="T2" fmla="*/ 8 w 4"/>
                <a:gd name="T3" fmla="*/ 0 h 6"/>
                <a:gd name="T4" fmla="*/ 8 w 4"/>
                <a:gd name="T5" fmla="*/ 48 h 6"/>
                <a:gd name="T6" fmla="*/ 24 w 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1"/>
                    <a:pt x="2" y="1"/>
                    <a:pt x="1" y="0"/>
                  </a:cubicBezTo>
                  <a:cubicBezTo>
                    <a:pt x="0" y="3"/>
                    <a:pt x="0" y="3"/>
                    <a:pt x="1" y="6"/>
                  </a:cubicBezTo>
                  <a:cubicBezTo>
                    <a:pt x="4" y="4"/>
                    <a:pt x="4" y="3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35" name="Freeform 1926">
              <a:extLst>
                <a:ext uri="{FF2B5EF4-FFF2-40B4-BE49-F238E27FC236}">
                  <a16:creationId xmlns:a16="http://schemas.microsoft.com/office/drawing/2014/main" id="{71224695-AD0B-412F-B148-4E1DD0D9E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734"/>
              <a:ext cx="12" cy="9"/>
            </a:xfrm>
            <a:custGeom>
              <a:avLst/>
              <a:gdLst>
                <a:gd name="T0" fmla="*/ 48 w 6"/>
                <a:gd name="T1" fmla="*/ 0 h 4"/>
                <a:gd name="T2" fmla="*/ 0 w 6"/>
                <a:gd name="T3" fmla="*/ 45 h 4"/>
                <a:gd name="T4" fmla="*/ 24 w 6"/>
                <a:gd name="T5" fmla="*/ 0 h 4"/>
                <a:gd name="T6" fmla="*/ 8 w 6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3" y="0"/>
                    <a:pt x="1" y="2"/>
                    <a:pt x="0" y="4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1" y="0"/>
                    <a:pt x="2" y="1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36" name="Freeform 1927">
              <a:extLst>
                <a:ext uri="{FF2B5EF4-FFF2-40B4-BE49-F238E27FC236}">
                  <a16:creationId xmlns:a16="http://schemas.microsoft.com/office/drawing/2014/main" id="{1ACE525B-A307-4B15-AEC5-BEFF949EA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683"/>
              <a:ext cx="24" cy="28"/>
            </a:xfrm>
            <a:custGeom>
              <a:avLst/>
              <a:gdLst>
                <a:gd name="T0" fmla="*/ 48 w 12"/>
                <a:gd name="T1" fmla="*/ 0 h 13"/>
                <a:gd name="T2" fmla="*/ 64 w 12"/>
                <a:gd name="T3" fmla="*/ 80 h 13"/>
                <a:gd name="T4" fmla="*/ 4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cubicBezTo>
                    <a:pt x="3" y="3"/>
                    <a:pt x="0" y="13"/>
                    <a:pt x="8" y="8"/>
                  </a:cubicBezTo>
                  <a:cubicBezTo>
                    <a:pt x="12" y="6"/>
                    <a:pt x="10" y="2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37" name="Freeform 1928">
              <a:extLst>
                <a:ext uri="{FF2B5EF4-FFF2-40B4-BE49-F238E27FC236}">
                  <a16:creationId xmlns:a16="http://schemas.microsoft.com/office/drawing/2014/main" id="{F66483A6-5D5D-4756-8151-4ACFE680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655"/>
              <a:ext cx="26" cy="22"/>
            </a:xfrm>
            <a:custGeom>
              <a:avLst/>
              <a:gdLst>
                <a:gd name="T0" fmla="*/ 56 w 13"/>
                <a:gd name="T1" fmla="*/ 0 h 10"/>
                <a:gd name="T2" fmla="*/ 64 w 13"/>
                <a:gd name="T3" fmla="*/ 73 h 10"/>
                <a:gd name="T4" fmla="*/ 64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0"/>
                  </a:moveTo>
                  <a:cubicBezTo>
                    <a:pt x="1" y="2"/>
                    <a:pt x="0" y="10"/>
                    <a:pt x="8" y="7"/>
                  </a:cubicBezTo>
                  <a:cubicBezTo>
                    <a:pt x="12" y="6"/>
                    <a:pt x="13" y="2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38" name="Freeform 1929">
              <a:extLst>
                <a:ext uri="{FF2B5EF4-FFF2-40B4-BE49-F238E27FC236}">
                  <a16:creationId xmlns:a16="http://schemas.microsoft.com/office/drawing/2014/main" id="{EF19E6DF-8B1C-4D6B-AD71-2D4768F3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604"/>
              <a:ext cx="28" cy="24"/>
            </a:xfrm>
            <a:custGeom>
              <a:avLst/>
              <a:gdLst>
                <a:gd name="T0" fmla="*/ 72 w 14"/>
                <a:gd name="T1" fmla="*/ 33 h 11"/>
                <a:gd name="T2" fmla="*/ 64 w 14"/>
                <a:gd name="T3" fmla="*/ 113 h 11"/>
                <a:gd name="T4" fmla="*/ 56 w 14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9" y="3"/>
                  </a:moveTo>
                  <a:cubicBezTo>
                    <a:pt x="6" y="5"/>
                    <a:pt x="0" y="11"/>
                    <a:pt x="8" y="11"/>
                  </a:cubicBezTo>
                  <a:cubicBezTo>
                    <a:pt x="14" y="11"/>
                    <a:pt x="14" y="0"/>
                    <a:pt x="7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39" name="Freeform 1930">
              <a:extLst>
                <a:ext uri="{FF2B5EF4-FFF2-40B4-BE49-F238E27FC236}">
                  <a16:creationId xmlns:a16="http://schemas.microsoft.com/office/drawing/2014/main" id="{CA550F6F-B8BD-43E1-9317-8C1F33C33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632"/>
              <a:ext cx="14" cy="28"/>
            </a:xfrm>
            <a:custGeom>
              <a:avLst/>
              <a:gdLst>
                <a:gd name="T0" fmla="*/ 48 w 7"/>
                <a:gd name="T1" fmla="*/ 28 h 13"/>
                <a:gd name="T2" fmla="*/ 0 w 7"/>
                <a:gd name="T3" fmla="*/ 60 h 13"/>
                <a:gd name="T4" fmla="*/ 56 w 7"/>
                <a:gd name="T5" fmla="*/ 41 h 13"/>
                <a:gd name="T6" fmla="*/ 32 w 7"/>
                <a:gd name="T7" fmla="*/ 1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6" y="3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13"/>
                    <a:pt x="7" y="7"/>
                    <a:pt x="7" y="4"/>
                  </a:cubicBezTo>
                  <a:cubicBezTo>
                    <a:pt x="6" y="2"/>
                    <a:pt x="5" y="2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40" name="Freeform 1931">
              <a:extLst>
                <a:ext uri="{FF2B5EF4-FFF2-40B4-BE49-F238E27FC236}">
                  <a16:creationId xmlns:a16="http://schemas.microsoft.com/office/drawing/2014/main" id="{36A22940-A01A-44D8-99F0-2376EEF62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672"/>
              <a:ext cx="6" cy="9"/>
            </a:xfrm>
            <a:custGeom>
              <a:avLst/>
              <a:gdLst>
                <a:gd name="T0" fmla="*/ 8 w 3"/>
                <a:gd name="T1" fmla="*/ 0 h 4"/>
                <a:gd name="T2" fmla="*/ 0 w 3"/>
                <a:gd name="T3" fmla="*/ 45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4"/>
                    <a:pt x="3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41" name="Freeform 1932">
              <a:extLst>
                <a:ext uri="{FF2B5EF4-FFF2-40B4-BE49-F238E27FC236}">
                  <a16:creationId xmlns:a16="http://schemas.microsoft.com/office/drawing/2014/main" id="{C738911D-C990-4E2A-AB0C-D28B0A10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715"/>
              <a:ext cx="6" cy="8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32 h 4"/>
                <a:gd name="T4" fmla="*/ 24 w 3"/>
                <a:gd name="T5" fmla="*/ 8 h 4"/>
                <a:gd name="T6" fmla="*/ 0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2" y="3"/>
                    <a:pt x="2" y="3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42" name="Freeform 1933">
              <a:extLst>
                <a:ext uri="{FF2B5EF4-FFF2-40B4-BE49-F238E27FC236}">
                  <a16:creationId xmlns:a16="http://schemas.microsoft.com/office/drawing/2014/main" id="{B9A7FACD-19C5-46D5-A371-7114FC37E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738"/>
              <a:ext cx="8" cy="11"/>
            </a:xfrm>
            <a:custGeom>
              <a:avLst/>
              <a:gdLst>
                <a:gd name="T0" fmla="*/ 8 w 4"/>
                <a:gd name="T1" fmla="*/ 9 h 5"/>
                <a:gd name="T2" fmla="*/ 8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4" y="4"/>
                    <a:pt x="3" y="3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43" name="Freeform 1934">
              <a:extLst>
                <a:ext uri="{FF2B5EF4-FFF2-40B4-BE49-F238E27FC236}">
                  <a16:creationId xmlns:a16="http://schemas.microsoft.com/office/drawing/2014/main" id="{32E6F31C-F354-4255-A127-D184A35D3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738"/>
              <a:ext cx="22" cy="17"/>
            </a:xfrm>
            <a:custGeom>
              <a:avLst/>
              <a:gdLst>
                <a:gd name="T0" fmla="*/ 56 w 11"/>
                <a:gd name="T1" fmla="*/ 28 h 8"/>
                <a:gd name="T2" fmla="*/ 40 w 11"/>
                <a:gd name="T3" fmla="*/ 0 h 8"/>
                <a:gd name="T4" fmla="*/ 8 w 11"/>
                <a:gd name="T5" fmla="*/ 77 h 8"/>
                <a:gd name="T6" fmla="*/ 40 w 11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7" y="3"/>
                  </a:moveTo>
                  <a:cubicBezTo>
                    <a:pt x="7" y="2"/>
                    <a:pt x="6" y="1"/>
                    <a:pt x="5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5" y="8"/>
                    <a:pt x="11" y="2"/>
                    <a:pt x="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44" name="Freeform 1935">
              <a:extLst>
                <a:ext uri="{FF2B5EF4-FFF2-40B4-BE49-F238E27FC236}">
                  <a16:creationId xmlns:a16="http://schemas.microsoft.com/office/drawing/2014/main" id="{34F3C80E-55A7-4707-A7C4-FEF5A91FC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798"/>
              <a:ext cx="34" cy="19"/>
            </a:xfrm>
            <a:custGeom>
              <a:avLst/>
              <a:gdLst>
                <a:gd name="T0" fmla="*/ 56 w 17"/>
                <a:gd name="T1" fmla="*/ 0 h 9"/>
                <a:gd name="T2" fmla="*/ 96 w 17"/>
                <a:gd name="T3" fmla="*/ 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7" y="0"/>
                  </a:moveTo>
                  <a:cubicBezTo>
                    <a:pt x="0" y="8"/>
                    <a:pt x="17" y="9"/>
                    <a:pt x="1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45" name="Freeform 1936">
              <a:extLst>
                <a:ext uri="{FF2B5EF4-FFF2-40B4-BE49-F238E27FC236}">
                  <a16:creationId xmlns:a16="http://schemas.microsoft.com/office/drawing/2014/main" id="{FFCA13F8-406A-4413-B1D6-CF42FE959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785"/>
              <a:ext cx="20" cy="15"/>
            </a:xfrm>
            <a:custGeom>
              <a:avLst/>
              <a:gdLst>
                <a:gd name="T0" fmla="*/ 40 w 10"/>
                <a:gd name="T1" fmla="*/ 9 h 7"/>
                <a:gd name="T2" fmla="*/ 32 w 10"/>
                <a:gd name="T3" fmla="*/ 60 h 7"/>
                <a:gd name="T4" fmla="*/ 64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5" y="1"/>
                  </a:moveTo>
                  <a:cubicBezTo>
                    <a:pt x="0" y="0"/>
                    <a:pt x="0" y="6"/>
                    <a:pt x="4" y="6"/>
                  </a:cubicBezTo>
                  <a:cubicBezTo>
                    <a:pt x="8" y="7"/>
                    <a:pt x="10" y="3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46" name="Freeform 1937">
              <a:extLst>
                <a:ext uri="{FF2B5EF4-FFF2-40B4-BE49-F238E27FC236}">
                  <a16:creationId xmlns:a16="http://schemas.microsoft.com/office/drawing/2014/main" id="{9FD132AD-E317-468B-B931-B2346DD72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709"/>
              <a:ext cx="20" cy="19"/>
            </a:xfrm>
            <a:custGeom>
              <a:avLst/>
              <a:gdLst>
                <a:gd name="T0" fmla="*/ 48 w 10"/>
                <a:gd name="T1" fmla="*/ 0 h 9"/>
                <a:gd name="T2" fmla="*/ 8 w 10"/>
                <a:gd name="T3" fmla="*/ 68 h 9"/>
                <a:gd name="T4" fmla="*/ 64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3" y="1"/>
                    <a:pt x="0" y="3"/>
                    <a:pt x="1" y="7"/>
                  </a:cubicBezTo>
                  <a:cubicBezTo>
                    <a:pt x="6" y="9"/>
                    <a:pt x="10" y="5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47" name="Freeform 1938">
              <a:extLst>
                <a:ext uri="{FF2B5EF4-FFF2-40B4-BE49-F238E27FC236}">
                  <a16:creationId xmlns:a16="http://schemas.microsoft.com/office/drawing/2014/main" id="{2CC4BD91-B752-40B2-980F-20FE78F88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677"/>
              <a:ext cx="24" cy="21"/>
            </a:xfrm>
            <a:custGeom>
              <a:avLst/>
              <a:gdLst>
                <a:gd name="T0" fmla="*/ 48 w 12"/>
                <a:gd name="T1" fmla="*/ 0 h 10"/>
                <a:gd name="T2" fmla="*/ 96 w 12"/>
                <a:gd name="T3" fmla="*/ 36 h 10"/>
                <a:gd name="T4" fmla="*/ 64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0"/>
                  </a:moveTo>
                  <a:cubicBezTo>
                    <a:pt x="0" y="5"/>
                    <a:pt x="8" y="10"/>
                    <a:pt x="12" y="4"/>
                  </a:cubicBezTo>
                  <a:cubicBezTo>
                    <a:pt x="11" y="3"/>
                    <a:pt x="10" y="1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48" name="Freeform 1939">
              <a:extLst>
                <a:ext uri="{FF2B5EF4-FFF2-40B4-BE49-F238E27FC236}">
                  <a16:creationId xmlns:a16="http://schemas.microsoft.com/office/drawing/2014/main" id="{143A984B-E1F4-4649-9EB5-21ACFC54B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721"/>
              <a:ext cx="10" cy="9"/>
            </a:xfrm>
            <a:custGeom>
              <a:avLst/>
              <a:gdLst>
                <a:gd name="T0" fmla="*/ 32 w 5"/>
                <a:gd name="T1" fmla="*/ 0 h 4"/>
                <a:gd name="T2" fmla="*/ 8 w 5"/>
                <a:gd name="T3" fmla="*/ 45 h 4"/>
                <a:gd name="T4" fmla="*/ 40 w 5"/>
                <a:gd name="T5" fmla="*/ 11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1" y="0"/>
                    <a:pt x="0" y="1"/>
                    <a:pt x="1" y="4"/>
                  </a:cubicBezTo>
                  <a:cubicBezTo>
                    <a:pt x="2" y="3"/>
                    <a:pt x="3" y="3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49" name="Freeform 1940">
              <a:extLst>
                <a:ext uri="{FF2B5EF4-FFF2-40B4-BE49-F238E27FC236}">
                  <a16:creationId xmlns:a16="http://schemas.microsoft.com/office/drawing/2014/main" id="{7BBA1BD0-91BE-474D-B247-723A31A7F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764"/>
              <a:ext cx="18" cy="21"/>
            </a:xfrm>
            <a:custGeom>
              <a:avLst/>
              <a:gdLst>
                <a:gd name="T0" fmla="*/ 32 w 9"/>
                <a:gd name="T1" fmla="*/ 17 h 10"/>
                <a:gd name="T2" fmla="*/ 8 w 9"/>
                <a:gd name="T3" fmla="*/ 92 h 10"/>
                <a:gd name="T4" fmla="*/ 24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7" y="10"/>
                    <a:pt x="9" y="0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50" name="Freeform 1941">
              <a:extLst>
                <a:ext uri="{FF2B5EF4-FFF2-40B4-BE49-F238E27FC236}">
                  <a16:creationId xmlns:a16="http://schemas.microsoft.com/office/drawing/2014/main" id="{5330EADE-9E9E-4059-9A8C-C5D7061F4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728"/>
              <a:ext cx="14" cy="17"/>
            </a:xfrm>
            <a:custGeom>
              <a:avLst/>
              <a:gdLst>
                <a:gd name="T0" fmla="*/ 32 w 7"/>
                <a:gd name="T1" fmla="*/ 19 h 8"/>
                <a:gd name="T2" fmla="*/ 0 w 7"/>
                <a:gd name="T3" fmla="*/ 68 h 8"/>
                <a:gd name="T4" fmla="*/ 32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5" y="8"/>
                    <a:pt x="7" y="4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51" name="Freeform 1942">
              <a:extLst>
                <a:ext uri="{FF2B5EF4-FFF2-40B4-BE49-F238E27FC236}">
                  <a16:creationId xmlns:a16="http://schemas.microsoft.com/office/drawing/2014/main" id="{89583248-6DFA-4FBB-AD5A-4010563BB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698"/>
              <a:ext cx="20" cy="17"/>
            </a:xfrm>
            <a:custGeom>
              <a:avLst/>
              <a:gdLst>
                <a:gd name="T0" fmla="*/ 32 w 10"/>
                <a:gd name="T1" fmla="*/ 9 h 8"/>
                <a:gd name="T2" fmla="*/ 0 w 10"/>
                <a:gd name="T3" fmla="*/ 40 h 8"/>
                <a:gd name="T4" fmla="*/ 4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4" y="8"/>
                    <a:pt x="10" y="3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52" name="Freeform 1943">
              <a:extLst>
                <a:ext uri="{FF2B5EF4-FFF2-40B4-BE49-F238E27FC236}">
                  <a16:creationId xmlns:a16="http://schemas.microsoft.com/office/drawing/2014/main" id="{5C219642-DA6E-4503-BBCD-FAE0F2C40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679"/>
              <a:ext cx="18" cy="13"/>
            </a:xfrm>
            <a:custGeom>
              <a:avLst/>
              <a:gdLst>
                <a:gd name="T0" fmla="*/ 32 w 9"/>
                <a:gd name="T1" fmla="*/ 9 h 6"/>
                <a:gd name="T2" fmla="*/ 16 w 9"/>
                <a:gd name="T3" fmla="*/ 0 h 6"/>
                <a:gd name="T4" fmla="*/ 16 w 9"/>
                <a:gd name="T5" fmla="*/ 61 h 6"/>
                <a:gd name="T6" fmla="*/ 32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0" y="4"/>
                    <a:pt x="2" y="6"/>
                  </a:cubicBezTo>
                  <a:cubicBezTo>
                    <a:pt x="6" y="6"/>
                    <a:pt x="9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53" name="Freeform 1944">
              <a:extLst>
                <a:ext uri="{FF2B5EF4-FFF2-40B4-BE49-F238E27FC236}">
                  <a16:creationId xmlns:a16="http://schemas.microsoft.com/office/drawing/2014/main" id="{302BF602-5057-47AC-B9E6-C5360131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700"/>
              <a:ext cx="18" cy="23"/>
            </a:xfrm>
            <a:custGeom>
              <a:avLst/>
              <a:gdLst>
                <a:gd name="T0" fmla="*/ 72 w 9"/>
                <a:gd name="T1" fmla="*/ 44 h 11"/>
                <a:gd name="T2" fmla="*/ 24 w 9"/>
                <a:gd name="T3" fmla="*/ 92 h 11"/>
                <a:gd name="T4" fmla="*/ 64 w 9"/>
                <a:gd name="T5" fmla="*/ 5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5"/>
                  </a:moveTo>
                  <a:cubicBezTo>
                    <a:pt x="4" y="0"/>
                    <a:pt x="0" y="8"/>
                    <a:pt x="3" y="10"/>
                  </a:cubicBezTo>
                  <a:cubicBezTo>
                    <a:pt x="7" y="11"/>
                    <a:pt x="8" y="8"/>
                    <a:pt x="8" y="6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54" name="Freeform 1945">
              <a:extLst>
                <a:ext uri="{FF2B5EF4-FFF2-40B4-BE49-F238E27FC236}">
                  <a16:creationId xmlns:a16="http://schemas.microsoft.com/office/drawing/2014/main" id="{CF1B1BCD-A950-4A41-9E6D-37AC202D4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749"/>
              <a:ext cx="16" cy="13"/>
            </a:xfrm>
            <a:custGeom>
              <a:avLst/>
              <a:gdLst>
                <a:gd name="T0" fmla="*/ 24 w 8"/>
                <a:gd name="T1" fmla="*/ 9 h 6"/>
                <a:gd name="T2" fmla="*/ 8 w 8"/>
                <a:gd name="T3" fmla="*/ 52 h 6"/>
                <a:gd name="T4" fmla="*/ 48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5" y="6"/>
                    <a:pt x="8" y="3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55" name="Freeform 1946">
              <a:extLst>
                <a:ext uri="{FF2B5EF4-FFF2-40B4-BE49-F238E27FC236}">
                  <a16:creationId xmlns:a16="http://schemas.microsoft.com/office/drawing/2014/main" id="{860D1A05-9D43-4AC0-9799-017C8181B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702"/>
              <a:ext cx="18" cy="21"/>
            </a:xfrm>
            <a:custGeom>
              <a:avLst/>
              <a:gdLst>
                <a:gd name="T0" fmla="*/ 24 w 9"/>
                <a:gd name="T1" fmla="*/ 17 h 10"/>
                <a:gd name="T2" fmla="*/ 0 w 9"/>
                <a:gd name="T3" fmla="*/ 36 h 10"/>
                <a:gd name="T4" fmla="*/ 4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1" y="10"/>
                    <a:pt x="9" y="5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56" name="Freeform 1947">
              <a:extLst>
                <a:ext uri="{FF2B5EF4-FFF2-40B4-BE49-F238E27FC236}">
                  <a16:creationId xmlns:a16="http://schemas.microsoft.com/office/drawing/2014/main" id="{1075C1EB-292A-464B-A68B-3A5630958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06"/>
              <a:ext cx="16" cy="17"/>
            </a:xfrm>
            <a:custGeom>
              <a:avLst/>
              <a:gdLst>
                <a:gd name="T0" fmla="*/ 48 w 8"/>
                <a:gd name="T1" fmla="*/ 9 h 8"/>
                <a:gd name="T2" fmla="*/ 8 w 8"/>
                <a:gd name="T3" fmla="*/ 60 h 8"/>
                <a:gd name="T4" fmla="*/ 56 w 8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3" y="0"/>
                    <a:pt x="0" y="2"/>
                    <a:pt x="1" y="6"/>
                  </a:cubicBezTo>
                  <a:cubicBezTo>
                    <a:pt x="4" y="8"/>
                    <a:pt x="8" y="6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57" name="Freeform 1948">
              <a:extLst>
                <a:ext uri="{FF2B5EF4-FFF2-40B4-BE49-F238E27FC236}">
                  <a16:creationId xmlns:a16="http://schemas.microsoft.com/office/drawing/2014/main" id="{ED3A28E0-CA49-4532-8802-E2B0CFA78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679"/>
              <a:ext cx="38" cy="17"/>
            </a:xfrm>
            <a:custGeom>
              <a:avLst/>
              <a:gdLst>
                <a:gd name="T0" fmla="*/ 80 w 19"/>
                <a:gd name="T1" fmla="*/ 9 h 8"/>
                <a:gd name="T2" fmla="*/ 80 w 1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0" y="1"/>
                  </a:moveTo>
                  <a:cubicBezTo>
                    <a:pt x="0" y="4"/>
                    <a:pt x="19" y="8"/>
                    <a:pt x="10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58" name="Freeform 1949">
              <a:extLst>
                <a:ext uri="{FF2B5EF4-FFF2-40B4-BE49-F238E27FC236}">
                  <a16:creationId xmlns:a16="http://schemas.microsoft.com/office/drawing/2014/main" id="{C15BF8B0-121E-4EDB-8FF1-4894BE783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649"/>
              <a:ext cx="16" cy="17"/>
            </a:xfrm>
            <a:custGeom>
              <a:avLst/>
              <a:gdLst>
                <a:gd name="T0" fmla="*/ 40 w 8"/>
                <a:gd name="T1" fmla="*/ 19 h 8"/>
                <a:gd name="T2" fmla="*/ 8 w 8"/>
                <a:gd name="T3" fmla="*/ 60 h 8"/>
                <a:gd name="T4" fmla="*/ 4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2"/>
                  </a:moveTo>
                  <a:cubicBezTo>
                    <a:pt x="2" y="1"/>
                    <a:pt x="0" y="3"/>
                    <a:pt x="1" y="6"/>
                  </a:cubicBezTo>
                  <a:cubicBezTo>
                    <a:pt x="6" y="8"/>
                    <a:pt x="8" y="4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59" name="Freeform 1950">
              <a:extLst>
                <a:ext uri="{FF2B5EF4-FFF2-40B4-BE49-F238E27FC236}">
                  <a16:creationId xmlns:a16="http://schemas.microsoft.com/office/drawing/2014/main" id="{E451A64F-5624-4687-8AA2-58C42A2AD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660"/>
              <a:ext cx="14" cy="14"/>
            </a:xfrm>
            <a:custGeom>
              <a:avLst/>
              <a:gdLst>
                <a:gd name="T0" fmla="*/ 16 w 7"/>
                <a:gd name="T1" fmla="*/ 0 h 7"/>
                <a:gd name="T2" fmla="*/ 8 w 7"/>
                <a:gd name="T3" fmla="*/ 48 h 7"/>
                <a:gd name="T4" fmla="*/ 2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4" y="7"/>
                    <a:pt x="7" y="3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60" name="Freeform 1951">
              <a:extLst>
                <a:ext uri="{FF2B5EF4-FFF2-40B4-BE49-F238E27FC236}">
                  <a16:creationId xmlns:a16="http://schemas.microsoft.com/office/drawing/2014/main" id="{A669932F-FD48-4CB4-B4DE-47FCC2BEC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23"/>
              <a:ext cx="64" cy="28"/>
            </a:xfrm>
            <a:custGeom>
              <a:avLst/>
              <a:gdLst>
                <a:gd name="T0" fmla="*/ 104 w 32"/>
                <a:gd name="T1" fmla="*/ 19 h 13"/>
                <a:gd name="T2" fmla="*/ 152 w 3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13" y="2"/>
                  </a:moveTo>
                  <a:cubicBezTo>
                    <a:pt x="0" y="13"/>
                    <a:pt x="32" y="7"/>
                    <a:pt x="1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61" name="Freeform 1952">
              <a:extLst>
                <a:ext uri="{FF2B5EF4-FFF2-40B4-BE49-F238E27FC236}">
                  <a16:creationId xmlns:a16="http://schemas.microsoft.com/office/drawing/2014/main" id="{B53E9CBA-4205-45AE-8BFB-2987F1F73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609"/>
              <a:ext cx="20" cy="17"/>
            </a:xfrm>
            <a:custGeom>
              <a:avLst/>
              <a:gdLst>
                <a:gd name="T0" fmla="*/ 24 w 10"/>
                <a:gd name="T1" fmla="*/ 19 h 8"/>
                <a:gd name="T2" fmla="*/ 48 w 10"/>
                <a:gd name="T3" fmla="*/ 60 h 8"/>
                <a:gd name="T4" fmla="*/ 4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2"/>
                  </a:moveTo>
                  <a:cubicBezTo>
                    <a:pt x="0" y="4"/>
                    <a:pt x="2" y="8"/>
                    <a:pt x="6" y="6"/>
                  </a:cubicBezTo>
                  <a:cubicBezTo>
                    <a:pt x="10" y="4"/>
                    <a:pt x="9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62" name="Freeform 1953">
              <a:extLst>
                <a:ext uri="{FF2B5EF4-FFF2-40B4-BE49-F238E27FC236}">
                  <a16:creationId xmlns:a16="http://schemas.microsoft.com/office/drawing/2014/main" id="{7534D224-989D-4ED3-BBA9-7EE10A261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589"/>
              <a:ext cx="24" cy="22"/>
            </a:xfrm>
            <a:custGeom>
              <a:avLst/>
              <a:gdLst>
                <a:gd name="T0" fmla="*/ 80 w 12"/>
                <a:gd name="T1" fmla="*/ 20 h 10"/>
                <a:gd name="T2" fmla="*/ 40 w 12"/>
                <a:gd name="T3" fmla="*/ 88 h 10"/>
                <a:gd name="T4" fmla="*/ 88 w 12"/>
                <a:gd name="T5" fmla="*/ 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0" y="2"/>
                  </a:moveTo>
                  <a:cubicBezTo>
                    <a:pt x="6" y="0"/>
                    <a:pt x="0" y="5"/>
                    <a:pt x="5" y="8"/>
                  </a:cubicBezTo>
                  <a:cubicBezTo>
                    <a:pt x="8" y="10"/>
                    <a:pt x="12" y="8"/>
                    <a:pt x="11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63" name="Freeform 1954">
              <a:extLst>
                <a:ext uri="{FF2B5EF4-FFF2-40B4-BE49-F238E27FC236}">
                  <a16:creationId xmlns:a16="http://schemas.microsoft.com/office/drawing/2014/main" id="{63A9553D-2FE7-4801-B93F-8A6530622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568"/>
              <a:ext cx="15" cy="15"/>
            </a:xfrm>
            <a:custGeom>
              <a:avLst/>
              <a:gdLst>
                <a:gd name="T0" fmla="*/ 15 w 8"/>
                <a:gd name="T1" fmla="*/ 0 h 7"/>
                <a:gd name="T2" fmla="*/ 0 w 8"/>
                <a:gd name="T3" fmla="*/ 51 h 7"/>
                <a:gd name="T4" fmla="*/ 53 w 8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2" y="7"/>
                    <a:pt x="6" y="5"/>
                    <a:pt x="8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64" name="Freeform 1955">
              <a:extLst>
                <a:ext uri="{FF2B5EF4-FFF2-40B4-BE49-F238E27FC236}">
                  <a16:creationId xmlns:a16="http://schemas.microsoft.com/office/drawing/2014/main" id="{3EFA06B0-EC16-43E2-8468-CF275ACB1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557"/>
              <a:ext cx="10" cy="13"/>
            </a:xfrm>
            <a:custGeom>
              <a:avLst/>
              <a:gdLst>
                <a:gd name="T0" fmla="*/ 16 w 5"/>
                <a:gd name="T1" fmla="*/ 0 h 6"/>
                <a:gd name="T2" fmla="*/ 0 w 5"/>
                <a:gd name="T3" fmla="*/ 52 h 6"/>
                <a:gd name="T4" fmla="*/ 40 w 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6"/>
                    <a:pt x="5" y="5"/>
                    <a:pt x="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65" name="Freeform 1956">
              <a:extLst>
                <a:ext uri="{FF2B5EF4-FFF2-40B4-BE49-F238E27FC236}">
                  <a16:creationId xmlns:a16="http://schemas.microsoft.com/office/drawing/2014/main" id="{3F768630-8B45-43F5-AD55-B9D407788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528"/>
              <a:ext cx="20" cy="19"/>
            </a:xfrm>
            <a:custGeom>
              <a:avLst/>
              <a:gdLst>
                <a:gd name="T0" fmla="*/ 48 w 10"/>
                <a:gd name="T1" fmla="*/ 8 h 9"/>
                <a:gd name="T2" fmla="*/ 48 w 10"/>
                <a:gd name="T3" fmla="*/ 57 h 9"/>
                <a:gd name="T4" fmla="*/ 24 w 10"/>
                <a:gd name="T5" fmla="*/ 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1"/>
                  </a:moveTo>
                  <a:cubicBezTo>
                    <a:pt x="0" y="3"/>
                    <a:pt x="4" y="9"/>
                    <a:pt x="6" y="6"/>
                  </a:cubicBezTo>
                  <a:cubicBezTo>
                    <a:pt x="10" y="3"/>
                    <a:pt x="7" y="0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66" name="Freeform 1957">
              <a:extLst>
                <a:ext uri="{FF2B5EF4-FFF2-40B4-BE49-F238E27FC236}">
                  <a16:creationId xmlns:a16="http://schemas.microsoft.com/office/drawing/2014/main" id="{6C671534-BC2C-4C2B-92A8-302C10513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540"/>
              <a:ext cx="22" cy="17"/>
            </a:xfrm>
            <a:custGeom>
              <a:avLst/>
              <a:gdLst>
                <a:gd name="T0" fmla="*/ 72 w 11"/>
                <a:gd name="T1" fmla="*/ 0 h 8"/>
                <a:gd name="T2" fmla="*/ 48 w 11"/>
                <a:gd name="T3" fmla="*/ 77 h 8"/>
                <a:gd name="T4" fmla="*/ 64 w 11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9" y="0"/>
                  </a:moveTo>
                  <a:cubicBezTo>
                    <a:pt x="7" y="1"/>
                    <a:pt x="0" y="7"/>
                    <a:pt x="6" y="8"/>
                  </a:cubicBezTo>
                  <a:cubicBezTo>
                    <a:pt x="9" y="8"/>
                    <a:pt x="11" y="5"/>
                    <a:pt x="8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67" name="Freeform 1958">
              <a:extLst>
                <a:ext uri="{FF2B5EF4-FFF2-40B4-BE49-F238E27FC236}">
                  <a16:creationId xmlns:a16="http://schemas.microsoft.com/office/drawing/2014/main" id="{3F8A1E85-E0AE-49F5-ABE1-75C1B0731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560"/>
              <a:ext cx="20" cy="21"/>
            </a:xfrm>
            <a:custGeom>
              <a:avLst/>
              <a:gdLst>
                <a:gd name="T0" fmla="*/ 64 w 10"/>
                <a:gd name="T1" fmla="*/ 0 h 10"/>
                <a:gd name="T2" fmla="*/ 80 w 10"/>
                <a:gd name="T3" fmla="*/ 36 h 10"/>
                <a:gd name="T4" fmla="*/ 72 w 10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0" y="1"/>
                    <a:pt x="7" y="10"/>
                    <a:pt x="10" y="4"/>
                  </a:cubicBezTo>
                  <a:cubicBezTo>
                    <a:pt x="10" y="3"/>
                    <a:pt x="9" y="2"/>
                    <a:pt x="9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68" name="Freeform 1959">
              <a:extLst>
                <a:ext uri="{FF2B5EF4-FFF2-40B4-BE49-F238E27FC236}">
                  <a16:creationId xmlns:a16="http://schemas.microsoft.com/office/drawing/2014/main" id="{DA8C9380-82D5-4BEF-824B-9BC64CC9C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579"/>
              <a:ext cx="24" cy="21"/>
            </a:xfrm>
            <a:custGeom>
              <a:avLst/>
              <a:gdLst>
                <a:gd name="T0" fmla="*/ 64 w 12"/>
                <a:gd name="T1" fmla="*/ 0 h 10"/>
                <a:gd name="T2" fmla="*/ 96 w 12"/>
                <a:gd name="T3" fmla="*/ 27 h 10"/>
                <a:gd name="T4" fmla="*/ 64 w 12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8" y="0"/>
                  </a:moveTo>
                  <a:cubicBezTo>
                    <a:pt x="0" y="4"/>
                    <a:pt x="9" y="10"/>
                    <a:pt x="12" y="3"/>
                  </a:cubicBezTo>
                  <a:cubicBezTo>
                    <a:pt x="11" y="1"/>
                    <a:pt x="10" y="1"/>
                    <a:pt x="8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69" name="Freeform 1960">
              <a:extLst>
                <a:ext uri="{FF2B5EF4-FFF2-40B4-BE49-F238E27FC236}">
                  <a16:creationId xmlns:a16="http://schemas.microsoft.com/office/drawing/2014/main" id="{A6B8FA72-A8A7-463C-9B04-96BC8E6F9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617"/>
              <a:ext cx="8" cy="11"/>
            </a:xfrm>
            <a:custGeom>
              <a:avLst/>
              <a:gdLst>
                <a:gd name="T0" fmla="*/ 16 w 4"/>
                <a:gd name="T1" fmla="*/ 9 h 5"/>
                <a:gd name="T2" fmla="*/ 0 w 4"/>
                <a:gd name="T3" fmla="*/ 20 h 5"/>
                <a:gd name="T4" fmla="*/ 32 w 4"/>
                <a:gd name="T5" fmla="*/ 20 h 5"/>
                <a:gd name="T6" fmla="*/ 32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5"/>
                    <a:pt x="2" y="4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70" name="Freeform 1961">
              <a:extLst>
                <a:ext uri="{FF2B5EF4-FFF2-40B4-BE49-F238E27FC236}">
                  <a16:creationId xmlns:a16="http://schemas.microsoft.com/office/drawing/2014/main" id="{D8F81849-C88F-41D8-AAE6-A9BEB497A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651"/>
              <a:ext cx="20" cy="15"/>
            </a:xfrm>
            <a:custGeom>
              <a:avLst/>
              <a:gdLst>
                <a:gd name="T0" fmla="*/ 40 w 10"/>
                <a:gd name="T1" fmla="*/ 9 h 7"/>
                <a:gd name="T2" fmla="*/ 16 w 10"/>
                <a:gd name="T3" fmla="*/ 69 h 7"/>
                <a:gd name="T4" fmla="*/ 24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5" y="1"/>
                  </a:moveTo>
                  <a:cubicBezTo>
                    <a:pt x="2" y="2"/>
                    <a:pt x="0" y="5"/>
                    <a:pt x="2" y="7"/>
                  </a:cubicBezTo>
                  <a:cubicBezTo>
                    <a:pt x="7" y="6"/>
                    <a:pt x="10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71" name="Freeform 1962">
              <a:extLst>
                <a:ext uri="{FF2B5EF4-FFF2-40B4-BE49-F238E27FC236}">
                  <a16:creationId xmlns:a16="http://schemas.microsoft.com/office/drawing/2014/main" id="{AE6131D8-BBD3-42E9-9B1D-13BEBAFA7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640"/>
              <a:ext cx="12" cy="13"/>
            </a:xfrm>
            <a:custGeom>
              <a:avLst/>
              <a:gdLst>
                <a:gd name="T0" fmla="*/ 24 w 6"/>
                <a:gd name="T1" fmla="*/ 0 h 6"/>
                <a:gd name="T2" fmla="*/ 8 w 6"/>
                <a:gd name="T3" fmla="*/ 61 h 6"/>
                <a:gd name="T4" fmla="*/ 4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4" y="6"/>
                    <a:pt x="6" y="3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72" name="Freeform 1963">
              <a:extLst>
                <a:ext uri="{FF2B5EF4-FFF2-40B4-BE49-F238E27FC236}">
                  <a16:creationId xmlns:a16="http://schemas.microsoft.com/office/drawing/2014/main" id="{BBBDF438-E514-4ABD-8ABD-C5BB2412F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611"/>
              <a:ext cx="14" cy="17"/>
            </a:xfrm>
            <a:custGeom>
              <a:avLst/>
              <a:gdLst>
                <a:gd name="T0" fmla="*/ 24 w 7"/>
                <a:gd name="T1" fmla="*/ 9 h 8"/>
                <a:gd name="T2" fmla="*/ 0 w 7"/>
                <a:gd name="T3" fmla="*/ 49 h 8"/>
                <a:gd name="T4" fmla="*/ 56 w 7"/>
                <a:gd name="T5" fmla="*/ 19 h 8"/>
                <a:gd name="T6" fmla="*/ 24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8"/>
                    <a:pt x="7" y="5"/>
                    <a:pt x="7" y="2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73" name="Freeform 1964">
              <a:extLst>
                <a:ext uri="{FF2B5EF4-FFF2-40B4-BE49-F238E27FC236}">
                  <a16:creationId xmlns:a16="http://schemas.microsoft.com/office/drawing/2014/main" id="{0B445524-D81B-4685-8310-2EB4AD052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640"/>
              <a:ext cx="19" cy="24"/>
            </a:xfrm>
            <a:custGeom>
              <a:avLst/>
              <a:gdLst>
                <a:gd name="T0" fmla="*/ 55 w 10"/>
                <a:gd name="T1" fmla="*/ 0 h 11"/>
                <a:gd name="T2" fmla="*/ 68 w 10"/>
                <a:gd name="T3" fmla="*/ 44 h 11"/>
                <a:gd name="T4" fmla="*/ 55 w 10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8" y="0"/>
                  </a:moveTo>
                  <a:cubicBezTo>
                    <a:pt x="0" y="0"/>
                    <a:pt x="6" y="11"/>
                    <a:pt x="10" y="4"/>
                  </a:cubicBezTo>
                  <a:cubicBezTo>
                    <a:pt x="10" y="3"/>
                    <a:pt x="9" y="3"/>
                    <a:pt x="8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74" name="Freeform 1965">
              <a:extLst>
                <a:ext uri="{FF2B5EF4-FFF2-40B4-BE49-F238E27FC236}">
                  <a16:creationId xmlns:a16="http://schemas.microsoft.com/office/drawing/2014/main" id="{B1A27DD9-E5FC-4AF4-A06E-157723E5E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683"/>
              <a:ext cx="18" cy="19"/>
            </a:xfrm>
            <a:custGeom>
              <a:avLst/>
              <a:gdLst>
                <a:gd name="T0" fmla="*/ 40 w 9"/>
                <a:gd name="T1" fmla="*/ 0 h 9"/>
                <a:gd name="T2" fmla="*/ 40 w 9"/>
                <a:gd name="T3" fmla="*/ 68 h 9"/>
                <a:gd name="T4" fmla="*/ 40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1" y="2"/>
                    <a:pt x="0" y="9"/>
                    <a:pt x="5" y="7"/>
                  </a:cubicBezTo>
                  <a:cubicBezTo>
                    <a:pt x="8" y="5"/>
                    <a:pt x="9" y="2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75" name="Freeform 1966">
              <a:extLst>
                <a:ext uri="{FF2B5EF4-FFF2-40B4-BE49-F238E27FC236}">
                  <a16:creationId xmlns:a16="http://schemas.microsoft.com/office/drawing/2014/main" id="{5021E320-54F0-4523-8C1A-1E3582E08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611"/>
              <a:ext cx="10" cy="8"/>
            </a:xfrm>
            <a:custGeom>
              <a:avLst/>
              <a:gdLst>
                <a:gd name="T0" fmla="*/ 8 w 5"/>
                <a:gd name="T1" fmla="*/ 0 h 4"/>
                <a:gd name="T2" fmla="*/ 8 w 5"/>
                <a:gd name="T3" fmla="*/ 32 h 4"/>
                <a:gd name="T4" fmla="*/ 40 w 5"/>
                <a:gd name="T5" fmla="*/ 16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4"/>
                    <a:pt x="3" y="3"/>
                    <a:pt x="5" y="2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76" name="Freeform 1967">
              <a:extLst>
                <a:ext uri="{FF2B5EF4-FFF2-40B4-BE49-F238E27FC236}">
                  <a16:creationId xmlns:a16="http://schemas.microsoft.com/office/drawing/2014/main" id="{2C249D08-903D-489B-9E7D-C457968BF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572"/>
              <a:ext cx="20" cy="26"/>
            </a:xfrm>
            <a:custGeom>
              <a:avLst/>
              <a:gdLst>
                <a:gd name="T0" fmla="*/ 40 w 10"/>
                <a:gd name="T1" fmla="*/ 0 h 12"/>
                <a:gd name="T2" fmla="*/ 80 w 10"/>
                <a:gd name="T3" fmla="*/ 43 h 12"/>
                <a:gd name="T4" fmla="*/ 48 w 10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5" y="0"/>
                  </a:moveTo>
                  <a:cubicBezTo>
                    <a:pt x="0" y="8"/>
                    <a:pt x="7" y="12"/>
                    <a:pt x="10" y="4"/>
                  </a:cubicBezTo>
                  <a:cubicBezTo>
                    <a:pt x="9" y="2"/>
                    <a:pt x="8" y="2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77" name="Freeform 1968">
              <a:extLst>
                <a:ext uri="{FF2B5EF4-FFF2-40B4-BE49-F238E27FC236}">
                  <a16:creationId xmlns:a16="http://schemas.microsoft.com/office/drawing/2014/main" id="{785C880F-DEF7-425C-8B5B-64CAE0146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1534"/>
              <a:ext cx="24" cy="19"/>
            </a:xfrm>
            <a:custGeom>
              <a:avLst/>
              <a:gdLst>
                <a:gd name="T0" fmla="*/ 40 w 12"/>
                <a:gd name="T1" fmla="*/ 0 h 9"/>
                <a:gd name="T2" fmla="*/ 48 w 12"/>
                <a:gd name="T3" fmla="*/ 76 h 9"/>
                <a:gd name="T4" fmla="*/ 40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0" y="1"/>
                    <a:pt x="0" y="9"/>
                    <a:pt x="6" y="8"/>
                  </a:cubicBezTo>
                  <a:cubicBezTo>
                    <a:pt x="12" y="6"/>
                    <a:pt x="10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78" name="Freeform 1969">
              <a:extLst>
                <a:ext uri="{FF2B5EF4-FFF2-40B4-BE49-F238E27FC236}">
                  <a16:creationId xmlns:a16="http://schemas.microsoft.com/office/drawing/2014/main" id="{D5F22F57-2196-4E40-B769-F2C8F4F7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500"/>
              <a:ext cx="59" cy="21"/>
            </a:xfrm>
            <a:custGeom>
              <a:avLst/>
              <a:gdLst>
                <a:gd name="T0" fmla="*/ 116 w 30"/>
                <a:gd name="T1" fmla="*/ 0 h 10"/>
                <a:gd name="T2" fmla="*/ 128 w 30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15" y="0"/>
                  </a:moveTo>
                  <a:cubicBezTo>
                    <a:pt x="0" y="7"/>
                    <a:pt x="30" y="10"/>
                    <a:pt x="1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79" name="Freeform 1970">
              <a:extLst>
                <a:ext uri="{FF2B5EF4-FFF2-40B4-BE49-F238E27FC236}">
                  <a16:creationId xmlns:a16="http://schemas.microsoft.com/office/drawing/2014/main" id="{15705102-546D-4CD2-B0EF-D46800A5D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466"/>
              <a:ext cx="16" cy="15"/>
            </a:xfrm>
            <a:custGeom>
              <a:avLst/>
              <a:gdLst>
                <a:gd name="T0" fmla="*/ 32 w 8"/>
                <a:gd name="T1" fmla="*/ 0 h 7"/>
                <a:gd name="T2" fmla="*/ 16 w 8"/>
                <a:gd name="T3" fmla="*/ 69 h 7"/>
                <a:gd name="T4" fmla="*/ 48 w 8"/>
                <a:gd name="T5" fmla="*/ 9 h 7"/>
                <a:gd name="T6" fmla="*/ 24 w 8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1" y="1"/>
                    <a:pt x="0" y="4"/>
                    <a:pt x="2" y="7"/>
                  </a:cubicBezTo>
                  <a:cubicBezTo>
                    <a:pt x="6" y="6"/>
                    <a:pt x="8" y="4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80" name="Freeform 1971">
              <a:extLst>
                <a:ext uri="{FF2B5EF4-FFF2-40B4-BE49-F238E27FC236}">
                  <a16:creationId xmlns:a16="http://schemas.microsoft.com/office/drawing/2014/main" id="{4DF19CB7-FE3D-42BE-A90E-48295904C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509"/>
              <a:ext cx="12" cy="14"/>
            </a:xfrm>
            <a:custGeom>
              <a:avLst/>
              <a:gdLst>
                <a:gd name="T0" fmla="*/ 32 w 6"/>
                <a:gd name="T1" fmla="*/ 16 h 7"/>
                <a:gd name="T2" fmla="*/ 16 w 6"/>
                <a:gd name="T3" fmla="*/ 0 h 7"/>
                <a:gd name="T4" fmla="*/ 0 w 6"/>
                <a:gd name="T5" fmla="*/ 56 h 7"/>
                <a:gd name="T6" fmla="*/ 48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4" y="7"/>
                    <a:pt x="6" y="4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81" name="Freeform 1972">
              <a:extLst>
                <a:ext uri="{FF2B5EF4-FFF2-40B4-BE49-F238E27FC236}">
                  <a16:creationId xmlns:a16="http://schemas.microsoft.com/office/drawing/2014/main" id="{EAA85BCA-C1B0-4B5A-91B4-53BEF395D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440"/>
              <a:ext cx="20" cy="20"/>
            </a:xfrm>
            <a:custGeom>
              <a:avLst/>
              <a:gdLst>
                <a:gd name="T0" fmla="*/ 40 w 10"/>
                <a:gd name="T1" fmla="*/ 0 h 9"/>
                <a:gd name="T2" fmla="*/ 8 w 10"/>
                <a:gd name="T3" fmla="*/ 64 h 9"/>
                <a:gd name="T4" fmla="*/ 56 w 10"/>
                <a:gd name="T5" fmla="*/ 9 h 9"/>
                <a:gd name="T6" fmla="*/ 40 w 10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2" y="0"/>
                    <a:pt x="0" y="3"/>
                    <a:pt x="1" y="6"/>
                  </a:cubicBezTo>
                  <a:cubicBezTo>
                    <a:pt x="5" y="9"/>
                    <a:pt x="10" y="5"/>
                    <a:pt x="7" y="1"/>
                  </a:cubicBezTo>
                  <a:cubicBezTo>
                    <a:pt x="6" y="0"/>
                    <a:pt x="6" y="0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82" name="Freeform 1973">
              <a:extLst>
                <a:ext uri="{FF2B5EF4-FFF2-40B4-BE49-F238E27FC236}">
                  <a16:creationId xmlns:a16="http://schemas.microsoft.com/office/drawing/2014/main" id="{144479DC-EB85-4D24-BE02-366A4E960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483"/>
              <a:ext cx="14" cy="11"/>
            </a:xfrm>
            <a:custGeom>
              <a:avLst/>
              <a:gdLst>
                <a:gd name="T0" fmla="*/ 32 w 7"/>
                <a:gd name="T1" fmla="*/ 0 h 5"/>
                <a:gd name="T2" fmla="*/ 8 w 7"/>
                <a:gd name="T3" fmla="*/ 44 h 5"/>
                <a:gd name="T4" fmla="*/ 56 w 7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4" y="5"/>
                    <a:pt x="6" y="4"/>
                    <a:pt x="7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83" name="Freeform 1974">
              <a:extLst>
                <a:ext uri="{FF2B5EF4-FFF2-40B4-BE49-F238E27FC236}">
                  <a16:creationId xmlns:a16="http://schemas.microsoft.com/office/drawing/2014/main" id="{4CC9FD6E-B2AD-45A4-8B40-08DB79DE8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419"/>
              <a:ext cx="18" cy="15"/>
            </a:xfrm>
            <a:custGeom>
              <a:avLst/>
              <a:gdLst>
                <a:gd name="T0" fmla="*/ 40 w 9"/>
                <a:gd name="T1" fmla="*/ 0 h 7"/>
                <a:gd name="T2" fmla="*/ 40 w 9"/>
                <a:gd name="T3" fmla="*/ 69 h 7"/>
                <a:gd name="T4" fmla="*/ 48 w 9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1"/>
                    <a:pt x="0" y="7"/>
                    <a:pt x="5" y="7"/>
                  </a:cubicBezTo>
                  <a:cubicBezTo>
                    <a:pt x="9" y="7"/>
                    <a:pt x="8" y="4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84" name="Freeform 1975">
              <a:extLst>
                <a:ext uri="{FF2B5EF4-FFF2-40B4-BE49-F238E27FC236}">
                  <a16:creationId xmlns:a16="http://schemas.microsoft.com/office/drawing/2014/main" id="{4578B326-1BA4-4AAB-B5FE-B0282F5FD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455"/>
              <a:ext cx="41" cy="30"/>
            </a:xfrm>
            <a:custGeom>
              <a:avLst/>
              <a:gdLst>
                <a:gd name="T0" fmla="*/ 88 w 21"/>
                <a:gd name="T1" fmla="*/ 9 h 14"/>
                <a:gd name="T2" fmla="*/ 88 w 21"/>
                <a:gd name="T3" fmla="*/ 0 h 14"/>
                <a:gd name="T4" fmla="*/ 39 w 21"/>
                <a:gd name="T5" fmla="*/ 96 h 14"/>
                <a:gd name="T6" fmla="*/ 103 w 21"/>
                <a:gd name="T7" fmla="*/ 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12" y="1"/>
                  </a:moveTo>
                  <a:cubicBezTo>
                    <a:pt x="12" y="1"/>
                    <a:pt x="12" y="0"/>
                    <a:pt x="12" y="0"/>
                  </a:cubicBezTo>
                  <a:cubicBezTo>
                    <a:pt x="8" y="0"/>
                    <a:pt x="0" y="5"/>
                    <a:pt x="5" y="10"/>
                  </a:cubicBezTo>
                  <a:cubicBezTo>
                    <a:pt x="10" y="14"/>
                    <a:pt x="21" y="5"/>
                    <a:pt x="1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85" name="Freeform 1976">
              <a:extLst>
                <a:ext uri="{FF2B5EF4-FFF2-40B4-BE49-F238E27FC236}">
                  <a16:creationId xmlns:a16="http://schemas.microsoft.com/office/drawing/2014/main" id="{D468A39D-00C8-4D8C-80EE-5D88239F6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402"/>
              <a:ext cx="50" cy="21"/>
            </a:xfrm>
            <a:custGeom>
              <a:avLst/>
              <a:gdLst>
                <a:gd name="T0" fmla="*/ 120 w 25"/>
                <a:gd name="T1" fmla="*/ 0 h 10"/>
                <a:gd name="T2" fmla="*/ 120 w 25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0">
                  <a:moveTo>
                    <a:pt x="15" y="0"/>
                  </a:moveTo>
                  <a:cubicBezTo>
                    <a:pt x="0" y="5"/>
                    <a:pt x="25" y="10"/>
                    <a:pt x="1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86" name="Freeform 1977">
              <a:extLst>
                <a:ext uri="{FF2B5EF4-FFF2-40B4-BE49-F238E27FC236}">
                  <a16:creationId xmlns:a16="http://schemas.microsoft.com/office/drawing/2014/main" id="{0753D9DB-138E-49B9-9307-4C9726A3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443"/>
              <a:ext cx="26" cy="31"/>
            </a:xfrm>
            <a:custGeom>
              <a:avLst/>
              <a:gdLst>
                <a:gd name="T0" fmla="*/ 88 w 13"/>
                <a:gd name="T1" fmla="*/ 17 h 15"/>
                <a:gd name="T2" fmla="*/ 104 w 13"/>
                <a:gd name="T3" fmla="*/ 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1" y="2"/>
                  </a:moveTo>
                  <a:cubicBezTo>
                    <a:pt x="0" y="0"/>
                    <a:pt x="4" y="15"/>
                    <a:pt x="13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87" name="Freeform 1978">
              <a:extLst>
                <a:ext uri="{FF2B5EF4-FFF2-40B4-BE49-F238E27FC236}">
                  <a16:creationId xmlns:a16="http://schemas.microsoft.com/office/drawing/2014/main" id="{CF3DC85B-3E85-4CDB-8C66-05C6601E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396"/>
              <a:ext cx="20" cy="21"/>
            </a:xfrm>
            <a:custGeom>
              <a:avLst/>
              <a:gdLst>
                <a:gd name="T0" fmla="*/ 48 w 10"/>
                <a:gd name="T1" fmla="*/ 8 h 10"/>
                <a:gd name="T2" fmla="*/ 40 w 10"/>
                <a:gd name="T3" fmla="*/ 84 h 10"/>
                <a:gd name="T4" fmla="*/ 56 w 10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1"/>
                  </a:moveTo>
                  <a:cubicBezTo>
                    <a:pt x="1" y="0"/>
                    <a:pt x="0" y="7"/>
                    <a:pt x="5" y="9"/>
                  </a:cubicBezTo>
                  <a:cubicBezTo>
                    <a:pt x="10" y="10"/>
                    <a:pt x="10" y="4"/>
                    <a:pt x="7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88" name="Freeform 1979">
              <a:extLst>
                <a:ext uri="{FF2B5EF4-FFF2-40B4-BE49-F238E27FC236}">
                  <a16:creationId xmlns:a16="http://schemas.microsoft.com/office/drawing/2014/main" id="{23D2E116-FAC0-4635-B000-E0961FC4B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432"/>
              <a:ext cx="18" cy="21"/>
            </a:xfrm>
            <a:custGeom>
              <a:avLst/>
              <a:gdLst>
                <a:gd name="T0" fmla="*/ 64 w 9"/>
                <a:gd name="T1" fmla="*/ 48 h 10"/>
                <a:gd name="T2" fmla="*/ 16 w 9"/>
                <a:gd name="T3" fmla="*/ 36 h 10"/>
                <a:gd name="T4" fmla="*/ 72 w 9"/>
                <a:gd name="T5" fmla="*/ 5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8" y="5"/>
                  </a:moveTo>
                  <a:cubicBezTo>
                    <a:pt x="9" y="1"/>
                    <a:pt x="4" y="0"/>
                    <a:pt x="2" y="4"/>
                  </a:cubicBezTo>
                  <a:cubicBezTo>
                    <a:pt x="0" y="9"/>
                    <a:pt x="7" y="10"/>
                    <a:pt x="9" y="6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89" name="Freeform 1980">
              <a:extLst>
                <a:ext uri="{FF2B5EF4-FFF2-40B4-BE49-F238E27FC236}">
                  <a16:creationId xmlns:a16="http://schemas.microsoft.com/office/drawing/2014/main" id="{855A004C-31DB-4E3D-AF6E-B7134277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479"/>
              <a:ext cx="12" cy="10"/>
            </a:xfrm>
            <a:custGeom>
              <a:avLst/>
              <a:gdLst>
                <a:gd name="T0" fmla="*/ 32 w 6"/>
                <a:gd name="T1" fmla="*/ 0 h 5"/>
                <a:gd name="T2" fmla="*/ 8 w 6"/>
                <a:gd name="T3" fmla="*/ 32 h 5"/>
                <a:gd name="T4" fmla="*/ 48 w 6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0"/>
                    <a:pt x="0" y="0"/>
                    <a:pt x="1" y="4"/>
                  </a:cubicBezTo>
                  <a:cubicBezTo>
                    <a:pt x="2" y="5"/>
                    <a:pt x="4" y="4"/>
                    <a:pt x="6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90" name="Freeform 1981">
              <a:extLst>
                <a:ext uri="{FF2B5EF4-FFF2-40B4-BE49-F238E27FC236}">
                  <a16:creationId xmlns:a16="http://schemas.microsoft.com/office/drawing/2014/main" id="{5FA6E64B-FC20-48F8-B464-9EE877F9A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06"/>
              <a:ext cx="22" cy="17"/>
            </a:xfrm>
            <a:custGeom>
              <a:avLst/>
              <a:gdLst>
                <a:gd name="T0" fmla="*/ 72 w 11"/>
                <a:gd name="T1" fmla="*/ 0 h 8"/>
                <a:gd name="T2" fmla="*/ 48 w 11"/>
                <a:gd name="T3" fmla="*/ 77 h 8"/>
                <a:gd name="T4" fmla="*/ 64 w 11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9" y="0"/>
                  </a:moveTo>
                  <a:cubicBezTo>
                    <a:pt x="4" y="0"/>
                    <a:pt x="0" y="8"/>
                    <a:pt x="6" y="8"/>
                  </a:cubicBezTo>
                  <a:cubicBezTo>
                    <a:pt x="10" y="8"/>
                    <a:pt x="11" y="4"/>
                    <a:pt x="8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91" name="Freeform 1982">
              <a:extLst>
                <a:ext uri="{FF2B5EF4-FFF2-40B4-BE49-F238E27FC236}">
                  <a16:creationId xmlns:a16="http://schemas.microsoft.com/office/drawing/2014/main" id="{B8CB9900-3A31-40D5-926D-F7B27381D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551"/>
              <a:ext cx="18" cy="21"/>
            </a:xfrm>
            <a:custGeom>
              <a:avLst/>
              <a:gdLst>
                <a:gd name="T0" fmla="*/ 56 w 9"/>
                <a:gd name="T1" fmla="*/ 0 h 10"/>
                <a:gd name="T2" fmla="*/ 72 w 9"/>
                <a:gd name="T3" fmla="*/ 3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0" y="3"/>
                    <a:pt x="5" y="10"/>
                    <a:pt x="9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92" name="Freeform 1983">
              <a:extLst>
                <a:ext uri="{FF2B5EF4-FFF2-40B4-BE49-F238E27FC236}">
                  <a16:creationId xmlns:a16="http://schemas.microsoft.com/office/drawing/2014/main" id="{EB5D09F3-B64C-4D4A-B8BD-5FE19120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594"/>
              <a:ext cx="16" cy="12"/>
            </a:xfrm>
            <a:custGeom>
              <a:avLst/>
              <a:gdLst>
                <a:gd name="T0" fmla="*/ 24 w 8"/>
                <a:gd name="T1" fmla="*/ 16 h 6"/>
                <a:gd name="T2" fmla="*/ 32 w 8"/>
                <a:gd name="T3" fmla="*/ 0 h 6"/>
                <a:gd name="T4" fmla="*/ 24 w 8"/>
                <a:gd name="T5" fmla="*/ 48 h 6"/>
                <a:gd name="T6" fmla="*/ 40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2"/>
                  </a:moveTo>
                  <a:cubicBezTo>
                    <a:pt x="4" y="1"/>
                    <a:pt x="4" y="0"/>
                    <a:pt x="4" y="0"/>
                  </a:cubicBezTo>
                  <a:cubicBezTo>
                    <a:pt x="1" y="1"/>
                    <a:pt x="0" y="5"/>
                    <a:pt x="3" y="6"/>
                  </a:cubicBezTo>
                  <a:cubicBezTo>
                    <a:pt x="6" y="5"/>
                    <a:pt x="8" y="2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93" name="Freeform 1984">
              <a:extLst>
                <a:ext uri="{FF2B5EF4-FFF2-40B4-BE49-F238E27FC236}">
                  <a16:creationId xmlns:a16="http://schemas.microsoft.com/office/drawing/2014/main" id="{B7E6BD4D-3439-49A8-A7E9-E21D24C16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1640"/>
              <a:ext cx="12" cy="17"/>
            </a:xfrm>
            <a:custGeom>
              <a:avLst/>
              <a:gdLst>
                <a:gd name="T0" fmla="*/ 48 w 6"/>
                <a:gd name="T1" fmla="*/ 19 h 8"/>
                <a:gd name="T2" fmla="*/ 16 w 6"/>
                <a:gd name="T3" fmla="*/ 77 h 8"/>
                <a:gd name="T4" fmla="*/ 48 w 6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2"/>
                  </a:moveTo>
                  <a:cubicBezTo>
                    <a:pt x="2" y="0"/>
                    <a:pt x="0" y="4"/>
                    <a:pt x="2" y="8"/>
                  </a:cubicBezTo>
                  <a:cubicBezTo>
                    <a:pt x="4" y="8"/>
                    <a:pt x="6" y="6"/>
                    <a:pt x="6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94" name="Freeform 1985">
              <a:extLst>
                <a:ext uri="{FF2B5EF4-FFF2-40B4-BE49-F238E27FC236}">
                  <a16:creationId xmlns:a16="http://schemas.microsoft.com/office/drawing/2014/main" id="{802911B1-9BFC-4948-9F05-E0715B20A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670"/>
              <a:ext cx="30" cy="26"/>
            </a:xfrm>
            <a:custGeom>
              <a:avLst/>
              <a:gdLst>
                <a:gd name="T0" fmla="*/ 72 w 15"/>
                <a:gd name="T1" fmla="*/ 0 h 12"/>
                <a:gd name="T2" fmla="*/ 32 w 15"/>
                <a:gd name="T3" fmla="*/ 80 h 12"/>
                <a:gd name="T4" fmla="*/ 88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9" y="0"/>
                  </a:moveTo>
                  <a:cubicBezTo>
                    <a:pt x="6" y="0"/>
                    <a:pt x="0" y="5"/>
                    <a:pt x="4" y="8"/>
                  </a:cubicBezTo>
                  <a:cubicBezTo>
                    <a:pt x="9" y="12"/>
                    <a:pt x="15" y="5"/>
                    <a:pt x="1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95" name="Freeform 1986">
              <a:extLst>
                <a:ext uri="{FF2B5EF4-FFF2-40B4-BE49-F238E27FC236}">
                  <a16:creationId xmlns:a16="http://schemas.microsoft.com/office/drawing/2014/main" id="{A7816B82-320B-4BC5-9975-E84875EFA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630"/>
              <a:ext cx="12" cy="13"/>
            </a:xfrm>
            <a:custGeom>
              <a:avLst/>
              <a:gdLst>
                <a:gd name="T0" fmla="*/ 32 w 6"/>
                <a:gd name="T1" fmla="*/ 20 h 6"/>
                <a:gd name="T2" fmla="*/ 8 w 6"/>
                <a:gd name="T3" fmla="*/ 61 h 6"/>
                <a:gd name="T4" fmla="*/ 32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5" y="6"/>
                    <a:pt x="6" y="3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96" name="Freeform 1987">
              <a:extLst>
                <a:ext uri="{FF2B5EF4-FFF2-40B4-BE49-F238E27FC236}">
                  <a16:creationId xmlns:a16="http://schemas.microsoft.com/office/drawing/2014/main" id="{07F3462F-9A21-4F7D-A195-6EED53692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585"/>
              <a:ext cx="18" cy="28"/>
            </a:xfrm>
            <a:custGeom>
              <a:avLst/>
              <a:gdLst>
                <a:gd name="T0" fmla="*/ 56 w 9"/>
                <a:gd name="T1" fmla="*/ 28 h 13"/>
                <a:gd name="T2" fmla="*/ 72 w 9"/>
                <a:gd name="T3" fmla="*/ 8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7" y="3"/>
                  </a:moveTo>
                  <a:cubicBezTo>
                    <a:pt x="1" y="0"/>
                    <a:pt x="0" y="13"/>
                    <a:pt x="9" y="8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97" name="Freeform 1988">
              <a:extLst>
                <a:ext uri="{FF2B5EF4-FFF2-40B4-BE49-F238E27FC236}">
                  <a16:creationId xmlns:a16="http://schemas.microsoft.com/office/drawing/2014/main" id="{9352B19D-19C1-4DFA-8C95-C5E360C41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543"/>
              <a:ext cx="22" cy="17"/>
            </a:xfrm>
            <a:custGeom>
              <a:avLst/>
              <a:gdLst>
                <a:gd name="T0" fmla="*/ 24 w 11"/>
                <a:gd name="T1" fmla="*/ 0 h 8"/>
                <a:gd name="T2" fmla="*/ 8 w 11"/>
                <a:gd name="T3" fmla="*/ 77 h 8"/>
                <a:gd name="T4" fmla="*/ 40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3" y="0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5" y="8"/>
                    <a:pt x="11" y="3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98" name="Freeform 1989">
              <a:extLst>
                <a:ext uri="{FF2B5EF4-FFF2-40B4-BE49-F238E27FC236}">
                  <a16:creationId xmlns:a16="http://schemas.microsoft.com/office/drawing/2014/main" id="{DA43C10A-D0D5-4319-A94A-0515FC088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511"/>
              <a:ext cx="20" cy="12"/>
            </a:xfrm>
            <a:custGeom>
              <a:avLst/>
              <a:gdLst>
                <a:gd name="T0" fmla="*/ 40 w 10"/>
                <a:gd name="T1" fmla="*/ 0 h 6"/>
                <a:gd name="T2" fmla="*/ 8 w 10"/>
                <a:gd name="T3" fmla="*/ 40 h 6"/>
                <a:gd name="T4" fmla="*/ 64 w 10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2" y="1"/>
                    <a:pt x="0" y="2"/>
                    <a:pt x="1" y="5"/>
                  </a:cubicBezTo>
                  <a:cubicBezTo>
                    <a:pt x="5" y="6"/>
                    <a:pt x="10" y="6"/>
                    <a:pt x="8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499" name="Freeform 1990">
              <a:extLst>
                <a:ext uri="{FF2B5EF4-FFF2-40B4-BE49-F238E27FC236}">
                  <a16:creationId xmlns:a16="http://schemas.microsoft.com/office/drawing/2014/main" id="{B4692418-63F2-46A8-99B5-6D1491E15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645"/>
              <a:ext cx="16" cy="19"/>
            </a:xfrm>
            <a:custGeom>
              <a:avLst/>
              <a:gdLst>
                <a:gd name="T0" fmla="*/ 32 w 8"/>
                <a:gd name="T1" fmla="*/ 17 h 9"/>
                <a:gd name="T2" fmla="*/ 16 w 8"/>
                <a:gd name="T3" fmla="*/ 84 h 9"/>
                <a:gd name="T4" fmla="*/ 64 w 8"/>
                <a:gd name="T5" fmla="*/ 17 h 9"/>
                <a:gd name="T6" fmla="*/ 32 w 8"/>
                <a:gd name="T7" fmla="*/ 2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2"/>
                  </a:moveTo>
                  <a:cubicBezTo>
                    <a:pt x="1" y="3"/>
                    <a:pt x="0" y="7"/>
                    <a:pt x="2" y="9"/>
                  </a:cubicBezTo>
                  <a:cubicBezTo>
                    <a:pt x="5" y="8"/>
                    <a:pt x="7" y="5"/>
                    <a:pt x="8" y="2"/>
                  </a:cubicBezTo>
                  <a:cubicBezTo>
                    <a:pt x="6" y="0"/>
                    <a:pt x="5" y="1"/>
                    <a:pt x="4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00" name="Freeform 1991">
              <a:extLst>
                <a:ext uri="{FF2B5EF4-FFF2-40B4-BE49-F238E27FC236}">
                  <a16:creationId xmlns:a16="http://schemas.microsoft.com/office/drawing/2014/main" id="{6CC8208E-BD68-4FF6-A8FF-9D1EF80EA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613"/>
              <a:ext cx="12" cy="15"/>
            </a:xfrm>
            <a:custGeom>
              <a:avLst/>
              <a:gdLst>
                <a:gd name="T0" fmla="*/ 8 w 6"/>
                <a:gd name="T1" fmla="*/ 28 h 7"/>
                <a:gd name="T2" fmla="*/ 0 w 6"/>
                <a:gd name="T3" fmla="*/ 51 h 7"/>
                <a:gd name="T4" fmla="*/ 48 w 6"/>
                <a:gd name="T5" fmla="*/ 19 h 7"/>
                <a:gd name="T6" fmla="*/ 24 w 6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7"/>
                    <a:pt x="5" y="5"/>
                    <a:pt x="6" y="2"/>
                  </a:cubicBezTo>
                  <a:cubicBezTo>
                    <a:pt x="5" y="0"/>
                    <a:pt x="4" y="1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01" name="Freeform 1992">
              <a:extLst>
                <a:ext uri="{FF2B5EF4-FFF2-40B4-BE49-F238E27FC236}">
                  <a16:creationId xmlns:a16="http://schemas.microsoft.com/office/drawing/2014/main" id="{AB9965E6-9A89-48CD-8CF3-CE351E1B8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526"/>
              <a:ext cx="20" cy="23"/>
            </a:xfrm>
            <a:custGeom>
              <a:avLst/>
              <a:gdLst>
                <a:gd name="T0" fmla="*/ 0 w 10"/>
                <a:gd name="T1" fmla="*/ 27 h 11"/>
                <a:gd name="T2" fmla="*/ 16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3"/>
                  </a:moveTo>
                  <a:cubicBezTo>
                    <a:pt x="1" y="11"/>
                    <a:pt x="10" y="0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02" name="Freeform 1993">
              <a:extLst>
                <a:ext uri="{FF2B5EF4-FFF2-40B4-BE49-F238E27FC236}">
                  <a16:creationId xmlns:a16="http://schemas.microsoft.com/office/drawing/2014/main" id="{2B5055DD-AA54-4C05-88BD-0F4D9D5FA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577"/>
              <a:ext cx="24" cy="25"/>
            </a:xfrm>
            <a:custGeom>
              <a:avLst/>
              <a:gdLst>
                <a:gd name="T0" fmla="*/ 8 w 12"/>
                <a:gd name="T1" fmla="*/ 8 h 12"/>
                <a:gd name="T2" fmla="*/ 24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12"/>
                    <a:pt x="12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03" name="Freeform 1994">
              <a:extLst>
                <a:ext uri="{FF2B5EF4-FFF2-40B4-BE49-F238E27FC236}">
                  <a16:creationId xmlns:a16="http://schemas.microsoft.com/office/drawing/2014/main" id="{F5CFE352-971A-40B1-8432-E0D02901D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562"/>
              <a:ext cx="22" cy="23"/>
            </a:xfrm>
            <a:custGeom>
              <a:avLst/>
              <a:gdLst>
                <a:gd name="T0" fmla="*/ 0 w 11"/>
                <a:gd name="T1" fmla="*/ 8 h 11"/>
                <a:gd name="T2" fmla="*/ 40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"/>
                  </a:moveTo>
                  <a:cubicBezTo>
                    <a:pt x="4" y="11"/>
                    <a:pt x="11" y="2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04" name="Freeform 1995">
              <a:extLst>
                <a:ext uri="{FF2B5EF4-FFF2-40B4-BE49-F238E27FC236}">
                  <a16:creationId xmlns:a16="http://schemas.microsoft.com/office/drawing/2014/main" id="{C790E08C-B704-4B2B-966D-936AF217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528"/>
              <a:ext cx="18" cy="19"/>
            </a:xfrm>
            <a:custGeom>
              <a:avLst/>
              <a:gdLst>
                <a:gd name="T0" fmla="*/ 8 w 9"/>
                <a:gd name="T1" fmla="*/ 27 h 9"/>
                <a:gd name="T2" fmla="*/ 48 w 9"/>
                <a:gd name="T3" fmla="*/ 57 h 9"/>
                <a:gd name="T4" fmla="*/ 16 w 9"/>
                <a:gd name="T5" fmla="*/ 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1" y="3"/>
                  </a:moveTo>
                  <a:cubicBezTo>
                    <a:pt x="0" y="7"/>
                    <a:pt x="3" y="9"/>
                    <a:pt x="6" y="6"/>
                  </a:cubicBezTo>
                  <a:cubicBezTo>
                    <a:pt x="9" y="2"/>
                    <a:pt x="5" y="0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05" name="Freeform 1996">
              <a:extLst>
                <a:ext uri="{FF2B5EF4-FFF2-40B4-BE49-F238E27FC236}">
                  <a16:creationId xmlns:a16="http://schemas.microsoft.com/office/drawing/2014/main" id="{8360300F-7203-4013-BE09-58DBF55AA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572"/>
              <a:ext cx="10" cy="11"/>
            </a:xfrm>
            <a:custGeom>
              <a:avLst/>
              <a:gdLst>
                <a:gd name="T0" fmla="*/ 0 w 5"/>
                <a:gd name="T1" fmla="*/ 0 h 5"/>
                <a:gd name="T2" fmla="*/ 24 w 5"/>
                <a:gd name="T3" fmla="*/ 53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3"/>
                    <a:pt x="0" y="5"/>
                    <a:pt x="3" y="5"/>
                  </a:cubicBezTo>
                  <a:cubicBezTo>
                    <a:pt x="5" y="3"/>
                    <a:pt x="4" y="1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06" name="Freeform 1997">
              <a:extLst>
                <a:ext uri="{FF2B5EF4-FFF2-40B4-BE49-F238E27FC236}">
                  <a16:creationId xmlns:a16="http://schemas.microsoft.com/office/drawing/2014/main" id="{CB48F030-5416-4354-89B4-67C4D3387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528"/>
              <a:ext cx="12" cy="17"/>
            </a:xfrm>
            <a:custGeom>
              <a:avLst/>
              <a:gdLst>
                <a:gd name="T0" fmla="*/ 32 w 6"/>
                <a:gd name="T1" fmla="*/ 0 h 8"/>
                <a:gd name="T2" fmla="*/ 0 w 6"/>
                <a:gd name="T3" fmla="*/ 77 h 8"/>
                <a:gd name="T4" fmla="*/ 32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2" y="2"/>
                    <a:pt x="0" y="5"/>
                    <a:pt x="0" y="8"/>
                  </a:cubicBezTo>
                  <a:cubicBezTo>
                    <a:pt x="3" y="7"/>
                    <a:pt x="6" y="3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07" name="Freeform 1998">
              <a:extLst>
                <a:ext uri="{FF2B5EF4-FFF2-40B4-BE49-F238E27FC236}">
                  <a16:creationId xmlns:a16="http://schemas.microsoft.com/office/drawing/2014/main" id="{1A219F4E-1F4D-40C9-BC79-A4D690E92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506"/>
              <a:ext cx="14" cy="20"/>
            </a:xfrm>
            <a:custGeom>
              <a:avLst/>
              <a:gdLst>
                <a:gd name="T0" fmla="*/ 32 w 7"/>
                <a:gd name="T1" fmla="*/ 20 h 9"/>
                <a:gd name="T2" fmla="*/ 32 w 7"/>
                <a:gd name="T3" fmla="*/ 64 h 9"/>
                <a:gd name="T4" fmla="*/ 32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2"/>
                  </a:moveTo>
                  <a:cubicBezTo>
                    <a:pt x="0" y="4"/>
                    <a:pt x="1" y="9"/>
                    <a:pt x="4" y="6"/>
                  </a:cubicBezTo>
                  <a:cubicBezTo>
                    <a:pt x="7" y="4"/>
                    <a:pt x="7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08" name="Freeform 1999">
              <a:extLst>
                <a:ext uri="{FF2B5EF4-FFF2-40B4-BE49-F238E27FC236}">
                  <a16:creationId xmlns:a16="http://schemas.microsoft.com/office/drawing/2014/main" id="{5BAF029E-4BDE-4DCB-AF94-F31D22499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472"/>
              <a:ext cx="22" cy="22"/>
            </a:xfrm>
            <a:custGeom>
              <a:avLst/>
              <a:gdLst>
                <a:gd name="T0" fmla="*/ 56 w 11"/>
                <a:gd name="T1" fmla="*/ 0 h 10"/>
                <a:gd name="T2" fmla="*/ 56 w 11"/>
                <a:gd name="T3" fmla="*/ 73 h 10"/>
                <a:gd name="T4" fmla="*/ 48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0"/>
                  </a:moveTo>
                  <a:cubicBezTo>
                    <a:pt x="2" y="2"/>
                    <a:pt x="0" y="10"/>
                    <a:pt x="7" y="7"/>
                  </a:cubicBezTo>
                  <a:cubicBezTo>
                    <a:pt x="11" y="6"/>
                    <a:pt x="10" y="1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09" name="Freeform 2000">
              <a:extLst>
                <a:ext uri="{FF2B5EF4-FFF2-40B4-BE49-F238E27FC236}">
                  <a16:creationId xmlns:a16="http://schemas.microsoft.com/office/drawing/2014/main" id="{E55E644D-5157-4627-A590-E7A900B6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432"/>
              <a:ext cx="32" cy="32"/>
            </a:xfrm>
            <a:custGeom>
              <a:avLst/>
              <a:gdLst>
                <a:gd name="T0" fmla="*/ 96 w 16"/>
                <a:gd name="T1" fmla="*/ 0 h 15"/>
                <a:gd name="T2" fmla="*/ 128 w 16"/>
                <a:gd name="T3" fmla="*/ 1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2" y="0"/>
                  </a:moveTo>
                  <a:cubicBezTo>
                    <a:pt x="0" y="3"/>
                    <a:pt x="14" y="15"/>
                    <a:pt x="1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10" name="Freeform 2001">
              <a:extLst>
                <a:ext uri="{FF2B5EF4-FFF2-40B4-BE49-F238E27FC236}">
                  <a16:creationId xmlns:a16="http://schemas.microsoft.com/office/drawing/2014/main" id="{397D5E5D-0666-4CEB-A340-7BC9E56AE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494"/>
              <a:ext cx="18" cy="19"/>
            </a:xfrm>
            <a:custGeom>
              <a:avLst/>
              <a:gdLst>
                <a:gd name="T0" fmla="*/ 24 w 9"/>
                <a:gd name="T1" fmla="*/ 8 h 9"/>
                <a:gd name="T2" fmla="*/ 0 w 9"/>
                <a:gd name="T3" fmla="*/ 68 h 9"/>
                <a:gd name="T4" fmla="*/ 72 w 9"/>
                <a:gd name="T5" fmla="*/ 8 h 9"/>
                <a:gd name="T6" fmla="*/ 48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2" y="3"/>
                    <a:pt x="1" y="5"/>
                    <a:pt x="0" y="7"/>
                  </a:cubicBezTo>
                  <a:cubicBezTo>
                    <a:pt x="4" y="9"/>
                    <a:pt x="7" y="5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11" name="Freeform 2002">
              <a:extLst>
                <a:ext uri="{FF2B5EF4-FFF2-40B4-BE49-F238E27FC236}">
                  <a16:creationId xmlns:a16="http://schemas.microsoft.com/office/drawing/2014/main" id="{3413E8F9-E01D-47A2-B79F-C3B17EF01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553"/>
              <a:ext cx="18" cy="17"/>
            </a:xfrm>
            <a:custGeom>
              <a:avLst/>
              <a:gdLst>
                <a:gd name="T0" fmla="*/ 32 w 9"/>
                <a:gd name="T1" fmla="*/ 9 h 8"/>
                <a:gd name="T2" fmla="*/ 32 w 9"/>
                <a:gd name="T3" fmla="*/ 68 h 8"/>
                <a:gd name="T4" fmla="*/ 40 w 9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1"/>
                  </a:moveTo>
                  <a:cubicBezTo>
                    <a:pt x="0" y="0"/>
                    <a:pt x="1" y="7"/>
                    <a:pt x="4" y="7"/>
                  </a:cubicBezTo>
                  <a:cubicBezTo>
                    <a:pt x="7" y="8"/>
                    <a:pt x="9" y="2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12" name="Freeform 2003">
              <a:extLst>
                <a:ext uri="{FF2B5EF4-FFF2-40B4-BE49-F238E27FC236}">
                  <a16:creationId xmlns:a16="http://schemas.microsoft.com/office/drawing/2014/main" id="{D41D681E-FFCF-488B-A67D-67413ED7C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579"/>
              <a:ext cx="8" cy="12"/>
            </a:xfrm>
            <a:custGeom>
              <a:avLst/>
              <a:gdLst>
                <a:gd name="T0" fmla="*/ 24 w 4"/>
                <a:gd name="T1" fmla="*/ 16 h 6"/>
                <a:gd name="T2" fmla="*/ 0 w 4"/>
                <a:gd name="T3" fmla="*/ 40 h 6"/>
                <a:gd name="T4" fmla="*/ 32 w 4"/>
                <a:gd name="T5" fmla="*/ 0 h 6"/>
                <a:gd name="T6" fmla="*/ 16 w 4"/>
                <a:gd name="T7" fmla="*/ 4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2" y="5"/>
                    <a:pt x="4" y="3"/>
                    <a:pt x="4" y="0"/>
                  </a:cubicBezTo>
                  <a:cubicBezTo>
                    <a:pt x="0" y="0"/>
                    <a:pt x="0" y="4"/>
                    <a:pt x="2" y="6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13" name="Freeform 2004">
              <a:extLst>
                <a:ext uri="{FF2B5EF4-FFF2-40B4-BE49-F238E27FC236}">
                  <a16:creationId xmlns:a16="http://schemas.microsoft.com/office/drawing/2014/main" id="{D315D19C-1F2F-4C73-ABCB-D3A1BFADA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649"/>
              <a:ext cx="12" cy="11"/>
            </a:xfrm>
            <a:custGeom>
              <a:avLst/>
              <a:gdLst>
                <a:gd name="T0" fmla="*/ 8 w 6"/>
                <a:gd name="T1" fmla="*/ 20 h 5"/>
                <a:gd name="T2" fmla="*/ 0 w 6"/>
                <a:gd name="T3" fmla="*/ 44 h 5"/>
                <a:gd name="T4" fmla="*/ 24 w 6"/>
                <a:gd name="T5" fmla="*/ 0 h 5"/>
                <a:gd name="T6" fmla="*/ 8 w 6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5"/>
                    <a:pt x="6" y="2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14" name="Freeform 2005">
              <a:extLst>
                <a:ext uri="{FF2B5EF4-FFF2-40B4-BE49-F238E27FC236}">
                  <a16:creationId xmlns:a16="http://schemas.microsoft.com/office/drawing/2014/main" id="{ACD021B7-5782-4208-858B-80978DB6B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647"/>
              <a:ext cx="16" cy="17"/>
            </a:xfrm>
            <a:custGeom>
              <a:avLst/>
              <a:gdLst>
                <a:gd name="T0" fmla="*/ 16 w 8"/>
                <a:gd name="T1" fmla="*/ 19 h 8"/>
                <a:gd name="T2" fmla="*/ 0 w 8"/>
                <a:gd name="T3" fmla="*/ 49 h 8"/>
                <a:gd name="T4" fmla="*/ 16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2"/>
                  </a:moveTo>
                  <a:cubicBezTo>
                    <a:pt x="1" y="3"/>
                    <a:pt x="0" y="4"/>
                    <a:pt x="0" y="5"/>
                  </a:cubicBezTo>
                  <a:cubicBezTo>
                    <a:pt x="4" y="8"/>
                    <a:pt x="8" y="0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15" name="Freeform 2006">
              <a:extLst>
                <a:ext uri="{FF2B5EF4-FFF2-40B4-BE49-F238E27FC236}">
                  <a16:creationId xmlns:a16="http://schemas.microsoft.com/office/drawing/2014/main" id="{C6A75C84-01EA-4765-9B18-FE694E1A5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694"/>
              <a:ext cx="24" cy="29"/>
            </a:xfrm>
            <a:custGeom>
              <a:avLst/>
              <a:gdLst>
                <a:gd name="T0" fmla="*/ 0 w 12"/>
                <a:gd name="T1" fmla="*/ 25 h 14"/>
                <a:gd name="T2" fmla="*/ 72 w 1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3"/>
                  </a:moveTo>
                  <a:cubicBezTo>
                    <a:pt x="2" y="14"/>
                    <a:pt x="12" y="6"/>
                    <a:pt x="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16" name="Freeform 2007">
              <a:extLst>
                <a:ext uri="{FF2B5EF4-FFF2-40B4-BE49-F238E27FC236}">
                  <a16:creationId xmlns:a16="http://schemas.microsoft.com/office/drawing/2014/main" id="{9F2D39C0-AE7F-4F52-B605-734355AD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585"/>
              <a:ext cx="12" cy="13"/>
            </a:xfrm>
            <a:custGeom>
              <a:avLst/>
              <a:gdLst>
                <a:gd name="T0" fmla="*/ 0 w 6"/>
                <a:gd name="T1" fmla="*/ 33 h 6"/>
                <a:gd name="T2" fmla="*/ 8 w 6"/>
                <a:gd name="T3" fmla="*/ 61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4" y="5"/>
                    <a:pt x="6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17" name="Freeform 2008">
              <a:extLst>
                <a:ext uri="{FF2B5EF4-FFF2-40B4-BE49-F238E27FC236}">
                  <a16:creationId xmlns:a16="http://schemas.microsoft.com/office/drawing/2014/main" id="{8CC9BEAD-3E32-4827-B2A9-88E52E50B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528"/>
              <a:ext cx="10" cy="12"/>
            </a:xfrm>
            <a:custGeom>
              <a:avLst/>
              <a:gdLst>
                <a:gd name="T0" fmla="*/ 16 w 5"/>
                <a:gd name="T1" fmla="*/ 8 h 6"/>
                <a:gd name="T2" fmla="*/ 0 w 5"/>
                <a:gd name="T3" fmla="*/ 40 h 6"/>
                <a:gd name="T4" fmla="*/ 40 w 5"/>
                <a:gd name="T5" fmla="*/ 8 h 6"/>
                <a:gd name="T6" fmla="*/ 24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2" y="6"/>
                    <a:pt x="5" y="4"/>
                    <a:pt x="5" y="1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18" name="Freeform 2009">
              <a:extLst>
                <a:ext uri="{FF2B5EF4-FFF2-40B4-BE49-F238E27FC236}">
                  <a16:creationId xmlns:a16="http://schemas.microsoft.com/office/drawing/2014/main" id="{CF6DC488-5E69-472F-B6B9-9E67404D2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491"/>
              <a:ext cx="20" cy="22"/>
            </a:xfrm>
            <a:custGeom>
              <a:avLst/>
              <a:gdLst>
                <a:gd name="T0" fmla="*/ 56 w 10"/>
                <a:gd name="T1" fmla="*/ 9 h 10"/>
                <a:gd name="T2" fmla="*/ 32 w 10"/>
                <a:gd name="T3" fmla="*/ 97 h 10"/>
                <a:gd name="T4" fmla="*/ 56 w 10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1"/>
                  </a:moveTo>
                  <a:cubicBezTo>
                    <a:pt x="2" y="0"/>
                    <a:pt x="0" y="8"/>
                    <a:pt x="4" y="9"/>
                  </a:cubicBezTo>
                  <a:cubicBezTo>
                    <a:pt x="8" y="10"/>
                    <a:pt x="10" y="3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19" name="Freeform 2010">
              <a:extLst>
                <a:ext uri="{FF2B5EF4-FFF2-40B4-BE49-F238E27FC236}">
                  <a16:creationId xmlns:a16="http://schemas.microsoft.com/office/drawing/2014/main" id="{5B87F70A-0DA6-4C6E-A5DB-F3A58EAD7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423"/>
              <a:ext cx="20" cy="20"/>
            </a:xfrm>
            <a:custGeom>
              <a:avLst/>
              <a:gdLst>
                <a:gd name="T0" fmla="*/ 56 w 10"/>
                <a:gd name="T1" fmla="*/ 0 h 9"/>
                <a:gd name="T2" fmla="*/ 80 w 10"/>
                <a:gd name="T3" fmla="*/ 20 h 9"/>
                <a:gd name="T4" fmla="*/ 64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cubicBezTo>
                    <a:pt x="0" y="3"/>
                    <a:pt x="8" y="9"/>
                    <a:pt x="10" y="2"/>
                  </a:cubicBezTo>
                  <a:cubicBezTo>
                    <a:pt x="10" y="1"/>
                    <a:pt x="9" y="1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20" name="Freeform 2011">
              <a:extLst>
                <a:ext uri="{FF2B5EF4-FFF2-40B4-BE49-F238E27FC236}">
                  <a16:creationId xmlns:a16="http://schemas.microsoft.com/office/drawing/2014/main" id="{88F853F9-AC2D-441F-83CE-ED6BD45C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368"/>
              <a:ext cx="42" cy="28"/>
            </a:xfrm>
            <a:custGeom>
              <a:avLst/>
              <a:gdLst>
                <a:gd name="T0" fmla="*/ 48 w 21"/>
                <a:gd name="T1" fmla="*/ 9 h 13"/>
                <a:gd name="T2" fmla="*/ 80 w 2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6" y="1"/>
                  </a:moveTo>
                  <a:cubicBezTo>
                    <a:pt x="0" y="13"/>
                    <a:pt x="21" y="2"/>
                    <a:pt x="10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21" name="Freeform 2012">
              <a:extLst>
                <a:ext uri="{FF2B5EF4-FFF2-40B4-BE49-F238E27FC236}">
                  <a16:creationId xmlns:a16="http://schemas.microsoft.com/office/drawing/2014/main" id="{B4D9D3E0-30CD-4867-99FF-73E6E9FC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383"/>
              <a:ext cx="22" cy="25"/>
            </a:xfrm>
            <a:custGeom>
              <a:avLst/>
              <a:gdLst>
                <a:gd name="T0" fmla="*/ 56 w 11"/>
                <a:gd name="T1" fmla="*/ 8 h 12"/>
                <a:gd name="T2" fmla="*/ 24 w 11"/>
                <a:gd name="T3" fmla="*/ 83 h 12"/>
                <a:gd name="T4" fmla="*/ 64 w 11"/>
                <a:gd name="T5" fmla="*/ 1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1"/>
                  </a:moveTo>
                  <a:cubicBezTo>
                    <a:pt x="3" y="0"/>
                    <a:pt x="0" y="6"/>
                    <a:pt x="3" y="9"/>
                  </a:cubicBezTo>
                  <a:cubicBezTo>
                    <a:pt x="6" y="12"/>
                    <a:pt x="11" y="5"/>
                    <a:pt x="8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22" name="Freeform 2013">
              <a:extLst>
                <a:ext uri="{FF2B5EF4-FFF2-40B4-BE49-F238E27FC236}">
                  <a16:creationId xmlns:a16="http://schemas.microsoft.com/office/drawing/2014/main" id="{FCCCE9F7-3329-45C5-8741-6DFA55E8A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353"/>
              <a:ext cx="12" cy="15"/>
            </a:xfrm>
            <a:custGeom>
              <a:avLst/>
              <a:gdLst>
                <a:gd name="T0" fmla="*/ 24 w 6"/>
                <a:gd name="T1" fmla="*/ 19 h 7"/>
                <a:gd name="T2" fmla="*/ 0 w 6"/>
                <a:gd name="T3" fmla="*/ 41 h 7"/>
                <a:gd name="T4" fmla="*/ 48 w 6"/>
                <a:gd name="T5" fmla="*/ 28 h 7"/>
                <a:gd name="T6" fmla="*/ 32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3" y="2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2" y="7"/>
                    <a:pt x="4" y="6"/>
                    <a:pt x="6" y="3"/>
                  </a:cubicBezTo>
                  <a:cubicBezTo>
                    <a:pt x="5" y="2"/>
                    <a:pt x="5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23" name="Freeform 2014">
              <a:extLst>
                <a:ext uri="{FF2B5EF4-FFF2-40B4-BE49-F238E27FC236}">
                  <a16:creationId xmlns:a16="http://schemas.microsoft.com/office/drawing/2014/main" id="{CAF44188-584E-49DA-80D6-49C17B12E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311"/>
              <a:ext cx="14" cy="12"/>
            </a:xfrm>
            <a:custGeom>
              <a:avLst/>
              <a:gdLst>
                <a:gd name="T0" fmla="*/ 24 w 7"/>
                <a:gd name="T1" fmla="*/ 0 h 6"/>
                <a:gd name="T2" fmla="*/ 0 w 7"/>
                <a:gd name="T3" fmla="*/ 48 h 6"/>
                <a:gd name="T4" fmla="*/ 32 w 7"/>
                <a:gd name="T5" fmla="*/ 8 h 6"/>
                <a:gd name="T6" fmla="*/ 24 w 7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3" y="6"/>
                    <a:pt x="7" y="3"/>
                    <a:pt x="4" y="1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24" name="Freeform 2015">
              <a:extLst>
                <a:ext uri="{FF2B5EF4-FFF2-40B4-BE49-F238E27FC236}">
                  <a16:creationId xmlns:a16="http://schemas.microsoft.com/office/drawing/2014/main" id="{8456D13E-B616-40AC-BB93-CF5B3BBA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296"/>
              <a:ext cx="30" cy="23"/>
            </a:xfrm>
            <a:custGeom>
              <a:avLst/>
              <a:gdLst>
                <a:gd name="T0" fmla="*/ 80 w 15"/>
                <a:gd name="T1" fmla="*/ 27 h 11"/>
                <a:gd name="T2" fmla="*/ 40 w 15"/>
                <a:gd name="T3" fmla="*/ 92 h 11"/>
                <a:gd name="T4" fmla="*/ 72 w 15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0" y="3"/>
                  </a:moveTo>
                  <a:cubicBezTo>
                    <a:pt x="5" y="0"/>
                    <a:pt x="0" y="8"/>
                    <a:pt x="5" y="10"/>
                  </a:cubicBezTo>
                  <a:cubicBezTo>
                    <a:pt x="9" y="11"/>
                    <a:pt x="15" y="4"/>
                    <a:pt x="9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25" name="Freeform 2016">
              <a:extLst>
                <a:ext uri="{FF2B5EF4-FFF2-40B4-BE49-F238E27FC236}">
                  <a16:creationId xmlns:a16="http://schemas.microsoft.com/office/drawing/2014/main" id="{20851A22-4A3F-4547-AE01-8B654495F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281"/>
              <a:ext cx="30" cy="21"/>
            </a:xfrm>
            <a:custGeom>
              <a:avLst/>
              <a:gdLst>
                <a:gd name="T0" fmla="*/ 80 w 15"/>
                <a:gd name="T1" fmla="*/ 8 h 10"/>
                <a:gd name="T2" fmla="*/ 48 w 15"/>
                <a:gd name="T3" fmla="*/ 76 h 10"/>
                <a:gd name="T4" fmla="*/ 72 w 1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0" y="1"/>
                  </a:moveTo>
                  <a:cubicBezTo>
                    <a:pt x="5" y="0"/>
                    <a:pt x="0" y="6"/>
                    <a:pt x="6" y="8"/>
                  </a:cubicBezTo>
                  <a:cubicBezTo>
                    <a:pt x="12" y="10"/>
                    <a:pt x="15" y="1"/>
                    <a:pt x="9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26" name="Freeform 2017">
              <a:extLst>
                <a:ext uri="{FF2B5EF4-FFF2-40B4-BE49-F238E27FC236}">
                  <a16:creationId xmlns:a16="http://schemas.microsoft.com/office/drawing/2014/main" id="{38C36310-E7AE-45F2-BD1B-0D8282513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330"/>
              <a:ext cx="28" cy="23"/>
            </a:xfrm>
            <a:custGeom>
              <a:avLst/>
              <a:gdLst>
                <a:gd name="T0" fmla="*/ 72 w 14"/>
                <a:gd name="T1" fmla="*/ 0 h 11"/>
                <a:gd name="T2" fmla="*/ 88 w 14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9" y="0"/>
                  </a:moveTo>
                  <a:cubicBezTo>
                    <a:pt x="0" y="0"/>
                    <a:pt x="14" y="11"/>
                    <a:pt x="11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27" name="Freeform 2018">
              <a:extLst>
                <a:ext uri="{FF2B5EF4-FFF2-40B4-BE49-F238E27FC236}">
                  <a16:creationId xmlns:a16="http://schemas.microsoft.com/office/drawing/2014/main" id="{00D39EE9-C6BF-4BD1-B524-E91D3E811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340"/>
              <a:ext cx="38" cy="20"/>
            </a:xfrm>
            <a:custGeom>
              <a:avLst/>
              <a:gdLst>
                <a:gd name="T0" fmla="*/ 72 w 19"/>
                <a:gd name="T1" fmla="*/ 0 h 9"/>
                <a:gd name="T2" fmla="*/ 96 w 19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9" y="0"/>
                  </a:moveTo>
                  <a:cubicBezTo>
                    <a:pt x="0" y="9"/>
                    <a:pt x="19" y="7"/>
                    <a:pt x="1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28" name="Freeform 2019">
              <a:extLst>
                <a:ext uri="{FF2B5EF4-FFF2-40B4-BE49-F238E27FC236}">
                  <a16:creationId xmlns:a16="http://schemas.microsoft.com/office/drawing/2014/main" id="{380C9E32-9D26-4A0E-BB43-AC66C15DA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296"/>
              <a:ext cx="20" cy="17"/>
            </a:xfrm>
            <a:custGeom>
              <a:avLst/>
              <a:gdLst>
                <a:gd name="T0" fmla="*/ 40 w 10"/>
                <a:gd name="T1" fmla="*/ 9 h 8"/>
                <a:gd name="T2" fmla="*/ 56 w 10"/>
                <a:gd name="T3" fmla="*/ 49 h 8"/>
                <a:gd name="T4" fmla="*/ 56 w 10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0" y="2"/>
                    <a:pt x="3" y="8"/>
                    <a:pt x="7" y="5"/>
                  </a:cubicBezTo>
                  <a:cubicBezTo>
                    <a:pt x="10" y="4"/>
                    <a:pt x="10" y="0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29" name="Freeform 2020">
              <a:extLst>
                <a:ext uri="{FF2B5EF4-FFF2-40B4-BE49-F238E27FC236}">
                  <a16:creationId xmlns:a16="http://schemas.microsoft.com/office/drawing/2014/main" id="{9A29538F-AC66-494E-AD47-E35F3F19D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321"/>
              <a:ext cx="10" cy="13"/>
            </a:xfrm>
            <a:custGeom>
              <a:avLst/>
              <a:gdLst>
                <a:gd name="T0" fmla="*/ 24 w 5"/>
                <a:gd name="T1" fmla="*/ 0 h 6"/>
                <a:gd name="T2" fmla="*/ 8 w 5"/>
                <a:gd name="T3" fmla="*/ 43 h 6"/>
                <a:gd name="T4" fmla="*/ 32 w 5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6"/>
                    <a:pt x="5" y="5"/>
                    <a:pt x="4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30" name="Freeform 2021">
              <a:extLst>
                <a:ext uri="{FF2B5EF4-FFF2-40B4-BE49-F238E27FC236}">
                  <a16:creationId xmlns:a16="http://schemas.microsoft.com/office/drawing/2014/main" id="{D8B31721-7DCF-4A97-8152-4D5E122C3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366"/>
              <a:ext cx="16" cy="15"/>
            </a:xfrm>
            <a:custGeom>
              <a:avLst/>
              <a:gdLst>
                <a:gd name="T0" fmla="*/ 56 w 8"/>
                <a:gd name="T1" fmla="*/ 9 h 7"/>
                <a:gd name="T2" fmla="*/ 40 w 8"/>
                <a:gd name="T3" fmla="*/ 60 h 7"/>
                <a:gd name="T4" fmla="*/ 48 w 8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1"/>
                  </a:moveTo>
                  <a:cubicBezTo>
                    <a:pt x="1" y="0"/>
                    <a:pt x="0" y="7"/>
                    <a:pt x="5" y="6"/>
                  </a:cubicBezTo>
                  <a:cubicBezTo>
                    <a:pt x="8" y="6"/>
                    <a:pt x="8" y="2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31" name="Freeform 2022">
              <a:extLst>
                <a:ext uri="{FF2B5EF4-FFF2-40B4-BE49-F238E27FC236}">
                  <a16:creationId xmlns:a16="http://schemas.microsoft.com/office/drawing/2014/main" id="{7D15500B-41C4-4AB9-BC26-7B18ECDEF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340"/>
              <a:ext cx="18" cy="26"/>
            </a:xfrm>
            <a:custGeom>
              <a:avLst/>
              <a:gdLst>
                <a:gd name="T0" fmla="*/ 64 w 9"/>
                <a:gd name="T1" fmla="*/ 33 h 12"/>
                <a:gd name="T2" fmla="*/ 72 w 9"/>
                <a:gd name="T3" fmla="*/ 43 h 12"/>
                <a:gd name="T4" fmla="*/ 32 w 9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3"/>
                  </a:moveTo>
                  <a:cubicBezTo>
                    <a:pt x="0" y="0"/>
                    <a:pt x="5" y="12"/>
                    <a:pt x="9" y="4"/>
                  </a:cubicBezTo>
                  <a:cubicBezTo>
                    <a:pt x="8" y="2"/>
                    <a:pt x="6" y="2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32" name="Freeform 2023">
              <a:extLst>
                <a:ext uri="{FF2B5EF4-FFF2-40B4-BE49-F238E27FC236}">
                  <a16:creationId xmlns:a16="http://schemas.microsoft.com/office/drawing/2014/main" id="{0F7FF030-E04A-4C62-9E63-02DD9EF45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389"/>
              <a:ext cx="24" cy="19"/>
            </a:xfrm>
            <a:custGeom>
              <a:avLst/>
              <a:gdLst>
                <a:gd name="T0" fmla="*/ 48 w 12"/>
                <a:gd name="T1" fmla="*/ 0 h 9"/>
                <a:gd name="T2" fmla="*/ 56 w 12"/>
                <a:gd name="T3" fmla="*/ 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6" y="0"/>
                  </a:moveTo>
                  <a:cubicBezTo>
                    <a:pt x="0" y="9"/>
                    <a:pt x="12" y="7"/>
                    <a:pt x="7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33" name="Freeform 2024">
              <a:extLst>
                <a:ext uri="{FF2B5EF4-FFF2-40B4-BE49-F238E27FC236}">
                  <a16:creationId xmlns:a16="http://schemas.microsoft.com/office/drawing/2014/main" id="{7C474617-8541-4B87-8C1E-DBF4033FF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419"/>
              <a:ext cx="16" cy="17"/>
            </a:xfrm>
            <a:custGeom>
              <a:avLst/>
              <a:gdLst>
                <a:gd name="T0" fmla="*/ 48 w 8"/>
                <a:gd name="T1" fmla="*/ 0 h 8"/>
                <a:gd name="T2" fmla="*/ 40 w 8"/>
                <a:gd name="T3" fmla="*/ 60 h 8"/>
                <a:gd name="T4" fmla="*/ 48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0"/>
                  </a:moveTo>
                  <a:cubicBezTo>
                    <a:pt x="3" y="1"/>
                    <a:pt x="0" y="8"/>
                    <a:pt x="5" y="6"/>
                  </a:cubicBezTo>
                  <a:cubicBezTo>
                    <a:pt x="8" y="6"/>
                    <a:pt x="8" y="2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34" name="Freeform 2025">
              <a:extLst>
                <a:ext uri="{FF2B5EF4-FFF2-40B4-BE49-F238E27FC236}">
                  <a16:creationId xmlns:a16="http://schemas.microsoft.com/office/drawing/2014/main" id="{FAC08983-CEDB-4BA4-865C-FCC0685E8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449"/>
              <a:ext cx="20" cy="17"/>
            </a:xfrm>
            <a:custGeom>
              <a:avLst/>
              <a:gdLst>
                <a:gd name="T0" fmla="*/ 48 w 10"/>
                <a:gd name="T1" fmla="*/ 0 h 8"/>
                <a:gd name="T2" fmla="*/ 48 w 10"/>
                <a:gd name="T3" fmla="*/ 68 h 8"/>
                <a:gd name="T4" fmla="*/ 48 w 10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6" y="0"/>
                  </a:moveTo>
                  <a:cubicBezTo>
                    <a:pt x="3" y="2"/>
                    <a:pt x="0" y="8"/>
                    <a:pt x="6" y="7"/>
                  </a:cubicBezTo>
                  <a:cubicBezTo>
                    <a:pt x="10" y="7"/>
                    <a:pt x="10" y="3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35" name="Freeform 2026">
              <a:extLst>
                <a:ext uri="{FF2B5EF4-FFF2-40B4-BE49-F238E27FC236}">
                  <a16:creationId xmlns:a16="http://schemas.microsoft.com/office/drawing/2014/main" id="{A4BBF1A4-E361-4763-AA75-3DCAC96A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428"/>
              <a:ext cx="29" cy="17"/>
            </a:xfrm>
            <a:custGeom>
              <a:avLst/>
              <a:gdLst>
                <a:gd name="T0" fmla="*/ 64 w 15"/>
                <a:gd name="T1" fmla="*/ 0 h 8"/>
                <a:gd name="T2" fmla="*/ 72 w 15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9" y="0"/>
                  </a:moveTo>
                  <a:cubicBezTo>
                    <a:pt x="0" y="6"/>
                    <a:pt x="15" y="8"/>
                    <a:pt x="10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36" name="Freeform 2027">
              <a:extLst>
                <a:ext uri="{FF2B5EF4-FFF2-40B4-BE49-F238E27FC236}">
                  <a16:creationId xmlns:a16="http://schemas.microsoft.com/office/drawing/2014/main" id="{538ADC65-3D96-4AD3-A6D7-49AC84E25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462"/>
              <a:ext cx="30" cy="17"/>
            </a:xfrm>
            <a:custGeom>
              <a:avLst/>
              <a:gdLst>
                <a:gd name="T0" fmla="*/ 40 w 15"/>
                <a:gd name="T1" fmla="*/ 0 h 8"/>
                <a:gd name="T2" fmla="*/ 64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5" y="0"/>
                  </a:moveTo>
                  <a:cubicBezTo>
                    <a:pt x="0" y="8"/>
                    <a:pt x="15" y="4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37" name="Freeform 2028">
              <a:extLst>
                <a:ext uri="{FF2B5EF4-FFF2-40B4-BE49-F238E27FC236}">
                  <a16:creationId xmlns:a16="http://schemas.microsoft.com/office/drawing/2014/main" id="{A19693F9-E849-4E00-88D7-D935C2647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485"/>
              <a:ext cx="16" cy="17"/>
            </a:xfrm>
            <a:custGeom>
              <a:avLst/>
              <a:gdLst>
                <a:gd name="T0" fmla="*/ 32 w 8"/>
                <a:gd name="T1" fmla="*/ 9 h 8"/>
                <a:gd name="T2" fmla="*/ 32 w 8"/>
                <a:gd name="T3" fmla="*/ 68 h 8"/>
                <a:gd name="T4" fmla="*/ 48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1" y="3"/>
                    <a:pt x="0" y="8"/>
                    <a:pt x="4" y="7"/>
                  </a:cubicBezTo>
                  <a:cubicBezTo>
                    <a:pt x="8" y="7"/>
                    <a:pt x="8" y="2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38" name="Freeform 2029">
              <a:extLst>
                <a:ext uri="{FF2B5EF4-FFF2-40B4-BE49-F238E27FC236}">
                  <a16:creationId xmlns:a16="http://schemas.microsoft.com/office/drawing/2014/main" id="{AA3C4A1E-0B75-498B-B3BE-AC1F7AA3E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530"/>
              <a:ext cx="38" cy="23"/>
            </a:xfrm>
            <a:custGeom>
              <a:avLst/>
              <a:gdLst>
                <a:gd name="T0" fmla="*/ 88 w 19"/>
                <a:gd name="T1" fmla="*/ 17 h 11"/>
                <a:gd name="T2" fmla="*/ 72 w 19"/>
                <a:gd name="T3" fmla="*/ 0 h 11"/>
                <a:gd name="T4" fmla="*/ 72 w 19"/>
                <a:gd name="T5" fmla="*/ 92 h 11"/>
                <a:gd name="T6" fmla="*/ 88 w 1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11" y="2"/>
                  </a:moveTo>
                  <a:cubicBezTo>
                    <a:pt x="11" y="1"/>
                    <a:pt x="10" y="0"/>
                    <a:pt x="9" y="0"/>
                  </a:cubicBezTo>
                  <a:cubicBezTo>
                    <a:pt x="3" y="2"/>
                    <a:pt x="0" y="11"/>
                    <a:pt x="9" y="10"/>
                  </a:cubicBezTo>
                  <a:cubicBezTo>
                    <a:pt x="14" y="9"/>
                    <a:pt x="19" y="1"/>
                    <a:pt x="1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39" name="Freeform 2030">
              <a:extLst>
                <a:ext uri="{FF2B5EF4-FFF2-40B4-BE49-F238E27FC236}">
                  <a16:creationId xmlns:a16="http://schemas.microsoft.com/office/drawing/2014/main" id="{6118E6CC-39EB-4521-9705-6E5649446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489"/>
              <a:ext cx="10" cy="9"/>
            </a:xfrm>
            <a:custGeom>
              <a:avLst/>
              <a:gdLst>
                <a:gd name="T0" fmla="*/ 16 w 5"/>
                <a:gd name="T1" fmla="*/ 0 h 4"/>
                <a:gd name="T2" fmla="*/ 8 w 5"/>
                <a:gd name="T3" fmla="*/ 36 h 4"/>
                <a:gd name="T4" fmla="*/ 40 w 5"/>
                <a:gd name="T5" fmla="*/ 0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4"/>
                    <a:pt x="4" y="2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40" name="Freeform 2031">
              <a:extLst>
                <a:ext uri="{FF2B5EF4-FFF2-40B4-BE49-F238E27FC236}">
                  <a16:creationId xmlns:a16="http://schemas.microsoft.com/office/drawing/2014/main" id="{45F0E46A-8543-41ED-B220-A6EF5B5F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453"/>
              <a:ext cx="14" cy="15"/>
            </a:xfrm>
            <a:custGeom>
              <a:avLst/>
              <a:gdLst>
                <a:gd name="T0" fmla="*/ 8 w 7"/>
                <a:gd name="T1" fmla="*/ 0 h 7"/>
                <a:gd name="T2" fmla="*/ 32 w 7"/>
                <a:gd name="T3" fmla="*/ 51 h 7"/>
                <a:gd name="T4" fmla="*/ 8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2"/>
                    <a:pt x="0" y="7"/>
                    <a:pt x="4" y="5"/>
                  </a:cubicBezTo>
                  <a:cubicBezTo>
                    <a:pt x="7" y="2"/>
                    <a:pt x="3" y="0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41" name="Freeform 2032">
              <a:extLst>
                <a:ext uri="{FF2B5EF4-FFF2-40B4-BE49-F238E27FC236}">
                  <a16:creationId xmlns:a16="http://schemas.microsoft.com/office/drawing/2014/main" id="{ACB65EFA-5866-4DAE-B191-ABEEDC684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394"/>
              <a:ext cx="16" cy="14"/>
            </a:xfrm>
            <a:custGeom>
              <a:avLst/>
              <a:gdLst>
                <a:gd name="T0" fmla="*/ 32 w 8"/>
                <a:gd name="T1" fmla="*/ 0 h 7"/>
                <a:gd name="T2" fmla="*/ 32 w 8"/>
                <a:gd name="T3" fmla="*/ 40 h 7"/>
                <a:gd name="T4" fmla="*/ 24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0" y="0"/>
                    <a:pt x="0" y="7"/>
                    <a:pt x="4" y="5"/>
                  </a:cubicBezTo>
                  <a:cubicBezTo>
                    <a:pt x="8" y="4"/>
                    <a:pt x="7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42" name="Freeform 2033">
              <a:extLst>
                <a:ext uri="{FF2B5EF4-FFF2-40B4-BE49-F238E27FC236}">
                  <a16:creationId xmlns:a16="http://schemas.microsoft.com/office/drawing/2014/main" id="{913BF17E-2EBB-414A-97AA-F7D7180C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428"/>
              <a:ext cx="26" cy="25"/>
            </a:xfrm>
            <a:custGeom>
              <a:avLst/>
              <a:gdLst>
                <a:gd name="T0" fmla="*/ 32 w 13"/>
                <a:gd name="T1" fmla="*/ 44 h 12"/>
                <a:gd name="T2" fmla="*/ 72 w 13"/>
                <a:gd name="T3" fmla="*/ 83 h 12"/>
                <a:gd name="T4" fmla="*/ 64 w 13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4" y="5"/>
                  </a:moveTo>
                  <a:cubicBezTo>
                    <a:pt x="0" y="10"/>
                    <a:pt x="5" y="12"/>
                    <a:pt x="9" y="9"/>
                  </a:cubicBezTo>
                  <a:cubicBezTo>
                    <a:pt x="13" y="6"/>
                    <a:pt x="12" y="0"/>
                    <a:pt x="8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43" name="Freeform 2034">
              <a:extLst>
                <a:ext uri="{FF2B5EF4-FFF2-40B4-BE49-F238E27FC236}">
                  <a16:creationId xmlns:a16="http://schemas.microsoft.com/office/drawing/2014/main" id="{79626E10-B080-4C61-86DE-36749D04A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364"/>
              <a:ext cx="10" cy="13"/>
            </a:xfrm>
            <a:custGeom>
              <a:avLst/>
              <a:gdLst>
                <a:gd name="T0" fmla="*/ 24 w 5"/>
                <a:gd name="T1" fmla="*/ 0 h 6"/>
                <a:gd name="T2" fmla="*/ 8 w 5"/>
                <a:gd name="T3" fmla="*/ 61 h 6"/>
                <a:gd name="T4" fmla="*/ 40 w 5"/>
                <a:gd name="T5" fmla="*/ 20 h 6"/>
                <a:gd name="T6" fmla="*/ 24 w 5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3" y="6"/>
                    <a:pt x="5" y="5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44" name="Freeform 2035">
              <a:extLst>
                <a:ext uri="{FF2B5EF4-FFF2-40B4-BE49-F238E27FC236}">
                  <a16:creationId xmlns:a16="http://schemas.microsoft.com/office/drawing/2014/main" id="{5AEB4E15-7D47-4620-AD60-BD1EB4EA7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374"/>
              <a:ext cx="17" cy="15"/>
            </a:xfrm>
            <a:custGeom>
              <a:avLst/>
              <a:gdLst>
                <a:gd name="T0" fmla="*/ 60 w 9"/>
                <a:gd name="T1" fmla="*/ 0 h 7"/>
                <a:gd name="T2" fmla="*/ 21 w 9"/>
                <a:gd name="T3" fmla="*/ 51 h 7"/>
                <a:gd name="T4" fmla="*/ 47 w 9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6" y="0"/>
                    <a:pt x="0" y="1"/>
                    <a:pt x="3" y="5"/>
                  </a:cubicBezTo>
                  <a:cubicBezTo>
                    <a:pt x="6" y="7"/>
                    <a:pt x="8" y="4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45" name="Freeform 2036">
              <a:extLst>
                <a:ext uri="{FF2B5EF4-FFF2-40B4-BE49-F238E27FC236}">
                  <a16:creationId xmlns:a16="http://schemas.microsoft.com/office/drawing/2014/main" id="{1479C070-4D2B-4F0E-A9CB-E3408FEA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370"/>
              <a:ext cx="18" cy="17"/>
            </a:xfrm>
            <a:custGeom>
              <a:avLst/>
              <a:gdLst>
                <a:gd name="T0" fmla="*/ 48 w 9"/>
                <a:gd name="T1" fmla="*/ 0 h 8"/>
                <a:gd name="T2" fmla="*/ 24 w 9"/>
                <a:gd name="T3" fmla="*/ 60 h 8"/>
                <a:gd name="T4" fmla="*/ 64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4" y="1"/>
                    <a:pt x="0" y="4"/>
                    <a:pt x="3" y="6"/>
                  </a:cubicBezTo>
                  <a:cubicBezTo>
                    <a:pt x="6" y="8"/>
                    <a:pt x="9" y="2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46" name="Freeform 2037">
              <a:extLst>
                <a:ext uri="{FF2B5EF4-FFF2-40B4-BE49-F238E27FC236}">
                  <a16:creationId xmlns:a16="http://schemas.microsoft.com/office/drawing/2014/main" id="{033B226D-E819-40FF-A009-B098B92AF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655"/>
              <a:ext cx="12" cy="13"/>
            </a:xfrm>
            <a:custGeom>
              <a:avLst/>
              <a:gdLst>
                <a:gd name="T0" fmla="*/ 24 w 6"/>
                <a:gd name="T1" fmla="*/ 20 h 6"/>
                <a:gd name="T2" fmla="*/ 0 w 6"/>
                <a:gd name="T3" fmla="*/ 52 h 6"/>
                <a:gd name="T4" fmla="*/ 40 w 6"/>
                <a:gd name="T5" fmla="*/ 9 h 6"/>
                <a:gd name="T6" fmla="*/ 16 w 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1" y="3"/>
                    <a:pt x="1" y="3"/>
                    <a:pt x="0" y="5"/>
                  </a:cubicBezTo>
                  <a:cubicBezTo>
                    <a:pt x="3" y="6"/>
                    <a:pt x="6" y="4"/>
                    <a:pt x="5" y="1"/>
                  </a:cubicBezTo>
                  <a:cubicBezTo>
                    <a:pt x="4" y="0"/>
                    <a:pt x="3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47" name="Freeform 2038">
              <a:extLst>
                <a:ext uri="{FF2B5EF4-FFF2-40B4-BE49-F238E27FC236}">
                  <a16:creationId xmlns:a16="http://schemas.microsoft.com/office/drawing/2014/main" id="{1BCE400D-9840-4EFC-BC5C-1C6E5CE3B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694"/>
              <a:ext cx="22" cy="23"/>
            </a:xfrm>
            <a:custGeom>
              <a:avLst/>
              <a:gdLst>
                <a:gd name="T0" fmla="*/ 32 w 11"/>
                <a:gd name="T1" fmla="*/ 8 h 11"/>
                <a:gd name="T2" fmla="*/ 48 w 11"/>
                <a:gd name="T3" fmla="*/ 84 h 11"/>
                <a:gd name="T4" fmla="*/ 48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1"/>
                  </a:moveTo>
                  <a:cubicBezTo>
                    <a:pt x="0" y="4"/>
                    <a:pt x="1" y="11"/>
                    <a:pt x="6" y="9"/>
                  </a:cubicBezTo>
                  <a:cubicBezTo>
                    <a:pt x="11" y="7"/>
                    <a:pt x="10" y="1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48" name="Freeform 2039">
              <a:extLst>
                <a:ext uri="{FF2B5EF4-FFF2-40B4-BE49-F238E27FC236}">
                  <a16:creationId xmlns:a16="http://schemas.microsoft.com/office/drawing/2014/main" id="{664F1D62-0EB9-42C2-ABDF-67A22812D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285"/>
              <a:ext cx="18" cy="19"/>
            </a:xfrm>
            <a:custGeom>
              <a:avLst/>
              <a:gdLst>
                <a:gd name="T0" fmla="*/ 24 w 9"/>
                <a:gd name="T1" fmla="*/ 8 h 9"/>
                <a:gd name="T2" fmla="*/ 0 w 9"/>
                <a:gd name="T3" fmla="*/ 57 h 9"/>
                <a:gd name="T4" fmla="*/ 72 w 9"/>
                <a:gd name="T5" fmla="*/ 17 h 9"/>
                <a:gd name="T6" fmla="*/ 40 w 9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2" y="3"/>
                    <a:pt x="1" y="4"/>
                    <a:pt x="0" y="6"/>
                  </a:cubicBezTo>
                  <a:cubicBezTo>
                    <a:pt x="2" y="9"/>
                    <a:pt x="8" y="5"/>
                    <a:pt x="9" y="2"/>
                  </a:cubicBezTo>
                  <a:cubicBezTo>
                    <a:pt x="8" y="0"/>
                    <a:pt x="7" y="1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49" name="Freeform 2040">
              <a:extLst>
                <a:ext uri="{FF2B5EF4-FFF2-40B4-BE49-F238E27FC236}">
                  <a16:creationId xmlns:a16="http://schemas.microsoft.com/office/drawing/2014/main" id="{07320D29-CFEC-4B81-84AD-4064F7A13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338"/>
              <a:ext cx="18" cy="22"/>
            </a:xfrm>
            <a:custGeom>
              <a:avLst/>
              <a:gdLst>
                <a:gd name="T0" fmla="*/ 8 w 9"/>
                <a:gd name="T1" fmla="*/ 33 h 10"/>
                <a:gd name="T2" fmla="*/ 40 w 9"/>
                <a:gd name="T3" fmla="*/ 88 h 10"/>
                <a:gd name="T4" fmla="*/ 16 w 9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3"/>
                  </a:moveTo>
                  <a:cubicBezTo>
                    <a:pt x="0" y="6"/>
                    <a:pt x="1" y="10"/>
                    <a:pt x="5" y="8"/>
                  </a:cubicBezTo>
                  <a:cubicBezTo>
                    <a:pt x="9" y="6"/>
                    <a:pt x="6" y="0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50" name="Freeform 2041">
              <a:extLst>
                <a:ext uri="{FF2B5EF4-FFF2-40B4-BE49-F238E27FC236}">
                  <a16:creationId xmlns:a16="http://schemas.microsoft.com/office/drawing/2014/main" id="{31A3ACAB-B5C9-46E1-9427-11843F755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328"/>
              <a:ext cx="30" cy="23"/>
            </a:xfrm>
            <a:custGeom>
              <a:avLst/>
              <a:gdLst>
                <a:gd name="T0" fmla="*/ 48 w 15"/>
                <a:gd name="T1" fmla="*/ 17 h 11"/>
                <a:gd name="T2" fmla="*/ 48 w 15"/>
                <a:gd name="T3" fmla="*/ 92 h 11"/>
                <a:gd name="T4" fmla="*/ 8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6" y="2"/>
                  </a:moveTo>
                  <a:cubicBezTo>
                    <a:pt x="0" y="3"/>
                    <a:pt x="0" y="10"/>
                    <a:pt x="6" y="10"/>
                  </a:cubicBezTo>
                  <a:cubicBezTo>
                    <a:pt x="13" y="11"/>
                    <a:pt x="15" y="3"/>
                    <a:pt x="10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51" name="Freeform 2042">
              <a:extLst>
                <a:ext uri="{FF2B5EF4-FFF2-40B4-BE49-F238E27FC236}">
                  <a16:creationId xmlns:a16="http://schemas.microsoft.com/office/drawing/2014/main" id="{BC154109-826B-4B1E-A1BC-ED3E62B67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281"/>
              <a:ext cx="16" cy="17"/>
            </a:xfrm>
            <a:custGeom>
              <a:avLst/>
              <a:gdLst>
                <a:gd name="T0" fmla="*/ 40 w 8"/>
                <a:gd name="T1" fmla="*/ 0 h 8"/>
                <a:gd name="T2" fmla="*/ 48 w 8"/>
                <a:gd name="T3" fmla="*/ 49 h 8"/>
                <a:gd name="T4" fmla="*/ 32 w 8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0" y="3"/>
                    <a:pt x="3" y="8"/>
                    <a:pt x="6" y="5"/>
                  </a:cubicBezTo>
                  <a:cubicBezTo>
                    <a:pt x="8" y="2"/>
                    <a:pt x="6" y="0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52" name="Freeform 2043">
              <a:extLst>
                <a:ext uri="{FF2B5EF4-FFF2-40B4-BE49-F238E27FC236}">
                  <a16:creationId xmlns:a16="http://schemas.microsoft.com/office/drawing/2014/main" id="{10AB8EE7-B791-4347-8AC7-9253BFD39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83"/>
              <a:ext cx="14" cy="15"/>
            </a:xfrm>
            <a:custGeom>
              <a:avLst/>
              <a:gdLst>
                <a:gd name="T0" fmla="*/ 40 w 7"/>
                <a:gd name="T1" fmla="*/ 0 h 7"/>
                <a:gd name="T2" fmla="*/ 24 w 7"/>
                <a:gd name="T3" fmla="*/ 0 h 7"/>
                <a:gd name="T4" fmla="*/ 56 w 7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0" y="3"/>
                    <a:pt x="4" y="7"/>
                    <a:pt x="7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53" name="Freeform 2044">
              <a:extLst>
                <a:ext uri="{FF2B5EF4-FFF2-40B4-BE49-F238E27FC236}">
                  <a16:creationId xmlns:a16="http://schemas.microsoft.com/office/drawing/2014/main" id="{F99668DA-2636-4294-8B0D-4C45A6840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323"/>
              <a:ext cx="36" cy="32"/>
            </a:xfrm>
            <a:custGeom>
              <a:avLst/>
              <a:gdLst>
                <a:gd name="T0" fmla="*/ 64 w 18"/>
                <a:gd name="T1" fmla="*/ 28 h 15"/>
                <a:gd name="T2" fmla="*/ 32 w 18"/>
                <a:gd name="T3" fmla="*/ 105 h 15"/>
                <a:gd name="T4" fmla="*/ 80 w 18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8" y="3"/>
                  </a:moveTo>
                  <a:cubicBezTo>
                    <a:pt x="3" y="0"/>
                    <a:pt x="0" y="9"/>
                    <a:pt x="4" y="11"/>
                  </a:cubicBezTo>
                  <a:cubicBezTo>
                    <a:pt x="9" y="15"/>
                    <a:pt x="18" y="8"/>
                    <a:pt x="10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54" name="Freeform 2045">
              <a:extLst>
                <a:ext uri="{FF2B5EF4-FFF2-40B4-BE49-F238E27FC236}">
                  <a16:creationId xmlns:a16="http://schemas.microsoft.com/office/drawing/2014/main" id="{8D662EA5-9F3C-4D52-AB65-3F223CAAE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400"/>
              <a:ext cx="16" cy="21"/>
            </a:xfrm>
            <a:custGeom>
              <a:avLst/>
              <a:gdLst>
                <a:gd name="T0" fmla="*/ 48 w 8"/>
                <a:gd name="T1" fmla="*/ 8 h 10"/>
                <a:gd name="T2" fmla="*/ 64 w 8"/>
                <a:gd name="T3" fmla="*/ 2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6" y="1"/>
                  </a:moveTo>
                  <a:cubicBezTo>
                    <a:pt x="0" y="0"/>
                    <a:pt x="5" y="10"/>
                    <a:pt x="8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55" name="Freeform 2046">
              <a:extLst>
                <a:ext uri="{FF2B5EF4-FFF2-40B4-BE49-F238E27FC236}">
                  <a16:creationId xmlns:a16="http://schemas.microsoft.com/office/drawing/2014/main" id="{A0B0EE6D-1925-423B-A614-D2639A417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436"/>
              <a:ext cx="26" cy="17"/>
            </a:xfrm>
            <a:custGeom>
              <a:avLst/>
              <a:gdLst>
                <a:gd name="T0" fmla="*/ 64 w 13"/>
                <a:gd name="T1" fmla="*/ 9 h 8"/>
                <a:gd name="T2" fmla="*/ 16 w 13"/>
                <a:gd name="T3" fmla="*/ 49 h 8"/>
                <a:gd name="T4" fmla="*/ 64 w 13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8" y="1"/>
                  </a:moveTo>
                  <a:cubicBezTo>
                    <a:pt x="5" y="0"/>
                    <a:pt x="0" y="1"/>
                    <a:pt x="2" y="5"/>
                  </a:cubicBezTo>
                  <a:cubicBezTo>
                    <a:pt x="3" y="8"/>
                    <a:pt x="13" y="4"/>
                    <a:pt x="8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56" name="Freeform 2047">
              <a:extLst>
                <a:ext uri="{FF2B5EF4-FFF2-40B4-BE49-F238E27FC236}">
                  <a16:creationId xmlns:a16="http://schemas.microsoft.com/office/drawing/2014/main" id="{E24C55B5-F6FF-4FA5-BCB2-5CD9AE8E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483"/>
              <a:ext cx="18" cy="13"/>
            </a:xfrm>
            <a:custGeom>
              <a:avLst/>
              <a:gdLst>
                <a:gd name="T0" fmla="*/ 40 w 9"/>
                <a:gd name="T1" fmla="*/ 0 h 6"/>
                <a:gd name="T2" fmla="*/ 48 w 9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0" y="4"/>
                    <a:pt x="9" y="6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57" name="Freeform 2048">
              <a:extLst>
                <a:ext uri="{FF2B5EF4-FFF2-40B4-BE49-F238E27FC236}">
                  <a16:creationId xmlns:a16="http://schemas.microsoft.com/office/drawing/2014/main" id="{A1B25846-C6FF-4A2A-ADE6-D791B90DA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545"/>
              <a:ext cx="24" cy="25"/>
            </a:xfrm>
            <a:custGeom>
              <a:avLst/>
              <a:gdLst>
                <a:gd name="T0" fmla="*/ 96 w 12"/>
                <a:gd name="T1" fmla="*/ 0 h 12"/>
                <a:gd name="T2" fmla="*/ 96 w 12"/>
                <a:gd name="T3" fmla="*/ 44 h 12"/>
                <a:gd name="T4" fmla="*/ 80 w 12"/>
                <a:gd name="T5" fmla="*/ 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0" y="1"/>
                    <a:pt x="9" y="12"/>
                    <a:pt x="12" y="5"/>
                  </a:cubicBezTo>
                  <a:cubicBezTo>
                    <a:pt x="12" y="4"/>
                    <a:pt x="11" y="4"/>
                    <a:pt x="1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58" name="Freeform 2049">
              <a:extLst>
                <a:ext uri="{FF2B5EF4-FFF2-40B4-BE49-F238E27FC236}">
                  <a16:creationId xmlns:a16="http://schemas.microsoft.com/office/drawing/2014/main" id="{582B26D0-B1C9-45D6-AE5A-AF6798F17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587"/>
              <a:ext cx="18" cy="22"/>
            </a:xfrm>
            <a:custGeom>
              <a:avLst/>
              <a:gdLst>
                <a:gd name="T0" fmla="*/ 16 w 9"/>
                <a:gd name="T1" fmla="*/ 0 h 10"/>
                <a:gd name="T2" fmla="*/ 40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0" y="10"/>
                    <a:pt x="9" y="4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59" name="Freeform 2050">
              <a:extLst>
                <a:ext uri="{FF2B5EF4-FFF2-40B4-BE49-F238E27FC236}">
                  <a16:creationId xmlns:a16="http://schemas.microsoft.com/office/drawing/2014/main" id="{434019B1-59FA-4A13-AD5E-A0411420B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583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24 h 3"/>
                <a:gd name="T4" fmla="*/ 24 w 3"/>
                <a:gd name="T5" fmla="*/ 0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60" name="Freeform 2051">
              <a:extLst>
                <a:ext uri="{FF2B5EF4-FFF2-40B4-BE49-F238E27FC236}">
                  <a16:creationId xmlns:a16="http://schemas.microsoft.com/office/drawing/2014/main" id="{9669727F-24AC-41FC-8701-042C2B113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619"/>
              <a:ext cx="12" cy="11"/>
            </a:xfrm>
            <a:custGeom>
              <a:avLst/>
              <a:gdLst>
                <a:gd name="T0" fmla="*/ 0 w 6"/>
                <a:gd name="T1" fmla="*/ 33 h 5"/>
                <a:gd name="T2" fmla="*/ 32 w 6"/>
                <a:gd name="T3" fmla="*/ 0 h 5"/>
                <a:gd name="T4" fmla="*/ 24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6" y="1"/>
                    <a:pt x="5" y="4"/>
                    <a:pt x="3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61" name="Freeform 2052">
              <a:extLst>
                <a:ext uri="{FF2B5EF4-FFF2-40B4-BE49-F238E27FC236}">
                  <a16:creationId xmlns:a16="http://schemas.microsoft.com/office/drawing/2014/main" id="{8E58A809-2ECC-42A6-B95A-6ED388208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653"/>
              <a:ext cx="12" cy="15"/>
            </a:xfrm>
            <a:custGeom>
              <a:avLst/>
              <a:gdLst>
                <a:gd name="T0" fmla="*/ 24 w 6"/>
                <a:gd name="T1" fmla="*/ 0 h 7"/>
                <a:gd name="T2" fmla="*/ 16 w 6"/>
                <a:gd name="T3" fmla="*/ 69 h 7"/>
                <a:gd name="T4" fmla="*/ 24 w 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5"/>
                    <a:pt x="2" y="7"/>
                  </a:cubicBezTo>
                  <a:cubicBezTo>
                    <a:pt x="5" y="7"/>
                    <a:pt x="6" y="2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62" name="Freeform 2053">
              <a:extLst>
                <a:ext uri="{FF2B5EF4-FFF2-40B4-BE49-F238E27FC236}">
                  <a16:creationId xmlns:a16="http://schemas.microsoft.com/office/drawing/2014/main" id="{0729F617-EDA5-42D7-B1D4-00233CB57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653"/>
              <a:ext cx="10" cy="7"/>
            </a:xfrm>
            <a:custGeom>
              <a:avLst/>
              <a:gdLst>
                <a:gd name="T0" fmla="*/ 24 w 5"/>
                <a:gd name="T1" fmla="*/ 0 h 3"/>
                <a:gd name="T2" fmla="*/ 8 w 5"/>
                <a:gd name="T3" fmla="*/ 37 h 3"/>
                <a:gd name="T4" fmla="*/ 4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3" y="3"/>
                    <a:pt x="5" y="2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63" name="Freeform 2054">
              <a:extLst>
                <a:ext uri="{FF2B5EF4-FFF2-40B4-BE49-F238E27FC236}">
                  <a16:creationId xmlns:a16="http://schemas.microsoft.com/office/drawing/2014/main" id="{6D315022-1559-49FB-81E5-1DAA7E711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360"/>
              <a:ext cx="22" cy="21"/>
            </a:xfrm>
            <a:custGeom>
              <a:avLst/>
              <a:gdLst>
                <a:gd name="T0" fmla="*/ 24 w 11"/>
                <a:gd name="T1" fmla="*/ 0 h 10"/>
                <a:gd name="T2" fmla="*/ 56 w 11"/>
                <a:gd name="T3" fmla="*/ 76 h 10"/>
                <a:gd name="T4" fmla="*/ 48 w 11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3" y="0"/>
                  </a:moveTo>
                  <a:cubicBezTo>
                    <a:pt x="0" y="3"/>
                    <a:pt x="3" y="10"/>
                    <a:pt x="7" y="8"/>
                  </a:cubicBezTo>
                  <a:cubicBezTo>
                    <a:pt x="11" y="7"/>
                    <a:pt x="10" y="2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64" name="Freeform 2055">
              <a:extLst>
                <a:ext uri="{FF2B5EF4-FFF2-40B4-BE49-F238E27FC236}">
                  <a16:creationId xmlns:a16="http://schemas.microsoft.com/office/drawing/2014/main" id="{59E7CD50-E097-47B4-8334-98B41A08C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308"/>
              <a:ext cx="16" cy="17"/>
            </a:xfrm>
            <a:custGeom>
              <a:avLst/>
              <a:gdLst>
                <a:gd name="T0" fmla="*/ 16 w 8"/>
                <a:gd name="T1" fmla="*/ 0 h 8"/>
                <a:gd name="T2" fmla="*/ 0 w 8"/>
                <a:gd name="T3" fmla="*/ 49 h 8"/>
                <a:gd name="T4" fmla="*/ 24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5" y="8"/>
                    <a:pt x="8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65" name="Freeform 2056">
              <a:extLst>
                <a:ext uri="{FF2B5EF4-FFF2-40B4-BE49-F238E27FC236}">
                  <a16:creationId xmlns:a16="http://schemas.microsoft.com/office/drawing/2014/main" id="{F49D21E8-B676-464D-943E-2C008848E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260"/>
              <a:ext cx="16" cy="19"/>
            </a:xfrm>
            <a:custGeom>
              <a:avLst/>
              <a:gdLst>
                <a:gd name="T0" fmla="*/ 32 w 8"/>
                <a:gd name="T1" fmla="*/ 49 h 9"/>
                <a:gd name="T2" fmla="*/ 16 w 8"/>
                <a:gd name="T3" fmla="*/ 84 h 9"/>
                <a:gd name="T4" fmla="*/ 16 w 8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5"/>
                  </a:moveTo>
                  <a:cubicBezTo>
                    <a:pt x="1" y="6"/>
                    <a:pt x="0" y="7"/>
                    <a:pt x="2" y="9"/>
                  </a:cubicBezTo>
                  <a:cubicBezTo>
                    <a:pt x="8" y="9"/>
                    <a:pt x="7" y="0"/>
                    <a:pt x="2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66" name="Freeform 2057">
              <a:extLst>
                <a:ext uri="{FF2B5EF4-FFF2-40B4-BE49-F238E27FC236}">
                  <a16:creationId xmlns:a16="http://schemas.microsoft.com/office/drawing/2014/main" id="{3A1868C2-D1BE-4669-ACBD-9C2B011FF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285"/>
              <a:ext cx="16" cy="15"/>
            </a:xfrm>
            <a:custGeom>
              <a:avLst/>
              <a:gdLst>
                <a:gd name="T0" fmla="*/ 24 w 8"/>
                <a:gd name="T1" fmla="*/ 0 h 7"/>
                <a:gd name="T2" fmla="*/ 64 w 8"/>
                <a:gd name="T3" fmla="*/ 9 h 7"/>
                <a:gd name="T4" fmla="*/ 4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0" y="6"/>
                    <a:pt x="7" y="7"/>
                    <a:pt x="8" y="1"/>
                  </a:cubicBezTo>
                  <a:cubicBezTo>
                    <a:pt x="7" y="0"/>
                    <a:pt x="7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67" name="Freeform 2058">
              <a:extLst>
                <a:ext uri="{FF2B5EF4-FFF2-40B4-BE49-F238E27FC236}">
                  <a16:creationId xmlns:a16="http://schemas.microsoft.com/office/drawing/2014/main" id="{B5C86B75-A487-42BD-BC85-5D2A14F0F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323"/>
              <a:ext cx="20" cy="13"/>
            </a:xfrm>
            <a:custGeom>
              <a:avLst/>
              <a:gdLst>
                <a:gd name="T0" fmla="*/ 48 w 10"/>
                <a:gd name="T1" fmla="*/ 9 h 6"/>
                <a:gd name="T2" fmla="*/ 24 w 10"/>
                <a:gd name="T3" fmla="*/ 0 h 6"/>
                <a:gd name="T4" fmla="*/ 80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6" y="1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0" y="6"/>
                    <a:pt x="10" y="6"/>
                    <a:pt x="10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68" name="Freeform 2059">
              <a:extLst>
                <a:ext uri="{FF2B5EF4-FFF2-40B4-BE49-F238E27FC236}">
                  <a16:creationId xmlns:a16="http://schemas.microsoft.com/office/drawing/2014/main" id="{BB490CA0-2CA4-4DA5-BBA3-5CF666AE5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257"/>
              <a:ext cx="22" cy="20"/>
            </a:xfrm>
            <a:custGeom>
              <a:avLst/>
              <a:gdLst>
                <a:gd name="T0" fmla="*/ 48 w 11"/>
                <a:gd name="T1" fmla="*/ 0 h 9"/>
                <a:gd name="T2" fmla="*/ 40 w 11"/>
                <a:gd name="T3" fmla="*/ 89 h 9"/>
                <a:gd name="T4" fmla="*/ 56 w 11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1" y="0"/>
                    <a:pt x="0" y="7"/>
                    <a:pt x="5" y="8"/>
                  </a:cubicBezTo>
                  <a:cubicBezTo>
                    <a:pt x="10" y="9"/>
                    <a:pt x="11" y="3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69" name="Freeform 2060">
              <a:extLst>
                <a:ext uri="{FF2B5EF4-FFF2-40B4-BE49-F238E27FC236}">
                  <a16:creationId xmlns:a16="http://schemas.microsoft.com/office/drawing/2014/main" id="{128904BE-63E2-4ABD-804C-E9217C324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402"/>
              <a:ext cx="18" cy="13"/>
            </a:xfrm>
            <a:custGeom>
              <a:avLst/>
              <a:gdLst>
                <a:gd name="T0" fmla="*/ 40 w 9"/>
                <a:gd name="T1" fmla="*/ 9 h 6"/>
                <a:gd name="T2" fmla="*/ 32 w 9"/>
                <a:gd name="T3" fmla="*/ 52 h 6"/>
                <a:gd name="T4" fmla="*/ 48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1"/>
                  </a:moveTo>
                  <a:cubicBezTo>
                    <a:pt x="2" y="1"/>
                    <a:pt x="0" y="5"/>
                    <a:pt x="4" y="5"/>
                  </a:cubicBezTo>
                  <a:cubicBezTo>
                    <a:pt x="7" y="6"/>
                    <a:pt x="9" y="2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70" name="Freeform 2061">
              <a:extLst>
                <a:ext uri="{FF2B5EF4-FFF2-40B4-BE49-F238E27FC236}">
                  <a16:creationId xmlns:a16="http://schemas.microsoft.com/office/drawing/2014/main" id="{5F3F49A3-6E49-497D-A5E3-43478E6BD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513"/>
              <a:ext cx="26" cy="17"/>
            </a:xfrm>
            <a:custGeom>
              <a:avLst/>
              <a:gdLst>
                <a:gd name="T0" fmla="*/ 24 w 13"/>
                <a:gd name="T1" fmla="*/ 9 h 8"/>
                <a:gd name="T2" fmla="*/ 8 w 13"/>
                <a:gd name="T3" fmla="*/ 68 h 8"/>
                <a:gd name="T4" fmla="*/ 40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3" y="1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6" y="8"/>
                    <a:pt x="13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71" name="Freeform 2062">
              <a:extLst>
                <a:ext uri="{FF2B5EF4-FFF2-40B4-BE49-F238E27FC236}">
                  <a16:creationId xmlns:a16="http://schemas.microsoft.com/office/drawing/2014/main" id="{1723ACE8-8A02-456D-B3E1-BBC89647A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498"/>
              <a:ext cx="10" cy="11"/>
            </a:xfrm>
            <a:custGeom>
              <a:avLst/>
              <a:gdLst>
                <a:gd name="T0" fmla="*/ 16 w 5"/>
                <a:gd name="T1" fmla="*/ 20 h 5"/>
                <a:gd name="T2" fmla="*/ 8 w 5"/>
                <a:gd name="T3" fmla="*/ 53 h 5"/>
                <a:gd name="T4" fmla="*/ 8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5" y="5"/>
                    <a:pt x="5" y="0"/>
                    <a:pt x="1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72" name="Freeform 2063">
              <a:extLst>
                <a:ext uri="{FF2B5EF4-FFF2-40B4-BE49-F238E27FC236}">
                  <a16:creationId xmlns:a16="http://schemas.microsoft.com/office/drawing/2014/main" id="{6ABEB02F-ACC5-422A-880B-DE4FE924F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470"/>
              <a:ext cx="16" cy="11"/>
            </a:xfrm>
            <a:custGeom>
              <a:avLst/>
              <a:gdLst>
                <a:gd name="T0" fmla="*/ 40 w 8"/>
                <a:gd name="T1" fmla="*/ 0 h 5"/>
                <a:gd name="T2" fmla="*/ 24 w 8"/>
                <a:gd name="T3" fmla="*/ 53 h 5"/>
                <a:gd name="T4" fmla="*/ 32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0"/>
                  </a:moveTo>
                  <a:cubicBezTo>
                    <a:pt x="2" y="0"/>
                    <a:pt x="0" y="2"/>
                    <a:pt x="3" y="5"/>
                  </a:cubicBezTo>
                  <a:cubicBezTo>
                    <a:pt x="6" y="5"/>
                    <a:pt x="8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73" name="Freeform 2064">
              <a:extLst>
                <a:ext uri="{FF2B5EF4-FFF2-40B4-BE49-F238E27FC236}">
                  <a16:creationId xmlns:a16="http://schemas.microsoft.com/office/drawing/2014/main" id="{4D7181DD-30CE-4774-A6BF-736CF6429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389"/>
              <a:ext cx="20" cy="22"/>
            </a:xfrm>
            <a:custGeom>
              <a:avLst/>
              <a:gdLst>
                <a:gd name="T0" fmla="*/ 32 w 10"/>
                <a:gd name="T1" fmla="*/ 0 h 10"/>
                <a:gd name="T2" fmla="*/ 48 w 10"/>
                <a:gd name="T3" fmla="*/ 73 h 10"/>
                <a:gd name="T4" fmla="*/ 32 w 10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0" y="3"/>
                    <a:pt x="0" y="10"/>
                    <a:pt x="6" y="7"/>
                  </a:cubicBezTo>
                  <a:cubicBezTo>
                    <a:pt x="10" y="6"/>
                    <a:pt x="7" y="1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74" name="Freeform 2065">
              <a:extLst>
                <a:ext uri="{FF2B5EF4-FFF2-40B4-BE49-F238E27FC236}">
                  <a16:creationId xmlns:a16="http://schemas.microsoft.com/office/drawing/2014/main" id="{D1CA88A0-0960-44AD-AA40-55918E214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560"/>
              <a:ext cx="18" cy="19"/>
            </a:xfrm>
            <a:custGeom>
              <a:avLst/>
              <a:gdLst>
                <a:gd name="T0" fmla="*/ 32 w 9"/>
                <a:gd name="T1" fmla="*/ 27 h 9"/>
                <a:gd name="T2" fmla="*/ 48 w 9"/>
                <a:gd name="T3" fmla="*/ 57 h 9"/>
                <a:gd name="T4" fmla="*/ 8 w 9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3"/>
                  </a:moveTo>
                  <a:cubicBezTo>
                    <a:pt x="0" y="5"/>
                    <a:pt x="3" y="9"/>
                    <a:pt x="6" y="6"/>
                  </a:cubicBezTo>
                  <a:cubicBezTo>
                    <a:pt x="9" y="3"/>
                    <a:pt x="4" y="0"/>
                    <a:pt x="1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75" name="Freeform 2066">
              <a:extLst>
                <a:ext uri="{FF2B5EF4-FFF2-40B4-BE49-F238E27FC236}">
                  <a16:creationId xmlns:a16="http://schemas.microsoft.com/office/drawing/2014/main" id="{D6191D69-51BD-43E1-A5F1-6ACE58C9A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711"/>
              <a:ext cx="34" cy="32"/>
            </a:xfrm>
            <a:custGeom>
              <a:avLst/>
              <a:gdLst>
                <a:gd name="T0" fmla="*/ 40 w 17"/>
                <a:gd name="T1" fmla="*/ 77 h 15"/>
                <a:gd name="T2" fmla="*/ 96 w 17"/>
                <a:gd name="T3" fmla="*/ 105 h 15"/>
                <a:gd name="T4" fmla="*/ 56 w 17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5" y="8"/>
                  </a:moveTo>
                  <a:cubicBezTo>
                    <a:pt x="0" y="14"/>
                    <a:pt x="8" y="15"/>
                    <a:pt x="12" y="11"/>
                  </a:cubicBezTo>
                  <a:cubicBezTo>
                    <a:pt x="17" y="5"/>
                    <a:pt x="10" y="0"/>
                    <a:pt x="7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76" name="Freeform 2067">
              <a:extLst>
                <a:ext uri="{FF2B5EF4-FFF2-40B4-BE49-F238E27FC236}">
                  <a16:creationId xmlns:a16="http://schemas.microsoft.com/office/drawing/2014/main" id="{5BB59F2A-9B8E-4190-8D9C-43EA60222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815"/>
              <a:ext cx="22" cy="26"/>
            </a:xfrm>
            <a:custGeom>
              <a:avLst/>
              <a:gdLst>
                <a:gd name="T0" fmla="*/ 40 w 11"/>
                <a:gd name="T1" fmla="*/ 0 h 12"/>
                <a:gd name="T2" fmla="*/ 24 w 11"/>
                <a:gd name="T3" fmla="*/ 121 h 12"/>
                <a:gd name="T4" fmla="*/ 48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cubicBezTo>
                    <a:pt x="1" y="2"/>
                    <a:pt x="0" y="9"/>
                    <a:pt x="3" y="12"/>
                  </a:cubicBezTo>
                  <a:cubicBezTo>
                    <a:pt x="7" y="10"/>
                    <a:pt x="11" y="3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77" name="Freeform 2068">
              <a:extLst>
                <a:ext uri="{FF2B5EF4-FFF2-40B4-BE49-F238E27FC236}">
                  <a16:creationId xmlns:a16="http://schemas.microsoft.com/office/drawing/2014/main" id="{12149C02-5036-4F48-8AFF-1A90E9FD9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845"/>
              <a:ext cx="30" cy="30"/>
            </a:xfrm>
            <a:custGeom>
              <a:avLst/>
              <a:gdLst>
                <a:gd name="T0" fmla="*/ 48 w 15"/>
                <a:gd name="T1" fmla="*/ 41 h 14"/>
                <a:gd name="T2" fmla="*/ 40 w 15"/>
                <a:gd name="T3" fmla="*/ 120 h 14"/>
                <a:gd name="T4" fmla="*/ 80 w 15"/>
                <a:gd name="T5" fmla="*/ 0 h 14"/>
                <a:gd name="T6" fmla="*/ 56 w 15"/>
                <a:gd name="T7" fmla="*/ 1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6" y="4"/>
                  </a:moveTo>
                  <a:cubicBezTo>
                    <a:pt x="1" y="4"/>
                    <a:pt x="0" y="10"/>
                    <a:pt x="5" y="12"/>
                  </a:cubicBezTo>
                  <a:cubicBezTo>
                    <a:pt x="10" y="14"/>
                    <a:pt x="15" y="3"/>
                    <a:pt x="10" y="0"/>
                  </a:cubicBezTo>
                  <a:cubicBezTo>
                    <a:pt x="8" y="0"/>
                    <a:pt x="7" y="1"/>
                    <a:pt x="7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78" name="Freeform 2069">
              <a:extLst>
                <a:ext uri="{FF2B5EF4-FFF2-40B4-BE49-F238E27FC236}">
                  <a16:creationId xmlns:a16="http://schemas.microsoft.com/office/drawing/2014/main" id="{8E6CC5B7-B655-4003-A73B-8C653F3E1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707"/>
              <a:ext cx="26" cy="25"/>
            </a:xfrm>
            <a:custGeom>
              <a:avLst/>
              <a:gdLst>
                <a:gd name="T0" fmla="*/ 72 w 13"/>
                <a:gd name="T1" fmla="*/ 0 h 12"/>
                <a:gd name="T2" fmla="*/ 40 w 13"/>
                <a:gd name="T3" fmla="*/ 100 h 12"/>
                <a:gd name="T4" fmla="*/ 96 w 13"/>
                <a:gd name="T5" fmla="*/ 17 h 12"/>
                <a:gd name="T6" fmla="*/ 64 w 13"/>
                <a:gd name="T7" fmla="*/ 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9" y="0"/>
                  </a:moveTo>
                  <a:cubicBezTo>
                    <a:pt x="5" y="1"/>
                    <a:pt x="0" y="9"/>
                    <a:pt x="5" y="11"/>
                  </a:cubicBezTo>
                  <a:cubicBezTo>
                    <a:pt x="10" y="12"/>
                    <a:pt x="13" y="5"/>
                    <a:pt x="12" y="2"/>
                  </a:cubicBezTo>
                  <a:cubicBezTo>
                    <a:pt x="10" y="1"/>
                    <a:pt x="10" y="2"/>
                    <a:pt x="8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79" name="Freeform 2070">
              <a:extLst>
                <a:ext uri="{FF2B5EF4-FFF2-40B4-BE49-F238E27FC236}">
                  <a16:creationId xmlns:a16="http://schemas.microsoft.com/office/drawing/2014/main" id="{0F992880-B6F9-441E-9754-3F0E968E0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694"/>
              <a:ext cx="30" cy="32"/>
            </a:xfrm>
            <a:custGeom>
              <a:avLst/>
              <a:gdLst>
                <a:gd name="T0" fmla="*/ 48 w 15"/>
                <a:gd name="T1" fmla="*/ 49 h 15"/>
                <a:gd name="T2" fmla="*/ 56 w 15"/>
                <a:gd name="T3" fmla="*/ 137 h 15"/>
                <a:gd name="T4" fmla="*/ 56 w 15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6" y="5"/>
                  </a:moveTo>
                  <a:cubicBezTo>
                    <a:pt x="2" y="9"/>
                    <a:pt x="0" y="15"/>
                    <a:pt x="7" y="14"/>
                  </a:cubicBezTo>
                  <a:cubicBezTo>
                    <a:pt x="15" y="13"/>
                    <a:pt x="13" y="0"/>
                    <a:pt x="7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80" name="Freeform 2071">
              <a:extLst>
                <a:ext uri="{FF2B5EF4-FFF2-40B4-BE49-F238E27FC236}">
                  <a16:creationId xmlns:a16="http://schemas.microsoft.com/office/drawing/2014/main" id="{DC6E7300-3729-414D-A7CD-B4BCB8626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790"/>
              <a:ext cx="12" cy="14"/>
            </a:xfrm>
            <a:custGeom>
              <a:avLst/>
              <a:gdLst>
                <a:gd name="T0" fmla="*/ 16 w 6"/>
                <a:gd name="T1" fmla="*/ 0 h 7"/>
                <a:gd name="T2" fmla="*/ 8 w 6"/>
                <a:gd name="T3" fmla="*/ 56 h 7"/>
                <a:gd name="T4" fmla="*/ 16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5" y="6"/>
                    <a:pt x="6" y="2"/>
                    <a:pt x="2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81" name="Freeform 2072">
              <a:extLst>
                <a:ext uri="{FF2B5EF4-FFF2-40B4-BE49-F238E27FC236}">
                  <a16:creationId xmlns:a16="http://schemas.microsoft.com/office/drawing/2014/main" id="{96E161CF-08BA-46C5-AA63-64D891ACC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824"/>
              <a:ext cx="14" cy="19"/>
            </a:xfrm>
            <a:custGeom>
              <a:avLst/>
              <a:gdLst>
                <a:gd name="T0" fmla="*/ 16 w 7"/>
                <a:gd name="T1" fmla="*/ 0 h 9"/>
                <a:gd name="T2" fmla="*/ 16 w 7"/>
                <a:gd name="T3" fmla="*/ 84 h 9"/>
                <a:gd name="T4" fmla="*/ 56 w 7"/>
                <a:gd name="T5" fmla="*/ 17 h 9"/>
                <a:gd name="T6" fmla="*/ 40 w 7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0" y="4"/>
                    <a:pt x="0" y="6"/>
                    <a:pt x="2" y="9"/>
                  </a:cubicBezTo>
                  <a:cubicBezTo>
                    <a:pt x="5" y="8"/>
                    <a:pt x="7" y="6"/>
                    <a:pt x="7" y="2"/>
                  </a:cubicBezTo>
                  <a:cubicBezTo>
                    <a:pt x="6" y="1"/>
                    <a:pt x="6" y="1"/>
                    <a:pt x="5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82" name="Freeform 2073">
              <a:extLst>
                <a:ext uri="{FF2B5EF4-FFF2-40B4-BE49-F238E27FC236}">
                  <a16:creationId xmlns:a16="http://schemas.microsoft.com/office/drawing/2014/main" id="{D4F38AE6-DF8F-48ED-8A43-90A786E5F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824"/>
              <a:ext cx="22" cy="27"/>
            </a:xfrm>
            <a:custGeom>
              <a:avLst/>
              <a:gdLst>
                <a:gd name="T0" fmla="*/ 64 w 11"/>
                <a:gd name="T1" fmla="*/ 0 h 13"/>
                <a:gd name="T2" fmla="*/ 48 w 11"/>
                <a:gd name="T3" fmla="*/ 108 h 13"/>
                <a:gd name="T4" fmla="*/ 72 w 11"/>
                <a:gd name="T5" fmla="*/ 1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5" y="2"/>
                    <a:pt x="0" y="13"/>
                    <a:pt x="6" y="12"/>
                  </a:cubicBezTo>
                  <a:cubicBezTo>
                    <a:pt x="10" y="12"/>
                    <a:pt x="11" y="4"/>
                    <a:pt x="9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83" name="Freeform 2074">
              <a:extLst>
                <a:ext uri="{FF2B5EF4-FFF2-40B4-BE49-F238E27FC236}">
                  <a16:creationId xmlns:a16="http://schemas.microsoft.com/office/drawing/2014/main" id="{080928BB-850F-4E3F-9B08-CCA9E6470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836"/>
              <a:ext cx="11" cy="20"/>
            </a:xfrm>
            <a:custGeom>
              <a:avLst/>
              <a:gdLst>
                <a:gd name="T0" fmla="*/ 20 w 6"/>
                <a:gd name="T1" fmla="*/ 20 h 9"/>
                <a:gd name="T2" fmla="*/ 7 w 6"/>
                <a:gd name="T3" fmla="*/ 98 h 9"/>
                <a:gd name="T4" fmla="*/ 24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2"/>
                  </a:moveTo>
                  <a:cubicBezTo>
                    <a:pt x="1" y="4"/>
                    <a:pt x="0" y="7"/>
                    <a:pt x="1" y="9"/>
                  </a:cubicBezTo>
                  <a:cubicBezTo>
                    <a:pt x="5" y="8"/>
                    <a:pt x="6" y="3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84" name="Freeform 2075">
              <a:extLst>
                <a:ext uri="{FF2B5EF4-FFF2-40B4-BE49-F238E27FC236}">
                  <a16:creationId xmlns:a16="http://schemas.microsoft.com/office/drawing/2014/main" id="{D30D91C7-A5B1-4F5C-A0D7-7EA4BAAC4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713"/>
              <a:ext cx="20" cy="23"/>
            </a:xfrm>
            <a:custGeom>
              <a:avLst/>
              <a:gdLst>
                <a:gd name="T0" fmla="*/ 24 w 10"/>
                <a:gd name="T1" fmla="*/ 17 h 11"/>
                <a:gd name="T2" fmla="*/ 8 w 10"/>
                <a:gd name="T3" fmla="*/ 92 h 11"/>
                <a:gd name="T4" fmla="*/ 32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2"/>
                  </a:moveTo>
                  <a:cubicBezTo>
                    <a:pt x="1" y="5"/>
                    <a:pt x="0" y="7"/>
                    <a:pt x="1" y="10"/>
                  </a:cubicBezTo>
                  <a:cubicBezTo>
                    <a:pt x="7" y="11"/>
                    <a:pt x="10" y="2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85" name="Freeform 2076">
              <a:extLst>
                <a:ext uri="{FF2B5EF4-FFF2-40B4-BE49-F238E27FC236}">
                  <a16:creationId xmlns:a16="http://schemas.microsoft.com/office/drawing/2014/main" id="{FC012D3C-5808-4A8E-A8A8-34266518C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687"/>
              <a:ext cx="14" cy="20"/>
            </a:xfrm>
            <a:custGeom>
              <a:avLst/>
              <a:gdLst>
                <a:gd name="T0" fmla="*/ 32 w 7"/>
                <a:gd name="T1" fmla="*/ 0 h 9"/>
                <a:gd name="T2" fmla="*/ 8 w 7"/>
                <a:gd name="T3" fmla="*/ 98 h 9"/>
                <a:gd name="T4" fmla="*/ 32 w 7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1" y="3"/>
                    <a:pt x="0" y="5"/>
                    <a:pt x="1" y="9"/>
                  </a:cubicBezTo>
                  <a:cubicBezTo>
                    <a:pt x="5" y="8"/>
                    <a:pt x="7" y="1"/>
                    <a:pt x="4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86" name="Freeform 2077">
              <a:extLst>
                <a:ext uri="{FF2B5EF4-FFF2-40B4-BE49-F238E27FC236}">
                  <a16:creationId xmlns:a16="http://schemas.microsoft.com/office/drawing/2014/main" id="{0B2DA274-B7EF-48FE-8A79-25AF96E3B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734"/>
              <a:ext cx="18" cy="26"/>
            </a:xfrm>
            <a:custGeom>
              <a:avLst/>
              <a:gdLst>
                <a:gd name="T0" fmla="*/ 32 w 9"/>
                <a:gd name="T1" fmla="*/ 20 h 12"/>
                <a:gd name="T2" fmla="*/ 16 w 9"/>
                <a:gd name="T3" fmla="*/ 121 h 12"/>
                <a:gd name="T4" fmla="*/ 40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2"/>
                  </a:moveTo>
                  <a:cubicBezTo>
                    <a:pt x="2" y="5"/>
                    <a:pt x="0" y="9"/>
                    <a:pt x="2" y="12"/>
                  </a:cubicBezTo>
                  <a:cubicBezTo>
                    <a:pt x="7" y="12"/>
                    <a:pt x="9" y="4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87" name="Freeform 2078">
              <a:extLst>
                <a:ext uri="{FF2B5EF4-FFF2-40B4-BE49-F238E27FC236}">
                  <a16:creationId xmlns:a16="http://schemas.microsoft.com/office/drawing/2014/main" id="{DB1A3F4A-D4BF-4C79-9361-CE786CB90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615"/>
              <a:ext cx="22" cy="30"/>
            </a:xfrm>
            <a:custGeom>
              <a:avLst/>
              <a:gdLst>
                <a:gd name="T0" fmla="*/ 48 w 11"/>
                <a:gd name="T1" fmla="*/ 0 h 14"/>
                <a:gd name="T2" fmla="*/ 80 w 11"/>
                <a:gd name="T3" fmla="*/ 5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6" y="0"/>
                  </a:moveTo>
                  <a:cubicBezTo>
                    <a:pt x="0" y="12"/>
                    <a:pt x="11" y="14"/>
                    <a:pt x="10" y="5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88" name="Freeform 2079">
              <a:extLst>
                <a:ext uri="{FF2B5EF4-FFF2-40B4-BE49-F238E27FC236}">
                  <a16:creationId xmlns:a16="http://schemas.microsoft.com/office/drawing/2014/main" id="{2693785E-BE89-4F01-9549-DA65AF388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634"/>
              <a:ext cx="32" cy="30"/>
            </a:xfrm>
            <a:custGeom>
              <a:avLst/>
              <a:gdLst>
                <a:gd name="T0" fmla="*/ 40 w 16"/>
                <a:gd name="T1" fmla="*/ 28 h 14"/>
                <a:gd name="T2" fmla="*/ 24 w 16"/>
                <a:gd name="T3" fmla="*/ 137 h 14"/>
                <a:gd name="T4" fmla="*/ 88 w 16"/>
                <a:gd name="T5" fmla="*/ 0 h 14"/>
                <a:gd name="T6" fmla="*/ 72 w 16"/>
                <a:gd name="T7" fmla="*/ 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5" y="3"/>
                  </a:moveTo>
                  <a:cubicBezTo>
                    <a:pt x="2" y="5"/>
                    <a:pt x="0" y="10"/>
                    <a:pt x="3" y="14"/>
                  </a:cubicBezTo>
                  <a:cubicBezTo>
                    <a:pt x="8" y="13"/>
                    <a:pt x="16" y="5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89" name="Freeform 2080">
              <a:extLst>
                <a:ext uri="{FF2B5EF4-FFF2-40B4-BE49-F238E27FC236}">
                  <a16:creationId xmlns:a16="http://schemas.microsoft.com/office/drawing/2014/main" id="{C19BD2F2-823A-4189-A28C-187DD585D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687"/>
              <a:ext cx="30" cy="30"/>
            </a:xfrm>
            <a:custGeom>
              <a:avLst/>
              <a:gdLst>
                <a:gd name="T0" fmla="*/ 80 w 15"/>
                <a:gd name="T1" fmla="*/ 0 h 14"/>
                <a:gd name="T2" fmla="*/ 40 w 15"/>
                <a:gd name="T3" fmla="*/ 120 h 14"/>
                <a:gd name="T4" fmla="*/ 80 w 15"/>
                <a:gd name="T5" fmla="*/ 1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0" y="0"/>
                  </a:moveTo>
                  <a:cubicBezTo>
                    <a:pt x="7" y="1"/>
                    <a:pt x="0" y="9"/>
                    <a:pt x="5" y="12"/>
                  </a:cubicBezTo>
                  <a:cubicBezTo>
                    <a:pt x="8" y="14"/>
                    <a:pt x="15" y="5"/>
                    <a:pt x="10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90" name="Freeform 2081">
              <a:extLst>
                <a:ext uri="{FF2B5EF4-FFF2-40B4-BE49-F238E27FC236}">
                  <a16:creationId xmlns:a16="http://schemas.microsoft.com/office/drawing/2014/main" id="{38CFB347-FD7F-4A89-968E-4067DBE74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828"/>
              <a:ext cx="20" cy="38"/>
            </a:xfrm>
            <a:custGeom>
              <a:avLst/>
              <a:gdLst>
                <a:gd name="T0" fmla="*/ 72 w 10"/>
                <a:gd name="T1" fmla="*/ 0 h 18"/>
                <a:gd name="T2" fmla="*/ 8 w 10"/>
                <a:gd name="T3" fmla="*/ 152 h 18"/>
                <a:gd name="T4" fmla="*/ 56 w 10"/>
                <a:gd name="T5" fmla="*/ 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9" y="0"/>
                  </a:moveTo>
                  <a:cubicBezTo>
                    <a:pt x="5" y="4"/>
                    <a:pt x="0" y="9"/>
                    <a:pt x="1" y="16"/>
                  </a:cubicBezTo>
                  <a:cubicBezTo>
                    <a:pt x="7" y="18"/>
                    <a:pt x="10" y="7"/>
                    <a:pt x="7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91" name="Freeform 2082">
              <a:extLst>
                <a:ext uri="{FF2B5EF4-FFF2-40B4-BE49-F238E27FC236}">
                  <a16:creationId xmlns:a16="http://schemas.microsoft.com/office/drawing/2014/main" id="{1D21B698-AD54-4523-85A4-1038307D6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743"/>
              <a:ext cx="12" cy="19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84 h 9"/>
                <a:gd name="T4" fmla="*/ 24 w 6"/>
                <a:gd name="T5" fmla="*/ 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0" y="3"/>
                    <a:pt x="0" y="6"/>
                    <a:pt x="2" y="9"/>
                  </a:cubicBezTo>
                  <a:cubicBezTo>
                    <a:pt x="5" y="8"/>
                    <a:pt x="6" y="5"/>
                    <a:pt x="3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92" name="Freeform 2083">
              <a:extLst>
                <a:ext uri="{FF2B5EF4-FFF2-40B4-BE49-F238E27FC236}">
                  <a16:creationId xmlns:a16="http://schemas.microsoft.com/office/drawing/2014/main" id="{6AA89B74-C9A0-4D75-8DBF-20E771294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858"/>
              <a:ext cx="12" cy="15"/>
            </a:xfrm>
            <a:custGeom>
              <a:avLst/>
              <a:gdLst>
                <a:gd name="T0" fmla="*/ 24 w 6"/>
                <a:gd name="T1" fmla="*/ 9 h 7"/>
                <a:gd name="T2" fmla="*/ 0 w 6"/>
                <a:gd name="T3" fmla="*/ 69 h 7"/>
                <a:gd name="T4" fmla="*/ 24 w 6"/>
                <a:gd name="T5" fmla="*/ 0 h 7"/>
                <a:gd name="T6" fmla="*/ 8 w 6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3" y="7"/>
                    <a:pt x="6" y="3"/>
                    <a:pt x="3" y="0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93" name="Freeform 2084">
              <a:extLst>
                <a:ext uri="{FF2B5EF4-FFF2-40B4-BE49-F238E27FC236}">
                  <a16:creationId xmlns:a16="http://schemas.microsoft.com/office/drawing/2014/main" id="{008A7DB2-9095-4D0B-9977-E577D95F0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841"/>
              <a:ext cx="18" cy="25"/>
            </a:xfrm>
            <a:custGeom>
              <a:avLst/>
              <a:gdLst>
                <a:gd name="T0" fmla="*/ 24 w 9"/>
                <a:gd name="T1" fmla="*/ 0 h 12"/>
                <a:gd name="T2" fmla="*/ 24 w 9"/>
                <a:gd name="T3" fmla="*/ 108 h 12"/>
                <a:gd name="T4" fmla="*/ 32 w 9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3" y="0"/>
                  </a:moveTo>
                  <a:cubicBezTo>
                    <a:pt x="1" y="4"/>
                    <a:pt x="0" y="9"/>
                    <a:pt x="3" y="12"/>
                  </a:cubicBezTo>
                  <a:cubicBezTo>
                    <a:pt x="7" y="11"/>
                    <a:pt x="9" y="3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94" name="Freeform 2085">
              <a:extLst>
                <a:ext uri="{FF2B5EF4-FFF2-40B4-BE49-F238E27FC236}">
                  <a16:creationId xmlns:a16="http://schemas.microsoft.com/office/drawing/2014/main" id="{D708038C-9289-4F00-A0C4-2E5698ED0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964"/>
              <a:ext cx="18" cy="28"/>
            </a:xfrm>
            <a:custGeom>
              <a:avLst/>
              <a:gdLst>
                <a:gd name="T0" fmla="*/ 64 w 9"/>
                <a:gd name="T1" fmla="*/ 0 h 13"/>
                <a:gd name="T2" fmla="*/ 32 w 9"/>
                <a:gd name="T3" fmla="*/ 101 h 13"/>
                <a:gd name="T4" fmla="*/ 64 w 9"/>
                <a:gd name="T5" fmla="*/ 1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8" y="0"/>
                  </a:moveTo>
                  <a:cubicBezTo>
                    <a:pt x="6" y="1"/>
                    <a:pt x="0" y="7"/>
                    <a:pt x="4" y="10"/>
                  </a:cubicBezTo>
                  <a:cubicBezTo>
                    <a:pt x="8" y="13"/>
                    <a:pt x="9" y="5"/>
                    <a:pt x="8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95" name="Freeform 2086">
              <a:extLst>
                <a:ext uri="{FF2B5EF4-FFF2-40B4-BE49-F238E27FC236}">
                  <a16:creationId xmlns:a16="http://schemas.microsoft.com/office/drawing/2014/main" id="{DF2B0E5D-1A94-44DE-B260-ED1D8CD1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981"/>
              <a:ext cx="10" cy="9"/>
            </a:xfrm>
            <a:custGeom>
              <a:avLst/>
              <a:gdLst>
                <a:gd name="T0" fmla="*/ 0 w 5"/>
                <a:gd name="T1" fmla="*/ 36 h 4"/>
                <a:gd name="T2" fmla="*/ 40 w 5"/>
                <a:gd name="T3" fmla="*/ 11 h 4"/>
                <a:gd name="T4" fmla="*/ 24 w 5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0" y="0"/>
                    <a:pt x="2" y="0"/>
                    <a:pt x="5" y="1"/>
                  </a:cubicBezTo>
                  <a:cubicBezTo>
                    <a:pt x="5" y="3"/>
                    <a:pt x="4" y="3"/>
                    <a:pt x="3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96" name="Freeform 2087">
              <a:extLst>
                <a:ext uri="{FF2B5EF4-FFF2-40B4-BE49-F238E27FC236}">
                  <a16:creationId xmlns:a16="http://schemas.microsoft.com/office/drawing/2014/main" id="{8B6E805F-D673-4B99-AEF4-F9F7C82E5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947"/>
              <a:ext cx="16" cy="23"/>
            </a:xfrm>
            <a:custGeom>
              <a:avLst/>
              <a:gdLst>
                <a:gd name="T0" fmla="*/ 40 w 8"/>
                <a:gd name="T1" fmla="*/ 0 h 11"/>
                <a:gd name="T2" fmla="*/ 8 w 8"/>
                <a:gd name="T3" fmla="*/ 100 h 11"/>
                <a:gd name="T4" fmla="*/ 56 w 8"/>
                <a:gd name="T5" fmla="*/ 8 h 11"/>
                <a:gd name="T6" fmla="*/ 32 w 8"/>
                <a:gd name="T7" fmla="*/ 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5" y="0"/>
                  </a:moveTo>
                  <a:cubicBezTo>
                    <a:pt x="2" y="3"/>
                    <a:pt x="0" y="7"/>
                    <a:pt x="1" y="11"/>
                  </a:cubicBezTo>
                  <a:cubicBezTo>
                    <a:pt x="5" y="9"/>
                    <a:pt x="8" y="5"/>
                    <a:pt x="7" y="1"/>
                  </a:cubicBezTo>
                  <a:cubicBezTo>
                    <a:pt x="6" y="0"/>
                    <a:pt x="5" y="0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97" name="Freeform 2088">
              <a:extLst>
                <a:ext uri="{FF2B5EF4-FFF2-40B4-BE49-F238E27FC236}">
                  <a16:creationId xmlns:a16="http://schemas.microsoft.com/office/drawing/2014/main" id="{D712AB16-AD5A-4E5C-8406-042B09C6B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917"/>
              <a:ext cx="8" cy="15"/>
            </a:xfrm>
            <a:custGeom>
              <a:avLst/>
              <a:gdLst>
                <a:gd name="T0" fmla="*/ 0 w 4"/>
                <a:gd name="T1" fmla="*/ 0 h 7"/>
                <a:gd name="T2" fmla="*/ 0 w 4"/>
                <a:gd name="T3" fmla="*/ 69 h 7"/>
                <a:gd name="T4" fmla="*/ 16 w 4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3" y="7"/>
                    <a:pt x="4" y="4"/>
                    <a:pt x="2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98" name="Freeform 2089">
              <a:extLst>
                <a:ext uri="{FF2B5EF4-FFF2-40B4-BE49-F238E27FC236}">
                  <a16:creationId xmlns:a16="http://schemas.microsoft.com/office/drawing/2014/main" id="{7914852A-10A0-4EB5-9244-81D6DC4B5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904"/>
              <a:ext cx="20" cy="22"/>
            </a:xfrm>
            <a:custGeom>
              <a:avLst/>
              <a:gdLst>
                <a:gd name="T0" fmla="*/ 32 w 10"/>
                <a:gd name="T1" fmla="*/ 20 h 10"/>
                <a:gd name="T2" fmla="*/ 8 w 10"/>
                <a:gd name="T3" fmla="*/ 106 h 10"/>
                <a:gd name="T4" fmla="*/ 64 w 10"/>
                <a:gd name="T5" fmla="*/ 0 h 10"/>
                <a:gd name="T6" fmla="*/ 40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2"/>
                  </a:moveTo>
                  <a:cubicBezTo>
                    <a:pt x="2" y="4"/>
                    <a:pt x="0" y="6"/>
                    <a:pt x="1" y="10"/>
                  </a:cubicBezTo>
                  <a:cubicBezTo>
                    <a:pt x="5" y="10"/>
                    <a:pt x="10" y="4"/>
                    <a:pt x="8" y="0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599" name="Freeform 2090">
              <a:extLst>
                <a:ext uri="{FF2B5EF4-FFF2-40B4-BE49-F238E27FC236}">
                  <a16:creationId xmlns:a16="http://schemas.microsoft.com/office/drawing/2014/main" id="{89C3FDAD-9C35-4CF2-82AA-68CAEBABC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975"/>
              <a:ext cx="14" cy="19"/>
            </a:xfrm>
            <a:custGeom>
              <a:avLst/>
              <a:gdLst>
                <a:gd name="T0" fmla="*/ 16 w 7"/>
                <a:gd name="T1" fmla="*/ 36 h 9"/>
                <a:gd name="T2" fmla="*/ 8 w 7"/>
                <a:gd name="T3" fmla="*/ 84 h 9"/>
                <a:gd name="T4" fmla="*/ 32 w 7"/>
                <a:gd name="T5" fmla="*/ 0 h 9"/>
                <a:gd name="T6" fmla="*/ 8 w 7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2" y="4"/>
                  </a:moveTo>
                  <a:cubicBezTo>
                    <a:pt x="1" y="6"/>
                    <a:pt x="0" y="8"/>
                    <a:pt x="1" y="9"/>
                  </a:cubicBezTo>
                  <a:cubicBezTo>
                    <a:pt x="6" y="8"/>
                    <a:pt x="7" y="3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00" name="Freeform 2091">
              <a:extLst>
                <a:ext uri="{FF2B5EF4-FFF2-40B4-BE49-F238E27FC236}">
                  <a16:creationId xmlns:a16="http://schemas.microsoft.com/office/drawing/2014/main" id="{60E773B1-6842-4856-9BA3-E3A73B11C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966"/>
              <a:ext cx="24" cy="26"/>
            </a:xfrm>
            <a:custGeom>
              <a:avLst/>
              <a:gdLst>
                <a:gd name="T0" fmla="*/ 72 w 12"/>
                <a:gd name="T1" fmla="*/ 20 h 12"/>
                <a:gd name="T2" fmla="*/ 40 w 12"/>
                <a:gd name="T3" fmla="*/ 104 h 12"/>
                <a:gd name="T4" fmla="*/ 88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9" y="2"/>
                  </a:moveTo>
                  <a:cubicBezTo>
                    <a:pt x="5" y="1"/>
                    <a:pt x="0" y="9"/>
                    <a:pt x="5" y="10"/>
                  </a:cubicBezTo>
                  <a:cubicBezTo>
                    <a:pt x="9" y="12"/>
                    <a:pt x="12" y="2"/>
                    <a:pt x="11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01" name="Freeform 2092">
              <a:extLst>
                <a:ext uri="{FF2B5EF4-FFF2-40B4-BE49-F238E27FC236}">
                  <a16:creationId xmlns:a16="http://schemas.microsoft.com/office/drawing/2014/main" id="{44FF5AA5-A0B2-401E-B30A-A04FB6611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917"/>
              <a:ext cx="12" cy="13"/>
            </a:xfrm>
            <a:custGeom>
              <a:avLst/>
              <a:gdLst>
                <a:gd name="T0" fmla="*/ 48 w 6"/>
                <a:gd name="T1" fmla="*/ 0 h 6"/>
                <a:gd name="T2" fmla="*/ 0 w 6"/>
                <a:gd name="T3" fmla="*/ 61 h 6"/>
                <a:gd name="T4" fmla="*/ 48 w 6"/>
                <a:gd name="T5" fmla="*/ 20 h 6"/>
                <a:gd name="T6" fmla="*/ 32 w 6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1" y="3"/>
                    <a:pt x="0" y="6"/>
                  </a:cubicBezTo>
                  <a:cubicBezTo>
                    <a:pt x="3" y="6"/>
                    <a:pt x="5" y="4"/>
                    <a:pt x="6" y="2"/>
                  </a:cubicBezTo>
                  <a:cubicBezTo>
                    <a:pt x="6" y="1"/>
                    <a:pt x="5" y="1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02" name="Freeform 2093">
              <a:extLst>
                <a:ext uri="{FF2B5EF4-FFF2-40B4-BE49-F238E27FC236}">
                  <a16:creationId xmlns:a16="http://schemas.microsoft.com/office/drawing/2014/main" id="{35FBE953-1213-4B0B-9D8D-42EB286C0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924"/>
              <a:ext cx="14" cy="17"/>
            </a:xfrm>
            <a:custGeom>
              <a:avLst/>
              <a:gdLst>
                <a:gd name="T0" fmla="*/ 48 w 7"/>
                <a:gd name="T1" fmla="*/ 28 h 8"/>
                <a:gd name="T2" fmla="*/ 0 w 7"/>
                <a:gd name="T3" fmla="*/ 77 h 8"/>
                <a:gd name="T4" fmla="*/ 48 w 7"/>
                <a:gd name="T5" fmla="*/ 0 h 8"/>
                <a:gd name="T6" fmla="*/ 32 w 7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4" y="7"/>
                    <a:pt x="7" y="3"/>
                    <a:pt x="6" y="0"/>
                  </a:cubicBezTo>
                  <a:cubicBezTo>
                    <a:pt x="5" y="1"/>
                    <a:pt x="4" y="2"/>
                    <a:pt x="4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03" name="Freeform 2094">
              <a:extLst>
                <a:ext uri="{FF2B5EF4-FFF2-40B4-BE49-F238E27FC236}">
                  <a16:creationId xmlns:a16="http://schemas.microsoft.com/office/drawing/2014/main" id="{2188C046-01CA-4CD7-BE4B-21FAD5F22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987"/>
              <a:ext cx="12" cy="15"/>
            </a:xfrm>
            <a:custGeom>
              <a:avLst/>
              <a:gdLst>
                <a:gd name="T0" fmla="*/ 16 w 6"/>
                <a:gd name="T1" fmla="*/ 28 h 7"/>
                <a:gd name="T2" fmla="*/ 40 w 6"/>
                <a:gd name="T3" fmla="*/ 0 h 7"/>
                <a:gd name="T4" fmla="*/ 0 w 6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3" y="1"/>
                    <a:pt x="3" y="0"/>
                    <a:pt x="5" y="0"/>
                  </a:cubicBezTo>
                  <a:cubicBezTo>
                    <a:pt x="6" y="4"/>
                    <a:pt x="4" y="7"/>
                    <a:pt x="0" y="7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04" name="Freeform 2095">
              <a:extLst>
                <a:ext uri="{FF2B5EF4-FFF2-40B4-BE49-F238E27FC236}">
                  <a16:creationId xmlns:a16="http://schemas.microsoft.com/office/drawing/2014/main" id="{06817D92-C257-491D-88E8-AC1BB167C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945"/>
              <a:ext cx="20" cy="21"/>
            </a:xfrm>
            <a:custGeom>
              <a:avLst/>
              <a:gdLst>
                <a:gd name="T0" fmla="*/ 48 w 10"/>
                <a:gd name="T1" fmla="*/ 8 h 10"/>
                <a:gd name="T2" fmla="*/ 0 w 10"/>
                <a:gd name="T3" fmla="*/ 92 h 10"/>
                <a:gd name="T4" fmla="*/ 56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1"/>
                  </a:moveTo>
                  <a:cubicBezTo>
                    <a:pt x="3" y="3"/>
                    <a:pt x="0" y="6"/>
                    <a:pt x="0" y="10"/>
                  </a:cubicBezTo>
                  <a:cubicBezTo>
                    <a:pt x="4" y="10"/>
                    <a:pt x="10" y="4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05" name="Freeform 2096">
              <a:extLst>
                <a:ext uri="{FF2B5EF4-FFF2-40B4-BE49-F238E27FC236}">
                  <a16:creationId xmlns:a16="http://schemas.microsoft.com/office/drawing/2014/main" id="{AA424B4A-4FC7-48DF-B0CC-F1B4E63D2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777"/>
              <a:ext cx="32" cy="27"/>
            </a:xfrm>
            <a:custGeom>
              <a:avLst/>
              <a:gdLst>
                <a:gd name="T0" fmla="*/ 72 w 16"/>
                <a:gd name="T1" fmla="*/ 0 h 13"/>
                <a:gd name="T2" fmla="*/ 64 w 16"/>
                <a:gd name="T3" fmla="*/ 91 h 13"/>
                <a:gd name="T4" fmla="*/ 80 w 1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9" y="0"/>
                  </a:moveTo>
                  <a:cubicBezTo>
                    <a:pt x="6" y="3"/>
                    <a:pt x="0" y="13"/>
                    <a:pt x="8" y="10"/>
                  </a:cubicBezTo>
                  <a:cubicBezTo>
                    <a:pt x="11" y="9"/>
                    <a:pt x="16" y="0"/>
                    <a:pt x="10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06" name="Freeform 2097">
              <a:extLst>
                <a:ext uri="{FF2B5EF4-FFF2-40B4-BE49-F238E27FC236}">
                  <a16:creationId xmlns:a16="http://schemas.microsoft.com/office/drawing/2014/main" id="{472C6E9F-7F92-48B1-991E-B95C97FB1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768"/>
              <a:ext cx="10" cy="15"/>
            </a:xfrm>
            <a:custGeom>
              <a:avLst/>
              <a:gdLst>
                <a:gd name="T0" fmla="*/ 8 w 5"/>
                <a:gd name="T1" fmla="*/ 0 h 7"/>
                <a:gd name="T2" fmla="*/ 16 w 5"/>
                <a:gd name="T3" fmla="*/ 69 h 7"/>
                <a:gd name="T4" fmla="*/ 32 w 5"/>
                <a:gd name="T5" fmla="*/ 9 h 7"/>
                <a:gd name="T6" fmla="*/ 8 w 5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4" y="5"/>
                    <a:pt x="5" y="3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07" name="Freeform 2098">
              <a:extLst>
                <a:ext uri="{FF2B5EF4-FFF2-40B4-BE49-F238E27FC236}">
                  <a16:creationId xmlns:a16="http://schemas.microsoft.com/office/drawing/2014/main" id="{38F9FC55-2864-4C60-88BB-FA944ADCE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868"/>
              <a:ext cx="12" cy="22"/>
            </a:xfrm>
            <a:custGeom>
              <a:avLst/>
              <a:gdLst>
                <a:gd name="T0" fmla="*/ 0 w 6"/>
                <a:gd name="T1" fmla="*/ 73 h 10"/>
                <a:gd name="T2" fmla="*/ 8 w 6"/>
                <a:gd name="T3" fmla="*/ 106 h 10"/>
                <a:gd name="T4" fmla="*/ 24 w 6"/>
                <a:gd name="T5" fmla="*/ 0 h 10"/>
                <a:gd name="T6" fmla="*/ 0 w 6"/>
                <a:gd name="T7" fmla="*/ 4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7"/>
                  </a:moveTo>
                  <a:cubicBezTo>
                    <a:pt x="0" y="8"/>
                    <a:pt x="0" y="9"/>
                    <a:pt x="1" y="10"/>
                  </a:cubicBezTo>
                  <a:cubicBezTo>
                    <a:pt x="4" y="8"/>
                    <a:pt x="6" y="3"/>
                    <a:pt x="3" y="0"/>
                  </a:cubicBez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08" name="Freeform 2099">
              <a:extLst>
                <a:ext uri="{FF2B5EF4-FFF2-40B4-BE49-F238E27FC236}">
                  <a16:creationId xmlns:a16="http://schemas.microsoft.com/office/drawing/2014/main" id="{ECFD89CA-1AC9-4CA9-A8AE-87C506B3E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943"/>
              <a:ext cx="16" cy="25"/>
            </a:xfrm>
            <a:custGeom>
              <a:avLst/>
              <a:gdLst>
                <a:gd name="T0" fmla="*/ 32 w 8"/>
                <a:gd name="T1" fmla="*/ 17 h 12"/>
                <a:gd name="T2" fmla="*/ 8 w 8"/>
                <a:gd name="T3" fmla="*/ 92 h 12"/>
                <a:gd name="T4" fmla="*/ 56 w 8"/>
                <a:gd name="T5" fmla="*/ 0 h 12"/>
                <a:gd name="T6" fmla="*/ 16 w 8"/>
                <a:gd name="T7" fmla="*/ 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4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5" y="12"/>
                    <a:pt x="8" y="4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09" name="Freeform 2100">
              <a:extLst>
                <a:ext uri="{FF2B5EF4-FFF2-40B4-BE49-F238E27FC236}">
                  <a16:creationId xmlns:a16="http://schemas.microsoft.com/office/drawing/2014/main" id="{B5B47842-27F9-410B-BB45-95DFBF569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968"/>
              <a:ext cx="16" cy="19"/>
            </a:xfrm>
            <a:custGeom>
              <a:avLst/>
              <a:gdLst>
                <a:gd name="T0" fmla="*/ 40 w 8"/>
                <a:gd name="T1" fmla="*/ 8 h 9"/>
                <a:gd name="T2" fmla="*/ 16 w 8"/>
                <a:gd name="T3" fmla="*/ 84 h 9"/>
                <a:gd name="T4" fmla="*/ 64 w 8"/>
                <a:gd name="T5" fmla="*/ 8 h 9"/>
                <a:gd name="T6" fmla="*/ 48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5" y="1"/>
                  </a:moveTo>
                  <a:cubicBezTo>
                    <a:pt x="2" y="3"/>
                    <a:pt x="0" y="6"/>
                    <a:pt x="2" y="9"/>
                  </a:cubicBezTo>
                  <a:cubicBezTo>
                    <a:pt x="4" y="7"/>
                    <a:pt x="7" y="4"/>
                    <a:pt x="8" y="1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10" name="Freeform 2101">
              <a:extLst>
                <a:ext uri="{FF2B5EF4-FFF2-40B4-BE49-F238E27FC236}">
                  <a16:creationId xmlns:a16="http://schemas.microsoft.com/office/drawing/2014/main" id="{BEA1F373-D9B3-40D4-A7F7-5F71144D1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958"/>
              <a:ext cx="12" cy="17"/>
            </a:xfrm>
            <a:custGeom>
              <a:avLst/>
              <a:gdLst>
                <a:gd name="T0" fmla="*/ 0 w 6"/>
                <a:gd name="T1" fmla="*/ 19 h 8"/>
                <a:gd name="T2" fmla="*/ 16 w 6"/>
                <a:gd name="T3" fmla="*/ 77 h 8"/>
                <a:gd name="T4" fmla="*/ 48 w 6"/>
                <a:gd name="T5" fmla="*/ 9 h 8"/>
                <a:gd name="T6" fmla="*/ 32 w 6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2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5" y="7"/>
                    <a:pt x="6" y="4"/>
                    <a:pt x="6" y="1"/>
                  </a:cubicBezTo>
                  <a:cubicBezTo>
                    <a:pt x="5" y="0"/>
                    <a:pt x="5" y="1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11" name="Freeform 2102">
              <a:extLst>
                <a:ext uri="{FF2B5EF4-FFF2-40B4-BE49-F238E27FC236}">
                  <a16:creationId xmlns:a16="http://schemas.microsoft.com/office/drawing/2014/main" id="{038033E4-3352-490A-826E-908F837A7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877"/>
              <a:ext cx="12" cy="17"/>
            </a:xfrm>
            <a:custGeom>
              <a:avLst/>
              <a:gdLst>
                <a:gd name="T0" fmla="*/ 24 w 6"/>
                <a:gd name="T1" fmla="*/ 40 h 8"/>
                <a:gd name="T2" fmla="*/ 8 w 6"/>
                <a:gd name="T3" fmla="*/ 77 h 8"/>
                <a:gd name="T4" fmla="*/ 40 w 6"/>
                <a:gd name="T5" fmla="*/ 9 h 8"/>
                <a:gd name="T6" fmla="*/ 8 w 6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4"/>
                  </a:moveTo>
                  <a:cubicBezTo>
                    <a:pt x="1" y="6"/>
                    <a:pt x="0" y="6"/>
                    <a:pt x="1" y="8"/>
                  </a:cubicBezTo>
                  <a:cubicBezTo>
                    <a:pt x="4" y="8"/>
                    <a:pt x="6" y="4"/>
                    <a:pt x="5" y="1"/>
                  </a:cubicBezTo>
                  <a:cubicBezTo>
                    <a:pt x="2" y="0"/>
                    <a:pt x="2" y="2"/>
                    <a:pt x="1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12" name="Freeform 2103">
              <a:extLst>
                <a:ext uri="{FF2B5EF4-FFF2-40B4-BE49-F238E27FC236}">
                  <a16:creationId xmlns:a16="http://schemas.microsoft.com/office/drawing/2014/main" id="{FC12E125-3984-4C1B-8343-6EAAD6DF8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811"/>
              <a:ext cx="7" cy="10"/>
            </a:xfrm>
            <a:custGeom>
              <a:avLst/>
              <a:gdLst>
                <a:gd name="T0" fmla="*/ 12 w 4"/>
                <a:gd name="T1" fmla="*/ 0 h 5"/>
                <a:gd name="T2" fmla="*/ 0 w 4"/>
                <a:gd name="T3" fmla="*/ 40 h 5"/>
                <a:gd name="T4" fmla="*/ 21 w 4"/>
                <a:gd name="T5" fmla="*/ 0 h 5"/>
                <a:gd name="T6" fmla="*/ 12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3" y="5"/>
                    <a:pt x="4" y="3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13" name="Freeform 2104">
              <a:extLst>
                <a:ext uri="{FF2B5EF4-FFF2-40B4-BE49-F238E27FC236}">
                  <a16:creationId xmlns:a16="http://schemas.microsoft.com/office/drawing/2014/main" id="{FCEEE26E-DFB9-48BC-B023-71ACA0881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756"/>
              <a:ext cx="29" cy="21"/>
            </a:xfrm>
            <a:custGeom>
              <a:avLst/>
              <a:gdLst>
                <a:gd name="T0" fmla="*/ 56 w 15"/>
                <a:gd name="T1" fmla="*/ 0 h 10"/>
                <a:gd name="T2" fmla="*/ 15 w 15"/>
                <a:gd name="T3" fmla="*/ 92 h 10"/>
                <a:gd name="T4" fmla="*/ 52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8" y="0"/>
                  </a:moveTo>
                  <a:cubicBezTo>
                    <a:pt x="5" y="2"/>
                    <a:pt x="0" y="6"/>
                    <a:pt x="2" y="10"/>
                  </a:cubicBezTo>
                  <a:cubicBezTo>
                    <a:pt x="7" y="10"/>
                    <a:pt x="15" y="1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14" name="Freeform 2105">
              <a:extLst>
                <a:ext uri="{FF2B5EF4-FFF2-40B4-BE49-F238E27FC236}">
                  <a16:creationId xmlns:a16="http://schemas.microsoft.com/office/drawing/2014/main" id="{B9D68D5A-EC15-4D9C-BCEC-201EB70F1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707"/>
              <a:ext cx="18" cy="21"/>
            </a:xfrm>
            <a:custGeom>
              <a:avLst/>
              <a:gdLst>
                <a:gd name="T0" fmla="*/ 72 w 9"/>
                <a:gd name="T1" fmla="*/ 17 h 10"/>
                <a:gd name="T2" fmla="*/ 24 w 9"/>
                <a:gd name="T3" fmla="*/ 92 h 10"/>
                <a:gd name="T4" fmla="*/ 72 w 9"/>
                <a:gd name="T5" fmla="*/ 17 h 10"/>
                <a:gd name="T6" fmla="*/ 48 w 9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2"/>
                  </a:moveTo>
                  <a:cubicBezTo>
                    <a:pt x="4" y="0"/>
                    <a:pt x="0" y="7"/>
                    <a:pt x="3" y="10"/>
                  </a:cubicBezTo>
                  <a:cubicBezTo>
                    <a:pt x="6" y="9"/>
                    <a:pt x="9" y="5"/>
                    <a:pt x="9" y="2"/>
                  </a:cubicBezTo>
                  <a:cubicBezTo>
                    <a:pt x="8" y="1"/>
                    <a:pt x="7" y="1"/>
                    <a:pt x="6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15" name="Freeform 2106">
              <a:extLst>
                <a:ext uri="{FF2B5EF4-FFF2-40B4-BE49-F238E27FC236}">
                  <a16:creationId xmlns:a16="http://schemas.microsoft.com/office/drawing/2014/main" id="{94164941-C88C-4D31-97A7-9F3F9F545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704"/>
              <a:ext cx="32" cy="32"/>
            </a:xfrm>
            <a:custGeom>
              <a:avLst/>
              <a:gdLst>
                <a:gd name="T0" fmla="*/ 64 w 16"/>
                <a:gd name="T1" fmla="*/ 0 h 15"/>
                <a:gd name="T2" fmla="*/ 8 w 16"/>
                <a:gd name="T3" fmla="*/ 128 h 15"/>
                <a:gd name="T4" fmla="*/ 72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8" y="0"/>
                  </a:moveTo>
                  <a:cubicBezTo>
                    <a:pt x="4" y="2"/>
                    <a:pt x="0" y="8"/>
                    <a:pt x="1" y="13"/>
                  </a:cubicBezTo>
                  <a:cubicBezTo>
                    <a:pt x="7" y="15"/>
                    <a:pt x="16" y="1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16" name="Freeform 2107">
              <a:extLst>
                <a:ext uri="{FF2B5EF4-FFF2-40B4-BE49-F238E27FC236}">
                  <a16:creationId xmlns:a16="http://schemas.microsoft.com/office/drawing/2014/main" id="{A323366B-BE63-4E19-A04B-C695B081C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830"/>
              <a:ext cx="32" cy="32"/>
            </a:xfrm>
            <a:custGeom>
              <a:avLst/>
              <a:gdLst>
                <a:gd name="T0" fmla="*/ 48 w 16"/>
                <a:gd name="T1" fmla="*/ 0 h 15"/>
                <a:gd name="T2" fmla="*/ 80 w 16"/>
                <a:gd name="T3" fmla="*/ 0 h 15"/>
                <a:gd name="T4" fmla="*/ 64 w 16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0"/>
                  </a:moveTo>
                  <a:cubicBezTo>
                    <a:pt x="0" y="15"/>
                    <a:pt x="16" y="8"/>
                    <a:pt x="10" y="0"/>
                  </a:cubicBezTo>
                  <a:cubicBezTo>
                    <a:pt x="9" y="1"/>
                    <a:pt x="9" y="1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17" name="Freeform 2108">
              <a:extLst>
                <a:ext uri="{FF2B5EF4-FFF2-40B4-BE49-F238E27FC236}">
                  <a16:creationId xmlns:a16="http://schemas.microsoft.com/office/drawing/2014/main" id="{6E6F5829-7B91-4CD7-89A5-CC9FD2913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953"/>
              <a:ext cx="18" cy="20"/>
            </a:xfrm>
            <a:custGeom>
              <a:avLst/>
              <a:gdLst>
                <a:gd name="T0" fmla="*/ 8 w 9"/>
                <a:gd name="T1" fmla="*/ 9 h 9"/>
                <a:gd name="T2" fmla="*/ 16 w 9"/>
                <a:gd name="T3" fmla="*/ 98 h 9"/>
                <a:gd name="T4" fmla="*/ 32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1" y="1"/>
                  </a:moveTo>
                  <a:cubicBezTo>
                    <a:pt x="0" y="4"/>
                    <a:pt x="0" y="6"/>
                    <a:pt x="2" y="9"/>
                  </a:cubicBezTo>
                  <a:cubicBezTo>
                    <a:pt x="6" y="8"/>
                    <a:pt x="9" y="2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18" name="Freeform 2109">
              <a:extLst>
                <a:ext uri="{FF2B5EF4-FFF2-40B4-BE49-F238E27FC236}">
                  <a16:creationId xmlns:a16="http://schemas.microsoft.com/office/drawing/2014/main" id="{903FB093-BD3B-4A1A-AC46-B9F8D5644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943"/>
              <a:ext cx="10" cy="19"/>
            </a:xfrm>
            <a:custGeom>
              <a:avLst/>
              <a:gdLst>
                <a:gd name="T0" fmla="*/ 16 w 5"/>
                <a:gd name="T1" fmla="*/ 0 h 9"/>
                <a:gd name="T2" fmla="*/ 24 w 5"/>
                <a:gd name="T3" fmla="*/ 84 h 9"/>
                <a:gd name="T4" fmla="*/ 24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0" y="3"/>
                    <a:pt x="0" y="7"/>
                    <a:pt x="3" y="9"/>
                  </a:cubicBezTo>
                  <a:cubicBezTo>
                    <a:pt x="5" y="6"/>
                    <a:pt x="5" y="3"/>
                    <a:pt x="3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19" name="Freeform 2110">
              <a:extLst>
                <a:ext uri="{FF2B5EF4-FFF2-40B4-BE49-F238E27FC236}">
                  <a16:creationId xmlns:a16="http://schemas.microsoft.com/office/drawing/2014/main" id="{7E3D2D03-5D96-45D0-A106-45DFEDF4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811"/>
              <a:ext cx="16" cy="21"/>
            </a:xfrm>
            <a:custGeom>
              <a:avLst/>
              <a:gdLst>
                <a:gd name="T0" fmla="*/ 40 w 8"/>
                <a:gd name="T1" fmla="*/ 0 h 10"/>
                <a:gd name="T2" fmla="*/ 24 w 8"/>
                <a:gd name="T3" fmla="*/ 92 h 10"/>
                <a:gd name="T4" fmla="*/ 40 w 8"/>
                <a:gd name="T5" fmla="*/ 8 h 10"/>
                <a:gd name="T6" fmla="*/ 32 w 8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2" y="2"/>
                    <a:pt x="0" y="7"/>
                    <a:pt x="3" y="10"/>
                  </a:cubicBezTo>
                  <a:cubicBezTo>
                    <a:pt x="7" y="8"/>
                    <a:pt x="8" y="4"/>
                    <a:pt x="5" y="1"/>
                  </a:cubicBezTo>
                  <a:cubicBezTo>
                    <a:pt x="4" y="0"/>
                    <a:pt x="4" y="1"/>
                    <a:pt x="4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20" name="Freeform 2111">
              <a:extLst>
                <a:ext uri="{FF2B5EF4-FFF2-40B4-BE49-F238E27FC236}">
                  <a16:creationId xmlns:a16="http://schemas.microsoft.com/office/drawing/2014/main" id="{FD3D6888-1BA4-4F76-AFA7-EB26776DE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815"/>
              <a:ext cx="16" cy="19"/>
            </a:xfrm>
            <a:custGeom>
              <a:avLst/>
              <a:gdLst>
                <a:gd name="T0" fmla="*/ 40 w 8"/>
                <a:gd name="T1" fmla="*/ 8 h 9"/>
                <a:gd name="T2" fmla="*/ 24 w 8"/>
                <a:gd name="T3" fmla="*/ 84 h 9"/>
                <a:gd name="T4" fmla="*/ 48 w 8"/>
                <a:gd name="T5" fmla="*/ 0 h 9"/>
                <a:gd name="T6" fmla="*/ 32 w 8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5" y="1"/>
                  </a:moveTo>
                  <a:cubicBezTo>
                    <a:pt x="2" y="3"/>
                    <a:pt x="0" y="7"/>
                    <a:pt x="3" y="9"/>
                  </a:cubicBezTo>
                  <a:cubicBezTo>
                    <a:pt x="7" y="7"/>
                    <a:pt x="8" y="3"/>
                    <a:pt x="6" y="0"/>
                  </a:cubicBezTo>
                  <a:cubicBezTo>
                    <a:pt x="5" y="0"/>
                    <a:pt x="4" y="1"/>
                    <a:pt x="4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21" name="Freeform 2112">
              <a:extLst>
                <a:ext uri="{FF2B5EF4-FFF2-40B4-BE49-F238E27FC236}">
                  <a16:creationId xmlns:a16="http://schemas.microsoft.com/office/drawing/2014/main" id="{014C0298-870B-42AE-A807-94E57162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615"/>
              <a:ext cx="20" cy="21"/>
            </a:xfrm>
            <a:custGeom>
              <a:avLst/>
              <a:gdLst>
                <a:gd name="T0" fmla="*/ 32 w 10"/>
                <a:gd name="T1" fmla="*/ 8 h 10"/>
                <a:gd name="T2" fmla="*/ 8 w 10"/>
                <a:gd name="T3" fmla="*/ 92 h 10"/>
                <a:gd name="T4" fmla="*/ 32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1"/>
                  </a:moveTo>
                  <a:cubicBezTo>
                    <a:pt x="1" y="3"/>
                    <a:pt x="0" y="6"/>
                    <a:pt x="1" y="10"/>
                  </a:cubicBezTo>
                  <a:cubicBezTo>
                    <a:pt x="6" y="10"/>
                    <a:pt x="10" y="1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22" name="Freeform 2113">
              <a:extLst>
                <a:ext uri="{FF2B5EF4-FFF2-40B4-BE49-F238E27FC236}">
                  <a16:creationId xmlns:a16="http://schemas.microsoft.com/office/drawing/2014/main" id="{4BCD7BA5-8E29-4127-95D3-AAA8A8B7E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658"/>
              <a:ext cx="16" cy="23"/>
            </a:xfrm>
            <a:custGeom>
              <a:avLst/>
              <a:gdLst>
                <a:gd name="T0" fmla="*/ 56 w 8"/>
                <a:gd name="T1" fmla="*/ 0 h 11"/>
                <a:gd name="T2" fmla="*/ 24 w 8"/>
                <a:gd name="T3" fmla="*/ 100 h 11"/>
                <a:gd name="T4" fmla="*/ 40 w 8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7" y="0"/>
                  </a:moveTo>
                  <a:cubicBezTo>
                    <a:pt x="3" y="2"/>
                    <a:pt x="0" y="7"/>
                    <a:pt x="3" y="11"/>
                  </a:cubicBezTo>
                  <a:cubicBezTo>
                    <a:pt x="7" y="10"/>
                    <a:pt x="8" y="5"/>
                    <a:pt x="5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23" name="Freeform 2114">
              <a:extLst>
                <a:ext uri="{FF2B5EF4-FFF2-40B4-BE49-F238E27FC236}">
                  <a16:creationId xmlns:a16="http://schemas.microsoft.com/office/drawing/2014/main" id="{0DCCF841-1D4D-42D5-8D44-4F0B21BE9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653"/>
              <a:ext cx="16" cy="24"/>
            </a:xfrm>
            <a:custGeom>
              <a:avLst/>
              <a:gdLst>
                <a:gd name="T0" fmla="*/ 40 w 8"/>
                <a:gd name="T1" fmla="*/ 0 h 11"/>
                <a:gd name="T2" fmla="*/ 24 w 8"/>
                <a:gd name="T3" fmla="*/ 113 h 11"/>
                <a:gd name="T4" fmla="*/ 40 w 8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5" y="0"/>
                  </a:moveTo>
                  <a:cubicBezTo>
                    <a:pt x="1" y="3"/>
                    <a:pt x="0" y="8"/>
                    <a:pt x="3" y="11"/>
                  </a:cubicBezTo>
                  <a:cubicBezTo>
                    <a:pt x="8" y="10"/>
                    <a:pt x="8" y="4"/>
                    <a:pt x="5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24" name="Freeform 2115">
              <a:extLst>
                <a:ext uri="{FF2B5EF4-FFF2-40B4-BE49-F238E27FC236}">
                  <a16:creationId xmlns:a16="http://schemas.microsoft.com/office/drawing/2014/main" id="{911C880A-DBF2-404C-AFEE-069593F9E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562"/>
              <a:ext cx="8" cy="15"/>
            </a:xfrm>
            <a:custGeom>
              <a:avLst/>
              <a:gdLst>
                <a:gd name="T0" fmla="*/ 24 w 4"/>
                <a:gd name="T1" fmla="*/ 0 h 7"/>
                <a:gd name="T2" fmla="*/ 0 w 4"/>
                <a:gd name="T3" fmla="*/ 69 h 7"/>
                <a:gd name="T4" fmla="*/ 24 w 4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3" y="7"/>
                    <a:pt x="4" y="4"/>
                    <a:pt x="3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25" name="Freeform 2116">
              <a:extLst>
                <a:ext uri="{FF2B5EF4-FFF2-40B4-BE49-F238E27FC236}">
                  <a16:creationId xmlns:a16="http://schemas.microsoft.com/office/drawing/2014/main" id="{1CDC0DCA-C3BC-4C4B-B69F-9E47B2A42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568"/>
              <a:ext cx="18" cy="22"/>
            </a:xfrm>
            <a:custGeom>
              <a:avLst/>
              <a:gdLst>
                <a:gd name="T0" fmla="*/ 56 w 9"/>
                <a:gd name="T1" fmla="*/ 9 h 10"/>
                <a:gd name="T2" fmla="*/ 16 w 9"/>
                <a:gd name="T3" fmla="*/ 106 h 10"/>
                <a:gd name="T4" fmla="*/ 56 w 9"/>
                <a:gd name="T5" fmla="*/ 0 h 10"/>
                <a:gd name="T6" fmla="*/ 40 w 9"/>
                <a:gd name="T7" fmla="*/ 3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7" y="1"/>
                  </a:moveTo>
                  <a:cubicBezTo>
                    <a:pt x="4" y="2"/>
                    <a:pt x="0" y="6"/>
                    <a:pt x="2" y="10"/>
                  </a:cubicBezTo>
                  <a:cubicBezTo>
                    <a:pt x="7" y="8"/>
                    <a:pt x="9" y="4"/>
                    <a:pt x="7" y="0"/>
                  </a:cubicBezTo>
                  <a:cubicBezTo>
                    <a:pt x="6" y="0"/>
                    <a:pt x="5" y="1"/>
                    <a:pt x="5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26" name="Freeform 2117">
              <a:extLst>
                <a:ext uri="{FF2B5EF4-FFF2-40B4-BE49-F238E27FC236}">
                  <a16:creationId xmlns:a16="http://schemas.microsoft.com/office/drawing/2014/main" id="{590D9404-3E7F-4066-A877-361E9E7ED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585"/>
              <a:ext cx="36" cy="30"/>
            </a:xfrm>
            <a:custGeom>
              <a:avLst/>
              <a:gdLst>
                <a:gd name="T0" fmla="*/ 88 w 18"/>
                <a:gd name="T1" fmla="*/ 51 h 14"/>
                <a:gd name="T2" fmla="*/ 16 w 18"/>
                <a:gd name="T3" fmla="*/ 137 h 14"/>
                <a:gd name="T4" fmla="*/ 72 w 18"/>
                <a:gd name="T5" fmla="*/ 1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1" y="5"/>
                  </a:moveTo>
                  <a:cubicBezTo>
                    <a:pt x="6" y="0"/>
                    <a:pt x="0" y="10"/>
                    <a:pt x="2" y="14"/>
                  </a:cubicBezTo>
                  <a:cubicBezTo>
                    <a:pt x="8" y="14"/>
                    <a:pt x="18" y="2"/>
                    <a:pt x="9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27" name="Freeform 2118">
              <a:extLst>
                <a:ext uri="{FF2B5EF4-FFF2-40B4-BE49-F238E27FC236}">
                  <a16:creationId xmlns:a16="http://schemas.microsoft.com/office/drawing/2014/main" id="{15C6E8E8-3FE6-489C-B67D-31793EDE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528"/>
              <a:ext cx="18" cy="21"/>
            </a:xfrm>
            <a:custGeom>
              <a:avLst/>
              <a:gdLst>
                <a:gd name="T0" fmla="*/ 40 w 9"/>
                <a:gd name="T1" fmla="*/ 8 h 10"/>
                <a:gd name="T2" fmla="*/ 0 w 9"/>
                <a:gd name="T3" fmla="*/ 92 h 10"/>
                <a:gd name="T4" fmla="*/ 64 w 9"/>
                <a:gd name="T5" fmla="*/ 0 h 10"/>
                <a:gd name="T6" fmla="*/ 48 w 9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5" y="1"/>
                  </a:moveTo>
                  <a:cubicBezTo>
                    <a:pt x="2" y="4"/>
                    <a:pt x="0" y="6"/>
                    <a:pt x="0" y="10"/>
                  </a:cubicBezTo>
                  <a:cubicBezTo>
                    <a:pt x="5" y="10"/>
                    <a:pt x="9" y="4"/>
                    <a:pt x="8" y="0"/>
                  </a:cubicBezTo>
                  <a:cubicBezTo>
                    <a:pt x="8" y="0"/>
                    <a:pt x="7" y="0"/>
                    <a:pt x="6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28" name="Freeform 2119">
              <a:extLst>
                <a:ext uri="{FF2B5EF4-FFF2-40B4-BE49-F238E27FC236}">
                  <a16:creationId xmlns:a16="http://schemas.microsoft.com/office/drawing/2014/main" id="{E1649305-3948-4D2B-AD15-1FD21F7F9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577"/>
              <a:ext cx="16" cy="23"/>
            </a:xfrm>
            <a:custGeom>
              <a:avLst/>
              <a:gdLst>
                <a:gd name="T0" fmla="*/ 32 w 8"/>
                <a:gd name="T1" fmla="*/ 17 h 11"/>
                <a:gd name="T2" fmla="*/ 32 w 8"/>
                <a:gd name="T3" fmla="*/ 0 h 11"/>
                <a:gd name="T4" fmla="*/ 8 w 8"/>
                <a:gd name="T5" fmla="*/ 92 h 11"/>
                <a:gd name="T6" fmla="*/ 40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4" y="2"/>
                  </a:moveTo>
                  <a:cubicBezTo>
                    <a:pt x="4" y="2"/>
                    <a:pt x="4" y="1"/>
                    <a:pt x="4" y="0"/>
                  </a:cubicBezTo>
                  <a:cubicBezTo>
                    <a:pt x="1" y="3"/>
                    <a:pt x="0" y="7"/>
                    <a:pt x="1" y="10"/>
                  </a:cubicBezTo>
                  <a:cubicBezTo>
                    <a:pt x="5" y="11"/>
                    <a:pt x="8" y="3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29" name="Freeform 2120">
              <a:extLst>
                <a:ext uri="{FF2B5EF4-FFF2-40B4-BE49-F238E27FC236}">
                  <a16:creationId xmlns:a16="http://schemas.microsoft.com/office/drawing/2014/main" id="{53C53EB3-AFAF-4828-9A08-BFE662F0B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434"/>
              <a:ext cx="20" cy="28"/>
            </a:xfrm>
            <a:custGeom>
              <a:avLst/>
              <a:gdLst>
                <a:gd name="T0" fmla="*/ 48 w 10"/>
                <a:gd name="T1" fmla="*/ 0 h 13"/>
                <a:gd name="T2" fmla="*/ 8 w 10"/>
                <a:gd name="T3" fmla="*/ 129 h 13"/>
                <a:gd name="T4" fmla="*/ 48 w 10"/>
                <a:gd name="T5" fmla="*/ 1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6" y="0"/>
                  </a:moveTo>
                  <a:cubicBezTo>
                    <a:pt x="3" y="3"/>
                    <a:pt x="0" y="8"/>
                    <a:pt x="1" y="13"/>
                  </a:cubicBezTo>
                  <a:cubicBezTo>
                    <a:pt x="5" y="12"/>
                    <a:pt x="10" y="5"/>
                    <a:pt x="6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30" name="Freeform 2121">
              <a:extLst>
                <a:ext uri="{FF2B5EF4-FFF2-40B4-BE49-F238E27FC236}">
                  <a16:creationId xmlns:a16="http://schemas.microsoft.com/office/drawing/2014/main" id="{6A1BF1C7-2594-4892-A474-CFC002192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24"/>
              <a:ext cx="12" cy="17"/>
            </a:xfrm>
            <a:custGeom>
              <a:avLst/>
              <a:gdLst>
                <a:gd name="T0" fmla="*/ 40 w 6"/>
                <a:gd name="T1" fmla="*/ 0 h 8"/>
                <a:gd name="T2" fmla="*/ 0 w 6"/>
                <a:gd name="T3" fmla="*/ 77 h 8"/>
                <a:gd name="T4" fmla="*/ 32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cubicBezTo>
                    <a:pt x="2" y="1"/>
                    <a:pt x="0" y="5"/>
                    <a:pt x="0" y="8"/>
                  </a:cubicBezTo>
                  <a:cubicBezTo>
                    <a:pt x="4" y="7"/>
                    <a:pt x="6" y="4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31" name="Freeform 2122">
              <a:extLst>
                <a:ext uri="{FF2B5EF4-FFF2-40B4-BE49-F238E27FC236}">
                  <a16:creationId xmlns:a16="http://schemas.microsoft.com/office/drawing/2014/main" id="{BDB97FB9-55DA-4487-A5B1-FB701FCB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453"/>
              <a:ext cx="28" cy="22"/>
            </a:xfrm>
            <a:custGeom>
              <a:avLst/>
              <a:gdLst>
                <a:gd name="T0" fmla="*/ 104 w 14"/>
                <a:gd name="T1" fmla="*/ 0 h 10"/>
                <a:gd name="T2" fmla="*/ 64 w 14"/>
                <a:gd name="T3" fmla="*/ 106 h 10"/>
                <a:gd name="T4" fmla="*/ 88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3" y="0"/>
                  </a:moveTo>
                  <a:cubicBezTo>
                    <a:pt x="10" y="1"/>
                    <a:pt x="0" y="10"/>
                    <a:pt x="8" y="10"/>
                  </a:cubicBezTo>
                  <a:cubicBezTo>
                    <a:pt x="12" y="10"/>
                    <a:pt x="14" y="1"/>
                    <a:pt x="11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32" name="Freeform 2123">
              <a:extLst>
                <a:ext uri="{FF2B5EF4-FFF2-40B4-BE49-F238E27FC236}">
                  <a16:creationId xmlns:a16="http://schemas.microsoft.com/office/drawing/2014/main" id="{3160FF80-F1E3-4420-AFA6-DBFFD0DB9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441"/>
              <a:ext cx="16" cy="21"/>
            </a:xfrm>
            <a:custGeom>
              <a:avLst/>
              <a:gdLst>
                <a:gd name="T0" fmla="*/ 64 w 8"/>
                <a:gd name="T1" fmla="*/ 0 h 10"/>
                <a:gd name="T2" fmla="*/ 8 w 8"/>
                <a:gd name="T3" fmla="*/ 92 h 10"/>
                <a:gd name="T4" fmla="*/ 56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3" y="1"/>
                    <a:pt x="0" y="6"/>
                    <a:pt x="1" y="10"/>
                  </a:cubicBezTo>
                  <a:cubicBezTo>
                    <a:pt x="6" y="9"/>
                    <a:pt x="6" y="4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33" name="Freeform 2124">
              <a:extLst>
                <a:ext uri="{FF2B5EF4-FFF2-40B4-BE49-F238E27FC236}">
                  <a16:creationId xmlns:a16="http://schemas.microsoft.com/office/drawing/2014/main" id="{B8FE0E38-F6FC-416F-B225-48FD77F8E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428"/>
              <a:ext cx="24" cy="25"/>
            </a:xfrm>
            <a:custGeom>
              <a:avLst/>
              <a:gdLst>
                <a:gd name="T0" fmla="*/ 56 w 12"/>
                <a:gd name="T1" fmla="*/ 8 h 12"/>
                <a:gd name="T2" fmla="*/ 32 w 12"/>
                <a:gd name="T3" fmla="*/ 108 h 12"/>
                <a:gd name="T4" fmla="*/ 64 w 12"/>
                <a:gd name="T5" fmla="*/ 0 h 12"/>
                <a:gd name="T6" fmla="*/ 48 w 12"/>
                <a:gd name="T7" fmla="*/ 1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7" y="1"/>
                  </a:moveTo>
                  <a:cubicBezTo>
                    <a:pt x="2" y="2"/>
                    <a:pt x="0" y="9"/>
                    <a:pt x="4" y="12"/>
                  </a:cubicBezTo>
                  <a:cubicBezTo>
                    <a:pt x="8" y="10"/>
                    <a:pt x="12" y="4"/>
                    <a:pt x="8" y="0"/>
                  </a:cubicBezTo>
                  <a:cubicBezTo>
                    <a:pt x="7" y="1"/>
                    <a:pt x="6" y="2"/>
                    <a:pt x="6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34" name="Freeform 2125">
              <a:extLst>
                <a:ext uri="{FF2B5EF4-FFF2-40B4-BE49-F238E27FC236}">
                  <a16:creationId xmlns:a16="http://schemas.microsoft.com/office/drawing/2014/main" id="{460A8DB0-5662-44E8-8165-059FDD3E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302"/>
              <a:ext cx="32" cy="34"/>
            </a:xfrm>
            <a:custGeom>
              <a:avLst/>
              <a:gdLst>
                <a:gd name="T0" fmla="*/ 56 w 16"/>
                <a:gd name="T1" fmla="*/ 28 h 16"/>
                <a:gd name="T2" fmla="*/ 0 w 16"/>
                <a:gd name="T3" fmla="*/ 104 h 16"/>
                <a:gd name="T4" fmla="*/ 72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7" y="3"/>
                  </a:moveTo>
                  <a:cubicBezTo>
                    <a:pt x="4" y="5"/>
                    <a:pt x="0" y="7"/>
                    <a:pt x="0" y="11"/>
                  </a:cubicBezTo>
                  <a:cubicBezTo>
                    <a:pt x="6" y="16"/>
                    <a:pt x="16" y="6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35" name="Freeform 2126">
              <a:extLst>
                <a:ext uri="{FF2B5EF4-FFF2-40B4-BE49-F238E27FC236}">
                  <a16:creationId xmlns:a16="http://schemas.microsoft.com/office/drawing/2014/main" id="{D4C99CD9-0248-46A4-8B2A-26EB7543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324"/>
              <a:ext cx="22" cy="21"/>
            </a:xfrm>
            <a:custGeom>
              <a:avLst/>
              <a:gdLst>
                <a:gd name="T0" fmla="*/ 48 w 11"/>
                <a:gd name="T1" fmla="*/ 0 h 10"/>
                <a:gd name="T2" fmla="*/ 0 w 11"/>
                <a:gd name="T3" fmla="*/ 84 h 10"/>
                <a:gd name="T4" fmla="*/ 64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4" y="3"/>
                    <a:pt x="0" y="5"/>
                    <a:pt x="0" y="9"/>
                  </a:cubicBezTo>
                  <a:cubicBezTo>
                    <a:pt x="4" y="10"/>
                    <a:pt x="11" y="4"/>
                    <a:pt x="8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36" name="Freeform 2127">
              <a:extLst>
                <a:ext uri="{FF2B5EF4-FFF2-40B4-BE49-F238E27FC236}">
                  <a16:creationId xmlns:a16="http://schemas.microsoft.com/office/drawing/2014/main" id="{C0A7EC06-6B04-44FB-90B9-A70E4FC6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328"/>
              <a:ext cx="24" cy="32"/>
            </a:xfrm>
            <a:custGeom>
              <a:avLst/>
              <a:gdLst>
                <a:gd name="T0" fmla="*/ 96 w 12"/>
                <a:gd name="T1" fmla="*/ 19 h 15"/>
                <a:gd name="T2" fmla="*/ 96 w 12"/>
                <a:gd name="T3" fmla="*/ 4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12" y="2"/>
                  </a:moveTo>
                  <a:cubicBezTo>
                    <a:pt x="1" y="0"/>
                    <a:pt x="0" y="15"/>
                    <a:pt x="12" y="5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37" name="Freeform 2128">
              <a:extLst>
                <a:ext uri="{FF2B5EF4-FFF2-40B4-BE49-F238E27FC236}">
                  <a16:creationId xmlns:a16="http://schemas.microsoft.com/office/drawing/2014/main" id="{FD892A5C-391E-4E69-A69A-3E80808D7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232"/>
              <a:ext cx="38" cy="19"/>
            </a:xfrm>
            <a:custGeom>
              <a:avLst/>
              <a:gdLst>
                <a:gd name="T0" fmla="*/ 96 w 19"/>
                <a:gd name="T1" fmla="*/ 0 h 9"/>
                <a:gd name="T2" fmla="*/ 104 w 19"/>
                <a:gd name="T3" fmla="*/ 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12" y="0"/>
                  </a:moveTo>
                  <a:cubicBezTo>
                    <a:pt x="0" y="9"/>
                    <a:pt x="19" y="9"/>
                    <a:pt x="13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38" name="Freeform 2129">
              <a:extLst>
                <a:ext uri="{FF2B5EF4-FFF2-40B4-BE49-F238E27FC236}">
                  <a16:creationId xmlns:a16="http://schemas.microsoft.com/office/drawing/2014/main" id="{36EE14DE-495A-45D7-AC71-914307B81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287"/>
              <a:ext cx="24" cy="22"/>
            </a:xfrm>
            <a:custGeom>
              <a:avLst/>
              <a:gdLst>
                <a:gd name="T0" fmla="*/ 56 w 12"/>
                <a:gd name="T1" fmla="*/ 0 h 10"/>
                <a:gd name="T2" fmla="*/ 8 w 12"/>
                <a:gd name="T3" fmla="*/ 97 h 10"/>
                <a:gd name="T4" fmla="*/ 56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0"/>
                  </a:moveTo>
                  <a:cubicBezTo>
                    <a:pt x="4" y="3"/>
                    <a:pt x="0" y="5"/>
                    <a:pt x="1" y="9"/>
                  </a:cubicBezTo>
                  <a:cubicBezTo>
                    <a:pt x="6" y="10"/>
                    <a:pt x="12" y="4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39" name="Freeform 2130">
              <a:extLst>
                <a:ext uri="{FF2B5EF4-FFF2-40B4-BE49-F238E27FC236}">
                  <a16:creationId xmlns:a16="http://schemas.microsoft.com/office/drawing/2014/main" id="{AD42108D-C660-47F5-9645-8C36B8D0A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181"/>
              <a:ext cx="19" cy="17"/>
            </a:xfrm>
            <a:custGeom>
              <a:avLst/>
              <a:gdLst>
                <a:gd name="T0" fmla="*/ 55 w 10"/>
                <a:gd name="T1" fmla="*/ 19 h 8"/>
                <a:gd name="T2" fmla="*/ 15 w 10"/>
                <a:gd name="T3" fmla="*/ 77 h 8"/>
                <a:gd name="T4" fmla="*/ 61 w 10"/>
                <a:gd name="T5" fmla="*/ 0 h 8"/>
                <a:gd name="T6" fmla="*/ 40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8" y="2"/>
                  </a:moveTo>
                  <a:cubicBezTo>
                    <a:pt x="4" y="1"/>
                    <a:pt x="0" y="5"/>
                    <a:pt x="2" y="8"/>
                  </a:cubicBezTo>
                  <a:cubicBezTo>
                    <a:pt x="6" y="8"/>
                    <a:pt x="10" y="4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0" name="Freeform 2131">
              <a:extLst>
                <a:ext uri="{FF2B5EF4-FFF2-40B4-BE49-F238E27FC236}">
                  <a16:creationId xmlns:a16="http://schemas.microsoft.com/office/drawing/2014/main" id="{BD698811-FD48-451E-B7B7-D2967B16A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130"/>
              <a:ext cx="18" cy="17"/>
            </a:xfrm>
            <a:custGeom>
              <a:avLst/>
              <a:gdLst>
                <a:gd name="T0" fmla="*/ 48 w 9"/>
                <a:gd name="T1" fmla="*/ 19 h 8"/>
                <a:gd name="T2" fmla="*/ 8 w 9"/>
                <a:gd name="T3" fmla="*/ 77 h 8"/>
                <a:gd name="T4" fmla="*/ 48 w 9"/>
                <a:gd name="T5" fmla="*/ 0 h 8"/>
                <a:gd name="T6" fmla="*/ 24 w 9"/>
                <a:gd name="T7" fmla="*/ 4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6" y="2"/>
                  </a:moveTo>
                  <a:cubicBezTo>
                    <a:pt x="3" y="3"/>
                    <a:pt x="0" y="5"/>
                    <a:pt x="1" y="8"/>
                  </a:cubicBezTo>
                  <a:cubicBezTo>
                    <a:pt x="5" y="8"/>
                    <a:pt x="9" y="4"/>
                    <a:pt x="6" y="0"/>
                  </a:cubicBezTo>
                  <a:cubicBezTo>
                    <a:pt x="3" y="1"/>
                    <a:pt x="3" y="2"/>
                    <a:pt x="3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1" name="Freeform 2132">
              <a:extLst>
                <a:ext uri="{FF2B5EF4-FFF2-40B4-BE49-F238E27FC236}">
                  <a16:creationId xmlns:a16="http://schemas.microsoft.com/office/drawing/2014/main" id="{78996A20-C5F8-43F4-9D70-E6D7C36CF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209"/>
              <a:ext cx="18" cy="25"/>
            </a:xfrm>
            <a:custGeom>
              <a:avLst/>
              <a:gdLst>
                <a:gd name="T0" fmla="*/ 32 w 9"/>
                <a:gd name="T1" fmla="*/ 0 h 12"/>
                <a:gd name="T2" fmla="*/ 0 w 9"/>
                <a:gd name="T3" fmla="*/ 83 h 12"/>
                <a:gd name="T4" fmla="*/ 32 w 9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2"/>
                    <a:pt x="0" y="5"/>
                    <a:pt x="0" y="9"/>
                  </a:cubicBezTo>
                  <a:cubicBezTo>
                    <a:pt x="5" y="12"/>
                    <a:pt x="9" y="4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2" name="Freeform 2133">
              <a:extLst>
                <a:ext uri="{FF2B5EF4-FFF2-40B4-BE49-F238E27FC236}">
                  <a16:creationId xmlns:a16="http://schemas.microsoft.com/office/drawing/2014/main" id="{BB1FDFB5-5D04-42A3-A53B-8818F427D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355"/>
              <a:ext cx="30" cy="24"/>
            </a:xfrm>
            <a:custGeom>
              <a:avLst/>
              <a:gdLst>
                <a:gd name="T0" fmla="*/ 64 w 15"/>
                <a:gd name="T1" fmla="*/ 9 h 11"/>
                <a:gd name="T2" fmla="*/ 56 w 15"/>
                <a:gd name="T3" fmla="*/ 105 h 11"/>
                <a:gd name="T4" fmla="*/ 80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8" y="1"/>
                  </a:moveTo>
                  <a:cubicBezTo>
                    <a:pt x="2" y="0"/>
                    <a:pt x="0" y="10"/>
                    <a:pt x="7" y="10"/>
                  </a:cubicBezTo>
                  <a:cubicBezTo>
                    <a:pt x="11" y="11"/>
                    <a:pt x="15" y="2"/>
                    <a:pt x="10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3" name="Freeform 2134">
              <a:extLst>
                <a:ext uri="{FF2B5EF4-FFF2-40B4-BE49-F238E27FC236}">
                  <a16:creationId xmlns:a16="http://schemas.microsoft.com/office/drawing/2014/main" id="{E0B4BE9A-5EA1-4699-9533-41464D16E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34"/>
              <a:ext cx="20" cy="21"/>
            </a:xfrm>
            <a:custGeom>
              <a:avLst/>
              <a:gdLst>
                <a:gd name="T0" fmla="*/ 48 w 10"/>
                <a:gd name="T1" fmla="*/ 17 h 10"/>
                <a:gd name="T2" fmla="*/ 0 w 10"/>
                <a:gd name="T3" fmla="*/ 57 h 10"/>
                <a:gd name="T4" fmla="*/ 80 w 10"/>
                <a:gd name="T5" fmla="*/ 8 h 10"/>
                <a:gd name="T6" fmla="*/ 32 w 10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2"/>
                  </a:moveTo>
                  <a:cubicBezTo>
                    <a:pt x="3" y="3"/>
                    <a:pt x="1" y="4"/>
                    <a:pt x="0" y="6"/>
                  </a:cubicBezTo>
                  <a:cubicBezTo>
                    <a:pt x="3" y="10"/>
                    <a:pt x="10" y="5"/>
                    <a:pt x="10" y="1"/>
                  </a:cubicBezTo>
                  <a:cubicBezTo>
                    <a:pt x="8" y="0"/>
                    <a:pt x="6" y="0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4" name="Freeform 2135">
              <a:extLst>
                <a:ext uri="{FF2B5EF4-FFF2-40B4-BE49-F238E27FC236}">
                  <a16:creationId xmlns:a16="http://schemas.microsoft.com/office/drawing/2014/main" id="{98E14890-BB41-4720-A8A2-05E79C4E2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343"/>
              <a:ext cx="10" cy="12"/>
            </a:xfrm>
            <a:custGeom>
              <a:avLst/>
              <a:gdLst>
                <a:gd name="T0" fmla="*/ 24 w 5"/>
                <a:gd name="T1" fmla="*/ 0 h 6"/>
                <a:gd name="T2" fmla="*/ 8 w 5"/>
                <a:gd name="T3" fmla="*/ 48 h 6"/>
                <a:gd name="T4" fmla="*/ 40 w 5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4" y="6"/>
                    <a:pt x="5" y="4"/>
                    <a:pt x="5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5" name="Freeform 2136">
              <a:extLst>
                <a:ext uri="{FF2B5EF4-FFF2-40B4-BE49-F238E27FC236}">
                  <a16:creationId xmlns:a16="http://schemas.microsoft.com/office/drawing/2014/main" id="{7EAAAC1C-5735-492B-887A-A467E6690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66"/>
              <a:ext cx="36" cy="19"/>
            </a:xfrm>
            <a:custGeom>
              <a:avLst/>
              <a:gdLst>
                <a:gd name="T0" fmla="*/ 112 w 18"/>
                <a:gd name="T1" fmla="*/ 0 h 9"/>
                <a:gd name="T2" fmla="*/ 64 w 18"/>
                <a:gd name="T3" fmla="*/ 68 h 9"/>
                <a:gd name="T4" fmla="*/ 112 w 1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14" y="0"/>
                  </a:moveTo>
                  <a:cubicBezTo>
                    <a:pt x="11" y="0"/>
                    <a:pt x="0" y="4"/>
                    <a:pt x="8" y="7"/>
                  </a:cubicBezTo>
                  <a:cubicBezTo>
                    <a:pt x="12" y="9"/>
                    <a:pt x="18" y="5"/>
                    <a:pt x="1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6" name="Freeform 2137">
              <a:extLst>
                <a:ext uri="{FF2B5EF4-FFF2-40B4-BE49-F238E27FC236}">
                  <a16:creationId xmlns:a16="http://schemas.microsoft.com/office/drawing/2014/main" id="{C5D904BD-352C-4454-91EB-903088BA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264"/>
              <a:ext cx="32" cy="23"/>
            </a:xfrm>
            <a:custGeom>
              <a:avLst/>
              <a:gdLst>
                <a:gd name="T0" fmla="*/ 112 w 16"/>
                <a:gd name="T1" fmla="*/ 8 h 11"/>
                <a:gd name="T2" fmla="*/ 24 w 16"/>
                <a:gd name="T3" fmla="*/ 56 h 11"/>
                <a:gd name="T4" fmla="*/ 120 w 16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4" y="1"/>
                  </a:moveTo>
                  <a:cubicBezTo>
                    <a:pt x="11" y="1"/>
                    <a:pt x="0" y="0"/>
                    <a:pt x="3" y="6"/>
                  </a:cubicBezTo>
                  <a:cubicBezTo>
                    <a:pt x="5" y="11"/>
                    <a:pt x="16" y="10"/>
                    <a:pt x="15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7" name="Freeform 2138">
              <a:extLst>
                <a:ext uri="{FF2B5EF4-FFF2-40B4-BE49-F238E27FC236}">
                  <a16:creationId xmlns:a16="http://schemas.microsoft.com/office/drawing/2014/main" id="{94AA8CA4-2006-485A-A32D-651B40D96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226"/>
              <a:ext cx="14" cy="10"/>
            </a:xfrm>
            <a:custGeom>
              <a:avLst/>
              <a:gdLst>
                <a:gd name="T0" fmla="*/ 24 w 7"/>
                <a:gd name="T1" fmla="*/ 8 h 5"/>
                <a:gd name="T2" fmla="*/ 0 w 7"/>
                <a:gd name="T3" fmla="*/ 32 h 5"/>
                <a:gd name="T4" fmla="*/ 56 w 7"/>
                <a:gd name="T5" fmla="*/ 24 h 5"/>
                <a:gd name="T6" fmla="*/ 4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cubicBezTo>
                    <a:pt x="1" y="2"/>
                    <a:pt x="0" y="1"/>
                    <a:pt x="0" y="4"/>
                  </a:cubicBezTo>
                  <a:cubicBezTo>
                    <a:pt x="2" y="5"/>
                    <a:pt x="4" y="5"/>
                    <a:pt x="7" y="3"/>
                  </a:cubicBezTo>
                  <a:cubicBezTo>
                    <a:pt x="7" y="2"/>
                    <a:pt x="6" y="1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8" name="Freeform 2139">
              <a:extLst>
                <a:ext uri="{FF2B5EF4-FFF2-40B4-BE49-F238E27FC236}">
                  <a16:creationId xmlns:a16="http://schemas.microsoft.com/office/drawing/2014/main" id="{2BFBF89E-4500-47ED-B0A4-10950DEF2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160"/>
              <a:ext cx="16" cy="12"/>
            </a:xfrm>
            <a:custGeom>
              <a:avLst/>
              <a:gdLst>
                <a:gd name="T0" fmla="*/ 32 w 8"/>
                <a:gd name="T1" fmla="*/ 8 h 6"/>
                <a:gd name="T2" fmla="*/ 0 w 8"/>
                <a:gd name="T3" fmla="*/ 48 h 6"/>
                <a:gd name="T4" fmla="*/ 64 w 8"/>
                <a:gd name="T5" fmla="*/ 16 h 6"/>
                <a:gd name="T6" fmla="*/ 32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2" y="2"/>
                    <a:pt x="1" y="4"/>
                    <a:pt x="0" y="6"/>
                  </a:cubicBezTo>
                  <a:cubicBezTo>
                    <a:pt x="4" y="6"/>
                    <a:pt x="7" y="5"/>
                    <a:pt x="8" y="2"/>
                  </a:cubicBezTo>
                  <a:cubicBezTo>
                    <a:pt x="7" y="1"/>
                    <a:pt x="6" y="0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9" name="Freeform 2140">
              <a:extLst>
                <a:ext uri="{FF2B5EF4-FFF2-40B4-BE49-F238E27FC236}">
                  <a16:creationId xmlns:a16="http://schemas.microsoft.com/office/drawing/2014/main" id="{4581C92C-9D4D-4CCB-A924-868B99298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147"/>
              <a:ext cx="24" cy="17"/>
            </a:xfrm>
            <a:custGeom>
              <a:avLst/>
              <a:gdLst>
                <a:gd name="T0" fmla="*/ 56 w 12"/>
                <a:gd name="T1" fmla="*/ 19 h 8"/>
                <a:gd name="T2" fmla="*/ 0 w 12"/>
                <a:gd name="T3" fmla="*/ 40 h 8"/>
                <a:gd name="T4" fmla="*/ 96 w 12"/>
                <a:gd name="T5" fmla="*/ 19 h 8"/>
                <a:gd name="T6" fmla="*/ 56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7" y="2"/>
                  </a:moveTo>
                  <a:cubicBezTo>
                    <a:pt x="4" y="2"/>
                    <a:pt x="1" y="2"/>
                    <a:pt x="0" y="4"/>
                  </a:cubicBezTo>
                  <a:cubicBezTo>
                    <a:pt x="3" y="8"/>
                    <a:pt x="9" y="5"/>
                    <a:pt x="12" y="2"/>
                  </a:cubicBezTo>
                  <a:cubicBezTo>
                    <a:pt x="10" y="0"/>
                    <a:pt x="9" y="0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0" name="Freeform 2141">
              <a:extLst>
                <a:ext uri="{FF2B5EF4-FFF2-40B4-BE49-F238E27FC236}">
                  <a16:creationId xmlns:a16="http://schemas.microsoft.com/office/drawing/2014/main" id="{38D207EF-37FB-47EA-BD9E-28DF89771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979"/>
              <a:ext cx="32" cy="21"/>
            </a:xfrm>
            <a:custGeom>
              <a:avLst/>
              <a:gdLst>
                <a:gd name="T0" fmla="*/ 48 w 16"/>
                <a:gd name="T1" fmla="*/ 8 h 10"/>
                <a:gd name="T2" fmla="*/ 16 w 16"/>
                <a:gd name="T3" fmla="*/ 67 h 10"/>
                <a:gd name="T4" fmla="*/ 128 w 16"/>
                <a:gd name="T5" fmla="*/ 48 h 10"/>
                <a:gd name="T6" fmla="*/ 96 w 1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6" y="1"/>
                  </a:moveTo>
                  <a:cubicBezTo>
                    <a:pt x="2" y="1"/>
                    <a:pt x="0" y="4"/>
                    <a:pt x="2" y="7"/>
                  </a:cubicBezTo>
                  <a:cubicBezTo>
                    <a:pt x="4" y="10"/>
                    <a:pt x="14" y="6"/>
                    <a:pt x="16" y="5"/>
                  </a:cubicBezTo>
                  <a:cubicBezTo>
                    <a:pt x="16" y="3"/>
                    <a:pt x="14" y="1"/>
                    <a:pt x="12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1" name="Freeform 2142">
              <a:extLst>
                <a:ext uri="{FF2B5EF4-FFF2-40B4-BE49-F238E27FC236}">
                  <a16:creationId xmlns:a16="http://schemas.microsoft.com/office/drawing/2014/main" id="{A1D15F03-4CCF-4186-92D1-473343464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002"/>
              <a:ext cx="16" cy="13"/>
            </a:xfrm>
            <a:custGeom>
              <a:avLst/>
              <a:gdLst>
                <a:gd name="T0" fmla="*/ 32 w 8"/>
                <a:gd name="T1" fmla="*/ 0 h 6"/>
                <a:gd name="T2" fmla="*/ 8 w 8"/>
                <a:gd name="T3" fmla="*/ 52 h 6"/>
                <a:gd name="T4" fmla="*/ 64 w 8"/>
                <a:gd name="T5" fmla="*/ 43 h 6"/>
                <a:gd name="T6" fmla="*/ 32 w 8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2" y="1"/>
                    <a:pt x="0" y="2"/>
                    <a:pt x="1" y="5"/>
                  </a:cubicBezTo>
                  <a:cubicBezTo>
                    <a:pt x="3" y="6"/>
                    <a:pt x="6" y="6"/>
                    <a:pt x="8" y="4"/>
                  </a:cubicBezTo>
                  <a:cubicBezTo>
                    <a:pt x="7" y="1"/>
                    <a:pt x="6" y="1"/>
                    <a:pt x="4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2" name="Freeform 2143">
              <a:extLst>
                <a:ext uri="{FF2B5EF4-FFF2-40B4-BE49-F238E27FC236}">
                  <a16:creationId xmlns:a16="http://schemas.microsoft.com/office/drawing/2014/main" id="{427EF815-865B-4D52-BE16-4FF6E6B44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049"/>
              <a:ext cx="14" cy="17"/>
            </a:xfrm>
            <a:custGeom>
              <a:avLst/>
              <a:gdLst>
                <a:gd name="T0" fmla="*/ 40 w 7"/>
                <a:gd name="T1" fmla="*/ 19 h 8"/>
                <a:gd name="T2" fmla="*/ 0 w 7"/>
                <a:gd name="T3" fmla="*/ 60 h 8"/>
                <a:gd name="T4" fmla="*/ 56 w 7"/>
                <a:gd name="T5" fmla="*/ 9 h 8"/>
                <a:gd name="T6" fmla="*/ 32 w 7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3" y="8"/>
                    <a:pt x="7" y="5"/>
                    <a:pt x="7" y="1"/>
                  </a:cubicBezTo>
                  <a:cubicBezTo>
                    <a:pt x="5" y="0"/>
                    <a:pt x="5" y="1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3" name="Freeform 2144">
              <a:extLst>
                <a:ext uri="{FF2B5EF4-FFF2-40B4-BE49-F238E27FC236}">
                  <a16:creationId xmlns:a16="http://schemas.microsoft.com/office/drawing/2014/main" id="{B8207ADC-796F-4823-B3E5-FAD2505A3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083"/>
              <a:ext cx="10" cy="11"/>
            </a:xfrm>
            <a:custGeom>
              <a:avLst/>
              <a:gdLst>
                <a:gd name="T0" fmla="*/ 16 w 5"/>
                <a:gd name="T1" fmla="*/ 20 h 5"/>
                <a:gd name="T2" fmla="*/ 8 w 5"/>
                <a:gd name="T3" fmla="*/ 53 h 5"/>
                <a:gd name="T4" fmla="*/ 40 w 5"/>
                <a:gd name="T5" fmla="*/ 9 h 5"/>
                <a:gd name="T6" fmla="*/ 16 w 5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4" y="5"/>
                    <a:pt x="5" y="4"/>
                    <a:pt x="5" y="1"/>
                  </a:cubicBezTo>
                  <a:cubicBezTo>
                    <a:pt x="3" y="0"/>
                    <a:pt x="3" y="2"/>
                    <a:pt x="2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4" name="Freeform 2145">
              <a:extLst>
                <a:ext uri="{FF2B5EF4-FFF2-40B4-BE49-F238E27FC236}">
                  <a16:creationId xmlns:a16="http://schemas.microsoft.com/office/drawing/2014/main" id="{9C7561E3-263A-4E49-8867-4F8C70D36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121"/>
              <a:ext cx="18" cy="13"/>
            </a:xfrm>
            <a:custGeom>
              <a:avLst/>
              <a:gdLst>
                <a:gd name="T0" fmla="*/ 32 w 9"/>
                <a:gd name="T1" fmla="*/ 9 h 6"/>
                <a:gd name="T2" fmla="*/ 0 w 9"/>
                <a:gd name="T3" fmla="*/ 61 h 6"/>
                <a:gd name="T4" fmla="*/ 48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3" y="6"/>
                    <a:pt x="9" y="4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5" name="Freeform 2146">
              <a:extLst>
                <a:ext uri="{FF2B5EF4-FFF2-40B4-BE49-F238E27FC236}">
                  <a16:creationId xmlns:a16="http://schemas.microsoft.com/office/drawing/2014/main" id="{59326206-2B60-4051-ACF7-D440F5DB4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045"/>
              <a:ext cx="14" cy="13"/>
            </a:xfrm>
            <a:custGeom>
              <a:avLst/>
              <a:gdLst>
                <a:gd name="T0" fmla="*/ 48 w 7"/>
                <a:gd name="T1" fmla="*/ 0 h 6"/>
                <a:gd name="T2" fmla="*/ 0 w 7"/>
                <a:gd name="T3" fmla="*/ 20 h 6"/>
                <a:gd name="T4" fmla="*/ 56 w 7"/>
                <a:gd name="T5" fmla="*/ 43 h 6"/>
                <a:gd name="T6" fmla="*/ 40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4" y="0"/>
                    <a:pt x="1" y="0"/>
                    <a:pt x="0" y="2"/>
                  </a:cubicBezTo>
                  <a:cubicBezTo>
                    <a:pt x="0" y="6"/>
                    <a:pt x="5" y="6"/>
                    <a:pt x="7" y="4"/>
                  </a:cubicBezTo>
                  <a:cubicBezTo>
                    <a:pt x="7" y="2"/>
                    <a:pt x="6" y="1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6" name="Freeform 2147">
              <a:extLst>
                <a:ext uri="{FF2B5EF4-FFF2-40B4-BE49-F238E27FC236}">
                  <a16:creationId xmlns:a16="http://schemas.microsoft.com/office/drawing/2014/main" id="{EDB2697C-11FF-47B2-BE41-5860D8CE8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006"/>
              <a:ext cx="22" cy="20"/>
            </a:xfrm>
            <a:custGeom>
              <a:avLst/>
              <a:gdLst>
                <a:gd name="T0" fmla="*/ 64 w 11"/>
                <a:gd name="T1" fmla="*/ 9 h 9"/>
                <a:gd name="T2" fmla="*/ 32 w 11"/>
                <a:gd name="T3" fmla="*/ 80 h 9"/>
                <a:gd name="T4" fmla="*/ 64 w 11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8" y="1"/>
                  </a:moveTo>
                  <a:cubicBezTo>
                    <a:pt x="4" y="0"/>
                    <a:pt x="0" y="4"/>
                    <a:pt x="4" y="7"/>
                  </a:cubicBezTo>
                  <a:cubicBezTo>
                    <a:pt x="8" y="9"/>
                    <a:pt x="11" y="4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7" name="Freeform 2148">
              <a:extLst>
                <a:ext uri="{FF2B5EF4-FFF2-40B4-BE49-F238E27FC236}">
                  <a16:creationId xmlns:a16="http://schemas.microsoft.com/office/drawing/2014/main" id="{833E7E4B-FE47-45C6-AE51-19EDF2963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960"/>
              <a:ext cx="14" cy="15"/>
            </a:xfrm>
            <a:custGeom>
              <a:avLst/>
              <a:gdLst>
                <a:gd name="T0" fmla="*/ 40 w 7"/>
                <a:gd name="T1" fmla="*/ 0 h 7"/>
                <a:gd name="T2" fmla="*/ 8 w 7"/>
                <a:gd name="T3" fmla="*/ 60 h 7"/>
                <a:gd name="T4" fmla="*/ 48 w 7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3" y="1"/>
                    <a:pt x="0" y="3"/>
                    <a:pt x="1" y="6"/>
                  </a:cubicBezTo>
                  <a:cubicBezTo>
                    <a:pt x="5" y="7"/>
                    <a:pt x="7" y="5"/>
                    <a:pt x="6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8" name="Freeform 2149">
              <a:extLst>
                <a:ext uri="{FF2B5EF4-FFF2-40B4-BE49-F238E27FC236}">
                  <a16:creationId xmlns:a16="http://schemas.microsoft.com/office/drawing/2014/main" id="{69B368DF-B307-4060-95FB-105B9CDAC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21"/>
              <a:ext cx="24" cy="15"/>
            </a:xfrm>
            <a:custGeom>
              <a:avLst/>
              <a:gdLst>
                <a:gd name="T0" fmla="*/ 40 w 12"/>
                <a:gd name="T1" fmla="*/ 0 h 7"/>
                <a:gd name="T2" fmla="*/ 0 w 12"/>
                <a:gd name="T3" fmla="*/ 28 h 7"/>
                <a:gd name="T4" fmla="*/ 96 w 12"/>
                <a:gd name="T5" fmla="*/ 41 h 7"/>
                <a:gd name="T6" fmla="*/ 56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7"/>
                    <a:pt x="8" y="6"/>
                    <a:pt x="12" y="4"/>
                  </a:cubicBezTo>
                  <a:cubicBezTo>
                    <a:pt x="11" y="1"/>
                    <a:pt x="10" y="1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9" name="Freeform 2150">
              <a:extLst>
                <a:ext uri="{FF2B5EF4-FFF2-40B4-BE49-F238E27FC236}">
                  <a16:creationId xmlns:a16="http://schemas.microsoft.com/office/drawing/2014/main" id="{DAA0B15D-6277-45EC-BD94-E3A322823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940"/>
              <a:ext cx="32" cy="22"/>
            </a:xfrm>
            <a:custGeom>
              <a:avLst/>
              <a:gdLst>
                <a:gd name="T0" fmla="*/ 104 w 16"/>
                <a:gd name="T1" fmla="*/ 33 h 10"/>
                <a:gd name="T2" fmla="*/ 24 w 16"/>
                <a:gd name="T3" fmla="*/ 64 h 10"/>
                <a:gd name="T4" fmla="*/ 96 w 16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3" y="3"/>
                  </a:moveTo>
                  <a:cubicBezTo>
                    <a:pt x="10" y="1"/>
                    <a:pt x="0" y="0"/>
                    <a:pt x="3" y="6"/>
                  </a:cubicBezTo>
                  <a:cubicBezTo>
                    <a:pt x="6" y="10"/>
                    <a:pt x="16" y="7"/>
                    <a:pt x="12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60" name="Freeform 2151">
              <a:extLst>
                <a:ext uri="{FF2B5EF4-FFF2-40B4-BE49-F238E27FC236}">
                  <a16:creationId xmlns:a16="http://schemas.microsoft.com/office/drawing/2014/main" id="{8F3E8287-DE70-4137-8633-80C62A6A0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898"/>
              <a:ext cx="24" cy="15"/>
            </a:xfrm>
            <a:custGeom>
              <a:avLst/>
              <a:gdLst>
                <a:gd name="T0" fmla="*/ 96 w 12"/>
                <a:gd name="T1" fmla="*/ 9 h 7"/>
                <a:gd name="T2" fmla="*/ 0 w 12"/>
                <a:gd name="T3" fmla="*/ 51 h 7"/>
                <a:gd name="T4" fmla="*/ 96 w 12"/>
                <a:gd name="T5" fmla="*/ 19 h 7"/>
                <a:gd name="T6" fmla="*/ 72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8" y="0"/>
                    <a:pt x="2" y="0"/>
                    <a:pt x="0" y="5"/>
                  </a:cubicBezTo>
                  <a:cubicBezTo>
                    <a:pt x="4" y="7"/>
                    <a:pt x="10" y="6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61" name="Freeform 2152">
              <a:extLst>
                <a:ext uri="{FF2B5EF4-FFF2-40B4-BE49-F238E27FC236}">
                  <a16:creationId xmlns:a16="http://schemas.microsoft.com/office/drawing/2014/main" id="{BEC16D71-565C-45F0-A200-B15E23984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943"/>
              <a:ext cx="24" cy="25"/>
            </a:xfrm>
            <a:custGeom>
              <a:avLst/>
              <a:gdLst>
                <a:gd name="T0" fmla="*/ 64 w 12"/>
                <a:gd name="T1" fmla="*/ 0 h 12"/>
                <a:gd name="T2" fmla="*/ 8 w 12"/>
                <a:gd name="T3" fmla="*/ 65 h 12"/>
                <a:gd name="T4" fmla="*/ 96 w 12"/>
                <a:gd name="T5" fmla="*/ 0 h 12"/>
                <a:gd name="T6" fmla="*/ 80 w 12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8" y="0"/>
                  </a:moveTo>
                  <a:cubicBezTo>
                    <a:pt x="5" y="1"/>
                    <a:pt x="0" y="3"/>
                    <a:pt x="1" y="7"/>
                  </a:cubicBezTo>
                  <a:cubicBezTo>
                    <a:pt x="3" y="12"/>
                    <a:pt x="12" y="3"/>
                    <a:pt x="12" y="0"/>
                  </a:cubicBezTo>
                  <a:cubicBezTo>
                    <a:pt x="11" y="0"/>
                    <a:pt x="11" y="0"/>
                    <a:pt x="10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62" name="Freeform 2153">
              <a:extLst>
                <a:ext uri="{FF2B5EF4-FFF2-40B4-BE49-F238E27FC236}">
                  <a16:creationId xmlns:a16="http://schemas.microsoft.com/office/drawing/2014/main" id="{793DD551-313F-4BCC-9B57-49D3AEA6C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985"/>
              <a:ext cx="36" cy="36"/>
            </a:xfrm>
            <a:custGeom>
              <a:avLst/>
              <a:gdLst>
                <a:gd name="T0" fmla="*/ 128 w 18"/>
                <a:gd name="T1" fmla="*/ 49 h 17"/>
                <a:gd name="T2" fmla="*/ 24 w 18"/>
                <a:gd name="T3" fmla="*/ 59 h 17"/>
                <a:gd name="T4" fmla="*/ 144 w 18"/>
                <a:gd name="T5" fmla="*/ 49 h 17"/>
                <a:gd name="T6" fmla="*/ 104 w 18"/>
                <a:gd name="T7" fmla="*/ 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6" y="5"/>
                  </a:moveTo>
                  <a:cubicBezTo>
                    <a:pt x="12" y="1"/>
                    <a:pt x="5" y="0"/>
                    <a:pt x="3" y="6"/>
                  </a:cubicBezTo>
                  <a:cubicBezTo>
                    <a:pt x="0" y="17"/>
                    <a:pt x="16" y="11"/>
                    <a:pt x="18" y="5"/>
                  </a:cubicBezTo>
                  <a:cubicBezTo>
                    <a:pt x="17" y="4"/>
                    <a:pt x="15" y="3"/>
                    <a:pt x="13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63" name="Freeform 2154">
              <a:extLst>
                <a:ext uri="{FF2B5EF4-FFF2-40B4-BE49-F238E27FC236}">
                  <a16:creationId xmlns:a16="http://schemas.microsoft.com/office/drawing/2014/main" id="{1C234994-E274-4E50-B7C9-6F11B9B14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049"/>
              <a:ext cx="28" cy="34"/>
            </a:xfrm>
            <a:custGeom>
              <a:avLst/>
              <a:gdLst>
                <a:gd name="T0" fmla="*/ 72 w 14"/>
                <a:gd name="T1" fmla="*/ 28 h 16"/>
                <a:gd name="T2" fmla="*/ 0 w 14"/>
                <a:gd name="T3" fmla="*/ 77 h 16"/>
                <a:gd name="T4" fmla="*/ 112 w 14"/>
                <a:gd name="T5" fmla="*/ 9 h 16"/>
                <a:gd name="T6" fmla="*/ 64 w 14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9" y="3"/>
                  </a:moveTo>
                  <a:cubicBezTo>
                    <a:pt x="6" y="2"/>
                    <a:pt x="0" y="4"/>
                    <a:pt x="0" y="8"/>
                  </a:cubicBezTo>
                  <a:cubicBezTo>
                    <a:pt x="2" y="16"/>
                    <a:pt x="13" y="4"/>
                    <a:pt x="14" y="1"/>
                  </a:cubicBezTo>
                  <a:cubicBezTo>
                    <a:pt x="12" y="0"/>
                    <a:pt x="10" y="1"/>
                    <a:pt x="8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64" name="Freeform 2155">
              <a:extLst>
                <a:ext uri="{FF2B5EF4-FFF2-40B4-BE49-F238E27FC236}">
                  <a16:creationId xmlns:a16="http://schemas.microsoft.com/office/drawing/2014/main" id="{7A35D6C1-B576-4A8A-802B-FCC1B0018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062"/>
              <a:ext cx="22" cy="23"/>
            </a:xfrm>
            <a:custGeom>
              <a:avLst/>
              <a:gdLst>
                <a:gd name="T0" fmla="*/ 56 w 11"/>
                <a:gd name="T1" fmla="*/ 0 h 11"/>
                <a:gd name="T2" fmla="*/ 8 w 11"/>
                <a:gd name="T3" fmla="*/ 92 h 11"/>
                <a:gd name="T4" fmla="*/ 80 w 11"/>
                <a:gd name="T5" fmla="*/ 17 h 11"/>
                <a:gd name="T6" fmla="*/ 48 w 11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4" y="3"/>
                    <a:pt x="0" y="6"/>
                    <a:pt x="1" y="10"/>
                  </a:cubicBezTo>
                  <a:cubicBezTo>
                    <a:pt x="5" y="11"/>
                    <a:pt x="11" y="7"/>
                    <a:pt x="10" y="2"/>
                  </a:cubicBezTo>
                  <a:cubicBezTo>
                    <a:pt x="8" y="1"/>
                    <a:pt x="8" y="3"/>
                    <a:pt x="6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65" name="Freeform 2156">
              <a:extLst>
                <a:ext uri="{FF2B5EF4-FFF2-40B4-BE49-F238E27FC236}">
                  <a16:creationId xmlns:a16="http://schemas.microsoft.com/office/drawing/2014/main" id="{43039E0B-0415-467D-BB81-E9B568C9C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151"/>
              <a:ext cx="22" cy="17"/>
            </a:xfrm>
            <a:custGeom>
              <a:avLst/>
              <a:gdLst>
                <a:gd name="T0" fmla="*/ 64 w 11"/>
                <a:gd name="T1" fmla="*/ 0 h 8"/>
                <a:gd name="T2" fmla="*/ 0 w 11"/>
                <a:gd name="T3" fmla="*/ 77 h 8"/>
                <a:gd name="T4" fmla="*/ 88 w 11"/>
                <a:gd name="T5" fmla="*/ 19 h 8"/>
                <a:gd name="T6" fmla="*/ 64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4" y="8"/>
                    <a:pt x="8" y="6"/>
                    <a:pt x="11" y="2"/>
                  </a:cubicBezTo>
                  <a:cubicBezTo>
                    <a:pt x="11" y="1"/>
                    <a:pt x="10" y="1"/>
                    <a:pt x="8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66" name="Freeform 2157">
              <a:extLst>
                <a:ext uri="{FF2B5EF4-FFF2-40B4-BE49-F238E27FC236}">
                  <a16:creationId xmlns:a16="http://schemas.microsoft.com/office/drawing/2014/main" id="{AA395FFC-832A-4A86-839A-2F0B6FE78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062"/>
              <a:ext cx="24" cy="25"/>
            </a:xfrm>
            <a:custGeom>
              <a:avLst/>
              <a:gdLst>
                <a:gd name="T0" fmla="*/ 40 w 12"/>
                <a:gd name="T1" fmla="*/ 17 h 12"/>
                <a:gd name="T2" fmla="*/ 8 w 12"/>
                <a:gd name="T3" fmla="*/ 92 h 12"/>
                <a:gd name="T4" fmla="*/ 72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5" y="2"/>
                  </a:moveTo>
                  <a:cubicBezTo>
                    <a:pt x="2" y="4"/>
                    <a:pt x="0" y="7"/>
                    <a:pt x="1" y="10"/>
                  </a:cubicBezTo>
                  <a:cubicBezTo>
                    <a:pt x="6" y="12"/>
                    <a:pt x="12" y="5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67" name="Freeform 2158">
              <a:extLst>
                <a:ext uri="{FF2B5EF4-FFF2-40B4-BE49-F238E27FC236}">
                  <a16:creationId xmlns:a16="http://schemas.microsoft.com/office/drawing/2014/main" id="{524596A7-68A6-43F1-B5C9-9B6554B56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041"/>
              <a:ext cx="20" cy="21"/>
            </a:xfrm>
            <a:custGeom>
              <a:avLst/>
              <a:gdLst>
                <a:gd name="T0" fmla="*/ 24 w 10"/>
                <a:gd name="T1" fmla="*/ 17 h 10"/>
                <a:gd name="T2" fmla="*/ 8 w 10"/>
                <a:gd name="T3" fmla="*/ 92 h 10"/>
                <a:gd name="T4" fmla="*/ 8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6" y="10"/>
                    <a:pt x="9" y="5"/>
                    <a:pt x="10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68" name="Freeform 2159">
              <a:extLst>
                <a:ext uri="{FF2B5EF4-FFF2-40B4-BE49-F238E27FC236}">
                  <a16:creationId xmlns:a16="http://schemas.microsoft.com/office/drawing/2014/main" id="{AFE00D59-23F2-4729-8E5A-F108E37E9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945"/>
              <a:ext cx="18" cy="19"/>
            </a:xfrm>
            <a:custGeom>
              <a:avLst/>
              <a:gdLst>
                <a:gd name="T0" fmla="*/ 40 w 9"/>
                <a:gd name="T1" fmla="*/ 8 h 9"/>
                <a:gd name="T2" fmla="*/ 0 w 9"/>
                <a:gd name="T3" fmla="*/ 76 h 9"/>
                <a:gd name="T4" fmla="*/ 72 w 9"/>
                <a:gd name="T5" fmla="*/ 17 h 9"/>
                <a:gd name="T6" fmla="*/ 40 w 9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5" y="1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4" y="9"/>
                    <a:pt x="8" y="5"/>
                    <a:pt x="9" y="2"/>
                  </a:cubicBezTo>
                  <a:cubicBezTo>
                    <a:pt x="8" y="0"/>
                    <a:pt x="7" y="0"/>
                    <a:pt x="5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69" name="Freeform 2160">
              <a:extLst>
                <a:ext uri="{FF2B5EF4-FFF2-40B4-BE49-F238E27FC236}">
                  <a16:creationId xmlns:a16="http://schemas.microsoft.com/office/drawing/2014/main" id="{7CAE8464-9978-4F67-952D-91A71B0FA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881"/>
              <a:ext cx="16" cy="17"/>
            </a:xfrm>
            <a:custGeom>
              <a:avLst/>
              <a:gdLst>
                <a:gd name="T0" fmla="*/ 32 w 8"/>
                <a:gd name="T1" fmla="*/ 28 h 8"/>
                <a:gd name="T2" fmla="*/ 0 w 8"/>
                <a:gd name="T3" fmla="*/ 49 h 8"/>
                <a:gd name="T4" fmla="*/ 64 w 8"/>
                <a:gd name="T5" fmla="*/ 19 h 8"/>
                <a:gd name="T6" fmla="*/ 40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3"/>
                  </a:moveTo>
                  <a:cubicBezTo>
                    <a:pt x="2" y="2"/>
                    <a:pt x="0" y="2"/>
                    <a:pt x="0" y="5"/>
                  </a:cubicBezTo>
                  <a:cubicBezTo>
                    <a:pt x="3" y="8"/>
                    <a:pt x="7" y="6"/>
                    <a:pt x="8" y="2"/>
                  </a:cubicBezTo>
                  <a:cubicBezTo>
                    <a:pt x="7" y="1"/>
                    <a:pt x="6" y="1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70" name="Freeform 2161">
              <a:extLst>
                <a:ext uri="{FF2B5EF4-FFF2-40B4-BE49-F238E27FC236}">
                  <a16:creationId xmlns:a16="http://schemas.microsoft.com/office/drawing/2014/main" id="{283E5300-0E79-43F9-AE42-AD6CCAE4F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843"/>
              <a:ext cx="24" cy="21"/>
            </a:xfrm>
            <a:custGeom>
              <a:avLst/>
              <a:gdLst>
                <a:gd name="T0" fmla="*/ 72 w 12"/>
                <a:gd name="T1" fmla="*/ 0 h 10"/>
                <a:gd name="T2" fmla="*/ 0 w 12"/>
                <a:gd name="T3" fmla="*/ 67 h 10"/>
                <a:gd name="T4" fmla="*/ 96 w 12"/>
                <a:gd name="T5" fmla="*/ 27 h 10"/>
                <a:gd name="T6" fmla="*/ 56 w 12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9" y="0"/>
                  </a:moveTo>
                  <a:cubicBezTo>
                    <a:pt x="6" y="2"/>
                    <a:pt x="1" y="3"/>
                    <a:pt x="0" y="7"/>
                  </a:cubicBezTo>
                  <a:cubicBezTo>
                    <a:pt x="4" y="10"/>
                    <a:pt x="9" y="7"/>
                    <a:pt x="12" y="3"/>
                  </a:cubicBezTo>
                  <a:cubicBezTo>
                    <a:pt x="10" y="1"/>
                    <a:pt x="9" y="2"/>
                    <a:pt x="7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71" name="Freeform 2162">
              <a:extLst>
                <a:ext uri="{FF2B5EF4-FFF2-40B4-BE49-F238E27FC236}">
                  <a16:creationId xmlns:a16="http://schemas.microsoft.com/office/drawing/2014/main" id="{4EDA333E-7140-452E-981C-299FBA285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898"/>
              <a:ext cx="40" cy="32"/>
            </a:xfrm>
            <a:custGeom>
              <a:avLst/>
              <a:gdLst>
                <a:gd name="T0" fmla="*/ 112 w 20"/>
                <a:gd name="T1" fmla="*/ 28 h 15"/>
                <a:gd name="T2" fmla="*/ 24 w 20"/>
                <a:gd name="T3" fmla="*/ 96 h 15"/>
                <a:gd name="T4" fmla="*/ 128 w 20"/>
                <a:gd name="T5" fmla="*/ 19 h 15"/>
                <a:gd name="T6" fmla="*/ 112 w 20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14" y="3"/>
                  </a:moveTo>
                  <a:cubicBezTo>
                    <a:pt x="10" y="0"/>
                    <a:pt x="0" y="5"/>
                    <a:pt x="3" y="10"/>
                  </a:cubicBezTo>
                  <a:cubicBezTo>
                    <a:pt x="5" y="15"/>
                    <a:pt x="20" y="8"/>
                    <a:pt x="16" y="2"/>
                  </a:cubicBezTo>
                  <a:cubicBezTo>
                    <a:pt x="15" y="1"/>
                    <a:pt x="15" y="1"/>
                    <a:pt x="14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72" name="Freeform 2163">
              <a:extLst>
                <a:ext uri="{FF2B5EF4-FFF2-40B4-BE49-F238E27FC236}">
                  <a16:creationId xmlns:a16="http://schemas.microsoft.com/office/drawing/2014/main" id="{F69FC945-98D3-4F97-8CE2-3F1CC47E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926"/>
              <a:ext cx="20" cy="29"/>
            </a:xfrm>
            <a:custGeom>
              <a:avLst/>
              <a:gdLst>
                <a:gd name="T0" fmla="*/ 56 w 10"/>
                <a:gd name="T1" fmla="*/ 35 h 14"/>
                <a:gd name="T2" fmla="*/ 0 w 10"/>
                <a:gd name="T3" fmla="*/ 91 h 14"/>
                <a:gd name="T4" fmla="*/ 32 w 10"/>
                <a:gd name="T5" fmla="*/ 5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7" y="4"/>
                  </a:moveTo>
                  <a:cubicBezTo>
                    <a:pt x="4" y="6"/>
                    <a:pt x="1" y="7"/>
                    <a:pt x="0" y="10"/>
                  </a:cubicBezTo>
                  <a:cubicBezTo>
                    <a:pt x="9" y="14"/>
                    <a:pt x="10" y="0"/>
                    <a:pt x="4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73" name="Freeform 2164">
              <a:extLst>
                <a:ext uri="{FF2B5EF4-FFF2-40B4-BE49-F238E27FC236}">
                  <a16:creationId xmlns:a16="http://schemas.microsoft.com/office/drawing/2014/main" id="{F2918B94-D7D9-40D5-8078-09C808A8D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960"/>
              <a:ext cx="34" cy="23"/>
            </a:xfrm>
            <a:custGeom>
              <a:avLst/>
              <a:gdLst>
                <a:gd name="T0" fmla="*/ 96 w 17"/>
                <a:gd name="T1" fmla="*/ 17 h 11"/>
                <a:gd name="T2" fmla="*/ 48 w 17"/>
                <a:gd name="T3" fmla="*/ 92 h 11"/>
                <a:gd name="T4" fmla="*/ 96 w 17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2" y="2"/>
                  </a:moveTo>
                  <a:cubicBezTo>
                    <a:pt x="7" y="0"/>
                    <a:pt x="0" y="7"/>
                    <a:pt x="6" y="10"/>
                  </a:cubicBezTo>
                  <a:cubicBezTo>
                    <a:pt x="10" y="11"/>
                    <a:pt x="17" y="5"/>
                    <a:pt x="12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74" name="Freeform 2165">
              <a:extLst>
                <a:ext uri="{FF2B5EF4-FFF2-40B4-BE49-F238E27FC236}">
                  <a16:creationId xmlns:a16="http://schemas.microsoft.com/office/drawing/2014/main" id="{7A37CE1D-739D-4179-8B58-1DA15136A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889"/>
              <a:ext cx="16" cy="17"/>
            </a:xfrm>
            <a:custGeom>
              <a:avLst/>
              <a:gdLst>
                <a:gd name="T0" fmla="*/ 24 w 8"/>
                <a:gd name="T1" fmla="*/ 49 h 8"/>
                <a:gd name="T2" fmla="*/ 16 w 8"/>
                <a:gd name="T3" fmla="*/ 77 h 8"/>
                <a:gd name="T4" fmla="*/ 64 w 8"/>
                <a:gd name="T5" fmla="*/ 40 h 8"/>
                <a:gd name="T6" fmla="*/ 0 w 8"/>
                <a:gd name="T7" fmla="*/ 6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5"/>
                  </a:moveTo>
                  <a:cubicBezTo>
                    <a:pt x="2" y="6"/>
                    <a:pt x="1" y="7"/>
                    <a:pt x="2" y="8"/>
                  </a:cubicBezTo>
                  <a:cubicBezTo>
                    <a:pt x="5" y="7"/>
                    <a:pt x="7" y="6"/>
                    <a:pt x="8" y="4"/>
                  </a:cubicBezTo>
                  <a:cubicBezTo>
                    <a:pt x="6" y="0"/>
                    <a:pt x="2" y="3"/>
                    <a:pt x="0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75" name="Freeform 2166">
              <a:extLst>
                <a:ext uri="{FF2B5EF4-FFF2-40B4-BE49-F238E27FC236}">
                  <a16:creationId xmlns:a16="http://schemas.microsoft.com/office/drawing/2014/main" id="{A6DDEF0C-2A8F-4623-B576-07405127E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898"/>
              <a:ext cx="20" cy="15"/>
            </a:xfrm>
            <a:custGeom>
              <a:avLst/>
              <a:gdLst>
                <a:gd name="T0" fmla="*/ 48 w 10"/>
                <a:gd name="T1" fmla="*/ 0 h 7"/>
                <a:gd name="T2" fmla="*/ 0 w 10"/>
                <a:gd name="T3" fmla="*/ 69 h 7"/>
                <a:gd name="T4" fmla="*/ 80 w 10"/>
                <a:gd name="T5" fmla="*/ 0 h 7"/>
                <a:gd name="T6" fmla="*/ 32 w 10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3" y="2"/>
                    <a:pt x="1" y="4"/>
                    <a:pt x="0" y="7"/>
                  </a:cubicBezTo>
                  <a:cubicBezTo>
                    <a:pt x="4" y="7"/>
                    <a:pt x="9" y="3"/>
                    <a:pt x="10" y="0"/>
                  </a:cubicBezTo>
                  <a:cubicBezTo>
                    <a:pt x="8" y="0"/>
                    <a:pt x="6" y="0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76" name="Freeform 2167">
              <a:extLst>
                <a:ext uri="{FF2B5EF4-FFF2-40B4-BE49-F238E27FC236}">
                  <a16:creationId xmlns:a16="http://schemas.microsoft.com/office/drawing/2014/main" id="{29A31683-981C-4870-896F-8CD2EA056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830"/>
              <a:ext cx="20" cy="19"/>
            </a:xfrm>
            <a:custGeom>
              <a:avLst/>
              <a:gdLst>
                <a:gd name="T0" fmla="*/ 8 w 10"/>
                <a:gd name="T1" fmla="*/ 57 h 9"/>
                <a:gd name="T2" fmla="*/ 16 w 10"/>
                <a:gd name="T3" fmla="*/ 76 h 9"/>
                <a:gd name="T4" fmla="*/ 80 w 10"/>
                <a:gd name="T5" fmla="*/ 27 h 9"/>
                <a:gd name="T6" fmla="*/ 0 w 10"/>
                <a:gd name="T7" fmla="*/ 5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1" y="6"/>
                  </a:moveTo>
                  <a:cubicBezTo>
                    <a:pt x="1" y="7"/>
                    <a:pt x="1" y="8"/>
                    <a:pt x="2" y="8"/>
                  </a:cubicBezTo>
                  <a:cubicBezTo>
                    <a:pt x="5" y="9"/>
                    <a:pt x="9" y="6"/>
                    <a:pt x="10" y="3"/>
                  </a:cubicBezTo>
                  <a:cubicBezTo>
                    <a:pt x="6" y="0"/>
                    <a:pt x="1" y="3"/>
                    <a:pt x="0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77" name="Freeform 2168">
              <a:extLst>
                <a:ext uri="{FF2B5EF4-FFF2-40B4-BE49-F238E27FC236}">
                  <a16:creationId xmlns:a16="http://schemas.microsoft.com/office/drawing/2014/main" id="{190637C5-C1F3-41CB-B5B3-BC46560F9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785"/>
              <a:ext cx="16" cy="30"/>
            </a:xfrm>
            <a:custGeom>
              <a:avLst/>
              <a:gdLst>
                <a:gd name="T0" fmla="*/ 24 w 8"/>
                <a:gd name="T1" fmla="*/ 60 h 14"/>
                <a:gd name="T2" fmla="*/ 0 w 8"/>
                <a:gd name="T3" fmla="*/ 88 h 14"/>
                <a:gd name="T4" fmla="*/ 8 w 8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3" y="6"/>
                  </a:moveTo>
                  <a:cubicBezTo>
                    <a:pt x="2" y="7"/>
                    <a:pt x="1" y="8"/>
                    <a:pt x="0" y="9"/>
                  </a:cubicBezTo>
                  <a:cubicBezTo>
                    <a:pt x="8" y="14"/>
                    <a:pt x="8" y="0"/>
                    <a:pt x="1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78" name="Freeform 2169">
              <a:extLst>
                <a:ext uri="{FF2B5EF4-FFF2-40B4-BE49-F238E27FC236}">
                  <a16:creationId xmlns:a16="http://schemas.microsoft.com/office/drawing/2014/main" id="{EE01F5A5-8300-4538-AA76-EE45FA5E2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764"/>
              <a:ext cx="30" cy="19"/>
            </a:xfrm>
            <a:custGeom>
              <a:avLst/>
              <a:gdLst>
                <a:gd name="T0" fmla="*/ 112 w 15"/>
                <a:gd name="T1" fmla="*/ 27 h 9"/>
                <a:gd name="T2" fmla="*/ 16 w 15"/>
                <a:gd name="T3" fmla="*/ 36 h 9"/>
                <a:gd name="T4" fmla="*/ 120 w 15"/>
                <a:gd name="T5" fmla="*/ 49 h 9"/>
                <a:gd name="T6" fmla="*/ 96 w 15"/>
                <a:gd name="T7" fmla="*/ 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1" y="1"/>
                    <a:pt x="4" y="0"/>
                    <a:pt x="2" y="4"/>
                  </a:cubicBezTo>
                  <a:cubicBezTo>
                    <a:pt x="0" y="9"/>
                    <a:pt x="13" y="9"/>
                    <a:pt x="15" y="5"/>
                  </a:cubicBezTo>
                  <a:cubicBezTo>
                    <a:pt x="14" y="4"/>
                    <a:pt x="13" y="4"/>
                    <a:pt x="12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79" name="Freeform 2170">
              <a:extLst>
                <a:ext uri="{FF2B5EF4-FFF2-40B4-BE49-F238E27FC236}">
                  <a16:creationId xmlns:a16="http://schemas.microsoft.com/office/drawing/2014/main" id="{03812FB6-21BA-4D49-BFE5-237432ACE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821"/>
              <a:ext cx="18" cy="13"/>
            </a:xfrm>
            <a:custGeom>
              <a:avLst/>
              <a:gdLst>
                <a:gd name="T0" fmla="*/ 64 w 9"/>
                <a:gd name="T1" fmla="*/ 0 h 6"/>
                <a:gd name="T2" fmla="*/ 0 w 9"/>
                <a:gd name="T3" fmla="*/ 52 h 6"/>
                <a:gd name="T4" fmla="*/ 72 w 9"/>
                <a:gd name="T5" fmla="*/ 9 h 6"/>
                <a:gd name="T6" fmla="*/ 48 w 9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8" y="0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6"/>
                    <a:pt x="7" y="4"/>
                    <a:pt x="9" y="1"/>
                  </a:cubicBezTo>
                  <a:cubicBezTo>
                    <a:pt x="8" y="1"/>
                    <a:pt x="7" y="1"/>
                    <a:pt x="6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0" name="Freeform 2171">
              <a:extLst>
                <a:ext uri="{FF2B5EF4-FFF2-40B4-BE49-F238E27FC236}">
                  <a16:creationId xmlns:a16="http://schemas.microsoft.com/office/drawing/2014/main" id="{31579540-8422-4696-9251-C276F06CF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843"/>
              <a:ext cx="28" cy="19"/>
            </a:xfrm>
            <a:custGeom>
              <a:avLst/>
              <a:gdLst>
                <a:gd name="T0" fmla="*/ 56 w 14"/>
                <a:gd name="T1" fmla="*/ 17 h 9"/>
                <a:gd name="T2" fmla="*/ 0 w 14"/>
                <a:gd name="T3" fmla="*/ 57 h 9"/>
                <a:gd name="T4" fmla="*/ 112 w 14"/>
                <a:gd name="T5" fmla="*/ 17 h 9"/>
                <a:gd name="T6" fmla="*/ 64 w 14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7" y="2"/>
                  </a:moveTo>
                  <a:cubicBezTo>
                    <a:pt x="4" y="2"/>
                    <a:pt x="1" y="3"/>
                    <a:pt x="0" y="6"/>
                  </a:cubicBezTo>
                  <a:cubicBezTo>
                    <a:pt x="4" y="9"/>
                    <a:pt x="11" y="6"/>
                    <a:pt x="14" y="2"/>
                  </a:cubicBezTo>
                  <a:cubicBezTo>
                    <a:pt x="12" y="0"/>
                    <a:pt x="10" y="0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1" name="Freeform 2172">
              <a:extLst>
                <a:ext uri="{FF2B5EF4-FFF2-40B4-BE49-F238E27FC236}">
                  <a16:creationId xmlns:a16="http://schemas.microsoft.com/office/drawing/2014/main" id="{4F29C97D-A2B4-4348-831D-2CCD9DC1C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787"/>
              <a:ext cx="16" cy="15"/>
            </a:xfrm>
            <a:custGeom>
              <a:avLst/>
              <a:gdLst>
                <a:gd name="T0" fmla="*/ 48 w 8"/>
                <a:gd name="T1" fmla="*/ 0 h 7"/>
                <a:gd name="T2" fmla="*/ 0 w 8"/>
                <a:gd name="T3" fmla="*/ 51 h 7"/>
                <a:gd name="T4" fmla="*/ 64 w 8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3" y="7"/>
                    <a:pt x="8" y="6"/>
                    <a:pt x="8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2" name="Freeform 2173">
              <a:extLst>
                <a:ext uri="{FF2B5EF4-FFF2-40B4-BE49-F238E27FC236}">
                  <a16:creationId xmlns:a16="http://schemas.microsoft.com/office/drawing/2014/main" id="{DB4CAF66-A302-4D9D-A0BE-E91AECEEC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785"/>
              <a:ext cx="40" cy="24"/>
            </a:xfrm>
            <a:custGeom>
              <a:avLst/>
              <a:gdLst>
                <a:gd name="T0" fmla="*/ 112 w 20"/>
                <a:gd name="T1" fmla="*/ 20 h 11"/>
                <a:gd name="T2" fmla="*/ 32 w 20"/>
                <a:gd name="T3" fmla="*/ 72 h 11"/>
                <a:gd name="T4" fmla="*/ 144 w 2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4" y="2"/>
                  </a:moveTo>
                  <a:cubicBezTo>
                    <a:pt x="11" y="0"/>
                    <a:pt x="0" y="2"/>
                    <a:pt x="4" y="7"/>
                  </a:cubicBezTo>
                  <a:cubicBezTo>
                    <a:pt x="7" y="11"/>
                    <a:pt x="20" y="4"/>
                    <a:pt x="18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3" name="Freeform 2174">
              <a:extLst>
                <a:ext uri="{FF2B5EF4-FFF2-40B4-BE49-F238E27FC236}">
                  <a16:creationId xmlns:a16="http://schemas.microsoft.com/office/drawing/2014/main" id="{A6E586C0-EAA9-4DB3-AB62-99CB903B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719"/>
              <a:ext cx="16" cy="11"/>
            </a:xfrm>
            <a:custGeom>
              <a:avLst/>
              <a:gdLst>
                <a:gd name="T0" fmla="*/ 64 w 8"/>
                <a:gd name="T1" fmla="*/ 9 h 5"/>
                <a:gd name="T2" fmla="*/ 0 w 8"/>
                <a:gd name="T3" fmla="*/ 44 h 5"/>
                <a:gd name="T4" fmla="*/ 56 w 8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1"/>
                  </a:moveTo>
                  <a:cubicBezTo>
                    <a:pt x="5" y="0"/>
                    <a:pt x="0" y="0"/>
                    <a:pt x="0" y="4"/>
                  </a:cubicBezTo>
                  <a:cubicBezTo>
                    <a:pt x="3" y="5"/>
                    <a:pt x="7" y="4"/>
                    <a:pt x="7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4" name="Freeform 2175">
              <a:extLst>
                <a:ext uri="{FF2B5EF4-FFF2-40B4-BE49-F238E27FC236}">
                  <a16:creationId xmlns:a16="http://schemas.microsoft.com/office/drawing/2014/main" id="{10F2B0E2-8128-4FC2-AAC8-E43434525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755"/>
              <a:ext cx="22" cy="17"/>
            </a:xfrm>
            <a:custGeom>
              <a:avLst/>
              <a:gdLst>
                <a:gd name="T0" fmla="*/ 72 w 11"/>
                <a:gd name="T1" fmla="*/ 9 h 8"/>
                <a:gd name="T2" fmla="*/ 0 w 11"/>
                <a:gd name="T3" fmla="*/ 40 h 8"/>
                <a:gd name="T4" fmla="*/ 88 w 11"/>
                <a:gd name="T5" fmla="*/ 40 h 8"/>
                <a:gd name="T6" fmla="*/ 80 w 11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9" y="1"/>
                  </a:moveTo>
                  <a:cubicBezTo>
                    <a:pt x="6" y="0"/>
                    <a:pt x="2" y="1"/>
                    <a:pt x="0" y="4"/>
                  </a:cubicBezTo>
                  <a:cubicBezTo>
                    <a:pt x="3" y="8"/>
                    <a:pt x="8" y="6"/>
                    <a:pt x="11" y="4"/>
                  </a:cubicBezTo>
                  <a:cubicBezTo>
                    <a:pt x="11" y="3"/>
                    <a:pt x="11" y="2"/>
                    <a:pt x="10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5" name="Freeform 2176">
              <a:extLst>
                <a:ext uri="{FF2B5EF4-FFF2-40B4-BE49-F238E27FC236}">
                  <a16:creationId xmlns:a16="http://schemas.microsoft.com/office/drawing/2014/main" id="{D62A59D5-6B71-489D-B495-DD2C57B93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706"/>
              <a:ext cx="16" cy="13"/>
            </a:xfrm>
            <a:custGeom>
              <a:avLst/>
              <a:gdLst>
                <a:gd name="T0" fmla="*/ 64 w 8"/>
                <a:gd name="T1" fmla="*/ 0 h 6"/>
                <a:gd name="T2" fmla="*/ 0 w 8"/>
                <a:gd name="T3" fmla="*/ 52 h 6"/>
                <a:gd name="T4" fmla="*/ 64 w 8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0" y="1"/>
                    <a:pt x="0" y="5"/>
                  </a:cubicBezTo>
                  <a:cubicBezTo>
                    <a:pt x="2" y="6"/>
                    <a:pt x="6" y="6"/>
                    <a:pt x="8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6" name="Freeform 2177">
              <a:extLst>
                <a:ext uri="{FF2B5EF4-FFF2-40B4-BE49-F238E27FC236}">
                  <a16:creationId xmlns:a16="http://schemas.microsoft.com/office/drawing/2014/main" id="{B0C88F48-BE90-41AF-A039-27B21F70E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798"/>
              <a:ext cx="30" cy="17"/>
            </a:xfrm>
            <a:custGeom>
              <a:avLst/>
              <a:gdLst>
                <a:gd name="T0" fmla="*/ 88 w 15"/>
                <a:gd name="T1" fmla="*/ 9 h 8"/>
                <a:gd name="T2" fmla="*/ 48 w 15"/>
                <a:gd name="T3" fmla="*/ 60 h 8"/>
                <a:gd name="T4" fmla="*/ 120 w 15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1" y="1"/>
                  </a:moveTo>
                  <a:cubicBezTo>
                    <a:pt x="7" y="0"/>
                    <a:pt x="0" y="3"/>
                    <a:pt x="6" y="6"/>
                  </a:cubicBezTo>
                  <a:cubicBezTo>
                    <a:pt x="9" y="8"/>
                    <a:pt x="14" y="5"/>
                    <a:pt x="15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7" name="Freeform 2178">
              <a:extLst>
                <a:ext uri="{FF2B5EF4-FFF2-40B4-BE49-F238E27FC236}">
                  <a16:creationId xmlns:a16="http://schemas.microsoft.com/office/drawing/2014/main" id="{09B20DB2-859E-4F2D-9CD8-709F23631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836"/>
              <a:ext cx="24" cy="15"/>
            </a:xfrm>
            <a:custGeom>
              <a:avLst/>
              <a:gdLst>
                <a:gd name="T0" fmla="*/ 56 w 12"/>
                <a:gd name="T1" fmla="*/ 0 h 7"/>
                <a:gd name="T2" fmla="*/ 0 w 12"/>
                <a:gd name="T3" fmla="*/ 41 h 7"/>
                <a:gd name="T4" fmla="*/ 96 w 12"/>
                <a:gd name="T5" fmla="*/ 19 h 7"/>
                <a:gd name="T6" fmla="*/ 72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7" y="0"/>
                  </a:moveTo>
                  <a:cubicBezTo>
                    <a:pt x="4" y="0"/>
                    <a:pt x="2" y="2"/>
                    <a:pt x="0" y="4"/>
                  </a:cubicBezTo>
                  <a:cubicBezTo>
                    <a:pt x="3" y="7"/>
                    <a:pt x="10" y="6"/>
                    <a:pt x="12" y="2"/>
                  </a:cubicBezTo>
                  <a:cubicBezTo>
                    <a:pt x="11" y="1"/>
                    <a:pt x="10" y="1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8" name="Freeform 2179">
              <a:extLst>
                <a:ext uri="{FF2B5EF4-FFF2-40B4-BE49-F238E27FC236}">
                  <a16:creationId xmlns:a16="http://schemas.microsoft.com/office/drawing/2014/main" id="{4736E142-3B75-4E79-B241-C77831AD1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341"/>
              <a:ext cx="42" cy="38"/>
            </a:xfrm>
            <a:custGeom>
              <a:avLst/>
              <a:gdLst>
                <a:gd name="T0" fmla="*/ 80 w 21"/>
                <a:gd name="T1" fmla="*/ 27 h 18"/>
                <a:gd name="T2" fmla="*/ 0 w 21"/>
                <a:gd name="T3" fmla="*/ 112 h 18"/>
                <a:gd name="T4" fmla="*/ 64 w 21"/>
                <a:gd name="T5" fmla="*/ 169 h 18"/>
                <a:gd name="T6" fmla="*/ 160 w 21"/>
                <a:gd name="T7" fmla="*/ 84 h 18"/>
                <a:gd name="T8" fmla="*/ 120 w 21"/>
                <a:gd name="T9" fmla="*/ 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0" y="3"/>
                  </a:moveTo>
                  <a:cubicBezTo>
                    <a:pt x="8" y="5"/>
                    <a:pt x="0" y="8"/>
                    <a:pt x="0" y="12"/>
                  </a:cubicBezTo>
                  <a:cubicBezTo>
                    <a:pt x="0" y="17"/>
                    <a:pt x="4" y="18"/>
                    <a:pt x="8" y="18"/>
                  </a:cubicBezTo>
                  <a:cubicBezTo>
                    <a:pt x="12" y="17"/>
                    <a:pt x="19" y="13"/>
                    <a:pt x="20" y="9"/>
                  </a:cubicBezTo>
                  <a:cubicBezTo>
                    <a:pt x="21" y="5"/>
                    <a:pt x="20" y="0"/>
                    <a:pt x="15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9" name="Freeform 2180">
              <a:extLst>
                <a:ext uri="{FF2B5EF4-FFF2-40B4-BE49-F238E27FC236}">
                  <a16:creationId xmlns:a16="http://schemas.microsoft.com/office/drawing/2014/main" id="{7D3F6241-E765-45C5-AAF1-0045EB08F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996"/>
              <a:ext cx="14" cy="21"/>
            </a:xfrm>
            <a:custGeom>
              <a:avLst/>
              <a:gdLst>
                <a:gd name="T0" fmla="*/ 8 w 7"/>
                <a:gd name="T1" fmla="*/ 17 h 10"/>
                <a:gd name="T2" fmla="*/ 48 w 7"/>
                <a:gd name="T3" fmla="*/ 84 h 10"/>
                <a:gd name="T4" fmla="*/ 32 w 7"/>
                <a:gd name="T5" fmla="*/ 0 h 10"/>
                <a:gd name="T6" fmla="*/ 16 w 7"/>
                <a:gd name="T7" fmla="*/ 3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1" y="2"/>
                  </a:moveTo>
                  <a:cubicBezTo>
                    <a:pt x="0" y="7"/>
                    <a:pt x="1" y="10"/>
                    <a:pt x="6" y="9"/>
                  </a:cubicBezTo>
                  <a:cubicBezTo>
                    <a:pt x="7" y="6"/>
                    <a:pt x="7" y="2"/>
                    <a:pt x="4" y="0"/>
                  </a:cubicBezTo>
                  <a:cubicBezTo>
                    <a:pt x="1" y="1"/>
                    <a:pt x="3" y="2"/>
                    <a:pt x="2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0" name="Freeform 2181">
              <a:extLst>
                <a:ext uri="{FF2B5EF4-FFF2-40B4-BE49-F238E27FC236}">
                  <a16:creationId xmlns:a16="http://schemas.microsoft.com/office/drawing/2014/main" id="{344B37BF-CB4E-4DC0-96B9-498EB5926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977"/>
              <a:ext cx="14" cy="21"/>
            </a:xfrm>
            <a:custGeom>
              <a:avLst/>
              <a:gdLst>
                <a:gd name="T0" fmla="*/ 0 w 7"/>
                <a:gd name="T1" fmla="*/ 67 h 10"/>
                <a:gd name="T2" fmla="*/ 40 w 7"/>
                <a:gd name="T3" fmla="*/ 92 h 10"/>
                <a:gd name="T4" fmla="*/ 56 w 7"/>
                <a:gd name="T5" fmla="*/ 8 h 10"/>
                <a:gd name="T6" fmla="*/ 8 w 7"/>
                <a:gd name="T7" fmla="*/ 4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7"/>
                  </a:moveTo>
                  <a:cubicBezTo>
                    <a:pt x="1" y="10"/>
                    <a:pt x="3" y="10"/>
                    <a:pt x="5" y="10"/>
                  </a:cubicBezTo>
                  <a:cubicBezTo>
                    <a:pt x="6" y="7"/>
                    <a:pt x="7" y="4"/>
                    <a:pt x="7" y="1"/>
                  </a:cubicBezTo>
                  <a:cubicBezTo>
                    <a:pt x="3" y="0"/>
                    <a:pt x="3" y="2"/>
                    <a:pt x="1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1" name="Freeform 2182">
              <a:extLst>
                <a:ext uri="{FF2B5EF4-FFF2-40B4-BE49-F238E27FC236}">
                  <a16:creationId xmlns:a16="http://schemas.microsoft.com/office/drawing/2014/main" id="{C442D313-C176-424B-ACBC-D960025B2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858"/>
              <a:ext cx="44" cy="42"/>
            </a:xfrm>
            <a:custGeom>
              <a:avLst/>
              <a:gdLst>
                <a:gd name="T0" fmla="*/ 64 w 22"/>
                <a:gd name="T1" fmla="*/ 17 h 20"/>
                <a:gd name="T2" fmla="*/ 72 w 22"/>
                <a:gd name="T3" fmla="*/ 176 h 20"/>
                <a:gd name="T4" fmla="*/ 96 w 2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8" y="2"/>
                  </a:moveTo>
                  <a:cubicBezTo>
                    <a:pt x="2" y="6"/>
                    <a:pt x="0" y="18"/>
                    <a:pt x="9" y="19"/>
                  </a:cubicBezTo>
                  <a:cubicBezTo>
                    <a:pt x="17" y="20"/>
                    <a:pt x="22" y="3"/>
                    <a:pt x="1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2" name="Freeform 2183">
              <a:extLst>
                <a:ext uri="{FF2B5EF4-FFF2-40B4-BE49-F238E27FC236}">
                  <a16:creationId xmlns:a16="http://schemas.microsoft.com/office/drawing/2014/main" id="{E97625B8-4180-4224-B560-D69250A79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996"/>
              <a:ext cx="48" cy="32"/>
            </a:xfrm>
            <a:custGeom>
              <a:avLst/>
              <a:gdLst>
                <a:gd name="T0" fmla="*/ 112 w 24"/>
                <a:gd name="T1" fmla="*/ 9 h 15"/>
                <a:gd name="T2" fmla="*/ 88 w 24"/>
                <a:gd name="T3" fmla="*/ 137 h 15"/>
                <a:gd name="T4" fmla="*/ 144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14" y="1"/>
                  </a:moveTo>
                  <a:cubicBezTo>
                    <a:pt x="8" y="4"/>
                    <a:pt x="0" y="15"/>
                    <a:pt x="11" y="14"/>
                  </a:cubicBezTo>
                  <a:cubicBezTo>
                    <a:pt x="17" y="14"/>
                    <a:pt x="24" y="4"/>
                    <a:pt x="18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3" name="Freeform 2184">
              <a:extLst>
                <a:ext uri="{FF2B5EF4-FFF2-40B4-BE49-F238E27FC236}">
                  <a16:creationId xmlns:a16="http://schemas.microsoft.com/office/drawing/2014/main" id="{E897A337-F436-4B90-AA25-35DB74761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785"/>
              <a:ext cx="56" cy="34"/>
            </a:xfrm>
            <a:custGeom>
              <a:avLst/>
              <a:gdLst>
                <a:gd name="T0" fmla="*/ 128 w 28"/>
                <a:gd name="T1" fmla="*/ 19 h 16"/>
                <a:gd name="T2" fmla="*/ 88 w 28"/>
                <a:gd name="T3" fmla="*/ 145 h 16"/>
                <a:gd name="T4" fmla="*/ 152 w 2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16" y="2"/>
                  </a:moveTo>
                  <a:cubicBezTo>
                    <a:pt x="10" y="4"/>
                    <a:pt x="0" y="15"/>
                    <a:pt x="11" y="15"/>
                  </a:cubicBezTo>
                  <a:cubicBezTo>
                    <a:pt x="18" y="16"/>
                    <a:pt x="28" y="4"/>
                    <a:pt x="19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4" name="Freeform 2185">
              <a:extLst>
                <a:ext uri="{FF2B5EF4-FFF2-40B4-BE49-F238E27FC236}">
                  <a16:creationId xmlns:a16="http://schemas.microsoft.com/office/drawing/2014/main" id="{EDC48E42-0405-4F8D-B9B4-9B600055F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758"/>
              <a:ext cx="57" cy="42"/>
            </a:xfrm>
            <a:custGeom>
              <a:avLst/>
              <a:gdLst>
                <a:gd name="T0" fmla="*/ 151 w 29"/>
                <a:gd name="T1" fmla="*/ 0 h 20"/>
                <a:gd name="T2" fmla="*/ 55 w 29"/>
                <a:gd name="T3" fmla="*/ 141 h 20"/>
                <a:gd name="T4" fmla="*/ 189 w 29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20" y="0"/>
                  </a:moveTo>
                  <a:cubicBezTo>
                    <a:pt x="14" y="0"/>
                    <a:pt x="0" y="9"/>
                    <a:pt x="7" y="15"/>
                  </a:cubicBezTo>
                  <a:cubicBezTo>
                    <a:pt x="13" y="20"/>
                    <a:pt x="29" y="10"/>
                    <a:pt x="25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5" name="Freeform 2186">
              <a:extLst>
                <a:ext uri="{FF2B5EF4-FFF2-40B4-BE49-F238E27FC236}">
                  <a16:creationId xmlns:a16="http://schemas.microsoft.com/office/drawing/2014/main" id="{46662F6E-CC3E-47C3-B200-40F6355A1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681"/>
              <a:ext cx="56" cy="43"/>
            </a:xfrm>
            <a:custGeom>
              <a:avLst/>
              <a:gdLst>
                <a:gd name="T0" fmla="*/ 144 w 28"/>
                <a:gd name="T1" fmla="*/ 19 h 20"/>
                <a:gd name="T2" fmla="*/ 88 w 28"/>
                <a:gd name="T3" fmla="*/ 181 h 20"/>
                <a:gd name="T4" fmla="*/ 176 w 28"/>
                <a:gd name="T5" fmla="*/ 1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18" y="2"/>
                  </a:moveTo>
                  <a:cubicBezTo>
                    <a:pt x="9" y="0"/>
                    <a:pt x="0" y="14"/>
                    <a:pt x="11" y="18"/>
                  </a:cubicBezTo>
                  <a:cubicBezTo>
                    <a:pt x="19" y="20"/>
                    <a:pt x="28" y="9"/>
                    <a:pt x="22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6" name="Freeform 2187">
              <a:extLst>
                <a:ext uri="{FF2B5EF4-FFF2-40B4-BE49-F238E27FC236}">
                  <a16:creationId xmlns:a16="http://schemas.microsoft.com/office/drawing/2014/main" id="{6DEAA74B-15AB-4807-953D-BBCA76E11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628"/>
              <a:ext cx="66" cy="30"/>
            </a:xfrm>
            <a:custGeom>
              <a:avLst/>
              <a:gdLst>
                <a:gd name="T0" fmla="*/ 120 w 33"/>
                <a:gd name="T1" fmla="*/ 0 h 14"/>
                <a:gd name="T2" fmla="*/ 80 w 33"/>
                <a:gd name="T3" fmla="*/ 120 h 14"/>
                <a:gd name="T4" fmla="*/ 168 w 3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15" y="0"/>
                  </a:moveTo>
                  <a:cubicBezTo>
                    <a:pt x="7" y="0"/>
                    <a:pt x="0" y="9"/>
                    <a:pt x="10" y="12"/>
                  </a:cubicBezTo>
                  <a:cubicBezTo>
                    <a:pt x="18" y="14"/>
                    <a:pt x="33" y="1"/>
                    <a:pt x="2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7" name="Freeform 2188">
              <a:extLst>
                <a:ext uri="{FF2B5EF4-FFF2-40B4-BE49-F238E27FC236}">
                  <a16:creationId xmlns:a16="http://schemas.microsoft.com/office/drawing/2014/main" id="{A8702299-BD4D-4D95-B243-F49B0DFF7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619"/>
              <a:ext cx="50" cy="43"/>
            </a:xfrm>
            <a:custGeom>
              <a:avLst/>
              <a:gdLst>
                <a:gd name="T0" fmla="*/ 136 w 25"/>
                <a:gd name="T1" fmla="*/ 0 h 20"/>
                <a:gd name="T2" fmla="*/ 16 w 25"/>
                <a:gd name="T3" fmla="*/ 112 h 20"/>
                <a:gd name="T4" fmla="*/ 160 w 25"/>
                <a:gd name="T5" fmla="*/ 1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17" y="0"/>
                  </a:moveTo>
                  <a:cubicBezTo>
                    <a:pt x="12" y="1"/>
                    <a:pt x="0" y="4"/>
                    <a:pt x="2" y="11"/>
                  </a:cubicBezTo>
                  <a:cubicBezTo>
                    <a:pt x="5" y="20"/>
                    <a:pt x="25" y="9"/>
                    <a:pt x="20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8" name="Freeform 2189">
              <a:extLst>
                <a:ext uri="{FF2B5EF4-FFF2-40B4-BE49-F238E27FC236}">
                  <a16:creationId xmlns:a16="http://schemas.microsoft.com/office/drawing/2014/main" id="{919F78BB-9147-4F02-A6BA-68B90277D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568"/>
              <a:ext cx="50" cy="34"/>
            </a:xfrm>
            <a:custGeom>
              <a:avLst/>
              <a:gdLst>
                <a:gd name="T0" fmla="*/ 136 w 25"/>
                <a:gd name="T1" fmla="*/ 0 h 16"/>
                <a:gd name="T2" fmla="*/ 64 w 25"/>
                <a:gd name="T3" fmla="*/ 117 h 16"/>
                <a:gd name="T4" fmla="*/ 176 w 2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17" y="0"/>
                  </a:moveTo>
                  <a:cubicBezTo>
                    <a:pt x="12" y="1"/>
                    <a:pt x="0" y="7"/>
                    <a:pt x="8" y="12"/>
                  </a:cubicBezTo>
                  <a:cubicBezTo>
                    <a:pt x="14" y="16"/>
                    <a:pt x="25" y="7"/>
                    <a:pt x="2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9" name="Freeform 2190">
              <a:extLst>
                <a:ext uri="{FF2B5EF4-FFF2-40B4-BE49-F238E27FC236}">
                  <a16:creationId xmlns:a16="http://schemas.microsoft.com/office/drawing/2014/main" id="{3FD0A251-B96B-42DC-9897-D37B6FD9A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492"/>
              <a:ext cx="59" cy="44"/>
            </a:xfrm>
            <a:custGeom>
              <a:avLst/>
              <a:gdLst>
                <a:gd name="T0" fmla="*/ 144 w 30"/>
                <a:gd name="T1" fmla="*/ 0 h 21"/>
                <a:gd name="T2" fmla="*/ 47 w 30"/>
                <a:gd name="T3" fmla="*/ 128 h 21"/>
                <a:gd name="T4" fmla="*/ 197 w 30"/>
                <a:gd name="T5" fmla="*/ 1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1">
                  <a:moveTo>
                    <a:pt x="19" y="0"/>
                  </a:moveTo>
                  <a:cubicBezTo>
                    <a:pt x="13" y="0"/>
                    <a:pt x="0" y="7"/>
                    <a:pt x="6" y="14"/>
                  </a:cubicBezTo>
                  <a:cubicBezTo>
                    <a:pt x="10" y="21"/>
                    <a:pt x="30" y="11"/>
                    <a:pt x="26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00" name="Freeform 2191">
              <a:extLst>
                <a:ext uri="{FF2B5EF4-FFF2-40B4-BE49-F238E27FC236}">
                  <a16:creationId xmlns:a16="http://schemas.microsoft.com/office/drawing/2014/main" id="{44734CB1-341B-47AC-AF2D-0AF46176C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432"/>
              <a:ext cx="69" cy="34"/>
            </a:xfrm>
            <a:custGeom>
              <a:avLst/>
              <a:gdLst>
                <a:gd name="T0" fmla="*/ 144 w 35"/>
                <a:gd name="T1" fmla="*/ 0 h 16"/>
                <a:gd name="T2" fmla="*/ 93 w 35"/>
                <a:gd name="T3" fmla="*/ 136 h 16"/>
                <a:gd name="T4" fmla="*/ 183 w 3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19" y="0"/>
                  </a:moveTo>
                  <a:cubicBezTo>
                    <a:pt x="12" y="2"/>
                    <a:pt x="0" y="10"/>
                    <a:pt x="12" y="14"/>
                  </a:cubicBezTo>
                  <a:cubicBezTo>
                    <a:pt x="21" y="16"/>
                    <a:pt x="35" y="1"/>
                    <a:pt x="24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01" name="Freeform 2192">
              <a:extLst>
                <a:ext uri="{FF2B5EF4-FFF2-40B4-BE49-F238E27FC236}">
                  <a16:creationId xmlns:a16="http://schemas.microsoft.com/office/drawing/2014/main" id="{8435B020-CAE7-4311-AF09-7B4C3874F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415"/>
              <a:ext cx="58" cy="34"/>
            </a:xfrm>
            <a:custGeom>
              <a:avLst/>
              <a:gdLst>
                <a:gd name="T0" fmla="*/ 144 w 29"/>
                <a:gd name="T1" fmla="*/ 9 h 16"/>
                <a:gd name="T2" fmla="*/ 96 w 29"/>
                <a:gd name="T3" fmla="*/ 128 h 16"/>
                <a:gd name="T4" fmla="*/ 176 w 29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18" y="1"/>
                  </a:moveTo>
                  <a:cubicBezTo>
                    <a:pt x="12" y="2"/>
                    <a:pt x="0" y="10"/>
                    <a:pt x="12" y="13"/>
                  </a:cubicBezTo>
                  <a:cubicBezTo>
                    <a:pt x="21" y="16"/>
                    <a:pt x="29" y="0"/>
                    <a:pt x="22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02" name="Freeform 2193">
              <a:extLst>
                <a:ext uri="{FF2B5EF4-FFF2-40B4-BE49-F238E27FC236}">
                  <a16:creationId xmlns:a16="http://schemas.microsoft.com/office/drawing/2014/main" id="{15B6A634-A81F-4820-930C-A1C731BC0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379"/>
              <a:ext cx="58" cy="34"/>
            </a:xfrm>
            <a:custGeom>
              <a:avLst/>
              <a:gdLst>
                <a:gd name="T0" fmla="*/ 104 w 29"/>
                <a:gd name="T1" fmla="*/ 19 h 16"/>
                <a:gd name="T2" fmla="*/ 72 w 29"/>
                <a:gd name="T3" fmla="*/ 128 h 16"/>
                <a:gd name="T4" fmla="*/ 152 w 29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13" y="2"/>
                  </a:moveTo>
                  <a:cubicBezTo>
                    <a:pt x="6" y="2"/>
                    <a:pt x="0" y="10"/>
                    <a:pt x="9" y="13"/>
                  </a:cubicBezTo>
                  <a:cubicBezTo>
                    <a:pt x="18" y="16"/>
                    <a:pt x="29" y="0"/>
                    <a:pt x="19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03" name="Freeform 2194">
              <a:extLst>
                <a:ext uri="{FF2B5EF4-FFF2-40B4-BE49-F238E27FC236}">
                  <a16:creationId xmlns:a16="http://schemas.microsoft.com/office/drawing/2014/main" id="{AD799697-3495-4B14-9435-7F43925C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315"/>
              <a:ext cx="68" cy="38"/>
            </a:xfrm>
            <a:custGeom>
              <a:avLst/>
              <a:gdLst>
                <a:gd name="T0" fmla="*/ 152 w 34"/>
                <a:gd name="T1" fmla="*/ 36 h 18"/>
                <a:gd name="T2" fmla="*/ 88 w 34"/>
                <a:gd name="T3" fmla="*/ 152 h 18"/>
                <a:gd name="T4" fmla="*/ 200 w 34"/>
                <a:gd name="T5" fmla="*/ 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8">
                  <a:moveTo>
                    <a:pt x="19" y="4"/>
                  </a:moveTo>
                  <a:cubicBezTo>
                    <a:pt x="10" y="0"/>
                    <a:pt x="0" y="13"/>
                    <a:pt x="11" y="16"/>
                  </a:cubicBezTo>
                  <a:cubicBezTo>
                    <a:pt x="16" y="18"/>
                    <a:pt x="34" y="7"/>
                    <a:pt x="25" y="5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04" name="Freeform 2195">
              <a:extLst>
                <a:ext uri="{FF2B5EF4-FFF2-40B4-BE49-F238E27FC236}">
                  <a16:creationId xmlns:a16="http://schemas.microsoft.com/office/drawing/2014/main" id="{57C45101-EDDA-4F33-969F-582468C5F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419"/>
              <a:ext cx="60" cy="26"/>
            </a:xfrm>
            <a:custGeom>
              <a:avLst/>
              <a:gdLst>
                <a:gd name="T0" fmla="*/ 160 w 30"/>
                <a:gd name="T1" fmla="*/ 0 h 12"/>
                <a:gd name="T2" fmla="*/ 72 w 30"/>
                <a:gd name="T3" fmla="*/ 104 h 12"/>
                <a:gd name="T4" fmla="*/ 192 w 3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">
                  <a:moveTo>
                    <a:pt x="20" y="0"/>
                  </a:moveTo>
                  <a:cubicBezTo>
                    <a:pt x="16" y="1"/>
                    <a:pt x="0" y="4"/>
                    <a:pt x="9" y="10"/>
                  </a:cubicBezTo>
                  <a:cubicBezTo>
                    <a:pt x="13" y="12"/>
                    <a:pt x="30" y="4"/>
                    <a:pt x="24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05" name="Freeform 2196">
              <a:extLst>
                <a:ext uri="{FF2B5EF4-FFF2-40B4-BE49-F238E27FC236}">
                  <a16:creationId xmlns:a16="http://schemas.microsoft.com/office/drawing/2014/main" id="{DA74993D-F049-4EEA-A967-0553B2F2F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453"/>
              <a:ext cx="56" cy="30"/>
            </a:xfrm>
            <a:custGeom>
              <a:avLst/>
              <a:gdLst>
                <a:gd name="T0" fmla="*/ 128 w 28"/>
                <a:gd name="T1" fmla="*/ 0 h 14"/>
                <a:gd name="T2" fmla="*/ 56 w 28"/>
                <a:gd name="T3" fmla="*/ 88 h 14"/>
                <a:gd name="T4" fmla="*/ 160 w 2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16" y="0"/>
                  </a:moveTo>
                  <a:cubicBezTo>
                    <a:pt x="11" y="0"/>
                    <a:pt x="0" y="3"/>
                    <a:pt x="7" y="9"/>
                  </a:cubicBezTo>
                  <a:cubicBezTo>
                    <a:pt x="13" y="14"/>
                    <a:pt x="28" y="2"/>
                    <a:pt x="2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06" name="Freeform 2197">
              <a:extLst>
                <a:ext uri="{FF2B5EF4-FFF2-40B4-BE49-F238E27FC236}">
                  <a16:creationId xmlns:a16="http://schemas.microsoft.com/office/drawing/2014/main" id="{0FADC89E-0334-4EBA-A6F9-495F0DEB3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445"/>
              <a:ext cx="48" cy="36"/>
            </a:xfrm>
            <a:custGeom>
              <a:avLst/>
              <a:gdLst>
                <a:gd name="T0" fmla="*/ 128 w 24"/>
                <a:gd name="T1" fmla="*/ 0 h 17"/>
                <a:gd name="T2" fmla="*/ 64 w 24"/>
                <a:gd name="T3" fmla="*/ 125 h 17"/>
                <a:gd name="T4" fmla="*/ 160 w 2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16" y="0"/>
                  </a:moveTo>
                  <a:cubicBezTo>
                    <a:pt x="11" y="1"/>
                    <a:pt x="0" y="9"/>
                    <a:pt x="8" y="13"/>
                  </a:cubicBezTo>
                  <a:cubicBezTo>
                    <a:pt x="14" y="17"/>
                    <a:pt x="24" y="5"/>
                    <a:pt x="2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07" name="Freeform 2198">
              <a:extLst>
                <a:ext uri="{FF2B5EF4-FFF2-40B4-BE49-F238E27FC236}">
                  <a16:creationId xmlns:a16="http://schemas.microsoft.com/office/drawing/2014/main" id="{929C5A5D-CC3B-4F69-963A-2CE7B6521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494"/>
              <a:ext cx="40" cy="36"/>
            </a:xfrm>
            <a:custGeom>
              <a:avLst/>
              <a:gdLst>
                <a:gd name="T0" fmla="*/ 64 w 20"/>
                <a:gd name="T1" fmla="*/ 49 h 17"/>
                <a:gd name="T2" fmla="*/ 64 w 20"/>
                <a:gd name="T3" fmla="*/ 161 h 17"/>
                <a:gd name="T4" fmla="*/ 88 w 20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8" y="5"/>
                  </a:moveTo>
                  <a:cubicBezTo>
                    <a:pt x="3" y="7"/>
                    <a:pt x="0" y="17"/>
                    <a:pt x="8" y="17"/>
                  </a:cubicBezTo>
                  <a:cubicBezTo>
                    <a:pt x="13" y="17"/>
                    <a:pt x="20" y="0"/>
                    <a:pt x="11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08" name="Freeform 2199">
              <a:extLst>
                <a:ext uri="{FF2B5EF4-FFF2-40B4-BE49-F238E27FC236}">
                  <a16:creationId xmlns:a16="http://schemas.microsoft.com/office/drawing/2014/main" id="{170513ED-879E-4F97-B027-9B43F5F3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560"/>
              <a:ext cx="58" cy="42"/>
            </a:xfrm>
            <a:custGeom>
              <a:avLst/>
              <a:gdLst>
                <a:gd name="T0" fmla="*/ 144 w 29"/>
                <a:gd name="T1" fmla="*/ 8 h 20"/>
                <a:gd name="T2" fmla="*/ 64 w 29"/>
                <a:gd name="T3" fmla="*/ 128 h 20"/>
                <a:gd name="T4" fmla="*/ 176 w 2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18" y="1"/>
                  </a:moveTo>
                  <a:cubicBezTo>
                    <a:pt x="13" y="2"/>
                    <a:pt x="0" y="9"/>
                    <a:pt x="8" y="14"/>
                  </a:cubicBezTo>
                  <a:cubicBezTo>
                    <a:pt x="15" y="20"/>
                    <a:pt x="29" y="9"/>
                    <a:pt x="2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09" name="Freeform 2200">
              <a:extLst>
                <a:ext uri="{FF2B5EF4-FFF2-40B4-BE49-F238E27FC236}">
                  <a16:creationId xmlns:a16="http://schemas.microsoft.com/office/drawing/2014/main" id="{D10E2685-2977-4A47-B52D-F4CA2839D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521"/>
              <a:ext cx="52" cy="34"/>
            </a:xfrm>
            <a:custGeom>
              <a:avLst/>
              <a:gdLst>
                <a:gd name="T0" fmla="*/ 104 w 26"/>
                <a:gd name="T1" fmla="*/ 9 h 16"/>
                <a:gd name="T2" fmla="*/ 56 w 26"/>
                <a:gd name="T3" fmla="*/ 128 h 16"/>
                <a:gd name="T4" fmla="*/ 128 w 2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13" y="1"/>
                  </a:moveTo>
                  <a:cubicBezTo>
                    <a:pt x="9" y="2"/>
                    <a:pt x="0" y="9"/>
                    <a:pt x="7" y="13"/>
                  </a:cubicBezTo>
                  <a:cubicBezTo>
                    <a:pt x="12" y="16"/>
                    <a:pt x="26" y="2"/>
                    <a:pt x="16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0" name="Freeform 2201">
              <a:extLst>
                <a:ext uri="{FF2B5EF4-FFF2-40B4-BE49-F238E27FC236}">
                  <a16:creationId xmlns:a16="http://schemas.microsoft.com/office/drawing/2014/main" id="{6EC13E52-3B9E-498E-8509-5B82E2458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575"/>
              <a:ext cx="36" cy="25"/>
            </a:xfrm>
            <a:custGeom>
              <a:avLst/>
              <a:gdLst>
                <a:gd name="T0" fmla="*/ 64 w 18"/>
                <a:gd name="T1" fmla="*/ 27 h 12"/>
                <a:gd name="T2" fmla="*/ 64 w 18"/>
                <a:gd name="T3" fmla="*/ 100 h 12"/>
                <a:gd name="T4" fmla="*/ 72 w 18"/>
                <a:gd name="T5" fmla="*/ 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8" y="3"/>
                  </a:moveTo>
                  <a:cubicBezTo>
                    <a:pt x="0" y="3"/>
                    <a:pt x="0" y="11"/>
                    <a:pt x="8" y="11"/>
                  </a:cubicBezTo>
                  <a:cubicBezTo>
                    <a:pt x="18" y="12"/>
                    <a:pt x="17" y="0"/>
                    <a:pt x="9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1" name="Freeform 2202">
              <a:extLst>
                <a:ext uri="{FF2B5EF4-FFF2-40B4-BE49-F238E27FC236}">
                  <a16:creationId xmlns:a16="http://schemas.microsoft.com/office/drawing/2014/main" id="{BB4ABC6D-FD0D-4FEC-81EE-5CA8882E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641"/>
              <a:ext cx="30" cy="40"/>
            </a:xfrm>
            <a:custGeom>
              <a:avLst/>
              <a:gdLst>
                <a:gd name="T0" fmla="*/ 64 w 15"/>
                <a:gd name="T1" fmla="*/ 8 h 19"/>
                <a:gd name="T2" fmla="*/ 72 w 15"/>
                <a:gd name="T3" fmla="*/ 128 h 19"/>
                <a:gd name="T4" fmla="*/ 72 w 1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8" y="1"/>
                  </a:moveTo>
                  <a:cubicBezTo>
                    <a:pt x="4" y="5"/>
                    <a:pt x="0" y="19"/>
                    <a:pt x="9" y="14"/>
                  </a:cubicBezTo>
                  <a:cubicBezTo>
                    <a:pt x="13" y="12"/>
                    <a:pt x="15" y="1"/>
                    <a:pt x="9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2" name="Freeform 2203">
              <a:extLst>
                <a:ext uri="{FF2B5EF4-FFF2-40B4-BE49-F238E27FC236}">
                  <a16:creationId xmlns:a16="http://schemas.microsoft.com/office/drawing/2014/main" id="{6EE0601B-B407-4144-9805-8E499F525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702"/>
              <a:ext cx="28" cy="36"/>
            </a:xfrm>
            <a:custGeom>
              <a:avLst/>
              <a:gdLst>
                <a:gd name="T0" fmla="*/ 40 w 14"/>
                <a:gd name="T1" fmla="*/ 68 h 17"/>
                <a:gd name="T2" fmla="*/ 48 w 14"/>
                <a:gd name="T3" fmla="*/ 144 h 17"/>
                <a:gd name="T4" fmla="*/ 56 w 14"/>
                <a:gd name="T5" fmla="*/ 4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5" y="7"/>
                  </a:moveTo>
                  <a:cubicBezTo>
                    <a:pt x="1" y="10"/>
                    <a:pt x="0" y="17"/>
                    <a:pt x="6" y="15"/>
                  </a:cubicBezTo>
                  <a:cubicBezTo>
                    <a:pt x="11" y="14"/>
                    <a:pt x="14" y="0"/>
                    <a:pt x="7" y="5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3" name="Freeform 2204">
              <a:extLst>
                <a:ext uri="{FF2B5EF4-FFF2-40B4-BE49-F238E27FC236}">
                  <a16:creationId xmlns:a16="http://schemas.microsoft.com/office/drawing/2014/main" id="{D592CDC6-FD80-4565-9AE0-4CD5814F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692"/>
              <a:ext cx="51" cy="42"/>
            </a:xfrm>
            <a:custGeom>
              <a:avLst/>
              <a:gdLst>
                <a:gd name="T0" fmla="*/ 100 w 26"/>
                <a:gd name="T1" fmla="*/ 67 h 20"/>
                <a:gd name="T2" fmla="*/ 84 w 26"/>
                <a:gd name="T3" fmla="*/ 168 h 20"/>
                <a:gd name="T4" fmla="*/ 112 w 26"/>
                <a:gd name="T5" fmla="*/ 5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13" y="7"/>
                  </a:moveTo>
                  <a:cubicBezTo>
                    <a:pt x="5" y="6"/>
                    <a:pt x="0" y="17"/>
                    <a:pt x="11" y="18"/>
                  </a:cubicBezTo>
                  <a:cubicBezTo>
                    <a:pt x="26" y="20"/>
                    <a:pt x="24" y="0"/>
                    <a:pt x="15" y="6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4" name="Freeform 2205">
              <a:extLst>
                <a:ext uri="{FF2B5EF4-FFF2-40B4-BE49-F238E27FC236}">
                  <a16:creationId xmlns:a16="http://schemas.microsoft.com/office/drawing/2014/main" id="{CF52C6A3-3184-4AAF-A300-17C6B2464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838"/>
              <a:ext cx="56" cy="41"/>
            </a:xfrm>
            <a:custGeom>
              <a:avLst/>
              <a:gdLst>
                <a:gd name="T0" fmla="*/ 96 w 28"/>
                <a:gd name="T1" fmla="*/ 41 h 19"/>
                <a:gd name="T2" fmla="*/ 64 w 28"/>
                <a:gd name="T3" fmla="*/ 173 h 19"/>
                <a:gd name="T4" fmla="*/ 144 w 2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9">
                  <a:moveTo>
                    <a:pt x="12" y="4"/>
                  </a:moveTo>
                  <a:cubicBezTo>
                    <a:pt x="6" y="5"/>
                    <a:pt x="0" y="14"/>
                    <a:pt x="8" y="17"/>
                  </a:cubicBezTo>
                  <a:cubicBezTo>
                    <a:pt x="15" y="19"/>
                    <a:pt x="28" y="1"/>
                    <a:pt x="18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5" name="Freeform 2206">
              <a:extLst>
                <a:ext uri="{FF2B5EF4-FFF2-40B4-BE49-F238E27FC236}">
                  <a16:creationId xmlns:a16="http://schemas.microsoft.com/office/drawing/2014/main" id="{636A3CF9-78F6-4D4E-91FA-2BF8080DE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398"/>
              <a:ext cx="42" cy="30"/>
            </a:xfrm>
            <a:custGeom>
              <a:avLst/>
              <a:gdLst>
                <a:gd name="T0" fmla="*/ 88 w 21"/>
                <a:gd name="T1" fmla="*/ 0 h 14"/>
                <a:gd name="T2" fmla="*/ 104 w 21"/>
                <a:gd name="T3" fmla="*/ 88 h 14"/>
                <a:gd name="T4" fmla="*/ 168 w 2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11" y="0"/>
                  </a:moveTo>
                  <a:cubicBezTo>
                    <a:pt x="2" y="4"/>
                    <a:pt x="0" y="14"/>
                    <a:pt x="13" y="9"/>
                  </a:cubicBezTo>
                  <a:cubicBezTo>
                    <a:pt x="18" y="7"/>
                    <a:pt x="20" y="5"/>
                    <a:pt x="2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6" name="Freeform 2207">
              <a:extLst>
                <a:ext uri="{FF2B5EF4-FFF2-40B4-BE49-F238E27FC236}">
                  <a16:creationId xmlns:a16="http://schemas.microsoft.com/office/drawing/2014/main" id="{CE952816-64D2-47E9-BE55-50B957D92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053"/>
              <a:ext cx="38" cy="32"/>
            </a:xfrm>
            <a:custGeom>
              <a:avLst/>
              <a:gdLst>
                <a:gd name="T0" fmla="*/ 56 w 19"/>
                <a:gd name="T1" fmla="*/ 49 h 15"/>
                <a:gd name="T2" fmla="*/ 64 w 19"/>
                <a:gd name="T3" fmla="*/ 145 h 15"/>
                <a:gd name="T4" fmla="*/ 72 w 19"/>
                <a:gd name="T5" fmla="*/ 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7" y="5"/>
                  </a:moveTo>
                  <a:cubicBezTo>
                    <a:pt x="0" y="6"/>
                    <a:pt x="0" y="15"/>
                    <a:pt x="8" y="15"/>
                  </a:cubicBezTo>
                  <a:cubicBezTo>
                    <a:pt x="17" y="15"/>
                    <a:pt x="19" y="0"/>
                    <a:pt x="9" y="5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7" name="Freeform 2208">
              <a:extLst>
                <a:ext uri="{FF2B5EF4-FFF2-40B4-BE49-F238E27FC236}">
                  <a16:creationId xmlns:a16="http://schemas.microsoft.com/office/drawing/2014/main" id="{3770FB49-6D11-4E4A-A134-5706C6059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038"/>
              <a:ext cx="16" cy="13"/>
            </a:xfrm>
            <a:custGeom>
              <a:avLst/>
              <a:gdLst>
                <a:gd name="T0" fmla="*/ 32 w 8"/>
                <a:gd name="T1" fmla="*/ 9 h 6"/>
                <a:gd name="T2" fmla="*/ 0 w 8"/>
                <a:gd name="T3" fmla="*/ 52 h 6"/>
                <a:gd name="T4" fmla="*/ 64 w 8"/>
                <a:gd name="T5" fmla="*/ 20 h 6"/>
                <a:gd name="T6" fmla="*/ 40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3" y="6"/>
                    <a:pt x="7" y="5"/>
                    <a:pt x="8" y="2"/>
                  </a:cubicBezTo>
                  <a:cubicBezTo>
                    <a:pt x="8" y="0"/>
                    <a:pt x="7" y="0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8" name="Freeform 2209">
              <a:extLst>
                <a:ext uri="{FF2B5EF4-FFF2-40B4-BE49-F238E27FC236}">
                  <a16:creationId xmlns:a16="http://schemas.microsoft.com/office/drawing/2014/main" id="{04A49A85-E268-4090-9036-D1D33F09D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058"/>
              <a:ext cx="36" cy="27"/>
            </a:xfrm>
            <a:custGeom>
              <a:avLst/>
              <a:gdLst>
                <a:gd name="T0" fmla="*/ 56 w 18"/>
                <a:gd name="T1" fmla="*/ 17 h 13"/>
                <a:gd name="T2" fmla="*/ 24 w 18"/>
                <a:gd name="T3" fmla="*/ 73 h 13"/>
                <a:gd name="T4" fmla="*/ 144 w 18"/>
                <a:gd name="T5" fmla="*/ 25 h 13"/>
                <a:gd name="T6" fmla="*/ 96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7" y="2"/>
                  </a:moveTo>
                  <a:cubicBezTo>
                    <a:pt x="4" y="2"/>
                    <a:pt x="0" y="5"/>
                    <a:pt x="3" y="8"/>
                  </a:cubicBezTo>
                  <a:cubicBezTo>
                    <a:pt x="6" y="13"/>
                    <a:pt x="16" y="6"/>
                    <a:pt x="18" y="3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9" name="Freeform 2210">
              <a:extLst>
                <a:ext uri="{FF2B5EF4-FFF2-40B4-BE49-F238E27FC236}">
                  <a16:creationId xmlns:a16="http://schemas.microsoft.com/office/drawing/2014/main" id="{3386A087-AC65-426E-9C18-A2D6506CA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032"/>
              <a:ext cx="18" cy="13"/>
            </a:xfrm>
            <a:custGeom>
              <a:avLst/>
              <a:gdLst>
                <a:gd name="T0" fmla="*/ 32 w 9"/>
                <a:gd name="T1" fmla="*/ 0 h 6"/>
                <a:gd name="T2" fmla="*/ 0 w 9"/>
                <a:gd name="T3" fmla="*/ 43 h 6"/>
                <a:gd name="T4" fmla="*/ 72 w 9"/>
                <a:gd name="T5" fmla="*/ 33 h 6"/>
                <a:gd name="T6" fmla="*/ 56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4" y="0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3" y="6"/>
                    <a:pt x="6" y="5"/>
                    <a:pt x="9" y="3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20" name="Freeform 2211">
              <a:extLst>
                <a:ext uri="{FF2B5EF4-FFF2-40B4-BE49-F238E27FC236}">
                  <a16:creationId xmlns:a16="http://schemas.microsoft.com/office/drawing/2014/main" id="{3F12964C-22A3-4084-9EAF-CF1AB738F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951"/>
              <a:ext cx="47" cy="24"/>
            </a:xfrm>
            <a:custGeom>
              <a:avLst/>
              <a:gdLst>
                <a:gd name="T0" fmla="*/ 112 w 24"/>
                <a:gd name="T1" fmla="*/ 0 h 11"/>
                <a:gd name="T2" fmla="*/ 180 w 24"/>
                <a:gd name="T3" fmla="*/ 52 h 11"/>
                <a:gd name="T4" fmla="*/ 157 w 24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15" y="0"/>
                  </a:moveTo>
                  <a:cubicBezTo>
                    <a:pt x="0" y="0"/>
                    <a:pt x="14" y="11"/>
                    <a:pt x="24" y="5"/>
                  </a:cubicBezTo>
                  <a:cubicBezTo>
                    <a:pt x="23" y="4"/>
                    <a:pt x="22" y="3"/>
                    <a:pt x="21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21" name="Freeform 2212">
              <a:extLst>
                <a:ext uri="{FF2B5EF4-FFF2-40B4-BE49-F238E27FC236}">
                  <a16:creationId xmlns:a16="http://schemas.microsoft.com/office/drawing/2014/main" id="{601E7CAA-8FC3-4DEE-99B4-78E4D7FB5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143"/>
              <a:ext cx="22" cy="25"/>
            </a:xfrm>
            <a:custGeom>
              <a:avLst/>
              <a:gdLst>
                <a:gd name="T0" fmla="*/ 64 w 11"/>
                <a:gd name="T1" fmla="*/ 8 h 12"/>
                <a:gd name="T2" fmla="*/ 0 w 11"/>
                <a:gd name="T3" fmla="*/ 83 h 12"/>
                <a:gd name="T4" fmla="*/ 72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8" y="1"/>
                  </a:moveTo>
                  <a:cubicBezTo>
                    <a:pt x="4" y="3"/>
                    <a:pt x="0" y="5"/>
                    <a:pt x="0" y="9"/>
                  </a:cubicBezTo>
                  <a:cubicBezTo>
                    <a:pt x="4" y="12"/>
                    <a:pt x="11" y="5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22" name="Freeform 2213">
              <a:extLst>
                <a:ext uri="{FF2B5EF4-FFF2-40B4-BE49-F238E27FC236}">
                  <a16:creationId xmlns:a16="http://schemas.microsoft.com/office/drawing/2014/main" id="{4FC3FF1D-F6A2-4D60-B69D-C6E0A6CFA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102"/>
              <a:ext cx="20" cy="19"/>
            </a:xfrm>
            <a:custGeom>
              <a:avLst/>
              <a:gdLst>
                <a:gd name="T0" fmla="*/ 48 w 10"/>
                <a:gd name="T1" fmla="*/ 8 h 9"/>
                <a:gd name="T2" fmla="*/ 0 w 10"/>
                <a:gd name="T3" fmla="*/ 68 h 9"/>
                <a:gd name="T4" fmla="*/ 48 w 10"/>
                <a:gd name="T5" fmla="*/ 0 h 9"/>
                <a:gd name="T6" fmla="*/ 24 w 10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6" y="1"/>
                  </a:moveTo>
                  <a:cubicBezTo>
                    <a:pt x="3" y="2"/>
                    <a:pt x="1" y="4"/>
                    <a:pt x="0" y="7"/>
                  </a:cubicBezTo>
                  <a:cubicBezTo>
                    <a:pt x="4" y="9"/>
                    <a:pt x="10" y="4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23" name="Freeform 2214">
              <a:extLst>
                <a:ext uri="{FF2B5EF4-FFF2-40B4-BE49-F238E27FC236}">
                  <a16:creationId xmlns:a16="http://schemas.microsoft.com/office/drawing/2014/main" id="{045F1DE0-FFD1-4E45-93BC-3322FB5CD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121"/>
              <a:ext cx="46" cy="41"/>
            </a:xfrm>
            <a:custGeom>
              <a:avLst/>
              <a:gdLst>
                <a:gd name="T0" fmla="*/ 104 w 23"/>
                <a:gd name="T1" fmla="*/ 52 h 19"/>
                <a:gd name="T2" fmla="*/ 40 w 23"/>
                <a:gd name="T3" fmla="*/ 140 h 19"/>
                <a:gd name="T4" fmla="*/ 96 w 23"/>
                <a:gd name="T5" fmla="*/ 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13" y="5"/>
                  </a:moveTo>
                  <a:cubicBezTo>
                    <a:pt x="8" y="1"/>
                    <a:pt x="0" y="9"/>
                    <a:pt x="5" y="14"/>
                  </a:cubicBezTo>
                  <a:cubicBezTo>
                    <a:pt x="11" y="19"/>
                    <a:pt x="23" y="0"/>
                    <a:pt x="12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24" name="Freeform 2215">
              <a:extLst>
                <a:ext uri="{FF2B5EF4-FFF2-40B4-BE49-F238E27FC236}">
                  <a16:creationId xmlns:a16="http://schemas.microsoft.com/office/drawing/2014/main" id="{5C9CD32C-F13A-407A-BDFE-28E7BE941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181"/>
              <a:ext cx="34" cy="23"/>
            </a:xfrm>
            <a:custGeom>
              <a:avLst/>
              <a:gdLst>
                <a:gd name="T0" fmla="*/ 88 w 17"/>
                <a:gd name="T1" fmla="*/ 17 h 11"/>
                <a:gd name="T2" fmla="*/ 112 w 17"/>
                <a:gd name="T3" fmla="*/ 8 h 11"/>
                <a:gd name="T4" fmla="*/ 88 w 17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1" y="2"/>
                  </a:moveTo>
                  <a:cubicBezTo>
                    <a:pt x="0" y="2"/>
                    <a:pt x="17" y="11"/>
                    <a:pt x="14" y="1"/>
                  </a:cubicBezTo>
                  <a:cubicBezTo>
                    <a:pt x="13" y="0"/>
                    <a:pt x="12" y="0"/>
                    <a:pt x="11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25" name="Freeform 2216">
              <a:extLst>
                <a:ext uri="{FF2B5EF4-FFF2-40B4-BE49-F238E27FC236}">
                  <a16:creationId xmlns:a16="http://schemas.microsoft.com/office/drawing/2014/main" id="{2495568A-9529-4532-874A-8C7EC45C3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204"/>
              <a:ext cx="17" cy="15"/>
            </a:xfrm>
            <a:custGeom>
              <a:avLst/>
              <a:gdLst>
                <a:gd name="T0" fmla="*/ 47 w 9"/>
                <a:gd name="T1" fmla="*/ 9 h 7"/>
                <a:gd name="T2" fmla="*/ 0 w 9"/>
                <a:gd name="T3" fmla="*/ 51 h 7"/>
                <a:gd name="T4" fmla="*/ 60 w 9"/>
                <a:gd name="T5" fmla="*/ 19 h 7"/>
                <a:gd name="T6" fmla="*/ 47 w 9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7" y="1"/>
                  </a:moveTo>
                  <a:cubicBezTo>
                    <a:pt x="4" y="0"/>
                    <a:pt x="0" y="1"/>
                    <a:pt x="0" y="5"/>
                  </a:cubicBezTo>
                  <a:cubicBezTo>
                    <a:pt x="3" y="7"/>
                    <a:pt x="9" y="6"/>
                    <a:pt x="9" y="2"/>
                  </a:cubicBezTo>
                  <a:cubicBezTo>
                    <a:pt x="9" y="1"/>
                    <a:pt x="8" y="1"/>
                    <a:pt x="7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26" name="Freeform 2217">
              <a:extLst>
                <a:ext uri="{FF2B5EF4-FFF2-40B4-BE49-F238E27FC236}">
                  <a16:creationId xmlns:a16="http://schemas.microsoft.com/office/drawing/2014/main" id="{70BB8A75-4E49-42B0-8284-D1C11013F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219"/>
              <a:ext cx="22" cy="15"/>
            </a:xfrm>
            <a:custGeom>
              <a:avLst/>
              <a:gdLst>
                <a:gd name="T0" fmla="*/ 40 w 11"/>
                <a:gd name="T1" fmla="*/ 19 h 7"/>
                <a:gd name="T2" fmla="*/ 0 w 11"/>
                <a:gd name="T3" fmla="*/ 41 h 7"/>
                <a:gd name="T4" fmla="*/ 88 w 11"/>
                <a:gd name="T5" fmla="*/ 19 h 7"/>
                <a:gd name="T6" fmla="*/ 48 w 1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5" y="2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3" y="7"/>
                    <a:pt x="8" y="5"/>
                    <a:pt x="11" y="2"/>
                  </a:cubicBezTo>
                  <a:cubicBezTo>
                    <a:pt x="10" y="1"/>
                    <a:pt x="8" y="0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27" name="Freeform 2218">
              <a:extLst>
                <a:ext uri="{FF2B5EF4-FFF2-40B4-BE49-F238E27FC236}">
                  <a16:creationId xmlns:a16="http://schemas.microsoft.com/office/drawing/2014/main" id="{027ABCC0-FC22-4E98-A41E-F92306B7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96"/>
              <a:ext cx="14" cy="13"/>
            </a:xfrm>
            <a:custGeom>
              <a:avLst/>
              <a:gdLst>
                <a:gd name="T0" fmla="*/ 24 w 7"/>
                <a:gd name="T1" fmla="*/ 20 h 6"/>
                <a:gd name="T2" fmla="*/ 0 w 7"/>
                <a:gd name="T3" fmla="*/ 43 h 6"/>
                <a:gd name="T4" fmla="*/ 56 w 7"/>
                <a:gd name="T5" fmla="*/ 20 h 6"/>
                <a:gd name="T6" fmla="*/ 24 w 7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3" y="2"/>
                  </a:moveTo>
                  <a:cubicBezTo>
                    <a:pt x="2" y="3"/>
                    <a:pt x="1" y="3"/>
                    <a:pt x="0" y="4"/>
                  </a:cubicBezTo>
                  <a:cubicBezTo>
                    <a:pt x="2" y="6"/>
                    <a:pt x="5" y="5"/>
                    <a:pt x="7" y="2"/>
                  </a:cubicBezTo>
                  <a:cubicBezTo>
                    <a:pt x="6" y="0"/>
                    <a:pt x="5" y="1"/>
                    <a:pt x="3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28" name="Freeform 2219">
              <a:extLst>
                <a:ext uri="{FF2B5EF4-FFF2-40B4-BE49-F238E27FC236}">
                  <a16:creationId xmlns:a16="http://schemas.microsoft.com/office/drawing/2014/main" id="{7668CF5B-1504-4003-A228-1609062F8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151"/>
              <a:ext cx="24" cy="19"/>
            </a:xfrm>
            <a:custGeom>
              <a:avLst/>
              <a:gdLst>
                <a:gd name="T0" fmla="*/ 72 w 12"/>
                <a:gd name="T1" fmla="*/ 27 h 9"/>
                <a:gd name="T2" fmla="*/ 0 w 12"/>
                <a:gd name="T3" fmla="*/ 36 h 9"/>
                <a:gd name="T4" fmla="*/ 96 w 12"/>
                <a:gd name="T5" fmla="*/ 36 h 9"/>
                <a:gd name="T6" fmla="*/ 72 w 12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9" y="3"/>
                  </a:moveTo>
                  <a:cubicBezTo>
                    <a:pt x="6" y="0"/>
                    <a:pt x="2" y="1"/>
                    <a:pt x="0" y="4"/>
                  </a:cubicBezTo>
                  <a:cubicBezTo>
                    <a:pt x="2" y="9"/>
                    <a:pt x="9" y="8"/>
                    <a:pt x="12" y="4"/>
                  </a:cubicBezTo>
                  <a:cubicBezTo>
                    <a:pt x="11" y="3"/>
                    <a:pt x="10" y="2"/>
                    <a:pt x="9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29" name="Freeform 2220">
              <a:extLst>
                <a:ext uri="{FF2B5EF4-FFF2-40B4-BE49-F238E27FC236}">
                  <a16:creationId xmlns:a16="http://schemas.microsoft.com/office/drawing/2014/main" id="{163ECBAB-CF36-4046-8A87-F1AE471CE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194"/>
              <a:ext cx="50" cy="36"/>
            </a:xfrm>
            <a:custGeom>
              <a:avLst/>
              <a:gdLst>
                <a:gd name="T0" fmla="*/ 160 w 25"/>
                <a:gd name="T1" fmla="*/ 28 h 17"/>
                <a:gd name="T2" fmla="*/ 152 w 25"/>
                <a:gd name="T3" fmla="*/ 8 h 17"/>
                <a:gd name="T4" fmla="*/ 200 w 25"/>
                <a:gd name="T5" fmla="*/ 28 h 17"/>
                <a:gd name="T6" fmla="*/ 160 w 2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7">
                  <a:moveTo>
                    <a:pt x="20" y="3"/>
                  </a:moveTo>
                  <a:cubicBezTo>
                    <a:pt x="20" y="2"/>
                    <a:pt x="20" y="1"/>
                    <a:pt x="19" y="1"/>
                  </a:cubicBezTo>
                  <a:cubicBezTo>
                    <a:pt x="0" y="3"/>
                    <a:pt x="20" y="17"/>
                    <a:pt x="25" y="3"/>
                  </a:cubicBezTo>
                  <a:cubicBezTo>
                    <a:pt x="24" y="0"/>
                    <a:pt x="23" y="0"/>
                    <a:pt x="20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30" name="Freeform 2221">
              <a:extLst>
                <a:ext uri="{FF2B5EF4-FFF2-40B4-BE49-F238E27FC236}">
                  <a16:creationId xmlns:a16="http://schemas.microsoft.com/office/drawing/2014/main" id="{F6EF3370-C9E9-4CF0-A7DE-70E2534A4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255"/>
              <a:ext cx="44" cy="41"/>
            </a:xfrm>
            <a:custGeom>
              <a:avLst/>
              <a:gdLst>
                <a:gd name="T0" fmla="*/ 56 w 22"/>
                <a:gd name="T1" fmla="*/ 41 h 19"/>
                <a:gd name="T2" fmla="*/ 0 w 22"/>
                <a:gd name="T3" fmla="*/ 101 h 19"/>
                <a:gd name="T4" fmla="*/ 64 w 22"/>
                <a:gd name="T5" fmla="*/ 2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7" y="4"/>
                  </a:moveTo>
                  <a:cubicBezTo>
                    <a:pt x="4" y="5"/>
                    <a:pt x="1" y="7"/>
                    <a:pt x="0" y="10"/>
                  </a:cubicBezTo>
                  <a:cubicBezTo>
                    <a:pt x="7" y="19"/>
                    <a:pt x="22" y="0"/>
                    <a:pt x="8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31" name="Freeform 2222">
              <a:extLst>
                <a:ext uri="{FF2B5EF4-FFF2-40B4-BE49-F238E27FC236}">
                  <a16:creationId xmlns:a16="http://schemas.microsoft.com/office/drawing/2014/main" id="{7325AA2B-0927-4C12-ADFC-9675494B7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253"/>
              <a:ext cx="24" cy="17"/>
            </a:xfrm>
            <a:custGeom>
              <a:avLst/>
              <a:gdLst>
                <a:gd name="T0" fmla="*/ 80 w 12"/>
                <a:gd name="T1" fmla="*/ 0 h 8"/>
                <a:gd name="T2" fmla="*/ 0 w 12"/>
                <a:gd name="T3" fmla="*/ 68 h 8"/>
                <a:gd name="T4" fmla="*/ 96 w 12"/>
                <a:gd name="T5" fmla="*/ 19 h 8"/>
                <a:gd name="T6" fmla="*/ 72 w 12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0" y="0"/>
                  </a:moveTo>
                  <a:cubicBezTo>
                    <a:pt x="6" y="1"/>
                    <a:pt x="2" y="3"/>
                    <a:pt x="0" y="7"/>
                  </a:cubicBezTo>
                  <a:cubicBezTo>
                    <a:pt x="4" y="8"/>
                    <a:pt x="10" y="5"/>
                    <a:pt x="12" y="2"/>
                  </a:cubicBezTo>
                  <a:cubicBezTo>
                    <a:pt x="11" y="2"/>
                    <a:pt x="10" y="2"/>
                    <a:pt x="9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32" name="Freeform 2223">
              <a:extLst>
                <a:ext uri="{FF2B5EF4-FFF2-40B4-BE49-F238E27FC236}">
                  <a16:creationId xmlns:a16="http://schemas.microsoft.com/office/drawing/2014/main" id="{94527C58-40E8-4C97-AFA4-C39AC03F6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289"/>
              <a:ext cx="36" cy="32"/>
            </a:xfrm>
            <a:custGeom>
              <a:avLst/>
              <a:gdLst>
                <a:gd name="T0" fmla="*/ 96 w 18"/>
                <a:gd name="T1" fmla="*/ 28 h 15"/>
                <a:gd name="T2" fmla="*/ 24 w 18"/>
                <a:gd name="T3" fmla="*/ 105 h 15"/>
                <a:gd name="T4" fmla="*/ 96 w 18"/>
                <a:gd name="T5" fmla="*/ 2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2" y="3"/>
                  </a:moveTo>
                  <a:cubicBezTo>
                    <a:pt x="9" y="0"/>
                    <a:pt x="0" y="8"/>
                    <a:pt x="3" y="11"/>
                  </a:cubicBezTo>
                  <a:cubicBezTo>
                    <a:pt x="5" y="15"/>
                    <a:pt x="18" y="9"/>
                    <a:pt x="12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33" name="Freeform 2224">
              <a:extLst>
                <a:ext uri="{FF2B5EF4-FFF2-40B4-BE49-F238E27FC236}">
                  <a16:creationId xmlns:a16="http://schemas.microsoft.com/office/drawing/2014/main" id="{479B1813-A192-4B3E-AE92-1504420F7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349"/>
              <a:ext cx="46" cy="36"/>
            </a:xfrm>
            <a:custGeom>
              <a:avLst/>
              <a:gdLst>
                <a:gd name="T0" fmla="*/ 136 w 23"/>
                <a:gd name="T1" fmla="*/ 0 h 17"/>
                <a:gd name="T2" fmla="*/ 0 w 23"/>
                <a:gd name="T3" fmla="*/ 93 h 17"/>
                <a:gd name="T4" fmla="*/ 112 w 23"/>
                <a:gd name="T5" fmla="*/ 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17" y="0"/>
                  </a:moveTo>
                  <a:cubicBezTo>
                    <a:pt x="11" y="2"/>
                    <a:pt x="2" y="3"/>
                    <a:pt x="0" y="10"/>
                  </a:cubicBezTo>
                  <a:cubicBezTo>
                    <a:pt x="6" y="17"/>
                    <a:pt x="23" y="3"/>
                    <a:pt x="1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34" name="Freeform 2225">
              <a:extLst>
                <a:ext uri="{FF2B5EF4-FFF2-40B4-BE49-F238E27FC236}">
                  <a16:creationId xmlns:a16="http://schemas.microsoft.com/office/drawing/2014/main" id="{424FBB47-9297-4B69-9C17-0E2D0F275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392"/>
              <a:ext cx="24" cy="19"/>
            </a:xfrm>
            <a:custGeom>
              <a:avLst/>
              <a:gdLst>
                <a:gd name="T0" fmla="*/ 72 w 12"/>
                <a:gd name="T1" fmla="*/ 8 h 9"/>
                <a:gd name="T2" fmla="*/ 8 w 12"/>
                <a:gd name="T3" fmla="*/ 84 h 9"/>
                <a:gd name="T4" fmla="*/ 96 w 12"/>
                <a:gd name="T5" fmla="*/ 17 h 9"/>
                <a:gd name="T6" fmla="*/ 64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9" y="1"/>
                  </a:moveTo>
                  <a:cubicBezTo>
                    <a:pt x="5" y="0"/>
                    <a:pt x="0" y="4"/>
                    <a:pt x="1" y="9"/>
                  </a:cubicBezTo>
                  <a:cubicBezTo>
                    <a:pt x="5" y="9"/>
                    <a:pt x="10" y="6"/>
                    <a:pt x="12" y="2"/>
                  </a:cubicBezTo>
                  <a:cubicBezTo>
                    <a:pt x="11" y="0"/>
                    <a:pt x="10" y="0"/>
                    <a:pt x="8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35" name="Freeform 2226">
              <a:extLst>
                <a:ext uri="{FF2B5EF4-FFF2-40B4-BE49-F238E27FC236}">
                  <a16:creationId xmlns:a16="http://schemas.microsoft.com/office/drawing/2014/main" id="{21C8E918-D7B2-46B8-829C-230D5EE51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443"/>
              <a:ext cx="36" cy="23"/>
            </a:xfrm>
            <a:custGeom>
              <a:avLst/>
              <a:gdLst>
                <a:gd name="T0" fmla="*/ 96 w 18"/>
                <a:gd name="T1" fmla="*/ 0 h 11"/>
                <a:gd name="T2" fmla="*/ 32 w 18"/>
                <a:gd name="T3" fmla="*/ 100 h 11"/>
                <a:gd name="T4" fmla="*/ 72 w 1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2" y="0"/>
                  </a:moveTo>
                  <a:cubicBezTo>
                    <a:pt x="8" y="1"/>
                    <a:pt x="0" y="6"/>
                    <a:pt x="4" y="11"/>
                  </a:cubicBezTo>
                  <a:cubicBezTo>
                    <a:pt x="7" y="10"/>
                    <a:pt x="18" y="0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36" name="Freeform 2227">
              <a:extLst>
                <a:ext uri="{FF2B5EF4-FFF2-40B4-BE49-F238E27FC236}">
                  <a16:creationId xmlns:a16="http://schemas.microsoft.com/office/drawing/2014/main" id="{3DD277C2-802B-46B3-B09F-B5E60E122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485"/>
              <a:ext cx="32" cy="24"/>
            </a:xfrm>
            <a:custGeom>
              <a:avLst/>
              <a:gdLst>
                <a:gd name="T0" fmla="*/ 80 w 16"/>
                <a:gd name="T1" fmla="*/ 9 h 11"/>
                <a:gd name="T2" fmla="*/ 16 w 16"/>
                <a:gd name="T3" fmla="*/ 113 h 11"/>
                <a:gd name="T4" fmla="*/ 128 w 16"/>
                <a:gd name="T5" fmla="*/ 9 h 11"/>
                <a:gd name="T6" fmla="*/ 96 w 1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10" y="1"/>
                  </a:moveTo>
                  <a:cubicBezTo>
                    <a:pt x="6" y="2"/>
                    <a:pt x="0" y="6"/>
                    <a:pt x="2" y="11"/>
                  </a:cubicBezTo>
                  <a:cubicBezTo>
                    <a:pt x="7" y="11"/>
                    <a:pt x="16" y="6"/>
                    <a:pt x="16" y="1"/>
                  </a:cubicBezTo>
                  <a:cubicBezTo>
                    <a:pt x="15" y="0"/>
                    <a:pt x="14" y="0"/>
                    <a:pt x="12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37" name="Freeform 2228">
              <a:extLst>
                <a:ext uri="{FF2B5EF4-FFF2-40B4-BE49-F238E27FC236}">
                  <a16:creationId xmlns:a16="http://schemas.microsoft.com/office/drawing/2014/main" id="{7FFED56D-EDA0-4A64-982F-EBE4B73CB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545"/>
              <a:ext cx="40" cy="30"/>
            </a:xfrm>
            <a:custGeom>
              <a:avLst/>
              <a:gdLst>
                <a:gd name="T0" fmla="*/ 72 w 20"/>
                <a:gd name="T1" fmla="*/ 19 h 14"/>
                <a:gd name="T2" fmla="*/ 48 w 20"/>
                <a:gd name="T3" fmla="*/ 120 h 14"/>
                <a:gd name="T4" fmla="*/ 88 w 2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9" y="2"/>
                  </a:moveTo>
                  <a:cubicBezTo>
                    <a:pt x="4" y="1"/>
                    <a:pt x="0" y="10"/>
                    <a:pt x="6" y="12"/>
                  </a:cubicBezTo>
                  <a:cubicBezTo>
                    <a:pt x="11" y="14"/>
                    <a:pt x="20" y="2"/>
                    <a:pt x="11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38" name="Freeform 2229">
              <a:extLst>
                <a:ext uri="{FF2B5EF4-FFF2-40B4-BE49-F238E27FC236}">
                  <a16:creationId xmlns:a16="http://schemas.microsoft.com/office/drawing/2014/main" id="{FF7B766D-6DB5-4D46-BF57-B2DF264BC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543"/>
              <a:ext cx="54" cy="34"/>
            </a:xfrm>
            <a:custGeom>
              <a:avLst/>
              <a:gdLst>
                <a:gd name="T0" fmla="*/ 120 w 27"/>
                <a:gd name="T1" fmla="*/ 0 h 16"/>
                <a:gd name="T2" fmla="*/ 56 w 27"/>
                <a:gd name="T3" fmla="*/ 136 h 16"/>
                <a:gd name="T4" fmla="*/ 136 w 27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15" y="0"/>
                  </a:moveTo>
                  <a:cubicBezTo>
                    <a:pt x="13" y="2"/>
                    <a:pt x="0" y="12"/>
                    <a:pt x="7" y="14"/>
                  </a:cubicBezTo>
                  <a:cubicBezTo>
                    <a:pt x="12" y="16"/>
                    <a:pt x="27" y="3"/>
                    <a:pt x="17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39" name="Freeform 2230">
              <a:extLst>
                <a:ext uri="{FF2B5EF4-FFF2-40B4-BE49-F238E27FC236}">
                  <a16:creationId xmlns:a16="http://schemas.microsoft.com/office/drawing/2014/main" id="{D3871DE6-8FE1-4754-999F-470BA059B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479"/>
              <a:ext cx="56" cy="40"/>
            </a:xfrm>
            <a:custGeom>
              <a:avLst/>
              <a:gdLst>
                <a:gd name="T0" fmla="*/ 128 w 28"/>
                <a:gd name="T1" fmla="*/ 0 h 19"/>
                <a:gd name="T2" fmla="*/ 160 w 2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9">
                  <a:moveTo>
                    <a:pt x="16" y="0"/>
                  </a:moveTo>
                  <a:cubicBezTo>
                    <a:pt x="0" y="19"/>
                    <a:pt x="28" y="6"/>
                    <a:pt x="20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0" name="Freeform 2231">
              <a:extLst>
                <a:ext uri="{FF2B5EF4-FFF2-40B4-BE49-F238E27FC236}">
                  <a16:creationId xmlns:a16="http://schemas.microsoft.com/office/drawing/2014/main" id="{EBFBC9DB-082E-42BE-8D14-015C88C7C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411"/>
              <a:ext cx="21" cy="19"/>
            </a:xfrm>
            <a:custGeom>
              <a:avLst/>
              <a:gdLst>
                <a:gd name="T0" fmla="*/ 29 w 11"/>
                <a:gd name="T1" fmla="*/ 17 h 9"/>
                <a:gd name="T2" fmla="*/ 0 w 11"/>
                <a:gd name="T3" fmla="*/ 57 h 9"/>
                <a:gd name="T4" fmla="*/ 76 w 11"/>
                <a:gd name="T5" fmla="*/ 17 h 9"/>
                <a:gd name="T6" fmla="*/ 55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4" y="2"/>
                  </a:moveTo>
                  <a:cubicBezTo>
                    <a:pt x="2" y="3"/>
                    <a:pt x="0" y="4"/>
                    <a:pt x="0" y="6"/>
                  </a:cubicBezTo>
                  <a:cubicBezTo>
                    <a:pt x="4" y="9"/>
                    <a:pt x="11" y="6"/>
                    <a:pt x="11" y="2"/>
                  </a:cubicBezTo>
                  <a:cubicBezTo>
                    <a:pt x="10" y="1"/>
                    <a:pt x="9" y="0"/>
                    <a:pt x="8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1" name="Freeform 2232">
              <a:extLst>
                <a:ext uri="{FF2B5EF4-FFF2-40B4-BE49-F238E27FC236}">
                  <a16:creationId xmlns:a16="http://schemas.microsoft.com/office/drawing/2014/main" id="{519145F2-7576-4F93-B0F7-DE318DB71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358"/>
              <a:ext cx="32" cy="25"/>
            </a:xfrm>
            <a:custGeom>
              <a:avLst/>
              <a:gdLst>
                <a:gd name="T0" fmla="*/ 72 w 16"/>
                <a:gd name="T1" fmla="*/ 8 h 12"/>
                <a:gd name="T2" fmla="*/ 0 w 16"/>
                <a:gd name="T3" fmla="*/ 92 h 12"/>
                <a:gd name="T4" fmla="*/ 64 w 16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9" y="1"/>
                  </a:moveTo>
                  <a:cubicBezTo>
                    <a:pt x="5" y="4"/>
                    <a:pt x="0" y="5"/>
                    <a:pt x="0" y="10"/>
                  </a:cubicBezTo>
                  <a:cubicBezTo>
                    <a:pt x="6" y="12"/>
                    <a:pt x="16" y="0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2" name="Freeform 2233">
              <a:extLst>
                <a:ext uri="{FF2B5EF4-FFF2-40B4-BE49-F238E27FC236}">
                  <a16:creationId xmlns:a16="http://schemas.microsoft.com/office/drawing/2014/main" id="{324483A4-9F55-4CB4-B156-635485796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332"/>
              <a:ext cx="30" cy="21"/>
            </a:xfrm>
            <a:custGeom>
              <a:avLst/>
              <a:gdLst>
                <a:gd name="T0" fmla="*/ 72 w 15"/>
                <a:gd name="T1" fmla="*/ 17 h 10"/>
                <a:gd name="T2" fmla="*/ 0 w 15"/>
                <a:gd name="T3" fmla="*/ 76 h 10"/>
                <a:gd name="T4" fmla="*/ 120 w 15"/>
                <a:gd name="T5" fmla="*/ 27 h 10"/>
                <a:gd name="T6" fmla="*/ 72 w 15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9" y="2"/>
                  </a:moveTo>
                  <a:cubicBezTo>
                    <a:pt x="5" y="1"/>
                    <a:pt x="0" y="3"/>
                    <a:pt x="0" y="8"/>
                  </a:cubicBezTo>
                  <a:cubicBezTo>
                    <a:pt x="5" y="10"/>
                    <a:pt x="12" y="7"/>
                    <a:pt x="15" y="3"/>
                  </a:cubicBezTo>
                  <a:cubicBezTo>
                    <a:pt x="14" y="1"/>
                    <a:pt x="12" y="0"/>
                    <a:pt x="9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3" name="Freeform 2234">
              <a:extLst>
                <a:ext uri="{FF2B5EF4-FFF2-40B4-BE49-F238E27FC236}">
                  <a16:creationId xmlns:a16="http://schemas.microsoft.com/office/drawing/2014/main" id="{CD8D4C55-72BD-4ADD-B8F2-3A5292358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270"/>
              <a:ext cx="30" cy="24"/>
            </a:xfrm>
            <a:custGeom>
              <a:avLst/>
              <a:gdLst>
                <a:gd name="T0" fmla="*/ 80 w 15"/>
                <a:gd name="T1" fmla="*/ 0 h 11"/>
                <a:gd name="T2" fmla="*/ 0 w 15"/>
                <a:gd name="T3" fmla="*/ 72 h 11"/>
                <a:gd name="T4" fmla="*/ 12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0" y="0"/>
                  </a:moveTo>
                  <a:cubicBezTo>
                    <a:pt x="7" y="2"/>
                    <a:pt x="2" y="4"/>
                    <a:pt x="0" y="7"/>
                  </a:cubicBezTo>
                  <a:cubicBezTo>
                    <a:pt x="4" y="11"/>
                    <a:pt x="13" y="5"/>
                    <a:pt x="1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4" name="Freeform 2235">
              <a:extLst>
                <a:ext uri="{FF2B5EF4-FFF2-40B4-BE49-F238E27FC236}">
                  <a16:creationId xmlns:a16="http://schemas.microsoft.com/office/drawing/2014/main" id="{BC8CCA61-1A1E-44FA-A60E-63258FB29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249"/>
              <a:ext cx="16" cy="15"/>
            </a:xfrm>
            <a:custGeom>
              <a:avLst/>
              <a:gdLst>
                <a:gd name="T0" fmla="*/ 40 w 8"/>
                <a:gd name="T1" fmla="*/ 9 h 7"/>
                <a:gd name="T2" fmla="*/ 0 w 8"/>
                <a:gd name="T3" fmla="*/ 41 h 7"/>
                <a:gd name="T4" fmla="*/ 64 w 8"/>
                <a:gd name="T5" fmla="*/ 9 h 7"/>
                <a:gd name="T6" fmla="*/ 48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5" y="1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3" y="7"/>
                    <a:pt x="7" y="4"/>
                    <a:pt x="8" y="1"/>
                  </a:cubicBezTo>
                  <a:cubicBezTo>
                    <a:pt x="7" y="1"/>
                    <a:pt x="6" y="0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5" name="Freeform 2236">
              <a:extLst>
                <a:ext uri="{FF2B5EF4-FFF2-40B4-BE49-F238E27FC236}">
                  <a16:creationId xmlns:a16="http://schemas.microsoft.com/office/drawing/2014/main" id="{1F875A57-ACD3-4512-872D-9C4D6AE5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60"/>
              <a:ext cx="28" cy="40"/>
            </a:xfrm>
            <a:custGeom>
              <a:avLst/>
              <a:gdLst>
                <a:gd name="T0" fmla="*/ 64 w 14"/>
                <a:gd name="T1" fmla="*/ 84 h 19"/>
                <a:gd name="T2" fmla="*/ 16 w 14"/>
                <a:gd name="T3" fmla="*/ 168 h 19"/>
                <a:gd name="T4" fmla="*/ 24 w 14"/>
                <a:gd name="T5" fmla="*/ 10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8" y="9"/>
                  </a:moveTo>
                  <a:cubicBezTo>
                    <a:pt x="5" y="11"/>
                    <a:pt x="0" y="14"/>
                    <a:pt x="2" y="18"/>
                  </a:cubicBezTo>
                  <a:cubicBezTo>
                    <a:pt x="14" y="19"/>
                    <a:pt x="11" y="0"/>
                    <a:pt x="3" y="1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6" name="Freeform 2237">
              <a:extLst>
                <a:ext uri="{FF2B5EF4-FFF2-40B4-BE49-F238E27FC236}">
                  <a16:creationId xmlns:a16="http://schemas.microsoft.com/office/drawing/2014/main" id="{D4052197-5147-444F-9CD8-FCE21FB01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175"/>
              <a:ext cx="32" cy="29"/>
            </a:xfrm>
            <a:custGeom>
              <a:avLst/>
              <a:gdLst>
                <a:gd name="T0" fmla="*/ 104 w 16"/>
                <a:gd name="T1" fmla="*/ 17 h 14"/>
                <a:gd name="T2" fmla="*/ 0 w 16"/>
                <a:gd name="T3" fmla="*/ 91 h 14"/>
                <a:gd name="T4" fmla="*/ 128 w 16"/>
                <a:gd name="T5" fmla="*/ 17 h 14"/>
                <a:gd name="T6" fmla="*/ 88 w 16"/>
                <a:gd name="T7" fmla="*/ 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3" y="2"/>
                  </a:moveTo>
                  <a:cubicBezTo>
                    <a:pt x="9" y="4"/>
                    <a:pt x="2" y="6"/>
                    <a:pt x="0" y="10"/>
                  </a:cubicBezTo>
                  <a:cubicBezTo>
                    <a:pt x="5" y="14"/>
                    <a:pt x="15" y="7"/>
                    <a:pt x="16" y="2"/>
                  </a:cubicBezTo>
                  <a:cubicBezTo>
                    <a:pt x="15" y="0"/>
                    <a:pt x="13" y="0"/>
                    <a:pt x="11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7" name="Freeform 2238">
              <a:extLst>
                <a:ext uri="{FF2B5EF4-FFF2-40B4-BE49-F238E27FC236}">
                  <a16:creationId xmlns:a16="http://schemas.microsoft.com/office/drawing/2014/main" id="{4F1193F4-89CC-462F-B072-8B9FF40B0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126"/>
              <a:ext cx="46" cy="29"/>
            </a:xfrm>
            <a:custGeom>
              <a:avLst/>
              <a:gdLst>
                <a:gd name="T0" fmla="*/ 136 w 23"/>
                <a:gd name="T1" fmla="*/ 17 h 14"/>
                <a:gd name="T2" fmla="*/ 184 w 23"/>
                <a:gd name="T3" fmla="*/ 17 h 14"/>
                <a:gd name="T4" fmla="*/ 144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17" y="2"/>
                  </a:moveTo>
                  <a:cubicBezTo>
                    <a:pt x="0" y="7"/>
                    <a:pt x="22" y="14"/>
                    <a:pt x="23" y="2"/>
                  </a:cubicBezTo>
                  <a:cubicBezTo>
                    <a:pt x="22" y="1"/>
                    <a:pt x="20" y="0"/>
                    <a:pt x="18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8" name="Freeform 2239">
              <a:extLst>
                <a:ext uri="{FF2B5EF4-FFF2-40B4-BE49-F238E27FC236}">
                  <a16:creationId xmlns:a16="http://schemas.microsoft.com/office/drawing/2014/main" id="{BDCE90E5-6E6F-4B0E-B345-2F4157D7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081"/>
              <a:ext cx="26" cy="23"/>
            </a:xfrm>
            <a:custGeom>
              <a:avLst/>
              <a:gdLst>
                <a:gd name="T0" fmla="*/ 24 w 13"/>
                <a:gd name="T1" fmla="*/ 17 h 11"/>
                <a:gd name="T2" fmla="*/ 8 w 13"/>
                <a:gd name="T3" fmla="*/ 92 h 11"/>
                <a:gd name="T4" fmla="*/ 104 w 13"/>
                <a:gd name="T5" fmla="*/ 8 h 11"/>
                <a:gd name="T6" fmla="*/ 40 w 13"/>
                <a:gd name="T7" fmla="*/ 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5" y="11"/>
                    <a:pt x="13" y="6"/>
                    <a:pt x="13" y="1"/>
                  </a:cubicBezTo>
                  <a:cubicBezTo>
                    <a:pt x="10" y="0"/>
                    <a:pt x="8" y="0"/>
                    <a:pt x="5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9" name="Freeform 2240">
              <a:extLst>
                <a:ext uri="{FF2B5EF4-FFF2-40B4-BE49-F238E27FC236}">
                  <a16:creationId xmlns:a16="http://schemas.microsoft.com/office/drawing/2014/main" id="{F92DF45A-925D-440A-8D8B-8296FDAD0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011"/>
              <a:ext cx="54" cy="34"/>
            </a:xfrm>
            <a:custGeom>
              <a:avLst/>
              <a:gdLst>
                <a:gd name="T0" fmla="*/ 128 w 27"/>
                <a:gd name="T1" fmla="*/ 28 h 16"/>
                <a:gd name="T2" fmla="*/ 80 w 27"/>
                <a:gd name="T3" fmla="*/ 128 h 16"/>
                <a:gd name="T4" fmla="*/ 128 w 27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16" y="3"/>
                  </a:moveTo>
                  <a:cubicBezTo>
                    <a:pt x="13" y="5"/>
                    <a:pt x="0" y="10"/>
                    <a:pt x="10" y="13"/>
                  </a:cubicBezTo>
                  <a:cubicBezTo>
                    <a:pt x="18" y="16"/>
                    <a:pt x="27" y="0"/>
                    <a:pt x="16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50" name="Freeform 2241">
              <a:extLst>
                <a:ext uri="{FF2B5EF4-FFF2-40B4-BE49-F238E27FC236}">
                  <a16:creationId xmlns:a16="http://schemas.microsoft.com/office/drawing/2014/main" id="{39B05DE4-FA86-41B7-BE53-F8478D93F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045"/>
              <a:ext cx="42" cy="34"/>
            </a:xfrm>
            <a:custGeom>
              <a:avLst/>
              <a:gdLst>
                <a:gd name="T0" fmla="*/ 128 w 21"/>
                <a:gd name="T1" fmla="*/ 0 h 16"/>
                <a:gd name="T2" fmla="*/ 168 w 21"/>
                <a:gd name="T3" fmla="*/ 9 h 16"/>
                <a:gd name="T4" fmla="*/ 128 w 2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0"/>
                  </a:moveTo>
                  <a:cubicBezTo>
                    <a:pt x="0" y="4"/>
                    <a:pt x="18" y="16"/>
                    <a:pt x="21" y="1"/>
                  </a:cubicBezTo>
                  <a:cubicBezTo>
                    <a:pt x="20" y="0"/>
                    <a:pt x="18" y="0"/>
                    <a:pt x="1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51" name="Freeform 2242">
              <a:extLst>
                <a:ext uri="{FF2B5EF4-FFF2-40B4-BE49-F238E27FC236}">
                  <a16:creationId xmlns:a16="http://schemas.microsoft.com/office/drawing/2014/main" id="{4748C64B-7E16-4001-8EB4-0D6EEFE83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106"/>
              <a:ext cx="52" cy="32"/>
            </a:xfrm>
            <a:custGeom>
              <a:avLst/>
              <a:gdLst>
                <a:gd name="T0" fmla="*/ 120 w 26"/>
                <a:gd name="T1" fmla="*/ 19 h 15"/>
                <a:gd name="T2" fmla="*/ 64 w 26"/>
                <a:gd name="T3" fmla="*/ 128 h 15"/>
                <a:gd name="T4" fmla="*/ 136 w 26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5" y="2"/>
                  </a:moveTo>
                  <a:cubicBezTo>
                    <a:pt x="10" y="0"/>
                    <a:pt x="0" y="11"/>
                    <a:pt x="8" y="13"/>
                  </a:cubicBezTo>
                  <a:cubicBezTo>
                    <a:pt x="13" y="15"/>
                    <a:pt x="26" y="3"/>
                    <a:pt x="17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52" name="Freeform 2243">
              <a:extLst>
                <a:ext uri="{FF2B5EF4-FFF2-40B4-BE49-F238E27FC236}">
                  <a16:creationId xmlns:a16="http://schemas.microsoft.com/office/drawing/2014/main" id="{BDB47D3A-7680-4CF1-9F04-4B3AC1363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151"/>
              <a:ext cx="21" cy="21"/>
            </a:xfrm>
            <a:custGeom>
              <a:avLst/>
              <a:gdLst>
                <a:gd name="T0" fmla="*/ 29 w 11"/>
                <a:gd name="T1" fmla="*/ 17 h 10"/>
                <a:gd name="T2" fmla="*/ 0 w 11"/>
                <a:gd name="T3" fmla="*/ 76 h 10"/>
                <a:gd name="T4" fmla="*/ 76 w 11"/>
                <a:gd name="T5" fmla="*/ 8 h 10"/>
                <a:gd name="T6" fmla="*/ 40 w 11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4" y="2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4" y="10"/>
                    <a:pt x="11" y="5"/>
                    <a:pt x="11" y="1"/>
                  </a:cubicBezTo>
                  <a:cubicBezTo>
                    <a:pt x="9" y="0"/>
                    <a:pt x="8" y="0"/>
                    <a:pt x="6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53" name="Freeform 2244">
              <a:extLst>
                <a:ext uri="{FF2B5EF4-FFF2-40B4-BE49-F238E27FC236}">
                  <a16:creationId xmlns:a16="http://schemas.microsoft.com/office/drawing/2014/main" id="{E0D06980-990C-43F0-91DC-4BCF525CD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245"/>
              <a:ext cx="38" cy="32"/>
            </a:xfrm>
            <a:custGeom>
              <a:avLst/>
              <a:gdLst>
                <a:gd name="T0" fmla="*/ 104 w 19"/>
                <a:gd name="T1" fmla="*/ 0 h 15"/>
                <a:gd name="T2" fmla="*/ 32 w 19"/>
                <a:gd name="T3" fmla="*/ 96 h 15"/>
                <a:gd name="T4" fmla="*/ 152 w 19"/>
                <a:gd name="T5" fmla="*/ 19 h 15"/>
                <a:gd name="T6" fmla="*/ 128 w 19"/>
                <a:gd name="T7" fmla="*/ 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5">
                  <a:moveTo>
                    <a:pt x="13" y="0"/>
                  </a:moveTo>
                  <a:cubicBezTo>
                    <a:pt x="9" y="2"/>
                    <a:pt x="0" y="5"/>
                    <a:pt x="4" y="10"/>
                  </a:cubicBezTo>
                  <a:cubicBezTo>
                    <a:pt x="7" y="15"/>
                    <a:pt x="18" y="5"/>
                    <a:pt x="19" y="2"/>
                  </a:cubicBezTo>
                  <a:cubicBezTo>
                    <a:pt x="18" y="1"/>
                    <a:pt x="17" y="1"/>
                    <a:pt x="16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54" name="Freeform 2245">
              <a:extLst>
                <a:ext uri="{FF2B5EF4-FFF2-40B4-BE49-F238E27FC236}">
                  <a16:creationId xmlns:a16="http://schemas.microsoft.com/office/drawing/2014/main" id="{05022D0F-B344-47AB-8204-8752E3839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219"/>
              <a:ext cx="45" cy="26"/>
            </a:xfrm>
            <a:custGeom>
              <a:avLst/>
              <a:gdLst>
                <a:gd name="T0" fmla="*/ 127 w 23"/>
                <a:gd name="T1" fmla="*/ 0 h 12"/>
                <a:gd name="T2" fmla="*/ 157 w 23"/>
                <a:gd name="T3" fmla="*/ 9 h 12"/>
                <a:gd name="T4" fmla="*/ 112 w 23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17" y="0"/>
                  </a:moveTo>
                  <a:cubicBezTo>
                    <a:pt x="0" y="10"/>
                    <a:pt x="23" y="12"/>
                    <a:pt x="21" y="1"/>
                  </a:cubicBezTo>
                  <a:cubicBezTo>
                    <a:pt x="19" y="1"/>
                    <a:pt x="17" y="1"/>
                    <a:pt x="15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55" name="Freeform 2246">
              <a:extLst>
                <a:ext uri="{FF2B5EF4-FFF2-40B4-BE49-F238E27FC236}">
                  <a16:creationId xmlns:a16="http://schemas.microsoft.com/office/drawing/2014/main" id="{4913B480-578B-41B4-923A-8C5FC322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324"/>
              <a:ext cx="25" cy="23"/>
            </a:xfrm>
            <a:custGeom>
              <a:avLst/>
              <a:gdLst>
                <a:gd name="T0" fmla="*/ 63 w 13"/>
                <a:gd name="T1" fmla="*/ 0 h 11"/>
                <a:gd name="T2" fmla="*/ 0 w 13"/>
                <a:gd name="T3" fmla="*/ 65 h 11"/>
                <a:gd name="T4" fmla="*/ 92 w 13"/>
                <a:gd name="T5" fmla="*/ 17 h 11"/>
                <a:gd name="T6" fmla="*/ 71 w 1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9" y="0"/>
                  </a:moveTo>
                  <a:cubicBezTo>
                    <a:pt x="6" y="3"/>
                    <a:pt x="2" y="4"/>
                    <a:pt x="0" y="7"/>
                  </a:cubicBezTo>
                  <a:cubicBezTo>
                    <a:pt x="4" y="11"/>
                    <a:pt x="11" y="6"/>
                    <a:pt x="13" y="2"/>
                  </a:cubicBezTo>
                  <a:cubicBezTo>
                    <a:pt x="12" y="1"/>
                    <a:pt x="11" y="0"/>
                    <a:pt x="10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56" name="Freeform 2247">
              <a:extLst>
                <a:ext uri="{FF2B5EF4-FFF2-40B4-BE49-F238E27FC236}">
                  <a16:creationId xmlns:a16="http://schemas.microsoft.com/office/drawing/2014/main" id="{92FA2A12-B9EB-442E-B92F-27BCA3F1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360"/>
              <a:ext cx="32" cy="36"/>
            </a:xfrm>
            <a:custGeom>
              <a:avLst/>
              <a:gdLst>
                <a:gd name="T0" fmla="*/ 64 w 16"/>
                <a:gd name="T1" fmla="*/ 17 h 17"/>
                <a:gd name="T2" fmla="*/ 8 w 16"/>
                <a:gd name="T3" fmla="*/ 152 h 17"/>
                <a:gd name="T4" fmla="*/ 112 w 16"/>
                <a:gd name="T5" fmla="*/ 8 h 17"/>
                <a:gd name="T6" fmla="*/ 48 w 16"/>
                <a:gd name="T7" fmla="*/ 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8" y="2"/>
                  </a:moveTo>
                  <a:cubicBezTo>
                    <a:pt x="4" y="6"/>
                    <a:pt x="0" y="11"/>
                    <a:pt x="1" y="16"/>
                  </a:cubicBezTo>
                  <a:cubicBezTo>
                    <a:pt x="7" y="17"/>
                    <a:pt x="16" y="6"/>
                    <a:pt x="14" y="1"/>
                  </a:cubicBezTo>
                  <a:cubicBezTo>
                    <a:pt x="11" y="0"/>
                    <a:pt x="8" y="1"/>
                    <a:pt x="6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57" name="Freeform 2248">
              <a:extLst>
                <a:ext uri="{FF2B5EF4-FFF2-40B4-BE49-F238E27FC236}">
                  <a16:creationId xmlns:a16="http://schemas.microsoft.com/office/drawing/2014/main" id="{19507C62-D8A8-41A7-8775-4A0C76840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345"/>
              <a:ext cx="26" cy="23"/>
            </a:xfrm>
            <a:custGeom>
              <a:avLst/>
              <a:gdLst>
                <a:gd name="T0" fmla="*/ 88 w 13"/>
                <a:gd name="T1" fmla="*/ 0 h 11"/>
                <a:gd name="T2" fmla="*/ 0 w 13"/>
                <a:gd name="T3" fmla="*/ 92 h 11"/>
                <a:gd name="T4" fmla="*/ 104 w 13"/>
                <a:gd name="T5" fmla="*/ 17 h 11"/>
                <a:gd name="T6" fmla="*/ 80 w 13"/>
                <a:gd name="T7" fmla="*/ 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5" y="0"/>
                    <a:pt x="1" y="5"/>
                    <a:pt x="0" y="10"/>
                  </a:cubicBezTo>
                  <a:cubicBezTo>
                    <a:pt x="4" y="11"/>
                    <a:pt x="12" y="6"/>
                    <a:pt x="13" y="2"/>
                  </a:cubicBezTo>
                  <a:cubicBezTo>
                    <a:pt x="12" y="1"/>
                    <a:pt x="11" y="1"/>
                    <a:pt x="10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58" name="Freeform 2249">
              <a:extLst>
                <a:ext uri="{FF2B5EF4-FFF2-40B4-BE49-F238E27FC236}">
                  <a16:creationId xmlns:a16="http://schemas.microsoft.com/office/drawing/2014/main" id="{46472660-1A94-48EA-AC9D-DACF447D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338"/>
              <a:ext cx="30" cy="28"/>
            </a:xfrm>
            <a:custGeom>
              <a:avLst/>
              <a:gdLst>
                <a:gd name="T0" fmla="*/ 72 w 15"/>
                <a:gd name="T1" fmla="*/ 19 h 13"/>
                <a:gd name="T2" fmla="*/ 120 w 15"/>
                <a:gd name="T3" fmla="*/ 19 h 13"/>
                <a:gd name="T4" fmla="*/ 88 w 1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9" y="2"/>
                  </a:moveTo>
                  <a:cubicBezTo>
                    <a:pt x="0" y="7"/>
                    <a:pt x="12" y="13"/>
                    <a:pt x="15" y="2"/>
                  </a:cubicBezTo>
                  <a:cubicBezTo>
                    <a:pt x="14" y="0"/>
                    <a:pt x="13" y="0"/>
                    <a:pt x="11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59" name="Freeform 2250">
              <a:extLst>
                <a:ext uri="{FF2B5EF4-FFF2-40B4-BE49-F238E27FC236}">
                  <a16:creationId xmlns:a16="http://schemas.microsoft.com/office/drawing/2014/main" id="{930BE4BB-20CD-411F-B672-4B3EB5B64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60"/>
              <a:ext cx="32" cy="27"/>
            </a:xfrm>
            <a:custGeom>
              <a:avLst/>
              <a:gdLst>
                <a:gd name="T0" fmla="*/ 112 w 16"/>
                <a:gd name="T1" fmla="*/ 8 h 13"/>
                <a:gd name="T2" fmla="*/ 0 w 16"/>
                <a:gd name="T3" fmla="*/ 81 h 13"/>
                <a:gd name="T4" fmla="*/ 128 w 16"/>
                <a:gd name="T5" fmla="*/ 8 h 13"/>
                <a:gd name="T6" fmla="*/ 96 w 1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4" y="1"/>
                  </a:moveTo>
                  <a:cubicBezTo>
                    <a:pt x="9" y="2"/>
                    <a:pt x="2" y="5"/>
                    <a:pt x="0" y="9"/>
                  </a:cubicBezTo>
                  <a:cubicBezTo>
                    <a:pt x="5" y="13"/>
                    <a:pt x="15" y="6"/>
                    <a:pt x="16" y="1"/>
                  </a:cubicBezTo>
                  <a:cubicBezTo>
                    <a:pt x="15" y="0"/>
                    <a:pt x="14" y="0"/>
                    <a:pt x="12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0" name="Freeform 2251">
              <a:extLst>
                <a:ext uri="{FF2B5EF4-FFF2-40B4-BE49-F238E27FC236}">
                  <a16:creationId xmlns:a16="http://schemas.microsoft.com/office/drawing/2014/main" id="{88096B39-7B45-4C42-9E68-1672371F1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198"/>
              <a:ext cx="16" cy="13"/>
            </a:xfrm>
            <a:custGeom>
              <a:avLst/>
              <a:gdLst>
                <a:gd name="T0" fmla="*/ 16 w 8"/>
                <a:gd name="T1" fmla="*/ 20 h 6"/>
                <a:gd name="T2" fmla="*/ 0 w 8"/>
                <a:gd name="T3" fmla="*/ 52 h 6"/>
                <a:gd name="T4" fmla="*/ 64 w 8"/>
                <a:gd name="T5" fmla="*/ 20 h 6"/>
                <a:gd name="T6" fmla="*/ 24 w 8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2" y="2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3" y="6"/>
                    <a:pt x="6" y="4"/>
                    <a:pt x="8" y="2"/>
                  </a:cubicBezTo>
                  <a:cubicBezTo>
                    <a:pt x="6" y="0"/>
                    <a:pt x="5" y="1"/>
                    <a:pt x="3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1" name="Freeform 2252">
              <a:extLst>
                <a:ext uri="{FF2B5EF4-FFF2-40B4-BE49-F238E27FC236}">
                  <a16:creationId xmlns:a16="http://schemas.microsoft.com/office/drawing/2014/main" id="{573E7F0D-F91B-4325-9119-8653243F9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189"/>
              <a:ext cx="50" cy="39"/>
            </a:xfrm>
            <a:custGeom>
              <a:avLst/>
              <a:gdLst>
                <a:gd name="T0" fmla="*/ 104 w 25"/>
                <a:gd name="T1" fmla="*/ 9 h 18"/>
                <a:gd name="T2" fmla="*/ 48 w 25"/>
                <a:gd name="T3" fmla="*/ 141 h 18"/>
                <a:gd name="T4" fmla="*/ 136 w 2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13" y="1"/>
                  </a:moveTo>
                  <a:cubicBezTo>
                    <a:pt x="9" y="4"/>
                    <a:pt x="0" y="9"/>
                    <a:pt x="6" y="14"/>
                  </a:cubicBezTo>
                  <a:cubicBezTo>
                    <a:pt x="12" y="18"/>
                    <a:pt x="25" y="5"/>
                    <a:pt x="1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2" name="Freeform 2253">
              <a:extLst>
                <a:ext uri="{FF2B5EF4-FFF2-40B4-BE49-F238E27FC236}">
                  <a16:creationId xmlns:a16="http://schemas.microsoft.com/office/drawing/2014/main" id="{CD7EE5DD-26C1-4C16-AF81-21A64B3CF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307"/>
              <a:ext cx="38" cy="27"/>
            </a:xfrm>
            <a:custGeom>
              <a:avLst/>
              <a:gdLst>
                <a:gd name="T0" fmla="*/ 88 w 19"/>
                <a:gd name="T1" fmla="*/ 8 h 13"/>
                <a:gd name="T2" fmla="*/ 152 w 19"/>
                <a:gd name="T3" fmla="*/ 8 h 13"/>
                <a:gd name="T4" fmla="*/ 96 w 19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11" y="1"/>
                  </a:moveTo>
                  <a:cubicBezTo>
                    <a:pt x="0" y="7"/>
                    <a:pt x="18" y="13"/>
                    <a:pt x="19" y="1"/>
                  </a:cubicBezTo>
                  <a:cubicBezTo>
                    <a:pt x="16" y="0"/>
                    <a:pt x="14" y="1"/>
                    <a:pt x="12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3" name="Freeform 2254">
              <a:extLst>
                <a:ext uri="{FF2B5EF4-FFF2-40B4-BE49-F238E27FC236}">
                  <a16:creationId xmlns:a16="http://schemas.microsoft.com/office/drawing/2014/main" id="{D6644C8A-8CC2-4E22-B35B-C75E321EB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451"/>
              <a:ext cx="24" cy="26"/>
            </a:xfrm>
            <a:custGeom>
              <a:avLst/>
              <a:gdLst>
                <a:gd name="T0" fmla="*/ 72 w 12"/>
                <a:gd name="T1" fmla="*/ 0 h 12"/>
                <a:gd name="T2" fmla="*/ 8 w 12"/>
                <a:gd name="T3" fmla="*/ 121 h 12"/>
                <a:gd name="T4" fmla="*/ 96 w 12"/>
                <a:gd name="T5" fmla="*/ 9 h 12"/>
                <a:gd name="T6" fmla="*/ 72 w 12"/>
                <a:gd name="T7" fmla="*/ 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9" y="0"/>
                  </a:moveTo>
                  <a:cubicBezTo>
                    <a:pt x="4" y="1"/>
                    <a:pt x="0" y="6"/>
                    <a:pt x="1" y="12"/>
                  </a:cubicBezTo>
                  <a:cubicBezTo>
                    <a:pt x="6" y="12"/>
                    <a:pt x="12" y="5"/>
                    <a:pt x="12" y="1"/>
                  </a:cubicBezTo>
                  <a:cubicBezTo>
                    <a:pt x="11" y="1"/>
                    <a:pt x="10" y="1"/>
                    <a:pt x="9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4" name="Freeform 2255">
              <a:extLst>
                <a:ext uri="{FF2B5EF4-FFF2-40B4-BE49-F238E27FC236}">
                  <a16:creationId xmlns:a16="http://schemas.microsoft.com/office/drawing/2014/main" id="{4FFFE1DE-8601-4602-A678-A19D05F89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455"/>
              <a:ext cx="24" cy="24"/>
            </a:xfrm>
            <a:custGeom>
              <a:avLst/>
              <a:gdLst>
                <a:gd name="T0" fmla="*/ 56 w 12"/>
                <a:gd name="T1" fmla="*/ 9 h 11"/>
                <a:gd name="T2" fmla="*/ 32 w 12"/>
                <a:gd name="T3" fmla="*/ 113 h 11"/>
                <a:gd name="T4" fmla="*/ 80 w 12"/>
                <a:gd name="T5" fmla="*/ 9 h 11"/>
                <a:gd name="T6" fmla="*/ 48 w 12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7" y="1"/>
                  </a:moveTo>
                  <a:cubicBezTo>
                    <a:pt x="3" y="3"/>
                    <a:pt x="0" y="8"/>
                    <a:pt x="4" y="11"/>
                  </a:cubicBezTo>
                  <a:cubicBezTo>
                    <a:pt x="8" y="9"/>
                    <a:pt x="12" y="4"/>
                    <a:pt x="10" y="1"/>
                  </a:cubicBezTo>
                  <a:cubicBezTo>
                    <a:pt x="8" y="0"/>
                    <a:pt x="7" y="1"/>
                    <a:pt x="6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5" name="Freeform 2256">
              <a:extLst>
                <a:ext uri="{FF2B5EF4-FFF2-40B4-BE49-F238E27FC236}">
                  <a16:creationId xmlns:a16="http://schemas.microsoft.com/office/drawing/2014/main" id="{F9AAA612-489C-4341-BBB3-51BB08930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462"/>
              <a:ext cx="20" cy="28"/>
            </a:xfrm>
            <a:custGeom>
              <a:avLst/>
              <a:gdLst>
                <a:gd name="T0" fmla="*/ 56 w 10"/>
                <a:gd name="T1" fmla="*/ 9 h 13"/>
                <a:gd name="T2" fmla="*/ 0 w 10"/>
                <a:gd name="T3" fmla="*/ 112 h 13"/>
                <a:gd name="T4" fmla="*/ 80 w 10"/>
                <a:gd name="T5" fmla="*/ 9 h 13"/>
                <a:gd name="T6" fmla="*/ 40 w 10"/>
                <a:gd name="T7" fmla="*/ 1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7" y="1"/>
                  </a:moveTo>
                  <a:cubicBezTo>
                    <a:pt x="4" y="4"/>
                    <a:pt x="1" y="7"/>
                    <a:pt x="0" y="11"/>
                  </a:cubicBezTo>
                  <a:cubicBezTo>
                    <a:pt x="5" y="13"/>
                    <a:pt x="10" y="5"/>
                    <a:pt x="10" y="1"/>
                  </a:cubicBezTo>
                  <a:cubicBezTo>
                    <a:pt x="8" y="0"/>
                    <a:pt x="7" y="1"/>
                    <a:pt x="5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6" name="Freeform 2257">
              <a:extLst>
                <a:ext uri="{FF2B5EF4-FFF2-40B4-BE49-F238E27FC236}">
                  <a16:creationId xmlns:a16="http://schemas.microsoft.com/office/drawing/2014/main" id="{3623ABC8-2EDC-4781-98CB-B0E142897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502"/>
              <a:ext cx="16" cy="19"/>
            </a:xfrm>
            <a:custGeom>
              <a:avLst/>
              <a:gdLst>
                <a:gd name="T0" fmla="*/ 32 w 8"/>
                <a:gd name="T1" fmla="*/ 8 h 9"/>
                <a:gd name="T2" fmla="*/ 16 w 8"/>
                <a:gd name="T3" fmla="*/ 84 h 9"/>
                <a:gd name="T4" fmla="*/ 48 w 8"/>
                <a:gd name="T5" fmla="*/ 8 h 9"/>
                <a:gd name="T6" fmla="*/ 32 w 8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6" y="8"/>
                    <a:pt x="8" y="4"/>
                    <a:pt x="6" y="1"/>
                  </a:cubicBezTo>
                  <a:cubicBezTo>
                    <a:pt x="6" y="0"/>
                    <a:pt x="5" y="0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7" name="Freeform 2258">
              <a:extLst>
                <a:ext uri="{FF2B5EF4-FFF2-40B4-BE49-F238E27FC236}">
                  <a16:creationId xmlns:a16="http://schemas.microsoft.com/office/drawing/2014/main" id="{8A425F6F-7902-43AA-9FCA-A829FFB60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551"/>
              <a:ext cx="18" cy="13"/>
            </a:xfrm>
            <a:custGeom>
              <a:avLst/>
              <a:gdLst>
                <a:gd name="T0" fmla="*/ 56 w 9"/>
                <a:gd name="T1" fmla="*/ 0 h 6"/>
                <a:gd name="T2" fmla="*/ 8 w 9"/>
                <a:gd name="T3" fmla="*/ 61 h 6"/>
                <a:gd name="T4" fmla="*/ 56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0"/>
                  </a:moveTo>
                  <a:cubicBezTo>
                    <a:pt x="3" y="1"/>
                    <a:pt x="0" y="3"/>
                    <a:pt x="1" y="6"/>
                  </a:cubicBezTo>
                  <a:cubicBezTo>
                    <a:pt x="4" y="6"/>
                    <a:pt x="9" y="3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8" name="Freeform 2259">
              <a:extLst>
                <a:ext uri="{FF2B5EF4-FFF2-40B4-BE49-F238E27FC236}">
                  <a16:creationId xmlns:a16="http://schemas.microsoft.com/office/drawing/2014/main" id="{B17A95D0-0A05-4245-BE30-56CAD6893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545"/>
              <a:ext cx="24" cy="17"/>
            </a:xfrm>
            <a:custGeom>
              <a:avLst/>
              <a:gdLst>
                <a:gd name="T0" fmla="*/ 56 w 12"/>
                <a:gd name="T1" fmla="*/ 19 h 8"/>
                <a:gd name="T2" fmla="*/ 32 w 12"/>
                <a:gd name="T3" fmla="*/ 60 h 8"/>
                <a:gd name="T4" fmla="*/ 56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7" y="2"/>
                  </a:moveTo>
                  <a:cubicBezTo>
                    <a:pt x="4" y="0"/>
                    <a:pt x="0" y="5"/>
                    <a:pt x="4" y="6"/>
                  </a:cubicBezTo>
                  <a:cubicBezTo>
                    <a:pt x="7" y="8"/>
                    <a:pt x="12" y="2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9" name="Freeform 2260">
              <a:extLst>
                <a:ext uri="{FF2B5EF4-FFF2-40B4-BE49-F238E27FC236}">
                  <a16:creationId xmlns:a16="http://schemas.microsoft.com/office/drawing/2014/main" id="{CD5985A3-D812-4BA2-83EC-636682004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432"/>
              <a:ext cx="40" cy="32"/>
            </a:xfrm>
            <a:custGeom>
              <a:avLst/>
              <a:gdLst>
                <a:gd name="T0" fmla="*/ 112 w 20"/>
                <a:gd name="T1" fmla="*/ 0 h 15"/>
                <a:gd name="T2" fmla="*/ 56 w 20"/>
                <a:gd name="T3" fmla="*/ 137 h 15"/>
                <a:gd name="T4" fmla="*/ 104 w 20"/>
                <a:gd name="T5" fmla="*/ 1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4" y="0"/>
                  </a:moveTo>
                  <a:cubicBezTo>
                    <a:pt x="9" y="1"/>
                    <a:pt x="0" y="12"/>
                    <a:pt x="7" y="14"/>
                  </a:cubicBezTo>
                  <a:cubicBezTo>
                    <a:pt x="12" y="15"/>
                    <a:pt x="20" y="4"/>
                    <a:pt x="13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70" name="Freeform 2261">
              <a:extLst>
                <a:ext uri="{FF2B5EF4-FFF2-40B4-BE49-F238E27FC236}">
                  <a16:creationId xmlns:a16="http://schemas.microsoft.com/office/drawing/2014/main" id="{2E3749F7-618C-41F8-A18F-E5580C9E7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85"/>
              <a:ext cx="34" cy="28"/>
            </a:xfrm>
            <a:custGeom>
              <a:avLst/>
              <a:gdLst>
                <a:gd name="T0" fmla="*/ 64 w 17"/>
                <a:gd name="T1" fmla="*/ 0 h 13"/>
                <a:gd name="T2" fmla="*/ 40 w 17"/>
                <a:gd name="T3" fmla="*/ 112 h 13"/>
                <a:gd name="T4" fmla="*/ 80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8" y="0"/>
                  </a:moveTo>
                  <a:cubicBezTo>
                    <a:pt x="5" y="1"/>
                    <a:pt x="0" y="9"/>
                    <a:pt x="5" y="11"/>
                  </a:cubicBezTo>
                  <a:cubicBezTo>
                    <a:pt x="9" y="13"/>
                    <a:pt x="17" y="3"/>
                    <a:pt x="10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71" name="Freeform 2262">
              <a:extLst>
                <a:ext uri="{FF2B5EF4-FFF2-40B4-BE49-F238E27FC236}">
                  <a16:creationId xmlns:a16="http://schemas.microsoft.com/office/drawing/2014/main" id="{DCB34FC4-9D19-47FA-B6DB-FE710EB10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609"/>
              <a:ext cx="19" cy="17"/>
            </a:xfrm>
            <a:custGeom>
              <a:avLst/>
              <a:gdLst>
                <a:gd name="T0" fmla="*/ 55 w 10"/>
                <a:gd name="T1" fmla="*/ 0 h 8"/>
                <a:gd name="T2" fmla="*/ 15 w 10"/>
                <a:gd name="T3" fmla="*/ 77 h 8"/>
                <a:gd name="T4" fmla="*/ 48 w 10"/>
                <a:gd name="T5" fmla="*/ 0 h 8"/>
                <a:gd name="T6" fmla="*/ 36 w 10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8" y="0"/>
                  </a:moveTo>
                  <a:cubicBezTo>
                    <a:pt x="4" y="0"/>
                    <a:pt x="0" y="4"/>
                    <a:pt x="2" y="8"/>
                  </a:cubicBezTo>
                  <a:cubicBezTo>
                    <a:pt x="5" y="8"/>
                    <a:pt x="10" y="3"/>
                    <a:pt x="7" y="0"/>
                  </a:cubicBezTo>
                  <a:cubicBezTo>
                    <a:pt x="7" y="0"/>
                    <a:pt x="6" y="0"/>
                    <a:pt x="5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72" name="Freeform 2263">
              <a:extLst>
                <a:ext uri="{FF2B5EF4-FFF2-40B4-BE49-F238E27FC236}">
                  <a16:creationId xmlns:a16="http://schemas.microsoft.com/office/drawing/2014/main" id="{F5DE8916-75F2-48D5-93C9-ABACF3BBA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641"/>
              <a:ext cx="20" cy="17"/>
            </a:xfrm>
            <a:custGeom>
              <a:avLst/>
              <a:gdLst>
                <a:gd name="T0" fmla="*/ 56 w 10"/>
                <a:gd name="T1" fmla="*/ 0 h 8"/>
                <a:gd name="T2" fmla="*/ 24 w 10"/>
                <a:gd name="T3" fmla="*/ 77 h 8"/>
                <a:gd name="T4" fmla="*/ 56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0"/>
                  </a:moveTo>
                  <a:cubicBezTo>
                    <a:pt x="3" y="1"/>
                    <a:pt x="0" y="5"/>
                    <a:pt x="3" y="8"/>
                  </a:cubicBezTo>
                  <a:cubicBezTo>
                    <a:pt x="6" y="7"/>
                    <a:pt x="10" y="2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73" name="Freeform 2264">
              <a:extLst>
                <a:ext uri="{FF2B5EF4-FFF2-40B4-BE49-F238E27FC236}">
                  <a16:creationId xmlns:a16="http://schemas.microsoft.com/office/drawing/2014/main" id="{6D3617F8-C43A-4348-B9CD-9424FF9B2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745"/>
              <a:ext cx="20" cy="21"/>
            </a:xfrm>
            <a:custGeom>
              <a:avLst/>
              <a:gdLst>
                <a:gd name="T0" fmla="*/ 40 w 10"/>
                <a:gd name="T1" fmla="*/ 27 h 10"/>
                <a:gd name="T2" fmla="*/ 16 w 10"/>
                <a:gd name="T3" fmla="*/ 84 h 10"/>
                <a:gd name="T4" fmla="*/ 80 w 10"/>
                <a:gd name="T5" fmla="*/ 8 h 10"/>
                <a:gd name="T6" fmla="*/ 32 w 10"/>
                <a:gd name="T7" fmla="*/ 4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5" y="3"/>
                  </a:moveTo>
                  <a:cubicBezTo>
                    <a:pt x="2" y="4"/>
                    <a:pt x="0" y="6"/>
                    <a:pt x="2" y="9"/>
                  </a:cubicBezTo>
                  <a:cubicBezTo>
                    <a:pt x="6" y="10"/>
                    <a:pt x="10" y="5"/>
                    <a:pt x="10" y="1"/>
                  </a:cubicBezTo>
                  <a:cubicBezTo>
                    <a:pt x="7" y="0"/>
                    <a:pt x="5" y="2"/>
                    <a:pt x="4" y="5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74" name="Freeform 2265">
              <a:extLst>
                <a:ext uri="{FF2B5EF4-FFF2-40B4-BE49-F238E27FC236}">
                  <a16:creationId xmlns:a16="http://schemas.microsoft.com/office/drawing/2014/main" id="{739CFD18-932F-4DB1-ABEA-A9A5DCC62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645"/>
              <a:ext cx="22" cy="23"/>
            </a:xfrm>
            <a:custGeom>
              <a:avLst/>
              <a:gdLst>
                <a:gd name="T0" fmla="*/ 48 w 11"/>
                <a:gd name="T1" fmla="*/ 8 h 11"/>
                <a:gd name="T2" fmla="*/ 16 w 11"/>
                <a:gd name="T3" fmla="*/ 92 h 11"/>
                <a:gd name="T4" fmla="*/ 80 w 11"/>
                <a:gd name="T5" fmla="*/ 0 h 11"/>
                <a:gd name="T6" fmla="*/ 64 w 1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6" y="1"/>
                  </a:moveTo>
                  <a:cubicBezTo>
                    <a:pt x="3" y="3"/>
                    <a:pt x="0" y="6"/>
                    <a:pt x="2" y="10"/>
                  </a:cubicBezTo>
                  <a:cubicBezTo>
                    <a:pt x="6" y="11"/>
                    <a:pt x="11" y="4"/>
                    <a:pt x="10" y="0"/>
                  </a:cubicBezTo>
                  <a:cubicBezTo>
                    <a:pt x="9" y="0"/>
                    <a:pt x="8" y="0"/>
                    <a:pt x="8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75" name="Freeform 2266">
              <a:extLst>
                <a:ext uri="{FF2B5EF4-FFF2-40B4-BE49-F238E27FC236}">
                  <a16:creationId xmlns:a16="http://schemas.microsoft.com/office/drawing/2014/main" id="{30A20BCB-CC9A-4CB5-9B94-86AEA32C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428"/>
              <a:ext cx="22" cy="21"/>
            </a:xfrm>
            <a:custGeom>
              <a:avLst/>
              <a:gdLst>
                <a:gd name="T0" fmla="*/ 56 w 11"/>
                <a:gd name="T1" fmla="*/ 17 h 10"/>
                <a:gd name="T2" fmla="*/ 0 w 11"/>
                <a:gd name="T3" fmla="*/ 76 h 10"/>
                <a:gd name="T4" fmla="*/ 88 w 11"/>
                <a:gd name="T5" fmla="*/ 17 h 10"/>
                <a:gd name="T6" fmla="*/ 72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7" y="2"/>
                  </a:moveTo>
                  <a:cubicBezTo>
                    <a:pt x="4" y="3"/>
                    <a:pt x="0" y="5"/>
                    <a:pt x="0" y="8"/>
                  </a:cubicBezTo>
                  <a:cubicBezTo>
                    <a:pt x="5" y="10"/>
                    <a:pt x="9" y="6"/>
                    <a:pt x="11" y="2"/>
                  </a:cubicBezTo>
                  <a:cubicBezTo>
                    <a:pt x="11" y="1"/>
                    <a:pt x="10" y="0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76" name="Freeform 2267">
              <a:extLst>
                <a:ext uri="{FF2B5EF4-FFF2-40B4-BE49-F238E27FC236}">
                  <a16:creationId xmlns:a16="http://schemas.microsoft.com/office/drawing/2014/main" id="{D4F2E836-1BE2-42FF-9018-99FC638D4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241"/>
              <a:ext cx="30" cy="21"/>
            </a:xfrm>
            <a:custGeom>
              <a:avLst/>
              <a:gdLst>
                <a:gd name="T0" fmla="*/ 56 w 15"/>
                <a:gd name="T1" fmla="*/ 17 h 10"/>
                <a:gd name="T2" fmla="*/ 8 w 15"/>
                <a:gd name="T3" fmla="*/ 92 h 10"/>
                <a:gd name="T4" fmla="*/ 120 w 15"/>
                <a:gd name="T5" fmla="*/ 27 h 10"/>
                <a:gd name="T6" fmla="*/ 104 w 1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7" y="2"/>
                  </a:moveTo>
                  <a:cubicBezTo>
                    <a:pt x="5" y="4"/>
                    <a:pt x="0" y="6"/>
                    <a:pt x="1" y="10"/>
                  </a:cubicBezTo>
                  <a:cubicBezTo>
                    <a:pt x="6" y="10"/>
                    <a:pt x="11" y="7"/>
                    <a:pt x="15" y="3"/>
                  </a:cubicBezTo>
                  <a:cubicBezTo>
                    <a:pt x="15" y="2"/>
                    <a:pt x="14" y="1"/>
                    <a:pt x="13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77" name="Freeform 2268">
              <a:extLst>
                <a:ext uri="{FF2B5EF4-FFF2-40B4-BE49-F238E27FC236}">
                  <a16:creationId xmlns:a16="http://schemas.microsoft.com/office/drawing/2014/main" id="{A5BA47C5-6EC6-45ED-8A6D-80863677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424"/>
              <a:ext cx="16" cy="12"/>
            </a:xfrm>
            <a:custGeom>
              <a:avLst/>
              <a:gdLst>
                <a:gd name="T0" fmla="*/ 40 w 8"/>
                <a:gd name="T1" fmla="*/ 8 h 6"/>
                <a:gd name="T2" fmla="*/ 16 w 8"/>
                <a:gd name="T3" fmla="*/ 48 h 6"/>
                <a:gd name="T4" fmla="*/ 64 w 8"/>
                <a:gd name="T5" fmla="*/ 8 h 6"/>
                <a:gd name="T6" fmla="*/ 40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2" y="2"/>
                    <a:pt x="0" y="2"/>
                    <a:pt x="2" y="6"/>
                  </a:cubicBezTo>
                  <a:cubicBezTo>
                    <a:pt x="4" y="5"/>
                    <a:pt x="7" y="4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78" name="Freeform 2269">
              <a:extLst>
                <a:ext uri="{FF2B5EF4-FFF2-40B4-BE49-F238E27FC236}">
                  <a16:creationId xmlns:a16="http://schemas.microsoft.com/office/drawing/2014/main" id="{C023ABC7-8814-491D-85EE-13322097F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355"/>
              <a:ext cx="16" cy="17"/>
            </a:xfrm>
            <a:custGeom>
              <a:avLst/>
              <a:gdLst>
                <a:gd name="T0" fmla="*/ 8 w 8"/>
                <a:gd name="T1" fmla="*/ 9 h 8"/>
                <a:gd name="T2" fmla="*/ 8 w 8"/>
                <a:gd name="T3" fmla="*/ 77 h 8"/>
                <a:gd name="T4" fmla="*/ 56 w 8"/>
                <a:gd name="T5" fmla="*/ 9 h 8"/>
                <a:gd name="T6" fmla="*/ 16 w 8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0" y="3"/>
                    <a:pt x="0" y="6"/>
                    <a:pt x="1" y="8"/>
                  </a:cubicBezTo>
                  <a:cubicBezTo>
                    <a:pt x="5" y="8"/>
                    <a:pt x="8" y="5"/>
                    <a:pt x="7" y="1"/>
                  </a:cubicBezTo>
                  <a:cubicBezTo>
                    <a:pt x="5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79" name="Freeform 2270">
              <a:extLst>
                <a:ext uri="{FF2B5EF4-FFF2-40B4-BE49-F238E27FC236}">
                  <a16:creationId xmlns:a16="http://schemas.microsoft.com/office/drawing/2014/main" id="{54B7EA0E-CDE0-448A-85A4-2FA7B193F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321"/>
              <a:ext cx="16" cy="20"/>
            </a:xfrm>
            <a:custGeom>
              <a:avLst/>
              <a:gdLst>
                <a:gd name="T0" fmla="*/ 32 w 8"/>
                <a:gd name="T1" fmla="*/ 0 h 9"/>
                <a:gd name="T2" fmla="*/ 0 w 8"/>
                <a:gd name="T3" fmla="*/ 98 h 9"/>
                <a:gd name="T4" fmla="*/ 56 w 8"/>
                <a:gd name="T5" fmla="*/ 9 h 9"/>
                <a:gd name="T6" fmla="*/ 32 w 8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1" y="2"/>
                    <a:pt x="0" y="5"/>
                    <a:pt x="0" y="9"/>
                  </a:cubicBezTo>
                  <a:cubicBezTo>
                    <a:pt x="5" y="8"/>
                    <a:pt x="8" y="5"/>
                    <a:pt x="7" y="1"/>
                  </a:cubicBezTo>
                  <a:cubicBezTo>
                    <a:pt x="6" y="0"/>
                    <a:pt x="5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80" name="Freeform 2271">
              <a:extLst>
                <a:ext uri="{FF2B5EF4-FFF2-40B4-BE49-F238E27FC236}">
                  <a16:creationId xmlns:a16="http://schemas.microsoft.com/office/drawing/2014/main" id="{3CDE373B-08B8-4F13-AEA9-24A6C4EBF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385"/>
              <a:ext cx="12" cy="17"/>
            </a:xfrm>
            <a:custGeom>
              <a:avLst/>
              <a:gdLst>
                <a:gd name="T0" fmla="*/ 0 w 6"/>
                <a:gd name="T1" fmla="*/ 28 h 8"/>
                <a:gd name="T2" fmla="*/ 0 w 6"/>
                <a:gd name="T3" fmla="*/ 68 h 8"/>
                <a:gd name="T4" fmla="*/ 48 w 6"/>
                <a:gd name="T5" fmla="*/ 19 h 8"/>
                <a:gd name="T6" fmla="*/ 8 w 6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3"/>
                  </a:moveTo>
                  <a:cubicBezTo>
                    <a:pt x="0" y="5"/>
                    <a:pt x="0" y="6"/>
                    <a:pt x="0" y="7"/>
                  </a:cubicBezTo>
                  <a:cubicBezTo>
                    <a:pt x="3" y="8"/>
                    <a:pt x="6" y="6"/>
                    <a:pt x="6" y="2"/>
                  </a:cubicBezTo>
                  <a:cubicBezTo>
                    <a:pt x="4" y="0"/>
                    <a:pt x="3" y="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81" name="Freeform 2272">
              <a:extLst>
                <a:ext uri="{FF2B5EF4-FFF2-40B4-BE49-F238E27FC236}">
                  <a16:creationId xmlns:a16="http://schemas.microsoft.com/office/drawing/2014/main" id="{670FA80D-7EF5-4480-991F-709987138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498"/>
              <a:ext cx="24" cy="23"/>
            </a:xfrm>
            <a:custGeom>
              <a:avLst/>
              <a:gdLst>
                <a:gd name="T0" fmla="*/ 64 w 12"/>
                <a:gd name="T1" fmla="*/ 17 h 11"/>
                <a:gd name="T2" fmla="*/ 0 w 12"/>
                <a:gd name="T3" fmla="*/ 84 h 11"/>
                <a:gd name="T4" fmla="*/ 96 w 12"/>
                <a:gd name="T5" fmla="*/ 8 h 11"/>
                <a:gd name="T6" fmla="*/ 32 w 12"/>
                <a:gd name="T7" fmla="*/ 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8" y="2"/>
                  </a:moveTo>
                  <a:cubicBezTo>
                    <a:pt x="4" y="4"/>
                    <a:pt x="2" y="6"/>
                    <a:pt x="0" y="9"/>
                  </a:cubicBezTo>
                  <a:cubicBezTo>
                    <a:pt x="5" y="11"/>
                    <a:pt x="11" y="6"/>
                    <a:pt x="12" y="1"/>
                  </a:cubicBezTo>
                  <a:cubicBezTo>
                    <a:pt x="9" y="0"/>
                    <a:pt x="6" y="1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82" name="Freeform 2273">
              <a:extLst>
                <a:ext uri="{FF2B5EF4-FFF2-40B4-BE49-F238E27FC236}">
                  <a16:creationId xmlns:a16="http://schemas.microsoft.com/office/drawing/2014/main" id="{8FCE7DB8-AAD3-46CC-A2A5-6E10B65C9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504"/>
              <a:ext cx="10" cy="13"/>
            </a:xfrm>
            <a:custGeom>
              <a:avLst/>
              <a:gdLst>
                <a:gd name="T0" fmla="*/ 8 w 5"/>
                <a:gd name="T1" fmla="*/ 20 h 6"/>
                <a:gd name="T2" fmla="*/ 8 w 5"/>
                <a:gd name="T3" fmla="*/ 61 h 6"/>
                <a:gd name="T4" fmla="*/ 40 w 5"/>
                <a:gd name="T5" fmla="*/ 0 h 6"/>
                <a:gd name="T6" fmla="*/ 0 w 5"/>
                <a:gd name="T7" fmla="*/ 4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3" y="5"/>
                    <a:pt x="5" y="3"/>
                    <a:pt x="5" y="0"/>
                  </a:cubicBezTo>
                  <a:cubicBezTo>
                    <a:pt x="2" y="0"/>
                    <a:pt x="2" y="2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83" name="Freeform 2274">
              <a:extLst>
                <a:ext uri="{FF2B5EF4-FFF2-40B4-BE49-F238E27FC236}">
                  <a16:creationId xmlns:a16="http://schemas.microsoft.com/office/drawing/2014/main" id="{32065914-6AD0-45BA-89FF-C3B4AC6C4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568"/>
              <a:ext cx="18" cy="17"/>
            </a:xfrm>
            <a:custGeom>
              <a:avLst/>
              <a:gdLst>
                <a:gd name="T0" fmla="*/ 32 w 9"/>
                <a:gd name="T1" fmla="*/ 19 h 8"/>
                <a:gd name="T2" fmla="*/ 0 w 9"/>
                <a:gd name="T3" fmla="*/ 77 h 8"/>
                <a:gd name="T4" fmla="*/ 72 w 9"/>
                <a:gd name="T5" fmla="*/ 9 h 8"/>
                <a:gd name="T6" fmla="*/ 32 w 9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4" y="2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4" y="8"/>
                    <a:pt x="9" y="5"/>
                    <a:pt x="9" y="1"/>
                  </a:cubicBezTo>
                  <a:cubicBezTo>
                    <a:pt x="7" y="0"/>
                    <a:pt x="5" y="1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84" name="Freeform 2275">
              <a:extLst>
                <a:ext uri="{FF2B5EF4-FFF2-40B4-BE49-F238E27FC236}">
                  <a16:creationId xmlns:a16="http://schemas.microsoft.com/office/drawing/2014/main" id="{0A43D494-C1C7-4066-BDD0-7936C7801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619"/>
              <a:ext cx="20" cy="17"/>
            </a:xfrm>
            <a:custGeom>
              <a:avLst/>
              <a:gdLst>
                <a:gd name="T0" fmla="*/ 56 w 10"/>
                <a:gd name="T1" fmla="*/ 9 h 8"/>
                <a:gd name="T2" fmla="*/ 0 w 10"/>
                <a:gd name="T3" fmla="*/ 60 h 8"/>
                <a:gd name="T4" fmla="*/ 80 w 10"/>
                <a:gd name="T5" fmla="*/ 9 h 8"/>
                <a:gd name="T6" fmla="*/ 40 w 10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7" y="1"/>
                  </a:moveTo>
                  <a:cubicBezTo>
                    <a:pt x="3" y="1"/>
                    <a:pt x="1" y="2"/>
                    <a:pt x="0" y="6"/>
                  </a:cubicBezTo>
                  <a:cubicBezTo>
                    <a:pt x="4" y="8"/>
                    <a:pt x="10" y="5"/>
                    <a:pt x="10" y="1"/>
                  </a:cubicBezTo>
                  <a:cubicBezTo>
                    <a:pt x="8" y="0"/>
                    <a:pt x="6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85" name="Freeform 2276">
              <a:extLst>
                <a:ext uri="{FF2B5EF4-FFF2-40B4-BE49-F238E27FC236}">
                  <a16:creationId xmlns:a16="http://schemas.microsoft.com/office/drawing/2014/main" id="{9FA7CDE3-CCFF-406D-A16F-1EAF434F1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626"/>
              <a:ext cx="28" cy="25"/>
            </a:xfrm>
            <a:custGeom>
              <a:avLst/>
              <a:gdLst>
                <a:gd name="T0" fmla="*/ 48 w 14"/>
                <a:gd name="T1" fmla="*/ 27 h 12"/>
                <a:gd name="T2" fmla="*/ 24 w 14"/>
                <a:gd name="T3" fmla="*/ 108 h 12"/>
                <a:gd name="T4" fmla="*/ 96 w 14"/>
                <a:gd name="T5" fmla="*/ 0 h 12"/>
                <a:gd name="T6" fmla="*/ 48 w 14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6" y="3"/>
                  </a:moveTo>
                  <a:cubicBezTo>
                    <a:pt x="2" y="5"/>
                    <a:pt x="0" y="9"/>
                    <a:pt x="3" y="12"/>
                  </a:cubicBezTo>
                  <a:cubicBezTo>
                    <a:pt x="8" y="11"/>
                    <a:pt x="14" y="5"/>
                    <a:pt x="12" y="0"/>
                  </a:cubicBezTo>
                  <a:cubicBezTo>
                    <a:pt x="10" y="0"/>
                    <a:pt x="7" y="2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86" name="Freeform 2277">
              <a:extLst>
                <a:ext uri="{FF2B5EF4-FFF2-40B4-BE49-F238E27FC236}">
                  <a16:creationId xmlns:a16="http://schemas.microsoft.com/office/drawing/2014/main" id="{E4590D4B-4BD3-4459-A6D3-789E0F8AA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2677"/>
              <a:ext cx="24" cy="32"/>
            </a:xfrm>
            <a:custGeom>
              <a:avLst/>
              <a:gdLst>
                <a:gd name="T0" fmla="*/ 48 w 12"/>
                <a:gd name="T1" fmla="*/ 9 h 15"/>
                <a:gd name="T2" fmla="*/ 0 w 12"/>
                <a:gd name="T3" fmla="*/ 87 h 15"/>
                <a:gd name="T4" fmla="*/ 96 w 12"/>
                <a:gd name="T5" fmla="*/ 28 h 15"/>
                <a:gd name="T6" fmla="*/ 48 w 12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6" y="1"/>
                  </a:moveTo>
                  <a:cubicBezTo>
                    <a:pt x="3" y="3"/>
                    <a:pt x="1" y="6"/>
                    <a:pt x="0" y="9"/>
                  </a:cubicBezTo>
                  <a:cubicBezTo>
                    <a:pt x="5" y="15"/>
                    <a:pt x="11" y="8"/>
                    <a:pt x="12" y="3"/>
                  </a:cubicBezTo>
                  <a:cubicBezTo>
                    <a:pt x="10" y="0"/>
                    <a:pt x="8" y="1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87" name="Freeform 2278">
              <a:extLst>
                <a:ext uri="{FF2B5EF4-FFF2-40B4-BE49-F238E27FC236}">
                  <a16:creationId xmlns:a16="http://schemas.microsoft.com/office/drawing/2014/main" id="{58879A78-96F2-4D8F-AAD0-C9801965B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709"/>
              <a:ext cx="18" cy="23"/>
            </a:xfrm>
            <a:custGeom>
              <a:avLst/>
              <a:gdLst>
                <a:gd name="T0" fmla="*/ 24 w 9"/>
                <a:gd name="T1" fmla="*/ 27 h 11"/>
                <a:gd name="T2" fmla="*/ 8 w 9"/>
                <a:gd name="T3" fmla="*/ 75 h 11"/>
                <a:gd name="T4" fmla="*/ 64 w 9"/>
                <a:gd name="T5" fmla="*/ 8 h 11"/>
                <a:gd name="T6" fmla="*/ 24 w 9"/>
                <a:gd name="T7" fmla="*/ 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3" y="3"/>
                  </a:moveTo>
                  <a:cubicBezTo>
                    <a:pt x="1" y="4"/>
                    <a:pt x="0" y="6"/>
                    <a:pt x="1" y="8"/>
                  </a:cubicBezTo>
                  <a:cubicBezTo>
                    <a:pt x="5" y="11"/>
                    <a:pt x="9" y="5"/>
                    <a:pt x="8" y="1"/>
                  </a:cubicBezTo>
                  <a:cubicBezTo>
                    <a:pt x="5" y="0"/>
                    <a:pt x="4" y="1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88" name="Freeform 2279">
              <a:extLst>
                <a:ext uri="{FF2B5EF4-FFF2-40B4-BE49-F238E27FC236}">
                  <a16:creationId xmlns:a16="http://schemas.microsoft.com/office/drawing/2014/main" id="{2F5309B3-506A-4604-B933-87440E1AC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764"/>
              <a:ext cx="26" cy="26"/>
            </a:xfrm>
            <a:custGeom>
              <a:avLst/>
              <a:gdLst>
                <a:gd name="T0" fmla="*/ 64 w 13"/>
                <a:gd name="T1" fmla="*/ 0 h 12"/>
                <a:gd name="T2" fmla="*/ 32 w 13"/>
                <a:gd name="T3" fmla="*/ 121 h 12"/>
                <a:gd name="T4" fmla="*/ 64 w 13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8" y="0"/>
                  </a:moveTo>
                  <a:cubicBezTo>
                    <a:pt x="5" y="3"/>
                    <a:pt x="0" y="8"/>
                    <a:pt x="4" y="12"/>
                  </a:cubicBezTo>
                  <a:cubicBezTo>
                    <a:pt x="10" y="11"/>
                    <a:pt x="13" y="4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89" name="Freeform 2280">
              <a:extLst>
                <a:ext uri="{FF2B5EF4-FFF2-40B4-BE49-F238E27FC236}">
                  <a16:creationId xmlns:a16="http://schemas.microsoft.com/office/drawing/2014/main" id="{D14DDFBB-1B3F-4748-A492-421BECABE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794"/>
              <a:ext cx="14" cy="23"/>
            </a:xfrm>
            <a:custGeom>
              <a:avLst/>
              <a:gdLst>
                <a:gd name="T0" fmla="*/ 32 w 7"/>
                <a:gd name="T1" fmla="*/ 8 h 11"/>
                <a:gd name="T2" fmla="*/ 0 w 7"/>
                <a:gd name="T3" fmla="*/ 100 h 11"/>
                <a:gd name="T4" fmla="*/ 56 w 7"/>
                <a:gd name="T5" fmla="*/ 8 h 11"/>
                <a:gd name="T6" fmla="*/ 16 w 7"/>
                <a:gd name="T7" fmla="*/ 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4" y="1"/>
                  </a:moveTo>
                  <a:cubicBezTo>
                    <a:pt x="2" y="4"/>
                    <a:pt x="0" y="7"/>
                    <a:pt x="0" y="11"/>
                  </a:cubicBezTo>
                  <a:cubicBezTo>
                    <a:pt x="4" y="10"/>
                    <a:pt x="6" y="5"/>
                    <a:pt x="7" y="1"/>
                  </a:cubicBezTo>
                  <a:cubicBezTo>
                    <a:pt x="5" y="0"/>
                    <a:pt x="4" y="1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0" name="Freeform 2281">
              <a:extLst>
                <a:ext uri="{FF2B5EF4-FFF2-40B4-BE49-F238E27FC236}">
                  <a16:creationId xmlns:a16="http://schemas.microsoft.com/office/drawing/2014/main" id="{3EABFEED-B535-47BF-9D90-843C8827B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866"/>
              <a:ext cx="24" cy="28"/>
            </a:xfrm>
            <a:custGeom>
              <a:avLst/>
              <a:gdLst>
                <a:gd name="T0" fmla="*/ 16 w 12"/>
                <a:gd name="T1" fmla="*/ 28 h 13"/>
                <a:gd name="T2" fmla="*/ 8 w 12"/>
                <a:gd name="T3" fmla="*/ 129 h 13"/>
                <a:gd name="T4" fmla="*/ 4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2" y="3"/>
                  </a:moveTo>
                  <a:cubicBezTo>
                    <a:pt x="0" y="6"/>
                    <a:pt x="0" y="10"/>
                    <a:pt x="1" y="13"/>
                  </a:cubicBezTo>
                  <a:cubicBezTo>
                    <a:pt x="6" y="13"/>
                    <a:pt x="12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1" name="Freeform 2282">
              <a:extLst>
                <a:ext uri="{FF2B5EF4-FFF2-40B4-BE49-F238E27FC236}">
                  <a16:creationId xmlns:a16="http://schemas.microsoft.com/office/drawing/2014/main" id="{8E0ED23D-B623-433D-96A6-E55BD285B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441"/>
              <a:ext cx="58" cy="27"/>
            </a:xfrm>
            <a:custGeom>
              <a:avLst/>
              <a:gdLst>
                <a:gd name="T0" fmla="*/ 160 w 29"/>
                <a:gd name="T1" fmla="*/ 0 h 13"/>
                <a:gd name="T2" fmla="*/ 208 w 29"/>
                <a:gd name="T3" fmla="*/ 0 h 13"/>
                <a:gd name="T4" fmla="*/ 160 w 29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3">
                  <a:moveTo>
                    <a:pt x="20" y="0"/>
                  </a:moveTo>
                  <a:cubicBezTo>
                    <a:pt x="0" y="13"/>
                    <a:pt x="29" y="9"/>
                    <a:pt x="26" y="0"/>
                  </a:cubicBezTo>
                  <a:cubicBezTo>
                    <a:pt x="24" y="0"/>
                    <a:pt x="22" y="0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2" name="Freeform 2283">
              <a:extLst>
                <a:ext uri="{FF2B5EF4-FFF2-40B4-BE49-F238E27FC236}">
                  <a16:creationId xmlns:a16="http://schemas.microsoft.com/office/drawing/2014/main" id="{2072A2A9-387F-4F8C-9A29-336BDD688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460"/>
              <a:ext cx="20" cy="17"/>
            </a:xfrm>
            <a:custGeom>
              <a:avLst/>
              <a:gdLst>
                <a:gd name="T0" fmla="*/ 40 w 10"/>
                <a:gd name="T1" fmla="*/ 0 h 8"/>
                <a:gd name="T2" fmla="*/ 8 w 10"/>
                <a:gd name="T3" fmla="*/ 68 h 8"/>
                <a:gd name="T4" fmla="*/ 80 w 10"/>
                <a:gd name="T5" fmla="*/ 19 h 8"/>
                <a:gd name="T6" fmla="*/ 48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1" y="1"/>
                    <a:pt x="0" y="4"/>
                    <a:pt x="1" y="7"/>
                  </a:cubicBezTo>
                  <a:cubicBezTo>
                    <a:pt x="5" y="8"/>
                    <a:pt x="9" y="6"/>
                    <a:pt x="10" y="2"/>
                  </a:cubicBezTo>
                  <a:cubicBezTo>
                    <a:pt x="9" y="0"/>
                    <a:pt x="8" y="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3" name="Freeform 2284">
              <a:extLst>
                <a:ext uri="{FF2B5EF4-FFF2-40B4-BE49-F238E27FC236}">
                  <a16:creationId xmlns:a16="http://schemas.microsoft.com/office/drawing/2014/main" id="{E9B24E81-503F-43FE-BE68-B1EB531D2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534"/>
              <a:ext cx="26" cy="24"/>
            </a:xfrm>
            <a:custGeom>
              <a:avLst/>
              <a:gdLst>
                <a:gd name="T0" fmla="*/ 48 w 13"/>
                <a:gd name="T1" fmla="*/ 0 h 11"/>
                <a:gd name="T2" fmla="*/ 0 w 13"/>
                <a:gd name="T3" fmla="*/ 52 h 11"/>
                <a:gd name="T4" fmla="*/ 104 w 13"/>
                <a:gd name="T5" fmla="*/ 9 h 11"/>
                <a:gd name="T6" fmla="*/ 80 w 1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4" y="1"/>
                    <a:pt x="2" y="3"/>
                    <a:pt x="0" y="5"/>
                  </a:cubicBezTo>
                  <a:cubicBezTo>
                    <a:pt x="4" y="11"/>
                    <a:pt x="11" y="6"/>
                    <a:pt x="13" y="1"/>
                  </a:cubicBezTo>
                  <a:cubicBezTo>
                    <a:pt x="12" y="1"/>
                    <a:pt x="11" y="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4" name="Freeform 2285">
              <a:extLst>
                <a:ext uri="{FF2B5EF4-FFF2-40B4-BE49-F238E27FC236}">
                  <a16:creationId xmlns:a16="http://schemas.microsoft.com/office/drawing/2014/main" id="{D52D09B4-EECF-45C9-89E0-04A2816A9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572"/>
              <a:ext cx="28" cy="20"/>
            </a:xfrm>
            <a:custGeom>
              <a:avLst/>
              <a:gdLst>
                <a:gd name="T0" fmla="*/ 72 w 14"/>
                <a:gd name="T1" fmla="*/ 0 h 9"/>
                <a:gd name="T2" fmla="*/ 0 w 14"/>
                <a:gd name="T3" fmla="*/ 64 h 9"/>
                <a:gd name="T4" fmla="*/ 72 w 1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9" y="0"/>
                  </a:moveTo>
                  <a:cubicBezTo>
                    <a:pt x="5" y="0"/>
                    <a:pt x="0" y="1"/>
                    <a:pt x="0" y="6"/>
                  </a:cubicBezTo>
                  <a:cubicBezTo>
                    <a:pt x="4" y="9"/>
                    <a:pt x="14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5" name="Freeform 2286">
              <a:extLst>
                <a:ext uri="{FF2B5EF4-FFF2-40B4-BE49-F238E27FC236}">
                  <a16:creationId xmlns:a16="http://schemas.microsoft.com/office/drawing/2014/main" id="{B18F573D-5EA2-41C1-AD0E-0D8E8BDAE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424"/>
              <a:ext cx="24" cy="17"/>
            </a:xfrm>
            <a:custGeom>
              <a:avLst/>
              <a:gdLst>
                <a:gd name="T0" fmla="*/ 48 w 12"/>
                <a:gd name="T1" fmla="*/ 9 h 8"/>
                <a:gd name="T2" fmla="*/ 0 w 12"/>
                <a:gd name="T3" fmla="*/ 49 h 8"/>
                <a:gd name="T4" fmla="*/ 96 w 12"/>
                <a:gd name="T5" fmla="*/ 9 h 8"/>
                <a:gd name="T6" fmla="*/ 72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6" y="1"/>
                  </a:moveTo>
                  <a:cubicBezTo>
                    <a:pt x="4" y="2"/>
                    <a:pt x="1" y="3"/>
                    <a:pt x="0" y="5"/>
                  </a:cubicBezTo>
                  <a:cubicBezTo>
                    <a:pt x="4" y="8"/>
                    <a:pt x="10" y="5"/>
                    <a:pt x="12" y="1"/>
                  </a:cubicBezTo>
                  <a:cubicBezTo>
                    <a:pt x="11" y="0"/>
                    <a:pt x="10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6" name="Freeform 2287">
              <a:extLst>
                <a:ext uri="{FF2B5EF4-FFF2-40B4-BE49-F238E27FC236}">
                  <a16:creationId xmlns:a16="http://schemas.microsoft.com/office/drawing/2014/main" id="{7F51ECAA-9E53-478B-825F-9193ECB62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2870"/>
              <a:ext cx="12" cy="17"/>
            </a:xfrm>
            <a:custGeom>
              <a:avLst/>
              <a:gdLst>
                <a:gd name="T0" fmla="*/ 0 w 6"/>
                <a:gd name="T1" fmla="*/ 28 h 8"/>
                <a:gd name="T2" fmla="*/ 8 w 6"/>
                <a:gd name="T3" fmla="*/ 77 h 8"/>
                <a:gd name="T4" fmla="*/ 24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3"/>
                  </a:moveTo>
                  <a:cubicBezTo>
                    <a:pt x="0" y="5"/>
                    <a:pt x="0" y="6"/>
                    <a:pt x="1" y="8"/>
                  </a:cubicBezTo>
                  <a:cubicBezTo>
                    <a:pt x="5" y="8"/>
                    <a:pt x="6" y="3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7" name="Freeform 2288">
              <a:extLst>
                <a:ext uri="{FF2B5EF4-FFF2-40B4-BE49-F238E27FC236}">
                  <a16:creationId xmlns:a16="http://schemas.microsoft.com/office/drawing/2014/main" id="{E31439B0-F9EB-43D1-87EB-EF223A98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838"/>
              <a:ext cx="16" cy="18"/>
            </a:xfrm>
            <a:custGeom>
              <a:avLst/>
              <a:gdLst>
                <a:gd name="T0" fmla="*/ 40 w 8"/>
                <a:gd name="T1" fmla="*/ 0 h 8"/>
                <a:gd name="T2" fmla="*/ 16 w 8"/>
                <a:gd name="T3" fmla="*/ 92 h 8"/>
                <a:gd name="T4" fmla="*/ 56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1" y="0"/>
                    <a:pt x="0" y="5"/>
                    <a:pt x="2" y="8"/>
                  </a:cubicBezTo>
                  <a:cubicBezTo>
                    <a:pt x="6" y="8"/>
                    <a:pt x="8" y="4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8" name="Freeform 2289">
              <a:extLst>
                <a:ext uri="{FF2B5EF4-FFF2-40B4-BE49-F238E27FC236}">
                  <a16:creationId xmlns:a16="http://schemas.microsoft.com/office/drawing/2014/main" id="{951EFC31-44C7-4482-BF1D-7BA578C4B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2870"/>
              <a:ext cx="14" cy="17"/>
            </a:xfrm>
            <a:custGeom>
              <a:avLst/>
              <a:gdLst>
                <a:gd name="T0" fmla="*/ 16 w 7"/>
                <a:gd name="T1" fmla="*/ 40 h 8"/>
                <a:gd name="T2" fmla="*/ 16 w 7"/>
                <a:gd name="T3" fmla="*/ 77 h 8"/>
                <a:gd name="T4" fmla="*/ 16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4"/>
                  </a:moveTo>
                  <a:cubicBezTo>
                    <a:pt x="2" y="5"/>
                    <a:pt x="0" y="6"/>
                    <a:pt x="2" y="8"/>
                  </a:cubicBezTo>
                  <a:cubicBezTo>
                    <a:pt x="5" y="6"/>
                    <a:pt x="7" y="0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9" name="Freeform 2290">
              <a:extLst>
                <a:ext uri="{FF2B5EF4-FFF2-40B4-BE49-F238E27FC236}">
                  <a16:creationId xmlns:a16="http://schemas.microsoft.com/office/drawing/2014/main" id="{D2138D1B-3FD3-4FF9-9B5D-7CBB2D3B7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877"/>
              <a:ext cx="10" cy="13"/>
            </a:xfrm>
            <a:custGeom>
              <a:avLst/>
              <a:gdLst>
                <a:gd name="T0" fmla="*/ 8 w 5"/>
                <a:gd name="T1" fmla="*/ 9 h 6"/>
                <a:gd name="T2" fmla="*/ 16 w 5"/>
                <a:gd name="T3" fmla="*/ 61 h 6"/>
                <a:gd name="T4" fmla="*/ 32 w 5"/>
                <a:gd name="T5" fmla="*/ 0 h 6"/>
                <a:gd name="T6" fmla="*/ 16 w 5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4"/>
                    <a:pt x="0" y="5"/>
                    <a:pt x="2" y="6"/>
                  </a:cubicBezTo>
                  <a:cubicBezTo>
                    <a:pt x="5" y="4"/>
                    <a:pt x="5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00" name="Freeform 2291">
              <a:extLst>
                <a:ext uri="{FF2B5EF4-FFF2-40B4-BE49-F238E27FC236}">
                  <a16:creationId xmlns:a16="http://schemas.microsoft.com/office/drawing/2014/main" id="{EBFE1BA8-0C74-4185-8E9E-3045E20F0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911"/>
              <a:ext cx="20" cy="17"/>
            </a:xfrm>
            <a:custGeom>
              <a:avLst/>
              <a:gdLst>
                <a:gd name="T0" fmla="*/ 24 w 10"/>
                <a:gd name="T1" fmla="*/ 77 h 8"/>
                <a:gd name="T2" fmla="*/ 8 w 10"/>
                <a:gd name="T3" fmla="*/ 9 h 8"/>
                <a:gd name="T4" fmla="*/ 32 w 10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8"/>
                  </a:moveTo>
                  <a:cubicBezTo>
                    <a:pt x="1" y="6"/>
                    <a:pt x="0" y="4"/>
                    <a:pt x="1" y="1"/>
                  </a:cubicBezTo>
                  <a:cubicBezTo>
                    <a:pt x="6" y="0"/>
                    <a:pt x="10" y="6"/>
                    <a:pt x="4" y="8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01" name="Freeform 2292">
              <a:extLst>
                <a:ext uri="{FF2B5EF4-FFF2-40B4-BE49-F238E27FC236}">
                  <a16:creationId xmlns:a16="http://schemas.microsoft.com/office/drawing/2014/main" id="{56EA24E2-EA74-47FE-8F17-8720A57EE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2968"/>
              <a:ext cx="12" cy="15"/>
            </a:xfrm>
            <a:custGeom>
              <a:avLst/>
              <a:gdLst>
                <a:gd name="T0" fmla="*/ 8 w 6"/>
                <a:gd name="T1" fmla="*/ 9 h 7"/>
                <a:gd name="T2" fmla="*/ 16 w 6"/>
                <a:gd name="T3" fmla="*/ 69 h 7"/>
                <a:gd name="T4" fmla="*/ 32 w 6"/>
                <a:gd name="T5" fmla="*/ 0 h 7"/>
                <a:gd name="T6" fmla="*/ 24 w 6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5" y="5"/>
                    <a:pt x="6" y="2"/>
                    <a:pt x="4" y="0"/>
                  </a:cubicBezTo>
                  <a:cubicBezTo>
                    <a:pt x="4" y="0"/>
                    <a:pt x="3" y="1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02" name="Freeform 2293">
              <a:extLst>
                <a:ext uri="{FF2B5EF4-FFF2-40B4-BE49-F238E27FC236}">
                  <a16:creationId xmlns:a16="http://schemas.microsoft.com/office/drawing/2014/main" id="{B2359E4B-0692-421F-B7E5-51CA96BA2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966"/>
              <a:ext cx="14" cy="17"/>
            </a:xfrm>
            <a:custGeom>
              <a:avLst/>
              <a:gdLst>
                <a:gd name="T0" fmla="*/ 16 w 7"/>
                <a:gd name="T1" fmla="*/ 9 h 8"/>
                <a:gd name="T2" fmla="*/ 16 w 7"/>
                <a:gd name="T3" fmla="*/ 77 h 8"/>
                <a:gd name="T4" fmla="*/ 16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1" y="4"/>
                    <a:pt x="0" y="6"/>
                    <a:pt x="2" y="8"/>
                  </a:cubicBezTo>
                  <a:cubicBezTo>
                    <a:pt x="6" y="7"/>
                    <a:pt x="7" y="0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03" name="Freeform 2294">
              <a:extLst>
                <a:ext uri="{FF2B5EF4-FFF2-40B4-BE49-F238E27FC236}">
                  <a16:creationId xmlns:a16="http://schemas.microsoft.com/office/drawing/2014/main" id="{9C557C7E-6920-4E0B-9835-7331427E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2962"/>
              <a:ext cx="22" cy="25"/>
            </a:xfrm>
            <a:custGeom>
              <a:avLst/>
              <a:gdLst>
                <a:gd name="T0" fmla="*/ 32 w 11"/>
                <a:gd name="T1" fmla="*/ 17 h 12"/>
                <a:gd name="T2" fmla="*/ 48 w 11"/>
                <a:gd name="T3" fmla="*/ 100 h 12"/>
                <a:gd name="T4" fmla="*/ 64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4" y="2"/>
                  </a:moveTo>
                  <a:cubicBezTo>
                    <a:pt x="1" y="4"/>
                    <a:pt x="0" y="12"/>
                    <a:pt x="6" y="11"/>
                  </a:cubicBezTo>
                  <a:cubicBezTo>
                    <a:pt x="11" y="10"/>
                    <a:pt x="10" y="3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04" name="Freeform 2295">
              <a:extLst>
                <a:ext uri="{FF2B5EF4-FFF2-40B4-BE49-F238E27FC236}">
                  <a16:creationId xmlns:a16="http://schemas.microsoft.com/office/drawing/2014/main" id="{2F064EED-35D3-41DE-8B63-F1E0F1E4C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847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53 h 5"/>
                <a:gd name="T4" fmla="*/ 32 w 4"/>
                <a:gd name="T5" fmla="*/ 20 h 5"/>
                <a:gd name="T6" fmla="*/ 24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3" y="5"/>
                    <a:pt x="4" y="2"/>
                  </a:cubicBezTo>
                  <a:cubicBezTo>
                    <a:pt x="4" y="1"/>
                    <a:pt x="4" y="2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05" name="Freeform 2296">
              <a:extLst>
                <a:ext uri="{FF2B5EF4-FFF2-40B4-BE49-F238E27FC236}">
                  <a16:creationId xmlns:a16="http://schemas.microsoft.com/office/drawing/2014/main" id="{3A6FEC99-5F81-4289-AC2D-4A06240A2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2853"/>
              <a:ext cx="12" cy="17"/>
            </a:xfrm>
            <a:custGeom>
              <a:avLst/>
              <a:gdLst>
                <a:gd name="T0" fmla="*/ 0 w 6"/>
                <a:gd name="T1" fmla="*/ 40 h 8"/>
                <a:gd name="T2" fmla="*/ 24 w 6"/>
                <a:gd name="T3" fmla="*/ 77 h 8"/>
                <a:gd name="T4" fmla="*/ 8 w 6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0" y="6"/>
                    <a:pt x="0" y="8"/>
                    <a:pt x="3" y="8"/>
                  </a:cubicBezTo>
                  <a:cubicBezTo>
                    <a:pt x="6" y="6"/>
                    <a:pt x="6" y="0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06" name="Freeform 2297">
              <a:extLst>
                <a:ext uri="{FF2B5EF4-FFF2-40B4-BE49-F238E27FC236}">
                  <a16:creationId xmlns:a16="http://schemas.microsoft.com/office/drawing/2014/main" id="{BCB3B4B6-0AD6-4810-97D9-D1A886C47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2953"/>
              <a:ext cx="24" cy="32"/>
            </a:xfrm>
            <a:custGeom>
              <a:avLst/>
              <a:gdLst>
                <a:gd name="T0" fmla="*/ 8 w 12"/>
                <a:gd name="T1" fmla="*/ 49 h 15"/>
                <a:gd name="T2" fmla="*/ 0 w 12"/>
                <a:gd name="T3" fmla="*/ 49 h 15"/>
                <a:gd name="T4" fmla="*/ 24 w 12"/>
                <a:gd name="T5" fmla="*/ 0 h 15"/>
                <a:gd name="T6" fmla="*/ 24 w 12"/>
                <a:gd name="T7" fmla="*/ 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1" y="5"/>
                  </a:moveTo>
                  <a:cubicBezTo>
                    <a:pt x="1" y="4"/>
                    <a:pt x="0" y="4"/>
                    <a:pt x="0" y="5"/>
                  </a:cubicBezTo>
                  <a:cubicBezTo>
                    <a:pt x="1" y="15"/>
                    <a:pt x="12" y="2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07" name="Freeform 2298">
              <a:extLst>
                <a:ext uri="{FF2B5EF4-FFF2-40B4-BE49-F238E27FC236}">
                  <a16:creationId xmlns:a16="http://schemas.microsoft.com/office/drawing/2014/main" id="{4A3D74A8-40ED-4FA5-B65D-4735E40FA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2943"/>
              <a:ext cx="14" cy="19"/>
            </a:xfrm>
            <a:custGeom>
              <a:avLst/>
              <a:gdLst>
                <a:gd name="T0" fmla="*/ 0 w 7"/>
                <a:gd name="T1" fmla="*/ 27 h 9"/>
                <a:gd name="T2" fmla="*/ 32 w 7"/>
                <a:gd name="T3" fmla="*/ 84 h 9"/>
                <a:gd name="T4" fmla="*/ 32 w 7"/>
                <a:gd name="T5" fmla="*/ 8 h 9"/>
                <a:gd name="T6" fmla="*/ 16 w 7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0" y="5"/>
                    <a:pt x="2" y="7"/>
                    <a:pt x="4" y="9"/>
                  </a:cubicBezTo>
                  <a:cubicBezTo>
                    <a:pt x="7" y="7"/>
                    <a:pt x="7" y="3"/>
                    <a:pt x="4" y="1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08" name="Freeform 2299">
              <a:extLst>
                <a:ext uri="{FF2B5EF4-FFF2-40B4-BE49-F238E27FC236}">
                  <a16:creationId xmlns:a16="http://schemas.microsoft.com/office/drawing/2014/main" id="{3A3DBF78-E2C9-48E7-8926-6C12F655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917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53 h 5"/>
                <a:gd name="T4" fmla="*/ 32 w 4"/>
                <a:gd name="T5" fmla="*/ 0 h 5"/>
                <a:gd name="T6" fmla="*/ 8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09" name="Freeform 2300">
              <a:extLst>
                <a:ext uri="{FF2B5EF4-FFF2-40B4-BE49-F238E27FC236}">
                  <a16:creationId xmlns:a16="http://schemas.microsoft.com/office/drawing/2014/main" id="{24D6C1BD-360C-4E32-B38C-D689EA555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511"/>
              <a:ext cx="20" cy="12"/>
            </a:xfrm>
            <a:custGeom>
              <a:avLst/>
              <a:gdLst>
                <a:gd name="T0" fmla="*/ 40 w 10"/>
                <a:gd name="T1" fmla="*/ 0 h 6"/>
                <a:gd name="T2" fmla="*/ 8 w 10"/>
                <a:gd name="T3" fmla="*/ 40 h 6"/>
                <a:gd name="T4" fmla="*/ 64 w 10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2" y="1"/>
                    <a:pt x="0" y="2"/>
                    <a:pt x="1" y="5"/>
                  </a:cubicBezTo>
                  <a:cubicBezTo>
                    <a:pt x="5" y="6"/>
                    <a:pt x="10" y="6"/>
                    <a:pt x="8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0" name="Freeform 2301">
              <a:extLst>
                <a:ext uri="{FF2B5EF4-FFF2-40B4-BE49-F238E27FC236}">
                  <a16:creationId xmlns:a16="http://schemas.microsoft.com/office/drawing/2014/main" id="{E6B3483C-0532-49AF-BAB9-07EBB75FA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281"/>
              <a:ext cx="16" cy="17"/>
            </a:xfrm>
            <a:custGeom>
              <a:avLst/>
              <a:gdLst>
                <a:gd name="T0" fmla="*/ 40 w 8"/>
                <a:gd name="T1" fmla="*/ 0 h 8"/>
                <a:gd name="T2" fmla="*/ 48 w 8"/>
                <a:gd name="T3" fmla="*/ 49 h 8"/>
                <a:gd name="T4" fmla="*/ 32 w 8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0" y="3"/>
                    <a:pt x="3" y="8"/>
                    <a:pt x="6" y="5"/>
                  </a:cubicBezTo>
                  <a:cubicBezTo>
                    <a:pt x="8" y="2"/>
                    <a:pt x="6" y="0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1" name="Freeform 2302">
              <a:extLst>
                <a:ext uri="{FF2B5EF4-FFF2-40B4-BE49-F238E27FC236}">
                  <a16:creationId xmlns:a16="http://schemas.microsoft.com/office/drawing/2014/main" id="{4BEFB0D2-7ECB-431F-8CDE-CAF58F76B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83"/>
              <a:ext cx="14" cy="15"/>
            </a:xfrm>
            <a:custGeom>
              <a:avLst/>
              <a:gdLst>
                <a:gd name="T0" fmla="*/ 40 w 7"/>
                <a:gd name="T1" fmla="*/ 0 h 7"/>
                <a:gd name="T2" fmla="*/ 24 w 7"/>
                <a:gd name="T3" fmla="*/ 0 h 7"/>
                <a:gd name="T4" fmla="*/ 56 w 7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0" y="3"/>
                    <a:pt x="4" y="7"/>
                    <a:pt x="7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2" name="Freeform 2303">
              <a:extLst>
                <a:ext uri="{FF2B5EF4-FFF2-40B4-BE49-F238E27FC236}">
                  <a16:creationId xmlns:a16="http://schemas.microsoft.com/office/drawing/2014/main" id="{41C53767-3F42-4810-AE2C-0E05C5283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1334"/>
              <a:ext cx="35" cy="30"/>
            </a:xfrm>
            <a:custGeom>
              <a:avLst/>
              <a:gdLst>
                <a:gd name="T0" fmla="*/ 60 w 18"/>
                <a:gd name="T1" fmla="*/ 28 h 14"/>
                <a:gd name="T2" fmla="*/ 31 w 18"/>
                <a:gd name="T3" fmla="*/ 109 h 14"/>
                <a:gd name="T4" fmla="*/ 72 w 18"/>
                <a:gd name="T5" fmla="*/ 2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8" y="3"/>
                  </a:moveTo>
                  <a:cubicBezTo>
                    <a:pt x="3" y="0"/>
                    <a:pt x="0" y="8"/>
                    <a:pt x="4" y="11"/>
                  </a:cubicBezTo>
                  <a:cubicBezTo>
                    <a:pt x="9" y="14"/>
                    <a:pt x="18" y="7"/>
                    <a:pt x="1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3" name="Freeform 2304">
              <a:extLst>
                <a:ext uri="{FF2B5EF4-FFF2-40B4-BE49-F238E27FC236}">
                  <a16:creationId xmlns:a16="http://schemas.microsoft.com/office/drawing/2014/main" id="{4DCE7479-153B-4D18-87FD-EE8D19D04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400"/>
              <a:ext cx="16" cy="21"/>
            </a:xfrm>
            <a:custGeom>
              <a:avLst/>
              <a:gdLst>
                <a:gd name="T0" fmla="*/ 48 w 8"/>
                <a:gd name="T1" fmla="*/ 8 h 10"/>
                <a:gd name="T2" fmla="*/ 64 w 8"/>
                <a:gd name="T3" fmla="*/ 2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6" y="1"/>
                  </a:moveTo>
                  <a:cubicBezTo>
                    <a:pt x="0" y="0"/>
                    <a:pt x="5" y="10"/>
                    <a:pt x="8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4" name="Freeform 2305">
              <a:extLst>
                <a:ext uri="{FF2B5EF4-FFF2-40B4-BE49-F238E27FC236}">
                  <a16:creationId xmlns:a16="http://schemas.microsoft.com/office/drawing/2014/main" id="{B96D2B76-F102-4D95-A6B5-EA7BCBACC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436"/>
              <a:ext cx="26" cy="17"/>
            </a:xfrm>
            <a:custGeom>
              <a:avLst/>
              <a:gdLst>
                <a:gd name="T0" fmla="*/ 64 w 13"/>
                <a:gd name="T1" fmla="*/ 9 h 8"/>
                <a:gd name="T2" fmla="*/ 16 w 13"/>
                <a:gd name="T3" fmla="*/ 49 h 8"/>
                <a:gd name="T4" fmla="*/ 64 w 13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8" y="1"/>
                  </a:moveTo>
                  <a:cubicBezTo>
                    <a:pt x="5" y="0"/>
                    <a:pt x="0" y="1"/>
                    <a:pt x="2" y="5"/>
                  </a:cubicBezTo>
                  <a:cubicBezTo>
                    <a:pt x="3" y="8"/>
                    <a:pt x="13" y="4"/>
                    <a:pt x="8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5" name="Freeform 2306">
              <a:extLst>
                <a:ext uri="{FF2B5EF4-FFF2-40B4-BE49-F238E27FC236}">
                  <a16:creationId xmlns:a16="http://schemas.microsoft.com/office/drawing/2014/main" id="{9DD4819A-AEB1-4BC3-8C59-BCFA7E605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483"/>
              <a:ext cx="18" cy="13"/>
            </a:xfrm>
            <a:custGeom>
              <a:avLst/>
              <a:gdLst>
                <a:gd name="T0" fmla="*/ 40 w 9"/>
                <a:gd name="T1" fmla="*/ 0 h 6"/>
                <a:gd name="T2" fmla="*/ 48 w 9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0" y="4"/>
                    <a:pt x="9" y="6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6" name="Freeform 2307">
              <a:extLst>
                <a:ext uri="{FF2B5EF4-FFF2-40B4-BE49-F238E27FC236}">
                  <a16:creationId xmlns:a16="http://schemas.microsoft.com/office/drawing/2014/main" id="{8C760680-767D-4ACE-9D71-1DE34075F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545"/>
              <a:ext cx="24" cy="25"/>
            </a:xfrm>
            <a:custGeom>
              <a:avLst/>
              <a:gdLst>
                <a:gd name="T0" fmla="*/ 96 w 12"/>
                <a:gd name="T1" fmla="*/ 0 h 12"/>
                <a:gd name="T2" fmla="*/ 96 w 12"/>
                <a:gd name="T3" fmla="*/ 44 h 12"/>
                <a:gd name="T4" fmla="*/ 80 w 12"/>
                <a:gd name="T5" fmla="*/ 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0" y="1"/>
                    <a:pt x="9" y="12"/>
                    <a:pt x="12" y="5"/>
                  </a:cubicBezTo>
                  <a:cubicBezTo>
                    <a:pt x="12" y="4"/>
                    <a:pt x="11" y="4"/>
                    <a:pt x="1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7" name="Freeform 2308">
              <a:extLst>
                <a:ext uri="{FF2B5EF4-FFF2-40B4-BE49-F238E27FC236}">
                  <a16:creationId xmlns:a16="http://schemas.microsoft.com/office/drawing/2014/main" id="{F58EA885-16F6-4A3C-B22F-E14AEE0E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587"/>
              <a:ext cx="18" cy="22"/>
            </a:xfrm>
            <a:custGeom>
              <a:avLst/>
              <a:gdLst>
                <a:gd name="T0" fmla="*/ 16 w 9"/>
                <a:gd name="T1" fmla="*/ 0 h 10"/>
                <a:gd name="T2" fmla="*/ 40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0" y="10"/>
                    <a:pt x="9" y="4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8" name="Freeform 2309">
              <a:extLst>
                <a:ext uri="{FF2B5EF4-FFF2-40B4-BE49-F238E27FC236}">
                  <a16:creationId xmlns:a16="http://schemas.microsoft.com/office/drawing/2014/main" id="{46F19BE0-EE3F-4E34-9911-4BEB7E3E3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583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24 h 3"/>
                <a:gd name="T4" fmla="*/ 24 w 3"/>
                <a:gd name="T5" fmla="*/ 0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9" name="Freeform 2310">
              <a:extLst>
                <a:ext uri="{FF2B5EF4-FFF2-40B4-BE49-F238E27FC236}">
                  <a16:creationId xmlns:a16="http://schemas.microsoft.com/office/drawing/2014/main" id="{F8CF8FC9-DB20-40DB-BA0B-CA2DF6326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619"/>
              <a:ext cx="12" cy="11"/>
            </a:xfrm>
            <a:custGeom>
              <a:avLst/>
              <a:gdLst>
                <a:gd name="T0" fmla="*/ 0 w 6"/>
                <a:gd name="T1" fmla="*/ 33 h 5"/>
                <a:gd name="T2" fmla="*/ 32 w 6"/>
                <a:gd name="T3" fmla="*/ 0 h 5"/>
                <a:gd name="T4" fmla="*/ 24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6" y="1"/>
                    <a:pt x="5" y="4"/>
                    <a:pt x="3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0" name="Freeform 2311">
              <a:extLst>
                <a:ext uri="{FF2B5EF4-FFF2-40B4-BE49-F238E27FC236}">
                  <a16:creationId xmlns:a16="http://schemas.microsoft.com/office/drawing/2014/main" id="{575CDCA3-3A66-4795-A766-7B15894B6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653"/>
              <a:ext cx="12" cy="15"/>
            </a:xfrm>
            <a:custGeom>
              <a:avLst/>
              <a:gdLst>
                <a:gd name="T0" fmla="*/ 24 w 6"/>
                <a:gd name="T1" fmla="*/ 0 h 7"/>
                <a:gd name="T2" fmla="*/ 16 w 6"/>
                <a:gd name="T3" fmla="*/ 69 h 7"/>
                <a:gd name="T4" fmla="*/ 24 w 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5"/>
                    <a:pt x="2" y="7"/>
                  </a:cubicBezTo>
                  <a:cubicBezTo>
                    <a:pt x="5" y="7"/>
                    <a:pt x="6" y="2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1" name="Freeform 2312">
              <a:extLst>
                <a:ext uri="{FF2B5EF4-FFF2-40B4-BE49-F238E27FC236}">
                  <a16:creationId xmlns:a16="http://schemas.microsoft.com/office/drawing/2014/main" id="{37527E6E-7F0B-4E26-A1AB-01F2DD443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651"/>
              <a:ext cx="10" cy="9"/>
            </a:xfrm>
            <a:custGeom>
              <a:avLst/>
              <a:gdLst>
                <a:gd name="T0" fmla="*/ 24 w 5"/>
                <a:gd name="T1" fmla="*/ 11 h 4"/>
                <a:gd name="T2" fmla="*/ 8 w 5"/>
                <a:gd name="T3" fmla="*/ 45 h 4"/>
                <a:gd name="T4" fmla="*/ 4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5" y="2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2" name="Freeform 2313">
              <a:extLst>
                <a:ext uri="{FF2B5EF4-FFF2-40B4-BE49-F238E27FC236}">
                  <a16:creationId xmlns:a16="http://schemas.microsoft.com/office/drawing/2014/main" id="{6F3C63F7-B088-40C8-B169-44A155D22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470"/>
              <a:ext cx="16" cy="11"/>
            </a:xfrm>
            <a:custGeom>
              <a:avLst/>
              <a:gdLst>
                <a:gd name="T0" fmla="*/ 40 w 8"/>
                <a:gd name="T1" fmla="*/ 0 h 5"/>
                <a:gd name="T2" fmla="*/ 24 w 8"/>
                <a:gd name="T3" fmla="*/ 53 h 5"/>
                <a:gd name="T4" fmla="*/ 32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0"/>
                  </a:moveTo>
                  <a:cubicBezTo>
                    <a:pt x="2" y="0"/>
                    <a:pt x="0" y="2"/>
                    <a:pt x="3" y="5"/>
                  </a:cubicBezTo>
                  <a:cubicBezTo>
                    <a:pt x="6" y="5"/>
                    <a:pt x="8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3" name="Freeform 2314">
              <a:extLst>
                <a:ext uri="{FF2B5EF4-FFF2-40B4-BE49-F238E27FC236}">
                  <a16:creationId xmlns:a16="http://schemas.microsoft.com/office/drawing/2014/main" id="{085E391F-5EF0-4E36-A90A-6CC8B2B16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389"/>
              <a:ext cx="20" cy="22"/>
            </a:xfrm>
            <a:custGeom>
              <a:avLst/>
              <a:gdLst>
                <a:gd name="T0" fmla="*/ 32 w 10"/>
                <a:gd name="T1" fmla="*/ 0 h 10"/>
                <a:gd name="T2" fmla="*/ 48 w 10"/>
                <a:gd name="T3" fmla="*/ 73 h 10"/>
                <a:gd name="T4" fmla="*/ 32 w 10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0" y="3"/>
                    <a:pt x="0" y="10"/>
                    <a:pt x="6" y="7"/>
                  </a:cubicBezTo>
                  <a:cubicBezTo>
                    <a:pt x="10" y="6"/>
                    <a:pt x="7" y="1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4" name="Freeform 2315">
              <a:extLst>
                <a:ext uri="{FF2B5EF4-FFF2-40B4-BE49-F238E27FC236}">
                  <a16:creationId xmlns:a16="http://schemas.microsoft.com/office/drawing/2014/main" id="{77E6425D-D1AD-4FEB-BC77-E9845D083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845"/>
              <a:ext cx="30" cy="30"/>
            </a:xfrm>
            <a:custGeom>
              <a:avLst/>
              <a:gdLst>
                <a:gd name="T0" fmla="*/ 48 w 15"/>
                <a:gd name="T1" fmla="*/ 41 h 14"/>
                <a:gd name="T2" fmla="*/ 40 w 15"/>
                <a:gd name="T3" fmla="*/ 120 h 14"/>
                <a:gd name="T4" fmla="*/ 80 w 15"/>
                <a:gd name="T5" fmla="*/ 0 h 14"/>
                <a:gd name="T6" fmla="*/ 56 w 15"/>
                <a:gd name="T7" fmla="*/ 1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6" y="4"/>
                  </a:moveTo>
                  <a:cubicBezTo>
                    <a:pt x="1" y="4"/>
                    <a:pt x="0" y="10"/>
                    <a:pt x="5" y="12"/>
                  </a:cubicBezTo>
                  <a:cubicBezTo>
                    <a:pt x="10" y="14"/>
                    <a:pt x="15" y="3"/>
                    <a:pt x="10" y="0"/>
                  </a:cubicBezTo>
                  <a:cubicBezTo>
                    <a:pt x="8" y="0"/>
                    <a:pt x="7" y="1"/>
                    <a:pt x="7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5" name="Freeform 2316">
              <a:extLst>
                <a:ext uri="{FF2B5EF4-FFF2-40B4-BE49-F238E27FC236}">
                  <a16:creationId xmlns:a16="http://schemas.microsoft.com/office/drawing/2014/main" id="{D6B1C438-C653-4191-96FD-33122213F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836"/>
              <a:ext cx="11" cy="20"/>
            </a:xfrm>
            <a:custGeom>
              <a:avLst/>
              <a:gdLst>
                <a:gd name="T0" fmla="*/ 20 w 6"/>
                <a:gd name="T1" fmla="*/ 20 h 9"/>
                <a:gd name="T2" fmla="*/ 7 w 6"/>
                <a:gd name="T3" fmla="*/ 98 h 9"/>
                <a:gd name="T4" fmla="*/ 24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2"/>
                  </a:moveTo>
                  <a:cubicBezTo>
                    <a:pt x="1" y="4"/>
                    <a:pt x="0" y="7"/>
                    <a:pt x="1" y="9"/>
                  </a:cubicBezTo>
                  <a:cubicBezTo>
                    <a:pt x="5" y="8"/>
                    <a:pt x="6" y="3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6" name="Freeform 2317">
              <a:extLst>
                <a:ext uri="{FF2B5EF4-FFF2-40B4-BE49-F238E27FC236}">
                  <a16:creationId xmlns:a16="http://schemas.microsoft.com/office/drawing/2014/main" id="{46D67E90-BC76-4F9B-BE91-737F84AA2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828"/>
              <a:ext cx="20" cy="38"/>
            </a:xfrm>
            <a:custGeom>
              <a:avLst/>
              <a:gdLst>
                <a:gd name="T0" fmla="*/ 72 w 10"/>
                <a:gd name="T1" fmla="*/ 0 h 18"/>
                <a:gd name="T2" fmla="*/ 8 w 10"/>
                <a:gd name="T3" fmla="*/ 152 h 18"/>
                <a:gd name="T4" fmla="*/ 56 w 10"/>
                <a:gd name="T5" fmla="*/ 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9" y="0"/>
                  </a:moveTo>
                  <a:cubicBezTo>
                    <a:pt x="5" y="4"/>
                    <a:pt x="0" y="9"/>
                    <a:pt x="1" y="16"/>
                  </a:cubicBezTo>
                  <a:cubicBezTo>
                    <a:pt x="7" y="18"/>
                    <a:pt x="10" y="7"/>
                    <a:pt x="7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7" name="Freeform 2318">
              <a:extLst>
                <a:ext uri="{FF2B5EF4-FFF2-40B4-BE49-F238E27FC236}">
                  <a16:creationId xmlns:a16="http://schemas.microsoft.com/office/drawing/2014/main" id="{0FED1991-0F43-442D-BEB9-1EA94D0B6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858"/>
              <a:ext cx="12" cy="15"/>
            </a:xfrm>
            <a:custGeom>
              <a:avLst/>
              <a:gdLst>
                <a:gd name="T0" fmla="*/ 24 w 6"/>
                <a:gd name="T1" fmla="*/ 9 h 7"/>
                <a:gd name="T2" fmla="*/ 0 w 6"/>
                <a:gd name="T3" fmla="*/ 69 h 7"/>
                <a:gd name="T4" fmla="*/ 24 w 6"/>
                <a:gd name="T5" fmla="*/ 0 h 7"/>
                <a:gd name="T6" fmla="*/ 8 w 6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3" y="7"/>
                    <a:pt x="6" y="3"/>
                    <a:pt x="3" y="0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8" name="Freeform 2319">
              <a:extLst>
                <a:ext uri="{FF2B5EF4-FFF2-40B4-BE49-F238E27FC236}">
                  <a16:creationId xmlns:a16="http://schemas.microsoft.com/office/drawing/2014/main" id="{E84009D6-22F2-4D50-BB61-9648DC6A6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841"/>
              <a:ext cx="18" cy="25"/>
            </a:xfrm>
            <a:custGeom>
              <a:avLst/>
              <a:gdLst>
                <a:gd name="T0" fmla="*/ 24 w 9"/>
                <a:gd name="T1" fmla="*/ 0 h 12"/>
                <a:gd name="T2" fmla="*/ 24 w 9"/>
                <a:gd name="T3" fmla="*/ 108 h 12"/>
                <a:gd name="T4" fmla="*/ 32 w 9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3" y="0"/>
                  </a:moveTo>
                  <a:cubicBezTo>
                    <a:pt x="1" y="4"/>
                    <a:pt x="0" y="9"/>
                    <a:pt x="3" y="12"/>
                  </a:cubicBezTo>
                  <a:cubicBezTo>
                    <a:pt x="7" y="11"/>
                    <a:pt x="9" y="3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9" name="Freeform 2320">
              <a:extLst>
                <a:ext uri="{FF2B5EF4-FFF2-40B4-BE49-F238E27FC236}">
                  <a16:creationId xmlns:a16="http://schemas.microsoft.com/office/drawing/2014/main" id="{B1DA3354-6935-4EE1-BDDA-6D0F7D40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964"/>
              <a:ext cx="18" cy="28"/>
            </a:xfrm>
            <a:custGeom>
              <a:avLst/>
              <a:gdLst>
                <a:gd name="T0" fmla="*/ 64 w 9"/>
                <a:gd name="T1" fmla="*/ 0 h 13"/>
                <a:gd name="T2" fmla="*/ 32 w 9"/>
                <a:gd name="T3" fmla="*/ 101 h 13"/>
                <a:gd name="T4" fmla="*/ 64 w 9"/>
                <a:gd name="T5" fmla="*/ 1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8" y="0"/>
                  </a:moveTo>
                  <a:cubicBezTo>
                    <a:pt x="6" y="1"/>
                    <a:pt x="0" y="7"/>
                    <a:pt x="4" y="10"/>
                  </a:cubicBezTo>
                  <a:cubicBezTo>
                    <a:pt x="8" y="13"/>
                    <a:pt x="9" y="5"/>
                    <a:pt x="8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30" name="Freeform 2321">
              <a:extLst>
                <a:ext uri="{FF2B5EF4-FFF2-40B4-BE49-F238E27FC236}">
                  <a16:creationId xmlns:a16="http://schemas.microsoft.com/office/drawing/2014/main" id="{A1D604B1-BAB4-49A2-B8EF-66479412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981"/>
              <a:ext cx="10" cy="9"/>
            </a:xfrm>
            <a:custGeom>
              <a:avLst/>
              <a:gdLst>
                <a:gd name="T0" fmla="*/ 0 w 5"/>
                <a:gd name="T1" fmla="*/ 36 h 4"/>
                <a:gd name="T2" fmla="*/ 40 w 5"/>
                <a:gd name="T3" fmla="*/ 11 h 4"/>
                <a:gd name="T4" fmla="*/ 24 w 5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0" y="0"/>
                    <a:pt x="2" y="0"/>
                    <a:pt x="5" y="1"/>
                  </a:cubicBezTo>
                  <a:cubicBezTo>
                    <a:pt x="5" y="3"/>
                    <a:pt x="4" y="3"/>
                    <a:pt x="3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31" name="Freeform 2322">
              <a:extLst>
                <a:ext uri="{FF2B5EF4-FFF2-40B4-BE49-F238E27FC236}">
                  <a16:creationId xmlns:a16="http://schemas.microsoft.com/office/drawing/2014/main" id="{03518938-4024-4A47-8D15-6B28124D2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968"/>
              <a:ext cx="16" cy="19"/>
            </a:xfrm>
            <a:custGeom>
              <a:avLst/>
              <a:gdLst>
                <a:gd name="T0" fmla="*/ 48 w 8"/>
                <a:gd name="T1" fmla="*/ 0 h 9"/>
                <a:gd name="T2" fmla="*/ 8 w 8"/>
                <a:gd name="T3" fmla="*/ 84 h 9"/>
                <a:gd name="T4" fmla="*/ 4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2" y="0"/>
                    <a:pt x="0" y="5"/>
                    <a:pt x="1" y="9"/>
                  </a:cubicBezTo>
                  <a:cubicBezTo>
                    <a:pt x="5" y="8"/>
                    <a:pt x="8" y="3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32" name="Freeform 2323">
              <a:extLst>
                <a:ext uri="{FF2B5EF4-FFF2-40B4-BE49-F238E27FC236}">
                  <a16:creationId xmlns:a16="http://schemas.microsoft.com/office/drawing/2014/main" id="{4A9DAD73-ED09-45AF-8607-81FD1D07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947"/>
              <a:ext cx="16" cy="23"/>
            </a:xfrm>
            <a:custGeom>
              <a:avLst/>
              <a:gdLst>
                <a:gd name="T0" fmla="*/ 40 w 8"/>
                <a:gd name="T1" fmla="*/ 0 h 11"/>
                <a:gd name="T2" fmla="*/ 8 w 8"/>
                <a:gd name="T3" fmla="*/ 100 h 11"/>
                <a:gd name="T4" fmla="*/ 56 w 8"/>
                <a:gd name="T5" fmla="*/ 8 h 11"/>
                <a:gd name="T6" fmla="*/ 32 w 8"/>
                <a:gd name="T7" fmla="*/ 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5" y="0"/>
                  </a:moveTo>
                  <a:cubicBezTo>
                    <a:pt x="2" y="3"/>
                    <a:pt x="0" y="7"/>
                    <a:pt x="1" y="11"/>
                  </a:cubicBezTo>
                  <a:cubicBezTo>
                    <a:pt x="5" y="9"/>
                    <a:pt x="8" y="5"/>
                    <a:pt x="7" y="1"/>
                  </a:cubicBezTo>
                  <a:cubicBezTo>
                    <a:pt x="6" y="0"/>
                    <a:pt x="5" y="0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33" name="Freeform 2324">
              <a:extLst>
                <a:ext uri="{FF2B5EF4-FFF2-40B4-BE49-F238E27FC236}">
                  <a16:creationId xmlns:a16="http://schemas.microsoft.com/office/drawing/2014/main" id="{7511D42A-4106-4EE6-8910-BFFCE4EC7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917"/>
              <a:ext cx="8" cy="15"/>
            </a:xfrm>
            <a:custGeom>
              <a:avLst/>
              <a:gdLst>
                <a:gd name="T0" fmla="*/ 0 w 4"/>
                <a:gd name="T1" fmla="*/ 0 h 7"/>
                <a:gd name="T2" fmla="*/ 0 w 4"/>
                <a:gd name="T3" fmla="*/ 69 h 7"/>
                <a:gd name="T4" fmla="*/ 16 w 4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3" y="7"/>
                    <a:pt x="4" y="4"/>
                    <a:pt x="2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34" name="Freeform 2325">
              <a:extLst>
                <a:ext uri="{FF2B5EF4-FFF2-40B4-BE49-F238E27FC236}">
                  <a16:creationId xmlns:a16="http://schemas.microsoft.com/office/drawing/2014/main" id="{888370E1-B938-4AED-A177-F84F7BC49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904"/>
              <a:ext cx="20" cy="22"/>
            </a:xfrm>
            <a:custGeom>
              <a:avLst/>
              <a:gdLst>
                <a:gd name="T0" fmla="*/ 32 w 10"/>
                <a:gd name="T1" fmla="*/ 20 h 10"/>
                <a:gd name="T2" fmla="*/ 8 w 10"/>
                <a:gd name="T3" fmla="*/ 106 h 10"/>
                <a:gd name="T4" fmla="*/ 64 w 10"/>
                <a:gd name="T5" fmla="*/ 0 h 10"/>
                <a:gd name="T6" fmla="*/ 40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2"/>
                  </a:moveTo>
                  <a:cubicBezTo>
                    <a:pt x="2" y="4"/>
                    <a:pt x="0" y="6"/>
                    <a:pt x="1" y="10"/>
                  </a:cubicBezTo>
                  <a:cubicBezTo>
                    <a:pt x="5" y="10"/>
                    <a:pt x="10" y="4"/>
                    <a:pt x="8" y="0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35" name="Freeform 2326">
              <a:extLst>
                <a:ext uri="{FF2B5EF4-FFF2-40B4-BE49-F238E27FC236}">
                  <a16:creationId xmlns:a16="http://schemas.microsoft.com/office/drawing/2014/main" id="{5E951157-0D40-4C47-B3F2-4054721F2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966"/>
              <a:ext cx="24" cy="26"/>
            </a:xfrm>
            <a:custGeom>
              <a:avLst/>
              <a:gdLst>
                <a:gd name="T0" fmla="*/ 72 w 12"/>
                <a:gd name="T1" fmla="*/ 20 h 12"/>
                <a:gd name="T2" fmla="*/ 40 w 12"/>
                <a:gd name="T3" fmla="*/ 104 h 12"/>
                <a:gd name="T4" fmla="*/ 88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9" y="2"/>
                  </a:moveTo>
                  <a:cubicBezTo>
                    <a:pt x="5" y="1"/>
                    <a:pt x="0" y="9"/>
                    <a:pt x="5" y="10"/>
                  </a:cubicBezTo>
                  <a:cubicBezTo>
                    <a:pt x="9" y="12"/>
                    <a:pt x="12" y="2"/>
                    <a:pt x="11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36" name="Freeform 2327">
              <a:extLst>
                <a:ext uri="{FF2B5EF4-FFF2-40B4-BE49-F238E27FC236}">
                  <a16:creationId xmlns:a16="http://schemas.microsoft.com/office/drawing/2014/main" id="{BEE98201-F31F-4EA5-B684-FAB5D90DE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917"/>
              <a:ext cx="12" cy="13"/>
            </a:xfrm>
            <a:custGeom>
              <a:avLst/>
              <a:gdLst>
                <a:gd name="T0" fmla="*/ 48 w 6"/>
                <a:gd name="T1" fmla="*/ 0 h 6"/>
                <a:gd name="T2" fmla="*/ 0 w 6"/>
                <a:gd name="T3" fmla="*/ 61 h 6"/>
                <a:gd name="T4" fmla="*/ 48 w 6"/>
                <a:gd name="T5" fmla="*/ 20 h 6"/>
                <a:gd name="T6" fmla="*/ 32 w 6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1" y="3"/>
                    <a:pt x="0" y="6"/>
                  </a:cubicBezTo>
                  <a:cubicBezTo>
                    <a:pt x="3" y="6"/>
                    <a:pt x="5" y="4"/>
                    <a:pt x="6" y="2"/>
                  </a:cubicBezTo>
                  <a:cubicBezTo>
                    <a:pt x="6" y="1"/>
                    <a:pt x="5" y="1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37" name="Freeform 2328">
              <a:extLst>
                <a:ext uri="{FF2B5EF4-FFF2-40B4-BE49-F238E27FC236}">
                  <a16:creationId xmlns:a16="http://schemas.microsoft.com/office/drawing/2014/main" id="{4132A75A-173C-48C2-877A-D63A7EB9E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924"/>
              <a:ext cx="14" cy="17"/>
            </a:xfrm>
            <a:custGeom>
              <a:avLst/>
              <a:gdLst>
                <a:gd name="T0" fmla="*/ 48 w 7"/>
                <a:gd name="T1" fmla="*/ 28 h 8"/>
                <a:gd name="T2" fmla="*/ 0 w 7"/>
                <a:gd name="T3" fmla="*/ 77 h 8"/>
                <a:gd name="T4" fmla="*/ 48 w 7"/>
                <a:gd name="T5" fmla="*/ 0 h 8"/>
                <a:gd name="T6" fmla="*/ 32 w 7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4" y="7"/>
                    <a:pt x="7" y="3"/>
                    <a:pt x="6" y="0"/>
                  </a:cubicBezTo>
                  <a:cubicBezTo>
                    <a:pt x="5" y="1"/>
                    <a:pt x="4" y="2"/>
                    <a:pt x="4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38" name="Freeform 2329">
              <a:extLst>
                <a:ext uri="{FF2B5EF4-FFF2-40B4-BE49-F238E27FC236}">
                  <a16:creationId xmlns:a16="http://schemas.microsoft.com/office/drawing/2014/main" id="{0FDB9FC4-7807-4EF5-992E-0773EBB5B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987"/>
              <a:ext cx="12" cy="15"/>
            </a:xfrm>
            <a:custGeom>
              <a:avLst/>
              <a:gdLst>
                <a:gd name="T0" fmla="*/ 16 w 6"/>
                <a:gd name="T1" fmla="*/ 28 h 7"/>
                <a:gd name="T2" fmla="*/ 40 w 6"/>
                <a:gd name="T3" fmla="*/ 0 h 7"/>
                <a:gd name="T4" fmla="*/ 0 w 6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3" y="1"/>
                    <a:pt x="3" y="0"/>
                    <a:pt x="5" y="0"/>
                  </a:cubicBezTo>
                  <a:cubicBezTo>
                    <a:pt x="6" y="4"/>
                    <a:pt x="4" y="7"/>
                    <a:pt x="0" y="7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39" name="Freeform 2330">
              <a:extLst>
                <a:ext uri="{FF2B5EF4-FFF2-40B4-BE49-F238E27FC236}">
                  <a16:creationId xmlns:a16="http://schemas.microsoft.com/office/drawing/2014/main" id="{0AD8CE3E-1A24-41D7-BF76-4CFE381B6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945"/>
              <a:ext cx="20" cy="21"/>
            </a:xfrm>
            <a:custGeom>
              <a:avLst/>
              <a:gdLst>
                <a:gd name="T0" fmla="*/ 48 w 10"/>
                <a:gd name="T1" fmla="*/ 8 h 10"/>
                <a:gd name="T2" fmla="*/ 0 w 10"/>
                <a:gd name="T3" fmla="*/ 92 h 10"/>
                <a:gd name="T4" fmla="*/ 56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1"/>
                  </a:moveTo>
                  <a:cubicBezTo>
                    <a:pt x="3" y="3"/>
                    <a:pt x="0" y="6"/>
                    <a:pt x="0" y="10"/>
                  </a:cubicBezTo>
                  <a:cubicBezTo>
                    <a:pt x="4" y="10"/>
                    <a:pt x="10" y="4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40" name="Freeform 2331">
              <a:extLst>
                <a:ext uri="{FF2B5EF4-FFF2-40B4-BE49-F238E27FC236}">
                  <a16:creationId xmlns:a16="http://schemas.microsoft.com/office/drawing/2014/main" id="{3F91E2AC-757D-4DCE-A0C0-5EAB48F72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868"/>
              <a:ext cx="12" cy="22"/>
            </a:xfrm>
            <a:custGeom>
              <a:avLst/>
              <a:gdLst>
                <a:gd name="T0" fmla="*/ 0 w 6"/>
                <a:gd name="T1" fmla="*/ 73 h 10"/>
                <a:gd name="T2" fmla="*/ 8 w 6"/>
                <a:gd name="T3" fmla="*/ 106 h 10"/>
                <a:gd name="T4" fmla="*/ 24 w 6"/>
                <a:gd name="T5" fmla="*/ 0 h 10"/>
                <a:gd name="T6" fmla="*/ 0 w 6"/>
                <a:gd name="T7" fmla="*/ 4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7"/>
                  </a:moveTo>
                  <a:cubicBezTo>
                    <a:pt x="0" y="8"/>
                    <a:pt x="0" y="9"/>
                    <a:pt x="1" y="10"/>
                  </a:cubicBezTo>
                  <a:cubicBezTo>
                    <a:pt x="4" y="8"/>
                    <a:pt x="6" y="3"/>
                    <a:pt x="3" y="0"/>
                  </a:cubicBez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41" name="Freeform 2332">
              <a:extLst>
                <a:ext uri="{FF2B5EF4-FFF2-40B4-BE49-F238E27FC236}">
                  <a16:creationId xmlns:a16="http://schemas.microsoft.com/office/drawing/2014/main" id="{E87F7705-AE31-496F-8E28-64562E9AF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943"/>
              <a:ext cx="16" cy="25"/>
            </a:xfrm>
            <a:custGeom>
              <a:avLst/>
              <a:gdLst>
                <a:gd name="T0" fmla="*/ 32 w 8"/>
                <a:gd name="T1" fmla="*/ 17 h 12"/>
                <a:gd name="T2" fmla="*/ 8 w 8"/>
                <a:gd name="T3" fmla="*/ 92 h 12"/>
                <a:gd name="T4" fmla="*/ 56 w 8"/>
                <a:gd name="T5" fmla="*/ 0 h 12"/>
                <a:gd name="T6" fmla="*/ 16 w 8"/>
                <a:gd name="T7" fmla="*/ 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4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5" y="12"/>
                    <a:pt x="8" y="4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42" name="Freeform 2333">
              <a:extLst>
                <a:ext uri="{FF2B5EF4-FFF2-40B4-BE49-F238E27FC236}">
                  <a16:creationId xmlns:a16="http://schemas.microsoft.com/office/drawing/2014/main" id="{2A9FF0FB-423E-4A8A-B3AA-CAECB217E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968"/>
              <a:ext cx="16" cy="19"/>
            </a:xfrm>
            <a:custGeom>
              <a:avLst/>
              <a:gdLst>
                <a:gd name="T0" fmla="*/ 40 w 8"/>
                <a:gd name="T1" fmla="*/ 8 h 9"/>
                <a:gd name="T2" fmla="*/ 16 w 8"/>
                <a:gd name="T3" fmla="*/ 84 h 9"/>
                <a:gd name="T4" fmla="*/ 64 w 8"/>
                <a:gd name="T5" fmla="*/ 8 h 9"/>
                <a:gd name="T6" fmla="*/ 48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5" y="1"/>
                  </a:moveTo>
                  <a:cubicBezTo>
                    <a:pt x="2" y="3"/>
                    <a:pt x="0" y="6"/>
                    <a:pt x="2" y="9"/>
                  </a:cubicBezTo>
                  <a:cubicBezTo>
                    <a:pt x="4" y="7"/>
                    <a:pt x="7" y="4"/>
                    <a:pt x="8" y="1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43" name="Freeform 2334">
              <a:extLst>
                <a:ext uri="{FF2B5EF4-FFF2-40B4-BE49-F238E27FC236}">
                  <a16:creationId xmlns:a16="http://schemas.microsoft.com/office/drawing/2014/main" id="{A2B83BD1-7A52-4CEA-9991-48C6966FA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958"/>
              <a:ext cx="12" cy="17"/>
            </a:xfrm>
            <a:custGeom>
              <a:avLst/>
              <a:gdLst>
                <a:gd name="T0" fmla="*/ 0 w 6"/>
                <a:gd name="T1" fmla="*/ 19 h 8"/>
                <a:gd name="T2" fmla="*/ 16 w 6"/>
                <a:gd name="T3" fmla="*/ 77 h 8"/>
                <a:gd name="T4" fmla="*/ 48 w 6"/>
                <a:gd name="T5" fmla="*/ 9 h 8"/>
                <a:gd name="T6" fmla="*/ 32 w 6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2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5" y="7"/>
                    <a:pt x="6" y="4"/>
                    <a:pt x="6" y="1"/>
                  </a:cubicBezTo>
                  <a:cubicBezTo>
                    <a:pt x="5" y="0"/>
                    <a:pt x="5" y="1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44" name="Freeform 2335">
              <a:extLst>
                <a:ext uri="{FF2B5EF4-FFF2-40B4-BE49-F238E27FC236}">
                  <a16:creationId xmlns:a16="http://schemas.microsoft.com/office/drawing/2014/main" id="{563CA386-5A23-427D-8C73-A6DD5FCC9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877"/>
              <a:ext cx="12" cy="17"/>
            </a:xfrm>
            <a:custGeom>
              <a:avLst/>
              <a:gdLst>
                <a:gd name="T0" fmla="*/ 24 w 6"/>
                <a:gd name="T1" fmla="*/ 40 h 8"/>
                <a:gd name="T2" fmla="*/ 8 w 6"/>
                <a:gd name="T3" fmla="*/ 77 h 8"/>
                <a:gd name="T4" fmla="*/ 40 w 6"/>
                <a:gd name="T5" fmla="*/ 9 h 8"/>
                <a:gd name="T6" fmla="*/ 8 w 6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4"/>
                  </a:moveTo>
                  <a:cubicBezTo>
                    <a:pt x="1" y="6"/>
                    <a:pt x="0" y="6"/>
                    <a:pt x="1" y="8"/>
                  </a:cubicBezTo>
                  <a:cubicBezTo>
                    <a:pt x="4" y="8"/>
                    <a:pt x="6" y="4"/>
                    <a:pt x="5" y="1"/>
                  </a:cubicBezTo>
                  <a:cubicBezTo>
                    <a:pt x="2" y="0"/>
                    <a:pt x="2" y="2"/>
                    <a:pt x="1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45" name="Freeform 2336">
              <a:extLst>
                <a:ext uri="{FF2B5EF4-FFF2-40B4-BE49-F238E27FC236}">
                  <a16:creationId xmlns:a16="http://schemas.microsoft.com/office/drawing/2014/main" id="{57D9768C-6363-4FEB-8CB5-4D88A4B40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953"/>
              <a:ext cx="18" cy="20"/>
            </a:xfrm>
            <a:custGeom>
              <a:avLst/>
              <a:gdLst>
                <a:gd name="T0" fmla="*/ 8 w 9"/>
                <a:gd name="T1" fmla="*/ 9 h 9"/>
                <a:gd name="T2" fmla="*/ 16 w 9"/>
                <a:gd name="T3" fmla="*/ 98 h 9"/>
                <a:gd name="T4" fmla="*/ 32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1" y="1"/>
                  </a:moveTo>
                  <a:cubicBezTo>
                    <a:pt x="0" y="4"/>
                    <a:pt x="0" y="6"/>
                    <a:pt x="2" y="9"/>
                  </a:cubicBezTo>
                  <a:cubicBezTo>
                    <a:pt x="6" y="8"/>
                    <a:pt x="9" y="2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46" name="Freeform 2337">
              <a:extLst>
                <a:ext uri="{FF2B5EF4-FFF2-40B4-BE49-F238E27FC236}">
                  <a16:creationId xmlns:a16="http://schemas.microsoft.com/office/drawing/2014/main" id="{D07A8D3D-28E6-4DC5-84BA-6C9660D40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943"/>
              <a:ext cx="10" cy="19"/>
            </a:xfrm>
            <a:custGeom>
              <a:avLst/>
              <a:gdLst>
                <a:gd name="T0" fmla="*/ 16 w 5"/>
                <a:gd name="T1" fmla="*/ 0 h 9"/>
                <a:gd name="T2" fmla="*/ 24 w 5"/>
                <a:gd name="T3" fmla="*/ 84 h 9"/>
                <a:gd name="T4" fmla="*/ 24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0" y="3"/>
                    <a:pt x="0" y="7"/>
                    <a:pt x="3" y="9"/>
                  </a:cubicBezTo>
                  <a:cubicBezTo>
                    <a:pt x="5" y="6"/>
                    <a:pt x="5" y="3"/>
                    <a:pt x="3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47" name="Freeform 2338">
              <a:extLst>
                <a:ext uri="{FF2B5EF4-FFF2-40B4-BE49-F238E27FC236}">
                  <a16:creationId xmlns:a16="http://schemas.microsoft.com/office/drawing/2014/main" id="{90D56085-35F5-4EBD-B3A3-6DB344E44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264"/>
              <a:ext cx="32" cy="23"/>
            </a:xfrm>
            <a:custGeom>
              <a:avLst/>
              <a:gdLst>
                <a:gd name="T0" fmla="*/ 112 w 16"/>
                <a:gd name="T1" fmla="*/ 8 h 11"/>
                <a:gd name="T2" fmla="*/ 24 w 16"/>
                <a:gd name="T3" fmla="*/ 56 h 11"/>
                <a:gd name="T4" fmla="*/ 120 w 16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4" y="1"/>
                  </a:moveTo>
                  <a:cubicBezTo>
                    <a:pt x="11" y="1"/>
                    <a:pt x="0" y="0"/>
                    <a:pt x="3" y="6"/>
                  </a:cubicBezTo>
                  <a:cubicBezTo>
                    <a:pt x="5" y="11"/>
                    <a:pt x="16" y="10"/>
                    <a:pt x="15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48" name="Freeform 2339">
              <a:extLst>
                <a:ext uri="{FF2B5EF4-FFF2-40B4-BE49-F238E27FC236}">
                  <a16:creationId xmlns:a16="http://schemas.microsoft.com/office/drawing/2014/main" id="{712A1639-B75B-4E38-A9A2-BBBC6054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226"/>
              <a:ext cx="14" cy="10"/>
            </a:xfrm>
            <a:custGeom>
              <a:avLst/>
              <a:gdLst>
                <a:gd name="T0" fmla="*/ 24 w 7"/>
                <a:gd name="T1" fmla="*/ 8 h 5"/>
                <a:gd name="T2" fmla="*/ 0 w 7"/>
                <a:gd name="T3" fmla="*/ 32 h 5"/>
                <a:gd name="T4" fmla="*/ 56 w 7"/>
                <a:gd name="T5" fmla="*/ 24 h 5"/>
                <a:gd name="T6" fmla="*/ 4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cubicBezTo>
                    <a:pt x="1" y="2"/>
                    <a:pt x="0" y="1"/>
                    <a:pt x="0" y="4"/>
                  </a:cubicBezTo>
                  <a:cubicBezTo>
                    <a:pt x="2" y="5"/>
                    <a:pt x="4" y="5"/>
                    <a:pt x="7" y="3"/>
                  </a:cubicBezTo>
                  <a:cubicBezTo>
                    <a:pt x="7" y="2"/>
                    <a:pt x="6" y="1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49" name="Freeform 2340">
              <a:extLst>
                <a:ext uri="{FF2B5EF4-FFF2-40B4-BE49-F238E27FC236}">
                  <a16:creationId xmlns:a16="http://schemas.microsoft.com/office/drawing/2014/main" id="{B471277F-85E3-4612-B479-0E3C918F6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002"/>
              <a:ext cx="16" cy="13"/>
            </a:xfrm>
            <a:custGeom>
              <a:avLst/>
              <a:gdLst>
                <a:gd name="T0" fmla="*/ 32 w 8"/>
                <a:gd name="T1" fmla="*/ 0 h 6"/>
                <a:gd name="T2" fmla="*/ 8 w 8"/>
                <a:gd name="T3" fmla="*/ 52 h 6"/>
                <a:gd name="T4" fmla="*/ 64 w 8"/>
                <a:gd name="T5" fmla="*/ 43 h 6"/>
                <a:gd name="T6" fmla="*/ 32 w 8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2" y="1"/>
                    <a:pt x="0" y="2"/>
                    <a:pt x="1" y="5"/>
                  </a:cubicBezTo>
                  <a:cubicBezTo>
                    <a:pt x="3" y="6"/>
                    <a:pt x="6" y="6"/>
                    <a:pt x="8" y="4"/>
                  </a:cubicBezTo>
                  <a:cubicBezTo>
                    <a:pt x="7" y="1"/>
                    <a:pt x="6" y="1"/>
                    <a:pt x="4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50" name="Freeform 2341">
              <a:extLst>
                <a:ext uri="{FF2B5EF4-FFF2-40B4-BE49-F238E27FC236}">
                  <a16:creationId xmlns:a16="http://schemas.microsoft.com/office/drawing/2014/main" id="{B0EE5B44-77D3-41BB-A50A-8AE802A9C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045"/>
              <a:ext cx="14" cy="13"/>
            </a:xfrm>
            <a:custGeom>
              <a:avLst/>
              <a:gdLst>
                <a:gd name="T0" fmla="*/ 48 w 7"/>
                <a:gd name="T1" fmla="*/ 0 h 6"/>
                <a:gd name="T2" fmla="*/ 0 w 7"/>
                <a:gd name="T3" fmla="*/ 20 h 6"/>
                <a:gd name="T4" fmla="*/ 56 w 7"/>
                <a:gd name="T5" fmla="*/ 43 h 6"/>
                <a:gd name="T6" fmla="*/ 40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4" y="0"/>
                    <a:pt x="1" y="0"/>
                    <a:pt x="0" y="2"/>
                  </a:cubicBezTo>
                  <a:cubicBezTo>
                    <a:pt x="0" y="6"/>
                    <a:pt x="5" y="6"/>
                    <a:pt x="7" y="4"/>
                  </a:cubicBezTo>
                  <a:cubicBezTo>
                    <a:pt x="7" y="2"/>
                    <a:pt x="6" y="1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51" name="Freeform 2342">
              <a:extLst>
                <a:ext uri="{FF2B5EF4-FFF2-40B4-BE49-F238E27FC236}">
                  <a16:creationId xmlns:a16="http://schemas.microsoft.com/office/drawing/2014/main" id="{2C961A59-8B7A-4B14-AADF-71303B9F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006"/>
              <a:ext cx="22" cy="20"/>
            </a:xfrm>
            <a:custGeom>
              <a:avLst/>
              <a:gdLst>
                <a:gd name="T0" fmla="*/ 64 w 11"/>
                <a:gd name="T1" fmla="*/ 9 h 9"/>
                <a:gd name="T2" fmla="*/ 32 w 11"/>
                <a:gd name="T3" fmla="*/ 80 h 9"/>
                <a:gd name="T4" fmla="*/ 64 w 11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8" y="1"/>
                  </a:moveTo>
                  <a:cubicBezTo>
                    <a:pt x="4" y="0"/>
                    <a:pt x="0" y="4"/>
                    <a:pt x="4" y="7"/>
                  </a:cubicBezTo>
                  <a:cubicBezTo>
                    <a:pt x="8" y="9"/>
                    <a:pt x="11" y="4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52" name="Freeform 2343">
              <a:extLst>
                <a:ext uri="{FF2B5EF4-FFF2-40B4-BE49-F238E27FC236}">
                  <a16:creationId xmlns:a16="http://schemas.microsoft.com/office/drawing/2014/main" id="{B5154F2A-FFAC-44A0-B84A-516CCE365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960"/>
              <a:ext cx="14" cy="15"/>
            </a:xfrm>
            <a:custGeom>
              <a:avLst/>
              <a:gdLst>
                <a:gd name="T0" fmla="*/ 40 w 7"/>
                <a:gd name="T1" fmla="*/ 0 h 7"/>
                <a:gd name="T2" fmla="*/ 8 w 7"/>
                <a:gd name="T3" fmla="*/ 60 h 7"/>
                <a:gd name="T4" fmla="*/ 48 w 7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3" y="1"/>
                    <a:pt x="0" y="3"/>
                    <a:pt x="1" y="6"/>
                  </a:cubicBezTo>
                  <a:cubicBezTo>
                    <a:pt x="5" y="7"/>
                    <a:pt x="7" y="5"/>
                    <a:pt x="6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53" name="Freeform 2344">
              <a:extLst>
                <a:ext uri="{FF2B5EF4-FFF2-40B4-BE49-F238E27FC236}">
                  <a16:creationId xmlns:a16="http://schemas.microsoft.com/office/drawing/2014/main" id="{8E1782FE-5090-4673-89A5-CA5C1A3B1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21"/>
              <a:ext cx="24" cy="15"/>
            </a:xfrm>
            <a:custGeom>
              <a:avLst/>
              <a:gdLst>
                <a:gd name="T0" fmla="*/ 40 w 12"/>
                <a:gd name="T1" fmla="*/ 0 h 7"/>
                <a:gd name="T2" fmla="*/ 0 w 12"/>
                <a:gd name="T3" fmla="*/ 28 h 7"/>
                <a:gd name="T4" fmla="*/ 96 w 12"/>
                <a:gd name="T5" fmla="*/ 41 h 7"/>
                <a:gd name="T6" fmla="*/ 56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7"/>
                    <a:pt x="8" y="6"/>
                    <a:pt x="12" y="4"/>
                  </a:cubicBezTo>
                  <a:cubicBezTo>
                    <a:pt x="11" y="1"/>
                    <a:pt x="10" y="1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54" name="Freeform 2345">
              <a:extLst>
                <a:ext uri="{FF2B5EF4-FFF2-40B4-BE49-F238E27FC236}">
                  <a16:creationId xmlns:a16="http://schemas.microsoft.com/office/drawing/2014/main" id="{F184E966-CB66-4625-B969-3550D0119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706"/>
              <a:ext cx="16" cy="13"/>
            </a:xfrm>
            <a:custGeom>
              <a:avLst/>
              <a:gdLst>
                <a:gd name="T0" fmla="*/ 64 w 8"/>
                <a:gd name="T1" fmla="*/ 0 h 6"/>
                <a:gd name="T2" fmla="*/ 0 w 8"/>
                <a:gd name="T3" fmla="*/ 52 h 6"/>
                <a:gd name="T4" fmla="*/ 64 w 8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0" y="1"/>
                    <a:pt x="0" y="5"/>
                  </a:cubicBezTo>
                  <a:cubicBezTo>
                    <a:pt x="2" y="6"/>
                    <a:pt x="6" y="6"/>
                    <a:pt x="8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55" name="Freeform 2346">
              <a:extLst>
                <a:ext uri="{FF2B5EF4-FFF2-40B4-BE49-F238E27FC236}">
                  <a16:creationId xmlns:a16="http://schemas.microsoft.com/office/drawing/2014/main" id="{C6B1E5B7-6FAC-43D0-B331-1A482BA50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798"/>
              <a:ext cx="30" cy="17"/>
            </a:xfrm>
            <a:custGeom>
              <a:avLst/>
              <a:gdLst>
                <a:gd name="T0" fmla="*/ 88 w 15"/>
                <a:gd name="T1" fmla="*/ 9 h 8"/>
                <a:gd name="T2" fmla="*/ 48 w 15"/>
                <a:gd name="T3" fmla="*/ 60 h 8"/>
                <a:gd name="T4" fmla="*/ 120 w 15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1" y="1"/>
                  </a:moveTo>
                  <a:cubicBezTo>
                    <a:pt x="7" y="0"/>
                    <a:pt x="0" y="3"/>
                    <a:pt x="6" y="6"/>
                  </a:cubicBezTo>
                  <a:cubicBezTo>
                    <a:pt x="9" y="8"/>
                    <a:pt x="14" y="5"/>
                    <a:pt x="15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56" name="Freeform 2347">
              <a:extLst>
                <a:ext uri="{FF2B5EF4-FFF2-40B4-BE49-F238E27FC236}">
                  <a16:creationId xmlns:a16="http://schemas.microsoft.com/office/drawing/2014/main" id="{6315C97C-F3B6-4679-A40E-5F20E18FF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836"/>
              <a:ext cx="24" cy="15"/>
            </a:xfrm>
            <a:custGeom>
              <a:avLst/>
              <a:gdLst>
                <a:gd name="T0" fmla="*/ 56 w 12"/>
                <a:gd name="T1" fmla="*/ 0 h 7"/>
                <a:gd name="T2" fmla="*/ 0 w 12"/>
                <a:gd name="T3" fmla="*/ 41 h 7"/>
                <a:gd name="T4" fmla="*/ 96 w 12"/>
                <a:gd name="T5" fmla="*/ 19 h 7"/>
                <a:gd name="T6" fmla="*/ 72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7" y="0"/>
                  </a:moveTo>
                  <a:cubicBezTo>
                    <a:pt x="4" y="0"/>
                    <a:pt x="2" y="2"/>
                    <a:pt x="0" y="4"/>
                  </a:cubicBezTo>
                  <a:cubicBezTo>
                    <a:pt x="3" y="7"/>
                    <a:pt x="10" y="6"/>
                    <a:pt x="12" y="2"/>
                  </a:cubicBezTo>
                  <a:cubicBezTo>
                    <a:pt x="11" y="1"/>
                    <a:pt x="10" y="1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57" name="Freeform 2348">
              <a:extLst>
                <a:ext uri="{FF2B5EF4-FFF2-40B4-BE49-F238E27FC236}">
                  <a16:creationId xmlns:a16="http://schemas.microsoft.com/office/drawing/2014/main" id="{F1460F70-19DD-4CCA-AC2E-9C41224EC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962"/>
              <a:ext cx="34" cy="53"/>
            </a:xfrm>
            <a:custGeom>
              <a:avLst/>
              <a:gdLst>
                <a:gd name="T0" fmla="*/ 0 w 17"/>
                <a:gd name="T1" fmla="*/ 212 h 25"/>
                <a:gd name="T2" fmla="*/ 104 w 17"/>
                <a:gd name="T3" fmla="*/ 49 h 25"/>
                <a:gd name="T4" fmla="*/ 24 w 17"/>
                <a:gd name="T5" fmla="*/ 20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22"/>
                  </a:moveTo>
                  <a:cubicBezTo>
                    <a:pt x="0" y="18"/>
                    <a:pt x="7" y="0"/>
                    <a:pt x="13" y="5"/>
                  </a:cubicBezTo>
                  <a:cubicBezTo>
                    <a:pt x="17" y="8"/>
                    <a:pt x="7" y="25"/>
                    <a:pt x="3" y="2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58" name="Freeform 2349">
              <a:extLst>
                <a:ext uri="{FF2B5EF4-FFF2-40B4-BE49-F238E27FC236}">
                  <a16:creationId xmlns:a16="http://schemas.microsoft.com/office/drawing/2014/main" id="{38D17F89-C0FA-40AF-8169-C3FA8F300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375"/>
              <a:ext cx="42" cy="23"/>
            </a:xfrm>
            <a:custGeom>
              <a:avLst/>
              <a:gdLst>
                <a:gd name="T0" fmla="*/ 128 w 21"/>
                <a:gd name="T1" fmla="*/ 8 h 11"/>
                <a:gd name="T2" fmla="*/ 48 w 21"/>
                <a:gd name="T3" fmla="*/ 84 h 11"/>
                <a:gd name="T4" fmla="*/ 152 w 21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16" y="1"/>
                  </a:moveTo>
                  <a:cubicBezTo>
                    <a:pt x="12" y="0"/>
                    <a:pt x="0" y="4"/>
                    <a:pt x="6" y="9"/>
                  </a:cubicBezTo>
                  <a:cubicBezTo>
                    <a:pt x="9" y="11"/>
                    <a:pt x="21" y="7"/>
                    <a:pt x="19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59" name="Freeform 2350">
              <a:extLst>
                <a:ext uri="{FF2B5EF4-FFF2-40B4-BE49-F238E27FC236}">
                  <a16:creationId xmlns:a16="http://schemas.microsoft.com/office/drawing/2014/main" id="{AB40976E-34DC-4835-8E4C-3119A8825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411"/>
              <a:ext cx="38" cy="23"/>
            </a:xfrm>
            <a:custGeom>
              <a:avLst/>
              <a:gdLst>
                <a:gd name="T0" fmla="*/ 96 w 19"/>
                <a:gd name="T1" fmla="*/ 0 h 11"/>
                <a:gd name="T2" fmla="*/ 0 w 19"/>
                <a:gd name="T3" fmla="*/ 56 h 11"/>
                <a:gd name="T4" fmla="*/ 48 w 19"/>
                <a:gd name="T5" fmla="*/ 92 h 11"/>
                <a:gd name="T6" fmla="*/ 96 w 19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12" y="0"/>
                  </a:moveTo>
                  <a:cubicBezTo>
                    <a:pt x="9" y="1"/>
                    <a:pt x="0" y="0"/>
                    <a:pt x="0" y="6"/>
                  </a:cubicBezTo>
                  <a:cubicBezTo>
                    <a:pt x="0" y="9"/>
                    <a:pt x="4" y="10"/>
                    <a:pt x="6" y="10"/>
                  </a:cubicBezTo>
                  <a:cubicBezTo>
                    <a:pt x="10" y="11"/>
                    <a:pt x="19" y="5"/>
                    <a:pt x="12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60" name="Freeform 2351">
              <a:extLst>
                <a:ext uri="{FF2B5EF4-FFF2-40B4-BE49-F238E27FC236}">
                  <a16:creationId xmlns:a16="http://schemas.microsoft.com/office/drawing/2014/main" id="{07ABCD60-ECB2-433F-B9E3-DACBCE6F2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372"/>
              <a:ext cx="34" cy="39"/>
            </a:xfrm>
            <a:custGeom>
              <a:avLst/>
              <a:gdLst>
                <a:gd name="T0" fmla="*/ 128 w 17"/>
                <a:gd name="T1" fmla="*/ 33 h 18"/>
                <a:gd name="T2" fmla="*/ 136 w 17"/>
                <a:gd name="T3" fmla="*/ 1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16" y="3"/>
                  </a:moveTo>
                  <a:cubicBezTo>
                    <a:pt x="0" y="0"/>
                    <a:pt x="2" y="18"/>
                    <a:pt x="17" y="1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61" name="Freeform 2352">
              <a:extLst>
                <a:ext uri="{FF2B5EF4-FFF2-40B4-BE49-F238E27FC236}">
                  <a16:creationId xmlns:a16="http://schemas.microsoft.com/office/drawing/2014/main" id="{1DE62955-028A-42F0-A91F-EBBA77257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338"/>
              <a:ext cx="34" cy="22"/>
            </a:xfrm>
            <a:custGeom>
              <a:avLst/>
              <a:gdLst>
                <a:gd name="T0" fmla="*/ 56 w 17"/>
                <a:gd name="T1" fmla="*/ 20 h 10"/>
                <a:gd name="T2" fmla="*/ 48 w 17"/>
                <a:gd name="T3" fmla="*/ 88 h 10"/>
                <a:gd name="T4" fmla="*/ 96 w 17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7" y="2"/>
                  </a:moveTo>
                  <a:cubicBezTo>
                    <a:pt x="1" y="0"/>
                    <a:pt x="0" y="7"/>
                    <a:pt x="6" y="8"/>
                  </a:cubicBezTo>
                  <a:cubicBezTo>
                    <a:pt x="11" y="10"/>
                    <a:pt x="17" y="6"/>
                    <a:pt x="1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62" name="Freeform 2353">
              <a:extLst>
                <a:ext uri="{FF2B5EF4-FFF2-40B4-BE49-F238E27FC236}">
                  <a16:creationId xmlns:a16="http://schemas.microsoft.com/office/drawing/2014/main" id="{22B3FA19-FB6C-4C39-B504-A01B86748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287"/>
              <a:ext cx="18" cy="13"/>
            </a:xfrm>
            <a:custGeom>
              <a:avLst/>
              <a:gdLst>
                <a:gd name="T0" fmla="*/ 8 w 9"/>
                <a:gd name="T1" fmla="*/ 33 h 6"/>
                <a:gd name="T2" fmla="*/ 0 w 9"/>
                <a:gd name="T3" fmla="*/ 52 h 6"/>
                <a:gd name="T4" fmla="*/ 24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1" y="3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6"/>
                    <a:pt x="9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63" name="Freeform 2354">
              <a:extLst>
                <a:ext uri="{FF2B5EF4-FFF2-40B4-BE49-F238E27FC236}">
                  <a16:creationId xmlns:a16="http://schemas.microsoft.com/office/drawing/2014/main" id="{4DD65E02-5587-4698-B107-E9646590C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298"/>
              <a:ext cx="16" cy="13"/>
            </a:xfrm>
            <a:custGeom>
              <a:avLst/>
              <a:gdLst>
                <a:gd name="T0" fmla="*/ 40 w 8"/>
                <a:gd name="T1" fmla="*/ 20 h 6"/>
                <a:gd name="T2" fmla="*/ 8 w 8"/>
                <a:gd name="T3" fmla="*/ 0 h 6"/>
                <a:gd name="T4" fmla="*/ 64 w 8"/>
                <a:gd name="T5" fmla="*/ 20 h 6"/>
                <a:gd name="T6" fmla="*/ 40 w 8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2"/>
                  </a:moveTo>
                  <a:cubicBezTo>
                    <a:pt x="4" y="1"/>
                    <a:pt x="3" y="0"/>
                    <a:pt x="1" y="0"/>
                  </a:cubicBezTo>
                  <a:cubicBezTo>
                    <a:pt x="0" y="5"/>
                    <a:pt x="6" y="6"/>
                    <a:pt x="8" y="2"/>
                  </a:cubicBezTo>
                  <a:cubicBezTo>
                    <a:pt x="7" y="0"/>
                    <a:pt x="6" y="1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64" name="Freeform 2355">
              <a:extLst>
                <a:ext uri="{FF2B5EF4-FFF2-40B4-BE49-F238E27FC236}">
                  <a16:creationId xmlns:a16="http://schemas.microsoft.com/office/drawing/2014/main" id="{5D4CE489-8D8D-4CCD-AD96-4651BE036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1383"/>
              <a:ext cx="26" cy="17"/>
            </a:xfrm>
            <a:custGeom>
              <a:avLst/>
              <a:gdLst>
                <a:gd name="T0" fmla="*/ 40 w 13"/>
                <a:gd name="T1" fmla="*/ 9 h 8"/>
                <a:gd name="T2" fmla="*/ 64 w 13"/>
                <a:gd name="T3" fmla="*/ 68 h 8"/>
                <a:gd name="T4" fmla="*/ 64 w 13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5" y="1"/>
                  </a:moveTo>
                  <a:cubicBezTo>
                    <a:pt x="0" y="1"/>
                    <a:pt x="3" y="8"/>
                    <a:pt x="8" y="7"/>
                  </a:cubicBezTo>
                  <a:cubicBezTo>
                    <a:pt x="13" y="7"/>
                    <a:pt x="13" y="0"/>
                    <a:pt x="8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65" name="Freeform 2356">
              <a:extLst>
                <a:ext uri="{FF2B5EF4-FFF2-40B4-BE49-F238E27FC236}">
                  <a16:creationId xmlns:a16="http://schemas.microsoft.com/office/drawing/2014/main" id="{8D2D14EF-A1BD-4556-915A-F07EABFED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387"/>
              <a:ext cx="36" cy="19"/>
            </a:xfrm>
            <a:custGeom>
              <a:avLst/>
              <a:gdLst>
                <a:gd name="T0" fmla="*/ 48 w 18"/>
                <a:gd name="T1" fmla="*/ 8 h 9"/>
                <a:gd name="T2" fmla="*/ 40 w 18"/>
                <a:gd name="T3" fmla="*/ 8 h 9"/>
                <a:gd name="T4" fmla="*/ 88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6" y="1"/>
                  </a:moveTo>
                  <a:cubicBezTo>
                    <a:pt x="6" y="1"/>
                    <a:pt x="5" y="1"/>
                    <a:pt x="5" y="1"/>
                  </a:cubicBezTo>
                  <a:cubicBezTo>
                    <a:pt x="0" y="9"/>
                    <a:pt x="18" y="5"/>
                    <a:pt x="1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66" name="Freeform 2357">
              <a:extLst>
                <a:ext uri="{FF2B5EF4-FFF2-40B4-BE49-F238E27FC236}">
                  <a16:creationId xmlns:a16="http://schemas.microsoft.com/office/drawing/2014/main" id="{F2F45DF7-D5B5-4B5E-926B-817223DA9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432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8 w 5"/>
                <a:gd name="T3" fmla="*/ 33 h 5"/>
                <a:gd name="T4" fmla="*/ 40 w 5"/>
                <a:gd name="T5" fmla="*/ 33 h 5"/>
                <a:gd name="T6" fmla="*/ 32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5"/>
                    <a:pt x="4" y="5"/>
                    <a:pt x="5" y="3"/>
                  </a:cubicBezTo>
                  <a:cubicBezTo>
                    <a:pt x="5" y="2"/>
                    <a:pt x="4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67" name="Freeform 2358">
              <a:extLst>
                <a:ext uri="{FF2B5EF4-FFF2-40B4-BE49-F238E27FC236}">
                  <a16:creationId xmlns:a16="http://schemas.microsoft.com/office/drawing/2014/main" id="{C3B4AD8F-893C-4EB8-B008-232FA6E5D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466"/>
              <a:ext cx="36" cy="30"/>
            </a:xfrm>
            <a:custGeom>
              <a:avLst/>
              <a:gdLst>
                <a:gd name="T0" fmla="*/ 88 w 18"/>
                <a:gd name="T1" fmla="*/ 60 h 14"/>
                <a:gd name="T2" fmla="*/ 32 w 18"/>
                <a:gd name="T3" fmla="*/ 96 h 14"/>
                <a:gd name="T4" fmla="*/ 96 w 18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1" y="6"/>
                  </a:moveTo>
                  <a:cubicBezTo>
                    <a:pt x="8" y="0"/>
                    <a:pt x="0" y="6"/>
                    <a:pt x="4" y="10"/>
                  </a:cubicBezTo>
                  <a:cubicBezTo>
                    <a:pt x="7" y="14"/>
                    <a:pt x="18" y="8"/>
                    <a:pt x="12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68" name="Freeform 2359">
              <a:extLst>
                <a:ext uri="{FF2B5EF4-FFF2-40B4-BE49-F238E27FC236}">
                  <a16:creationId xmlns:a16="http://schemas.microsoft.com/office/drawing/2014/main" id="{E93F7152-1DFB-4FEC-94FE-EDBD24338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477"/>
              <a:ext cx="22" cy="14"/>
            </a:xfrm>
            <a:custGeom>
              <a:avLst/>
              <a:gdLst>
                <a:gd name="T0" fmla="*/ 48 w 11"/>
                <a:gd name="T1" fmla="*/ 16 h 7"/>
                <a:gd name="T2" fmla="*/ 24 w 11"/>
                <a:gd name="T3" fmla="*/ 8 h 7"/>
                <a:gd name="T4" fmla="*/ 48 w 11"/>
                <a:gd name="T5" fmla="*/ 56 h 7"/>
                <a:gd name="T6" fmla="*/ 56 w 11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6" y="2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0" y="3"/>
                    <a:pt x="2" y="7"/>
                    <a:pt x="6" y="7"/>
                  </a:cubicBezTo>
                  <a:cubicBezTo>
                    <a:pt x="9" y="7"/>
                    <a:pt x="11" y="0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69" name="Freeform 2360">
              <a:extLst>
                <a:ext uri="{FF2B5EF4-FFF2-40B4-BE49-F238E27FC236}">
                  <a16:creationId xmlns:a16="http://schemas.microsoft.com/office/drawing/2014/main" id="{0C12E415-A6FA-42B1-ABAB-E18503DE0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423"/>
              <a:ext cx="16" cy="15"/>
            </a:xfrm>
            <a:custGeom>
              <a:avLst/>
              <a:gdLst>
                <a:gd name="T0" fmla="*/ 48 w 8"/>
                <a:gd name="T1" fmla="*/ 9 h 7"/>
                <a:gd name="T2" fmla="*/ 8 w 8"/>
                <a:gd name="T3" fmla="*/ 41 h 7"/>
                <a:gd name="T4" fmla="*/ 64 w 8"/>
                <a:gd name="T5" fmla="*/ 19 h 7"/>
                <a:gd name="T6" fmla="*/ 48 w 8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4" y="0"/>
                    <a:pt x="0" y="1"/>
                    <a:pt x="1" y="4"/>
                  </a:cubicBezTo>
                  <a:cubicBezTo>
                    <a:pt x="3" y="7"/>
                    <a:pt x="8" y="4"/>
                    <a:pt x="8" y="2"/>
                  </a:cubicBezTo>
                  <a:cubicBezTo>
                    <a:pt x="8" y="1"/>
                    <a:pt x="7" y="1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70" name="Freeform 2361">
              <a:extLst>
                <a:ext uri="{FF2B5EF4-FFF2-40B4-BE49-F238E27FC236}">
                  <a16:creationId xmlns:a16="http://schemas.microsoft.com/office/drawing/2014/main" id="{B9EF701D-1EE9-4C5F-BBEC-396A98F31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506"/>
              <a:ext cx="28" cy="20"/>
            </a:xfrm>
            <a:custGeom>
              <a:avLst/>
              <a:gdLst>
                <a:gd name="T0" fmla="*/ 56 w 14"/>
                <a:gd name="T1" fmla="*/ 44 h 9"/>
                <a:gd name="T2" fmla="*/ 56 w 14"/>
                <a:gd name="T3" fmla="*/ 98 h 9"/>
                <a:gd name="T4" fmla="*/ 72 w 14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7" y="4"/>
                  </a:moveTo>
                  <a:cubicBezTo>
                    <a:pt x="3" y="3"/>
                    <a:pt x="0" y="8"/>
                    <a:pt x="7" y="9"/>
                  </a:cubicBezTo>
                  <a:cubicBezTo>
                    <a:pt x="14" y="9"/>
                    <a:pt x="14" y="0"/>
                    <a:pt x="9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71" name="Freeform 2362">
              <a:extLst>
                <a:ext uri="{FF2B5EF4-FFF2-40B4-BE49-F238E27FC236}">
                  <a16:creationId xmlns:a16="http://schemas.microsoft.com/office/drawing/2014/main" id="{9905FECB-96BB-47AA-993B-3B41F96B8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545"/>
              <a:ext cx="16" cy="17"/>
            </a:xfrm>
            <a:custGeom>
              <a:avLst/>
              <a:gdLst>
                <a:gd name="T0" fmla="*/ 40 w 8"/>
                <a:gd name="T1" fmla="*/ 0 h 8"/>
                <a:gd name="T2" fmla="*/ 16 w 8"/>
                <a:gd name="T3" fmla="*/ 60 h 8"/>
                <a:gd name="T4" fmla="*/ 48 w 8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3" y="1"/>
                    <a:pt x="0" y="4"/>
                    <a:pt x="2" y="6"/>
                  </a:cubicBezTo>
                  <a:cubicBezTo>
                    <a:pt x="4" y="8"/>
                    <a:pt x="8" y="4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72" name="Freeform 2363">
              <a:extLst>
                <a:ext uri="{FF2B5EF4-FFF2-40B4-BE49-F238E27FC236}">
                  <a16:creationId xmlns:a16="http://schemas.microsoft.com/office/drawing/2014/main" id="{F6D38BD0-2D06-408C-8675-B4E7B784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572"/>
              <a:ext cx="24" cy="15"/>
            </a:xfrm>
            <a:custGeom>
              <a:avLst/>
              <a:gdLst>
                <a:gd name="T0" fmla="*/ 32 w 12"/>
                <a:gd name="T1" fmla="*/ 9 h 7"/>
                <a:gd name="T2" fmla="*/ 48 w 12"/>
                <a:gd name="T3" fmla="*/ 60 h 7"/>
                <a:gd name="T4" fmla="*/ 56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4" y="1"/>
                  </a:moveTo>
                  <a:cubicBezTo>
                    <a:pt x="0" y="3"/>
                    <a:pt x="2" y="7"/>
                    <a:pt x="6" y="6"/>
                  </a:cubicBezTo>
                  <a:cubicBezTo>
                    <a:pt x="10" y="6"/>
                    <a:pt x="12" y="1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73" name="Freeform 2364">
              <a:extLst>
                <a:ext uri="{FF2B5EF4-FFF2-40B4-BE49-F238E27FC236}">
                  <a16:creationId xmlns:a16="http://schemas.microsoft.com/office/drawing/2014/main" id="{505A8FD5-2756-4243-8282-AC898C2B8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511"/>
              <a:ext cx="21" cy="17"/>
            </a:xfrm>
            <a:custGeom>
              <a:avLst/>
              <a:gdLst>
                <a:gd name="T0" fmla="*/ 40 w 11"/>
                <a:gd name="T1" fmla="*/ 0 h 8"/>
                <a:gd name="T2" fmla="*/ 29 w 11"/>
                <a:gd name="T3" fmla="*/ 60 h 8"/>
                <a:gd name="T4" fmla="*/ 48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2" y="1"/>
                    <a:pt x="0" y="5"/>
                    <a:pt x="4" y="6"/>
                  </a:cubicBezTo>
                  <a:cubicBezTo>
                    <a:pt x="8" y="8"/>
                    <a:pt x="11" y="1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74" name="Freeform 2365">
              <a:extLst>
                <a:ext uri="{FF2B5EF4-FFF2-40B4-BE49-F238E27FC236}">
                  <a16:creationId xmlns:a16="http://schemas.microsoft.com/office/drawing/2014/main" id="{34CF0915-5EE9-4C0B-91D0-EB3D21CD5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604"/>
              <a:ext cx="22" cy="15"/>
            </a:xfrm>
            <a:custGeom>
              <a:avLst/>
              <a:gdLst>
                <a:gd name="T0" fmla="*/ 40 w 11"/>
                <a:gd name="T1" fmla="*/ 19 h 7"/>
                <a:gd name="T2" fmla="*/ 40 w 11"/>
                <a:gd name="T3" fmla="*/ 69 h 7"/>
                <a:gd name="T4" fmla="*/ 56 w 11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2"/>
                  </a:moveTo>
                  <a:cubicBezTo>
                    <a:pt x="1" y="0"/>
                    <a:pt x="0" y="6"/>
                    <a:pt x="5" y="7"/>
                  </a:cubicBezTo>
                  <a:cubicBezTo>
                    <a:pt x="9" y="7"/>
                    <a:pt x="11" y="4"/>
                    <a:pt x="7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75" name="Freeform 2366">
              <a:extLst>
                <a:ext uri="{FF2B5EF4-FFF2-40B4-BE49-F238E27FC236}">
                  <a16:creationId xmlns:a16="http://schemas.microsoft.com/office/drawing/2014/main" id="{B3704FC6-B9E0-42CA-A44F-9ABAABDBA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647"/>
              <a:ext cx="18" cy="15"/>
            </a:xfrm>
            <a:custGeom>
              <a:avLst/>
              <a:gdLst>
                <a:gd name="T0" fmla="*/ 40 w 9"/>
                <a:gd name="T1" fmla="*/ 28 h 7"/>
                <a:gd name="T2" fmla="*/ 0 w 9"/>
                <a:gd name="T3" fmla="*/ 28 h 7"/>
                <a:gd name="T4" fmla="*/ 4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3"/>
                  </a:moveTo>
                  <a:cubicBezTo>
                    <a:pt x="4" y="0"/>
                    <a:pt x="2" y="0"/>
                    <a:pt x="0" y="3"/>
                  </a:cubicBezTo>
                  <a:cubicBezTo>
                    <a:pt x="2" y="7"/>
                    <a:pt x="9" y="4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76" name="Freeform 2367">
              <a:extLst>
                <a:ext uri="{FF2B5EF4-FFF2-40B4-BE49-F238E27FC236}">
                  <a16:creationId xmlns:a16="http://schemas.microsoft.com/office/drawing/2014/main" id="{4740599A-A398-4270-9D0F-EF19B68ED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613"/>
              <a:ext cx="22" cy="17"/>
            </a:xfrm>
            <a:custGeom>
              <a:avLst/>
              <a:gdLst>
                <a:gd name="T0" fmla="*/ 80 w 11"/>
                <a:gd name="T1" fmla="*/ 0 h 8"/>
                <a:gd name="T2" fmla="*/ 32 w 11"/>
                <a:gd name="T3" fmla="*/ 49 h 8"/>
                <a:gd name="T4" fmla="*/ 80 w 11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0" y="0"/>
                  </a:moveTo>
                  <a:cubicBezTo>
                    <a:pt x="7" y="0"/>
                    <a:pt x="0" y="2"/>
                    <a:pt x="4" y="5"/>
                  </a:cubicBezTo>
                  <a:cubicBezTo>
                    <a:pt x="7" y="8"/>
                    <a:pt x="11" y="5"/>
                    <a:pt x="10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77" name="Freeform 2368">
              <a:extLst>
                <a:ext uri="{FF2B5EF4-FFF2-40B4-BE49-F238E27FC236}">
                  <a16:creationId xmlns:a16="http://schemas.microsoft.com/office/drawing/2014/main" id="{6397CDB8-3F47-4DA8-829E-7455BE4DE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583"/>
              <a:ext cx="16" cy="11"/>
            </a:xfrm>
            <a:custGeom>
              <a:avLst/>
              <a:gdLst>
                <a:gd name="T0" fmla="*/ 32 w 8"/>
                <a:gd name="T1" fmla="*/ 0 h 5"/>
                <a:gd name="T2" fmla="*/ 0 w 8"/>
                <a:gd name="T3" fmla="*/ 33 h 5"/>
                <a:gd name="T4" fmla="*/ 64 w 8"/>
                <a:gd name="T5" fmla="*/ 33 h 5"/>
                <a:gd name="T6" fmla="*/ 32 w 8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2" y="5"/>
                    <a:pt x="5" y="5"/>
                    <a:pt x="8" y="3"/>
                  </a:cubicBezTo>
                  <a:cubicBezTo>
                    <a:pt x="7" y="1"/>
                    <a:pt x="6" y="0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78" name="Freeform 2369">
              <a:extLst>
                <a:ext uri="{FF2B5EF4-FFF2-40B4-BE49-F238E27FC236}">
                  <a16:creationId xmlns:a16="http://schemas.microsoft.com/office/drawing/2014/main" id="{6E3DBDAA-888C-4B8F-8408-A1BFC5A3A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540"/>
              <a:ext cx="48" cy="15"/>
            </a:xfrm>
            <a:custGeom>
              <a:avLst/>
              <a:gdLst>
                <a:gd name="T0" fmla="*/ 88 w 24"/>
                <a:gd name="T1" fmla="*/ 9 h 7"/>
                <a:gd name="T2" fmla="*/ 104 w 2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11" y="1"/>
                  </a:moveTo>
                  <a:cubicBezTo>
                    <a:pt x="0" y="6"/>
                    <a:pt x="24" y="7"/>
                    <a:pt x="1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79" name="Freeform 2370">
              <a:extLst>
                <a:ext uri="{FF2B5EF4-FFF2-40B4-BE49-F238E27FC236}">
                  <a16:creationId xmlns:a16="http://schemas.microsoft.com/office/drawing/2014/main" id="{736D0B32-A0F6-49AE-B3A6-773EBF62D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3079"/>
              <a:ext cx="20" cy="17"/>
            </a:xfrm>
            <a:custGeom>
              <a:avLst/>
              <a:gdLst>
                <a:gd name="T0" fmla="*/ 24 w 10"/>
                <a:gd name="T1" fmla="*/ 9 h 8"/>
                <a:gd name="T2" fmla="*/ 16 w 10"/>
                <a:gd name="T3" fmla="*/ 77 h 8"/>
                <a:gd name="T4" fmla="*/ 4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1" y="3"/>
                    <a:pt x="0" y="6"/>
                    <a:pt x="2" y="8"/>
                  </a:cubicBezTo>
                  <a:cubicBezTo>
                    <a:pt x="6" y="8"/>
                    <a:pt x="10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80" name="Freeform 2371">
              <a:extLst>
                <a:ext uri="{FF2B5EF4-FFF2-40B4-BE49-F238E27FC236}">
                  <a16:creationId xmlns:a16="http://schemas.microsoft.com/office/drawing/2014/main" id="{4B68C8EC-2958-4D62-BBD3-2C026F527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3139"/>
              <a:ext cx="36" cy="27"/>
            </a:xfrm>
            <a:custGeom>
              <a:avLst/>
              <a:gdLst>
                <a:gd name="T0" fmla="*/ 64 w 18"/>
                <a:gd name="T1" fmla="*/ 0 h 13"/>
                <a:gd name="T2" fmla="*/ 72 w 18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8" y="0"/>
                  </a:moveTo>
                  <a:cubicBezTo>
                    <a:pt x="0" y="13"/>
                    <a:pt x="18" y="2"/>
                    <a:pt x="9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81" name="Freeform 2372">
              <a:extLst>
                <a:ext uri="{FF2B5EF4-FFF2-40B4-BE49-F238E27FC236}">
                  <a16:creationId xmlns:a16="http://schemas.microsoft.com/office/drawing/2014/main" id="{9541E711-BF09-4E50-A059-9B90F9786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3087"/>
              <a:ext cx="17" cy="28"/>
            </a:xfrm>
            <a:custGeom>
              <a:avLst/>
              <a:gdLst>
                <a:gd name="T0" fmla="*/ 8 w 9"/>
                <a:gd name="T1" fmla="*/ 0 h 13"/>
                <a:gd name="T2" fmla="*/ 15 w 9"/>
                <a:gd name="T3" fmla="*/ 121 h 13"/>
                <a:gd name="T4" fmla="*/ 47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0"/>
                  </a:moveTo>
                  <a:cubicBezTo>
                    <a:pt x="0" y="4"/>
                    <a:pt x="0" y="8"/>
                    <a:pt x="2" y="12"/>
                  </a:cubicBezTo>
                  <a:cubicBezTo>
                    <a:pt x="9" y="13"/>
                    <a:pt x="8" y="4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82" name="Freeform 2373">
              <a:extLst>
                <a:ext uri="{FF2B5EF4-FFF2-40B4-BE49-F238E27FC236}">
                  <a16:creationId xmlns:a16="http://schemas.microsoft.com/office/drawing/2014/main" id="{1AB2F72E-6605-476B-B52D-BEF953CC5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3107"/>
              <a:ext cx="40" cy="15"/>
            </a:xfrm>
            <a:custGeom>
              <a:avLst/>
              <a:gdLst>
                <a:gd name="T0" fmla="*/ 80 w 20"/>
                <a:gd name="T1" fmla="*/ 0 h 7"/>
                <a:gd name="T2" fmla="*/ 96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10" y="0"/>
                  </a:moveTo>
                  <a:cubicBezTo>
                    <a:pt x="0" y="7"/>
                    <a:pt x="20" y="5"/>
                    <a:pt x="1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83" name="Freeform 2374">
              <a:extLst>
                <a:ext uri="{FF2B5EF4-FFF2-40B4-BE49-F238E27FC236}">
                  <a16:creationId xmlns:a16="http://schemas.microsoft.com/office/drawing/2014/main" id="{FC7016E5-70A2-4117-B1DA-3B228F1EE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3075"/>
              <a:ext cx="12" cy="17"/>
            </a:xfrm>
            <a:custGeom>
              <a:avLst/>
              <a:gdLst>
                <a:gd name="T0" fmla="*/ 24 w 6"/>
                <a:gd name="T1" fmla="*/ 9 h 8"/>
                <a:gd name="T2" fmla="*/ 8 w 6"/>
                <a:gd name="T3" fmla="*/ 77 h 8"/>
                <a:gd name="T4" fmla="*/ 8 w 6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1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6" y="8"/>
                    <a:pt x="6" y="0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84" name="Freeform 2375">
              <a:extLst>
                <a:ext uri="{FF2B5EF4-FFF2-40B4-BE49-F238E27FC236}">
                  <a16:creationId xmlns:a16="http://schemas.microsoft.com/office/drawing/2014/main" id="{0AE54285-2637-4790-9A21-E110FA8CF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3160"/>
              <a:ext cx="14" cy="17"/>
            </a:xfrm>
            <a:custGeom>
              <a:avLst/>
              <a:gdLst>
                <a:gd name="T0" fmla="*/ 16 w 7"/>
                <a:gd name="T1" fmla="*/ 19 h 8"/>
                <a:gd name="T2" fmla="*/ 8 w 7"/>
                <a:gd name="T3" fmla="*/ 77 h 8"/>
                <a:gd name="T4" fmla="*/ 48 w 7"/>
                <a:gd name="T5" fmla="*/ 0 h 8"/>
                <a:gd name="T6" fmla="*/ 24 w 7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2"/>
                  </a:moveTo>
                  <a:cubicBezTo>
                    <a:pt x="0" y="1"/>
                    <a:pt x="0" y="6"/>
                    <a:pt x="1" y="8"/>
                  </a:cubicBezTo>
                  <a:cubicBezTo>
                    <a:pt x="5" y="7"/>
                    <a:pt x="7" y="4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85" name="Freeform 2376">
              <a:extLst>
                <a:ext uri="{FF2B5EF4-FFF2-40B4-BE49-F238E27FC236}">
                  <a16:creationId xmlns:a16="http://schemas.microsoft.com/office/drawing/2014/main" id="{291616A4-84B8-4C08-9BDF-1F1ABADB4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3175"/>
              <a:ext cx="18" cy="32"/>
            </a:xfrm>
            <a:custGeom>
              <a:avLst/>
              <a:gdLst>
                <a:gd name="T0" fmla="*/ 24 w 9"/>
                <a:gd name="T1" fmla="*/ 49 h 15"/>
                <a:gd name="T2" fmla="*/ 48 w 9"/>
                <a:gd name="T3" fmla="*/ 105 h 15"/>
                <a:gd name="T4" fmla="*/ 32 w 9"/>
                <a:gd name="T5" fmla="*/ 2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3" y="5"/>
                  </a:moveTo>
                  <a:cubicBezTo>
                    <a:pt x="0" y="9"/>
                    <a:pt x="1" y="15"/>
                    <a:pt x="6" y="11"/>
                  </a:cubicBezTo>
                  <a:cubicBezTo>
                    <a:pt x="9" y="8"/>
                    <a:pt x="8" y="0"/>
                    <a:pt x="4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86" name="Freeform 2377">
              <a:extLst>
                <a:ext uri="{FF2B5EF4-FFF2-40B4-BE49-F238E27FC236}">
                  <a16:creationId xmlns:a16="http://schemas.microsoft.com/office/drawing/2014/main" id="{6FD859F4-738B-40E1-BB59-E88F4C65F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3181"/>
              <a:ext cx="10" cy="15"/>
            </a:xfrm>
            <a:custGeom>
              <a:avLst/>
              <a:gdLst>
                <a:gd name="T0" fmla="*/ 8 w 5"/>
                <a:gd name="T1" fmla="*/ 19 h 7"/>
                <a:gd name="T2" fmla="*/ 8 w 5"/>
                <a:gd name="T3" fmla="*/ 69 h 7"/>
                <a:gd name="T4" fmla="*/ 16 w 5"/>
                <a:gd name="T5" fmla="*/ 0 h 7"/>
                <a:gd name="T6" fmla="*/ 8 w 5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0" y="5"/>
                    <a:pt x="1" y="7"/>
                  </a:cubicBezTo>
                  <a:cubicBezTo>
                    <a:pt x="3" y="5"/>
                    <a:pt x="5" y="1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87" name="Freeform 2378">
              <a:extLst>
                <a:ext uri="{FF2B5EF4-FFF2-40B4-BE49-F238E27FC236}">
                  <a16:creationId xmlns:a16="http://schemas.microsoft.com/office/drawing/2014/main" id="{1CBF5EF5-4748-4E9F-B66E-1955E3BDD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3170"/>
              <a:ext cx="26" cy="37"/>
            </a:xfrm>
            <a:custGeom>
              <a:avLst/>
              <a:gdLst>
                <a:gd name="T0" fmla="*/ 16 w 13"/>
                <a:gd name="T1" fmla="*/ 9 h 17"/>
                <a:gd name="T2" fmla="*/ 32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2" y="1"/>
                  </a:moveTo>
                  <a:cubicBezTo>
                    <a:pt x="0" y="17"/>
                    <a:pt x="13" y="0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88" name="Freeform 2379">
              <a:extLst>
                <a:ext uri="{FF2B5EF4-FFF2-40B4-BE49-F238E27FC236}">
                  <a16:creationId xmlns:a16="http://schemas.microsoft.com/office/drawing/2014/main" id="{8F088942-9939-405D-ABE4-DED9D1E5B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3119"/>
              <a:ext cx="12" cy="13"/>
            </a:xfrm>
            <a:custGeom>
              <a:avLst/>
              <a:gdLst>
                <a:gd name="T0" fmla="*/ 16 w 6"/>
                <a:gd name="T1" fmla="*/ 0 h 6"/>
                <a:gd name="T2" fmla="*/ 8 w 6"/>
                <a:gd name="T3" fmla="*/ 61 h 6"/>
                <a:gd name="T4" fmla="*/ 16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2"/>
                    <a:pt x="0" y="5"/>
                    <a:pt x="1" y="6"/>
                  </a:cubicBezTo>
                  <a:cubicBezTo>
                    <a:pt x="4" y="6"/>
                    <a:pt x="6" y="1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89" name="Freeform 2380">
              <a:extLst>
                <a:ext uri="{FF2B5EF4-FFF2-40B4-BE49-F238E27FC236}">
                  <a16:creationId xmlns:a16="http://schemas.microsoft.com/office/drawing/2014/main" id="{CCD99456-3B30-4710-BC4A-4AB8B48B5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3077"/>
              <a:ext cx="20" cy="25"/>
            </a:xfrm>
            <a:custGeom>
              <a:avLst/>
              <a:gdLst>
                <a:gd name="T0" fmla="*/ 56 w 10"/>
                <a:gd name="T1" fmla="*/ 17 h 12"/>
                <a:gd name="T2" fmla="*/ 40 w 10"/>
                <a:gd name="T3" fmla="*/ 92 h 12"/>
                <a:gd name="T4" fmla="*/ 64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7" y="2"/>
                  </a:moveTo>
                  <a:cubicBezTo>
                    <a:pt x="5" y="3"/>
                    <a:pt x="0" y="8"/>
                    <a:pt x="5" y="10"/>
                  </a:cubicBezTo>
                  <a:cubicBezTo>
                    <a:pt x="9" y="12"/>
                    <a:pt x="10" y="3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90" name="Freeform 2381">
              <a:extLst>
                <a:ext uri="{FF2B5EF4-FFF2-40B4-BE49-F238E27FC236}">
                  <a16:creationId xmlns:a16="http://schemas.microsoft.com/office/drawing/2014/main" id="{1C43B037-0048-450F-8997-9F30627DE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3041"/>
              <a:ext cx="14" cy="21"/>
            </a:xfrm>
            <a:custGeom>
              <a:avLst/>
              <a:gdLst>
                <a:gd name="T0" fmla="*/ 8 w 7"/>
                <a:gd name="T1" fmla="*/ 36 h 10"/>
                <a:gd name="T2" fmla="*/ 8 w 7"/>
                <a:gd name="T3" fmla="*/ 92 h 10"/>
                <a:gd name="T4" fmla="*/ 16 w 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6"/>
                    <a:pt x="0" y="8"/>
                    <a:pt x="1" y="10"/>
                  </a:cubicBezTo>
                  <a:cubicBezTo>
                    <a:pt x="4" y="9"/>
                    <a:pt x="7" y="0"/>
                    <a:pt x="2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91" name="Freeform 2382">
              <a:extLst>
                <a:ext uri="{FF2B5EF4-FFF2-40B4-BE49-F238E27FC236}">
                  <a16:creationId xmlns:a16="http://schemas.microsoft.com/office/drawing/2014/main" id="{D3D1CFE6-A519-4F8E-B9B7-07808A7FC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3153"/>
              <a:ext cx="14" cy="24"/>
            </a:xfrm>
            <a:custGeom>
              <a:avLst/>
              <a:gdLst>
                <a:gd name="T0" fmla="*/ 8 w 7"/>
                <a:gd name="T1" fmla="*/ 33 h 11"/>
                <a:gd name="T2" fmla="*/ 16 w 7"/>
                <a:gd name="T3" fmla="*/ 113 h 11"/>
                <a:gd name="T4" fmla="*/ 16 w 7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3"/>
                  </a:moveTo>
                  <a:cubicBezTo>
                    <a:pt x="0" y="6"/>
                    <a:pt x="0" y="9"/>
                    <a:pt x="2" y="11"/>
                  </a:cubicBezTo>
                  <a:cubicBezTo>
                    <a:pt x="6" y="9"/>
                    <a:pt x="7" y="0"/>
                    <a:pt x="2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92" name="Freeform 2383">
              <a:extLst>
                <a:ext uri="{FF2B5EF4-FFF2-40B4-BE49-F238E27FC236}">
                  <a16:creationId xmlns:a16="http://schemas.microsoft.com/office/drawing/2014/main" id="{646A9115-EA9A-41B9-ABA0-5E893C363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3202"/>
              <a:ext cx="14" cy="15"/>
            </a:xfrm>
            <a:custGeom>
              <a:avLst/>
              <a:gdLst>
                <a:gd name="T0" fmla="*/ 24 w 7"/>
                <a:gd name="T1" fmla="*/ 0 h 7"/>
                <a:gd name="T2" fmla="*/ 32 w 7"/>
                <a:gd name="T3" fmla="*/ 60 h 7"/>
                <a:gd name="T4" fmla="*/ 32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2"/>
                    <a:pt x="0" y="7"/>
                    <a:pt x="4" y="6"/>
                  </a:cubicBezTo>
                  <a:cubicBezTo>
                    <a:pt x="7" y="6"/>
                    <a:pt x="6" y="0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93" name="Freeform 2384">
              <a:extLst>
                <a:ext uri="{FF2B5EF4-FFF2-40B4-BE49-F238E27FC236}">
                  <a16:creationId xmlns:a16="http://schemas.microsoft.com/office/drawing/2014/main" id="{58B521BA-C1E7-453F-A801-36CD41808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3226"/>
              <a:ext cx="12" cy="13"/>
            </a:xfrm>
            <a:custGeom>
              <a:avLst/>
              <a:gdLst>
                <a:gd name="T0" fmla="*/ 24 w 6"/>
                <a:gd name="T1" fmla="*/ 20 h 6"/>
                <a:gd name="T2" fmla="*/ 16 w 6"/>
                <a:gd name="T3" fmla="*/ 61 h 6"/>
                <a:gd name="T4" fmla="*/ 32 w 6"/>
                <a:gd name="T5" fmla="*/ 9 h 6"/>
                <a:gd name="T6" fmla="*/ 16 w 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5" y="5"/>
                    <a:pt x="6" y="3"/>
                    <a:pt x="4" y="1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94" name="Freeform 2385">
              <a:extLst>
                <a:ext uri="{FF2B5EF4-FFF2-40B4-BE49-F238E27FC236}">
                  <a16:creationId xmlns:a16="http://schemas.microsoft.com/office/drawing/2014/main" id="{2586BE9A-C373-4F9B-9561-706BFFBB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3219"/>
              <a:ext cx="18" cy="20"/>
            </a:xfrm>
            <a:custGeom>
              <a:avLst/>
              <a:gdLst>
                <a:gd name="T0" fmla="*/ 24 w 9"/>
                <a:gd name="T1" fmla="*/ 9 h 9"/>
                <a:gd name="T2" fmla="*/ 40 w 9"/>
                <a:gd name="T3" fmla="*/ 80 h 9"/>
                <a:gd name="T4" fmla="*/ 24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1" y="3"/>
                    <a:pt x="0" y="9"/>
                    <a:pt x="5" y="7"/>
                  </a:cubicBezTo>
                  <a:cubicBezTo>
                    <a:pt x="9" y="5"/>
                    <a:pt x="6" y="1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95" name="Freeform 2386">
              <a:extLst>
                <a:ext uri="{FF2B5EF4-FFF2-40B4-BE49-F238E27FC236}">
                  <a16:creationId xmlns:a16="http://schemas.microsoft.com/office/drawing/2014/main" id="{F53EAD77-BA07-4EDE-84E7-F4AAB446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3222"/>
              <a:ext cx="22" cy="21"/>
            </a:xfrm>
            <a:custGeom>
              <a:avLst/>
              <a:gdLst>
                <a:gd name="T0" fmla="*/ 32 w 11"/>
                <a:gd name="T1" fmla="*/ 8 h 10"/>
                <a:gd name="T2" fmla="*/ 40 w 11"/>
                <a:gd name="T3" fmla="*/ 76 h 10"/>
                <a:gd name="T4" fmla="*/ 32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1"/>
                  </a:moveTo>
                  <a:cubicBezTo>
                    <a:pt x="1" y="3"/>
                    <a:pt x="0" y="10"/>
                    <a:pt x="5" y="8"/>
                  </a:cubicBezTo>
                  <a:cubicBezTo>
                    <a:pt x="11" y="6"/>
                    <a:pt x="7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96" name="Freeform 2387">
              <a:extLst>
                <a:ext uri="{FF2B5EF4-FFF2-40B4-BE49-F238E27FC236}">
                  <a16:creationId xmlns:a16="http://schemas.microsoft.com/office/drawing/2014/main" id="{ED33A04B-4CB2-4D3A-8474-589B0733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002"/>
              <a:ext cx="28" cy="21"/>
            </a:xfrm>
            <a:custGeom>
              <a:avLst/>
              <a:gdLst>
                <a:gd name="T0" fmla="*/ 40 w 14"/>
                <a:gd name="T1" fmla="*/ 27 h 10"/>
                <a:gd name="T2" fmla="*/ 64 w 14"/>
                <a:gd name="T3" fmla="*/ 84 h 10"/>
                <a:gd name="T4" fmla="*/ 40 w 14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5" y="3"/>
                  </a:moveTo>
                  <a:cubicBezTo>
                    <a:pt x="0" y="5"/>
                    <a:pt x="3" y="10"/>
                    <a:pt x="8" y="9"/>
                  </a:cubicBezTo>
                  <a:cubicBezTo>
                    <a:pt x="14" y="8"/>
                    <a:pt x="10" y="0"/>
                    <a:pt x="5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97" name="Freeform 2388">
              <a:extLst>
                <a:ext uri="{FF2B5EF4-FFF2-40B4-BE49-F238E27FC236}">
                  <a16:creationId xmlns:a16="http://schemas.microsoft.com/office/drawing/2014/main" id="{A2A0648F-6185-44D2-A26E-42C00B1C2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972"/>
              <a:ext cx="22" cy="20"/>
            </a:xfrm>
            <a:custGeom>
              <a:avLst/>
              <a:gdLst>
                <a:gd name="T0" fmla="*/ 72 w 11"/>
                <a:gd name="T1" fmla="*/ 20 h 9"/>
                <a:gd name="T2" fmla="*/ 40 w 11"/>
                <a:gd name="T3" fmla="*/ 64 h 9"/>
                <a:gd name="T4" fmla="*/ 72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9" y="2"/>
                  </a:moveTo>
                  <a:cubicBezTo>
                    <a:pt x="5" y="0"/>
                    <a:pt x="0" y="4"/>
                    <a:pt x="5" y="6"/>
                  </a:cubicBezTo>
                  <a:cubicBezTo>
                    <a:pt x="10" y="9"/>
                    <a:pt x="11" y="3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98" name="Freeform 2389">
              <a:extLst>
                <a:ext uri="{FF2B5EF4-FFF2-40B4-BE49-F238E27FC236}">
                  <a16:creationId xmlns:a16="http://schemas.microsoft.com/office/drawing/2014/main" id="{BCCB6676-EE53-4DF2-B791-F3951B494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885"/>
              <a:ext cx="44" cy="21"/>
            </a:xfrm>
            <a:custGeom>
              <a:avLst/>
              <a:gdLst>
                <a:gd name="T0" fmla="*/ 104 w 22"/>
                <a:gd name="T1" fmla="*/ 8 h 10"/>
                <a:gd name="T2" fmla="*/ 152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13" y="1"/>
                  </a:moveTo>
                  <a:cubicBezTo>
                    <a:pt x="0" y="8"/>
                    <a:pt x="22" y="10"/>
                    <a:pt x="1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99" name="Freeform 2390">
              <a:extLst>
                <a:ext uri="{FF2B5EF4-FFF2-40B4-BE49-F238E27FC236}">
                  <a16:creationId xmlns:a16="http://schemas.microsoft.com/office/drawing/2014/main" id="{942FAFFC-FB11-4606-AB97-A69DD7676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843"/>
              <a:ext cx="26" cy="19"/>
            </a:xfrm>
            <a:custGeom>
              <a:avLst/>
              <a:gdLst>
                <a:gd name="T0" fmla="*/ 72 w 13"/>
                <a:gd name="T1" fmla="*/ 8 h 9"/>
                <a:gd name="T2" fmla="*/ 8 w 13"/>
                <a:gd name="T3" fmla="*/ 36 h 9"/>
                <a:gd name="T4" fmla="*/ 104 w 13"/>
                <a:gd name="T5" fmla="*/ 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9" y="1"/>
                  </a:moveTo>
                  <a:cubicBezTo>
                    <a:pt x="6" y="0"/>
                    <a:pt x="0" y="1"/>
                    <a:pt x="1" y="4"/>
                  </a:cubicBezTo>
                  <a:cubicBezTo>
                    <a:pt x="3" y="9"/>
                    <a:pt x="12" y="6"/>
                    <a:pt x="13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00" name="Freeform 2391">
              <a:extLst>
                <a:ext uri="{FF2B5EF4-FFF2-40B4-BE49-F238E27FC236}">
                  <a16:creationId xmlns:a16="http://schemas.microsoft.com/office/drawing/2014/main" id="{89740247-73D0-4183-B3CF-1386F5C3B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796"/>
              <a:ext cx="22" cy="21"/>
            </a:xfrm>
            <a:custGeom>
              <a:avLst/>
              <a:gdLst>
                <a:gd name="T0" fmla="*/ 32 w 11"/>
                <a:gd name="T1" fmla="*/ 8 h 10"/>
                <a:gd name="T2" fmla="*/ 32 w 11"/>
                <a:gd name="T3" fmla="*/ 76 h 10"/>
                <a:gd name="T4" fmla="*/ 48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1"/>
                  </a:moveTo>
                  <a:cubicBezTo>
                    <a:pt x="0" y="3"/>
                    <a:pt x="0" y="7"/>
                    <a:pt x="4" y="8"/>
                  </a:cubicBezTo>
                  <a:cubicBezTo>
                    <a:pt x="9" y="10"/>
                    <a:pt x="11" y="1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01" name="Freeform 2392">
              <a:extLst>
                <a:ext uri="{FF2B5EF4-FFF2-40B4-BE49-F238E27FC236}">
                  <a16:creationId xmlns:a16="http://schemas.microsoft.com/office/drawing/2014/main" id="{69895CAD-263D-4C14-AD38-0FA4B5E4A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57"/>
              <a:ext cx="20" cy="15"/>
            </a:xfrm>
            <a:custGeom>
              <a:avLst/>
              <a:gdLst>
                <a:gd name="T0" fmla="*/ 32 w 10"/>
                <a:gd name="T1" fmla="*/ 0 h 7"/>
                <a:gd name="T2" fmla="*/ 40 w 10"/>
                <a:gd name="T3" fmla="*/ 69 h 7"/>
                <a:gd name="T4" fmla="*/ 32 w 10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0"/>
                  </a:moveTo>
                  <a:cubicBezTo>
                    <a:pt x="1" y="3"/>
                    <a:pt x="0" y="7"/>
                    <a:pt x="5" y="7"/>
                  </a:cubicBezTo>
                  <a:cubicBezTo>
                    <a:pt x="10" y="7"/>
                    <a:pt x="8" y="2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02" name="Freeform 2393">
              <a:extLst>
                <a:ext uri="{FF2B5EF4-FFF2-40B4-BE49-F238E27FC236}">
                  <a16:creationId xmlns:a16="http://schemas.microsoft.com/office/drawing/2014/main" id="{A5836A0C-DDA5-46D4-A4A4-B553CBEC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709"/>
              <a:ext cx="22" cy="23"/>
            </a:xfrm>
            <a:custGeom>
              <a:avLst/>
              <a:gdLst>
                <a:gd name="T0" fmla="*/ 8 w 11"/>
                <a:gd name="T1" fmla="*/ 36 h 11"/>
                <a:gd name="T2" fmla="*/ 0 w 11"/>
                <a:gd name="T3" fmla="*/ 56 h 11"/>
                <a:gd name="T4" fmla="*/ 24 w 11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" y="4"/>
                  </a:moveTo>
                  <a:cubicBezTo>
                    <a:pt x="1" y="5"/>
                    <a:pt x="0" y="5"/>
                    <a:pt x="0" y="6"/>
                  </a:cubicBezTo>
                  <a:cubicBezTo>
                    <a:pt x="5" y="11"/>
                    <a:pt x="11" y="0"/>
                    <a:pt x="3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03" name="Freeform 2394">
              <a:extLst>
                <a:ext uri="{FF2B5EF4-FFF2-40B4-BE49-F238E27FC236}">
                  <a16:creationId xmlns:a16="http://schemas.microsoft.com/office/drawing/2014/main" id="{669D6646-70D5-4AC4-8308-E093CC8B0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687"/>
              <a:ext cx="26" cy="22"/>
            </a:xfrm>
            <a:custGeom>
              <a:avLst/>
              <a:gdLst>
                <a:gd name="T0" fmla="*/ 48 w 13"/>
                <a:gd name="T1" fmla="*/ 20 h 10"/>
                <a:gd name="T2" fmla="*/ 40 w 13"/>
                <a:gd name="T3" fmla="*/ 97 h 10"/>
                <a:gd name="T4" fmla="*/ 64 w 13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6" y="2"/>
                  </a:moveTo>
                  <a:cubicBezTo>
                    <a:pt x="0" y="0"/>
                    <a:pt x="0" y="8"/>
                    <a:pt x="5" y="9"/>
                  </a:cubicBezTo>
                  <a:cubicBezTo>
                    <a:pt x="12" y="10"/>
                    <a:pt x="13" y="5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04" name="Freeform 2395">
              <a:extLst>
                <a:ext uri="{FF2B5EF4-FFF2-40B4-BE49-F238E27FC236}">
                  <a16:creationId xmlns:a16="http://schemas.microsoft.com/office/drawing/2014/main" id="{3806C048-8E06-44E5-9879-698988E97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751"/>
              <a:ext cx="20" cy="15"/>
            </a:xfrm>
            <a:custGeom>
              <a:avLst/>
              <a:gdLst>
                <a:gd name="T0" fmla="*/ 24 w 10"/>
                <a:gd name="T1" fmla="*/ 9 h 7"/>
                <a:gd name="T2" fmla="*/ 48 w 10"/>
                <a:gd name="T3" fmla="*/ 60 h 7"/>
                <a:gd name="T4" fmla="*/ 4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1"/>
                  </a:moveTo>
                  <a:cubicBezTo>
                    <a:pt x="0" y="4"/>
                    <a:pt x="2" y="7"/>
                    <a:pt x="6" y="6"/>
                  </a:cubicBezTo>
                  <a:cubicBezTo>
                    <a:pt x="10" y="5"/>
                    <a:pt x="10" y="0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05" name="Freeform 2396">
              <a:extLst>
                <a:ext uri="{FF2B5EF4-FFF2-40B4-BE49-F238E27FC236}">
                  <a16:creationId xmlns:a16="http://schemas.microsoft.com/office/drawing/2014/main" id="{6E990CB9-F136-470E-9A99-E3E056825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881"/>
              <a:ext cx="14" cy="13"/>
            </a:xfrm>
            <a:custGeom>
              <a:avLst/>
              <a:gdLst>
                <a:gd name="T0" fmla="*/ 16 w 7"/>
                <a:gd name="T1" fmla="*/ 0 h 6"/>
                <a:gd name="T2" fmla="*/ 0 w 7"/>
                <a:gd name="T3" fmla="*/ 33 h 6"/>
                <a:gd name="T4" fmla="*/ 56 w 7"/>
                <a:gd name="T5" fmla="*/ 33 h 6"/>
                <a:gd name="T6" fmla="*/ 24 w 7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6"/>
                    <a:pt x="5" y="5"/>
                    <a:pt x="7" y="3"/>
                  </a:cubicBezTo>
                  <a:cubicBezTo>
                    <a:pt x="7" y="2"/>
                    <a:pt x="5" y="1"/>
                    <a:pt x="3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06" name="Freeform 2397">
              <a:extLst>
                <a:ext uri="{FF2B5EF4-FFF2-40B4-BE49-F238E27FC236}">
                  <a16:creationId xmlns:a16="http://schemas.microsoft.com/office/drawing/2014/main" id="{53E06E0C-0B25-4A2D-9C88-A978400E3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047"/>
              <a:ext cx="20" cy="15"/>
            </a:xfrm>
            <a:custGeom>
              <a:avLst/>
              <a:gdLst>
                <a:gd name="T0" fmla="*/ 56 w 10"/>
                <a:gd name="T1" fmla="*/ 19 h 7"/>
                <a:gd name="T2" fmla="*/ 40 w 10"/>
                <a:gd name="T3" fmla="*/ 60 h 7"/>
                <a:gd name="T4" fmla="*/ 56 w 10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7" y="2"/>
                  </a:moveTo>
                  <a:cubicBezTo>
                    <a:pt x="2" y="0"/>
                    <a:pt x="0" y="6"/>
                    <a:pt x="5" y="6"/>
                  </a:cubicBezTo>
                  <a:cubicBezTo>
                    <a:pt x="8" y="7"/>
                    <a:pt x="10" y="3"/>
                    <a:pt x="7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07" name="Freeform 2398">
              <a:extLst>
                <a:ext uri="{FF2B5EF4-FFF2-40B4-BE49-F238E27FC236}">
                  <a16:creationId xmlns:a16="http://schemas.microsoft.com/office/drawing/2014/main" id="{E09DF89D-271E-4922-BDD1-AC1487FE9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077"/>
              <a:ext cx="24" cy="21"/>
            </a:xfrm>
            <a:custGeom>
              <a:avLst/>
              <a:gdLst>
                <a:gd name="T0" fmla="*/ 72 w 12"/>
                <a:gd name="T1" fmla="*/ 17 h 10"/>
                <a:gd name="T2" fmla="*/ 48 w 12"/>
                <a:gd name="T3" fmla="*/ 76 h 10"/>
                <a:gd name="T4" fmla="*/ 72 w 12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9" y="2"/>
                  </a:moveTo>
                  <a:cubicBezTo>
                    <a:pt x="4" y="0"/>
                    <a:pt x="0" y="6"/>
                    <a:pt x="6" y="8"/>
                  </a:cubicBezTo>
                  <a:cubicBezTo>
                    <a:pt x="11" y="10"/>
                    <a:pt x="12" y="4"/>
                    <a:pt x="9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08" name="Freeform 2399">
              <a:extLst>
                <a:ext uri="{FF2B5EF4-FFF2-40B4-BE49-F238E27FC236}">
                  <a16:creationId xmlns:a16="http://schemas.microsoft.com/office/drawing/2014/main" id="{F011BC50-1A57-4C0E-9057-22791A0D4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094"/>
              <a:ext cx="48" cy="32"/>
            </a:xfrm>
            <a:custGeom>
              <a:avLst/>
              <a:gdLst>
                <a:gd name="T0" fmla="*/ 48 w 24"/>
                <a:gd name="T1" fmla="*/ 9 h 15"/>
                <a:gd name="T2" fmla="*/ 88 w 2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6" y="1"/>
                  </a:moveTo>
                  <a:cubicBezTo>
                    <a:pt x="0" y="15"/>
                    <a:pt x="24" y="1"/>
                    <a:pt x="11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09" name="Freeform 2400">
              <a:extLst>
                <a:ext uri="{FF2B5EF4-FFF2-40B4-BE49-F238E27FC236}">
                  <a16:creationId xmlns:a16="http://schemas.microsoft.com/office/drawing/2014/main" id="{391EBF57-61C6-4C12-9F16-E28D38B9C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75"/>
              <a:ext cx="31" cy="23"/>
            </a:xfrm>
            <a:custGeom>
              <a:avLst/>
              <a:gdLst>
                <a:gd name="T0" fmla="*/ 37 w 16"/>
                <a:gd name="T1" fmla="*/ 17 h 11"/>
                <a:gd name="T2" fmla="*/ 45 w 16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5" y="2"/>
                  </a:moveTo>
                  <a:cubicBezTo>
                    <a:pt x="0" y="11"/>
                    <a:pt x="16" y="0"/>
                    <a:pt x="6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10" name="Freeform 2401">
              <a:extLst>
                <a:ext uri="{FF2B5EF4-FFF2-40B4-BE49-F238E27FC236}">
                  <a16:creationId xmlns:a16="http://schemas.microsoft.com/office/drawing/2014/main" id="{CF7EE10B-63B3-4C65-BE3B-EB9889A23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121"/>
              <a:ext cx="30" cy="26"/>
            </a:xfrm>
            <a:custGeom>
              <a:avLst/>
              <a:gdLst>
                <a:gd name="T0" fmla="*/ 72 w 15"/>
                <a:gd name="T1" fmla="*/ 61 h 12"/>
                <a:gd name="T2" fmla="*/ 48 w 15"/>
                <a:gd name="T3" fmla="*/ 113 h 12"/>
                <a:gd name="T4" fmla="*/ 80 w 15"/>
                <a:gd name="T5" fmla="*/ 4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9" y="6"/>
                  </a:moveTo>
                  <a:cubicBezTo>
                    <a:pt x="6" y="0"/>
                    <a:pt x="0" y="9"/>
                    <a:pt x="6" y="11"/>
                  </a:cubicBezTo>
                  <a:cubicBezTo>
                    <a:pt x="12" y="12"/>
                    <a:pt x="15" y="5"/>
                    <a:pt x="10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11" name="Freeform 2402">
              <a:extLst>
                <a:ext uri="{FF2B5EF4-FFF2-40B4-BE49-F238E27FC236}">
                  <a16:creationId xmlns:a16="http://schemas.microsoft.com/office/drawing/2014/main" id="{008A1451-DB02-492F-8DAE-E17A419FA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160"/>
              <a:ext cx="24" cy="15"/>
            </a:xfrm>
            <a:custGeom>
              <a:avLst/>
              <a:gdLst>
                <a:gd name="T0" fmla="*/ 88 w 12"/>
                <a:gd name="T1" fmla="*/ 41 h 7"/>
                <a:gd name="T2" fmla="*/ 32 w 12"/>
                <a:gd name="T3" fmla="*/ 19 h 7"/>
                <a:gd name="T4" fmla="*/ 96 w 12"/>
                <a:gd name="T5" fmla="*/ 41 h 7"/>
                <a:gd name="T6" fmla="*/ 80 w 12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1" y="4"/>
                  </a:moveTo>
                  <a:cubicBezTo>
                    <a:pt x="10" y="1"/>
                    <a:pt x="6" y="0"/>
                    <a:pt x="4" y="2"/>
                  </a:cubicBezTo>
                  <a:cubicBezTo>
                    <a:pt x="0" y="7"/>
                    <a:pt x="9" y="6"/>
                    <a:pt x="12" y="4"/>
                  </a:cubicBezTo>
                  <a:cubicBezTo>
                    <a:pt x="12" y="3"/>
                    <a:pt x="11" y="3"/>
                    <a:pt x="10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12" name="Freeform 2403">
              <a:extLst>
                <a:ext uri="{FF2B5EF4-FFF2-40B4-BE49-F238E27FC236}">
                  <a16:creationId xmlns:a16="http://schemas.microsoft.com/office/drawing/2014/main" id="{A805DDDC-778D-463E-8D7C-60257F470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128"/>
              <a:ext cx="30" cy="23"/>
            </a:xfrm>
            <a:custGeom>
              <a:avLst/>
              <a:gdLst>
                <a:gd name="T0" fmla="*/ 96 w 15"/>
                <a:gd name="T1" fmla="*/ 27 h 11"/>
                <a:gd name="T2" fmla="*/ 40 w 15"/>
                <a:gd name="T3" fmla="*/ 56 h 11"/>
                <a:gd name="T4" fmla="*/ 72 w 15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2" y="3"/>
                  </a:moveTo>
                  <a:cubicBezTo>
                    <a:pt x="9" y="1"/>
                    <a:pt x="0" y="1"/>
                    <a:pt x="5" y="6"/>
                  </a:cubicBezTo>
                  <a:cubicBezTo>
                    <a:pt x="10" y="11"/>
                    <a:pt x="15" y="0"/>
                    <a:pt x="9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13" name="Freeform 2404">
              <a:extLst>
                <a:ext uri="{FF2B5EF4-FFF2-40B4-BE49-F238E27FC236}">
                  <a16:creationId xmlns:a16="http://schemas.microsoft.com/office/drawing/2014/main" id="{E0A40EF4-2C76-4AB1-8EA1-18581F84E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194"/>
              <a:ext cx="44" cy="21"/>
            </a:xfrm>
            <a:custGeom>
              <a:avLst/>
              <a:gdLst>
                <a:gd name="T0" fmla="*/ 104 w 22"/>
                <a:gd name="T1" fmla="*/ 17 h 10"/>
                <a:gd name="T2" fmla="*/ 88 w 22"/>
                <a:gd name="T3" fmla="*/ 0 h 10"/>
                <a:gd name="T4" fmla="*/ 120 w 22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">
                  <a:moveTo>
                    <a:pt x="13" y="2"/>
                  </a:moveTo>
                  <a:cubicBezTo>
                    <a:pt x="12" y="1"/>
                    <a:pt x="12" y="1"/>
                    <a:pt x="11" y="0"/>
                  </a:cubicBezTo>
                  <a:cubicBezTo>
                    <a:pt x="0" y="3"/>
                    <a:pt x="22" y="10"/>
                    <a:pt x="15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14" name="Freeform 2405">
              <a:extLst>
                <a:ext uri="{FF2B5EF4-FFF2-40B4-BE49-F238E27FC236}">
                  <a16:creationId xmlns:a16="http://schemas.microsoft.com/office/drawing/2014/main" id="{273997C0-3161-4E5F-8CD8-911595AC3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260"/>
              <a:ext cx="24" cy="15"/>
            </a:xfrm>
            <a:custGeom>
              <a:avLst/>
              <a:gdLst>
                <a:gd name="T0" fmla="*/ 56 w 12"/>
                <a:gd name="T1" fmla="*/ 9 h 7"/>
                <a:gd name="T2" fmla="*/ 40 w 12"/>
                <a:gd name="T3" fmla="*/ 60 h 7"/>
                <a:gd name="T4" fmla="*/ 64 w 12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7" y="1"/>
                  </a:moveTo>
                  <a:cubicBezTo>
                    <a:pt x="3" y="0"/>
                    <a:pt x="0" y="4"/>
                    <a:pt x="5" y="6"/>
                  </a:cubicBezTo>
                  <a:cubicBezTo>
                    <a:pt x="8" y="7"/>
                    <a:pt x="12" y="3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15" name="Freeform 2406">
              <a:extLst>
                <a:ext uri="{FF2B5EF4-FFF2-40B4-BE49-F238E27FC236}">
                  <a16:creationId xmlns:a16="http://schemas.microsoft.com/office/drawing/2014/main" id="{77F4A910-2563-4778-A296-AAC51DE08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260"/>
              <a:ext cx="44" cy="23"/>
            </a:xfrm>
            <a:custGeom>
              <a:avLst/>
              <a:gdLst>
                <a:gd name="T0" fmla="*/ 96 w 22"/>
                <a:gd name="T1" fmla="*/ 0 h 11"/>
                <a:gd name="T2" fmla="*/ 120 w 2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12" y="0"/>
                  </a:moveTo>
                  <a:cubicBezTo>
                    <a:pt x="0" y="7"/>
                    <a:pt x="22" y="11"/>
                    <a:pt x="1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16" name="Freeform 2407">
              <a:extLst>
                <a:ext uri="{FF2B5EF4-FFF2-40B4-BE49-F238E27FC236}">
                  <a16:creationId xmlns:a16="http://schemas.microsoft.com/office/drawing/2014/main" id="{F5E1992E-18D5-46ED-A1A0-87C62B83B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809"/>
              <a:ext cx="18" cy="14"/>
            </a:xfrm>
            <a:custGeom>
              <a:avLst/>
              <a:gdLst>
                <a:gd name="T0" fmla="*/ 48 w 9"/>
                <a:gd name="T1" fmla="*/ 8 h 7"/>
                <a:gd name="T2" fmla="*/ 32 w 9"/>
                <a:gd name="T3" fmla="*/ 48 h 7"/>
                <a:gd name="T4" fmla="*/ 56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1"/>
                  </a:moveTo>
                  <a:cubicBezTo>
                    <a:pt x="2" y="1"/>
                    <a:pt x="0" y="5"/>
                    <a:pt x="4" y="6"/>
                  </a:cubicBezTo>
                  <a:cubicBezTo>
                    <a:pt x="8" y="7"/>
                    <a:pt x="9" y="3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17" name="Freeform 2408">
              <a:extLst>
                <a:ext uri="{FF2B5EF4-FFF2-40B4-BE49-F238E27FC236}">
                  <a16:creationId xmlns:a16="http://schemas.microsoft.com/office/drawing/2014/main" id="{696D5FAC-C27D-4113-B29A-DA99AC44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717"/>
              <a:ext cx="16" cy="23"/>
            </a:xfrm>
            <a:custGeom>
              <a:avLst/>
              <a:gdLst>
                <a:gd name="T0" fmla="*/ 48 w 8"/>
                <a:gd name="T1" fmla="*/ 17 h 11"/>
                <a:gd name="T2" fmla="*/ 64 w 8"/>
                <a:gd name="T3" fmla="*/ 8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6" y="2"/>
                  </a:moveTo>
                  <a:cubicBezTo>
                    <a:pt x="0" y="0"/>
                    <a:pt x="1" y="11"/>
                    <a:pt x="8" y="9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18" name="Freeform 2409">
              <a:extLst>
                <a:ext uri="{FF2B5EF4-FFF2-40B4-BE49-F238E27FC236}">
                  <a16:creationId xmlns:a16="http://schemas.microsoft.com/office/drawing/2014/main" id="{D49CF971-AE0B-4B1D-90F3-B6E1B3303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940"/>
              <a:ext cx="24" cy="22"/>
            </a:xfrm>
            <a:custGeom>
              <a:avLst/>
              <a:gdLst>
                <a:gd name="T0" fmla="*/ 80 w 12"/>
                <a:gd name="T1" fmla="*/ 20 h 10"/>
                <a:gd name="T2" fmla="*/ 32 w 12"/>
                <a:gd name="T3" fmla="*/ 73 h 10"/>
                <a:gd name="T4" fmla="*/ 96 w 12"/>
                <a:gd name="T5" fmla="*/ 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0" y="2"/>
                  </a:moveTo>
                  <a:cubicBezTo>
                    <a:pt x="7" y="0"/>
                    <a:pt x="0" y="2"/>
                    <a:pt x="4" y="7"/>
                  </a:cubicBezTo>
                  <a:cubicBezTo>
                    <a:pt x="7" y="10"/>
                    <a:pt x="11" y="8"/>
                    <a:pt x="12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19" name="Freeform 2410">
              <a:extLst>
                <a:ext uri="{FF2B5EF4-FFF2-40B4-BE49-F238E27FC236}">
                  <a16:creationId xmlns:a16="http://schemas.microsoft.com/office/drawing/2014/main" id="{810531BD-DBED-41A0-A0BD-71579FB5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324"/>
              <a:ext cx="63" cy="29"/>
            </a:xfrm>
            <a:custGeom>
              <a:avLst/>
              <a:gdLst>
                <a:gd name="T0" fmla="*/ 124 w 32"/>
                <a:gd name="T1" fmla="*/ 0 h 14"/>
                <a:gd name="T2" fmla="*/ 69 w 32"/>
                <a:gd name="T3" fmla="*/ 81 h 14"/>
                <a:gd name="T4" fmla="*/ 175 w 3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4">
                  <a:moveTo>
                    <a:pt x="16" y="0"/>
                  </a:moveTo>
                  <a:cubicBezTo>
                    <a:pt x="11" y="1"/>
                    <a:pt x="0" y="3"/>
                    <a:pt x="9" y="9"/>
                  </a:cubicBezTo>
                  <a:cubicBezTo>
                    <a:pt x="16" y="14"/>
                    <a:pt x="32" y="3"/>
                    <a:pt x="2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20" name="Freeform 2411">
              <a:extLst>
                <a:ext uri="{FF2B5EF4-FFF2-40B4-BE49-F238E27FC236}">
                  <a16:creationId xmlns:a16="http://schemas.microsoft.com/office/drawing/2014/main" id="{41BFD2FF-E493-498D-B49D-DC91EA7F7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336"/>
              <a:ext cx="46" cy="28"/>
            </a:xfrm>
            <a:custGeom>
              <a:avLst/>
              <a:gdLst>
                <a:gd name="T0" fmla="*/ 96 w 23"/>
                <a:gd name="T1" fmla="*/ 28 h 13"/>
                <a:gd name="T2" fmla="*/ 8 w 23"/>
                <a:gd name="T3" fmla="*/ 41 h 13"/>
                <a:gd name="T4" fmla="*/ 88 w 23"/>
                <a:gd name="T5" fmla="*/ 121 h 13"/>
                <a:gd name="T6" fmla="*/ 128 w 23"/>
                <a:gd name="T7" fmla="*/ 2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12" y="3"/>
                  </a:moveTo>
                  <a:cubicBezTo>
                    <a:pt x="9" y="3"/>
                    <a:pt x="3" y="0"/>
                    <a:pt x="1" y="4"/>
                  </a:cubicBezTo>
                  <a:cubicBezTo>
                    <a:pt x="0" y="8"/>
                    <a:pt x="8" y="12"/>
                    <a:pt x="11" y="12"/>
                  </a:cubicBezTo>
                  <a:cubicBezTo>
                    <a:pt x="17" y="13"/>
                    <a:pt x="23" y="5"/>
                    <a:pt x="16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21" name="Freeform 2412">
              <a:extLst>
                <a:ext uri="{FF2B5EF4-FFF2-40B4-BE49-F238E27FC236}">
                  <a16:creationId xmlns:a16="http://schemas.microsoft.com/office/drawing/2014/main" id="{CC9474F6-45DD-407D-98DD-A6D42F9CF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375"/>
              <a:ext cx="52" cy="25"/>
            </a:xfrm>
            <a:custGeom>
              <a:avLst/>
              <a:gdLst>
                <a:gd name="T0" fmla="*/ 128 w 26"/>
                <a:gd name="T1" fmla="*/ 27 h 12"/>
                <a:gd name="T2" fmla="*/ 80 w 26"/>
                <a:gd name="T3" fmla="*/ 92 h 12"/>
                <a:gd name="T4" fmla="*/ 200 w 26"/>
                <a:gd name="T5" fmla="*/ 44 h 12"/>
                <a:gd name="T6" fmla="*/ 168 w 26"/>
                <a:gd name="T7" fmla="*/ 1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2">
                  <a:moveTo>
                    <a:pt x="16" y="3"/>
                  </a:moveTo>
                  <a:cubicBezTo>
                    <a:pt x="9" y="1"/>
                    <a:pt x="0" y="7"/>
                    <a:pt x="10" y="10"/>
                  </a:cubicBezTo>
                  <a:cubicBezTo>
                    <a:pt x="14" y="12"/>
                    <a:pt x="24" y="10"/>
                    <a:pt x="25" y="5"/>
                  </a:cubicBezTo>
                  <a:cubicBezTo>
                    <a:pt x="26" y="2"/>
                    <a:pt x="24" y="0"/>
                    <a:pt x="2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22" name="Freeform 2413">
              <a:extLst>
                <a:ext uri="{FF2B5EF4-FFF2-40B4-BE49-F238E27FC236}">
                  <a16:creationId xmlns:a16="http://schemas.microsoft.com/office/drawing/2014/main" id="{3F81B0E4-FAEE-47F0-8704-290E26ABD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396"/>
              <a:ext cx="44" cy="36"/>
            </a:xfrm>
            <a:custGeom>
              <a:avLst/>
              <a:gdLst>
                <a:gd name="T0" fmla="*/ 136 w 22"/>
                <a:gd name="T1" fmla="*/ 85 h 17"/>
                <a:gd name="T2" fmla="*/ 16 w 22"/>
                <a:gd name="T3" fmla="*/ 59 h 17"/>
                <a:gd name="T4" fmla="*/ 152 w 22"/>
                <a:gd name="T5" fmla="*/ 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17" y="9"/>
                  </a:moveTo>
                  <a:cubicBezTo>
                    <a:pt x="14" y="6"/>
                    <a:pt x="3" y="0"/>
                    <a:pt x="2" y="6"/>
                  </a:cubicBezTo>
                  <a:cubicBezTo>
                    <a:pt x="0" y="14"/>
                    <a:pt x="22" y="17"/>
                    <a:pt x="19" y="8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23" name="Freeform 2414">
              <a:extLst>
                <a:ext uri="{FF2B5EF4-FFF2-40B4-BE49-F238E27FC236}">
                  <a16:creationId xmlns:a16="http://schemas.microsoft.com/office/drawing/2014/main" id="{968930C6-A9B9-4094-BDFA-CC7AACA8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309"/>
              <a:ext cx="52" cy="36"/>
            </a:xfrm>
            <a:custGeom>
              <a:avLst/>
              <a:gdLst>
                <a:gd name="T0" fmla="*/ 120 w 26"/>
                <a:gd name="T1" fmla="*/ 59 h 17"/>
                <a:gd name="T2" fmla="*/ 40 w 26"/>
                <a:gd name="T3" fmla="*/ 93 h 17"/>
                <a:gd name="T4" fmla="*/ 168 w 26"/>
                <a:gd name="T5" fmla="*/ 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7">
                  <a:moveTo>
                    <a:pt x="15" y="6"/>
                  </a:moveTo>
                  <a:cubicBezTo>
                    <a:pt x="11" y="4"/>
                    <a:pt x="0" y="0"/>
                    <a:pt x="5" y="10"/>
                  </a:cubicBezTo>
                  <a:cubicBezTo>
                    <a:pt x="9" y="17"/>
                    <a:pt x="26" y="16"/>
                    <a:pt x="21" y="8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24" name="Freeform 2415">
              <a:extLst>
                <a:ext uri="{FF2B5EF4-FFF2-40B4-BE49-F238E27FC236}">
                  <a16:creationId xmlns:a16="http://schemas.microsoft.com/office/drawing/2014/main" id="{B2930440-86B9-401D-AE8B-384CAC7E5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304"/>
              <a:ext cx="42" cy="24"/>
            </a:xfrm>
            <a:custGeom>
              <a:avLst/>
              <a:gdLst>
                <a:gd name="T0" fmla="*/ 88 w 21"/>
                <a:gd name="T1" fmla="*/ 20 h 11"/>
                <a:gd name="T2" fmla="*/ 16 w 21"/>
                <a:gd name="T3" fmla="*/ 52 h 11"/>
                <a:gd name="T4" fmla="*/ 120 w 21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11" y="2"/>
                  </a:moveTo>
                  <a:cubicBezTo>
                    <a:pt x="8" y="1"/>
                    <a:pt x="0" y="0"/>
                    <a:pt x="2" y="5"/>
                  </a:cubicBezTo>
                  <a:cubicBezTo>
                    <a:pt x="5" y="11"/>
                    <a:pt x="21" y="8"/>
                    <a:pt x="15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25" name="Freeform 2416">
              <a:extLst>
                <a:ext uri="{FF2B5EF4-FFF2-40B4-BE49-F238E27FC236}">
                  <a16:creationId xmlns:a16="http://schemas.microsoft.com/office/drawing/2014/main" id="{D60D61C5-0352-4320-A597-10DDA9212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334"/>
              <a:ext cx="18" cy="17"/>
            </a:xfrm>
            <a:custGeom>
              <a:avLst/>
              <a:gdLst>
                <a:gd name="T0" fmla="*/ 56 w 9"/>
                <a:gd name="T1" fmla="*/ 28 h 8"/>
                <a:gd name="T2" fmla="*/ 0 w 9"/>
                <a:gd name="T3" fmla="*/ 40 h 8"/>
                <a:gd name="T4" fmla="*/ 72 w 9"/>
                <a:gd name="T5" fmla="*/ 28 h 8"/>
                <a:gd name="T6" fmla="*/ 56 w 9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7" y="3"/>
                  </a:moveTo>
                  <a:cubicBezTo>
                    <a:pt x="5" y="3"/>
                    <a:pt x="0" y="0"/>
                    <a:pt x="0" y="4"/>
                  </a:cubicBezTo>
                  <a:cubicBezTo>
                    <a:pt x="1" y="8"/>
                    <a:pt x="9" y="7"/>
                    <a:pt x="9" y="3"/>
                  </a:cubicBezTo>
                  <a:cubicBezTo>
                    <a:pt x="8" y="2"/>
                    <a:pt x="7" y="2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26" name="Freeform 2417">
              <a:extLst>
                <a:ext uri="{FF2B5EF4-FFF2-40B4-BE49-F238E27FC236}">
                  <a16:creationId xmlns:a16="http://schemas.microsoft.com/office/drawing/2014/main" id="{B562DAC2-5D90-4E8E-AFD1-DEC7D2EB4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341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0 w 5"/>
                <a:gd name="T3" fmla="*/ 24 h 4"/>
                <a:gd name="T4" fmla="*/ 40 w 5"/>
                <a:gd name="T5" fmla="*/ 16 h 4"/>
                <a:gd name="T6" fmla="*/ 40 w 5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4"/>
                    <a:pt x="4" y="4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27" name="Freeform 2418">
              <a:extLst>
                <a:ext uri="{FF2B5EF4-FFF2-40B4-BE49-F238E27FC236}">
                  <a16:creationId xmlns:a16="http://schemas.microsoft.com/office/drawing/2014/main" id="{DDB29B62-7607-46D7-8ACA-24B5226B9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379"/>
              <a:ext cx="20" cy="13"/>
            </a:xfrm>
            <a:custGeom>
              <a:avLst/>
              <a:gdLst>
                <a:gd name="T0" fmla="*/ 48 w 10"/>
                <a:gd name="T1" fmla="*/ 0 h 6"/>
                <a:gd name="T2" fmla="*/ 32 w 10"/>
                <a:gd name="T3" fmla="*/ 61 h 6"/>
                <a:gd name="T4" fmla="*/ 64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6" y="0"/>
                  </a:moveTo>
                  <a:cubicBezTo>
                    <a:pt x="3" y="0"/>
                    <a:pt x="0" y="4"/>
                    <a:pt x="4" y="6"/>
                  </a:cubicBezTo>
                  <a:cubicBezTo>
                    <a:pt x="7" y="6"/>
                    <a:pt x="10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28" name="Freeform 2419">
              <a:extLst>
                <a:ext uri="{FF2B5EF4-FFF2-40B4-BE49-F238E27FC236}">
                  <a16:creationId xmlns:a16="http://schemas.microsoft.com/office/drawing/2014/main" id="{5A6E360A-DC4E-446D-8DAD-B138A0AC0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17"/>
              <a:ext cx="22" cy="19"/>
            </a:xfrm>
            <a:custGeom>
              <a:avLst/>
              <a:gdLst>
                <a:gd name="T0" fmla="*/ 40 w 11"/>
                <a:gd name="T1" fmla="*/ 0 h 9"/>
                <a:gd name="T2" fmla="*/ 0 w 11"/>
                <a:gd name="T3" fmla="*/ 49 h 9"/>
                <a:gd name="T4" fmla="*/ 56 w 1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3" y="9"/>
                    <a:pt x="11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29" name="Freeform 2420">
              <a:extLst>
                <a:ext uri="{FF2B5EF4-FFF2-40B4-BE49-F238E27FC236}">
                  <a16:creationId xmlns:a16="http://schemas.microsoft.com/office/drawing/2014/main" id="{38469F9E-5882-4FB6-8E88-FBFA638D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319"/>
              <a:ext cx="6" cy="11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20 h 5"/>
                <a:gd name="T4" fmla="*/ 24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1" y="5"/>
                    <a:pt x="3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30" name="Freeform 2421">
              <a:extLst>
                <a:ext uri="{FF2B5EF4-FFF2-40B4-BE49-F238E27FC236}">
                  <a16:creationId xmlns:a16="http://schemas.microsoft.com/office/drawing/2014/main" id="{38369B3C-14FC-45E2-BF60-0F51CDA26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377"/>
              <a:ext cx="22" cy="19"/>
            </a:xfrm>
            <a:custGeom>
              <a:avLst/>
              <a:gdLst>
                <a:gd name="T0" fmla="*/ 16 w 11"/>
                <a:gd name="T1" fmla="*/ 8 h 9"/>
                <a:gd name="T2" fmla="*/ 0 w 11"/>
                <a:gd name="T3" fmla="*/ 49 h 9"/>
                <a:gd name="T4" fmla="*/ 48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9"/>
                    <a:pt x="11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31" name="Freeform 2422">
              <a:extLst>
                <a:ext uri="{FF2B5EF4-FFF2-40B4-BE49-F238E27FC236}">
                  <a16:creationId xmlns:a16="http://schemas.microsoft.com/office/drawing/2014/main" id="{21890C79-03CA-4162-A8AD-7B259F43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372"/>
              <a:ext cx="8" cy="9"/>
            </a:xfrm>
            <a:custGeom>
              <a:avLst/>
              <a:gdLst>
                <a:gd name="T0" fmla="*/ 16 w 4"/>
                <a:gd name="T1" fmla="*/ 0 h 4"/>
                <a:gd name="T2" fmla="*/ 0 w 4"/>
                <a:gd name="T3" fmla="*/ 36 h 4"/>
                <a:gd name="T4" fmla="*/ 24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4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32" name="Freeform 2423">
              <a:extLst>
                <a:ext uri="{FF2B5EF4-FFF2-40B4-BE49-F238E27FC236}">
                  <a16:creationId xmlns:a16="http://schemas.microsoft.com/office/drawing/2014/main" id="{EBDE78EF-75D6-40E1-A02A-92E27CD33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077"/>
              <a:ext cx="44" cy="42"/>
            </a:xfrm>
            <a:custGeom>
              <a:avLst/>
              <a:gdLst>
                <a:gd name="T0" fmla="*/ 104 w 22"/>
                <a:gd name="T1" fmla="*/ 8 h 20"/>
                <a:gd name="T2" fmla="*/ 48 w 22"/>
                <a:gd name="T3" fmla="*/ 128 h 20"/>
                <a:gd name="T4" fmla="*/ 144 w 2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13" y="1"/>
                  </a:moveTo>
                  <a:cubicBezTo>
                    <a:pt x="8" y="1"/>
                    <a:pt x="0" y="9"/>
                    <a:pt x="6" y="14"/>
                  </a:cubicBezTo>
                  <a:cubicBezTo>
                    <a:pt x="13" y="20"/>
                    <a:pt x="22" y="7"/>
                    <a:pt x="18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33" name="Freeform 2424">
              <a:extLst>
                <a:ext uri="{FF2B5EF4-FFF2-40B4-BE49-F238E27FC236}">
                  <a16:creationId xmlns:a16="http://schemas.microsoft.com/office/drawing/2014/main" id="{5838AC84-FD0F-4DB4-9195-004B3BEB8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122"/>
              <a:ext cx="36" cy="31"/>
            </a:xfrm>
            <a:custGeom>
              <a:avLst/>
              <a:gdLst>
                <a:gd name="T0" fmla="*/ 96 w 18"/>
                <a:gd name="T1" fmla="*/ 0 h 15"/>
                <a:gd name="T2" fmla="*/ 64 w 18"/>
                <a:gd name="T3" fmla="*/ 116 h 15"/>
                <a:gd name="T4" fmla="*/ 112 w 18"/>
                <a:gd name="T5" fmla="*/ 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2" y="0"/>
                  </a:moveTo>
                  <a:cubicBezTo>
                    <a:pt x="6" y="0"/>
                    <a:pt x="0" y="10"/>
                    <a:pt x="8" y="13"/>
                  </a:cubicBezTo>
                  <a:cubicBezTo>
                    <a:pt x="15" y="15"/>
                    <a:pt x="18" y="5"/>
                    <a:pt x="1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34" name="Freeform 2425">
              <a:extLst>
                <a:ext uri="{FF2B5EF4-FFF2-40B4-BE49-F238E27FC236}">
                  <a16:creationId xmlns:a16="http://schemas.microsoft.com/office/drawing/2014/main" id="{5D78D28D-E677-42FD-8F09-C7CE5677C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168"/>
              <a:ext cx="44" cy="37"/>
            </a:xfrm>
            <a:custGeom>
              <a:avLst/>
              <a:gdLst>
                <a:gd name="T0" fmla="*/ 80 w 22"/>
                <a:gd name="T1" fmla="*/ 61 h 17"/>
                <a:gd name="T2" fmla="*/ 72 w 22"/>
                <a:gd name="T3" fmla="*/ 176 h 17"/>
                <a:gd name="T4" fmla="*/ 96 w 22"/>
                <a:gd name="T5" fmla="*/ 5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10" y="6"/>
                  </a:moveTo>
                  <a:cubicBezTo>
                    <a:pt x="4" y="5"/>
                    <a:pt x="0" y="16"/>
                    <a:pt x="9" y="17"/>
                  </a:cubicBezTo>
                  <a:cubicBezTo>
                    <a:pt x="19" y="17"/>
                    <a:pt x="22" y="0"/>
                    <a:pt x="12" y="5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35" name="Freeform 2426">
              <a:extLst>
                <a:ext uri="{FF2B5EF4-FFF2-40B4-BE49-F238E27FC236}">
                  <a16:creationId xmlns:a16="http://schemas.microsoft.com/office/drawing/2014/main" id="{51AB109C-3238-4208-8041-90F3A34E4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3205"/>
              <a:ext cx="28" cy="48"/>
            </a:xfrm>
            <a:custGeom>
              <a:avLst/>
              <a:gdLst>
                <a:gd name="T0" fmla="*/ 72 w 14"/>
                <a:gd name="T1" fmla="*/ 27 h 23"/>
                <a:gd name="T2" fmla="*/ 32 w 14"/>
                <a:gd name="T3" fmla="*/ 144 h 23"/>
                <a:gd name="T4" fmla="*/ 96 w 14"/>
                <a:gd name="T5" fmla="*/ 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9" y="3"/>
                  </a:moveTo>
                  <a:cubicBezTo>
                    <a:pt x="3" y="0"/>
                    <a:pt x="0" y="13"/>
                    <a:pt x="4" y="16"/>
                  </a:cubicBezTo>
                  <a:cubicBezTo>
                    <a:pt x="10" y="23"/>
                    <a:pt x="14" y="8"/>
                    <a:pt x="12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36" name="Freeform 2427">
              <a:extLst>
                <a:ext uri="{FF2B5EF4-FFF2-40B4-BE49-F238E27FC236}">
                  <a16:creationId xmlns:a16="http://schemas.microsoft.com/office/drawing/2014/main" id="{4EF24B99-9559-4BE3-941F-4AFE046E4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232"/>
              <a:ext cx="36" cy="21"/>
            </a:xfrm>
            <a:custGeom>
              <a:avLst/>
              <a:gdLst>
                <a:gd name="T0" fmla="*/ 0 w 18"/>
                <a:gd name="T1" fmla="*/ 92 h 10"/>
                <a:gd name="T2" fmla="*/ 88 w 18"/>
                <a:gd name="T3" fmla="*/ 17 h 10"/>
                <a:gd name="T4" fmla="*/ 136 w 18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2" y="6"/>
                    <a:pt x="6" y="0"/>
                    <a:pt x="11" y="2"/>
                  </a:cubicBezTo>
                  <a:cubicBezTo>
                    <a:pt x="14" y="3"/>
                    <a:pt x="18" y="9"/>
                    <a:pt x="17" y="1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37" name="Freeform 2428">
              <a:extLst>
                <a:ext uri="{FF2B5EF4-FFF2-40B4-BE49-F238E27FC236}">
                  <a16:creationId xmlns:a16="http://schemas.microsoft.com/office/drawing/2014/main" id="{4303311E-6ED9-4B18-A978-11E40CD73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968"/>
              <a:ext cx="18" cy="26"/>
            </a:xfrm>
            <a:custGeom>
              <a:avLst/>
              <a:gdLst>
                <a:gd name="T0" fmla="*/ 32 w 9"/>
                <a:gd name="T1" fmla="*/ 43 h 12"/>
                <a:gd name="T2" fmla="*/ 40 w 9"/>
                <a:gd name="T3" fmla="*/ 104 h 12"/>
                <a:gd name="T4" fmla="*/ 32 w 9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4"/>
                  </a:moveTo>
                  <a:cubicBezTo>
                    <a:pt x="2" y="6"/>
                    <a:pt x="0" y="12"/>
                    <a:pt x="5" y="10"/>
                  </a:cubicBezTo>
                  <a:cubicBezTo>
                    <a:pt x="9" y="8"/>
                    <a:pt x="8" y="0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38" name="Freeform 2429">
              <a:extLst>
                <a:ext uri="{FF2B5EF4-FFF2-40B4-BE49-F238E27FC236}">
                  <a16:creationId xmlns:a16="http://schemas.microsoft.com/office/drawing/2014/main" id="{602768B6-779B-4560-9ACC-CBF87B6FB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964"/>
              <a:ext cx="6" cy="9"/>
            </a:xfrm>
            <a:custGeom>
              <a:avLst/>
              <a:gdLst>
                <a:gd name="T0" fmla="*/ 8 w 3"/>
                <a:gd name="T1" fmla="*/ 11 h 4"/>
                <a:gd name="T2" fmla="*/ 0 w 3"/>
                <a:gd name="T3" fmla="*/ 45 h 4"/>
                <a:gd name="T4" fmla="*/ 16 w 3"/>
                <a:gd name="T5" fmla="*/ 0 h 4"/>
                <a:gd name="T6" fmla="*/ 8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39" name="Freeform 2430">
              <a:extLst>
                <a:ext uri="{FF2B5EF4-FFF2-40B4-BE49-F238E27FC236}">
                  <a16:creationId xmlns:a16="http://schemas.microsoft.com/office/drawing/2014/main" id="{2DE7D099-584B-477B-8369-FD8D8BE4E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3011"/>
              <a:ext cx="20" cy="15"/>
            </a:xfrm>
            <a:custGeom>
              <a:avLst/>
              <a:gdLst>
                <a:gd name="T0" fmla="*/ 24 w 10"/>
                <a:gd name="T1" fmla="*/ 28 h 7"/>
                <a:gd name="T2" fmla="*/ 48 w 10"/>
                <a:gd name="T3" fmla="*/ 60 h 7"/>
                <a:gd name="T4" fmla="*/ 48 w 10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3"/>
                  </a:moveTo>
                  <a:cubicBezTo>
                    <a:pt x="0" y="5"/>
                    <a:pt x="3" y="7"/>
                    <a:pt x="6" y="6"/>
                  </a:cubicBezTo>
                  <a:cubicBezTo>
                    <a:pt x="9" y="5"/>
                    <a:pt x="10" y="0"/>
                    <a:pt x="6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40" name="Freeform 2431">
              <a:extLst>
                <a:ext uri="{FF2B5EF4-FFF2-40B4-BE49-F238E27FC236}">
                  <a16:creationId xmlns:a16="http://schemas.microsoft.com/office/drawing/2014/main" id="{44C8E7F4-EB43-4157-A398-7947AD351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3026"/>
              <a:ext cx="18" cy="32"/>
            </a:xfrm>
            <a:custGeom>
              <a:avLst/>
              <a:gdLst>
                <a:gd name="T0" fmla="*/ 8 w 9"/>
                <a:gd name="T1" fmla="*/ 68 h 15"/>
                <a:gd name="T2" fmla="*/ 48 w 9"/>
                <a:gd name="T3" fmla="*/ 96 h 15"/>
                <a:gd name="T4" fmla="*/ 0 w 9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1" y="7"/>
                  </a:moveTo>
                  <a:cubicBezTo>
                    <a:pt x="0" y="10"/>
                    <a:pt x="2" y="15"/>
                    <a:pt x="6" y="10"/>
                  </a:cubicBezTo>
                  <a:cubicBezTo>
                    <a:pt x="9" y="6"/>
                    <a:pt x="3" y="0"/>
                    <a:pt x="0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41" name="Freeform 2432">
              <a:extLst>
                <a:ext uri="{FF2B5EF4-FFF2-40B4-BE49-F238E27FC236}">
                  <a16:creationId xmlns:a16="http://schemas.microsoft.com/office/drawing/2014/main" id="{101FA801-EEB7-4F20-88B9-E31D0C7B4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3196"/>
              <a:ext cx="22" cy="26"/>
            </a:xfrm>
            <a:custGeom>
              <a:avLst/>
              <a:gdLst>
                <a:gd name="T0" fmla="*/ 48 w 11"/>
                <a:gd name="T1" fmla="*/ 0 h 12"/>
                <a:gd name="T2" fmla="*/ 40 w 11"/>
                <a:gd name="T3" fmla="*/ 113 h 12"/>
                <a:gd name="T4" fmla="*/ 48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0"/>
                  </a:moveTo>
                  <a:cubicBezTo>
                    <a:pt x="3" y="2"/>
                    <a:pt x="0" y="10"/>
                    <a:pt x="5" y="11"/>
                  </a:cubicBezTo>
                  <a:cubicBezTo>
                    <a:pt x="11" y="12"/>
                    <a:pt x="8" y="2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42" name="Freeform 2433">
              <a:extLst>
                <a:ext uri="{FF2B5EF4-FFF2-40B4-BE49-F238E27FC236}">
                  <a16:creationId xmlns:a16="http://schemas.microsoft.com/office/drawing/2014/main" id="{BAC738CD-8163-44D2-83F0-1016E38B0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47"/>
              <a:ext cx="12" cy="15"/>
            </a:xfrm>
            <a:custGeom>
              <a:avLst/>
              <a:gdLst>
                <a:gd name="T0" fmla="*/ 0 w 6"/>
                <a:gd name="T1" fmla="*/ 28 h 7"/>
                <a:gd name="T2" fmla="*/ 24 w 6"/>
                <a:gd name="T3" fmla="*/ 69 h 7"/>
                <a:gd name="T4" fmla="*/ 16 w 6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5"/>
                    <a:pt x="1" y="7"/>
                    <a:pt x="3" y="7"/>
                  </a:cubicBezTo>
                  <a:cubicBezTo>
                    <a:pt x="5" y="6"/>
                    <a:pt x="6" y="0"/>
                    <a:pt x="2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43" name="Freeform 2434">
              <a:extLst>
                <a:ext uri="{FF2B5EF4-FFF2-40B4-BE49-F238E27FC236}">
                  <a16:creationId xmlns:a16="http://schemas.microsoft.com/office/drawing/2014/main" id="{6272B076-F24F-4C05-9569-F08D6B700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092"/>
              <a:ext cx="14" cy="21"/>
            </a:xfrm>
            <a:custGeom>
              <a:avLst/>
              <a:gdLst>
                <a:gd name="T0" fmla="*/ 24 w 7"/>
                <a:gd name="T1" fmla="*/ 36 h 10"/>
                <a:gd name="T2" fmla="*/ 8 w 7"/>
                <a:gd name="T3" fmla="*/ 84 h 10"/>
                <a:gd name="T4" fmla="*/ 32 w 7"/>
                <a:gd name="T5" fmla="*/ 0 h 10"/>
                <a:gd name="T6" fmla="*/ 16 w 7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4"/>
                  </a:moveTo>
                  <a:cubicBezTo>
                    <a:pt x="0" y="5"/>
                    <a:pt x="0" y="6"/>
                    <a:pt x="1" y="9"/>
                  </a:cubicBezTo>
                  <a:cubicBezTo>
                    <a:pt x="5" y="10"/>
                    <a:pt x="7" y="2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44" name="Freeform 2435">
              <a:extLst>
                <a:ext uri="{FF2B5EF4-FFF2-40B4-BE49-F238E27FC236}">
                  <a16:creationId xmlns:a16="http://schemas.microsoft.com/office/drawing/2014/main" id="{DADFDC07-FEB0-4DDC-9C40-C76653D4F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3049"/>
              <a:ext cx="18" cy="26"/>
            </a:xfrm>
            <a:custGeom>
              <a:avLst/>
              <a:gdLst>
                <a:gd name="T0" fmla="*/ 32 w 9"/>
                <a:gd name="T1" fmla="*/ 61 h 12"/>
                <a:gd name="T2" fmla="*/ 16 w 9"/>
                <a:gd name="T3" fmla="*/ 121 h 12"/>
                <a:gd name="T4" fmla="*/ 32 w 9"/>
                <a:gd name="T5" fmla="*/ 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6"/>
                  </a:moveTo>
                  <a:cubicBezTo>
                    <a:pt x="2" y="7"/>
                    <a:pt x="0" y="10"/>
                    <a:pt x="2" y="12"/>
                  </a:cubicBezTo>
                  <a:cubicBezTo>
                    <a:pt x="9" y="12"/>
                    <a:pt x="8" y="0"/>
                    <a:pt x="4" y="7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45" name="Freeform 2436">
              <a:extLst>
                <a:ext uri="{FF2B5EF4-FFF2-40B4-BE49-F238E27FC236}">
                  <a16:creationId xmlns:a16="http://schemas.microsoft.com/office/drawing/2014/main" id="{2BE74D96-D037-4EAD-B982-074696EDC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83"/>
              <a:ext cx="14" cy="13"/>
            </a:xfrm>
            <a:custGeom>
              <a:avLst/>
              <a:gdLst>
                <a:gd name="T0" fmla="*/ 32 w 7"/>
                <a:gd name="T1" fmla="*/ 0 h 6"/>
                <a:gd name="T2" fmla="*/ 0 w 7"/>
                <a:gd name="T3" fmla="*/ 52 h 6"/>
                <a:gd name="T4" fmla="*/ 3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4" y="6"/>
                    <a:pt x="7" y="0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46" name="Freeform 2437">
              <a:extLst>
                <a:ext uri="{FF2B5EF4-FFF2-40B4-BE49-F238E27FC236}">
                  <a16:creationId xmlns:a16="http://schemas.microsoft.com/office/drawing/2014/main" id="{E9092107-1087-4D85-9167-8C89B41C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3049"/>
              <a:ext cx="12" cy="13"/>
            </a:xfrm>
            <a:custGeom>
              <a:avLst/>
              <a:gdLst>
                <a:gd name="T0" fmla="*/ 8 w 6"/>
                <a:gd name="T1" fmla="*/ 20 h 6"/>
                <a:gd name="T2" fmla="*/ 8 w 6"/>
                <a:gd name="T3" fmla="*/ 61 h 6"/>
                <a:gd name="T4" fmla="*/ 32 w 6"/>
                <a:gd name="T5" fmla="*/ 0 h 6"/>
                <a:gd name="T6" fmla="*/ 16 w 6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5"/>
                    <a:pt x="6" y="2"/>
                    <a:pt x="4" y="0"/>
                  </a:cubicBezTo>
                  <a:cubicBezTo>
                    <a:pt x="3" y="0"/>
                    <a:pt x="2" y="2"/>
                    <a:pt x="2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47" name="Freeform 2438">
              <a:extLst>
                <a:ext uri="{FF2B5EF4-FFF2-40B4-BE49-F238E27FC236}">
                  <a16:creationId xmlns:a16="http://schemas.microsoft.com/office/drawing/2014/main" id="{7C4C4847-87EB-4518-87B4-28C42CF4F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3068"/>
              <a:ext cx="26" cy="24"/>
            </a:xfrm>
            <a:custGeom>
              <a:avLst/>
              <a:gdLst>
                <a:gd name="T0" fmla="*/ 56 w 13"/>
                <a:gd name="T1" fmla="*/ 0 h 11"/>
                <a:gd name="T2" fmla="*/ 40 w 13"/>
                <a:gd name="T3" fmla="*/ 96 h 11"/>
                <a:gd name="T4" fmla="*/ 72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5" y="1"/>
                    <a:pt x="0" y="8"/>
                    <a:pt x="5" y="9"/>
                  </a:cubicBezTo>
                  <a:cubicBezTo>
                    <a:pt x="10" y="11"/>
                    <a:pt x="13" y="2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48" name="Freeform 2439">
              <a:extLst>
                <a:ext uri="{FF2B5EF4-FFF2-40B4-BE49-F238E27FC236}">
                  <a16:creationId xmlns:a16="http://schemas.microsoft.com/office/drawing/2014/main" id="{123C050F-BCCB-4449-8FA6-C0B349DBE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3073"/>
              <a:ext cx="12" cy="14"/>
            </a:xfrm>
            <a:custGeom>
              <a:avLst/>
              <a:gdLst>
                <a:gd name="T0" fmla="*/ 40 w 6"/>
                <a:gd name="T1" fmla="*/ 0 h 7"/>
                <a:gd name="T2" fmla="*/ 16 w 6"/>
                <a:gd name="T3" fmla="*/ 40 h 7"/>
                <a:gd name="T4" fmla="*/ 40 w 6"/>
                <a:gd name="T5" fmla="*/ 0 h 7"/>
                <a:gd name="T6" fmla="*/ 24 w 6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3" y="0"/>
                    <a:pt x="0" y="2"/>
                    <a:pt x="2" y="5"/>
                  </a:cubicBezTo>
                  <a:cubicBezTo>
                    <a:pt x="5" y="7"/>
                    <a:pt x="6" y="2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49" name="Freeform 2440">
              <a:extLst>
                <a:ext uri="{FF2B5EF4-FFF2-40B4-BE49-F238E27FC236}">
                  <a16:creationId xmlns:a16="http://schemas.microsoft.com/office/drawing/2014/main" id="{35F8FFC4-B583-430B-9636-AE1A08518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164"/>
              <a:ext cx="20" cy="21"/>
            </a:xfrm>
            <a:custGeom>
              <a:avLst/>
              <a:gdLst>
                <a:gd name="T0" fmla="*/ 24 w 10"/>
                <a:gd name="T1" fmla="*/ 17 h 10"/>
                <a:gd name="T2" fmla="*/ 16 w 10"/>
                <a:gd name="T3" fmla="*/ 92 h 10"/>
                <a:gd name="T4" fmla="*/ 4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cubicBezTo>
                    <a:pt x="0" y="3"/>
                    <a:pt x="0" y="8"/>
                    <a:pt x="2" y="10"/>
                  </a:cubicBezTo>
                  <a:cubicBezTo>
                    <a:pt x="5" y="9"/>
                    <a:pt x="10" y="3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50" name="Freeform 2441">
              <a:extLst>
                <a:ext uri="{FF2B5EF4-FFF2-40B4-BE49-F238E27FC236}">
                  <a16:creationId xmlns:a16="http://schemas.microsoft.com/office/drawing/2014/main" id="{B454BAF7-AF9B-40DB-9853-E5C61044D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3087"/>
              <a:ext cx="30" cy="17"/>
            </a:xfrm>
            <a:custGeom>
              <a:avLst/>
              <a:gdLst>
                <a:gd name="T0" fmla="*/ 48 w 15"/>
                <a:gd name="T1" fmla="*/ 9 h 8"/>
                <a:gd name="T2" fmla="*/ 64 w 15"/>
                <a:gd name="T3" fmla="*/ 0 h 8"/>
                <a:gd name="T4" fmla="*/ 56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6" y="1"/>
                  </a:moveTo>
                  <a:cubicBezTo>
                    <a:pt x="0" y="8"/>
                    <a:pt x="15" y="5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51" name="Freeform 2442">
              <a:extLst>
                <a:ext uri="{FF2B5EF4-FFF2-40B4-BE49-F238E27FC236}">
                  <a16:creationId xmlns:a16="http://schemas.microsoft.com/office/drawing/2014/main" id="{7BC10F72-F43A-4527-B4A5-32EDF253D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3000"/>
              <a:ext cx="24" cy="19"/>
            </a:xfrm>
            <a:custGeom>
              <a:avLst/>
              <a:gdLst>
                <a:gd name="T0" fmla="*/ 64 w 12"/>
                <a:gd name="T1" fmla="*/ 0 h 9"/>
                <a:gd name="T2" fmla="*/ 48 w 12"/>
                <a:gd name="T3" fmla="*/ 84 h 9"/>
                <a:gd name="T4" fmla="*/ 64 w 12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8" y="0"/>
                  </a:moveTo>
                  <a:cubicBezTo>
                    <a:pt x="5" y="2"/>
                    <a:pt x="0" y="9"/>
                    <a:pt x="6" y="9"/>
                  </a:cubicBezTo>
                  <a:cubicBezTo>
                    <a:pt x="10" y="9"/>
                    <a:pt x="12" y="2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52" name="Freeform 2443">
              <a:extLst>
                <a:ext uri="{FF2B5EF4-FFF2-40B4-BE49-F238E27FC236}">
                  <a16:creationId xmlns:a16="http://schemas.microsoft.com/office/drawing/2014/main" id="{BC344FB7-789B-4DA1-8A65-47EEAEB79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3100"/>
              <a:ext cx="14" cy="17"/>
            </a:xfrm>
            <a:custGeom>
              <a:avLst/>
              <a:gdLst>
                <a:gd name="T0" fmla="*/ 16 w 7"/>
                <a:gd name="T1" fmla="*/ 9 h 8"/>
                <a:gd name="T2" fmla="*/ 0 w 7"/>
                <a:gd name="T3" fmla="*/ 68 h 8"/>
                <a:gd name="T4" fmla="*/ 4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4" y="8"/>
                    <a:pt x="7" y="2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53" name="Freeform 2444">
              <a:extLst>
                <a:ext uri="{FF2B5EF4-FFF2-40B4-BE49-F238E27FC236}">
                  <a16:creationId xmlns:a16="http://schemas.microsoft.com/office/drawing/2014/main" id="{69424590-B344-4D72-810C-98DD8E08D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3079"/>
              <a:ext cx="22" cy="19"/>
            </a:xfrm>
            <a:custGeom>
              <a:avLst/>
              <a:gdLst>
                <a:gd name="T0" fmla="*/ 40 w 11"/>
                <a:gd name="T1" fmla="*/ 8 h 9"/>
                <a:gd name="T2" fmla="*/ 72 w 11"/>
                <a:gd name="T3" fmla="*/ 0 h 9"/>
                <a:gd name="T4" fmla="*/ 56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1"/>
                  </a:moveTo>
                  <a:cubicBezTo>
                    <a:pt x="0" y="9"/>
                    <a:pt x="11" y="8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54" name="Freeform 2445">
              <a:extLst>
                <a:ext uri="{FF2B5EF4-FFF2-40B4-BE49-F238E27FC236}">
                  <a16:creationId xmlns:a16="http://schemas.microsoft.com/office/drawing/2014/main" id="{CBE2B830-6ACB-400D-8185-365E9A017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3130"/>
              <a:ext cx="22" cy="19"/>
            </a:xfrm>
            <a:custGeom>
              <a:avLst/>
              <a:gdLst>
                <a:gd name="T0" fmla="*/ 40 w 11"/>
                <a:gd name="T1" fmla="*/ 8 h 9"/>
                <a:gd name="T2" fmla="*/ 72 w 11"/>
                <a:gd name="T3" fmla="*/ 0 h 9"/>
                <a:gd name="T4" fmla="*/ 56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1"/>
                  </a:moveTo>
                  <a:cubicBezTo>
                    <a:pt x="0" y="9"/>
                    <a:pt x="11" y="8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55" name="Freeform 2446">
              <a:extLst>
                <a:ext uri="{FF2B5EF4-FFF2-40B4-BE49-F238E27FC236}">
                  <a16:creationId xmlns:a16="http://schemas.microsoft.com/office/drawing/2014/main" id="{B7DEB75D-5704-4453-A4C6-7428D5736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3226"/>
              <a:ext cx="22" cy="19"/>
            </a:xfrm>
            <a:custGeom>
              <a:avLst/>
              <a:gdLst>
                <a:gd name="T0" fmla="*/ 40 w 11"/>
                <a:gd name="T1" fmla="*/ 8 h 9"/>
                <a:gd name="T2" fmla="*/ 72 w 11"/>
                <a:gd name="T3" fmla="*/ 8 h 9"/>
                <a:gd name="T4" fmla="*/ 64 w 1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1"/>
                  </a:moveTo>
                  <a:cubicBezTo>
                    <a:pt x="0" y="9"/>
                    <a:pt x="11" y="8"/>
                    <a:pt x="9" y="1"/>
                  </a:cubicBezTo>
                  <a:cubicBezTo>
                    <a:pt x="9" y="0"/>
                    <a:pt x="8" y="0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56" name="Freeform 2447">
              <a:extLst>
                <a:ext uri="{FF2B5EF4-FFF2-40B4-BE49-F238E27FC236}">
                  <a16:creationId xmlns:a16="http://schemas.microsoft.com/office/drawing/2014/main" id="{21CDAACB-1BC0-4845-BDDA-B4F01274E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083"/>
              <a:ext cx="26" cy="19"/>
            </a:xfrm>
            <a:custGeom>
              <a:avLst/>
              <a:gdLst>
                <a:gd name="T0" fmla="*/ 56 w 13"/>
                <a:gd name="T1" fmla="*/ 8 h 9"/>
                <a:gd name="T2" fmla="*/ 48 w 13"/>
                <a:gd name="T3" fmla="*/ 84 h 9"/>
                <a:gd name="T4" fmla="*/ 72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1"/>
                  </a:moveTo>
                  <a:cubicBezTo>
                    <a:pt x="5" y="3"/>
                    <a:pt x="0" y="9"/>
                    <a:pt x="6" y="9"/>
                  </a:cubicBezTo>
                  <a:cubicBezTo>
                    <a:pt x="10" y="9"/>
                    <a:pt x="13" y="2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57" name="Freeform 2448">
              <a:extLst>
                <a:ext uri="{FF2B5EF4-FFF2-40B4-BE49-F238E27FC236}">
                  <a16:creationId xmlns:a16="http://schemas.microsoft.com/office/drawing/2014/main" id="{6048A270-7312-4EED-B6FE-B54EE132D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3104"/>
              <a:ext cx="18" cy="22"/>
            </a:xfrm>
            <a:custGeom>
              <a:avLst/>
              <a:gdLst>
                <a:gd name="T0" fmla="*/ 16 w 9"/>
                <a:gd name="T1" fmla="*/ 9 h 10"/>
                <a:gd name="T2" fmla="*/ 0 w 9"/>
                <a:gd name="T3" fmla="*/ 73 h 10"/>
                <a:gd name="T4" fmla="*/ 4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1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4" y="10"/>
                    <a:pt x="9" y="2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58" name="Freeform 2449">
              <a:extLst>
                <a:ext uri="{FF2B5EF4-FFF2-40B4-BE49-F238E27FC236}">
                  <a16:creationId xmlns:a16="http://schemas.microsoft.com/office/drawing/2014/main" id="{0020B7EB-C046-4CB2-8983-C4C21DA6A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124"/>
              <a:ext cx="19" cy="23"/>
            </a:xfrm>
            <a:custGeom>
              <a:avLst/>
              <a:gdLst>
                <a:gd name="T0" fmla="*/ 29 w 10"/>
                <a:gd name="T1" fmla="*/ 36 h 11"/>
                <a:gd name="T2" fmla="*/ 29 w 10"/>
                <a:gd name="T3" fmla="*/ 100 h 11"/>
                <a:gd name="T4" fmla="*/ 36 w 10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4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11"/>
                    <a:pt x="10" y="0"/>
                    <a:pt x="5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59" name="Freeform 2450">
              <a:extLst>
                <a:ext uri="{FF2B5EF4-FFF2-40B4-BE49-F238E27FC236}">
                  <a16:creationId xmlns:a16="http://schemas.microsoft.com/office/drawing/2014/main" id="{8841F08F-EEE7-4B35-8E5B-CB2140782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111"/>
              <a:ext cx="12" cy="15"/>
            </a:xfrm>
            <a:custGeom>
              <a:avLst/>
              <a:gdLst>
                <a:gd name="T0" fmla="*/ 8 w 6"/>
                <a:gd name="T1" fmla="*/ 9 h 7"/>
                <a:gd name="T2" fmla="*/ 0 w 6"/>
                <a:gd name="T3" fmla="*/ 51 h 7"/>
                <a:gd name="T4" fmla="*/ 2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4" y="7"/>
                    <a:pt x="6" y="2"/>
                    <a:pt x="3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60" name="Freeform 2451">
              <a:extLst>
                <a:ext uri="{FF2B5EF4-FFF2-40B4-BE49-F238E27FC236}">
                  <a16:creationId xmlns:a16="http://schemas.microsoft.com/office/drawing/2014/main" id="{93B2FA73-1F04-4109-8457-B9C07EDEE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177"/>
              <a:ext cx="18" cy="23"/>
            </a:xfrm>
            <a:custGeom>
              <a:avLst/>
              <a:gdLst>
                <a:gd name="T0" fmla="*/ 16 w 9"/>
                <a:gd name="T1" fmla="*/ 27 h 11"/>
                <a:gd name="T2" fmla="*/ 0 w 9"/>
                <a:gd name="T3" fmla="*/ 84 h 11"/>
                <a:gd name="T4" fmla="*/ 48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3"/>
                  </a:moveTo>
                  <a:cubicBezTo>
                    <a:pt x="1" y="5"/>
                    <a:pt x="0" y="7"/>
                    <a:pt x="0" y="9"/>
                  </a:cubicBezTo>
                  <a:cubicBezTo>
                    <a:pt x="4" y="11"/>
                    <a:pt x="9" y="3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61" name="Freeform 2452">
              <a:extLst>
                <a:ext uri="{FF2B5EF4-FFF2-40B4-BE49-F238E27FC236}">
                  <a16:creationId xmlns:a16="http://schemas.microsoft.com/office/drawing/2014/main" id="{0DE1B174-32CD-4B1B-BF1E-1C69108D2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215"/>
              <a:ext cx="14" cy="19"/>
            </a:xfrm>
            <a:custGeom>
              <a:avLst/>
              <a:gdLst>
                <a:gd name="T0" fmla="*/ 24 w 7"/>
                <a:gd name="T1" fmla="*/ 17 h 9"/>
                <a:gd name="T2" fmla="*/ 0 w 7"/>
                <a:gd name="T3" fmla="*/ 76 h 9"/>
                <a:gd name="T4" fmla="*/ 48 w 7"/>
                <a:gd name="T5" fmla="*/ 8 h 9"/>
                <a:gd name="T6" fmla="*/ 32 w 7"/>
                <a:gd name="T7" fmla="*/ 2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2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4" y="9"/>
                    <a:pt x="7" y="4"/>
                    <a:pt x="6" y="1"/>
                  </a:cubicBezTo>
                  <a:cubicBezTo>
                    <a:pt x="4" y="0"/>
                    <a:pt x="4" y="1"/>
                    <a:pt x="4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62" name="Freeform 2453">
              <a:extLst>
                <a:ext uri="{FF2B5EF4-FFF2-40B4-BE49-F238E27FC236}">
                  <a16:creationId xmlns:a16="http://schemas.microsoft.com/office/drawing/2014/main" id="{58E10CA1-DDD8-4CBE-9726-67CAD35A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224"/>
              <a:ext cx="12" cy="15"/>
            </a:xfrm>
            <a:custGeom>
              <a:avLst/>
              <a:gdLst>
                <a:gd name="T0" fmla="*/ 16 w 6"/>
                <a:gd name="T1" fmla="*/ 19 h 7"/>
                <a:gd name="T2" fmla="*/ 8 w 6"/>
                <a:gd name="T3" fmla="*/ 60 h 7"/>
                <a:gd name="T4" fmla="*/ 32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5" y="7"/>
                    <a:pt x="6" y="2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63" name="Freeform 2454">
              <a:extLst>
                <a:ext uri="{FF2B5EF4-FFF2-40B4-BE49-F238E27FC236}">
                  <a16:creationId xmlns:a16="http://schemas.microsoft.com/office/drawing/2014/main" id="{6B93CA79-E577-4113-AD62-456B3D55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179"/>
              <a:ext cx="18" cy="19"/>
            </a:xfrm>
            <a:custGeom>
              <a:avLst/>
              <a:gdLst>
                <a:gd name="T0" fmla="*/ 32 w 9"/>
                <a:gd name="T1" fmla="*/ 0 h 9"/>
                <a:gd name="T2" fmla="*/ 40 w 9"/>
                <a:gd name="T3" fmla="*/ 76 h 9"/>
                <a:gd name="T4" fmla="*/ 48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2"/>
                    <a:pt x="0" y="9"/>
                    <a:pt x="5" y="8"/>
                  </a:cubicBezTo>
                  <a:cubicBezTo>
                    <a:pt x="9" y="7"/>
                    <a:pt x="8" y="2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64" name="Freeform 2455">
              <a:extLst>
                <a:ext uri="{FF2B5EF4-FFF2-40B4-BE49-F238E27FC236}">
                  <a16:creationId xmlns:a16="http://schemas.microsoft.com/office/drawing/2014/main" id="{9CBC43E9-4101-4C76-96DB-225CE7579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236"/>
              <a:ext cx="15" cy="20"/>
            </a:xfrm>
            <a:custGeom>
              <a:avLst/>
              <a:gdLst>
                <a:gd name="T0" fmla="*/ 0 w 8"/>
                <a:gd name="T1" fmla="*/ 89 h 9"/>
                <a:gd name="T2" fmla="*/ 32 w 8"/>
                <a:gd name="T3" fmla="*/ 0 h 9"/>
                <a:gd name="T4" fmla="*/ 45 w 8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1" y="6"/>
                    <a:pt x="3" y="2"/>
                    <a:pt x="5" y="0"/>
                  </a:cubicBezTo>
                  <a:cubicBezTo>
                    <a:pt x="7" y="2"/>
                    <a:pt x="8" y="7"/>
                    <a:pt x="7" y="9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65" name="Freeform 2456">
              <a:extLst>
                <a:ext uri="{FF2B5EF4-FFF2-40B4-BE49-F238E27FC236}">
                  <a16:creationId xmlns:a16="http://schemas.microsoft.com/office/drawing/2014/main" id="{4734508C-BA77-4165-A9B5-6DCAEB7B4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217"/>
              <a:ext cx="12" cy="19"/>
            </a:xfrm>
            <a:custGeom>
              <a:avLst/>
              <a:gdLst>
                <a:gd name="T0" fmla="*/ 16 w 6"/>
                <a:gd name="T1" fmla="*/ 17 h 9"/>
                <a:gd name="T2" fmla="*/ 16 w 6"/>
                <a:gd name="T3" fmla="*/ 84 h 9"/>
                <a:gd name="T4" fmla="*/ 24 w 6"/>
                <a:gd name="T5" fmla="*/ 0 h 9"/>
                <a:gd name="T6" fmla="*/ 24 w 6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5" y="8"/>
                    <a:pt x="6" y="2"/>
                    <a:pt x="3" y="0"/>
                  </a:cubicBezTo>
                  <a:cubicBezTo>
                    <a:pt x="3" y="0"/>
                    <a:pt x="3" y="1"/>
                    <a:pt x="3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66" name="Freeform 2457">
              <a:extLst>
                <a:ext uri="{FF2B5EF4-FFF2-40B4-BE49-F238E27FC236}">
                  <a16:creationId xmlns:a16="http://schemas.microsoft.com/office/drawing/2014/main" id="{542CE448-A54F-4488-A3A9-A92676898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3134"/>
              <a:ext cx="16" cy="17"/>
            </a:xfrm>
            <a:custGeom>
              <a:avLst/>
              <a:gdLst>
                <a:gd name="T0" fmla="*/ 56 w 8"/>
                <a:gd name="T1" fmla="*/ 9 h 8"/>
                <a:gd name="T2" fmla="*/ 0 w 8"/>
                <a:gd name="T3" fmla="*/ 68 h 8"/>
                <a:gd name="T4" fmla="*/ 56 w 8"/>
                <a:gd name="T5" fmla="*/ 9 h 8"/>
                <a:gd name="T6" fmla="*/ 32 w 8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7" y="1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4" y="8"/>
                    <a:pt x="8" y="4"/>
                    <a:pt x="7" y="1"/>
                  </a:cubicBezTo>
                  <a:cubicBezTo>
                    <a:pt x="6" y="0"/>
                    <a:pt x="5" y="0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67" name="Freeform 2458">
              <a:extLst>
                <a:ext uri="{FF2B5EF4-FFF2-40B4-BE49-F238E27FC236}">
                  <a16:creationId xmlns:a16="http://schemas.microsoft.com/office/drawing/2014/main" id="{156E86CB-9CED-4448-A0DC-B192694A7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3147"/>
              <a:ext cx="16" cy="28"/>
            </a:xfrm>
            <a:custGeom>
              <a:avLst/>
              <a:gdLst>
                <a:gd name="T0" fmla="*/ 24 w 8"/>
                <a:gd name="T1" fmla="*/ 52 h 13"/>
                <a:gd name="T2" fmla="*/ 8 w 8"/>
                <a:gd name="T3" fmla="*/ 129 h 13"/>
                <a:gd name="T4" fmla="*/ 16 w 8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3" y="5"/>
                  </a:moveTo>
                  <a:cubicBezTo>
                    <a:pt x="1" y="8"/>
                    <a:pt x="0" y="11"/>
                    <a:pt x="1" y="13"/>
                  </a:cubicBezTo>
                  <a:cubicBezTo>
                    <a:pt x="8" y="12"/>
                    <a:pt x="8" y="0"/>
                    <a:pt x="2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68" name="Freeform 2459">
              <a:extLst>
                <a:ext uri="{FF2B5EF4-FFF2-40B4-BE49-F238E27FC236}">
                  <a16:creationId xmlns:a16="http://schemas.microsoft.com/office/drawing/2014/main" id="{F4582C61-F36A-456F-9E70-3F4ABEADB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132"/>
              <a:ext cx="14" cy="21"/>
            </a:xfrm>
            <a:custGeom>
              <a:avLst/>
              <a:gdLst>
                <a:gd name="T0" fmla="*/ 24 w 7"/>
                <a:gd name="T1" fmla="*/ 27 h 10"/>
                <a:gd name="T2" fmla="*/ 0 w 7"/>
                <a:gd name="T3" fmla="*/ 76 h 10"/>
                <a:gd name="T4" fmla="*/ 48 w 7"/>
                <a:gd name="T5" fmla="*/ 0 h 10"/>
                <a:gd name="T6" fmla="*/ 16 w 7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3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4" y="10"/>
                    <a:pt x="7" y="3"/>
                    <a:pt x="6" y="0"/>
                  </a:cubicBezTo>
                  <a:cubicBezTo>
                    <a:pt x="4" y="0"/>
                    <a:pt x="3" y="0"/>
                    <a:pt x="2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69" name="Freeform 2460">
              <a:extLst>
                <a:ext uri="{FF2B5EF4-FFF2-40B4-BE49-F238E27FC236}">
                  <a16:creationId xmlns:a16="http://schemas.microsoft.com/office/drawing/2014/main" id="{B16E875A-A890-4C8C-A2D3-E03B9FC9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3149"/>
              <a:ext cx="38" cy="36"/>
            </a:xfrm>
            <a:custGeom>
              <a:avLst/>
              <a:gdLst>
                <a:gd name="T0" fmla="*/ 40 w 19"/>
                <a:gd name="T1" fmla="*/ 36 h 17"/>
                <a:gd name="T2" fmla="*/ 56 w 19"/>
                <a:gd name="T3" fmla="*/ 8 h 17"/>
                <a:gd name="T4" fmla="*/ 48 w 19"/>
                <a:gd name="T5" fmla="*/ 1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5" y="4"/>
                  </a:moveTo>
                  <a:cubicBezTo>
                    <a:pt x="0" y="17"/>
                    <a:pt x="19" y="0"/>
                    <a:pt x="7" y="1"/>
                  </a:cubicBezTo>
                  <a:cubicBezTo>
                    <a:pt x="7" y="1"/>
                    <a:pt x="7" y="2"/>
                    <a:pt x="6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70" name="Freeform 2461">
              <a:extLst>
                <a:ext uri="{FF2B5EF4-FFF2-40B4-BE49-F238E27FC236}">
                  <a16:creationId xmlns:a16="http://schemas.microsoft.com/office/drawing/2014/main" id="{8C7E4BDE-FBB9-484A-B1CD-5AB6B8F90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3205"/>
              <a:ext cx="20" cy="31"/>
            </a:xfrm>
            <a:custGeom>
              <a:avLst/>
              <a:gdLst>
                <a:gd name="T0" fmla="*/ 32 w 10"/>
                <a:gd name="T1" fmla="*/ 60 h 15"/>
                <a:gd name="T2" fmla="*/ 40 w 10"/>
                <a:gd name="T3" fmla="*/ 107 h 15"/>
                <a:gd name="T4" fmla="*/ 24 w 10"/>
                <a:gd name="T5" fmla="*/ 5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4" y="7"/>
                  </a:moveTo>
                  <a:cubicBezTo>
                    <a:pt x="0" y="8"/>
                    <a:pt x="1" y="15"/>
                    <a:pt x="5" y="12"/>
                  </a:cubicBezTo>
                  <a:cubicBezTo>
                    <a:pt x="10" y="9"/>
                    <a:pt x="5" y="0"/>
                    <a:pt x="3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71" name="Freeform 2462">
              <a:extLst>
                <a:ext uri="{FF2B5EF4-FFF2-40B4-BE49-F238E27FC236}">
                  <a16:creationId xmlns:a16="http://schemas.microsoft.com/office/drawing/2014/main" id="{5D7184B2-BF1D-40D3-8EC6-CFBF74D5D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205"/>
              <a:ext cx="14" cy="19"/>
            </a:xfrm>
            <a:custGeom>
              <a:avLst/>
              <a:gdLst>
                <a:gd name="T0" fmla="*/ 16 w 7"/>
                <a:gd name="T1" fmla="*/ 17 h 9"/>
                <a:gd name="T2" fmla="*/ 40 w 7"/>
                <a:gd name="T3" fmla="*/ 49 h 9"/>
                <a:gd name="T4" fmla="*/ 16 w 7"/>
                <a:gd name="T5" fmla="*/ 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2"/>
                  </a:moveTo>
                  <a:cubicBezTo>
                    <a:pt x="0" y="5"/>
                    <a:pt x="3" y="9"/>
                    <a:pt x="5" y="5"/>
                  </a:cubicBezTo>
                  <a:cubicBezTo>
                    <a:pt x="7" y="3"/>
                    <a:pt x="4" y="0"/>
                    <a:pt x="2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72" name="Freeform 2463">
              <a:extLst>
                <a:ext uri="{FF2B5EF4-FFF2-40B4-BE49-F238E27FC236}">
                  <a16:creationId xmlns:a16="http://schemas.microsoft.com/office/drawing/2014/main" id="{DA8B1C3C-81EE-4488-9435-21B416797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3111"/>
              <a:ext cx="24" cy="34"/>
            </a:xfrm>
            <a:custGeom>
              <a:avLst/>
              <a:gdLst>
                <a:gd name="T0" fmla="*/ 8 w 12"/>
                <a:gd name="T1" fmla="*/ 60 h 16"/>
                <a:gd name="T2" fmla="*/ 48 w 12"/>
                <a:gd name="T3" fmla="*/ 0 h 16"/>
                <a:gd name="T4" fmla="*/ 16 w 12"/>
                <a:gd name="T5" fmla="*/ 7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" y="6"/>
                  </a:moveTo>
                  <a:cubicBezTo>
                    <a:pt x="0" y="16"/>
                    <a:pt x="12" y="6"/>
                    <a:pt x="6" y="0"/>
                  </a:cubicBezTo>
                  <a:cubicBezTo>
                    <a:pt x="4" y="2"/>
                    <a:pt x="3" y="5"/>
                    <a:pt x="2" y="8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73" name="Freeform 2464">
              <a:extLst>
                <a:ext uri="{FF2B5EF4-FFF2-40B4-BE49-F238E27FC236}">
                  <a16:creationId xmlns:a16="http://schemas.microsoft.com/office/drawing/2014/main" id="{F928CBD0-0ED2-4D29-BD34-5CFF61D7D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3236"/>
              <a:ext cx="20" cy="22"/>
            </a:xfrm>
            <a:custGeom>
              <a:avLst/>
              <a:gdLst>
                <a:gd name="T0" fmla="*/ 0 w 10"/>
                <a:gd name="T1" fmla="*/ 106 h 10"/>
                <a:gd name="T2" fmla="*/ 32 w 10"/>
                <a:gd name="T3" fmla="*/ 0 h 10"/>
                <a:gd name="T4" fmla="*/ 80 w 10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1" y="8"/>
                    <a:pt x="0" y="0"/>
                    <a:pt x="4" y="0"/>
                  </a:cubicBezTo>
                  <a:cubicBezTo>
                    <a:pt x="9" y="1"/>
                    <a:pt x="8" y="6"/>
                    <a:pt x="10" y="8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74" name="Freeform 2465">
              <a:extLst>
                <a:ext uri="{FF2B5EF4-FFF2-40B4-BE49-F238E27FC236}">
                  <a16:creationId xmlns:a16="http://schemas.microsoft.com/office/drawing/2014/main" id="{DB2EEDB4-EF35-4F9C-B0FD-6F5F2FA9D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396"/>
              <a:ext cx="32" cy="23"/>
            </a:xfrm>
            <a:custGeom>
              <a:avLst/>
              <a:gdLst>
                <a:gd name="T0" fmla="*/ 56 w 16"/>
                <a:gd name="T1" fmla="*/ 27 h 11"/>
                <a:gd name="T2" fmla="*/ 24 w 16"/>
                <a:gd name="T3" fmla="*/ 84 h 11"/>
                <a:gd name="T4" fmla="*/ 64 w 16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7" y="3"/>
                  </a:moveTo>
                  <a:cubicBezTo>
                    <a:pt x="3" y="3"/>
                    <a:pt x="0" y="7"/>
                    <a:pt x="3" y="9"/>
                  </a:cubicBezTo>
                  <a:cubicBezTo>
                    <a:pt x="8" y="11"/>
                    <a:pt x="16" y="0"/>
                    <a:pt x="8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75" name="Freeform 2466">
              <a:extLst>
                <a:ext uri="{FF2B5EF4-FFF2-40B4-BE49-F238E27FC236}">
                  <a16:creationId xmlns:a16="http://schemas.microsoft.com/office/drawing/2014/main" id="{B0C173BF-4BDA-4311-8F20-E3F25E23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917"/>
              <a:ext cx="38" cy="36"/>
            </a:xfrm>
            <a:custGeom>
              <a:avLst/>
              <a:gdLst>
                <a:gd name="T0" fmla="*/ 64 w 19"/>
                <a:gd name="T1" fmla="*/ 8 h 17"/>
                <a:gd name="T2" fmla="*/ 48 w 19"/>
                <a:gd name="T3" fmla="*/ 144 h 17"/>
                <a:gd name="T4" fmla="*/ 88 w 1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8" y="1"/>
                  </a:moveTo>
                  <a:cubicBezTo>
                    <a:pt x="3" y="3"/>
                    <a:pt x="0" y="14"/>
                    <a:pt x="6" y="15"/>
                  </a:cubicBezTo>
                  <a:cubicBezTo>
                    <a:pt x="13" y="17"/>
                    <a:pt x="19" y="0"/>
                    <a:pt x="1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76" name="Freeform 2467">
              <a:extLst>
                <a:ext uri="{FF2B5EF4-FFF2-40B4-BE49-F238E27FC236}">
                  <a16:creationId xmlns:a16="http://schemas.microsoft.com/office/drawing/2014/main" id="{46CB789B-1062-4578-BF74-A2CF62BA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917"/>
              <a:ext cx="18" cy="17"/>
            </a:xfrm>
            <a:custGeom>
              <a:avLst/>
              <a:gdLst>
                <a:gd name="T0" fmla="*/ 32 w 9"/>
                <a:gd name="T1" fmla="*/ 0 h 8"/>
                <a:gd name="T2" fmla="*/ 24 w 9"/>
                <a:gd name="T3" fmla="*/ 0 h 8"/>
                <a:gd name="T4" fmla="*/ 32 w 9"/>
                <a:gd name="T5" fmla="*/ 68 h 8"/>
                <a:gd name="T6" fmla="*/ 40 w 9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0" y="2"/>
                    <a:pt x="1" y="8"/>
                    <a:pt x="4" y="7"/>
                  </a:cubicBezTo>
                  <a:cubicBezTo>
                    <a:pt x="7" y="6"/>
                    <a:pt x="9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77" name="Freeform 2468">
              <a:extLst>
                <a:ext uri="{FF2B5EF4-FFF2-40B4-BE49-F238E27FC236}">
                  <a16:creationId xmlns:a16="http://schemas.microsoft.com/office/drawing/2014/main" id="{BC4D0FDD-263E-44D6-AD47-46B3A6BC6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070"/>
              <a:ext cx="22" cy="26"/>
            </a:xfrm>
            <a:custGeom>
              <a:avLst/>
              <a:gdLst>
                <a:gd name="T0" fmla="*/ 32 w 11"/>
                <a:gd name="T1" fmla="*/ 43 h 12"/>
                <a:gd name="T2" fmla="*/ 40 w 11"/>
                <a:gd name="T3" fmla="*/ 93 h 12"/>
                <a:gd name="T4" fmla="*/ 48 w 11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4" y="4"/>
                  </a:moveTo>
                  <a:cubicBezTo>
                    <a:pt x="0" y="5"/>
                    <a:pt x="0" y="12"/>
                    <a:pt x="5" y="9"/>
                  </a:cubicBezTo>
                  <a:cubicBezTo>
                    <a:pt x="9" y="8"/>
                    <a:pt x="11" y="0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78" name="Freeform 2469">
              <a:extLst>
                <a:ext uri="{FF2B5EF4-FFF2-40B4-BE49-F238E27FC236}">
                  <a16:creationId xmlns:a16="http://schemas.microsoft.com/office/drawing/2014/main" id="{3E1588AB-B97F-4C77-B211-B0291146F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3073"/>
              <a:ext cx="6" cy="8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32 h 4"/>
                <a:gd name="T4" fmla="*/ 24 w 3"/>
                <a:gd name="T5" fmla="*/ 0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3" y="2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79" name="Freeform 2470">
              <a:extLst>
                <a:ext uri="{FF2B5EF4-FFF2-40B4-BE49-F238E27FC236}">
                  <a16:creationId xmlns:a16="http://schemas.microsoft.com/office/drawing/2014/main" id="{5A5D659A-23EA-43F5-A876-5D2926DE8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240"/>
              <a:ext cx="2264" cy="2020"/>
            </a:xfrm>
            <a:custGeom>
              <a:avLst/>
              <a:gdLst>
                <a:gd name="T0" fmla="*/ 0 w 1135"/>
                <a:gd name="T1" fmla="*/ 5392 h 949"/>
                <a:gd name="T2" fmla="*/ 0 w 1135"/>
                <a:gd name="T3" fmla="*/ 9153 h 949"/>
                <a:gd name="T4" fmla="*/ 9008 w 1135"/>
                <a:gd name="T5" fmla="*/ 9153 h 949"/>
                <a:gd name="T6" fmla="*/ 9008 w 1135"/>
                <a:gd name="T7" fmla="*/ 0 h 949"/>
                <a:gd name="T8" fmla="*/ 4977 w 1135"/>
                <a:gd name="T9" fmla="*/ 0 h 949"/>
                <a:gd name="T10" fmla="*/ 0 w 1135"/>
                <a:gd name="T11" fmla="*/ 5392 h 9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5" h="949">
                  <a:moveTo>
                    <a:pt x="0" y="559"/>
                  </a:moveTo>
                  <a:cubicBezTo>
                    <a:pt x="0" y="949"/>
                    <a:pt x="0" y="949"/>
                    <a:pt x="0" y="949"/>
                  </a:cubicBezTo>
                  <a:cubicBezTo>
                    <a:pt x="1135" y="949"/>
                    <a:pt x="1135" y="949"/>
                    <a:pt x="1135" y="949"/>
                  </a:cubicBezTo>
                  <a:cubicBezTo>
                    <a:pt x="1135" y="0"/>
                    <a:pt x="1135" y="0"/>
                    <a:pt x="1135" y="0"/>
                  </a:cubicBezTo>
                  <a:cubicBezTo>
                    <a:pt x="627" y="0"/>
                    <a:pt x="627" y="0"/>
                    <a:pt x="627" y="0"/>
                  </a:cubicBezTo>
                  <a:cubicBezTo>
                    <a:pt x="351" y="96"/>
                    <a:pt x="125" y="299"/>
                    <a:pt x="0" y="55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80" name="Freeform 2471">
              <a:extLst>
                <a:ext uri="{FF2B5EF4-FFF2-40B4-BE49-F238E27FC236}">
                  <a16:creationId xmlns:a16="http://schemas.microsoft.com/office/drawing/2014/main" id="{F84178BC-DAE1-4D1E-913B-098B42AAD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660"/>
              <a:ext cx="2017" cy="1600"/>
            </a:xfrm>
            <a:custGeom>
              <a:avLst/>
              <a:gdLst>
                <a:gd name="T0" fmla="*/ 8028 w 1011"/>
                <a:gd name="T1" fmla="*/ 68 h 752"/>
                <a:gd name="T2" fmla="*/ 7559 w 1011"/>
                <a:gd name="T3" fmla="*/ 40 h 752"/>
                <a:gd name="T4" fmla="*/ 7116 w 1011"/>
                <a:gd name="T5" fmla="*/ 68 h 752"/>
                <a:gd name="T6" fmla="*/ 7108 w 1011"/>
                <a:gd name="T7" fmla="*/ 85 h 752"/>
                <a:gd name="T8" fmla="*/ 7037 w 1011"/>
                <a:gd name="T9" fmla="*/ 117 h 752"/>
                <a:gd name="T10" fmla="*/ 6296 w 1011"/>
                <a:gd name="T11" fmla="*/ 249 h 752"/>
                <a:gd name="T12" fmla="*/ 5987 w 1011"/>
                <a:gd name="T13" fmla="*/ 385 h 752"/>
                <a:gd name="T14" fmla="*/ 5496 w 1011"/>
                <a:gd name="T15" fmla="*/ 511 h 752"/>
                <a:gd name="T16" fmla="*/ 4700 w 1011"/>
                <a:gd name="T17" fmla="*/ 470 h 752"/>
                <a:gd name="T18" fmla="*/ 4493 w 1011"/>
                <a:gd name="T19" fmla="*/ 615 h 752"/>
                <a:gd name="T20" fmla="*/ 4096 w 1011"/>
                <a:gd name="T21" fmla="*/ 955 h 752"/>
                <a:gd name="T22" fmla="*/ 3685 w 1011"/>
                <a:gd name="T23" fmla="*/ 1119 h 752"/>
                <a:gd name="T24" fmla="*/ 3416 w 1011"/>
                <a:gd name="T25" fmla="*/ 1332 h 752"/>
                <a:gd name="T26" fmla="*/ 2945 w 1011"/>
                <a:gd name="T27" fmla="*/ 1819 h 752"/>
                <a:gd name="T28" fmla="*/ 2532 w 1011"/>
                <a:gd name="T29" fmla="*/ 2136 h 752"/>
                <a:gd name="T30" fmla="*/ 2272 w 1011"/>
                <a:gd name="T31" fmla="*/ 2485 h 752"/>
                <a:gd name="T32" fmla="*/ 1947 w 1011"/>
                <a:gd name="T33" fmla="*/ 2766 h 752"/>
                <a:gd name="T34" fmla="*/ 1796 w 1011"/>
                <a:gd name="T35" fmla="*/ 3023 h 752"/>
                <a:gd name="T36" fmla="*/ 1572 w 1011"/>
                <a:gd name="T37" fmla="*/ 3428 h 752"/>
                <a:gd name="T38" fmla="*/ 1229 w 1011"/>
                <a:gd name="T39" fmla="*/ 3749 h 752"/>
                <a:gd name="T40" fmla="*/ 832 w 1011"/>
                <a:gd name="T41" fmla="*/ 4440 h 752"/>
                <a:gd name="T42" fmla="*/ 644 w 1011"/>
                <a:gd name="T43" fmla="*/ 4826 h 752"/>
                <a:gd name="T44" fmla="*/ 453 w 1011"/>
                <a:gd name="T45" fmla="*/ 5228 h 752"/>
                <a:gd name="T46" fmla="*/ 239 w 1011"/>
                <a:gd name="T47" fmla="*/ 5672 h 752"/>
                <a:gd name="T48" fmla="*/ 104 w 1011"/>
                <a:gd name="T49" fmla="*/ 6143 h 752"/>
                <a:gd name="T50" fmla="*/ 32 w 1011"/>
                <a:gd name="T51" fmla="*/ 6723 h 752"/>
                <a:gd name="T52" fmla="*/ 16 w 1011"/>
                <a:gd name="T53" fmla="*/ 7234 h 752"/>
                <a:gd name="T54" fmla="*/ 16 w 1011"/>
                <a:gd name="T55" fmla="*/ 7243 h 752"/>
                <a:gd name="T56" fmla="*/ 2787 w 1011"/>
                <a:gd name="T57" fmla="*/ 7243 h 752"/>
                <a:gd name="T58" fmla="*/ 2825 w 1011"/>
                <a:gd name="T59" fmla="*/ 7040 h 752"/>
                <a:gd name="T60" fmla="*/ 2961 w 1011"/>
                <a:gd name="T61" fmla="*/ 6491 h 752"/>
                <a:gd name="T62" fmla="*/ 3001 w 1011"/>
                <a:gd name="T63" fmla="*/ 6143 h 752"/>
                <a:gd name="T64" fmla="*/ 3032 w 1011"/>
                <a:gd name="T65" fmla="*/ 6126 h 752"/>
                <a:gd name="T66" fmla="*/ 3032 w 1011"/>
                <a:gd name="T67" fmla="*/ 6126 h 752"/>
                <a:gd name="T68" fmla="*/ 3328 w 1011"/>
                <a:gd name="T69" fmla="*/ 5528 h 752"/>
                <a:gd name="T70" fmla="*/ 3733 w 1011"/>
                <a:gd name="T71" fmla="*/ 4998 h 752"/>
                <a:gd name="T72" fmla="*/ 4072 w 1011"/>
                <a:gd name="T73" fmla="*/ 4423 h 752"/>
                <a:gd name="T74" fmla="*/ 4652 w 1011"/>
                <a:gd name="T75" fmla="*/ 3911 h 752"/>
                <a:gd name="T76" fmla="*/ 5385 w 1011"/>
                <a:gd name="T77" fmla="*/ 3400 h 752"/>
                <a:gd name="T78" fmla="*/ 6113 w 1011"/>
                <a:gd name="T79" fmla="*/ 3151 h 752"/>
                <a:gd name="T80" fmla="*/ 6775 w 1011"/>
                <a:gd name="T81" fmla="*/ 2919 h 752"/>
                <a:gd name="T82" fmla="*/ 7116 w 1011"/>
                <a:gd name="T83" fmla="*/ 2911 h 752"/>
                <a:gd name="T84" fmla="*/ 7132 w 1011"/>
                <a:gd name="T85" fmla="*/ 2919 h 752"/>
                <a:gd name="T86" fmla="*/ 7132 w 1011"/>
                <a:gd name="T87" fmla="*/ 2911 h 752"/>
                <a:gd name="T88" fmla="*/ 7701 w 1011"/>
                <a:gd name="T89" fmla="*/ 2870 h 752"/>
                <a:gd name="T90" fmla="*/ 8028 w 1011"/>
                <a:gd name="T91" fmla="*/ 2930 h 752"/>
                <a:gd name="T92" fmla="*/ 8028 w 1011"/>
                <a:gd name="T93" fmla="*/ 68 h 75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011" h="752">
                  <a:moveTo>
                    <a:pt x="1011" y="7"/>
                  </a:moveTo>
                  <a:cubicBezTo>
                    <a:pt x="1008" y="8"/>
                    <a:pt x="979" y="8"/>
                    <a:pt x="952" y="4"/>
                  </a:cubicBezTo>
                  <a:cubicBezTo>
                    <a:pt x="923" y="0"/>
                    <a:pt x="914" y="1"/>
                    <a:pt x="896" y="7"/>
                  </a:cubicBezTo>
                  <a:cubicBezTo>
                    <a:pt x="895" y="9"/>
                    <a:pt x="895" y="9"/>
                    <a:pt x="895" y="9"/>
                  </a:cubicBezTo>
                  <a:cubicBezTo>
                    <a:pt x="893" y="10"/>
                    <a:pt x="890" y="11"/>
                    <a:pt x="886" y="12"/>
                  </a:cubicBezTo>
                  <a:cubicBezTo>
                    <a:pt x="863" y="19"/>
                    <a:pt x="817" y="22"/>
                    <a:pt x="793" y="26"/>
                  </a:cubicBezTo>
                  <a:cubicBezTo>
                    <a:pt x="785" y="28"/>
                    <a:pt x="757" y="30"/>
                    <a:pt x="754" y="40"/>
                  </a:cubicBezTo>
                  <a:cubicBezTo>
                    <a:pt x="736" y="35"/>
                    <a:pt x="711" y="53"/>
                    <a:pt x="692" y="53"/>
                  </a:cubicBezTo>
                  <a:cubicBezTo>
                    <a:pt x="666" y="55"/>
                    <a:pt x="601" y="47"/>
                    <a:pt x="592" y="49"/>
                  </a:cubicBezTo>
                  <a:cubicBezTo>
                    <a:pt x="584" y="52"/>
                    <a:pt x="573" y="58"/>
                    <a:pt x="566" y="64"/>
                  </a:cubicBezTo>
                  <a:cubicBezTo>
                    <a:pt x="547" y="79"/>
                    <a:pt x="535" y="90"/>
                    <a:pt x="516" y="99"/>
                  </a:cubicBezTo>
                  <a:cubicBezTo>
                    <a:pt x="499" y="106"/>
                    <a:pt x="481" y="109"/>
                    <a:pt x="464" y="116"/>
                  </a:cubicBezTo>
                  <a:cubicBezTo>
                    <a:pt x="451" y="121"/>
                    <a:pt x="442" y="132"/>
                    <a:pt x="430" y="138"/>
                  </a:cubicBezTo>
                  <a:cubicBezTo>
                    <a:pt x="403" y="152"/>
                    <a:pt x="395" y="169"/>
                    <a:pt x="371" y="189"/>
                  </a:cubicBezTo>
                  <a:cubicBezTo>
                    <a:pt x="359" y="200"/>
                    <a:pt x="332" y="213"/>
                    <a:pt x="319" y="222"/>
                  </a:cubicBezTo>
                  <a:cubicBezTo>
                    <a:pt x="306" y="231"/>
                    <a:pt x="297" y="247"/>
                    <a:pt x="286" y="258"/>
                  </a:cubicBezTo>
                  <a:cubicBezTo>
                    <a:pt x="274" y="269"/>
                    <a:pt x="258" y="279"/>
                    <a:pt x="245" y="287"/>
                  </a:cubicBezTo>
                  <a:cubicBezTo>
                    <a:pt x="233" y="294"/>
                    <a:pt x="232" y="303"/>
                    <a:pt x="226" y="314"/>
                  </a:cubicBezTo>
                  <a:cubicBezTo>
                    <a:pt x="218" y="329"/>
                    <a:pt x="209" y="343"/>
                    <a:pt x="198" y="356"/>
                  </a:cubicBezTo>
                  <a:cubicBezTo>
                    <a:pt x="185" y="369"/>
                    <a:pt x="169" y="377"/>
                    <a:pt x="155" y="389"/>
                  </a:cubicBezTo>
                  <a:cubicBezTo>
                    <a:pt x="134" y="410"/>
                    <a:pt x="117" y="433"/>
                    <a:pt x="105" y="461"/>
                  </a:cubicBezTo>
                  <a:cubicBezTo>
                    <a:pt x="99" y="476"/>
                    <a:pt x="91" y="489"/>
                    <a:pt x="81" y="501"/>
                  </a:cubicBezTo>
                  <a:cubicBezTo>
                    <a:pt x="69" y="514"/>
                    <a:pt x="64" y="527"/>
                    <a:pt x="57" y="543"/>
                  </a:cubicBezTo>
                  <a:cubicBezTo>
                    <a:pt x="51" y="560"/>
                    <a:pt x="39" y="574"/>
                    <a:pt x="30" y="589"/>
                  </a:cubicBezTo>
                  <a:cubicBezTo>
                    <a:pt x="19" y="605"/>
                    <a:pt x="17" y="620"/>
                    <a:pt x="13" y="638"/>
                  </a:cubicBezTo>
                  <a:cubicBezTo>
                    <a:pt x="6" y="661"/>
                    <a:pt x="4" y="683"/>
                    <a:pt x="4" y="698"/>
                  </a:cubicBezTo>
                  <a:cubicBezTo>
                    <a:pt x="4" y="713"/>
                    <a:pt x="0" y="711"/>
                    <a:pt x="2" y="751"/>
                  </a:cubicBezTo>
                  <a:cubicBezTo>
                    <a:pt x="2" y="751"/>
                    <a:pt x="2" y="751"/>
                    <a:pt x="2" y="752"/>
                  </a:cubicBezTo>
                  <a:cubicBezTo>
                    <a:pt x="351" y="752"/>
                    <a:pt x="351" y="752"/>
                    <a:pt x="351" y="752"/>
                  </a:cubicBezTo>
                  <a:cubicBezTo>
                    <a:pt x="351" y="746"/>
                    <a:pt x="352" y="738"/>
                    <a:pt x="356" y="731"/>
                  </a:cubicBezTo>
                  <a:cubicBezTo>
                    <a:pt x="362" y="719"/>
                    <a:pt x="374" y="689"/>
                    <a:pt x="373" y="674"/>
                  </a:cubicBezTo>
                  <a:cubicBezTo>
                    <a:pt x="372" y="659"/>
                    <a:pt x="378" y="638"/>
                    <a:pt x="378" y="638"/>
                  </a:cubicBezTo>
                  <a:cubicBezTo>
                    <a:pt x="382" y="636"/>
                    <a:pt x="382" y="636"/>
                    <a:pt x="382" y="636"/>
                  </a:cubicBezTo>
                  <a:cubicBezTo>
                    <a:pt x="382" y="636"/>
                    <a:pt x="382" y="636"/>
                    <a:pt x="382" y="636"/>
                  </a:cubicBezTo>
                  <a:cubicBezTo>
                    <a:pt x="399" y="623"/>
                    <a:pt x="416" y="586"/>
                    <a:pt x="419" y="574"/>
                  </a:cubicBezTo>
                  <a:cubicBezTo>
                    <a:pt x="430" y="561"/>
                    <a:pt x="451" y="542"/>
                    <a:pt x="470" y="519"/>
                  </a:cubicBezTo>
                  <a:cubicBezTo>
                    <a:pt x="493" y="491"/>
                    <a:pt x="513" y="459"/>
                    <a:pt x="513" y="459"/>
                  </a:cubicBezTo>
                  <a:cubicBezTo>
                    <a:pt x="551" y="444"/>
                    <a:pt x="582" y="412"/>
                    <a:pt x="586" y="406"/>
                  </a:cubicBezTo>
                  <a:cubicBezTo>
                    <a:pt x="617" y="394"/>
                    <a:pt x="646" y="367"/>
                    <a:pt x="678" y="353"/>
                  </a:cubicBezTo>
                  <a:cubicBezTo>
                    <a:pt x="710" y="339"/>
                    <a:pt x="739" y="338"/>
                    <a:pt x="770" y="327"/>
                  </a:cubicBezTo>
                  <a:cubicBezTo>
                    <a:pt x="801" y="315"/>
                    <a:pt x="827" y="303"/>
                    <a:pt x="853" y="303"/>
                  </a:cubicBezTo>
                  <a:cubicBezTo>
                    <a:pt x="879" y="303"/>
                    <a:pt x="896" y="302"/>
                    <a:pt x="896" y="302"/>
                  </a:cubicBezTo>
                  <a:cubicBezTo>
                    <a:pt x="898" y="303"/>
                    <a:pt x="898" y="303"/>
                    <a:pt x="898" y="303"/>
                  </a:cubicBezTo>
                  <a:cubicBezTo>
                    <a:pt x="898" y="302"/>
                    <a:pt x="898" y="302"/>
                    <a:pt x="898" y="302"/>
                  </a:cubicBezTo>
                  <a:cubicBezTo>
                    <a:pt x="912" y="300"/>
                    <a:pt x="946" y="299"/>
                    <a:pt x="970" y="298"/>
                  </a:cubicBezTo>
                  <a:cubicBezTo>
                    <a:pt x="982" y="298"/>
                    <a:pt x="998" y="301"/>
                    <a:pt x="1011" y="304"/>
                  </a:cubicBezTo>
                  <a:lnTo>
                    <a:pt x="1011" y="7"/>
                  </a:ln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81" name="Freeform 2472">
              <a:extLst>
                <a:ext uri="{FF2B5EF4-FFF2-40B4-BE49-F238E27FC236}">
                  <a16:creationId xmlns:a16="http://schemas.microsoft.com/office/drawing/2014/main" id="{8FC1273B-926E-4879-B221-22C90A4F1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294"/>
              <a:ext cx="1317" cy="966"/>
            </a:xfrm>
            <a:custGeom>
              <a:avLst/>
              <a:gdLst>
                <a:gd name="T0" fmla="*/ 5244 w 660"/>
                <a:gd name="T1" fmla="*/ 60 h 454"/>
                <a:gd name="T2" fmla="*/ 4917 w 660"/>
                <a:gd name="T3" fmla="*/ 0 h 454"/>
                <a:gd name="T4" fmla="*/ 4356 w 660"/>
                <a:gd name="T5" fmla="*/ 40 h 454"/>
                <a:gd name="T6" fmla="*/ 4348 w 660"/>
                <a:gd name="T7" fmla="*/ 49 h 454"/>
                <a:gd name="T8" fmla="*/ 4332 w 660"/>
                <a:gd name="T9" fmla="*/ 40 h 454"/>
                <a:gd name="T10" fmla="*/ 3989 w 660"/>
                <a:gd name="T11" fmla="*/ 49 h 454"/>
                <a:gd name="T12" fmla="*/ 3328 w 660"/>
                <a:gd name="T13" fmla="*/ 281 h 454"/>
                <a:gd name="T14" fmla="*/ 2600 w 660"/>
                <a:gd name="T15" fmla="*/ 530 h 454"/>
                <a:gd name="T16" fmla="*/ 1868 w 660"/>
                <a:gd name="T17" fmla="*/ 1040 h 454"/>
                <a:gd name="T18" fmla="*/ 1287 w 660"/>
                <a:gd name="T19" fmla="*/ 1553 h 454"/>
                <a:gd name="T20" fmla="*/ 944 w 660"/>
                <a:gd name="T21" fmla="*/ 2128 h 454"/>
                <a:gd name="T22" fmla="*/ 541 w 660"/>
                <a:gd name="T23" fmla="*/ 2658 h 454"/>
                <a:gd name="T24" fmla="*/ 247 w 660"/>
                <a:gd name="T25" fmla="*/ 3255 h 454"/>
                <a:gd name="T26" fmla="*/ 247 w 660"/>
                <a:gd name="T27" fmla="*/ 3255 h 454"/>
                <a:gd name="T28" fmla="*/ 247 w 660"/>
                <a:gd name="T29" fmla="*/ 3255 h 454"/>
                <a:gd name="T30" fmla="*/ 216 w 660"/>
                <a:gd name="T31" fmla="*/ 3296 h 454"/>
                <a:gd name="T32" fmla="*/ 208 w 660"/>
                <a:gd name="T33" fmla="*/ 3332 h 454"/>
                <a:gd name="T34" fmla="*/ 200 w 660"/>
                <a:gd name="T35" fmla="*/ 3351 h 454"/>
                <a:gd name="T36" fmla="*/ 200 w 660"/>
                <a:gd name="T37" fmla="*/ 3351 h 454"/>
                <a:gd name="T38" fmla="*/ 200 w 660"/>
                <a:gd name="T39" fmla="*/ 3372 h 454"/>
                <a:gd name="T40" fmla="*/ 200 w 660"/>
                <a:gd name="T41" fmla="*/ 3372 h 454"/>
                <a:gd name="T42" fmla="*/ 192 w 660"/>
                <a:gd name="T43" fmla="*/ 3392 h 454"/>
                <a:gd name="T44" fmla="*/ 192 w 660"/>
                <a:gd name="T45" fmla="*/ 3400 h 454"/>
                <a:gd name="T46" fmla="*/ 192 w 660"/>
                <a:gd name="T47" fmla="*/ 3417 h 454"/>
                <a:gd name="T48" fmla="*/ 192 w 660"/>
                <a:gd name="T49" fmla="*/ 3417 h 454"/>
                <a:gd name="T50" fmla="*/ 176 w 660"/>
                <a:gd name="T51" fmla="*/ 3509 h 454"/>
                <a:gd name="T52" fmla="*/ 176 w 660"/>
                <a:gd name="T53" fmla="*/ 3517 h 454"/>
                <a:gd name="T54" fmla="*/ 176 w 660"/>
                <a:gd name="T55" fmla="*/ 3536 h 454"/>
                <a:gd name="T56" fmla="*/ 176 w 660"/>
                <a:gd name="T57" fmla="*/ 3545 h 454"/>
                <a:gd name="T58" fmla="*/ 176 w 660"/>
                <a:gd name="T59" fmla="*/ 3564 h 454"/>
                <a:gd name="T60" fmla="*/ 176 w 660"/>
                <a:gd name="T61" fmla="*/ 3572 h 454"/>
                <a:gd name="T62" fmla="*/ 176 w 660"/>
                <a:gd name="T63" fmla="*/ 3594 h 454"/>
                <a:gd name="T64" fmla="*/ 176 w 660"/>
                <a:gd name="T65" fmla="*/ 3594 h 454"/>
                <a:gd name="T66" fmla="*/ 176 w 660"/>
                <a:gd name="T67" fmla="*/ 3621 h 454"/>
                <a:gd name="T68" fmla="*/ 40 w 660"/>
                <a:gd name="T69" fmla="*/ 4170 h 454"/>
                <a:gd name="T70" fmla="*/ 0 w 660"/>
                <a:gd name="T71" fmla="*/ 4373 h 454"/>
                <a:gd name="T72" fmla="*/ 573 w 660"/>
                <a:gd name="T73" fmla="*/ 4373 h 454"/>
                <a:gd name="T74" fmla="*/ 597 w 660"/>
                <a:gd name="T75" fmla="*/ 4075 h 454"/>
                <a:gd name="T76" fmla="*/ 653 w 660"/>
                <a:gd name="T77" fmla="*/ 3594 h 454"/>
                <a:gd name="T78" fmla="*/ 740 w 660"/>
                <a:gd name="T79" fmla="*/ 3272 h 454"/>
                <a:gd name="T80" fmla="*/ 876 w 660"/>
                <a:gd name="T81" fmla="*/ 3083 h 454"/>
                <a:gd name="T82" fmla="*/ 992 w 660"/>
                <a:gd name="T83" fmla="*/ 2843 h 454"/>
                <a:gd name="T84" fmla="*/ 1096 w 660"/>
                <a:gd name="T85" fmla="*/ 2638 h 454"/>
                <a:gd name="T86" fmla="*/ 1175 w 660"/>
                <a:gd name="T87" fmla="*/ 2409 h 454"/>
                <a:gd name="T88" fmla="*/ 1477 w 660"/>
                <a:gd name="T89" fmla="*/ 2213 h 454"/>
                <a:gd name="T90" fmla="*/ 1588 w 660"/>
                <a:gd name="T91" fmla="*/ 2060 h 454"/>
                <a:gd name="T92" fmla="*/ 1764 w 660"/>
                <a:gd name="T93" fmla="*/ 1975 h 454"/>
                <a:gd name="T94" fmla="*/ 1908 w 660"/>
                <a:gd name="T95" fmla="*/ 1706 h 454"/>
                <a:gd name="T96" fmla="*/ 2123 w 660"/>
                <a:gd name="T97" fmla="*/ 1589 h 454"/>
                <a:gd name="T98" fmla="*/ 2409 w 660"/>
                <a:gd name="T99" fmla="*/ 1445 h 454"/>
                <a:gd name="T100" fmla="*/ 2676 w 660"/>
                <a:gd name="T101" fmla="*/ 1155 h 454"/>
                <a:gd name="T102" fmla="*/ 3073 w 660"/>
                <a:gd name="T103" fmla="*/ 838 h 454"/>
                <a:gd name="T104" fmla="*/ 3512 w 660"/>
                <a:gd name="T105" fmla="*/ 811 h 454"/>
                <a:gd name="T106" fmla="*/ 3648 w 660"/>
                <a:gd name="T107" fmla="*/ 711 h 454"/>
                <a:gd name="T108" fmla="*/ 3791 w 660"/>
                <a:gd name="T109" fmla="*/ 702 h 454"/>
                <a:gd name="T110" fmla="*/ 4109 w 660"/>
                <a:gd name="T111" fmla="*/ 647 h 454"/>
                <a:gd name="T112" fmla="*/ 4348 w 660"/>
                <a:gd name="T113" fmla="*/ 702 h 454"/>
                <a:gd name="T114" fmla="*/ 4735 w 660"/>
                <a:gd name="T115" fmla="*/ 626 h 454"/>
                <a:gd name="T116" fmla="*/ 5076 w 660"/>
                <a:gd name="T117" fmla="*/ 666 h 454"/>
                <a:gd name="T118" fmla="*/ 5244 w 660"/>
                <a:gd name="T119" fmla="*/ 666 h 454"/>
                <a:gd name="T120" fmla="*/ 5244 w 660"/>
                <a:gd name="T121" fmla="*/ 60 h 4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60" h="454">
                  <a:moveTo>
                    <a:pt x="660" y="6"/>
                  </a:moveTo>
                  <a:cubicBezTo>
                    <a:pt x="647" y="3"/>
                    <a:pt x="631" y="0"/>
                    <a:pt x="619" y="0"/>
                  </a:cubicBezTo>
                  <a:cubicBezTo>
                    <a:pt x="595" y="1"/>
                    <a:pt x="562" y="2"/>
                    <a:pt x="548" y="4"/>
                  </a:cubicBezTo>
                  <a:cubicBezTo>
                    <a:pt x="547" y="5"/>
                    <a:pt x="547" y="5"/>
                    <a:pt x="547" y="5"/>
                  </a:cubicBezTo>
                  <a:cubicBezTo>
                    <a:pt x="545" y="4"/>
                    <a:pt x="545" y="4"/>
                    <a:pt x="545" y="4"/>
                  </a:cubicBezTo>
                  <a:cubicBezTo>
                    <a:pt x="545" y="4"/>
                    <a:pt x="528" y="5"/>
                    <a:pt x="502" y="5"/>
                  </a:cubicBezTo>
                  <a:cubicBezTo>
                    <a:pt x="476" y="5"/>
                    <a:pt x="450" y="17"/>
                    <a:pt x="419" y="29"/>
                  </a:cubicBezTo>
                  <a:cubicBezTo>
                    <a:pt x="388" y="40"/>
                    <a:pt x="359" y="41"/>
                    <a:pt x="327" y="55"/>
                  </a:cubicBezTo>
                  <a:cubicBezTo>
                    <a:pt x="295" y="69"/>
                    <a:pt x="266" y="96"/>
                    <a:pt x="235" y="108"/>
                  </a:cubicBezTo>
                  <a:cubicBezTo>
                    <a:pt x="231" y="114"/>
                    <a:pt x="200" y="146"/>
                    <a:pt x="162" y="161"/>
                  </a:cubicBezTo>
                  <a:cubicBezTo>
                    <a:pt x="162" y="161"/>
                    <a:pt x="142" y="193"/>
                    <a:pt x="119" y="221"/>
                  </a:cubicBezTo>
                  <a:cubicBezTo>
                    <a:pt x="100" y="244"/>
                    <a:pt x="79" y="263"/>
                    <a:pt x="68" y="276"/>
                  </a:cubicBezTo>
                  <a:cubicBezTo>
                    <a:pt x="65" y="288"/>
                    <a:pt x="48" y="325"/>
                    <a:pt x="31" y="338"/>
                  </a:cubicBezTo>
                  <a:cubicBezTo>
                    <a:pt x="31" y="338"/>
                    <a:pt x="31" y="338"/>
                    <a:pt x="31" y="338"/>
                  </a:cubicBezTo>
                  <a:cubicBezTo>
                    <a:pt x="31" y="338"/>
                    <a:pt x="31" y="338"/>
                    <a:pt x="31" y="338"/>
                  </a:cubicBezTo>
                  <a:cubicBezTo>
                    <a:pt x="30" y="339"/>
                    <a:pt x="28" y="340"/>
                    <a:pt x="27" y="342"/>
                  </a:cubicBezTo>
                  <a:cubicBezTo>
                    <a:pt x="27" y="343"/>
                    <a:pt x="26" y="344"/>
                    <a:pt x="26" y="346"/>
                  </a:cubicBezTo>
                  <a:cubicBezTo>
                    <a:pt x="26" y="346"/>
                    <a:pt x="25" y="347"/>
                    <a:pt x="25" y="348"/>
                  </a:cubicBezTo>
                  <a:cubicBezTo>
                    <a:pt x="25" y="348"/>
                    <a:pt x="25" y="348"/>
                    <a:pt x="25" y="348"/>
                  </a:cubicBezTo>
                  <a:cubicBezTo>
                    <a:pt x="25" y="349"/>
                    <a:pt x="25" y="349"/>
                    <a:pt x="25" y="350"/>
                  </a:cubicBezTo>
                  <a:cubicBezTo>
                    <a:pt x="25" y="350"/>
                    <a:pt x="25" y="350"/>
                    <a:pt x="25" y="350"/>
                  </a:cubicBezTo>
                  <a:cubicBezTo>
                    <a:pt x="24" y="351"/>
                    <a:pt x="24" y="352"/>
                    <a:pt x="24" y="352"/>
                  </a:cubicBezTo>
                  <a:cubicBezTo>
                    <a:pt x="24" y="352"/>
                    <a:pt x="24" y="353"/>
                    <a:pt x="24" y="353"/>
                  </a:cubicBezTo>
                  <a:cubicBezTo>
                    <a:pt x="24" y="354"/>
                    <a:pt x="24" y="354"/>
                    <a:pt x="24" y="355"/>
                  </a:cubicBezTo>
                  <a:cubicBezTo>
                    <a:pt x="24" y="355"/>
                    <a:pt x="24" y="355"/>
                    <a:pt x="24" y="355"/>
                  </a:cubicBezTo>
                  <a:cubicBezTo>
                    <a:pt x="23" y="358"/>
                    <a:pt x="23" y="361"/>
                    <a:pt x="22" y="364"/>
                  </a:cubicBezTo>
                  <a:cubicBezTo>
                    <a:pt x="22" y="364"/>
                    <a:pt x="22" y="365"/>
                    <a:pt x="22" y="365"/>
                  </a:cubicBezTo>
                  <a:cubicBezTo>
                    <a:pt x="22" y="365"/>
                    <a:pt x="22" y="366"/>
                    <a:pt x="22" y="367"/>
                  </a:cubicBezTo>
                  <a:cubicBezTo>
                    <a:pt x="22" y="367"/>
                    <a:pt x="22" y="367"/>
                    <a:pt x="22" y="368"/>
                  </a:cubicBezTo>
                  <a:cubicBezTo>
                    <a:pt x="22" y="368"/>
                    <a:pt x="22" y="369"/>
                    <a:pt x="22" y="370"/>
                  </a:cubicBezTo>
                  <a:cubicBezTo>
                    <a:pt x="22" y="370"/>
                    <a:pt x="22" y="370"/>
                    <a:pt x="22" y="371"/>
                  </a:cubicBezTo>
                  <a:cubicBezTo>
                    <a:pt x="22" y="371"/>
                    <a:pt x="22" y="372"/>
                    <a:pt x="22" y="373"/>
                  </a:cubicBezTo>
                  <a:cubicBezTo>
                    <a:pt x="22" y="373"/>
                    <a:pt x="22" y="373"/>
                    <a:pt x="22" y="373"/>
                  </a:cubicBezTo>
                  <a:cubicBezTo>
                    <a:pt x="22" y="374"/>
                    <a:pt x="22" y="375"/>
                    <a:pt x="22" y="376"/>
                  </a:cubicBezTo>
                  <a:cubicBezTo>
                    <a:pt x="23" y="391"/>
                    <a:pt x="11" y="421"/>
                    <a:pt x="5" y="433"/>
                  </a:cubicBezTo>
                  <a:cubicBezTo>
                    <a:pt x="1" y="440"/>
                    <a:pt x="0" y="448"/>
                    <a:pt x="0" y="454"/>
                  </a:cubicBezTo>
                  <a:cubicBezTo>
                    <a:pt x="72" y="454"/>
                    <a:pt x="72" y="454"/>
                    <a:pt x="72" y="454"/>
                  </a:cubicBezTo>
                  <a:cubicBezTo>
                    <a:pt x="72" y="444"/>
                    <a:pt x="74" y="432"/>
                    <a:pt x="75" y="423"/>
                  </a:cubicBezTo>
                  <a:cubicBezTo>
                    <a:pt x="79" y="407"/>
                    <a:pt x="82" y="387"/>
                    <a:pt x="82" y="373"/>
                  </a:cubicBezTo>
                  <a:cubicBezTo>
                    <a:pt x="82" y="360"/>
                    <a:pt x="87" y="349"/>
                    <a:pt x="93" y="340"/>
                  </a:cubicBezTo>
                  <a:cubicBezTo>
                    <a:pt x="97" y="332"/>
                    <a:pt x="105" y="326"/>
                    <a:pt x="110" y="320"/>
                  </a:cubicBezTo>
                  <a:cubicBezTo>
                    <a:pt x="115" y="312"/>
                    <a:pt x="118" y="303"/>
                    <a:pt x="125" y="295"/>
                  </a:cubicBezTo>
                  <a:cubicBezTo>
                    <a:pt x="130" y="290"/>
                    <a:pt x="133" y="282"/>
                    <a:pt x="138" y="274"/>
                  </a:cubicBezTo>
                  <a:cubicBezTo>
                    <a:pt x="143" y="266"/>
                    <a:pt x="150" y="258"/>
                    <a:pt x="148" y="250"/>
                  </a:cubicBezTo>
                  <a:cubicBezTo>
                    <a:pt x="163" y="246"/>
                    <a:pt x="174" y="239"/>
                    <a:pt x="186" y="230"/>
                  </a:cubicBezTo>
                  <a:cubicBezTo>
                    <a:pt x="192" y="227"/>
                    <a:pt x="194" y="217"/>
                    <a:pt x="200" y="214"/>
                  </a:cubicBezTo>
                  <a:cubicBezTo>
                    <a:pt x="206" y="209"/>
                    <a:pt x="216" y="210"/>
                    <a:pt x="222" y="205"/>
                  </a:cubicBezTo>
                  <a:cubicBezTo>
                    <a:pt x="232" y="198"/>
                    <a:pt x="239" y="189"/>
                    <a:pt x="240" y="177"/>
                  </a:cubicBezTo>
                  <a:cubicBezTo>
                    <a:pt x="252" y="178"/>
                    <a:pt x="258" y="171"/>
                    <a:pt x="267" y="165"/>
                  </a:cubicBezTo>
                  <a:cubicBezTo>
                    <a:pt x="278" y="158"/>
                    <a:pt x="290" y="156"/>
                    <a:pt x="303" y="150"/>
                  </a:cubicBezTo>
                  <a:cubicBezTo>
                    <a:pt x="314" y="145"/>
                    <a:pt x="340" y="135"/>
                    <a:pt x="337" y="120"/>
                  </a:cubicBezTo>
                  <a:cubicBezTo>
                    <a:pt x="349" y="123"/>
                    <a:pt x="386" y="102"/>
                    <a:pt x="387" y="87"/>
                  </a:cubicBezTo>
                  <a:cubicBezTo>
                    <a:pt x="404" y="90"/>
                    <a:pt x="425" y="89"/>
                    <a:pt x="442" y="84"/>
                  </a:cubicBezTo>
                  <a:cubicBezTo>
                    <a:pt x="448" y="82"/>
                    <a:pt x="453" y="76"/>
                    <a:pt x="459" y="74"/>
                  </a:cubicBezTo>
                  <a:cubicBezTo>
                    <a:pt x="465" y="72"/>
                    <a:pt x="469" y="74"/>
                    <a:pt x="477" y="73"/>
                  </a:cubicBezTo>
                  <a:cubicBezTo>
                    <a:pt x="493" y="71"/>
                    <a:pt x="497" y="62"/>
                    <a:pt x="517" y="67"/>
                  </a:cubicBezTo>
                  <a:cubicBezTo>
                    <a:pt x="526" y="69"/>
                    <a:pt x="537" y="72"/>
                    <a:pt x="547" y="73"/>
                  </a:cubicBezTo>
                  <a:cubicBezTo>
                    <a:pt x="570" y="74"/>
                    <a:pt x="579" y="67"/>
                    <a:pt x="596" y="65"/>
                  </a:cubicBezTo>
                  <a:cubicBezTo>
                    <a:pt x="613" y="63"/>
                    <a:pt x="618" y="69"/>
                    <a:pt x="639" y="69"/>
                  </a:cubicBezTo>
                  <a:cubicBezTo>
                    <a:pt x="647" y="69"/>
                    <a:pt x="654" y="69"/>
                    <a:pt x="660" y="69"/>
                  </a:cubicBezTo>
                  <a:lnTo>
                    <a:pt x="660" y="6"/>
                  </a:ln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82" name="Freeform 2473">
              <a:extLst>
                <a:ext uri="{FF2B5EF4-FFF2-40B4-BE49-F238E27FC236}">
                  <a16:creationId xmlns:a16="http://schemas.microsoft.com/office/drawing/2014/main" id="{E5CBA221-D3D2-4DE8-ABC4-AFE297B97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426"/>
              <a:ext cx="1173" cy="834"/>
            </a:xfrm>
            <a:custGeom>
              <a:avLst/>
              <a:gdLst>
                <a:gd name="T0" fmla="*/ 525 w 588"/>
                <a:gd name="T1" fmla="*/ 2042 h 392"/>
                <a:gd name="T2" fmla="*/ 421 w 588"/>
                <a:gd name="T3" fmla="*/ 2245 h 392"/>
                <a:gd name="T4" fmla="*/ 303 w 588"/>
                <a:gd name="T5" fmla="*/ 2485 h 392"/>
                <a:gd name="T6" fmla="*/ 168 w 588"/>
                <a:gd name="T7" fmla="*/ 2674 h 392"/>
                <a:gd name="T8" fmla="*/ 80 w 588"/>
                <a:gd name="T9" fmla="*/ 2996 h 392"/>
                <a:gd name="T10" fmla="*/ 24 w 588"/>
                <a:gd name="T11" fmla="*/ 3476 h 392"/>
                <a:gd name="T12" fmla="*/ 0 w 588"/>
                <a:gd name="T13" fmla="*/ 3774 h 392"/>
                <a:gd name="T14" fmla="*/ 4668 w 588"/>
                <a:gd name="T15" fmla="*/ 3774 h 392"/>
                <a:gd name="T16" fmla="*/ 4668 w 588"/>
                <a:gd name="T17" fmla="*/ 68 h 392"/>
                <a:gd name="T18" fmla="*/ 4500 w 588"/>
                <a:gd name="T19" fmla="*/ 68 h 392"/>
                <a:gd name="T20" fmla="*/ 4159 w 588"/>
                <a:gd name="T21" fmla="*/ 28 h 392"/>
                <a:gd name="T22" fmla="*/ 3772 w 588"/>
                <a:gd name="T23" fmla="*/ 104 h 392"/>
                <a:gd name="T24" fmla="*/ 3533 w 588"/>
                <a:gd name="T25" fmla="*/ 49 h 392"/>
                <a:gd name="T26" fmla="*/ 3216 w 588"/>
                <a:gd name="T27" fmla="*/ 104 h 392"/>
                <a:gd name="T28" fmla="*/ 3072 w 588"/>
                <a:gd name="T29" fmla="*/ 117 h 392"/>
                <a:gd name="T30" fmla="*/ 2936 w 588"/>
                <a:gd name="T31" fmla="*/ 213 h 392"/>
                <a:gd name="T32" fmla="*/ 2500 w 588"/>
                <a:gd name="T33" fmla="*/ 240 h 392"/>
                <a:gd name="T34" fmla="*/ 2105 w 588"/>
                <a:gd name="T35" fmla="*/ 557 h 392"/>
                <a:gd name="T36" fmla="*/ 1835 w 588"/>
                <a:gd name="T37" fmla="*/ 847 h 392"/>
                <a:gd name="T38" fmla="*/ 1548 w 588"/>
                <a:gd name="T39" fmla="*/ 991 h 392"/>
                <a:gd name="T40" fmla="*/ 1333 w 588"/>
                <a:gd name="T41" fmla="*/ 1108 h 392"/>
                <a:gd name="T42" fmla="*/ 1189 w 588"/>
                <a:gd name="T43" fmla="*/ 1377 h 392"/>
                <a:gd name="T44" fmla="*/ 1015 w 588"/>
                <a:gd name="T45" fmla="*/ 1462 h 392"/>
                <a:gd name="T46" fmla="*/ 904 w 588"/>
                <a:gd name="T47" fmla="*/ 1617 h 392"/>
                <a:gd name="T48" fmla="*/ 604 w 588"/>
                <a:gd name="T49" fmla="*/ 1811 h 392"/>
                <a:gd name="T50" fmla="*/ 525 w 588"/>
                <a:gd name="T51" fmla="*/ 2042 h 3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8" h="392">
                  <a:moveTo>
                    <a:pt x="66" y="212"/>
                  </a:moveTo>
                  <a:cubicBezTo>
                    <a:pt x="61" y="220"/>
                    <a:pt x="58" y="228"/>
                    <a:pt x="53" y="233"/>
                  </a:cubicBezTo>
                  <a:cubicBezTo>
                    <a:pt x="46" y="241"/>
                    <a:pt x="43" y="250"/>
                    <a:pt x="38" y="258"/>
                  </a:cubicBezTo>
                  <a:cubicBezTo>
                    <a:pt x="33" y="264"/>
                    <a:pt x="25" y="270"/>
                    <a:pt x="21" y="278"/>
                  </a:cubicBezTo>
                  <a:cubicBezTo>
                    <a:pt x="15" y="287"/>
                    <a:pt x="10" y="298"/>
                    <a:pt x="10" y="311"/>
                  </a:cubicBezTo>
                  <a:cubicBezTo>
                    <a:pt x="10" y="325"/>
                    <a:pt x="7" y="345"/>
                    <a:pt x="3" y="361"/>
                  </a:cubicBezTo>
                  <a:cubicBezTo>
                    <a:pt x="2" y="370"/>
                    <a:pt x="0" y="382"/>
                    <a:pt x="0" y="392"/>
                  </a:cubicBezTo>
                  <a:cubicBezTo>
                    <a:pt x="588" y="392"/>
                    <a:pt x="588" y="392"/>
                    <a:pt x="588" y="392"/>
                  </a:cubicBezTo>
                  <a:cubicBezTo>
                    <a:pt x="588" y="7"/>
                    <a:pt x="588" y="7"/>
                    <a:pt x="588" y="7"/>
                  </a:cubicBezTo>
                  <a:cubicBezTo>
                    <a:pt x="582" y="7"/>
                    <a:pt x="575" y="7"/>
                    <a:pt x="567" y="7"/>
                  </a:cubicBezTo>
                  <a:cubicBezTo>
                    <a:pt x="546" y="7"/>
                    <a:pt x="541" y="1"/>
                    <a:pt x="524" y="3"/>
                  </a:cubicBezTo>
                  <a:cubicBezTo>
                    <a:pt x="507" y="5"/>
                    <a:pt x="498" y="12"/>
                    <a:pt x="475" y="11"/>
                  </a:cubicBezTo>
                  <a:cubicBezTo>
                    <a:pt x="465" y="10"/>
                    <a:pt x="454" y="7"/>
                    <a:pt x="445" y="5"/>
                  </a:cubicBezTo>
                  <a:cubicBezTo>
                    <a:pt x="425" y="0"/>
                    <a:pt x="421" y="9"/>
                    <a:pt x="405" y="11"/>
                  </a:cubicBezTo>
                  <a:cubicBezTo>
                    <a:pt x="397" y="12"/>
                    <a:pt x="393" y="10"/>
                    <a:pt x="387" y="12"/>
                  </a:cubicBezTo>
                  <a:cubicBezTo>
                    <a:pt x="381" y="14"/>
                    <a:pt x="376" y="20"/>
                    <a:pt x="370" y="22"/>
                  </a:cubicBezTo>
                  <a:cubicBezTo>
                    <a:pt x="353" y="27"/>
                    <a:pt x="332" y="28"/>
                    <a:pt x="315" y="25"/>
                  </a:cubicBezTo>
                  <a:cubicBezTo>
                    <a:pt x="314" y="40"/>
                    <a:pt x="277" y="61"/>
                    <a:pt x="265" y="58"/>
                  </a:cubicBezTo>
                  <a:cubicBezTo>
                    <a:pt x="268" y="73"/>
                    <a:pt x="242" y="83"/>
                    <a:pt x="231" y="88"/>
                  </a:cubicBezTo>
                  <a:cubicBezTo>
                    <a:pt x="218" y="94"/>
                    <a:pt x="206" y="96"/>
                    <a:pt x="195" y="103"/>
                  </a:cubicBezTo>
                  <a:cubicBezTo>
                    <a:pt x="186" y="109"/>
                    <a:pt x="180" y="116"/>
                    <a:pt x="168" y="115"/>
                  </a:cubicBezTo>
                  <a:cubicBezTo>
                    <a:pt x="167" y="127"/>
                    <a:pt x="160" y="136"/>
                    <a:pt x="150" y="143"/>
                  </a:cubicBezTo>
                  <a:cubicBezTo>
                    <a:pt x="144" y="148"/>
                    <a:pt x="134" y="147"/>
                    <a:pt x="128" y="152"/>
                  </a:cubicBezTo>
                  <a:cubicBezTo>
                    <a:pt x="122" y="155"/>
                    <a:pt x="120" y="165"/>
                    <a:pt x="114" y="168"/>
                  </a:cubicBezTo>
                  <a:cubicBezTo>
                    <a:pt x="102" y="177"/>
                    <a:pt x="91" y="184"/>
                    <a:pt x="76" y="188"/>
                  </a:cubicBezTo>
                  <a:cubicBezTo>
                    <a:pt x="78" y="196"/>
                    <a:pt x="71" y="204"/>
                    <a:pt x="66" y="21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983" name="Rectangle 2474">
              <a:extLst>
                <a:ext uri="{FF2B5EF4-FFF2-40B4-BE49-F238E27FC236}">
                  <a16:creationId xmlns:a16="http://schemas.microsoft.com/office/drawing/2014/main" id="{54964BDC-BB51-4DAF-B019-467910E4C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" y="1240"/>
              <a:ext cx="2264" cy="2018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35" name="atherosclerotic-plaque-in-arterial-wall">
            <a:extLst>
              <a:ext uri="{FF2B5EF4-FFF2-40B4-BE49-F238E27FC236}">
                <a16:creationId xmlns:a16="http://schemas.microsoft.com/office/drawing/2014/main" id="{865A13E9-4355-4FAE-B1CC-FBE2FFDA1E41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1966913"/>
            <a:ext cx="3606800" cy="3211512"/>
            <a:chOff x="3030" y="1239"/>
            <a:chExt cx="2272" cy="2023"/>
          </a:xfrm>
        </p:grpSpPr>
        <p:sp>
          <p:nvSpPr>
            <p:cNvPr id="44036" name="Rectangle 2476">
              <a:extLst>
                <a:ext uri="{FF2B5EF4-FFF2-40B4-BE49-F238E27FC236}">
                  <a16:creationId xmlns:a16="http://schemas.microsoft.com/office/drawing/2014/main" id="{5A3792E0-1484-4ACB-838E-12159897C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1239"/>
              <a:ext cx="2264" cy="177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37" name="Freeform 2477">
              <a:extLst>
                <a:ext uri="{FF2B5EF4-FFF2-40B4-BE49-F238E27FC236}">
                  <a16:creationId xmlns:a16="http://schemas.microsoft.com/office/drawing/2014/main" id="{75FA3354-CF4D-4B53-AA24-35F6F3D68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239"/>
              <a:ext cx="2264" cy="2016"/>
            </a:xfrm>
            <a:custGeom>
              <a:avLst/>
              <a:gdLst>
                <a:gd name="T0" fmla="*/ 0 w 1135"/>
                <a:gd name="T1" fmla="*/ 5378 h 948"/>
                <a:gd name="T2" fmla="*/ 0 w 1135"/>
                <a:gd name="T3" fmla="*/ 9117 h 948"/>
                <a:gd name="T4" fmla="*/ 9008 w 1135"/>
                <a:gd name="T5" fmla="*/ 9117 h 948"/>
                <a:gd name="T6" fmla="*/ 9008 w 1135"/>
                <a:gd name="T7" fmla="*/ 0 h 948"/>
                <a:gd name="T8" fmla="*/ 4977 w 1135"/>
                <a:gd name="T9" fmla="*/ 0 h 948"/>
                <a:gd name="T10" fmla="*/ 0 w 1135"/>
                <a:gd name="T11" fmla="*/ 5378 h 9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5" h="948">
                  <a:moveTo>
                    <a:pt x="0" y="559"/>
                  </a:moveTo>
                  <a:cubicBezTo>
                    <a:pt x="0" y="948"/>
                    <a:pt x="0" y="948"/>
                    <a:pt x="0" y="948"/>
                  </a:cubicBezTo>
                  <a:cubicBezTo>
                    <a:pt x="1135" y="948"/>
                    <a:pt x="1135" y="948"/>
                    <a:pt x="1135" y="948"/>
                  </a:cubicBezTo>
                  <a:cubicBezTo>
                    <a:pt x="1135" y="0"/>
                    <a:pt x="1135" y="0"/>
                    <a:pt x="1135" y="0"/>
                  </a:cubicBezTo>
                  <a:cubicBezTo>
                    <a:pt x="627" y="0"/>
                    <a:pt x="627" y="0"/>
                    <a:pt x="627" y="0"/>
                  </a:cubicBezTo>
                  <a:cubicBezTo>
                    <a:pt x="351" y="96"/>
                    <a:pt x="125" y="299"/>
                    <a:pt x="0" y="559"/>
                  </a:cubicBez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2478">
              <a:extLst>
                <a:ext uri="{FF2B5EF4-FFF2-40B4-BE49-F238E27FC236}">
                  <a16:creationId xmlns:a16="http://schemas.microsoft.com/office/drawing/2014/main" id="{60530AFB-D2DD-4CDF-BAC0-C24CA1668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658"/>
              <a:ext cx="2017" cy="1597"/>
            </a:xfrm>
            <a:custGeom>
              <a:avLst/>
              <a:gdLst>
                <a:gd name="T0" fmla="*/ 8028 w 1011"/>
                <a:gd name="T1" fmla="*/ 68 h 751"/>
                <a:gd name="T2" fmla="*/ 7559 w 1011"/>
                <a:gd name="T3" fmla="*/ 40 h 751"/>
                <a:gd name="T4" fmla="*/ 7116 w 1011"/>
                <a:gd name="T5" fmla="*/ 68 h 751"/>
                <a:gd name="T6" fmla="*/ 7108 w 1011"/>
                <a:gd name="T7" fmla="*/ 85 h 751"/>
                <a:gd name="T8" fmla="*/ 7037 w 1011"/>
                <a:gd name="T9" fmla="*/ 117 h 751"/>
                <a:gd name="T10" fmla="*/ 6296 w 1011"/>
                <a:gd name="T11" fmla="*/ 249 h 751"/>
                <a:gd name="T12" fmla="*/ 5987 w 1011"/>
                <a:gd name="T13" fmla="*/ 385 h 751"/>
                <a:gd name="T14" fmla="*/ 5496 w 1011"/>
                <a:gd name="T15" fmla="*/ 510 h 751"/>
                <a:gd name="T16" fmla="*/ 4700 w 1011"/>
                <a:gd name="T17" fmla="*/ 470 h 751"/>
                <a:gd name="T18" fmla="*/ 4493 w 1011"/>
                <a:gd name="T19" fmla="*/ 615 h 751"/>
                <a:gd name="T20" fmla="*/ 4096 w 1011"/>
                <a:gd name="T21" fmla="*/ 955 h 751"/>
                <a:gd name="T22" fmla="*/ 3685 w 1011"/>
                <a:gd name="T23" fmla="*/ 1116 h 751"/>
                <a:gd name="T24" fmla="*/ 3416 w 1011"/>
                <a:gd name="T25" fmla="*/ 1325 h 751"/>
                <a:gd name="T26" fmla="*/ 2945 w 1011"/>
                <a:gd name="T27" fmla="*/ 1818 h 751"/>
                <a:gd name="T28" fmla="*/ 2532 w 1011"/>
                <a:gd name="T29" fmla="*/ 2135 h 751"/>
                <a:gd name="T30" fmla="*/ 2272 w 1011"/>
                <a:gd name="T31" fmla="*/ 2482 h 751"/>
                <a:gd name="T32" fmla="*/ 1947 w 1011"/>
                <a:gd name="T33" fmla="*/ 2758 h 751"/>
                <a:gd name="T34" fmla="*/ 1796 w 1011"/>
                <a:gd name="T35" fmla="*/ 3022 h 751"/>
                <a:gd name="T36" fmla="*/ 1572 w 1011"/>
                <a:gd name="T37" fmla="*/ 3415 h 751"/>
                <a:gd name="T38" fmla="*/ 1229 w 1011"/>
                <a:gd name="T39" fmla="*/ 3741 h 751"/>
                <a:gd name="T40" fmla="*/ 832 w 1011"/>
                <a:gd name="T41" fmla="*/ 4423 h 751"/>
                <a:gd name="T42" fmla="*/ 644 w 1011"/>
                <a:gd name="T43" fmla="*/ 4817 h 751"/>
                <a:gd name="T44" fmla="*/ 453 w 1011"/>
                <a:gd name="T45" fmla="*/ 5223 h 751"/>
                <a:gd name="T46" fmla="*/ 239 w 1011"/>
                <a:gd name="T47" fmla="*/ 5667 h 751"/>
                <a:gd name="T48" fmla="*/ 104 w 1011"/>
                <a:gd name="T49" fmla="*/ 6137 h 751"/>
                <a:gd name="T50" fmla="*/ 32 w 1011"/>
                <a:gd name="T51" fmla="*/ 6711 h 751"/>
                <a:gd name="T52" fmla="*/ 16 w 1011"/>
                <a:gd name="T53" fmla="*/ 7222 h 751"/>
                <a:gd name="T54" fmla="*/ 16 w 1011"/>
                <a:gd name="T55" fmla="*/ 7222 h 751"/>
                <a:gd name="T56" fmla="*/ 2787 w 1011"/>
                <a:gd name="T57" fmla="*/ 7222 h 751"/>
                <a:gd name="T58" fmla="*/ 2825 w 1011"/>
                <a:gd name="T59" fmla="*/ 7028 h 751"/>
                <a:gd name="T60" fmla="*/ 2961 w 1011"/>
                <a:gd name="T61" fmla="*/ 6479 h 751"/>
                <a:gd name="T62" fmla="*/ 3001 w 1011"/>
                <a:gd name="T63" fmla="*/ 6137 h 751"/>
                <a:gd name="T64" fmla="*/ 3032 w 1011"/>
                <a:gd name="T65" fmla="*/ 6114 h 751"/>
                <a:gd name="T66" fmla="*/ 3032 w 1011"/>
                <a:gd name="T67" fmla="*/ 6114 h 751"/>
                <a:gd name="T68" fmla="*/ 3328 w 1011"/>
                <a:gd name="T69" fmla="*/ 5520 h 751"/>
                <a:gd name="T70" fmla="*/ 3733 w 1011"/>
                <a:gd name="T71" fmla="*/ 4993 h 751"/>
                <a:gd name="T72" fmla="*/ 4072 w 1011"/>
                <a:gd name="T73" fmla="*/ 4412 h 751"/>
                <a:gd name="T74" fmla="*/ 4652 w 1011"/>
                <a:gd name="T75" fmla="*/ 3902 h 751"/>
                <a:gd name="T76" fmla="*/ 5385 w 1011"/>
                <a:gd name="T77" fmla="*/ 3396 h 751"/>
                <a:gd name="T78" fmla="*/ 6113 w 1011"/>
                <a:gd name="T79" fmla="*/ 3143 h 751"/>
                <a:gd name="T80" fmla="*/ 6775 w 1011"/>
                <a:gd name="T81" fmla="*/ 2911 h 751"/>
                <a:gd name="T82" fmla="*/ 7116 w 1011"/>
                <a:gd name="T83" fmla="*/ 2903 h 751"/>
                <a:gd name="T84" fmla="*/ 7132 w 1011"/>
                <a:gd name="T85" fmla="*/ 2911 h 751"/>
                <a:gd name="T86" fmla="*/ 7132 w 1011"/>
                <a:gd name="T87" fmla="*/ 2903 h 751"/>
                <a:gd name="T88" fmla="*/ 7701 w 1011"/>
                <a:gd name="T89" fmla="*/ 2867 h 751"/>
                <a:gd name="T90" fmla="*/ 8028 w 1011"/>
                <a:gd name="T91" fmla="*/ 2922 h 751"/>
                <a:gd name="T92" fmla="*/ 8028 w 1011"/>
                <a:gd name="T93" fmla="*/ 68 h 75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011" h="751">
                  <a:moveTo>
                    <a:pt x="1011" y="7"/>
                  </a:moveTo>
                  <a:cubicBezTo>
                    <a:pt x="1008" y="7"/>
                    <a:pt x="979" y="8"/>
                    <a:pt x="952" y="4"/>
                  </a:cubicBezTo>
                  <a:cubicBezTo>
                    <a:pt x="923" y="0"/>
                    <a:pt x="914" y="1"/>
                    <a:pt x="896" y="7"/>
                  </a:cubicBezTo>
                  <a:cubicBezTo>
                    <a:pt x="895" y="9"/>
                    <a:pt x="895" y="9"/>
                    <a:pt x="895" y="9"/>
                  </a:cubicBezTo>
                  <a:cubicBezTo>
                    <a:pt x="893" y="10"/>
                    <a:pt x="890" y="11"/>
                    <a:pt x="886" y="12"/>
                  </a:cubicBezTo>
                  <a:cubicBezTo>
                    <a:pt x="863" y="19"/>
                    <a:pt x="817" y="22"/>
                    <a:pt x="793" y="26"/>
                  </a:cubicBezTo>
                  <a:cubicBezTo>
                    <a:pt x="785" y="28"/>
                    <a:pt x="757" y="30"/>
                    <a:pt x="754" y="40"/>
                  </a:cubicBezTo>
                  <a:cubicBezTo>
                    <a:pt x="736" y="35"/>
                    <a:pt x="711" y="53"/>
                    <a:pt x="692" y="53"/>
                  </a:cubicBezTo>
                  <a:cubicBezTo>
                    <a:pt x="666" y="54"/>
                    <a:pt x="601" y="47"/>
                    <a:pt x="592" y="49"/>
                  </a:cubicBezTo>
                  <a:cubicBezTo>
                    <a:pt x="584" y="52"/>
                    <a:pt x="573" y="58"/>
                    <a:pt x="566" y="64"/>
                  </a:cubicBezTo>
                  <a:cubicBezTo>
                    <a:pt x="547" y="79"/>
                    <a:pt x="535" y="90"/>
                    <a:pt x="516" y="99"/>
                  </a:cubicBezTo>
                  <a:cubicBezTo>
                    <a:pt x="499" y="106"/>
                    <a:pt x="481" y="109"/>
                    <a:pt x="464" y="116"/>
                  </a:cubicBezTo>
                  <a:cubicBezTo>
                    <a:pt x="451" y="121"/>
                    <a:pt x="442" y="131"/>
                    <a:pt x="430" y="138"/>
                  </a:cubicBezTo>
                  <a:cubicBezTo>
                    <a:pt x="403" y="152"/>
                    <a:pt x="395" y="169"/>
                    <a:pt x="371" y="189"/>
                  </a:cubicBezTo>
                  <a:cubicBezTo>
                    <a:pt x="359" y="200"/>
                    <a:pt x="332" y="213"/>
                    <a:pt x="319" y="222"/>
                  </a:cubicBezTo>
                  <a:cubicBezTo>
                    <a:pt x="306" y="231"/>
                    <a:pt x="297" y="247"/>
                    <a:pt x="286" y="258"/>
                  </a:cubicBezTo>
                  <a:cubicBezTo>
                    <a:pt x="274" y="269"/>
                    <a:pt x="258" y="279"/>
                    <a:pt x="245" y="287"/>
                  </a:cubicBezTo>
                  <a:cubicBezTo>
                    <a:pt x="233" y="294"/>
                    <a:pt x="232" y="303"/>
                    <a:pt x="226" y="314"/>
                  </a:cubicBezTo>
                  <a:cubicBezTo>
                    <a:pt x="218" y="329"/>
                    <a:pt x="209" y="343"/>
                    <a:pt x="198" y="355"/>
                  </a:cubicBezTo>
                  <a:cubicBezTo>
                    <a:pt x="185" y="369"/>
                    <a:pt x="169" y="377"/>
                    <a:pt x="155" y="389"/>
                  </a:cubicBezTo>
                  <a:cubicBezTo>
                    <a:pt x="134" y="410"/>
                    <a:pt x="117" y="433"/>
                    <a:pt x="105" y="460"/>
                  </a:cubicBezTo>
                  <a:cubicBezTo>
                    <a:pt x="99" y="476"/>
                    <a:pt x="91" y="489"/>
                    <a:pt x="81" y="501"/>
                  </a:cubicBezTo>
                  <a:cubicBezTo>
                    <a:pt x="69" y="514"/>
                    <a:pt x="64" y="527"/>
                    <a:pt x="57" y="543"/>
                  </a:cubicBezTo>
                  <a:cubicBezTo>
                    <a:pt x="51" y="560"/>
                    <a:pt x="39" y="574"/>
                    <a:pt x="30" y="589"/>
                  </a:cubicBezTo>
                  <a:cubicBezTo>
                    <a:pt x="19" y="605"/>
                    <a:pt x="17" y="620"/>
                    <a:pt x="13" y="638"/>
                  </a:cubicBezTo>
                  <a:cubicBezTo>
                    <a:pt x="6" y="661"/>
                    <a:pt x="4" y="683"/>
                    <a:pt x="4" y="698"/>
                  </a:cubicBezTo>
                  <a:cubicBezTo>
                    <a:pt x="4" y="713"/>
                    <a:pt x="0" y="711"/>
                    <a:pt x="2" y="751"/>
                  </a:cubicBezTo>
                  <a:cubicBezTo>
                    <a:pt x="2" y="751"/>
                    <a:pt x="2" y="751"/>
                    <a:pt x="2" y="751"/>
                  </a:cubicBezTo>
                  <a:cubicBezTo>
                    <a:pt x="351" y="751"/>
                    <a:pt x="351" y="751"/>
                    <a:pt x="351" y="751"/>
                  </a:cubicBezTo>
                  <a:cubicBezTo>
                    <a:pt x="351" y="746"/>
                    <a:pt x="352" y="738"/>
                    <a:pt x="356" y="731"/>
                  </a:cubicBezTo>
                  <a:cubicBezTo>
                    <a:pt x="362" y="719"/>
                    <a:pt x="374" y="689"/>
                    <a:pt x="373" y="674"/>
                  </a:cubicBezTo>
                  <a:cubicBezTo>
                    <a:pt x="372" y="659"/>
                    <a:pt x="378" y="638"/>
                    <a:pt x="378" y="638"/>
                  </a:cubicBezTo>
                  <a:cubicBezTo>
                    <a:pt x="382" y="636"/>
                    <a:pt x="382" y="636"/>
                    <a:pt x="382" y="636"/>
                  </a:cubicBezTo>
                  <a:cubicBezTo>
                    <a:pt x="382" y="636"/>
                    <a:pt x="382" y="636"/>
                    <a:pt x="382" y="636"/>
                  </a:cubicBezTo>
                  <a:cubicBezTo>
                    <a:pt x="399" y="623"/>
                    <a:pt x="416" y="586"/>
                    <a:pt x="419" y="574"/>
                  </a:cubicBezTo>
                  <a:cubicBezTo>
                    <a:pt x="430" y="561"/>
                    <a:pt x="451" y="542"/>
                    <a:pt x="470" y="519"/>
                  </a:cubicBezTo>
                  <a:cubicBezTo>
                    <a:pt x="493" y="491"/>
                    <a:pt x="513" y="459"/>
                    <a:pt x="513" y="459"/>
                  </a:cubicBezTo>
                  <a:cubicBezTo>
                    <a:pt x="551" y="444"/>
                    <a:pt x="582" y="412"/>
                    <a:pt x="586" y="406"/>
                  </a:cubicBezTo>
                  <a:cubicBezTo>
                    <a:pt x="617" y="394"/>
                    <a:pt x="646" y="367"/>
                    <a:pt x="678" y="353"/>
                  </a:cubicBezTo>
                  <a:cubicBezTo>
                    <a:pt x="710" y="339"/>
                    <a:pt x="739" y="338"/>
                    <a:pt x="770" y="327"/>
                  </a:cubicBezTo>
                  <a:cubicBezTo>
                    <a:pt x="801" y="315"/>
                    <a:pt x="827" y="303"/>
                    <a:pt x="853" y="303"/>
                  </a:cubicBezTo>
                  <a:cubicBezTo>
                    <a:pt x="879" y="303"/>
                    <a:pt x="896" y="302"/>
                    <a:pt x="896" y="302"/>
                  </a:cubicBezTo>
                  <a:cubicBezTo>
                    <a:pt x="898" y="303"/>
                    <a:pt x="898" y="303"/>
                    <a:pt x="898" y="303"/>
                  </a:cubicBezTo>
                  <a:cubicBezTo>
                    <a:pt x="898" y="302"/>
                    <a:pt x="898" y="302"/>
                    <a:pt x="898" y="302"/>
                  </a:cubicBezTo>
                  <a:cubicBezTo>
                    <a:pt x="912" y="300"/>
                    <a:pt x="946" y="299"/>
                    <a:pt x="970" y="298"/>
                  </a:cubicBezTo>
                  <a:cubicBezTo>
                    <a:pt x="982" y="298"/>
                    <a:pt x="998" y="301"/>
                    <a:pt x="1011" y="304"/>
                  </a:cubicBezTo>
                  <a:lnTo>
                    <a:pt x="1011" y="7"/>
                  </a:lnTo>
                  <a:close/>
                </a:path>
              </a:pathLst>
            </a:custGeom>
            <a:solidFill>
              <a:srgbClr val="FAD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2479">
              <a:extLst>
                <a:ext uri="{FF2B5EF4-FFF2-40B4-BE49-F238E27FC236}">
                  <a16:creationId xmlns:a16="http://schemas.microsoft.com/office/drawing/2014/main" id="{E90717C7-6F65-46F8-A5FB-33BB416DA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658"/>
              <a:ext cx="2017" cy="1597"/>
            </a:xfrm>
            <a:custGeom>
              <a:avLst/>
              <a:gdLst>
                <a:gd name="T0" fmla="*/ 4652 w 1011"/>
                <a:gd name="T1" fmla="*/ 3902 h 751"/>
                <a:gd name="T2" fmla="*/ 5385 w 1011"/>
                <a:gd name="T3" fmla="*/ 3396 h 751"/>
                <a:gd name="T4" fmla="*/ 6113 w 1011"/>
                <a:gd name="T5" fmla="*/ 3143 h 751"/>
                <a:gd name="T6" fmla="*/ 6775 w 1011"/>
                <a:gd name="T7" fmla="*/ 2911 h 751"/>
                <a:gd name="T8" fmla="*/ 7116 w 1011"/>
                <a:gd name="T9" fmla="*/ 2903 h 751"/>
                <a:gd name="T10" fmla="*/ 7132 w 1011"/>
                <a:gd name="T11" fmla="*/ 2911 h 751"/>
                <a:gd name="T12" fmla="*/ 7132 w 1011"/>
                <a:gd name="T13" fmla="*/ 2903 h 751"/>
                <a:gd name="T14" fmla="*/ 7701 w 1011"/>
                <a:gd name="T15" fmla="*/ 2867 h 751"/>
                <a:gd name="T16" fmla="*/ 8028 w 1011"/>
                <a:gd name="T17" fmla="*/ 2922 h 751"/>
                <a:gd name="T18" fmla="*/ 8028 w 1011"/>
                <a:gd name="T19" fmla="*/ 68 h 751"/>
                <a:gd name="T20" fmla="*/ 7559 w 1011"/>
                <a:gd name="T21" fmla="*/ 40 h 751"/>
                <a:gd name="T22" fmla="*/ 7116 w 1011"/>
                <a:gd name="T23" fmla="*/ 68 h 751"/>
                <a:gd name="T24" fmla="*/ 7108 w 1011"/>
                <a:gd name="T25" fmla="*/ 85 h 751"/>
                <a:gd name="T26" fmla="*/ 7037 w 1011"/>
                <a:gd name="T27" fmla="*/ 117 h 751"/>
                <a:gd name="T28" fmla="*/ 6296 w 1011"/>
                <a:gd name="T29" fmla="*/ 249 h 751"/>
                <a:gd name="T30" fmla="*/ 5987 w 1011"/>
                <a:gd name="T31" fmla="*/ 385 h 751"/>
                <a:gd name="T32" fmla="*/ 5496 w 1011"/>
                <a:gd name="T33" fmla="*/ 510 h 751"/>
                <a:gd name="T34" fmla="*/ 4700 w 1011"/>
                <a:gd name="T35" fmla="*/ 470 h 751"/>
                <a:gd name="T36" fmla="*/ 4493 w 1011"/>
                <a:gd name="T37" fmla="*/ 615 h 751"/>
                <a:gd name="T38" fmla="*/ 4096 w 1011"/>
                <a:gd name="T39" fmla="*/ 955 h 751"/>
                <a:gd name="T40" fmla="*/ 3685 w 1011"/>
                <a:gd name="T41" fmla="*/ 1116 h 751"/>
                <a:gd name="T42" fmla="*/ 3416 w 1011"/>
                <a:gd name="T43" fmla="*/ 1325 h 751"/>
                <a:gd name="T44" fmla="*/ 2945 w 1011"/>
                <a:gd name="T45" fmla="*/ 1818 h 751"/>
                <a:gd name="T46" fmla="*/ 2532 w 1011"/>
                <a:gd name="T47" fmla="*/ 2135 h 751"/>
                <a:gd name="T48" fmla="*/ 2272 w 1011"/>
                <a:gd name="T49" fmla="*/ 2482 h 751"/>
                <a:gd name="T50" fmla="*/ 1947 w 1011"/>
                <a:gd name="T51" fmla="*/ 2758 h 751"/>
                <a:gd name="T52" fmla="*/ 1796 w 1011"/>
                <a:gd name="T53" fmla="*/ 3022 h 751"/>
                <a:gd name="T54" fmla="*/ 1572 w 1011"/>
                <a:gd name="T55" fmla="*/ 3415 h 751"/>
                <a:gd name="T56" fmla="*/ 1229 w 1011"/>
                <a:gd name="T57" fmla="*/ 3741 h 751"/>
                <a:gd name="T58" fmla="*/ 832 w 1011"/>
                <a:gd name="T59" fmla="*/ 4423 h 751"/>
                <a:gd name="T60" fmla="*/ 644 w 1011"/>
                <a:gd name="T61" fmla="*/ 4817 h 751"/>
                <a:gd name="T62" fmla="*/ 453 w 1011"/>
                <a:gd name="T63" fmla="*/ 5223 h 751"/>
                <a:gd name="T64" fmla="*/ 239 w 1011"/>
                <a:gd name="T65" fmla="*/ 5667 h 751"/>
                <a:gd name="T66" fmla="*/ 104 w 1011"/>
                <a:gd name="T67" fmla="*/ 6137 h 751"/>
                <a:gd name="T68" fmla="*/ 32 w 1011"/>
                <a:gd name="T69" fmla="*/ 6711 h 751"/>
                <a:gd name="T70" fmla="*/ 16 w 1011"/>
                <a:gd name="T71" fmla="*/ 7222 h 751"/>
                <a:gd name="T72" fmla="*/ 16 w 1011"/>
                <a:gd name="T73" fmla="*/ 7222 h 751"/>
                <a:gd name="T74" fmla="*/ 2787 w 1011"/>
                <a:gd name="T75" fmla="*/ 7222 h 751"/>
                <a:gd name="T76" fmla="*/ 2825 w 1011"/>
                <a:gd name="T77" fmla="*/ 7028 h 751"/>
                <a:gd name="T78" fmla="*/ 2961 w 1011"/>
                <a:gd name="T79" fmla="*/ 6479 h 751"/>
                <a:gd name="T80" fmla="*/ 3001 w 1011"/>
                <a:gd name="T81" fmla="*/ 6137 h 751"/>
                <a:gd name="T82" fmla="*/ 3032 w 1011"/>
                <a:gd name="T83" fmla="*/ 6114 h 751"/>
                <a:gd name="T84" fmla="*/ 3032 w 1011"/>
                <a:gd name="T85" fmla="*/ 6114 h 751"/>
                <a:gd name="T86" fmla="*/ 3328 w 1011"/>
                <a:gd name="T87" fmla="*/ 5520 h 751"/>
                <a:gd name="T88" fmla="*/ 3733 w 1011"/>
                <a:gd name="T89" fmla="*/ 4993 h 7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11" h="751">
                  <a:moveTo>
                    <a:pt x="586" y="406"/>
                  </a:moveTo>
                  <a:cubicBezTo>
                    <a:pt x="617" y="394"/>
                    <a:pt x="646" y="367"/>
                    <a:pt x="678" y="353"/>
                  </a:cubicBezTo>
                  <a:cubicBezTo>
                    <a:pt x="710" y="339"/>
                    <a:pt x="739" y="338"/>
                    <a:pt x="770" y="327"/>
                  </a:cubicBezTo>
                  <a:cubicBezTo>
                    <a:pt x="801" y="315"/>
                    <a:pt x="827" y="303"/>
                    <a:pt x="853" y="303"/>
                  </a:cubicBezTo>
                  <a:cubicBezTo>
                    <a:pt x="879" y="303"/>
                    <a:pt x="896" y="302"/>
                    <a:pt x="896" y="302"/>
                  </a:cubicBezTo>
                  <a:cubicBezTo>
                    <a:pt x="898" y="303"/>
                    <a:pt x="898" y="303"/>
                    <a:pt x="898" y="303"/>
                  </a:cubicBezTo>
                  <a:cubicBezTo>
                    <a:pt x="898" y="302"/>
                    <a:pt x="898" y="302"/>
                    <a:pt x="898" y="302"/>
                  </a:cubicBezTo>
                  <a:cubicBezTo>
                    <a:pt x="912" y="300"/>
                    <a:pt x="946" y="299"/>
                    <a:pt x="970" y="298"/>
                  </a:cubicBezTo>
                  <a:cubicBezTo>
                    <a:pt x="982" y="298"/>
                    <a:pt x="998" y="301"/>
                    <a:pt x="1011" y="304"/>
                  </a:cubicBezTo>
                  <a:cubicBezTo>
                    <a:pt x="1011" y="7"/>
                    <a:pt x="1011" y="7"/>
                    <a:pt x="1011" y="7"/>
                  </a:cubicBezTo>
                  <a:cubicBezTo>
                    <a:pt x="1008" y="7"/>
                    <a:pt x="979" y="8"/>
                    <a:pt x="952" y="4"/>
                  </a:cubicBezTo>
                  <a:cubicBezTo>
                    <a:pt x="923" y="0"/>
                    <a:pt x="914" y="1"/>
                    <a:pt x="896" y="7"/>
                  </a:cubicBezTo>
                  <a:cubicBezTo>
                    <a:pt x="895" y="9"/>
                    <a:pt x="895" y="9"/>
                    <a:pt x="895" y="9"/>
                  </a:cubicBezTo>
                  <a:cubicBezTo>
                    <a:pt x="893" y="10"/>
                    <a:pt x="890" y="11"/>
                    <a:pt x="886" y="12"/>
                  </a:cubicBezTo>
                  <a:cubicBezTo>
                    <a:pt x="863" y="19"/>
                    <a:pt x="817" y="22"/>
                    <a:pt x="793" y="26"/>
                  </a:cubicBezTo>
                  <a:cubicBezTo>
                    <a:pt x="785" y="28"/>
                    <a:pt x="757" y="30"/>
                    <a:pt x="754" y="40"/>
                  </a:cubicBezTo>
                  <a:cubicBezTo>
                    <a:pt x="736" y="35"/>
                    <a:pt x="711" y="53"/>
                    <a:pt x="692" y="53"/>
                  </a:cubicBezTo>
                  <a:cubicBezTo>
                    <a:pt x="666" y="54"/>
                    <a:pt x="601" y="47"/>
                    <a:pt x="592" y="49"/>
                  </a:cubicBezTo>
                  <a:cubicBezTo>
                    <a:pt x="584" y="52"/>
                    <a:pt x="573" y="58"/>
                    <a:pt x="566" y="64"/>
                  </a:cubicBezTo>
                  <a:cubicBezTo>
                    <a:pt x="547" y="79"/>
                    <a:pt x="535" y="90"/>
                    <a:pt x="516" y="99"/>
                  </a:cubicBezTo>
                  <a:cubicBezTo>
                    <a:pt x="499" y="106"/>
                    <a:pt x="481" y="109"/>
                    <a:pt x="464" y="116"/>
                  </a:cubicBezTo>
                  <a:cubicBezTo>
                    <a:pt x="451" y="121"/>
                    <a:pt x="442" y="131"/>
                    <a:pt x="430" y="138"/>
                  </a:cubicBezTo>
                  <a:cubicBezTo>
                    <a:pt x="403" y="152"/>
                    <a:pt x="395" y="169"/>
                    <a:pt x="371" y="189"/>
                  </a:cubicBezTo>
                  <a:cubicBezTo>
                    <a:pt x="359" y="200"/>
                    <a:pt x="332" y="213"/>
                    <a:pt x="319" y="222"/>
                  </a:cubicBezTo>
                  <a:cubicBezTo>
                    <a:pt x="306" y="231"/>
                    <a:pt x="297" y="247"/>
                    <a:pt x="286" y="258"/>
                  </a:cubicBezTo>
                  <a:cubicBezTo>
                    <a:pt x="274" y="269"/>
                    <a:pt x="258" y="279"/>
                    <a:pt x="245" y="287"/>
                  </a:cubicBezTo>
                  <a:cubicBezTo>
                    <a:pt x="233" y="294"/>
                    <a:pt x="232" y="303"/>
                    <a:pt x="226" y="314"/>
                  </a:cubicBezTo>
                  <a:cubicBezTo>
                    <a:pt x="218" y="329"/>
                    <a:pt x="209" y="343"/>
                    <a:pt x="198" y="355"/>
                  </a:cubicBezTo>
                  <a:cubicBezTo>
                    <a:pt x="185" y="369"/>
                    <a:pt x="169" y="377"/>
                    <a:pt x="155" y="389"/>
                  </a:cubicBezTo>
                  <a:cubicBezTo>
                    <a:pt x="134" y="410"/>
                    <a:pt x="117" y="433"/>
                    <a:pt x="105" y="460"/>
                  </a:cubicBezTo>
                  <a:cubicBezTo>
                    <a:pt x="99" y="476"/>
                    <a:pt x="91" y="489"/>
                    <a:pt x="81" y="501"/>
                  </a:cubicBezTo>
                  <a:cubicBezTo>
                    <a:pt x="69" y="514"/>
                    <a:pt x="64" y="527"/>
                    <a:pt x="57" y="543"/>
                  </a:cubicBezTo>
                  <a:cubicBezTo>
                    <a:pt x="51" y="560"/>
                    <a:pt x="39" y="574"/>
                    <a:pt x="30" y="589"/>
                  </a:cubicBezTo>
                  <a:cubicBezTo>
                    <a:pt x="19" y="605"/>
                    <a:pt x="17" y="620"/>
                    <a:pt x="13" y="638"/>
                  </a:cubicBezTo>
                  <a:cubicBezTo>
                    <a:pt x="6" y="661"/>
                    <a:pt x="4" y="683"/>
                    <a:pt x="4" y="698"/>
                  </a:cubicBezTo>
                  <a:cubicBezTo>
                    <a:pt x="4" y="713"/>
                    <a:pt x="0" y="711"/>
                    <a:pt x="2" y="751"/>
                  </a:cubicBezTo>
                  <a:cubicBezTo>
                    <a:pt x="2" y="751"/>
                    <a:pt x="2" y="751"/>
                    <a:pt x="2" y="751"/>
                  </a:cubicBezTo>
                  <a:cubicBezTo>
                    <a:pt x="351" y="751"/>
                    <a:pt x="351" y="751"/>
                    <a:pt x="351" y="751"/>
                  </a:cubicBezTo>
                  <a:cubicBezTo>
                    <a:pt x="351" y="746"/>
                    <a:pt x="352" y="738"/>
                    <a:pt x="356" y="731"/>
                  </a:cubicBezTo>
                  <a:cubicBezTo>
                    <a:pt x="362" y="719"/>
                    <a:pt x="374" y="689"/>
                    <a:pt x="373" y="674"/>
                  </a:cubicBezTo>
                  <a:cubicBezTo>
                    <a:pt x="372" y="659"/>
                    <a:pt x="378" y="638"/>
                    <a:pt x="378" y="638"/>
                  </a:cubicBezTo>
                  <a:cubicBezTo>
                    <a:pt x="382" y="636"/>
                    <a:pt x="382" y="636"/>
                    <a:pt x="382" y="636"/>
                  </a:cubicBezTo>
                  <a:cubicBezTo>
                    <a:pt x="382" y="636"/>
                    <a:pt x="382" y="636"/>
                    <a:pt x="382" y="636"/>
                  </a:cubicBezTo>
                  <a:cubicBezTo>
                    <a:pt x="399" y="623"/>
                    <a:pt x="416" y="586"/>
                    <a:pt x="419" y="574"/>
                  </a:cubicBezTo>
                  <a:cubicBezTo>
                    <a:pt x="430" y="561"/>
                    <a:pt x="451" y="542"/>
                    <a:pt x="470" y="51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2480">
              <a:extLst>
                <a:ext uri="{FF2B5EF4-FFF2-40B4-BE49-F238E27FC236}">
                  <a16:creationId xmlns:a16="http://schemas.microsoft.com/office/drawing/2014/main" id="{660FEB97-BE91-4B16-BB9A-1AB8C0492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424"/>
              <a:ext cx="1173" cy="831"/>
            </a:xfrm>
            <a:custGeom>
              <a:avLst/>
              <a:gdLst>
                <a:gd name="T0" fmla="*/ 525 w 588"/>
                <a:gd name="T1" fmla="*/ 2038 h 391"/>
                <a:gd name="T2" fmla="*/ 421 w 588"/>
                <a:gd name="T3" fmla="*/ 2236 h 391"/>
                <a:gd name="T4" fmla="*/ 303 w 588"/>
                <a:gd name="T5" fmla="*/ 2476 h 391"/>
                <a:gd name="T6" fmla="*/ 168 w 588"/>
                <a:gd name="T7" fmla="*/ 2669 h 391"/>
                <a:gd name="T8" fmla="*/ 80 w 588"/>
                <a:gd name="T9" fmla="*/ 2986 h 391"/>
                <a:gd name="T10" fmla="*/ 24 w 588"/>
                <a:gd name="T11" fmla="*/ 3464 h 391"/>
                <a:gd name="T12" fmla="*/ 0 w 588"/>
                <a:gd name="T13" fmla="*/ 3753 h 391"/>
                <a:gd name="T14" fmla="*/ 4668 w 588"/>
                <a:gd name="T15" fmla="*/ 3753 h 391"/>
                <a:gd name="T16" fmla="*/ 4668 w 588"/>
                <a:gd name="T17" fmla="*/ 68 h 391"/>
                <a:gd name="T18" fmla="*/ 4500 w 588"/>
                <a:gd name="T19" fmla="*/ 68 h 391"/>
                <a:gd name="T20" fmla="*/ 4159 w 588"/>
                <a:gd name="T21" fmla="*/ 28 h 391"/>
                <a:gd name="T22" fmla="*/ 3772 w 588"/>
                <a:gd name="T23" fmla="*/ 104 h 391"/>
                <a:gd name="T24" fmla="*/ 3533 w 588"/>
                <a:gd name="T25" fmla="*/ 49 h 391"/>
                <a:gd name="T26" fmla="*/ 3216 w 588"/>
                <a:gd name="T27" fmla="*/ 104 h 391"/>
                <a:gd name="T28" fmla="*/ 3072 w 588"/>
                <a:gd name="T29" fmla="*/ 117 h 391"/>
                <a:gd name="T30" fmla="*/ 2936 w 588"/>
                <a:gd name="T31" fmla="*/ 213 h 391"/>
                <a:gd name="T32" fmla="*/ 2500 w 588"/>
                <a:gd name="T33" fmla="*/ 240 h 391"/>
                <a:gd name="T34" fmla="*/ 2105 w 588"/>
                <a:gd name="T35" fmla="*/ 555 h 391"/>
                <a:gd name="T36" fmla="*/ 1835 w 588"/>
                <a:gd name="T37" fmla="*/ 844 h 391"/>
                <a:gd name="T38" fmla="*/ 1548 w 588"/>
                <a:gd name="T39" fmla="*/ 988 h 391"/>
                <a:gd name="T40" fmla="*/ 1333 w 588"/>
                <a:gd name="T41" fmla="*/ 1103 h 391"/>
                <a:gd name="T42" fmla="*/ 1189 w 588"/>
                <a:gd name="T43" fmla="*/ 1373 h 391"/>
                <a:gd name="T44" fmla="*/ 1079 w 588"/>
                <a:gd name="T45" fmla="*/ 1653 h 391"/>
                <a:gd name="T46" fmla="*/ 904 w 588"/>
                <a:gd name="T47" fmla="*/ 1613 h 391"/>
                <a:gd name="T48" fmla="*/ 604 w 588"/>
                <a:gd name="T49" fmla="*/ 1807 h 391"/>
                <a:gd name="T50" fmla="*/ 525 w 588"/>
                <a:gd name="T51" fmla="*/ 2038 h 3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8" h="391">
                  <a:moveTo>
                    <a:pt x="66" y="212"/>
                  </a:moveTo>
                  <a:cubicBezTo>
                    <a:pt x="61" y="220"/>
                    <a:pt x="58" y="228"/>
                    <a:pt x="53" y="233"/>
                  </a:cubicBezTo>
                  <a:cubicBezTo>
                    <a:pt x="46" y="240"/>
                    <a:pt x="43" y="250"/>
                    <a:pt x="38" y="258"/>
                  </a:cubicBezTo>
                  <a:cubicBezTo>
                    <a:pt x="33" y="264"/>
                    <a:pt x="25" y="270"/>
                    <a:pt x="21" y="278"/>
                  </a:cubicBezTo>
                  <a:cubicBezTo>
                    <a:pt x="15" y="287"/>
                    <a:pt x="10" y="298"/>
                    <a:pt x="10" y="311"/>
                  </a:cubicBezTo>
                  <a:cubicBezTo>
                    <a:pt x="10" y="325"/>
                    <a:pt x="7" y="345"/>
                    <a:pt x="3" y="361"/>
                  </a:cubicBezTo>
                  <a:cubicBezTo>
                    <a:pt x="2" y="370"/>
                    <a:pt x="0" y="382"/>
                    <a:pt x="0" y="391"/>
                  </a:cubicBezTo>
                  <a:cubicBezTo>
                    <a:pt x="588" y="391"/>
                    <a:pt x="588" y="391"/>
                    <a:pt x="588" y="391"/>
                  </a:cubicBezTo>
                  <a:cubicBezTo>
                    <a:pt x="588" y="7"/>
                    <a:pt x="588" y="7"/>
                    <a:pt x="588" y="7"/>
                  </a:cubicBezTo>
                  <a:cubicBezTo>
                    <a:pt x="582" y="7"/>
                    <a:pt x="575" y="7"/>
                    <a:pt x="567" y="7"/>
                  </a:cubicBezTo>
                  <a:cubicBezTo>
                    <a:pt x="546" y="7"/>
                    <a:pt x="541" y="1"/>
                    <a:pt x="524" y="3"/>
                  </a:cubicBezTo>
                  <a:cubicBezTo>
                    <a:pt x="507" y="5"/>
                    <a:pt x="498" y="12"/>
                    <a:pt x="475" y="11"/>
                  </a:cubicBezTo>
                  <a:cubicBezTo>
                    <a:pt x="465" y="10"/>
                    <a:pt x="454" y="7"/>
                    <a:pt x="445" y="5"/>
                  </a:cubicBezTo>
                  <a:cubicBezTo>
                    <a:pt x="425" y="0"/>
                    <a:pt x="421" y="8"/>
                    <a:pt x="405" y="11"/>
                  </a:cubicBezTo>
                  <a:cubicBezTo>
                    <a:pt x="397" y="12"/>
                    <a:pt x="393" y="10"/>
                    <a:pt x="387" y="12"/>
                  </a:cubicBezTo>
                  <a:cubicBezTo>
                    <a:pt x="381" y="14"/>
                    <a:pt x="376" y="20"/>
                    <a:pt x="370" y="22"/>
                  </a:cubicBezTo>
                  <a:cubicBezTo>
                    <a:pt x="353" y="27"/>
                    <a:pt x="332" y="28"/>
                    <a:pt x="315" y="25"/>
                  </a:cubicBezTo>
                  <a:cubicBezTo>
                    <a:pt x="314" y="40"/>
                    <a:pt x="277" y="61"/>
                    <a:pt x="265" y="58"/>
                  </a:cubicBezTo>
                  <a:cubicBezTo>
                    <a:pt x="268" y="73"/>
                    <a:pt x="242" y="82"/>
                    <a:pt x="231" y="88"/>
                  </a:cubicBezTo>
                  <a:cubicBezTo>
                    <a:pt x="218" y="94"/>
                    <a:pt x="206" y="96"/>
                    <a:pt x="195" y="103"/>
                  </a:cubicBezTo>
                  <a:cubicBezTo>
                    <a:pt x="186" y="108"/>
                    <a:pt x="180" y="116"/>
                    <a:pt x="168" y="115"/>
                  </a:cubicBezTo>
                  <a:cubicBezTo>
                    <a:pt x="167" y="127"/>
                    <a:pt x="160" y="136"/>
                    <a:pt x="150" y="143"/>
                  </a:cubicBezTo>
                  <a:cubicBezTo>
                    <a:pt x="144" y="148"/>
                    <a:pt x="142" y="168"/>
                    <a:pt x="136" y="172"/>
                  </a:cubicBezTo>
                  <a:cubicBezTo>
                    <a:pt x="130" y="176"/>
                    <a:pt x="120" y="164"/>
                    <a:pt x="114" y="168"/>
                  </a:cubicBezTo>
                  <a:cubicBezTo>
                    <a:pt x="102" y="176"/>
                    <a:pt x="91" y="184"/>
                    <a:pt x="76" y="188"/>
                  </a:cubicBezTo>
                  <a:cubicBezTo>
                    <a:pt x="78" y="196"/>
                    <a:pt x="71" y="204"/>
                    <a:pt x="66" y="2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2481">
              <a:extLst>
                <a:ext uri="{FF2B5EF4-FFF2-40B4-BE49-F238E27FC236}">
                  <a16:creationId xmlns:a16="http://schemas.microsoft.com/office/drawing/2014/main" id="{CB1BFC93-2BAA-4C2C-AF63-0DB28D4EC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931"/>
              <a:ext cx="1245" cy="925"/>
            </a:xfrm>
            <a:custGeom>
              <a:avLst/>
              <a:gdLst>
                <a:gd name="T0" fmla="*/ 4733 w 624"/>
                <a:gd name="T1" fmla="*/ 1116 h 435"/>
                <a:gd name="T2" fmla="*/ 4956 w 624"/>
                <a:gd name="T3" fmla="*/ 1095 h 435"/>
                <a:gd name="T4" fmla="*/ 4701 w 624"/>
                <a:gd name="T5" fmla="*/ 904 h 435"/>
                <a:gd name="T6" fmla="*/ 4359 w 624"/>
                <a:gd name="T7" fmla="*/ 878 h 435"/>
                <a:gd name="T8" fmla="*/ 4272 w 624"/>
                <a:gd name="T9" fmla="*/ 731 h 435"/>
                <a:gd name="T10" fmla="*/ 3448 w 624"/>
                <a:gd name="T11" fmla="*/ 904 h 435"/>
                <a:gd name="T12" fmla="*/ 4447 w 624"/>
                <a:gd name="T13" fmla="*/ 478 h 435"/>
                <a:gd name="T14" fmla="*/ 4248 w 624"/>
                <a:gd name="T15" fmla="*/ 349 h 435"/>
                <a:gd name="T16" fmla="*/ 3384 w 624"/>
                <a:gd name="T17" fmla="*/ 385 h 435"/>
                <a:gd name="T18" fmla="*/ 4052 w 624"/>
                <a:gd name="T19" fmla="*/ 164 h 435"/>
                <a:gd name="T20" fmla="*/ 2564 w 624"/>
                <a:gd name="T21" fmla="*/ 425 h 435"/>
                <a:gd name="T22" fmla="*/ 2217 w 624"/>
                <a:gd name="T23" fmla="*/ 349 h 435"/>
                <a:gd name="T24" fmla="*/ 1277 w 624"/>
                <a:gd name="T25" fmla="*/ 1040 h 435"/>
                <a:gd name="T26" fmla="*/ 732 w 624"/>
                <a:gd name="T27" fmla="*/ 1501 h 435"/>
                <a:gd name="T28" fmla="*/ 223 w 624"/>
                <a:gd name="T29" fmla="*/ 2509 h 435"/>
                <a:gd name="T30" fmla="*/ 383 w 624"/>
                <a:gd name="T31" fmla="*/ 2626 h 435"/>
                <a:gd name="T32" fmla="*/ 136 w 624"/>
                <a:gd name="T33" fmla="*/ 3404 h 435"/>
                <a:gd name="T34" fmla="*/ 327 w 624"/>
                <a:gd name="T35" fmla="*/ 3500 h 435"/>
                <a:gd name="T36" fmla="*/ 120 w 624"/>
                <a:gd name="T37" fmla="*/ 4038 h 435"/>
                <a:gd name="T38" fmla="*/ 525 w 624"/>
                <a:gd name="T39" fmla="*/ 3911 h 435"/>
                <a:gd name="T40" fmla="*/ 644 w 624"/>
                <a:gd name="T41" fmla="*/ 4030 h 435"/>
                <a:gd name="T42" fmla="*/ 928 w 624"/>
                <a:gd name="T43" fmla="*/ 3934 h 435"/>
                <a:gd name="T44" fmla="*/ 1199 w 624"/>
                <a:gd name="T45" fmla="*/ 3577 h 435"/>
                <a:gd name="T46" fmla="*/ 1421 w 624"/>
                <a:gd name="T47" fmla="*/ 3387 h 435"/>
                <a:gd name="T48" fmla="*/ 1437 w 624"/>
                <a:gd name="T49" fmla="*/ 3568 h 435"/>
                <a:gd name="T50" fmla="*/ 1804 w 624"/>
                <a:gd name="T51" fmla="*/ 3356 h 435"/>
                <a:gd name="T52" fmla="*/ 1836 w 624"/>
                <a:gd name="T53" fmla="*/ 3560 h 435"/>
                <a:gd name="T54" fmla="*/ 2288 w 624"/>
                <a:gd name="T55" fmla="*/ 3449 h 435"/>
                <a:gd name="T56" fmla="*/ 2480 w 624"/>
                <a:gd name="T57" fmla="*/ 3604 h 435"/>
                <a:gd name="T58" fmla="*/ 2500 w 624"/>
                <a:gd name="T59" fmla="*/ 3721 h 435"/>
                <a:gd name="T60" fmla="*/ 2588 w 624"/>
                <a:gd name="T61" fmla="*/ 3970 h 435"/>
                <a:gd name="T62" fmla="*/ 2771 w 624"/>
                <a:gd name="T63" fmla="*/ 4038 h 435"/>
                <a:gd name="T64" fmla="*/ 2835 w 624"/>
                <a:gd name="T65" fmla="*/ 3857 h 435"/>
                <a:gd name="T66" fmla="*/ 2921 w 624"/>
                <a:gd name="T67" fmla="*/ 3645 h 435"/>
                <a:gd name="T68" fmla="*/ 2937 w 624"/>
                <a:gd name="T69" fmla="*/ 3989 h 435"/>
                <a:gd name="T70" fmla="*/ 3097 w 624"/>
                <a:gd name="T71" fmla="*/ 3757 h 435"/>
                <a:gd name="T72" fmla="*/ 3464 w 624"/>
                <a:gd name="T73" fmla="*/ 3124 h 435"/>
                <a:gd name="T74" fmla="*/ 3655 w 624"/>
                <a:gd name="T75" fmla="*/ 2894 h 435"/>
                <a:gd name="T76" fmla="*/ 3901 w 624"/>
                <a:gd name="T77" fmla="*/ 2569 h 435"/>
                <a:gd name="T78" fmla="*/ 4060 w 624"/>
                <a:gd name="T79" fmla="*/ 1903 h 435"/>
                <a:gd name="T80" fmla="*/ 4375 w 624"/>
                <a:gd name="T81" fmla="*/ 1759 h 435"/>
                <a:gd name="T82" fmla="*/ 4068 w 624"/>
                <a:gd name="T83" fmla="*/ 1722 h 435"/>
                <a:gd name="T84" fmla="*/ 3773 w 624"/>
                <a:gd name="T85" fmla="*/ 1767 h 435"/>
                <a:gd name="T86" fmla="*/ 3917 w 624"/>
                <a:gd name="T87" fmla="*/ 1646 h 435"/>
                <a:gd name="T88" fmla="*/ 4527 w 624"/>
                <a:gd name="T89" fmla="*/ 1425 h 435"/>
                <a:gd name="T90" fmla="*/ 4773 w 624"/>
                <a:gd name="T91" fmla="*/ 1153 h 435"/>
                <a:gd name="T92" fmla="*/ 4407 w 624"/>
                <a:gd name="T93" fmla="*/ 1125 h 4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24" h="435">
                  <a:moveTo>
                    <a:pt x="555" y="117"/>
                  </a:moveTo>
                  <a:cubicBezTo>
                    <a:pt x="576" y="114"/>
                    <a:pt x="596" y="116"/>
                    <a:pt x="596" y="116"/>
                  </a:cubicBezTo>
                  <a:cubicBezTo>
                    <a:pt x="608" y="117"/>
                    <a:pt x="608" y="117"/>
                    <a:pt x="608" y="117"/>
                  </a:cubicBezTo>
                  <a:cubicBezTo>
                    <a:pt x="624" y="114"/>
                    <a:pt x="624" y="114"/>
                    <a:pt x="624" y="114"/>
                  </a:cubicBezTo>
                  <a:cubicBezTo>
                    <a:pt x="624" y="105"/>
                    <a:pt x="624" y="105"/>
                    <a:pt x="624" y="105"/>
                  </a:cubicBezTo>
                  <a:cubicBezTo>
                    <a:pt x="592" y="94"/>
                    <a:pt x="592" y="94"/>
                    <a:pt x="592" y="94"/>
                  </a:cubicBezTo>
                  <a:cubicBezTo>
                    <a:pt x="592" y="94"/>
                    <a:pt x="541" y="108"/>
                    <a:pt x="526" y="106"/>
                  </a:cubicBezTo>
                  <a:cubicBezTo>
                    <a:pt x="549" y="91"/>
                    <a:pt x="549" y="91"/>
                    <a:pt x="549" y="91"/>
                  </a:cubicBezTo>
                  <a:cubicBezTo>
                    <a:pt x="512" y="95"/>
                    <a:pt x="512" y="95"/>
                    <a:pt x="512" y="95"/>
                  </a:cubicBezTo>
                  <a:cubicBezTo>
                    <a:pt x="538" y="76"/>
                    <a:pt x="538" y="76"/>
                    <a:pt x="538" y="76"/>
                  </a:cubicBezTo>
                  <a:cubicBezTo>
                    <a:pt x="513" y="77"/>
                    <a:pt x="513" y="77"/>
                    <a:pt x="513" y="77"/>
                  </a:cubicBezTo>
                  <a:cubicBezTo>
                    <a:pt x="498" y="85"/>
                    <a:pt x="440" y="95"/>
                    <a:pt x="434" y="94"/>
                  </a:cubicBezTo>
                  <a:cubicBezTo>
                    <a:pt x="441" y="84"/>
                    <a:pt x="503" y="64"/>
                    <a:pt x="527" y="68"/>
                  </a:cubicBezTo>
                  <a:cubicBezTo>
                    <a:pt x="538" y="60"/>
                    <a:pt x="549" y="51"/>
                    <a:pt x="560" y="50"/>
                  </a:cubicBezTo>
                  <a:cubicBezTo>
                    <a:pt x="551" y="50"/>
                    <a:pt x="527" y="47"/>
                    <a:pt x="511" y="50"/>
                  </a:cubicBezTo>
                  <a:cubicBezTo>
                    <a:pt x="535" y="36"/>
                    <a:pt x="535" y="36"/>
                    <a:pt x="535" y="36"/>
                  </a:cubicBezTo>
                  <a:cubicBezTo>
                    <a:pt x="526" y="38"/>
                    <a:pt x="489" y="42"/>
                    <a:pt x="474" y="42"/>
                  </a:cubicBezTo>
                  <a:cubicBezTo>
                    <a:pt x="459" y="42"/>
                    <a:pt x="426" y="40"/>
                    <a:pt x="426" y="40"/>
                  </a:cubicBezTo>
                  <a:cubicBezTo>
                    <a:pt x="426" y="40"/>
                    <a:pt x="448" y="35"/>
                    <a:pt x="464" y="29"/>
                  </a:cubicBezTo>
                  <a:cubicBezTo>
                    <a:pt x="480" y="23"/>
                    <a:pt x="510" y="17"/>
                    <a:pt x="510" y="17"/>
                  </a:cubicBezTo>
                  <a:cubicBezTo>
                    <a:pt x="500" y="9"/>
                    <a:pt x="443" y="0"/>
                    <a:pt x="400" y="17"/>
                  </a:cubicBezTo>
                  <a:cubicBezTo>
                    <a:pt x="389" y="26"/>
                    <a:pt x="344" y="47"/>
                    <a:pt x="323" y="44"/>
                  </a:cubicBezTo>
                  <a:cubicBezTo>
                    <a:pt x="349" y="20"/>
                    <a:pt x="349" y="20"/>
                    <a:pt x="349" y="20"/>
                  </a:cubicBezTo>
                  <a:cubicBezTo>
                    <a:pt x="332" y="25"/>
                    <a:pt x="290" y="37"/>
                    <a:pt x="279" y="36"/>
                  </a:cubicBezTo>
                  <a:cubicBezTo>
                    <a:pt x="273" y="50"/>
                    <a:pt x="240" y="83"/>
                    <a:pt x="217" y="91"/>
                  </a:cubicBezTo>
                  <a:cubicBezTo>
                    <a:pt x="194" y="99"/>
                    <a:pt x="172" y="106"/>
                    <a:pt x="161" y="108"/>
                  </a:cubicBezTo>
                  <a:cubicBezTo>
                    <a:pt x="150" y="110"/>
                    <a:pt x="142" y="119"/>
                    <a:pt x="134" y="126"/>
                  </a:cubicBezTo>
                  <a:cubicBezTo>
                    <a:pt x="126" y="133"/>
                    <a:pt x="97" y="153"/>
                    <a:pt x="92" y="156"/>
                  </a:cubicBezTo>
                  <a:cubicBezTo>
                    <a:pt x="83" y="173"/>
                    <a:pt x="45" y="207"/>
                    <a:pt x="36" y="203"/>
                  </a:cubicBezTo>
                  <a:cubicBezTo>
                    <a:pt x="41" y="220"/>
                    <a:pt x="35" y="250"/>
                    <a:pt x="28" y="261"/>
                  </a:cubicBezTo>
                  <a:cubicBezTo>
                    <a:pt x="21" y="272"/>
                    <a:pt x="0" y="299"/>
                    <a:pt x="0" y="299"/>
                  </a:cubicBezTo>
                  <a:cubicBezTo>
                    <a:pt x="48" y="273"/>
                    <a:pt x="48" y="273"/>
                    <a:pt x="48" y="273"/>
                  </a:cubicBezTo>
                  <a:cubicBezTo>
                    <a:pt x="30" y="304"/>
                    <a:pt x="30" y="304"/>
                    <a:pt x="30" y="304"/>
                  </a:cubicBezTo>
                  <a:cubicBezTo>
                    <a:pt x="30" y="304"/>
                    <a:pt x="23" y="343"/>
                    <a:pt x="17" y="354"/>
                  </a:cubicBezTo>
                  <a:cubicBezTo>
                    <a:pt x="30" y="346"/>
                    <a:pt x="47" y="332"/>
                    <a:pt x="52" y="325"/>
                  </a:cubicBezTo>
                  <a:cubicBezTo>
                    <a:pt x="52" y="325"/>
                    <a:pt x="50" y="354"/>
                    <a:pt x="41" y="364"/>
                  </a:cubicBezTo>
                  <a:cubicBezTo>
                    <a:pt x="43" y="374"/>
                    <a:pt x="23" y="401"/>
                    <a:pt x="23" y="401"/>
                  </a:cubicBezTo>
                  <a:cubicBezTo>
                    <a:pt x="23" y="407"/>
                    <a:pt x="15" y="420"/>
                    <a:pt x="15" y="420"/>
                  </a:cubicBezTo>
                  <a:cubicBezTo>
                    <a:pt x="33" y="414"/>
                    <a:pt x="55" y="398"/>
                    <a:pt x="65" y="388"/>
                  </a:cubicBezTo>
                  <a:cubicBezTo>
                    <a:pt x="64" y="396"/>
                    <a:pt x="64" y="404"/>
                    <a:pt x="66" y="407"/>
                  </a:cubicBezTo>
                  <a:cubicBezTo>
                    <a:pt x="69" y="413"/>
                    <a:pt x="70" y="408"/>
                    <a:pt x="75" y="411"/>
                  </a:cubicBezTo>
                  <a:cubicBezTo>
                    <a:pt x="79" y="413"/>
                    <a:pt x="79" y="417"/>
                    <a:pt x="81" y="419"/>
                  </a:cubicBezTo>
                  <a:cubicBezTo>
                    <a:pt x="93" y="408"/>
                    <a:pt x="95" y="430"/>
                    <a:pt x="99" y="435"/>
                  </a:cubicBezTo>
                  <a:cubicBezTo>
                    <a:pt x="107" y="434"/>
                    <a:pt x="112" y="415"/>
                    <a:pt x="117" y="409"/>
                  </a:cubicBezTo>
                  <a:cubicBezTo>
                    <a:pt x="126" y="395"/>
                    <a:pt x="126" y="409"/>
                    <a:pt x="129" y="417"/>
                  </a:cubicBezTo>
                  <a:cubicBezTo>
                    <a:pt x="134" y="401"/>
                    <a:pt x="139" y="385"/>
                    <a:pt x="151" y="372"/>
                  </a:cubicBezTo>
                  <a:cubicBezTo>
                    <a:pt x="158" y="365"/>
                    <a:pt x="161" y="360"/>
                    <a:pt x="171" y="356"/>
                  </a:cubicBezTo>
                  <a:cubicBezTo>
                    <a:pt x="174" y="355"/>
                    <a:pt x="176" y="354"/>
                    <a:pt x="179" y="352"/>
                  </a:cubicBezTo>
                  <a:cubicBezTo>
                    <a:pt x="181" y="350"/>
                    <a:pt x="181" y="348"/>
                    <a:pt x="184" y="347"/>
                  </a:cubicBezTo>
                  <a:cubicBezTo>
                    <a:pt x="187" y="356"/>
                    <a:pt x="177" y="364"/>
                    <a:pt x="181" y="371"/>
                  </a:cubicBezTo>
                  <a:cubicBezTo>
                    <a:pt x="186" y="381"/>
                    <a:pt x="203" y="358"/>
                    <a:pt x="207" y="355"/>
                  </a:cubicBezTo>
                  <a:cubicBezTo>
                    <a:pt x="212" y="350"/>
                    <a:pt x="223" y="337"/>
                    <a:pt x="227" y="349"/>
                  </a:cubicBezTo>
                  <a:cubicBezTo>
                    <a:pt x="230" y="358"/>
                    <a:pt x="222" y="367"/>
                    <a:pt x="216" y="372"/>
                  </a:cubicBezTo>
                  <a:cubicBezTo>
                    <a:pt x="221" y="374"/>
                    <a:pt x="226" y="371"/>
                    <a:pt x="231" y="370"/>
                  </a:cubicBezTo>
                  <a:cubicBezTo>
                    <a:pt x="240" y="368"/>
                    <a:pt x="249" y="367"/>
                    <a:pt x="258" y="364"/>
                  </a:cubicBezTo>
                  <a:cubicBezTo>
                    <a:pt x="263" y="363"/>
                    <a:pt x="288" y="350"/>
                    <a:pt x="288" y="359"/>
                  </a:cubicBezTo>
                  <a:cubicBezTo>
                    <a:pt x="293" y="360"/>
                    <a:pt x="296" y="360"/>
                    <a:pt x="300" y="361"/>
                  </a:cubicBezTo>
                  <a:cubicBezTo>
                    <a:pt x="308" y="364"/>
                    <a:pt x="308" y="368"/>
                    <a:pt x="312" y="375"/>
                  </a:cubicBezTo>
                  <a:cubicBezTo>
                    <a:pt x="313" y="376"/>
                    <a:pt x="313" y="376"/>
                    <a:pt x="314" y="377"/>
                  </a:cubicBezTo>
                  <a:cubicBezTo>
                    <a:pt x="315" y="380"/>
                    <a:pt x="314" y="385"/>
                    <a:pt x="315" y="387"/>
                  </a:cubicBezTo>
                  <a:cubicBezTo>
                    <a:pt x="316" y="393"/>
                    <a:pt x="317" y="390"/>
                    <a:pt x="320" y="394"/>
                  </a:cubicBezTo>
                  <a:cubicBezTo>
                    <a:pt x="324" y="398"/>
                    <a:pt x="323" y="407"/>
                    <a:pt x="326" y="413"/>
                  </a:cubicBezTo>
                  <a:cubicBezTo>
                    <a:pt x="331" y="421"/>
                    <a:pt x="344" y="426"/>
                    <a:pt x="352" y="429"/>
                  </a:cubicBezTo>
                  <a:cubicBezTo>
                    <a:pt x="351" y="427"/>
                    <a:pt x="349" y="424"/>
                    <a:pt x="349" y="420"/>
                  </a:cubicBezTo>
                  <a:cubicBezTo>
                    <a:pt x="350" y="422"/>
                    <a:pt x="351" y="424"/>
                    <a:pt x="353" y="426"/>
                  </a:cubicBezTo>
                  <a:cubicBezTo>
                    <a:pt x="357" y="419"/>
                    <a:pt x="354" y="409"/>
                    <a:pt x="357" y="401"/>
                  </a:cubicBezTo>
                  <a:cubicBezTo>
                    <a:pt x="360" y="395"/>
                    <a:pt x="362" y="385"/>
                    <a:pt x="367" y="380"/>
                  </a:cubicBezTo>
                  <a:cubicBezTo>
                    <a:pt x="367" y="380"/>
                    <a:pt x="368" y="380"/>
                    <a:pt x="368" y="379"/>
                  </a:cubicBezTo>
                  <a:cubicBezTo>
                    <a:pt x="370" y="385"/>
                    <a:pt x="372" y="392"/>
                    <a:pt x="372" y="398"/>
                  </a:cubicBezTo>
                  <a:cubicBezTo>
                    <a:pt x="372" y="404"/>
                    <a:pt x="369" y="410"/>
                    <a:pt x="370" y="415"/>
                  </a:cubicBezTo>
                  <a:cubicBezTo>
                    <a:pt x="374" y="413"/>
                    <a:pt x="378" y="407"/>
                    <a:pt x="381" y="403"/>
                  </a:cubicBezTo>
                  <a:cubicBezTo>
                    <a:pt x="385" y="400"/>
                    <a:pt x="388" y="397"/>
                    <a:pt x="390" y="391"/>
                  </a:cubicBezTo>
                  <a:cubicBezTo>
                    <a:pt x="397" y="371"/>
                    <a:pt x="403" y="348"/>
                    <a:pt x="419" y="331"/>
                  </a:cubicBezTo>
                  <a:cubicBezTo>
                    <a:pt x="425" y="326"/>
                    <a:pt x="429" y="328"/>
                    <a:pt x="436" y="325"/>
                  </a:cubicBezTo>
                  <a:cubicBezTo>
                    <a:pt x="442" y="323"/>
                    <a:pt x="443" y="318"/>
                    <a:pt x="447" y="313"/>
                  </a:cubicBezTo>
                  <a:cubicBezTo>
                    <a:pt x="451" y="309"/>
                    <a:pt x="456" y="306"/>
                    <a:pt x="460" y="301"/>
                  </a:cubicBezTo>
                  <a:cubicBezTo>
                    <a:pt x="465" y="295"/>
                    <a:pt x="466" y="296"/>
                    <a:pt x="473" y="294"/>
                  </a:cubicBezTo>
                  <a:cubicBezTo>
                    <a:pt x="482" y="291"/>
                    <a:pt x="488" y="276"/>
                    <a:pt x="491" y="267"/>
                  </a:cubicBezTo>
                  <a:cubicBezTo>
                    <a:pt x="494" y="253"/>
                    <a:pt x="491" y="237"/>
                    <a:pt x="491" y="223"/>
                  </a:cubicBezTo>
                  <a:cubicBezTo>
                    <a:pt x="492" y="208"/>
                    <a:pt x="500" y="204"/>
                    <a:pt x="511" y="198"/>
                  </a:cubicBezTo>
                  <a:cubicBezTo>
                    <a:pt x="517" y="195"/>
                    <a:pt x="523" y="193"/>
                    <a:pt x="529" y="190"/>
                  </a:cubicBezTo>
                  <a:cubicBezTo>
                    <a:pt x="536" y="187"/>
                    <a:pt x="547" y="187"/>
                    <a:pt x="551" y="183"/>
                  </a:cubicBezTo>
                  <a:cubicBezTo>
                    <a:pt x="546" y="180"/>
                    <a:pt x="539" y="181"/>
                    <a:pt x="533" y="180"/>
                  </a:cubicBezTo>
                  <a:cubicBezTo>
                    <a:pt x="526" y="179"/>
                    <a:pt x="519" y="179"/>
                    <a:pt x="512" y="179"/>
                  </a:cubicBezTo>
                  <a:cubicBezTo>
                    <a:pt x="505" y="180"/>
                    <a:pt x="497" y="180"/>
                    <a:pt x="490" y="181"/>
                  </a:cubicBezTo>
                  <a:cubicBezTo>
                    <a:pt x="486" y="181"/>
                    <a:pt x="481" y="183"/>
                    <a:pt x="475" y="184"/>
                  </a:cubicBezTo>
                  <a:cubicBezTo>
                    <a:pt x="477" y="182"/>
                    <a:pt x="479" y="181"/>
                    <a:pt x="481" y="180"/>
                  </a:cubicBezTo>
                  <a:cubicBezTo>
                    <a:pt x="483" y="178"/>
                    <a:pt x="490" y="174"/>
                    <a:pt x="493" y="171"/>
                  </a:cubicBezTo>
                  <a:cubicBezTo>
                    <a:pt x="494" y="171"/>
                    <a:pt x="495" y="170"/>
                    <a:pt x="496" y="170"/>
                  </a:cubicBezTo>
                  <a:cubicBezTo>
                    <a:pt x="509" y="161"/>
                    <a:pt x="542" y="145"/>
                    <a:pt x="570" y="148"/>
                  </a:cubicBezTo>
                  <a:cubicBezTo>
                    <a:pt x="579" y="138"/>
                    <a:pt x="607" y="132"/>
                    <a:pt x="623" y="136"/>
                  </a:cubicBezTo>
                  <a:cubicBezTo>
                    <a:pt x="616" y="127"/>
                    <a:pt x="609" y="120"/>
                    <a:pt x="601" y="120"/>
                  </a:cubicBezTo>
                  <a:cubicBezTo>
                    <a:pt x="593" y="120"/>
                    <a:pt x="526" y="135"/>
                    <a:pt x="508" y="147"/>
                  </a:cubicBezTo>
                  <a:cubicBezTo>
                    <a:pt x="520" y="133"/>
                    <a:pt x="534" y="120"/>
                    <a:pt x="555" y="117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2482">
              <a:extLst>
                <a:ext uri="{FF2B5EF4-FFF2-40B4-BE49-F238E27FC236}">
                  <a16:creationId xmlns:a16="http://schemas.microsoft.com/office/drawing/2014/main" id="{62076476-E51C-4670-9A40-1D405734E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931"/>
              <a:ext cx="1245" cy="1008"/>
            </a:xfrm>
            <a:custGeom>
              <a:avLst/>
              <a:gdLst>
                <a:gd name="T0" fmla="*/ 4733 w 624"/>
                <a:gd name="T1" fmla="*/ 1116 h 474"/>
                <a:gd name="T2" fmla="*/ 4956 w 624"/>
                <a:gd name="T3" fmla="*/ 1095 h 474"/>
                <a:gd name="T4" fmla="*/ 4701 w 624"/>
                <a:gd name="T5" fmla="*/ 904 h 474"/>
                <a:gd name="T6" fmla="*/ 4359 w 624"/>
                <a:gd name="T7" fmla="*/ 878 h 474"/>
                <a:gd name="T8" fmla="*/ 4272 w 624"/>
                <a:gd name="T9" fmla="*/ 734 h 474"/>
                <a:gd name="T10" fmla="*/ 3448 w 624"/>
                <a:gd name="T11" fmla="*/ 904 h 474"/>
                <a:gd name="T12" fmla="*/ 4447 w 624"/>
                <a:gd name="T13" fmla="*/ 478 h 474"/>
                <a:gd name="T14" fmla="*/ 4248 w 624"/>
                <a:gd name="T15" fmla="*/ 349 h 474"/>
                <a:gd name="T16" fmla="*/ 3384 w 624"/>
                <a:gd name="T17" fmla="*/ 385 h 474"/>
                <a:gd name="T18" fmla="*/ 4052 w 624"/>
                <a:gd name="T19" fmla="*/ 164 h 474"/>
                <a:gd name="T20" fmla="*/ 2564 w 624"/>
                <a:gd name="T21" fmla="*/ 425 h 474"/>
                <a:gd name="T22" fmla="*/ 2217 w 624"/>
                <a:gd name="T23" fmla="*/ 349 h 474"/>
                <a:gd name="T24" fmla="*/ 1277 w 624"/>
                <a:gd name="T25" fmla="*/ 1040 h 474"/>
                <a:gd name="T26" fmla="*/ 732 w 624"/>
                <a:gd name="T27" fmla="*/ 1501 h 474"/>
                <a:gd name="T28" fmla="*/ 223 w 624"/>
                <a:gd name="T29" fmla="*/ 2509 h 474"/>
                <a:gd name="T30" fmla="*/ 383 w 624"/>
                <a:gd name="T31" fmla="*/ 2628 h 474"/>
                <a:gd name="T32" fmla="*/ 136 w 624"/>
                <a:gd name="T33" fmla="*/ 3405 h 474"/>
                <a:gd name="T34" fmla="*/ 327 w 624"/>
                <a:gd name="T35" fmla="*/ 3500 h 474"/>
                <a:gd name="T36" fmla="*/ 120 w 624"/>
                <a:gd name="T37" fmla="*/ 4038 h 474"/>
                <a:gd name="T38" fmla="*/ 525 w 624"/>
                <a:gd name="T39" fmla="*/ 3917 h 474"/>
                <a:gd name="T40" fmla="*/ 644 w 624"/>
                <a:gd name="T41" fmla="*/ 4030 h 474"/>
                <a:gd name="T42" fmla="*/ 928 w 624"/>
                <a:gd name="T43" fmla="*/ 3934 h 474"/>
                <a:gd name="T44" fmla="*/ 1199 w 624"/>
                <a:gd name="T45" fmla="*/ 3577 h 474"/>
                <a:gd name="T46" fmla="*/ 1421 w 624"/>
                <a:gd name="T47" fmla="*/ 3388 h 474"/>
                <a:gd name="T48" fmla="*/ 1437 w 624"/>
                <a:gd name="T49" fmla="*/ 3568 h 474"/>
                <a:gd name="T50" fmla="*/ 1804 w 624"/>
                <a:gd name="T51" fmla="*/ 3356 h 474"/>
                <a:gd name="T52" fmla="*/ 1836 w 624"/>
                <a:gd name="T53" fmla="*/ 3560 h 474"/>
                <a:gd name="T54" fmla="*/ 2288 w 624"/>
                <a:gd name="T55" fmla="*/ 3451 h 474"/>
                <a:gd name="T56" fmla="*/ 2480 w 624"/>
                <a:gd name="T57" fmla="*/ 3605 h 474"/>
                <a:gd name="T58" fmla="*/ 2500 w 624"/>
                <a:gd name="T59" fmla="*/ 3705 h 474"/>
                <a:gd name="T60" fmla="*/ 2480 w 624"/>
                <a:gd name="T61" fmla="*/ 3894 h 474"/>
                <a:gd name="T62" fmla="*/ 2540 w 624"/>
                <a:gd name="T63" fmla="*/ 3970 h 474"/>
                <a:gd name="T64" fmla="*/ 2548 w 624"/>
                <a:gd name="T65" fmla="*/ 4260 h 474"/>
                <a:gd name="T66" fmla="*/ 2516 w 624"/>
                <a:gd name="T67" fmla="*/ 4387 h 474"/>
                <a:gd name="T68" fmla="*/ 2660 w 624"/>
                <a:gd name="T69" fmla="*/ 4500 h 474"/>
                <a:gd name="T70" fmla="*/ 2779 w 624"/>
                <a:gd name="T71" fmla="*/ 4491 h 474"/>
                <a:gd name="T72" fmla="*/ 2859 w 624"/>
                <a:gd name="T73" fmla="*/ 4540 h 474"/>
                <a:gd name="T74" fmla="*/ 2961 w 624"/>
                <a:gd name="T75" fmla="*/ 4404 h 474"/>
                <a:gd name="T76" fmla="*/ 2953 w 624"/>
                <a:gd name="T77" fmla="*/ 4183 h 474"/>
                <a:gd name="T78" fmla="*/ 3049 w 624"/>
                <a:gd name="T79" fmla="*/ 3858 h 474"/>
                <a:gd name="T80" fmla="*/ 3105 w 624"/>
                <a:gd name="T81" fmla="*/ 3730 h 474"/>
                <a:gd name="T82" fmla="*/ 3160 w 624"/>
                <a:gd name="T83" fmla="*/ 3568 h 474"/>
                <a:gd name="T84" fmla="*/ 3208 w 624"/>
                <a:gd name="T85" fmla="*/ 3396 h 474"/>
                <a:gd name="T86" fmla="*/ 3464 w 624"/>
                <a:gd name="T87" fmla="*/ 3124 h 474"/>
                <a:gd name="T88" fmla="*/ 3655 w 624"/>
                <a:gd name="T89" fmla="*/ 2894 h 474"/>
                <a:gd name="T90" fmla="*/ 3901 w 624"/>
                <a:gd name="T91" fmla="*/ 2569 h 474"/>
                <a:gd name="T92" fmla="*/ 4060 w 624"/>
                <a:gd name="T93" fmla="*/ 1903 h 474"/>
                <a:gd name="T94" fmla="*/ 4375 w 624"/>
                <a:gd name="T95" fmla="*/ 1759 h 474"/>
                <a:gd name="T96" fmla="*/ 4068 w 624"/>
                <a:gd name="T97" fmla="*/ 1723 h 474"/>
                <a:gd name="T98" fmla="*/ 3773 w 624"/>
                <a:gd name="T99" fmla="*/ 1767 h 474"/>
                <a:gd name="T100" fmla="*/ 3917 w 624"/>
                <a:gd name="T101" fmla="*/ 1646 h 474"/>
                <a:gd name="T102" fmla="*/ 4527 w 624"/>
                <a:gd name="T103" fmla="*/ 1425 h 474"/>
                <a:gd name="T104" fmla="*/ 4773 w 624"/>
                <a:gd name="T105" fmla="*/ 1153 h 474"/>
                <a:gd name="T106" fmla="*/ 4407 w 624"/>
                <a:gd name="T107" fmla="*/ 1127 h 47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24" h="474">
                  <a:moveTo>
                    <a:pt x="555" y="117"/>
                  </a:moveTo>
                  <a:cubicBezTo>
                    <a:pt x="576" y="114"/>
                    <a:pt x="596" y="116"/>
                    <a:pt x="596" y="116"/>
                  </a:cubicBezTo>
                  <a:cubicBezTo>
                    <a:pt x="608" y="117"/>
                    <a:pt x="608" y="117"/>
                    <a:pt x="608" y="117"/>
                  </a:cubicBezTo>
                  <a:cubicBezTo>
                    <a:pt x="624" y="114"/>
                    <a:pt x="624" y="114"/>
                    <a:pt x="624" y="114"/>
                  </a:cubicBezTo>
                  <a:cubicBezTo>
                    <a:pt x="624" y="105"/>
                    <a:pt x="624" y="105"/>
                    <a:pt x="624" y="105"/>
                  </a:cubicBezTo>
                  <a:cubicBezTo>
                    <a:pt x="592" y="94"/>
                    <a:pt x="592" y="94"/>
                    <a:pt x="592" y="94"/>
                  </a:cubicBezTo>
                  <a:cubicBezTo>
                    <a:pt x="592" y="94"/>
                    <a:pt x="541" y="108"/>
                    <a:pt x="526" y="106"/>
                  </a:cubicBezTo>
                  <a:cubicBezTo>
                    <a:pt x="549" y="91"/>
                    <a:pt x="549" y="91"/>
                    <a:pt x="549" y="91"/>
                  </a:cubicBezTo>
                  <a:cubicBezTo>
                    <a:pt x="512" y="95"/>
                    <a:pt x="512" y="95"/>
                    <a:pt x="512" y="95"/>
                  </a:cubicBezTo>
                  <a:cubicBezTo>
                    <a:pt x="538" y="76"/>
                    <a:pt x="538" y="76"/>
                    <a:pt x="538" y="76"/>
                  </a:cubicBezTo>
                  <a:cubicBezTo>
                    <a:pt x="513" y="77"/>
                    <a:pt x="513" y="77"/>
                    <a:pt x="513" y="77"/>
                  </a:cubicBezTo>
                  <a:cubicBezTo>
                    <a:pt x="498" y="85"/>
                    <a:pt x="440" y="95"/>
                    <a:pt x="434" y="94"/>
                  </a:cubicBezTo>
                  <a:cubicBezTo>
                    <a:pt x="441" y="84"/>
                    <a:pt x="503" y="64"/>
                    <a:pt x="527" y="68"/>
                  </a:cubicBezTo>
                  <a:cubicBezTo>
                    <a:pt x="538" y="60"/>
                    <a:pt x="549" y="51"/>
                    <a:pt x="560" y="50"/>
                  </a:cubicBezTo>
                  <a:cubicBezTo>
                    <a:pt x="551" y="50"/>
                    <a:pt x="527" y="47"/>
                    <a:pt x="511" y="50"/>
                  </a:cubicBezTo>
                  <a:cubicBezTo>
                    <a:pt x="535" y="36"/>
                    <a:pt x="535" y="36"/>
                    <a:pt x="535" y="36"/>
                  </a:cubicBezTo>
                  <a:cubicBezTo>
                    <a:pt x="526" y="38"/>
                    <a:pt x="489" y="42"/>
                    <a:pt x="474" y="42"/>
                  </a:cubicBezTo>
                  <a:cubicBezTo>
                    <a:pt x="459" y="42"/>
                    <a:pt x="426" y="40"/>
                    <a:pt x="426" y="40"/>
                  </a:cubicBezTo>
                  <a:cubicBezTo>
                    <a:pt x="426" y="40"/>
                    <a:pt x="448" y="35"/>
                    <a:pt x="464" y="29"/>
                  </a:cubicBezTo>
                  <a:cubicBezTo>
                    <a:pt x="480" y="23"/>
                    <a:pt x="510" y="17"/>
                    <a:pt x="510" y="17"/>
                  </a:cubicBezTo>
                  <a:cubicBezTo>
                    <a:pt x="500" y="9"/>
                    <a:pt x="443" y="0"/>
                    <a:pt x="400" y="17"/>
                  </a:cubicBezTo>
                  <a:cubicBezTo>
                    <a:pt x="389" y="26"/>
                    <a:pt x="344" y="47"/>
                    <a:pt x="323" y="44"/>
                  </a:cubicBezTo>
                  <a:cubicBezTo>
                    <a:pt x="349" y="20"/>
                    <a:pt x="349" y="20"/>
                    <a:pt x="349" y="20"/>
                  </a:cubicBezTo>
                  <a:cubicBezTo>
                    <a:pt x="332" y="25"/>
                    <a:pt x="290" y="37"/>
                    <a:pt x="279" y="36"/>
                  </a:cubicBezTo>
                  <a:cubicBezTo>
                    <a:pt x="273" y="50"/>
                    <a:pt x="240" y="83"/>
                    <a:pt x="217" y="91"/>
                  </a:cubicBezTo>
                  <a:cubicBezTo>
                    <a:pt x="194" y="99"/>
                    <a:pt x="172" y="106"/>
                    <a:pt x="161" y="108"/>
                  </a:cubicBezTo>
                  <a:cubicBezTo>
                    <a:pt x="150" y="110"/>
                    <a:pt x="142" y="119"/>
                    <a:pt x="134" y="126"/>
                  </a:cubicBezTo>
                  <a:cubicBezTo>
                    <a:pt x="126" y="133"/>
                    <a:pt x="97" y="153"/>
                    <a:pt x="92" y="156"/>
                  </a:cubicBezTo>
                  <a:cubicBezTo>
                    <a:pt x="83" y="173"/>
                    <a:pt x="45" y="207"/>
                    <a:pt x="36" y="203"/>
                  </a:cubicBezTo>
                  <a:cubicBezTo>
                    <a:pt x="41" y="220"/>
                    <a:pt x="35" y="250"/>
                    <a:pt x="28" y="261"/>
                  </a:cubicBezTo>
                  <a:cubicBezTo>
                    <a:pt x="21" y="272"/>
                    <a:pt x="0" y="299"/>
                    <a:pt x="0" y="299"/>
                  </a:cubicBezTo>
                  <a:cubicBezTo>
                    <a:pt x="48" y="273"/>
                    <a:pt x="48" y="273"/>
                    <a:pt x="48" y="273"/>
                  </a:cubicBezTo>
                  <a:cubicBezTo>
                    <a:pt x="30" y="304"/>
                    <a:pt x="30" y="304"/>
                    <a:pt x="30" y="304"/>
                  </a:cubicBezTo>
                  <a:cubicBezTo>
                    <a:pt x="30" y="304"/>
                    <a:pt x="23" y="343"/>
                    <a:pt x="17" y="354"/>
                  </a:cubicBezTo>
                  <a:cubicBezTo>
                    <a:pt x="30" y="346"/>
                    <a:pt x="47" y="332"/>
                    <a:pt x="52" y="325"/>
                  </a:cubicBezTo>
                  <a:cubicBezTo>
                    <a:pt x="52" y="325"/>
                    <a:pt x="50" y="354"/>
                    <a:pt x="41" y="364"/>
                  </a:cubicBezTo>
                  <a:cubicBezTo>
                    <a:pt x="43" y="374"/>
                    <a:pt x="23" y="401"/>
                    <a:pt x="23" y="401"/>
                  </a:cubicBezTo>
                  <a:cubicBezTo>
                    <a:pt x="23" y="407"/>
                    <a:pt x="15" y="420"/>
                    <a:pt x="15" y="420"/>
                  </a:cubicBezTo>
                  <a:cubicBezTo>
                    <a:pt x="33" y="414"/>
                    <a:pt x="55" y="398"/>
                    <a:pt x="65" y="388"/>
                  </a:cubicBezTo>
                  <a:cubicBezTo>
                    <a:pt x="64" y="396"/>
                    <a:pt x="64" y="404"/>
                    <a:pt x="66" y="407"/>
                  </a:cubicBezTo>
                  <a:cubicBezTo>
                    <a:pt x="69" y="413"/>
                    <a:pt x="70" y="408"/>
                    <a:pt x="75" y="411"/>
                  </a:cubicBezTo>
                  <a:cubicBezTo>
                    <a:pt x="79" y="413"/>
                    <a:pt x="79" y="417"/>
                    <a:pt x="81" y="419"/>
                  </a:cubicBezTo>
                  <a:cubicBezTo>
                    <a:pt x="93" y="408"/>
                    <a:pt x="95" y="430"/>
                    <a:pt x="99" y="435"/>
                  </a:cubicBezTo>
                  <a:cubicBezTo>
                    <a:pt x="107" y="434"/>
                    <a:pt x="112" y="415"/>
                    <a:pt x="117" y="409"/>
                  </a:cubicBezTo>
                  <a:cubicBezTo>
                    <a:pt x="126" y="395"/>
                    <a:pt x="126" y="409"/>
                    <a:pt x="129" y="417"/>
                  </a:cubicBezTo>
                  <a:cubicBezTo>
                    <a:pt x="134" y="401"/>
                    <a:pt x="139" y="385"/>
                    <a:pt x="151" y="372"/>
                  </a:cubicBezTo>
                  <a:cubicBezTo>
                    <a:pt x="158" y="365"/>
                    <a:pt x="161" y="360"/>
                    <a:pt x="171" y="356"/>
                  </a:cubicBezTo>
                  <a:cubicBezTo>
                    <a:pt x="174" y="355"/>
                    <a:pt x="176" y="354"/>
                    <a:pt x="179" y="352"/>
                  </a:cubicBezTo>
                  <a:cubicBezTo>
                    <a:pt x="181" y="350"/>
                    <a:pt x="181" y="348"/>
                    <a:pt x="184" y="347"/>
                  </a:cubicBezTo>
                  <a:cubicBezTo>
                    <a:pt x="187" y="356"/>
                    <a:pt x="177" y="364"/>
                    <a:pt x="181" y="371"/>
                  </a:cubicBezTo>
                  <a:cubicBezTo>
                    <a:pt x="186" y="381"/>
                    <a:pt x="203" y="358"/>
                    <a:pt x="207" y="355"/>
                  </a:cubicBezTo>
                  <a:cubicBezTo>
                    <a:pt x="212" y="350"/>
                    <a:pt x="223" y="337"/>
                    <a:pt x="227" y="349"/>
                  </a:cubicBezTo>
                  <a:cubicBezTo>
                    <a:pt x="230" y="358"/>
                    <a:pt x="222" y="367"/>
                    <a:pt x="216" y="372"/>
                  </a:cubicBezTo>
                  <a:cubicBezTo>
                    <a:pt x="221" y="374"/>
                    <a:pt x="226" y="371"/>
                    <a:pt x="231" y="370"/>
                  </a:cubicBezTo>
                  <a:cubicBezTo>
                    <a:pt x="240" y="368"/>
                    <a:pt x="249" y="367"/>
                    <a:pt x="258" y="364"/>
                  </a:cubicBezTo>
                  <a:cubicBezTo>
                    <a:pt x="263" y="363"/>
                    <a:pt x="288" y="350"/>
                    <a:pt x="288" y="359"/>
                  </a:cubicBezTo>
                  <a:cubicBezTo>
                    <a:pt x="293" y="360"/>
                    <a:pt x="296" y="360"/>
                    <a:pt x="300" y="361"/>
                  </a:cubicBezTo>
                  <a:cubicBezTo>
                    <a:pt x="308" y="364"/>
                    <a:pt x="308" y="368"/>
                    <a:pt x="312" y="375"/>
                  </a:cubicBezTo>
                  <a:cubicBezTo>
                    <a:pt x="313" y="376"/>
                    <a:pt x="313" y="376"/>
                    <a:pt x="314" y="377"/>
                  </a:cubicBezTo>
                  <a:cubicBezTo>
                    <a:pt x="315" y="380"/>
                    <a:pt x="314" y="383"/>
                    <a:pt x="315" y="385"/>
                  </a:cubicBezTo>
                  <a:cubicBezTo>
                    <a:pt x="314" y="385"/>
                    <a:pt x="314" y="385"/>
                    <a:pt x="314" y="385"/>
                  </a:cubicBezTo>
                  <a:cubicBezTo>
                    <a:pt x="314" y="392"/>
                    <a:pt x="313" y="398"/>
                    <a:pt x="312" y="405"/>
                  </a:cubicBezTo>
                  <a:cubicBezTo>
                    <a:pt x="311" y="412"/>
                    <a:pt x="308" y="418"/>
                    <a:pt x="309" y="424"/>
                  </a:cubicBezTo>
                  <a:cubicBezTo>
                    <a:pt x="317" y="426"/>
                    <a:pt x="316" y="414"/>
                    <a:pt x="320" y="413"/>
                  </a:cubicBezTo>
                  <a:cubicBezTo>
                    <a:pt x="326" y="411"/>
                    <a:pt x="323" y="422"/>
                    <a:pt x="323" y="425"/>
                  </a:cubicBezTo>
                  <a:cubicBezTo>
                    <a:pt x="322" y="431"/>
                    <a:pt x="322" y="437"/>
                    <a:pt x="321" y="443"/>
                  </a:cubicBezTo>
                  <a:cubicBezTo>
                    <a:pt x="321" y="445"/>
                    <a:pt x="321" y="448"/>
                    <a:pt x="321" y="450"/>
                  </a:cubicBezTo>
                  <a:cubicBezTo>
                    <a:pt x="320" y="453"/>
                    <a:pt x="319" y="453"/>
                    <a:pt x="317" y="456"/>
                  </a:cubicBezTo>
                  <a:cubicBezTo>
                    <a:pt x="313" y="463"/>
                    <a:pt x="319" y="466"/>
                    <a:pt x="325" y="467"/>
                  </a:cubicBezTo>
                  <a:cubicBezTo>
                    <a:pt x="328" y="468"/>
                    <a:pt x="332" y="467"/>
                    <a:pt x="335" y="468"/>
                  </a:cubicBezTo>
                  <a:cubicBezTo>
                    <a:pt x="337" y="469"/>
                    <a:pt x="337" y="472"/>
                    <a:pt x="342" y="472"/>
                  </a:cubicBezTo>
                  <a:cubicBezTo>
                    <a:pt x="345" y="471"/>
                    <a:pt x="348" y="470"/>
                    <a:pt x="350" y="467"/>
                  </a:cubicBezTo>
                  <a:cubicBezTo>
                    <a:pt x="351" y="468"/>
                    <a:pt x="353" y="468"/>
                    <a:pt x="354" y="468"/>
                  </a:cubicBezTo>
                  <a:cubicBezTo>
                    <a:pt x="357" y="469"/>
                    <a:pt x="358" y="471"/>
                    <a:pt x="360" y="472"/>
                  </a:cubicBezTo>
                  <a:cubicBezTo>
                    <a:pt x="364" y="474"/>
                    <a:pt x="369" y="474"/>
                    <a:pt x="373" y="471"/>
                  </a:cubicBezTo>
                  <a:cubicBezTo>
                    <a:pt x="376" y="468"/>
                    <a:pt x="376" y="462"/>
                    <a:pt x="373" y="458"/>
                  </a:cubicBezTo>
                  <a:cubicBezTo>
                    <a:pt x="371" y="452"/>
                    <a:pt x="367" y="454"/>
                    <a:pt x="369" y="446"/>
                  </a:cubicBezTo>
                  <a:cubicBezTo>
                    <a:pt x="369" y="442"/>
                    <a:pt x="370" y="439"/>
                    <a:pt x="372" y="435"/>
                  </a:cubicBezTo>
                  <a:cubicBezTo>
                    <a:pt x="377" y="427"/>
                    <a:pt x="379" y="420"/>
                    <a:pt x="381" y="411"/>
                  </a:cubicBezTo>
                  <a:cubicBezTo>
                    <a:pt x="381" y="407"/>
                    <a:pt x="383" y="404"/>
                    <a:pt x="384" y="401"/>
                  </a:cubicBezTo>
                  <a:cubicBezTo>
                    <a:pt x="386" y="398"/>
                    <a:pt x="388" y="395"/>
                    <a:pt x="390" y="391"/>
                  </a:cubicBezTo>
                  <a:cubicBezTo>
                    <a:pt x="390" y="390"/>
                    <a:pt x="390" y="389"/>
                    <a:pt x="391" y="388"/>
                  </a:cubicBezTo>
                  <a:cubicBezTo>
                    <a:pt x="391" y="388"/>
                    <a:pt x="391" y="388"/>
                    <a:pt x="391" y="388"/>
                  </a:cubicBezTo>
                  <a:cubicBezTo>
                    <a:pt x="394" y="382"/>
                    <a:pt x="396" y="376"/>
                    <a:pt x="398" y="371"/>
                  </a:cubicBezTo>
                  <a:cubicBezTo>
                    <a:pt x="400" y="366"/>
                    <a:pt x="403" y="359"/>
                    <a:pt x="404" y="353"/>
                  </a:cubicBezTo>
                  <a:cubicBezTo>
                    <a:pt x="404" y="353"/>
                    <a:pt x="404" y="353"/>
                    <a:pt x="404" y="353"/>
                  </a:cubicBezTo>
                  <a:cubicBezTo>
                    <a:pt x="408" y="345"/>
                    <a:pt x="413" y="338"/>
                    <a:pt x="419" y="331"/>
                  </a:cubicBezTo>
                  <a:cubicBezTo>
                    <a:pt x="425" y="326"/>
                    <a:pt x="429" y="328"/>
                    <a:pt x="436" y="325"/>
                  </a:cubicBezTo>
                  <a:cubicBezTo>
                    <a:pt x="442" y="323"/>
                    <a:pt x="443" y="318"/>
                    <a:pt x="447" y="313"/>
                  </a:cubicBezTo>
                  <a:cubicBezTo>
                    <a:pt x="451" y="309"/>
                    <a:pt x="456" y="306"/>
                    <a:pt x="460" y="301"/>
                  </a:cubicBezTo>
                  <a:cubicBezTo>
                    <a:pt x="465" y="295"/>
                    <a:pt x="466" y="296"/>
                    <a:pt x="473" y="294"/>
                  </a:cubicBezTo>
                  <a:cubicBezTo>
                    <a:pt x="482" y="291"/>
                    <a:pt x="488" y="276"/>
                    <a:pt x="491" y="267"/>
                  </a:cubicBezTo>
                  <a:cubicBezTo>
                    <a:pt x="494" y="253"/>
                    <a:pt x="491" y="237"/>
                    <a:pt x="491" y="223"/>
                  </a:cubicBezTo>
                  <a:cubicBezTo>
                    <a:pt x="492" y="208"/>
                    <a:pt x="500" y="204"/>
                    <a:pt x="511" y="198"/>
                  </a:cubicBezTo>
                  <a:cubicBezTo>
                    <a:pt x="517" y="195"/>
                    <a:pt x="523" y="193"/>
                    <a:pt x="529" y="190"/>
                  </a:cubicBezTo>
                  <a:cubicBezTo>
                    <a:pt x="536" y="187"/>
                    <a:pt x="547" y="187"/>
                    <a:pt x="551" y="183"/>
                  </a:cubicBezTo>
                  <a:cubicBezTo>
                    <a:pt x="546" y="180"/>
                    <a:pt x="539" y="181"/>
                    <a:pt x="533" y="180"/>
                  </a:cubicBezTo>
                  <a:cubicBezTo>
                    <a:pt x="526" y="179"/>
                    <a:pt x="519" y="179"/>
                    <a:pt x="512" y="179"/>
                  </a:cubicBezTo>
                  <a:cubicBezTo>
                    <a:pt x="505" y="180"/>
                    <a:pt x="497" y="180"/>
                    <a:pt x="490" y="181"/>
                  </a:cubicBezTo>
                  <a:cubicBezTo>
                    <a:pt x="486" y="181"/>
                    <a:pt x="481" y="183"/>
                    <a:pt x="475" y="184"/>
                  </a:cubicBezTo>
                  <a:cubicBezTo>
                    <a:pt x="477" y="182"/>
                    <a:pt x="479" y="181"/>
                    <a:pt x="481" y="180"/>
                  </a:cubicBezTo>
                  <a:cubicBezTo>
                    <a:pt x="483" y="178"/>
                    <a:pt x="490" y="174"/>
                    <a:pt x="493" y="171"/>
                  </a:cubicBezTo>
                  <a:cubicBezTo>
                    <a:pt x="494" y="171"/>
                    <a:pt x="495" y="170"/>
                    <a:pt x="496" y="170"/>
                  </a:cubicBezTo>
                  <a:cubicBezTo>
                    <a:pt x="509" y="161"/>
                    <a:pt x="542" y="145"/>
                    <a:pt x="570" y="148"/>
                  </a:cubicBezTo>
                  <a:cubicBezTo>
                    <a:pt x="579" y="138"/>
                    <a:pt x="607" y="132"/>
                    <a:pt x="623" y="136"/>
                  </a:cubicBezTo>
                  <a:cubicBezTo>
                    <a:pt x="616" y="127"/>
                    <a:pt x="609" y="120"/>
                    <a:pt x="601" y="120"/>
                  </a:cubicBezTo>
                  <a:cubicBezTo>
                    <a:pt x="593" y="120"/>
                    <a:pt x="526" y="135"/>
                    <a:pt x="508" y="147"/>
                  </a:cubicBezTo>
                  <a:cubicBezTo>
                    <a:pt x="520" y="133"/>
                    <a:pt x="534" y="120"/>
                    <a:pt x="555" y="117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2483">
              <a:extLst>
                <a:ext uri="{FF2B5EF4-FFF2-40B4-BE49-F238E27FC236}">
                  <a16:creationId xmlns:a16="http://schemas.microsoft.com/office/drawing/2014/main" id="{CE00A16E-5A47-4E88-B934-994EA4431C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2" y="1931"/>
              <a:ext cx="1245" cy="1008"/>
            </a:xfrm>
            <a:custGeom>
              <a:avLst/>
              <a:gdLst>
                <a:gd name="T0" fmla="*/ 4733 w 624"/>
                <a:gd name="T1" fmla="*/ 1116 h 474"/>
                <a:gd name="T2" fmla="*/ 4176 w 624"/>
                <a:gd name="T3" fmla="*/ 1017 h 474"/>
                <a:gd name="T4" fmla="*/ 3448 w 624"/>
                <a:gd name="T5" fmla="*/ 904 h 474"/>
                <a:gd name="T6" fmla="*/ 3765 w 624"/>
                <a:gd name="T7" fmla="*/ 402 h 474"/>
                <a:gd name="T8" fmla="*/ 2564 w 624"/>
                <a:gd name="T9" fmla="*/ 425 h 474"/>
                <a:gd name="T10" fmla="*/ 1063 w 624"/>
                <a:gd name="T11" fmla="*/ 1212 h 474"/>
                <a:gd name="T12" fmla="*/ 383 w 624"/>
                <a:gd name="T13" fmla="*/ 2628 h 474"/>
                <a:gd name="T14" fmla="*/ 184 w 624"/>
                <a:gd name="T15" fmla="*/ 3858 h 474"/>
                <a:gd name="T16" fmla="*/ 644 w 624"/>
                <a:gd name="T17" fmla="*/ 4030 h 474"/>
                <a:gd name="T18" fmla="*/ 1357 w 624"/>
                <a:gd name="T19" fmla="*/ 3424 h 474"/>
                <a:gd name="T20" fmla="*/ 1804 w 624"/>
                <a:gd name="T21" fmla="*/ 3356 h 474"/>
                <a:gd name="T22" fmla="*/ 2384 w 624"/>
                <a:gd name="T23" fmla="*/ 3473 h 474"/>
                <a:gd name="T24" fmla="*/ 2480 w 624"/>
                <a:gd name="T25" fmla="*/ 3894 h 474"/>
                <a:gd name="T26" fmla="*/ 2548 w 624"/>
                <a:gd name="T27" fmla="*/ 4328 h 474"/>
                <a:gd name="T28" fmla="*/ 2779 w 624"/>
                <a:gd name="T29" fmla="*/ 4491 h 474"/>
                <a:gd name="T30" fmla="*/ 2929 w 624"/>
                <a:gd name="T31" fmla="*/ 4287 h 474"/>
                <a:gd name="T32" fmla="*/ 3105 w 624"/>
                <a:gd name="T33" fmla="*/ 3730 h 474"/>
                <a:gd name="T34" fmla="*/ 3328 w 624"/>
                <a:gd name="T35" fmla="*/ 3183 h 474"/>
                <a:gd name="T36" fmla="*/ 3901 w 624"/>
                <a:gd name="T37" fmla="*/ 2569 h 474"/>
                <a:gd name="T38" fmla="*/ 4232 w 624"/>
                <a:gd name="T39" fmla="*/ 1731 h 474"/>
                <a:gd name="T40" fmla="*/ 3917 w 624"/>
                <a:gd name="T41" fmla="*/ 1646 h 474"/>
                <a:gd name="T42" fmla="*/ 375 w 624"/>
                <a:gd name="T43" fmla="*/ 3500 h 474"/>
                <a:gd name="T44" fmla="*/ 3909 w 624"/>
                <a:gd name="T45" fmla="*/ 1586 h 474"/>
                <a:gd name="T46" fmla="*/ 3727 w 624"/>
                <a:gd name="T47" fmla="*/ 1767 h 474"/>
                <a:gd name="T48" fmla="*/ 4012 w 624"/>
                <a:gd name="T49" fmla="*/ 1791 h 474"/>
                <a:gd name="T50" fmla="*/ 3853 w 624"/>
                <a:gd name="T51" fmla="*/ 2144 h 474"/>
                <a:gd name="T52" fmla="*/ 3719 w 624"/>
                <a:gd name="T53" fmla="*/ 2782 h 474"/>
                <a:gd name="T54" fmla="*/ 3448 w 624"/>
                <a:gd name="T55" fmla="*/ 3079 h 474"/>
                <a:gd name="T56" fmla="*/ 3136 w 624"/>
                <a:gd name="T57" fmla="*/ 3492 h 474"/>
                <a:gd name="T58" fmla="*/ 3017 w 624"/>
                <a:gd name="T59" fmla="*/ 3817 h 474"/>
                <a:gd name="T60" fmla="*/ 2875 w 624"/>
                <a:gd name="T61" fmla="*/ 4319 h 474"/>
                <a:gd name="T62" fmla="*/ 2883 w 624"/>
                <a:gd name="T63" fmla="*/ 4491 h 474"/>
                <a:gd name="T64" fmla="*/ 2747 w 624"/>
                <a:gd name="T65" fmla="*/ 4455 h 474"/>
                <a:gd name="T66" fmla="*/ 2556 w 624"/>
                <a:gd name="T67" fmla="*/ 4423 h 474"/>
                <a:gd name="T68" fmla="*/ 2596 w 624"/>
                <a:gd name="T69" fmla="*/ 4268 h 474"/>
                <a:gd name="T70" fmla="*/ 2596 w 624"/>
                <a:gd name="T71" fmla="*/ 3934 h 474"/>
                <a:gd name="T72" fmla="*/ 2540 w 624"/>
                <a:gd name="T73" fmla="*/ 3713 h 474"/>
                <a:gd name="T74" fmla="*/ 2516 w 624"/>
                <a:gd name="T75" fmla="*/ 3577 h 474"/>
                <a:gd name="T76" fmla="*/ 2304 w 624"/>
                <a:gd name="T77" fmla="*/ 3388 h 474"/>
                <a:gd name="T78" fmla="*/ 1860 w 624"/>
                <a:gd name="T79" fmla="*/ 3396 h 474"/>
                <a:gd name="T80" fmla="*/ 1572 w 624"/>
                <a:gd name="T81" fmla="*/ 3415 h 474"/>
                <a:gd name="T82" fmla="*/ 1453 w 624"/>
                <a:gd name="T83" fmla="*/ 3279 h 474"/>
                <a:gd name="T84" fmla="*/ 1167 w 624"/>
                <a:gd name="T85" fmla="*/ 3541 h 474"/>
                <a:gd name="T86" fmla="*/ 804 w 624"/>
                <a:gd name="T87" fmla="*/ 4087 h 474"/>
                <a:gd name="T88" fmla="*/ 557 w 624"/>
                <a:gd name="T89" fmla="*/ 3817 h 474"/>
                <a:gd name="T90" fmla="*/ 223 w 624"/>
                <a:gd name="T91" fmla="*/ 3917 h 474"/>
                <a:gd name="T92" fmla="*/ 429 w 624"/>
                <a:gd name="T93" fmla="*/ 3079 h 474"/>
                <a:gd name="T94" fmla="*/ 429 w 624"/>
                <a:gd name="T95" fmla="*/ 2628 h 474"/>
                <a:gd name="T96" fmla="*/ 351 w 624"/>
                <a:gd name="T97" fmla="*/ 2107 h 474"/>
                <a:gd name="T98" fmla="*/ 1293 w 624"/>
                <a:gd name="T99" fmla="*/ 1095 h 474"/>
                <a:gd name="T100" fmla="*/ 2516 w 624"/>
                <a:gd name="T101" fmla="*/ 425 h 474"/>
                <a:gd name="T102" fmla="*/ 3671 w 624"/>
                <a:gd name="T103" fmla="*/ 230 h 474"/>
                <a:gd name="T104" fmla="*/ 3765 w 624"/>
                <a:gd name="T105" fmla="*/ 461 h 474"/>
                <a:gd name="T106" fmla="*/ 4248 w 624"/>
                <a:gd name="T107" fmla="*/ 530 h 474"/>
                <a:gd name="T108" fmla="*/ 3440 w 624"/>
                <a:gd name="T109" fmla="*/ 963 h 474"/>
                <a:gd name="T110" fmla="*/ 4028 w 624"/>
                <a:gd name="T111" fmla="*/ 940 h 474"/>
                <a:gd name="T112" fmla="*/ 4136 w 624"/>
                <a:gd name="T113" fmla="*/ 1040 h 474"/>
                <a:gd name="T114" fmla="*/ 4741 w 624"/>
                <a:gd name="T115" fmla="*/ 1059 h 474"/>
                <a:gd name="T116" fmla="*/ 4773 w 624"/>
                <a:gd name="T117" fmla="*/ 1212 h 47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24" h="474">
                  <a:moveTo>
                    <a:pt x="623" y="136"/>
                  </a:moveTo>
                  <a:cubicBezTo>
                    <a:pt x="616" y="127"/>
                    <a:pt x="609" y="120"/>
                    <a:pt x="601" y="120"/>
                  </a:cubicBezTo>
                  <a:cubicBezTo>
                    <a:pt x="593" y="120"/>
                    <a:pt x="526" y="135"/>
                    <a:pt x="508" y="147"/>
                  </a:cubicBezTo>
                  <a:cubicBezTo>
                    <a:pt x="520" y="133"/>
                    <a:pt x="534" y="120"/>
                    <a:pt x="555" y="117"/>
                  </a:cubicBezTo>
                  <a:cubicBezTo>
                    <a:pt x="576" y="114"/>
                    <a:pt x="596" y="116"/>
                    <a:pt x="596" y="116"/>
                  </a:cubicBezTo>
                  <a:cubicBezTo>
                    <a:pt x="608" y="117"/>
                    <a:pt x="608" y="117"/>
                    <a:pt x="608" y="117"/>
                  </a:cubicBezTo>
                  <a:cubicBezTo>
                    <a:pt x="624" y="114"/>
                    <a:pt x="624" y="114"/>
                    <a:pt x="624" y="114"/>
                  </a:cubicBezTo>
                  <a:cubicBezTo>
                    <a:pt x="624" y="105"/>
                    <a:pt x="624" y="105"/>
                    <a:pt x="624" y="105"/>
                  </a:cubicBezTo>
                  <a:cubicBezTo>
                    <a:pt x="592" y="94"/>
                    <a:pt x="592" y="94"/>
                    <a:pt x="592" y="94"/>
                  </a:cubicBezTo>
                  <a:cubicBezTo>
                    <a:pt x="592" y="94"/>
                    <a:pt x="541" y="108"/>
                    <a:pt x="526" y="106"/>
                  </a:cubicBezTo>
                  <a:cubicBezTo>
                    <a:pt x="549" y="91"/>
                    <a:pt x="549" y="91"/>
                    <a:pt x="549" y="91"/>
                  </a:cubicBezTo>
                  <a:cubicBezTo>
                    <a:pt x="512" y="95"/>
                    <a:pt x="512" y="95"/>
                    <a:pt x="512" y="95"/>
                  </a:cubicBezTo>
                  <a:cubicBezTo>
                    <a:pt x="538" y="76"/>
                    <a:pt x="538" y="76"/>
                    <a:pt x="538" y="76"/>
                  </a:cubicBezTo>
                  <a:cubicBezTo>
                    <a:pt x="513" y="77"/>
                    <a:pt x="513" y="77"/>
                    <a:pt x="513" y="77"/>
                  </a:cubicBezTo>
                  <a:cubicBezTo>
                    <a:pt x="498" y="85"/>
                    <a:pt x="440" y="95"/>
                    <a:pt x="434" y="94"/>
                  </a:cubicBezTo>
                  <a:cubicBezTo>
                    <a:pt x="441" y="84"/>
                    <a:pt x="503" y="64"/>
                    <a:pt x="527" y="68"/>
                  </a:cubicBezTo>
                  <a:cubicBezTo>
                    <a:pt x="538" y="60"/>
                    <a:pt x="549" y="51"/>
                    <a:pt x="560" y="50"/>
                  </a:cubicBezTo>
                  <a:cubicBezTo>
                    <a:pt x="551" y="50"/>
                    <a:pt x="527" y="47"/>
                    <a:pt x="511" y="50"/>
                  </a:cubicBezTo>
                  <a:cubicBezTo>
                    <a:pt x="535" y="36"/>
                    <a:pt x="535" y="36"/>
                    <a:pt x="535" y="36"/>
                  </a:cubicBezTo>
                  <a:cubicBezTo>
                    <a:pt x="526" y="38"/>
                    <a:pt x="489" y="42"/>
                    <a:pt x="474" y="42"/>
                  </a:cubicBezTo>
                  <a:cubicBezTo>
                    <a:pt x="459" y="42"/>
                    <a:pt x="426" y="40"/>
                    <a:pt x="426" y="40"/>
                  </a:cubicBezTo>
                  <a:cubicBezTo>
                    <a:pt x="426" y="40"/>
                    <a:pt x="448" y="35"/>
                    <a:pt x="464" y="29"/>
                  </a:cubicBezTo>
                  <a:cubicBezTo>
                    <a:pt x="480" y="23"/>
                    <a:pt x="510" y="17"/>
                    <a:pt x="510" y="17"/>
                  </a:cubicBezTo>
                  <a:cubicBezTo>
                    <a:pt x="500" y="9"/>
                    <a:pt x="443" y="0"/>
                    <a:pt x="400" y="17"/>
                  </a:cubicBezTo>
                  <a:cubicBezTo>
                    <a:pt x="389" y="26"/>
                    <a:pt x="344" y="47"/>
                    <a:pt x="323" y="44"/>
                  </a:cubicBezTo>
                  <a:cubicBezTo>
                    <a:pt x="349" y="20"/>
                    <a:pt x="349" y="20"/>
                    <a:pt x="349" y="20"/>
                  </a:cubicBezTo>
                  <a:cubicBezTo>
                    <a:pt x="332" y="25"/>
                    <a:pt x="290" y="37"/>
                    <a:pt x="279" y="36"/>
                  </a:cubicBezTo>
                  <a:cubicBezTo>
                    <a:pt x="273" y="50"/>
                    <a:pt x="240" y="83"/>
                    <a:pt x="217" y="91"/>
                  </a:cubicBezTo>
                  <a:cubicBezTo>
                    <a:pt x="194" y="99"/>
                    <a:pt x="172" y="106"/>
                    <a:pt x="161" y="108"/>
                  </a:cubicBezTo>
                  <a:cubicBezTo>
                    <a:pt x="150" y="110"/>
                    <a:pt x="142" y="119"/>
                    <a:pt x="134" y="126"/>
                  </a:cubicBezTo>
                  <a:cubicBezTo>
                    <a:pt x="126" y="133"/>
                    <a:pt x="97" y="153"/>
                    <a:pt x="92" y="156"/>
                  </a:cubicBezTo>
                  <a:cubicBezTo>
                    <a:pt x="83" y="173"/>
                    <a:pt x="45" y="207"/>
                    <a:pt x="36" y="203"/>
                  </a:cubicBezTo>
                  <a:cubicBezTo>
                    <a:pt x="41" y="220"/>
                    <a:pt x="35" y="250"/>
                    <a:pt x="28" y="261"/>
                  </a:cubicBezTo>
                  <a:cubicBezTo>
                    <a:pt x="21" y="272"/>
                    <a:pt x="0" y="299"/>
                    <a:pt x="0" y="299"/>
                  </a:cubicBezTo>
                  <a:cubicBezTo>
                    <a:pt x="48" y="273"/>
                    <a:pt x="48" y="273"/>
                    <a:pt x="48" y="273"/>
                  </a:cubicBezTo>
                  <a:cubicBezTo>
                    <a:pt x="30" y="304"/>
                    <a:pt x="30" y="304"/>
                    <a:pt x="30" y="304"/>
                  </a:cubicBezTo>
                  <a:cubicBezTo>
                    <a:pt x="30" y="304"/>
                    <a:pt x="23" y="343"/>
                    <a:pt x="17" y="354"/>
                  </a:cubicBezTo>
                  <a:cubicBezTo>
                    <a:pt x="30" y="346"/>
                    <a:pt x="47" y="332"/>
                    <a:pt x="52" y="325"/>
                  </a:cubicBezTo>
                  <a:cubicBezTo>
                    <a:pt x="52" y="325"/>
                    <a:pt x="50" y="354"/>
                    <a:pt x="41" y="364"/>
                  </a:cubicBezTo>
                  <a:cubicBezTo>
                    <a:pt x="43" y="374"/>
                    <a:pt x="23" y="401"/>
                    <a:pt x="23" y="401"/>
                  </a:cubicBezTo>
                  <a:cubicBezTo>
                    <a:pt x="23" y="407"/>
                    <a:pt x="15" y="420"/>
                    <a:pt x="15" y="420"/>
                  </a:cubicBezTo>
                  <a:cubicBezTo>
                    <a:pt x="33" y="414"/>
                    <a:pt x="55" y="398"/>
                    <a:pt x="65" y="388"/>
                  </a:cubicBezTo>
                  <a:cubicBezTo>
                    <a:pt x="64" y="396"/>
                    <a:pt x="64" y="404"/>
                    <a:pt x="66" y="407"/>
                  </a:cubicBezTo>
                  <a:cubicBezTo>
                    <a:pt x="69" y="413"/>
                    <a:pt x="70" y="408"/>
                    <a:pt x="75" y="411"/>
                  </a:cubicBezTo>
                  <a:cubicBezTo>
                    <a:pt x="79" y="413"/>
                    <a:pt x="79" y="417"/>
                    <a:pt x="81" y="419"/>
                  </a:cubicBezTo>
                  <a:cubicBezTo>
                    <a:pt x="93" y="408"/>
                    <a:pt x="95" y="430"/>
                    <a:pt x="99" y="435"/>
                  </a:cubicBezTo>
                  <a:cubicBezTo>
                    <a:pt x="107" y="434"/>
                    <a:pt x="112" y="415"/>
                    <a:pt x="117" y="409"/>
                  </a:cubicBezTo>
                  <a:cubicBezTo>
                    <a:pt x="126" y="395"/>
                    <a:pt x="126" y="409"/>
                    <a:pt x="129" y="417"/>
                  </a:cubicBezTo>
                  <a:cubicBezTo>
                    <a:pt x="134" y="401"/>
                    <a:pt x="139" y="385"/>
                    <a:pt x="151" y="372"/>
                  </a:cubicBezTo>
                  <a:cubicBezTo>
                    <a:pt x="158" y="365"/>
                    <a:pt x="161" y="360"/>
                    <a:pt x="171" y="356"/>
                  </a:cubicBezTo>
                  <a:cubicBezTo>
                    <a:pt x="174" y="355"/>
                    <a:pt x="176" y="354"/>
                    <a:pt x="179" y="352"/>
                  </a:cubicBezTo>
                  <a:cubicBezTo>
                    <a:pt x="181" y="350"/>
                    <a:pt x="181" y="348"/>
                    <a:pt x="184" y="347"/>
                  </a:cubicBezTo>
                  <a:cubicBezTo>
                    <a:pt x="187" y="356"/>
                    <a:pt x="177" y="364"/>
                    <a:pt x="181" y="371"/>
                  </a:cubicBezTo>
                  <a:cubicBezTo>
                    <a:pt x="186" y="381"/>
                    <a:pt x="203" y="358"/>
                    <a:pt x="207" y="355"/>
                  </a:cubicBezTo>
                  <a:cubicBezTo>
                    <a:pt x="212" y="350"/>
                    <a:pt x="223" y="337"/>
                    <a:pt x="227" y="349"/>
                  </a:cubicBezTo>
                  <a:cubicBezTo>
                    <a:pt x="230" y="358"/>
                    <a:pt x="222" y="367"/>
                    <a:pt x="216" y="372"/>
                  </a:cubicBezTo>
                  <a:cubicBezTo>
                    <a:pt x="221" y="374"/>
                    <a:pt x="226" y="371"/>
                    <a:pt x="231" y="370"/>
                  </a:cubicBezTo>
                  <a:cubicBezTo>
                    <a:pt x="240" y="368"/>
                    <a:pt x="249" y="367"/>
                    <a:pt x="258" y="364"/>
                  </a:cubicBezTo>
                  <a:cubicBezTo>
                    <a:pt x="263" y="363"/>
                    <a:pt x="288" y="350"/>
                    <a:pt x="288" y="359"/>
                  </a:cubicBezTo>
                  <a:cubicBezTo>
                    <a:pt x="293" y="360"/>
                    <a:pt x="296" y="360"/>
                    <a:pt x="300" y="361"/>
                  </a:cubicBezTo>
                  <a:cubicBezTo>
                    <a:pt x="308" y="364"/>
                    <a:pt x="308" y="368"/>
                    <a:pt x="312" y="375"/>
                  </a:cubicBezTo>
                  <a:cubicBezTo>
                    <a:pt x="313" y="376"/>
                    <a:pt x="313" y="376"/>
                    <a:pt x="314" y="377"/>
                  </a:cubicBezTo>
                  <a:cubicBezTo>
                    <a:pt x="315" y="380"/>
                    <a:pt x="314" y="383"/>
                    <a:pt x="315" y="385"/>
                  </a:cubicBezTo>
                  <a:cubicBezTo>
                    <a:pt x="314" y="385"/>
                    <a:pt x="314" y="385"/>
                    <a:pt x="314" y="385"/>
                  </a:cubicBezTo>
                  <a:cubicBezTo>
                    <a:pt x="314" y="392"/>
                    <a:pt x="313" y="398"/>
                    <a:pt x="312" y="405"/>
                  </a:cubicBezTo>
                  <a:cubicBezTo>
                    <a:pt x="311" y="412"/>
                    <a:pt x="308" y="418"/>
                    <a:pt x="309" y="424"/>
                  </a:cubicBezTo>
                  <a:cubicBezTo>
                    <a:pt x="317" y="426"/>
                    <a:pt x="316" y="414"/>
                    <a:pt x="320" y="413"/>
                  </a:cubicBezTo>
                  <a:cubicBezTo>
                    <a:pt x="326" y="411"/>
                    <a:pt x="323" y="422"/>
                    <a:pt x="323" y="425"/>
                  </a:cubicBezTo>
                  <a:cubicBezTo>
                    <a:pt x="322" y="431"/>
                    <a:pt x="322" y="437"/>
                    <a:pt x="321" y="443"/>
                  </a:cubicBezTo>
                  <a:cubicBezTo>
                    <a:pt x="321" y="445"/>
                    <a:pt x="321" y="448"/>
                    <a:pt x="321" y="450"/>
                  </a:cubicBezTo>
                  <a:cubicBezTo>
                    <a:pt x="320" y="453"/>
                    <a:pt x="319" y="453"/>
                    <a:pt x="317" y="456"/>
                  </a:cubicBezTo>
                  <a:cubicBezTo>
                    <a:pt x="313" y="463"/>
                    <a:pt x="319" y="466"/>
                    <a:pt x="325" y="467"/>
                  </a:cubicBezTo>
                  <a:cubicBezTo>
                    <a:pt x="328" y="468"/>
                    <a:pt x="332" y="467"/>
                    <a:pt x="335" y="468"/>
                  </a:cubicBezTo>
                  <a:cubicBezTo>
                    <a:pt x="337" y="469"/>
                    <a:pt x="337" y="472"/>
                    <a:pt x="342" y="472"/>
                  </a:cubicBezTo>
                  <a:cubicBezTo>
                    <a:pt x="345" y="471"/>
                    <a:pt x="348" y="470"/>
                    <a:pt x="350" y="467"/>
                  </a:cubicBezTo>
                  <a:cubicBezTo>
                    <a:pt x="351" y="468"/>
                    <a:pt x="353" y="468"/>
                    <a:pt x="354" y="468"/>
                  </a:cubicBezTo>
                  <a:cubicBezTo>
                    <a:pt x="357" y="469"/>
                    <a:pt x="358" y="471"/>
                    <a:pt x="360" y="472"/>
                  </a:cubicBezTo>
                  <a:cubicBezTo>
                    <a:pt x="364" y="474"/>
                    <a:pt x="369" y="474"/>
                    <a:pt x="373" y="471"/>
                  </a:cubicBezTo>
                  <a:cubicBezTo>
                    <a:pt x="376" y="468"/>
                    <a:pt x="376" y="462"/>
                    <a:pt x="373" y="458"/>
                  </a:cubicBezTo>
                  <a:cubicBezTo>
                    <a:pt x="371" y="452"/>
                    <a:pt x="367" y="454"/>
                    <a:pt x="369" y="446"/>
                  </a:cubicBezTo>
                  <a:cubicBezTo>
                    <a:pt x="369" y="442"/>
                    <a:pt x="370" y="439"/>
                    <a:pt x="372" y="435"/>
                  </a:cubicBezTo>
                  <a:cubicBezTo>
                    <a:pt x="377" y="427"/>
                    <a:pt x="379" y="420"/>
                    <a:pt x="381" y="411"/>
                  </a:cubicBezTo>
                  <a:cubicBezTo>
                    <a:pt x="381" y="407"/>
                    <a:pt x="383" y="404"/>
                    <a:pt x="384" y="401"/>
                  </a:cubicBezTo>
                  <a:cubicBezTo>
                    <a:pt x="386" y="398"/>
                    <a:pt x="388" y="395"/>
                    <a:pt x="390" y="391"/>
                  </a:cubicBezTo>
                  <a:cubicBezTo>
                    <a:pt x="390" y="390"/>
                    <a:pt x="390" y="389"/>
                    <a:pt x="391" y="388"/>
                  </a:cubicBezTo>
                  <a:cubicBezTo>
                    <a:pt x="391" y="388"/>
                    <a:pt x="391" y="388"/>
                    <a:pt x="391" y="388"/>
                  </a:cubicBezTo>
                  <a:cubicBezTo>
                    <a:pt x="394" y="382"/>
                    <a:pt x="396" y="376"/>
                    <a:pt x="398" y="371"/>
                  </a:cubicBezTo>
                  <a:cubicBezTo>
                    <a:pt x="400" y="366"/>
                    <a:pt x="403" y="359"/>
                    <a:pt x="404" y="353"/>
                  </a:cubicBezTo>
                  <a:cubicBezTo>
                    <a:pt x="404" y="353"/>
                    <a:pt x="404" y="353"/>
                    <a:pt x="404" y="353"/>
                  </a:cubicBezTo>
                  <a:cubicBezTo>
                    <a:pt x="408" y="345"/>
                    <a:pt x="413" y="338"/>
                    <a:pt x="419" y="331"/>
                  </a:cubicBezTo>
                  <a:cubicBezTo>
                    <a:pt x="425" y="326"/>
                    <a:pt x="429" y="328"/>
                    <a:pt x="436" y="325"/>
                  </a:cubicBezTo>
                  <a:cubicBezTo>
                    <a:pt x="442" y="323"/>
                    <a:pt x="443" y="318"/>
                    <a:pt x="447" y="313"/>
                  </a:cubicBezTo>
                  <a:cubicBezTo>
                    <a:pt x="451" y="309"/>
                    <a:pt x="456" y="306"/>
                    <a:pt x="460" y="301"/>
                  </a:cubicBezTo>
                  <a:cubicBezTo>
                    <a:pt x="465" y="295"/>
                    <a:pt x="466" y="296"/>
                    <a:pt x="473" y="294"/>
                  </a:cubicBezTo>
                  <a:cubicBezTo>
                    <a:pt x="482" y="291"/>
                    <a:pt x="488" y="276"/>
                    <a:pt x="491" y="267"/>
                  </a:cubicBezTo>
                  <a:cubicBezTo>
                    <a:pt x="494" y="253"/>
                    <a:pt x="491" y="237"/>
                    <a:pt x="491" y="223"/>
                  </a:cubicBezTo>
                  <a:cubicBezTo>
                    <a:pt x="492" y="208"/>
                    <a:pt x="500" y="204"/>
                    <a:pt x="511" y="198"/>
                  </a:cubicBezTo>
                  <a:cubicBezTo>
                    <a:pt x="517" y="195"/>
                    <a:pt x="523" y="193"/>
                    <a:pt x="529" y="190"/>
                  </a:cubicBezTo>
                  <a:cubicBezTo>
                    <a:pt x="536" y="187"/>
                    <a:pt x="547" y="187"/>
                    <a:pt x="551" y="183"/>
                  </a:cubicBezTo>
                  <a:cubicBezTo>
                    <a:pt x="546" y="180"/>
                    <a:pt x="539" y="181"/>
                    <a:pt x="533" y="180"/>
                  </a:cubicBezTo>
                  <a:cubicBezTo>
                    <a:pt x="526" y="179"/>
                    <a:pt x="519" y="179"/>
                    <a:pt x="512" y="179"/>
                  </a:cubicBezTo>
                  <a:cubicBezTo>
                    <a:pt x="505" y="180"/>
                    <a:pt x="497" y="180"/>
                    <a:pt x="490" y="181"/>
                  </a:cubicBezTo>
                  <a:cubicBezTo>
                    <a:pt x="486" y="181"/>
                    <a:pt x="481" y="183"/>
                    <a:pt x="475" y="184"/>
                  </a:cubicBezTo>
                  <a:cubicBezTo>
                    <a:pt x="477" y="182"/>
                    <a:pt x="479" y="181"/>
                    <a:pt x="481" y="180"/>
                  </a:cubicBezTo>
                  <a:cubicBezTo>
                    <a:pt x="483" y="178"/>
                    <a:pt x="490" y="174"/>
                    <a:pt x="493" y="171"/>
                  </a:cubicBezTo>
                  <a:cubicBezTo>
                    <a:pt x="494" y="171"/>
                    <a:pt x="495" y="170"/>
                    <a:pt x="496" y="170"/>
                  </a:cubicBezTo>
                  <a:cubicBezTo>
                    <a:pt x="509" y="161"/>
                    <a:pt x="542" y="145"/>
                    <a:pt x="570" y="148"/>
                  </a:cubicBezTo>
                  <a:cubicBezTo>
                    <a:pt x="579" y="138"/>
                    <a:pt x="607" y="132"/>
                    <a:pt x="623" y="136"/>
                  </a:cubicBezTo>
                  <a:close/>
                  <a:moveTo>
                    <a:pt x="47" y="364"/>
                  </a:moveTo>
                  <a:cubicBezTo>
                    <a:pt x="47" y="364"/>
                    <a:pt x="47" y="364"/>
                    <a:pt x="47" y="364"/>
                  </a:cubicBezTo>
                  <a:cubicBezTo>
                    <a:pt x="47" y="364"/>
                    <a:pt x="47" y="364"/>
                    <a:pt x="47" y="363"/>
                  </a:cubicBezTo>
                  <a:cubicBezTo>
                    <a:pt x="47" y="364"/>
                    <a:pt x="47" y="364"/>
                    <a:pt x="47" y="364"/>
                  </a:cubicBezTo>
                  <a:close/>
                  <a:moveTo>
                    <a:pt x="494" y="165"/>
                  </a:moveTo>
                  <a:cubicBezTo>
                    <a:pt x="494" y="165"/>
                    <a:pt x="493" y="165"/>
                    <a:pt x="493" y="165"/>
                  </a:cubicBezTo>
                  <a:cubicBezTo>
                    <a:pt x="492" y="165"/>
                    <a:pt x="492" y="165"/>
                    <a:pt x="492" y="165"/>
                  </a:cubicBezTo>
                  <a:cubicBezTo>
                    <a:pt x="491" y="165"/>
                    <a:pt x="489" y="166"/>
                    <a:pt x="488" y="167"/>
                  </a:cubicBezTo>
                  <a:cubicBezTo>
                    <a:pt x="486" y="169"/>
                    <a:pt x="482" y="172"/>
                    <a:pt x="480" y="173"/>
                  </a:cubicBezTo>
                  <a:cubicBezTo>
                    <a:pt x="477" y="175"/>
                    <a:pt x="477" y="175"/>
                    <a:pt x="477" y="175"/>
                  </a:cubicBezTo>
                  <a:cubicBezTo>
                    <a:pt x="471" y="179"/>
                    <a:pt x="471" y="179"/>
                    <a:pt x="471" y="179"/>
                  </a:cubicBezTo>
                  <a:cubicBezTo>
                    <a:pt x="470" y="181"/>
                    <a:pt x="469" y="182"/>
                    <a:pt x="469" y="184"/>
                  </a:cubicBezTo>
                  <a:cubicBezTo>
                    <a:pt x="469" y="185"/>
                    <a:pt x="469" y="186"/>
                    <a:pt x="470" y="187"/>
                  </a:cubicBezTo>
                  <a:cubicBezTo>
                    <a:pt x="471" y="189"/>
                    <a:pt x="473" y="190"/>
                    <a:pt x="476" y="190"/>
                  </a:cubicBezTo>
                  <a:cubicBezTo>
                    <a:pt x="485" y="188"/>
                    <a:pt x="485" y="188"/>
                    <a:pt x="485" y="188"/>
                  </a:cubicBezTo>
                  <a:cubicBezTo>
                    <a:pt x="491" y="187"/>
                    <a:pt x="491" y="187"/>
                    <a:pt x="491" y="187"/>
                  </a:cubicBezTo>
                  <a:cubicBezTo>
                    <a:pt x="505" y="186"/>
                    <a:pt x="505" y="186"/>
                    <a:pt x="505" y="186"/>
                  </a:cubicBezTo>
                  <a:cubicBezTo>
                    <a:pt x="512" y="185"/>
                    <a:pt x="512" y="185"/>
                    <a:pt x="512" y="185"/>
                  </a:cubicBezTo>
                  <a:cubicBezTo>
                    <a:pt x="517" y="185"/>
                    <a:pt x="521" y="185"/>
                    <a:pt x="525" y="185"/>
                  </a:cubicBezTo>
                  <a:cubicBezTo>
                    <a:pt x="524" y="186"/>
                    <a:pt x="522" y="187"/>
                    <a:pt x="522" y="187"/>
                  </a:cubicBezTo>
                  <a:cubicBezTo>
                    <a:pt x="509" y="193"/>
                    <a:pt x="509" y="193"/>
                    <a:pt x="509" y="193"/>
                  </a:cubicBezTo>
                  <a:cubicBezTo>
                    <a:pt x="496" y="199"/>
                    <a:pt x="486" y="205"/>
                    <a:pt x="485" y="223"/>
                  </a:cubicBezTo>
                  <a:cubicBezTo>
                    <a:pt x="486" y="239"/>
                    <a:pt x="486" y="239"/>
                    <a:pt x="486" y="239"/>
                  </a:cubicBezTo>
                  <a:cubicBezTo>
                    <a:pt x="486" y="243"/>
                    <a:pt x="486" y="248"/>
                    <a:pt x="486" y="252"/>
                  </a:cubicBezTo>
                  <a:cubicBezTo>
                    <a:pt x="486" y="256"/>
                    <a:pt x="486" y="261"/>
                    <a:pt x="485" y="266"/>
                  </a:cubicBezTo>
                  <a:cubicBezTo>
                    <a:pt x="483" y="275"/>
                    <a:pt x="477" y="287"/>
                    <a:pt x="471" y="288"/>
                  </a:cubicBezTo>
                  <a:cubicBezTo>
                    <a:pt x="468" y="289"/>
                    <a:pt x="468" y="289"/>
                    <a:pt x="468" y="289"/>
                  </a:cubicBezTo>
                  <a:cubicBezTo>
                    <a:pt x="463" y="291"/>
                    <a:pt x="460" y="292"/>
                    <a:pt x="455" y="298"/>
                  </a:cubicBezTo>
                  <a:cubicBezTo>
                    <a:pt x="450" y="302"/>
                    <a:pt x="450" y="302"/>
                    <a:pt x="450" y="302"/>
                  </a:cubicBezTo>
                  <a:cubicBezTo>
                    <a:pt x="448" y="304"/>
                    <a:pt x="445" y="306"/>
                    <a:pt x="443" y="309"/>
                  </a:cubicBezTo>
                  <a:cubicBezTo>
                    <a:pt x="439" y="314"/>
                    <a:pt x="439" y="314"/>
                    <a:pt x="439" y="314"/>
                  </a:cubicBezTo>
                  <a:cubicBezTo>
                    <a:pt x="437" y="317"/>
                    <a:pt x="436" y="319"/>
                    <a:pt x="434" y="320"/>
                  </a:cubicBezTo>
                  <a:cubicBezTo>
                    <a:pt x="429" y="321"/>
                    <a:pt x="429" y="321"/>
                    <a:pt x="429" y="321"/>
                  </a:cubicBezTo>
                  <a:cubicBezTo>
                    <a:pt x="425" y="321"/>
                    <a:pt x="420" y="322"/>
                    <a:pt x="415" y="327"/>
                  </a:cubicBezTo>
                  <a:cubicBezTo>
                    <a:pt x="409" y="333"/>
                    <a:pt x="404" y="341"/>
                    <a:pt x="399" y="350"/>
                  </a:cubicBezTo>
                  <a:cubicBezTo>
                    <a:pt x="399" y="351"/>
                    <a:pt x="398" y="352"/>
                    <a:pt x="398" y="353"/>
                  </a:cubicBezTo>
                  <a:cubicBezTo>
                    <a:pt x="398" y="356"/>
                    <a:pt x="396" y="360"/>
                    <a:pt x="395" y="363"/>
                  </a:cubicBezTo>
                  <a:cubicBezTo>
                    <a:pt x="393" y="369"/>
                    <a:pt x="393" y="369"/>
                    <a:pt x="393" y="369"/>
                  </a:cubicBezTo>
                  <a:cubicBezTo>
                    <a:pt x="391" y="374"/>
                    <a:pt x="389" y="380"/>
                    <a:pt x="386" y="385"/>
                  </a:cubicBezTo>
                  <a:cubicBezTo>
                    <a:pt x="386" y="385"/>
                    <a:pt x="385" y="385"/>
                    <a:pt x="385" y="386"/>
                  </a:cubicBezTo>
                  <a:cubicBezTo>
                    <a:pt x="384" y="389"/>
                    <a:pt x="384" y="389"/>
                    <a:pt x="384" y="389"/>
                  </a:cubicBezTo>
                  <a:cubicBezTo>
                    <a:pt x="383" y="392"/>
                    <a:pt x="382" y="394"/>
                    <a:pt x="380" y="397"/>
                  </a:cubicBezTo>
                  <a:cubicBezTo>
                    <a:pt x="379" y="397"/>
                    <a:pt x="379" y="398"/>
                    <a:pt x="378" y="398"/>
                  </a:cubicBezTo>
                  <a:cubicBezTo>
                    <a:pt x="377" y="402"/>
                    <a:pt x="375" y="406"/>
                    <a:pt x="375" y="410"/>
                  </a:cubicBezTo>
                  <a:cubicBezTo>
                    <a:pt x="373" y="418"/>
                    <a:pt x="372" y="425"/>
                    <a:pt x="367" y="432"/>
                  </a:cubicBezTo>
                  <a:cubicBezTo>
                    <a:pt x="364" y="437"/>
                    <a:pt x="363" y="441"/>
                    <a:pt x="363" y="445"/>
                  </a:cubicBezTo>
                  <a:cubicBezTo>
                    <a:pt x="362" y="446"/>
                    <a:pt x="362" y="448"/>
                    <a:pt x="362" y="449"/>
                  </a:cubicBezTo>
                  <a:cubicBezTo>
                    <a:pt x="362" y="453"/>
                    <a:pt x="364" y="455"/>
                    <a:pt x="366" y="458"/>
                  </a:cubicBezTo>
                  <a:cubicBezTo>
                    <a:pt x="367" y="459"/>
                    <a:pt x="367" y="459"/>
                    <a:pt x="368" y="461"/>
                  </a:cubicBezTo>
                  <a:cubicBezTo>
                    <a:pt x="369" y="463"/>
                    <a:pt x="369" y="464"/>
                    <a:pt x="369" y="465"/>
                  </a:cubicBezTo>
                  <a:cubicBezTo>
                    <a:pt x="369" y="466"/>
                    <a:pt x="369" y="466"/>
                    <a:pt x="369" y="466"/>
                  </a:cubicBezTo>
                  <a:cubicBezTo>
                    <a:pt x="367" y="467"/>
                    <a:pt x="364" y="467"/>
                    <a:pt x="363" y="467"/>
                  </a:cubicBezTo>
                  <a:cubicBezTo>
                    <a:pt x="363" y="467"/>
                    <a:pt x="362" y="466"/>
                    <a:pt x="362" y="466"/>
                  </a:cubicBezTo>
                  <a:cubicBezTo>
                    <a:pt x="356" y="462"/>
                    <a:pt x="356" y="462"/>
                    <a:pt x="356" y="462"/>
                  </a:cubicBezTo>
                  <a:cubicBezTo>
                    <a:pt x="356" y="462"/>
                    <a:pt x="352" y="462"/>
                    <a:pt x="352" y="462"/>
                  </a:cubicBezTo>
                  <a:cubicBezTo>
                    <a:pt x="351" y="461"/>
                    <a:pt x="351" y="461"/>
                    <a:pt x="351" y="461"/>
                  </a:cubicBezTo>
                  <a:cubicBezTo>
                    <a:pt x="349" y="461"/>
                    <a:pt x="347" y="462"/>
                    <a:pt x="346" y="463"/>
                  </a:cubicBezTo>
                  <a:cubicBezTo>
                    <a:pt x="344" y="465"/>
                    <a:pt x="343" y="465"/>
                    <a:pt x="341" y="466"/>
                  </a:cubicBezTo>
                  <a:cubicBezTo>
                    <a:pt x="341" y="465"/>
                    <a:pt x="337" y="463"/>
                    <a:pt x="337" y="463"/>
                  </a:cubicBezTo>
                  <a:cubicBezTo>
                    <a:pt x="334" y="461"/>
                    <a:pt x="331" y="461"/>
                    <a:pt x="329" y="461"/>
                  </a:cubicBezTo>
                  <a:cubicBezTo>
                    <a:pt x="326" y="461"/>
                    <a:pt x="326" y="461"/>
                    <a:pt x="326" y="461"/>
                  </a:cubicBezTo>
                  <a:cubicBezTo>
                    <a:pt x="324" y="461"/>
                    <a:pt x="323" y="460"/>
                    <a:pt x="322" y="460"/>
                  </a:cubicBezTo>
                  <a:cubicBezTo>
                    <a:pt x="322" y="460"/>
                    <a:pt x="322" y="459"/>
                    <a:pt x="322" y="459"/>
                  </a:cubicBezTo>
                  <a:cubicBezTo>
                    <a:pt x="324" y="458"/>
                    <a:pt x="324" y="458"/>
                    <a:pt x="324" y="458"/>
                  </a:cubicBezTo>
                  <a:cubicBezTo>
                    <a:pt x="325" y="456"/>
                    <a:pt x="326" y="455"/>
                    <a:pt x="327" y="451"/>
                  </a:cubicBezTo>
                  <a:cubicBezTo>
                    <a:pt x="327" y="451"/>
                    <a:pt x="327" y="446"/>
                    <a:pt x="327" y="446"/>
                  </a:cubicBezTo>
                  <a:cubicBezTo>
                    <a:pt x="327" y="444"/>
                    <a:pt x="327" y="444"/>
                    <a:pt x="327" y="444"/>
                  </a:cubicBezTo>
                  <a:cubicBezTo>
                    <a:pt x="327" y="444"/>
                    <a:pt x="328" y="434"/>
                    <a:pt x="328" y="434"/>
                  </a:cubicBezTo>
                  <a:cubicBezTo>
                    <a:pt x="329" y="426"/>
                    <a:pt x="329" y="426"/>
                    <a:pt x="329" y="426"/>
                  </a:cubicBezTo>
                  <a:cubicBezTo>
                    <a:pt x="329" y="424"/>
                    <a:pt x="329" y="424"/>
                    <a:pt x="329" y="424"/>
                  </a:cubicBezTo>
                  <a:cubicBezTo>
                    <a:pt x="329" y="422"/>
                    <a:pt x="330" y="420"/>
                    <a:pt x="330" y="417"/>
                  </a:cubicBezTo>
                  <a:cubicBezTo>
                    <a:pt x="330" y="414"/>
                    <a:pt x="329" y="411"/>
                    <a:pt x="327" y="409"/>
                  </a:cubicBezTo>
                  <a:cubicBezTo>
                    <a:pt x="325" y="408"/>
                    <a:pt x="323" y="406"/>
                    <a:pt x="318" y="407"/>
                  </a:cubicBezTo>
                  <a:cubicBezTo>
                    <a:pt x="318" y="407"/>
                    <a:pt x="318" y="407"/>
                    <a:pt x="318" y="407"/>
                  </a:cubicBezTo>
                  <a:cubicBezTo>
                    <a:pt x="318" y="407"/>
                    <a:pt x="318" y="406"/>
                    <a:pt x="318" y="406"/>
                  </a:cubicBezTo>
                  <a:cubicBezTo>
                    <a:pt x="318" y="406"/>
                    <a:pt x="320" y="393"/>
                    <a:pt x="320" y="393"/>
                  </a:cubicBezTo>
                  <a:cubicBezTo>
                    <a:pt x="320" y="386"/>
                    <a:pt x="320" y="386"/>
                    <a:pt x="320" y="386"/>
                  </a:cubicBezTo>
                  <a:cubicBezTo>
                    <a:pt x="320" y="385"/>
                    <a:pt x="321" y="385"/>
                    <a:pt x="321" y="385"/>
                  </a:cubicBezTo>
                  <a:cubicBezTo>
                    <a:pt x="321" y="385"/>
                    <a:pt x="321" y="382"/>
                    <a:pt x="321" y="382"/>
                  </a:cubicBezTo>
                  <a:cubicBezTo>
                    <a:pt x="320" y="376"/>
                    <a:pt x="320" y="376"/>
                    <a:pt x="320" y="376"/>
                  </a:cubicBezTo>
                  <a:cubicBezTo>
                    <a:pt x="320" y="374"/>
                    <a:pt x="319" y="374"/>
                    <a:pt x="318" y="373"/>
                  </a:cubicBezTo>
                  <a:cubicBezTo>
                    <a:pt x="317" y="372"/>
                    <a:pt x="317" y="372"/>
                    <a:pt x="317" y="372"/>
                  </a:cubicBezTo>
                  <a:cubicBezTo>
                    <a:pt x="317" y="372"/>
                    <a:pt x="315" y="368"/>
                    <a:pt x="315" y="368"/>
                  </a:cubicBezTo>
                  <a:cubicBezTo>
                    <a:pt x="313" y="363"/>
                    <a:pt x="310" y="359"/>
                    <a:pt x="302" y="356"/>
                  </a:cubicBezTo>
                  <a:cubicBezTo>
                    <a:pt x="302" y="356"/>
                    <a:pt x="294" y="354"/>
                    <a:pt x="294" y="354"/>
                  </a:cubicBezTo>
                  <a:cubicBezTo>
                    <a:pt x="294" y="354"/>
                    <a:pt x="293" y="354"/>
                    <a:pt x="292" y="354"/>
                  </a:cubicBezTo>
                  <a:cubicBezTo>
                    <a:pt x="292" y="353"/>
                    <a:pt x="291" y="352"/>
                    <a:pt x="290" y="352"/>
                  </a:cubicBezTo>
                  <a:cubicBezTo>
                    <a:pt x="284" y="348"/>
                    <a:pt x="274" y="351"/>
                    <a:pt x="261" y="356"/>
                  </a:cubicBezTo>
                  <a:cubicBezTo>
                    <a:pt x="256" y="358"/>
                    <a:pt x="256" y="358"/>
                    <a:pt x="256" y="358"/>
                  </a:cubicBezTo>
                  <a:cubicBezTo>
                    <a:pt x="242" y="362"/>
                    <a:pt x="242" y="362"/>
                    <a:pt x="242" y="362"/>
                  </a:cubicBezTo>
                  <a:cubicBezTo>
                    <a:pt x="242" y="362"/>
                    <a:pt x="232" y="364"/>
                    <a:pt x="231" y="364"/>
                  </a:cubicBezTo>
                  <a:cubicBezTo>
                    <a:pt x="233" y="360"/>
                    <a:pt x="234" y="357"/>
                    <a:pt x="234" y="353"/>
                  </a:cubicBezTo>
                  <a:cubicBezTo>
                    <a:pt x="234" y="351"/>
                    <a:pt x="234" y="349"/>
                    <a:pt x="233" y="347"/>
                  </a:cubicBezTo>
                  <a:cubicBezTo>
                    <a:pt x="231" y="341"/>
                    <a:pt x="227" y="339"/>
                    <a:pt x="225" y="338"/>
                  </a:cubicBezTo>
                  <a:cubicBezTo>
                    <a:pt x="217" y="337"/>
                    <a:pt x="210" y="343"/>
                    <a:pt x="205" y="348"/>
                  </a:cubicBezTo>
                  <a:cubicBezTo>
                    <a:pt x="203" y="350"/>
                    <a:pt x="203" y="350"/>
                    <a:pt x="203" y="350"/>
                  </a:cubicBezTo>
                  <a:cubicBezTo>
                    <a:pt x="198" y="355"/>
                    <a:pt x="198" y="355"/>
                    <a:pt x="198" y="355"/>
                  </a:cubicBezTo>
                  <a:cubicBezTo>
                    <a:pt x="196" y="358"/>
                    <a:pt x="190" y="365"/>
                    <a:pt x="186" y="367"/>
                  </a:cubicBezTo>
                  <a:cubicBezTo>
                    <a:pt x="186" y="365"/>
                    <a:pt x="187" y="364"/>
                    <a:pt x="188" y="362"/>
                  </a:cubicBezTo>
                  <a:cubicBezTo>
                    <a:pt x="189" y="359"/>
                    <a:pt x="191" y="355"/>
                    <a:pt x="191" y="351"/>
                  </a:cubicBezTo>
                  <a:cubicBezTo>
                    <a:pt x="191" y="349"/>
                    <a:pt x="190" y="347"/>
                    <a:pt x="190" y="345"/>
                  </a:cubicBezTo>
                  <a:cubicBezTo>
                    <a:pt x="188" y="342"/>
                    <a:pt x="186" y="341"/>
                    <a:pt x="183" y="341"/>
                  </a:cubicBezTo>
                  <a:cubicBezTo>
                    <a:pt x="178" y="342"/>
                    <a:pt x="177" y="345"/>
                    <a:pt x="176" y="346"/>
                  </a:cubicBezTo>
                  <a:cubicBezTo>
                    <a:pt x="175" y="347"/>
                    <a:pt x="175" y="347"/>
                    <a:pt x="175" y="347"/>
                  </a:cubicBezTo>
                  <a:cubicBezTo>
                    <a:pt x="173" y="349"/>
                    <a:pt x="171" y="349"/>
                    <a:pt x="168" y="351"/>
                  </a:cubicBezTo>
                  <a:cubicBezTo>
                    <a:pt x="159" y="354"/>
                    <a:pt x="155" y="359"/>
                    <a:pt x="150" y="364"/>
                  </a:cubicBezTo>
                  <a:cubicBezTo>
                    <a:pt x="147" y="368"/>
                    <a:pt x="147" y="368"/>
                    <a:pt x="147" y="368"/>
                  </a:cubicBezTo>
                  <a:cubicBezTo>
                    <a:pt x="138" y="377"/>
                    <a:pt x="133" y="388"/>
                    <a:pt x="129" y="400"/>
                  </a:cubicBezTo>
                  <a:cubicBezTo>
                    <a:pt x="127" y="398"/>
                    <a:pt x="126" y="397"/>
                    <a:pt x="124" y="397"/>
                  </a:cubicBezTo>
                  <a:cubicBezTo>
                    <a:pt x="118" y="396"/>
                    <a:pt x="114" y="402"/>
                    <a:pt x="112" y="405"/>
                  </a:cubicBezTo>
                  <a:cubicBezTo>
                    <a:pt x="107" y="415"/>
                    <a:pt x="107" y="415"/>
                    <a:pt x="107" y="415"/>
                  </a:cubicBezTo>
                  <a:cubicBezTo>
                    <a:pt x="106" y="417"/>
                    <a:pt x="103" y="422"/>
                    <a:pt x="101" y="425"/>
                  </a:cubicBezTo>
                  <a:cubicBezTo>
                    <a:pt x="99" y="419"/>
                    <a:pt x="96" y="412"/>
                    <a:pt x="90" y="411"/>
                  </a:cubicBezTo>
                  <a:cubicBezTo>
                    <a:pt x="88" y="410"/>
                    <a:pt x="86" y="410"/>
                    <a:pt x="84" y="411"/>
                  </a:cubicBezTo>
                  <a:cubicBezTo>
                    <a:pt x="83" y="409"/>
                    <a:pt x="81" y="407"/>
                    <a:pt x="78" y="405"/>
                  </a:cubicBezTo>
                  <a:cubicBezTo>
                    <a:pt x="75" y="404"/>
                    <a:pt x="73" y="404"/>
                    <a:pt x="71" y="404"/>
                  </a:cubicBezTo>
                  <a:cubicBezTo>
                    <a:pt x="71" y="403"/>
                    <a:pt x="70" y="401"/>
                    <a:pt x="70" y="397"/>
                  </a:cubicBezTo>
                  <a:cubicBezTo>
                    <a:pt x="70" y="395"/>
                    <a:pt x="71" y="392"/>
                    <a:pt x="71" y="389"/>
                  </a:cubicBezTo>
                  <a:cubicBezTo>
                    <a:pt x="71" y="388"/>
                    <a:pt x="71" y="388"/>
                    <a:pt x="71" y="388"/>
                  </a:cubicBezTo>
                  <a:cubicBezTo>
                    <a:pt x="71" y="386"/>
                    <a:pt x="70" y="384"/>
                    <a:pt x="68" y="383"/>
                  </a:cubicBezTo>
                  <a:cubicBezTo>
                    <a:pt x="65" y="382"/>
                    <a:pt x="62" y="382"/>
                    <a:pt x="61" y="384"/>
                  </a:cubicBezTo>
                  <a:cubicBezTo>
                    <a:pt x="54" y="391"/>
                    <a:pt x="41" y="400"/>
                    <a:pt x="28" y="407"/>
                  </a:cubicBezTo>
                  <a:cubicBezTo>
                    <a:pt x="29" y="406"/>
                    <a:pt x="29" y="405"/>
                    <a:pt x="29" y="404"/>
                  </a:cubicBezTo>
                  <a:cubicBezTo>
                    <a:pt x="34" y="397"/>
                    <a:pt x="47" y="378"/>
                    <a:pt x="48" y="366"/>
                  </a:cubicBezTo>
                  <a:cubicBezTo>
                    <a:pt x="56" y="354"/>
                    <a:pt x="58" y="329"/>
                    <a:pt x="58" y="326"/>
                  </a:cubicBezTo>
                  <a:cubicBezTo>
                    <a:pt x="58" y="326"/>
                    <a:pt x="58" y="326"/>
                    <a:pt x="58" y="325"/>
                  </a:cubicBezTo>
                  <a:cubicBezTo>
                    <a:pt x="58" y="323"/>
                    <a:pt x="57" y="321"/>
                    <a:pt x="54" y="320"/>
                  </a:cubicBezTo>
                  <a:cubicBezTo>
                    <a:pt x="52" y="319"/>
                    <a:pt x="49" y="320"/>
                    <a:pt x="48" y="322"/>
                  </a:cubicBezTo>
                  <a:cubicBezTo>
                    <a:pt x="45" y="326"/>
                    <a:pt x="37" y="333"/>
                    <a:pt x="29" y="339"/>
                  </a:cubicBezTo>
                  <a:cubicBezTo>
                    <a:pt x="33" y="326"/>
                    <a:pt x="35" y="311"/>
                    <a:pt x="36" y="307"/>
                  </a:cubicBezTo>
                  <a:cubicBezTo>
                    <a:pt x="37" y="305"/>
                    <a:pt x="54" y="276"/>
                    <a:pt x="54" y="276"/>
                  </a:cubicBezTo>
                  <a:cubicBezTo>
                    <a:pt x="54" y="276"/>
                    <a:pt x="54" y="274"/>
                    <a:pt x="54" y="273"/>
                  </a:cubicBezTo>
                  <a:cubicBezTo>
                    <a:pt x="54" y="272"/>
                    <a:pt x="54" y="270"/>
                    <a:pt x="53" y="269"/>
                  </a:cubicBezTo>
                  <a:cubicBezTo>
                    <a:pt x="51" y="267"/>
                    <a:pt x="48" y="267"/>
                    <a:pt x="46" y="268"/>
                  </a:cubicBezTo>
                  <a:cubicBezTo>
                    <a:pt x="46" y="268"/>
                    <a:pt x="34" y="275"/>
                    <a:pt x="22" y="281"/>
                  </a:cubicBezTo>
                  <a:cubicBezTo>
                    <a:pt x="27" y="275"/>
                    <a:pt x="31" y="269"/>
                    <a:pt x="34" y="265"/>
                  </a:cubicBezTo>
                  <a:cubicBezTo>
                    <a:pt x="39" y="256"/>
                    <a:pt x="44" y="236"/>
                    <a:pt x="44" y="219"/>
                  </a:cubicBezTo>
                  <a:cubicBezTo>
                    <a:pt x="44" y="215"/>
                    <a:pt x="44" y="212"/>
                    <a:pt x="44" y="208"/>
                  </a:cubicBezTo>
                  <a:cubicBezTo>
                    <a:pt x="61" y="203"/>
                    <a:pt x="89" y="174"/>
                    <a:pt x="97" y="161"/>
                  </a:cubicBezTo>
                  <a:cubicBezTo>
                    <a:pt x="104" y="156"/>
                    <a:pt x="131" y="138"/>
                    <a:pt x="138" y="131"/>
                  </a:cubicBezTo>
                  <a:cubicBezTo>
                    <a:pt x="143" y="127"/>
                    <a:pt x="143" y="127"/>
                    <a:pt x="143" y="127"/>
                  </a:cubicBezTo>
                  <a:cubicBezTo>
                    <a:pt x="149" y="121"/>
                    <a:pt x="155" y="116"/>
                    <a:pt x="163" y="114"/>
                  </a:cubicBezTo>
                  <a:cubicBezTo>
                    <a:pt x="175" y="112"/>
                    <a:pt x="200" y="104"/>
                    <a:pt x="219" y="97"/>
                  </a:cubicBezTo>
                  <a:cubicBezTo>
                    <a:pt x="242" y="89"/>
                    <a:pt x="273" y="59"/>
                    <a:pt x="283" y="42"/>
                  </a:cubicBezTo>
                  <a:cubicBezTo>
                    <a:pt x="291" y="42"/>
                    <a:pt x="306" y="39"/>
                    <a:pt x="327" y="33"/>
                  </a:cubicBezTo>
                  <a:cubicBezTo>
                    <a:pt x="324" y="36"/>
                    <a:pt x="319" y="40"/>
                    <a:pt x="319" y="40"/>
                  </a:cubicBezTo>
                  <a:cubicBezTo>
                    <a:pt x="318" y="41"/>
                    <a:pt x="317" y="43"/>
                    <a:pt x="317" y="44"/>
                  </a:cubicBezTo>
                  <a:cubicBezTo>
                    <a:pt x="317" y="45"/>
                    <a:pt x="318" y="46"/>
                    <a:pt x="318" y="46"/>
                  </a:cubicBezTo>
                  <a:cubicBezTo>
                    <a:pt x="318" y="48"/>
                    <a:pt x="320" y="50"/>
                    <a:pt x="323" y="50"/>
                  </a:cubicBezTo>
                  <a:cubicBezTo>
                    <a:pt x="346" y="54"/>
                    <a:pt x="391" y="32"/>
                    <a:pt x="403" y="23"/>
                  </a:cubicBezTo>
                  <a:cubicBezTo>
                    <a:pt x="432" y="12"/>
                    <a:pt x="467" y="13"/>
                    <a:pt x="488" y="16"/>
                  </a:cubicBezTo>
                  <a:cubicBezTo>
                    <a:pt x="479" y="18"/>
                    <a:pt x="470" y="21"/>
                    <a:pt x="462" y="24"/>
                  </a:cubicBezTo>
                  <a:cubicBezTo>
                    <a:pt x="447" y="30"/>
                    <a:pt x="425" y="35"/>
                    <a:pt x="425" y="35"/>
                  </a:cubicBezTo>
                  <a:cubicBezTo>
                    <a:pt x="422" y="35"/>
                    <a:pt x="420" y="38"/>
                    <a:pt x="420" y="40"/>
                  </a:cubicBezTo>
                  <a:cubicBezTo>
                    <a:pt x="420" y="41"/>
                    <a:pt x="420" y="41"/>
                    <a:pt x="420" y="41"/>
                  </a:cubicBezTo>
                  <a:cubicBezTo>
                    <a:pt x="421" y="44"/>
                    <a:pt x="423" y="46"/>
                    <a:pt x="426" y="46"/>
                  </a:cubicBezTo>
                  <a:cubicBezTo>
                    <a:pt x="427" y="47"/>
                    <a:pt x="459" y="48"/>
                    <a:pt x="474" y="48"/>
                  </a:cubicBezTo>
                  <a:cubicBezTo>
                    <a:pt x="482" y="48"/>
                    <a:pt x="495" y="47"/>
                    <a:pt x="508" y="46"/>
                  </a:cubicBezTo>
                  <a:cubicBezTo>
                    <a:pt x="506" y="47"/>
                    <a:pt x="505" y="49"/>
                    <a:pt x="505" y="50"/>
                  </a:cubicBezTo>
                  <a:cubicBezTo>
                    <a:pt x="505" y="51"/>
                    <a:pt x="506" y="52"/>
                    <a:pt x="506" y="53"/>
                  </a:cubicBezTo>
                  <a:cubicBezTo>
                    <a:pt x="507" y="55"/>
                    <a:pt x="510" y="57"/>
                    <a:pt x="513" y="56"/>
                  </a:cubicBezTo>
                  <a:cubicBezTo>
                    <a:pt x="519" y="55"/>
                    <a:pt x="527" y="55"/>
                    <a:pt x="535" y="55"/>
                  </a:cubicBezTo>
                  <a:cubicBezTo>
                    <a:pt x="533" y="57"/>
                    <a:pt x="530" y="59"/>
                    <a:pt x="528" y="61"/>
                  </a:cubicBezTo>
                  <a:cubicBezTo>
                    <a:pt x="528" y="61"/>
                    <a:pt x="527" y="62"/>
                    <a:pt x="526" y="62"/>
                  </a:cubicBezTo>
                  <a:cubicBezTo>
                    <a:pt x="499" y="60"/>
                    <a:pt x="438" y="79"/>
                    <a:pt x="430" y="91"/>
                  </a:cubicBezTo>
                  <a:cubicBezTo>
                    <a:pt x="428" y="93"/>
                    <a:pt x="428" y="95"/>
                    <a:pt x="429" y="97"/>
                  </a:cubicBezTo>
                  <a:cubicBezTo>
                    <a:pt x="430" y="99"/>
                    <a:pt x="431" y="100"/>
                    <a:pt x="433" y="100"/>
                  </a:cubicBezTo>
                  <a:cubicBezTo>
                    <a:pt x="441" y="102"/>
                    <a:pt x="497" y="92"/>
                    <a:pt x="515" y="83"/>
                  </a:cubicBezTo>
                  <a:cubicBezTo>
                    <a:pt x="515" y="83"/>
                    <a:pt x="518" y="83"/>
                    <a:pt x="519" y="83"/>
                  </a:cubicBezTo>
                  <a:cubicBezTo>
                    <a:pt x="514" y="87"/>
                    <a:pt x="509" y="91"/>
                    <a:pt x="509" y="91"/>
                  </a:cubicBezTo>
                  <a:cubicBezTo>
                    <a:pt x="507" y="92"/>
                    <a:pt x="506" y="94"/>
                    <a:pt x="506" y="95"/>
                  </a:cubicBezTo>
                  <a:cubicBezTo>
                    <a:pt x="506" y="96"/>
                    <a:pt x="507" y="97"/>
                    <a:pt x="507" y="98"/>
                  </a:cubicBezTo>
                  <a:cubicBezTo>
                    <a:pt x="508" y="100"/>
                    <a:pt x="510" y="102"/>
                    <a:pt x="513" y="101"/>
                  </a:cubicBezTo>
                  <a:cubicBezTo>
                    <a:pt x="513" y="101"/>
                    <a:pt x="520" y="101"/>
                    <a:pt x="525" y="100"/>
                  </a:cubicBezTo>
                  <a:cubicBezTo>
                    <a:pt x="525" y="100"/>
                    <a:pt x="523" y="101"/>
                    <a:pt x="523" y="101"/>
                  </a:cubicBezTo>
                  <a:cubicBezTo>
                    <a:pt x="521" y="103"/>
                    <a:pt x="520" y="104"/>
                    <a:pt x="520" y="106"/>
                  </a:cubicBezTo>
                  <a:cubicBezTo>
                    <a:pt x="520" y="107"/>
                    <a:pt x="521" y="107"/>
                    <a:pt x="521" y="108"/>
                  </a:cubicBezTo>
                  <a:cubicBezTo>
                    <a:pt x="521" y="110"/>
                    <a:pt x="523" y="112"/>
                    <a:pt x="526" y="112"/>
                  </a:cubicBezTo>
                  <a:cubicBezTo>
                    <a:pt x="540" y="114"/>
                    <a:pt x="583" y="103"/>
                    <a:pt x="592" y="101"/>
                  </a:cubicBezTo>
                  <a:cubicBezTo>
                    <a:pt x="595" y="102"/>
                    <a:pt x="612" y="107"/>
                    <a:pt x="618" y="110"/>
                  </a:cubicBezTo>
                  <a:cubicBezTo>
                    <a:pt x="614" y="110"/>
                    <a:pt x="609" y="111"/>
                    <a:pt x="608" y="111"/>
                  </a:cubicBezTo>
                  <a:cubicBezTo>
                    <a:pt x="607" y="111"/>
                    <a:pt x="597" y="110"/>
                    <a:pt x="597" y="110"/>
                  </a:cubicBezTo>
                  <a:cubicBezTo>
                    <a:pt x="596" y="110"/>
                    <a:pt x="576" y="108"/>
                    <a:pt x="555" y="111"/>
                  </a:cubicBezTo>
                  <a:cubicBezTo>
                    <a:pt x="531" y="115"/>
                    <a:pt x="516" y="130"/>
                    <a:pt x="504" y="144"/>
                  </a:cubicBezTo>
                  <a:cubicBezTo>
                    <a:pt x="502" y="146"/>
                    <a:pt x="502" y="149"/>
                    <a:pt x="504" y="151"/>
                  </a:cubicBezTo>
                  <a:cubicBezTo>
                    <a:pt x="506" y="154"/>
                    <a:pt x="509" y="154"/>
                    <a:pt x="512" y="152"/>
                  </a:cubicBezTo>
                  <a:cubicBezTo>
                    <a:pt x="528" y="142"/>
                    <a:pt x="594" y="126"/>
                    <a:pt x="601" y="126"/>
                  </a:cubicBezTo>
                  <a:cubicBezTo>
                    <a:pt x="604" y="126"/>
                    <a:pt x="606" y="128"/>
                    <a:pt x="608" y="129"/>
                  </a:cubicBezTo>
                  <a:cubicBezTo>
                    <a:pt x="594" y="130"/>
                    <a:pt x="577" y="135"/>
                    <a:pt x="568" y="142"/>
                  </a:cubicBezTo>
                  <a:cubicBezTo>
                    <a:pt x="538" y="140"/>
                    <a:pt x="506" y="157"/>
                    <a:pt x="494" y="165"/>
                  </a:cubicBezTo>
                  <a:close/>
                </a:path>
              </a:pathLst>
            </a:custGeom>
            <a:solidFill>
              <a:srgbClr val="D89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2484">
              <a:extLst>
                <a:ext uri="{FF2B5EF4-FFF2-40B4-BE49-F238E27FC236}">
                  <a16:creationId xmlns:a16="http://schemas.microsoft.com/office/drawing/2014/main" id="{5E10C129-188D-4CE2-8B40-14E30C997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931"/>
              <a:ext cx="1245" cy="1008"/>
            </a:xfrm>
            <a:custGeom>
              <a:avLst/>
              <a:gdLst>
                <a:gd name="T0" fmla="*/ 4733 w 624"/>
                <a:gd name="T1" fmla="*/ 1116 h 474"/>
                <a:gd name="T2" fmla="*/ 4956 w 624"/>
                <a:gd name="T3" fmla="*/ 1095 h 474"/>
                <a:gd name="T4" fmla="*/ 4701 w 624"/>
                <a:gd name="T5" fmla="*/ 904 h 474"/>
                <a:gd name="T6" fmla="*/ 4359 w 624"/>
                <a:gd name="T7" fmla="*/ 878 h 474"/>
                <a:gd name="T8" fmla="*/ 4272 w 624"/>
                <a:gd name="T9" fmla="*/ 734 h 474"/>
                <a:gd name="T10" fmla="*/ 3448 w 624"/>
                <a:gd name="T11" fmla="*/ 904 h 474"/>
                <a:gd name="T12" fmla="*/ 4447 w 624"/>
                <a:gd name="T13" fmla="*/ 478 h 474"/>
                <a:gd name="T14" fmla="*/ 4248 w 624"/>
                <a:gd name="T15" fmla="*/ 349 h 474"/>
                <a:gd name="T16" fmla="*/ 3384 w 624"/>
                <a:gd name="T17" fmla="*/ 385 h 474"/>
                <a:gd name="T18" fmla="*/ 4052 w 624"/>
                <a:gd name="T19" fmla="*/ 164 h 474"/>
                <a:gd name="T20" fmla="*/ 2564 w 624"/>
                <a:gd name="T21" fmla="*/ 425 h 474"/>
                <a:gd name="T22" fmla="*/ 2217 w 624"/>
                <a:gd name="T23" fmla="*/ 349 h 474"/>
                <a:gd name="T24" fmla="*/ 1277 w 624"/>
                <a:gd name="T25" fmla="*/ 1040 h 474"/>
                <a:gd name="T26" fmla="*/ 732 w 624"/>
                <a:gd name="T27" fmla="*/ 1501 h 474"/>
                <a:gd name="T28" fmla="*/ 223 w 624"/>
                <a:gd name="T29" fmla="*/ 2509 h 474"/>
                <a:gd name="T30" fmla="*/ 383 w 624"/>
                <a:gd name="T31" fmla="*/ 2628 h 474"/>
                <a:gd name="T32" fmla="*/ 136 w 624"/>
                <a:gd name="T33" fmla="*/ 3405 h 474"/>
                <a:gd name="T34" fmla="*/ 327 w 624"/>
                <a:gd name="T35" fmla="*/ 3500 h 474"/>
                <a:gd name="T36" fmla="*/ 120 w 624"/>
                <a:gd name="T37" fmla="*/ 4038 h 474"/>
                <a:gd name="T38" fmla="*/ 525 w 624"/>
                <a:gd name="T39" fmla="*/ 3917 h 474"/>
                <a:gd name="T40" fmla="*/ 644 w 624"/>
                <a:gd name="T41" fmla="*/ 4030 h 474"/>
                <a:gd name="T42" fmla="*/ 928 w 624"/>
                <a:gd name="T43" fmla="*/ 3934 h 474"/>
                <a:gd name="T44" fmla="*/ 1199 w 624"/>
                <a:gd name="T45" fmla="*/ 3577 h 474"/>
                <a:gd name="T46" fmla="*/ 1421 w 624"/>
                <a:gd name="T47" fmla="*/ 3388 h 474"/>
                <a:gd name="T48" fmla="*/ 1437 w 624"/>
                <a:gd name="T49" fmla="*/ 3568 h 474"/>
                <a:gd name="T50" fmla="*/ 1804 w 624"/>
                <a:gd name="T51" fmla="*/ 3356 h 474"/>
                <a:gd name="T52" fmla="*/ 1836 w 624"/>
                <a:gd name="T53" fmla="*/ 3560 h 474"/>
                <a:gd name="T54" fmla="*/ 2288 w 624"/>
                <a:gd name="T55" fmla="*/ 3451 h 474"/>
                <a:gd name="T56" fmla="*/ 2480 w 624"/>
                <a:gd name="T57" fmla="*/ 3605 h 474"/>
                <a:gd name="T58" fmla="*/ 2500 w 624"/>
                <a:gd name="T59" fmla="*/ 3705 h 474"/>
                <a:gd name="T60" fmla="*/ 2480 w 624"/>
                <a:gd name="T61" fmla="*/ 3894 h 474"/>
                <a:gd name="T62" fmla="*/ 2540 w 624"/>
                <a:gd name="T63" fmla="*/ 3970 h 474"/>
                <a:gd name="T64" fmla="*/ 2548 w 624"/>
                <a:gd name="T65" fmla="*/ 4260 h 474"/>
                <a:gd name="T66" fmla="*/ 2516 w 624"/>
                <a:gd name="T67" fmla="*/ 4387 h 474"/>
                <a:gd name="T68" fmla="*/ 2660 w 624"/>
                <a:gd name="T69" fmla="*/ 4500 h 474"/>
                <a:gd name="T70" fmla="*/ 2779 w 624"/>
                <a:gd name="T71" fmla="*/ 4491 h 474"/>
                <a:gd name="T72" fmla="*/ 2859 w 624"/>
                <a:gd name="T73" fmla="*/ 4540 h 474"/>
                <a:gd name="T74" fmla="*/ 2961 w 624"/>
                <a:gd name="T75" fmla="*/ 4404 h 474"/>
                <a:gd name="T76" fmla="*/ 2953 w 624"/>
                <a:gd name="T77" fmla="*/ 4183 h 474"/>
                <a:gd name="T78" fmla="*/ 3049 w 624"/>
                <a:gd name="T79" fmla="*/ 3858 h 474"/>
                <a:gd name="T80" fmla="*/ 3105 w 624"/>
                <a:gd name="T81" fmla="*/ 3730 h 474"/>
                <a:gd name="T82" fmla="*/ 3160 w 624"/>
                <a:gd name="T83" fmla="*/ 3568 h 474"/>
                <a:gd name="T84" fmla="*/ 3208 w 624"/>
                <a:gd name="T85" fmla="*/ 3396 h 474"/>
                <a:gd name="T86" fmla="*/ 3464 w 624"/>
                <a:gd name="T87" fmla="*/ 3124 h 474"/>
                <a:gd name="T88" fmla="*/ 3655 w 624"/>
                <a:gd name="T89" fmla="*/ 2894 h 474"/>
                <a:gd name="T90" fmla="*/ 3901 w 624"/>
                <a:gd name="T91" fmla="*/ 2569 h 474"/>
                <a:gd name="T92" fmla="*/ 4060 w 624"/>
                <a:gd name="T93" fmla="*/ 1903 h 474"/>
                <a:gd name="T94" fmla="*/ 4375 w 624"/>
                <a:gd name="T95" fmla="*/ 1759 h 474"/>
                <a:gd name="T96" fmla="*/ 4068 w 624"/>
                <a:gd name="T97" fmla="*/ 1723 h 474"/>
                <a:gd name="T98" fmla="*/ 3773 w 624"/>
                <a:gd name="T99" fmla="*/ 1767 h 474"/>
                <a:gd name="T100" fmla="*/ 3917 w 624"/>
                <a:gd name="T101" fmla="*/ 1646 h 474"/>
                <a:gd name="T102" fmla="*/ 4527 w 624"/>
                <a:gd name="T103" fmla="*/ 1425 h 474"/>
                <a:gd name="T104" fmla="*/ 4773 w 624"/>
                <a:gd name="T105" fmla="*/ 1153 h 474"/>
                <a:gd name="T106" fmla="*/ 4407 w 624"/>
                <a:gd name="T107" fmla="*/ 1127 h 47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24" h="474">
                  <a:moveTo>
                    <a:pt x="555" y="117"/>
                  </a:moveTo>
                  <a:cubicBezTo>
                    <a:pt x="576" y="114"/>
                    <a:pt x="596" y="116"/>
                    <a:pt x="596" y="116"/>
                  </a:cubicBezTo>
                  <a:cubicBezTo>
                    <a:pt x="608" y="117"/>
                    <a:pt x="608" y="117"/>
                    <a:pt x="608" y="117"/>
                  </a:cubicBezTo>
                  <a:cubicBezTo>
                    <a:pt x="624" y="114"/>
                    <a:pt x="624" y="114"/>
                    <a:pt x="624" y="114"/>
                  </a:cubicBezTo>
                  <a:cubicBezTo>
                    <a:pt x="624" y="105"/>
                    <a:pt x="624" y="105"/>
                    <a:pt x="624" y="105"/>
                  </a:cubicBezTo>
                  <a:cubicBezTo>
                    <a:pt x="592" y="94"/>
                    <a:pt x="592" y="94"/>
                    <a:pt x="592" y="94"/>
                  </a:cubicBezTo>
                  <a:cubicBezTo>
                    <a:pt x="592" y="94"/>
                    <a:pt x="541" y="108"/>
                    <a:pt x="526" y="106"/>
                  </a:cubicBezTo>
                  <a:cubicBezTo>
                    <a:pt x="549" y="91"/>
                    <a:pt x="549" y="91"/>
                    <a:pt x="549" y="91"/>
                  </a:cubicBezTo>
                  <a:cubicBezTo>
                    <a:pt x="512" y="95"/>
                    <a:pt x="512" y="95"/>
                    <a:pt x="512" y="95"/>
                  </a:cubicBezTo>
                  <a:cubicBezTo>
                    <a:pt x="538" y="76"/>
                    <a:pt x="538" y="76"/>
                    <a:pt x="538" y="76"/>
                  </a:cubicBezTo>
                  <a:cubicBezTo>
                    <a:pt x="513" y="77"/>
                    <a:pt x="513" y="77"/>
                    <a:pt x="513" y="77"/>
                  </a:cubicBezTo>
                  <a:cubicBezTo>
                    <a:pt x="498" y="85"/>
                    <a:pt x="440" y="95"/>
                    <a:pt x="434" y="94"/>
                  </a:cubicBezTo>
                  <a:cubicBezTo>
                    <a:pt x="441" y="84"/>
                    <a:pt x="503" y="64"/>
                    <a:pt x="527" y="68"/>
                  </a:cubicBezTo>
                  <a:cubicBezTo>
                    <a:pt x="538" y="60"/>
                    <a:pt x="549" y="51"/>
                    <a:pt x="560" y="50"/>
                  </a:cubicBezTo>
                  <a:cubicBezTo>
                    <a:pt x="551" y="50"/>
                    <a:pt x="527" y="47"/>
                    <a:pt x="511" y="50"/>
                  </a:cubicBezTo>
                  <a:cubicBezTo>
                    <a:pt x="535" y="36"/>
                    <a:pt x="535" y="36"/>
                    <a:pt x="535" y="36"/>
                  </a:cubicBezTo>
                  <a:cubicBezTo>
                    <a:pt x="526" y="38"/>
                    <a:pt x="489" y="42"/>
                    <a:pt x="474" y="42"/>
                  </a:cubicBezTo>
                  <a:cubicBezTo>
                    <a:pt x="459" y="42"/>
                    <a:pt x="426" y="40"/>
                    <a:pt x="426" y="40"/>
                  </a:cubicBezTo>
                  <a:cubicBezTo>
                    <a:pt x="426" y="40"/>
                    <a:pt x="448" y="35"/>
                    <a:pt x="464" y="29"/>
                  </a:cubicBezTo>
                  <a:cubicBezTo>
                    <a:pt x="480" y="23"/>
                    <a:pt x="510" y="17"/>
                    <a:pt x="510" y="17"/>
                  </a:cubicBezTo>
                  <a:cubicBezTo>
                    <a:pt x="500" y="9"/>
                    <a:pt x="443" y="0"/>
                    <a:pt x="400" y="17"/>
                  </a:cubicBezTo>
                  <a:cubicBezTo>
                    <a:pt x="389" y="26"/>
                    <a:pt x="344" y="47"/>
                    <a:pt x="323" y="44"/>
                  </a:cubicBezTo>
                  <a:cubicBezTo>
                    <a:pt x="349" y="20"/>
                    <a:pt x="349" y="20"/>
                    <a:pt x="349" y="20"/>
                  </a:cubicBezTo>
                  <a:cubicBezTo>
                    <a:pt x="332" y="25"/>
                    <a:pt x="290" y="37"/>
                    <a:pt x="279" y="36"/>
                  </a:cubicBezTo>
                  <a:cubicBezTo>
                    <a:pt x="273" y="50"/>
                    <a:pt x="240" y="83"/>
                    <a:pt x="217" y="91"/>
                  </a:cubicBezTo>
                  <a:cubicBezTo>
                    <a:pt x="194" y="99"/>
                    <a:pt x="172" y="106"/>
                    <a:pt x="161" y="108"/>
                  </a:cubicBezTo>
                  <a:cubicBezTo>
                    <a:pt x="150" y="110"/>
                    <a:pt x="142" y="119"/>
                    <a:pt x="134" y="126"/>
                  </a:cubicBezTo>
                  <a:cubicBezTo>
                    <a:pt x="126" y="133"/>
                    <a:pt x="97" y="153"/>
                    <a:pt x="92" y="156"/>
                  </a:cubicBezTo>
                  <a:cubicBezTo>
                    <a:pt x="83" y="173"/>
                    <a:pt x="45" y="207"/>
                    <a:pt x="36" y="203"/>
                  </a:cubicBezTo>
                  <a:cubicBezTo>
                    <a:pt x="41" y="220"/>
                    <a:pt x="35" y="250"/>
                    <a:pt x="28" y="261"/>
                  </a:cubicBezTo>
                  <a:cubicBezTo>
                    <a:pt x="21" y="272"/>
                    <a:pt x="0" y="299"/>
                    <a:pt x="0" y="299"/>
                  </a:cubicBezTo>
                  <a:cubicBezTo>
                    <a:pt x="48" y="273"/>
                    <a:pt x="48" y="273"/>
                    <a:pt x="48" y="273"/>
                  </a:cubicBezTo>
                  <a:cubicBezTo>
                    <a:pt x="30" y="304"/>
                    <a:pt x="30" y="304"/>
                    <a:pt x="30" y="304"/>
                  </a:cubicBezTo>
                  <a:cubicBezTo>
                    <a:pt x="30" y="304"/>
                    <a:pt x="23" y="343"/>
                    <a:pt x="17" y="354"/>
                  </a:cubicBezTo>
                  <a:cubicBezTo>
                    <a:pt x="30" y="346"/>
                    <a:pt x="47" y="332"/>
                    <a:pt x="52" y="325"/>
                  </a:cubicBezTo>
                  <a:cubicBezTo>
                    <a:pt x="52" y="325"/>
                    <a:pt x="50" y="354"/>
                    <a:pt x="41" y="364"/>
                  </a:cubicBezTo>
                  <a:cubicBezTo>
                    <a:pt x="43" y="374"/>
                    <a:pt x="23" y="401"/>
                    <a:pt x="23" y="401"/>
                  </a:cubicBezTo>
                  <a:cubicBezTo>
                    <a:pt x="23" y="407"/>
                    <a:pt x="15" y="420"/>
                    <a:pt x="15" y="420"/>
                  </a:cubicBezTo>
                  <a:cubicBezTo>
                    <a:pt x="33" y="414"/>
                    <a:pt x="55" y="398"/>
                    <a:pt x="65" y="388"/>
                  </a:cubicBezTo>
                  <a:cubicBezTo>
                    <a:pt x="64" y="396"/>
                    <a:pt x="64" y="404"/>
                    <a:pt x="66" y="407"/>
                  </a:cubicBezTo>
                  <a:cubicBezTo>
                    <a:pt x="69" y="413"/>
                    <a:pt x="70" y="408"/>
                    <a:pt x="75" y="411"/>
                  </a:cubicBezTo>
                  <a:cubicBezTo>
                    <a:pt x="79" y="413"/>
                    <a:pt x="79" y="417"/>
                    <a:pt x="81" y="419"/>
                  </a:cubicBezTo>
                  <a:cubicBezTo>
                    <a:pt x="93" y="408"/>
                    <a:pt x="95" y="430"/>
                    <a:pt x="99" y="435"/>
                  </a:cubicBezTo>
                  <a:cubicBezTo>
                    <a:pt x="107" y="434"/>
                    <a:pt x="112" y="415"/>
                    <a:pt x="117" y="409"/>
                  </a:cubicBezTo>
                  <a:cubicBezTo>
                    <a:pt x="126" y="395"/>
                    <a:pt x="126" y="409"/>
                    <a:pt x="129" y="417"/>
                  </a:cubicBezTo>
                  <a:cubicBezTo>
                    <a:pt x="134" y="401"/>
                    <a:pt x="139" y="385"/>
                    <a:pt x="151" y="372"/>
                  </a:cubicBezTo>
                  <a:cubicBezTo>
                    <a:pt x="158" y="365"/>
                    <a:pt x="161" y="360"/>
                    <a:pt x="171" y="356"/>
                  </a:cubicBezTo>
                  <a:cubicBezTo>
                    <a:pt x="174" y="355"/>
                    <a:pt x="176" y="354"/>
                    <a:pt x="179" y="352"/>
                  </a:cubicBezTo>
                  <a:cubicBezTo>
                    <a:pt x="181" y="350"/>
                    <a:pt x="181" y="348"/>
                    <a:pt x="184" y="347"/>
                  </a:cubicBezTo>
                  <a:cubicBezTo>
                    <a:pt x="187" y="356"/>
                    <a:pt x="177" y="364"/>
                    <a:pt x="181" y="371"/>
                  </a:cubicBezTo>
                  <a:cubicBezTo>
                    <a:pt x="186" y="381"/>
                    <a:pt x="203" y="358"/>
                    <a:pt x="207" y="355"/>
                  </a:cubicBezTo>
                  <a:cubicBezTo>
                    <a:pt x="212" y="350"/>
                    <a:pt x="223" y="337"/>
                    <a:pt x="227" y="349"/>
                  </a:cubicBezTo>
                  <a:cubicBezTo>
                    <a:pt x="230" y="358"/>
                    <a:pt x="222" y="367"/>
                    <a:pt x="216" y="372"/>
                  </a:cubicBezTo>
                  <a:cubicBezTo>
                    <a:pt x="221" y="374"/>
                    <a:pt x="226" y="371"/>
                    <a:pt x="231" y="370"/>
                  </a:cubicBezTo>
                  <a:cubicBezTo>
                    <a:pt x="240" y="368"/>
                    <a:pt x="249" y="367"/>
                    <a:pt x="258" y="364"/>
                  </a:cubicBezTo>
                  <a:cubicBezTo>
                    <a:pt x="263" y="363"/>
                    <a:pt x="288" y="350"/>
                    <a:pt x="288" y="359"/>
                  </a:cubicBezTo>
                  <a:cubicBezTo>
                    <a:pt x="293" y="360"/>
                    <a:pt x="296" y="360"/>
                    <a:pt x="300" y="361"/>
                  </a:cubicBezTo>
                  <a:cubicBezTo>
                    <a:pt x="308" y="364"/>
                    <a:pt x="308" y="368"/>
                    <a:pt x="312" y="375"/>
                  </a:cubicBezTo>
                  <a:cubicBezTo>
                    <a:pt x="313" y="376"/>
                    <a:pt x="313" y="376"/>
                    <a:pt x="314" y="377"/>
                  </a:cubicBezTo>
                  <a:cubicBezTo>
                    <a:pt x="315" y="380"/>
                    <a:pt x="314" y="383"/>
                    <a:pt x="315" y="385"/>
                  </a:cubicBezTo>
                  <a:cubicBezTo>
                    <a:pt x="314" y="385"/>
                    <a:pt x="314" y="385"/>
                    <a:pt x="314" y="385"/>
                  </a:cubicBezTo>
                  <a:cubicBezTo>
                    <a:pt x="314" y="392"/>
                    <a:pt x="313" y="398"/>
                    <a:pt x="312" y="405"/>
                  </a:cubicBezTo>
                  <a:cubicBezTo>
                    <a:pt x="311" y="412"/>
                    <a:pt x="308" y="418"/>
                    <a:pt x="309" y="424"/>
                  </a:cubicBezTo>
                  <a:cubicBezTo>
                    <a:pt x="317" y="426"/>
                    <a:pt x="316" y="414"/>
                    <a:pt x="320" y="413"/>
                  </a:cubicBezTo>
                  <a:cubicBezTo>
                    <a:pt x="326" y="411"/>
                    <a:pt x="323" y="422"/>
                    <a:pt x="323" y="425"/>
                  </a:cubicBezTo>
                  <a:cubicBezTo>
                    <a:pt x="322" y="431"/>
                    <a:pt x="322" y="437"/>
                    <a:pt x="321" y="443"/>
                  </a:cubicBezTo>
                  <a:cubicBezTo>
                    <a:pt x="321" y="445"/>
                    <a:pt x="321" y="448"/>
                    <a:pt x="321" y="450"/>
                  </a:cubicBezTo>
                  <a:cubicBezTo>
                    <a:pt x="320" y="453"/>
                    <a:pt x="319" y="453"/>
                    <a:pt x="317" y="456"/>
                  </a:cubicBezTo>
                  <a:cubicBezTo>
                    <a:pt x="313" y="463"/>
                    <a:pt x="319" y="466"/>
                    <a:pt x="325" y="467"/>
                  </a:cubicBezTo>
                  <a:cubicBezTo>
                    <a:pt x="328" y="468"/>
                    <a:pt x="332" y="467"/>
                    <a:pt x="335" y="468"/>
                  </a:cubicBezTo>
                  <a:cubicBezTo>
                    <a:pt x="337" y="469"/>
                    <a:pt x="337" y="472"/>
                    <a:pt x="342" y="472"/>
                  </a:cubicBezTo>
                  <a:cubicBezTo>
                    <a:pt x="345" y="471"/>
                    <a:pt x="348" y="470"/>
                    <a:pt x="350" y="467"/>
                  </a:cubicBezTo>
                  <a:cubicBezTo>
                    <a:pt x="351" y="468"/>
                    <a:pt x="353" y="468"/>
                    <a:pt x="354" y="468"/>
                  </a:cubicBezTo>
                  <a:cubicBezTo>
                    <a:pt x="357" y="469"/>
                    <a:pt x="358" y="471"/>
                    <a:pt x="360" y="472"/>
                  </a:cubicBezTo>
                  <a:cubicBezTo>
                    <a:pt x="364" y="474"/>
                    <a:pt x="369" y="474"/>
                    <a:pt x="373" y="471"/>
                  </a:cubicBezTo>
                  <a:cubicBezTo>
                    <a:pt x="376" y="468"/>
                    <a:pt x="376" y="462"/>
                    <a:pt x="373" y="458"/>
                  </a:cubicBezTo>
                  <a:cubicBezTo>
                    <a:pt x="371" y="452"/>
                    <a:pt x="367" y="454"/>
                    <a:pt x="369" y="446"/>
                  </a:cubicBezTo>
                  <a:cubicBezTo>
                    <a:pt x="369" y="442"/>
                    <a:pt x="370" y="439"/>
                    <a:pt x="372" y="435"/>
                  </a:cubicBezTo>
                  <a:cubicBezTo>
                    <a:pt x="377" y="427"/>
                    <a:pt x="379" y="420"/>
                    <a:pt x="381" y="411"/>
                  </a:cubicBezTo>
                  <a:cubicBezTo>
                    <a:pt x="381" y="407"/>
                    <a:pt x="383" y="404"/>
                    <a:pt x="384" y="401"/>
                  </a:cubicBezTo>
                  <a:cubicBezTo>
                    <a:pt x="386" y="398"/>
                    <a:pt x="388" y="395"/>
                    <a:pt x="390" y="391"/>
                  </a:cubicBezTo>
                  <a:cubicBezTo>
                    <a:pt x="390" y="390"/>
                    <a:pt x="390" y="389"/>
                    <a:pt x="391" y="388"/>
                  </a:cubicBezTo>
                  <a:cubicBezTo>
                    <a:pt x="391" y="388"/>
                    <a:pt x="391" y="388"/>
                    <a:pt x="391" y="388"/>
                  </a:cubicBezTo>
                  <a:cubicBezTo>
                    <a:pt x="394" y="382"/>
                    <a:pt x="396" y="376"/>
                    <a:pt x="398" y="371"/>
                  </a:cubicBezTo>
                  <a:cubicBezTo>
                    <a:pt x="400" y="366"/>
                    <a:pt x="403" y="359"/>
                    <a:pt x="404" y="353"/>
                  </a:cubicBezTo>
                  <a:cubicBezTo>
                    <a:pt x="404" y="353"/>
                    <a:pt x="404" y="353"/>
                    <a:pt x="404" y="353"/>
                  </a:cubicBezTo>
                  <a:cubicBezTo>
                    <a:pt x="408" y="345"/>
                    <a:pt x="413" y="338"/>
                    <a:pt x="419" y="331"/>
                  </a:cubicBezTo>
                  <a:cubicBezTo>
                    <a:pt x="425" y="326"/>
                    <a:pt x="429" y="328"/>
                    <a:pt x="436" y="325"/>
                  </a:cubicBezTo>
                  <a:cubicBezTo>
                    <a:pt x="442" y="323"/>
                    <a:pt x="443" y="318"/>
                    <a:pt x="447" y="313"/>
                  </a:cubicBezTo>
                  <a:cubicBezTo>
                    <a:pt x="451" y="309"/>
                    <a:pt x="456" y="306"/>
                    <a:pt x="460" y="301"/>
                  </a:cubicBezTo>
                  <a:cubicBezTo>
                    <a:pt x="465" y="295"/>
                    <a:pt x="466" y="296"/>
                    <a:pt x="473" y="294"/>
                  </a:cubicBezTo>
                  <a:cubicBezTo>
                    <a:pt x="482" y="291"/>
                    <a:pt x="488" y="276"/>
                    <a:pt x="491" y="267"/>
                  </a:cubicBezTo>
                  <a:cubicBezTo>
                    <a:pt x="494" y="253"/>
                    <a:pt x="491" y="237"/>
                    <a:pt x="491" y="223"/>
                  </a:cubicBezTo>
                  <a:cubicBezTo>
                    <a:pt x="492" y="208"/>
                    <a:pt x="500" y="204"/>
                    <a:pt x="511" y="198"/>
                  </a:cubicBezTo>
                  <a:cubicBezTo>
                    <a:pt x="517" y="195"/>
                    <a:pt x="523" y="193"/>
                    <a:pt x="529" y="190"/>
                  </a:cubicBezTo>
                  <a:cubicBezTo>
                    <a:pt x="536" y="187"/>
                    <a:pt x="547" y="187"/>
                    <a:pt x="551" y="183"/>
                  </a:cubicBezTo>
                  <a:cubicBezTo>
                    <a:pt x="546" y="180"/>
                    <a:pt x="539" y="181"/>
                    <a:pt x="533" y="180"/>
                  </a:cubicBezTo>
                  <a:cubicBezTo>
                    <a:pt x="526" y="179"/>
                    <a:pt x="519" y="179"/>
                    <a:pt x="512" y="179"/>
                  </a:cubicBezTo>
                  <a:cubicBezTo>
                    <a:pt x="505" y="180"/>
                    <a:pt x="497" y="180"/>
                    <a:pt x="490" y="181"/>
                  </a:cubicBezTo>
                  <a:cubicBezTo>
                    <a:pt x="486" y="181"/>
                    <a:pt x="481" y="183"/>
                    <a:pt x="475" y="184"/>
                  </a:cubicBezTo>
                  <a:cubicBezTo>
                    <a:pt x="477" y="182"/>
                    <a:pt x="479" y="181"/>
                    <a:pt x="481" y="180"/>
                  </a:cubicBezTo>
                  <a:cubicBezTo>
                    <a:pt x="483" y="178"/>
                    <a:pt x="490" y="174"/>
                    <a:pt x="493" y="171"/>
                  </a:cubicBezTo>
                  <a:cubicBezTo>
                    <a:pt x="494" y="171"/>
                    <a:pt x="495" y="170"/>
                    <a:pt x="496" y="170"/>
                  </a:cubicBezTo>
                  <a:cubicBezTo>
                    <a:pt x="509" y="161"/>
                    <a:pt x="542" y="145"/>
                    <a:pt x="570" y="148"/>
                  </a:cubicBezTo>
                  <a:cubicBezTo>
                    <a:pt x="579" y="138"/>
                    <a:pt x="607" y="132"/>
                    <a:pt x="623" y="136"/>
                  </a:cubicBezTo>
                  <a:cubicBezTo>
                    <a:pt x="616" y="127"/>
                    <a:pt x="609" y="120"/>
                    <a:pt x="601" y="120"/>
                  </a:cubicBezTo>
                  <a:cubicBezTo>
                    <a:pt x="593" y="120"/>
                    <a:pt x="526" y="135"/>
                    <a:pt x="508" y="147"/>
                  </a:cubicBezTo>
                  <a:cubicBezTo>
                    <a:pt x="520" y="133"/>
                    <a:pt x="534" y="120"/>
                    <a:pt x="555" y="117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2485">
              <a:extLst>
                <a:ext uri="{FF2B5EF4-FFF2-40B4-BE49-F238E27FC236}">
                  <a16:creationId xmlns:a16="http://schemas.microsoft.com/office/drawing/2014/main" id="{8F75D5C4-9AA8-4057-824F-BB607249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764"/>
              <a:ext cx="20" cy="49"/>
            </a:xfrm>
            <a:custGeom>
              <a:avLst/>
              <a:gdLst>
                <a:gd name="T0" fmla="*/ 0 w 10"/>
                <a:gd name="T1" fmla="*/ 104 h 23"/>
                <a:gd name="T2" fmla="*/ 16 w 10"/>
                <a:gd name="T3" fmla="*/ 0 h 23"/>
                <a:gd name="T4" fmla="*/ 80 w 10"/>
                <a:gd name="T5" fmla="*/ 22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0" y="11"/>
                  </a:moveTo>
                  <a:cubicBezTo>
                    <a:pt x="2" y="8"/>
                    <a:pt x="2" y="4"/>
                    <a:pt x="2" y="0"/>
                  </a:cubicBezTo>
                  <a:cubicBezTo>
                    <a:pt x="9" y="9"/>
                    <a:pt x="10" y="12"/>
                    <a:pt x="10" y="23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2486">
              <a:extLst>
                <a:ext uri="{FF2B5EF4-FFF2-40B4-BE49-F238E27FC236}">
                  <a16:creationId xmlns:a16="http://schemas.microsoft.com/office/drawing/2014/main" id="{D96D1B50-D71A-49D6-9F69-2B53BE7F3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737"/>
              <a:ext cx="24" cy="14"/>
            </a:xfrm>
            <a:custGeom>
              <a:avLst/>
              <a:gdLst>
                <a:gd name="T0" fmla="*/ 24 w 12"/>
                <a:gd name="T1" fmla="*/ 16 h 7"/>
                <a:gd name="T2" fmla="*/ 0 w 12"/>
                <a:gd name="T3" fmla="*/ 56 h 7"/>
                <a:gd name="T4" fmla="*/ 96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3" y="2"/>
                  </a:moveTo>
                  <a:cubicBezTo>
                    <a:pt x="2" y="4"/>
                    <a:pt x="1" y="5"/>
                    <a:pt x="0" y="7"/>
                  </a:cubicBezTo>
                  <a:cubicBezTo>
                    <a:pt x="5" y="5"/>
                    <a:pt x="8" y="3"/>
                    <a:pt x="12" y="0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2487">
              <a:extLst>
                <a:ext uri="{FF2B5EF4-FFF2-40B4-BE49-F238E27FC236}">
                  <a16:creationId xmlns:a16="http://schemas.microsoft.com/office/drawing/2014/main" id="{7F9DF638-28A3-4DB1-A524-0CB5B4117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615"/>
              <a:ext cx="22" cy="45"/>
            </a:xfrm>
            <a:custGeom>
              <a:avLst/>
              <a:gdLst>
                <a:gd name="T0" fmla="*/ 0 w 11"/>
                <a:gd name="T1" fmla="*/ 41 h 21"/>
                <a:gd name="T2" fmla="*/ 24 w 11"/>
                <a:gd name="T3" fmla="*/ 206 h 21"/>
                <a:gd name="T4" fmla="*/ 88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0" y="4"/>
                  </a:moveTo>
                  <a:cubicBezTo>
                    <a:pt x="0" y="10"/>
                    <a:pt x="1" y="15"/>
                    <a:pt x="3" y="21"/>
                  </a:cubicBezTo>
                  <a:cubicBezTo>
                    <a:pt x="7" y="13"/>
                    <a:pt x="4" y="6"/>
                    <a:pt x="11" y="0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2488">
              <a:extLst>
                <a:ext uri="{FF2B5EF4-FFF2-40B4-BE49-F238E27FC236}">
                  <a16:creationId xmlns:a16="http://schemas.microsoft.com/office/drawing/2014/main" id="{8140682E-FDCF-48CF-99DF-0B3C570E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683"/>
              <a:ext cx="16" cy="26"/>
            </a:xfrm>
            <a:custGeom>
              <a:avLst/>
              <a:gdLst>
                <a:gd name="T0" fmla="*/ 56 w 8"/>
                <a:gd name="T1" fmla="*/ 0 h 12"/>
                <a:gd name="T2" fmla="*/ 8 w 8"/>
                <a:gd name="T3" fmla="*/ 80 h 12"/>
                <a:gd name="T4" fmla="*/ 64 w 8"/>
                <a:gd name="T5" fmla="*/ 1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7" y="0"/>
                  </a:moveTo>
                  <a:cubicBezTo>
                    <a:pt x="6" y="1"/>
                    <a:pt x="0" y="6"/>
                    <a:pt x="1" y="8"/>
                  </a:cubicBezTo>
                  <a:cubicBezTo>
                    <a:pt x="2" y="10"/>
                    <a:pt x="6" y="10"/>
                    <a:pt x="8" y="12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2489">
              <a:extLst>
                <a:ext uri="{FF2B5EF4-FFF2-40B4-BE49-F238E27FC236}">
                  <a16:creationId xmlns:a16="http://schemas.microsoft.com/office/drawing/2014/main" id="{8F300188-2EC8-4F3B-BF9F-EB8B73E9D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639"/>
              <a:ext cx="15" cy="17"/>
            </a:xfrm>
            <a:custGeom>
              <a:avLst/>
              <a:gdLst>
                <a:gd name="T0" fmla="*/ 15 w 8"/>
                <a:gd name="T1" fmla="*/ 0 h 8"/>
                <a:gd name="T2" fmla="*/ 15 w 8"/>
                <a:gd name="T3" fmla="*/ 77 h 8"/>
                <a:gd name="T4" fmla="*/ 53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1" y="3"/>
                    <a:pt x="0" y="6"/>
                    <a:pt x="2" y="8"/>
                  </a:cubicBezTo>
                  <a:cubicBezTo>
                    <a:pt x="4" y="5"/>
                    <a:pt x="4" y="1"/>
                    <a:pt x="8" y="0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2490">
              <a:extLst>
                <a:ext uri="{FF2B5EF4-FFF2-40B4-BE49-F238E27FC236}">
                  <a16:creationId xmlns:a16="http://schemas.microsoft.com/office/drawing/2014/main" id="{9B316BC8-B94A-48D2-B288-14EF09B61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581"/>
              <a:ext cx="22" cy="15"/>
            </a:xfrm>
            <a:custGeom>
              <a:avLst/>
              <a:gdLst>
                <a:gd name="T0" fmla="*/ 24 w 11"/>
                <a:gd name="T1" fmla="*/ 0 h 7"/>
                <a:gd name="T2" fmla="*/ 0 w 11"/>
                <a:gd name="T3" fmla="*/ 69 h 7"/>
                <a:gd name="T4" fmla="*/ 88 w 11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3" y="0"/>
                  </a:moveTo>
                  <a:cubicBezTo>
                    <a:pt x="2" y="2"/>
                    <a:pt x="1" y="4"/>
                    <a:pt x="0" y="7"/>
                  </a:cubicBezTo>
                  <a:cubicBezTo>
                    <a:pt x="4" y="6"/>
                    <a:pt x="7" y="4"/>
                    <a:pt x="11" y="4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2491">
              <a:extLst>
                <a:ext uri="{FF2B5EF4-FFF2-40B4-BE49-F238E27FC236}">
                  <a16:creationId xmlns:a16="http://schemas.microsoft.com/office/drawing/2014/main" id="{5B8A736C-5284-410B-BDFD-205AF1BA6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871"/>
              <a:ext cx="24" cy="40"/>
            </a:xfrm>
            <a:custGeom>
              <a:avLst/>
              <a:gdLst>
                <a:gd name="T0" fmla="*/ 0 w 12"/>
                <a:gd name="T1" fmla="*/ 27 h 19"/>
                <a:gd name="T2" fmla="*/ 56 w 12"/>
                <a:gd name="T3" fmla="*/ 177 h 19"/>
                <a:gd name="T4" fmla="*/ 96 w 1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0" y="3"/>
                  </a:moveTo>
                  <a:cubicBezTo>
                    <a:pt x="2" y="8"/>
                    <a:pt x="5" y="13"/>
                    <a:pt x="7" y="19"/>
                  </a:cubicBezTo>
                  <a:cubicBezTo>
                    <a:pt x="11" y="13"/>
                    <a:pt x="5" y="6"/>
                    <a:pt x="12" y="0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2492">
              <a:extLst>
                <a:ext uri="{FF2B5EF4-FFF2-40B4-BE49-F238E27FC236}">
                  <a16:creationId xmlns:a16="http://schemas.microsoft.com/office/drawing/2014/main" id="{1F1D22B3-298A-4B69-8D89-72CF503D0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851"/>
              <a:ext cx="12" cy="11"/>
            </a:xfrm>
            <a:custGeom>
              <a:avLst/>
              <a:gdLst>
                <a:gd name="T0" fmla="*/ 32 w 6"/>
                <a:gd name="T1" fmla="*/ 0 h 5"/>
                <a:gd name="T2" fmla="*/ 0 w 6"/>
                <a:gd name="T3" fmla="*/ 33 h 5"/>
                <a:gd name="T4" fmla="*/ 48 w 6"/>
                <a:gd name="T5" fmla="*/ 4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2" y="4"/>
                    <a:pt x="4" y="5"/>
                    <a:pt x="6" y="4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2493">
              <a:extLst>
                <a:ext uri="{FF2B5EF4-FFF2-40B4-BE49-F238E27FC236}">
                  <a16:creationId xmlns:a16="http://schemas.microsoft.com/office/drawing/2014/main" id="{1FC6888F-EBE2-4613-ACC9-F7C6CEDC4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781"/>
              <a:ext cx="18" cy="24"/>
            </a:xfrm>
            <a:custGeom>
              <a:avLst/>
              <a:gdLst>
                <a:gd name="T0" fmla="*/ 56 w 9"/>
                <a:gd name="T1" fmla="*/ 0 h 11"/>
                <a:gd name="T2" fmla="*/ 0 w 9"/>
                <a:gd name="T3" fmla="*/ 113 h 11"/>
                <a:gd name="T4" fmla="*/ 72 w 9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7" y="0"/>
                  </a:moveTo>
                  <a:cubicBezTo>
                    <a:pt x="4" y="3"/>
                    <a:pt x="1" y="7"/>
                    <a:pt x="0" y="11"/>
                  </a:cubicBezTo>
                  <a:cubicBezTo>
                    <a:pt x="3" y="11"/>
                    <a:pt x="7" y="9"/>
                    <a:pt x="9" y="10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2494">
              <a:extLst>
                <a:ext uri="{FF2B5EF4-FFF2-40B4-BE49-F238E27FC236}">
                  <a16:creationId xmlns:a16="http://schemas.microsoft.com/office/drawing/2014/main" id="{F989C01B-2C8E-4236-8AFD-F91E74B6F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894"/>
              <a:ext cx="10" cy="19"/>
            </a:xfrm>
            <a:custGeom>
              <a:avLst/>
              <a:gdLst>
                <a:gd name="T0" fmla="*/ 8 w 5"/>
                <a:gd name="T1" fmla="*/ 0 h 9"/>
                <a:gd name="T2" fmla="*/ 16 w 5"/>
                <a:gd name="T3" fmla="*/ 84 h 9"/>
                <a:gd name="T4" fmla="*/ 40 w 5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3"/>
                    <a:pt x="0" y="7"/>
                    <a:pt x="2" y="9"/>
                  </a:cubicBezTo>
                  <a:cubicBezTo>
                    <a:pt x="3" y="7"/>
                    <a:pt x="4" y="6"/>
                    <a:pt x="5" y="5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2495">
              <a:extLst>
                <a:ext uri="{FF2B5EF4-FFF2-40B4-BE49-F238E27FC236}">
                  <a16:creationId xmlns:a16="http://schemas.microsoft.com/office/drawing/2014/main" id="{E6259200-0DEF-49DD-BBD2-15EA610E0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509"/>
              <a:ext cx="18" cy="21"/>
            </a:xfrm>
            <a:custGeom>
              <a:avLst/>
              <a:gdLst>
                <a:gd name="T0" fmla="*/ 8 w 9"/>
                <a:gd name="T1" fmla="*/ 0 h 10"/>
                <a:gd name="T2" fmla="*/ 0 w 9"/>
                <a:gd name="T3" fmla="*/ 92 h 10"/>
                <a:gd name="T4" fmla="*/ 7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0"/>
                  </a:moveTo>
                  <a:cubicBezTo>
                    <a:pt x="0" y="4"/>
                    <a:pt x="0" y="7"/>
                    <a:pt x="0" y="10"/>
                  </a:cubicBezTo>
                  <a:cubicBezTo>
                    <a:pt x="4" y="7"/>
                    <a:pt x="4" y="2"/>
                    <a:pt x="9" y="0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2496">
              <a:extLst>
                <a:ext uri="{FF2B5EF4-FFF2-40B4-BE49-F238E27FC236}">
                  <a16:creationId xmlns:a16="http://schemas.microsoft.com/office/drawing/2014/main" id="{53DAF2A4-0709-44B7-8DB7-4807CF219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424"/>
              <a:ext cx="18" cy="25"/>
            </a:xfrm>
            <a:custGeom>
              <a:avLst/>
              <a:gdLst>
                <a:gd name="T0" fmla="*/ 0 w 9"/>
                <a:gd name="T1" fmla="*/ 0 h 12"/>
                <a:gd name="T2" fmla="*/ 16 w 9"/>
                <a:gd name="T3" fmla="*/ 108 h 12"/>
                <a:gd name="T4" fmla="*/ 72 w 9"/>
                <a:gd name="T5" fmla="*/ 4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0" y="4"/>
                    <a:pt x="0" y="8"/>
                    <a:pt x="2" y="12"/>
                  </a:cubicBezTo>
                  <a:cubicBezTo>
                    <a:pt x="4" y="9"/>
                    <a:pt x="6" y="5"/>
                    <a:pt x="9" y="5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2497">
              <a:extLst>
                <a:ext uri="{FF2B5EF4-FFF2-40B4-BE49-F238E27FC236}">
                  <a16:creationId xmlns:a16="http://schemas.microsoft.com/office/drawing/2014/main" id="{47FA77BA-7153-4220-BD42-C455958A9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381"/>
              <a:ext cx="24" cy="17"/>
            </a:xfrm>
            <a:custGeom>
              <a:avLst/>
              <a:gdLst>
                <a:gd name="T0" fmla="*/ 72 w 12"/>
                <a:gd name="T1" fmla="*/ 0 h 8"/>
                <a:gd name="T2" fmla="*/ 0 w 12"/>
                <a:gd name="T3" fmla="*/ 40 h 8"/>
                <a:gd name="T4" fmla="*/ 96 w 12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9" y="0"/>
                  </a:moveTo>
                  <a:cubicBezTo>
                    <a:pt x="5" y="1"/>
                    <a:pt x="2" y="2"/>
                    <a:pt x="0" y="4"/>
                  </a:cubicBezTo>
                  <a:cubicBezTo>
                    <a:pt x="4" y="5"/>
                    <a:pt x="8" y="6"/>
                    <a:pt x="12" y="8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2498">
              <a:extLst>
                <a:ext uri="{FF2B5EF4-FFF2-40B4-BE49-F238E27FC236}">
                  <a16:creationId xmlns:a16="http://schemas.microsoft.com/office/drawing/2014/main" id="{DBAA7E38-2DCE-452A-B80E-CC30AB082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347"/>
              <a:ext cx="14" cy="17"/>
            </a:xfrm>
            <a:custGeom>
              <a:avLst/>
              <a:gdLst>
                <a:gd name="T0" fmla="*/ 8 w 7"/>
                <a:gd name="T1" fmla="*/ 0 h 8"/>
                <a:gd name="T2" fmla="*/ 0 w 7"/>
                <a:gd name="T3" fmla="*/ 77 h 8"/>
                <a:gd name="T4" fmla="*/ 56 w 7"/>
                <a:gd name="T5" fmla="*/ 6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2" y="7"/>
                    <a:pt x="5" y="7"/>
                    <a:pt x="7" y="6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2499">
              <a:extLst>
                <a:ext uri="{FF2B5EF4-FFF2-40B4-BE49-F238E27FC236}">
                  <a16:creationId xmlns:a16="http://schemas.microsoft.com/office/drawing/2014/main" id="{FEEF9A9D-4538-4E03-AA6C-5F0B7C01A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322"/>
              <a:ext cx="20" cy="23"/>
            </a:xfrm>
            <a:custGeom>
              <a:avLst/>
              <a:gdLst>
                <a:gd name="T0" fmla="*/ 0 w 10"/>
                <a:gd name="T1" fmla="*/ 27 h 11"/>
                <a:gd name="T2" fmla="*/ 32 w 10"/>
                <a:gd name="T3" fmla="*/ 100 h 11"/>
                <a:gd name="T4" fmla="*/ 80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3"/>
                  </a:moveTo>
                  <a:cubicBezTo>
                    <a:pt x="2" y="5"/>
                    <a:pt x="3" y="8"/>
                    <a:pt x="4" y="11"/>
                  </a:cubicBezTo>
                  <a:cubicBezTo>
                    <a:pt x="8" y="8"/>
                    <a:pt x="7" y="3"/>
                    <a:pt x="10" y="0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2500">
              <a:extLst>
                <a:ext uri="{FF2B5EF4-FFF2-40B4-BE49-F238E27FC236}">
                  <a16:creationId xmlns:a16="http://schemas.microsoft.com/office/drawing/2014/main" id="{01886864-3C20-4A11-B832-71B24125E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781"/>
              <a:ext cx="24" cy="22"/>
            </a:xfrm>
            <a:custGeom>
              <a:avLst/>
              <a:gdLst>
                <a:gd name="T0" fmla="*/ 40 w 12"/>
                <a:gd name="T1" fmla="*/ 0 h 10"/>
                <a:gd name="T2" fmla="*/ 0 w 12"/>
                <a:gd name="T3" fmla="*/ 97 h 10"/>
                <a:gd name="T4" fmla="*/ 96 w 12"/>
                <a:gd name="T5" fmla="*/ 88 h 10"/>
                <a:gd name="T6" fmla="*/ 88 w 12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5" y="0"/>
                  </a:moveTo>
                  <a:cubicBezTo>
                    <a:pt x="4" y="3"/>
                    <a:pt x="2" y="7"/>
                    <a:pt x="0" y="9"/>
                  </a:cubicBezTo>
                  <a:cubicBezTo>
                    <a:pt x="3" y="10"/>
                    <a:pt x="8" y="8"/>
                    <a:pt x="12" y="8"/>
                  </a:cubicBezTo>
                  <a:cubicBezTo>
                    <a:pt x="12" y="7"/>
                    <a:pt x="12" y="7"/>
                    <a:pt x="11" y="6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2501">
              <a:extLst>
                <a:ext uri="{FF2B5EF4-FFF2-40B4-BE49-F238E27FC236}">
                  <a16:creationId xmlns:a16="http://schemas.microsoft.com/office/drawing/2014/main" id="{F63DEE1C-C095-4F33-9C83-D2DEB356B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845"/>
              <a:ext cx="14" cy="13"/>
            </a:xfrm>
            <a:custGeom>
              <a:avLst/>
              <a:gdLst>
                <a:gd name="T0" fmla="*/ 0 w 7"/>
                <a:gd name="T1" fmla="*/ 20 h 6"/>
                <a:gd name="T2" fmla="*/ 32 w 7"/>
                <a:gd name="T3" fmla="*/ 61 h 6"/>
                <a:gd name="T4" fmla="*/ 56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3"/>
                    <a:pt x="2" y="4"/>
                    <a:pt x="4" y="6"/>
                  </a:cubicBezTo>
                  <a:cubicBezTo>
                    <a:pt x="5" y="4"/>
                    <a:pt x="5" y="1"/>
                    <a:pt x="7" y="0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2502">
              <a:extLst>
                <a:ext uri="{FF2B5EF4-FFF2-40B4-BE49-F238E27FC236}">
                  <a16:creationId xmlns:a16="http://schemas.microsoft.com/office/drawing/2014/main" id="{A63466D5-9E2C-45D5-8A7D-4D6195D1A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964"/>
              <a:ext cx="26" cy="43"/>
            </a:xfrm>
            <a:custGeom>
              <a:avLst/>
              <a:gdLst>
                <a:gd name="T0" fmla="*/ 64 w 13"/>
                <a:gd name="T1" fmla="*/ 0 h 20"/>
                <a:gd name="T2" fmla="*/ 104 w 13"/>
                <a:gd name="T3" fmla="*/ 52 h 20"/>
                <a:gd name="T4" fmla="*/ 0 w 13"/>
                <a:gd name="T5" fmla="*/ 19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8" y="0"/>
                  </a:moveTo>
                  <a:cubicBezTo>
                    <a:pt x="10" y="2"/>
                    <a:pt x="12" y="4"/>
                    <a:pt x="13" y="5"/>
                  </a:cubicBezTo>
                  <a:cubicBezTo>
                    <a:pt x="8" y="8"/>
                    <a:pt x="2" y="13"/>
                    <a:pt x="0" y="20"/>
                  </a:cubicBezTo>
                </a:path>
              </a:pathLst>
            </a:custGeom>
            <a:solidFill>
              <a:srgbClr val="972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2503">
              <a:extLst>
                <a:ext uri="{FF2B5EF4-FFF2-40B4-BE49-F238E27FC236}">
                  <a16:creationId xmlns:a16="http://schemas.microsoft.com/office/drawing/2014/main" id="{F665362E-817F-4AF7-9207-72F4660C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835"/>
              <a:ext cx="38" cy="21"/>
            </a:xfrm>
            <a:custGeom>
              <a:avLst/>
              <a:gdLst>
                <a:gd name="T0" fmla="*/ 0 w 19"/>
                <a:gd name="T1" fmla="*/ 0 h 10"/>
                <a:gd name="T2" fmla="*/ 16 w 19"/>
                <a:gd name="T3" fmla="*/ 92 h 10"/>
                <a:gd name="T4" fmla="*/ 72 w 19"/>
                <a:gd name="T5" fmla="*/ 48 h 10"/>
                <a:gd name="T6" fmla="*/ 128 w 19"/>
                <a:gd name="T7" fmla="*/ 76 h 10"/>
                <a:gd name="T8" fmla="*/ 152 w 19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3" y="3"/>
                    <a:pt x="4" y="7"/>
                    <a:pt x="2" y="10"/>
                  </a:cubicBezTo>
                  <a:cubicBezTo>
                    <a:pt x="4" y="9"/>
                    <a:pt x="7" y="5"/>
                    <a:pt x="9" y="5"/>
                  </a:cubicBezTo>
                  <a:cubicBezTo>
                    <a:pt x="11" y="5"/>
                    <a:pt x="14" y="8"/>
                    <a:pt x="16" y="8"/>
                  </a:cubicBezTo>
                  <a:cubicBezTo>
                    <a:pt x="16" y="6"/>
                    <a:pt x="17" y="3"/>
                    <a:pt x="19" y="1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2504">
              <a:extLst>
                <a:ext uri="{FF2B5EF4-FFF2-40B4-BE49-F238E27FC236}">
                  <a16:creationId xmlns:a16="http://schemas.microsoft.com/office/drawing/2014/main" id="{2099DCDF-0B67-4EEC-8810-9F9035A75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865"/>
              <a:ext cx="14" cy="19"/>
            </a:xfrm>
            <a:custGeom>
              <a:avLst/>
              <a:gdLst>
                <a:gd name="T0" fmla="*/ 0 w 7"/>
                <a:gd name="T1" fmla="*/ 36 h 9"/>
                <a:gd name="T2" fmla="*/ 24 w 7"/>
                <a:gd name="T3" fmla="*/ 84 h 9"/>
                <a:gd name="T4" fmla="*/ 56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1" y="6"/>
                    <a:pt x="2" y="8"/>
                    <a:pt x="3" y="9"/>
                  </a:cubicBezTo>
                  <a:cubicBezTo>
                    <a:pt x="5" y="7"/>
                    <a:pt x="6" y="3"/>
                    <a:pt x="7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2505">
              <a:extLst>
                <a:ext uri="{FF2B5EF4-FFF2-40B4-BE49-F238E27FC236}">
                  <a16:creationId xmlns:a16="http://schemas.microsoft.com/office/drawing/2014/main" id="{7BFCD83C-CD15-4211-B34D-4E8AE0B97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969"/>
              <a:ext cx="18" cy="17"/>
            </a:xfrm>
            <a:custGeom>
              <a:avLst/>
              <a:gdLst>
                <a:gd name="T0" fmla="*/ 0 w 9"/>
                <a:gd name="T1" fmla="*/ 77 h 8"/>
                <a:gd name="T2" fmla="*/ 72 w 9"/>
                <a:gd name="T3" fmla="*/ 68 h 8"/>
                <a:gd name="T4" fmla="*/ 64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2" y="8"/>
                    <a:pt x="7" y="8"/>
                    <a:pt x="9" y="7"/>
                  </a:cubicBezTo>
                  <a:cubicBezTo>
                    <a:pt x="9" y="5"/>
                    <a:pt x="8" y="2"/>
                    <a:pt x="8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2506">
              <a:extLst>
                <a:ext uri="{FF2B5EF4-FFF2-40B4-BE49-F238E27FC236}">
                  <a16:creationId xmlns:a16="http://schemas.microsoft.com/office/drawing/2014/main" id="{92032ECE-C07A-4702-8349-A86D3F321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030"/>
              <a:ext cx="16" cy="9"/>
            </a:xfrm>
            <a:custGeom>
              <a:avLst/>
              <a:gdLst>
                <a:gd name="T0" fmla="*/ 24 w 8"/>
                <a:gd name="T1" fmla="*/ 0 h 4"/>
                <a:gd name="T2" fmla="*/ 0 w 8"/>
                <a:gd name="T3" fmla="*/ 45 h 4"/>
                <a:gd name="T4" fmla="*/ 64 w 8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3" y="0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3" y="4"/>
                    <a:pt x="5" y="4"/>
                    <a:pt x="8" y="4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2507">
              <a:extLst>
                <a:ext uri="{FF2B5EF4-FFF2-40B4-BE49-F238E27FC236}">
                  <a16:creationId xmlns:a16="http://schemas.microsoft.com/office/drawing/2014/main" id="{2FCAD373-5202-429E-804A-42115153A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007"/>
              <a:ext cx="20" cy="13"/>
            </a:xfrm>
            <a:custGeom>
              <a:avLst/>
              <a:gdLst>
                <a:gd name="T0" fmla="*/ 8 w 10"/>
                <a:gd name="T1" fmla="*/ 9 h 6"/>
                <a:gd name="T2" fmla="*/ 0 w 10"/>
                <a:gd name="T3" fmla="*/ 43 h 6"/>
                <a:gd name="T4" fmla="*/ 80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1" y="1"/>
                  </a:moveTo>
                  <a:cubicBezTo>
                    <a:pt x="1" y="2"/>
                    <a:pt x="1" y="3"/>
                    <a:pt x="0" y="4"/>
                  </a:cubicBezTo>
                  <a:cubicBezTo>
                    <a:pt x="3" y="6"/>
                    <a:pt x="8" y="3"/>
                    <a:pt x="10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2508">
              <a:extLst>
                <a:ext uri="{FF2B5EF4-FFF2-40B4-BE49-F238E27FC236}">
                  <a16:creationId xmlns:a16="http://schemas.microsoft.com/office/drawing/2014/main" id="{EEECCE2A-EFAF-49ED-B478-DEB033C41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052"/>
              <a:ext cx="18" cy="25"/>
            </a:xfrm>
            <a:custGeom>
              <a:avLst/>
              <a:gdLst>
                <a:gd name="T0" fmla="*/ 72 w 9"/>
                <a:gd name="T1" fmla="*/ 0 h 12"/>
                <a:gd name="T2" fmla="*/ 56 w 9"/>
                <a:gd name="T3" fmla="*/ 108 h 12"/>
                <a:gd name="T4" fmla="*/ 0 w 9"/>
                <a:gd name="T5" fmla="*/ 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9" y="4"/>
                    <a:pt x="9" y="8"/>
                    <a:pt x="7" y="12"/>
                  </a:cubicBezTo>
                  <a:cubicBezTo>
                    <a:pt x="5" y="9"/>
                    <a:pt x="3" y="6"/>
                    <a:pt x="0" y="3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2509">
              <a:extLst>
                <a:ext uri="{FF2B5EF4-FFF2-40B4-BE49-F238E27FC236}">
                  <a16:creationId xmlns:a16="http://schemas.microsoft.com/office/drawing/2014/main" id="{5035D9C2-BAA3-4A81-AEFA-B7AE0BCCB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137"/>
              <a:ext cx="22" cy="21"/>
            </a:xfrm>
            <a:custGeom>
              <a:avLst/>
              <a:gdLst>
                <a:gd name="T0" fmla="*/ 80 w 11"/>
                <a:gd name="T1" fmla="*/ 0 h 10"/>
                <a:gd name="T2" fmla="*/ 88 w 11"/>
                <a:gd name="T3" fmla="*/ 84 h 10"/>
                <a:gd name="T4" fmla="*/ 0 w 11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0" y="0"/>
                  </a:moveTo>
                  <a:cubicBezTo>
                    <a:pt x="10" y="3"/>
                    <a:pt x="11" y="6"/>
                    <a:pt x="11" y="9"/>
                  </a:cubicBezTo>
                  <a:cubicBezTo>
                    <a:pt x="8" y="8"/>
                    <a:pt x="2" y="10"/>
                    <a:pt x="0" y="1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2510">
              <a:extLst>
                <a:ext uri="{FF2B5EF4-FFF2-40B4-BE49-F238E27FC236}">
                  <a16:creationId xmlns:a16="http://schemas.microsoft.com/office/drawing/2014/main" id="{C4547269-50C3-40F6-BB7F-0CA7F0D24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145"/>
              <a:ext cx="24" cy="26"/>
            </a:xfrm>
            <a:custGeom>
              <a:avLst/>
              <a:gdLst>
                <a:gd name="T0" fmla="*/ 0 w 12"/>
                <a:gd name="T1" fmla="*/ 20 h 12"/>
                <a:gd name="T2" fmla="*/ 24 w 12"/>
                <a:gd name="T3" fmla="*/ 121 h 12"/>
                <a:gd name="T4" fmla="*/ 96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2"/>
                  </a:moveTo>
                  <a:cubicBezTo>
                    <a:pt x="2" y="5"/>
                    <a:pt x="3" y="9"/>
                    <a:pt x="3" y="12"/>
                  </a:cubicBezTo>
                  <a:cubicBezTo>
                    <a:pt x="6" y="8"/>
                    <a:pt x="8" y="1"/>
                    <a:pt x="12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2511">
              <a:extLst>
                <a:ext uri="{FF2B5EF4-FFF2-40B4-BE49-F238E27FC236}">
                  <a16:creationId xmlns:a16="http://schemas.microsoft.com/office/drawing/2014/main" id="{664CCE18-D7B1-469A-ABAF-C34AEBCD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120"/>
              <a:ext cx="28" cy="38"/>
            </a:xfrm>
            <a:custGeom>
              <a:avLst/>
              <a:gdLst>
                <a:gd name="T0" fmla="*/ 96 w 14"/>
                <a:gd name="T1" fmla="*/ 0 h 18"/>
                <a:gd name="T2" fmla="*/ 104 w 14"/>
                <a:gd name="T3" fmla="*/ 169 h 18"/>
                <a:gd name="T4" fmla="*/ 72 w 14"/>
                <a:gd name="T5" fmla="*/ 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2" y="0"/>
                  </a:moveTo>
                  <a:cubicBezTo>
                    <a:pt x="8" y="7"/>
                    <a:pt x="14" y="12"/>
                    <a:pt x="13" y="18"/>
                  </a:cubicBezTo>
                  <a:cubicBezTo>
                    <a:pt x="9" y="12"/>
                    <a:pt x="0" y="8"/>
                    <a:pt x="9" y="2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2512">
              <a:extLst>
                <a:ext uri="{FF2B5EF4-FFF2-40B4-BE49-F238E27FC236}">
                  <a16:creationId xmlns:a16="http://schemas.microsoft.com/office/drawing/2014/main" id="{2CAAFCDF-69AD-4065-9A63-75BBAAD7B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030"/>
              <a:ext cx="18" cy="22"/>
            </a:xfrm>
            <a:custGeom>
              <a:avLst/>
              <a:gdLst>
                <a:gd name="T0" fmla="*/ 0 w 9"/>
                <a:gd name="T1" fmla="*/ 53 h 10"/>
                <a:gd name="T2" fmla="*/ 48 w 9"/>
                <a:gd name="T3" fmla="*/ 97 h 10"/>
                <a:gd name="T4" fmla="*/ 56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7"/>
                    <a:pt x="4" y="10"/>
                    <a:pt x="6" y="9"/>
                  </a:cubicBezTo>
                  <a:cubicBezTo>
                    <a:pt x="9" y="7"/>
                    <a:pt x="5" y="3"/>
                    <a:pt x="7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2513">
              <a:extLst>
                <a:ext uri="{FF2B5EF4-FFF2-40B4-BE49-F238E27FC236}">
                  <a16:creationId xmlns:a16="http://schemas.microsoft.com/office/drawing/2014/main" id="{F35F488C-E68C-43B6-A153-6AFEEF2A4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960"/>
              <a:ext cx="16" cy="34"/>
            </a:xfrm>
            <a:custGeom>
              <a:avLst/>
              <a:gdLst>
                <a:gd name="T0" fmla="*/ 56 w 8"/>
                <a:gd name="T1" fmla="*/ 0 h 16"/>
                <a:gd name="T2" fmla="*/ 64 w 8"/>
                <a:gd name="T3" fmla="*/ 153 h 16"/>
                <a:gd name="T4" fmla="*/ 8 w 8"/>
                <a:gd name="T5" fmla="*/ 85 h 16"/>
                <a:gd name="T6" fmla="*/ 24 w 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7" y="0"/>
                  </a:moveTo>
                  <a:cubicBezTo>
                    <a:pt x="3" y="3"/>
                    <a:pt x="8" y="11"/>
                    <a:pt x="8" y="16"/>
                  </a:cubicBezTo>
                  <a:cubicBezTo>
                    <a:pt x="6" y="14"/>
                    <a:pt x="2" y="11"/>
                    <a:pt x="1" y="9"/>
                  </a:cubicBezTo>
                  <a:cubicBezTo>
                    <a:pt x="0" y="7"/>
                    <a:pt x="2" y="3"/>
                    <a:pt x="3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2514">
              <a:extLst>
                <a:ext uri="{FF2B5EF4-FFF2-40B4-BE49-F238E27FC236}">
                  <a16:creationId xmlns:a16="http://schemas.microsoft.com/office/drawing/2014/main" id="{96257CA3-F25B-47C3-AA00-81316B32F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890"/>
              <a:ext cx="13" cy="17"/>
            </a:xfrm>
            <a:custGeom>
              <a:avLst/>
              <a:gdLst>
                <a:gd name="T0" fmla="*/ 0 w 7"/>
                <a:gd name="T1" fmla="*/ 77 h 8"/>
                <a:gd name="T2" fmla="*/ 45 w 7"/>
                <a:gd name="T3" fmla="*/ 9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7"/>
                    <a:pt x="6" y="4"/>
                    <a:pt x="7" y="1"/>
                  </a:cubicBezTo>
                  <a:cubicBezTo>
                    <a:pt x="6" y="1"/>
                    <a:pt x="5" y="0"/>
                    <a:pt x="4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2515">
              <a:extLst>
                <a:ext uri="{FF2B5EF4-FFF2-40B4-BE49-F238E27FC236}">
                  <a16:creationId xmlns:a16="http://schemas.microsoft.com/office/drawing/2014/main" id="{3A7102C3-2627-4376-9FC0-FDBD1DD58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794"/>
              <a:ext cx="20" cy="22"/>
            </a:xfrm>
            <a:custGeom>
              <a:avLst/>
              <a:gdLst>
                <a:gd name="T0" fmla="*/ 0 w 10"/>
                <a:gd name="T1" fmla="*/ 64 h 10"/>
                <a:gd name="T2" fmla="*/ 48 w 10"/>
                <a:gd name="T3" fmla="*/ 106 h 10"/>
                <a:gd name="T4" fmla="*/ 8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2" y="8"/>
                    <a:pt x="4" y="9"/>
                    <a:pt x="6" y="10"/>
                  </a:cubicBezTo>
                  <a:cubicBezTo>
                    <a:pt x="7" y="7"/>
                    <a:pt x="8" y="3"/>
                    <a:pt x="10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2516">
              <a:extLst>
                <a:ext uri="{FF2B5EF4-FFF2-40B4-BE49-F238E27FC236}">
                  <a16:creationId xmlns:a16="http://schemas.microsoft.com/office/drawing/2014/main" id="{3BA15006-9F2F-4113-ABD9-CCD5DCEED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916"/>
              <a:ext cx="24" cy="21"/>
            </a:xfrm>
            <a:custGeom>
              <a:avLst/>
              <a:gdLst>
                <a:gd name="T0" fmla="*/ 8 w 12"/>
                <a:gd name="T1" fmla="*/ 0 h 10"/>
                <a:gd name="T2" fmla="*/ 0 w 12"/>
                <a:gd name="T3" fmla="*/ 92 h 10"/>
                <a:gd name="T4" fmla="*/ 96 w 12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" y="0"/>
                  </a:moveTo>
                  <a:cubicBezTo>
                    <a:pt x="2" y="3"/>
                    <a:pt x="1" y="7"/>
                    <a:pt x="0" y="10"/>
                  </a:cubicBezTo>
                  <a:cubicBezTo>
                    <a:pt x="4" y="8"/>
                    <a:pt x="8" y="5"/>
                    <a:pt x="12" y="4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2517">
              <a:extLst>
                <a:ext uri="{FF2B5EF4-FFF2-40B4-BE49-F238E27FC236}">
                  <a16:creationId xmlns:a16="http://schemas.microsoft.com/office/drawing/2014/main" id="{09010344-1A9A-42BE-88D0-CF21EE0CF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939"/>
              <a:ext cx="36" cy="36"/>
            </a:xfrm>
            <a:custGeom>
              <a:avLst/>
              <a:gdLst>
                <a:gd name="T0" fmla="*/ 24 w 18"/>
                <a:gd name="T1" fmla="*/ 0 h 17"/>
                <a:gd name="T2" fmla="*/ 0 w 18"/>
                <a:gd name="T3" fmla="*/ 161 h 17"/>
                <a:gd name="T4" fmla="*/ 144 w 18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3" y="0"/>
                  </a:moveTo>
                  <a:cubicBezTo>
                    <a:pt x="9" y="6"/>
                    <a:pt x="1" y="11"/>
                    <a:pt x="0" y="17"/>
                  </a:cubicBezTo>
                  <a:cubicBezTo>
                    <a:pt x="6" y="13"/>
                    <a:pt x="12" y="7"/>
                    <a:pt x="18" y="3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2518">
              <a:extLst>
                <a:ext uri="{FF2B5EF4-FFF2-40B4-BE49-F238E27FC236}">
                  <a16:creationId xmlns:a16="http://schemas.microsoft.com/office/drawing/2014/main" id="{A2034966-9CB5-48FC-A832-6919F8035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884"/>
              <a:ext cx="20" cy="36"/>
            </a:xfrm>
            <a:custGeom>
              <a:avLst/>
              <a:gdLst>
                <a:gd name="T0" fmla="*/ 80 w 10"/>
                <a:gd name="T1" fmla="*/ 0 h 17"/>
                <a:gd name="T2" fmla="*/ 56 w 10"/>
                <a:gd name="T3" fmla="*/ 161 h 17"/>
                <a:gd name="T4" fmla="*/ 0 w 10"/>
                <a:gd name="T5" fmla="*/ 6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5" y="4"/>
                    <a:pt x="7" y="11"/>
                    <a:pt x="7" y="17"/>
                  </a:cubicBezTo>
                  <a:cubicBezTo>
                    <a:pt x="5" y="12"/>
                    <a:pt x="2" y="10"/>
                    <a:pt x="0" y="7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2519">
              <a:extLst>
                <a:ext uri="{FF2B5EF4-FFF2-40B4-BE49-F238E27FC236}">
                  <a16:creationId xmlns:a16="http://schemas.microsoft.com/office/drawing/2014/main" id="{A39E3796-6EF4-41EC-B907-77530F0A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835"/>
              <a:ext cx="28" cy="30"/>
            </a:xfrm>
            <a:custGeom>
              <a:avLst/>
              <a:gdLst>
                <a:gd name="T0" fmla="*/ 80 w 14"/>
                <a:gd name="T1" fmla="*/ 0 h 14"/>
                <a:gd name="T2" fmla="*/ 112 w 14"/>
                <a:gd name="T3" fmla="*/ 77 h 14"/>
                <a:gd name="T4" fmla="*/ 8 w 14"/>
                <a:gd name="T5" fmla="*/ 137 h 14"/>
                <a:gd name="T6" fmla="*/ 8 w 14"/>
                <a:gd name="T7" fmla="*/ 77 h 14"/>
                <a:gd name="T8" fmla="*/ 64 w 14"/>
                <a:gd name="T9" fmla="*/ 2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0"/>
                  </a:moveTo>
                  <a:cubicBezTo>
                    <a:pt x="10" y="3"/>
                    <a:pt x="11" y="6"/>
                    <a:pt x="14" y="8"/>
                  </a:cubicBezTo>
                  <a:cubicBezTo>
                    <a:pt x="10" y="8"/>
                    <a:pt x="5" y="11"/>
                    <a:pt x="1" y="14"/>
                  </a:cubicBezTo>
                  <a:cubicBezTo>
                    <a:pt x="2" y="12"/>
                    <a:pt x="0" y="10"/>
                    <a:pt x="1" y="8"/>
                  </a:cubicBezTo>
                  <a:cubicBezTo>
                    <a:pt x="2" y="5"/>
                    <a:pt x="6" y="4"/>
                    <a:pt x="8" y="3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2520">
              <a:extLst>
                <a:ext uri="{FF2B5EF4-FFF2-40B4-BE49-F238E27FC236}">
                  <a16:creationId xmlns:a16="http://schemas.microsoft.com/office/drawing/2014/main" id="{5A2490BE-4694-4F04-97F2-7F2E1855D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841"/>
              <a:ext cx="24" cy="13"/>
            </a:xfrm>
            <a:custGeom>
              <a:avLst/>
              <a:gdLst>
                <a:gd name="T0" fmla="*/ 0 w 12"/>
                <a:gd name="T1" fmla="*/ 0 h 6"/>
                <a:gd name="T2" fmla="*/ 16 w 12"/>
                <a:gd name="T3" fmla="*/ 61 h 6"/>
                <a:gd name="T4" fmla="*/ 96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2" y="2"/>
                    <a:pt x="1" y="4"/>
                    <a:pt x="2" y="6"/>
                  </a:cubicBezTo>
                  <a:cubicBezTo>
                    <a:pt x="5" y="4"/>
                    <a:pt x="7" y="1"/>
                    <a:pt x="12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2521">
              <a:extLst>
                <a:ext uri="{FF2B5EF4-FFF2-40B4-BE49-F238E27FC236}">
                  <a16:creationId xmlns:a16="http://schemas.microsoft.com/office/drawing/2014/main" id="{33EC9EC3-76BE-45F3-B38C-98D3A62EF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769"/>
              <a:ext cx="22" cy="17"/>
            </a:xfrm>
            <a:custGeom>
              <a:avLst/>
              <a:gdLst>
                <a:gd name="T0" fmla="*/ 0 w 11"/>
                <a:gd name="T1" fmla="*/ 0 h 8"/>
                <a:gd name="T2" fmla="*/ 32 w 11"/>
                <a:gd name="T3" fmla="*/ 77 h 8"/>
                <a:gd name="T4" fmla="*/ 88 w 11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1" y="2"/>
                    <a:pt x="2" y="7"/>
                    <a:pt x="4" y="8"/>
                  </a:cubicBezTo>
                  <a:cubicBezTo>
                    <a:pt x="6" y="8"/>
                    <a:pt x="9" y="4"/>
                    <a:pt x="11" y="4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2522">
              <a:extLst>
                <a:ext uri="{FF2B5EF4-FFF2-40B4-BE49-F238E27FC236}">
                  <a16:creationId xmlns:a16="http://schemas.microsoft.com/office/drawing/2014/main" id="{21AFF798-47E7-4693-90E4-15DBBD678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922"/>
              <a:ext cx="18" cy="15"/>
            </a:xfrm>
            <a:custGeom>
              <a:avLst/>
              <a:gdLst>
                <a:gd name="T0" fmla="*/ 0 w 9"/>
                <a:gd name="T1" fmla="*/ 51 h 7"/>
                <a:gd name="T2" fmla="*/ 64 w 9"/>
                <a:gd name="T3" fmla="*/ 0 h 7"/>
                <a:gd name="T4" fmla="*/ 72 w 9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1" y="2"/>
                    <a:pt x="5" y="0"/>
                    <a:pt x="8" y="0"/>
                  </a:cubicBezTo>
                  <a:cubicBezTo>
                    <a:pt x="9" y="2"/>
                    <a:pt x="8" y="5"/>
                    <a:pt x="9" y="7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2523">
              <a:extLst>
                <a:ext uri="{FF2B5EF4-FFF2-40B4-BE49-F238E27FC236}">
                  <a16:creationId xmlns:a16="http://schemas.microsoft.com/office/drawing/2014/main" id="{902B2E84-48A2-47B2-8C09-7A9A21FA6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028"/>
              <a:ext cx="18" cy="13"/>
            </a:xfrm>
            <a:custGeom>
              <a:avLst/>
              <a:gdLst>
                <a:gd name="T0" fmla="*/ 72 w 9"/>
                <a:gd name="T1" fmla="*/ 0 h 6"/>
                <a:gd name="T2" fmla="*/ 64 w 9"/>
                <a:gd name="T3" fmla="*/ 52 h 6"/>
                <a:gd name="T4" fmla="*/ 0 w 9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7" y="1"/>
                    <a:pt x="8" y="3"/>
                    <a:pt x="8" y="5"/>
                  </a:cubicBezTo>
                  <a:cubicBezTo>
                    <a:pt x="5" y="5"/>
                    <a:pt x="3" y="4"/>
                    <a:pt x="0" y="6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2524">
              <a:extLst>
                <a:ext uri="{FF2B5EF4-FFF2-40B4-BE49-F238E27FC236}">
                  <a16:creationId xmlns:a16="http://schemas.microsoft.com/office/drawing/2014/main" id="{B560EDEF-2031-4C4C-991C-C5FFF845C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252"/>
              <a:ext cx="20" cy="12"/>
            </a:xfrm>
            <a:custGeom>
              <a:avLst/>
              <a:gdLst>
                <a:gd name="T0" fmla="*/ 0 w 10"/>
                <a:gd name="T1" fmla="*/ 40 h 6"/>
                <a:gd name="T2" fmla="*/ 24 w 10"/>
                <a:gd name="T3" fmla="*/ 0 h 6"/>
                <a:gd name="T4" fmla="*/ 80 w 10"/>
                <a:gd name="T5" fmla="*/ 4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1" y="4"/>
                    <a:pt x="2" y="2"/>
                    <a:pt x="3" y="0"/>
                  </a:cubicBezTo>
                  <a:cubicBezTo>
                    <a:pt x="6" y="1"/>
                    <a:pt x="8" y="4"/>
                    <a:pt x="10" y="6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2525">
              <a:extLst>
                <a:ext uri="{FF2B5EF4-FFF2-40B4-BE49-F238E27FC236}">
                  <a16:creationId xmlns:a16="http://schemas.microsoft.com/office/drawing/2014/main" id="{81A8DD37-06EB-490D-BF55-73D5E2A9F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294"/>
              <a:ext cx="20" cy="21"/>
            </a:xfrm>
            <a:custGeom>
              <a:avLst/>
              <a:gdLst>
                <a:gd name="T0" fmla="*/ 0 w 10"/>
                <a:gd name="T1" fmla="*/ 36 h 10"/>
                <a:gd name="T2" fmla="*/ 16 w 10"/>
                <a:gd name="T3" fmla="*/ 92 h 10"/>
                <a:gd name="T4" fmla="*/ 8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0" y="6"/>
                    <a:pt x="1" y="8"/>
                    <a:pt x="2" y="10"/>
                  </a:cubicBezTo>
                  <a:cubicBezTo>
                    <a:pt x="5" y="7"/>
                    <a:pt x="6" y="2"/>
                    <a:pt x="10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2526">
              <a:extLst>
                <a:ext uri="{FF2B5EF4-FFF2-40B4-BE49-F238E27FC236}">
                  <a16:creationId xmlns:a16="http://schemas.microsoft.com/office/drawing/2014/main" id="{E2010C77-BEC9-4843-8210-58E11DE26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407"/>
              <a:ext cx="20" cy="32"/>
            </a:xfrm>
            <a:custGeom>
              <a:avLst/>
              <a:gdLst>
                <a:gd name="T0" fmla="*/ 56 w 10"/>
                <a:gd name="T1" fmla="*/ 0 h 15"/>
                <a:gd name="T2" fmla="*/ 80 w 10"/>
                <a:gd name="T3" fmla="*/ 105 h 15"/>
                <a:gd name="T4" fmla="*/ 40 w 10"/>
                <a:gd name="T5" fmla="*/ 145 h 15"/>
                <a:gd name="T6" fmla="*/ 0 w 10"/>
                <a:gd name="T7" fmla="*/ 2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7" y="0"/>
                  </a:moveTo>
                  <a:cubicBezTo>
                    <a:pt x="5" y="4"/>
                    <a:pt x="7" y="8"/>
                    <a:pt x="10" y="11"/>
                  </a:cubicBezTo>
                  <a:cubicBezTo>
                    <a:pt x="9" y="13"/>
                    <a:pt x="7" y="14"/>
                    <a:pt x="5" y="15"/>
                  </a:cubicBezTo>
                  <a:cubicBezTo>
                    <a:pt x="5" y="11"/>
                    <a:pt x="3" y="7"/>
                    <a:pt x="0" y="3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2527">
              <a:extLst>
                <a:ext uri="{FF2B5EF4-FFF2-40B4-BE49-F238E27FC236}">
                  <a16:creationId xmlns:a16="http://schemas.microsoft.com/office/drawing/2014/main" id="{ED804AFE-928B-4DDF-AD79-1A2171E3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526"/>
              <a:ext cx="20" cy="21"/>
            </a:xfrm>
            <a:custGeom>
              <a:avLst/>
              <a:gdLst>
                <a:gd name="T0" fmla="*/ 0 w 10"/>
                <a:gd name="T1" fmla="*/ 36 h 10"/>
                <a:gd name="T2" fmla="*/ 0 w 10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10" y="0"/>
                    <a:pt x="8" y="7"/>
                    <a:pt x="0" y="1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2528">
              <a:extLst>
                <a:ext uri="{FF2B5EF4-FFF2-40B4-BE49-F238E27FC236}">
                  <a16:creationId xmlns:a16="http://schemas.microsoft.com/office/drawing/2014/main" id="{A4C33C6B-8907-4372-B07D-8C5E054A8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473"/>
              <a:ext cx="18" cy="19"/>
            </a:xfrm>
            <a:custGeom>
              <a:avLst/>
              <a:gdLst>
                <a:gd name="T0" fmla="*/ 0 w 9"/>
                <a:gd name="T1" fmla="*/ 0 h 9"/>
                <a:gd name="T2" fmla="*/ 16 w 9"/>
                <a:gd name="T3" fmla="*/ 84 h 9"/>
                <a:gd name="T4" fmla="*/ 72 w 9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2" y="3"/>
                    <a:pt x="2" y="6"/>
                    <a:pt x="2" y="9"/>
                  </a:cubicBezTo>
                  <a:cubicBezTo>
                    <a:pt x="4" y="7"/>
                    <a:pt x="7" y="6"/>
                    <a:pt x="9" y="4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2529">
              <a:extLst>
                <a:ext uri="{FF2B5EF4-FFF2-40B4-BE49-F238E27FC236}">
                  <a16:creationId xmlns:a16="http://schemas.microsoft.com/office/drawing/2014/main" id="{97FC17A6-BCE6-4D5E-B7CA-6F4D22982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394"/>
              <a:ext cx="26" cy="36"/>
            </a:xfrm>
            <a:custGeom>
              <a:avLst/>
              <a:gdLst>
                <a:gd name="T0" fmla="*/ 0 w 13"/>
                <a:gd name="T1" fmla="*/ 59 h 17"/>
                <a:gd name="T2" fmla="*/ 24 w 13"/>
                <a:gd name="T3" fmla="*/ 161 h 17"/>
                <a:gd name="T4" fmla="*/ 104 w 13"/>
                <a:gd name="T5" fmla="*/ 93 h 17"/>
                <a:gd name="T6" fmla="*/ 48 w 13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7">
                  <a:moveTo>
                    <a:pt x="0" y="6"/>
                  </a:moveTo>
                  <a:cubicBezTo>
                    <a:pt x="7" y="4"/>
                    <a:pt x="4" y="13"/>
                    <a:pt x="3" y="17"/>
                  </a:cubicBezTo>
                  <a:cubicBezTo>
                    <a:pt x="5" y="16"/>
                    <a:pt x="11" y="12"/>
                    <a:pt x="13" y="10"/>
                  </a:cubicBezTo>
                  <a:cubicBezTo>
                    <a:pt x="9" y="7"/>
                    <a:pt x="6" y="5"/>
                    <a:pt x="6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2530">
              <a:extLst>
                <a:ext uri="{FF2B5EF4-FFF2-40B4-BE49-F238E27FC236}">
                  <a16:creationId xmlns:a16="http://schemas.microsoft.com/office/drawing/2014/main" id="{62F40EF7-5B84-4533-9D53-46B3DC778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294"/>
              <a:ext cx="18" cy="19"/>
            </a:xfrm>
            <a:custGeom>
              <a:avLst/>
              <a:gdLst>
                <a:gd name="T0" fmla="*/ 40 w 9"/>
                <a:gd name="T1" fmla="*/ 0 h 9"/>
                <a:gd name="T2" fmla="*/ 72 w 9"/>
                <a:gd name="T3" fmla="*/ 76 h 9"/>
                <a:gd name="T4" fmla="*/ 0 w 9"/>
                <a:gd name="T5" fmla="*/ 5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6" y="3"/>
                    <a:pt x="9" y="5"/>
                    <a:pt x="9" y="8"/>
                  </a:cubicBezTo>
                  <a:cubicBezTo>
                    <a:pt x="6" y="9"/>
                    <a:pt x="4" y="5"/>
                    <a:pt x="0" y="6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2531">
              <a:extLst>
                <a:ext uri="{FF2B5EF4-FFF2-40B4-BE49-F238E27FC236}">
                  <a16:creationId xmlns:a16="http://schemas.microsoft.com/office/drawing/2014/main" id="{41D95C94-7BD4-4385-B52A-13D612A85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216"/>
              <a:ext cx="50" cy="36"/>
            </a:xfrm>
            <a:custGeom>
              <a:avLst/>
              <a:gdLst>
                <a:gd name="T0" fmla="*/ 0 w 25"/>
                <a:gd name="T1" fmla="*/ 68 h 17"/>
                <a:gd name="T2" fmla="*/ 40 w 25"/>
                <a:gd name="T3" fmla="*/ 161 h 17"/>
                <a:gd name="T4" fmla="*/ 200 w 25"/>
                <a:gd name="T5" fmla="*/ 76 h 17"/>
                <a:gd name="T6" fmla="*/ 112 w 25"/>
                <a:gd name="T7" fmla="*/ 59 h 17"/>
                <a:gd name="T8" fmla="*/ 80 w 2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7"/>
                  </a:moveTo>
                  <a:cubicBezTo>
                    <a:pt x="5" y="2"/>
                    <a:pt x="5" y="15"/>
                    <a:pt x="5" y="17"/>
                  </a:cubicBezTo>
                  <a:cubicBezTo>
                    <a:pt x="13" y="17"/>
                    <a:pt x="19" y="13"/>
                    <a:pt x="25" y="8"/>
                  </a:cubicBezTo>
                  <a:cubicBezTo>
                    <a:pt x="22" y="10"/>
                    <a:pt x="17" y="8"/>
                    <a:pt x="14" y="6"/>
                  </a:cubicBezTo>
                  <a:cubicBezTo>
                    <a:pt x="11" y="4"/>
                    <a:pt x="11" y="1"/>
                    <a:pt x="10" y="0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2532">
              <a:extLst>
                <a:ext uri="{FF2B5EF4-FFF2-40B4-BE49-F238E27FC236}">
                  <a16:creationId xmlns:a16="http://schemas.microsoft.com/office/drawing/2014/main" id="{3992ECC6-202C-4524-B604-831DDC543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139"/>
              <a:ext cx="14" cy="38"/>
            </a:xfrm>
            <a:custGeom>
              <a:avLst/>
              <a:gdLst>
                <a:gd name="T0" fmla="*/ 48 w 7"/>
                <a:gd name="T1" fmla="*/ 0 h 18"/>
                <a:gd name="T2" fmla="*/ 48 w 7"/>
                <a:gd name="T3" fmla="*/ 120 h 18"/>
                <a:gd name="T4" fmla="*/ 16 w 7"/>
                <a:gd name="T5" fmla="*/ 169 h 18"/>
                <a:gd name="T6" fmla="*/ 0 w 7"/>
                <a:gd name="T7" fmla="*/ 7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6" y="0"/>
                  </a:moveTo>
                  <a:cubicBezTo>
                    <a:pt x="3" y="4"/>
                    <a:pt x="7" y="9"/>
                    <a:pt x="6" y="13"/>
                  </a:cubicBezTo>
                  <a:cubicBezTo>
                    <a:pt x="6" y="15"/>
                    <a:pt x="4" y="16"/>
                    <a:pt x="2" y="18"/>
                  </a:cubicBezTo>
                  <a:cubicBezTo>
                    <a:pt x="2" y="14"/>
                    <a:pt x="1" y="11"/>
                    <a:pt x="0" y="8"/>
                  </a:cubicBezTo>
                </a:path>
              </a:pathLst>
            </a:custGeom>
            <a:solidFill>
              <a:srgbClr val="F5B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2533">
              <a:extLst>
                <a:ext uri="{FF2B5EF4-FFF2-40B4-BE49-F238E27FC236}">
                  <a16:creationId xmlns:a16="http://schemas.microsoft.com/office/drawing/2014/main" id="{89462D89-916E-4753-9BC8-CAF6CA022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209"/>
              <a:ext cx="46" cy="53"/>
            </a:xfrm>
            <a:custGeom>
              <a:avLst/>
              <a:gdLst>
                <a:gd name="T0" fmla="*/ 0 w 23"/>
                <a:gd name="T1" fmla="*/ 237 h 25"/>
                <a:gd name="T2" fmla="*/ 152 w 23"/>
                <a:gd name="T3" fmla="*/ 0 h 25"/>
                <a:gd name="T4" fmla="*/ 176 w 23"/>
                <a:gd name="T5" fmla="*/ 125 h 25"/>
                <a:gd name="T6" fmla="*/ 56 w 23"/>
                <a:gd name="T7" fmla="*/ 22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0" y="25"/>
                  </a:moveTo>
                  <a:cubicBezTo>
                    <a:pt x="12" y="20"/>
                    <a:pt x="23" y="15"/>
                    <a:pt x="19" y="0"/>
                  </a:cubicBezTo>
                  <a:cubicBezTo>
                    <a:pt x="21" y="4"/>
                    <a:pt x="23" y="10"/>
                    <a:pt x="22" y="13"/>
                  </a:cubicBezTo>
                  <a:cubicBezTo>
                    <a:pt x="20" y="21"/>
                    <a:pt x="12" y="20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2534">
              <a:extLst>
                <a:ext uri="{FF2B5EF4-FFF2-40B4-BE49-F238E27FC236}">
                  <a16:creationId xmlns:a16="http://schemas.microsoft.com/office/drawing/2014/main" id="{5F214C0D-B7DC-46C5-9B76-111DCEEEE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139"/>
              <a:ext cx="43" cy="49"/>
            </a:xfrm>
            <a:custGeom>
              <a:avLst/>
              <a:gdLst>
                <a:gd name="T0" fmla="*/ 0 w 22"/>
                <a:gd name="T1" fmla="*/ 205 h 23"/>
                <a:gd name="T2" fmla="*/ 133 w 22"/>
                <a:gd name="T3" fmla="*/ 0 h 23"/>
                <a:gd name="T4" fmla="*/ 156 w 22"/>
                <a:gd name="T5" fmla="*/ 145 h 23"/>
                <a:gd name="T6" fmla="*/ 39 w 22"/>
                <a:gd name="T7" fmla="*/ 22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0" y="21"/>
                  </a:moveTo>
                  <a:cubicBezTo>
                    <a:pt x="15" y="22"/>
                    <a:pt x="18" y="13"/>
                    <a:pt x="18" y="0"/>
                  </a:cubicBezTo>
                  <a:cubicBezTo>
                    <a:pt x="18" y="5"/>
                    <a:pt x="22" y="11"/>
                    <a:pt x="21" y="15"/>
                  </a:cubicBezTo>
                  <a:cubicBezTo>
                    <a:pt x="19" y="22"/>
                    <a:pt x="11" y="23"/>
                    <a:pt x="5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2535">
              <a:extLst>
                <a:ext uri="{FF2B5EF4-FFF2-40B4-BE49-F238E27FC236}">
                  <a16:creationId xmlns:a16="http://schemas.microsoft.com/office/drawing/2014/main" id="{8A91EE35-9599-40DC-BDE1-731C611CB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352"/>
              <a:ext cx="46" cy="53"/>
            </a:xfrm>
            <a:custGeom>
              <a:avLst/>
              <a:gdLst>
                <a:gd name="T0" fmla="*/ 0 w 23"/>
                <a:gd name="T1" fmla="*/ 237 h 25"/>
                <a:gd name="T2" fmla="*/ 152 w 23"/>
                <a:gd name="T3" fmla="*/ 0 h 25"/>
                <a:gd name="T4" fmla="*/ 168 w 23"/>
                <a:gd name="T5" fmla="*/ 161 h 25"/>
                <a:gd name="T6" fmla="*/ 8 w 23"/>
                <a:gd name="T7" fmla="*/ 2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0" y="25"/>
                  </a:moveTo>
                  <a:cubicBezTo>
                    <a:pt x="14" y="22"/>
                    <a:pt x="20" y="15"/>
                    <a:pt x="19" y="0"/>
                  </a:cubicBezTo>
                  <a:cubicBezTo>
                    <a:pt x="20" y="4"/>
                    <a:pt x="23" y="12"/>
                    <a:pt x="21" y="17"/>
                  </a:cubicBezTo>
                  <a:cubicBezTo>
                    <a:pt x="19" y="24"/>
                    <a:pt x="7" y="23"/>
                    <a:pt x="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2536">
              <a:extLst>
                <a:ext uri="{FF2B5EF4-FFF2-40B4-BE49-F238E27FC236}">
                  <a16:creationId xmlns:a16="http://schemas.microsoft.com/office/drawing/2014/main" id="{B9406823-D444-485C-A0A3-EEAE43FB0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403"/>
              <a:ext cx="46" cy="70"/>
            </a:xfrm>
            <a:custGeom>
              <a:avLst/>
              <a:gdLst>
                <a:gd name="T0" fmla="*/ 152 w 23"/>
                <a:gd name="T1" fmla="*/ 0 h 33"/>
                <a:gd name="T2" fmla="*/ 104 w 23"/>
                <a:gd name="T3" fmla="*/ 238 h 33"/>
                <a:gd name="T4" fmla="*/ 0 w 23"/>
                <a:gd name="T5" fmla="*/ 229 h 33"/>
                <a:gd name="T6" fmla="*/ 104 w 23"/>
                <a:gd name="T7" fmla="*/ 280 h 33"/>
                <a:gd name="T8" fmla="*/ 168 w 23"/>
                <a:gd name="T9" fmla="*/ 6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19" y="0"/>
                  </a:moveTo>
                  <a:cubicBezTo>
                    <a:pt x="21" y="8"/>
                    <a:pt x="20" y="20"/>
                    <a:pt x="13" y="25"/>
                  </a:cubicBezTo>
                  <a:cubicBezTo>
                    <a:pt x="9" y="27"/>
                    <a:pt x="2" y="28"/>
                    <a:pt x="0" y="24"/>
                  </a:cubicBezTo>
                  <a:cubicBezTo>
                    <a:pt x="3" y="29"/>
                    <a:pt x="6" y="33"/>
                    <a:pt x="13" y="29"/>
                  </a:cubicBezTo>
                  <a:cubicBezTo>
                    <a:pt x="23" y="24"/>
                    <a:pt x="19" y="16"/>
                    <a:pt x="2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2537">
              <a:extLst>
                <a:ext uri="{FF2B5EF4-FFF2-40B4-BE49-F238E27FC236}">
                  <a16:creationId xmlns:a16="http://schemas.microsoft.com/office/drawing/2014/main" id="{B5D57C2D-3D7D-4F2C-99B3-418193CF2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513"/>
              <a:ext cx="34" cy="64"/>
            </a:xfrm>
            <a:custGeom>
              <a:avLst/>
              <a:gdLst>
                <a:gd name="T0" fmla="*/ 0 w 17"/>
                <a:gd name="T1" fmla="*/ 292 h 30"/>
                <a:gd name="T2" fmla="*/ 72 w 17"/>
                <a:gd name="T3" fmla="*/ 0 h 30"/>
                <a:gd name="T4" fmla="*/ 120 w 17"/>
                <a:gd name="T5" fmla="*/ 173 h 30"/>
                <a:gd name="T6" fmla="*/ 32 w 17"/>
                <a:gd name="T7" fmla="*/ 29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0">
                  <a:moveTo>
                    <a:pt x="0" y="30"/>
                  </a:moveTo>
                  <a:cubicBezTo>
                    <a:pt x="10" y="23"/>
                    <a:pt x="17" y="12"/>
                    <a:pt x="9" y="0"/>
                  </a:cubicBezTo>
                  <a:cubicBezTo>
                    <a:pt x="14" y="3"/>
                    <a:pt x="16" y="12"/>
                    <a:pt x="15" y="18"/>
                  </a:cubicBezTo>
                  <a:cubicBezTo>
                    <a:pt x="13" y="25"/>
                    <a:pt x="8" y="25"/>
                    <a:pt x="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2538">
              <a:extLst>
                <a:ext uri="{FF2B5EF4-FFF2-40B4-BE49-F238E27FC236}">
                  <a16:creationId xmlns:a16="http://schemas.microsoft.com/office/drawing/2014/main" id="{FAECA058-4572-4DFD-A3A7-68073634B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213"/>
              <a:ext cx="158" cy="134"/>
            </a:xfrm>
            <a:custGeom>
              <a:avLst/>
              <a:gdLst>
                <a:gd name="T0" fmla="*/ 0 w 79"/>
                <a:gd name="T1" fmla="*/ 606 h 63"/>
                <a:gd name="T2" fmla="*/ 48 w 79"/>
                <a:gd name="T3" fmla="*/ 510 h 63"/>
                <a:gd name="T4" fmla="*/ 88 w 79"/>
                <a:gd name="T5" fmla="*/ 434 h 63"/>
                <a:gd name="T6" fmla="*/ 144 w 79"/>
                <a:gd name="T7" fmla="*/ 366 h 63"/>
                <a:gd name="T8" fmla="*/ 272 w 79"/>
                <a:gd name="T9" fmla="*/ 308 h 63"/>
                <a:gd name="T10" fmla="*/ 456 w 79"/>
                <a:gd name="T11" fmla="*/ 172 h 63"/>
                <a:gd name="T12" fmla="*/ 632 w 79"/>
                <a:gd name="T13" fmla="*/ 0 h 63"/>
                <a:gd name="T14" fmla="*/ 464 w 79"/>
                <a:gd name="T15" fmla="*/ 194 h 63"/>
                <a:gd name="T16" fmla="*/ 408 w 79"/>
                <a:gd name="T17" fmla="*/ 281 h 63"/>
                <a:gd name="T18" fmla="*/ 296 w 79"/>
                <a:gd name="T19" fmla="*/ 325 h 63"/>
                <a:gd name="T20" fmla="*/ 152 w 79"/>
                <a:gd name="T21" fmla="*/ 402 h 63"/>
                <a:gd name="T22" fmla="*/ 80 w 79"/>
                <a:gd name="T23" fmla="*/ 510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63">
                  <a:moveTo>
                    <a:pt x="0" y="63"/>
                  </a:moveTo>
                  <a:cubicBezTo>
                    <a:pt x="0" y="59"/>
                    <a:pt x="3" y="56"/>
                    <a:pt x="6" y="53"/>
                  </a:cubicBezTo>
                  <a:cubicBezTo>
                    <a:pt x="9" y="50"/>
                    <a:pt x="9" y="49"/>
                    <a:pt x="11" y="45"/>
                  </a:cubicBezTo>
                  <a:cubicBezTo>
                    <a:pt x="13" y="41"/>
                    <a:pt x="13" y="40"/>
                    <a:pt x="18" y="38"/>
                  </a:cubicBezTo>
                  <a:cubicBezTo>
                    <a:pt x="23" y="36"/>
                    <a:pt x="29" y="35"/>
                    <a:pt x="34" y="32"/>
                  </a:cubicBezTo>
                  <a:cubicBezTo>
                    <a:pt x="41" y="28"/>
                    <a:pt x="51" y="24"/>
                    <a:pt x="57" y="18"/>
                  </a:cubicBezTo>
                  <a:cubicBezTo>
                    <a:pt x="64" y="11"/>
                    <a:pt x="69" y="4"/>
                    <a:pt x="79" y="0"/>
                  </a:cubicBezTo>
                  <a:cubicBezTo>
                    <a:pt x="76" y="8"/>
                    <a:pt x="64" y="13"/>
                    <a:pt x="58" y="20"/>
                  </a:cubicBezTo>
                  <a:cubicBezTo>
                    <a:pt x="56" y="23"/>
                    <a:pt x="54" y="27"/>
                    <a:pt x="51" y="29"/>
                  </a:cubicBezTo>
                  <a:cubicBezTo>
                    <a:pt x="47" y="31"/>
                    <a:pt x="41" y="32"/>
                    <a:pt x="37" y="34"/>
                  </a:cubicBezTo>
                  <a:cubicBezTo>
                    <a:pt x="31" y="36"/>
                    <a:pt x="23" y="38"/>
                    <a:pt x="19" y="42"/>
                  </a:cubicBezTo>
                  <a:cubicBezTo>
                    <a:pt x="15" y="45"/>
                    <a:pt x="15" y="50"/>
                    <a:pt x="1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2539">
              <a:extLst>
                <a:ext uri="{FF2B5EF4-FFF2-40B4-BE49-F238E27FC236}">
                  <a16:creationId xmlns:a16="http://schemas.microsoft.com/office/drawing/2014/main" id="{39B9858B-43AA-4B4A-A194-F8F957EC5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020"/>
              <a:ext cx="82" cy="23"/>
            </a:xfrm>
            <a:custGeom>
              <a:avLst/>
              <a:gdLst>
                <a:gd name="T0" fmla="*/ 16 w 41"/>
                <a:gd name="T1" fmla="*/ 0 h 11"/>
                <a:gd name="T2" fmla="*/ 328 w 41"/>
                <a:gd name="T3" fmla="*/ 65 h 11"/>
                <a:gd name="T4" fmla="*/ 104 w 41"/>
                <a:gd name="T5" fmla="*/ 92 h 11"/>
                <a:gd name="T6" fmla="*/ 0 w 41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1">
                  <a:moveTo>
                    <a:pt x="2" y="0"/>
                  </a:moveTo>
                  <a:cubicBezTo>
                    <a:pt x="11" y="11"/>
                    <a:pt x="29" y="2"/>
                    <a:pt x="41" y="7"/>
                  </a:cubicBezTo>
                  <a:cubicBezTo>
                    <a:pt x="34" y="10"/>
                    <a:pt x="21" y="9"/>
                    <a:pt x="13" y="10"/>
                  </a:cubicBezTo>
                  <a:cubicBezTo>
                    <a:pt x="4" y="11"/>
                    <a:pt x="6" y="6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2540">
              <a:extLst>
                <a:ext uri="{FF2B5EF4-FFF2-40B4-BE49-F238E27FC236}">
                  <a16:creationId xmlns:a16="http://schemas.microsoft.com/office/drawing/2014/main" id="{45902903-1222-4E4E-B8E6-5C7566A49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128"/>
              <a:ext cx="74" cy="49"/>
            </a:xfrm>
            <a:custGeom>
              <a:avLst/>
              <a:gdLst>
                <a:gd name="T0" fmla="*/ 8 w 37"/>
                <a:gd name="T1" fmla="*/ 0 h 23"/>
                <a:gd name="T2" fmla="*/ 56 w 37"/>
                <a:gd name="T3" fmla="*/ 68 h 23"/>
                <a:gd name="T4" fmla="*/ 120 w 37"/>
                <a:gd name="T5" fmla="*/ 145 h 23"/>
                <a:gd name="T6" fmla="*/ 288 w 37"/>
                <a:gd name="T7" fmla="*/ 128 h 23"/>
                <a:gd name="T8" fmla="*/ 136 w 37"/>
                <a:gd name="T9" fmla="*/ 205 h 23"/>
                <a:gd name="T10" fmla="*/ 0 w 37"/>
                <a:gd name="T11" fmla="*/ 8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3">
                  <a:moveTo>
                    <a:pt x="1" y="0"/>
                  </a:moveTo>
                  <a:cubicBezTo>
                    <a:pt x="2" y="7"/>
                    <a:pt x="3" y="5"/>
                    <a:pt x="7" y="7"/>
                  </a:cubicBezTo>
                  <a:cubicBezTo>
                    <a:pt x="10" y="9"/>
                    <a:pt x="12" y="13"/>
                    <a:pt x="15" y="15"/>
                  </a:cubicBezTo>
                  <a:cubicBezTo>
                    <a:pt x="18" y="16"/>
                    <a:pt x="37" y="4"/>
                    <a:pt x="36" y="13"/>
                  </a:cubicBezTo>
                  <a:cubicBezTo>
                    <a:pt x="27" y="12"/>
                    <a:pt x="24" y="19"/>
                    <a:pt x="17" y="21"/>
                  </a:cubicBezTo>
                  <a:cubicBezTo>
                    <a:pt x="6" y="23"/>
                    <a:pt x="8" y="6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2541">
              <a:extLst>
                <a:ext uri="{FF2B5EF4-FFF2-40B4-BE49-F238E27FC236}">
                  <a16:creationId xmlns:a16="http://schemas.microsoft.com/office/drawing/2014/main" id="{A2E63EB5-784B-42CD-9865-3B66680D9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401"/>
              <a:ext cx="71" cy="70"/>
            </a:xfrm>
            <a:custGeom>
              <a:avLst/>
              <a:gdLst>
                <a:gd name="T0" fmla="*/ 0 w 36"/>
                <a:gd name="T1" fmla="*/ 314 h 33"/>
                <a:gd name="T2" fmla="*/ 85 w 36"/>
                <a:gd name="T3" fmla="*/ 180 h 33"/>
                <a:gd name="T4" fmla="*/ 160 w 36"/>
                <a:gd name="T5" fmla="*/ 212 h 33"/>
                <a:gd name="T6" fmla="*/ 207 w 36"/>
                <a:gd name="T7" fmla="*/ 112 h 33"/>
                <a:gd name="T8" fmla="*/ 276 w 36"/>
                <a:gd name="T9" fmla="*/ 0 h 33"/>
                <a:gd name="T10" fmla="*/ 245 w 36"/>
                <a:gd name="T11" fmla="*/ 68 h 33"/>
                <a:gd name="T12" fmla="*/ 221 w 36"/>
                <a:gd name="T13" fmla="*/ 189 h 33"/>
                <a:gd name="T14" fmla="*/ 108 w 36"/>
                <a:gd name="T15" fmla="*/ 248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3">
                  <a:moveTo>
                    <a:pt x="0" y="33"/>
                  </a:moveTo>
                  <a:cubicBezTo>
                    <a:pt x="2" y="29"/>
                    <a:pt x="6" y="19"/>
                    <a:pt x="11" y="19"/>
                  </a:cubicBezTo>
                  <a:cubicBezTo>
                    <a:pt x="16" y="19"/>
                    <a:pt x="15" y="23"/>
                    <a:pt x="21" y="22"/>
                  </a:cubicBezTo>
                  <a:cubicBezTo>
                    <a:pt x="26" y="20"/>
                    <a:pt x="26" y="16"/>
                    <a:pt x="27" y="12"/>
                  </a:cubicBezTo>
                  <a:cubicBezTo>
                    <a:pt x="29" y="6"/>
                    <a:pt x="31" y="3"/>
                    <a:pt x="36" y="0"/>
                  </a:cubicBezTo>
                  <a:cubicBezTo>
                    <a:pt x="35" y="2"/>
                    <a:pt x="33" y="4"/>
                    <a:pt x="32" y="7"/>
                  </a:cubicBezTo>
                  <a:cubicBezTo>
                    <a:pt x="30" y="11"/>
                    <a:pt x="31" y="16"/>
                    <a:pt x="29" y="20"/>
                  </a:cubicBezTo>
                  <a:cubicBezTo>
                    <a:pt x="27" y="25"/>
                    <a:pt x="20" y="27"/>
                    <a:pt x="1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2542">
              <a:extLst>
                <a:ext uri="{FF2B5EF4-FFF2-40B4-BE49-F238E27FC236}">
                  <a16:creationId xmlns:a16="http://schemas.microsoft.com/office/drawing/2014/main" id="{8B9EF0C5-EB1C-411B-AD01-BD82C47EE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522"/>
              <a:ext cx="53" cy="70"/>
            </a:xfrm>
            <a:custGeom>
              <a:avLst/>
              <a:gdLst>
                <a:gd name="T0" fmla="*/ 0 w 27"/>
                <a:gd name="T1" fmla="*/ 314 h 33"/>
                <a:gd name="T2" fmla="*/ 69 w 27"/>
                <a:gd name="T3" fmla="*/ 248 h 33"/>
                <a:gd name="T4" fmla="*/ 112 w 27"/>
                <a:gd name="T5" fmla="*/ 161 h 33"/>
                <a:gd name="T6" fmla="*/ 173 w 27"/>
                <a:gd name="T7" fmla="*/ 76 h 33"/>
                <a:gd name="T8" fmla="*/ 151 w 27"/>
                <a:gd name="T9" fmla="*/ 0 h 33"/>
                <a:gd name="T10" fmla="*/ 196 w 27"/>
                <a:gd name="T11" fmla="*/ 125 h 33"/>
                <a:gd name="T12" fmla="*/ 104 w 27"/>
                <a:gd name="T13" fmla="*/ 22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3">
                  <a:moveTo>
                    <a:pt x="0" y="33"/>
                  </a:moveTo>
                  <a:cubicBezTo>
                    <a:pt x="3" y="30"/>
                    <a:pt x="6" y="28"/>
                    <a:pt x="9" y="26"/>
                  </a:cubicBezTo>
                  <a:cubicBezTo>
                    <a:pt x="12" y="23"/>
                    <a:pt x="13" y="19"/>
                    <a:pt x="15" y="17"/>
                  </a:cubicBezTo>
                  <a:cubicBezTo>
                    <a:pt x="18" y="14"/>
                    <a:pt x="24" y="13"/>
                    <a:pt x="23" y="8"/>
                  </a:cubicBezTo>
                  <a:cubicBezTo>
                    <a:pt x="22" y="4"/>
                    <a:pt x="15" y="4"/>
                    <a:pt x="20" y="0"/>
                  </a:cubicBezTo>
                  <a:cubicBezTo>
                    <a:pt x="19" y="6"/>
                    <a:pt x="27" y="7"/>
                    <a:pt x="26" y="13"/>
                  </a:cubicBezTo>
                  <a:cubicBezTo>
                    <a:pt x="26" y="19"/>
                    <a:pt x="17" y="18"/>
                    <a:pt x="14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2543">
              <a:extLst>
                <a:ext uri="{FF2B5EF4-FFF2-40B4-BE49-F238E27FC236}">
                  <a16:creationId xmlns:a16="http://schemas.microsoft.com/office/drawing/2014/main" id="{5211EFA8-EDAE-40A0-9BC0-9A167793B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409"/>
              <a:ext cx="60" cy="34"/>
            </a:xfrm>
            <a:custGeom>
              <a:avLst/>
              <a:gdLst>
                <a:gd name="T0" fmla="*/ 0 w 30"/>
                <a:gd name="T1" fmla="*/ 117 h 16"/>
                <a:gd name="T2" fmla="*/ 240 w 30"/>
                <a:gd name="T3" fmla="*/ 0 h 16"/>
                <a:gd name="T4" fmla="*/ 192 w 30"/>
                <a:gd name="T5" fmla="*/ 40 h 16"/>
                <a:gd name="T6" fmla="*/ 144 w 30"/>
                <a:gd name="T7" fmla="*/ 104 h 16"/>
                <a:gd name="T8" fmla="*/ 64 w 30"/>
                <a:gd name="T9" fmla="*/ 13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6">
                  <a:moveTo>
                    <a:pt x="0" y="12"/>
                  </a:moveTo>
                  <a:cubicBezTo>
                    <a:pt x="12" y="16"/>
                    <a:pt x="18" y="1"/>
                    <a:pt x="30" y="0"/>
                  </a:cubicBezTo>
                  <a:cubicBezTo>
                    <a:pt x="28" y="1"/>
                    <a:pt x="26" y="2"/>
                    <a:pt x="24" y="4"/>
                  </a:cubicBezTo>
                  <a:cubicBezTo>
                    <a:pt x="21" y="6"/>
                    <a:pt x="20" y="10"/>
                    <a:pt x="18" y="11"/>
                  </a:cubicBezTo>
                  <a:cubicBezTo>
                    <a:pt x="15" y="15"/>
                    <a:pt x="12" y="12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2544">
              <a:extLst>
                <a:ext uri="{FF2B5EF4-FFF2-40B4-BE49-F238E27FC236}">
                  <a16:creationId xmlns:a16="http://schemas.microsoft.com/office/drawing/2014/main" id="{DAABC6FF-13C7-4994-94FD-7241210A9D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8" y="2292"/>
              <a:ext cx="1316" cy="963"/>
            </a:xfrm>
            <a:custGeom>
              <a:avLst/>
              <a:gdLst>
                <a:gd name="T0" fmla="*/ 2305 w 660"/>
                <a:gd name="T1" fmla="*/ 2653 h 453"/>
                <a:gd name="T2" fmla="*/ 2313 w 660"/>
                <a:gd name="T3" fmla="*/ 2653 h 453"/>
                <a:gd name="T4" fmla="*/ 1649 w 660"/>
                <a:gd name="T5" fmla="*/ 2211 h 453"/>
                <a:gd name="T6" fmla="*/ 943 w 660"/>
                <a:gd name="T7" fmla="*/ 2124 h 453"/>
                <a:gd name="T8" fmla="*/ 776 w 660"/>
                <a:gd name="T9" fmla="*/ 2355 h 453"/>
                <a:gd name="T10" fmla="*/ 247 w 660"/>
                <a:gd name="T11" fmla="*/ 3248 h 453"/>
                <a:gd name="T12" fmla="*/ 215 w 660"/>
                <a:gd name="T13" fmla="*/ 3267 h 453"/>
                <a:gd name="T14" fmla="*/ 40 w 660"/>
                <a:gd name="T15" fmla="*/ 4158 h 453"/>
                <a:gd name="T16" fmla="*/ 572 w 660"/>
                <a:gd name="T17" fmla="*/ 4352 h 453"/>
                <a:gd name="T18" fmla="*/ 652 w 660"/>
                <a:gd name="T19" fmla="*/ 3584 h 453"/>
                <a:gd name="T20" fmla="*/ 736 w 660"/>
                <a:gd name="T21" fmla="*/ 3267 h 453"/>
                <a:gd name="T22" fmla="*/ 989 w 660"/>
                <a:gd name="T23" fmla="*/ 2834 h 453"/>
                <a:gd name="T24" fmla="*/ 1196 w 660"/>
                <a:gd name="T25" fmla="*/ 2432 h 453"/>
                <a:gd name="T26" fmla="*/ 1348 w 660"/>
                <a:gd name="T27" fmla="*/ 2345 h 453"/>
                <a:gd name="T28" fmla="*/ 1555 w 660"/>
                <a:gd name="T29" fmla="*/ 2449 h 453"/>
                <a:gd name="T30" fmla="*/ 1681 w 660"/>
                <a:gd name="T31" fmla="*/ 2545 h 453"/>
                <a:gd name="T32" fmla="*/ 1697 w 660"/>
                <a:gd name="T33" fmla="*/ 2372 h 453"/>
                <a:gd name="T34" fmla="*/ 1649 w 660"/>
                <a:gd name="T35" fmla="*/ 2211 h 453"/>
                <a:gd name="T36" fmla="*/ 4337 w 660"/>
                <a:gd name="T37" fmla="*/ 40 h 453"/>
                <a:gd name="T38" fmla="*/ 4321 w 660"/>
                <a:gd name="T39" fmla="*/ 40 h 453"/>
                <a:gd name="T40" fmla="*/ 4115 w 660"/>
                <a:gd name="T41" fmla="*/ 49 h 453"/>
                <a:gd name="T42" fmla="*/ 3717 w 660"/>
                <a:gd name="T43" fmla="*/ 104 h 453"/>
                <a:gd name="T44" fmla="*/ 3575 w 660"/>
                <a:gd name="T45" fmla="*/ 193 h 453"/>
                <a:gd name="T46" fmla="*/ 3272 w 660"/>
                <a:gd name="T47" fmla="*/ 510 h 453"/>
                <a:gd name="T48" fmla="*/ 3132 w 660"/>
                <a:gd name="T49" fmla="*/ 1193 h 453"/>
                <a:gd name="T50" fmla="*/ 2927 w 660"/>
                <a:gd name="T51" fmla="*/ 1373 h 453"/>
                <a:gd name="T52" fmla="*/ 2704 w 660"/>
                <a:gd name="T53" fmla="*/ 1545 h 453"/>
                <a:gd name="T54" fmla="*/ 2584 w 660"/>
                <a:gd name="T55" fmla="*/ 1758 h 453"/>
                <a:gd name="T56" fmla="*/ 2480 w 660"/>
                <a:gd name="T57" fmla="*/ 2092 h 453"/>
                <a:gd name="T58" fmla="*/ 2472 w 660"/>
                <a:gd name="T59" fmla="*/ 2124 h 453"/>
                <a:gd name="T60" fmla="*/ 2401 w 660"/>
                <a:gd name="T61" fmla="*/ 2313 h 453"/>
                <a:gd name="T62" fmla="*/ 2385 w 660"/>
                <a:gd name="T63" fmla="*/ 2421 h 453"/>
                <a:gd name="T64" fmla="*/ 2329 w 660"/>
                <a:gd name="T65" fmla="*/ 2594 h 453"/>
                <a:gd name="T66" fmla="*/ 2305 w 660"/>
                <a:gd name="T67" fmla="*/ 2630 h 453"/>
                <a:gd name="T68" fmla="*/ 2305 w 660"/>
                <a:gd name="T69" fmla="*/ 2645 h 453"/>
                <a:gd name="T70" fmla="*/ 2321 w 660"/>
                <a:gd name="T71" fmla="*/ 2653 h 453"/>
                <a:gd name="T72" fmla="*/ 2337 w 660"/>
                <a:gd name="T73" fmla="*/ 2766 h 453"/>
                <a:gd name="T74" fmla="*/ 2624 w 660"/>
                <a:gd name="T75" fmla="*/ 2978 h 453"/>
                <a:gd name="T76" fmla="*/ 2957 w 660"/>
                <a:gd name="T77" fmla="*/ 2806 h 453"/>
                <a:gd name="T78" fmla="*/ 2776 w 660"/>
                <a:gd name="T79" fmla="*/ 2630 h 453"/>
                <a:gd name="T80" fmla="*/ 2847 w 660"/>
                <a:gd name="T81" fmla="*/ 2200 h 453"/>
                <a:gd name="T82" fmla="*/ 2847 w 660"/>
                <a:gd name="T83" fmla="*/ 2192 h 453"/>
                <a:gd name="T84" fmla="*/ 2973 w 660"/>
                <a:gd name="T85" fmla="*/ 1920 h 453"/>
                <a:gd name="T86" fmla="*/ 3296 w 660"/>
                <a:gd name="T87" fmla="*/ 1739 h 453"/>
                <a:gd name="T88" fmla="*/ 3607 w 660"/>
                <a:gd name="T89" fmla="*/ 1135 h 453"/>
                <a:gd name="T90" fmla="*/ 3591 w 660"/>
                <a:gd name="T91" fmla="*/ 795 h 453"/>
                <a:gd name="T92" fmla="*/ 3781 w 660"/>
                <a:gd name="T93" fmla="*/ 702 h 453"/>
                <a:gd name="T94" fmla="*/ 4337 w 660"/>
                <a:gd name="T95" fmla="*/ 702 h 453"/>
                <a:gd name="T96" fmla="*/ 4724 w 660"/>
                <a:gd name="T97" fmla="*/ 623 h 453"/>
                <a:gd name="T98" fmla="*/ 5232 w 660"/>
                <a:gd name="T99" fmla="*/ 663 h 453"/>
                <a:gd name="T100" fmla="*/ 4907 w 660"/>
                <a:gd name="T101" fmla="*/ 0 h 45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60" h="453">
                  <a:moveTo>
                    <a:pt x="291" y="276"/>
                  </a:moveTo>
                  <a:cubicBezTo>
                    <a:pt x="291" y="276"/>
                    <a:pt x="291" y="276"/>
                    <a:pt x="291" y="276"/>
                  </a:cubicBezTo>
                  <a:cubicBezTo>
                    <a:pt x="291" y="276"/>
                    <a:pt x="293" y="276"/>
                    <a:pt x="292" y="276"/>
                  </a:cubicBezTo>
                  <a:cubicBezTo>
                    <a:pt x="292" y="276"/>
                    <a:pt x="292" y="276"/>
                    <a:pt x="292" y="276"/>
                  </a:cubicBezTo>
                  <a:cubicBezTo>
                    <a:pt x="291" y="276"/>
                    <a:pt x="291" y="276"/>
                    <a:pt x="291" y="276"/>
                  </a:cubicBezTo>
                  <a:close/>
                  <a:moveTo>
                    <a:pt x="208" y="230"/>
                  </a:moveTo>
                  <a:cubicBezTo>
                    <a:pt x="205" y="225"/>
                    <a:pt x="194" y="223"/>
                    <a:pt x="178" y="219"/>
                  </a:cubicBezTo>
                  <a:cubicBezTo>
                    <a:pt x="164" y="215"/>
                    <a:pt x="129" y="209"/>
                    <a:pt x="119" y="221"/>
                  </a:cubicBezTo>
                  <a:cubicBezTo>
                    <a:pt x="112" y="230"/>
                    <a:pt x="105" y="238"/>
                    <a:pt x="98" y="245"/>
                  </a:cubicBezTo>
                  <a:cubicBezTo>
                    <a:pt x="98" y="245"/>
                    <a:pt x="98" y="245"/>
                    <a:pt x="98" y="245"/>
                  </a:cubicBezTo>
                  <a:cubicBezTo>
                    <a:pt x="86" y="258"/>
                    <a:pt x="75" y="268"/>
                    <a:pt x="68" y="276"/>
                  </a:cubicBezTo>
                  <a:cubicBezTo>
                    <a:pt x="65" y="288"/>
                    <a:pt x="48" y="325"/>
                    <a:pt x="31" y="338"/>
                  </a:cubicBezTo>
                  <a:cubicBezTo>
                    <a:pt x="31" y="338"/>
                    <a:pt x="31" y="338"/>
                    <a:pt x="31" y="338"/>
                  </a:cubicBezTo>
                  <a:cubicBezTo>
                    <a:pt x="27" y="340"/>
                    <a:pt x="27" y="340"/>
                    <a:pt x="27" y="340"/>
                  </a:cubicBezTo>
                  <a:cubicBezTo>
                    <a:pt x="27" y="340"/>
                    <a:pt x="21" y="361"/>
                    <a:pt x="22" y="376"/>
                  </a:cubicBezTo>
                  <a:cubicBezTo>
                    <a:pt x="23" y="391"/>
                    <a:pt x="11" y="421"/>
                    <a:pt x="5" y="433"/>
                  </a:cubicBezTo>
                  <a:cubicBezTo>
                    <a:pt x="1" y="440"/>
                    <a:pt x="0" y="448"/>
                    <a:pt x="0" y="453"/>
                  </a:cubicBezTo>
                  <a:cubicBezTo>
                    <a:pt x="72" y="453"/>
                    <a:pt x="72" y="453"/>
                    <a:pt x="72" y="453"/>
                  </a:cubicBezTo>
                  <a:cubicBezTo>
                    <a:pt x="72" y="444"/>
                    <a:pt x="74" y="432"/>
                    <a:pt x="75" y="423"/>
                  </a:cubicBezTo>
                  <a:cubicBezTo>
                    <a:pt x="79" y="407"/>
                    <a:pt x="82" y="387"/>
                    <a:pt x="82" y="373"/>
                  </a:cubicBezTo>
                  <a:cubicBezTo>
                    <a:pt x="82" y="360"/>
                    <a:pt x="87" y="349"/>
                    <a:pt x="93" y="340"/>
                  </a:cubicBezTo>
                  <a:cubicBezTo>
                    <a:pt x="93" y="340"/>
                    <a:pt x="93" y="340"/>
                    <a:pt x="93" y="340"/>
                  </a:cubicBezTo>
                  <a:cubicBezTo>
                    <a:pt x="97" y="332"/>
                    <a:pt x="105" y="326"/>
                    <a:pt x="110" y="320"/>
                  </a:cubicBezTo>
                  <a:cubicBezTo>
                    <a:pt x="115" y="312"/>
                    <a:pt x="118" y="303"/>
                    <a:pt x="125" y="295"/>
                  </a:cubicBezTo>
                  <a:cubicBezTo>
                    <a:pt x="130" y="290"/>
                    <a:pt x="133" y="282"/>
                    <a:pt x="138" y="274"/>
                  </a:cubicBezTo>
                  <a:cubicBezTo>
                    <a:pt x="141" y="270"/>
                    <a:pt x="145" y="261"/>
                    <a:pt x="151" y="253"/>
                  </a:cubicBezTo>
                  <a:cubicBezTo>
                    <a:pt x="156" y="246"/>
                    <a:pt x="164" y="246"/>
                    <a:pt x="169" y="244"/>
                  </a:cubicBezTo>
                  <a:cubicBezTo>
                    <a:pt x="169" y="244"/>
                    <a:pt x="169" y="244"/>
                    <a:pt x="170" y="244"/>
                  </a:cubicBezTo>
                  <a:cubicBezTo>
                    <a:pt x="174" y="246"/>
                    <a:pt x="181" y="244"/>
                    <a:pt x="186" y="246"/>
                  </a:cubicBezTo>
                  <a:cubicBezTo>
                    <a:pt x="190" y="248"/>
                    <a:pt x="194" y="251"/>
                    <a:pt x="196" y="255"/>
                  </a:cubicBezTo>
                  <a:cubicBezTo>
                    <a:pt x="200" y="261"/>
                    <a:pt x="199" y="269"/>
                    <a:pt x="199" y="276"/>
                  </a:cubicBezTo>
                  <a:cubicBezTo>
                    <a:pt x="204" y="271"/>
                    <a:pt x="211" y="271"/>
                    <a:pt x="212" y="265"/>
                  </a:cubicBezTo>
                  <a:cubicBezTo>
                    <a:pt x="213" y="262"/>
                    <a:pt x="211" y="258"/>
                    <a:pt x="212" y="254"/>
                  </a:cubicBezTo>
                  <a:cubicBezTo>
                    <a:pt x="212" y="252"/>
                    <a:pt x="214" y="250"/>
                    <a:pt x="214" y="247"/>
                  </a:cubicBezTo>
                  <a:cubicBezTo>
                    <a:pt x="215" y="243"/>
                    <a:pt x="215" y="240"/>
                    <a:pt x="213" y="237"/>
                  </a:cubicBezTo>
                  <a:cubicBezTo>
                    <a:pt x="212" y="234"/>
                    <a:pt x="211" y="232"/>
                    <a:pt x="208" y="230"/>
                  </a:cubicBezTo>
                  <a:close/>
                  <a:moveTo>
                    <a:pt x="619" y="0"/>
                  </a:moveTo>
                  <a:cubicBezTo>
                    <a:pt x="595" y="1"/>
                    <a:pt x="561" y="2"/>
                    <a:pt x="547" y="4"/>
                  </a:cubicBezTo>
                  <a:cubicBezTo>
                    <a:pt x="547" y="5"/>
                    <a:pt x="547" y="5"/>
                    <a:pt x="547" y="5"/>
                  </a:cubicBezTo>
                  <a:cubicBezTo>
                    <a:pt x="545" y="4"/>
                    <a:pt x="545" y="4"/>
                    <a:pt x="545" y="4"/>
                  </a:cubicBezTo>
                  <a:cubicBezTo>
                    <a:pt x="545" y="4"/>
                    <a:pt x="535" y="5"/>
                    <a:pt x="519" y="5"/>
                  </a:cubicBezTo>
                  <a:cubicBezTo>
                    <a:pt x="519" y="5"/>
                    <a:pt x="519" y="5"/>
                    <a:pt x="519" y="5"/>
                  </a:cubicBezTo>
                  <a:cubicBezTo>
                    <a:pt x="514" y="5"/>
                    <a:pt x="508" y="5"/>
                    <a:pt x="502" y="5"/>
                  </a:cubicBezTo>
                  <a:cubicBezTo>
                    <a:pt x="490" y="5"/>
                    <a:pt x="479" y="7"/>
                    <a:pt x="469" y="11"/>
                  </a:cubicBezTo>
                  <a:cubicBezTo>
                    <a:pt x="470" y="11"/>
                    <a:pt x="472" y="12"/>
                    <a:pt x="473" y="13"/>
                  </a:cubicBezTo>
                  <a:cubicBezTo>
                    <a:pt x="469" y="17"/>
                    <a:pt x="458" y="17"/>
                    <a:pt x="451" y="20"/>
                  </a:cubicBezTo>
                  <a:cubicBezTo>
                    <a:pt x="445" y="23"/>
                    <a:pt x="439" y="25"/>
                    <a:pt x="433" y="28"/>
                  </a:cubicBezTo>
                  <a:cubicBezTo>
                    <a:pt x="422" y="34"/>
                    <a:pt x="414" y="38"/>
                    <a:pt x="413" y="53"/>
                  </a:cubicBezTo>
                  <a:cubicBezTo>
                    <a:pt x="413" y="67"/>
                    <a:pt x="416" y="83"/>
                    <a:pt x="413" y="97"/>
                  </a:cubicBezTo>
                  <a:cubicBezTo>
                    <a:pt x="410" y="106"/>
                    <a:pt x="404" y="121"/>
                    <a:pt x="395" y="124"/>
                  </a:cubicBezTo>
                  <a:cubicBezTo>
                    <a:pt x="388" y="126"/>
                    <a:pt x="387" y="125"/>
                    <a:pt x="382" y="131"/>
                  </a:cubicBezTo>
                  <a:cubicBezTo>
                    <a:pt x="378" y="136"/>
                    <a:pt x="373" y="139"/>
                    <a:pt x="369" y="143"/>
                  </a:cubicBezTo>
                  <a:cubicBezTo>
                    <a:pt x="365" y="148"/>
                    <a:pt x="364" y="153"/>
                    <a:pt x="358" y="155"/>
                  </a:cubicBezTo>
                  <a:cubicBezTo>
                    <a:pt x="351" y="158"/>
                    <a:pt x="347" y="156"/>
                    <a:pt x="341" y="161"/>
                  </a:cubicBezTo>
                  <a:cubicBezTo>
                    <a:pt x="335" y="168"/>
                    <a:pt x="330" y="175"/>
                    <a:pt x="326" y="183"/>
                  </a:cubicBezTo>
                  <a:cubicBezTo>
                    <a:pt x="326" y="183"/>
                    <a:pt x="326" y="183"/>
                    <a:pt x="326" y="183"/>
                  </a:cubicBezTo>
                  <a:cubicBezTo>
                    <a:pt x="325" y="189"/>
                    <a:pt x="322" y="196"/>
                    <a:pt x="320" y="201"/>
                  </a:cubicBezTo>
                  <a:cubicBezTo>
                    <a:pt x="318" y="206"/>
                    <a:pt x="316" y="212"/>
                    <a:pt x="313" y="218"/>
                  </a:cubicBezTo>
                  <a:cubicBezTo>
                    <a:pt x="313" y="218"/>
                    <a:pt x="313" y="218"/>
                    <a:pt x="313" y="218"/>
                  </a:cubicBezTo>
                  <a:cubicBezTo>
                    <a:pt x="312" y="219"/>
                    <a:pt x="312" y="220"/>
                    <a:pt x="312" y="221"/>
                  </a:cubicBezTo>
                  <a:cubicBezTo>
                    <a:pt x="310" y="225"/>
                    <a:pt x="308" y="228"/>
                    <a:pt x="306" y="231"/>
                  </a:cubicBezTo>
                  <a:cubicBezTo>
                    <a:pt x="305" y="234"/>
                    <a:pt x="303" y="237"/>
                    <a:pt x="303" y="241"/>
                  </a:cubicBezTo>
                  <a:cubicBezTo>
                    <a:pt x="302" y="242"/>
                    <a:pt x="302" y="244"/>
                    <a:pt x="302" y="245"/>
                  </a:cubicBezTo>
                  <a:cubicBezTo>
                    <a:pt x="302" y="247"/>
                    <a:pt x="301" y="250"/>
                    <a:pt x="301" y="252"/>
                  </a:cubicBezTo>
                  <a:cubicBezTo>
                    <a:pt x="294" y="269"/>
                    <a:pt x="294" y="269"/>
                    <a:pt x="294" y="269"/>
                  </a:cubicBezTo>
                  <a:cubicBezTo>
                    <a:pt x="294" y="269"/>
                    <a:pt x="294" y="269"/>
                    <a:pt x="294" y="270"/>
                  </a:cubicBezTo>
                  <a:cubicBezTo>
                    <a:pt x="293" y="270"/>
                    <a:pt x="292" y="270"/>
                    <a:pt x="292" y="270"/>
                  </a:cubicBezTo>
                  <a:cubicBezTo>
                    <a:pt x="292" y="271"/>
                    <a:pt x="291" y="273"/>
                    <a:pt x="291" y="274"/>
                  </a:cubicBezTo>
                  <a:cubicBezTo>
                    <a:pt x="291" y="274"/>
                    <a:pt x="291" y="274"/>
                    <a:pt x="292" y="275"/>
                  </a:cubicBezTo>
                  <a:cubicBezTo>
                    <a:pt x="291" y="275"/>
                    <a:pt x="291" y="275"/>
                    <a:pt x="291" y="275"/>
                  </a:cubicBezTo>
                  <a:cubicBezTo>
                    <a:pt x="292" y="275"/>
                    <a:pt x="292" y="275"/>
                    <a:pt x="292" y="276"/>
                  </a:cubicBezTo>
                  <a:cubicBezTo>
                    <a:pt x="292" y="276"/>
                    <a:pt x="293" y="276"/>
                    <a:pt x="293" y="276"/>
                  </a:cubicBezTo>
                  <a:cubicBezTo>
                    <a:pt x="293" y="279"/>
                    <a:pt x="293" y="282"/>
                    <a:pt x="294" y="286"/>
                  </a:cubicBezTo>
                  <a:cubicBezTo>
                    <a:pt x="295" y="286"/>
                    <a:pt x="295" y="287"/>
                    <a:pt x="295" y="288"/>
                  </a:cubicBezTo>
                  <a:cubicBezTo>
                    <a:pt x="296" y="289"/>
                    <a:pt x="297" y="291"/>
                    <a:pt x="297" y="293"/>
                  </a:cubicBezTo>
                  <a:cubicBezTo>
                    <a:pt x="304" y="305"/>
                    <a:pt x="318" y="310"/>
                    <a:pt x="331" y="310"/>
                  </a:cubicBezTo>
                  <a:cubicBezTo>
                    <a:pt x="338" y="310"/>
                    <a:pt x="356" y="317"/>
                    <a:pt x="362" y="314"/>
                  </a:cubicBezTo>
                  <a:cubicBezTo>
                    <a:pt x="366" y="311"/>
                    <a:pt x="373" y="297"/>
                    <a:pt x="373" y="292"/>
                  </a:cubicBezTo>
                  <a:cubicBezTo>
                    <a:pt x="365" y="290"/>
                    <a:pt x="356" y="298"/>
                    <a:pt x="351" y="288"/>
                  </a:cubicBezTo>
                  <a:cubicBezTo>
                    <a:pt x="350" y="284"/>
                    <a:pt x="350" y="278"/>
                    <a:pt x="350" y="274"/>
                  </a:cubicBezTo>
                  <a:cubicBezTo>
                    <a:pt x="349" y="270"/>
                    <a:pt x="347" y="266"/>
                    <a:pt x="346" y="263"/>
                  </a:cubicBezTo>
                  <a:cubicBezTo>
                    <a:pt x="344" y="251"/>
                    <a:pt x="353" y="240"/>
                    <a:pt x="359" y="229"/>
                  </a:cubicBezTo>
                  <a:cubicBezTo>
                    <a:pt x="359" y="229"/>
                    <a:pt x="358" y="229"/>
                    <a:pt x="358" y="229"/>
                  </a:cubicBezTo>
                  <a:cubicBezTo>
                    <a:pt x="358" y="229"/>
                    <a:pt x="359" y="229"/>
                    <a:pt x="359" y="228"/>
                  </a:cubicBezTo>
                  <a:cubicBezTo>
                    <a:pt x="360" y="227"/>
                    <a:pt x="363" y="223"/>
                    <a:pt x="365" y="221"/>
                  </a:cubicBezTo>
                  <a:cubicBezTo>
                    <a:pt x="371" y="216"/>
                    <a:pt x="373" y="208"/>
                    <a:pt x="375" y="200"/>
                  </a:cubicBezTo>
                  <a:cubicBezTo>
                    <a:pt x="376" y="195"/>
                    <a:pt x="375" y="197"/>
                    <a:pt x="378" y="192"/>
                  </a:cubicBezTo>
                  <a:cubicBezTo>
                    <a:pt x="386" y="183"/>
                    <a:pt x="411" y="192"/>
                    <a:pt x="416" y="181"/>
                  </a:cubicBezTo>
                  <a:cubicBezTo>
                    <a:pt x="420" y="173"/>
                    <a:pt x="422" y="153"/>
                    <a:pt x="429" y="148"/>
                  </a:cubicBezTo>
                  <a:cubicBezTo>
                    <a:pt x="439" y="140"/>
                    <a:pt x="448" y="128"/>
                    <a:pt x="455" y="118"/>
                  </a:cubicBezTo>
                  <a:cubicBezTo>
                    <a:pt x="460" y="112"/>
                    <a:pt x="453" y="93"/>
                    <a:pt x="454" y="86"/>
                  </a:cubicBezTo>
                  <a:cubicBezTo>
                    <a:pt x="454" y="85"/>
                    <a:pt x="453" y="84"/>
                    <a:pt x="453" y="83"/>
                  </a:cubicBezTo>
                  <a:cubicBezTo>
                    <a:pt x="455" y="79"/>
                    <a:pt x="457" y="75"/>
                    <a:pt x="459" y="74"/>
                  </a:cubicBezTo>
                  <a:cubicBezTo>
                    <a:pt x="465" y="72"/>
                    <a:pt x="469" y="74"/>
                    <a:pt x="477" y="73"/>
                  </a:cubicBezTo>
                  <a:cubicBezTo>
                    <a:pt x="493" y="71"/>
                    <a:pt x="497" y="62"/>
                    <a:pt x="517" y="67"/>
                  </a:cubicBezTo>
                  <a:cubicBezTo>
                    <a:pt x="526" y="69"/>
                    <a:pt x="537" y="72"/>
                    <a:pt x="547" y="73"/>
                  </a:cubicBezTo>
                  <a:cubicBezTo>
                    <a:pt x="547" y="73"/>
                    <a:pt x="547" y="73"/>
                    <a:pt x="547" y="73"/>
                  </a:cubicBezTo>
                  <a:cubicBezTo>
                    <a:pt x="570" y="74"/>
                    <a:pt x="579" y="67"/>
                    <a:pt x="596" y="65"/>
                  </a:cubicBezTo>
                  <a:cubicBezTo>
                    <a:pt x="613" y="63"/>
                    <a:pt x="618" y="69"/>
                    <a:pt x="639" y="69"/>
                  </a:cubicBezTo>
                  <a:cubicBezTo>
                    <a:pt x="647" y="69"/>
                    <a:pt x="654" y="69"/>
                    <a:pt x="660" y="69"/>
                  </a:cubicBezTo>
                  <a:cubicBezTo>
                    <a:pt x="660" y="6"/>
                    <a:pt x="660" y="6"/>
                    <a:pt x="660" y="6"/>
                  </a:cubicBezTo>
                  <a:cubicBezTo>
                    <a:pt x="647" y="3"/>
                    <a:pt x="631" y="0"/>
                    <a:pt x="619" y="0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2545">
              <a:extLst>
                <a:ext uri="{FF2B5EF4-FFF2-40B4-BE49-F238E27FC236}">
                  <a16:creationId xmlns:a16="http://schemas.microsoft.com/office/drawing/2014/main" id="{4D40812C-854B-4938-AC24-40B1458AE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030"/>
              <a:ext cx="80" cy="111"/>
            </a:xfrm>
            <a:custGeom>
              <a:avLst/>
              <a:gdLst>
                <a:gd name="T0" fmla="*/ 224 w 40"/>
                <a:gd name="T1" fmla="*/ 28 h 52"/>
                <a:gd name="T2" fmla="*/ 136 w 40"/>
                <a:gd name="T3" fmla="*/ 196 h 52"/>
                <a:gd name="T4" fmla="*/ 16 w 40"/>
                <a:gd name="T5" fmla="*/ 256 h 52"/>
                <a:gd name="T6" fmla="*/ 112 w 40"/>
                <a:gd name="T7" fmla="*/ 342 h 52"/>
                <a:gd name="T8" fmla="*/ 184 w 40"/>
                <a:gd name="T9" fmla="*/ 506 h 52"/>
                <a:gd name="T10" fmla="*/ 152 w 40"/>
                <a:gd name="T11" fmla="*/ 301 h 52"/>
                <a:gd name="T12" fmla="*/ 256 w 40"/>
                <a:gd name="T13" fmla="*/ 173 h 52"/>
                <a:gd name="T14" fmla="*/ 248 w 40"/>
                <a:gd name="T15" fmla="*/ 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2">
                  <a:moveTo>
                    <a:pt x="28" y="3"/>
                  </a:moveTo>
                  <a:cubicBezTo>
                    <a:pt x="28" y="11"/>
                    <a:pt x="23" y="16"/>
                    <a:pt x="17" y="20"/>
                  </a:cubicBezTo>
                  <a:cubicBezTo>
                    <a:pt x="15" y="22"/>
                    <a:pt x="2" y="24"/>
                    <a:pt x="2" y="26"/>
                  </a:cubicBezTo>
                  <a:cubicBezTo>
                    <a:pt x="0" y="31"/>
                    <a:pt x="11" y="33"/>
                    <a:pt x="14" y="35"/>
                  </a:cubicBezTo>
                  <a:cubicBezTo>
                    <a:pt x="20" y="39"/>
                    <a:pt x="22" y="46"/>
                    <a:pt x="23" y="52"/>
                  </a:cubicBezTo>
                  <a:cubicBezTo>
                    <a:pt x="24" y="46"/>
                    <a:pt x="28" y="34"/>
                    <a:pt x="19" y="31"/>
                  </a:cubicBezTo>
                  <a:cubicBezTo>
                    <a:pt x="20" y="24"/>
                    <a:pt x="27" y="23"/>
                    <a:pt x="32" y="18"/>
                  </a:cubicBezTo>
                  <a:cubicBezTo>
                    <a:pt x="40" y="11"/>
                    <a:pt x="32" y="7"/>
                    <a:pt x="31" y="0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2546">
              <a:extLst>
                <a:ext uri="{FF2B5EF4-FFF2-40B4-BE49-F238E27FC236}">
                  <a16:creationId xmlns:a16="http://schemas.microsoft.com/office/drawing/2014/main" id="{EF7A9760-BFF6-4AFB-8897-AC73C624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926"/>
              <a:ext cx="95" cy="85"/>
            </a:xfrm>
            <a:custGeom>
              <a:avLst/>
              <a:gdLst>
                <a:gd name="T0" fmla="*/ 32 w 48"/>
                <a:gd name="T1" fmla="*/ 0 h 40"/>
                <a:gd name="T2" fmla="*/ 63 w 48"/>
                <a:gd name="T3" fmla="*/ 181 h 40"/>
                <a:gd name="T4" fmla="*/ 55 w 48"/>
                <a:gd name="T5" fmla="*/ 385 h 40"/>
                <a:gd name="T6" fmla="*/ 133 w 48"/>
                <a:gd name="T7" fmla="*/ 257 h 40"/>
                <a:gd name="T8" fmla="*/ 133 w 48"/>
                <a:gd name="T9" fmla="*/ 145 h 40"/>
                <a:gd name="T10" fmla="*/ 271 w 48"/>
                <a:gd name="T11" fmla="*/ 164 h 40"/>
                <a:gd name="T12" fmla="*/ 372 w 48"/>
                <a:gd name="T13" fmla="*/ 40 h 40"/>
                <a:gd name="T14" fmla="*/ 79 w 48"/>
                <a:gd name="T15" fmla="*/ 4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0">
                  <a:moveTo>
                    <a:pt x="4" y="0"/>
                  </a:moveTo>
                  <a:cubicBezTo>
                    <a:pt x="0" y="11"/>
                    <a:pt x="3" y="11"/>
                    <a:pt x="8" y="19"/>
                  </a:cubicBezTo>
                  <a:cubicBezTo>
                    <a:pt x="12" y="25"/>
                    <a:pt x="10" y="34"/>
                    <a:pt x="7" y="40"/>
                  </a:cubicBezTo>
                  <a:cubicBezTo>
                    <a:pt x="12" y="38"/>
                    <a:pt x="18" y="33"/>
                    <a:pt x="17" y="27"/>
                  </a:cubicBezTo>
                  <a:cubicBezTo>
                    <a:pt x="17" y="23"/>
                    <a:pt x="12" y="18"/>
                    <a:pt x="17" y="15"/>
                  </a:cubicBezTo>
                  <a:cubicBezTo>
                    <a:pt x="20" y="13"/>
                    <a:pt x="31" y="18"/>
                    <a:pt x="35" y="17"/>
                  </a:cubicBezTo>
                  <a:cubicBezTo>
                    <a:pt x="42" y="16"/>
                    <a:pt x="46" y="11"/>
                    <a:pt x="48" y="4"/>
                  </a:cubicBezTo>
                  <a:cubicBezTo>
                    <a:pt x="39" y="11"/>
                    <a:pt x="16" y="18"/>
                    <a:pt x="10" y="4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2547">
              <a:extLst>
                <a:ext uri="{FF2B5EF4-FFF2-40B4-BE49-F238E27FC236}">
                  <a16:creationId xmlns:a16="http://schemas.microsoft.com/office/drawing/2014/main" id="{1074C369-DACC-491E-9328-E7E785AC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839"/>
              <a:ext cx="130" cy="134"/>
            </a:xfrm>
            <a:custGeom>
              <a:avLst/>
              <a:gdLst>
                <a:gd name="T0" fmla="*/ 104 w 65"/>
                <a:gd name="T1" fmla="*/ 230 h 63"/>
                <a:gd name="T2" fmla="*/ 64 w 65"/>
                <a:gd name="T3" fmla="*/ 325 h 63"/>
                <a:gd name="T4" fmla="*/ 8 w 65"/>
                <a:gd name="T5" fmla="*/ 385 h 63"/>
                <a:gd name="T6" fmla="*/ 64 w 65"/>
                <a:gd name="T7" fmla="*/ 479 h 63"/>
                <a:gd name="T8" fmla="*/ 112 w 65"/>
                <a:gd name="T9" fmla="*/ 606 h 63"/>
                <a:gd name="T10" fmla="*/ 184 w 65"/>
                <a:gd name="T11" fmla="*/ 289 h 63"/>
                <a:gd name="T12" fmla="*/ 416 w 65"/>
                <a:gd name="T13" fmla="*/ 0 h 63"/>
                <a:gd name="T14" fmla="*/ 168 w 65"/>
                <a:gd name="T15" fmla="*/ 21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3">
                  <a:moveTo>
                    <a:pt x="13" y="24"/>
                  </a:moveTo>
                  <a:cubicBezTo>
                    <a:pt x="12" y="28"/>
                    <a:pt x="11" y="31"/>
                    <a:pt x="8" y="34"/>
                  </a:cubicBezTo>
                  <a:cubicBezTo>
                    <a:pt x="6" y="36"/>
                    <a:pt x="1" y="37"/>
                    <a:pt x="1" y="40"/>
                  </a:cubicBezTo>
                  <a:cubicBezTo>
                    <a:pt x="0" y="44"/>
                    <a:pt x="6" y="48"/>
                    <a:pt x="8" y="50"/>
                  </a:cubicBezTo>
                  <a:cubicBezTo>
                    <a:pt x="12" y="54"/>
                    <a:pt x="14" y="58"/>
                    <a:pt x="14" y="63"/>
                  </a:cubicBezTo>
                  <a:cubicBezTo>
                    <a:pt x="7" y="49"/>
                    <a:pt x="11" y="38"/>
                    <a:pt x="23" y="30"/>
                  </a:cubicBezTo>
                  <a:cubicBezTo>
                    <a:pt x="29" y="27"/>
                    <a:pt x="65" y="9"/>
                    <a:pt x="52" y="0"/>
                  </a:cubicBezTo>
                  <a:cubicBezTo>
                    <a:pt x="46" y="14"/>
                    <a:pt x="36" y="19"/>
                    <a:pt x="21" y="22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2548">
              <a:extLst>
                <a:ext uri="{FF2B5EF4-FFF2-40B4-BE49-F238E27FC236}">
                  <a16:creationId xmlns:a16="http://schemas.microsoft.com/office/drawing/2014/main" id="{5F251298-940B-4C26-A9F4-2EE55FE27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645"/>
              <a:ext cx="68" cy="75"/>
            </a:xfrm>
            <a:custGeom>
              <a:avLst/>
              <a:gdLst>
                <a:gd name="T0" fmla="*/ 128 w 34"/>
                <a:gd name="T1" fmla="*/ 0 h 35"/>
                <a:gd name="T2" fmla="*/ 104 w 34"/>
                <a:gd name="T3" fmla="*/ 88 h 35"/>
                <a:gd name="T4" fmla="*/ 24 w 34"/>
                <a:gd name="T5" fmla="*/ 148 h 35"/>
                <a:gd name="T6" fmla="*/ 40 w 34"/>
                <a:gd name="T7" fmla="*/ 345 h 35"/>
                <a:gd name="T8" fmla="*/ 136 w 34"/>
                <a:gd name="T9" fmla="*/ 129 h 35"/>
                <a:gd name="T10" fmla="*/ 272 w 34"/>
                <a:gd name="T11" fmla="*/ 77 h 35"/>
                <a:gd name="T12" fmla="*/ 176 w 3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5">
                  <a:moveTo>
                    <a:pt x="16" y="0"/>
                  </a:moveTo>
                  <a:cubicBezTo>
                    <a:pt x="15" y="3"/>
                    <a:pt x="15" y="7"/>
                    <a:pt x="13" y="9"/>
                  </a:cubicBezTo>
                  <a:cubicBezTo>
                    <a:pt x="11" y="13"/>
                    <a:pt x="5" y="13"/>
                    <a:pt x="3" y="15"/>
                  </a:cubicBezTo>
                  <a:cubicBezTo>
                    <a:pt x="0" y="20"/>
                    <a:pt x="5" y="30"/>
                    <a:pt x="5" y="35"/>
                  </a:cubicBezTo>
                  <a:cubicBezTo>
                    <a:pt x="7" y="29"/>
                    <a:pt x="11" y="18"/>
                    <a:pt x="17" y="13"/>
                  </a:cubicBezTo>
                  <a:cubicBezTo>
                    <a:pt x="22" y="9"/>
                    <a:pt x="30" y="14"/>
                    <a:pt x="34" y="8"/>
                  </a:cubicBezTo>
                  <a:cubicBezTo>
                    <a:pt x="29" y="8"/>
                    <a:pt x="23" y="6"/>
                    <a:pt x="22" y="0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2549">
              <a:extLst>
                <a:ext uri="{FF2B5EF4-FFF2-40B4-BE49-F238E27FC236}">
                  <a16:creationId xmlns:a16="http://schemas.microsoft.com/office/drawing/2014/main" id="{6338B9B2-2DE5-490A-B65E-A4934C0E0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3011"/>
              <a:ext cx="94" cy="68"/>
            </a:xfrm>
            <a:custGeom>
              <a:avLst/>
              <a:gdLst>
                <a:gd name="T0" fmla="*/ 336 w 47"/>
                <a:gd name="T1" fmla="*/ 0 h 32"/>
                <a:gd name="T2" fmla="*/ 208 w 47"/>
                <a:gd name="T3" fmla="*/ 28 h 32"/>
                <a:gd name="T4" fmla="*/ 176 w 47"/>
                <a:gd name="T5" fmla="*/ 104 h 32"/>
                <a:gd name="T6" fmla="*/ 0 w 47"/>
                <a:gd name="T7" fmla="*/ 308 h 32"/>
                <a:gd name="T8" fmla="*/ 216 w 47"/>
                <a:gd name="T9" fmla="*/ 308 h 32"/>
                <a:gd name="T10" fmla="*/ 264 w 47"/>
                <a:gd name="T11" fmla="*/ 85 h 32"/>
                <a:gd name="T12" fmla="*/ 304 w 47"/>
                <a:gd name="T13" fmla="*/ 49 h 32"/>
                <a:gd name="T14" fmla="*/ 376 w 47"/>
                <a:gd name="T15" fmla="*/ 9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32">
                  <a:moveTo>
                    <a:pt x="42" y="0"/>
                  </a:moveTo>
                  <a:cubicBezTo>
                    <a:pt x="38" y="3"/>
                    <a:pt x="31" y="0"/>
                    <a:pt x="26" y="3"/>
                  </a:cubicBezTo>
                  <a:cubicBezTo>
                    <a:pt x="20" y="5"/>
                    <a:pt x="23" y="6"/>
                    <a:pt x="22" y="11"/>
                  </a:cubicBezTo>
                  <a:cubicBezTo>
                    <a:pt x="20" y="25"/>
                    <a:pt x="10" y="27"/>
                    <a:pt x="0" y="32"/>
                  </a:cubicBezTo>
                  <a:cubicBezTo>
                    <a:pt x="9" y="32"/>
                    <a:pt x="18" y="30"/>
                    <a:pt x="27" y="32"/>
                  </a:cubicBezTo>
                  <a:cubicBezTo>
                    <a:pt x="28" y="24"/>
                    <a:pt x="26" y="16"/>
                    <a:pt x="33" y="9"/>
                  </a:cubicBezTo>
                  <a:cubicBezTo>
                    <a:pt x="35" y="7"/>
                    <a:pt x="35" y="6"/>
                    <a:pt x="38" y="5"/>
                  </a:cubicBezTo>
                  <a:cubicBezTo>
                    <a:pt x="41" y="3"/>
                    <a:pt x="45" y="4"/>
                    <a:pt x="47" y="1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2550">
              <a:extLst>
                <a:ext uri="{FF2B5EF4-FFF2-40B4-BE49-F238E27FC236}">
                  <a16:creationId xmlns:a16="http://schemas.microsoft.com/office/drawing/2014/main" id="{D4A3293A-5742-46FF-833F-0BE544730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3094"/>
              <a:ext cx="96" cy="45"/>
            </a:xfrm>
            <a:custGeom>
              <a:avLst/>
              <a:gdLst>
                <a:gd name="T0" fmla="*/ 152 w 48"/>
                <a:gd name="T1" fmla="*/ 88 h 21"/>
                <a:gd name="T2" fmla="*/ 336 w 48"/>
                <a:gd name="T3" fmla="*/ 28 h 21"/>
                <a:gd name="T4" fmla="*/ 384 w 48"/>
                <a:gd name="T5" fmla="*/ 206 h 21"/>
                <a:gd name="T6" fmla="*/ 280 w 48"/>
                <a:gd name="T7" fmla="*/ 109 h 21"/>
                <a:gd name="T8" fmla="*/ 224 w 48"/>
                <a:gd name="T9" fmla="*/ 180 h 21"/>
                <a:gd name="T10" fmla="*/ 152 w 48"/>
                <a:gd name="T11" fmla="*/ 156 h 21"/>
                <a:gd name="T12" fmla="*/ 24 w 48"/>
                <a:gd name="T13" fmla="*/ 4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1">
                  <a:moveTo>
                    <a:pt x="19" y="9"/>
                  </a:moveTo>
                  <a:cubicBezTo>
                    <a:pt x="22" y="20"/>
                    <a:pt x="37" y="0"/>
                    <a:pt x="42" y="3"/>
                  </a:cubicBezTo>
                  <a:cubicBezTo>
                    <a:pt x="47" y="6"/>
                    <a:pt x="41" y="17"/>
                    <a:pt x="48" y="21"/>
                  </a:cubicBezTo>
                  <a:cubicBezTo>
                    <a:pt x="42" y="20"/>
                    <a:pt x="38" y="17"/>
                    <a:pt x="35" y="11"/>
                  </a:cubicBezTo>
                  <a:cubicBezTo>
                    <a:pt x="31" y="12"/>
                    <a:pt x="31" y="16"/>
                    <a:pt x="28" y="18"/>
                  </a:cubicBezTo>
                  <a:cubicBezTo>
                    <a:pt x="25" y="19"/>
                    <a:pt x="21" y="17"/>
                    <a:pt x="19" y="16"/>
                  </a:cubicBezTo>
                  <a:cubicBezTo>
                    <a:pt x="14" y="14"/>
                    <a:pt x="0" y="12"/>
                    <a:pt x="3" y="4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2551">
              <a:extLst>
                <a:ext uri="{FF2B5EF4-FFF2-40B4-BE49-F238E27FC236}">
                  <a16:creationId xmlns:a16="http://schemas.microsoft.com/office/drawing/2014/main" id="{DCB814FF-C843-425C-A4B6-6F4F19B8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875"/>
              <a:ext cx="58" cy="47"/>
            </a:xfrm>
            <a:custGeom>
              <a:avLst/>
              <a:gdLst>
                <a:gd name="T0" fmla="*/ 88 w 29"/>
                <a:gd name="T1" fmla="*/ 77 h 22"/>
                <a:gd name="T2" fmla="*/ 8 w 29"/>
                <a:gd name="T3" fmla="*/ 214 h 22"/>
                <a:gd name="T4" fmla="*/ 120 w 29"/>
                <a:gd name="T5" fmla="*/ 68 h 22"/>
                <a:gd name="T6" fmla="*/ 232 w 2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2">
                  <a:moveTo>
                    <a:pt x="11" y="8"/>
                  </a:moveTo>
                  <a:cubicBezTo>
                    <a:pt x="5" y="10"/>
                    <a:pt x="0" y="17"/>
                    <a:pt x="1" y="22"/>
                  </a:cubicBezTo>
                  <a:cubicBezTo>
                    <a:pt x="5" y="17"/>
                    <a:pt x="10" y="11"/>
                    <a:pt x="15" y="7"/>
                  </a:cubicBezTo>
                  <a:cubicBezTo>
                    <a:pt x="20" y="5"/>
                    <a:pt x="26" y="3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2552">
              <a:extLst>
                <a:ext uri="{FF2B5EF4-FFF2-40B4-BE49-F238E27FC236}">
                  <a16:creationId xmlns:a16="http://schemas.microsoft.com/office/drawing/2014/main" id="{D3BF8E88-498C-4E08-B8EF-258A798C1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943"/>
              <a:ext cx="19" cy="32"/>
            </a:xfrm>
            <a:custGeom>
              <a:avLst/>
              <a:gdLst>
                <a:gd name="T0" fmla="*/ 0 w 10"/>
                <a:gd name="T1" fmla="*/ 9 h 15"/>
                <a:gd name="T2" fmla="*/ 21 w 10"/>
                <a:gd name="T3" fmla="*/ 145 h 15"/>
                <a:gd name="T4" fmla="*/ 68 w 10"/>
                <a:gd name="T5" fmla="*/ 49 h 15"/>
                <a:gd name="T6" fmla="*/ 8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1"/>
                  </a:moveTo>
                  <a:cubicBezTo>
                    <a:pt x="0" y="6"/>
                    <a:pt x="2" y="10"/>
                    <a:pt x="3" y="15"/>
                  </a:cubicBezTo>
                  <a:cubicBezTo>
                    <a:pt x="1" y="8"/>
                    <a:pt x="3" y="4"/>
                    <a:pt x="10" y="5"/>
                  </a:cubicBezTo>
                  <a:cubicBezTo>
                    <a:pt x="7" y="3"/>
                    <a:pt x="3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2553">
              <a:extLst>
                <a:ext uri="{FF2B5EF4-FFF2-40B4-BE49-F238E27FC236}">
                  <a16:creationId xmlns:a16="http://schemas.microsoft.com/office/drawing/2014/main" id="{5F7C1F70-0D24-44F1-B529-D4BB8F651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656"/>
              <a:ext cx="42" cy="27"/>
            </a:xfrm>
            <a:custGeom>
              <a:avLst/>
              <a:gdLst>
                <a:gd name="T0" fmla="*/ 104 w 21"/>
                <a:gd name="T1" fmla="*/ 0 h 13"/>
                <a:gd name="T2" fmla="*/ 8 w 21"/>
                <a:gd name="T3" fmla="*/ 116 h 13"/>
                <a:gd name="T4" fmla="*/ 88 w 21"/>
                <a:gd name="T5" fmla="*/ 44 h 13"/>
                <a:gd name="T6" fmla="*/ 168 w 21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13" y="0"/>
                  </a:moveTo>
                  <a:cubicBezTo>
                    <a:pt x="11" y="6"/>
                    <a:pt x="0" y="8"/>
                    <a:pt x="1" y="13"/>
                  </a:cubicBezTo>
                  <a:cubicBezTo>
                    <a:pt x="6" y="11"/>
                    <a:pt x="7" y="7"/>
                    <a:pt x="11" y="5"/>
                  </a:cubicBezTo>
                  <a:cubicBezTo>
                    <a:pt x="14" y="4"/>
                    <a:pt x="18" y="4"/>
                    <a:pt x="2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2554">
              <a:extLst>
                <a:ext uri="{FF2B5EF4-FFF2-40B4-BE49-F238E27FC236}">
                  <a16:creationId xmlns:a16="http://schemas.microsoft.com/office/drawing/2014/main" id="{32D131A6-E378-4A5A-8690-CA26765BB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3034"/>
              <a:ext cx="18" cy="43"/>
            </a:xfrm>
            <a:custGeom>
              <a:avLst/>
              <a:gdLst>
                <a:gd name="T0" fmla="*/ 72 w 9"/>
                <a:gd name="T1" fmla="*/ 60 h 20"/>
                <a:gd name="T2" fmla="*/ 0 w 9"/>
                <a:gd name="T3" fmla="*/ 157 h 20"/>
                <a:gd name="T4" fmla="*/ 40 w 9"/>
                <a:gd name="T5" fmla="*/ 101 h 20"/>
                <a:gd name="T6" fmla="*/ 72 w 9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">
                  <a:moveTo>
                    <a:pt x="9" y="6"/>
                  </a:moveTo>
                  <a:cubicBezTo>
                    <a:pt x="7" y="10"/>
                    <a:pt x="7" y="20"/>
                    <a:pt x="0" y="16"/>
                  </a:cubicBezTo>
                  <a:cubicBezTo>
                    <a:pt x="1" y="14"/>
                    <a:pt x="3" y="12"/>
                    <a:pt x="5" y="10"/>
                  </a:cubicBezTo>
                  <a:cubicBezTo>
                    <a:pt x="7" y="7"/>
                    <a:pt x="8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2555">
              <a:extLst>
                <a:ext uri="{FF2B5EF4-FFF2-40B4-BE49-F238E27FC236}">
                  <a16:creationId xmlns:a16="http://schemas.microsoft.com/office/drawing/2014/main" id="{83A413B4-5C1F-4D0D-8B75-7C0077803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3081"/>
              <a:ext cx="18" cy="17"/>
            </a:xfrm>
            <a:custGeom>
              <a:avLst/>
              <a:gdLst>
                <a:gd name="T0" fmla="*/ 72 w 9"/>
                <a:gd name="T1" fmla="*/ 9 h 8"/>
                <a:gd name="T2" fmla="*/ 0 w 9"/>
                <a:gd name="T3" fmla="*/ 28 h 8"/>
                <a:gd name="T4" fmla="*/ 48 w 9"/>
                <a:gd name="T5" fmla="*/ 77 h 8"/>
                <a:gd name="T6" fmla="*/ 56 w 9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9" y="1"/>
                  </a:moveTo>
                  <a:cubicBezTo>
                    <a:pt x="6" y="0"/>
                    <a:pt x="2" y="0"/>
                    <a:pt x="0" y="3"/>
                  </a:cubicBezTo>
                  <a:cubicBezTo>
                    <a:pt x="0" y="6"/>
                    <a:pt x="3" y="7"/>
                    <a:pt x="6" y="8"/>
                  </a:cubicBezTo>
                  <a:cubicBezTo>
                    <a:pt x="4" y="5"/>
                    <a:pt x="5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2556">
              <a:extLst>
                <a:ext uri="{FF2B5EF4-FFF2-40B4-BE49-F238E27FC236}">
                  <a16:creationId xmlns:a16="http://schemas.microsoft.com/office/drawing/2014/main" id="{6FF59B7F-5DE6-4BEB-8BA0-C1CF4679B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3109"/>
              <a:ext cx="18" cy="19"/>
            </a:xfrm>
            <a:custGeom>
              <a:avLst/>
              <a:gdLst>
                <a:gd name="T0" fmla="*/ 0 w 9"/>
                <a:gd name="T1" fmla="*/ 49 h 9"/>
                <a:gd name="T2" fmla="*/ 48 w 9"/>
                <a:gd name="T3" fmla="*/ 8 h 9"/>
                <a:gd name="T4" fmla="*/ 72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7" y="4"/>
                    <a:pt x="5" y="8"/>
                    <a:pt x="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2557">
              <a:extLst>
                <a:ext uri="{FF2B5EF4-FFF2-40B4-BE49-F238E27FC236}">
                  <a16:creationId xmlns:a16="http://schemas.microsoft.com/office/drawing/2014/main" id="{4A945F3E-C5E3-4915-9CCB-8EBE80168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177"/>
              <a:ext cx="30" cy="51"/>
            </a:xfrm>
            <a:custGeom>
              <a:avLst/>
              <a:gdLst>
                <a:gd name="T0" fmla="*/ 0 w 15"/>
                <a:gd name="T1" fmla="*/ 0 h 24"/>
                <a:gd name="T2" fmla="*/ 88 w 15"/>
                <a:gd name="T3" fmla="*/ 85 h 24"/>
                <a:gd name="T4" fmla="*/ 80 w 15"/>
                <a:gd name="T5" fmla="*/ 23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0"/>
                  </a:moveTo>
                  <a:cubicBezTo>
                    <a:pt x="6" y="1"/>
                    <a:pt x="9" y="4"/>
                    <a:pt x="11" y="9"/>
                  </a:cubicBezTo>
                  <a:cubicBezTo>
                    <a:pt x="12" y="13"/>
                    <a:pt x="15" y="22"/>
                    <a:pt x="10" y="24"/>
                  </a:cubicBezTo>
                </a:path>
              </a:pathLst>
            </a:custGeom>
            <a:solidFill>
              <a:srgbClr val="D89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2558">
              <a:extLst>
                <a:ext uri="{FF2B5EF4-FFF2-40B4-BE49-F238E27FC236}">
                  <a16:creationId xmlns:a16="http://schemas.microsoft.com/office/drawing/2014/main" id="{F454D7F7-2DF8-463F-B40C-D5401F79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566"/>
              <a:ext cx="34" cy="45"/>
            </a:xfrm>
            <a:custGeom>
              <a:avLst/>
              <a:gdLst>
                <a:gd name="T0" fmla="*/ 0 w 17"/>
                <a:gd name="T1" fmla="*/ 206 h 21"/>
                <a:gd name="T2" fmla="*/ 64 w 17"/>
                <a:gd name="T3" fmla="*/ 129 h 21"/>
                <a:gd name="T4" fmla="*/ 120 w 17"/>
                <a:gd name="T5" fmla="*/ 0 h 21"/>
                <a:gd name="T6" fmla="*/ 112 w 17"/>
                <a:gd name="T7" fmla="*/ 120 h 21"/>
                <a:gd name="T8" fmla="*/ 32 w 17"/>
                <a:gd name="T9" fmla="*/ 18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0" y="21"/>
                  </a:moveTo>
                  <a:cubicBezTo>
                    <a:pt x="2" y="17"/>
                    <a:pt x="4" y="16"/>
                    <a:pt x="8" y="13"/>
                  </a:cubicBezTo>
                  <a:cubicBezTo>
                    <a:pt x="11" y="11"/>
                    <a:pt x="16" y="5"/>
                    <a:pt x="15" y="0"/>
                  </a:cubicBezTo>
                  <a:cubicBezTo>
                    <a:pt x="15" y="4"/>
                    <a:pt x="17" y="9"/>
                    <a:pt x="14" y="12"/>
                  </a:cubicBezTo>
                  <a:cubicBezTo>
                    <a:pt x="11" y="15"/>
                    <a:pt x="7" y="16"/>
                    <a:pt x="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2559">
              <a:extLst>
                <a:ext uri="{FF2B5EF4-FFF2-40B4-BE49-F238E27FC236}">
                  <a16:creationId xmlns:a16="http://schemas.microsoft.com/office/drawing/2014/main" id="{451BE4EC-8556-4717-B2C5-8E096A24C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326"/>
              <a:ext cx="10" cy="49"/>
            </a:xfrm>
            <a:custGeom>
              <a:avLst/>
              <a:gdLst>
                <a:gd name="T0" fmla="*/ 0 w 5"/>
                <a:gd name="T1" fmla="*/ 0 h 23"/>
                <a:gd name="T2" fmla="*/ 8 w 5"/>
                <a:gd name="T3" fmla="*/ 117 h 23"/>
                <a:gd name="T4" fmla="*/ 0 w 5"/>
                <a:gd name="T5" fmla="*/ 173 h 23"/>
                <a:gd name="T6" fmla="*/ 8 w 5"/>
                <a:gd name="T7" fmla="*/ 222 h 23"/>
                <a:gd name="T8" fmla="*/ 32 w 5"/>
                <a:gd name="T9" fmla="*/ 145 h 23"/>
                <a:gd name="T10" fmla="*/ 40 w 5"/>
                <a:gd name="T11" fmla="*/ 104 h 23"/>
                <a:gd name="T12" fmla="*/ 16 w 5"/>
                <a:gd name="T13" fmla="*/ 19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3">
                  <a:moveTo>
                    <a:pt x="0" y="0"/>
                  </a:moveTo>
                  <a:cubicBezTo>
                    <a:pt x="1" y="4"/>
                    <a:pt x="2" y="8"/>
                    <a:pt x="1" y="12"/>
                  </a:cubicBezTo>
                  <a:cubicBezTo>
                    <a:pt x="1" y="14"/>
                    <a:pt x="0" y="15"/>
                    <a:pt x="0" y="18"/>
                  </a:cubicBezTo>
                  <a:cubicBezTo>
                    <a:pt x="0" y="20"/>
                    <a:pt x="1" y="22"/>
                    <a:pt x="1" y="23"/>
                  </a:cubicBezTo>
                  <a:cubicBezTo>
                    <a:pt x="2" y="20"/>
                    <a:pt x="2" y="18"/>
                    <a:pt x="4" y="15"/>
                  </a:cubicBezTo>
                  <a:cubicBezTo>
                    <a:pt x="4" y="13"/>
                    <a:pt x="5" y="13"/>
                    <a:pt x="5" y="11"/>
                  </a:cubicBezTo>
                  <a:cubicBezTo>
                    <a:pt x="5" y="8"/>
                    <a:pt x="3" y="5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2560">
              <a:extLst>
                <a:ext uri="{FF2B5EF4-FFF2-40B4-BE49-F238E27FC236}">
                  <a16:creationId xmlns:a16="http://schemas.microsoft.com/office/drawing/2014/main" id="{D5CF8C4D-D174-43D4-8A3B-4F06E3391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373"/>
              <a:ext cx="39" cy="57"/>
            </a:xfrm>
            <a:custGeom>
              <a:avLst/>
              <a:gdLst>
                <a:gd name="T0" fmla="*/ 133 w 20"/>
                <a:gd name="T1" fmla="*/ 0 h 27"/>
                <a:gd name="T2" fmla="*/ 76 w 20"/>
                <a:gd name="T3" fmla="*/ 152 h 27"/>
                <a:gd name="T4" fmla="*/ 0 w 20"/>
                <a:gd name="T5" fmla="*/ 245 h 27"/>
                <a:gd name="T6" fmla="*/ 88 w 20"/>
                <a:gd name="T7" fmla="*/ 169 h 27"/>
                <a:gd name="T8" fmla="*/ 133 w 20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18" y="0"/>
                  </a:moveTo>
                  <a:cubicBezTo>
                    <a:pt x="20" y="8"/>
                    <a:pt x="15" y="12"/>
                    <a:pt x="10" y="16"/>
                  </a:cubicBezTo>
                  <a:cubicBezTo>
                    <a:pt x="7" y="19"/>
                    <a:pt x="4" y="27"/>
                    <a:pt x="0" y="26"/>
                  </a:cubicBezTo>
                  <a:cubicBezTo>
                    <a:pt x="4" y="27"/>
                    <a:pt x="9" y="21"/>
                    <a:pt x="12" y="18"/>
                  </a:cubicBezTo>
                  <a:cubicBezTo>
                    <a:pt x="16" y="13"/>
                    <a:pt x="20" y="11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2561">
              <a:extLst>
                <a:ext uri="{FF2B5EF4-FFF2-40B4-BE49-F238E27FC236}">
                  <a16:creationId xmlns:a16="http://schemas.microsoft.com/office/drawing/2014/main" id="{AFA44C6B-946A-462D-93E4-8F85C73D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875"/>
              <a:ext cx="79" cy="68"/>
            </a:xfrm>
            <a:custGeom>
              <a:avLst/>
              <a:gdLst>
                <a:gd name="T0" fmla="*/ 124 w 40"/>
                <a:gd name="T1" fmla="*/ 0 h 32"/>
                <a:gd name="T2" fmla="*/ 32 w 40"/>
                <a:gd name="T3" fmla="*/ 49 h 32"/>
                <a:gd name="T4" fmla="*/ 8 w 40"/>
                <a:gd name="T5" fmla="*/ 153 h 32"/>
                <a:gd name="T6" fmla="*/ 199 w 40"/>
                <a:gd name="T7" fmla="*/ 257 h 32"/>
                <a:gd name="T8" fmla="*/ 269 w 40"/>
                <a:gd name="T9" fmla="*/ 49 h 32"/>
                <a:gd name="T10" fmla="*/ 124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6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2" y="26"/>
                    <a:pt x="15" y="32"/>
                    <a:pt x="26" y="27"/>
                  </a:cubicBezTo>
                  <a:cubicBezTo>
                    <a:pt x="37" y="23"/>
                    <a:pt x="40" y="11"/>
                    <a:pt x="35" y="5"/>
                  </a:cubicBezTo>
                  <a:cubicBezTo>
                    <a:pt x="30" y="0"/>
                    <a:pt x="27" y="0"/>
                    <a:pt x="16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2562">
              <a:extLst>
                <a:ext uri="{FF2B5EF4-FFF2-40B4-BE49-F238E27FC236}">
                  <a16:creationId xmlns:a16="http://schemas.microsoft.com/office/drawing/2014/main" id="{A7E26087-0795-4F2D-A0ED-814D0841D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879"/>
              <a:ext cx="60" cy="57"/>
            </a:xfrm>
            <a:custGeom>
              <a:avLst/>
              <a:gdLst>
                <a:gd name="T0" fmla="*/ 200 w 30"/>
                <a:gd name="T1" fmla="*/ 36 h 27"/>
                <a:gd name="T2" fmla="*/ 160 w 30"/>
                <a:gd name="T3" fmla="*/ 0 h 27"/>
                <a:gd name="T4" fmla="*/ 192 w 30"/>
                <a:gd name="T5" fmla="*/ 27 h 27"/>
                <a:gd name="T6" fmla="*/ 128 w 30"/>
                <a:gd name="T7" fmla="*/ 228 h 27"/>
                <a:gd name="T8" fmla="*/ 0 w 30"/>
                <a:gd name="T9" fmla="*/ 228 h 27"/>
                <a:gd name="T10" fmla="*/ 136 w 30"/>
                <a:gd name="T11" fmla="*/ 236 h 27"/>
                <a:gd name="T12" fmla="*/ 200 w 30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5" y="4"/>
                  </a:moveTo>
                  <a:cubicBezTo>
                    <a:pt x="24" y="2"/>
                    <a:pt x="22" y="1"/>
                    <a:pt x="20" y="0"/>
                  </a:cubicBezTo>
                  <a:cubicBezTo>
                    <a:pt x="22" y="1"/>
                    <a:pt x="23" y="2"/>
                    <a:pt x="24" y="3"/>
                  </a:cubicBezTo>
                  <a:cubicBezTo>
                    <a:pt x="29" y="9"/>
                    <a:pt x="26" y="20"/>
                    <a:pt x="16" y="24"/>
                  </a:cubicBezTo>
                  <a:cubicBezTo>
                    <a:pt x="11" y="26"/>
                    <a:pt x="5" y="26"/>
                    <a:pt x="0" y="24"/>
                  </a:cubicBezTo>
                  <a:cubicBezTo>
                    <a:pt x="5" y="26"/>
                    <a:pt x="11" y="27"/>
                    <a:pt x="17" y="25"/>
                  </a:cubicBezTo>
                  <a:cubicBezTo>
                    <a:pt x="28" y="20"/>
                    <a:pt x="30" y="9"/>
                    <a:pt x="25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2563">
              <a:extLst>
                <a:ext uri="{FF2B5EF4-FFF2-40B4-BE49-F238E27FC236}">
                  <a16:creationId xmlns:a16="http://schemas.microsoft.com/office/drawing/2014/main" id="{7FB52E5B-14A3-4830-87D0-B525695E8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877"/>
              <a:ext cx="55" cy="53"/>
            </a:xfrm>
            <a:custGeom>
              <a:avLst/>
              <a:gdLst>
                <a:gd name="T0" fmla="*/ 16 w 28"/>
                <a:gd name="T1" fmla="*/ 153 h 25"/>
                <a:gd name="T2" fmla="*/ 39 w 28"/>
                <a:gd name="T3" fmla="*/ 49 h 25"/>
                <a:gd name="T4" fmla="*/ 120 w 28"/>
                <a:gd name="T5" fmla="*/ 0 h 25"/>
                <a:gd name="T6" fmla="*/ 212 w 28"/>
                <a:gd name="T7" fmla="*/ 8 h 25"/>
                <a:gd name="T8" fmla="*/ 112 w 28"/>
                <a:gd name="T9" fmla="*/ 0 h 25"/>
                <a:gd name="T10" fmla="*/ 31 w 28"/>
                <a:gd name="T11" fmla="*/ 36 h 25"/>
                <a:gd name="T12" fmla="*/ 0 w 28"/>
                <a:gd name="T13" fmla="*/ 144 h 25"/>
                <a:gd name="T14" fmla="*/ 69 w 28"/>
                <a:gd name="T15" fmla="*/ 237 h 25"/>
                <a:gd name="T16" fmla="*/ 16 w 28"/>
                <a:gd name="T17" fmla="*/ 15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5">
                  <a:moveTo>
                    <a:pt x="2" y="16"/>
                  </a:moveTo>
                  <a:cubicBezTo>
                    <a:pt x="1" y="12"/>
                    <a:pt x="2" y="8"/>
                    <a:pt x="5" y="5"/>
                  </a:cubicBezTo>
                  <a:cubicBezTo>
                    <a:pt x="8" y="1"/>
                    <a:pt x="12" y="1"/>
                    <a:pt x="16" y="0"/>
                  </a:cubicBezTo>
                  <a:cubicBezTo>
                    <a:pt x="22" y="0"/>
                    <a:pt x="26" y="0"/>
                    <a:pt x="28" y="1"/>
                  </a:cubicBezTo>
                  <a:cubicBezTo>
                    <a:pt x="25" y="0"/>
                    <a:pt x="22" y="0"/>
                    <a:pt x="15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7"/>
                    <a:pt x="0" y="11"/>
                    <a:pt x="0" y="15"/>
                  </a:cubicBezTo>
                  <a:cubicBezTo>
                    <a:pt x="1" y="20"/>
                    <a:pt x="5" y="23"/>
                    <a:pt x="9" y="25"/>
                  </a:cubicBezTo>
                  <a:cubicBezTo>
                    <a:pt x="5" y="23"/>
                    <a:pt x="2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2564">
              <a:extLst>
                <a:ext uri="{FF2B5EF4-FFF2-40B4-BE49-F238E27FC236}">
                  <a16:creationId xmlns:a16="http://schemas.microsoft.com/office/drawing/2014/main" id="{32883A19-7E6B-4479-B52B-F4346B77D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885"/>
              <a:ext cx="51" cy="32"/>
            </a:xfrm>
            <a:custGeom>
              <a:avLst/>
              <a:gdLst>
                <a:gd name="T0" fmla="*/ 135 w 26"/>
                <a:gd name="T1" fmla="*/ 19 h 15"/>
                <a:gd name="T2" fmla="*/ 84 w 26"/>
                <a:gd name="T3" fmla="*/ 145 h 15"/>
                <a:gd name="T4" fmla="*/ 16 w 26"/>
                <a:gd name="T5" fmla="*/ 49 h 15"/>
                <a:gd name="T6" fmla="*/ 135 w 26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8" y="2"/>
                  </a:moveTo>
                  <a:cubicBezTo>
                    <a:pt x="26" y="6"/>
                    <a:pt x="21" y="15"/>
                    <a:pt x="11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4" y="1"/>
                    <a:pt x="14" y="0"/>
                    <a:pt x="18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2565">
              <a:extLst>
                <a:ext uri="{FF2B5EF4-FFF2-40B4-BE49-F238E27FC236}">
                  <a16:creationId xmlns:a16="http://schemas.microsoft.com/office/drawing/2014/main" id="{FC8F9538-C259-46EA-9D55-95347634A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896"/>
              <a:ext cx="46" cy="21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84 h 10"/>
                <a:gd name="T4" fmla="*/ 0 w 23"/>
                <a:gd name="T5" fmla="*/ 36 h 10"/>
                <a:gd name="T6" fmla="*/ 80 w 23"/>
                <a:gd name="T7" fmla="*/ 92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9"/>
                    <a:pt x="10" y="9"/>
                  </a:cubicBezTo>
                  <a:cubicBezTo>
                    <a:pt x="4" y="9"/>
                    <a:pt x="1" y="7"/>
                    <a:pt x="0" y="4"/>
                  </a:cubicBezTo>
                  <a:cubicBezTo>
                    <a:pt x="1" y="7"/>
                    <a:pt x="3" y="10"/>
                    <a:pt x="10" y="10"/>
                  </a:cubicBezTo>
                  <a:cubicBezTo>
                    <a:pt x="18" y="10"/>
                    <a:pt x="23" y="5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2566">
              <a:extLst>
                <a:ext uri="{FF2B5EF4-FFF2-40B4-BE49-F238E27FC236}">
                  <a16:creationId xmlns:a16="http://schemas.microsoft.com/office/drawing/2014/main" id="{84B13024-2809-4F24-898B-240BC163D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885"/>
              <a:ext cx="22" cy="7"/>
            </a:xfrm>
            <a:custGeom>
              <a:avLst/>
              <a:gdLst>
                <a:gd name="T0" fmla="*/ 88 w 11"/>
                <a:gd name="T1" fmla="*/ 12 h 3"/>
                <a:gd name="T2" fmla="*/ 0 w 11"/>
                <a:gd name="T3" fmla="*/ 37 h 3"/>
                <a:gd name="T4" fmla="*/ 88 w 1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2" y="2"/>
                    <a:pt x="8" y="1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2567">
              <a:extLst>
                <a:ext uri="{FF2B5EF4-FFF2-40B4-BE49-F238E27FC236}">
                  <a16:creationId xmlns:a16="http://schemas.microsoft.com/office/drawing/2014/main" id="{595DBFCF-F3B3-420D-B418-1F61049DE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907"/>
              <a:ext cx="34" cy="19"/>
            </a:xfrm>
            <a:custGeom>
              <a:avLst/>
              <a:gdLst>
                <a:gd name="T0" fmla="*/ 0 w 17"/>
                <a:gd name="T1" fmla="*/ 36 h 9"/>
                <a:gd name="T2" fmla="*/ 136 w 17"/>
                <a:gd name="T3" fmla="*/ 0 h 9"/>
                <a:gd name="T4" fmla="*/ 0 w 17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2" y="6"/>
                    <a:pt x="13" y="7"/>
                    <a:pt x="17" y="0"/>
                  </a:cubicBezTo>
                  <a:cubicBezTo>
                    <a:pt x="16" y="3"/>
                    <a:pt x="8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2568">
              <a:extLst>
                <a:ext uri="{FF2B5EF4-FFF2-40B4-BE49-F238E27FC236}">
                  <a16:creationId xmlns:a16="http://schemas.microsoft.com/office/drawing/2014/main" id="{CB56908A-C197-492F-92A5-7B3E8FC06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875"/>
              <a:ext cx="79" cy="68"/>
            </a:xfrm>
            <a:custGeom>
              <a:avLst/>
              <a:gdLst>
                <a:gd name="T0" fmla="*/ 124 w 40"/>
                <a:gd name="T1" fmla="*/ 0 h 32"/>
                <a:gd name="T2" fmla="*/ 32 w 40"/>
                <a:gd name="T3" fmla="*/ 49 h 32"/>
                <a:gd name="T4" fmla="*/ 8 w 40"/>
                <a:gd name="T5" fmla="*/ 153 h 32"/>
                <a:gd name="T6" fmla="*/ 199 w 40"/>
                <a:gd name="T7" fmla="*/ 257 h 32"/>
                <a:gd name="T8" fmla="*/ 269 w 40"/>
                <a:gd name="T9" fmla="*/ 49 h 32"/>
                <a:gd name="T10" fmla="*/ 124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6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2" y="26"/>
                    <a:pt x="15" y="32"/>
                    <a:pt x="26" y="27"/>
                  </a:cubicBezTo>
                  <a:cubicBezTo>
                    <a:pt x="37" y="23"/>
                    <a:pt x="40" y="11"/>
                    <a:pt x="35" y="5"/>
                  </a:cubicBezTo>
                  <a:cubicBezTo>
                    <a:pt x="30" y="0"/>
                    <a:pt x="27" y="0"/>
                    <a:pt x="16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2569">
              <a:extLst>
                <a:ext uri="{FF2B5EF4-FFF2-40B4-BE49-F238E27FC236}">
                  <a16:creationId xmlns:a16="http://schemas.microsoft.com/office/drawing/2014/main" id="{40C8D9BC-72E1-4024-8671-FB881647E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890"/>
              <a:ext cx="45" cy="27"/>
            </a:xfrm>
            <a:custGeom>
              <a:avLst/>
              <a:gdLst>
                <a:gd name="T0" fmla="*/ 133 w 23"/>
                <a:gd name="T1" fmla="*/ 0 h 13"/>
                <a:gd name="T2" fmla="*/ 164 w 23"/>
                <a:gd name="T3" fmla="*/ 64 h 13"/>
                <a:gd name="T4" fmla="*/ 84 w 23"/>
                <a:gd name="T5" fmla="*/ 116 h 13"/>
                <a:gd name="T6" fmla="*/ 16 w 23"/>
                <a:gd name="T7" fmla="*/ 81 h 13"/>
                <a:gd name="T8" fmla="*/ 16 w 23"/>
                <a:gd name="T9" fmla="*/ 25 h 13"/>
                <a:gd name="T10" fmla="*/ 16 w 23"/>
                <a:gd name="T11" fmla="*/ 25 h 13"/>
                <a:gd name="T12" fmla="*/ 16 w 23"/>
                <a:gd name="T13" fmla="*/ 81 h 13"/>
                <a:gd name="T14" fmla="*/ 84 w 23"/>
                <a:gd name="T15" fmla="*/ 116 h 13"/>
                <a:gd name="T16" fmla="*/ 164 w 23"/>
                <a:gd name="T17" fmla="*/ 64 h 13"/>
                <a:gd name="T18" fmla="*/ 133 w 2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3">
                  <a:moveTo>
                    <a:pt x="18" y="0"/>
                  </a:moveTo>
                  <a:cubicBezTo>
                    <a:pt x="21" y="2"/>
                    <a:pt x="23" y="4"/>
                    <a:pt x="22" y="7"/>
                  </a:cubicBezTo>
                  <a:cubicBezTo>
                    <a:pt x="21" y="10"/>
                    <a:pt x="17" y="13"/>
                    <a:pt x="11" y="13"/>
                  </a:cubicBezTo>
                  <a:cubicBezTo>
                    <a:pt x="5" y="13"/>
                    <a:pt x="3" y="11"/>
                    <a:pt x="2" y="9"/>
                  </a:cubicBezTo>
                  <a:cubicBezTo>
                    <a:pt x="1" y="7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7"/>
                    <a:pt x="2" y="9"/>
                  </a:cubicBezTo>
                  <a:cubicBezTo>
                    <a:pt x="3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7"/>
                  </a:cubicBezTo>
                  <a:cubicBezTo>
                    <a:pt x="23" y="4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2570">
              <a:extLst>
                <a:ext uri="{FF2B5EF4-FFF2-40B4-BE49-F238E27FC236}">
                  <a16:creationId xmlns:a16="http://schemas.microsoft.com/office/drawing/2014/main" id="{50713D84-21A4-447E-8631-B3775D831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811"/>
              <a:ext cx="80" cy="68"/>
            </a:xfrm>
            <a:custGeom>
              <a:avLst/>
              <a:gdLst>
                <a:gd name="T0" fmla="*/ 128 w 40"/>
                <a:gd name="T1" fmla="*/ 0 h 32"/>
                <a:gd name="T2" fmla="*/ 32 w 40"/>
                <a:gd name="T3" fmla="*/ 49 h 32"/>
                <a:gd name="T4" fmla="*/ 8 w 40"/>
                <a:gd name="T5" fmla="*/ 153 h 32"/>
                <a:gd name="T6" fmla="*/ 208 w 40"/>
                <a:gd name="T7" fmla="*/ 257 h 32"/>
                <a:gd name="T8" fmla="*/ 280 w 40"/>
                <a:gd name="T9" fmla="*/ 49 h 32"/>
                <a:gd name="T10" fmla="*/ 128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6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2" y="26"/>
                    <a:pt x="15" y="32"/>
                    <a:pt x="26" y="27"/>
                  </a:cubicBezTo>
                  <a:cubicBezTo>
                    <a:pt x="37" y="23"/>
                    <a:pt x="40" y="11"/>
                    <a:pt x="35" y="5"/>
                  </a:cubicBezTo>
                  <a:cubicBezTo>
                    <a:pt x="30" y="0"/>
                    <a:pt x="27" y="0"/>
                    <a:pt x="16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2571">
              <a:extLst>
                <a:ext uri="{FF2B5EF4-FFF2-40B4-BE49-F238E27FC236}">
                  <a16:creationId xmlns:a16="http://schemas.microsoft.com/office/drawing/2014/main" id="{9B078E0E-DFDB-4F63-9143-B317E1FF2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815"/>
              <a:ext cx="60" cy="58"/>
            </a:xfrm>
            <a:custGeom>
              <a:avLst/>
              <a:gdLst>
                <a:gd name="T0" fmla="*/ 200 w 30"/>
                <a:gd name="T1" fmla="*/ 41 h 27"/>
                <a:gd name="T2" fmla="*/ 160 w 30"/>
                <a:gd name="T3" fmla="*/ 0 h 27"/>
                <a:gd name="T4" fmla="*/ 192 w 30"/>
                <a:gd name="T5" fmla="*/ 28 h 27"/>
                <a:gd name="T6" fmla="*/ 128 w 30"/>
                <a:gd name="T7" fmla="*/ 241 h 27"/>
                <a:gd name="T8" fmla="*/ 0 w 30"/>
                <a:gd name="T9" fmla="*/ 241 h 27"/>
                <a:gd name="T10" fmla="*/ 136 w 30"/>
                <a:gd name="T11" fmla="*/ 249 h 27"/>
                <a:gd name="T12" fmla="*/ 200 w 30"/>
                <a:gd name="T13" fmla="*/ 4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5" y="4"/>
                  </a:moveTo>
                  <a:cubicBezTo>
                    <a:pt x="24" y="2"/>
                    <a:pt x="22" y="1"/>
                    <a:pt x="20" y="0"/>
                  </a:cubicBezTo>
                  <a:cubicBezTo>
                    <a:pt x="22" y="1"/>
                    <a:pt x="23" y="2"/>
                    <a:pt x="24" y="3"/>
                  </a:cubicBezTo>
                  <a:cubicBezTo>
                    <a:pt x="29" y="9"/>
                    <a:pt x="26" y="20"/>
                    <a:pt x="16" y="24"/>
                  </a:cubicBezTo>
                  <a:cubicBezTo>
                    <a:pt x="11" y="26"/>
                    <a:pt x="5" y="26"/>
                    <a:pt x="0" y="24"/>
                  </a:cubicBezTo>
                  <a:cubicBezTo>
                    <a:pt x="5" y="26"/>
                    <a:pt x="11" y="27"/>
                    <a:pt x="17" y="25"/>
                  </a:cubicBezTo>
                  <a:cubicBezTo>
                    <a:pt x="28" y="20"/>
                    <a:pt x="30" y="9"/>
                    <a:pt x="25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2572">
              <a:extLst>
                <a:ext uri="{FF2B5EF4-FFF2-40B4-BE49-F238E27FC236}">
                  <a16:creationId xmlns:a16="http://schemas.microsoft.com/office/drawing/2014/main" id="{9EB2E5AF-DA67-417D-A9A5-5892F13DB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2813"/>
              <a:ext cx="56" cy="53"/>
            </a:xfrm>
            <a:custGeom>
              <a:avLst/>
              <a:gdLst>
                <a:gd name="T0" fmla="*/ 16 w 28"/>
                <a:gd name="T1" fmla="*/ 153 h 25"/>
                <a:gd name="T2" fmla="*/ 40 w 28"/>
                <a:gd name="T3" fmla="*/ 49 h 25"/>
                <a:gd name="T4" fmla="*/ 128 w 28"/>
                <a:gd name="T5" fmla="*/ 0 h 25"/>
                <a:gd name="T6" fmla="*/ 224 w 28"/>
                <a:gd name="T7" fmla="*/ 8 h 25"/>
                <a:gd name="T8" fmla="*/ 120 w 28"/>
                <a:gd name="T9" fmla="*/ 0 h 25"/>
                <a:gd name="T10" fmla="*/ 32 w 28"/>
                <a:gd name="T11" fmla="*/ 36 h 25"/>
                <a:gd name="T12" fmla="*/ 0 w 28"/>
                <a:gd name="T13" fmla="*/ 144 h 25"/>
                <a:gd name="T14" fmla="*/ 72 w 28"/>
                <a:gd name="T15" fmla="*/ 237 h 25"/>
                <a:gd name="T16" fmla="*/ 16 w 28"/>
                <a:gd name="T17" fmla="*/ 15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5">
                  <a:moveTo>
                    <a:pt x="2" y="16"/>
                  </a:moveTo>
                  <a:cubicBezTo>
                    <a:pt x="1" y="12"/>
                    <a:pt x="2" y="8"/>
                    <a:pt x="5" y="5"/>
                  </a:cubicBezTo>
                  <a:cubicBezTo>
                    <a:pt x="8" y="1"/>
                    <a:pt x="12" y="1"/>
                    <a:pt x="16" y="0"/>
                  </a:cubicBezTo>
                  <a:cubicBezTo>
                    <a:pt x="22" y="0"/>
                    <a:pt x="26" y="0"/>
                    <a:pt x="28" y="1"/>
                  </a:cubicBezTo>
                  <a:cubicBezTo>
                    <a:pt x="25" y="0"/>
                    <a:pt x="22" y="0"/>
                    <a:pt x="15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7"/>
                    <a:pt x="0" y="11"/>
                    <a:pt x="0" y="15"/>
                  </a:cubicBezTo>
                  <a:cubicBezTo>
                    <a:pt x="1" y="20"/>
                    <a:pt x="5" y="23"/>
                    <a:pt x="9" y="25"/>
                  </a:cubicBezTo>
                  <a:cubicBezTo>
                    <a:pt x="5" y="23"/>
                    <a:pt x="2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2573">
              <a:extLst>
                <a:ext uri="{FF2B5EF4-FFF2-40B4-BE49-F238E27FC236}">
                  <a16:creationId xmlns:a16="http://schemas.microsoft.com/office/drawing/2014/main" id="{5BDA91D2-74A0-411C-BCC9-F08CCB442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822"/>
              <a:ext cx="52" cy="32"/>
            </a:xfrm>
            <a:custGeom>
              <a:avLst/>
              <a:gdLst>
                <a:gd name="T0" fmla="*/ 144 w 26"/>
                <a:gd name="T1" fmla="*/ 19 h 15"/>
                <a:gd name="T2" fmla="*/ 88 w 26"/>
                <a:gd name="T3" fmla="*/ 145 h 15"/>
                <a:gd name="T4" fmla="*/ 16 w 26"/>
                <a:gd name="T5" fmla="*/ 49 h 15"/>
                <a:gd name="T6" fmla="*/ 144 w 26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8" y="2"/>
                  </a:moveTo>
                  <a:cubicBezTo>
                    <a:pt x="26" y="6"/>
                    <a:pt x="21" y="15"/>
                    <a:pt x="11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4" y="1"/>
                    <a:pt x="14" y="0"/>
                    <a:pt x="18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2574">
              <a:extLst>
                <a:ext uri="{FF2B5EF4-FFF2-40B4-BE49-F238E27FC236}">
                  <a16:creationId xmlns:a16="http://schemas.microsoft.com/office/drawing/2014/main" id="{BA44FBF6-E89F-4C79-A714-5CB3E3AA9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832"/>
              <a:ext cx="46" cy="22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97 h 10"/>
                <a:gd name="T4" fmla="*/ 0 w 23"/>
                <a:gd name="T5" fmla="*/ 44 h 10"/>
                <a:gd name="T6" fmla="*/ 80 w 23"/>
                <a:gd name="T7" fmla="*/ 106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9"/>
                    <a:pt x="10" y="9"/>
                  </a:cubicBezTo>
                  <a:cubicBezTo>
                    <a:pt x="4" y="9"/>
                    <a:pt x="1" y="7"/>
                    <a:pt x="0" y="4"/>
                  </a:cubicBezTo>
                  <a:cubicBezTo>
                    <a:pt x="1" y="7"/>
                    <a:pt x="3" y="10"/>
                    <a:pt x="10" y="10"/>
                  </a:cubicBezTo>
                  <a:cubicBezTo>
                    <a:pt x="18" y="10"/>
                    <a:pt x="23" y="5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2575">
              <a:extLst>
                <a:ext uri="{FF2B5EF4-FFF2-40B4-BE49-F238E27FC236}">
                  <a16:creationId xmlns:a16="http://schemas.microsoft.com/office/drawing/2014/main" id="{AEE7631C-AAB9-4018-96E8-8751A900F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2822"/>
              <a:ext cx="22" cy="6"/>
            </a:xfrm>
            <a:custGeom>
              <a:avLst/>
              <a:gdLst>
                <a:gd name="T0" fmla="*/ 88 w 11"/>
                <a:gd name="T1" fmla="*/ 8 h 3"/>
                <a:gd name="T2" fmla="*/ 0 w 11"/>
                <a:gd name="T3" fmla="*/ 24 h 3"/>
                <a:gd name="T4" fmla="*/ 88 w 11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2" y="2"/>
                    <a:pt x="8" y="1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2576">
              <a:extLst>
                <a:ext uri="{FF2B5EF4-FFF2-40B4-BE49-F238E27FC236}">
                  <a16:creationId xmlns:a16="http://schemas.microsoft.com/office/drawing/2014/main" id="{A51784AB-670A-4EF3-AED0-F1B4F2798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2843"/>
              <a:ext cx="34" cy="19"/>
            </a:xfrm>
            <a:custGeom>
              <a:avLst/>
              <a:gdLst>
                <a:gd name="T0" fmla="*/ 0 w 17"/>
                <a:gd name="T1" fmla="*/ 36 h 9"/>
                <a:gd name="T2" fmla="*/ 136 w 17"/>
                <a:gd name="T3" fmla="*/ 0 h 9"/>
                <a:gd name="T4" fmla="*/ 0 w 17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2" y="6"/>
                    <a:pt x="13" y="7"/>
                    <a:pt x="17" y="0"/>
                  </a:cubicBezTo>
                  <a:cubicBezTo>
                    <a:pt x="16" y="3"/>
                    <a:pt x="8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2577">
              <a:extLst>
                <a:ext uri="{FF2B5EF4-FFF2-40B4-BE49-F238E27FC236}">
                  <a16:creationId xmlns:a16="http://schemas.microsoft.com/office/drawing/2014/main" id="{869F55A5-1B9F-4804-9C2F-E095E88B4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811"/>
              <a:ext cx="80" cy="68"/>
            </a:xfrm>
            <a:custGeom>
              <a:avLst/>
              <a:gdLst>
                <a:gd name="T0" fmla="*/ 128 w 40"/>
                <a:gd name="T1" fmla="*/ 0 h 32"/>
                <a:gd name="T2" fmla="*/ 32 w 40"/>
                <a:gd name="T3" fmla="*/ 49 h 32"/>
                <a:gd name="T4" fmla="*/ 8 w 40"/>
                <a:gd name="T5" fmla="*/ 153 h 32"/>
                <a:gd name="T6" fmla="*/ 208 w 40"/>
                <a:gd name="T7" fmla="*/ 257 h 32"/>
                <a:gd name="T8" fmla="*/ 280 w 40"/>
                <a:gd name="T9" fmla="*/ 49 h 32"/>
                <a:gd name="T10" fmla="*/ 128 w 4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6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2" y="26"/>
                    <a:pt x="15" y="32"/>
                    <a:pt x="26" y="27"/>
                  </a:cubicBezTo>
                  <a:cubicBezTo>
                    <a:pt x="37" y="23"/>
                    <a:pt x="40" y="11"/>
                    <a:pt x="35" y="5"/>
                  </a:cubicBezTo>
                  <a:cubicBezTo>
                    <a:pt x="30" y="0"/>
                    <a:pt x="27" y="0"/>
                    <a:pt x="16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2578">
              <a:extLst>
                <a:ext uri="{FF2B5EF4-FFF2-40B4-BE49-F238E27FC236}">
                  <a16:creationId xmlns:a16="http://schemas.microsoft.com/office/drawing/2014/main" id="{71B79E69-6920-4FB8-AFC0-862FCEB26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826"/>
              <a:ext cx="46" cy="28"/>
            </a:xfrm>
            <a:custGeom>
              <a:avLst/>
              <a:gdLst>
                <a:gd name="T0" fmla="*/ 144 w 23"/>
                <a:gd name="T1" fmla="*/ 0 h 13"/>
                <a:gd name="T2" fmla="*/ 176 w 23"/>
                <a:gd name="T3" fmla="*/ 69 h 13"/>
                <a:gd name="T4" fmla="*/ 88 w 23"/>
                <a:gd name="T5" fmla="*/ 129 h 13"/>
                <a:gd name="T6" fmla="*/ 16 w 23"/>
                <a:gd name="T7" fmla="*/ 88 h 13"/>
                <a:gd name="T8" fmla="*/ 16 w 23"/>
                <a:gd name="T9" fmla="*/ 28 h 13"/>
                <a:gd name="T10" fmla="*/ 16 w 23"/>
                <a:gd name="T11" fmla="*/ 28 h 13"/>
                <a:gd name="T12" fmla="*/ 16 w 23"/>
                <a:gd name="T13" fmla="*/ 88 h 13"/>
                <a:gd name="T14" fmla="*/ 88 w 23"/>
                <a:gd name="T15" fmla="*/ 129 h 13"/>
                <a:gd name="T16" fmla="*/ 176 w 23"/>
                <a:gd name="T17" fmla="*/ 69 h 13"/>
                <a:gd name="T18" fmla="*/ 144 w 2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3">
                  <a:moveTo>
                    <a:pt x="18" y="0"/>
                  </a:moveTo>
                  <a:cubicBezTo>
                    <a:pt x="21" y="2"/>
                    <a:pt x="23" y="4"/>
                    <a:pt x="22" y="7"/>
                  </a:cubicBezTo>
                  <a:cubicBezTo>
                    <a:pt x="21" y="10"/>
                    <a:pt x="17" y="13"/>
                    <a:pt x="11" y="13"/>
                  </a:cubicBezTo>
                  <a:cubicBezTo>
                    <a:pt x="5" y="13"/>
                    <a:pt x="3" y="11"/>
                    <a:pt x="2" y="9"/>
                  </a:cubicBezTo>
                  <a:cubicBezTo>
                    <a:pt x="1" y="7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7"/>
                    <a:pt x="2" y="9"/>
                  </a:cubicBezTo>
                  <a:cubicBezTo>
                    <a:pt x="3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7"/>
                  </a:cubicBezTo>
                  <a:cubicBezTo>
                    <a:pt x="23" y="4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2579">
              <a:extLst>
                <a:ext uri="{FF2B5EF4-FFF2-40B4-BE49-F238E27FC236}">
                  <a16:creationId xmlns:a16="http://schemas.microsoft.com/office/drawing/2014/main" id="{DECE96C6-70C9-40F4-82BF-834A4D277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2907"/>
              <a:ext cx="46" cy="64"/>
            </a:xfrm>
            <a:custGeom>
              <a:avLst/>
              <a:gdLst>
                <a:gd name="T0" fmla="*/ 184 w 23"/>
                <a:gd name="T1" fmla="*/ 0 h 30"/>
                <a:gd name="T2" fmla="*/ 136 w 23"/>
                <a:gd name="T3" fmla="*/ 0 h 30"/>
                <a:gd name="T4" fmla="*/ 32 w 23"/>
                <a:gd name="T5" fmla="*/ 49 h 30"/>
                <a:gd name="T6" fmla="*/ 8 w 23"/>
                <a:gd name="T7" fmla="*/ 156 h 30"/>
                <a:gd name="T8" fmla="*/ 184 w 23"/>
                <a:gd name="T9" fmla="*/ 273 h 30"/>
                <a:gd name="T10" fmla="*/ 184 w 23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0">
                  <a:moveTo>
                    <a:pt x="23" y="0"/>
                  </a:moveTo>
                  <a:cubicBezTo>
                    <a:pt x="22" y="0"/>
                    <a:pt x="19" y="0"/>
                    <a:pt x="17" y="0"/>
                  </a:cubicBezTo>
                  <a:cubicBezTo>
                    <a:pt x="12" y="0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5"/>
                    <a:pt x="13" y="30"/>
                    <a:pt x="23" y="28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2580">
              <a:extLst>
                <a:ext uri="{FF2B5EF4-FFF2-40B4-BE49-F238E27FC236}">
                  <a16:creationId xmlns:a16="http://schemas.microsoft.com/office/drawing/2014/main" id="{624AC58F-1928-4BE7-B7D7-F9D7CBE16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2917"/>
              <a:ext cx="32" cy="32"/>
            </a:xfrm>
            <a:custGeom>
              <a:avLst/>
              <a:gdLst>
                <a:gd name="T0" fmla="*/ 128 w 16"/>
                <a:gd name="T1" fmla="*/ 9 h 15"/>
                <a:gd name="T2" fmla="*/ 16 w 16"/>
                <a:gd name="T3" fmla="*/ 49 h 15"/>
                <a:gd name="T4" fmla="*/ 88 w 16"/>
                <a:gd name="T5" fmla="*/ 145 h 15"/>
                <a:gd name="T6" fmla="*/ 128 w 16"/>
                <a:gd name="T7" fmla="*/ 137 h 15"/>
                <a:gd name="T8" fmla="*/ 128 w 16"/>
                <a:gd name="T9" fmla="*/ 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6" y="1"/>
                  </a:moveTo>
                  <a:cubicBezTo>
                    <a:pt x="12" y="0"/>
                    <a:pt x="4" y="1"/>
                    <a:pt x="2" y="5"/>
                  </a:cubicBezTo>
                  <a:cubicBezTo>
                    <a:pt x="0" y="8"/>
                    <a:pt x="1" y="15"/>
                    <a:pt x="11" y="15"/>
                  </a:cubicBezTo>
                  <a:cubicBezTo>
                    <a:pt x="13" y="15"/>
                    <a:pt x="15" y="15"/>
                    <a:pt x="16" y="14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2581">
              <a:extLst>
                <a:ext uri="{FF2B5EF4-FFF2-40B4-BE49-F238E27FC236}">
                  <a16:creationId xmlns:a16="http://schemas.microsoft.com/office/drawing/2014/main" id="{4FDB6EB4-DBC0-459A-B8FE-6D323278D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6" y="2936"/>
              <a:ext cx="28" cy="13"/>
            </a:xfrm>
            <a:custGeom>
              <a:avLst/>
              <a:gdLst>
                <a:gd name="T0" fmla="*/ 112 w 14"/>
                <a:gd name="T1" fmla="*/ 43 h 6"/>
                <a:gd name="T2" fmla="*/ 72 w 14"/>
                <a:gd name="T3" fmla="*/ 52 h 6"/>
                <a:gd name="T4" fmla="*/ 0 w 14"/>
                <a:gd name="T5" fmla="*/ 0 h 6"/>
                <a:gd name="T6" fmla="*/ 72 w 14"/>
                <a:gd name="T7" fmla="*/ 61 h 6"/>
                <a:gd name="T8" fmla="*/ 112 w 14"/>
                <a:gd name="T9" fmla="*/ 52 h 6"/>
                <a:gd name="T10" fmla="*/ 112 w 14"/>
                <a:gd name="T11" fmla="*/ 4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6">
                  <a:moveTo>
                    <a:pt x="14" y="4"/>
                  </a:moveTo>
                  <a:cubicBezTo>
                    <a:pt x="13" y="4"/>
                    <a:pt x="11" y="5"/>
                    <a:pt x="9" y="5"/>
                  </a:cubicBezTo>
                  <a:cubicBezTo>
                    <a:pt x="3" y="5"/>
                    <a:pt x="1" y="3"/>
                    <a:pt x="0" y="0"/>
                  </a:cubicBezTo>
                  <a:cubicBezTo>
                    <a:pt x="0" y="3"/>
                    <a:pt x="3" y="6"/>
                    <a:pt x="9" y="6"/>
                  </a:cubicBezTo>
                  <a:cubicBezTo>
                    <a:pt x="11" y="6"/>
                    <a:pt x="13" y="6"/>
                    <a:pt x="14" y="5"/>
                  </a:cubicBezTo>
                  <a:lnTo>
                    <a:pt x="14" y="4"/>
                  </a:ln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2582">
              <a:extLst>
                <a:ext uri="{FF2B5EF4-FFF2-40B4-BE49-F238E27FC236}">
                  <a16:creationId xmlns:a16="http://schemas.microsoft.com/office/drawing/2014/main" id="{E77AB53D-92D6-4F54-9BDE-BD269FDF9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917"/>
              <a:ext cx="24" cy="7"/>
            </a:xfrm>
            <a:custGeom>
              <a:avLst/>
              <a:gdLst>
                <a:gd name="T0" fmla="*/ 96 w 12"/>
                <a:gd name="T1" fmla="*/ 12 h 3"/>
                <a:gd name="T2" fmla="*/ 0 w 12"/>
                <a:gd name="T3" fmla="*/ 37 h 3"/>
                <a:gd name="T4" fmla="*/ 96 w 1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3" y="2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2583">
              <a:extLst>
                <a:ext uri="{FF2B5EF4-FFF2-40B4-BE49-F238E27FC236}">
                  <a16:creationId xmlns:a16="http://schemas.microsoft.com/office/drawing/2014/main" id="{C8791AB9-C027-4E8E-8828-22F7F6291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2907"/>
              <a:ext cx="46" cy="64"/>
            </a:xfrm>
            <a:custGeom>
              <a:avLst/>
              <a:gdLst>
                <a:gd name="T0" fmla="*/ 184 w 23"/>
                <a:gd name="T1" fmla="*/ 0 h 30"/>
                <a:gd name="T2" fmla="*/ 136 w 23"/>
                <a:gd name="T3" fmla="*/ 0 h 30"/>
                <a:gd name="T4" fmla="*/ 32 w 23"/>
                <a:gd name="T5" fmla="*/ 49 h 30"/>
                <a:gd name="T6" fmla="*/ 8 w 23"/>
                <a:gd name="T7" fmla="*/ 156 h 30"/>
                <a:gd name="T8" fmla="*/ 184 w 23"/>
                <a:gd name="T9" fmla="*/ 273 h 30"/>
                <a:gd name="T10" fmla="*/ 184 w 23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0">
                  <a:moveTo>
                    <a:pt x="23" y="0"/>
                  </a:moveTo>
                  <a:cubicBezTo>
                    <a:pt x="22" y="0"/>
                    <a:pt x="19" y="0"/>
                    <a:pt x="17" y="0"/>
                  </a:cubicBezTo>
                  <a:cubicBezTo>
                    <a:pt x="12" y="0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5"/>
                    <a:pt x="13" y="30"/>
                    <a:pt x="23" y="28"/>
                  </a:cubicBezTo>
                  <a:lnTo>
                    <a:pt x="23" y="0"/>
                  </a:ln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2584">
              <a:extLst>
                <a:ext uri="{FF2B5EF4-FFF2-40B4-BE49-F238E27FC236}">
                  <a16:creationId xmlns:a16="http://schemas.microsoft.com/office/drawing/2014/main" id="{5F640988-73F4-4550-8BE8-37459B1F3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2928"/>
              <a:ext cx="30" cy="21"/>
            </a:xfrm>
            <a:custGeom>
              <a:avLst/>
              <a:gdLst>
                <a:gd name="T0" fmla="*/ 120 w 15"/>
                <a:gd name="T1" fmla="*/ 84 h 10"/>
                <a:gd name="T2" fmla="*/ 80 w 15"/>
                <a:gd name="T3" fmla="*/ 92 h 10"/>
                <a:gd name="T4" fmla="*/ 8 w 15"/>
                <a:gd name="T5" fmla="*/ 57 h 10"/>
                <a:gd name="T6" fmla="*/ 8 w 15"/>
                <a:gd name="T7" fmla="*/ 0 h 10"/>
                <a:gd name="T8" fmla="*/ 8 w 15"/>
                <a:gd name="T9" fmla="*/ 57 h 10"/>
                <a:gd name="T10" fmla="*/ 80 w 15"/>
                <a:gd name="T11" fmla="*/ 92 h 10"/>
                <a:gd name="T12" fmla="*/ 120 w 15"/>
                <a:gd name="T13" fmla="*/ 8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0">
                  <a:moveTo>
                    <a:pt x="15" y="9"/>
                  </a:moveTo>
                  <a:cubicBezTo>
                    <a:pt x="14" y="10"/>
                    <a:pt x="12" y="10"/>
                    <a:pt x="10" y="10"/>
                  </a:cubicBezTo>
                  <a:cubicBezTo>
                    <a:pt x="5" y="10"/>
                    <a:pt x="2" y="8"/>
                    <a:pt x="1" y="6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0" y="1"/>
                    <a:pt x="0" y="4"/>
                    <a:pt x="1" y="6"/>
                  </a:cubicBezTo>
                  <a:cubicBezTo>
                    <a:pt x="2" y="8"/>
                    <a:pt x="5" y="10"/>
                    <a:pt x="10" y="10"/>
                  </a:cubicBezTo>
                  <a:cubicBezTo>
                    <a:pt x="12" y="10"/>
                    <a:pt x="14" y="10"/>
                    <a:pt x="15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2585">
              <a:extLst>
                <a:ext uri="{FF2B5EF4-FFF2-40B4-BE49-F238E27FC236}">
                  <a16:creationId xmlns:a16="http://schemas.microsoft.com/office/drawing/2014/main" id="{57DB3D36-2D3F-4827-A04F-E16129BB0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3219"/>
              <a:ext cx="76" cy="36"/>
            </a:xfrm>
            <a:custGeom>
              <a:avLst/>
              <a:gdLst>
                <a:gd name="T0" fmla="*/ 136 w 38"/>
                <a:gd name="T1" fmla="*/ 0 h 17"/>
                <a:gd name="T2" fmla="*/ 40 w 38"/>
                <a:gd name="T3" fmla="*/ 49 h 17"/>
                <a:gd name="T4" fmla="*/ 8 w 38"/>
                <a:gd name="T5" fmla="*/ 152 h 17"/>
                <a:gd name="T6" fmla="*/ 8 w 38"/>
                <a:gd name="T7" fmla="*/ 161 h 17"/>
                <a:gd name="T8" fmla="*/ 288 w 38"/>
                <a:gd name="T9" fmla="*/ 161 h 17"/>
                <a:gd name="T10" fmla="*/ 280 w 38"/>
                <a:gd name="T11" fmla="*/ 49 h 17"/>
                <a:gd name="T12" fmla="*/ 136 w 38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7">
                  <a:moveTo>
                    <a:pt x="17" y="0"/>
                  </a:moveTo>
                  <a:cubicBezTo>
                    <a:pt x="12" y="0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8" y="13"/>
                    <a:pt x="38" y="8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2586">
              <a:extLst>
                <a:ext uri="{FF2B5EF4-FFF2-40B4-BE49-F238E27FC236}">
                  <a16:creationId xmlns:a16="http://schemas.microsoft.com/office/drawing/2014/main" id="{1D8F8D9B-D35A-4E00-8418-32496CBF9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224"/>
              <a:ext cx="16" cy="31"/>
            </a:xfrm>
            <a:custGeom>
              <a:avLst/>
              <a:gdLst>
                <a:gd name="T0" fmla="*/ 0 w 8"/>
                <a:gd name="T1" fmla="*/ 0 h 15"/>
                <a:gd name="T2" fmla="*/ 32 w 8"/>
                <a:gd name="T3" fmla="*/ 25 h 15"/>
                <a:gd name="T4" fmla="*/ 32 w 8"/>
                <a:gd name="T5" fmla="*/ 132 h 15"/>
                <a:gd name="T6" fmla="*/ 48 w 8"/>
                <a:gd name="T7" fmla="*/ 132 h 15"/>
                <a:gd name="T8" fmla="*/ 40 w 8"/>
                <a:gd name="T9" fmla="*/ 35 h 15"/>
                <a:gd name="T10" fmla="*/ 0 w 8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1" y="1"/>
                    <a:pt x="2" y="2"/>
                    <a:pt x="4" y="3"/>
                  </a:cubicBezTo>
                  <a:cubicBezTo>
                    <a:pt x="6" y="6"/>
                    <a:pt x="7" y="11"/>
                    <a:pt x="4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8" y="11"/>
                    <a:pt x="7" y="7"/>
                    <a:pt x="5" y="4"/>
                  </a:cubicBezTo>
                  <a:cubicBezTo>
                    <a:pt x="3" y="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2587">
              <a:extLst>
                <a:ext uri="{FF2B5EF4-FFF2-40B4-BE49-F238E27FC236}">
                  <a16:creationId xmlns:a16="http://schemas.microsoft.com/office/drawing/2014/main" id="{9135AA6B-80D3-4486-9117-84FF3B730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230"/>
              <a:ext cx="46" cy="25"/>
            </a:xfrm>
            <a:custGeom>
              <a:avLst/>
              <a:gdLst>
                <a:gd name="T0" fmla="*/ 144 w 23"/>
                <a:gd name="T1" fmla="*/ 17 h 12"/>
                <a:gd name="T2" fmla="*/ 8 w 23"/>
                <a:gd name="T3" fmla="*/ 44 h 12"/>
                <a:gd name="T4" fmla="*/ 24 w 23"/>
                <a:gd name="T5" fmla="*/ 108 h 12"/>
                <a:gd name="T6" fmla="*/ 152 w 23"/>
                <a:gd name="T7" fmla="*/ 108 h 12"/>
                <a:gd name="T8" fmla="*/ 144 w 23"/>
                <a:gd name="T9" fmla="*/ 1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18" y="2"/>
                  </a:moveTo>
                  <a:cubicBezTo>
                    <a:pt x="13" y="0"/>
                    <a:pt x="4" y="1"/>
                    <a:pt x="1" y="5"/>
                  </a:cubicBezTo>
                  <a:cubicBezTo>
                    <a:pt x="0" y="7"/>
                    <a:pt x="0" y="10"/>
                    <a:pt x="3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23" y="10"/>
                    <a:pt x="23" y="5"/>
                    <a:pt x="18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2588">
              <a:extLst>
                <a:ext uri="{FF2B5EF4-FFF2-40B4-BE49-F238E27FC236}">
                  <a16:creationId xmlns:a16="http://schemas.microsoft.com/office/drawing/2014/main" id="{EE23BF3A-30C4-42B7-BE22-043C56990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3230"/>
              <a:ext cx="24" cy="6"/>
            </a:xfrm>
            <a:custGeom>
              <a:avLst/>
              <a:gdLst>
                <a:gd name="T0" fmla="*/ 96 w 12"/>
                <a:gd name="T1" fmla="*/ 8 h 3"/>
                <a:gd name="T2" fmla="*/ 0 w 12"/>
                <a:gd name="T3" fmla="*/ 24 h 3"/>
                <a:gd name="T4" fmla="*/ 96 w 1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1"/>
                    <a:pt x="0" y="3"/>
                  </a:cubicBezTo>
                  <a:cubicBezTo>
                    <a:pt x="3" y="2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2589">
              <a:extLst>
                <a:ext uri="{FF2B5EF4-FFF2-40B4-BE49-F238E27FC236}">
                  <a16:creationId xmlns:a16="http://schemas.microsoft.com/office/drawing/2014/main" id="{20811AAA-6F1F-4290-8FAA-86CD46E58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3219"/>
              <a:ext cx="76" cy="36"/>
            </a:xfrm>
            <a:custGeom>
              <a:avLst/>
              <a:gdLst>
                <a:gd name="T0" fmla="*/ 136 w 38"/>
                <a:gd name="T1" fmla="*/ 0 h 17"/>
                <a:gd name="T2" fmla="*/ 40 w 38"/>
                <a:gd name="T3" fmla="*/ 49 h 17"/>
                <a:gd name="T4" fmla="*/ 8 w 38"/>
                <a:gd name="T5" fmla="*/ 152 h 17"/>
                <a:gd name="T6" fmla="*/ 8 w 38"/>
                <a:gd name="T7" fmla="*/ 161 h 17"/>
                <a:gd name="T8" fmla="*/ 288 w 38"/>
                <a:gd name="T9" fmla="*/ 161 h 17"/>
                <a:gd name="T10" fmla="*/ 280 w 38"/>
                <a:gd name="T11" fmla="*/ 49 h 17"/>
                <a:gd name="T12" fmla="*/ 136 w 38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7">
                  <a:moveTo>
                    <a:pt x="17" y="0"/>
                  </a:moveTo>
                  <a:cubicBezTo>
                    <a:pt x="12" y="0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8" y="13"/>
                    <a:pt x="38" y="8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2590">
              <a:extLst>
                <a:ext uri="{FF2B5EF4-FFF2-40B4-BE49-F238E27FC236}">
                  <a16:creationId xmlns:a16="http://schemas.microsoft.com/office/drawing/2014/main" id="{4C686100-4DA5-42EE-AE69-9E2BF5CF79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91" y="3234"/>
              <a:ext cx="44" cy="21"/>
            </a:xfrm>
            <a:custGeom>
              <a:avLst/>
              <a:gdLst>
                <a:gd name="T0" fmla="*/ 144 w 22"/>
                <a:gd name="T1" fmla="*/ 0 h 10"/>
                <a:gd name="T2" fmla="*/ 168 w 22"/>
                <a:gd name="T3" fmla="*/ 67 h 10"/>
                <a:gd name="T4" fmla="*/ 152 w 22"/>
                <a:gd name="T5" fmla="*/ 92 h 10"/>
                <a:gd name="T6" fmla="*/ 152 w 22"/>
                <a:gd name="T7" fmla="*/ 92 h 10"/>
                <a:gd name="T8" fmla="*/ 176 w 22"/>
                <a:gd name="T9" fmla="*/ 67 h 10"/>
                <a:gd name="T10" fmla="*/ 144 w 22"/>
                <a:gd name="T11" fmla="*/ 0 h 10"/>
                <a:gd name="T12" fmla="*/ 8 w 22"/>
                <a:gd name="T13" fmla="*/ 27 h 10"/>
                <a:gd name="T14" fmla="*/ 8 w 22"/>
                <a:gd name="T15" fmla="*/ 84 h 10"/>
                <a:gd name="T16" fmla="*/ 16 w 22"/>
                <a:gd name="T17" fmla="*/ 92 h 10"/>
                <a:gd name="T18" fmla="*/ 24 w 22"/>
                <a:gd name="T19" fmla="*/ 92 h 10"/>
                <a:gd name="T20" fmla="*/ 8 w 22"/>
                <a:gd name="T21" fmla="*/ 84 h 10"/>
                <a:gd name="T22" fmla="*/ 8 w 22"/>
                <a:gd name="T23" fmla="*/ 27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10">
                  <a:moveTo>
                    <a:pt x="18" y="0"/>
                  </a:moveTo>
                  <a:cubicBezTo>
                    <a:pt x="21" y="2"/>
                    <a:pt x="22" y="4"/>
                    <a:pt x="21" y="7"/>
                  </a:cubicBezTo>
                  <a:cubicBezTo>
                    <a:pt x="21" y="8"/>
                    <a:pt x="20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2" y="4"/>
                    <a:pt x="21" y="2"/>
                    <a:pt x="18" y="0"/>
                  </a:cubicBezTo>
                  <a:close/>
                  <a:moveTo>
                    <a:pt x="1" y="3"/>
                  </a:moveTo>
                  <a:cubicBezTo>
                    <a:pt x="0" y="4"/>
                    <a:pt x="0" y="7"/>
                    <a:pt x="1" y="9"/>
                  </a:cubicBezTo>
                  <a:cubicBezTo>
                    <a:pt x="1" y="9"/>
                    <a:pt x="2" y="10"/>
                    <a:pt x="2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10"/>
                    <a:pt x="2" y="9"/>
                    <a:pt x="1" y="9"/>
                  </a:cubicBezTo>
                  <a:cubicBezTo>
                    <a:pt x="0" y="7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2591">
              <a:extLst>
                <a:ext uri="{FF2B5EF4-FFF2-40B4-BE49-F238E27FC236}">
                  <a16:creationId xmlns:a16="http://schemas.microsoft.com/office/drawing/2014/main" id="{D36DA8A0-D260-44C9-88AD-0196144F7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945"/>
              <a:ext cx="76" cy="77"/>
            </a:xfrm>
            <a:custGeom>
              <a:avLst/>
              <a:gdLst>
                <a:gd name="T0" fmla="*/ 224 w 38"/>
                <a:gd name="T1" fmla="*/ 51 h 36"/>
                <a:gd name="T2" fmla="*/ 128 w 38"/>
                <a:gd name="T3" fmla="*/ 0 h 36"/>
                <a:gd name="T4" fmla="*/ 40 w 38"/>
                <a:gd name="T5" fmla="*/ 60 h 36"/>
                <a:gd name="T6" fmla="*/ 128 w 38"/>
                <a:gd name="T7" fmla="*/ 310 h 36"/>
                <a:gd name="T8" fmla="*/ 304 w 38"/>
                <a:gd name="T9" fmla="*/ 216 h 36"/>
                <a:gd name="T10" fmla="*/ 224 w 38"/>
                <a:gd name="T11" fmla="*/ 5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6">
                  <a:moveTo>
                    <a:pt x="28" y="5"/>
                  </a:moveTo>
                  <a:cubicBezTo>
                    <a:pt x="24" y="2"/>
                    <a:pt x="21" y="0"/>
                    <a:pt x="16" y="0"/>
                  </a:cubicBezTo>
                  <a:cubicBezTo>
                    <a:pt x="12" y="1"/>
                    <a:pt x="8" y="2"/>
                    <a:pt x="5" y="6"/>
                  </a:cubicBezTo>
                  <a:cubicBezTo>
                    <a:pt x="0" y="14"/>
                    <a:pt x="5" y="27"/>
                    <a:pt x="16" y="32"/>
                  </a:cubicBezTo>
                  <a:cubicBezTo>
                    <a:pt x="27" y="36"/>
                    <a:pt x="37" y="29"/>
                    <a:pt x="38" y="22"/>
                  </a:cubicBezTo>
                  <a:cubicBezTo>
                    <a:pt x="38" y="15"/>
                    <a:pt x="36" y="12"/>
                    <a:pt x="28" y="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2592">
              <a:extLst>
                <a:ext uri="{FF2B5EF4-FFF2-40B4-BE49-F238E27FC236}">
                  <a16:creationId xmlns:a16="http://schemas.microsoft.com/office/drawing/2014/main" id="{9BC53103-94DB-4D75-BD0E-94F20F46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979"/>
              <a:ext cx="64" cy="40"/>
            </a:xfrm>
            <a:custGeom>
              <a:avLst/>
              <a:gdLst>
                <a:gd name="T0" fmla="*/ 256 w 32"/>
                <a:gd name="T1" fmla="*/ 57 h 19"/>
                <a:gd name="T2" fmla="*/ 248 w 32"/>
                <a:gd name="T3" fmla="*/ 0 h 19"/>
                <a:gd name="T4" fmla="*/ 256 w 32"/>
                <a:gd name="T5" fmla="*/ 48 h 19"/>
                <a:gd name="T6" fmla="*/ 88 w 32"/>
                <a:gd name="T7" fmla="*/ 128 h 19"/>
                <a:gd name="T8" fmla="*/ 0 w 32"/>
                <a:gd name="T9" fmla="*/ 17 h 19"/>
                <a:gd name="T10" fmla="*/ 96 w 32"/>
                <a:gd name="T11" fmla="*/ 141 h 19"/>
                <a:gd name="T12" fmla="*/ 256 w 32"/>
                <a:gd name="T13" fmla="*/ 5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9">
                  <a:moveTo>
                    <a:pt x="32" y="6"/>
                  </a:moveTo>
                  <a:cubicBezTo>
                    <a:pt x="32" y="4"/>
                    <a:pt x="32" y="2"/>
                    <a:pt x="31" y="0"/>
                  </a:cubicBezTo>
                  <a:cubicBezTo>
                    <a:pt x="31" y="2"/>
                    <a:pt x="32" y="3"/>
                    <a:pt x="32" y="5"/>
                  </a:cubicBezTo>
                  <a:cubicBezTo>
                    <a:pt x="31" y="12"/>
                    <a:pt x="22" y="18"/>
                    <a:pt x="11" y="14"/>
                  </a:cubicBezTo>
                  <a:cubicBezTo>
                    <a:pt x="6" y="12"/>
                    <a:pt x="2" y="7"/>
                    <a:pt x="0" y="2"/>
                  </a:cubicBezTo>
                  <a:cubicBezTo>
                    <a:pt x="2" y="8"/>
                    <a:pt x="6" y="13"/>
                    <a:pt x="12" y="15"/>
                  </a:cubicBezTo>
                  <a:cubicBezTo>
                    <a:pt x="22" y="19"/>
                    <a:pt x="31" y="13"/>
                    <a:pt x="3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2593">
              <a:extLst>
                <a:ext uri="{FF2B5EF4-FFF2-40B4-BE49-F238E27FC236}">
                  <a16:creationId xmlns:a16="http://schemas.microsoft.com/office/drawing/2014/main" id="{A4DAEC19-C2E7-43C9-A605-344B8FE1F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945"/>
              <a:ext cx="64" cy="43"/>
            </a:xfrm>
            <a:custGeom>
              <a:avLst/>
              <a:gdLst>
                <a:gd name="T0" fmla="*/ 24 w 32"/>
                <a:gd name="T1" fmla="*/ 69 h 20"/>
                <a:gd name="T2" fmla="*/ 104 w 32"/>
                <a:gd name="T3" fmla="*/ 19 h 20"/>
                <a:gd name="T4" fmla="*/ 192 w 32"/>
                <a:gd name="T5" fmla="*/ 69 h 20"/>
                <a:gd name="T6" fmla="*/ 256 w 32"/>
                <a:gd name="T7" fmla="*/ 157 h 20"/>
                <a:gd name="T8" fmla="*/ 192 w 32"/>
                <a:gd name="T9" fmla="*/ 60 h 20"/>
                <a:gd name="T10" fmla="*/ 96 w 32"/>
                <a:gd name="T11" fmla="*/ 9 h 20"/>
                <a:gd name="T12" fmla="*/ 16 w 32"/>
                <a:gd name="T13" fmla="*/ 60 h 20"/>
                <a:gd name="T14" fmla="*/ 16 w 32"/>
                <a:gd name="T15" fmla="*/ 198 h 20"/>
                <a:gd name="T16" fmla="*/ 24 w 32"/>
                <a:gd name="T17" fmla="*/ 6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0">
                  <a:moveTo>
                    <a:pt x="3" y="7"/>
                  </a:moveTo>
                  <a:cubicBezTo>
                    <a:pt x="5" y="4"/>
                    <a:pt x="9" y="2"/>
                    <a:pt x="13" y="2"/>
                  </a:cubicBezTo>
                  <a:cubicBezTo>
                    <a:pt x="17" y="1"/>
                    <a:pt x="20" y="4"/>
                    <a:pt x="24" y="7"/>
                  </a:cubicBezTo>
                  <a:cubicBezTo>
                    <a:pt x="28" y="11"/>
                    <a:pt x="31" y="13"/>
                    <a:pt x="32" y="16"/>
                  </a:cubicBezTo>
                  <a:cubicBezTo>
                    <a:pt x="31" y="13"/>
                    <a:pt x="28" y="10"/>
                    <a:pt x="24" y="6"/>
                  </a:cubicBezTo>
                  <a:cubicBezTo>
                    <a:pt x="20" y="3"/>
                    <a:pt x="17" y="0"/>
                    <a:pt x="12" y="1"/>
                  </a:cubicBezTo>
                  <a:cubicBezTo>
                    <a:pt x="8" y="1"/>
                    <a:pt x="5" y="3"/>
                    <a:pt x="2" y="6"/>
                  </a:cubicBezTo>
                  <a:cubicBezTo>
                    <a:pt x="0" y="10"/>
                    <a:pt x="0" y="15"/>
                    <a:pt x="2" y="20"/>
                  </a:cubicBezTo>
                  <a:cubicBezTo>
                    <a:pt x="0" y="16"/>
                    <a:pt x="0" y="11"/>
                    <a:pt x="3" y="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2594">
              <a:extLst>
                <a:ext uri="{FF2B5EF4-FFF2-40B4-BE49-F238E27FC236}">
                  <a16:creationId xmlns:a16="http://schemas.microsoft.com/office/drawing/2014/main" id="{C2BF510D-FD1D-4042-B79D-642ADD02D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958"/>
              <a:ext cx="48" cy="47"/>
            </a:xfrm>
            <a:custGeom>
              <a:avLst/>
              <a:gdLst>
                <a:gd name="T0" fmla="*/ 176 w 24"/>
                <a:gd name="T1" fmla="*/ 109 h 22"/>
                <a:gd name="T2" fmla="*/ 56 w 24"/>
                <a:gd name="T3" fmla="*/ 145 h 22"/>
                <a:gd name="T4" fmla="*/ 64 w 24"/>
                <a:gd name="T5" fmla="*/ 9 h 22"/>
                <a:gd name="T6" fmla="*/ 176 w 24"/>
                <a:gd name="T7" fmla="*/ 10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2">
                  <a:moveTo>
                    <a:pt x="22" y="11"/>
                  </a:moveTo>
                  <a:cubicBezTo>
                    <a:pt x="24" y="19"/>
                    <a:pt x="14" y="22"/>
                    <a:pt x="7" y="15"/>
                  </a:cubicBezTo>
                  <a:cubicBezTo>
                    <a:pt x="0" y="8"/>
                    <a:pt x="4" y="2"/>
                    <a:pt x="8" y="1"/>
                  </a:cubicBezTo>
                  <a:cubicBezTo>
                    <a:pt x="12" y="0"/>
                    <a:pt x="20" y="6"/>
                    <a:pt x="22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2595">
              <a:extLst>
                <a:ext uri="{FF2B5EF4-FFF2-40B4-BE49-F238E27FC236}">
                  <a16:creationId xmlns:a16="http://schemas.microsoft.com/office/drawing/2014/main" id="{557ABCE4-854A-4508-815B-510687997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966"/>
              <a:ext cx="38" cy="36"/>
            </a:xfrm>
            <a:custGeom>
              <a:avLst/>
              <a:gdLst>
                <a:gd name="T0" fmla="*/ 152 w 19"/>
                <a:gd name="T1" fmla="*/ 104 h 17"/>
                <a:gd name="T2" fmla="*/ 40 w 19"/>
                <a:gd name="T3" fmla="*/ 85 h 17"/>
                <a:gd name="T4" fmla="*/ 8 w 19"/>
                <a:gd name="T5" fmla="*/ 0 h 17"/>
                <a:gd name="T6" fmla="*/ 32 w 19"/>
                <a:gd name="T7" fmla="*/ 104 h 17"/>
                <a:gd name="T8" fmla="*/ 152 w 19"/>
                <a:gd name="T9" fmla="*/ 10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9" y="11"/>
                  </a:moveTo>
                  <a:cubicBezTo>
                    <a:pt x="16" y="15"/>
                    <a:pt x="10" y="15"/>
                    <a:pt x="5" y="9"/>
                  </a:cubicBezTo>
                  <a:cubicBezTo>
                    <a:pt x="1" y="6"/>
                    <a:pt x="0" y="2"/>
                    <a:pt x="1" y="0"/>
                  </a:cubicBezTo>
                  <a:cubicBezTo>
                    <a:pt x="0" y="2"/>
                    <a:pt x="0" y="6"/>
                    <a:pt x="4" y="11"/>
                  </a:cubicBezTo>
                  <a:cubicBezTo>
                    <a:pt x="10" y="17"/>
                    <a:pt x="17" y="16"/>
                    <a:pt x="19" y="1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2596">
              <a:extLst>
                <a:ext uri="{FF2B5EF4-FFF2-40B4-BE49-F238E27FC236}">
                  <a16:creationId xmlns:a16="http://schemas.microsoft.com/office/drawing/2014/main" id="{9A9961C0-ECC6-4081-B796-ACCE10CFB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960"/>
              <a:ext cx="18" cy="15"/>
            </a:xfrm>
            <a:custGeom>
              <a:avLst/>
              <a:gdLst>
                <a:gd name="T0" fmla="*/ 72 w 9"/>
                <a:gd name="T1" fmla="*/ 69 h 7"/>
                <a:gd name="T2" fmla="*/ 0 w 9"/>
                <a:gd name="T3" fmla="*/ 0 h 7"/>
                <a:gd name="T4" fmla="*/ 72 w 9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7"/>
                  </a:moveTo>
                  <a:cubicBezTo>
                    <a:pt x="7" y="4"/>
                    <a:pt x="3" y="0"/>
                    <a:pt x="0" y="0"/>
                  </a:cubicBezTo>
                  <a:cubicBezTo>
                    <a:pt x="2" y="1"/>
                    <a:pt x="7" y="4"/>
                    <a:pt x="9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2597">
              <a:extLst>
                <a:ext uri="{FF2B5EF4-FFF2-40B4-BE49-F238E27FC236}">
                  <a16:creationId xmlns:a16="http://schemas.microsoft.com/office/drawing/2014/main" id="{E5783F8E-A90F-43C5-9AD5-7337154B7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979"/>
              <a:ext cx="30" cy="23"/>
            </a:xfrm>
            <a:custGeom>
              <a:avLst/>
              <a:gdLst>
                <a:gd name="T0" fmla="*/ 0 w 15"/>
                <a:gd name="T1" fmla="*/ 0 h 11"/>
                <a:gd name="T2" fmla="*/ 120 w 15"/>
                <a:gd name="T3" fmla="*/ 84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0"/>
                  </a:moveTo>
                  <a:cubicBezTo>
                    <a:pt x="1" y="3"/>
                    <a:pt x="8" y="11"/>
                    <a:pt x="15" y="9"/>
                  </a:cubicBezTo>
                  <a:cubicBezTo>
                    <a:pt x="13" y="11"/>
                    <a:pt x="3" y="9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2598">
              <a:extLst>
                <a:ext uri="{FF2B5EF4-FFF2-40B4-BE49-F238E27FC236}">
                  <a16:creationId xmlns:a16="http://schemas.microsoft.com/office/drawing/2014/main" id="{F353BDAA-FC67-43FF-8A3E-8CB9C6587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945"/>
              <a:ext cx="76" cy="77"/>
            </a:xfrm>
            <a:custGeom>
              <a:avLst/>
              <a:gdLst>
                <a:gd name="T0" fmla="*/ 224 w 38"/>
                <a:gd name="T1" fmla="*/ 51 h 36"/>
                <a:gd name="T2" fmla="*/ 128 w 38"/>
                <a:gd name="T3" fmla="*/ 0 h 36"/>
                <a:gd name="T4" fmla="*/ 40 w 38"/>
                <a:gd name="T5" fmla="*/ 60 h 36"/>
                <a:gd name="T6" fmla="*/ 128 w 38"/>
                <a:gd name="T7" fmla="*/ 310 h 36"/>
                <a:gd name="T8" fmla="*/ 304 w 38"/>
                <a:gd name="T9" fmla="*/ 216 h 36"/>
                <a:gd name="T10" fmla="*/ 224 w 38"/>
                <a:gd name="T11" fmla="*/ 5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6">
                  <a:moveTo>
                    <a:pt x="28" y="5"/>
                  </a:moveTo>
                  <a:cubicBezTo>
                    <a:pt x="24" y="2"/>
                    <a:pt x="21" y="0"/>
                    <a:pt x="16" y="0"/>
                  </a:cubicBezTo>
                  <a:cubicBezTo>
                    <a:pt x="12" y="1"/>
                    <a:pt x="8" y="2"/>
                    <a:pt x="5" y="6"/>
                  </a:cubicBezTo>
                  <a:cubicBezTo>
                    <a:pt x="0" y="14"/>
                    <a:pt x="5" y="27"/>
                    <a:pt x="16" y="32"/>
                  </a:cubicBezTo>
                  <a:cubicBezTo>
                    <a:pt x="27" y="36"/>
                    <a:pt x="37" y="29"/>
                    <a:pt x="38" y="22"/>
                  </a:cubicBezTo>
                  <a:cubicBezTo>
                    <a:pt x="38" y="15"/>
                    <a:pt x="36" y="12"/>
                    <a:pt x="28" y="5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2599">
              <a:extLst>
                <a:ext uri="{FF2B5EF4-FFF2-40B4-BE49-F238E27FC236}">
                  <a16:creationId xmlns:a16="http://schemas.microsoft.com/office/drawing/2014/main" id="{A2D0E644-A706-4366-8447-A58029D6A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960"/>
              <a:ext cx="40" cy="40"/>
            </a:xfrm>
            <a:custGeom>
              <a:avLst/>
              <a:gdLst>
                <a:gd name="T0" fmla="*/ 152 w 20"/>
                <a:gd name="T1" fmla="*/ 93 h 19"/>
                <a:gd name="T2" fmla="*/ 128 w 20"/>
                <a:gd name="T3" fmla="*/ 160 h 19"/>
                <a:gd name="T4" fmla="*/ 32 w 20"/>
                <a:gd name="T5" fmla="*/ 128 h 19"/>
                <a:gd name="T6" fmla="*/ 8 w 20"/>
                <a:gd name="T7" fmla="*/ 48 h 19"/>
                <a:gd name="T8" fmla="*/ 40 w 20"/>
                <a:gd name="T9" fmla="*/ 0 h 19"/>
                <a:gd name="T10" fmla="*/ 40 w 20"/>
                <a:gd name="T11" fmla="*/ 0 h 19"/>
                <a:gd name="T12" fmla="*/ 0 w 20"/>
                <a:gd name="T13" fmla="*/ 36 h 19"/>
                <a:gd name="T14" fmla="*/ 32 w 20"/>
                <a:gd name="T15" fmla="*/ 128 h 19"/>
                <a:gd name="T16" fmla="*/ 136 w 20"/>
                <a:gd name="T17" fmla="*/ 160 h 19"/>
                <a:gd name="T18" fmla="*/ 152 w 20"/>
                <a:gd name="T19" fmla="*/ 93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9">
                  <a:moveTo>
                    <a:pt x="19" y="10"/>
                  </a:moveTo>
                  <a:cubicBezTo>
                    <a:pt x="20" y="13"/>
                    <a:pt x="19" y="16"/>
                    <a:pt x="16" y="17"/>
                  </a:cubicBezTo>
                  <a:cubicBezTo>
                    <a:pt x="14" y="19"/>
                    <a:pt x="9" y="18"/>
                    <a:pt x="4" y="14"/>
                  </a:cubicBezTo>
                  <a:cubicBezTo>
                    <a:pt x="0" y="10"/>
                    <a:pt x="0" y="6"/>
                    <a:pt x="1" y="5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0" y="4"/>
                  </a:cubicBezTo>
                  <a:cubicBezTo>
                    <a:pt x="0" y="6"/>
                    <a:pt x="0" y="10"/>
                    <a:pt x="4" y="14"/>
                  </a:cubicBezTo>
                  <a:cubicBezTo>
                    <a:pt x="9" y="19"/>
                    <a:pt x="14" y="19"/>
                    <a:pt x="17" y="17"/>
                  </a:cubicBezTo>
                  <a:cubicBezTo>
                    <a:pt x="19" y="16"/>
                    <a:pt x="20" y="13"/>
                    <a:pt x="19" y="1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Freeform 2600">
              <a:extLst>
                <a:ext uri="{FF2B5EF4-FFF2-40B4-BE49-F238E27FC236}">
                  <a16:creationId xmlns:a16="http://schemas.microsoft.com/office/drawing/2014/main" id="{A770FED7-5714-4830-AFA4-7443F1A40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807"/>
              <a:ext cx="112" cy="61"/>
            </a:xfrm>
            <a:custGeom>
              <a:avLst/>
              <a:gdLst>
                <a:gd name="T0" fmla="*/ 48 w 56"/>
                <a:gd name="T1" fmla="*/ 101 h 29"/>
                <a:gd name="T2" fmla="*/ 80 w 56"/>
                <a:gd name="T3" fmla="*/ 244 h 29"/>
                <a:gd name="T4" fmla="*/ 328 w 56"/>
                <a:gd name="T5" fmla="*/ 244 h 29"/>
                <a:gd name="T6" fmla="*/ 440 w 56"/>
                <a:gd name="T7" fmla="*/ 111 h 29"/>
                <a:gd name="T8" fmla="*/ 48 w 56"/>
                <a:gd name="T9" fmla="*/ 10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">
                  <a:moveTo>
                    <a:pt x="6" y="11"/>
                  </a:moveTo>
                  <a:cubicBezTo>
                    <a:pt x="0" y="17"/>
                    <a:pt x="2" y="23"/>
                    <a:pt x="10" y="26"/>
                  </a:cubicBezTo>
                  <a:cubicBezTo>
                    <a:pt x="17" y="29"/>
                    <a:pt x="30" y="29"/>
                    <a:pt x="41" y="26"/>
                  </a:cubicBezTo>
                  <a:cubicBezTo>
                    <a:pt x="53" y="22"/>
                    <a:pt x="56" y="17"/>
                    <a:pt x="55" y="12"/>
                  </a:cubicBezTo>
                  <a:cubicBezTo>
                    <a:pt x="54" y="2"/>
                    <a:pt x="19" y="0"/>
                    <a:pt x="6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2601">
              <a:extLst>
                <a:ext uri="{FF2B5EF4-FFF2-40B4-BE49-F238E27FC236}">
                  <a16:creationId xmlns:a16="http://schemas.microsoft.com/office/drawing/2014/main" id="{5BA7BC1B-A633-4857-AC43-B61827DA4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809"/>
              <a:ext cx="94" cy="45"/>
            </a:xfrm>
            <a:custGeom>
              <a:avLst/>
              <a:gdLst>
                <a:gd name="T0" fmla="*/ 0 w 47"/>
                <a:gd name="T1" fmla="*/ 88 h 21"/>
                <a:gd name="T2" fmla="*/ 360 w 47"/>
                <a:gd name="T3" fmla="*/ 120 h 21"/>
                <a:gd name="T4" fmla="*/ 328 w 47"/>
                <a:gd name="T5" fmla="*/ 206 h 21"/>
                <a:gd name="T6" fmla="*/ 376 w 47"/>
                <a:gd name="T7" fmla="*/ 109 h 21"/>
                <a:gd name="T8" fmla="*/ 0 w 47"/>
                <a:gd name="T9" fmla="*/ 8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1">
                  <a:moveTo>
                    <a:pt x="0" y="9"/>
                  </a:moveTo>
                  <a:cubicBezTo>
                    <a:pt x="14" y="1"/>
                    <a:pt x="44" y="2"/>
                    <a:pt x="45" y="12"/>
                  </a:cubicBezTo>
                  <a:cubicBezTo>
                    <a:pt x="46" y="15"/>
                    <a:pt x="45" y="18"/>
                    <a:pt x="41" y="21"/>
                  </a:cubicBezTo>
                  <a:cubicBezTo>
                    <a:pt x="46" y="18"/>
                    <a:pt x="47" y="14"/>
                    <a:pt x="47" y="11"/>
                  </a:cubicBezTo>
                  <a:cubicBezTo>
                    <a:pt x="45" y="1"/>
                    <a:pt x="13" y="0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2602">
              <a:extLst>
                <a:ext uri="{FF2B5EF4-FFF2-40B4-BE49-F238E27FC236}">
                  <a16:creationId xmlns:a16="http://schemas.microsoft.com/office/drawing/2014/main" id="{CCD50342-E65E-4C88-8DAC-43BDC0D03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834"/>
              <a:ext cx="76" cy="34"/>
            </a:xfrm>
            <a:custGeom>
              <a:avLst/>
              <a:gdLst>
                <a:gd name="T0" fmla="*/ 304 w 38"/>
                <a:gd name="T1" fmla="*/ 117 h 16"/>
                <a:gd name="T2" fmla="*/ 80 w 38"/>
                <a:gd name="T3" fmla="*/ 104 h 16"/>
                <a:gd name="T4" fmla="*/ 32 w 38"/>
                <a:gd name="T5" fmla="*/ 0 h 16"/>
                <a:gd name="T6" fmla="*/ 72 w 38"/>
                <a:gd name="T7" fmla="*/ 128 h 16"/>
                <a:gd name="T8" fmla="*/ 304 w 38"/>
                <a:gd name="T9" fmla="*/ 117 h 16"/>
                <a:gd name="T10" fmla="*/ 304 w 38"/>
                <a:gd name="T11" fmla="*/ 11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38" y="12"/>
                  </a:moveTo>
                  <a:cubicBezTo>
                    <a:pt x="28" y="15"/>
                    <a:pt x="17" y="14"/>
                    <a:pt x="10" y="11"/>
                  </a:cubicBezTo>
                  <a:cubicBezTo>
                    <a:pt x="4" y="8"/>
                    <a:pt x="1" y="4"/>
                    <a:pt x="4" y="0"/>
                  </a:cubicBezTo>
                  <a:cubicBezTo>
                    <a:pt x="0" y="5"/>
                    <a:pt x="3" y="10"/>
                    <a:pt x="9" y="13"/>
                  </a:cubicBezTo>
                  <a:cubicBezTo>
                    <a:pt x="16" y="16"/>
                    <a:pt x="28" y="15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Freeform 2603">
              <a:extLst>
                <a:ext uri="{FF2B5EF4-FFF2-40B4-BE49-F238E27FC236}">
                  <a16:creationId xmlns:a16="http://schemas.microsoft.com/office/drawing/2014/main" id="{8B050C67-AFB0-427D-8A45-A65765958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822"/>
              <a:ext cx="72" cy="32"/>
            </a:xfrm>
            <a:custGeom>
              <a:avLst/>
              <a:gdLst>
                <a:gd name="T0" fmla="*/ 288 w 36"/>
                <a:gd name="T1" fmla="*/ 60 h 15"/>
                <a:gd name="T2" fmla="*/ 104 w 36"/>
                <a:gd name="T3" fmla="*/ 137 h 15"/>
                <a:gd name="T4" fmla="*/ 48 w 36"/>
                <a:gd name="T5" fmla="*/ 49 h 15"/>
                <a:gd name="T6" fmla="*/ 288 w 36"/>
                <a:gd name="T7" fmla="*/ 6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5">
                  <a:moveTo>
                    <a:pt x="36" y="6"/>
                  </a:moveTo>
                  <a:cubicBezTo>
                    <a:pt x="35" y="12"/>
                    <a:pt x="21" y="15"/>
                    <a:pt x="13" y="14"/>
                  </a:cubicBezTo>
                  <a:cubicBezTo>
                    <a:pt x="4" y="13"/>
                    <a:pt x="0" y="9"/>
                    <a:pt x="6" y="5"/>
                  </a:cubicBezTo>
                  <a:cubicBezTo>
                    <a:pt x="14" y="0"/>
                    <a:pt x="36" y="0"/>
                    <a:pt x="36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Freeform 2604">
              <a:extLst>
                <a:ext uri="{FF2B5EF4-FFF2-40B4-BE49-F238E27FC236}">
                  <a16:creationId xmlns:a16="http://schemas.microsoft.com/office/drawing/2014/main" id="{DCCE5DCB-4AF7-4F8B-B1F4-25B406BC8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834"/>
              <a:ext cx="68" cy="20"/>
            </a:xfrm>
            <a:custGeom>
              <a:avLst/>
              <a:gdLst>
                <a:gd name="T0" fmla="*/ 88 w 34"/>
                <a:gd name="T1" fmla="*/ 64 h 9"/>
                <a:gd name="T2" fmla="*/ 16 w 34"/>
                <a:gd name="T3" fmla="*/ 9 h 9"/>
                <a:gd name="T4" fmla="*/ 88 w 34"/>
                <a:gd name="T5" fmla="*/ 89 h 9"/>
                <a:gd name="T6" fmla="*/ 272 w 34"/>
                <a:gd name="T7" fmla="*/ 0 h 9"/>
                <a:gd name="T8" fmla="*/ 272 w 34"/>
                <a:gd name="T9" fmla="*/ 0 h 9"/>
                <a:gd name="T10" fmla="*/ 88 w 34"/>
                <a:gd name="T11" fmla="*/ 6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9">
                  <a:moveTo>
                    <a:pt x="11" y="6"/>
                  </a:moveTo>
                  <a:cubicBezTo>
                    <a:pt x="6" y="5"/>
                    <a:pt x="2" y="4"/>
                    <a:pt x="2" y="1"/>
                  </a:cubicBezTo>
                  <a:cubicBezTo>
                    <a:pt x="0" y="4"/>
                    <a:pt x="4" y="7"/>
                    <a:pt x="11" y="8"/>
                  </a:cubicBezTo>
                  <a:cubicBezTo>
                    <a:pt x="19" y="9"/>
                    <a:pt x="33" y="6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1" y="5"/>
                    <a:pt x="19" y="7"/>
                    <a:pt x="11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5" name="Freeform 2605">
              <a:extLst>
                <a:ext uri="{FF2B5EF4-FFF2-40B4-BE49-F238E27FC236}">
                  <a16:creationId xmlns:a16="http://schemas.microsoft.com/office/drawing/2014/main" id="{25A2949F-80D7-4042-B631-D870C7682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2824"/>
              <a:ext cx="46" cy="6"/>
            </a:xfrm>
            <a:custGeom>
              <a:avLst/>
              <a:gdLst>
                <a:gd name="T0" fmla="*/ 0 w 23"/>
                <a:gd name="T1" fmla="*/ 8 h 3"/>
                <a:gd name="T2" fmla="*/ 184 w 23"/>
                <a:gd name="T3" fmla="*/ 24 h 3"/>
                <a:gd name="T4" fmla="*/ 0 w 2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">
                  <a:moveTo>
                    <a:pt x="0" y="1"/>
                  </a:moveTo>
                  <a:cubicBezTo>
                    <a:pt x="7" y="0"/>
                    <a:pt x="19" y="0"/>
                    <a:pt x="23" y="3"/>
                  </a:cubicBezTo>
                  <a:cubicBezTo>
                    <a:pt x="21" y="2"/>
                    <a:pt x="10" y="0"/>
                    <a:pt x="0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6" name="Freeform 2606">
              <a:extLst>
                <a:ext uri="{FF2B5EF4-FFF2-40B4-BE49-F238E27FC236}">
                  <a16:creationId xmlns:a16="http://schemas.microsoft.com/office/drawing/2014/main" id="{DC48C0B8-4EE0-45F8-A068-A6AE057D5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820"/>
              <a:ext cx="40" cy="10"/>
            </a:xfrm>
            <a:custGeom>
              <a:avLst/>
              <a:gdLst>
                <a:gd name="T0" fmla="*/ 0 w 20"/>
                <a:gd name="T1" fmla="*/ 16 h 5"/>
                <a:gd name="T2" fmla="*/ 160 w 20"/>
                <a:gd name="T3" fmla="*/ 40 h 5"/>
                <a:gd name="T4" fmla="*/ 0 w 20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">
                  <a:moveTo>
                    <a:pt x="0" y="2"/>
                  </a:moveTo>
                  <a:cubicBezTo>
                    <a:pt x="5" y="2"/>
                    <a:pt x="17" y="1"/>
                    <a:pt x="20" y="5"/>
                  </a:cubicBezTo>
                  <a:cubicBezTo>
                    <a:pt x="18" y="3"/>
                    <a:pt x="14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7" name="Freeform 2607">
              <a:extLst>
                <a:ext uri="{FF2B5EF4-FFF2-40B4-BE49-F238E27FC236}">
                  <a16:creationId xmlns:a16="http://schemas.microsoft.com/office/drawing/2014/main" id="{154E1FFD-091F-44FB-9B3D-958A56EAB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47"/>
              <a:ext cx="48" cy="9"/>
            </a:xfrm>
            <a:custGeom>
              <a:avLst/>
              <a:gdLst>
                <a:gd name="T0" fmla="*/ 0 w 24"/>
                <a:gd name="T1" fmla="*/ 11 h 4"/>
                <a:gd name="T2" fmla="*/ 192 w 24"/>
                <a:gd name="T3" fmla="*/ 0 h 4"/>
                <a:gd name="T4" fmla="*/ 0 w 2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">
                  <a:moveTo>
                    <a:pt x="0" y="1"/>
                  </a:moveTo>
                  <a:cubicBezTo>
                    <a:pt x="3" y="3"/>
                    <a:pt x="15" y="4"/>
                    <a:pt x="24" y="0"/>
                  </a:cubicBezTo>
                  <a:cubicBezTo>
                    <a:pt x="20" y="1"/>
                    <a:pt x="10" y="4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8" name="Freeform 2608">
              <a:extLst>
                <a:ext uri="{FF2B5EF4-FFF2-40B4-BE49-F238E27FC236}">
                  <a16:creationId xmlns:a16="http://schemas.microsoft.com/office/drawing/2014/main" id="{1EA47BDC-2191-423F-B531-5088E9421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807"/>
              <a:ext cx="112" cy="61"/>
            </a:xfrm>
            <a:custGeom>
              <a:avLst/>
              <a:gdLst>
                <a:gd name="T0" fmla="*/ 48 w 56"/>
                <a:gd name="T1" fmla="*/ 101 h 29"/>
                <a:gd name="T2" fmla="*/ 80 w 56"/>
                <a:gd name="T3" fmla="*/ 244 h 29"/>
                <a:gd name="T4" fmla="*/ 328 w 56"/>
                <a:gd name="T5" fmla="*/ 244 h 29"/>
                <a:gd name="T6" fmla="*/ 440 w 56"/>
                <a:gd name="T7" fmla="*/ 111 h 29"/>
                <a:gd name="T8" fmla="*/ 48 w 56"/>
                <a:gd name="T9" fmla="*/ 10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">
                  <a:moveTo>
                    <a:pt x="6" y="11"/>
                  </a:moveTo>
                  <a:cubicBezTo>
                    <a:pt x="0" y="17"/>
                    <a:pt x="2" y="23"/>
                    <a:pt x="10" y="26"/>
                  </a:cubicBezTo>
                  <a:cubicBezTo>
                    <a:pt x="17" y="29"/>
                    <a:pt x="30" y="29"/>
                    <a:pt x="41" y="26"/>
                  </a:cubicBezTo>
                  <a:cubicBezTo>
                    <a:pt x="53" y="22"/>
                    <a:pt x="56" y="17"/>
                    <a:pt x="55" y="12"/>
                  </a:cubicBezTo>
                  <a:cubicBezTo>
                    <a:pt x="54" y="2"/>
                    <a:pt x="19" y="0"/>
                    <a:pt x="6" y="1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9" name="Freeform 2609">
              <a:extLst>
                <a:ext uri="{FF2B5EF4-FFF2-40B4-BE49-F238E27FC236}">
                  <a16:creationId xmlns:a16="http://schemas.microsoft.com/office/drawing/2014/main" id="{7C2F93F8-2698-4BB4-AF26-8AE18071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832"/>
              <a:ext cx="66" cy="22"/>
            </a:xfrm>
            <a:custGeom>
              <a:avLst/>
              <a:gdLst>
                <a:gd name="T0" fmla="*/ 0 w 33"/>
                <a:gd name="T1" fmla="*/ 44 h 10"/>
                <a:gd name="T2" fmla="*/ 72 w 33"/>
                <a:gd name="T3" fmla="*/ 97 h 10"/>
                <a:gd name="T4" fmla="*/ 232 w 33"/>
                <a:gd name="T5" fmla="*/ 64 h 10"/>
                <a:gd name="T6" fmla="*/ 264 w 33"/>
                <a:gd name="T7" fmla="*/ 9 h 10"/>
                <a:gd name="T8" fmla="*/ 264 w 33"/>
                <a:gd name="T9" fmla="*/ 9 h 10"/>
                <a:gd name="T10" fmla="*/ 232 w 33"/>
                <a:gd name="T11" fmla="*/ 64 h 10"/>
                <a:gd name="T12" fmla="*/ 80 w 33"/>
                <a:gd name="T13" fmla="*/ 97 h 10"/>
                <a:gd name="T14" fmla="*/ 0 w 33"/>
                <a:gd name="T15" fmla="*/ 44 h 10"/>
                <a:gd name="T16" fmla="*/ 24 w 33"/>
                <a:gd name="T17" fmla="*/ 0 h 10"/>
                <a:gd name="T18" fmla="*/ 24 w 33"/>
                <a:gd name="T19" fmla="*/ 0 h 10"/>
                <a:gd name="T20" fmla="*/ 0 w 33"/>
                <a:gd name="T21" fmla="*/ 44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0">
                  <a:moveTo>
                    <a:pt x="0" y="4"/>
                  </a:moveTo>
                  <a:cubicBezTo>
                    <a:pt x="0" y="6"/>
                    <a:pt x="4" y="8"/>
                    <a:pt x="9" y="9"/>
                  </a:cubicBezTo>
                  <a:cubicBezTo>
                    <a:pt x="15" y="10"/>
                    <a:pt x="24" y="9"/>
                    <a:pt x="29" y="6"/>
                  </a:cubicBezTo>
                  <a:cubicBezTo>
                    <a:pt x="32" y="5"/>
                    <a:pt x="33" y="3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3"/>
                    <a:pt x="31" y="4"/>
                    <a:pt x="29" y="6"/>
                  </a:cubicBezTo>
                  <a:cubicBezTo>
                    <a:pt x="24" y="9"/>
                    <a:pt x="15" y="9"/>
                    <a:pt x="10" y="9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0" name="Freeform 2610">
              <a:extLst>
                <a:ext uri="{FF2B5EF4-FFF2-40B4-BE49-F238E27FC236}">
                  <a16:creationId xmlns:a16="http://schemas.microsoft.com/office/drawing/2014/main" id="{BAE816D1-DB57-4449-93DC-73856052A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913"/>
              <a:ext cx="111" cy="62"/>
            </a:xfrm>
            <a:custGeom>
              <a:avLst/>
              <a:gdLst>
                <a:gd name="T0" fmla="*/ 48 w 56"/>
                <a:gd name="T1" fmla="*/ 96 h 29"/>
                <a:gd name="T2" fmla="*/ 79 w 56"/>
                <a:gd name="T3" fmla="*/ 242 h 29"/>
                <a:gd name="T4" fmla="*/ 319 w 56"/>
                <a:gd name="T5" fmla="*/ 242 h 29"/>
                <a:gd name="T6" fmla="*/ 428 w 56"/>
                <a:gd name="T7" fmla="*/ 109 h 29"/>
                <a:gd name="T8" fmla="*/ 48 w 56"/>
                <a:gd name="T9" fmla="*/ 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">
                  <a:moveTo>
                    <a:pt x="6" y="10"/>
                  </a:moveTo>
                  <a:cubicBezTo>
                    <a:pt x="0" y="16"/>
                    <a:pt x="2" y="22"/>
                    <a:pt x="10" y="25"/>
                  </a:cubicBezTo>
                  <a:cubicBezTo>
                    <a:pt x="17" y="29"/>
                    <a:pt x="30" y="28"/>
                    <a:pt x="41" y="25"/>
                  </a:cubicBezTo>
                  <a:cubicBezTo>
                    <a:pt x="53" y="21"/>
                    <a:pt x="56" y="16"/>
                    <a:pt x="55" y="11"/>
                  </a:cubicBezTo>
                  <a:cubicBezTo>
                    <a:pt x="53" y="1"/>
                    <a:pt x="19" y="0"/>
                    <a:pt x="6" y="1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1" name="Freeform 2611">
              <a:extLst>
                <a:ext uri="{FF2B5EF4-FFF2-40B4-BE49-F238E27FC236}">
                  <a16:creationId xmlns:a16="http://schemas.microsoft.com/office/drawing/2014/main" id="{E3DCF518-40C3-4128-832C-7727EC123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2913"/>
              <a:ext cx="93" cy="45"/>
            </a:xfrm>
            <a:custGeom>
              <a:avLst/>
              <a:gdLst>
                <a:gd name="T0" fmla="*/ 0 w 47"/>
                <a:gd name="T1" fmla="*/ 96 h 21"/>
                <a:gd name="T2" fmla="*/ 348 w 47"/>
                <a:gd name="T3" fmla="*/ 120 h 21"/>
                <a:gd name="T4" fmla="*/ 317 w 47"/>
                <a:gd name="T5" fmla="*/ 206 h 21"/>
                <a:gd name="T6" fmla="*/ 356 w 47"/>
                <a:gd name="T7" fmla="*/ 109 h 21"/>
                <a:gd name="T8" fmla="*/ 0 w 47"/>
                <a:gd name="T9" fmla="*/ 9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1">
                  <a:moveTo>
                    <a:pt x="0" y="10"/>
                  </a:moveTo>
                  <a:cubicBezTo>
                    <a:pt x="14" y="1"/>
                    <a:pt x="44" y="3"/>
                    <a:pt x="45" y="12"/>
                  </a:cubicBezTo>
                  <a:cubicBezTo>
                    <a:pt x="46" y="15"/>
                    <a:pt x="45" y="18"/>
                    <a:pt x="41" y="21"/>
                  </a:cubicBezTo>
                  <a:cubicBezTo>
                    <a:pt x="46" y="18"/>
                    <a:pt x="47" y="15"/>
                    <a:pt x="46" y="11"/>
                  </a:cubicBezTo>
                  <a:cubicBezTo>
                    <a:pt x="45" y="1"/>
                    <a:pt x="13" y="0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2" name="Freeform 2612">
              <a:extLst>
                <a:ext uri="{FF2B5EF4-FFF2-40B4-BE49-F238E27FC236}">
                  <a16:creationId xmlns:a16="http://schemas.microsoft.com/office/drawing/2014/main" id="{FE4FB3BB-2532-4EF5-A817-30B661AE0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939"/>
              <a:ext cx="76" cy="34"/>
            </a:xfrm>
            <a:custGeom>
              <a:avLst/>
              <a:gdLst>
                <a:gd name="T0" fmla="*/ 304 w 38"/>
                <a:gd name="T1" fmla="*/ 128 h 16"/>
                <a:gd name="T2" fmla="*/ 80 w 38"/>
                <a:gd name="T3" fmla="*/ 104 h 16"/>
                <a:gd name="T4" fmla="*/ 24 w 38"/>
                <a:gd name="T5" fmla="*/ 0 h 16"/>
                <a:gd name="T6" fmla="*/ 72 w 38"/>
                <a:gd name="T7" fmla="*/ 128 h 16"/>
                <a:gd name="T8" fmla="*/ 304 w 38"/>
                <a:gd name="T9" fmla="*/ 128 h 16"/>
                <a:gd name="T10" fmla="*/ 304 w 38"/>
                <a:gd name="T11" fmla="*/ 12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38" y="13"/>
                  </a:moveTo>
                  <a:cubicBezTo>
                    <a:pt x="28" y="15"/>
                    <a:pt x="17" y="15"/>
                    <a:pt x="10" y="11"/>
                  </a:cubicBezTo>
                  <a:cubicBezTo>
                    <a:pt x="4" y="9"/>
                    <a:pt x="1" y="5"/>
                    <a:pt x="3" y="0"/>
                  </a:cubicBezTo>
                  <a:cubicBezTo>
                    <a:pt x="0" y="5"/>
                    <a:pt x="2" y="10"/>
                    <a:pt x="9" y="13"/>
                  </a:cubicBezTo>
                  <a:cubicBezTo>
                    <a:pt x="16" y="16"/>
                    <a:pt x="28" y="15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3" name="Freeform 2613">
              <a:extLst>
                <a:ext uri="{FF2B5EF4-FFF2-40B4-BE49-F238E27FC236}">
                  <a16:creationId xmlns:a16="http://schemas.microsoft.com/office/drawing/2014/main" id="{86035CD2-CEC1-4DE9-AC5A-DBE976704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2928"/>
              <a:ext cx="73" cy="30"/>
            </a:xfrm>
            <a:custGeom>
              <a:avLst/>
              <a:gdLst>
                <a:gd name="T0" fmla="*/ 284 w 37"/>
                <a:gd name="T1" fmla="*/ 60 h 14"/>
                <a:gd name="T2" fmla="*/ 101 w 37"/>
                <a:gd name="T3" fmla="*/ 129 h 14"/>
                <a:gd name="T4" fmla="*/ 55 w 37"/>
                <a:gd name="T5" fmla="*/ 41 h 14"/>
                <a:gd name="T6" fmla="*/ 284 w 37"/>
                <a:gd name="T7" fmla="*/ 6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4">
                  <a:moveTo>
                    <a:pt x="37" y="6"/>
                  </a:moveTo>
                  <a:cubicBezTo>
                    <a:pt x="36" y="12"/>
                    <a:pt x="22" y="14"/>
                    <a:pt x="13" y="13"/>
                  </a:cubicBezTo>
                  <a:cubicBezTo>
                    <a:pt x="5" y="12"/>
                    <a:pt x="0" y="8"/>
                    <a:pt x="7" y="4"/>
                  </a:cubicBezTo>
                  <a:cubicBezTo>
                    <a:pt x="15" y="0"/>
                    <a:pt x="37" y="0"/>
                    <a:pt x="37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4" name="Freeform 2614">
              <a:extLst>
                <a:ext uri="{FF2B5EF4-FFF2-40B4-BE49-F238E27FC236}">
                  <a16:creationId xmlns:a16="http://schemas.microsoft.com/office/drawing/2014/main" id="{0DA85A17-56F7-49BC-B1EA-7E7594AF8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939"/>
              <a:ext cx="69" cy="19"/>
            </a:xfrm>
            <a:custGeom>
              <a:avLst/>
              <a:gdLst>
                <a:gd name="T0" fmla="*/ 93 w 35"/>
                <a:gd name="T1" fmla="*/ 57 h 9"/>
                <a:gd name="T2" fmla="*/ 16 w 35"/>
                <a:gd name="T3" fmla="*/ 17 h 9"/>
                <a:gd name="T4" fmla="*/ 85 w 35"/>
                <a:gd name="T5" fmla="*/ 76 h 9"/>
                <a:gd name="T6" fmla="*/ 268 w 35"/>
                <a:gd name="T7" fmla="*/ 8 h 9"/>
                <a:gd name="T8" fmla="*/ 268 w 35"/>
                <a:gd name="T9" fmla="*/ 0 h 9"/>
                <a:gd name="T10" fmla="*/ 93 w 35"/>
                <a:gd name="T11" fmla="*/ 5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9">
                  <a:moveTo>
                    <a:pt x="12" y="6"/>
                  </a:moveTo>
                  <a:cubicBezTo>
                    <a:pt x="6" y="6"/>
                    <a:pt x="3" y="4"/>
                    <a:pt x="2" y="2"/>
                  </a:cubicBezTo>
                  <a:cubicBezTo>
                    <a:pt x="0" y="5"/>
                    <a:pt x="5" y="7"/>
                    <a:pt x="11" y="8"/>
                  </a:cubicBezTo>
                  <a:cubicBezTo>
                    <a:pt x="20" y="9"/>
                    <a:pt x="34" y="7"/>
                    <a:pt x="35" y="1"/>
                  </a:cubicBezTo>
                  <a:cubicBezTo>
                    <a:pt x="35" y="1"/>
                    <a:pt x="35" y="1"/>
                    <a:pt x="35" y="0"/>
                  </a:cubicBezTo>
                  <a:cubicBezTo>
                    <a:pt x="32" y="5"/>
                    <a:pt x="19" y="8"/>
                    <a:pt x="12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5" name="Freeform 2615">
              <a:extLst>
                <a:ext uri="{FF2B5EF4-FFF2-40B4-BE49-F238E27FC236}">
                  <a16:creationId xmlns:a16="http://schemas.microsoft.com/office/drawing/2014/main" id="{8BAA4E43-5C90-4262-A2C9-FE11CE3EB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2928"/>
              <a:ext cx="45" cy="8"/>
            </a:xfrm>
            <a:custGeom>
              <a:avLst/>
              <a:gdLst>
                <a:gd name="T0" fmla="*/ 0 w 23"/>
                <a:gd name="T1" fmla="*/ 16 h 4"/>
                <a:gd name="T2" fmla="*/ 172 w 23"/>
                <a:gd name="T3" fmla="*/ 32 h 4"/>
                <a:gd name="T4" fmla="*/ 0 w 2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">
                  <a:moveTo>
                    <a:pt x="0" y="2"/>
                  </a:moveTo>
                  <a:cubicBezTo>
                    <a:pt x="7" y="1"/>
                    <a:pt x="19" y="0"/>
                    <a:pt x="23" y="4"/>
                  </a:cubicBezTo>
                  <a:cubicBezTo>
                    <a:pt x="21" y="3"/>
                    <a:pt x="10" y="1"/>
                    <a:pt x="0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6" name="Freeform 2616">
              <a:extLst>
                <a:ext uri="{FF2B5EF4-FFF2-40B4-BE49-F238E27FC236}">
                  <a16:creationId xmlns:a16="http://schemas.microsoft.com/office/drawing/2014/main" id="{5F13893A-8526-40A5-A78E-51F5B15D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924"/>
              <a:ext cx="37" cy="12"/>
            </a:xfrm>
            <a:custGeom>
              <a:avLst/>
              <a:gdLst>
                <a:gd name="T0" fmla="*/ 0 w 19"/>
                <a:gd name="T1" fmla="*/ 24 h 6"/>
                <a:gd name="T2" fmla="*/ 140 w 19"/>
                <a:gd name="T3" fmla="*/ 48 h 6"/>
                <a:gd name="T4" fmla="*/ 0 w 19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">
                  <a:moveTo>
                    <a:pt x="0" y="3"/>
                  </a:moveTo>
                  <a:cubicBezTo>
                    <a:pt x="5" y="2"/>
                    <a:pt x="17" y="2"/>
                    <a:pt x="19" y="6"/>
                  </a:cubicBezTo>
                  <a:cubicBezTo>
                    <a:pt x="18" y="3"/>
                    <a:pt x="14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7" name="Freeform 2617">
              <a:extLst>
                <a:ext uri="{FF2B5EF4-FFF2-40B4-BE49-F238E27FC236}">
                  <a16:creationId xmlns:a16="http://schemas.microsoft.com/office/drawing/2014/main" id="{D19C5A41-528D-47F8-B3EC-34DA942C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2951"/>
              <a:ext cx="48" cy="11"/>
            </a:xfrm>
            <a:custGeom>
              <a:avLst/>
              <a:gdLst>
                <a:gd name="T0" fmla="*/ 0 w 24"/>
                <a:gd name="T1" fmla="*/ 20 h 5"/>
                <a:gd name="T2" fmla="*/ 192 w 24"/>
                <a:gd name="T3" fmla="*/ 0 h 5"/>
                <a:gd name="T4" fmla="*/ 0 w 2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">
                  <a:moveTo>
                    <a:pt x="0" y="2"/>
                  </a:moveTo>
                  <a:cubicBezTo>
                    <a:pt x="3" y="3"/>
                    <a:pt x="15" y="5"/>
                    <a:pt x="24" y="0"/>
                  </a:cubicBezTo>
                  <a:cubicBezTo>
                    <a:pt x="20" y="2"/>
                    <a:pt x="1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8" name="Freeform 2618">
              <a:extLst>
                <a:ext uri="{FF2B5EF4-FFF2-40B4-BE49-F238E27FC236}">
                  <a16:creationId xmlns:a16="http://schemas.microsoft.com/office/drawing/2014/main" id="{3F82DADF-6E3D-4C49-8E29-C88F5FC8E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913"/>
              <a:ext cx="111" cy="62"/>
            </a:xfrm>
            <a:custGeom>
              <a:avLst/>
              <a:gdLst>
                <a:gd name="T0" fmla="*/ 48 w 56"/>
                <a:gd name="T1" fmla="*/ 96 h 29"/>
                <a:gd name="T2" fmla="*/ 79 w 56"/>
                <a:gd name="T3" fmla="*/ 242 h 29"/>
                <a:gd name="T4" fmla="*/ 319 w 56"/>
                <a:gd name="T5" fmla="*/ 242 h 29"/>
                <a:gd name="T6" fmla="*/ 428 w 56"/>
                <a:gd name="T7" fmla="*/ 109 h 29"/>
                <a:gd name="T8" fmla="*/ 48 w 56"/>
                <a:gd name="T9" fmla="*/ 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">
                  <a:moveTo>
                    <a:pt x="6" y="10"/>
                  </a:moveTo>
                  <a:cubicBezTo>
                    <a:pt x="0" y="16"/>
                    <a:pt x="2" y="22"/>
                    <a:pt x="10" y="25"/>
                  </a:cubicBezTo>
                  <a:cubicBezTo>
                    <a:pt x="17" y="29"/>
                    <a:pt x="30" y="28"/>
                    <a:pt x="41" y="25"/>
                  </a:cubicBezTo>
                  <a:cubicBezTo>
                    <a:pt x="53" y="21"/>
                    <a:pt x="56" y="16"/>
                    <a:pt x="55" y="11"/>
                  </a:cubicBezTo>
                  <a:cubicBezTo>
                    <a:pt x="53" y="1"/>
                    <a:pt x="19" y="0"/>
                    <a:pt x="6" y="1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9" name="Freeform 2619">
              <a:extLst>
                <a:ext uri="{FF2B5EF4-FFF2-40B4-BE49-F238E27FC236}">
                  <a16:creationId xmlns:a16="http://schemas.microsoft.com/office/drawing/2014/main" id="{9D5A8162-003E-4CB2-8F72-DEBBF9BB1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2936"/>
              <a:ext cx="67" cy="22"/>
            </a:xfrm>
            <a:custGeom>
              <a:avLst/>
              <a:gdLst>
                <a:gd name="T0" fmla="*/ 8 w 34"/>
                <a:gd name="T1" fmla="*/ 44 h 10"/>
                <a:gd name="T2" fmla="*/ 77 w 34"/>
                <a:gd name="T3" fmla="*/ 97 h 10"/>
                <a:gd name="T4" fmla="*/ 229 w 34"/>
                <a:gd name="T5" fmla="*/ 64 h 10"/>
                <a:gd name="T6" fmla="*/ 260 w 34"/>
                <a:gd name="T7" fmla="*/ 20 h 10"/>
                <a:gd name="T8" fmla="*/ 260 w 34"/>
                <a:gd name="T9" fmla="*/ 20 h 10"/>
                <a:gd name="T10" fmla="*/ 229 w 34"/>
                <a:gd name="T11" fmla="*/ 64 h 10"/>
                <a:gd name="T12" fmla="*/ 77 w 34"/>
                <a:gd name="T13" fmla="*/ 97 h 10"/>
                <a:gd name="T14" fmla="*/ 8 w 34"/>
                <a:gd name="T15" fmla="*/ 44 h 10"/>
                <a:gd name="T16" fmla="*/ 32 w 34"/>
                <a:gd name="T17" fmla="*/ 0 h 10"/>
                <a:gd name="T18" fmla="*/ 32 w 34"/>
                <a:gd name="T19" fmla="*/ 0 h 10"/>
                <a:gd name="T20" fmla="*/ 8 w 34"/>
                <a:gd name="T21" fmla="*/ 44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0">
                  <a:moveTo>
                    <a:pt x="1" y="4"/>
                  </a:moveTo>
                  <a:cubicBezTo>
                    <a:pt x="1" y="7"/>
                    <a:pt x="5" y="9"/>
                    <a:pt x="10" y="9"/>
                  </a:cubicBezTo>
                  <a:cubicBezTo>
                    <a:pt x="16" y="10"/>
                    <a:pt x="25" y="9"/>
                    <a:pt x="30" y="6"/>
                  </a:cubicBezTo>
                  <a:cubicBezTo>
                    <a:pt x="32" y="5"/>
                    <a:pt x="33" y="3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3"/>
                    <a:pt x="32" y="5"/>
                    <a:pt x="30" y="6"/>
                  </a:cubicBezTo>
                  <a:cubicBezTo>
                    <a:pt x="25" y="9"/>
                    <a:pt x="16" y="10"/>
                    <a:pt x="10" y="9"/>
                  </a:cubicBezTo>
                  <a:cubicBezTo>
                    <a:pt x="5" y="8"/>
                    <a:pt x="1" y="7"/>
                    <a:pt x="1" y="4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0" name="Freeform 2620">
              <a:extLst>
                <a:ext uri="{FF2B5EF4-FFF2-40B4-BE49-F238E27FC236}">
                  <a16:creationId xmlns:a16="http://schemas.microsoft.com/office/drawing/2014/main" id="{0D2ABB08-8A60-4528-84BD-47565260A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3156"/>
              <a:ext cx="109" cy="63"/>
            </a:xfrm>
            <a:custGeom>
              <a:avLst/>
              <a:gdLst>
                <a:gd name="T0" fmla="*/ 48 w 55"/>
                <a:gd name="T1" fmla="*/ 101 h 30"/>
                <a:gd name="T2" fmla="*/ 71 w 55"/>
                <a:gd name="T3" fmla="*/ 244 h 30"/>
                <a:gd name="T4" fmla="*/ 311 w 55"/>
                <a:gd name="T5" fmla="*/ 244 h 30"/>
                <a:gd name="T6" fmla="*/ 428 w 55"/>
                <a:gd name="T7" fmla="*/ 111 h 30"/>
                <a:gd name="T8" fmla="*/ 48 w 55"/>
                <a:gd name="T9" fmla="*/ 10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0">
                  <a:moveTo>
                    <a:pt x="6" y="11"/>
                  </a:moveTo>
                  <a:cubicBezTo>
                    <a:pt x="0" y="17"/>
                    <a:pt x="2" y="23"/>
                    <a:pt x="9" y="26"/>
                  </a:cubicBezTo>
                  <a:cubicBezTo>
                    <a:pt x="17" y="30"/>
                    <a:pt x="30" y="29"/>
                    <a:pt x="40" y="26"/>
                  </a:cubicBezTo>
                  <a:cubicBezTo>
                    <a:pt x="53" y="22"/>
                    <a:pt x="55" y="17"/>
                    <a:pt x="55" y="12"/>
                  </a:cubicBezTo>
                  <a:cubicBezTo>
                    <a:pt x="53" y="2"/>
                    <a:pt x="19" y="0"/>
                    <a:pt x="6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1" name="Freeform 2621">
              <a:extLst>
                <a:ext uri="{FF2B5EF4-FFF2-40B4-BE49-F238E27FC236}">
                  <a16:creationId xmlns:a16="http://schemas.microsoft.com/office/drawing/2014/main" id="{8B21B657-998B-4A84-9D15-6D652480B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3158"/>
              <a:ext cx="93" cy="44"/>
            </a:xfrm>
            <a:custGeom>
              <a:avLst/>
              <a:gdLst>
                <a:gd name="T0" fmla="*/ 0 w 47"/>
                <a:gd name="T1" fmla="*/ 84 h 21"/>
                <a:gd name="T2" fmla="*/ 348 w 47"/>
                <a:gd name="T3" fmla="*/ 109 h 21"/>
                <a:gd name="T4" fmla="*/ 317 w 47"/>
                <a:gd name="T5" fmla="*/ 193 h 21"/>
                <a:gd name="T6" fmla="*/ 356 w 47"/>
                <a:gd name="T7" fmla="*/ 101 h 21"/>
                <a:gd name="T8" fmla="*/ 0 w 47"/>
                <a:gd name="T9" fmla="*/ 8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1">
                  <a:moveTo>
                    <a:pt x="0" y="9"/>
                  </a:moveTo>
                  <a:cubicBezTo>
                    <a:pt x="13" y="1"/>
                    <a:pt x="44" y="2"/>
                    <a:pt x="45" y="12"/>
                  </a:cubicBezTo>
                  <a:cubicBezTo>
                    <a:pt x="45" y="15"/>
                    <a:pt x="44" y="18"/>
                    <a:pt x="41" y="21"/>
                  </a:cubicBezTo>
                  <a:cubicBezTo>
                    <a:pt x="45" y="18"/>
                    <a:pt x="47" y="14"/>
                    <a:pt x="46" y="11"/>
                  </a:cubicBezTo>
                  <a:cubicBezTo>
                    <a:pt x="45" y="1"/>
                    <a:pt x="13" y="0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2" name="Freeform 2622">
              <a:extLst>
                <a:ext uri="{FF2B5EF4-FFF2-40B4-BE49-F238E27FC236}">
                  <a16:creationId xmlns:a16="http://schemas.microsoft.com/office/drawing/2014/main" id="{554338EA-BDAE-415D-8F87-069E21432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3183"/>
              <a:ext cx="77" cy="34"/>
            </a:xfrm>
            <a:custGeom>
              <a:avLst/>
              <a:gdLst>
                <a:gd name="T0" fmla="*/ 300 w 39"/>
                <a:gd name="T1" fmla="*/ 117 h 16"/>
                <a:gd name="T2" fmla="*/ 77 w 39"/>
                <a:gd name="T3" fmla="*/ 104 h 16"/>
                <a:gd name="T4" fmla="*/ 32 w 39"/>
                <a:gd name="T5" fmla="*/ 0 h 16"/>
                <a:gd name="T6" fmla="*/ 71 w 39"/>
                <a:gd name="T7" fmla="*/ 128 h 16"/>
                <a:gd name="T8" fmla="*/ 300 w 39"/>
                <a:gd name="T9" fmla="*/ 117 h 16"/>
                <a:gd name="T10" fmla="*/ 300 w 39"/>
                <a:gd name="T11" fmla="*/ 11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6">
                  <a:moveTo>
                    <a:pt x="39" y="12"/>
                  </a:moveTo>
                  <a:cubicBezTo>
                    <a:pt x="29" y="15"/>
                    <a:pt x="17" y="14"/>
                    <a:pt x="10" y="11"/>
                  </a:cubicBezTo>
                  <a:cubicBezTo>
                    <a:pt x="5" y="9"/>
                    <a:pt x="2" y="5"/>
                    <a:pt x="4" y="0"/>
                  </a:cubicBezTo>
                  <a:cubicBezTo>
                    <a:pt x="0" y="5"/>
                    <a:pt x="3" y="10"/>
                    <a:pt x="9" y="13"/>
                  </a:cubicBezTo>
                  <a:cubicBezTo>
                    <a:pt x="16" y="16"/>
                    <a:pt x="29" y="15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3" name="Freeform 2623">
              <a:extLst>
                <a:ext uri="{FF2B5EF4-FFF2-40B4-BE49-F238E27FC236}">
                  <a16:creationId xmlns:a16="http://schemas.microsoft.com/office/drawing/2014/main" id="{1257AB0B-20DD-4179-B4D7-A3E5186F3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3170"/>
              <a:ext cx="73" cy="32"/>
            </a:xfrm>
            <a:custGeom>
              <a:avLst/>
              <a:gdLst>
                <a:gd name="T0" fmla="*/ 276 w 37"/>
                <a:gd name="T1" fmla="*/ 60 h 15"/>
                <a:gd name="T2" fmla="*/ 101 w 37"/>
                <a:gd name="T3" fmla="*/ 137 h 15"/>
                <a:gd name="T4" fmla="*/ 55 w 37"/>
                <a:gd name="T5" fmla="*/ 49 h 15"/>
                <a:gd name="T6" fmla="*/ 276 w 37"/>
                <a:gd name="T7" fmla="*/ 6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36" y="6"/>
                  </a:moveTo>
                  <a:cubicBezTo>
                    <a:pt x="36" y="12"/>
                    <a:pt x="21" y="15"/>
                    <a:pt x="13" y="14"/>
                  </a:cubicBezTo>
                  <a:cubicBezTo>
                    <a:pt x="5" y="13"/>
                    <a:pt x="0" y="9"/>
                    <a:pt x="7" y="5"/>
                  </a:cubicBezTo>
                  <a:cubicBezTo>
                    <a:pt x="14" y="0"/>
                    <a:pt x="37" y="0"/>
                    <a:pt x="36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4" name="Freeform 2624">
              <a:extLst>
                <a:ext uri="{FF2B5EF4-FFF2-40B4-BE49-F238E27FC236}">
                  <a16:creationId xmlns:a16="http://schemas.microsoft.com/office/drawing/2014/main" id="{B099D4F2-B6A6-4546-91DB-BA97D4E1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3183"/>
              <a:ext cx="67" cy="19"/>
            </a:xfrm>
            <a:custGeom>
              <a:avLst/>
              <a:gdLst>
                <a:gd name="T0" fmla="*/ 85 w 34"/>
                <a:gd name="T1" fmla="*/ 57 h 9"/>
                <a:gd name="T2" fmla="*/ 16 w 34"/>
                <a:gd name="T3" fmla="*/ 8 h 9"/>
                <a:gd name="T4" fmla="*/ 85 w 34"/>
                <a:gd name="T5" fmla="*/ 76 h 9"/>
                <a:gd name="T6" fmla="*/ 260 w 34"/>
                <a:gd name="T7" fmla="*/ 0 h 9"/>
                <a:gd name="T8" fmla="*/ 260 w 34"/>
                <a:gd name="T9" fmla="*/ 0 h 9"/>
                <a:gd name="T10" fmla="*/ 85 w 34"/>
                <a:gd name="T11" fmla="*/ 5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9">
                  <a:moveTo>
                    <a:pt x="11" y="6"/>
                  </a:moveTo>
                  <a:cubicBezTo>
                    <a:pt x="6" y="5"/>
                    <a:pt x="2" y="4"/>
                    <a:pt x="2" y="1"/>
                  </a:cubicBezTo>
                  <a:cubicBezTo>
                    <a:pt x="0" y="4"/>
                    <a:pt x="4" y="7"/>
                    <a:pt x="11" y="8"/>
                  </a:cubicBezTo>
                  <a:cubicBezTo>
                    <a:pt x="19" y="9"/>
                    <a:pt x="34" y="6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2" y="5"/>
                    <a:pt x="19" y="7"/>
                    <a:pt x="11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5" name="Freeform 2625">
              <a:extLst>
                <a:ext uri="{FF2B5EF4-FFF2-40B4-BE49-F238E27FC236}">
                  <a16:creationId xmlns:a16="http://schemas.microsoft.com/office/drawing/2014/main" id="{B752CD75-3E6E-4BDC-ABE1-FFA5FD382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173"/>
              <a:ext cx="43" cy="6"/>
            </a:xfrm>
            <a:custGeom>
              <a:avLst/>
              <a:gdLst>
                <a:gd name="T0" fmla="*/ 0 w 22"/>
                <a:gd name="T1" fmla="*/ 16 h 3"/>
                <a:gd name="T2" fmla="*/ 164 w 22"/>
                <a:gd name="T3" fmla="*/ 24 h 3"/>
                <a:gd name="T4" fmla="*/ 0 w 22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">
                  <a:moveTo>
                    <a:pt x="0" y="2"/>
                  </a:moveTo>
                  <a:cubicBezTo>
                    <a:pt x="6" y="0"/>
                    <a:pt x="19" y="0"/>
                    <a:pt x="22" y="3"/>
                  </a:cubicBezTo>
                  <a:cubicBezTo>
                    <a:pt x="21" y="2"/>
                    <a:pt x="9" y="0"/>
                    <a:pt x="0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6" name="Freeform 2626">
              <a:extLst>
                <a:ext uri="{FF2B5EF4-FFF2-40B4-BE49-F238E27FC236}">
                  <a16:creationId xmlns:a16="http://schemas.microsoft.com/office/drawing/2014/main" id="{5657BC8E-465D-4FC9-AC57-C0A0A41B8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168"/>
              <a:ext cx="37" cy="11"/>
            </a:xfrm>
            <a:custGeom>
              <a:avLst/>
              <a:gdLst>
                <a:gd name="T0" fmla="*/ 0 w 19"/>
                <a:gd name="T1" fmla="*/ 33 h 5"/>
                <a:gd name="T2" fmla="*/ 140 w 19"/>
                <a:gd name="T3" fmla="*/ 53 h 5"/>
                <a:gd name="T4" fmla="*/ 0 w 19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">
                  <a:moveTo>
                    <a:pt x="0" y="3"/>
                  </a:moveTo>
                  <a:cubicBezTo>
                    <a:pt x="4" y="2"/>
                    <a:pt x="16" y="1"/>
                    <a:pt x="19" y="5"/>
                  </a:cubicBezTo>
                  <a:cubicBezTo>
                    <a:pt x="18" y="3"/>
                    <a:pt x="13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7" name="Freeform 2627">
              <a:extLst>
                <a:ext uri="{FF2B5EF4-FFF2-40B4-BE49-F238E27FC236}">
                  <a16:creationId xmlns:a16="http://schemas.microsoft.com/office/drawing/2014/main" id="{94C438CE-FCB2-49A6-97B8-3561225AF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3196"/>
              <a:ext cx="45" cy="8"/>
            </a:xfrm>
            <a:custGeom>
              <a:avLst/>
              <a:gdLst>
                <a:gd name="T0" fmla="*/ 0 w 23"/>
                <a:gd name="T1" fmla="*/ 16 h 4"/>
                <a:gd name="T2" fmla="*/ 172 w 23"/>
                <a:gd name="T3" fmla="*/ 0 h 4"/>
                <a:gd name="T4" fmla="*/ 0 w 2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">
                  <a:moveTo>
                    <a:pt x="0" y="2"/>
                  </a:moveTo>
                  <a:cubicBezTo>
                    <a:pt x="2" y="3"/>
                    <a:pt x="15" y="4"/>
                    <a:pt x="23" y="0"/>
                  </a:cubicBezTo>
                  <a:cubicBezTo>
                    <a:pt x="20" y="1"/>
                    <a:pt x="9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8" name="Freeform 2628">
              <a:extLst>
                <a:ext uri="{FF2B5EF4-FFF2-40B4-BE49-F238E27FC236}">
                  <a16:creationId xmlns:a16="http://schemas.microsoft.com/office/drawing/2014/main" id="{62827225-9F6E-4E41-AEC4-CD1F6ECF3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3156"/>
              <a:ext cx="109" cy="63"/>
            </a:xfrm>
            <a:custGeom>
              <a:avLst/>
              <a:gdLst>
                <a:gd name="T0" fmla="*/ 48 w 55"/>
                <a:gd name="T1" fmla="*/ 101 h 30"/>
                <a:gd name="T2" fmla="*/ 71 w 55"/>
                <a:gd name="T3" fmla="*/ 244 h 30"/>
                <a:gd name="T4" fmla="*/ 311 w 55"/>
                <a:gd name="T5" fmla="*/ 244 h 30"/>
                <a:gd name="T6" fmla="*/ 428 w 55"/>
                <a:gd name="T7" fmla="*/ 111 h 30"/>
                <a:gd name="T8" fmla="*/ 48 w 55"/>
                <a:gd name="T9" fmla="*/ 10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0">
                  <a:moveTo>
                    <a:pt x="6" y="11"/>
                  </a:moveTo>
                  <a:cubicBezTo>
                    <a:pt x="0" y="17"/>
                    <a:pt x="2" y="23"/>
                    <a:pt x="9" y="26"/>
                  </a:cubicBezTo>
                  <a:cubicBezTo>
                    <a:pt x="17" y="30"/>
                    <a:pt x="30" y="29"/>
                    <a:pt x="40" y="26"/>
                  </a:cubicBezTo>
                  <a:cubicBezTo>
                    <a:pt x="53" y="22"/>
                    <a:pt x="55" y="17"/>
                    <a:pt x="55" y="12"/>
                  </a:cubicBezTo>
                  <a:cubicBezTo>
                    <a:pt x="53" y="2"/>
                    <a:pt x="19" y="0"/>
                    <a:pt x="6" y="1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9" name="Freeform 2629">
              <a:extLst>
                <a:ext uri="{FF2B5EF4-FFF2-40B4-BE49-F238E27FC236}">
                  <a16:creationId xmlns:a16="http://schemas.microsoft.com/office/drawing/2014/main" id="{290E16D5-C00D-4C77-9E4C-D633620DB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3181"/>
              <a:ext cx="65" cy="21"/>
            </a:xfrm>
            <a:custGeom>
              <a:avLst/>
              <a:gdLst>
                <a:gd name="T0" fmla="*/ 0 w 33"/>
                <a:gd name="T1" fmla="*/ 36 h 10"/>
                <a:gd name="T2" fmla="*/ 77 w 33"/>
                <a:gd name="T3" fmla="*/ 84 h 10"/>
                <a:gd name="T4" fmla="*/ 228 w 33"/>
                <a:gd name="T5" fmla="*/ 57 h 10"/>
                <a:gd name="T6" fmla="*/ 252 w 33"/>
                <a:gd name="T7" fmla="*/ 8 h 10"/>
                <a:gd name="T8" fmla="*/ 252 w 33"/>
                <a:gd name="T9" fmla="*/ 8 h 10"/>
                <a:gd name="T10" fmla="*/ 228 w 33"/>
                <a:gd name="T11" fmla="*/ 57 h 10"/>
                <a:gd name="T12" fmla="*/ 77 w 33"/>
                <a:gd name="T13" fmla="*/ 84 h 10"/>
                <a:gd name="T14" fmla="*/ 8 w 33"/>
                <a:gd name="T15" fmla="*/ 36 h 10"/>
                <a:gd name="T16" fmla="*/ 32 w 33"/>
                <a:gd name="T17" fmla="*/ 0 h 10"/>
                <a:gd name="T18" fmla="*/ 32 w 33"/>
                <a:gd name="T19" fmla="*/ 0 h 10"/>
                <a:gd name="T20" fmla="*/ 0 w 33"/>
                <a:gd name="T21" fmla="*/ 36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0">
                  <a:moveTo>
                    <a:pt x="0" y="4"/>
                  </a:moveTo>
                  <a:cubicBezTo>
                    <a:pt x="1" y="6"/>
                    <a:pt x="4" y="8"/>
                    <a:pt x="10" y="9"/>
                  </a:cubicBezTo>
                  <a:cubicBezTo>
                    <a:pt x="16" y="10"/>
                    <a:pt x="25" y="9"/>
                    <a:pt x="30" y="6"/>
                  </a:cubicBezTo>
                  <a:cubicBezTo>
                    <a:pt x="32" y="5"/>
                    <a:pt x="33" y="3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3"/>
                    <a:pt x="32" y="4"/>
                    <a:pt x="30" y="6"/>
                  </a:cubicBezTo>
                  <a:cubicBezTo>
                    <a:pt x="25" y="9"/>
                    <a:pt x="16" y="10"/>
                    <a:pt x="10" y="9"/>
                  </a:cubicBezTo>
                  <a:cubicBezTo>
                    <a:pt x="5" y="8"/>
                    <a:pt x="1" y="6"/>
                    <a:pt x="1" y="4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0" name="Freeform 2630">
              <a:extLst>
                <a:ext uri="{FF2B5EF4-FFF2-40B4-BE49-F238E27FC236}">
                  <a16:creationId xmlns:a16="http://schemas.microsoft.com/office/drawing/2014/main" id="{3339E7D8-A5F0-4A66-8628-BE3A52684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3083"/>
              <a:ext cx="109" cy="62"/>
            </a:xfrm>
            <a:custGeom>
              <a:avLst/>
              <a:gdLst>
                <a:gd name="T0" fmla="*/ 48 w 55"/>
                <a:gd name="T1" fmla="*/ 109 h 29"/>
                <a:gd name="T2" fmla="*/ 71 w 55"/>
                <a:gd name="T3" fmla="*/ 257 h 29"/>
                <a:gd name="T4" fmla="*/ 319 w 55"/>
                <a:gd name="T5" fmla="*/ 242 h 29"/>
                <a:gd name="T6" fmla="*/ 428 w 55"/>
                <a:gd name="T7" fmla="*/ 120 h 29"/>
                <a:gd name="T8" fmla="*/ 48 w 55"/>
                <a:gd name="T9" fmla="*/ 10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9">
                  <a:moveTo>
                    <a:pt x="6" y="11"/>
                  </a:moveTo>
                  <a:cubicBezTo>
                    <a:pt x="0" y="17"/>
                    <a:pt x="2" y="22"/>
                    <a:pt x="9" y="26"/>
                  </a:cubicBezTo>
                  <a:cubicBezTo>
                    <a:pt x="17" y="29"/>
                    <a:pt x="30" y="29"/>
                    <a:pt x="41" y="25"/>
                  </a:cubicBezTo>
                  <a:cubicBezTo>
                    <a:pt x="53" y="22"/>
                    <a:pt x="55" y="16"/>
                    <a:pt x="55" y="12"/>
                  </a:cubicBezTo>
                  <a:cubicBezTo>
                    <a:pt x="53" y="1"/>
                    <a:pt x="19" y="0"/>
                    <a:pt x="6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1" name="Freeform 2631">
              <a:extLst>
                <a:ext uri="{FF2B5EF4-FFF2-40B4-BE49-F238E27FC236}">
                  <a16:creationId xmlns:a16="http://schemas.microsoft.com/office/drawing/2014/main" id="{9E72D017-08DE-4774-B2D1-63095779C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85"/>
              <a:ext cx="93" cy="45"/>
            </a:xfrm>
            <a:custGeom>
              <a:avLst/>
              <a:gdLst>
                <a:gd name="T0" fmla="*/ 0 w 47"/>
                <a:gd name="T1" fmla="*/ 88 h 21"/>
                <a:gd name="T2" fmla="*/ 348 w 47"/>
                <a:gd name="T3" fmla="*/ 109 h 21"/>
                <a:gd name="T4" fmla="*/ 317 w 47"/>
                <a:gd name="T5" fmla="*/ 206 h 21"/>
                <a:gd name="T6" fmla="*/ 356 w 47"/>
                <a:gd name="T7" fmla="*/ 109 h 21"/>
                <a:gd name="T8" fmla="*/ 0 w 47"/>
                <a:gd name="T9" fmla="*/ 8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1">
                  <a:moveTo>
                    <a:pt x="0" y="9"/>
                  </a:moveTo>
                  <a:cubicBezTo>
                    <a:pt x="13" y="1"/>
                    <a:pt x="44" y="2"/>
                    <a:pt x="45" y="11"/>
                  </a:cubicBezTo>
                  <a:cubicBezTo>
                    <a:pt x="45" y="14"/>
                    <a:pt x="45" y="18"/>
                    <a:pt x="41" y="21"/>
                  </a:cubicBezTo>
                  <a:cubicBezTo>
                    <a:pt x="46" y="17"/>
                    <a:pt x="47" y="14"/>
                    <a:pt x="46" y="11"/>
                  </a:cubicBezTo>
                  <a:cubicBezTo>
                    <a:pt x="45" y="1"/>
                    <a:pt x="13" y="0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2" name="Freeform 2632">
              <a:extLst>
                <a:ext uri="{FF2B5EF4-FFF2-40B4-BE49-F238E27FC236}">
                  <a16:creationId xmlns:a16="http://schemas.microsoft.com/office/drawing/2014/main" id="{D681480F-34BC-4BF1-84BD-528638D4B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3111"/>
              <a:ext cx="75" cy="34"/>
            </a:xfrm>
            <a:custGeom>
              <a:avLst/>
              <a:gdLst>
                <a:gd name="T0" fmla="*/ 292 w 38"/>
                <a:gd name="T1" fmla="*/ 117 h 16"/>
                <a:gd name="T2" fmla="*/ 71 w 38"/>
                <a:gd name="T3" fmla="*/ 104 h 16"/>
                <a:gd name="T4" fmla="*/ 24 w 38"/>
                <a:gd name="T5" fmla="*/ 0 h 16"/>
                <a:gd name="T6" fmla="*/ 63 w 38"/>
                <a:gd name="T7" fmla="*/ 117 h 16"/>
                <a:gd name="T8" fmla="*/ 292 w 38"/>
                <a:gd name="T9" fmla="*/ 117 h 16"/>
                <a:gd name="T10" fmla="*/ 292 w 38"/>
                <a:gd name="T11" fmla="*/ 11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38" y="12"/>
                  </a:moveTo>
                  <a:cubicBezTo>
                    <a:pt x="28" y="15"/>
                    <a:pt x="16" y="14"/>
                    <a:pt x="9" y="11"/>
                  </a:cubicBezTo>
                  <a:cubicBezTo>
                    <a:pt x="4" y="8"/>
                    <a:pt x="1" y="4"/>
                    <a:pt x="3" y="0"/>
                  </a:cubicBezTo>
                  <a:cubicBezTo>
                    <a:pt x="0" y="5"/>
                    <a:pt x="2" y="9"/>
                    <a:pt x="8" y="12"/>
                  </a:cubicBezTo>
                  <a:cubicBezTo>
                    <a:pt x="15" y="16"/>
                    <a:pt x="28" y="15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3" name="Freeform 2633">
              <a:extLst>
                <a:ext uri="{FF2B5EF4-FFF2-40B4-BE49-F238E27FC236}">
                  <a16:creationId xmlns:a16="http://schemas.microsoft.com/office/drawing/2014/main" id="{D080E86A-103E-4680-8728-D44073BBD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98"/>
              <a:ext cx="73" cy="32"/>
            </a:xfrm>
            <a:custGeom>
              <a:avLst/>
              <a:gdLst>
                <a:gd name="T0" fmla="*/ 276 w 37"/>
                <a:gd name="T1" fmla="*/ 60 h 15"/>
                <a:gd name="T2" fmla="*/ 101 w 37"/>
                <a:gd name="T3" fmla="*/ 137 h 15"/>
                <a:gd name="T4" fmla="*/ 55 w 37"/>
                <a:gd name="T5" fmla="*/ 49 h 15"/>
                <a:gd name="T6" fmla="*/ 276 w 37"/>
                <a:gd name="T7" fmla="*/ 6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36" y="6"/>
                  </a:moveTo>
                  <a:cubicBezTo>
                    <a:pt x="36" y="12"/>
                    <a:pt x="22" y="15"/>
                    <a:pt x="13" y="14"/>
                  </a:cubicBezTo>
                  <a:cubicBezTo>
                    <a:pt x="5" y="13"/>
                    <a:pt x="0" y="9"/>
                    <a:pt x="7" y="5"/>
                  </a:cubicBezTo>
                  <a:cubicBezTo>
                    <a:pt x="15" y="0"/>
                    <a:pt x="37" y="0"/>
                    <a:pt x="36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4" name="Freeform 2634">
              <a:extLst>
                <a:ext uri="{FF2B5EF4-FFF2-40B4-BE49-F238E27FC236}">
                  <a16:creationId xmlns:a16="http://schemas.microsoft.com/office/drawing/2014/main" id="{23794CE4-F6D4-4A0C-AA96-774F72E88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111"/>
              <a:ext cx="67" cy="19"/>
            </a:xfrm>
            <a:custGeom>
              <a:avLst/>
              <a:gdLst>
                <a:gd name="T0" fmla="*/ 93 w 34"/>
                <a:gd name="T1" fmla="*/ 57 h 9"/>
                <a:gd name="T2" fmla="*/ 16 w 34"/>
                <a:gd name="T3" fmla="*/ 8 h 9"/>
                <a:gd name="T4" fmla="*/ 85 w 34"/>
                <a:gd name="T5" fmla="*/ 76 h 9"/>
                <a:gd name="T6" fmla="*/ 260 w 34"/>
                <a:gd name="T7" fmla="*/ 0 h 9"/>
                <a:gd name="T8" fmla="*/ 260 w 34"/>
                <a:gd name="T9" fmla="*/ 0 h 9"/>
                <a:gd name="T10" fmla="*/ 93 w 34"/>
                <a:gd name="T11" fmla="*/ 5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9">
                  <a:moveTo>
                    <a:pt x="12" y="6"/>
                  </a:moveTo>
                  <a:cubicBezTo>
                    <a:pt x="6" y="5"/>
                    <a:pt x="2" y="3"/>
                    <a:pt x="2" y="1"/>
                  </a:cubicBezTo>
                  <a:cubicBezTo>
                    <a:pt x="0" y="4"/>
                    <a:pt x="5" y="7"/>
                    <a:pt x="11" y="8"/>
                  </a:cubicBezTo>
                  <a:cubicBezTo>
                    <a:pt x="20" y="9"/>
                    <a:pt x="34" y="6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2" y="5"/>
                    <a:pt x="19" y="7"/>
                    <a:pt x="12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Freeform 2635">
              <a:extLst>
                <a:ext uri="{FF2B5EF4-FFF2-40B4-BE49-F238E27FC236}">
                  <a16:creationId xmlns:a16="http://schemas.microsoft.com/office/drawing/2014/main" id="{E6916D4F-E30A-4704-8589-17E4E19F6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098"/>
              <a:ext cx="43" cy="9"/>
            </a:xfrm>
            <a:custGeom>
              <a:avLst/>
              <a:gdLst>
                <a:gd name="T0" fmla="*/ 0 w 22"/>
                <a:gd name="T1" fmla="*/ 25 h 4"/>
                <a:gd name="T2" fmla="*/ 164 w 22"/>
                <a:gd name="T3" fmla="*/ 45 h 4"/>
                <a:gd name="T4" fmla="*/ 0 w 22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">
                  <a:moveTo>
                    <a:pt x="0" y="2"/>
                  </a:moveTo>
                  <a:cubicBezTo>
                    <a:pt x="6" y="1"/>
                    <a:pt x="19" y="0"/>
                    <a:pt x="22" y="4"/>
                  </a:cubicBezTo>
                  <a:cubicBezTo>
                    <a:pt x="21" y="3"/>
                    <a:pt x="10" y="1"/>
                    <a:pt x="0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6" name="Freeform 2636">
              <a:extLst>
                <a:ext uri="{FF2B5EF4-FFF2-40B4-BE49-F238E27FC236}">
                  <a16:creationId xmlns:a16="http://schemas.microsoft.com/office/drawing/2014/main" id="{0F1B8B00-A7F4-4735-BF70-D896758D1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3094"/>
              <a:ext cx="37" cy="13"/>
            </a:xfrm>
            <a:custGeom>
              <a:avLst/>
              <a:gdLst>
                <a:gd name="T0" fmla="*/ 0 w 19"/>
                <a:gd name="T1" fmla="*/ 33 h 6"/>
                <a:gd name="T2" fmla="*/ 140 w 19"/>
                <a:gd name="T3" fmla="*/ 61 h 6"/>
                <a:gd name="T4" fmla="*/ 0 w 19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">
                  <a:moveTo>
                    <a:pt x="0" y="3"/>
                  </a:moveTo>
                  <a:cubicBezTo>
                    <a:pt x="4" y="2"/>
                    <a:pt x="16" y="2"/>
                    <a:pt x="19" y="6"/>
                  </a:cubicBezTo>
                  <a:cubicBezTo>
                    <a:pt x="18" y="4"/>
                    <a:pt x="13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7" name="Freeform 2637">
              <a:extLst>
                <a:ext uri="{FF2B5EF4-FFF2-40B4-BE49-F238E27FC236}">
                  <a16:creationId xmlns:a16="http://schemas.microsoft.com/office/drawing/2014/main" id="{0EA26FC9-1483-479B-BF29-9EEC0FA1F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122"/>
              <a:ext cx="45" cy="10"/>
            </a:xfrm>
            <a:custGeom>
              <a:avLst/>
              <a:gdLst>
                <a:gd name="T0" fmla="*/ 0 w 23"/>
                <a:gd name="T1" fmla="*/ 16 h 5"/>
                <a:gd name="T2" fmla="*/ 172 w 23"/>
                <a:gd name="T3" fmla="*/ 0 h 5"/>
                <a:gd name="T4" fmla="*/ 0 w 23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">
                  <a:moveTo>
                    <a:pt x="0" y="2"/>
                  </a:moveTo>
                  <a:cubicBezTo>
                    <a:pt x="2" y="4"/>
                    <a:pt x="15" y="5"/>
                    <a:pt x="23" y="0"/>
                  </a:cubicBezTo>
                  <a:cubicBezTo>
                    <a:pt x="20" y="2"/>
                    <a:pt x="9" y="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8" name="Freeform 2638">
              <a:extLst>
                <a:ext uri="{FF2B5EF4-FFF2-40B4-BE49-F238E27FC236}">
                  <a16:creationId xmlns:a16="http://schemas.microsoft.com/office/drawing/2014/main" id="{42B30032-3EF4-4230-BE26-D2174A151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3083"/>
              <a:ext cx="109" cy="62"/>
            </a:xfrm>
            <a:custGeom>
              <a:avLst/>
              <a:gdLst>
                <a:gd name="T0" fmla="*/ 48 w 55"/>
                <a:gd name="T1" fmla="*/ 109 h 29"/>
                <a:gd name="T2" fmla="*/ 71 w 55"/>
                <a:gd name="T3" fmla="*/ 257 h 29"/>
                <a:gd name="T4" fmla="*/ 319 w 55"/>
                <a:gd name="T5" fmla="*/ 242 h 29"/>
                <a:gd name="T6" fmla="*/ 428 w 55"/>
                <a:gd name="T7" fmla="*/ 120 h 29"/>
                <a:gd name="T8" fmla="*/ 48 w 55"/>
                <a:gd name="T9" fmla="*/ 10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9">
                  <a:moveTo>
                    <a:pt x="6" y="11"/>
                  </a:moveTo>
                  <a:cubicBezTo>
                    <a:pt x="0" y="17"/>
                    <a:pt x="2" y="22"/>
                    <a:pt x="9" y="26"/>
                  </a:cubicBezTo>
                  <a:cubicBezTo>
                    <a:pt x="17" y="29"/>
                    <a:pt x="30" y="29"/>
                    <a:pt x="41" y="25"/>
                  </a:cubicBezTo>
                  <a:cubicBezTo>
                    <a:pt x="53" y="22"/>
                    <a:pt x="55" y="16"/>
                    <a:pt x="55" y="12"/>
                  </a:cubicBezTo>
                  <a:cubicBezTo>
                    <a:pt x="53" y="1"/>
                    <a:pt x="19" y="0"/>
                    <a:pt x="6" y="1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9" name="Freeform 2639">
              <a:extLst>
                <a:ext uri="{FF2B5EF4-FFF2-40B4-BE49-F238E27FC236}">
                  <a16:creationId xmlns:a16="http://schemas.microsoft.com/office/drawing/2014/main" id="{9EB47B08-9878-4468-B7E0-7702187BC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3109"/>
              <a:ext cx="65" cy="21"/>
            </a:xfrm>
            <a:custGeom>
              <a:avLst/>
              <a:gdLst>
                <a:gd name="T0" fmla="*/ 8 w 33"/>
                <a:gd name="T1" fmla="*/ 36 h 10"/>
                <a:gd name="T2" fmla="*/ 77 w 33"/>
                <a:gd name="T3" fmla="*/ 84 h 10"/>
                <a:gd name="T4" fmla="*/ 228 w 33"/>
                <a:gd name="T5" fmla="*/ 57 h 10"/>
                <a:gd name="T6" fmla="*/ 252 w 33"/>
                <a:gd name="T7" fmla="*/ 8 h 10"/>
                <a:gd name="T8" fmla="*/ 252 w 33"/>
                <a:gd name="T9" fmla="*/ 8 h 10"/>
                <a:gd name="T10" fmla="*/ 228 w 33"/>
                <a:gd name="T11" fmla="*/ 48 h 10"/>
                <a:gd name="T12" fmla="*/ 77 w 33"/>
                <a:gd name="T13" fmla="*/ 84 h 10"/>
                <a:gd name="T14" fmla="*/ 8 w 33"/>
                <a:gd name="T15" fmla="*/ 36 h 10"/>
                <a:gd name="T16" fmla="*/ 32 w 33"/>
                <a:gd name="T17" fmla="*/ 0 h 10"/>
                <a:gd name="T18" fmla="*/ 32 w 33"/>
                <a:gd name="T19" fmla="*/ 0 h 10"/>
                <a:gd name="T20" fmla="*/ 8 w 33"/>
                <a:gd name="T21" fmla="*/ 36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0">
                  <a:moveTo>
                    <a:pt x="1" y="4"/>
                  </a:moveTo>
                  <a:cubicBezTo>
                    <a:pt x="1" y="6"/>
                    <a:pt x="5" y="8"/>
                    <a:pt x="10" y="9"/>
                  </a:cubicBezTo>
                  <a:cubicBezTo>
                    <a:pt x="16" y="10"/>
                    <a:pt x="25" y="9"/>
                    <a:pt x="30" y="6"/>
                  </a:cubicBezTo>
                  <a:cubicBezTo>
                    <a:pt x="32" y="4"/>
                    <a:pt x="33" y="3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3"/>
                    <a:pt x="32" y="4"/>
                    <a:pt x="30" y="5"/>
                  </a:cubicBezTo>
                  <a:cubicBezTo>
                    <a:pt x="25" y="8"/>
                    <a:pt x="16" y="9"/>
                    <a:pt x="10" y="9"/>
                  </a:cubicBezTo>
                  <a:cubicBezTo>
                    <a:pt x="5" y="8"/>
                    <a:pt x="1" y="6"/>
                    <a:pt x="1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0" name="Freeform 2640">
              <a:extLst>
                <a:ext uri="{FF2B5EF4-FFF2-40B4-BE49-F238E27FC236}">
                  <a16:creationId xmlns:a16="http://schemas.microsoft.com/office/drawing/2014/main" id="{3B5E3172-5C07-4B35-A72C-EED1AE14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017"/>
              <a:ext cx="68" cy="62"/>
            </a:xfrm>
            <a:custGeom>
              <a:avLst/>
              <a:gdLst>
                <a:gd name="T0" fmla="*/ 32 w 34"/>
                <a:gd name="T1" fmla="*/ 109 h 29"/>
                <a:gd name="T2" fmla="*/ 48 w 34"/>
                <a:gd name="T3" fmla="*/ 257 h 29"/>
                <a:gd name="T4" fmla="*/ 200 w 34"/>
                <a:gd name="T5" fmla="*/ 242 h 29"/>
                <a:gd name="T6" fmla="*/ 272 w 34"/>
                <a:gd name="T7" fmla="*/ 120 h 29"/>
                <a:gd name="T8" fmla="*/ 32 w 34"/>
                <a:gd name="T9" fmla="*/ 10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4" y="11"/>
                  </a:moveTo>
                  <a:cubicBezTo>
                    <a:pt x="0" y="17"/>
                    <a:pt x="1" y="22"/>
                    <a:pt x="6" y="26"/>
                  </a:cubicBezTo>
                  <a:cubicBezTo>
                    <a:pt x="10" y="29"/>
                    <a:pt x="18" y="29"/>
                    <a:pt x="25" y="25"/>
                  </a:cubicBezTo>
                  <a:cubicBezTo>
                    <a:pt x="33" y="22"/>
                    <a:pt x="34" y="16"/>
                    <a:pt x="34" y="12"/>
                  </a:cubicBezTo>
                  <a:cubicBezTo>
                    <a:pt x="33" y="1"/>
                    <a:pt x="12" y="0"/>
                    <a:pt x="4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1" name="Freeform 2641">
              <a:extLst>
                <a:ext uri="{FF2B5EF4-FFF2-40B4-BE49-F238E27FC236}">
                  <a16:creationId xmlns:a16="http://schemas.microsoft.com/office/drawing/2014/main" id="{142316D6-E065-45E2-9262-319C9547A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3019"/>
              <a:ext cx="58" cy="45"/>
            </a:xfrm>
            <a:custGeom>
              <a:avLst/>
              <a:gdLst>
                <a:gd name="T0" fmla="*/ 0 w 29"/>
                <a:gd name="T1" fmla="*/ 88 h 21"/>
                <a:gd name="T2" fmla="*/ 224 w 29"/>
                <a:gd name="T3" fmla="*/ 109 h 21"/>
                <a:gd name="T4" fmla="*/ 200 w 29"/>
                <a:gd name="T5" fmla="*/ 206 h 21"/>
                <a:gd name="T6" fmla="*/ 232 w 29"/>
                <a:gd name="T7" fmla="*/ 109 h 21"/>
                <a:gd name="T8" fmla="*/ 0 w 29"/>
                <a:gd name="T9" fmla="*/ 8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0" y="9"/>
                  </a:moveTo>
                  <a:cubicBezTo>
                    <a:pt x="8" y="1"/>
                    <a:pt x="27" y="2"/>
                    <a:pt x="28" y="11"/>
                  </a:cubicBezTo>
                  <a:cubicBezTo>
                    <a:pt x="28" y="14"/>
                    <a:pt x="28" y="18"/>
                    <a:pt x="25" y="21"/>
                  </a:cubicBezTo>
                  <a:cubicBezTo>
                    <a:pt x="28" y="17"/>
                    <a:pt x="29" y="14"/>
                    <a:pt x="29" y="11"/>
                  </a:cubicBezTo>
                  <a:cubicBezTo>
                    <a:pt x="28" y="1"/>
                    <a:pt x="8" y="0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2" name="Freeform 2642">
              <a:extLst>
                <a:ext uri="{FF2B5EF4-FFF2-40B4-BE49-F238E27FC236}">
                  <a16:creationId xmlns:a16="http://schemas.microsoft.com/office/drawing/2014/main" id="{DEAEFEEA-FFF1-4EDD-B910-F651CD028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3045"/>
              <a:ext cx="48" cy="34"/>
            </a:xfrm>
            <a:custGeom>
              <a:avLst/>
              <a:gdLst>
                <a:gd name="T0" fmla="*/ 192 w 24"/>
                <a:gd name="T1" fmla="*/ 117 h 16"/>
                <a:gd name="T2" fmla="*/ 48 w 24"/>
                <a:gd name="T3" fmla="*/ 104 h 16"/>
                <a:gd name="T4" fmla="*/ 16 w 24"/>
                <a:gd name="T5" fmla="*/ 0 h 16"/>
                <a:gd name="T6" fmla="*/ 40 w 24"/>
                <a:gd name="T7" fmla="*/ 117 h 16"/>
                <a:gd name="T8" fmla="*/ 192 w 24"/>
                <a:gd name="T9" fmla="*/ 117 h 16"/>
                <a:gd name="T10" fmla="*/ 192 w 24"/>
                <a:gd name="T11" fmla="*/ 11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24" y="12"/>
                  </a:moveTo>
                  <a:cubicBezTo>
                    <a:pt x="17" y="15"/>
                    <a:pt x="10" y="14"/>
                    <a:pt x="6" y="11"/>
                  </a:cubicBezTo>
                  <a:cubicBezTo>
                    <a:pt x="2" y="8"/>
                    <a:pt x="1" y="4"/>
                    <a:pt x="2" y="0"/>
                  </a:cubicBezTo>
                  <a:cubicBezTo>
                    <a:pt x="0" y="5"/>
                    <a:pt x="1" y="9"/>
                    <a:pt x="5" y="12"/>
                  </a:cubicBezTo>
                  <a:cubicBezTo>
                    <a:pt x="10" y="16"/>
                    <a:pt x="17" y="15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3" name="Freeform 2643">
              <a:extLst>
                <a:ext uri="{FF2B5EF4-FFF2-40B4-BE49-F238E27FC236}">
                  <a16:creationId xmlns:a16="http://schemas.microsoft.com/office/drawing/2014/main" id="{5FDD76BE-52ED-4BA9-81F9-75A688483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3032"/>
              <a:ext cx="46" cy="32"/>
            </a:xfrm>
            <a:custGeom>
              <a:avLst/>
              <a:gdLst>
                <a:gd name="T0" fmla="*/ 176 w 23"/>
                <a:gd name="T1" fmla="*/ 60 h 15"/>
                <a:gd name="T2" fmla="*/ 64 w 23"/>
                <a:gd name="T3" fmla="*/ 137 h 15"/>
                <a:gd name="T4" fmla="*/ 32 w 23"/>
                <a:gd name="T5" fmla="*/ 49 h 15"/>
                <a:gd name="T6" fmla="*/ 176 w 23"/>
                <a:gd name="T7" fmla="*/ 6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22" y="6"/>
                  </a:moveTo>
                  <a:cubicBezTo>
                    <a:pt x="22" y="12"/>
                    <a:pt x="13" y="15"/>
                    <a:pt x="8" y="14"/>
                  </a:cubicBezTo>
                  <a:cubicBezTo>
                    <a:pt x="3" y="13"/>
                    <a:pt x="0" y="9"/>
                    <a:pt x="4" y="5"/>
                  </a:cubicBezTo>
                  <a:cubicBezTo>
                    <a:pt x="9" y="0"/>
                    <a:pt x="23" y="0"/>
                    <a:pt x="2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4" name="Freeform 2644">
              <a:extLst>
                <a:ext uri="{FF2B5EF4-FFF2-40B4-BE49-F238E27FC236}">
                  <a16:creationId xmlns:a16="http://schemas.microsoft.com/office/drawing/2014/main" id="{0F0800F3-047E-44B5-A114-83CD0F04C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045"/>
              <a:ext cx="42" cy="19"/>
            </a:xfrm>
            <a:custGeom>
              <a:avLst/>
              <a:gdLst>
                <a:gd name="T0" fmla="*/ 56 w 21"/>
                <a:gd name="T1" fmla="*/ 57 h 9"/>
                <a:gd name="T2" fmla="*/ 8 w 21"/>
                <a:gd name="T3" fmla="*/ 8 h 9"/>
                <a:gd name="T4" fmla="*/ 56 w 21"/>
                <a:gd name="T5" fmla="*/ 76 h 9"/>
                <a:gd name="T6" fmla="*/ 168 w 21"/>
                <a:gd name="T7" fmla="*/ 0 h 9"/>
                <a:gd name="T8" fmla="*/ 168 w 21"/>
                <a:gd name="T9" fmla="*/ 0 h 9"/>
                <a:gd name="T10" fmla="*/ 56 w 21"/>
                <a:gd name="T11" fmla="*/ 5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">
                  <a:moveTo>
                    <a:pt x="7" y="6"/>
                  </a:moveTo>
                  <a:cubicBezTo>
                    <a:pt x="4" y="5"/>
                    <a:pt x="2" y="3"/>
                    <a:pt x="1" y="1"/>
                  </a:cubicBezTo>
                  <a:cubicBezTo>
                    <a:pt x="0" y="4"/>
                    <a:pt x="3" y="7"/>
                    <a:pt x="7" y="8"/>
                  </a:cubicBezTo>
                  <a:cubicBezTo>
                    <a:pt x="12" y="9"/>
                    <a:pt x="21" y="6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5"/>
                    <a:pt x="12" y="7"/>
                    <a:pt x="7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5" name="Freeform 2645">
              <a:extLst>
                <a:ext uri="{FF2B5EF4-FFF2-40B4-BE49-F238E27FC236}">
                  <a16:creationId xmlns:a16="http://schemas.microsoft.com/office/drawing/2014/main" id="{563BA37A-8D91-4234-96B3-7015A2E54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3032"/>
              <a:ext cx="28" cy="9"/>
            </a:xfrm>
            <a:custGeom>
              <a:avLst/>
              <a:gdLst>
                <a:gd name="T0" fmla="*/ 0 w 14"/>
                <a:gd name="T1" fmla="*/ 25 h 4"/>
                <a:gd name="T2" fmla="*/ 112 w 14"/>
                <a:gd name="T3" fmla="*/ 45 h 4"/>
                <a:gd name="T4" fmla="*/ 0 w 14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4" y="1"/>
                    <a:pt x="11" y="0"/>
                    <a:pt x="14" y="4"/>
                  </a:cubicBezTo>
                  <a:cubicBezTo>
                    <a:pt x="13" y="3"/>
                    <a:pt x="6" y="1"/>
                    <a:pt x="0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6" name="Freeform 2646">
              <a:extLst>
                <a:ext uri="{FF2B5EF4-FFF2-40B4-BE49-F238E27FC236}">
                  <a16:creationId xmlns:a16="http://schemas.microsoft.com/office/drawing/2014/main" id="{E16BAE35-08A6-44F3-92D5-9012925BB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3028"/>
              <a:ext cx="24" cy="13"/>
            </a:xfrm>
            <a:custGeom>
              <a:avLst/>
              <a:gdLst>
                <a:gd name="T0" fmla="*/ 0 w 12"/>
                <a:gd name="T1" fmla="*/ 33 h 6"/>
                <a:gd name="T2" fmla="*/ 96 w 12"/>
                <a:gd name="T3" fmla="*/ 61 h 6"/>
                <a:gd name="T4" fmla="*/ 0 w 1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3" y="2"/>
                    <a:pt x="11" y="2"/>
                    <a:pt x="12" y="6"/>
                  </a:cubicBezTo>
                  <a:cubicBezTo>
                    <a:pt x="11" y="4"/>
                    <a:pt x="9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7" name="Freeform 2647">
              <a:extLst>
                <a:ext uri="{FF2B5EF4-FFF2-40B4-BE49-F238E27FC236}">
                  <a16:creationId xmlns:a16="http://schemas.microsoft.com/office/drawing/2014/main" id="{942FB42A-C5A3-4C21-914E-7BBBD0C0D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3056"/>
              <a:ext cx="30" cy="10"/>
            </a:xfrm>
            <a:custGeom>
              <a:avLst/>
              <a:gdLst>
                <a:gd name="T0" fmla="*/ 0 w 15"/>
                <a:gd name="T1" fmla="*/ 16 h 5"/>
                <a:gd name="T2" fmla="*/ 120 w 15"/>
                <a:gd name="T3" fmla="*/ 0 h 5"/>
                <a:gd name="T4" fmla="*/ 0 w 1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2"/>
                  </a:moveTo>
                  <a:cubicBezTo>
                    <a:pt x="2" y="4"/>
                    <a:pt x="10" y="5"/>
                    <a:pt x="15" y="0"/>
                  </a:cubicBezTo>
                  <a:cubicBezTo>
                    <a:pt x="13" y="2"/>
                    <a:pt x="6" y="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Freeform 2648">
              <a:extLst>
                <a:ext uri="{FF2B5EF4-FFF2-40B4-BE49-F238E27FC236}">
                  <a16:creationId xmlns:a16="http://schemas.microsoft.com/office/drawing/2014/main" id="{682603B4-C392-451B-9455-F64386929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017"/>
              <a:ext cx="68" cy="62"/>
            </a:xfrm>
            <a:custGeom>
              <a:avLst/>
              <a:gdLst>
                <a:gd name="T0" fmla="*/ 32 w 34"/>
                <a:gd name="T1" fmla="*/ 109 h 29"/>
                <a:gd name="T2" fmla="*/ 48 w 34"/>
                <a:gd name="T3" fmla="*/ 257 h 29"/>
                <a:gd name="T4" fmla="*/ 200 w 34"/>
                <a:gd name="T5" fmla="*/ 242 h 29"/>
                <a:gd name="T6" fmla="*/ 272 w 34"/>
                <a:gd name="T7" fmla="*/ 120 h 29"/>
                <a:gd name="T8" fmla="*/ 32 w 34"/>
                <a:gd name="T9" fmla="*/ 10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4" y="11"/>
                  </a:moveTo>
                  <a:cubicBezTo>
                    <a:pt x="0" y="17"/>
                    <a:pt x="1" y="22"/>
                    <a:pt x="6" y="26"/>
                  </a:cubicBezTo>
                  <a:cubicBezTo>
                    <a:pt x="10" y="29"/>
                    <a:pt x="18" y="29"/>
                    <a:pt x="25" y="25"/>
                  </a:cubicBezTo>
                  <a:cubicBezTo>
                    <a:pt x="33" y="22"/>
                    <a:pt x="34" y="16"/>
                    <a:pt x="34" y="12"/>
                  </a:cubicBezTo>
                  <a:cubicBezTo>
                    <a:pt x="33" y="1"/>
                    <a:pt x="12" y="0"/>
                    <a:pt x="4" y="1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2649">
              <a:extLst>
                <a:ext uri="{FF2B5EF4-FFF2-40B4-BE49-F238E27FC236}">
                  <a16:creationId xmlns:a16="http://schemas.microsoft.com/office/drawing/2014/main" id="{0C609D12-5D64-4EBD-A55C-387DCC364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3043"/>
              <a:ext cx="40" cy="21"/>
            </a:xfrm>
            <a:custGeom>
              <a:avLst/>
              <a:gdLst>
                <a:gd name="T0" fmla="*/ 0 w 20"/>
                <a:gd name="T1" fmla="*/ 36 h 10"/>
                <a:gd name="T2" fmla="*/ 48 w 20"/>
                <a:gd name="T3" fmla="*/ 84 h 10"/>
                <a:gd name="T4" fmla="*/ 144 w 20"/>
                <a:gd name="T5" fmla="*/ 57 h 10"/>
                <a:gd name="T6" fmla="*/ 160 w 20"/>
                <a:gd name="T7" fmla="*/ 8 h 10"/>
                <a:gd name="T8" fmla="*/ 160 w 20"/>
                <a:gd name="T9" fmla="*/ 8 h 10"/>
                <a:gd name="T10" fmla="*/ 144 w 20"/>
                <a:gd name="T11" fmla="*/ 48 h 10"/>
                <a:gd name="T12" fmla="*/ 48 w 20"/>
                <a:gd name="T13" fmla="*/ 84 h 10"/>
                <a:gd name="T14" fmla="*/ 0 w 20"/>
                <a:gd name="T15" fmla="*/ 36 h 10"/>
                <a:gd name="T16" fmla="*/ 16 w 20"/>
                <a:gd name="T17" fmla="*/ 0 h 10"/>
                <a:gd name="T18" fmla="*/ 16 w 20"/>
                <a:gd name="T19" fmla="*/ 0 h 10"/>
                <a:gd name="T20" fmla="*/ 0 w 20"/>
                <a:gd name="T21" fmla="*/ 36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0">
                  <a:moveTo>
                    <a:pt x="0" y="4"/>
                  </a:moveTo>
                  <a:cubicBezTo>
                    <a:pt x="0" y="6"/>
                    <a:pt x="3" y="8"/>
                    <a:pt x="6" y="9"/>
                  </a:cubicBezTo>
                  <a:cubicBezTo>
                    <a:pt x="9" y="10"/>
                    <a:pt x="15" y="9"/>
                    <a:pt x="18" y="6"/>
                  </a:cubicBezTo>
                  <a:cubicBezTo>
                    <a:pt x="20" y="4"/>
                    <a:pt x="20" y="3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3"/>
                    <a:pt x="20" y="4"/>
                    <a:pt x="18" y="5"/>
                  </a:cubicBezTo>
                  <a:cubicBezTo>
                    <a:pt x="15" y="8"/>
                    <a:pt x="10" y="9"/>
                    <a:pt x="6" y="9"/>
                  </a:cubicBezTo>
                  <a:cubicBezTo>
                    <a:pt x="3" y="8"/>
                    <a:pt x="1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2650">
              <a:extLst>
                <a:ext uri="{FF2B5EF4-FFF2-40B4-BE49-F238E27FC236}">
                  <a16:creationId xmlns:a16="http://schemas.microsoft.com/office/drawing/2014/main" id="{4158724A-5EC6-4ECF-8220-94E29ABB7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3156"/>
              <a:ext cx="68" cy="61"/>
            </a:xfrm>
            <a:custGeom>
              <a:avLst/>
              <a:gdLst>
                <a:gd name="T0" fmla="*/ 32 w 34"/>
                <a:gd name="T1" fmla="*/ 101 h 29"/>
                <a:gd name="T2" fmla="*/ 48 w 34"/>
                <a:gd name="T3" fmla="*/ 244 h 29"/>
                <a:gd name="T4" fmla="*/ 200 w 34"/>
                <a:gd name="T5" fmla="*/ 233 h 29"/>
                <a:gd name="T6" fmla="*/ 272 w 34"/>
                <a:gd name="T7" fmla="*/ 111 h 29"/>
                <a:gd name="T8" fmla="*/ 32 w 34"/>
                <a:gd name="T9" fmla="*/ 10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4" y="11"/>
                  </a:moveTo>
                  <a:cubicBezTo>
                    <a:pt x="0" y="17"/>
                    <a:pt x="1" y="22"/>
                    <a:pt x="6" y="26"/>
                  </a:cubicBezTo>
                  <a:cubicBezTo>
                    <a:pt x="10" y="29"/>
                    <a:pt x="18" y="29"/>
                    <a:pt x="25" y="25"/>
                  </a:cubicBezTo>
                  <a:cubicBezTo>
                    <a:pt x="33" y="22"/>
                    <a:pt x="34" y="16"/>
                    <a:pt x="34" y="12"/>
                  </a:cubicBezTo>
                  <a:cubicBezTo>
                    <a:pt x="33" y="1"/>
                    <a:pt x="12" y="0"/>
                    <a:pt x="4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Freeform 2651">
              <a:extLst>
                <a:ext uri="{FF2B5EF4-FFF2-40B4-BE49-F238E27FC236}">
                  <a16:creationId xmlns:a16="http://schemas.microsoft.com/office/drawing/2014/main" id="{F7D6B186-5071-415D-9143-8D0DE41BC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158"/>
              <a:ext cx="58" cy="44"/>
            </a:xfrm>
            <a:custGeom>
              <a:avLst/>
              <a:gdLst>
                <a:gd name="T0" fmla="*/ 0 w 29"/>
                <a:gd name="T1" fmla="*/ 84 h 21"/>
                <a:gd name="T2" fmla="*/ 224 w 29"/>
                <a:gd name="T3" fmla="*/ 101 h 21"/>
                <a:gd name="T4" fmla="*/ 200 w 29"/>
                <a:gd name="T5" fmla="*/ 193 h 21"/>
                <a:gd name="T6" fmla="*/ 232 w 29"/>
                <a:gd name="T7" fmla="*/ 101 h 21"/>
                <a:gd name="T8" fmla="*/ 0 w 29"/>
                <a:gd name="T9" fmla="*/ 8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0" y="9"/>
                  </a:moveTo>
                  <a:cubicBezTo>
                    <a:pt x="8" y="1"/>
                    <a:pt x="27" y="2"/>
                    <a:pt x="28" y="11"/>
                  </a:cubicBezTo>
                  <a:cubicBezTo>
                    <a:pt x="28" y="14"/>
                    <a:pt x="28" y="18"/>
                    <a:pt x="25" y="21"/>
                  </a:cubicBezTo>
                  <a:cubicBezTo>
                    <a:pt x="28" y="17"/>
                    <a:pt x="29" y="14"/>
                    <a:pt x="29" y="11"/>
                  </a:cubicBezTo>
                  <a:cubicBezTo>
                    <a:pt x="28" y="1"/>
                    <a:pt x="8" y="0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Freeform 2652">
              <a:extLst>
                <a:ext uri="{FF2B5EF4-FFF2-40B4-BE49-F238E27FC236}">
                  <a16:creationId xmlns:a16="http://schemas.microsoft.com/office/drawing/2014/main" id="{707E4BCF-2227-4845-A0D6-23C80959F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183"/>
              <a:ext cx="48" cy="34"/>
            </a:xfrm>
            <a:custGeom>
              <a:avLst/>
              <a:gdLst>
                <a:gd name="T0" fmla="*/ 192 w 24"/>
                <a:gd name="T1" fmla="*/ 117 h 16"/>
                <a:gd name="T2" fmla="*/ 48 w 24"/>
                <a:gd name="T3" fmla="*/ 104 h 16"/>
                <a:gd name="T4" fmla="*/ 16 w 24"/>
                <a:gd name="T5" fmla="*/ 0 h 16"/>
                <a:gd name="T6" fmla="*/ 40 w 24"/>
                <a:gd name="T7" fmla="*/ 117 h 16"/>
                <a:gd name="T8" fmla="*/ 192 w 24"/>
                <a:gd name="T9" fmla="*/ 117 h 16"/>
                <a:gd name="T10" fmla="*/ 192 w 24"/>
                <a:gd name="T11" fmla="*/ 11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24" y="12"/>
                  </a:moveTo>
                  <a:cubicBezTo>
                    <a:pt x="17" y="15"/>
                    <a:pt x="10" y="14"/>
                    <a:pt x="6" y="11"/>
                  </a:cubicBezTo>
                  <a:cubicBezTo>
                    <a:pt x="2" y="8"/>
                    <a:pt x="1" y="4"/>
                    <a:pt x="2" y="0"/>
                  </a:cubicBezTo>
                  <a:cubicBezTo>
                    <a:pt x="0" y="5"/>
                    <a:pt x="1" y="9"/>
                    <a:pt x="5" y="12"/>
                  </a:cubicBezTo>
                  <a:cubicBezTo>
                    <a:pt x="10" y="16"/>
                    <a:pt x="17" y="15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3" name="Freeform 2653">
              <a:extLst>
                <a:ext uri="{FF2B5EF4-FFF2-40B4-BE49-F238E27FC236}">
                  <a16:creationId xmlns:a16="http://schemas.microsoft.com/office/drawing/2014/main" id="{B7FFA030-E0C9-4235-B866-93E6A3CAA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170"/>
              <a:ext cx="46" cy="32"/>
            </a:xfrm>
            <a:custGeom>
              <a:avLst/>
              <a:gdLst>
                <a:gd name="T0" fmla="*/ 176 w 23"/>
                <a:gd name="T1" fmla="*/ 60 h 15"/>
                <a:gd name="T2" fmla="*/ 64 w 23"/>
                <a:gd name="T3" fmla="*/ 137 h 15"/>
                <a:gd name="T4" fmla="*/ 32 w 23"/>
                <a:gd name="T5" fmla="*/ 49 h 15"/>
                <a:gd name="T6" fmla="*/ 176 w 23"/>
                <a:gd name="T7" fmla="*/ 6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22" y="6"/>
                  </a:moveTo>
                  <a:cubicBezTo>
                    <a:pt x="22" y="12"/>
                    <a:pt x="13" y="15"/>
                    <a:pt x="8" y="14"/>
                  </a:cubicBezTo>
                  <a:cubicBezTo>
                    <a:pt x="3" y="13"/>
                    <a:pt x="0" y="9"/>
                    <a:pt x="4" y="5"/>
                  </a:cubicBezTo>
                  <a:cubicBezTo>
                    <a:pt x="9" y="0"/>
                    <a:pt x="23" y="0"/>
                    <a:pt x="2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4" name="Freeform 2654">
              <a:extLst>
                <a:ext uri="{FF2B5EF4-FFF2-40B4-BE49-F238E27FC236}">
                  <a16:creationId xmlns:a16="http://schemas.microsoft.com/office/drawing/2014/main" id="{8C1A8EED-C299-4432-92E3-14274077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183"/>
              <a:ext cx="42" cy="19"/>
            </a:xfrm>
            <a:custGeom>
              <a:avLst/>
              <a:gdLst>
                <a:gd name="T0" fmla="*/ 56 w 21"/>
                <a:gd name="T1" fmla="*/ 57 h 9"/>
                <a:gd name="T2" fmla="*/ 8 w 21"/>
                <a:gd name="T3" fmla="*/ 8 h 9"/>
                <a:gd name="T4" fmla="*/ 56 w 21"/>
                <a:gd name="T5" fmla="*/ 76 h 9"/>
                <a:gd name="T6" fmla="*/ 168 w 21"/>
                <a:gd name="T7" fmla="*/ 0 h 9"/>
                <a:gd name="T8" fmla="*/ 168 w 21"/>
                <a:gd name="T9" fmla="*/ 0 h 9"/>
                <a:gd name="T10" fmla="*/ 56 w 21"/>
                <a:gd name="T11" fmla="*/ 5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">
                  <a:moveTo>
                    <a:pt x="7" y="6"/>
                  </a:moveTo>
                  <a:cubicBezTo>
                    <a:pt x="4" y="5"/>
                    <a:pt x="2" y="3"/>
                    <a:pt x="1" y="1"/>
                  </a:cubicBezTo>
                  <a:cubicBezTo>
                    <a:pt x="0" y="4"/>
                    <a:pt x="3" y="7"/>
                    <a:pt x="7" y="8"/>
                  </a:cubicBezTo>
                  <a:cubicBezTo>
                    <a:pt x="12" y="9"/>
                    <a:pt x="21" y="6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5"/>
                    <a:pt x="12" y="7"/>
                    <a:pt x="7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5" name="Freeform 2655">
              <a:extLst>
                <a:ext uri="{FF2B5EF4-FFF2-40B4-BE49-F238E27FC236}">
                  <a16:creationId xmlns:a16="http://schemas.microsoft.com/office/drawing/2014/main" id="{A779AA35-3A5B-4CB1-A1F3-62A27F09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3170"/>
              <a:ext cx="28" cy="9"/>
            </a:xfrm>
            <a:custGeom>
              <a:avLst/>
              <a:gdLst>
                <a:gd name="T0" fmla="*/ 0 w 14"/>
                <a:gd name="T1" fmla="*/ 25 h 4"/>
                <a:gd name="T2" fmla="*/ 112 w 14"/>
                <a:gd name="T3" fmla="*/ 45 h 4"/>
                <a:gd name="T4" fmla="*/ 0 w 14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4" y="1"/>
                    <a:pt x="11" y="0"/>
                    <a:pt x="14" y="4"/>
                  </a:cubicBezTo>
                  <a:cubicBezTo>
                    <a:pt x="13" y="3"/>
                    <a:pt x="6" y="1"/>
                    <a:pt x="0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Freeform 2656">
              <a:extLst>
                <a:ext uri="{FF2B5EF4-FFF2-40B4-BE49-F238E27FC236}">
                  <a16:creationId xmlns:a16="http://schemas.microsoft.com/office/drawing/2014/main" id="{7189F37B-BAFD-4B8C-B30B-B4AE27340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3166"/>
              <a:ext cx="24" cy="13"/>
            </a:xfrm>
            <a:custGeom>
              <a:avLst/>
              <a:gdLst>
                <a:gd name="T0" fmla="*/ 0 w 12"/>
                <a:gd name="T1" fmla="*/ 33 h 6"/>
                <a:gd name="T2" fmla="*/ 96 w 12"/>
                <a:gd name="T3" fmla="*/ 61 h 6"/>
                <a:gd name="T4" fmla="*/ 0 w 1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3" y="2"/>
                    <a:pt x="11" y="2"/>
                    <a:pt x="12" y="6"/>
                  </a:cubicBezTo>
                  <a:cubicBezTo>
                    <a:pt x="11" y="4"/>
                    <a:pt x="9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Freeform 2657">
              <a:extLst>
                <a:ext uri="{FF2B5EF4-FFF2-40B4-BE49-F238E27FC236}">
                  <a16:creationId xmlns:a16="http://schemas.microsoft.com/office/drawing/2014/main" id="{E430D1AF-9290-4892-B130-21F83A08E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3194"/>
              <a:ext cx="30" cy="10"/>
            </a:xfrm>
            <a:custGeom>
              <a:avLst/>
              <a:gdLst>
                <a:gd name="T0" fmla="*/ 0 w 15"/>
                <a:gd name="T1" fmla="*/ 16 h 5"/>
                <a:gd name="T2" fmla="*/ 120 w 15"/>
                <a:gd name="T3" fmla="*/ 0 h 5"/>
                <a:gd name="T4" fmla="*/ 0 w 1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2"/>
                  </a:moveTo>
                  <a:cubicBezTo>
                    <a:pt x="2" y="4"/>
                    <a:pt x="10" y="5"/>
                    <a:pt x="15" y="0"/>
                  </a:cubicBezTo>
                  <a:cubicBezTo>
                    <a:pt x="13" y="2"/>
                    <a:pt x="6" y="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Freeform 2658">
              <a:extLst>
                <a:ext uri="{FF2B5EF4-FFF2-40B4-BE49-F238E27FC236}">
                  <a16:creationId xmlns:a16="http://schemas.microsoft.com/office/drawing/2014/main" id="{32C005AC-A090-4B1A-BED0-54084523D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3156"/>
              <a:ext cx="68" cy="61"/>
            </a:xfrm>
            <a:custGeom>
              <a:avLst/>
              <a:gdLst>
                <a:gd name="T0" fmla="*/ 32 w 34"/>
                <a:gd name="T1" fmla="*/ 101 h 29"/>
                <a:gd name="T2" fmla="*/ 48 w 34"/>
                <a:gd name="T3" fmla="*/ 244 h 29"/>
                <a:gd name="T4" fmla="*/ 200 w 34"/>
                <a:gd name="T5" fmla="*/ 233 h 29"/>
                <a:gd name="T6" fmla="*/ 272 w 34"/>
                <a:gd name="T7" fmla="*/ 111 h 29"/>
                <a:gd name="T8" fmla="*/ 32 w 34"/>
                <a:gd name="T9" fmla="*/ 10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4" y="11"/>
                  </a:moveTo>
                  <a:cubicBezTo>
                    <a:pt x="0" y="17"/>
                    <a:pt x="1" y="22"/>
                    <a:pt x="6" y="26"/>
                  </a:cubicBezTo>
                  <a:cubicBezTo>
                    <a:pt x="10" y="29"/>
                    <a:pt x="18" y="29"/>
                    <a:pt x="25" y="25"/>
                  </a:cubicBezTo>
                  <a:cubicBezTo>
                    <a:pt x="33" y="22"/>
                    <a:pt x="34" y="16"/>
                    <a:pt x="34" y="12"/>
                  </a:cubicBezTo>
                  <a:cubicBezTo>
                    <a:pt x="33" y="1"/>
                    <a:pt x="12" y="0"/>
                    <a:pt x="4" y="1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9" name="Freeform 2659">
              <a:extLst>
                <a:ext uri="{FF2B5EF4-FFF2-40B4-BE49-F238E27FC236}">
                  <a16:creationId xmlns:a16="http://schemas.microsoft.com/office/drawing/2014/main" id="{19D3C20E-96B2-4DBE-9C1A-53B147A91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181"/>
              <a:ext cx="40" cy="21"/>
            </a:xfrm>
            <a:custGeom>
              <a:avLst/>
              <a:gdLst>
                <a:gd name="T0" fmla="*/ 0 w 20"/>
                <a:gd name="T1" fmla="*/ 36 h 10"/>
                <a:gd name="T2" fmla="*/ 48 w 20"/>
                <a:gd name="T3" fmla="*/ 84 h 10"/>
                <a:gd name="T4" fmla="*/ 144 w 20"/>
                <a:gd name="T5" fmla="*/ 57 h 10"/>
                <a:gd name="T6" fmla="*/ 160 w 20"/>
                <a:gd name="T7" fmla="*/ 8 h 10"/>
                <a:gd name="T8" fmla="*/ 160 w 20"/>
                <a:gd name="T9" fmla="*/ 8 h 10"/>
                <a:gd name="T10" fmla="*/ 144 w 20"/>
                <a:gd name="T11" fmla="*/ 48 h 10"/>
                <a:gd name="T12" fmla="*/ 48 w 20"/>
                <a:gd name="T13" fmla="*/ 84 h 10"/>
                <a:gd name="T14" fmla="*/ 0 w 20"/>
                <a:gd name="T15" fmla="*/ 36 h 10"/>
                <a:gd name="T16" fmla="*/ 16 w 20"/>
                <a:gd name="T17" fmla="*/ 0 h 10"/>
                <a:gd name="T18" fmla="*/ 16 w 20"/>
                <a:gd name="T19" fmla="*/ 0 h 10"/>
                <a:gd name="T20" fmla="*/ 0 w 20"/>
                <a:gd name="T21" fmla="*/ 36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0">
                  <a:moveTo>
                    <a:pt x="0" y="4"/>
                  </a:moveTo>
                  <a:cubicBezTo>
                    <a:pt x="0" y="6"/>
                    <a:pt x="3" y="8"/>
                    <a:pt x="6" y="9"/>
                  </a:cubicBezTo>
                  <a:cubicBezTo>
                    <a:pt x="9" y="10"/>
                    <a:pt x="15" y="9"/>
                    <a:pt x="18" y="6"/>
                  </a:cubicBezTo>
                  <a:cubicBezTo>
                    <a:pt x="20" y="4"/>
                    <a:pt x="20" y="3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3"/>
                    <a:pt x="20" y="4"/>
                    <a:pt x="18" y="5"/>
                  </a:cubicBezTo>
                  <a:cubicBezTo>
                    <a:pt x="15" y="8"/>
                    <a:pt x="10" y="9"/>
                    <a:pt x="6" y="9"/>
                  </a:cubicBezTo>
                  <a:cubicBezTo>
                    <a:pt x="3" y="8"/>
                    <a:pt x="1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0" name="Freeform 2660">
              <a:extLst>
                <a:ext uri="{FF2B5EF4-FFF2-40B4-BE49-F238E27FC236}">
                  <a16:creationId xmlns:a16="http://schemas.microsoft.com/office/drawing/2014/main" id="{C030950E-1811-41B9-9ECF-FDD3C0CE1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705"/>
              <a:ext cx="68" cy="61"/>
            </a:xfrm>
            <a:custGeom>
              <a:avLst/>
              <a:gdLst>
                <a:gd name="T0" fmla="*/ 32 w 34"/>
                <a:gd name="T1" fmla="*/ 101 h 29"/>
                <a:gd name="T2" fmla="*/ 48 w 34"/>
                <a:gd name="T3" fmla="*/ 244 h 29"/>
                <a:gd name="T4" fmla="*/ 200 w 34"/>
                <a:gd name="T5" fmla="*/ 233 h 29"/>
                <a:gd name="T6" fmla="*/ 272 w 34"/>
                <a:gd name="T7" fmla="*/ 111 h 29"/>
                <a:gd name="T8" fmla="*/ 32 w 34"/>
                <a:gd name="T9" fmla="*/ 10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4" y="11"/>
                  </a:moveTo>
                  <a:cubicBezTo>
                    <a:pt x="0" y="17"/>
                    <a:pt x="1" y="22"/>
                    <a:pt x="6" y="26"/>
                  </a:cubicBezTo>
                  <a:cubicBezTo>
                    <a:pt x="10" y="29"/>
                    <a:pt x="18" y="29"/>
                    <a:pt x="25" y="25"/>
                  </a:cubicBezTo>
                  <a:cubicBezTo>
                    <a:pt x="33" y="22"/>
                    <a:pt x="34" y="16"/>
                    <a:pt x="34" y="12"/>
                  </a:cubicBezTo>
                  <a:cubicBezTo>
                    <a:pt x="33" y="1"/>
                    <a:pt x="12" y="0"/>
                    <a:pt x="4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1" name="Freeform 2661">
              <a:extLst>
                <a:ext uri="{FF2B5EF4-FFF2-40B4-BE49-F238E27FC236}">
                  <a16:creationId xmlns:a16="http://schemas.microsoft.com/office/drawing/2014/main" id="{166DC8C0-B1C4-4623-B589-A2605894D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2707"/>
              <a:ext cx="58" cy="44"/>
            </a:xfrm>
            <a:custGeom>
              <a:avLst/>
              <a:gdLst>
                <a:gd name="T0" fmla="*/ 0 w 29"/>
                <a:gd name="T1" fmla="*/ 84 h 21"/>
                <a:gd name="T2" fmla="*/ 224 w 29"/>
                <a:gd name="T3" fmla="*/ 101 h 21"/>
                <a:gd name="T4" fmla="*/ 200 w 29"/>
                <a:gd name="T5" fmla="*/ 193 h 21"/>
                <a:gd name="T6" fmla="*/ 232 w 29"/>
                <a:gd name="T7" fmla="*/ 101 h 21"/>
                <a:gd name="T8" fmla="*/ 0 w 29"/>
                <a:gd name="T9" fmla="*/ 8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0" y="9"/>
                  </a:moveTo>
                  <a:cubicBezTo>
                    <a:pt x="8" y="1"/>
                    <a:pt x="27" y="2"/>
                    <a:pt x="28" y="11"/>
                  </a:cubicBezTo>
                  <a:cubicBezTo>
                    <a:pt x="28" y="14"/>
                    <a:pt x="28" y="18"/>
                    <a:pt x="25" y="21"/>
                  </a:cubicBezTo>
                  <a:cubicBezTo>
                    <a:pt x="28" y="17"/>
                    <a:pt x="29" y="14"/>
                    <a:pt x="29" y="11"/>
                  </a:cubicBezTo>
                  <a:cubicBezTo>
                    <a:pt x="28" y="1"/>
                    <a:pt x="8" y="0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2" name="Freeform 2662">
              <a:extLst>
                <a:ext uri="{FF2B5EF4-FFF2-40B4-BE49-F238E27FC236}">
                  <a16:creationId xmlns:a16="http://schemas.microsoft.com/office/drawing/2014/main" id="{7569A3F5-CA77-4C56-906F-5C0788303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32"/>
              <a:ext cx="48" cy="34"/>
            </a:xfrm>
            <a:custGeom>
              <a:avLst/>
              <a:gdLst>
                <a:gd name="T0" fmla="*/ 192 w 24"/>
                <a:gd name="T1" fmla="*/ 117 h 16"/>
                <a:gd name="T2" fmla="*/ 48 w 24"/>
                <a:gd name="T3" fmla="*/ 104 h 16"/>
                <a:gd name="T4" fmla="*/ 16 w 24"/>
                <a:gd name="T5" fmla="*/ 0 h 16"/>
                <a:gd name="T6" fmla="*/ 40 w 24"/>
                <a:gd name="T7" fmla="*/ 117 h 16"/>
                <a:gd name="T8" fmla="*/ 192 w 24"/>
                <a:gd name="T9" fmla="*/ 117 h 16"/>
                <a:gd name="T10" fmla="*/ 192 w 24"/>
                <a:gd name="T11" fmla="*/ 11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24" y="12"/>
                  </a:moveTo>
                  <a:cubicBezTo>
                    <a:pt x="17" y="15"/>
                    <a:pt x="10" y="14"/>
                    <a:pt x="6" y="11"/>
                  </a:cubicBezTo>
                  <a:cubicBezTo>
                    <a:pt x="2" y="8"/>
                    <a:pt x="1" y="4"/>
                    <a:pt x="2" y="0"/>
                  </a:cubicBezTo>
                  <a:cubicBezTo>
                    <a:pt x="0" y="5"/>
                    <a:pt x="1" y="9"/>
                    <a:pt x="5" y="12"/>
                  </a:cubicBezTo>
                  <a:cubicBezTo>
                    <a:pt x="10" y="16"/>
                    <a:pt x="17" y="15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3" name="Freeform 2663">
              <a:extLst>
                <a:ext uri="{FF2B5EF4-FFF2-40B4-BE49-F238E27FC236}">
                  <a16:creationId xmlns:a16="http://schemas.microsoft.com/office/drawing/2014/main" id="{E82BA623-9E6D-4E1C-A609-6E161104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2720"/>
              <a:ext cx="46" cy="31"/>
            </a:xfrm>
            <a:custGeom>
              <a:avLst/>
              <a:gdLst>
                <a:gd name="T0" fmla="*/ 176 w 23"/>
                <a:gd name="T1" fmla="*/ 52 h 15"/>
                <a:gd name="T2" fmla="*/ 64 w 23"/>
                <a:gd name="T3" fmla="*/ 124 h 15"/>
                <a:gd name="T4" fmla="*/ 32 w 23"/>
                <a:gd name="T5" fmla="*/ 43 h 15"/>
                <a:gd name="T6" fmla="*/ 176 w 23"/>
                <a:gd name="T7" fmla="*/ 5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22" y="6"/>
                  </a:moveTo>
                  <a:cubicBezTo>
                    <a:pt x="22" y="12"/>
                    <a:pt x="13" y="15"/>
                    <a:pt x="8" y="14"/>
                  </a:cubicBezTo>
                  <a:cubicBezTo>
                    <a:pt x="3" y="13"/>
                    <a:pt x="0" y="9"/>
                    <a:pt x="4" y="5"/>
                  </a:cubicBezTo>
                  <a:cubicBezTo>
                    <a:pt x="9" y="0"/>
                    <a:pt x="23" y="0"/>
                    <a:pt x="2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4" name="Freeform 2664">
              <a:extLst>
                <a:ext uri="{FF2B5EF4-FFF2-40B4-BE49-F238E27FC236}">
                  <a16:creationId xmlns:a16="http://schemas.microsoft.com/office/drawing/2014/main" id="{3B9E94FA-50F2-4D91-B80F-204D04583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732"/>
              <a:ext cx="42" cy="19"/>
            </a:xfrm>
            <a:custGeom>
              <a:avLst/>
              <a:gdLst>
                <a:gd name="T0" fmla="*/ 56 w 21"/>
                <a:gd name="T1" fmla="*/ 57 h 9"/>
                <a:gd name="T2" fmla="*/ 8 w 21"/>
                <a:gd name="T3" fmla="*/ 8 h 9"/>
                <a:gd name="T4" fmla="*/ 56 w 21"/>
                <a:gd name="T5" fmla="*/ 76 h 9"/>
                <a:gd name="T6" fmla="*/ 168 w 21"/>
                <a:gd name="T7" fmla="*/ 0 h 9"/>
                <a:gd name="T8" fmla="*/ 168 w 21"/>
                <a:gd name="T9" fmla="*/ 0 h 9"/>
                <a:gd name="T10" fmla="*/ 56 w 21"/>
                <a:gd name="T11" fmla="*/ 5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">
                  <a:moveTo>
                    <a:pt x="7" y="6"/>
                  </a:moveTo>
                  <a:cubicBezTo>
                    <a:pt x="4" y="5"/>
                    <a:pt x="2" y="3"/>
                    <a:pt x="1" y="1"/>
                  </a:cubicBezTo>
                  <a:cubicBezTo>
                    <a:pt x="0" y="4"/>
                    <a:pt x="3" y="7"/>
                    <a:pt x="7" y="8"/>
                  </a:cubicBezTo>
                  <a:cubicBezTo>
                    <a:pt x="12" y="9"/>
                    <a:pt x="21" y="6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5"/>
                    <a:pt x="12" y="7"/>
                    <a:pt x="7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5" name="Freeform 2665">
              <a:extLst>
                <a:ext uri="{FF2B5EF4-FFF2-40B4-BE49-F238E27FC236}">
                  <a16:creationId xmlns:a16="http://schemas.microsoft.com/office/drawing/2014/main" id="{F2473F98-56A4-49FA-93EC-9BC7629D9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2720"/>
              <a:ext cx="28" cy="8"/>
            </a:xfrm>
            <a:custGeom>
              <a:avLst/>
              <a:gdLst>
                <a:gd name="T0" fmla="*/ 0 w 14"/>
                <a:gd name="T1" fmla="*/ 16 h 4"/>
                <a:gd name="T2" fmla="*/ 112 w 14"/>
                <a:gd name="T3" fmla="*/ 32 h 4"/>
                <a:gd name="T4" fmla="*/ 0 w 1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4" y="1"/>
                    <a:pt x="11" y="0"/>
                    <a:pt x="14" y="4"/>
                  </a:cubicBezTo>
                  <a:cubicBezTo>
                    <a:pt x="13" y="3"/>
                    <a:pt x="6" y="1"/>
                    <a:pt x="0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6" name="Freeform 2666">
              <a:extLst>
                <a:ext uri="{FF2B5EF4-FFF2-40B4-BE49-F238E27FC236}">
                  <a16:creationId xmlns:a16="http://schemas.microsoft.com/office/drawing/2014/main" id="{2A9A9280-55A3-47F4-963E-A807A8D0D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2715"/>
              <a:ext cx="24" cy="13"/>
            </a:xfrm>
            <a:custGeom>
              <a:avLst/>
              <a:gdLst>
                <a:gd name="T0" fmla="*/ 0 w 12"/>
                <a:gd name="T1" fmla="*/ 33 h 6"/>
                <a:gd name="T2" fmla="*/ 96 w 12"/>
                <a:gd name="T3" fmla="*/ 61 h 6"/>
                <a:gd name="T4" fmla="*/ 0 w 1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3" y="2"/>
                    <a:pt x="11" y="2"/>
                    <a:pt x="12" y="6"/>
                  </a:cubicBezTo>
                  <a:cubicBezTo>
                    <a:pt x="11" y="4"/>
                    <a:pt x="9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7" name="Freeform 2667">
              <a:extLst>
                <a:ext uri="{FF2B5EF4-FFF2-40B4-BE49-F238E27FC236}">
                  <a16:creationId xmlns:a16="http://schemas.microsoft.com/office/drawing/2014/main" id="{6B996A52-A007-4B06-A149-C3B0FDB94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2743"/>
              <a:ext cx="30" cy="11"/>
            </a:xfrm>
            <a:custGeom>
              <a:avLst/>
              <a:gdLst>
                <a:gd name="T0" fmla="*/ 0 w 15"/>
                <a:gd name="T1" fmla="*/ 20 h 5"/>
                <a:gd name="T2" fmla="*/ 120 w 15"/>
                <a:gd name="T3" fmla="*/ 0 h 5"/>
                <a:gd name="T4" fmla="*/ 0 w 15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2"/>
                  </a:moveTo>
                  <a:cubicBezTo>
                    <a:pt x="2" y="4"/>
                    <a:pt x="10" y="5"/>
                    <a:pt x="15" y="0"/>
                  </a:cubicBezTo>
                  <a:cubicBezTo>
                    <a:pt x="13" y="2"/>
                    <a:pt x="6" y="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8" name="Freeform 2668">
              <a:extLst>
                <a:ext uri="{FF2B5EF4-FFF2-40B4-BE49-F238E27FC236}">
                  <a16:creationId xmlns:a16="http://schemas.microsoft.com/office/drawing/2014/main" id="{88CE4592-444E-4432-A2D2-8788EEE8F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705"/>
              <a:ext cx="68" cy="61"/>
            </a:xfrm>
            <a:custGeom>
              <a:avLst/>
              <a:gdLst>
                <a:gd name="T0" fmla="*/ 32 w 34"/>
                <a:gd name="T1" fmla="*/ 101 h 29"/>
                <a:gd name="T2" fmla="*/ 48 w 34"/>
                <a:gd name="T3" fmla="*/ 244 h 29"/>
                <a:gd name="T4" fmla="*/ 200 w 34"/>
                <a:gd name="T5" fmla="*/ 233 h 29"/>
                <a:gd name="T6" fmla="*/ 272 w 34"/>
                <a:gd name="T7" fmla="*/ 111 h 29"/>
                <a:gd name="T8" fmla="*/ 32 w 34"/>
                <a:gd name="T9" fmla="*/ 10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4" y="11"/>
                  </a:moveTo>
                  <a:cubicBezTo>
                    <a:pt x="0" y="17"/>
                    <a:pt x="1" y="22"/>
                    <a:pt x="6" y="26"/>
                  </a:cubicBezTo>
                  <a:cubicBezTo>
                    <a:pt x="10" y="29"/>
                    <a:pt x="18" y="29"/>
                    <a:pt x="25" y="25"/>
                  </a:cubicBezTo>
                  <a:cubicBezTo>
                    <a:pt x="33" y="22"/>
                    <a:pt x="34" y="16"/>
                    <a:pt x="34" y="12"/>
                  </a:cubicBezTo>
                  <a:cubicBezTo>
                    <a:pt x="33" y="1"/>
                    <a:pt x="12" y="0"/>
                    <a:pt x="4" y="1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9" name="Freeform 2669">
              <a:extLst>
                <a:ext uri="{FF2B5EF4-FFF2-40B4-BE49-F238E27FC236}">
                  <a16:creationId xmlns:a16="http://schemas.microsoft.com/office/drawing/2014/main" id="{B7C37980-802A-410E-9ECB-14C9AAC5A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2730"/>
              <a:ext cx="40" cy="21"/>
            </a:xfrm>
            <a:custGeom>
              <a:avLst/>
              <a:gdLst>
                <a:gd name="T0" fmla="*/ 0 w 20"/>
                <a:gd name="T1" fmla="*/ 36 h 10"/>
                <a:gd name="T2" fmla="*/ 48 w 20"/>
                <a:gd name="T3" fmla="*/ 84 h 10"/>
                <a:gd name="T4" fmla="*/ 144 w 20"/>
                <a:gd name="T5" fmla="*/ 57 h 10"/>
                <a:gd name="T6" fmla="*/ 160 w 20"/>
                <a:gd name="T7" fmla="*/ 8 h 10"/>
                <a:gd name="T8" fmla="*/ 160 w 20"/>
                <a:gd name="T9" fmla="*/ 8 h 10"/>
                <a:gd name="T10" fmla="*/ 144 w 20"/>
                <a:gd name="T11" fmla="*/ 48 h 10"/>
                <a:gd name="T12" fmla="*/ 48 w 20"/>
                <a:gd name="T13" fmla="*/ 84 h 10"/>
                <a:gd name="T14" fmla="*/ 0 w 20"/>
                <a:gd name="T15" fmla="*/ 36 h 10"/>
                <a:gd name="T16" fmla="*/ 16 w 20"/>
                <a:gd name="T17" fmla="*/ 0 h 10"/>
                <a:gd name="T18" fmla="*/ 16 w 20"/>
                <a:gd name="T19" fmla="*/ 0 h 10"/>
                <a:gd name="T20" fmla="*/ 0 w 20"/>
                <a:gd name="T21" fmla="*/ 36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0">
                  <a:moveTo>
                    <a:pt x="0" y="4"/>
                  </a:moveTo>
                  <a:cubicBezTo>
                    <a:pt x="0" y="6"/>
                    <a:pt x="3" y="8"/>
                    <a:pt x="6" y="9"/>
                  </a:cubicBezTo>
                  <a:cubicBezTo>
                    <a:pt x="9" y="10"/>
                    <a:pt x="15" y="9"/>
                    <a:pt x="18" y="6"/>
                  </a:cubicBezTo>
                  <a:cubicBezTo>
                    <a:pt x="20" y="4"/>
                    <a:pt x="20" y="3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3"/>
                    <a:pt x="20" y="4"/>
                    <a:pt x="18" y="5"/>
                  </a:cubicBezTo>
                  <a:cubicBezTo>
                    <a:pt x="15" y="8"/>
                    <a:pt x="10" y="9"/>
                    <a:pt x="6" y="9"/>
                  </a:cubicBezTo>
                  <a:cubicBezTo>
                    <a:pt x="3" y="8"/>
                    <a:pt x="1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0" name="Freeform 2670">
              <a:extLst>
                <a:ext uri="{FF2B5EF4-FFF2-40B4-BE49-F238E27FC236}">
                  <a16:creationId xmlns:a16="http://schemas.microsoft.com/office/drawing/2014/main" id="{57796419-BA17-4AF4-94EF-7D8E84EC7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779"/>
              <a:ext cx="102" cy="94"/>
            </a:xfrm>
            <a:custGeom>
              <a:avLst/>
              <a:gdLst>
                <a:gd name="T0" fmla="*/ 264 w 51"/>
                <a:gd name="T1" fmla="*/ 60 h 44"/>
                <a:gd name="T2" fmla="*/ 136 w 51"/>
                <a:gd name="T3" fmla="*/ 19 h 44"/>
                <a:gd name="T4" fmla="*/ 40 w 51"/>
                <a:gd name="T5" fmla="*/ 120 h 44"/>
                <a:gd name="T6" fmla="*/ 200 w 51"/>
                <a:gd name="T7" fmla="*/ 402 h 44"/>
                <a:gd name="T8" fmla="*/ 400 w 51"/>
                <a:gd name="T9" fmla="*/ 233 h 44"/>
                <a:gd name="T10" fmla="*/ 264 w 51"/>
                <a:gd name="T11" fmla="*/ 6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4">
                  <a:moveTo>
                    <a:pt x="33" y="6"/>
                  </a:moveTo>
                  <a:cubicBezTo>
                    <a:pt x="28" y="2"/>
                    <a:pt x="23" y="0"/>
                    <a:pt x="17" y="2"/>
                  </a:cubicBezTo>
                  <a:cubicBezTo>
                    <a:pt x="12" y="4"/>
                    <a:pt x="7" y="6"/>
                    <a:pt x="5" y="12"/>
                  </a:cubicBezTo>
                  <a:cubicBezTo>
                    <a:pt x="0" y="23"/>
                    <a:pt x="10" y="38"/>
                    <a:pt x="25" y="41"/>
                  </a:cubicBezTo>
                  <a:cubicBezTo>
                    <a:pt x="40" y="44"/>
                    <a:pt x="51" y="34"/>
                    <a:pt x="50" y="24"/>
                  </a:cubicBezTo>
                  <a:cubicBezTo>
                    <a:pt x="48" y="15"/>
                    <a:pt x="45" y="12"/>
                    <a:pt x="33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1" name="Freeform 2671">
              <a:extLst>
                <a:ext uri="{FF2B5EF4-FFF2-40B4-BE49-F238E27FC236}">
                  <a16:creationId xmlns:a16="http://schemas.microsoft.com/office/drawing/2014/main" id="{6F6DA5B3-8F61-4A21-9B4B-D3E82399A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815"/>
              <a:ext cx="84" cy="56"/>
            </a:xfrm>
            <a:custGeom>
              <a:avLst/>
              <a:gdLst>
                <a:gd name="T0" fmla="*/ 336 w 42"/>
                <a:gd name="T1" fmla="*/ 69 h 26"/>
                <a:gd name="T2" fmla="*/ 312 w 42"/>
                <a:gd name="T3" fmla="*/ 0 h 26"/>
                <a:gd name="T4" fmla="*/ 328 w 42"/>
                <a:gd name="T5" fmla="*/ 60 h 26"/>
                <a:gd name="T6" fmla="*/ 136 w 42"/>
                <a:gd name="T7" fmla="*/ 218 h 26"/>
                <a:gd name="T8" fmla="*/ 0 w 42"/>
                <a:gd name="T9" fmla="*/ 112 h 26"/>
                <a:gd name="T10" fmla="*/ 144 w 42"/>
                <a:gd name="T11" fmla="*/ 241 h 26"/>
                <a:gd name="T12" fmla="*/ 336 w 42"/>
                <a:gd name="T13" fmla="*/ 6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6">
                  <a:moveTo>
                    <a:pt x="42" y="7"/>
                  </a:moveTo>
                  <a:cubicBezTo>
                    <a:pt x="41" y="4"/>
                    <a:pt x="40" y="2"/>
                    <a:pt x="39" y="0"/>
                  </a:cubicBezTo>
                  <a:cubicBezTo>
                    <a:pt x="40" y="2"/>
                    <a:pt x="40" y="4"/>
                    <a:pt x="41" y="6"/>
                  </a:cubicBezTo>
                  <a:cubicBezTo>
                    <a:pt x="42" y="15"/>
                    <a:pt x="32" y="25"/>
                    <a:pt x="17" y="22"/>
                  </a:cubicBezTo>
                  <a:cubicBezTo>
                    <a:pt x="10" y="21"/>
                    <a:pt x="4" y="16"/>
                    <a:pt x="0" y="11"/>
                  </a:cubicBezTo>
                  <a:cubicBezTo>
                    <a:pt x="4" y="17"/>
                    <a:pt x="10" y="22"/>
                    <a:pt x="18" y="24"/>
                  </a:cubicBezTo>
                  <a:cubicBezTo>
                    <a:pt x="32" y="26"/>
                    <a:pt x="42" y="16"/>
                    <a:pt x="42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2" name="Freeform 2672">
              <a:extLst>
                <a:ext uri="{FF2B5EF4-FFF2-40B4-BE49-F238E27FC236}">
                  <a16:creationId xmlns:a16="http://schemas.microsoft.com/office/drawing/2014/main" id="{8DBE8A96-9095-4E38-A069-23A2D3600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781"/>
              <a:ext cx="84" cy="60"/>
            </a:xfrm>
            <a:custGeom>
              <a:avLst/>
              <a:gdLst>
                <a:gd name="T0" fmla="*/ 24 w 42"/>
                <a:gd name="T1" fmla="*/ 120 h 28"/>
                <a:gd name="T2" fmla="*/ 112 w 42"/>
                <a:gd name="T3" fmla="*/ 28 h 28"/>
                <a:gd name="T4" fmla="*/ 240 w 42"/>
                <a:gd name="T5" fmla="*/ 69 h 28"/>
                <a:gd name="T6" fmla="*/ 336 w 42"/>
                <a:gd name="T7" fmla="*/ 156 h 28"/>
                <a:gd name="T8" fmla="*/ 232 w 42"/>
                <a:gd name="T9" fmla="*/ 51 h 28"/>
                <a:gd name="T10" fmla="*/ 104 w 42"/>
                <a:gd name="T11" fmla="*/ 19 h 28"/>
                <a:gd name="T12" fmla="*/ 16 w 42"/>
                <a:gd name="T13" fmla="*/ 109 h 28"/>
                <a:gd name="T14" fmla="*/ 40 w 42"/>
                <a:gd name="T15" fmla="*/ 276 h 28"/>
                <a:gd name="T16" fmla="*/ 24 w 42"/>
                <a:gd name="T17" fmla="*/ 12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8">
                  <a:moveTo>
                    <a:pt x="3" y="12"/>
                  </a:moveTo>
                  <a:cubicBezTo>
                    <a:pt x="5" y="7"/>
                    <a:pt x="10" y="5"/>
                    <a:pt x="14" y="3"/>
                  </a:cubicBezTo>
                  <a:cubicBezTo>
                    <a:pt x="20" y="1"/>
                    <a:pt x="24" y="4"/>
                    <a:pt x="30" y="7"/>
                  </a:cubicBezTo>
                  <a:cubicBezTo>
                    <a:pt x="36" y="10"/>
                    <a:pt x="40" y="13"/>
                    <a:pt x="42" y="16"/>
                  </a:cubicBezTo>
                  <a:cubicBezTo>
                    <a:pt x="40" y="12"/>
                    <a:pt x="36" y="10"/>
                    <a:pt x="29" y="5"/>
                  </a:cubicBezTo>
                  <a:cubicBezTo>
                    <a:pt x="23" y="2"/>
                    <a:pt x="19" y="0"/>
                    <a:pt x="13" y="2"/>
                  </a:cubicBezTo>
                  <a:cubicBezTo>
                    <a:pt x="9" y="3"/>
                    <a:pt x="4" y="6"/>
                    <a:pt x="2" y="11"/>
                  </a:cubicBezTo>
                  <a:cubicBezTo>
                    <a:pt x="0" y="16"/>
                    <a:pt x="1" y="23"/>
                    <a:pt x="5" y="28"/>
                  </a:cubicBezTo>
                  <a:cubicBezTo>
                    <a:pt x="2" y="23"/>
                    <a:pt x="1" y="17"/>
                    <a:pt x="3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3" name="Freeform 2673">
              <a:extLst>
                <a:ext uri="{FF2B5EF4-FFF2-40B4-BE49-F238E27FC236}">
                  <a16:creationId xmlns:a16="http://schemas.microsoft.com/office/drawing/2014/main" id="{18090B69-5151-4042-A956-3B31755C6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2796"/>
              <a:ext cx="66" cy="58"/>
            </a:xfrm>
            <a:custGeom>
              <a:avLst/>
              <a:gdLst>
                <a:gd name="T0" fmla="*/ 224 w 33"/>
                <a:gd name="T1" fmla="*/ 112 h 27"/>
                <a:gd name="T2" fmla="*/ 88 w 33"/>
                <a:gd name="T3" fmla="*/ 198 h 27"/>
                <a:gd name="T4" fmla="*/ 64 w 33"/>
                <a:gd name="T5" fmla="*/ 28 h 27"/>
                <a:gd name="T6" fmla="*/ 224 w 33"/>
                <a:gd name="T7" fmla="*/ 1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7">
                  <a:moveTo>
                    <a:pt x="28" y="11"/>
                  </a:moveTo>
                  <a:cubicBezTo>
                    <a:pt x="33" y="21"/>
                    <a:pt x="22" y="27"/>
                    <a:pt x="11" y="20"/>
                  </a:cubicBezTo>
                  <a:cubicBezTo>
                    <a:pt x="0" y="13"/>
                    <a:pt x="4" y="5"/>
                    <a:pt x="8" y="3"/>
                  </a:cubicBezTo>
                  <a:cubicBezTo>
                    <a:pt x="14" y="0"/>
                    <a:pt x="25" y="6"/>
                    <a:pt x="28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4" name="Freeform 2674">
              <a:extLst>
                <a:ext uri="{FF2B5EF4-FFF2-40B4-BE49-F238E27FC236}">
                  <a16:creationId xmlns:a16="http://schemas.microsoft.com/office/drawing/2014/main" id="{A2E5E441-2A45-40F9-B87E-E88F16D4F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811"/>
              <a:ext cx="52" cy="40"/>
            </a:xfrm>
            <a:custGeom>
              <a:avLst/>
              <a:gdLst>
                <a:gd name="T0" fmla="*/ 208 w 26"/>
                <a:gd name="T1" fmla="*/ 93 h 19"/>
                <a:gd name="T2" fmla="*/ 72 w 26"/>
                <a:gd name="T3" fmla="*/ 101 h 19"/>
                <a:gd name="T4" fmla="*/ 16 w 26"/>
                <a:gd name="T5" fmla="*/ 0 h 19"/>
                <a:gd name="T6" fmla="*/ 64 w 26"/>
                <a:gd name="T7" fmla="*/ 120 h 19"/>
                <a:gd name="T8" fmla="*/ 208 w 26"/>
                <a:gd name="T9" fmla="*/ 9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9">
                  <a:moveTo>
                    <a:pt x="26" y="10"/>
                  </a:moveTo>
                  <a:cubicBezTo>
                    <a:pt x="24" y="15"/>
                    <a:pt x="16" y="16"/>
                    <a:pt x="9" y="11"/>
                  </a:cubicBezTo>
                  <a:cubicBezTo>
                    <a:pt x="3" y="7"/>
                    <a:pt x="1" y="3"/>
                    <a:pt x="2" y="0"/>
                  </a:cubicBezTo>
                  <a:cubicBezTo>
                    <a:pt x="0" y="3"/>
                    <a:pt x="1" y="8"/>
                    <a:pt x="8" y="13"/>
                  </a:cubicBezTo>
                  <a:cubicBezTo>
                    <a:pt x="17" y="19"/>
                    <a:pt x="26" y="16"/>
                    <a:pt x="26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5" name="Freeform 2675">
              <a:extLst>
                <a:ext uri="{FF2B5EF4-FFF2-40B4-BE49-F238E27FC236}">
                  <a16:creationId xmlns:a16="http://schemas.microsoft.com/office/drawing/2014/main" id="{5ACEF6F7-E50F-408C-9360-753804753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800"/>
              <a:ext cx="28" cy="13"/>
            </a:xfrm>
            <a:custGeom>
              <a:avLst/>
              <a:gdLst>
                <a:gd name="T0" fmla="*/ 112 w 14"/>
                <a:gd name="T1" fmla="*/ 61 h 6"/>
                <a:gd name="T2" fmla="*/ 0 w 14"/>
                <a:gd name="T3" fmla="*/ 0 h 6"/>
                <a:gd name="T4" fmla="*/ 112 w 14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3"/>
                    <a:pt x="4" y="0"/>
                    <a:pt x="0" y="0"/>
                  </a:cubicBezTo>
                  <a:cubicBezTo>
                    <a:pt x="3" y="1"/>
                    <a:pt x="10" y="3"/>
                    <a:pt x="14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6" name="Freeform 2676">
              <a:extLst>
                <a:ext uri="{FF2B5EF4-FFF2-40B4-BE49-F238E27FC236}">
                  <a16:creationId xmlns:a16="http://schemas.microsoft.com/office/drawing/2014/main" id="{714C560A-B1FF-4B00-A6DE-5C8973FE2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828"/>
              <a:ext cx="42" cy="26"/>
            </a:xfrm>
            <a:custGeom>
              <a:avLst/>
              <a:gdLst>
                <a:gd name="T0" fmla="*/ 0 w 21"/>
                <a:gd name="T1" fmla="*/ 0 h 12"/>
                <a:gd name="T2" fmla="*/ 168 w 21"/>
                <a:gd name="T3" fmla="*/ 72 h 12"/>
                <a:gd name="T4" fmla="*/ 0 w 2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2" y="3"/>
                    <a:pt x="12" y="12"/>
                    <a:pt x="21" y="7"/>
                  </a:cubicBezTo>
                  <a:cubicBezTo>
                    <a:pt x="18" y="10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7" name="Freeform 2677">
              <a:extLst>
                <a:ext uri="{FF2B5EF4-FFF2-40B4-BE49-F238E27FC236}">
                  <a16:creationId xmlns:a16="http://schemas.microsoft.com/office/drawing/2014/main" id="{883FA1DF-06F0-4BD0-9C67-98394DB6F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779"/>
              <a:ext cx="102" cy="94"/>
            </a:xfrm>
            <a:custGeom>
              <a:avLst/>
              <a:gdLst>
                <a:gd name="T0" fmla="*/ 264 w 51"/>
                <a:gd name="T1" fmla="*/ 60 h 44"/>
                <a:gd name="T2" fmla="*/ 136 w 51"/>
                <a:gd name="T3" fmla="*/ 19 h 44"/>
                <a:gd name="T4" fmla="*/ 40 w 51"/>
                <a:gd name="T5" fmla="*/ 120 h 44"/>
                <a:gd name="T6" fmla="*/ 200 w 51"/>
                <a:gd name="T7" fmla="*/ 402 h 44"/>
                <a:gd name="T8" fmla="*/ 400 w 51"/>
                <a:gd name="T9" fmla="*/ 233 h 44"/>
                <a:gd name="T10" fmla="*/ 264 w 51"/>
                <a:gd name="T11" fmla="*/ 6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4">
                  <a:moveTo>
                    <a:pt x="33" y="6"/>
                  </a:moveTo>
                  <a:cubicBezTo>
                    <a:pt x="28" y="2"/>
                    <a:pt x="23" y="0"/>
                    <a:pt x="17" y="2"/>
                  </a:cubicBezTo>
                  <a:cubicBezTo>
                    <a:pt x="12" y="4"/>
                    <a:pt x="7" y="6"/>
                    <a:pt x="5" y="12"/>
                  </a:cubicBezTo>
                  <a:cubicBezTo>
                    <a:pt x="0" y="23"/>
                    <a:pt x="10" y="38"/>
                    <a:pt x="25" y="41"/>
                  </a:cubicBezTo>
                  <a:cubicBezTo>
                    <a:pt x="40" y="44"/>
                    <a:pt x="51" y="34"/>
                    <a:pt x="50" y="24"/>
                  </a:cubicBezTo>
                  <a:cubicBezTo>
                    <a:pt x="48" y="15"/>
                    <a:pt x="45" y="12"/>
                    <a:pt x="33" y="6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8" name="Freeform 2678">
              <a:extLst>
                <a:ext uri="{FF2B5EF4-FFF2-40B4-BE49-F238E27FC236}">
                  <a16:creationId xmlns:a16="http://schemas.microsoft.com/office/drawing/2014/main" id="{1A65A457-D83A-49BA-A2E1-130899CBC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803"/>
              <a:ext cx="52" cy="46"/>
            </a:xfrm>
            <a:custGeom>
              <a:avLst/>
              <a:gdLst>
                <a:gd name="T0" fmla="*/ 192 w 26"/>
                <a:gd name="T1" fmla="*/ 75 h 22"/>
                <a:gd name="T2" fmla="*/ 184 w 26"/>
                <a:gd name="T3" fmla="*/ 165 h 22"/>
                <a:gd name="T4" fmla="*/ 56 w 26"/>
                <a:gd name="T5" fmla="*/ 157 h 22"/>
                <a:gd name="T6" fmla="*/ 0 w 26"/>
                <a:gd name="T7" fmla="*/ 56 h 22"/>
                <a:gd name="T8" fmla="*/ 32 w 26"/>
                <a:gd name="T9" fmla="*/ 0 h 22"/>
                <a:gd name="T10" fmla="*/ 32 w 26"/>
                <a:gd name="T11" fmla="*/ 0 h 22"/>
                <a:gd name="T12" fmla="*/ 0 w 26"/>
                <a:gd name="T13" fmla="*/ 56 h 22"/>
                <a:gd name="T14" fmla="*/ 56 w 26"/>
                <a:gd name="T15" fmla="*/ 157 h 22"/>
                <a:gd name="T16" fmla="*/ 184 w 26"/>
                <a:gd name="T17" fmla="*/ 165 h 22"/>
                <a:gd name="T18" fmla="*/ 192 w 26"/>
                <a:gd name="T19" fmla="*/ 75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2"/>
                    <a:pt x="26" y="16"/>
                    <a:pt x="23" y="18"/>
                  </a:cubicBezTo>
                  <a:cubicBezTo>
                    <a:pt x="20" y="21"/>
                    <a:pt x="14" y="22"/>
                    <a:pt x="7" y="17"/>
                  </a:cubicBezTo>
                  <a:cubicBezTo>
                    <a:pt x="1" y="13"/>
                    <a:pt x="0" y="9"/>
                    <a:pt x="0" y="6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3"/>
                    <a:pt x="0" y="6"/>
                  </a:cubicBezTo>
                  <a:cubicBezTo>
                    <a:pt x="0" y="9"/>
                    <a:pt x="1" y="13"/>
                    <a:pt x="7" y="17"/>
                  </a:cubicBezTo>
                  <a:cubicBezTo>
                    <a:pt x="14" y="22"/>
                    <a:pt x="20" y="21"/>
                    <a:pt x="23" y="18"/>
                  </a:cubicBezTo>
                  <a:cubicBezTo>
                    <a:pt x="26" y="16"/>
                    <a:pt x="26" y="12"/>
                    <a:pt x="24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9" name="Freeform 2679">
              <a:extLst>
                <a:ext uri="{FF2B5EF4-FFF2-40B4-BE49-F238E27FC236}">
                  <a16:creationId xmlns:a16="http://schemas.microsoft.com/office/drawing/2014/main" id="{08826AD1-1F3B-489C-9E96-7CFBABC92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896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32 w 40"/>
                <a:gd name="T3" fmla="*/ 49 h 32"/>
                <a:gd name="T4" fmla="*/ 8 w 40"/>
                <a:gd name="T5" fmla="*/ 164 h 32"/>
                <a:gd name="T6" fmla="*/ 208 w 40"/>
                <a:gd name="T7" fmla="*/ 272 h 32"/>
                <a:gd name="T8" fmla="*/ 280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1" y="1"/>
                    <a:pt x="7" y="2"/>
                    <a:pt x="4" y="5"/>
                  </a:cubicBezTo>
                  <a:cubicBezTo>
                    <a:pt x="2" y="9"/>
                    <a:pt x="0" y="13"/>
                    <a:pt x="1" y="17"/>
                  </a:cubicBezTo>
                  <a:cubicBezTo>
                    <a:pt x="3" y="27"/>
                    <a:pt x="15" y="32"/>
                    <a:pt x="26" y="28"/>
                  </a:cubicBezTo>
                  <a:cubicBezTo>
                    <a:pt x="37" y="23"/>
                    <a:pt x="40" y="12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0" name="Freeform 2680">
              <a:extLst>
                <a:ext uri="{FF2B5EF4-FFF2-40B4-BE49-F238E27FC236}">
                  <a16:creationId xmlns:a16="http://schemas.microsoft.com/office/drawing/2014/main" id="{963A3085-D553-4FFB-B04E-FE961B465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2902"/>
              <a:ext cx="60" cy="56"/>
            </a:xfrm>
            <a:custGeom>
              <a:avLst/>
              <a:gdLst>
                <a:gd name="T0" fmla="*/ 208 w 30"/>
                <a:gd name="T1" fmla="*/ 28 h 26"/>
                <a:gd name="T2" fmla="*/ 168 w 30"/>
                <a:gd name="T3" fmla="*/ 0 h 26"/>
                <a:gd name="T4" fmla="*/ 192 w 30"/>
                <a:gd name="T5" fmla="*/ 28 h 26"/>
                <a:gd name="T6" fmla="*/ 128 w 30"/>
                <a:gd name="T7" fmla="*/ 233 h 26"/>
                <a:gd name="T8" fmla="*/ 0 w 30"/>
                <a:gd name="T9" fmla="*/ 233 h 26"/>
                <a:gd name="T10" fmla="*/ 136 w 30"/>
                <a:gd name="T11" fmla="*/ 241 h 26"/>
                <a:gd name="T12" fmla="*/ 208 w 30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26" y="3"/>
                  </a:moveTo>
                  <a:cubicBezTo>
                    <a:pt x="24" y="2"/>
                    <a:pt x="22" y="1"/>
                    <a:pt x="21" y="0"/>
                  </a:cubicBezTo>
                  <a:cubicBezTo>
                    <a:pt x="22" y="1"/>
                    <a:pt x="23" y="2"/>
                    <a:pt x="24" y="3"/>
                  </a:cubicBezTo>
                  <a:cubicBezTo>
                    <a:pt x="29" y="8"/>
                    <a:pt x="27" y="19"/>
                    <a:pt x="16" y="23"/>
                  </a:cubicBezTo>
                  <a:cubicBezTo>
                    <a:pt x="11" y="26"/>
                    <a:pt x="5" y="25"/>
                    <a:pt x="0" y="23"/>
                  </a:cubicBezTo>
                  <a:cubicBezTo>
                    <a:pt x="5" y="26"/>
                    <a:pt x="11" y="26"/>
                    <a:pt x="17" y="24"/>
                  </a:cubicBezTo>
                  <a:cubicBezTo>
                    <a:pt x="28" y="20"/>
                    <a:pt x="30" y="9"/>
                    <a:pt x="26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1" name="Freeform 2681">
              <a:extLst>
                <a:ext uri="{FF2B5EF4-FFF2-40B4-BE49-F238E27FC236}">
                  <a16:creationId xmlns:a16="http://schemas.microsoft.com/office/drawing/2014/main" id="{BF227C33-8313-4752-AA43-05DE2C668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898"/>
              <a:ext cx="58" cy="55"/>
            </a:xfrm>
            <a:custGeom>
              <a:avLst/>
              <a:gdLst>
                <a:gd name="T0" fmla="*/ 16 w 29"/>
                <a:gd name="T1" fmla="*/ 152 h 26"/>
                <a:gd name="T2" fmla="*/ 40 w 29"/>
                <a:gd name="T3" fmla="*/ 49 h 26"/>
                <a:gd name="T4" fmla="*/ 136 w 29"/>
                <a:gd name="T5" fmla="*/ 8 h 26"/>
                <a:gd name="T6" fmla="*/ 232 w 29"/>
                <a:gd name="T7" fmla="*/ 17 h 26"/>
                <a:gd name="T8" fmla="*/ 120 w 29"/>
                <a:gd name="T9" fmla="*/ 0 h 26"/>
                <a:gd name="T10" fmla="*/ 32 w 29"/>
                <a:gd name="T11" fmla="*/ 49 h 26"/>
                <a:gd name="T12" fmla="*/ 8 w 29"/>
                <a:gd name="T13" fmla="*/ 152 h 26"/>
                <a:gd name="T14" fmla="*/ 80 w 29"/>
                <a:gd name="T15" fmla="*/ 245 h 26"/>
                <a:gd name="T16" fmla="*/ 16 w 29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2" y="1"/>
                    <a:pt x="26" y="1"/>
                    <a:pt x="29" y="2"/>
                  </a:cubicBezTo>
                  <a:cubicBezTo>
                    <a:pt x="25" y="0"/>
                    <a:pt x="22" y="0"/>
                    <a:pt x="15" y="0"/>
                  </a:cubicBezTo>
                  <a:cubicBezTo>
                    <a:pt x="11" y="1"/>
                    <a:pt x="7" y="1"/>
                    <a:pt x="4" y="5"/>
                  </a:cubicBezTo>
                  <a:cubicBezTo>
                    <a:pt x="1" y="8"/>
                    <a:pt x="0" y="11"/>
                    <a:pt x="1" y="16"/>
                  </a:cubicBezTo>
                  <a:cubicBezTo>
                    <a:pt x="1" y="20"/>
                    <a:pt x="5" y="24"/>
                    <a:pt x="10" y="26"/>
                  </a:cubicBezTo>
                  <a:cubicBezTo>
                    <a:pt x="6" y="24"/>
                    <a:pt x="2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2" name="Freeform 2682">
              <a:extLst>
                <a:ext uri="{FF2B5EF4-FFF2-40B4-BE49-F238E27FC236}">
                  <a16:creationId xmlns:a16="http://schemas.microsoft.com/office/drawing/2014/main" id="{AF6C9B06-34A9-4A49-9726-F2C34A1C9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907"/>
              <a:ext cx="52" cy="34"/>
            </a:xfrm>
            <a:custGeom>
              <a:avLst/>
              <a:gdLst>
                <a:gd name="T0" fmla="*/ 152 w 26"/>
                <a:gd name="T1" fmla="*/ 28 h 16"/>
                <a:gd name="T2" fmla="*/ 88 w 26"/>
                <a:gd name="T3" fmla="*/ 153 h 16"/>
                <a:gd name="T4" fmla="*/ 16 w 26"/>
                <a:gd name="T5" fmla="*/ 60 h 16"/>
                <a:gd name="T6" fmla="*/ 152 w 26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9" y="3"/>
                  </a:moveTo>
                  <a:cubicBezTo>
                    <a:pt x="26" y="7"/>
                    <a:pt x="21" y="16"/>
                    <a:pt x="11" y="16"/>
                  </a:cubicBezTo>
                  <a:cubicBezTo>
                    <a:pt x="1" y="16"/>
                    <a:pt x="0" y="9"/>
                    <a:pt x="2" y="6"/>
                  </a:cubicBezTo>
                  <a:cubicBezTo>
                    <a:pt x="4" y="1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3" name="Freeform 2683">
              <a:extLst>
                <a:ext uri="{FF2B5EF4-FFF2-40B4-BE49-F238E27FC236}">
                  <a16:creationId xmlns:a16="http://schemas.microsoft.com/office/drawing/2014/main" id="{6C10088E-DF3E-4098-8B21-9B0F7B180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919"/>
              <a:ext cx="46" cy="22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88 h 10"/>
                <a:gd name="T4" fmla="*/ 0 w 23"/>
                <a:gd name="T5" fmla="*/ 44 h 10"/>
                <a:gd name="T6" fmla="*/ 80 w 23"/>
                <a:gd name="T7" fmla="*/ 106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8"/>
                    <a:pt x="10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1" y="7"/>
                    <a:pt x="4" y="10"/>
                    <a:pt x="10" y="10"/>
                  </a:cubicBezTo>
                  <a:cubicBezTo>
                    <a:pt x="18" y="10"/>
                    <a:pt x="23" y="4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4" name="Freeform 2684">
              <a:extLst>
                <a:ext uri="{FF2B5EF4-FFF2-40B4-BE49-F238E27FC236}">
                  <a16:creationId xmlns:a16="http://schemas.microsoft.com/office/drawing/2014/main" id="{6631A52A-FAFA-4E66-9C09-A73959359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909"/>
              <a:ext cx="22" cy="6"/>
            </a:xfrm>
            <a:custGeom>
              <a:avLst/>
              <a:gdLst>
                <a:gd name="T0" fmla="*/ 88 w 11"/>
                <a:gd name="T1" fmla="*/ 8 h 3"/>
                <a:gd name="T2" fmla="*/ 0 w 11"/>
                <a:gd name="T3" fmla="*/ 24 h 3"/>
                <a:gd name="T4" fmla="*/ 88 w 11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2" y="2"/>
                    <a:pt x="8" y="0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5" name="Freeform 2685">
              <a:extLst>
                <a:ext uri="{FF2B5EF4-FFF2-40B4-BE49-F238E27FC236}">
                  <a16:creationId xmlns:a16="http://schemas.microsoft.com/office/drawing/2014/main" id="{30E2C12C-E844-4453-8420-1DA4AAA31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930"/>
              <a:ext cx="34" cy="17"/>
            </a:xfrm>
            <a:custGeom>
              <a:avLst/>
              <a:gdLst>
                <a:gd name="T0" fmla="*/ 0 w 17"/>
                <a:gd name="T1" fmla="*/ 40 h 8"/>
                <a:gd name="T2" fmla="*/ 136 w 17"/>
                <a:gd name="T3" fmla="*/ 0 h 8"/>
                <a:gd name="T4" fmla="*/ 0 w 17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4"/>
                  </a:moveTo>
                  <a:cubicBezTo>
                    <a:pt x="2" y="5"/>
                    <a:pt x="13" y="7"/>
                    <a:pt x="17" y="0"/>
                  </a:cubicBezTo>
                  <a:cubicBezTo>
                    <a:pt x="16" y="3"/>
                    <a:pt x="9" y="8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6" name="Freeform 2686">
              <a:extLst>
                <a:ext uri="{FF2B5EF4-FFF2-40B4-BE49-F238E27FC236}">
                  <a16:creationId xmlns:a16="http://schemas.microsoft.com/office/drawing/2014/main" id="{E2D495F9-EEAA-4094-98FF-D45E26D9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896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32 w 40"/>
                <a:gd name="T3" fmla="*/ 49 h 32"/>
                <a:gd name="T4" fmla="*/ 8 w 40"/>
                <a:gd name="T5" fmla="*/ 164 h 32"/>
                <a:gd name="T6" fmla="*/ 208 w 40"/>
                <a:gd name="T7" fmla="*/ 272 h 32"/>
                <a:gd name="T8" fmla="*/ 280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1" y="1"/>
                    <a:pt x="7" y="2"/>
                    <a:pt x="4" y="5"/>
                  </a:cubicBezTo>
                  <a:cubicBezTo>
                    <a:pt x="2" y="9"/>
                    <a:pt x="0" y="13"/>
                    <a:pt x="1" y="17"/>
                  </a:cubicBezTo>
                  <a:cubicBezTo>
                    <a:pt x="3" y="27"/>
                    <a:pt x="15" y="32"/>
                    <a:pt x="26" y="28"/>
                  </a:cubicBezTo>
                  <a:cubicBezTo>
                    <a:pt x="37" y="23"/>
                    <a:pt x="40" y="12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7" name="Freeform 2687">
              <a:extLst>
                <a:ext uri="{FF2B5EF4-FFF2-40B4-BE49-F238E27FC236}">
                  <a16:creationId xmlns:a16="http://schemas.microsoft.com/office/drawing/2014/main" id="{B14DEDC5-0BD6-467C-B3BA-34F2972A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913"/>
              <a:ext cx="44" cy="28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0 h 13"/>
                <a:gd name="T4" fmla="*/ 80 w 22"/>
                <a:gd name="T5" fmla="*/ 129 h 13"/>
                <a:gd name="T6" fmla="*/ 8 w 22"/>
                <a:gd name="T7" fmla="*/ 88 h 13"/>
                <a:gd name="T8" fmla="*/ 8 w 22"/>
                <a:gd name="T9" fmla="*/ 28 h 13"/>
                <a:gd name="T10" fmla="*/ 8 w 22"/>
                <a:gd name="T11" fmla="*/ 28 h 13"/>
                <a:gd name="T12" fmla="*/ 8 w 22"/>
                <a:gd name="T13" fmla="*/ 88 h 13"/>
                <a:gd name="T14" fmla="*/ 80 w 22"/>
                <a:gd name="T15" fmla="*/ 129 h 13"/>
                <a:gd name="T16" fmla="*/ 168 w 22"/>
                <a:gd name="T17" fmla="*/ 60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0" y="1"/>
                    <a:pt x="22" y="4"/>
                    <a:pt x="21" y="6"/>
                  </a:cubicBezTo>
                  <a:cubicBezTo>
                    <a:pt x="20" y="9"/>
                    <a:pt x="16" y="13"/>
                    <a:pt x="10" y="13"/>
                  </a:cubicBezTo>
                  <a:cubicBezTo>
                    <a:pt x="4" y="13"/>
                    <a:pt x="2" y="10"/>
                    <a:pt x="1" y="9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2" y="11"/>
                    <a:pt x="4" y="13"/>
                    <a:pt x="10" y="13"/>
                  </a:cubicBezTo>
                  <a:cubicBezTo>
                    <a:pt x="17" y="13"/>
                    <a:pt x="20" y="10"/>
                    <a:pt x="21" y="6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8" name="Freeform 2688">
              <a:extLst>
                <a:ext uri="{FF2B5EF4-FFF2-40B4-BE49-F238E27FC236}">
                  <a16:creationId xmlns:a16="http://schemas.microsoft.com/office/drawing/2014/main" id="{D88EA1E8-17B4-4261-8F12-7A8FC8984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224"/>
              <a:ext cx="74" cy="31"/>
            </a:xfrm>
            <a:custGeom>
              <a:avLst/>
              <a:gdLst>
                <a:gd name="T0" fmla="*/ 128 w 37"/>
                <a:gd name="T1" fmla="*/ 8 h 15"/>
                <a:gd name="T2" fmla="*/ 32 w 37"/>
                <a:gd name="T3" fmla="*/ 43 h 15"/>
                <a:gd name="T4" fmla="*/ 0 w 37"/>
                <a:gd name="T5" fmla="*/ 132 h 15"/>
                <a:gd name="T6" fmla="*/ 288 w 37"/>
                <a:gd name="T7" fmla="*/ 132 h 15"/>
                <a:gd name="T8" fmla="*/ 272 w 37"/>
                <a:gd name="T9" fmla="*/ 52 h 15"/>
                <a:gd name="T10" fmla="*/ 128 w 37"/>
                <a:gd name="T11" fmla="*/ 8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5">
                  <a:moveTo>
                    <a:pt x="16" y="1"/>
                  </a:moveTo>
                  <a:cubicBezTo>
                    <a:pt x="11" y="1"/>
                    <a:pt x="7" y="2"/>
                    <a:pt x="4" y="5"/>
                  </a:cubicBezTo>
                  <a:cubicBezTo>
                    <a:pt x="1" y="8"/>
                    <a:pt x="0" y="12"/>
                    <a:pt x="0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7" y="12"/>
                    <a:pt x="36" y="8"/>
                    <a:pt x="34" y="6"/>
                  </a:cubicBezTo>
                  <a:cubicBezTo>
                    <a:pt x="30" y="1"/>
                    <a:pt x="26" y="0"/>
                    <a:pt x="16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9" name="Freeform 2689">
              <a:extLst>
                <a:ext uri="{FF2B5EF4-FFF2-40B4-BE49-F238E27FC236}">
                  <a16:creationId xmlns:a16="http://schemas.microsoft.com/office/drawing/2014/main" id="{C1DE8B13-E825-4CE4-8AEF-C491ADC20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226"/>
              <a:ext cx="58" cy="29"/>
            </a:xfrm>
            <a:custGeom>
              <a:avLst/>
              <a:gdLst>
                <a:gd name="T0" fmla="*/ 128 w 29"/>
                <a:gd name="T1" fmla="*/ 0 h 14"/>
                <a:gd name="T2" fmla="*/ 32 w 29"/>
                <a:gd name="T3" fmla="*/ 44 h 14"/>
                <a:gd name="T4" fmla="*/ 8 w 29"/>
                <a:gd name="T5" fmla="*/ 124 h 14"/>
                <a:gd name="T6" fmla="*/ 16 w 29"/>
                <a:gd name="T7" fmla="*/ 124 h 14"/>
                <a:gd name="T8" fmla="*/ 40 w 29"/>
                <a:gd name="T9" fmla="*/ 44 h 14"/>
                <a:gd name="T10" fmla="*/ 136 w 29"/>
                <a:gd name="T11" fmla="*/ 8 h 14"/>
                <a:gd name="T12" fmla="*/ 232 w 29"/>
                <a:gd name="T13" fmla="*/ 17 h 14"/>
                <a:gd name="T14" fmla="*/ 128 w 29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4">
                  <a:moveTo>
                    <a:pt x="16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2" y="7"/>
                    <a:pt x="0" y="11"/>
                    <a:pt x="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1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3" y="1"/>
                    <a:pt x="26" y="1"/>
                    <a:pt x="29" y="2"/>
                  </a:cubicBezTo>
                  <a:cubicBezTo>
                    <a:pt x="26" y="0"/>
                    <a:pt x="22" y="0"/>
                    <a:pt x="16" y="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0" name="Freeform 2690">
              <a:extLst>
                <a:ext uri="{FF2B5EF4-FFF2-40B4-BE49-F238E27FC236}">
                  <a16:creationId xmlns:a16="http://schemas.microsoft.com/office/drawing/2014/main" id="{A525CBA9-4D02-4A92-9BA3-D6F33ACAC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234"/>
              <a:ext cx="44" cy="21"/>
            </a:xfrm>
            <a:custGeom>
              <a:avLst/>
              <a:gdLst>
                <a:gd name="T0" fmla="*/ 144 w 22"/>
                <a:gd name="T1" fmla="*/ 27 h 10"/>
                <a:gd name="T2" fmla="*/ 8 w 22"/>
                <a:gd name="T3" fmla="*/ 48 h 10"/>
                <a:gd name="T4" fmla="*/ 8 w 22"/>
                <a:gd name="T5" fmla="*/ 92 h 10"/>
                <a:gd name="T6" fmla="*/ 168 w 22"/>
                <a:gd name="T7" fmla="*/ 92 h 10"/>
                <a:gd name="T8" fmla="*/ 144 w 22"/>
                <a:gd name="T9" fmla="*/ 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18" y="3"/>
                  </a:moveTo>
                  <a:cubicBezTo>
                    <a:pt x="13" y="0"/>
                    <a:pt x="4" y="1"/>
                    <a:pt x="1" y="5"/>
                  </a:cubicBezTo>
                  <a:cubicBezTo>
                    <a:pt x="1" y="7"/>
                    <a:pt x="0" y="9"/>
                    <a:pt x="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2" y="8"/>
                    <a:pt x="22" y="5"/>
                    <a:pt x="18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1" name="Freeform 2691">
              <a:extLst>
                <a:ext uri="{FF2B5EF4-FFF2-40B4-BE49-F238E27FC236}">
                  <a16:creationId xmlns:a16="http://schemas.microsoft.com/office/drawing/2014/main" id="{78ACCDA5-D532-4E64-9871-19170DA75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3236"/>
              <a:ext cx="24" cy="7"/>
            </a:xfrm>
            <a:custGeom>
              <a:avLst/>
              <a:gdLst>
                <a:gd name="T0" fmla="*/ 96 w 12"/>
                <a:gd name="T1" fmla="*/ 12 h 3"/>
                <a:gd name="T2" fmla="*/ 0 w 12"/>
                <a:gd name="T3" fmla="*/ 37 h 3"/>
                <a:gd name="T4" fmla="*/ 96 w 1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1"/>
                    <a:pt x="0" y="3"/>
                  </a:cubicBezTo>
                  <a:cubicBezTo>
                    <a:pt x="3" y="2"/>
                    <a:pt x="8" y="0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2" name="Freeform 2692">
              <a:extLst>
                <a:ext uri="{FF2B5EF4-FFF2-40B4-BE49-F238E27FC236}">
                  <a16:creationId xmlns:a16="http://schemas.microsoft.com/office/drawing/2014/main" id="{2FAEA5AA-515C-4C69-930B-2AA081562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224"/>
              <a:ext cx="74" cy="31"/>
            </a:xfrm>
            <a:custGeom>
              <a:avLst/>
              <a:gdLst>
                <a:gd name="T0" fmla="*/ 128 w 37"/>
                <a:gd name="T1" fmla="*/ 8 h 15"/>
                <a:gd name="T2" fmla="*/ 32 w 37"/>
                <a:gd name="T3" fmla="*/ 43 h 15"/>
                <a:gd name="T4" fmla="*/ 0 w 37"/>
                <a:gd name="T5" fmla="*/ 132 h 15"/>
                <a:gd name="T6" fmla="*/ 288 w 37"/>
                <a:gd name="T7" fmla="*/ 132 h 15"/>
                <a:gd name="T8" fmla="*/ 272 w 37"/>
                <a:gd name="T9" fmla="*/ 52 h 15"/>
                <a:gd name="T10" fmla="*/ 128 w 37"/>
                <a:gd name="T11" fmla="*/ 8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5">
                  <a:moveTo>
                    <a:pt x="16" y="1"/>
                  </a:moveTo>
                  <a:cubicBezTo>
                    <a:pt x="11" y="1"/>
                    <a:pt x="7" y="2"/>
                    <a:pt x="4" y="5"/>
                  </a:cubicBezTo>
                  <a:cubicBezTo>
                    <a:pt x="1" y="8"/>
                    <a:pt x="0" y="12"/>
                    <a:pt x="0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7" y="12"/>
                    <a:pt x="36" y="8"/>
                    <a:pt x="34" y="6"/>
                  </a:cubicBezTo>
                  <a:cubicBezTo>
                    <a:pt x="30" y="1"/>
                    <a:pt x="26" y="0"/>
                    <a:pt x="16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3" name="Freeform 2693">
              <a:extLst>
                <a:ext uri="{FF2B5EF4-FFF2-40B4-BE49-F238E27FC236}">
                  <a16:creationId xmlns:a16="http://schemas.microsoft.com/office/drawing/2014/main" id="{CC672432-BEEB-4C45-910A-0D1807E88F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70" y="3241"/>
              <a:ext cx="44" cy="14"/>
            </a:xfrm>
            <a:custGeom>
              <a:avLst/>
              <a:gdLst>
                <a:gd name="T0" fmla="*/ 144 w 22"/>
                <a:gd name="T1" fmla="*/ 0 h 7"/>
                <a:gd name="T2" fmla="*/ 168 w 22"/>
                <a:gd name="T3" fmla="*/ 48 h 7"/>
                <a:gd name="T4" fmla="*/ 168 w 22"/>
                <a:gd name="T5" fmla="*/ 56 h 7"/>
                <a:gd name="T6" fmla="*/ 168 w 22"/>
                <a:gd name="T7" fmla="*/ 56 h 7"/>
                <a:gd name="T8" fmla="*/ 176 w 22"/>
                <a:gd name="T9" fmla="*/ 48 h 7"/>
                <a:gd name="T10" fmla="*/ 144 w 22"/>
                <a:gd name="T11" fmla="*/ 0 h 7"/>
                <a:gd name="T12" fmla="*/ 8 w 22"/>
                <a:gd name="T13" fmla="*/ 56 h 7"/>
                <a:gd name="T14" fmla="*/ 8 w 22"/>
                <a:gd name="T15" fmla="*/ 56 h 7"/>
                <a:gd name="T16" fmla="*/ 8 w 22"/>
                <a:gd name="T17" fmla="*/ 16 h 7"/>
                <a:gd name="T18" fmla="*/ 8 w 22"/>
                <a:gd name="T19" fmla="*/ 56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7">
                  <a:moveTo>
                    <a:pt x="18" y="0"/>
                  </a:moveTo>
                  <a:cubicBezTo>
                    <a:pt x="21" y="1"/>
                    <a:pt x="22" y="4"/>
                    <a:pt x="21" y="6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2" y="6"/>
                  </a:cubicBezTo>
                  <a:cubicBezTo>
                    <a:pt x="22" y="4"/>
                    <a:pt x="21" y="1"/>
                    <a:pt x="18" y="0"/>
                  </a:cubicBezTo>
                  <a:close/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6"/>
                    <a:pt x="1" y="4"/>
                    <a:pt x="1" y="2"/>
                  </a:cubicBezTo>
                  <a:cubicBezTo>
                    <a:pt x="1" y="4"/>
                    <a:pt x="0" y="6"/>
                    <a:pt x="1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4" name="Freeform 2694">
              <a:extLst>
                <a:ext uri="{FF2B5EF4-FFF2-40B4-BE49-F238E27FC236}">
                  <a16:creationId xmlns:a16="http://schemas.microsoft.com/office/drawing/2014/main" id="{7BC1F196-AF59-4CB7-899F-08C4F7314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953"/>
              <a:ext cx="80" cy="66"/>
            </a:xfrm>
            <a:custGeom>
              <a:avLst/>
              <a:gdLst>
                <a:gd name="T0" fmla="*/ 136 w 40"/>
                <a:gd name="T1" fmla="*/ 0 h 31"/>
                <a:gd name="T2" fmla="*/ 32 w 40"/>
                <a:gd name="T3" fmla="*/ 49 h 31"/>
                <a:gd name="T4" fmla="*/ 8 w 40"/>
                <a:gd name="T5" fmla="*/ 153 h 31"/>
                <a:gd name="T6" fmla="*/ 208 w 40"/>
                <a:gd name="T7" fmla="*/ 258 h 31"/>
                <a:gd name="T8" fmla="*/ 280 w 40"/>
                <a:gd name="T9" fmla="*/ 49 h 31"/>
                <a:gd name="T10" fmla="*/ 136 w 4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17" y="0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5" y="31"/>
                    <a:pt x="26" y="27"/>
                  </a:cubicBezTo>
                  <a:cubicBezTo>
                    <a:pt x="37" y="22"/>
                    <a:pt x="40" y="11"/>
                    <a:pt x="35" y="5"/>
                  </a:cubicBezTo>
                  <a:cubicBezTo>
                    <a:pt x="30" y="0"/>
                    <a:pt x="27" y="0"/>
                    <a:pt x="17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5" name="Freeform 2695">
              <a:extLst>
                <a:ext uri="{FF2B5EF4-FFF2-40B4-BE49-F238E27FC236}">
                  <a16:creationId xmlns:a16="http://schemas.microsoft.com/office/drawing/2014/main" id="{03E7CC36-50C0-4C87-BEAE-71B398532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958"/>
              <a:ext cx="60" cy="57"/>
            </a:xfrm>
            <a:custGeom>
              <a:avLst/>
              <a:gdLst>
                <a:gd name="T0" fmla="*/ 208 w 30"/>
                <a:gd name="T1" fmla="*/ 36 h 27"/>
                <a:gd name="T2" fmla="*/ 168 w 30"/>
                <a:gd name="T3" fmla="*/ 0 h 27"/>
                <a:gd name="T4" fmla="*/ 192 w 30"/>
                <a:gd name="T5" fmla="*/ 27 h 27"/>
                <a:gd name="T6" fmla="*/ 128 w 30"/>
                <a:gd name="T7" fmla="*/ 228 h 27"/>
                <a:gd name="T8" fmla="*/ 0 w 30"/>
                <a:gd name="T9" fmla="*/ 217 h 27"/>
                <a:gd name="T10" fmla="*/ 136 w 30"/>
                <a:gd name="T11" fmla="*/ 228 h 27"/>
                <a:gd name="T12" fmla="*/ 208 w 30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6" y="4"/>
                  </a:moveTo>
                  <a:cubicBezTo>
                    <a:pt x="24" y="2"/>
                    <a:pt x="22" y="1"/>
                    <a:pt x="21" y="0"/>
                  </a:cubicBezTo>
                  <a:cubicBezTo>
                    <a:pt x="22" y="1"/>
                    <a:pt x="23" y="2"/>
                    <a:pt x="24" y="3"/>
                  </a:cubicBezTo>
                  <a:cubicBezTo>
                    <a:pt x="29" y="8"/>
                    <a:pt x="27" y="19"/>
                    <a:pt x="16" y="24"/>
                  </a:cubicBezTo>
                  <a:cubicBezTo>
                    <a:pt x="11" y="26"/>
                    <a:pt x="5" y="26"/>
                    <a:pt x="0" y="23"/>
                  </a:cubicBezTo>
                  <a:cubicBezTo>
                    <a:pt x="5" y="26"/>
                    <a:pt x="11" y="27"/>
                    <a:pt x="17" y="24"/>
                  </a:cubicBezTo>
                  <a:cubicBezTo>
                    <a:pt x="28" y="20"/>
                    <a:pt x="30" y="9"/>
                    <a:pt x="2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6" name="Freeform 2696">
              <a:extLst>
                <a:ext uri="{FF2B5EF4-FFF2-40B4-BE49-F238E27FC236}">
                  <a16:creationId xmlns:a16="http://schemas.microsoft.com/office/drawing/2014/main" id="{B530E786-E9B2-4554-9777-0F2BA9754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953"/>
              <a:ext cx="58" cy="56"/>
            </a:xfrm>
            <a:custGeom>
              <a:avLst/>
              <a:gdLst>
                <a:gd name="T0" fmla="*/ 16 w 29"/>
                <a:gd name="T1" fmla="*/ 157 h 26"/>
                <a:gd name="T2" fmla="*/ 40 w 29"/>
                <a:gd name="T3" fmla="*/ 60 h 26"/>
                <a:gd name="T4" fmla="*/ 136 w 29"/>
                <a:gd name="T5" fmla="*/ 9 h 26"/>
                <a:gd name="T6" fmla="*/ 232 w 29"/>
                <a:gd name="T7" fmla="*/ 19 h 26"/>
                <a:gd name="T8" fmla="*/ 120 w 29"/>
                <a:gd name="T9" fmla="*/ 9 h 26"/>
                <a:gd name="T10" fmla="*/ 32 w 29"/>
                <a:gd name="T11" fmla="*/ 52 h 26"/>
                <a:gd name="T12" fmla="*/ 8 w 29"/>
                <a:gd name="T13" fmla="*/ 157 h 26"/>
                <a:gd name="T14" fmla="*/ 80 w 29"/>
                <a:gd name="T15" fmla="*/ 261 h 26"/>
                <a:gd name="T16" fmla="*/ 16 w 29"/>
                <a:gd name="T17" fmla="*/ 15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6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2" y="1"/>
                    <a:pt x="26" y="1"/>
                    <a:pt x="29" y="2"/>
                  </a:cubicBezTo>
                  <a:cubicBezTo>
                    <a:pt x="25" y="1"/>
                    <a:pt x="22" y="0"/>
                    <a:pt x="15" y="1"/>
                  </a:cubicBezTo>
                  <a:cubicBezTo>
                    <a:pt x="11" y="1"/>
                    <a:pt x="7" y="1"/>
                    <a:pt x="4" y="5"/>
                  </a:cubicBezTo>
                  <a:cubicBezTo>
                    <a:pt x="1" y="8"/>
                    <a:pt x="0" y="12"/>
                    <a:pt x="1" y="16"/>
                  </a:cubicBezTo>
                  <a:cubicBezTo>
                    <a:pt x="1" y="20"/>
                    <a:pt x="5" y="24"/>
                    <a:pt x="10" y="26"/>
                  </a:cubicBezTo>
                  <a:cubicBezTo>
                    <a:pt x="6" y="24"/>
                    <a:pt x="2" y="21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7" name="Freeform 2697">
              <a:extLst>
                <a:ext uri="{FF2B5EF4-FFF2-40B4-BE49-F238E27FC236}">
                  <a16:creationId xmlns:a16="http://schemas.microsoft.com/office/drawing/2014/main" id="{62A182F3-AC8C-4EE5-A28E-6047AD48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964"/>
              <a:ext cx="52" cy="32"/>
            </a:xfrm>
            <a:custGeom>
              <a:avLst/>
              <a:gdLst>
                <a:gd name="T0" fmla="*/ 152 w 26"/>
                <a:gd name="T1" fmla="*/ 19 h 15"/>
                <a:gd name="T2" fmla="*/ 88 w 26"/>
                <a:gd name="T3" fmla="*/ 145 h 15"/>
                <a:gd name="T4" fmla="*/ 16 w 26"/>
                <a:gd name="T5" fmla="*/ 49 h 15"/>
                <a:gd name="T6" fmla="*/ 152 w 26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9" y="2"/>
                  </a:moveTo>
                  <a:cubicBezTo>
                    <a:pt x="26" y="6"/>
                    <a:pt x="21" y="15"/>
                    <a:pt x="11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4" y="1"/>
                    <a:pt x="14" y="0"/>
                    <a:pt x="19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8" name="Freeform 2698">
              <a:extLst>
                <a:ext uri="{FF2B5EF4-FFF2-40B4-BE49-F238E27FC236}">
                  <a16:creationId xmlns:a16="http://schemas.microsoft.com/office/drawing/2014/main" id="{F0F8B1E3-E932-4F4A-A753-F83C1FC74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975"/>
              <a:ext cx="46" cy="21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76 h 10"/>
                <a:gd name="T4" fmla="*/ 0 w 23"/>
                <a:gd name="T5" fmla="*/ 36 h 10"/>
                <a:gd name="T6" fmla="*/ 80 w 23"/>
                <a:gd name="T7" fmla="*/ 92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9"/>
                    <a:pt x="10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1" y="7"/>
                    <a:pt x="4" y="10"/>
                    <a:pt x="10" y="10"/>
                  </a:cubicBezTo>
                  <a:cubicBezTo>
                    <a:pt x="18" y="10"/>
                    <a:pt x="23" y="4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9" name="Freeform 2699">
              <a:extLst>
                <a:ext uri="{FF2B5EF4-FFF2-40B4-BE49-F238E27FC236}">
                  <a16:creationId xmlns:a16="http://schemas.microsoft.com/office/drawing/2014/main" id="{68435DA4-9D85-4247-8511-8E00EA3EA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964"/>
              <a:ext cx="22" cy="7"/>
            </a:xfrm>
            <a:custGeom>
              <a:avLst/>
              <a:gdLst>
                <a:gd name="T0" fmla="*/ 88 w 11"/>
                <a:gd name="T1" fmla="*/ 12 h 3"/>
                <a:gd name="T2" fmla="*/ 0 w 11"/>
                <a:gd name="T3" fmla="*/ 37 h 3"/>
                <a:gd name="T4" fmla="*/ 88 w 1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2" y="2"/>
                    <a:pt x="8" y="1"/>
                    <a:pt x="1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0" name="Freeform 2700">
              <a:extLst>
                <a:ext uri="{FF2B5EF4-FFF2-40B4-BE49-F238E27FC236}">
                  <a16:creationId xmlns:a16="http://schemas.microsoft.com/office/drawing/2014/main" id="{A0EF3C77-0BA0-4AF5-8937-5D888E296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985"/>
              <a:ext cx="34" cy="20"/>
            </a:xfrm>
            <a:custGeom>
              <a:avLst/>
              <a:gdLst>
                <a:gd name="T0" fmla="*/ 0 w 17"/>
                <a:gd name="T1" fmla="*/ 44 h 9"/>
                <a:gd name="T2" fmla="*/ 136 w 17"/>
                <a:gd name="T3" fmla="*/ 0 h 9"/>
                <a:gd name="T4" fmla="*/ 0 w 17"/>
                <a:gd name="T5" fmla="*/ 4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2" y="6"/>
                    <a:pt x="13" y="7"/>
                    <a:pt x="17" y="0"/>
                  </a:cubicBezTo>
                  <a:cubicBezTo>
                    <a:pt x="16" y="3"/>
                    <a:pt x="9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1" name="Freeform 2701">
              <a:extLst>
                <a:ext uri="{FF2B5EF4-FFF2-40B4-BE49-F238E27FC236}">
                  <a16:creationId xmlns:a16="http://schemas.microsoft.com/office/drawing/2014/main" id="{D7857A2B-BCAB-4A1F-AB22-62CE2670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953"/>
              <a:ext cx="80" cy="66"/>
            </a:xfrm>
            <a:custGeom>
              <a:avLst/>
              <a:gdLst>
                <a:gd name="T0" fmla="*/ 136 w 40"/>
                <a:gd name="T1" fmla="*/ 0 h 31"/>
                <a:gd name="T2" fmla="*/ 32 w 40"/>
                <a:gd name="T3" fmla="*/ 49 h 31"/>
                <a:gd name="T4" fmla="*/ 8 w 40"/>
                <a:gd name="T5" fmla="*/ 153 h 31"/>
                <a:gd name="T6" fmla="*/ 208 w 40"/>
                <a:gd name="T7" fmla="*/ 258 h 31"/>
                <a:gd name="T8" fmla="*/ 280 w 40"/>
                <a:gd name="T9" fmla="*/ 49 h 31"/>
                <a:gd name="T10" fmla="*/ 136 w 4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17" y="0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5" y="31"/>
                    <a:pt x="26" y="27"/>
                  </a:cubicBezTo>
                  <a:cubicBezTo>
                    <a:pt x="37" y="22"/>
                    <a:pt x="40" y="11"/>
                    <a:pt x="35" y="5"/>
                  </a:cubicBezTo>
                  <a:cubicBezTo>
                    <a:pt x="30" y="0"/>
                    <a:pt x="27" y="0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2" name="Freeform 2702">
              <a:extLst>
                <a:ext uri="{FF2B5EF4-FFF2-40B4-BE49-F238E27FC236}">
                  <a16:creationId xmlns:a16="http://schemas.microsoft.com/office/drawing/2014/main" id="{F95E44BB-92F5-48F9-B232-A031C6FEA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968"/>
              <a:ext cx="44" cy="28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9 h 13"/>
                <a:gd name="T4" fmla="*/ 80 w 22"/>
                <a:gd name="T5" fmla="*/ 129 h 13"/>
                <a:gd name="T6" fmla="*/ 8 w 22"/>
                <a:gd name="T7" fmla="*/ 88 h 13"/>
                <a:gd name="T8" fmla="*/ 8 w 22"/>
                <a:gd name="T9" fmla="*/ 28 h 13"/>
                <a:gd name="T10" fmla="*/ 8 w 22"/>
                <a:gd name="T11" fmla="*/ 28 h 13"/>
                <a:gd name="T12" fmla="*/ 8 w 22"/>
                <a:gd name="T13" fmla="*/ 88 h 13"/>
                <a:gd name="T14" fmla="*/ 80 w 22"/>
                <a:gd name="T15" fmla="*/ 129 h 13"/>
                <a:gd name="T16" fmla="*/ 168 w 22"/>
                <a:gd name="T17" fmla="*/ 69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0" y="2"/>
                    <a:pt x="22" y="4"/>
                    <a:pt x="21" y="7"/>
                  </a:cubicBezTo>
                  <a:cubicBezTo>
                    <a:pt x="20" y="10"/>
                    <a:pt x="16" y="13"/>
                    <a:pt x="10" y="13"/>
                  </a:cubicBezTo>
                  <a:cubicBezTo>
                    <a:pt x="4" y="13"/>
                    <a:pt x="2" y="11"/>
                    <a:pt x="1" y="9"/>
                  </a:cubicBezTo>
                  <a:cubicBezTo>
                    <a:pt x="0" y="7"/>
                    <a:pt x="0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2" y="11"/>
                    <a:pt x="4" y="13"/>
                    <a:pt x="10" y="13"/>
                  </a:cubicBezTo>
                  <a:cubicBezTo>
                    <a:pt x="17" y="13"/>
                    <a:pt x="20" y="10"/>
                    <a:pt x="21" y="7"/>
                  </a:cubicBezTo>
                  <a:cubicBezTo>
                    <a:pt x="22" y="4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3" name="Freeform 2703">
              <a:extLst>
                <a:ext uri="{FF2B5EF4-FFF2-40B4-BE49-F238E27FC236}">
                  <a16:creationId xmlns:a16="http://schemas.microsoft.com/office/drawing/2014/main" id="{6B8C13B2-BD65-455F-BD4C-B0C0B1F6E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573"/>
              <a:ext cx="104" cy="115"/>
            </a:xfrm>
            <a:custGeom>
              <a:avLst/>
              <a:gdLst>
                <a:gd name="T0" fmla="*/ 352 w 52"/>
                <a:gd name="T1" fmla="*/ 341 h 54"/>
                <a:gd name="T2" fmla="*/ 256 w 52"/>
                <a:gd name="T3" fmla="*/ 49 h 54"/>
                <a:gd name="T4" fmla="*/ 16 w 52"/>
                <a:gd name="T5" fmla="*/ 204 h 54"/>
                <a:gd name="T6" fmla="*/ 352 w 52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4">
                  <a:moveTo>
                    <a:pt x="44" y="35"/>
                  </a:moveTo>
                  <a:cubicBezTo>
                    <a:pt x="52" y="24"/>
                    <a:pt x="47" y="10"/>
                    <a:pt x="32" y="5"/>
                  </a:cubicBezTo>
                  <a:cubicBezTo>
                    <a:pt x="18" y="0"/>
                    <a:pt x="4" y="6"/>
                    <a:pt x="2" y="21"/>
                  </a:cubicBezTo>
                  <a:cubicBezTo>
                    <a:pt x="0" y="36"/>
                    <a:pt x="30" y="54"/>
                    <a:pt x="44" y="3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4" name="Freeform 2704">
              <a:extLst>
                <a:ext uri="{FF2B5EF4-FFF2-40B4-BE49-F238E27FC236}">
                  <a16:creationId xmlns:a16="http://schemas.microsoft.com/office/drawing/2014/main" id="{1F37106D-F2A6-44A2-BC2A-DDC9B7F91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594"/>
              <a:ext cx="76" cy="77"/>
            </a:xfrm>
            <a:custGeom>
              <a:avLst/>
              <a:gdLst>
                <a:gd name="T0" fmla="*/ 224 w 38"/>
                <a:gd name="T1" fmla="*/ 0 h 36"/>
                <a:gd name="T2" fmla="*/ 240 w 38"/>
                <a:gd name="T3" fmla="*/ 225 h 36"/>
                <a:gd name="T4" fmla="*/ 0 w 38"/>
                <a:gd name="T5" fmla="*/ 257 h 36"/>
                <a:gd name="T6" fmla="*/ 256 w 38"/>
                <a:gd name="T7" fmla="*/ 233 h 36"/>
                <a:gd name="T8" fmla="*/ 224 w 38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6">
                  <a:moveTo>
                    <a:pt x="28" y="0"/>
                  </a:moveTo>
                  <a:cubicBezTo>
                    <a:pt x="35" y="6"/>
                    <a:pt x="36" y="16"/>
                    <a:pt x="30" y="23"/>
                  </a:cubicBezTo>
                  <a:cubicBezTo>
                    <a:pt x="23" y="34"/>
                    <a:pt x="9" y="32"/>
                    <a:pt x="0" y="26"/>
                  </a:cubicBezTo>
                  <a:cubicBezTo>
                    <a:pt x="9" y="33"/>
                    <a:pt x="24" y="36"/>
                    <a:pt x="32" y="24"/>
                  </a:cubicBezTo>
                  <a:cubicBezTo>
                    <a:pt x="38" y="16"/>
                    <a:pt x="36" y="6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5" name="Freeform 2705">
              <a:extLst>
                <a:ext uri="{FF2B5EF4-FFF2-40B4-BE49-F238E27FC236}">
                  <a16:creationId xmlns:a16="http://schemas.microsoft.com/office/drawing/2014/main" id="{B771A51A-F475-4A44-A3CA-B984F4A1E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577"/>
              <a:ext cx="56" cy="77"/>
            </a:xfrm>
            <a:custGeom>
              <a:avLst/>
              <a:gdLst>
                <a:gd name="T0" fmla="*/ 72 w 28"/>
                <a:gd name="T1" fmla="*/ 334 h 36"/>
                <a:gd name="T2" fmla="*/ 24 w 28"/>
                <a:gd name="T3" fmla="*/ 197 h 36"/>
                <a:gd name="T4" fmla="*/ 216 w 28"/>
                <a:gd name="T5" fmla="*/ 41 h 36"/>
                <a:gd name="T6" fmla="*/ 216 w 28"/>
                <a:gd name="T7" fmla="*/ 41 h 36"/>
                <a:gd name="T8" fmla="*/ 8 w 28"/>
                <a:gd name="T9" fmla="*/ 188 h 36"/>
                <a:gd name="T10" fmla="*/ 72 w 28"/>
                <a:gd name="T11" fmla="*/ 334 h 36"/>
                <a:gd name="T12" fmla="*/ 72 w 28"/>
                <a:gd name="T13" fmla="*/ 33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6">
                  <a:moveTo>
                    <a:pt x="9" y="34"/>
                  </a:moveTo>
                  <a:cubicBezTo>
                    <a:pt x="4" y="30"/>
                    <a:pt x="2" y="25"/>
                    <a:pt x="3" y="20"/>
                  </a:cubicBezTo>
                  <a:cubicBezTo>
                    <a:pt x="5" y="7"/>
                    <a:pt x="15" y="1"/>
                    <a:pt x="27" y="4"/>
                  </a:cubicBezTo>
                  <a:cubicBezTo>
                    <a:pt x="28" y="4"/>
                    <a:pt x="28" y="4"/>
                    <a:pt x="27" y="4"/>
                  </a:cubicBezTo>
                  <a:cubicBezTo>
                    <a:pt x="14" y="0"/>
                    <a:pt x="3" y="6"/>
                    <a:pt x="1" y="19"/>
                  </a:cubicBezTo>
                  <a:cubicBezTo>
                    <a:pt x="0" y="25"/>
                    <a:pt x="4" y="30"/>
                    <a:pt x="9" y="34"/>
                  </a:cubicBezTo>
                  <a:cubicBezTo>
                    <a:pt x="11" y="36"/>
                    <a:pt x="11" y="36"/>
                    <a:pt x="9" y="3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6" name="Freeform 2706">
              <a:extLst>
                <a:ext uri="{FF2B5EF4-FFF2-40B4-BE49-F238E27FC236}">
                  <a16:creationId xmlns:a16="http://schemas.microsoft.com/office/drawing/2014/main" id="{2D3F1673-0B85-4183-8C9D-AFD4D5A01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592"/>
              <a:ext cx="64" cy="60"/>
            </a:xfrm>
            <a:custGeom>
              <a:avLst/>
              <a:gdLst>
                <a:gd name="T0" fmla="*/ 16 w 32"/>
                <a:gd name="T1" fmla="*/ 137 h 28"/>
                <a:gd name="T2" fmla="*/ 200 w 32"/>
                <a:gd name="T3" fmla="*/ 225 h 28"/>
                <a:gd name="T4" fmla="*/ 152 w 32"/>
                <a:gd name="T5" fmla="*/ 19 h 28"/>
                <a:gd name="T6" fmla="*/ 16 w 32"/>
                <a:gd name="T7" fmla="*/ 13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2" y="14"/>
                  </a:moveTo>
                  <a:cubicBezTo>
                    <a:pt x="4" y="25"/>
                    <a:pt x="19" y="28"/>
                    <a:pt x="25" y="23"/>
                  </a:cubicBezTo>
                  <a:cubicBezTo>
                    <a:pt x="32" y="17"/>
                    <a:pt x="29" y="3"/>
                    <a:pt x="19" y="2"/>
                  </a:cubicBezTo>
                  <a:cubicBezTo>
                    <a:pt x="6" y="0"/>
                    <a:pt x="0" y="7"/>
                    <a:pt x="2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7" name="Freeform 2707">
              <a:extLst>
                <a:ext uri="{FF2B5EF4-FFF2-40B4-BE49-F238E27FC236}">
                  <a16:creationId xmlns:a16="http://schemas.microsoft.com/office/drawing/2014/main" id="{47661162-11B9-4EF5-9F2C-79AB91840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600"/>
              <a:ext cx="50" cy="49"/>
            </a:xfrm>
            <a:custGeom>
              <a:avLst/>
              <a:gdLst>
                <a:gd name="T0" fmla="*/ 152 w 25"/>
                <a:gd name="T1" fmla="*/ 0 h 23"/>
                <a:gd name="T2" fmla="*/ 144 w 25"/>
                <a:gd name="T3" fmla="*/ 164 h 23"/>
                <a:gd name="T4" fmla="*/ 0 w 25"/>
                <a:gd name="T5" fmla="*/ 153 h 23"/>
                <a:gd name="T6" fmla="*/ 160 w 25"/>
                <a:gd name="T7" fmla="*/ 181 h 23"/>
                <a:gd name="T8" fmla="*/ 152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9" y="0"/>
                  </a:moveTo>
                  <a:cubicBezTo>
                    <a:pt x="23" y="5"/>
                    <a:pt x="23" y="13"/>
                    <a:pt x="18" y="17"/>
                  </a:cubicBezTo>
                  <a:cubicBezTo>
                    <a:pt x="14" y="21"/>
                    <a:pt x="5" y="20"/>
                    <a:pt x="0" y="16"/>
                  </a:cubicBezTo>
                  <a:cubicBezTo>
                    <a:pt x="5" y="22"/>
                    <a:pt x="15" y="23"/>
                    <a:pt x="20" y="19"/>
                  </a:cubicBezTo>
                  <a:cubicBezTo>
                    <a:pt x="25" y="14"/>
                    <a:pt x="24" y="4"/>
                    <a:pt x="1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8" name="Freeform 2708">
              <a:extLst>
                <a:ext uri="{FF2B5EF4-FFF2-40B4-BE49-F238E27FC236}">
                  <a16:creationId xmlns:a16="http://schemas.microsoft.com/office/drawing/2014/main" id="{BA8A2A7B-3C23-44F7-AE7E-189DEC3ED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596"/>
              <a:ext cx="22" cy="17"/>
            </a:xfrm>
            <a:custGeom>
              <a:avLst/>
              <a:gdLst>
                <a:gd name="T0" fmla="*/ 88 w 11"/>
                <a:gd name="T1" fmla="*/ 0 h 8"/>
                <a:gd name="T2" fmla="*/ 0 w 11"/>
                <a:gd name="T3" fmla="*/ 77 h 8"/>
                <a:gd name="T4" fmla="*/ 88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6" y="0"/>
                    <a:pt x="1" y="3"/>
                    <a:pt x="0" y="8"/>
                  </a:cubicBezTo>
                  <a:cubicBezTo>
                    <a:pt x="2" y="5"/>
                    <a:pt x="5" y="1"/>
                    <a:pt x="1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9" name="Freeform 2709">
              <a:extLst>
                <a:ext uri="{FF2B5EF4-FFF2-40B4-BE49-F238E27FC236}">
                  <a16:creationId xmlns:a16="http://schemas.microsoft.com/office/drawing/2014/main" id="{A962AFC1-6F00-45BE-981C-3E27CCF70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2613"/>
              <a:ext cx="38" cy="41"/>
            </a:xfrm>
            <a:custGeom>
              <a:avLst/>
              <a:gdLst>
                <a:gd name="T0" fmla="*/ 128 w 19"/>
                <a:gd name="T1" fmla="*/ 0 h 19"/>
                <a:gd name="T2" fmla="*/ 0 w 19"/>
                <a:gd name="T3" fmla="*/ 149 h 19"/>
                <a:gd name="T4" fmla="*/ 128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6" y="0"/>
                  </a:moveTo>
                  <a:cubicBezTo>
                    <a:pt x="17" y="6"/>
                    <a:pt x="16" y="19"/>
                    <a:pt x="0" y="15"/>
                  </a:cubicBezTo>
                  <a:cubicBezTo>
                    <a:pt x="7" y="17"/>
                    <a:pt x="19" y="17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0" name="Freeform 2710">
              <a:extLst>
                <a:ext uri="{FF2B5EF4-FFF2-40B4-BE49-F238E27FC236}">
                  <a16:creationId xmlns:a16="http://schemas.microsoft.com/office/drawing/2014/main" id="{D396B6CD-C162-4688-B9BF-298A76911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573"/>
              <a:ext cx="104" cy="115"/>
            </a:xfrm>
            <a:custGeom>
              <a:avLst/>
              <a:gdLst>
                <a:gd name="T0" fmla="*/ 352 w 52"/>
                <a:gd name="T1" fmla="*/ 341 h 54"/>
                <a:gd name="T2" fmla="*/ 256 w 52"/>
                <a:gd name="T3" fmla="*/ 49 h 54"/>
                <a:gd name="T4" fmla="*/ 16 w 52"/>
                <a:gd name="T5" fmla="*/ 204 h 54"/>
                <a:gd name="T6" fmla="*/ 352 w 52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4">
                  <a:moveTo>
                    <a:pt x="44" y="35"/>
                  </a:moveTo>
                  <a:cubicBezTo>
                    <a:pt x="52" y="24"/>
                    <a:pt x="47" y="10"/>
                    <a:pt x="32" y="5"/>
                  </a:cubicBezTo>
                  <a:cubicBezTo>
                    <a:pt x="18" y="0"/>
                    <a:pt x="4" y="6"/>
                    <a:pt x="2" y="21"/>
                  </a:cubicBezTo>
                  <a:cubicBezTo>
                    <a:pt x="0" y="36"/>
                    <a:pt x="30" y="54"/>
                    <a:pt x="44" y="35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1" name="Freeform 2711">
              <a:extLst>
                <a:ext uri="{FF2B5EF4-FFF2-40B4-BE49-F238E27FC236}">
                  <a16:creationId xmlns:a16="http://schemas.microsoft.com/office/drawing/2014/main" id="{11C9FBDB-B2FC-47EF-99FF-87352A6D3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596"/>
              <a:ext cx="56" cy="51"/>
            </a:xfrm>
            <a:custGeom>
              <a:avLst/>
              <a:gdLst>
                <a:gd name="T0" fmla="*/ 136 w 28"/>
                <a:gd name="T1" fmla="*/ 0 h 24"/>
                <a:gd name="T2" fmla="*/ 208 w 28"/>
                <a:gd name="T3" fmla="*/ 77 h 24"/>
                <a:gd name="T4" fmla="*/ 184 w 28"/>
                <a:gd name="T5" fmla="*/ 204 h 24"/>
                <a:gd name="T6" fmla="*/ 72 w 28"/>
                <a:gd name="T7" fmla="*/ 213 h 24"/>
                <a:gd name="T8" fmla="*/ 0 w 28"/>
                <a:gd name="T9" fmla="*/ 117 h 24"/>
                <a:gd name="T10" fmla="*/ 0 w 28"/>
                <a:gd name="T11" fmla="*/ 117 h 24"/>
                <a:gd name="T12" fmla="*/ 72 w 28"/>
                <a:gd name="T13" fmla="*/ 221 h 24"/>
                <a:gd name="T14" fmla="*/ 184 w 28"/>
                <a:gd name="T15" fmla="*/ 204 h 24"/>
                <a:gd name="T16" fmla="*/ 208 w 28"/>
                <a:gd name="T17" fmla="*/ 77 h 24"/>
                <a:gd name="T18" fmla="*/ 136 w 28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17" y="0"/>
                  </a:moveTo>
                  <a:cubicBezTo>
                    <a:pt x="21" y="1"/>
                    <a:pt x="24" y="4"/>
                    <a:pt x="26" y="8"/>
                  </a:cubicBezTo>
                  <a:cubicBezTo>
                    <a:pt x="27" y="13"/>
                    <a:pt x="26" y="18"/>
                    <a:pt x="23" y="21"/>
                  </a:cubicBezTo>
                  <a:cubicBezTo>
                    <a:pt x="20" y="23"/>
                    <a:pt x="14" y="24"/>
                    <a:pt x="9" y="22"/>
                  </a:cubicBezTo>
                  <a:cubicBezTo>
                    <a:pt x="4" y="20"/>
                    <a:pt x="1" y="17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4" y="21"/>
                    <a:pt x="9" y="23"/>
                  </a:cubicBezTo>
                  <a:cubicBezTo>
                    <a:pt x="15" y="24"/>
                    <a:pt x="20" y="24"/>
                    <a:pt x="23" y="21"/>
                  </a:cubicBezTo>
                  <a:cubicBezTo>
                    <a:pt x="26" y="18"/>
                    <a:pt x="28" y="13"/>
                    <a:pt x="26" y="8"/>
                  </a:cubicBezTo>
                  <a:cubicBezTo>
                    <a:pt x="25" y="4"/>
                    <a:pt x="21" y="1"/>
                    <a:pt x="1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2" name="Freeform 2712">
              <a:extLst>
                <a:ext uri="{FF2B5EF4-FFF2-40B4-BE49-F238E27FC236}">
                  <a16:creationId xmlns:a16="http://schemas.microsoft.com/office/drawing/2014/main" id="{6EC28B32-0B6A-488C-829F-937E8FC24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862"/>
              <a:ext cx="94" cy="100"/>
            </a:xfrm>
            <a:custGeom>
              <a:avLst/>
              <a:gdLst>
                <a:gd name="T0" fmla="*/ 312 w 47"/>
                <a:gd name="T1" fmla="*/ 289 h 47"/>
                <a:gd name="T2" fmla="*/ 232 w 47"/>
                <a:gd name="T3" fmla="*/ 40 h 47"/>
                <a:gd name="T4" fmla="*/ 16 w 47"/>
                <a:gd name="T5" fmla="*/ 172 h 47"/>
                <a:gd name="T6" fmla="*/ 312 w 47"/>
                <a:gd name="T7" fmla="*/ 2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7">
                  <a:moveTo>
                    <a:pt x="39" y="30"/>
                  </a:moveTo>
                  <a:cubicBezTo>
                    <a:pt x="47" y="21"/>
                    <a:pt x="42" y="9"/>
                    <a:pt x="29" y="4"/>
                  </a:cubicBezTo>
                  <a:cubicBezTo>
                    <a:pt x="16" y="0"/>
                    <a:pt x="5" y="5"/>
                    <a:pt x="2" y="18"/>
                  </a:cubicBezTo>
                  <a:cubicBezTo>
                    <a:pt x="0" y="32"/>
                    <a:pt x="27" y="47"/>
                    <a:pt x="39" y="3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3" name="Freeform 2713">
              <a:extLst>
                <a:ext uri="{FF2B5EF4-FFF2-40B4-BE49-F238E27FC236}">
                  <a16:creationId xmlns:a16="http://schemas.microsoft.com/office/drawing/2014/main" id="{E511158F-42BF-4C64-A146-D4E63AE06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881"/>
              <a:ext cx="68" cy="66"/>
            </a:xfrm>
            <a:custGeom>
              <a:avLst/>
              <a:gdLst>
                <a:gd name="T0" fmla="*/ 200 w 34"/>
                <a:gd name="T1" fmla="*/ 0 h 31"/>
                <a:gd name="T2" fmla="*/ 216 w 34"/>
                <a:gd name="T3" fmla="*/ 196 h 31"/>
                <a:gd name="T4" fmla="*/ 0 w 34"/>
                <a:gd name="T5" fmla="*/ 213 h 31"/>
                <a:gd name="T6" fmla="*/ 224 w 34"/>
                <a:gd name="T7" fmla="*/ 204 h 31"/>
                <a:gd name="T8" fmla="*/ 200 w 34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25" y="0"/>
                  </a:moveTo>
                  <a:cubicBezTo>
                    <a:pt x="31" y="5"/>
                    <a:pt x="32" y="13"/>
                    <a:pt x="27" y="20"/>
                  </a:cubicBezTo>
                  <a:cubicBezTo>
                    <a:pt x="20" y="29"/>
                    <a:pt x="8" y="28"/>
                    <a:pt x="0" y="22"/>
                  </a:cubicBezTo>
                  <a:cubicBezTo>
                    <a:pt x="8" y="28"/>
                    <a:pt x="21" y="31"/>
                    <a:pt x="28" y="21"/>
                  </a:cubicBezTo>
                  <a:cubicBezTo>
                    <a:pt x="34" y="14"/>
                    <a:pt x="32" y="5"/>
                    <a:pt x="25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4" name="Freeform 2714">
              <a:extLst>
                <a:ext uri="{FF2B5EF4-FFF2-40B4-BE49-F238E27FC236}">
                  <a16:creationId xmlns:a16="http://schemas.microsoft.com/office/drawing/2014/main" id="{83734109-18D8-4B1B-A1CD-AB7323C56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866"/>
              <a:ext cx="48" cy="66"/>
            </a:xfrm>
            <a:custGeom>
              <a:avLst/>
              <a:gdLst>
                <a:gd name="T0" fmla="*/ 56 w 24"/>
                <a:gd name="T1" fmla="*/ 281 h 31"/>
                <a:gd name="T2" fmla="*/ 16 w 24"/>
                <a:gd name="T3" fmla="*/ 164 h 31"/>
                <a:gd name="T4" fmla="*/ 184 w 24"/>
                <a:gd name="T5" fmla="*/ 28 h 31"/>
                <a:gd name="T6" fmla="*/ 184 w 24"/>
                <a:gd name="T7" fmla="*/ 28 h 31"/>
                <a:gd name="T8" fmla="*/ 0 w 24"/>
                <a:gd name="T9" fmla="*/ 153 h 31"/>
                <a:gd name="T10" fmla="*/ 64 w 24"/>
                <a:gd name="T11" fmla="*/ 290 h 31"/>
                <a:gd name="T12" fmla="*/ 56 w 24"/>
                <a:gd name="T13" fmla="*/ 28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1">
                  <a:moveTo>
                    <a:pt x="7" y="29"/>
                  </a:moveTo>
                  <a:cubicBezTo>
                    <a:pt x="3" y="26"/>
                    <a:pt x="1" y="21"/>
                    <a:pt x="2" y="17"/>
                  </a:cubicBezTo>
                  <a:cubicBezTo>
                    <a:pt x="4" y="6"/>
                    <a:pt x="13" y="1"/>
                    <a:pt x="23" y="3"/>
                  </a:cubicBezTo>
                  <a:cubicBezTo>
                    <a:pt x="24" y="3"/>
                    <a:pt x="24" y="3"/>
                    <a:pt x="23" y="3"/>
                  </a:cubicBezTo>
                  <a:cubicBezTo>
                    <a:pt x="12" y="0"/>
                    <a:pt x="2" y="5"/>
                    <a:pt x="0" y="16"/>
                  </a:cubicBezTo>
                  <a:cubicBezTo>
                    <a:pt x="0" y="21"/>
                    <a:pt x="3" y="26"/>
                    <a:pt x="8" y="30"/>
                  </a:cubicBezTo>
                  <a:cubicBezTo>
                    <a:pt x="9" y="31"/>
                    <a:pt x="9" y="31"/>
                    <a:pt x="7" y="2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5" name="Freeform 2715">
              <a:extLst>
                <a:ext uri="{FF2B5EF4-FFF2-40B4-BE49-F238E27FC236}">
                  <a16:creationId xmlns:a16="http://schemas.microsoft.com/office/drawing/2014/main" id="{B6CDA948-AE42-4450-8A1B-0C963DD79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879"/>
              <a:ext cx="54" cy="51"/>
            </a:xfrm>
            <a:custGeom>
              <a:avLst/>
              <a:gdLst>
                <a:gd name="T0" fmla="*/ 8 w 27"/>
                <a:gd name="T1" fmla="*/ 117 h 24"/>
                <a:gd name="T2" fmla="*/ 176 w 27"/>
                <a:gd name="T3" fmla="*/ 181 h 24"/>
                <a:gd name="T4" fmla="*/ 136 w 27"/>
                <a:gd name="T5" fmla="*/ 19 h 24"/>
                <a:gd name="T6" fmla="*/ 8 w 27"/>
                <a:gd name="T7" fmla="*/ 11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4">
                  <a:moveTo>
                    <a:pt x="1" y="12"/>
                  </a:moveTo>
                  <a:cubicBezTo>
                    <a:pt x="3" y="21"/>
                    <a:pt x="16" y="24"/>
                    <a:pt x="22" y="19"/>
                  </a:cubicBezTo>
                  <a:cubicBezTo>
                    <a:pt x="27" y="15"/>
                    <a:pt x="25" y="3"/>
                    <a:pt x="17" y="2"/>
                  </a:cubicBezTo>
                  <a:cubicBezTo>
                    <a:pt x="5" y="0"/>
                    <a:pt x="0" y="6"/>
                    <a:pt x="1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6" name="Freeform 2716">
              <a:extLst>
                <a:ext uri="{FF2B5EF4-FFF2-40B4-BE49-F238E27FC236}">
                  <a16:creationId xmlns:a16="http://schemas.microsoft.com/office/drawing/2014/main" id="{79BB66CE-C97F-4826-B7CF-9E3F0B45D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885"/>
              <a:ext cx="44" cy="43"/>
            </a:xfrm>
            <a:custGeom>
              <a:avLst/>
              <a:gdLst>
                <a:gd name="T0" fmla="*/ 128 w 22"/>
                <a:gd name="T1" fmla="*/ 0 h 20"/>
                <a:gd name="T2" fmla="*/ 128 w 22"/>
                <a:gd name="T3" fmla="*/ 148 h 20"/>
                <a:gd name="T4" fmla="*/ 0 w 22"/>
                <a:gd name="T5" fmla="*/ 140 h 20"/>
                <a:gd name="T6" fmla="*/ 144 w 22"/>
                <a:gd name="T7" fmla="*/ 157 h 20"/>
                <a:gd name="T8" fmla="*/ 128 w 2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16" y="0"/>
                  </a:moveTo>
                  <a:cubicBezTo>
                    <a:pt x="20" y="4"/>
                    <a:pt x="20" y="11"/>
                    <a:pt x="16" y="15"/>
                  </a:cubicBezTo>
                  <a:cubicBezTo>
                    <a:pt x="12" y="18"/>
                    <a:pt x="5" y="18"/>
                    <a:pt x="0" y="14"/>
                  </a:cubicBezTo>
                  <a:cubicBezTo>
                    <a:pt x="5" y="19"/>
                    <a:pt x="13" y="20"/>
                    <a:pt x="18" y="16"/>
                  </a:cubicBezTo>
                  <a:cubicBezTo>
                    <a:pt x="22" y="12"/>
                    <a:pt x="21" y="3"/>
                    <a:pt x="1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7" name="Freeform 2717">
              <a:extLst>
                <a:ext uri="{FF2B5EF4-FFF2-40B4-BE49-F238E27FC236}">
                  <a16:creationId xmlns:a16="http://schemas.microsoft.com/office/drawing/2014/main" id="{9D647925-FD0E-4381-8590-715C75BC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881"/>
              <a:ext cx="20" cy="15"/>
            </a:xfrm>
            <a:custGeom>
              <a:avLst/>
              <a:gdLst>
                <a:gd name="T0" fmla="*/ 80 w 10"/>
                <a:gd name="T1" fmla="*/ 0 h 7"/>
                <a:gd name="T2" fmla="*/ 0 w 10"/>
                <a:gd name="T3" fmla="*/ 69 h 7"/>
                <a:gd name="T4" fmla="*/ 8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6" y="0"/>
                    <a:pt x="1" y="3"/>
                    <a:pt x="0" y="7"/>
                  </a:cubicBezTo>
                  <a:cubicBezTo>
                    <a:pt x="2" y="5"/>
                    <a:pt x="5" y="2"/>
                    <a:pt x="1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8" name="Freeform 2718">
              <a:extLst>
                <a:ext uri="{FF2B5EF4-FFF2-40B4-BE49-F238E27FC236}">
                  <a16:creationId xmlns:a16="http://schemas.microsoft.com/office/drawing/2014/main" id="{3858ED6F-16AB-4601-8AEC-18B2C1FED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898"/>
              <a:ext cx="34" cy="34"/>
            </a:xfrm>
            <a:custGeom>
              <a:avLst/>
              <a:gdLst>
                <a:gd name="T0" fmla="*/ 112 w 17"/>
                <a:gd name="T1" fmla="*/ 0 h 16"/>
                <a:gd name="T2" fmla="*/ 0 w 17"/>
                <a:gd name="T3" fmla="*/ 128 h 16"/>
                <a:gd name="T4" fmla="*/ 112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4" y="0"/>
                  </a:moveTo>
                  <a:cubicBezTo>
                    <a:pt x="15" y="5"/>
                    <a:pt x="14" y="16"/>
                    <a:pt x="0" y="13"/>
                  </a:cubicBezTo>
                  <a:cubicBezTo>
                    <a:pt x="6" y="14"/>
                    <a:pt x="17" y="15"/>
                    <a:pt x="1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9" name="Freeform 2719">
              <a:extLst>
                <a:ext uri="{FF2B5EF4-FFF2-40B4-BE49-F238E27FC236}">
                  <a16:creationId xmlns:a16="http://schemas.microsoft.com/office/drawing/2014/main" id="{AE7BED6A-AD90-4D86-906B-550CE9E39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862"/>
              <a:ext cx="94" cy="100"/>
            </a:xfrm>
            <a:custGeom>
              <a:avLst/>
              <a:gdLst>
                <a:gd name="T0" fmla="*/ 312 w 47"/>
                <a:gd name="T1" fmla="*/ 289 h 47"/>
                <a:gd name="T2" fmla="*/ 232 w 47"/>
                <a:gd name="T3" fmla="*/ 40 h 47"/>
                <a:gd name="T4" fmla="*/ 16 w 47"/>
                <a:gd name="T5" fmla="*/ 172 h 47"/>
                <a:gd name="T6" fmla="*/ 312 w 47"/>
                <a:gd name="T7" fmla="*/ 2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7">
                  <a:moveTo>
                    <a:pt x="39" y="30"/>
                  </a:moveTo>
                  <a:cubicBezTo>
                    <a:pt x="47" y="21"/>
                    <a:pt x="42" y="9"/>
                    <a:pt x="29" y="4"/>
                  </a:cubicBezTo>
                  <a:cubicBezTo>
                    <a:pt x="16" y="0"/>
                    <a:pt x="5" y="5"/>
                    <a:pt x="2" y="18"/>
                  </a:cubicBezTo>
                  <a:cubicBezTo>
                    <a:pt x="0" y="32"/>
                    <a:pt x="27" y="47"/>
                    <a:pt x="39" y="3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0" name="Freeform 2720">
              <a:extLst>
                <a:ext uri="{FF2B5EF4-FFF2-40B4-BE49-F238E27FC236}">
                  <a16:creationId xmlns:a16="http://schemas.microsoft.com/office/drawing/2014/main" id="{6F43E304-4B4D-4A91-9FEE-42CF8A926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883"/>
              <a:ext cx="50" cy="45"/>
            </a:xfrm>
            <a:custGeom>
              <a:avLst/>
              <a:gdLst>
                <a:gd name="T0" fmla="*/ 128 w 25"/>
                <a:gd name="T1" fmla="*/ 0 h 21"/>
                <a:gd name="T2" fmla="*/ 184 w 25"/>
                <a:gd name="T3" fmla="*/ 60 h 21"/>
                <a:gd name="T4" fmla="*/ 168 w 25"/>
                <a:gd name="T5" fmla="*/ 165 h 21"/>
                <a:gd name="T6" fmla="*/ 72 w 25"/>
                <a:gd name="T7" fmla="*/ 189 h 21"/>
                <a:gd name="T8" fmla="*/ 0 w 25"/>
                <a:gd name="T9" fmla="*/ 96 h 21"/>
                <a:gd name="T10" fmla="*/ 0 w 25"/>
                <a:gd name="T11" fmla="*/ 96 h 21"/>
                <a:gd name="T12" fmla="*/ 72 w 25"/>
                <a:gd name="T13" fmla="*/ 189 h 21"/>
                <a:gd name="T14" fmla="*/ 168 w 25"/>
                <a:gd name="T15" fmla="*/ 180 h 21"/>
                <a:gd name="T16" fmla="*/ 184 w 25"/>
                <a:gd name="T17" fmla="*/ 60 h 21"/>
                <a:gd name="T18" fmla="*/ 128 w 25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21">
                  <a:moveTo>
                    <a:pt x="16" y="0"/>
                  </a:moveTo>
                  <a:cubicBezTo>
                    <a:pt x="19" y="0"/>
                    <a:pt x="22" y="3"/>
                    <a:pt x="23" y="6"/>
                  </a:cubicBezTo>
                  <a:cubicBezTo>
                    <a:pt x="24" y="11"/>
                    <a:pt x="23" y="15"/>
                    <a:pt x="21" y="17"/>
                  </a:cubicBezTo>
                  <a:cubicBezTo>
                    <a:pt x="18" y="20"/>
                    <a:pt x="13" y="20"/>
                    <a:pt x="9" y="19"/>
                  </a:cubicBezTo>
                  <a:cubicBezTo>
                    <a:pt x="4" y="17"/>
                    <a:pt x="1" y="1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4"/>
                    <a:pt x="4" y="17"/>
                    <a:pt x="9" y="19"/>
                  </a:cubicBezTo>
                  <a:cubicBezTo>
                    <a:pt x="13" y="21"/>
                    <a:pt x="18" y="20"/>
                    <a:pt x="21" y="18"/>
                  </a:cubicBezTo>
                  <a:cubicBezTo>
                    <a:pt x="24" y="15"/>
                    <a:pt x="25" y="11"/>
                    <a:pt x="23" y="6"/>
                  </a:cubicBezTo>
                  <a:cubicBezTo>
                    <a:pt x="22" y="2"/>
                    <a:pt x="19" y="0"/>
                    <a:pt x="16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1" name="Freeform 2721">
              <a:extLst>
                <a:ext uri="{FF2B5EF4-FFF2-40B4-BE49-F238E27FC236}">
                  <a16:creationId xmlns:a16="http://schemas.microsoft.com/office/drawing/2014/main" id="{E4768B6A-627E-4F68-A0DC-F2A5B8F88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098"/>
              <a:ext cx="92" cy="100"/>
            </a:xfrm>
            <a:custGeom>
              <a:avLst/>
              <a:gdLst>
                <a:gd name="T0" fmla="*/ 304 w 46"/>
                <a:gd name="T1" fmla="*/ 289 h 47"/>
                <a:gd name="T2" fmla="*/ 224 w 46"/>
                <a:gd name="T3" fmla="*/ 40 h 47"/>
                <a:gd name="T4" fmla="*/ 16 w 46"/>
                <a:gd name="T5" fmla="*/ 172 h 47"/>
                <a:gd name="T6" fmla="*/ 304 w 46"/>
                <a:gd name="T7" fmla="*/ 2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38" y="30"/>
                  </a:moveTo>
                  <a:cubicBezTo>
                    <a:pt x="46" y="21"/>
                    <a:pt x="41" y="8"/>
                    <a:pt x="28" y="4"/>
                  </a:cubicBezTo>
                  <a:cubicBezTo>
                    <a:pt x="16" y="0"/>
                    <a:pt x="4" y="5"/>
                    <a:pt x="2" y="18"/>
                  </a:cubicBezTo>
                  <a:cubicBezTo>
                    <a:pt x="0" y="31"/>
                    <a:pt x="27" y="47"/>
                    <a:pt x="38" y="3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2" name="Freeform 2722">
              <a:extLst>
                <a:ext uri="{FF2B5EF4-FFF2-40B4-BE49-F238E27FC236}">
                  <a16:creationId xmlns:a16="http://schemas.microsoft.com/office/drawing/2014/main" id="{9A44A789-74BD-478A-9E47-47965F31F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3115"/>
              <a:ext cx="68" cy="68"/>
            </a:xfrm>
            <a:custGeom>
              <a:avLst/>
              <a:gdLst>
                <a:gd name="T0" fmla="*/ 200 w 34"/>
                <a:gd name="T1" fmla="*/ 0 h 32"/>
                <a:gd name="T2" fmla="*/ 216 w 34"/>
                <a:gd name="T3" fmla="*/ 193 h 32"/>
                <a:gd name="T4" fmla="*/ 0 w 34"/>
                <a:gd name="T5" fmla="*/ 221 h 32"/>
                <a:gd name="T6" fmla="*/ 224 w 34"/>
                <a:gd name="T7" fmla="*/ 204 h 32"/>
                <a:gd name="T8" fmla="*/ 200 w 3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25" y="0"/>
                  </a:moveTo>
                  <a:cubicBezTo>
                    <a:pt x="31" y="6"/>
                    <a:pt x="33" y="14"/>
                    <a:pt x="27" y="20"/>
                  </a:cubicBezTo>
                  <a:cubicBezTo>
                    <a:pt x="21" y="30"/>
                    <a:pt x="8" y="28"/>
                    <a:pt x="0" y="23"/>
                  </a:cubicBezTo>
                  <a:cubicBezTo>
                    <a:pt x="8" y="29"/>
                    <a:pt x="21" y="32"/>
                    <a:pt x="28" y="21"/>
                  </a:cubicBezTo>
                  <a:cubicBezTo>
                    <a:pt x="34" y="14"/>
                    <a:pt x="32" y="5"/>
                    <a:pt x="25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3" name="Freeform 2723">
              <a:extLst>
                <a:ext uri="{FF2B5EF4-FFF2-40B4-BE49-F238E27FC236}">
                  <a16:creationId xmlns:a16="http://schemas.microsoft.com/office/drawing/2014/main" id="{62B12C3E-7E44-464D-A8EC-E3E525A2A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102"/>
              <a:ext cx="50" cy="66"/>
            </a:xfrm>
            <a:custGeom>
              <a:avLst/>
              <a:gdLst>
                <a:gd name="T0" fmla="*/ 64 w 25"/>
                <a:gd name="T1" fmla="*/ 281 h 31"/>
                <a:gd name="T2" fmla="*/ 16 w 25"/>
                <a:gd name="T3" fmla="*/ 164 h 31"/>
                <a:gd name="T4" fmla="*/ 184 w 25"/>
                <a:gd name="T5" fmla="*/ 19 h 31"/>
                <a:gd name="T6" fmla="*/ 184 w 25"/>
                <a:gd name="T7" fmla="*/ 19 h 31"/>
                <a:gd name="T8" fmla="*/ 8 w 25"/>
                <a:gd name="T9" fmla="*/ 153 h 31"/>
                <a:gd name="T10" fmla="*/ 64 w 25"/>
                <a:gd name="T11" fmla="*/ 281 h 31"/>
                <a:gd name="T12" fmla="*/ 64 w 25"/>
                <a:gd name="T13" fmla="*/ 28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1">
                  <a:moveTo>
                    <a:pt x="8" y="29"/>
                  </a:moveTo>
                  <a:cubicBezTo>
                    <a:pt x="4" y="26"/>
                    <a:pt x="2" y="21"/>
                    <a:pt x="2" y="17"/>
                  </a:cubicBezTo>
                  <a:cubicBezTo>
                    <a:pt x="4" y="6"/>
                    <a:pt x="13" y="0"/>
                    <a:pt x="23" y="2"/>
                  </a:cubicBezTo>
                  <a:cubicBezTo>
                    <a:pt x="25" y="3"/>
                    <a:pt x="24" y="2"/>
                    <a:pt x="23" y="2"/>
                  </a:cubicBezTo>
                  <a:cubicBezTo>
                    <a:pt x="12" y="0"/>
                    <a:pt x="3" y="4"/>
                    <a:pt x="1" y="16"/>
                  </a:cubicBezTo>
                  <a:cubicBezTo>
                    <a:pt x="0" y="21"/>
                    <a:pt x="3" y="26"/>
                    <a:pt x="8" y="29"/>
                  </a:cubicBezTo>
                  <a:cubicBezTo>
                    <a:pt x="10" y="31"/>
                    <a:pt x="9" y="30"/>
                    <a:pt x="8" y="2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Freeform 2724">
              <a:extLst>
                <a:ext uri="{FF2B5EF4-FFF2-40B4-BE49-F238E27FC236}">
                  <a16:creationId xmlns:a16="http://schemas.microsoft.com/office/drawing/2014/main" id="{F2F594C5-FE31-4DCD-AD6A-8276154AC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113"/>
              <a:ext cx="56" cy="53"/>
            </a:xfrm>
            <a:custGeom>
              <a:avLst/>
              <a:gdLst>
                <a:gd name="T0" fmla="*/ 16 w 28"/>
                <a:gd name="T1" fmla="*/ 125 h 25"/>
                <a:gd name="T2" fmla="*/ 176 w 28"/>
                <a:gd name="T3" fmla="*/ 189 h 25"/>
                <a:gd name="T4" fmla="*/ 136 w 28"/>
                <a:gd name="T5" fmla="*/ 17 h 25"/>
                <a:gd name="T6" fmla="*/ 16 w 28"/>
                <a:gd name="T7" fmla="*/ 1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5">
                  <a:moveTo>
                    <a:pt x="2" y="13"/>
                  </a:moveTo>
                  <a:cubicBezTo>
                    <a:pt x="4" y="22"/>
                    <a:pt x="16" y="25"/>
                    <a:pt x="22" y="20"/>
                  </a:cubicBezTo>
                  <a:cubicBezTo>
                    <a:pt x="28" y="15"/>
                    <a:pt x="25" y="3"/>
                    <a:pt x="17" y="2"/>
                  </a:cubicBezTo>
                  <a:cubicBezTo>
                    <a:pt x="5" y="0"/>
                    <a:pt x="0" y="6"/>
                    <a:pt x="2" y="1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5" name="Freeform 2725">
              <a:extLst>
                <a:ext uri="{FF2B5EF4-FFF2-40B4-BE49-F238E27FC236}">
                  <a16:creationId xmlns:a16="http://schemas.microsoft.com/office/drawing/2014/main" id="{5EC3FCEE-E803-4732-9B98-70E077942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3122"/>
              <a:ext cx="46" cy="42"/>
            </a:xfrm>
            <a:custGeom>
              <a:avLst/>
              <a:gdLst>
                <a:gd name="T0" fmla="*/ 136 w 23"/>
                <a:gd name="T1" fmla="*/ 0 h 20"/>
                <a:gd name="T2" fmla="*/ 136 w 23"/>
                <a:gd name="T3" fmla="*/ 141 h 20"/>
                <a:gd name="T4" fmla="*/ 0 w 23"/>
                <a:gd name="T5" fmla="*/ 128 h 20"/>
                <a:gd name="T6" fmla="*/ 144 w 23"/>
                <a:gd name="T7" fmla="*/ 149 h 20"/>
                <a:gd name="T8" fmla="*/ 136 w 2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17" y="0"/>
                  </a:moveTo>
                  <a:cubicBezTo>
                    <a:pt x="20" y="4"/>
                    <a:pt x="21" y="11"/>
                    <a:pt x="17" y="15"/>
                  </a:cubicBezTo>
                  <a:cubicBezTo>
                    <a:pt x="13" y="18"/>
                    <a:pt x="5" y="18"/>
                    <a:pt x="0" y="14"/>
                  </a:cubicBezTo>
                  <a:cubicBezTo>
                    <a:pt x="5" y="19"/>
                    <a:pt x="14" y="20"/>
                    <a:pt x="18" y="16"/>
                  </a:cubicBezTo>
                  <a:cubicBezTo>
                    <a:pt x="23" y="12"/>
                    <a:pt x="22" y="3"/>
                    <a:pt x="1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6" name="Freeform 2726">
              <a:extLst>
                <a:ext uri="{FF2B5EF4-FFF2-40B4-BE49-F238E27FC236}">
                  <a16:creationId xmlns:a16="http://schemas.microsoft.com/office/drawing/2014/main" id="{45049B2A-03D6-4F6A-8AA6-48C4D3370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3117"/>
              <a:ext cx="20" cy="15"/>
            </a:xfrm>
            <a:custGeom>
              <a:avLst/>
              <a:gdLst>
                <a:gd name="T0" fmla="*/ 80 w 10"/>
                <a:gd name="T1" fmla="*/ 0 h 7"/>
                <a:gd name="T2" fmla="*/ 0 w 10"/>
                <a:gd name="T3" fmla="*/ 69 h 7"/>
                <a:gd name="T4" fmla="*/ 8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5" y="0"/>
                    <a:pt x="1" y="3"/>
                    <a:pt x="0" y="7"/>
                  </a:cubicBezTo>
                  <a:cubicBezTo>
                    <a:pt x="2" y="4"/>
                    <a:pt x="4" y="1"/>
                    <a:pt x="1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7" name="Freeform 2727">
              <a:extLst>
                <a:ext uri="{FF2B5EF4-FFF2-40B4-BE49-F238E27FC236}">
                  <a16:creationId xmlns:a16="http://schemas.microsoft.com/office/drawing/2014/main" id="{70AFFDB7-D35B-49F4-90E9-EBC26083B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132"/>
              <a:ext cx="34" cy="34"/>
            </a:xfrm>
            <a:custGeom>
              <a:avLst/>
              <a:gdLst>
                <a:gd name="T0" fmla="*/ 112 w 17"/>
                <a:gd name="T1" fmla="*/ 0 h 16"/>
                <a:gd name="T2" fmla="*/ 0 w 17"/>
                <a:gd name="T3" fmla="*/ 128 h 16"/>
                <a:gd name="T4" fmla="*/ 112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4" y="0"/>
                  </a:moveTo>
                  <a:cubicBezTo>
                    <a:pt x="15" y="5"/>
                    <a:pt x="14" y="16"/>
                    <a:pt x="0" y="13"/>
                  </a:cubicBezTo>
                  <a:cubicBezTo>
                    <a:pt x="7" y="15"/>
                    <a:pt x="17" y="15"/>
                    <a:pt x="1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8" name="Freeform 2728">
              <a:extLst>
                <a:ext uri="{FF2B5EF4-FFF2-40B4-BE49-F238E27FC236}">
                  <a16:creationId xmlns:a16="http://schemas.microsoft.com/office/drawing/2014/main" id="{F94A3AFE-303A-4523-AE36-423722835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098"/>
              <a:ext cx="92" cy="100"/>
            </a:xfrm>
            <a:custGeom>
              <a:avLst/>
              <a:gdLst>
                <a:gd name="T0" fmla="*/ 304 w 46"/>
                <a:gd name="T1" fmla="*/ 289 h 47"/>
                <a:gd name="T2" fmla="*/ 224 w 46"/>
                <a:gd name="T3" fmla="*/ 40 h 47"/>
                <a:gd name="T4" fmla="*/ 16 w 46"/>
                <a:gd name="T5" fmla="*/ 172 h 47"/>
                <a:gd name="T6" fmla="*/ 304 w 46"/>
                <a:gd name="T7" fmla="*/ 2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38" y="30"/>
                  </a:moveTo>
                  <a:cubicBezTo>
                    <a:pt x="46" y="21"/>
                    <a:pt x="41" y="8"/>
                    <a:pt x="28" y="4"/>
                  </a:cubicBezTo>
                  <a:cubicBezTo>
                    <a:pt x="16" y="0"/>
                    <a:pt x="4" y="5"/>
                    <a:pt x="2" y="18"/>
                  </a:cubicBezTo>
                  <a:cubicBezTo>
                    <a:pt x="0" y="31"/>
                    <a:pt x="27" y="47"/>
                    <a:pt x="38" y="3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9" name="Freeform 2729">
              <a:extLst>
                <a:ext uri="{FF2B5EF4-FFF2-40B4-BE49-F238E27FC236}">
                  <a16:creationId xmlns:a16="http://schemas.microsoft.com/office/drawing/2014/main" id="{2C1FD66B-F127-4E02-BE1B-E78081133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3117"/>
              <a:ext cx="48" cy="45"/>
            </a:xfrm>
            <a:custGeom>
              <a:avLst/>
              <a:gdLst>
                <a:gd name="T0" fmla="*/ 120 w 24"/>
                <a:gd name="T1" fmla="*/ 0 h 21"/>
                <a:gd name="T2" fmla="*/ 176 w 24"/>
                <a:gd name="T3" fmla="*/ 69 h 21"/>
                <a:gd name="T4" fmla="*/ 160 w 24"/>
                <a:gd name="T5" fmla="*/ 180 h 21"/>
                <a:gd name="T6" fmla="*/ 64 w 24"/>
                <a:gd name="T7" fmla="*/ 189 h 21"/>
                <a:gd name="T8" fmla="*/ 0 w 24"/>
                <a:gd name="T9" fmla="*/ 109 h 21"/>
                <a:gd name="T10" fmla="*/ 0 w 24"/>
                <a:gd name="T11" fmla="*/ 109 h 21"/>
                <a:gd name="T12" fmla="*/ 64 w 24"/>
                <a:gd name="T13" fmla="*/ 197 h 21"/>
                <a:gd name="T14" fmla="*/ 160 w 24"/>
                <a:gd name="T15" fmla="*/ 180 h 21"/>
                <a:gd name="T16" fmla="*/ 184 w 24"/>
                <a:gd name="T17" fmla="*/ 69 h 21"/>
                <a:gd name="T18" fmla="*/ 120 w 24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21">
                  <a:moveTo>
                    <a:pt x="15" y="0"/>
                  </a:moveTo>
                  <a:cubicBezTo>
                    <a:pt x="19" y="1"/>
                    <a:pt x="21" y="3"/>
                    <a:pt x="22" y="7"/>
                  </a:cubicBezTo>
                  <a:cubicBezTo>
                    <a:pt x="24" y="11"/>
                    <a:pt x="23" y="16"/>
                    <a:pt x="20" y="18"/>
                  </a:cubicBezTo>
                  <a:cubicBezTo>
                    <a:pt x="17" y="20"/>
                    <a:pt x="13" y="21"/>
                    <a:pt x="8" y="19"/>
                  </a:cubicBezTo>
                  <a:cubicBezTo>
                    <a:pt x="4" y="18"/>
                    <a:pt x="0" y="1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5"/>
                    <a:pt x="4" y="18"/>
                    <a:pt x="8" y="20"/>
                  </a:cubicBezTo>
                  <a:cubicBezTo>
                    <a:pt x="13" y="21"/>
                    <a:pt x="17" y="21"/>
                    <a:pt x="20" y="18"/>
                  </a:cubicBezTo>
                  <a:cubicBezTo>
                    <a:pt x="23" y="16"/>
                    <a:pt x="24" y="11"/>
                    <a:pt x="23" y="7"/>
                  </a:cubicBezTo>
                  <a:cubicBezTo>
                    <a:pt x="22" y="3"/>
                    <a:pt x="19" y="1"/>
                    <a:pt x="1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0" name="Freeform 2730">
              <a:extLst>
                <a:ext uri="{FF2B5EF4-FFF2-40B4-BE49-F238E27FC236}">
                  <a16:creationId xmlns:a16="http://schemas.microsoft.com/office/drawing/2014/main" id="{92D8EE2C-6FBD-4F87-981D-D137C2156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2749"/>
              <a:ext cx="92" cy="100"/>
            </a:xfrm>
            <a:custGeom>
              <a:avLst/>
              <a:gdLst>
                <a:gd name="T0" fmla="*/ 304 w 46"/>
                <a:gd name="T1" fmla="*/ 289 h 47"/>
                <a:gd name="T2" fmla="*/ 224 w 46"/>
                <a:gd name="T3" fmla="*/ 40 h 47"/>
                <a:gd name="T4" fmla="*/ 16 w 46"/>
                <a:gd name="T5" fmla="*/ 172 h 47"/>
                <a:gd name="T6" fmla="*/ 304 w 46"/>
                <a:gd name="T7" fmla="*/ 2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38" y="30"/>
                  </a:moveTo>
                  <a:cubicBezTo>
                    <a:pt x="46" y="21"/>
                    <a:pt x="41" y="8"/>
                    <a:pt x="28" y="4"/>
                  </a:cubicBezTo>
                  <a:cubicBezTo>
                    <a:pt x="15" y="0"/>
                    <a:pt x="4" y="5"/>
                    <a:pt x="2" y="18"/>
                  </a:cubicBezTo>
                  <a:cubicBezTo>
                    <a:pt x="0" y="31"/>
                    <a:pt x="27" y="47"/>
                    <a:pt x="38" y="3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1" name="Freeform 2731">
              <a:extLst>
                <a:ext uri="{FF2B5EF4-FFF2-40B4-BE49-F238E27FC236}">
                  <a16:creationId xmlns:a16="http://schemas.microsoft.com/office/drawing/2014/main" id="{7C6EAC9F-61B1-477E-A17C-F25076104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66"/>
              <a:ext cx="68" cy="68"/>
            </a:xfrm>
            <a:custGeom>
              <a:avLst/>
              <a:gdLst>
                <a:gd name="T0" fmla="*/ 200 w 34"/>
                <a:gd name="T1" fmla="*/ 0 h 32"/>
                <a:gd name="T2" fmla="*/ 216 w 34"/>
                <a:gd name="T3" fmla="*/ 193 h 32"/>
                <a:gd name="T4" fmla="*/ 0 w 34"/>
                <a:gd name="T5" fmla="*/ 221 h 32"/>
                <a:gd name="T6" fmla="*/ 224 w 34"/>
                <a:gd name="T7" fmla="*/ 204 h 32"/>
                <a:gd name="T8" fmla="*/ 200 w 3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25" y="0"/>
                  </a:moveTo>
                  <a:cubicBezTo>
                    <a:pt x="31" y="5"/>
                    <a:pt x="32" y="14"/>
                    <a:pt x="27" y="20"/>
                  </a:cubicBezTo>
                  <a:cubicBezTo>
                    <a:pt x="20" y="30"/>
                    <a:pt x="8" y="28"/>
                    <a:pt x="0" y="23"/>
                  </a:cubicBezTo>
                  <a:cubicBezTo>
                    <a:pt x="8" y="29"/>
                    <a:pt x="21" y="32"/>
                    <a:pt x="28" y="21"/>
                  </a:cubicBezTo>
                  <a:cubicBezTo>
                    <a:pt x="34" y="14"/>
                    <a:pt x="32" y="5"/>
                    <a:pt x="25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2" name="Freeform 2732">
              <a:extLst>
                <a:ext uri="{FF2B5EF4-FFF2-40B4-BE49-F238E27FC236}">
                  <a16:creationId xmlns:a16="http://schemas.microsoft.com/office/drawing/2014/main" id="{FF731D44-43B0-4D0E-8887-374935525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2751"/>
              <a:ext cx="48" cy="66"/>
            </a:xfrm>
            <a:custGeom>
              <a:avLst/>
              <a:gdLst>
                <a:gd name="T0" fmla="*/ 64 w 24"/>
                <a:gd name="T1" fmla="*/ 290 h 31"/>
                <a:gd name="T2" fmla="*/ 16 w 24"/>
                <a:gd name="T3" fmla="*/ 172 h 31"/>
                <a:gd name="T4" fmla="*/ 184 w 24"/>
                <a:gd name="T5" fmla="*/ 28 h 31"/>
                <a:gd name="T6" fmla="*/ 184 w 24"/>
                <a:gd name="T7" fmla="*/ 28 h 31"/>
                <a:gd name="T8" fmla="*/ 8 w 24"/>
                <a:gd name="T9" fmla="*/ 164 h 31"/>
                <a:gd name="T10" fmla="*/ 64 w 24"/>
                <a:gd name="T11" fmla="*/ 290 h 31"/>
                <a:gd name="T12" fmla="*/ 64 w 24"/>
                <a:gd name="T13" fmla="*/ 29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1">
                  <a:moveTo>
                    <a:pt x="8" y="30"/>
                  </a:moveTo>
                  <a:cubicBezTo>
                    <a:pt x="4" y="27"/>
                    <a:pt x="1" y="22"/>
                    <a:pt x="2" y="18"/>
                  </a:cubicBezTo>
                  <a:cubicBezTo>
                    <a:pt x="4" y="7"/>
                    <a:pt x="13" y="1"/>
                    <a:pt x="23" y="3"/>
                  </a:cubicBezTo>
                  <a:cubicBezTo>
                    <a:pt x="24" y="3"/>
                    <a:pt x="24" y="3"/>
                    <a:pt x="23" y="3"/>
                  </a:cubicBezTo>
                  <a:cubicBezTo>
                    <a:pt x="12" y="0"/>
                    <a:pt x="2" y="5"/>
                    <a:pt x="1" y="17"/>
                  </a:cubicBezTo>
                  <a:cubicBezTo>
                    <a:pt x="0" y="22"/>
                    <a:pt x="3" y="27"/>
                    <a:pt x="8" y="30"/>
                  </a:cubicBezTo>
                  <a:cubicBezTo>
                    <a:pt x="9" y="31"/>
                    <a:pt x="9" y="31"/>
                    <a:pt x="8" y="3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3" name="Freeform 2733">
              <a:extLst>
                <a:ext uri="{FF2B5EF4-FFF2-40B4-BE49-F238E27FC236}">
                  <a16:creationId xmlns:a16="http://schemas.microsoft.com/office/drawing/2014/main" id="{103A69E2-562F-4F60-BE47-4EB01B7EE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2764"/>
              <a:ext cx="56" cy="53"/>
            </a:xfrm>
            <a:custGeom>
              <a:avLst/>
              <a:gdLst>
                <a:gd name="T0" fmla="*/ 8 w 28"/>
                <a:gd name="T1" fmla="*/ 125 h 25"/>
                <a:gd name="T2" fmla="*/ 176 w 28"/>
                <a:gd name="T3" fmla="*/ 189 h 25"/>
                <a:gd name="T4" fmla="*/ 136 w 28"/>
                <a:gd name="T5" fmla="*/ 17 h 25"/>
                <a:gd name="T6" fmla="*/ 8 w 28"/>
                <a:gd name="T7" fmla="*/ 1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5">
                  <a:moveTo>
                    <a:pt x="1" y="13"/>
                  </a:moveTo>
                  <a:cubicBezTo>
                    <a:pt x="3" y="22"/>
                    <a:pt x="16" y="25"/>
                    <a:pt x="22" y="20"/>
                  </a:cubicBezTo>
                  <a:cubicBezTo>
                    <a:pt x="28" y="15"/>
                    <a:pt x="25" y="3"/>
                    <a:pt x="17" y="2"/>
                  </a:cubicBezTo>
                  <a:cubicBezTo>
                    <a:pt x="5" y="0"/>
                    <a:pt x="0" y="6"/>
                    <a:pt x="1" y="1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4" name="Freeform 2734">
              <a:extLst>
                <a:ext uri="{FF2B5EF4-FFF2-40B4-BE49-F238E27FC236}">
                  <a16:creationId xmlns:a16="http://schemas.microsoft.com/office/drawing/2014/main" id="{BF78512F-9D1A-4599-96CE-F303E225B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2773"/>
              <a:ext cx="46" cy="42"/>
            </a:xfrm>
            <a:custGeom>
              <a:avLst/>
              <a:gdLst>
                <a:gd name="T0" fmla="*/ 136 w 23"/>
                <a:gd name="T1" fmla="*/ 0 h 20"/>
                <a:gd name="T2" fmla="*/ 128 w 23"/>
                <a:gd name="T3" fmla="*/ 141 h 20"/>
                <a:gd name="T4" fmla="*/ 0 w 23"/>
                <a:gd name="T5" fmla="*/ 128 h 20"/>
                <a:gd name="T6" fmla="*/ 144 w 23"/>
                <a:gd name="T7" fmla="*/ 149 h 20"/>
                <a:gd name="T8" fmla="*/ 136 w 2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17" y="0"/>
                  </a:moveTo>
                  <a:cubicBezTo>
                    <a:pt x="20" y="4"/>
                    <a:pt x="20" y="11"/>
                    <a:pt x="16" y="15"/>
                  </a:cubicBezTo>
                  <a:cubicBezTo>
                    <a:pt x="12" y="18"/>
                    <a:pt x="5" y="18"/>
                    <a:pt x="0" y="14"/>
                  </a:cubicBezTo>
                  <a:cubicBezTo>
                    <a:pt x="5" y="19"/>
                    <a:pt x="13" y="20"/>
                    <a:pt x="18" y="16"/>
                  </a:cubicBezTo>
                  <a:cubicBezTo>
                    <a:pt x="23" y="12"/>
                    <a:pt x="22" y="3"/>
                    <a:pt x="1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5" name="Freeform 2735">
              <a:extLst>
                <a:ext uri="{FF2B5EF4-FFF2-40B4-BE49-F238E27FC236}">
                  <a16:creationId xmlns:a16="http://schemas.microsoft.com/office/drawing/2014/main" id="{6AAA0997-C41B-4795-B983-FB50600A5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768"/>
              <a:ext cx="20" cy="15"/>
            </a:xfrm>
            <a:custGeom>
              <a:avLst/>
              <a:gdLst>
                <a:gd name="T0" fmla="*/ 80 w 10"/>
                <a:gd name="T1" fmla="*/ 0 h 7"/>
                <a:gd name="T2" fmla="*/ 0 w 10"/>
                <a:gd name="T3" fmla="*/ 69 h 7"/>
                <a:gd name="T4" fmla="*/ 8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6" y="0"/>
                    <a:pt x="1" y="2"/>
                    <a:pt x="0" y="7"/>
                  </a:cubicBezTo>
                  <a:cubicBezTo>
                    <a:pt x="2" y="4"/>
                    <a:pt x="5" y="1"/>
                    <a:pt x="1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6" name="Freeform 2736">
              <a:extLst>
                <a:ext uri="{FF2B5EF4-FFF2-40B4-BE49-F238E27FC236}">
                  <a16:creationId xmlns:a16="http://schemas.microsoft.com/office/drawing/2014/main" id="{131A825D-A6D9-49E2-89E9-45E21F1C7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2783"/>
              <a:ext cx="34" cy="34"/>
            </a:xfrm>
            <a:custGeom>
              <a:avLst/>
              <a:gdLst>
                <a:gd name="T0" fmla="*/ 112 w 17"/>
                <a:gd name="T1" fmla="*/ 0 h 16"/>
                <a:gd name="T2" fmla="*/ 0 w 17"/>
                <a:gd name="T3" fmla="*/ 128 h 16"/>
                <a:gd name="T4" fmla="*/ 112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4" y="0"/>
                  </a:moveTo>
                  <a:cubicBezTo>
                    <a:pt x="15" y="5"/>
                    <a:pt x="14" y="16"/>
                    <a:pt x="0" y="13"/>
                  </a:cubicBezTo>
                  <a:cubicBezTo>
                    <a:pt x="6" y="15"/>
                    <a:pt x="17" y="15"/>
                    <a:pt x="1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7" name="Freeform 2737">
              <a:extLst>
                <a:ext uri="{FF2B5EF4-FFF2-40B4-BE49-F238E27FC236}">
                  <a16:creationId xmlns:a16="http://schemas.microsoft.com/office/drawing/2014/main" id="{D9C8C4E5-352B-4E05-9093-5A8C0A972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2749"/>
              <a:ext cx="92" cy="100"/>
            </a:xfrm>
            <a:custGeom>
              <a:avLst/>
              <a:gdLst>
                <a:gd name="T0" fmla="*/ 304 w 46"/>
                <a:gd name="T1" fmla="*/ 289 h 47"/>
                <a:gd name="T2" fmla="*/ 224 w 46"/>
                <a:gd name="T3" fmla="*/ 40 h 47"/>
                <a:gd name="T4" fmla="*/ 16 w 46"/>
                <a:gd name="T5" fmla="*/ 172 h 47"/>
                <a:gd name="T6" fmla="*/ 304 w 46"/>
                <a:gd name="T7" fmla="*/ 2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38" y="30"/>
                  </a:moveTo>
                  <a:cubicBezTo>
                    <a:pt x="46" y="21"/>
                    <a:pt x="41" y="8"/>
                    <a:pt x="28" y="4"/>
                  </a:cubicBezTo>
                  <a:cubicBezTo>
                    <a:pt x="15" y="0"/>
                    <a:pt x="4" y="5"/>
                    <a:pt x="2" y="18"/>
                  </a:cubicBezTo>
                  <a:cubicBezTo>
                    <a:pt x="0" y="31"/>
                    <a:pt x="27" y="47"/>
                    <a:pt x="38" y="3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8" name="Freeform 2738">
              <a:extLst>
                <a:ext uri="{FF2B5EF4-FFF2-40B4-BE49-F238E27FC236}">
                  <a16:creationId xmlns:a16="http://schemas.microsoft.com/office/drawing/2014/main" id="{3BCB1E70-B03D-4B84-B435-A2A8ABB5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768"/>
              <a:ext cx="50" cy="45"/>
            </a:xfrm>
            <a:custGeom>
              <a:avLst/>
              <a:gdLst>
                <a:gd name="T0" fmla="*/ 128 w 25"/>
                <a:gd name="T1" fmla="*/ 0 h 21"/>
                <a:gd name="T2" fmla="*/ 184 w 25"/>
                <a:gd name="T3" fmla="*/ 69 h 21"/>
                <a:gd name="T4" fmla="*/ 168 w 25"/>
                <a:gd name="T5" fmla="*/ 180 h 21"/>
                <a:gd name="T6" fmla="*/ 72 w 25"/>
                <a:gd name="T7" fmla="*/ 189 h 21"/>
                <a:gd name="T8" fmla="*/ 0 w 25"/>
                <a:gd name="T9" fmla="*/ 109 h 21"/>
                <a:gd name="T10" fmla="*/ 0 w 25"/>
                <a:gd name="T11" fmla="*/ 109 h 21"/>
                <a:gd name="T12" fmla="*/ 72 w 25"/>
                <a:gd name="T13" fmla="*/ 197 h 21"/>
                <a:gd name="T14" fmla="*/ 168 w 25"/>
                <a:gd name="T15" fmla="*/ 180 h 21"/>
                <a:gd name="T16" fmla="*/ 192 w 25"/>
                <a:gd name="T17" fmla="*/ 69 h 21"/>
                <a:gd name="T18" fmla="*/ 128 w 25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21">
                  <a:moveTo>
                    <a:pt x="16" y="0"/>
                  </a:moveTo>
                  <a:cubicBezTo>
                    <a:pt x="19" y="1"/>
                    <a:pt x="22" y="3"/>
                    <a:pt x="23" y="7"/>
                  </a:cubicBezTo>
                  <a:cubicBezTo>
                    <a:pt x="24" y="11"/>
                    <a:pt x="23" y="16"/>
                    <a:pt x="21" y="18"/>
                  </a:cubicBezTo>
                  <a:cubicBezTo>
                    <a:pt x="18" y="20"/>
                    <a:pt x="13" y="21"/>
                    <a:pt x="9" y="19"/>
                  </a:cubicBezTo>
                  <a:cubicBezTo>
                    <a:pt x="4" y="18"/>
                    <a:pt x="1" y="1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5"/>
                    <a:pt x="4" y="18"/>
                    <a:pt x="9" y="20"/>
                  </a:cubicBezTo>
                  <a:cubicBezTo>
                    <a:pt x="13" y="21"/>
                    <a:pt x="18" y="21"/>
                    <a:pt x="21" y="18"/>
                  </a:cubicBezTo>
                  <a:cubicBezTo>
                    <a:pt x="24" y="16"/>
                    <a:pt x="25" y="11"/>
                    <a:pt x="24" y="7"/>
                  </a:cubicBezTo>
                  <a:cubicBezTo>
                    <a:pt x="22" y="3"/>
                    <a:pt x="19" y="1"/>
                    <a:pt x="16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9" name="Freeform 2739">
              <a:extLst>
                <a:ext uri="{FF2B5EF4-FFF2-40B4-BE49-F238E27FC236}">
                  <a16:creationId xmlns:a16="http://schemas.microsoft.com/office/drawing/2014/main" id="{9A0B8114-5D9A-4289-8CF6-80A8ED8FD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945"/>
              <a:ext cx="112" cy="62"/>
            </a:xfrm>
            <a:custGeom>
              <a:avLst/>
              <a:gdLst>
                <a:gd name="T0" fmla="*/ 48 w 56"/>
                <a:gd name="T1" fmla="*/ 109 h 29"/>
                <a:gd name="T2" fmla="*/ 72 w 56"/>
                <a:gd name="T3" fmla="*/ 257 h 29"/>
                <a:gd name="T4" fmla="*/ 328 w 56"/>
                <a:gd name="T5" fmla="*/ 257 h 29"/>
                <a:gd name="T6" fmla="*/ 440 w 56"/>
                <a:gd name="T7" fmla="*/ 120 h 29"/>
                <a:gd name="T8" fmla="*/ 48 w 56"/>
                <a:gd name="T9" fmla="*/ 10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">
                  <a:moveTo>
                    <a:pt x="6" y="11"/>
                  </a:moveTo>
                  <a:cubicBezTo>
                    <a:pt x="0" y="17"/>
                    <a:pt x="2" y="22"/>
                    <a:pt x="9" y="26"/>
                  </a:cubicBezTo>
                  <a:cubicBezTo>
                    <a:pt x="17" y="29"/>
                    <a:pt x="30" y="29"/>
                    <a:pt x="41" y="26"/>
                  </a:cubicBezTo>
                  <a:cubicBezTo>
                    <a:pt x="53" y="22"/>
                    <a:pt x="56" y="17"/>
                    <a:pt x="55" y="12"/>
                  </a:cubicBezTo>
                  <a:cubicBezTo>
                    <a:pt x="53" y="1"/>
                    <a:pt x="19" y="0"/>
                    <a:pt x="6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0" name="Freeform 2740">
              <a:extLst>
                <a:ext uri="{FF2B5EF4-FFF2-40B4-BE49-F238E27FC236}">
                  <a16:creationId xmlns:a16="http://schemas.microsoft.com/office/drawing/2014/main" id="{BD241163-FAE6-480F-B9FE-745388A09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2947"/>
              <a:ext cx="94" cy="45"/>
            </a:xfrm>
            <a:custGeom>
              <a:avLst/>
              <a:gdLst>
                <a:gd name="T0" fmla="*/ 0 w 47"/>
                <a:gd name="T1" fmla="*/ 88 h 21"/>
                <a:gd name="T2" fmla="*/ 360 w 47"/>
                <a:gd name="T3" fmla="*/ 120 h 21"/>
                <a:gd name="T4" fmla="*/ 328 w 47"/>
                <a:gd name="T5" fmla="*/ 206 h 21"/>
                <a:gd name="T6" fmla="*/ 368 w 47"/>
                <a:gd name="T7" fmla="*/ 109 h 21"/>
                <a:gd name="T8" fmla="*/ 0 w 47"/>
                <a:gd name="T9" fmla="*/ 8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1">
                  <a:moveTo>
                    <a:pt x="0" y="9"/>
                  </a:moveTo>
                  <a:cubicBezTo>
                    <a:pt x="13" y="1"/>
                    <a:pt x="44" y="2"/>
                    <a:pt x="45" y="12"/>
                  </a:cubicBezTo>
                  <a:cubicBezTo>
                    <a:pt x="45" y="15"/>
                    <a:pt x="45" y="18"/>
                    <a:pt x="41" y="21"/>
                  </a:cubicBezTo>
                  <a:cubicBezTo>
                    <a:pt x="46" y="18"/>
                    <a:pt x="47" y="14"/>
                    <a:pt x="46" y="11"/>
                  </a:cubicBezTo>
                  <a:cubicBezTo>
                    <a:pt x="45" y="1"/>
                    <a:pt x="13" y="0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1" name="Freeform 2741">
              <a:extLst>
                <a:ext uri="{FF2B5EF4-FFF2-40B4-BE49-F238E27FC236}">
                  <a16:creationId xmlns:a16="http://schemas.microsoft.com/office/drawing/2014/main" id="{EAEB2C56-8EB1-4590-ADFF-A5596C908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973"/>
              <a:ext cx="76" cy="34"/>
            </a:xfrm>
            <a:custGeom>
              <a:avLst/>
              <a:gdLst>
                <a:gd name="T0" fmla="*/ 304 w 38"/>
                <a:gd name="T1" fmla="*/ 117 h 16"/>
                <a:gd name="T2" fmla="*/ 72 w 38"/>
                <a:gd name="T3" fmla="*/ 104 h 16"/>
                <a:gd name="T4" fmla="*/ 24 w 38"/>
                <a:gd name="T5" fmla="*/ 0 h 16"/>
                <a:gd name="T6" fmla="*/ 64 w 38"/>
                <a:gd name="T7" fmla="*/ 117 h 16"/>
                <a:gd name="T8" fmla="*/ 304 w 38"/>
                <a:gd name="T9" fmla="*/ 117 h 16"/>
                <a:gd name="T10" fmla="*/ 304 w 38"/>
                <a:gd name="T11" fmla="*/ 11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38" y="12"/>
                  </a:moveTo>
                  <a:cubicBezTo>
                    <a:pt x="28" y="15"/>
                    <a:pt x="16" y="14"/>
                    <a:pt x="9" y="11"/>
                  </a:cubicBezTo>
                  <a:cubicBezTo>
                    <a:pt x="4" y="8"/>
                    <a:pt x="1" y="4"/>
                    <a:pt x="3" y="0"/>
                  </a:cubicBezTo>
                  <a:cubicBezTo>
                    <a:pt x="0" y="5"/>
                    <a:pt x="2" y="10"/>
                    <a:pt x="8" y="12"/>
                  </a:cubicBezTo>
                  <a:cubicBezTo>
                    <a:pt x="16" y="16"/>
                    <a:pt x="28" y="15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2" name="Freeform 2742">
              <a:extLst>
                <a:ext uri="{FF2B5EF4-FFF2-40B4-BE49-F238E27FC236}">
                  <a16:creationId xmlns:a16="http://schemas.microsoft.com/office/drawing/2014/main" id="{7AAFEE58-7040-45B0-8E54-98FEC29A5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2960"/>
              <a:ext cx="74" cy="32"/>
            </a:xfrm>
            <a:custGeom>
              <a:avLst/>
              <a:gdLst>
                <a:gd name="T0" fmla="*/ 296 w 37"/>
                <a:gd name="T1" fmla="*/ 60 h 15"/>
                <a:gd name="T2" fmla="*/ 104 w 37"/>
                <a:gd name="T3" fmla="*/ 137 h 15"/>
                <a:gd name="T4" fmla="*/ 56 w 37"/>
                <a:gd name="T5" fmla="*/ 49 h 15"/>
                <a:gd name="T6" fmla="*/ 296 w 37"/>
                <a:gd name="T7" fmla="*/ 6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37" y="6"/>
                  </a:moveTo>
                  <a:cubicBezTo>
                    <a:pt x="36" y="12"/>
                    <a:pt x="22" y="15"/>
                    <a:pt x="13" y="14"/>
                  </a:cubicBezTo>
                  <a:cubicBezTo>
                    <a:pt x="5" y="13"/>
                    <a:pt x="0" y="9"/>
                    <a:pt x="7" y="5"/>
                  </a:cubicBezTo>
                  <a:cubicBezTo>
                    <a:pt x="15" y="0"/>
                    <a:pt x="37" y="0"/>
                    <a:pt x="37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3" name="Freeform 2743">
              <a:extLst>
                <a:ext uri="{FF2B5EF4-FFF2-40B4-BE49-F238E27FC236}">
                  <a16:creationId xmlns:a16="http://schemas.microsoft.com/office/drawing/2014/main" id="{D57B4C5F-3744-480C-B5D6-0ECEF6499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973"/>
              <a:ext cx="70" cy="19"/>
            </a:xfrm>
            <a:custGeom>
              <a:avLst/>
              <a:gdLst>
                <a:gd name="T0" fmla="*/ 96 w 35"/>
                <a:gd name="T1" fmla="*/ 57 h 9"/>
                <a:gd name="T2" fmla="*/ 16 w 35"/>
                <a:gd name="T3" fmla="*/ 8 h 9"/>
                <a:gd name="T4" fmla="*/ 88 w 35"/>
                <a:gd name="T5" fmla="*/ 76 h 9"/>
                <a:gd name="T6" fmla="*/ 280 w 35"/>
                <a:gd name="T7" fmla="*/ 0 h 9"/>
                <a:gd name="T8" fmla="*/ 272 w 35"/>
                <a:gd name="T9" fmla="*/ 0 h 9"/>
                <a:gd name="T10" fmla="*/ 96 w 35"/>
                <a:gd name="T11" fmla="*/ 5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9">
                  <a:moveTo>
                    <a:pt x="12" y="6"/>
                  </a:moveTo>
                  <a:cubicBezTo>
                    <a:pt x="6" y="5"/>
                    <a:pt x="3" y="3"/>
                    <a:pt x="2" y="1"/>
                  </a:cubicBezTo>
                  <a:cubicBezTo>
                    <a:pt x="0" y="4"/>
                    <a:pt x="5" y="7"/>
                    <a:pt x="11" y="8"/>
                  </a:cubicBezTo>
                  <a:cubicBezTo>
                    <a:pt x="20" y="9"/>
                    <a:pt x="34" y="6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cubicBezTo>
                    <a:pt x="32" y="5"/>
                    <a:pt x="19" y="7"/>
                    <a:pt x="12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4" name="Freeform 2744">
              <a:extLst>
                <a:ext uri="{FF2B5EF4-FFF2-40B4-BE49-F238E27FC236}">
                  <a16:creationId xmlns:a16="http://schemas.microsoft.com/office/drawing/2014/main" id="{6A3E7DF1-E508-4C26-AB20-44A4F42FF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962"/>
              <a:ext cx="44" cy="6"/>
            </a:xfrm>
            <a:custGeom>
              <a:avLst/>
              <a:gdLst>
                <a:gd name="T0" fmla="*/ 0 w 22"/>
                <a:gd name="T1" fmla="*/ 8 h 3"/>
                <a:gd name="T2" fmla="*/ 176 w 22"/>
                <a:gd name="T3" fmla="*/ 24 h 3"/>
                <a:gd name="T4" fmla="*/ 0 w 2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">
                  <a:moveTo>
                    <a:pt x="0" y="1"/>
                  </a:moveTo>
                  <a:cubicBezTo>
                    <a:pt x="6" y="0"/>
                    <a:pt x="19" y="0"/>
                    <a:pt x="22" y="3"/>
                  </a:cubicBezTo>
                  <a:cubicBezTo>
                    <a:pt x="21" y="2"/>
                    <a:pt x="10" y="0"/>
                    <a:pt x="0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5" name="Freeform 2745">
              <a:extLst>
                <a:ext uri="{FF2B5EF4-FFF2-40B4-BE49-F238E27FC236}">
                  <a16:creationId xmlns:a16="http://schemas.microsoft.com/office/drawing/2014/main" id="{2B29A0F7-A776-4E86-B7F6-7C9D99099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956"/>
              <a:ext cx="38" cy="12"/>
            </a:xfrm>
            <a:custGeom>
              <a:avLst/>
              <a:gdLst>
                <a:gd name="T0" fmla="*/ 0 w 19"/>
                <a:gd name="T1" fmla="*/ 24 h 6"/>
                <a:gd name="T2" fmla="*/ 152 w 19"/>
                <a:gd name="T3" fmla="*/ 48 h 6"/>
                <a:gd name="T4" fmla="*/ 0 w 19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">
                  <a:moveTo>
                    <a:pt x="0" y="3"/>
                  </a:moveTo>
                  <a:cubicBezTo>
                    <a:pt x="4" y="2"/>
                    <a:pt x="17" y="2"/>
                    <a:pt x="19" y="6"/>
                  </a:cubicBezTo>
                  <a:cubicBezTo>
                    <a:pt x="18" y="4"/>
                    <a:pt x="14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6" name="Freeform 2746">
              <a:extLst>
                <a:ext uri="{FF2B5EF4-FFF2-40B4-BE49-F238E27FC236}">
                  <a16:creationId xmlns:a16="http://schemas.microsoft.com/office/drawing/2014/main" id="{A4C0E0C2-0F52-4320-802F-3B47423D1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985"/>
              <a:ext cx="48" cy="9"/>
            </a:xfrm>
            <a:custGeom>
              <a:avLst/>
              <a:gdLst>
                <a:gd name="T0" fmla="*/ 0 w 24"/>
                <a:gd name="T1" fmla="*/ 11 h 4"/>
                <a:gd name="T2" fmla="*/ 192 w 24"/>
                <a:gd name="T3" fmla="*/ 0 h 4"/>
                <a:gd name="T4" fmla="*/ 0 w 2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">
                  <a:moveTo>
                    <a:pt x="0" y="1"/>
                  </a:moveTo>
                  <a:cubicBezTo>
                    <a:pt x="3" y="3"/>
                    <a:pt x="15" y="4"/>
                    <a:pt x="24" y="0"/>
                  </a:cubicBezTo>
                  <a:cubicBezTo>
                    <a:pt x="20" y="1"/>
                    <a:pt x="10" y="4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7" name="Freeform 2747">
              <a:extLst>
                <a:ext uri="{FF2B5EF4-FFF2-40B4-BE49-F238E27FC236}">
                  <a16:creationId xmlns:a16="http://schemas.microsoft.com/office/drawing/2014/main" id="{CBCA32E8-6A6C-48D7-BDED-3CEC401BE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945"/>
              <a:ext cx="112" cy="62"/>
            </a:xfrm>
            <a:custGeom>
              <a:avLst/>
              <a:gdLst>
                <a:gd name="T0" fmla="*/ 48 w 56"/>
                <a:gd name="T1" fmla="*/ 109 h 29"/>
                <a:gd name="T2" fmla="*/ 72 w 56"/>
                <a:gd name="T3" fmla="*/ 257 h 29"/>
                <a:gd name="T4" fmla="*/ 328 w 56"/>
                <a:gd name="T5" fmla="*/ 257 h 29"/>
                <a:gd name="T6" fmla="*/ 440 w 56"/>
                <a:gd name="T7" fmla="*/ 120 h 29"/>
                <a:gd name="T8" fmla="*/ 48 w 56"/>
                <a:gd name="T9" fmla="*/ 10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">
                  <a:moveTo>
                    <a:pt x="6" y="11"/>
                  </a:moveTo>
                  <a:cubicBezTo>
                    <a:pt x="0" y="17"/>
                    <a:pt x="2" y="22"/>
                    <a:pt x="9" y="26"/>
                  </a:cubicBezTo>
                  <a:cubicBezTo>
                    <a:pt x="17" y="29"/>
                    <a:pt x="30" y="29"/>
                    <a:pt x="41" y="26"/>
                  </a:cubicBezTo>
                  <a:cubicBezTo>
                    <a:pt x="53" y="22"/>
                    <a:pt x="56" y="17"/>
                    <a:pt x="55" y="12"/>
                  </a:cubicBezTo>
                  <a:cubicBezTo>
                    <a:pt x="53" y="1"/>
                    <a:pt x="19" y="0"/>
                    <a:pt x="6" y="1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8" name="Freeform 2748">
              <a:extLst>
                <a:ext uri="{FF2B5EF4-FFF2-40B4-BE49-F238E27FC236}">
                  <a16:creationId xmlns:a16="http://schemas.microsoft.com/office/drawing/2014/main" id="{7541B2CC-1178-48B6-AB6D-24DAF9E9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971"/>
              <a:ext cx="68" cy="21"/>
            </a:xfrm>
            <a:custGeom>
              <a:avLst/>
              <a:gdLst>
                <a:gd name="T0" fmla="*/ 8 w 34"/>
                <a:gd name="T1" fmla="*/ 36 h 10"/>
                <a:gd name="T2" fmla="*/ 80 w 34"/>
                <a:gd name="T3" fmla="*/ 84 h 10"/>
                <a:gd name="T4" fmla="*/ 240 w 34"/>
                <a:gd name="T5" fmla="*/ 57 h 10"/>
                <a:gd name="T6" fmla="*/ 272 w 34"/>
                <a:gd name="T7" fmla="*/ 8 h 10"/>
                <a:gd name="T8" fmla="*/ 272 w 34"/>
                <a:gd name="T9" fmla="*/ 8 h 10"/>
                <a:gd name="T10" fmla="*/ 240 w 34"/>
                <a:gd name="T11" fmla="*/ 57 h 10"/>
                <a:gd name="T12" fmla="*/ 80 w 34"/>
                <a:gd name="T13" fmla="*/ 84 h 10"/>
                <a:gd name="T14" fmla="*/ 8 w 34"/>
                <a:gd name="T15" fmla="*/ 36 h 10"/>
                <a:gd name="T16" fmla="*/ 32 w 34"/>
                <a:gd name="T17" fmla="*/ 0 h 10"/>
                <a:gd name="T18" fmla="*/ 32 w 34"/>
                <a:gd name="T19" fmla="*/ 0 h 10"/>
                <a:gd name="T20" fmla="*/ 8 w 34"/>
                <a:gd name="T21" fmla="*/ 36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0">
                  <a:moveTo>
                    <a:pt x="1" y="4"/>
                  </a:moveTo>
                  <a:cubicBezTo>
                    <a:pt x="1" y="6"/>
                    <a:pt x="5" y="8"/>
                    <a:pt x="10" y="9"/>
                  </a:cubicBezTo>
                  <a:cubicBezTo>
                    <a:pt x="16" y="10"/>
                    <a:pt x="25" y="9"/>
                    <a:pt x="30" y="6"/>
                  </a:cubicBezTo>
                  <a:cubicBezTo>
                    <a:pt x="32" y="4"/>
                    <a:pt x="33" y="3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3" y="3"/>
                    <a:pt x="32" y="4"/>
                    <a:pt x="30" y="6"/>
                  </a:cubicBezTo>
                  <a:cubicBezTo>
                    <a:pt x="25" y="8"/>
                    <a:pt x="16" y="9"/>
                    <a:pt x="10" y="9"/>
                  </a:cubicBezTo>
                  <a:cubicBezTo>
                    <a:pt x="5" y="8"/>
                    <a:pt x="1" y="6"/>
                    <a:pt x="1" y="4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9" name="Freeform 2749">
              <a:extLst>
                <a:ext uri="{FF2B5EF4-FFF2-40B4-BE49-F238E27FC236}">
                  <a16:creationId xmlns:a16="http://schemas.microsoft.com/office/drawing/2014/main" id="{0AF80392-A347-4E13-9ADD-F3DC35CA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666"/>
              <a:ext cx="106" cy="115"/>
            </a:xfrm>
            <a:custGeom>
              <a:avLst/>
              <a:gdLst>
                <a:gd name="T0" fmla="*/ 352 w 53"/>
                <a:gd name="T1" fmla="*/ 341 h 54"/>
                <a:gd name="T2" fmla="*/ 264 w 53"/>
                <a:gd name="T3" fmla="*/ 49 h 54"/>
                <a:gd name="T4" fmla="*/ 24 w 53"/>
                <a:gd name="T5" fmla="*/ 204 h 54"/>
                <a:gd name="T6" fmla="*/ 352 w 53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4" y="35"/>
                  </a:moveTo>
                  <a:cubicBezTo>
                    <a:pt x="53" y="24"/>
                    <a:pt x="48" y="10"/>
                    <a:pt x="33" y="5"/>
                  </a:cubicBezTo>
                  <a:cubicBezTo>
                    <a:pt x="18" y="0"/>
                    <a:pt x="5" y="6"/>
                    <a:pt x="3" y="21"/>
                  </a:cubicBezTo>
                  <a:cubicBezTo>
                    <a:pt x="0" y="36"/>
                    <a:pt x="31" y="54"/>
                    <a:pt x="44" y="3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0" name="Freeform 2750">
              <a:extLst>
                <a:ext uri="{FF2B5EF4-FFF2-40B4-BE49-F238E27FC236}">
                  <a16:creationId xmlns:a16="http://schemas.microsoft.com/office/drawing/2014/main" id="{C3EED143-E7BD-4DC6-80F1-5B53E5AC1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688"/>
              <a:ext cx="78" cy="76"/>
            </a:xfrm>
            <a:custGeom>
              <a:avLst/>
              <a:gdLst>
                <a:gd name="T0" fmla="*/ 224 w 39"/>
                <a:gd name="T1" fmla="*/ 0 h 36"/>
                <a:gd name="T2" fmla="*/ 248 w 39"/>
                <a:gd name="T3" fmla="*/ 217 h 36"/>
                <a:gd name="T4" fmla="*/ 0 w 39"/>
                <a:gd name="T5" fmla="*/ 236 h 36"/>
                <a:gd name="T6" fmla="*/ 256 w 39"/>
                <a:gd name="T7" fmla="*/ 228 h 36"/>
                <a:gd name="T8" fmla="*/ 224 w 3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6">
                  <a:moveTo>
                    <a:pt x="28" y="0"/>
                  </a:moveTo>
                  <a:cubicBezTo>
                    <a:pt x="36" y="6"/>
                    <a:pt x="37" y="15"/>
                    <a:pt x="31" y="23"/>
                  </a:cubicBezTo>
                  <a:cubicBezTo>
                    <a:pt x="23" y="34"/>
                    <a:pt x="9" y="32"/>
                    <a:pt x="0" y="25"/>
                  </a:cubicBezTo>
                  <a:cubicBezTo>
                    <a:pt x="9" y="33"/>
                    <a:pt x="24" y="36"/>
                    <a:pt x="32" y="24"/>
                  </a:cubicBezTo>
                  <a:cubicBezTo>
                    <a:pt x="39" y="16"/>
                    <a:pt x="37" y="6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1" name="Freeform 2751">
              <a:extLst>
                <a:ext uri="{FF2B5EF4-FFF2-40B4-BE49-F238E27FC236}">
                  <a16:creationId xmlns:a16="http://schemas.microsoft.com/office/drawing/2014/main" id="{5E01A3EE-8D51-49B6-B343-5CE1D2F4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671"/>
              <a:ext cx="56" cy="74"/>
            </a:xfrm>
            <a:custGeom>
              <a:avLst/>
              <a:gdLst>
                <a:gd name="T0" fmla="*/ 72 w 28"/>
                <a:gd name="T1" fmla="*/ 321 h 35"/>
                <a:gd name="T2" fmla="*/ 16 w 28"/>
                <a:gd name="T3" fmla="*/ 188 h 35"/>
                <a:gd name="T4" fmla="*/ 208 w 28"/>
                <a:gd name="T5" fmla="*/ 27 h 35"/>
                <a:gd name="T6" fmla="*/ 208 w 28"/>
                <a:gd name="T7" fmla="*/ 27 h 35"/>
                <a:gd name="T8" fmla="*/ 8 w 28"/>
                <a:gd name="T9" fmla="*/ 180 h 35"/>
                <a:gd name="T10" fmla="*/ 72 w 28"/>
                <a:gd name="T11" fmla="*/ 321 h 35"/>
                <a:gd name="T12" fmla="*/ 72 w 28"/>
                <a:gd name="T13" fmla="*/ 32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5">
                  <a:moveTo>
                    <a:pt x="9" y="34"/>
                  </a:moveTo>
                  <a:cubicBezTo>
                    <a:pt x="4" y="30"/>
                    <a:pt x="2" y="25"/>
                    <a:pt x="2" y="20"/>
                  </a:cubicBezTo>
                  <a:cubicBezTo>
                    <a:pt x="4" y="7"/>
                    <a:pt x="15" y="1"/>
                    <a:pt x="26" y="3"/>
                  </a:cubicBezTo>
                  <a:cubicBezTo>
                    <a:pt x="28" y="4"/>
                    <a:pt x="27" y="3"/>
                    <a:pt x="26" y="3"/>
                  </a:cubicBezTo>
                  <a:cubicBezTo>
                    <a:pt x="14" y="0"/>
                    <a:pt x="3" y="6"/>
                    <a:pt x="1" y="19"/>
                  </a:cubicBezTo>
                  <a:cubicBezTo>
                    <a:pt x="0" y="24"/>
                    <a:pt x="3" y="30"/>
                    <a:pt x="9" y="34"/>
                  </a:cubicBezTo>
                  <a:cubicBezTo>
                    <a:pt x="11" y="35"/>
                    <a:pt x="10" y="35"/>
                    <a:pt x="9" y="3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2" name="Freeform 2752">
              <a:extLst>
                <a:ext uri="{FF2B5EF4-FFF2-40B4-BE49-F238E27FC236}">
                  <a16:creationId xmlns:a16="http://schemas.microsoft.com/office/drawing/2014/main" id="{5180B7E5-0406-409B-BF33-494261D26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686"/>
              <a:ext cx="62" cy="59"/>
            </a:xfrm>
            <a:custGeom>
              <a:avLst/>
              <a:gdLst>
                <a:gd name="T0" fmla="*/ 8 w 31"/>
                <a:gd name="T1" fmla="*/ 133 h 28"/>
                <a:gd name="T2" fmla="*/ 200 w 31"/>
                <a:gd name="T3" fmla="*/ 204 h 28"/>
                <a:gd name="T4" fmla="*/ 152 w 31"/>
                <a:gd name="T5" fmla="*/ 17 h 28"/>
                <a:gd name="T6" fmla="*/ 8 w 31"/>
                <a:gd name="T7" fmla="*/ 13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8">
                  <a:moveTo>
                    <a:pt x="1" y="14"/>
                  </a:moveTo>
                  <a:cubicBezTo>
                    <a:pt x="4" y="24"/>
                    <a:pt x="18" y="28"/>
                    <a:pt x="25" y="22"/>
                  </a:cubicBezTo>
                  <a:cubicBezTo>
                    <a:pt x="31" y="17"/>
                    <a:pt x="28" y="3"/>
                    <a:pt x="19" y="2"/>
                  </a:cubicBezTo>
                  <a:cubicBezTo>
                    <a:pt x="6" y="0"/>
                    <a:pt x="0" y="6"/>
                    <a:pt x="1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3" name="Freeform 2753">
              <a:extLst>
                <a:ext uri="{FF2B5EF4-FFF2-40B4-BE49-F238E27FC236}">
                  <a16:creationId xmlns:a16="http://schemas.microsoft.com/office/drawing/2014/main" id="{2E9697EE-DB7D-431E-81C3-08BCF3480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694"/>
              <a:ext cx="50" cy="49"/>
            </a:xfrm>
            <a:custGeom>
              <a:avLst/>
              <a:gdLst>
                <a:gd name="T0" fmla="*/ 144 w 25"/>
                <a:gd name="T1" fmla="*/ 0 h 23"/>
                <a:gd name="T2" fmla="*/ 144 w 25"/>
                <a:gd name="T3" fmla="*/ 164 h 23"/>
                <a:gd name="T4" fmla="*/ 0 w 25"/>
                <a:gd name="T5" fmla="*/ 153 h 23"/>
                <a:gd name="T6" fmla="*/ 160 w 25"/>
                <a:gd name="T7" fmla="*/ 173 h 23"/>
                <a:gd name="T8" fmla="*/ 144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8" y="0"/>
                  </a:moveTo>
                  <a:cubicBezTo>
                    <a:pt x="22" y="4"/>
                    <a:pt x="23" y="13"/>
                    <a:pt x="18" y="17"/>
                  </a:cubicBezTo>
                  <a:cubicBezTo>
                    <a:pt x="13" y="21"/>
                    <a:pt x="5" y="20"/>
                    <a:pt x="0" y="16"/>
                  </a:cubicBezTo>
                  <a:cubicBezTo>
                    <a:pt x="5" y="22"/>
                    <a:pt x="15" y="23"/>
                    <a:pt x="20" y="18"/>
                  </a:cubicBezTo>
                  <a:cubicBezTo>
                    <a:pt x="25" y="14"/>
                    <a:pt x="24" y="4"/>
                    <a:pt x="18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4" name="Freeform 2754">
              <a:extLst>
                <a:ext uri="{FF2B5EF4-FFF2-40B4-BE49-F238E27FC236}">
                  <a16:creationId xmlns:a16="http://schemas.microsoft.com/office/drawing/2014/main" id="{6A140403-2FAD-4AE1-BCF0-00DC45450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688"/>
              <a:ext cx="24" cy="17"/>
            </a:xfrm>
            <a:custGeom>
              <a:avLst/>
              <a:gdLst>
                <a:gd name="T0" fmla="*/ 96 w 12"/>
                <a:gd name="T1" fmla="*/ 9 h 8"/>
                <a:gd name="T2" fmla="*/ 0 w 12"/>
                <a:gd name="T3" fmla="*/ 77 h 8"/>
                <a:gd name="T4" fmla="*/ 96 w 12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12" y="1"/>
                  </a:moveTo>
                  <a:cubicBezTo>
                    <a:pt x="7" y="0"/>
                    <a:pt x="1" y="4"/>
                    <a:pt x="0" y="8"/>
                  </a:cubicBezTo>
                  <a:cubicBezTo>
                    <a:pt x="3" y="6"/>
                    <a:pt x="5" y="2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5" name="Freeform 2755">
              <a:extLst>
                <a:ext uri="{FF2B5EF4-FFF2-40B4-BE49-F238E27FC236}">
                  <a16:creationId xmlns:a16="http://schemas.microsoft.com/office/drawing/2014/main" id="{678A0129-5152-4EC0-A8C4-38CD69A25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707"/>
              <a:ext cx="38" cy="38"/>
            </a:xfrm>
            <a:custGeom>
              <a:avLst/>
              <a:gdLst>
                <a:gd name="T0" fmla="*/ 128 w 19"/>
                <a:gd name="T1" fmla="*/ 0 h 18"/>
                <a:gd name="T2" fmla="*/ 0 w 19"/>
                <a:gd name="T3" fmla="*/ 144 h 18"/>
                <a:gd name="T4" fmla="*/ 128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6" y="0"/>
                  </a:moveTo>
                  <a:cubicBezTo>
                    <a:pt x="17" y="6"/>
                    <a:pt x="17" y="18"/>
                    <a:pt x="0" y="15"/>
                  </a:cubicBezTo>
                  <a:cubicBezTo>
                    <a:pt x="8" y="17"/>
                    <a:pt x="19" y="17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6" name="Freeform 2756">
              <a:extLst>
                <a:ext uri="{FF2B5EF4-FFF2-40B4-BE49-F238E27FC236}">
                  <a16:creationId xmlns:a16="http://schemas.microsoft.com/office/drawing/2014/main" id="{9C42927F-6CBA-4CFA-9F63-E3DD41818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666"/>
              <a:ext cx="106" cy="115"/>
            </a:xfrm>
            <a:custGeom>
              <a:avLst/>
              <a:gdLst>
                <a:gd name="T0" fmla="*/ 352 w 53"/>
                <a:gd name="T1" fmla="*/ 341 h 54"/>
                <a:gd name="T2" fmla="*/ 264 w 53"/>
                <a:gd name="T3" fmla="*/ 49 h 54"/>
                <a:gd name="T4" fmla="*/ 24 w 53"/>
                <a:gd name="T5" fmla="*/ 204 h 54"/>
                <a:gd name="T6" fmla="*/ 352 w 53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4" y="35"/>
                  </a:moveTo>
                  <a:cubicBezTo>
                    <a:pt x="53" y="24"/>
                    <a:pt x="48" y="10"/>
                    <a:pt x="33" y="5"/>
                  </a:cubicBezTo>
                  <a:cubicBezTo>
                    <a:pt x="18" y="0"/>
                    <a:pt x="5" y="6"/>
                    <a:pt x="3" y="21"/>
                  </a:cubicBezTo>
                  <a:cubicBezTo>
                    <a:pt x="0" y="36"/>
                    <a:pt x="31" y="54"/>
                    <a:pt x="44" y="35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7" name="Freeform 2757">
              <a:extLst>
                <a:ext uri="{FF2B5EF4-FFF2-40B4-BE49-F238E27FC236}">
                  <a16:creationId xmlns:a16="http://schemas.microsoft.com/office/drawing/2014/main" id="{FA611E1D-6755-4782-94E2-94609DEA8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690"/>
              <a:ext cx="56" cy="51"/>
            </a:xfrm>
            <a:custGeom>
              <a:avLst/>
              <a:gdLst>
                <a:gd name="T0" fmla="*/ 144 w 28"/>
                <a:gd name="T1" fmla="*/ 0 h 24"/>
                <a:gd name="T2" fmla="*/ 208 w 28"/>
                <a:gd name="T3" fmla="*/ 77 h 24"/>
                <a:gd name="T4" fmla="*/ 192 w 28"/>
                <a:gd name="T5" fmla="*/ 193 h 24"/>
                <a:gd name="T6" fmla="*/ 80 w 28"/>
                <a:gd name="T7" fmla="*/ 213 h 24"/>
                <a:gd name="T8" fmla="*/ 0 w 28"/>
                <a:gd name="T9" fmla="*/ 117 h 24"/>
                <a:gd name="T10" fmla="*/ 0 w 28"/>
                <a:gd name="T11" fmla="*/ 117 h 24"/>
                <a:gd name="T12" fmla="*/ 80 w 28"/>
                <a:gd name="T13" fmla="*/ 213 h 24"/>
                <a:gd name="T14" fmla="*/ 192 w 28"/>
                <a:gd name="T15" fmla="*/ 193 h 24"/>
                <a:gd name="T16" fmla="*/ 216 w 28"/>
                <a:gd name="T17" fmla="*/ 77 h 24"/>
                <a:gd name="T18" fmla="*/ 144 w 28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18" y="0"/>
                  </a:moveTo>
                  <a:cubicBezTo>
                    <a:pt x="22" y="0"/>
                    <a:pt x="25" y="3"/>
                    <a:pt x="26" y="8"/>
                  </a:cubicBezTo>
                  <a:cubicBezTo>
                    <a:pt x="28" y="13"/>
                    <a:pt x="27" y="17"/>
                    <a:pt x="24" y="20"/>
                  </a:cubicBezTo>
                  <a:cubicBezTo>
                    <a:pt x="20" y="23"/>
                    <a:pt x="15" y="24"/>
                    <a:pt x="10" y="22"/>
                  </a:cubicBezTo>
                  <a:cubicBezTo>
                    <a:pt x="5" y="20"/>
                    <a:pt x="1" y="16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5" y="20"/>
                    <a:pt x="10" y="22"/>
                  </a:cubicBezTo>
                  <a:cubicBezTo>
                    <a:pt x="15" y="24"/>
                    <a:pt x="21" y="23"/>
                    <a:pt x="24" y="20"/>
                  </a:cubicBezTo>
                  <a:cubicBezTo>
                    <a:pt x="27" y="18"/>
                    <a:pt x="28" y="13"/>
                    <a:pt x="27" y="8"/>
                  </a:cubicBezTo>
                  <a:cubicBezTo>
                    <a:pt x="25" y="3"/>
                    <a:pt x="22" y="0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8" name="Freeform 2758">
              <a:extLst>
                <a:ext uri="{FF2B5EF4-FFF2-40B4-BE49-F238E27FC236}">
                  <a16:creationId xmlns:a16="http://schemas.microsoft.com/office/drawing/2014/main" id="{18C63DE3-7059-4C24-B595-0CA6166F1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839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40 w 40"/>
                <a:gd name="T3" fmla="*/ 49 h 32"/>
                <a:gd name="T4" fmla="*/ 8 w 40"/>
                <a:gd name="T5" fmla="*/ 164 h 32"/>
                <a:gd name="T6" fmla="*/ 216 w 40"/>
                <a:gd name="T7" fmla="*/ 257 h 32"/>
                <a:gd name="T8" fmla="*/ 288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8" y="1"/>
                    <a:pt x="5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6" y="6"/>
                  </a:cubicBezTo>
                  <a:cubicBezTo>
                    <a:pt x="31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9" name="Freeform 2759">
              <a:extLst>
                <a:ext uri="{FF2B5EF4-FFF2-40B4-BE49-F238E27FC236}">
                  <a16:creationId xmlns:a16="http://schemas.microsoft.com/office/drawing/2014/main" id="{A4A74856-6806-4304-92B1-1F2BC070F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845"/>
              <a:ext cx="58" cy="55"/>
            </a:xfrm>
            <a:custGeom>
              <a:avLst/>
              <a:gdLst>
                <a:gd name="T0" fmla="*/ 200 w 29"/>
                <a:gd name="T1" fmla="*/ 28 h 26"/>
                <a:gd name="T2" fmla="*/ 160 w 29"/>
                <a:gd name="T3" fmla="*/ 0 h 26"/>
                <a:gd name="T4" fmla="*/ 192 w 29"/>
                <a:gd name="T5" fmla="*/ 28 h 26"/>
                <a:gd name="T6" fmla="*/ 128 w 29"/>
                <a:gd name="T7" fmla="*/ 220 h 26"/>
                <a:gd name="T8" fmla="*/ 0 w 29"/>
                <a:gd name="T9" fmla="*/ 220 h 26"/>
                <a:gd name="T10" fmla="*/ 136 w 29"/>
                <a:gd name="T11" fmla="*/ 228 h 26"/>
                <a:gd name="T12" fmla="*/ 200 w 29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6">
                  <a:moveTo>
                    <a:pt x="25" y="3"/>
                  </a:moveTo>
                  <a:cubicBezTo>
                    <a:pt x="23" y="1"/>
                    <a:pt x="22" y="0"/>
                    <a:pt x="20" y="0"/>
                  </a:cubicBezTo>
                  <a:cubicBezTo>
                    <a:pt x="21" y="0"/>
                    <a:pt x="23" y="1"/>
                    <a:pt x="24" y="3"/>
                  </a:cubicBezTo>
                  <a:cubicBezTo>
                    <a:pt x="28" y="8"/>
                    <a:pt x="26" y="19"/>
                    <a:pt x="16" y="23"/>
                  </a:cubicBezTo>
                  <a:cubicBezTo>
                    <a:pt x="10" y="25"/>
                    <a:pt x="4" y="25"/>
                    <a:pt x="0" y="23"/>
                  </a:cubicBezTo>
                  <a:cubicBezTo>
                    <a:pt x="4" y="26"/>
                    <a:pt x="11" y="26"/>
                    <a:pt x="17" y="24"/>
                  </a:cubicBezTo>
                  <a:cubicBezTo>
                    <a:pt x="27" y="20"/>
                    <a:pt x="29" y="9"/>
                    <a:pt x="25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0" name="Freeform 2760">
              <a:extLst>
                <a:ext uri="{FF2B5EF4-FFF2-40B4-BE49-F238E27FC236}">
                  <a16:creationId xmlns:a16="http://schemas.microsoft.com/office/drawing/2014/main" id="{CA06FB5D-8B8F-4806-BBFD-40073AEB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41"/>
              <a:ext cx="58" cy="55"/>
            </a:xfrm>
            <a:custGeom>
              <a:avLst/>
              <a:gdLst>
                <a:gd name="T0" fmla="*/ 16 w 29"/>
                <a:gd name="T1" fmla="*/ 152 h 26"/>
                <a:gd name="T2" fmla="*/ 40 w 29"/>
                <a:gd name="T3" fmla="*/ 49 h 26"/>
                <a:gd name="T4" fmla="*/ 136 w 29"/>
                <a:gd name="T5" fmla="*/ 8 h 26"/>
                <a:gd name="T6" fmla="*/ 232 w 29"/>
                <a:gd name="T7" fmla="*/ 17 h 26"/>
                <a:gd name="T8" fmla="*/ 128 w 29"/>
                <a:gd name="T9" fmla="*/ 0 h 26"/>
                <a:gd name="T10" fmla="*/ 32 w 29"/>
                <a:gd name="T11" fmla="*/ 49 h 26"/>
                <a:gd name="T12" fmla="*/ 8 w 29"/>
                <a:gd name="T13" fmla="*/ 144 h 26"/>
                <a:gd name="T14" fmla="*/ 80 w 29"/>
                <a:gd name="T15" fmla="*/ 245 h 26"/>
                <a:gd name="T16" fmla="*/ 16 w 29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3" y="0"/>
                    <a:pt x="26" y="1"/>
                    <a:pt x="29" y="2"/>
                  </a:cubicBezTo>
                  <a:cubicBezTo>
                    <a:pt x="26" y="0"/>
                    <a:pt x="22" y="0"/>
                    <a:pt x="16" y="0"/>
                  </a:cubicBezTo>
                  <a:cubicBezTo>
                    <a:pt x="11" y="0"/>
                    <a:pt x="7" y="1"/>
                    <a:pt x="4" y="5"/>
                  </a:cubicBezTo>
                  <a:cubicBezTo>
                    <a:pt x="2" y="8"/>
                    <a:pt x="0" y="11"/>
                    <a:pt x="1" y="15"/>
                  </a:cubicBezTo>
                  <a:cubicBezTo>
                    <a:pt x="2" y="20"/>
                    <a:pt x="5" y="24"/>
                    <a:pt x="10" y="26"/>
                  </a:cubicBezTo>
                  <a:cubicBezTo>
                    <a:pt x="6" y="24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1" name="Freeform 2761">
              <a:extLst>
                <a:ext uri="{FF2B5EF4-FFF2-40B4-BE49-F238E27FC236}">
                  <a16:creationId xmlns:a16="http://schemas.microsoft.com/office/drawing/2014/main" id="{C3228692-2001-4DE9-813F-EB86B5C47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2849"/>
              <a:ext cx="52" cy="34"/>
            </a:xfrm>
            <a:custGeom>
              <a:avLst/>
              <a:gdLst>
                <a:gd name="T0" fmla="*/ 144 w 26"/>
                <a:gd name="T1" fmla="*/ 28 h 16"/>
                <a:gd name="T2" fmla="*/ 88 w 26"/>
                <a:gd name="T3" fmla="*/ 153 h 16"/>
                <a:gd name="T4" fmla="*/ 8 w 26"/>
                <a:gd name="T5" fmla="*/ 49 h 16"/>
                <a:gd name="T6" fmla="*/ 144 w 26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8" y="3"/>
                  </a:moveTo>
                  <a:cubicBezTo>
                    <a:pt x="26" y="7"/>
                    <a:pt x="21" y="16"/>
                    <a:pt x="11" y="16"/>
                  </a:cubicBezTo>
                  <a:cubicBezTo>
                    <a:pt x="0" y="15"/>
                    <a:pt x="0" y="8"/>
                    <a:pt x="1" y="5"/>
                  </a:cubicBezTo>
                  <a:cubicBezTo>
                    <a:pt x="4" y="1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2" name="Freeform 2762">
              <a:extLst>
                <a:ext uri="{FF2B5EF4-FFF2-40B4-BE49-F238E27FC236}">
                  <a16:creationId xmlns:a16="http://schemas.microsoft.com/office/drawing/2014/main" id="{11C2A745-EF22-4AF6-A0A3-63E5B50E3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2862"/>
              <a:ext cx="44" cy="21"/>
            </a:xfrm>
            <a:custGeom>
              <a:avLst/>
              <a:gdLst>
                <a:gd name="T0" fmla="*/ 160 w 22"/>
                <a:gd name="T1" fmla="*/ 0 h 10"/>
                <a:gd name="T2" fmla="*/ 72 w 22"/>
                <a:gd name="T3" fmla="*/ 76 h 10"/>
                <a:gd name="T4" fmla="*/ 0 w 22"/>
                <a:gd name="T5" fmla="*/ 36 h 10"/>
                <a:gd name="T6" fmla="*/ 80 w 22"/>
                <a:gd name="T7" fmla="*/ 92 h 10"/>
                <a:gd name="T8" fmla="*/ 160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0" y="0"/>
                  </a:moveTo>
                  <a:cubicBezTo>
                    <a:pt x="21" y="4"/>
                    <a:pt x="16" y="8"/>
                    <a:pt x="9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0" y="7"/>
                    <a:pt x="3" y="9"/>
                    <a:pt x="10" y="10"/>
                  </a:cubicBezTo>
                  <a:cubicBezTo>
                    <a:pt x="18" y="10"/>
                    <a:pt x="22" y="4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3" name="Freeform 2763">
              <a:extLst>
                <a:ext uri="{FF2B5EF4-FFF2-40B4-BE49-F238E27FC236}">
                  <a16:creationId xmlns:a16="http://schemas.microsoft.com/office/drawing/2014/main" id="{2C87B115-A9EF-475A-A4B8-0B5F51741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849"/>
              <a:ext cx="24" cy="7"/>
            </a:xfrm>
            <a:custGeom>
              <a:avLst/>
              <a:gdLst>
                <a:gd name="T0" fmla="*/ 96 w 12"/>
                <a:gd name="T1" fmla="*/ 12 h 3"/>
                <a:gd name="T2" fmla="*/ 0 w 12"/>
                <a:gd name="T3" fmla="*/ 37 h 3"/>
                <a:gd name="T4" fmla="*/ 96 w 1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2"/>
                    <a:pt x="0" y="3"/>
                  </a:cubicBezTo>
                  <a:cubicBezTo>
                    <a:pt x="3" y="3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4" name="Freeform 2764">
              <a:extLst>
                <a:ext uri="{FF2B5EF4-FFF2-40B4-BE49-F238E27FC236}">
                  <a16:creationId xmlns:a16="http://schemas.microsoft.com/office/drawing/2014/main" id="{7E0122B3-5B98-4589-8207-797BB74FF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871"/>
              <a:ext cx="34" cy="19"/>
            </a:xfrm>
            <a:custGeom>
              <a:avLst/>
              <a:gdLst>
                <a:gd name="T0" fmla="*/ 0 w 17"/>
                <a:gd name="T1" fmla="*/ 49 h 9"/>
                <a:gd name="T2" fmla="*/ 136 w 17"/>
                <a:gd name="T3" fmla="*/ 0 h 9"/>
                <a:gd name="T4" fmla="*/ 0 w 17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3" y="6"/>
                    <a:pt x="14" y="7"/>
                    <a:pt x="17" y="0"/>
                  </a:cubicBezTo>
                  <a:cubicBezTo>
                    <a:pt x="17" y="4"/>
                    <a:pt x="9" y="9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5" name="Freeform 2765">
              <a:extLst>
                <a:ext uri="{FF2B5EF4-FFF2-40B4-BE49-F238E27FC236}">
                  <a16:creationId xmlns:a16="http://schemas.microsoft.com/office/drawing/2014/main" id="{100A2C82-D90A-4D13-95A9-C505613F4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839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40 w 40"/>
                <a:gd name="T3" fmla="*/ 49 h 32"/>
                <a:gd name="T4" fmla="*/ 8 w 40"/>
                <a:gd name="T5" fmla="*/ 164 h 32"/>
                <a:gd name="T6" fmla="*/ 216 w 40"/>
                <a:gd name="T7" fmla="*/ 257 h 32"/>
                <a:gd name="T8" fmla="*/ 288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8" y="1"/>
                    <a:pt x="5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6" y="6"/>
                  </a:cubicBezTo>
                  <a:cubicBezTo>
                    <a:pt x="31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6" name="Freeform 2766">
              <a:extLst>
                <a:ext uri="{FF2B5EF4-FFF2-40B4-BE49-F238E27FC236}">
                  <a16:creationId xmlns:a16="http://schemas.microsoft.com/office/drawing/2014/main" id="{B2CEF652-B8B8-4981-B9AE-31E23554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2856"/>
              <a:ext cx="44" cy="27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52 h 13"/>
                <a:gd name="T4" fmla="*/ 88 w 22"/>
                <a:gd name="T5" fmla="*/ 108 h 13"/>
                <a:gd name="T6" fmla="*/ 16 w 22"/>
                <a:gd name="T7" fmla="*/ 73 h 13"/>
                <a:gd name="T8" fmla="*/ 8 w 22"/>
                <a:gd name="T9" fmla="*/ 17 h 13"/>
                <a:gd name="T10" fmla="*/ 8 w 22"/>
                <a:gd name="T11" fmla="*/ 17 h 13"/>
                <a:gd name="T12" fmla="*/ 8 w 22"/>
                <a:gd name="T13" fmla="*/ 81 h 13"/>
                <a:gd name="T14" fmla="*/ 88 w 22"/>
                <a:gd name="T15" fmla="*/ 116 h 13"/>
                <a:gd name="T16" fmla="*/ 176 w 22"/>
                <a:gd name="T17" fmla="*/ 52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1"/>
                    <a:pt x="22" y="4"/>
                    <a:pt x="21" y="6"/>
                  </a:cubicBezTo>
                  <a:cubicBezTo>
                    <a:pt x="21" y="9"/>
                    <a:pt x="17" y="12"/>
                    <a:pt x="11" y="12"/>
                  </a:cubicBezTo>
                  <a:cubicBezTo>
                    <a:pt x="5" y="12"/>
                    <a:pt x="3" y="10"/>
                    <a:pt x="2" y="8"/>
                  </a:cubicBezTo>
                  <a:cubicBezTo>
                    <a:pt x="0" y="6"/>
                    <a:pt x="1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2" y="10"/>
                    <a:pt x="5" y="13"/>
                    <a:pt x="11" y="13"/>
                  </a:cubicBezTo>
                  <a:cubicBezTo>
                    <a:pt x="17" y="13"/>
                    <a:pt x="21" y="9"/>
                    <a:pt x="22" y="6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7" name="Freeform 2767">
              <a:extLst>
                <a:ext uri="{FF2B5EF4-FFF2-40B4-BE49-F238E27FC236}">
                  <a16:creationId xmlns:a16="http://schemas.microsoft.com/office/drawing/2014/main" id="{BCEF30BC-0FE3-45AF-983E-8A81C5573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3009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40 w 40"/>
                <a:gd name="T3" fmla="*/ 49 h 32"/>
                <a:gd name="T4" fmla="*/ 8 w 40"/>
                <a:gd name="T5" fmla="*/ 164 h 32"/>
                <a:gd name="T6" fmla="*/ 216 w 40"/>
                <a:gd name="T7" fmla="*/ 257 h 32"/>
                <a:gd name="T8" fmla="*/ 288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8" y="1"/>
                    <a:pt x="5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6" y="6"/>
                  </a:cubicBezTo>
                  <a:cubicBezTo>
                    <a:pt x="31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8" name="Freeform 2768">
              <a:extLst>
                <a:ext uri="{FF2B5EF4-FFF2-40B4-BE49-F238E27FC236}">
                  <a16:creationId xmlns:a16="http://schemas.microsoft.com/office/drawing/2014/main" id="{1AA21BC2-4CDE-42F2-A471-199FEADC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3015"/>
              <a:ext cx="58" cy="55"/>
            </a:xfrm>
            <a:custGeom>
              <a:avLst/>
              <a:gdLst>
                <a:gd name="T0" fmla="*/ 200 w 29"/>
                <a:gd name="T1" fmla="*/ 28 h 26"/>
                <a:gd name="T2" fmla="*/ 160 w 29"/>
                <a:gd name="T3" fmla="*/ 0 h 26"/>
                <a:gd name="T4" fmla="*/ 192 w 29"/>
                <a:gd name="T5" fmla="*/ 28 h 26"/>
                <a:gd name="T6" fmla="*/ 128 w 29"/>
                <a:gd name="T7" fmla="*/ 220 h 26"/>
                <a:gd name="T8" fmla="*/ 0 w 29"/>
                <a:gd name="T9" fmla="*/ 220 h 26"/>
                <a:gd name="T10" fmla="*/ 136 w 29"/>
                <a:gd name="T11" fmla="*/ 228 h 26"/>
                <a:gd name="T12" fmla="*/ 200 w 29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6">
                  <a:moveTo>
                    <a:pt x="25" y="3"/>
                  </a:moveTo>
                  <a:cubicBezTo>
                    <a:pt x="23" y="1"/>
                    <a:pt x="22" y="0"/>
                    <a:pt x="20" y="0"/>
                  </a:cubicBezTo>
                  <a:cubicBezTo>
                    <a:pt x="21" y="0"/>
                    <a:pt x="23" y="1"/>
                    <a:pt x="24" y="3"/>
                  </a:cubicBezTo>
                  <a:cubicBezTo>
                    <a:pt x="28" y="8"/>
                    <a:pt x="26" y="19"/>
                    <a:pt x="16" y="23"/>
                  </a:cubicBezTo>
                  <a:cubicBezTo>
                    <a:pt x="10" y="25"/>
                    <a:pt x="4" y="25"/>
                    <a:pt x="0" y="23"/>
                  </a:cubicBezTo>
                  <a:cubicBezTo>
                    <a:pt x="4" y="26"/>
                    <a:pt x="11" y="26"/>
                    <a:pt x="17" y="24"/>
                  </a:cubicBezTo>
                  <a:cubicBezTo>
                    <a:pt x="27" y="20"/>
                    <a:pt x="29" y="9"/>
                    <a:pt x="25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9" name="Freeform 2769">
              <a:extLst>
                <a:ext uri="{FF2B5EF4-FFF2-40B4-BE49-F238E27FC236}">
                  <a16:creationId xmlns:a16="http://schemas.microsoft.com/office/drawing/2014/main" id="{390DD165-6BBC-46EC-A164-66E906256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3011"/>
              <a:ext cx="58" cy="55"/>
            </a:xfrm>
            <a:custGeom>
              <a:avLst/>
              <a:gdLst>
                <a:gd name="T0" fmla="*/ 16 w 29"/>
                <a:gd name="T1" fmla="*/ 152 h 26"/>
                <a:gd name="T2" fmla="*/ 40 w 29"/>
                <a:gd name="T3" fmla="*/ 49 h 26"/>
                <a:gd name="T4" fmla="*/ 136 w 29"/>
                <a:gd name="T5" fmla="*/ 8 h 26"/>
                <a:gd name="T6" fmla="*/ 232 w 29"/>
                <a:gd name="T7" fmla="*/ 17 h 26"/>
                <a:gd name="T8" fmla="*/ 128 w 29"/>
                <a:gd name="T9" fmla="*/ 0 h 26"/>
                <a:gd name="T10" fmla="*/ 32 w 29"/>
                <a:gd name="T11" fmla="*/ 49 h 26"/>
                <a:gd name="T12" fmla="*/ 8 w 29"/>
                <a:gd name="T13" fmla="*/ 144 h 26"/>
                <a:gd name="T14" fmla="*/ 80 w 29"/>
                <a:gd name="T15" fmla="*/ 245 h 26"/>
                <a:gd name="T16" fmla="*/ 16 w 29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3" y="0"/>
                    <a:pt x="26" y="1"/>
                    <a:pt x="29" y="2"/>
                  </a:cubicBezTo>
                  <a:cubicBezTo>
                    <a:pt x="26" y="0"/>
                    <a:pt x="22" y="0"/>
                    <a:pt x="16" y="0"/>
                  </a:cubicBezTo>
                  <a:cubicBezTo>
                    <a:pt x="11" y="0"/>
                    <a:pt x="7" y="1"/>
                    <a:pt x="4" y="5"/>
                  </a:cubicBezTo>
                  <a:cubicBezTo>
                    <a:pt x="2" y="8"/>
                    <a:pt x="0" y="11"/>
                    <a:pt x="1" y="15"/>
                  </a:cubicBezTo>
                  <a:cubicBezTo>
                    <a:pt x="2" y="20"/>
                    <a:pt x="5" y="24"/>
                    <a:pt x="10" y="26"/>
                  </a:cubicBezTo>
                  <a:cubicBezTo>
                    <a:pt x="6" y="24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0" name="Freeform 2770">
              <a:extLst>
                <a:ext uri="{FF2B5EF4-FFF2-40B4-BE49-F238E27FC236}">
                  <a16:creationId xmlns:a16="http://schemas.microsoft.com/office/drawing/2014/main" id="{F496CE84-95AE-4C31-8BA9-EDA1E9210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019"/>
              <a:ext cx="52" cy="34"/>
            </a:xfrm>
            <a:custGeom>
              <a:avLst/>
              <a:gdLst>
                <a:gd name="T0" fmla="*/ 144 w 26"/>
                <a:gd name="T1" fmla="*/ 28 h 16"/>
                <a:gd name="T2" fmla="*/ 88 w 26"/>
                <a:gd name="T3" fmla="*/ 153 h 16"/>
                <a:gd name="T4" fmla="*/ 8 w 26"/>
                <a:gd name="T5" fmla="*/ 49 h 16"/>
                <a:gd name="T6" fmla="*/ 144 w 26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8" y="3"/>
                  </a:moveTo>
                  <a:cubicBezTo>
                    <a:pt x="26" y="7"/>
                    <a:pt x="21" y="16"/>
                    <a:pt x="11" y="16"/>
                  </a:cubicBezTo>
                  <a:cubicBezTo>
                    <a:pt x="0" y="15"/>
                    <a:pt x="0" y="8"/>
                    <a:pt x="1" y="5"/>
                  </a:cubicBezTo>
                  <a:cubicBezTo>
                    <a:pt x="4" y="1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1" name="Freeform 2771">
              <a:extLst>
                <a:ext uri="{FF2B5EF4-FFF2-40B4-BE49-F238E27FC236}">
                  <a16:creationId xmlns:a16="http://schemas.microsoft.com/office/drawing/2014/main" id="{2AA96E97-4CEC-486C-8081-986EB200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3032"/>
              <a:ext cx="44" cy="21"/>
            </a:xfrm>
            <a:custGeom>
              <a:avLst/>
              <a:gdLst>
                <a:gd name="T0" fmla="*/ 160 w 22"/>
                <a:gd name="T1" fmla="*/ 0 h 10"/>
                <a:gd name="T2" fmla="*/ 72 w 22"/>
                <a:gd name="T3" fmla="*/ 76 h 10"/>
                <a:gd name="T4" fmla="*/ 0 w 22"/>
                <a:gd name="T5" fmla="*/ 36 h 10"/>
                <a:gd name="T6" fmla="*/ 80 w 22"/>
                <a:gd name="T7" fmla="*/ 92 h 10"/>
                <a:gd name="T8" fmla="*/ 160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0" y="0"/>
                  </a:moveTo>
                  <a:cubicBezTo>
                    <a:pt x="21" y="4"/>
                    <a:pt x="16" y="8"/>
                    <a:pt x="9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0" y="7"/>
                    <a:pt x="3" y="9"/>
                    <a:pt x="10" y="10"/>
                  </a:cubicBezTo>
                  <a:cubicBezTo>
                    <a:pt x="18" y="10"/>
                    <a:pt x="22" y="4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2" name="Freeform 2772">
              <a:extLst>
                <a:ext uri="{FF2B5EF4-FFF2-40B4-BE49-F238E27FC236}">
                  <a16:creationId xmlns:a16="http://schemas.microsoft.com/office/drawing/2014/main" id="{612CB774-A0B8-48AE-A7B6-89E32BD4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019"/>
              <a:ext cx="24" cy="7"/>
            </a:xfrm>
            <a:custGeom>
              <a:avLst/>
              <a:gdLst>
                <a:gd name="T0" fmla="*/ 96 w 12"/>
                <a:gd name="T1" fmla="*/ 12 h 3"/>
                <a:gd name="T2" fmla="*/ 0 w 12"/>
                <a:gd name="T3" fmla="*/ 37 h 3"/>
                <a:gd name="T4" fmla="*/ 96 w 1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2"/>
                    <a:pt x="0" y="3"/>
                  </a:cubicBezTo>
                  <a:cubicBezTo>
                    <a:pt x="3" y="3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3" name="Freeform 2773">
              <a:extLst>
                <a:ext uri="{FF2B5EF4-FFF2-40B4-BE49-F238E27FC236}">
                  <a16:creationId xmlns:a16="http://schemas.microsoft.com/office/drawing/2014/main" id="{55EEA645-65D9-415C-A611-65760876E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3041"/>
              <a:ext cx="34" cy="19"/>
            </a:xfrm>
            <a:custGeom>
              <a:avLst/>
              <a:gdLst>
                <a:gd name="T0" fmla="*/ 0 w 17"/>
                <a:gd name="T1" fmla="*/ 49 h 9"/>
                <a:gd name="T2" fmla="*/ 136 w 17"/>
                <a:gd name="T3" fmla="*/ 0 h 9"/>
                <a:gd name="T4" fmla="*/ 0 w 17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3" y="6"/>
                    <a:pt x="14" y="7"/>
                    <a:pt x="17" y="0"/>
                  </a:cubicBezTo>
                  <a:cubicBezTo>
                    <a:pt x="17" y="4"/>
                    <a:pt x="9" y="9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4" name="Freeform 2774">
              <a:extLst>
                <a:ext uri="{FF2B5EF4-FFF2-40B4-BE49-F238E27FC236}">
                  <a16:creationId xmlns:a16="http://schemas.microsoft.com/office/drawing/2014/main" id="{E4D802A4-A8F1-4389-99D6-B2D2A9F0A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3009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40 w 40"/>
                <a:gd name="T3" fmla="*/ 49 h 32"/>
                <a:gd name="T4" fmla="*/ 8 w 40"/>
                <a:gd name="T5" fmla="*/ 164 h 32"/>
                <a:gd name="T6" fmla="*/ 216 w 40"/>
                <a:gd name="T7" fmla="*/ 257 h 32"/>
                <a:gd name="T8" fmla="*/ 288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8" y="1"/>
                    <a:pt x="5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6" y="6"/>
                  </a:cubicBezTo>
                  <a:cubicBezTo>
                    <a:pt x="31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5" name="Freeform 2775">
              <a:extLst>
                <a:ext uri="{FF2B5EF4-FFF2-40B4-BE49-F238E27FC236}">
                  <a16:creationId xmlns:a16="http://schemas.microsoft.com/office/drawing/2014/main" id="{4BD1911F-D625-445B-A49E-DB405A3D2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026"/>
              <a:ext cx="44" cy="27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52 h 13"/>
                <a:gd name="T4" fmla="*/ 88 w 22"/>
                <a:gd name="T5" fmla="*/ 108 h 13"/>
                <a:gd name="T6" fmla="*/ 16 w 22"/>
                <a:gd name="T7" fmla="*/ 73 h 13"/>
                <a:gd name="T8" fmla="*/ 8 w 22"/>
                <a:gd name="T9" fmla="*/ 17 h 13"/>
                <a:gd name="T10" fmla="*/ 8 w 22"/>
                <a:gd name="T11" fmla="*/ 17 h 13"/>
                <a:gd name="T12" fmla="*/ 8 w 22"/>
                <a:gd name="T13" fmla="*/ 81 h 13"/>
                <a:gd name="T14" fmla="*/ 88 w 22"/>
                <a:gd name="T15" fmla="*/ 116 h 13"/>
                <a:gd name="T16" fmla="*/ 176 w 22"/>
                <a:gd name="T17" fmla="*/ 52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1"/>
                    <a:pt x="22" y="4"/>
                    <a:pt x="21" y="6"/>
                  </a:cubicBezTo>
                  <a:cubicBezTo>
                    <a:pt x="21" y="9"/>
                    <a:pt x="17" y="12"/>
                    <a:pt x="11" y="12"/>
                  </a:cubicBezTo>
                  <a:cubicBezTo>
                    <a:pt x="5" y="12"/>
                    <a:pt x="3" y="10"/>
                    <a:pt x="2" y="8"/>
                  </a:cubicBezTo>
                  <a:cubicBezTo>
                    <a:pt x="0" y="6"/>
                    <a:pt x="1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2" y="10"/>
                    <a:pt x="5" y="13"/>
                    <a:pt x="11" y="13"/>
                  </a:cubicBezTo>
                  <a:cubicBezTo>
                    <a:pt x="17" y="13"/>
                    <a:pt x="21" y="9"/>
                    <a:pt x="22" y="6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6" name="Freeform 2776">
              <a:extLst>
                <a:ext uri="{FF2B5EF4-FFF2-40B4-BE49-F238E27FC236}">
                  <a16:creationId xmlns:a16="http://schemas.microsoft.com/office/drawing/2014/main" id="{D2234C28-77C6-4803-87EF-F86966B69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3047"/>
              <a:ext cx="79" cy="68"/>
            </a:xfrm>
            <a:custGeom>
              <a:avLst/>
              <a:gdLst>
                <a:gd name="T0" fmla="*/ 132 w 40"/>
                <a:gd name="T1" fmla="*/ 9 h 32"/>
                <a:gd name="T2" fmla="*/ 32 w 40"/>
                <a:gd name="T3" fmla="*/ 49 h 32"/>
                <a:gd name="T4" fmla="*/ 8 w 40"/>
                <a:gd name="T5" fmla="*/ 164 h 32"/>
                <a:gd name="T6" fmla="*/ 207 w 40"/>
                <a:gd name="T7" fmla="*/ 257 h 32"/>
                <a:gd name="T8" fmla="*/ 269 w 40"/>
                <a:gd name="T9" fmla="*/ 60 h 32"/>
                <a:gd name="T10" fmla="*/ 132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7" y="1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7" name="Freeform 2777">
              <a:extLst>
                <a:ext uri="{FF2B5EF4-FFF2-40B4-BE49-F238E27FC236}">
                  <a16:creationId xmlns:a16="http://schemas.microsoft.com/office/drawing/2014/main" id="{E2494BBB-BC36-42AE-BBF4-4176D4A37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053"/>
              <a:ext cx="59" cy="56"/>
            </a:xfrm>
            <a:custGeom>
              <a:avLst/>
              <a:gdLst>
                <a:gd name="T0" fmla="*/ 197 w 30"/>
                <a:gd name="T1" fmla="*/ 28 h 26"/>
                <a:gd name="T2" fmla="*/ 159 w 30"/>
                <a:gd name="T3" fmla="*/ 0 h 26"/>
                <a:gd name="T4" fmla="*/ 189 w 30"/>
                <a:gd name="T5" fmla="*/ 28 h 26"/>
                <a:gd name="T6" fmla="*/ 120 w 30"/>
                <a:gd name="T7" fmla="*/ 233 h 26"/>
                <a:gd name="T8" fmla="*/ 0 w 30"/>
                <a:gd name="T9" fmla="*/ 233 h 26"/>
                <a:gd name="T10" fmla="*/ 136 w 30"/>
                <a:gd name="T11" fmla="*/ 241 h 26"/>
                <a:gd name="T12" fmla="*/ 197 w 30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26" y="3"/>
                  </a:moveTo>
                  <a:cubicBezTo>
                    <a:pt x="24" y="1"/>
                    <a:pt x="23" y="0"/>
                    <a:pt x="21" y="0"/>
                  </a:cubicBezTo>
                  <a:cubicBezTo>
                    <a:pt x="22" y="0"/>
                    <a:pt x="23" y="1"/>
                    <a:pt x="25" y="3"/>
                  </a:cubicBezTo>
                  <a:cubicBezTo>
                    <a:pt x="29" y="8"/>
                    <a:pt x="27" y="19"/>
                    <a:pt x="16" y="23"/>
                  </a:cubicBezTo>
                  <a:cubicBezTo>
                    <a:pt x="11" y="25"/>
                    <a:pt x="5" y="25"/>
                    <a:pt x="0" y="23"/>
                  </a:cubicBezTo>
                  <a:cubicBezTo>
                    <a:pt x="5" y="26"/>
                    <a:pt x="12" y="26"/>
                    <a:pt x="18" y="24"/>
                  </a:cubicBezTo>
                  <a:cubicBezTo>
                    <a:pt x="28" y="20"/>
                    <a:pt x="30" y="9"/>
                    <a:pt x="26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8" name="Freeform 2778">
              <a:extLst>
                <a:ext uri="{FF2B5EF4-FFF2-40B4-BE49-F238E27FC236}">
                  <a16:creationId xmlns:a16="http://schemas.microsoft.com/office/drawing/2014/main" id="{6E950EF7-A0D2-44DD-897F-808DE5DA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3049"/>
              <a:ext cx="57" cy="53"/>
            </a:xfrm>
            <a:custGeom>
              <a:avLst/>
              <a:gdLst>
                <a:gd name="T0" fmla="*/ 16 w 29"/>
                <a:gd name="T1" fmla="*/ 153 h 25"/>
                <a:gd name="T2" fmla="*/ 39 w 29"/>
                <a:gd name="T3" fmla="*/ 49 h 25"/>
                <a:gd name="T4" fmla="*/ 128 w 29"/>
                <a:gd name="T5" fmla="*/ 8 h 25"/>
                <a:gd name="T6" fmla="*/ 220 w 29"/>
                <a:gd name="T7" fmla="*/ 17 h 25"/>
                <a:gd name="T8" fmla="*/ 120 w 29"/>
                <a:gd name="T9" fmla="*/ 0 h 25"/>
                <a:gd name="T10" fmla="*/ 31 w 29"/>
                <a:gd name="T11" fmla="*/ 49 h 25"/>
                <a:gd name="T12" fmla="*/ 8 w 29"/>
                <a:gd name="T13" fmla="*/ 144 h 25"/>
                <a:gd name="T14" fmla="*/ 77 w 29"/>
                <a:gd name="T15" fmla="*/ 237 h 25"/>
                <a:gd name="T16" fmla="*/ 16 w 29"/>
                <a:gd name="T17" fmla="*/ 15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2" y="0"/>
                    <a:pt x="26" y="1"/>
                    <a:pt x="29" y="2"/>
                  </a:cubicBezTo>
                  <a:cubicBezTo>
                    <a:pt x="26" y="0"/>
                    <a:pt x="22" y="0"/>
                    <a:pt x="16" y="0"/>
                  </a:cubicBezTo>
                  <a:cubicBezTo>
                    <a:pt x="11" y="0"/>
                    <a:pt x="7" y="1"/>
                    <a:pt x="4" y="5"/>
                  </a:cubicBezTo>
                  <a:cubicBezTo>
                    <a:pt x="2" y="8"/>
                    <a:pt x="0" y="11"/>
                    <a:pt x="1" y="15"/>
                  </a:cubicBezTo>
                  <a:cubicBezTo>
                    <a:pt x="2" y="20"/>
                    <a:pt x="5" y="24"/>
                    <a:pt x="10" y="25"/>
                  </a:cubicBezTo>
                  <a:cubicBezTo>
                    <a:pt x="6" y="24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9" name="Freeform 2779">
              <a:extLst>
                <a:ext uri="{FF2B5EF4-FFF2-40B4-BE49-F238E27FC236}">
                  <a16:creationId xmlns:a16="http://schemas.microsoft.com/office/drawing/2014/main" id="{D5B91D3B-A5CE-445C-8D2E-F7CD426D4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3058"/>
              <a:ext cx="51" cy="34"/>
            </a:xfrm>
            <a:custGeom>
              <a:avLst/>
              <a:gdLst>
                <a:gd name="T0" fmla="*/ 143 w 26"/>
                <a:gd name="T1" fmla="*/ 19 h 16"/>
                <a:gd name="T2" fmla="*/ 84 w 26"/>
                <a:gd name="T3" fmla="*/ 145 h 16"/>
                <a:gd name="T4" fmla="*/ 16 w 26"/>
                <a:gd name="T5" fmla="*/ 49 h 16"/>
                <a:gd name="T6" fmla="*/ 143 w 26"/>
                <a:gd name="T7" fmla="*/ 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9" y="2"/>
                  </a:moveTo>
                  <a:cubicBezTo>
                    <a:pt x="26" y="7"/>
                    <a:pt x="22" y="16"/>
                    <a:pt x="11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5" y="1"/>
                    <a:pt x="14" y="0"/>
                    <a:pt x="19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0" name="Freeform 2780">
              <a:extLst>
                <a:ext uri="{FF2B5EF4-FFF2-40B4-BE49-F238E27FC236}">
                  <a16:creationId xmlns:a16="http://schemas.microsoft.com/office/drawing/2014/main" id="{C07176AF-8D01-4B61-9B01-2E7672E60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070"/>
              <a:ext cx="43" cy="22"/>
            </a:xfrm>
            <a:custGeom>
              <a:avLst/>
              <a:gdLst>
                <a:gd name="T0" fmla="*/ 149 w 22"/>
                <a:gd name="T1" fmla="*/ 0 h 10"/>
                <a:gd name="T2" fmla="*/ 68 w 22"/>
                <a:gd name="T3" fmla="*/ 88 h 10"/>
                <a:gd name="T4" fmla="*/ 0 w 22"/>
                <a:gd name="T5" fmla="*/ 44 h 10"/>
                <a:gd name="T6" fmla="*/ 68 w 22"/>
                <a:gd name="T7" fmla="*/ 97 h 10"/>
                <a:gd name="T8" fmla="*/ 149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0" y="0"/>
                  </a:moveTo>
                  <a:cubicBezTo>
                    <a:pt x="21" y="4"/>
                    <a:pt x="16" y="8"/>
                    <a:pt x="9" y="8"/>
                  </a:cubicBezTo>
                  <a:cubicBezTo>
                    <a:pt x="3" y="8"/>
                    <a:pt x="1" y="6"/>
                    <a:pt x="0" y="4"/>
                  </a:cubicBezTo>
                  <a:cubicBezTo>
                    <a:pt x="0" y="7"/>
                    <a:pt x="3" y="9"/>
                    <a:pt x="9" y="9"/>
                  </a:cubicBezTo>
                  <a:cubicBezTo>
                    <a:pt x="18" y="10"/>
                    <a:pt x="22" y="4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1" name="Freeform 2781">
              <a:extLst>
                <a:ext uri="{FF2B5EF4-FFF2-40B4-BE49-F238E27FC236}">
                  <a16:creationId xmlns:a16="http://schemas.microsoft.com/office/drawing/2014/main" id="{3A8EA06A-4D4C-4E31-8CAF-C8481F48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3058"/>
              <a:ext cx="23" cy="6"/>
            </a:xfrm>
            <a:custGeom>
              <a:avLst/>
              <a:gdLst>
                <a:gd name="T0" fmla="*/ 84 w 12"/>
                <a:gd name="T1" fmla="*/ 8 h 3"/>
                <a:gd name="T2" fmla="*/ 0 w 12"/>
                <a:gd name="T3" fmla="*/ 24 h 3"/>
                <a:gd name="T4" fmla="*/ 84 w 1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3" y="3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2" name="Freeform 2782">
              <a:extLst>
                <a:ext uri="{FF2B5EF4-FFF2-40B4-BE49-F238E27FC236}">
                  <a16:creationId xmlns:a16="http://schemas.microsoft.com/office/drawing/2014/main" id="{63393B80-87B6-4221-A178-2D1D8A905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3079"/>
              <a:ext cx="33" cy="19"/>
            </a:xfrm>
            <a:custGeom>
              <a:avLst/>
              <a:gdLst>
                <a:gd name="T0" fmla="*/ 0 w 17"/>
                <a:gd name="T1" fmla="*/ 49 h 9"/>
                <a:gd name="T2" fmla="*/ 124 w 17"/>
                <a:gd name="T3" fmla="*/ 0 h 9"/>
                <a:gd name="T4" fmla="*/ 0 w 17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3" y="6"/>
                    <a:pt x="13" y="7"/>
                    <a:pt x="17" y="0"/>
                  </a:cubicBezTo>
                  <a:cubicBezTo>
                    <a:pt x="16" y="4"/>
                    <a:pt x="9" y="9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3" name="Freeform 2783">
              <a:extLst>
                <a:ext uri="{FF2B5EF4-FFF2-40B4-BE49-F238E27FC236}">
                  <a16:creationId xmlns:a16="http://schemas.microsoft.com/office/drawing/2014/main" id="{18121FFC-F0D6-45DF-B843-9A70C8CB1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3047"/>
              <a:ext cx="79" cy="68"/>
            </a:xfrm>
            <a:custGeom>
              <a:avLst/>
              <a:gdLst>
                <a:gd name="T0" fmla="*/ 132 w 40"/>
                <a:gd name="T1" fmla="*/ 9 h 32"/>
                <a:gd name="T2" fmla="*/ 32 w 40"/>
                <a:gd name="T3" fmla="*/ 49 h 32"/>
                <a:gd name="T4" fmla="*/ 8 w 40"/>
                <a:gd name="T5" fmla="*/ 164 h 32"/>
                <a:gd name="T6" fmla="*/ 207 w 40"/>
                <a:gd name="T7" fmla="*/ 257 h 32"/>
                <a:gd name="T8" fmla="*/ 269 w 40"/>
                <a:gd name="T9" fmla="*/ 60 h 32"/>
                <a:gd name="T10" fmla="*/ 132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7" y="1"/>
                    <a:pt x="4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4" name="Freeform 2784">
              <a:extLst>
                <a:ext uri="{FF2B5EF4-FFF2-40B4-BE49-F238E27FC236}">
                  <a16:creationId xmlns:a16="http://schemas.microsoft.com/office/drawing/2014/main" id="{4935BCAD-9076-4B70-92BA-8C7E4FE02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3062"/>
              <a:ext cx="43" cy="30"/>
            </a:xfrm>
            <a:custGeom>
              <a:avLst/>
              <a:gdLst>
                <a:gd name="T0" fmla="*/ 133 w 22"/>
                <a:gd name="T1" fmla="*/ 0 h 14"/>
                <a:gd name="T2" fmla="*/ 156 w 22"/>
                <a:gd name="T3" fmla="*/ 69 h 14"/>
                <a:gd name="T4" fmla="*/ 76 w 22"/>
                <a:gd name="T5" fmla="*/ 129 h 14"/>
                <a:gd name="T6" fmla="*/ 8 w 22"/>
                <a:gd name="T7" fmla="*/ 88 h 14"/>
                <a:gd name="T8" fmla="*/ 8 w 22"/>
                <a:gd name="T9" fmla="*/ 28 h 14"/>
                <a:gd name="T10" fmla="*/ 8 w 22"/>
                <a:gd name="T11" fmla="*/ 28 h 14"/>
                <a:gd name="T12" fmla="*/ 8 w 22"/>
                <a:gd name="T13" fmla="*/ 88 h 14"/>
                <a:gd name="T14" fmla="*/ 76 w 22"/>
                <a:gd name="T15" fmla="*/ 137 h 14"/>
                <a:gd name="T16" fmla="*/ 156 w 22"/>
                <a:gd name="T17" fmla="*/ 69 h 14"/>
                <a:gd name="T18" fmla="*/ 133 w 22"/>
                <a:gd name="T19" fmla="*/ 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4">
                  <a:moveTo>
                    <a:pt x="18" y="0"/>
                  </a:moveTo>
                  <a:cubicBezTo>
                    <a:pt x="21" y="2"/>
                    <a:pt x="22" y="5"/>
                    <a:pt x="21" y="7"/>
                  </a:cubicBezTo>
                  <a:cubicBezTo>
                    <a:pt x="20" y="10"/>
                    <a:pt x="17" y="13"/>
                    <a:pt x="10" y="13"/>
                  </a:cubicBezTo>
                  <a:cubicBezTo>
                    <a:pt x="5" y="13"/>
                    <a:pt x="2" y="11"/>
                    <a:pt x="1" y="9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1"/>
                    <a:pt x="5" y="14"/>
                    <a:pt x="10" y="14"/>
                  </a:cubicBezTo>
                  <a:cubicBezTo>
                    <a:pt x="17" y="14"/>
                    <a:pt x="21" y="10"/>
                    <a:pt x="21" y="7"/>
                  </a:cubicBezTo>
                  <a:cubicBezTo>
                    <a:pt x="22" y="5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5" name="Freeform 2785">
              <a:extLst>
                <a:ext uri="{FF2B5EF4-FFF2-40B4-BE49-F238E27FC236}">
                  <a16:creationId xmlns:a16="http://schemas.microsoft.com/office/drawing/2014/main" id="{2D8BBA7C-2144-4835-8404-73AA9EA67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2558"/>
              <a:ext cx="106" cy="113"/>
            </a:xfrm>
            <a:custGeom>
              <a:avLst/>
              <a:gdLst>
                <a:gd name="T0" fmla="*/ 352 w 53"/>
                <a:gd name="T1" fmla="*/ 328 h 53"/>
                <a:gd name="T2" fmla="*/ 264 w 53"/>
                <a:gd name="T3" fmla="*/ 49 h 53"/>
                <a:gd name="T4" fmla="*/ 24 w 53"/>
                <a:gd name="T5" fmla="*/ 205 h 53"/>
                <a:gd name="T6" fmla="*/ 352 w 53"/>
                <a:gd name="T7" fmla="*/ 328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3">
                  <a:moveTo>
                    <a:pt x="44" y="34"/>
                  </a:moveTo>
                  <a:cubicBezTo>
                    <a:pt x="53" y="24"/>
                    <a:pt x="47" y="10"/>
                    <a:pt x="33" y="5"/>
                  </a:cubicBezTo>
                  <a:cubicBezTo>
                    <a:pt x="18" y="0"/>
                    <a:pt x="5" y="5"/>
                    <a:pt x="3" y="21"/>
                  </a:cubicBezTo>
                  <a:cubicBezTo>
                    <a:pt x="0" y="36"/>
                    <a:pt x="31" y="53"/>
                    <a:pt x="44" y="3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6" name="Freeform 2786">
              <a:extLst>
                <a:ext uri="{FF2B5EF4-FFF2-40B4-BE49-F238E27FC236}">
                  <a16:creationId xmlns:a16="http://schemas.microsoft.com/office/drawing/2014/main" id="{3DA232EA-3301-4B81-89B2-5BD8959B9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577"/>
              <a:ext cx="78" cy="77"/>
            </a:xfrm>
            <a:custGeom>
              <a:avLst/>
              <a:gdLst>
                <a:gd name="T0" fmla="*/ 224 w 39"/>
                <a:gd name="T1" fmla="*/ 0 h 36"/>
                <a:gd name="T2" fmla="*/ 248 w 39"/>
                <a:gd name="T3" fmla="*/ 225 h 36"/>
                <a:gd name="T4" fmla="*/ 0 w 39"/>
                <a:gd name="T5" fmla="*/ 257 h 36"/>
                <a:gd name="T6" fmla="*/ 256 w 39"/>
                <a:gd name="T7" fmla="*/ 242 h 36"/>
                <a:gd name="T8" fmla="*/ 224 w 3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6">
                  <a:moveTo>
                    <a:pt x="28" y="0"/>
                  </a:moveTo>
                  <a:cubicBezTo>
                    <a:pt x="35" y="7"/>
                    <a:pt x="37" y="16"/>
                    <a:pt x="31" y="23"/>
                  </a:cubicBezTo>
                  <a:cubicBezTo>
                    <a:pt x="23" y="35"/>
                    <a:pt x="9" y="33"/>
                    <a:pt x="0" y="26"/>
                  </a:cubicBezTo>
                  <a:cubicBezTo>
                    <a:pt x="9" y="33"/>
                    <a:pt x="24" y="36"/>
                    <a:pt x="32" y="25"/>
                  </a:cubicBezTo>
                  <a:cubicBezTo>
                    <a:pt x="39" y="17"/>
                    <a:pt x="37" y="6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7" name="Freeform 2787">
              <a:extLst>
                <a:ext uri="{FF2B5EF4-FFF2-40B4-BE49-F238E27FC236}">
                  <a16:creationId xmlns:a16="http://schemas.microsoft.com/office/drawing/2014/main" id="{798E98F7-7FA3-4869-B65D-9FAE5672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562"/>
              <a:ext cx="56" cy="75"/>
            </a:xfrm>
            <a:custGeom>
              <a:avLst/>
              <a:gdLst>
                <a:gd name="T0" fmla="*/ 72 w 28"/>
                <a:gd name="T1" fmla="*/ 334 h 35"/>
                <a:gd name="T2" fmla="*/ 16 w 28"/>
                <a:gd name="T3" fmla="*/ 189 h 35"/>
                <a:gd name="T4" fmla="*/ 208 w 28"/>
                <a:gd name="T5" fmla="*/ 28 h 35"/>
                <a:gd name="T6" fmla="*/ 208 w 28"/>
                <a:gd name="T7" fmla="*/ 28 h 35"/>
                <a:gd name="T8" fmla="*/ 8 w 28"/>
                <a:gd name="T9" fmla="*/ 189 h 35"/>
                <a:gd name="T10" fmla="*/ 72 w 28"/>
                <a:gd name="T11" fmla="*/ 334 h 35"/>
                <a:gd name="T12" fmla="*/ 72 w 2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5">
                  <a:moveTo>
                    <a:pt x="9" y="34"/>
                  </a:moveTo>
                  <a:cubicBezTo>
                    <a:pt x="4" y="30"/>
                    <a:pt x="1" y="24"/>
                    <a:pt x="2" y="19"/>
                  </a:cubicBezTo>
                  <a:cubicBezTo>
                    <a:pt x="4" y="7"/>
                    <a:pt x="14" y="1"/>
                    <a:pt x="26" y="3"/>
                  </a:cubicBezTo>
                  <a:cubicBezTo>
                    <a:pt x="28" y="3"/>
                    <a:pt x="27" y="3"/>
                    <a:pt x="26" y="3"/>
                  </a:cubicBezTo>
                  <a:cubicBezTo>
                    <a:pt x="14" y="0"/>
                    <a:pt x="3" y="5"/>
                    <a:pt x="1" y="19"/>
                  </a:cubicBezTo>
                  <a:cubicBezTo>
                    <a:pt x="0" y="24"/>
                    <a:pt x="3" y="30"/>
                    <a:pt x="9" y="34"/>
                  </a:cubicBezTo>
                  <a:cubicBezTo>
                    <a:pt x="11" y="35"/>
                    <a:pt x="10" y="35"/>
                    <a:pt x="9" y="3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8" name="Freeform 2788">
              <a:extLst>
                <a:ext uri="{FF2B5EF4-FFF2-40B4-BE49-F238E27FC236}">
                  <a16:creationId xmlns:a16="http://schemas.microsoft.com/office/drawing/2014/main" id="{3B6CC95F-A974-4D22-8665-32A4EC980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575"/>
              <a:ext cx="62" cy="62"/>
            </a:xfrm>
            <a:custGeom>
              <a:avLst/>
              <a:gdLst>
                <a:gd name="T0" fmla="*/ 8 w 31"/>
                <a:gd name="T1" fmla="*/ 145 h 29"/>
                <a:gd name="T2" fmla="*/ 200 w 31"/>
                <a:gd name="T3" fmla="*/ 224 h 29"/>
                <a:gd name="T4" fmla="*/ 152 w 31"/>
                <a:gd name="T5" fmla="*/ 28 h 29"/>
                <a:gd name="T6" fmla="*/ 8 w 31"/>
                <a:gd name="T7" fmla="*/ 14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1" y="15"/>
                  </a:moveTo>
                  <a:cubicBezTo>
                    <a:pt x="3" y="25"/>
                    <a:pt x="18" y="29"/>
                    <a:pt x="25" y="23"/>
                  </a:cubicBezTo>
                  <a:cubicBezTo>
                    <a:pt x="31" y="17"/>
                    <a:pt x="28" y="4"/>
                    <a:pt x="19" y="3"/>
                  </a:cubicBezTo>
                  <a:cubicBezTo>
                    <a:pt x="6" y="0"/>
                    <a:pt x="0" y="7"/>
                    <a:pt x="1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9" name="Freeform 2789">
              <a:extLst>
                <a:ext uri="{FF2B5EF4-FFF2-40B4-BE49-F238E27FC236}">
                  <a16:creationId xmlns:a16="http://schemas.microsoft.com/office/drawing/2014/main" id="{29B98CFB-E9FE-49ED-B91C-E87CC129A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583"/>
              <a:ext cx="52" cy="49"/>
            </a:xfrm>
            <a:custGeom>
              <a:avLst/>
              <a:gdLst>
                <a:gd name="T0" fmla="*/ 152 w 26"/>
                <a:gd name="T1" fmla="*/ 0 h 23"/>
                <a:gd name="T2" fmla="*/ 152 w 26"/>
                <a:gd name="T3" fmla="*/ 164 h 23"/>
                <a:gd name="T4" fmla="*/ 0 w 26"/>
                <a:gd name="T5" fmla="*/ 164 h 23"/>
                <a:gd name="T6" fmla="*/ 168 w 26"/>
                <a:gd name="T7" fmla="*/ 181 h 23"/>
                <a:gd name="T8" fmla="*/ 152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19" y="0"/>
                  </a:moveTo>
                  <a:cubicBezTo>
                    <a:pt x="23" y="5"/>
                    <a:pt x="24" y="13"/>
                    <a:pt x="19" y="17"/>
                  </a:cubicBezTo>
                  <a:cubicBezTo>
                    <a:pt x="14" y="21"/>
                    <a:pt x="6" y="21"/>
                    <a:pt x="0" y="17"/>
                  </a:cubicBezTo>
                  <a:cubicBezTo>
                    <a:pt x="6" y="22"/>
                    <a:pt x="16" y="23"/>
                    <a:pt x="21" y="19"/>
                  </a:cubicBezTo>
                  <a:cubicBezTo>
                    <a:pt x="26" y="14"/>
                    <a:pt x="25" y="4"/>
                    <a:pt x="1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0" name="Freeform 2790">
              <a:extLst>
                <a:ext uri="{FF2B5EF4-FFF2-40B4-BE49-F238E27FC236}">
                  <a16:creationId xmlns:a16="http://schemas.microsoft.com/office/drawing/2014/main" id="{457473D0-3138-4085-9C09-EFFD8203D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579"/>
              <a:ext cx="24" cy="17"/>
            </a:xfrm>
            <a:custGeom>
              <a:avLst/>
              <a:gdLst>
                <a:gd name="T0" fmla="*/ 96 w 12"/>
                <a:gd name="T1" fmla="*/ 0 h 8"/>
                <a:gd name="T2" fmla="*/ 0 w 12"/>
                <a:gd name="T3" fmla="*/ 77 h 8"/>
                <a:gd name="T4" fmla="*/ 96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6" y="0"/>
                    <a:pt x="1" y="3"/>
                    <a:pt x="0" y="8"/>
                  </a:cubicBezTo>
                  <a:cubicBezTo>
                    <a:pt x="3" y="5"/>
                    <a:pt x="5" y="2"/>
                    <a:pt x="1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1" name="Freeform 2791">
              <a:extLst>
                <a:ext uri="{FF2B5EF4-FFF2-40B4-BE49-F238E27FC236}">
                  <a16:creationId xmlns:a16="http://schemas.microsoft.com/office/drawing/2014/main" id="{3E4B3390-25A4-455B-977C-E7B730F26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598"/>
              <a:ext cx="38" cy="39"/>
            </a:xfrm>
            <a:custGeom>
              <a:avLst/>
              <a:gdLst>
                <a:gd name="T0" fmla="*/ 128 w 19"/>
                <a:gd name="T1" fmla="*/ 0 h 18"/>
                <a:gd name="T2" fmla="*/ 0 w 19"/>
                <a:gd name="T3" fmla="*/ 156 h 18"/>
                <a:gd name="T4" fmla="*/ 128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6" y="0"/>
                  </a:moveTo>
                  <a:cubicBezTo>
                    <a:pt x="17" y="5"/>
                    <a:pt x="16" y="18"/>
                    <a:pt x="0" y="15"/>
                  </a:cubicBezTo>
                  <a:cubicBezTo>
                    <a:pt x="8" y="17"/>
                    <a:pt x="19" y="17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2" name="Freeform 2792">
              <a:extLst>
                <a:ext uri="{FF2B5EF4-FFF2-40B4-BE49-F238E27FC236}">
                  <a16:creationId xmlns:a16="http://schemas.microsoft.com/office/drawing/2014/main" id="{0A602459-2E52-4FED-920D-DC28541D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2558"/>
              <a:ext cx="106" cy="113"/>
            </a:xfrm>
            <a:custGeom>
              <a:avLst/>
              <a:gdLst>
                <a:gd name="T0" fmla="*/ 352 w 53"/>
                <a:gd name="T1" fmla="*/ 328 h 53"/>
                <a:gd name="T2" fmla="*/ 264 w 53"/>
                <a:gd name="T3" fmla="*/ 49 h 53"/>
                <a:gd name="T4" fmla="*/ 24 w 53"/>
                <a:gd name="T5" fmla="*/ 205 h 53"/>
                <a:gd name="T6" fmla="*/ 352 w 53"/>
                <a:gd name="T7" fmla="*/ 328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3">
                  <a:moveTo>
                    <a:pt x="44" y="34"/>
                  </a:moveTo>
                  <a:cubicBezTo>
                    <a:pt x="53" y="24"/>
                    <a:pt x="47" y="10"/>
                    <a:pt x="33" y="5"/>
                  </a:cubicBezTo>
                  <a:cubicBezTo>
                    <a:pt x="18" y="0"/>
                    <a:pt x="5" y="5"/>
                    <a:pt x="3" y="21"/>
                  </a:cubicBezTo>
                  <a:cubicBezTo>
                    <a:pt x="0" y="36"/>
                    <a:pt x="31" y="53"/>
                    <a:pt x="44" y="34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3" name="Freeform 2793">
              <a:extLst>
                <a:ext uri="{FF2B5EF4-FFF2-40B4-BE49-F238E27FC236}">
                  <a16:creationId xmlns:a16="http://schemas.microsoft.com/office/drawing/2014/main" id="{A6C901B2-A370-458D-82AD-5CEFE83BF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581"/>
              <a:ext cx="56" cy="51"/>
            </a:xfrm>
            <a:custGeom>
              <a:avLst/>
              <a:gdLst>
                <a:gd name="T0" fmla="*/ 144 w 28"/>
                <a:gd name="T1" fmla="*/ 0 h 24"/>
                <a:gd name="T2" fmla="*/ 208 w 28"/>
                <a:gd name="T3" fmla="*/ 77 h 24"/>
                <a:gd name="T4" fmla="*/ 184 w 28"/>
                <a:gd name="T5" fmla="*/ 193 h 24"/>
                <a:gd name="T6" fmla="*/ 80 w 28"/>
                <a:gd name="T7" fmla="*/ 213 h 24"/>
                <a:gd name="T8" fmla="*/ 0 w 28"/>
                <a:gd name="T9" fmla="*/ 117 h 24"/>
                <a:gd name="T10" fmla="*/ 0 w 28"/>
                <a:gd name="T11" fmla="*/ 117 h 24"/>
                <a:gd name="T12" fmla="*/ 80 w 28"/>
                <a:gd name="T13" fmla="*/ 213 h 24"/>
                <a:gd name="T14" fmla="*/ 192 w 28"/>
                <a:gd name="T15" fmla="*/ 193 h 24"/>
                <a:gd name="T16" fmla="*/ 216 w 28"/>
                <a:gd name="T17" fmla="*/ 68 h 24"/>
                <a:gd name="T18" fmla="*/ 144 w 28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18" y="0"/>
                  </a:moveTo>
                  <a:cubicBezTo>
                    <a:pt x="22" y="0"/>
                    <a:pt x="25" y="3"/>
                    <a:pt x="26" y="8"/>
                  </a:cubicBezTo>
                  <a:cubicBezTo>
                    <a:pt x="28" y="12"/>
                    <a:pt x="27" y="17"/>
                    <a:pt x="23" y="20"/>
                  </a:cubicBezTo>
                  <a:cubicBezTo>
                    <a:pt x="20" y="23"/>
                    <a:pt x="15" y="23"/>
                    <a:pt x="10" y="22"/>
                  </a:cubicBezTo>
                  <a:cubicBezTo>
                    <a:pt x="5" y="20"/>
                    <a:pt x="1" y="16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6"/>
                    <a:pt x="5" y="20"/>
                    <a:pt x="10" y="22"/>
                  </a:cubicBezTo>
                  <a:cubicBezTo>
                    <a:pt x="15" y="24"/>
                    <a:pt x="20" y="23"/>
                    <a:pt x="24" y="20"/>
                  </a:cubicBezTo>
                  <a:cubicBezTo>
                    <a:pt x="27" y="17"/>
                    <a:pt x="28" y="12"/>
                    <a:pt x="27" y="7"/>
                  </a:cubicBezTo>
                  <a:cubicBezTo>
                    <a:pt x="25" y="3"/>
                    <a:pt x="22" y="0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4" name="Freeform 2794">
              <a:extLst>
                <a:ext uri="{FF2B5EF4-FFF2-40B4-BE49-F238E27FC236}">
                  <a16:creationId xmlns:a16="http://schemas.microsoft.com/office/drawing/2014/main" id="{F7AF2BF0-ABB3-4374-B2BD-82CBADEBA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3077"/>
              <a:ext cx="105" cy="115"/>
            </a:xfrm>
            <a:custGeom>
              <a:avLst/>
              <a:gdLst>
                <a:gd name="T0" fmla="*/ 341 w 53"/>
                <a:gd name="T1" fmla="*/ 341 h 54"/>
                <a:gd name="T2" fmla="*/ 256 w 53"/>
                <a:gd name="T3" fmla="*/ 49 h 54"/>
                <a:gd name="T4" fmla="*/ 24 w 53"/>
                <a:gd name="T5" fmla="*/ 204 h 54"/>
                <a:gd name="T6" fmla="*/ 341 w 53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4" y="35"/>
                  </a:moveTo>
                  <a:cubicBezTo>
                    <a:pt x="53" y="24"/>
                    <a:pt x="48" y="10"/>
                    <a:pt x="33" y="5"/>
                  </a:cubicBezTo>
                  <a:cubicBezTo>
                    <a:pt x="18" y="0"/>
                    <a:pt x="5" y="6"/>
                    <a:pt x="3" y="21"/>
                  </a:cubicBezTo>
                  <a:cubicBezTo>
                    <a:pt x="0" y="36"/>
                    <a:pt x="31" y="54"/>
                    <a:pt x="44" y="3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5" name="Freeform 2795">
              <a:extLst>
                <a:ext uri="{FF2B5EF4-FFF2-40B4-BE49-F238E27FC236}">
                  <a16:creationId xmlns:a16="http://schemas.microsoft.com/office/drawing/2014/main" id="{DDCA146F-A53B-45E6-8164-AB3E20C82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3098"/>
              <a:ext cx="75" cy="77"/>
            </a:xfrm>
            <a:custGeom>
              <a:avLst/>
              <a:gdLst>
                <a:gd name="T0" fmla="*/ 215 w 38"/>
                <a:gd name="T1" fmla="*/ 0 h 36"/>
                <a:gd name="T2" fmla="*/ 229 w 38"/>
                <a:gd name="T3" fmla="*/ 225 h 36"/>
                <a:gd name="T4" fmla="*/ 0 w 38"/>
                <a:gd name="T5" fmla="*/ 257 h 36"/>
                <a:gd name="T6" fmla="*/ 237 w 38"/>
                <a:gd name="T7" fmla="*/ 233 h 36"/>
                <a:gd name="T8" fmla="*/ 215 w 38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6">
                  <a:moveTo>
                    <a:pt x="28" y="0"/>
                  </a:moveTo>
                  <a:cubicBezTo>
                    <a:pt x="35" y="6"/>
                    <a:pt x="36" y="15"/>
                    <a:pt x="30" y="23"/>
                  </a:cubicBezTo>
                  <a:cubicBezTo>
                    <a:pt x="22" y="34"/>
                    <a:pt x="8" y="32"/>
                    <a:pt x="0" y="26"/>
                  </a:cubicBezTo>
                  <a:cubicBezTo>
                    <a:pt x="8" y="33"/>
                    <a:pt x="23" y="36"/>
                    <a:pt x="31" y="24"/>
                  </a:cubicBezTo>
                  <a:cubicBezTo>
                    <a:pt x="38" y="16"/>
                    <a:pt x="36" y="6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6" name="Freeform 2796">
              <a:extLst>
                <a:ext uri="{FF2B5EF4-FFF2-40B4-BE49-F238E27FC236}">
                  <a16:creationId xmlns:a16="http://schemas.microsoft.com/office/drawing/2014/main" id="{2B050B33-7587-4BF1-A40C-8A987F705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081"/>
              <a:ext cx="55" cy="77"/>
            </a:xfrm>
            <a:custGeom>
              <a:avLst/>
              <a:gdLst>
                <a:gd name="T0" fmla="*/ 69 w 28"/>
                <a:gd name="T1" fmla="*/ 334 h 36"/>
                <a:gd name="T2" fmla="*/ 24 w 28"/>
                <a:gd name="T3" fmla="*/ 197 h 36"/>
                <a:gd name="T4" fmla="*/ 204 w 28"/>
                <a:gd name="T5" fmla="*/ 28 h 36"/>
                <a:gd name="T6" fmla="*/ 204 w 28"/>
                <a:gd name="T7" fmla="*/ 28 h 36"/>
                <a:gd name="T8" fmla="*/ 8 w 28"/>
                <a:gd name="T9" fmla="*/ 188 h 36"/>
                <a:gd name="T10" fmla="*/ 69 w 28"/>
                <a:gd name="T11" fmla="*/ 334 h 36"/>
                <a:gd name="T12" fmla="*/ 69 w 28"/>
                <a:gd name="T13" fmla="*/ 33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6">
                  <a:moveTo>
                    <a:pt x="9" y="34"/>
                  </a:moveTo>
                  <a:cubicBezTo>
                    <a:pt x="4" y="30"/>
                    <a:pt x="2" y="25"/>
                    <a:pt x="3" y="20"/>
                  </a:cubicBezTo>
                  <a:cubicBezTo>
                    <a:pt x="5" y="7"/>
                    <a:pt x="15" y="1"/>
                    <a:pt x="27" y="3"/>
                  </a:cubicBezTo>
                  <a:cubicBezTo>
                    <a:pt x="28" y="4"/>
                    <a:pt x="27" y="4"/>
                    <a:pt x="27" y="3"/>
                  </a:cubicBezTo>
                  <a:cubicBezTo>
                    <a:pt x="14" y="0"/>
                    <a:pt x="3" y="6"/>
                    <a:pt x="1" y="19"/>
                  </a:cubicBezTo>
                  <a:cubicBezTo>
                    <a:pt x="0" y="25"/>
                    <a:pt x="4" y="30"/>
                    <a:pt x="9" y="34"/>
                  </a:cubicBezTo>
                  <a:cubicBezTo>
                    <a:pt x="11" y="36"/>
                    <a:pt x="11" y="36"/>
                    <a:pt x="9" y="3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7" name="Freeform 2797">
              <a:extLst>
                <a:ext uri="{FF2B5EF4-FFF2-40B4-BE49-F238E27FC236}">
                  <a16:creationId xmlns:a16="http://schemas.microsoft.com/office/drawing/2014/main" id="{E41D5486-9F4A-4F62-9B37-F86288E5B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3096"/>
              <a:ext cx="61" cy="60"/>
            </a:xfrm>
            <a:custGeom>
              <a:avLst/>
              <a:gdLst>
                <a:gd name="T0" fmla="*/ 16 w 31"/>
                <a:gd name="T1" fmla="*/ 137 h 28"/>
                <a:gd name="T2" fmla="*/ 189 w 31"/>
                <a:gd name="T3" fmla="*/ 225 h 28"/>
                <a:gd name="T4" fmla="*/ 144 w 31"/>
                <a:gd name="T5" fmla="*/ 19 h 28"/>
                <a:gd name="T6" fmla="*/ 16 w 31"/>
                <a:gd name="T7" fmla="*/ 13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8">
                  <a:moveTo>
                    <a:pt x="2" y="14"/>
                  </a:moveTo>
                  <a:cubicBezTo>
                    <a:pt x="4" y="25"/>
                    <a:pt x="18" y="28"/>
                    <a:pt x="25" y="23"/>
                  </a:cubicBezTo>
                  <a:cubicBezTo>
                    <a:pt x="31" y="17"/>
                    <a:pt x="28" y="3"/>
                    <a:pt x="19" y="2"/>
                  </a:cubicBezTo>
                  <a:cubicBezTo>
                    <a:pt x="6" y="0"/>
                    <a:pt x="0" y="7"/>
                    <a:pt x="2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8" name="Freeform 2798">
              <a:extLst>
                <a:ext uri="{FF2B5EF4-FFF2-40B4-BE49-F238E27FC236}">
                  <a16:creationId xmlns:a16="http://schemas.microsoft.com/office/drawing/2014/main" id="{38EC804C-1EC8-48CC-B56C-0BCCC559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104"/>
              <a:ext cx="49" cy="49"/>
            </a:xfrm>
            <a:custGeom>
              <a:avLst/>
              <a:gdLst>
                <a:gd name="T0" fmla="*/ 135 w 25"/>
                <a:gd name="T1" fmla="*/ 0 h 23"/>
                <a:gd name="T2" fmla="*/ 135 w 25"/>
                <a:gd name="T3" fmla="*/ 164 h 23"/>
                <a:gd name="T4" fmla="*/ 0 w 25"/>
                <a:gd name="T5" fmla="*/ 153 h 23"/>
                <a:gd name="T6" fmla="*/ 149 w 25"/>
                <a:gd name="T7" fmla="*/ 181 h 23"/>
                <a:gd name="T8" fmla="*/ 135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8" y="0"/>
                  </a:moveTo>
                  <a:cubicBezTo>
                    <a:pt x="23" y="4"/>
                    <a:pt x="23" y="13"/>
                    <a:pt x="18" y="17"/>
                  </a:cubicBezTo>
                  <a:cubicBezTo>
                    <a:pt x="14" y="21"/>
                    <a:pt x="5" y="20"/>
                    <a:pt x="0" y="16"/>
                  </a:cubicBezTo>
                  <a:cubicBezTo>
                    <a:pt x="5" y="22"/>
                    <a:pt x="15" y="23"/>
                    <a:pt x="20" y="19"/>
                  </a:cubicBezTo>
                  <a:cubicBezTo>
                    <a:pt x="25" y="14"/>
                    <a:pt x="24" y="4"/>
                    <a:pt x="18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9" name="Freeform 2799">
              <a:extLst>
                <a:ext uri="{FF2B5EF4-FFF2-40B4-BE49-F238E27FC236}">
                  <a16:creationId xmlns:a16="http://schemas.microsoft.com/office/drawing/2014/main" id="{AA0F83AE-AE78-4616-A20A-C4C852C42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100"/>
              <a:ext cx="22" cy="17"/>
            </a:xfrm>
            <a:custGeom>
              <a:avLst/>
              <a:gdLst>
                <a:gd name="T0" fmla="*/ 88 w 11"/>
                <a:gd name="T1" fmla="*/ 0 h 8"/>
                <a:gd name="T2" fmla="*/ 0 w 11"/>
                <a:gd name="T3" fmla="*/ 77 h 8"/>
                <a:gd name="T4" fmla="*/ 88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6" y="0"/>
                    <a:pt x="1" y="3"/>
                    <a:pt x="0" y="8"/>
                  </a:cubicBezTo>
                  <a:cubicBezTo>
                    <a:pt x="2" y="5"/>
                    <a:pt x="5" y="1"/>
                    <a:pt x="1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0" name="Freeform 2800">
              <a:extLst>
                <a:ext uri="{FF2B5EF4-FFF2-40B4-BE49-F238E27FC236}">
                  <a16:creationId xmlns:a16="http://schemas.microsoft.com/office/drawing/2014/main" id="{981ADCE9-94E9-44A4-9674-F52111B2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117"/>
              <a:ext cx="37" cy="39"/>
            </a:xfrm>
            <a:custGeom>
              <a:avLst/>
              <a:gdLst>
                <a:gd name="T0" fmla="*/ 117 w 19"/>
                <a:gd name="T1" fmla="*/ 0 h 18"/>
                <a:gd name="T2" fmla="*/ 0 w 19"/>
                <a:gd name="T3" fmla="*/ 156 h 18"/>
                <a:gd name="T4" fmla="*/ 117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6" y="0"/>
                  </a:moveTo>
                  <a:cubicBezTo>
                    <a:pt x="17" y="6"/>
                    <a:pt x="16" y="18"/>
                    <a:pt x="0" y="15"/>
                  </a:cubicBezTo>
                  <a:cubicBezTo>
                    <a:pt x="7" y="17"/>
                    <a:pt x="19" y="17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1" name="Freeform 2801">
              <a:extLst>
                <a:ext uri="{FF2B5EF4-FFF2-40B4-BE49-F238E27FC236}">
                  <a16:creationId xmlns:a16="http://schemas.microsoft.com/office/drawing/2014/main" id="{72B1FBC1-FDF1-4BE0-AF79-C58B11F6E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3077"/>
              <a:ext cx="105" cy="115"/>
            </a:xfrm>
            <a:custGeom>
              <a:avLst/>
              <a:gdLst>
                <a:gd name="T0" fmla="*/ 341 w 53"/>
                <a:gd name="T1" fmla="*/ 341 h 54"/>
                <a:gd name="T2" fmla="*/ 256 w 53"/>
                <a:gd name="T3" fmla="*/ 49 h 54"/>
                <a:gd name="T4" fmla="*/ 24 w 53"/>
                <a:gd name="T5" fmla="*/ 204 h 54"/>
                <a:gd name="T6" fmla="*/ 341 w 53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4" y="35"/>
                  </a:moveTo>
                  <a:cubicBezTo>
                    <a:pt x="53" y="24"/>
                    <a:pt x="48" y="10"/>
                    <a:pt x="33" y="5"/>
                  </a:cubicBezTo>
                  <a:cubicBezTo>
                    <a:pt x="18" y="0"/>
                    <a:pt x="5" y="6"/>
                    <a:pt x="3" y="21"/>
                  </a:cubicBezTo>
                  <a:cubicBezTo>
                    <a:pt x="0" y="36"/>
                    <a:pt x="31" y="54"/>
                    <a:pt x="44" y="35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2" name="Freeform 2802">
              <a:extLst>
                <a:ext uri="{FF2B5EF4-FFF2-40B4-BE49-F238E27FC236}">
                  <a16:creationId xmlns:a16="http://schemas.microsoft.com/office/drawing/2014/main" id="{92A1A7E9-1604-450C-B971-66578B36E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100"/>
              <a:ext cx="53" cy="51"/>
            </a:xfrm>
            <a:custGeom>
              <a:avLst/>
              <a:gdLst>
                <a:gd name="T0" fmla="*/ 128 w 27"/>
                <a:gd name="T1" fmla="*/ 0 h 24"/>
                <a:gd name="T2" fmla="*/ 196 w 27"/>
                <a:gd name="T3" fmla="*/ 77 h 24"/>
                <a:gd name="T4" fmla="*/ 173 w 27"/>
                <a:gd name="T5" fmla="*/ 193 h 24"/>
                <a:gd name="T6" fmla="*/ 69 w 27"/>
                <a:gd name="T7" fmla="*/ 213 h 24"/>
                <a:gd name="T8" fmla="*/ 0 w 27"/>
                <a:gd name="T9" fmla="*/ 117 h 24"/>
                <a:gd name="T10" fmla="*/ 0 w 27"/>
                <a:gd name="T11" fmla="*/ 117 h 24"/>
                <a:gd name="T12" fmla="*/ 69 w 27"/>
                <a:gd name="T13" fmla="*/ 213 h 24"/>
                <a:gd name="T14" fmla="*/ 173 w 27"/>
                <a:gd name="T15" fmla="*/ 204 h 24"/>
                <a:gd name="T16" fmla="*/ 196 w 27"/>
                <a:gd name="T17" fmla="*/ 77 h 24"/>
                <a:gd name="T18" fmla="*/ 128 w 27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4">
                  <a:moveTo>
                    <a:pt x="17" y="0"/>
                  </a:moveTo>
                  <a:cubicBezTo>
                    <a:pt x="21" y="1"/>
                    <a:pt x="24" y="4"/>
                    <a:pt x="26" y="8"/>
                  </a:cubicBezTo>
                  <a:cubicBezTo>
                    <a:pt x="27" y="13"/>
                    <a:pt x="26" y="18"/>
                    <a:pt x="23" y="20"/>
                  </a:cubicBezTo>
                  <a:cubicBezTo>
                    <a:pt x="20" y="23"/>
                    <a:pt x="14" y="24"/>
                    <a:pt x="9" y="22"/>
                  </a:cubicBezTo>
                  <a:cubicBezTo>
                    <a:pt x="4" y="20"/>
                    <a:pt x="1" y="17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4" y="21"/>
                    <a:pt x="9" y="22"/>
                  </a:cubicBezTo>
                  <a:cubicBezTo>
                    <a:pt x="14" y="24"/>
                    <a:pt x="20" y="23"/>
                    <a:pt x="23" y="21"/>
                  </a:cubicBezTo>
                  <a:cubicBezTo>
                    <a:pt x="26" y="18"/>
                    <a:pt x="27" y="13"/>
                    <a:pt x="26" y="8"/>
                  </a:cubicBezTo>
                  <a:cubicBezTo>
                    <a:pt x="25" y="3"/>
                    <a:pt x="21" y="1"/>
                    <a:pt x="1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3" name="Freeform 2803">
              <a:extLst>
                <a:ext uri="{FF2B5EF4-FFF2-40B4-BE49-F238E27FC236}">
                  <a16:creationId xmlns:a16="http://schemas.microsoft.com/office/drawing/2014/main" id="{B12A4429-B263-4592-8E6D-EDAFF7CA5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026"/>
              <a:ext cx="104" cy="98"/>
            </a:xfrm>
            <a:custGeom>
              <a:avLst/>
              <a:gdLst>
                <a:gd name="T0" fmla="*/ 352 w 52"/>
                <a:gd name="T1" fmla="*/ 281 h 46"/>
                <a:gd name="T2" fmla="*/ 256 w 52"/>
                <a:gd name="T3" fmla="*/ 40 h 46"/>
                <a:gd name="T4" fmla="*/ 16 w 52"/>
                <a:gd name="T5" fmla="*/ 173 h 46"/>
                <a:gd name="T6" fmla="*/ 352 w 52"/>
                <a:gd name="T7" fmla="*/ 28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6">
                  <a:moveTo>
                    <a:pt x="44" y="29"/>
                  </a:moveTo>
                  <a:cubicBezTo>
                    <a:pt x="52" y="20"/>
                    <a:pt x="47" y="8"/>
                    <a:pt x="32" y="4"/>
                  </a:cubicBezTo>
                  <a:cubicBezTo>
                    <a:pt x="18" y="0"/>
                    <a:pt x="4" y="5"/>
                    <a:pt x="2" y="18"/>
                  </a:cubicBezTo>
                  <a:cubicBezTo>
                    <a:pt x="0" y="31"/>
                    <a:pt x="30" y="46"/>
                    <a:pt x="44" y="2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4" name="Freeform 2804">
              <a:extLst>
                <a:ext uri="{FF2B5EF4-FFF2-40B4-BE49-F238E27FC236}">
                  <a16:creationId xmlns:a16="http://schemas.microsoft.com/office/drawing/2014/main" id="{6A36D493-81E1-4E10-9ABE-58851F8D8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3043"/>
              <a:ext cx="76" cy="66"/>
            </a:xfrm>
            <a:custGeom>
              <a:avLst/>
              <a:gdLst>
                <a:gd name="T0" fmla="*/ 224 w 38"/>
                <a:gd name="T1" fmla="*/ 0 h 31"/>
                <a:gd name="T2" fmla="*/ 240 w 38"/>
                <a:gd name="T3" fmla="*/ 196 h 31"/>
                <a:gd name="T4" fmla="*/ 0 w 38"/>
                <a:gd name="T5" fmla="*/ 213 h 31"/>
                <a:gd name="T6" fmla="*/ 256 w 38"/>
                <a:gd name="T7" fmla="*/ 204 h 31"/>
                <a:gd name="T8" fmla="*/ 224 w 3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1">
                  <a:moveTo>
                    <a:pt x="28" y="0"/>
                  </a:moveTo>
                  <a:cubicBezTo>
                    <a:pt x="35" y="5"/>
                    <a:pt x="36" y="13"/>
                    <a:pt x="30" y="20"/>
                  </a:cubicBezTo>
                  <a:cubicBezTo>
                    <a:pt x="22" y="29"/>
                    <a:pt x="9" y="28"/>
                    <a:pt x="0" y="22"/>
                  </a:cubicBezTo>
                  <a:cubicBezTo>
                    <a:pt x="8" y="28"/>
                    <a:pt x="24" y="31"/>
                    <a:pt x="32" y="21"/>
                  </a:cubicBezTo>
                  <a:cubicBezTo>
                    <a:pt x="38" y="14"/>
                    <a:pt x="36" y="5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5" name="Freeform 2805">
              <a:extLst>
                <a:ext uri="{FF2B5EF4-FFF2-40B4-BE49-F238E27FC236}">
                  <a16:creationId xmlns:a16="http://schemas.microsoft.com/office/drawing/2014/main" id="{E84F0600-A6A4-48B1-B37F-CE9DB2F1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030"/>
              <a:ext cx="56" cy="64"/>
            </a:xfrm>
            <a:custGeom>
              <a:avLst/>
              <a:gdLst>
                <a:gd name="T0" fmla="*/ 72 w 28"/>
                <a:gd name="T1" fmla="*/ 282 h 30"/>
                <a:gd name="T2" fmla="*/ 24 w 28"/>
                <a:gd name="T3" fmla="*/ 156 h 30"/>
                <a:gd name="T4" fmla="*/ 216 w 28"/>
                <a:gd name="T5" fmla="*/ 19 h 30"/>
                <a:gd name="T6" fmla="*/ 216 w 28"/>
                <a:gd name="T7" fmla="*/ 19 h 30"/>
                <a:gd name="T8" fmla="*/ 8 w 28"/>
                <a:gd name="T9" fmla="*/ 156 h 30"/>
                <a:gd name="T10" fmla="*/ 72 w 28"/>
                <a:gd name="T11" fmla="*/ 282 h 30"/>
                <a:gd name="T12" fmla="*/ 72 w 28"/>
                <a:gd name="T13" fmla="*/ 28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9" y="29"/>
                  </a:moveTo>
                  <a:cubicBezTo>
                    <a:pt x="4" y="25"/>
                    <a:pt x="2" y="21"/>
                    <a:pt x="3" y="16"/>
                  </a:cubicBezTo>
                  <a:cubicBezTo>
                    <a:pt x="5" y="6"/>
                    <a:pt x="15" y="1"/>
                    <a:pt x="27" y="2"/>
                  </a:cubicBezTo>
                  <a:cubicBezTo>
                    <a:pt x="28" y="3"/>
                    <a:pt x="28" y="3"/>
                    <a:pt x="27" y="2"/>
                  </a:cubicBezTo>
                  <a:cubicBezTo>
                    <a:pt x="14" y="0"/>
                    <a:pt x="3" y="4"/>
                    <a:pt x="1" y="16"/>
                  </a:cubicBezTo>
                  <a:cubicBezTo>
                    <a:pt x="0" y="20"/>
                    <a:pt x="4" y="25"/>
                    <a:pt x="9" y="29"/>
                  </a:cubicBezTo>
                  <a:cubicBezTo>
                    <a:pt x="11" y="30"/>
                    <a:pt x="11" y="30"/>
                    <a:pt x="9" y="2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6" name="Freeform 2806">
              <a:extLst>
                <a:ext uri="{FF2B5EF4-FFF2-40B4-BE49-F238E27FC236}">
                  <a16:creationId xmlns:a16="http://schemas.microsoft.com/office/drawing/2014/main" id="{D558889E-ABFE-44BA-ADD0-7E4AEACD1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041"/>
              <a:ext cx="62" cy="51"/>
            </a:xfrm>
            <a:custGeom>
              <a:avLst/>
              <a:gdLst>
                <a:gd name="T0" fmla="*/ 16 w 31"/>
                <a:gd name="T1" fmla="*/ 117 h 24"/>
                <a:gd name="T2" fmla="*/ 200 w 31"/>
                <a:gd name="T3" fmla="*/ 193 h 24"/>
                <a:gd name="T4" fmla="*/ 152 w 31"/>
                <a:gd name="T5" fmla="*/ 19 h 24"/>
                <a:gd name="T6" fmla="*/ 16 w 31"/>
                <a:gd name="T7" fmla="*/ 11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4">
                  <a:moveTo>
                    <a:pt x="2" y="12"/>
                  </a:moveTo>
                  <a:cubicBezTo>
                    <a:pt x="4" y="21"/>
                    <a:pt x="19" y="24"/>
                    <a:pt x="25" y="20"/>
                  </a:cubicBezTo>
                  <a:cubicBezTo>
                    <a:pt x="31" y="15"/>
                    <a:pt x="29" y="3"/>
                    <a:pt x="19" y="2"/>
                  </a:cubicBezTo>
                  <a:cubicBezTo>
                    <a:pt x="6" y="0"/>
                    <a:pt x="0" y="6"/>
                    <a:pt x="2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7" name="Freeform 2807">
              <a:extLst>
                <a:ext uri="{FF2B5EF4-FFF2-40B4-BE49-F238E27FC236}">
                  <a16:creationId xmlns:a16="http://schemas.microsoft.com/office/drawing/2014/main" id="{8711820D-30F1-468C-B3DE-5D2AF0BC8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049"/>
              <a:ext cx="50" cy="41"/>
            </a:xfrm>
            <a:custGeom>
              <a:avLst/>
              <a:gdLst>
                <a:gd name="T0" fmla="*/ 152 w 25"/>
                <a:gd name="T1" fmla="*/ 0 h 19"/>
                <a:gd name="T2" fmla="*/ 144 w 25"/>
                <a:gd name="T3" fmla="*/ 140 h 19"/>
                <a:gd name="T4" fmla="*/ 0 w 25"/>
                <a:gd name="T5" fmla="*/ 140 h 19"/>
                <a:gd name="T6" fmla="*/ 160 w 25"/>
                <a:gd name="T7" fmla="*/ 164 h 19"/>
                <a:gd name="T8" fmla="*/ 152 w 25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19" y="0"/>
                  </a:moveTo>
                  <a:cubicBezTo>
                    <a:pt x="23" y="4"/>
                    <a:pt x="23" y="11"/>
                    <a:pt x="18" y="14"/>
                  </a:cubicBezTo>
                  <a:cubicBezTo>
                    <a:pt x="14" y="17"/>
                    <a:pt x="5" y="17"/>
                    <a:pt x="0" y="14"/>
                  </a:cubicBezTo>
                  <a:cubicBezTo>
                    <a:pt x="5" y="18"/>
                    <a:pt x="15" y="19"/>
                    <a:pt x="20" y="16"/>
                  </a:cubicBezTo>
                  <a:cubicBezTo>
                    <a:pt x="25" y="12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8" name="Freeform 2808">
              <a:extLst>
                <a:ext uri="{FF2B5EF4-FFF2-40B4-BE49-F238E27FC236}">
                  <a16:creationId xmlns:a16="http://schemas.microsoft.com/office/drawing/2014/main" id="{CB10742F-D338-4188-A9E6-81D85DB99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3045"/>
              <a:ext cx="22" cy="15"/>
            </a:xfrm>
            <a:custGeom>
              <a:avLst/>
              <a:gdLst>
                <a:gd name="T0" fmla="*/ 88 w 11"/>
                <a:gd name="T1" fmla="*/ 0 h 7"/>
                <a:gd name="T2" fmla="*/ 0 w 11"/>
                <a:gd name="T3" fmla="*/ 69 h 7"/>
                <a:gd name="T4" fmla="*/ 88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6" y="0"/>
                    <a:pt x="1" y="2"/>
                    <a:pt x="0" y="7"/>
                  </a:cubicBezTo>
                  <a:cubicBezTo>
                    <a:pt x="2" y="4"/>
                    <a:pt x="5" y="1"/>
                    <a:pt x="1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9" name="Freeform 2809">
              <a:extLst>
                <a:ext uri="{FF2B5EF4-FFF2-40B4-BE49-F238E27FC236}">
                  <a16:creationId xmlns:a16="http://schemas.microsoft.com/office/drawing/2014/main" id="{9E13802B-8CA4-45C2-9863-740AA67D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3060"/>
              <a:ext cx="38" cy="34"/>
            </a:xfrm>
            <a:custGeom>
              <a:avLst/>
              <a:gdLst>
                <a:gd name="T0" fmla="*/ 128 w 19"/>
                <a:gd name="T1" fmla="*/ 0 h 16"/>
                <a:gd name="T2" fmla="*/ 0 w 19"/>
                <a:gd name="T3" fmla="*/ 128 h 16"/>
                <a:gd name="T4" fmla="*/ 128 w 1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6" y="0"/>
                  </a:moveTo>
                  <a:cubicBezTo>
                    <a:pt x="17" y="5"/>
                    <a:pt x="16" y="16"/>
                    <a:pt x="0" y="13"/>
                  </a:cubicBezTo>
                  <a:cubicBezTo>
                    <a:pt x="7" y="14"/>
                    <a:pt x="19" y="15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0" name="Freeform 2810">
              <a:extLst>
                <a:ext uri="{FF2B5EF4-FFF2-40B4-BE49-F238E27FC236}">
                  <a16:creationId xmlns:a16="http://schemas.microsoft.com/office/drawing/2014/main" id="{3C90F7D1-D2EA-443B-8063-2A392047D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026"/>
              <a:ext cx="104" cy="98"/>
            </a:xfrm>
            <a:custGeom>
              <a:avLst/>
              <a:gdLst>
                <a:gd name="T0" fmla="*/ 352 w 52"/>
                <a:gd name="T1" fmla="*/ 281 h 46"/>
                <a:gd name="T2" fmla="*/ 256 w 52"/>
                <a:gd name="T3" fmla="*/ 40 h 46"/>
                <a:gd name="T4" fmla="*/ 16 w 52"/>
                <a:gd name="T5" fmla="*/ 173 h 46"/>
                <a:gd name="T6" fmla="*/ 352 w 52"/>
                <a:gd name="T7" fmla="*/ 28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6">
                  <a:moveTo>
                    <a:pt x="44" y="29"/>
                  </a:moveTo>
                  <a:cubicBezTo>
                    <a:pt x="52" y="20"/>
                    <a:pt x="47" y="8"/>
                    <a:pt x="32" y="4"/>
                  </a:cubicBezTo>
                  <a:cubicBezTo>
                    <a:pt x="18" y="0"/>
                    <a:pt x="4" y="5"/>
                    <a:pt x="2" y="18"/>
                  </a:cubicBezTo>
                  <a:cubicBezTo>
                    <a:pt x="0" y="31"/>
                    <a:pt x="30" y="46"/>
                    <a:pt x="44" y="29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1" name="Freeform 2811">
              <a:extLst>
                <a:ext uri="{FF2B5EF4-FFF2-40B4-BE49-F238E27FC236}">
                  <a16:creationId xmlns:a16="http://schemas.microsoft.com/office/drawing/2014/main" id="{CF749399-5603-4213-A0CD-E9A9F267E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3045"/>
              <a:ext cx="56" cy="45"/>
            </a:xfrm>
            <a:custGeom>
              <a:avLst/>
              <a:gdLst>
                <a:gd name="T0" fmla="*/ 136 w 28"/>
                <a:gd name="T1" fmla="*/ 0 h 21"/>
                <a:gd name="T2" fmla="*/ 208 w 28"/>
                <a:gd name="T3" fmla="*/ 69 h 21"/>
                <a:gd name="T4" fmla="*/ 184 w 28"/>
                <a:gd name="T5" fmla="*/ 165 h 21"/>
                <a:gd name="T6" fmla="*/ 72 w 28"/>
                <a:gd name="T7" fmla="*/ 189 h 21"/>
                <a:gd name="T8" fmla="*/ 0 w 28"/>
                <a:gd name="T9" fmla="*/ 96 h 21"/>
                <a:gd name="T10" fmla="*/ 0 w 28"/>
                <a:gd name="T11" fmla="*/ 96 h 21"/>
                <a:gd name="T12" fmla="*/ 72 w 28"/>
                <a:gd name="T13" fmla="*/ 189 h 21"/>
                <a:gd name="T14" fmla="*/ 184 w 28"/>
                <a:gd name="T15" fmla="*/ 180 h 21"/>
                <a:gd name="T16" fmla="*/ 208 w 28"/>
                <a:gd name="T17" fmla="*/ 69 h 21"/>
                <a:gd name="T18" fmla="*/ 136 w 28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1">
                  <a:moveTo>
                    <a:pt x="17" y="0"/>
                  </a:moveTo>
                  <a:cubicBezTo>
                    <a:pt x="21" y="1"/>
                    <a:pt x="24" y="3"/>
                    <a:pt x="26" y="7"/>
                  </a:cubicBezTo>
                  <a:cubicBezTo>
                    <a:pt x="27" y="11"/>
                    <a:pt x="26" y="15"/>
                    <a:pt x="23" y="17"/>
                  </a:cubicBezTo>
                  <a:cubicBezTo>
                    <a:pt x="20" y="20"/>
                    <a:pt x="14" y="20"/>
                    <a:pt x="9" y="19"/>
                  </a:cubicBezTo>
                  <a:cubicBezTo>
                    <a:pt x="4" y="17"/>
                    <a:pt x="1" y="1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4"/>
                    <a:pt x="4" y="18"/>
                    <a:pt x="9" y="19"/>
                  </a:cubicBezTo>
                  <a:cubicBezTo>
                    <a:pt x="14" y="21"/>
                    <a:pt x="20" y="20"/>
                    <a:pt x="23" y="18"/>
                  </a:cubicBezTo>
                  <a:cubicBezTo>
                    <a:pt x="26" y="15"/>
                    <a:pt x="28" y="11"/>
                    <a:pt x="26" y="7"/>
                  </a:cubicBezTo>
                  <a:cubicBezTo>
                    <a:pt x="25" y="3"/>
                    <a:pt x="21" y="1"/>
                    <a:pt x="1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2" name="Freeform 2812">
              <a:extLst>
                <a:ext uri="{FF2B5EF4-FFF2-40B4-BE49-F238E27FC236}">
                  <a16:creationId xmlns:a16="http://schemas.microsoft.com/office/drawing/2014/main" id="{7C71345A-E155-40B2-988F-EE71F8006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2939"/>
              <a:ext cx="105" cy="95"/>
            </a:xfrm>
            <a:custGeom>
              <a:avLst/>
              <a:gdLst>
                <a:gd name="T0" fmla="*/ 341 w 53"/>
                <a:gd name="T1" fmla="*/ 272 h 45"/>
                <a:gd name="T2" fmla="*/ 256 w 53"/>
                <a:gd name="T3" fmla="*/ 36 h 45"/>
                <a:gd name="T4" fmla="*/ 16 w 53"/>
                <a:gd name="T5" fmla="*/ 160 h 45"/>
                <a:gd name="T6" fmla="*/ 341 w 53"/>
                <a:gd name="T7" fmla="*/ 27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5">
                  <a:moveTo>
                    <a:pt x="44" y="29"/>
                  </a:moveTo>
                  <a:cubicBezTo>
                    <a:pt x="53" y="20"/>
                    <a:pt x="47" y="8"/>
                    <a:pt x="33" y="4"/>
                  </a:cubicBezTo>
                  <a:cubicBezTo>
                    <a:pt x="18" y="0"/>
                    <a:pt x="5" y="4"/>
                    <a:pt x="2" y="17"/>
                  </a:cubicBezTo>
                  <a:cubicBezTo>
                    <a:pt x="0" y="30"/>
                    <a:pt x="31" y="45"/>
                    <a:pt x="44" y="2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3" name="Freeform 2813">
              <a:extLst>
                <a:ext uri="{FF2B5EF4-FFF2-40B4-BE49-F238E27FC236}">
                  <a16:creationId xmlns:a16="http://schemas.microsoft.com/office/drawing/2014/main" id="{73462883-AA9A-494D-A280-FBE1613D9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956"/>
              <a:ext cx="77" cy="63"/>
            </a:xfrm>
            <a:custGeom>
              <a:avLst/>
              <a:gdLst>
                <a:gd name="T0" fmla="*/ 215 w 39"/>
                <a:gd name="T1" fmla="*/ 0 h 30"/>
                <a:gd name="T2" fmla="*/ 237 w 39"/>
                <a:gd name="T3" fmla="*/ 176 h 30"/>
                <a:gd name="T4" fmla="*/ 0 w 39"/>
                <a:gd name="T5" fmla="*/ 204 h 30"/>
                <a:gd name="T6" fmla="*/ 245 w 39"/>
                <a:gd name="T7" fmla="*/ 185 h 30"/>
                <a:gd name="T8" fmla="*/ 215 w 39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0">
                  <a:moveTo>
                    <a:pt x="28" y="0"/>
                  </a:moveTo>
                  <a:cubicBezTo>
                    <a:pt x="35" y="5"/>
                    <a:pt x="37" y="13"/>
                    <a:pt x="31" y="19"/>
                  </a:cubicBezTo>
                  <a:cubicBezTo>
                    <a:pt x="23" y="29"/>
                    <a:pt x="9" y="27"/>
                    <a:pt x="0" y="22"/>
                  </a:cubicBezTo>
                  <a:cubicBezTo>
                    <a:pt x="9" y="28"/>
                    <a:pt x="24" y="30"/>
                    <a:pt x="32" y="20"/>
                  </a:cubicBezTo>
                  <a:cubicBezTo>
                    <a:pt x="39" y="14"/>
                    <a:pt x="36" y="5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4" name="Freeform 2814">
              <a:extLst>
                <a:ext uri="{FF2B5EF4-FFF2-40B4-BE49-F238E27FC236}">
                  <a16:creationId xmlns:a16="http://schemas.microsoft.com/office/drawing/2014/main" id="{11C142F8-C3B9-4CC1-A912-CD0750CD2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2941"/>
              <a:ext cx="55" cy="64"/>
            </a:xfrm>
            <a:custGeom>
              <a:avLst/>
              <a:gdLst>
                <a:gd name="T0" fmla="*/ 61 w 28"/>
                <a:gd name="T1" fmla="*/ 282 h 30"/>
                <a:gd name="T2" fmla="*/ 16 w 28"/>
                <a:gd name="T3" fmla="*/ 164 h 30"/>
                <a:gd name="T4" fmla="*/ 196 w 28"/>
                <a:gd name="T5" fmla="*/ 28 h 30"/>
                <a:gd name="T6" fmla="*/ 196 w 28"/>
                <a:gd name="T7" fmla="*/ 28 h 30"/>
                <a:gd name="T8" fmla="*/ 0 w 28"/>
                <a:gd name="T9" fmla="*/ 156 h 30"/>
                <a:gd name="T10" fmla="*/ 69 w 28"/>
                <a:gd name="T11" fmla="*/ 282 h 30"/>
                <a:gd name="T12" fmla="*/ 61 w 28"/>
                <a:gd name="T13" fmla="*/ 28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8" y="29"/>
                  </a:moveTo>
                  <a:cubicBezTo>
                    <a:pt x="4" y="26"/>
                    <a:pt x="1" y="21"/>
                    <a:pt x="2" y="17"/>
                  </a:cubicBezTo>
                  <a:cubicBezTo>
                    <a:pt x="4" y="6"/>
                    <a:pt x="14" y="1"/>
                    <a:pt x="26" y="3"/>
                  </a:cubicBezTo>
                  <a:cubicBezTo>
                    <a:pt x="28" y="3"/>
                    <a:pt x="27" y="3"/>
                    <a:pt x="26" y="3"/>
                  </a:cubicBezTo>
                  <a:cubicBezTo>
                    <a:pt x="13" y="0"/>
                    <a:pt x="3" y="5"/>
                    <a:pt x="0" y="16"/>
                  </a:cubicBezTo>
                  <a:cubicBezTo>
                    <a:pt x="0" y="21"/>
                    <a:pt x="3" y="26"/>
                    <a:pt x="9" y="29"/>
                  </a:cubicBezTo>
                  <a:cubicBezTo>
                    <a:pt x="10" y="30"/>
                    <a:pt x="10" y="30"/>
                    <a:pt x="8" y="2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5" name="Freeform 2815">
              <a:extLst>
                <a:ext uri="{FF2B5EF4-FFF2-40B4-BE49-F238E27FC236}">
                  <a16:creationId xmlns:a16="http://schemas.microsoft.com/office/drawing/2014/main" id="{36FFAC16-3F84-407C-B272-28E8A8268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953"/>
              <a:ext cx="63" cy="52"/>
            </a:xfrm>
            <a:custGeom>
              <a:avLst/>
              <a:gdLst>
                <a:gd name="T0" fmla="*/ 16 w 32"/>
                <a:gd name="T1" fmla="*/ 121 h 24"/>
                <a:gd name="T2" fmla="*/ 189 w 32"/>
                <a:gd name="T3" fmla="*/ 193 h 24"/>
                <a:gd name="T4" fmla="*/ 152 w 32"/>
                <a:gd name="T5" fmla="*/ 20 h 24"/>
                <a:gd name="T6" fmla="*/ 16 w 32"/>
                <a:gd name="T7" fmla="*/ 1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4">
                  <a:moveTo>
                    <a:pt x="2" y="12"/>
                  </a:moveTo>
                  <a:cubicBezTo>
                    <a:pt x="4" y="21"/>
                    <a:pt x="19" y="24"/>
                    <a:pt x="25" y="19"/>
                  </a:cubicBezTo>
                  <a:cubicBezTo>
                    <a:pt x="32" y="14"/>
                    <a:pt x="29" y="3"/>
                    <a:pt x="20" y="2"/>
                  </a:cubicBezTo>
                  <a:cubicBezTo>
                    <a:pt x="6" y="0"/>
                    <a:pt x="0" y="6"/>
                    <a:pt x="2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6" name="Freeform 2816">
              <a:extLst>
                <a:ext uri="{FF2B5EF4-FFF2-40B4-BE49-F238E27FC236}">
                  <a16:creationId xmlns:a16="http://schemas.microsoft.com/office/drawing/2014/main" id="{32478EE1-452E-4204-A9F8-B437068B8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960"/>
              <a:ext cx="51" cy="42"/>
            </a:xfrm>
            <a:custGeom>
              <a:avLst/>
              <a:gdLst>
                <a:gd name="T0" fmla="*/ 143 w 26"/>
                <a:gd name="T1" fmla="*/ 0 h 20"/>
                <a:gd name="T2" fmla="*/ 143 w 26"/>
                <a:gd name="T3" fmla="*/ 141 h 20"/>
                <a:gd name="T4" fmla="*/ 0 w 26"/>
                <a:gd name="T5" fmla="*/ 128 h 20"/>
                <a:gd name="T6" fmla="*/ 151 w 26"/>
                <a:gd name="T7" fmla="*/ 149 h 20"/>
                <a:gd name="T8" fmla="*/ 143 w 26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0">
                  <a:moveTo>
                    <a:pt x="19" y="0"/>
                  </a:moveTo>
                  <a:cubicBezTo>
                    <a:pt x="23" y="4"/>
                    <a:pt x="23" y="11"/>
                    <a:pt x="19" y="15"/>
                  </a:cubicBezTo>
                  <a:cubicBezTo>
                    <a:pt x="14" y="18"/>
                    <a:pt x="6" y="18"/>
                    <a:pt x="0" y="14"/>
                  </a:cubicBezTo>
                  <a:cubicBezTo>
                    <a:pt x="6" y="19"/>
                    <a:pt x="15" y="20"/>
                    <a:pt x="20" y="16"/>
                  </a:cubicBezTo>
                  <a:cubicBezTo>
                    <a:pt x="26" y="12"/>
                    <a:pt x="25" y="4"/>
                    <a:pt x="1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7" name="Freeform 2817">
              <a:extLst>
                <a:ext uri="{FF2B5EF4-FFF2-40B4-BE49-F238E27FC236}">
                  <a16:creationId xmlns:a16="http://schemas.microsoft.com/office/drawing/2014/main" id="{F494D2B8-E296-4E91-A6E1-A185CDFFA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2956"/>
              <a:ext cx="23" cy="15"/>
            </a:xfrm>
            <a:custGeom>
              <a:avLst/>
              <a:gdLst>
                <a:gd name="T0" fmla="*/ 84 w 12"/>
                <a:gd name="T1" fmla="*/ 9 h 7"/>
                <a:gd name="T2" fmla="*/ 0 w 12"/>
                <a:gd name="T3" fmla="*/ 69 h 7"/>
                <a:gd name="T4" fmla="*/ 84 w 12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6" y="0"/>
                    <a:pt x="1" y="3"/>
                    <a:pt x="0" y="7"/>
                  </a:cubicBezTo>
                  <a:cubicBezTo>
                    <a:pt x="2" y="5"/>
                    <a:pt x="5" y="2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8" name="Freeform 2818">
              <a:extLst>
                <a:ext uri="{FF2B5EF4-FFF2-40B4-BE49-F238E27FC236}">
                  <a16:creationId xmlns:a16="http://schemas.microsoft.com/office/drawing/2014/main" id="{AD91B517-498C-4FD9-9C1A-F0DD562C9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973"/>
              <a:ext cx="38" cy="32"/>
            </a:xfrm>
            <a:custGeom>
              <a:avLst/>
              <a:gdLst>
                <a:gd name="T0" fmla="*/ 128 w 19"/>
                <a:gd name="T1" fmla="*/ 0 h 15"/>
                <a:gd name="T2" fmla="*/ 0 w 19"/>
                <a:gd name="T3" fmla="*/ 117 h 15"/>
                <a:gd name="T4" fmla="*/ 128 w 1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6" y="0"/>
                  </a:moveTo>
                  <a:cubicBezTo>
                    <a:pt x="17" y="4"/>
                    <a:pt x="16" y="15"/>
                    <a:pt x="0" y="12"/>
                  </a:cubicBezTo>
                  <a:cubicBezTo>
                    <a:pt x="7" y="14"/>
                    <a:pt x="19" y="14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9" name="Freeform 2819">
              <a:extLst>
                <a:ext uri="{FF2B5EF4-FFF2-40B4-BE49-F238E27FC236}">
                  <a16:creationId xmlns:a16="http://schemas.microsoft.com/office/drawing/2014/main" id="{AD6CDAB6-82E5-4AAD-BC65-E9A881B4F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2939"/>
              <a:ext cx="105" cy="95"/>
            </a:xfrm>
            <a:custGeom>
              <a:avLst/>
              <a:gdLst>
                <a:gd name="T0" fmla="*/ 341 w 53"/>
                <a:gd name="T1" fmla="*/ 272 h 45"/>
                <a:gd name="T2" fmla="*/ 256 w 53"/>
                <a:gd name="T3" fmla="*/ 36 h 45"/>
                <a:gd name="T4" fmla="*/ 16 w 53"/>
                <a:gd name="T5" fmla="*/ 160 h 45"/>
                <a:gd name="T6" fmla="*/ 341 w 53"/>
                <a:gd name="T7" fmla="*/ 27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5">
                  <a:moveTo>
                    <a:pt x="44" y="29"/>
                  </a:moveTo>
                  <a:cubicBezTo>
                    <a:pt x="53" y="20"/>
                    <a:pt x="47" y="8"/>
                    <a:pt x="33" y="4"/>
                  </a:cubicBezTo>
                  <a:cubicBezTo>
                    <a:pt x="18" y="0"/>
                    <a:pt x="5" y="4"/>
                    <a:pt x="2" y="17"/>
                  </a:cubicBezTo>
                  <a:cubicBezTo>
                    <a:pt x="0" y="30"/>
                    <a:pt x="31" y="45"/>
                    <a:pt x="44" y="29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Freeform 2820">
              <a:extLst>
                <a:ext uri="{FF2B5EF4-FFF2-40B4-BE49-F238E27FC236}">
                  <a16:creationId xmlns:a16="http://schemas.microsoft.com/office/drawing/2014/main" id="{8A2204BA-3CE9-48EF-A11E-BE720D1DA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2958"/>
              <a:ext cx="55" cy="42"/>
            </a:xfrm>
            <a:custGeom>
              <a:avLst/>
              <a:gdLst>
                <a:gd name="T0" fmla="*/ 136 w 28"/>
                <a:gd name="T1" fmla="*/ 0 h 20"/>
                <a:gd name="T2" fmla="*/ 196 w 28"/>
                <a:gd name="T3" fmla="*/ 67 h 20"/>
                <a:gd name="T4" fmla="*/ 173 w 28"/>
                <a:gd name="T5" fmla="*/ 160 h 20"/>
                <a:gd name="T6" fmla="*/ 77 w 28"/>
                <a:gd name="T7" fmla="*/ 168 h 20"/>
                <a:gd name="T8" fmla="*/ 0 w 28"/>
                <a:gd name="T9" fmla="*/ 92 h 20"/>
                <a:gd name="T10" fmla="*/ 0 w 28"/>
                <a:gd name="T11" fmla="*/ 92 h 20"/>
                <a:gd name="T12" fmla="*/ 77 w 28"/>
                <a:gd name="T13" fmla="*/ 176 h 20"/>
                <a:gd name="T14" fmla="*/ 181 w 28"/>
                <a:gd name="T15" fmla="*/ 160 h 20"/>
                <a:gd name="T16" fmla="*/ 196 w 28"/>
                <a:gd name="T17" fmla="*/ 57 h 20"/>
                <a:gd name="T18" fmla="*/ 136 w 28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0">
                  <a:moveTo>
                    <a:pt x="18" y="0"/>
                  </a:moveTo>
                  <a:cubicBezTo>
                    <a:pt x="22" y="0"/>
                    <a:pt x="25" y="3"/>
                    <a:pt x="26" y="7"/>
                  </a:cubicBezTo>
                  <a:cubicBezTo>
                    <a:pt x="28" y="11"/>
                    <a:pt x="26" y="15"/>
                    <a:pt x="23" y="17"/>
                  </a:cubicBezTo>
                  <a:cubicBezTo>
                    <a:pt x="20" y="19"/>
                    <a:pt x="15" y="20"/>
                    <a:pt x="10" y="18"/>
                  </a:cubicBezTo>
                  <a:cubicBezTo>
                    <a:pt x="5" y="17"/>
                    <a:pt x="1" y="1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4"/>
                    <a:pt x="5" y="17"/>
                    <a:pt x="10" y="19"/>
                  </a:cubicBezTo>
                  <a:cubicBezTo>
                    <a:pt x="15" y="20"/>
                    <a:pt x="20" y="20"/>
                    <a:pt x="24" y="17"/>
                  </a:cubicBezTo>
                  <a:cubicBezTo>
                    <a:pt x="27" y="15"/>
                    <a:pt x="28" y="11"/>
                    <a:pt x="26" y="6"/>
                  </a:cubicBezTo>
                  <a:cubicBezTo>
                    <a:pt x="25" y="3"/>
                    <a:pt x="22" y="0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1" name="Freeform 2821">
              <a:extLst>
                <a:ext uri="{FF2B5EF4-FFF2-40B4-BE49-F238E27FC236}">
                  <a16:creationId xmlns:a16="http://schemas.microsoft.com/office/drawing/2014/main" id="{DDFCBEC0-ADC9-4AD3-A9F5-3E3AA9D78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2624"/>
              <a:ext cx="68" cy="70"/>
            </a:xfrm>
            <a:custGeom>
              <a:avLst/>
              <a:gdLst>
                <a:gd name="T0" fmla="*/ 272 w 34"/>
                <a:gd name="T1" fmla="*/ 28 h 33"/>
                <a:gd name="T2" fmla="*/ 248 w 34"/>
                <a:gd name="T3" fmla="*/ 17 h 33"/>
                <a:gd name="T4" fmla="*/ 152 w 34"/>
                <a:gd name="T5" fmla="*/ 0 h 33"/>
                <a:gd name="T6" fmla="*/ 72 w 34"/>
                <a:gd name="T7" fmla="*/ 59 h 33"/>
                <a:gd name="T8" fmla="*/ 176 w 34"/>
                <a:gd name="T9" fmla="*/ 305 h 33"/>
                <a:gd name="T10" fmla="*/ 272 w 34"/>
                <a:gd name="T11" fmla="*/ 305 h 33"/>
                <a:gd name="T12" fmla="*/ 272 w 34"/>
                <a:gd name="T13" fmla="*/ 2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3">
                  <a:moveTo>
                    <a:pt x="34" y="3"/>
                  </a:moveTo>
                  <a:cubicBezTo>
                    <a:pt x="33" y="2"/>
                    <a:pt x="32" y="2"/>
                    <a:pt x="31" y="2"/>
                  </a:cubicBezTo>
                  <a:cubicBezTo>
                    <a:pt x="27" y="1"/>
                    <a:pt x="23" y="0"/>
                    <a:pt x="19" y="0"/>
                  </a:cubicBezTo>
                  <a:cubicBezTo>
                    <a:pt x="15" y="1"/>
                    <a:pt x="11" y="3"/>
                    <a:pt x="9" y="6"/>
                  </a:cubicBezTo>
                  <a:cubicBezTo>
                    <a:pt x="0" y="16"/>
                    <a:pt x="9" y="28"/>
                    <a:pt x="22" y="32"/>
                  </a:cubicBezTo>
                  <a:cubicBezTo>
                    <a:pt x="26" y="33"/>
                    <a:pt x="31" y="33"/>
                    <a:pt x="34" y="32"/>
                  </a:cubicBezTo>
                  <a:lnTo>
                    <a:pt x="34" y="3"/>
                  </a:ln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2" name="Freeform 2822">
              <a:extLst>
                <a:ext uri="{FF2B5EF4-FFF2-40B4-BE49-F238E27FC236}">
                  <a16:creationId xmlns:a16="http://schemas.microsoft.com/office/drawing/2014/main" id="{1BA2E9D2-FAB0-4D92-8BE6-5216273C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6" y="2643"/>
              <a:ext cx="38" cy="30"/>
            </a:xfrm>
            <a:custGeom>
              <a:avLst/>
              <a:gdLst>
                <a:gd name="T0" fmla="*/ 152 w 19"/>
                <a:gd name="T1" fmla="*/ 28 h 14"/>
                <a:gd name="T2" fmla="*/ 136 w 19"/>
                <a:gd name="T3" fmla="*/ 19 h 14"/>
                <a:gd name="T4" fmla="*/ 32 w 19"/>
                <a:gd name="T5" fmla="*/ 19 h 14"/>
                <a:gd name="T6" fmla="*/ 64 w 19"/>
                <a:gd name="T7" fmla="*/ 120 h 14"/>
                <a:gd name="T8" fmla="*/ 152 w 19"/>
                <a:gd name="T9" fmla="*/ 137 h 14"/>
                <a:gd name="T10" fmla="*/ 152 w 19"/>
                <a:gd name="T11" fmla="*/ 2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4">
                  <a:moveTo>
                    <a:pt x="19" y="3"/>
                  </a:moveTo>
                  <a:cubicBezTo>
                    <a:pt x="19" y="2"/>
                    <a:pt x="18" y="2"/>
                    <a:pt x="17" y="2"/>
                  </a:cubicBezTo>
                  <a:cubicBezTo>
                    <a:pt x="11" y="0"/>
                    <a:pt x="7" y="0"/>
                    <a:pt x="4" y="2"/>
                  </a:cubicBezTo>
                  <a:cubicBezTo>
                    <a:pt x="0" y="4"/>
                    <a:pt x="0" y="9"/>
                    <a:pt x="8" y="12"/>
                  </a:cubicBezTo>
                  <a:cubicBezTo>
                    <a:pt x="11" y="14"/>
                    <a:pt x="16" y="14"/>
                    <a:pt x="19" y="14"/>
                  </a:cubicBezTo>
                  <a:lnTo>
                    <a:pt x="19" y="3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3" name="Freeform 2823">
              <a:extLst>
                <a:ext uri="{FF2B5EF4-FFF2-40B4-BE49-F238E27FC236}">
                  <a16:creationId xmlns:a16="http://schemas.microsoft.com/office/drawing/2014/main" id="{A08AFD89-0097-495E-82FB-E6BE0BFE7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6" y="2649"/>
              <a:ext cx="38" cy="24"/>
            </a:xfrm>
            <a:custGeom>
              <a:avLst/>
              <a:gdLst>
                <a:gd name="T0" fmla="*/ 152 w 19"/>
                <a:gd name="T1" fmla="*/ 96 h 11"/>
                <a:gd name="T2" fmla="*/ 64 w 19"/>
                <a:gd name="T3" fmla="*/ 72 h 11"/>
                <a:gd name="T4" fmla="*/ 16 w 19"/>
                <a:gd name="T5" fmla="*/ 0 h 11"/>
                <a:gd name="T6" fmla="*/ 64 w 19"/>
                <a:gd name="T7" fmla="*/ 96 h 11"/>
                <a:gd name="T8" fmla="*/ 152 w 19"/>
                <a:gd name="T9" fmla="*/ 113 h 11"/>
                <a:gd name="T10" fmla="*/ 152 w 19"/>
                <a:gd name="T11" fmla="*/ 9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1">
                  <a:moveTo>
                    <a:pt x="19" y="9"/>
                  </a:moveTo>
                  <a:cubicBezTo>
                    <a:pt x="16" y="10"/>
                    <a:pt x="12" y="9"/>
                    <a:pt x="8" y="7"/>
                  </a:cubicBezTo>
                  <a:cubicBezTo>
                    <a:pt x="4" y="5"/>
                    <a:pt x="2" y="2"/>
                    <a:pt x="2" y="0"/>
                  </a:cubicBezTo>
                  <a:cubicBezTo>
                    <a:pt x="0" y="2"/>
                    <a:pt x="1" y="7"/>
                    <a:pt x="8" y="9"/>
                  </a:cubicBezTo>
                  <a:cubicBezTo>
                    <a:pt x="11" y="11"/>
                    <a:pt x="16" y="11"/>
                    <a:pt x="19" y="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4" name="Freeform 2824">
              <a:extLst>
                <a:ext uri="{FF2B5EF4-FFF2-40B4-BE49-F238E27FC236}">
                  <a16:creationId xmlns:a16="http://schemas.microsoft.com/office/drawing/2014/main" id="{CBB7C34B-7789-4687-B631-1228142C3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2624"/>
              <a:ext cx="68" cy="70"/>
            </a:xfrm>
            <a:custGeom>
              <a:avLst/>
              <a:gdLst>
                <a:gd name="T0" fmla="*/ 272 w 34"/>
                <a:gd name="T1" fmla="*/ 28 h 33"/>
                <a:gd name="T2" fmla="*/ 248 w 34"/>
                <a:gd name="T3" fmla="*/ 17 h 33"/>
                <a:gd name="T4" fmla="*/ 152 w 34"/>
                <a:gd name="T5" fmla="*/ 0 h 33"/>
                <a:gd name="T6" fmla="*/ 72 w 34"/>
                <a:gd name="T7" fmla="*/ 59 h 33"/>
                <a:gd name="T8" fmla="*/ 176 w 34"/>
                <a:gd name="T9" fmla="*/ 305 h 33"/>
                <a:gd name="T10" fmla="*/ 272 w 34"/>
                <a:gd name="T11" fmla="*/ 305 h 33"/>
                <a:gd name="T12" fmla="*/ 272 w 34"/>
                <a:gd name="T13" fmla="*/ 2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3">
                  <a:moveTo>
                    <a:pt x="34" y="3"/>
                  </a:moveTo>
                  <a:cubicBezTo>
                    <a:pt x="33" y="2"/>
                    <a:pt x="32" y="2"/>
                    <a:pt x="31" y="2"/>
                  </a:cubicBezTo>
                  <a:cubicBezTo>
                    <a:pt x="27" y="1"/>
                    <a:pt x="23" y="0"/>
                    <a:pt x="19" y="0"/>
                  </a:cubicBezTo>
                  <a:cubicBezTo>
                    <a:pt x="15" y="1"/>
                    <a:pt x="11" y="3"/>
                    <a:pt x="9" y="6"/>
                  </a:cubicBezTo>
                  <a:cubicBezTo>
                    <a:pt x="0" y="16"/>
                    <a:pt x="9" y="28"/>
                    <a:pt x="22" y="32"/>
                  </a:cubicBezTo>
                  <a:cubicBezTo>
                    <a:pt x="26" y="33"/>
                    <a:pt x="31" y="33"/>
                    <a:pt x="34" y="32"/>
                  </a:cubicBezTo>
                  <a:lnTo>
                    <a:pt x="34" y="3"/>
                  </a:ln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5" name="Freeform 2825">
              <a:extLst>
                <a:ext uri="{FF2B5EF4-FFF2-40B4-BE49-F238E27FC236}">
                  <a16:creationId xmlns:a16="http://schemas.microsoft.com/office/drawing/2014/main" id="{A505106E-FCC2-4E80-B8C7-65BA07FA8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" y="2647"/>
              <a:ext cx="36" cy="28"/>
            </a:xfrm>
            <a:custGeom>
              <a:avLst/>
              <a:gdLst>
                <a:gd name="T0" fmla="*/ 144 w 18"/>
                <a:gd name="T1" fmla="*/ 121 h 13"/>
                <a:gd name="T2" fmla="*/ 56 w 18"/>
                <a:gd name="T3" fmla="*/ 101 h 13"/>
                <a:gd name="T4" fmla="*/ 0 w 18"/>
                <a:gd name="T5" fmla="*/ 41 h 13"/>
                <a:gd name="T6" fmla="*/ 24 w 18"/>
                <a:gd name="T7" fmla="*/ 0 h 13"/>
                <a:gd name="T8" fmla="*/ 0 w 18"/>
                <a:gd name="T9" fmla="*/ 41 h 13"/>
                <a:gd name="T10" fmla="*/ 48 w 18"/>
                <a:gd name="T11" fmla="*/ 101 h 13"/>
                <a:gd name="T12" fmla="*/ 144 w 18"/>
                <a:gd name="T13" fmla="*/ 12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18" y="12"/>
                  </a:move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1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3" y="9"/>
                    <a:pt x="6" y="10"/>
                  </a:cubicBezTo>
                  <a:cubicBezTo>
                    <a:pt x="11" y="12"/>
                    <a:pt x="15" y="13"/>
                    <a:pt x="18" y="1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6" name="Freeform 2826">
              <a:extLst>
                <a:ext uri="{FF2B5EF4-FFF2-40B4-BE49-F238E27FC236}">
                  <a16:creationId xmlns:a16="http://schemas.microsoft.com/office/drawing/2014/main" id="{7BDE7CD9-C3BC-4829-B044-5410E64F0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456"/>
              <a:ext cx="112" cy="72"/>
            </a:xfrm>
            <a:custGeom>
              <a:avLst/>
              <a:gdLst>
                <a:gd name="T0" fmla="*/ 80 w 56"/>
                <a:gd name="T1" fmla="*/ 36 h 34"/>
                <a:gd name="T2" fmla="*/ 16 w 56"/>
                <a:gd name="T3" fmla="*/ 188 h 34"/>
                <a:gd name="T4" fmla="*/ 248 w 56"/>
                <a:gd name="T5" fmla="*/ 288 h 34"/>
                <a:gd name="T6" fmla="*/ 440 w 56"/>
                <a:gd name="T7" fmla="*/ 112 h 34"/>
                <a:gd name="T8" fmla="*/ 376 w 56"/>
                <a:gd name="T9" fmla="*/ 17 h 34"/>
                <a:gd name="T10" fmla="*/ 232 w 56"/>
                <a:gd name="T11" fmla="*/ 28 h 34"/>
                <a:gd name="T12" fmla="*/ 80 w 56"/>
                <a:gd name="T13" fmla="*/ 3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34">
                  <a:moveTo>
                    <a:pt x="10" y="4"/>
                  </a:moveTo>
                  <a:cubicBezTo>
                    <a:pt x="4" y="7"/>
                    <a:pt x="0" y="12"/>
                    <a:pt x="2" y="20"/>
                  </a:cubicBezTo>
                  <a:cubicBezTo>
                    <a:pt x="4" y="30"/>
                    <a:pt x="16" y="34"/>
                    <a:pt x="31" y="30"/>
                  </a:cubicBezTo>
                  <a:cubicBezTo>
                    <a:pt x="46" y="27"/>
                    <a:pt x="53" y="23"/>
                    <a:pt x="55" y="12"/>
                  </a:cubicBezTo>
                  <a:cubicBezTo>
                    <a:pt x="56" y="7"/>
                    <a:pt x="53" y="3"/>
                    <a:pt x="47" y="2"/>
                  </a:cubicBezTo>
                  <a:cubicBezTo>
                    <a:pt x="40" y="0"/>
                    <a:pt x="36" y="2"/>
                    <a:pt x="29" y="3"/>
                  </a:cubicBezTo>
                  <a:cubicBezTo>
                    <a:pt x="24" y="3"/>
                    <a:pt x="17" y="1"/>
                    <a:pt x="10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7" name="Freeform 2827">
              <a:extLst>
                <a:ext uri="{FF2B5EF4-FFF2-40B4-BE49-F238E27FC236}">
                  <a16:creationId xmlns:a16="http://schemas.microsoft.com/office/drawing/2014/main" id="{25DB91C8-E68F-4EB9-9953-2FD239F0F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471"/>
              <a:ext cx="76" cy="32"/>
            </a:xfrm>
            <a:custGeom>
              <a:avLst/>
              <a:gdLst>
                <a:gd name="T0" fmla="*/ 272 w 38"/>
                <a:gd name="T1" fmla="*/ 19 h 15"/>
                <a:gd name="T2" fmla="*/ 136 w 38"/>
                <a:gd name="T3" fmla="*/ 128 h 15"/>
                <a:gd name="T4" fmla="*/ 48 w 38"/>
                <a:gd name="T5" fmla="*/ 41 h 15"/>
                <a:gd name="T6" fmla="*/ 168 w 38"/>
                <a:gd name="T7" fmla="*/ 19 h 15"/>
                <a:gd name="T8" fmla="*/ 272 w 38"/>
                <a:gd name="T9" fmla="*/ 1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5">
                  <a:moveTo>
                    <a:pt x="34" y="2"/>
                  </a:moveTo>
                  <a:cubicBezTo>
                    <a:pt x="38" y="4"/>
                    <a:pt x="33" y="10"/>
                    <a:pt x="17" y="13"/>
                  </a:cubicBezTo>
                  <a:cubicBezTo>
                    <a:pt x="2" y="15"/>
                    <a:pt x="0" y="8"/>
                    <a:pt x="6" y="4"/>
                  </a:cubicBezTo>
                  <a:cubicBezTo>
                    <a:pt x="10" y="1"/>
                    <a:pt x="12" y="2"/>
                    <a:pt x="21" y="2"/>
                  </a:cubicBezTo>
                  <a:cubicBezTo>
                    <a:pt x="29" y="2"/>
                    <a:pt x="30" y="0"/>
                    <a:pt x="34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8" name="Freeform 2828">
              <a:extLst>
                <a:ext uri="{FF2B5EF4-FFF2-40B4-BE49-F238E27FC236}">
                  <a16:creationId xmlns:a16="http://schemas.microsoft.com/office/drawing/2014/main" id="{D3F988ED-01E2-4FA3-91FE-720BB885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481"/>
              <a:ext cx="68" cy="22"/>
            </a:xfrm>
            <a:custGeom>
              <a:avLst/>
              <a:gdLst>
                <a:gd name="T0" fmla="*/ 136 w 34"/>
                <a:gd name="T1" fmla="*/ 88 h 10"/>
                <a:gd name="T2" fmla="*/ 272 w 34"/>
                <a:gd name="T3" fmla="*/ 9 h 10"/>
                <a:gd name="T4" fmla="*/ 144 w 34"/>
                <a:gd name="T5" fmla="*/ 53 h 10"/>
                <a:gd name="T6" fmla="*/ 40 w 34"/>
                <a:gd name="T7" fmla="*/ 0 h 10"/>
                <a:gd name="T8" fmla="*/ 136 w 34"/>
                <a:gd name="T9" fmla="*/ 8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0">
                  <a:moveTo>
                    <a:pt x="17" y="8"/>
                  </a:moveTo>
                  <a:cubicBezTo>
                    <a:pt x="27" y="6"/>
                    <a:pt x="33" y="3"/>
                    <a:pt x="34" y="1"/>
                  </a:cubicBezTo>
                  <a:cubicBezTo>
                    <a:pt x="30" y="4"/>
                    <a:pt x="23" y="5"/>
                    <a:pt x="18" y="5"/>
                  </a:cubicBezTo>
                  <a:cubicBezTo>
                    <a:pt x="14" y="6"/>
                    <a:pt x="2" y="7"/>
                    <a:pt x="5" y="0"/>
                  </a:cubicBezTo>
                  <a:cubicBezTo>
                    <a:pt x="0" y="4"/>
                    <a:pt x="3" y="10"/>
                    <a:pt x="17" y="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9" name="Freeform 2829">
              <a:extLst>
                <a:ext uri="{FF2B5EF4-FFF2-40B4-BE49-F238E27FC236}">
                  <a16:creationId xmlns:a16="http://schemas.microsoft.com/office/drawing/2014/main" id="{B05EAD4A-2897-4969-8B46-02831E32C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473"/>
              <a:ext cx="50" cy="4"/>
            </a:xfrm>
            <a:custGeom>
              <a:avLst/>
              <a:gdLst>
                <a:gd name="T0" fmla="*/ 104 w 25"/>
                <a:gd name="T1" fmla="*/ 16 h 2"/>
                <a:gd name="T2" fmla="*/ 160 w 25"/>
                <a:gd name="T3" fmla="*/ 8 h 2"/>
                <a:gd name="T4" fmla="*/ 200 w 25"/>
                <a:gd name="T5" fmla="*/ 8 h 2"/>
                <a:gd name="T6" fmla="*/ 104 w 25"/>
                <a:gd name="T7" fmla="*/ 8 h 2"/>
                <a:gd name="T8" fmla="*/ 0 w 25"/>
                <a:gd name="T9" fmla="*/ 16 h 2"/>
                <a:gd name="T10" fmla="*/ 48 w 25"/>
                <a:gd name="T11" fmla="*/ 16 h 2"/>
                <a:gd name="T12" fmla="*/ 104 w 25"/>
                <a:gd name="T13" fmla="*/ 16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">
                  <a:moveTo>
                    <a:pt x="13" y="2"/>
                  </a:moveTo>
                  <a:cubicBezTo>
                    <a:pt x="15" y="2"/>
                    <a:pt x="17" y="2"/>
                    <a:pt x="20" y="1"/>
                  </a:cubicBezTo>
                  <a:cubicBezTo>
                    <a:pt x="21" y="1"/>
                    <a:pt x="23" y="1"/>
                    <a:pt x="25" y="1"/>
                  </a:cubicBezTo>
                  <a:cubicBezTo>
                    <a:pt x="22" y="0"/>
                    <a:pt x="20" y="1"/>
                    <a:pt x="13" y="1"/>
                  </a:cubicBezTo>
                  <a:cubicBezTo>
                    <a:pt x="5" y="1"/>
                    <a:pt x="3" y="0"/>
                    <a:pt x="0" y="2"/>
                  </a:cubicBezTo>
                  <a:cubicBezTo>
                    <a:pt x="2" y="1"/>
                    <a:pt x="4" y="2"/>
                    <a:pt x="6" y="2"/>
                  </a:cubicBezTo>
                  <a:cubicBezTo>
                    <a:pt x="8" y="2"/>
                    <a:pt x="10" y="2"/>
                    <a:pt x="13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0" name="Freeform 2830">
              <a:extLst>
                <a:ext uri="{FF2B5EF4-FFF2-40B4-BE49-F238E27FC236}">
                  <a16:creationId xmlns:a16="http://schemas.microsoft.com/office/drawing/2014/main" id="{230D4E54-C6A0-483B-BE73-987A07663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462"/>
              <a:ext cx="36" cy="49"/>
            </a:xfrm>
            <a:custGeom>
              <a:avLst/>
              <a:gdLst>
                <a:gd name="T0" fmla="*/ 144 w 18"/>
                <a:gd name="T1" fmla="*/ 9 h 23"/>
                <a:gd name="T2" fmla="*/ 16 w 18"/>
                <a:gd name="T3" fmla="*/ 85 h 23"/>
                <a:gd name="T4" fmla="*/ 40 w 18"/>
                <a:gd name="T5" fmla="*/ 222 h 23"/>
                <a:gd name="T6" fmla="*/ 32 w 18"/>
                <a:gd name="T7" fmla="*/ 77 h 23"/>
                <a:gd name="T8" fmla="*/ 144 w 18"/>
                <a:gd name="T9" fmla="*/ 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18" y="1"/>
                  </a:moveTo>
                  <a:cubicBezTo>
                    <a:pt x="14" y="0"/>
                    <a:pt x="5" y="3"/>
                    <a:pt x="2" y="9"/>
                  </a:cubicBezTo>
                  <a:cubicBezTo>
                    <a:pt x="0" y="15"/>
                    <a:pt x="3" y="21"/>
                    <a:pt x="5" y="23"/>
                  </a:cubicBezTo>
                  <a:cubicBezTo>
                    <a:pt x="4" y="22"/>
                    <a:pt x="0" y="14"/>
                    <a:pt x="4" y="8"/>
                  </a:cubicBezTo>
                  <a:cubicBezTo>
                    <a:pt x="9" y="2"/>
                    <a:pt x="15" y="1"/>
                    <a:pt x="18" y="1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1" name="Freeform 2831">
              <a:extLst>
                <a:ext uri="{FF2B5EF4-FFF2-40B4-BE49-F238E27FC236}">
                  <a16:creationId xmlns:a16="http://schemas.microsoft.com/office/drawing/2014/main" id="{0730B007-C860-422F-8BDE-1A006E025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2454"/>
              <a:ext cx="44" cy="12"/>
            </a:xfrm>
            <a:custGeom>
              <a:avLst/>
              <a:gdLst>
                <a:gd name="T0" fmla="*/ 0 w 22"/>
                <a:gd name="T1" fmla="*/ 32 h 6"/>
                <a:gd name="T2" fmla="*/ 176 w 22"/>
                <a:gd name="T3" fmla="*/ 48 h 6"/>
                <a:gd name="T4" fmla="*/ 88 w 22"/>
                <a:gd name="T5" fmla="*/ 24 h 6"/>
                <a:gd name="T6" fmla="*/ 0 w 22"/>
                <a:gd name="T7" fmla="*/ 3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">
                  <a:moveTo>
                    <a:pt x="0" y="4"/>
                  </a:moveTo>
                  <a:cubicBezTo>
                    <a:pt x="5" y="4"/>
                    <a:pt x="14" y="0"/>
                    <a:pt x="22" y="6"/>
                  </a:cubicBezTo>
                  <a:cubicBezTo>
                    <a:pt x="20" y="5"/>
                    <a:pt x="16" y="4"/>
                    <a:pt x="11" y="3"/>
                  </a:cubicBezTo>
                  <a:cubicBezTo>
                    <a:pt x="7" y="3"/>
                    <a:pt x="2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2" name="Freeform 2832">
              <a:extLst>
                <a:ext uri="{FF2B5EF4-FFF2-40B4-BE49-F238E27FC236}">
                  <a16:creationId xmlns:a16="http://schemas.microsoft.com/office/drawing/2014/main" id="{61DE7751-45AE-4E0D-BE10-CCFF0697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486"/>
              <a:ext cx="62" cy="17"/>
            </a:xfrm>
            <a:custGeom>
              <a:avLst/>
              <a:gdLst>
                <a:gd name="T0" fmla="*/ 0 w 31"/>
                <a:gd name="T1" fmla="*/ 49 h 8"/>
                <a:gd name="T2" fmla="*/ 120 w 31"/>
                <a:gd name="T3" fmla="*/ 60 h 8"/>
                <a:gd name="T4" fmla="*/ 248 w 31"/>
                <a:gd name="T5" fmla="*/ 0 h 8"/>
                <a:gd name="T6" fmla="*/ 120 w 31"/>
                <a:gd name="T7" fmla="*/ 68 h 8"/>
                <a:gd name="T8" fmla="*/ 0 w 31"/>
                <a:gd name="T9" fmla="*/ 4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">
                  <a:moveTo>
                    <a:pt x="0" y="5"/>
                  </a:moveTo>
                  <a:cubicBezTo>
                    <a:pt x="3" y="7"/>
                    <a:pt x="8" y="7"/>
                    <a:pt x="15" y="6"/>
                  </a:cubicBezTo>
                  <a:cubicBezTo>
                    <a:pt x="23" y="4"/>
                    <a:pt x="28" y="3"/>
                    <a:pt x="31" y="0"/>
                  </a:cubicBezTo>
                  <a:cubicBezTo>
                    <a:pt x="29" y="1"/>
                    <a:pt x="25" y="5"/>
                    <a:pt x="15" y="7"/>
                  </a:cubicBezTo>
                  <a:cubicBezTo>
                    <a:pt x="6" y="8"/>
                    <a:pt x="3" y="7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3" name="Freeform 2833">
              <a:extLst>
                <a:ext uri="{FF2B5EF4-FFF2-40B4-BE49-F238E27FC236}">
                  <a16:creationId xmlns:a16="http://schemas.microsoft.com/office/drawing/2014/main" id="{0045DA84-295C-4A69-BF00-073ACC656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2481"/>
              <a:ext cx="76" cy="41"/>
            </a:xfrm>
            <a:custGeom>
              <a:avLst/>
              <a:gdLst>
                <a:gd name="T0" fmla="*/ 0 w 38"/>
                <a:gd name="T1" fmla="*/ 181 h 19"/>
                <a:gd name="T2" fmla="*/ 256 w 38"/>
                <a:gd name="T3" fmla="*/ 112 h 19"/>
                <a:gd name="T4" fmla="*/ 304 w 38"/>
                <a:gd name="T5" fmla="*/ 0 h 19"/>
                <a:gd name="T6" fmla="*/ 208 w 38"/>
                <a:gd name="T7" fmla="*/ 121 h 19"/>
                <a:gd name="T8" fmla="*/ 0 w 38"/>
                <a:gd name="T9" fmla="*/ 18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9">
                  <a:moveTo>
                    <a:pt x="0" y="18"/>
                  </a:moveTo>
                  <a:cubicBezTo>
                    <a:pt x="5" y="19"/>
                    <a:pt x="24" y="17"/>
                    <a:pt x="32" y="11"/>
                  </a:cubicBezTo>
                  <a:cubicBezTo>
                    <a:pt x="34" y="9"/>
                    <a:pt x="37" y="5"/>
                    <a:pt x="38" y="0"/>
                  </a:cubicBezTo>
                  <a:cubicBezTo>
                    <a:pt x="37" y="1"/>
                    <a:pt x="36" y="7"/>
                    <a:pt x="26" y="12"/>
                  </a:cubicBezTo>
                  <a:cubicBezTo>
                    <a:pt x="16" y="17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4" name="Freeform 2834">
              <a:extLst>
                <a:ext uri="{FF2B5EF4-FFF2-40B4-BE49-F238E27FC236}">
                  <a16:creationId xmlns:a16="http://schemas.microsoft.com/office/drawing/2014/main" id="{C75A2600-E6A7-4188-ACD5-6D1E39783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456"/>
              <a:ext cx="112" cy="72"/>
            </a:xfrm>
            <a:custGeom>
              <a:avLst/>
              <a:gdLst>
                <a:gd name="T0" fmla="*/ 80 w 56"/>
                <a:gd name="T1" fmla="*/ 36 h 34"/>
                <a:gd name="T2" fmla="*/ 16 w 56"/>
                <a:gd name="T3" fmla="*/ 188 h 34"/>
                <a:gd name="T4" fmla="*/ 248 w 56"/>
                <a:gd name="T5" fmla="*/ 288 h 34"/>
                <a:gd name="T6" fmla="*/ 440 w 56"/>
                <a:gd name="T7" fmla="*/ 112 h 34"/>
                <a:gd name="T8" fmla="*/ 376 w 56"/>
                <a:gd name="T9" fmla="*/ 17 h 34"/>
                <a:gd name="T10" fmla="*/ 232 w 56"/>
                <a:gd name="T11" fmla="*/ 28 h 34"/>
                <a:gd name="T12" fmla="*/ 80 w 56"/>
                <a:gd name="T13" fmla="*/ 3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34">
                  <a:moveTo>
                    <a:pt x="10" y="4"/>
                  </a:moveTo>
                  <a:cubicBezTo>
                    <a:pt x="4" y="7"/>
                    <a:pt x="0" y="12"/>
                    <a:pt x="2" y="20"/>
                  </a:cubicBezTo>
                  <a:cubicBezTo>
                    <a:pt x="4" y="30"/>
                    <a:pt x="16" y="34"/>
                    <a:pt x="31" y="30"/>
                  </a:cubicBezTo>
                  <a:cubicBezTo>
                    <a:pt x="46" y="27"/>
                    <a:pt x="53" y="23"/>
                    <a:pt x="55" y="12"/>
                  </a:cubicBezTo>
                  <a:cubicBezTo>
                    <a:pt x="56" y="7"/>
                    <a:pt x="53" y="3"/>
                    <a:pt x="47" y="2"/>
                  </a:cubicBezTo>
                  <a:cubicBezTo>
                    <a:pt x="40" y="0"/>
                    <a:pt x="36" y="2"/>
                    <a:pt x="29" y="3"/>
                  </a:cubicBezTo>
                  <a:cubicBezTo>
                    <a:pt x="24" y="3"/>
                    <a:pt x="17" y="1"/>
                    <a:pt x="10" y="4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5" name="Freeform 2835">
              <a:extLst>
                <a:ext uri="{FF2B5EF4-FFF2-40B4-BE49-F238E27FC236}">
                  <a16:creationId xmlns:a16="http://schemas.microsoft.com/office/drawing/2014/main" id="{5F675A48-A5AF-426A-BCA6-15C5B96FA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475"/>
              <a:ext cx="66" cy="26"/>
            </a:xfrm>
            <a:custGeom>
              <a:avLst/>
              <a:gdLst>
                <a:gd name="T0" fmla="*/ 256 w 33"/>
                <a:gd name="T1" fmla="*/ 0 h 12"/>
                <a:gd name="T2" fmla="*/ 264 w 33"/>
                <a:gd name="T3" fmla="*/ 20 h 12"/>
                <a:gd name="T4" fmla="*/ 120 w 33"/>
                <a:gd name="T5" fmla="*/ 104 h 12"/>
                <a:gd name="T6" fmla="*/ 8 w 33"/>
                <a:gd name="T7" fmla="*/ 72 h 12"/>
                <a:gd name="T8" fmla="*/ 32 w 33"/>
                <a:gd name="T9" fmla="*/ 20 h 12"/>
                <a:gd name="T10" fmla="*/ 32 w 33"/>
                <a:gd name="T11" fmla="*/ 20 h 12"/>
                <a:gd name="T12" fmla="*/ 8 w 33"/>
                <a:gd name="T13" fmla="*/ 80 h 12"/>
                <a:gd name="T14" fmla="*/ 120 w 33"/>
                <a:gd name="T15" fmla="*/ 113 h 12"/>
                <a:gd name="T16" fmla="*/ 264 w 33"/>
                <a:gd name="T17" fmla="*/ 20 h 12"/>
                <a:gd name="T18" fmla="*/ 256 w 33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2">
                  <a:moveTo>
                    <a:pt x="32" y="0"/>
                  </a:moveTo>
                  <a:cubicBezTo>
                    <a:pt x="33" y="1"/>
                    <a:pt x="33" y="1"/>
                    <a:pt x="33" y="2"/>
                  </a:cubicBezTo>
                  <a:cubicBezTo>
                    <a:pt x="33" y="4"/>
                    <a:pt x="28" y="8"/>
                    <a:pt x="15" y="10"/>
                  </a:cubicBezTo>
                  <a:cubicBezTo>
                    <a:pt x="6" y="12"/>
                    <a:pt x="2" y="10"/>
                    <a:pt x="1" y="7"/>
                  </a:cubicBezTo>
                  <a:cubicBezTo>
                    <a:pt x="0" y="6"/>
                    <a:pt x="1" y="3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" y="3"/>
                    <a:pt x="0" y="5"/>
                    <a:pt x="1" y="8"/>
                  </a:cubicBezTo>
                  <a:cubicBezTo>
                    <a:pt x="2" y="10"/>
                    <a:pt x="6" y="12"/>
                    <a:pt x="15" y="11"/>
                  </a:cubicBezTo>
                  <a:cubicBezTo>
                    <a:pt x="27" y="9"/>
                    <a:pt x="33" y="5"/>
                    <a:pt x="33" y="2"/>
                  </a:cubicBezTo>
                  <a:cubicBezTo>
                    <a:pt x="33" y="2"/>
                    <a:pt x="33" y="1"/>
                    <a:pt x="32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6" name="Freeform 2836">
              <a:extLst>
                <a:ext uri="{FF2B5EF4-FFF2-40B4-BE49-F238E27FC236}">
                  <a16:creationId xmlns:a16="http://schemas.microsoft.com/office/drawing/2014/main" id="{4B8B6EEF-788E-439F-8A43-60A9D73B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2520"/>
              <a:ext cx="80" cy="68"/>
            </a:xfrm>
            <a:custGeom>
              <a:avLst/>
              <a:gdLst>
                <a:gd name="T0" fmla="*/ 176 w 40"/>
                <a:gd name="T1" fmla="*/ 28 h 32"/>
                <a:gd name="T2" fmla="*/ 72 w 40"/>
                <a:gd name="T3" fmla="*/ 28 h 32"/>
                <a:gd name="T4" fmla="*/ 8 w 40"/>
                <a:gd name="T5" fmla="*/ 117 h 32"/>
                <a:gd name="T6" fmla="*/ 168 w 40"/>
                <a:gd name="T7" fmla="*/ 308 h 32"/>
                <a:gd name="T8" fmla="*/ 296 w 40"/>
                <a:gd name="T9" fmla="*/ 136 h 32"/>
                <a:gd name="T10" fmla="*/ 176 w 40"/>
                <a:gd name="T11" fmla="*/ 28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22" y="3"/>
                  </a:moveTo>
                  <a:cubicBezTo>
                    <a:pt x="17" y="1"/>
                    <a:pt x="13" y="0"/>
                    <a:pt x="9" y="3"/>
                  </a:cubicBezTo>
                  <a:cubicBezTo>
                    <a:pt x="5" y="5"/>
                    <a:pt x="2" y="8"/>
                    <a:pt x="1" y="12"/>
                  </a:cubicBezTo>
                  <a:cubicBezTo>
                    <a:pt x="0" y="22"/>
                    <a:pt x="10" y="32"/>
                    <a:pt x="21" y="32"/>
                  </a:cubicBezTo>
                  <a:cubicBezTo>
                    <a:pt x="33" y="31"/>
                    <a:pt x="40" y="22"/>
                    <a:pt x="37" y="14"/>
                  </a:cubicBezTo>
                  <a:cubicBezTo>
                    <a:pt x="35" y="8"/>
                    <a:pt x="32" y="6"/>
                    <a:pt x="22" y="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7" name="Freeform 2837">
              <a:extLst>
                <a:ext uri="{FF2B5EF4-FFF2-40B4-BE49-F238E27FC236}">
                  <a16:creationId xmlns:a16="http://schemas.microsoft.com/office/drawing/2014/main" id="{3BD42639-8431-4AA9-8D23-7C19DE891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541"/>
              <a:ext cx="66" cy="45"/>
            </a:xfrm>
            <a:custGeom>
              <a:avLst/>
              <a:gdLst>
                <a:gd name="T0" fmla="*/ 248 w 33"/>
                <a:gd name="T1" fmla="*/ 51 h 21"/>
                <a:gd name="T2" fmla="*/ 216 w 33"/>
                <a:gd name="T3" fmla="*/ 0 h 21"/>
                <a:gd name="T4" fmla="*/ 240 w 33"/>
                <a:gd name="T5" fmla="*/ 41 h 21"/>
                <a:gd name="T6" fmla="*/ 120 w 33"/>
                <a:gd name="T7" fmla="*/ 197 h 21"/>
                <a:gd name="T8" fmla="*/ 0 w 33"/>
                <a:gd name="T9" fmla="*/ 137 h 21"/>
                <a:gd name="T10" fmla="*/ 128 w 33"/>
                <a:gd name="T11" fmla="*/ 206 h 21"/>
                <a:gd name="T12" fmla="*/ 248 w 33"/>
                <a:gd name="T13" fmla="*/ 5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1">
                  <a:moveTo>
                    <a:pt x="31" y="5"/>
                  </a:moveTo>
                  <a:cubicBezTo>
                    <a:pt x="30" y="3"/>
                    <a:pt x="29" y="1"/>
                    <a:pt x="27" y="0"/>
                  </a:cubicBezTo>
                  <a:cubicBezTo>
                    <a:pt x="28" y="1"/>
                    <a:pt x="29" y="2"/>
                    <a:pt x="30" y="4"/>
                  </a:cubicBezTo>
                  <a:cubicBezTo>
                    <a:pt x="32" y="11"/>
                    <a:pt x="26" y="20"/>
                    <a:pt x="15" y="20"/>
                  </a:cubicBezTo>
                  <a:cubicBezTo>
                    <a:pt x="9" y="20"/>
                    <a:pt x="3" y="18"/>
                    <a:pt x="0" y="14"/>
                  </a:cubicBezTo>
                  <a:cubicBezTo>
                    <a:pt x="3" y="18"/>
                    <a:pt x="9" y="21"/>
                    <a:pt x="16" y="21"/>
                  </a:cubicBezTo>
                  <a:cubicBezTo>
                    <a:pt x="27" y="21"/>
                    <a:pt x="33" y="12"/>
                    <a:pt x="31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8" name="Freeform 2838">
              <a:extLst>
                <a:ext uri="{FF2B5EF4-FFF2-40B4-BE49-F238E27FC236}">
                  <a16:creationId xmlns:a16="http://schemas.microsoft.com/office/drawing/2014/main" id="{2C09DBBB-9A9C-4583-9C3D-97D67C447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522"/>
              <a:ext cx="64" cy="51"/>
            </a:xfrm>
            <a:custGeom>
              <a:avLst/>
              <a:gdLst>
                <a:gd name="T0" fmla="*/ 16 w 32"/>
                <a:gd name="T1" fmla="*/ 117 h 24"/>
                <a:gd name="T2" fmla="*/ 72 w 32"/>
                <a:gd name="T3" fmla="*/ 28 h 24"/>
                <a:gd name="T4" fmla="*/ 176 w 32"/>
                <a:gd name="T5" fmla="*/ 28 h 24"/>
                <a:gd name="T6" fmla="*/ 256 w 32"/>
                <a:gd name="T7" fmla="*/ 85 h 24"/>
                <a:gd name="T8" fmla="*/ 168 w 32"/>
                <a:gd name="T9" fmla="*/ 28 h 24"/>
                <a:gd name="T10" fmla="*/ 64 w 32"/>
                <a:gd name="T11" fmla="*/ 19 h 24"/>
                <a:gd name="T12" fmla="*/ 8 w 32"/>
                <a:gd name="T13" fmla="*/ 104 h 24"/>
                <a:gd name="T14" fmla="*/ 48 w 32"/>
                <a:gd name="T15" fmla="*/ 230 h 24"/>
                <a:gd name="T16" fmla="*/ 16 w 32"/>
                <a:gd name="T17" fmla="*/ 11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4">
                  <a:moveTo>
                    <a:pt x="2" y="12"/>
                  </a:moveTo>
                  <a:cubicBezTo>
                    <a:pt x="3" y="8"/>
                    <a:pt x="6" y="5"/>
                    <a:pt x="9" y="3"/>
                  </a:cubicBezTo>
                  <a:cubicBezTo>
                    <a:pt x="13" y="1"/>
                    <a:pt x="17" y="2"/>
                    <a:pt x="22" y="3"/>
                  </a:cubicBezTo>
                  <a:cubicBezTo>
                    <a:pt x="27" y="5"/>
                    <a:pt x="30" y="7"/>
                    <a:pt x="32" y="9"/>
                  </a:cubicBezTo>
                  <a:cubicBezTo>
                    <a:pt x="30" y="6"/>
                    <a:pt x="27" y="5"/>
                    <a:pt x="21" y="3"/>
                  </a:cubicBezTo>
                  <a:cubicBezTo>
                    <a:pt x="16" y="1"/>
                    <a:pt x="12" y="0"/>
                    <a:pt x="8" y="2"/>
                  </a:cubicBezTo>
                  <a:cubicBezTo>
                    <a:pt x="5" y="4"/>
                    <a:pt x="2" y="7"/>
                    <a:pt x="1" y="11"/>
                  </a:cubicBezTo>
                  <a:cubicBezTo>
                    <a:pt x="0" y="16"/>
                    <a:pt x="2" y="21"/>
                    <a:pt x="6" y="24"/>
                  </a:cubicBezTo>
                  <a:cubicBezTo>
                    <a:pt x="3" y="21"/>
                    <a:pt x="1" y="16"/>
                    <a:pt x="2" y="1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9" name="Freeform 2839">
              <a:extLst>
                <a:ext uri="{FF2B5EF4-FFF2-40B4-BE49-F238E27FC236}">
                  <a16:creationId xmlns:a16="http://schemas.microsoft.com/office/drawing/2014/main" id="{77940F95-8576-4239-9DC3-196E2702F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532"/>
              <a:ext cx="52" cy="43"/>
            </a:xfrm>
            <a:custGeom>
              <a:avLst/>
              <a:gdLst>
                <a:gd name="T0" fmla="*/ 168 w 26"/>
                <a:gd name="T1" fmla="*/ 69 h 20"/>
                <a:gd name="T2" fmla="*/ 72 w 26"/>
                <a:gd name="T3" fmla="*/ 157 h 20"/>
                <a:gd name="T4" fmla="*/ 32 w 26"/>
                <a:gd name="T5" fmla="*/ 28 h 20"/>
                <a:gd name="T6" fmla="*/ 168 w 26"/>
                <a:gd name="T7" fmla="*/ 6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0">
                  <a:moveTo>
                    <a:pt x="21" y="7"/>
                  </a:moveTo>
                  <a:cubicBezTo>
                    <a:pt x="26" y="13"/>
                    <a:pt x="19" y="20"/>
                    <a:pt x="9" y="16"/>
                  </a:cubicBezTo>
                  <a:cubicBezTo>
                    <a:pt x="0" y="12"/>
                    <a:pt x="2" y="6"/>
                    <a:pt x="4" y="3"/>
                  </a:cubicBezTo>
                  <a:cubicBezTo>
                    <a:pt x="8" y="0"/>
                    <a:pt x="17" y="3"/>
                    <a:pt x="21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0" name="Freeform 2840">
              <a:extLst>
                <a:ext uri="{FF2B5EF4-FFF2-40B4-BE49-F238E27FC236}">
                  <a16:creationId xmlns:a16="http://schemas.microsoft.com/office/drawing/2014/main" id="{A9683DE2-CBE5-4A13-9050-464B44972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547"/>
              <a:ext cx="42" cy="26"/>
            </a:xfrm>
            <a:custGeom>
              <a:avLst/>
              <a:gdLst>
                <a:gd name="T0" fmla="*/ 168 w 21"/>
                <a:gd name="T1" fmla="*/ 43 h 12"/>
                <a:gd name="T2" fmla="*/ 56 w 21"/>
                <a:gd name="T3" fmla="*/ 80 h 12"/>
                <a:gd name="T4" fmla="*/ 0 w 21"/>
                <a:gd name="T5" fmla="*/ 0 h 12"/>
                <a:gd name="T6" fmla="*/ 56 w 21"/>
                <a:gd name="T7" fmla="*/ 93 h 12"/>
                <a:gd name="T8" fmla="*/ 168 w 21"/>
                <a:gd name="T9" fmla="*/ 4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21" y="4"/>
                  </a:moveTo>
                  <a:cubicBezTo>
                    <a:pt x="20" y="8"/>
                    <a:pt x="14" y="10"/>
                    <a:pt x="7" y="8"/>
                  </a:cubicBezTo>
                  <a:cubicBezTo>
                    <a:pt x="2" y="6"/>
                    <a:pt x="0" y="3"/>
                    <a:pt x="0" y="0"/>
                  </a:cubicBezTo>
                  <a:cubicBezTo>
                    <a:pt x="0" y="3"/>
                    <a:pt x="1" y="7"/>
                    <a:pt x="7" y="9"/>
                  </a:cubicBezTo>
                  <a:cubicBezTo>
                    <a:pt x="15" y="12"/>
                    <a:pt x="21" y="9"/>
                    <a:pt x="21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Freeform 2841">
              <a:extLst>
                <a:ext uri="{FF2B5EF4-FFF2-40B4-BE49-F238E27FC236}">
                  <a16:creationId xmlns:a16="http://schemas.microsoft.com/office/drawing/2014/main" id="{13B7F7E6-C32C-43C2-AF81-19975AE72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535"/>
              <a:ext cx="22" cy="8"/>
            </a:xfrm>
            <a:custGeom>
              <a:avLst/>
              <a:gdLst>
                <a:gd name="T0" fmla="*/ 88 w 11"/>
                <a:gd name="T1" fmla="*/ 32 h 4"/>
                <a:gd name="T2" fmla="*/ 0 w 11"/>
                <a:gd name="T3" fmla="*/ 8 h 4"/>
                <a:gd name="T4" fmla="*/ 88 w 11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8" y="1"/>
                    <a:pt x="3" y="0"/>
                    <a:pt x="0" y="1"/>
                  </a:cubicBezTo>
                  <a:cubicBezTo>
                    <a:pt x="3" y="1"/>
                    <a:pt x="8" y="2"/>
                    <a:pt x="11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2" name="Freeform 2842">
              <a:extLst>
                <a:ext uri="{FF2B5EF4-FFF2-40B4-BE49-F238E27FC236}">
                  <a16:creationId xmlns:a16="http://schemas.microsoft.com/office/drawing/2014/main" id="{0059BEC7-3F28-4C17-98EF-96F907D2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560"/>
              <a:ext cx="34" cy="17"/>
            </a:xfrm>
            <a:custGeom>
              <a:avLst/>
              <a:gdLst>
                <a:gd name="T0" fmla="*/ 0 w 17"/>
                <a:gd name="T1" fmla="*/ 0 h 8"/>
                <a:gd name="T2" fmla="*/ 136 w 17"/>
                <a:gd name="T3" fmla="*/ 19 h 8"/>
                <a:gd name="T4" fmla="*/ 0 w 1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2" y="2"/>
                    <a:pt x="11" y="8"/>
                    <a:pt x="17" y="2"/>
                  </a:cubicBezTo>
                  <a:cubicBezTo>
                    <a:pt x="15" y="5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3" name="Freeform 2843">
              <a:extLst>
                <a:ext uri="{FF2B5EF4-FFF2-40B4-BE49-F238E27FC236}">
                  <a16:creationId xmlns:a16="http://schemas.microsoft.com/office/drawing/2014/main" id="{D7C10A86-9C59-4176-A4C9-10797F2E5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2520"/>
              <a:ext cx="80" cy="68"/>
            </a:xfrm>
            <a:custGeom>
              <a:avLst/>
              <a:gdLst>
                <a:gd name="T0" fmla="*/ 176 w 40"/>
                <a:gd name="T1" fmla="*/ 28 h 32"/>
                <a:gd name="T2" fmla="*/ 72 w 40"/>
                <a:gd name="T3" fmla="*/ 28 h 32"/>
                <a:gd name="T4" fmla="*/ 8 w 40"/>
                <a:gd name="T5" fmla="*/ 117 h 32"/>
                <a:gd name="T6" fmla="*/ 168 w 40"/>
                <a:gd name="T7" fmla="*/ 308 h 32"/>
                <a:gd name="T8" fmla="*/ 296 w 40"/>
                <a:gd name="T9" fmla="*/ 136 h 32"/>
                <a:gd name="T10" fmla="*/ 176 w 40"/>
                <a:gd name="T11" fmla="*/ 28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22" y="3"/>
                  </a:moveTo>
                  <a:cubicBezTo>
                    <a:pt x="17" y="1"/>
                    <a:pt x="13" y="0"/>
                    <a:pt x="9" y="3"/>
                  </a:cubicBezTo>
                  <a:cubicBezTo>
                    <a:pt x="5" y="5"/>
                    <a:pt x="2" y="8"/>
                    <a:pt x="1" y="12"/>
                  </a:cubicBezTo>
                  <a:cubicBezTo>
                    <a:pt x="0" y="22"/>
                    <a:pt x="10" y="32"/>
                    <a:pt x="21" y="32"/>
                  </a:cubicBezTo>
                  <a:cubicBezTo>
                    <a:pt x="33" y="31"/>
                    <a:pt x="40" y="22"/>
                    <a:pt x="37" y="14"/>
                  </a:cubicBezTo>
                  <a:cubicBezTo>
                    <a:pt x="35" y="8"/>
                    <a:pt x="32" y="6"/>
                    <a:pt x="22" y="3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4" name="Freeform 2844">
              <a:extLst>
                <a:ext uri="{FF2B5EF4-FFF2-40B4-BE49-F238E27FC236}">
                  <a16:creationId xmlns:a16="http://schemas.microsoft.com/office/drawing/2014/main" id="{159314C0-E53F-42D8-957E-7398B60B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539"/>
              <a:ext cx="42" cy="34"/>
            </a:xfrm>
            <a:custGeom>
              <a:avLst/>
              <a:gdLst>
                <a:gd name="T0" fmla="*/ 152 w 21"/>
                <a:gd name="T1" fmla="*/ 40 h 16"/>
                <a:gd name="T2" fmla="*/ 160 w 21"/>
                <a:gd name="T3" fmla="*/ 104 h 16"/>
                <a:gd name="T4" fmla="*/ 56 w 21"/>
                <a:gd name="T5" fmla="*/ 128 h 16"/>
                <a:gd name="T6" fmla="*/ 0 w 21"/>
                <a:gd name="T7" fmla="*/ 60 h 16"/>
                <a:gd name="T8" fmla="*/ 16 w 21"/>
                <a:gd name="T9" fmla="*/ 0 h 16"/>
                <a:gd name="T10" fmla="*/ 16 w 21"/>
                <a:gd name="T11" fmla="*/ 0 h 16"/>
                <a:gd name="T12" fmla="*/ 0 w 21"/>
                <a:gd name="T13" fmla="*/ 60 h 16"/>
                <a:gd name="T14" fmla="*/ 56 w 21"/>
                <a:gd name="T15" fmla="*/ 128 h 16"/>
                <a:gd name="T16" fmla="*/ 160 w 21"/>
                <a:gd name="T17" fmla="*/ 104 h 16"/>
                <a:gd name="T18" fmla="*/ 152 w 21"/>
                <a:gd name="T19" fmla="*/ 4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16">
                  <a:moveTo>
                    <a:pt x="19" y="4"/>
                  </a:moveTo>
                  <a:cubicBezTo>
                    <a:pt x="21" y="6"/>
                    <a:pt x="21" y="9"/>
                    <a:pt x="20" y="11"/>
                  </a:cubicBezTo>
                  <a:cubicBezTo>
                    <a:pt x="18" y="14"/>
                    <a:pt x="13" y="15"/>
                    <a:pt x="7" y="13"/>
                  </a:cubicBezTo>
                  <a:cubicBezTo>
                    <a:pt x="2" y="11"/>
                    <a:pt x="1" y="8"/>
                    <a:pt x="0" y="6"/>
                  </a:cubicBezTo>
                  <a:cubicBezTo>
                    <a:pt x="0" y="4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4"/>
                    <a:pt x="0" y="6"/>
                  </a:cubicBezTo>
                  <a:cubicBezTo>
                    <a:pt x="0" y="8"/>
                    <a:pt x="2" y="11"/>
                    <a:pt x="7" y="13"/>
                  </a:cubicBezTo>
                  <a:cubicBezTo>
                    <a:pt x="13" y="16"/>
                    <a:pt x="18" y="14"/>
                    <a:pt x="20" y="11"/>
                  </a:cubicBezTo>
                  <a:cubicBezTo>
                    <a:pt x="21" y="9"/>
                    <a:pt x="21" y="6"/>
                    <a:pt x="19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5" name="Freeform 2845">
              <a:extLst>
                <a:ext uri="{FF2B5EF4-FFF2-40B4-BE49-F238E27FC236}">
                  <a16:creationId xmlns:a16="http://schemas.microsoft.com/office/drawing/2014/main" id="{79C13776-60E9-4B2E-AC62-D57AD0D98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456"/>
              <a:ext cx="88" cy="96"/>
            </a:xfrm>
            <a:custGeom>
              <a:avLst/>
              <a:gdLst>
                <a:gd name="T0" fmla="*/ 296 w 44"/>
                <a:gd name="T1" fmla="*/ 282 h 45"/>
                <a:gd name="T2" fmla="*/ 224 w 44"/>
                <a:gd name="T3" fmla="*/ 49 h 45"/>
                <a:gd name="T4" fmla="*/ 16 w 44"/>
                <a:gd name="T5" fmla="*/ 173 h 45"/>
                <a:gd name="T6" fmla="*/ 296 w 44"/>
                <a:gd name="T7" fmla="*/ 28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37" y="29"/>
                  </a:moveTo>
                  <a:cubicBezTo>
                    <a:pt x="44" y="21"/>
                    <a:pt x="40" y="9"/>
                    <a:pt x="28" y="5"/>
                  </a:cubicBezTo>
                  <a:cubicBezTo>
                    <a:pt x="15" y="0"/>
                    <a:pt x="4" y="5"/>
                    <a:pt x="2" y="18"/>
                  </a:cubicBezTo>
                  <a:cubicBezTo>
                    <a:pt x="0" y="31"/>
                    <a:pt x="26" y="45"/>
                    <a:pt x="37" y="2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6" name="Freeform 2846">
              <a:extLst>
                <a:ext uri="{FF2B5EF4-FFF2-40B4-BE49-F238E27FC236}">
                  <a16:creationId xmlns:a16="http://schemas.microsoft.com/office/drawing/2014/main" id="{F56A69B5-5813-4494-BB9D-AB77D6941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2475"/>
              <a:ext cx="66" cy="64"/>
            </a:xfrm>
            <a:custGeom>
              <a:avLst/>
              <a:gdLst>
                <a:gd name="T0" fmla="*/ 192 w 33"/>
                <a:gd name="T1" fmla="*/ 0 h 30"/>
                <a:gd name="T2" fmla="*/ 208 w 33"/>
                <a:gd name="T3" fmla="*/ 186 h 30"/>
                <a:gd name="T4" fmla="*/ 0 w 33"/>
                <a:gd name="T5" fmla="*/ 205 h 30"/>
                <a:gd name="T6" fmla="*/ 216 w 33"/>
                <a:gd name="T7" fmla="*/ 196 h 30"/>
                <a:gd name="T8" fmla="*/ 192 w 33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4" y="0"/>
                  </a:moveTo>
                  <a:cubicBezTo>
                    <a:pt x="30" y="5"/>
                    <a:pt x="31" y="13"/>
                    <a:pt x="26" y="19"/>
                  </a:cubicBezTo>
                  <a:cubicBezTo>
                    <a:pt x="20" y="28"/>
                    <a:pt x="8" y="26"/>
                    <a:pt x="0" y="21"/>
                  </a:cubicBezTo>
                  <a:cubicBezTo>
                    <a:pt x="8" y="27"/>
                    <a:pt x="20" y="30"/>
                    <a:pt x="27" y="20"/>
                  </a:cubicBezTo>
                  <a:cubicBezTo>
                    <a:pt x="33" y="13"/>
                    <a:pt x="31" y="5"/>
                    <a:pt x="24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7" name="Freeform 2847">
              <a:extLst>
                <a:ext uri="{FF2B5EF4-FFF2-40B4-BE49-F238E27FC236}">
                  <a16:creationId xmlns:a16="http://schemas.microsoft.com/office/drawing/2014/main" id="{4B6E2947-5CB9-45F9-A3D1-E1EE880BF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2460"/>
              <a:ext cx="48" cy="64"/>
            </a:xfrm>
            <a:custGeom>
              <a:avLst/>
              <a:gdLst>
                <a:gd name="T0" fmla="*/ 64 w 24"/>
                <a:gd name="T1" fmla="*/ 282 h 30"/>
                <a:gd name="T2" fmla="*/ 16 w 24"/>
                <a:gd name="T3" fmla="*/ 164 h 30"/>
                <a:gd name="T4" fmla="*/ 184 w 24"/>
                <a:gd name="T5" fmla="*/ 28 h 30"/>
                <a:gd name="T6" fmla="*/ 184 w 24"/>
                <a:gd name="T7" fmla="*/ 28 h 30"/>
                <a:gd name="T8" fmla="*/ 8 w 24"/>
                <a:gd name="T9" fmla="*/ 156 h 30"/>
                <a:gd name="T10" fmla="*/ 64 w 24"/>
                <a:gd name="T11" fmla="*/ 282 h 30"/>
                <a:gd name="T12" fmla="*/ 64 w 24"/>
                <a:gd name="T13" fmla="*/ 28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0">
                  <a:moveTo>
                    <a:pt x="8" y="29"/>
                  </a:moveTo>
                  <a:cubicBezTo>
                    <a:pt x="4" y="25"/>
                    <a:pt x="2" y="21"/>
                    <a:pt x="2" y="17"/>
                  </a:cubicBezTo>
                  <a:cubicBezTo>
                    <a:pt x="4" y="6"/>
                    <a:pt x="13" y="1"/>
                    <a:pt x="23" y="3"/>
                  </a:cubicBezTo>
                  <a:cubicBezTo>
                    <a:pt x="24" y="3"/>
                    <a:pt x="23" y="3"/>
                    <a:pt x="23" y="3"/>
                  </a:cubicBezTo>
                  <a:cubicBezTo>
                    <a:pt x="12" y="0"/>
                    <a:pt x="3" y="5"/>
                    <a:pt x="1" y="16"/>
                  </a:cubicBezTo>
                  <a:cubicBezTo>
                    <a:pt x="0" y="21"/>
                    <a:pt x="3" y="25"/>
                    <a:pt x="8" y="29"/>
                  </a:cubicBezTo>
                  <a:cubicBezTo>
                    <a:pt x="9" y="30"/>
                    <a:pt x="9" y="30"/>
                    <a:pt x="8" y="2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8" name="Freeform 2848">
              <a:extLst>
                <a:ext uri="{FF2B5EF4-FFF2-40B4-BE49-F238E27FC236}">
                  <a16:creationId xmlns:a16="http://schemas.microsoft.com/office/drawing/2014/main" id="{29E94FBA-5328-4941-A6D6-F49DBB7EE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2473"/>
              <a:ext cx="54" cy="49"/>
            </a:xfrm>
            <a:custGeom>
              <a:avLst/>
              <a:gdLst>
                <a:gd name="T0" fmla="*/ 16 w 27"/>
                <a:gd name="T1" fmla="*/ 117 h 23"/>
                <a:gd name="T2" fmla="*/ 168 w 27"/>
                <a:gd name="T3" fmla="*/ 181 h 23"/>
                <a:gd name="T4" fmla="*/ 128 w 27"/>
                <a:gd name="T5" fmla="*/ 19 h 23"/>
                <a:gd name="T6" fmla="*/ 16 w 27"/>
                <a:gd name="T7" fmla="*/ 11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2" y="12"/>
                  </a:moveTo>
                  <a:cubicBezTo>
                    <a:pt x="3" y="20"/>
                    <a:pt x="16" y="23"/>
                    <a:pt x="21" y="19"/>
                  </a:cubicBezTo>
                  <a:cubicBezTo>
                    <a:pt x="27" y="14"/>
                    <a:pt x="24" y="3"/>
                    <a:pt x="16" y="2"/>
                  </a:cubicBezTo>
                  <a:cubicBezTo>
                    <a:pt x="5" y="0"/>
                    <a:pt x="0" y="5"/>
                    <a:pt x="2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9" name="Freeform 2849">
              <a:extLst>
                <a:ext uri="{FF2B5EF4-FFF2-40B4-BE49-F238E27FC236}">
                  <a16:creationId xmlns:a16="http://schemas.microsoft.com/office/drawing/2014/main" id="{9BFEACC6-FE74-48F0-BDF9-75CE75A2C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479"/>
              <a:ext cx="44" cy="41"/>
            </a:xfrm>
            <a:custGeom>
              <a:avLst/>
              <a:gdLst>
                <a:gd name="T0" fmla="*/ 128 w 22"/>
                <a:gd name="T1" fmla="*/ 0 h 19"/>
                <a:gd name="T2" fmla="*/ 128 w 22"/>
                <a:gd name="T3" fmla="*/ 140 h 19"/>
                <a:gd name="T4" fmla="*/ 0 w 22"/>
                <a:gd name="T5" fmla="*/ 140 h 19"/>
                <a:gd name="T6" fmla="*/ 136 w 22"/>
                <a:gd name="T7" fmla="*/ 164 h 19"/>
                <a:gd name="T8" fmla="*/ 128 w 22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9">
                  <a:moveTo>
                    <a:pt x="16" y="0"/>
                  </a:moveTo>
                  <a:cubicBezTo>
                    <a:pt x="19" y="4"/>
                    <a:pt x="20" y="11"/>
                    <a:pt x="16" y="14"/>
                  </a:cubicBezTo>
                  <a:cubicBezTo>
                    <a:pt x="12" y="18"/>
                    <a:pt x="5" y="17"/>
                    <a:pt x="0" y="14"/>
                  </a:cubicBezTo>
                  <a:cubicBezTo>
                    <a:pt x="5" y="18"/>
                    <a:pt x="13" y="19"/>
                    <a:pt x="17" y="16"/>
                  </a:cubicBezTo>
                  <a:cubicBezTo>
                    <a:pt x="22" y="12"/>
                    <a:pt x="21" y="3"/>
                    <a:pt x="1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0" name="Freeform 2850">
              <a:extLst>
                <a:ext uri="{FF2B5EF4-FFF2-40B4-BE49-F238E27FC236}">
                  <a16:creationId xmlns:a16="http://schemas.microsoft.com/office/drawing/2014/main" id="{E6ED633D-36B5-402F-A49D-DBD36BB48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2475"/>
              <a:ext cx="18" cy="15"/>
            </a:xfrm>
            <a:custGeom>
              <a:avLst/>
              <a:gdLst>
                <a:gd name="T0" fmla="*/ 72 w 9"/>
                <a:gd name="T1" fmla="*/ 0 h 7"/>
                <a:gd name="T2" fmla="*/ 0 w 9"/>
                <a:gd name="T3" fmla="*/ 69 h 7"/>
                <a:gd name="T4" fmla="*/ 72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0"/>
                    <a:pt x="0" y="3"/>
                    <a:pt x="0" y="7"/>
                  </a:cubicBezTo>
                  <a:cubicBezTo>
                    <a:pt x="2" y="5"/>
                    <a:pt x="4" y="2"/>
                    <a:pt x="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1" name="Freeform 2851">
              <a:extLst>
                <a:ext uri="{FF2B5EF4-FFF2-40B4-BE49-F238E27FC236}">
                  <a16:creationId xmlns:a16="http://schemas.microsoft.com/office/drawing/2014/main" id="{D16D85C2-600B-408A-BB03-ED792E079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490"/>
              <a:ext cx="32" cy="34"/>
            </a:xfrm>
            <a:custGeom>
              <a:avLst/>
              <a:gdLst>
                <a:gd name="T0" fmla="*/ 104 w 16"/>
                <a:gd name="T1" fmla="*/ 0 h 16"/>
                <a:gd name="T2" fmla="*/ 0 w 16"/>
                <a:gd name="T3" fmla="*/ 128 h 16"/>
                <a:gd name="T4" fmla="*/ 104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3" y="0"/>
                  </a:moveTo>
                  <a:cubicBezTo>
                    <a:pt x="14" y="5"/>
                    <a:pt x="13" y="16"/>
                    <a:pt x="0" y="13"/>
                  </a:cubicBezTo>
                  <a:cubicBezTo>
                    <a:pt x="6" y="15"/>
                    <a:pt x="16" y="15"/>
                    <a:pt x="1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2" name="Freeform 2852">
              <a:extLst>
                <a:ext uri="{FF2B5EF4-FFF2-40B4-BE49-F238E27FC236}">
                  <a16:creationId xmlns:a16="http://schemas.microsoft.com/office/drawing/2014/main" id="{E9C8B6A6-96D8-4227-9057-432B490DC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456"/>
              <a:ext cx="88" cy="96"/>
            </a:xfrm>
            <a:custGeom>
              <a:avLst/>
              <a:gdLst>
                <a:gd name="T0" fmla="*/ 296 w 44"/>
                <a:gd name="T1" fmla="*/ 282 h 45"/>
                <a:gd name="T2" fmla="*/ 224 w 44"/>
                <a:gd name="T3" fmla="*/ 49 h 45"/>
                <a:gd name="T4" fmla="*/ 16 w 44"/>
                <a:gd name="T5" fmla="*/ 173 h 45"/>
                <a:gd name="T6" fmla="*/ 296 w 44"/>
                <a:gd name="T7" fmla="*/ 28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37" y="29"/>
                  </a:moveTo>
                  <a:cubicBezTo>
                    <a:pt x="44" y="21"/>
                    <a:pt x="40" y="9"/>
                    <a:pt x="28" y="5"/>
                  </a:cubicBezTo>
                  <a:cubicBezTo>
                    <a:pt x="15" y="0"/>
                    <a:pt x="4" y="5"/>
                    <a:pt x="2" y="18"/>
                  </a:cubicBezTo>
                  <a:cubicBezTo>
                    <a:pt x="0" y="31"/>
                    <a:pt x="26" y="45"/>
                    <a:pt x="37" y="29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3" name="Freeform 2853">
              <a:extLst>
                <a:ext uri="{FF2B5EF4-FFF2-40B4-BE49-F238E27FC236}">
                  <a16:creationId xmlns:a16="http://schemas.microsoft.com/office/drawing/2014/main" id="{5837099E-6E7E-4629-B66A-16C5BB143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2477"/>
              <a:ext cx="46" cy="43"/>
            </a:xfrm>
            <a:custGeom>
              <a:avLst/>
              <a:gdLst>
                <a:gd name="T0" fmla="*/ 112 w 23"/>
                <a:gd name="T1" fmla="*/ 0 h 20"/>
                <a:gd name="T2" fmla="*/ 168 w 23"/>
                <a:gd name="T3" fmla="*/ 60 h 20"/>
                <a:gd name="T4" fmla="*/ 152 w 23"/>
                <a:gd name="T5" fmla="*/ 172 h 20"/>
                <a:gd name="T6" fmla="*/ 64 w 23"/>
                <a:gd name="T7" fmla="*/ 181 h 20"/>
                <a:gd name="T8" fmla="*/ 0 w 23"/>
                <a:gd name="T9" fmla="*/ 101 h 20"/>
                <a:gd name="T10" fmla="*/ 0 w 23"/>
                <a:gd name="T11" fmla="*/ 101 h 20"/>
                <a:gd name="T12" fmla="*/ 64 w 23"/>
                <a:gd name="T13" fmla="*/ 181 h 20"/>
                <a:gd name="T14" fmla="*/ 152 w 23"/>
                <a:gd name="T15" fmla="*/ 172 h 20"/>
                <a:gd name="T16" fmla="*/ 176 w 23"/>
                <a:gd name="T17" fmla="*/ 60 h 20"/>
                <a:gd name="T18" fmla="*/ 112 w 23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0">
                  <a:moveTo>
                    <a:pt x="14" y="0"/>
                  </a:moveTo>
                  <a:cubicBezTo>
                    <a:pt x="18" y="0"/>
                    <a:pt x="20" y="3"/>
                    <a:pt x="21" y="6"/>
                  </a:cubicBezTo>
                  <a:cubicBezTo>
                    <a:pt x="23" y="10"/>
                    <a:pt x="22" y="14"/>
                    <a:pt x="19" y="17"/>
                  </a:cubicBezTo>
                  <a:cubicBezTo>
                    <a:pt x="16" y="19"/>
                    <a:pt x="12" y="19"/>
                    <a:pt x="8" y="18"/>
                  </a:cubicBezTo>
                  <a:cubicBezTo>
                    <a:pt x="3" y="16"/>
                    <a:pt x="0" y="13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4"/>
                    <a:pt x="3" y="17"/>
                    <a:pt x="8" y="18"/>
                  </a:cubicBezTo>
                  <a:cubicBezTo>
                    <a:pt x="12" y="20"/>
                    <a:pt x="17" y="19"/>
                    <a:pt x="19" y="17"/>
                  </a:cubicBezTo>
                  <a:cubicBezTo>
                    <a:pt x="22" y="14"/>
                    <a:pt x="23" y="10"/>
                    <a:pt x="22" y="6"/>
                  </a:cubicBezTo>
                  <a:cubicBezTo>
                    <a:pt x="21" y="2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4" name="Freeform 2854">
              <a:extLst>
                <a:ext uri="{FF2B5EF4-FFF2-40B4-BE49-F238E27FC236}">
                  <a16:creationId xmlns:a16="http://schemas.microsoft.com/office/drawing/2014/main" id="{85E8055D-4B66-44C3-AC70-A1218E22B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879"/>
              <a:ext cx="73" cy="81"/>
            </a:xfrm>
            <a:custGeom>
              <a:avLst/>
              <a:gdLst>
                <a:gd name="T0" fmla="*/ 237 w 37"/>
                <a:gd name="T1" fmla="*/ 232 h 38"/>
                <a:gd name="T2" fmla="*/ 176 w 37"/>
                <a:gd name="T3" fmla="*/ 28 h 38"/>
                <a:gd name="T4" fmla="*/ 16 w 37"/>
                <a:gd name="T5" fmla="*/ 136 h 38"/>
                <a:gd name="T6" fmla="*/ 237 w 37"/>
                <a:gd name="T7" fmla="*/ 23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31" y="24"/>
                  </a:moveTo>
                  <a:cubicBezTo>
                    <a:pt x="37" y="17"/>
                    <a:pt x="33" y="7"/>
                    <a:pt x="23" y="3"/>
                  </a:cubicBezTo>
                  <a:cubicBezTo>
                    <a:pt x="13" y="0"/>
                    <a:pt x="3" y="4"/>
                    <a:pt x="2" y="14"/>
                  </a:cubicBezTo>
                  <a:cubicBezTo>
                    <a:pt x="0" y="25"/>
                    <a:pt x="22" y="38"/>
                    <a:pt x="31" y="2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5" name="Freeform 2855">
              <a:extLst>
                <a:ext uri="{FF2B5EF4-FFF2-40B4-BE49-F238E27FC236}">
                  <a16:creationId xmlns:a16="http://schemas.microsoft.com/office/drawing/2014/main" id="{2EA38B91-0055-4C57-B40C-1D2BA4276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894"/>
              <a:ext cx="54" cy="53"/>
            </a:xfrm>
            <a:custGeom>
              <a:avLst/>
              <a:gdLst>
                <a:gd name="T0" fmla="*/ 152 w 27"/>
                <a:gd name="T1" fmla="*/ 0 h 25"/>
                <a:gd name="T2" fmla="*/ 168 w 27"/>
                <a:gd name="T3" fmla="*/ 153 h 25"/>
                <a:gd name="T4" fmla="*/ 0 w 27"/>
                <a:gd name="T5" fmla="*/ 172 h 25"/>
                <a:gd name="T6" fmla="*/ 176 w 27"/>
                <a:gd name="T7" fmla="*/ 161 h 25"/>
                <a:gd name="T8" fmla="*/ 152 w 27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5">
                  <a:moveTo>
                    <a:pt x="19" y="0"/>
                  </a:moveTo>
                  <a:cubicBezTo>
                    <a:pt x="24" y="4"/>
                    <a:pt x="26" y="10"/>
                    <a:pt x="21" y="16"/>
                  </a:cubicBezTo>
                  <a:cubicBezTo>
                    <a:pt x="16" y="24"/>
                    <a:pt x="6" y="22"/>
                    <a:pt x="0" y="18"/>
                  </a:cubicBezTo>
                  <a:cubicBezTo>
                    <a:pt x="6" y="23"/>
                    <a:pt x="17" y="25"/>
                    <a:pt x="22" y="17"/>
                  </a:cubicBezTo>
                  <a:cubicBezTo>
                    <a:pt x="27" y="11"/>
                    <a:pt x="25" y="4"/>
                    <a:pt x="19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6" name="Freeform 2856">
              <a:extLst>
                <a:ext uri="{FF2B5EF4-FFF2-40B4-BE49-F238E27FC236}">
                  <a16:creationId xmlns:a16="http://schemas.microsoft.com/office/drawing/2014/main" id="{9A9C4E3E-A381-4CA3-B1C5-23B873951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81"/>
              <a:ext cx="39" cy="53"/>
            </a:xfrm>
            <a:custGeom>
              <a:avLst/>
              <a:gdLst>
                <a:gd name="T0" fmla="*/ 45 w 20"/>
                <a:gd name="T1" fmla="*/ 229 h 25"/>
                <a:gd name="T2" fmla="*/ 8 w 20"/>
                <a:gd name="T3" fmla="*/ 136 h 25"/>
                <a:gd name="T4" fmla="*/ 133 w 20"/>
                <a:gd name="T5" fmla="*/ 17 h 25"/>
                <a:gd name="T6" fmla="*/ 133 w 20"/>
                <a:gd name="T7" fmla="*/ 17 h 25"/>
                <a:gd name="T8" fmla="*/ 0 w 20"/>
                <a:gd name="T9" fmla="*/ 125 h 25"/>
                <a:gd name="T10" fmla="*/ 45 w 20"/>
                <a:gd name="T11" fmla="*/ 229 h 25"/>
                <a:gd name="T12" fmla="*/ 45 w 20"/>
                <a:gd name="T13" fmla="*/ 22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6" y="24"/>
                  </a:moveTo>
                  <a:cubicBezTo>
                    <a:pt x="3" y="21"/>
                    <a:pt x="1" y="17"/>
                    <a:pt x="1" y="14"/>
                  </a:cubicBezTo>
                  <a:cubicBezTo>
                    <a:pt x="3" y="5"/>
                    <a:pt x="10" y="1"/>
                    <a:pt x="18" y="2"/>
                  </a:cubicBezTo>
                  <a:cubicBezTo>
                    <a:pt x="20" y="3"/>
                    <a:pt x="19" y="3"/>
                    <a:pt x="18" y="2"/>
                  </a:cubicBezTo>
                  <a:cubicBezTo>
                    <a:pt x="9" y="0"/>
                    <a:pt x="2" y="4"/>
                    <a:pt x="0" y="13"/>
                  </a:cubicBezTo>
                  <a:cubicBezTo>
                    <a:pt x="0" y="17"/>
                    <a:pt x="2" y="21"/>
                    <a:pt x="6" y="24"/>
                  </a:cubicBezTo>
                  <a:cubicBezTo>
                    <a:pt x="7" y="25"/>
                    <a:pt x="7" y="25"/>
                    <a:pt x="6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7" name="Freeform 2857">
              <a:extLst>
                <a:ext uri="{FF2B5EF4-FFF2-40B4-BE49-F238E27FC236}">
                  <a16:creationId xmlns:a16="http://schemas.microsoft.com/office/drawing/2014/main" id="{9057D4A5-AF64-459B-9F8C-2C4822F58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892"/>
              <a:ext cx="43" cy="42"/>
            </a:xfrm>
            <a:custGeom>
              <a:avLst/>
              <a:gdLst>
                <a:gd name="T0" fmla="*/ 8 w 22"/>
                <a:gd name="T1" fmla="*/ 92 h 20"/>
                <a:gd name="T2" fmla="*/ 127 w 22"/>
                <a:gd name="T3" fmla="*/ 149 h 20"/>
                <a:gd name="T4" fmla="*/ 104 w 22"/>
                <a:gd name="T5" fmla="*/ 8 h 20"/>
                <a:gd name="T6" fmla="*/ 8 w 22"/>
                <a:gd name="T7" fmla="*/ 9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1" y="10"/>
                  </a:moveTo>
                  <a:cubicBezTo>
                    <a:pt x="3" y="17"/>
                    <a:pt x="13" y="20"/>
                    <a:pt x="17" y="16"/>
                  </a:cubicBezTo>
                  <a:cubicBezTo>
                    <a:pt x="22" y="12"/>
                    <a:pt x="20" y="2"/>
                    <a:pt x="14" y="1"/>
                  </a:cubicBezTo>
                  <a:cubicBezTo>
                    <a:pt x="4" y="0"/>
                    <a:pt x="0" y="5"/>
                    <a:pt x="1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8" name="Freeform 2858">
              <a:extLst>
                <a:ext uri="{FF2B5EF4-FFF2-40B4-BE49-F238E27FC236}">
                  <a16:creationId xmlns:a16="http://schemas.microsoft.com/office/drawing/2014/main" id="{8D7C174D-7084-4801-9769-EE6A5C6C8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898"/>
              <a:ext cx="36" cy="34"/>
            </a:xfrm>
            <a:custGeom>
              <a:avLst/>
              <a:gdLst>
                <a:gd name="T0" fmla="*/ 104 w 18"/>
                <a:gd name="T1" fmla="*/ 0 h 16"/>
                <a:gd name="T2" fmla="*/ 104 w 18"/>
                <a:gd name="T3" fmla="*/ 117 h 16"/>
                <a:gd name="T4" fmla="*/ 0 w 18"/>
                <a:gd name="T5" fmla="*/ 104 h 16"/>
                <a:gd name="T6" fmla="*/ 112 w 18"/>
                <a:gd name="T7" fmla="*/ 128 h 16"/>
                <a:gd name="T8" fmla="*/ 104 w 1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3" y="0"/>
                  </a:moveTo>
                  <a:cubicBezTo>
                    <a:pt x="16" y="3"/>
                    <a:pt x="17" y="9"/>
                    <a:pt x="13" y="12"/>
                  </a:cubicBezTo>
                  <a:cubicBezTo>
                    <a:pt x="10" y="14"/>
                    <a:pt x="4" y="14"/>
                    <a:pt x="0" y="11"/>
                  </a:cubicBezTo>
                  <a:cubicBezTo>
                    <a:pt x="4" y="15"/>
                    <a:pt x="11" y="16"/>
                    <a:pt x="14" y="13"/>
                  </a:cubicBezTo>
                  <a:cubicBezTo>
                    <a:pt x="18" y="9"/>
                    <a:pt x="17" y="2"/>
                    <a:pt x="13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9" name="Freeform 2859">
              <a:extLst>
                <a:ext uri="{FF2B5EF4-FFF2-40B4-BE49-F238E27FC236}">
                  <a16:creationId xmlns:a16="http://schemas.microsoft.com/office/drawing/2014/main" id="{39707C6D-80C8-4AC1-8E6A-A9932D62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894"/>
              <a:ext cx="15" cy="13"/>
            </a:xfrm>
            <a:custGeom>
              <a:avLst/>
              <a:gdLst>
                <a:gd name="T0" fmla="*/ 53 w 8"/>
                <a:gd name="T1" fmla="*/ 0 h 6"/>
                <a:gd name="T2" fmla="*/ 0 w 8"/>
                <a:gd name="T3" fmla="*/ 61 h 6"/>
                <a:gd name="T4" fmla="*/ 5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1" y="2"/>
                    <a:pt x="0" y="6"/>
                  </a:cubicBezTo>
                  <a:cubicBezTo>
                    <a:pt x="2" y="4"/>
                    <a:pt x="4" y="1"/>
                    <a:pt x="8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0" name="Freeform 2860">
              <a:extLst>
                <a:ext uri="{FF2B5EF4-FFF2-40B4-BE49-F238E27FC236}">
                  <a16:creationId xmlns:a16="http://schemas.microsoft.com/office/drawing/2014/main" id="{89D38D16-B75B-4D84-9FF5-68669626D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907"/>
              <a:ext cx="26" cy="27"/>
            </a:xfrm>
            <a:custGeom>
              <a:avLst/>
              <a:gdLst>
                <a:gd name="T0" fmla="*/ 88 w 13"/>
                <a:gd name="T1" fmla="*/ 0 h 13"/>
                <a:gd name="T2" fmla="*/ 0 w 13"/>
                <a:gd name="T3" fmla="*/ 100 h 13"/>
                <a:gd name="T4" fmla="*/ 88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1" y="0"/>
                  </a:moveTo>
                  <a:cubicBezTo>
                    <a:pt x="12" y="4"/>
                    <a:pt x="11" y="13"/>
                    <a:pt x="0" y="11"/>
                  </a:cubicBezTo>
                  <a:cubicBezTo>
                    <a:pt x="5" y="12"/>
                    <a:pt x="13" y="12"/>
                    <a:pt x="11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1" name="Freeform 2861">
              <a:extLst>
                <a:ext uri="{FF2B5EF4-FFF2-40B4-BE49-F238E27FC236}">
                  <a16:creationId xmlns:a16="http://schemas.microsoft.com/office/drawing/2014/main" id="{C0598F7A-B586-4895-A431-168C29790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879"/>
              <a:ext cx="73" cy="81"/>
            </a:xfrm>
            <a:custGeom>
              <a:avLst/>
              <a:gdLst>
                <a:gd name="T0" fmla="*/ 237 w 37"/>
                <a:gd name="T1" fmla="*/ 232 h 38"/>
                <a:gd name="T2" fmla="*/ 176 w 37"/>
                <a:gd name="T3" fmla="*/ 28 h 38"/>
                <a:gd name="T4" fmla="*/ 16 w 37"/>
                <a:gd name="T5" fmla="*/ 136 h 38"/>
                <a:gd name="T6" fmla="*/ 237 w 37"/>
                <a:gd name="T7" fmla="*/ 23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31" y="24"/>
                  </a:moveTo>
                  <a:cubicBezTo>
                    <a:pt x="37" y="17"/>
                    <a:pt x="33" y="7"/>
                    <a:pt x="23" y="3"/>
                  </a:cubicBezTo>
                  <a:cubicBezTo>
                    <a:pt x="13" y="0"/>
                    <a:pt x="3" y="4"/>
                    <a:pt x="2" y="14"/>
                  </a:cubicBezTo>
                  <a:cubicBezTo>
                    <a:pt x="0" y="25"/>
                    <a:pt x="22" y="38"/>
                    <a:pt x="31" y="24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2" name="Freeform 2862">
              <a:extLst>
                <a:ext uri="{FF2B5EF4-FFF2-40B4-BE49-F238E27FC236}">
                  <a16:creationId xmlns:a16="http://schemas.microsoft.com/office/drawing/2014/main" id="{639DEA36-31C4-4F1A-851E-37302FCC6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894"/>
              <a:ext cx="39" cy="36"/>
            </a:xfrm>
            <a:custGeom>
              <a:avLst/>
              <a:gdLst>
                <a:gd name="T0" fmla="*/ 96 w 20"/>
                <a:gd name="T1" fmla="*/ 0 h 17"/>
                <a:gd name="T2" fmla="*/ 133 w 20"/>
                <a:gd name="T3" fmla="*/ 59 h 17"/>
                <a:gd name="T4" fmla="*/ 117 w 20"/>
                <a:gd name="T5" fmla="*/ 144 h 17"/>
                <a:gd name="T6" fmla="*/ 53 w 20"/>
                <a:gd name="T7" fmla="*/ 152 h 17"/>
                <a:gd name="T8" fmla="*/ 0 w 20"/>
                <a:gd name="T9" fmla="*/ 85 h 17"/>
                <a:gd name="T10" fmla="*/ 0 w 20"/>
                <a:gd name="T11" fmla="*/ 85 h 17"/>
                <a:gd name="T12" fmla="*/ 53 w 20"/>
                <a:gd name="T13" fmla="*/ 152 h 17"/>
                <a:gd name="T14" fmla="*/ 125 w 20"/>
                <a:gd name="T15" fmla="*/ 144 h 17"/>
                <a:gd name="T16" fmla="*/ 140 w 20"/>
                <a:gd name="T17" fmla="*/ 59 h 17"/>
                <a:gd name="T18" fmla="*/ 96 w 20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7">
                  <a:moveTo>
                    <a:pt x="13" y="0"/>
                  </a:moveTo>
                  <a:cubicBezTo>
                    <a:pt x="15" y="1"/>
                    <a:pt x="17" y="3"/>
                    <a:pt x="18" y="6"/>
                  </a:cubicBezTo>
                  <a:cubicBezTo>
                    <a:pt x="19" y="9"/>
                    <a:pt x="19" y="13"/>
                    <a:pt x="16" y="15"/>
                  </a:cubicBezTo>
                  <a:cubicBezTo>
                    <a:pt x="14" y="17"/>
                    <a:pt x="10" y="17"/>
                    <a:pt x="7" y="16"/>
                  </a:cubicBezTo>
                  <a:cubicBezTo>
                    <a:pt x="3" y="15"/>
                    <a:pt x="1" y="12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2"/>
                    <a:pt x="3" y="15"/>
                    <a:pt x="7" y="16"/>
                  </a:cubicBezTo>
                  <a:cubicBezTo>
                    <a:pt x="10" y="17"/>
                    <a:pt x="14" y="17"/>
                    <a:pt x="17" y="15"/>
                  </a:cubicBezTo>
                  <a:cubicBezTo>
                    <a:pt x="19" y="13"/>
                    <a:pt x="20" y="9"/>
                    <a:pt x="19" y="6"/>
                  </a:cubicBezTo>
                  <a:cubicBezTo>
                    <a:pt x="18" y="3"/>
                    <a:pt x="15" y="1"/>
                    <a:pt x="13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3" name="Freeform 2863">
              <a:extLst>
                <a:ext uri="{FF2B5EF4-FFF2-40B4-BE49-F238E27FC236}">
                  <a16:creationId xmlns:a16="http://schemas.microsoft.com/office/drawing/2014/main" id="{381F4809-1AC4-417D-935D-B93A96E10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192"/>
              <a:ext cx="76" cy="63"/>
            </a:xfrm>
            <a:custGeom>
              <a:avLst/>
              <a:gdLst>
                <a:gd name="T0" fmla="*/ 32 w 38"/>
                <a:gd name="T1" fmla="*/ 92 h 30"/>
                <a:gd name="T2" fmla="*/ 40 w 38"/>
                <a:gd name="T3" fmla="*/ 277 h 30"/>
                <a:gd name="T4" fmla="*/ 288 w 38"/>
                <a:gd name="T5" fmla="*/ 277 h 30"/>
                <a:gd name="T6" fmla="*/ 264 w 38"/>
                <a:gd name="T7" fmla="*/ 120 h 30"/>
                <a:gd name="T8" fmla="*/ 32 w 38"/>
                <a:gd name="T9" fmla="*/ 9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0">
                  <a:moveTo>
                    <a:pt x="4" y="10"/>
                  </a:moveTo>
                  <a:cubicBezTo>
                    <a:pt x="0" y="15"/>
                    <a:pt x="1" y="24"/>
                    <a:pt x="5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8" y="25"/>
                    <a:pt x="37" y="19"/>
                    <a:pt x="33" y="13"/>
                  </a:cubicBezTo>
                  <a:cubicBezTo>
                    <a:pt x="25" y="3"/>
                    <a:pt x="13" y="0"/>
                    <a:pt x="4" y="1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4" name="Freeform 2864">
              <a:extLst>
                <a:ext uri="{FF2B5EF4-FFF2-40B4-BE49-F238E27FC236}">
                  <a16:creationId xmlns:a16="http://schemas.microsoft.com/office/drawing/2014/main" id="{E4B32C37-A2B0-421B-84D5-6A7FA547B0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57" y="3232"/>
              <a:ext cx="66" cy="23"/>
            </a:xfrm>
            <a:custGeom>
              <a:avLst/>
              <a:gdLst>
                <a:gd name="T0" fmla="*/ 32 w 33"/>
                <a:gd name="T1" fmla="*/ 100 h 11"/>
                <a:gd name="T2" fmla="*/ 32 w 33"/>
                <a:gd name="T3" fmla="*/ 100 h 11"/>
                <a:gd name="T4" fmla="*/ 0 w 33"/>
                <a:gd name="T5" fmla="*/ 44 h 11"/>
                <a:gd name="T6" fmla="*/ 32 w 33"/>
                <a:gd name="T7" fmla="*/ 100 h 11"/>
                <a:gd name="T8" fmla="*/ 256 w 33"/>
                <a:gd name="T9" fmla="*/ 0 h 11"/>
                <a:gd name="T10" fmla="*/ 248 w 33"/>
                <a:gd name="T11" fmla="*/ 100 h 11"/>
                <a:gd name="T12" fmla="*/ 256 w 33"/>
                <a:gd name="T13" fmla="*/ 100 h 11"/>
                <a:gd name="T14" fmla="*/ 256 w 33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1">
                  <a:moveTo>
                    <a:pt x="4" y="11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3" y="10"/>
                    <a:pt x="1" y="7"/>
                    <a:pt x="0" y="5"/>
                  </a:cubicBezTo>
                  <a:cubicBezTo>
                    <a:pt x="1" y="7"/>
                    <a:pt x="2" y="9"/>
                    <a:pt x="4" y="11"/>
                  </a:cubicBezTo>
                  <a:close/>
                  <a:moveTo>
                    <a:pt x="32" y="0"/>
                  </a:moveTo>
                  <a:cubicBezTo>
                    <a:pt x="33" y="4"/>
                    <a:pt x="33" y="8"/>
                    <a:pt x="31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3" y="8"/>
                    <a:pt x="33" y="4"/>
                    <a:pt x="32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5" name="Freeform 2865">
              <a:extLst>
                <a:ext uri="{FF2B5EF4-FFF2-40B4-BE49-F238E27FC236}">
                  <a16:creationId xmlns:a16="http://schemas.microsoft.com/office/drawing/2014/main" id="{CBD6B711-9E6C-4AD8-9B21-E2FBD613C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196"/>
              <a:ext cx="58" cy="53"/>
            </a:xfrm>
            <a:custGeom>
              <a:avLst/>
              <a:gdLst>
                <a:gd name="T0" fmla="*/ 8 w 29"/>
                <a:gd name="T1" fmla="*/ 220 h 25"/>
                <a:gd name="T2" fmla="*/ 32 w 29"/>
                <a:gd name="T3" fmla="*/ 95 h 25"/>
                <a:gd name="T4" fmla="*/ 224 w 29"/>
                <a:gd name="T5" fmla="*/ 85 h 25"/>
                <a:gd name="T6" fmla="*/ 224 w 29"/>
                <a:gd name="T7" fmla="*/ 85 h 25"/>
                <a:gd name="T8" fmla="*/ 24 w 29"/>
                <a:gd name="T9" fmla="*/ 85 h 25"/>
                <a:gd name="T10" fmla="*/ 8 w 29"/>
                <a:gd name="T11" fmla="*/ 220 h 25"/>
                <a:gd name="T12" fmla="*/ 8 w 29"/>
                <a:gd name="T13" fmla="*/ 22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5">
                  <a:moveTo>
                    <a:pt x="1" y="23"/>
                  </a:moveTo>
                  <a:cubicBezTo>
                    <a:pt x="0" y="18"/>
                    <a:pt x="1" y="13"/>
                    <a:pt x="4" y="10"/>
                  </a:cubicBezTo>
                  <a:cubicBezTo>
                    <a:pt x="11" y="2"/>
                    <a:pt x="21" y="2"/>
                    <a:pt x="28" y="9"/>
                  </a:cubicBezTo>
                  <a:cubicBezTo>
                    <a:pt x="29" y="10"/>
                    <a:pt x="28" y="10"/>
                    <a:pt x="28" y="9"/>
                  </a:cubicBezTo>
                  <a:cubicBezTo>
                    <a:pt x="21" y="1"/>
                    <a:pt x="10" y="0"/>
                    <a:pt x="3" y="9"/>
                  </a:cubicBezTo>
                  <a:cubicBezTo>
                    <a:pt x="0" y="12"/>
                    <a:pt x="0" y="18"/>
                    <a:pt x="1" y="23"/>
                  </a:cubicBezTo>
                  <a:cubicBezTo>
                    <a:pt x="2" y="25"/>
                    <a:pt x="2" y="25"/>
                    <a:pt x="1" y="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6" name="Freeform 2866">
              <a:extLst>
                <a:ext uri="{FF2B5EF4-FFF2-40B4-BE49-F238E27FC236}">
                  <a16:creationId xmlns:a16="http://schemas.microsoft.com/office/drawing/2014/main" id="{0BAB196D-4F6F-4F80-9445-D352F1BD9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207"/>
              <a:ext cx="50" cy="48"/>
            </a:xfrm>
            <a:custGeom>
              <a:avLst/>
              <a:gdLst>
                <a:gd name="T0" fmla="*/ 24 w 25"/>
                <a:gd name="T1" fmla="*/ 73 h 23"/>
                <a:gd name="T2" fmla="*/ 72 w 25"/>
                <a:gd name="T3" fmla="*/ 209 h 23"/>
                <a:gd name="T4" fmla="*/ 144 w 25"/>
                <a:gd name="T5" fmla="*/ 209 h 23"/>
                <a:gd name="T6" fmla="*/ 160 w 25"/>
                <a:gd name="T7" fmla="*/ 73 h 23"/>
                <a:gd name="T8" fmla="*/ 24 w 25"/>
                <a:gd name="T9" fmla="*/ 7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3" y="8"/>
                  </a:moveTo>
                  <a:cubicBezTo>
                    <a:pt x="0" y="14"/>
                    <a:pt x="4" y="21"/>
                    <a:pt x="9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23" y="20"/>
                    <a:pt x="25" y="12"/>
                    <a:pt x="20" y="8"/>
                  </a:cubicBezTo>
                  <a:cubicBezTo>
                    <a:pt x="12" y="0"/>
                    <a:pt x="5" y="2"/>
                    <a:pt x="3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7" name="Freeform 2867">
              <a:extLst>
                <a:ext uri="{FF2B5EF4-FFF2-40B4-BE49-F238E27FC236}">
                  <a16:creationId xmlns:a16="http://schemas.microsoft.com/office/drawing/2014/main" id="{7FF80F65-141C-4FF0-9DA4-C25CE3E57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3230"/>
              <a:ext cx="44" cy="25"/>
            </a:xfrm>
            <a:custGeom>
              <a:avLst/>
              <a:gdLst>
                <a:gd name="T0" fmla="*/ 96 w 22"/>
                <a:gd name="T1" fmla="*/ 108 h 12"/>
                <a:gd name="T2" fmla="*/ 0 w 22"/>
                <a:gd name="T3" fmla="*/ 27 h 12"/>
                <a:gd name="T4" fmla="*/ 64 w 22"/>
                <a:gd name="T5" fmla="*/ 108 h 12"/>
                <a:gd name="T6" fmla="*/ 128 w 22"/>
                <a:gd name="T7" fmla="*/ 108 h 12"/>
                <a:gd name="T8" fmla="*/ 168 w 22"/>
                <a:gd name="T9" fmla="*/ 0 h 12"/>
                <a:gd name="T10" fmla="*/ 96 w 22"/>
                <a:gd name="T11" fmla="*/ 10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2">
                  <a:moveTo>
                    <a:pt x="12" y="12"/>
                  </a:moveTo>
                  <a:cubicBezTo>
                    <a:pt x="8" y="12"/>
                    <a:pt x="2" y="8"/>
                    <a:pt x="0" y="3"/>
                  </a:cubicBezTo>
                  <a:cubicBezTo>
                    <a:pt x="1" y="7"/>
                    <a:pt x="4" y="11"/>
                    <a:pt x="8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0" y="10"/>
                    <a:pt x="22" y="4"/>
                    <a:pt x="21" y="0"/>
                  </a:cubicBezTo>
                  <a:cubicBezTo>
                    <a:pt x="21" y="5"/>
                    <a:pt x="18" y="11"/>
                    <a:pt x="12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8" name="Freeform 2868">
              <a:extLst>
                <a:ext uri="{FF2B5EF4-FFF2-40B4-BE49-F238E27FC236}">
                  <a16:creationId xmlns:a16="http://schemas.microsoft.com/office/drawing/2014/main" id="{531D9211-03C2-4314-8045-8B25F7169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3211"/>
              <a:ext cx="22" cy="6"/>
            </a:xfrm>
            <a:custGeom>
              <a:avLst/>
              <a:gdLst>
                <a:gd name="T0" fmla="*/ 88 w 11"/>
                <a:gd name="T1" fmla="*/ 24 h 3"/>
                <a:gd name="T2" fmla="*/ 0 w 11"/>
                <a:gd name="T3" fmla="*/ 24 h 3"/>
                <a:gd name="T4" fmla="*/ 88 w 1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8" y="0"/>
                    <a:pt x="3" y="0"/>
                    <a:pt x="0" y="3"/>
                  </a:cubicBezTo>
                  <a:cubicBezTo>
                    <a:pt x="2" y="2"/>
                    <a:pt x="6" y="1"/>
                    <a:pt x="1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9" name="Freeform 2869">
              <a:extLst>
                <a:ext uri="{FF2B5EF4-FFF2-40B4-BE49-F238E27FC236}">
                  <a16:creationId xmlns:a16="http://schemas.microsoft.com/office/drawing/2014/main" id="{A7C00479-C78F-45EE-8DAE-3B6A9915E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192"/>
              <a:ext cx="76" cy="63"/>
            </a:xfrm>
            <a:custGeom>
              <a:avLst/>
              <a:gdLst>
                <a:gd name="T0" fmla="*/ 32 w 38"/>
                <a:gd name="T1" fmla="*/ 92 h 30"/>
                <a:gd name="T2" fmla="*/ 40 w 38"/>
                <a:gd name="T3" fmla="*/ 277 h 30"/>
                <a:gd name="T4" fmla="*/ 288 w 38"/>
                <a:gd name="T5" fmla="*/ 277 h 30"/>
                <a:gd name="T6" fmla="*/ 264 w 38"/>
                <a:gd name="T7" fmla="*/ 120 h 30"/>
                <a:gd name="T8" fmla="*/ 32 w 38"/>
                <a:gd name="T9" fmla="*/ 9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0">
                  <a:moveTo>
                    <a:pt x="4" y="10"/>
                  </a:moveTo>
                  <a:cubicBezTo>
                    <a:pt x="0" y="15"/>
                    <a:pt x="1" y="24"/>
                    <a:pt x="5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8" y="25"/>
                    <a:pt x="37" y="19"/>
                    <a:pt x="33" y="13"/>
                  </a:cubicBezTo>
                  <a:cubicBezTo>
                    <a:pt x="25" y="3"/>
                    <a:pt x="13" y="0"/>
                    <a:pt x="4" y="1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0" name="Freeform 2870">
              <a:extLst>
                <a:ext uri="{FF2B5EF4-FFF2-40B4-BE49-F238E27FC236}">
                  <a16:creationId xmlns:a16="http://schemas.microsoft.com/office/drawing/2014/main" id="{1B50E3B4-D10A-43D5-BB52-CA00695140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5" y="3224"/>
              <a:ext cx="46" cy="31"/>
            </a:xfrm>
            <a:custGeom>
              <a:avLst/>
              <a:gdLst>
                <a:gd name="T0" fmla="*/ 152 w 23"/>
                <a:gd name="T1" fmla="*/ 0 h 15"/>
                <a:gd name="T2" fmla="*/ 176 w 23"/>
                <a:gd name="T3" fmla="*/ 81 h 15"/>
                <a:gd name="T4" fmla="*/ 136 w 23"/>
                <a:gd name="T5" fmla="*/ 132 h 15"/>
                <a:gd name="T6" fmla="*/ 136 w 23"/>
                <a:gd name="T7" fmla="*/ 132 h 15"/>
                <a:gd name="T8" fmla="*/ 176 w 23"/>
                <a:gd name="T9" fmla="*/ 81 h 15"/>
                <a:gd name="T10" fmla="*/ 152 w 23"/>
                <a:gd name="T11" fmla="*/ 0 h 15"/>
                <a:gd name="T12" fmla="*/ 32 w 23"/>
                <a:gd name="T13" fmla="*/ 99 h 15"/>
                <a:gd name="T14" fmla="*/ 16 w 23"/>
                <a:gd name="T15" fmla="*/ 0 h 15"/>
                <a:gd name="T16" fmla="*/ 32 w 23"/>
                <a:gd name="T17" fmla="*/ 107 h 15"/>
                <a:gd name="T18" fmla="*/ 64 w 23"/>
                <a:gd name="T19" fmla="*/ 132 h 15"/>
                <a:gd name="T20" fmla="*/ 72 w 23"/>
                <a:gd name="T21" fmla="*/ 132 h 15"/>
                <a:gd name="T22" fmla="*/ 32 w 23"/>
                <a:gd name="T23" fmla="*/ 99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15">
                  <a:moveTo>
                    <a:pt x="19" y="0"/>
                  </a:moveTo>
                  <a:cubicBezTo>
                    <a:pt x="22" y="2"/>
                    <a:pt x="23" y="5"/>
                    <a:pt x="22" y="9"/>
                  </a:cubicBezTo>
                  <a:cubicBezTo>
                    <a:pt x="21" y="12"/>
                    <a:pt x="19" y="14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9" y="14"/>
                    <a:pt x="21" y="12"/>
                    <a:pt x="22" y="9"/>
                  </a:cubicBezTo>
                  <a:cubicBezTo>
                    <a:pt x="23" y="5"/>
                    <a:pt x="22" y="2"/>
                    <a:pt x="19" y="0"/>
                  </a:cubicBezTo>
                  <a:close/>
                  <a:moveTo>
                    <a:pt x="4" y="11"/>
                  </a:moveTo>
                  <a:cubicBezTo>
                    <a:pt x="1" y="8"/>
                    <a:pt x="0" y="4"/>
                    <a:pt x="2" y="0"/>
                  </a:cubicBezTo>
                  <a:cubicBezTo>
                    <a:pt x="0" y="4"/>
                    <a:pt x="1" y="8"/>
                    <a:pt x="4" y="12"/>
                  </a:cubicBezTo>
                  <a:cubicBezTo>
                    <a:pt x="5" y="13"/>
                    <a:pt x="6" y="15"/>
                    <a:pt x="8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7" y="15"/>
                    <a:pt x="5" y="13"/>
                    <a:pt x="4" y="1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1" name="Freeform 2871">
              <a:extLst>
                <a:ext uri="{FF2B5EF4-FFF2-40B4-BE49-F238E27FC236}">
                  <a16:creationId xmlns:a16="http://schemas.microsoft.com/office/drawing/2014/main" id="{09C6D528-965D-43F6-8A6D-609276F55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3207"/>
              <a:ext cx="71" cy="48"/>
            </a:xfrm>
            <a:custGeom>
              <a:avLst/>
              <a:gdLst>
                <a:gd name="T0" fmla="*/ 245 w 36"/>
                <a:gd name="T1" fmla="*/ 109 h 23"/>
                <a:gd name="T2" fmla="*/ 24 w 36"/>
                <a:gd name="T3" fmla="*/ 92 h 23"/>
                <a:gd name="T4" fmla="*/ 8 w 36"/>
                <a:gd name="T5" fmla="*/ 209 h 23"/>
                <a:gd name="T6" fmla="*/ 276 w 36"/>
                <a:gd name="T7" fmla="*/ 209 h 23"/>
                <a:gd name="T8" fmla="*/ 245 w 36"/>
                <a:gd name="T9" fmla="*/ 10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3">
                  <a:moveTo>
                    <a:pt x="32" y="12"/>
                  </a:moveTo>
                  <a:cubicBezTo>
                    <a:pt x="24" y="2"/>
                    <a:pt x="12" y="0"/>
                    <a:pt x="3" y="10"/>
                  </a:cubicBezTo>
                  <a:cubicBezTo>
                    <a:pt x="0" y="13"/>
                    <a:pt x="0" y="18"/>
                    <a:pt x="1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0"/>
                    <a:pt x="34" y="16"/>
                    <a:pt x="32" y="1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2" name="Freeform 2872">
              <a:extLst>
                <a:ext uri="{FF2B5EF4-FFF2-40B4-BE49-F238E27FC236}">
                  <a16:creationId xmlns:a16="http://schemas.microsoft.com/office/drawing/2014/main" id="{055DA0A3-A7EA-46C3-827A-B0EFB56BF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247"/>
              <a:ext cx="2" cy="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32 h 4"/>
                <a:gd name="T4" fmla="*/ 8 w 1"/>
                <a:gd name="T5" fmla="*/ 32 h 4"/>
                <a:gd name="T6" fmla="*/ 0 w 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3" name="Freeform 2873">
              <a:extLst>
                <a:ext uri="{FF2B5EF4-FFF2-40B4-BE49-F238E27FC236}">
                  <a16:creationId xmlns:a16="http://schemas.microsoft.com/office/drawing/2014/main" id="{4F34712F-AB33-41B6-A280-9D4F22CAA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211"/>
              <a:ext cx="58" cy="51"/>
            </a:xfrm>
            <a:custGeom>
              <a:avLst/>
              <a:gdLst>
                <a:gd name="T0" fmla="*/ 8 w 29"/>
                <a:gd name="T1" fmla="*/ 213 h 24"/>
                <a:gd name="T2" fmla="*/ 32 w 29"/>
                <a:gd name="T3" fmla="*/ 85 h 24"/>
                <a:gd name="T4" fmla="*/ 224 w 29"/>
                <a:gd name="T5" fmla="*/ 85 h 24"/>
                <a:gd name="T6" fmla="*/ 224 w 29"/>
                <a:gd name="T7" fmla="*/ 85 h 24"/>
                <a:gd name="T8" fmla="*/ 24 w 29"/>
                <a:gd name="T9" fmla="*/ 77 h 24"/>
                <a:gd name="T10" fmla="*/ 8 w 29"/>
                <a:gd name="T11" fmla="*/ 213 h 24"/>
                <a:gd name="T12" fmla="*/ 8 w 29"/>
                <a:gd name="T13" fmla="*/ 21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4">
                  <a:moveTo>
                    <a:pt x="1" y="22"/>
                  </a:moveTo>
                  <a:cubicBezTo>
                    <a:pt x="0" y="17"/>
                    <a:pt x="1" y="12"/>
                    <a:pt x="4" y="9"/>
                  </a:cubicBezTo>
                  <a:cubicBezTo>
                    <a:pt x="11" y="1"/>
                    <a:pt x="21" y="2"/>
                    <a:pt x="28" y="9"/>
                  </a:cubicBezTo>
                  <a:cubicBezTo>
                    <a:pt x="29" y="10"/>
                    <a:pt x="28" y="9"/>
                    <a:pt x="28" y="9"/>
                  </a:cubicBezTo>
                  <a:cubicBezTo>
                    <a:pt x="21" y="1"/>
                    <a:pt x="10" y="0"/>
                    <a:pt x="3" y="8"/>
                  </a:cubicBezTo>
                  <a:cubicBezTo>
                    <a:pt x="0" y="11"/>
                    <a:pt x="0" y="17"/>
                    <a:pt x="1" y="22"/>
                  </a:cubicBezTo>
                  <a:cubicBezTo>
                    <a:pt x="2" y="24"/>
                    <a:pt x="2" y="24"/>
                    <a:pt x="1" y="2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4" name="Freeform 2874">
              <a:extLst>
                <a:ext uri="{FF2B5EF4-FFF2-40B4-BE49-F238E27FC236}">
                  <a16:creationId xmlns:a16="http://schemas.microsoft.com/office/drawing/2014/main" id="{85F48464-CF93-4736-90C2-C68D0AA63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219"/>
              <a:ext cx="46" cy="36"/>
            </a:xfrm>
            <a:custGeom>
              <a:avLst/>
              <a:gdLst>
                <a:gd name="T0" fmla="*/ 16 w 23"/>
                <a:gd name="T1" fmla="*/ 76 h 17"/>
                <a:gd name="T2" fmla="*/ 16 w 23"/>
                <a:gd name="T3" fmla="*/ 161 h 17"/>
                <a:gd name="T4" fmla="*/ 176 w 23"/>
                <a:gd name="T5" fmla="*/ 161 h 17"/>
                <a:gd name="T6" fmla="*/ 152 w 23"/>
                <a:gd name="T7" fmla="*/ 76 h 17"/>
                <a:gd name="T8" fmla="*/ 16 w 23"/>
                <a:gd name="T9" fmla="*/ 7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2" y="8"/>
                  </a:moveTo>
                  <a:cubicBezTo>
                    <a:pt x="0" y="11"/>
                    <a:pt x="1" y="15"/>
                    <a:pt x="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3" y="14"/>
                    <a:pt x="22" y="11"/>
                    <a:pt x="19" y="8"/>
                  </a:cubicBezTo>
                  <a:cubicBezTo>
                    <a:pt x="11" y="0"/>
                    <a:pt x="4" y="2"/>
                    <a:pt x="2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5" name="Freeform 2875">
              <a:extLst>
                <a:ext uri="{FF2B5EF4-FFF2-40B4-BE49-F238E27FC236}">
                  <a16:creationId xmlns:a16="http://schemas.microsoft.com/office/drawing/2014/main" id="{73E02064-058B-45FF-BD14-55B15C5E00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1" y="3243"/>
              <a:ext cx="42" cy="12"/>
            </a:xfrm>
            <a:custGeom>
              <a:avLst/>
              <a:gdLst>
                <a:gd name="T0" fmla="*/ 8 w 21"/>
                <a:gd name="T1" fmla="*/ 48 h 6"/>
                <a:gd name="T2" fmla="*/ 16 w 21"/>
                <a:gd name="T3" fmla="*/ 48 h 6"/>
                <a:gd name="T4" fmla="*/ 0 w 21"/>
                <a:gd name="T5" fmla="*/ 24 h 6"/>
                <a:gd name="T6" fmla="*/ 8 w 21"/>
                <a:gd name="T7" fmla="*/ 48 h 6"/>
                <a:gd name="T8" fmla="*/ 168 w 21"/>
                <a:gd name="T9" fmla="*/ 0 h 6"/>
                <a:gd name="T10" fmla="*/ 160 w 21"/>
                <a:gd name="T11" fmla="*/ 48 h 6"/>
                <a:gd name="T12" fmla="*/ 168 w 21"/>
                <a:gd name="T13" fmla="*/ 48 h 6"/>
                <a:gd name="T14" fmla="*/ 168 w 21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4"/>
                    <a:pt x="1" y="5"/>
                    <a:pt x="1" y="6"/>
                  </a:cubicBezTo>
                  <a:close/>
                  <a:moveTo>
                    <a:pt x="21" y="0"/>
                  </a:moveTo>
                  <a:cubicBezTo>
                    <a:pt x="21" y="2"/>
                    <a:pt x="20" y="5"/>
                    <a:pt x="20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4"/>
                    <a:pt x="21" y="2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6" name="Freeform 2876">
              <a:extLst>
                <a:ext uri="{FF2B5EF4-FFF2-40B4-BE49-F238E27FC236}">
                  <a16:creationId xmlns:a16="http://schemas.microsoft.com/office/drawing/2014/main" id="{D181396C-42B7-4BFD-B21A-C4C1C49E4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224"/>
              <a:ext cx="22" cy="6"/>
            </a:xfrm>
            <a:custGeom>
              <a:avLst/>
              <a:gdLst>
                <a:gd name="T0" fmla="*/ 88 w 11"/>
                <a:gd name="T1" fmla="*/ 24 h 3"/>
                <a:gd name="T2" fmla="*/ 0 w 11"/>
                <a:gd name="T3" fmla="*/ 24 h 3"/>
                <a:gd name="T4" fmla="*/ 88 w 1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8" y="1"/>
                    <a:pt x="3" y="0"/>
                    <a:pt x="0" y="3"/>
                  </a:cubicBezTo>
                  <a:cubicBezTo>
                    <a:pt x="2" y="2"/>
                    <a:pt x="6" y="1"/>
                    <a:pt x="1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7" name="Freeform 2877">
              <a:extLst>
                <a:ext uri="{FF2B5EF4-FFF2-40B4-BE49-F238E27FC236}">
                  <a16:creationId xmlns:a16="http://schemas.microsoft.com/office/drawing/2014/main" id="{470AA1BE-A58D-4253-B384-71C1DC1DE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3207"/>
              <a:ext cx="71" cy="48"/>
            </a:xfrm>
            <a:custGeom>
              <a:avLst/>
              <a:gdLst>
                <a:gd name="T0" fmla="*/ 245 w 36"/>
                <a:gd name="T1" fmla="*/ 109 h 23"/>
                <a:gd name="T2" fmla="*/ 24 w 36"/>
                <a:gd name="T3" fmla="*/ 92 h 23"/>
                <a:gd name="T4" fmla="*/ 8 w 36"/>
                <a:gd name="T5" fmla="*/ 209 h 23"/>
                <a:gd name="T6" fmla="*/ 276 w 36"/>
                <a:gd name="T7" fmla="*/ 209 h 23"/>
                <a:gd name="T8" fmla="*/ 245 w 36"/>
                <a:gd name="T9" fmla="*/ 10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3">
                  <a:moveTo>
                    <a:pt x="32" y="12"/>
                  </a:moveTo>
                  <a:cubicBezTo>
                    <a:pt x="24" y="2"/>
                    <a:pt x="12" y="0"/>
                    <a:pt x="3" y="10"/>
                  </a:cubicBezTo>
                  <a:cubicBezTo>
                    <a:pt x="0" y="13"/>
                    <a:pt x="0" y="18"/>
                    <a:pt x="1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0"/>
                    <a:pt x="34" y="16"/>
                    <a:pt x="32" y="12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8" name="Freeform 2878">
              <a:extLst>
                <a:ext uri="{FF2B5EF4-FFF2-40B4-BE49-F238E27FC236}">
                  <a16:creationId xmlns:a16="http://schemas.microsoft.com/office/drawing/2014/main" id="{63B913A8-D8D0-4766-88F6-5E65ACBCA7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29" y="3236"/>
              <a:ext cx="46" cy="19"/>
            </a:xfrm>
            <a:custGeom>
              <a:avLst/>
              <a:gdLst>
                <a:gd name="T0" fmla="*/ 16 w 23"/>
                <a:gd name="T1" fmla="*/ 0 h 9"/>
                <a:gd name="T2" fmla="*/ 16 w 23"/>
                <a:gd name="T3" fmla="*/ 84 h 9"/>
                <a:gd name="T4" fmla="*/ 16 w 23"/>
                <a:gd name="T5" fmla="*/ 84 h 9"/>
                <a:gd name="T6" fmla="*/ 16 w 23"/>
                <a:gd name="T7" fmla="*/ 0 h 9"/>
                <a:gd name="T8" fmla="*/ 152 w 23"/>
                <a:gd name="T9" fmla="*/ 0 h 9"/>
                <a:gd name="T10" fmla="*/ 176 w 23"/>
                <a:gd name="T11" fmla="*/ 84 h 9"/>
                <a:gd name="T12" fmla="*/ 176 w 23"/>
                <a:gd name="T13" fmla="*/ 84 h 9"/>
                <a:gd name="T14" fmla="*/ 152 w 23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9">
                  <a:moveTo>
                    <a:pt x="2" y="0"/>
                  </a:moveTo>
                  <a:cubicBezTo>
                    <a:pt x="0" y="3"/>
                    <a:pt x="1" y="6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6"/>
                    <a:pt x="0" y="3"/>
                    <a:pt x="2" y="0"/>
                  </a:cubicBezTo>
                  <a:close/>
                  <a:moveTo>
                    <a:pt x="19" y="0"/>
                  </a:moveTo>
                  <a:cubicBezTo>
                    <a:pt x="22" y="2"/>
                    <a:pt x="23" y="6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9" name="Freeform 2879">
              <a:extLst>
                <a:ext uri="{FF2B5EF4-FFF2-40B4-BE49-F238E27FC236}">
                  <a16:creationId xmlns:a16="http://schemas.microsoft.com/office/drawing/2014/main" id="{789CD428-DDB8-4F02-813A-6F8B4CA7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2639"/>
              <a:ext cx="92" cy="98"/>
            </a:xfrm>
            <a:custGeom>
              <a:avLst/>
              <a:gdLst>
                <a:gd name="T0" fmla="*/ 256 w 46"/>
                <a:gd name="T1" fmla="*/ 377 h 46"/>
                <a:gd name="T2" fmla="*/ 304 w 46"/>
                <a:gd name="T3" fmla="*/ 128 h 46"/>
                <a:gd name="T4" fmla="*/ 72 w 46"/>
                <a:gd name="T5" fmla="*/ 96 h 46"/>
                <a:gd name="T6" fmla="*/ 256 w 46"/>
                <a:gd name="T7" fmla="*/ 37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6">
                  <a:moveTo>
                    <a:pt x="32" y="39"/>
                  </a:moveTo>
                  <a:cubicBezTo>
                    <a:pt x="43" y="35"/>
                    <a:pt x="46" y="23"/>
                    <a:pt x="38" y="13"/>
                  </a:cubicBezTo>
                  <a:cubicBezTo>
                    <a:pt x="30" y="3"/>
                    <a:pt x="18" y="0"/>
                    <a:pt x="9" y="10"/>
                  </a:cubicBezTo>
                  <a:cubicBezTo>
                    <a:pt x="0" y="19"/>
                    <a:pt x="14" y="46"/>
                    <a:pt x="32" y="3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0" name="Freeform 2880">
              <a:extLst>
                <a:ext uri="{FF2B5EF4-FFF2-40B4-BE49-F238E27FC236}">
                  <a16:creationId xmlns:a16="http://schemas.microsoft.com/office/drawing/2014/main" id="{BF53D181-B66D-4A70-92F2-3344D515B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2679"/>
              <a:ext cx="68" cy="49"/>
            </a:xfrm>
            <a:custGeom>
              <a:avLst/>
              <a:gdLst>
                <a:gd name="T0" fmla="*/ 248 w 34"/>
                <a:gd name="T1" fmla="*/ 0 h 23"/>
                <a:gd name="T2" fmla="*/ 176 w 34"/>
                <a:gd name="T3" fmla="*/ 164 h 23"/>
                <a:gd name="T4" fmla="*/ 0 w 34"/>
                <a:gd name="T5" fmla="*/ 49 h 23"/>
                <a:gd name="T6" fmla="*/ 176 w 34"/>
                <a:gd name="T7" fmla="*/ 181 h 23"/>
                <a:gd name="T8" fmla="*/ 248 w 3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3">
                  <a:moveTo>
                    <a:pt x="31" y="0"/>
                  </a:moveTo>
                  <a:cubicBezTo>
                    <a:pt x="33" y="8"/>
                    <a:pt x="30" y="15"/>
                    <a:pt x="22" y="17"/>
                  </a:cubicBezTo>
                  <a:cubicBezTo>
                    <a:pt x="12" y="22"/>
                    <a:pt x="3" y="14"/>
                    <a:pt x="0" y="5"/>
                  </a:cubicBezTo>
                  <a:cubicBezTo>
                    <a:pt x="2" y="14"/>
                    <a:pt x="11" y="23"/>
                    <a:pt x="22" y="19"/>
                  </a:cubicBezTo>
                  <a:cubicBezTo>
                    <a:pt x="31" y="16"/>
                    <a:pt x="34" y="8"/>
                    <a:pt x="3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1" name="Freeform 2881">
              <a:extLst>
                <a:ext uri="{FF2B5EF4-FFF2-40B4-BE49-F238E27FC236}">
                  <a16:creationId xmlns:a16="http://schemas.microsoft.com/office/drawing/2014/main" id="{D462DA93-4F21-415E-B0FA-9AE7C036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643"/>
              <a:ext cx="58" cy="53"/>
            </a:xfrm>
            <a:custGeom>
              <a:avLst/>
              <a:gdLst>
                <a:gd name="T0" fmla="*/ 16 w 29"/>
                <a:gd name="T1" fmla="*/ 220 h 25"/>
                <a:gd name="T2" fmla="*/ 32 w 29"/>
                <a:gd name="T3" fmla="*/ 95 h 25"/>
                <a:gd name="T4" fmla="*/ 224 w 29"/>
                <a:gd name="T5" fmla="*/ 85 h 25"/>
                <a:gd name="T6" fmla="*/ 224 w 29"/>
                <a:gd name="T7" fmla="*/ 85 h 25"/>
                <a:gd name="T8" fmla="*/ 24 w 29"/>
                <a:gd name="T9" fmla="*/ 76 h 25"/>
                <a:gd name="T10" fmla="*/ 16 w 29"/>
                <a:gd name="T11" fmla="*/ 220 h 25"/>
                <a:gd name="T12" fmla="*/ 16 w 29"/>
                <a:gd name="T13" fmla="*/ 22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5">
                  <a:moveTo>
                    <a:pt x="2" y="23"/>
                  </a:moveTo>
                  <a:cubicBezTo>
                    <a:pt x="0" y="18"/>
                    <a:pt x="1" y="13"/>
                    <a:pt x="4" y="10"/>
                  </a:cubicBezTo>
                  <a:cubicBezTo>
                    <a:pt x="11" y="2"/>
                    <a:pt x="21" y="2"/>
                    <a:pt x="28" y="9"/>
                  </a:cubicBezTo>
                  <a:cubicBezTo>
                    <a:pt x="29" y="10"/>
                    <a:pt x="29" y="10"/>
                    <a:pt x="28" y="9"/>
                  </a:cubicBezTo>
                  <a:cubicBezTo>
                    <a:pt x="21" y="1"/>
                    <a:pt x="11" y="0"/>
                    <a:pt x="3" y="8"/>
                  </a:cubicBezTo>
                  <a:cubicBezTo>
                    <a:pt x="0" y="12"/>
                    <a:pt x="0" y="17"/>
                    <a:pt x="2" y="23"/>
                  </a:cubicBezTo>
                  <a:cubicBezTo>
                    <a:pt x="2" y="25"/>
                    <a:pt x="2" y="24"/>
                    <a:pt x="2" y="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2" name="Freeform 2882">
              <a:extLst>
                <a:ext uri="{FF2B5EF4-FFF2-40B4-BE49-F238E27FC236}">
                  <a16:creationId xmlns:a16="http://schemas.microsoft.com/office/drawing/2014/main" id="{ED44EEB3-7AE0-44ED-8543-D99BA93C7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2654"/>
              <a:ext cx="54" cy="53"/>
            </a:xfrm>
            <a:custGeom>
              <a:avLst/>
              <a:gdLst>
                <a:gd name="T0" fmla="*/ 32 w 27"/>
                <a:gd name="T1" fmla="*/ 76 h 25"/>
                <a:gd name="T2" fmla="*/ 128 w 27"/>
                <a:gd name="T3" fmla="*/ 237 h 25"/>
                <a:gd name="T4" fmla="*/ 176 w 27"/>
                <a:gd name="T5" fmla="*/ 76 h 25"/>
                <a:gd name="T6" fmla="*/ 32 w 27"/>
                <a:gd name="T7" fmla="*/ 7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4" y="8"/>
                  </a:moveTo>
                  <a:cubicBezTo>
                    <a:pt x="0" y="16"/>
                    <a:pt x="9" y="25"/>
                    <a:pt x="16" y="25"/>
                  </a:cubicBezTo>
                  <a:cubicBezTo>
                    <a:pt x="23" y="24"/>
                    <a:pt x="27" y="13"/>
                    <a:pt x="22" y="8"/>
                  </a:cubicBezTo>
                  <a:cubicBezTo>
                    <a:pt x="13" y="0"/>
                    <a:pt x="6" y="2"/>
                    <a:pt x="4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3" name="Freeform 2883">
              <a:extLst>
                <a:ext uri="{FF2B5EF4-FFF2-40B4-BE49-F238E27FC236}">
                  <a16:creationId xmlns:a16="http://schemas.microsoft.com/office/drawing/2014/main" id="{992D0392-257F-4F32-9341-2780B1D82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677"/>
              <a:ext cx="46" cy="30"/>
            </a:xfrm>
            <a:custGeom>
              <a:avLst/>
              <a:gdLst>
                <a:gd name="T0" fmla="*/ 168 w 23"/>
                <a:gd name="T1" fmla="*/ 0 h 14"/>
                <a:gd name="T2" fmla="*/ 104 w 23"/>
                <a:gd name="T3" fmla="*/ 120 h 14"/>
                <a:gd name="T4" fmla="*/ 0 w 23"/>
                <a:gd name="T5" fmla="*/ 28 h 14"/>
                <a:gd name="T6" fmla="*/ 104 w 23"/>
                <a:gd name="T7" fmla="*/ 137 h 14"/>
                <a:gd name="T8" fmla="*/ 168 w 2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1" y="0"/>
                  </a:moveTo>
                  <a:cubicBezTo>
                    <a:pt x="21" y="5"/>
                    <a:pt x="18" y="11"/>
                    <a:pt x="13" y="12"/>
                  </a:cubicBezTo>
                  <a:cubicBezTo>
                    <a:pt x="8" y="12"/>
                    <a:pt x="2" y="8"/>
                    <a:pt x="0" y="3"/>
                  </a:cubicBezTo>
                  <a:cubicBezTo>
                    <a:pt x="1" y="9"/>
                    <a:pt x="8" y="14"/>
                    <a:pt x="13" y="14"/>
                  </a:cubicBezTo>
                  <a:cubicBezTo>
                    <a:pt x="19" y="13"/>
                    <a:pt x="23" y="5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4" name="Freeform 2884">
              <a:extLst>
                <a:ext uri="{FF2B5EF4-FFF2-40B4-BE49-F238E27FC236}">
                  <a16:creationId xmlns:a16="http://schemas.microsoft.com/office/drawing/2014/main" id="{FA76910E-4EA0-4404-87CB-2AE227EF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2658"/>
              <a:ext cx="22" cy="6"/>
            </a:xfrm>
            <a:custGeom>
              <a:avLst/>
              <a:gdLst>
                <a:gd name="T0" fmla="*/ 88 w 11"/>
                <a:gd name="T1" fmla="*/ 24 h 3"/>
                <a:gd name="T2" fmla="*/ 0 w 11"/>
                <a:gd name="T3" fmla="*/ 24 h 3"/>
                <a:gd name="T4" fmla="*/ 88 w 1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8" y="0"/>
                    <a:pt x="3" y="0"/>
                    <a:pt x="0" y="3"/>
                  </a:cubicBezTo>
                  <a:cubicBezTo>
                    <a:pt x="3" y="2"/>
                    <a:pt x="6" y="1"/>
                    <a:pt x="1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5" name="Freeform 2885">
              <a:extLst>
                <a:ext uri="{FF2B5EF4-FFF2-40B4-BE49-F238E27FC236}">
                  <a16:creationId xmlns:a16="http://schemas.microsoft.com/office/drawing/2014/main" id="{55DD5CCE-AFB7-481B-8D8D-F16A6C6E9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2692"/>
              <a:ext cx="36" cy="28"/>
            </a:xfrm>
            <a:custGeom>
              <a:avLst/>
              <a:gdLst>
                <a:gd name="T0" fmla="*/ 144 w 18"/>
                <a:gd name="T1" fmla="*/ 0 h 13"/>
                <a:gd name="T2" fmla="*/ 0 w 18"/>
                <a:gd name="T3" fmla="*/ 28 h 13"/>
                <a:gd name="T4" fmla="*/ 144 w 1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6" y="4"/>
                    <a:pt x="10" y="13"/>
                    <a:pt x="0" y="3"/>
                  </a:cubicBezTo>
                  <a:cubicBezTo>
                    <a:pt x="4" y="7"/>
                    <a:pt x="12" y="13"/>
                    <a:pt x="1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6" name="Freeform 2886">
              <a:extLst>
                <a:ext uri="{FF2B5EF4-FFF2-40B4-BE49-F238E27FC236}">
                  <a16:creationId xmlns:a16="http://schemas.microsoft.com/office/drawing/2014/main" id="{17CBD4A4-18E6-4C71-8741-3CC98CE45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2639"/>
              <a:ext cx="92" cy="98"/>
            </a:xfrm>
            <a:custGeom>
              <a:avLst/>
              <a:gdLst>
                <a:gd name="T0" fmla="*/ 256 w 46"/>
                <a:gd name="T1" fmla="*/ 377 h 46"/>
                <a:gd name="T2" fmla="*/ 304 w 46"/>
                <a:gd name="T3" fmla="*/ 128 h 46"/>
                <a:gd name="T4" fmla="*/ 72 w 46"/>
                <a:gd name="T5" fmla="*/ 96 h 46"/>
                <a:gd name="T6" fmla="*/ 256 w 46"/>
                <a:gd name="T7" fmla="*/ 37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6">
                  <a:moveTo>
                    <a:pt x="32" y="39"/>
                  </a:moveTo>
                  <a:cubicBezTo>
                    <a:pt x="43" y="35"/>
                    <a:pt x="46" y="23"/>
                    <a:pt x="38" y="13"/>
                  </a:cubicBezTo>
                  <a:cubicBezTo>
                    <a:pt x="30" y="3"/>
                    <a:pt x="18" y="0"/>
                    <a:pt x="9" y="10"/>
                  </a:cubicBezTo>
                  <a:cubicBezTo>
                    <a:pt x="0" y="19"/>
                    <a:pt x="14" y="46"/>
                    <a:pt x="32" y="39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7" name="Freeform 2887">
              <a:extLst>
                <a:ext uri="{FF2B5EF4-FFF2-40B4-BE49-F238E27FC236}">
                  <a16:creationId xmlns:a16="http://schemas.microsoft.com/office/drawing/2014/main" id="{C25EEDBB-AAC1-4A38-B8B6-4F527C46E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671"/>
              <a:ext cx="46" cy="36"/>
            </a:xfrm>
            <a:custGeom>
              <a:avLst/>
              <a:gdLst>
                <a:gd name="T0" fmla="*/ 160 w 23"/>
                <a:gd name="T1" fmla="*/ 0 h 17"/>
                <a:gd name="T2" fmla="*/ 176 w 23"/>
                <a:gd name="T3" fmla="*/ 85 h 17"/>
                <a:gd name="T4" fmla="*/ 112 w 23"/>
                <a:gd name="T5" fmla="*/ 152 h 17"/>
                <a:gd name="T6" fmla="*/ 32 w 23"/>
                <a:gd name="T7" fmla="*/ 104 h 17"/>
                <a:gd name="T8" fmla="*/ 16 w 23"/>
                <a:gd name="T9" fmla="*/ 0 h 17"/>
                <a:gd name="T10" fmla="*/ 16 w 23"/>
                <a:gd name="T11" fmla="*/ 0 h 17"/>
                <a:gd name="T12" fmla="*/ 32 w 23"/>
                <a:gd name="T13" fmla="*/ 112 h 17"/>
                <a:gd name="T14" fmla="*/ 112 w 23"/>
                <a:gd name="T15" fmla="*/ 161 h 17"/>
                <a:gd name="T16" fmla="*/ 176 w 23"/>
                <a:gd name="T17" fmla="*/ 85 h 17"/>
                <a:gd name="T18" fmla="*/ 160 w 23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7">
                  <a:moveTo>
                    <a:pt x="20" y="0"/>
                  </a:moveTo>
                  <a:cubicBezTo>
                    <a:pt x="22" y="2"/>
                    <a:pt x="23" y="6"/>
                    <a:pt x="22" y="9"/>
                  </a:cubicBezTo>
                  <a:cubicBezTo>
                    <a:pt x="21" y="13"/>
                    <a:pt x="17" y="16"/>
                    <a:pt x="14" y="16"/>
                  </a:cubicBezTo>
                  <a:cubicBezTo>
                    <a:pt x="11" y="17"/>
                    <a:pt x="7" y="15"/>
                    <a:pt x="4" y="11"/>
                  </a:cubicBezTo>
                  <a:cubicBezTo>
                    <a:pt x="1" y="8"/>
                    <a:pt x="0" y="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1" y="8"/>
                    <a:pt x="4" y="12"/>
                  </a:cubicBezTo>
                  <a:cubicBezTo>
                    <a:pt x="6" y="15"/>
                    <a:pt x="10" y="17"/>
                    <a:pt x="14" y="17"/>
                  </a:cubicBezTo>
                  <a:cubicBezTo>
                    <a:pt x="18" y="16"/>
                    <a:pt x="21" y="13"/>
                    <a:pt x="22" y="9"/>
                  </a:cubicBezTo>
                  <a:cubicBezTo>
                    <a:pt x="23" y="5"/>
                    <a:pt x="22" y="2"/>
                    <a:pt x="2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8" name="Freeform 2888">
              <a:extLst>
                <a:ext uri="{FF2B5EF4-FFF2-40B4-BE49-F238E27FC236}">
                  <a16:creationId xmlns:a16="http://schemas.microsoft.com/office/drawing/2014/main" id="{E673C16C-E934-43D5-AB2D-58E6B612F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3126"/>
              <a:ext cx="92" cy="98"/>
            </a:xfrm>
            <a:custGeom>
              <a:avLst/>
              <a:gdLst>
                <a:gd name="T0" fmla="*/ 256 w 46"/>
                <a:gd name="T1" fmla="*/ 377 h 46"/>
                <a:gd name="T2" fmla="*/ 304 w 46"/>
                <a:gd name="T3" fmla="*/ 128 h 46"/>
                <a:gd name="T4" fmla="*/ 72 w 46"/>
                <a:gd name="T5" fmla="*/ 96 h 46"/>
                <a:gd name="T6" fmla="*/ 256 w 46"/>
                <a:gd name="T7" fmla="*/ 37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6">
                  <a:moveTo>
                    <a:pt x="32" y="39"/>
                  </a:moveTo>
                  <a:cubicBezTo>
                    <a:pt x="43" y="35"/>
                    <a:pt x="46" y="23"/>
                    <a:pt x="38" y="13"/>
                  </a:cubicBezTo>
                  <a:cubicBezTo>
                    <a:pt x="30" y="3"/>
                    <a:pt x="18" y="0"/>
                    <a:pt x="9" y="10"/>
                  </a:cubicBezTo>
                  <a:cubicBezTo>
                    <a:pt x="0" y="19"/>
                    <a:pt x="14" y="46"/>
                    <a:pt x="32" y="3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9" name="Freeform 2889">
              <a:extLst>
                <a:ext uri="{FF2B5EF4-FFF2-40B4-BE49-F238E27FC236}">
                  <a16:creationId xmlns:a16="http://schemas.microsoft.com/office/drawing/2014/main" id="{82AEF9D0-80CB-403C-924D-90356EBD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166"/>
              <a:ext cx="68" cy="49"/>
            </a:xfrm>
            <a:custGeom>
              <a:avLst/>
              <a:gdLst>
                <a:gd name="T0" fmla="*/ 248 w 34"/>
                <a:gd name="T1" fmla="*/ 0 h 23"/>
                <a:gd name="T2" fmla="*/ 176 w 34"/>
                <a:gd name="T3" fmla="*/ 164 h 23"/>
                <a:gd name="T4" fmla="*/ 0 w 34"/>
                <a:gd name="T5" fmla="*/ 49 h 23"/>
                <a:gd name="T6" fmla="*/ 176 w 34"/>
                <a:gd name="T7" fmla="*/ 181 h 23"/>
                <a:gd name="T8" fmla="*/ 248 w 3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3">
                  <a:moveTo>
                    <a:pt x="31" y="0"/>
                  </a:moveTo>
                  <a:cubicBezTo>
                    <a:pt x="33" y="8"/>
                    <a:pt x="30" y="15"/>
                    <a:pt x="22" y="17"/>
                  </a:cubicBezTo>
                  <a:cubicBezTo>
                    <a:pt x="12" y="22"/>
                    <a:pt x="3" y="14"/>
                    <a:pt x="0" y="5"/>
                  </a:cubicBezTo>
                  <a:cubicBezTo>
                    <a:pt x="2" y="14"/>
                    <a:pt x="11" y="23"/>
                    <a:pt x="22" y="19"/>
                  </a:cubicBezTo>
                  <a:cubicBezTo>
                    <a:pt x="31" y="16"/>
                    <a:pt x="34" y="8"/>
                    <a:pt x="3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0" name="Freeform 2890">
              <a:extLst>
                <a:ext uri="{FF2B5EF4-FFF2-40B4-BE49-F238E27FC236}">
                  <a16:creationId xmlns:a16="http://schemas.microsoft.com/office/drawing/2014/main" id="{672E8599-E898-42B2-BE37-218997D8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130"/>
              <a:ext cx="58" cy="53"/>
            </a:xfrm>
            <a:custGeom>
              <a:avLst/>
              <a:gdLst>
                <a:gd name="T0" fmla="*/ 16 w 29"/>
                <a:gd name="T1" fmla="*/ 220 h 25"/>
                <a:gd name="T2" fmla="*/ 32 w 29"/>
                <a:gd name="T3" fmla="*/ 95 h 25"/>
                <a:gd name="T4" fmla="*/ 224 w 29"/>
                <a:gd name="T5" fmla="*/ 85 h 25"/>
                <a:gd name="T6" fmla="*/ 224 w 29"/>
                <a:gd name="T7" fmla="*/ 85 h 25"/>
                <a:gd name="T8" fmla="*/ 24 w 29"/>
                <a:gd name="T9" fmla="*/ 76 h 25"/>
                <a:gd name="T10" fmla="*/ 16 w 29"/>
                <a:gd name="T11" fmla="*/ 220 h 25"/>
                <a:gd name="T12" fmla="*/ 16 w 29"/>
                <a:gd name="T13" fmla="*/ 22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5">
                  <a:moveTo>
                    <a:pt x="2" y="23"/>
                  </a:moveTo>
                  <a:cubicBezTo>
                    <a:pt x="0" y="18"/>
                    <a:pt x="1" y="13"/>
                    <a:pt x="4" y="10"/>
                  </a:cubicBezTo>
                  <a:cubicBezTo>
                    <a:pt x="11" y="2"/>
                    <a:pt x="21" y="2"/>
                    <a:pt x="28" y="9"/>
                  </a:cubicBezTo>
                  <a:cubicBezTo>
                    <a:pt x="29" y="10"/>
                    <a:pt x="29" y="10"/>
                    <a:pt x="28" y="9"/>
                  </a:cubicBezTo>
                  <a:cubicBezTo>
                    <a:pt x="21" y="1"/>
                    <a:pt x="11" y="0"/>
                    <a:pt x="3" y="8"/>
                  </a:cubicBezTo>
                  <a:cubicBezTo>
                    <a:pt x="0" y="12"/>
                    <a:pt x="0" y="17"/>
                    <a:pt x="2" y="23"/>
                  </a:cubicBezTo>
                  <a:cubicBezTo>
                    <a:pt x="2" y="25"/>
                    <a:pt x="2" y="24"/>
                    <a:pt x="2" y="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1" name="Freeform 2891">
              <a:extLst>
                <a:ext uri="{FF2B5EF4-FFF2-40B4-BE49-F238E27FC236}">
                  <a16:creationId xmlns:a16="http://schemas.microsoft.com/office/drawing/2014/main" id="{DBDC8C2E-53E0-453A-988A-61A28A129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3141"/>
              <a:ext cx="54" cy="53"/>
            </a:xfrm>
            <a:custGeom>
              <a:avLst/>
              <a:gdLst>
                <a:gd name="T0" fmla="*/ 32 w 27"/>
                <a:gd name="T1" fmla="*/ 76 h 25"/>
                <a:gd name="T2" fmla="*/ 128 w 27"/>
                <a:gd name="T3" fmla="*/ 237 h 25"/>
                <a:gd name="T4" fmla="*/ 176 w 27"/>
                <a:gd name="T5" fmla="*/ 76 h 25"/>
                <a:gd name="T6" fmla="*/ 32 w 27"/>
                <a:gd name="T7" fmla="*/ 7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4" y="8"/>
                  </a:moveTo>
                  <a:cubicBezTo>
                    <a:pt x="0" y="16"/>
                    <a:pt x="9" y="25"/>
                    <a:pt x="16" y="25"/>
                  </a:cubicBezTo>
                  <a:cubicBezTo>
                    <a:pt x="23" y="24"/>
                    <a:pt x="27" y="13"/>
                    <a:pt x="22" y="8"/>
                  </a:cubicBezTo>
                  <a:cubicBezTo>
                    <a:pt x="13" y="0"/>
                    <a:pt x="6" y="2"/>
                    <a:pt x="4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2" name="Freeform 2892">
              <a:extLst>
                <a:ext uri="{FF2B5EF4-FFF2-40B4-BE49-F238E27FC236}">
                  <a16:creationId xmlns:a16="http://schemas.microsoft.com/office/drawing/2014/main" id="{CB773810-6FCA-490C-B1E3-25A36B25F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164"/>
              <a:ext cx="46" cy="30"/>
            </a:xfrm>
            <a:custGeom>
              <a:avLst/>
              <a:gdLst>
                <a:gd name="T0" fmla="*/ 168 w 23"/>
                <a:gd name="T1" fmla="*/ 0 h 14"/>
                <a:gd name="T2" fmla="*/ 104 w 23"/>
                <a:gd name="T3" fmla="*/ 120 h 14"/>
                <a:gd name="T4" fmla="*/ 0 w 23"/>
                <a:gd name="T5" fmla="*/ 28 h 14"/>
                <a:gd name="T6" fmla="*/ 104 w 23"/>
                <a:gd name="T7" fmla="*/ 137 h 14"/>
                <a:gd name="T8" fmla="*/ 168 w 2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1" y="0"/>
                  </a:moveTo>
                  <a:cubicBezTo>
                    <a:pt x="21" y="5"/>
                    <a:pt x="18" y="11"/>
                    <a:pt x="13" y="12"/>
                  </a:cubicBezTo>
                  <a:cubicBezTo>
                    <a:pt x="8" y="12"/>
                    <a:pt x="2" y="8"/>
                    <a:pt x="0" y="3"/>
                  </a:cubicBezTo>
                  <a:cubicBezTo>
                    <a:pt x="1" y="9"/>
                    <a:pt x="8" y="14"/>
                    <a:pt x="13" y="14"/>
                  </a:cubicBezTo>
                  <a:cubicBezTo>
                    <a:pt x="19" y="13"/>
                    <a:pt x="23" y="5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3" name="Freeform 2893">
              <a:extLst>
                <a:ext uri="{FF2B5EF4-FFF2-40B4-BE49-F238E27FC236}">
                  <a16:creationId xmlns:a16="http://schemas.microsoft.com/office/drawing/2014/main" id="{5E6E754D-2CFA-46B9-894E-883159FB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3145"/>
              <a:ext cx="22" cy="6"/>
            </a:xfrm>
            <a:custGeom>
              <a:avLst/>
              <a:gdLst>
                <a:gd name="T0" fmla="*/ 88 w 11"/>
                <a:gd name="T1" fmla="*/ 24 h 3"/>
                <a:gd name="T2" fmla="*/ 0 w 11"/>
                <a:gd name="T3" fmla="*/ 24 h 3"/>
                <a:gd name="T4" fmla="*/ 88 w 1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8" y="0"/>
                    <a:pt x="3" y="0"/>
                    <a:pt x="0" y="3"/>
                  </a:cubicBezTo>
                  <a:cubicBezTo>
                    <a:pt x="3" y="2"/>
                    <a:pt x="6" y="1"/>
                    <a:pt x="1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4" name="Freeform 2894">
              <a:extLst>
                <a:ext uri="{FF2B5EF4-FFF2-40B4-BE49-F238E27FC236}">
                  <a16:creationId xmlns:a16="http://schemas.microsoft.com/office/drawing/2014/main" id="{25414AC1-BE9B-4597-8E69-F726C30B0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3179"/>
              <a:ext cx="36" cy="28"/>
            </a:xfrm>
            <a:custGeom>
              <a:avLst/>
              <a:gdLst>
                <a:gd name="T0" fmla="*/ 144 w 18"/>
                <a:gd name="T1" fmla="*/ 0 h 13"/>
                <a:gd name="T2" fmla="*/ 0 w 18"/>
                <a:gd name="T3" fmla="*/ 28 h 13"/>
                <a:gd name="T4" fmla="*/ 144 w 1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6" y="4"/>
                    <a:pt x="10" y="13"/>
                    <a:pt x="0" y="3"/>
                  </a:cubicBezTo>
                  <a:cubicBezTo>
                    <a:pt x="4" y="7"/>
                    <a:pt x="12" y="13"/>
                    <a:pt x="1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5" name="Freeform 2895">
              <a:extLst>
                <a:ext uri="{FF2B5EF4-FFF2-40B4-BE49-F238E27FC236}">
                  <a16:creationId xmlns:a16="http://schemas.microsoft.com/office/drawing/2014/main" id="{A0BA829C-27A1-43EA-BB37-2AFB5D8E9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3126"/>
              <a:ext cx="92" cy="98"/>
            </a:xfrm>
            <a:custGeom>
              <a:avLst/>
              <a:gdLst>
                <a:gd name="T0" fmla="*/ 256 w 46"/>
                <a:gd name="T1" fmla="*/ 377 h 46"/>
                <a:gd name="T2" fmla="*/ 304 w 46"/>
                <a:gd name="T3" fmla="*/ 128 h 46"/>
                <a:gd name="T4" fmla="*/ 72 w 46"/>
                <a:gd name="T5" fmla="*/ 96 h 46"/>
                <a:gd name="T6" fmla="*/ 256 w 46"/>
                <a:gd name="T7" fmla="*/ 37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6">
                  <a:moveTo>
                    <a:pt x="32" y="39"/>
                  </a:moveTo>
                  <a:cubicBezTo>
                    <a:pt x="43" y="35"/>
                    <a:pt x="46" y="23"/>
                    <a:pt x="38" y="13"/>
                  </a:cubicBezTo>
                  <a:cubicBezTo>
                    <a:pt x="30" y="3"/>
                    <a:pt x="18" y="0"/>
                    <a:pt x="9" y="10"/>
                  </a:cubicBezTo>
                  <a:cubicBezTo>
                    <a:pt x="0" y="19"/>
                    <a:pt x="14" y="46"/>
                    <a:pt x="32" y="39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6" name="Freeform 2896">
              <a:extLst>
                <a:ext uri="{FF2B5EF4-FFF2-40B4-BE49-F238E27FC236}">
                  <a16:creationId xmlns:a16="http://schemas.microsoft.com/office/drawing/2014/main" id="{E95F82AB-18D6-4DD3-B6A7-407C1AD26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158"/>
              <a:ext cx="46" cy="36"/>
            </a:xfrm>
            <a:custGeom>
              <a:avLst/>
              <a:gdLst>
                <a:gd name="T0" fmla="*/ 160 w 23"/>
                <a:gd name="T1" fmla="*/ 0 h 17"/>
                <a:gd name="T2" fmla="*/ 176 w 23"/>
                <a:gd name="T3" fmla="*/ 85 h 17"/>
                <a:gd name="T4" fmla="*/ 112 w 23"/>
                <a:gd name="T5" fmla="*/ 152 h 17"/>
                <a:gd name="T6" fmla="*/ 32 w 23"/>
                <a:gd name="T7" fmla="*/ 104 h 17"/>
                <a:gd name="T8" fmla="*/ 16 w 23"/>
                <a:gd name="T9" fmla="*/ 0 h 17"/>
                <a:gd name="T10" fmla="*/ 16 w 23"/>
                <a:gd name="T11" fmla="*/ 0 h 17"/>
                <a:gd name="T12" fmla="*/ 32 w 23"/>
                <a:gd name="T13" fmla="*/ 112 h 17"/>
                <a:gd name="T14" fmla="*/ 112 w 23"/>
                <a:gd name="T15" fmla="*/ 161 h 17"/>
                <a:gd name="T16" fmla="*/ 176 w 23"/>
                <a:gd name="T17" fmla="*/ 85 h 17"/>
                <a:gd name="T18" fmla="*/ 160 w 23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7">
                  <a:moveTo>
                    <a:pt x="20" y="0"/>
                  </a:moveTo>
                  <a:cubicBezTo>
                    <a:pt x="22" y="2"/>
                    <a:pt x="23" y="6"/>
                    <a:pt x="22" y="9"/>
                  </a:cubicBezTo>
                  <a:cubicBezTo>
                    <a:pt x="21" y="13"/>
                    <a:pt x="17" y="16"/>
                    <a:pt x="14" y="16"/>
                  </a:cubicBezTo>
                  <a:cubicBezTo>
                    <a:pt x="11" y="17"/>
                    <a:pt x="7" y="15"/>
                    <a:pt x="4" y="11"/>
                  </a:cubicBezTo>
                  <a:cubicBezTo>
                    <a:pt x="1" y="8"/>
                    <a:pt x="0" y="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1" y="8"/>
                    <a:pt x="4" y="12"/>
                  </a:cubicBezTo>
                  <a:cubicBezTo>
                    <a:pt x="6" y="15"/>
                    <a:pt x="10" y="17"/>
                    <a:pt x="14" y="17"/>
                  </a:cubicBezTo>
                  <a:cubicBezTo>
                    <a:pt x="18" y="16"/>
                    <a:pt x="21" y="13"/>
                    <a:pt x="22" y="9"/>
                  </a:cubicBezTo>
                  <a:cubicBezTo>
                    <a:pt x="23" y="5"/>
                    <a:pt x="22" y="2"/>
                    <a:pt x="2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7" name="Freeform 2897">
              <a:extLst>
                <a:ext uri="{FF2B5EF4-FFF2-40B4-BE49-F238E27FC236}">
                  <a16:creationId xmlns:a16="http://schemas.microsoft.com/office/drawing/2014/main" id="{C2159080-C2CF-4AF4-B76E-ACD8F9786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117"/>
              <a:ext cx="106" cy="113"/>
            </a:xfrm>
            <a:custGeom>
              <a:avLst/>
              <a:gdLst>
                <a:gd name="T0" fmla="*/ 296 w 53"/>
                <a:gd name="T1" fmla="*/ 437 h 53"/>
                <a:gd name="T2" fmla="*/ 352 w 53"/>
                <a:gd name="T3" fmla="*/ 145 h 53"/>
                <a:gd name="T4" fmla="*/ 88 w 53"/>
                <a:gd name="T5" fmla="*/ 104 h 53"/>
                <a:gd name="T6" fmla="*/ 296 w 53"/>
                <a:gd name="T7" fmla="*/ 43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3">
                  <a:moveTo>
                    <a:pt x="37" y="45"/>
                  </a:moveTo>
                  <a:cubicBezTo>
                    <a:pt x="50" y="41"/>
                    <a:pt x="53" y="27"/>
                    <a:pt x="44" y="15"/>
                  </a:cubicBezTo>
                  <a:cubicBezTo>
                    <a:pt x="35" y="2"/>
                    <a:pt x="21" y="0"/>
                    <a:pt x="11" y="11"/>
                  </a:cubicBezTo>
                  <a:cubicBezTo>
                    <a:pt x="0" y="22"/>
                    <a:pt x="16" y="53"/>
                    <a:pt x="37" y="4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8" name="Freeform 2898">
              <a:extLst>
                <a:ext uri="{FF2B5EF4-FFF2-40B4-BE49-F238E27FC236}">
                  <a16:creationId xmlns:a16="http://schemas.microsoft.com/office/drawing/2014/main" id="{3051FC8E-E9C1-4099-AC98-9ACF58451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3164"/>
              <a:ext cx="80" cy="57"/>
            </a:xfrm>
            <a:custGeom>
              <a:avLst/>
              <a:gdLst>
                <a:gd name="T0" fmla="*/ 296 w 40"/>
                <a:gd name="T1" fmla="*/ 0 h 27"/>
                <a:gd name="T2" fmla="*/ 208 w 40"/>
                <a:gd name="T3" fmla="*/ 188 h 27"/>
                <a:gd name="T4" fmla="*/ 0 w 40"/>
                <a:gd name="T5" fmla="*/ 49 h 27"/>
                <a:gd name="T6" fmla="*/ 216 w 40"/>
                <a:gd name="T7" fmla="*/ 205 h 27"/>
                <a:gd name="T8" fmla="*/ 296 w 40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7">
                  <a:moveTo>
                    <a:pt x="37" y="0"/>
                  </a:moveTo>
                  <a:cubicBezTo>
                    <a:pt x="39" y="9"/>
                    <a:pt x="35" y="17"/>
                    <a:pt x="26" y="20"/>
                  </a:cubicBezTo>
                  <a:cubicBezTo>
                    <a:pt x="14" y="25"/>
                    <a:pt x="4" y="16"/>
                    <a:pt x="0" y="5"/>
                  </a:cubicBezTo>
                  <a:cubicBezTo>
                    <a:pt x="3" y="16"/>
                    <a:pt x="14" y="27"/>
                    <a:pt x="27" y="22"/>
                  </a:cubicBezTo>
                  <a:cubicBezTo>
                    <a:pt x="36" y="19"/>
                    <a:pt x="40" y="9"/>
                    <a:pt x="3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9" name="Freeform 2899">
              <a:extLst>
                <a:ext uri="{FF2B5EF4-FFF2-40B4-BE49-F238E27FC236}">
                  <a16:creationId xmlns:a16="http://schemas.microsoft.com/office/drawing/2014/main" id="{8087CECD-65E6-464B-831F-12221B459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3122"/>
              <a:ext cx="68" cy="59"/>
            </a:xfrm>
            <a:custGeom>
              <a:avLst/>
              <a:gdLst>
                <a:gd name="T0" fmla="*/ 16 w 34"/>
                <a:gd name="T1" fmla="*/ 244 h 28"/>
                <a:gd name="T2" fmla="*/ 32 w 34"/>
                <a:gd name="T3" fmla="*/ 101 h 28"/>
                <a:gd name="T4" fmla="*/ 264 w 34"/>
                <a:gd name="T5" fmla="*/ 101 h 28"/>
                <a:gd name="T6" fmla="*/ 264 w 34"/>
                <a:gd name="T7" fmla="*/ 101 h 28"/>
                <a:gd name="T8" fmla="*/ 24 w 34"/>
                <a:gd name="T9" fmla="*/ 93 h 28"/>
                <a:gd name="T10" fmla="*/ 16 w 34"/>
                <a:gd name="T11" fmla="*/ 244 h 28"/>
                <a:gd name="T12" fmla="*/ 16 w 34"/>
                <a:gd name="T13" fmla="*/ 24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8">
                  <a:moveTo>
                    <a:pt x="2" y="26"/>
                  </a:moveTo>
                  <a:cubicBezTo>
                    <a:pt x="0" y="20"/>
                    <a:pt x="1" y="15"/>
                    <a:pt x="4" y="11"/>
                  </a:cubicBezTo>
                  <a:cubicBezTo>
                    <a:pt x="13" y="2"/>
                    <a:pt x="25" y="3"/>
                    <a:pt x="33" y="11"/>
                  </a:cubicBezTo>
                  <a:cubicBezTo>
                    <a:pt x="34" y="12"/>
                    <a:pt x="34" y="11"/>
                    <a:pt x="33" y="11"/>
                  </a:cubicBezTo>
                  <a:cubicBezTo>
                    <a:pt x="24" y="1"/>
                    <a:pt x="12" y="0"/>
                    <a:pt x="3" y="10"/>
                  </a:cubicBezTo>
                  <a:cubicBezTo>
                    <a:pt x="0" y="14"/>
                    <a:pt x="0" y="20"/>
                    <a:pt x="2" y="26"/>
                  </a:cubicBezTo>
                  <a:cubicBezTo>
                    <a:pt x="3" y="28"/>
                    <a:pt x="3" y="28"/>
                    <a:pt x="2" y="2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0" name="Freeform 2900">
              <a:extLst>
                <a:ext uri="{FF2B5EF4-FFF2-40B4-BE49-F238E27FC236}">
                  <a16:creationId xmlns:a16="http://schemas.microsoft.com/office/drawing/2014/main" id="{BF40EE0D-888A-4183-BE20-851DE8D1B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3134"/>
              <a:ext cx="64" cy="62"/>
            </a:xfrm>
            <a:custGeom>
              <a:avLst/>
              <a:gdLst>
                <a:gd name="T0" fmla="*/ 32 w 32"/>
                <a:gd name="T1" fmla="*/ 88 h 29"/>
                <a:gd name="T2" fmla="*/ 144 w 32"/>
                <a:gd name="T3" fmla="*/ 274 h 29"/>
                <a:gd name="T4" fmla="*/ 200 w 32"/>
                <a:gd name="T5" fmla="*/ 88 h 29"/>
                <a:gd name="T6" fmla="*/ 32 w 32"/>
                <a:gd name="T7" fmla="*/ 8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4" y="9"/>
                  </a:moveTo>
                  <a:cubicBezTo>
                    <a:pt x="0" y="19"/>
                    <a:pt x="10" y="29"/>
                    <a:pt x="18" y="28"/>
                  </a:cubicBezTo>
                  <a:cubicBezTo>
                    <a:pt x="27" y="27"/>
                    <a:pt x="32" y="15"/>
                    <a:pt x="25" y="9"/>
                  </a:cubicBezTo>
                  <a:cubicBezTo>
                    <a:pt x="15" y="0"/>
                    <a:pt x="7" y="2"/>
                    <a:pt x="4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1" name="Freeform 2901">
              <a:extLst>
                <a:ext uri="{FF2B5EF4-FFF2-40B4-BE49-F238E27FC236}">
                  <a16:creationId xmlns:a16="http://schemas.microsoft.com/office/drawing/2014/main" id="{D9816C79-B8F7-4769-900E-BFD60C1D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3160"/>
              <a:ext cx="54" cy="36"/>
            </a:xfrm>
            <a:custGeom>
              <a:avLst/>
              <a:gdLst>
                <a:gd name="T0" fmla="*/ 192 w 27"/>
                <a:gd name="T1" fmla="*/ 0 h 17"/>
                <a:gd name="T2" fmla="*/ 120 w 27"/>
                <a:gd name="T3" fmla="*/ 136 h 17"/>
                <a:gd name="T4" fmla="*/ 0 w 27"/>
                <a:gd name="T5" fmla="*/ 28 h 17"/>
                <a:gd name="T6" fmla="*/ 120 w 27"/>
                <a:gd name="T7" fmla="*/ 152 h 17"/>
                <a:gd name="T8" fmla="*/ 192 w 2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7">
                  <a:moveTo>
                    <a:pt x="24" y="0"/>
                  </a:moveTo>
                  <a:cubicBezTo>
                    <a:pt x="25" y="6"/>
                    <a:pt x="21" y="13"/>
                    <a:pt x="15" y="14"/>
                  </a:cubicBezTo>
                  <a:cubicBezTo>
                    <a:pt x="9" y="15"/>
                    <a:pt x="2" y="10"/>
                    <a:pt x="0" y="3"/>
                  </a:cubicBezTo>
                  <a:cubicBezTo>
                    <a:pt x="1" y="11"/>
                    <a:pt x="9" y="17"/>
                    <a:pt x="15" y="16"/>
                  </a:cubicBezTo>
                  <a:cubicBezTo>
                    <a:pt x="22" y="15"/>
                    <a:pt x="27" y="7"/>
                    <a:pt x="24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2" name="Freeform 2902">
              <a:extLst>
                <a:ext uri="{FF2B5EF4-FFF2-40B4-BE49-F238E27FC236}">
                  <a16:creationId xmlns:a16="http://schemas.microsoft.com/office/drawing/2014/main" id="{97636833-C599-4A93-8AAE-1AEBA7A0C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139"/>
              <a:ext cx="28" cy="6"/>
            </a:xfrm>
            <a:custGeom>
              <a:avLst/>
              <a:gdLst>
                <a:gd name="T0" fmla="*/ 112 w 14"/>
                <a:gd name="T1" fmla="*/ 24 h 3"/>
                <a:gd name="T2" fmla="*/ 0 w 14"/>
                <a:gd name="T3" fmla="*/ 24 h 3"/>
                <a:gd name="T4" fmla="*/ 112 w 14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">
                  <a:moveTo>
                    <a:pt x="14" y="3"/>
                  </a:moveTo>
                  <a:cubicBezTo>
                    <a:pt x="10" y="0"/>
                    <a:pt x="4" y="0"/>
                    <a:pt x="0" y="3"/>
                  </a:cubicBezTo>
                  <a:cubicBezTo>
                    <a:pt x="4" y="2"/>
                    <a:pt x="8" y="1"/>
                    <a:pt x="14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3" name="Freeform 2903">
              <a:extLst>
                <a:ext uri="{FF2B5EF4-FFF2-40B4-BE49-F238E27FC236}">
                  <a16:creationId xmlns:a16="http://schemas.microsoft.com/office/drawing/2014/main" id="{52D0078A-0618-4C77-8433-29F0E265C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3177"/>
              <a:ext cx="42" cy="34"/>
            </a:xfrm>
            <a:custGeom>
              <a:avLst/>
              <a:gdLst>
                <a:gd name="T0" fmla="*/ 168 w 21"/>
                <a:gd name="T1" fmla="*/ 0 h 16"/>
                <a:gd name="T2" fmla="*/ 0 w 21"/>
                <a:gd name="T3" fmla="*/ 40 h 16"/>
                <a:gd name="T4" fmla="*/ 168 w 2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9" y="5"/>
                    <a:pt x="11" y="15"/>
                    <a:pt x="0" y="4"/>
                  </a:cubicBezTo>
                  <a:cubicBezTo>
                    <a:pt x="5" y="9"/>
                    <a:pt x="14" y="16"/>
                    <a:pt x="21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4" name="Freeform 2904">
              <a:extLst>
                <a:ext uri="{FF2B5EF4-FFF2-40B4-BE49-F238E27FC236}">
                  <a16:creationId xmlns:a16="http://schemas.microsoft.com/office/drawing/2014/main" id="{EF5E9F02-E61F-479C-BDFA-C2A5C86AB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117"/>
              <a:ext cx="106" cy="113"/>
            </a:xfrm>
            <a:custGeom>
              <a:avLst/>
              <a:gdLst>
                <a:gd name="T0" fmla="*/ 296 w 53"/>
                <a:gd name="T1" fmla="*/ 437 h 53"/>
                <a:gd name="T2" fmla="*/ 352 w 53"/>
                <a:gd name="T3" fmla="*/ 145 h 53"/>
                <a:gd name="T4" fmla="*/ 88 w 53"/>
                <a:gd name="T5" fmla="*/ 104 h 53"/>
                <a:gd name="T6" fmla="*/ 296 w 53"/>
                <a:gd name="T7" fmla="*/ 43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3">
                  <a:moveTo>
                    <a:pt x="37" y="45"/>
                  </a:moveTo>
                  <a:cubicBezTo>
                    <a:pt x="50" y="41"/>
                    <a:pt x="53" y="27"/>
                    <a:pt x="44" y="15"/>
                  </a:cubicBezTo>
                  <a:cubicBezTo>
                    <a:pt x="35" y="2"/>
                    <a:pt x="21" y="0"/>
                    <a:pt x="11" y="11"/>
                  </a:cubicBezTo>
                  <a:cubicBezTo>
                    <a:pt x="0" y="22"/>
                    <a:pt x="16" y="53"/>
                    <a:pt x="37" y="45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5" name="Freeform 2905">
              <a:extLst>
                <a:ext uri="{FF2B5EF4-FFF2-40B4-BE49-F238E27FC236}">
                  <a16:creationId xmlns:a16="http://schemas.microsoft.com/office/drawing/2014/main" id="{626DF13C-4A30-44BF-9C78-910369454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153"/>
              <a:ext cx="54" cy="43"/>
            </a:xfrm>
            <a:custGeom>
              <a:avLst/>
              <a:gdLst>
                <a:gd name="T0" fmla="*/ 184 w 27"/>
                <a:gd name="T1" fmla="*/ 0 h 20"/>
                <a:gd name="T2" fmla="*/ 200 w 27"/>
                <a:gd name="T3" fmla="*/ 112 h 20"/>
                <a:gd name="T4" fmla="*/ 128 w 27"/>
                <a:gd name="T5" fmla="*/ 189 h 20"/>
                <a:gd name="T6" fmla="*/ 32 w 27"/>
                <a:gd name="T7" fmla="*/ 129 h 20"/>
                <a:gd name="T8" fmla="*/ 16 w 27"/>
                <a:gd name="T9" fmla="*/ 0 h 20"/>
                <a:gd name="T10" fmla="*/ 16 w 27"/>
                <a:gd name="T11" fmla="*/ 0 h 20"/>
                <a:gd name="T12" fmla="*/ 32 w 27"/>
                <a:gd name="T13" fmla="*/ 129 h 20"/>
                <a:gd name="T14" fmla="*/ 128 w 27"/>
                <a:gd name="T15" fmla="*/ 198 h 20"/>
                <a:gd name="T16" fmla="*/ 208 w 27"/>
                <a:gd name="T17" fmla="*/ 112 h 20"/>
                <a:gd name="T18" fmla="*/ 184 w 27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0">
                  <a:moveTo>
                    <a:pt x="23" y="0"/>
                  </a:moveTo>
                  <a:cubicBezTo>
                    <a:pt x="26" y="2"/>
                    <a:pt x="27" y="6"/>
                    <a:pt x="25" y="11"/>
                  </a:cubicBezTo>
                  <a:cubicBezTo>
                    <a:pt x="24" y="15"/>
                    <a:pt x="20" y="19"/>
                    <a:pt x="16" y="19"/>
                  </a:cubicBezTo>
                  <a:cubicBezTo>
                    <a:pt x="12" y="20"/>
                    <a:pt x="8" y="17"/>
                    <a:pt x="4" y="13"/>
                  </a:cubicBezTo>
                  <a:cubicBezTo>
                    <a:pt x="1" y="9"/>
                    <a:pt x="0" y="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1" y="9"/>
                    <a:pt x="4" y="13"/>
                  </a:cubicBezTo>
                  <a:cubicBezTo>
                    <a:pt x="7" y="18"/>
                    <a:pt x="12" y="20"/>
                    <a:pt x="16" y="20"/>
                  </a:cubicBezTo>
                  <a:cubicBezTo>
                    <a:pt x="20" y="19"/>
                    <a:pt x="24" y="15"/>
                    <a:pt x="26" y="11"/>
                  </a:cubicBezTo>
                  <a:cubicBezTo>
                    <a:pt x="27" y="6"/>
                    <a:pt x="26" y="2"/>
                    <a:pt x="23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6" name="Freeform 2906">
              <a:extLst>
                <a:ext uri="{FF2B5EF4-FFF2-40B4-BE49-F238E27FC236}">
                  <a16:creationId xmlns:a16="http://schemas.microsoft.com/office/drawing/2014/main" id="{A195147D-7915-498A-9484-B3BCA796F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2490"/>
              <a:ext cx="105" cy="113"/>
            </a:xfrm>
            <a:custGeom>
              <a:avLst/>
              <a:gdLst>
                <a:gd name="T0" fmla="*/ 287 w 53"/>
                <a:gd name="T1" fmla="*/ 437 h 53"/>
                <a:gd name="T2" fmla="*/ 341 w 53"/>
                <a:gd name="T3" fmla="*/ 145 h 53"/>
                <a:gd name="T4" fmla="*/ 87 w 53"/>
                <a:gd name="T5" fmla="*/ 104 h 53"/>
                <a:gd name="T6" fmla="*/ 287 w 53"/>
                <a:gd name="T7" fmla="*/ 43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3">
                  <a:moveTo>
                    <a:pt x="37" y="45"/>
                  </a:moveTo>
                  <a:cubicBezTo>
                    <a:pt x="50" y="41"/>
                    <a:pt x="53" y="27"/>
                    <a:pt x="44" y="15"/>
                  </a:cubicBezTo>
                  <a:cubicBezTo>
                    <a:pt x="35" y="2"/>
                    <a:pt x="21" y="0"/>
                    <a:pt x="11" y="11"/>
                  </a:cubicBezTo>
                  <a:cubicBezTo>
                    <a:pt x="0" y="22"/>
                    <a:pt x="16" y="53"/>
                    <a:pt x="37" y="4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7" name="Freeform 2907">
              <a:extLst>
                <a:ext uri="{FF2B5EF4-FFF2-40B4-BE49-F238E27FC236}">
                  <a16:creationId xmlns:a16="http://schemas.microsoft.com/office/drawing/2014/main" id="{CDF1D8C9-10B6-4EC6-B462-A8128C8CA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537"/>
              <a:ext cx="80" cy="57"/>
            </a:xfrm>
            <a:custGeom>
              <a:avLst/>
              <a:gdLst>
                <a:gd name="T0" fmla="*/ 296 w 40"/>
                <a:gd name="T1" fmla="*/ 0 h 27"/>
                <a:gd name="T2" fmla="*/ 208 w 40"/>
                <a:gd name="T3" fmla="*/ 188 h 27"/>
                <a:gd name="T4" fmla="*/ 0 w 40"/>
                <a:gd name="T5" fmla="*/ 49 h 27"/>
                <a:gd name="T6" fmla="*/ 216 w 40"/>
                <a:gd name="T7" fmla="*/ 205 h 27"/>
                <a:gd name="T8" fmla="*/ 296 w 40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7">
                  <a:moveTo>
                    <a:pt x="37" y="0"/>
                  </a:moveTo>
                  <a:cubicBezTo>
                    <a:pt x="39" y="9"/>
                    <a:pt x="35" y="17"/>
                    <a:pt x="26" y="20"/>
                  </a:cubicBezTo>
                  <a:cubicBezTo>
                    <a:pt x="14" y="25"/>
                    <a:pt x="4" y="16"/>
                    <a:pt x="0" y="5"/>
                  </a:cubicBezTo>
                  <a:cubicBezTo>
                    <a:pt x="3" y="16"/>
                    <a:pt x="14" y="27"/>
                    <a:pt x="27" y="22"/>
                  </a:cubicBezTo>
                  <a:cubicBezTo>
                    <a:pt x="36" y="19"/>
                    <a:pt x="40" y="9"/>
                    <a:pt x="3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8" name="Freeform 2908">
              <a:extLst>
                <a:ext uri="{FF2B5EF4-FFF2-40B4-BE49-F238E27FC236}">
                  <a16:creationId xmlns:a16="http://schemas.microsoft.com/office/drawing/2014/main" id="{ABFCBCE6-2857-42A3-B78C-D2B258A13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494"/>
              <a:ext cx="68" cy="60"/>
            </a:xfrm>
            <a:custGeom>
              <a:avLst/>
              <a:gdLst>
                <a:gd name="T0" fmla="*/ 16 w 34"/>
                <a:gd name="T1" fmla="*/ 257 h 28"/>
                <a:gd name="T2" fmla="*/ 32 w 34"/>
                <a:gd name="T3" fmla="*/ 109 h 28"/>
                <a:gd name="T4" fmla="*/ 264 w 34"/>
                <a:gd name="T5" fmla="*/ 109 h 28"/>
                <a:gd name="T6" fmla="*/ 264 w 34"/>
                <a:gd name="T7" fmla="*/ 109 h 28"/>
                <a:gd name="T8" fmla="*/ 24 w 34"/>
                <a:gd name="T9" fmla="*/ 96 h 28"/>
                <a:gd name="T10" fmla="*/ 16 w 34"/>
                <a:gd name="T11" fmla="*/ 257 h 28"/>
                <a:gd name="T12" fmla="*/ 16 w 34"/>
                <a:gd name="T13" fmla="*/ 25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8">
                  <a:moveTo>
                    <a:pt x="2" y="26"/>
                  </a:moveTo>
                  <a:cubicBezTo>
                    <a:pt x="0" y="20"/>
                    <a:pt x="1" y="15"/>
                    <a:pt x="4" y="11"/>
                  </a:cubicBezTo>
                  <a:cubicBezTo>
                    <a:pt x="13" y="2"/>
                    <a:pt x="25" y="3"/>
                    <a:pt x="33" y="11"/>
                  </a:cubicBezTo>
                  <a:cubicBezTo>
                    <a:pt x="34" y="12"/>
                    <a:pt x="34" y="11"/>
                    <a:pt x="33" y="11"/>
                  </a:cubicBezTo>
                  <a:cubicBezTo>
                    <a:pt x="24" y="1"/>
                    <a:pt x="12" y="0"/>
                    <a:pt x="3" y="10"/>
                  </a:cubicBezTo>
                  <a:cubicBezTo>
                    <a:pt x="0" y="14"/>
                    <a:pt x="0" y="20"/>
                    <a:pt x="2" y="26"/>
                  </a:cubicBezTo>
                  <a:cubicBezTo>
                    <a:pt x="3" y="28"/>
                    <a:pt x="3" y="28"/>
                    <a:pt x="2" y="2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9" name="Freeform 2909">
              <a:extLst>
                <a:ext uri="{FF2B5EF4-FFF2-40B4-BE49-F238E27FC236}">
                  <a16:creationId xmlns:a16="http://schemas.microsoft.com/office/drawing/2014/main" id="{79AF52AA-5A7D-4D0A-81DB-5C6C7EF88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2507"/>
              <a:ext cx="64" cy="62"/>
            </a:xfrm>
            <a:custGeom>
              <a:avLst/>
              <a:gdLst>
                <a:gd name="T0" fmla="*/ 32 w 32"/>
                <a:gd name="T1" fmla="*/ 88 h 29"/>
                <a:gd name="T2" fmla="*/ 144 w 32"/>
                <a:gd name="T3" fmla="*/ 274 h 29"/>
                <a:gd name="T4" fmla="*/ 200 w 32"/>
                <a:gd name="T5" fmla="*/ 88 h 29"/>
                <a:gd name="T6" fmla="*/ 32 w 32"/>
                <a:gd name="T7" fmla="*/ 8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4" y="9"/>
                  </a:moveTo>
                  <a:cubicBezTo>
                    <a:pt x="0" y="19"/>
                    <a:pt x="10" y="29"/>
                    <a:pt x="18" y="28"/>
                  </a:cubicBezTo>
                  <a:cubicBezTo>
                    <a:pt x="27" y="27"/>
                    <a:pt x="32" y="15"/>
                    <a:pt x="25" y="9"/>
                  </a:cubicBezTo>
                  <a:cubicBezTo>
                    <a:pt x="15" y="0"/>
                    <a:pt x="7" y="2"/>
                    <a:pt x="4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0" name="Freeform 2910">
              <a:extLst>
                <a:ext uri="{FF2B5EF4-FFF2-40B4-BE49-F238E27FC236}">
                  <a16:creationId xmlns:a16="http://schemas.microsoft.com/office/drawing/2014/main" id="{7D77911F-2193-4B1F-8694-232303648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2532"/>
              <a:ext cx="54" cy="37"/>
            </a:xfrm>
            <a:custGeom>
              <a:avLst/>
              <a:gdLst>
                <a:gd name="T0" fmla="*/ 192 w 27"/>
                <a:gd name="T1" fmla="*/ 0 h 17"/>
                <a:gd name="T2" fmla="*/ 120 w 27"/>
                <a:gd name="T3" fmla="*/ 141 h 17"/>
                <a:gd name="T4" fmla="*/ 0 w 27"/>
                <a:gd name="T5" fmla="*/ 33 h 17"/>
                <a:gd name="T6" fmla="*/ 120 w 27"/>
                <a:gd name="T7" fmla="*/ 165 h 17"/>
                <a:gd name="T8" fmla="*/ 192 w 2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7">
                  <a:moveTo>
                    <a:pt x="24" y="0"/>
                  </a:moveTo>
                  <a:cubicBezTo>
                    <a:pt x="25" y="6"/>
                    <a:pt x="21" y="13"/>
                    <a:pt x="15" y="14"/>
                  </a:cubicBezTo>
                  <a:cubicBezTo>
                    <a:pt x="9" y="15"/>
                    <a:pt x="2" y="10"/>
                    <a:pt x="0" y="3"/>
                  </a:cubicBezTo>
                  <a:cubicBezTo>
                    <a:pt x="1" y="11"/>
                    <a:pt x="9" y="17"/>
                    <a:pt x="15" y="16"/>
                  </a:cubicBezTo>
                  <a:cubicBezTo>
                    <a:pt x="22" y="15"/>
                    <a:pt x="27" y="7"/>
                    <a:pt x="24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1" name="Freeform 2911">
              <a:extLst>
                <a:ext uri="{FF2B5EF4-FFF2-40B4-BE49-F238E27FC236}">
                  <a16:creationId xmlns:a16="http://schemas.microsoft.com/office/drawing/2014/main" id="{937A1D43-19C4-4E5F-B35D-5EE64F650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511"/>
              <a:ext cx="28" cy="7"/>
            </a:xfrm>
            <a:custGeom>
              <a:avLst/>
              <a:gdLst>
                <a:gd name="T0" fmla="*/ 112 w 14"/>
                <a:gd name="T1" fmla="*/ 37 h 3"/>
                <a:gd name="T2" fmla="*/ 0 w 14"/>
                <a:gd name="T3" fmla="*/ 37 h 3"/>
                <a:gd name="T4" fmla="*/ 112 w 14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">
                  <a:moveTo>
                    <a:pt x="14" y="3"/>
                  </a:moveTo>
                  <a:cubicBezTo>
                    <a:pt x="10" y="0"/>
                    <a:pt x="4" y="0"/>
                    <a:pt x="0" y="3"/>
                  </a:cubicBezTo>
                  <a:cubicBezTo>
                    <a:pt x="4" y="2"/>
                    <a:pt x="8" y="1"/>
                    <a:pt x="14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2" name="Freeform 2912">
              <a:extLst>
                <a:ext uri="{FF2B5EF4-FFF2-40B4-BE49-F238E27FC236}">
                  <a16:creationId xmlns:a16="http://schemas.microsoft.com/office/drawing/2014/main" id="{C69363E2-A9BD-4D70-8997-B50D8F5D7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549"/>
              <a:ext cx="42" cy="34"/>
            </a:xfrm>
            <a:custGeom>
              <a:avLst/>
              <a:gdLst>
                <a:gd name="T0" fmla="*/ 168 w 21"/>
                <a:gd name="T1" fmla="*/ 0 h 16"/>
                <a:gd name="T2" fmla="*/ 0 w 21"/>
                <a:gd name="T3" fmla="*/ 40 h 16"/>
                <a:gd name="T4" fmla="*/ 168 w 2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9" y="5"/>
                    <a:pt x="11" y="15"/>
                    <a:pt x="0" y="4"/>
                  </a:cubicBezTo>
                  <a:cubicBezTo>
                    <a:pt x="5" y="9"/>
                    <a:pt x="14" y="16"/>
                    <a:pt x="21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3" name="Freeform 2913">
              <a:extLst>
                <a:ext uri="{FF2B5EF4-FFF2-40B4-BE49-F238E27FC236}">
                  <a16:creationId xmlns:a16="http://schemas.microsoft.com/office/drawing/2014/main" id="{5E09C2DF-9A77-4170-A50E-398317AE4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2490"/>
              <a:ext cx="105" cy="113"/>
            </a:xfrm>
            <a:custGeom>
              <a:avLst/>
              <a:gdLst>
                <a:gd name="T0" fmla="*/ 287 w 53"/>
                <a:gd name="T1" fmla="*/ 437 h 53"/>
                <a:gd name="T2" fmla="*/ 341 w 53"/>
                <a:gd name="T3" fmla="*/ 145 h 53"/>
                <a:gd name="T4" fmla="*/ 87 w 53"/>
                <a:gd name="T5" fmla="*/ 104 h 53"/>
                <a:gd name="T6" fmla="*/ 287 w 53"/>
                <a:gd name="T7" fmla="*/ 43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3">
                  <a:moveTo>
                    <a:pt x="37" y="45"/>
                  </a:moveTo>
                  <a:cubicBezTo>
                    <a:pt x="50" y="41"/>
                    <a:pt x="53" y="27"/>
                    <a:pt x="44" y="15"/>
                  </a:cubicBezTo>
                  <a:cubicBezTo>
                    <a:pt x="35" y="2"/>
                    <a:pt x="21" y="0"/>
                    <a:pt x="11" y="11"/>
                  </a:cubicBezTo>
                  <a:cubicBezTo>
                    <a:pt x="0" y="22"/>
                    <a:pt x="16" y="53"/>
                    <a:pt x="37" y="45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4" name="Freeform 2914">
              <a:extLst>
                <a:ext uri="{FF2B5EF4-FFF2-40B4-BE49-F238E27FC236}">
                  <a16:creationId xmlns:a16="http://schemas.microsoft.com/office/drawing/2014/main" id="{4C070AB2-DEAD-46E5-ACFB-00A2F0A49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" y="2526"/>
              <a:ext cx="54" cy="43"/>
            </a:xfrm>
            <a:custGeom>
              <a:avLst/>
              <a:gdLst>
                <a:gd name="T0" fmla="*/ 184 w 27"/>
                <a:gd name="T1" fmla="*/ 0 h 20"/>
                <a:gd name="T2" fmla="*/ 200 w 27"/>
                <a:gd name="T3" fmla="*/ 112 h 20"/>
                <a:gd name="T4" fmla="*/ 128 w 27"/>
                <a:gd name="T5" fmla="*/ 189 h 20"/>
                <a:gd name="T6" fmla="*/ 32 w 27"/>
                <a:gd name="T7" fmla="*/ 129 h 20"/>
                <a:gd name="T8" fmla="*/ 16 w 27"/>
                <a:gd name="T9" fmla="*/ 0 h 20"/>
                <a:gd name="T10" fmla="*/ 16 w 27"/>
                <a:gd name="T11" fmla="*/ 0 h 20"/>
                <a:gd name="T12" fmla="*/ 32 w 27"/>
                <a:gd name="T13" fmla="*/ 129 h 20"/>
                <a:gd name="T14" fmla="*/ 128 w 27"/>
                <a:gd name="T15" fmla="*/ 198 h 20"/>
                <a:gd name="T16" fmla="*/ 208 w 27"/>
                <a:gd name="T17" fmla="*/ 112 h 20"/>
                <a:gd name="T18" fmla="*/ 184 w 27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0">
                  <a:moveTo>
                    <a:pt x="23" y="0"/>
                  </a:moveTo>
                  <a:cubicBezTo>
                    <a:pt x="26" y="2"/>
                    <a:pt x="27" y="6"/>
                    <a:pt x="25" y="11"/>
                  </a:cubicBezTo>
                  <a:cubicBezTo>
                    <a:pt x="24" y="15"/>
                    <a:pt x="20" y="19"/>
                    <a:pt x="16" y="19"/>
                  </a:cubicBezTo>
                  <a:cubicBezTo>
                    <a:pt x="12" y="20"/>
                    <a:pt x="8" y="17"/>
                    <a:pt x="4" y="13"/>
                  </a:cubicBezTo>
                  <a:cubicBezTo>
                    <a:pt x="1" y="9"/>
                    <a:pt x="0" y="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1" y="9"/>
                    <a:pt x="4" y="13"/>
                  </a:cubicBezTo>
                  <a:cubicBezTo>
                    <a:pt x="7" y="18"/>
                    <a:pt x="12" y="20"/>
                    <a:pt x="16" y="20"/>
                  </a:cubicBezTo>
                  <a:cubicBezTo>
                    <a:pt x="20" y="19"/>
                    <a:pt x="24" y="15"/>
                    <a:pt x="26" y="11"/>
                  </a:cubicBezTo>
                  <a:cubicBezTo>
                    <a:pt x="27" y="6"/>
                    <a:pt x="26" y="2"/>
                    <a:pt x="23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5" name="Freeform 2915">
              <a:extLst>
                <a:ext uri="{FF2B5EF4-FFF2-40B4-BE49-F238E27FC236}">
                  <a16:creationId xmlns:a16="http://schemas.microsoft.com/office/drawing/2014/main" id="{95D84A0F-903C-4093-9A71-C0EE970B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2734"/>
              <a:ext cx="80" cy="69"/>
            </a:xfrm>
            <a:custGeom>
              <a:avLst/>
              <a:gdLst>
                <a:gd name="T0" fmla="*/ 136 w 40"/>
                <a:gd name="T1" fmla="*/ 9 h 32"/>
                <a:gd name="T2" fmla="*/ 40 w 40"/>
                <a:gd name="T3" fmla="*/ 52 h 32"/>
                <a:gd name="T4" fmla="*/ 8 w 40"/>
                <a:gd name="T5" fmla="*/ 173 h 32"/>
                <a:gd name="T6" fmla="*/ 216 w 40"/>
                <a:gd name="T7" fmla="*/ 270 h 32"/>
                <a:gd name="T8" fmla="*/ 288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8" y="1"/>
                    <a:pt x="5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6" y="6"/>
                  </a:cubicBezTo>
                  <a:cubicBezTo>
                    <a:pt x="31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6" name="Freeform 2916">
              <a:extLst>
                <a:ext uri="{FF2B5EF4-FFF2-40B4-BE49-F238E27FC236}">
                  <a16:creationId xmlns:a16="http://schemas.microsoft.com/office/drawing/2014/main" id="{19D4F0E2-37A6-42BC-B56D-EC063DC04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741"/>
              <a:ext cx="58" cy="55"/>
            </a:xfrm>
            <a:custGeom>
              <a:avLst/>
              <a:gdLst>
                <a:gd name="T0" fmla="*/ 200 w 29"/>
                <a:gd name="T1" fmla="*/ 28 h 26"/>
                <a:gd name="T2" fmla="*/ 160 w 29"/>
                <a:gd name="T3" fmla="*/ 0 h 26"/>
                <a:gd name="T4" fmla="*/ 192 w 29"/>
                <a:gd name="T5" fmla="*/ 28 h 26"/>
                <a:gd name="T6" fmla="*/ 128 w 29"/>
                <a:gd name="T7" fmla="*/ 220 h 26"/>
                <a:gd name="T8" fmla="*/ 0 w 29"/>
                <a:gd name="T9" fmla="*/ 220 h 26"/>
                <a:gd name="T10" fmla="*/ 136 w 29"/>
                <a:gd name="T11" fmla="*/ 228 h 26"/>
                <a:gd name="T12" fmla="*/ 200 w 29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6">
                  <a:moveTo>
                    <a:pt x="25" y="3"/>
                  </a:moveTo>
                  <a:cubicBezTo>
                    <a:pt x="23" y="1"/>
                    <a:pt x="22" y="0"/>
                    <a:pt x="20" y="0"/>
                  </a:cubicBezTo>
                  <a:cubicBezTo>
                    <a:pt x="21" y="0"/>
                    <a:pt x="23" y="1"/>
                    <a:pt x="24" y="3"/>
                  </a:cubicBezTo>
                  <a:cubicBezTo>
                    <a:pt x="28" y="8"/>
                    <a:pt x="26" y="19"/>
                    <a:pt x="16" y="23"/>
                  </a:cubicBezTo>
                  <a:cubicBezTo>
                    <a:pt x="10" y="25"/>
                    <a:pt x="4" y="25"/>
                    <a:pt x="0" y="23"/>
                  </a:cubicBezTo>
                  <a:cubicBezTo>
                    <a:pt x="4" y="26"/>
                    <a:pt x="11" y="26"/>
                    <a:pt x="17" y="24"/>
                  </a:cubicBezTo>
                  <a:cubicBezTo>
                    <a:pt x="27" y="20"/>
                    <a:pt x="29" y="9"/>
                    <a:pt x="25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7" name="Freeform 2917">
              <a:extLst>
                <a:ext uri="{FF2B5EF4-FFF2-40B4-BE49-F238E27FC236}">
                  <a16:creationId xmlns:a16="http://schemas.microsoft.com/office/drawing/2014/main" id="{160ADA24-C340-47DB-8A39-5817EE69A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2737"/>
              <a:ext cx="58" cy="55"/>
            </a:xfrm>
            <a:custGeom>
              <a:avLst/>
              <a:gdLst>
                <a:gd name="T0" fmla="*/ 16 w 29"/>
                <a:gd name="T1" fmla="*/ 152 h 26"/>
                <a:gd name="T2" fmla="*/ 40 w 29"/>
                <a:gd name="T3" fmla="*/ 49 h 26"/>
                <a:gd name="T4" fmla="*/ 136 w 29"/>
                <a:gd name="T5" fmla="*/ 8 h 26"/>
                <a:gd name="T6" fmla="*/ 232 w 29"/>
                <a:gd name="T7" fmla="*/ 17 h 26"/>
                <a:gd name="T8" fmla="*/ 128 w 29"/>
                <a:gd name="T9" fmla="*/ 0 h 26"/>
                <a:gd name="T10" fmla="*/ 32 w 29"/>
                <a:gd name="T11" fmla="*/ 49 h 26"/>
                <a:gd name="T12" fmla="*/ 8 w 29"/>
                <a:gd name="T13" fmla="*/ 144 h 26"/>
                <a:gd name="T14" fmla="*/ 80 w 29"/>
                <a:gd name="T15" fmla="*/ 245 h 26"/>
                <a:gd name="T16" fmla="*/ 16 w 29"/>
                <a:gd name="T17" fmla="*/ 15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3" y="1"/>
                    <a:pt x="26" y="1"/>
                    <a:pt x="29" y="2"/>
                  </a:cubicBezTo>
                  <a:cubicBezTo>
                    <a:pt x="26" y="0"/>
                    <a:pt x="22" y="0"/>
                    <a:pt x="16" y="0"/>
                  </a:cubicBezTo>
                  <a:cubicBezTo>
                    <a:pt x="11" y="0"/>
                    <a:pt x="7" y="1"/>
                    <a:pt x="4" y="5"/>
                  </a:cubicBezTo>
                  <a:cubicBezTo>
                    <a:pt x="2" y="8"/>
                    <a:pt x="0" y="11"/>
                    <a:pt x="1" y="15"/>
                  </a:cubicBezTo>
                  <a:cubicBezTo>
                    <a:pt x="2" y="20"/>
                    <a:pt x="5" y="24"/>
                    <a:pt x="10" y="26"/>
                  </a:cubicBezTo>
                  <a:cubicBezTo>
                    <a:pt x="6" y="24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8" name="Freeform 2918">
              <a:extLst>
                <a:ext uri="{FF2B5EF4-FFF2-40B4-BE49-F238E27FC236}">
                  <a16:creationId xmlns:a16="http://schemas.microsoft.com/office/drawing/2014/main" id="{A4B5988D-BA89-4D5D-AAE3-4FF3BBFCC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745"/>
              <a:ext cx="52" cy="34"/>
            </a:xfrm>
            <a:custGeom>
              <a:avLst/>
              <a:gdLst>
                <a:gd name="T0" fmla="*/ 144 w 26"/>
                <a:gd name="T1" fmla="*/ 28 h 16"/>
                <a:gd name="T2" fmla="*/ 88 w 26"/>
                <a:gd name="T3" fmla="*/ 153 h 16"/>
                <a:gd name="T4" fmla="*/ 8 w 26"/>
                <a:gd name="T5" fmla="*/ 49 h 16"/>
                <a:gd name="T6" fmla="*/ 144 w 26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8" y="3"/>
                  </a:moveTo>
                  <a:cubicBezTo>
                    <a:pt x="26" y="7"/>
                    <a:pt x="21" y="16"/>
                    <a:pt x="11" y="16"/>
                  </a:cubicBezTo>
                  <a:cubicBezTo>
                    <a:pt x="0" y="15"/>
                    <a:pt x="0" y="8"/>
                    <a:pt x="1" y="5"/>
                  </a:cubicBezTo>
                  <a:cubicBezTo>
                    <a:pt x="4" y="1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9" name="Freeform 2919">
              <a:extLst>
                <a:ext uri="{FF2B5EF4-FFF2-40B4-BE49-F238E27FC236}">
                  <a16:creationId xmlns:a16="http://schemas.microsoft.com/office/drawing/2014/main" id="{CEFB911E-F73E-473B-AE70-DC2CB05C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758"/>
              <a:ext cx="44" cy="21"/>
            </a:xfrm>
            <a:custGeom>
              <a:avLst/>
              <a:gdLst>
                <a:gd name="T0" fmla="*/ 160 w 22"/>
                <a:gd name="T1" fmla="*/ 0 h 10"/>
                <a:gd name="T2" fmla="*/ 72 w 22"/>
                <a:gd name="T3" fmla="*/ 76 h 10"/>
                <a:gd name="T4" fmla="*/ 0 w 22"/>
                <a:gd name="T5" fmla="*/ 36 h 10"/>
                <a:gd name="T6" fmla="*/ 80 w 22"/>
                <a:gd name="T7" fmla="*/ 92 h 10"/>
                <a:gd name="T8" fmla="*/ 160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0" y="0"/>
                  </a:moveTo>
                  <a:cubicBezTo>
                    <a:pt x="21" y="4"/>
                    <a:pt x="16" y="8"/>
                    <a:pt x="9" y="8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0" y="7"/>
                    <a:pt x="3" y="9"/>
                    <a:pt x="10" y="10"/>
                  </a:cubicBezTo>
                  <a:cubicBezTo>
                    <a:pt x="18" y="10"/>
                    <a:pt x="22" y="4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0" name="Freeform 2920">
              <a:extLst>
                <a:ext uri="{FF2B5EF4-FFF2-40B4-BE49-F238E27FC236}">
                  <a16:creationId xmlns:a16="http://schemas.microsoft.com/office/drawing/2014/main" id="{6473EDDB-68C7-4E5C-9CC2-9F192DC40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745"/>
              <a:ext cx="24" cy="6"/>
            </a:xfrm>
            <a:custGeom>
              <a:avLst/>
              <a:gdLst>
                <a:gd name="T0" fmla="*/ 96 w 12"/>
                <a:gd name="T1" fmla="*/ 8 h 3"/>
                <a:gd name="T2" fmla="*/ 0 w 12"/>
                <a:gd name="T3" fmla="*/ 24 h 3"/>
                <a:gd name="T4" fmla="*/ 96 w 1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2"/>
                    <a:pt x="0" y="3"/>
                  </a:cubicBezTo>
                  <a:cubicBezTo>
                    <a:pt x="3" y="3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1" name="Freeform 2921">
              <a:extLst>
                <a:ext uri="{FF2B5EF4-FFF2-40B4-BE49-F238E27FC236}">
                  <a16:creationId xmlns:a16="http://schemas.microsoft.com/office/drawing/2014/main" id="{A4901254-AA00-4A19-A9CC-ED23018DD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766"/>
              <a:ext cx="34" cy="19"/>
            </a:xfrm>
            <a:custGeom>
              <a:avLst/>
              <a:gdLst>
                <a:gd name="T0" fmla="*/ 0 w 17"/>
                <a:gd name="T1" fmla="*/ 49 h 9"/>
                <a:gd name="T2" fmla="*/ 136 w 17"/>
                <a:gd name="T3" fmla="*/ 0 h 9"/>
                <a:gd name="T4" fmla="*/ 0 w 17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3" y="6"/>
                    <a:pt x="14" y="8"/>
                    <a:pt x="17" y="0"/>
                  </a:cubicBezTo>
                  <a:cubicBezTo>
                    <a:pt x="17" y="4"/>
                    <a:pt x="9" y="9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2" name="Freeform 2922">
              <a:extLst>
                <a:ext uri="{FF2B5EF4-FFF2-40B4-BE49-F238E27FC236}">
                  <a16:creationId xmlns:a16="http://schemas.microsoft.com/office/drawing/2014/main" id="{932C95BD-572F-4D3F-919C-0043E215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2734"/>
              <a:ext cx="80" cy="69"/>
            </a:xfrm>
            <a:custGeom>
              <a:avLst/>
              <a:gdLst>
                <a:gd name="T0" fmla="*/ 136 w 40"/>
                <a:gd name="T1" fmla="*/ 9 h 32"/>
                <a:gd name="T2" fmla="*/ 40 w 40"/>
                <a:gd name="T3" fmla="*/ 52 h 32"/>
                <a:gd name="T4" fmla="*/ 8 w 40"/>
                <a:gd name="T5" fmla="*/ 173 h 32"/>
                <a:gd name="T6" fmla="*/ 216 w 40"/>
                <a:gd name="T7" fmla="*/ 270 h 32"/>
                <a:gd name="T8" fmla="*/ 288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8" y="1"/>
                    <a:pt x="5" y="5"/>
                  </a:cubicBezTo>
                  <a:cubicBezTo>
                    <a:pt x="2" y="8"/>
                    <a:pt x="0" y="12"/>
                    <a:pt x="1" y="17"/>
                  </a:cubicBezTo>
                  <a:cubicBezTo>
                    <a:pt x="3" y="26"/>
                    <a:pt x="16" y="32"/>
                    <a:pt x="27" y="27"/>
                  </a:cubicBezTo>
                  <a:cubicBezTo>
                    <a:pt x="38" y="23"/>
                    <a:pt x="40" y="11"/>
                    <a:pt x="36" y="6"/>
                  </a:cubicBezTo>
                  <a:cubicBezTo>
                    <a:pt x="31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3" name="Freeform 2923">
              <a:extLst>
                <a:ext uri="{FF2B5EF4-FFF2-40B4-BE49-F238E27FC236}">
                  <a16:creationId xmlns:a16="http://schemas.microsoft.com/office/drawing/2014/main" id="{657D262F-BD26-491B-A96E-A1504283D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751"/>
              <a:ext cx="44" cy="28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0 h 13"/>
                <a:gd name="T4" fmla="*/ 88 w 22"/>
                <a:gd name="T5" fmla="*/ 121 h 13"/>
                <a:gd name="T6" fmla="*/ 16 w 22"/>
                <a:gd name="T7" fmla="*/ 80 h 13"/>
                <a:gd name="T8" fmla="*/ 8 w 22"/>
                <a:gd name="T9" fmla="*/ 19 h 13"/>
                <a:gd name="T10" fmla="*/ 8 w 22"/>
                <a:gd name="T11" fmla="*/ 19 h 13"/>
                <a:gd name="T12" fmla="*/ 8 w 22"/>
                <a:gd name="T13" fmla="*/ 88 h 13"/>
                <a:gd name="T14" fmla="*/ 88 w 22"/>
                <a:gd name="T15" fmla="*/ 129 h 13"/>
                <a:gd name="T16" fmla="*/ 176 w 22"/>
                <a:gd name="T17" fmla="*/ 60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1"/>
                    <a:pt x="22" y="4"/>
                    <a:pt x="21" y="6"/>
                  </a:cubicBezTo>
                  <a:cubicBezTo>
                    <a:pt x="21" y="9"/>
                    <a:pt x="17" y="12"/>
                    <a:pt x="11" y="12"/>
                  </a:cubicBezTo>
                  <a:cubicBezTo>
                    <a:pt x="5" y="12"/>
                    <a:pt x="3" y="10"/>
                    <a:pt x="2" y="8"/>
                  </a:cubicBezTo>
                  <a:cubicBezTo>
                    <a:pt x="0" y="6"/>
                    <a:pt x="1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2" y="10"/>
                    <a:pt x="5" y="13"/>
                    <a:pt x="11" y="13"/>
                  </a:cubicBezTo>
                  <a:cubicBezTo>
                    <a:pt x="17" y="13"/>
                    <a:pt x="21" y="9"/>
                    <a:pt x="22" y="6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4" name="Freeform 2924">
              <a:extLst>
                <a:ext uri="{FF2B5EF4-FFF2-40B4-BE49-F238E27FC236}">
                  <a16:creationId xmlns:a16="http://schemas.microsoft.com/office/drawing/2014/main" id="{26ED0E51-CEE6-404F-AB6B-D0AD8C987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926"/>
              <a:ext cx="76" cy="76"/>
            </a:xfrm>
            <a:custGeom>
              <a:avLst/>
              <a:gdLst>
                <a:gd name="T0" fmla="*/ 224 w 38"/>
                <a:gd name="T1" fmla="*/ 57 h 36"/>
                <a:gd name="T2" fmla="*/ 128 w 38"/>
                <a:gd name="T3" fmla="*/ 8 h 36"/>
                <a:gd name="T4" fmla="*/ 48 w 38"/>
                <a:gd name="T5" fmla="*/ 57 h 36"/>
                <a:gd name="T6" fmla="*/ 136 w 38"/>
                <a:gd name="T7" fmla="*/ 304 h 36"/>
                <a:gd name="T8" fmla="*/ 304 w 38"/>
                <a:gd name="T9" fmla="*/ 217 h 36"/>
                <a:gd name="T10" fmla="*/ 224 w 38"/>
                <a:gd name="T11" fmla="*/ 5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6">
                  <a:moveTo>
                    <a:pt x="28" y="6"/>
                  </a:moveTo>
                  <a:cubicBezTo>
                    <a:pt x="25" y="3"/>
                    <a:pt x="21" y="0"/>
                    <a:pt x="16" y="1"/>
                  </a:cubicBezTo>
                  <a:cubicBezTo>
                    <a:pt x="12" y="1"/>
                    <a:pt x="8" y="3"/>
                    <a:pt x="6" y="6"/>
                  </a:cubicBezTo>
                  <a:cubicBezTo>
                    <a:pt x="0" y="14"/>
                    <a:pt x="6" y="27"/>
                    <a:pt x="17" y="32"/>
                  </a:cubicBezTo>
                  <a:cubicBezTo>
                    <a:pt x="28" y="36"/>
                    <a:pt x="37" y="30"/>
                    <a:pt x="38" y="23"/>
                  </a:cubicBezTo>
                  <a:cubicBezTo>
                    <a:pt x="38" y="16"/>
                    <a:pt x="36" y="13"/>
                    <a:pt x="28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5" name="Freeform 2925">
              <a:extLst>
                <a:ext uri="{FF2B5EF4-FFF2-40B4-BE49-F238E27FC236}">
                  <a16:creationId xmlns:a16="http://schemas.microsoft.com/office/drawing/2014/main" id="{57F5E708-4C52-46EC-AC79-6FD968B54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2962"/>
              <a:ext cx="64" cy="40"/>
            </a:xfrm>
            <a:custGeom>
              <a:avLst/>
              <a:gdLst>
                <a:gd name="T0" fmla="*/ 256 w 32"/>
                <a:gd name="T1" fmla="*/ 57 h 19"/>
                <a:gd name="T2" fmla="*/ 248 w 32"/>
                <a:gd name="T3" fmla="*/ 0 h 19"/>
                <a:gd name="T4" fmla="*/ 256 w 32"/>
                <a:gd name="T5" fmla="*/ 36 h 19"/>
                <a:gd name="T6" fmla="*/ 88 w 32"/>
                <a:gd name="T7" fmla="*/ 120 h 19"/>
                <a:gd name="T8" fmla="*/ 0 w 32"/>
                <a:gd name="T9" fmla="*/ 17 h 19"/>
                <a:gd name="T10" fmla="*/ 96 w 32"/>
                <a:gd name="T11" fmla="*/ 128 h 19"/>
                <a:gd name="T12" fmla="*/ 256 w 32"/>
                <a:gd name="T13" fmla="*/ 5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9">
                  <a:moveTo>
                    <a:pt x="32" y="6"/>
                  </a:moveTo>
                  <a:cubicBezTo>
                    <a:pt x="32" y="3"/>
                    <a:pt x="32" y="1"/>
                    <a:pt x="31" y="0"/>
                  </a:cubicBezTo>
                  <a:cubicBezTo>
                    <a:pt x="32" y="1"/>
                    <a:pt x="32" y="2"/>
                    <a:pt x="32" y="4"/>
                  </a:cubicBezTo>
                  <a:cubicBezTo>
                    <a:pt x="31" y="11"/>
                    <a:pt x="22" y="18"/>
                    <a:pt x="11" y="13"/>
                  </a:cubicBezTo>
                  <a:cubicBezTo>
                    <a:pt x="6" y="11"/>
                    <a:pt x="2" y="7"/>
                    <a:pt x="0" y="2"/>
                  </a:cubicBezTo>
                  <a:cubicBezTo>
                    <a:pt x="2" y="7"/>
                    <a:pt x="6" y="12"/>
                    <a:pt x="12" y="14"/>
                  </a:cubicBezTo>
                  <a:cubicBezTo>
                    <a:pt x="22" y="19"/>
                    <a:pt x="31" y="13"/>
                    <a:pt x="3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6" name="Freeform 2926">
              <a:extLst>
                <a:ext uri="{FF2B5EF4-FFF2-40B4-BE49-F238E27FC236}">
                  <a16:creationId xmlns:a16="http://schemas.microsoft.com/office/drawing/2014/main" id="{10A8FA20-15B9-4F95-B0CE-ACF227FC1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2928"/>
              <a:ext cx="64" cy="40"/>
            </a:xfrm>
            <a:custGeom>
              <a:avLst/>
              <a:gdLst>
                <a:gd name="T0" fmla="*/ 24 w 32"/>
                <a:gd name="T1" fmla="*/ 67 h 19"/>
                <a:gd name="T2" fmla="*/ 104 w 32"/>
                <a:gd name="T3" fmla="*/ 8 h 19"/>
                <a:gd name="T4" fmla="*/ 192 w 32"/>
                <a:gd name="T5" fmla="*/ 57 h 19"/>
                <a:gd name="T6" fmla="*/ 256 w 32"/>
                <a:gd name="T7" fmla="*/ 152 h 19"/>
                <a:gd name="T8" fmla="*/ 192 w 32"/>
                <a:gd name="T9" fmla="*/ 48 h 19"/>
                <a:gd name="T10" fmla="*/ 96 w 32"/>
                <a:gd name="T11" fmla="*/ 0 h 19"/>
                <a:gd name="T12" fmla="*/ 24 w 32"/>
                <a:gd name="T13" fmla="*/ 57 h 19"/>
                <a:gd name="T14" fmla="*/ 16 w 32"/>
                <a:gd name="T15" fmla="*/ 177 h 19"/>
                <a:gd name="T16" fmla="*/ 24 w 32"/>
                <a:gd name="T17" fmla="*/ 6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9">
                  <a:moveTo>
                    <a:pt x="3" y="7"/>
                  </a:moveTo>
                  <a:cubicBezTo>
                    <a:pt x="5" y="3"/>
                    <a:pt x="9" y="2"/>
                    <a:pt x="13" y="1"/>
                  </a:cubicBezTo>
                  <a:cubicBezTo>
                    <a:pt x="17" y="1"/>
                    <a:pt x="21" y="3"/>
                    <a:pt x="24" y="6"/>
                  </a:cubicBezTo>
                  <a:cubicBezTo>
                    <a:pt x="28" y="10"/>
                    <a:pt x="31" y="13"/>
                    <a:pt x="32" y="16"/>
                  </a:cubicBezTo>
                  <a:cubicBezTo>
                    <a:pt x="31" y="12"/>
                    <a:pt x="29" y="10"/>
                    <a:pt x="24" y="5"/>
                  </a:cubicBezTo>
                  <a:cubicBezTo>
                    <a:pt x="20" y="2"/>
                    <a:pt x="17" y="0"/>
                    <a:pt x="12" y="0"/>
                  </a:cubicBezTo>
                  <a:cubicBezTo>
                    <a:pt x="9" y="1"/>
                    <a:pt x="5" y="2"/>
                    <a:pt x="3" y="6"/>
                  </a:cubicBezTo>
                  <a:cubicBezTo>
                    <a:pt x="0" y="9"/>
                    <a:pt x="0" y="15"/>
                    <a:pt x="2" y="19"/>
                  </a:cubicBezTo>
                  <a:cubicBezTo>
                    <a:pt x="0" y="15"/>
                    <a:pt x="1" y="10"/>
                    <a:pt x="3" y="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7" name="Freeform 2927">
              <a:extLst>
                <a:ext uri="{FF2B5EF4-FFF2-40B4-BE49-F238E27FC236}">
                  <a16:creationId xmlns:a16="http://schemas.microsoft.com/office/drawing/2014/main" id="{9A7DB782-924D-4446-9809-CD720718A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939"/>
              <a:ext cx="48" cy="49"/>
            </a:xfrm>
            <a:custGeom>
              <a:avLst/>
              <a:gdLst>
                <a:gd name="T0" fmla="*/ 176 w 24"/>
                <a:gd name="T1" fmla="*/ 104 h 23"/>
                <a:gd name="T2" fmla="*/ 56 w 24"/>
                <a:gd name="T3" fmla="*/ 145 h 23"/>
                <a:gd name="T4" fmla="*/ 64 w 24"/>
                <a:gd name="T5" fmla="*/ 19 h 23"/>
                <a:gd name="T6" fmla="*/ 176 w 24"/>
                <a:gd name="T7" fmla="*/ 10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22" y="11"/>
                  </a:moveTo>
                  <a:cubicBezTo>
                    <a:pt x="24" y="20"/>
                    <a:pt x="15" y="23"/>
                    <a:pt x="7" y="15"/>
                  </a:cubicBezTo>
                  <a:cubicBezTo>
                    <a:pt x="0" y="8"/>
                    <a:pt x="5" y="2"/>
                    <a:pt x="8" y="2"/>
                  </a:cubicBezTo>
                  <a:cubicBezTo>
                    <a:pt x="13" y="0"/>
                    <a:pt x="20" y="6"/>
                    <a:pt x="22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8" name="Freeform 2928">
              <a:extLst>
                <a:ext uri="{FF2B5EF4-FFF2-40B4-BE49-F238E27FC236}">
                  <a16:creationId xmlns:a16="http://schemas.microsoft.com/office/drawing/2014/main" id="{45AF9E37-B069-4F6D-8079-790C4190A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947"/>
              <a:ext cx="38" cy="36"/>
            </a:xfrm>
            <a:custGeom>
              <a:avLst/>
              <a:gdLst>
                <a:gd name="T0" fmla="*/ 152 w 19"/>
                <a:gd name="T1" fmla="*/ 112 h 17"/>
                <a:gd name="T2" fmla="*/ 40 w 19"/>
                <a:gd name="T3" fmla="*/ 93 h 17"/>
                <a:gd name="T4" fmla="*/ 16 w 19"/>
                <a:gd name="T5" fmla="*/ 0 h 17"/>
                <a:gd name="T6" fmla="*/ 32 w 19"/>
                <a:gd name="T7" fmla="*/ 104 h 17"/>
                <a:gd name="T8" fmla="*/ 152 w 19"/>
                <a:gd name="T9" fmla="*/ 11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9" y="12"/>
                  </a:moveTo>
                  <a:cubicBezTo>
                    <a:pt x="17" y="15"/>
                    <a:pt x="10" y="15"/>
                    <a:pt x="5" y="10"/>
                  </a:cubicBezTo>
                  <a:cubicBezTo>
                    <a:pt x="1" y="6"/>
                    <a:pt x="1" y="3"/>
                    <a:pt x="2" y="0"/>
                  </a:cubicBezTo>
                  <a:cubicBezTo>
                    <a:pt x="0" y="3"/>
                    <a:pt x="0" y="7"/>
                    <a:pt x="4" y="11"/>
                  </a:cubicBezTo>
                  <a:cubicBezTo>
                    <a:pt x="10" y="17"/>
                    <a:pt x="17" y="16"/>
                    <a:pt x="19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9" name="Freeform 2929">
              <a:extLst>
                <a:ext uri="{FF2B5EF4-FFF2-40B4-BE49-F238E27FC236}">
                  <a16:creationId xmlns:a16="http://schemas.microsoft.com/office/drawing/2014/main" id="{FD36EA51-AC7E-4389-8AFE-BCE6CC77A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943"/>
              <a:ext cx="18" cy="13"/>
            </a:xfrm>
            <a:custGeom>
              <a:avLst/>
              <a:gdLst>
                <a:gd name="T0" fmla="*/ 72 w 9"/>
                <a:gd name="T1" fmla="*/ 61 h 6"/>
                <a:gd name="T2" fmla="*/ 0 w 9"/>
                <a:gd name="T3" fmla="*/ 0 h 6"/>
                <a:gd name="T4" fmla="*/ 72 w 9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8" y="3"/>
                    <a:pt x="3" y="0"/>
                    <a:pt x="0" y="0"/>
                  </a:cubicBezTo>
                  <a:cubicBezTo>
                    <a:pt x="2" y="1"/>
                    <a:pt x="7" y="3"/>
                    <a:pt x="9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0" name="Freeform 2930">
              <a:extLst>
                <a:ext uri="{FF2B5EF4-FFF2-40B4-BE49-F238E27FC236}">
                  <a16:creationId xmlns:a16="http://schemas.microsoft.com/office/drawing/2014/main" id="{57B732E8-19B1-4050-B8C8-79CFEEEAD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960"/>
              <a:ext cx="30" cy="25"/>
            </a:xfrm>
            <a:custGeom>
              <a:avLst/>
              <a:gdLst>
                <a:gd name="T0" fmla="*/ 0 w 15"/>
                <a:gd name="T1" fmla="*/ 0 h 12"/>
                <a:gd name="T2" fmla="*/ 120 w 15"/>
                <a:gd name="T3" fmla="*/ 83 h 12"/>
                <a:gd name="T4" fmla="*/ 0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0" y="3"/>
                    <a:pt x="7" y="12"/>
                    <a:pt x="15" y="9"/>
                  </a:cubicBezTo>
                  <a:cubicBezTo>
                    <a:pt x="12" y="11"/>
                    <a:pt x="3" y="10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1" name="Freeform 2931">
              <a:extLst>
                <a:ext uri="{FF2B5EF4-FFF2-40B4-BE49-F238E27FC236}">
                  <a16:creationId xmlns:a16="http://schemas.microsoft.com/office/drawing/2014/main" id="{18FC9A53-E82C-40C8-93EB-12836FFB7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926"/>
              <a:ext cx="76" cy="76"/>
            </a:xfrm>
            <a:custGeom>
              <a:avLst/>
              <a:gdLst>
                <a:gd name="T0" fmla="*/ 224 w 38"/>
                <a:gd name="T1" fmla="*/ 57 h 36"/>
                <a:gd name="T2" fmla="*/ 128 w 38"/>
                <a:gd name="T3" fmla="*/ 8 h 36"/>
                <a:gd name="T4" fmla="*/ 48 w 38"/>
                <a:gd name="T5" fmla="*/ 57 h 36"/>
                <a:gd name="T6" fmla="*/ 136 w 38"/>
                <a:gd name="T7" fmla="*/ 304 h 36"/>
                <a:gd name="T8" fmla="*/ 304 w 38"/>
                <a:gd name="T9" fmla="*/ 217 h 36"/>
                <a:gd name="T10" fmla="*/ 224 w 38"/>
                <a:gd name="T11" fmla="*/ 5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6">
                  <a:moveTo>
                    <a:pt x="28" y="6"/>
                  </a:moveTo>
                  <a:cubicBezTo>
                    <a:pt x="25" y="3"/>
                    <a:pt x="21" y="0"/>
                    <a:pt x="16" y="1"/>
                  </a:cubicBezTo>
                  <a:cubicBezTo>
                    <a:pt x="12" y="1"/>
                    <a:pt x="8" y="3"/>
                    <a:pt x="6" y="6"/>
                  </a:cubicBezTo>
                  <a:cubicBezTo>
                    <a:pt x="0" y="14"/>
                    <a:pt x="6" y="27"/>
                    <a:pt x="17" y="32"/>
                  </a:cubicBezTo>
                  <a:cubicBezTo>
                    <a:pt x="28" y="36"/>
                    <a:pt x="37" y="30"/>
                    <a:pt x="38" y="23"/>
                  </a:cubicBezTo>
                  <a:cubicBezTo>
                    <a:pt x="38" y="16"/>
                    <a:pt x="36" y="13"/>
                    <a:pt x="28" y="6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2" name="Freeform 2932">
              <a:extLst>
                <a:ext uri="{FF2B5EF4-FFF2-40B4-BE49-F238E27FC236}">
                  <a16:creationId xmlns:a16="http://schemas.microsoft.com/office/drawing/2014/main" id="{F378A7DB-EC03-4B5B-ACA5-BA3219FF8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943"/>
              <a:ext cx="40" cy="38"/>
            </a:xfrm>
            <a:custGeom>
              <a:avLst/>
              <a:gdLst>
                <a:gd name="T0" fmla="*/ 152 w 20"/>
                <a:gd name="T1" fmla="*/ 84 h 18"/>
                <a:gd name="T2" fmla="*/ 136 w 20"/>
                <a:gd name="T3" fmla="*/ 152 h 18"/>
                <a:gd name="T4" fmla="*/ 40 w 20"/>
                <a:gd name="T5" fmla="*/ 120 h 18"/>
                <a:gd name="T6" fmla="*/ 8 w 20"/>
                <a:gd name="T7" fmla="*/ 36 h 18"/>
                <a:gd name="T8" fmla="*/ 40 w 20"/>
                <a:gd name="T9" fmla="*/ 0 h 18"/>
                <a:gd name="T10" fmla="*/ 40 w 20"/>
                <a:gd name="T11" fmla="*/ 0 h 18"/>
                <a:gd name="T12" fmla="*/ 8 w 20"/>
                <a:gd name="T13" fmla="*/ 36 h 18"/>
                <a:gd name="T14" fmla="*/ 32 w 20"/>
                <a:gd name="T15" fmla="*/ 120 h 18"/>
                <a:gd name="T16" fmla="*/ 136 w 20"/>
                <a:gd name="T17" fmla="*/ 160 h 18"/>
                <a:gd name="T18" fmla="*/ 152 w 20"/>
                <a:gd name="T19" fmla="*/ 84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">
                  <a:moveTo>
                    <a:pt x="19" y="9"/>
                  </a:moveTo>
                  <a:cubicBezTo>
                    <a:pt x="20" y="12"/>
                    <a:pt x="19" y="15"/>
                    <a:pt x="17" y="16"/>
                  </a:cubicBezTo>
                  <a:cubicBezTo>
                    <a:pt x="14" y="18"/>
                    <a:pt x="9" y="18"/>
                    <a:pt x="5" y="13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2" y="2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1" y="4"/>
                  </a:cubicBezTo>
                  <a:cubicBezTo>
                    <a:pt x="0" y="6"/>
                    <a:pt x="0" y="9"/>
                    <a:pt x="4" y="13"/>
                  </a:cubicBezTo>
                  <a:cubicBezTo>
                    <a:pt x="9" y="18"/>
                    <a:pt x="14" y="18"/>
                    <a:pt x="17" y="17"/>
                  </a:cubicBezTo>
                  <a:cubicBezTo>
                    <a:pt x="19" y="15"/>
                    <a:pt x="20" y="12"/>
                    <a:pt x="1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3" name="Freeform 2933">
              <a:extLst>
                <a:ext uri="{FF2B5EF4-FFF2-40B4-BE49-F238E27FC236}">
                  <a16:creationId xmlns:a16="http://schemas.microsoft.com/office/drawing/2014/main" id="{664185C9-8DDE-46CB-AEF6-0C5AD42CE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745"/>
              <a:ext cx="106" cy="75"/>
            </a:xfrm>
            <a:custGeom>
              <a:avLst/>
              <a:gdLst>
                <a:gd name="T0" fmla="*/ 160 w 53"/>
                <a:gd name="T1" fmla="*/ 0 h 35"/>
                <a:gd name="T2" fmla="*/ 72 w 53"/>
                <a:gd name="T3" fmla="*/ 60 h 35"/>
                <a:gd name="T4" fmla="*/ 184 w 53"/>
                <a:gd name="T5" fmla="*/ 317 h 35"/>
                <a:gd name="T6" fmla="*/ 408 w 53"/>
                <a:gd name="T7" fmla="*/ 216 h 35"/>
                <a:gd name="T8" fmla="*/ 368 w 53"/>
                <a:gd name="T9" fmla="*/ 60 h 35"/>
                <a:gd name="T10" fmla="*/ 248 w 53"/>
                <a:gd name="T11" fmla="*/ 19 h 35"/>
                <a:gd name="T12" fmla="*/ 160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0" y="0"/>
                  </a:moveTo>
                  <a:cubicBezTo>
                    <a:pt x="15" y="1"/>
                    <a:pt x="11" y="3"/>
                    <a:pt x="9" y="6"/>
                  </a:cubicBezTo>
                  <a:cubicBezTo>
                    <a:pt x="0" y="16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3" y="15"/>
                    <a:pt x="51" y="10"/>
                    <a:pt x="46" y="6"/>
                  </a:cubicBezTo>
                  <a:cubicBezTo>
                    <a:pt x="41" y="3"/>
                    <a:pt x="35" y="3"/>
                    <a:pt x="31" y="2"/>
                  </a:cubicBezTo>
                  <a:cubicBezTo>
                    <a:pt x="27" y="1"/>
                    <a:pt x="23" y="0"/>
                    <a:pt x="20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4" name="Freeform 2934">
              <a:extLst>
                <a:ext uri="{FF2B5EF4-FFF2-40B4-BE49-F238E27FC236}">
                  <a16:creationId xmlns:a16="http://schemas.microsoft.com/office/drawing/2014/main" id="{AD60E60B-74EC-441A-AF81-0027C2D21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747"/>
              <a:ext cx="80" cy="43"/>
            </a:xfrm>
            <a:custGeom>
              <a:avLst/>
              <a:gdLst>
                <a:gd name="T0" fmla="*/ 264 w 40"/>
                <a:gd name="T1" fmla="*/ 60 h 20"/>
                <a:gd name="T2" fmla="*/ 152 w 40"/>
                <a:gd name="T3" fmla="*/ 19 h 20"/>
                <a:gd name="T4" fmla="*/ 72 w 40"/>
                <a:gd name="T5" fmla="*/ 0 h 20"/>
                <a:gd name="T6" fmla="*/ 0 w 40"/>
                <a:gd name="T7" fmla="*/ 41 h 20"/>
                <a:gd name="T8" fmla="*/ 64 w 40"/>
                <a:gd name="T9" fmla="*/ 9 h 20"/>
                <a:gd name="T10" fmla="*/ 144 w 40"/>
                <a:gd name="T11" fmla="*/ 28 h 20"/>
                <a:gd name="T12" fmla="*/ 256 w 40"/>
                <a:gd name="T13" fmla="*/ 60 h 20"/>
                <a:gd name="T14" fmla="*/ 304 w 40"/>
                <a:gd name="T15" fmla="*/ 198 h 20"/>
                <a:gd name="T16" fmla="*/ 304 w 40"/>
                <a:gd name="T17" fmla="*/ 198 h 20"/>
                <a:gd name="T18" fmla="*/ 264 w 40"/>
                <a:gd name="T19" fmla="*/ 6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0">
                  <a:moveTo>
                    <a:pt x="33" y="6"/>
                  </a:moveTo>
                  <a:cubicBezTo>
                    <a:pt x="29" y="3"/>
                    <a:pt x="23" y="2"/>
                    <a:pt x="19" y="2"/>
                  </a:cubicBezTo>
                  <a:cubicBezTo>
                    <a:pt x="16" y="1"/>
                    <a:pt x="12" y="0"/>
                    <a:pt x="9" y="0"/>
                  </a:cubicBezTo>
                  <a:cubicBezTo>
                    <a:pt x="5" y="1"/>
                    <a:pt x="2" y="1"/>
                    <a:pt x="0" y="4"/>
                  </a:cubicBezTo>
                  <a:cubicBezTo>
                    <a:pt x="2" y="2"/>
                    <a:pt x="4" y="2"/>
                    <a:pt x="8" y="1"/>
                  </a:cubicBezTo>
                  <a:cubicBezTo>
                    <a:pt x="11" y="1"/>
                    <a:pt x="15" y="2"/>
                    <a:pt x="18" y="3"/>
                  </a:cubicBezTo>
                  <a:cubicBezTo>
                    <a:pt x="22" y="3"/>
                    <a:pt x="28" y="4"/>
                    <a:pt x="32" y="6"/>
                  </a:cubicBezTo>
                  <a:cubicBezTo>
                    <a:pt x="37" y="10"/>
                    <a:pt x="40" y="14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40" y="14"/>
                    <a:pt x="38" y="9"/>
                    <a:pt x="33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5" name="Freeform 2935">
              <a:extLst>
                <a:ext uri="{FF2B5EF4-FFF2-40B4-BE49-F238E27FC236}">
                  <a16:creationId xmlns:a16="http://schemas.microsoft.com/office/drawing/2014/main" id="{20F14183-C29D-4749-AE9E-238D567B6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756"/>
              <a:ext cx="92" cy="61"/>
            </a:xfrm>
            <a:custGeom>
              <a:avLst/>
              <a:gdLst>
                <a:gd name="T0" fmla="*/ 176 w 46"/>
                <a:gd name="T1" fmla="*/ 233 h 29"/>
                <a:gd name="T2" fmla="*/ 72 w 46"/>
                <a:gd name="T3" fmla="*/ 0 h 29"/>
                <a:gd name="T4" fmla="*/ 72 w 46"/>
                <a:gd name="T5" fmla="*/ 0 h 29"/>
                <a:gd name="T6" fmla="*/ 64 w 46"/>
                <a:gd name="T7" fmla="*/ 8 h 29"/>
                <a:gd name="T8" fmla="*/ 168 w 46"/>
                <a:gd name="T9" fmla="*/ 244 h 29"/>
                <a:gd name="T10" fmla="*/ 368 w 46"/>
                <a:gd name="T11" fmla="*/ 185 h 29"/>
                <a:gd name="T12" fmla="*/ 176 w 46"/>
                <a:gd name="T13" fmla="*/ 2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9">
                  <a:moveTo>
                    <a:pt x="22" y="25"/>
                  </a:moveTo>
                  <a:cubicBezTo>
                    <a:pt x="9" y="21"/>
                    <a:pt x="1" y="1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1"/>
                    <a:pt x="8" y="1"/>
                  </a:cubicBezTo>
                  <a:cubicBezTo>
                    <a:pt x="0" y="11"/>
                    <a:pt x="8" y="22"/>
                    <a:pt x="21" y="26"/>
                  </a:cubicBezTo>
                  <a:cubicBezTo>
                    <a:pt x="31" y="29"/>
                    <a:pt x="42" y="25"/>
                    <a:pt x="46" y="20"/>
                  </a:cubicBezTo>
                  <a:cubicBezTo>
                    <a:pt x="41" y="24"/>
                    <a:pt x="32" y="27"/>
                    <a:pt x="22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6" name="Freeform 2936">
              <a:extLst>
                <a:ext uri="{FF2B5EF4-FFF2-40B4-BE49-F238E27FC236}">
                  <a16:creationId xmlns:a16="http://schemas.microsoft.com/office/drawing/2014/main" id="{849D4374-CE2F-4025-B922-BCD3CAF6C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2764"/>
              <a:ext cx="56" cy="32"/>
            </a:xfrm>
            <a:custGeom>
              <a:avLst/>
              <a:gdLst>
                <a:gd name="T0" fmla="*/ 216 w 28"/>
                <a:gd name="T1" fmla="*/ 87 h 15"/>
                <a:gd name="T2" fmla="*/ 64 w 28"/>
                <a:gd name="T3" fmla="*/ 117 h 15"/>
                <a:gd name="T4" fmla="*/ 32 w 28"/>
                <a:gd name="T5" fmla="*/ 19 h 15"/>
                <a:gd name="T6" fmla="*/ 136 w 28"/>
                <a:gd name="T7" fmla="*/ 19 h 15"/>
                <a:gd name="T8" fmla="*/ 216 w 28"/>
                <a:gd name="T9" fmla="*/ 8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7" y="9"/>
                  </a:moveTo>
                  <a:cubicBezTo>
                    <a:pt x="25" y="15"/>
                    <a:pt x="15" y="15"/>
                    <a:pt x="8" y="12"/>
                  </a:cubicBezTo>
                  <a:cubicBezTo>
                    <a:pt x="0" y="9"/>
                    <a:pt x="0" y="4"/>
                    <a:pt x="4" y="2"/>
                  </a:cubicBezTo>
                  <a:cubicBezTo>
                    <a:pt x="8" y="0"/>
                    <a:pt x="11" y="0"/>
                    <a:pt x="17" y="2"/>
                  </a:cubicBezTo>
                  <a:cubicBezTo>
                    <a:pt x="23" y="3"/>
                    <a:pt x="28" y="6"/>
                    <a:pt x="27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7" name="Freeform 2937">
              <a:extLst>
                <a:ext uri="{FF2B5EF4-FFF2-40B4-BE49-F238E27FC236}">
                  <a16:creationId xmlns:a16="http://schemas.microsoft.com/office/drawing/2014/main" id="{7AD591E0-08D2-49B3-AEBA-86418DAB7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771"/>
              <a:ext cx="52" cy="25"/>
            </a:xfrm>
            <a:custGeom>
              <a:avLst/>
              <a:gdLst>
                <a:gd name="T0" fmla="*/ 64 w 26"/>
                <a:gd name="T1" fmla="*/ 65 h 12"/>
                <a:gd name="T2" fmla="*/ 16 w 26"/>
                <a:gd name="T3" fmla="*/ 0 h 12"/>
                <a:gd name="T4" fmla="*/ 56 w 26"/>
                <a:gd name="T5" fmla="*/ 83 h 12"/>
                <a:gd name="T6" fmla="*/ 208 w 26"/>
                <a:gd name="T7" fmla="*/ 56 h 12"/>
                <a:gd name="T8" fmla="*/ 64 w 26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2">
                  <a:moveTo>
                    <a:pt x="8" y="7"/>
                  </a:moveTo>
                  <a:cubicBezTo>
                    <a:pt x="3" y="5"/>
                    <a:pt x="1" y="2"/>
                    <a:pt x="2" y="0"/>
                  </a:cubicBezTo>
                  <a:cubicBezTo>
                    <a:pt x="0" y="2"/>
                    <a:pt x="1" y="6"/>
                    <a:pt x="7" y="9"/>
                  </a:cubicBezTo>
                  <a:cubicBezTo>
                    <a:pt x="14" y="12"/>
                    <a:pt x="24" y="12"/>
                    <a:pt x="26" y="6"/>
                  </a:cubicBezTo>
                  <a:cubicBezTo>
                    <a:pt x="23" y="10"/>
                    <a:pt x="14" y="10"/>
                    <a:pt x="8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8" name="Freeform 2938">
              <a:extLst>
                <a:ext uri="{FF2B5EF4-FFF2-40B4-BE49-F238E27FC236}">
                  <a16:creationId xmlns:a16="http://schemas.microsoft.com/office/drawing/2014/main" id="{CAB0D9CC-12B2-41B7-A947-516342DA9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766"/>
              <a:ext cx="34" cy="11"/>
            </a:xfrm>
            <a:custGeom>
              <a:avLst/>
              <a:gdLst>
                <a:gd name="T0" fmla="*/ 0 w 17"/>
                <a:gd name="T1" fmla="*/ 0 h 5"/>
                <a:gd name="T2" fmla="*/ 136 w 17"/>
                <a:gd name="T3" fmla="*/ 53 h 5"/>
                <a:gd name="T4" fmla="*/ 64 w 17"/>
                <a:gd name="T5" fmla="*/ 20 h 5"/>
                <a:gd name="T6" fmla="*/ 0 w 1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6" y="0"/>
                    <a:pt x="14" y="1"/>
                    <a:pt x="17" y="5"/>
                  </a:cubicBezTo>
                  <a:cubicBezTo>
                    <a:pt x="15" y="4"/>
                    <a:pt x="11" y="2"/>
                    <a:pt x="8" y="2"/>
                  </a:cubicBezTo>
                  <a:cubicBezTo>
                    <a:pt x="5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9" name="Freeform 2939">
              <a:extLst>
                <a:ext uri="{FF2B5EF4-FFF2-40B4-BE49-F238E27FC236}">
                  <a16:creationId xmlns:a16="http://schemas.microsoft.com/office/drawing/2014/main" id="{BD4A43E5-27BB-45AD-833F-448587847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2762"/>
              <a:ext cx="30" cy="15"/>
            </a:xfrm>
            <a:custGeom>
              <a:avLst/>
              <a:gdLst>
                <a:gd name="T0" fmla="*/ 64 w 15"/>
                <a:gd name="T1" fmla="*/ 19 h 7"/>
                <a:gd name="T2" fmla="*/ 0 w 15"/>
                <a:gd name="T3" fmla="*/ 9 h 7"/>
                <a:gd name="T4" fmla="*/ 120 w 15"/>
                <a:gd name="T5" fmla="*/ 69 h 7"/>
                <a:gd name="T6" fmla="*/ 64 w 15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8" y="2"/>
                  </a:moveTo>
                  <a:cubicBezTo>
                    <a:pt x="6" y="1"/>
                    <a:pt x="4" y="0"/>
                    <a:pt x="0" y="1"/>
                  </a:cubicBezTo>
                  <a:cubicBezTo>
                    <a:pt x="3" y="1"/>
                    <a:pt x="14" y="3"/>
                    <a:pt x="15" y="7"/>
                  </a:cubicBezTo>
                  <a:cubicBezTo>
                    <a:pt x="14" y="6"/>
                    <a:pt x="12" y="3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0" name="Freeform 2940">
              <a:extLst>
                <a:ext uri="{FF2B5EF4-FFF2-40B4-BE49-F238E27FC236}">
                  <a16:creationId xmlns:a16="http://schemas.microsoft.com/office/drawing/2014/main" id="{BB491F20-9030-4AA0-B546-B48E7B588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2785"/>
              <a:ext cx="38" cy="15"/>
            </a:xfrm>
            <a:custGeom>
              <a:avLst/>
              <a:gdLst>
                <a:gd name="T0" fmla="*/ 0 w 19"/>
                <a:gd name="T1" fmla="*/ 0 h 7"/>
                <a:gd name="T2" fmla="*/ 152 w 19"/>
                <a:gd name="T3" fmla="*/ 41 h 7"/>
                <a:gd name="T4" fmla="*/ 0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2" y="2"/>
                    <a:pt x="11" y="6"/>
                    <a:pt x="19" y="4"/>
                  </a:cubicBezTo>
                  <a:cubicBezTo>
                    <a:pt x="16" y="5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1" name="Freeform 2941">
              <a:extLst>
                <a:ext uri="{FF2B5EF4-FFF2-40B4-BE49-F238E27FC236}">
                  <a16:creationId xmlns:a16="http://schemas.microsoft.com/office/drawing/2014/main" id="{DAF977D8-8004-4F3F-B213-24CC6DBF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745"/>
              <a:ext cx="106" cy="75"/>
            </a:xfrm>
            <a:custGeom>
              <a:avLst/>
              <a:gdLst>
                <a:gd name="T0" fmla="*/ 160 w 53"/>
                <a:gd name="T1" fmla="*/ 0 h 35"/>
                <a:gd name="T2" fmla="*/ 72 w 53"/>
                <a:gd name="T3" fmla="*/ 60 h 35"/>
                <a:gd name="T4" fmla="*/ 184 w 53"/>
                <a:gd name="T5" fmla="*/ 317 h 35"/>
                <a:gd name="T6" fmla="*/ 408 w 53"/>
                <a:gd name="T7" fmla="*/ 216 h 35"/>
                <a:gd name="T8" fmla="*/ 368 w 53"/>
                <a:gd name="T9" fmla="*/ 60 h 35"/>
                <a:gd name="T10" fmla="*/ 248 w 53"/>
                <a:gd name="T11" fmla="*/ 19 h 35"/>
                <a:gd name="T12" fmla="*/ 160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0" y="0"/>
                  </a:moveTo>
                  <a:cubicBezTo>
                    <a:pt x="15" y="1"/>
                    <a:pt x="11" y="3"/>
                    <a:pt x="9" y="6"/>
                  </a:cubicBezTo>
                  <a:cubicBezTo>
                    <a:pt x="0" y="16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3" y="15"/>
                    <a:pt x="51" y="10"/>
                    <a:pt x="46" y="6"/>
                  </a:cubicBezTo>
                  <a:cubicBezTo>
                    <a:pt x="41" y="3"/>
                    <a:pt x="35" y="3"/>
                    <a:pt x="31" y="2"/>
                  </a:cubicBezTo>
                  <a:cubicBezTo>
                    <a:pt x="27" y="1"/>
                    <a:pt x="23" y="0"/>
                    <a:pt x="20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2" name="Freeform 2942">
              <a:extLst>
                <a:ext uri="{FF2B5EF4-FFF2-40B4-BE49-F238E27FC236}">
                  <a16:creationId xmlns:a16="http://schemas.microsoft.com/office/drawing/2014/main" id="{50443EB7-0D5A-47FB-BDE3-D8ED40693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768"/>
              <a:ext cx="52" cy="28"/>
            </a:xfrm>
            <a:custGeom>
              <a:avLst/>
              <a:gdLst>
                <a:gd name="T0" fmla="*/ 0 w 26"/>
                <a:gd name="T1" fmla="*/ 41 h 13"/>
                <a:gd name="T2" fmla="*/ 56 w 26"/>
                <a:gd name="T3" fmla="*/ 101 h 13"/>
                <a:gd name="T4" fmla="*/ 176 w 26"/>
                <a:gd name="T5" fmla="*/ 112 h 13"/>
                <a:gd name="T6" fmla="*/ 208 w 26"/>
                <a:gd name="T7" fmla="*/ 69 h 13"/>
                <a:gd name="T8" fmla="*/ 208 w 26"/>
                <a:gd name="T9" fmla="*/ 69 h 13"/>
                <a:gd name="T10" fmla="*/ 176 w 26"/>
                <a:gd name="T11" fmla="*/ 112 h 13"/>
                <a:gd name="T12" fmla="*/ 56 w 26"/>
                <a:gd name="T13" fmla="*/ 101 h 13"/>
                <a:gd name="T14" fmla="*/ 8 w 26"/>
                <a:gd name="T15" fmla="*/ 41 h 13"/>
                <a:gd name="T16" fmla="*/ 24 w 26"/>
                <a:gd name="T17" fmla="*/ 0 h 13"/>
                <a:gd name="T18" fmla="*/ 24 w 26"/>
                <a:gd name="T19" fmla="*/ 0 h 13"/>
                <a:gd name="T20" fmla="*/ 0 w 26"/>
                <a:gd name="T21" fmla="*/ 41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3">
                  <a:moveTo>
                    <a:pt x="0" y="4"/>
                  </a:moveTo>
                  <a:cubicBezTo>
                    <a:pt x="1" y="6"/>
                    <a:pt x="3" y="9"/>
                    <a:pt x="7" y="10"/>
                  </a:cubicBezTo>
                  <a:cubicBezTo>
                    <a:pt x="12" y="13"/>
                    <a:pt x="19" y="13"/>
                    <a:pt x="22" y="11"/>
                  </a:cubicBezTo>
                  <a:cubicBezTo>
                    <a:pt x="24" y="10"/>
                    <a:pt x="26" y="9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19" y="13"/>
                    <a:pt x="12" y="12"/>
                    <a:pt x="7" y="10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3" name="Freeform 2943">
              <a:extLst>
                <a:ext uri="{FF2B5EF4-FFF2-40B4-BE49-F238E27FC236}">
                  <a16:creationId xmlns:a16="http://schemas.microsoft.com/office/drawing/2014/main" id="{60D12B39-7AA7-46E6-AD43-E64B41E36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3041"/>
              <a:ext cx="106" cy="74"/>
            </a:xfrm>
            <a:custGeom>
              <a:avLst/>
              <a:gdLst>
                <a:gd name="T0" fmla="*/ 160 w 53"/>
                <a:gd name="T1" fmla="*/ 0 h 35"/>
                <a:gd name="T2" fmla="*/ 72 w 53"/>
                <a:gd name="T3" fmla="*/ 57 h 35"/>
                <a:gd name="T4" fmla="*/ 184 w 53"/>
                <a:gd name="T5" fmla="*/ 304 h 35"/>
                <a:gd name="T6" fmla="*/ 408 w 53"/>
                <a:gd name="T7" fmla="*/ 209 h 35"/>
                <a:gd name="T8" fmla="*/ 368 w 53"/>
                <a:gd name="T9" fmla="*/ 57 h 35"/>
                <a:gd name="T10" fmla="*/ 248 w 53"/>
                <a:gd name="T11" fmla="*/ 17 h 35"/>
                <a:gd name="T12" fmla="*/ 160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0" y="0"/>
                  </a:moveTo>
                  <a:cubicBezTo>
                    <a:pt x="15" y="1"/>
                    <a:pt x="11" y="3"/>
                    <a:pt x="9" y="6"/>
                  </a:cubicBezTo>
                  <a:cubicBezTo>
                    <a:pt x="0" y="16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3" y="15"/>
                    <a:pt x="51" y="10"/>
                    <a:pt x="46" y="6"/>
                  </a:cubicBezTo>
                  <a:cubicBezTo>
                    <a:pt x="41" y="3"/>
                    <a:pt x="35" y="3"/>
                    <a:pt x="31" y="2"/>
                  </a:cubicBezTo>
                  <a:cubicBezTo>
                    <a:pt x="27" y="1"/>
                    <a:pt x="23" y="0"/>
                    <a:pt x="20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4" name="Freeform 2944">
              <a:extLst>
                <a:ext uri="{FF2B5EF4-FFF2-40B4-BE49-F238E27FC236}">
                  <a16:creationId xmlns:a16="http://schemas.microsoft.com/office/drawing/2014/main" id="{AE34A625-6E76-4B7A-AB8B-2FED04762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043"/>
              <a:ext cx="80" cy="42"/>
            </a:xfrm>
            <a:custGeom>
              <a:avLst/>
              <a:gdLst>
                <a:gd name="T0" fmla="*/ 264 w 40"/>
                <a:gd name="T1" fmla="*/ 57 h 20"/>
                <a:gd name="T2" fmla="*/ 152 w 40"/>
                <a:gd name="T3" fmla="*/ 17 h 20"/>
                <a:gd name="T4" fmla="*/ 72 w 40"/>
                <a:gd name="T5" fmla="*/ 0 h 20"/>
                <a:gd name="T6" fmla="*/ 0 w 40"/>
                <a:gd name="T7" fmla="*/ 36 h 20"/>
                <a:gd name="T8" fmla="*/ 64 w 40"/>
                <a:gd name="T9" fmla="*/ 8 h 20"/>
                <a:gd name="T10" fmla="*/ 144 w 40"/>
                <a:gd name="T11" fmla="*/ 27 h 20"/>
                <a:gd name="T12" fmla="*/ 256 w 40"/>
                <a:gd name="T13" fmla="*/ 57 h 20"/>
                <a:gd name="T14" fmla="*/ 304 w 40"/>
                <a:gd name="T15" fmla="*/ 185 h 20"/>
                <a:gd name="T16" fmla="*/ 304 w 40"/>
                <a:gd name="T17" fmla="*/ 185 h 20"/>
                <a:gd name="T18" fmla="*/ 264 w 40"/>
                <a:gd name="T19" fmla="*/ 57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0">
                  <a:moveTo>
                    <a:pt x="33" y="6"/>
                  </a:moveTo>
                  <a:cubicBezTo>
                    <a:pt x="29" y="3"/>
                    <a:pt x="23" y="2"/>
                    <a:pt x="19" y="2"/>
                  </a:cubicBezTo>
                  <a:cubicBezTo>
                    <a:pt x="16" y="1"/>
                    <a:pt x="12" y="0"/>
                    <a:pt x="9" y="0"/>
                  </a:cubicBezTo>
                  <a:cubicBezTo>
                    <a:pt x="5" y="1"/>
                    <a:pt x="2" y="1"/>
                    <a:pt x="0" y="4"/>
                  </a:cubicBezTo>
                  <a:cubicBezTo>
                    <a:pt x="2" y="2"/>
                    <a:pt x="4" y="2"/>
                    <a:pt x="8" y="1"/>
                  </a:cubicBezTo>
                  <a:cubicBezTo>
                    <a:pt x="11" y="1"/>
                    <a:pt x="15" y="2"/>
                    <a:pt x="18" y="3"/>
                  </a:cubicBezTo>
                  <a:cubicBezTo>
                    <a:pt x="22" y="3"/>
                    <a:pt x="28" y="4"/>
                    <a:pt x="32" y="6"/>
                  </a:cubicBezTo>
                  <a:cubicBezTo>
                    <a:pt x="37" y="10"/>
                    <a:pt x="40" y="14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40" y="14"/>
                    <a:pt x="38" y="9"/>
                    <a:pt x="33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5" name="Freeform 2945">
              <a:extLst>
                <a:ext uri="{FF2B5EF4-FFF2-40B4-BE49-F238E27FC236}">
                  <a16:creationId xmlns:a16="http://schemas.microsoft.com/office/drawing/2014/main" id="{895AE4DB-A01E-4518-865C-52982555F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3051"/>
              <a:ext cx="92" cy="62"/>
            </a:xfrm>
            <a:custGeom>
              <a:avLst/>
              <a:gdLst>
                <a:gd name="T0" fmla="*/ 176 w 46"/>
                <a:gd name="T1" fmla="*/ 242 h 29"/>
                <a:gd name="T2" fmla="*/ 72 w 46"/>
                <a:gd name="T3" fmla="*/ 0 h 29"/>
                <a:gd name="T4" fmla="*/ 72 w 46"/>
                <a:gd name="T5" fmla="*/ 0 h 29"/>
                <a:gd name="T6" fmla="*/ 64 w 46"/>
                <a:gd name="T7" fmla="*/ 9 h 29"/>
                <a:gd name="T8" fmla="*/ 168 w 46"/>
                <a:gd name="T9" fmla="*/ 257 h 29"/>
                <a:gd name="T10" fmla="*/ 368 w 46"/>
                <a:gd name="T11" fmla="*/ 197 h 29"/>
                <a:gd name="T12" fmla="*/ 176 w 46"/>
                <a:gd name="T13" fmla="*/ 24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9">
                  <a:moveTo>
                    <a:pt x="22" y="25"/>
                  </a:moveTo>
                  <a:cubicBezTo>
                    <a:pt x="9" y="21"/>
                    <a:pt x="1" y="1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1"/>
                    <a:pt x="8" y="1"/>
                  </a:cubicBezTo>
                  <a:cubicBezTo>
                    <a:pt x="0" y="11"/>
                    <a:pt x="8" y="22"/>
                    <a:pt x="21" y="26"/>
                  </a:cubicBezTo>
                  <a:cubicBezTo>
                    <a:pt x="31" y="29"/>
                    <a:pt x="42" y="25"/>
                    <a:pt x="46" y="20"/>
                  </a:cubicBezTo>
                  <a:cubicBezTo>
                    <a:pt x="41" y="24"/>
                    <a:pt x="32" y="27"/>
                    <a:pt x="22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6" name="Freeform 2946">
              <a:extLst>
                <a:ext uri="{FF2B5EF4-FFF2-40B4-BE49-F238E27FC236}">
                  <a16:creationId xmlns:a16="http://schemas.microsoft.com/office/drawing/2014/main" id="{C72CFA55-A99F-4485-ABFB-5FC1B9DF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060"/>
              <a:ext cx="56" cy="32"/>
            </a:xfrm>
            <a:custGeom>
              <a:avLst/>
              <a:gdLst>
                <a:gd name="T0" fmla="*/ 216 w 28"/>
                <a:gd name="T1" fmla="*/ 87 h 15"/>
                <a:gd name="T2" fmla="*/ 64 w 28"/>
                <a:gd name="T3" fmla="*/ 117 h 15"/>
                <a:gd name="T4" fmla="*/ 32 w 28"/>
                <a:gd name="T5" fmla="*/ 19 h 15"/>
                <a:gd name="T6" fmla="*/ 136 w 28"/>
                <a:gd name="T7" fmla="*/ 19 h 15"/>
                <a:gd name="T8" fmla="*/ 216 w 28"/>
                <a:gd name="T9" fmla="*/ 8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7" y="9"/>
                  </a:moveTo>
                  <a:cubicBezTo>
                    <a:pt x="25" y="15"/>
                    <a:pt x="15" y="15"/>
                    <a:pt x="8" y="12"/>
                  </a:cubicBezTo>
                  <a:cubicBezTo>
                    <a:pt x="0" y="9"/>
                    <a:pt x="0" y="4"/>
                    <a:pt x="4" y="2"/>
                  </a:cubicBezTo>
                  <a:cubicBezTo>
                    <a:pt x="8" y="0"/>
                    <a:pt x="11" y="0"/>
                    <a:pt x="17" y="2"/>
                  </a:cubicBezTo>
                  <a:cubicBezTo>
                    <a:pt x="23" y="3"/>
                    <a:pt x="28" y="6"/>
                    <a:pt x="27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7" name="Freeform 2947">
              <a:extLst>
                <a:ext uri="{FF2B5EF4-FFF2-40B4-BE49-F238E27FC236}">
                  <a16:creationId xmlns:a16="http://schemas.microsoft.com/office/drawing/2014/main" id="{4E86DF47-F7CE-4716-AEC5-B4D91BA8D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066"/>
              <a:ext cx="52" cy="26"/>
            </a:xfrm>
            <a:custGeom>
              <a:avLst/>
              <a:gdLst>
                <a:gd name="T0" fmla="*/ 64 w 26"/>
                <a:gd name="T1" fmla="*/ 72 h 12"/>
                <a:gd name="T2" fmla="*/ 16 w 26"/>
                <a:gd name="T3" fmla="*/ 0 h 12"/>
                <a:gd name="T4" fmla="*/ 56 w 26"/>
                <a:gd name="T5" fmla="*/ 93 h 12"/>
                <a:gd name="T6" fmla="*/ 208 w 26"/>
                <a:gd name="T7" fmla="*/ 61 h 12"/>
                <a:gd name="T8" fmla="*/ 64 w 26"/>
                <a:gd name="T9" fmla="*/ 7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2">
                  <a:moveTo>
                    <a:pt x="8" y="7"/>
                  </a:moveTo>
                  <a:cubicBezTo>
                    <a:pt x="3" y="5"/>
                    <a:pt x="1" y="2"/>
                    <a:pt x="2" y="0"/>
                  </a:cubicBezTo>
                  <a:cubicBezTo>
                    <a:pt x="0" y="2"/>
                    <a:pt x="1" y="6"/>
                    <a:pt x="7" y="9"/>
                  </a:cubicBezTo>
                  <a:cubicBezTo>
                    <a:pt x="14" y="12"/>
                    <a:pt x="24" y="12"/>
                    <a:pt x="26" y="6"/>
                  </a:cubicBezTo>
                  <a:cubicBezTo>
                    <a:pt x="23" y="10"/>
                    <a:pt x="14" y="10"/>
                    <a:pt x="8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8" name="Freeform 2948">
              <a:extLst>
                <a:ext uri="{FF2B5EF4-FFF2-40B4-BE49-F238E27FC236}">
                  <a16:creationId xmlns:a16="http://schemas.microsoft.com/office/drawing/2014/main" id="{5D6E7A5A-B94D-46C2-BAC8-F99B0191D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3062"/>
              <a:ext cx="34" cy="11"/>
            </a:xfrm>
            <a:custGeom>
              <a:avLst/>
              <a:gdLst>
                <a:gd name="T0" fmla="*/ 0 w 17"/>
                <a:gd name="T1" fmla="*/ 0 h 5"/>
                <a:gd name="T2" fmla="*/ 136 w 17"/>
                <a:gd name="T3" fmla="*/ 53 h 5"/>
                <a:gd name="T4" fmla="*/ 64 w 17"/>
                <a:gd name="T5" fmla="*/ 20 h 5"/>
                <a:gd name="T6" fmla="*/ 0 w 1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6" y="0"/>
                    <a:pt x="14" y="1"/>
                    <a:pt x="17" y="5"/>
                  </a:cubicBezTo>
                  <a:cubicBezTo>
                    <a:pt x="15" y="4"/>
                    <a:pt x="11" y="2"/>
                    <a:pt x="8" y="2"/>
                  </a:cubicBezTo>
                  <a:cubicBezTo>
                    <a:pt x="5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9" name="Freeform 2949">
              <a:extLst>
                <a:ext uri="{FF2B5EF4-FFF2-40B4-BE49-F238E27FC236}">
                  <a16:creationId xmlns:a16="http://schemas.microsoft.com/office/drawing/2014/main" id="{78ED99DD-C0FB-41F2-BC6A-BFFDFD05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3058"/>
              <a:ext cx="30" cy="15"/>
            </a:xfrm>
            <a:custGeom>
              <a:avLst/>
              <a:gdLst>
                <a:gd name="T0" fmla="*/ 64 w 15"/>
                <a:gd name="T1" fmla="*/ 19 h 7"/>
                <a:gd name="T2" fmla="*/ 0 w 15"/>
                <a:gd name="T3" fmla="*/ 9 h 7"/>
                <a:gd name="T4" fmla="*/ 120 w 15"/>
                <a:gd name="T5" fmla="*/ 69 h 7"/>
                <a:gd name="T6" fmla="*/ 64 w 15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8" y="2"/>
                  </a:moveTo>
                  <a:cubicBezTo>
                    <a:pt x="6" y="1"/>
                    <a:pt x="4" y="0"/>
                    <a:pt x="0" y="1"/>
                  </a:cubicBezTo>
                  <a:cubicBezTo>
                    <a:pt x="3" y="1"/>
                    <a:pt x="14" y="3"/>
                    <a:pt x="15" y="7"/>
                  </a:cubicBezTo>
                  <a:cubicBezTo>
                    <a:pt x="14" y="6"/>
                    <a:pt x="12" y="3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0" name="Freeform 2950">
              <a:extLst>
                <a:ext uri="{FF2B5EF4-FFF2-40B4-BE49-F238E27FC236}">
                  <a16:creationId xmlns:a16="http://schemas.microsoft.com/office/drawing/2014/main" id="{8EAFD37C-765E-49BE-B51A-82B7F1490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081"/>
              <a:ext cx="38" cy="15"/>
            </a:xfrm>
            <a:custGeom>
              <a:avLst/>
              <a:gdLst>
                <a:gd name="T0" fmla="*/ 0 w 19"/>
                <a:gd name="T1" fmla="*/ 0 h 7"/>
                <a:gd name="T2" fmla="*/ 152 w 19"/>
                <a:gd name="T3" fmla="*/ 41 h 7"/>
                <a:gd name="T4" fmla="*/ 0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2" y="2"/>
                    <a:pt x="11" y="6"/>
                    <a:pt x="19" y="4"/>
                  </a:cubicBezTo>
                  <a:cubicBezTo>
                    <a:pt x="16" y="5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1" name="Freeform 2951">
              <a:extLst>
                <a:ext uri="{FF2B5EF4-FFF2-40B4-BE49-F238E27FC236}">
                  <a16:creationId xmlns:a16="http://schemas.microsoft.com/office/drawing/2014/main" id="{8100E9C9-3DB7-4E85-A664-62E70B1D5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3041"/>
              <a:ext cx="106" cy="74"/>
            </a:xfrm>
            <a:custGeom>
              <a:avLst/>
              <a:gdLst>
                <a:gd name="T0" fmla="*/ 160 w 53"/>
                <a:gd name="T1" fmla="*/ 0 h 35"/>
                <a:gd name="T2" fmla="*/ 72 w 53"/>
                <a:gd name="T3" fmla="*/ 57 h 35"/>
                <a:gd name="T4" fmla="*/ 184 w 53"/>
                <a:gd name="T5" fmla="*/ 304 h 35"/>
                <a:gd name="T6" fmla="*/ 408 w 53"/>
                <a:gd name="T7" fmla="*/ 209 h 35"/>
                <a:gd name="T8" fmla="*/ 368 w 53"/>
                <a:gd name="T9" fmla="*/ 57 h 35"/>
                <a:gd name="T10" fmla="*/ 248 w 53"/>
                <a:gd name="T11" fmla="*/ 17 h 35"/>
                <a:gd name="T12" fmla="*/ 160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0" y="0"/>
                  </a:moveTo>
                  <a:cubicBezTo>
                    <a:pt x="15" y="1"/>
                    <a:pt x="11" y="3"/>
                    <a:pt x="9" y="6"/>
                  </a:cubicBezTo>
                  <a:cubicBezTo>
                    <a:pt x="0" y="16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3" y="15"/>
                    <a:pt x="51" y="10"/>
                    <a:pt x="46" y="6"/>
                  </a:cubicBezTo>
                  <a:cubicBezTo>
                    <a:pt x="41" y="3"/>
                    <a:pt x="35" y="3"/>
                    <a:pt x="31" y="2"/>
                  </a:cubicBezTo>
                  <a:cubicBezTo>
                    <a:pt x="27" y="1"/>
                    <a:pt x="23" y="0"/>
                    <a:pt x="20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2" name="Freeform 2952">
              <a:extLst>
                <a:ext uri="{FF2B5EF4-FFF2-40B4-BE49-F238E27FC236}">
                  <a16:creationId xmlns:a16="http://schemas.microsoft.com/office/drawing/2014/main" id="{08A38018-1EF9-4C43-A4A8-4707A153F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064"/>
              <a:ext cx="52" cy="28"/>
            </a:xfrm>
            <a:custGeom>
              <a:avLst/>
              <a:gdLst>
                <a:gd name="T0" fmla="*/ 0 w 26"/>
                <a:gd name="T1" fmla="*/ 41 h 13"/>
                <a:gd name="T2" fmla="*/ 56 w 26"/>
                <a:gd name="T3" fmla="*/ 101 h 13"/>
                <a:gd name="T4" fmla="*/ 176 w 26"/>
                <a:gd name="T5" fmla="*/ 112 h 13"/>
                <a:gd name="T6" fmla="*/ 208 w 26"/>
                <a:gd name="T7" fmla="*/ 69 h 13"/>
                <a:gd name="T8" fmla="*/ 208 w 26"/>
                <a:gd name="T9" fmla="*/ 69 h 13"/>
                <a:gd name="T10" fmla="*/ 176 w 26"/>
                <a:gd name="T11" fmla="*/ 112 h 13"/>
                <a:gd name="T12" fmla="*/ 56 w 26"/>
                <a:gd name="T13" fmla="*/ 101 h 13"/>
                <a:gd name="T14" fmla="*/ 8 w 26"/>
                <a:gd name="T15" fmla="*/ 41 h 13"/>
                <a:gd name="T16" fmla="*/ 24 w 26"/>
                <a:gd name="T17" fmla="*/ 0 h 13"/>
                <a:gd name="T18" fmla="*/ 24 w 26"/>
                <a:gd name="T19" fmla="*/ 0 h 13"/>
                <a:gd name="T20" fmla="*/ 0 w 26"/>
                <a:gd name="T21" fmla="*/ 41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3">
                  <a:moveTo>
                    <a:pt x="0" y="4"/>
                  </a:moveTo>
                  <a:cubicBezTo>
                    <a:pt x="1" y="6"/>
                    <a:pt x="3" y="9"/>
                    <a:pt x="7" y="10"/>
                  </a:cubicBezTo>
                  <a:cubicBezTo>
                    <a:pt x="12" y="13"/>
                    <a:pt x="19" y="13"/>
                    <a:pt x="22" y="11"/>
                  </a:cubicBezTo>
                  <a:cubicBezTo>
                    <a:pt x="24" y="10"/>
                    <a:pt x="26" y="9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19" y="13"/>
                    <a:pt x="12" y="12"/>
                    <a:pt x="7" y="10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3" name="Freeform 2953">
              <a:extLst>
                <a:ext uri="{FF2B5EF4-FFF2-40B4-BE49-F238E27FC236}">
                  <a16:creationId xmlns:a16="http://schemas.microsoft.com/office/drawing/2014/main" id="{AFAC7CE1-1447-4723-946F-4F584ED28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998"/>
              <a:ext cx="106" cy="75"/>
            </a:xfrm>
            <a:custGeom>
              <a:avLst/>
              <a:gdLst>
                <a:gd name="T0" fmla="*/ 160 w 53"/>
                <a:gd name="T1" fmla="*/ 0 h 35"/>
                <a:gd name="T2" fmla="*/ 72 w 53"/>
                <a:gd name="T3" fmla="*/ 60 h 35"/>
                <a:gd name="T4" fmla="*/ 184 w 53"/>
                <a:gd name="T5" fmla="*/ 317 h 35"/>
                <a:gd name="T6" fmla="*/ 408 w 53"/>
                <a:gd name="T7" fmla="*/ 216 h 35"/>
                <a:gd name="T8" fmla="*/ 368 w 53"/>
                <a:gd name="T9" fmla="*/ 60 h 35"/>
                <a:gd name="T10" fmla="*/ 248 w 53"/>
                <a:gd name="T11" fmla="*/ 19 h 35"/>
                <a:gd name="T12" fmla="*/ 160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0" y="0"/>
                  </a:moveTo>
                  <a:cubicBezTo>
                    <a:pt x="15" y="1"/>
                    <a:pt x="11" y="3"/>
                    <a:pt x="9" y="6"/>
                  </a:cubicBezTo>
                  <a:cubicBezTo>
                    <a:pt x="0" y="16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3" y="15"/>
                    <a:pt x="51" y="10"/>
                    <a:pt x="46" y="6"/>
                  </a:cubicBezTo>
                  <a:cubicBezTo>
                    <a:pt x="41" y="3"/>
                    <a:pt x="35" y="3"/>
                    <a:pt x="31" y="2"/>
                  </a:cubicBezTo>
                  <a:cubicBezTo>
                    <a:pt x="27" y="1"/>
                    <a:pt x="23" y="0"/>
                    <a:pt x="20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4" name="Freeform 2954">
              <a:extLst>
                <a:ext uri="{FF2B5EF4-FFF2-40B4-BE49-F238E27FC236}">
                  <a16:creationId xmlns:a16="http://schemas.microsoft.com/office/drawing/2014/main" id="{B590E187-D2C4-4D1D-9082-DBA130F48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3000"/>
              <a:ext cx="80" cy="43"/>
            </a:xfrm>
            <a:custGeom>
              <a:avLst/>
              <a:gdLst>
                <a:gd name="T0" fmla="*/ 264 w 40"/>
                <a:gd name="T1" fmla="*/ 60 h 20"/>
                <a:gd name="T2" fmla="*/ 152 w 40"/>
                <a:gd name="T3" fmla="*/ 19 h 20"/>
                <a:gd name="T4" fmla="*/ 72 w 40"/>
                <a:gd name="T5" fmla="*/ 0 h 20"/>
                <a:gd name="T6" fmla="*/ 0 w 40"/>
                <a:gd name="T7" fmla="*/ 41 h 20"/>
                <a:gd name="T8" fmla="*/ 64 w 40"/>
                <a:gd name="T9" fmla="*/ 9 h 20"/>
                <a:gd name="T10" fmla="*/ 144 w 40"/>
                <a:gd name="T11" fmla="*/ 28 h 20"/>
                <a:gd name="T12" fmla="*/ 256 w 40"/>
                <a:gd name="T13" fmla="*/ 60 h 20"/>
                <a:gd name="T14" fmla="*/ 304 w 40"/>
                <a:gd name="T15" fmla="*/ 198 h 20"/>
                <a:gd name="T16" fmla="*/ 304 w 40"/>
                <a:gd name="T17" fmla="*/ 198 h 20"/>
                <a:gd name="T18" fmla="*/ 264 w 40"/>
                <a:gd name="T19" fmla="*/ 6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0">
                  <a:moveTo>
                    <a:pt x="33" y="6"/>
                  </a:moveTo>
                  <a:cubicBezTo>
                    <a:pt x="29" y="3"/>
                    <a:pt x="23" y="2"/>
                    <a:pt x="19" y="2"/>
                  </a:cubicBezTo>
                  <a:cubicBezTo>
                    <a:pt x="16" y="1"/>
                    <a:pt x="12" y="0"/>
                    <a:pt x="9" y="0"/>
                  </a:cubicBezTo>
                  <a:cubicBezTo>
                    <a:pt x="5" y="1"/>
                    <a:pt x="2" y="1"/>
                    <a:pt x="0" y="4"/>
                  </a:cubicBezTo>
                  <a:cubicBezTo>
                    <a:pt x="2" y="2"/>
                    <a:pt x="4" y="2"/>
                    <a:pt x="8" y="1"/>
                  </a:cubicBezTo>
                  <a:cubicBezTo>
                    <a:pt x="11" y="1"/>
                    <a:pt x="15" y="2"/>
                    <a:pt x="18" y="3"/>
                  </a:cubicBezTo>
                  <a:cubicBezTo>
                    <a:pt x="22" y="3"/>
                    <a:pt x="28" y="4"/>
                    <a:pt x="32" y="6"/>
                  </a:cubicBezTo>
                  <a:cubicBezTo>
                    <a:pt x="37" y="10"/>
                    <a:pt x="40" y="14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40" y="14"/>
                    <a:pt x="38" y="9"/>
                    <a:pt x="33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5" name="Freeform 2955">
              <a:extLst>
                <a:ext uri="{FF2B5EF4-FFF2-40B4-BE49-F238E27FC236}">
                  <a16:creationId xmlns:a16="http://schemas.microsoft.com/office/drawing/2014/main" id="{79304285-EA4D-497C-839C-A53D4DFBD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3009"/>
              <a:ext cx="92" cy="61"/>
            </a:xfrm>
            <a:custGeom>
              <a:avLst/>
              <a:gdLst>
                <a:gd name="T0" fmla="*/ 176 w 46"/>
                <a:gd name="T1" fmla="*/ 233 h 29"/>
                <a:gd name="T2" fmla="*/ 72 w 46"/>
                <a:gd name="T3" fmla="*/ 0 h 29"/>
                <a:gd name="T4" fmla="*/ 72 w 46"/>
                <a:gd name="T5" fmla="*/ 0 h 29"/>
                <a:gd name="T6" fmla="*/ 64 w 46"/>
                <a:gd name="T7" fmla="*/ 8 h 29"/>
                <a:gd name="T8" fmla="*/ 168 w 46"/>
                <a:gd name="T9" fmla="*/ 244 h 29"/>
                <a:gd name="T10" fmla="*/ 368 w 46"/>
                <a:gd name="T11" fmla="*/ 185 h 29"/>
                <a:gd name="T12" fmla="*/ 176 w 46"/>
                <a:gd name="T13" fmla="*/ 2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9">
                  <a:moveTo>
                    <a:pt x="22" y="25"/>
                  </a:moveTo>
                  <a:cubicBezTo>
                    <a:pt x="9" y="21"/>
                    <a:pt x="1" y="1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1"/>
                    <a:pt x="8" y="1"/>
                  </a:cubicBezTo>
                  <a:cubicBezTo>
                    <a:pt x="0" y="11"/>
                    <a:pt x="8" y="22"/>
                    <a:pt x="21" y="26"/>
                  </a:cubicBezTo>
                  <a:cubicBezTo>
                    <a:pt x="31" y="29"/>
                    <a:pt x="42" y="25"/>
                    <a:pt x="46" y="20"/>
                  </a:cubicBezTo>
                  <a:cubicBezTo>
                    <a:pt x="41" y="24"/>
                    <a:pt x="32" y="27"/>
                    <a:pt x="22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6" name="Freeform 2956">
              <a:extLst>
                <a:ext uri="{FF2B5EF4-FFF2-40B4-BE49-F238E27FC236}">
                  <a16:creationId xmlns:a16="http://schemas.microsoft.com/office/drawing/2014/main" id="{924BE623-0DA2-4DC8-ADD2-3CD6452B6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3017"/>
              <a:ext cx="56" cy="32"/>
            </a:xfrm>
            <a:custGeom>
              <a:avLst/>
              <a:gdLst>
                <a:gd name="T0" fmla="*/ 216 w 28"/>
                <a:gd name="T1" fmla="*/ 87 h 15"/>
                <a:gd name="T2" fmla="*/ 64 w 28"/>
                <a:gd name="T3" fmla="*/ 117 h 15"/>
                <a:gd name="T4" fmla="*/ 32 w 28"/>
                <a:gd name="T5" fmla="*/ 19 h 15"/>
                <a:gd name="T6" fmla="*/ 136 w 28"/>
                <a:gd name="T7" fmla="*/ 19 h 15"/>
                <a:gd name="T8" fmla="*/ 216 w 28"/>
                <a:gd name="T9" fmla="*/ 8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7" y="9"/>
                  </a:moveTo>
                  <a:cubicBezTo>
                    <a:pt x="25" y="15"/>
                    <a:pt x="15" y="15"/>
                    <a:pt x="8" y="12"/>
                  </a:cubicBezTo>
                  <a:cubicBezTo>
                    <a:pt x="0" y="9"/>
                    <a:pt x="0" y="4"/>
                    <a:pt x="4" y="2"/>
                  </a:cubicBezTo>
                  <a:cubicBezTo>
                    <a:pt x="8" y="0"/>
                    <a:pt x="11" y="0"/>
                    <a:pt x="17" y="2"/>
                  </a:cubicBezTo>
                  <a:cubicBezTo>
                    <a:pt x="23" y="3"/>
                    <a:pt x="28" y="6"/>
                    <a:pt x="27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7" name="Freeform 2957">
              <a:extLst>
                <a:ext uri="{FF2B5EF4-FFF2-40B4-BE49-F238E27FC236}">
                  <a16:creationId xmlns:a16="http://schemas.microsoft.com/office/drawing/2014/main" id="{C1BE24E9-36FA-4E5A-919E-3F042B79B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3024"/>
              <a:ext cx="52" cy="25"/>
            </a:xfrm>
            <a:custGeom>
              <a:avLst/>
              <a:gdLst>
                <a:gd name="T0" fmla="*/ 64 w 26"/>
                <a:gd name="T1" fmla="*/ 65 h 12"/>
                <a:gd name="T2" fmla="*/ 16 w 26"/>
                <a:gd name="T3" fmla="*/ 0 h 12"/>
                <a:gd name="T4" fmla="*/ 56 w 26"/>
                <a:gd name="T5" fmla="*/ 83 h 12"/>
                <a:gd name="T6" fmla="*/ 208 w 26"/>
                <a:gd name="T7" fmla="*/ 56 h 12"/>
                <a:gd name="T8" fmla="*/ 64 w 26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2">
                  <a:moveTo>
                    <a:pt x="8" y="7"/>
                  </a:moveTo>
                  <a:cubicBezTo>
                    <a:pt x="3" y="5"/>
                    <a:pt x="1" y="2"/>
                    <a:pt x="2" y="0"/>
                  </a:cubicBezTo>
                  <a:cubicBezTo>
                    <a:pt x="0" y="2"/>
                    <a:pt x="1" y="6"/>
                    <a:pt x="7" y="9"/>
                  </a:cubicBezTo>
                  <a:cubicBezTo>
                    <a:pt x="14" y="12"/>
                    <a:pt x="24" y="12"/>
                    <a:pt x="26" y="6"/>
                  </a:cubicBezTo>
                  <a:cubicBezTo>
                    <a:pt x="23" y="10"/>
                    <a:pt x="14" y="10"/>
                    <a:pt x="8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8" name="Freeform 2958">
              <a:extLst>
                <a:ext uri="{FF2B5EF4-FFF2-40B4-BE49-F238E27FC236}">
                  <a16:creationId xmlns:a16="http://schemas.microsoft.com/office/drawing/2014/main" id="{5D0F017D-F63E-451C-9236-B6653AC0D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3019"/>
              <a:ext cx="34" cy="11"/>
            </a:xfrm>
            <a:custGeom>
              <a:avLst/>
              <a:gdLst>
                <a:gd name="T0" fmla="*/ 0 w 17"/>
                <a:gd name="T1" fmla="*/ 0 h 5"/>
                <a:gd name="T2" fmla="*/ 136 w 17"/>
                <a:gd name="T3" fmla="*/ 53 h 5"/>
                <a:gd name="T4" fmla="*/ 64 w 17"/>
                <a:gd name="T5" fmla="*/ 20 h 5"/>
                <a:gd name="T6" fmla="*/ 0 w 1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6" y="0"/>
                    <a:pt x="14" y="1"/>
                    <a:pt x="17" y="5"/>
                  </a:cubicBezTo>
                  <a:cubicBezTo>
                    <a:pt x="15" y="4"/>
                    <a:pt x="11" y="2"/>
                    <a:pt x="8" y="2"/>
                  </a:cubicBezTo>
                  <a:cubicBezTo>
                    <a:pt x="5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9" name="Freeform 2959">
              <a:extLst>
                <a:ext uri="{FF2B5EF4-FFF2-40B4-BE49-F238E27FC236}">
                  <a16:creationId xmlns:a16="http://schemas.microsoft.com/office/drawing/2014/main" id="{02FD7177-C9CC-4E3B-A239-E30488A0E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015"/>
              <a:ext cx="30" cy="15"/>
            </a:xfrm>
            <a:custGeom>
              <a:avLst/>
              <a:gdLst>
                <a:gd name="T0" fmla="*/ 64 w 15"/>
                <a:gd name="T1" fmla="*/ 19 h 7"/>
                <a:gd name="T2" fmla="*/ 0 w 15"/>
                <a:gd name="T3" fmla="*/ 9 h 7"/>
                <a:gd name="T4" fmla="*/ 120 w 15"/>
                <a:gd name="T5" fmla="*/ 69 h 7"/>
                <a:gd name="T6" fmla="*/ 64 w 15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8" y="2"/>
                  </a:moveTo>
                  <a:cubicBezTo>
                    <a:pt x="6" y="1"/>
                    <a:pt x="4" y="0"/>
                    <a:pt x="0" y="1"/>
                  </a:cubicBezTo>
                  <a:cubicBezTo>
                    <a:pt x="3" y="1"/>
                    <a:pt x="14" y="3"/>
                    <a:pt x="15" y="7"/>
                  </a:cubicBezTo>
                  <a:cubicBezTo>
                    <a:pt x="14" y="6"/>
                    <a:pt x="12" y="3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0" name="Freeform 2960">
              <a:extLst>
                <a:ext uri="{FF2B5EF4-FFF2-40B4-BE49-F238E27FC236}">
                  <a16:creationId xmlns:a16="http://schemas.microsoft.com/office/drawing/2014/main" id="{AE3A8E0C-FED4-4F1C-B542-7241CD794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3039"/>
              <a:ext cx="38" cy="14"/>
            </a:xfrm>
            <a:custGeom>
              <a:avLst/>
              <a:gdLst>
                <a:gd name="T0" fmla="*/ 0 w 19"/>
                <a:gd name="T1" fmla="*/ 0 h 7"/>
                <a:gd name="T2" fmla="*/ 152 w 19"/>
                <a:gd name="T3" fmla="*/ 32 h 7"/>
                <a:gd name="T4" fmla="*/ 0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2" y="2"/>
                    <a:pt x="11" y="6"/>
                    <a:pt x="19" y="4"/>
                  </a:cubicBezTo>
                  <a:cubicBezTo>
                    <a:pt x="16" y="5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1" name="Freeform 2961">
              <a:extLst>
                <a:ext uri="{FF2B5EF4-FFF2-40B4-BE49-F238E27FC236}">
                  <a16:creationId xmlns:a16="http://schemas.microsoft.com/office/drawing/2014/main" id="{0D995DEA-9116-4FBC-8EBB-F8B5764DF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998"/>
              <a:ext cx="106" cy="75"/>
            </a:xfrm>
            <a:custGeom>
              <a:avLst/>
              <a:gdLst>
                <a:gd name="T0" fmla="*/ 160 w 53"/>
                <a:gd name="T1" fmla="*/ 0 h 35"/>
                <a:gd name="T2" fmla="*/ 72 w 53"/>
                <a:gd name="T3" fmla="*/ 60 h 35"/>
                <a:gd name="T4" fmla="*/ 184 w 53"/>
                <a:gd name="T5" fmla="*/ 317 h 35"/>
                <a:gd name="T6" fmla="*/ 408 w 53"/>
                <a:gd name="T7" fmla="*/ 216 h 35"/>
                <a:gd name="T8" fmla="*/ 368 w 53"/>
                <a:gd name="T9" fmla="*/ 60 h 35"/>
                <a:gd name="T10" fmla="*/ 248 w 53"/>
                <a:gd name="T11" fmla="*/ 19 h 35"/>
                <a:gd name="T12" fmla="*/ 160 w 5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0" y="0"/>
                  </a:moveTo>
                  <a:cubicBezTo>
                    <a:pt x="15" y="1"/>
                    <a:pt x="11" y="3"/>
                    <a:pt x="9" y="6"/>
                  </a:cubicBezTo>
                  <a:cubicBezTo>
                    <a:pt x="0" y="16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3" y="15"/>
                    <a:pt x="51" y="10"/>
                    <a:pt x="46" y="6"/>
                  </a:cubicBezTo>
                  <a:cubicBezTo>
                    <a:pt x="41" y="3"/>
                    <a:pt x="35" y="3"/>
                    <a:pt x="31" y="2"/>
                  </a:cubicBezTo>
                  <a:cubicBezTo>
                    <a:pt x="27" y="1"/>
                    <a:pt x="23" y="0"/>
                    <a:pt x="20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2" name="Freeform 2962">
              <a:extLst>
                <a:ext uri="{FF2B5EF4-FFF2-40B4-BE49-F238E27FC236}">
                  <a16:creationId xmlns:a16="http://schemas.microsoft.com/office/drawing/2014/main" id="{67A7F9A5-5E78-443D-B36B-1FCDD4B10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3022"/>
              <a:ext cx="52" cy="27"/>
            </a:xfrm>
            <a:custGeom>
              <a:avLst/>
              <a:gdLst>
                <a:gd name="T0" fmla="*/ 0 w 26"/>
                <a:gd name="T1" fmla="*/ 35 h 13"/>
                <a:gd name="T2" fmla="*/ 56 w 26"/>
                <a:gd name="T3" fmla="*/ 91 h 13"/>
                <a:gd name="T4" fmla="*/ 176 w 26"/>
                <a:gd name="T5" fmla="*/ 100 h 13"/>
                <a:gd name="T6" fmla="*/ 208 w 26"/>
                <a:gd name="T7" fmla="*/ 64 h 13"/>
                <a:gd name="T8" fmla="*/ 208 w 26"/>
                <a:gd name="T9" fmla="*/ 64 h 13"/>
                <a:gd name="T10" fmla="*/ 176 w 26"/>
                <a:gd name="T11" fmla="*/ 100 h 13"/>
                <a:gd name="T12" fmla="*/ 56 w 26"/>
                <a:gd name="T13" fmla="*/ 91 h 13"/>
                <a:gd name="T14" fmla="*/ 8 w 26"/>
                <a:gd name="T15" fmla="*/ 35 h 13"/>
                <a:gd name="T16" fmla="*/ 24 w 26"/>
                <a:gd name="T17" fmla="*/ 0 h 13"/>
                <a:gd name="T18" fmla="*/ 24 w 26"/>
                <a:gd name="T19" fmla="*/ 0 h 13"/>
                <a:gd name="T20" fmla="*/ 0 w 26"/>
                <a:gd name="T21" fmla="*/ 35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3">
                  <a:moveTo>
                    <a:pt x="0" y="4"/>
                  </a:moveTo>
                  <a:cubicBezTo>
                    <a:pt x="1" y="6"/>
                    <a:pt x="3" y="9"/>
                    <a:pt x="7" y="10"/>
                  </a:cubicBezTo>
                  <a:cubicBezTo>
                    <a:pt x="12" y="13"/>
                    <a:pt x="19" y="13"/>
                    <a:pt x="22" y="11"/>
                  </a:cubicBezTo>
                  <a:cubicBezTo>
                    <a:pt x="24" y="10"/>
                    <a:pt x="26" y="9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19" y="13"/>
                    <a:pt x="12" y="12"/>
                    <a:pt x="7" y="10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3" name="Freeform 2963">
              <a:extLst>
                <a:ext uri="{FF2B5EF4-FFF2-40B4-BE49-F238E27FC236}">
                  <a16:creationId xmlns:a16="http://schemas.microsoft.com/office/drawing/2014/main" id="{3F6998C0-878C-4A1F-AF01-3346086D1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3034"/>
              <a:ext cx="107" cy="75"/>
            </a:xfrm>
            <a:custGeom>
              <a:avLst/>
              <a:gdLst>
                <a:gd name="T0" fmla="*/ 157 w 54"/>
                <a:gd name="T1" fmla="*/ 0 h 35"/>
                <a:gd name="T2" fmla="*/ 71 w 54"/>
                <a:gd name="T3" fmla="*/ 60 h 35"/>
                <a:gd name="T4" fmla="*/ 180 w 54"/>
                <a:gd name="T5" fmla="*/ 317 h 35"/>
                <a:gd name="T6" fmla="*/ 396 w 54"/>
                <a:gd name="T7" fmla="*/ 216 h 35"/>
                <a:gd name="T8" fmla="*/ 357 w 54"/>
                <a:gd name="T9" fmla="*/ 69 h 35"/>
                <a:gd name="T10" fmla="*/ 248 w 54"/>
                <a:gd name="T11" fmla="*/ 19 h 35"/>
                <a:gd name="T12" fmla="*/ 157 w 5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0" y="0"/>
                  </a:moveTo>
                  <a:cubicBezTo>
                    <a:pt x="16" y="1"/>
                    <a:pt x="12" y="3"/>
                    <a:pt x="9" y="6"/>
                  </a:cubicBezTo>
                  <a:cubicBezTo>
                    <a:pt x="0" y="17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4" y="15"/>
                    <a:pt x="52" y="10"/>
                    <a:pt x="46" y="7"/>
                  </a:cubicBezTo>
                  <a:cubicBezTo>
                    <a:pt x="42" y="3"/>
                    <a:pt x="35" y="3"/>
                    <a:pt x="32" y="2"/>
                  </a:cubicBezTo>
                  <a:cubicBezTo>
                    <a:pt x="28" y="2"/>
                    <a:pt x="23" y="0"/>
                    <a:pt x="20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4" name="Freeform 2964">
              <a:extLst>
                <a:ext uri="{FF2B5EF4-FFF2-40B4-BE49-F238E27FC236}">
                  <a16:creationId xmlns:a16="http://schemas.microsoft.com/office/drawing/2014/main" id="{D2508EF0-E413-471B-813B-BE53B3725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3036"/>
              <a:ext cx="81" cy="45"/>
            </a:xfrm>
            <a:custGeom>
              <a:avLst/>
              <a:gdLst>
                <a:gd name="T0" fmla="*/ 261 w 41"/>
                <a:gd name="T1" fmla="*/ 60 h 21"/>
                <a:gd name="T2" fmla="*/ 156 w 41"/>
                <a:gd name="T3" fmla="*/ 19 h 21"/>
                <a:gd name="T4" fmla="*/ 71 w 41"/>
                <a:gd name="T5" fmla="*/ 0 h 21"/>
                <a:gd name="T6" fmla="*/ 0 w 41"/>
                <a:gd name="T7" fmla="*/ 41 h 21"/>
                <a:gd name="T8" fmla="*/ 63 w 41"/>
                <a:gd name="T9" fmla="*/ 9 h 21"/>
                <a:gd name="T10" fmla="*/ 148 w 41"/>
                <a:gd name="T11" fmla="*/ 28 h 21"/>
                <a:gd name="T12" fmla="*/ 253 w 41"/>
                <a:gd name="T13" fmla="*/ 69 h 21"/>
                <a:gd name="T14" fmla="*/ 292 w 41"/>
                <a:gd name="T15" fmla="*/ 197 h 21"/>
                <a:gd name="T16" fmla="*/ 292 w 41"/>
                <a:gd name="T17" fmla="*/ 197 h 21"/>
                <a:gd name="T18" fmla="*/ 261 w 41"/>
                <a:gd name="T19" fmla="*/ 6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1">
                  <a:moveTo>
                    <a:pt x="34" y="6"/>
                  </a:moveTo>
                  <a:cubicBezTo>
                    <a:pt x="29" y="3"/>
                    <a:pt x="23" y="2"/>
                    <a:pt x="20" y="2"/>
                  </a:cubicBezTo>
                  <a:cubicBezTo>
                    <a:pt x="16" y="1"/>
                    <a:pt x="12" y="0"/>
                    <a:pt x="9" y="0"/>
                  </a:cubicBezTo>
                  <a:cubicBezTo>
                    <a:pt x="5" y="1"/>
                    <a:pt x="2" y="2"/>
                    <a:pt x="0" y="4"/>
                  </a:cubicBezTo>
                  <a:cubicBezTo>
                    <a:pt x="2" y="2"/>
                    <a:pt x="5" y="2"/>
                    <a:pt x="8" y="1"/>
                  </a:cubicBezTo>
                  <a:cubicBezTo>
                    <a:pt x="11" y="1"/>
                    <a:pt x="15" y="2"/>
                    <a:pt x="19" y="3"/>
                  </a:cubicBezTo>
                  <a:cubicBezTo>
                    <a:pt x="22" y="3"/>
                    <a:pt x="28" y="4"/>
                    <a:pt x="33" y="7"/>
                  </a:cubicBezTo>
                  <a:cubicBezTo>
                    <a:pt x="38" y="10"/>
                    <a:pt x="40" y="14"/>
                    <a:pt x="38" y="20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41" y="14"/>
                    <a:pt x="39" y="9"/>
                    <a:pt x="3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5" name="Freeform 2965">
              <a:extLst>
                <a:ext uri="{FF2B5EF4-FFF2-40B4-BE49-F238E27FC236}">
                  <a16:creationId xmlns:a16="http://schemas.microsoft.com/office/drawing/2014/main" id="{39DC983D-4771-4D56-9D1B-717A6B22E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3045"/>
              <a:ext cx="91" cy="62"/>
            </a:xfrm>
            <a:custGeom>
              <a:avLst/>
              <a:gdLst>
                <a:gd name="T0" fmla="*/ 172 w 46"/>
                <a:gd name="T1" fmla="*/ 242 h 29"/>
                <a:gd name="T2" fmla="*/ 71 w 46"/>
                <a:gd name="T3" fmla="*/ 0 h 29"/>
                <a:gd name="T4" fmla="*/ 79 w 46"/>
                <a:gd name="T5" fmla="*/ 0 h 29"/>
                <a:gd name="T6" fmla="*/ 63 w 46"/>
                <a:gd name="T7" fmla="*/ 19 h 29"/>
                <a:gd name="T8" fmla="*/ 164 w 46"/>
                <a:gd name="T9" fmla="*/ 257 h 29"/>
                <a:gd name="T10" fmla="*/ 356 w 46"/>
                <a:gd name="T11" fmla="*/ 197 h 29"/>
                <a:gd name="T12" fmla="*/ 172 w 46"/>
                <a:gd name="T13" fmla="*/ 24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9">
                  <a:moveTo>
                    <a:pt x="22" y="25"/>
                  </a:moveTo>
                  <a:cubicBezTo>
                    <a:pt x="10" y="21"/>
                    <a:pt x="1" y="10"/>
                    <a:pt x="9" y="0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9" y="0"/>
                    <a:pt x="9" y="1"/>
                    <a:pt x="8" y="2"/>
                  </a:cubicBezTo>
                  <a:cubicBezTo>
                    <a:pt x="0" y="11"/>
                    <a:pt x="9" y="23"/>
                    <a:pt x="21" y="26"/>
                  </a:cubicBezTo>
                  <a:cubicBezTo>
                    <a:pt x="32" y="29"/>
                    <a:pt x="42" y="25"/>
                    <a:pt x="46" y="20"/>
                  </a:cubicBezTo>
                  <a:cubicBezTo>
                    <a:pt x="41" y="25"/>
                    <a:pt x="32" y="27"/>
                    <a:pt x="22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6" name="Freeform 2966">
              <a:extLst>
                <a:ext uri="{FF2B5EF4-FFF2-40B4-BE49-F238E27FC236}">
                  <a16:creationId xmlns:a16="http://schemas.microsoft.com/office/drawing/2014/main" id="{B8721970-7E0C-4C49-8199-5E4E53D0E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053"/>
              <a:ext cx="55" cy="32"/>
            </a:xfrm>
            <a:custGeom>
              <a:avLst/>
              <a:gdLst>
                <a:gd name="T0" fmla="*/ 204 w 28"/>
                <a:gd name="T1" fmla="*/ 87 h 15"/>
                <a:gd name="T2" fmla="*/ 55 w 28"/>
                <a:gd name="T3" fmla="*/ 117 h 15"/>
                <a:gd name="T4" fmla="*/ 31 w 28"/>
                <a:gd name="T5" fmla="*/ 19 h 15"/>
                <a:gd name="T6" fmla="*/ 128 w 28"/>
                <a:gd name="T7" fmla="*/ 19 h 15"/>
                <a:gd name="T8" fmla="*/ 204 w 28"/>
                <a:gd name="T9" fmla="*/ 8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7" y="9"/>
                  </a:moveTo>
                  <a:cubicBezTo>
                    <a:pt x="25" y="15"/>
                    <a:pt x="15" y="15"/>
                    <a:pt x="7" y="12"/>
                  </a:cubicBezTo>
                  <a:cubicBezTo>
                    <a:pt x="0" y="9"/>
                    <a:pt x="0" y="4"/>
                    <a:pt x="4" y="2"/>
                  </a:cubicBezTo>
                  <a:cubicBezTo>
                    <a:pt x="7" y="0"/>
                    <a:pt x="10" y="1"/>
                    <a:pt x="17" y="2"/>
                  </a:cubicBezTo>
                  <a:cubicBezTo>
                    <a:pt x="23" y="4"/>
                    <a:pt x="28" y="6"/>
                    <a:pt x="27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7" name="Freeform 2967">
              <a:extLst>
                <a:ext uri="{FF2B5EF4-FFF2-40B4-BE49-F238E27FC236}">
                  <a16:creationId xmlns:a16="http://schemas.microsoft.com/office/drawing/2014/main" id="{D301EC1E-3188-44B9-BB62-5FBBE6D50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060"/>
              <a:ext cx="51" cy="25"/>
            </a:xfrm>
            <a:custGeom>
              <a:avLst/>
              <a:gdLst>
                <a:gd name="T0" fmla="*/ 61 w 26"/>
                <a:gd name="T1" fmla="*/ 73 h 12"/>
                <a:gd name="T2" fmla="*/ 16 w 26"/>
                <a:gd name="T3" fmla="*/ 0 h 12"/>
                <a:gd name="T4" fmla="*/ 53 w 26"/>
                <a:gd name="T5" fmla="*/ 83 h 12"/>
                <a:gd name="T6" fmla="*/ 196 w 26"/>
                <a:gd name="T7" fmla="*/ 56 h 12"/>
                <a:gd name="T8" fmla="*/ 61 w 26"/>
                <a:gd name="T9" fmla="*/ 7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2">
                  <a:moveTo>
                    <a:pt x="8" y="8"/>
                  </a:moveTo>
                  <a:cubicBezTo>
                    <a:pt x="3" y="5"/>
                    <a:pt x="1" y="2"/>
                    <a:pt x="2" y="0"/>
                  </a:cubicBezTo>
                  <a:cubicBezTo>
                    <a:pt x="0" y="3"/>
                    <a:pt x="1" y="7"/>
                    <a:pt x="7" y="9"/>
                  </a:cubicBezTo>
                  <a:cubicBezTo>
                    <a:pt x="15" y="12"/>
                    <a:pt x="24" y="12"/>
                    <a:pt x="26" y="6"/>
                  </a:cubicBezTo>
                  <a:cubicBezTo>
                    <a:pt x="23" y="11"/>
                    <a:pt x="15" y="10"/>
                    <a:pt x="8" y="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8" name="Freeform 2968">
              <a:extLst>
                <a:ext uri="{FF2B5EF4-FFF2-40B4-BE49-F238E27FC236}">
                  <a16:creationId xmlns:a16="http://schemas.microsoft.com/office/drawing/2014/main" id="{5EA839B1-611F-45B4-A244-661906E6C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3056"/>
              <a:ext cx="33" cy="10"/>
            </a:xfrm>
            <a:custGeom>
              <a:avLst/>
              <a:gdLst>
                <a:gd name="T0" fmla="*/ 0 w 17"/>
                <a:gd name="T1" fmla="*/ 0 h 5"/>
                <a:gd name="T2" fmla="*/ 124 w 17"/>
                <a:gd name="T3" fmla="*/ 40 h 5"/>
                <a:gd name="T4" fmla="*/ 52 w 17"/>
                <a:gd name="T5" fmla="*/ 16 h 5"/>
                <a:gd name="T6" fmla="*/ 0 w 1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5" y="0"/>
                    <a:pt x="13" y="1"/>
                    <a:pt x="17" y="5"/>
                  </a:cubicBezTo>
                  <a:cubicBezTo>
                    <a:pt x="14" y="4"/>
                    <a:pt x="10" y="3"/>
                    <a:pt x="7" y="2"/>
                  </a:cubicBezTo>
                  <a:cubicBezTo>
                    <a:pt x="4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9" name="Freeform 2969">
              <a:extLst>
                <a:ext uri="{FF2B5EF4-FFF2-40B4-BE49-F238E27FC236}">
                  <a16:creationId xmlns:a16="http://schemas.microsoft.com/office/drawing/2014/main" id="{18DAEC31-1BD1-4A01-B679-EB319E84F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3053"/>
              <a:ext cx="29" cy="15"/>
            </a:xfrm>
            <a:custGeom>
              <a:avLst/>
              <a:gdLst>
                <a:gd name="T0" fmla="*/ 64 w 15"/>
                <a:gd name="T1" fmla="*/ 9 h 7"/>
                <a:gd name="T2" fmla="*/ 0 w 15"/>
                <a:gd name="T3" fmla="*/ 0 h 7"/>
                <a:gd name="T4" fmla="*/ 108 w 15"/>
                <a:gd name="T5" fmla="*/ 69 h 7"/>
                <a:gd name="T6" fmla="*/ 64 w 15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9" y="1"/>
                  </a:moveTo>
                  <a:cubicBezTo>
                    <a:pt x="7" y="0"/>
                    <a:pt x="4" y="0"/>
                    <a:pt x="0" y="0"/>
                  </a:cubicBezTo>
                  <a:cubicBezTo>
                    <a:pt x="3" y="0"/>
                    <a:pt x="14" y="2"/>
                    <a:pt x="15" y="7"/>
                  </a:cubicBezTo>
                  <a:cubicBezTo>
                    <a:pt x="15" y="5"/>
                    <a:pt x="13" y="2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0" name="Freeform 2970">
              <a:extLst>
                <a:ext uri="{FF2B5EF4-FFF2-40B4-BE49-F238E27FC236}">
                  <a16:creationId xmlns:a16="http://schemas.microsoft.com/office/drawing/2014/main" id="{A3BD0725-F748-4CA9-BEF6-527346FA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3075"/>
              <a:ext cx="37" cy="15"/>
            </a:xfrm>
            <a:custGeom>
              <a:avLst/>
              <a:gdLst>
                <a:gd name="T0" fmla="*/ 0 w 19"/>
                <a:gd name="T1" fmla="*/ 0 h 7"/>
                <a:gd name="T2" fmla="*/ 140 w 19"/>
                <a:gd name="T3" fmla="*/ 41 h 7"/>
                <a:gd name="T4" fmla="*/ 0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2" y="3"/>
                    <a:pt x="11" y="6"/>
                    <a:pt x="19" y="4"/>
                  </a:cubicBezTo>
                  <a:cubicBezTo>
                    <a:pt x="17" y="6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1" name="Freeform 2971">
              <a:extLst>
                <a:ext uri="{FF2B5EF4-FFF2-40B4-BE49-F238E27FC236}">
                  <a16:creationId xmlns:a16="http://schemas.microsoft.com/office/drawing/2014/main" id="{03247C5B-22BA-41FB-A933-2B7F88AC0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3034"/>
              <a:ext cx="107" cy="75"/>
            </a:xfrm>
            <a:custGeom>
              <a:avLst/>
              <a:gdLst>
                <a:gd name="T0" fmla="*/ 157 w 54"/>
                <a:gd name="T1" fmla="*/ 0 h 35"/>
                <a:gd name="T2" fmla="*/ 71 w 54"/>
                <a:gd name="T3" fmla="*/ 60 h 35"/>
                <a:gd name="T4" fmla="*/ 180 w 54"/>
                <a:gd name="T5" fmla="*/ 317 h 35"/>
                <a:gd name="T6" fmla="*/ 396 w 54"/>
                <a:gd name="T7" fmla="*/ 216 h 35"/>
                <a:gd name="T8" fmla="*/ 357 w 54"/>
                <a:gd name="T9" fmla="*/ 69 h 35"/>
                <a:gd name="T10" fmla="*/ 248 w 54"/>
                <a:gd name="T11" fmla="*/ 19 h 35"/>
                <a:gd name="T12" fmla="*/ 157 w 5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0" y="0"/>
                  </a:moveTo>
                  <a:cubicBezTo>
                    <a:pt x="16" y="1"/>
                    <a:pt x="12" y="3"/>
                    <a:pt x="9" y="6"/>
                  </a:cubicBezTo>
                  <a:cubicBezTo>
                    <a:pt x="0" y="17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4" y="15"/>
                    <a:pt x="52" y="10"/>
                    <a:pt x="46" y="7"/>
                  </a:cubicBezTo>
                  <a:cubicBezTo>
                    <a:pt x="42" y="3"/>
                    <a:pt x="35" y="3"/>
                    <a:pt x="32" y="2"/>
                  </a:cubicBezTo>
                  <a:cubicBezTo>
                    <a:pt x="28" y="2"/>
                    <a:pt x="23" y="0"/>
                    <a:pt x="20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2" name="Freeform 2972">
              <a:extLst>
                <a:ext uri="{FF2B5EF4-FFF2-40B4-BE49-F238E27FC236}">
                  <a16:creationId xmlns:a16="http://schemas.microsoft.com/office/drawing/2014/main" id="{19046BC2-A347-48E7-B596-18D62DD7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3058"/>
              <a:ext cx="51" cy="27"/>
            </a:xfrm>
            <a:custGeom>
              <a:avLst/>
              <a:gdLst>
                <a:gd name="T0" fmla="*/ 0 w 26"/>
                <a:gd name="T1" fmla="*/ 35 h 13"/>
                <a:gd name="T2" fmla="*/ 47 w 26"/>
                <a:gd name="T3" fmla="*/ 91 h 13"/>
                <a:gd name="T4" fmla="*/ 165 w 26"/>
                <a:gd name="T5" fmla="*/ 100 h 13"/>
                <a:gd name="T6" fmla="*/ 196 w 26"/>
                <a:gd name="T7" fmla="*/ 64 h 13"/>
                <a:gd name="T8" fmla="*/ 196 w 26"/>
                <a:gd name="T9" fmla="*/ 64 h 13"/>
                <a:gd name="T10" fmla="*/ 165 w 26"/>
                <a:gd name="T11" fmla="*/ 100 h 13"/>
                <a:gd name="T12" fmla="*/ 47 w 26"/>
                <a:gd name="T13" fmla="*/ 91 h 13"/>
                <a:gd name="T14" fmla="*/ 0 w 26"/>
                <a:gd name="T15" fmla="*/ 35 h 13"/>
                <a:gd name="T16" fmla="*/ 24 w 26"/>
                <a:gd name="T17" fmla="*/ 0 h 13"/>
                <a:gd name="T18" fmla="*/ 24 w 26"/>
                <a:gd name="T19" fmla="*/ 0 h 13"/>
                <a:gd name="T20" fmla="*/ 0 w 26"/>
                <a:gd name="T21" fmla="*/ 35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3">
                  <a:moveTo>
                    <a:pt x="0" y="4"/>
                  </a:moveTo>
                  <a:cubicBezTo>
                    <a:pt x="0" y="6"/>
                    <a:pt x="2" y="9"/>
                    <a:pt x="6" y="10"/>
                  </a:cubicBezTo>
                  <a:cubicBezTo>
                    <a:pt x="12" y="13"/>
                    <a:pt x="18" y="13"/>
                    <a:pt x="22" y="11"/>
                  </a:cubicBezTo>
                  <a:cubicBezTo>
                    <a:pt x="24" y="10"/>
                    <a:pt x="25" y="9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5" y="9"/>
                    <a:pt x="24" y="10"/>
                    <a:pt x="22" y="11"/>
                  </a:cubicBezTo>
                  <a:cubicBezTo>
                    <a:pt x="18" y="13"/>
                    <a:pt x="12" y="12"/>
                    <a:pt x="6" y="10"/>
                  </a:cubicBezTo>
                  <a:cubicBezTo>
                    <a:pt x="3" y="9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3" name="Freeform 2973">
              <a:extLst>
                <a:ext uri="{FF2B5EF4-FFF2-40B4-BE49-F238E27FC236}">
                  <a16:creationId xmlns:a16="http://schemas.microsoft.com/office/drawing/2014/main" id="{56B8FCE6-6973-4941-982A-4AEFE68DF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817"/>
              <a:ext cx="48" cy="62"/>
            </a:xfrm>
            <a:custGeom>
              <a:avLst/>
              <a:gdLst>
                <a:gd name="T0" fmla="*/ 8 w 24"/>
                <a:gd name="T1" fmla="*/ 137 h 29"/>
                <a:gd name="T2" fmla="*/ 16 w 24"/>
                <a:gd name="T3" fmla="*/ 233 h 29"/>
                <a:gd name="T4" fmla="*/ 80 w 24"/>
                <a:gd name="T5" fmla="*/ 284 h 29"/>
                <a:gd name="T6" fmla="*/ 176 w 24"/>
                <a:gd name="T7" fmla="*/ 120 h 29"/>
                <a:gd name="T8" fmla="*/ 64 w 24"/>
                <a:gd name="T9" fmla="*/ 19 h 29"/>
                <a:gd name="T10" fmla="*/ 8 w 24"/>
                <a:gd name="T11" fmla="*/ 13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9">
                  <a:moveTo>
                    <a:pt x="1" y="14"/>
                  </a:moveTo>
                  <a:cubicBezTo>
                    <a:pt x="1" y="18"/>
                    <a:pt x="0" y="21"/>
                    <a:pt x="2" y="24"/>
                  </a:cubicBezTo>
                  <a:cubicBezTo>
                    <a:pt x="4" y="26"/>
                    <a:pt x="7" y="28"/>
                    <a:pt x="10" y="29"/>
                  </a:cubicBezTo>
                  <a:cubicBezTo>
                    <a:pt x="17" y="29"/>
                    <a:pt x="24" y="21"/>
                    <a:pt x="22" y="12"/>
                  </a:cubicBezTo>
                  <a:cubicBezTo>
                    <a:pt x="21" y="3"/>
                    <a:pt x="13" y="0"/>
                    <a:pt x="8" y="2"/>
                  </a:cubicBezTo>
                  <a:cubicBezTo>
                    <a:pt x="4" y="5"/>
                    <a:pt x="3" y="7"/>
                    <a:pt x="1" y="1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4" name="Freeform 2974">
              <a:extLst>
                <a:ext uri="{FF2B5EF4-FFF2-40B4-BE49-F238E27FC236}">
                  <a16:creationId xmlns:a16="http://schemas.microsoft.com/office/drawing/2014/main" id="{2371F665-0F88-4B60-AEC5-4BF197066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817"/>
              <a:ext cx="36" cy="51"/>
            </a:xfrm>
            <a:custGeom>
              <a:avLst/>
              <a:gdLst>
                <a:gd name="T0" fmla="*/ 32 w 18"/>
                <a:gd name="T1" fmla="*/ 19 h 24"/>
                <a:gd name="T2" fmla="*/ 0 w 18"/>
                <a:gd name="T3" fmla="*/ 49 h 24"/>
                <a:gd name="T4" fmla="*/ 24 w 18"/>
                <a:gd name="T5" fmla="*/ 28 h 24"/>
                <a:gd name="T6" fmla="*/ 128 w 18"/>
                <a:gd name="T7" fmla="*/ 128 h 24"/>
                <a:gd name="T8" fmla="*/ 104 w 18"/>
                <a:gd name="T9" fmla="*/ 230 h 24"/>
                <a:gd name="T10" fmla="*/ 136 w 18"/>
                <a:gd name="T11" fmla="*/ 117 h 24"/>
                <a:gd name="T12" fmla="*/ 32 w 18"/>
                <a:gd name="T13" fmla="*/ 19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4">
                  <a:moveTo>
                    <a:pt x="4" y="2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1" y="5"/>
                    <a:pt x="2" y="4"/>
                    <a:pt x="3" y="3"/>
                  </a:cubicBezTo>
                  <a:cubicBezTo>
                    <a:pt x="8" y="1"/>
                    <a:pt x="15" y="5"/>
                    <a:pt x="16" y="13"/>
                  </a:cubicBezTo>
                  <a:cubicBezTo>
                    <a:pt x="17" y="17"/>
                    <a:pt x="16" y="21"/>
                    <a:pt x="13" y="24"/>
                  </a:cubicBezTo>
                  <a:cubicBezTo>
                    <a:pt x="16" y="21"/>
                    <a:pt x="18" y="17"/>
                    <a:pt x="17" y="12"/>
                  </a:cubicBezTo>
                  <a:cubicBezTo>
                    <a:pt x="16" y="4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5" name="Freeform 2975">
              <a:extLst>
                <a:ext uri="{FF2B5EF4-FFF2-40B4-BE49-F238E27FC236}">
                  <a16:creationId xmlns:a16="http://schemas.microsoft.com/office/drawing/2014/main" id="{599255DA-9ECE-45C9-AE58-77FEF155E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828"/>
              <a:ext cx="36" cy="49"/>
            </a:xfrm>
            <a:custGeom>
              <a:avLst/>
              <a:gdLst>
                <a:gd name="T0" fmla="*/ 80 w 18"/>
                <a:gd name="T1" fmla="*/ 213 h 23"/>
                <a:gd name="T2" fmla="*/ 16 w 18"/>
                <a:gd name="T3" fmla="*/ 173 h 23"/>
                <a:gd name="T4" fmla="*/ 8 w 18"/>
                <a:gd name="T5" fmla="*/ 85 h 23"/>
                <a:gd name="T6" fmla="*/ 32 w 18"/>
                <a:gd name="T7" fmla="*/ 0 h 23"/>
                <a:gd name="T8" fmla="*/ 8 w 18"/>
                <a:gd name="T9" fmla="*/ 96 h 23"/>
                <a:gd name="T10" fmla="*/ 16 w 18"/>
                <a:gd name="T11" fmla="*/ 181 h 23"/>
                <a:gd name="T12" fmla="*/ 72 w 18"/>
                <a:gd name="T13" fmla="*/ 222 h 23"/>
                <a:gd name="T14" fmla="*/ 144 w 18"/>
                <a:gd name="T15" fmla="*/ 173 h 23"/>
                <a:gd name="T16" fmla="*/ 80 w 18"/>
                <a:gd name="T17" fmla="*/ 21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3">
                  <a:moveTo>
                    <a:pt x="10" y="22"/>
                  </a:moveTo>
                  <a:cubicBezTo>
                    <a:pt x="6" y="22"/>
                    <a:pt x="4" y="20"/>
                    <a:pt x="2" y="18"/>
                  </a:cubicBezTo>
                  <a:cubicBezTo>
                    <a:pt x="0" y="15"/>
                    <a:pt x="1" y="12"/>
                    <a:pt x="1" y="9"/>
                  </a:cubicBezTo>
                  <a:cubicBezTo>
                    <a:pt x="2" y="5"/>
                    <a:pt x="3" y="2"/>
                    <a:pt x="4" y="0"/>
                  </a:cubicBezTo>
                  <a:cubicBezTo>
                    <a:pt x="3" y="2"/>
                    <a:pt x="2" y="5"/>
                    <a:pt x="1" y="10"/>
                  </a:cubicBezTo>
                  <a:cubicBezTo>
                    <a:pt x="0" y="13"/>
                    <a:pt x="0" y="16"/>
                    <a:pt x="2" y="19"/>
                  </a:cubicBezTo>
                  <a:cubicBezTo>
                    <a:pt x="3" y="21"/>
                    <a:pt x="6" y="23"/>
                    <a:pt x="9" y="23"/>
                  </a:cubicBezTo>
                  <a:cubicBezTo>
                    <a:pt x="12" y="23"/>
                    <a:pt x="16" y="21"/>
                    <a:pt x="18" y="18"/>
                  </a:cubicBezTo>
                  <a:cubicBezTo>
                    <a:pt x="16" y="21"/>
                    <a:pt x="13" y="23"/>
                    <a:pt x="10" y="2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6" name="Freeform 2976">
              <a:extLst>
                <a:ext uri="{FF2B5EF4-FFF2-40B4-BE49-F238E27FC236}">
                  <a16:creationId xmlns:a16="http://schemas.microsoft.com/office/drawing/2014/main" id="{8318D337-8CB8-48F2-8166-072A7E569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826"/>
              <a:ext cx="28" cy="42"/>
            </a:xfrm>
            <a:custGeom>
              <a:avLst/>
              <a:gdLst>
                <a:gd name="T0" fmla="*/ 32 w 14"/>
                <a:gd name="T1" fmla="*/ 48 h 20"/>
                <a:gd name="T2" fmla="*/ 96 w 14"/>
                <a:gd name="T3" fmla="*/ 120 h 20"/>
                <a:gd name="T4" fmla="*/ 24 w 14"/>
                <a:gd name="T5" fmla="*/ 168 h 20"/>
                <a:gd name="T6" fmla="*/ 32 w 14"/>
                <a:gd name="T7" fmla="*/ 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0">
                  <a:moveTo>
                    <a:pt x="4" y="5"/>
                  </a:moveTo>
                  <a:cubicBezTo>
                    <a:pt x="8" y="0"/>
                    <a:pt x="14" y="5"/>
                    <a:pt x="12" y="13"/>
                  </a:cubicBezTo>
                  <a:cubicBezTo>
                    <a:pt x="10" y="20"/>
                    <a:pt x="5" y="20"/>
                    <a:pt x="3" y="18"/>
                  </a:cubicBezTo>
                  <a:cubicBezTo>
                    <a:pt x="0" y="15"/>
                    <a:pt x="1" y="8"/>
                    <a:pt x="4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7" name="Freeform 2977">
              <a:extLst>
                <a:ext uri="{FF2B5EF4-FFF2-40B4-BE49-F238E27FC236}">
                  <a16:creationId xmlns:a16="http://schemas.microsoft.com/office/drawing/2014/main" id="{5085F531-F1CB-4B3E-9236-46FA87192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832"/>
              <a:ext cx="16" cy="34"/>
            </a:xfrm>
            <a:custGeom>
              <a:avLst/>
              <a:gdLst>
                <a:gd name="T0" fmla="*/ 8 w 8"/>
                <a:gd name="T1" fmla="*/ 0 h 16"/>
                <a:gd name="T2" fmla="*/ 40 w 8"/>
                <a:gd name="T3" fmla="*/ 96 h 16"/>
                <a:gd name="T4" fmla="*/ 0 w 8"/>
                <a:gd name="T5" fmla="*/ 153 h 16"/>
                <a:gd name="T6" fmla="*/ 48 w 8"/>
                <a:gd name="T7" fmla="*/ 96 h 16"/>
                <a:gd name="T8" fmla="*/ 8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4" y="1"/>
                    <a:pt x="6" y="5"/>
                    <a:pt x="5" y="10"/>
                  </a:cubicBezTo>
                  <a:cubicBezTo>
                    <a:pt x="4" y="14"/>
                    <a:pt x="2" y="15"/>
                    <a:pt x="0" y="16"/>
                  </a:cubicBezTo>
                  <a:cubicBezTo>
                    <a:pt x="2" y="16"/>
                    <a:pt x="5" y="15"/>
                    <a:pt x="6" y="10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8" name="Freeform 2978">
              <a:extLst>
                <a:ext uri="{FF2B5EF4-FFF2-40B4-BE49-F238E27FC236}">
                  <a16:creationId xmlns:a16="http://schemas.microsoft.com/office/drawing/2014/main" id="{BFD4EE45-2BEE-4E2A-870E-4C007613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841"/>
              <a:ext cx="4" cy="19"/>
            </a:xfrm>
            <a:custGeom>
              <a:avLst/>
              <a:gdLst>
                <a:gd name="T0" fmla="*/ 16 w 2"/>
                <a:gd name="T1" fmla="*/ 0 h 9"/>
                <a:gd name="T2" fmla="*/ 8 w 2"/>
                <a:gd name="T3" fmla="*/ 84 h 9"/>
                <a:gd name="T4" fmla="*/ 16 w 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0" y="3"/>
                    <a:pt x="0" y="7"/>
                    <a:pt x="1" y="9"/>
                  </a:cubicBezTo>
                  <a:cubicBezTo>
                    <a:pt x="1" y="7"/>
                    <a:pt x="1" y="3"/>
                    <a:pt x="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9" name="Freeform 2979">
              <a:extLst>
                <a:ext uri="{FF2B5EF4-FFF2-40B4-BE49-F238E27FC236}">
                  <a16:creationId xmlns:a16="http://schemas.microsoft.com/office/drawing/2014/main" id="{4702B278-6C9D-4278-A86B-1C1459CCA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834"/>
              <a:ext cx="10" cy="28"/>
            </a:xfrm>
            <a:custGeom>
              <a:avLst/>
              <a:gdLst>
                <a:gd name="T0" fmla="*/ 0 w 5"/>
                <a:gd name="T1" fmla="*/ 129 h 13"/>
                <a:gd name="T2" fmla="*/ 0 w 5"/>
                <a:gd name="T3" fmla="*/ 0 h 13"/>
                <a:gd name="T4" fmla="*/ 0 w 5"/>
                <a:gd name="T5" fmla="*/ 1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0" y="13"/>
                  </a:moveTo>
                  <a:cubicBezTo>
                    <a:pt x="2" y="12"/>
                    <a:pt x="5" y="4"/>
                    <a:pt x="0" y="0"/>
                  </a:cubicBezTo>
                  <a:cubicBezTo>
                    <a:pt x="3" y="1"/>
                    <a:pt x="5" y="8"/>
                    <a:pt x="0" y="13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0" name="Freeform 2980">
              <a:extLst>
                <a:ext uri="{FF2B5EF4-FFF2-40B4-BE49-F238E27FC236}">
                  <a16:creationId xmlns:a16="http://schemas.microsoft.com/office/drawing/2014/main" id="{8F4FEAC2-40C2-4508-A622-6FDA30639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817"/>
              <a:ext cx="48" cy="62"/>
            </a:xfrm>
            <a:custGeom>
              <a:avLst/>
              <a:gdLst>
                <a:gd name="T0" fmla="*/ 8 w 24"/>
                <a:gd name="T1" fmla="*/ 137 h 29"/>
                <a:gd name="T2" fmla="*/ 16 w 24"/>
                <a:gd name="T3" fmla="*/ 233 h 29"/>
                <a:gd name="T4" fmla="*/ 80 w 24"/>
                <a:gd name="T5" fmla="*/ 284 h 29"/>
                <a:gd name="T6" fmla="*/ 176 w 24"/>
                <a:gd name="T7" fmla="*/ 120 h 29"/>
                <a:gd name="T8" fmla="*/ 64 w 24"/>
                <a:gd name="T9" fmla="*/ 19 h 29"/>
                <a:gd name="T10" fmla="*/ 8 w 24"/>
                <a:gd name="T11" fmla="*/ 13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9">
                  <a:moveTo>
                    <a:pt x="1" y="14"/>
                  </a:moveTo>
                  <a:cubicBezTo>
                    <a:pt x="1" y="18"/>
                    <a:pt x="0" y="21"/>
                    <a:pt x="2" y="24"/>
                  </a:cubicBezTo>
                  <a:cubicBezTo>
                    <a:pt x="4" y="26"/>
                    <a:pt x="7" y="28"/>
                    <a:pt x="10" y="29"/>
                  </a:cubicBezTo>
                  <a:cubicBezTo>
                    <a:pt x="17" y="29"/>
                    <a:pt x="24" y="21"/>
                    <a:pt x="22" y="12"/>
                  </a:cubicBezTo>
                  <a:cubicBezTo>
                    <a:pt x="21" y="3"/>
                    <a:pt x="13" y="0"/>
                    <a:pt x="8" y="2"/>
                  </a:cubicBezTo>
                  <a:cubicBezTo>
                    <a:pt x="4" y="5"/>
                    <a:pt x="3" y="7"/>
                    <a:pt x="1" y="14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1" name="Freeform 2981">
              <a:extLst>
                <a:ext uri="{FF2B5EF4-FFF2-40B4-BE49-F238E27FC236}">
                  <a16:creationId xmlns:a16="http://schemas.microsoft.com/office/drawing/2014/main" id="{B09A7644-0CBF-4F06-874D-84197CBF8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832"/>
              <a:ext cx="20" cy="34"/>
            </a:xfrm>
            <a:custGeom>
              <a:avLst/>
              <a:gdLst>
                <a:gd name="T0" fmla="*/ 8 w 10"/>
                <a:gd name="T1" fmla="*/ 19 h 16"/>
                <a:gd name="T2" fmla="*/ 48 w 10"/>
                <a:gd name="T3" fmla="*/ 9 h 16"/>
                <a:gd name="T4" fmla="*/ 72 w 10"/>
                <a:gd name="T5" fmla="*/ 96 h 16"/>
                <a:gd name="T6" fmla="*/ 32 w 10"/>
                <a:gd name="T7" fmla="*/ 153 h 16"/>
                <a:gd name="T8" fmla="*/ 0 w 10"/>
                <a:gd name="T9" fmla="*/ 145 h 16"/>
                <a:gd name="T10" fmla="*/ 0 w 10"/>
                <a:gd name="T11" fmla="*/ 145 h 16"/>
                <a:gd name="T12" fmla="*/ 32 w 10"/>
                <a:gd name="T13" fmla="*/ 153 h 16"/>
                <a:gd name="T14" fmla="*/ 72 w 10"/>
                <a:gd name="T15" fmla="*/ 96 h 16"/>
                <a:gd name="T16" fmla="*/ 56 w 10"/>
                <a:gd name="T17" fmla="*/ 9 h 16"/>
                <a:gd name="T18" fmla="*/ 8 w 10"/>
                <a:gd name="T19" fmla="*/ 1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6">
                  <a:moveTo>
                    <a:pt x="1" y="2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8" y="2"/>
                    <a:pt x="10" y="5"/>
                    <a:pt x="9" y="10"/>
                  </a:cubicBezTo>
                  <a:cubicBezTo>
                    <a:pt x="8" y="14"/>
                    <a:pt x="6" y="15"/>
                    <a:pt x="4" y="16"/>
                  </a:cubicBezTo>
                  <a:cubicBezTo>
                    <a:pt x="3" y="16"/>
                    <a:pt x="1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3" y="16"/>
                    <a:pt x="4" y="16"/>
                  </a:cubicBezTo>
                  <a:cubicBezTo>
                    <a:pt x="6" y="15"/>
                    <a:pt x="8" y="14"/>
                    <a:pt x="9" y="10"/>
                  </a:cubicBezTo>
                  <a:cubicBezTo>
                    <a:pt x="10" y="5"/>
                    <a:pt x="9" y="2"/>
                    <a:pt x="7" y="1"/>
                  </a:cubicBezTo>
                  <a:cubicBezTo>
                    <a:pt x="5" y="0"/>
                    <a:pt x="3" y="0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2" name="Freeform 2982">
              <a:extLst>
                <a:ext uri="{FF2B5EF4-FFF2-40B4-BE49-F238E27FC236}">
                  <a16:creationId xmlns:a16="http://schemas.microsoft.com/office/drawing/2014/main" id="{5F46956D-688C-4293-90D9-98AFCBDDD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956"/>
              <a:ext cx="80" cy="66"/>
            </a:xfrm>
            <a:custGeom>
              <a:avLst/>
              <a:gdLst>
                <a:gd name="T0" fmla="*/ 136 w 40"/>
                <a:gd name="T1" fmla="*/ 0 h 31"/>
                <a:gd name="T2" fmla="*/ 40 w 40"/>
                <a:gd name="T3" fmla="*/ 49 h 31"/>
                <a:gd name="T4" fmla="*/ 8 w 40"/>
                <a:gd name="T5" fmla="*/ 153 h 31"/>
                <a:gd name="T6" fmla="*/ 216 w 40"/>
                <a:gd name="T7" fmla="*/ 258 h 31"/>
                <a:gd name="T8" fmla="*/ 280 w 40"/>
                <a:gd name="T9" fmla="*/ 49 h 31"/>
                <a:gd name="T10" fmla="*/ 136 w 4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17" y="0"/>
                  </a:moveTo>
                  <a:cubicBezTo>
                    <a:pt x="12" y="0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6" y="31"/>
                    <a:pt x="27" y="27"/>
                  </a:cubicBezTo>
                  <a:cubicBezTo>
                    <a:pt x="38" y="22"/>
                    <a:pt x="40" y="11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3" name="Freeform 2983">
              <a:extLst>
                <a:ext uri="{FF2B5EF4-FFF2-40B4-BE49-F238E27FC236}">
                  <a16:creationId xmlns:a16="http://schemas.microsoft.com/office/drawing/2014/main" id="{0E5DC4FC-3561-401E-A38E-4479981E5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60"/>
              <a:ext cx="60" cy="57"/>
            </a:xfrm>
            <a:custGeom>
              <a:avLst/>
              <a:gdLst>
                <a:gd name="T0" fmla="*/ 208 w 30"/>
                <a:gd name="T1" fmla="*/ 36 h 27"/>
                <a:gd name="T2" fmla="*/ 168 w 30"/>
                <a:gd name="T3" fmla="*/ 0 h 27"/>
                <a:gd name="T4" fmla="*/ 200 w 30"/>
                <a:gd name="T5" fmla="*/ 27 h 27"/>
                <a:gd name="T6" fmla="*/ 136 w 30"/>
                <a:gd name="T7" fmla="*/ 228 h 27"/>
                <a:gd name="T8" fmla="*/ 0 w 30"/>
                <a:gd name="T9" fmla="*/ 228 h 27"/>
                <a:gd name="T10" fmla="*/ 144 w 30"/>
                <a:gd name="T11" fmla="*/ 228 h 27"/>
                <a:gd name="T12" fmla="*/ 208 w 30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6" y="4"/>
                  </a:moveTo>
                  <a:cubicBezTo>
                    <a:pt x="24" y="2"/>
                    <a:pt x="23" y="1"/>
                    <a:pt x="21" y="0"/>
                  </a:cubicBezTo>
                  <a:cubicBezTo>
                    <a:pt x="22" y="1"/>
                    <a:pt x="23" y="2"/>
                    <a:pt x="25" y="3"/>
                  </a:cubicBezTo>
                  <a:cubicBezTo>
                    <a:pt x="29" y="9"/>
                    <a:pt x="27" y="20"/>
                    <a:pt x="17" y="24"/>
                  </a:cubicBezTo>
                  <a:cubicBezTo>
                    <a:pt x="11" y="26"/>
                    <a:pt x="5" y="26"/>
                    <a:pt x="0" y="24"/>
                  </a:cubicBezTo>
                  <a:cubicBezTo>
                    <a:pt x="5" y="26"/>
                    <a:pt x="12" y="27"/>
                    <a:pt x="18" y="24"/>
                  </a:cubicBezTo>
                  <a:cubicBezTo>
                    <a:pt x="28" y="20"/>
                    <a:pt x="30" y="9"/>
                    <a:pt x="2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4" name="Freeform 2984">
              <a:extLst>
                <a:ext uri="{FF2B5EF4-FFF2-40B4-BE49-F238E27FC236}">
                  <a16:creationId xmlns:a16="http://schemas.microsoft.com/office/drawing/2014/main" id="{C45C4BD6-B297-41D7-9273-0FB88684B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958"/>
              <a:ext cx="58" cy="53"/>
            </a:xfrm>
            <a:custGeom>
              <a:avLst/>
              <a:gdLst>
                <a:gd name="T0" fmla="*/ 16 w 29"/>
                <a:gd name="T1" fmla="*/ 153 h 25"/>
                <a:gd name="T2" fmla="*/ 40 w 29"/>
                <a:gd name="T3" fmla="*/ 49 h 25"/>
                <a:gd name="T4" fmla="*/ 136 w 29"/>
                <a:gd name="T5" fmla="*/ 0 h 25"/>
                <a:gd name="T6" fmla="*/ 232 w 29"/>
                <a:gd name="T7" fmla="*/ 8 h 25"/>
                <a:gd name="T8" fmla="*/ 128 w 29"/>
                <a:gd name="T9" fmla="*/ 0 h 25"/>
                <a:gd name="T10" fmla="*/ 32 w 29"/>
                <a:gd name="T11" fmla="*/ 36 h 25"/>
                <a:gd name="T12" fmla="*/ 8 w 29"/>
                <a:gd name="T13" fmla="*/ 144 h 25"/>
                <a:gd name="T14" fmla="*/ 80 w 29"/>
                <a:gd name="T15" fmla="*/ 237 h 25"/>
                <a:gd name="T16" fmla="*/ 16 w 29"/>
                <a:gd name="T17" fmla="*/ 15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2" y="16"/>
                  </a:moveTo>
                  <a:cubicBezTo>
                    <a:pt x="1" y="11"/>
                    <a:pt x="3" y="8"/>
                    <a:pt x="5" y="5"/>
                  </a:cubicBezTo>
                  <a:cubicBezTo>
                    <a:pt x="8" y="1"/>
                    <a:pt x="12" y="1"/>
                    <a:pt x="17" y="0"/>
                  </a:cubicBezTo>
                  <a:cubicBezTo>
                    <a:pt x="23" y="0"/>
                    <a:pt x="26" y="0"/>
                    <a:pt x="29" y="1"/>
                  </a:cubicBezTo>
                  <a:cubicBezTo>
                    <a:pt x="26" y="0"/>
                    <a:pt x="22" y="0"/>
                    <a:pt x="16" y="0"/>
                  </a:cubicBezTo>
                  <a:cubicBezTo>
                    <a:pt x="11" y="0"/>
                    <a:pt x="7" y="1"/>
                    <a:pt x="4" y="4"/>
                  </a:cubicBezTo>
                  <a:cubicBezTo>
                    <a:pt x="2" y="7"/>
                    <a:pt x="0" y="11"/>
                    <a:pt x="1" y="15"/>
                  </a:cubicBezTo>
                  <a:cubicBezTo>
                    <a:pt x="2" y="20"/>
                    <a:pt x="5" y="23"/>
                    <a:pt x="10" y="25"/>
                  </a:cubicBezTo>
                  <a:cubicBezTo>
                    <a:pt x="6" y="23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5" name="Freeform 2985">
              <a:extLst>
                <a:ext uri="{FF2B5EF4-FFF2-40B4-BE49-F238E27FC236}">
                  <a16:creationId xmlns:a16="http://schemas.microsoft.com/office/drawing/2014/main" id="{F9B6032D-207E-4C3B-845E-76C3DC505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966"/>
              <a:ext cx="54" cy="32"/>
            </a:xfrm>
            <a:custGeom>
              <a:avLst/>
              <a:gdLst>
                <a:gd name="T0" fmla="*/ 152 w 27"/>
                <a:gd name="T1" fmla="*/ 19 h 15"/>
                <a:gd name="T2" fmla="*/ 96 w 27"/>
                <a:gd name="T3" fmla="*/ 145 h 15"/>
                <a:gd name="T4" fmla="*/ 16 w 27"/>
                <a:gd name="T5" fmla="*/ 49 h 15"/>
                <a:gd name="T6" fmla="*/ 152 w 27"/>
                <a:gd name="T7" fmla="*/ 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19" y="2"/>
                  </a:moveTo>
                  <a:cubicBezTo>
                    <a:pt x="27" y="6"/>
                    <a:pt x="22" y="15"/>
                    <a:pt x="12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5" y="1"/>
                    <a:pt x="14" y="0"/>
                    <a:pt x="19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6" name="Freeform 2986">
              <a:extLst>
                <a:ext uri="{FF2B5EF4-FFF2-40B4-BE49-F238E27FC236}">
                  <a16:creationId xmlns:a16="http://schemas.microsoft.com/office/drawing/2014/main" id="{85BE4730-3EB9-44B1-BDAB-1EA50C01C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77"/>
              <a:ext cx="44" cy="21"/>
            </a:xfrm>
            <a:custGeom>
              <a:avLst/>
              <a:gdLst>
                <a:gd name="T0" fmla="*/ 160 w 22"/>
                <a:gd name="T1" fmla="*/ 0 h 10"/>
                <a:gd name="T2" fmla="*/ 72 w 22"/>
                <a:gd name="T3" fmla="*/ 84 h 10"/>
                <a:gd name="T4" fmla="*/ 0 w 22"/>
                <a:gd name="T5" fmla="*/ 36 h 10"/>
                <a:gd name="T6" fmla="*/ 80 w 22"/>
                <a:gd name="T7" fmla="*/ 92 h 10"/>
                <a:gd name="T8" fmla="*/ 160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0" y="0"/>
                  </a:moveTo>
                  <a:cubicBezTo>
                    <a:pt x="21" y="4"/>
                    <a:pt x="16" y="9"/>
                    <a:pt x="9" y="9"/>
                  </a:cubicBezTo>
                  <a:cubicBezTo>
                    <a:pt x="4" y="9"/>
                    <a:pt x="1" y="7"/>
                    <a:pt x="0" y="4"/>
                  </a:cubicBezTo>
                  <a:cubicBezTo>
                    <a:pt x="0" y="7"/>
                    <a:pt x="3" y="10"/>
                    <a:pt x="10" y="10"/>
                  </a:cubicBezTo>
                  <a:cubicBezTo>
                    <a:pt x="18" y="10"/>
                    <a:pt x="22" y="5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7" name="Freeform 2987">
              <a:extLst>
                <a:ext uri="{FF2B5EF4-FFF2-40B4-BE49-F238E27FC236}">
                  <a16:creationId xmlns:a16="http://schemas.microsoft.com/office/drawing/2014/main" id="{72E805DE-02A4-45C3-A62C-43DF34C17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966"/>
              <a:ext cx="24" cy="7"/>
            </a:xfrm>
            <a:custGeom>
              <a:avLst/>
              <a:gdLst>
                <a:gd name="T0" fmla="*/ 96 w 12"/>
                <a:gd name="T1" fmla="*/ 12 h 3"/>
                <a:gd name="T2" fmla="*/ 0 w 12"/>
                <a:gd name="T3" fmla="*/ 37 h 3"/>
                <a:gd name="T4" fmla="*/ 96 w 1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1"/>
                    <a:pt x="0" y="3"/>
                  </a:cubicBezTo>
                  <a:cubicBezTo>
                    <a:pt x="3" y="2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8" name="Freeform 2988">
              <a:extLst>
                <a:ext uri="{FF2B5EF4-FFF2-40B4-BE49-F238E27FC236}">
                  <a16:creationId xmlns:a16="http://schemas.microsoft.com/office/drawing/2014/main" id="{3F15DF5C-9882-4A7E-A17E-DAA274DFC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988"/>
              <a:ext cx="34" cy="19"/>
            </a:xfrm>
            <a:custGeom>
              <a:avLst/>
              <a:gdLst>
                <a:gd name="T0" fmla="*/ 0 w 17"/>
                <a:gd name="T1" fmla="*/ 36 h 9"/>
                <a:gd name="T2" fmla="*/ 136 w 17"/>
                <a:gd name="T3" fmla="*/ 0 h 9"/>
                <a:gd name="T4" fmla="*/ 0 w 17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3" y="6"/>
                    <a:pt x="14" y="7"/>
                    <a:pt x="17" y="0"/>
                  </a:cubicBezTo>
                  <a:cubicBezTo>
                    <a:pt x="16" y="3"/>
                    <a:pt x="9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9" name="Freeform 2989">
              <a:extLst>
                <a:ext uri="{FF2B5EF4-FFF2-40B4-BE49-F238E27FC236}">
                  <a16:creationId xmlns:a16="http://schemas.microsoft.com/office/drawing/2014/main" id="{55FBDF55-E1DD-4256-BC9C-281C53A0C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956"/>
              <a:ext cx="80" cy="66"/>
            </a:xfrm>
            <a:custGeom>
              <a:avLst/>
              <a:gdLst>
                <a:gd name="T0" fmla="*/ 136 w 40"/>
                <a:gd name="T1" fmla="*/ 0 h 31"/>
                <a:gd name="T2" fmla="*/ 40 w 40"/>
                <a:gd name="T3" fmla="*/ 49 h 31"/>
                <a:gd name="T4" fmla="*/ 8 w 40"/>
                <a:gd name="T5" fmla="*/ 153 h 31"/>
                <a:gd name="T6" fmla="*/ 216 w 40"/>
                <a:gd name="T7" fmla="*/ 258 h 31"/>
                <a:gd name="T8" fmla="*/ 280 w 40"/>
                <a:gd name="T9" fmla="*/ 49 h 31"/>
                <a:gd name="T10" fmla="*/ 136 w 4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17" y="0"/>
                  </a:moveTo>
                  <a:cubicBezTo>
                    <a:pt x="12" y="0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6" y="31"/>
                    <a:pt x="27" y="27"/>
                  </a:cubicBezTo>
                  <a:cubicBezTo>
                    <a:pt x="38" y="22"/>
                    <a:pt x="40" y="11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0" name="Freeform 2990">
              <a:extLst>
                <a:ext uri="{FF2B5EF4-FFF2-40B4-BE49-F238E27FC236}">
                  <a16:creationId xmlns:a16="http://schemas.microsoft.com/office/drawing/2014/main" id="{9C336B82-D6DB-44D5-8C4C-8F2CCF8BE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971"/>
              <a:ext cx="44" cy="27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4 h 13"/>
                <a:gd name="T4" fmla="*/ 88 w 22"/>
                <a:gd name="T5" fmla="*/ 116 h 13"/>
                <a:gd name="T6" fmla="*/ 8 w 22"/>
                <a:gd name="T7" fmla="*/ 81 h 13"/>
                <a:gd name="T8" fmla="*/ 8 w 22"/>
                <a:gd name="T9" fmla="*/ 25 h 13"/>
                <a:gd name="T10" fmla="*/ 8 w 22"/>
                <a:gd name="T11" fmla="*/ 25 h 13"/>
                <a:gd name="T12" fmla="*/ 8 w 22"/>
                <a:gd name="T13" fmla="*/ 81 h 13"/>
                <a:gd name="T14" fmla="*/ 88 w 22"/>
                <a:gd name="T15" fmla="*/ 116 h 13"/>
                <a:gd name="T16" fmla="*/ 176 w 22"/>
                <a:gd name="T17" fmla="*/ 64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2"/>
                    <a:pt x="22" y="4"/>
                    <a:pt x="21" y="7"/>
                  </a:cubicBezTo>
                  <a:cubicBezTo>
                    <a:pt x="21" y="10"/>
                    <a:pt x="17" y="13"/>
                    <a:pt x="11" y="13"/>
                  </a:cubicBezTo>
                  <a:cubicBezTo>
                    <a:pt x="5" y="13"/>
                    <a:pt x="2" y="11"/>
                    <a:pt x="1" y="9"/>
                  </a:cubicBezTo>
                  <a:cubicBezTo>
                    <a:pt x="0" y="7"/>
                    <a:pt x="0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2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7"/>
                  </a:cubicBezTo>
                  <a:cubicBezTo>
                    <a:pt x="22" y="4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1" name="Freeform 2991">
              <a:extLst>
                <a:ext uri="{FF2B5EF4-FFF2-40B4-BE49-F238E27FC236}">
                  <a16:creationId xmlns:a16="http://schemas.microsoft.com/office/drawing/2014/main" id="{BEA5DD44-0640-473C-836E-CF807BF39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843"/>
              <a:ext cx="80" cy="66"/>
            </a:xfrm>
            <a:custGeom>
              <a:avLst/>
              <a:gdLst>
                <a:gd name="T0" fmla="*/ 136 w 40"/>
                <a:gd name="T1" fmla="*/ 0 h 31"/>
                <a:gd name="T2" fmla="*/ 40 w 40"/>
                <a:gd name="T3" fmla="*/ 49 h 31"/>
                <a:gd name="T4" fmla="*/ 8 w 40"/>
                <a:gd name="T5" fmla="*/ 153 h 31"/>
                <a:gd name="T6" fmla="*/ 216 w 40"/>
                <a:gd name="T7" fmla="*/ 258 h 31"/>
                <a:gd name="T8" fmla="*/ 280 w 40"/>
                <a:gd name="T9" fmla="*/ 49 h 31"/>
                <a:gd name="T10" fmla="*/ 136 w 4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17" y="0"/>
                  </a:moveTo>
                  <a:cubicBezTo>
                    <a:pt x="12" y="0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6" y="31"/>
                    <a:pt x="27" y="27"/>
                  </a:cubicBezTo>
                  <a:cubicBezTo>
                    <a:pt x="38" y="22"/>
                    <a:pt x="40" y="11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2" name="Freeform 2992">
              <a:extLst>
                <a:ext uri="{FF2B5EF4-FFF2-40B4-BE49-F238E27FC236}">
                  <a16:creationId xmlns:a16="http://schemas.microsoft.com/office/drawing/2014/main" id="{84A613D7-5FD6-4FD8-86BA-C9E4CA17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847"/>
              <a:ext cx="60" cy="58"/>
            </a:xfrm>
            <a:custGeom>
              <a:avLst/>
              <a:gdLst>
                <a:gd name="T0" fmla="*/ 208 w 30"/>
                <a:gd name="T1" fmla="*/ 41 h 27"/>
                <a:gd name="T2" fmla="*/ 168 w 30"/>
                <a:gd name="T3" fmla="*/ 0 h 27"/>
                <a:gd name="T4" fmla="*/ 200 w 30"/>
                <a:gd name="T5" fmla="*/ 28 h 27"/>
                <a:gd name="T6" fmla="*/ 136 w 30"/>
                <a:gd name="T7" fmla="*/ 241 h 27"/>
                <a:gd name="T8" fmla="*/ 0 w 30"/>
                <a:gd name="T9" fmla="*/ 241 h 27"/>
                <a:gd name="T10" fmla="*/ 144 w 30"/>
                <a:gd name="T11" fmla="*/ 241 h 27"/>
                <a:gd name="T12" fmla="*/ 208 w 30"/>
                <a:gd name="T13" fmla="*/ 4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6" y="4"/>
                  </a:moveTo>
                  <a:cubicBezTo>
                    <a:pt x="24" y="2"/>
                    <a:pt x="23" y="1"/>
                    <a:pt x="21" y="0"/>
                  </a:cubicBezTo>
                  <a:cubicBezTo>
                    <a:pt x="22" y="1"/>
                    <a:pt x="23" y="2"/>
                    <a:pt x="25" y="3"/>
                  </a:cubicBezTo>
                  <a:cubicBezTo>
                    <a:pt x="29" y="9"/>
                    <a:pt x="27" y="20"/>
                    <a:pt x="17" y="24"/>
                  </a:cubicBezTo>
                  <a:cubicBezTo>
                    <a:pt x="11" y="26"/>
                    <a:pt x="5" y="26"/>
                    <a:pt x="0" y="24"/>
                  </a:cubicBezTo>
                  <a:cubicBezTo>
                    <a:pt x="5" y="26"/>
                    <a:pt x="12" y="27"/>
                    <a:pt x="18" y="24"/>
                  </a:cubicBezTo>
                  <a:cubicBezTo>
                    <a:pt x="28" y="20"/>
                    <a:pt x="30" y="9"/>
                    <a:pt x="2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3" name="Freeform 2993">
              <a:extLst>
                <a:ext uri="{FF2B5EF4-FFF2-40B4-BE49-F238E27FC236}">
                  <a16:creationId xmlns:a16="http://schemas.microsoft.com/office/drawing/2014/main" id="{E94157CB-CD98-483C-96A5-BDB741475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845"/>
              <a:ext cx="58" cy="53"/>
            </a:xfrm>
            <a:custGeom>
              <a:avLst/>
              <a:gdLst>
                <a:gd name="T0" fmla="*/ 16 w 29"/>
                <a:gd name="T1" fmla="*/ 153 h 25"/>
                <a:gd name="T2" fmla="*/ 40 w 29"/>
                <a:gd name="T3" fmla="*/ 49 h 25"/>
                <a:gd name="T4" fmla="*/ 136 w 29"/>
                <a:gd name="T5" fmla="*/ 0 h 25"/>
                <a:gd name="T6" fmla="*/ 232 w 29"/>
                <a:gd name="T7" fmla="*/ 8 h 25"/>
                <a:gd name="T8" fmla="*/ 128 w 29"/>
                <a:gd name="T9" fmla="*/ 0 h 25"/>
                <a:gd name="T10" fmla="*/ 32 w 29"/>
                <a:gd name="T11" fmla="*/ 36 h 25"/>
                <a:gd name="T12" fmla="*/ 8 w 29"/>
                <a:gd name="T13" fmla="*/ 144 h 25"/>
                <a:gd name="T14" fmla="*/ 80 w 29"/>
                <a:gd name="T15" fmla="*/ 237 h 25"/>
                <a:gd name="T16" fmla="*/ 16 w 29"/>
                <a:gd name="T17" fmla="*/ 15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2" y="16"/>
                  </a:moveTo>
                  <a:cubicBezTo>
                    <a:pt x="1" y="11"/>
                    <a:pt x="3" y="8"/>
                    <a:pt x="5" y="5"/>
                  </a:cubicBezTo>
                  <a:cubicBezTo>
                    <a:pt x="8" y="1"/>
                    <a:pt x="12" y="1"/>
                    <a:pt x="17" y="0"/>
                  </a:cubicBezTo>
                  <a:cubicBezTo>
                    <a:pt x="23" y="0"/>
                    <a:pt x="26" y="0"/>
                    <a:pt x="29" y="1"/>
                  </a:cubicBezTo>
                  <a:cubicBezTo>
                    <a:pt x="26" y="0"/>
                    <a:pt x="22" y="0"/>
                    <a:pt x="16" y="0"/>
                  </a:cubicBezTo>
                  <a:cubicBezTo>
                    <a:pt x="11" y="0"/>
                    <a:pt x="7" y="1"/>
                    <a:pt x="4" y="4"/>
                  </a:cubicBezTo>
                  <a:cubicBezTo>
                    <a:pt x="2" y="7"/>
                    <a:pt x="0" y="11"/>
                    <a:pt x="1" y="15"/>
                  </a:cubicBezTo>
                  <a:cubicBezTo>
                    <a:pt x="2" y="20"/>
                    <a:pt x="5" y="23"/>
                    <a:pt x="10" y="25"/>
                  </a:cubicBezTo>
                  <a:cubicBezTo>
                    <a:pt x="6" y="23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4" name="Freeform 2994">
              <a:extLst>
                <a:ext uri="{FF2B5EF4-FFF2-40B4-BE49-F238E27FC236}">
                  <a16:creationId xmlns:a16="http://schemas.microsoft.com/office/drawing/2014/main" id="{AC6B2E05-BC74-48FE-9F5A-6F3362780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854"/>
              <a:ext cx="54" cy="31"/>
            </a:xfrm>
            <a:custGeom>
              <a:avLst/>
              <a:gdLst>
                <a:gd name="T0" fmla="*/ 152 w 27"/>
                <a:gd name="T1" fmla="*/ 17 h 15"/>
                <a:gd name="T2" fmla="*/ 96 w 27"/>
                <a:gd name="T3" fmla="*/ 132 h 15"/>
                <a:gd name="T4" fmla="*/ 16 w 27"/>
                <a:gd name="T5" fmla="*/ 43 h 15"/>
                <a:gd name="T6" fmla="*/ 152 w 27"/>
                <a:gd name="T7" fmla="*/ 1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19" y="2"/>
                  </a:moveTo>
                  <a:cubicBezTo>
                    <a:pt x="27" y="6"/>
                    <a:pt x="22" y="15"/>
                    <a:pt x="12" y="15"/>
                  </a:cubicBezTo>
                  <a:cubicBezTo>
                    <a:pt x="1" y="15"/>
                    <a:pt x="0" y="8"/>
                    <a:pt x="2" y="5"/>
                  </a:cubicBezTo>
                  <a:cubicBezTo>
                    <a:pt x="5" y="1"/>
                    <a:pt x="14" y="0"/>
                    <a:pt x="19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5" name="Freeform 2995">
              <a:extLst>
                <a:ext uri="{FF2B5EF4-FFF2-40B4-BE49-F238E27FC236}">
                  <a16:creationId xmlns:a16="http://schemas.microsoft.com/office/drawing/2014/main" id="{EB9DA768-5655-4A42-AABE-35B7EF876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864"/>
              <a:ext cx="44" cy="21"/>
            </a:xfrm>
            <a:custGeom>
              <a:avLst/>
              <a:gdLst>
                <a:gd name="T0" fmla="*/ 160 w 22"/>
                <a:gd name="T1" fmla="*/ 0 h 10"/>
                <a:gd name="T2" fmla="*/ 72 w 22"/>
                <a:gd name="T3" fmla="*/ 84 h 10"/>
                <a:gd name="T4" fmla="*/ 0 w 22"/>
                <a:gd name="T5" fmla="*/ 36 h 10"/>
                <a:gd name="T6" fmla="*/ 80 w 22"/>
                <a:gd name="T7" fmla="*/ 92 h 10"/>
                <a:gd name="T8" fmla="*/ 160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0" y="0"/>
                  </a:moveTo>
                  <a:cubicBezTo>
                    <a:pt x="21" y="4"/>
                    <a:pt x="16" y="9"/>
                    <a:pt x="9" y="9"/>
                  </a:cubicBezTo>
                  <a:cubicBezTo>
                    <a:pt x="4" y="9"/>
                    <a:pt x="1" y="7"/>
                    <a:pt x="0" y="4"/>
                  </a:cubicBezTo>
                  <a:cubicBezTo>
                    <a:pt x="0" y="7"/>
                    <a:pt x="3" y="10"/>
                    <a:pt x="10" y="10"/>
                  </a:cubicBezTo>
                  <a:cubicBezTo>
                    <a:pt x="18" y="10"/>
                    <a:pt x="22" y="5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6" name="Freeform 2996">
              <a:extLst>
                <a:ext uri="{FF2B5EF4-FFF2-40B4-BE49-F238E27FC236}">
                  <a16:creationId xmlns:a16="http://schemas.microsoft.com/office/drawing/2014/main" id="{A4E2DBBF-1360-4816-8FA4-399594797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854"/>
              <a:ext cx="24" cy="6"/>
            </a:xfrm>
            <a:custGeom>
              <a:avLst/>
              <a:gdLst>
                <a:gd name="T0" fmla="*/ 96 w 12"/>
                <a:gd name="T1" fmla="*/ 8 h 3"/>
                <a:gd name="T2" fmla="*/ 0 w 12"/>
                <a:gd name="T3" fmla="*/ 24 h 3"/>
                <a:gd name="T4" fmla="*/ 96 w 1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3" y="1"/>
                    <a:pt x="0" y="3"/>
                  </a:cubicBezTo>
                  <a:cubicBezTo>
                    <a:pt x="3" y="2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7" name="Freeform 2997">
              <a:extLst>
                <a:ext uri="{FF2B5EF4-FFF2-40B4-BE49-F238E27FC236}">
                  <a16:creationId xmlns:a16="http://schemas.microsoft.com/office/drawing/2014/main" id="{E36AD614-2C81-439D-B83A-78FA749A4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875"/>
              <a:ext cx="34" cy="19"/>
            </a:xfrm>
            <a:custGeom>
              <a:avLst/>
              <a:gdLst>
                <a:gd name="T0" fmla="*/ 0 w 17"/>
                <a:gd name="T1" fmla="*/ 36 h 9"/>
                <a:gd name="T2" fmla="*/ 136 w 17"/>
                <a:gd name="T3" fmla="*/ 0 h 9"/>
                <a:gd name="T4" fmla="*/ 0 w 17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4"/>
                  </a:moveTo>
                  <a:cubicBezTo>
                    <a:pt x="3" y="6"/>
                    <a:pt x="14" y="7"/>
                    <a:pt x="17" y="0"/>
                  </a:cubicBezTo>
                  <a:cubicBezTo>
                    <a:pt x="16" y="3"/>
                    <a:pt x="9" y="9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8" name="Freeform 2998">
              <a:extLst>
                <a:ext uri="{FF2B5EF4-FFF2-40B4-BE49-F238E27FC236}">
                  <a16:creationId xmlns:a16="http://schemas.microsoft.com/office/drawing/2014/main" id="{826D848F-302C-4353-B445-23D2935EB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843"/>
              <a:ext cx="80" cy="66"/>
            </a:xfrm>
            <a:custGeom>
              <a:avLst/>
              <a:gdLst>
                <a:gd name="T0" fmla="*/ 136 w 40"/>
                <a:gd name="T1" fmla="*/ 0 h 31"/>
                <a:gd name="T2" fmla="*/ 40 w 40"/>
                <a:gd name="T3" fmla="*/ 49 h 31"/>
                <a:gd name="T4" fmla="*/ 8 w 40"/>
                <a:gd name="T5" fmla="*/ 153 h 31"/>
                <a:gd name="T6" fmla="*/ 216 w 40"/>
                <a:gd name="T7" fmla="*/ 258 h 31"/>
                <a:gd name="T8" fmla="*/ 280 w 40"/>
                <a:gd name="T9" fmla="*/ 49 h 31"/>
                <a:gd name="T10" fmla="*/ 136 w 4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17" y="0"/>
                  </a:moveTo>
                  <a:cubicBezTo>
                    <a:pt x="12" y="0"/>
                    <a:pt x="8" y="1"/>
                    <a:pt x="5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3" y="26"/>
                    <a:pt x="16" y="31"/>
                    <a:pt x="27" y="27"/>
                  </a:cubicBezTo>
                  <a:cubicBezTo>
                    <a:pt x="38" y="22"/>
                    <a:pt x="40" y="11"/>
                    <a:pt x="35" y="5"/>
                  </a:cubicBezTo>
                  <a:cubicBezTo>
                    <a:pt x="31" y="0"/>
                    <a:pt x="27" y="0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9" name="Freeform 2999">
              <a:extLst>
                <a:ext uri="{FF2B5EF4-FFF2-40B4-BE49-F238E27FC236}">
                  <a16:creationId xmlns:a16="http://schemas.microsoft.com/office/drawing/2014/main" id="{BB928D52-6D5C-4C8C-8D35-DA34D84EC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858"/>
              <a:ext cx="44" cy="27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4 h 13"/>
                <a:gd name="T4" fmla="*/ 88 w 22"/>
                <a:gd name="T5" fmla="*/ 116 h 13"/>
                <a:gd name="T6" fmla="*/ 8 w 22"/>
                <a:gd name="T7" fmla="*/ 81 h 13"/>
                <a:gd name="T8" fmla="*/ 8 w 22"/>
                <a:gd name="T9" fmla="*/ 25 h 13"/>
                <a:gd name="T10" fmla="*/ 8 w 22"/>
                <a:gd name="T11" fmla="*/ 25 h 13"/>
                <a:gd name="T12" fmla="*/ 8 w 22"/>
                <a:gd name="T13" fmla="*/ 81 h 13"/>
                <a:gd name="T14" fmla="*/ 88 w 22"/>
                <a:gd name="T15" fmla="*/ 116 h 13"/>
                <a:gd name="T16" fmla="*/ 176 w 22"/>
                <a:gd name="T17" fmla="*/ 64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2"/>
                    <a:pt x="22" y="4"/>
                    <a:pt x="21" y="7"/>
                  </a:cubicBezTo>
                  <a:cubicBezTo>
                    <a:pt x="21" y="10"/>
                    <a:pt x="17" y="13"/>
                    <a:pt x="11" y="13"/>
                  </a:cubicBezTo>
                  <a:cubicBezTo>
                    <a:pt x="5" y="13"/>
                    <a:pt x="2" y="11"/>
                    <a:pt x="1" y="9"/>
                  </a:cubicBezTo>
                  <a:cubicBezTo>
                    <a:pt x="0" y="7"/>
                    <a:pt x="0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2" y="11"/>
                    <a:pt x="5" y="13"/>
                    <a:pt x="11" y="13"/>
                  </a:cubicBezTo>
                  <a:cubicBezTo>
                    <a:pt x="17" y="13"/>
                    <a:pt x="21" y="10"/>
                    <a:pt x="22" y="7"/>
                  </a:cubicBezTo>
                  <a:cubicBezTo>
                    <a:pt x="22" y="4"/>
                    <a:pt x="21" y="2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0" name="Freeform 3000">
              <a:extLst>
                <a:ext uri="{FF2B5EF4-FFF2-40B4-BE49-F238E27FC236}">
                  <a16:creationId xmlns:a16="http://schemas.microsoft.com/office/drawing/2014/main" id="{991D5BBA-9EC3-496B-85A7-3AC8F4BA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102"/>
              <a:ext cx="92" cy="79"/>
            </a:xfrm>
            <a:custGeom>
              <a:avLst/>
              <a:gdLst>
                <a:gd name="T0" fmla="*/ 152 w 46"/>
                <a:gd name="T1" fmla="*/ 0 h 37"/>
                <a:gd name="T2" fmla="*/ 40 w 46"/>
                <a:gd name="T3" fmla="*/ 60 h 37"/>
                <a:gd name="T4" fmla="*/ 8 w 46"/>
                <a:gd name="T5" fmla="*/ 188 h 37"/>
                <a:gd name="T6" fmla="*/ 248 w 46"/>
                <a:gd name="T7" fmla="*/ 310 h 37"/>
                <a:gd name="T8" fmla="*/ 328 w 46"/>
                <a:gd name="T9" fmla="*/ 60 h 37"/>
                <a:gd name="T10" fmla="*/ 152 w 46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7">
                  <a:moveTo>
                    <a:pt x="19" y="0"/>
                  </a:moveTo>
                  <a:cubicBezTo>
                    <a:pt x="13" y="0"/>
                    <a:pt x="8" y="1"/>
                    <a:pt x="5" y="6"/>
                  </a:cubicBezTo>
                  <a:cubicBezTo>
                    <a:pt x="2" y="9"/>
                    <a:pt x="0" y="14"/>
                    <a:pt x="1" y="19"/>
                  </a:cubicBezTo>
                  <a:cubicBezTo>
                    <a:pt x="3" y="30"/>
                    <a:pt x="18" y="37"/>
                    <a:pt x="31" y="32"/>
                  </a:cubicBezTo>
                  <a:cubicBezTo>
                    <a:pt x="44" y="26"/>
                    <a:pt x="46" y="13"/>
                    <a:pt x="41" y="6"/>
                  </a:cubicBezTo>
                  <a:cubicBezTo>
                    <a:pt x="35" y="0"/>
                    <a:pt x="31" y="0"/>
                    <a:pt x="19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1" name="Freeform 3001">
              <a:extLst>
                <a:ext uri="{FF2B5EF4-FFF2-40B4-BE49-F238E27FC236}">
                  <a16:creationId xmlns:a16="http://schemas.microsoft.com/office/drawing/2014/main" id="{420A2DCB-3551-4F1E-8148-CA0AA9C00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3107"/>
              <a:ext cx="70" cy="68"/>
            </a:xfrm>
            <a:custGeom>
              <a:avLst/>
              <a:gdLst>
                <a:gd name="T0" fmla="*/ 240 w 35"/>
                <a:gd name="T1" fmla="*/ 49 h 32"/>
                <a:gd name="T2" fmla="*/ 192 w 35"/>
                <a:gd name="T3" fmla="*/ 0 h 32"/>
                <a:gd name="T4" fmla="*/ 232 w 35"/>
                <a:gd name="T5" fmla="*/ 40 h 32"/>
                <a:gd name="T6" fmla="*/ 152 w 35"/>
                <a:gd name="T7" fmla="*/ 272 h 32"/>
                <a:gd name="T8" fmla="*/ 0 w 35"/>
                <a:gd name="T9" fmla="*/ 272 h 32"/>
                <a:gd name="T10" fmla="*/ 168 w 35"/>
                <a:gd name="T11" fmla="*/ 281 h 32"/>
                <a:gd name="T12" fmla="*/ 240 w 35"/>
                <a:gd name="T13" fmla="*/ 4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2">
                  <a:moveTo>
                    <a:pt x="30" y="5"/>
                  </a:moveTo>
                  <a:cubicBezTo>
                    <a:pt x="28" y="3"/>
                    <a:pt x="26" y="1"/>
                    <a:pt x="24" y="0"/>
                  </a:cubicBezTo>
                  <a:cubicBezTo>
                    <a:pt x="26" y="1"/>
                    <a:pt x="27" y="2"/>
                    <a:pt x="29" y="4"/>
                  </a:cubicBezTo>
                  <a:cubicBezTo>
                    <a:pt x="34" y="10"/>
                    <a:pt x="31" y="23"/>
                    <a:pt x="19" y="28"/>
                  </a:cubicBezTo>
                  <a:cubicBezTo>
                    <a:pt x="13" y="31"/>
                    <a:pt x="6" y="30"/>
                    <a:pt x="0" y="28"/>
                  </a:cubicBezTo>
                  <a:cubicBezTo>
                    <a:pt x="6" y="31"/>
                    <a:pt x="14" y="32"/>
                    <a:pt x="21" y="29"/>
                  </a:cubicBezTo>
                  <a:cubicBezTo>
                    <a:pt x="33" y="24"/>
                    <a:pt x="35" y="11"/>
                    <a:pt x="30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2" name="Freeform 3002">
              <a:extLst>
                <a:ext uri="{FF2B5EF4-FFF2-40B4-BE49-F238E27FC236}">
                  <a16:creationId xmlns:a16="http://schemas.microsoft.com/office/drawing/2014/main" id="{D1238D39-41C5-419C-AE74-4F2B08351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104"/>
              <a:ext cx="66" cy="64"/>
            </a:xfrm>
            <a:custGeom>
              <a:avLst/>
              <a:gdLst>
                <a:gd name="T0" fmla="*/ 16 w 33"/>
                <a:gd name="T1" fmla="*/ 173 h 30"/>
                <a:gd name="T2" fmla="*/ 48 w 33"/>
                <a:gd name="T3" fmla="*/ 60 h 30"/>
                <a:gd name="T4" fmla="*/ 152 w 33"/>
                <a:gd name="T5" fmla="*/ 0 h 30"/>
                <a:gd name="T6" fmla="*/ 264 w 33"/>
                <a:gd name="T7" fmla="*/ 19 h 30"/>
                <a:gd name="T8" fmla="*/ 144 w 33"/>
                <a:gd name="T9" fmla="*/ 0 h 30"/>
                <a:gd name="T10" fmla="*/ 32 w 33"/>
                <a:gd name="T11" fmla="*/ 49 h 30"/>
                <a:gd name="T12" fmla="*/ 0 w 33"/>
                <a:gd name="T13" fmla="*/ 173 h 30"/>
                <a:gd name="T14" fmla="*/ 88 w 33"/>
                <a:gd name="T15" fmla="*/ 292 h 30"/>
                <a:gd name="T16" fmla="*/ 16 w 33"/>
                <a:gd name="T17" fmla="*/ 173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0">
                  <a:moveTo>
                    <a:pt x="2" y="18"/>
                  </a:moveTo>
                  <a:cubicBezTo>
                    <a:pt x="1" y="13"/>
                    <a:pt x="3" y="9"/>
                    <a:pt x="6" y="6"/>
                  </a:cubicBezTo>
                  <a:cubicBezTo>
                    <a:pt x="9" y="1"/>
                    <a:pt x="14" y="1"/>
                    <a:pt x="19" y="0"/>
                  </a:cubicBezTo>
                  <a:cubicBezTo>
                    <a:pt x="26" y="0"/>
                    <a:pt x="30" y="0"/>
                    <a:pt x="33" y="2"/>
                  </a:cubicBezTo>
                  <a:cubicBezTo>
                    <a:pt x="30" y="0"/>
                    <a:pt x="26" y="0"/>
                    <a:pt x="18" y="0"/>
                  </a:cubicBezTo>
                  <a:cubicBezTo>
                    <a:pt x="12" y="0"/>
                    <a:pt x="8" y="1"/>
                    <a:pt x="4" y="5"/>
                  </a:cubicBezTo>
                  <a:cubicBezTo>
                    <a:pt x="2" y="8"/>
                    <a:pt x="0" y="13"/>
                    <a:pt x="0" y="18"/>
                  </a:cubicBezTo>
                  <a:cubicBezTo>
                    <a:pt x="1" y="23"/>
                    <a:pt x="6" y="27"/>
                    <a:pt x="11" y="30"/>
                  </a:cubicBezTo>
                  <a:cubicBezTo>
                    <a:pt x="6" y="27"/>
                    <a:pt x="3" y="23"/>
                    <a:pt x="2" y="1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3" name="Freeform 3003">
              <a:extLst>
                <a:ext uri="{FF2B5EF4-FFF2-40B4-BE49-F238E27FC236}">
                  <a16:creationId xmlns:a16="http://schemas.microsoft.com/office/drawing/2014/main" id="{DE81A7CD-73F4-469E-9D11-D6C22BE3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3115"/>
              <a:ext cx="62" cy="38"/>
            </a:xfrm>
            <a:custGeom>
              <a:avLst/>
              <a:gdLst>
                <a:gd name="T0" fmla="*/ 176 w 31"/>
                <a:gd name="T1" fmla="*/ 17 h 18"/>
                <a:gd name="T2" fmla="*/ 104 w 31"/>
                <a:gd name="T3" fmla="*/ 160 h 18"/>
                <a:gd name="T4" fmla="*/ 16 w 31"/>
                <a:gd name="T5" fmla="*/ 57 h 18"/>
                <a:gd name="T6" fmla="*/ 176 w 31"/>
                <a:gd name="T7" fmla="*/ 1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8">
                  <a:moveTo>
                    <a:pt x="22" y="2"/>
                  </a:moveTo>
                  <a:cubicBezTo>
                    <a:pt x="31" y="7"/>
                    <a:pt x="25" y="18"/>
                    <a:pt x="13" y="17"/>
                  </a:cubicBezTo>
                  <a:cubicBezTo>
                    <a:pt x="1" y="17"/>
                    <a:pt x="0" y="9"/>
                    <a:pt x="2" y="6"/>
                  </a:cubicBezTo>
                  <a:cubicBezTo>
                    <a:pt x="5" y="1"/>
                    <a:pt x="16" y="0"/>
                    <a:pt x="22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4" name="Freeform 3004">
              <a:extLst>
                <a:ext uri="{FF2B5EF4-FFF2-40B4-BE49-F238E27FC236}">
                  <a16:creationId xmlns:a16="http://schemas.microsoft.com/office/drawing/2014/main" id="{DC9CA45D-0DD8-48B2-A0B7-45AF56A3B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3128"/>
              <a:ext cx="54" cy="25"/>
            </a:xfrm>
            <a:custGeom>
              <a:avLst/>
              <a:gdLst>
                <a:gd name="T0" fmla="*/ 192 w 27"/>
                <a:gd name="T1" fmla="*/ 0 h 12"/>
                <a:gd name="T2" fmla="*/ 88 w 27"/>
                <a:gd name="T3" fmla="*/ 92 h 12"/>
                <a:gd name="T4" fmla="*/ 0 w 27"/>
                <a:gd name="T5" fmla="*/ 44 h 12"/>
                <a:gd name="T6" fmla="*/ 96 w 27"/>
                <a:gd name="T7" fmla="*/ 100 h 12"/>
                <a:gd name="T8" fmla="*/ 192 w 2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2">
                  <a:moveTo>
                    <a:pt x="24" y="0"/>
                  </a:moveTo>
                  <a:cubicBezTo>
                    <a:pt x="25" y="5"/>
                    <a:pt x="20" y="10"/>
                    <a:pt x="11" y="10"/>
                  </a:cubicBezTo>
                  <a:cubicBezTo>
                    <a:pt x="5" y="10"/>
                    <a:pt x="2" y="7"/>
                    <a:pt x="0" y="5"/>
                  </a:cubicBezTo>
                  <a:cubicBezTo>
                    <a:pt x="1" y="8"/>
                    <a:pt x="4" y="11"/>
                    <a:pt x="12" y="11"/>
                  </a:cubicBezTo>
                  <a:cubicBezTo>
                    <a:pt x="22" y="12"/>
                    <a:pt x="27" y="5"/>
                    <a:pt x="24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5" name="Freeform 3005">
              <a:extLst>
                <a:ext uri="{FF2B5EF4-FFF2-40B4-BE49-F238E27FC236}">
                  <a16:creationId xmlns:a16="http://schemas.microsoft.com/office/drawing/2014/main" id="{E256BCE4-112C-4336-88C6-84F2BE53F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115"/>
              <a:ext cx="26" cy="7"/>
            </a:xfrm>
            <a:custGeom>
              <a:avLst/>
              <a:gdLst>
                <a:gd name="T0" fmla="*/ 104 w 13"/>
                <a:gd name="T1" fmla="*/ 12 h 3"/>
                <a:gd name="T2" fmla="*/ 0 w 13"/>
                <a:gd name="T3" fmla="*/ 37 h 3"/>
                <a:gd name="T4" fmla="*/ 104 w 1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13" y="1"/>
                  </a:moveTo>
                  <a:cubicBezTo>
                    <a:pt x="9" y="0"/>
                    <a:pt x="2" y="1"/>
                    <a:pt x="0" y="3"/>
                  </a:cubicBezTo>
                  <a:cubicBezTo>
                    <a:pt x="2" y="2"/>
                    <a:pt x="9" y="1"/>
                    <a:pt x="13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" name="Freeform 3006">
              <a:extLst>
                <a:ext uri="{FF2B5EF4-FFF2-40B4-BE49-F238E27FC236}">
                  <a16:creationId xmlns:a16="http://schemas.microsoft.com/office/drawing/2014/main" id="{A9F649F4-6327-4CBA-A2E0-1070D7036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3139"/>
              <a:ext cx="40" cy="23"/>
            </a:xfrm>
            <a:custGeom>
              <a:avLst/>
              <a:gdLst>
                <a:gd name="T0" fmla="*/ 0 w 20"/>
                <a:gd name="T1" fmla="*/ 44 h 11"/>
                <a:gd name="T2" fmla="*/ 160 w 20"/>
                <a:gd name="T3" fmla="*/ 0 h 11"/>
                <a:gd name="T4" fmla="*/ 0 w 20"/>
                <a:gd name="T5" fmla="*/ 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0" y="5"/>
                  </a:moveTo>
                  <a:cubicBezTo>
                    <a:pt x="3" y="7"/>
                    <a:pt x="15" y="9"/>
                    <a:pt x="20" y="0"/>
                  </a:cubicBezTo>
                  <a:cubicBezTo>
                    <a:pt x="19" y="4"/>
                    <a:pt x="10" y="11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" name="Freeform 3007">
              <a:extLst>
                <a:ext uri="{FF2B5EF4-FFF2-40B4-BE49-F238E27FC236}">
                  <a16:creationId xmlns:a16="http://schemas.microsoft.com/office/drawing/2014/main" id="{BB0AD832-5876-4D89-AF4E-2EE0FDA5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102"/>
              <a:ext cx="92" cy="79"/>
            </a:xfrm>
            <a:custGeom>
              <a:avLst/>
              <a:gdLst>
                <a:gd name="T0" fmla="*/ 152 w 46"/>
                <a:gd name="T1" fmla="*/ 0 h 37"/>
                <a:gd name="T2" fmla="*/ 40 w 46"/>
                <a:gd name="T3" fmla="*/ 60 h 37"/>
                <a:gd name="T4" fmla="*/ 8 w 46"/>
                <a:gd name="T5" fmla="*/ 188 h 37"/>
                <a:gd name="T6" fmla="*/ 248 w 46"/>
                <a:gd name="T7" fmla="*/ 310 h 37"/>
                <a:gd name="T8" fmla="*/ 328 w 46"/>
                <a:gd name="T9" fmla="*/ 60 h 37"/>
                <a:gd name="T10" fmla="*/ 152 w 46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7">
                  <a:moveTo>
                    <a:pt x="19" y="0"/>
                  </a:moveTo>
                  <a:cubicBezTo>
                    <a:pt x="13" y="0"/>
                    <a:pt x="8" y="1"/>
                    <a:pt x="5" y="6"/>
                  </a:cubicBezTo>
                  <a:cubicBezTo>
                    <a:pt x="2" y="9"/>
                    <a:pt x="0" y="14"/>
                    <a:pt x="1" y="19"/>
                  </a:cubicBezTo>
                  <a:cubicBezTo>
                    <a:pt x="3" y="30"/>
                    <a:pt x="18" y="37"/>
                    <a:pt x="31" y="32"/>
                  </a:cubicBezTo>
                  <a:cubicBezTo>
                    <a:pt x="44" y="26"/>
                    <a:pt x="46" y="13"/>
                    <a:pt x="41" y="6"/>
                  </a:cubicBezTo>
                  <a:cubicBezTo>
                    <a:pt x="35" y="0"/>
                    <a:pt x="31" y="0"/>
                    <a:pt x="19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8" name="Freeform 3008">
              <a:extLst>
                <a:ext uri="{FF2B5EF4-FFF2-40B4-BE49-F238E27FC236}">
                  <a16:creationId xmlns:a16="http://schemas.microsoft.com/office/drawing/2014/main" id="{025DA7DB-EFD0-453B-B4D7-181B47ECE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3119"/>
              <a:ext cx="52" cy="34"/>
            </a:xfrm>
            <a:custGeom>
              <a:avLst/>
              <a:gdLst>
                <a:gd name="T0" fmla="*/ 168 w 26"/>
                <a:gd name="T1" fmla="*/ 0 h 16"/>
                <a:gd name="T2" fmla="*/ 200 w 26"/>
                <a:gd name="T3" fmla="*/ 77 h 16"/>
                <a:gd name="T4" fmla="*/ 96 w 26"/>
                <a:gd name="T5" fmla="*/ 145 h 16"/>
                <a:gd name="T6" fmla="*/ 8 w 26"/>
                <a:gd name="T7" fmla="*/ 104 h 16"/>
                <a:gd name="T8" fmla="*/ 8 w 26"/>
                <a:gd name="T9" fmla="*/ 40 h 16"/>
                <a:gd name="T10" fmla="*/ 8 w 26"/>
                <a:gd name="T11" fmla="*/ 40 h 16"/>
                <a:gd name="T12" fmla="*/ 8 w 26"/>
                <a:gd name="T13" fmla="*/ 104 h 16"/>
                <a:gd name="T14" fmla="*/ 96 w 26"/>
                <a:gd name="T15" fmla="*/ 153 h 16"/>
                <a:gd name="T16" fmla="*/ 200 w 26"/>
                <a:gd name="T17" fmla="*/ 77 h 16"/>
                <a:gd name="T18" fmla="*/ 168 w 26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16">
                  <a:moveTo>
                    <a:pt x="21" y="0"/>
                  </a:moveTo>
                  <a:cubicBezTo>
                    <a:pt x="24" y="2"/>
                    <a:pt x="25" y="5"/>
                    <a:pt x="25" y="8"/>
                  </a:cubicBezTo>
                  <a:cubicBezTo>
                    <a:pt x="24" y="12"/>
                    <a:pt x="19" y="15"/>
                    <a:pt x="12" y="15"/>
                  </a:cubicBezTo>
                  <a:cubicBezTo>
                    <a:pt x="5" y="15"/>
                    <a:pt x="3" y="13"/>
                    <a:pt x="1" y="11"/>
                  </a:cubicBezTo>
                  <a:cubicBezTo>
                    <a:pt x="0" y="8"/>
                    <a:pt x="0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2" y="13"/>
                    <a:pt x="5" y="16"/>
                    <a:pt x="12" y="16"/>
                  </a:cubicBezTo>
                  <a:cubicBezTo>
                    <a:pt x="20" y="16"/>
                    <a:pt x="24" y="12"/>
                    <a:pt x="25" y="8"/>
                  </a:cubicBezTo>
                  <a:cubicBezTo>
                    <a:pt x="26" y="5"/>
                    <a:pt x="24" y="2"/>
                    <a:pt x="21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9" name="Freeform 3009">
              <a:extLst>
                <a:ext uri="{FF2B5EF4-FFF2-40B4-BE49-F238E27FC236}">
                  <a16:creationId xmlns:a16="http://schemas.microsoft.com/office/drawing/2014/main" id="{24EF5E13-3B9E-4C36-BBA9-18BFAE2F9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2654"/>
              <a:ext cx="93" cy="80"/>
            </a:xfrm>
            <a:custGeom>
              <a:avLst/>
              <a:gdLst>
                <a:gd name="T0" fmla="*/ 156 w 47"/>
                <a:gd name="T1" fmla="*/ 8 h 38"/>
                <a:gd name="T2" fmla="*/ 40 w 47"/>
                <a:gd name="T3" fmla="*/ 57 h 38"/>
                <a:gd name="T4" fmla="*/ 8 w 47"/>
                <a:gd name="T5" fmla="*/ 185 h 38"/>
                <a:gd name="T6" fmla="*/ 239 w 47"/>
                <a:gd name="T7" fmla="*/ 297 h 38"/>
                <a:gd name="T8" fmla="*/ 325 w 47"/>
                <a:gd name="T9" fmla="*/ 67 h 38"/>
                <a:gd name="T10" fmla="*/ 156 w 47"/>
                <a:gd name="T11" fmla="*/ 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38">
                  <a:moveTo>
                    <a:pt x="20" y="1"/>
                  </a:moveTo>
                  <a:cubicBezTo>
                    <a:pt x="14" y="1"/>
                    <a:pt x="9" y="2"/>
                    <a:pt x="5" y="6"/>
                  </a:cubicBezTo>
                  <a:cubicBezTo>
                    <a:pt x="2" y="10"/>
                    <a:pt x="0" y="15"/>
                    <a:pt x="1" y="20"/>
                  </a:cubicBezTo>
                  <a:cubicBezTo>
                    <a:pt x="3" y="31"/>
                    <a:pt x="18" y="38"/>
                    <a:pt x="31" y="32"/>
                  </a:cubicBezTo>
                  <a:cubicBezTo>
                    <a:pt x="44" y="27"/>
                    <a:pt x="47" y="13"/>
                    <a:pt x="42" y="7"/>
                  </a:cubicBezTo>
                  <a:cubicBezTo>
                    <a:pt x="36" y="1"/>
                    <a:pt x="32" y="0"/>
                    <a:pt x="20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0" name="Freeform 3010">
              <a:extLst>
                <a:ext uri="{FF2B5EF4-FFF2-40B4-BE49-F238E27FC236}">
                  <a16:creationId xmlns:a16="http://schemas.microsoft.com/office/drawing/2014/main" id="{C4C2B0BF-6CF3-4D80-A9BE-3EDED21D2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2660"/>
              <a:ext cx="69" cy="66"/>
            </a:xfrm>
            <a:custGeom>
              <a:avLst/>
              <a:gdLst>
                <a:gd name="T0" fmla="*/ 229 w 35"/>
                <a:gd name="T1" fmla="*/ 40 h 31"/>
                <a:gd name="T2" fmla="*/ 183 w 35"/>
                <a:gd name="T3" fmla="*/ 0 h 31"/>
                <a:gd name="T4" fmla="*/ 221 w 35"/>
                <a:gd name="T5" fmla="*/ 40 h 31"/>
                <a:gd name="T6" fmla="*/ 144 w 35"/>
                <a:gd name="T7" fmla="*/ 273 h 31"/>
                <a:gd name="T8" fmla="*/ 0 w 35"/>
                <a:gd name="T9" fmla="*/ 273 h 31"/>
                <a:gd name="T10" fmla="*/ 152 w 35"/>
                <a:gd name="T11" fmla="*/ 281 h 31"/>
                <a:gd name="T12" fmla="*/ 229 w 35"/>
                <a:gd name="T13" fmla="*/ 4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1">
                  <a:moveTo>
                    <a:pt x="30" y="4"/>
                  </a:moveTo>
                  <a:cubicBezTo>
                    <a:pt x="28" y="2"/>
                    <a:pt x="26" y="1"/>
                    <a:pt x="24" y="0"/>
                  </a:cubicBezTo>
                  <a:cubicBezTo>
                    <a:pt x="26" y="1"/>
                    <a:pt x="27" y="2"/>
                    <a:pt x="29" y="4"/>
                  </a:cubicBezTo>
                  <a:cubicBezTo>
                    <a:pt x="34" y="10"/>
                    <a:pt x="31" y="23"/>
                    <a:pt x="19" y="28"/>
                  </a:cubicBezTo>
                  <a:cubicBezTo>
                    <a:pt x="12" y="31"/>
                    <a:pt x="6" y="30"/>
                    <a:pt x="0" y="28"/>
                  </a:cubicBezTo>
                  <a:cubicBezTo>
                    <a:pt x="6" y="31"/>
                    <a:pt x="13" y="31"/>
                    <a:pt x="20" y="29"/>
                  </a:cubicBezTo>
                  <a:cubicBezTo>
                    <a:pt x="33" y="24"/>
                    <a:pt x="35" y="11"/>
                    <a:pt x="30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1" name="Freeform 3011">
              <a:extLst>
                <a:ext uri="{FF2B5EF4-FFF2-40B4-BE49-F238E27FC236}">
                  <a16:creationId xmlns:a16="http://schemas.microsoft.com/office/drawing/2014/main" id="{2A37C865-E737-4026-AFDB-A7AA543E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2656"/>
              <a:ext cx="67" cy="64"/>
            </a:xfrm>
            <a:custGeom>
              <a:avLst/>
              <a:gdLst>
                <a:gd name="T0" fmla="*/ 24 w 34"/>
                <a:gd name="T1" fmla="*/ 186 h 30"/>
                <a:gd name="T2" fmla="*/ 47 w 34"/>
                <a:gd name="T3" fmla="*/ 60 h 30"/>
                <a:gd name="T4" fmla="*/ 152 w 34"/>
                <a:gd name="T5" fmla="*/ 9 h 30"/>
                <a:gd name="T6" fmla="*/ 260 w 34"/>
                <a:gd name="T7" fmla="*/ 19 h 30"/>
                <a:gd name="T8" fmla="*/ 144 w 34"/>
                <a:gd name="T9" fmla="*/ 9 h 30"/>
                <a:gd name="T10" fmla="*/ 39 w 34"/>
                <a:gd name="T11" fmla="*/ 60 h 30"/>
                <a:gd name="T12" fmla="*/ 8 w 34"/>
                <a:gd name="T13" fmla="*/ 173 h 30"/>
                <a:gd name="T14" fmla="*/ 93 w 34"/>
                <a:gd name="T15" fmla="*/ 292 h 30"/>
                <a:gd name="T16" fmla="*/ 24 w 34"/>
                <a:gd name="T17" fmla="*/ 18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30">
                  <a:moveTo>
                    <a:pt x="3" y="19"/>
                  </a:moveTo>
                  <a:cubicBezTo>
                    <a:pt x="2" y="14"/>
                    <a:pt x="4" y="10"/>
                    <a:pt x="6" y="6"/>
                  </a:cubicBezTo>
                  <a:cubicBezTo>
                    <a:pt x="10" y="2"/>
                    <a:pt x="14" y="1"/>
                    <a:pt x="20" y="1"/>
                  </a:cubicBezTo>
                  <a:cubicBezTo>
                    <a:pt x="27" y="1"/>
                    <a:pt x="31" y="1"/>
                    <a:pt x="34" y="2"/>
                  </a:cubicBezTo>
                  <a:cubicBezTo>
                    <a:pt x="30" y="0"/>
                    <a:pt x="26" y="0"/>
                    <a:pt x="19" y="1"/>
                  </a:cubicBezTo>
                  <a:cubicBezTo>
                    <a:pt x="13" y="1"/>
                    <a:pt x="8" y="2"/>
                    <a:pt x="5" y="6"/>
                  </a:cubicBezTo>
                  <a:cubicBezTo>
                    <a:pt x="2" y="9"/>
                    <a:pt x="0" y="14"/>
                    <a:pt x="1" y="18"/>
                  </a:cubicBezTo>
                  <a:cubicBezTo>
                    <a:pt x="2" y="24"/>
                    <a:pt x="6" y="28"/>
                    <a:pt x="12" y="30"/>
                  </a:cubicBezTo>
                  <a:cubicBezTo>
                    <a:pt x="7" y="28"/>
                    <a:pt x="3" y="24"/>
                    <a:pt x="3" y="1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2" name="Freeform 3012">
              <a:extLst>
                <a:ext uri="{FF2B5EF4-FFF2-40B4-BE49-F238E27FC236}">
                  <a16:creationId xmlns:a16="http://schemas.microsoft.com/office/drawing/2014/main" id="{4FEB7D7F-113C-4BAB-BAC6-27D5F16AC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2666"/>
              <a:ext cx="59" cy="39"/>
            </a:xfrm>
            <a:custGeom>
              <a:avLst/>
              <a:gdLst>
                <a:gd name="T0" fmla="*/ 159 w 30"/>
                <a:gd name="T1" fmla="*/ 33 h 18"/>
                <a:gd name="T2" fmla="*/ 100 w 30"/>
                <a:gd name="T3" fmla="*/ 184 h 18"/>
                <a:gd name="T4" fmla="*/ 16 w 30"/>
                <a:gd name="T5" fmla="*/ 61 h 18"/>
                <a:gd name="T6" fmla="*/ 159 w 30"/>
                <a:gd name="T7" fmla="*/ 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8">
                  <a:moveTo>
                    <a:pt x="21" y="3"/>
                  </a:moveTo>
                  <a:cubicBezTo>
                    <a:pt x="30" y="8"/>
                    <a:pt x="25" y="18"/>
                    <a:pt x="13" y="18"/>
                  </a:cubicBezTo>
                  <a:cubicBezTo>
                    <a:pt x="1" y="18"/>
                    <a:pt x="0" y="10"/>
                    <a:pt x="2" y="6"/>
                  </a:cubicBezTo>
                  <a:cubicBezTo>
                    <a:pt x="5" y="1"/>
                    <a:pt x="16" y="0"/>
                    <a:pt x="21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3" name="Freeform 3013">
              <a:extLst>
                <a:ext uri="{FF2B5EF4-FFF2-40B4-BE49-F238E27FC236}">
                  <a16:creationId xmlns:a16="http://schemas.microsoft.com/office/drawing/2014/main" id="{7B87A602-E1E2-4C9D-9169-E9B96CDF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2681"/>
              <a:ext cx="53" cy="24"/>
            </a:xfrm>
            <a:custGeom>
              <a:avLst/>
              <a:gdLst>
                <a:gd name="T0" fmla="*/ 181 w 27"/>
                <a:gd name="T1" fmla="*/ 0 h 11"/>
                <a:gd name="T2" fmla="*/ 84 w 27"/>
                <a:gd name="T3" fmla="*/ 96 h 11"/>
                <a:gd name="T4" fmla="*/ 0 w 27"/>
                <a:gd name="T5" fmla="*/ 44 h 11"/>
                <a:gd name="T6" fmla="*/ 92 w 27"/>
                <a:gd name="T7" fmla="*/ 113 h 11"/>
                <a:gd name="T8" fmla="*/ 181 w 2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">
                  <a:moveTo>
                    <a:pt x="24" y="0"/>
                  </a:moveTo>
                  <a:cubicBezTo>
                    <a:pt x="25" y="4"/>
                    <a:pt x="20" y="10"/>
                    <a:pt x="11" y="9"/>
                  </a:cubicBezTo>
                  <a:cubicBezTo>
                    <a:pt x="5" y="9"/>
                    <a:pt x="1" y="7"/>
                    <a:pt x="0" y="4"/>
                  </a:cubicBezTo>
                  <a:cubicBezTo>
                    <a:pt x="1" y="8"/>
                    <a:pt x="4" y="11"/>
                    <a:pt x="12" y="11"/>
                  </a:cubicBezTo>
                  <a:cubicBezTo>
                    <a:pt x="21" y="11"/>
                    <a:pt x="27" y="5"/>
                    <a:pt x="24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4" name="Freeform 3014">
              <a:extLst>
                <a:ext uri="{FF2B5EF4-FFF2-40B4-BE49-F238E27FC236}">
                  <a16:creationId xmlns:a16="http://schemas.microsoft.com/office/drawing/2014/main" id="{2E753290-EF6D-4454-A43C-DF9593695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2669"/>
              <a:ext cx="27" cy="6"/>
            </a:xfrm>
            <a:custGeom>
              <a:avLst/>
              <a:gdLst>
                <a:gd name="T0" fmla="*/ 100 w 14"/>
                <a:gd name="T1" fmla="*/ 8 h 3"/>
                <a:gd name="T2" fmla="*/ 0 w 14"/>
                <a:gd name="T3" fmla="*/ 24 h 3"/>
                <a:gd name="T4" fmla="*/ 100 w 1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">
                  <a:moveTo>
                    <a:pt x="14" y="1"/>
                  </a:moveTo>
                  <a:cubicBezTo>
                    <a:pt x="10" y="0"/>
                    <a:pt x="3" y="1"/>
                    <a:pt x="0" y="3"/>
                  </a:cubicBezTo>
                  <a:cubicBezTo>
                    <a:pt x="3" y="2"/>
                    <a:pt x="9" y="0"/>
                    <a:pt x="14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5" name="Freeform 3015">
              <a:extLst>
                <a:ext uri="{FF2B5EF4-FFF2-40B4-BE49-F238E27FC236}">
                  <a16:creationId xmlns:a16="http://schemas.microsoft.com/office/drawing/2014/main" id="{2E0626F2-68E9-47C2-ABA9-825D844A3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692"/>
              <a:ext cx="39" cy="23"/>
            </a:xfrm>
            <a:custGeom>
              <a:avLst/>
              <a:gdLst>
                <a:gd name="T0" fmla="*/ 0 w 20"/>
                <a:gd name="T1" fmla="*/ 44 h 11"/>
                <a:gd name="T2" fmla="*/ 148 w 20"/>
                <a:gd name="T3" fmla="*/ 0 h 11"/>
                <a:gd name="T4" fmla="*/ 0 w 20"/>
                <a:gd name="T5" fmla="*/ 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0" y="5"/>
                  </a:moveTo>
                  <a:cubicBezTo>
                    <a:pt x="3" y="7"/>
                    <a:pt x="16" y="9"/>
                    <a:pt x="20" y="0"/>
                  </a:cubicBezTo>
                  <a:cubicBezTo>
                    <a:pt x="19" y="4"/>
                    <a:pt x="11" y="11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6" name="Freeform 3016">
              <a:extLst>
                <a:ext uri="{FF2B5EF4-FFF2-40B4-BE49-F238E27FC236}">
                  <a16:creationId xmlns:a16="http://schemas.microsoft.com/office/drawing/2014/main" id="{9DA15299-92FE-4EB1-9D6C-A61FB1EB2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2654"/>
              <a:ext cx="93" cy="80"/>
            </a:xfrm>
            <a:custGeom>
              <a:avLst/>
              <a:gdLst>
                <a:gd name="T0" fmla="*/ 156 w 47"/>
                <a:gd name="T1" fmla="*/ 8 h 38"/>
                <a:gd name="T2" fmla="*/ 40 w 47"/>
                <a:gd name="T3" fmla="*/ 57 h 38"/>
                <a:gd name="T4" fmla="*/ 8 w 47"/>
                <a:gd name="T5" fmla="*/ 185 h 38"/>
                <a:gd name="T6" fmla="*/ 239 w 47"/>
                <a:gd name="T7" fmla="*/ 297 h 38"/>
                <a:gd name="T8" fmla="*/ 325 w 47"/>
                <a:gd name="T9" fmla="*/ 67 h 38"/>
                <a:gd name="T10" fmla="*/ 156 w 47"/>
                <a:gd name="T11" fmla="*/ 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38">
                  <a:moveTo>
                    <a:pt x="20" y="1"/>
                  </a:moveTo>
                  <a:cubicBezTo>
                    <a:pt x="14" y="1"/>
                    <a:pt x="9" y="2"/>
                    <a:pt x="5" y="6"/>
                  </a:cubicBezTo>
                  <a:cubicBezTo>
                    <a:pt x="2" y="10"/>
                    <a:pt x="0" y="15"/>
                    <a:pt x="1" y="20"/>
                  </a:cubicBezTo>
                  <a:cubicBezTo>
                    <a:pt x="3" y="31"/>
                    <a:pt x="18" y="38"/>
                    <a:pt x="31" y="32"/>
                  </a:cubicBezTo>
                  <a:cubicBezTo>
                    <a:pt x="44" y="27"/>
                    <a:pt x="47" y="13"/>
                    <a:pt x="42" y="7"/>
                  </a:cubicBezTo>
                  <a:cubicBezTo>
                    <a:pt x="36" y="1"/>
                    <a:pt x="32" y="0"/>
                    <a:pt x="20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7" name="Freeform 3017">
              <a:extLst>
                <a:ext uri="{FF2B5EF4-FFF2-40B4-BE49-F238E27FC236}">
                  <a16:creationId xmlns:a16="http://schemas.microsoft.com/office/drawing/2014/main" id="{4AB291F6-A4C6-4647-A887-52DBC8775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2673"/>
              <a:ext cx="51" cy="32"/>
            </a:xfrm>
            <a:custGeom>
              <a:avLst/>
              <a:gdLst>
                <a:gd name="T0" fmla="*/ 157 w 26"/>
                <a:gd name="T1" fmla="*/ 0 h 15"/>
                <a:gd name="T2" fmla="*/ 188 w 26"/>
                <a:gd name="T3" fmla="*/ 77 h 15"/>
                <a:gd name="T4" fmla="*/ 100 w 26"/>
                <a:gd name="T5" fmla="*/ 145 h 15"/>
                <a:gd name="T6" fmla="*/ 16 w 26"/>
                <a:gd name="T7" fmla="*/ 96 h 15"/>
                <a:gd name="T8" fmla="*/ 16 w 26"/>
                <a:gd name="T9" fmla="*/ 28 h 15"/>
                <a:gd name="T10" fmla="*/ 16 w 26"/>
                <a:gd name="T11" fmla="*/ 28 h 15"/>
                <a:gd name="T12" fmla="*/ 16 w 26"/>
                <a:gd name="T13" fmla="*/ 105 h 15"/>
                <a:gd name="T14" fmla="*/ 100 w 26"/>
                <a:gd name="T15" fmla="*/ 145 h 15"/>
                <a:gd name="T16" fmla="*/ 196 w 26"/>
                <a:gd name="T17" fmla="*/ 77 h 15"/>
                <a:gd name="T18" fmla="*/ 157 w 26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15">
                  <a:moveTo>
                    <a:pt x="21" y="0"/>
                  </a:moveTo>
                  <a:cubicBezTo>
                    <a:pt x="25" y="2"/>
                    <a:pt x="26" y="5"/>
                    <a:pt x="25" y="8"/>
                  </a:cubicBezTo>
                  <a:cubicBezTo>
                    <a:pt x="24" y="11"/>
                    <a:pt x="20" y="15"/>
                    <a:pt x="13" y="15"/>
                  </a:cubicBezTo>
                  <a:cubicBezTo>
                    <a:pt x="6" y="15"/>
                    <a:pt x="3" y="12"/>
                    <a:pt x="2" y="10"/>
                  </a:cubicBezTo>
                  <a:cubicBezTo>
                    <a:pt x="1" y="8"/>
                    <a:pt x="1" y="5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8"/>
                    <a:pt x="2" y="11"/>
                  </a:cubicBezTo>
                  <a:cubicBezTo>
                    <a:pt x="3" y="13"/>
                    <a:pt x="6" y="15"/>
                    <a:pt x="13" y="15"/>
                  </a:cubicBezTo>
                  <a:cubicBezTo>
                    <a:pt x="20" y="15"/>
                    <a:pt x="25" y="12"/>
                    <a:pt x="26" y="8"/>
                  </a:cubicBezTo>
                  <a:cubicBezTo>
                    <a:pt x="26" y="5"/>
                    <a:pt x="25" y="2"/>
                    <a:pt x="21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8" name="Freeform 3018">
              <a:extLst>
                <a:ext uri="{FF2B5EF4-FFF2-40B4-BE49-F238E27FC236}">
                  <a16:creationId xmlns:a16="http://schemas.microsoft.com/office/drawing/2014/main" id="{F5D13948-DEC8-4F6E-87A4-63F46EE0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562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32 w 40"/>
                <a:gd name="T3" fmla="*/ 49 h 32"/>
                <a:gd name="T4" fmla="*/ 8 w 40"/>
                <a:gd name="T5" fmla="*/ 164 h 32"/>
                <a:gd name="T6" fmla="*/ 216 w 40"/>
                <a:gd name="T7" fmla="*/ 272 h 32"/>
                <a:gd name="T8" fmla="*/ 280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7" y="2"/>
                    <a:pt x="4" y="5"/>
                  </a:cubicBezTo>
                  <a:cubicBezTo>
                    <a:pt x="2" y="9"/>
                    <a:pt x="0" y="12"/>
                    <a:pt x="1" y="17"/>
                  </a:cubicBezTo>
                  <a:cubicBezTo>
                    <a:pt x="3" y="27"/>
                    <a:pt x="16" y="32"/>
                    <a:pt x="27" y="28"/>
                  </a:cubicBezTo>
                  <a:cubicBezTo>
                    <a:pt x="38" y="23"/>
                    <a:pt x="40" y="12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9" name="Freeform 3019">
              <a:extLst>
                <a:ext uri="{FF2B5EF4-FFF2-40B4-BE49-F238E27FC236}">
                  <a16:creationId xmlns:a16="http://schemas.microsoft.com/office/drawing/2014/main" id="{49307D2E-14B2-4CDB-B6CC-B3FB5744D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2569"/>
              <a:ext cx="60" cy="55"/>
            </a:xfrm>
            <a:custGeom>
              <a:avLst/>
              <a:gdLst>
                <a:gd name="T0" fmla="*/ 208 w 30"/>
                <a:gd name="T1" fmla="*/ 28 h 26"/>
                <a:gd name="T2" fmla="*/ 168 w 30"/>
                <a:gd name="T3" fmla="*/ 0 h 26"/>
                <a:gd name="T4" fmla="*/ 192 w 30"/>
                <a:gd name="T5" fmla="*/ 28 h 26"/>
                <a:gd name="T6" fmla="*/ 128 w 30"/>
                <a:gd name="T7" fmla="*/ 220 h 26"/>
                <a:gd name="T8" fmla="*/ 0 w 30"/>
                <a:gd name="T9" fmla="*/ 220 h 26"/>
                <a:gd name="T10" fmla="*/ 136 w 30"/>
                <a:gd name="T11" fmla="*/ 228 h 26"/>
                <a:gd name="T12" fmla="*/ 208 w 30"/>
                <a:gd name="T13" fmla="*/ 2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26" y="3"/>
                  </a:moveTo>
                  <a:cubicBezTo>
                    <a:pt x="24" y="2"/>
                    <a:pt x="22" y="0"/>
                    <a:pt x="21" y="0"/>
                  </a:cubicBezTo>
                  <a:cubicBezTo>
                    <a:pt x="22" y="0"/>
                    <a:pt x="23" y="1"/>
                    <a:pt x="24" y="3"/>
                  </a:cubicBezTo>
                  <a:cubicBezTo>
                    <a:pt x="29" y="8"/>
                    <a:pt x="27" y="19"/>
                    <a:pt x="16" y="23"/>
                  </a:cubicBezTo>
                  <a:cubicBezTo>
                    <a:pt x="11" y="26"/>
                    <a:pt x="5" y="25"/>
                    <a:pt x="0" y="23"/>
                  </a:cubicBezTo>
                  <a:cubicBezTo>
                    <a:pt x="5" y="26"/>
                    <a:pt x="12" y="26"/>
                    <a:pt x="17" y="24"/>
                  </a:cubicBezTo>
                  <a:cubicBezTo>
                    <a:pt x="28" y="20"/>
                    <a:pt x="30" y="9"/>
                    <a:pt x="26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0" name="Freeform 3020">
              <a:extLst>
                <a:ext uri="{FF2B5EF4-FFF2-40B4-BE49-F238E27FC236}">
                  <a16:creationId xmlns:a16="http://schemas.microsoft.com/office/drawing/2014/main" id="{E11FBD84-1C6D-4C64-AE52-49C7F04A1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564"/>
              <a:ext cx="58" cy="56"/>
            </a:xfrm>
            <a:custGeom>
              <a:avLst/>
              <a:gdLst>
                <a:gd name="T0" fmla="*/ 16 w 29"/>
                <a:gd name="T1" fmla="*/ 157 h 26"/>
                <a:gd name="T2" fmla="*/ 40 w 29"/>
                <a:gd name="T3" fmla="*/ 52 h 26"/>
                <a:gd name="T4" fmla="*/ 136 w 29"/>
                <a:gd name="T5" fmla="*/ 9 h 26"/>
                <a:gd name="T6" fmla="*/ 232 w 29"/>
                <a:gd name="T7" fmla="*/ 19 h 26"/>
                <a:gd name="T8" fmla="*/ 120 w 29"/>
                <a:gd name="T9" fmla="*/ 0 h 26"/>
                <a:gd name="T10" fmla="*/ 32 w 29"/>
                <a:gd name="T11" fmla="*/ 52 h 26"/>
                <a:gd name="T12" fmla="*/ 8 w 29"/>
                <a:gd name="T13" fmla="*/ 157 h 26"/>
                <a:gd name="T14" fmla="*/ 80 w 29"/>
                <a:gd name="T15" fmla="*/ 261 h 26"/>
                <a:gd name="T16" fmla="*/ 16 w 29"/>
                <a:gd name="T17" fmla="*/ 15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6">
                  <a:moveTo>
                    <a:pt x="2" y="16"/>
                  </a:moveTo>
                  <a:cubicBezTo>
                    <a:pt x="1" y="12"/>
                    <a:pt x="3" y="8"/>
                    <a:pt x="5" y="5"/>
                  </a:cubicBezTo>
                  <a:cubicBezTo>
                    <a:pt x="8" y="2"/>
                    <a:pt x="12" y="1"/>
                    <a:pt x="17" y="1"/>
                  </a:cubicBezTo>
                  <a:cubicBezTo>
                    <a:pt x="22" y="1"/>
                    <a:pt x="26" y="1"/>
                    <a:pt x="29" y="2"/>
                  </a:cubicBezTo>
                  <a:cubicBezTo>
                    <a:pt x="26" y="0"/>
                    <a:pt x="22" y="0"/>
                    <a:pt x="15" y="0"/>
                  </a:cubicBezTo>
                  <a:cubicBezTo>
                    <a:pt x="11" y="1"/>
                    <a:pt x="7" y="1"/>
                    <a:pt x="4" y="5"/>
                  </a:cubicBezTo>
                  <a:cubicBezTo>
                    <a:pt x="2" y="8"/>
                    <a:pt x="0" y="11"/>
                    <a:pt x="1" y="16"/>
                  </a:cubicBezTo>
                  <a:cubicBezTo>
                    <a:pt x="1" y="20"/>
                    <a:pt x="5" y="24"/>
                    <a:pt x="10" y="26"/>
                  </a:cubicBezTo>
                  <a:cubicBezTo>
                    <a:pt x="6" y="24"/>
                    <a:pt x="3" y="20"/>
                    <a:pt x="2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1" name="Freeform 3021">
              <a:extLst>
                <a:ext uri="{FF2B5EF4-FFF2-40B4-BE49-F238E27FC236}">
                  <a16:creationId xmlns:a16="http://schemas.microsoft.com/office/drawing/2014/main" id="{6C58940C-09B4-448E-8E42-F40156BF7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573"/>
              <a:ext cx="52" cy="34"/>
            </a:xfrm>
            <a:custGeom>
              <a:avLst/>
              <a:gdLst>
                <a:gd name="T0" fmla="*/ 152 w 26"/>
                <a:gd name="T1" fmla="*/ 28 h 16"/>
                <a:gd name="T2" fmla="*/ 88 w 26"/>
                <a:gd name="T3" fmla="*/ 153 h 16"/>
                <a:gd name="T4" fmla="*/ 16 w 26"/>
                <a:gd name="T5" fmla="*/ 49 h 16"/>
                <a:gd name="T6" fmla="*/ 152 w 26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9" y="3"/>
                  </a:moveTo>
                  <a:cubicBezTo>
                    <a:pt x="26" y="7"/>
                    <a:pt x="22" y="16"/>
                    <a:pt x="11" y="16"/>
                  </a:cubicBezTo>
                  <a:cubicBezTo>
                    <a:pt x="1" y="16"/>
                    <a:pt x="0" y="9"/>
                    <a:pt x="2" y="5"/>
                  </a:cubicBezTo>
                  <a:cubicBezTo>
                    <a:pt x="4" y="1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2" name="Freeform 3022">
              <a:extLst>
                <a:ext uri="{FF2B5EF4-FFF2-40B4-BE49-F238E27FC236}">
                  <a16:creationId xmlns:a16="http://schemas.microsoft.com/office/drawing/2014/main" id="{7F580ECD-1A84-421C-8A27-EE7DBDB2D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586"/>
              <a:ext cx="46" cy="21"/>
            </a:xfrm>
            <a:custGeom>
              <a:avLst/>
              <a:gdLst>
                <a:gd name="T0" fmla="*/ 168 w 23"/>
                <a:gd name="T1" fmla="*/ 0 h 10"/>
                <a:gd name="T2" fmla="*/ 80 w 23"/>
                <a:gd name="T3" fmla="*/ 76 h 10"/>
                <a:gd name="T4" fmla="*/ 0 w 23"/>
                <a:gd name="T5" fmla="*/ 36 h 10"/>
                <a:gd name="T6" fmla="*/ 80 w 23"/>
                <a:gd name="T7" fmla="*/ 92 h 10"/>
                <a:gd name="T8" fmla="*/ 168 w 2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">
                  <a:moveTo>
                    <a:pt x="21" y="0"/>
                  </a:moveTo>
                  <a:cubicBezTo>
                    <a:pt x="21" y="4"/>
                    <a:pt x="17" y="8"/>
                    <a:pt x="10" y="8"/>
                  </a:cubicBezTo>
                  <a:cubicBezTo>
                    <a:pt x="4" y="8"/>
                    <a:pt x="2" y="6"/>
                    <a:pt x="0" y="4"/>
                  </a:cubicBezTo>
                  <a:cubicBezTo>
                    <a:pt x="1" y="7"/>
                    <a:pt x="4" y="10"/>
                    <a:pt x="10" y="10"/>
                  </a:cubicBezTo>
                  <a:cubicBezTo>
                    <a:pt x="18" y="10"/>
                    <a:pt x="23" y="4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3" name="Freeform 3023">
              <a:extLst>
                <a:ext uri="{FF2B5EF4-FFF2-40B4-BE49-F238E27FC236}">
                  <a16:creationId xmlns:a16="http://schemas.microsoft.com/office/drawing/2014/main" id="{34D384D7-13A8-46E6-852F-D4FA349B8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575"/>
              <a:ext cx="24" cy="6"/>
            </a:xfrm>
            <a:custGeom>
              <a:avLst/>
              <a:gdLst>
                <a:gd name="T0" fmla="*/ 96 w 12"/>
                <a:gd name="T1" fmla="*/ 8 h 3"/>
                <a:gd name="T2" fmla="*/ 0 w 12"/>
                <a:gd name="T3" fmla="*/ 24 h 3"/>
                <a:gd name="T4" fmla="*/ 96 w 1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1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3" y="2"/>
                    <a:pt x="8" y="0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4" name="Freeform 3024">
              <a:extLst>
                <a:ext uri="{FF2B5EF4-FFF2-40B4-BE49-F238E27FC236}">
                  <a16:creationId xmlns:a16="http://schemas.microsoft.com/office/drawing/2014/main" id="{D7471C5C-10EA-4C28-B157-06B76C4A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2596"/>
              <a:ext cx="34" cy="17"/>
            </a:xfrm>
            <a:custGeom>
              <a:avLst/>
              <a:gdLst>
                <a:gd name="T0" fmla="*/ 0 w 17"/>
                <a:gd name="T1" fmla="*/ 40 h 8"/>
                <a:gd name="T2" fmla="*/ 136 w 17"/>
                <a:gd name="T3" fmla="*/ 0 h 8"/>
                <a:gd name="T4" fmla="*/ 0 w 17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4"/>
                  </a:moveTo>
                  <a:cubicBezTo>
                    <a:pt x="3" y="5"/>
                    <a:pt x="13" y="7"/>
                    <a:pt x="17" y="0"/>
                  </a:cubicBezTo>
                  <a:cubicBezTo>
                    <a:pt x="16" y="3"/>
                    <a:pt x="9" y="8"/>
                    <a:pt x="0" y="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5" name="Freeform 3025">
              <a:extLst>
                <a:ext uri="{FF2B5EF4-FFF2-40B4-BE49-F238E27FC236}">
                  <a16:creationId xmlns:a16="http://schemas.microsoft.com/office/drawing/2014/main" id="{F2B70C5F-8809-44C6-BA68-52A49AAA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562"/>
              <a:ext cx="80" cy="68"/>
            </a:xfrm>
            <a:custGeom>
              <a:avLst/>
              <a:gdLst>
                <a:gd name="T0" fmla="*/ 136 w 40"/>
                <a:gd name="T1" fmla="*/ 9 h 32"/>
                <a:gd name="T2" fmla="*/ 32 w 40"/>
                <a:gd name="T3" fmla="*/ 49 h 32"/>
                <a:gd name="T4" fmla="*/ 8 w 40"/>
                <a:gd name="T5" fmla="*/ 164 h 32"/>
                <a:gd name="T6" fmla="*/ 216 w 40"/>
                <a:gd name="T7" fmla="*/ 272 h 32"/>
                <a:gd name="T8" fmla="*/ 280 w 40"/>
                <a:gd name="T9" fmla="*/ 60 h 32"/>
                <a:gd name="T10" fmla="*/ 136 w 40"/>
                <a:gd name="T11" fmla="*/ 9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">
                  <a:moveTo>
                    <a:pt x="17" y="1"/>
                  </a:moveTo>
                  <a:cubicBezTo>
                    <a:pt x="12" y="1"/>
                    <a:pt x="7" y="2"/>
                    <a:pt x="4" y="5"/>
                  </a:cubicBezTo>
                  <a:cubicBezTo>
                    <a:pt x="2" y="9"/>
                    <a:pt x="0" y="12"/>
                    <a:pt x="1" y="17"/>
                  </a:cubicBezTo>
                  <a:cubicBezTo>
                    <a:pt x="3" y="27"/>
                    <a:pt x="16" y="32"/>
                    <a:pt x="27" y="28"/>
                  </a:cubicBezTo>
                  <a:cubicBezTo>
                    <a:pt x="38" y="23"/>
                    <a:pt x="40" y="12"/>
                    <a:pt x="35" y="6"/>
                  </a:cubicBezTo>
                  <a:cubicBezTo>
                    <a:pt x="30" y="1"/>
                    <a:pt x="27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6" name="Freeform 3026">
              <a:extLst>
                <a:ext uri="{FF2B5EF4-FFF2-40B4-BE49-F238E27FC236}">
                  <a16:creationId xmlns:a16="http://schemas.microsoft.com/office/drawing/2014/main" id="{E181136F-439F-49B2-98A4-0B1064EC9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579"/>
              <a:ext cx="44" cy="28"/>
            </a:xfrm>
            <a:custGeom>
              <a:avLst/>
              <a:gdLst>
                <a:gd name="T0" fmla="*/ 144 w 22"/>
                <a:gd name="T1" fmla="*/ 0 h 13"/>
                <a:gd name="T2" fmla="*/ 168 w 22"/>
                <a:gd name="T3" fmla="*/ 60 h 13"/>
                <a:gd name="T4" fmla="*/ 80 w 22"/>
                <a:gd name="T5" fmla="*/ 129 h 13"/>
                <a:gd name="T6" fmla="*/ 8 w 22"/>
                <a:gd name="T7" fmla="*/ 88 h 13"/>
                <a:gd name="T8" fmla="*/ 8 w 22"/>
                <a:gd name="T9" fmla="*/ 19 h 13"/>
                <a:gd name="T10" fmla="*/ 8 w 22"/>
                <a:gd name="T11" fmla="*/ 19 h 13"/>
                <a:gd name="T12" fmla="*/ 8 w 22"/>
                <a:gd name="T13" fmla="*/ 88 h 13"/>
                <a:gd name="T14" fmla="*/ 80 w 22"/>
                <a:gd name="T15" fmla="*/ 129 h 13"/>
                <a:gd name="T16" fmla="*/ 168 w 22"/>
                <a:gd name="T17" fmla="*/ 60 h 13"/>
                <a:gd name="T18" fmla="*/ 144 w 2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3">
                  <a:moveTo>
                    <a:pt x="18" y="0"/>
                  </a:moveTo>
                  <a:cubicBezTo>
                    <a:pt x="21" y="1"/>
                    <a:pt x="22" y="4"/>
                    <a:pt x="21" y="6"/>
                  </a:cubicBezTo>
                  <a:cubicBezTo>
                    <a:pt x="20" y="9"/>
                    <a:pt x="17" y="13"/>
                    <a:pt x="10" y="13"/>
                  </a:cubicBezTo>
                  <a:cubicBezTo>
                    <a:pt x="5" y="12"/>
                    <a:pt x="2" y="10"/>
                    <a:pt x="1" y="9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4"/>
                    <a:pt x="0" y="6"/>
                    <a:pt x="1" y="9"/>
                  </a:cubicBezTo>
                  <a:cubicBezTo>
                    <a:pt x="2" y="11"/>
                    <a:pt x="4" y="13"/>
                    <a:pt x="10" y="13"/>
                  </a:cubicBezTo>
                  <a:cubicBezTo>
                    <a:pt x="17" y="13"/>
                    <a:pt x="21" y="10"/>
                    <a:pt x="21" y="6"/>
                  </a:cubicBezTo>
                  <a:cubicBezTo>
                    <a:pt x="22" y="4"/>
                    <a:pt x="21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7" name="Freeform 3027">
              <a:extLst>
                <a:ext uri="{FF2B5EF4-FFF2-40B4-BE49-F238E27FC236}">
                  <a16:creationId xmlns:a16="http://schemas.microsoft.com/office/drawing/2014/main" id="{2ECA2026-4254-4EC6-A89E-A82B862B4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2498"/>
              <a:ext cx="30" cy="68"/>
            </a:xfrm>
            <a:custGeom>
              <a:avLst/>
              <a:gdLst>
                <a:gd name="T0" fmla="*/ 120 w 15"/>
                <a:gd name="T1" fmla="*/ 0 h 32"/>
                <a:gd name="T2" fmla="*/ 64 w 15"/>
                <a:gd name="T3" fmla="*/ 19 h 32"/>
                <a:gd name="T4" fmla="*/ 48 w 15"/>
                <a:gd name="T5" fmla="*/ 230 h 32"/>
                <a:gd name="T6" fmla="*/ 120 w 15"/>
                <a:gd name="T7" fmla="*/ 308 h 32"/>
                <a:gd name="T8" fmla="*/ 120 w 15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15" y="0"/>
                  </a:moveTo>
                  <a:cubicBezTo>
                    <a:pt x="13" y="0"/>
                    <a:pt x="10" y="1"/>
                    <a:pt x="8" y="2"/>
                  </a:cubicBezTo>
                  <a:cubicBezTo>
                    <a:pt x="0" y="8"/>
                    <a:pt x="0" y="16"/>
                    <a:pt x="6" y="24"/>
                  </a:cubicBezTo>
                  <a:cubicBezTo>
                    <a:pt x="8" y="27"/>
                    <a:pt x="11" y="30"/>
                    <a:pt x="15" y="32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8" name="Freeform 3028">
              <a:extLst>
                <a:ext uri="{FF2B5EF4-FFF2-40B4-BE49-F238E27FC236}">
                  <a16:creationId xmlns:a16="http://schemas.microsoft.com/office/drawing/2014/main" id="{6FA26D89-7764-4558-AD5F-3395540B4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2" y="2513"/>
              <a:ext cx="12" cy="28"/>
            </a:xfrm>
            <a:custGeom>
              <a:avLst/>
              <a:gdLst>
                <a:gd name="T0" fmla="*/ 48 w 6"/>
                <a:gd name="T1" fmla="*/ 0 h 13"/>
                <a:gd name="T2" fmla="*/ 48 w 6"/>
                <a:gd name="T3" fmla="*/ 0 h 13"/>
                <a:gd name="T4" fmla="*/ 48 w 6"/>
                <a:gd name="T5" fmla="*/ 129 h 13"/>
                <a:gd name="T6" fmla="*/ 48 w 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0" y="2"/>
                    <a:pt x="1" y="8"/>
                    <a:pt x="6" y="13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9" name="Freeform 3029">
              <a:extLst>
                <a:ext uri="{FF2B5EF4-FFF2-40B4-BE49-F238E27FC236}">
                  <a16:creationId xmlns:a16="http://schemas.microsoft.com/office/drawing/2014/main" id="{FAF33C00-C63B-4D38-BE7B-E2EB4B95A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518"/>
              <a:ext cx="10" cy="23"/>
            </a:xfrm>
            <a:custGeom>
              <a:avLst/>
              <a:gdLst>
                <a:gd name="T0" fmla="*/ 40 w 5"/>
                <a:gd name="T1" fmla="*/ 75 h 11"/>
                <a:gd name="T2" fmla="*/ 16 w 5"/>
                <a:gd name="T3" fmla="*/ 0 h 11"/>
                <a:gd name="T4" fmla="*/ 40 w 5"/>
                <a:gd name="T5" fmla="*/ 100 h 11"/>
                <a:gd name="T6" fmla="*/ 40 w 5"/>
                <a:gd name="T7" fmla="*/ 7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5" y="8"/>
                  </a:moveTo>
                  <a:cubicBezTo>
                    <a:pt x="3" y="6"/>
                    <a:pt x="2" y="3"/>
                    <a:pt x="2" y="0"/>
                  </a:cubicBezTo>
                  <a:cubicBezTo>
                    <a:pt x="0" y="3"/>
                    <a:pt x="1" y="7"/>
                    <a:pt x="5" y="11"/>
                  </a:cubicBezTo>
                  <a:lnTo>
                    <a:pt x="5" y="8"/>
                  </a:ln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0" name="Freeform 3030">
              <a:extLst>
                <a:ext uri="{FF2B5EF4-FFF2-40B4-BE49-F238E27FC236}">
                  <a16:creationId xmlns:a16="http://schemas.microsoft.com/office/drawing/2014/main" id="{DA69D8E9-8839-4D5C-833D-998A761C6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2498"/>
              <a:ext cx="30" cy="68"/>
            </a:xfrm>
            <a:custGeom>
              <a:avLst/>
              <a:gdLst>
                <a:gd name="T0" fmla="*/ 120 w 15"/>
                <a:gd name="T1" fmla="*/ 0 h 32"/>
                <a:gd name="T2" fmla="*/ 64 w 15"/>
                <a:gd name="T3" fmla="*/ 19 h 32"/>
                <a:gd name="T4" fmla="*/ 48 w 15"/>
                <a:gd name="T5" fmla="*/ 230 h 32"/>
                <a:gd name="T6" fmla="*/ 120 w 15"/>
                <a:gd name="T7" fmla="*/ 308 h 32"/>
                <a:gd name="T8" fmla="*/ 120 w 15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15" y="0"/>
                  </a:moveTo>
                  <a:cubicBezTo>
                    <a:pt x="13" y="0"/>
                    <a:pt x="10" y="1"/>
                    <a:pt x="8" y="2"/>
                  </a:cubicBezTo>
                  <a:cubicBezTo>
                    <a:pt x="0" y="8"/>
                    <a:pt x="0" y="16"/>
                    <a:pt x="6" y="24"/>
                  </a:cubicBezTo>
                  <a:cubicBezTo>
                    <a:pt x="8" y="27"/>
                    <a:pt x="11" y="30"/>
                    <a:pt x="15" y="32"/>
                  </a:cubicBezTo>
                  <a:lnTo>
                    <a:pt x="15" y="0"/>
                  </a:ln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1" name="Freeform 3031">
              <a:extLst>
                <a:ext uri="{FF2B5EF4-FFF2-40B4-BE49-F238E27FC236}">
                  <a16:creationId xmlns:a16="http://schemas.microsoft.com/office/drawing/2014/main" id="{E4842262-5C4F-4137-8FCC-FE5A48C37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775"/>
              <a:ext cx="81" cy="81"/>
            </a:xfrm>
            <a:custGeom>
              <a:avLst/>
              <a:gdLst>
                <a:gd name="T0" fmla="*/ 79 w 41"/>
                <a:gd name="T1" fmla="*/ 68 h 38"/>
                <a:gd name="T2" fmla="*/ 8 w 41"/>
                <a:gd name="T3" fmla="*/ 164 h 38"/>
                <a:gd name="T4" fmla="*/ 24 w 41"/>
                <a:gd name="T5" fmla="*/ 290 h 38"/>
                <a:gd name="T6" fmla="*/ 253 w 41"/>
                <a:gd name="T7" fmla="*/ 273 h 38"/>
                <a:gd name="T8" fmla="*/ 239 w 41"/>
                <a:gd name="T9" fmla="*/ 28 h 38"/>
                <a:gd name="T10" fmla="*/ 79 w 41"/>
                <a:gd name="T11" fmla="*/ 6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8">
                  <a:moveTo>
                    <a:pt x="10" y="7"/>
                  </a:moveTo>
                  <a:cubicBezTo>
                    <a:pt x="6" y="9"/>
                    <a:pt x="2" y="12"/>
                    <a:pt x="1" y="17"/>
                  </a:cubicBezTo>
                  <a:cubicBezTo>
                    <a:pt x="0" y="21"/>
                    <a:pt x="0" y="26"/>
                    <a:pt x="3" y="30"/>
                  </a:cubicBezTo>
                  <a:cubicBezTo>
                    <a:pt x="9" y="38"/>
                    <a:pt x="24" y="37"/>
                    <a:pt x="33" y="28"/>
                  </a:cubicBezTo>
                  <a:cubicBezTo>
                    <a:pt x="41" y="18"/>
                    <a:pt x="38" y="6"/>
                    <a:pt x="31" y="3"/>
                  </a:cubicBezTo>
                  <a:cubicBezTo>
                    <a:pt x="24" y="0"/>
                    <a:pt x="20" y="1"/>
                    <a:pt x="10" y="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2" name="Freeform 3032">
              <a:extLst>
                <a:ext uri="{FF2B5EF4-FFF2-40B4-BE49-F238E27FC236}">
                  <a16:creationId xmlns:a16="http://schemas.microsoft.com/office/drawing/2014/main" id="{0DDC2641-8E8C-4791-9DB6-988553E5B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79"/>
              <a:ext cx="47" cy="70"/>
            </a:xfrm>
            <a:custGeom>
              <a:avLst/>
              <a:gdLst>
                <a:gd name="T0" fmla="*/ 104 w 24"/>
                <a:gd name="T1" fmla="*/ 8 h 33"/>
                <a:gd name="T2" fmla="*/ 61 w 24"/>
                <a:gd name="T3" fmla="*/ 0 h 33"/>
                <a:gd name="T4" fmla="*/ 96 w 24"/>
                <a:gd name="T5" fmla="*/ 8 h 33"/>
                <a:gd name="T6" fmla="*/ 112 w 24"/>
                <a:gd name="T7" fmla="*/ 238 h 33"/>
                <a:gd name="T8" fmla="*/ 0 w 24"/>
                <a:gd name="T9" fmla="*/ 314 h 33"/>
                <a:gd name="T10" fmla="*/ 119 w 24"/>
                <a:gd name="T11" fmla="*/ 238 h 33"/>
                <a:gd name="T12" fmla="*/ 104 w 24"/>
                <a:gd name="T13" fmla="*/ 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14" y="1"/>
                  </a:moveTo>
                  <a:cubicBezTo>
                    <a:pt x="12" y="1"/>
                    <a:pt x="10" y="0"/>
                    <a:pt x="8" y="0"/>
                  </a:cubicBezTo>
                  <a:cubicBezTo>
                    <a:pt x="10" y="0"/>
                    <a:pt x="11" y="1"/>
                    <a:pt x="13" y="1"/>
                  </a:cubicBezTo>
                  <a:cubicBezTo>
                    <a:pt x="20" y="5"/>
                    <a:pt x="23" y="16"/>
                    <a:pt x="15" y="25"/>
                  </a:cubicBezTo>
                  <a:cubicBezTo>
                    <a:pt x="11" y="30"/>
                    <a:pt x="5" y="32"/>
                    <a:pt x="0" y="33"/>
                  </a:cubicBezTo>
                  <a:cubicBezTo>
                    <a:pt x="5" y="33"/>
                    <a:pt x="12" y="30"/>
                    <a:pt x="16" y="25"/>
                  </a:cubicBezTo>
                  <a:cubicBezTo>
                    <a:pt x="24" y="16"/>
                    <a:pt x="21" y="5"/>
                    <a:pt x="14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3" name="Freeform 3033">
              <a:extLst>
                <a:ext uri="{FF2B5EF4-FFF2-40B4-BE49-F238E27FC236}">
                  <a16:creationId xmlns:a16="http://schemas.microsoft.com/office/drawing/2014/main" id="{551CE8AA-103A-47E3-B1B8-B72D02307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779"/>
              <a:ext cx="45" cy="70"/>
            </a:xfrm>
            <a:custGeom>
              <a:avLst/>
              <a:gdLst>
                <a:gd name="T0" fmla="*/ 31 w 23"/>
                <a:gd name="T1" fmla="*/ 257 h 33"/>
                <a:gd name="T2" fmla="*/ 16 w 23"/>
                <a:gd name="T3" fmla="*/ 144 h 33"/>
                <a:gd name="T4" fmla="*/ 84 w 23"/>
                <a:gd name="T5" fmla="*/ 49 h 33"/>
                <a:gd name="T6" fmla="*/ 172 w 23"/>
                <a:gd name="T7" fmla="*/ 0 h 33"/>
                <a:gd name="T8" fmla="*/ 76 w 23"/>
                <a:gd name="T9" fmla="*/ 49 h 33"/>
                <a:gd name="T10" fmla="*/ 8 w 23"/>
                <a:gd name="T11" fmla="*/ 144 h 33"/>
                <a:gd name="T12" fmla="*/ 23 w 23"/>
                <a:gd name="T13" fmla="*/ 257 h 33"/>
                <a:gd name="T14" fmla="*/ 119 w 23"/>
                <a:gd name="T15" fmla="*/ 305 h 33"/>
                <a:gd name="T16" fmla="*/ 31 w 23"/>
                <a:gd name="T17" fmla="*/ 25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3">
                  <a:moveTo>
                    <a:pt x="4" y="27"/>
                  </a:moveTo>
                  <a:cubicBezTo>
                    <a:pt x="1" y="23"/>
                    <a:pt x="1" y="19"/>
                    <a:pt x="2" y="15"/>
                  </a:cubicBezTo>
                  <a:cubicBezTo>
                    <a:pt x="3" y="10"/>
                    <a:pt x="7" y="8"/>
                    <a:pt x="11" y="5"/>
                  </a:cubicBezTo>
                  <a:cubicBezTo>
                    <a:pt x="16" y="2"/>
                    <a:pt x="20" y="1"/>
                    <a:pt x="23" y="0"/>
                  </a:cubicBezTo>
                  <a:cubicBezTo>
                    <a:pt x="19" y="0"/>
                    <a:pt x="16" y="2"/>
                    <a:pt x="10" y="5"/>
                  </a:cubicBezTo>
                  <a:cubicBezTo>
                    <a:pt x="5" y="8"/>
                    <a:pt x="1" y="10"/>
                    <a:pt x="1" y="15"/>
                  </a:cubicBezTo>
                  <a:cubicBezTo>
                    <a:pt x="0" y="19"/>
                    <a:pt x="0" y="23"/>
                    <a:pt x="3" y="27"/>
                  </a:cubicBezTo>
                  <a:cubicBezTo>
                    <a:pt x="6" y="31"/>
                    <a:pt x="11" y="33"/>
                    <a:pt x="16" y="32"/>
                  </a:cubicBezTo>
                  <a:cubicBezTo>
                    <a:pt x="11" y="32"/>
                    <a:pt x="7" y="31"/>
                    <a:pt x="4" y="2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4" name="Freeform 3034">
              <a:extLst>
                <a:ext uri="{FF2B5EF4-FFF2-40B4-BE49-F238E27FC236}">
                  <a16:creationId xmlns:a16="http://schemas.microsoft.com/office/drawing/2014/main" id="{F254F56A-A820-4BB1-A0A9-43817645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794"/>
              <a:ext cx="47" cy="45"/>
            </a:xfrm>
            <a:custGeom>
              <a:avLst/>
              <a:gdLst>
                <a:gd name="T0" fmla="*/ 104 w 24"/>
                <a:gd name="T1" fmla="*/ 0 h 21"/>
                <a:gd name="T2" fmla="*/ 104 w 24"/>
                <a:gd name="T3" fmla="*/ 156 h 21"/>
                <a:gd name="T4" fmla="*/ 0 w 24"/>
                <a:gd name="T5" fmla="*/ 109 h 21"/>
                <a:gd name="T6" fmla="*/ 104 w 2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cubicBezTo>
                    <a:pt x="24" y="0"/>
                    <a:pt x="23" y="11"/>
                    <a:pt x="14" y="16"/>
                  </a:cubicBezTo>
                  <a:cubicBezTo>
                    <a:pt x="4" y="21"/>
                    <a:pt x="0" y="15"/>
                    <a:pt x="0" y="11"/>
                  </a:cubicBezTo>
                  <a:cubicBezTo>
                    <a:pt x="0" y="6"/>
                    <a:pt x="9" y="0"/>
                    <a:pt x="14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5" name="Freeform 3035">
              <a:extLst>
                <a:ext uri="{FF2B5EF4-FFF2-40B4-BE49-F238E27FC236}">
                  <a16:creationId xmlns:a16="http://schemas.microsoft.com/office/drawing/2014/main" id="{1B8CF005-38A7-4538-AD69-1ECAD1A47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796"/>
              <a:ext cx="43" cy="38"/>
            </a:xfrm>
            <a:custGeom>
              <a:avLst/>
              <a:gdLst>
                <a:gd name="T0" fmla="*/ 133 w 22"/>
                <a:gd name="T1" fmla="*/ 0 h 18"/>
                <a:gd name="T2" fmla="*/ 84 w 22"/>
                <a:gd name="T3" fmla="*/ 133 h 18"/>
                <a:gd name="T4" fmla="*/ 0 w 22"/>
                <a:gd name="T5" fmla="*/ 133 h 18"/>
                <a:gd name="T6" fmla="*/ 96 w 22"/>
                <a:gd name="T7" fmla="*/ 144 h 18"/>
                <a:gd name="T8" fmla="*/ 133 w 22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18" y="0"/>
                  </a:moveTo>
                  <a:cubicBezTo>
                    <a:pt x="21" y="4"/>
                    <a:pt x="18" y="10"/>
                    <a:pt x="11" y="14"/>
                  </a:cubicBezTo>
                  <a:cubicBezTo>
                    <a:pt x="6" y="16"/>
                    <a:pt x="2" y="16"/>
                    <a:pt x="0" y="14"/>
                  </a:cubicBezTo>
                  <a:cubicBezTo>
                    <a:pt x="2" y="17"/>
                    <a:pt x="6" y="18"/>
                    <a:pt x="13" y="15"/>
                  </a:cubicBezTo>
                  <a:cubicBezTo>
                    <a:pt x="20" y="11"/>
                    <a:pt x="22" y="4"/>
                    <a:pt x="18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6" name="Freeform 3036">
              <a:extLst>
                <a:ext uri="{FF2B5EF4-FFF2-40B4-BE49-F238E27FC236}">
                  <a16:creationId xmlns:a16="http://schemas.microsoft.com/office/drawing/2014/main" id="{854CC92A-41DC-4045-98EA-F1D676EDD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794"/>
              <a:ext cx="20" cy="17"/>
            </a:xfrm>
            <a:custGeom>
              <a:avLst/>
              <a:gdLst>
                <a:gd name="T0" fmla="*/ 80 w 10"/>
                <a:gd name="T1" fmla="*/ 0 h 8"/>
                <a:gd name="T2" fmla="*/ 0 w 10"/>
                <a:gd name="T3" fmla="*/ 77 h 8"/>
                <a:gd name="T4" fmla="*/ 8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6" y="1"/>
                    <a:pt x="1" y="5"/>
                    <a:pt x="0" y="8"/>
                  </a:cubicBezTo>
                  <a:cubicBezTo>
                    <a:pt x="2" y="6"/>
                    <a:pt x="6" y="2"/>
                    <a:pt x="1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7" name="Freeform 3037">
              <a:extLst>
                <a:ext uri="{FF2B5EF4-FFF2-40B4-BE49-F238E27FC236}">
                  <a16:creationId xmlns:a16="http://schemas.microsoft.com/office/drawing/2014/main" id="{AD1A34DF-8628-4F49-8BD3-3357B089C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807"/>
              <a:ext cx="29" cy="25"/>
            </a:xfrm>
            <a:custGeom>
              <a:avLst/>
              <a:gdLst>
                <a:gd name="T0" fmla="*/ 0 w 15"/>
                <a:gd name="T1" fmla="*/ 108 h 12"/>
                <a:gd name="T2" fmla="*/ 101 w 15"/>
                <a:gd name="T3" fmla="*/ 0 h 12"/>
                <a:gd name="T4" fmla="*/ 0 w 15"/>
                <a:gd name="T5" fmla="*/ 10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14" y="9"/>
                    <a:pt x="14" y="0"/>
                  </a:cubicBezTo>
                  <a:cubicBezTo>
                    <a:pt x="15" y="4"/>
                    <a:pt x="11" y="12"/>
                    <a:pt x="0" y="12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8" name="Freeform 3038">
              <a:extLst>
                <a:ext uri="{FF2B5EF4-FFF2-40B4-BE49-F238E27FC236}">
                  <a16:creationId xmlns:a16="http://schemas.microsoft.com/office/drawing/2014/main" id="{98779A12-12E8-43E9-A43F-CCB54557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775"/>
              <a:ext cx="81" cy="81"/>
            </a:xfrm>
            <a:custGeom>
              <a:avLst/>
              <a:gdLst>
                <a:gd name="T0" fmla="*/ 79 w 41"/>
                <a:gd name="T1" fmla="*/ 68 h 38"/>
                <a:gd name="T2" fmla="*/ 8 w 41"/>
                <a:gd name="T3" fmla="*/ 164 h 38"/>
                <a:gd name="T4" fmla="*/ 24 w 41"/>
                <a:gd name="T5" fmla="*/ 290 h 38"/>
                <a:gd name="T6" fmla="*/ 253 w 41"/>
                <a:gd name="T7" fmla="*/ 273 h 38"/>
                <a:gd name="T8" fmla="*/ 239 w 41"/>
                <a:gd name="T9" fmla="*/ 28 h 38"/>
                <a:gd name="T10" fmla="*/ 79 w 41"/>
                <a:gd name="T11" fmla="*/ 6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8">
                  <a:moveTo>
                    <a:pt x="10" y="7"/>
                  </a:moveTo>
                  <a:cubicBezTo>
                    <a:pt x="6" y="9"/>
                    <a:pt x="2" y="12"/>
                    <a:pt x="1" y="17"/>
                  </a:cubicBezTo>
                  <a:cubicBezTo>
                    <a:pt x="0" y="21"/>
                    <a:pt x="0" y="26"/>
                    <a:pt x="3" y="30"/>
                  </a:cubicBezTo>
                  <a:cubicBezTo>
                    <a:pt x="9" y="38"/>
                    <a:pt x="24" y="37"/>
                    <a:pt x="33" y="28"/>
                  </a:cubicBezTo>
                  <a:cubicBezTo>
                    <a:pt x="41" y="18"/>
                    <a:pt x="38" y="6"/>
                    <a:pt x="31" y="3"/>
                  </a:cubicBezTo>
                  <a:cubicBezTo>
                    <a:pt x="24" y="0"/>
                    <a:pt x="20" y="1"/>
                    <a:pt x="10" y="7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9" name="Freeform 3039">
              <a:extLst>
                <a:ext uri="{FF2B5EF4-FFF2-40B4-BE49-F238E27FC236}">
                  <a16:creationId xmlns:a16="http://schemas.microsoft.com/office/drawing/2014/main" id="{FBC2B14C-E295-4ABF-BEEE-31101663F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794"/>
              <a:ext cx="43" cy="40"/>
            </a:xfrm>
            <a:custGeom>
              <a:avLst/>
              <a:gdLst>
                <a:gd name="T0" fmla="*/ 104 w 22"/>
                <a:gd name="T1" fmla="*/ 0 h 19"/>
                <a:gd name="T2" fmla="*/ 156 w 22"/>
                <a:gd name="T3" fmla="*/ 48 h 19"/>
                <a:gd name="T4" fmla="*/ 96 w 22"/>
                <a:gd name="T5" fmla="*/ 152 h 19"/>
                <a:gd name="T6" fmla="*/ 23 w 22"/>
                <a:gd name="T7" fmla="*/ 152 h 19"/>
                <a:gd name="T8" fmla="*/ 0 w 22"/>
                <a:gd name="T9" fmla="*/ 101 h 19"/>
                <a:gd name="T10" fmla="*/ 0 w 22"/>
                <a:gd name="T11" fmla="*/ 101 h 19"/>
                <a:gd name="T12" fmla="*/ 23 w 22"/>
                <a:gd name="T13" fmla="*/ 160 h 19"/>
                <a:gd name="T14" fmla="*/ 104 w 22"/>
                <a:gd name="T15" fmla="*/ 152 h 19"/>
                <a:gd name="T16" fmla="*/ 156 w 22"/>
                <a:gd name="T17" fmla="*/ 48 h 19"/>
                <a:gd name="T18" fmla="*/ 104 w 22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9">
                  <a:moveTo>
                    <a:pt x="14" y="0"/>
                  </a:moveTo>
                  <a:cubicBezTo>
                    <a:pt x="18" y="0"/>
                    <a:pt x="20" y="2"/>
                    <a:pt x="21" y="5"/>
                  </a:cubicBezTo>
                  <a:cubicBezTo>
                    <a:pt x="22" y="8"/>
                    <a:pt x="20" y="13"/>
                    <a:pt x="13" y="16"/>
                  </a:cubicBezTo>
                  <a:cubicBezTo>
                    <a:pt x="8" y="19"/>
                    <a:pt x="5" y="18"/>
                    <a:pt x="3" y="16"/>
                  </a:cubicBezTo>
                  <a:cubicBezTo>
                    <a:pt x="1" y="15"/>
                    <a:pt x="0" y="12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0" y="15"/>
                    <a:pt x="3" y="17"/>
                  </a:cubicBezTo>
                  <a:cubicBezTo>
                    <a:pt x="5" y="18"/>
                    <a:pt x="8" y="19"/>
                    <a:pt x="14" y="16"/>
                  </a:cubicBezTo>
                  <a:cubicBezTo>
                    <a:pt x="20" y="13"/>
                    <a:pt x="22" y="8"/>
                    <a:pt x="21" y="5"/>
                  </a:cubicBezTo>
                  <a:cubicBezTo>
                    <a:pt x="21" y="2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0" name="Freeform 3040">
              <a:extLst>
                <a:ext uri="{FF2B5EF4-FFF2-40B4-BE49-F238E27FC236}">
                  <a16:creationId xmlns:a16="http://schemas.microsoft.com/office/drawing/2014/main" id="{6A713A76-9CAD-4979-ACF5-3AD02B774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696"/>
              <a:ext cx="107" cy="75"/>
            </a:xfrm>
            <a:custGeom>
              <a:avLst/>
              <a:gdLst>
                <a:gd name="T0" fmla="*/ 157 w 54"/>
                <a:gd name="T1" fmla="*/ 0 h 35"/>
                <a:gd name="T2" fmla="*/ 71 w 54"/>
                <a:gd name="T3" fmla="*/ 60 h 35"/>
                <a:gd name="T4" fmla="*/ 180 w 54"/>
                <a:gd name="T5" fmla="*/ 317 h 35"/>
                <a:gd name="T6" fmla="*/ 396 w 54"/>
                <a:gd name="T7" fmla="*/ 216 h 35"/>
                <a:gd name="T8" fmla="*/ 357 w 54"/>
                <a:gd name="T9" fmla="*/ 60 h 35"/>
                <a:gd name="T10" fmla="*/ 240 w 54"/>
                <a:gd name="T11" fmla="*/ 19 h 35"/>
                <a:gd name="T12" fmla="*/ 157 w 5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0" y="0"/>
                  </a:moveTo>
                  <a:cubicBezTo>
                    <a:pt x="16" y="1"/>
                    <a:pt x="12" y="3"/>
                    <a:pt x="9" y="6"/>
                  </a:cubicBezTo>
                  <a:cubicBezTo>
                    <a:pt x="0" y="16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4" y="15"/>
                    <a:pt x="52" y="10"/>
                    <a:pt x="46" y="6"/>
                  </a:cubicBezTo>
                  <a:cubicBezTo>
                    <a:pt x="42" y="3"/>
                    <a:pt x="35" y="3"/>
                    <a:pt x="31" y="2"/>
                  </a:cubicBezTo>
                  <a:cubicBezTo>
                    <a:pt x="28" y="1"/>
                    <a:pt x="23" y="0"/>
                    <a:pt x="20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1" name="Freeform 3041">
              <a:extLst>
                <a:ext uri="{FF2B5EF4-FFF2-40B4-BE49-F238E27FC236}">
                  <a16:creationId xmlns:a16="http://schemas.microsoft.com/office/drawing/2014/main" id="{535921E8-19E3-472E-BB30-68AF46A60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698"/>
              <a:ext cx="79" cy="43"/>
            </a:xfrm>
            <a:custGeom>
              <a:avLst/>
              <a:gdLst>
                <a:gd name="T0" fmla="*/ 261 w 40"/>
                <a:gd name="T1" fmla="*/ 60 h 20"/>
                <a:gd name="T2" fmla="*/ 156 w 40"/>
                <a:gd name="T3" fmla="*/ 19 h 20"/>
                <a:gd name="T4" fmla="*/ 71 w 40"/>
                <a:gd name="T5" fmla="*/ 0 h 20"/>
                <a:gd name="T6" fmla="*/ 0 w 40"/>
                <a:gd name="T7" fmla="*/ 41 h 20"/>
                <a:gd name="T8" fmla="*/ 63 w 40"/>
                <a:gd name="T9" fmla="*/ 9 h 20"/>
                <a:gd name="T10" fmla="*/ 148 w 40"/>
                <a:gd name="T11" fmla="*/ 28 h 20"/>
                <a:gd name="T12" fmla="*/ 253 w 40"/>
                <a:gd name="T13" fmla="*/ 60 h 20"/>
                <a:gd name="T14" fmla="*/ 292 w 40"/>
                <a:gd name="T15" fmla="*/ 198 h 20"/>
                <a:gd name="T16" fmla="*/ 292 w 40"/>
                <a:gd name="T17" fmla="*/ 198 h 20"/>
                <a:gd name="T18" fmla="*/ 261 w 40"/>
                <a:gd name="T19" fmla="*/ 6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0">
                  <a:moveTo>
                    <a:pt x="34" y="6"/>
                  </a:moveTo>
                  <a:cubicBezTo>
                    <a:pt x="29" y="3"/>
                    <a:pt x="23" y="2"/>
                    <a:pt x="20" y="2"/>
                  </a:cubicBezTo>
                  <a:cubicBezTo>
                    <a:pt x="16" y="1"/>
                    <a:pt x="12" y="0"/>
                    <a:pt x="9" y="0"/>
                  </a:cubicBezTo>
                  <a:cubicBezTo>
                    <a:pt x="5" y="1"/>
                    <a:pt x="2" y="1"/>
                    <a:pt x="0" y="4"/>
                  </a:cubicBezTo>
                  <a:cubicBezTo>
                    <a:pt x="2" y="2"/>
                    <a:pt x="5" y="2"/>
                    <a:pt x="8" y="1"/>
                  </a:cubicBezTo>
                  <a:cubicBezTo>
                    <a:pt x="11" y="1"/>
                    <a:pt x="15" y="2"/>
                    <a:pt x="19" y="3"/>
                  </a:cubicBezTo>
                  <a:cubicBezTo>
                    <a:pt x="22" y="3"/>
                    <a:pt x="28" y="4"/>
                    <a:pt x="33" y="6"/>
                  </a:cubicBezTo>
                  <a:cubicBezTo>
                    <a:pt x="37" y="10"/>
                    <a:pt x="40" y="14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40" y="14"/>
                    <a:pt x="39" y="9"/>
                    <a:pt x="3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2" name="Freeform 3042">
              <a:extLst>
                <a:ext uri="{FF2B5EF4-FFF2-40B4-BE49-F238E27FC236}">
                  <a16:creationId xmlns:a16="http://schemas.microsoft.com/office/drawing/2014/main" id="{1CC4D324-9C72-484E-A662-CE9BCA220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707"/>
              <a:ext cx="91" cy="61"/>
            </a:xfrm>
            <a:custGeom>
              <a:avLst/>
              <a:gdLst>
                <a:gd name="T0" fmla="*/ 172 w 46"/>
                <a:gd name="T1" fmla="*/ 233 h 29"/>
                <a:gd name="T2" fmla="*/ 71 w 46"/>
                <a:gd name="T3" fmla="*/ 0 h 29"/>
                <a:gd name="T4" fmla="*/ 71 w 46"/>
                <a:gd name="T5" fmla="*/ 0 h 29"/>
                <a:gd name="T6" fmla="*/ 63 w 46"/>
                <a:gd name="T7" fmla="*/ 8 h 29"/>
                <a:gd name="T8" fmla="*/ 164 w 46"/>
                <a:gd name="T9" fmla="*/ 244 h 29"/>
                <a:gd name="T10" fmla="*/ 356 w 46"/>
                <a:gd name="T11" fmla="*/ 185 h 29"/>
                <a:gd name="T12" fmla="*/ 172 w 46"/>
                <a:gd name="T13" fmla="*/ 2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9">
                  <a:moveTo>
                    <a:pt x="22" y="25"/>
                  </a:moveTo>
                  <a:cubicBezTo>
                    <a:pt x="10" y="21"/>
                    <a:pt x="1" y="1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1"/>
                    <a:pt x="8" y="1"/>
                  </a:cubicBezTo>
                  <a:cubicBezTo>
                    <a:pt x="0" y="11"/>
                    <a:pt x="9" y="22"/>
                    <a:pt x="21" y="26"/>
                  </a:cubicBezTo>
                  <a:cubicBezTo>
                    <a:pt x="32" y="29"/>
                    <a:pt x="42" y="25"/>
                    <a:pt x="46" y="20"/>
                  </a:cubicBezTo>
                  <a:cubicBezTo>
                    <a:pt x="41" y="24"/>
                    <a:pt x="32" y="27"/>
                    <a:pt x="22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3" name="Freeform 3043">
              <a:extLst>
                <a:ext uri="{FF2B5EF4-FFF2-40B4-BE49-F238E27FC236}">
                  <a16:creationId xmlns:a16="http://schemas.microsoft.com/office/drawing/2014/main" id="{D9AC0734-EA4F-46B2-83D0-7B8296990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715"/>
              <a:ext cx="55" cy="32"/>
            </a:xfrm>
            <a:custGeom>
              <a:avLst/>
              <a:gdLst>
                <a:gd name="T0" fmla="*/ 196 w 28"/>
                <a:gd name="T1" fmla="*/ 87 h 15"/>
                <a:gd name="T2" fmla="*/ 55 w 28"/>
                <a:gd name="T3" fmla="*/ 117 h 15"/>
                <a:gd name="T4" fmla="*/ 31 w 28"/>
                <a:gd name="T5" fmla="*/ 19 h 15"/>
                <a:gd name="T6" fmla="*/ 128 w 28"/>
                <a:gd name="T7" fmla="*/ 19 h 15"/>
                <a:gd name="T8" fmla="*/ 196 w 28"/>
                <a:gd name="T9" fmla="*/ 8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6" y="9"/>
                  </a:moveTo>
                  <a:cubicBezTo>
                    <a:pt x="25" y="15"/>
                    <a:pt x="15" y="15"/>
                    <a:pt x="7" y="12"/>
                  </a:cubicBezTo>
                  <a:cubicBezTo>
                    <a:pt x="0" y="9"/>
                    <a:pt x="0" y="4"/>
                    <a:pt x="4" y="2"/>
                  </a:cubicBezTo>
                  <a:cubicBezTo>
                    <a:pt x="7" y="0"/>
                    <a:pt x="10" y="0"/>
                    <a:pt x="17" y="2"/>
                  </a:cubicBezTo>
                  <a:cubicBezTo>
                    <a:pt x="23" y="3"/>
                    <a:pt x="28" y="6"/>
                    <a:pt x="26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4" name="Freeform 3044">
              <a:extLst>
                <a:ext uri="{FF2B5EF4-FFF2-40B4-BE49-F238E27FC236}">
                  <a16:creationId xmlns:a16="http://schemas.microsoft.com/office/drawing/2014/main" id="{1981B49F-6500-4A7F-91F5-6EB1AFF22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722"/>
              <a:ext cx="51" cy="25"/>
            </a:xfrm>
            <a:custGeom>
              <a:avLst/>
              <a:gdLst>
                <a:gd name="T0" fmla="*/ 61 w 26"/>
                <a:gd name="T1" fmla="*/ 65 h 12"/>
                <a:gd name="T2" fmla="*/ 16 w 26"/>
                <a:gd name="T3" fmla="*/ 0 h 12"/>
                <a:gd name="T4" fmla="*/ 53 w 26"/>
                <a:gd name="T5" fmla="*/ 83 h 12"/>
                <a:gd name="T6" fmla="*/ 196 w 26"/>
                <a:gd name="T7" fmla="*/ 56 h 12"/>
                <a:gd name="T8" fmla="*/ 61 w 26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2">
                  <a:moveTo>
                    <a:pt x="8" y="7"/>
                  </a:moveTo>
                  <a:cubicBezTo>
                    <a:pt x="3" y="5"/>
                    <a:pt x="1" y="2"/>
                    <a:pt x="2" y="0"/>
                  </a:cubicBezTo>
                  <a:cubicBezTo>
                    <a:pt x="0" y="2"/>
                    <a:pt x="1" y="6"/>
                    <a:pt x="7" y="9"/>
                  </a:cubicBezTo>
                  <a:cubicBezTo>
                    <a:pt x="15" y="12"/>
                    <a:pt x="24" y="12"/>
                    <a:pt x="26" y="6"/>
                  </a:cubicBezTo>
                  <a:cubicBezTo>
                    <a:pt x="23" y="10"/>
                    <a:pt x="15" y="10"/>
                    <a:pt x="8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5" name="Freeform 3045">
              <a:extLst>
                <a:ext uri="{FF2B5EF4-FFF2-40B4-BE49-F238E27FC236}">
                  <a16:creationId xmlns:a16="http://schemas.microsoft.com/office/drawing/2014/main" id="{3D86BB9B-C61A-4714-8DD9-98A99A81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717"/>
              <a:ext cx="34" cy="11"/>
            </a:xfrm>
            <a:custGeom>
              <a:avLst/>
              <a:gdLst>
                <a:gd name="T0" fmla="*/ 0 w 17"/>
                <a:gd name="T1" fmla="*/ 0 h 5"/>
                <a:gd name="T2" fmla="*/ 136 w 17"/>
                <a:gd name="T3" fmla="*/ 53 h 5"/>
                <a:gd name="T4" fmla="*/ 56 w 17"/>
                <a:gd name="T5" fmla="*/ 20 h 5"/>
                <a:gd name="T6" fmla="*/ 0 w 1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5" y="0"/>
                    <a:pt x="13" y="1"/>
                    <a:pt x="17" y="5"/>
                  </a:cubicBezTo>
                  <a:cubicBezTo>
                    <a:pt x="14" y="4"/>
                    <a:pt x="10" y="2"/>
                    <a:pt x="7" y="2"/>
                  </a:cubicBezTo>
                  <a:cubicBezTo>
                    <a:pt x="4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6" name="Freeform 3046">
              <a:extLst>
                <a:ext uri="{FF2B5EF4-FFF2-40B4-BE49-F238E27FC236}">
                  <a16:creationId xmlns:a16="http://schemas.microsoft.com/office/drawing/2014/main" id="{AE21945B-50BC-4BC6-A82B-36F65142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713"/>
              <a:ext cx="30" cy="15"/>
            </a:xfrm>
            <a:custGeom>
              <a:avLst/>
              <a:gdLst>
                <a:gd name="T0" fmla="*/ 72 w 15"/>
                <a:gd name="T1" fmla="*/ 19 h 7"/>
                <a:gd name="T2" fmla="*/ 0 w 15"/>
                <a:gd name="T3" fmla="*/ 9 h 7"/>
                <a:gd name="T4" fmla="*/ 120 w 15"/>
                <a:gd name="T5" fmla="*/ 69 h 7"/>
                <a:gd name="T6" fmla="*/ 72 w 15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9" y="2"/>
                  </a:moveTo>
                  <a:cubicBezTo>
                    <a:pt x="7" y="1"/>
                    <a:pt x="4" y="0"/>
                    <a:pt x="0" y="1"/>
                  </a:cubicBezTo>
                  <a:cubicBezTo>
                    <a:pt x="3" y="1"/>
                    <a:pt x="14" y="3"/>
                    <a:pt x="15" y="7"/>
                  </a:cubicBezTo>
                  <a:cubicBezTo>
                    <a:pt x="15" y="6"/>
                    <a:pt x="13" y="3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7" name="Freeform 3047">
              <a:extLst>
                <a:ext uri="{FF2B5EF4-FFF2-40B4-BE49-F238E27FC236}">
                  <a16:creationId xmlns:a16="http://schemas.microsoft.com/office/drawing/2014/main" id="{05454EB0-AB5A-4313-AA56-ACAED9797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737"/>
              <a:ext cx="37" cy="14"/>
            </a:xfrm>
            <a:custGeom>
              <a:avLst/>
              <a:gdLst>
                <a:gd name="T0" fmla="*/ 0 w 19"/>
                <a:gd name="T1" fmla="*/ 0 h 7"/>
                <a:gd name="T2" fmla="*/ 140 w 19"/>
                <a:gd name="T3" fmla="*/ 32 h 7"/>
                <a:gd name="T4" fmla="*/ 0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2" y="2"/>
                    <a:pt x="11" y="6"/>
                    <a:pt x="19" y="4"/>
                  </a:cubicBezTo>
                  <a:cubicBezTo>
                    <a:pt x="17" y="5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8" name="Freeform 3048">
              <a:extLst>
                <a:ext uri="{FF2B5EF4-FFF2-40B4-BE49-F238E27FC236}">
                  <a16:creationId xmlns:a16="http://schemas.microsoft.com/office/drawing/2014/main" id="{F2C4A858-8666-4354-BFA6-F9DCD0F74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696"/>
              <a:ext cx="107" cy="75"/>
            </a:xfrm>
            <a:custGeom>
              <a:avLst/>
              <a:gdLst>
                <a:gd name="T0" fmla="*/ 157 w 54"/>
                <a:gd name="T1" fmla="*/ 0 h 35"/>
                <a:gd name="T2" fmla="*/ 71 w 54"/>
                <a:gd name="T3" fmla="*/ 60 h 35"/>
                <a:gd name="T4" fmla="*/ 180 w 54"/>
                <a:gd name="T5" fmla="*/ 317 h 35"/>
                <a:gd name="T6" fmla="*/ 396 w 54"/>
                <a:gd name="T7" fmla="*/ 216 h 35"/>
                <a:gd name="T8" fmla="*/ 357 w 54"/>
                <a:gd name="T9" fmla="*/ 60 h 35"/>
                <a:gd name="T10" fmla="*/ 240 w 54"/>
                <a:gd name="T11" fmla="*/ 19 h 35"/>
                <a:gd name="T12" fmla="*/ 157 w 5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0" y="0"/>
                  </a:moveTo>
                  <a:cubicBezTo>
                    <a:pt x="16" y="1"/>
                    <a:pt x="12" y="3"/>
                    <a:pt x="9" y="6"/>
                  </a:cubicBezTo>
                  <a:cubicBezTo>
                    <a:pt x="0" y="16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4" y="15"/>
                    <a:pt x="52" y="10"/>
                    <a:pt x="46" y="6"/>
                  </a:cubicBezTo>
                  <a:cubicBezTo>
                    <a:pt x="42" y="3"/>
                    <a:pt x="35" y="3"/>
                    <a:pt x="31" y="2"/>
                  </a:cubicBezTo>
                  <a:cubicBezTo>
                    <a:pt x="28" y="1"/>
                    <a:pt x="23" y="0"/>
                    <a:pt x="20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9" name="Freeform 3049">
              <a:extLst>
                <a:ext uri="{FF2B5EF4-FFF2-40B4-BE49-F238E27FC236}">
                  <a16:creationId xmlns:a16="http://schemas.microsoft.com/office/drawing/2014/main" id="{EBBD7E6C-ED35-445D-828A-3D00FB436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720"/>
              <a:ext cx="49" cy="27"/>
            </a:xfrm>
            <a:custGeom>
              <a:avLst/>
              <a:gdLst>
                <a:gd name="T0" fmla="*/ 0 w 25"/>
                <a:gd name="T1" fmla="*/ 35 h 13"/>
                <a:gd name="T2" fmla="*/ 47 w 25"/>
                <a:gd name="T3" fmla="*/ 91 h 13"/>
                <a:gd name="T4" fmla="*/ 165 w 25"/>
                <a:gd name="T5" fmla="*/ 100 h 13"/>
                <a:gd name="T6" fmla="*/ 188 w 25"/>
                <a:gd name="T7" fmla="*/ 64 h 13"/>
                <a:gd name="T8" fmla="*/ 188 w 25"/>
                <a:gd name="T9" fmla="*/ 64 h 13"/>
                <a:gd name="T10" fmla="*/ 165 w 25"/>
                <a:gd name="T11" fmla="*/ 100 h 13"/>
                <a:gd name="T12" fmla="*/ 47 w 25"/>
                <a:gd name="T13" fmla="*/ 91 h 13"/>
                <a:gd name="T14" fmla="*/ 0 w 25"/>
                <a:gd name="T15" fmla="*/ 35 h 13"/>
                <a:gd name="T16" fmla="*/ 24 w 25"/>
                <a:gd name="T17" fmla="*/ 0 h 13"/>
                <a:gd name="T18" fmla="*/ 24 w 25"/>
                <a:gd name="T19" fmla="*/ 0 h 13"/>
                <a:gd name="T20" fmla="*/ 0 w 25"/>
                <a:gd name="T21" fmla="*/ 35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3">
                  <a:moveTo>
                    <a:pt x="0" y="4"/>
                  </a:moveTo>
                  <a:cubicBezTo>
                    <a:pt x="0" y="6"/>
                    <a:pt x="2" y="9"/>
                    <a:pt x="6" y="10"/>
                  </a:cubicBezTo>
                  <a:cubicBezTo>
                    <a:pt x="12" y="13"/>
                    <a:pt x="18" y="13"/>
                    <a:pt x="22" y="11"/>
                  </a:cubicBezTo>
                  <a:cubicBezTo>
                    <a:pt x="24" y="10"/>
                    <a:pt x="25" y="9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9"/>
                    <a:pt x="24" y="10"/>
                    <a:pt x="22" y="11"/>
                  </a:cubicBezTo>
                  <a:cubicBezTo>
                    <a:pt x="18" y="13"/>
                    <a:pt x="12" y="12"/>
                    <a:pt x="6" y="10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0" name="Freeform 3050">
              <a:extLst>
                <a:ext uri="{FF2B5EF4-FFF2-40B4-BE49-F238E27FC236}">
                  <a16:creationId xmlns:a16="http://schemas.microsoft.com/office/drawing/2014/main" id="{EA81FD67-89B4-4654-B420-ABCA915C7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3062"/>
              <a:ext cx="108" cy="74"/>
            </a:xfrm>
            <a:custGeom>
              <a:avLst/>
              <a:gdLst>
                <a:gd name="T0" fmla="*/ 160 w 54"/>
                <a:gd name="T1" fmla="*/ 0 h 35"/>
                <a:gd name="T2" fmla="*/ 72 w 54"/>
                <a:gd name="T3" fmla="*/ 57 h 35"/>
                <a:gd name="T4" fmla="*/ 184 w 54"/>
                <a:gd name="T5" fmla="*/ 304 h 35"/>
                <a:gd name="T6" fmla="*/ 408 w 54"/>
                <a:gd name="T7" fmla="*/ 209 h 35"/>
                <a:gd name="T8" fmla="*/ 368 w 54"/>
                <a:gd name="T9" fmla="*/ 57 h 35"/>
                <a:gd name="T10" fmla="*/ 248 w 54"/>
                <a:gd name="T11" fmla="*/ 17 h 35"/>
                <a:gd name="T12" fmla="*/ 160 w 5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0" y="0"/>
                  </a:moveTo>
                  <a:cubicBezTo>
                    <a:pt x="16" y="1"/>
                    <a:pt x="12" y="3"/>
                    <a:pt x="9" y="6"/>
                  </a:cubicBezTo>
                  <a:cubicBezTo>
                    <a:pt x="0" y="16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4" y="15"/>
                    <a:pt x="52" y="10"/>
                    <a:pt x="46" y="6"/>
                  </a:cubicBezTo>
                  <a:cubicBezTo>
                    <a:pt x="42" y="3"/>
                    <a:pt x="35" y="3"/>
                    <a:pt x="31" y="2"/>
                  </a:cubicBezTo>
                  <a:cubicBezTo>
                    <a:pt x="28" y="1"/>
                    <a:pt x="23" y="0"/>
                    <a:pt x="20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1" name="Freeform 3051">
              <a:extLst>
                <a:ext uri="{FF2B5EF4-FFF2-40B4-BE49-F238E27FC236}">
                  <a16:creationId xmlns:a16="http://schemas.microsoft.com/office/drawing/2014/main" id="{1CDA9471-5816-4DFB-BCEB-49909A7C1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3064"/>
              <a:ext cx="80" cy="43"/>
            </a:xfrm>
            <a:custGeom>
              <a:avLst/>
              <a:gdLst>
                <a:gd name="T0" fmla="*/ 272 w 40"/>
                <a:gd name="T1" fmla="*/ 60 h 20"/>
                <a:gd name="T2" fmla="*/ 160 w 40"/>
                <a:gd name="T3" fmla="*/ 19 h 20"/>
                <a:gd name="T4" fmla="*/ 72 w 40"/>
                <a:gd name="T5" fmla="*/ 0 h 20"/>
                <a:gd name="T6" fmla="*/ 0 w 40"/>
                <a:gd name="T7" fmla="*/ 41 h 20"/>
                <a:gd name="T8" fmla="*/ 64 w 40"/>
                <a:gd name="T9" fmla="*/ 9 h 20"/>
                <a:gd name="T10" fmla="*/ 152 w 40"/>
                <a:gd name="T11" fmla="*/ 28 h 20"/>
                <a:gd name="T12" fmla="*/ 264 w 40"/>
                <a:gd name="T13" fmla="*/ 60 h 20"/>
                <a:gd name="T14" fmla="*/ 304 w 40"/>
                <a:gd name="T15" fmla="*/ 198 h 20"/>
                <a:gd name="T16" fmla="*/ 304 w 40"/>
                <a:gd name="T17" fmla="*/ 198 h 20"/>
                <a:gd name="T18" fmla="*/ 272 w 40"/>
                <a:gd name="T19" fmla="*/ 6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0">
                  <a:moveTo>
                    <a:pt x="34" y="6"/>
                  </a:moveTo>
                  <a:cubicBezTo>
                    <a:pt x="29" y="3"/>
                    <a:pt x="23" y="2"/>
                    <a:pt x="20" y="2"/>
                  </a:cubicBezTo>
                  <a:cubicBezTo>
                    <a:pt x="16" y="1"/>
                    <a:pt x="12" y="0"/>
                    <a:pt x="9" y="0"/>
                  </a:cubicBezTo>
                  <a:cubicBezTo>
                    <a:pt x="5" y="1"/>
                    <a:pt x="2" y="1"/>
                    <a:pt x="0" y="4"/>
                  </a:cubicBezTo>
                  <a:cubicBezTo>
                    <a:pt x="2" y="2"/>
                    <a:pt x="5" y="2"/>
                    <a:pt x="8" y="1"/>
                  </a:cubicBezTo>
                  <a:cubicBezTo>
                    <a:pt x="11" y="1"/>
                    <a:pt x="15" y="2"/>
                    <a:pt x="19" y="3"/>
                  </a:cubicBezTo>
                  <a:cubicBezTo>
                    <a:pt x="22" y="3"/>
                    <a:pt x="28" y="4"/>
                    <a:pt x="33" y="6"/>
                  </a:cubicBezTo>
                  <a:cubicBezTo>
                    <a:pt x="37" y="10"/>
                    <a:pt x="40" y="14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40" y="14"/>
                    <a:pt x="39" y="9"/>
                    <a:pt x="3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2" name="Freeform 3052">
              <a:extLst>
                <a:ext uri="{FF2B5EF4-FFF2-40B4-BE49-F238E27FC236}">
                  <a16:creationId xmlns:a16="http://schemas.microsoft.com/office/drawing/2014/main" id="{38AE7D8F-6E16-48ED-AEB0-1AB5CEAAF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3073"/>
              <a:ext cx="92" cy="61"/>
            </a:xfrm>
            <a:custGeom>
              <a:avLst/>
              <a:gdLst>
                <a:gd name="T0" fmla="*/ 176 w 46"/>
                <a:gd name="T1" fmla="*/ 233 h 29"/>
                <a:gd name="T2" fmla="*/ 72 w 46"/>
                <a:gd name="T3" fmla="*/ 0 h 29"/>
                <a:gd name="T4" fmla="*/ 72 w 46"/>
                <a:gd name="T5" fmla="*/ 0 h 29"/>
                <a:gd name="T6" fmla="*/ 64 w 46"/>
                <a:gd name="T7" fmla="*/ 8 h 29"/>
                <a:gd name="T8" fmla="*/ 168 w 46"/>
                <a:gd name="T9" fmla="*/ 244 h 29"/>
                <a:gd name="T10" fmla="*/ 368 w 46"/>
                <a:gd name="T11" fmla="*/ 185 h 29"/>
                <a:gd name="T12" fmla="*/ 176 w 46"/>
                <a:gd name="T13" fmla="*/ 2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9">
                  <a:moveTo>
                    <a:pt x="22" y="25"/>
                  </a:moveTo>
                  <a:cubicBezTo>
                    <a:pt x="10" y="21"/>
                    <a:pt x="1" y="1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1"/>
                    <a:pt x="8" y="1"/>
                  </a:cubicBezTo>
                  <a:cubicBezTo>
                    <a:pt x="0" y="11"/>
                    <a:pt x="9" y="22"/>
                    <a:pt x="21" y="26"/>
                  </a:cubicBezTo>
                  <a:cubicBezTo>
                    <a:pt x="32" y="29"/>
                    <a:pt x="42" y="25"/>
                    <a:pt x="46" y="20"/>
                  </a:cubicBezTo>
                  <a:cubicBezTo>
                    <a:pt x="41" y="24"/>
                    <a:pt x="32" y="27"/>
                    <a:pt x="22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3" name="Freeform 3053">
              <a:extLst>
                <a:ext uri="{FF2B5EF4-FFF2-40B4-BE49-F238E27FC236}">
                  <a16:creationId xmlns:a16="http://schemas.microsoft.com/office/drawing/2014/main" id="{554C50E8-3330-4A3A-80E8-868120EFE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3081"/>
              <a:ext cx="56" cy="32"/>
            </a:xfrm>
            <a:custGeom>
              <a:avLst/>
              <a:gdLst>
                <a:gd name="T0" fmla="*/ 208 w 28"/>
                <a:gd name="T1" fmla="*/ 87 h 15"/>
                <a:gd name="T2" fmla="*/ 56 w 28"/>
                <a:gd name="T3" fmla="*/ 117 h 15"/>
                <a:gd name="T4" fmla="*/ 32 w 28"/>
                <a:gd name="T5" fmla="*/ 19 h 15"/>
                <a:gd name="T6" fmla="*/ 136 w 28"/>
                <a:gd name="T7" fmla="*/ 19 h 15"/>
                <a:gd name="T8" fmla="*/ 208 w 28"/>
                <a:gd name="T9" fmla="*/ 8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6" y="9"/>
                  </a:moveTo>
                  <a:cubicBezTo>
                    <a:pt x="25" y="15"/>
                    <a:pt x="15" y="15"/>
                    <a:pt x="7" y="12"/>
                  </a:cubicBezTo>
                  <a:cubicBezTo>
                    <a:pt x="0" y="9"/>
                    <a:pt x="0" y="4"/>
                    <a:pt x="4" y="2"/>
                  </a:cubicBezTo>
                  <a:cubicBezTo>
                    <a:pt x="7" y="0"/>
                    <a:pt x="10" y="0"/>
                    <a:pt x="17" y="2"/>
                  </a:cubicBezTo>
                  <a:cubicBezTo>
                    <a:pt x="23" y="3"/>
                    <a:pt x="28" y="6"/>
                    <a:pt x="26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4" name="Freeform 3054">
              <a:extLst>
                <a:ext uri="{FF2B5EF4-FFF2-40B4-BE49-F238E27FC236}">
                  <a16:creationId xmlns:a16="http://schemas.microsoft.com/office/drawing/2014/main" id="{2713971D-5E36-44D8-A56D-218A7837A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3087"/>
              <a:ext cx="52" cy="26"/>
            </a:xfrm>
            <a:custGeom>
              <a:avLst/>
              <a:gdLst>
                <a:gd name="T0" fmla="*/ 64 w 26"/>
                <a:gd name="T1" fmla="*/ 72 h 12"/>
                <a:gd name="T2" fmla="*/ 16 w 26"/>
                <a:gd name="T3" fmla="*/ 0 h 12"/>
                <a:gd name="T4" fmla="*/ 56 w 26"/>
                <a:gd name="T5" fmla="*/ 93 h 12"/>
                <a:gd name="T6" fmla="*/ 208 w 26"/>
                <a:gd name="T7" fmla="*/ 61 h 12"/>
                <a:gd name="T8" fmla="*/ 64 w 26"/>
                <a:gd name="T9" fmla="*/ 7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2">
                  <a:moveTo>
                    <a:pt x="8" y="7"/>
                  </a:moveTo>
                  <a:cubicBezTo>
                    <a:pt x="3" y="5"/>
                    <a:pt x="1" y="2"/>
                    <a:pt x="2" y="0"/>
                  </a:cubicBezTo>
                  <a:cubicBezTo>
                    <a:pt x="0" y="2"/>
                    <a:pt x="1" y="6"/>
                    <a:pt x="7" y="9"/>
                  </a:cubicBezTo>
                  <a:cubicBezTo>
                    <a:pt x="15" y="12"/>
                    <a:pt x="24" y="12"/>
                    <a:pt x="26" y="6"/>
                  </a:cubicBezTo>
                  <a:cubicBezTo>
                    <a:pt x="23" y="10"/>
                    <a:pt x="15" y="10"/>
                    <a:pt x="8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5" name="Freeform 3055">
              <a:extLst>
                <a:ext uri="{FF2B5EF4-FFF2-40B4-BE49-F238E27FC236}">
                  <a16:creationId xmlns:a16="http://schemas.microsoft.com/office/drawing/2014/main" id="{AE67191D-2F72-4B65-86AB-8050A4B15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3083"/>
              <a:ext cx="34" cy="11"/>
            </a:xfrm>
            <a:custGeom>
              <a:avLst/>
              <a:gdLst>
                <a:gd name="T0" fmla="*/ 0 w 17"/>
                <a:gd name="T1" fmla="*/ 0 h 5"/>
                <a:gd name="T2" fmla="*/ 136 w 17"/>
                <a:gd name="T3" fmla="*/ 53 h 5"/>
                <a:gd name="T4" fmla="*/ 56 w 17"/>
                <a:gd name="T5" fmla="*/ 20 h 5"/>
                <a:gd name="T6" fmla="*/ 0 w 1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5" y="0"/>
                    <a:pt x="13" y="1"/>
                    <a:pt x="17" y="5"/>
                  </a:cubicBezTo>
                  <a:cubicBezTo>
                    <a:pt x="14" y="4"/>
                    <a:pt x="10" y="2"/>
                    <a:pt x="7" y="2"/>
                  </a:cubicBezTo>
                  <a:cubicBezTo>
                    <a:pt x="4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6" name="Freeform 3056">
              <a:extLst>
                <a:ext uri="{FF2B5EF4-FFF2-40B4-BE49-F238E27FC236}">
                  <a16:creationId xmlns:a16="http://schemas.microsoft.com/office/drawing/2014/main" id="{BBE698F7-F7EC-4E22-8B44-4C4D477D0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" y="3079"/>
              <a:ext cx="30" cy="15"/>
            </a:xfrm>
            <a:custGeom>
              <a:avLst/>
              <a:gdLst>
                <a:gd name="T0" fmla="*/ 72 w 15"/>
                <a:gd name="T1" fmla="*/ 19 h 7"/>
                <a:gd name="T2" fmla="*/ 0 w 15"/>
                <a:gd name="T3" fmla="*/ 9 h 7"/>
                <a:gd name="T4" fmla="*/ 120 w 15"/>
                <a:gd name="T5" fmla="*/ 69 h 7"/>
                <a:gd name="T6" fmla="*/ 72 w 15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9" y="2"/>
                  </a:moveTo>
                  <a:cubicBezTo>
                    <a:pt x="7" y="1"/>
                    <a:pt x="4" y="0"/>
                    <a:pt x="0" y="1"/>
                  </a:cubicBezTo>
                  <a:cubicBezTo>
                    <a:pt x="3" y="1"/>
                    <a:pt x="14" y="3"/>
                    <a:pt x="15" y="7"/>
                  </a:cubicBezTo>
                  <a:cubicBezTo>
                    <a:pt x="15" y="6"/>
                    <a:pt x="13" y="3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7" name="Freeform 3057">
              <a:extLst>
                <a:ext uri="{FF2B5EF4-FFF2-40B4-BE49-F238E27FC236}">
                  <a16:creationId xmlns:a16="http://schemas.microsoft.com/office/drawing/2014/main" id="{713C015A-5396-43BC-A971-A9D14048E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3102"/>
              <a:ext cx="38" cy="15"/>
            </a:xfrm>
            <a:custGeom>
              <a:avLst/>
              <a:gdLst>
                <a:gd name="T0" fmla="*/ 0 w 19"/>
                <a:gd name="T1" fmla="*/ 0 h 7"/>
                <a:gd name="T2" fmla="*/ 152 w 19"/>
                <a:gd name="T3" fmla="*/ 41 h 7"/>
                <a:gd name="T4" fmla="*/ 0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2" y="2"/>
                    <a:pt x="11" y="6"/>
                    <a:pt x="19" y="4"/>
                  </a:cubicBezTo>
                  <a:cubicBezTo>
                    <a:pt x="17" y="5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8" name="Freeform 3058">
              <a:extLst>
                <a:ext uri="{FF2B5EF4-FFF2-40B4-BE49-F238E27FC236}">
                  <a16:creationId xmlns:a16="http://schemas.microsoft.com/office/drawing/2014/main" id="{F5D6BDA5-E41C-4FE4-819A-68707F352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3062"/>
              <a:ext cx="108" cy="74"/>
            </a:xfrm>
            <a:custGeom>
              <a:avLst/>
              <a:gdLst>
                <a:gd name="T0" fmla="*/ 160 w 54"/>
                <a:gd name="T1" fmla="*/ 0 h 35"/>
                <a:gd name="T2" fmla="*/ 72 w 54"/>
                <a:gd name="T3" fmla="*/ 57 h 35"/>
                <a:gd name="T4" fmla="*/ 184 w 54"/>
                <a:gd name="T5" fmla="*/ 304 h 35"/>
                <a:gd name="T6" fmla="*/ 408 w 54"/>
                <a:gd name="T7" fmla="*/ 209 h 35"/>
                <a:gd name="T8" fmla="*/ 368 w 54"/>
                <a:gd name="T9" fmla="*/ 57 h 35"/>
                <a:gd name="T10" fmla="*/ 248 w 54"/>
                <a:gd name="T11" fmla="*/ 17 h 35"/>
                <a:gd name="T12" fmla="*/ 160 w 5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0" y="0"/>
                  </a:moveTo>
                  <a:cubicBezTo>
                    <a:pt x="16" y="1"/>
                    <a:pt x="12" y="3"/>
                    <a:pt x="9" y="6"/>
                  </a:cubicBezTo>
                  <a:cubicBezTo>
                    <a:pt x="0" y="16"/>
                    <a:pt x="9" y="28"/>
                    <a:pt x="23" y="32"/>
                  </a:cubicBezTo>
                  <a:cubicBezTo>
                    <a:pt x="36" y="35"/>
                    <a:pt x="49" y="29"/>
                    <a:pt x="51" y="22"/>
                  </a:cubicBezTo>
                  <a:cubicBezTo>
                    <a:pt x="54" y="15"/>
                    <a:pt x="52" y="10"/>
                    <a:pt x="46" y="6"/>
                  </a:cubicBezTo>
                  <a:cubicBezTo>
                    <a:pt x="42" y="3"/>
                    <a:pt x="35" y="3"/>
                    <a:pt x="31" y="2"/>
                  </a:cubicBezTo>
                  <a:cubicBezTo>
                    <a:pt x="28" y="1"/>
                    <a:pt x="23" y="0"/>
                    <a:pt x="20" y="0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9" name="Freeform 3059">
              <a:extLst>
                <a:ext uri="{FF2B5EF4-FFF2-40B4-BE49-F238E27FC236}">
                  <a16:creationId xmlns:a16="http://schemas.microsoft.com/office/drawing/2014/main" id="{2DDE438E-FEF9-4788-9344-F12921A2C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3085"/>
              <a:ext cx="50" cy="28"/>
            </a:xfrm>
            <a:custGeom>
              <a:avLst/>
              <a:gdLst>
                <a:gd name="T0" fmla="*/ 0 w 25"/>
                <a:gd name="T1" fmla="*/ 41 h 13"/>
                <a:gd name="T2" fmla="*/ 48 w 25"/>
                <a:gd name="T3" fmla="*/ 101 h 13"/>
                <a:gd name="T4" fmla="*/ 176 w 25"/>
                <a:gd name="T5" fmla="*/ 112 h 13"/>
                <a:gd name="T6" fmla="*/ 200 w 25"/>
                <a:gd name="T7" fmla="*/ 69 h 13"/>
                <a:gd name="T8" fmla="*/ 200 w 25"/>
                <a:gd name="T9" fmla="*/ 69 h 13"/>
                <a:gd name="T10" fmla="*/ 176 w 25"/>
                <a:gd name="T11" fmla="*/ 112 h 13"/>
                <a:gd name="T12" fmla="*/ 48 w 25"/>
                <a:gd name="T13" fmla="*/ 101 h 13"/>
                <a:gd name="T14" fmla="*/ 0 w 25"/>
                <a:gd name="T15" fmla="*/ 41 h 13"/>
                <a:gd name="T16" fmla="*/ 24 w 25"/>
                <a:gd name="T17" fmla="*/ 0 h 13"/>
                <a:gd name="T18" fmla="*/ 24 w 25"/>
                <a:gd name="T19" fmla="*/ 0 h 13"/>
                <a:gd name="T20" fmla="*/ 0 w 25"/>
                <a:gd name="T21" fmla="*/ 41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3">
                  <a:moveTo>
                    <a:pt x="0" y="4"/>
                  </a:moveTo>
                  <a:cubicBezTo>
                    <a:pt x="0" y="6"/>
                    <a:pt x="2" y="9"/>
                    <a:pt x="6" y="10"/>
                  </a:cubicBezTo>
                  <a:cubicBezTo>
                    <a:pt x="12" y="13"/>
                    <a:pt x="18" y="13"/>
                    <a:pt x="22" y="11"/>
                  </a:cubicBezTo>
                  <a:cubicBezTo>
                    <a:pt x="24" y="10"/>
                    <a:pt x="25" y="9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9"/>
                    <a:pt x="24" y="10"/>
                    <a:pt x="22" y="11"/>
                  </a:cubicBezTo>
                  <a:cubicBezTo>
                    <a:pt x="18" y="13"/>
                    <a:pt x="12" y="12"/>
                    <a:pt x="6" y="10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0" name="Freeform 3060">
              <a:extLst>
                <a:ext uri="{FF2B5EF4-FFF2-40B4-BE49-F238E27FC236}">
                  <a16:creationId xmlns:a16="http://schemas.microsoft.com/office/drawing/2014/main" id="{E0F36C18-FE35-400B-8FED-3AEE7F0B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3164"/>
              <a:ext cx="98" cy="79"/>
            </a:xfrm>
            <a:custGeom>
              <a:avLst/>
              <a:gdLst>
                <a:gd name="T0" fmla="*/ 80 w 49"/>
                <a:gd name="T1" fmla="*/ 68 h 37"/>
                <a:gd name="T2" fmla="*/ 24 w 49"/>
                <a:gd name="T3" fmla="*/ 156 h 37"/>
                <a:gd name="T4" fmla="*/ 208 w 49"/>
                <a:gd name="T5" fmla="*/ 333 h 37"/>
                <a:gd name="T6" fmla="*/ 384 w 49"/>
                <a:gd name="T7" fmla="*/ 128 h 37"/>
                <a:gd name="T8" fmla="*/ 288 w 49"/>
                <a:gd name="T9" fmla="*/ 9 h 37"/>
                <a:gd name="T10" fmla="*/ 168 w 49"/>
                <a:gd name="T11" fmla="*/ 41 h 37"/>
                <a:gd name="T12" fmla="*/ 80 w 49"/>
                <a:gd name="T13" fmla="*/ 6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7">
                  <a:moveTo>
                    <a:pt x="10" y="7"/>
                  </a:moveTo>
                  <a:cubicBezTo>
                    <a:pt x="6" y="9"/>
                    <a:pt x="4" y="13"/>
                    <a:pt x="3" y="16"/>
                  </a:cubicBezTo>
                  <a:cubicBezTo>
                    <a:pt x="0" y="30"/>
                    <a:pt x="13" y="37"/>
                    <a:pt x="26" y="34"/>
                  </a:cubicBezTo>
                  <a:cubicBezTo>
                    <a:pt x="40" y="31"/>
                    <a:pt x="49" y="20"/>
                    <a:pt x="48" y="13"/>
                  </a:cubicBezTo>
                  <a:cubicBezTo>
                    <a:pt x="47" y="6"/>
                    <a:pt x="43" y="2"/>
                    <a:pt x="36" y="1"/>
                  </a:cubicBezTo>
                  <a:cubicBezTo>
                    <a:pt x="31" y="0"/>
                    <a:pt x="25" y="3"/>
                    <a:pt x="21" y="4"/>
                  </a:cubicBezTo>
                  <a:cubicBezTo>
                    <a:pt x="18" y="5"/>
                    <a:pt x="13" y="5"/>
                    <a:pt x="10" y="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1" name="Freeform 3061">
              <a:extLst>
                <a:ext uri="{FF2B5EF4-FFF2-40B4-BE49-F238E27FC236}">
                  <a16:creationId xmlns:a16="http://schemas.microsoft.com/office/drawing/2014/main" id="{105E68B5-1D77-4670-9E5F-83CB724C8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166"/>
              <a:ext cx="82" cy="28"/>
            </a:xfrm>
            <a:custGeom>
              <a:avLst/>
              <a:gdLst>
                <a:gd name="T0" fmla="*/ 248 w 41"/>
                <a:gd name="T1" fmla="*/ 0 h 13"/>
                <a:gd name="T2" fmla="*/ 136 w 41"/>
                <a:gd name="T3" fmla="*/ 28 h 13"/>
                <a:gd name="T4" fmla="*/ 56 w 41"/>
                <a:gd name="T5" fmla="*/ 60 h 13"/>
                <a:gd name="T6" fmla="*/ 0 w 41"/>
                <a:gd name="T7" fmla="*/ 129 h 13"/>
                <a:gd name="T8" fmla="*/ 48 w 41"/>
                <a:gd name="T9" fmla="*/ 80 h 13"/>
                <a:gd name="T10" fmla="*/ 128 w 41"/>
                <a:gd name="T11" fmla="*/ 41 h 13"/>
                <a:gd name="T12" fmla="*/ 240 w 41"/>
                <a:gd name="T13" fmla="*/ 19 h 13"/>
                <a:gd name="T14" fmla="*/ 328 w 41"/>
                <a:gd name="T15" fmla="*/ 121 h 13"/>
                <a:gd name="T16" fmla="*/ 328 w 41"/>
                <a:gd name="T17" fmla="*/ 121 h 13"/>
                <a:gd name="T18" fmla="*/ 248 w 41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13">
                  <a:moveTo>
                    <a:pt x="31" y="0"/>
                  </a:moveTo>
                  <a:cubicBezTo>
                    <a:pt x="26" y="0"/>
                    <a:pt x="20" y="2"/>
                    <a:pt x="17" y="3"/>
                  </a:cubicBezTo>
                  <a:cubicBezTo>
                    <a:pt x="13" y="4"/>
                    <a:pt x="9" y="4"/>
                    <a:pt x="7" y="6"/>
                  </a:cubicBezTo>
                  <a:cubicBezTo>
                    <a:pt x="3" y="8"/>
                    <a:pt x="1" y="10"/>
                    <a:pt x="0" y="13"/>
                  </a:cubicBezTo>
                  <a:cubicBezTo>
                    <a:pt x="1" y="11"/>
                    <a:pt x="3" y="9"/>
                    <a:pt x="6" y="8"/>
                  </a:cubicBezTo>
                  <a:cubicBezTo>
                    <a:pt x="9" y="6"/>
                    <a:pt x="13" y="5"/>
                    <a:pt x="16" y="4"/>
                  </a:cubicBezTo>
                  <a:cubicBezTo>
                    <a:pt x="20" y="3"/>
                    <a:pt x="25" y="1"/>
                    <a:pt x="30" y="2"/>
                  </a:cubicBezTo>
                  <a:cubicBezTo>
                    <a:pt x="36" y="3"/>
                    <a:pt x="41" y="5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5"/>
                    <a:pt x="37" y="1"/>
                    <a:pt x="3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2" name="Freeform 3062">
              <a:extLst>
                <a:ext uri="{FF2B5EF4-FFF2-40B4-BE49-F238E27FC236}">
                  <a16:creationId xmlns:a16="http://schemas.microsoft.com/office/drawing/2014/main" id="{3FD2FE48-3C77-42DF-BBA9-F91D72E0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3196"/>
              <a:ext cx="90" cy="45"/>
            </a:xfrm>
            <a:custGeom>
              <a:avLst/>
              <a:gdLst>
                <a:gd name="T0" fmla="*/ 208 w 45"/>
                <a:gd name="T1" fmla="*/ 165 h 21"/>
                <a:gd name="T2" fmla="*/ 24 w 45"/>
                <a:gd name="T3" fmla="*/ 0 h 21"/>
                <a:gd name="T4" fmla="*/ 24 w 45"/>
                <a:gd name="T5" fmla="*/ 0 h 21"/>
                <a:gd name="T6" fmla="*/ 24 w 45"/>
                <a:gd name="T7" fmla="*/ 19 h 21"/>
                <a:gd name="T8" fmla="*/ 200 w 45"/>
                <a:gd name="T9" fmla="*/ 180 h 21"/>
                <a:gd name="T10" fmla="*/ 360 w 45"/>
                <a:gd name="T11" fmla="*/ 19 h 21"/>
                <a:gd name="T12" fmla="*/ 208 w 45"/>
                <a:gd name="T13" fmla="*/ 16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1">
                  <a:moveTo>
                    <a:pt x="26" y="17"/>
                  </a:moveTo>
                  <a:cubicBezTo>
                    <a:pt x="13" y="19"/>
                    <a:pt x="0" y="13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0" y="14"/>
                    <a:pt x="12" y="21"/>
                    <a:pt x="25" y="18"/>
                  </a:cubicBezTo>
                  <a:cubicBezTo>
                    <a:pt x="36" y="16"/>
                    <a:pt x="44" y="8"/>
                    <a:pt x="45" y="2"/>
                  </a:cubicBezTo>
                  <a:cubicBezTo>
                    <a:pt x="43" y="8"/>
                    <a:pt x="36" y="15"/>
                    <a:pt x="26" y="1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3" name="Freeform 3063">
              <a:extLst>
                <a:ext uri="{FF2B5EF4-FFF2-40B4-BE49-F238E27FC236}">
                  <a16:creationId xmlns:a16="http://schemas.microsoft.com/office/drawing/2014/main" id="{B01F96DE-591E-4D0A-8675-496B225B6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3185"/>
              <a:ext cx="54" cy="32"/>
            </a:xfrm>
            <a:custGeom>
              <a:avLst/>
              <a:gdLst>
                <a:gd name="T0" fmla="*/ 208 w 27"/>
                <a:gd name="T1" fmla="*/ 28 h 15"/>
                <a:gd name="T2" fmla="*/ 80 w 27"/>
                <a:gd name="T3" fmla="*/ 137 h 15"/>
                <a:gd name="T4" fmla="*/ 16 w 27"/>
                <a:gd name="T5" fmla="*/ 68 h 15"/>
                <a:gd name="T6" fmla="*/ 112 w 27"/>
                <a:gd name="T7" fmla="*/ 9 h 15"/>
                <a:gd name="T8" fmla="*/ 208 w 27"/>
                <a:gd name="T9" fmla="*/ 2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5">
                  <a:moveTo>
                    <a:pt x="26" y="3"/>
                  </a:moveTo>
                  <a:cubicBezTo>
                    <a:pt x="27" y="10"/>
                    <a:pt x="18" y="14"/>
                    <a:pt x="10" y="14"/>
                  </a:cubicBezTo>
                  <a:cubicBezTo>
                    <a:pt x="2" y="15"/>
                    <a:pt x="0" y="10"/>
                    <a:pt x="2" y="7"/>
                  </a:cubicBezTo>
                  <a:cubicBezTo>
                    <a:pt x="5" y="4"/>
                    <a:pt x="8" y="2"/>
                    <a:pt x="14" y="1"/>
                  </a:cubicBezTo>
                  <a:cubicBezTo>
                    <a:pt x="20" y="0"/>
                    <a:pt x="26" y="0"/>
                    <a:pt x="26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4" name="Freeform 3064">
              <a:extLst>
                <a:ext uri="{FF2B5EF4-FFF2-40B4-BE49-F238E27FC236}">
                  <a16:creationId xmlns:a16="http://schemas.microsoft.com/office/drawing/2014/main" id="{BD790856-C6BA-4779-98E3-E3685DECD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192"/>
              <a:ext cx="52" cy="25"/>
            </a:xfrm>
            <a:custGeom>
              <a:avLst/>
              <a:gdLst>
                <a:gd name="T0" fmla="*/ 72 w 26"/>
                <a:gd name="T1" fmla="*/ 83 h 12"/>
                <a:gd name="T2" fmla="*/ 0 w 26"/>
                <a:gd name="T3" fmla="*/ 44 h 12"/>
                <a:gd name="T4" fmla="*/ 72 w 26"/>
                <a:gd name="T5" fmla="*/ 100 h 12"/>
                <a:gd name="T6" fmla="*/ 200 w 26"/>
                <a:gd name="T7" fmla="*/ 0 h 12"/>
                <a:gd name="T8" fmla="*/ 72 w 26"/>
                <a:gd name="T9" fmla="*/ 8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2">
                  <a:moveTo>
                    <a:pt x="9" y="9"/>
                  </a:moveTo>
                  <a:cubicBezTo>
                    <a:pt x="4" y="10"/>
                    <a:pt x="1" y="8"/>
                    <a:pt x="0" y="5"/>
                  </a:cubicBezTo>
                  <a:cubicBezTo>
                    <a:pt x="0" y="8"/>
                    <a:pt x="2" y="12"/>
                    <a:pt x="9" y="11"/>
                  </a:cubicBezTo>
                  <a:cubicBezTo>
                    <a:pt x="17" y="11"/>
                    <a:pt x="26" y="7"/>
                    <a:pt x="25" y="0"/>
                  </a:cubicBezTo>
                  <a:cubicBezTo>
                    <a:pt x="24" y="6"/>
                    <a:pt x="16" y="9"/>
                    <a:pt x="9" y="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5" name="Freeform 3065">
              <a:extLst>
                <a:ext uri="{FF2B5EF4-FFF2-40B4-BE49-F238E27FC236}">
                  <a16:creationId xmlns:a16="http://schemas.microsoft.com/office/drawing/2014/main" id="{DB6A16B0-D42B-40F4-B627-545D305B6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183"/>
              <a:ext cx="34" cy="9"/>
            </a:xfrm>
            <a:custGeom>
              <a:avLst/>
              <a:gdLst>
                <a:gd name="T0" fmla="*/ 0 w 17"/>
                <a:gd name="T1" fmla="*/ 45 h 4"/>
                <a:gd name="T2" fmla="*/ 136 w 17"/>
                <a:gd name="T3" fmla="*/ 25 h 4"/>
                <a:gd name="T4" fmla="*/ 56 w 17"/>
                <a:gd name="T5" fmla="*/ 36 h 4"/>
                <a:gd name="T6" fmla="*/ 0 w 17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4" y="2"/>
                    <a:pt x="12" y="0"/>
                    <a:pt x="17" y="2"/>
                  </a:cubicBezTo>
                  <a:cubicBezTo>
                    <a:pt x="14" y="2"/>
                    <a:pt x="10" y="2"/>
                    <a:pt x="7" y="3"/>
                  </a:cubicBezTo>
                  <a:cubicBezTo>
                    <a:pt x="4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6" name="Freeform 3066">
              <a:extLst>
                <a:ext uri="{FF2B5EF4-FFF2-40B4-BE49-F238E27FC236}">
                  <a16:creationId xmlns:a16="http://schemas.microsoft.com/office/drawing/2014/main" id="{7828CC67-AC77-44F6-8414-7CD027C64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3179"/>
              <a:ext cx="32" cy="8"/>
            </a:xfrm>
            <a:custGeom>
              <a:avLst/>
              <a:gdLst>
                <a:gd name="T0" fmla="*/ 64 w 16"/>
                <a:gd name="T1" fmla="*/ 8 h 4"/>
                <a:gd name="T2" fmla="*/ 0 w 16"/>
                <a:gd name="T3" fmla="*/ 32 h 4"/>
                <a:gd name="T4" fmla="*/ 128 w 16"/>
                <a:gd name="T5" fmla="*/ 32 h 4"/>
                <a:gd name="T6" fmla="*/ 64 w 16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">
                  <a:moveTo>
                    <a:pt x="8" y="1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3" y="3"/>
                    <a:pt x="14" y="0"/>
                    <a:pt x="16" y="4"/>
                  </a:cubicBezTo>
                  <a:cubicBezTo>
                    <a:pt x="16" y="3"/>
                    <a:pt x="12" y="1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7" name="Freeform 3067">
              <a:extLst>
                <a:ext uri="{FF2B5EF4-FFF2-40B4-BE49-F238E27FC236}">
                  <a16:creationId xmlns:a16="http://schemas.microsoft.com/office/drawing/2014/main" id="{821AFD6D-3F04-487B-BC08-C0726BA56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207"/>
              <a:ext cx="38" cy="17"/>
            </a:xfrm>
            <a:custGeom>
              <a:avLst/>
              <a:gdLst>
                <a:gd name="T0" fmla="*/ 0 w 19"/>
                <a:gd name="T1" fmla="*/ 49 h 8"/>
                <a:gd name="T2" fmla="*/ 152 w 19"/>
                <a:gd name="T3" fmla="*/ 0 h 8"/>
                <a:gd name="T4" fmla="*/ 0 w 19"/>
                <a:gd name="T5" fmla="*/ 4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">
                  <a:moveTo>
                    <a:pt x="0" y="5"/>
                  </a:moveTo>
                  <a:cubicBezTo>
                    <a:pt x="3" y="6"/>
                    <a:pt x="13" y="5"/>
                    <a:pt x="19" y="0"/>
                  </a:cubicBezTo>
                  <a:cubicBezTo>
                    <a:pt x="18" y="2"/>
                    <a:pt x="9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8" name="Freeform 3068">
              <a:extLst>
                <a:ext uri="{FF2B5EF4-FFF2-40B4-BE49-F238E27FC236}">
                  <a16:creationId xmlns:a16="http://schemas.microsoft.com/office/drawing/2014/main" id="{AE88D424-3E18-4CC4-9E89-353A0C81F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3164"/>
              <a:ext cx="98" cy="79"/>
            </a:xfrm>
            <a:custGeom>
              <a:avLst/>
              <a:gdLst>
                <a:gd name="T0" fmla="*/ 80 w 49"/>
                <a:gd name="T1" fmla="*/ 68 h 37"/>
                <a:gd name="T2" fmla="*/ 24 w 49"/>
                <a:gd name="T3" fmla="*/ 156 h 37"/>
                <a:gd name="T4" fmla="*/ 208 w 49"/>
                <a:gd name="T5" fmla="*/ 333 h 37"/>
                <a:gd name="T6" fmla="*/ 384 w 49"/>
                <a:gd name="T7" fmla="*/ 128 h 37"/>
                <a:gd name="T8" fmla="*/ 288 w 49"/>
                <a:gd name="T9" fmla="*/ 9 h 37"/>
                <a:gd name="T10" fmla="*/ 168 w 49"/>
                <a:gd name="T11" fmla="*/ 41 h 37"/>
                <a:gd name="T12" fmla="*/ 80 w 49"/>
                <a:gd name="T13" fmla="*/ 6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7">
                  <a:moveTo>
                    <a:pt x="10" y="7"/>
                  </a:moveTo>
                  <a:cubicBezTo>
                    <a:pt x="6" y="9"/>
                    <a:pt x="4" y="13"/>
                    <a:pt x="3" y="16"/>
                  </a:cubicBezTo>
                  <a:cubicBezTo>
                    <a:pt x="0" y="30"/>
                    <a:pt x="13" y="37"/>
                    <a:pt x="26" y="34"/>
                  </a:cubicBezTo>
                  <a:cubicBezTo>
                    <a:pt x="40" y="31"/>
                    <a:pt x="49" y="20"/>
                    <a:pt x="48" y="13"/>
                  </a:cubicBezTo>
                  <a:cubicBezTo>
                    <a:pt x="47" y="6"/>
                    <a:pt x="43" y="2"/>
                    <a:pt x="36" y="1"/>
                  </a:cubicBezTo>
                  <a:cubicBezTo>
                    <a:pt x="31" y="0"/>
                    <a:pt x="25" y="3"/>
                    <a:pt x="21" y="4"/>
                  </a:cubicBezTo>
                  <a:cubicBezTo>
                    <a:pt x="18" y="5"/>
                    <a:pt x="13" y="5"/>
                    <a:pt x="10" y="7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9" name="Freeform 3069">
              <a:extLst>
                <a:ext uri="{FF2B5EF4-FFF2-40B4-BE49-F238E27FC236}">
                  <a16:creationId xmlns:a16="http://schemas.microsoft.com/office/drawing/2014/main" id="{4448EE53-820B-4346-B1EF-636C052A0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192"/>
              <a:ext cx="50" cy="25"/>
            </a:xfrm>
            <a:custGeom>
              <a:avLst/>
              <a:gdLst>
                <a:gd name="T0" fmla="*/ 0 w 25"/>
                <a:gd name="T1" fmla="*/ 73 h 12"/>
                <a:gd name="T2" fmla="*/ 72 w 25"/>
                <a:gd name="T3" fmla="*/ 100 h 12"/>
                <a:gd name="T4" fmla="*/ 192 w 25"/>
                <a:gd name="T5" fmla="*/ 44 h 12"/>
                <a:gd name="T6" fmla="*/ 200 w 25"/>
                <a:gd name="T7" fmla="*/ 0 h 12"/>
                <a:gd name="T8" fmla="*/ 200 w 25"/>
                <a:gd name="T9" fmla="*/ 0 h 12"/>
                <a:gd name="T10" fmla="*/ 184 w 25"/>
                <a:gd name="T11" fmla="*/ 44 h 12"/>
                <a:gd name="T12" fmla="*/ 72 w 25"/>
                <a:gd name="T13" fmla="*/ 100 h 12"/>
                <a:gd name="T14" fmla="*/ 8 w 25"/>
                <a:gd name="T15" fmla="*/ 73 h 12"/>
                <a:gd name="T16" fmla="*/ 8 w 25"/>
                <a:gd name="T17" fmla="*/ 35 h 12"/>
                <a:gd name="T18" fmla="*/ 8 w 25"/>
                <a:gd name="T19" fmla="*/ 35 h 12"/>
                <a:gd name="T20" fmla="*/ 0 w 25"/>
                <a:gd name="T21" fmla="*/ 73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2">
                  <a:moveTo>
                    <a:pt x="0" y="8"/>
                  </a:moveTo>
                  <a:cubicBezTo>
                    <a:pt x="2" y="10"/>
                    <a:pt x="5" y="12"/>
                    <a:pt x="9" y="11"/>
                  </a:cubicBezTo>
                  <a:cubicBezTo>
                    <a:pt x="15" y="11"/>
                    <a:pt x="21" y="9"/>
                    <a:pt x="24" y="5"/>
                  </a:cubicBezTo>
                  <a:cubicBezTo>
                    <a:pt x="25" y="4"/>
                    <a:pt x="25" y="2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"/>
                    <a:pt x="25" y="4"/>
                    <a:pt x="23" y="5"/>
                  </a:cubicBezTo>
                  <a:cubicBezTo>
                    <a:pt x="21" y="8"/>
                    <a:pt x="15" y="11"/>
                    <a:pt x="9" y="11"/>
                  </a:cubicBezTo>
                  <a:cubicBezTo>
                    <a:pt x="5" y="11"/>
                    <a:pt x="2" y="10"/>
                    <a:pt x="1" y="8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7"/>
                    <a:pt x="0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0" name="Freeform 3070">
              <a:extLst>
                <a:ext uri="{FF2B5EF4-FFF2-40B4-BE49-F238E27FC236}">
                  <a16:creationId xmlns:a16="http://schemas.microsoft.com/office/drawing/2014/main" id="{6085BC94-7316-4A48-A0D5-B38DDA323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998"/>
              <a:ext cx="108" cy="85"/>
            </a:xfrm>
            <a:custGeom>
              <a:avLst/>
              <a:gdLst>
                <a:gd name="T0" fmla="*/ 96 w 54"/>
                <a:gd name="T1" fmla="*/ 68 h 40"/>
                <a:gd name="T2" fmla="*/ 32 w 54"/>
                <a:gd name="T3" fmla="*/ 172 h 40"/>
                <a:gd name="T4" fmla="*/ 240 w 54"/>
                <a:gd name="T5" fmla="*/ 357 h 40"/>
                <a:gd name="T6" fmla="*/ 432 w 54"/>
                <a:gd name="T7" fmla="*/ 136 h 40"/>
                <a:gd name="T8" fmla="*/ 328 w 54"/>
                <a:gd name="T9" fmla="*/ 9 h 40"/>
                <a:gd name="T10" fmla="*/ 192 w 54"/>
                <a:gd name="T11" fmla="*/ 40 h 40"/>
                <a:gd name="T12" fmla="*/ 96 w 54"/>
                <a:gd name="T13" fmla="*/ 6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0">
                  <a:moveTo>
                    <a:pt x="12" y="7"/>
                  </a:moveTo>
                  <a:cubicBezTo>
                    <a:pt x="8" y="10"/>
                    <a:pt x="5" y="14"/>
                    <a:pt x="4" y="18"/>
                  </a:cubicBezTo>
                  <a:cubicBezTo>
                    <a:pt x="0" y="33"/>
                    <a:pt x="15" y="40"/>
                    <a:pt x="30" y="37"/>
                  </a:cubicBezTo>
                  <a:cubicBezTo>
                    <a:pt x="45" y="34"/>
                    <a:pt x="54" y="22"/>
                    <a:pt x="54" y="14"/>
                  </a:cubicBezTo>
                  <a:cubicBezTo>
                    <a:pt x="53" y="6"/>
                    <a:pt x="48" y="2"/>
                    <a:pt x="41" y="1"/>
                  </a:cubicBezTo>
                  <a:cubicBezTo>
                    <a:pt x="35" y="0"/>
                    <a:pt x="28" y="3"/>
                    <a:pt x="24" y="4"/>
                  </a:cubicBezTo>
                  <a:cubicBezTo>
                    <a:pt x="20" y="5"/>
                    <a:pt x="15" y="5"/>
                    <a:pt x="12" y="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1" name="Freeform 3071">
              <a:extLst>
                <a:ext uri="{FF2B5EF4-FFF2-40B4-BE49-F238E27FC236}">
                  <a16:creationId xmlns:a16="http://schemas.microsoft.com/office/drawing/2014/main" id="{026BC12D-9207-4321-B6E8-BF3966782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3000"/>
              <a:ext cx="92" cy="32"/>
            </a:xfrm>
            <a:custGeom>
              <a:avLst/>
              <a:gdLst>
                <a:gd name="T0" fmla="*/ 272 w 46"/>
                <a:gd name="T1" fmla="*/ 0 h 15"/>
                <a:gd name="T2" fmla="*/ 152 w 46"/>
                <a:gd name="T3" fmla="*/ 28 h 15"/>
                <a:gd name="T4" fmla="*/ 56 w 46"/>
                <a:gd name="T5" fmla="*/ 68 h 15"/>
                <a:gd name="T6" fmla="*/ 0 w 46"/>
                <a:gd name="T7" fmla="*/ 145 h 15"/>
                <a:gd name="T8" fmla="*/ 56 w 46"/>
                <a:gd name="T9" fmla="*/ 77 h 15"/>
                <a:gd name="T10" fmla="*/ 144 w 46"/>
                <a:gd name="T11" fmla="*/ 49 h 15"/>
                <a:gd name="T12" fmla="*/ 272 w 46"/>
                <a:gd name="T13" fmla="*/ 19 h 15"/>
                <a:gd name="T14" fmla="*/ 368 w 46"/>
                <a:gd name="T15" fmla="*/ 128 h 15"/>
                <a:gd name="T16" fmla="*/ 368 w 46"/>
                <a:gd name="T17" fmla="*/ 128 h 15"/>
                <a:gd name="T18" fmla="*/ 272 w 46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15">
                  <a:moveTo>
                    <a:pt x="34" y="0"/>
                  </a:moveTo>
                  <a:cubicBezTo>
                    <a:pt x="29" y="0"/>
                    <a:pt x="22" y="2"/>
                    <a:pt x="19" y="3"/>
                  </a:cubicBezTo>
                  <a:cubicBezTo>
                    <a:pt x="15" y="5"/>
                    <a:pt x="10" y="5"/>
                    <a:pt x="7" y="7"/>
                  </a:cubicBezTo>
                  <a:cubicBezTo>
                    <a:pt x="4" y="9"/>
                    <a:pt x="1" y="11"/>
                    <a:pt x="0" y="15"/>
                  </a:cubicBezTo>
                  <a:cubicBezTo>
                    <a:pt x="2" y="12"/>
                    <a:pt x="4" y="10"/>
                    <a:pt x="7" y="8"/>
                  </a:cubicBezTo>
                  <a:cubicBezTo>
                    <a:pt x="10" y="6"/>
                    <a:pt x="14" y="6"/>
                    <a:pt x="18" y="5"/>
                  </a:cubicBezTo>
                  <a:cubicBezTo>
                    <a:pt x="22" y="4"/>
                    <a:pt x="28" y="1"/>
                    <a:pt x="34" y="2"/>
                  </a:cubicBezTo>
                  <a:cubicBezTo>
                    <a:pt x="40" y="3"/>
                    <a:pt x="45" y="5"/>
                    <a:pt x="46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5" y="5"/>
                    <a:pt x="41" y="1"/>
                    <a:pt x="34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2" name="Freeform 3072">
              <a:extLst>
                <a:ext uri="{FF2B5EF4-FFF2-40B4-BE49-F238E27FC236}">
                  <a16:creationId xmlns:a16="http://schemas.microsoft.com/office/drawing/2014/main" id="{0E963383-BED7-45FC-BE57-C23B9CEFD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3032"/>
              <a:ext cx="100" cy="49"/>
            </a:xfrm>
            <a:custGeom>
              <a:avLst/>
              <a:gdLst>
                <a:gd name="T0" fmla="*/ 224 w 50"/>
                <a:gd name="T1" fmla="*/ 181 h 23"/>
                <a:gd name="T2" fmla="*/ 32 w 50"/>
                <a:gd name="T3" fmla="*/ 9 h 23"/>
                <a:gd name="T4" fmla="*/ 32 w 50"/>
                <a:gd name="T5" fmla="*/ 0 h 23"/>
                <a:gd name="T6" fmla="*/ 24 w 50"/>
                <a:gd name="T7" fmla="*/ 19 h 23"/>
                <a:gd name="T8" fmla="*/ 224 w 50"/>
                <a:gd name="T9" fmla="*/ 196 h 23"/>
                <a:gd name="T10" fmla="*/ 400 w 50"/>
                <a:gd name="T11" fmla="*/ 28 h 23"/>
                <a:gd name="T12" fmla="*/ 224 w 50"/>
                <a:gd name="T13" fmla="*/ 18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">
                  <a:moveTo>
                    <a:pt x="28" y="19"/>
                  </a:moveTo>
                  <a:cubicBezTo>
                    <a:pt x="14" y="21"/>
                    <a:pt x="0" y="14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0" y="16"/>
                    <a:pt x="13" y="23"/>
                    <a:pt x="28" y="20"/>
                  </a:cubicBezTo>
                  <a:cubicBezTo>
                    <a:pt x="40" y="18"/>
                    <a:pt x="48" y="10"/>
                    <a:pt x="50" y="3"/>
                  </a:cubicBezTo>
                  <a:cubicBezTo>
                    <a:pt x="47" y="9"/>
                    <a:pt x="39" y="17"/>
                    <a:pt x="28" y="1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3" name="Freeform 3073">
              <a:extLst>
                <a:ext uri="{FF2B5EF4-FFF2-40B4-BE49-F238E27FC236}">
                  <a16:creationId xmlns:a16="http://schemas.microsoft.com/office/drawing/2014/main" id="{4CCF82FC-EBA2-4A31-96CB-59CBDB025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019"/>
              <a:ext cx="62" cy="37"/>
            </a:xfrm>
            <a:custGeom>
              <a:avLst/>
              <a:gdLst>
                <a:gd name="T0" fmla="*/ 240 w 31"/>
                <a:gd name="T1" fmla="*/ 44 h 17"/>
                <a:gd name="T2" fmla="*/ 96 w 31"/>
                <a:gd name="T3" fmla="*/ 176 h 17"/>
                <a:gd name="T4" fmla="*/ 24 w 31"/>
                <a:gd name="T5" fmla="*/ 81 h 17"/>
                <a:gd name="T6" fmla="*/ 136 w 31"/>
                <a:gd name="T7" fmla="*/ 20 h 17"/>
                <a:gd name="T8" fmla="*/ 240 w 31"/>
                <a:gd name="T9" fmla="*/ 4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30" y="4"/>
                  </a:moveTo>
                  <a:cubicBezTo>
                    <a:pt x="31" y="11"/>
                    <a:pt x="21" y="16"/>
                    <a:pt x="12" y="17"/>
                  </a:cubicBezTo>
                  <a:cubicBezTo>
                    <a:pt x="3" y="17"/>
                    <a:pt x="0" y="12"/>
                    <a:pt x="3" y="8"/>
                  </a:cubicBezTo>
                  <a:cubicBezTo>
                    <a:pt x="6" y="5"/>
                    <a:pt x="10" y="3"/>
                    <a:pt x="17" y="2"/>
                  </a:cubicBezTo>
                  <a:cubicBezTo>
                    <a:pt x="23" y="1"/>
                    <a:pt x="29" y="0"/>
                    <a:pt x="30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4" name="Freeform 3074">
              <a:extLst>
                <a:ext uri="{FF2B5EF4-FFF2-40B4-BE49-F238E27FC236}">
                  <a16:creationId xmlns:a16="http://schemas.microsoft.com/office/drawing/2014/main" id="{707C296D-F331-403E-B273-666DA5055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3028"/>
              <a:ext cx="58" cy="28"/>
            </a:xfrm>
            <a:custGeom>
              <a:avLst/>
              <a:gdLst>
                <a:gd name="T0" fmla="*/ 80 w 29"/>
                <a:gd name="T1" fmla="*/ 112 h 13"/>
                <a:gd name="T2" fmla="*/ 0 w 29"/>
                <a:gd name="T3" fmla="*/ 60 h 13"/>
                <a:gd name="T4" fmla="*/ 80 w 29"/>
                <a:gd name="T5" fmla="*/ 129 h 13"/>
                <a:gd name="T6" fmla="*/ 224 w 29"/>
                <a:gd name="T7" fmla="*/ 0 h 13"/>
                <a:gd name="T8" fmla="*/ 80 w 29"/>
                <a:gd name="T9" fmla="*/ 1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10" y="11"/>
                  </a:moveTo>
                  <a:cubicBezTo>
                    <a:pt x="4" y="11"/>
                    <a:pt x="1" y="9"/>
                    <a:pt x="0" y="6"/>
                  </a:cubicBezTo>
                  <a:cubicBezTo>
                    <a:pt x="0" y="9"/>
                    <a:pt x="3" y="13"/>
                    <a:pt x="10" y="13"/>
                  </a:cubicBezTo>
                  <a:cubicBezTo>
                    <a:pt x="19" y="12"/>
                    <a:pt x="29" y="8"/>
                    <a:pt x="28" y="0"/>
                  </a:cubicBezTo>
                  <a:cubicBezTo>
                    <a:pt x="27" y="6"/>
                    <a:pt x="18" y="10"/>
                    <a:pt x="10" y="1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5" name="Freeform 3075">
              <a:extLst>
                <a:ext uri="{FF2B5EF4-FFF2-40B4-BE49-F238E27FC236}">
                  <a16:creationId xmlns:a16="http://schemas.microsoft.com/office/drawing/2014/main" id="{94176122-02A1-4EBA-997F-7ED50538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3017"/>
              <a:ext cx="40" cy="13"/>
            </a:xfrm>
            <a:custGeom>
              <a:avLst/>
              <a:gdLst>
                <a:gd name="T0" fmla="*/ 0 w 20"/>
                <a:gd name="T1" fmla="*/ 61 h 6"/>
                <a:gd name="T2" fmla="*/ 160 w 20"/>
                <a:gd name="T3" fmla="*/ 33 h 6"/>
                <a:gd name="T4" fmla="*/ 72 w 20"/>
                <a:gd name="T5" fmla="*/ 43 h 6"/>
                <a:gd name="T6" fmla="*/ 0 w 20"/>
                <a:gd name="T7" fmla="*/ 6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0" y="6"/>
                  </a:moveTo>
                  <a:cubicBezTo>
                    <a:pt x="5" y="3"/>
                    <a:pt x="14" y="0"/>
                    <a:pt x="20" y="3"/>
                  </a:cubicBezTo>
                  <a:cubicBezTo>
                    <a:pt x="17" y="3"/>
                    <a:pt x="12" y="3"/>
                    <a:pt x="9" y="4"/>
                  </a:cubicBezTo>
                  <a:cubicBezTo>
                    <a:pt x="5" y="5"/>
                    <a:pt x="1" y="6"/>
                    <a:pt x="0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6" name="Freeform 3076">
              <a:extLst>
                <a:ext uri="{FF2B5EF4-FFF2-40B4-BE49-F238E27FC236}">
                  <a16:creationId xmlns:a16="http://schemas.microsoft.com/office/drawing/2014/main" id="{8EF9140F-E2CD-47CE-AFBA-76D37D52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3015"/>
              <a:ext cx="36" cy="9"/>
            </a:xfrm>
            <a:custGeom>
              <a:avLst/>
              <a:gdLst>
                <a:gd name="T0" fmla="*/ 72 w 18"/>
                <a:gd name="T1" fmla="*/ 11 h 4"/>
                <a:gd name="T2" fmla="*/ 0 w 18"/>
                <a:gd name="T3" fmla="*/ 45 h 4"/>
                <a:gd name="T4" fmla="*/ 144 w 18"/>
                <a:gd name="T5" fmla="*/ 45 h 4"/>
                <a:gd name="T6" fmla="*/ 72 w 18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">
                  <a:moveTo>
                    <a:pt x="9" y="1"/>
                  </a:moveTo>
                  <a:cubicBezTo>
                    <a:pt x="7" y="1"/>
                    <a:pt x="4" y="2"/>
                    <a:pt x="0" y="4"/>
                  </a:cubicBezTo>
                  <a:cubicBezTo>
                    <a:pt x="3" y="3"/>
                    <a:pt x="15" y="0"/>
                    <a:pt x="18" y="4"/>
                  </a:cubicBezTo>
                  <a:cubicBezTo>
                    <a:pt x="17" y="2"/>
                    <a:pt x="14" y="1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7" name="Freeform 3077">
              <a:extLst>
                <a:ext uri="{FF2B5EF4-FFF2-40B4-BE49-F238E27FC236}">
                  <a16:creationId xmlns:a16="http://schemas.microsoft.com/office/drawing/2014/main" id="{6C4FC9FF-6DBA-4CF6-AB9E-FD4E6E9D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3045"/>
              <a:ext cx="42" cy="19"/>
            </a:xfrm>
            <a:custGeom>
              <a:avLst/>
              <a:gdLst>
                <a:gd name="T0" fmla="*/ 0 w 21"/>
                <a:gd name="T1" fmla="*/ 49 h 9"/>
                <a:gd name="T2" fmla="*/ 168 w 21"/>
                <a:gd name="T3" fmla="*/ 0 h 9"/>
                <a:gd name="T4" fmla="*/ 0 w 21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5"/>
                  </a:moveTo>
                  <a:cubicBezTo>
                    <a:pt x="3" y="6"/>
                    <a:pt x="14" y="5"/>
                    <a:pt x="21" y="0"/>
                  </a:cubicBezTo>
                  <a:cubicBezTo>
                    <a:pt x="19" y="2"/>
                    <a:pt x="9" y="9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8" name="Freeform 3078">
              <a:extLst>
                <a:ext uri="{FF2B5EF4-FFF2-40B4-BE49-F238E27FC236}">
                  <a16:creationId xmlns:a16="http://schemas.microsoft.com/office/drawing/2014/main" id="{C2D15302-6164-47E4-954D-65B5F04CF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998"/>
              <a:ext cx="108" cy="85"/>
            </a:xfrm>
            <a:custGeom>
              <a:avLst/>
              <a:gdLst>
                <a:gd name="T0" fmla="*/ 96 w 54"/>
                <a:gd name="T1" fmla="*/ 68 h 40"/>
                <a:gd name="T2" fmla="*/ 32 w 54"/>
                <a:gd name="T3" fmla="*/ 172 h 40"/>
                <a:gd name="T4" fmla="*/ 240 w 54"/>
                <a:gd name="T5" fmla="*/ 357 h 40"/>
                <a:gd name="T6" fmla="*/ 432 w 54"/>
                <a:gd name="T7" fmla="*/ 136 h 40"/>
                <a:gd name="T8" fmla="*/ 328 w 54"/>
                <a:gd name="T9" fmla="*/ 9 h 40"/>
                <a:gd name="T10" fmla="*/ 192 w 54"/>
                <a:gd name="T11" fmla="*/ 40 h 40"/>
                <a:gd name="T12" fmla="*/ 96 w 54"/>
                <a:gd name="T13" fmla="*/ 6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0">
                  <a:moveTo>
                    <a:pt x="12" y="7"/>
                  </a:moveTo>
                  <a:cubicBezTo>
                    <a:pt x="8" y="10"/>
                    <a:pt x="5" y="14"/>
                    <a:pt x="4" y="18"/>
                  </a:cubicBezTo>
                  <a:cubicBezTo>
                    <a:pt x="0" y="33"/>
                    <a:pt x="15" y="40"/>
                    <a:pt x="30" y="37"/>
                  </a:cubicBezTo>
                  <a:cubicBezTo>
                    <a:pt x="45" y="34"/>
                    <a:pt x="54" y="22"/>
                    <a:pt x="54" y="14"/>
                  </a:cubicBezTo>
                  <a:cubicBezTo>
                    <a:pt x="53" y="6"/>
                    <a:pt x="48" y="2"/>
                    <a:pt x="41" y="1"/>
                  </a:cubicBezTo>
                  <a:cubicBezTo>
                    <a:pt x="35" y="0"/>
                    <a:pt x="28" y="3"/>
                    <a:pt x="24" y="4"/>
                  </a:cubicBezTo>
                  <a:cubicBezTo>
                    <a:pt x="20" y="5"/>
                    <a:pt x="15" y="5"/>
                    <a:pt x="12" y="7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9" name="Freeform 3079">
              <a:extLst>
                <a:ext uri="{FF2B5EF4-FFF2-40B4-BE49-F238E27FC236}">
                  <a16:creationId xmlns:a16="http://schemas.microsoft.com/office/drawing/2014/main" id="{BAE23F43-9F72-423A-9562-22EC20748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3028"/>
              <a:ext cx="56" cy="28"/>
            </a:xfrm>
            <a:custGeom>
              <a:avLst/>
              <a:gdLst>
                <a:gd name="T0" fmla="*/ 8 w 28"/>
                <a:gd name="T1" fmla="*/ 88 h 13"/>
                <a:gd name="T2" fmla="*/ 80 w 28"/>
                <a:gd name="T3" fmla="*/ 129 h 13"/>
                <a:gd name="T4" fmla="*/ 208 w 28"/>
                <a:gd name="T5" fmla="*/ 60 h 13"/>
                <a:gd name="T6" fmla="*/ 224 w 28"/>
                <a:gd name="T7" fmla="*/ 0 h 13"/>
                <a:gd name="T8" fmla="*/ 224 w 28"/>
                <a:gd name="T9" fmla="*/ 0 h 13"/>
                <a:gd name="T10" fmla="*/ 208 w 28"/>
                <a:gd name="T11" fmla="*/ 60 h 13"/>
                <a:gd name="T12" fmla="*/ 80 w 28"/>
                <a:gd name="T13" fmla="*/ 129 h 13"/>
                <a:gd name="T14" fmla="*/ 8 w 28"/>
                <a:gd name="T15" fmla="*/ 88 h 13"/>
                <a:gd name="T16" fmla="*/ 8 w 28"/>
                <a:gd name="T17" fmla="*/ 41 h 13"/>
                <a:gd name="T18" fmla="*/ 8 w 28"/>
                <a:gd name="T19" fmla="*/ 41 h 13"/>
                <a:gd name="T20" fmla="*/ 8 w 28"/>
                <a:gd name="T21" fmla="*/ 88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13">
                  <a:moveTo>
                    <a:pt x="1" y="9"/>
                  </a:moveTo>
                  <a:cubicBezTo>
                    <a:pt x="2" y="12"/>
                    <a:pt x="5" y="13"/>
                    <a:pt x="10" y="13"/>
                  </a:cubicBezTo>
                  <a:cubicBezTo>
                    <a:pt x="17" y="13"/>
                    <a:pt x="23" y="10"/>
                    <a:pt x="26" y="6"/>
                  </a:cubicBezTo>
                  <a:cubicBezTo>
                    <a:pt x="28" y="4"/>
                    <a:pt x="28" y="2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2"/>
                    <a:pt x="27" y="4"/>
                    <a:pt x="26" y="6"/>
                  </a:cubicBezTo>
                  <a:cubicBezTo>
                    <a:pt x="23" y="10"/>
                    <a:pt x="17" y="12"/>
                    <a:pt x="10" y="13"/>
                  </a:cubicBezTo>
                  <a:cubicBezTo>
                    <a:pt x="6" y="13"/>
                    <a:pt x="2" y="11"/>
                    <a:pt x="1" y="9"/>
                  </a:cubicBezTo>
                  <a:cubicBezTo>
                    <a:pt x="0" y="8"/>
                    <a:pt x="0" y="6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0" y="8"/>
                    <a:pt x="1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0" name="Freeform 3080">
              <a:extLst>
                <a:ext uri="{FF2B5EF4-FFF2-40B4-BE49-F238E27FC236}">
                  <a16:creationId xmlns:a16="http://schemas.microsoft.com/office/drawing/2014/main" id="{9B287E3C-8E61-418A-BFD1-6EE069DFF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2809"/>
              <a:ext cx="107" cy="85"/>
            </a:xfrm>
            <a:custGeom>
              <a:avLst/>
              <a:gdLst>
                <a:gd name="T0" fmla="*/ 95 w 54"/>
                <a:gd name="T1" fmla="*/ 68 h 40"/>
                <a:gd name="T2" fmla="*/ 32 w 54"/>
                <a:gd name="T3" fmla="*/ 172 h 40"/>
                <a:gd name="T4" fmla="*/ 232 w 54"/>
                <a:gd name="T5" fmla="*/ 357 h 40"/>
                <a:gd name="T6" fmla="*/ 420 w 54"/>
                <a:gd name="T7" fmla="*/ 136 h 40"/>
                <a:gd name="T8" fmla="*/ 319 w 54"/>
                <a:gd name="T9" fmla="*/ 9 h 40"/>
                <a:gd name="T10" fmla="*/ 188 w 54"/>
                <a:gd name="T11" fmla="*/ 40 h 40"/>
                <a:gd name="T12" fmla="*/ 95 w 54"/>
                <a:gd name="T13" fmla="*/ 6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0">
                  <a:moveTo>
                    <a:pt x="12" y="7"/>
                  </a:moveTo>
                  <a:cubicBezTo>
                    <a:pt x="8" y="10"/>
                    <a:pt x="5" y="14"/>
                    <a:pt x="4" y="18"/>
                  </a:cubicBezTo>
                  <a:cubicBezTo>
                    <a:pt x="0" y="33"/>
                    <a:pt x="15" y="40"/>
                    <a:pt x="30" y="37"/>
                  </a:cubicBezTo>
                  <a:cubicBezTo>
                    <a:pt x="45" y="34"/>
                    <a:pt x="54" y="22"/>
                    <a:pt x="54" y="14"/>
                  </a:cubicBezTo>
                  <a:cubicBezTo>
                    <a:pt x="53" y="6"/>
                    <a:pt x="48" y="2"/>
                    <a:pt x="41" y="1"/>
                  </a:cubicBezTo>
                  <a:cubicBezTo>
                    <a:pt x="35" y="0"/>
                    <a:pt x="28" y="3"/>
                    <a:pt x="24" y="4"/>
                  </a:cubicBezTo>
                  <a:cubicBezTo>
                    <a:pt x="20" y="5"/>
                    <a:pt x="15" y="5"/>
                    <a:pt x="12" y="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1" name="Freeform 3081">
              <a:extLst>
                <a:ext uri="{FF2B5EF4-FFF2-40B4-BE49-F238E27FC236}">
                  <a16:creationId xmlns:a16="http://schemas.microsoft.com/office/drawing/2014/main" id="{D4F44376-D1C1-4AE0-9A04-69BD83347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2811"/>
              <a:ext cx="91" cy="32"/>
            </a:xfrm>
            <a:custGeom>
              <a:avLst/>
              <a:gdLst>
                <a:gd name="T0" fmla="*/ 263 w 46"/>
                <a:gd name="T1" fmla="*/ 0 h 15"/>
                <a:gd name="T2" fmla="*/ 148 w 46"/>
                <a:gd name="T3" fmla="*/ 28 h 15"/>
                <a:gd name="T4" fmla="*/ 55 w 46"/>
                <a:gd name="T5" fmla="*/ 68 h 15"/>
                <a:gd name="T6" fmla="*/ 0 w 46"/>
                <a:gd name="T7" fmla="*/ 145 h 15"/>
                <a:gd name="T8" fmla="*/ 55 w 46"/>
                <a:gd name="T9" fmla="*/ 77 h 15"/>
                <a:gd name="T10" fmla="*/ 140 w 46"/>
                <a:gd name="T11" fmla="*/ 49 h 15"/>
                <a:gd name="T12" fmla="*/ 263 w 46"/>
                <a:gd name="T13" fmla="*/ 19 h 15"/>
                <a:gd name="T14" fmla="*/ 356 w 46"/>
                <a:gd name="T15" fmla="*/ 128 h 15"/>
                <a:gd name="T16" fmla="*/ 356 w 46"/>
                <a:gd name="T17" fmla="*/ 128 h 15"/>
                <a:gd name="T18" fmla="*/ 263 w 46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15">
                  <a:moveTo>
                    <a:pt x="34" y="0"/>
                  </a:moveTo>
                  <a:cubicBezTo>
                    <a:pt x="29" y="0"/>
                    <a:pt x="22" y="2"/>
                    <a:pt x="19" y="3"/>
                  </a:cubicBezTo>
                  <a:cubicBezTo>
                    <a:pt x="15" y="5"/>
                    <a:pt x="10" y="5"/>
                    <a:pt x="7" y="7"/>
                  </a:cubicBezTo>
                  <a:cubicBezTo>
                    <a:pt x="4" y="9"/>
                    <a:pt x="1" y="11"/>
                    <a:pt x="0" y="15"/>
                  </a:cubicBezTo>
                  <a:cubicBezTo>
                    <a:pt x="2" y="12"/>
                    <a:pt x="4" y="10"/>
                    <a:pt x="7" y="8"/>
                  </a:cubicBezTo>
                  <a:cubicBezTo>
                    <a:pt x="10" y="6"/>
                    <a:pt x="14" y="6"/>
                    <a:pt x="18" y="5"/>
                  </a:cubicBezTo>
                  <a:cubicBezTo>
                    <a:pt x="22" y="4"/>
                    <a:pt x="28" y="1"/>
                    <a:pt x="34" y="2"/>
                  </a:cubicBezTo>
                  <a:cubicBezTo>
                    <a:pt x="40" y="3"/>
                    <a:pt x="45" y="5"/>
                    <a:pt x="46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5" y="5"/>
                    <a:pt x="41" y="1"/>
                    <a:pt x="34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2" name="Freeform 3082">
              <a:extLst>
                <a:ext uri="{FF2B5EF4-FFF2-40B4-BE49-F238E27FC236}">
                  <a16:creationId xmlns:a16="http://schemas.microsoft.com/office/drawing/2014/main" id="{35410987-7A87-44A7-A06D-9FFE9A3C6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2843"/>
              <a:ext cx="99" cy="49"/>
            </a:xfrm>
            <a:custGeom>
              <a:avLst/>
              <a:gdLst>
                <a:gd name="T0" fmla="*/ 216 w 50"/>
                <a:gd name="T1" fmla="*/ 181 h 23"/>
                <a:gd name="T2" fmla="*/ 32 w 50"/>
                <a:gd name="T3" fmla="*/ 9 h 23"/>
                <a:gd name="T4" fmla="*/ 32 w 50"/>
                <a:gd name="T5" fmla="*/ 0 h 23"/>
                <a:gd name="T6" fmla="*/ 24 w 50"/>
                <a:gd name="T7" fmla="*/ 19 h 23"/>
                <a:gd name="T8" fmla="*/ 216 w 50"/>
                <a:gd name="T9" fmla="*/ 196 h 23"/>
                <a:gd name="T10" fmla="*/ 388 w 50"/>
                <a:gd name="T11" fmla="*/ 28 h 23"/>
                <a:gd name="T12" fmla="*/ 216 w 50"/>
                <a:gd name="T13" fmla="*/ 18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">
                  <a:moveTo>
                    <a:pt x="28" y="19"/>
                  </a:moveTo>
                  <a:cubicBezTo>
                    <a:pt x="14" y="21"/>
                    <a:pt x="0" y="14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0" y="16"/>
                    <a:pt x="13" y="23"/>
                    <a:pt x="28" y="20"/>
                  </a:cubicBezTo>
                  <a:cubicBezTo>
                    <a:pt x="40" y="18"/>
                    <a:pt x="48" y="10"/>
                    <a:pt x="50" y="3"/>
                  </a:cubicBezTo>
                  <a:cubicBezTo>
                    <a:pt x="47" y="9"/>
                    <a:pt x="39" y="17"/>
                    <a:pt x="28" y="1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3" name="Freeform 3083">
              <a:extLst>
                <a:ext uri="{FF2B5EF4-FFF2-40B4-BE49-F238E27FC236}">
                  <a16:creationId xmlns:a16="http://schemas.microsoft.com/office/drawing/2014/main" id="{929E60FA-2E73-4238-AB1C-22922C58B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2830"/>
              <a:ext cx="61" cy="36"/>
            </a:xfrm>
            <a:custGeom>
              <a:avLst/>
              <a:gdLst>
                <a:gd name="T0" fmla="*/ 228 w 31"/>
                <a:gd name="T1" fmla="*/ 36 h 17"/>
                <a:gd name="T2" fmla="*/ 92 w 31"/>
                <a:gd name="T3" fmla="*/ 161 h 17"/>
                <a:gd name="T4" fmla="*/ 24 w 31"/>
                <a:gd name="T5" fmla="*/ 76 h 17"/>
                <a:gd name="T6" fmla="*/ 128 w 31"/>
                <a:gd name="T7" fmla="*/ 17 h 17"/>
                <a:gd name="T8" fmla="*/ 228 w 31"/>
                <a:gd name="T9" fmla="*/ 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30" y="4"/>
                  </a:moveTo>
                  <a:cubicBezTo>
                    <a:pt x="31" y="11"/>
                    <a:pt x="21" y="16"/>
                    <a:pt x="12" y="17"/>
                  </a:cubicBezTo>
                  <a:cubicBezTo>
                    <a:pt x="3" y="17"/>
                    <a:pt x="0" y="12"/>
                    <a:pt x="3" y="8"/>
                  </a:cubicBezTo>
                  <a:cubicBezTo>
                    <a:pt x="6" y="5"/>
                    <a:pt x="10" y="3"/>
                    <a:pt x="17" y="2"/>
                  </a:cubicBezTo>
                  <a:cubicBezTo>
                    <a:pt x="23" y="1"/>
                    <a:pt x="29" y="0"/>
                    <a:pt x="30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4" name="Freeform 3084">
              <a:extLst>
                <a:ext uri="{FF2B5EF4-FFF2-40B4-BE49-F238E27FC236}">
                  <a16:creationId xmlns:a16="http://schemas.microsoft.com/office/drawing/2014/main" id="{AC1AE50F-DFCF-42C8-A2FF-9BFD99E0C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839"/>
              <a:ext cx="58" cy="27"/>
            </a:xfrm>
            <a:custGeom>
              <a:avLst/>
              <a:gdLst>
                <a:gd name="T0" fmla="*/ 80 w 29"/>
                <a:gd name="T1" fmla="*/ 100 h 13"/>
                <a:gd name="T2" fmla="*/ 0 w 29"/>
                <a:gd name="T3" fmla="*/ 52 h 13"/>
                <a:gd name="T4" fmla="*/ 80 w 29"/>
                <a:gd name="T5" fmla="*/ 116 h 13"/>
                <a:gd name="T6" fmla="*/ 224 w 29"/>
                <a:gd name="T7" fmla="*/ 0 h 13"/>
                <a:gd name="T8" fmla="*/ 80 w 29"/>
                <a:gd name="T9" fmla="*/ 10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10" y="11"/>
                  </a:moveTo>
                  <a:cubicBezTo>
                    <a:pt x="4" y="11"/>
                    <a:pt x="1" y="9"/>
                    <a:pt x="0" y="6"/>
                  </a:cubicBezTo>
                  <a:cubicBezTo>
                    <a:pt x="0" y="9"/>
                    <a:pt x="3" y="13"/>
                    <a:pt x="10" y="13"/>
                  </a:cubicBezTo>
                  <a:cubicBezTo>
                    <a:pt x="19" y="12"/>
                    <a:pt x="29" y="8"/>
                    <a:pt x="28" y="0"/>
                  </a:cubicBezTo>
                  <a:cubicBezTo>
                    <a:pt x="27" y="6"/>
                    <a:pt x="18" y="10"/>
                    <a:pt x="10" y="1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5" name="Freeform 3085">
              <a:extLst>
                <a:ext uri="{FF2B5EF4-FFF2-40B4-BE49-F238E27FC236}">
                  <a16:creationId xmlns:a16="http://schemas.microsoft.com/office/drawing/2014/main" id="{9FB001DB-489C-43F8-BE29-954AC5FA6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2828"/>
              <a:ext cx="40" cy="13"/>
            </a:xfrm>
            <a:custGeom>
              <a:avLst/>
              <a:gdLst>
                <a:gd name="T0" fmla="*/ 0 w 20"/>
                <a:gd name="T1" fmla="*/ 61 h 6"/>
                <a:gd name="T2" fmla="*/ 160 w 20"/>
                <a:gd name="T3" fmla="*/ 33 h 6"/>
                <a:gd name="T4" fmla="*/ 72 w 20"/>
                <a:gd name="T5" fmla="*/ 43 h 6"/>
                <a:gd name="T6" fmla="*/ 0 w 20"/>
                <a:gd name="T7" fmla="*/ 6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0" y="6"/>
                  </a:moveTo>
                  <a:cubicBezTo>
                    <a:pt x="5" y="3"/>
                    <a:pt x="14" y="0"/>
                    <a:pt x="20" y="3"/>
                  </a:cubicBezTo>
                  <a:cubicBezTo>
                    <a:pt x="17" y="3"/>
                    <a:pt x="12" y="3"/>
                    <a:pt x="9" y="4"/>
                  </a:cubicBezTo>
                  <a:cubicBezTo>
                    <a:pt x="5" y="5"/>
                    <a:pt x="1" y="6"/>
                    <a:pt x="0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6" name="Freeform 3086">
              <a:extLst>
                <a:ext uri="{FF2B5EF4-FFF2-40B4-BE49-F238E27FC236}">
                  <a16:creationId xmlns:a16="http://schemas.microsoft.com/office/drawing/2014/main" id="{783BA6D9-C7BA-4D54-8E25-1B9F43628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2826"/>
              <a:ext cx="36" cy="8"/>
            </a:xfrm>
            <a:custGeom>
              <a:avLst/>
              <a:gdLst>
                <a:gd name="T0" fmla="*/ 72 w 18"/>
                <a:gd name="T1" fmla="*/ 8 h 4"/>
                <a:gd name="T2" fmla="*/ 0 w 18"/>
                <a:gd name="T3" fmla="*/ 32 h 4"/>
                <a:gd name="T4" fmla="*/ 144 w 18"/>
                <a:gd name="T5" fmla="*/ 32 h 4"/>
                <a:gd name="T6" fmla="*/ 72 w 18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">
                  <a:moveTo>
                    <a:pt x="9" y="1"/>
                  </a:moveTo>
                  <a:cubicBezTo>
                    <a:pt x="7" y="1"/>
                    <a:pt x="4" y="2"/>
                    <a:pt x="0" y="4"/>
                  </a:cubicBezTo>
                  <a:cubicBezTo>
                    <a:pt x="3" y="3"/>
                    <a:pt x="15" y="0"/>
                    <a:pt x="18" y="4"/>
                  </a:cubicBezTo>
                  <a:cubicBezTo>
                    <a:pt x="17" y="2"/>
                    <a:pt x="14" y="1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" name="Freeform 3087">
              <a:extLst>
                <a:ext uri="{FF2B5EF4-FFF2-40B4-BE49-F238E27FC236}">
                  <a16:creationId xmlns:a16="http://schemas.microsoft.com/office/drawing/2014/main" id="{E31F165F-69FA-41C4-8278-27D4110B7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856"/>
              <a:ext cx="42" cy="19"/>
            </a:xfrm>
            <a:custGeom>
              <a:avLst/>
              <a:gdLst>
                <a:gd name="T0" fmla="*/ 0 w 21"/>
                <a:gd name="T1" fmla="*/ 49 h 9"/>
                <a:gd name="T2" fmla="*/ 168 w 21"/>
                <a:gd name="T3" fmla="*/ 0 h 9"/>
                <a:gd name="T4" fmla="*/ 0 w 21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5"/>
                  </a:moveTo>
                  <a:cubicBezTo>
                    <a:pt x="3" y="6"/>
                    <a:pt x="14" y="5"/>
                    <a:pt x="21" y="0"/>
                  </a:cubicBezTo>
                  <a:cubicBezTo>
                    <a:pt x="19" y="2"/>
                    <a:pt x="9" y="9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" name="Freeform 3088">
              <a:extLst>
                <a:ext uri="{FF2B5EF4-FFF2-40B4-BE49-F238E27FC236}">
                  <a16:creationId xmlns:a16="http://schemas.microsoft.com/office/drawing/2014/main" id="{9296602D-7E6C-4990-B7EA-B69EAEB42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2809"/>
              <a:ext cx="107" cy="85"/>
            </a:xfrm>
            <a:custGeom>
              <a:avLst/>
              <a:gdLst>
                <a:gd name="T0" fmla="*/ 95 w 54"/>
                <a:gd name="T1" fmla="*/ 68 h 40"/>
                <a:gd name="T2" fmla="*/ 32 w 54"/>
                <a:gd name="T3" fmla="*/ 172 h 40"/>
                <a:gd name="T4" fmla="*/ 232 w 54"/>
                <a:gd name="T5" fmla="*/ 357 h 40"/>
                <a:gd name="T6" fmla="*/ 420 w 54"/>
                <a:gd name="T7" fmla="*/ 136 h 40"/>
                <a:gd name="T8" fmla="*/ 319 w 54"/>
                <a:gd name="T9" fmla="*/ 9 h 40"/>
                <a:gd name="T10" fmla="*/ 188 w 54"/>
                <a:gd name="T11" fmla="*/ 40 h 40"/>
                <a:gd name="T12" fmla="*/ 95 w 54"/>
                <a:gd name="T13" fmla="*/ 6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0">
                  <a:moveTo>
                    <a:pt x="12" y="7"/>
                  </a:moveTo>
                  <a:cubicBezTo>
                    <a:pt x="8" y="10"/>
                    <a:pt x="5" y="14"/>
                    <a:pt x="4" y="18"/>
                  </a:cubicBezTo>
                  <a:cubicBezTo>
                    <a:pt x="0" y="33"/>
                    <a:pt x="15" y="40"/>
                    <a:pt x="30" y="37"/>
                  </a:cubicBezTo>
                  <a:cubicBezTo>
                    <a:pt x="45" y="34"/>
                    <a:pt x="54" y="22"/>
                    <a:pt x="54" y="14"/>
                  </a:cubicBezTo>
                  <a:cubicBezTo>
                    <a:pt x="53" y="6"/>
                    <a:pt x="48" y="2"/>
                    <a:pt x="41" y="1"/>
                  </a:cubicBezTo>
                  <a:cubicBezTo>
                    <a:pt x="35" y="0"/>
                    <a:pt x="28" y="3"/>
                    <a:pt x="24" y="4"/>
                  </a:cubicBezTo>
                  <a:cubicBezTo>
                    <a:pt x="20" y="5"/>
                    <a:pt x="15" y="5"/>
                    <a:pt x="12" y="7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" name="Freeform 3089">
              <a:extLst>
                <a:ext uri="{FF2B5EF4-FFF2-40B4-BE49-F238E27FC236}">
                  <a16:creationId xmlns:a16="http://schemas.microsoft.com/office/drawing/2014/main" id="{5075F29E-8133-41F6-A94B-CDA657EA1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839"/>
              <a:ext cx="56" cy="27"/>
            </a:xfrm>
            <a:custGeom>
              <a:avLst/>
              <a:gdLst>
                <a:gd name="T0" fmla="*/ 8 w 28"/>
                <a:gd name="T1" fmla="*/ 81 h 13"/>
                <a:gd name="T2" fmla="*/ 80 w 28"/>
                <a:gd name="T3" fmla="*/ 116 h 13"/>
                <a:gd name="T4" fmla="*/ 208 w 28"/>
                <a:gd name="T5" fmla="*/ 52 h 13"/>
                <a:gd name="T6" fmla="*/ 224 w 28"/>
                <a:gd name="T7" fmla="*/ 0 h 13"/>
                <a:gd name="T8" fmla="*/ 224 w 28"/>
                <a:gd name="T9" fmla="*/ 0 h 13"/>
                <a:gd name="T10" fmla="*/ 208 w 28"/>
                <a:gd name="T11" fmla="*/ 52 h 13"/>
                <a:gd name="T12" fmla="*/ 80 w 28"/>
                <a:gd name="T13" fmla="*/ 116 h 13"/>
                <a:gd name="T14" fmla="*/ 8 w 28"/>
                <a:gd name="T15" fmla="*/ 81 h 13"/>
                <a:gd name="T16" fmla="*/ 8 w 28"/>
                <a:gd name="T17" fmla="*/ 35 h 13"/>
                <a:gd name="T18" fmla="*/ 8 w 28"/>
                <a:gd name="T19" fmla="*/ 35 h 13"/>
                <a:gd name="T20" fmla="*/ 8 w 28"/>
                <a:gd name="T21" fmla="*/ 81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13">
                  <a:moveTo>
                    <a:pt x="1" y="9"/>
                  </a:moveTo>
                  <a:cubicBezTo>
                    <a:pt x="2" y="12"/>
                    <a:pt x="5" y="13"/>
                    <a:pt x="10" y="13"/>
                  </a:cubicBezTo>
                  <a:cubicBezTo>
                    <a:pt x="17" y="13"/>
                    <a:pt x="23" y="10"/>
                    <a:pt x="26" y="6"/>
                  </a:cubicBezTo>
                  <a:cubicBezTo>
                    <a:pt x="28" y="4"/>
                    <a:pt x="28" y="2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2"/>
                    <a:pt x="27" y="4"/>
                    <a:pt x="26" y="6"/>
                  </a:cubicBezTo>
                  <a:cubicBezTo>
                    <a:pt x="23" y="10"/>
                    <a:pt x="17" y="12"/>
                    <a:pt x="10" y="13"/>
                  </a:cubicBezTo>
                  <a:cubicBezTo>
                    <a:pt x="6" y="13"/>
                    <a:pt x="2" y="11"/>
                    <a:pt x="1" y="9"/>
                  </a:cubicBezTo>
                  <a:cubicBezTo>
                    <a:pt x="0" y="8"/>
                    <a:pt x="0" y="6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0" y="8"/>
                    <a:pt x="1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" name="Freeform 3090">
              <a:extLst>
                <a:ext uri="{FF2B5EF4-FFF2-40B4-BE49-F238E27FC236}">
                  <a16:creationId xmlns:a16="http://schemas.microsoft.com/office/drawing/2014/main" id="{63F684AE-6C1A-4ADA-BB96-23986D01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902"/>
              <a:ext cx="72" cy="83"/>
            </a:xfrm>
            <a:custGeom>
              <a:avLst/>
              <a:gdLst>
                <a:gd name="T0" fmla="*/ 128 w 36"/>
                <a:gd name="T1" fmla="*/ 85 h 39"/>
                <a:gd name="T2" fmla="*/ 240 w 36"/>
                <a:gd name="T3" fmla="*/ 28 h 39"/>
                <a:gd name="T4" fmla="*/ 288 w 36"/>
                <a:gd name="T5" fmla="*/ 213 h 39"/>
                <a:gd name="T6" fmla="*/ 192 w 36"/>
                <a:gd name="T7" fmla="*/ 309 h 39"/>
                <a:gd name="T8" fmla="*/ 104 w 36"/>
                <a:gd name="T9" fmla="*/ 366 h 39"/>
                <a:gd name="T10" fmla="*/ 112 w 36"/>
                <a:gd name="T11" fmla="*/ 240 h 39"/>
                <a:gd name="T12" fmla="*/ 96 w 36"/>
                <a:gd name="T13" fmla="*/ 145 h 39"/>
                <a:gd name="T14" fmla="*/ 120 w 36"/>
                <a:gd name="T15" fmla="*/ 85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9">
                  <a:moveTo>
                    <a:pt x="16" y="9"/>
                  </a:moveTo>
                  <a:cubicBezTo>
                    <a:pt x="20" y="7"/>
                    <a:pt x="26" y="0"/>
                    <a:pt x="30" y="3"/>
                  </a:cubicBezTo>
                  <a:cubicBezTo>
                    <a:pt x="34" y="5"/>
                    <a:pt x="36" y="18"/>
                    <a:pt x="36" y="22"/>
                  </a:cubicBezTo>
                  <a:cubicBezTo>
                    <a:pt x="36" y="30"/>
                    <a:pt x="30" y="28"/>
                    <a:pt x="24" y="32"/>
                  </a:cubicBezTo>
                  <a:cubicBezTo>
                    <a:pt x="20" y="35"/>
                    <a:pt x="18" y="39"/>
                    <a:pt x="13" y="38"/>
                  </a:cubicBezTo>
                  <a:cubicBezTo>
                    <a:pt x="0" y="38"/>
                    <a:pt x="13" y="30"/>
                    <a:pt x="14" y="25"/>
                  </a:cubicBezTo>
                  <a:cubicBezTo>
                    <a:pt x="14" y="21"/>
                    <a:pt x="11" y="18"/>
                    <a:pt x="12" y="15"/>
                  </a:cubicBezTo>
                  <a:cubicBezTo>
                    <a:pt x="12" y="13"/>
                    <a:pt x="14" y="11"/>
                    <a:pt x="15" y="9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" name="Freeform 3091">
              <a:extLst>
                <a:ext uri="{FF2B5EF4-FFF2-40B4-BE49-F238E27FC236}">
                  <a16:creationId xmlns:a16="http://schemas.microsoft.com/office/drawing/2014/main" id="{0E342FCE-0A69-452D-A208-16C022045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928"/>
              <a:ext cx="70" cy="57"/>
            </a:xfrm>
            <a:custGeom>
              <a:avLst/>
              <a:gdLst>
                <a:gd name="T0" fmla="*/ 128 w 35"/>
                <a:gd name="T1" fmla="*/ 8 h 27"/>
                <a:gd name="T2" fmla="*/ 24 w 35"/>
                <a:gd name="T3" fmla="*/ 49 h 27"/>
                <a:gd name="T4" fmla="*/ 56 w 35"/>
                <a:gd name="T5" fmla="*/ 253 h 27"/>
                <a:gd name="T6" fmla="*/ 232 w 35"/>
                <a:gd name="T7" fmla="*/ 217 h 27"/>
                <a:gd name="T8" fmla="*/ 280 w 35"/>
                <a:gd name="T9" fmla="*/ 68 h 27"/>
                <a:gd name="T10" fmla="*/ 184 w 35"/>
                <a:gd name="T11" fmla="*/ 76 h 27"/>
                <a:gd name="T12" fmla="*/ 152 w 35"/>
                <a:gd name="T13" fmla="*/ 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7">
                  <a:moveTo>
                    <a:pt x="16" y="1"/>
                  </a:moveTo>
                  <a:cubicBezTo>
                    <a:pt x="11" y="2"/>
                    <a:pt x="5" y="0"/>
                    <a:pt x="3" y="5"/>
                  </a:cubicBezTo>
                  <a:cubicBezTo>
                    <a:pt x="0" y="9"/>
                    <a:pt x="5" y="23"/>
                    <a:pt x="7" y="27"/>
                  </a:cubicBezTo>
                  <a:cubicBezTo>
                    <a:pt x="12" y="25"/>
                    <a:pt x="25" y="27"/>
                    <a:pt x="29" y="23"/>
                  </a:cubicBezTo>
                  <a:cubicBezTo>
                    <a:pt x="29" y="23"/>
                    <a:pt x="35" y="7"/>
                    <a:pt x="35" y="7"/>
                  </a:cubicBezTo>
                  <a:cubicBezTo>
                    <a:pt x="32" y="2"/>
                    <a:pt x="27" y="9"/>
                    <a:pt x="23" y="8"/>
                  </a:cubicBezTo>
                  <a:cubicBezTo>
                    <a:pt x="20" y="7"/>
                    <a:pt x="21" y="3"/>
                    <a:pt x="19" y="1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" name="Freeform 3092">
              <a:extLst>
                <a:ext uri="{FF2B5EF4-FFF2-40B4-BE49-F238E27FC236}">
                  <a16:creationId xmlns:a16="http://schemas.microsoft.com/office/drawing/2014/main" id="{5AC360BD-A728-458D-8268-F28ACAB90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926"/>
              <a:ext cx="66" cy="64"/>
            </a:xfrm>
            <a:custGeom>
              <a:avLst/>
              <a:gdLst>
                <a:gd name="T0" fmla="*/ 96 w 33"/>
                <a:gd name="T1" fmla="*/ 19 h 30"/>
                <a:gd name="T2" fmla="*/ 8 w 33"/>
                <a:gd name="T3" fmla="*/ 87 h 30"/>
                <a:gd name="T4" fmla="*/ 48 w 33"/>
                <a:gd name="T5" fmla="*/ 282 h 30"/>
                <a:gd name="T6" fmla="*/ 200 w 33"/>
                <a:gd name="T7" fmla="*/ 250 h 30"/>
                <a:gd name="T8" fmla="*/ 248 w 33"/>
                <a:gd name="T9" fmla="*/ 87 h 30"/>
                <a:gd name="T10" fmla="*/ 160 w 33"/>
                <a:gd name="T11" fmla="*/ 68 h 30"/>
                <a:gd name="T12" fmla="*/ 96 w 33"/>
                <a:gd name="T13" fmla="*/ 1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0">
                  <a:moveTo>
                    <a:pt x="12" y="2"/>
                  </a:moveTo>
                  <a:cubicBezTo>
                    <a:pt x="6" y="5"/>
                    <a:pt x="2" y="1"/>
                    <a:pt x="1" y="9"/>
                  </a:cubicBezTo>
                  <a:cubicBezTo>
                    <a:pt x="0" y="13"/>
                    <a:pt x="1" y="26"/>
                    <a:pt x="6" y="29"/>
                  </a:cubicBezTo>
                  <a:cubicBezTo>
                    <a:pt x="8" y="30"/>
                    <a:pt x="22" y="27"/>
                    <a:pt x="25" y="26"/>
                  </a:cubicBezTo>
                  <a:cubicBezTo>
                    <a:pt x="29" y="24"/>
                    <a:pt x="33" y="13"/>
                    <a:pt x="31" y="9"/>
                  </a:cubicBezTo>
                  <a:cubicBezTo>
                    <a:pt x="31" y="5"/>
                    <a:pt x="24" y="10"/>
                    <a:pt x="20" y="7"/>
                  </a:cubicBezTo>
                  <a:cubicBezTo>
                    <a:pt x="17" y="5"/>
                    <a:pt x="16" y="0"/>
                    <a:pt x="12" y="2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" name="Freeform 3093">
              <a:extLst>
                <a:ext uri="{FF2B5EF4-FFF2-40B4-BE49-F238E27FC236}">
                  <a16:creationId xmlns:a16="http://schemas.microsoft.com/office/drawing/2014/main" id="{8C5CBADD-F711-4904-ADB5-88DEBB486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902"/>
              <a:ext cx="72" cy="83"/>
            </a:xfrm>
            <a:custGeom>
              <a:avLst/>
              <a:gdLst>
                <a:gd name="T0" fmla="*/ 128 w 36"/>
                <a:gd name="T1" fmla="*/ 85 h 39"/>
                <a:gd name="T2" fmla="*/ 240 w 36"/>
                <a:gd name="T3" fmla="*/ 28 h 39"/>
                <a:gd name="T4" fmla="*/ 288 w 36"/>
                <a:gd name="T5" fmla="*/ 213 h 39"/>
                <a:gd name="T6" fmla="*/ 192 w 36"/>
                <a:gd name="T7" fmla="*/ 309 h 39"/>
                <a:gd name="T8" fmla="*/ 104 w 36"/>
                <a:gd name="T9" fmla="*/ 366 h 39"/>
                <a:gd name="T10" fmla="*/ 112 w 36"/>
                <a:gd name="T11" fmla="*/ 240 h 39"/>
                <a:gd name="T12" fmla="*/ 96 w 36"/>
                <a:gd name="T13" fmla="*/ 145 h 39"/>
                <a:gd name="T14" fmla="*/ 120 w 36"/>
                <a:gd name="T15" fmla="*/ 85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9">
                  <a:moveTo>
                    <a:pt x="16" y="9"/>
                  </a:moveTo>
                  <a:cubicBezTo>
                    <a:pt x="20" y="7"/>
                    <a:pt x="26" y="0"/>
                    <a:pt x="30" y="3"/>
                  </a:cubicBezTo>
                  <a:cubicBezTo>
                    <a:pt x="34" y="5"/>
                    <a:pt x="36" y="18"/>
                    <a:pt x="36" y="22"/>
                  </a:cubicBezTo>
                  <a:cubicBezTo>
                    <a:pt x="36" y="30"/>
                    <a:pt x="30" y="28"/>
                    <a:pt x="24" y="32"/>
                  </a:cubicBezTo>
                  <a:cubicBezTo>
                    <a:pt x="20" y="35"/>
                    <a:pt x="18" y="39"/>
                    <a:pt x="13" y="38"/>
                  </a:cubicBezTo>
                  <a:cubicBezTo>
                    <a:pt x="0" y="38"/>
                    <a:pt x="13" y="30"/>
                    <a:pt x="14" y="25"/>
                  </a:cubicBezTo>
                  <a:cubicBezTo>
                    <a:pt x="14" y="21"/>
                    <a:pt x="11" y="18"/>
                    <a:pt x="12" y="15"/>
                  </a:cubicBezTo>
                  <a:cubicBezTo>
                    <a:pt x="12" y="13"/>
                    <a:pt x="14" y="11"/>
                    <a:pt x="15" y="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" name="Freeform 3094">
              <a:extLst>
                <a:ext uri="{FF2B5EF4-FFF2-40B4-BE49-F238E27FC236}">
                  <a16:creationId xmlns:a16="http://schemas.microsoft.com/office/drawing/2014/main" id="{A606F214-5EB2-40DF-84A9-B99E7560C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798"/>
              <a:ext cx="48" cy="160"/>
            </a:xfrm>
            <a:custGeom>
              <a:avLst/>
              <a:gdLst>
                <a:gd name="T0" fmla="*/ 152 w 24"/>
                <a:gd name="T1" fmla="*/ 19 h 75"/>
                <a:gd name="T2" fmla="*/ 56 w 24"/>
                <a:gd name="T3" fmla="*/ 318 h 75"/>
                <a:gd name="T4" fmla="*/ 8 w 24"/>
                <a:gd name="T5" fmla="*/ 727 h 75"/>
                <a:gd name="T6" fmla="*/ 88 w 24"/>
                <a:gd name="T7" fmla="*/ 533 h 75"/>
                <a:gd name="T8" fmla="*/ 176 w 24"/>
                <a:gd name="T9" fmla="*/ 250 h 75"/>
                <a:gd name="T10" fmla="*/ 152 w 24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5">
                  <a:moveTo>
                    <a:pt x="19" y="2"/>
                  </a:moveTo>
                  <a:cubicBezTo>
                    <a:pt x="20" y="13"/>
                    <a:pt x="11" y="24"/>
                    <a:pt x="7" y="33"/>
                  </a:cubicBezTo>
                  <a:cubicBezTo>
                    <a:pt x="0" y="47"/>
                    <a:pt x="1" y="60"/>
                    <a:pt x="1" y="75"/>
                  </a:cubicBezTo>
                  <a:cubicBezTo>
                    <a:pt x="0" y="68"/>
                    <a:pt x="7" y="60"/>
                    <a:pt x="11" y="55"/>
                  </a:cubicBezTo>
                  <a:cubicBezTo>
                    <a:pt x="16" y="46"/>
                    <a:pt x="21" y="35"/>
                    <a:pt x="22" y="26"/>
                  </a:cubicBezTo>
                  <a:cubicBezTo>
                    <a:pt x="24" y="17"/>
                    <a:pt x="23" y="8"/>
                    <a:pt x="19" y="0"/>
                  </a:cubicBezTo>
                </a:path>
              </a:pathLst>
            </a:custGeom>
            <a:solidFill>
              <a:srgbClr val="FAD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" name="Freeform 3095">
              <a:extLst>
                <a:ext uri="{FF2B5EF4-FFF2-40B4-BE49-F238E27FC236}">
                  <a16:creationId xmlns:a16="http://schemas.microsoft.com/office/drawing/2014/main" id="{762BFC46-8F6A-419C-967F-EE6191F24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798"/>
              <a:ext cx="48" cy="160"/>
            </a:xfrm>
            <a:custGeom>
              <a:avLst/>
              <a:gdLst>
                <a:gd name="T0" fmla="*/ 152 w 24"/>
                <a:gd name="T1" fmla="*/ 19 h 75"/>
                <a:gd name="T2" fmla="*/ 56 w 24"/>
                <a:gd name="T3" fmla="*/ 318 h 75"/>
                <a:gd name="T4" fmla="*/ 8 w 24"/>
                <a:gd name="T5" fmla="*/ 727 h 75"/>
                <a:gd name="T6" fmla="*/ 88 w 24"/>
                <a:gd name="T7" fmla="*/ 533 h 75"/>
                <a:gd name="T8" fmla="*/ 176 w 24"/>
                <a:gd name="T9" fmla="*/ 250 h 75"/>
                <a:gd name="T10" fmla="*/ 152 w 24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5">
                  <a:moveTo>
                    <a:pt x="19" y="2"/>
                  </a:moveTo>
                  <a:cubicBezTo>
                    <a:pt x="20" y="13"/>
                    <a:pt x="11" y="24"/>
                    <a:pt x="7" y="33"/>
                  </a:cubicBezTo>
                  <a:cubicBezTo>
                    <a:pt x="0" y="47"/>
                    <a:pt x="1" y="60"/>
                    <a:pt x="1" y="75"/>
                  </a:cubicBezTo>
                  <a:cubicBezTo>
                    <a:pt x="0" y="68"/>
                    <a:pt x="7" y="60"/>
                    <a:pt x="11" y="55"/>
                  </a:cubicBezTo>
                  <a:cubicBezTo>
                    <a:pt x="16" y="46"/>
                    <a:pt x="21" y="35"/>
                    <a:pt x="22" y="26"/>
                  </a:cubicBezTo>
                  <a:cubicBezTo>
                    <a:pt x="24" y="17"/>
                    <a:pt x="23" y="8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" name="Freeform 3096">
              <a:extLst>
                <a:ext uri="{FF2B5EF4-FFF2-40B4-BE49-F238E27FC236}">
                  <a16:creationId xmlns:a16="http://schemas.microsoft.com/office/drawing/2014/main" id="{5A5B9FB9-EC9A-44B2-85AF-5A49A2A9E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471"/>
              <a:ext cx="232" cy="244"/>
            </a:xfrm>
            <a:custGeom>
              <a:avLst/>
              <a:gdLst>
                <a:gd name="T0" fmla="*/ 0 w 116"/>
                <a:gd name="T1" fmla="*/ 1099 h 115"/>
                <a:gd name="T2" fmla="*/ 160 w 116"/>
                <a:gd name="T3" fmla="*/ 955 h 115"/>
                <a:gd name="T4" fmla="*/ 248 w 116"/>
                <a:gd name="T5" fmla="*/ 715 h 115"/>
                <a:gd name="T6" fmla="*/ 496 w 116"/>
                <a:gd name="T7" fmla="*/ 393 h 115"/>
                <a:gd name="T8" fmla="*/ 560 w 116"/>
                <a:gd name="T9" fmla="*/ 95 h 115"/>
                <a:gd name="T10" fmla="*/ 928 w 116"/>
                <a:gd name="T11" fmla="*/ 59 h 115"/>
                <a:gd name="T12" fmla="*/ 648 w 116"/>
                <a:gd name="T13" fmla="*/ 153 h 115"/>
                <a:gd name="T14" fmla="*/ 568 w 116"/>
                <a:gd name="T15" fmla="*/ 526 h 115"/>
                <a:gd name="T16" fmla="*/ 320 w 116"/>
                <a:gd name="T17" fmla="*/ 791 h 115"/>
                <a:gd name="T18" fmla="*/ 264 w 116"/>
                <a:gd name="T19" fmla="*/ 910 h 115"/>
                <a:gd name="T20" fmla="*/ 128 w 116"/>
                <a:gd name="T21" fmla="*/ 1040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115">
                  <a:moveTo>
                    <a:pt x="0" y="115"/>
                  </a:moveTo>
                  <a:cubicBezTo>
                    <a:pt x="8" y="111"/>
                    <a:pt x="15" y="107"/>
                    <a:pt x="20" y="100"/>
                  </a:cubicBezTo>
                  <a:cubicBezTo>
                    <a:pt x="27" y="93"/>
                    <a:pt x="26" y="84"/>
                    <a:pt x="31" y="75"/>
                  </a:cubicBezTo>
                  <a:cubicBezTo>
                    <a:pt x="39" y="61"/>
                    <a:pt x="57" y="56"/>
                    <a:pt x="62" y="41"/>
                  </a:cubicBezTo>
                  <a:cubicBezTo>
                    <a:pt x="66" y="27"/>
                    <a:pt x="57" y="19"/>
                    <a:pt x="70" y="10"/>
                  </a:cubicBezTo>
                  <a:cubicBezTo>
                    <a:pt x="85" y="0"/>
                    <a:pt x="100" y="0"/>
                    <a:pt x="116" y="6"/>
                  </a:cubicBezTo>
                  <a:cubicBezTo>
                    <a:pt x="103" y="1"/>
                    <a:pt x="91" y="7"/>
                    <a:pt x="81" y="16"/>
                  </a:cubicBezTo>
                  <a:cubicBezTo>
                    <a:pt x="71" y="26"/>
                    <a:pt x="79" y="44"/>
                    <a:pt x="71" y="55"/>
                  </a:cubicBezTo>
                  <a:cubicBezTo>
                    <a:pt x="65" y="63"/>
                    <a:pt x="44" y="73"/>
                    <a:pt x="40" y="83"/>
                  </a:cubicBezTo>
                  <a:cubicBezTo>
                    <a:pt x="38" y="89"/>
                    <a:pt x="38" y="90"/>
                    <a:pt x="33" y="95"/>
                  </a:cubicBezTo>
                  <a:cubicBezTo>
                    <a:pt x="29" y="101"/>
                    <a:pt x="22" y="105"/>
                    <a:pt x="16" y="109"/>
                  </a:cubicBezTo>
                </a:path>
              </a:pathLst>
            </a:custGeom>
            <a:solidFill>
              <a:srgbClr val="F7C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" name="Freeform 3097">
              <a:extLst>
                <a:ext uri="{FF2B5EF4-FFF2-40B4-BE49-F238E27FC236}">
                  <a16:creationId xmlns:a16="http://schemas.microsoft.com/office/drawing/2014/main" id="{7AEB693F-F6E2-407B-9C7E-D801E775C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626"/>
              <a:ext cx="26" cy="51"/>
            </a:xfrm>
            <a:custGeom>
              <a:avLst/>
              <a:gdLst>
                <a:gd name="T0" fmla="*/ 0 w 13"/>
                <a:gd name="T1" fmla="*/ 230 h 24"/>
                <a:gd name="T2" fmla="*/ 104 w 13"/>
                <a:gd name="T3" fmla="*/ 0 h 24"/>
                <a:gd name="T4" fmla="*/ 16 w 13"/>
                <a:gd name="T5" fmla="*/ 23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0" y="24"/>
                  </a:moveTo>
                  <a:cubicBezTo>
                    <a:pt x="6" y="17"/>
                    <a:pt x="5" y="6"/>
                    <a:pt x="13" y="0"/>
                  </a:cubicBezTo>
                  <a:cubicBezTo>
                    <a:pt x="12" y="8"/>
                    <a:pt x="10" y="21"/>
                    <a:pt x="2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" name="Freeform 3098">
              <a:extLst>
                <a:ext uri="{FF2B5EF4-FFF2-40B4-BE49-F238E27FC236}">
                  <a16:creationId xmlns:a16="http://schemas.microsoft.com/office/drawing/2014/main" id="{661113E9-B5E8-4E17-80A7-93318E03F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607"/>
              <a:ext cx="14" cy="15"/>
            </a:xfrm>
            <a:custGeom>
              <a:avLst/>
              <a:gdLst>
                <a:gd name="T0" fmla="*/ 16 w 7"/>
                <a:gd name="T1" fmla="*/ 9 h 7"/>
                <a:gd name="T2" fmla="*/ 0 w 7"/>
                <a:gd name="T3" fmla="*/ 69 h 7"/>
                <a:gd name="T4" fmla="*/ 56 w 7"/>
                <a:gd name="T5" fmla="*/ 19 h 7"/>
                <a:gd name="T6" fmla="*/ 48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2" y="6"/>
                    <a:pt x="4" y="4"/>
                    <a:pt x="7" y="2"/>
                  </a:cubicBezTo>
                  <a:cubicBezTo>
                    <a:pt x="7" y="1"/>
                    <a:pt x="6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9" name="Freeform 3099">
              <a:extLst>
                <a:ext uri="{FF2B5EF4-FFF2-40B4-BE49-F238E27FC236}">
                  <a16:creationId xmlns:a16="http://schemas.microsoft.com/office/drawing/2014/main" id="{37B4EC75-322E-40BD-B05F-95C2F1C92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520"/>
              <a:ext cx="28" cy="66"/>
            </a:xfrm>
            <a:custGeom>
              <a:avLst/>
              <a:gdLst>
                <a:gd name="T0" fmla="*/ 0 w 14"/>
                <a:gd name="T1" fmla="*/ 300 h 31"/>
                <a:gd name="T2" fmla="*/ 80 w 14"/>
                <a:gd name="T3" fmla="*/ 0 h 31"/>
                <a:gd name="T4" fmla="*/ 104 w 14"/>
                <a:gd name="T5" fmla="*/ 196 h 31"/>
                <a:gd name="T6" fmla="*/ 24 w 14"/>
                <a:gd name="T7" fmla="*/ 30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1">
                  <a:moveTo>
                    <a:pt x="0" y="31"/>
                  </a:moveTo>
                  <a:cubicBezTo>
                    <a:pt x="14" y="30"/>
                    <a:pt x="7" y="8"/>
                    <a:pt x="10" y="0"/>
                  </a:cubicBezTo>
                  <a:cubicBezTo>
                    <a:pt x="11" y="6"/>
                    <a:pt x="13" y="14"/>
                    <a:pt x="13" y="20"/>
                  </a:cubicBezTo>
                  <a:cubicBezTo>
                    <a:pt x="13" y="29"/>
                    <a:pt x="10" y="28"/>
                    <a:pt x="3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0" name="Freeform 3100">
              <a:extLst>
                <a:ext uri="{FF2B5EF4-FFF2-40B4-BE49-F238E27FC236}">
                  <a16:creationId xmlns:a16="http://schemas.microsoft.com/office/drawing/2014/main" id="{2940252C-5492-4972-806C-F78C210D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830"/>
              <a:ext cx="134" cy="126"/>
            </a:xfrm>
            <a:custGeom>
              <a:avLst/>
              <a:gdLst>
                <a:gd name="T0" fmla="*/ 0 w 67"/>
                <a:gd name="T1" fmla="*/ 574 h 59"/>
                <a:gd name="T2" fmla="*/ 272 w 67"/>
                <a:gd name="T3" fmla="*/ 96 h 59"/>
                <a:gd name="T4" fmla="*/ 424 w 67"/>
                <a:gd name="T5" fmla="*/ 9 h 59"/>
                <a:gd name="T6" fmla="*/ 536 w 67"/>
                <a:gd name="T7" fmla="*/ 273 h 59"/>
                <a:gd name="T8" fmla="*/ 424 w 67"/>
                <a:gd name="T9" fmla="*/ 120 h 59"/>
                <a:gd name="T10" fmla="*/ 288 w 67"/>
                <a:gd name="T11" fmla="*/ 224 h 59"/>
                <a:gd name="T12" fmla="*/ 112 w 67"/>
                <a:gd name="T13" fmla="*/ 438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59">
                  <a:moveTo>
                    <a:pt x="0" y="59"/>
                  </a:moveTo>
                  <a:cubicBezTo>
                    <a:pt x="13" y="44"/>
                    <a:pt x="21" y="24"/>
                    <a:pt x="34" y="10"/>
                  </a:cubicBezTo>
                  <a:cubicBezTo>
                    <a:pt x="40" y="4"/>
                    <a:pt x="45" y="0"/>
                    <a:pt x="53" y="1"/>
                  </a:cubicBezTo>
                  <a:cubicBezTo>
                    <a:pt x="67" y="2"/>
                    <a:pt x="67" y="16"/>
                    <a:pt x="67" y="28"/>
                  </a:cubicBezTo>
                  <a:cubicBezTo>
                    <a:pt x="63" y="23"/>
                    <a:pt x="61" y="14"/>
                    <a:pt x="53" y="12"/>
                  </a:cubicBezTo>
                  <a:cubicBezTo>
                    <a:pt x="46" y="10"/>
                    <a:pt x="40" y="17"/>
                    <a:pt x="36" y="23"/>
                  </a:cubicBezTo>
                  <a:cubicBezTo>
                    <a:pt x="29" y="31"/>
                    <a:pt x="20" y="36"/>
                    <a:pt x="14" y="45"/>
                  </a:cubicBezTo>
                </a:path>
              </a:pathLst>
            </a:custGeom>
            <a:solidFill>
              <a:srgbClr val="F7C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1" name="Freeform 3101">
              <a:extLst>
                <a:ext uri="{FF2B5EF4-FFF2-40B4-BE49-F238E27FC236}">
                  <a16:creationId xmlns:a16="http://schemas.microsoft.com/office/drawing/2014/main" id="{39AEEAF8-52FF-4E98-9BE7-261096F2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830"/>
              <a:ext cx="58" cy="34"/>
            </a:xfrm>
            <a:custGeom>
              <a:avLst/>
              <a:gdLst>
                <a:gd name="T0" fmla="*/ 8 w 29"/>
                <a:gd name="T1" fmla="*/ 136 h 16"/>
                <a:gd name="T2" fmla="*/ 232 w 29"/>
                <a:gd name="T3" fmla="*/ 128 h 16"/>
                <a:gd name="T4" fmla="*/ 128 w 29"/>
                <a:gd name="T5" fmla="*/ 77 h 16"/>
                <a:gd name="T6" fmla="*/ 16 w 29"/>
                <a:gd name="T7" fmla="*/ 153 h 16"/>
                <a:gd name="T8" fmla="*/ 0 w 29"/>
                <a:gd name="T9" fmla="*/ 14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6">
                  <a:moveTo>
                    <a:pt x="1" y="14"/>
                  </a:moveTo>
                  <a:cubicBezTo>
                    <a:pt x="11" y="1"/>
                    <a:pt x="18" y="0"/>
                    <a:pt x="29" y="13"/>
                  </a:cubicBezTo>
                  <a:cubicBezTo>
                    <a:pt x="23" y="13"/>
                    <a:pt x="22" y="7"/>
                    <a:pt x="16" y="8"/>
                  </a:cubicBezTo>
                  <a:cubicBezTo>
                    <a:pt x="12" y="9"/>
                    <a:pt x="6" y="13"/>
                    <a:pt x="2" y="16"/>
                  </a:cubicBezTo>
                  <a:cubicBezTo>
                    <a:pt x="2" y="14"/>
                    <a:pt x="1" y="16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2" name="Freeform 3102">
              <a:extLst>
                <a:ext uri="{FF2B5EF4-FFF2-40B4-BE49-F238E27FC236}">
                  <a16:creationId xmlns:a16="http://schemas.microsoft.com/office/drawing/2014/main" id="{687283ED-3D5A-403F-ADDD-B11D4603B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871"/>
              <a:ext cx="12" cy="12"/>
            </a:xfrm>
            <a:custGeom>
              <a:avLst/>
              <a:gdLst>
                <a:gd name="T0" fmla="*/ 16 w 6"/>
                <a:gd name="T1" fmla="*/ 0 h 6"/>
                <a:gd name="T2" fmla="*/ 0 w 6"/>
                <a:gd name="T3" fmla="*/ 48 h 6"/>
                <a:gd name="T4" fmla="*/ 48 w 6"/>
                <a:gd name="T5" fmla="*/ 16 h 6"/>
                <a:gd name="T6" fmla="*/ 40 w 6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2" y="6"/>
                    <a:pt x="5" y="5"/>
                    <a:pt x="6" y="2"/>
                  </a:cubicBezTo>
                  <a:cubicBezTo>
                    <a:pt x="5" y="2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3" name="Freeform 3103">
              <a:extLst>
                <a:ext uri="{FF2B5EF4-FFF2-40B4-BE49-F238E27FC236}">
                  <a16:creationId xmlns:a16="http://schemas.microsoft.com/office/drawing/2014/main" id="{CF639D12-59DB-42CC-9F8D-FB1038623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083"/>
              <a:ext cx="106" cy="115"/>
            </a:xfrm>
            <a:custGeom>
              <a:avLst/>
              <a:gdLst>
                <a:gd name="T0" fmla="*/ 352 w 53"/>
                <a:gd name="T1" fmla="*/ 341 h 54"/>
                <a:gd name="T2" fmla="*/ 264 w 53"/>
                <a:gd name="T3" fmla="*/ 49 h 54"/>
                <a:gd name="T4" fmla="*/ 24 w 53"/>
                <a:gd name="T5" fmla="*/ 204 h 54"/>
                <a:gd name="T6" fmla="*/ 352 w 53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4" y="35"/>
                  </a:moveTo>
                  <a:cubicBezTo>
                    <a:pt x="53" y="24"/>
                    <a:pt x="48" y="10"/>
                    <a:pt x="33" y="5"/>
                  </a:cubicBezTo>
                  <a:cubicBezTo>
                    <a:pt x="18" y="0"/>
                    <a:pt x="5" y="6"/>
                    <a:pt x="3" y="21"/>
                  </a:cubicBezTo>
                  <a:cubicBezTo>
                    <a:pt x="0" y="37"/>
                    <a:pt x="31" y="54"/>
                    <a:pt x="44" y="3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4" name="Freeform 3104">
              <a:extLst>
                <a:ext uri="{FF2B5EF4-FFF2-40B4-BE49-F238E27FC236}">
                  <a16:creationId xmlns:a16="http://schemas.microsoft.com/office/drawing/2014/main" id="{6ED2379C-BC7E-445B-B77A-FDEA3BEE4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104"/>
              <a:ext cx="78" cy="77"/>
            </a:xfrm>
            <a:custGeom>
              <a:avLst/>
              <a:gdLst>
                <a:gd name="T0" fmla="*/ 224 w 39"/>
                <a:gd name="T1" fmla="*/ 0 h 36"/>
                <a:gd name="T2" fmla="*/ 248 w 39"/>
                <a:gd name="T3" fmla="*/ 225 h 36"/>
                <a:gd name="T4" fmla="*/ 0 w 39"/>
                <a:gd name="T5" fmla="*/ 257 h 36"/>
                <a:gd name="T6" fmla="*/ 256 w 39"/>
                <a:gd name="T7" fmla="*/ 233 h 36"/>
                <a:gd name="T8" fmla="*/ 224 w 3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6">
                  <a:moveTo>
                    <a:pt x="28" y="0"/>
                  </a:moveTo>
                  <a:cubicBezTo>
                    <a:pt x="35" y="6"/>
                    <a:pt x="37" y="16"/>
                    <a:pt x="31" y="23"/>
                  </a:cubicBezTo>
                  <a:cubicBezTo>
                    <a:pt x="23" y="34"/>
                    <a:pt x="9" y="32"/>
                    <a:pt x="0" y="26"/>
                  </a:cubicBezTo>
                  <a:cubicBezTo>
                    <a:pt x="9" y="33"/>
                    <a:pt x="24" y="36"/>
                    <a:pt x="32" y="24"/>
                  </a:cubicBezTo>
                  <a:cubicBezTo>
                    <a:pt x="39" y="16"/>
                    <a:pt x="37" y="6"/>
                    <a:pt x="2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5" name="Freeform 3105">
              <a:extLst>
                <a:ext uri="{FF2B5EF4-FFF2-40B4-BE49-F238E27FC236}">
                  <a16:creationId xmlns:a16="http://schemas.microsoft.com/office/drawing/2014/main" id="{18F540D0-E6B3-4CBD-B9D9-33B547B9B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3090"/>
              <a:ext cx="56" cy="74"/>
            </a:xfrm>
            <a:custGeom>
              <a:avLst/>
              <a:gdLst>
                <a:gd name="T0" fmla="*/ 72 w 28"/>
                <a:gd name="T1" fmla="*/ 313 h 35"/>
                <a:gd name="T2" fmla="*/ 16 w 28"/>
                <a:gd name="T3" fmla="*/ 180 h 35"/>
                <a:gd name="T4" fmla="*/ 208 w 28"/>
                <a:gd name="T5" fmla="*/ 27 h 35"/>
                <a:gd name="T6" fmla="*/ 208 w 28"/>
                <a:gd name="T7" fmla="*/ 27 h 35"/>
                <a:gd name="T8" fmla="*/ 8 w 28"/>
                <a:gd name="T9" fmla="*/ 169 h 35"/>
                <a:gd name="T10" fmla="*/ 72 w 28"/>
                <a:gd name="T11" fmla="*/ 321 h 35"/>
                <a:gd name="T12" fmla="*/ 72 w 28"/>
                <a:gd name="T13" fmla="*/ 3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5">
                  <a:moveTo>
                    <a:pt x="9" y="33"/>
                  </a:moveTo>
                  <a:cubicBezTo>
                    <a:pt x="4" y="29"/>
                    <a:pt x="2" y="24"/>
                    <a:pt x="2" y="19"/>
                  </a:cubicBezTo>
                  <a:cubicBezTo>
                    <a:pt x="4" y="6"/>
                    <a:pt x="15" y="1"/>
                    <a:pt x="26" y="3"/>
                  </a:cubicBezTo>
                  <a:cubicBezTo>
                    <a:pt x="28" y="3"/>
                    <a:pt x="27" y="3"/>
                    <a:pt x="26" y="3"/>
                  </a:cubicBezTo>
                  <a:cubicBezTo>
                    <a:pt x="14" y="0"/>
                    <a:pt x="3" y="5"/>
                    <a:pt x="1" y="18"/>
                  </a:cubicBezTo>
                  <a:cubicBezTo>
                    <a:pt x="0" y="24"/>
                    <a:pt x="3" y="29"/>
                    <a:pt x="9" y="34"/>
                  </a:cubicBezTo>
                  <a:cubicBezTo>
                    <a:pt x="11" y="35"/>
                    <a:pt x="10" y="35"/>
                    <a:pt x="9" y="3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6" name="Freeform 3106">
              <a:extLst>
                <a:ext uri="{FF2B5EF4-FFF2-40B4-BE49-F238E27FC236}">
                  <a16:creationId xmlns:a16="http://schemas.microsoft.com/office/drawing/2014/main" id="{02989D48-2038-4D34-A96B-28E467192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102"/>
              <a:ext cx="62" cy="60"/>
            </a:xfrm>
            <a:custGeom>
              <a:avLst/>
              <a:gdLst>
                <a:gd name="T0" fmla="*/ 8 w 31"/>
                <a:gd name="T1" fmla="*/ 137 h 28"/>
                <a:gd name="T2" fmla="*/ 200 w 31"/>
                <a:gd name="T3" fmla="*/ 225 h 28"/>
                <a:gd name="T4" fmla="*/ 152 w 31"/>
                <a:gd name="T5" fmla="*/ 19 h 28"/>
                <a:gd name="T6" fmla="*/ 8 w 31"/>
                <a:gd name="T7" fmla="*/ 13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8">
                  <a:moveTo>
                    <a:pt x="1" y="14"/>
                  </a:moveTo>
                  <a:cubicBezTo>
                    <a:pt x="3" y="25"/>
                    <a:pt x="18" y="28"/>
                    <a:pt x="25" y="23"/>
                  </a:cubicBezTo>
                  <a:cubicBezTo>
                    <a:pt x="31" y="17"/>
                    <a:pt x="28" y="3"/>
                    <a:pt x="19" y="2"/>
                  </a:cubicBezTo>
                  <a:cubicBezTo>
                    <a:pt x="6" y="0"/>
                    <a:pt x="0" y="7"/>
                    <a:pt x="1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7" name="Freeform 3107">
              <a:extLst>
                <a:ext uri="{FF2B5EF4-FFF2-40B4-BE49-F238E27FC236}">
                  <a16:creationId xmlns:a16="http://schemas.microsoft.com/office/drawing/2014/main" id="{15DBBA06-8581-4D7C-AB62-7A6E51BFE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3111"/>
              <a:ext cx="52" cy="49"/>
            </a:xfrm>
            <a:custGeom>
              <a:avLst/>
              <a:gdLst>
                <a:gd name="T0" fmla="*/ 152 w 26"/>
                <a:gd name="T1" fmla="*/ 0 h 23"/>
                <a:gd name="T2" fmla="*/ 152 w 26"/>
                <a:gd name="T3" fmla="*/ 164 h 23"/>
                <a:gd name="T4" fmla="*/ 0 w 26"/>
                <a:gd name="T5" fmla="*/ 153 h 23"/>
                <a:gd name="T6" fmla="*/ 168 w 26"/>
                <a:gd name="T7" fmla="*/ 181 h 23"/>
                <a:gd name="T8" fmla="*/ 152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19" y="0"/>
                  </a:moveTo>
                  <a:cubicBezTo>
                    <a:pt x="23" y="5"/>
                    <a:pt x="24" y="13"/>
                    <a:pt x="19" y="17"/>
                  </a:cubicBezTo>
                  <a:cubicBezTo>
                    <a:pt x="14" y="21"/>
                    <a:pt x="6" y="21"/>
                    <a:pt x="0" y="16"/>
                  </a:cubicBezTo>
                  <a:cubicBezTo>
                    <a:pt x="6" y="22"/>
                    <a:pt x="16" y="23"/>
                    <a:pt x="21" y="19"/>
                  </a:cubicBezTo>
                  <a:cubicBezTo>
                    <a:pt x="26" y="14"/>
                    <a:pt x="25" y="4"/>
                    <a:pt x="1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8" name="Freeform 3108">
              <a:extLst>
                <a:ext uri="{FF2B5EF4-FFF2-40B4-BE49-F238E27FC236}">
                  <a16:creationId xmlns:a16="http://schemas.microsoft.com/office/drawing/2014/main" id="{CBAD0918-74DC-4E1A-B972-6966D1431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107"/>
              <a:ext cx="24" cy="17"/>
            </a:xfrm>
            <a:custGeom>
              <a:avLst/>
              <a:gdLst>
                <a:gd name="T0" fmla="*/ 96 w 12"/>
                <a:gd name="T1" fmla="*/ 0 h 8"/>
                <a:gd name="T2" fmla="*/ 0 w 12"/>
                <a:gd name="T3" fmla="*/ 77 h 8"/>
                <a:gd name="T4" fmla="*/ 96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7" y="0"/>
                    <a:pt x="1" y="3"/>
                    <a:pt x="0" y="8"/>
                  </a:cubicBezTo>
                  <a:cubicBezTo>
                    <a:pt x="3" y="5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9" name="Freeform 3109">
              <a:extLst>
                <a:ext uri="{FF2B5EF4-FFF2-40B4-BE49-F238E27FC236}">
                  <a16:creationId xmlns:a16="http://schemas.microsoft.com/office/drawing/2014/main" id="{EE59AB05-0AFF-42A1-BEA2-45E3A9AE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3124"/>
              <a:ext cx="38" cy="40"/>
            </a:xfrm>
            <a:custGeom>
              <a:avLst/>
              <a:gdLst>
                <a:gd name="T0" fmla="*/ 128 w 19"/>
                <a:gd name="T1" fmla="*/ 0 h 19"/>
                <a:gd name="T2" fmla="*/ 0 w 19"/>
                <a:gd name="T3" fmla="*/ 141 h 19"/>
                <a:gd name="T4" fmla="*/ 128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6" y="0"/>
                  </a:moveTo>
                  <a:cubicBezTo>
                    <a:pt x="17" y="6"/>
                    <a:pt x="17" y="19"/>
                    <a:pt x="0" y="15"/>
                  </a:cubicBezTo>
                  <a:cubicBezTo>
                    <a:pt x="8" y="17"/>
                    <a:pt x="19" y="18"/>
                    <a:pt x="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0" name="Freeform 3110">
              <a:extLst>
                <a:ext uri="{FF2B5EF4-FFF2-40B4-BE49-F238E27FC236}">
                  <a16:creationId xmlns:a16="http://schemas.microsoft.com/office/drawing/2014/main" id="{31D6DEAB-17EC-4C83-A5A5-1C8791DDF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083"/>
              <a:ext cx="106" cy="115"/>
            </a:xfrm>
            <a:custGeom>
              <a:avLst/>
              <a:gdLst>
                <a:gd name="T0" fmla="*/ 352 w 53"/>
                <a:gd name="T1" fmla="*/ 341 h 54"/>
                <a:gd name="T2" fmla="*/ 264 w 53"/>
                <a:gd name="T3" fmla="*/ 49 h 54"/>
                <a:gd name="T4" fmla="*/ 24 w 53"/>
                <a:gd name="T5" fmla="*/ 204 h 54"/>
                <a:gd name="T6" fmla="*/ 352 w 53"/>
                <a:gd name="T7" fmla="*/ 3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4" y="35"/>
                  </a:moveTo>
                  <a:cubicBezTo>
                    <a:pt x="53" y="24"/>
                    <a:pt x="48" y="10"/>
                    <a:pt x="33" y="5"/>
                  </a:cubicBezTo>
                  <a:cubicBezTo>
                    <a:pt x="18" y="0"/>
                    <a:pt x="5" y="6"/>
                    <a:pt x="3" y="21"/>
                  </a:cubicBezTo>
                  <a:cubicBezTo>
                    <a:pt x="0" y="37"/>
                    <a:pt x="31" y="54"/>
                    <a:pt x="44" y="35"/>
                  </a:cubicBezTo>
                  <a:close/>
                </a:path>
              </a:pathLst>
            </a:custGeom>
            <a:noFill/>
            <a:ln w="3175" cap="rnd">
              <a:solidFill>
                <a:srgbClr val="9D0C1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1" name="Freeform 3111">
              <a:extLst>
                <a:ext uri="{FF2B5EF4-FFF2-40B4-BE49-F238E27FC236}">
                  <a16:creationId xmlns:a16="http://schemas.microsoft.com/office/drawing/2014/main" id="{7E42A28F-1E66-4C3E-9B69-E602E1FEB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107"/>
              <a:ext cx="56" cy="51"/>
            </a:xfrm>
            <a:custGeom>
              <a:avLst/>
              <a:gdLst>
                <a:gd name="T0" fmla="*/ 144 w 28"/>
                <a:gd name="T1" fmla="*/ 0 h 24"/>
                <a:gd name="T2" fmla="*/ 208 w 28"/>
                <a:gd name="T3" fmla="*/ 77 h 24"/>
                <a:gd name="T4" fmla="*/ 184 w 28"/>
                <a:gd name="T5" fmla="*/ 204 h 24"/>
                <a:gd name="T6" fmla="*/ 80 w 28"/>
                <a:gd name="T7" fmla="*/ 213 h 24"/>
                <a:gd name="T8" fmla="*/ 0 w 28"/>
                <a:gd name="T9" fmla="*/ 117 h 24"/>
                <a:gd name="T10" fmla="*/ 0 w 28"/>
                <a:gd name="T11" fmla="*/ 117 h 24"/>
                <a:gd name="T12" fmla="*/ 80 w 28"/>
                <a:gd name="T13" fmla="*/ 221 h 24"/>
                <a:gd name="T14" fmla="*/ 192 w 28"/>
                <a:gd name="T15" fmla="*/ 204 h 24"/>
                <a:gd name="T16" fmla="*/ 216 w 28"/>
                <a:gd name="T17" fmla="*/ 77 h 24"/>
                <a:gd name="T18" fmla="*/ 144 w 28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18" y="0"/>
                  </a:moveTo>
                  <a:cubicBezTo>
                    <a:pt x="22" y="1"/>
                    <a:pt x="25" y="4"/>
                    <a:pt x="26" y="8"/>
                  </a:cubicBezTo>
                  <a:cubicBezTo>
                    <a:pt x="28" y="13"/>
                    <a:pt x="27" y="18"/>
                    <a:pt x="23" y="21"/>
                  </a:cubicBezTo>
                  <a:cubicBezTo>
                    <a:pt x="20" y="23"/>
                    <a:pt x="15" y="24"/>
                    <a:pt x="10" y="22"/>
                  </a:cubicBezTo>
                  <a:cubicBezTo>
                    <a:pt x="5" y="21"/>
                    <a:pt x="1" y="17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5" y="21"/>
                    <a:pt x="10" y="23"/>
                  </a:cubicBezTo>
                  <a:cubicBezTo>
                    <a:pt x="15" y="24"/>
                    <a:pt x="20" y="24"/>
                    <a:pt x="24" y="21"/>
                  </a:cubicBezTo>
                  <a:cubicBezTo>
                    <a:pt x="27" y="18"/>
                    <a:pt x="28" y="13"/>
                    <a:pt x="27" y="8"/>
                  </a:cubicBezTo>
                  <a:cubicBezTo>
                    <a:pt x="25" y="4"/>
                    <a:pt x="22" y="1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2" name="Freeform 3112">
              <a:extLst>
                <a:ext uri="{FF2B5EF4-FFF2-40B4-BE49-F238E27FC236}">
                  <a16:creationId xmlns:a16="http://schemas.microsoft.com/office/drawing/2014/main" id="{B145242E-256F-4D2A-B67C-F22C4AF0C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394"/>
              <a:ext cx="165" cy="24"/>
            </a:xfrm>
            <a:custGeom>
              <a:avLst/>
              <a:gdLst>
                <a:gd name="T0" fmla="*/ 0 w 83"/>
                <a:gd name="T1" fmla="*/ 113 h 11"/>
                <a:gd name="T2" fmla="*/ 352 w 83"/>
                <a:gd name="T3" fmla="*/ 0 h 11"/>
                <a:gd name="T4" fmla="*/ 652 w 83"/>
                <a:gd name="T5" fmla="*/ 9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1">
                  <a:moveTo>
                    <a:pt x="0" y="11"/>
                  </a:moveTo>
                  <a:cubicBezTo>
                    <a:pt x="10" y="1"/>
                    <a:pt x="31" y="1"/>
                    <a:pt x="45" y="0"/>
                  </a:cubicBezTo>
                  <a:cubicBezTo>
                    <a:pt x="62" y="2"/>
                    <a:pt x="83" y="9"/>
                    <a:pt x="83" y="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3" name="Freeform 3113">
              <a:extLst>
                <a:ext uri="{FF2B5EF4-FFF2-40B4-BE49-F238E27FC236}">
                  <a16:creationId xmlns:a16="http://schemas.microsoft.com/office/drawing/2014/main" id="{3D72B28B-453A-4055-B0E0-4FE5DF72B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350"/>
              <a:ext cx="170" cy="48"/>
            </a:xfrm>
            <a:custGeom>
              <a:avLst/>
              <a:gdLst>
                <a:gd name="T0" fmla="*/ 0 w 85"/>
                <a:gd name="T1" fmla="*/ 165 h 23"/>
                <a:gd name="T2" fmla="*/ 568 w 85"/>
                <a:gd name="T3" fmla="*/ 44 h 23"/>
                <a:gd name="T4" fmla="*/ 672 w 85"/>
                <a:gd name="T5" fmla="*/ 20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23">
                  <a:moveTo>
                    <a:pt x="0" y="18"/>
                  </a:moveTo>
                  <a:cubicBezTo>
                    <a:pt x="19" y="7"/>
                    <a:pt x="48" y="0"/>
                    <a:pt x="71" y="5"/>
                  </a:cubicBezTo>
                  <a:cubicBezTo>
                    <a:pt x="84" y="8"/>
                    <a:pt x="85" y="20"/>
                    <a:pt x="84" y="2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4" name="Freeform 3114">
              <a:extLst>
                <a:ext uri="{FF2B5EF4-FFF2-40B4-BE49-F238E27FC236}">
                  <a16:creationId xmlns:a16="http://schemas.microsoft.com/office/drawing/2014/main" id="{1AE3EAC5-EA36-432A-8B7A-4AAA8AA64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324"/>
              <a:ext cx="72" cy="34"/>
            </a:xfrm>
            <a:custGeom>
              <a:avLst/>
              <a:gdLst>
                <a:gd name="T0" fmla="*/ 0 w 36"/>
                <a:gd name="T1" fmla="*/ 28 h 16"/>
                <a:gd name="T2" fmla="*/ 288 w 36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6">
                  <a:moveTo>
                    <a:pt x="0" y="3"/>
                  </a:moveTo>
                  <a:cubicBezTo>
                    <a:pt x="11" y="0"/>
                    <a:pt x="29" y="8"/>
                    <a:pt x="36" y="1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5" name="Freeform 3115">
              <a:extLst>
                <a:ext uri="{FF2B5EF4-FFF2-40B4-BE49-F238E27FC236}">
                  <a16:creationId xmlns:a16="http://schemas.microsoft.com/office/drawing/2014/main" id="{B300134F-4E03-4849-89AC-4F93B2531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307"/>
              <a:ext cx="88" cy="38"/>
            </a:xfrm>
            <a:custGeom>
              <a:avLst/>
              <a:gdLst>
                <a:gd name="T0" fmla="*/ 0 w 44"/>
                <a:gd name="T1" fmla="*/ 144 h 18"/>
                <a:gd name="T2" fmla="*/ 240 w 44"/>
                <a:gd name="T3" fmla="*/ 93 h 18"/>
                <a:gd name="T4" fmla="*/ 352 w 4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8">
                  <a:moveTo>
                    <a:pt x="0" y="15"/>
                  </a:moveTo>
                  <a:cubicBezTo>
                    <a:pt x="10" y="18"/>
                    <a:pt x="21" y="15"/>
                    <a:pt x="30" y="10"/>
                  </a:cubicBezTo>
                  <a:cubicBezTo>
                    <a:pt x="35" y="8"/>
                    <a:pt x="41" y="5"/>
                    <a:pt x="44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6" name="Freeform 3116">
              <a:extLst>
                <a:ext uri="{FF2B5EF4-FFF2-40B4-BE49-F238E27FC236}">
                  <a16:creationId xmlns:a16="http://schemas.microsoft.com/office/drawing/2014/main" id="{9236E219-113F-47DC-A38B-B42FDF2C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728"/>
              <a:ext cx="44" cy="15"/>
            </a:xfrm>
            <a:custGeom>
              <a:avLst/>
              <a:gdLst>
                <a:gd name="T0" fmla="*/ 0 w 22"/>
                <a:gd name="T1" fmla="*/ 0 h 7"/>
                <a:gd name="T2" fmla="*/ 176 w 2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3" y="7"/>
                    <a:pt x="18" y="5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7" name="Freeform 3117">
              <a:extLst>
                <a:ext uri="{FF2B5EF4-FFF2-40B4-BE49-F238E27FC236}">
                  <a16:creationId xmlns:a16="http://schemas.microsoft.com/office/drawing/2014/main" id="{5889C373-C10F-48E5-8313-035998660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792"/>
              <a:ext cx="4" cy="32"/>
            </a:xfrm>
            <a:custGeom>
              <a:avLst/>
              <a:gdLst>
                <a:gd name="T0" fmla="*/ 16 w 2"/>
                <a:gd name="T1" fmla="*/ 0 h 15"/>
                <a:gd name="T2" fmla="*/ 16 w 2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0" y="5"/>
                    <a:pt x="0" y="11"/>
                    <a:pt x="2" y="1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8" name="Freeform 3118">
              <a:extLst>
                <a:ext uri="{FF2B5EF4-FFF2-40B4-BE49-F238E27FC236}">
                  <a16:creationId xmlns:a16="http://schemas.microsoft.com/office/drawing/2014/main" id="{99E6012B-6DA7-44F7-9085-E778D08E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947"/>
              <a:ext cx="102" cy="153"/>
            </a:xfrm>
            <a:custGeom>
              <a:avLst/>
              <a:gdLst>
                <a:gd name="T0" fmla="*/ 408 w 51"/>
                <a:gd name="T1" fmla="*/ 19 h 72"/>
                <a:gd name="T2" fmla="*/ 40 w 51"/>
                <a:gd name="T3" fmla="*/ 281 h 72"/>
                <a:gd name="T4" fmla="*/ 24 w 51"/>
                <a:gd name="T5" fmla="*/ 555 h 72"/>
                <a:gd name="T6" fmla="*/ 144 w 51"/>
                <a:gd name="T7" fmla="*/ 69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72">
                  <a:moveTo>
                    <a:pt x="51" y="2"/>
                  </a:moveTo>
                  <a:cubicBezTo>
                    <a:pt x="35" y="0"/>
                    <a:pt x="12" y="15"/>
                    <a:pt x="5" y="29"/>
                  </a:cubicBezTo>
                  <a:cubicBezTo>
                    <a:pt x="0" y="38"/>
                    <a:pt x="0" y="49"/>
                    <a:pt x="3" y="58"/>
                  </a:cubicBezTo>
                  <a:cubicBezTo>
                    <a:pt x="6" y="67"/>
                    <a:pt x="18" y="72"/>
                    <a:pt x="18" y="7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9" name="Freeform 3119">
              <a:extLst>
                <a:ext uri="{FF2B5EF4-FFF2-40B4-BE49-F238E27FC236}">
                  <a16:creationId xmlns:a16="http://schemas.microsoft.com/office/drawing/2014/main" id="{3EDF56B8-D60B-49DE-9C61-F7233EF8A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845"/>
              <a:ext cx="98" cy="111"/>
            </a:xfrm>
            <a:custGeom>
              <a:avLst/>
              <a:gdLst>
                <a:gd name="T0" fmla="*/ 0 w 49"/>
                <a:gd name="T1" fmla="*/ 506 h 52"/>
                <a:gd name="T2" fmla="*/ 216 w 49"/>
                <a:gd name="T3" fmla="*/ 88 h 52"/>
                <a:gd name="T4" fmla="*/ 392 w 49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2">
                  <a:moveTo>
                    <a:pt x="0" y="52"/>
                  </a:moveTo>
                  <a:cubicBezTo>
                    <a:pt x="8" y="36"/>
                    <a:pt x="12" y="21"/>
                    <a:pt x="27" y="9"/>
                  </a:cubicBezTo>
                  <a:cubicBezTo>
                    <a:pt x="34" y="4"/>
                    <a:pt x="42" y="4"/>
                    <a:pt x="49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0" name="Freeform 3120">
              <a:extLst>
                <a:ext uri="{FF2B5EF4-FFF2-40B4-BE49-F238E27FC236}">
                  <a16:creationId xmlns:a16="http://schemas.microsoft.com/office/drawing/2014/main" id="{819671B6-D727-4FB4-BD11-688A409FF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841"/>
              <a:ext cx="86" cy="70"/>
            </a:xfrm>
            <a:custGeom>
              <a:avLst/>
              <a:gdLst>
                <a:gd name="T0" fmla="*/ 0 w 43"/>
                <a:gd name="T1" fmla="*/ 314 h 33"/>
                <a:gd name="T2" fmla="*/ 344 w 43"/>
                <a:gd name="T3" fmla="*/ 8 h 33"/>
                <a:gd name="T4" fmla="*/ 304 w 43"/>
                <a:gd name="T5" fmla="*/ 17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3">
                  <a:moveTo>
                    <a:pt x="0" y="33"/>
                  </a:moveTo>
                  <a:cubicBezTo>
                    <a:pt x="3" y="23"/>
                    <a:pt x="31" y="0"/>
                    <a:pt x="43" y="1"/>
                  </a:cubicBezTo>
                  <a:cubicBezTo>
                    <a:pt x="39" y="6"/>
                    <a:pt x="40" y="12"/>
                    <a:pt x="38" y="1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1" name="Freeform 3121">
              <a:extLst>
                <a:ext uri="{FF2B5EF4-FFF2-40B4-BE49-F238E27FC236}">
                  <a16:creationId xmlns:a16="http://schemas.microsoft.com/office/drawing/2014/main" id="{CDC274F5-43C1-46C2-B9DE-D12C02EB0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800"/>
              <a:ext cx="92" cy="45"/>
            </a:xfrm>
            <a:custGeom>
              <a:avLst/>
              <a:gdLst>
                <a:gd name="T0" fmla="*/ 0 w 46"/>
                <a:gd name="T1" fmla="*/ 206 h 21"/>
                <a:gd name="T2" fmla="*/ 224 w 46"/>
                <a:gd name="T3" fmla="*/ 9 h 21"/>
                <a:gd name="T4" fmla="*/ 368 w 46"/>
                <a:gd name="T5" fmla="*/ 4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11" y="15"/>
                    <a:pt x="14" y="3"/>
                    <a:pt x="28" y="1"/>
                  </a:cubicBezTo>
                  <a:cubicBezTo>
                    <a:pt x="35" y="0"/>
                    <a:pt x="41" y="0"/>
                    <a:pt x="46" y="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2" name="Freeform 3122">
              <a:extLst>
                <a:ext uri="{FF2B5EF4-FFF2-40B4-BE49-F238E27FC236}">
                  <a16:creationId xmlns:a16="http://schemas.microsoft.com/office/drawing/2014/main" id="{ED9AAB82-2E62-4780-B08C-DF2D79264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764"/>
              <a:ext cx="70" cy="45"/>
            </a:xfrm>
            <a:custGeom>
              <a:avLst/>
              <a:gdLst>
                <a:gd name="T0" fmla="*/ 104 w 35"/>
                <a:gd name="T1" fmla="*/ 206 h 21"/>
                <a:gd name="T2" fmla="*/ 0 w 35"/>
                <a:gd name="T3" fmla="*/ 60 h 21"/>
                <a:gd name="T4" fmla="*/ 280 w 35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1">
                  <a:moveTo>
                    <a:pt x="13" y="21"/>
                  </a:moveTo>
                  <a:cubicBezTo>
                    <a:pt x="7" y="18"/>
                    <a:pt x="3" y="13"/>
                    <a:pt x="0" y="6"/>
                  </a:cubicBezTo>
                  <a:cubicBezTo>
                    <a:pt x="12" y="5"/>
                    <a:pt x="23" y="0"/>
                    <a:pt x="35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3" name="Freeform 3123">
              <a:extLst>
                <a:ext uri="{FF2B5EF4-FFF2-40B4-BE49-F238E27FC236}">
                  <a16:creationId xmlns:a16="http://schemas.microsoft.com/office/drawing/2014/main" id="{75EC2167-DCC9-468C-83C5-78C0DC493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762"/>
              <a:ext cx="52" cy="19"/>
            </a:xfrm>
            <a:custGeom>
              <a:avLst/>
              <a:gdLst>
                <a:gd name="T0" fmla="*/ 208 w 26"/>
                <a:gd name="T1" fmla="*/ 68 h 9"/>
                <a:gd name="T2" fmla="*/ 0 w 2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">
                  <a:moveTo>
                    <a:pt x="26" y="7"/>
                  </a:moveTo>
                  <a:cubicBezTo>
                    <a:pt x="21" y="9"/>
                    <a:pt x="4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4" name="Freeform 3124">
              <a:extLst>
                <a:ext uri="{FF2B5EF4-FFF2-40B4-BE49-F238E27FC236}">
                  <a16:creationId xmlns:a16="http://schemas.microsoft.com/office/drawing/2014/main" id="{82265A8B-F804-47AF-9516-48FF002AA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788"/>
              <a:ext cx="30" cy="68"/>
            </a:xfrm>
            <a:custGeom>
              <a:avLst/>
              <a:gdLst>
                <a:gd name="T0" fmla="*/ 0 w 15"/>
                <a:gd name="T1" fmla="*/ 308 h 32"/>
                <a:gd name="T2" fmla="*/ 80 w 15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0" y="32"/>
                  </a:moveTo>
                  <a:cubicBezTo>
                    <a:pt x="7" y="26"/>
                    <a:pt x="15" y="8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5" name="Freeform 3125">
              <a:extLst>
                <a:ext uri="{FF2B5EF4-FFF2-40B4-BE49-F238E27FC236}">
                  <a16:creationId xmlns:a16="http://schemas.microsoft.com/office/drawing/2014/main" id="{86872596-38E7-45F2-AF95-200285287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766"/>
              <a:ext cx="28" cy="34"/>
            </a:xfrm>
            <a:custGeom>
              <a:avLst/>
              <a:gdLst>
                <a:gd name="T0" fmla="*/ 0 w 14"/>
                <a:gd name="T1" fmla="*/ 153 h 16"/>
                <a:gd name="T2" fmla="*/ 112 w 1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16"/>
                  </a:moveTo>
                  <a:cubicBezTo>
                    <a:pt x="1" y="9"/>
                    <a:pt x="8" y="2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6" name="Freeform 3126">
              <a:extLst>
                <a:ext uri="{FF2B5EF4-FFF2-40B4-BE49-F238E27FC236}">
                  <a16:creationId xmlns:a16="http://schemas.microsoft.com/office/drawing/2014/main" id="{C270E68F-C667-4CA7-92D4-D172B8038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777"/>
              <a:ext cx="10" cy="26"/>
            </a:xfrm>
            <a:custGeom>
              <a:avLst/>
              <a:gdLst>
                <a:gd name="T0" fmla="*/ 8 w 5"/>
                <a:gd name="T1" fmla="*/ 113 h 12"/>
                <a:gd name="T2" fmla="*/ 0 w 5"/>
                <a:gd name="T3" fmla="*/ 121 h 12"/>
                <a:gd name="T4" fmla="*/ 40 w 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1" y="11"/>
                  </a:moveTo>
                  <a:cubicBezTo>
                    <a:pt x="0" y="11"/>
                    <a:pt x="0" y="12"/>
                    <a:pt x="0" y="12"/>
                  </a:cubicBezTo>
                  <a:cubicBezTo>
                    <a:pt x="3" y="9"/>
                    <a:pt x="4" y="5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7" name="Freeform 3127">
              <a:extLst>
                <a:ext uri="{FF2B5EF4-FFF2-40B4-BE49-F238E27FC236}">
                  <a16:creationId xmlns:a16="http://schemas.microsoft.com/office/drawing/2014/main" id="{16E44CF9-3564-461F-A549-187806137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775"/>
              <a:ext cx="10" cy="19"/>
            </a:xfrm>
            <a:custGeom>
              <a:avLst/>
              <a:gdLst>
                <a:gd name="T0" fmla="*/ 40 w 5"/>
                <a:gd name="T1" fmla="*/ 0 h 9"/>
                <a:gd name="T2" fmla="*/ 8 w 5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2" y="2"/>
                    <a:pt x="0" y="6"/>
                    <a:pt x="1" y="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8" name="Freeform 3128">
              <a:extLst>
                <a:ext uri="{FF2B5EF4-FFF2-40B4-BE49-F238E27FC236}">
                  <a16:creationId xmlns:a16="http://schemas.microsoft.com/office/drawing/2014/main" id="{FDB5241C-A277-409F-977C-4EEB05538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849"/>
              <a:ext cx="12" cy="17"/>
            </a:xfrm>
            <a:custGeom>
              <a:avLst/>
              <a:gdLst>
                <a:gd name="T0" fmla="*/ 0 w 6"/>
                <a:gd name="T1" fmla="*/ 0 h 8"/>
                <a:gd name="T2" fmla="*/ 48 w 6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4" y="1"/>
                    <a:pt x="5" y="4"/>
                    <a:pt x="6" y="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9" name="Freeform 3129">
              <a:extLst>
                <a:ext uri="{FF2B5EF4-FFF2-40B4-BE49-F238E27FC236}">
                  <a16:creationId xmlns:a16="http://schemas.microsoft.com/office/drawing/2014/main" id="{376F7E3F-488E-4D8D-8593-9A9EBF6F4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960"/>
              <a:ext cx="12" cy="15"/>
            </a:xfrm>
            <a:custGeom>
              <a:avLst/>
              <a:gdLst>
                <a:gd name="T0" fmla="*/ 0 w 6"/>
                <a:gd name="T1" fmla="*/ 0 h 7"/>
                <a:gd name="T2" fmla="*/ 48 w 6"/>
                <a:gd name="T3" fmla="*/ 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0" y="4"/>
                    <a:pt x="3" y="7"/>
                    <a:pt x="6" y="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0" name="Freeform 3130">
              <a:extLst>
                <a:ext uri="{FF2B5EF4-FFF2-40B4-BE49-F238E27FC236}">
                  <a16:creationId xmlns:a16="http://schemas.microsoft.com/office/drawing/2014/main" id="{8F7994B7-D2C7-43C3-994D-E460F846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345"/>
              <a:ext cx="6" cy="19"/>
            </a:xfrm>
            <a:custGeom>
              <a:avLst/>
              <a:gdLst>
                <a:gd name="T0" fmla="*/ 16 w 3"/>
                <a:gd name="T1" fmla="*/ 0 h 9"/>
                <a:gd name="T2" fmla="*/ 24 w 3"/>
                <a:gd name="T3" fmla="*/ 49 h 9"/>
                <a:gd name="T4" fmla="*/ 0 w 3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2" y="2"/>
                    <a:pt x="3" y="3"/>
                    <a:pt x="3" y="5"/>
                  </a:cubicBezTo>
                  <a:cubicBezTo>
                    <a:pt x="3" y="6"/>
                    <a:pt x="1" y="8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1" name="Freeform 3131">
              <a:extLst>
                <a:ext uri="{FF2B5EF4-FFF2-40B4-BE49-F238E27FC236}">
                  <a16:creationId xmlns:a16="http://schemas.microsoft.com/office/drawing/2014/main" id="{20326AB5-0BA0-44CA-A3C7-C464B197D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377"/>
              <a:ext cx="4" cy="17"/>
            </a:xfrm>
            <a:custGeom>
              <a:avLst/>
              <a:gdLst>
                <a:gd name="T0" fmla="*/ 8 w 2"/>
                <a:gd name="T1" fmla="*/ 0 h 8"/>
                <a:gd name="T2" fmla="*/ 16 w 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0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2" name="Freeform 3132">
              <a:extLst>
                <a:ext uri="{FF2B5EF4-FFF2-40B4-BE49-F238E27FC236}">
                  <a16:creationId xmlns:a16="http://schemas.microsoft.com/office/drawing/2014/main" id="{EA0769EA-4801-4A01-A38A-F45407E00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794"/>
              <a:ext cx="68" cy="36"/>
            </a:xfrm>
            <a:custGeom>
              <a:avLst/>
              <a:gdLst>
                <a:gd name="T0" fmla="*/ 0 w 34"/>
                <a:gd name="T1" fmla="*/ 161 h 17"/>
                <a:gd name="T2" fmla="*/ 272 w 34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7">
                  <a:moveTo>
                    <a:pt x="0" y="17"/>
                  </a:moveTo>
                  <a:cubicBezTo>
                    <a:pt x="7" y="10"/>
                    <a:pt x="26" y="0"/>
                    <a:pt x="34" y="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3" name="Freeform 3133">
              <a:extLst>
                <a:ext uri="{FF2B5EF4-FFF2-40B4-BE49-F238E27FC236}">
                  <a16:creationId xmlns:a16="http://schemas.microsoft.com/office/drawing/2014/main" id="{9C5516F1-0E8C-4F1C-9F12-05891A03F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694"/>
              <a:ext cx="82" cy="115"/>
            </a:xfrm>
            <a:custGeom>
              <a:avLst/>
              <a:gdLst>
                <a:gd name="T0" fmla="*/ 8 w 41"/>
                <a:gd name="T1" fmla="*/ 522 h 54"/>
                <a:gd name="T2" fmla="*/ 152 w 41"/>
                <a:gd name="T3" fmla="*/ 145 h 54"/>
                <a:gd name="T4" fmla="*/ 328 w 41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4">
                  <a:moveTo>
                    <a:pt x="1" y="54"/>
                  </a:moveTo>
                  <a:cubicBezTo>
                    <a:pt x="0" y="39"/>
                    <a:pt x="8" y="25"/>
                    <a:pt x="19" y="15"/>
                  </a:cubicBezTo>
                  <a:cubicBezTo>
                    <a:pt x="25" y="9"/>
                    <a:pt x="34" y="5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4" name="Freeform 3134">
              <a:extLst>
                <a:ext uri="{FF2B5EF4-FFF2-40B4-BE49-F238E27FC236}">
                  <a16:creationId xmlns:a16="http://schemas.microsoft.com/office/drawing/2014/main" id="{E049F286-7C61-47F3-92E3-7308401FF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652"/>
              <a:ext cx="44" cy="76"/>
            </a:xfrm>
            <a:custGeom>
              <a:avLst/>
              <a:gdLst>
                <a:gd name="T0" fmla="*/ 0 w 22"/>
                <a:gd name="T1" fmla="*/ 338 h 36"/>
                <a:gd name="T2" fmla="*/ 168 w 2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6">
                  <a:moveTo>
                    <a:pt x="0" y="36"/>
                  </a:moveTo>
                  <a:cubicBezTo>
                    <a:pt x="10" y="29"/>
                    <a:pt x="22" y="13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5" name="Freeform 3135">
              <a:extLst>
                <a:ext uri="{FF2B5EF4-FFF2-40B4-BE49-F238E27FC236}">
                  <a16:creationId xmlns:a16="http://schemas.microsoft.com/office/drawing/2014/main" id="{B92C9E89-9014-40F1-8A64-02E177439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660"/>
              <a:ext cx="4" cy="51"/>
            </a:xfrm>
            <a:custGeom>
              <a:avLst/>
              <a:gdLst>
                <a:gd name="T0" fmla="*/ 16 w 2"/>
                <a:gd name="T1" fmla="*/ 0 h 24"/>
                <a:gd name="T2" fmla="*/ 16 w 2"/>
                <a:gd name="T3" fmla="*/ 23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4">
                  <a:moveTo>
                    <a:pt x="2" y="0"/>
                  </a:moveTo>
                  <a:cubicBezTo>
                    <a:pt x="0" y="8"/>
                    <a:pt x="1" y="16"/>
                    <a:pt x="2" y="2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6" name="Freeform 3136">
              <a:extLst>
                <a:ext uri="{FF2B5EF4-FFF2-40B4-BE49-F238E27FC236}">
                  <a16:creationId xmlns:a16="http://schemas.microsoft.com/office/drawing/2014/main" id="{2A91FEFA-FC25-4D7F-87C6-B16C5CE1F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700"/>
              <a:ext cx="16" cy="17"/>
            </a:xfrm>
            <a:custGeom>
              <a:avLst/>
              <a:gdLst>
                <a:gd name="T0" fmla="*/ 0 w 8"/>
                <a:gd name="T1" fmla="*/ 9 h 8"/>
                <a:gd name="T2" fmla="*/ 64 w 8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4" y="0"/>
                    <a:pt x="8" y="4"/>
                    <a:pt x="8" y="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7" name="Freeform 3137">
              <a:extLst>
                <a:ext uri="{FF2B5EF4-FFF2-40B4-BE49-F238E27FC236}">
                  <a16:creationId xmlns:a16="http://schemas.microsoft.com/office/drawing/2014/main" id="{FA9B8CB7-DEFE-43E6-B89E-8FB82AE3E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766"/>
              <a:ext cx="36" cy="39"/>
            </a:xfrm>
            <a:custGeom>
              <a:avLst/>
              <a:gdLst>
                <a:gd name="T0" fmla="*/ 0 w 18"/>
                <a:gd name="T1" fmla="*/ 184 h 18"/>
                <a:gd name="T2" fmla="*/ 96 w 18"/>
                <a:gd name="T3" fmla="*/ 80 h 18"/>
                <a:gd name="T4" fmla="*/ 144 w 1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0" y="18"/>
                  </a:moveTo>
                  <a:cubicBezTo>
                    <a:pt x="4" y="15"/>
                    <a:pt x="8" y="12"/>
                    <a:pt x="12" y="8"/>
                  </a:cubicBezTo>
                  <a:cubicBezTo>
                    <a:pt x="14" y="5"/>
                    <a:pt x="14" y="2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8" name="Freeform 3138">
              <a:extLst>
                <a:ext uri="{FF2B5EF4-FFF2-40B4-BE49-F238E27FC236}">
                  <a16:creationId xmlns:a16="http://schemas.microsoft.com/office/drawing/2014/main" id="{F9B4666D-A2B9-48C6-8254-32CB7BEA9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315"/>
              <a:ext cx="120" cy="128"/>
            </a:xfrm>
            <a:custGeom>
              <a:avLst/>
              <a:gdLst>
                <a:gd name="T0" fmla="*/ 0 w 60"/>
                <a:gd name="T1" fmla="*/ 506 h 60"/>
                <a:gd name="T2" fmla="*/ 376 w 60"/>
                <a:gd name="T3" fmla="*/ 224 h 60"/>
                <a:gd name="T4" fmla="*/ 480 w 6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0">
                  <a:moveTo>
                    <a:pt x="0" y="52"/>
                  </a:moveTo>
                  <a:cubicBezTo>
                    <a:pt x="12" y="60"/>
                    <a:pt x="41" y="31"/>
                    <a:pt x="47" y="23"/>
                  </a:cubicBezTo>
                  <a:cubicBezTo>
                    <a:pt x="53" y="16"/>
                    <a:pt x="56" y="8"/>
                    <a:pt x="60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9" name="Freeform 3139">
              <a:extLst>
                <a:ext uri="{FF2B5EF4-FFF2-40B4-BE49-F238E27FC236}">
                  <a16:creationId xmlns:a16="http://schemas.microsoft.com/office/drawing/2014/main" id="{8407A71A-2577-48BB-ADC0-2FB360793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2390"/>
              <a:ext cx="134" cy="45"/>
            </a:xfrm>
            <a:custGeom>
              <a:avLst/>
              <a:gdLst>
                <a:gd name="T0" fmla="*/ 0 w 67"/>
                <a:gd name="T1" fmla="*/ 51 h 21"/>
                <a:gd name="T2" fmla="*/ 208 w 67"/>
                <a:gd name="T3" fmla="*/ 9 h 21"/>
                <a:gd name="T4" fmla="*/ 320 w 67"/>
                <a:gd name="T5" fmla="*/ 41 h 21"/>
                <a:gd name="T6" fmla="*/ 440 w 67"/>
                <a:gd name="T7" fmla="*/ 109 h 21"/>
                <a:gd name="T8" fmla="*/ 536 w 67"/>
                <a:gd name="T9" fmla="*/ 20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1">
                  <a:moveTo>
                    <a:pt x="0" y="5"/>
                  </a:moveTo>
                  <a:cubicBezTo>
                    <a:pt x="9" y="6"/>
                    <a:pt x="17" y="2"/>
                    <a:pt x="26" y="1"/>
                  </a:cubicBezTo>
                  <a:cubicBezTo>
                    <a:pt x="32" y="0"/>
                    <a:pt x="34" y="1"/>
                    <a:pt x="40" y="4"/>
                  </a:cubicBezTo>
                  <a:cubicBezTo>
                    <a:pt x="45" y="6"/>
                    <a:pt x="50" y="9"/>
                    <a:pt x="55" y="11"/>
                  </a:cubicBezTo>
                  <a:cubicBezTo>
                    <a:pt x="59" y="13"/>
                    <a:pt x="65" y="20"/>
                    <a:pt x="67" y="2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0" name="Freeform 3140">
              <a:extLst>
                <a:ext uri="{FF2B5EF4-FFF2-40B4-BE49-F238E27FC236}">
                  <a16:creationId xmlns:a16="http://schemas.microsoft.com/office/drawing/2014/main" id="{88CF921A-B710-4F82-8C85-78B7067B6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422"/>
              <a:ext cx="56" cy="30"/>
            </a:xfrm>
            <a:custGeom>
              <a:avLst/>
              <a:gdLst>
                <a:gd name="T0" fmla="*/ 0 w 28"/>
                <a:gd name="T1" fmla="*/ 0 h 14"/>
                <a:gd name="T2" fmla="*/ 160 w 28"/>
                <a:gd name="T3" fmla="*/ 120 h 14"/>
                <a:gd name="T4" fmla="*/ 224 w 28"/>
                <a:gd name="T5" fmla="*/ 13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cubicBezTo>
                    <a:pt x="3" y="6"/>
                    <a:pt x="14" y="9"/>
                    <a:pt x="20" y="12"/>
                  </a:cubicBezTo>
                  <a:cubicBezTo>
                    <a:pt x="23" y="13"/>
                    <a:pt x="25" y="14"/>
                    <a:pt x="28" y="1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1" name="Freeform 3141">
              <a:extLst>
                <a:ext uri="{FF2B5EF4-FFF2-40B4-BE49-F238E27FC236}">
                  <a16:creationId xmlns:a16="http://schemas.microsoft.com/office/drawing/2014/main" id="{3DBB9396-E21E-4473-AD01-E66CD6296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426"/>
              <a:ext cx="46" cy="102"/>
            </a:xfrm>
            <a:custGeom>
              <a:avLst/>
              <a:gdLst>
                <a:gd name="T0" fmla="*/ 168 w 23"/>
                <a:gd name="T1" fmla="*/ 0 h 48"/>
                <a:gd name="T2" fmla="*/ 136 w 23"/>
                <a:gd name="T3" fmla="*/ 308 h 48"/>
                <a:gd name="T4" fmla="*/ 0 w 23"/>
                <a:gd name="T5" fmla="*/ 4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8">
                  <a:moveTo>
                    <a:pt x="21" y="0"/>
                  </a:moveTo>
                  <a:cubicBezTo>
                    <a:pt x="21" y="11"/>
                    <a:pt x="23" y="21"/>
                    <a:pt x="17" y="32"/>
                  </a:cubicBezTo>
                  <a:cubicBezTo>
                    <a:pt x="13" y="39"/>
                    <a:pt x="3" y="45"/>
                    <a:pt x="0" y="4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2" name="Freeform 3142">
              <a:extLst>
                <a:ext uri="{FF2B5EF4-FFF2-40B4-BE49-F238E27FC236}">
                  <a16:creationId xmlns:a16="http://schemas.microsoft.com/office/drawing/2014/main" id="{F61A57B5-EF93-4760-814A-699CB3D1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511"/>
              <a:ext cx="6" cy="53"/>
            </a:xfrm>
            <a:custGeom>
              <a:avLst/>
              <a:gdLst>
                <a:gd name="T0" fmla="*/ 24 w 3"/>
                <a:gd name="T1" fmla="*/ 0 h 25"/>
                <a:gd name="T2" fmla="*/ 24 w 3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1" y="6"/>
                    <a:pt x="0" y="20"/>
                    <a:pt x="3" y="2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3" name="Freeform 3143">
              <a:extLst>
                <a:ext uri="{FF2B5EF4-FFF2-40B4-BE49-F238E27FC236}">
                  <a16:creationId xmlns:a16="http://schemas.microsoft.com/office/drawing/2014/main" id="{4D7A05AE-DD09-4689-8ECD-F866A0170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439"/>
              <a:ext cx="16" cy="19"/>
            </a:xfrm>
            <a:custGeom>
              <a:avLst/>
              <a:gdLst>
                <a:gd name="T0" fmla="*/ 0 w 8"/>
                <a:gd name="T1" fmla="*/ 84 h 9"/>
                <a:gd name="T2" fmla="*/ 64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1" y="5"/>
                    <a:pt x="3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4" name="Freeform 3144">
              <a:extLst>
                <a:ext uri="{FF2B5EF4-FFF2-40B4-BE49-F238E27FC236}">
                  <a16:creationId xmlns:a16="http://schemas.microsoft.com/office/drawing/2014/main" id="{DCD6617B-D63C-4548-8A39-7DC459657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328"/>
              <a:ext cx="10" cy="22"/>
            </a:xfrm>
            <a:custGeom>
              <a:avLst/>
              <a:gdLst>
                <a:gd name="T0" fmla="*/ 0 w 5"/>
                <a:gd name="T1" fmla="*/ 0 h 10"/>
                <a:gd name="T2" fmla="*/ 32 w 5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4" y="1"/>
                    <a:pt x="5" y="6"/>
                    <a:pt x="4" y="1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5" name="Freeform 3145">
              <a:extLst>
                <a:ext uri="{FF2B5EF4-FFF2-40B4-BE49-F238E27FC236}">
                  <a16:creationId xmlns:a16="http://schemas.microsoft.com/office/drawing/2014/main" id="{6B05922E-971E-44C7-9285-129B7089A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45"/>
              <a:ext cx="31" cy="113"/>
            </a:xfrm>
            <a:custGeom>
              <a:avLst/>
              <a:gdLst>
                <a:gd name="T0" fmla="*/ 116 w 16"/>
                <a:gd name="T1" fmla="*/ 0 h 53"/>
                <a:gd name="T2" fmla="*/ 0 w 16"/>
                <a:gd name="T3" fmla="*/ 290 h 53"/>
                <a:gd name="T4" fmla="*/ 16 w 16"/>
                <a:gd name="T5" fmla="*/ 51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3">
                  <a:moveTo>
                    <a:pt x="16" y="0"/>
                  </a:moveTo>
                  <a:cubicBezTo>
                    <a:pt x="9" y="9"/>
                    <a:pt x="1" y="17"/>
                    <a:pt x="0" y="30"/>
                  </a:cubicBezTo>
                  <a:cubicBezTo>
                    <a:pt x="0" y="38"/>
                    <a:pt x="2" y="45"/>
                    <a:pt x="2" y="5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6" name="Freeform 3146">
              <a:extLst>
                <a:ext uri="{FF2B5EF4-FFF2-40B4-BE49-F238E27FC236}">
                  <a16:creationId xmlns:a16="http://schemas.microsoft.com/office/drawing/2014/main" id="{993420DD-51A2-4F58-B709-A4A764295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630"/>
              <a:ext cx="17" cy="11"/>
            </a:xfrm>
            <a:custGeom>
              <a:avLst/>
              <a:gdLst>
                <a:gd name="T0" fmla="*/ 0 w 9"/>
                <a:gd name="T1" fmla="*/ 9 h 5"/>
                <a:gd name="T2" fmla="*/ 6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3" y="5"/>
                    <a:pt x="7" y="4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7" name="Freeform 3147">
              <a:extLst>
                <a:ext uri="{FF2B5EF4-FFF2-40B4-BE49-F238E27FC236}">
                  <a16:creationId xmlns:a16="http://schemas.microsoft.com/office/drawing/2014/main" id="{46C56C37-16EB-499B-BFC4-336AC6D89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556"/>
              <a:ext cx="66" cy="110"/>
            </a:xfrm>
            <a:custGeom>
              <a:avLst/>
              <a:gdLst>
                <a:gd name="T0" fmla="*/ 0 w 33"/>
                <a:gd name="T1" fmla="*/ 493 h 52"/>
                <a:gd name="T2" fmla="*/ 96 w 33"/>
                <a:gd name="T3" fmla="*/ 237 h 52"/>
                <a:gd name="T4" fmla="*/ 264 w 3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2">
                  <a:moveTo>
                    <a:pt x="0" y="52"/>
                  </a:moveTo>
                  <a:cubicBezTo>
                    <a:pt x="6" y="43"/>
                    <a:pt x="5" y="33"/>
                    <a:pt x="12" y="25"/>
                  </a:cubicBezTo>
                  <a:cubicBezTo>
                    <a:pt x="19" y="17"/>
                    <a:pt x="23" y="5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8" name="Freeform 3148">
              <a:extLst>
                <a:ext uri="{FF2B5EF4-FFF2-40B4-BE49-F238E27FC236}">
                  <a16:creationId xmlns:a16="http://schemas.microsoft.com/office/drawing/2014/main" id="{59118184-D238-47D7-8539-33FDF6507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622"/>
              <a:ext cx="8" cy="42"/>
            </a:xfrm>
            <a:custGeom>
              <a:avLst/>
              <a:gdLst>
                <a:gd name="T0" fmla="*/ 0 w 4"/>
                <a:gd name="T1" fmla="*/ 0 h 20"/>
                <a:gd name="T2" fmla="*/ 32 w 4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0" y="7"/>
                    <a:pt x="4" y="13"/>
                    <a:pt x="4" y="2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9" name="Freeform 3149">
              <a:extLst>
                <a:ext uri="{FF2B5EF4-FFF2-40B4-BE49-F238E27FC236}">
                  <a16:creationId xmlns:a16="http://schemas.microsoft.com/office/drawing/2014/main" id="{C06AA979-1123-427D-9186-6BDA82599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694"/>
              <a:ext cx="22" cy="13"/>
            </a:xfrm>
            <a:custGeom>
              <a:avLst/>
              <a:gdLst>
                <a:gd name="T0" fmla="*/ 0 w 11"/>
                <a:gd name="T1" fmla="*/ 0 h 6"/>
                <a:gd name="T2" fmla="*/ 88 w 11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3" y="2"/>
                    <a:pt x="7" y="6"/>
                    <a:pt x="11" y="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0" name="Freeform 3150">
              <a:extLst>
                <a:ext uri="{FF2B5EF4-FFF2-40B4-BE49-F238E27FC236}">
                  <a16:creationId xmlns:a16="http://schemas.microsoft.com/office/drawing/2014/main" id="{974E03A0-9C35-45EC-8746-9A6E3E347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2732"/>
              <a:ext cx="46" cy="34"/>
            </a:xfrm>
            <a:custGeom>
              <a:avLst/>
              <a:gdLst>
                <a:gd name="T0" fmla="*/ 0 w 23"/>
                <a:gd name="T1" fmla="*/ 153 h 16"/>
                <a:gd name="T2" fmla="*/ 184 w 2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16"/>
                  </a:moveTo>
                  <a:cubicBezTo>
                    <a:pt x="7" y="10"/>
                    <a:pt x="16" y="5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1" name="Freeform 3151">
              <a:extLst>
                <a:ext uri="{FF2B5EF4-FFF2-40B4-BE49-F238E27FC236}">
                  <a16:creationId xmlns:a16="http://schemas.microsoft.com/office/drawing/2014/main" id="{FA379F82-B45F-4256-A56B-F4E5EFA5C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649"/>
              <a:ext cx="19" cy="45"/>
            </a:xfrm>
            <a:custGeom>
              <a:avLst/>
              <a:gdLst>
                <a:gd name="T0" fmla="*/ 61 w 10"/>
                <a:gd name="T1" fmla="*/ 0 h 21"/>
                <a:gd name="T2" fmla="*/ 0 w 10"/>
                <a:gd name="T3" fmla="*/ 20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9" y="0"/>
                  </a:moveTo>
                  <a:cubicBezTo>
                    <a:pt x="10" y="7"/>
                    <a:pt x="5" y="1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2" name="Freeform 3152">
              <a:extLst>
                <a:ext uri="{FF2B5EF4-FFF2-40B4-BE49-F238E27FC236}">
                  <a16:creationId xmlns:a16="http://schemas.microsoft.com/office/drawing/2014/main" id="{8158DB4F-8D30-414A-A23F-B8E4F81B3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569"/>
              <a:ext cx="67" cy="93"/>
            </a:xfrm>
            <a:custGeom>
              <a:avLst/>
              <a:gdLst>
                <a:gd name="T0" fmla="*/ 0 w 34"/>
                <a:gd name="T1" fmla="*/ 416 h 44"/>
                <a:gd name="T2" fmla="*/ 160 w 34"/>
                <a:gd name="T3" fmla="*/ 180 h 44"/>
                <a:gd name="T4" fmla="*/ 229 w 3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0" y="44"/>
                  </a:moveTo>
                  <a:cubicBezTo>
                    <a:pt x="5" y="34"/>
                    <a:pt x="13" y="28"/>
                    <a:pt x="21" y="19"/>
                  </a:cubicBezTo>
                  <a:cubicBezTo>
                    <a:pt x="26" y="15"/>
                    <a:pt x="34" y="6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3" name="Freeform 3153">
              <a:extLst>
                <a:ext uri="{FF2B5EF4-FFF2-40B4-BE49-F238E27FC236}">
                  <a16:creationId xmlns:a16="http://schemas.microsoft.com/office/drawing/2014/main" id="{A4F4ED04-418A-4BBA-9501-7373B78D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447"/>
              <a:ext cx="64" cy="64"/>
            </a:xfrm>
            <a:custGeom>
              <a:avLst/>
              <a:gdLst>
                <a:gd name="T0" fmla="*/ 0 w 32"/>
                <a:gd name="T1" fmla="*/ 292 h 30"/>
                <a:gd name="T2" fmla="*/ 168 w 32"/>
                <a:gd name="T3" fmla="*/ 186 h 30"/>
                <a:gd name="T4" fmla="*/ 232 w 32"/>
                <a:gd name="T5" fmla="*/ 68 h 30"/>
                <a:gd name="T6" fmla="*/ 240 w 32"/>
                <a:gd name="T7" fmla="*/ 1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0" y="30"/>
                  </a:moveTo>
                  <a:cubicBezTo>
                    <a:pt x="9" y="30"/>
                    <a:pt x="16" y="26"/>
                    <a:pt x="21" y="19"/>
                  </a:cubicBezTo>
                  <a:cubicBezTo>
                    <a:pt x="24" y="16"/>
                    <a:pt x="27" y="12"/>
                    <a:pt x="29" y="7"/>
                  </a:cubicBezTo>
                  <a:cubicBezTo>
                    <a:pt x="29" y="6"/>
                    <a:pt x="32" y="0"/>
                    <a:pt x="30" y="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4" name="Freeform 3154">
              <a:extLst>
                <a:ext uri="{FF2B5EF4-FFF2-40B4-BE49-F238E27FC236}">
                  <a16:creationId xmlns:a16="http://schemas.microsoft.com/office/drawing/2014/main" id="{807BEEB7-70F2-489D-8FB2-82C097C73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513"/>
              <a:ext cx="22" cy="41"/>
            </a:xfrm>
            <a:custGeom>
              <a:avLst/>
              <a:gdLst>
                <a:gd name="T0" fmla="*/ 88 w 11"/>
                <a:gd name="T1" fmla="*/ 0 h 19"/>
                <a:gd name="T2" fmla="*/ 16 w 11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0"/>
                  </a:moveTo>
                  <a:cubicBezTo>
                    <a:pt x="6" y="4"/>
                    <a:pt x="0" y="14"/>
                    <a:pt x="2" y="1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5" name="Freeform 3155">
              <a:extLst>
                <a:ext uri="{FF2B5EF4-FFF2-40B4-BE49-F238E27FC236}">
                  <a16:creationId xmlns:a16="http://schemas.microsoft.com/office/drawing/2014/main" id="{36C1E83D-E2C6-4A01-AFA6-FD95C43AE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577"/>
              <a:ext cx="34" cy="13"/>
            </a:xfrm>
            <a:custGeom>
              <a:avLst/>
              <a:gdLst>
                <a:gd name="T0" fmla="*/ 0 w 17"/>
                <a:gd name="T1" fmla="*/ 9 h 6"/>
                <a:gd name="T2" fmla="*/ 136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1"/>
                  </a:moveTo>
                  <a:cubicBezTo>
                    <a:pt x="4" y="2"/>
                    <a:pt x="14" y="6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6" name="Freeform 3156">
              <a:extLst>
                <a:ext uri="{FF2B5EF4-FFF2-40B4-BE49-F238E27FC236}">
                  <a16:creationId xmlns:a16="http://schemas.microsoft.com/office/drawing/2014/main" id="{C84A1BA3-7845-4122-BDCF-FA0BAA24A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483"/>
              <a:ext cx="12" cy="9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6" y="0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7" name="Freeform 3157">
              <a:extLst>
                <a:ext uri="{FF2B5EF4-FFF2-40B4-BE49-F238E27FC236}">
                  <a16:creationId xmlns:a16="http://schemas.microsoft.com/office/drawing/2014/main" id="{A05D6F6A-275F-4C8E-A2EC-526A6634D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590"/>
              <a:ext cx="22" cy="6"/>
            </a:xfrm>
            <a:custGeom>
              <a:avLst/>
              <a:gdLst>
                <a:gd name="T0" fmla="*/ 0 w 11"/>
                <a:gd name="T1" fmla="*/ 24 h 3"/>
                <a:gd name="T2" fmla="*/ 88 w 1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5" y="2"/>
                    <a:pt x="8" y="0"/>
                    <a:pt x="11" y="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8" name="Freeform 3158">
              <a:extLst>
                <a:ext uri="{FF2B5EF4-FFF2-40B4-BE49-F238E27FC236}">
                  <a16:creationId xmlns:a16="http://schemas.microsoft.com/office/drawing/2014/main" id="{18EA35AF-6419-44AD-BB63-70E3B4501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60"/>
              <a:ext cx="13" cy="11"/>
            </a:xfrm>
            <a:custGeom>
              <a:avLst/>
              <a:gdLst>
                <a:gd name="T0" fmla="*/ 0 w 7"/>
                <a:gd name="T1" fmla="*/ 0 h 5"/>
                <a:gd name="T2" fmla="*/ 45 w 7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4" y="0"/>
                    <a:pt x="7" y="2"/>
                    <a:pt x="7" y="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9" name="Freeform 3159">
              <a:extLst>
                <a:ext uri="{FF2B5EF4-FFF2-40B4-BE49-F238E27FC236}">
                  <a16:creationId xmlns:a16="http://schemas.microsoft.com/office/drawing/2014/main" id="{BA5C03B2-F3D8-400C-844E-B81DC4C65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809"/>
              <a:ext cx="104" cy="70"/>
            </a:xfrm>
            <a:custGeom>
              <a:avLst/>
              <a:gdLst>
                <a:gd name="T0" fmla="*/ 0 w 52"/>
                <a:gd name="T1" fmla="*/ 280 h 33"/>
                <a:gd name="T2" fmla="*/ 256 w 52"/>
                <a:gd name="T3" fmla="*/ 161 h 33"/>
                <a:gd name="T4" fmla="*/ 344 w 52"/>
                <a:gd name="T5" fmla="*/ 0 h 33"/>
                <a:gd name="T6" fmla="*/ 416 w 52"/>
                <a:gd name="T7" fmla="*/ 161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3">
                  <a:moveTo>
                    <a:pt x="0" y="29"/>
                  </a:moveTo>
                  <a:cubicBezTo>
                    <a:pt x="9" y="33"/>
                    <a:pt x="25" y="23"/>
                    <a:pt x="32" y="17"/>
                  </a:cubicBezTo>
                  <a:cubicBezTo>
                    <a:pt x="37" y="13"/>
                    <a:pt x="42" y="7"/>
                    <a:pt x="43" y="0"/>
                  </a:cubicBezTo>
                  <a:cubicBezTo>
                    <a:pt x="41" y="5"/>
                    <a:pt x="49" y="13"/>
                    <a:pt x="52" y="1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0" name="Freeform 3160">
              <a:extLst>
                <a:ext uri="{FF2B5EF4-FFF2-40B4-BE49-F238E27FC236}">
                  <a16:creationId xmlns:a16="http://schemas.microsoft.com/office/drawing/2014/main" id="{384AEF08-709F-4C15-A80F-C038F00F1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868"/>
              <a:ext cx="22" cy="73"/>
            </a:xfrm>
            <a:custGeom>
              <a:avLst/>
              <a:gdLst>
                <a:gd name="T0" fmla="*/ 80 w 11"/>
                <a:gd name="T1" fmla="*/ 0 h 34"/>
                <a:gd name="T2" fmla="*/ 88 w 11"/>
                <a:gd name="T3" fmla="*/ 33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10" y="0"/>
                  </a:moveTo>
                  <a:cubicBezTo>
                    <a:pt x="2" y="7"/>
                    <a:pt x="0" y="27"/>
                    <a:pt x="11" y="3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1" name="Freeform 3161">
              <a:extLst>
                <a:ext uri="{FF2B5EF4-FFF2-40B4-BE49-F238E27FC236}">
                  <a16:creationId xmlns:a16="http://schemas.microsoft.com/office/drawing/2014/main" id="{19777B4C-0AE5-4A57-B5F1-0D6D89B23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847"/>
              <a:ext cx="38" cy="102"/>
            </a:xfrm>
            <a:custGeom>
              <a:avLst/>
              <a:gdLst>
                <a:gd name="T0" fmla="*/ 96 w 19"/>
                <a:gd name="T1" fmla="*/ 0 h 48"/>
                <a:gd name="T2" fmla="*/ 152 w 19"/>
                <a:gd name="T3" fmla="*/ 46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8">
                  <a:moveTo>
                    <a:pt x="12" y="0"/>
                  </a:moveTo>
                  <a:cubicBezTo>
                    <a:pt x="0" y="17"/>
                    <a:pt x="15" y="33"/>
                    <a:pt x="19" y="4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2" name="Freeform 3162">
              <a:extLst>
                <a:ext uri="{FF2B5EF4-FFF2-40B4-BE49-F238E27FC236}">
                  <a16:creationId xmlns:a16="http://schemas.microsoft.com/office/drawing/2014/main" id="{31CF86DA-CABC-4FB5-AA0F-3B3955661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851"/>
              <a:ext cx="52" cy="107"/>
            </a:xfrm>
            <a:custGeom>
              <a:avLst/>
              <a:gdLst>
                <a:gd name="T0" fmla="*/ 96 w 26"/>
                <a:gd name="T1" fmla="*/ 0 h 50"/>
                <a:gd name="T2" fmla="*/ 104 w 26"/>
                <a:gd name="T3" fmla="*/ 156 h 50"/>
                <a:gd name="T4" fmla="*/ 104 w 26"/>
                <a:gd name="T5" fmla="*/ 285 h 50"/>
                <a:gd name="T6" fmla="*/ 208 w 26"/>
                <a:gd name="T7" fmla="*/ 482 h 50"/>
                <a:gd name="T8" fmla="*/ 128 w 26"/>
                <a:gd name="T9" fmla="*/ 482 h 50"/>
                <a:gd name="T10" fmla="*/ 0 w 26"/>
                <a:gd name="T11" fmla="*/ 43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0">
                  <a:moveTo>
                    <a:pt x="12" y="0"/>
                  </a:moveTo>
                  <a:cubicBezTo>
                    <a:pt x="13" y="6"/>
                    <a:pt x="14" y="10"/>
                    <a:pt x="13" y="16"/>
                  </a:cubicBezTo>
                  <a:cubicBezTo>
                    <a:pt x="11" y="21"/>
                    <a:pt x="11" y="24"/>
                    <a:pt x="13" y="29"/>
                  </a:cubicBezTo>
                  <a:cubicBezTo>
                    <a:pt x="16" y="37"/>
                    <a:pt x="21" y="43"/>
                    <a:pt x="26" y="49"/>
                  </a:cubicBezTo>
                  <a:cubicBezTo>
                    <a:pt x="23" y="48"/>
                    <a:pt x="19" y="50"/>
                    <a:pt x="16" y="49"/>
                  </a:cubicBezTo>
                  <a:cubicBezTo>
                    <a:pt x="12" y="49"/>
                    <a:pt x="2" y="47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3" name="Freeform 3163">
              <a:extLst>
                <a:ext uri="{FF2B5EF4-FFF2-40B4-BE49-F238E27FC236}">
                  <a16:creationId xmlns:a16="http://schemas.microsoft.com/office/drawing/2014/main" id="{7111DCB5-B247-4903-8938-4D7F6C1C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905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4" name="Freeform 3164">
              <a:extLst>
                <a:ext uri="{FF2B5EF4-FFF2-40B4-BE49-F238E27FC236}">
                  <a16:creationId xmlns:a16="http://schemas.microsoft.com/office/drawing/2014/main" id="{3E7CE408-555B-402A-BAEF-48154ED4A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858"/>
              <a:ext cx="12" cy="13"/>
            </a:xfrm>
            <a:custGeom>
              <a:avLst/>
              <a:gdLst>
                <a:gd name="T0" fmla="*/ 0 w 6"/>
                <a:gd name="T1" fmla="*/ 20 h 6"/>
                <a:gd name="T2" fmla="*/ 48 w 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3" y="0"/>
                    <a:pt x="6" y="3"/>
                    <a:pt x="6" y="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5" name="Freeform 3165">
              <a:extLst>
                <a:ext uri="{FF2B5EF4-FFF2-40B4-BE49-F238E27FC236}">
                  <a16:creationId xmlns:a16="http://schemas.microsoft.com/office/drawing/2014/main" id="{E4117699-3692-4C50-A2EB-898A78FD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773"/>
              <a:ext cx="74" cy="38"/>
            </a:xfrm>
            <a:custGeom>
              <a:avLst/>
              <a:gdLst>
                <a:gd name="T0" fmla="*/ 0 w 37"/>
                <a:gd name="T1" fmla="*/ 160 h 18"/>
                <a:gd name="T2" fmla="*/ 176 w 37"/>
                <a:gd name="T3" fmla="*/ 93 h 18"/>
                <a:gd name="T4" fmla="*/ 296 w 3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8">
                  <a:moveTo>
                    <a:pt x="0" y="17"/>
                  </a:moveTo>
                  <a:cubicBezTo>
                    <a:pt x="8" y="18"/>
                    <a:pt x="16" y="15"/>
                    <a:pt x="22" y="10"/>
                  </a:cubicBezTo>
                  <a:cubicBezTo>
                    <a:pt x="27" y="7"/>
                    <a:pt x="30" y="1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6" name="Freeform 3166">
              <a:extLst>
                <a:ext uri="{FF2B5EF4-FFF2-40B4-BE49-F238E27FC236}">
                  <a16:creationId xmlns:a16="http://schemas.microsoft.com/office/drawing/2014/main" id="{8404FD8D-D287-46E3-88AB-0E066CE1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788"/>
              <a:ext cx="10" cy="23"/>
            </a:xfrm>
            <a:custGeom>
              <a:avLst/>
              <a:gdLst>
                <a:gd name="T0" fmla="*/ 0 w 5"/>
                <a:gd name="T1" fmla="*/ 0 h 11"/>
                <a:gd name="T2" fmla="*/ 40 w 5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0" y="4"/>
                    <a:pt x="1" y="10"/>
                    <a:pt x="5" y="1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7" name="Freeform 3167">
              <a:extLst>
                <a:ext uri="{FF2B5EF4-FFF2-40B4-BE49-F238E27FC236}">
                  <a16:creationId xmlns:a16="http://schemas.microsoft.com/office/drawing/2014/main" id="{5E58D607-BEB4-491C-BF22-B35BF247E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2390"/>
              <a:ext cx="161" cy="51"/>
            </a:xfrm>
            <a:custGeom>
              <a:avLst/>
              <a:gdLst>
                <a:gd name="T0" fmla="*/ 0 w 81"/>
                <a:gd name="T1" fmla="*/ 230 h 24"/>
                <a:gd name="T2" fmla="*/ 431 w 81"/>
                <a:gd name="T3" fmla="*/ 9 h 24"/>
                <a:gd name="T4" fmla="*/ 636 w 81"/>
                <a:gd name="T5" fmla="*/ 21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4">
                  <a:moveTo>
                    <a:pt x="0" y="24"/>
                  </a:moveTo>
                  <a:cubicBezTo>
                    <a:pt x="27" y="3"/>
                    <a:pt x="33" y="0"/>
                    <a:pt x="55" y="1"/>
                  </a:cubicBezTo>
                  <a:cubicBezTo>
                    <a:pt x="76" y="3"/>
                    <a:pt x="81" y="22"/>
                    <a:pt x="81" y="2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8" name="Freeform 3168">
              <a:extLst>
                <a:ext uri="{FF2B5EF4-FFF2-40B4-BE49-F238E27FC236}">
                  <a16:creationId xmlns:a16="http://schemas.microsoft.com/office/drawing/2014/main" id="{2BC1CC54-0272-4EEE-9977-62654BE5D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2407"/>
              <a:ext cx="14" cy="17"/>
            </a:xfrm>
            <a:custGeom>
              <a:avLst/>
              <a:gdLst>
                <a:gd name="T0" fmla="*/ 0 w 7"/>
                <a:gd name="T1" fmla="*/ 0 h 8"/>
                <a:gd name="T2" fmla="*/ 48 w 7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7" y="3"/>
                    <a:pt x="7" y="6"/>
                    <a:pt x="6" y="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9" name="Freeform 3169">
              <a:extLst>
                <a:ext uri="{FF2B5EF4-FFF2-40B4-BE49-F238E27FC236}">
                  <a16:creationId xmlns:a16="http://schemas.microsoft.com/office/drawing/2014/main" id="{F6A68DF5-AD3D-42C7-95D5-C4C317F23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2373"/>
              <a:ext cx="6" cy="19"/>
            </a:xfrm>
            <a:custGeom>
              <a:avLst/>
              <a:gdLst>
                <a:gd name="T0" fmla="*/ 24 w 3"/>
                <a:gd name="T1" fmla="*/ 0 h 9"/>
                <a:gd name="T2" fmla="*/ 0 w 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7"/>
                    <a:pt x="2" y="9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0" name="Freeform 3170">
              <a:extLst>
                <a:ext uri="{FF2B5EF4-FFF2-40B4-BE49-F238E27FC236}">
                  <a16:creationId xmlns:a16="http://schemas.microsoft.com/office/drawing/2014/main" id="{6B0BA5C0-9575-4AF4-9588-4E13A9C62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2360"/>
              <a:ext cx="163" cy="41"/>
            </a:xfrm>
            <a:custGeom>
              <a:avLst/>
              <a:gdLst>
                <a:gd name="T0" fmla="*/ 0 w 82"/>
                <a:gd name="T1" fmla="*/ 112 h 19"/>
                <a:gd name="T2" fmla="*/ 479 w 82"/>
                <a:gd name="T3" fmla="*/ 28 h 19"/>
                <a:gd name="T4" fmla="*/ 644 w 82"/>
                <a:gd name="T5" fmla="*/ 19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9">
                  <a:moveTo>
                    <a:pt x="0" y="11"/>
                  </a:moveTo>
                  <a:cubicBezTo>
                    <a:pt x="14" y="0"/>
                    <a:pt x="42" y="3"/>
                    <a:pt x="61" y="3"/>
                  </a:cubicBezTo>
                  <a:cubicBezTo>
                    <a:pt x="81" y="4"/>
                    <a:pt x="82" y="19"/>
                    <a:pt x="82" y="1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1" name="Freeform 3171">
              <a:extLst>
                <a:ext uri="{FF2B5EF4-FFF2-40B4-BE49-F238E27FC236}">
                  <a16:creationId xmlns:a16="http://schemas.microsoft.com/office/drawing/2014/main" id="{CA377F53-AFC2-4A20-A4F5-1D61C1883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303"/>
              <a:ext cx="85" cy="61"/>
            </a:xfrm>
            <a:custGeom>
              <a:avLst/>
              <a:gdLst>
                <a:gd name="T0" fmla="*/ 0 w 43"/>
                <a:gd name="T1" fmla="*/ 0 h 29"/>
                <a:gd name="T2" fmla="*/ 308 w 43"/>
                <a:gd name="T3" fmla="*/ 151 h 29"/>
                <a:gd name="T4" fmla="*/ 8 w 43"/>
                <a:gd name="T5" fmla="*/ 25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9">
                  <a:moveTo>
                    <a:pt x="0" y="0"/>
                  </a:moveTo>
                  <a:cubicBezTo>
                    <a:pt x="22" y="0"/>
                    <a:pt x="37" y="10"/>
                    <a:pt x="40" y="16"/>
                  </a:cubicBezTo>
                  <a:cubicBezTo>
                    <a:pt x="43" y="23"/>
                    <a:pt x="10" y="29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2" name="Freeform 3172">
              <a:extLst>
                <a:ext uri="{FF2B5EF4-FFF2-40B4-BE49-F238E27FC236}">
                  <a16:creationId xmlns:a16="http://schemas.microsoft.com/office/drawing/2014/main" id="{C4C8363B-7DAC-4670-B671-8545A325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2362"/>
              <a:ext cx="10" cy="15"/>
            </a:xfrm>
            <a:custGeom>
              <a:avLst/>
              <a:gdLst>
                <a:gd name="T0" fmla="*/ 16 w 5"/>
                <a:gd name="T1" fmla="*/ 0 h 7"/>
                <a:gd name="T2" fmla="*/ 40 w 5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6"/>
                    <a:pt x="4" y="7"/>
                    <a:pt x="5" y="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3" name="Freeform 3173">
              <a:extLst>
                <a:ext uri="{FF2B5EF4-FFF2-40B4-BE49-F238E27FC236}">
                  <a16:creationId xmlns:a16="http://schemas.microsoft.com/office/drawing/2014/main" id="{5DC6020D-D414-45DD-85E5-FB183C485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2318"/>
              <a:ext cx="128" cy="38"/>
            </a:xfrm>
            <a:custGeom>
              <a:avLst/>
              <a:gdLst>
                <a:gd name="T0" fmla="*/ 0 w 64"/>
                <a:gd name="T1" fmla="*/ 112 h 18"/>
                <a:gd name="T2" fmla="*/ 320 w 64"/>
                <a:gd name="T3" fmla="*/ 36 h 18"/>
                <a:gd name="T4" fmla="*/ 512 w 64"/>
                <a:gd name="T5" fmla="*/ 16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8">
                  <a:moveTo>
                    <a:pt x="0" y="12"/>
                  </a:moveTo>
                  <a:cubicBezTo>
                    <a:pt x="20" y="0"/>
                    <a:pt x="27" y="3"/>
                    <a:pt x="40" y="4"/>
                  </a:cubicBezTo>
                  <a:cubicBezTo>
                    <a:pt x="52" y="6"/>
                    <a:pt x="59" y="14"/>
                    <a:pt x="64" y="1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4" name="Freeform 3174">
              <a:extLst>
                <a:ext uri="{FF2B5EF4-FFF2-40B4-BE49-F238E27FC236}">
                  <a16:creationId xmlns:a16="http://schemas.microsoft.com/office/drawing/2014/main" id="{45B951D2-0ED1-4B67-A9C0-EF5FACCD7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2356"/>
              <a:ext cx="50" cy="19"/>
            </a:xfrm>
            <a:custGeom>
              <a:avLst/>
              <a:gdLst>
                <a:gd name="T0" fmla="*/ 0 w 25"/>
                <a:gd name="T1" fmla="*/ 84 h 9"/>
                <a:gd name="T2" fmla="*/ 200 w 25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9"/>
                  </a:moveTo>
                  <a:cubicBezTo>
                    <a:pt x="11" y="3"/>
                    <a:pt x="18" y="0"/>
                    <a:pt x="25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5" name="Freeform 3175">
              <a:extLst>
                <a:ext uri="{FF2B5EF4-FFF2-40B4-BE49-F238E27FC236}">
                  <a16:creationId xmlns:a16="http://schemas.microsoft.com/office/drawing/2014/main" id="{EDDD1340-F4E6-4966-A3E8-AF269ADF7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6" y="2343"/>
              <a:ext cx="8" cy="21"/>
            </a:xfrm>
            <a:custGeom>
              <a:avLst/>
              <a:gdLst>
                <a:gd name="T0" fmla="*/ 0 w 4"/>
                <a:gd name="T1" fmla="*/ 0 h 10"/>
                <a:gd name="T2" fmla="*/ 24 w 4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4" y="5"/>
                    <a:pt x="4" y="9"/>
                    <a:pt x="3" y="1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6" name="Freeform 3176">
              <a:extLst>
                <a:ext uri="{FF2B5EF4-FFF2-40B4-BE49-F238E27FC236}">
                  <a16:creationId xmlns:a16="http://schemas.microsoft.com/office/drawing/2014/main" id="{2C6FF4AA-6686-466A-B50F-3E188495B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409"/>
              <a:ext cx="26" cy="9"/>
            </a:xfrm>
            <a:custGeom>
              <a:avLst/>
              <a:gdLst>
                <a:gd name="T0" fmla="*/ 0 w 13"/>
                <a:gd name="T1" fmla="*/ 0 h 4"/>
                <a:gd name="T2" fmla="*/ 104 w 13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8" y="4"/>
                    <a:pt x="13" y="3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7" name="Freeform 3177">
              <a:extLst>
                <a:ext uri="{FF2B5EF4-FFF2-40B4-BE49-F238E27FC236}">
                  <a16:creationId xmlns:a16="http://schemas.microsoft.com/office/drawing/2014/main" id="{4C1BDC6B-584D-48E5-A950-E6C136BEF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9" y="2324"/>
              <a:ext cx="35" cy="8"/>
            </a:xfrm>
            <a:custGeom>
              <a:avLst/>
              <a:gdLst>
                <a:gd name="T0" fmla="*/ 0 w 18"/>
                <a:gd name="T1" fmla="*/ 0 h 4"/>
                <a:gd name="T2" fmla="*/ 132 w 18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0"/>
                  </a:moveTo>
                  <a:cubicBezTo>
                    <a:pt x="8" y="4"/>
                    <a:pt x="12" y="3"/>
                    <a:pt x="18" y="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8" name="Freeform 3178">
              <a:extLst>
                <a:ext uri="{FF2B5EF4-FFF2-40B4-BE49-F238E27FC236}">
                  <a16:creationId xmlns:a16="http://schemas.microsoft.com/office/drawing/2014/main" id="{AE47B540-075E-46B0-8945-1FC4DCFA9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2294"/>
              <a:ext cx="38" cy="34"/>
            </a:xfrm>
            <a:custGeom>
              <a:avLst/>
              <a:gdLst>
                <a:gd name="T0" fmla="*/ 0 w 19"/>
                <a:gd name="T1" fmla="*/ 0 h 16"/>
                <a:gd name="T2" fmla="*/ 152 w 19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15" y="6"/>
                    <a:pt x="12" y="13"/>
                    <a:pt x="19" y="1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9" name="Freeform 3179">
              <a:extLst>
                <a:ext uri="{FF2B5EF4-FFF2-40B4-BE49-F238E27FC236}">
                  <a16:creationId xmlns:a16="http://schemas.microsoft.com/office/drawing/2014/main" id="{B4723EA9-D7E4-4E88-B4FF-5FB5A3194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888"/>
              <a:ext cx="110" cy="172"/>
            </a:xfrm>
            <a:custGeom>
              <a:avLst/>
              <a:gdLst>
                <a:gd name="T0" fmla="*/ 0 w 55"/>
                <a:gd name="T1" fmla="*/ 767 h 81"/>
                <a:gd name="T2" fmla="*/ 328 w 55"/>
                <a:gd name="T3" fmla="*/ 554 h 81"/>
                <a:gd name="T4" fmla="*/ 432 w 55"/>
                <a:gd name="T5" fmla="*/ 212 h 81"/>
                <a:gd name="T6" fmla="*/ 352 w 55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1">
                  <a:moveTo>
                    <a:pt x="0" y="80"/>
                  </a:moveTo>
                  <a:cubicBezTo>
                    <a:pt x="14" y="81"/>
                    <a:pt x="33" y="73"/>
                    <a:pt x="41" y="58"/>
                  </a:cubicBezTo>
                  <a:cubicBezTo>
                    <a:pt x="45" y="46"/>
                    <a:pt x="55" y="37"/>
                    <a:pt x="54" y="22"/>
                  </a:cubicBezTo>
                  <a:cubicBezTo>
                    <a:pt x="53" y="15"/>
                    <a:pt x="49" y="6"/>
                    <a:pt x="44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0" name="Freeform 3180">
              <a:extLst>
                <a:ext uri="{FF2B5EF4-FFF2-40B4-BE49-F238E27FC236}">
                  <a16:creationId xmlns:a16="http://schemas.microsoft.com/office/drawing/2014/main" id="{E8C413DC-F04C-49D9-9F65-04E0FF1BA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026"/>
              <a:ext cx="16" cy="32"/>
            </a:xfrm>
            <a:custGeom>
              <a:avLst/>
              <a:gdLst>
                <a:gd name="T0" fmla="*/ 16 w 8"/>
                <a:gd name="T1" fmla="*/ 0 h 15"/>
                <a:gd name="T2" fmla="*/ 64 w 8"/>
                <a:gd name="T3" fmla="*/ 13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2" y="0"/>
                  </a:moveTo>
                  <a:cubicBezTo>
                    <a:pt x="3" y="12"/>
                    <a:pt x="0" y="15"/>
                    <a:pt x="8" y="1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1" name="Freeform 3181">
              <a:extLst>
                <a:ext uri="{FF2B5EF4-FFF2-40B4-BE49-F238E27FC236}">
                  <a16:creationId xmlns:a16="http://schemas.microsoft.com/office/drawing/2014/main" id="{3D23EEF9-9DCF-4623-9E00-3A34DDEDF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030"/>
              <a:ext cx="20" cy="19"/>
            </a:xfrm>
            <a:custGeom>
              <a:avLst/>
              <a:gdLst>
                <a:gd name="T0" fmla="*/ 0 w 10"/>
                <a:gd name="T1" fmla="*/ 36 h 9"/>
                <a:gd name="T2" fmla="*/ 80 w 10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10" y="0"/>
                    <a:pt x="9" y="4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2" name="Freeform 3182">
              <a:extLst>
                <a:ext uri="{FF2B5EF4-FFF2-40B4-BE49-F238E27FC236}">
                  <a16:creationId xmlns:a16="http://schemas.microsoft.com/office/drawing/2014/main" id="{60C3A874-68F1-4923-BD7E-3854024D8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3053"/>
              <a:ext cx="28" cy="47"/>
            </a:xfrm>
            <a:custGeom>
              <a:avLst/>
              <a:gdLst>
                <a:gd name="T0" fmla="*/ 112 w 14"/>
                <a:gd name="T1" fmla="*/ 0 h 22"/>
                <a:gd name="T2" fmla="*/ 0 w 14"/>
                <a:gd name="T3" fmla="*/ 21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cubicBezTo>
                    <a:pt x="4" y="7"/>
                    <a:pt x="1" y="16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3" name="Freeform 3183">
              <a:extLst>
                <a:ext uri="{FF2B5EF4-FFF2-40B4-BE49-F238E27FC236}">
                  <a16:creationId xmlns:a16="http://schemas.microsoft.com/office/drawing/2014/main" id="{43403E98-A1F6-4DB3-8DA2-9A4675882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3064"/>
              <a:ext cx="100" cy="100"/>
            </a:xfrm>
            <a:custGeom>
              <a:avLst/>
              <a:gdLst>
                <a:gd name="T0" fmla="*/ 0 w 50"/>
                <a:gd name="T1" fmla="*/ 453 h 47"/>
                <a:gd name="T2" fmla="*/ 296 w 50"/>
                <a:gd name="T3" fmla="*/ 213 h 47"/>
                <a:gd name="T4" fmla="*/ 392 w 50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7">
                  <a:moveTo>
                    <a:pt x="0" y="47"/>
                  </a:moveTo>
                  <a:cubicBezTo>
                    <a:pt x="18" y="42"/>
                    <a:pt x="25" y="38"/>
                    <a:pt x="37" y="22"/>
                  </a:cubicBezTo>
                  <a:cubicBezTo>
                    <a:pt x="50" y="7"/>
                    <a:pt x="49" y="0"/>
                    <a:pt x="49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4" name="Freeform 3184">
              <a:extLst>
                <a:ext uri="{FF2B5EF4-FFF2-40B4-BE49-F238E27FC236}">
                  <a16:creationId xmlns:a16="http://schemas.microsoft.com/office/drawing/2014/main" id="{3519F1FD-DB2F-42B5-9026-E3BFB6E57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3075"/>
              <a:ext cx="20" cy="15"/>
            </a:xfrm>
            <a:custGeom>
              <a:avLst/>
              <a:gdLst>
                <a:gd name="T0" fmla="*/ 0 w 10"/>
                <a:gd name="T1" fmla="*/ 69 h 7"/>
                <a:gd name="T2" fmla="*/ 80 w 10"/>
                <a:gd name="T3" fmla="*/ 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8" y="0"/>
                    <a:pt x="8" y="4"/>
                    <a:pt x="10" y="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5" name="Freeform 3185">
              <a:extLst>
                <a:ext uri="{FF2B5EF4-FFF2-40B4-BE49-F238E27FC236}">
                  <a16:creationId xmlns:a16="http://schemas.microsoft.com/office/drawing/2014/main" id="{5C242B46-7ED5-4634-8E10-E4B54CE82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111"/>
              <a:ext cx="80" cy="100"/>
            </a:xfrm>
            <a:custGeom>
              <a:avLst/>
              <a:gdLst>
                <a:gd name="T0" fmla="*/ 72 w 40"/>
                <a:gd name="T1" fmla="*/ 0 h 47"/>
                <a:gd name="T2" fmla="*/ 24 w 40"/>
                <a:gd name="T3" fmla="*/ 366 h 47"/>
                <a:gd name="T4" fmla="*/ 200 w 40"/>
                <a:gd name="T5" fmla="*/ 240 h 47"/>
                <a:gd name="T6" fmla="*/ 320 w 40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7">
                  <a:moveTo>
                    <a:pt x="9" y="0"/>
                  </a:moveTo>
                  <a:cubicBezTo>
                    <a:pt x="5" y="13"/>
                    <a:pt x="0" y="29"/>
                    <a:pt x="3" y="38"/>
                  </a:cubicBezTo>
                  <a:cubicBezTo>
                    <a:pt x="7" y="47"/>
                    <a:pt x="15" y="32"/>
                    <a:pt x="25" y="25"/>
                  </a:cubicBezTo>
                  <a:cubicBezTo>
                    <a:pt x="34" y="17"/>
                    <a:pt x="40" y="0"/>
                    <a:pt x="40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6" name="Freeform 3186">
              <a:extLst>
                <a:ext uri="{FF2B5EF4-FFF2-40B4-BE49-F238E27FC236}">
                  <a16:creationId xmlns:a16="http://schemas.microsoft.com/office/drawing/2014/main" id="{E6105682-4346-48E5-AEF3-816A45DDA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196"/>
              <a:ext cx="8" cy="57"/>
            </a:xfrm>
            <a:custGeom>
              <a:avLst/>
              <a:gdLst>
                <a:gd name="T0" fmla="*/ 32 w 4"/>
                <a:gd name="T1" fmla="*/ 0 h 27"/>
                <a:gd name="T2" fmla="*/ 8 w 4"/>
                <a:gd name="T3" fmla="*/ 25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4" y="0"/>
                  </a:moveTo>
                  <a:cubicBezTo>
                    <a:pt x="0" y="8"/>
                    <a:pt x="1" y="27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7" name="Freeform 3187">
              <a:extLst>
                <a:ext uri="{FF2B5EF4-FFF2-40B4-BE49-F238E27FC236}">
                  <a16:creationId xmlns:a16="http://schemas.microsoft.com/office/drawing/2014/main" id="{077F497D-C54E-44C1-AC1D-0DBCC5F78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3156"/>
              <a:ext cx="18" cy="12"/>
            </a:xfrm>
            <a:custGeom>
              <a:avLst/>
              <a:gdLst>
                <a:gd name="T0" fmla="*/ 0 w 9"/>
                <a:gd name="T1" fmla="*/ 32 h 6"/>
                <a:gd name="T2" fmla="*/ 72 w 9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7" y="0"/>
                    <a:pt x="9" y="2"/>
                    <a:pt x="9" y="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8" name="Freeform 3188">
              <a:extLst>
                <a:ext uri="{FF2B5EF4-FFF2-40B4-BE49-F238E27FC236}">
                  <a16:creationId xmlns:a16="http://schemas.microsoft.com/office/drawing/2014/main" id="{610712E8-7F2F-42BF-ABD1-5FCB9FF08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130"/>
              <a:ext cx="14" cy="15"/>
            </a:xfrm>
            <a:custGeom>
              <a:avLst/>
              <a:gdLst>
                <a:gd name="T0" fmla="*/ 0 w 7"/>
                <a:gd name="T1" fmla="*/ 51 h 7"/>
                <a:gd name="T2" fmla="*/ 48 w 7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6" y="0"/>
                    <a:pt x="7" y="4"/>
                    <a:pt x="6" y="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9" name="Freeform 3189">
              <a:extLst>
                <a:ext uri="{FF2B5EF4-FFF2-40B4-BE49-F238E27FC236}">
                  <a16:creationId xmlns:a16="http://schemas.microsoft.com/office/drawing/2014/main" id="{67C33F2F-8576-4C9D-839B-BCBF024A9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3183"/>
              <a:ext cx="87" cy="53"/>
            </a:xfrm>
            <a:custGeom>
              <a:avLst/>
              <a:gdLst>
                <a:gd name="T0" fmla="*/ 0 w 44"/>
                <a:gd name="T1" fmla="*/ 237 h 25"/>
                <a:gd name="T2" fmla="*/ 340 w 44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5">
                  <a:moveTo>
                    <a:pt x="0" y="25"/>
                  </a:moveTo>
                  <a:cubicBezTo>
                    <a:pt x="18" y="25"/>
                    <a:pt x="38" y="15"/>
                    <a:pt x="44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0" name="Freeform 3190">
              <a:extLst>
                <a:ext uri="{FF2B5EF4-FFF2-40B4-BE49-F238E27FC236}">
                  <a16:creationId xmlns:a16="http://schemas.microsoft.com/office/drawing/2014/main" id="{35875CF7-1A09-4A5F-945E-5DD918684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192"/>
              <a:ext cx="30" cy="25"/>
            </a:xfrm>
            <a:custGeom>
              <a:avLst/>
              <a:gdLst>
                <a:gd name="T0" fmla="*/ 0 w 15"/>
                <a:gd name="T1" fmla="*/ 56 h 12"/>
                <a:gd name="T2" fmla="*/ 104 w 15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6" y="0"/>
                    <a:pt x="15" y="2"/>
                    <a:pt x="13" y="1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1" name="Freeform 3191">
              <a:extLst>
                <a:ext uri="{FF2B5EF4-FFF2-40B4-BE49-F238E27FC236}">
                  <a16:creationId xmlns:a16="http://schemas.microsoft.com/office/drawing/2014/main" id="{B0EE80DD-E548-4C23-B199-8E986D577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726"/>
              <a:ext cx="217" cy="359"/>
            </a:xfrm>
            <a:custGeom>
              <a:avLst/>
              <a:gdLst>
                <a:gd name="T0" fmla="*/ 860 w 109"/>
                <a:gd name="T1" fmla="*/ 0 h 169"/>
                <a:gd name="T2" fmla="*/ 543 w 109"/>
                <a:gd name="T3" fmla="*/ 690 h 169"/>
                <a:gd name="T4" fmla="*/ 72 w 109"/>
                <a:gd name="T5" fmla="*/ 1285 h 169"/>
                <a:gd name="T6" fmla="*/ 64 w 109"/>
                <a:gd name="T7" fmla="*/ 1621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69">
                  <a:moveTo>
                    <a:pt x="109" y="0"/>
                  </a:moveTo>
                  <a:cubicBezTo>
                    <a:pt x="91" y="21"/>
                    <a:pt x="75" y="48"/>
                    <a:pt x="69" y="72"/>
                  </a:cubicBezTo>
                  <a:cubicBezTo>
                    <a:pt x="66" y="82"/>
                    <a:pt x="17" y="115"/>
                    <a:pt x="9" y="134"/>
                  </a:cubicBezTo>
                  <a:cubicBezTo>
                    <a:pt x="0" y="148"/>
                    <a:pt x="8" y="169"/>
                    <a:pt x="8" y="16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2" name="Freeform 3192">
              <a:extLst>
                <a:ext uri="{FF2B5EF4-FFF2-40B4-BE49-F238E27FC236}">
                  <a16:creationId xmlns:a16="http://schemas.microsoft.com/office/drawing/2014/main" id="{890E87CA-1FF6-4641-8033-DD3E65C0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296"/>
              <a:ext cx="166" cy="26"/>
            </a:xfrm>
            <a:custGeom>
              <a:avLst/>
              <a:gdLst>
                <a:gd name="T0" fmla="*/ 664 w 83"/>
                <a:gd name="T1" fmla="*/ 52 h 12"/>
                <a:gd name="T2" fmla="*/ 0 w 83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2">
                  <a:moveTo>
                    <a:pt x="83" y="5"/>
                  </a:moveTo>
                  <a:cubicBezTo>
                    <a:pt x="41" y="0"/>
                    <a:pt x="20" y="2"/>
                    <a:pt x="0" y="1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3" name="Freeform 3193">
              <a:extLst>
                <a:ext uri="{FF2B5EF4-FFF2-40B4-BE49-F238E27FC236}">
                  <a16:creationId xmlns:a16="http://schemas.microsoft.com/office/drawing/2014/main" id="{28F1FF7F-7873-403E-8008-9AE70C428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2241"/>
              <a:ext cx="275" cy="60"/>
            </a:xfrm>
            <a:custGeom>
              <a:avLst/>
              <a:gdLst>
                <a:gd name="T0" fmla="*/ 0 w 138"/>
                <a:gd name="T1" fmla="*/ 276 h 28"/>
                <a:gd name="T2" fmla="*/ 703 w 138"/>
                <a:gd name="T3" fmla="*/ 9 h 28"/>
                <a:gd name="T4" fmla="*/ 1092 w 138"/>
                <a:gd name="T5" fmla="*/ 23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8">
                  <a:moveTo>
                    <a:pt x="0" y="28"/>
                  </a:moveTo>
                  <a:cubicBezTo>
                    <a:pt x="40" y="16"/>
                    <a:pt x="64" y="0"/>
                    <a:pt x="89" y="1"/>
                  </a:cubicBezTo>
                  <a:cubicBezTo>
                    <a:pt x="105" y="1"/>
                    <a:pt x="138" y="24"/>
                    <a:pt x="138" y="2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4" name="Freeform 3194">
              <a:extLst>
                <a:ext uri="{FF2B5EF4-FFF2-40B4-BE49-F238E27FC236}">
                  <a16:creationId xmlns:a16="http://schemas.microsoft.com/office/drawing/2014/main" id="{FFE49D19-87B8-4D00-98AB-3EE111844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228"/>
              <a:ext cx="254" cy="98"/>
            </a:xfrm>
            <a:custGeom>
              <a:avLst/>
              <a:gdLst>
                <a:gd name="T0" fmla="*/ 1016 w 127"/>
                <a:gd name="T1" fmla="*/ 96 h 46"/>
                <a:gd name="T2" fmla="*/ 0 w 127"/>
                <a:gd name="T3" fmla="*/ 445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46">
                  <a:moveTo>
                    <a:pt x="127" y="10"/>
                  </a:moveTo>
                  <a:cubicBezTo>
                    <a:pt x="84" y="0"/>
                    <a:pt x="43" y="10"/>
                    <a:pt x="0" y="4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5" name="Freeform 3195">
              <a:extLst>
                <a:ext uri="{FF2B5EF4-FFF2-40B4-BE49-F238E27FC236}">
                  <a16:creationId xmlns:a16="http://schemas.microsoft.com/office/drawing/2014/main" id="{D67ED05D-334C-44D9-B59A-585FB6009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730"/>
              <a:ext cx="174" cy="245"/>
            </a:xfrm>
            <a:custGeom>
              <a:avLst/>
              <a:gdLst>
                <a:gd name="T0" fmla="*/ 0 w 87"/>
                <a:gd name="T1" fmla="*/ 1112 h 115"/>
                <a:gd name="T2" fmla="*/ 696 w 87"/>
                <a:gd name="T3" fmla="*/ 0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15">
                  <a:moveTo>
                    <a:pt x="0" y="115"/>
                  </a:moveTo>
                  <a:cubicBezTo>
                    <a:pt x="15" y="61"/>
                    <a:pt x="63" y="13"/>
                    <a:pt x="8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6" name="Freeform 3196">
              <a:extLst>
                <a:ext uri="{FF2B5EF4-FFF2-40B4-BE49-F238E27FC236}">
                  <a16:creationId xmlns:a16="http://schemas.microsoft.com/office/drawing/2014/main" id="{96D9EA5B-FAF0-49B3-B936-3E9B8CF5C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2203"/>
              <a:ext cx="108" cy="36"/>
            </a:xfrm>
            <a:custGeom>
              <a:avLst/>
              <a:gdLst>
                <a:gd name="T0" fmla="*/ 0 w 54"/>
                <a:gd name="T1" fmla="*/ 161 h 17"/>
                <a:gd name="T2" fmla="*/ 432 w 54"/>
                <a:gd name="T3" fmla="*/ 5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">
                  <a:moveTo>
                    <a:pt x="0" y="17"/>
                  </a:moveTo>
                  <a:cubicBezTo>
                    <a:pt x="34" y="0"/>
                    <a:pt x="54" y="6"/>
                    <a:pt x="54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7" name="Freeform 3197">
              <a:extLst>
                <a:ext uri="{FF2B5EF4-FFF2-40B4-BE49-F238E27FC236}">
                  <a16:creationId xmlns:a16="http://schemas.microsoft.com/office/drawing/2014/main" id="{5E812F56-AF9A-41B9-A0C4-A85E97DB1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677"/>
              <a:ext cx="254" cy="43"/>
            </a:xfrm>
            <a:custGeom>
              <a:avLst/>
              <a:gdLst>
                <a:gd name="T0" fmla="*/ 0 w 127"/>
                <a:gd name="T1" fmla="*/ 198 h 20"/>
                <a:gd name="T2" fmla="*/ 1016 w 1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20">
                  <a:moveTo>
                    <a:pt x="0" y="20"/>
                  </a:moveTo>
                  <a:cubicBezTo>
                    <a:pt x="34" y="18"/>
                    <a:pt x="111" y="7"/>
                    <a:pt x="12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8" name="Freeform 3198">
              <a:extLst>
                <a:ext uri="{FF2B5EF4-FFF2-40B4-BE49-F238E27FC236}">
                  <a16:creationId xmlns:a16="http://schemas.microsoft.com/office/drawing/2014/main" id="{E7DCE2E3-B8F5-4674-AEE9-1D270EBAB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797"/>
              <a:ext cx="201" cy="110"/>
            </a:xfrm>
            <a:custGeom>
              <a:avLst/>
              <a:gdLst>
                <a:gd name="T0" fmla="*/ 0 w 101"/>
                <a:gd name="T1" fmla="*/ 482 h 52"/>
                <a:gd name="T2" fmla="*/ 796 w 10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52">
                  <a:moveTo>
                    <a:pt x="0" y="51"/>
                  </a:moveTo>
                  <a:cubicBezTo>
                    <a:pt x="20" y="52"/>
                    <a:pt x="83" y="24"/>
                    <a:pt x="10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9" name="Freeform 3199">
              <a:extLst>
                <a:ext uri="{FF2B5EF4-FFF2-40B4-BE49-F238E27FC236}">
                  <a16:creationId xmlns:a16="http://schemas.microsoft.com/office/drawing/2014/main" id="{FE64C7C8-54B4-4399-85CB-AE8C7EE43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773"/>
              <a:ext cx="267" cy="75"/>
            </a:xfrm>
            <a:custGeom>
              <a:avLst/>
              <a:gdLst>
                <a:gd name="T0" fmla="*/ 0 w 134"/>
                <a:gd name="T1" fmla="*/ 345 h 35"/>
                <a:gd name="T2" fmla="*/ 568 w 134"/>
                <a:gd name="T3" fmla="*/ 206 h 35"/>
                <a:gd name="T4" fmla="*/ 1060 w 13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35">
                  <a:moveTo>
                    <a:pt x="0" y="35"/>
                  </a:moveTo>
                  <a:cubicBezTo>
                    <a:pt x="29" y="27"/>
                    <a:pt x="41" y="29"/>
                    <a:pt x="72" y="21"/>
                  </a:cubicBezTo>
                  <a:cubicBezTo>
                    <a:pt x="104" y="12"/>
                    <a:pt x="113" y="3"/>
                    <a:pt x="13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0" name="Freeform 3200">
              <a:extLst>
                <a:ext uri="{FF2B5EF4-FFF2-40B4-BE49-F238E27FC236}">
                  <a16:creationId xmlns:a16="http://schemas.microsoft.com/office/drawing/2014/main" id="{482C4CA3-DBF8-4322-9F6F-8212D2E70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826"/>
              <a:ext cx="255" cy="139"/>
            </a:xfrm>
            <a:custGeom>
              <a:avLst/>
              <a:gdLst>
                <a:gd name="T0" fmla="*/ 0 w 128"/>
                <a:gd name="T1" fmla="*/ 567 h 65"/>
                <a:gd name="T2" fmla="*/ 703 w 128"/>
                <a:gd name="T3" fmla="*/ 438 h 65"/>
                <a:gd name="T4" fmla="*/ 1012 w 128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65">
                  <a:moveTo>
                    <a:pt x="0" y="58"/>
                  </a:moveTo>
                  <a:cubicBezTo>
                    <a:pt x="32" y="65"/>
                    <a:pt x="58" y="59"/>
                    <a:pt x="89" y="45"/>
                  </a:cubicBezTo>
                  <a:cubicBezTo>
                    <a:pt x="120" y="31"/>
                    <a:pt x="128" y="0"/>
                    <a:pt x="12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1" name="Freeform 3201">
              <a:extLst>
                <a:ext uri="{FF2B5EF4-FFF2-40B4-BE49-F238E27FC236}">
                  <a16:creationId xmlns:a16="http://schemas.microsoft.com/office/drawing/2014/main" id="{DE3BF0FC-DB15-4CB6-868E-F902863B1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818"/>
              <a:ext cx="279" cy="85"/>
            </a:xfrm>
            <a:custGeom>
              <a:avLst/>
              <a:gdLst>
                <a:gd name="T0" fmla="*/ 0 w 140"/>
                <a:gd name="T1" fmla="*/ 357 h 40"/>
                <a:gd name="T2" fmla="*/ 1108 w 140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0" h="40">
                  <a:moveTo>
                    <a:pt x="0" y="37"/>
                  </a:moveTo>
                  <a:cubicBezTo>
                    <a:pt x="34" y="40"/>
                    <a:pt x="115" y="20"/>
                    <a:pt x="14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2" name="Freeform 3202">
              <a:extLst>
                <a:ext uri="{FF2B5EF4-FFF2-40B4-BE49-F238E27FC236}">
                  <a16:creationId xmlns:a16="http://schemas.microsoft.com/office/drawing/2014/main" id="{EDFB6715-19C8-48A3-94BB-A039E0D34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782"/>
              <a:ext cx="253" cy="93"/>
            </a:xfrm>
            <a:custGeom>
              <a:avLst/>
              <a:gdLst>
                <a:gd name="T0" fmla="*/ 0 w 127"/>
                <a:gd name="T1" fmla="*/ 389 h 44"/>
                <a:gd name="T2" fmla="*/ 655 w 127"/>
                <a:gd name="T3" fmla="*/ 254 h 44"/>
                <a:gd name="T4" fmla="*/ 1004 w 127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44">
                  <a:moveTo>
                    <a:pt x="0" y="41"/>
                  </a:moveTo>
                  <a:cubicBezTo>
                    <a:pt x="35" y="44"/>
                    <a:pt x="51" y="38"/>
                    <a:pt x="83" y="27"/>
                  </a:cubicBezTo>
                  <a:cubicBezTo>
                    <a:pt x="115" y="16"/>
                    <a:pt x="127" y="0"/>
                    <a:pt x="12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3" name="Freeform 3203">
              <a:extLst>
                <a:ext uri="{FF2B5EF4-FFF2-40B4-BE49-F238E27FC236}">
                  <a16:creationId xmlns:a16="http://schemas.microsoft.com/office/drawing/2014/main" id="{76B7FDB4-0CB2-41BE-AD75-E30B54885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945"/>
              <a:ext cx="249" cy="92"/>
            </a:xfrm>
            <a:custGeom>
              <a:avLst/>
              <a:gdLst>
                <a:gd name="T0" fmla="*/ 0 w 125"/>
                <a:gd name="T1" fmla="*/ 394 h 43"/>
                <a:gd name="T2" fmla="*/ 988 w 125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5" h="43">
                  <a:moveTo>
                    <a:pt x="0" y="40"/>
                  </a:moveTo>
                  <a:cubicBezTo>
                    <a:pt x="30" y="38"/>
                    <a:pt x="78" y="43"/>
                    <a:pt x="12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4" name="Freeform 3204">
              <a:extLst>
                <a:ext uri="{FF2B5EF4-FFF2-40B4-BE49-F238E27FC236}">
                  <a16:creationId xmlns:a16="http://schemas.microsoft.com/office/drawing/2014/main" id="{810EA97F-765D-42F9-A45E-8A5ED4110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894"/>
              <a:ext cx="245" cy="109"/>
            </a:xfrm>
            <a:custGeom>
              <a:avLst/>
              <a:gdLst>
                <a:gd name="T0" fmla="*/ 0 w 123"/>
                <a:gd name="T1" fmla="*/ 498 h 51"/>
                <a:gd name="T2" fmla="*/ 972 w 123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51">
                  <a:moveTo>
                    <a:pt x="0" y="51"/>
                  </a:moveTo>
                  <a:cubicBezTo>
                    <a:pt x="43" y="51"/>
                    <a:pt x="95" y="32"/>
                    <a:pt x="12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5" name="Freeform 3205">
              <a:extLst>
                <a:ext uri="{FF2B5EF4-FFF2-40B4-BE49-F238E27FC236}">
                  <a16:creationId xmlns:a16="http://schemas.microsoft.com/office/drawing/2014/main" id="{05409A46-5E0D-473B-A8B1-34B2A4D95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009"/>
              <a:ext cx="278" cy="136"/>
            </a:xfrm>
            <a:custGeom>
              <a:avLst/>
              <a:gdLst>
                <a:gd name="T0" fmla="*/ 0 w 139"/>
                <a:gd name="T1" fmla="*/ 614 h 64"/>
                <a:gd name="T2" fmla="*/ 648 w 139"/>
                <a:gd name="T3" fmla="*/ 325 h 64"/>
                <a:gd name="T4" fmla="*/ 1112 w 13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64">
                  <a:moveTo>
                    <a:pt x="0" y="64"/>
                  </a:moveTo>
                  <a:cubicBezTo>
                    <a:pt x="18" y="50"/>
                    <a:pt x="47" y="54"/>
                    <a:pt x="81" y="34"/>
                  </a:cubicBezTo>
                  <a:cubicBezTo>
                    <a:pt x="115" y="14"/>
                    <a:pt x="139" y="0"/>
                    <a:pt x="13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6" name="Freeform 3206">
              <a:extLst>
                <a:ext uri="{FF2B5EF4-FFF2-40B4-BE49-F238E27FC236}">
                  <a16:creationId xmlns:a16="http://schemas.microsoft.com/office/drawing/2014/main" id="{40890FA3-1233-4CF1-B0DD-81061DB3C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139"/>
              <a:ext cx="252" cy="162"/>
            </a:xfrm>
            <a:custGeom>
              <a:avLst/>
              <a:gdLst>
                <a:gd name="T0" fmla="*/ 1008 w 126"/>
                <a:gd name="T1" fmla="*/ 0 h 76"/>
                <a:gd name="T2" fmla="*/ 680 w 126"/>
                <a:gd name="T3" fmla="*/ 341 h 76"/>
                <a:gd name="T4" fmla="*/ 152 w 126"/>
                <a:gd name="T5" fmla="*/ 718 h 76"/>
                <a:gd name="T6" fmla="*/ 0 w 126"/>
                <a:gd name="T7" fmla="*/ 710 h 76"/>
                <a:gd name="T8" fmla="*/ 416 w 126"/>
                <a:gd name="T9" fmla="*/ 426 h 76"/>
                <a:gd name="T10" fmla="*/ 1008 w 126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76">
                  <a:moveTo>
                    <a:pt x="126" y="0"/>
                  </a:moveTo>
                  <a:cubicBezTo>
                    <a:pt x="126" y="0"/>
                    <a:pt x="101" y="15"/>
                    <a:pt x="85" y="35"/>
                  </a:cubicBezTo>
                  <a:cubicBezTo>
                    <a:pt x="69" y="54"/>
                    <a:pt x="50" y="66"/>
                    <a:pt x="19" y="74"/>
                  </a:cubicBezTo>
                  <a:cubicBezTo>
                    <a:pt x="6" y="76"/>
                    <a:pt x="0" y="73"/>
                    <a:pt x="0" y="73"/>
                  </a:cubicBezTo>
                  <a:cubicBezTo>
                    <a:pt x="19" y="67"/>
                    <a:pt x="32" y="62"/>
                    <a:pt x="52" y="44"/>
                  </a:cubicBezTo>
                  <a:cubicBezTo>
                    <a:pt x="72" y="26"/>
                    <a:pt x="102" y="5"/>
                    <a:pt x="126" y="0"/>
                  </a:cubicBezTo>
                  <a:close/>
                </a:path>
              </a:pathLst>
            </a:custGeom>
            <a:solidFill>
              <a:srgbClr val="F2A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7" name="Freeform 3207">
              <a:extLst>
                <a:ext uri="{FF2B5EF4-FFF2-40B4-BE49-F238E27FC236}">
                  <a16:creationId xmlns:a16="http://schemas.microsoft.com/office/drawing/2014/main" id="{5EFE6B91-F1E3-421B-B96B-CD3302C4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128"/>
              <a:ext cx="272" cy="183"/>
            </a:xfrm>
            <a:custGeom>
              <a:avLst/>
              <a:gdLst>
                <a:gd name="T0" fmla="*/ 1040 w 136"/>
                <a:gd name="T1" fmla="*/ 0 h 86"/>
                <a:gd name="T2" fmla="*/ 432 w 136"/>
                <a:gd name="T3" fmla="*/ 434 h 86"/>
                <a:gd name="T4" fmla="*/ 32 w 136"/>
                <a:gd name="T5" fmla="*/ 702 h 86"/>
                <a:gd name="T6" fmla="*/ 0 w 136"/>
                <a:gd name="T7" fmla="*/ 751 h 86"/>
                <a:gd name="T8" fmla="*/ 24 w 136"/>
                <a:gd name="T9" fmla="*/ 787 h 86"/>
                <a:gd name="T10" fmla="*/ 200 w 136"/>
                <a:gd name="T11" fmla="*/ 811 h 86"/>
                <a:gd name="T12" fmla="*/ 752 w 136"/>
                <a:gd name="T13" fmla="*/ 413 h 86"/>
                <a:gd name="T14" fmla="*/ 1064 w 136"/>
                <a:gd name="T15" fmla="*/ 96 h 86"/>
                <a:gd name="T16" fmla="*/ 1080 w 136"/>
                <a:gd name="T17" fmla="*/ 40 h 86"/>
                <a:gd name="T18" fmla="*/ 1040 w 136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86">
                  <a:moveTo>
                    <a:pt x="130" y="0"/>
                  </a:moveTo>
                  <a:cubicBezTo>
                    <a:pt x="102" y="5"/>
                    <a:pt x="70" y="31"/>
                    <a:pt x="54" y="45"/>
                  </a:cubicBezTo>
                  <a:cubicBezTo>
                    <a:pt x="35" y="63"/>
                    <a:pt x="22" y="68"/>
                    <a:pt x="4" y="73"/>
                  </a:cubicBezTo>
                  <a:cubicBezTo>
                    <a:pt x="2" y="74"/>
                    <a:pt x="1" y="76"/>
                    <a:pt x="0" y="78"/>
                  </a:cubicBezTo>
                  <a:cubicBezTo>
                    <a:pt x="0" y="79"/>
                    <a:pt x="1" y="81"/>
                    <a:pt x="3" y="82"/>
                  </a:cubicBezTo>
                  <a:cubicBezTo>
                    <a:pt x="4" y="83"/>
                    <a:pt x="11" y="86"/>
                    <a:pt x="25" y="84"/>
                  </a:cubicBezTo>
                  <a:cubicBezTo>
                    <a:pt x="55" y="76"/>
                    <a:pt x="76" y="64"/>
                    <a:pt x="94" y="43"/>
                  </a:cubicBezTo>
                  <a:cubicBezTo>
                    <a:pt x="109" y="25"/>
                    <a:pt x="133" y="10"/>
                    <a:pt x="133" y="10"/>
                  </a:cubicBezTo>
                  <a:cubicBezTo>
                    <a:pt x="135" y="8"/>
                    <a:pt x="136" y="6"/>
                    <a:pt x="135" y="4"/>
                  </a:cubicBezTo>
                  <a:cubicBezTo>
                    <a:pt x="134" y="1"/>
                    <a:pt x="132" y="0"/>
                    <a:pt x="130" y="0"/>
                  </a:cubicBezTo>
                  <a:close/>
                </a:path>
              </a:pathLst>
            </a:custGeom>
            <a:solidFill>
              <a:srgbClr val="DB9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8" name="Freeform 3208">
              <a:extLst>
                <a:ext uri="{FF2B5EF4-FFF2-40B4-BE49-F238E27FC236}">
                  <a16:creationId xmlns:a16="http://schemas.microsoft.com/office/drawing/2014/main" id="{2D1771EB-BCE9-458A-90C9-E9C86C6E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311"/>
              <a:ext cx="165" cy="141"/>
            </a:xfrm>
            <a:custGeom>
              <a:avLst/>
              <a:gdLst>
                <a:gd name="T0" fmla="*/ 0 w 83"/>
                <a:gd name="T1" fmla="*/ 635 h 66"/>
                <a:gd name="T2" fmla="*/ 652 w 83"/>
                <a:gd name="T3" fmla="*/ 19 h 66"/>
                <a:gd name="T4" fmla="*/ 0 w 83"/>
                <a:gd name="T5" fmla="*/ 64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66">
                  <a:moveTo>
                    <a:pt x="0" y="65"/>
                  </a:moveTo>
                  <a:cubicBezTo>
                    <a:pt x="27" y="1"/>
                    <a:pt x="70" y="0"/>
                    <a:pt x="83" y="2"/>
                  </a:cubicBezTo>
                  <a:cubicBezTo>
                    <a:pt x="74" y="13"/>
                    <a:pt x="25" y="55"/>
                    <a:pt x="0" y="66"/>
                  </a:cubicBezTo>
                </a:path>
              </a:pathLst>
            </a:custGeom>
            <a:solidFill>
              <a:srgbClr val="F2A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9" name="Freeform 3209">
              <a:extLst>
                <a:ext uri="{FF2B5EF4-FFF2-40B4-BE49-F238E27FC236}">
                  <a16:creationId xmlns:a16="http://schemas.microsoft.com/office/drawing/2014/main" id="{8ADCCD1C-4CFA-473C-AB6F-AF0AA22E0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290"/>
              <a:ext cx="185" cy="174"/>
            </a:xfrm>
            <a:custGeom>
              <a:avLst/>
              <a:gdLst>
                <a:gd name="T0" fmla="*/ 8 w 93"/>
                <a:gd name="T1" fmla="*/ 698 h 82"/>
                <a:gd name="T2" fmla="*/ 0 w 93"/>
                <a:gd name="T3" fmla="*/ 715 h 82"/>
                <a:gd name="T4" fmla="*/ 0 w 93"/>
                <a:gd name="T5" fmla="*/ 726 h 82"/>
                <a:gd name="T6" fmla="*/ 0 w 93"/>
                <a:gd name="T7" fmla="*/ 726 h 82"/>
                <a:gd name="T8" fmla="*/ 8 w 93"/>
                <a:gd name="T9" fmla="*/ 747 h 82"/>
                <a:gd name="T10" fmla="*/ 56 w 93"/>
                <a:gd name="T11" fmla="*/ 775 h 82"/>
                <a:gd name="T12" fmla="*/ 724 w 93"/>
                <a:gd name="T13" fmla="*/ 153 h 82"/>
                <a:gd name="T14" fmla="*/ 732 w 93"/>
                <a:gd name="T15" fmla="*/ 104 h 82"/>
                <a:gd name="T16" fmla="*/ 700 w 93"/>
                <a:gd name="T17" fmla="*/ 76 h 82"/>
                <a:gd name="T18" fmla="*/ 8 w 93"/>
                <a:gd name="T19" fmla="*/ 698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82">
                  <a:moveTo>
                    <a:pt x="1" y="73"/>
                  </a:moveTo>
                  <a:cubicBezTo>
                    <a:pt x="0" y="74"/>
                    <a:pt x="0" y="75"/>
                    <a:pt x="0" y="7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7"/>
                    <a:pt x="0" y="78"/>
                    <a:pt x="1" y="78"/>
                  </a:cubicBezTo>
                  <a:cubicBezTo>
                    <a:pt x="2" y="81"/>
                    <a:pt x="5" y="82"/>
                    <a:pt x="7" y="81"/>
                  </a:cubicBezTo>
                  <a:cubicBezTo>
                    <a:pt x="34" y="69"/>
                    <a:pt x="83" y="25"/>
                    <a:pt x="92" y="16"/>
                  </a:cubicBezTo>
                  <a:cubicBezTo>
                    <a:pt x="93" y="14"/>
                    <a:pt x="93" y="13"/>
                    <a:pt x="93" y="11"/>
                  </a:cubicBezTo>
                  <a:cubicBezTo>
                    <a:pt x="92" y="9"/>
                    <a:pt x="91" y="8"/>
                    <a:pt x="89" y="8"/>
                  </a:cubicBezTo>
                  <a:cubicBezTo>
                    <a:pt x="83" y="7"/>
                    <a:pt x="31" y="0"/>
                    <a:pt x="1" y="73"/>
                  </a:cubicBezTo>
                  <a:close/>
                </a:path>
              </a:pathLst>
            </a:custGeom>
            <a:solidFill>
              <a:srgbClr val="DB9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0" name="Freeform 3210">
              <a:extLst>
                <a:ext uri="{FF2B5EF4-FFF2-40B4-BE49-F238E27FC236}">
                  <a16:creationId xmlns:a16="http://schemas.microsoft.com/office/drawing/2014/main" id="{7D4392B9-7809-43F8-AFC1-73B75809D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447"/>
              <a:ext cx="155" cy="209"/>
            </a:xfrm>
            <a:custGeom>
              <a:avLst/>
              <a:gdLst>
                <a:gd name="T0" fmla="*/ 0 w 78"/>
                <a:gd name="T1" fmla="*/ 951 h 98"/>
                <a:gd name="T2" fmla="*/ 463 w 78"/>
                <a:gd name="T3" fmla="*/ 409 h 98"/>
                <a:gd name="T4" fmla="*/ 612 w 78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8">
                  <a:moveTo>
                    <a:pt x="0" y="98"/>
                  </a:moveTo>
                  <a:cubicBezTo>
                    <a:pt x="13" y="84"/>
                    <a:pt x="46" y="65"/>
                    <a:pt x="59" y="42"/>
                  </a:cubicBezTo>
                  <a:cubicBezTo>
                    <a:pt x="71" y="19"/>
                    <a:pt x="78" y="0"/>
                    <a:pt x="7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1" name="Freeform 3211">
              <a:extLst>
                <a:ext uri="{FF2B5EF4-FFF2-40B4-BE49-F238E27FC236}">
                  <a16:creationId xmlns:a16="http://schemas.microsoft.com/office/drawing/2014/main" id="{B5A36CF4-28F2-489A-A13A-0D0F6AC71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201"/>
              <a:ext cx="166" cy="183"/>
            </a:xfrm>
            <a:custGeom>
              <a:avLst/>
              <a:gdLst>
                <a:gd name="T0" fmla="*/ 0 w 83"/>
                <a:gd name="T1" fmla="*/ 828 h 86"/>
                <a:gd name="T2" fmla="*/ 392 w 83"/>
                <a:gd name="T3" fmla="*/ 494 h 86"/>
                <a:gd name="T4" fmla="*/ 664 w 83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86">
                  <a:moveTo>
                    <a:pt x="0" y="86"/>
                  </a:moveTo>
                  <a:cubicBezTo>
                    <a:pt x="22" y="75"/>
                    <a:pt x="31" y="69"/>
                    <a:pt x="49" y="51"/>
                  </a:cubicBezTo>
                  <a:cubicBezTo>
                    <a:pt x="67" y="33"/>
                    <a:pt x="83" y="0"/>
                    <a:pt x="8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2" name="Freeform 3212">
              <a:extLst>
                <a:ext uri="{FF2B5EF4-FFF2-40B4-BE49-F238E27FC236}">
                  <a16:creationId xmlns:a16="http://schemas.microsoft.com/office/drawing/2014/main" id="{A0993812-F80B-463B-96F0-A141DAFA1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337"/>
              <a:ext cx="169" cy="208"/>
            </a:xfrm>
            <a:custGeom>
              <a:avLst/>
              <a:gdLst>
                <a:gd name="T0" fmla="*/ 668 w 85"/>
                <a:gd name="T1" fmla="*/ 0 h 98"/>
                <a:gd name="T2" fmla="*/ 447 w 85"/>
                <a:gd name="T3" fmla="*/ 365 h 98"/>
                <a:gd name="T4" fmla="*/ 0 w 85"/>
                <a:gd name="T5" fmla="*/ 936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98">
                  <a:moveTo>
                    <a:pt x="85" y="0"/>
                  </a:moveTo>
                  <a:cubicBezTo>
                    <a:pt x="69" y="15"/>
                    <a:pt x="67" y="20"/>
                    <a:pt x="57" y="38"/>
                  </a:cubicBezTo>
                  <a:cubicBezTo>
                    <a:pt x="47" y="55"/>
                    <a:pt x="34" y="75"/>
                    <a:pt x="0" y="9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3" name="Freeform 3213">
              <a:extLst>
                <a:ext uri="{FF2B5EF4-FFF2-40B4-BE49-F238E27FC236}">
                  <a16:creationId xmlns:a16="http://schemas.microsoft.com/office/drawing/2014/main" id="{C7374393-5C07-43BF-B6CE-3CEBF1817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594"/>
              <a:ext cx="166" cy="238"/>
            </a:xfrm>
            <a:custGeom>
              <a:avLst/>
              <a:gdLst>
                <a:gd name="T0" fmla="*/ 0 w 83"/>
                <a:gd name="T1" fmla="*/ 1075 h 112"/>
                <a:gd name="T2" fmla="*/ 528 w 83"/>
                <a:gd name="T3" fmla="*/ 434 h 112"/>
                <a:gd name="T4" fmla="*/ 664 w 83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12">
                  <a:moveTo>
                    <a:pt x="0" y="112"/>
                  </a:moveTo>
                  <a:cubicBezTo>
                    <a:pt x="17" y="99"/>
                    <a:pt x="52" y="74"/>
                    <a:pt x="66" y="45"/>
                  </a:cubicBezTo>
                  <a:cubicBezTo>
                    <a:pt x="80" y="17"/>
                    <a:pt x="83" y="0"/>
                    <a:pt x="8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4" name="Freeform 3214">
              <a:extLst>
                <a:ext uri="{FF2B5EF4-FFF2-40B4-BE49-F238E27FC236}">
                  <a16:creationId xmlns:a16="http://schemas.microsoft.com/office/drawing/2014/main" id="{E55A436F-1259-4802-9A33-2EE943171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813"/>
              <a:ext cx="126" cy="302"/>
            </a:xfrm>
            <a:custGeom>
              <a:avLst/>
              <a:gdLst>
                <a:gd name="T0" fmla="*/ 504 w 63"/>
                <a:gd name="T1" fmla="*/ 0 h 142"/>
                <a:gd name="T2" fmla="*/ 296 w 63"/>
                <a:gd name="T3" fmla="*/ 904 h 142"/>
                <a:gd name="T4" fmla="*/ 0 w 63"/>
                <a:gd name="T5" fmla="*/ 1365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42">
                  <a:moveTo>
                    <a:pt x="63" y="0"/>
                  </a:moveTo>
                  <a:cubicBezTo>
                    <a:pt x="52" y="22"/>
                    <a:pt x="37" y="94"/>
                    <a:pt x="37" y="94"/>
                  </a:cubicBezTo>
                  <a:cubicBezTo>
                    <a:pt x="33" y="109"/>
                    <a:pt x="0" y="142"/>
                    <a:pt x="0" y="14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5" name="Freeform 3215">
              <a:extLst>
                <a:ext uri="{FF2B5EF4-FFF2-40B4-BE49-F238E27FC236}">
                  <a16:creationId xmlns:a16="http://schemas.microsoft.com/office/drawing/2014/main" id="{BC20F551-384C-4E72-ADA1-0BA277D81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739"/>
              <a:ext cx="118" cy="212"/>
            </a:xfrm>
            <a:custGeom>
              <a:avLst/>
              <a:gdLst>
                <a:gd name="T0" fmla="*/ 0 w 59"/>
                <a:gd name="T1" fmla="*/ 952 h 100"/>
                <a:gd name="T2" fmla="*/ 472 w 59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00">
                  <a:moveTo>
                    <a:pt x="0" y="100"/>
                  </a:moveTo>
                  <a:cubicBezTo>
                    <a:pt x="18" y="84"/>
                    <a:pt x="47" y="31"/>
                    <a:pt x="5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6" name="Freeform 3216">
              <a:extLst>
                <a:ext uri="{FF2B5EF4-FFF2-40B4-BE49-F238E27FC236}">
                  <a16:creationId xmlns:a16="http://schemas.microsoft.com/office/drawing/2014/main" id="{23BBC620-CE30-4DD0-8338-F3D540682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488"/>
              <a:ext cx="149" cy="217"/>
            </a:xfrm>
            <a:custGeom>
              <a:avLst/>
              <a:gdLst>
                <a:gd name="T0" fmla="*/ 0 w 75"/>
                <a:gd name="T1" fmla="*/ 983 h 102"/>
                <a:gd name="T2" fmla="*/ 469 w 75"/>
                <a:gd name="T3" fmla="*/ 334 h 102"/>
                <a:gd name="T4" fmla="*/ 588 w 75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02">
                  <a:moveTo>
                    <a:pt x="0" y="102"/>
                  </a:moveTo>
                  <a:cubicBezTo>
                    <a:pt x="29" y="83"/>
                    <a:pt x="47" y="55"/>
                    <a:pt x="60" y="35"/>
                  </a:cubicBezTo>
                  <a:cubicBezTo>
                    <a:pt x="74" y="15"/>
                    <a:pt x="75" y="0"/>
                    <a:pt x="7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7" name="Freeform 3217">
              <a:extLst>
                <a:ext uri="{FF2B5EF4-FFF2-40B4-BE49-F238E27FC236}">
                  <a16:creationId xmlns:a16="http://schemas.microsoft.com/office/drawing/2014/main" id="{6B50DD7C-2DB8-43CF-AFF6-C3EF2CC0A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318"/>
              <a:ext cx="128" cy="208"/>
            </a:xfrm>
            <a:custGeom>
              <a:avLst/>
              <a:gdLst>
                <a:gd name="T0" fmla="*/ 512 w 64"/>
                <a:gd name="T1" fmla="*/ 0 h 98"/>
                <a:gd name="T2" fmla="*/ 0 w 64"/>
                <a:gd name="T3" fmla="*/ 936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98">
                  <a:moveTo>
                    <a:pt x="64" y="0"/>
                  </a:moveTo>
                  <a:cubicBezTo>
                    <a:pt x="64" y="24"/>
                    <a:pt x="48" y="62"/>
                    <a:pt x="0" y="9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8" name="Freeform 3218">
              <a:extLst>
                <a:ext uri="{FF2B5EF4-FFF2-40B4-BE49-F238E27FC236}">
                  <a16:creationId xmlns:a16="http://schemas.microsoft.com/office/drawing/2014/main" id="{584442CA-3E01-4AAF-AE53-CF4F9264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122"/>
              <a:ext cx="140" cy="204"/>
            </a:xfrm>
            <a:custGeom>
              <a:avLst/>
              <a:gdLst>
                <a:gd name="T0" fmla="*/ 0 w 70"/>
                <a:gd name="T1" fmla="*/ 922 h 96"/>
                <a:gd name="T2" fmla="*/ 424 w 70"/>
                <a:gd name="T3" fmla="*/ 478 h 96"/>
                <a:gd name="T4" fmla="*/ 560 w 70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96">
                  <a:moveTo>
                    <a:pt x="0" y="96"/>
                  </a:moveTo>
                  <a:cubicBezTo>
                    <a:pt x="19" y="85"/>
                    <a:pt x="40" y="71"/>
                    <a:pt x="53" y="50"/>
                  </a:cubicBezTo>
                  <a:cubicBezTo>
                    <a:pt x="66" y="28"/>
                    <a:pt x="70" y="0"/>
                    <a:pt x="7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9" name="Freeform 3219">
              <a:extLst>
                <a:ext uri="{FF2B5EF4-FFF2-40B4-BE49-F238E27FC236}">
                  <a16:creationId xmlns:a16="http://schemas.microsoft.com/office/drawing/2014/main" id="{9BE9F9E8-A8E4-4FC7-AA77-79B127C32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018"/>
              <a:ext cx="173" cy="210"/>
            </a:xfrm>
            <a:custGeom>
              <a:avLst/>
              <a:gdLst>
                <a:gd name="T0" fmla="*/ 0 w 87"/>
                <a:gd name="T1" fmla="*/ 944 h 99"/>
                <a:gd name="T2" fmla="*/ 424 w 87"/>
                <a:gd name="T3" fmla="*/ 486 h 99"/>
                <a:gd name="T4" fmla="*/ 684 w 87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99">
                  <a:moveTo>
                    <a:pt x="0" y="99"/>
                  </a:moveTo>
                  <a:cubicBezTo>
                    <a:pt x="17" y="90"/>
                    <a:pt x="28" y="69"/>
                    <a:pt x="54" y="51"/>
                  </a:cubicBezTo>
                  <a:cubicBezTo>
                    <a:pt x="81" y="32"/>
                    <a:pt x="87" y="0"/>
                    <a:pt x="8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0" name="Freeform 3220">
              <a:extLst>
                <a:ext uri="{FF2B5EF4-FFF2-40B4-BE49-F238E27FC236}">
                  <a16:creationId xmlns:a16="http://schemas.microsoft.com/office/drawing/2014/main" id="{00A4A8A9-DD9B-4482-BA37-FDFA13BC0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894"/>
              <a:ext cx="210" cy="151"/>
            </a:xfrm>
            <a:custGeom>
              <a:avLst/>
              <a:gdLst>
                <a:gd name="T0" fmla="*/ 0 w 105"/>
                <a:gd name="T1" fmla="*/ 683 h 71"/>
                <a:gd name="T2" fmla="*/ 520 w 105"/>
                <a:gd name="T3" fmla="*/ 376 h 71"/>
                <a:gd name="T4" fmla="*/ 840 w 105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1">
                  <a:moveTo>
                    <a:pt x="0" y="71"/>
                  </a:moveTo>
                  <a:cubicBezTo>
                    <a:pt x="20" y="57"/>
                    <a:pt x="41" y="48"/>
                    <a:pt x="65" y="39"/>
                  </a:cubicBezTo>
                  <a:cubicBezTo>
                    <a:pt x="90" y="31"/>
                    <a:pt x="105" y="0"/>
                    <a:pt x="10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1" name="Freeform 3221">
              <a:extLst>
                <a:ext uri="{FF2B5EF4-FFF2-40B4-BE49-F238E27FC236}">
                  <a16:creationId xmlns:a16="http://schemas.microsoft.com/office/drawing/2014/main" id="{90525D2D-E06A-4459-8B06-0D827D6D1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833"/>
              <a:ext cx="197" cy="102"/>
            </a:xfrm>
            <a:custGeom>
              <a:avLst/>
              <a:gdLst>
                <a:gd name="T0" fmla="*/ 780 w 99"/>
                <a:gd name="T1" fmla="*/ 0 h 48"/>
                <a:gd name="T2" fmla="*/ 0 w 99"/>
                <a:gd name="T3" fmla="*/ 46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48">
                  <a:moveTo>
                    <a:pt x="99" y="0"/>
                  </a:moveTo>
                  <a:cubicBezTo>
                    <a:pt x="88" y="14"/>
                    <a:pt x="43" y="37"/>
                    <a:pt x="0" y="4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2" name="Freeform 3222">
              <a:extLst>
                <a:ext uri="{FF2B5EF4-FFF2-40B4-BE49-F238E27FC236}">
                  <a16:creationId xmlns:a16="http://schemas.microsoft.com/office/drawing/2014/main" id="{FC510CFB-1AA5-4C58-879D-807890799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1752"/>
              <a:ext cx="264" cy="72"/>
            </a:xfrm>
            <a:custGeom>
              <a:avLst/>
              <a:gdLst>
                <a:gd name="T0" fmla="*/ 0 w 132"/>
                <a:gd name="T1" fmla="*/ 322 h 34"/>
                <a:gd name="T2" fmla="*/ 488 w 132"/>
                <a:gd name="T3" fmla="*/ 273 h 34"/>
                <a:gd name="T4" fmla="*/ 1056 w 13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34">
                  <a:moveTo>
                    <a:pt x="0" y="34"/>
                  </a:moveTo>
                  <a:cubicBezTo>
                    <a:pt x="31" y="26"/>
                    <a:pt x="27" y="33"/>
                    <a:pt x="61" y="29"/>
                  </a:cubicBezTo>
                  <a:cubicBezTo>
                    <a:pt x="94" y="26"/>
                    <a:pt x="132" y="0"/>
                    <a:pt x="13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3" name="Freeform 3223">
              <a:extLst>
                <a:ext uri="{FF2B5EF4-FFF2-40B4-BE49-F238E27FC236}">
                  <a16:creationId xmlns:a16="http://schemas.microsoft.com/office/drawing/2014/main" id="{D87FE98C-9152-4C83-9AC1-78343739C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690"/>
              <a:ext cx="264" cy="64"/>
            </a:xfrm>
            <a:custGeom>
              <a:avLst/>
              <a:gdLst>
                <a:gd name="T0" fmla="*/ 0 w 132"/>
                <a:gd name="T1" fmla="*/ 241 h 30"/>
                <a:gd name="T2" fmla="*/ 1056 w 132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2" h="30">
                  <a:moveTo>
                    <a:pt x="0" y="25"/>
                  </a:moveTo>
                  <a:cubicBezTo>
                    <a:pt x="28" y="27"/>
                    <a:pt x="83" y="30"/>
                    <a:pt x="13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4" name="Freeform 3224">
              <a:extLst>
                <a:ext uri="{FF2B5EF4-FFF2-40B4-BE49-F238E27FC236}">
                  <a16:creationId xmlns:a16="http://schemas.microsoft.com/office/drawing/2014/main" id="{4F804724-D0D6-4BF4-82D6-D6D192DD9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729"/>
              <a:ext cx="293" cy="76"/>
            </a:xfrm>
            <a:custGeom>
              <a:avLst/>
              <a:gdLst>
                <a:gd name="T0" fmla="*/ 0 w 147"/>
                <a:gd name="T1" fmla="*/ 321 h 36"/>
                <a:gd name="T2" fmla="*/ 1164 w 147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36">
                  <a:moveTo>
                    <a:pt x="0" y="34"/>
                  </a:moveTo>
                  <a:cubicBezTo>
                    <a:pt x="39" y="36"/>
                    <a:pt x="120" y="21"/>
                    <a:pt x="14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5" name="Freeform 3225">
              <a:extLst>
                <a:ext uri="{FF2B5EF4-FFF2-40B4-BE49-F238E27FC236}">
                  <a16:creationId xmlns:a16="http://schemas.microsoft.com/office/drawing/2014/main" id="{80F2C3B6-AB39-432E-B7F9-5024A2B0B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809"/>
              <a:ext cx="263" cy="85"/>
            </a:xfrm>
            <a:custGeom>
              <a:avLst/>
              <a:gdLst>
                <a:gd name="T0" fmla="*/ 0 w 132"/>
                <a:gd name="T1" fmla="*/ 385 h 40"/>
                <a:gd name="T2" fmla="*/ 536 w 132"/>
                <a:gd name="T3" fmla="*/ 249 h 40"/>
                <a:gd name="T4" fmla="*/ 1044 w 13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40">
                  <a:moveTo>
                    <a:pt x="0" y="40"/>
                  </a:moveTo>
                  <a:cubicBezTo>
                    <a:pt x="24" y="38"/>
                    <a:pt x="36" y="38"/>
                    <a:pt x="68" y="26"/>
                  </a:cubicBezTo>
                  <a:cubicBezTo>
                    <a:pt x="100" y="14"/>
                    <a:pt x="103" y="9"/>
                    <a:pt x="13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6" name="Freeform 3226">
              <a:extLst>
                <a:ext uri="{FF2B5EF4-FFF2-40B4-BE49-F238E27FC236}">
                  <a16:creationId xmlns:a16="http://schemas.microsoft.com/office/drawing/2014/main" id="{0782CAAF-1B61-4E7F-9102-00D5EF337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458"/>
              <a:ext cx="166" cy="200"/>
            </a:xfrm>
            <a:custGeom>
              <a:avLst/>
              <a:gdLst>
                <a:gd name="T0" fmla="*/ 0 w 83"/>
                <a:gd name="T1" fmla="*/ 906 h 94"/>
                <a:gd name="T2" fmla="*/ 664 w 83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94">
                  <a:moveTo>
                    <a:pt x="0" y="94"/>
                  </a:moveTo>
                  <a:cubicBezTo>
                    <a:pt x="22" y="83"/>
                    <a:pt x="56" y="53"/>
                    <a:pt x="8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7" name="Freeform 3227">
              <a:extLst>
                <a:ext uri="{FF2B5EF4-FFF2-40B4-BE49-F238E27FC236}">
                  <a16:creationId xmlns:a16="http://schemas.microsoft.com/office/drawing/2014/main" id="{655B6488-3420-4472-BDF2-E7B4A80B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507"/>
              <a:ext cx="200" cy="187"/>
            </a:xfrm>
            <a:custGeom>
              <a:avLst/>
              <a:gdLst>
                <a:gd name="T0" fmla="*/ 0 w 100"/>
                <a:gd name="T1" fmla="*/ 844 h 88"/>
                <a:gd name="T2" fmla="*/ 800 w 100"/>
                <a:gd name="T3" fmla="*/ 0 h 88"/>
                <a:gd name="T4" fmla="*/ 392 w 100"/>
                <a:gd name="T5" fmla="*/ 308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8">
                  <a:moveTo>
                    <a:pt x="0" y="88"/>
                  </a:moveTo>
                  <a:cubicBezTo>
                    <a:pt x="27" y="74"/>
                    <a:pt x="75" y="59"/>
                    <a:pt x="100" y="0"/>
                  </a:cubicBezTo>
                  <a:cubicBezTo>
                    <a:pt x="89" y="8"/>
                    <a:pt x="72" y="12"/>
                    <a:pt x="49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8" name="Freeform 3228">
              <a:extLst>
                <a:ext uri="{FF2B5EF4-FFF2-40B4-BE49-F238E27FC236}">
                  <a16:creationId xmlns:a16="http://schemas.microsoft.com/office/drawing/2014/main" id="{C6191244-EDCB-42F2-A210-033A1913E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607"/>
              <a:ext cx="200" cy="247"/>
            </a:xfrm>
            <a:custGeom>
              <a:avLst/>
              <a:gdLst>
                <a:gd name="T0" fmla="*/ 0 w 100"/>
                <a:gd name="T1" fmla="*/ 1120 h 116"/>
                <a:gd name="T2" fmla="*/ 488 w 100"/>
                <a:gd name="T3" fmla="*/ 522 h 116"/>
                <a:gd name="T4" fmla="*/ 800 w 100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16">
                  <a:moveTo>
                    <a:pt x="0" y="116"/>
                  </a:moveTo>
                  <a:cubicBezTo>
                    <a:pt x="10" y="95"/>
                    <a:pt x="38" y="86"/>
                    <a:pt x="61" y="54"/>
                  </a:cubicBezTo>
                  <a:cubicBezTo>
                    <a:pt x="84" y="22"/>
                    <a:pt x="100" y="0"/>
                    <a:pt x="10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9" name="Freeform 3229">
              <a:extLst>
                <a:ext uri="{FF2B5EF4-FFF2-40B4-BE49-F238E27FC236}">
                  <a16:creationId xmlns:a16="http://schemas.microsoft.com/office/drawing/2014/main" id="{F8182069-43D6-4B9E-96D3-92BD22C87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577"/>
              <a:ext cx="273" cy="442"/>
            </a:xfrm>
            <a:custGeom>
              <a:avLst/>
              <a:gdLst>
                <a:gd name="T0" fmla="*/ 1084 w 137"/>
                <a:gd name="T1" fmla="*/ 0 h 208"/>
                <a:gd name="T2" fmla="*/ 783 w 137"/>
                <a:gd name="T3" fmla="*/ 827 h 208"/>
                <a:gd name="T4" fmla="*/ 373 w 137"/>
                <a:gd name="T5" fmla="*/ 1324 h 208"/>
                <a:gd name="T6" fmla="*/ 277 w 137"/>
                <a:gd name="T7" fmla="*/ 1706 h 208"/>
                <a:gd name="T8" fmla="*/ 64 w 137"/>
                <a:gd name="T9" fmla="*/ 1978 h 208"/>
                <a:gd name="T10" fmla="*/ 0 w 137"/>
                <a:gd name="T11" fmla="*/ 1978 h 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208">
                  <a:moveTo>
                    <a:pt x="137" y="0"/>
                  </a:moveTo>
                  <a:cubicBezTo>
                    <a:pt x="128" y="23"/>
                    <a:pt x="131" y="53"/>
                    <a:pt x="99" y="86"/>
                  </a:cubicBezTo>
                  <a:cubicBezTo>
                    <a:pt x="68" y="119"/>
                    <a:pt x="61" y="113"/>
                    <a:pt x="47" y="138"/>
                  </a:cubicBezTo>
                  <a:cubicBezTo>
                    <a:pt x="39" y="153"/>
                    <a:pt x="43" y="160"/>
                    <a:pt x="35" y="178"/>
                  </a:cubicBezTo>
                  <a:cubicBezTo>
                    <a:pt x="26" y="196"/>
                    <a:pt x="8" y="206"/>
                    <a:pt x="8" y="206"/>
                  </a:cubicBezTo>
                  <a:cubicBezTo>
                    <a:pt x="2" y="208"/>
                    <a:pt x="0" y="206"/>
                    <a:pt x="0" y="20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0" name="Freeform 3230">
              <a:extLst>
                <a:ext uri="{FF2B5EF4-FFF2-40B4-BE49-F238E27FC236}">
                  <a16:creationId xmlns:a16="http://schemas.microsoft.com/office/drawing/2014/main" id="{8CC1137F-ECAF-4683-A6F1-42A9D8376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1965"/>
              <a:ext cx="212" cy="161"/>
            </a:xfrm>
            <a:custGeom>
              <a:avLst/>
              <a:gdLst>
                <a:gd name="T0" fmla="*/ 0 w 106"/>
                <a:gd name="T1" fmla="*/ 722 h 76"/>
                <a:gd name="T2" fmla="*/ 544 w 106"/>
                <a:gd name="T3" fmla="*/ 314 h 76"/>
                <a:gd name="T4" fmla="*/ 848 w 106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76">
                  <a:moveTo>
                    <a:pt x="0" y="76"/>
                  </a:moveTo>
                  <a:cubicBezTo>
                    <a:pt x="26" y="72"/>
                    <a:pt x="46" y="53"/>
                    <a:pt x="68" y="33"/>
                  </a:cubicBezTo>
                  <a:cubicBezTo>
                    <a:pt x="90" y="14"/>
                    <a:pt x="106" y="0"/>
                    <a:pt x="10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1" name="Freeform 3231">
              <a:extLst>
                <a:ext uri="{FF2B5EF4-FFF2-40B4-BE49-F238E27FC236}">
                  <a16:creationId xmlns:a16="http://schemas.microsoft.com/office/drawing/2014/main" id="{639EF38C-9398-47C3-95FA-E1BE558F6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897"/>
              <a:ext cx="235" cy="114"/>
            </a:xfrm>
            <a:custGeom>
              <a:avLst/>
              <a:gdLst>
                <a:gd name="T0" fmla="*/ 0 w 118"/>
                <a:gd name="T1" fmla="*/ 509 h 54"/>
                <a:gd name="T2" fmla="*/ 932 w 118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8" h="54">
                  <a:moveTo>
                    <a:pt x="0" y="54"/>
                  </a:moveTo>
                  <a:cubicBezTo>
                    <a:pt x="36" y="45"/>
                    <a:pt x="89" y="23"/>
                    <a:pt x="1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2" name="Freeform 3232">
              <a:extLst>
                <a:ext uri="{FF2B5EF4-FFF2-40B4-BE49-F238E27FC236}">
                  <a16:creationId xmlns:a16="http://schemas.microsoft.com/office/drawing/2014/main" id="{F439F0C8-F691-4B9D-A921-3EB583657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216"/>
              <a:ext cx="156" cy="208"/>
            </a:xfrm>
            <a:custGeom>
              <a:avLst/>
              <a:gdLst>
                <a:gd name="T0" fmla="*/ 0 w 78"/>
                <a:gd name="T1" fmla="*/ 936 h 98"/>
                <a:gd name="T2" fmla="*/ 456 w 78"/>
                <a:gd name="T3" fmla="*/ 333 h 98"/>
                <a:gd name="T4" fmla="*/ 624 w 78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8">
                  <a:moveTo>
                    <a:pt x="0" y="98"/>
                  </a:moveTo>
                  <a:cubicBezTo>
                    <a:pt x="17" y="77"/>
                    <a:pt x="46" y="52"/>
                    <a:pt x="57" y="35"/>
                  </a:cubicBezTo>
                  <a:cubicBezTo>
                    <a:pt x="67" y="18"/>
                    <a:pt x="78" y="0"/>
                    <a:pt x="7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3" name="Freeform 3233">
              <a:extLst>
                <a:ext uri="{FF2B5EF4-FFF2-40B4-BE49-F238E27FC236}">
                  <a16:creationId xmlns:a16="http://schemas.microsoft.com/office/drawing/2014/main" id="{93948FC5-03CE-43CC-A5D3-0D97865C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107"/>
              <a:ext cx="171" cy="166"/>
            </a:xfrm>
            <a:custGeom>
              <a:avLst/>
              <a:gdLst>
                <a:gd name="T0" fmla="*/ 0 w 86"/>
                <a:gd name="T1" fmla="*/ 751 h 78"/>
                <a:gd name="T2" fmla="*/ 573 w 86"/>
                <a:gd name="T3" fmla="*/ 204 h 78"/>
                <a:gd name="T4" fmla="*/ 676 w 86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78">
                  <a:moveTo>
                    <a:pt x="0" y="78"/>
                  </a:moveTo>
                  <a:cubicBezTo>
                    <a:pt x="29" y="63"/>
                    <a:pt x="62" y="37"/>
                    <a:pt x="73" y="21"/>
                  </a:cubicBezTo>
                  <a:cubicBezTo>
                    <a:pt x="83" y="5"/>
                    <a:pt x="86" y="0"/>
                    <a:pt x="8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4" name="Freeform 3234">
              <a:extLst>
                <a:ext uri="{FF2B5EF4-FFF2-40B4-BE49-F238E27FC236}">
                  <a16:creationId xmlns:a16="http://schemas.microsoft.com/office/drawing/2014/main" id="{16901537-D74C-448E-A854-EFBCE4806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001"/>
              <a:ext cx="186" cy="151"/>
            </a:xfrm>
            <a:custGeom>
              <a:avLst/>
              <a:gdLst>
                <a:gd name="T0" fmla="*/ 0 w 93"/>
                <a:gd name="T1" fmla="*/ 683 h 71"/>
                <a:gd name="T2" fmla="*/ 744 w 93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1">
                  <a:moveTo>
                    <a:pt x="0" y="71"/>
                  </a:moveTo>
                  <a:cubicBezTo>
                    <a:pt x="37" y="55"/>
                    <a:pt x="70" y="34"/>
                    <a:pt x="9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5" name="Freeform 3235">
              <a:extLst>
                <a:ext uri="{FF2B5EF4-FFF2-40B4-BE49-F238E27FC236}">
                  <a16:creationId xmlns:a16="http://schemas.microsoft.com/office/drawing/2014/main" id="{EFB869A0-AD38-4B12-AD67-A4952D3A8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1988"/>
              <a:ext cx="251" cy="49"/>
            </a:xfrm>
            <a:custGeom>
              <a:avLst/>
              <a:gdLst>
                <a:gd name="T0" fmla="*/ 72 w 126"/>
                <a:gd name="T1" fmla="*/ 173 h 23"/>
                <a:gd name="T2" fmla="*/ 239 w 126"/>
                <a:gd name="T3" fmla="*/ 117 h 23"/>
                <a:gd name="T4" fmla="*/ 552 w 126"/>
                <a:gd name="T5" fmla="*/ 49 h 23"/>
                <a:gd name="T6" fmla="*/ 996 w 126"/>
                <a:gd name="T7" fmla="*/ 181 h 23"/>
                <a:gd name="T8" fmla="*/ 639 w 126"/>
                <a:gd name="T9" fmla="*/ 213 h 23"/>
                <a:gd name="T10" fmla="*/ 412 w 126"/>
                <a:gd name="T11" fmla="*/ 196 h 23"/>
                <a:gd name="T12" fmla="*/ 0 w 126"/>
                <a:gd name="T13" fmla="*/ 17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23">
                  <a:moveTo>
                    <a:pt x="9" y="18"/>
                  </a:moveTo>
                  <a:cubicBezTo>
                    <a:pt x="16" y="17"/>
                    <a:pt x="23" y="14"/>
                    <a:pt x="30" y="12"/>
                  </a:cubicBezTo>
                  <a:cubicBezTo>
                    <a:pt x="40" y="8"/>
                    <a:pt x="59" y="0"/>
                    <a:pt x="70" y="5"/>
                  </a:cubicBezTo>
                  <a:cubicBezTo>
                    <a:pt x="87" y="8"/>
                    <a:pt x="126" y="19"/>
                    <a:pt x="126" y="19"/>
                  </a:cubicBezTo>
                  <a:cubicBezTo>
                    <a:pt x="126" y="19"/>
                    <a:pt x="104" y="21"/>
                    <a:pt x="81" y="22"/>
                  </a:cubicBezTo>
                  <a:cubicBezTo>
                    <a:pt x="75" y="23"/>
                    <a:pt x="57" y="21"/>
                    <a:pt x="52" y="20"/>
                  </a:cubicBezTo>
                  <a:cubicBezTo>
                    <a:pt x="38" y="16"/>
                    <a:pt x="14" y="22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6" name="Freeform 3236">
              <a:extLst>
                <a:ext uri="{FF2B5EF4-FFF2-40B4-BE49-F238E27FC236}">
                  <a16:creationId xmlns:a16="http://schemas.microsoft.com/office/drawing/2014/main" id="{D33351CD-459A-48E4-927A-29D6F81B6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020"/>
              <a:ext cx="305" cy="108"/>
            </a:xfrm>
            <a:custGeom>
              <a:avLst/>
              <a:gdLst>
                <a:gd name="T0" fmla="*/ 1212 w 153"/>
                <a:gd name="T1" fmla="*/ 28 h 51"/>
                <a:gd name="T2" fmla="*/ 728 w 153"/>
                <a:gd name="T3" fmla="*/ 237 h 51"/>
                <a:gd name="T4" fmla="*/ 295 w 153"/>
                <a:gd name="T5" fmla="*/ 426 h 51"/>
                <a:gd name="T6" fmla="*/ 0 w 153"/>
                <a:gd name="T7" fmla="*/ 466 h 51"/>
                <a:gd name="T8" fmla="*/ 728 w 153"/>
                <a:gd name="T9" fmla="*/ 22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51">
                  <a:moveTo>
                    <a:pt x="153" y="3"/>
                  </a:moveTo>
                  <a:cubicBezTo>
                    <a:pt x="122" y="0"/>
                    <a:pt x="100" y="19"/>
                    <a:pt x="92" y="25"/>
                  </a:cubicBezTo>
                  <a:cubicBezTo>
                    <a:pt x="76" y="36"/>
                    <a:pt x="56" y="42"/>
                    <a:pt x="37" y="45"/>
                  </a:cubicBezTo>
                  <a:cubicBezTo>
                    <a:pt x="26" y="47"/>
                    <a:pt x="11" y="51"/>
                    <a:pt x="0" y="49"/>
                  </a:cubicBezTo>
                  <a:cubicBezTo>
                    <a:pt x="14" y="35"/>
                    <a:pt x="76" y="20"/>
                    <a:pt x="92" y="2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7" name="Freeform 3237">
              <a:extLst>
                <a:ext uri="{FF2B5EF4-FFF2-40B4-BE49-F238E27FC236}">
                  <a16:creationId xmlns:a16="http://schemas.microsoft.com/office/drawing/2014/main" id="{4D30F29D-D1B9-4A5A-A9A0-91E68D35D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030"/>
              <a:ext cx="188" cy="64"/>
            </a:xfrm>
            <a:custGeom>
              <a:avLst/>
              <a:gdLst>
                <a:gd name="T0" fmla="*/ 0 w 94"/>
                <a:gd name="T1" fmla="*/ 273 h 30"/>
                <a:gd name="T2" fmla="*/ 544 w 94"/>
                <a:gd name="T3" fmla="*/ 128 h 30"/>
                <a:gd name="T4" fmla="*/ 752 w 9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0">
                  <a:moveTo>
                    <a:pt x="0" y="28"/>
                  </a:moveTo>
                  <a:cubicBezTo>
                    <a:pt x="21" y="30"/>
                    <a:pt x="49" y="23"/>
                    <a:pt x="68" y="13"/>
                  </a:cubicBezTo>
                  <a:cubicBezTo>
                    <a:pt x="77" y="9"/>
                    <a:pt x="84" y="2"/>
                    <a:pt x="9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8" name="Freeform 3238">
              <a:extLst>
                <a:ext uri="{FF2B5EF4-FFF2-40B4-BE49-F238E27FC236}">
                  <a16:creationId xmlns:a16="http://schemas.microsoft.com/office/drawing/2014/main" id="{3BCA4BCA-1C43-488D-A97D-9F2CBEAB2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028"/>
              <a:ext cx="187" cy="39"/>
            </a:xfrm>
            <a:custGeom>
              <a:avLst/>
              <a:gdLst>
                <a:gd name="T0" fmla="*/ 0 w 94"/>
                <a:gd name="T1" fmla="*/ 165 h 18"/>
                <a:gd name="T2" fmla="*/ 245 w 94"/>
                <a:gd name="T3" fmla="*/ 173 h 18"/>
                <a:gd name="T4" fmla="*/ 372 w 94"/>
                <a:gd name="T5" fmla="*/ 173 h 18"/>
                <a:gd name="T6" fmla="*/ 740 w 9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8">
                  <a:moveTo>
                    <a:pt x="0" y="16"/>
                  </a:moveTo>
                  <a:cubicBezTo>
                    <a:pt x="11" y="16"/>
                    <a:pt x="20" y="16"/>
                    <a:pt x="31" y="17"/>
                  </a:cubicBezTo>
                  <a:cubicBezTo>
                    <a:pt x="36" y="18"/>
                    <a:pt x="42" y="18"/>
                    <a:pt x="47" y="17"/>
                  </a:cubicBezTo>
                  <a:cubicBezTo>
                    <a:pt x="66" y="14"/>
                    <a:pt x="94" y="0"/>
                    <a:pt x="9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9" name="Freeform 3239">
              <a:extLst>
                <a:ext uri="{FF2B5EF4-FFF2-40B4-BE49-F238E27FC236}">
                  <a16:creationId xmlns:a16="http://schemas.microsoft.com/office/drawing/2014/main" id="{AE963CD2-B400-4217-BFC8-45B01052B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979"/>
              <a:ext cx="202" cy="49"/>
            </a:xfrm>
            <a:custGeom>
              <a:avLst/>
              <a:gdLst>
                <a:gd name="T0" fmla="*/ 0 w 101"/>
                <a:gd name="T1" fmla="*/ 222 h 23"/>
                <a:gd name="T2" fmla="*/ 128 w 101"/>
                <a:gd name="T3" fmla="*/ 136 h 23"/>
                <a:gd name="T4" fmla="*/ 544 w 101"/>
                <a:gd name="T5" fmla="*/ 0 h 23"/>
                <a:gd name="T6" fmla="*/ 808 w 101"/>
                <a:gd name="T7" fmla="*/ 6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3">
                  <a:moveTo>
                    <a:pt x="0" y="23"/>
                  </a:moveTo>
                  <a:cubicBezTo>
                    <a:pt x="5" y="21"/>
                    <a:pt x="11" y="16"/>
                    <a:pt x="16" y="14"/>
                  </a:cubicBezTo>
                  <a:cubicBezTo>
                    <a:pt x="32" y="6"/>
                    <a:pt x="50" y="1"/>
                    <a:pt x="68" y="0"/>
                  </a:cubicBezTo>
                  <a:cubicBezTo>
                    <a:pt x="81" y="0"/>
                    <a:pt x="90" y="4"/>
                    <a:pt x="101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00" name="Freeform 3240">
              <a:extLst>
                <a:ext uri="{FF2B5EF4-FFF2-40B4-BE49-F238E27FC236}">
                  <a16:creationId xmlns:a16="http://schemas.microsoft.com/office/drawing/2014/main" id="{ADB08CE8-FD61-4D99-9AAE-E2CE29939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954"/>
              <a:ext cx="309" cy="66"/>
            </a:xfrm>
            <a:custGeom>
              <a:avLst/>
              <a:gdLst>
                <a:gd name="T0" fmla="*/ 1228 w 155"/>
                <a:gd name="T1" fmla="*/ 117 h 31"/>
                <a:gd name="T2" fmla="*/ 588 w 155"/>
                <a:gd name="T3" fmla="*/ 60 h 31"/>
                <a:gd name="T4" fmla="*/ 0 w 155"/>
                <a:gd name="T5" fmla="*/ 258 h 31"/>
                <a:gd name="T6" fmla="*/ 887 w 155"/>
                <a:gd name="T7" fmla="*/ 20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31">
                  <a:moveTo>
                    <a:pt x="155" y="12"/>
                  </a:moveTo>
                  <a:cubicBezTo>
                    <a:pt x="155" y="12"/>
                    <a:pt x="105" y="0"/>
                    <a:pt x="74" y="6"/>
                  </a:cubicBezTo>
                  <a:cubicBezTo>
                    <a:pt x="42" y="12"/>
                    <a:pt x="29" y="23"/>
                    <a:pt x="0" y="27"/>
                  </a:cubicBezTo>
                  <a:cubicBezTo>
                    <a:pt x="27" y="26"/>
                    <a:pt x="67" y="31"/>
                    <a:pt x="112" y="2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01" name="Freeform 3241">
              <a:extLst>
                <a:ext uri="{FF2B5EF4-FFF2-40B4-BE49-F238E27FC236}">
                  <a16:creationId xmlns:a16="http://schemas.microsoft.com/office/drawing/2014/main" id="{6B9EC3FA-71C5-4514-ABA7-E91FC31D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847"/>
              <a:ext cx="38" cy="172"/>
            </a:xfrm>
            <a:custGeom>
              <a:avLst/>
              <a:gdLst>
                <a:gd name="T0" fmla="*/ 0 w 19"/>
                <a:gd name="T1" fmla="*/ 775 h 81"/>
                <a:gd name="T2" fmla="*/ 144 w 19"/>
                <a:gd name="T3" fmla="*/ 0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1">
                  <a:moveTo>
                    <a:pt x="0" y="81"/>
                  </a:moveTo>
                  <a:cubicBezTo>
                    <a:pt x="13" y="67"/>
                    <a:pt x="19" y="16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02" name="Freeform 3242">
              <a:extLst>
                <a:ext uri="{FF2B5EF4-FFF2-40B4-BE49-F238E27FC236}">
                  <a16:creationId xmlns:a16="http://schemas.microsoft.com/office/drawing/2014/main" id="{C850E1C4-560A-4E35-BA30-BCB267489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686"/>
              <a:ext cx="100" cy="219"/>
            </a:xfrm>
            <a:custGeom>
              <a:avLst/>
              <a:gdLst>
                <a:gd name="T0" fmla="*/ 0 w 50"/>
                <a:gd name="T1" fmla="*/ 991 h 103"/>
                <a:gd name="T2" fmla="*/ 400 w 50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03">
                  <a:moveTo>
                    <a:pt x="0" y="103"/>
                  </a:moveTo>
                  <a:cubicBezTo>
                    <a:pt x="24" y="75"/>
                    <a:pt x="39" y="39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03" name="Freeform 3243">
              <a:extLst>
                <a:ext uri="{FF2B5EF4-FFF2-40B4-BE49-F238E27FC236}">
                  <a16:creationId xmlns:a16="http://schemas.microsoft.com/office/drawing/2014/main" id="{078A0DB5-5074-49EF-A7AC-DE1449798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569"/>
              <a:ext cx="117" cy="219"/>
            </a:xfrm>
            <a:custGeom>
              <a:avLst/>
              <a:gdLst>
                <a:gd name="T0" fmla="*/ 0 w 59"/>
                <a:gd name="T1" fmla="*/ 991 h 103"/>
                <a:gd name="T2" fmla="*/ 460 w 59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03">
                  <a:moveTo>
                    <a:pt x="0" y="103"/>
                  </a:moveTo>
                  <a:cubicBezTo>
                    <a:pt x="40" y="71"/>
                    <a:pt x="50" y="29"/>
                    <a:pt x="5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04" name="Freeform 3244">
              <a:extLst>
                <a:ext uri="{FF2B5EF4-FFF2-40B4-BE49-F238E27FC236}">
                  <a16:creationId xmlns:a16="http://schemas.microsoft.com/office/drawing/2014/main" id="{A4B25694-D5A0-4A06-9249-570BE5090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371"/>
              <a:ext cx="186" cy="240"/>
            </a:xfrm>
            <a:custGeom>
              <a:avLst/>
              <a:gdLst>
                <a:gd name="T0" fmla="*/ 0 w 93"/>
                <a:gd name="T1" fmla="*/ 1083 h 113"/>
                <a:gd name="T2" fmla="*/ 392 w 93"/>
                <a:gd name="T3" fmla="*/ 707 h 113"/>
                <a:gd name="T4" fmla="*/ 744 w 93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13">
                  <a:moveTo>
                    <a:pt x="0" y="113"/>
                  </a:moveTo>
                  <a:cubicBezTo>
                    <a:pt x="18" y="93"/>
                    <a:pt x="17" y="97"/>
                    <a:pt x="49" y="74"/>
                  </a:cubicBezTo>
                  <a:cubicBezTo>
                    <a:pt x="81" y="52"/>
                    <a:pt x="93" y="0"/>
                    <a:pt x="9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05" name="Freeform 3245">
              <a:extLst>
                <a:ext uri="{FF2B5EF4-FFF2-40B4-BE49-F238E27FC236}">
                  <a16:creationId xmlns:a16="http://schemas.microsoft.com/office/drawing/2014/main" id="{0C60F697-4A69-4583-ADF7-F631E510E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239"/>
              <a:ext cx="152" cy="193"/>
            </a:xfrm>
            <a:custGeom>
              <a:avLst/>
              <a:gdLst>
                <a:gd name="T0" fmla="*/ 0 w 76"/>
                <a:gd name="T1" fmla="*/ 867 h 91"/>
                <a:gd name="T2" fmla="*/ 608 w 76"/>
                <a:gd name="T3" fmla="*/ 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91">
                  <a:moveTo>
                    <a:pt x="0" y="91"/>
                  </a:moveTo>
                  <a:cubicBezTo>
                    <a:pt x="34" y="72"/>
                    <a:pt x="58" y="36"/>
                    <a:pt x="7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06" name="Freeform 3246">
              <a:extLst>
                <a:ext uri="{FF2B5EF4-FFF2-40B4-BE49-F238E27FC236}">
                  <a16:creationId xmlns:a16="http://schemas.microsoft.com/office/drawing/2014/main" id="{84E6B3E1-9A5C-4B08-AC20-4281CFF8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124"/>
              <a:ext cx="177" cy="170"/>
            </a:xfrm>
            <a:custGeom>
              <a:avLst/>
              <a:gdLst>
                <a:gd name="T0" fmla="*/ 0 w 89"/>
                <a:gd name="T1" fmla="*/ 767 h 80"/>
                <a:gd name="T2" fmla="*/ 700 w 89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80">
                  <a:moveTo>
                    <a:pt x="0" y="80"/>
                  </a:moveTo>
                  <a:cubicBezTo>
                    <a:pt x="44" y="66"/>
                    <a:pt x="74" y="27"/>
                    <a:pt x="8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07" name="Freeform 3247">
              <a:extLst>
                <a:ext uri="{FF2B5EF4-FFF2-40B4-BE49-F238E27FC236}">
                  <a16:creationId xmlns:a16="http://schemas.microsoft.com/office/drawing/2014/main" id="{1842F2DA-F830-4094-A6BB-3C764E4B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065"/>
              <a:ext cx="192" cy="63"/>
            </a:xfrm>
            <a:custGeom>
              <a:avLst/>
              <a:gdLst>
                <a:gd name="T0" fmla="*/ 768 w 96"/>
                <a:gd name="T1" fmla="*/ 0 h 30"/>
                <a:gd name="T2" fmla="*/ 0 w 96"/>
                <a:gd name="T3" fmla="*/ 277 h 30"/>
                <a:gd name="T4" fmla="*/ 224 w 96"/>
                <a:gd name="T5" fmla="*/ 9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30">
                  <a:moveTo>
                    <a:pt x="96" y="0"/>
                  </a:moveTo>
                  <a:cubicBezTo>
                    <a:pt x="72" y="12"/>
                    <a:pt x="36" y="27"/>
                    <a:pt x="0" y="30"/>
                  </a:cubicBezTo>
                  <a:cubicBezTo>
                    <a:pt x="14" y="17"/>
                    <a:pt x="28" y="10"/>
                    <a:pt x="28" y="1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08" name="Freeform 3248">
              <a:extLst>
                <a:ext uri="{FF2B5EF4-FFF2-40B4-BE49-F238E27FC236}">
                  <a16:creationId xmlns:a16="http://schemas.microsoft.com/office/drawing/2014/main" id="{095D6F15-4ED0-48CF-B3DA-1CF08C919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069"/>
              <a:ext cx="203" cy="34"/>
            </a:xfrm>
            <a:custGeom>
              <a:avLst/>
              <a:gdLst>
                <a:gd name="T0" fmla="*/ 0 w 102"/>
                <a:gd name="T1" fmla="*/ 145 h 16"/>
                <a:gd name="T2" fmla="*/ 404 w 102"/>
                <a:gd name="T3" fmla="*/ 136 h 16"/>
                <a:gd name="T4" fmla="*/ 804 w 10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6">
                  <a:moveTo>
                    <a:pt x="0" y="15"/>
                  </a:moveTo>
                  <a:cubicBezTo>
                    <a:pt x="32" y="16"/>
                    <a:pt x="51" y="14"/>
                    <a:pt x="51" y="14"/>
                  </a:cubicBezTo>
                  <a:cubicBezTo>
                    <a:pt x="69" y="15"/>
                    <a:pt x="102" y="0"/>
                    <a:pt x="10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09" name="Freeform 3249">
              <a:extLst>
                <a:ext uri="{FF2B5EF4-FFF2-40B4-BE49-F238E27FC236}">
                  <a16:creationId xmlns:a16="http://schemas.microsoft.com/office/drawing/2014/main" id="{F893003D-6F4D-4B95-A27C-73E242065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101"/>
              <a:ext cx="198" cy="53"/>
            </a:xfrm>
            <a:custGeom>
              <a:avLst/>
              <a:gdLst>
                <a:gd name="T0" fmla="*/ 336 w 99"/>
                <a:gd name="T1" fmla="*/ 0 h 25"/>
                <a:gd name="T2" fmla="*/ 0 w 99"/>
                <a:gd name="T3" fmla="*/ 237 h 25"/>
                <a:gd name="T4" fmla="*/ 792 w 99"/>
                <a:gd name="T5" fmla="*/ 4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5">
                  <a:moveTo>
                    <a:pt x="42" y="0"/>
                  </a:moveTo>
                  <a:cubicBezTo>
                    <a:pt x="29" y="5"/>
                    <a:pt x="13" y="14"/>
                    <a:pt x="0" y="25"/>
                  </a:cubicBezTo>
                  <a:cubicBezTo>
                    <a:pt x="42" y="22"/>
                    <a:pt x="66" y="7"/>
                    <a:pt x="99" y="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10" name="Freeform 3250">
              <a:extLst>
                <a:ext uri="{FF2B5EF4-FFF2-40B4-BE49-F238E27FC236}">
                  <a16:creationId xmlns:a16="http://schemas.microsoft.com/office/drawing/2014/main" id="{808F17A3-8D9D-461D-8907-31CC0F789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2120"/>
              <a:ext cx="201" cy="44"/>
            </a:xfrm>
            <a:custGeom>
              <a:avLst/>
              <a:gdLst>
                <a:gd name="T0" fmla="*/ 0 w 101"/>
                <a:gd name="T1" fmla="*/ 8 h 21"/>
                <a:gd name="T2" fmla="*/ 245 w 101"/>
                <a:gd name="T3" fmla="*/ 128 h 21"/>
                <a:gd name="T4" fmla="*/ 796 w 10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1">
                  <a:moveTo>
                    <a:pt x="0" y="1"/>
                  </a:moveTo>
                  <a:cubicBezTo>
                    <a:pt x="12" y="7"/>
                    <a:pt x="31" y="14"/>
                    <a:pt x="31" y="14"/>
                  </a:cubicBezTo>
                  <a:cubicBezTo>
                    <a:pt x="49" y="21"/>
                    <a:pt x="101" y="0"/>
                    <a:pt x="10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11" name="Freeform 3251">
              <a:extLst>
                <a:ext uri="{FF2B5EF4-FFF2-40B4-BE49-F238E27FC236}">
                  <a16:creationId xmlns:a16="http://schemas.microsoft.com/office/drawing/2014/main" id="{21E3045A-1E94-43E2-B071-2DF61DDA2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164"/>
              <a:ext cx="228" cy="73"/>
            </a:xfrm>
            <a:custGeom>
              <a:avLst/>
              <a:gdLst>
                <a:gd name="T0" fmla="*/ 760 w 114"/>
                <a:gd name="T1" fmla="*/ 60 h 34"/>
                <a:gd name="T2" fmla="*/ 360 w 114"/>
                <a:gd name="T3" fmla="*/ 41 h 34"/>
                <a:gd name="T4" fmla="*/ 0 w 114"/>
                <a:gd name="T5" fmla="*/ 337 h 34"/>
                <a:gd name="T6" fmla="*/ 912 w 114"/>
                <a:gd name="T7" fmla="*/ 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34">
                  <a:moveTo>
                    <a:pt x="95" y="6"/>
                  </a:moveTo>
                  <a:cubicBezTo>
                    <a:pt x="95" y="6"/>
                    <a:pt x="68" y="0"/>
                    <a:pt x="45" y="4"/>
                  </a:cubicBezTo>
                  <a:cubicBezTo>
                    <a:pt x="11" y="13"/>
                    <a:pt x="0" y="34"/>
                    <a:pt x="0" y="34"/>
                  </a:cubicBezTo>
                  <a:cubicBezTo>
                    <a:pt x="48" y="8"/>
                    <a:pt x="114" y="3"/>
                    <a:pt x="114" y="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12" name="Freeform 3252">
              <a:extLst>
                <a:ext uri="{FF2B5EF4-FFF2-40B4-BE49-F238E27FC236}">
                  <a16:creationId xmlns:a16="http://schemas.microsoft.com/office/drawing/2014/main" id="{DDDEE51B-7D0D-4C3F-8B34-F47E0D18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892"/>
              <a:ext cx="117" cy="206"/>
            </a:xfrm>
            <a:custGeom>
              <a:avLst/>
              <a:gdLst>
                <a:gd name="T0" fmla="*/ 460 w 59"/>
                <a:gd name="T1" fmla="*/ 0 h 97"/>
                <a:gd name="T2" fmla="*/ 40 w 59"/>
                <a:gd name="T3" fmla="*/ 537 h 97"/>
                <a:gd name="T4" fmla="*/ 40 w 59"/>
                <a:gd name="T5" fmla="*/ 92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7">
                  <a:moveTo>
                    <a:pt x="59" y="0"/>
                  </a:moveTo>
                  <a:cubicBezTo>
                    <a:pt x="59" y="0"/>
                    <a:pt x="14" y="36"/>
                    <a:pt x="5" y="56"/>
                  </a:cubicBezTo>
                  <a:cubicBezTo>
                    <a:pt x="0" y="68"/>
                    <a:pt x="4" y="95"/>
                    <a:pt x="5" y="9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13" name="Freeform 3253">
              <a:extLst>
                <a:ext uri="{FF2B5EF4-FFF2-40B4-BE49-F238E27FC236}">
                  <a16:creationId xmlns:a16="http://schemas.microsoft.com/office/drawing/2014/main" id="{984DBD7E-38C5-42CC-97D4-ED68D39BC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854"/>
              <a:ext cx="49" cy="106"/>
            </a:xfrm>
            <a:custGeom>
              <a:avLst/>
              <a:gdLst>
                <a:gd name="T0" fmla="*/ 0 w 25"/>
                <a:gd name="T1" fmla="*/ 477 h 50"/>
                <a:gd name="T2" fmla="*/ 188 w 25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0">
                  <a:moveTo>
                    <a:pt x="0" y="50"/>
                  </a:moveTo>
                  <a:cubicBezTo>
                    <a:pt x="6" y="35"/>
                    <a:pt x="15" y="17"/>
                    <a:pt x="2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14" name="Freeform 3254">
              <a:extLst>
                <a:ext uri="{FF2B5EF4-FFF2-40B4-BE49-F238E27FC236}">
                  <a16:creationId xmlns:a16="http://schemas.microsoft.com/office/drawing/2014/main" id="{3AA72505-BC64-462E-B46B-98437D03D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13"/>
              <a:ext cx="28" cy="132"/>
            </a:xfrm>
            <a:custGeom>
              <a:avLst/>
              <a:gdLst>
                <a:gd name="T0" fmla="*/ 112 w 14"/>
                <a:gd name="T1" fmla="*/ 0 h 62"/>
                <a:gd name="T2" fmla="*/ 32 w 14"/>
                <a:gd name="T3" fmla="*/ 59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2">
                  <a:moveTo>
                    <a:pt x="14" y="0"/>
                  </a:moveTo>
                  <a:cubicBezTo>
                    <a:pt x="5" y="21"/>
                    <a:pt x="0" y="48"/>
                    <a:pt x="4" y="6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15" name="Freeform 3255">
              <a:extLst>
                <a:ext uri="{FF2B5EF4-FFF2-40B4-BE49-F238E27FC236}">
                  <a16:creationId xmlns:a16="http://schemas.microsoft.com/office/drawing/2014/main" id="{86A9CD26-5847-4543-9558-1717FA75E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15"/>
              <a:ext cx="130" cy="162"/>
            </a:xfrm>
            <a:custGeom>
              <a:avLst/>
              <a:gdLst>
                <a:gd name="T0" fmla="*/ 0 w 65"/>
                <a:gd name="T1" fmla="*/ 735 h 76"/>
                <a:gd name="T2" fmla="*/ 520 w 65"/>
                <a:gd name="T3" fmla="*/ 0 h 76"/>
                <a:gd name="T4" fmla="*/ 208 w 65"/>
                <a:gd name="T5" fmla="*/ 37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76">
                  <a:moveTo>
                    <a:pt x="0" y="76"/>
                  </a:moveTo>
                  <a:cubicBezTo>
                    <a:pt x="62" y="51"/>
                    <a:pt x="64" y="18"/>
                    <a:pt x="65" y="0"/>
                  </a:cubicBezTo>
                  <a:cubicBezTo>
                    <a:pt x="56" y="15"/>
                    <a:pt x="37" y="20"/>
                    <a:pt x="26" y="3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16" name="Freeform 3256">
              <a:extLst>
                <a:ext uri="{FF2B5EF4-FFF2-40B4-BE49-F238E27FC236}">
                  <a16:creationId xmlns:a16="http://schemas.microsoft.com/office/drawing/2014/main" id="{F224E39A-CB1E-4102-BB69-3F823CE3B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775"/>
              <a:ext cx="104" cy="151"/>
            </a:xfrm>
            <a:custGeom>
              <a:avLst/>
              <a:gdLst>
                <a:gd name="T0" fmla="*/ 416 w 52"/>
                <a:gd name="T1" fmla="*/ 0 h 71"/>
                <a:gd name="T2" fmla="*/ 0 w 52"/>
                <a:gd name="T3" fmla="*/ 683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1">
                  <a:moveTo>
                    <a:pt x="52" y="0"/>
                  </a:moveTo>
                  <a:cubicBezTo>
                    <a:pt x="51" y="18"/>
                    <a:pt x="27" y="59"/>
                    <a:pt x="0" y="7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17" name="Freeform 3257">
              <a:extLst>
                <a:ext uri="{FF2B5EF4-FFF2-40B4-BE49-F238E27FC236}">
                  <a16:creationId xmlns:a16="http://schemas.microsoft.com/office/drawing/2014/main" id="{E1CCD403-AF63-460B-A06A-486860792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722"/>
              <a:ext cx="30" cy="89"/>
            </a:xfrm>
            <a:custGeom>
              <a:avLst/>
              <a:gdLst>
                <a:gd name="T0" fmla="*/ 120 w 15"/>
                <a:gd name="T1" fmla="*/ 0 h 42"/>
                <a:gd name="T2" fmla="*/ 0 w 15"/>
                <a:gd name="T3" fmla="*/ 40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15" y="0"/>
                  </a:moveTo>
                  <a:cubicBezTo>
                    <a:pt x="6" y="12"/>
                    <a:pt x="0" y="42"/>
                    <a:pt x="0" y="4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18" name="Freeform 3258">
              <a:extLst>
                <a:ext uri="{FF2B5EF4-FFF2-40B4-BE49-F238E27FC236}">
                  <a16:creationId xmlns:a16="http://schemas.microsoft.com/office/drawing/2014/main" id="{D19F7F38-C350-4B54-8CA0-77B2BD1AB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881"/>
              <a:ext cx="87" cy="132"/>
            </a:xfrm>
            <a:custGeom>
              <a:avLst/>
              <a:gdLst>
                <a:gd name="T0" fmla="*/ 340 w 44"/>
                <a:gd name="T1" fmla="*/ 0 h 62"/>
                <a:gd name="T2" fmla="*/ 0 w 44"/>
                <a:gd name="T3" fmla="*/ 59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2">
                  <a:moveTo>
                    <a:pt x="44" y="0"/>
                  </a:moveTo>
                  <a:cubicBezTo>
                    <a:pt x="29" y="10"/>
                    <a:pt x="7" y="38"/>
                    <a:pt x="0" y="6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19" name="Freeform 3259">
              <a:extLst>
                <a:ext uri="{FF2B5EF4-FFF2-40B4-BE49-F238E27FC236}">
                  <a16:creationId xmlns:a16="http://schemas.microsoft.com/office/drawing/2014/main" id="{2D3B97DB-972A-4B8D-A311-B1C130AF6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851"/>
              <a:ext cx="22" cy="94"/>
            </a:xfrm>
            <a:custGeom>
              <a:avLst/>
              <a:gdLst>
                <a:gd name="T0" fmla="*/ 88 w 11"/>
                <a:gd name="T1" fmla="*/ 0 h 44"/>
                <a:gd name="T2" fmla="*/ 0 w 11"/>
                <a:gd name="T3" fmla="*/ 42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4">
                  <a:moveTo>
                    <a:pt x="11" y="0"/>
                  </a:moveTo>
                  <a:cubicBezTo>
                    <a:pt x="3" y="15"/>
                    <a:pt x="0" y="44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20" name="Freeform 3260">
              <a:extLst>
                <a:ext uri="{FF2B5EF4-FFF2-40B4-BE49-F238E27FC236}">
                  <a16:creationId xmlns:a16="http://schemas.microsoft.com/office/drawing/2014/main" id="{92366850-9606-44D9-9C73-9E2F0B0E3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703"/>
              <a:ext cx="138" cy="151"/>
            </a:xfrm>
            <a:custGeom>
              <a:avLst/>
              <a:gdLst>
                <a:gd name="T0" fmla="*/ 0 w 69"/>
                <a:gd name="T1" fmla="*/ 683 h 71"/>
                <a:gd name="T2" fmla="*/ 552 w 69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1">
                  <a:moveTo>
                    <a:pt x="0" y="71"/>
                  </a:moveTo>
                  <a:cubicBezTo>
                    <a:pt x="30" y="59"/>
                    <a:pt x="63" y="31"/>
                    <a:pt x="6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21" name="Freeform 3261">
              <a:extLst>
                <a:ext uri="{FF2B5EF4-FFF2-40B4-BE49-F238E27FC236}">
                  <a16:creationId xmlns:a16="http://schemas.microsoft.com/office/drawing/2014/main" id="{6C31054A-51BE-4FDA-8EC8-835D71DA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845"/>
              <a:ext cx="124" cy="132"/>
            </a:xfrm>
            <a:custGeom>
              <a:avLst/>
              <a:gdLst>
                <a:gd name="T0" fmla="*/ 0 w 62"/>
                <a:gd name="T1" fmla="*/ 598 h 62"/>
                <a:gd name="T2" fmla="*/ 496 w 62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2">
                  <a:moveTo>
                    <a:pt x="0" y="62"/>
                  </a:moveTo>
                  <a:cubicBezTo>
                    <a:pt x="25" y="58"/>
                    <a:pt x="56" y="20"/>
                    <a:pt x="6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22" name="Freeform 3262">
              <a:extLst>
                <a:ext uri="{FF2B5EF4-FFF2-40B4-BE49-F238E27FC236}">
                  <a16:creationId xmlns:a16="http://schemas.microsoft.com/office/drawing/2014/main" id="{5668CF3B-D4CF-43BE-9CD8-0844190F3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781"/>
              <a:ext cx="114" cy="128"/>
            </a:xfrm>
            <a:custGeom>
              <a:avLst/>
              <a:gdLst>
                <a:gd name="T0" fmla="*/ 0 w 57"/>
                <a:gd name="T1" fmla="*/ 582 h 60"/>
                <a:gd name="T2" fmla="*/ 456 w 57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60">
                  <a:moveTo>
                    <a:pt x="0" y="60"/>
                  </a:moveTo>
                  <a:cubicBezTo>
                    <a:pt x="30" y="47"/>
                    <a:pt x="52" y="22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23" name="Freeform 3263">
              <a:extLst>
                <a:ext uri="{FF2B5EF4-FFF2-40B4-BE49-F238E27FC236}">
                  <a16:creationId xmlns:a16="http://schemas.microsoft.com/office/drawing/2014/main" id="{7F4B67C2-1BBB-4E35-A453-2DCDA1DD9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800"/>
              <a:ext cx="42" cy="153"/>
            </a:xfrm>
            <a:custGeom>
              <a:avLst/>
              <a:gdLst>
                <a:gd name="T0" fmla="*/ 168 w 21"/>
                <a:gd name="T1" fmla="*/ 0 h 72"/>
                <a:gd name="T2" fmla="*/ 0 w 21"/>
                <a:gd name="T3" fmla="*/ 691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2">
                  <a:moveTo>
                    <a:pt x="21" y="0"/>
                  </a:moveTo>
                  <a:cubicBezTo>
                    <a:pt x="9" y="23"/>
                    <a:pt x="3" y="55"/>
                    <a:pt x="0" y="7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24" name="Freeform 3264">
              <a:extLst>
                <a:ext uri="{FF2B5EF4-FFF2-40B4-BE49-F238E27FC236}">
                  <a16:creationId xmlns:a16="http://schemas.microsoft.com/office/drawing/2014/main" id="{21112EA1-E3F6-4153-881E-11711B17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856"/>
              <a:ext cx="100" cy="221"/>
            </a:xfrm>
            <a:custGeom>
              <a:avLst/>
              <a:gdLst>
                <a:gd name="T0" fmla="*/ 400 w 50"/>
                <a:gd name="T1" fmla="*/ 0 h 104"/>
                <a:gd name="T2" fmla="*/ 48 w 50"/>
                <a:gd name="T3" fmla="*/ 710 h 104"/>
                <a:gd name="T4" fmla="*/ 32 w 50"/>
                <a:gd name="T5" fmla="*/ 999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4">
                  <a:moveTo>
                    <a:pt x="50" y="0"/>
                  </a:moveTo>
                  <a:cubicBezTo>
                    <a:pt x="38" y="5"/>
                    <a:pt x="11" y="58"/>
                    <a:pt x="6" y="74"/>
                  </a:cubicBezTo>
                  <a:cubicBezTo>
                    <a:pt x="0" y="91"/>
                    <a:pt x="4" y="103"/>
                    <a:pt x="4" y="10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25" name="Freeform 3265">
              <a:extLst>
                <a:ext uri="{FF2B5EF4-FFF2-40B4-BE49-F238E27FC236}">
                  <a16:creationId xmlns:a16="http://schemas.microsoft.com/office/drawing/2014/main" id="{83BFCD87-9E89-42CA-A06F-3B026B582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747"/>
              <a:ext cx="100" cy="77"/>
            </a:xfrm>
            <a:custGeom>
              <a:avLst/>
              <a:gdLst>
                <a:gd name="T0" fmla="*/ 400 w 50"/>
                <a:gd name="T1" fmla="*/ 0 h 36"/>
                <a:gd name="T2" fmla="*/ 0 w 50"/>
                <a:gd name="T3" fmla="*/ 35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6">
                  <a:moveTo>
                    <a:pt x="50" y="0"/>
                  </a:moveTo>
                  <a:cubicBezTo>
                    <a:pt x="38" y="15"/>
                    <a:pt x="14" y="30"/>
                    <a:pt x="0" y="3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26" name="Freeform 3266">
              <a:extLst>
                <a:ext uri="{FF2B5EF4-FFF2-40B4-BE49-F238E27FC236}">
                  <a16:creationId xmlns:a16="http://schemas.microsoft.com/office/drawing/2014/main" id="{7A4F9277-1B76-41C3-95FD-0DABB93D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773"/>
              <a:ext cx="130" cy="115"/>
            </a:xfrm>
            <a:custGeom>
              <a:avLst/>
              <a:gdLst>
                <a:gd name="T0" fmla="*/ 520 w 65"/>
                <a:gd name="T1" fmla="*/ 0 h 54"/>
                <a:gd name="T2" fmla="*/ 0 w 65"/>
                <a:gd name="T3" fmla="*/ 522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54">
                  <a:moveTo>
                    <a:pt x="65" y="0"/>
                  </a:moveTo>
                  <a:cubicBezTo>
                    <a:pt x="58" y="15"/>
                    <a:pt x="43" y="45"/>
                    <a:pt x="0" y="5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27" name="Freeform 3267">
              <a:extLst>
                <a:ext uri="{FF2B5EF4-FFF2-40B4-BE49-F238E27FC236}">
                  <a16:creationId xmlns:a16="http://schemas.microsoft.com/office/drawing/2014/main" id="{3237C489-BF51-4C87-870C-87561AD88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877"/>
              <a:ext cx="126" cy="79"/>
            </a:xfrm>
            <a:custGeom>
              <a:avLst/>
              <a:gdLst>
                <a:gd name="T0" fmla="*/ 504 w 63"/>
                <a:gd name="T1" fmla="*/ 0 h 37"/>
                <a:gd name="T2" fmla="*/ 0 w 63"/>
                <a:gd name="T3" fmla="*/ 36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37">
                  <a:moveTo>
                    <a:pt x="63" y="0"/>
                  </a:moveTo>
                  <a:cubicBezTo>
                    <a:pt x="52" y="17"/>
                    <a:pt x="32" y="33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28" name="Freeform 3268">
              <a:extLst>
                <a:ext uri="{FF2B5EF4-FFF2-40B4-BE49-F238E27FC236}">
                  <a16:creationId xmlns:a16="http://schemas.microsoft.com/office/drawing/2014/main" id="{8E509965-B421-4EED-AB71-B564FA492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956"/>
              <a:ext cx="36" cy="61"/>
            </a:xfrm>
            <a:custGeom>
              <a:avLst/>
              <a:gdLst>
                <a:gd name="T0" fmla="*/ 144 w 18"/>
                <a:gd name="T1" fmla="*/ 0 h 29"/>
                <a:gd name="T2" fmla="*/ 0 w 18"/>
                <a:gd name="T3" fmla="*/ 26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9">
                  <a:moveTo>
                    <a:pt x="18" y="0"/>
                  </a:moveTo>
                  <a:cubicBezTo>
                    <a:pt x="12" y="13"/>
                    <a:pt x="1" y="29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29" name="Freeform 3269">
              <a:extLst>
                <a:ext uri="{FF2B5EF4-FFF2-40B4-BE49-F238E27FC236}">
                  <a16:creationId xmlns:a16="http://schemas.microsoft.com/office/drawing/2014/main" id="{7A3F684E-3DEF-4A63-B319-A5B08429D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924"/>
              <a:ext cx="114" cy="95"/>
            </a:xfrm>
            <a:custGeom>
              <a:avLst/>
              <a:gdLst>
                <a:gd name="T0" fmla="*/ 456 w 57"/>
                <a:gd name="T1" fmla="*/ 0 h 45"/>
                <a:gd name="T2" fmla="*/ 104 w 57"/>
                <a:gd name="T3" fmla="*/ 405 h 45"/>
                <a:gd name="T4" fmla="*/ 0 w 57"/>
                <a:gd name="T5" fmla="*/ 42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5">
                  <a:moveTo>
                    <a:pt x="57" y="0"/>
                  </a:moveTo>
                  <a:cubicBezTo>
                    <a:pt x="48" y="14"/>
                    <a:pt x="32" y="35"/>
                    <a:pt x="13" y="43"/>
                  </a:cubicBezTo>
                  <a:cubicBezTo>
                    <a:pt x="7" y="45"/>
                    <a:pt x="0" y="45"/>
                    <a:pt x="0" y="4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30" name="Freeform 3270">
              <a:extLst>
                <a:ext uri="{FF2B5EF4-FFF2-40B4-BE49-F238E27FC236}">
                  <a16:creationId xmlns:a16="http://schemas.microsoft.com/office/drawing/2014/main" id="{B51F9A86-13C0-44D4-853F-81946BF8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811"/>
              <a:ext cx="28" cy="119"/>
            </a:xfrm>
            <a:custGeom>
              <a:avLst/>
              <a:gdLst>
                <a:gd name="T0" fmla="*/ 112 w 14"/>
                <a:gd name="T1" fmla="*/ 0 h 56"/>
                <a:gd name="T2" fmla="*/ 24 w 14"/>
                <a:gd name="T3" fmla="*/ 53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14" y="0"/>
                  </a:moveTo>
                  <a:cubicBezTo>
                    <a:pt x="6" y="14"/>
                    <a:pt x="0" y="39"/>
                    <a:pt x="3" y="5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31" name="Freeform 3271">
              <a:extLst>
                <a:ext uri="{FF2B5EF4-FFF2-40B4-BE49-F238E27FC236}">
                  <a16:creationId xmlns:a16="http://schemas.microsoft.com/office/drawing/2014/main" id="{19C6D81A-5DD8-4E48-9B1C-0F277687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58"/>
              <a:ext cx="50" cy="138"/>
            </a:xfrm>
            <a:custGeom>
              <a:avLst/>
              <a:gdLst>
                <a:gd name="T0" fmla="*/ 200 w 25"/>
                <a:gd name="T1" fmla="*/ 0 h 65"/>
                <a:gd name="T2" fmla="*/ 64 w 25"/>
                <a:gd name="T3" fmla="*/ 62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5">
                  <a:moveTo>
                    <a:pt x="25" y="0"/>
                  </a:moveTo>
                  <a:cubicBezTo>
                    <a:pt x="4" y="17"/>
                    <a:pt x="0" y="47"/>
                    <a:pt x="8" y="6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32" name="Freeform 3272">
              <a:extLst>
                <a:ext uri="{FF2B5EF4-FFF2-40B4-BE49-F238E27FC236}">
                  <a16:creationId xmlns:a16="http://schemas.microsoft.com/office/drawing/2014/main" id="{EC6637CF-418B-46C7-931E-153415467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909"/>
              <a:ext cx="100" cy="76"/>
            </a:xfrm>
            <a:custGeom>
              <a:avLst/>
              <a:gdLst>
                <a:gd name="T0" fmla="*/ 400 w 50"/>
                <a:gd name="T1" fmla="*/ 0 h 36"/>
                <a:gd name="T2" fmla="*/ 0 w 50"/>
                <a:gd name="T3" fmla="*/ 33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6">
                  <a:moveTo>
                    <a:pt x="50" y="0"/>
                  </a:moveTo>
                  <a:cubicBezTo>
                    <a:pt x="46" y="12"/>
                    <a:pt x="11" y="32"/>
                    <a:pt x="0" y="3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33" name="Freeform 3273">
              <a:extLst>
                <a:ext uri="{FF2B5EF4-FFF2-40B4-BE49-F238E27FC236}">
                  <a16:creationId xmlns:a16="http://schemas.microsoft.com/office/drawing/2014/main" id="{8F280B26-BF94-4B2C-8453-710646B1A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951"/>
              <a:ext cx="114" cy="119"/>
            </a:xfrm>
            <a:custGeom>
              <a:avLst/>
              <a:gdLst>
                <a:gd name="T0" fmla="*/ 456 w 57"/>
                <a:gd name="T1" fmla="*/ 0 h 56"/>
                <a:gd name="T2" fmla="*/ 336 w 57"/>
                <a:gd name="T3" fmla="*/ 298 h 56"/>
                <a:gd name="T4" fmla="*/ 0 w 57"/>
                <a:gd name="T5" fmla="*/ 538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56">
                  <a:moveTo>
                    <a:pt x="57" y="0"/>
                  </a:moveTo>
                  <a:cubicBezTo>
                    <a:pt x="54" y="11"/>
                    <a:pt x="48" y="27"/>
                    <a:pt x="42" y="31"/>
                  </a:cubicBezTo>
                  <a:cubicBezTo>
                    <a:pt x="28" y="45"/>
                    <a:pt x="0" y="56"/>
                    <a:pt x="0" y="5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34" name="Freeform 3274">
              <a:extLst>
                <a:ext uri="{FF2B5EF4-FFF2-40B4-BE49-F238E27FC236}">
                  <a16:creationId xmlns:a16="http://schemas.microsoft.com/office/drawing/2014/main" id="{5077D11E-389B-44F1-BFC0-5E5D12C43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799"/>
              <a:ext cx="188" cy="63"/>
            </a:xfrm>
            <a:custGeom>
              <a:avLst/>
              <a:gdLst>
                <a:gd name="T0" fmla="*/ 0 w 94"/>
                <a:gd name="T1" fmla="*/ 252 h 30"/>
                <a:gd name="T2" fmla="*/ 752 w 94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30">
                  <a:moveTo>
                    <a:pt x="0" y="27"/>
                  </a:moveTo>
                  <a:cubicBezTo>
                    <a:pt x="33" y="30"/>
                    <a:pt x="82" y="12"/>
                    <a:pt x="9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35" name="Freeform 3275">
              <a:extLst>
                <a:ext uri="{FF2B5EF4-FFF2-40B4-BE49-F238E27FC236}">
                  <a16:creationId xmlns:a16="http://schemas.microsoft.com/office/drawing/2014/main" id="{E484501F-3B26-43C6-9E5A-6900407F4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782"/>
              <a:ext cx="189" cy="40"/>
            </a:xfrm>
            <a:custGeom>
              <a:avLst/>
              <a:gdLst>
                <a:gd name="T0" fmla="*/ 0 w 95"/>
                <a:gd name="T1" fmla="*/ 67 h 19"/>
                <a:gd name="T2" fmla="*/ 748 w 95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19">
                  <a:moveTo>
                    <a:pt x="0" y="7"/>
                  </a:moveTo>
                  <a:cubicBezTo>
                    <a:pt x="21" y="19"/>
                    <a:pt x="55" y="19"/>
                    <a:pt x="9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36" name="Freeform 3276">
              <a:extLst>
                <a:ext uri="{FF2B5EF4-FFF2-40B4-BE49-F238E27FC236}">
                  <a16:creationId xmlns:a16="http://schemas.microsoft.com/office/drawing/2014/main" id="{B84B1B22-6B60-4FC6-B219-B37F344D9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731"/>
              <a:ext cx="128" cy="23"/>
            </a:xfrm>
            <a:custGeom>
              <a:avLst/>
              <a:gdLst>
                <a:gd name="T0" fmla="*/ 0 w 64"/>
                <a:gd name="T1" fmla="*/ 56 h 11"/>
                <a:gd name="T2" fmla="*/ 512 w 6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1">
                  <a:moveTo>
                    <a:pt x="0" y="6"/>
                  </a:moveTo>
                  <a:cubicBezTo>
                    <a:pt x="33" y="11"/>
                    <a:pt x="64" y="0"/>
                    <a:pt x="6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37" name="Freeform 3277">
              <a:extLst>
                <a:ext uri="{FF2B5EF4-FFF2-40B4-BE49-F238E27FC236}">
                  <a16:creationId xmlns:a16="http://schemas.microsoft.com/office/drawing/2014/main" id="{F030CFF6-3D0F-4378-86F6-19D42E0D3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741"/>
              <a:ext cx="158" cy="56"/>
            </a:xfrm>
            <a:custGeom>
              <a:avLst/>
              <a:gdLst>
                <a:gd name="T0" fmla="*/ 0 w 79"/>
                <a:gd name="T1" fmla="*/ 140 h 26"/>
                <a:gd name="T2" fmla="*/ 632 w 7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26">
                  <a:moveTo>
                    <a:pt x="0" y="14"/>
                  </a:moveTo>
                  <a:cubicBezTo>
                    <a:pt x="19" y="19"/>
                    <a:pt x="48" y="26"/>
                    <a:pt x="7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38" name="Freeform 3278">
              <a:extLst>
                <a:ext uri="{FF2B5EF4-FFF2-40B4-BE49-F238E27FC236}">
                  <a16:creationId xmlns:a16="http://schemas.microsoft.com/office/drawing/2014/main" id="{7D9CDD13-E6FB-4E15-A788-F776D944A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1737"/>
              <a:ext cx="158" cy="55"/>
            </a:xfrm>
            <a:custGeom>
              <a:avLst/>
              <a:gdLst>
                <a:gd name="T0" fmla="*/ 0 w 79"/>
                <a:gd name="T1" fmla="*/ 169 h 26"/>
                <a:gd name="T2" fmla="*/ 344 w 79"/>
                <a:gd name="T3" fmla="*/ 188 h 26"/>
                <a:gd name="T4" fmla="*/ 632 w 7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6">
                  <a:moveTo>
                    <a:pt x="0" y="18"/>
                  </a:moveTo>
                  <a:cubicBezTo>
                    <a:pt x="27" y="26"/>
                    <a:pt x="43" y="20"/>
                    <a:pt x="43" y="20"/>
                  </a:cubicBezTo>
                  <a:cubicBezTo>
                    <a:pt x="61" y="16"/>
                    <a:pt x="79" y="0"/>
                    <a:pt x="7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39" name="Freeform 3279">
              <a:extLst>
                <a:ext uri="{FF2B5EF4-FFF2-40B4-BE49-F238E27FC236}">
                  <a16:creationId xmlns:a16="http://schemas.microsoft.com/office/drawing/2014/main" id="{65DDD004-338F-46EB-ABE7-E054F2171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543"/>
              <a:ext cx="121" cy="170"/>
            </a:xfrm>
            <a:custGeom>
              <a:avLst/>
              <a:gdLst>
                <a:gd name="T0" fmla="*/ 0 w 61"/>
                <a:gd name="T1" fmla="*/ 767 h 80"/>
                <a:gd name="T2" fmla="*/ 476 w 61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80">
                  <a:moveTo>
                    <a:pt x="0" y="80"/>
                  </a:moveTo>
                  <a:cubicBezTo>
                    <a:pt x="31" y="62"/>
                    <a:pt x="53" y="25"/>
                    <a:pt x="6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0" name="Freeform 3280">
              <a:extLst>
                <a:ext uri="{FF2B5EF4-FFF2-40B4-BE49-F238E27FC236}">
                  <a16:creationId xmlns:a16="http://schemas.microsoft.com/office/drawing/2014/main" id="{A897664C-7AA4-4DB6-913C-A3F5E1CAA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749"/>
              <a:ext cx="120" cy="217"/>
            </a:xfrm>
            <a:custGeom>
              <a:avLst/>
              <a:gdLst>
                <a:gd name="T0" fmla="*/ 480 w 60"/>
                <a:gd name="T1" fmla="*/ 0 h 102"/>
                <a:gd name="T2" fmla="*/ 0 w 60"/>
                <a:gd name="T3" fmla="*/ 98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02">
                  <a:moveTo>
                    <a:pt x="60" y="0"/>
                  </a:moveTo>
                  <a:cubicBezTo>
                    <a:pt x="59" y="22"/>
                    <a:pt x="40" y="69"/>
                    <a:pt x="0" y="10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1" name="Freeform 3281">
              <a:extLst>
                <a:ext uri="{FF2B5EF4-FFF2-40B4-BE49-F238E27FC236}">
                  <a16:creationId xmlns:a16="http://schemas.microsoft.com/office/drawing/2014/main" id="{FB004236-6095-4CF5-91BF-0E1F2CBA4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658"/>
              <a:ext cx="137" cy="213"/>
            </a:xfrm>
            <a:custGeom>
              <a:avLst/>
              <a:gdLst>
                <a:gd name="T0" fmla="*/ 540 w 69"/>
                <a:gd name="T1" fmla="*/ 0 h 100"/>
                <a:gd name="T2" fmla="*/ 0 w 69"/>
                <a:gd name="T3" fmla="*/ 967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100">
                  <a:moveTo>
                    <a:pt x="69" y="0"/>
                  </a:moveTo>
                  <a:cubicBezTo>
                    <a:pt x="63" y="20"/>
                    <a:pt x="39" y="68"/>
                    <a:pt x="0" y="10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2" name="Freeform 3282">
              <a:extLst>
                <a:ext uri="{FF2B5EF4-FFF2-40B4-BE49-F238E27FC236}">
                  <a16:creationId xmlns:a16="http://schemas.microsoft.com/office/drawing/2014/main" id="{EE61A0B7-D5B0-4934-8A1B-D4E2D4747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807"/>
              <a:ext cx="104" cy="136"/>
            </a:xfrm>
            <a:custGeom>
              <a:avLst/>
              <a:gdLst>
                <a:gd name="T0" fmla="*/ 416 w 52"/>
                <a:gd name="T1" fmla="*/ 0 h 64"/>
                <a:gd name="T2" fmla="*/ 0 w 52"/>
                <a:gd name="T3" fmla="*/ 614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4">
                  <a:moveTo>
                    <a:pt x="52" y="0"/>
                  </a:moveTo>
                  <a:cubicBezTo>
                    <a:pt x="50" y="33"/>
                    <a:pt x="34" y="49"/>
                    <a:pt x="0" y="6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3" name="Freeform 3283">
              <a:extLst>
                <a:ext uri="{FF2B5EF4-FFF2-40B4-BE49-F238E27FC236}">
                  <a16:creationId xmlns:a16="http://schemas.microsoft.com/office/drawing/2014/main" id="{C7A65F70-7C2A-4218-BD7A-15C06226E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934"/>
              <a:ext cx="72" cy="160"/>
            </a:xfrm>
            <a:custGeom>
              <a:avLst/>
              <a:gdLst>
                <a:gd name="T0" fmla="*/ 288 w 36"/>
                <a:gd name="T1" fmla="*/ 0 h 75"/>
                <a:gd name="T2" fmla="*/ 240 w 36"/>
                <a:gd name="T3" fmla="*/ 361 h 75"/>
                <a:gd name="T4" fmla="*/ 0 w 36"/>
                <a:gd name="T5" fmla="*/ 72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5">
                  <a:moveTo>
                    <a:pt x="36" y="0"/>
                  </a:moveTo>
                  <a:cubicBezTo>
                    <a:pt x="36" y="11"/>
                    <a:pt x="34" y="33"/>
                    <a:pt x="30" y="37"/>
                  </a:cubicBezTo>
                  <a:cubicBezTo>
                    <a:pt x="20" y="58"/>
                    <a:pt x="0" y="75"/>
                    <a:pt x="0" y="7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4" name="Freeform 3284">
              <a:extLst>
                <a:ext uri="{FF2B5EF4-FFF2-40B4-BE49-F238E27FC236}">
                  <a16:creationId xmlns:a16="http://schemas.microsoft.com/office/drawing/2014/main" id="{7A7B550F-3ABC-43FF-8546-1B71BCFD3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894"/>
              <a:ext cx="82" cy="117"/>
            </a:xfrm>
            <a:custGeom>
              <a:avLst/>
              <a:gdLst>
                <a:gd name="T0" fmla="*/ 0 w 41"/>
                <a:gd name="T1" fmla="*/ 530 h 55"/>
                <a:gd name="T2" fmla="*/ 328 w 4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5">
                  <a:moveTo>
                    <a:pt x="0" y="55"/>
                  </a:moveTo>
                  <a:cubicBezTo>
                    <a:pt x="22" y="43"/>
                    <a:pt x="32" y="21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5" name="Freeform 3285">
              <a:extLst>
                <a:ext uri="{FF2B5EF4-FFF2-40B4-BE49-F238E27FC236}">
                  <a16:creationId xmlns:a16="http://schemas.microsoft.com/office/drawing/2014/main" id="{5B845834-2A53-462C-AA7E-9D2EFABF3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724"/>
              <a:ext cx="101" cy="208"/>
            </a:xfrm>
            <a:custGeom>
              <a:avLst/>
              <a:gdLst>
                <a:gd name="T0" fmla="*/ 372 w 51"/>
                <a:gd name="T1" fmla="*/ 0 h 98"/>
                <a:gd name="T2" fmla="*/ 0 w 51"/>
                <a:gd name="T3" fmla="*/ 936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98">
                  <a:moveTo>
                    <a:pt x="48" y="0"/>
                  </a:moveTo>
                  <a:cubicBezTo>
                    <a:pt x="51" y="16"/>
                    <a:pt x="38" y="62"/>
                    <a:pt x="0" y="9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6" name="Freeform 3286">
              <a:extLst>
                <a:ext uri="{FF2B5EF4-FFF2-40B4-BE49-F238E27FC236}">
                  <a16:creationId xmlns:a16="http://schemas.microsoft.com/office/drawing/2014/main" id="{F9586957-B822-47BF-8F42-4498231E1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590"/>
              <a:ext cx="64" cy="161"/>
            </a:xfrm>
            <a:custGeom>
              <a:avLst/>
              <a:gdLst>
                <a:gd name="T0" fmla="*/ 0 w 32"/>
                <a:gd name="T1" fmla="*/ 722 h 76"/>
                <a:gd name="T2" fmla="*/ 256 w 32"/>
                <a:gd name="T3" fmla="*/ 0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6">
                  <a:moveTo>
                    <a:pt x="0" y="76"/>
                  </a:moveTo>
                  <a:cubicBezTo>
                    <a:pt x="22" y="58"/>
                    <a:pt x="31" y="28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7" name="Freeform 3287">
              <a:extLst>
                <a:ext uri="{FF2B5EF4-FFF2-40B4-BE49-F238E27FC236}">
                  <a16:creationId xmlns:a16="http://schemas.microsoft.com/office/drawing/2014/main" id="{AD16747D-63B3-45B0-97DF-ECD4DA716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464"/>
              <a:ext cx="88" cy="151"/>
            </a:xfrm>
            <a:custGeom>
              <a:avLst/>
              <a:gdLst>
                <a:gd name="T0" fmla="*/ 0 w 44"/>
                <a:gd name="T1" fmla="*/ 683 h 71"/>
                <a:gd name="T2" fmla="*/ 352 w 44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71">
                  <a:moveTo>
                    <a:pt x="0" y="71"/>
                  </a:moveTo>
                  <a:cubicBezTo>
                    <a:pt x="24" y="60"/>
                    <a:pt x="44" y="31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8" name="Freeform 3288">
              <a:extLst>
                <a:ext uri="{FF2B5EF4-FFF2-40B4-BE49-F238E27FC236}">
                  <a16:creationId xmlns:a16="http://schemas.microsoft.com/office/drawing/2014/main" id="{0A987E7B-854C-4B22-9C51-5517814F7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773"/>
              <a:ext cx="79" cy="202"/>
            </a:xfrm>
            <a:custGeom>
              <a:avLst/>
              <a:gdLst>
                <a:gd name="T0" fmla="*/ 269 w 40"/>
                <a:gd name="T1" fmla="*/ 0 h 95"/>
                <a:gd name="T2" fmla="*/ 0 w 40"/>
                <a:gd name="T3" fmla="*/ 914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5">
                  <a:moveTo>
                    <a:pt x="35" y="0"/>
                  </a:moveTo>
                  <a:cubicBezTo>
                    <a:pt x="40" y="21"/>
                    <a:pt x="36" y="77"/>
                    <a:pt x="0" y="9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9" name="Freeform 3289">
              <a:extLst>
                <a:ext uri="{FF2B5EF4-FFF2-40B4-BE49-F238E27FC236}">
                  <a16:creationId xmlns:a16="http://schemas.microsoft.com/office/drawing/2014/main" id="{DBE942E1-A7F2-497B-8BD1-EF37D33CF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696"/>
              <a:ext cx="52" cy="194"/>
            </a:xfrm>
            <a:custGeom>
              <a:avLst/>
              <a:gdLst>
                <a:gd name="T0" fmla="*/ 0 w 26"/>
                <a:gd name="T1" fmla="*/ 883 h 91"/>
                <a:gd name="T2" fmla="*/ 208 w 26"/>
                <a:gd name="T3" fmla="*/ 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1">
                  <a:moveTo>
                    <a:pt x="0" y="91"/>
                  </a:moveTo>
                  <a:cubicBezTo>
                    <a:pt x="12" y="83"/>
                    <a:pt x="26" y="38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0" name="Freeform 3290">
              <a:extLst>
                <a:ext uri="{FF2B5EF4-FFF2-40B4-BE49-F238E27FC236}">
                  <a16:creationId xmlns:a16="http://schemas.microsoft.com/office/drawing/2014/main" id="{AEEF6B29-7D29-47C6-A3D2-A1BEEDBAB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675"/>
              <a:ext cx="70" cy="138"/>
            </a:xfrm>
            <a:custGeom>
              <a:avLst/>
              <a:gdLst>
                <a:gd name="T0" fmla="*/ 280 w 35"/>
                <a:gd name="T1" fmla="*/ 0 h 65"/>
                <a:gd name="T2" fmla="*/ 0 w 35"/>
                <a:gd name="T3" fmla="*/ 62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5">
                  <a:moveTo>
                    <a:pt x="35" y="0"/>
                  </a:moveTo>
                  <a:cubicBezTo>
                    <a:pt x="17" y="10"/>
                    <a:pt x="10" y="44"/>
                    <a:pt x="0" y="6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1" name="Freeform 3291">
              <a:extLst>
                <a:ext uri="{FF2B5EF4-FFF2-40B4-BE49-F238E27FC236}">
                  <a16:creationId xmlns:a16="http://schemas.microsoft.com/office/drawing/2014/main" id="{6C56B1C5-BB68-43CC-8630-D3724E563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694"/>
              <a:ext cx="70" cy="96"/>
            </a:xfrm>
            <a:custGeom>
              <a:avLst/>
              <a:gdLst>
                <a:gd name="T0" fmla="*/ 0 w 35"/>
                <a:gd name="T1" fmla="*/ 437 h 45"/>
                <a:gd name="T2" fmla="*/ 280 w 35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5">
                  <a:moveTo>
                    <a:pt x="0" y="45"/>
                  </a:moveTo>
                  <a:cubicBezTo>
                    <a:pt x="14" y="10"/>
                    <a:pt x="35" y="0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2" name="Freeform 3292">
              <a:extLst>
                <a:ext uri="{FF2B5EF4-FFF2-40B4-BE49-F238E27FC236}">
                  <a16:creationId xmlns:a16="http://schemas.microsoft.com/office/drawing/2014/main" id="{07A0AC80-F9EC-41FB-AE4C-5778D644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860"/>
              <a:ext cx="28" cy="13"/>
            </a:xfrm>
            <a:custGeom>
              <a:avLst/>
              <a:gdLst>
                <a:gd name="T0" fmla="*/ 0 w 14"/>
                <a:gd name="T1" fmla="*/ 61 h 6"/>
                <a:gd name="T2" fmla="*/ 112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8" y="4"/>
                    <a:pt x="14" y="0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3" name="Freeform 3293">
              <a:extLst>
                <a:ext uri="{FF2B5EF4-FFF2-40B4-BE49-F238E27FC236}">
                  <a16:creationId xmlns:a16="http://schemas.microsoft.com/office/drawing/2014/main" id="{580161EF-80CC-4F48-ABD4-AAF6692BF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949"/>
              <a:ext cx="96" cy="132"/>
            </a:xfrm>
            <a:custGeom>
              <a:avLst/>
              <a:gdLst>
                <a:gd name="T0" fmla="*/ 384 w 48"/>
                <a:gd name="T1" fmla="*/ 0 h 62"/>
                <a:gd name="T2" fmla="*/ 304 w 48"/>
                <a:gd name="T3" fmla="*/ 326 h 62"/>
                <a:gd name="T4" fmla="*/ 0 w 48"/>
                <a:gd name="T5" fmla="*/ 598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2">
                  <a:moveTo>
                    <a:pt x="48" y="0"/>
                  </a:moveTo>
                  <a:cubicBezTo>
                    <a:pt x="46" y="13"/>
                    <a:pt x="41" y="31"/>
                    <a:pt x="38" y="34"/>
                  </a:cubicBezTo>
                  <a:cubicBezTo>
                    <a:pt x="31" y="45"/>
                    <a:pt x="0" y="62"/>
                    <a:pt x="0" y="6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4" name="Freeform 3294">
              <a:extLst>
                <a:ext uri="{FF2B5EF4-FFF2-40B4-BE49-F238E27FC236}">
                  <a16:creationId xmlns:a16="http://schemas.microsoft.com/office/drawing/2014/main" id="{2CDEAFE9-BB0C-43F2-895C-D239E0DE4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575"/>
              <a:ext cx="32" cy="136"/>
            </a:xfrm>
            <a:custGeom>
              <a:avLst/>
              <a:gdLst>
                <a:gd name="T0" fmla="*/ 128 w 16"/>
                <a:gd name="T1" fmla="*/ 0 h 64"/>
                <a:gd name="T2" fmla="*/ 0 w 16"/>
                <a:gd name="T3" fmla="*/ 614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4">
                  <a:moveTo>
                    <a:pt x="16" y="0"/>
                  </a:moveTo>
                  <a:cubicBezTo>
                    <a:pt x="15" y="21"/>
                    <a:pt x="13" y="44"/>
                    <a:pt x="0" y="6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5" name="Freeform 3295">
              <a:extLst>
                <a:ext uri="{FF2B5EF4-FFF2-40B4-BE49-F238E27FC236}">
                  <a16:creationId xmlns:a16="http://schemas.microsoft.com/office/drawing/2014/main" id="{CD5F6CF1-C5DF-4475-8B6D-F1FAE2A8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358"/>
              <a:ext cx="116" cy="185"/>
            </a:xfrm>
            <a:custGeom>
              <a:avLst/>
              <a:gdLst>
                <a:gd name="T0" fmla="*/ 464 w 58"/>
                <a:gd name="T1" fmla="*/ 0 h 87"/>
                <a:gd name="T2" fmla="*/ 0 w 58"/>
                <a:gd name="T3" fmla="*/ 836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7">
                  <a:moveTo>
                    <a:pt x="58" y="0"/>
                  </a:moveTo>
                  <a:cubicBezTo>
                    <a:pt x="55" y="26"/>
                    <a:pt x="20" y="79"/>
                    <a:pt x="0" y="8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6" name="Freeform 3296">
              <a:extLst>
                <a:ext uri="{FF2B5EF4-FFF2-40B4-BE49-F238E27FC236}">
                  <a16:creationId xmlns:a16="http://schemas.microsoft.com/office/drawing/2014/main" id="{6ED3285A-2750-498A-A806-EF6409FE6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498"/>
              <a:ext cx="72" cy="119"/>
            </a:xfrm>
            <a:custGeom>
              <a:avLst/>
              <a:gdLst>
                <a:gd name="T0" fmla="*/ 0 w 36"/>
                <a:gd name="T1" fmla="*/ 538 h 56"/>
                <a:gd name="T2" fmla="*/ 288 w 36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6">
                  <a:moveTo>
                    <a:pt x="0" y="56"/>
                  </a:moveTo>
                  <a:cubicBezTo>
                    <a:pt x="22" y="44"/>
                    <a:pt x="36" y="0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7" name="Freeform 3297">
              <a:extLst>
                <a:ext uri="{FF2B5EF4-FFF2-40B4-BE49-F238E27FC236}">
                  <a16:creationId xmlns:a16="http://schemas.microsoft.com/office/drawing/2014/main" id="{67B3EA06-6AF2-4376-803E-7290B81D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486"/>
              <a:ext cx="86" cy="59"/>
            </a:xfrm>
            <a:custGeom>
              <a:avLst/>
              <a:gdLst>
                <a:gd name="T0" fmla="*/ 0 w 43"/>
                <a:gd name="T1" fmla="*/ 261 h 28"/>
                <a:gd name="T2" fmla="*/ 344 w 4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8">
                  <a:moveTo>
                    <a:pt x="0" y="28"/>
                  </a:moveTo>
                  <a:cubicBezTo>
                    <a:pt x="19" y="8"/>
                    <a:pt x="43" y="0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8" name="Freeform 3298">
              <a:extLst>
                <a:ext uri="{FF2B5EF4-FFF2-40B4-BE49-F238E27FC236}">
                  <a16:creationId xmlns:a16="http://schemas.microsoft.com/office/drawing/2014/main" id="{EAA39721-BDD7-411C-8A8B-7F8E4281D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332"/>
              <a:ext cx="28" cy="126"/>
            </a:xfrm>
            <a:custGeom>
              <a:avLst/>
              <a:gdLst>
                <a:gd name="T0" fmla="*/ 24 w 14"/>
                <a:gd name="T1" fmla="*/ 574 h 59"/>
                <a:gd name="T2" fmla="*/ 0 w 14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9">
                  <a:moveTo>
                    <a:pt x="3" y="59"/>
                  </a:moveTo>
                  <a:cubicBezTo>
                    <a:pt x="14" y="31"/>
                    <a:pt x="2" y="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9" name="Freeform 3299">
              <a:extLst>
                <a:ext uri="{FF2B5EF4-FFF2-40B4-BE49-F238E27FC236}">
                  <a16:creationId xmlns:a16="http://schemas.microsoft.com/office/drawing/2014/main" id="{73F19B89-7410-4941-BFEE-8D03F868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201"/>
              <a:ext cx="137" cy="166"/>
            </a:xfrm>
            <a:custGeom>
              <a:avLst/>
              <a:gdLst>
                <a:gd name="T0" fmla="*/ 0 w 69"/>
                <a:gd name="T1" fmla="*/ 751 h 78"/>
                <a:gd name="T2" fmla="*/ 540 w 69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8">
                  <a:moveTo>
                    <a:pt x="0" y="78"/>
                  </a:moveTo>
                  <a:cubicBezTo>
                    <a:pt x="26" y="69"/>
                    <a:pt x="55" y="31"/>
                    <a:pt x="6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0" name="Freeform 3300">
              <a:extLst>
                <a:ext uri="{FF2B5EF4-FFF2-40B4-BE49-F238E27FC236}">
                  <a16:creationId xmlns:a16="http://schemas.microsoft.com/office/drawing/2014/main" id="{ED282A60-9692-4AEE-B6C0-2022F6423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003"/>
              <a:ext cx="377" cy="255"/>
            </a:xfrm>
            <a:custGeom>
              <a:avLst/>
              <a:gdLst>
                <a:gd name="T0" fmla="*/ 0 w 189"/>
                <a:gd name="T1" fmla="*/ 1152 h 120"/>
                <a:gd name="T2" fmla="*/ 397 w 189"/>
                <a:gd name="T3" fmla="*/ 818 h 120"/>
                <a:gd name="T4" fmla="*/ 936 w 189"/>
                <a:gd name="T5" fmla="*/ 565 h 120"/>
                <a:gd name="T6" fmla="*/ 1500 w 189"/>
                <a:gd name="T7" fmla="*/ 0 h 1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9" h="120">
                  <a:moveTo>
                    <a:pt x="0" y="120"/>
                  </a:moveTo>
                  <a:cubicBezTo>
                    <a:pt x="16" y="108"/>
                    <a:pt x="36" y="98"/>
                    <a:pt x="50" y="85"/>
                  </a:cubicBezTo>
                  <a:cubicBezTo>
                    <a:pt x="73" y="67"/>
                    <a:pt x="76" y="76"/>
                    <a:pt x="118" y="59"/>
                  </a:cubicBezTo>
                  <a:cubicBezTo>
                    <a:pt x="161" y="42"/>
                    <a:pt x="172" y="17"/>
                    <a:pt x="18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1" name="Freeform 3301">
              <a:extLst>
                <a:ext uri="{FF2B5EF4-FFF2-40B4-BE49-F238E27FC236}">
                  <a16:creationId xmlns:a16="http://schemas.microsoft.com/office/drawing/2014/main" id="{B329887D-1F89-4810-A336-8CB2478BE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099"/>
              <a:ext cx="72" cy="65"/>
            </a:xfrm>
            <a:custGeom>
              <a:avLst/>
              <a:gdLst>
                <a:gd name="T0" fmla="*/ 0 w 36"/>
                <a:gd name="T1" fmla="*/ 285 h 31"/>
                <a:gd name="T2" fmla="*/ 288 w 36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1">
                  <a:moveTo>
                    <a:pt x="0" y="31"/>
                  </a:moveTo>
                  <a:cubicBezTo>
                    <a:pt x="23" y="21"/>
                    <a:pt x="36" y="0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2" name="Freeform 3302">
              <a:extLst>
                <a:ext uri="{FF2B5EF4-FFF2-40B4-BE49-F238E27FC236}">
                  <a16:creationId xmlns:a16="http://schemas.microsoft.com/office/drawing/2014/main" id="{54CB0D50-EEEA-47BF-8BE4-B8FECBC6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856"/>
              <a:ext cx="251" cy="81"/>
            </a:xfrm>
            <a:custGeom>
              <a:avLst/>
              <a:gdLst>
                <a:gd name="T0" fmla="*/ 0 w 126"/>
                <a:gd name="T1" fmla="*/ 369 h 38"/>
                <a:gd name="T2" fmla="*/ 996 w 126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38">
                  <a:moveTo>
                    <a:pt x="0" y="38"/>
                  </a:moveTo>
                  <a:cubicBezTo>
                    <a:pt x="33" y="36"/>
                    <a:pt x="93" y="19"/>
                    <a:pt x="12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3" name="Freeform 3303">
              <a:extLst>
                <a:ext uri="{FF2B5EF4-FFF2-40B4-BE49-F238E27FC236}">
                  <a16:creationId xmlns:a16="http://schemas.microsoft.com/office/drawing/2014/main" id="{527DD7D7-2AB4-4C2C-A18C-E6D92652D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920"/>
              <a:ext cx="204" cy="102"/>
            </a:xfrm>
            <a:custGeom>
              <a:avLst/>
              <a:gdLst>
                <a:gd name="T0" fmla="*/ 816 w 102"/>
                <a:gd name="T1" fmla="*/ 0 h 48"/>
                <a:gd name="T2" fmla="*/ 0 w 102"/>
                <a:gd name="T3" fmla="*/ 461 h 48"/>
                <a:gd name="T4" fmla="*/ 288 w 102"/>
                <a:gd name="T5" fmla="*/ 16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48">
                  <a:moveTo>
                    <a:pt x="102" y="0"/>
                  </a:moveTo>
                  <a:cubicBezTo>
                    <a:pt x="62" y="36"/>
                    <a:pt x="28" y="45"/>
                    <a:pt x="0" y="48"/>
                  </a:cubicBezTo>
                  <a:cubicBezTo>
                    <a:pt x="15" y="35"/>
                    <a:pt x="14" y="30"/>
                    <a:pt x="36" y="1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4" name="Freeform 3304">
              <a:extLst>
                <a:ext uri="{FF2B5EF4-FFF2-40B4-BE49-F238E27FC236}">
                  <a16:creationId xmlns:a16="http://schemas.microsoft.com/office/drawing/2014/main" id="{C415B8B1-2D95-4AAB-A75C-562548861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907"/>
              <a:ext cx="268" cy="45"/>
            </a:xfrm>
            <a:custGeom>
              <a:avLst/>
              <a:gdLst>
                <a:gd name="T0" fmla="*/ 0 w 134"/>
                <a:gd name="T1" fmla="*/ 189 h 21"/>
                <a:gd name="T2" fmla="*/ 1072 w 134"/>
                <a:gd name="T3" fmla="*/ 20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21">
                  <a:moveTo>
                    <a:pt x="0" y="19"/>
                  </a:moveTo>
                  <a:cubicBezTo>
                    <a:pt x="25" y="17"/>
                    <a:pt x="80" y="0"/>
                    <a:pt x="134" y="2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5" name="Freeform 3305">
              <a:extLst>
                <a:ext uri="{FF2B5EF4-FFF2-40B4-BE49-F238E27FC236}">
                  <a16:creationId xmlns:a16="http://schemas.microsoft.com/office/drawing/2014/main" id="{A40A5211-487D-4CA5-A148-A03606D43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1899"/>
              <a:ext cx="241" cy="36"/>
            </a:xfrm>
            <a:custGeom>
              <a:avLst/>
              <a:gdLst>
                <a:gd name="T0" fmla="*/ 0 w 121"/>
                <a:gd name="T1" fmla="*/ 125 h 17"/>
                <a:gd name="T2" fmla="*/ 520 w 121"/>
                <a:gd name="T3" fmla="*/ 17 h 17"/>
                <a:gd name="T4" fmla="*/ 956 w 121"/>
                <a:gd name="T5" fmla="*/ 16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7">
                  <a:moveTo>
                    <a:pt x="0" y="13"/>
                  </a:moveTo>
                  <a:cubicBezTo>
                    <a:pt x="31" y="4"/>
                    <a:pt x="66" y="2"/>
                    <a:pt x="66" y="2"/>
                  </a:cubicBezTo>
                  <a:cubicBezTo>
                    <a:pt x="94" y="0"/>
                    <a:pt x="121" y="17"/>
                    <a:pt x="121" y="1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6" name="Freeform 3306">
              <a:extLst>
                <a:ext uri="{FF2B5EF4-FFF2-40B4-BE49-F238E27FC236}">
                  <a16:creationId xmlns:a16="http://schemas.microsoft.com/office/drawing/2014/main" id="{1D5D6D41-B080-4957-816B-9D029E87E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754"/>
              <a:ext cx="254" cy="91"/>
            </a:xfrm>
            <a:custGeom>
              <a:avLst/>
              <a:gdLst>
                <a:gd name="T0" fmla="*/ 0 w 127"/>
                <a:gd name="T1" fmla="*/ 398 h 43"/>
                <a:gd name="T2" fmla="*/ 800 w 127"/>
                <a:gd name="T3" fmla="*/ 256 h 43"/>
                <a:gd name="T4" fmla="*/ 1016 w 127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43">
                  <a:moveTo>
                    <a:pt x="0" y="42"/>
                  </a:moveTo>
                  <a:cubicBezTo>
                    <a:pt x="38" y="43"/>
                    <a:pt x="100" y="27"/>
                    <a:pt x="100" y="27"/>
                  </a:cubicBezTo>
                  <a:cubicBezTo>
                    <a:pt x="123" y="19"/>
                    <a:pt x="127" y="0"/>
                    <a:pt x="12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7" name="Freeform 3307">
              <a:extLst>
                <a:ext uri="{FF2B5EF4-FFF2-40B4-BE49-F238E27FC236}">
                  <a16:creationId xmlns:a16="http://schemas.microsoft.com/office/drawing/2014/main" id="{F504D0AA-766A-4523-A0CB-DE132D5A3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848"/>
              <a:ext cx="183" cy="102"/>
            </a:xfrm>
            <a:custGeom>
              <a:avLst/>
              <a:gdLst>
                <a:gd name="T0" fmla="*/ 0 w 92"/>
                <a:gd name="T1" fmla="*/ 461 h 48"/>
                <a:gd name="T2" fmla="*/ 724 w 92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48">
                  <a:moveTo>
                    <a:pt x="0" y="48"/>
                  </a:moveTo>
                  <a:cubicBezTo>
                    <a:pt x="29" y="44"/>
                    <a:pt x="81" y="11"/>
                    <a:pt x="9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8" name="Freeform 3308">
              <a:extLst>
                <a:ext uri="{FF2B5EF4-FFF2-40B4-BE49-F238E27FC236}">
                  <a16:creationId xmlns:a16="http://schemas.microsoft.com/office/drawing/2014/main" id="{1D8D7683-735C-4C47-9D91-0C81BA01D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856"/>
              <a:ext cx="172" cy="47"/>
            </a:xfrm>
            <a:custGeom>
              <a:avLst/>
              <a:gdLst>
                <a:gd name="T0" fmla="*/ 0 w 86"/>
                <a:gd name="T1" fmla="*/ 120 h 22"/>
                <a:gd name="T2" fmla="*/ 688 w 86"/>
                <a:gd name="T3" fmla="*/ 21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2">
                  <a:moveTo>
                    <a:pt x="0" y="12"/>
                  </a:moveTo>
                  <a:cubicBezTo>
                    <a:pt x="47" y="0"/>
                    <a:pt x="79" y="17"/>
                    <a:pt x="86" y="2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9" name="Freeform 3309">
              <a:extLst>
                <a:ext uri="{FF2B5EF4-FFF2-40B4-BE49-F238E27FC236}">
                  <a16:creationId xmlns:a16="http://schemas.microsoft.com/office/drawing/2014/main" id="{0AA0D56D-D2D2-4CC5-98E1-2DEA662AF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822"/>
              <a:ext cx="146" cy="55"/>
            </a:xfrm>
            <a:custGeom>
              <a:avLst/>
              <a:gdLst>
                <a:gd name="T0" fmla="*/ 0 w 73"/>
                <a:gd name="T1" fmla="*/ 245 h 26"/>
                <a:gd name="T2" fmla="*/ 360 w 73"/>
                <a:gd name="T3" fmla="*/ 152 h 26"/>
                <a:gd name="T4" fmla="*/ 584 w 7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6">
                  <a:moveTo>
                    <a:pt x="0" y="26"/>
                  </a:moveTo>
                  <a:cubicBezTo>
                    <a:pt x="21" y="26"/>
                    <a:pt x="45" y="16"/>
                    <a:pt x="45" y="16"/>
                  </a:cubicBezTo>
                  <a:cubicBezTo>
                    <a:pt x="62" y="11"/>
                    <a:pt x="73" y="0"/>
                    <a:pt x="7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0" name="Freeform 3310">
              <a:extLst>
                <a:ext uri="{FF2B5EF4-FFF2-40B4-BE49-F238E27FC236}">
                  <a16:creationId xmlns:a16="http://schemas.microsoft.com/office/drawing/2014/main" id="{6D6910C4-67BE-4F20-A714-9C3BFF44B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179"/>
              <a:ext cx="42" cy="34"/>
            </a:xfrm>
            <a:custGeom>
              <a:avLst/>
              <a:gdLst>
                <a:gd name="T0" fmla="*/ 0 w 21"/>
                <a:gd name="T1" fmla="*/ 0 h 16"/>
                <a:gd name="T2" fmla="*/ 168 w 21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16" y="5"/>
                    <a:pt x="21" y="16"/>
                    <a:pt x="21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1" name="Freeform 3311">
              <a:extLst>
                <a:ext uri="{FF2B5EF4-FFF2-40B4-BE49-F238E27FC236}">
                  <a16:creationId xmlns:a16="http://schemas.microsoft.com/office/drawing/2014/main" id="{0C0F3239-6E83-4D83-AFA8-D5AEEA5D9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00"/>
              <a:ext cx="54" cy="128"/>
            </a:xfrm>
            <a:custGeom>
              <a:avLst/>
              <a:gdLst>
                <a:gd name="T0" fmla="*/ 208 w 27"/>
                <a:gd name="T1" fmla="*/ 241 h 60"/>
                <a:gd name="T2" fmla="*/ 168 w 27"/>
                <a:gd name="T3" fmla="*/ 582 h 60"/>
                <a:gd name="T4" fmla="*/ 136 w 27"/>
                <a:gd name="T5" fmla="*/ 437 h 60"/>
                <a:gd name="T6" fmla="*/ 80 w 27"/>
                <a:gd name="T7" fmla="*/ 350 h 60"/>
                <a:gd name="T8" fmla="*/ 24 w 2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0">
                  <a:moveTo>
                    <a:pt x="26" y="25"/>
                  </a:moveTo>
                  <a:cubicBezTo>
                    <a:pt x="27" y="39"/>
                    <a:pt x="24" y="53"/>
                    <a:pt x="21" y="60"/>
                  </a:cubicBezTo>
                  <a:cubicBezTo>
                    <a:pt x="18" y="57"/>
                    <a:pt x="19" y="50"/>
                    <a:pt x="17" y="45"/>
                  </a:cubicBezTo>
                  <a:cubicBezTo>
                    <a:pt x="15" y="39"/>
                    <a:pt x="13" y="39"/>
                    <a:pt x="10" y="36"/>
                  </a:cubicBezTo>
                  <a:cubicBezTo>
                    <a:pt x="4" y="27"/>
                    <a:pt x="0" y="1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2" name="Freeform 3312">
              <a:extLst>
                <a:ext uri="{FF2B5EF4-FFF2-40B4-BE49-F238E27FC236}">
                  <a16:creationId xmlns:a16="http://schemas.microsoft.com/office/drawing/2014/main" id="{7430A3E5-53D5-4579-A054-5F9686F9D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139"/>
              <a:ext cx="252" cy="162"/>
            </a:xfrm>
            <a:custGeom>
              <a:avLst/>
              <a:gdLst>
                <a:gd name="T0" fmla="*/ 1008 w 126"/>
                <a:gd name="T1" fmla="*/ 0 h 76"/>
                <a:gd name="T2" fmla="*/ 680 w 126"/>
                <a:gd name="T3" fmla="*/ 341 h 76"/>
                <a:gd name="T4" fmla="*/ 152 w 126"/>
                <a:gd name="T5" fmla="*/ 718 h 76"/>
                <a:gd name="T6" fmla="*/ 0 w 126"/>
                <a:gd name="T7" fmla="*/ 710 h 76"/>
                <a:gd name="T8" fmla="*/ 416 w 126"/>
                <a:gd name="T9" fmla="*/ 426 h 76"/>
                <a:gd name="T10" fmla="*/ 1008 w 126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76">
                  <a:moveTo>
                    <a:pt x="126" y="0"/>
                  </a:moveTo>
                  <a:cubicBezTo>
                    <a:pt x="126" y="0"/>
                    <a:pt x="101" y="15"/>
                    <a:pt x="85" y="35"/>
                  </a:cubicBezTo>
                  <a:cubicBezTo>
                    <a:pt x="69" y="54"/>
                    <a:pt x="50" y="66"/>
                    <a:pt x="19" y="74"/>
                  </a:cubicBezTo>
                  <a:cubicBezTo>
                    <a:pt x="6" y="76"/>
                    <a:pt x="0" y="73"/>
                    <a:pt x="0" y="73"/>
                  </a:cubicBezTo>
                  <a:cubicBezTo>
                    <a:pt x="19" y="67"/>
                    <a:pt x="32" y="62"/>
                    <a:pt x="52" y="44"/>
                  </a:cubicBezTo>
                  <a:cubicBezTo>
                    <a:pt x="72" y="26"/>
                    <a:pt x="102" y="5"/>
                    <a:pt x="126" y="0"/>
                  </a:cubicBezTo>
                  <a:close/>
                </a:path>
              </a:pathLst>
            </a:custGeom>
            <a:solidFill>
              <a:srgbClr val="FAD4CF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3" name="Freeform 3313">
              <a:extLst>
                <a:ext uri="{FF2B5EF4-FFF2-40B4-BE49-F238E27FC236}">
                  <a16:creationId xmlns:a16="http://schemas.microsoft.com/office/drawing/2014/main" id="{A65E2951-9182-4B16-9853-F5EC0024D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311"/>
              <a:ext cx="165" cy="141"/>
            </a:xfrm>
            <a:custGeom>
              <a:avLst/>
              <a:gdLst>
                <a:gd name="T0" fmla="*/ 0 w 83"/>
                <a:gd name="T1" fmla="*/ 635 h 66"/>
                <a:gd name="T2" fmla="*/ 652 w 83"/>
                <a:gd name="T3" fmla="*/ 19 h 66"/>
                <a:gd name="T4" fmla="*/ 0 w 83"/>
                <a:gd name="T5" fmla="*/ 64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66">
                  <a:moveTo>
                    <a:pt x="0" y="65"/>
                  </a:moveTo>
                  <a:cubicBezTo>
                    <a:pt x="27" y="1"/>
                    <a:pt x="70" y="0"/>
                    <a:pt x="83" y="2"/>
                  </a:cubicBezTo>
                  <a:cubicBezTo>
                    <a:pt x="74" y="13"/>
                    <a:pt x="25" y="55"/>
                    <a:pt x="0" y="66"/>
                  </a:cubicBezTo>
                </a:path>
              </a:pathLst>
            </a:custGeom>
            <a:solidFill>
              <a:srgbClr val="FAD4CF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4" name="Freeform 3314">
              <a:extLst>
                <a:ext uri="{FF2B5EF4-FFF2-40B4-BE49-F238E27FC236}">
                  <a16:creationId xmlns:a16="http://schemas.microsoft.com/office/drawing/2014/main" id="{675CE84F-96DF-4997-8CB1-7524586E2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311"/>
              <a:ext cx="165" cy="141"/>
            </a:xfrm>
            <a:custGeom>
              <a:avLst/>
              <a:gdLst>
                <a:gd name="T0" fmla="*/ 0 w 83"/>
                <a:gd name="T1" fmla="*/ 635 h 66"/>
                <a:gd name="T2" fmla="*/ 652 w 83"/>
                <a:gd name="T3" fmla="*/ 19 h 66"/>
                <a:gd name="T4" fmla="*/ 0 w 83"/>
                <a:gd name="T5" fmla="*/ 64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66">
                  <a:moveTo>
                    <a:pt x="0" y="65"/>
                  </a:moveTo>
                  <a:cubicBezTo>
                    <a:pt x="27" y="1"/>
                    <a:pt x="70" y="0"/>
                    <a:pt x="83" y="2"/>
                  </a:cubicBezTo>
                  <a:cubicBezTo>
                    <a:pt x="74" y="13"/>
                    <a:pt x="25" y="55"/>
                    <a:pt x="0" y="6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5" name="Freeform 3315">
              <a:extLst>
                <a:ext uri="{FF2B5EF4-FFF2-40B4-BE49-F238E27FC236}">
                  <a16:creationId xmlns:a16="http://schemas.microsoft.com/office/drawing/2014/main" id="{25D0D8AA-46DF-40EC-B7ED-DF12A6C95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817"/>
              <a:ext cx="16" cy="47"/>
            </a:xfrm>
            <a:custGeom>
              <a:avLst/>
              <a:gdLst>
                <a:gd name="T0" fmla="*/ 64 w 8"/>
                <a:gd name="T1" fmla="*/ 0 h 22"/>
                <a:gd name="T2" fmla="*/ 0 w 8"/>
                <a:gd name="T3" fmla="*/ 21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cubicBezTo>
                    <a:pt x="5" y="7"/>
                    <a:pt x="2" y="15"/>
                    <a:pt x="0" y="2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6" name="Freeform 3316">
              <a:extLst>
                <a:ext uri="{FF2B5EF4-FFF2-40B4-BE49-F238E27FC236}">
                  <a16:creationId xmlns:a16="http://schemas.microsoft.com/office/drawing/2014/main" id="{67A1F5B0-1545-40BC-9785-9B30C38F9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1665"/>
              <a:ext cx="72" cy="68"/>
            </a:xfrm>
            <a:custGeom>
              <a:avLst/>
              <a:gdLst>
                <a:gd name="T0" fmla="*/ 0 w 36"/>
                <a:gd name="T1" fmla="*/ 298 h 32"/>
                <a:gd name="T2" fmla="*/ 288 w 3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2">
                  <a:moveTo>
                    <a:pt x="0" y="31"/>
                  </a:moveTo>
                  <a:cubicBezTo>
                    <a:pt x="15" y="32"/>
                    <a:pt x="32" y="13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7" name="Freeform 3317">
              <a:extLst>
                <a:ext uri="{FF2B5EF4-FFF2-40B4-BE49-F238E27FC236}">
                  <a16:creationId xmlns:a16="http://schemas.microsoft.com/office/drawing/2014/main" id="{9414D3D6-BFA3-4B4C-B2F7-1F8A7B091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1677"/>
              <a:ext cx="163" cy="43"/>
            </a:xfrm>
            <a:custGeom>
              <a:avLst/>
              <a:gdLst>
                <a:gd name="T0" fmla="*/ 0 w 82"/>
                <a:gd name="T1" fmla="*/ 0 h 20"/>
                <a:gd name="T2" fmla="*/ 439 w 82"/>
                <a:gd name="T3" fmla="*/ 181 h 20"/>
                <a:gd name="T4" fmla="*/ 644 w 82"/>
                <a:gd name="T5" fmla="*/ 1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20">
                  <a:moveTo>
                    <a:pt x="0" y="0"/>
                  </a:moveTo>
                  <a:cubicBezTo>
                    <a:pt x="13" y="18"/>
                    <a:pt x="35" y="20"/>
                    <a:pt x="56" y="18"/>
                  </a:cubicBezTo>
                  <a:cubicBezTo>
                    <a:pt x="65" y="17"/>
                    <a:pt x="73" y="13"/>
                    <a:pt x="82" y="1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8" name="Freeform 3318">
              <a:extLst>
                <a:ext uri="{FF2B5EF4-FFF2-40B4-BE49-F238E27FC236}">
                  <a16:creationId xmlns:a16="http://schemas.microsoft.com/office/drawing/2014/main" id="{322BBCDD-AD15-4841-A56F-8861783FA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1716"/>
              <a:ext cx="147" cy="27"/>
            </a:xfrm>
            <a:custGeom>
              <a:avLst/>
              <a:gdLst>
                <a:gd name="T0" fmla="*/ 0 w 74"/>
                <a:gd name="T1" fmla="*/ 25 h 13"/>
                <a:gd name="T2" fmla="*/ 244 w 74"/>
                <a:gd name="T3" fmla="*/ 91 h 13"/>
                <a:gd name="T4" fmla="*/ 453 w 74"/>
                <a:gd name="T5" fmla="*/ 81 h 13"/>
                <a:gd name="T6" fmla="*/ 580 w 74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3">
                  <a:moveTo>
                    <a:pt x="0" y="3"/>
                  </a:moveTo>
                  <a:cubicBezTo>
                    <a:pt x="5" y="10"/>
                    <a:pt x="23" y="9"/>
                    <a:pt x="31" y="10"/>
                  </a:cubicBezTo>
                  <a:cubicBezTo>
                    <a:pt x="40" y="11"/>
                    <a:pt x="50" y="13"/>
                    <a:pt x="58" y="9"/>
                  </a:cubicBezTo>
                  <a:cubicBezTo>
                    <a:pt x="62" y="8"/>
                    <a:pt x="71" y="3"/>
                    <a:pt x="7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9" name="Freeform 3319">
              <a:extLst>
                <a:ext uri="{FF2B5EF4-FFF2-40B4-BE49-F238E27FC236}">
                  <a16:creationId xmlns:a16="http://schemas.microsoft.com/office/drawing/2014/main" id="{3752ECCF-8D75-4687-BFC4-CF2AE609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1735"/>
              <a:ext cx="68" cy="15"/>
            </a:xfrm>
            <a:custGeom>
              <a:avLst/>
              <a:gdLst>
                <a:gd name="T0" fmla="*/ 0 w 34"/>
                <a:gd name="T1" fmla="*/ 0 h 7"/>
                <a:gd name="T2" fmla="*/ 272 w 34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">
                  <a:moveTo>
                    <a:pt x="0" y="0"/>
                  </a:moveTo>
                  <a:cubicBezTo>
                    <a:pt x="15" y="5"/>
                    <a:pt x="34" y="7"/>
                    <a:pt x="34" y="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0" name="Freeform 3320">
              <a:extLst>
                <a:ext uri="{FF2B5EF4-FFF2-40B4-BE49-F238E27FC236}">
                  <a16:creationId xmlns:a16="http://schemas.microsoft.com/office/drawing/2014/main" id="{8605B3D5-286E-4E23-84F8-F98CF9E58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769"/>
              <a:ext cx="181" cy="21"/>
            </a:xfrm>
            <a:custGeom>
              <a:avLst/>
              <a:gdLst>
                <a:gd name="T0" fmla="*/ 0 w 91"/>
                <a:gd name="T1" fmla="*/ 36 h 10"/>
                <a:gd name="T2" fmla="*/ 716 w 9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10">
                  <a:moveTo>
                    <a:pt x="0" y="4"/>
                  </a:moveTo>
                  <a:cubicBezTo>
                    <a:pt x="19" y="10"/>
                    <a:pt x="79" y="5"/>
                    <a:pt x="9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1" name="Freeform 3321">
              <a:extLst>
                <a:ext uri="{FF2B5EF4-FFF2-40B4-BE49-F238E27FC236}">
                  <a16:creationId xmlns:a16="http://schemas.microsoft.com/office/drawing/2014/main" id="{2CF9D746-86F4-4507-8327-376B7CE75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1782"/>
              <a:ext cx="179" cy="46"/>
            </a:xfrm>
            <a:custGeom>
              <a:avLst/>
              <a:gdLst>
                <a:gd name="T0" fmla="*/ 0 w 90"/>
                <a:gd name="T1" fmla="*/ 144 h 22"/>
                <a:gd name="T2" fmla="*/ 708 w 9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22">
                  <a:moveTo>
                    <a:pt x="0" y="16"/>
                  </a:moveTo>
                  <a:cubicBezTo>
                    <a:pt x="23" y="22"/>
                    <a:pt x="57" y="19"/>
                    <a:pt x="9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2" name="Freeform 3322">
              <a:extLst>
                <a:ext uri="{FF2B5EF4-FFF2-40B4-BE49-F238E27FC236}">
                  <a16:creationId xmlns:a16="http://schemas.microsoft.com/office/drawing/2014/main" id="{77BB3275-EFC6-44D5-8228-65A16931D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4" y="1790"/>
              <a:ext cx="60" cy="17"/>
            </a:xfrm>
            <a:custGeom>
              <a:avLst/>
              <a:gdLst>
                <a:gd name="T0" fmla="*/ 0 w 30"/>
                <a:gd name="T1" fmla="*/ 0 h 8"/>
                <a:gd name="T2" fmla="*/ 240 w 30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0"/>
                  </a:moveTo>
                  <a:cubicBezTo>
                    <a:pt x="16" y="5"/>
                    <a:pt x="30" y="8"/>
                    <a:pt x="30" y="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3" name="Freeform 3323">
              <a:extLst>
                <a:ext uri="{FF2B5EF4-FFF2-40B4-BE49-F238E27FC236}">
                  <a16:creationId xmlns:a16="http://schemas.microsoft.com/office/drawing/2014/main" id="{2DB0C3DD-DDFF-418E-B4A5-B776B9EA1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1818"/>
              <a:ext cx="142" cy="17"/>
            </a:xfrm>
            <a:custGeom>
              <a:avLst/>
              <a:gdLst>
                <a:gd name="T0" fmla="*/ 0 w 71"/>
                <a:gd name="T1" fmla="*/ 0 h 8"/>
                <a:gd name="T2" fmla="*/ 568 w 71"/>
                <a:gd name="T3" fmla="*/ 1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8">
                  <a:moveTo>
                    <a:pt x="0" y="0"/>
                  </a:moveTo>
                  <a:cubicBezTo>
                    <a:pt x="20" y="8"/>
                    <a:pt x="53" y="7"/>
                    <a:pt x="71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4" name="Freeform 3324">
              <a:extLst>
                <a:ext uri="{FF2B5EF4-FFF2-40B4-BE49-F238E27FC236}">
                  <a16:creationId xmlns:a16="http://schemas.microsoft.com/office/drawing/2014/main" id="{CBA1EA47-317F-4539-A3E1-AFE576980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1826"/>
              <a:ext cx="229" cy="54"/>
            </a:xfrm>
            <a:custGeom>
              <a:avLst/>
              <a:gdLst>
                <a:gd name="T0" fmla="*/ 0 w 115"/>
                <a:gd name="T1" fmla="*/ 173 h 25"/>
                <a:gd name="T2" fmla="*/ 908 w 11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25">
                  <a:moveTo>
                    <a:pt x="0" y="17"/>
                  </a:moveTo>
                  <a:cubicBezTo>
                    <a:pt x="38" y="25"/>
                    <a:pt x="89" y="17"/>
                    <a:pt x="11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5" name="Freeform 3325">
              <a:extLst>
                <a:ext uri="{FF2B5EF4-FFF2-40B4-BE49-F238E27FC236}">
                  <a16:creationId xmlns:a16="http://schemas.microsoft.com/office/drawing/2014/main" id="{DF07CD62-5C72-4B71-B863-7C3DE4128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854"/>
              <a:ext cx="153" cy="53"/>
            </a:xfrm>
            <a:custGeom>
              <a:avLst/>
              <a:gdLst>
                <a:gd name="T0" fmla="*/ 0 w 77"/>
                <a:gd name="T1" fmla="*/ 220 h 25"/>
                <a:gd name="T2" fmla="*/ 604 w 7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25">
                  <a:moveTo>
                    <a:pt x="0" y="23"/>
                  </a:moveTo>
                  <a:cubicBezTo>
                    <a:pt x="30" y="25"/>
                    <a:pt x="65" y="10"/>
                    <a:pt x="7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6" name="Freeform 3326">
              <a:extLst>
                <a:ext uri="{FF2B5EF4-FFF2-40B4-BE49-F238E27FC236}">
                  <a16:creationId xmlns:a16="http://schemas.microsoft.com/office/drawing/2014/main" id="{D325C55D-444F-4A4E-9F0D-3F3B29473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1862"/>
              <a:ext cx="74" cy="15"/>
            </a:xfrm>
            <a:custGeom>
              <a:avLst/>
              <a:gdLst>
                <a:gd name="T0" fmla="*/ 0 w 37"/>
                <a:gd name="T1" fmla="*/ 0 h 7"/>
                <a:gd name="T2" fmla="*/ 296 w 37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7">
                  <a:moveTo>
                    <a:pt x="0" y="0"/>
                  </a:moveTo>
                  <a:cubicBezTo>
                    <a:pt x="17" y="4"/>
                    <a:pt x="37" y="7"/>
                    <a:pt x="37" y="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7" name="Freeform 3327">
              <a:extLst>
                <a:ext uri="{FF2B5EF4-FFF2-40B4-BE49-F238E27FC236}">
                  <a16:creationId xmlns:a16="http://schemas.microsoft.com/office/drawing/2014/main" id="{929B532A-C5B9-4F46-BB1B-8D48F8CF3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1907"/>
              <a:ext cx="152" cy="21"/>
            </a:xfrm>
            <a:custGeom>
              <a:avLst/>
              <a:gdLst>
                <a:gd name="T0" fmla="*/ 0 w 76"/>
                <a:gd name="T1" fmla="*/ 48 h 10"/>
                <a:gd name="T2" fmla="*/ 608 w 7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0">
                  <a:moveTo>
                    <a:pt x="0" y="5"/>
                  </a:moveTo>
                  <a:cubicBezTo>
                    <a:pt x="22" y="10"/>
                    <a:pt x="61" y="7"/>
                    <a:pt x="7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8" name="Freeform 3328">
              <a:extLst>
                <a:ext uri="{FF2B5EF4-FFF2-40B4-BE49-F238E27FC236}">
                  <a16:creationId xmlns:a16="http://schemas.microsoft.com/office/drawing/2014/main" id="{6F18FB13-3DD3-485A-814B-285302D1D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1918"/>
              <a:ext cx="140" cy="30"/>
            </a:xfrm>
            <a:custGeom>
              <a:avLst/>
              <a:gdLst>
                <a:gd name="T0" fmla="*/ 0 w 70"/>
                <a:gd name="T1" fmla="*/ 137 h 14"/>
                <a:gd name="T2" fmla="*/ 560 w 70"/>
                <a:gd name="T3" fmla="*/ 6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4">
                  <a:moveTo>
                    <a:pt x="0" y="14"/>
                  </a:moveTo>
                  <a:cubicBezTo>
                    <a:pt x="20" y="8"/>
                    <a:pt x="37" y="0"/>
                    <a:pt x="70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9" name="Freeform 3329">
              <a:extLst>
                <a:ext uri="{FF2B5EF4-FFF2-40B4-BE49-F238E27FC236}">
                  <a16:creationId xmlns:a16="http://schemas.microsoft.com/office/drawing/2014/main" id="{6FC418F1-DC49-4EEA-AADD-1CD6C6DBE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2235"/>
              <a:ext cx="203" cy="68"/>
            </a:xfrm>
            <a:custGeom>
              <a:avLst/>
              <a:gdLst>
                <a:gd name="T0" fmla="*/ 0 w 102"/>
                <a:gd name="T1" fmla="*/ 60 h 32"/>
                <a:gd name="T2" fmla="*/ 527 w 102"/>
                <a:gd name="T3" fmla="*/ 117 h 32"/>
                <a:gd name="T4" fmla="*/ 804 w 102"/>
                <a:gd name="T5" fmla="*/ 30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32">
                  <a:moveTo>
                    <a:pt x="0" y="6"/>
                  </a:moveTo>
                  <a:cubicBezTo>
                    <a:pt x="28" y="0"/>
                    <a:pt x="54" y="5"/>
                    <a:pt x="67" y="12"/>
                  </a:cubicBezTo>
                  <a:cubicBezTo>
                    <a:pt x="81" y="20"/>
                    <a:pt x="95" y="25"/>
                    <a:pt x="102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0" name="Freeform 3330">
              <a:extLst>
                <a:ext uri="{FF2B5EF4-FFF2-40B4-BE49-F238E27FC236}">
                  <a16:creationId xmlns:a16="http://schemas.microsoft.com/office/drawing/2014/main" id="{2BE1164E-389F-4173-A20B-4FA4485E4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218"/>
              <a:ext cx="105" cy="25"/>
            </a:xfrm>
            <a:custGeom>
              <a:avLst/>
              <a:gdLst>
                <a:gd name="T0" fmla="*/ 0 w 53"/>
                <a:gd name="T1" fmla="*/ 0 h 12"/>
                <a:gd name="T2" fmla="*/ 412 w 53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2">
                  <a:moveTo>
                    <a:pt x="0" y="0"/>
                  </a:moveTo>
                  <a:cubicBezTo>
                    <a:pt x="24" y="0"/>
                    <a:pt x="40" y="7"/>
                    <a:pt x="53" y="1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1" name="Freeform 3331">
              <a:extLst>
                <a:ext uri="{FF2B5EF4-FFF2-40B4-BE49-F238E27FC236}">
                  <a16:creationId xmlns:a16="http://schemas.microsoft.com/office/drawing/2014/main" id="{991CCDE8-3A7A-452F-8621-481CC60AF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171"/>
              <a:ext cx="175" cy="83"/>
            </a:xfrm>
            <a:custGeom>
              <a:avLst/>
              <a:gdLst>
                <a:gd name="T0" fmla="*/ 0 w 88"/>
                <a:gd name="T1" fmla="*/ 49 h 39"/>
                <a:gd name="T2" fmla="*/ 692 w 88"/>
                <a:gd name="T3" fmla="*/ 37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39">
                  <a:moveTo>
                    <a:pt x="0" y="5"/>
                  </a:moveTo>
                  <a:cubicBezTo>
                    <a:pt x="33" y="0"/>
                    <a:pt x="61" y="11"/>
                    <a:pt x="88" y="3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2" name="Freeform 3332">
              <a:extLst>
                <a:ext uri="{FF2B5EF4-FFF2-40B4-BE49-F238E27FC236}">
                  <a16:creationId xmlns:a16="http://schemas.microsoft.com/office/drawing/2014/main" id="{6FF49890-C13C-4646-B047-305A0A528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" y="2233"/>
              <a:ext cx="92" cy="14"/>
            </a:xfrm>
            <a:custGeom>
              <a:avLst/>
              <a:gdLst>
                <a:gd name="T0" fmla="*/ 0 w 46"/>
                <a:gd name="T1" fmla="*/ 24 h 7"/>
                <a:gd name="T2" fmla="*/ 368 w 46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7">
                  <a:moveTo>
                    <a:pt x="0" y="3"/>
                  </a:moveTo>
                  <a:cubicBezTo>
                    <a:pt x="23" y="0"/>
                    <a:pt x="46" y="7"/>
                    <a:pt x="46" y="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3" name="Freeform 3333">
              <a:extLst>
                <a:ext uri="{FF2B5EF4-FFF2-40B4-BE49-F238E27FC236}">
                  <a16:creationId xmlns:a16="http://schemas.microsoft.com/office/drawing/2014/main" id="{6A76B59C-2C94-4799-940E-BD361AB62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1943"/>
              <a:ext cx="227" cy="51"/>
            </a:xfrm>
            <a:custGeom>
              <a:avLst/>
              <a:gdLst>
                <a:gd name="T0" fmla="*/ 420 w 114"/>
                <a:gd name="T1" fmla="*/ 221 h 24"/>
                <a:gd name="T2" fmla="*/ 900 w 114"/>
                <a:gd name="T3" fmla="*/ 68 h 24"/>
                <a:gd name="T4" fmla="*/ 456 w 114"/>
                <a:gd name="T5" fmla="*/ 19 h 24"/>
                <a:gd name="T6" fmla="*/ 0 w 114"/>
                <a:gd name="T7" fmla="*/ 12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24">
                  <a:moveTo>
                    <a:pt x="53" y="23"/>
                  </a:moveTo>
                  <a:cubicBezTo>
                    <a:pt x="68" y="24"/>
                    <a:pt x="114" y="7"/>
                    <a:pt x="114" y="7"/>
                  </a:cubicBezTo>
                  <a:cubicBezTo>
                    <a:pt x="101" y="0"/>
                    <a:pt x="85" y="2"/>
                    <a:pt x="58" y="2"/>
                  </a:cubicBezTo>
                  <a:cubicBezTo>
                    <a:pt x="58" y="2"/>
                    <a:pt x="34" y="1"/>
                    <a:pt x="0" y="1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4" name="Freeform 3334">
              <a:extLst>
                <a:ext uri="{FF2B5EF4-FFF2-40B4-BE49-F238E27FC236}">
                  <a16:creationId xmlns:a16="http://schemas.microsoft.com/office/drawing/2014/main" id="{5CAC76A4-C9B7-4F41-8A98-4118A7366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1958"/>
              <a:ext cx="114" cy="19"/>
            </a:xfrm>
            <a:custGeom>
              <a:avLst/>
              <a:gdLst>
                <a:gd name="T0" fmla="*/ 0 w 57"/>
                <a:gd name="T1" fmla="*/ 0 h 9"/>
                <a:gd name="T2" fmla="*/ 456 w 57"/>
                <a:gd name="T3" fmla="*/ 5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9">
                  <a:moveTo>
                    <a:pt x="0" y="0"/>
                  </a:moveTo>
                  <a:cubicBezTo>
                    <a:pt x="24" y="9"/>
                    <a:pt x="57" y="6"/>
                    <a:pt x="57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5" name="Freeform 3335">
              <a:extLst>
                <a:ext uri="{FF2B5EF4-FFF2-40B4-BE49-F238E27FC236}">
                  <a16:creationId xmlns:a16="http://schemas.microsoft.com/office/drawing/2014/main" id="{0C42B3A3-3344-4CCB-BB5D-0124237AF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973"/>
              <a:ext cx="183" cy="38"/>
            </a:xfrm>
            <a:custGeom>
              <a:avLst/>
              <a:gdLst>
                <a:gd name="T0" fmla="*/ 0 w 92"/>
                <a:gd name="T1" fmla="*/ 133 h 18"/>
                <a:gd name="T2" fmla="*/ 463 w 92"/>
                <a:gd name="T3" fmla="*/ 93 h 18"/>
                <a:gd name="T4" fmla="*/ 724 w 9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8">
                  <a:moveTo>
                    <a:pt x="0" y="14"/>
                  </a:moveTo>
                  <a:cubicBezTo>
                    <a:pt x="18" y="18"/>
                    <a:pt x="40" y="15"/>
                    <a:pt x="59" y="10"/>
                  </a:cubicBezTo>
                  <a:cubicBezTo>
                    <a:pt x="77" y="6"/>
                    <a:pt x="92" y="0"/>
                    <a:pt x="9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6" name="Freeform 3336">
              <a:extLst>
                <a:ext uri="{FF2B5EF4-FFF2-40B4-BE49-F238E27FC236}">
                  <a16:creationId xmlns:a16="http://schemas.microsoft.com/office/drawing/2014/main" id="{E04B13E5-7E60-42CD-A5E7-CFEA1086C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028"/>
              <a:ext cx="114" cy="15"/>
            </a:xfrm>
            <a:custGeom>
              <a:avLst/>
              <a:gdLst>
                <a:gd name="T0" fmla="*/ 0 w 57"/>
                <a:gd name="T1" fmla="*/ 0 h 7"/>
                <a:gd name="T2" fmla="*/ 456 w 5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7">
                  <a:moveTo>
                    <a:pt x="0" y="0"/>
                  </a:moveTo>
                  <a:cubicBezTo>
                    <a:pt x="21" y="7"/>
                    <a:pt x="57" y="0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7" name="Freeform 3337">
              <a:extLst>
                <a:ext uri="{FF2B5EF4-FFF2-40B4-BE49-F238E27FC236}">
                  <a16:creationId xmlns:a16="http://schemas.microsoft.com/office/drawing/2014/main" id="{759C4BCB-C553-4817-A460-49556DBA1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2033"/>
              <a:ext cx="167" cy="44"/>
            </a:xfrm>
            <a:custGeom>
              <a:avLst/>
              <a:gdLst>
                <a:gd name="T0" fmla="*/ 0 w 84"/>
                <a:gd name="T1" fmla="*/ 119 h 21"/>
                <a:gd name="T2" fmla="*/ 660 w 8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21">
                  <a:moveTo>
                    <a:pt x="0" y="13"/>
                  </a:moveTo>
                  <a:cubicBezTo>
                    <a:pt x="23" y="21"/>
                    <a:pt x="72" y="12"/>
                    <a:pt x="8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8" name="Freeform 3338">
              <a:extLst>
                <a:ext uri="{FF2B5EF4-FFF2-40B4-BE49-F238E27FC236}">
                  <a16:creationId xmlns:a16="http://schemas.microsoft.com/office/drawing/2014/main" id="{BC53BC63-710F-40CE-AB7B-218D0B695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2048"/>
              <a:ext cx="78" cy="29"/>
            </a:xfrm>
            <a:custGeom>
              <a:avLst/>
              <a:gdLst>
                <a:gd name="T0" fmla="*/ 0 w 39"/>
                <a:gd name="T1" fmla="*/ 44 h 14"/>
                <a:gd name="T2" fmla="*/ 312 w 39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4">
                  <a:moveTo>
                    <a:pt x="0" y="5"/>
                  </a:moveTo>
                  <a:cubicBezTo>
                    <a:pt x="23" y="0"/>
                    <a:pt x="38" y="13"/>
                    <a:pt x="39" y="1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9" name="Freeform 3339">
              <a:extLst>
                <a:ext uri="{FF2B5EF4-FFF2-40B4-BE49-F238E27FC236}">
                  <a16:creationId xmlns:a16="http://schemas.microsoft.com/office/drawing/2014/main" id="{F0432983-FFE5-4A84-8496-94972FE3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101"/>
              <a:ext cx="193" cy="25"/>
            </a:xfrm>
            <a:custGeom>
              <a:avLst/>
              <a:gdLst>
                <a:gd name="T0" fmla="*/ 0 w 97"/>
                <a:gd name="T1" fmla="*/ 0 h 12"/>
                <a:gd name="T2" fmla="*/ 764 w 97"/>
                <a:gd name="T3" fmla="*/ 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12">
                  <a:moveTo>
                    <a:pt x="0" y="0"/>
                  </a:moveTo>
                  <a:cubicBezTo>
                    <a:pt x="18" y="12"/>
                    <a:pt x="73" y="12"/>
                    <a:pt x="97" y="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0" name="Freeform 3340">
              <a:extLst>
                <a:ext uri="{FF2B5EF4-FFF2-40B4-BE49-F238E27FC236}">
                  <a16:creationId xmlns:a16="http://schemas.microsoft.com/office/drawing/2014/main" id="{F3C9A022-95C2-46F4-A423-A8343E613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2073"/>
              <a:ext cx="128" cy="36"/>
            </a:xfrm>
            <a:custGeom>
              <a:avLst/>
              <a:gdLst>
                <a:gd name="T0" fmla="*/ 0 w 64"/>
                <a:gd name="T1" fmla="*/ 0 h 17"/>
                <a:gd name="T2" fmla="*/ 512 w 64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7">
                  <a:moveTo>
                    <a:pt x="0" y="0"/>
                  </a:moveTo>
                  <a:cubicBezTo>
                    <a:pt x="15" y="12"/>
                    <a:pt x="47" y="16"/>
                    <a:pt x="64" y="1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1" name="Freeform 3341">
              <a:extLst>
                <a:ext uri="{FF2B5EF4-FFF2-40B4-BE49-F238E27FC236}">
                  <a16:creationId xmlns:a16="http://schemas.microsoft.com/office/drawing/2014/main" id="{3F755C8D-5D54-40E8-9DFC-A8ED9FCFD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2171"/>
              <a:ext cx="171" cy="15"/>
            </a:xfrm>
            <a:custGeom>
              <a:avLst/>
              <a:gdLst>
                <a:gd name="T0" fmla="*/ 0 w 86"/>
                <a:gd name="T1" fmla="*/ 69 h 7"/>
                <a:gd name="T2" fmla="*/ 676 w 86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7">
                  <a:moveTo>
                    <a:pt x="0" y="7"/>
                  </a:moveTo>
                  <a:cubicBezTo>
                    <a:pt x="36" y="5"/>
                    <a:pt x="62" y="0"/>
                    <a:pt x="86" y="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2" name="Freeform 3342">
              <a:extLst>
                <a:ext uri="{FF2B5EF4-FFF2-40B4-BE49-F238E27FC236}">
                  <a16:creationId xmlns:a16="http://schemas.microsoft.com/office/drawing/2014/main" id="{D475D8E2-E580-4FD2-90A8-74A43C4AC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2199"/>
              <a:ext cx="149" cy="29"/>
            </a:xfrm>
            <a:custGeom>
              <a:avLst/>
              <a:gdLst>
                <a:gd name="T0" fmla="*/ 0 w 75"/>
                <a:gd name="T1" fmla="*/ 0 h 14"/>
                <a:gd name="T2" fmla="*/ 588 w 75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4">
                  <a:moveTo>
                    <a:pt x="0" y="0"/>
                  </a:moveTo>
                  <a:cubicBezTo>
                    <a:pt x="23" y="7"/>
                    <a:pt x="60" y="14"/>
                    <a:pt x="75" y="1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3" name="Freeform 3343">
              <a:extLst>
                <a:ext uri="{FF2B5EF4-FFF2-40B4-BE49-F238E27FC236}">
                  <a16:creationId xmlns:a16="http://schemas.microsoft.com/office/drawing/2014/main" id="{6828E47C-286F-4B7A-9ADE-4A42C0BBC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143"/>
              <a:ext cx="155" cy="19"/>
            </a:xfrm>
            <a:custGeom>
              <a:avLst/>
              <a:gdLst>
                <a:gd name="T0" fmla="*/ 0 w 78"/>
                <a:gd name="T1" fmla="*/ 0 h 9"/>
                <a:gd name="T2" fmla="*/ 612 w 78"/>
                <a:gd name="T3" fmla="*/ 2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9">
                  <a:moveTo>
                    <a:pt x="0" y="0"/>
                  </a:moveTo>
                  <a:cubicBezTo>
                    <a:pt x="26" y="9"/>
                    <a:pt x="78" y="3"/>
                    <a:pt x="78" y="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4" name="Freeform 3344">
              <a:extLst>
                <a:ext uri="{FF2B5EF4-FFF2-40B4-BE49-F238E27FC236}">
                  <a16:creationId xmlns:a16="http://schemas.microsoft.com/office/drawing/2014/main" id="{B8FB644D-1D77-4BBC-A68B-9FB9EEE5D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2156"/>
              <a:ext cx="54" cy="23"/>
            </a:xfrm>
            <a:custGeom>
              <a:avLst/>
              <a:gdLst>
                <a:gd name="T0" fmla="*/ 0 w 27"/>
                <a:gd name="T1" fmla="*/ 0 h 11"/>
                <a:gd name="T2" fmla="*/ 216 w 27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18" y="5"/>
                    <a:pt x="27" y="11"/>
                    <a:pt x="27" y="1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5" name="Freeform 3345">
              <a:extLst>
                <a:ext uri="{FF2B5EF4-FFF2-40B4-BE49-F238E27FC236}">
                  <a16:creationId xmlns:a16="http://schemas.microsoft.com/office/drawing/2014/main" id="{6C02F6D0-9315-4AEA-9FFF-75B73DE43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022"/>
              <a:ext cx="49" cy="159"/>
            </a:xfrm>
            <a:custGeom>
              <a:avLst/>
              <a:gdLst>
                <a:gd name="T0" fmla="*/ 188 w 25"/>
                <a:gd name="T1" fmla="*/ 0 h 75"/>
                <a:gd name="T2" fmla="*/ 61 w 25"/>
                <a:gd name="T3" fmla="*/ 714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5">
                  <a:moveTo>
                    <a:pt x="25" y="0"/>
                  </a:moveTo>
                  <a:cubicBezTo>
                    <a:pt x="11" y="14"/>
                    <a:pt x="0" y="38"/>
                    <a:pt x="8" y="7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6" name="Freeform 3346">
              <a:extLst>
                <a:ext uri="{FF2B5EF4-FFF2-40B4-BE49-F238E27FC236}">
                  <a16:creationId xmlns:a16="http://schemas.microsoft.com/office/drawing/2014/main" id="{65959240-6F52-4B37-9BBD-8658EFFE2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3009"/>
              <a:ext cx="78" cy="132"/>
            </a:xfrm>
            <a:custGeom>
              <a:avLst/>
              <a:gdLst>
                <a:gd name="T0" fmla="*/ 312 w 39"/>
                <a:gd name="T1" fmla="*/ 0 h 62"/>
                <a:gd name="T2" fmla="*/ 16 w 39"/>
                <a:gd name="T3" fmla="*/ 598 h 62"/>
                <a:gd name="T4" fmla="*/ 200 w 39"/>
                <a:gd name="T5" fmla="*/ 4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2">
                  <a:moveTo>
                    <a:pt x="39" y="0"/>
                  </a:moveTo>
                  <a:cubicBezTo>
                    <a:pt x="29" y="10"/>
                    <a:pt x="24" y="48"/>
                    <a:pt x="2" y="62"/>
                  </a:cubicBezTo>
                  <a:cubicBezTo>
                    <a:pt x="0" y="24"/>
                    <a:pt x="12" y="8"/>
                    <a:pt x="25" y="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7" name="Line 3347">
              <a:extLst>
                <a:ext uri="{FF2B5EF4-FFF2-40B4-BE49-F238E27FC236}">
                  <a16:creationId xmlns:a16="http://schemas.microsoft.com/office/drawing/2014/main" id="{39032914-5899-400C-BB18-030E2446A8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3017"/>
              <a:ext cx="1" cy="1"/>
            </a:xfrm>
            <a:prstGeom prst="lin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8" name="Freeform 3348">
              <a:extLst>
                <a:ext uri="{FF2B5EF4-FFF2-40B4-BE49-F238E27FC236}">
                  <a16:creationId xmlns:a16="http://schemas.microsoft.com/office/drawing/2014/main" id="{FBF90975-8B12-436A-B5AF-1273CFC2B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3083"/>
              <a:ext cx="52" cy="164"/>
            </a:xfrm>
            <a:custGeom>
              <a:avLst/>
              <a:gdLst>
                <a:gd name="T0" fmla="*/ 56 w 26"/>
                <a:gd name="T1" fmla="*/ 249 h 77"/>
                <a:gd name="T2" fmla="*/ 56 w 26"/>
                <a:gd name="T3" fmla="*/ 743 h 77"/>
                <a:gd name="T4" fmla="*/ 208 w 26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77">
                  <a:moveTo>
                    <a:pt x="7" y="26"/>
                  </a:moveTo>
                  <a:cubicBezTo>
                    <a:pt x="0" y="42"/>
                    <a:pt x="3" y="64"/>
                    <a:pt x="7" y="77"/>
                  </a:cubicBezTo>
                  <a:cubicBezTo>
                    <a:pt x="20" y="58"/>
                    <a:pt x="25" y="27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9" name="Freeform 3349">
              <a:extLst>
                <a:ext uri="{FF2B5EF4-FFF2-40B4-BE49-F238E27FC236}">
                  <a16:creationId xmlns:a16="http://schemas.microsoft.com/office/drawing/2014/main" id="{7A030CE2-9608-44EE-8F18-619629A48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013"/>
              <a:ext cx="102" cy="145"/>
            </a:xfrm>
            <a:custGeom>
              <a:avLst/>
              <a:gdLst>
                <a:gd name="T0" fmla="*/ 0 w 51"/>
                <a:gd name="T1" fmla="*/ 659 h 68"/>
                <a:gd name="T2" fmla="*/ 224 w 51"/>
                <a:gd name="T3" fmla="*/ 290 h 68"/>
                <a:gd name="T4" fmla="*/ 408 w 5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8">
                  <a:moveTo>
                    <a:pt x="0" y="68"/>
                  </a:moveTo>
                  <a:cubicBezTo>
                    <a:pt x="18" y="51"/>
                    <a:pt x="12" y="39"/>
                    <a:pt x="28" y="30"/>
                  </a:cubicBezTo>
                  <a:cubicBezTo>
                    <a:pt x="45" y="21"/>
                    <a:pt x="51" y="0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0" name="Freeform 3350">
              <a:extLst>
                <a:ext uri="{FF2B5EF4-FFF2-40B4-BE49-F238E27FC236}">
                  <a16:creationId xmlns:a16="http://schemas.microsoft.com/office/drawing/2014/main" id="{B56AE2AE-FD0B-49C2-B773-D9E834DB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149"/>
              <a:ext cx="60" cy="104"/>
            </a:xfrm>
            <a:custGeom>
              <a:avLst/>
              <a:gdLst>
                <a:gd name="T0" fmla="*/ 240 w 30"/>
                <a:gd name="T1" fmla="*/ 0 h 49"/>
                <a:gd name="T2" fmla="*/ 0 w 30"/>
                <a:gd name="T3" fmla="*/ 469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30" y="0"/>
                  </a:moveTo>
                  <a:cubicBezTo>
                    <a:pt x="26" y="15"/>
                    <a:pt x="8" y="27"/>
                    <a:pt x="0" y="4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1" name="Freeform 3351">
              <a:extLst>
                <a:ext uri="{FF2B5EF4-FFF2-40B4-BE49-F238E27FC236}">
                  <a16:creationId xmlns:a16="http://schemas.microsoft.com/office/drawing/2014/main" id="{55F5E151-B0EC-4D38-80C7-24C34EC86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049"/>
              <a:ext cx="58" cy="187"/>
            </a:xfrm>
            <a:custGeom>
              <a:avLst/>
              <a:gdLst>
                <a:gd name="T0" fmla="*/ 232 w 29"/>
                <a:gd name="T1" fmla="*/ 0 h 88"/>
                <a:gd name="T2" fmla="*/ 40 w 29"/>
                <a:gd name="T3" fmla="*/ 538 h 88"/>
                <a:gd name="T4" fmla="*/ 16 w 29"/>
                <a:gd name="T5" fmla="*/ 844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88">
                  <a:moveTo>
                    <a:pt x="29" y="0"/>
                  </a:moveTo>
                  <a:cubicBezTo>
                    <a:pt x="13" y="13"/>
                    <a:pt x="9" y="42"/>
                    <a:pt x="5" y="56"/>
                  </a:cubicBezTo>
                  <a:cubicBezTo>
                    <a:pt x="0" y="71"/>
                    <a:pt x="2" y="88"/>
                    <a:pt x="2" y="8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2" name="Freeform 3352">
              <a:extLst>
                <a:ext uri="{FF2B5EF4-FFF2-40B4-BE49-F238E27FC236}">
                  <a16:creationId xmlns:a16="http://schemas.microsoft.com/office/drawing/2014/main" id="{9923687E-7E59-434D-9E83-E0B596FA0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998"/>
              <a:ext cx="63" cy="160"/>
            </a:xfrm>
            <a:custGeom>
              <a:avLst/>
              <a:gdLst>
                <a:gd name="T0" fmla="*/ 244 w 32"/>
                <a:gd name="T1" fmla="*/ 0 h 75"/>
                <a:gd name="T2" fmla="*/ 8 w 32"/>
                <a:gd name="T3" fmla="*/ 727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5">
                  <a:moveTo>
                    <a:pt x="32" y="0"/>
                  </a:moveTo>
                  <a:cubicBezTo>
                    <a:pt x="15" y="11"/>
                    <a:pt x="0" y="23"/>
                    <a:pt x="1" y="7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3" name="Freeform 3353">
              <a:extLst>
                <a:ext uri="{FF2B5EF4-FFF2-40B4-BE49-F238E27FC236}">
                  <a16:creationId xmlns:a16="http://schemas.microsoft.com/office/drawing/2014/main" id="{B5A9F83B-8BEB-4E35-B1A2-08F28A653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898"/>
              <a:ext cx="66" cy="141"/>
            </a:xfrm>
            <a:custGeom>
              <a:avLst/>
              <a:gdLst>
                <a:gd name="T0" fmla="*/ 264 w 33"/>
                <a:gd name="T1" fmla="*/ 0 h 66"/>
                <a:gd name="T2" fmla="*/ 0 w 33"/>
                <a:gd name="T3" fmla="*/ 643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6">
                  <a:moveTo>
                    <a:pt x="33" y="0"/>
                  </a:moveTo>
                  <a:cubicBezTo>
                    <a:pt x="22" y="6"/>
                    <a:pt x="1" y="33"/>
                    <a:pt x="0" y="6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4" name="Freeform 3354">
              <a:extLst>
                <a:ext uri="{FF2B5EF4-FFF2-40B4-BE49-F238E27FC236}">
                  <a16:creationId xmlns:a16="http://schemas.microsoft.com/office/drawing/2014/main" id="{894C38A6-BCE5-4B04-9DA9-093BC2843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3036"/>
              <a:ext cx="70" cy="154"/>
            </a:xfrm>
            <a:custGeom>
              <a:avLst/>
              <a:gdLst>
                <a:gd name="T0" fmla="*/ 264 w 35"/>
                <a:gd name="T1" fmla="*/ 0 h 72"/>
                <a:gd name="T2" fmla="*/ 0 w 35"/>
                <a:gd name="T3" fmla="*/ 704 h 72"/>
                <a:gd name="T4" fmla="*/ 280 w 35"/>
                <a:gd name="T5" fmla="*/ 145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2">
                  <a:moveTo>
                    <a:pt x="33" y="0"/>
                  </a:moveTo>
                  <a:cubicBezTo>
                    <a:pt x="16" y="19"/>
                    <a:pt x="1" y="32"/>
                    <a:pt x="0" y="72"/>
                  </a:cubicBezTo>
                  <a:cubicBezTo>
                    <a:pt x="15" y="57"/>
                    <a:pt x="29" y="35"/>
                    <a:pt x="35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5" name="Freeform 3355">
              <a:extLst>
                <a:ext uri="{FF2B5EF4-FFF2-40B4-BE49-F238E27FC236}">
                  <a16:creationId xmlns:a16="http://schemas.microsoft.com/office/drawing/2014/main" id="{8F126CFE-ECD7-4BF3-A4F7-DCC98BAC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190"/>
              <a:ext cx="22" cy="65"/>
            </a:xfrm>
            <a:custGeom>
              <a:avLst/>
              <a:gdLst>
                <a:gd name="T0" fmla="*/ 88 w 11"/>
                <a:gd name="T1" fmla="*/ 0 h 31"/>
                <a:gd name="T2" fmla="*/ 24 w 11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0" y="26"/>
                    <a:pt x="3" y="31"/>
                    <a:pt x="3" y="3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6" name="Freeform 3356">
              <a:extLst>
                <a:ext uri="{FF2B5EF4-FFF2-40B4-BE49-F238E27FC236}">
                  <a16:creationId xmlns:a16="http://schemas.microsoft.com/office/drawing/2014/main" id="{ED927174-43D8-4F3E-8CD7-0BF513694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3162"/>
              <a:ext cx="8" cy="96"/>
            </a:xfrm>
            <a:custGeom>
              <a:avLst/>
              <a:gdLst>
                <a:gd name="T0" fmla="*/ 24 w 4"/>
                <a:gd name="T1" fmla="*/ 0 h 45"/>
                <a:gd name="T2" fmla="*/ 0 w 4"/>
                <a:gd name="T3" fmla="*/ 43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5">
                  <a:moveTo>
                    <a:pt x="3" y="0"/>
                  </a:moveTo>
                  <a:cubicBezTo>
                    <a:pt x="4" y="16"/>
                    <a:pt x="0" y="45"/>
                    <a:pt x="0" y="4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7" name="Freeform 3357">
              <a:extLst>
                <a:ext uri="{FF2B5EF4-FFF2-40B4-BE49-F238E27FC236}">
                  <a16:creationId xmlns:a16="http://schemas.microsoft.com/office/drawing/2014/main" id="{FA61E224-97F3-4A08-B090-404B7C4B7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039"/>
              <a:ext cx="100" cy="91"/>
            </a:xfrm>
            <a:custGeom>
              <a:avLst/>
              <a:gdLst>
                <a:gd name="T0" fmla="*/ 400 w 50"/>
                <a:gd name="T1" fmla="*/ 36 h 43"/>
                <a:gd name="T2" fmla="*/ 0 w 50"/>
                <a:gd name="T3" fmla="*/ 408 h 43"/>
                <a:gd name="T4" fmla="*/ 248 w 50"/>
                <a:gd name="T5" fmla="*/ 31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3">
                  <a:moveTo>
                    <a:pt x="50" y="4"/>
                  </a:moveTo>
                  <a:cubicBezTo>
                    <a:pt x="38" y="0"/>
                    <a:pt x="13" y="15"/>
                    <a:pt x="0" y="43"/>
                  </a:cubicBezTo>
                  <a:cubicBezTo>
                    <a:pt x="14" y="42"/>
                    <a:pt x="31" y="33"/>
                    <a:pt x="31" y="3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8" name="Freeform 3358">
              <a:extLst>
                <a:ext uri="{FF2B5EF4-FFF2-40B4-BE49-F238E27FC236}">
                  <a16:creationId xmlns:a16="http://schemas.microsoft.com/office/drawing/2014/main" id="{BA927411-6CED-4F51-B2B2-B3DDAFAA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992"/>
              <a:ext cx="30" cy="57"/>
            </a:xfrm>
            <a:custGeom>
              <a:avLst/>
              <a:gdLst>
                <a:gd name="T0" fmla="*/ 120 w 15"/>
                <a:gd name="T1" fmla="*/ 0 h 27"/>
                <a:gd name="T2" fmla="*/ 0 w 15"/>
                <a:gd name="T3" fmla="*/ 25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7">
                  <a:moveTo>
                    <a:pt x="15" y="0"/>
                  </a:moveTo>
                  <a:cubicBezTo>
                    <a:pt x="9" y="15"/>
                    <a:pt x="0" y="27"/>
                    <a:pt x="0" y="2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9" name="Freeform 3359">
              <a:extLst>
                <a:ext uri="{FF2B5EF4-FFF2-40B4-BE49-F238E27FC236}">
                  <a16:creationId xmlns:a16="http://schemas.microsoft.com/office/drawing/2014/main" id="{55C1FE15-A03A-492E-AE90-8F32419D1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051"/>
              <a:ext cx="100" cy="158"/>
            </a:xfrm>
            <a:custGeom>
              <a:avLst/>
              <a:gdLst>
                <a:gd name="T0" fmla="*/ 400 w 50"/>
                <a:gd name="T1" fmla="*/ 0 h 74"/>
                <a:gd name="T2" fmla="*/ 216 w 50"/>
                <a:gd name="T3" fmla="*/ 525 h 74"/>
                <a:gd name="T4" fmla="*/ 0 w 50"/>
                <a:gd name="T5" fmla="*/ 72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74">
                  <a:moveTo>
                    <a:pt x="50" y="0"/>
                  </a:moveTo>
                  <a:cubicBezTo>
                    <a:pt x="45" y="13"/>
                    <a:pt x="42" y="38"/>
                    <a:pt x="27" y="54"/>
                  </a:cubicBezTo>
                  <a:cubicBezTo>
                    <a:pt x="12" y="71"/>
                    <a:pt x="0" y="74"/>
                    <a:pt x="0" y="7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0" name="Freeform 3360">
              <a:extLst>
                <a:ext uri="{FF2B5EF4-FFF2-40B4-BE49-F238E27FC236}">
                  <a16:creationId xmlns:a16="http://schemas.microsoft.com/office/drawing/2014/main" id="{96DD235C-ACB2-431B-86A8-6E37071DC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983"/>
              <a:ext cx="92" cy="124"/>
            </a:xfrm>
            <a:custGeom>
              <a:avLst/>
              <a:gdLst>
                <a:gd name="T0" fmla="*/ 0 w 46"/>
                <a:gd name="T1" fmla="*/ 567 h 58"/>
                <a:gd name="T2" fmla="*/ 368 w 46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8">
                  <a:moveTo>
                    <a:pt x="0" y="58"/>
                  </a:moveTo>
                  <a:cubicBezTo>
                    <a:pt x="20" y="33"/>
                    <a:pt x="40" y="26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1" name="Freeform 3361">
              <a:extLst>
                <a:ext uri="{FF2B5EF4-FFF2-40B4-BE49-F238E27FC236}">
                  <a16:creationId xmlns:a16="http://schemas.microsoft.com/office/drawing/2014/main" id="{08FD15AB-AFE0-4EE0-9344-625A91ED1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047"/>
              <a:ext cx="110" cy="138"/>
            </a:xfrm>
            <a:custGeom>
              <a:avLst/>
              <a:gdLst>
                <a:gd name="T0" fmla="*/ 0 w 55"/>
                <a:gd name="T1" fmla="*/ 622 h 65"/>
                <a:gd name="T2" fmla="*/ 440 w 55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65">
                  <a:moveTo>
                    <a:pt x="0" y="65"/>
                  </a:moveTo>
                  <a:cubicBezTo>
                    <a:pt x="24" y="59"/>
                    <a:pt x="45" y="36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2" name="Freeform 3362">
              <a:extLst>
                <a:ext uri="{FF2B5EF4-FFF2-40B4-BE49-F238E27FC236}">
                  <a16:creationId xmlns:a16="http://schemas.microsoft.com/office/drawing/2014/main" id="{F9410499-3726-4DCE-B73D-659C0A075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130"/>
              <a:ext cx="54" cy="30"/>
            </a:xfrm>
            <a:custGeom>
              <a:avLst/>
              <a:gdLst>
                <a:gd name="T0" fmla="*/ 216 w 27"/>
                <a:gd name="T1" fmla="*/ 0 h 14"/>
                <a:gd name="T2" fmla="*/ 0 w 27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27" y="0"/>
                  </a:moveTo>
                  <a:cubicBezTo>
                    <a:pt x="22" y="8"/>
                    <a:pt x="0" y="14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3" name="Freeform 3363">
              <a:extLst>
                <a:ext uri="{FF2B5EF4-FFF2-40B4-BE49-F238E27FC236}">
                  <a16:creationId xmlns:a16="http://schemas.microsoft.com/office/drawing/2014/main" id="{2E8844D7-7E33-47B5-A4A2-561AD79F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162"/>
              <a:ext cx="22" cy="91"/>
            </a:xfrm>
            <a:custGeom>
              <a:avLst/>
              <a:gdLst>
                <a:gd name="T0" fmla="*/ 88 w 11"/>
                <a:gd name="T1" fmla="*/ 0 h 43"/>
                <a:gd name="T2" fmla="*/ 0 w 11"/>
                <a:gd name="T3" fmla="*/ 40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3">
                  <a:moveTo>
                    <a:pt x="11" y="0"/>
                  </a:moveTo>
                  <a:cubicBezTo>
                    <a:pt x="5" y="29"/>
                    <a:pt x="0" y="43"/>
                    <a:pt x="0" y="4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4" name="Freeform 3364">
              <a:extLst>
                <a:ext uri="{FF2B5EF4-FFF2-40B4-BE49-F238E27FC236}">
                  <a16:creationId xmlns:a16="http://schemas.microsoft.com/office/drawing/2014/main" id="{D1746A66-DF9F-48AA-9994-D45740AF9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168"/>
              <a:ext cx="48" cy="85"/>
            </a:xfrm>
            <a:custGeom>
              <a:avLst/>
              <a:gdLst>
                <a:gd name="T0" fmla="*/ 192 w 24"/>
                <a:gd name="T1" fmla="*/ 0 h 40"/>
                <a:gd name="T2" fmla="*/ 0 w 24"/>
                <a:gd name="T3" fmla="*/ 38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24" y="0"/>
                  </a:moveTo>
                  <a:cubicBezTo>
                    <a:pt x="8" y="11"/>
                    <a:pt x="0" y="40"/>
                    <a:pt x="0" y="4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5" name="Freeform 3365">
              <a:extLst>
                <a:ext uri="{FF2B5EF4-FFF2-40B4-BE49-F238E27FC236}">
                  <a16:creationId xmlns:a16="http://schemas.microsoft.com/office/drawing/2014/main" id="{319F01A6-A952-427D-B1A3-A43115154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190"/>
              <a:ext cx="4" cy="40"/>
            </a:xfrm>
            <a:custGeom>
              <a:avLst/>
              <a:gdLst>
                <a:gd name="T0" fmla="*/ 8 w 2"/>
                <a:gd name="T1" fmla="*/ 0 h 19"/>
                <a:gd name="T2" fmla="*/ 0 w 2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1" y="0"/>
                  </a:moveTo>
                  <a:cubicBezTo>
                    <a:pt x="2" y="6"/>
                    <a:pt x="0" y="19"/>
                    <a:pt x="0" y="1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6" name="Freeform 3366">
              <a:extLst>
                <a:ext uri="{FF2B5EF4-FFF2-40B4-BE49-F238E27FC236}">
                  <a16:creationId xmlns:a16="http://schemas.microsoft.com/office/drawing/2014/main" id="{CBC4B3BC-46D1-4102-BBD3-9F7195704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119"/>
              <a:ext cx="68" cy="139"/>
            </a:xfrm>
            <a:custGeom>
              <a:avLst/>
              <a:gdLst>
                <a:gd name="T0" fmla="*/ 272 w 34"/>
                <a:gd name="T1" fmla="*/ 0 h 65"/>
                <a:gd name="T2" fmla="*/ 0 w 34"/>
                <a:gd name="T3" fmla="*/ 635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5">
                  <a:moveTo>
                    <a:pt x="34" y="0"/>
                  </a:moveTo>
                  <a:cubicBezTo>
                    <a:pt x="18" y="15"/>
                    <a:pt x="6" y="36"/>
                    <a:pt x="0" y="6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7" name="Freeform 3367">
              <a:extLst>
                <a:ext uri="{FF2B5EF4-FFF2-40B4-BE49-F238E27FC236}">
                  <a16:creationId xmlns:a16="http://schemas.microsoft.com/office/drawing/2014/main" id="{FEBE8EBA-69C5-463B-A131-D4050EF45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128"/>
              <a:ext cx="84" cy="117"/>
            </a:xfrm>
            <a:custGeom>
              <a:avLst/>
              <a:gdLst>
                <a:gd name="T0" fmla="*/ 0 w 42"/>
                <a:gd name="T1" fmla="*/ 530 h 55"/>
                <a:gd name="T2" fmla="*/ 336 w 42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5">
                  <a:moveTo>
                    <a:pt x="0" y="55"/>
                  </a:moveTo>
                  <a:cubicBezTo>
                    <a:pt x="21" y="40"/>
                    <a:pt x="31" y="24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8" name="Freeform 3368">
              <a:extLst>
                <a:ext uri="{FF2B5EF4-FFF2-40B4-BE49-F238E27FC236}">
                  <a16:creationId xmlns:a16="http://schemas.microsoft.com/office/drawing/2014/main" id="{1F3050C5-3B3E-484B-A2F6-A1AA5DA38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026"/>
              <a:ext cx="72" cy="212"/>
            </a:xfrm>
            <a:custGeom>
              <a:avLst/>
              <a:gdLst>
                <a:gd name="T0" fmla="*/ 288 w 36"/>
                <a:gd name="T1" fmla="*/ 0 h 100"/>
                <a:gd name="T2" fmla="*/ 96 w 36"/>
                <a:gd name="T3" fmla="*/ 579 h 100"/>
                <a:gd name="T4" fmla="*/ 0 w 36"/>
                <a:gd name="T5" fmla="*/ 952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0">
                  <a:moveTo>
                    <a:pt x="36" y="0"/>
                  </a:moveTo>
                  <a:cubicBezTo>
                    <a:pt x="32" y="35"/>
                    <a:pt x="19" y="42"/>
                    <a:pt x="12" y="61"/>
                  </a:cubicBezTo>
                  <a:cubicBezTo>
                    <a:pt x="5" y="81"/>
                    <a:pt x="0" y="100"/>
                    <a:pt x="0" y="10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9" name="Freeform 3369">
              <a:extLst>
                <a:ext uri="{FF2B5EF4-FFF2-40B4-BE49-F238E27FC236}">
                  <a16:creationId xmlns:a16="http://schemas.microsoft.com/office/drawing/2014/main" id="{3938607A-DCCC-4DAC-8568-4EF4B1662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136"/>
              <a:ext cx="16" cy="115"/>
            </a:xfrm>
            <a:custGeom>
              <a:avLst/>
              <a:gdLst>
                <a:gd name="T0" fmla="*/ 24 w 8"/>
                <a:gd name="T1" fmla="*/ 0 h 54"/>
                <a:gd name="T2" fmla="*/ 64 w 8"/>
                <a:gd name="T3" fmla="*/ 522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4">
                  <a:moveTo>
                    <a:pt x="3" y="0"/>
                  </a:moveTo>
                  <a:cubicBezTo>
                    <a:pt x="0" y="20"/>
                    <a:pt x="8" y="42"/>
                    <a:pt x="8" y="5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0" name="Freeform 3370">
              <a:extLst>
                <a:ext uri="{FF2B5EF4-FFF2-40B4-BE49-F238E27FC236}">
                  <a16:creationId xmlns:a16="http://schemas.microsoft.com/office/drawing/2014/main" id="{673D4E5D-5345-45A5-9FCE-B983A3EDE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039"/>
              <a:ext cx="32" cy="191"/>
            </a:xfrm>
            <a:custGeom>
              <a:avLst/>
              <a:gdLst>
                <a:gd name="T0" fmla="*/ 0 w 16"/>
                <a:gd name="T1" fmla="*/ 860 h 90"/>
                <a:gd name="T2" fmla="*/ 96 w 16"/>
                <a:gd name="T3" fmla="*/ 0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0">
                  <a:moveTo>
                    <a:pt x="0" y="90"/>
                  </a:moveTo>
                  <a:cubicBezTo>
                    <a:pt x="16" y="65"/>
                    <a:pt x="12" y="29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1" name="Freeform 3371">
              <a:extLst>
                <a:ext uri="{FF2B5EF4-FFF2-40B4-BE49-F238E27FC236}">
                  <a16:creationId xmlns:a16="http://schemas.microsoft.com/office/drawing/2014/main" id="{0BB40625-A6DA-4BBF-925E-BFC2AE667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941"/>
              <a:ext cx="50" cy="217"/>
            </a:xfrm>
            <a:custGeom>
              <a:avLst/>
              <a:gdLst>
                <a:gd name="T0" fmla="*/ 0 w 25"/>
                <a:gd name="T1" fmla="*/ 983 h 102"/>
                <a:gd name="T2" fmla="*/ 200 w 25"/>
                <a:gd name="T3" fmla="*/ 349 h 102"/>
                <a:gd name="T4" fmla="*/ 144 w 25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2">
                  <a:moveTo>
                    <a:pt x="0" y="102"/>
                  </a:moveTo>
                  <a:cubicBezTo>
                    <a:pt x="16" y="82"/>
                    <a:pt x="25" y="61"/>
                    <a:pt x="25" y="36"/>
                  </a:cubicBezTo>
                  <a:cubicBezTo>
                    <a:pt x="25" y="36"/>
                    <a:pt x="16" y="13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2" name="Freeform 3372">
              <a:extLst>
                <a:ext uri="{FF2B5EF4-FFF2-40B4-BE49-F238E27FC236}">
                  <a16:creationId xmlns:a16="http://schemas.microsoft.com/office/drawing/2014/main" id="{1ECC8A9C-5211-4B71-9D1F-EB43353DD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862"/>
              <a:ext cx="146" cy="187"/>
            </a:xfrm>
            <a:custGeom>
              <a:avLst/>
              <a:gdLst>
                <a:gd name="T0" fmla="*/ 0 w 73"/>
                <a:gd name="T1" fmla="*/ 844 h 88"/>
                <a:gd name="T2" fmla="*/ 360 w 73"/>
                <a:gd name="T3" fmla="*/ 674 h 88"/>
                <a:gd name="T4" fmla="*/ 584 w 73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8">
                  <a:moveTo>
                    <a:pt x="0" y="88"/>
                  </a:moveTo>
                  <a:cubicBezTo>
                    <a:pt x="17" y="87"/>
                    <a:pt x="31" y="78"/>
                    <a:pt x="45" y="70"/>
                  </a:cubicBezTo>
                  <a:cubicBezTo>
                    <a:pt x="58" y="59"/>
                    <a:pt x="73" y="19"/>
                    <a:pt x="7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3" name="Freeform 3373">
              <a:extLst>
                <a:ext uri="{FF2B5EF4-FFF2-40B4-BE49-F238E27FC236}">
                  <a16:creationId xmlns:a16="http://schemas.microsoft.com/office/drawing/2014/main" id="{CD537A5E-B736-4CE0-8D70-2FE73952C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049"/>
              <a:ext cx="54" cy="138"/>
            </a:xfrm>
            <a:custGeom>
              <a:avLst/>
              <a:gdLst>
                <a:gd name="T0" fmla="*/ 216 w 27"/>
                <a:gd name="T1" fmla="*/ 0 h 65"/>
                <a:gd name="T2" fmla="*/ 8 w 27"/>
                <a:gd name="T3" fmla="*/ 622 h 65"/>
                <a:gd name="T4" fmla="*/ 112 w 27"/>
                <a:gd name="T5" fmla="*/ 1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5">
                  <a:moveTo>
                    <a:pt x="27" y="0"/>
                  </a:moveTo>
                  <a:cubicBezTo>
                    <a:pt x="22" y="24"/>
                    <a:pt x="14" y="42"/>
                    <a:pt x="1" y="65"/>
                  </a:cubicBezTo>
                  <a:cubicBezTo>
                    <a:pt x="0" y="47"/>
                    <a:pt x="1" y="8"/>
                    <a:pt x="14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4" name="Freeform 3374">
              <a:extLst>
                <a:ext uri="{FF2B5EF4-FFF2-40B4-BE49-F238E27FC236}">
                  <a16:creationId xmlns:a16="http://schemas.microsoft.com/office/drawing/2014/main" id="{13C7FB85-B76A-4BA3-B67D-1C1515417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185"/>
              <a:ext cx="6" cy="70"/>
            </a:xfrm>
            <a:custGeom>
              <a:avLst/>
              <a:gdLst>
                <a:gd name="T0" fmla="*/ 8 w 3"/>
                <a:gd name="T1" fmla="*/ 0 h 33"/>
                <a:gd name="T2" fmla="*/ 0 w 3"/>
                <a:gd name="T3" fmla="*/ 30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1" y="0"/>
                  </a:moveTo>
                  <a:cubicBezTo>
                    <a:pt x="3" y="19"/>
                    <a:pt x="0" y="33"/>
                    <a:pt x="0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5" name="Freeform 3375">
              <a:extLst>
                <a:ext uri="{FF2B5EF4-FFF2-40B4-BE49-F238E27FC236}">
                  <a16:creationId xmlns:a16="http://schemas.microsoft.com/office/drawing/2014/main" id="{31E5E1FF-A4D5-402B-BD0B-12E15C8C1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11"/>
              <a:ext cx="94" cy="132"/>
            </a:xfrm>
            <a:custGeom>
              <a:avLst/>
              <a:gdLst>
                <a:gd name="T0" fmla="*/ 0 w 47"/>
                <a:gd name="T1" fmla="*/ 598 h 62"/>
                <a:gd name="T2" fmla="*/ 376 w 47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2">
                  <a:moveTo>
                    <a:pt x="0" y="62"/>
                  </a:moveTo>
                  <a:cubicBezTo>
                    <a:pt x="23" y="47"/>
                    <a:pt x="36" y="24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6" name="Freeform 3376">
              <a:extLst>
                <a:ext uri="{FF2B5EF4-FFF2-40B4-BE49-F238E27FC236}">
                  <a16:creationId xmlns:a16="http://schemas.microsoft.com/office/drawing/2014/main" id="{D11B4B63-253D-41F6-93E9-C5538AFDD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3000"/>
              <a:ext cx="45" cy="100"/>
            </a:xfrm>
            <a:custGeom>
              <a:avLst/>
              <a:gdLst>
                <a:gd name="T0" fmla="*/ 127 w 23"/>
                <a:gd name="T1" fmla="*/ 0 h 47"/>
                <a:gd name="T2" fmla="*/ 0 w 23"/>
                <a:gd name="T3" fmla="*/ 453 h 47"/>
                <a:gd name="T4" fmla="*/ 172 w 23"/>
                <a:gd name="T5" fmla="*/ 272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7">
                  <a:moveTo>
                    <a:pt x="17" y="0"/>
                  </a:moveTo>
                  <a:cubicBezTo>
                    <a:pt x="5" y="12"/>
                    <a:pt x="0" y="47"/>
                    <a:pt x="0" y="47"/>
                  </a:cubicBezTo>
                  <a:cubicBezTo>
                    <a:pt x="0" y="47"/>
                    <a:pt x="13" y="41"/>
                    <a:pt x="23" y="2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7" name="Freeform 3377">
              <a:extLst>
                <a:ext uri="{FF2B5EF4-FFF2-40B4-BE49-F238E27FC236}">
                  <a16:creationId xmlns:a16="http://schemas.microsoft.com/office/drawing/2014/main" id="{BBF4852D-4741-4AA8-86D6-03E998CAA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096"/>
              <a:ext cx="34" cy="159"/>
            </a:xfrm>
            <a:custGeom>
              <a:avLst/>
              <a:gdLst>
                <a:gd name="T0" fmla="*/ 136 w 17"/>
                <a:gd name="T1" fmla="*/ 0 h 75"/>
                <a:gd name="T2" fmla="*/ 16 w 17"/>
                <a:gd name="T3" fmla="*/ 714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5">
                  <a:moveTo>
                    <a:pt x="17" y="0"/>
                  </a:moveTo>
                  <a:cubicBezTo>
                    <a:pt x="0" y="18"/>
                    <a:pt x="2" y="52"/>
                    <a:pt x="2" y="7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8" name="Freeform 3378">
              <a:extLst>
                <a:ext uri="{FF2B5EF4-FFF2-40B4-BE49-F238E27FC236}">
                  <a16:creationId xmlns:a16="http://schemas.microsoft.com/office/drawing/2014/main" id="{6F523406-5CE4-415D-9C9C-043D4D2F0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217"/>
              <a:ext cx="16" cy="38"/>
            </a:xfrm>
            <a:custGeom>
              <a:avLst/>
              <a:gdLst>
                <a:gd name="T0" fmla="*/ 64 w 8"/>
                <a:gd name="T1" fmla="*/ 0 h 18"/>
                <a:gd name="T2" fmla="*/ 0 w 8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7" y="6"/>
                    <a:pt x="5" y="14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9" name="Freeform 3379">
              <a:extLst>
                <a:ext uri="{FF2B5EF4-FFF2-40B4-BE49-F238E27FC236}">
                  <a16:creationId xmlns:a16="http://schemas.microsoft.com/office/drawing/2014/main" id="{190F3E55-8F79-49D0-B8A9-5865BA7E0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039"/>
              <a:ext cx="92" cy="80"/>
            </a:xfrm>
            <a:custGeom>
              <a:avLst/>
              <a:gdLst>
                <a:gd name="T0" fmla="*/ 368 w 46"/>
                <a:gd name="T1" fmla="*/ 0 h 38"/>
                <a:gd name="T2" fmla="*/ 232 w 46"/>
                <a:gd name="T3" fmla="*/ 269 h 38"/>
                <a:gd name="T4" fmla="*/ 112 w 46"/>
                <a:gd name="T5" fmla="*/ 345 h 38"/>
                <a:gd name="T6" fmla="*/ 0 w 46"/>
                <a:gd name="T7" fmla="*/ 34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8">
                  <a:moveTo>
                    <a:pt x="46" y="0"/>
                  </a:moveTo>
                  <a:cubicBezTo>
                    <a:pt x="45" y="12"/>
                    <a:pt x="38" y="21"/>
                    <a:pt x="29" y="29"/>
                  </a:cubicBezTo>
                  <a:cubicBezTo>
                    <a:pt x="24" y="34"/>
                    <a:pt x="21" y="37"/>
                    <a:pt x="14" y="37"/>
                  </a:cubicBezTo>
                  <a:cubicBezTo>
                    <a:pt x="10" y="37"/>
                    <a:pt x="4" y="38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0" name="Freeform 3380">
              <a:extLst>
                <a:ext uri="{FF2B5EF4-FFF2-40B4-BE49-F238E27FC236}">
                  <a16:creationId xmlns:a16="http://schemas.microsoft.com/office/drawing/2014/main" id="{277127E9-3CE5-4C59-BA8D-F9FBF79D3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117"/>
              <a:ext cx="78" cy="94"/>
            </a:xfrm>
            <a:custGeom>
              <a:avLst/>
              <a:gdLst>
                <a:gd name="T0" fmla="*/ 312 w 39"/>
                <a:gd name="T1" fmla="*/ 0 h 44"/>
                <a:gd name="T2" fmla="*/ 240 w 39"/>
                <a:gd name="T3" fmla="*/ 173 h 44"/>
                <a:gd name="T4" fmla="*/ 128 w 39"/>
                <a:gd name="T5" fmla="*/ 333 h 44"/>
                <a:gd name="T6" fmla="*/ 0 w 39"/>
                <a:gd name="T7" fmla="*/ 42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4">
                  <a:moveTo>
                    <a:pt x="39" y="0"/>
                  </a:moveTo>
                  <a:cubicBezTo>
                    <a:pt x="35" y="6"/>
                    <a:pt x="34" y="13"/>
                    <a:pt x="30" y="18"/>
                  </a:cubicBezTo>
                  <a:cubicBezTo>
                    <a:pt x="26" y="24"/>
                    <a:pt x="21" y="30"/>
                    <a:pt x="16" y="34"/>
                  </a:cubicBezTo>
                  <a:cubicBezTo>
                    <a:pt x="11" y="38"/>
                    <a:pt x="5" y="41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1" name="Freeform 3381">
              <a:extLst>
                <a:ext uri="{FF2B5EF4-FFF2-40B4-BE49-F238E27FC236}">
                  <a16:creationId xmlns:a16="http://schemas.microsoft.com/office/drawing/2014/main" id="{6FA7BD0A-8103-4B38-8D8B-28D8B00FE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988"/>
              <a:ext cx="57" cy="36"/>
            </a:xfrm>
            <a:custGeom>
              <a:avLst/>
              <a:gdLst>
                <a:gd name="T0" fmla="*/ 0 w 29"/>
                <a:gd name="T1" fmla="*/ 161 h 17"/>
                <a:gd name="T2" fmla="*/ 220 w 2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9" y="16"/>
                    <a:pt x="24" y="7"/>
                    <a:pt x="2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2" name="Freeform 3382">
              <a:extLst>
                <a:ext uri="{FF2B5EF4-FFF2-40B4-BE49-F238E27FC236}">
                  <a16:creationId xmlns:a16="http://schemas.microsoft.com/office/drawing/2014/main" id="{6B07A908-C660-42E5-80BB-2938DBC33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017"/>
              <a:ext cx="59" cy="156"/>
            </a:xfrm>
            <a:custGeom>
              <a:avLst/>
              <a:gdLst>
                <a:gd name="T0" fmla="*/ 220 w 30"/>
                <a:gd name="T1" fmla="*/ 0 h 73"/>
                <a:gd name="T2" fmla="*/ 77 w 30"/>
                <a:gd name="T3" fmla="*/ 301 h 73"/>
                <a:gd name="T4" fmla="*/ 8 w 30"/>
                <a:gd name="T5" fmla="*/ 712 h 73"/>
                <a:gd name="T6" fmla="*/ 55 w 30"/>
                <a:gd name="T7" fmla="*/ 626 h 73"/>
                <a:gd name="T8" fmla="*/ 136 w 30"/>
                <a:gd name="T9" fmla="*/ 489 h 73"/>
                <a:gd name="T10" fmla="*/ 228 w 30"/>
                <a:gd name="T11" fmla="*/ 34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73">
                  <a:moveTo>
                    <a:pt x="29" y="0"/>
                  </a:moveTo>
                  <a:cubicBezTo>
                    <a:pt x="20" y="6"/>
                    <a:pt x="14" y="21"/>
                    <a:pt x="10" y="31"/>
                  </a:cubicBezTo>
                  <a:cubicBezTo>
                    <a:pt x="6" y="44"/>
                    <a:pt x="0" y="59"/>
                    <a:pt x="1" y="73"/>
                  </a:cubicBezTo>
                  <a:cubicBezTo>
                    <a:pt x="2" y="69"/>
                    <a:pt x="5" y="67"/>
                    <a:pt x="7" y="64"/>
                  </a:cubicBezTo>
                  <a:cubicBezTo>
                    <a:pt x="11" y="59"/>
                    <a:pt x="14" y="54"/>
                    <a:pt x="18" y="50"/>
                  </a:cubicBezTo>
                  <a:cubicBezTo>
                    <a:pt x="22" y="45"/>
                    <a:pt x="28" y="40"/>
                    <a:pt x="30" y="3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3" name="Freeform 3383">
              <a:extLst>
                <a:ext uri="{FF2B5EF4-FFF2-40B4-BE49-F238E27FC236}">
                  <a16:creationId xmlns:a16="http://schemas.microsoft.com/office/drawing/2014/main" id="{D1ACC245-154E-4C22-8557-AE40088CB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170"/>
              <a:ext cx="18" cy="81"/>
            </a:xfrm>
            <a:custGeom>
              <a:avLst/>
              <a:gdLst>
                <a:gd name="T0" fmla="*/ 72 w 9"/>
                <a:gd name="T1" fmla="*/ 0 h 38"/>
                <a:gd name="T2" fmla="*/ 0 w 9"/>
                <a:gd name="T3" fmla="*/ 3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9" y="0"/>
                  </a:moveTo>
                  <a:cubicBezTo>
                    <a:pt x="2" y="10"/>
                    <a:pt x="3" y="27"/>
                    <a:pt x="0" y="3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4" name="Freeform 3384">
              <a:extLst>
                <a:ext uri="{FF2B5EF4-FFF2-40B4-BE49-F238E27FC236}">
                  <a16:creationId xmlns:a16="http://schemas.microsoft.com/office/drawing/2014/main" id="{2AF945EC-C628-45AA-8865-F397851B6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096"/>
              <a:ext cx="99" cy="94"/>
            </a:xfrm>
            <a:custGeom>
              <a:avLst/>
              <a:gdLst>
                <a:gd name="T0" fmla="*/ 388 w 50"/>
                <a:gd name="T1" fmla="*/ 0 h 44"/>
                <a:gd name="T2" fmla="*/ 200 w 50"/>
                <a:gd name="T3" fmla="*/ 310 h 44"/>
                <a:gd name="T4" fmla="*/ 0 w 50"/>
                <a:gd name="T5" fmla="*/ 42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4">
                  <a:moveTo>
                    <a:pt x="50" y="0"/>
                  </a:moveTo>
                  <a:cubicBezTo>
                    <a:pt x="42" y="10"/>
                    <a:pt x="36" y="23"/>
                    <a:pt x="26" y="32"/>
                  </a:cubicBezTo>
                  <a:cubicBezTo>
                    <a:pt x="19" y="37"/>
                    <a:pt x="8" y="42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5" name="Freeform 3385">
              <a:extLst>
                <a:ext uri="{FF2B5EF4-FFF2-40B4-BE49-F238E27FC236}">
                  <a16:creationId xmlns:a16="http://schemas.microsoft.com/office/drawing/2014/main" id="{67757C0D-6632-4D50-A095-E79B5A41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3185"/>
              <a:ext cx="34" cy="70"/>
            </a:xfrm>
            <a:custGeom>
              <a:avLst/>
              <a:gdLst>
                <a:gd name="T0" fmla="*/ 136 w 17"/>
                <a:gd name="T1" fmla="*/ 0 h 33"/>
                <a:gd name="T2" fmla="*/ 0 w 17"/>
                <a:gd name="T3" fmla="*/ 314 h 33"/>
                <a:gd name="T4" fmla="*/ 0 w 17"/>
                <a:gd name="T5" fmla="*/ 30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17" y="0"/>
                  </a:moveTo>
                  <a:cubicBezTo>
                    <a:pt x="12" y="11"/>
                    <a:pt x="1" y="19"/>
                    <a:pt x="0" y="33"/>
                  </a:cubicBezTo>
                  <a:cubicBezTo>
                    <a:pt x="0" y="33"/>
                    <a:pt x="0" y="33"/>
                    <a:pt x="0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6" name="Freeform 3386">
              <a:extLst>
                <a:ext uri="{FF2B5EF4-FFF2-40B4-BE49-F238E27FC236}">
                  <a16:creationId xmlns:a16="http://schemas.microsoft.com/office/drawing/2014/main" id="{7676703F-0C9D-455D-9E68-06BE9DC3F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151"/>
              <a:ext cx="59" cy="102"/>
            </a:xfrm>
            <a:custGeom>
              <a:avLst/>
              <a:gdLst>
                <a:gd name="T0" fmla="*/ 228 w 30"/>
                <a:gd name="T1" fmla="*/ 0 h 48"/>
                <a:gd name="T2" fmla="*/ 116 w 30"/>
                <a:gd name="T3" fmla="*/ 272 h 48"/>
                <a:gd name="T4" fmla="*/ 0 w 30"/>
                <a:gd name="T5" fmla="*/ 4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8">
                  <a:moveTo>
                    <a:pt x="30" y="0"/>
                  </a:moveTo>
                  <a:cubicBezTo>
                    <a:pt x="28" y="11"/>
                    <a:pt x="24" y="21"/>
                    <a:pt x="15" y="28"/>
                  </a:cubicBezTo>
                  <a:cubicBezTo>
                    <a:pt x="9" y="33"/>
                    <a:pt x="5" y="42"/>
                    <a:pt x="0" y="4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7" name="Freeform 3387">
              <a:extLst>
                <a:ext uri="{FF2B5EF4-FFF2-40B4-BE49-F238E27FC236}">
                  <a16:creationId xmlns:a16="http://schemas.microsoft.com/office/drawing/2014/main" id="{60256096-80FF-4BFA-975B-814BF7F45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183"/>
              <a:ext cx="12" cy="70"/>
            </a:xfrm>
            <a:custGeom>
              <a:avLst/>
              <a:gdLst>
                <a:gd name="T0" fmla="*/ 48 w 6"/>
                <a:gd name="T1" fmla="*/ 0 h 33"/>
                <a:gd name="T2" fmla="*/ 16 w 6"/>
                <a:gd name="T3" fmla="*/ 202 h 33"/>
                <a:gd name="T4" fmla="*/ 0 w 6"/>
                <a:gd name="T5" fmla="*/ 31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3">
                  <a:moveTo>
                    <a:pt x="6" y="0"/>
                  </a:moveTo>
                  <a:cubicBezTo>
                    <a:pt x="4" y="7"/>
                    <a:pt x="2" y="14"/>
                    <a:pt x="2" y="21"/>
                  </a:cubicBezTo>
                  <a:cubicBezTo>
                    <a:pt x="1" y="25"/>
                    <a:pt x="2" y="31"/>
                    <a:pt x="0" y="3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8" name="Freeform 3388">
              <a:extLst>
                <a:ext uri="{FF2B5EF4-FFF2-40B4-BE49-F238E27FC236}">
                  <a16:creationId xmlns:a16="http://schemas.microsoft.com/office/drawing/2014/main" id="{9FBE58C8-DAF2-4605-8C33-83647B422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047"/>
              <a:ext cx="84" cy="70"/>
            </a:xfrm>
            <a:custGeom>
              <a:avLst/>
              <a:gdLst>
                <a:gd name="T0" fmla="*/ 0 w 42"/>
                <a:gd name="T1" fmla="*/ 265 h 33"/>
                <a:gd name="T2" fmla="*/ 240 w 42"/>
                <a:gd name="T3" fmla="*/ 125 h 33"/>
                <a:gd name="T4" fmla="*/ 336 w 4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3">
                  <a:moveTo>
                    <a:pt x="0" y="28"/>
                  </a:moveTo>
                  <a:cubicBezTo>
                    <a:pt x="7" y="33"/>
                    <a:pt x="25" y="18"/>
                    <a:pt x="30" y="13"/>
                  </a:cubicBezTo>
                  <a:cubicBezTo>
                    <a:pt x="35" y="9"/>
                    <a:pt x="39" y="5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9" name="Freeform 3389">
              <a:extLst>
                <a:ext uri="{FF2B5EF4-FFF2-40B4-BE49-F238E27FC236}">
                  <a16:creationId xmlns:a16="http://schemas.microsoft.com/office/drawing/2014/main" id="{8F0ED929-B856-466E-B66E-F213A8158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096"/>
              <a:ext cx="108" cy="100"/>
            </a:xfrm>
            <a:custGeom>
              <a:avLst/>
              <a:gdLst>
                <a:gd name="T0" fmla="*/ 0 w 54"/>
                <a:gd name="T1" fmla="*/ 434 h 47"/>
                <a:gd name="T2" fmla="*/ 152 w 54"/>
                <a:gd name="T3" fmla="*/ 394 h 47"/>
                <a:gd name="T4" fmla="*/ 328 w 54"/>
                <a:gd name="T5" fmla="*/ 221 h 47"/>
                <a:gd name="T6" fmla="*/ 432 w 54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7">
                  <a:moveTo>
                    <a:pt x="0" y="45"/>
                  </a:moveTo>
                  <a:cubicBezTo>
                    <a:pt x="6" y="47"/>
                    <a:pt x="14" y="43"/>
                    <a:pt x="19" y="41"/>
                  </a:cubicBezTo>
                  <a:cubicBezTo>
                    <a:pt x="28" y="38"/>
                    <a:pt x="35" y="31"/>
                    <a:pt x="41" y="23"/>
                  </a:cubicBezTo>
                  <a:cubicBezTo>
                    <a:pt x="46" y="17"/>
                    <a:pt x="52" y="8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0" name="Freeform 3390">
              <a:extLst>
                <a:ext uri="{FF2B5EF4-FFF2-40B4-BE49-F238E27FC236}">
                  <a16:creationId xmlns:a16="http://schemas.microsoft.com/office/drawing/2014/main" id="{D195F4B8-3598-4417-BB6A-52B18B846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128"/>
              <a:ext cx="24" cy="119"/>
            </a:xfrm>
            <a:custGeom>
              <a:avLst/>
              <a:gdLst>
                <a:gd name="T0" fmla="*/ 96 w 12"/>
                <a:gd name="T1" fmla="*/ 0 h 56"/>
                <a:gd name="T2" fmla="*/ 0 w 12"/>
                <a:gd name="T3" fmla="*/ 281 h 56"/>
                <a:gd name="T4" fmla="*/ 24 w 12"/>
                <a:gd name="T5" fmla="*/ 538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6">
                  <a:moveTo>
                    <a:pt x="12" y="0"/>
                  </a:moveTo>
                  <a:cubicBezTo>
                    <a:pt x="7" y="9"/>
                    <a:pt x="1" y="17"/>
                    <a:pt x="0" y="29"/>
                  </a:cubicBezTo>
                  <a:cubicBezTo>
                    <a:pt x="0" y="37"/>
                    <a:pt x="3" y="49"/>
                    <a:pt x="3" y="5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1" name="Freeform 3391">
              <a:extLst>
                <a:ext uri="{FF2B5EF4-FFF2-40B4-BE49-F238E27FC236}">
                  <a16:creationId xmlns:a16="http://schemas.microsoft.com/office/drawing/2014/main" id="{0CD463F8-FCD7-40D3-B84B-176CE4CEB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3185"/>
              <a:ext cx="32" cy="68"/>
            </a:xfrm>
            <a:custGeom>
              <a:avLst/>
              <a:gdLst>
                <a:gd name="T0" fmla="*/ 0 w 16"/>
                <a:gd name="T1" fmla="*/ 308 h 32"/>
                <a:gd name="T2" fmla="*/ 96 w 16"/>
                <a:gd name="T3" fmla="*/ 164 h 32"/>
                <a:gd name="T4" fmla="*/ 128 w 1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0" y="32"/>
                  </a:moveTo>
                  <a:cubicBezTo>
                    <a:pt x="7" y="28"/>
                    <a:pt x="10" y="24"/>
                    <a:pt x="12" y="17"/>
                  </a:cubicBezTo>
                  <a:cubicBezTo>
                    <a:pt x="14" y="11"/>
                    <a:pt x="14" y="4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2" name="Freeform 3392">
              <a:extLst>
                <a:ext uri="{FF2B5EF4-FFF2-40B4-BE49-F238E27FC236}">
                  <a16:creationId xmlns:a16="http://schemas.microsoft.com/office/drawing/2014/main" id="{1DD1AFCB-C4D7-40AD-86CA-86FB41A1F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196"/>
              <a:ext cx="36" cy="59"/>
            </a:xfrm>
            <a:custGeom>
              <a:avLst/>
              <a:gdLst>
                <a:gd name="T0" fmla="*/ 0 w 18"/>
                <a:gd name="T1" fmla="*/ 261 h 28"/>
                <a:gd name="T2" fmla="*/ 144 w 18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8">
                  <a:moveTo>
                    <a:pt x="0" y="28"/>
                  </a:moveTo>
                  <a:cubicBezTo>
                    <a:pt x="9" y="20"/>
                    <a:pt x="14" y="11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3" name="Freeform 3393">
              <a:extLst>
                <a:ext uri="{FF2B5EF4-FFF2-40B4-BE49-F238E27FC236}">
                  <a16:creationId xmlns:a16="http://schemas.microsoft.com/office/drawing/2014/main" id="{76459CEC-6E37-4927-9D58-24E8709C1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894"/>
              <a:ext cx="98" cy="113"/>
            </a:xfrm>
            <a:custGeom>
              <a:avLst/>
              <a:gdLst>
                <a:gd name="T0" fmla="*/ 0 w 49"/>
                <a:gd name="T1" fmla="*/ 514 h 53"/>
                <a:gd name="T2" fmla="*/ 136 w 49"/>
                <a:gd name="T3" fmla="*/ 437 h 53"/>
                <a:gd name="T4" fmla="*/ 288 w 49"/>
                <a:gd name="T5" fmla="*/ 273 h 53"/>
                <a:gd name="T6" fmla="*/ 376 w 49"/>
                <a:gd name="T7" fmla="*/ 128 h 53"/>
                <a:gd name="T8" fmla="*/ 304 w 4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3">
                  <a:moveTo>
                    <a:pt x="0" y="53"/>
                  </a:moveTo>
                  <a:cubicBezTo>
                    <a:pt x="6" y="53"/>
                    <a:pt x="13" y="49"/>
                    <a:pt x="17" y="45"/>
                  </a:cubicBezTo>
                  <a:cubicBezTo>
                    <a:pt x="23" y="38"/>
                    <a:pt x="29" y="34"/>
                    <a:pt x="36" y="28"/>
                  </a:cubicBezTo>
                  <a:cubicBezTo>
                    <a:pt x="42" y="24"/>
                    <a:pt x="49" y="21"/>
                    <a:pt x="47" y="13"/>
                  </a:cubicBezTo>
                  <a:cubicBezTo>
                    <a:pt x="45" y="8"/>
                    <a:pt x="40" y="5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4" name="Freeform 3394">
              <a:extLst>
                <a:ext uri="{FF2B5EF4-FFF2-40B4-BE49-F238E27FC236}">
                  <a16:creationId xmlns:a16="http://schemas.microsoft.com/office/drawing/2014/main" id="{02238183-E947-49E0-91B0-C63A17F12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826"/>
              <a:ext cx="91" cy="100"/>
            </a:xfrm>
            <a:custGeom>
              <a:avLst/>
              <a:gdLst>
                <a:gd name="T0" fmla="*/ 0 w 46"/>
                <a:gd name="T1" fmla="*/ 445 h 47"/>
                <a:gd name="T2" fmla="*/ 101 w 46"/>
                <a:gd name="T3" fmla="*/ 394 h 47"/>
                <a:gd name="T4" fmla="*/ 301 w 46"/>
                <a:gd name="T5" fmla="*/ 213 h 47"/>
                <a:gd name="T6" fmla="*/ 277 w 46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0" y="46"/>
                  </a:moveTo>
                  <a:cubicBezTo>
                    <a:pt x="4" y="47"/>
                    <a:pt x="9" y="43"/>
                    <a:pt x="13" y="41"/>
                  </a:cubicBezTo>
                  <a:cubicBezTo>
                    <a:pt x="21" y="35"/>
                    <a:pt x="31" y="28"/>
                    <a:pt x="39" y="22"/>
                  </a:cubicBezTo>
                  <a:cubicBezTo>
                    <a:pt x="46" y="16"/>
                    <a:pt x="42" y="6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5" name="Freeform 3395">
              <a:extLst>
                <a:ext uri="{FF2B5EF4-FFF2-40B4-BE49-F238E27FC236}">
                  <a16:creationId xmlns:a16="http://schemas.microsoft.com/office/drawing/2014/main" id="{39A6D528-11CF-4B77-8B0B-D6BA3C1AA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071"/>
              <a:ext cx="106" cy="138"/>
            </a:xfrm>
            <a:custGeom>
              <a:avLst/>
              <a:gdLst>
                <a:gd name="T0" fmla="*/ 0 w 53"/>
                <a:gd name="T1" fmla="*/ 622 h 65"/>
                <a:gd name="T2" fmla="*/ 256 w 53"/>
                <a:gd name="T3" fmla="*/ 365 h 65"/>
                <a:gd name="T4" fmla="*/ 416 w 53"/>
                <a:gd name="T5" fmla="*/ 144 h 65"/>
                <a:gd name="T6" fmla="*/ 344 w 5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65">
                  <a:moveTo>
                    <a:pt x="0" y="65"/>
                  </a:moveTo>
                  <a:cubicBezTo>
                    <a:pt x="12" y="63"/>
                    <a:pt x="24" y="46"/>
                    <a:pt x="32" y="38"/>
                  </a:cubicBezTo>
                  <a:cubicBezTo>
                    <a:pt x="39" y="32"/>
                    <a:pt x="51" y="24"/>
                    <a:pt x="52" y="15"/>
                  </a:cubicBezTo>
                  <a:cubicBezTo>
                    <a:pt x="53" y="7"/>
                    <a:pt x="46" y="5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6" name="Freeform 3396">
              <a:extLst>
                <a:ext uri="{FF2B5EF4-FFF2-40B4-BE49-F238E27FC236}">
                  <a16:creationId xmlns:a16="http://schemas.microsoft.com/office/drawing/2014/main" id="{CA6A0FF9-28AC-4C99-9A37-DC830ABD3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973"/>
              <a:ext cx="96" cy="130"/>
            </a:xfrm>
            <a:custGeom>
              <a:avLst/>
              <a:gdLst>
                <a:gd name="T0" fmla="*/ 0 w 48"/>
                <a:gd name="T1" fmla="*/ 590 h 61"/>
                <a:gd name="T2" fmla="*/ 328 w 48"/>
                <a:gd name="T3" fmla="*/ 222 h 61"/>
                <a:gd name="T4" fmla="*/ 376 w 48"/>
                <a:gd name="T5" fmla="*/ 96 h 61"/>
                <a:gd name="T6" fmla="*/ 288 w 48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1">
                  <a:moveTo>
                    <a:pt x="0" y="61"/>
                  </a:moveTo>
                  <a:cubicBezTo>
                    <a:pt x="13" y="49"/>
                    <a:pt x="32" y="39"/>
                    <a:pt x="41" y="23"/>
                  </a:cubicBezTo>
                  <a:cubicBezTo>
                    <a:pt x="44" y="20"/>
                    <a:pt x="48" y="14"/>
                    <a:pt x="47" y="10"/>
                  </a:cubicBezTo>
                  <a:cubicBezTo>
                    <a:pt x="45" y="6"/>
                    <a:pt x="39" y="3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7" name="Freeform 3397">
              <a:extLst>
                <a:ext uri="{FF2B5EF4-FFF2-40B4-BE49-F238E27FC236}">
                  <a16:creationId xmlns:a16="http://schemas.microsoft.com/office/drawing/2014/main" id="{250C6CEE-7340-48ED-ACE7-720329177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001"/>
              <a:ext cx="32" cy="27"/>
            </a:xfrm>
            <a:custGeom>
              <a:avLst/>
              <a:gdLst>
                <a:gd name="T0" fmla="*/ 0 w 16"/>
                <a:gd name="T1" fmla="*/ 116 h 13"/>
                <a:gd name="T2" fmla="*/ 128 w 1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7" y="9"/>
                    <a:pt x="11" y="5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8" name="Freeform 3398">
              <a:extLst>
                <a:ext uri="{FF2B5EF4-FFF2-40B4-BE49-F238E27FC236}">
                  <a16:creationId xmlns:a16="http://schemas.microsoft.com/office/drawing/2014/main" id="{54A2610E-4A77-44B0-A034-1B97BFB5B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043"/>
              <a:ext cx="10" cy="43"/>
            </a:xfrm>
            <a:custGeom>
              <a:avLst/>
              <a:gdLst>
                <a:gd name="T0" fmla="*/ 24 w 5"/>
                <a:gd name="T1" fmla="*/ 0 h 20"/>
                <a:gd name="T2" fmla="*/ 8 w 5"/>
                <a:gd name="T3" fmla="*/ 120 h 20"/>
                <a:gd name="T4" fmla="*/ 32 w 5"/>
                <a:gd name="T5" fmla="*/ 19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0">
                  <a:moveTo>
                    <a:pt x="3" y="0"/>
                  </a:moveTo>
                  <a:cubicBezTo>
                    <a:pt x="2" y="4"/>
                    <a:pt x="0" y="8"/>
                    <a:pt x="1" y="12"/>
                  </a:cubicBezTo>
                  <a:cubicBezTo>
                    <a:pt x="2" y="15"/>
                    <a:pt x="5" y="16"/>
                    <a:pt x="4" y="2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9" name="Freeform 3399">
              <a:extLst>
                <a:ext uri="{FF2B5EF4-FFF2-40B4-BE49-F238E27FC236}">
                  <a16:creationId xmlns:a16="http://schemas.microsoft.com/office/drawing/2014/main" id="{E53931B2-E07B-4884-B10D-9898F719F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884"/>
              <a:ext cx="104" cy="115"/>
            </a:xfrm>
            <a:custGeom>
              <a:avLst/>
              <a:gdLst>
                <a:gd name="T0" fmla="*/ 0 w 52"/>
                <a:gd name="T1" fmla="*/ 522 h 54"/>
                <a:gd name="T2" fmla="*/ 136 w 52"/>
                <a:gd name="T3" fmla="*/ 434 h 54"/>
                <a:gd name="T4" fmla="*/ 328 w 52"/>
                <a:gd name="T5" fmla="*/ 273 h 54"/>
                <a:gd name="T6" fmla="*/ 408 w 52"/>
                <a:gd name="T7" fmla="*/ 117 h 54"/>
                <a:gd name="T8" fmla="*/ 344 w 5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4">
                  <a:moveTo>
                    <a:pt x="0" y="54"/>
                  </a:moveTo>
                  <a:cubicBezTo>
                    <a:pt x="6" y="54"/>
                    <a:pt x="13" y="49"/>
                    <a:pt x="17" y="45"/>
                  </a:cubicBezTo>
                  <a:cubicBezTo>
                    <a:pt x="24" y="39"/>
                    <a:pt x="33" y="35"/>
                    <a:pt x="41" y="28"/>
                  </a:cubicBezTo>
                  <a:cubicBezTo>
                    <a:pt x="45" y="25"/>
                    <a:pt x="52" y="18"/>
                    <a:pt x="51" y="12"/>
                  </a:cubicBezTo>
                  <a:cubicBezTo>
                    <a:pt x="51" y="8"/>
                    <a:pt x="45" y="4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0" name="Freeform 3400">
              <a:extLst>
                <a:ext uri="{FF2B5EF4-FFF2-40B4-BE49-F238E27FC236}">
                  <a16:creationId xmlns:a16="http://schemas.microsoft.com/office/drawing/2014/main" id="{5C7C77CC-19FE-44EC-B427-DBACC914B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824"/>
              <a:ext cx="101" cy="94"/>
            </a:xfrm>
            <a:custGeom>
              <a:avLst/>
              <a:gdLst>
                <a:gd name="T0" fmla="*/ 0 w 51"/>
                <a:gd name="T1" fmla="*/ 429 h 44"/>
                <a:gd name="T2" fmla="*/ 133 w 51"/>
                <a:gd name="T3" fmla="*/ 370 h 44"/>
                <a:gd name="T4" fmla="*/ 325 w 51"/>
                <a:gd name="T5" fmla="*/ 224 h 44"/>
                <a:gd name="T6" fmla="*/ 349 w 51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4">
                  <a:moveTo>
                    <a:pt x="0" y="44"/>
                  </a:moveTo>
                  <a:cubicBezTo>
                    <a:pt x="6" y="44"/>
                    <a:pt x="11" y="41"/>
                    <a:pt x="17" y="38"/>
                  </a:cubicBezTo>
                  <a:cubicBezTo>
                    <a:pt x="25" y="34"/>
                    <a:pt x="35" y="29"/>
                    <a:pt x="42" y="23"/>
                  </a:cubicBezTo>
                  <a:cubicBezTo>
                    <a:pt x="50" y="15"/>
                    <a:pt x="51" y="9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1" name="Freeform 3401">
              <a:extLst>
                <a:ext uri="{FF2B5EF4-FFF2-40B4-BE49-F238E27FC236}">
                  <a16:creationId xmlns:a16="http://schemas.microsoft.com/office/drawing/2014/main" id="{3896164F-F6CD-4975-AA94-B4EC21ECB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765"/>
              <a:ext cx="104" cy="95"/>
            </a:xfrm>
            <a:custGeom>
              <a:avLst/>
              <a:gdLst>
                <a:gd name="T0" fmla="*/ 0 w 52"/>
                <a:gd name="T1" fmla="*/ 424 h 45"/>
                <a:gd name="T2" fmla="*/ 136 w 52"/>
                <a:gd name="T3" fmla="*/ 304 h 45"/>
                <a:gd name="T4" fmla="*/ 336 w 52"/>
                <a:gd name="T5" fmla="*/ 169 h 45"/>
                <a:gd name="T6" fmla="*/ 336 w 52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5">
                  <a:moveTo>
                    <a:pt x="0" y="45"/>
                  </a:moveTo>
                  <a:cubicBezTo>
                    <a:pt x="6" y="42"/>
                    <a:pt x="10" y="36"/>
                    <a:pt x="17" y="32"/>
                  </a:cubicBezTo>
                  <a:cubicBezTo>
                    <a:pt x="24" y="27"/>
                    <a:pt x="35" y="24"/>
                    <a:pt x="42" y="18"/>
                  </a:cubicBezTo>
                  <a:cubicBezTo>
                    <a:pt x="52" y="10"/>
                    <a:pt x="48" y="7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2" name="Freeform 3402">
              <a:extLst>
                <a:ext uri="{FF2B5EF4-FFF2-40B4-BE49-F238E27FC236}">
                  <a16:creationId xmlns:a16="http://schemas.microsoft.com/office/drawing/2014/main" id="{5F12814D-1103-4DAE-8BB0-2861A408A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711"/>
              <a:ext cx="110" cy="81"/>
            </a:xfrm>
            <a:custGeom>
              <a:avLst/>
              <a:gdLst>
                <a:gd name="T0" fmla="*/ 0 w 55"/>
                <a:gd name="T1" fmla="*/ 369 h 38"/>
                <a:gd name="T2" fmla="*/ 296 w 55"/>
                <a:gd name="T3" fmla="*/ 173 h 38"/>
                <a:gd name="T4" fmla="*/ 440 w 55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8">
                  <a:moveTo>
                    <a:pt x="0" y="38"/>
                  </a:moveTo>
                  <a:cubicBezTo>
                    <a:pt x="11" y="29"/>
                    <a:pt x="25" y="25"/>
                    <a:pt x="37" y="18"/>
                  </a:cubicBezTo>
                  <a:cubicBezTo>
                    <a:pt x="43" y="15"/>
                    <a:pt x="55" y="9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3" name="Freeform 3403">
              <a:extLst>
                <a:ext uri="{FF2B5EF4-FFF2-40B4-BE49-F238E27FC236}">
                  <a16:creationId xmlns:a16="http://schemas.microsoft.com/office/drawing/2014/main" id="{C5C05AF6-4F47-4160-9F4F-68A2153E5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763"/>
              <a:ext cx="34" cy="17"/>
            </a:xfrm>
            <a:custGeom>
              <a:avLst/>
              <a:gdLst>
                <a:gd name="T0" fmla="*/ 0 w 17"/>
                <a:gd name="T1" fmla="*/ 0 h 8"/>
                <a:gd name="T2" fmla="*/ 136 w 17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5" y="3"/>
                    <a:pt x="11" y="8"/>
                    <a:pt x="17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4" name="Freeform 3404">
              <a:extLst>
                <a:ext uri="{FF2B5EF4-FFF2-40B4-BE49-F238E27FC236}">
                  <a16:creationId xmlns:a16="http://schemas.microsoft.com/office/drawing/2014/main" id="{528C18A3-0133-4EDE-90C9-8ED443CC2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835"/>
              <a:ext cx="26" cy="10"/>
            </a:xfrm>
            <a:custGeom>
              <a:avLst/>
              <a:gdLst>
                <a:gd name="T0" fmla="*/ 0 w 13"/>
                <a:gd name="T1" fmla="*/ 0 h 5"/>
                <a:gd name="T2" fmla="*/ 104 w 13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5" y="3"/>
                    <a:pt x="8" y="5"/>
                    <a:pt x="13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5" name="Freeform 3405">
              <a:extLst>
                <a:ext uri="{FF2B5EF4-FFF2-40B4-BE49-F238E27FC236}">
                  <a16:creationId xmlns:a16="http://schemas.microsoft.com/office/drawing/2014/main" id="{2F7BDC24-DE60-49F1-8904-69B0F8BD3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958"/>
              <a:ext cx="10" cy="28"/>
            </a:xfrm>
            <a:custGeom>
              <a:avLst/>
              <a:gdLst>
                <a:gd name="T0" fmla="*/ 40 w 5"/>
                <a:gd name="T1" fmla="*/ 0 h 13"/>
                <a:gd name="T2" fmla="*/ 24 w 5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0" y="4"/>
                    <a:pt x="1" y="8"/>
                    <a:pt x="3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6" name="Freeform 3406">
              <a:extLst>
                <a:ext uri="{FF2B5EF4-FFF2-40B4-BE49-F238E27FC236}">
                  <a16:creationId xmlns:a16="http://schemas.microsoft.com/office/drawing/2014/main" id="{C3916E28-BA9B-418A-8CA1-F5020E77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211"/>
              <a:ext cx="91" cy="100"/>
            </a:xfrm>
            <a:custGeom>
              <a:avLst/>
              <a:gdLst>
                <a:gd name="T0" fmla="*/ 0 w 46"/>
                <a:gd name="T1" fmla="*/ 402 h 47"/>
                <a:gd name="T2" fmla="*/ 71 w 46"/>
                <a:gd name="T3" fmla="*/ 445 h 47"/>
                <a:gd name="T4" fmla="*/ 208 w 46"/>
                <a:gd name="T5" fmla="*/ 257 h 47"/>
                <a:gd name="T6" fmla="*/ 293 w 46"/>
                <a:gd name="T7" fmla="*/ 85 h 47"/>
                <a:gd name="T8" fmla="*/ 356 w 46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7">
                  <a:moveTo>
                    <a:pt x="0" y="42"/>
                  </a:moveTo>
                  <a:cubicBezTo>
                    <a:pt x="4" y="45"/>
                    <a:pt x="3" y="47"/>
                    <a:pt x="9" y="46"/>
                  </a:cubicBezTo>
                  <a:cubicBezTo>
                    <a:pt x="15" y="44"/>
                    <a:pt x="24" y="33"/>
                    <a:pt x="27" y="27"/>
                  </a:cubicBezTo>
                  <a:cubicBezTo>
                    <a:pt x="31" y="20"/>
                    <a:pt x="33" y="15"/>
                    <a:pt x="38" y="9"/>
                  </a:cubicBezTo>
                  <a:cubicBezTo>
                    <a:pt x="40" y="6"/>
                    <a:pt x="44" y="2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7" name="Freeform 3407">
              <a:extLst>
                <a:ext uri="{FF2B5EF4-FFF2-40B4-BE49-F238E27FC236}">
                  <a16:creationId xmlns:a16="http://schemas.microsoft.com/office/drawing/2014/main" id="{6A929E79-2B9D-46FF-8B48-486906340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313"/>
              <a:ext cx="136" cy="128"/>
            </a:xfrm>
            <a:custGeom>
              <a:avLst/>
              <a:gdLst>
                <a:gd name="T0" fmla="*/ 0 w 68"/>
                <a:gd name="T1" fmla="*/ 497 h 60"/>
                <a:gd name="T2" fmla="*/ 192 w 68"/>
                <a:gd name="T3" fmla="*/ 506 h 60"/>
                <a:gd name="T4" fmla="*/ 360 w 68"/>
                <a:gd name="T5" fmla="*/ 273 h 60"/>
                <a:gd name="T6" fmla="*/ 536 w 68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60">
                  <a:moveTo>
                    <a:pt x="0" y="51"/>
                  </a:moveTo>
                  <a:cubicBezTo>
                    <a:pt x="9" y="56"/>
                    <a:pt x="13" y="60"/>
                    <a:pt x="24" y="52"/>
                  </a:cubicBezTo>
                  <a:cubicBezTo>
                    <a:pt x="34" y="46"/>
                    <a:pt x="38" y="37"/>
                    <a:pt x="45" y="28"/>
                  </a:cubicBezTo>
                  <a:cubicBezTo>
                    <a:pt x="51" y="19"/>
                    <a:pt x="68" y="11"/>
                    <a:pt x="6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8" name="Freeform 3408">
              <a:extLst>
                <a:ext uri="{FF2B5EF4-FFF2-40B4-BE49-F238E27FC236}">
                  <a16:creationId xmlns:a16="http://schemas.microsoft.com/office/drawing/2014/main" id="{CC8C50A9-A2B3-47EC-8688-3B05E3C9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424"/>
              <a:ext cx="114" cy="113"/>
            </a:xfrm>
            <a:custGeom>
              <a:avLst/>
              <a:gdLst>
                <a:gd name="T0" fmla="*/ 0 w 57"/>
                <a:gd name="T1" fmla="*/ 409 h 53"/>
                <a:gd name="T2" fmla="*/ 80 w 57"/>
                <a:gd name="T3" fmla="*/ 495 h 53"/>
                <a:gd name="T4" fmla="*/ 208 w 57"/>
                <a:gd name="T5" fmla="*/ 369 h 53"/>
                <a:gd name="T6" fmla="*/ 456 w 57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53">
                  <a:moveTo>
                    <a:pt x="0" y="42"/>
                  </a:moveTo>
                  <a:cubicBezTo>
                    <a:pt x="3" y="44"/>
                    <a:pt x="6" y="49"/>
                    <a:pt x="10" y="51"/>
                  </a:cubicBezTo>
                  <a:cubicBezTo>
                    <a:pt x="18" y="53"/>
                    <a:pt x="22" y="43"/>
                    <a:pt x="26" y="38"/>
                  </a:cubicBezTo>
                  <a:cubicBezTo>
                    <a:pt x="35" y="29"/>
                    <a:pt x="50" y="10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9" name="Freeform 3409">
              <a:extLst>
                <a:ext uri="{FF2B5EF4-FFF2-40B4-BE49-F238E27FC236}">
                  <a16:creationId xmlns:a16="http://schemas.microsoft.com/office/drawing/2014/main" id="{DC20111F-706A-4D10-885E-4D047011E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535"/>
              <a:ext cx="66" cy="99"/>
            </a:xfrm>
            <a:custGeom>
              <a:avLst/>
              <a:gdLst>
                <a:gd name="T0" fmla="*/ 0 w 33"/>
                <a:gd name="T1" fmla="*/ 440 h 47"/>
                <a:gd name="T2" fmla="*/ 144 w 33"/>
                <a:gd name="T3" fmla="*/ 177 h 47"/>
                <a:gd name="T4" fmla="*/ 256 w 33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7">
                  <a:moveTo>
                    <a:pt x="0" y="47"/>
                  </a:moveTo>
                  <a:cubicBezTo>
                    <a:pt x="6" y="38"/>
                    <a:pt x="11" y="28"/>
                    <a:pt x="18" y="19"/>
                  </a:cubicBezTo>
                  <a:cubicBezTo>
                    <a:pt x="21" y="15"/>
                    <a:pt x="33" y="6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0" name="Freeform 3410">
              <a:extLst>
                <a:ext uri="{FF2B5EF4-FFF2-40B4-BE49-F238E27FC236}">
                  <a16:creationId xmlns:a16="http://schemas.microsoft.com/office/drawing/2014/main" id="{EBFEF0DF-E234-4AED-940B-646CB1184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426"/>
              <a:ext cx="32" cy="11"/>
            </a:xfrm>
            <a:custGeom>
              <a:avLst/>
              <a:gdLst>
                <a:gd name="T0" fmla="*/ 0 w 16"/>
                <a:gd name="T1" fmla="*/ 53 h 5"/>
                <a:gd name="T2" fmla="*/ 128 w 16"/>
                <a:gd name="T3" fmla="*/ 3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4" y="0"/>
                    <a:pt x="11" y="3"/>
                    <a:pt x="16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1" name="Freeform 3411">
              <a:extLst>
                <a:ext uri="{FF2B5EF4-FFF2-40B4-BE49-F238E27FC236}">
                  <a16:creationId xmlns:a16="http://schemas.microsoft.com/office/drawing/2014/main" id="{44DA2702-34EE-4039-8D90-EE622A19B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1726"/>
              <a:ext cx="164" cy="119"/>
            </a:xfrm>
            <a:custGeom>
              <a:avLst/>
              <a:gdLst>
                <a:gd name="T0" fmla="*/ 0 w 82"/>
                <a:gd name="T1" fmla="*/ 425 h 56"/>
                <a:gd name="T2" fmla="*/ 232 w 82"/>
                <a:gd name="T3" fmla="*/ 434 h 56"/>
                <a:gd name="T4" fmla="*/ 528 w 82"/>
                <a:gd name="T5" fmla="*/ 249 h 56"/>
                <a:gd name="T6" fmla="*/ 648 w 82"/>
                <a:gd name="T7" fmla="*/ 128 h 56"/>
                <a:gd name="T8" fmla="*/ 568 w 82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56">
                  <a:moveTo>
                    <a:pt x="0" y="44"/>
                  </a:moveTo>
                  <a:cubicBezTo>
                    <a:pt x="10" y="56"/>
                    <a:pt x="15" y="50"/>
                    <a:pt x="29" y="45"/>
                  </a:cubicBezTo>
                  <a:cubicBezTo>
                    <a:pt x="42" y="40"/>
                    <a:pt x="53" y="32"/>
                    <a:pt x="66" y="26"/>
                  </a:cubicBezTo>
                  <a:cubicBezTo>
                    <a:pt x="71" y="23"/>
                    <a:pt x="81" y="20"/>
                    <a:pt x="81" y="13"/>
                  </a:cubicBezTo>
                  <a:cubicBezTo>
                    <a:pt x="82" y="7"/>
                    <a:pt x="74" y="1"/>
                    <a:pt x="7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2" name="Freeform 3412">
              <a:extLst>
                <a:ext uri="{FF2B5EF4-FFF2-40B4-BE49-F238E27FC236}">
                  <a16:creationId xmlns:a16="http://schemas.microsoft.com/office/drawing/2014/main" id="{7A8737C7-1518-48E6-AF9F-A4E1B4F4A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673"/>
              <a:ext cx="121" cy="87"/>
            </a:xfrm>
            <a:custGeom>
              <a:avLst/>
              <a:gdLst>
                <a:gd name="T0" fmla="*/ 0 w 61"/>
                <a:gd name="T1" fmla="*/ 393 h 41"/>
                <a:gd name="T2" fmla="*/ 343 w 61"/>
                <a:gd name="T3" fmla="*/ 265 h 41"/>
                <a:gd name="T4" fmla="*/ 421 w 6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1">
                  <a:moveTo>
                    <a:pt x="0" y="41"/>
                  </a:moveTo>
                  <a:cubicBezTo>
                    <a:pt x="15" y="35"/>
                    <a:pt x="29" y="31"/>
                    <a:pt x="44" y="28"/>
                  </a:cubicBezTo>
                  <a:cubicBezTo>
                    <a:pt x="51" y="26"/>
                    <a:pt x="61" y="17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3" name="Freeform 3413">
              <a:extLst>
                <a:ext uri="{FF2B5EF4-FFF2-40B4-BE49-F238E27FC236}">
                  <a16:creationId xmlns:a16="http://schemas.microsoft.com/office/drawing/2014/main" id="{B7D75F29-8E94-498C-97A1-4CB2A6BF7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839"/>
              <a:ext cx="142" cy="100"/>
            </a:xfrm>
            <a:custGeom>
              <a:avLst/>
              <a:gdLst>
                <a:gd name="T0" fmla="*/ 0 w 71"/>
                <a:gd name="T1" fmla="*/ 298 h 47"/>
                <a:gd name="T2" fmla="*/ 328 w 71"/>
                <a:gd name="T3" fmla="*/ 257 h 47"/>
                <a:gd name="T4" fmla="*/ 520 w 71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7">
                  <a:moveTo>
                    <a:pt x="0" y="31"/>
                  </a:moveTo>
                  <a:cubicBezTo>
                    <a:pt x="12" y="47"/>
                    <a:pt x="29" y="35"/>
                    <a:pt x="41" y="27"/>
                  </a:cubicBezTo>
                  <a:cubicBezTo>
                    <a:pt x="49" y="21"/>
                    <a:pt x="71" y="11"/>
                    <a:pt x="6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4" name="Freeform 3414">
              <a:extLst>
                <a:ext uri="{FF2B5EF4-FFF2-40B4-BE49-F238E27FC236}">
                  <a16:creationId xmlns:a16="http://schemas.microsoft.com/office/drawing/2014/main" id="{916E67AA-A3EE-45CC-B8BF-F2B91D5A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922"/>
              <a:ext cx="123" cy="81"/>
            </a:xfrm>
            <a:custGeom>
              <a:avLst/>
              <a:gdLst>
                <a:gd name="T0" fmla="*/ 0 w 62"/>
                <a:gd name="T1" fmla="*/ 222 h 38"/>
                <a:gd name="T2" fmla="*/ 236 w 62"/>
                <a:gd name="T3" fmla="*/ 232 h 38"/>
                <a:gd name="T4" fmla="*/ 367 w 62"/>
                <a:gd name="T5" fmla="*/ 104 h 38"/>
                <a:gd name="T6" fmla="*/ 484 w 6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8">
                  <a:moveTo>
                    <a:pt x="0" y="23"/>
                  </a:moveTo>
                  <a:cubicBezTo>
                    <a:pt x="5" y="38"/>
                    <a:pt x="22" y="29"/>
                    <a:pt x="30" y="24"/>
                  </a:cubicBezTo>
                  <a:cubicBezTo>
                    <a:pt x="36" y="20"/>
                    <a:pt x="41" y="15"/>
                    <a:pt x="47" y="11"/>
                  </a:cubicBezTo>
                  <a:cubicBezTo>
                    <a:pt x="51" y="9"/>
                    <a:pt x="59" y="4"/>
                    <a:pt x="6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5" name="Freeform 3415">
              <a:extLst>
                <a:ext uri="{FF2B5EF4-FFF2-40B4-BE49-F238E27FC236}">
                  <a16:creationId xmlns:a16="http://schemas.microsoft.com/office/drawing/2014/main" id="{E55F6C58-17F5-4D34-A8D4-34A130A12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92"/>
              <a:ext cx="108" cy="98"/>
            </a:xfrm>
            <a:custGeom>
              <a:avLst/>
              <a:gdLst>
                <a:gd name="T0" fmla="*/ 0 w 54"/>
                <a:gd name="T1" fmla="*/ 300 h 46"/>
                <a:gd name="T2" fmla="*/ 280 w 54"/>
                <a:gd name="T3" fmla="*/ 196 h 46"/>
                <a:gd name="T4" fmla="*/ 432 w 5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6">
                  <a:moveTo>
                    <a:pt x="0" y="31"/>
                  </a:moveTo>
                  <a:cubicBezTo>
                    <a:pt x="8" y="46"/>
                    <a:pt x="27" y="26"/>
                    <a:pt x="35" y="20"/>
                  </a:cubicBezTo>
                  <a:cubicBezTo>
                    <a:pt x="39" y="17"/>
                    <a:pt x="54" y="5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6" name="Freeform 3416">
              <a:extLst>
                <a:ext uri="{FF2B5EF4-FFF2-40B4-BE49-F238E27FC236}">
                  <a16:creationId xmlns:a16="http://schemas.microsoft.com/office/drawing/2014/main" id="{5F51C7D5-9809-493B-96F6-95EA08C87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984"/>
              <a:ext cx="30" cy="2"/>
            </a:xfrm>
            <a:custGeom>
              <a:avLst/>
              <a:gdLst>
                <a:gd name="T0" fmla="*/ 0 w 15"/>
                <a:gd name="T1" fmla="*/ 0 h 1"/>
                <a:gd name="T2" fmla="*/ 120 w 1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1"/>
                    <a:pt x="15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7" name="Freeform 3417">
              <a:extLst>
                <a:ext uri="{FF2B5EF4-FFF2-40B4-BE49-F238E27FC236}">
                  <a16:creationId xmlns:a16="http://schemas.microsoft.com/office/drawing/2014/main" id="{9B1CE4F9-0A76-490C-B1C5-6B2002B63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916"/>
              <a:ext cx="4" cy="23"/>
            </a:xfrm>
            <a:custGeom>
              <a:avLst/>
              <a:gdLst>
                <a:gd name="T0" fmla="*/ 0 w 2"/>
                <a:gd name="T1" fmla="*/ 0 h 11"/>
                <a:gd name="T2" fmla="*/ 0 w 2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0" y="4"/>
                    <a:pt x="2" y="7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8" name="Freeform 3418">
              <a:extLst>
                <a:ext uri="{FF2B5EF4-FFF2-40B4-BE49-F238E27FC236}">
                  <a16:creationId xmlns:a16="http://schemas.microsoft.com/office/drawing/2014/main" id="{A5932F8C-1BBE-4F60-A711-565C66C24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824"/>
              <a:ext cx="44" cy="17"/>
            </a:xfrm>
            <a:custGeom>
              <a:avLst/>
              <a:gdLst>
                <a:gd name="T0" fmla="*/ 0 w 22"/>
                <a:gd name="T1" fmla="*/ 40 h 8"/>
                <a:gd name="T2" fmla="*/ 176 w 2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4"/>
                  </a:moveTo>
                  <a:cubicBezTo>
                    <a:pt x="7" y="4"/>
                    <a:pt x="17" y="0"/>
                    <a:pt x="22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9" name="Freeform 3419">
              <a:extLst>
                <a:ext uri="{FF2B5EF4-FFF2-40B4-BE49-F238E27FC236}">
                  <a16:creationId xmlns:a16="http://schemas.microsoft.com/office/drawing/2014/main" id="{7F307017-57E0-4F2D-979C-9F2313D34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069"/>
              <a:ext cx="134" cy="115"/>
            </a:xfrm>
            <a:custGeom>
              <a:avLst/>
              <a:gdLst>
                <a:gd name="T0" fmla="*/ 0 w 67"/>
                <a:gd name="T1" fmla="*/ 358 h 54"/>
                <a:gd name="T2" fmla="*/ 352 w 67"/>
                <a:gd name="T3" fmla="*/ 204 h 54"/>
                <a:gd name="T4" fmla="*/ 488 w 67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4">
                  <a:moveTo>
                    <a:pt x="0" y="37"/>
                  </a:moveTo>
                  <a:cubicBezTo>
                    <a:pt x="14" y="54"/>
                    <a:pt x="32" y="30"/>
                    <a:pt x="44" y="21"/>
                  </a:cubicBezTo>
                  <a:cubicBezTo>
                    <a:pt x="50" y="16"/>
                    <a:pt x="67" y="10"/>
                    <a:pt x="6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0" name="Freeform 3420">
              <a:extLst>
                <a:ext uri="{FF2B5EF4-FFF2-40B4-BE49-F238E27FC236}">
                  <a16:creationId xmlns:a16="http://schemas.microsoft.com/office/drawing/2014/main" id="{4204A4F0-E08D-414A-BC08-915C86044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160"/>
              <a:ext cx="138" cy="111"/>
            </a:xfrm>
            <a:custGeom>
              <a:avLst/>
              <a:gdLst>
                <a:gd name="T0" fmla="*/ 0 w 69"/>
                <a:gd name="T1" fmla="*/ 401 h 52"/>
                <a:gd name="T2" fmla="*/ 136 w 69"/>
                <a:gd name="T3" fmla="*/ 478 h 52"/>
                <a:gd name="T4" fmla="*/ 320 w 69"/>
                <a:gd name="T5" fmla="*/ 273 h 52"/>
                <a:gd name="T6" fmla="*/ 464 w 69"/>
                <a:gd name="T7" fmla="*/ 105 h 52"/>
                <a:gd name="T8" fmla="*/ 520 w 69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2">
                  <a:moveTo>
                    <a:pt x="0" y="41"/>
                  </a:moveTo>
                  <a:cubicBezTo>
                    <a:pt x="5" y="45"/>
                    <a:pt x="10" y="52"/>
                    <a:pt x="17" y="49"/>
                  </a:cubicBezTo>
                  <a:cubicBezTo>
                    <a:pt x="26" y="45"/>
                    <a:pt x="34" y="34"/>
                    <a:pt x="40" y="28"/>
                  </a:cubicBezTo>
                  <a:cubicBezTo>
                    <a:pt x="46" y="22"/>
                    <a:pt x="52" y="16"/>
                    <a:pt x="58" y="11"/>
                  </a:cubicBezTo>
                  <a:cubicBezTo>
                    <a:pt x="61" y="9"/>
                    <a:pt x="69" y="4"/>
                    <a:pt x="6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1" name="Freeform 3421">
              <a:extLst>
                <a:ext uri="{FF2B5EF4-FFF2-40B4-BE49-F238E27FC236}">
                  <a16:creationId xmlns:a16="http://schemas.microsoft.com/office/drawing/2014/main" id="{2A9FB8B0-ADDF-48CF-8BA6-08CFD06AC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156"/>
              <a:ext cx="32" cy="11"/>
            </a:xfrm>
            <a:custGeom>
              <a:avLst/>
              <a:gdLst>
                <a:gd name="T0" fmla="*/ 0 w 16"/>
                <a:gd name="T1" fmla="*/ 53 h 5"/>
                <a:gd name="T2" fmla="*/ 128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6" y="2"/>
                    <a:pt x="9" y="0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2" name="Freeform 3422">
              <a:extLst>
                <a:ext uri="{FF2B5EF4-FFF2-40B4-BE49-F238E27FC236}">
                  <a16:creationId xmlns:a16="http://schemas.microsoft.com/office/drawing/2014/main" id="{3A3FD285-1479-4440-9E0D-0EBBA6A84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135"/>
              <a:ext cx="14" cy="29"/>
            </a:xfrm>
            <a:custGeom>
              <a:avLst/>
              <a:gdLst>
                <a:gd name="T0" fmla="*/ 16 w 7"/>
                <a:gd name="T1" fmla="*/ 0 h 14"/>
                <a:gd name="T2" fmla="*/ 56 w 7"/>
                <a:gd name="T3" fmla="*/ 11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2" y="0"/>
                  </a:moveTo>
                  <a:cubicBezTo>
                    <a:pt x="0" y="4"/>
                    <a:pt x="0" y="14"/>
                    <a:pt x="7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3" name="Freeform 3423">
              <a:extLst>
                <a:ext uri="{FF2B5EF4-FFF2-40B4-BE49-F238E27FC236}">
                  <a16:creationId xmlns:a16="http://schemas.microsoft.com/office/drawing/2014/main" id="{792F7FA8-F1FF-4403-9876-388620853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273"/>
              <a:ext cx="121" cy="113"/>
            </a:xfrm>
            <a:custGeom>
              <a:avLst/>
              <a:gdLst>
                <a:gd name="T0" fmla="*/ 0 w 61"/>
                <a:gd name="T1" fmla="*/ 418 h 53"/>
                <a:gd name="T2" fmla="*/ 181 w 61"/>
                <a:gd name="T3" fmla="*/ 426 h 53"/>
                <a:gd name="T4" fmla="*/ 335 w 61"/>
                <a:gd name="T5" fmla="*/ 213 h 53"/>
                <a:gd name="T6" fmla="*/ 428 w 61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3">
                  <a:moveTo>
                    <a:pt x="0" y="43"/>
                  </a:moveTo>
                  <a:cubicBezTo>
                    <a:pt x="6" y="49"/>
                    <a:pt x="16" y="53"/>
                    <a:pt x="23" y="44"/>
                  </a:cubicBezTo>
                  <a:cubicBezTo>
                    <a:pt x="29" y="36"/>
                    <a:pt x="36" y="29"/>
                    <a:pt x="43" y="22"/>
                  </a:cubicBezTo>
                  <a:cubicBezTo>
                    <a:pt x="48" y="17"/>
                    <a:pt x="61" y="7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4" name="Freeform 3424">
              <a:extLst>
                <a:ext uri="{FF2B5EF4-FFF2-40B4-BE49-F238E27FC236}">
                  <a16:creationId xmlns:a16="http://schemas.microsoft.com/office/drawing/2014/main" id="{0C45EFB4-5958-4049-9BCE-BD04F00B8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596"/>
              <a:ext cx="44" cy="109"/>
            </a:xfrm>
            <a:custGeom>
              <a:avLst/>
              <a:gdLst>
                <a:gd name="T0" fmla="*/ 0 w 22"/>
                <a:gd name="T1" fmla="*/ 498 h 51"/>
                <a:gd name="T2" fmla="*/ 72 w 22"/>
                <a:gd name="T3" fmla="*/ 389 h 51"/>
                <a:gd name="T4" fmla="*/ 160 w 22"/>
                <a:gd name="T5" fmla="*/ 197 h 51"/>
                <a:gd name="T6" fmla="*/ 56 w 22"/>
                <a:gd name="T7" fmla="*/ 9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1">
                  <a:moveTo>
                    <a:pt x="0" y="51"/>
                  </a:moveTo>
                  <a:cubicBezTo>
                    <a:pt x="3" y="44"/>
                    <a:pt x="5" y="47"/>
                    <a:pt x="9" y="40"/>
                  </a:cubicBezTo>
                  <a:cubicBezTo>
                    <a:pt x="12" y="34"/>
                    <a:pt x="18" y="26"/>
                    <a:pt x="20" y="20"/>
                  </a:cubicBezTo>
                  <a:cubicBezTo>
                    <a:pt x="22" y="13"/>
                    <a:pt x="13" y="0"/>
                    <a:pt x="7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5" name="Freeform 3425">
              <a:extLst>
                <a:ext uri="{FF2B5EF4-FFF2-40B4-BE49-F238E27FC236}">
                  <a16:creationId xmlns:a16="http://schemas.microsoft.com/office/drawing/2014/main" id="{468EED5F-2D3C-4F88-AD36-8B1936B65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507"/>
              <a:ext cx="60" cy="132"/>
            </a:xfrm>
            <a:custGeom>
              <a:avLst/>
              <a:gdLst>
                <a:gd name="T0" fmla="*/ 0 w 30"/>
                <a:gd name="T1" fmla="*/ 598 h 62"/>
                <a:gd name="T2" fmla="*/ 200 w 30"/>
                <a:gd name="T3" fmla="*/ 232 h 62"/>
                <a:gd name="T4" fmla="*/ 144 w 30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2">
                  <a:moveTo>
                    <a:pt x="0" y="62"/>
                  </a:moveTo>
                  <a:cubicBezTo>
                    <a:pt x="5" y="48"/>
                    <a:pt x="16" y="36"/>
                    <a:pt x="25" y="24"/>
                  </a:cubicBezTo>
                  <a:cubicBezTo>
                    <a:pt x="30" y="16"/>
                    <a:pt x="30" y="5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6" name="Freeform 3426">
              <a:extLst>
                <a:ext uri="{FF2B5EF4-FFF2-40B4-BE49-F238E27FC236}">
                  <a16:creationId xmlns:a16="http://schemas.microsoft.com/office/drawing/2014/main" id="{168D1278-503F-4C1D-874E-27EA12CE5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428"/>
              <a:ext cx="72" cy="113"/>
            </a:xfrm>
            <a:custGeom>
              <a:avLst/>
              <a:gdLst>
                <a:gd name="T0" fmla="*/ 0 w 36"/>
                <a:gd name="T1" fmla="*/ 514 h 53"/>
                <a:gd name="T2" fmla="*/ 80 w 36"/>
                <a:gd name="T3" fmla="*/ 437 h 53"/>
                <a:gd name="T4" fmla="*/ 248 w 36"/>
                <a:gd name="T5" fmla="*/ 213 h 53"/>
                <a:gd name="T6" fmla="*/ 152 w 36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3">
                  <a:moveTo>
                    <a:pt x="0" y="53"/>
                  </a:moveTo>
                  <a:cubicBezTo>
                    <a:pt x="4" y="53"/>
                    <a:pt x="7" y="48"/>
                    <a:pt x="10" y="45"/>
                  </a:cubicBezTo>
                  <a:cubicBezTo>
                    <a:pt x="16" y="38"/>
                    <a:pt x="25" y="31"/>
                    <a:pt x="31" y="22"/>
                  </a:cubicBezTo>
                  <a:cubicBezTo>
                    <a:pt x="36" y="13"/>
                    <a:pt x="25" y="5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7" name="Freeform 3427">
              <a:extLst>
                <a:ext uri="{FF2B5EF4-FFF2-40B4-BE49-F238E27FC236}">
                  <a16:creationId xmlns:a16="http://schemas.microsoft.com/office/drawing/2014/main" id="{36DAE0B6-71FA-4C02-A50B-5B754094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381"/>
              <a:ext cx="63" cy="83"/>
            </a:xfrm>
            <a:custGeom>
              <a:avLst/>
              <a:gdLst>
                <a:gd name="T0" fmla="*/ 0 w 32"/>
                <a:gd name="T1" fmla="*/ 377 h 39"/>
                <a:gd name="T2" fmla="*/ 159 w 32"/>
                <a:gd name="T3" fmla="*/ 136 h 39"/>
                <a:gd name="T4" fmla="*/ 213 w 3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0" y="39"/>
                  </a:moveTo>
                  <a:cubicBezTo>
                    <a:pt x="10" y="34"/>
                    <a:pt x="14" y="22"/>
                    <a:pt x="21" y="14"/>
                  </a:cubicBezTo>
                  <a:cubicBezTo>
                    <a:pt x="25" y="10"/>
                    <a:pt x="32" y="5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8" name="Freeform 3428">
              <a:extLst>
                <a:ext uri="{FF2B5EF4-FFF2-40B4-BE49-F238E27FC236}">
                  <a16:creationId xmlns:a16="http://schemas.microsoft.com/office/drawing/2014/main" id="{F9B0A569-13BA-4DFF-A996-908CDD910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62"/>
              <a:ext cx="38" cy="11"/>
            </a:xfrm>
            <a:custGeom>
              <a:avLst/>
              <a:gdLst>
                <a:gd name="T0" fmla="*/ 0 w 19"/>
                <a:gd name="T1" fmla="*/ 44 h 5"/>
                <a:gd name="T2" fmla="*/ 88 w 19"/>
                <a:gd name="T3" fmla="*/ 9 h 5"/>
                <a:gd name="T4" fmla="*/ 152 w 19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">
                  <a:moveTo>
                    <a:pt x="0" y="4"/>
                  </a:moveTo>
                  <a:cubicBezTo>
                    <a:pt x="4" y="3"/>
                    <a:pt x="6" y="0"/>
                    <a:pt x="11" y="1"/>
                  </a:cubicBezTo>
                  <a:cubicBezTo>
                    <a:pt x="14" y="1"/>
                    <a:pt x="17" y="3"/>
                    <a:pt x="19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9" name="Freeform 3429">
              <a:extLst>
                <a:ext uri="{FF2B5EF4-FFF2-40B4-BE49-F238E27FC236}">
                  <a16:creationId xmlns:a16="http://schemas.microsoft.com/office/drawing/2014/main" id="{949AE8D2-810E-408F-B987-0229CCD3B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520"/>
              <a:ext cx="28" cy="15"/>
            </a:xfrm>
            <a:custGeom>
              <a:avLst/>
              <a:gdLst>
                <a:gd name="T0" fmla="*/ 0 w 14"/>
                <a:gd name="T1" fmla="*/ 19 h 7"/>
                <a:gd name="T2" fmla="*/ 112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2"/>
                  </a:moveTo>
                  <a:cubicBezTo>
                    <a:pt x="4" y="7"/>
                    <a:pt x="11" y="3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0" name="Freeform 3430">
              <a:extLst>
                <a:ext uri="{FF2B5EF4-FFF2-40B4-BE49-F238E27FC236}">
                  <a16:creationId xmlns:a16="http://schemas.microsoft.com/office/drawing/2014/main" id="{7D5A83CA-6AC6-4100-B7E6-D625BE45A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607"/>
              <a:ext cx="28" cy="13"/>
            </a:xfrm>
            <a:custGeom>
              <a:avLst/>
              <a:gdLst>
                <a:gd name="T0" fmla="*/ 0 w 14"/>
                <a:gd name="T1" fmla="*/ 9 h 6"/>
                <a:gd name="T2" fmla="*/ 112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1"/>
                  </a:moveTo>
                  <a:cubicBezTo>
                    <a:pt x="3" y="6"/>
                    <a:pt x="11" y="4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1" name="Freeform 3431">
              <a:extLst>
                <a:ext uri="{FF2B5EF4-FFF2-40B4-BE49-F238E27FC236}">
                  <a16:creationId xmlns:a16="http://schemas.microsoft.com/office/drawing/2014/main" id="{F1688182-D75E-4DD4-81A6-52115CE98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737"/>
              <a:ext cx="149" cy="89"/>
            </a:xfrm>
            <a:custGeom>
              <a:avLst/>
              <a:gdLst>
                <a:gd name="T0" fmla="*/ 0 w 75"/>
                <a:gd name="T1" fmla="*/ 288 h 42"/>
                <a:gd name="T2" fmla="*/ 149 w 75"/>
                <a:gd name="T3" fmla="*/ 373 h 42"/>
                <a:gd name="T4" fmla="*/ 268 w 75"/>
                <a:gd name="T5" fmla="*/ 297 h 42"/>
                <a:gd name="T6" fmla="*/ 415 w 75"/>
                <a:gd name="T7" fmla="*/ 201 h 42"/>
                <a:gd name="T8" fmla="*/ 572 w 75"/>
                <a:gd name="T9" fmla="*/ 112 h 42"/>
                <a:gd name="T10" fmla="*/ 548 w 75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42">
                  <a:moveTo>
                    <a:pt x="0" y="30"/>
                  </a:moveTo>
                  <a:cubicBezTo>
                    <a:pt x="4" y="37"/>
                    <a:pt x="10" y="42"/>
                    <a:pt x="19" y="39"/>
                  </a:cubicBezTo>
                  <a:cubicBezTo>
                    <a:pt x="24" y="37"/>
                    <a:pt x="29" y="33"/>
                    <a:pt x="34" y="31"/>
                  </a:cubicBezTo>
                  <a:cubicBezTo>
                    <a:pt x="40" y="27"/>
                    <a:pt x="47" y="24"/>
                    <a:pt x="53" y="21"/>
                  </a:cubicBezTo>
                  <a:cubicBezTo>
                    <a:pt x="58" y="19"/>
                    <a:pt x="71" y="17"/>
                    <a:pt x="73" y="12"/>
                  </a:cubicBezTo>
                  <a:cubicBezTo>
                    <a:pt x="75" y="9"/>
                    <a:pt x="72" y="3"/>
                    <a:pt x="7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2" name="Freeform 3432">
              <a:extLst>
                <a:ext uri="{FF2B5EF4-FFF2-40B4-BE49-F238E27FC236}">
                  <a16:creationId xmlns:a16="http://schemas.microsoft.com/office/drawing/2014/main" id="{9D650948-4493-449E-A35F-7E5906C8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697"/>
              <a:ext cx="108" cy="66"/>
            </a:xfrm>
            <a:custGeom>
              <a:avLst/>
              <a:gdLst>
                <a:gd name="T0" fmla="*/ 0 w 54"/>
                <a:gd name="T1" fmla="*/ 300 h 31"/>
                <a:gd name="T2" fmla="*/ 128 w 54"/>
                <a:gd name="T3" fmla="*/ 232 h 31"/>
                <a:gd name="T4" fmla="*/ 328 w 54"/>
                <a:gd name="T5" fmla="*/ 136 h 31"/>
                <a:gd name="T6" fmla="*/ 408 w 5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1">
                  <a:moveTo>
                    <a:pt x="0" y="31"/>
                  </a:moveTo>
                  <a:cubicBezTo>
                    <a:pt x="3" y="27"/>
                    <a:pt x="11" y="26"/>
                    <a:pt x="16" y="24"/>
                  </a:cubicBezTo>
                  <a:cubicBezTo>
                    <a:pt x="25" y="21"/>
                    <a:pt x="33" y="16"/>
                    <a:pt x="41" y="14"/>
                  </a:cubicBezTo>
                  <a:cubicBezTo>
                    <a:pt x="45" y="12"/>
                    <a:pt x="54" y="7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3" name="Freeform 3433">
              <a:extLst>
                <a:ext uri="{FF2B5EF4-FFF2-40B4-BE49-F238E27FC236}">
                  <a16:creationId xmlns:a16="http://schemas.microsoft.com/office/drawing/2014/main" id="{D106F2C8-B500-4A56-93F7-E153D30F6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731"/>
              <a:ext cx="18" cy="27"/>
            </a:xfrm>
            <a:custGeom>
              <a:avLst/>
              <a:gdLst>
                <a:gd name="T0" fmla="*/ 72 w 9"/>
                <a:gd name="T1" fmla="*/ 0 h 13"/>
                <a:gd name="T2" fmla="*/ 24 w 9"/>
                <a:gd name="T3" fmla="*/ 1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5" y="2"/>
                    <a:pt x="0" y="9"/>
                    <a:pt x="3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4" name="Freeform 3434">
              <a:extLst>
                <a:ext uri="{FF2B5EF4-FFF2-40B4-BE49-F238E27FC236}">
                  <a16:creationId xmlns:a16="http://schemas.microsoft.com/office/drawing/2014/main" id="{70AB6730-0EB9-4A6E-81DC-4F86C7D60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1822"/>
              <a:ext cx="118" cy="77"/>
            </a:xfrm>
            <a:custGeom>
              <a:avLst/>
              <a:gdLst>
                <a:gd name="T0" fmla="*/ 0 w 59"/>
                <a:gd name="T1" fmla="*/ 257 h 36"/>
                <a:gd name="T2" fmla="*/ 320 w 59"/>
                <a:gd name="T3" fmla="*/ 145 h 36"/>
                <a:gd name="T4" fmla="*/ 472 w 5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6">
                  <a:moveTo>
                    <a:pt x="0" y="26"/>
                  </a:moveTo>
                  <a:cubicBezTo>
                    <a:pt x="13" y="36"/>
                    <a:pt x="29" y="24"/>
                    <a:pt x="40" y="15"/>
                  </a:cubicBezTo>
                  <a:cubicBezTo>
                    <a:pt x="46" y="10"/>
                    <a:pt x="54" y="6"/>
                    <a:pt x="5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5" name="Freeform 3435">
              <a:extLst>
                <a:ext uri="{FF2B5EF4-FFF2-40B4-BE49-F238E27FC236}">
                  <a16:creationId xmlns:a16="http://schemas.microsoft.com/office/drawing/2014/main" id="{DEEAC178-3989-467C-969C-07D148BB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888"/>
              <a:ext cx="140" cy="111"/>
            </a:xfrm>
            <a:custGeom>
              <a:avLst/>
              <a:gdLst>
                <a:gd name="T0" fmla="*/ 0 w 70"/>
                <a:gd name="T1" fmla="*/ 310 h 52"/>
                <a:gd name="T2" fmla="*/ 328 w 70"/>
                <a:gd name="T3" fmla="*/ 233 h 52"/>
                <a:gd name="T4" fmla="*/ 512 w 70"/>
                <a:gd name="T5" fmla="*/ 88 h 52"/>
                <a:gd name="T6" fmla="*/ 560 w 70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52">
                  <a:moveTo>
                    <a:pt x="0" y="32"/>
                  </a:moveTo>
                  <a:cubicBezTo>
                    <a:pt x="7" y="52"/>
                    <a:pt x="30" y="31"/>
                    <a:pt x="41" y="24"/>
                  </a:cubicBezTo>
                  <a:cubicBezTo>
                    <a:pt x="48" y="19"/>
                    <a:pt x="56" y="13"/>
                    <a:pt x="64" y="9"/>
                  </a:cubicBezTo>
                  <a:cubicBezTo>
                    <a:pt x="68" y="6"/>
                    <a:pt x="70" y="5"/>
                    <a:pt x="7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6" name="Freeform 3436">
              <a:extLst>
                <a:ext uri="{FF2B5EF4-FFF2-40B4-BE49-F238E27FC236}">
                  <a16:creationId xmlns:a16="http://schemas.microsoft.com/office/drawing/2014/main" id="{89ACF421-4EA1-45F5-B641-1AF0B8AD3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977"/>
              <a:ext cx="113" cy="73"/>
            </a:xfrm>
            <a:custGeom>
              <a:avLst/>
              <a:gdLst>
                <a:gd name="T0" fmla="*/ 0 w 57"/>
                <a:gd name="T1" fmla="*/ 225 h 34"/>
                <a:gd name="T2" fmla="*/ 95 w 57"/>
                <a:gd name="T3" fmla="*/ 337 h 34"/>
                <a:gd name="T4" fmla="*/ 256 w 57"/>
                <a:gd name="T5" fmla="*/ 217 h 34"/>
                <a:gd name="T6" fmla="*/ 412 w 57"/>
                <a:gd name="T7" fmla="*/ 88 h 34"/>
                <a:gd name="T8" fmla="*/ 444 w 57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4">
                  <a:moveTo>
                    <a:pt x="0" y="23"/>
                  </a:moveTo>
                  <a:cubicBezTo>
                    <a:pt x="2" y="27"/>
                    <a:pt x="7" y="33"/>
                    <a:pt x="12" y="34"/>
                  </a:cubicBezTo>
                  <a:cubicBezTo>
                    <a:pt x="19" y="34"/>
                    <a:pt x="27" y="26"/>
                    <a:pt x="33" y="22"/>
                  </a:cubicBezTo>
                  <a:cubicBezTo>
                    <a:pt x="39" y="17"/>
                    <a:pt x="47" y="14"/>
                    <a:pt x="53" y="9"/>
                  </a:cubicBezTo>
                  <a:cubicBezTo>
                    <a:pt x="57" y="6"/>
                    <a:pt x="56" y="4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7" name="Freeform 3437">
              <a:extLst>
                <a:ext uri="{FF2B5EF4-FFF2-40B4-BE49-F238E27FC236}">
                  <a16:creationId xmlns:a16="http://schemas.microsoft.com/office/drawing/2014/main" id="{93980644-2B12-4545-B5D0-BD1B37646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054"/>
              <a:ext cx="116" cy="108"/>
            </a:xfrm>
            <a:custGeom>
              <a:avLst/>
              <a:gdLst>
                <a:gd name="T0" fmla="*/ 0 w 58"/>
                <a:gd name="T1" fmla="*/ 273 h 51"/>
                <a:gd name="T2" fmla="*/ 280 w 58"/>
                <a:gd name="T3" fmla="*/ 125 h 51"/>
                <a:gd name="T4" fmla="*/ 432 w 58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1">
                  <a:moveTo>
                    <a:pt x="0" y="29"/>
                  </a:moveTo>
                  <a:cubicBezTo>
                    <a:pt x="7" y="51"/>
                    <a:pt x="26" y="20"/>
                    <a:pt x="35" y="13"/>
                  </a:cubicBezTo>
                  <a:cubicBezTo>
                    <a:pt x="38" y="10"/>
                    <a:pt x="58" y="3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8" name="Freeform 3438">
              <a:extLst>
                <a:ext uri="{FF2B5EF4-FFF2-40B4-BE49-F238E27FC236}">
                  <a16:creationId xmlns:a16="http://schemas.microsoft.com/office/drawing/2014/main" id="{5DD695DD-2F34-47CC-B620-A3BB35EDD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135"/>
              <a:ext cx="122" cy="85"/>
            </a:xfrm>
            <a:custGeom>
              <a:avLst/>
              <a:gdLst>
                <a:gd name="T0" fmla="*/ 0 w 61"/>
                <a:gd name="T1" fmla="*/ 325 h 40"/>
                <a:gd name="T2" fmla="*/ 144 w 61"/>
                <a:gd name="T3" fmla="*/ 334 h 40"/>
                <a:gd name="T4" fmla="*/ 312 w 61"/>
                <a:gd name="T5" fmla="*/ 136 h 40"/>
                <a:gd name="T6" fmla="*/ 456 w 6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0">
                  <a:moveTo>
                    <a:pt x="0" y="34"/>
                  </a:moveTo>
                  <a:cubicBezTo>
                    <a:pt x="7" y="40"/>
                    <a:pt x="8" y="39"/>
                    <a:pt x="18" y="35"/>
                  </a:cubicBezTo>
                  <a:cubicBezTo>
                    <a:pt x="27" y="31"/>
                    <a:pt x="32" y="21"/>
                    <a:pt x="39" y="14"/>
                  </a:cubicBezTo>
                  <a:cubicBezTo>
                    <a:pt x="45" y="9"/>
                    <a:pt x="61" y="10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9" name="Freeform 3439">
              <a:extLst>
                <a:ext uri="{FF2B5EF4-FFF2-40B4-BE49-F238E27FC236}">
                  <a16:creationId xmlns:a16="http://schemas.microsoft.com/office/drawing/2014/main" id="{8ACBA7B3-580A-4BB3-99B8-6467E7D4B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120"/>
              <a:ext cx="28" cy="8"/>
            </a:xfrm>
            <a:custGeom>
              <a:avLst/>
              <a:gdLst>
                <a:gd name="T0" fmla="*/ 0 w 14"/>
                <a:gd name="T1" fmla="*/ 24 h 4"/>
                <a:gd name="T2" fmla="*/ 112 w 1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6" y="0"/>
                    <a:pt x="8" y="4"/>
                    <a:pt x="14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00" name="Freeform 3440">
              <a:extLst>
                <a:ext uri="{FF2B5EF4-FFF2-40B4-BE49-F238E27FC236}">
                  <a16:creationId xmlns:a16="http://schemas.microsoft.com/office/drawing/2014/main" id="{A0B13B99-A1F4-4684-82E3-3588C955E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035"/>
              <a:ext cx="26" cy="6"/>
            </a:xfrm>
            <a:custGeom>
              <a:avLst/>
              <a:gdLst>
                <a:gd name="T0" fmla="*/ 0 w 13"/>
                <a:gd name="T1" fmla="*/ 8 h 3"/>
                <a:gd name="T2" fmla="*/ 104 w 1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5" y="2"/>
                    <a:pt x="8" y="0"/>
                    <a:pt x="13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01" name="Freeform 3441">
              <a:extLst>
                <a:ext uri="{FF2B5EF4-FFF2-40B4-BE49-F238E27FC236}">
                  <a16:creationId xmlns:a16="http://schemas.microsoft.com/office/drawing/2014/main" id="{E7373467-041C-4921-94ED-A882DEAE8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967"/>
              <a:ext cx="32" cy="10"/>
            </a:xfrm>
            <a:custGeom>
              <a:avLst/>
              <a:gdLst>
                <a:gd name="T0" fmla="*/ 0 w 16"/>
                <a:gd name="T1" fmla="*/ 8 h 5"/>
                <a:gd name="T2" fmla="*/ 80 w 16"/>
                <a:gd name="T3" fmla="*/ 8 h 5"/>
                <a:gd name="T4" fmla="*/ 128 w 16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">
                  <a:moveTo>
                    <a:pt x="0" y="1"/>
                  </a:moveTo>
                  <a:cubicBezTo>
                    <a:pt x="3" y="1"/>
                    <a:pt x="7" y="0"/>
                    <a:pt x="10" y="1"/>
                  </a:cubicBezTo>
                  <a:cubicBezTo>
                    <a:pt x="12" y="2"/>
                    <a:pt x="13" y="4"/>
                    <a:pt x="16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02" name="Freeform 3442">
              <a:extLst>
                <a:ext uri="{FF2B5EF4-FFF2-40B4-BE49-F238E27FC236}">
                  <a16:creationId xmlns:a16="http://schemas.microsoft.com/office/drawing/2014/main" id="{868CB89F-DFCF-41EA-8B85-18F190CF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216"/>
              <a:ext cx="36" cy="12"/>
            </a:xfrm>
            <a:custGeom>
              <a:avLst/>
              <a:gdLst>
                <a:gd name="T0" fmla="*/ 0 w 18"/>
                <a:gd name="T1" fmla="*/ 48 h 6"/>
                <a:gd name="T2" fmla="*/ 144 w 18"/>
                <a:gd name="T3" fmla="*/ 1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4" y="2"/>
                    <a:pt x="12" y="0"/>
                    <a:pt x="18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03" name="Freeform 3443">
              <a:extLst>
                <a:ext uri="{FF2B5EF4-FFF2-40B4-BE49-F238E27FC236}">
                  <a16:creationId xmlns:a16="http://schemas.microsoft.com/office/drawing/2014/main" id="{5AD0243D-A614-4F74-B5E3-56D962B16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780"/>
              <a:ext cx="10" cy="34"/>
            </a:xfrm>
            <a:custGeom>
              <a:avLst/>
              <a:gdLst>
                <a:gd name="T0" fmla="*/ 40 w 5"/>
                <a:gd name="T1" fmla="*/ 0 h 16"/>
                <a:gd name="T2" fmla="*/ 32 w 5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2" y="3"/>
                    <a:pt x="0" y="12"/>
                    <a:pt x="4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04" name="Freeform 3444">
              <a:extLst>
                <a:ext uri="{FF2B5EF4-FFF2-40B4-BE49-F238E27FC236}">
                  <a16:creationId xmlns:a16="http://schemas.microsoft.com/office/drawing/2014/main" id="{77554478-7903-405E-B08C-999F4AD37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931"/>
              <a:ext cx="24" cy="8"/>
            </a:xfrm>
            <a:custGeom>
              <a:avLst/>
              <a:gdLst>
                <a:gd name="T0" fmla="*/ 0 w 12"/>
                <a:gd name="T1" fmla="*/ 16 h 4"/>
                <a:gd name="T2" fmla="*/ 96 w 1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2"/>
                  </a:moveTo>
                  <a:cubicBezTo>
                    <a:pt x="5" y="0"/>
                    <a:pt x="7" y="0"/>
                    <a:pt x="12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05" name="Freeform 3445">
              <a:extLst>
                <a:ext uri="{FF2B5EF4-FFF2-40B4-BE49-F238E27FC236}">
                  <a16:creationId xmlns:a16="http://schemas.microsoft.com/office/drawing/2014/main" id="{8C3A2BDD-A706-4491-849B-0C62DD17E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948"/>
              <a:ext cx="96" cy="119"/>
            </a:xfrm>
            <a:custGeom>
              <a:avLst/>
              <a:gdLst>
                <a:gd name="T0" fmla="*/ 320 w 48"/>
                <a:gd name="T1" fmla="*/ 0 h 56"/>
                <a:gd name="T2" fmla="*/ 368 w 48"/>
                <a:gd name="T3" fmla="*/ 104 h 56"/>
                <a:gd name="T4" fmla="*/ 184 w 48"/>
                <a:gd name="T5" fmla="*/ 349 h 56"/>
                <a:gd name="T6" fmla="*/ 112 w 48"/>
                <a:gd name="T7" fmla="*/ 478 h 56"/>
                <a:gd name="T8" fmla="*/ 0 w 48"/>
                <a:gd name="T9" fmla="*/ 47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6">
                  <a:moveTo>
                    <a:pt x="40" y="0"/>
                  </a:moveTo>
                  <a:cubicBezTo>
                    <a:pt x="44" y="5"/>
                    <a:pt x="48" y="3"/>
                    <a:pt x="46" y="11"/>
                  </a:cubicBezTo>
                  <a:cubicBezTo>
                    <a:pt x="44" y="19"/>
                    <a:pt x="29" y="30"/>
                    <a:pt x="23" y="36"/>
                  </a:cubicBezTo>
                  <a:cubicBezTo>
                    <a:pt x="18" y="40"/>
                    <a:pt x="18" y="46"/>
                    <a:pt x="14" y="50"/>
                  </a:cubicBezTo>
                  <a:cubicBezTo>
                    <a:pt x="11" y="56"/>
                    <a:pt x="0" y="50"/>
                    <a:pt x="0" y="5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06" name="Freeform 3446">
              <a:extLst>
                <a:ext uri="{FF2B5EF4-FFF2-40B4-BE49-F238E27FC236}">
                  <a16:creationId xmlns:a16="http://schemas.microsoft.com/office/drawing/2014/main" id="{43CA4D6B-23F7-47A7-9612-58B6FD514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856"/>
              <a:ext cx="80" cy="115"/>
            </a:xfrm>
            <a:custGeom>
              <a:avLst/>
              <a:gdLst>
                <a:gd name="T0" fmla="*/ 0 w 40"/>
                <a:gd name="T1" fmla="*/ 522 h 54"/>
                <a:gd name="T2" fmla="*/ 144 w 40"/>
                <a:gd name="T3" fmla="*/ 341 h 54"/>
                <a:gd name="T4" fmla="*/ 296 w 40"/>
                <a:gd name="T5" fmla="*/ 136 h 54"/>
                <a:gd name="T6" fmla="*/ 248 w 40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4">
                  <a:moveTo>
                    <a:pt x="0" y="54"/>
                  </a:moveTo>
                  <a:cubicBezTo>
                    <a:pt x="5" y="48"/>
                    <a:pt x="12" y="42"/>
                    <a:pt x="18" y="35"/>
                  </a:cubicBezTo>
                  <a:cubicBezTo>
                    <a:pt x="23" y="29"/>
                    <a:pt x="33" y="21"/>
                    <a:pt x="37" y="14"/>
                  </a:cubicBezTo>
                  <a:cubicBezTo>
                    <a:pt x="40" y="7"/>
                    <a:pt x="37" y="3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07" name="Freeform 3447">
              <a:extLst>
                <a:ext uri="{FF2B5EF4-FFF2-40B4-BE49-F238E27FC236}">
                  <a16:creationId xmlns:a16="http://schemas.microsoft.com/office/drawing/2014/main" id="{1D6BE512-D10D-4494-A51B-1D2908668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763"/>
              <a:ext cx="110" cy="129"/>
            </a:xfrm>
            <a:custGeom>
              <a:avLst/>
              <a:gdLst>
                <a:gd name="T0" fmla="*/ 0 w 55"/>
                <a:gd name="T1" fmla="*/ 529 h 61"/>
                <a:gd name="T2" fmla="*/ 144 w 55"/>
                <a:gd name="T3" fmla="*/ 425 h 61"/>
                <a:gd name="T4" fmla="*/ 360 w 55"/>
                <a:gd name="T5" fmla="*/ 209 h 61"/>
                <a:gd name="T6" fmla="*/ 320 w 55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1">
                  <a:moveTo>
                    <a:pt x="0" y="56"/>
                  </a:moveTo>
                  <a:cubicBezTo>
                    <a:pt x="7" y="61"/>
                    <a:pt x="14" y="49"/>
                    <a:pt x="18" y="45"/>
                  </a:cubicBezTo>
                  <a:cubicBezTo>
                    <a:pt x="26" y="37"/>
                    <a:pt x="37" y="30"/>
                    <a:pt x="45" y="22"/>
                  </a:cubicBezTo>
                  <a:cubicBezTo>
                    <a:pt x="55" y="11"/>
                    <a:pt x="48" y="8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08" name="Freeform 3448">
              <a:extLst>
                <a:ext uri="{FF2B5EF4-FFF2-40B4-BE49-F238E27FC236}">
                  <a16:creationId xmlns:a16="http://schemas.microsoft.com/office/drawing/2014/main" id="{C62D1930-76E9-40F8-BF9A-0EC5585C6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665"/>
              <a:ext cx="103" cy="123"/>
            </a:xfrm>
            <a:custGeom>
              <a:avLst/>
              <a:gdLst>
                <a:gd name="T0" fmla="*/ 0 w 52"/>
                <a:gd name="T1" fmla="*/ 554 h 58"/>
                <a:gd name="T2" fmla="*/ 156 w 52"/>
                <a:gd name="T3" fmla="*/ 350 h 58"/>
                <a:gd name="T4" fmla="*/ 364 w 52"/>
                <a:gd name="T5" fmla="*/ 153 h 58"/>
                <a:gd name="T6" fmla="*/ 309 w 52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8">
                  <a:moveTo>
                    <a:pt x="0" y="58"/>
                  </a:moveTo>
                  <a:cubicBezTo>
                    <a:pt x="7" y="53"/>
                    <a:pt x="12" y="42"/>
                    <a:pt x="20" y="37"/>
                  </a:cubicBezTo>
                  <a:cubicBezTo>
                    <a:pt x="27" y="31"/>
                    <a:pt x="42" y="24"/>
                    <a:pt x="47" y="16"/>
                  </a:cubicBezTo>
                  <a:cubicBezTo>
                    <a:pt x="52" y="7"/>
                    <a:pt x="46" y="6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09" name="Freeform 3449">
              <a:extLst>
                <a:ext uri="{FF2B5EF4-FFF2-40B4-BE49-F238E27FC236}">
                  <a16:creationId xmlns:a16="http://schemas.microsoft.com/office/drawing/2014/main" id="{6B361098-400A-4405-AC30-367B270A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597"/>
              <a:ext cx="81" cy="89"/>
            </a:xfrm>
            <a:custGeom>
              <a:avLst/>
              <a:gdLst>
                <a:gd name="T0" fmla="*/ 0 w 41"/>
                <a:gd name="T1" fmla="*/ 401 h 42"/>
                <a:gd name="T2" fmla="*/ 132 w 41"/>
                <a:gd name="T3" fmla="*/ 305 h 42"/>
                <a:gd name="T4" fmla="*/ 300 w 41"/>
                <a:gd name="T5" fmla="*/ 161 h 42"/>
                <a:gd name="T6" fmla="*/ 231 w 41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0" y="42"/>
                  </a:moveTo>
                  <a:cubicBezTo>
                    <a:pt x="5" y="40"/>
                    <a:pt x="13" y="36"/>
                    <a:pt x="17" y="32"/>
                  </a:cubicBezTo>
                  <a:cubicBezTo>
                    <a:pt x="23" y="28"/>
                    <a:pt x="37" y="25"/>
                    <a:pt x="39" y="17"/>
                  </a:cubicBezTo>
                  <a:cubicBezTo>
                    <a:pt x="41" y="11"/>
                    <a:pt x="37" y="2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10" name="Freeform 3450">
              <a:extLst>
                <a:ext uri="{FF2B5EF4-FFF2-40B4-BE49-F238E27FC236}">
                  <a16:creationId xmlns:a16="http://schemas.microsoft.com/office/drawing/2014/main" id="{FADCF25C-0CAB-4897-9BAA-6FE69E6DF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520"/>
              <a:ext cx="98" cy="111"/>
            </a:xfrm>
            <a:custGeom>
              <a:avLst/>
              <a:gdLst>
                <a:gd name="T0" fmla="*/ 0 w 49"/>
                <a:gd name="T1" fmla="*/ 506 h 52"/>
                <a:gd name="T2" fmla="*/ 200 w 49"/>
                <a:gd name="T3" fmla="*/ 350 h 52"/>
                <a:gd name="T4" fmla="*/ 368 w 49"/>
                <a:gd name="T5" fmla="*/ 156 h 52"/>
                <a:gd name="T6" fmla="*/ 312 w 49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2">
                  <a:moveTo>
                    <a:pt x="0" y="52"/>
                  </a:moveTo>
                  <a:cubicBezTo>
                    <a:pt x="9" y="50"/>
                    <a:pt x="18" y="41"/>
                    <a:pt x="25" y="36"/>
                  </a:cubicBezTo>
                  <a:cubicBezTo>
                    <a:pt x="31" y="31"/>
                    <a:pt x="42" y="24"/>
                    <a:pt x="46" y="16"/>
                  </a:cubicBezTo>
                  <a:cubicBezTo>
                    <a:pt x="49" y="10"/>
                    <a:pt x="44" y="6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11" name="Freeform 3451">
              <a:extLst>
                <a:ext uri="{FF2B5EF4-FFF2-40B4-BE49-F238E27FC236}">
                  <a16:creationId xmlns:a16="http://schemas.microsoft.com/office/drawing/2014/main" id="{894A984D-4DCE-4B7D-AC3C-A9A9FC192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452"/>
              <a:ext cx="102" cy="102"/>
            </a:xfrm>
            <a:custGeom>
              <a:avLst/>
              <a:gdLst>
                <a:gd name="T0" fmla="*/ 0 w 51"/>
                <a:gd name="T1" fmla="*/ 461 h 48"/>
                <a:gd name="T2" fmla="*/ 192 w 51"/>
                <a:gd name="T3" fmla="*/ 334 h 48"/>
                <a:gd name="T4" fmla="*/ 376 w 51"/>
                <a:gd name="T5" fmla="*/ 172 h 48"/>
                <a:gd name="T6" fmla="*/ 344 w 51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8">
                  <a:moveTo>
                    <a:pt x="0" y="48"/>
                  </a:moveTo>
                  <a:cubicBezTo>
                    <a:pt x="8" y="46"/>
                    <a:pt x="16" y="39"/>
                    <a:pt x="24" y="35"/>
                  </a:cubicBezTo>
                  <a:cubicBezTo>
                    <a:pt x="32" y="30"/>
                    <a:pt x="41" y="25"/>
                    <a:pt x="47" y="18"/>
                  </a:cubicBezTo>
                  <a:cubicBezTo>
                    <a:pt x="51" y="13"/>
                    <a:pt x="49" y="3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12" name="Freeform 3452">
              <a:extLst>
                <a:ext uri="{FF2B5EF4-FFF2-40B4-BE49-F238E27FC236}">
                  <a16:creationId xmlns:a16="http://schemas.microsoft.com/office/drawing/2014/main" id="{DE6E2B50-9A00-4B93-8D93-6DDC0EA9B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384"/>
              <a:ext cx="123" cy="106"/>
            </a:xfrm>
            <a:custGeom>
              <a:avLst/>
              <a:gdLst>
                <a:gd name="T0" fmla="*/ 0 w 62"/>
                <a:gd name="T1" fmla="*/ 466 h 50"/>
                <a:gd name="T2" fmla="*/ 173 w 62"/>
                <a:gd name="T3" fmla="*/ 314 h 50"/>
                <a:gd name="T4" fmla="*/ 397 w 62"/>
                <a:gd name="T5" fmla="*/ 180 h 50"/>
                <a:gd name="T6" fmla="*/ 389 w 62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0">
                  <a:moveTo>
                    <a:pt x="0" y="49"/>
                  </a:moveTo>
                  <a:cubicBezTo>
                    <a:pt x="7" y="50"/>
                    <a:pt x="16" y="36"/>
                    <a:pt x="22" y="33"/>
                  </a:cubicBezTo>
                  <a:cubicBezTo>
                    <a:pt x="31" y="29"/>
                    <a:pt x="42" y="24"/>
                    <a:pt x="51" y="19"/>
                  </a:cubicBezTo>
                  <a:cubicBezTo>
                    <a:pt x="62" y="11"/>
                    <a:pt x="55" y="10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13" name="Freeform 3453">
              <a:extLst>
                <a:ext uri="{FF2B5EF4-FFF2-40B4-BE49-F238E27FC236}">
                  <a16:creationId xmlns:a16="http://schemas.microsoft.com/office/drawing/2014/main" id="{89396439-1C59-491D-ABD6-AC040000A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322"/>
              <a:ext cx="115" cy="96"/>
            </a:xfrm>
            <a:custGeom>
              <a:avLst/>
              <a:gdLst>
                <a:gd name="T0" fmla="*/ 0 w 58"/>
                <a:gd name="T1" fmla="*/ 437 h 45"/>
                <a:gd name="T2" fmla="*/ 389 w 58"/>
                <a:gd name="T3" fmla="*/ 186 h 45"/>
                <a:gd name="T4" fmla="*/ 389 w 5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0" y="45"/>
                  </a:moveTo>
                  <a:cubicBezTo>
                    <a:pt x="7" y="40"/>
                    <a:pt x="38" y="32"/>
                    <a:pt x="50" y="19"/>
                  </a:cubicBezTo>
                  <a:cubicBezTo>
                    <a:pt x="57" y="12"/>
                    <a:pt x="58" y="6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14" name="Freeform 3454">
              <a:extLst>
                <a:ext uri="{FF2B5EF4-FFF2-40B4-BE49-F238E27FC236}">
                  <a16:creationId xmlns:a16="http://schemas.microsoft.com/office/drawing/2014/main" id="{D6B271EF-E8C2-46C5-9D4A-C555FE682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267"/>
              <a:ext cx="140" cy="98"/>
            </a:xfrm>
            <a:custGeom>
              <a:avLst/>
              <a:gdLst>
                <a:gd name="T0" fmla="*/ 0 w 70"/>
                <a:gd name="T1" fmla="*/ 445 h 46"/>
                <a:gd name="T2" fmla="*/ 192 w 70"/>
                <a:gd name="T3" fmla="*/ 377 h 46"/>
                <a:gd name="T4" fmla="*/ 448 w 70"/>
                <a:gd name="T5" fmla="*/ 232 h 46"/>
                <a:gd name="T6" fmla="*/ 552 w 70"/>
                <a:gd name="T7" fmla="*/ 117 h 46"/>
                <a:gd name="T8" fmla="*/ 504 w 7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6">
                  <a:moveTo>
                    <a:pt x="0" y="46"/>
                  </a:moveTo>
                  <a:cubicBezTo>
                    <a:pt x="6" y="46"/>
                    <a:pt x="17" y="41"/>
                    <a:pt x="24" y="39"/>
                  </a:cubicBezTo>
                  <a:cubicBezTo>
                    <a:pt x="37" y="35"/>
                    <a:pt x="44" y="30"/>
                    <a:pt x="56" y="24"/>
                  </a:cubicBezTo>
                  <a:cubicBezTo>
                    <a:pt x="61" y="21"/>
                    <a:pt x="70" y="19"/>
                    <a:pt x="69" y="12"/>
                  </a:cubicBezTo>
                  <a:cubicBezTo>
                    <a:pt x="68" y="9"/>
                    <a:pt x="63" y="3"/>
                    <a:pt x="6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15" name="Freeform 3455">
              <a:extLst>
                <a:ext uri="{FF2B5EF4-FFF2-40B4-BE49-F238E27FC236}">
                  <a16:creationId xmlns:a16="http://schemas.microsoft.com/office/drawing/2014/main" id="{480A25ED-BD25-4F3E-A000-A22D627C2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241"/>
              <a:ext cx="165" cy="60"/>
            </a:xfrm>
            <a:custGeom>
              <a:avLst/>
              <a:gdLst>
                <a:gd name="T0" fmla="*/ 0 w 83"/>
                <a:gd name="T1" fmla="*/ 276 h 28"/>
                <a:gd name="T2" fmla="*/ 509 w 8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28">
                  <a:moveTo>
                    <a:pt x="0" y="28"/>
                  </a:moveTo>
                  <a:cubicBezTo>
                    <a:pt x="9" y="19"/>
                    <a:pt x="83" y="23"/>
                    <a:pt x="6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16" name="Freeform 3456">
              <a:extLst>
                <a:ext uri="{FF2B5EF4-FFF2-40B4-BE49-F238E27FC236}">
                  <a16:creationId xmlns:a16="http://schemas.microsoft.com/office/drawing/2014/main" id="{9E1231EC-A9D1-496C-91EB-A03433987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244"/>
              <a:ext cx="103" cy="29"/>
            </a:xfrm>
            <a:custGeom>
              <a:avLst/>
              <a:gdLst>
                <a:gd name="T0" fmla="*/ 0 w 52"/>
                <a:gd name="T1" fmla="*/ 124 h 14"/>
                <a:gd name="T2" fmla="*/ 248 w 52"/>
                <a:gd name="T3" fmla="*/ 35 h 14"/>
                <a:gd name="T4" fmla="*/ 404 w 5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4">
                  <a:moveTo>
                    <a:pt x="0" y="14"/>
                  </a:moveTo>
                  <a:cubicBezTo>
                    <a:pt x="10" y="14"/>
                    <a:pt x="22" y="7"/>
                    <a:pt x="32" y="4"/>
                  </a:cubicBezTo>
                  <a:cubicBezTo>
                    <a:pt x="39" y="3"/>
                    <a:pt x="46" y="2"/>
                    <a:pt x="5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17" name="Freeform 3457">
              <a:extLst>
                <a:ext uri="{FF2B5EF4-FFF2-40B4-BE49-F238E27FC236}">
                  <a16:creationId xmlns:a16="http://schemas.microsoft.com/office/drawing/2014/main" id="{0DC945CE-63EE-4C80-AEB0-EF464B991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520"/>
              <a:ext cx="24" cy="29"/>
            </a:xfrm>
            <a:custGeom>
              <a:avLst/>
              <a:gdLst>
                <a:gd name="T0" fmla="*/ 0 w 12"/>
                <a:gd name="T1" fmla="*/ 124 h 14"/>
                <a:gd name="T2" fmla="*/ 96 w 1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14"/>
                  </a:moveTo>
                  <a:cubicBezTo>
                    <a:pt x="3" y="8"/>
                    <a:pt x="7" y="3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18" name="Freeform 3458">
              <a:extLst>
                <a:ext uri="{FF2B5EF4-FFF2-40B4-BE49-F238E27FC236}">
                  <a16:creationId xmlns:a16="http://schemas.microsoft.com/office/drawing/2014/main" id="{7A8DD6A9-CDA8-4B45-9FD1-FD616A72E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928"/>
              <a:ext cx="8" cy="28"/>
            </a:xfrm>
            <a:custGeom>
              <a:avLst/>
              <a:gdLst>
                <a:gd name="T0" fmla="*/ 24 w 4"/>
                <a:gd name="T1" fmla="*/ 0 h 13"/>
                <a:gd name="T2" fmla="*/ 32 w 4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0" y="4"/>
                    <a:pt x="0" y="11"/>
                    <a:pt x="4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19" name="Freeform 3459">
              <a:extLst>
                <a:ext uri="{FF2B5EF4-FFF2-40B4-BE49-F238E27FC236}">
                  <a16:creationId xmlns:a16="http://schemas.microsoft.com/office/drawing/2014/main" id="{FD026AC2-F45A-4A52-9E54-AE3A19F8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41"/>
              <a:ext cx="8" cy="26"/>
            </a:xfrm>
            <a:custGeom>
              <a:avLst/>
              <a:gdLst>
                <a:gd name="T0" fmla="*/ 24 w 4"/>
                <a:gd name="T1" fmla="*/ 0 h 12"/>
                <a:gd name="T2" fmla="*/ 32 w 4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3" y="0"/>
                  </a:moveTo>
                  <a:cubicBezTo>
                    <a:pt x="0" y="3"/>
                    <a:pt x="2" y="9"/>
                    <a:pt x="4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20" name="Freeform 3460">
              <a:extLst>
                <a:ext uri="{FF2B5EF4-FFF2-40B4-BE49-F238E27FC236}">
                  <a16:creationId xmlns:a16="http://schemas.microsoft.com/office/drawing/2014/main" id="{09BD3752-A6CA-4C61-9AC0-568F5E6C6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575"/>
              <a:ext cx="10" cy="43"/>
            </a:xfrm>
            <a:custGeom>
              <a:avLst/>
              <a:gdLst>
                <a:gd name="T0" fmla="*/ 40 w 5"/>
                <a:gd name="T1" fmla="*/ 0 h 20"/>
                <a:gd name="T2" fmla="*/ 24 w 5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0" y="5"/>
                    <a:pt x="1" y="15"/>
                    <a:pt x="3" y="2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21" name="Freeform 3461">
              <a:extLst>
                <a:ext uri="{FF2B5EF4-FFF2-40B4-BE49-F238E27FC236}">
                  <a16:creationId xmlns:a16="http://schemas.microsoft.com/office/drawing/2014/main" id="{E6462319-D54C-4E8A-BB4B-2F868FF0A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505"/>
              <a:ext cx="4" cy="34"/>
            </a:xfrm>
            <a:custGeom>
              <a:avLst/>
              <a:gdLst>
                <a:gd name="T0" fmla="*/ 16 w 2"/>
                <a:gd name="T1" fmla="*/ 0 h 16"/>
                <a:gd name="T2" fmla="*/ 16 w 2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2" y="0"/>
                  </a:moveTo>
                  <a:cubicBezTo>
                    <a:pt x="0" y="4"/>
                    <a:pt x="0" y="11"/>
                    <a:pt x="2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22" name="Freeform 3462">
              <a:extLst>
                <a:ext uri="{FF2B5EF4-FFF2-40B4-BE49-F238E27FC236}">
                  <a16:creationId xmlns:a16="http://schemas.microsoft.com/office/drawing/2014/main" id="{008000B7-69F6-42A6-994A-A93677EE1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435"/>
              <a:ext cx="10" cy="43"/>
            </a:xfrm>
            <a:custGeom>
              <a:avLst/>
              <a:gdLst>
                <a:gd name="T0" fmla="*/ 40 w 5"/>
                <a:gd name="T1" fmla="*/ 0 h 20"/>
                <a:gd name="T2" fmla="*/ 16 w 5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0" y="4"/>
                    <a:pt x="2" y="14"/>
                    <a:pt x="2" y="2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23" name="Freeform 3463">
              <a:extLst>
                <a:ext uri="{FF2B5EF4-FFF2-40B4-BE49-F238E27FC236}">
                  <a16:creationId xmlns:a16="http://schemas.microsoft.com/office/drawing/2014/main" id="{381891BF-BC51-470B-BCF3-BA7FCAE07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316"/>
              <a:ext cx="6" cy="30"/>
            </a:xfrm>
            <a:custGeom>
              <a:avLst/>
              <a:gdLst>
                <a:gd name="T0" fmla="*/ 24 w 3"/>
                <a:gd name="T1" fmla="*/ 0 h 14"/>
                <a:gd name="T2" fmla="*/ 24 w 3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0" y="3"/>
                    <a:pt x="3" y="10"/>
                    <a:pt x="3" y="1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24" name="Freeform 3464">
              <a:extLst>
                <a:ext uri="{FF2B5EF4-FFF2-40B4-BE49-F238E27FC236}">
                  <a16:creationId xmlns:a16="http://schemas.microsoft.com/office/drawing/2014/main" id="{4763877E-17D4-4270-858C-E4016F77E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258"/>
              <a:ext cx="18" cy="32"/>
            </a:xfrm>
            <a:custGeom>
              <a:avLst/>
              <a:gdLst>
                <a:gd name="T0" fmla="*/ 72 w 9"/>
                <a:gd name="T1" fmla="*/ 0 h 15"/>
                <a:gd name="T2" fmla="*/ 24 w 9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4" y="4"/>
                    <a:pt x="0" y="9"/>
                    <a:pt x="3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25" name="Freeform 3465">
              <a:extLst>
                <a:ext uri="{FF2B5EF4-FFF2-40B4-BE49-F238E27FC236}">
                  <a16:creationId xmlns:a16="http://schemas.microsoft.com/office/drawing/2014/main" id="{E2DFB030-75CB-4EA0-8748-CDC1F3CFE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401"/>
              <a:ext cx="44" cy="129"/>
            </a:xfrm>
            <a:custGeom>
              <a:avLst/>
              <a:gdLst>
                <a:gd name="T0" fmla="*/ 0 w 22"/>
                <a:gd name="T1" fmla="*/ 577 h 61"/>
                <a:gd name="T2" fmla="*/ 152 w 22"/>
                <a:gd name="T3" fmla="*/ 169 h 61"/>
                <a:gd name="T4" fmla="*/ 88 w 22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1">
                  <a:moveTo>
                    <a:pt x="0" y="61"/>
                  </a:moveTo>
                  <a:cubicBezTo>
                    <a:pt x="1" y="46"/>
                    <a:pt x="13" y="32"/>
                    <a:pt x="19" y="18"/>
                  </a:cubicBezTo>
                  <a:cubicBezTo>
                    <a:pt x="22" y="8"/>
                    <a:pt x="20" y="4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26" name="Freeform 3466">
              <a:extLst>
                <a:ext uri="{FF2B5EF4-FFF2-40B4-BE49-F238E27FC236}">
                  <a16:creationId xmlns:a16="http://schemas.microsoft.com/office/drawing/2014/main" id="{5CE4FB26-E9AA-4652-A300-7FE32FED5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296"/>
              <a:ext cx="54" cy="126"/>
            </a:xfrm>
            <a:custGeom>
              <a:avLst/>
              <a:gdLst>
                <a:gd name="T0" fmla="*/ 0 w 27"/>
                <a:gd name="T1" fmla="*/ 574 h 59"/>
                <a:gd name="T2" fmla="*/ 64 w 27"/>
                <a:gd name="T3" fmla="*/ 438 h 59"/>
                <a:gd name="T4" fmla="*/ 184 w 27"/>
                <a:gd name="T5" fmla="*/ 156 h 59"/>
                <a:gd name="T6" fmla="*/ 96 w 2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9">
                  <a:moveTo>
                    <a:pt x="0" y="59"/>
                  </a:moveTo>
                  <a:cubicBezTo>
                    <a:pt x="1" y="54"/>
                    <a:pt x="5" y="49"/>
                    <a:pt x="8" y="45"/>
                  </a:cubicBezTo>
                  <a:cubicBezTo>
                    <a:pt x="13" y="36"/>
                    <a:pt x="18" y="26"/>
                    <a:pt x="23" y="16"/>
                  </a:cubicBezTo>
                  <a:cubicBezTo>
                    <a:pt x="27" y="6"/>
                    <a:pt x="20" y="5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27" name="Freeform 3467">
              <a:extLst>
                <a:ext uri="{FF2B5EF4-FFF2-40B4-BE49-F238E27FC236}">
                  <a16:creationId xmlns:a16="http://schemas.microsoft.com/office/drawing/2014/main" id="{DE29C43D-4AF7-4867-B1B4-EE699787B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203"/>
              <a:ext cx="68" cy="125"/>
            </a:xfrm>
            <a:custGeom>
              <a:avLst/>
              <a:gdLst>
                <a:gd name="T0" fmla="*/ 0 w 34"/>
                <a:gd name="T1" fmla="*/ 561 h 59"/>
                <a:gd name="T2" fmla="*/ 64 w 34"/>
                <a:gd name="T3" fmla="*/ 417 h 59"/>
                <a:gd name="T4" fmla="*/ 208 w 34"/>
                <a:gd name="T5" fmla="*/ 180 h 59"/>
                <a:gd name="T6" fmla="*/ 152 w 34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9">
                  <a:moveTo>
                    <a:pt x="0" y="59"/>
                  </a:moveTo>
                  <a:cubicBezTo>
                    <a:pt x="0" y="53"/>
                    <a:pt x="5" y="49"/>
                    <a:pt x="8" y="44"/>
                  </a:cubicBezTo>
                  <a:cubicBezTo>
                    <a:pt x="14" y="36"/>
                    <a:pt x="19" y="27"/>
                    <a:pt x="26" y="19"/>
                  </a:cubicBezTo>
                  <a:cubicBezTo>
                    <a:pt x="34" y="9"/>
                    <a:pt x="26" y="7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28" name="Freeform 3468">
              <a:extLst>
                <a:ext uri="{FF2B5EF4-FFF2-40B4-BE49-F238E27FC236}">
                  <a16:creationId xmlns:a16="http://schemas.microsoft.com/office/drawing/2014/main" id="{730D438D-07D1-4ECE-9836-1A3CB569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124"/>
              <a:ext cx="65" cy="104"/>
            </a:xfrm>
            <a:custGeom>
              <a:avLst/>
              <a:gdLst>
                <a:gd name="T0" fmla="*/ 0 w 33"/>
                <a:gd name="T1" fmla="*/ 469 h 49"/>
                <a:gd name="T2" fmla="*/ 183 w 33"/>
                <a:gd name="T3" fmla="*/ 153 h 49"/>
                <a:gd name="T4" fmla="*/ 136 w 3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9">
                  <a:moveTo>
                    <a:pt x="0" y="49"/>
                  </a:moveTo>
                  <a:cubicBezTo>
                    <a:pt x="7" y="37"/>
                    <a:pt x="15" y="26"/>
                    <a:pt x="24" y="16"/>
                  </a:cubicBezTo>
                  <a:cubicBezTo>
                    <a:pt x="33" y="6"/>
                    <a:pt x="26" y="8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29" name="Freeform 3469">
              <a:extLst>
                <a:ext uri="{FF2B5EF4-FFF2-40B4-BE49-F238E27FC236}">
                  <a16:creationId xmlns:a16="http://schemas.microsoft.com/office/drawing/2014/main" id="{4DF94E91-326D-483D-B1B5-F8C737422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028"/>
              <a:ext cx="74" cy="119"/>
            </a:xfrm>
            <a:custGeom>
              <a:avLst/>
              <a:gdLst>
                <a:gd name="T0" fmla="*/ 0 w 37"/>
                <a:gd name="T1" fmla="*/ 538 h 56"/>
                <a:gd name="T2" fmla="*/ 88 w 37"/>
                <a:gd name="T3" fmla="*/ 425 h 56"/>
                <a:gd name="T4" fmla="*/ 248 w 37"/>
                <a:gd name="T5" fmla="*/ 213 h 56"/>
                <a:gd name="T6" fmla="*/ 280 w 37"/>
                <a:gd name="T7" fmla="*/ 96 h 56"/>
                <a:gd name="T8" fmla="*/ 184 w 37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6">
                  <a:moveTo>
                    <a:pt x="0" y="56"/>
                  </a:moveTo>
                  <a:cubicBezTo>
                    <a:pt x="4" y="54"/>
                    <a:pt x="8" y="47"/>
                    <a:pt x="11" y="44"/>
                  </a:cubicBezTo>
                  <a:cubicBezTo>
                    <a:pt x="17" y="37"/>
                    <a:pt x="24" y="29"/>
                    <a:pt x="31" y="22"/>
                  </a:cubicBezTo>
                  <a:cubicBezTo>
                    <a:pt x="35" y="18"/>
                    <a:pt x="37" y="15"/>
                    <a:pt x="35" y="10"/>
                  </a:cubicBezTo>
                  <a:cubicBezTo>
                    <a:pt x="33" y="7"/>
                    <a:pt x="27" y="0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30" name="Freeform 3470">
              <a:extLst>
                <a:ext uri="{FF2B5EF4-FFF2-40B4-BE49-F238E27FC236}">
                  <a16:creationId xmlns:a16="http://schemas.microsoft.com/office/drawing/2014/main" id="{4C5855BB-4008-4F1B-B887-FA7776699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948"/>
              <a:ext cx="74" cy="110"/>
            </a:xfrm>
            <a:custGeom>
              <a:avLst/>
              <a:gdLst>
                <a:gd name="T0" fmla="*/ 0 w 37"/>
                <a:gd name="T1" fmla="*/ 493 h 52"/>
                <a:gd name="T2" fmla="*/ 88 w 37"/>
                <a:gd name="T3" fmla="*/ 358 h 52"/>
                <a:gd name="T4" fmla="*/ 256 w 37"/>
                <a:gd name="T5" fmla="*/ 169 h 52"/>
                <a:gd name="T6" fmla="*/ 216 w 37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2">
                  <a:moveTo>
                    <a:pt x="0" y="52"/>
                  </a:moveTo>
                  <a:cubicBezTo>
                    <a:pt x="3" y="47"/>
                    <a:pt x="8" y="43"/>
                    <a:pt x="11" y="38"/>
                  </a:cubicBezTo>
                  <a:cubicBezTo>
                    <a:pt x="17" y="31"/>
                    <a:pt x="26" y="26"/>
                    <a:pt x="32" y="18"/>
                  </a:cubicBezTo>
                  <a:cubicBezTo>
                    <a:pt x="37" y="12"/>
                    <a:pt x="37" y="3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31" name="Freeform 3471">
              <a:extLst>
                <a:ext uri="{FF2B5EF4-FFF2-40B4-BE49-F238E27FC236}">
                  <a16:creationId xmlns:a16="http://schemas.microsoft.com/office/drawing/2014/main" id="{50CF9090-6F79-40BD-87CF-B9043BA0E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869"/>
              <a:ext cx="82" cy="104"/>
            </a:xfrm>
            <a:custGeom>
              <a:avLst/>
              <a:gdLst>
                <a:gd name="T0" fmla="*/ 0 w 41"/>
                <a:gd name="T1" fmla="*/ 469 h 49"/>
                <a:gd name="T2" fmla="*/ 280 w 41"/>
                <a:gd name="T3" fmla="*/ 161 h 49"/>
                <a:gd name="T4" fmla="*/ 296 w 41"/>
                <a:gd name="T5" fmla="*/ 49 h 49"/>
                <a:gd name="T6" fmla="*/ 240 w 41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9">
                  <a:moveTo>
                    <a:pt x="0" y="49"/>
                  </a:moveTo>
                  <a:cubicBezTo>
                    <a:pt x="11" y="38"/>
                    <a:pt x="24" y="28"/>
                    <a:pt x="35" y="17"/>
                  </a:cubicBezTo>
                  <a:cubicBezTo>
                    <a:pt x="38" y="13"/>
                    <a:pt x="41" y="10"/>
                    <a:pt x="37" y="5"/>
                  </a:cubicBezTo>
                  <a:cubicBezTo>
                    <a:pt x="35" y="2"/>
                    <a:pt x="32" y="3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32" name="Freeform 3472">
              <a:extLst>
                <a:ext uri="{FF2B5EF4-FFF2-40B4-BE49-F238E27FC236}">
                  <a16:creationId xmlns:a16="http://schemas.microsoft.com/office/drawing/2014/main" id="{753A026B-EA12-4F44-8016-5B726292E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777"/>
              <a:ext cx="98" cy="117"/>
            </a:xfrm>
            <a:custGeom>
              <a:avLst/>
              <a:gdLst>
                <a:gd name="T0" fmla="*/ 0 w 49"/>
                <a:gd name="T1" fmla="*/ 530 h 55"/>
                <a:gd name="T2" fmla="*/ 320 w 49"/>
                <a:gd name="T3" fmla="*/ 221 h 55"/>
                <a:gd name="T4" fmla="*/ 288 w 4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5">
                  <a:moveTo>
                    <a:pt x="0" y="55"/>
                  </a:moveTo>
                  <a:cubicBezTo>
                    <a:pt x="13" y="44"/>
                    <a:pt x="28" y="35"/>
                    <a:pt x="40" y="23"/>
                  </a:cubicBezTo>
                  <a:cubicBezTo>
                    <a:pt x="49" y="13"/>
                    <a:pt x="44" y="10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33" name="Freeform 3473">
              <a:extLst>
                <a:ext uri="{FF2B5EF4-FFF2-40B4-BE49-F238E27FC236}">
                  <a16:creationId xmlns:a16="http://schemas.microsoft.com/office/drawing/2014/main" id="{12299DF5-8B7D-4861-9D80-3669B279B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711"/>
              <a:ext cx="58" cy="94"/>
            </a:xfrm>
            <a:custGeom>
              <a:avLst/>
              <a:gdLst>
                <a:gd name="T0" fmla="*/ 168 w 29"/>
                <a:gd name="T1" fmla="*/ 0 h 44"/>
                <a:gd name="T2" fmla="*/ 152 w 29"/>
                <a:gd name="T3" fmla="*/ 301 h 44"/>
                <a:gd name="T4" fmla="*/ 0 w 29"/>
                <a:gd name="T5" fmla="*/ 42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4">
                  <a:moveTo>
                    <a:pt x="21" y="0"/>
                  </a:moveTo>
                  <a:cubicBezTo>
                    <a:pt x="29" y="9"/>
                    <a:pt x="27" y="25"/>
                    <a:pt x="19" y="31"/>
                  </a:cubicBezTo>
                  <a:cubicBezTo>
                    <a:pt x="15" y="34"/>
                    <a:pt x="1" y="39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34" name="Freeform 3474">
              <a:extLst>
                <a:ext uri="{FF2B5EF4-FFF2-40B4-BE49-F238E27FC236}">
                  <a16:creationId xmlns:a16="http://schemas.microsoft.com/office/drawing/2014/main" id="{65685DD5-CF28-4286-A880-491751323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663"/>
              <a:ext cx="91" cy="97"/>
            </a:xfrm>
            <a:custGeom>
              <a:avLst/>
              <a:gdLst>
                <a:gd name="T0" fmla="*/ 0 w 46"/>
                <a:gd name="T1" fmla="*/ 432 h 46"/>
                <a:gd name="T2" fmla="*/ 301 w 46"/>
                <a:gd name="T3" fmla="*/ 169 h 46"/>
                <a:gd name="T4" fmla="*/ 239 w 46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6">
                  <a:moveTo>
                    <a:pt x="0" y="46"/>
                  </a:moveTo>
                  <a:cubicBezTo>
                    <a:pt x="12" y="36"/>
                    <a:pt x="29" y="30"/>
                    <a:pt x="39" y="18"/>
                  </a:cubicBezTo>
                  <a:cubicBezTo>
                    <a:pt x="46" y="9"/>
                    <a:pt x="37" y="7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35" name="Freeform 3475">
              <a:extLst>
                <a:ext uri="{FF2B5EF4-FFF2-40B4-BE49-F238E27FC236}">
                  <a16:creationId xmlns:a16="http://schemas.microsoft.com/office/drawing/2014/main" id="{DF8F3A09-79F8-4D27-A57F-1EA60169E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590"/>
              <a:ext cx="92" cy="104"/>
            </a:xfrm>
            <a:custGeom>
              <a:avLst/>
              <a:gdLst>
                <a:gd name="T0" fmla="*/ 0 w 46"/>
                <a:gd name="T1" fmla="*/ 469 h 49"/>
                <a:gd name="T2" fmla="*/ 328 w 46"/>
                <a:gd name="T3" fmla="*/ 161 h 49"/>
                <a:gd name="T4" fmla="*/ 280 w 46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9">
                  <a:moveTo>
                    <a:pt x="0" y="49"/>
                  </a:moveTo>
                  <a:cubicBezTo>
                    <a:pt x="13" y="39"/>
                    <a:pt x="32" y="31"/>
                    <a:pt x="41" y="17"/>
                  </a:cubicBezTo>
                  <a:cubicBezTo>
                    <a:pt x="46" y="9"/>
                    <a:pt x="40" y="8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36" name="Freeform 3476">
              <a:extLst>
                <a:ext uri="{FF2B5EF4-FFF2-40B4-BE49-F238E27FC236}">
                  <a16:creationId xmlns:a16="http://schemas.microsoft.com/office/drawing/2014/main" id="{99E28117-B30F-4482-AEF6-1DA1B950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524"/>
              <a:ext cx="84" cy="92"/>
            </a:xfrm>
            <a:custGeom>
              <a:avLst/>
              <a:gdLst>
                <a:gd name="T0" fmla="*/ 0 w 42"/>
                <a:gd name="T1" fmla="*/ 421 h 43"/>
                <a:gd name="T2" fmla="*/ 168 w 42"/>
                <a:gd name="T3" fmla="*/ 302 h 43"/>
                <a:gd name="T4" fmla="*/ 312 w 42"/>
                <a:gd name="T5" fmla="*/ 178 h 43"/>
                <a:gd name="T6" fmla="*/ 264 w 42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3">
                  <a:moveTo>
                    <a:pt x="0" y="43"/>
                  </a:moveTo>
                  <a:cubicBezTo>
                    <a:pt x="7" y="41"/>
                    <a:pt x="15" y="34"/>
                    <a:pt x="21" y="31"/>
                  </a:cubicBezTo>
                  <a:cubicBezTo>
                    <a:pt x="26" y="27"/>
                    <a:pt x="36" y="24"/>
                    <a:pt x="39" y="18"/>
                  </a:cubicBezTo>
                  <a:cubicBezTo>
                    <a:pt x="42" y="12"/>
                    <a:pt x="37" y="5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37" name="Freeform 3477">
              <a:extLst>
                <a:ext uri="{FF2B5EF4-FFF2-40B4-BE49-F238E27FC236}">
                  <a16:creationId xmlns:a16="http://schemas.microsoft.com/office/drawing/2014/main" id="{D5147D39-20AA-4498-83C1-C13883BC2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454"/>
              <a:ext cx="108" cy="106"/>
            </a:xfrm>
            <a:custGeom>
              <a:avLst/>
              <a:gdLst>
                <a:gd name="T0" fmla="*/ 0 w 54"/>
                <a:gd name="T1" fmla="*/ 477 h 50"/>
                <a:gd name="T2" fmla="*/ 144 w 54"/>
                <a:gd name="T3" fmla="*/ 373 h 50"/>
                <a:gd name="T4" fmla="*/ 368 w 54"/>
                <a:gd name="T5" fmla="*/ 212 h 50"/>
                <a:gd name="T6" fmla="*/ 328 w 5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0">
                  <a:moveTo>
                    <a:pt x="0" y="50"/>
                  </a:moveTo>
                  <a:cubicBezTo>
                    <a:pt x="6" y="47"/>
                    <a:pt x="12" y="43"/>
                    <a:pt x="18" y="39"/>
                  </a:cubicBezTo>
                  <a:cubicBezTo>
                    <a:pt x="27" y="33"/>
                    <a:pt x="37" y="29"/>
                    <a:pt x="46" y="22"/>
                  </a:cubicBezTo>
                  <a:cubicBezTo>
                    <a:pt x="54" y="15"/>
                    <a:pt x="44" y="8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38" name="Freeform 3478">
              <a:extLst>
                <a:ext uri="{FF2B5EF4-FFF2-40B4-BE49-F238E27FC236}">
                  <a16:creationId xmlns:a16="http://schemas.microsoft.com/office/drawing/2014/main" id="{953D642E-FAE8-429B-A292-E56E3B34A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403"/>
              <a:ext cx="91" cy="89"/>
            </a:xfrm>
            <a:custGeom>
              <a:avLst/>
              <a:gdLst>
                <a:gd name="T0" fmla="*/ 0 w 46"/>
                <a:gd name="T1" fmla="*/ 401 h 42"/>
                <a:gd name="T2" fmla="*/ 164 w 46"/>
                <a:gd name="T3" fmla="*/ 314 h 42"/>
                <a:gd name="T4" fmla="*/ 332 w 46"/>
                <a:gd name="T5" fmla="*/ 201 h 42"/>
                <a:gd name="T6" fmla="*/ 293 w 46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2">
                  <a:moveTo>
                    <a:pt x="0" y="42"/>
                  </a:moveTo>
                  <a:cubicBezTo>
                    <a:pt x="8" y="40"/>
                    <a:pt x="14" y="36"/>
                    <a:pt x="21" y="33"/>
                  </a:cubicBezTo>
                  <a:cubicBezTo>
                    <a:pt x="26" y="30"/>
                    <a:pt x="40" y="27"/>
                    <a:pt x="43" y="21"/>
                  </a:cubicBezTo>
                  <a:cubicBezTo>
                    <a:pt x="46" y="15"/>
                    <a:pt x="41" y="5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39" name="Freeform 3479">
              <a:extLst>
                <a:ext uri="{FF2B5EF4-FFF2-40B4-BE49-F238E27FC236}">
                  <a16:creationId xmlns:a16="http://schemas.microsoft.com/office/drawing/2014/main" id="{C82C9773-E5CC-4C5D-9E07-7EC925CEA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56"/>
              <a:ext cx="104" cy="96"/>
            </a:xfrm>
            <a:custGeom>
              <a:avLst/>
              <a:gdLst>
                <a:gd name="T0" fmla="*/ 0 w 52"/>
                <a:gd name="T1" fmla="*/ 437 h 45"/>
                <a:gd name="T2" fmla="*/ 312 w 52"/>
                <a:gd name="T3" fmla="*/ 241 h 45"/>
                <a:gd name="T4" fmla="*/ 416 w 52"/>
                <a:gd name="T5" fmla="*/ 145 h 45"/>
                <a:gd name="T6" fmla="*/ 384 w 52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5">
                  <a:moveTo>
                    <a:pt x="0" y="45"/>
                  </a:moveTo>
                  <a:cubicBezTo>
                    <a:pt x="14" y="41"/>
                    <a:pt x="27" y="33"/>
                    <a:pt x="39" y="25"/>
                  </a:cubicBezTo>
                  <a:cubicBezTo>
                    <a:pt x="43" y="23"/>
                    <a:pt x="52" y="20"/>
                    <a:pt x="52" y="15"/>
                  </a:cubicBezTo>
                  <a:cubicBezTo>
                    <a:pt x="52" y="12"/>
                    <a:pt x="48" y="4"/>
                    <a:pt x="4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40" name="Freeform 3480">
              <a:extLst>
                <a:ext uri="{FF2B5EF4-FFF2-40B4-BE49-F238E27FC236}">
                  <a16:creationId xmlns:a16="http://schemas.microsoft.com/office/drawing/2014/main" id="{A8A149FE-6E08-4A27-A0A4-AE2F6DC14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316"/>
              <a:ext cx="94" cy="85"/>
            </a:xfrm>
            <a:custGeom>
              <a:avLst/>
              <a:gdLst>
                <a:gd name="T0" fmla="*/ 0 w 47"/>
                <a:gd name="T1" fmla="*/ 385 h 40"/>
                <a:gd name="T2" fmla="*/ 344 w 47"/>
                <a:gd name="T3" fmla="*/ 204 h 40"/>
                <a:gd name="T4" fmla="*/ 304 w 47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0">
                  <a:moveTo>
                    <a:pt x="0" y="40"/>
                  </a:moveTo>
                  <a:cubicBezTo>
                    <a:pt x="13" y="38"/>
                    <a:pt x="34" y="31"/>
                    <a:pt x="43" y="21"/>
                  </a:cubicBezTo>
                  <a:cubicBezTo>
                    <a:pt x="47" y="15"/>
                    <a:pt x="44" y="6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41" name="Freeform 3481">
              <a:extLst>
                <a:ext uri="{FF2B5EF4-FFF2-40B4-BE49-F238E27FC236}">
                  <a16:creationId xmlns:a16="http://schemas.microsoft.com/office/drawing/2014/main" id="{5D3ED6A4-BFAC-4E63-BDF7-890A5B5A1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286"/>
              <a:ext cx="118" cy="77"/>
            </a:xfrm>
            <a:custGeom>
              <a:avLst/>
              <a:gdLst>
                <a:gd name="T0" fmla="*/ 0 w 59"/>
                <a:gd name="T1" fmla="*/ 353 h 36"/>
                <a:gd name="T2" fmla="*/ 376 w 59"/>
                <a:gd name="T3" fmla="*/ 197 h 36"/>
                <a:gd name="T4" fmla="*/ 472 w 59"/>
                <a:gd name="T5" fmla="*/ 128 h 36"/>
                <a:gd name="T6" fmla="*/ 440 w 5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6">
                  <a:moveTo>
                    <a:pt x="0" y="36"/>
                  </a:moveTo>
                  <a:cubicBezTo>
                    <a:pt x="16" y="32"/>
                    <a:pt x="32" y="26"/>
                    <a:pt x="47" y="20"/>
                  </a:cubicBezTo>
                  <a:cubicBezTo>
                    <a:pt x="49" y="19"/>
                    <a:pt x="58" y="16"/>
                    <a:pt x="59" y="13"/>
                  </a:cubicBezTo>
                  <a:cubicBezTo>
                    <a:pt x="59" y="10"/>
                    <a:pt x="56" y="2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42" name="Freeform 3482">
              <a:extLst>
                <a:ext uri="{FF2B5EF4-FFF2-40B4-BE49-F238E27FC236}">
                  <a16:creationId xmlns:a16="http://schemas.microsoft.com/office/drawing/2014/main" id="{1BA616B5-8172-4802-B5AF-40CFB26B2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252"/>
              <a:ext cx="125" cy="70"/>
            </a:xfrm>
            <a:custGeom>
              <a:avLst/>
              <a:gdLst>
                <a:gd name="T0" fmla="*/ 0 w 63"/>
                <a:gd name="T1" fmla="*/ 297 h 33"/>
                <a:gd name="T2" fmla="*/ 212 w 63"/>
                <a:gd name="T3" fmla="*/ 257 h 33"/>
                <a:gd name="T4" fmla="*/ 421 w 63"/>
                <a:gd name="T5" fmla="*/ 161 h 33"/>
                <a:gd name="T6" fmla="*/ 405 w 63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3">
                  <a:moveTo>
                    <a:pt x="0" y="31"/>
                  </a:moveTo>
                  <a:cubicBezTo>
                    <a:pt x="7" y="33"/>
                    <a:pt x="19" y="28"/>
                    <a:pt x="27" y="27"/>
                  </a:cubicBezTo>
                  <a:cubicBezTo>
                    <a:pt x="36" y="25"/>
                    <a:pt x="45" y="22"/>
                    <a:pt x="54" y="17"/>
                  </a:cubicBezTo>
                  <a:cubicBezTo>
                    <a:pt x="63" y="12"/>
                    <a:pt x="57" y="8"/>
                    <a:pt x="5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43" name="Freeform 3483">
              <a:extLst>
                <a:ext uri="{FF2B5EF4-FFF2-40B4-BE49-F238E27FC236}">
                  <a16:creationId xmlns:a16="http://schemas.microsoft.com/office/drawing/2014/main" id="{CE3F7B98-0C58-411B-8BB9-4F6EAA0F5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41"/>
              <a:ext cx="98" cy="41"/>
            </a:xfrm>
            <a:custGeom>
              <a:avLst/>
              <a:gdLst>
                <a:gd name="T0" fmla="*/ 0 w 49"/>
                <a:gd name="T1" fmla="*/ 190 h 19"/>
                <a:gd name="T2" fmla="*/ 392 w 4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9">
                  <a:moveTo>
                    <a:pt x="0" y="19"/>
                  </a:moveTo>
                  <a:cubicBezTo>
                    <a:pt x="15" y="12"/>
                    <a:pt x="36" y="10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44" name="Freeform 3484">
              <a:extLst>
                <a:ext uri="{FF2B5EF4-FFF2-40B4-BE49-F238E27FC236}">
                  <a16:creationId xmlns:a16="http://schemas.microsoft.com/office/drawing/2014/main" id="{D1F9EDEF-93A8-46FA-A815-9646A521C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282"/>
              <a:ext cx="14" cy="32"/>
            </a:xfrm>
            <a:custGeom>
              <a:avLst/>
              <a:gdLst>
                <a:gd name="T0" fmla="*/ 56 w 7"/>
                <a:gd name="T1" fmla="*/ 0 h 15"/>
                <a:gd name="T2" fmla="*/ 32 w 7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4" y="2"/>
                    <a:pt x="0" y="12"/>
                    <a:pt x="4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45" name="Freeform 3485">
              <a:extLst>
                <a:ext uri="{FF2B5EF4-FFF2-40B4-BE49-F238E27FC236}">
                  <a16:creationId xmlns:a16="http://schemas.microsoft.com/office/drawing/2014/main" id="{288A294C-1280-4286-B458-0644A106C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299"/>
              <a:ext cx="8" cy="47"/>
            </a:xfrm>
            <a:custGeom>
              <a:avLst/>
              <a:gdLst>
                <a:gd name="T0" fmla="*/ 32 w 4"/>
                <a:gd name="T1" fmla="*/ 0 h 22"/>
                <a:gd name="T2" fmla="*/ 16 w 4"/>
                <a:gd name="T3" fmla="*/ 21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0" y="3"/>
                    <a:pt x="1" y="16"/>
                    <a:pt x="2" y="2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46" name="Freeform 3486">
              <a:extLst>
                <a:ext uri="{FF2B5EF4-FFF2-40B4-BE49-F238E27FC236}">
                  <a16:creationId xmlns:a16="http://schemas.microsoft.com/office/drawing/2014/main" id="{B19F3D51-4900-4810-9DE3-ABEB5E751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348"/>
              <a:ext cx="16" cy="36"/>
            </a:xfrm>
            <a:custGeom>
              <a:avLst/>
              <a:gdLst>
                <a:gd name="T0" fmla="*/ 64 w 8"/>
                <a:gd name="T1" fmla="*/ 0 h 17"/>
                <a:gd name="T2" fmla="*/ 24 w 8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5" y="3"/>
                    <a:pt x="0" y="13"/>
                    <a:pt x="3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47" name="Freeform 3487">
              <a:extLst>
                <a:ext uri="{FF2B5EF4-FFF2-40B4-BE49-F238E27FC236}">
                  <a16:creationId xmlns:a16="http://schemas.microsoft.com/office/drawing/2014/main" id="{C7972E98-AEDE-4F71-874B-E01292955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401"/>
              <a:ext cx="14" cy="32"/>
            </a:xfrm>
            <a:custGeom>
              <a:avLst/>
              <a:gdLst>
                <a:gd name="T0" fmla="*/ 16 w 7"/>
                <a:gd name="T1" fmla="*/ 145 h 15"/>
                <a:gd name="T2" fmla="*/ 56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2" y="15"/>
                  </a:moveTo>
                  <a:cubicBezTo>
                    <a:pt x="0" y="10"/>
                    <a:pt x="2" y="3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48" name="Freeform 3488">
              <a:extLst>
                <a:ext uri="{FF2B5EF4-FFF2-40B4-BE49-F238E27FC236}">
                  <a16:creationId xmlns:a16="http://schemas.microsoft.com/office/drawing/2014/main" id="{27A4BFEC-E5E4-4BEA-B5B2-77F8CB5EB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478"/>
              <a:ext cx="36" cy="6"/>
            </a:xfrm>
            <a:custGeom>
              <a:avLst/>
              <a:gdLst>
                <a:gd name="T0" fmla="*/ 0 w 18"/>
                <a:gd name="T1" fmla="*/ 0 h 3"/>
                <a:gd name="T2" fmla="*/ 96 w 18"/>
                <a:gd name="T3" fmla="*/ 24 h 3"/>
                <a:gd name="T4" fmla="*/ 144 w 1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cubicBezTo>
                    <a:pt x="3" y="2"/>
                    <a:pt x="8" y="3"/>
                    <a:pt x="12" y="3"/>
                  </a:cubicBezTo>
                  <a:cubicBezTo>
                    <a:pt x="14" y="3"/>
                    <a:pt x="16" y="1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49" name="Freeform 3489">
              <a:extLst>
                <a:ext uri="{FF2B5EF4-FFF2-40B4-BE49-F238E27FC236}">
                  <a16:creationId xmlns:a16="http://schemas.microsoft.com/office/drawing/2014/main" id="{F2B3B91A-C6AB-41E7-8ECC-3AF34A4C2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16"/>
              <a:ext cx="10" cy="34"/>
            </a:xfrm>
            <a:custGeom>
              <a:avLst/>
              <a:gdLst>
                <a:gd name="T0" fmla="*/ 40 w 5"/>
                <a:gd name="T1" fmla="*/ 0 h 16"/>
                <a:gd name="T2" fmla="*/ 24 w 5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2" y="6"/>
                    <a:pt x="0" y="10"/>
                    <a:pt x="3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50" name="Freeform 3490">
              <a:extLst>
                <a:ext uri="{FF2B5EF4-FFF2-40B4-BE49-F238E27FC236}">
                  <a16:creationId xmlns:a16="http://schemas.microsoft.com/office/drawing/2014/main" id="{228FB3F4-0A8E-4005-AFF0-EA8E91FCB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573"/>
              <a:ext cx="8" cy="30"/>
            </a:xfrm>
            <a:custGeom>
              <a:avLst/>
              <a:gdLst>
                <a:gd name="T0" fmla="*/ 16 w 4"/>
                <a:gd name="T1" fmla="*/ 137 h 14"/>
                <a:gd name="T2" fmla="*/ 32 w 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2" y="14"/>
                  </a:moveTo>
                  <a:cubicBezTo>
                    <a:pt x="0" y="9"/>
                    <a:pt x="0" y="3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51" name="Freeform 3491">
              <a:extLst>
                <a:ext uri="{FF2B5EF4-FFF2-40B4-BE49-F238E27FC236}">
                  <a16:creationId xmlns:a16="http://schemas.microsoft.com/office/drawing/2014/main" id="{41B62702-B939-47D7-BAB0-03B0882CB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673"/>
              <a:ext cx="32" cy="7"/>
            </a:xfrm>
            <a:custGeom>
              <a:avLst/>
              <a:gdLst>
                <a:gd name="T0" fmla="*/ 0 w 16"/>
                <a:gd name="T1" fmla="*/ 0 h 3"/>
                <a:gd name="T2" fmla="*/ 128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4" y="3"/>
                    <a:pt x="12" y="3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52" name="Freeform 3492">
              <a:extLst>
                <a:ext uri="{FF2B5EF4-FFF2-40B4-BE49-F238E27FC236}">
                  <a16:creationId xmlns:a16="http://schemas.microsoft.com/office/drawing/2014/main" id="{2DB4377B-BA78-4AD7-B9C9-52BDC3405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737"/>
              <a:ext cx="29" cy="9"/>
            </a:xfrm>
            <a:custGeom>
              <a:avLst/>
              <a:gdLst>
                <a:gd name="T0" fmla="*/ 0 w 15"/>
                <a:gd name="T1" fmla="*/ 0 h 4"/>
                <a:gd name="T2" fmla="*/ 56 w 15"/>
                <a:gd name="T3" fmla="*/ 45 h 4"/>
                <a:gd name="T4" fmla="*/ 108 w 1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3" y="1"/>
                    <a:pt x="5" y="4"/>
                    <a:pt x="8" y="4"/>
                  </a:cubicBezTo>
                  <a:cubicBezTo>
                    <a:pt x="10" y="4"/>
                    <a:pt x="13" y="2"/>
                    <a:pt x="15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53" name="Freeform 3493">
              <a:extLst>
                <a:ext uri="{FF2B5EF4-FFF2-40B4-BE49-F238E27FC236}">
                  <a16:creationId xmlns:a16="http://schemas.microsoft.com/office/drawing/2014/main" id="{F619AB46-4F10-48CD-8A6D-EDC13486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752"/>
              <a:ext cx="10" cy="45"/>
            </a:xfrm>
            <a:custGeom>
              <a:avLst/>
              <a:gdLst>
                <a:gd name="T0" fmla="*/ 16 w 5"/>
                <a:gd name="T1" fmla="*/ 206 h 21"/>
                <a:gd name="T2" fmla="*/ 16 w 5"/>
                <a:gd name="T3" fmla="*/ 109 h 21"/>
                <a:gd name="T4" fmla="*/ 40 w 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1">
                  <a:moveTo>
                    <a:pt x="2" y="21"/>
                  </a:moveTo>
                  <a:cubicBezTo>
                    <a:pt x="3" y="18"/>
                    <a:pt x="0" y="15"/>
                    <a:pt x="2" y="11"/>
                  </a:cubicBezTo>
                  <a:cubicBezTo>
                    <a:pt x="3" y="9"/>
                    <a:pt x="3" y="2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54" name="Freeform 3494">
              <a:extLst>
                <a:ext uri="{FF2B5EF4-FFF2-40B4-BE49-F238E27FC236}">
                  <a16:creationId xmlns:a16="http://schemas.microsoft.com/office/drawing/2014/main" id="{FF484C19-1E89-477D-BC22-203A09373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873"/>
              <a:ext cx="24" cy="7"/>
            </a:xfrm>
            <a:custGeom>
              <a:avLst/>
              <a:gdLst>
                <a:gd name="T0" fmla="*/ 0 w 12"/>
                <a:gd name="T1" fmla="*/ 12 h 3"/>
                <a:gd name="T2" fmla="*/ 96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1"/>
                  </a:moveTo>
                  <a:cubicBezTo>
                    <a:pt x="1" y="3"/>
                    <a:pt x="11" y="2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55" name="Freeform 3495">
              <a:extLst>
                <a:ext uri="{FF2B5EF4-FFF2-40B4-BE49-F238E27FC236}">
                  <a16:creationId xmlns:a16="http://schemas.microsoft.com/office/drawing/2014/main" id="{F9898A75-9F26-4659-9EF5-35771A58B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931"/>
              <a:ext cx="10" cy="27"/>
            </a:xfrm>
            <a:custGeom>
              <a:avLst/>
              <a:gdLst>
                <a:gd name="T0" fmla="*/ 40 w 5"/>
                <a:gd name="T1" fmla="*/ 116 h 13"/>
                <a:gd name="T2" fmla="*/ 32 w 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13"/>
                  </a:moveTo>
                  <a:cubicBezTo>
                    <a:pt x="5" y="9"/>
                    <a:pt x="0" y="3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496" name="Freeform 3496">
              <a:extLst>
                <a:ext uri="{FF2B5EF4-FFF2-40B4-BE49-F238E27FC236}">
                  <a16:creationId xmlns:a16="http://schemas.microsoft.com/office/drawing/2014/main" id="{D2524DED-8FB9-4504-A36D-453F9CBB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035"/>
              <a:ext cx="26" cy="8"/>
            </a:xfrm>
            <a:custGeom>
              <a:avLst/>
              <a:gdLst>
                <a:gd name="T0" fmla="*/ 0 w 13"/>
                <a:gd name="T1" fmla="*/ 0 h 4"/>
                <a:gd name="T2" fmla="*/ 104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4" y="0"/>
                    <a:pt x="9" y="4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497" name="Freeform 3497">
              <a:extLst>
                <a:ext uri="{FF2B5EF4-FFF2-40B4-BE49-F238E27FC236}">
                  <a16:creationId xmlns:a16="http://schemas.microsoft.com/office/drawing/2014/main" id="{E00A93B3-54AE-4620-AFA5-10396B0A4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201"/>
              <a:ext cx="30" cy="10"/>
            </a:xfrm>
            <a:custGeom>
              <a:avLst/>
              <a:gdLst>
                <a:gd name="T0" fmla="*/ 0 w 15"/>
                <a:gd name="T1" fmla="*/ 40 h 5"/>
                <a:gd name="T2" fmla="*/ 120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6" y="4"/>
                    <a:pt x="10" y="5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498" name="Freeform 3498">
              <a:extLst>
                <a:ext uri="{FF2B5EF4-FFF2-40B4-BE49-F238E27FC236}">
                  <a16:creationId xmlns:a16="http://schemas.microsoft.com/office/drawing/2014/main" id="{437EB0F5-65C6-494C-82A3-8FD8B6ED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279"/>
              <a:ext cx="8" cy="24"/>
            </a:xfrm>
            <a:custGeom>
              <a:avLst/>
              <a:gdLst>
                <a:gd name="T0" fmla="*/ 32 w 4"/>
                <a:gd name="T1" fmla="*/ 113 h 11"/>
                <a:gd name="T2" fmla="*/ 16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11"/>
                  </a:moveTo>
                  <a:cubicBezTo>
                    <a:pt x="1" y="9"/>
                    <a:pt x="0" y="3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499" name="Freeform 3499">
              <a:extLst>
                <a:ext uri="{FF2B5EF4-FFF2-40B4-BE49-F238E27FC236}">
                  <a16:creationId xmlns:a16="http://schemas.microsoft.com/office/drawing/2014/main" id="{3E5F25B3-2E0B-407D-99D7-34C9EB30E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398"/>
              <a:ext cx="26" cy="7"/>
            </a:xfrm>
            <a:custGeom>
              <a:avLst/>
              <a:gdLst>
                <a:gd name="T0" fmla="*/ 0 w 13"/>
                <a:gd name="T1" fmla="*/ 28 h 3"/>
                <a:gd name="T2" fmla="*/ 104 w 1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4" y="3"/>
                    <a:pt x="10" y="3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0" name="Freeform 3500">
              <a:extLst>
                <a:ext uri="{FF2B5EF4-FFF2-40B4-BE49-F238E27FC236}">
                  <a16:creationId xmlns:a16="http://schemas.microsoft.com/office/drawing/2014/main" id="{7D2DCFA1-FB29-4072-AA6A-6702BB107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501"/>
              <a:ext cx="46" cy="172"/>
            </a:xfrm>
            <a:custGeom>
              <a:avLst/>
              <a:gdLst>
                <a:gd name="T0" fmla="*/ 0 w 23"/>
                <a:gd name="T1" fmla="*/ 775 h 81"/>
                <a:gd name="T2" fmla="*/ 24 w 23"/>
                <a:gd name="T3" fmla="*/ 682 h 81"/>
                <a:gd name="T4" fmla="*/ 80 w 23"/>
                <a:gd name="T5" fmla="*/ 486 h 81"/>
                <a:gd name="T6" fmla="*/ 168 w 23"/>
                <a:gd name="T7" fmla="*/ 204 h 81"/>
                <a:gd name="T8" fmla="*/ 56 w 23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1">
                  <a:moveTo>
                    <a:pt x="0" y="81"/>
                  </a:moveTo>
                  <a:cubicBezTo>
                    <a:pt x="0" y="78"/>
                    <a:pt x="2" y="74"/>
                    <a:pt x="3" y="71"/>
                  </a:cubicBezTo>
                  <a:cubicBezTo>
                    <a:pt x="5" y="65"/>
                    <a:pt x="8" y="58"/>
                    <a:pt x="10" y="51"/>
                  </a:cubicBezTo>
                  <a:cubicBezTo>
                    <a:pt x="13" y="41"/>
                    <a:pt x="18" y="31"/>
                    <a:pt x="21" y="21"/>
                  </a:cubicBezTo>
                  <a:cubicBezTo>
                    <a:pt x="23" y="10"/>
                    <a:pt x="14" y="5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1" name="Freeform 3501">
              <a:extLst>
                <a:ext uri="{FF2B5EF4-FFF2-40B4-BE49-F238E27FC236}">
                  <a16:creationId xmlns:a16="http://schemas.microsoft.com/office/drawing/2014/main" id="{45795CC9-80EB-470F-97CB-57753CACE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401"/>
              <a:ext cx="48" cy="131"/>
            </a:xfrm>
            <a:custGeom>
              <a:avLst/>
              <a:gdLst>
                <a:gd name="T0" fmla="*/ 0 w 24"/>
                <a:gd name="T1" fmla="*/ 585 h 62"/>
                <a:gd name="T2" fmla="*/ 96 w 24"/>
                <a:gd name="T3" fmla="*/ 380 h 62"/>
                <a:gd name="T4" fmla="*/ 184 w 24"/>
                <a:gd name="T5" fmla="*/ 161 h 62"/>
                <a:gd name="T6" fmla="*/ 48 w 24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2">
                  <a:moveTo>
                    <a:pt x="0" y="62"/>
                  </a:moveTo>
                  <a:cubicBezTo>
                    <a:pt x="3" y="54"/>
                    <a:pt x="8" y="47"/>
                    <a:pt x="12" y="40"/>
                  </a:cubicBezTo>
                  <a:cubicBezTo>
                    <a:pt x="15" y="33"/>
                    <a:pt x="22" y="25"/>
                    <a:pt x="23" y="17"/>
                  </a:cubicBezTo>
                  <a:cubicBezTo>
                    <a:pt x="24" y="9"/>
                    <a:pt x="12" y="4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2" name="Freeform 3502">
              <a:extLst>
                <a:ext uri="{FF2B5EF4-FFF2-40B4-BE49-F238E27FC236}">
                  <a16:creationId xmlns:a16="http://schemas.microsoft.com/office/drawing/2014/main" id="{C0DAE3E1-EBCC-49D3-9AE2-9072BFC1D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318"/>
              <a:ext cx="44" cy="114"/>
            </a:xfrm>
            <a:custGeom>
              <a:avLst/>
              <a:gdLst>
                <a:gd name="T0" fmla="*/ 0 w 22"/>
                <a:gd name="T1" fmla="*/ 490 h 54"/>
                <a:gd name="T2" fmla="*/ 0 w 22"/>
                <a:gd name="T3" fmla="*/ 509 h 54"/>
                <a:gd name="T4" fmla="*/ 88 w 22"/>
                <a:gd name="T5" fmla="*/ 321 h 54"/>
                <a:gd name="T6" fmla="*/ 176 w 22"/>
                <a:gd name="T7" fmla="*/ 144 h 54"/>
                <a:gd name="T8" fmla="*/ 40 w 2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4">
                  <a:moveTo>
                    <a:pt x="0" y="52"/>
                  </a:moveTo>
                  <a:cubicBezTo>
                    <a:pt x="0" y="53"/>
                    <a:pt x="0" y="54"/>
                    <a:pt x="0" y="54"/>
                  </a:cubicBezTo>
                  <a:cubicBezTo>
                    <a:pt x="1" y="47"/>
                    <a:pt x="7" y="40"/>
                    <a:pt x="11" y="34"/>
                  </a:cubicBezTo>
                  <a:cubicBezTo>
                    <a:pt x="14" y="29"/>
                    <a:pt x="22" y="22"/>
                    <a:pt x="22" y="15"/>
                  </a:cubicBezTo>
                  <a:cubicBezTo>
                    <a:pt x="22" y="7"/>
                    <a:pt x="11" y="3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3" name="Freeform 3503">
              <a:extLst>
                <a:ext uri="{FF2B5EF4-FFF2-40B4-BE49-F238E27FC236}">
                  <a16:creationId xmlns:a16="http://schemas.microsoft.com/office/drawing/2014/main" id="{5FFA6194-4A7F-47B9-81AE-D40857A7B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258"/>
              <a:ext cx="32" cy="83"/>
            </a:xfrm>
            <a:custGeom>
              <a:avLst/>
              <a:gdLst>
                <a:gd name="T0" fmla="*/ 0 w 16"/>
                <a:gd name="T1" fmla="*/ 377 h 39"/>
                <a:gd name="T2" fmla="*/ 56 w 16"/>
                <a:gd name="T3" fmla="*/ 258 h 39"/>
                <a:gd name="T4" fmla="*/ 128 w 16"/>
                <a:gd name="T5" fmla="*/ 117 h 39"/>
                <a:gd name="T6" fmla="*/ 40 w 16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9">
                  <a:moveTo>
                    <a:pt x="0" y="39"/>
                  </a:moveTo>
                  <a:cubicBezTo>
                    <a:pt x="2" y="35"/>
                    <a:pt x="5" y="31"/>
                    <a:pt x="7" y="27"/>
                  </a:cubicBezTo>
                  <a:cubicBezTo>
                    <a:pt x="10" y="23"/>
                    <a:pt x="16" y="17"/>
                    <a:pt x="16" y="12"/>
                  </a:cubicBezTo>
                  <a:cubicBezTo>
                    <a:pt x="16" y="5"/>
                    <a:pt x="8" y="4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4" name="Freeform 3504">
              <a:extLst>
                <a:ext uri="{FF2B5EF4-FFF2-40B4-BE49-F238E27FC236}">
                  <a16:creationId xmlns:a16="http://schemas.microsoft.com/office/drawing/2014/main" id="{B741AA9C-95B4-45BD-A829-FD8AF9611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184"/>
              <a:ext cx="39" cy="93"/>
            </a:xfrm>
            <a:custGeom>
              <a:avLst/>
              <a:gdLst>
                <a:gd name="T0" fmla="*/ 0 w 20"/>
                <a:gd name="T1" fmla="*/ 416 h 44"/>
                <a:gd name="T2" fmla="*/ 76 w 20"/>
                <a:gd name="T3" fmla="*/ 281 h 44"/>
                <a:gd name="T4" fmla="*/ 148 w 20"/>
                <a:gd name="T5" fmla="*/ 112 h 44"/>
                <a:gd name="T6" fmla="*/ 125 w 20"/>
                <a:gd name="T7" fmla="*/ 36 h 44"/>
                <a:gd name="T8" fmla="*/ 88 w 20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4">
                  <a:moveTo>
                    <a:pt x="0" y="44"/>
                  </a:moveTo>
                  <a:cubicBezTo>
                    <a:pt x="4" y="40"/>
                    <a:pt x="7" y="35"/>
                    <a:pt x="10" y="30"/>
                  </a:cubicBezTo>
                  <a:cubicBezTo>
                    <a:pt x="14" y="26"/>
                    <a:pt x="19" y="18"/>
                    <a:pt x="20" y="12"/>
                  </a:cubicBezTo>
                  <a:cubicBezTo>
                    <a:pt x="20" y="9"/>
                    <a:pt x="19" y="6"/>
                    <a:pt x="17" y="4"/>
                  </a:cubicBezTo>
                  <a:cubicBezTo>
                    <a:pt x="16" y="3"/>
                    <a:pt x="11" y="1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5" name="Freeform 3505">
              <a:extLst>
                <a:ext uri="{FF2B5EF4-FFF2-40B4-BE49-F238E27FC236}">
                  <a16:creationId xmlns:a16="http://schemas.microsoft.com/office/drawing/2014/main" id="{EDF24578-B761-4BAF-8372-FAF492E4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113"/>
              <a:ext cx="56" cy="100"/>
            </a:xfrm>
            <a:custGeom>
              <a:avLst/>
              <a:gdLst>
                <a:gd name="T0" fmla="*/ 0 w 28"/>
                <a:gd name="T1" fmla="*/ 453 h 47"/>
                <a:gd name="T2" fmla="*/ 88 w 28"/>
                <a:gd name="T3" fmla="*/ 326 h 47"/>
                <a:gd name="T4" fmla="*/ 208 w 28"/>
                <a:gd name="T5" fmla="*/ 128 h 47"/>
                <a:gd name="T6" fmla="*/ 160 w 28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7">
                  <a:moveTo>
                    <a:pt x="0" y="47"/>
                  </a:moveTo>
                  <a:cubicBezTo>
                    <a:pt x="4" y="42"/>
                    <a:pt x="7" y="38"/>
                    <a:pt x="11" y="34"/>
                  </a:cubicBezTo>
                  <a:cubicBezTo>
                    <a:pt x="16" y="28"/>
                    <a:pt x="23" y="21"/>
                    <a:pt x="26" y="13"/>
                  </a:cubicBezTo>
                  <a:cubicBezTo>
                    <a:pt x="28" y="8"/>
                    <a:pt x="24" y="4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6" name="Freeform 3506">
              <a:extLst>
                <a:ext uri="{FF2B5EF4-FFF2-40B4-BE49-F238E27FC236}">
                  <a16:creationId xmlns:a16="http://schemas.microsoft.com/office/drawing/2014/main" id="{4D90D184-3C20-4B0C-A455-6B22D7AC9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026"/>
              <a:ext cx="80" cy="121"/>
            </a:xfrm>
            <a:custGeom>
              <a:avLst/>
              <a:gdLst>
                <a:gd name="T0" fmla="*/ 0 w 40"/>
                <a:gd name="T1" fmla="*/ 546 h 57"/>
                <a:gd name="T2" fmla="*/ 288 w 40"/>
                <a:gd name="T3" fmla="*/ 153 h 57"/>
                <a:gd name="T4" fmla="*/ 280 w 40"/>
                <a:gd name="T5" fmla="*/ 59 h 57"/>
                <a:gd name="T6" fmla="*/ 224 w 40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7">
                  <a:moveTo>
                    <a:pt x="0" y="57"/>
                  </a:moveTo>
                  <a:cubicBezTo>
                    <a:pt x="10" y="42"/>
                    <a:pt x="29" y="32"/>
                    <a:pt x="36" y="16"/>
                  </a:cubicBezTo>
                  <a:cubicBezTo>
                    <a:pt x="38" y="10"/>
                    <a:pt x="40" y="12"/>
                    <a:pt x="35" y="6"/>
                  </a:cubicBezTo>
                  <a:cubicBezTo>
                    <a:pt x="33" y="4"/>
                    <a:pt x="30" y="2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7" name="Freeform 3507">
              <a:extLst>
                <a:ext uri="{FF2B5EF4-FFF2-40B4-BE49-F238E27FC236}">
                  <a16:creationId xmlns:a16="http://schemas.microsoft.com/office/drawing/2014/main" id="{7C51EE4A-69FC-463B-B24E-71A306DE0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933"/>
              <a:ext cx="86" cy="117"/>
            </a:xfrm>
            <a:custGeom>
              <a:avLst/>
              <a:gdLst>
                <a:gd name="T0" fmla="*/ 0 w 43"/>
                <a:gd name="T1" fmla="*/ 530 h 55"/>
                <a:gd name="T2" fmla="*/ 320 w 43"/>
                <a:gd name="T3" fmla="*/ 153 h 55"/>
                <a:gd name="T4" fmla="*/ 240 w 43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5">
                  <a:moveTo>
                    <a:pt x="0" y="55"/>
                  </a:moveTo>
                  <a:cubicBezTo>
                    <a:pt x="10" y="42"/>
                    <a:pt x="34" y="33"/>
                    <a:pt x="40" y="16"/>
                  </a:cubicBezTo>
                  <a:cubicBezTo>
                    <a:pt x="43" y="7"/>
                    <a:pt x="34" y="6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8" name="Freeform 3508">
              <a:extLst>
                <a:ext uri="{FF2B5EF4-FFF2-40B4-BE49-F238E27FC236}">
                  <a16:creationId xmlns:a16="http://schemas.microsoft.com/office/drawing/2014/main" id="{41908402-384E-4F82-B7DB-A40FEDB32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865"/>
              <a:ext cx="70" cy="100"/>
            </a:xfrm>
            <a:custGeom>
              <a:avLst/>
              <a:gdLst>
                <a:gd name="T0" fmla="*/ 0 w 35"/>
                <a:gd name="T1" fmla="*/ 453 h 47"/>
                <a:gd name="T2" fmla="*/ 256 w 35"/>
                <a:gd name="T3" fmla="*/ 136 h 47"/>
                <a:gd name="T4" fmla="*/ 192 w 3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7">
                  <a:moveTo>
                    <a:pt x="0" y="47"/>
                  </a:moveTo>
                  <a:cubicBezTo>
                    <a:pt x="9" y="36"/>
                    <a:pt x="27" y="27"/>
                    <a:pt x="32" y="14"/>
                  </a:cubicBezTo>
                  <a:cubicBezTo>
                    <a:pt x="35" y="8"/>
                    <a:pt x="30" y="4"/>
                    <a:pt x="2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9" name="Freeform 3509">
              <a:extLst>
                <a:ext uri="{FF2B5EF4-FFF2-40B4-BE49-F238E27FC236}">
                  <a16:creationId xmlns:a16="http://schemas.microsoft.com/office/drawing/2014/main" id="{E0BD3487-1580-448F-B386-3B3BF9CAC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786"/>
              <a:ext cx="88" cy="111"/>
            </a:xfrm>
            <a:custGeom>
              <a:avLst/>
              <a:gdLst>
                <a:gd name="T0" fmla="*/ 0 w 44"/>
                <a:gd name="T1" fmla="*/ 506 h 52"/>
                <a:gd name="T2" fmla="*/ 320 w 44"/>
                <a:gd name="T3" fmla="*/ 173 h 52"/>
                <a:gd name="T4" fmla="*/ 256 w 44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2">
                  <a:moveTo>
                    <a:pt x="0" y="52"/>
                  </a:moveTo>
                  <a:cubicBezTo>
                    <a:pt x="13" y="41"/>
                    <a:pt x="32" y="34"/>
                    <a:pt x="40" y="18"/>
                  </a:cubicBezTo>
                  <a:cubicBezTo>
                    <a:pt x="44" y="9"/>
                    <a:pt x="36" y="8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0" name="Freeform 3510">
              <a:extLst>
                <a:ext uri="{FF2B5EF4-FFF2-40B4-BE49-F238E27FC236}">
                  <a16:creationId xmlns:a16="http://schemas.microsoft.com/office/drawing/2014/main" id="{292EFB80-0B9A-44BD-B2DB-79F28E904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733"/>
              <a:ext cx="75" cy="85"/>
            </a:xfrm>
            <a:custGeom>
              <a:avLst/>
              <a:gdLst>
                <a:gd name="T0" fmla="*/ 0 w 38"/>
                <a:gd name="T1" fmla="*/ 385 h 40"/>
                <a:gd name="T2" fmla="*/ 223 w 38"/>
                <a:gd name="T3" fmla="*/ 164 h 40"/>
                <a:gd name="T4" fmla="*/ 215 w 3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0" y="40"/>
                  </a:moveTo>
                  <a:cubicBezTo>
                    <a:pt x="10" y="33"/>
                    <a:pt x="20" y="25"/>
                    <a:pt x="29" y="17"/>
                  </a:cubicBezTo>
                  <a:cubicBezTo>
                    <a:pt x="38" y="8"/>
                    <a:pt x="34" y="9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1" name="Freeform 3511">
              <a:extLst>
                <a:ext uri="{FF2B5EF4-FFF2-40B4-BE49-F238E27FC236}">
                  <a16:creationId xmlns:a16="http://schemas.microsoft.com/office/drawing/2014/main" id="{589A65F1-C01A-4609-ABFF-8F48E2A08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665"/>
              <a:ext cx="94" cy="93"/>
            </a:xfrm>
            <a:custGeom>
              <a:avLst/>
              <a:gdLst>
                <a:gd name="T0" fmla="*/ 0 w 47"/>
                <a:gd name="T1" fmla="*/ 416 h 44"/>
                <a:gd name="T2" fmla="*/ 144 w 47"/>
                <a:gd name="T3" fmla="*/ 281 h 44"/>
                <a:gd name="T4" fmla="*/ 320 w 47"/>
                <a:gd name="T5" fmla="*/ 152 h 44"/>
                <a:gd name="T6" fmla="*/ 272 w 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4">
                  <a:moveTo>
                    <a:pt x="0" y="44"/>
                  </a:moveTo>
                  <a:cubicBezTo>
                    <a:pt x="6" y="40"/>
                    <a:pt x="12" y="34"/>
                    <a:pt x="18" y="30"/>
                  </a:cubicBezTo>
                  <a:cubicBezTo>
                    <a:pt x="24" y="25"/>
                    <a:pt x="35" y="22"/>
                    <a:pt x="40" y="16"/>
                  </a:cubicBezTo>
                  <a:cubicBezTo>
                    <a:pt x="47" y="8"/>
                    <a:pt x="37" y="6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2" name="Freeform 3512">
              <a:extLst>
                <a:ext uri="{FF2B5EF4-FFF2-40B4-BE49-F238E27FC236}">
                  <a16:creationId xmlns:a16="http://schemas.microsoft.com/office/drawing/2014/main" id="{8B97F842-FB8A-4FF8-B68A-7B3882F5F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601"/>
              <a:ext cx="78" cy="89"/>
            </a:xfrm>
            <a:custGeom>
              <a:avLst/>
              <a:gdLst>
                <a:gd name="T0" fmla="*/ 0 w 39"/>
                <a:gd name="T1" fmla="*/ 401 h 42"/>
                <a:gd name="T2" fmla="*/ 272 w 39"/>
                <a:gd name="T3" fmla="*/ 172 h 42"/>
                <a:gd name="T4" fmla="*/ 208 w 39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2">
                  <a:moveTo>
                    <a:pt x="0" y="42"/>
                  </a:moveTo>
                  <a:cubicBezTo>
                    <a:pt x="11" y="35"/>
                    <a:pt x="25" y="27"/>
                    <a:pt x="34" y="18"/>
                  </a:cubicBezTo>
                  <a:cubicBezTo>
                    <a:pt x="39" y="11"/>
                    <a:pt x="33" y="6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3" name="Freeform 3513">
              <a:extLst>
                <a:ext uri="{FF2B5EF4-FFF2-40B4-BE49-F238E27FC236}">
                  <a16:creationId xmlns:a16="http://schemas.microsoft.com/office/drawing/2014/main" id="{C3C19B25-0EAB-4C9A-A019-962F4CB64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543"/>
              <a:ext cx="88" cy="86"/>
            </a:xfrm>
            <a:custGeom>
              <a:avLst/>
              <a:gdLst>
                <a:gd name="T0" fmla="*/ 0 w 44"/>
                <a:gd name="T1" fmla="*/ 398 h 40"/>
                <a:gd name="T2" fmla="*/ 120 w 44"/>
                <a:gd name="T3" fmla="*/ 329 h 40"/>
                <a:gd name="T4" fmla="*/ 328 w 44"/>
                <a:gd name="T5" fmla="*/ 198 h 40"/>
                <a:gd name="T6" fmla="*/ 264 w 44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0">
                  <a:moveTo>
                    <a:pt x="0" y="40"/>
                  </a:moveTo>
                  <a:cubicBezTo>
                    <a:pt x="6" y="39"/>
                    <a:pt x="11" y="35"/>
                    <a:pt x="15" y="33"/>
                  </a:cubicBezTo>
                  <a:cubicBezTo>
                    <a:pt x="21" y="30"/>
                    <a:pt x="38" y="26"/>
                    <a:pt x="41" y="20"/>
                  </a:cubicBezTo>
                  <a:cubicBezTo>
                    <a:pt x="44" y="15"/>
                    <a:pt x="36" y="6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4" name="Freeform 3514">
              <a:extLst>
                <a:ext uri="{FF2B5EF4-FFF2-40B4-BE49-F238E27FC236}">
                  <a16:creationId xmlns:a16="http://schemas.microsoft.com/office/drawing/2014/main" id="{B028F972-9B29-4DB7-8A8B-4ACB89B8D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490"/>
              <a:ext cx="86" cy="92"/>
            </a:xfrm>
            <a:custGeom>
              <a:avLst/>
              <a:gdLst>
                <a:gd name="T0" fmla="*/ 0 w 43"/>
                <a:gd name="T1" fmla="*/ 421 h 43"/>
                <a:gd name="T2" fmla="*/ 288 w 43"/>
                <a:gd name="T3" fmla="*/ 178 h 43"/>
                <a:gd name="T4" fmla="*/ 264 w 43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3">
                  <a:moveTo>
                    <a:pt x="0" y="43"/>
                  </a:moveTo>
                  <a:cubicBezTo>
                    <a:pt x="9" y="30"/>
                    <a:pt x="26" y="28"/>
                    <a:pt x="36" y="18"/>
                  </a:cubicBezTo>
                  <a:cubicBezTo>
                    <a:pt x="43" y="11"/>
                    <a:pt x="38" y="6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5" name="Freeform 3515">
              <a:extLst>
                <a:ext uri="{FF2B5EF4-FFF2-40B4-BE49-F238E27FC236}">
                  <a16:creationId xmlns:a16="http://schemas.microsoft.com/office/drawing/2014/main" id="{CA835EDF-0045-4CF1-8EE0-E1280D056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446"/>
              <a:ext cx="105" cy="83"/>
            </a:xfrm>
            <a:custGeom>
              <a:avLst/>
              <a:gdLst>
                <a:gd name="T0" fmla="*/ 0 w 53"/>
                <a:gd name="T1" fmla="*/ 377 h 39"/>
                <a:gd name="T2" fmla="*/ 311 w 53"/>
                <a:gd name="T3" fmla="*/ 221 h 39"/>
                <a:gd name="T4" fmla="*/ 357 w 5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9">
                  <a:moveTo>
                    <a:pt x="0" y="39"/>
                  </a:moveTo>
                  <a:cubicBezTo>
                    <a:pt x="13" y="33"/>
                    <a:pt x="27" y="30"/>
                    <a:pt x="40" y="23"/>
                  </a:cubicBezTo>
                  <a:cubicBezTo>
                    <a:pt x="53" y="15"/>
                    <a:pt x="53" y="13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6" name="Freeform 3516">
              <a:extLst>
                <a:ext uri="{FF2B5EF4-FFF2-40B4-BE49-F238E27FC236}">
                  <a16:creationId xmlns:a16="http://schemas.microsoft.com/office/drawing/2014/main" id="{A667596E-BE1E-4697-9F5E-A9A8AD68F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397"/>
              <a:ext cx="108" cy="87"/>
            </a:xfrm>
            <a:custGeom>
              <a:avLst/>
              <a:gdLst>
                <a:gd name="T0" fmla="*/ 0 w 54"/>
                <a:gd name="T1" fmla="*/ 393 h 41"/>
                <a:gd name="T2" fmla="*/ 176 w 54"/>
                <a:gd name="T3" fmla="*/ 316 h 41"/>
                <a:gd name="T4" fmla="*/ 352 w 54"/>
                <a:gd name="T5" fmla="*/ 221 h 41"/>
                <a:gd name="T6" fmla="*/ 336 w 54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1">
                  <a:moveTo>
                    <a:pt x="0" y="41"/>
                  </a:moveTo>
                  <a:cubicBezTo>
                    <a:pt x="8" y="40"/>
                    <a:pt x="15" y="36"/>
                    <a:pt x="22" y="33"/>
                  </a:cubicBezTo>
                  <a:cubicBezTo>
                    <a:pt x="29" y="30"/>
                    <a:pt x="38" y="28"/>
                    <a:pt x="44" y="23"/>
                  </a:cubicBezTo>
                  <a:cubicBezTo>
                    <a:pt x="54" y="15"/>
                    <a:pt x="49" y="8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7" name="Freeform 3517">
              <a:extLst>
                <a:ext uri="{FF2B5EF4-FFF2-40B4-BE49-F238E27FC236}">
                  <a16:creationId xmlns:a16="http://schemas.microsoft.com/office/drawing/2014/main" id="{9FB29D21-0757-4033-85AA-B69A353C2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354"/>
              <a:ext cx="82" cy="79"/>
            </a:xfrm>
            <a:custGeom>
              <a:avLst/>
              <a:gdLst>
                <a:gd name="T0" fmla="*/ 0 w 41"/>
                <a:gd name="T1" fmla="*/ 361 h 37"/>
                <a:gd name="T2" fmla="*/ 312 w 41"/>
                <a:gd name="T3" fmla="*/ 196 h 37"/>
                <a:gd name="T4" fmla="*/ 256 w 4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7">
                  <a:moveTo>
                    <a:pt x="0" y="37"/>
                  </a:moveTo>
                  <a:cubicBezTo>
                    <a:pt x="10" y="36"/>
                    <a:pt x="35" y="31"/>
                    <a:pt x="39" y="20"/>
                  </a:cubicBezTo>
                  <a:cubicBezTo>
                    <a:pt x="41" y="13"/>
                    <a:pt x="34" y="7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8" name="Freeform 3518">
              <a:extLst>
                <a:ext uri="{FF2B5EF4-FFF2-40B4-BE49-F238E27FC236}">
                  <a16:creationId xmlns:a16="http://schemas.microsoft.com/office/drawing/2014/main" id="{6A9CD88A-F2E9-454D-995C-8D5F93EFF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329"/>
              <a:ext cx="80" cy="70"/>
            </a:xfrm>
            <a:custGeom>
              <a:avLst/>
              <a:gdLst>
                <a:gd name="T0" fmla="*/ 0 w 40"/>
                <a:gd name="T1" fmla="*/ 314 h 33"/>
                <a:gd name="T2" fmla="*/ 320 w 40"/>
                <a:gd name="T3" fmla="*/ 161 h 33"/>
                <a:gd name="T4" fmla="*/ 240 w 4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3">
                  <a:moveTo>
                    <a:pt x="0" y="33"/>
                  </a:moveTo>
                  <a:cubicBezTo>
                    <a:pt x="8" y="32"/>
                    <a:pt x="38" y="27"/>
                    <a:pt x="40" y="17"/>
                  </a:cubicBezTo>
                  <a:cubicBezTo>
                    <a:pt x="40" y="14"/>
                    <a:pt x="32" y="4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9" name="Freeform 3519">
              <a:extLst>
                <a:ext uri="{FF2B5EF4-FFF2-40B4-BE49-F238E27FC236}">
                  <a16:creationId xmlns:a16="http://schemas.microsoft.com/office/drawing/2014/main" id="{FF4525DA-4B88-45CE-ADCD-4724A1C5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305"/>
              <a:ext cx="97" cy="62"/>
            </a:xfrm>
            <a:custGeom>
              <a:avLst/>
              <a:gdLst>
                <a:gd name="T0" fmla="*/ 0 w 49"/>
                <a:gd name="T1" fmla="*/ 284 h 29"/>
                <a:gd name="T2" fmla="*/ 188 w 49"/>
                <a:gd name="T3" fmla="*/ 214 h 29"/>
                <a:gd name="T4" fmla="*/ 340 w 49"/>
                <a:gd name="T5" fmla="*/ 137 h 29"/>
                <a:gd name="T6" fmla="*/ 325 w 49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9">
                  <a:moveTo>
                    <a:pt x="0" y="29"/>
                  </a:moveTo>
                  <a:cubicBezTo>
                    <a:pt x="8" y="28"/>
                    <a:pt x="17" y="25"/>
                    <a:pt x="24" y="22"/>
                  </a:cubicBezTo>
                  <a:cubicBezTo>
                    <a:pt x="29" y="20"/>
                    <a:pt x="41" y="18"/>
                    <a:pt x="44" y="14"/>
                  </a:cubicBezTo>
                  <a:cubicBezTo>
                    <a:pt x="49" y="9"/>
                    <a:pt x="47" y="5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0" name="Freeform 3520">
              <a:extLst>
                <a:ext uri="{FF2B5EF4-FFF2-40B4-BE49-F238E27FC236}">
                  <a16:creationId xmlns:a16="http://schemas.microsoft.com/office/drawing/2014/main" id="{FCEC9DE8-17BC-427F-BEA5-7538807D0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261"/>
              <a:ext cx="126" cy="72"/>
            </a:xfrm>
            <a:custGeom>
              <a:avLst/>
              <a:gdLst>
                <a:gd name="T0" fmla="*/ 0 w 63"/>
                <a:gd name="T1" fmla="*/ 322 h 34"/>
                <a:gd name="T2" fmla="*/ 232 w 63"/>
                <a:gd name="T3" fmla="*/ 265 h 34"/>
                <a:gd name="T4" fmla="*/ 416 w 63"/>
                <a:gd name="T5" fmla="*/ 212 h 34"/>
                <a:gd name="T6" fmla="*/ 400 w 6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4">
                  <a:moveTo>
                    <a:pt x="0" y="34"/>
                  </a:moveTo>
                  <a:cubicBezTo>
                    <a:pt x="10" y="32"/>
                    <a:pt x="19" y="30"/>
                    <a:pt x="29" y="28"/>
                  </a:cubicBezTo>
                  <a:cubicBezTo>
                    <a:pt x="35" y="26"/>
                    <a:pt x="47" y="26"/>
                    <a:pt x="52" y="22"/>
                  </a:cubicBezTo>
                  <a:cubicBezTo>
                    <a:pt x="63" y="15"/>
                    <a:pt x="49" y="2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1" name="Freeform 3521">
              <a:extLst>
                <a:ext uri="{FF2B5EF4-FFF2-40B4-BE49-F238E27FC236}">
                  <a16:creationId xmlns:a16="http://schemas.microsoft.com/office/drawing/2014/main" id="{F3717482-1159-47A8-9B92-0BD5B828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244"/>
              <a:ext cx="110" cy="55"/>
            </a:xfrm>
            <a:custGeom>
              <a:avLst/>
              <a:gdLst>
                <a:gd name="T0" fmla="*/ 0 w 55"/>
                <a:gd name="T1" fmla="*/ 245 h 26"/>
                <a:gd name="T2" fmla="*/ 368 w 5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6">
                  <a:moveTo>
                    <a:pt x="0" y="26"/>
                  </a:moveTo>
                  <a:cubicBezTo>
                    <a:pt x="10" y="23"/>
                    <a:pt x="55" y="22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2" name="Freeform 3522">
              <a:extLst>
                <a:ext uri="{FF2B5EF4-FFF2-40B4-BE49-F238E27FC236}">
                  <a16:creationId xmlns:a16="http://schemas.microsoft.com/office/drawing/2014/main" id="{FAF39920-D6F8-42C9-BB23-C914178B2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244"/>
              <a:ext cx="108" cy="42"/>
            </a:xfrm>
            <a:custGeom>
              <a:avLst/>
              <a:gdLst>
                <a:gd name="T0" fmla="*/ 0 w 54"/>
                <a:gd name="T1" fmla="*/ 84 h 20"/>
                <a:gd name="T2" fmla="*/ 432 w 5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0">
                  <a:moveTo>
                    <a:pt x="0" y="9"/>
                  </a:moveTo>
                  <a:cubicBezTo>
                    <a:pt x="5" y="20"/>
                    <a:pt x="45" y="6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3" name="Freeform 3523">
              <a:extLst>
                <a:ext uri="{FF2B5EF4-FFF2-40B4-BE49-F238E27FC236}">
                  <a16:creationId xmlns:a16="http://schemas.microsoft.com/office/drawing/2014/main" id="{3020432F-5A3E-498B-A539-E7B961A90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626"/>
              <a:ext cx="52" cy="177"/>
            </a:xfrm>
            <a:custGeom>
              <a:avLst/>
              <a:gdLst>
                <a:gd name="T0" fmla="*/ 0 w 26"/>
                <a:gd name="T1" fmla="*/ 804 h 83"/>
                <a:gd name="T2" fmla="*/ 168 w 26"/>
                <a:gd name="T3" fmla="*/ 264 h 83"/>
                <a:gd name="T4" fmla="*/ 192 w 26"/>
                <a:gd name="T5" fmla="*/ 96 h 83"/>
                <a:gd name="T6" fmla="*/ 72 w 26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83">
                  <a:moveTo>
                    <a:pt x="0" y="83"/>
                  </a:moveTo>
                  <a:cubicBezTo>
                    <a:pt x="7" y="64"/>
                    <a:pt x="15" y="46"/>
                    <a:pt x="21" y="27"/>
                  </a:cubicBezTo>
                  <a:cubicBezTo>
                    <a:pt x="22" y="22"/>
                    <a:pt x="26" y="15"/>
                    <a:pt x="24" y="10"/>
                  </a:cubicBezTo>
                  <a:cubicBezTo>
                    <a:pt x="22" y="5"/>
                    <a:pt x="13" y="2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4" name="Freeform 3524">
              <a:extLst>
                <a:ext uri="{FF2B5EF4-FFF2-40B4-BE49-F238E27FC236}">
                  <a16:creationId xmlns:a16="http://schemas.microsoft.com/office/drawing/2014/main" id="{7A74DDE9-C9A8-4892-8B49-99A7F35AB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511"/>
              <a:ext cx="40" cy="141"/>
            </a:xfrm>
            <a:custGeom>
              <a:avLst/>
              <a:gdLst>
                <a:gd name="T0" fmla="*/ 0 w 20"/>
                <a:gd name="T1" fmla="*/ 643 h 66"/>
                <a:gd name="T2" fmla="*/ 152 w 20"/>
                <a:gd name="T3" fmla="*/ 205 h 66"/>
                <a:gd name="T4" fmla="*/ 120 w 20"/>
                <a:gd name="T5" fmla="*/ 88 h 66"/>
                <a:gd name="T6" fmla="*/ 16 w 20"/>
                <a:gd name="T7" fmla="*/ 9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6">
                  <a:moveTo>
                    <a:pt x="0" y="66"/>
                  </a:moveTo>
                  <a:cubicBezTo>
                    <a:pt x="7" y="52"/>
                    <a:pt x="18" y="38"/>
                    <a:pt x="19" y="21"/>
                  </a:cubicBezTo>
                  <a:cubicBezTo>
                    <a:pt x="20" y="15"/>
                    <a:pt x="19" y="12"/>
                    <a:pt x="15" y="9"/>
                  </a:cubicBezTo>
                  <a:cubicBezTo>
                    <a:pt x="13" y="6"/>
                    <a:pt x="5" y="0"/>
                    <a:pt x="2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5" name="Freeform 3525">
              <a:extLst>
                <a:ext uri="{FF2B5EF4-FFF2-40B4-BE49-F238E27FC236}">
                  <a16:creationId xmlns:a16="http://schemas.microsoft.com/office/drawing/2014/main" id="{0B46A262-7B08-4B59-B2F7-343A60AF3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418"/>
              <a:ext cx="50" cy="134"/>
            </a:xfrm>
            <a:custGeom>
              <a:avLst/>
              <a:gdLst>
                <a:gd name="T0" fmla="*/ 0 w 25"/>
                <a:gd name="T1" fmla="*/ 606 h 63"/>
                <a:gd name="T2" fmla="*/ 104 w 25"/>
                <a:gd name="T3" fmla="*/ 413 h 63"/>
                <a:gd name="T4" fmla="*/ 192 w 25"/>
                <a:gd name="T5" fmla="*/ 172 h 63"/>
                <a:gd name="T6" fmla="*/ 32 w 25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3">
                  <a:moveTo>
                    <a:pt x="0" y="63"/>
                  </a:moveTo>
                  <a:cubicBezTo>
                    <a:pt x="5" y="57"/>
                    <a:pt x="9" y="50"/>
                    <a:pt x="13" y="43"/>
                  </a:cubicBezTo>
                  <a:cubicBezTo>
                    <a:pt x="17" y="36"/>
                    <a:pt x="25" y="26"/>
                    <a:pt x="24" y="18"/>
                  </a:cubicBezTo>
                  <a:cubicBezTo>
                    <a:pt x="23" y="9"/>
                    <a:pt x="12" y="3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6" name="Freeform 3526">
              <a:extLst>
                <a:ext uri="{FF2B5EF4-FFF2-40B4-BE49-F238E27FC236}">
                  <a16:creationId xmlns:a16="http://schemas.microsoft.com/office/drawing/2014/main" id="{9C4CDA58-2848-4E36-BD9D-25C26E4F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318"/>
              <a:ext cx="52" cy="129"/>
            </a:xfrm>
            <a:custGeom>
              <a:avLst/>
              <a:gdLst>
                <a:gd name="T0" fmla="*/ 8 w 26"/>
                <a:gd name="T1" fmla="*/ 577 h 61"/>
                <a:gd name="T2" fmla="*/ 72 w 26"/>
                <a:gd name="T3" fmla="*/ 425 h 61"/>
                <a:gd name="T4" fmla="*/ 168 w 26"/>
                <a:gd name="T5" fmla="*/ 228 h 61"/>
                <a:gd name="T6" fmla="*/ 136 w 26"/>
                <a:gd name="T7" fmla="*/ 68 h 61"/>
                <a:gd name="T8" fmla="*/ 48 w 26"/>
                <a:gd name="T9" fmla="*/ 8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1">
                  <a:moveTo>
                    <a:pt x="1" y="61"/>
                  </a:moveTo>
                  <a:cubicBezTo>
                    <a:pt x="0" y="57"/>
                    <a:pt x="7" y="49"/>
                    <a:pt x="9" y="45"/>
                  </a:cubicBezTo>
                  <a:cubicBezTo>
                    <a:pt x="13" y="38"/>
                    <a:pt x="17" y="31"/>
                    <a:pt x="21" y="24"/>
                  </a:cubicBezTo>
                  <a:cubicBezTo>
                    <a:pt x="26" y="16"/>
                    <a:pt x="25" y="12"/>
                    <a:pt x="17" y="7"/>
                  </a:cubicBezTo>
                  <a:cubicBezTo>
                    <a:pt x="14" y="5"/>
                    <a:pt x="9" y="0"/>
                    <a:pt x="6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7" name="Freeform 3527">
              <a:extLst>
                <a:ext uri="{FF2B5EF4-FFF2-40B4-BE49-F238E27FC236}">
                  <a16:creationId xmlns:a16="http://schemas.microsoft.com/office/drawing/2014/main" id="{31ECE46A-1A3D-4094-9242-906CD4099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239"/>
              <a:ext cx="55" cy="115"/>
            </a:xfrm>
            <a:custGeom>
              <a:avLst/>
              <a:gdLst>
                <a:gd name="T0" fmla="*/ 0 w 28"/>
                <a:gd name="T1" fmla="*/ 522 h 54"/>
                <a:gd name="T2" fmla="*/ 100 w 28"/>
                <a:gd name="T3" fmla="*/ 349 h 54"/>
                <a:gd name="T4" fmla="*/ 196 w 28"/>
                <a:gd name="T5" fmla="*/ 145 h 54"/>
                <a:gd name="T6" fmla="*/ 69 w 28"/>
                <a:gd name="T7" fmla="*/ 19 h 54"/>
                <a:gd name="T8" fmla="*/ 77 w 28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4">
                  <a:moveTo>
                    <a:pt x="0" y="54"/>
                  </a:moveTo>
                  <a:cubicBezTo>
                    <a:pt x="4" y="48"/>
                    <a:pt x="9" y="42"/>
                    <a:pt x="13" y="36"/>
                  </a:cubicBezTo>
                  <a:cubicBezTo>
                    <a:pt x="16" y="30"/>
                    <a:pt x="25" y="22"/>
                    <a:pt x="26" y="15"/>
                  </a:cubicBezTo>
                  <a:cubicBezTo>
                    <a:pt x="28" y="8"/>
                    <a:pt x="16" y="2"/>
                    <a:pt x="9" y="2"/>
                  </a:cubicBezTo>
                  <a:cubicBezTo>
                    <a:pt x="8" y="1"/>
                    <a:pt x="9" y="1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8" name="Freeform 3528">
              <a:extLst>
                <a:ext uri="{FF2B5EF4-FFF2-40B4-BE49-F238E27FC236}">
                  <a16:creationId xmlns:a16="http://schemas.microsoft.com/office/drawing/2014/main" id="{597A1760-2326-4C0B-A81C-29C05DD35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160"/>
              <a:ext cx="52" cy="104"/>
            </a:xfrm>
            <a:custGeom>
              <a:avLst/>
              <a:gdLst>
                <a:gd name="T0" fmla="*/ 0 w 26"/>
                <a:gd name="T1" fmla="*/ 469 h 49"/>
                <a:gd name="T2" fmla="*/ 192 w 26"/>
                <a:gd name="T3" fmla="*/ 144 h 49"/>
                <a:gd name="T4" fmla="*/ 56 w 26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9">
                  <a:moveTo>
                    <a:pt x="0" y="49"/>
                  </a:moveTo>
                  <a:cubicBezTo>
                    <a:pt x="3" y="44"/>
                    <a:pt x="26" y="27"/>
                    <a:pt x="24" y="15"/>
                  </a:cubicBezTo>
                  <a:cubicBezTo>
                    <a:pt x="23" y="9"/>
                    <a:pt x="12" y="4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9" name="Freeform 3529">
              <a:extLst>
                <a:ext uri="{FF2B5EF4-FFF2-40B4-BE49-F238E27FC236}">
                  <a16:creationId xmlns:a16="http://schemas.microsoft.com/office/drawing/2014/main" id="{C0B9638D-4084-4058-A67E-55C6D939B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094"/>
              <a:ext cx="54" cy="94"/>
            </a:xfrm>
            <a:custGeom>
              <a:avLst/>
              <a:gdLst>
                <a:gd name="T0" fmla="*/ 0 w 27"/>
                <a:gd name="T1" fmla="*/ 429 h 44"/>
                <a:gd name="T2" fmla="*/ 88 w 27"/>
                <a:gd name="T3" fmla="*/ 282 h 44"/>
                <a:gd name="T4" fmla="*/ 192 w 27"/>
                <a:gd name="T5" fmla="*/ 128 h 44"/>
                <a:gd name="T6" fmla="*/ 128 w 2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4">
                  <a:moveTo>
                    <a:pt x="0" y="44"/>
                  </a:moveTo>
                  <a:cubicBezTo>
                    <a:pt x="4" y="39"/>
                    <a:pt x="7" y="33"/>
                    <a:pt x="11" y="29"/>
                  </a:cubicBezTo>
                  <a:cubicBezTo>
                    <a:pt x="16" y="24"/>
                    <a:pt x="22" y="19"/>
                    <a:pt x="24" y="13"/>
                  </a:cubicBezTo>
                  <a:cubicBezTo>
                    <a:pt x="27" y="6"/>
                    <a:pt x="23" y="3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0" name="Freeform 3530">
              <a:extLst>
                <a:ext uri="{FF2B5EF4-FFF2-40B4-BE49-F238E27FC236}">
                  <a16:creationId xmlns:a16="http://schemas.microsoft.com/office/drawing/2014/main" id="{DE319A7C-CA40-49C7-87D1-30BCEA21C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020"/>
              <a:ext cx="70" cy="106"/>
            </a:xfrm>
            <a:custGeom>
              <a:avLst/>
              <a:gdLst>
                <a:gd name="T0" fmla="*/ 0 w 35"/>
                <a:gd name="T1" fmla="*/ 418 h 50"/>
                <a:gd name="T2" fmla="*/ 224 w 35"/>
                <a:gd name="T3" fmla="*/ 180 h 50"/>
                <a:gd name="T4" fmla="*/ 168 w 35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0">
                  <a:moveTo>
                    <a:pt x="0" y="44"/>
                  </a:moveTo>
                  <a:cubicBezTo>
                    <a:pt x="9" y="50"/>
                    <a:pt x="24" y="24"/>
                    <a:pt x="28" y="19"/>
                  </a:cubicBezTo>
                  <a:cubicBezTo>
                    <a:pt x="35" y="10"/>
                    <a:pt x="32" y="4"/>
                    <a:pt x="2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1" name="Freeform 3531">
              <a:extLst>
                <a:ext uri="{FF2B5EF4-FFF2-40B4-BE49-F238E27FC236}">
                  <a16:creationId xmlns:a16="http://schemas.microsoft.com/office/drawing/2014/main" id="{52F2EC6D-B3C6-4D14-9B59-DED74B28E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945"/>
              <a:ext cx="70" cy="98"/>
            </a:xfrm>
            <a:custGeom>
              <a:avLst/>
              <a:gdLst>
                <a:gd name="T0" fmla="*/ 0 w 35"/>
                <a:gd name="T1" fmla="*/ 445 h 46"/>
                <a:gd name="T2" fmla="*/ 216 w 35"/>
                <a:gd name="T3" fmla="*/ 181 h 46"/>
                <a:gd name="T4" fmla="*/ 192 w 35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6">
                  <a:moveTo>
                    <a:pt x="0" y="46"/>
                  </a:moveTo>
                  <a:cubicBezTo>
                    <a:pt x="11" y="40"/>
                    <a:pt x="20" y="28"/>
                    <a:pt x="27" y="19"/>
                  </a:cubicBezTo>
                  <a:cubicBezTo>
                    <a:pt x="35" y="9"/>
                    <a:pt x="29" y="9"/>
                    <a:pt x="2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2" name="Freeform 3532">
              <a:extLst>
                <a:ext uri="{FF2B5EF4-FFF2-40B4-BE49-F238E27FC236}">
                  <a16:creationId xmlns:a16="http://schemas.microsoft.com/office/drawing/2014/main" id="{45CD4E5F-1B09-4927-BFE7-56873D7CC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880"/>
              <a:ext cx="76" cy="95"/>
            </a:xfrm>
            <a:custGeom>
              <a:avLst/>
              <a:gdLst>
                <a:gd name="T0" fmla="*/ 0 w 38"/>
                <a:gd name="T1" fmla="*/ 424 h 45"/>
                <a:gd name="T2" fmla="*/ 272 w 38"/>
                <a:gd name="T3" fmla="*/ 120 h 45"/>
                <a:gd name="T4" fmla="*/ 232 w 3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0" y="45"/>
                  </a:moveTo>
                  <a:cubicBezTo>
                    <a:pt x="12" y="39"/>
                    <a:pt x="26" y="25"/>
                    <a:pt x="34" y="13"/>
                  </a:cubicBezTo>
                  <a:cubicBezTo>
                    <a:pt x="38" y="8"/>
                    <a:pt x="36" y="3"/>
                    <a:pt x="2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3" name="Freeform 3533">
              <a:extLst>
                <a:ext uri="{FF2B5EF4-FFF2-40B4-BE49-F238E27FC236}">
                  <a16:creationId xmlns:a16="http://schemas.microsoft.com/office/drawing/2014/main" id="{330E3148-78E6-4B24-972B-DD5CE495A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803"/>
              <a:ext cx="85" cy="108"/>
            </a:xfrm>
            <a:custGeom>
              <a:avLst/>
              <a:gdLst>
                <a:gd name="T0" fmla="*/ 0 w 43"/>
                <a:gd name="T1" fmla="*/ 485 h 51"/>
                <a:gd name="T2" fmla="*/ 253 w 43"/>
                <a:gd name="T3" fmla="*/ 188 h 51"/>
                <a:gd name="T4" fmla="*/ 332 w 43"/>
                <a:gd name="T5" fmla="*/ 85 h 51"/>
                <a:gd name="T6" fmla="*/ 261 w 43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1">
                  <a:moveTo>
                    <a:pt x="0" y="51"/>
                  </a:moveTo>
                  <a:cubicBezTo>
                    <a:pt x="10" y="38"/>
                    <a:pt x="23" y="33"/>
                    <a:pt x="33" y="20"/>
                  </a:cubicBezTo>
                  <a:cubicBezTo>
                    <a:pt x="35" y="18"/>
                    <a:pt x="43" y="12"/>
                    <a:pt x="43" y="9"/>
                  </a:cubicBezTo>
                  <a:cubicBezTo>
                    <a:pt x="43" y="5"/>
                    <a:pt x="37" y="2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4" name="Freeform 3534">
              <a:extLst>
                <a:ext uri="{FF2B5EF4-FFF2-40B4-BE49-F238E27FC236}">
                  <a16:creationId xmlns:a16="http://schemas.microsoft.com/office/drawing/2014/main" id="{D432912B-AFC4-4408-9613-D0CB6925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733"/>
              <a:ext cx="82" cy="93"/>
            </a:xfrm>
            <a:custGeom>
              <a:avLst/>
              <a:gdLst>
                <a:gd name="T0" fmla="*/ 0 w 41"/>
                <a:gd name="T1" fmla="*/ 416 h 44"/>
                <a:gd name="T2" fmla="*/ 176 w 41"/>
                <a:gd name="T3" fmla="*/ 254 h 44"/>
                <a:gd name="T4" fmla="*/ 288 w 41"/>
                <a:gd name="T5" fmla="*/ 133 h 44"/>
                <a:gd name="T6" fmla="*/ 240 w 41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4">
                  <a:moveTo>
                    <a:pt x="0" y="44"/>
                  </a:moveTo>
                  <a:cubicBezTo>
                    <a:pt x="9" y="40"/>
                    <a:pt x="15" y="33"/>
                    <a:pt x="22" y="27"/>
                  </a:cubicBezTo>
                  <a:cubicBezTo>
                    <a:pt x="27" y="23"/>
                    <a:pt x="33" y="20"/>
                    <a:pt x="36" y="14"/>
                  </a:cubicBezTo>
                  <a:cubicBezTo>
                    <a:pt x="41" y="8"/>
                    <a:pt x="37" y="2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5" name="Freeform 3535">
              <a:extLst>
                <a:ext uri="{FF2B5EF4-FFF2-40B4-BE49-F238E27FC236}">
                  <a16:creationId xmlns:a16="http://schemas.microsoft.com/office/drawing/2014/main" id="{8CA504DD-39C8-4808-997C-46A03D1A1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673"/>
              <a:ext cx="118" cy="92"/>
            </a:xfrm>
            <a:custGeom>
              <a:avLst/>
              <a:gdLst>
                <a:gd name="T0" fmla="*/ 0 w 59"/>
                <a:gd name="T1" fmla="*/ 421 h 43"/>
                <a:gd name="T2" fmla="*/ 272 w 59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43">
                  <a:moveTo>
                    <a:pt x="0" y="43"/>
                  </a:moveTo>
                  <a:cubicBezTo>
                    <a:pt x="9" y="37"/>
                    <a:pt x="59" y="14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6" name="Freeform 3536">
              <a:extLst>
                <a:ext uri="{FF2B5EF4-FFF2-40B4-BE49-F238E27FC236}">
                  <a16:creationId xmlns:a16="http://schemas.microsoft.com/office/drawing/2014/main" id="{EC729D5C-3FE3-4721-8653-92B82CF3F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616"/>
              <a:ext cx="86" cy="89"/>
            </a:xfrm>
            <a:custGeom>
              <a:avLst/>
              <a:gdLst>
                <a:gd name="T0" fmla="*/ 0 w 43"/>
                <a:gd name="T1" fmla="*/ 401 h 42"/>
                <a:gd name="T2" fmla="*/ 288 w 43"/>
                <a:gd name="T3" fmla="*/ 161 h 42"/>
                <a:gd name="T4" fmla="*/ 264 w 4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0" y="42"/>
                  </a:moveTo>
                  <a:cubicBezTo>
                    <a:pt x="11" y="32"/>
                    <a:pt x="25" y="27"/>
                    <a:pt x="36" y="17"/>
                  </a:cubicBezTo>
                  <a:cubicBezTo>
                    <a:pt x="43" y="11"/>
                    <a:pt x="39" y="6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7" name="Freeform 3537">
              <a:extLst>
                <a:ext uri="{FF2B5EF4-FFF2-40B4-BE49-F238E27FC236}">
                  <a16:creationId xmlns:a16="http://schemas.microsoft.com/office/drawing/2014/main" id="{A1CA1A0B-7939-40C1-9C1A-C61D10B68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558"/>
              <a:ext cx="82" cy="88"/>
            </a:xfrm>
            <a:custGeom>
              <a:avLst/>
              <a:gdLst>
                <a:gd name="T0" fmla="*/ 0 w 41"/>
                <a:gd name="T1" fmla="*/ 406 h 41"/>
                <a:gd name="T2" fmla="*/ 328 w 41"/>
                <a:gd name="T3" fmla="*/ 120 h 41"/>
                <a:gd name="T4" fmla="*/ 248 w 4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1">
                  <a:moveTo>
                    <a:pt x="0" y="41"/>
                  </a:moveTo>
                  <a:cubicBezTo>
                    <a:pt x="13" y="35"/>
                    <a:pt x="32" y="24"/>
                    <a:pt x="41" y="12"/>
                  </a:cubicBezTo>
                  <a:cubicBezTo>
                    <a:pt x="39" y="8"/>
                    <a:pt x="35" y="3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8" name="Freeform 3538">
              <a:extLst>
                <a:ext uri="{FF2B5EF4-FFF2-40B4-BE49-F238E27FC236}">
                  <a16:creationId xmlns:a16="http://schemas.microsoft.com/office/drawing/2014/main" id="{2DAC4170-5360-4755-800D-425670AA8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512"/>
              <a:ext cx="87" cy="72"/>
            </a:xfrm>
            <a:custGeom>
              <a:avLst/>
              <a:gdLst>
                <a:gd name="T0" fmla="*/ 0 w 44"/>
                <a:gd name="T1" fmla="*/ 322 h 34"/>
                <a:gd name="T2" fmla="*/ 269 w 44"/>
                <a:gd name="T3" fmla="*/ 161 h 34"/>
                <a:gd name="T4" fmla="*/ 293 w 4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4">
                  <a:moveTo>
                    <a:pt x="0" y="34"/>
                  </a:moveTo>
                  <a:cubicBezTo>
                    <a:pt x="12" y="34"/>
                    <a:pt x="26" y="24"/>
                    <a:pt x="35" y="17"/>
                  </a:cubicBezTo>
                  <a:cubicBezTo>
                    <a:pt x="44" y="11"/>
                    <a:pt x="43" y="10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9" name="Freeform 3539">
              <a:extLst>
                <a:ext uri="{FF2B5EF4-FFF2-40B4-BE49-F238E27FC236}">
                  <a16:creationId xmlns:a16="http://schemas.microsoft.com/office/drawing/2014/main" id="{70FF2B7C-732F-4065-895D-4FE15C06C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469"/>
              <a:ext cx="104" cy="79"/>
            </a:xfrm>
            <a:custGeom>
              <a:avLst/>
              <a:gdLst>
                <a:gd name="T0" fmla="*/ 0 w 52"/>
                <a:gd name="T1" fmla="*/ 361 h 37"/>
                <a:gd name="T2" fmla="*/ 168 w 52"/>
                <a:gd name="T3" fmla="*/ 282 h 37"/>
                <a:gd name="T4" fmla="*/ 344 w 52"/>
                <a:gd name="T5" fmla="*/ 145 h 37"/>
                <a:gd name="T6" fmla="*/ 416 w 52"/>
                <a:gd name="T7" fmla="*/ 68 h 37"/>
                <a:gd name="T8" fmla="*/ 384 w 52"/>
                <a:gd name="T9" fmla="*/ 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7">
                  <a:moveTo>
                    <a:pt x="0" y="37"/>
                  </a:moveTo>
                  <a:cubicBezTo>
                    <a:pt x="6" y="33"/>
                    <a:pt x="15" y="31"/>
                    <a:pt x="21" y="29"/>
                  </a:cubicBezTo>
                  <a:cubicBezTo>
                    <a:pt x="29" y="25"/>
                    <a:pt x="36" y="20"/>
                    <a:pt x="43" y="15"/>
                  </a:cubicBezTo>
                  <a:cubicBezTo>
                    <a:pt x="46" y="13"/>
                    <a:pt x="51" y="11"/>
                    <a:pt x="52" y="7"/>
                  </a:cubicBezTo>
                  <a:cubicBezTo>
                    <a:pt x="52" y="4"/>
                    <a:pt x="49" y="0"/>
                    <a:pt x="48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0" name="Freeform 3540">
              <a:extLst>
                <a:ext uri="{FF2B5EF4-FFF2-40B4-BE49-F238E27FC236}">
                  <a16:creationId xmlns:a16="http://schemas.microsoft.com/office/drawing/2014/main" id="{99CB8294-C679-48D3-90C6-EAF060F2F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422"/>
              <a:ext cx="106" cy="75"/>
            </a:xfrm>
            <a:custGeom>
              <a:avLst/>
              <a:gdLst>
                <a:gd name="T0" fmla="*/ 0 w 53"/>
                <a:gd name="T1" fmla="*/ 345 h 35"/>
                <a:gd name="T2" fmla="*/ 120 w 53"/>
                <a:gd name="T3" fmla="*/ 326 h 35"/>
                <a:gd name="T4" fmla="*/ 280 w 53"/>
                <a:gd name="T5" fmla="*/ 225 h 35"/>
                <a:gd name="T6" fmla="*/ 416 w 53"/>
                <a:gd name="T7" fmla="*/ 148 h 35"/>
                <a:gd name="T8" fmla="*/ 392 w 53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5">
                  <a:moveTo>
                    <a:pt x="0" y="35"/>
                  </a:moveTo>
                  <a:cubicBezTo>
                    <a:pt x="5" y="34"/>
                    <a:pt x="10" y="35"/>
                    <a:pt x="15" y="33"/>
                  </a:cubicBezTo>
                  <a:cubicBezTo>
                    <a:pt x="22" y="30"/>
                    <a:pt x="28" y="26"/>
                    <a:pt x="35" y="23"/>
                  </a:cubicBezTo>
                  <a:cubicBezTo>
                    <a:pt x="39" y="22"/>
                    <a:pt x="50" y="20"/>
                    <a:pt x="52" y="15"/>
                  </a:cubicBezTo>
                  <a:cubicBezTo>
                    <a:pt x="53" y="12"/>
                    <a:pt x="50" y="4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1" name="Freeform 3541">
              <a:extLst>
                <a:ext uri="{FF2B5EF4-FFF2-40B4-BE49-F238E27FC236}">
                  <a16:creationId xmlns:a16="http://schemas.microsoft.com/office/drawing/2014/main" id="{4F4310A6-4F55-43E3-B6A6-F7448FB84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384"/>
              <a:ext cx="100" cy="70"/>
            </a:xfrm>
            <a:custGeom>
              <a:avLst/>
              <a:gdLst>
                <a:gd name="T0" fmla="*/ 0 w 50"/>
                <a:gd name="T1" fmla="*/ 314 h 33"/>
                <a:gd name="T2" fmla="*/ 200 w 50"/>
                <a:gd name="T3" fmla="*/ 212 h 33"/>
                <a:gd name="T4" fmla="*/ 360 w 50"/>
                <a:gd name="T5" fmla="*/ 136 h 33"/>
                <a:gd name="T6" fmla="*/ 344 w 50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3">
                  <a:moveTo>
                    <a:pt x="0" y="33"/>
                  </a:moveTo>
                  <a:cubicBezTo>
                    <a:pt x="9" y="29"/>
                    <a:pt x="17" y="25"/>
                    <a:pt x="25" y="22"/>
                  </a:cubicBezTo>
                  <a:cubicBezTo>
                    <a:pt x="31" y="20"/>
                    <a:pt x="41" y="19"/>
                    <a:pt x="45" y="14"/>
                  </a:cubicBezTo>
                  <a:cubicBezTo>
                    <a:pt x="50" y="8"/>
                    <a:pt x="46" y="5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2" name="Freeform 3542">
              <a:extLst>
                <a:ext uri="{FF2B5EF4-FFF2-40B4-BE49-F238E27FC236}">
                  <a16:creationId xmlns:a16="http://schemas.microsoft.com/office/drawing/2014/main" id="{6D947154-2664-4452-808C-40F72587F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346"/>
              <a:ext cx="103" cy="72"/>
            </a:xfrm>
            <a:custGeom>
              <a:avLst/>
              <a:gdLst>
                <a:gd name="T0" fmla="*/ 0 w 52"/>
                <a:gd name="T1" fmla="*/ 322 h 34"/>
                <a:gd name="T2" fmla="*/ 188 w 52"/>
                <a:gd name="T3" fmla="*/ 246 h 34"/>
                <a:gd name="T4" fmla="*/ 388 w 52"/>
                <a:gd name="T5" fmla="*/ 152 h 34"/>
                <a:gd name="T6" fmla="*/ 357 w 52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4">
                  <a:moveTo>
                    <a:pt x="0" y="34"/>
                  </a:moveTo>
                  <a:cubicBezTo>
                    <a:pt x="8" y="33"/>
                    <a:pt x="16" y="28"/>
                    <a:pt x="24" y="26"/>
                  </a:cubicBezTo>
                  <a:cubicBezTo>
                    <a:pt x="29" y="24"/>
                    <a:pt x="47" y="22"/>
                    <a:pt x="50" y="16"/>
                  </a:cubicBezTo>
                  <a:cubicBezTo>
                    <a:pt x="52" y="11"/>
                    <a:pt x="43" y="3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3" name="Freeform 3543">
              <a:extLst>
                <a:ext uri="{FF2B5EF4-FFF2-40B4-BE49-F238E27FC236}">
                  <a16:creationId xmlns:a16="http://schemas.microsoft.com/office/drawing/2014/main" id="{C3B79EC9-06FA-4FB9-A635-367170A1A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320"/>
              <a:ext cx="96" cy="64"/>
            </a:xfrm>
            <a:custGeom>
              <a:avLst/>
              <a:gdLst>
                <a:gd name="T0" fmla="*/ 0 w 48"/>
                <a:gd name="T1" fmla="*/ 292 h 30"/>
                <a:gd name="T2" fmla="*/ 384 w 48"/>
                <a:gd name="T3" fmla="*/ 145 h 30"/>
                <a:gd name="T4" fmla="*/ 336 w 4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0">
                  <a:moveTo>
                    <a:pt x="0" y="30"/>
                  </a:moveTo>
                  <a:cubicBezTo>
                    <a:pt x="15" y="26"/>
                    <a:pt x="33" y="22"/>
                    <a:pt x="48" y="15"/>
                  </a:cubicBezTo>
                  <a:cubicBezTo>
                    <a:pt x="44" y="11"/>
                    <a:pt x="44" y="4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4" name="Freeform 3544">
              <a:extLst>
                <a:ext uri="{FF2B5EF4-FFF2-40B4-BE49-F238E27FC236}">
                  <a16:creationId xmlns:a16="http://schemas.microsoft.com/office/drawing/2014/main" id="{164D9CBF-58BC-4F80-9BFB-E22D31475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290"/>
              <a:ext cx="104" cy="64"/>
            </a:xfrm>
            <a:custGeom>
              <a:avLst/>
              <a:gdLst>
                <a:gd name="T0" fmla="*/ 0 w 52"/>
                <a:gd name="T1" fmla="*/ 292 h 30"/>
                <a:gd name="T2" fmla="*/ 128 w 52"/>
                <a:gd name="T3" fmla="*/ 250 h 30"/>
                <a:gd name="T4" fmla="*/ 352 w 52"/>
                <a:gd name="T5" fmla="*/ 196 h 30"/>
                <a:gd name="T6" fmla="*/ 368 w 52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cubicBezTo>
                    <a:pt x="5" y="28"/>
                    <a:pt x="11" y="27"/>
                    <a:pt x="16" y="26"/>
                  </a:cubicBezTo>
                  <a:cubicBezTo>
                    <a:pt x="25" y="24"/>
                    <a:pt x="37" y="25"/>
                    <a:pt x="44" y="20"/>
                  </a:cubicBezTo>
                  <a:cubicBezTo>
                    <a:pt x="52" y="15"/>
                    <a:pt x="49" y="7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5" name="Freeform 3545">
              <a:extLst>
                <a:ext uri="{FF2B5EF4-FFF2-40B4-BE49-F238E27FC236}">
                  <a16:creationId xmlns:a16="http://schemas.microsoft.com/office/drawing/2014/main" id="{6B5544BB-75DA-46A1-B412-BD671C8B9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269"/>
              <a:ext cx="104" cy="62"/>
            </a:xfrm>
            <a:custGeom>
              <a:avLst/>
              <a:gdLst>
                <a:gd name="T0" fmla="*/ 0 w 52"/>
                <a:gd name="T1" fmla="*/ 265 h 29"/>
                <a:gd name="T2" fmla="*/ 112 w 52"/>
                <a:gd name="T3" fmla="*/ 257 h 29"/>
                <a:gd name="T4" fmla="*/ 336 w 52"/>
                <a:gd name="T5" fmla="*/ 188 h 29"/>
                <a:gd name="T6" fmla="*/ 344 w 52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9">
                  <a:moveTo>
                    <a:pt x="0" y="27"/>
                  </a:moveTo>
                  <a:cubicBezTo>
                    <a:pt x="5" y="29"/>
                    <a:pt x="10" y="27"/>
                    <a:pt x="14" y="26"/>
                  </a:cubicBezTo>
                  <a:cubicBezTo>
                    <a:pt x="23" y="24"/>
                    <a:pt x="34" y="23"/>
                    <a:pt x="42" y="19"/>
                  </a:cubicBezTo>
                  <a:cubicBezTo>
                    <a:pt x="52" y="15"/>
                    <a:pt x="47" y="8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6" name="Freeform 3546">
              <a:extLst>
                <a:ext uri="{FF2B5EF4-FFF2-40B4-BE49-F238E27FC236}">
                  <a16:creationId xmlns:a16="http://schemas.microsoft.com/office/drawing/2014/main" id="{1B1D3A4E-D71E-4DF3-BEAC-F556A91F8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246"/>
              <a:ext cx="107" cy="57"/>
            </a:xfrm>
            <a:custGeom>
              <a:avLst/>
              <a:gdLst>
                <a:gd name="T0" fmla="*/ 0 w 54"/>
                <a:gd name="T1" fmla="*/ 253 h 27"/>
                <a:gd name="T2" fmla="*/ 196 w 54"/>
                <a:gd name="T3" fmla="*/ 217 h 27"/>
                <a:gd name="T4" fmla="*/ 373 w 54"/>
                <a:gd name="T5" fmla="*/ 169 h 27"/>
                <a:gd name="T6" fmla="*/ 388 w 5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7">
                  <a:moveTo>
                    <a:pt x="0" y="27"/>
                  </a:moveTo>
                  <a:cubicBezTo>
                    <a:pt x="9" y="27"/>
                    <a:pt x="17" y="24"/>
                    <a:pt x="25" y="23"/>
                  </a:cubicBezTo>
                  <a:cubicBezTo>
                    <a:pt x="32" y="22"/>
                    <a:pt x="43" y="22"/>
                    <a:pt x="48" y="18"/>
                  </a:cubicBezTo>
                  <a:cubicBezTo>
                    <a:pt x="54" y="13"/>
                    <a:pt x="54" y="6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7" name="Freeform 3547">
              <a:extLst>
                <a:ext uri="{FF2B5EF4-FFF2-40B4-BE49-F238E27FC236}">
                  <a16:creationId xmlns:a16="http://schemas.microsoft.com/office/drawing/2014/main" id="{D6C19C4F-0B29-4D05-8997-16EC7474C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244"/>
              <a:ext cx="110" cy="42"/>
            </a:xfrm>
            <a:custGeom>
              <a:avLst/>
              <a:gdLst>
                <a:gd name="T0" fmla="*/ 0 w 55"/>
                <a:gd name="T1" fmla="*/ 111 h 20"/>
                <a:gd name="T2" fmla="*/ 312 w 55"/>
                <a:gd name="T3" fmla="*/ 128 h 20"/>
                <a:gd name="T4" fmla="*/ 392 w 5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12"/>
                  </a:moveTo>
                  <a:cubicBezTo>
                    <a:pt x="11" y="20"/>
                    <a:pt x="27" y="16"/>
                    <a:pt x="39" y="14"/>
                  </a:cubicBezTo>
                  <a:cubicBezTo>
                    <a:pt x="46" y="13"/>
                    <a:pt x="55" y="7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8" name="Freeform 3548">
              <a:extLst>
                <a:ext uri="{FF2B5EF4-FFF2-40B4-BE49-F238E27FC236}">
                  <a16:creationId xmlns:a16="http://schemas.microsoft.com/office/drawing/2014/main" id="{9A2FF08E-0B51-4F88-A3DE-E0E2E34D1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1244"/>
              <a:ext cx="126" cy="38"/>
            </a:xfrm>
            <a:custGeom>
              <a:avLst/>
              <a:gdLst>
                <a:gd name="T0" fmla="*/ 0 w 63"/>
                <a:gd name="T1" fmla="*/ 49 h 18"/>
                <a:gd name="T2" fmla="*/ 352 w 63"/>
                <a:gd name="T3" fmla="*/ 103 h 18"/>
                <a:gd name="T4" fmla="*/ 504 w 6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8">
                  <a:moveTo>
                    <a:pt x="0" y="5"/>
                  </a:moveTo>
                  <a:cubicBezTo>
                    <a:pt x="12" y="18"/>
                    <a:pt x="29" y="12"/>
                    <a:pt x="44" y="11"/>
                  </a:cubicBezTo>
                  <a:cubicBezTo>
                    <a:pt x="54" y="10"/>
                    <a:pt x="61" y="12"/>
                    <a:pt x="6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9" name="Freeform 3549">
              <a:extLst>
                <a:ext uri="{FF2B5EF4-FFF2-40B4-BE49-F238E27FC236}">
                  <a16:creationId xmlns:a16="http://schemas.microsoft.com/office/drawing/2014/main" id="{A21E2773-09B2-429F-B33B-AD253353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56"/>
              <a:ext cx="78" cy="17"/>
            </a:xfrm>
            <a:custGeom>
              <a:avLst/>
              <a:gdLst>
                <a:gd name="T0" fmla="*/ 0 w 39"/>
                <a:gd name="T1" fmla="*/ 0 h 8"/>
                <a:gd name="T2" fmla="*/ 312 w 39"/>
                <a:gd name="T3" fmla="*/ 1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">
                  <a:moveTo>
                    <a:pt x="0" y="0"/>
                  </a:moveTo>
                  <a:cubicBezTo>
                    <a:pt x="9" y="2"/>
                    <a:pt x="31" y="8"/>
                    <a:pt x="39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0" name="Freeform 3550">
              <a:extLst>
                <a:ext uri="{FF2B5EF4-FFF2-40B4-BE49-F238E27FC236}">
                  <a16:creationId xmlns:a16="http://schemas.microsoft.com/office/drawing/2014/main" id="{90EE543B-2091-4AB5-BB7F-61A55C23F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507"/>
              <a:ext cx="26" cy="11"/>
            </a:xfrm>
            <a:custGeom>
              <a:avLst/>
              <a:gdLst>
                <a:gd name="T0" fmla="*/ 0 w 13"/>
                <a:gd name="T1" fmla="*/ 20 h 5"/>
                <a:gd name="T2" fmla="*/ 104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2"/>
                  </a:moveTo>
                  <a:cubicBezTo>
                    <a:pt x="2" y="5"/>
                    <a:pt x="12" y="3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1" name="Freeform 3551">
              <a:extLst>
                <a:ext uri="{FF2B5EF4-FFF2-40B4-BE49-F238E27FC236}">
                  <a16:creationId xmlns:a16="http://schemas.microsoft.com/office/drawing/2014/main" id="{81274B16-B4FB-422B-92FE-FF1A785D3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488"/>
              <a:ext cx="14" cy="36"/>
            </a:xfrm>
            <a:custGeom>
              <a:avLst/>
              <a:gdLst>
                <a:gd name="T0" fmla="*/ 0 w 7"/>
                <a:gd name="T1" fmla="*/ 0 h 17"/>
                <a:gd name="T2" fmla="*/ 56 w 7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0" y="5"/>
                    <a:pt x="2" y="16"/>
                    <a:pt x="7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2" name="Freeform 3552">
              <a:extLst>
                <a:ext uri="{FF2B5EF4-FFF2-40B4-BE49-F238E27FC236}">
                  <a16:creationId xmlns:a16="http://schemas.microsoft.com/office/drawing/2014/main" id="{92241AC0-B92F-47C0-B104-2705B706E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398"/>
              <a:ext cx="14" cy="32"/>
            </a:xfrm>
            <a:custGeom>
              <a:avLst/>
              <a:gdLst>
                <a:gd name="T0" fmla="*/ 16 w 7"/>
                <a:gd name="T1" fmla="*/ 0 h 15"/>
                <a:gd name="T2" fmla="*/ 56 w 7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2" y="0"/>
                  </a:moveTo>
                  <a:cubicBezTo>
                    <a:pt x="0" y="5"/>
                    <a:pt x="1" y="13"/>
                    <a:pt x="7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3" name="Freeform 3553">
              <a:extLst>
                <a:ext uri="{FF2B5EF4-FFF2-40B4-BE49-F238E27FC236}">
                  <a16:creationId xmlns:a16="http://schemas.microsoft.com/office/drawing/2014/main" id="{3F28AA7D-C822-499F-BFB5-C194A9D83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298"/>
              <a:ext cx="12" cy="28"/>
            </a:xfrm>
            <a:custGeom>
              <a:avLst/>
              <a:gdLst>
                <a:gd name="T0" fmla="*/ 16 w 6"/>
                <a:gd name="T1" fmla="*/ 0 h 13"/>
                <a:gd name="T2" fmla="*/ 48 w 6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2" y="0"/>
                  </a:moveTo>
                  <a:cubicBezTo>
                    <a:pt x="0" y="4"/>
                    <a:pt x="2" y="11"/>
                    <a:pt x="6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4" name="Freeform 3554">
              <a:extLst>
                <a:ext uri="{FF2B5EF4-FFF2-40B4-BE49-F238E27FC236}">
                  <a16:creationId xmlns:a16="http://schemas.microsoft.com/office/drawing/2014/main" id="{8881B579-6D7B-459A-9525-B8777C6F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294"/>
              <a:ext cx="12" cy="34"/>
            </a:xfrm>
            <a:custGeom>
              <a:avLst/>
              <a:gdLst>
                <a:gd name="T0" fmla="*/ 24 w 6"/>
                <a:gd name="T1" fmla="*/ 0 h 16"/>
                <a:gd name="T2" fmla="*/ 48 w 6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3" y="0"/>
                  </a:moveTo>
                  <a:cubicBezTo>
                    <a:pt x="0" y="5"/>
                    <a:pt x="2" y="13"/>
                    <a:pt x="6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5" name="Freeform 3555">
              <a:extLst>
                <a:ext uri="{FF2B5EF4-FFF2-40B4-BE49-F238E27FC236}">
                  <a16:creationId xmlns:a16="http://schemas.microsoft.com/office/drawing/2014/main" id="{4E18CC4B-5D1A-4E37-A79A-93809FAA0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213"/>
              <a:ext cx="10" cy="32"/>
            </a:xfrm>
            <a:custGeom>
              <a:avLst/>
              <a:gdLst>
                <a:gd name="T0" fmla="*/ 8 w 5"/>
                <a:gd name="T1" fmla="*/ 0 h 15"/>
                <a:gd name="T2" fmla="*/ 40 w 5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1" y="0"/>
                  </a:moveTo>
                  <a:cubicBezTo>
                    <a:pt x="0" y="4"/>
                    <a:pt x="0" y="14"/>
                    <a:pt x="5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6" name="Freeform 3556">
              <a:extLst>
                <a:ext uri="{FF2B5EF4-FFF2-40B4-BE49-F238E27FC236}">
                  <a16:creationId xmlns:a16="http://schemas.microsoft.com/office/drawing/2014/main" id="{F14BDABE-2843-41D4-97B6-88BE73CDD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179"/>
              <a:ext cx="29" cy="20"/>
            </a:xfrm>
            <a:custGeom>
              <a:avLst/>
              <a:gdLst>
                <a:gd name="T0" fmla="*/ 0 w 15"/>
                <a:gd name="T1" fmla="*/ 53 h 9"/>
                <a:gd name="T2" fmla="*/ 108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5"/>
                  </a:moveTo>
                  <a:cubicBezTo>
                    <a:pt x="3" y="9"/>
                    <a:pt x="14" y="4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7" name="Freeform 3557">
              <a:extLst>
                <a:ext uri="{FF2B5EF4-FFF2-40B4-BE49-F238E27FC236}">
                  <a16:creationId xmlns:a16="http://schemas.microsoft.com/office/drawing/2014/main" id="{0790BDF8-2385-41BD-8A25-B8708E71B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120"/>
              <a:ext cx="26" cy="13"/>
            </a:xfrm>
            <a:custGeom>
              <a:avLst/>
              <a:gdLst>
                <a:gd name="T0" fmla="*/ 0 w 13"/>
                <a:gd name="T1" fmla="*/ 9 h 6"/>
                <a:gd name="T2" fmla="*/ 10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1"/>
                  </a:moveTo>
                  <a:cubicBezTo>
                    <a:pt x="2" y="6"/>
                    <a:pt x="9" y="3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8" name="Freeform 3558">
              <a:extLst>
                <a:ext uri="{FF2B5EF4-FFF2-40B4-BE49-F238E27FC236}">
                  <a16:creationId xmlns:a16="http://schemas.microsoft.com/office/drawing/2014/main" id="{D0C8C55E-E2E8-4F63-8819-CB710B21E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145"/>
              <a:ext cx="12" cy="26"/>
            </a:xfrm>
            <a:custGeom>
              <a:avLst/>
              <a:gdLst>
                <a:gd name="T0" fmla="*/ 8 w 6"/>
                <a:gd name="T1" fmla="*/ 0 h 12"/>
                <a:gd name="T2" fmla="*/ 48 w 6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1" y="0"/>
                  </a:moveTo>
                  <a:cubicBezTo>
                    <a:pt x="0" y="4"/>
                    <a:pt x="1" y="10"/>
                    <a:pt x="6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9" name="Freeform 3559">
              <a:extLst>
                <a:ext uri="{FF2B5EF4-FFF2-40B4-BE49-F238E27FC236}">
                  <a16:creationId xmlns:a16="http://schemas.microsoft.com/office/drawing/2014/main" id="{86AD2C20-0C74-458B-AAC5-3C844B59F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164"/>
              <a:ext cx="32" cy="13"/>
            </a:xfrm>
            <a:custGeom>
              <a:avLst/>
              <a:gdLst>
                <a:gd name="T0" fmla="*/ 0 w 16"/>
                <a:gd name="T1" fmla="*/ 20 h 6"/>
                <a:gd name="T2" fmla="*/ 128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5" y="6"/>
                    <a:pt x="11" y="2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0" name="Freeform 3560">
              <a:extLst>
                <a:ext uri="{FF2B5EF4-FFF2-40B4-BE49-F238E27FC236}">
                  <a16:creationId xmlns:a16="http://schemas.microsoft.com/office/drawing/2014/main" id="{31D5EE4B-2D94-4B37-A86A-BC2A3029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073"/>
              <a:ext cx="8" cy="36"/>
            </a:xfrm>
            <a:custGeom>
              <a:avLst/>
              <a:gdLst>
                <a:gd name="T0" fmla="*/ 16 w 4"/>
                <a:gd name="T1" fmla="*/ 0 h 17"/>
                <a:gd name="T2" fmla="*/ 32 w 4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2" y="0"/>
                  </a:moveTo>
                  <a:cubicBezTo>
                    <a:pt x="0" y="6"/>
                    <a:pt x="1" y="12"/>
                    <a:pt x="4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1" name="Freeform 3561">
              <a:extLst>
                <a:ext uri="{FF2B5EF4-FFF2-40B4-BE49-F238E27FC236}">
                  <a16:creationId xmlns:a16="http://schemas.microsoft.com/office/drawing/2014/main" id="{1DBAD690-AC9E-4DDE-9A82-0B282FA3C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005"/>
              <a:ext cx="12" cy="32"/>
            </a:xfrm>
            <a:custGeom>
              <a:avLst/>
              <a:gdLst>
                <a:gd name="T0" fmla="*/ 24 w 6"/>
                <a:gd name="T1" fmla="*/ 145 h 15"/>
                <a:gd name="T2" fmla="*/ 8 w 6"/>
                <a:gd name="T3" fmla="*/ 49 h 15"/>
                <a:gd name="T4" fmla="*/ 48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3" y="15"/>
                  </a:move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5" y="2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2" name="Freeform 3562">
              <a:extLst>
                <a:ext uri="{FF2B5EF4-FFF2-40B4-BE49-F238E27FC236}">
                  <a16:creationId xmlns:a16="http://schemas.microsoft.com/office/drawing/2014/main" id="{4773FFE8-CC02-40DF-BD89-889D0FFF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916"/>
              <a:ext cx="12" cy="36"/>
            </a:xfrm>
            <a:custGeom>
              <a:avLst/>
              <a:gdLst>
                <a:gd name="T0" fmla="*/ 48 w 6"/>
                <a:gd name="T1" fmla="*/ 0 h 17"/>
                <a:gd name="T2" fmla="*/ 48 w 6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4" y="5"/>
                    <a:pt x="0" y="13"/>
                    <a:pt x="6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3" name="Freeform 3563">
              <a:extLst>
                <a:ext uri="{FF2B5EF4-FFF2-40B4-BE49-F238E27FC236}">
                  <a16:creationId xmlns:a16="http://schemas.microsoft.com/office/drawing/2014/main" id="{C67D2D0B-323B-4AE2-93E1-39C60246E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948"/>
              <a:ext cx="34" cy="19"/>
            </a:xfrm>
            <a:custGeom>
              <a:avLst/>
              <a:gdLst>
                <a:gd name="T0" fmla="*/ 0 w 17"/>
                <a:gd name="T1" fmla="*/ 76 h 9"/>
                <a:gd name="T2" fmla="*/ 136 w 17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8"/>
                  </a:moveTo>
                  <a:cubicBezTo>
                    <a:pt x="6" y="7"/>
                    <a:pt x="12" y="0"/>
                    <a:pt x="17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4" name="Freeform 3564">
              <a:extLst>
                <a:ext uri="{FF2B5EF4-FFF2-40B4-BE49-F238E27FC236}">
                  <a16:creationId xmlns:a16="http://schemas.microsoft.com/office/drawing/2014/main" id="{9FEF6494-9FA6-4642-AB5E-1106DC955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867"/>
              <a:ext cx="10" cy="27"/>
            </a:xfrm>
            <a:custGeom>
              <a:avLst/>
              <a:gdLst>
                <a:gd name="T0" fmla="*/ 40 w 5"/>
                <a:gd name="T1" fmla="*/ 0 h 13"/>
                <a:gd name="T2" fmla="*/ 40 w 5"/>
                <a:gd name="T3" fmla="*/ 1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0" y="3"/>
                    <a:pt x="3" y="10"/>
                    <a:pt x="5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5" name="Freeform 3565">
              <a:extLst>
                <a:ext uri="{FF2B5EF4-FFF2-40B4-BE49-F238E27FC236}">
                  <a16:creationId xmlns:a16="http://schemas.microsoft.com/office/drawing/2014/main" id="{45A8A006-B8C2-4D73-8A99-1BA26ADE8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660"/>
              <a:ext cx="8" cy="34"/>
            </a:xfrm>
            <a:custGeom>
              <a:avLst/>
              <a:gdLst>
                <a:gd name="T0" fmla="*/ 32 w 4"/>
                <a:gd name="T1" fmla="*/ 0 h 16"/>
                <a:gd name="T2" fmla="*/ 24 w 4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0" y="2"/>
                    <a:pt x="0" y="13"/>
                    <a:pt x="3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6" name="Freeform 3566">
              <a:extLst>
                <a:ext uri="{FF2B5EF4-FFF2-40B4-BE49-F238E27FC236}">
                  <a16:creationId xmlns:a16="http://schemas.microsoft.com/office/drawing/2014/main" id="{080A319F-1783-4055-A747-9C121C022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622"/>
              <a:ext cx="38" cy="13"/>
            </a:xfrm>
            <a:custGeom>
              <a:avLst/>
              <a:gdLst>
                <a:gd name="T0" fmla="*/ 0 w 19"/>
                <a:gd name="T1" fmla="*/ 0 h 6"/>
                <a:gd name="T2" fmla="*/ 152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4" y="6"/>
                    <a:pt x="14" y="3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7" name="Freeform 3567">
              <a:extLst>
                <a:ext uri="{FF2B5EF4-FFF2-40B4-BE49-F238E27FC236}">
                  <a16:creationId xmlns:a16="http://schemas.microsoft.com/office/drawing/2014/main" id="{E2FDA6D7-8A23-43FE-9FC0-C1B72B4F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554"/>
              <a:ext cx="40" cy="19"/>
            </a:xfrm>
            <a:custGeom>
              <a:avLst/>
              <a:gdLst>
                <a:gd name="T0" fmla="*/ 0 w 20"/>
                <a:gd name="T1" fmla="*/ 17 h 9"/>
                <a:gd name="T2" fmla="*/ 112 w 20"/>
                <a:gd name="T3" fmla="*/ 49 h 9"/>
                <a:gd name="T4" fmla="*/ 160 w 20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0" y="2"/>
                  </a:moveTo>
                  <a:cubicBezTo>
                    <a:pt x="7" y="0"/>
                    <a:pt x="9" y="1"/>
                    <a:pt x="14" y="5"/>
                  </a:cubicBezTo>
                  <a:cubicBezTo>
                    <a:pt x="16" y="6"/>
                    <a:pt x="19" y="7"/>
                    <a:pt x="20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8" name="Freeform 3568">
              <a:extLst>
                <a:ext uri="{FF2B5EF4-FFF2-40B4-BE49-F238E27FC236}">
                  <a16:creationId xmlns:a16="http://schemas.microsoft.com/office/drawing/2014/main" id="{FEC35F29-A954-4BDB-9F14-2CF25A4D7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556"/>
              <a:ext cx="32" cy="11"/>
            </a:xfrm>
            <a:custGeom>
              <a:avLst/>
              <a:gdLst>
                <a:gd name="T0" fmla="*/ 0 w 16"/>
                <a:gd name="T1" fmla="*/ 0 h 5"/>
                <a:gd name="T2" fmla="*/ 128 w 16"/>
                <a:gd name="T3" fmla="*/ 3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6" y="1"/>
                    <a:pt x="10" y="5"/>
                    <a:pt x="16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9" name="Freeform 3569">
              <a:extLst>
                <a:ext uri="{FF2B5EF4-FFF2-40B4-BE49-F238E27FC236}">
                  <a16:creationId xmlns:a16="http://schemas.microsoft.com/office/drawing/2014/main" id="{DBE9123B-E231-40C2-80CC-E6008821B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543"/>
              <a:ext cx="18" cy="37"/>
            </a:xfrm>
            <a:custGeom>
              <a:avLst/>
              <a:gdLst>
                <a:gd name="T0" fmla="*/ 72 w 9"/>
                <a:gd name="T1" fmla="*/ 0 h 17"/>
                <a:gd name="T2" fmla="*/ 40 w 9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9" y="0"/>
                  </a:moveTo>
                  <a:cubicBezTo>
                    <a:pt x="5" y="4"/>
                    <a:pt x="0" y="12"/>
                    <a:pt x="5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0" name="Freeform 3570">
              <a:extLst>
                <a:ext uri="{FF2B5EF4-FFF2-40B4-BE49-F238E27FC236}">
                  <a16:creationId xmlns:a16="http://schemas.microsoft.com/office/drawing/2014/main" id="{F673E85E-02C5-4784-AC5C-F92E0DBA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507"/>
              <a:ext cx="27" cy="13"/>
            </a:xfrm>
            <a:custGeom>
              <a:avLst/>
              <a:gdLst>
                <a:gd name="T0" fmla="*/ 0 w 14"/>
                <a:gd name="T1" fmla="*/ 0 h 6"/>
                <a:gd name="T2" fmla="*/ 100 w 14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3" y="6"/>
                    <a:pt x="8" y="3"/>
                    <a:pt x="14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1" name="Freeform 3571">
              <a:extLst>
                <a:ext uri="{FF2B5EF4-FFF2-40B4-BE49-F238E27FC236}">
                  <a16:creationId xmlns:a16="http://schemas.microsoft.com/office/drawing/2014/main" id="{FD9EAF3F-9964-4652-B371-12C0E753F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465"/>
              <a:ext cx="24" cy="17"/>
            </a:xfrm>
            <a:custGeom>
              <a:avLst/>
              <a:gdLst>
                <a:gd name="T0" fmla="*/ 0 w 12"/>
                <a:gd name="T1" fmla="*/ 0 h 8"/>
                <a:gd name="T2" fmla="*/ 96 w 12"/>
                <a:gd name="T3" fmla="*/ 6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3" y="4"/>
                    <a:pt x="6" y="8"/>
                    <a:pt x="12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2" name="Freeform 3572">
              <a:extLst>
                <a:ext uri="{FF2B5EF4-FFF2-40B4-BE49-F238E27FC236}">
                  <a16:creationId xmlns:a16="http://schemas.microsoft.com/office/drawing/2014/main" id="{93898033-CB03-476E-BD8B-2C3646172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414"/>
              <a:ext cx="38" cy="13"/>
            </a:xfrm>
            <a:custGeom>
              <a:avLst/>
              <a:gdLst>
                <a:gd name="T0" fmla="*/ 0 w 19"/>
                <a:gd name="T1" fmla="*/ 0 h 6"/>
                <a:gd name="T2" fmla="*/ 152 w 19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2" y="5"/>
                    <a:pt x="14" y="6"/>
                    <a:pt x="19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3" name="Freeform 3573">
              <a:extLst>
                <a:ext uri="{FF2B5EF4-FFF2-40B4-BE49-F238E27FC236}">
                  <a16:creationId xmlns:a16="http://schemas.microsoft.com/office/drawing/2014/main" id="{FB9E40AF-0BC3-41CE-AC6B-B294386A6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341"/>
              <a:ext cx="38" cy="7"/>
            </a:xfrm>
            <a:custGeom>
              <a:avLst/>
              <a:gdLst>
                <a:gd name="T0" fmla="*/ 0 w 19"/>
                <a:gd name="T1" fmla="*/ 12 h 3"/>
                <a:gd name="T2" fmla="*/ 80 w 19"/>
                <a:gd name="T3" fmla="*/ 0 h 3"/>
                <a:gd name="T4" fmla="*/ 152 w 19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">
                  <a:moveTo>
                    <a:pt x="0" y="1"/>
                  </a:moveTo>
                  <a:cubicBezTo>
                    <a:pt x="3" y="2"/>
                    <a:pt x="7" y="0"/>
                    <a:pt x="10" y="0"/>
                  </a:cubicBezTo>
                  <a:cubicBezTo>
                    <a:pt x="13" y="1"/>
                    <a:pt x="16" y="2"/>
                    <a:pt x="19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4" name="Freeform 3574">
              <a:extLst>
                <a:ext uri="{FF2B5EF4-FFF2-40B4-BE49-F238E27FC236}">
                  <a16:creationId xmlns:a16="http://schemas.microsoft.com/office/drawing/2014/main" id="{F81A2A80-156E-41C3-8D4D-DA7A266D7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293"/>
              <a:ext cx="16" cy="34"/>
            </a:xfrm>
            <a:custGeom>
              <a:avLst/>
              <a:gdLst>
                <a:gd name="T0" fmla="*/ 64 w 8"/>
                <a:gd name="T1" fmla="*/ 0 h 16"/>
                <a:gd name="T2" fmla="*/ 16 w 8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3" y="3"/>
                    <a:pt x="0" y="11"/>
                    <a:pt x="2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5" name="Freeform 3575">
              <a:extLst>
                <a:ext uri="{FF2B5EF4-FFF2-40B4-BE49-F238E27FC236}">
                  <a16:creationId xmlns:a16="http://schemas.microsoft.com/office/drawing/2014/main" id="{2ADDB7E4-1E09-4687-95A6-F3C4AD180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246"/>
              <a:ext cx="20" cy="42"/>
            </a:xfrm>
            <a:custGeom>
              <a:avLst/>
              <a:gdLst>
                <a:gd name="T0" fmla="*/ 8 w 10"/>
                <a:gd name="T1" fmla="*/ 185 h 20"/>
                <a:gd name="T2" fmla="*/ 80 w 1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1" y="20"/>
                  </a:moveTo>
                  <a:cubicBezTo>
                    <a:pt x="0" y="13"/>
                    <a:pt x="3" y="2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6" name="Freeform 3576">
              <a:extLst>
                <a:ext uri="{FF2B5EF4-FFF2-40B4-BE49-F238E27FC236}">
                  <a16:creationId xmlns:a16="http://schemas.microsoft.com/office/drawing/2014/main" id="{3A76FB21-4532-4BB3-9E01-62112750C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1284"/>
              <a:ext cx="24" cy="36"/>
            </a:xfrm>
            <a:custGeom>
              <a:avLst/>
              <a:gdLst>
                <a:gd name="T0" fmla="*/ 96 w 12"/>
                <a:gd name="T1" fmla="*/ 0 h 17"/>
                <a:gd name="T2" fmla="*/ 40 w 12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8" y="4"/>
                    <a:pt x="0" y="11"/>
                    <a:pt x="5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7" name="Freeform 3577">
              <a:extLst>
                <a:ext uri="{FF2B5EF4-FFF2-40B4-BE49-F238E27FC236}">
                  <a16:creationId xmlns:a16="http://schemas.microsoft.com/office/drawing/2014/main" id="{2B4842B5-6463-4DAF-80D3-56124B62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265"/>
              <a:ext cx="20" cy="36"/>
            </a:xfrm>
            <a:custGeom>
              <a:avLst/>
              <a:gdLst>
                <a:gd name="T0" fmla="*/ 80 w 10"/>
                <a:gd name="T1" fmla="*/ 0 h 17"/>
                <a:gd name="T2" fmla="*/ 40 w 10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4" y="3"/>
                    <a:pt x="0" y="10"/>
                    <a:pt x="5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8" name="Freeform 3578">
              <a:extLst>
                <a:ext uri="{FF2B5EF4-FFF2-40B4-BE49-F238E27FC236}">
                  <a16:creationId xmlns:a16="http://schemas.microsoft.com/office/drawing/2014/main" id="{690C11C6-94C7-448E-AA96-0EEF61BD1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314"/>
              <a:ext cx="34" cy="36"/>
            </a:xfrm>
            <a:custGeom>
              <a:avLst/>
              <a:gdLst>
                <a:gd name="T0" fmla="*/ 56 w 17"/>
                <a:gd name="T1" fmla="*/ 161 h 17"/>
                <a:gd name="T2" fmla="*/ 136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7" y="17"/>
                  </a:moveTo>
                  <a:cubicBezTo>
                    <a:pt x="0" y="12"/>
                    <a:pt x="12" y="3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9" name="Freeform 3579">
              <a:extLst>
                <a:ext uri="{FF2B5EF4-FFF2-40B4-BE49-F238E27FC236}">
                  <a16:creationId xmlns:a16="http://schemas.microsoft.com/office/drawing/2014/main" id="{DAE62FDC-A452-42E3-AD2B-A49F224C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356"/>
              <a:ext cx="39" cy="17"/>
            </a:xfrm>
            <a:custGeom>
              <a:avLst/>
              <a:gdLst>
                <a:gd name="T0" fmla="*/ 0 w 20"/>
                <a:gd name="T1" fmla="*/ 19 h 8"/>
                <a:gd name="T2" fmla="*/ 148 w 20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2"/>
                  </a:moveTo>
                  <a:cubicBezTo>
                    <a:pt x="8" y="0"/>
                    <a:pt x="15" y="2"/>
                    <a:pt x="20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0" name="Freeform 3580">
              <a:extLst>
                <a:ext uri="{FF2B5EF4-FFF2-40B4-BE49-F238E27FC236}">
                  <a16:creationId xmlns:a16="http://schemas.microsoft.com/office/drawing/2014/main" id="{4BA2F8D5-992E-46B5-9F35-1EE015513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382"/>
              <a:ext cx="32" cy="10"/>
            </a:xfrm>
            <a:custGeom>
              <a:avLst/>
              <a:gdLst>
                <a:gd name="T0" fmla="*/ 0 w 16"/>
                <a:gd name="T1" fmla="*/ 0 h 5"/>
                <a:gd name="T2" fmla="*/ 128 w 16"/>
                <a:gd name="T3" fmla="*/ 24 h 5"/>
                <a:gd name="T4" fmla="*/ 128 w 16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3" y="5"/>
                    <a:pt x="11" y="3"/>
                    <a:pt x="16" y="3"/>
                  </a:cubicBezTo>
                  <a:cubicBezTo>
                    <a:pt x="16" y="3"/>
                    <a:pt x="16" y="5"/>
                    <a:pt x="16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1" name="Freeform 3581">
              <a:extLst>
                <a:ext uri="{FF2B5EF4-FFF2-40B4-BE49-F238E27FC236}">
                  <a16:creationId xmlns:a16="http://schemas.microsoft.com/office/drawing/2014/main" id="{8EAD748B-3CBC-46D9-B40B-C44587CBF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307"/>
              <a:ext cx="78" cy="113"/>
            </a:xfrm>
            <a:custGeom>
              <a:avLst/>
              <a:gdLst>
                <a:gd name="T0" fmla="*/ 0 w 39"/>
                <a:gd name="T1" fmla="*/ 514 h 53"/>
                <a:gd name="T2" fmla="*/ 136 w 39"/>
                <a:gd name="T3" fmla="*/ 377 h 53"/>
                <a:gd name="T4" fmla="*/ 256 w 39"/>
                <a:gd name="T5" fmla="*/ 232 h 53"/>
                <a:gd name="T6" fmla="*/ 216 w 39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3">
                  <a:moveTo>
                    <a:pt x="0" y="53"/>
                  </a:moveTo>
                  <a:cubicBezTo>
                    <a:pt x="7" y="52"/>
                    <a:pt x="13" y="43"/>
                    <a:pt x="17" y="39"/>
                  </a:cubicBezTo>
                  <a:cubicBezTo>
                    <a:pt x="22" y="34"/>
                    <a:pt x="28" y="30"/>
                    <a:pt x="32" y="24"/>
                  </a:cubicBezTo>
                  <a:cubicBezTo>
                    <a:pt x="39" y="15"/>
                    <a:pt x="34" y="7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2" name="Freeform 3582">
              <a:extLst>
                <a:ext uri="{FF2B5EF4-FFF2-40B4-BE49-F238E27FC236}">
                  <a16:creationId xmlns:a16="http://schemas.microsoft.com/office/drawing/2014/main" id="{2E1C74C3-8CC7-40AB-9F0C-094EC7CB4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233"/>
              <a:ext cx="74" cy="102"/>
            </a:xfrm>
            <a:custGeom>
              <a:avLst/>
              <a:gdLst>
                <a:gd name="T0" fmla="*/ 0 w 37"/>
                <a:gd name="T1" fmla="*/ 461 h 48"/>
                <a:gd name="T2" fmla="*/ 144 w 37"/>
                <a:gd name="T3" fmla="*/ 308 h 48"/>
                <a:gd name="T4" fmla="*/ 240 w 37"/>
                <a:gd name="T5" fmla="*/ 193 h 48"/>
                <a:gd name="T6" fmla="*/ 176 w 37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8">
                  <a:moveTo>
                    <a:pt x="0" y="48"/>
                  </a:moveTo>
                  <a:cubicBezTo>
                    <a:pt x="9" y="44"/>
                    <a:pt x="12" y="39"/>
                    <a:pt x="18" y="32"/>
                  </a:cubicBezTo>
                  <a:cubicBezTo>
                    <a:pt x="21" y="28"/>
                    <a:pt x="26" y="24"/>
                    <a:pt x="30" y="20"/>
                  </a:cubicBezTo>
                  <a:cubicBezTo>
                    <a:pt x="37" y="9"/>
                    <a:pt x="26" y="7"/>
                    <a:pt x="2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3" name="Freeform 3583">
              <a:extLst>
                <a:ext uri="{FF2B5EF4-FFF2-40B4-BE49-F238E27FC236}">
                  <a16:creationId xmlns:a16="http://schemas.microsoft.com/office/drawing/2014/main" id="{DFE12102-B90C-41C5-A11B-7AC906CEA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147"/>
              <a:ext cx="81" cy="120"/>
            </a:xfrm>
            <a:custGeom>
              <a:avLst/>
              <a:gdLst>
                <a:gd name="T0" fmla="*/ 0 w 41"/>
                <a:gd name="T1" fmla="*/ 551 h 56"/>
                <a:gd name="T2" fmla="*/ 63 w 41"/>
                <a:gd name="T3" fmla="*/ 414 h 56"/>
                <a:gd name="T4" fmla="*/ 156 w 41"/>
                <a:gd name="T5" fmla="*/ 294 h 56"/>
                <a:gd name="T6" fmla="*/ 215 w 41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0" y="56"/>
                  </a:moveTo>
                  <a:cubicBezTo>
                    <a:pt x="5" y="53"/>
                    <a:pt x="5" y="47"/>
                    <a:pt x="8" y="42"/>
                  </a:cubicBezTo>
                  <a:cubicBezTo>
                    <a:pt x="11" y="37"/>
                    <a:pt x="15" y="34"/>
                    <a:pt x="20" y="30"/>
                  </a:cubicBezTo>
                  <a:cubicBezTo>
                    <a:pt x="30" y="23"/>
                    <a:pt x="41" y="11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4" name="Freeform 3584">
              <a:extLst>
                <a:ext uri="{FF2B5EF4-FFF2-40B4-BE49-F238E27FC236}">
                  <a16:creationId xmlns:a16="http://schemas.microsoft.com/office/drawing/2014/main" id="{6D3C5B54-443F-4EF3-A624-F2C5B3438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771"/>
              <a:ext cx="75" cy="79"/>
            </a:xfrm>
            <a:custGeom>
              <a:avLst/>
              <a:gdLst>
                <a:gd name="T0" fmla="*/ 0 w 38"/>
                <a:gd name="T1" fmla="*/ 361 h 37"/>
                <a:gd name="T2" fmla="*/ 229 w 38"/>
                <a:gd name="T3" fmla="*/ 156 h 37"/>
                <a:gd name="T4" fmla="*/ 245 w 38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9" y="32"/>
                    <a:pt x="21" y="23"/>
                    <a:pt x="30" y="16"/>
                  </a:cubicBezTo>
                  <a:cubicBezTo>
                    <a:pt x="38" y="9"/>
                    <a:pt x="36" y="9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5" name="Freeform 3585">
              <a:extLst>
                <a:ext uri="{FF2B5EF4-FFF2-40B4-BE49-F238E27FC236}">
                  <a16:creationId xmlns:a16="http://schemas.microsoft.com/office/drawing/2014/main" id="{08CB2C47-810F-4EF4-B1F6-F7EE4AC7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729"/>
              <a:ext cx="78" cy="68"/>
            </a:xfrm>
            <a:custGeom>
              <a:avLst/>
              <a:gdLst>
                <a:gd name="T0" fmla="*/ 0 w 39"/>
                <a:gd name="T1" fmla="*/ 308 h 32"/>
                <a:gd name="T2" fmla="*/ 240 w 39"/>
                <a:gd name="T3" fmla="*/ 172 h 32"/>
                <a:gd name="T4" fmla="*/ 304 w 39"/>
                <a:gd name="T5" fmla="*/ 77 h 32"/>
                <a:gd name="T6" fmla="*/ 288 w 3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2">
                  <a:moveTo>
                    <a:pt x="0" y="32"/>
                  </a:moveTo>
                  <a:cubicBezTo>
                    <a:pt x="9" y="29"/>
                    <a:pt x="23" y="24"/>
                    <a:pt x="30" y="18"/>
                  </a:cubicBezTo>
                  <a:cubicBezTo>
                    <a:pt x="32" y="16"/>
                    <a:pt x="38" y="11"/>
                    <a:pt x="38" y="8"/>
                  </a:cubicBezTo>
                  <a:cubicBezTo>
                    <a:pt x="39" y="3"/>
                    <a:pt x="38" y="4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6" name="Freeform 3586">
              <a:extLst>
                <a:ext uri="{FF2B5EF4-FFF2-40B4-BE49-F238E27FC236}">
                  <a16:creationId xmlns:a16="http://schemas.microsoft.com/office/drawing/2014/main" id="{1A85E4A0-46BE-4C46-9D7F-6B6270511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1705"/>
              <a:ext cx="78" cy="41"/>
            </a:xfrm>
            <a:custGeom>
              <a:avLst/>
              <a:gdLst>
                <a:gd name="T0" fmla="*/ 0 w 39"/>
                <a:gd name="T1" fmla="*/ 190 h 19"/>
                <a:gd name="T2" fmla="*/ 200 w 39"/>
                <a:gd name="T3" fmla="*/ 69 h 19"/>
                <a:gd name="T4" fmla="*/ 312 w 3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9" y="19"/>
                    <a:pt x="18" y="11"/>
                    <a:pt x="25" y="7"/>
                  </a:cubicBezTo>
                  <a:cubicBezTo>
                    <a:pt x="29" y="5"/>
                    <a:pt x="36" y="4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7" name="Freeform 3587">
              <a:extLst>
                <a:ext uri="{FF2B5EF4-FFF2-40B4-BE49-F238E27FC236}">
                  <a16:creationId xmlns:a16="http://schemas.microsoft.com/office/drawing/2014/main" id="{0F87B1EE-7C15-4D9A-9069-A4222326F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767"/>
              <a:ext cx="122" cy="104"/>
            </a:xfrm>
            <a:custGeom>
              <a:avLst/>
              <a:gdLst>
                <a:gd name="T0" fmla="*/ 0 w 61"/>
                <a:gd name="T1" fmla="*/ 325 h 49"/>
                <a:gd name="T2" fmla="*/ 272 w 61"/>
                <a:gd name="T3" fmla="*/ 238 h 49"/>
                <a:gd name="T4" fmla="*/ 432 w 61"/>
                <a:gd name="T5" fmla="*/ 136 h 49"/>
                <a:gd name="T6" fmla="*/ 432 w 61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9">
                  <a:moveTo>
                    <a:pt x="0" y="34"/>
                  </a:moveTo>
                  <a:cubicBezTo>
                    <a:pt x="9" y="49"/>
                    <a:pt x="24" y="31"/>
                    <a:pt x="34" y="25"/>
                  </a:cubicBezTo>
                  <a:cubicBezTo>
                    <a:pt x="41" y="22"/>
                    <a:pt x="50" y="19"/>
                    <a:pt x="54" y="14"/>
                  </a:cubicBezTo>
                  <a:cubicBezTo>
                    <a:pt x="61" y="6"/>
                    <a:pt x="52" y="6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8" name="Freeform 3588">
              <a:extLst>
                <a:ext uri="{FF2B5EF4-FFF2-40B4-BE49-F238E27FC236}">
                  <a16:creationId xmlns:a16="http://schemas.microsoft.com/office/drawing/2014/main" id="{62777558-36DA-41FC-8C45-0B0F7B9F5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722"/>
              <a:ext cx="68" cy="60"/>
            </a:xfrm>
            <a:custGeom>
              <a:avLst/>
              <a:gdLst>
                <a:gd name="T0" fmla="*/ 0 w 34"/>
                <a:gd name="T1" fmla="*/ 276 h 28"/>
                <a:gd name="T2" fmla="*/ 80 w 34"/>
                <a:gd name="T3" fmla="*/ 206 h 28"/>
                <a:gd name="T4" fmla="*/ 184 w 34"/>
                <a:gd name="T5" fmla="*/ 148 h 28"/>
                <a:gd name="T6" fmla="*/ 256 w 34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8">
                  <a:moveTo>
                    <a:pt x="0" y="28"/>
                  </a:moveTo>
                  <a:cubicBezTo>
                    <a:pt x="6" y="28"/>
                    <a:pt x="7" y="24"/>
                    <a:pt x="10" y="21"/>
                  </a:cubicBezTo>
                  <a:cubicBezTo>
                    <a:pt x="14" y="18"/>
                    <a:pt x="18" y="17"/>
                    <a:pt x="23" y="15"/>
                  </a:cubicBezTo>
                  <a:cubicBezTo>
                    <a:pt x="31" y="13"/>
                    <a:pt x="34" y="9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9" name="Freeform 3589">
              <a:extLst>
                <a:ext uri="{FF2B5EF4-FFF2-40B4-BE49-F238E27FC236}">
                  <a16:creationId xmlns:a16="http://schemas.microsoft.com/office/drawing/2014/main" id="{612058F5-9082-4D66-A31E-61BE200ED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01"/>
              <a:ext cx="72" cy="42"/>
            </a:xfrm>
            <a:custGeom>
              <a:avLst/>
              <a:gdLst>
                <a:gd name="T0" fmla="*/ 0 w 36"/>
                <a:gd name="T1" fmla="*/ 185 h 20"/>
                <a:gd name="T2" fmla="*/ 176 w 36"/>
                <a:gd name="T3" fmla="*/ 92 h 20"/>
                <a:gd name="T4" fmla="*/ 288 w 3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0">
                  <a:moveTo>
                    <a:pt x="0" y="20"/>
                  </a:moveTo>
                  <a:cubicBezTo>
                    <a:pt x="7" y="17"/>
                    <a:pt x="15" y="14"/>
                    <a:pt x="22" y="10"/>
                  </a:cubicBezTo>
                  <a:cubicBezTo>
                    <a:pt x="26" y="7"/>
                    <a:pt x="33" y="2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0" name="Freeform 3590">
              <a:extLst>
                <a:ext uri="{FF2B5EF4-FFF2-40B4-BE49-F238E27FC236}">
                  <a16:creationId xmlns:a16="http://schemas.microsoft.com/office/drawing/2014/main" id="{14B2714F-C7C6-4800-A750-DC1359ACD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703"/>
              <a:ext cx="48" cy="23"/>
            </a:xfrm>
            <a:custGeom>
              <a:avLst/>
              <a:gdLst>
                <a:gd name="T0" fmla="*/ 0 w 24"/>
                <a:gd name="T1" fmla="*/ 100 h 11"/>
                <a:gd name="T2" fmla="*/ 192 w 2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8" y="6"/>
                    <a:pt x="17" y="5"/>
                    <a:pt x="2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1" name="Freeform 3591">
              <a:extLst>
                <a:ext uri="{FF2B5EF4-FFF2-40B4-BE49-F238E27FC236}">
                  <a16:creationId xmlns:a16="http://schemas.microsoft.com/office/drawing/2014/main" id="{D9D51A4D-7F7C-477B-8DD2-A3C12D8FD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701"/>
              <a:ext cx="22" cy="13"/>
            </a:xfrm>
            <a:custGeom>
              <a:avLst/>
              <a:gdLst>
                <a:gd name="T0" fmla="*/ 88 w 11"/>
                <a:gd name="T1" fmla="*/ 61 h 6"/>
                <a:gd name="T2" fmla="*/ 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11" y="4"/>
                    <a:pt x="0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2" name="Freeform 3592">
              <a:extLst>
                <a:ext uri="{FF2B5EF4-FFF2-40B4-BE49-F238E27FC236}">
                  <a16:creationId xmlns:a16="http://schemas.microsoft.com/office/drawing/2014/main" id="{B32033E9-158D-46F6-8B5E-7E1E188D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850"/>
              <a:ext cx="51" cy="21"/>
            </a:xfrm>
            <a:custGeom>
              <a:avLst/>
              <a:gdLst>
                <a:gd name="T0" fmla="*/ 0 w 26"/>
                <a:gd name="T1" fmla="*/ 92 h 10"/>
                <a:gd name="T2" fmla="*/ 196 w 2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8" y="7"/>
                    <a:pt x="18" y="4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3" name="Freeform 3593">
              <a:extLst>
                <a:ext uri="{FF2B5EF4-FFF2-40B4-BE49-F238E27FC236}">
                  <a16:creationId xmlns:a16="http://schemas.microsoft.com/office/drawing/2014/main" id="{CF2C4B7A-7238-4D97-85F2-098E83C2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058"/>
              <a:ext cx="96" cy="119"/>
            </a:xfrm>
            <a:custGeom>
              <a:avLst/>
              <a:gdLst>
                <a:gd name="T0" fmla="*/ 0 w 48"/>
                <a:gd name="T1" fmla="*/ 538 h 56"/>
                <a:gd name="T2" fmla="*/ 112 w 48"/>
                <a:gd name="T3" fmla="*/ 470 h 56"/>
                <a:gd name="T4" fmla="*/ 304 w 48"/>
                <a:gd name="T5" fmla="*/ 249 h 56"/>
                <a:gd name="T6" fmla="*/ 296 w 48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6">
                  <a:moveTo>
                    <a:pt x="0" y="56"/>
                  </a:moveTo>
                  <a:cubicBezTo>
                    <a:pt x="7" y="56"/>
                    <a:pt x="9" y="53"/>
                    <a:pt x="14" y="49"/>
                  </a:cubicBezTo>
                  <a:cubicBezTo>
                    <a:pt x="22" y="41"/>
                    <a:pt x="31" y="34"/>
                    <a:pt x="38" y="26"/>
                  </a:cubicBezTo>
                  <a:cubicBezTo>
                    <a:pt x="44" y="19"/>
                    <a:pt x="48" y="4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4" name="Freeform 3594">
              <a:extLst>
                <a:ext uri="{FF2B5EF4-FFF2-40B4-BE49-F238E27FC236}">
                  <a16:creationId xmlns:a16="http://schemas.microsoft.com/office/drawing/2014/main" id="{90CE4365-149A-4123-BD8C-3A4F1171C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982"/>
              <a:ext cx="98" cy="123"/>
            </a:xfrm>
            <a:custGeom>
              <a:avLst/>
              <a:gdLst>
                <a:gd name="T0" fmla="*/ 0 w 49"/>
                <a:gd name="T1" fmla="*/ 554 h 58"/>
                <a:gd name="T2" fmla="*/ 208 w 49"/>
                <a:gd name="T3" fmla="*/ 333 h 58"/>
                <a:gd name="T4" fmla="*/ 352 w 49"/>
                <a:gd name="T5" fmla="*/ 189 h 58"/>
                <a:gd name="T6" fmla="*/ 360 w 49"/>
                <a:gd name="T7" fmla="*/ 76 h 58"/>
                <a:gd name="T8" fmla="*/ 328 w 49"/>
                <a:gd name="T9" fmla="*/ 17 h 58"/>
                <a:gd name="T10" fmla="*/ 304 w 49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8">
                  <a:moveTo>
                    <a:pt x="0" y="58"/>
                  </a:moveTo>
                  <a:cubicBezTo>
                    <a:pt x="9" y="50"/>
                    <a:pt x="16" y="42"/>
                    <a:pt x="26" y="35"/>
                  </a:cubicBezTo>
                  <a:cubicBezTo>
                    <a:pt x="32" y="30"/>
                    <a:pt x="39" y="26"/>
                    <a:pt x="44" y="20"/>
                  </a:cubicBezTo>
                  <a:cubicBezTo>
                    <a:pt x="49" y="15"/>
                    <a:pt x="49" y="15"/>
                    <a:pt x="45" y="8"/>
                  </a:cubicBezTo>
                  <a:cubicBezTo>
                    <a:pt x="44" y="6"/>
                    <a:pt x="42" y="4"/>
                    <a:pt x="41" y="2"/>
                  </a:cubicBezTo>
                  <a:cubicBezTo>
                    <a:pt x="39" y="0"/>
                    <a:pt x="37" y="2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5" name="Freeform 3595">
              <a:extLst>
                <a:ext uri="{FF2B5EF4-FFF2-40B4-BE49-F238E27FC236}">
                  <a16:creationId xmlns:a16="http://schemas.microsoft.com/office/drawing/2014/main" id="{FAA81C93-EC60-41BF-A018-58706B2BD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326"/>
              <a:ext cx="98" cy="106"/>
            </a:xfrm>
            <a:custGeom>
              <a:avLst/>
              <a:gdLst>
                <a:gd name="T0" fmla="*/ 0 w 49"/>
                <a:gd name="T1" fmla="*/ 477 h 50"/>
                <a:gd name="T2" fmla="*/ 224 w 49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0">
                  <a:moveTo>
                    <a:pt x="0" y="50"/>
                  </a:moveTo>
                  <a:cubicBezTo>
                    <a:pt x="7" y="37"/>
                    <a:pt x="49" y="16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6" name="Freeform 3596">
              <a:extLst>
                <a:ext uri="{FF2B5EF4-FFF2-40B4-BE49-F238E27FC236}">
                  <a16:creationId xmlns:a16="http://schemas.microsoft.com/office/drawing/2014/main" id="{3014B7D7-D83D-4681-9826-CCBD20FE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237"/>
              <a:ext cx="80" cy="119"/>
            </a:xfrm>
            <a:custGeom>
              <a:avLst/>
              <a:gdLst>
                <a:gd name="T0" fmla="*/ 0 w 40"/>
                <a:gd name="T1" fmla="*/ 538 h 56"/>
                <a:gd name="T2" fmla="*/ 272 w 40"/>
                <a:gd name="T3" fmla="*/ 230 h 56"/>
                <a:gd name="T4" fmla="*/ 304 w 40"/>
                <a:gd name="T5" fmla="*/ 77 h 56"/>
                <a:gd name="T6" fmla="*/ 232 w 40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6">
                  <a:moveTo>
                    <a:pt x="0" y="56"/>
                  </a:moveTo>
                  <a:cubicBezTo>
                    <a:pt x="12" y="49"/>
                    <a:pt x="26" y="36"/>
                    <a:pt x="34" y="24"/>
                  </a:cubicBezTo>
                  <a:cubicBezTo>
                    <a:pt x="37" y="21"/>
                    <a:pt x="40" y="13"/>
                    <a:pt x="38" y="8"/>
                  </a:cubicBezTo>
                  <a:cubicBezTo>
                    <a:pt x="36" y="4"/>
                    <a:pt x="31" y="4"/>
                    <a:pt x="2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7" name="Freeform 3597">
              <a:extLst>
                <a:ext uri="{FF2B5EF4-FFF2-40B4-BE49-F238E27FC236}">
                  <a16:creationId xmlns:a16="http://schemas.microsoft.com/office/drawing/2014/main" id="{69501322-09E5-458E-BD89-876465B6D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162"/>
              <a:ext cx="105" cy="100"/>
            </a:xfrm>
            <a:custGeom>
              <a:avLst/>
              <a:gdLst>
                <a:gd name="T0" fmla="*/ 0 w 53"/>
                <a:gd name="T1" fmla="*/ 453 h 47"/>
                <a:gd name="T2" fmla="*/ 232 w 5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7">
                  <a:moveTo>
                    <a:pt x="0" y="47"/>
                  </a:moveTo>
                  <a:cubicBezTo>
                    <a:pt x="10" y="41"/>
                    <a:pt x="53" y="11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8" name="Freeform 3598">
              <a:extLst>
                <a:ext uri="{FF2B5EF4-FFF2-40B4-BE49-F238E27FC236}">
                  <a16:creationId xmlns:a16="http://schemas.microsoft.com/office/drawing/2014/main" id="{C5F45B47-ED1B-469A-906D-670128AF3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199"/>
              <a:ext cx="12" cy="12"/>
            </a:xfrm>
            <a:custGeom>
              <a:avLst/>
              <a:gdLst>
                <a:gd name="T0" fmla="*/ 0 w 6"/>
                <a:gd name="T1" fmla="*/ 0 h 6"/>
                <a:gd name="T2" fmla="*/ 48 w 6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9" name="Freeform 3599">
              <a:extLst>
                <a:ext uri="{FF2B5EF4-FFF2-40B4-BE49-F238E27FC236}">
                  <a16:creationId xmlns:a16="http://schemas.microsoft.com/office/drawing/2014/main" id="{55E195EB-8F95-45F8-AB47-ECC7FEE4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082"/>
              <a:ext cx="102" cy="99"/>
            </a:xfrm>
            <a:custGeom>
              <a:avLst/>
              <a:gdLst>
                <a:gd name="T0" fmla="*/ 0 w 51"/>
                <a:gd name="T1" fmla="*/ 440 h 47"/>
                <a:gd name="T2" fmla="*/ 96 w 51"/>
                <a:gd name="T3" fmla="*/ 345 h 47"/>
                <a:gd name="T4" fmla="*/ 296 w 51"/>
                <a:gd name="T5" fmla="*/ 160 h 47"/>
                <a:gd name="T6" fmla="*/ 408 w 51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7">
                  <a:moveTo>
                    <a:pt x="0" y="47"/>
                  </a:moveTo>
                  <a:cubicBezTo>
                    <a:pt x="3" y="43"/>
                    <a:pt x="8" y="40"/>
                    <a:pt x="12" y="37"/>
                  </a:cubicBezTo>
                  <a:cubicBezTo>
                    <a:pt x="20" y="31"/>
                    <a:pt x="29" y="24"/>
                    <a:pt x="37" y="17"/>
                  </a:cubicBezTo>
                  <a:cubicBezTo>
                    <a:pt x="43" y="13"/>
                    <a:pt x="50" y="8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0" name="Freeform 3600">
              <a:extLst>
                <a:ext uri="{FF2B5EF4-FFF2-40B4-BE49-F238E27FC236}">
                  <a16:creationId xmlns:a16="http://schemas.microsoft.com/office/drawing/2014/main" id="{44DDAC30-79B3-4E21-993E-B7675AD85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065"/>
              <a:ext cx="8" cy="8"/>
            </a:xfrm>
            <a:custGeom>
              <a:avLst/>
              <a:gdLst>
                <a:gd name="T0" fmla="*/ 32 w 4"/>
                <a:gd name="T1" fmla="*/ 32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3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1" name="Freeform 3601">
              <a:extLst>
                <a:ext uri="{FF2B5EF4-FFF2-40B4-BE49-F238E27FC236}">
                  <a16:creationId xmlns:a16="http://schemas.microsoft.com/office/drawing/2014/main" id="{DC2B7CC4-F2BD-4E05-923B-3B0DCE90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717"/>
              <a:ext cx="54" cy="194"/>
            </a:xfrm>
            <a:custGeom>
              <a:avLst/>
              <a:gdLst>
                <a:gd name="T0" fmla="*/ 128 w 27"/>
                <a:gd name="T1" fmla="*/ 0 h 91"/>
                <a:gd name="T2" fmla="*/ 200 w 27"/>
                <a:gd name="T3" fmla="*/ 213 h 91"/>
                <a:gd name="T4" fmla="*/ 136 w 27"/>
                <a:gd name="T5" fmla="*/ 554 h 91"/>
                <a:gd name="T6" fmla="*/ 0 w 27"/>
                <a:gd name="T7" fmla="*/ 814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91">
                  <a:moveTo>
                    <a:pt x="16" y="0"/>
                  </a:moveTo>
                  <a:cubicBezTo>
                    <a:pt x="23" y="8"/>
                    <a:pt x="27" y="11"/>
                    <a:pt x="25" y="22"/>
                  </a:cubicBezTo>
                  <a:cubicBezTo>
                    <a:pt x="23" y="34"/>
                    <a:pt x="19" y="46"/>
                    <a:pt x="17" y="57"/>
                  </a:cubicBezTo>
                  <a:cubicBezTo>
                    <a:pt x="16" y="64"/>
                    <a:pt x="10" y="91"/>
                    <a:pt x="0" y="8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2" name="Freeform 3602">
              <a:extLst>
                <a:ext uri="{FF2B5EF4-FFF2-40B4-BE49-F238E27FC236}">
                  <a16:creationId xmlns:a16="http://schemas.microsoft.com/office/drawing/2014/main" id="{90107C35-C042-48F3-A23F-C9C7159F2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900"/>
              <a:ext cx="8" cy="58"/>
            </a:xfrm>
            <a:custGeom>
              <a:avLst/>
              <a:gdLst>
                <a:gd name="T0" fmla="*/ 32 w 4"/>
                <a:gd name="T1" fmla="*/ 0 h 27"/>
                <a:gd name="T2" fmla="*/ 8 w 4"/>
                <a:gd name="T3" fmla="*/ 26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4" y="0"/>
                  </a:moveTo>
                  <a:cubicBezTo>
                    <a:pt x="2" y="9"/>
                    <a:pt x="0" y="19"/>
                    <a:pt x="1" y="2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3" name="Freeform 3603">
              <a:extLst>
                <a:ext uri="{FF2B5EF4-FFF2-40B4-BE49-F238E27FC236}">
                  <a16:creationId xmlns:a16="http://schemas.microsoft.com/office/drawing/2014/main" id="{3D9E5CB1-5E25-4789-80F0-9966CB5DB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586"/>
              <a:ext cx="54" cy="168"/>
            </a:xfrm>
            <a:custGeom>
              <a:avLst/>
              <a:gdLst>
                <a:gd name="T0" fmla="*/ 0 w 27"/>
                <a:gd name="T1" fmla="*/ 759 h 79"/>
                <a:gd name="T2" fmla="*/ 152 w 27"/>
                <a:gd name="T3" fmla="*/ 257 h 79"/>
                <a:gd name="T4" fmla="*/ 192 w 27"/>
                <a:gd name="T5" fmla="*/ 104 h 79"/>
                <a:gd name="T6" fmla="*/ 112 w 27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79">
                  <a:moveTo>
                    <a:pt x="0" y="79"/>
                  </a:moveTo>
                  <a:cubicBezTo>
                    <a:pt x="5" y="62"/>
                    <a:pt x="11" y="43"/>
                    <a:pt x="19" y="27"/>
                  </a:cubicBezTo>
                  <a:cubicBezTo>
                    <a:pt x="21" y="22"/>
                    <a:pt x="27" y="18"/>
                    <a:pt x="24" y="11"/>
                  </a:cubicBezTo>
                  <a:cubicBezTo>
                    <a:pt x="23" y="7"/>
                    <a:pt x="16" y="5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4" name="Freeform 3604">
              <a:extLst>
                <a:ext uri="{FF2B5EF4-FFF2-40B4-BE49-F238E27FC236}">
                  <a16:creationId xmlns:a16="http://schemas.microsoft.com/office/drawing/2014/main" id="{4D8EDF33-B330-4EB4-AE87-85C2AEA61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477"/>
              <a:ext cx="58" cy="138"/>
            </a:xfrm>
            <a:custGeom>
              <a:avLst/>
              <a:gdLst>
                <a:gd name="T0" fmla="*/ 0 w 29"/>
                <a:gd name="T1" fmla="*/ 622 h 65"/>
                <a:gd name="T2" fmla="*/ 192 w 29"/>
                <a:gd name="T3" fmla="*/ 229 h 65"/>
                <a:gd name="T4" fmla="*/ 112 w 29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5">
                  <a:moveTo>
                    <a:pt x="0" y="65"/>
                  </a:moveTo>
                  <a:cubicBezTo>
                    <a:pt x="10" y="58"/>
                    <a:pt x="20" y="35"/>
                    <a:pt x="24" y="24"/>
                  </a:cubicBezTo>
                  <a:cubicBezTo>
                    <a:pt x="29" y="11"/>
                    <a:pt x="26" y="6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5" name="Freeform 3605">
              <a:extLst>
                <a:ext uri="{FF2B5EF4-FFF2-40B4-BE49-F238E27FC236}">
                  <a16:creationId xmlns:a16="http://schemas.microsoft.com/office/drawing/2014/main" id="{25204F20-2F99-4BE3-98E2-92BC234FC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367"/>
              <a:ext cx="49" cy="127"/>
            </a:xfrm>
            <a:custGeom>
              <a:avLst/>
              <a:gdLst>
                <a:gd name="T0" fmla="*/ 0 w 25"/>
                <a:gd name="T1" fmla="*/ 569 h 60"/>
                <a:gd name="T2" fmla="*/ 172 w 25"/>
                <a:gd name="T3" fmla="*/ 169 h 60"/>
                <a:gd name="T4" fmla="*/ 76 w 25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0">
                  <a:moveTo>
                    <a:pt x="0" y="60"/>
                  </a:moveTo>
                  <a:cubicBezTo>
                    <a:pt x="6" y="47"/>
                    <a:pt x="21" y="32"/>
                    <a:pt x="23" y="18"/>
                  </a:cubicBezTo>
                  <a:cubicBezTo>
                    <a:pt x="25" y="7"/>
                    <a:pt x="18" y="9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6" name="Freeform 3606">
              <a:extLst>
                <a:ext uri="{FF2B5EF4-FFF2-40B4-BE49-F238E27FC236}">
                  <a16:creationId xmlns:a16="http://schemas.microsoft.com/office/drawing/2014/main" id="{E5551DE1-7185-48D1-B197-464ABC5C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237"/>
              <a:ext cx="74" cy="153"/>
            </a:xfrm>
            <a:custGeom>
              <a:avLst/>
              <a:gdLst>
                <a:gd name="T0" fmla="*/ 0 w 37"/>
                <a:gd name="T1" fmla="*/ 691 h 72"/>
                <a:gd name="T2" fmla="*/ 256 w 37"/>
                <a:gd name="T3" fmla="*/ 240 h 72"/>
                <a:gd name="T4" fmla="*/ 208 w 37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2">
                  <a:moveTo>
                    <a:pt x="0" y="72"/>
                  </a:moveTo>
                  <a:cubicBezTo>
                    <a:pt x="12" y="59"/>
                    <a:pt x="24" y="41"/>
                    <a:pt x="32" y="25"/>
                  </a:cubicBezTo>
                  <a:cubicBezTo>
                    <a:pt x="37" y="15"/>
                    <a:pt x="36" y="8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7" name="Freeform 3607">
              <a:extLst>
                <a:ext uri="{FF2B5EF4-FFF2-40B4-BE49-F238E27FC236}">
                  <a16:creationId xmlns:a16="http://schemas.microsoft.com/office/drawing/2014/main" id="{6405ADBA-A02C-4352-A565-290E5E08A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128"/>
              <a:ext cx="80" cy="147"/>
            </a:xfrm>
            <a:custGeom>
              <a:avLst/>
              <a:gdLst>
                <a:gd name="T0" fmla="*/ 16 w 40"/>
                <a:gd name="T1" fmla="*/ 639 h 69"/>
                <a:gd name="T2" fmla="*/ 0 w 40"/>
                <a:gd name="T3" fmla="*/ 667 h 69"/>
                <a:gd name="T4" fmla="*/ 248 w 40"/>
                <a:gd name="T5" fmla="*/ 249 h 69"/>
                <a:gd name="T6" fmla="*/ 216 w 40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9">
                  <a:moveTo>
                    <a:pt x="2" y="66"/>
                  </a:moveTo>
                  <a:cubicBezTo>
                    <a:pt x="1" y="67"/>
                    <a:pt x="1" y="68"/>
                    <a:pt x="0" y="69"/>
                  </a:cubicBezTo>
                  <a:cubicBezTo>
                    <a:pt x="9" y="56"/>
                    <a:pt x="21" y="39"/>
                    <a:pt x="31" y="26"/>
                  </a:cubicBezTo>
                  <a:cubicBezTo>
                    <a:pt x="40" y="15"/>
                    <a:pt x="38" y="9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8" name="Freeform 3608">
              <a:extLst>
                <a:ext uri="{FF2B5EF4-FFF2-40B4-BE49-F238E27FC236}">
                  <a16:creationId xmlns:a16="http://schemas.microsoft.com/office/drawing/2014/main" id="{9E13E361-74AA-4EAA-B5B1-32132407B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030"/>
              <a:ext cx="114" cy="130"/>
            </a:xfrm>
            <a:custGeom>
              <a:avLst/>
              <a:gdLst>
                <a:gd name="T0" fmla="*/ 0 w 57"/>
                <a:gd name="T1" fmla="*/ 590 h 61"/>
                <a:gd name="T2" fmla="*/ 296 w 57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61">
                  <a:moveTo>
                    <a:pt x="0" y="61"/>
                  </a:moveTo>
                  <a:cubicBezTo>
                    <a:pt x="9" y="54"/>
                    <a:pt x="57" y="11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9" name="Freeform 3609">
              <a:extLst>
                <a:ext uri="{FF2B5EF4-FFF2-40B4-BE49-F238E27FC236}">
                  <a16:creationId xmlns:a16="http://schemas.microsoft.com/office/drawing/2014/main" id="{97471604-DFD5-4965-8850-6C61841FB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939"/>
              <a:ext cx="116" cy="117"/>
            </a:xfrm>
            <a:custGeom>
              <a:avLst/>
              <a:gdLst>
                <a:gd name="T0" fmla="*/ 0 w 58"/>
                <a:gd name="T1" fmla="*/ 530 h 55"/>
                <a:gd name="T2" fmla="*/ 264 w 58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55">
                  <a:moveTo>
                    <a:pt x="0" y="55"/>
                  </a:moveTo>
                  <a:cubicBezTo>
                    <a:pt x="7" y="49"/>
                    <a:pt x="58" y="11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0" name="Freeform 3610">
              <a:extLst>
                <a:ext uri="{FF2B5EF4-FFF2-40B4-BE49-F238E27FC236}">
                  <a16:creationId xmlns:a16="http://schemas.microsoft.com/office/drawing/2014/main" id="{2E7278B2-86C3-4D58-9F8C-D5878BF9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860"/>
              <a:ext cx="111" cy="113"/>
            </a:xfrm>
            <a:custGeom>
              <a:avLst/>
              <a:gdLst>
                <a:gd name="T0" fmla="*/ 0 w 56"/>
                <a:gd name="T1" fmla="*/ 514 h 53"/>
                <a:gd name="T2" fmla="*/ 264 w 56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53">
                  <a:moveTo>
                    <a:pt x="0" y="53"/>
                  </a:moveTo>
                  <a:cubicBezTo>
                    <a:pt x="9" y="47"/>
                    <a:pt x="56" y="12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1" name="Freeform 3611">
              <a:extLst>
                <a:ext uri="{FF2B5EF4-FFF2-40B4-BE49-F238E27FC236}">
                  <a16:creationId xmlns:a16="http://schemas.microsoft.com/office/drawing/2014/main" id="{137BE4EA-0F7D-4593-AA18-3CEAAB770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790"/>
              <a:ext cx="121" cy="117"/>
            </a:xfrm>
            <a:custGeom>
              <a:avLst/>
              <a:gdLst>
                <a:gd name="T0" fmla="*/ 0 w 61"/>
                <a:gd name="T1" fmla="*/ 530 h 55"/>
                <a:gd name="T2" fmla="*/ 288 w 6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18" y="46"/>
                    <a:pt x="61" y="21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2" name="Freeform 3612">
              <a:extLst>
                <a:ext uri="{FF2B5EF4-FFF2-40B4-BE49-F238E27FC236}">
                  <a16:creationId xmlns:a16="http://schemas.microsoft.com/office/drawing/2014/main" id="{8B4EA823-4A31-4B6C-8700-9D8AA7634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735"/>
              <a:ext cx="86" cy="93"/>
            </a:xfrm>
            <a:custGeom>
              <a:avLst/>
              <a:gdLst>
                <a:gd name="T0" fmla="*/ 264 w 43"/>
                <a:gd name="T1" fmla="*/ 0 h 44"/>
                <a:gd name="T2" fmla="*/ 240 w 43"/>
                <a:gd name="T3" fmla="*/ 237 h 44"/>
                <a:gd name="T4" fmla="*/ 0 w 43"/>
                <a:gd name="T5" fmla="*/ 4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4">
                  <a:moveTo>
                    <a:pt x="33" y="0"/>
                  </a:moveTo>
                  <a:cubicBezTo>
                    <a:pt x="40" y="14"/>
                    <a:pt x="43" y="17"/>
                    <a:pt x="30" y="25"/>
                  </a:cubicBezTo>
                  <a:cubicBezTo>
                    <a:pt x="21" y="32"/>
                    <a:pt x="9" y="39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3" name="Freeform 3613">
              <a:extLst>
                <a:ext uri="{FF2B5EF4-FFF2-40B4-BE49-F238E27FC236}">
                  <a16:creationId xmlns:a16="http://schemas.microsoft.com/office/drawing/2014/main" id="{2240F52D-F2C6-4B97-8623-D47041D0F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671"/>
              <a:ext cx="94" cy="96"/>
            </a:xfrm>
            <a:custGeom>
              <a:avLst/>
              <a:gdLst>
                <a:gd name="T0" fmla="*/ 0 w 47"/>
                <a:gd name="T1" fmla="*/ 437 h 45"/>
                <a:gd name="T2" fmla="*/ 280 w 47"/>
                <a:gd name="T3" fmla="*/ 196 h 45"/>
                <a:gd name="T4" fmla="*/ 272 w 4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5">
                  <a:moveTo>
                    <a:pt x="0" y="45"/>
                  </a:moveTo>
                  <a:cubicBezTo>
                    <a:pt x="12" y="35"/>
                    <a:pt x="23" y="29"/>
                    <a:pt x="35" y="20"/>
                  </a:cubicBezTo>
                  <a:cubicBezTo>
                    <a:pt x="47" y="10"/>
                    <a:pt x="43" y="11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4" name="Freeform 3614">
              <a:extLst>
                <a:ext uri="{FF2B5EF4-FFF2-40B4-BE49-F238E27FC236}">
                  <a16:creationId xmlns:a16="http://schemas.microsoft.com/office/drawing/2014/main" id="{EB689A04-0C8A-40CF-BABE-E5BA5EDDE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601"/>
              <a:ext cx="96" cy="93"/>
            </a:xfrm>
            <a:custGeom>
              <a:avLst/>
              <a:gdLst>
                <a:gd name="T0" fmla="*/ 0 w 48"/>
                <a:gd name="T1" fmla="*/ 416 h 44"/>
                <a:gd name="T2" fmla="*/ 384 w 48"/>
                <a:gd name="T3" fmla="*/ 112 h 44"/>
                <a:gd name="T4" fmla="*/ 320 w 48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0" y="44"/>
                  </a:moveTo>
                  <a:cubicBezTo>
                    <a:pt x="17" y="40"/>
                    <a:pt x="35" y="23"/>
                    <a:pt x="48" y="12"/>
                  </a:cubicBezTo>
                  <a:cubicBezTo>
                    <a:pt x="45" y="8"/>
                    <a:pt x="42" y="4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5" name="Freeform 3615">
              <a:extLst>
                <a:ext uri="{FF2B5EF4-FFF2-40B4-BE49-F238E27FC236}">
                  <a16:creationId xmlns:a16="http://schemas.microsoft.com/office/drawing/2014/main" id="{885A6ABA-EA02-4296-B008-726FC3446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543"/>
              <a:ext cx="91" cy="83"/>
            </a:xfrm>
            <a:custGeom>
              <a:avLst/>
              <a:gdLst>
                <a:gd name="T0" fmla="*/ 0 w 46"/>
                <a:gd name="T1" fmla="*/ 377 h 39"/>
                <a:gd name="T2" fmla="*/ 293 w 46"/>
                <a:gd name="T3" fmla="*/ 196 h 39"/>
                <a:gd name="T4" fmla="*/ 285 w 46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9">
                  <a:moveTo>
                    <a:pt x="0" y="39"/>
                  </a:moveTo>
                  <a:cubicBezTo>
                    <a:pt x="13" y="35"/>
                    <a:pt x="29" y="29"/>
                    <a:pt x="38" y="20"/>
                  </a:cubicBezTo>
                  <a:cubicBezTo>
                    <a:pt x="46" y="13"/>
                    <a:pt x="42" y="8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6" name="Freeform 3616">
              <a:extLst>
                <a:ext uri="{FF2B5EF4-FFF2-40B4-BE49-F238E27FC236}">
                  <a16:creationId xmlns:a16="http://schemas.microsoft.com/office/drawing/2014/main" id="{03A69C57-CB53-4C62-9CAF-C7D62845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3"/>
              <a:ext cx="84" cy="75"/>
            </a:xfrm>
            <a:custGeom>
              <a:avLst/>
              <a:gdLst>
                <a:gd name="T0" fmla="*/ 0 w 42"/>
                <a:gd name="T1" fmla="*/ 345 h 35"/>
                <a:gd name="T2" fmla="*/ 160 w 42"/>
                <a:gd name="T3" fmla="*/ 257 h 35"/>
                <a:gd name="T4" fmla="*/ 320 w 42"/>
                <a:gd name="T5" fmla="*/ 137 h 35"/>
                <a:gd name="T6" fmla="*/ 272 w 4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5">
                  <a:moveTo>
                    <a:pt x="0" y="35"/>
                  </a:moveTo>
                  <a:cubicBezTo>
                    <a:pt x="7" y="33"/>
                    <a:pt x="14" y="30"/>
                    <a:pt x="20" y="26"/>
                  </a:cubicBezTo>
                  <a:cubicBezTo>
                    <a:pt x="25" y="24"/>
                    <a:pt x="38" y="19"/>
                    <a:pt x="40" y="14"/>
                  </a:cubicBezTo>
                  <a:cubicBezTo>
                    <a:pt x="42" y="10"/>
                    <a:pt x="38" y="4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7" name="Freeform 3617">
              <a:extLst>
                <a:ext uri="{FF2B5EF4-FFF2-40B4-BE49-F238E27FC236}">
                  <a16:creationId xmlns:a16="http://schemas.microsoft.com/office/drawing/2014/main" id="{E37AF253-6989-4DBA-B8D5-8D3ADCF85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465"/>
              <a:ext cx="104" cy="72"/>
            </a:xfrm>
            <a:custGeom>
              <a:avLst/>
              <a:gdLst>
                <a:gd name="T0" fmla="*/ 0 w 52"/>
                <a:gd name="T1" fmla="*/ 322 h 34"/>
                <a:gd name="T2" fmla="*/ 328 w 52"/>
                <a:gd name="T3" fmla="*/ 169 h 34"/>
                <a:gd name="T4" fmla="*/ 344 w 5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4">
                  <a:moveTo>
                    <a:pt x="0" y="34"/>
                  </a:moveTo>
                  <a:cubicBezTo>
                    <a:pt x="10" y="27"/>
                    <a:pt x="29" y="24"/>
                    <a:pt x="41" y="18"/>
                  </a:cubicBezTo>
                  <a:cubicBezTo>
                    <a:pt x="52" y="12"/>
                    <a:pt x="45" y="9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8" name="Freeform 3618">
              <a:extLst>
                <a:ext uri="{FF2B5EF4-FFF2-40B4-BE49-F238E27FC236}">
                  <a16:creationId xmlns:a16="http://schemas.microsoft.com/office/drawing/2014/main" id="{331E56B9-4434-4B22-BA4D-05A8A950F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427"/>
              <a:ext cx="84" cy="72"/>
            </a:xfrm>
            <a:custGeom>
              <a:avLst/>
              <a:gdLst>
                <a:gd name="T0" fmla="*/ 0 w 42"/>
                <a:gd name="T1" fmla="*/ 322 h 34"/>
                <a:gd name="T2" fmla="*/ 304 w 42"/>
                <a:gd name="T3" fmla="*/ 180 h 34"/>
                <a:gd name="T4" fmla="*/ 280 w 4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4">
                  <a:moveTo>
                    <a:pt x="0" y="34"/>
                  </a:moveTo>
                  <a:cubicBezTo>
                    <a:pt x="10" y="30"/>
                    <a:pt x="31" y="28"/>
                    <a:pt x="38" y="19"/>
                  </a:cubicBezTo>
                  <a:cubicBezTo>
                    <a:pt x="42" y="12"/>
                    <a:pt x="37" y="7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9" name="Freeform 3619">
              <a:extLst>
                <a:ext uri="{FF2B5EF4-FFF2-40B4-BE49-F238E27FC236}">
                  <a16:creationId xmlns:a16="http://schemas.microsoft.com/office/drawing/2014/main" id="{47337177-B7FD-48E8-BB0B-95577FA1F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397"/>
              <a:ext cx="104" cy="68"/>
            </a:xfrm>
            <a:custGeom>
              <a:avLst/>
              <a:gdLst>
                <a:gd name="T0" fmla="*/ 0 w 52"/>
                <a:gd name="T1" fmla="*/ 308 h 32"/>
                <a:gd name="T2" fmla="*/ 336 w 52"/>
                <a:gd name="T3" fmla="*/ 181 h 32"/>
                <a:gd name="T4" fmla="*/ 352 w 5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2">
                  <a:moveTo>
                    <a:pt x="0" y="32"/>
                  </a:moveTo>
                  <a:cubicBezTo>
                    <a:pt x="13" y="26"/>
                    <a:pt x="29" y="26"/>
                    <a:pt x="42" y="19"/>
                  </a:cubicBezTo>
                  <a:cubicBezTo>
                    <a:pt x="52" y="14"/>
                    <a:pt x="45" y="8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0" name="Freeform 3620">
              <a:extLst>
                <a:ext uri="{FF2B5EF4-FFF2-40B4-BE49-F238E27FC236}">
                  <a16:creationId xmlns:a16="http://schemas.microsoft.com/office/drawing/2014/main" id="{29969832-0FA7-46B6-8D39-751474BDE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369"/>
              <a:ext cx="97" cy="68"/>
            </a:xfrm>
            <a:custGeom>
              <a:avLst/>
              <a:gdLst>
                <a:gd name="T0" fmla="*/ 0 w 49"/>
                <a:gd name="T1" fmla="*/ 281 h 32"/>
                <a:gd name="T2" fmla="*/ 287 w 49"/>
                <a:gd name="T3" fmla="*/ 164 h 32"/>
                <a:gd name="T4" fmla="*/ 317 w 4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">
                  <a:moveTo>
                    <a:pt x="0" y="29"/>
                  </a:moveTo>
                  <a:cubicBezTo>
                    <a:pt x="5" y="32"/>
                    <a:pt x="30" y="20"/>
                    <a:pt x="37" y="17"/>
                  </a:cubicBezTo>
                  <a:cubicBezTo>
                    <a:pt x="49" y="13"/>
                    <a:pt x="47" y="9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1" name="Freeform 3621">
              <a:extLst>
                <a:ext uri="{FF2B5EF4-FFF2-40B4-BE49-F238E27FC236}">
                  <a16:creationId xmlns:a16="http://schemas.microsoft.com/office/drawing/2014/main" id="{F812D0F5-7F39-40B4-A47C-6ACFC3868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341"/>
              <a:ext cx="112" cy="62"/>
            </a:xfrm>
            <a:custGeom>
              <a:avLst/>
              <a:gdLst>
                <a:gd name="T0" fmla="*/ 0 w 56"/>
                <a:gd name="T1" fmla="*/ 284 h 29"/>
                <a:gd name="T2" fmla="*/ 384 w 56"/>
                <a:gd name="T3" fmla="*/ 197 h 29"/>
                <a:gd name="T4" fmla="*/ 384 w 5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9">
                  <a:moveTo>
                    <a:pt x="0" y="29"/>
                  </a:moveTo>
                  <a:cubicBezTo>
                    <a:pt x="13" y="28"/>
                    <a:pt x="37" y="29"/>
                    <a:pt x="48" y="20"/>
                  </a:cubicBezTo>
                  <a:cubicBezTo>
                    <a:pt x="56" y="13"/>
                    <a:pt x="46" y="8"/>
                    <a:pt x="4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2" name="Freeform 3622">
              <a:extLst>
                <a:ext uri="{FF2B5EF4-FFF2-40B4-BE49-F238E27FC236}">
                  <a16:creationId xmlns:a16="http://schemas.microsoft.com/office/drawing/2014/main" id="{10673E57-D662-44E1-A3B2-B0613B347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320"/>
              <a:ext cx="100" cy="64"/>
            </a:xfrm>
            <a:custGeom>
              <a:avLst/>
              <a:gdLst>
                <a:gd name="T0" fmla="*/ 0 w 50"/>
                <a:gd name="T1" fmla="*/ 292 h 30"/>
                <a:gd name="T2" fmla="*/ 328 w 50"/>
                <a:gd name="T3" fmla="*/ 186 h 30"/>
                <a:gd name="T4" fmla="*/ 352 w 5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0">
                  <a:moveTo>
                    <a:pt x="0" y="30"/>
                  </a:moveTo>
                  <a:cubicBezTo>
                    <a:pt x="12" y="24"/>
                    <a:pt x="30" y="26"/>
                    <a:pt x="41" y="19"/>
                  </a:cubicBezTo>
                  <a:cubicBezTo>
                    <a:pt x="50" y="14"/>
                    <a:pt x="46" y="7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3" name="Freeform 3623">
              <a:extLst>
                <a:ext uri="{FF2B5EF4-FFF2-40B4-BE49-F238E27FC236}">
                  <a16:creationId xmlns:a16="http://schemas.microsoft.com/office/drawing/2014/main" id="{D0F32892-DE30-451C-AD5C-D9CE67FC7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295"/>
              <a:ext cx="104" cy="63"/>
            </a:xfrm>
            <a:custGeom>
              <a:avLst/>
              <a:gdLst>
                <a:gd name="T0" fmla="*/ 0 w 52"/>
                <a:gd name="T1" fmla="*/ 277 h 30"/>
                <a:gd name="T2" fmla="*/ 200 w 52"/>
                <a:gd name="T3" fmla="*/ 221 h 30"/>
                <a:gd name="T4" fmla="*/ 376 w 52"/>
                <a:gd name="T5" fmla="*/ 176 h 30"/>
                <a:gd name="T6" fmla="*/ 360 w 52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cubicBezTo>
                    <a:pt x="8" y="27"/>
                    <a:pt x="17" y="25"/>
                    <a:pt x="25" y="24"/>
                  </a:cubicBezTo>
                  <a:cubicBezTo>
                    <a:pt x="30" y="23"/>
                    <a:pt x="43" y="22"/>
                    <a:pt x="47" y="19"/>
                  </a:cubicBezTo>
                  <a:cubicBezTo>
                    <a:pt x="52" y="15"/>
                    <a:pt x="46" y="6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4" name="Freeform 3624">
              <a:extLst>
                <a:ext uri="{FF2B5EF4-FFF2-40B4-BE49-F238E27FC236}">
                  <a16:creationId xmlns:a16="http://schemas.microsoft.com/office/drawing/2014/main" id="{F1B1DF23-F73C-41E5-B7C9-37BC96567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282"/>
              <a:ext cx="97" cy="55"/>
            </a:xfrm>
            <a:custGeom>
              <a:avLst/>
              <a:gdLst>
                <a:gd name="T0" fmla="*/ 0 w 49"/>
                <a:gd name="T1" fmla="*/ 245 h 26"/>
                <a:gd name="T2" fmla="*/ 333 w 49"/>
                <a:gd name="T3" fmla="*/ 169 h 26"/>
                <a:gd name="T4" fmla="*/ 340 w 4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6">
                  <a:moveTo>
                    <a:pt x="0" y="26"/>
                  </a:moveTo>
                  <a:cubicBezTo>
                    <a:pt x="13" y="24"/>
                    <a:pt x="31" y="25"/>
                    <a:pt x="43" y="18"/>
                  </a:cubicBezTo>
                  <a:cubicBezTo>
                    <a:pt x="49" y="15"/>
                    <a:pt x="48" y="6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5" name="Freeform 3625">
              <a:extLst>
                <a:ext uri="{FF2B5EF4-FFF2-40B4-BE49-F238E27FC236}">
                  <a16:creationId xmlns:a16="http://schemas.microsoft.com/office/drawing/2014/main" id="{56D30280-AEC3-4CB1-8112-96CDBEB90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276"/>
              <a:ext cx="112" cy="59"/>
            </a:xfrm>
            <a:custGeom>
              <a:avLst/>
              <a:gdLst>
                <a:gd name="T0" fmla="*/ 0 w 56"/>
                <a:gd name="T1" fmla="*/ 204 h 28"/>
                <a:gd name="T2" fmla="*/ 376 w 56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8">
                  <a:moveTo>
                    <a:pt x="0" y="22"/>
                  </a:moveTo>
                  <a:cubicBezTo>
                    <a:pt x="17" y="20"/>
                    <a:pt x="56" y="28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6" name="Freeform 3626">
              <a:extLst>
                <a:ext uri="{FF2B5EF4-FFF2-40B4-BE49-F238E27FC236}">
                  <a16:creationId xmlns:a16="http://schemas.microsoft.com/office/drawing/2014/main" id="{4E2068E8-6617-4C17-80FB-3095C1E5D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261"/>
              <a:ext cx="114" cy="53"/>
            </a:xfrm>
            <a:custGeom>
              <a:avLst/>
              <a:gdLst>
                <a:gd name="T0" fmla="*/ 0 w 57"/>
                <a:gd name="T1" fmla="*/ 229 h 25"/>
                <a:gd name="T2" fmla="*/ 120 w 57"/>
                <a:gd name="T3" fmla="*/ 229 h 25"/>
                <a:gd name="T4" fmla="*/ 352 w 57"/>
                <a:gd name="T5" fmla="*/ 212 h 25"/>
                <a:gd name="T6" fmla="*/ 440 w 57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5">
                  <a:moveTo>
                    <a:pt x="0" y="24"/>
                  </a:moveTo>
                  <a:cubicBezTo>
                    <a:pt x="4" y="25"/>
                    <a:pt x="10" y="24"/>
                    <a:pt x="15" y="24"/>
                  </a:cubicBezTo>
                  <a:cubicBezTo>
                    <a:pt x="25" y="23"/>
                    <a:pt x="35" y="25"/>
                    <a:pt x="44" y="22"/>
                  </a:cubicBezTo>
                  <a:cubicBezTo>
                    <a:pt x="57" y="18"/>
                    <a:pt x="53" y="10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7" name="Freeform 3627">
              <a:extLst>
                <a:ext uri="{FF2B5EF4-FFF2-40B4-BE49-F238E27FC236}">
                  <a16:creationId xmlns:a16="http://schemas.microsoft.com/office/drawing/2014/main" id="{82876F5E-5D36-4511-BE97-9F9912941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305"/>
              <a:ext cx="70" cy="11"/>
            </a:xfrm>
            <a:custGeom>
              <a:avLst/>
              <a:gdLst>
                <a:gd name="T0" fmla="*/ 16 w 35"/>
                <a:gd name="T1" fmla="*/ 9 h 5"/>
                <a:gd name="T2" fmla="*/ 32 w 35"/>
                <a:gd name="T3" fmla="*/ 9 h 5"/>
                <a:gd name="T4" fmla="*/ 0 w 35"/>
                <a:gd name="T5" fmla="*/ 0 h 5"/>
                <a:gd name="T6" fmla="*/ 280 w 35"/>
                <a:gd name="T7" fmla="*/ 5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">
                  <a:moveTo>
                    <a:pt x="2" y="1"/>
                  </a:moveTo>
                  <a:cubicBezTo>
                    <a:pt x="3" y="2"/>
                    <a:pt x="3" y="1"/>
                    <a:pt x="4" y="1"/>
                  </a:cubicBezTo>
                  <a:cubicBezTo>
                    <a:pt x="3" y="1"/>
                    <a:pt x="1" y="0"/>
                    <a:pt x="0" y="0"/>
                  </a:cubicBezTo>
                  <a:cubicBezTo>
                    <a:pt x="12" y="1"/>
                    <a:pt x="24" y="3"/>
                    <a:pt x="35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8" name="Freeform 3628">
              <a:extLst>
                <a:ext uri="{FF2B5EF4-FFF2-40B4-BE49-F238E27FC236}">
                  <a16:creationId xmlns:a16="http://schemas.microsoft.com/office/drawing/2014/main" id="{1D03B9D6-087E-46F4-BE8C-2B357D35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52"/>
              <a:ext cx="24" cy="8"/>
            </a:xfrm>
            <a:custGeom>
              <a:avLst/>
              <a:gdLst>
                <a:gd name="T0" fmla="*/ 0 w 12"/>
                <a:gd name="T1" fmla="*/ 8 h 4"/>
                <a:gd name="T2" fmla="*/ 96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1"/>
                  </a:moveTo>
                  <a:cubicBezTo>
                    <a:pt x="4" y="3"/>
                    <a:pt x="10" y="4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9" name="Freeform 3629">
              <a:extLst>
                <a:ext uri="{FF2B5EF4-FFF2-40B4-BE49-F238E27FC236}">
                  <a16:creationId xmlns:a16="http://schemas.microsoft.com/office/drawing/2014/main" id="{1B21885C-DA74-4EA2-8D83-C166287E9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600"/>
              <a:ext cx="30" cy="20"/>
            </a:xfrm>
            <a:custGeom>
              <a:avLst/>
              <a:gdLst>
                <a:gd name="T0" fmla="*/ 0 w 15"/>
                <a:gd name="T1" fmla="*/ 98 h 9"/>
                <a:gd name="T2" fmla="*/ 120 w 15"/>
                <a:gd name="T3" fmla="*/ 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1" y="3"/>
                    <a:pt x="12" y="0"/>
                    <a:pt x="15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0" name="Freeform 3630">
              <a:extLst>
                <a:ext uri="{FF2B5EF4-FFF2-40B4-BE49-F238E27FC236}">
                  <a16:creationId xmlns:a16="http://schemas.microsoft.com/office/drawing/2014/main" id="{0AD2F967-B0A9-4804-86E9-B4C0126B9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734"/>
              <a:ext cx="26" cy="24"/>
            </a:xfrm>
            <a:custGeom>
              <a:avLst/>
              <a:gdLst>
                <a:gd name="T0" fmla="*/ 0 w 13"/>
                <a:gd name="T1" fmla="*/ 113 h 11"/>
                <a:gd name="T2" fmla="*/ 104 w 13"/>
                <a:gd name="T3" fmla="*/ 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0" y="3"/>
                    <a:pt x="7" y="0"/>
                    <a:pt x="13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1" name="Freeform 3631">
              <a:extLst>
                <a:ext uri="{FF2B5EF4-FFF2-40B4-BE49-F238E27FC236}">
                  <a16:creationId xmlns:a16="http://schemas.microsoft.com/office/drawing/2014/main" id="{08CCF203-70CA-4438-AB2F-448B96B02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111"/>
              <a:ext cx="8" cy="28"/>
            </a:xfrm>
            <a:custGeom>
              <a:avLst/>
              <a:gdLst>
                <a:gd name="T0" fmla="*/ 8 w 4"/>
                <a:gd name="T1" fmla="*/ 129 h 13"/>
                <a:gd name="T2" fmla="*/ 32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1" y="13"/>
                  </a:moveTo>
                  <a:cubicBezTo>
                    <a:pt x="0" y="9"/>
                    <a:pt x="1" y="4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2" name="Freeform 3632">
              <a:extLst>
                <a:ext uri="{FF2B5EF4-FFF2-40B4-BE49-F238E27FC236}">
                  <a16:creationId xmlns:a16="http://schemas.microsoft.com/office/drawing/2014/main" id="{D5C30EE2-362F-4490-8D50-5A49457CC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420"/>
              <a:ext cx="18" cy="30"/>
            </a:xfrm>
            <a:custGeom>
              <a:avLst/>
              <a:gdLst>
                <a:gd name="T0" fmla="*/ 0 w 9"/>
                <a:gd name="T1" fmla="*/ 137 h 14"/>
                <a:gd name="T2" fmla="*/ 72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2" y="8"/>
                    <a:pt x="3" y="4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3" name="Freeform 3633">
              <a:extLst>
                <a:ext uri="{FF2B5EF4-FFF2-40B4-BE49-F238E27FC236}">
                  <a16:creationId xmlns:a16="http://schemas.microsoft.com/office/drawing/2014/main" id="{F4A0FA1F-3523-4766-A59A-C17B22F51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388"/>
              <a:ext cx="25" cy="30"/>
            </a:xfrm>
            <a:custGeom>
              <a:avLst/>
              <a:gdLst>
                <a:gd name="T0" fmla="*/ 0 w 13"/>
                <a:gd name="T1" fmla="*/ 137 h 14"/>
                <a:gd name="T2" fmla="*/ 92 w 1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14"/>
                  </a:moveTo>
                  <a:cubicBezTo>
                    <a:pt x="3" y="8"/>
                    <a:pt x="6" y="2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4" name="Freeform 3634">
              <a:extLst>
                <a:ext uri="{FF2B5EF4-FFF2-40B4-BE49-F238E27FC236}">
                  <a16:creationId xmlns:a16="http://schemas.microsoft.com/office/drawing/2014/main" id="{1D63F841-DB87-4DA2-A89D-A34C7965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388"/>
              <a:ext cx="16" cy="15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1" y="4"/>
                    <a:pt x="5" y="5"/>
                    <a:pt x="8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5" name="Freeform 3635">
              <a:extLst>
                <a:ext uri="{FF2B5EF4-FFF2-40B4-BE49-F238E27FC236}">
                  <a16:creationId xmlns:a16="http://schemas.microsoft.com/office/drawing/2014/main" id="{B119B541-98A1-4575-B73C-0358A974B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339"/>
              <a:ext cx="20" cy="28"/>
            </a:xfrm>
            <a:custGeom>
              <a:avLst/>
              <a:gdLst>
                <a:gd name="T0" fmla="*/ 8 w 10"/>
                <a:gd name="T1" fmla="*/ 129 h 13"/>
                <a:gd name="T2" fmla="*/ 80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1" y="13"/>
                  </a:moveTo>
                  <a:cubicBezTo>
                    <a:pt x="0" y="8"/>
                    <a:pt x="5" y="1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6" name="Freeform 3636">
              <a:extLst>
                <a:ext uri="{FF2B5EF4-FFF2-40B4-BE49-F238E27FC236}">
                  <a16:creationId xmlns:a16="http://schemas.microsoft.com/office/drawing/2014/main" id="{FE580397-38B2-4A91-ADBC-6DA90E00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333"/>
              <a:ext cx="22" cy="19"/>
            </a:xfrm>
            <a:custGeom>
              <a:avLst/>
              <a:gdLst>
                <a:gd name="T0" fmla="*/ 0 w 11"/>
                <a:gd name="T1" fmla="*/ 0 h 9"/>
                <a:gd name="T2" fmla="*/ 88 w 11"/>
                <a:gd name="T3" fmla="*/ 6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2" y="6"/>
                    <a:pt x="6" y="9"/>
                    <a:pt x="11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7" name="Freeform 3637">
              <a:extLst>
                <a:ext uri="{FF2B5EF4-FFF2-40B4-BE49-F238E27FC236}">
                  <a16:creationId xmlns:a16="http://schemas.microsoft.com/office/drawing/2014/main" id="{394791AB-5246-4561-A239-9014BC68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320"/>
              <a:ext cx="26" cy="17"/>
            </a:xfrm>
            <a:custGeom>
              <a:avLst/>
              <a:gdLst>
                <a:gd name="T0" fmla="*/ 0 w 13"/>
                <a:gd name="T1" fmla="*/ 0 h 8"/>
                <a:gd name="T2" fmla="*/ 104 w 13"/>
                <a:gd name="T3" fmla="*/ 6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4" y="4"/>
                    <a:pt x="7" y="8"/>
                    <a:pt x="13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8" name="Freeform 3638">
              <a:extLst>
                <a:ext uri="{FF2B5EF4-FFF2-40B4-BE49-F238E27FC236}">
                  <a16:creationId xmlns:a16="http://schemas.microsoft.com/office/drawing/2014/main" id="{8BEB52B8-1571-4014-86AE-F6DB08D9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278"/>
              <a:ext cx="20" cy="21"/>
            </a:xfrm>
            <a:custGeom>
              <a:avLst/>
              <a:gdLst>
                <a:gd name="T0" fmla="*/ 0 w 10"/>
                <a:gd name="T1" fmla="*/ 92 h 10"/>
                <a:gd name="T2" fmla="*/ 8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1" y="5"/>
                    <a:pt x="5" y="1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9" name="Freeform 3639">
              <a:extLst>
                <a:ext uri="{FF2B5EF4-FFF2-40B4-BE49-F238E27FC236}">
                  <a16:creationId xmlns:a16="http://schemas.microsoft.com/office/drawing/2014/main" id="{50E2DBC1-60F7-4557-A460-A63CF78C9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271"/>
              <a:ext cx="28" cy="19"/>
            </a:xfrm>
            <a:custGeom>
              <a:avLst/>
              <a:gdLst>
                <a:gd name="T0" fmla="*/ 16 w 14"/>
                <a:gd name="T1" fmla="*/ 84 h 9"/>
                <a:gd name="T2" fmla="*/ 112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2" y="9"/>
                  </a:moveTo>
                  <a:cubicBezTo>
                    <a:pt x="0" y="5"/>
                    <a:pt x="10" y="0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0" name="Freeform 3640">
              <a:extLst>
                <a:ext uri="{FF2B5EF4-FFF2-40B4-BE49-F238E27FC236}">
                  <a16:creationId xmlns:a16="http://schemas.microsoft.com/office/drawing/2014/main" id="{AA2631C5-F361-4F50-853B-406106CB3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1265"/>
              <a:ext cx="28" cy="13"/>
            </a:xfrm>
            <a:custGeom>
              <a:avLst/>
              <a:gdLst>
                <a:gd name="T0" fmla="*/ 0 w 14"/>
                <a:gd name="T1" fmla="*/ 0 h 6"/>
                <a:gd name="T2" fmla="*/ 112 w 1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6" y="2"/>
                    <a:pt x="9" y="2"/>
                    <a:pt x="14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1" name="Freeform 3641">
              <a:extLst>
                <a:ext uri="{FF2B5EF4-FFF2-40B4-BE49-F238E27FC236}">
                  <a16:creationId xmlns:a16="http://schemas.microsoft.com/office/drawing/2014/main" id="{8C3AA174-2824-47DB-8A54-4B396449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1284"/>
              <a:ext cx="18" cy="23"/>
            </a:xfrm>
            <a:custGeom>
              <a:avLst/>
              <a:gdLst>
                <a:gd name="T0" fmla="*/ 32 w 9"/>
                <a:gd name="T1" fmla="*/ 0 h 11"/>
                <a:gd name="T2" fmla="*/ 72 w 9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0" y="5"/>
                    <a:pt x="5" y="9"/>
                    <a:pt x="9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2" name="Freeform 3642">
              <a:extLst>
                <a:ext uri="{FF2B5EF4-FFF2-40B4-BE49-F238E27FC236}">
                  <a16:creationId xmlns:a16="http://schemas.microsoft.com/office/drawing/2014/main" id="{7FE7AA11-CEFF-495B-885B-39DE01B8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88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60 w 9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5"/>
                    <a:pt x="6" y="3"/>
                    <a:pt x="9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3" name="Freeform 3643">
              <a:extLst>
                <a:ext uri="{FF2B5EF4-FFF2-40B4-BE49-F238E27FC236}">
                  <a16:creationId xmlns:a16="http://schemas.microsoft.com/office/drawing/2014/main" id="{B21DA661-8BD4-45D2-A245-159D0D2E8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913"/>
              <a:ext cx="56" cy="136"/>
            </a:xfrm>
            <a:custGeom>
              <a:avLst/>
              <a:gdLst>
                <a:gd name="T0" fmla="*/ 8 w 28"/>
                <a:gd name="T1" fmla="*/ 9 h 64"/>
                <a:gd name="T2" fmla="*/ 176 w 28"/>
                <a:gd name="T3" fmla="*/ 60 h 64"/>
                <a:gd name="T4" fmla="*/ 152 w 28"/>
                <a:gd name="T5" fmla="*/ 453 h 64"/>
                <a:gd name="T6" fmla="*/ 88 w 28"/>
                <a:gd name="T7" fmla="*/ 614 h 64"/>
                <a:gd name="T8" fmla="*/ 0 w 28"/>
                <a:gd name="T9" fmla="*/ 60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4">
                  <a:moveTo>
                    <a:pt x="1" y="1"/>
                  </a:moveTo>
                  <a:cubicBezTo>
                    <a:pt x="7" y="3"/>
                    <a:pt x="18" y="0"/>
                    <a:pt x="22" y="6"/>
                  </a:cubicBezTo>
                  <a:cubicBezTo>
                    <a:pt x="28" y="16"/>
                    <a:pt x="21" y="33"/>
                    <a:pt x="19" y="47"/>
                  </a:cubicBezTo>
                  <a:cubicBezTo>
                    <a:pt x="17" y="52"/>
                    <a:pt x="14" y="64"/>
                    <a:pt x="11" y="64"/>
                  </a:cubicBezTo>
                  <a:cubicBezTo>
                    <a:pt x="7" y="63"/>
                    <a:pt x="0" y="63"/>
                    <a:pt x="0" y="6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4" name="Freeform 3644">
              <a:extLst>
                <a:ext uri="{FF2B5EF4-FFF2-40B4-BE49-F238E27FC236}">
                  <a16:creationId xmlns:a16="http://schemas.microsoft.com/office/drawing/2014/main" id="{EE503D72-27A1-4C29-9B03-33BB19EE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03"/>
              <a:ext cx="34" cy="127"/>
            </a:xfrm>
            <a:custGeom>
              <a:avLst/>
              <a:gdLst>
                <a:gd name="T0" fmla="*/ 24 w 17"/>
                <a:gd name="T1" fmla="*/ 569 h 60"/>
                <a:gd name="T2" fmla="*/ 72 w 17"/>
                <a:gd name="T3" fmla="*/ 389 h 60"/>
                <a:gd name="T4" fmla="*/ 128 w 17"/>
                <a:gd name="T5" fmla="*/ 125 h 60"/>
                <a:gd name="T6" fmla="*/ 0 w 17"/>
                <a:gd name="T7" fmla="*/ 17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3" y="60"/>
                  </a:moveTo>
                  <a:cubicBezTo>
                    <a:pt x="6" y="54"/>
                    <a:pt x="7" y="48"/>
                    <a:pt x="9" y="41"/>
                  </a:cubicBezTo>
                  <a:cubicBezTo>
                    <a:pt x="11" y="33"/>
                    <a:pt x="17" y="22"/>
                    <a:pt x="16" y="13"/>
                  </a:cubicBezTo>
                  <a:cubicBezTo>
                    <a:pt x="16" y="6"/>
                    <a:pt x="6" y="0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5" name="Freeform 3645">
              <a:extLst>
                <a:ext uri="{FF2B5EF4-FFF2-40B4-BE49-F238E27FC236}">
                  <a16:creationId xmlns:a16="http://schemas.microsoft.com/office/drawing/2014/main" id="{90F23A4C-9CAF-4DA7-B957-2488046BB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690"/>
              <a:ext cx="38" cy="134"/>
            </a:xfrm>
            <a:custGeom>
              <a:avLst/>
              <a:gdLst>
                <a:gd name="T0" fmla="*/ 0 w 19"/>
                <a:gd name="T1" fmla="*/ 606 h 63"/>
                <a:gd name="T2" fmla="*/ 48 w 19"/>
                <a:gd name="T3" fmla="*/ 434 h 63"/>
                <a:gd name="T4" fmla="*/ 128 w 19"/>
                <a:gd name="T5" fmla="*/ 172 h 63"/>
                <a:gd name="T6" fmla="*/ 112 w 19"/>
                <a:gd name="T7" fmla="*/ 68 h 63"/>
                <a:gd name="T8" fmla="*/ 24 w 19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3">
                  <a:moveTo>
                    <a:pt x="0" y="63"/>
                  </a:moveTo>
                  <a:cubicBezTo>
                    <a:pt x="3" y="58"/>
                    <a:pt x="4" y="50"/>
                    <a:pt x="6" y="45"/>
                  </a:cubicBezTo>
                  <a:cubicBezTo>
                    <a:pt x="9" y="36"/>
                    <a:pt x="13" y="27"/>
                    <a:pt x="16" y="18"/>
                  </a:cubicBezTo>
                  <a:cubicBezTo>
                    <a:pt x="18" y="11"/>
                    <a:pt x="19" y="11"/>
                    <a:pt x="14" y="7"/>
                  </a:cubicBezTo>
                  <a:cubicBezTo>
                    <a:pt x="11" y="4"/>
                    <a:pt x="6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6" name="Freeform 3646">
              <a:extLst>
                <a:ext uri="{FF2B5EF4-FFF2-40B4-BE49-F238E27FC236}">
                  <a16:creationId xmlns:a16="http://schemas.microsoft.com/office/drawing/2014/main" id="{DD16139C-996B-40CB-889F-CEDABE4E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594"/>
              <a:ext cx="44" cy="117"/>
            </a:xfrm>
            <a:custGeom>
              <a:avLst/>
              <a:gdLst>
                <a:gd name="T0" fmla="*/ 0 w 22"/>
                <a:gd name="T1" fmla="*/ 530 h 55"/>
                <a:gd name="T2" fmla="*/ 112 w 22"/>
                <a:gd name="T3" fmla="*/ 164 h 55"/>
                <a:gd name="T4" fmla="*/ 80 w 22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5">
                  <a:moveTo>
                    <a:pt x="0" y="55"/>
                  </a:moveTo>
                  <a:cubicBezTo>
                    <a:pt x="3" y="43"/>
                    <a:pt x="9" y="29"/>
                    <a:pt x="14" y="17"/>
                  </a:cubicBezTo>
                  <a:cubicBezTo>
                    <a:pt x="16" y="11"/>
                    <a:pt x="22" y="1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7" name="Freeform 3647">
              <a:extLst>
                <a:ext uri="{FF2B5EF4-FFF2-40B4-BE49-F238E27FC236}">
                  <a16:creationId xmlns:a16="http://schemas.microsoft.com/office/drawing/2014/main" id="{AB8539DA-A2AA-46AF-ADD6-02A30065E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477"/>
              <a:ext cx="52" cy="132"/>
            </a:xfrm>
            <a:custGeom>
              <a:avLst/>
              <a:gdLst>
                <a:gd name="T0" fmla="*/ 0 w 26"/>
                <a:gd name="T1" fmla="*/ 598 h 62"/>
                <a:gd name="T2" fmla="*/ 192 w 26"/>
                <a:gd name="T3" fmla="*/ 181 h 62"/>
                <a:gd name="T4" fmla="*/ 88 w 2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2">
                  <a:moveTo>
                    <a:pt x="0" y="62"/>
                  </a:moveTo>
                  <a:cubicBezTo>
                    <a:pt x="10" y="52"/>
                    <a:pt x="21" y="33"/>
                    <a:pt x="24" y="19"/>
                  </a:cubicBezTo>
                  <a:cubicBezTo>
                    <a:pt x="26" y="9"/>
                    <a:pt x="20" y="4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8" name="Freeform 3648">
              <a:extLst>
                <a:ext uri="{FF2B5EF4-FFF2-40B4-BE49-F238E27FC236}">
                  <a16:creationId xmlns:a16="http://schemas.microsoft.com/office/drawing/2014/main" id="{8AC2C1B8-7BBA-42FA-BB5D-3B26C340C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381"/>
              <a:ext cx="57" cy="134"/>
            </a:xfrm>
            <a:custGeom>
              <a:avLst/>
              <a:gdLst>
                <a:gd name="T0" fmla="*/ 0 w 29"/>
                <a:gd name="T1" fmla="*/ 606 h 63"/>
                <a:gd name="T2" fmla="*/ 197 w 29"/>
                <a:gd name="T3" fmla="*/ 181 h 63"/>
                <a:gd name="T4" fmla="*/ 92 w 29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3">
                  <a:moveTo>
                    <a:pt x="0" y="63"/>
                  </a:moveTo>
                  <a:cubicBezTo>
                    <a:pt x="8" y="49"/>
                    <a:pt x="20" y="34"/>
                    <a:pt x="26" y="19"/>
                  </a:cubicBezTo>
                  <a:cubicBezTo>
                    <a:pt x="29" y="8"/>
                    <a:pt x="19" y="6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9" name="Freeform 3649">
              <a:extLst>
                <a:ext uri="{FF2B5EF4-FFF2-40B4-BE49-F238E27FC236}">
                  <a16:creationId xmlns:a16="http://schemas.microsoft.com/office/drawing/2014/main" id="{4DE5D237-5D6C-45B0-BF3E-DEFA49183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318"/>
              <a:ext cx="56" cy="91"/>
            </a:xfrm>
            <a:custGeom>
              <a:avLst/>
              <a:gdLst>
                <a:gd name="T0" fmla="*/ 0 w 28"/>
                <a:gd name="T1" fmla="*/ 408 h 43"/>
                <a:gd name="T2" fmla="*/ 56 w 28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43"/>
                  </a:moveTo>
                  <a:cubicBezTo>
                    <a:pt x="7" y="32"/>
                    <a:pt x="28" y="8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0" name="Freeform 3650">
              <a:extLst>
                <a:ext uri="{FF2B5EF4-FFF2-40B4-BE49-F238E27FC236}">
                  <a16:creationId xmlns:a16="http://schemas.microsoft.com/office/drawing/2014/main" id="{6F772339-98B0-4A80-8197-B85D998FC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230"/>
              <a:ext cx="54" cy="120"/>
            </a:xfrm>
            <a:custGeom>
              <a:avLst/>
              <a:gdLst>
                <a:gd name="T0" fmla="*/ 0 w 27"/>
                <a:gd name="T1" fmla="*/ 551 h 56"/>
                <a:gd name="T2" fmla="*/ 200 w 27"/>
                <a:gd name="T3" fmla="*/ 156 h 56"/>
                <a:gd name="T4" fmla="*/ 176 w 27"/>
                <a:gd name="T5" fmla="*/ 77 h 56"/>
                <a:gd name="T6" fmla="*/ 120 w 27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6">
                  <a:moveTo>
                    <a:pt x="0" y="56"/>
                  </a:moveTo>
                  <a:cubicBezTo>
                    <a:pt x="9" y="45"/>
                    <a:pt x="22" y="30"/>
                    <a:pt x="25" y="16"/>
                  </a:cubicBezTo>
                  <a:cubicBezTo>
                    <a:pt x="26" y="10"/>
                    <a:pt x="27" y="12"/>
                    <a:pt x="22" y="8"/>
                  </a:cubicBezTo>
                  <a:cubicBezTo>
                    <a:pt x="20" y="5"/>
                    <a:pt x="17" y="3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1" name="Freeform 3651">
              <a:extLst>
                <a:ext uri="{FF2B5EF4-FFF2-40B4-BE49-F238E27FC236}">
                  <a16:creationId xmlns:a16="http://schemas.microsoft.com/office/drawing/2014/main" id="{D21581AF-20C5-427D-9132-7691673B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143"/>
              <a:ext cx="68" cy="117"/>
            </a:xfrm>
            <a:custGeom>
              <a:avLst/>
              <a:gdLst>
                <a:gd name="T0" fmla="*/ 0 w 34"/>
                <a:gd name="T1" fmla="*/ 530 h 55"/>
                <a:gd name="T2" fmla="*/ 96 w 34"/>
                <a:gd name="T3" fmla="*/ 377 h 55"/>
                <a:gd name="T4" fmla="*/ 200 w 34"/>
                <a:gd name="T5" fmla="*/ 153 h 55"/>
                <a:gd name="T6" fmla="*/ 184 w 34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5">
                  <a:moveTo>
                    <a:pt x="0" y="55"/>
                  </a:moveTo>
                  <a:cubicBezTo>
                    <a:pt x="4" y="50"/>
                    <a:pt x="8" y="45"/>
                    <a:pt x="12" y="39"/>
                  </a:cubicBezTo>
                  <a:cubicBezTo>
                    <a:pt x="18" y="32"/>
                    <a:pt x="20" y="24"/>
                    <a:pt x="25" y="16"/>
                  </a:cubicBezTo>
                  <a:cubicBezTo>
                    <a:pt x="30" y="9"/>
                    <a:pt x="34" y="4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2" name="Freeform 3652">
              <a:extLst>
                <a:ext uri="{FF2B5EF4-FFF2-40B4-BE49-F238E27FC236}">
                  <a16:creationId xmlns:a16="http://schemas.microsoft.com/office/drawing/2014/main" id="{A65EE97F-4BFF-4025-AB8D-5719C8188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058"/>
              <a:ext cx="74" cy="106"/>
            </a:xfrm>
            <a:custGeom>
              <a:avLst/>
              <a:gdLst>
                <a:gd name="T0" fmla="*/ 0 w 37"/>
                <a:gd name="T1" fmla="*/ 477 h 50"/>
                <a:gd name="T2" fmla="*/ 256 w 37"/>
                <a:gd name="T3" fmla="*/ 161 h 50"/>
                <a:gd name="T4" fmla="*/ 184 w 37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0">
                  <a:moveTo>
                    <a:pt x="0" y="50"/>
                  </a:moveTo>
                  <a:cubicBezTo>
                    <a:pt x="6" y="36"/>
                    <a:pt x="26" y="31"/>
                    <a:pt x="32" y="17"/>
                  </a:cubicBezTo>
                  <a:cubicBezTo>
                    <a:pt x="37" y="8"/>
                    <a:pt x="28" y="7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3" name="Freeform 3653">
              <a:extLst>
                <a:ext uri="{FF2B5EF4-FFF2-40B4-BE49-F238E27FC236}">
                  <a16:creationId xmlns:a16="http://schemas.microsoft.com/office/drawing/2014/main" id="{E0E4EF6D-49E4-4517-A50B-428F2A699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994"/>
              <a:ext cx="64" cy="98"/>
            </a:xfrm>
            <a:custGeom>
              <a:avLst/>
              <a:gdLst>
                <a:gd name="T0" fmla="*/ 0 w 32"/>
                <a:gd name="T1" fmla="*/ 445 h 46"/>
                <a:gd name="T2" fmla="*/ 232 w 32"/>
                <a:gd name="T3" fmla="*/ 117 h 46"/>
                <a:gd name="T4" fmla="*/ 160 w 3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6">
                  <a:moveTo>
                    <a:pt x="0" y="46"/>
                  </a:moveTo>
                  <a:cubicBezTo>
                    <a:pt x="7" y="33"/>
                    <a:pt x="25" y="26"/>
                    <a:pt x="29" y="12"/>
                  </a:cubicBezTo>
                  <a:cubicBezTo>
                    <a:pt x="32" y="3"/>
                    <a:pt x="24" y="3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4" name="Freeform 3654">
              <a:extLst>
                <a:ext uri="{FF2B5EF4-FFF2-40B4-BE49-F238E27FC236}">
                  <a16:creationId xmlns:a16="http://schemas.microsoft.com/office/drawing/2014/main" id="{1DD1ADAE-68B3-4D36-814E-96C62148C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928"/>
              <a:ext cx="74" cy="98"/>
            </a:xfrm>
            <a:custGeom>
              <a:avLst/>
              <a:gdLst>
                <a:gd name="T0" fmla="*/ 0 w 37"/>
                <a:gd name="T1" fmla="*/ 445 h 46"/>
                <a:gd name="T2" fmla="*/ 256 w 37"/>
                <a:gd name="T3" fmla="*/ 173 h 46"/>
                <a:gd name="T4" fmla="*/ 184 w 3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6">
                  <a:moveTo>
                    <a:pt x="0" y="46"/>
                  </a:moveTo>
                  <a:cubicBezTo>
                    <a:pt x="11" y="40"/>
                    <a:pt x="27" y="28"/>
                    <a:pt x="32" y="18"/>
                  </a:cubicBezTo>
                  <a:cubicBezTo>
                    <a:pt x="37" y="8"/>
                    <a:pt x="28" y="7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5" name="Freeform 3655">
              <a:extLst>
                <a:ext uri="{FF2B5EF4-FFF2-40B4-BE49-F238E27FC236}">
                  <a16:creationId xmlns:a16="http://schemas.microsoft.com/office/drawing/2014/main" id="{10B109D3-5434-4394-BF73-5ABE553AF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873"/>
              <a:ext cx="71" cy="87"/>
            </a:xfrm>
            <a:custGeom>
              <a:avLst/>
              <a:gdLst>
                <a:gd name="T0" fmla="*/ 0 w 36"/>
                <a:gd name="T1" fmla="*/ 393 h 41"/>
                <a:gd name="T2" fmla="*/ 245 w 36"/>
                <a:gd name="T3" fmla="*/ 136 h 41"/>
                <a:gd name="T4" fmla="*/ 207 w 36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1">
                  <a:moveTo>
                    <a:pt x="0" y="41"/>
                  </a:moveTo>
                  <a:cubicBezTo>
                    <a:pt x="9" y="37"/>
                    <a:pt x="27" y="23"/>
                    <a:pt x="32" y="14"/>
                  </a:cubicBezTo>
                  <a:cubicBezTo>
                    <a:pt x="36" y="7"/>
                    <a:pt x="32" y="6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6" name="Freeform 3656">
              <a:extLst>
                <a:ext uri="{FF2B5EF4-FFF2-40B4-BE49-F238E27FC236}">
                  <a16:creationId xmlns:a16="http://schemas.microsoft.com/office/drawing/2014/main" id="{E38EAAFF-A3A4-42BD-ACE3-8EE12427F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807"/>
              <a:ext cx="84" cy="96"/>
            </a:xfrm>
            <a:custGeom>
              <a:avLst/>
              <a:gdLst>
                <a:gd name="T0" fmla="*/ 0 w 42"/>
                <a:gd name="T1" fmla="*/ 437 h 45"/>
                <a:gd name="T2" fmla="*/ 136 w 42"/>
                <a:gd name="T3" fmla="*/ 309 h 45"/>
                <a:gd name="T4" fmla="*/ 280 w 42"/>
                <a:gd name="T5" fmla="*/ 164 h 45"/>
                <a:gd name="T6" fmla="*/ 232 w 42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5">
                  <a:moveTo>
                    <a:pt x="0" y="45"/>
                  </a:moveTo>
                  <a:cubicBezTo>
                    <a:pt x="3" y="40"/>
                    <a:pt x="12" y="36"/>
                    <a:pt x="17" y="32"/>
                  </a:cubicBezTo>
                  <a:cubicBezTo>
                    <a:pt x="23" y="28"/>
                    <a:pt x="30" y="23"/>
                    <a:pt x="35" y="17"/>
                  </a:cubicBezTo>
                  <a:cubicBezTo>
                    <a:pt x="42" y="10"/>
                    <a:pt x="35" y="4"/>
                    <a:pt x="2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7" name="Freeform 3657">
              <a:extLst>
                <a:ext uri="{FF2B5EF4-FFF2-40B4-BE49-F238E27FC236}">
                  <a16:creationId xmlns:a16="http://schemas.microsoft.com/office/drawing/2014/main" id="{7DDB4BE2-A675-4C0B-9FF2-236384460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739"/>
              <a:ext cx="80" cy="100"/>
            </a:xfrm>
            <a:custGeom>
              <a:avLst/>
              <a:gdLst>
                <a:gd name="T0" fmla="*/ 0 w 40"/>
                <a:gd name="T1" fmla="*/ 453 h 47"/>
                <a:gd name="T2" fmla="*/ 136 w 40"/>
                <a:gd name="T3" fmla="*/ 317 h 47"/>
                <a:gd name="T4" fmla="*/ 320 w 40"/>
                <a:gd name="T5" fmla="*/ 85 h 47"/>
                <a:gd name="T6" fmla="*/ 264 w 40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7">
                  <a:moveTo>
                    <a:pt x="0" y="47"/>
                  </a:moveTo>
                  <a:cubicBezTo>
                    <a:pt x="6" y="45"/>
                    <a:pt x="12" y="38"/>
                    <a:pt x="17" y="33"/>
                  </a:cubicBezTo>
                  <a:cubicBezTo>
                    <a:pt x="24" y="27"/>
                    <a:pt x="36" y="19"/>
                    <a:pt x="40" y="9"/>
                  </a:cubicBezTo>
                  <a:cubicBezTo>
                    <a:pt x="38" y="7"/>
                    <a:pt x="34" y="4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8" name="Freeform 3658">
              <a:extLst>
                <a:ext uri="{FF2B5EF4-FFF2-40B4-BE49-F238E27FC236}">
                  <a16:creationId xmlns:a16="http://schemas.microsoft.com/office/drawing/2014/main" id="{FA7CC5BF-457D-4B93-BE3C-2A55EF82F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680"/>
              <a:ext cx="96" cy="87"/>
            </a:xfrm>
            <a:custGeom>
              <a:avLst/>
              <a:gdLst>
                <a:gd name="T0" fmla="*/ 0 w 48"/>
                <a:gd name="T1" fmla="*/ 393 h 41"/>
                <a:gd name="T2" fmla="*/ 104 w 48"/>
                <a:gd name="T3" fmla="*/ 316 h 41"/>
                <a:gd name="T4" fmla="*/ 312 w 48"/>
                <a:gd name="T5" fmla="*/ 180 h 41"/>
                <a:gd name="T6" fmla="*/ 288 w 48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1">
                  <a:moveTo>
                    <a:pt x="0" y="41"/>
                  </a:moveTo>
                  <a:cubicBezTo>
                    <a:pt x="5" y="39"/>
                    <a:pt x="9" y="36"/>
                    <a:pt x="13" y="33"/>
                  </a:cubicBezTo>
                  <a:cubicBezTo>
                    <a:pt x="21" y="29"/>
                    <a:pt x="33" y="26"/>
                    <a:pt x="39" y="19"/>
                  </a:cubicBezTo>
                  <a:cubicBezTo>
                    <a:pt x="48" y="8"/>
                    <a:pt x="38" y="9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9" name="Freeform 3659">
              <a:extLst>
                <a:ext uri="{FF2B5EF4-FFF2-40B4-BE49-F238E27FC236}">
                  <a16:creationId xmlns:a16="http://schemas.microsoft.com/office/drawing/2014/main" id="{FEC6D5E8-E9D1-4374-AEAC-4C7A29EF5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622"/>
              <a:ext cx="82" cy="89"/>
            </a:xfrm>
            <a:custGeom>
              <a:avLst/>
              <a:gdLst>
                <a:gd name="T0" fmla="*/ 0 w 41"/>
                <a:gd name="T1" fmla="*/ 401 h 42"/>
                <a:gd name="T2" fmla="*/ 288 w 41"/>
                <a:gd name="T3" fmla="*/ 172 h 42"/>
                <a:gd name="T4" fmla="*/ 240 w 4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2">
                  <a:moveTo>
                    <a:pt x="0" y="42"/>
                  </a:moveTo>
                  <a:cubicBezTo>
                    <a:pt x="11" y="36"/>
                    <a:pt x="28" y="28"/>
                    <a:pt x="36" y="18"/>
                  </a:cubicBezTo>
                  <a:cubicBezTo>
                    <a:pt x="41" y="10"/>
                    <a:pt x="35" y="5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0" name="Freeform 3660">
              <a:extLst>
                <a:ext uri="{FF2B5EF4-FFF2-40B4-BE49-F238E27FC236}">
                  <a16:creationId xmlns:a16="http://schemas.microsoft.com/office/drawing/2014/main" id="{870F01ED-9A2E-4635-85F0-684646E8C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573"/>
              <a:ext cx="105" cy="85"/>
            </a:xfrm>
            <a:custGeom>
              <a:avLst/>
              <a:gdLst>
                <a:gd name="T0" fmla="*/ 0 w 53"/>
                <a:gd name="T1" fmla="*/ 385 h 40"/>
                <a:gd name="T2" fmla="*/ 263 w 53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0">
                  <a:moveTo>
                    <a:pt x="0" y="40"/>
                  </a:moveTo>
                  <a:cubicBezTo>
                    <a:pt x="10" y="30"/>
                    <a:pt x="53" y="19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1" name="Freeform 3661">
              <a:extLst>
                <a:ext uri="{FF2B5EF4-FFF2-40B4-BE49-F238E27FC236}">
                  <a16:creationId xmlns:a16="http://schemas.microsoft.com/office/drawing/2014/main" id="{8B9CEA2D-1371-41C0-88A2-904A6A8F9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529"/>
              <a:ext cx="96" cy="80"/>
            </a:xfrm>
            <a:custGeom>
              <a:avLst/>
              <a:gdLst>
                <a:gd name="T0" fmla="*/ 0 w 48"/>
                <a:gd name="T1" fmla="*/ 354 h 38"/>
                <a:gd name="T2" fmla="*/ 160 w 48"/>
                <a:gd name="T3" fmla="*/ 269 h 38"/>
                <a:gd name="T4" fmla="*/ 336 w 48"/>
                <a:gd name="T5" fmla="*/ 168 h 38"/>
                <a:gd name="T6" fmla="*/ 304 w 48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8">
                  <a:moveTo>
                    <a:pt x="0" y="38"/>
                  </a:moveTo>
                  <a:cubicBezTo>
                    <a:pt x="7" y="36"/>
                    <a:pt x="13" y="32"/>
                    <a:pt x="20" y="29"/>
                  </a:cubicBezTo>
                  <a:cubicBezTo>
                    <a:pt x="27" y="26"/>
                    <a:pt x="36" y="23"/>
                    <a:pt x="42" y="18"/>
                  </a:cubicBezTo>
                  <a:cubicBezTo>
                    <a:pt x="48" y="12"/>
                    <a:pt x="43" y="7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2" name="Freeform 3662">
              <a:extLst>
                <a:ext uri="{FF2B5EF4-FFF2-40B4-BE49-F238E27FC236}">
                  <a16:creationId xmlns:a16="http://schemas.microsoft.com/office/drawing/2014/main" id="{6CD7B3B3-4CE1-4EDE-A476-2644982D3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1495"/>
              <a:ext cx="94" cy="65"/>
            </a:xfrm>
            <a:custGeom>
              <a:avLst/>
              <a:gdLst>
                <a:gd name="T0" fmla="*/ 0 w 47"/>
                <a:gd name="T1" fmla="*/ 285 h 31"/>
                <a:gd name="T2" fmla="*/ 288 w 47"/>
                <a:gd name="T3" fmla="*/ 157 h 31"/>
                <a:gd name="T4" fmla="*/ 328 w 4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1">
                  <a:moveTo>
                    <a:pt x="0" y="31"/>
                  </a:moveTo>
                  <a:cubicBezTo>
                    <a:pt x="12" y="30"/>
                    <a:pt x="25" y="22"/>
                    <a:pt x="36" y="17"/>
                  </a:cubicBezTo>
                  <a:cubicBezTo>
                    <a:pt x="46" y="13"/>
                    <a:pt x="47" y="10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3" name="Freeform 3663">
              <a:extLst>
                <a:ext uri="{FF2B5EF4-FFF2-40B4-BE49-F238E27FC236}">
                  <a16:creationId xmlns:a16="http://schemas.microsoft.com/office/drawing/2014/main" id="{1315FEA5-9FA2-4EB9-8107-7CAD149CB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456"/>
              <a:ext cx="106" cy="73"/>
            </a:xfrm>
            <a:custGeom>
              <a:avLst/>
              <a:gdLst>
                <a:gd name="T0" fmla="*/ 0 w 53"/>
                <a:gd name="T1" fmla="*/ 337 h 34"/>
                <a:gd name="T2" fmla="*/ 232 w 53"/>
                <a:gd name="T3" fmla="*/ 249 h 34"/>
                <a:gd name="T4" fmla="*/ 424 w 53"/>
                <a:gd name="T5" fmla="*/ 148 h 34"/>
                <a:gd name="T6" fmla="*/ 376 w 5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0" y="34"/>
                  </a:moveTo>
                  <a:cubicBezTo>
                    <a:pt x="9" y="33"/>
                    <a:pt x="20" y="28"/>
                    <a:pt x="29" y="25"/>
                  </a:cubicBezTo>
                  <a:cubicBezTo>
                    <a:pt x="36" y="23"/>
                    <a:pt x="47" y="22"/>
                    <a:pt x="53" y="15"/>
                  </a:cubicBezTo>
                  <a:cubicBezTo>
                    <a:pt x="51" y="11"/>
                    <a:pt x="47" y="5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4" name="Freeform 3664">
              <a:extLst>
                <a:ext uri="{FF2B5EF4-FFF2-40B4-BE49-F238E27FC236}">
                  <a16:creationId xmlns:a16="http://schemas.microsoft.com/office/drawing/2014/main" id="{205B4999-A2D0-460C-943B-1D8A3CFEC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422"/>
              <a:ext cx="95" cy="73"/>
            </a:xfrm>
            <a:custGeom>
              <a:avLst/>
              <a:gdLst>
                <a:gd name="T0" fmla="*/ 0 w 48"/>
                <a:gd name="T1" fmla="*/ 337 h 34"/>
                <a:gd name="T2" fmla="*/ 317 w 48"/>
                <a:gd name="T3" fmla="*/ 189 h 34"/>
                <a:gd name="T4" fmla="*/ 301 w 4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4">
                  <a:moveTo>
                    <a:pt x="0" y="34"/>
                  </a:moveTo>
                  <a:cubicBezTo>
                    <a:pt x="12" y="32"/>
                    <a:pt x="33" y="28"/>
                    <a:pt x="41" y="19"/>
                  </a:cubicBezTo>
                  <a:cubicBezTo>
                    <a:pt x="48" y="12"/>
                    <a:pt x="40" y="9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5" name="Freeform 3665">
              <a:extLst>
                <a:ext uri="{FF2B5EF4-FFF2-40B4-BE49-F238E27FC236}">
                  <a16:creationId xmlns:a16="http://schemas.microsoft.com/office/drawing/2014/main" id="{7A0852D3-B6D7-4605-8ABD-D6A8DD094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403"/>
              <a:ext cx="96" cy="62"/>
            </a:xfrm>
            <a:custGeom>
              <a:avLst/>
              <a:gdLst>
                <a:gd name="T0" fmla="*/ 0 w 48"/>
                <a:gd name="T1" fmla="*/ 257 h 29"/>
                <a:gd name="T2" fmla="*/ 320 w 48"/>
                <a:gd name="T3" fmla="*/ 165 h 29"/>
                <a:gd name="T4" fmla="*/ 344 w 4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9">
                  <a:moveTo>
                    <a:pt x="0" y="26"/>
                  </a:moveTo>
                  <a:cubicBezTo>
                    <a:pt x="10" y="29"/>
                    <a:pt x="31" y="21"/>
                    <a:pt x="40" y="17"/>
                  </a:cubicBezTo>
                  <a:cubicBezTo>
                    <a:pt x="48" y="13"/>
                    <a:pt x="47" y="8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6" name="Freeform 3666">
              <a:extLst>
                <a:ext uri="{FF2B5EF4-FFF2-40B4-BE49-F238E27FC236}">
                  <a16:creationId xmlns:a16="http://schemas.microsoft.com/office/drawing/2014/main" id="{FA7E689C-8539-4392-AC75-80247CDBA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373"/>
              <a:ext cx="116" cy="64"/>
            </a:xfrm>
            <a:custGeom>
              <a:avLst/>
              <a:gdLst>
                <a:gd name="T0" fmla="*/ 0 w 58"/>
                <a:gd name="T1" fmla="*/ 282 h 30"/>
                <a:gd name="T2" fmla="*/ 384 w 58"/>
                <a:gd name="T3" fmla="*/ 196 h 30"/>
                <a:gd name="T4" fmla="*/ 424 w 5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0">
                  <a:moveTo>
                    <a:pt x="0" y="29"/>
                  </a:moveTo>
                  <a:cubicBezTo>
                    <a:pt x="15" y="30"/>
                    <a:pt x="34" y="26"/>
                    <a:pt x="48" y="20"/>
                  </a:cubicBezTo>
                  <a:cubicBezTo>
                    <a:pt x="58" y="15"/>
                    <a:pt x="54" y="9"/>
                    <a:pt x="5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7" name="Freeform 3667">
              <a:extLst>
                <a:ext uri="{FF2B5EF4-FFF2-40B4-BE49-F238E27FC236}">
                  <a16:creationId xmlns:a16="http://schemas.microsoft.com/office/drawing/2014/main" id="{EDDC4652-933E-42DB-A3C5-CAEF1CB9F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350"/>
              <a:ext cx="110" cy="68"/>
            </a:xfrm>
            <a:custGeom>
              <a:avLst/>
              <a:gdLst>
                <a:gd name="T0" fmla="*/ 0 w 55"/>
                <a:gd name="T1" fmla="*/ 272 h 32"/>
                <a:gd name="T2" fmla="*/ 192 w 55"/>
                <a:gd name="T3" fmla="*/ 240 h 32"/>
                <a:gd name="T4" fmla="*/ 392 w 55"/>
                <a:gd name="T5" fmla="*/ 181 h 32"/>
                <a:gd name="T6" fmla="*/ 400 w 5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2">
                  <a:moveTo>
                    <a:pt x="0" y="28"/>
                  </a:moveTo>
                  <a:cubicBezTo>
                    <a:pt x="5" y="32"/>
                    <a:pt x="18" y="26"/>
                    <a:pt x="24" y="25"/>
                  </a:cubicBezTo>
                  <a:cubicBezTo>
                    <a:pt x="31" y="24"/>
                    <a:pt x="43" y="24"/>
                    <a:pt x="49" y="19"/>
                  </a:cubicBezTo>
                  <a:cubicBezTo>
                    <a:pt x="55" y="15"/>
                    <a:pt x="53" y="5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8" name="Freeform 3668">
              <a:extLst>
                <a:ext uri="{FF2B5EF4-FFF2-40B4-BE49-F238E27FC236}">
                  <a16:creationId xmlns:a16="http://schemas.microsoft.com/office/drawing/2014/main" id="{CC27D843-C2B7-444B-9718-A853082FD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335"/>
              <a:ext cx="119" cy="60"/>
            </a:xfrm>
            <a:custGeom>
              <a:avLst/>
              <a:gdLst>
                <a:gd name="T0" fmla="*/ 0 w 60"/>
                <a:gd name="T1" fmla="*/ 276 h 28"/>
                <a:gd name="T2" fmla="*/ 228 w 60"/>
                <a:gd name="T3" fmla="*/ 266 h 28"/>
                <a:gd name="T4" fmla="*/ 428 w 60"/>
                <a:gd name="T5" fmla="*/ 206 h 28"/>
                <a:gd name="T6" fmla="*/ 413 w 60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8">
                  <a:moveTo>
                    <a:pt x="0" y="28"/>
                  </a:moveTo>
                  <a:cubicBezTo>
                    <a:pt x="10" y="28"/>
                    <a:pt x="19" y="28"/>
                    <a:pt x="29" y="27"/>
                  </a:cubicBezTo>
                  <a:cubicBezTo>
                    <a:pt x="35" y="26"/>
                    <a:pt x="50" y="26"/>
                    <a:pt x="55" y="21"/>
                  </a:cubicBezTo>
                  <a:cubicBezTo>
                    <a:pt x="60" y="16"/>
                    <a:pt x="55" y="6"/>
                    <a:pt x="5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9" name="Freeform 3669">
              <a:extLst>
                <a:ext uri="{FF2B5EF4-FFF2-40B4-BE49-F238E27FC236}">
                  <a16:creationId xmlns:a16="http://schemas.microsoft.com/office/drawing/2014/main" id="{096FFA84-FF38-4C6D-B94E-7FB22E2F9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1318"/>
              <a:ext cx="94" cy="62"/>
            </a:xfrm>
            <a:custGeom>
              <a:avLst/>
              <a:gdLst>
                <a:gd name="T0" fmla="*/ 0 w 47"/>
                <a:gd name="T1" fmla="*/ 284 h 29"/>
                <a:gd name="T2" fmla="*/ 104 w 47"/>
                <a:gd name="T3" fmla="*/ 274 h 29"/>
                <a:gd name="T4" fmla="*/ 344 w 47"/>
                <a:gd name="T5" fmla="*/ 242 h 29"/>
                <a:gd name="T6" fmla="*/ 344 w 47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9">
                  <a:moveTo>
                    <a:pt x="0" y="29"/>
                  </a:moveTo>
                  <a:cubicBezTo>
                    <a:pt x="0" y="28"/>
                    <a:pt x="9" y="28"/>
                    <a:pt x="13" y="28"/>
                  </a:cubicBezTo>
                  <a:cubicBezTo>
                    <a:pt x="19" y="27"/>
                    <a:pt x="39" y="29"/>
                    <a:pt x="43" y="25"/>
                  </a:cubicBezTo>
                  <a:cubicBezTo>
                    <a:pt x="47" y="21"/>
                    <a:pt x="46" y="5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0" name="Freeform 3670">
              <a:extLst>
                <a:ext uri="{FF2B5EF4-FFF2-40B4-BE49-F238E27FC236}">
                  <a16:creationId xmlns:a16="http://schemas.microsoft.com/office/drawing/2014/main" id="{7B760E82-60A9-402F-9C6D-31CB48582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312"/>
              <a:ext cx="132" cy="70"/>
            </a:xfrm>
            <a:custGeom>
              <a:avLst/>
              <a:gdLst>
                <a:gd name="T0" fmla="*/ 0 w 66"/>
                <a:gd name="T1" fmla="*/ 280 h 33"/>
                <a:gd name="T2" fmla="*/ 240 w 66"/>
                <a:gd name="T3" fmla="*/ 297 h 33"/>
                <a:gd name="T4" fmla="*/ 464 w 66"/>
                <a:gd name="T5" fmla="*/ 280 h 33"/>
                <a:gd name="T6" fmla="*/ 512 w 66"/>
                <a:gd name="T7" fmla="*/ 112 h 33"/>
                <a:gd name="T8" fmla="*/ 520 w 6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3">
                  <a:moveTo>
                    <a:pt x="0" y="29"/>
                  </a:moveTo>
                  <a:cubicBezTo>
                    <a:pt x="8" y="33"/>
                    <a:pt x="22" y="31"/>
                    <a:pt x="30" y="31"/>
                  </a:cubicBezTo>
                  <a:cubicBezTo>
                    <a:pt x="38" y="31"/>
                    <a:pt x="50" y="33"/>
                    <a:pt x="58" y="29"/>
                  </a:cubicBezTo>
                  <a:cubicBezTo>
                    <a:pt x="66" y="25"/>
                    <a:pt x="63" y="19"/>
                    <a:pt x="64" y="12"/>
                  </a:cubicBezTo>
                  <a:cubicBezTo>
                    <a:pt x="64" y="8"/>
                    <a:pt x="66" y="4"/>
                    <a:pt x="6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1" name="Freeform 3671">
              <a:extLst>
                <a:ext uri="{FF2B5EF4-FFF2-40B4-BE49-F238E27FC236}">
                  <a16:creationId xmlns:a16="http://schemas.microsoft.com/office/drawing/2014/main" id="{E04D0703-4BE3-47BB-914B-364DB1537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1369"/>
              <a:ext cx="72" cy="11"/>
            </a:xfrm>
            <a:custGeom>
              <a:avLst/>
              <a:gdLst>
                <a:gd name="T0" fmla="*/ 0 w 36"/>
                <a:gd name="T1" fmla="*/ 9 h 5"/>
                <a:gd name="T2" fmla="*/ 288 w 3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0" y="1"/>
                  </a:moveTo>
                  <a:cubicBezTo>
                    <a:pt x="11" y="0"/>
                    <a:pt x="26" y="1"/>
                    <a:pt x="36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2" name="Freeform 3672">
              <a:extLst>
                <a:ext uri="{FF2B5EF4-FFF2-40B4-BE49-F238E27FC236}">
                  <a16:creationId xmlns:a16="http://schemas.microsoft.com/office/drawing/2014/main" id="{C1FA2D65-097B-4073-ADFF-37D17641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877"/>
              <a:ext cx="56" cy="153"/>
            </a:xfrm>
            <a:custGeom>
              <a:avLst/>
              <a:gdLst>
                <a:gd name="T0" fmla="*/ 72 w 28"/>
                <a:gd name="T1" fmla="*/ 40 h 72"/>
                <a:gd name="T2" fmla="*/ 192 w 28"/>
                <a:gd name="T3" fmla="*/ 172 h 72"/>
                <a:gd name="T4" fmla="*/ 104 w 28"/>
                <a:gd name="T5" fmla="*/ 623 h 72"/>
                <a:gd name="T6" fmla="*/ 0 w 28"/>
                <a:gd name="T7" fmla="*/ 655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72">
                  <a:moveTo>
                    <a:pt x="9" y="4"/>
                  </a:moveTo>
                  <a:cubicBezTo>
                    <a:pt x="15" y="0"/>
                    <a:pt x="22" y="12"/>
                    <a:pt x="24" y="18"/>
                  </a:cubicBezTo>
                  <a:cubicBezTo>
                    <a:pt x="28" y="30"/>
                    <a:pt x="19" y="55"/>
                    <a:pt x="13" y="65"/>
                  </a:cubicBezTo>
                  <a:cubicBezTo>
                    <a:pt x="8" y="72"/>
                    <a:pt x="0" y="68"/>
                    <a:pt x="0" y="6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3" name="Freeform 3673">
              <a:extLst>
                <a:ext uri="{FF2B5EF4-FFF2-40B4-BE49-F238E27FC236}">
                  <a16:creationId xmlns:a16="http://schemas.microsoft.com/office/drawing/2014/main" id="{E7FF013B-D0E4-434D-9864-EB1E0AF2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773"/>
              <a:ext cx="32" cy="140"/>
            </a:xfrm>
            <a:custGeom>
              <a:avLst/>
              <a:gdLst>
                <a:gd name="T0" fmla="*/ 16 w 16"/>
                <a:gd name="T1" fmla="*/ 630 h 66"/>
                <a:gd name="T2" fmla="*/ 40 w 16"/>
                <a:gd name="T3" fmla="*/ 392 h 66"/>
                <a:gd name="T4" fmla="*/ 120 w 16"/>
                <a:gd name="T5" fmla="*/ 136 h 66"/>
                <a:gd name="T6" fmla="*/ 0 w 1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2" y="66"/>
                  </a:moveTo>
                  <a:cubicBezTo>
                    <a:pt x="4" y="60"/>
                    <a:pt x="4" y="48"/>
                    <a:pt x="5" y="41"/>
                  </a:cubicBezTo>
                  <a:cubicBezTo>
                    <a:pt x="6" y="33"/>
                    <a:pt x="16" y="23"/>
                    <a:pt x="15" y="14"/>
                  </a:cubicBezTo>
                  <a:cubicBezTo>
                    <a:pt x="14" y="5"/>
                    <a:pt x="6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4" name="Freeform 3674">
              <a:extLst>
                <a:ext uri="{FF2B5EF4-FFF2-40B4-BE49-F238E27FC236}">
                  <a16:creationId xmlns:a16="http://schemas.microsoft.com/office/drawing/2014/main" id="{29FF4315-112D-4D5D-8AD5-370059E58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652"/>
              <a:ext cx="48" cy="157"/>
            </a:xfrm>
            <a:custGeom>
              <a:avLst/>
              <a:gdLst>
                <a:gd name="T0" fmla="*/ 0 w 24"/>
                <a:gd name="T1" fmla="*/ 707 h 74"/>
                <a:gd name="T2" fmla="*/ 104 w 24"/>
                <a:gd name="T3" fmla="*/ 382 h 74"/>
                <a:gd name="T4" fmla="*/ 176 w 24"/>
                <a:gd name="T5" fmla="*/ 136 h 74"/>
                <a:gd name="T6" fmla="*/ 16 w 24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4">
                  <a:moveTo>
                    <a:pt x="0" y="74"/>
                  </a:moveTo>
                  <a:cubicBezTo>
                    <a:pt x="3" y="63"/>
                    <a:pt x="9" y="52"/>
                    <a:pt x="13" y="40"/>
                  </a:cubicBezTo>
                  <a:cubicBezTo>
                    <a:pt x="15" y="35"/>
                    <a:pt x="24" y="21"/>
                    <a:pt x="22" y="14"/>
                  </a:cubicBezTo>
                  <a:cubicBezTo>
                    <a:pt x="20" y="9"/>
                    <a:pt x="8" y="2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5" name="Freeform 3675">
              <a:extLst>
                <a:ext uri="{FF2B5EF4-FFF2-40B4-BE49-F238E27FC236}">
                  <a16:creationId xmlns:a16="http://schemas.microsoft.com/office/drawing/2014/main" id="{FDCB8B0E-E3CC-4F11-83C0-6476B891D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554"/>
              <a:ext cx="39" cy="127"/>
            </a:xfrm>
            <a:custGeom>
              <a:avLst/>
              <a:gdLst>
                <a:gd name="T0" fmla="*/ 0 w 20"/>
                <a:gd name="T1" fmla="*/ 569 h 60"/>
                <a:gd name="T2" fmla="*/ 140 w 20"/>
                <a:gd name="T3" fmla="*/ 135 h 60"/>
                <a:gd name="T4" fmla="*/ 39 w 2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0">
                  <a:moveTo>
                    <a:pt x="0" y="60"/>
                  </a:moveTo>
                  <a:cubicBezTo>
                    <a:pt x="7" y="49"/>
                    <a:pt x="19" y="28"/>
                    <a:pt x="19" y="14"/>
                  </a:cubicBezTo>
                  <a:cubicBezTo>
                    <a:pt x="20" y="4"/>
                    <a:pt x="11" y="4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6" name="Freeform 3676">
              <a:extLst>
                <a:ext uri="{FF2B5EF4-FFF2-40B4-BE49-F238E27FC236}">
                  <a16:creationId xmlns:a16="http://schemas.microsoft.com/office/drawing/2014/main" id="{20EFCC1A-7823-43E9-B7F0-8781DDC0A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456"/>
              <a:ext cx="91" cy="134"/>
            </a:xfrm>
            <a:custGeom>
              <a:avLst/>
              <a:gdLst>
                <a:gd name="T0" fmla="*/ 32 w 46"/>
                <a:gd name="T1" fmla="*/ 606 h 63"/>
                <a:gd name="T2" fmla="*/ 109 w 46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63">
                  <a:moveTo>
                    <a:pt x="4" y="63"/>
                  </a:moveTo>
                  <a:cubicBezTo>
                    <a:pt x="0" y="45"/>
                    <a:pt x="46" y="11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7" name="Freeform 3677">
              <a:extLst>
                <a:ext uri="{FF2B5EF4-FFF2-40B4-BE49-F238E27FC236}">
                  <a16:creationId xmlns:a16="http://schemas.microsoft.com/office/drawing/2014/main" id="{98E9C6FE-D08F-4DD2-B34F-2C94BC593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367"/>
              <a:ext cx="54" cy="123"/>
            </a:xfrm>
            <a:custGeom>
              <a:avLst/>
              <a:gdLst>
                <a:gd name="T0" fmla="*/ 0 w 27"/>
                <a:gd name="T1" fmla="*/ 554 h 58"/>
                <a:gd name="T2" fmla="*/ 104 w 27"/>
                <a:gd name="T3" fmla="*/ 333 h 58"/>
                <a:gd name="T4" fmla="*/ 208 w 27"/>
                <a:gd name="T5" fmla="*/ 112 h 58"/>
                <a:gd name="T6" fmla="*/ 72 w 27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8">
                  <a:moveTo>
                    <a:pt x="0" y="58"/>
                  </a:moveTo>
                  <a:cubicBezTo>
                    <a:pt x="3" y="50"/>
                    <a:pt x="8" y="43"/>
                    <a:pt x="13" y="35"/>
                  </a:cubicBezTo>
                  <a:cubicBezTo>
                    <a:pt x="16" y="31"/>
                    <a:pt x="27" y="17"/>
                    <a:pt x="26" y="12"/>
                  </a:cubicBezTo>
                  <a:cubicBezTo>
                    <a:pt x="25" y="7"/>
                    <a:pt x="13" y="1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8" name="Freeform 3678">
              <a:extLst>
                <a:ext uri="{FF2B5EF4-FFF2-40B4-BE49-F238E27FC236}">
                  <a16:creationId xmlns:a16="http://schemas.microsoft.com/office/drawing/2014/main" id="{9E3EA97B-37B9-49D5-81D7-8EC65AC39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281"/>
              <a:ext cx="50" cy="115"/>
            </a:xfrm>
            <a:custGeom>
              <a:avLst/>
              <a:gdLst>
                <a:gd name="T0" fmla="*/ 0 w 25"/>
                <a:gd name="T1" fmla="*/ 522 h 54"/>
                <a:gd name="T2" fmla="*/ 200 w 25"/>
                <a:gd name="T3" fmla="*/ 164 h 54"/>
                <a:gd name="T4" fmla="*/ 88 w 2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4">
                  <a:moveTo>
                    <a:pt x="0" y="54"/>
                  </a:moveTo>
                  <a:cubicBezTo>
                    <a:pt x="7" y="49"/>
                    <a:pt x="25" y="26"/>
                    <a:pt x="25" y="17"/>
                  </a:cubicBezTo>
                  <a:cubicBezTo>
                    <a:pt x="25" y="10"/>
                    <a:pt x="18" y="4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9" name="Freeform 3679">
              <a:extLst>
                <a:ext uri="{FF2B5EF4-FFF2-40B4-BE49-F238E27FC236}">
                  <a16:creationId xmlns:a16="http://schemas.microsoft.com/office/drawing/2014/main" id="{C1002FB0-EC71-4EFC-AB7D-47C4FF5E1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199"/>
              <a:ext cx="48" cy="121"/>
            </a:xfrm>
            <a:custGeom>
              <a:avLst/>
              <a:gdLst>
                <a:gd name="T0" fmla="*/ 0 w 24"/>
                <a:gd name="T1" fmla="*/ 546 h 57"/>
                <a:gd name="T2" fmla="*/ 192 w 24"/>
                <a:gd name="T3" fmla="*/ 161 h 57"/>
                <a:gd name="T4" fmla="*/ 80 w 24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7">
                  <a:moveTo>
                    <a:pt x="0" y="57"/>
                  </a:moveTo>
                  <a:cubicBezTo>
                    <a:pt x="5" y="46"/>
                    <a:pt x="24" y="29"/>
                    <a:pt x="24" y="17"/>
                  </a:cubicBezTo>
                  <a:cubicBezTo>
                    <a:pt x="24" y="11"/>
                    <a:pt x="14" y="7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0" name="Freeform 3680">
              <a:extLst>
                <a:ext uri="{FF2B5EF4-FFF2-40B4-BE49-F238E27FC236}">
                  <a16:creationId xmlns:a16="http://schemas.microsoft.com/office/drawing/2014/main" id="{E8E2A52F-E1B4-4716-B58C-74E2F2C06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118"/>
              <a:ext cx="98" cy="119"/>
            </a:xfrm>
            <a:custGeom>
              <a:avLst/>
              <a:gdLst>
                <a:gd name="T0" fmla="*/ 0 w 49"/>
                <a:gd name="T1" fmla="*/ 538 h 56"/>
                <a:gd name="T2" fmla="*/ 176 w 49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6">
                  <a:moveTo>
                    <a:pt x="0" y="56"/>
                  </a:moveTo>
                  <a:cubicBezTo>
                    <a:pt x="9" y="49"/>
                    <a:pt x="49" y="7"/>
                    <a:pt x="2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1" name="Freeform 3681">
              <a:extLst>
                <a:ext uri="{FF2B5EF4-FFF2-40B4-BE49-F238E27FC236}">
                  <a16:creationId xmlns:a16="http://schemas.microsoft.com/office/drawing/2014/main" id="{E0E04AE7-2465-4387-9D7A-6D6941FA5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041"/>
              <a:ext cx="74" cy="117"/>
            </a:xfrm>
            <a:custGeom>
              <a:avLst/>
              <a:gdLst>
                <a:gd name="T0" fmla="*/ 0 w 37"/>
                <a:gd name="T1" fmla="*/ 530 h 55"/>
                <a:gd name="T2" fmla="*/ 136 w 37"/>
                <a:gd name="T3" fmla="*/ 366 h 55"/>
                <a:gd name="T4" fmla="*/ 280 w 37"/>
                <a:gd name="T5" fmla="*/ 194 h 55"/>
                <a:gd name="T6" fmla="*/ 200 w 37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5">
                  <a:moveTo>
                    <a:pt x="0" y="55"/>
                  </a:moveTo>
                  <a:cubicBezTo>
                    <a:pt x="6" y="50"/>
                    <a:pt x="11" y="44"/>
                    <a:pt x="17" y="38"/>
                  </a:cubicBezTo>
                  <a:cubicBezTo>
                    <a:pt x="22" y="34"/>
                    <a:pt x="33" y="26"/>
                    <a:pt x="35" y="20"/>
                  </a:cubicBezTo>
                  <a:cubicBezTo>
                    <a:pt x="37" y="11"/>
                    <a:pt x="31" y="7"/>
                    <a:pt x="2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2" name="Freeform 3682">
              <a:extLst>
                <a:ext uri="{FF2B5EF4-FFF2-40B4-BE49-F238E27FC236}">
                  <a16:creationId xmlns:a16="http://schemas.microsoft.com/office/drawing/2014/main" id="{22FDBF01-1EFD-445D-99EA-B858C796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969"/>
              <a:ext cx="81" cy="117"/>
            </a:xfrm>
            <a:custGeom>
              <a:avLst/>
              <a:gdLst>
                <a:gd name="T0" fmla="*/ 0 w 41"/>
                <a:gd name="T1" fmla="*/ 530 h 55"/>
                <a:gd name="T2" fmla="*/ 253 w 41"/>
                <a:gd name="T3" fmla="*/ 194 h 55"/>
                <a:gd name="T4" fmla="*/ 192 w 41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5">
                  <a:moveTo>
                    <a:pt x="0" y="55"/>
                  </a:moveTo>
                  <a:cubicBezTo>
                    <a:pt x="11" y="44"/>
                    <a:pt x="25" y="34"/>
                    <a:pt x="33" y="20"/>
                  </a:cubicBezTo>
                  <a:cubicBezTo>
                    <a:pt x="41" y="6"/>
                    <a:pt x="29" y="12"/>
                    <a:pt x="2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3" name="Freeform 3683">
              <a:extLst>
                <a:ext uri="{FF2B5EF4-FFF2-40B4-BE49-F238E27FC236}">
                  <a16:creationId xmlns:a16="http://schemas.microsoft.com/office/drawing/2014/main" id="{1C40E84C-99C4-4A64-8CCB-A8A4B3DF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890"/>
              <a:ext cx="87" cy="117"/>
            </a:xfrm>
            <a:custGeom>
              <a:avLst/>
              <a:gdLst>
                <a:gd name="T0" fmla="*/ 0 w 44"/>
                <a:gd name="T1" fmla="*/ 530 h 55"/>
                <a:gd name="T2" fmla="*/ 277 w 44"/>
                <a:gd name="T3" fmla="*/ 213 h 55"/>
                <a:gd name="T4" fmla="*/ 277 w 44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5">
                  <a:moveTo>
                    <a:pt x="0" y="55"/>
                  </a:moveTo>
                  <a:cubicBezTo>
                    <a:pt x="14" y="50"/>
                    <a:pt x="27" y="34"/>
                    <a:pt x="36" y="22"/>
                  </a:cubicBezTo>
                  <a:cubicBezTo>
                    <a:pt x="43" y="14"/>
                    <a:pt x="44" y="9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4" name="Freeform 3684">
              <a:extLst>
                <a:ext uri="{FF2B5EF4-FFF2-40B4-BE49-F238E27FC236}">
                  <a16:creationId xmlns:a16="http://schemas.microsoft.com/office/drawing/2014/main" id="{B97E1318-9D65-4957-9075-6F8BA4252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820"/>
              <a:ext cx="144" cy="119"/>
            </a:xfrm>
            <a:custGeom>
              <a:avLst/>
              <a:gdLst>
                <a:gd name="T0" fmla="*/ 0 w 72"/>
                <a:gd name="T1" fmla="*/ 538 h 56"/>
                <a:gd name="T2" fmla="*/ 336 w 72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56">
                  <a:moveTo>
                    <a:pt x="0" y="56"/>
                  </a:moveTo>
                  <a:cubicBezTo>
                    <a:pt x="15" y="47"/>
                    <a:pt x="72" y="21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5" name="Freeform 3685">
              <a:extLst>
                <a:ext uri="{FF2B5EF4-FFF2-40B4-BE49-F238E27FC236}">
                  <a16:creationId xmlns:a16="http://schemas.microsoft.com/office/drawing/2014/main" id="{A5ECA1F6-724F-4493-9154-2987E13E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746"/>
              <a:ext cx="92" cy="116"/>
            </a:xfrm>
            <a:custGeom>
              <a:avLst/>
              <a:gdLst>
                <a:gd name="T0" fmla="*/ 0 w 46"/>
                <a:gd name="T1" fmla="*/ 517 h 55"/>
                <a:gd name="T2" fmla="*/ 336 w 46"/>
                <a:gd name="T3" fmla="*/ 169 h 55"/>
                <a:gd name="T4" fmla="*/ 280 w 46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5">
                  <a:moveTo>
                    <a:pt x="0" y="55"/>
                  </a:moveTo>
                  <a:cubicBezTo>
                    <a:pt x="12" y="43"/>
                    <a:pt x="33" y="33"/>
                    <a:pt x="42" y="18"/>
                  </a:cubicBezTo>
                  <a:cubicBezTo>
                    <a:pt x="46" y="11"/>
                    <a:pt x="46" y="0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6" name="Freeform 3686">
              <a:extLst>
                <a:ext uri="{FF2B5EF4-FFF2-40B4-BE49-F238E27FC236}">
                  <a16:creationId xmlns:a16="http://schemas.microsoft.com/office/drawing/2014/main" id="{E55D5E49-3212-429D-87B4-AAB05BE5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73"/>
              <a:ext cx="118" cy="119"/>
            </a:xfrm>
            <a:custGeom>
              <a:avLst/>
              <a:gdLst>
                <a:gd name="T0" fmla="*/ 0 w 59"/>
                <a:gd name="T1" fmla="*/ 538 h 56"/>
                <a:gd name="T2" fmla="*/ 392 w 59"/>
                <a:gd name="T3" fmla="*/ 213 h 56"/>
                <a:gd name="T4" fmla="*/ 400 w 5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6">
                  <a:moveTo>
                    <a:pt x="0" y="56"/>
                  </a:moveTo>
                  <a:cubicBezTo>
                    <a:pt x="17" y="54"/>
                    <a:pt x="37" y="33"/>
                    <a:pt x="49" y="22"/>
                  </a:cubicBezTo>
                  <a:cubicBezTo>
                    <a:pt x="59" y="12"/>
                    <a:pt x="58" y="12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7" name="Freeform 3687">
              <a:extLst>
                <a:ext uri="{FF2B5EF4-FFF2-40B4-BE49-F238E27FC236}">
                  <a16:creationId xmlns:a16="http://schemas.microsoft.com/office/drawing/2014/main" id="{831B0A63-4C33-45A7-8FE2-ED27A0C5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605"/>
              <a:ext cx="111" cy="104"/>
            </a:xfrm>
            <a:custGeom>
              <a:avLst/>
              <a:gdLst>
                <a:gd name="T0" fmla="*/ 0 w 56"/>
                <a:gd name="T1" fmla="*/ 469 h 49"/>
                <a:gd name="T2" fmla="*/ 341 w 56"/>
                <a:gd name="T3" fmla="*/ 221 h 49"/>
                <a:gd name="T4" fmla="*/ 349 w 56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49">
                  <a:moveTo>
                    <a:pt x="0" y="49"/>
                  </a:moveTo>
                  <a:cubicBezTo>
                    <a:pt x="16" y="43"/>
                    <a:pt x="31" y="35"/>
                    <a:pt x="44" y="23"/>
                  </a:cubicBezTo>
                  <a:cubicBezTo>
                    <a:pt x="53" y="15"/>
                    <a:pt x="56" y="10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8" name="Freeform 3688">
              <a:extLst>
                <a:ext uri="{FF2B5EF4-FFF2-40B4-BE49-F238E27FC236}">
                  <a16:creationId xmlns:a16="http://schemas.microsoft.com/office/drawing/2014/main" id="{876ECFCE-2E98-40DD-8CA6-62A2C759C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548"/>
              <a:ext cx="126" cy="91"/>
            </a:xfrm>
            <a:custGeom>
              <a:avLst/>
              <a:gdLst>
                <a:gd name="T0" fmla="*/ 0 w 63"/>
                <a:gd name="T1" fmla="*/ 408 h 43"/>
                <a:gd name="T2" fmla="*/ 200 w 63"/>
                <a:gd name="T3" fmla="*/ 313 h 43"/>
                <a:gd name="T4" fmla="*/ 432 w 63"/>
                <a:gd name="T5" fmla="*/ 180 h 43"/>
                <a:gd name="T6" fmla="*/ 424 w 6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3">
                  <a:moveTo>
                    <a:pt x="0" y="43"/>
                  </a:moveTo>
                  <a:cubicBezTo>
                    <a:pt x="9" y="43"/>
                    <a:pt x="18" y="36"/>
                    <a:pt x="25" y="33"/>
                  </a:cubicBezTo>
                  <a:cubicBezTo>
                    <a:pt x="34" y="29"/>
                    <a:pt x="46" y="26"/>
                    <a:pt x="54" y="19"/>
                  </a:cubicBezTo>
                  <a:cubicBezTo>
                    <a:pt x="63" y="12"/>
                    <a:pt x="60" y="8"/>
                    <a:pt x="5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9" name="Freeform 3689">
              <a:extLst>
                <a:ext uri="{FF2B5EF4-FFF2-40B4-BE49-F238E27FC236}">
                  <a16:creationId xmlns:a16="http://schemas.microsoft.com/office/drawing/2014/main" id="{BA899E03-0713-4E8D-889A-4985AE9E6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503"/>
              <a:ext cx="124" cy="87"/>
            </a:xfrm>
            <a:custGeom>
              <a:avLst/>
              <a:gdLst>
                <a:gd name="T0" fmla="*/ 0 w 62"/>
                <a:gd name="T1" fmla="*/ 382 h 41"/>
                <a:gd name="T2" fmla="*/ 368 w 62"/>
                <a:gd name="T3" fmla="*/ 257 h 41"/>
                <a:gd name="T4" fmla="*/ 448 w 6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1">
                  <a:moveTo>
                    <a:pt x="0" y="40"/>
                  </a:moveTo>
                  <a:cubicBezTo>
                    <a:pt x="15" y="41"/>
                    <a:pt x="33" y="34"/>
                    <a:pt x="46" y="27"/>
                  </a:cubicBezTo>
                  <a:cubicBezTo>
                    <a:pt x="60" y="20"/>
                    <a:pt x="62" y="14"/>
                    <a:pt x="5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0" name="Freeform 3690">
              <a:extLst>
                <a:ext uri="{FF2B5EF4-FFF2-40B4-BE49-F238E27FC236}">
                  <a16:creationId xmlns:a16="http://schemas.microsoft.com/office/drawing/2014/main" id="{56EDE58D-93F7-4395-BE63-EF23ABC7A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475"/>
              <a:ext cx="121" cy="73"/>
            </a:xfrm>
            <a:custGeom>
              <a:avLst/>
              <a:gdLst>
                <a:gd name="T0" fmla="*/ 0 w 61"/>
                <a:gd name="T1" fmla="*/ 337 h 34"/>
                <a:gd name="T2" fmla="*/ 319 w 61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34">
                  <a:moveTo>
                    <a:pt x="0" y="34"/>
                  </a:moveTo>
                  <a:cubicBezTo>
                    <a:pt x="16" y="31"/>
                    <a:pt x="61" y="23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1" name="Freeform 3691">
              <a:extLst>
                <a:ext uri="{FF2B5EF4-FFF2-40B4-BE49-F238E27FC236}">
                  <a16:creationId xmlns:a16="http://schemas.microsoft.com/office/drawing/2014/main" id="{48348A57-978C-4CD6-B1CA-050ABA315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439"/>
              <a:ext cx="130" cy="75"/>
            </a:xfrm>
            <a:custGeom>
              <a:avLst/>
              <a:gdLst>
                <a:gd name="T0" fmla="*/ 0 w 65"/>
                <a:gd name="T1" fmla="*/ 345 h 35"/>
                <a:gd name="T2" fmla="*/ 368 w 65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5">
                  <a:moveTo>
                    <a:pt x="0" y="35"/>
                  </a:moveTo>
                  <a:cubicBezTo>
                    <a:pt x="19" y="33"/>
                    <a:pt x="65" y="27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2" name="Freeform 3692">
              <a:extLst>
                <a:ext uri="{FF2B5EF4-FFF2-40B4-BE49-F238E27FC236}">
                  <a16:creationId xmlns:a16="http://schemas.microsoft.com/office/drawing/2014/main" id="{25130A97-8699-41DE-931C-2551664E0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414"/>
              <a:ext cx="128" cy="78"/>
            </a:xfrm>
            <a:custGeom>
              <a:avLst/>
              <a:gdLst>
                <a:gd name="T0" fmla="*/ 0 w 64"/>
                <a:gd name="T1" fmla="*/ 329 h 37"/>
                <a:gd name="T2" fmla="*/ 168 w 64"/>
                <a:gd name="T3" fmla="*/ 280 h 37"/>
                <a:gd name="T4" fmla="*/ 448 w 64"/>
                <a:gd name="T5" fmla="*/ 213 h 37"/>
                <a:gd name="T6" fmla="*/ 464 w 64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7">
                  <a:moveTo>
                    <a:pt x="0" y="35"/>
                  </a:moveTo>
                  <a:cubicBezTo>
                    <a:pt x="6" y="37"/>
                    <a:pt x="15" y="32"/>
                    <a:pt x="21" y="30"/>
                  </a:cubicBezTo>
                  <a:cubicBezTo>
                    <a:pt x="32" y="28"/>
                    <a:pt x="47" y="29"/>
                    <a:pt x="56" y="23"/>
                  </a:cubicBezTo>
                  <a:cubicBezTo>
                    <a:pt x="64" y="17"/>
                    <a:pt x="64" y="9"/>
                    <a:pt x="5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3" name="Freeform 3693">
              <a:extLst>
                <a:ext uri="{FF2B5EF4-FFF2-40B4-BE49-F238E27FC236}">
                  <a16:creationId xmlns:a16="http://schemas.microsoft.com/office/drawing/2014/main" id="{6271B7AF-0EFA-4950-9434-E6E9B6F52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395"/>
              <a:ext cx="110" cy="63"/>
            </a:xfrm>
            <a:custGeom>
              <a:avLst/>
              <a:gdLst>
                <a:gd name="T0" fmla="*/ 0 w 55"/>
                <a:gd name="T1" fmla="*/ 277 h 30"/>
                <a:gd name="T2" fmla="*/ 384 w 55"/>
                <a:gd name="T3" fmla="*/ 204 h 30"/>
                <a:gd name="T4" fmla="*/ 400 w 5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0">
                  <a:moveTo>
                    <a:pt x="0" y="30"/>
                  </a:moveTo>
                  <a:cubicBezTo>
                    <a:pt x="12" y="30"/>
                    <a:pt x="39" y="30"/>
                    <a:pt x="48" y="22"/>
                  </a:cubicBezTo>
                  <a:cubicBezTo>
                    <a:pt x="55" y="17"/>
                    <a:pt x="52" y="8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4" name="Freeform 3694">
              <a:extLst>
                <a:ext uri="{FF2B5EF4-FFF2-40B4-BE49-F238E27FC236}">
                  <a16:creationId xmlns:a16="http://schemas.microsoft.com/office/drawing/2014/main" id="{80A43136-35DC-4238-884C-5534D2FF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382"/>
              <a:ext cx="117" cy="68"/>
            </a:xfrm>
            <a:custGeom>
              <a:avLst/>
              <a:gdLst>
                <a:gd name="T0" fmla="*/ 0 w 59"/>
                <a:gd name="T1" fmla="*/ 281 h 32"/>
                <a:gd name="T2" fmla="*/ 357 w 59"/>
                <a:gd name="T3" fmla="*/ 240 h 32"/>
                <a:gd name="T4" fmla="*/ 405 w 5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2">
                  <a:moveTo>
                    <a:pt x="0" y="29"/>
                  </a:moveTo>
                  <a:cubicBezTo>
                    <a:pt x="15" y="27"/>
                    <a:pt x="33" y="32"/>
                    <a:pt x="46" y="25"/>
                  </a:cubicBezTo>
                  <a:cubicBezTo>
                    <a:pt x="59" y="19"/>
                    <a:pt x="51" y="11"/>
                    <a:pt x="5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5" name="Freeform 3695">
              <a:extLst>
                <a:ext uri="{FF2B5EF4-FFF2-40B4-BE49-F238E27FC236}">
                  <a16:creationId xmlns:a16="http://schemas.microsoft.com/office/drawing/2014/main" id="{99319608-7FBD-47FB-801E-13E5C5E46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384"/>
              <a:ext cx="114" cy="53"/>
            </a:xfrm>
            <a:custGeom>
              <a:avLst/>
              <a:gdLst>
                <a:gd name="T0" fmla="*/ 0 w 57"/>
                <a:gd name="T1" fmla="*/ 220 h 25"/>
                <a:gd name="T2" fmla="*/ 136 w 57"/>
                <a:gd name="T3" fmla="*/ 212 h 25"/>
                <a:gd name="T4" fmla="*/ 376 w 57"/>
                <a:gd name="T5" fmla="*/ 201 h 25"/>
                <a:gd name="T6" fmla="*/ 432 w 57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5">
                  <a:moveTo>
                    <a:pt x="0" y="23"/>
                  </a:moveTo>
                  <a:cubicBezTo>
                    <a:pt x="6" y="25"/>
                    <a:pt x="11" y="22"/>
                    <a:pt x="17" y="22"/>
                  </a:cubicBezTo>
                  <a:cubicBezTo>
                    <a:pt x="26" y="21"/>
                    <a:pt x="39" y="25"/>
                    <a:pt x="47" y="21"/>
                  </a:cubicBezTo>
                  <a:cubicBezTo>
                    <a:pt x="57" y="17"/>
                    <a:pt x="54" y="11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6" name="Freeform 3696">
              <a:extLst>
                <a:ext uri="{FF2B5EF4-FFF2-40B4-BE49-F238E27FC236}">
                  <a16:creationId xmlns:a16="http://schemas.microsoft.com/office/drawing/2014/main" id="{C4FE768F-4DD8-42C8-9A7F-17992994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371"/>
              <a:ext cx="114" cy="58"/>
            </a:xfrm>
            <a:custGeom>
              <a:avLst/>
              <a:gdLst>
                <a:gd name="T0" fmla="*/ 0 w 57"/>
                <a:gd name="T1" fmla="*/ 258 h 27"/>
                <a:gd name="T2" fmla="*/ 240 w 57"/>
                <a:gd name="T3" fmla="*/ 241 h 27"/>
                <a:gd name="T4" fmla="*/ 456 w 57"/>
                <a:gd name="T5" fmla="*/ 208 h 27"/>
                <a:gd name="T6" fmla="*/ 432 w 5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7">
                  <a:moveTo>
                    <a:pt x="0" y="26"/>
                  </a:moveTo>
                  <a:cubicBezTo>
                    <a:pt x="10" y="27"/>
                    <a:pt x="20" y="25"/>
                    <a:pt x="30" y="24"/>
                  </a:cubicBezTo>
                  <a:cubicBezTo>
                    <a:pt x="38" y="24"/>
                    <a:pt x="50" y="26"/>
                    <a:pt x="57" y="21"/>
                  </a:cubicBezTo>
                  <a:cubicBezTo>
                    <a:pt x="54" y="14"/>
                    <a:pt x="56" y="7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7" name="Freeform 3697">
              <a:extLst>
                <a:ext uri="{FF2B5EF4-FFF2-40B4-BE49-F238E27FC236}">
                  <a16:creationId xmlns:a16="http://schemas.microsoft.com/office/drawing/2014/main" id="{4F4D4F68-6DCF-4589-B4CE-C01F0A4A6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1424"/>
              <a:ext cx="64" cy="5"/>
            </a:xfrm>
            <a:custGeom>
              <a:avLst/>
              <a:gdLst>
                <a:gd name="T0" fmla="*/ 0 w 32"/>
                <a:gd name="T1" fmla="*/ 0 h 2"/>
                <a:gd name="T2" fmla="*/ 256 w 3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">
                  <a:moveTo>
                    <a:pt x="0" y="0"/>
                  </a:moveTo>
                  <a:cubicBezTo>
                    <a:pt x="10" y="0"/>
                    <a:pt x="24" y="0"/>
                    <a:pt x="32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8" name="Freeform 3698">
              <a:extLst>
                <a:ext uri="{FF2B5EF4-FFF2-40B4-BE49-F238E27FC236}">
                  <a16:creationId xmlns:a16="http://schemas.microsoft.com/office/drawing/2014/main" id="{7440ECFF-CB72-4239-B00C-BA11902AE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447"/>
              <a:ext cx="88" cy="132"/>
            </a:xfrm>
            <a:custGeom>
              <a:avLst/>
              <a:gdLst>
                <a:gd name="T0" fmla="*/ 0 w 44"/>
                <a:gd name="T1" fmla="*/ 598 h 62"/>
                <a:gd name="T2" fmla="*/ 80 w 44"/>
                <a:gd name="T3" fmla="*/ 1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2">
                  <a:moveTo>
                    <a:pt x="0" y="62"/>
                  </a:moveTo>
                  <a:cubicBezTo>
                    <a:pt x="9" y="55"/>
                    <a:pt x="44" y="0"/>
                    <a:pt x="10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9" name="Freeform 3699">
              <a:extLst>
                <a:ext uri="{FF2B5EF4-FFF2-40B4-BE49-F238E27FC236}">
                  <a16:creationId xmlns:a16="http://schemas.microsoft.com/office/drawing/2014/main" id="{AE5B3B80-3EF5-42DB-9C1D-5E414A5B8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367"/>
              <a:ext cx="58" cy="125"/>
            </a:xfrm>
            <a:custGeom>
              <a:avLst/>
              <a:gdLst>
                <a:gd name="T0" fmla="*/ 0 w 29"/>
                <a:gd name="T1" fmla="*/ 561 h 59"/>
                <a:gd name="T2" fmla="*/ 216 w 29"/>
                <a:gd name="T3" fmla="*/ 180 h 59"/>
                <a:gd name="T4" fmla="*/ 96 w 29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9">
                  <a:moveTo>
                    <a:pt x="0" y="59"/>
                  </a:moveTo>
                  <a:cubicBezTo>
                    <a:pt x="9" y="53"/>
                    <a:pt x="25" y="29"/>
                    <a:pt x="27" y="19"/>
                  </a:cubicBezTo>
                  <a:cubicBezTo>
                    <a:pt x="29" y="10"/>
                    <a:pt x="23" y="0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0" name="Freeform 3700">
              <a:extLst>
                <a:ext uri="{FF2B5EF4-FFF2-40B4-BE49-F238E27FC236}">
                  <a16:creationId xmlns:a16="http://schemas.microsoft.com/office/drawing/2014/main" id="{4A4FE186-3D34-41C4-B717-1BE0D9E07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275"/>
              <a:ext cx="66" cy="138"/>
            </a:xfrm>
            <a:custGeom>
              <a:avLst/>
              <a:gdLst>
                <a:gd name="T0" fmla="*/ 88 w 33"/>
                <a:gd name="T1" fmla="*/ 0 h 65"/>
                <a:gd name="T2" fmla="*/ 176 w 33"/>
                <a:gd name="T3" fmla="*/ 325 h 65"/>
                <a:gd name="T4" fmla="*/ 0 w 33"/>
                <a:gd name="T5" fmla="*/ 62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5">
                  <a:moveTo>
                    <a:pt x="11" y="0"/>
                  </a:moveTo>
                  <a:cubicBezTo>
                    <a:pt x="27" y="13"/>
                    <a:pt x="33" y="14"/>
                    <a:pt x="22" y="34"/>
                  </a:cubicBezTo>
                  <a:cubicBezTo>
                    <a:pt x="16" y="45"/>
                    <a:pt x="9" y="57"/>
                    <a:pt x="0" y="6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1" name="Freeform 3701">
              <a:extLst>
                <a:ext uri="{FF2B5EF4-FFF2-40B4-BE49-F238E27FC236}">
                  <a16:creationId xmlns:a16="http://schemas.microsoft.com/office/drawing/2014/main" id="{8D8A9052-386F-4F51-8A71-7F714F5D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190"/>
              <a:ext cx="64" cy="134"/>
            </a:xfrm>
            <a:custGeom>
              <a:avLst/>
              <a:gdLst>
                <a:gd name="T0" fmla="*/ 0 w 32"/>
                <a:gd name="T1" fmla="*/ 606 h 63"/>
                <a:gd name="T2" fmla="*/ 240 w 32"/>
                <a:gd name="T3" fmla="*/ 213 h 63"/>
                <a:gd name="T4" fmla="*/ 104 w 32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3">
                  <a:moveTo>
                    <a:pt x="0" y="63"/>
                  </a:moveTo>
                  <a:cubicBezTo>
                    <a:pt x="7" y="50"/>
                    <a:pt x="27" y="37"/>
                    <a:pt x="30" y="22"/>
                  </a:cubicBezTo>
                  <a:cubicBezTo>
                    <a:pt x="32" y="14"/>
                    <a:pt x="22" y="4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2" name="Freeform 3702">
              <a:extLst>
                <a:ext uri="{FF2B5EF4-FFF2-40B4-BE49-F238E27FC236}">
                  <a16:creationId xmlns:a16="http://schemas.microsoft.com/office/drawing/2014/main" id="{18692B9F-EB9B-44D7-A142-697A3C9B2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113"/>
              <a:ext cx="66" cy="126"/>
            </a:xfrm>
            <a:custGeom>
              <a:avLst/>
              <a:gdLst>
                <a:gd name="T0" fmla="*/ 0 w 33"/>
                <a:gd name="T1" fmla="*/ 574 h 59"/>
                <a:gd name="T2" fmla="*/ 256 w 33"/>
                <a:gd name="T3" fmla="*/ 224 h 59"/>
                <a:gd name="T4" fmla="*/ 128 w 33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9">
                  <a:moveTo>
                    <a:pt x="0" y="59"/>
                  </a:moveTo>
                  <a:cubicBezTo>
                    <a:pt x="8" y="52"/>
                    <a:pt x="31" y="34"/>
                    <a:pt x="32" y="23"/>
                  </a:cubicBezTo>
                  <a:cubicBezTo>
                    <a:pt x="33" y="15"/>
                    <a:pt x="23" y="5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3" name="Freeform 3703">
              <a:extLst>
                <a:ext uri="{FF2B5EF4-FFF2-40B4-BE49-F238E27FC236}">
                  <a16:creationId xmlns:a16="http://schemas.microsoft.com/office/drawing/2014/main" id="{5094069E-36FF-4BA9-A916-AAD4CD273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045"/>
              <a:ext cx="69" cy="124"/>
            </a:xfrm>
            <a:custGeom>
              <a:avLst/>
              <a:gdLst>
                <a:gd name="T0" fmla="*/ 0 w 35"/>
                <a:gd name="T1" fmla="*/ 567 h 58"/>
                <a:gd name="T2" fmla="*/ 237 w 35"/>
                <a:gd name="T3" fmla="*/ 197 h 58"/>
                <a:gd name="T4" fmla="*/ 144 w 35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8">
                  <a:moveTo>
                    <a:pt x="0" y="58"/>
                  </a:moveTo>
                  <a:cubicBezTo>
                    <a:pt x="6" y="44"/>
                    <a:pt x="27" y="35"/>
                    <a:pt x="31" y="20"/>
                  </a:cubicBezTo>
                  <a:cubicBezTo>
                    <a:pt x="35" y="9"/>
                    <a:pt x="27" y="6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4" name="Freeform 3704">
              <a:extLst>
                <a:ext uri="{FF2B5EF4-FFF2-40B4-BE49-F238E27FC236}">
                  <a16:creationId xmlns:a16="http://schemas.microsoft.com/office/drawing/2014/main" id="{D7091F88-9159-4893-8224-EFAA063FF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975"/>
              <a:ext cx="70" cy="111"/>
            </a:xfrm>
            <a:custGeom>
              <a:avLst/>
              <a:gdLst>
                <a:gd name="T0" fmla="*/ 0 w 35"/>
                <a:gd name="T1" fmla="*/ 506 h 52"/>
                <a:gd name="T2" fmla="*/ 272 w 35"/>
                <a:gd name="T3" fmla="*/ 196 h 52"/>
                <a:gd name="T4" fmla="*/ 144 w 35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2">
                  <a:moveTo>
                    <a:pt x="0" y="52"/>
                  </a:moveTo>
                  <a:cubicBezTo>
                    <a:pt x="8" y="47"/>
                    <a:pt x="33" y="31"/>
                    <a:pt x="34" y="20"/>
                  </a:cubicBezTo>
                  <a:cubicBezTo>
                    <a:pt x="35" y="13"/>
                    <a:pt x="24" y="3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5" name="Freeform 3705">
              <a:extLst>
                <a:ext uri="{FF2B5EF4-FFF2-40B4-BE49-F238E27FC236}">
                  <a16:creationId xmlns:a16="http://schemas.microsoft.com/office/drawing/2014/main" id="{A4991EED-A5B5-4809-9D05-7CB41A3FD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920"/>
              <a:ext cx="66" cy="100"/>
            </a:xfrm>
            <a:custGeom>
              <a:avLst/>
              <a:gdLst>
                <a:gd name="T0" fmla="*/ 0 w 33"/>
                <a:gd name="T1" fmla="*/ 453 h 47"/>
                <a:gd name="T2" fmla="*/ 216 w 33"/>
                <a:gd name="T3" fmla="*/ 194 h 47"/>
                <a:gd name="T4" fmla="*/ 176 w 33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7">
                  <a:moveTo>
                    <a:pt x="0" y="47"/>
                  </a:moveTo>
                  <a:cubicBezTo>
                    <a:pt x="9" y="42"/>
                    <a:pt x="21" y="29"/>
                    <a:pt x="27" y="20"/>
                  </a:cubicBezTo>
                  <a:cubicBezTo>
                    <a:pt x="33" y="13"/>
                    <a:pt x="31" y="5"/>
                    <a:pt x="2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6" name="Freeform 3706">
              <a:extLst>
                <a:ext uri="{FF2B5EF4-FFF2-40B4-BE49-F238E27FC236}">
                  <a16:creationId xmlns:a16="http://schemas.microsoft.com/office/drawing/2014/main" id="{C6DE8A70-A5C3-47DF-866E-A11994799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843"/>
              <a:ext cx="110" cy="136"/>
            </a:xfrm>
            <a:custGeom>
              <a:avLst/>
              <a:gdLst>
                <a:gd name="T0" fmla="*/ 0 w 55"/>
                <a:gd name="T1" fmla="*/ 614 h 64"/>
                <a:gd name="T2" fmla="*/ 176 w 55"/>
                <a:gd name="T3" fmla="*/ 434 h 64"/>
                <a:gd name="T4" fmla="*/ 392 w 55"/>
                <a:gd name="T5" fmla="*/ 213 h 64"/>
                <a:gd name="T6" fmla="*/ 304 w 55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4">
                  <a:moveTo>
                    <a:pt x="0" y="64"/>
                  </a:moveTo>
                  <a:cubicBezTo>
                    <a:pt x="7" y="59"/>
                    <a:pt x="15" y="51"/>
                    <a:pt x="22" y="45"/>
                  </a:cubicBezTo>
                  <a:cubicBezTo>
                    <a:pt x="30" y="39"/>
                    <a:pt x="45" y="31"/>
                    <a:pt x="49" y="22"/>
                  </a:cubicBezTo>
                  <a:cubicBezTo>
                    <a:pt x="55" y="13"/>
                    <a:pt x="47" y="6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7" name="Freeform 3707">
              <a:extLst>
                <a:ext uri="{FF2B5EF4-FFF2-40B4-BE49-F238E27FC236}">
                  <a16:creationId xmlns:a16="http://schemas.microsoft.com/office/drawing/2014/main" id="{08D74C47-9E0B-4443-8011-3F14CEE86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777"/>
              <a:ext cx="94" cy="111"/>
            </a:xfrm>
            <a:custGeom>
              <a:avLst/>
              <a:gdLst>
                <a:gd name="T0" fmla="*/ 0 w 47"/>
                <a:gd name="T1" fmla="*/ 506 h 52"/>
                <a:gd name="T2" fmla="*/ 88 w 47"/>
                <a:gd name="T3" fmla="*/ 418 h 52"/>
                <a:gd name="T4" fmla="*/ 312 w 47"/>
                <a:gd name="T5" fmla="*/ 224 h 52"/>
                <a:gd name="T6" fmla="*/ 264 w 47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2">
                  <a:moveTo>
                    <a:pt x="0" y="52"/>
                  </a:moveTo>
                  <a:cubicBezTo>
                    <a:pt x="4" y="52"/>
                    <a:pt x="8" y="46"/>
                    <a:pt x="11" y="43"/>
                  </a:cubicBezTo>
                  <a:cubicBezTo>
                    <a:pt x="19" y="36"/>
                    <a:pt x="32" y="32"/>
                    <a:pt x="39" y="23"/>
                  </a:cubicBezTo>
                  <a:cubicBezTo>
                    <a:pt x="47" y="13"/>
                    <a:pt x="43" y="7"/>
                    <a:pt x="3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8" name="Freeform 3708">
              <a:extLst>
                <a:ext uri="{FF2B5EF4-FFF2-40B4-BE49-F238E27FC236}">
                  <a16:creationId xmlns:a16="http://schemas.microsoft.com/office/drawing/2014/main" id="{FA9A844E-9746-4C43-9A8E-3207893A1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703"/>
              <a:ext cx="111" cy="125"/>
            </a:xfrm>
            <a:custGeom>
              <a:avLst/>
              <a:gdLst>
                <a:gd name="T0" fmla="*/ 0 w 56"/>
                <a:gd name="T1" fmla="*/ 561 h 59"/>
                <a:gd name="T2" fmla="*/ 381 w 56"/>
                <a:gd name="T3" fmla="*/ 197 h 59"/>
                <a:gd name="T4" fmla="*/ 311 w 5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9">
                  <a:moveTo>
                    <a:pt x="0" y="59"/>
                  </a:moveTo>
                  <a:cubicBezTo>
                    <a:pt x="15" y="47"/>
                    <a:pt x="39" y="37"/>
                    <a:pt x="49" y="21"/>
                  </a:cubicBezTo>
                  <a:cubicBezTo>
                    <a:pt x="56" y="12"/>
                    <a:pt x="48" y="7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9" name="Freeform 3709">
              <a:extLst>
                <a:ext uri="{FF2B5EF4-FFF2-40B4-BE49-F238E27FC236}">
                  <a16:creationId xmlns:a16="http://schemas.microsoft.com/office/drawing/2014/main" id="{922E5A34-CF48-4286-9302-8D3BB5297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667"/>
              <a:ext cx="75" cy="93"/>
            </a:xfrm>
            <a:custGeom>
              <a:avLst/>
              <a:gdLst>
                <a:gd name="T0" fmla="*/ 0 w 38"/>
                <a:gd name="T1" fmla="*/ 416 h 44"/>
                <a:gd name="T2" fmla="*/ 268 w 38"/>
                <a:gd name="T3" fmla="*/ 169 h 44"/>
                <a:gd name="T4" fmla="*/ 176 w 38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4">
                  <a:moveTo>
                    <a:pt x="0" y="44"/>
                  </a:moveTo>
                  <a:cubicBezTo>
                    <a:pt x="9" y="41"/>
                    <a:pt x="33" y="28"/>
                    <a:pt x="35" y="18"/>
                  </a:cubicBezTo>
                  <a:cubicBezTo>
                    <a:pt x="38" y="9"/>
                    <a:pt x="28" y="8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0" name="Freeform 3710">
              <a:extLst>
                <a:ext uri="{FF2B5EF4-FFF2-40B4-BE49-F238E27FC236}">
                  <a16:creationId xmlns:a16="http://schemas.microsoft.com/office/drawing/2014/main" id="{01966200-AF53-43C2-8497-B18072ED4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609"/>
              <a:ext cx="110" cy="111"/>
            </a:xfrm>
            <a:custGeom>
              <a:avLst/>
              <a:gdLst>
                <a:gd name="T0" fmla="*/ 0 w 55"/>
                <a:gd name="T1" fmla="*/ 506 h 52"/>
                <a:gd name="T2" fmla="*/ 384 w 55"/>
                <a:gd name="T3" fmla="*/ 233 h 52"/>
                <a:gd name="T4" fmla="*/ 344 w 55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2">
                  <a:moveTo>
                    <a:pt x="0" y="52"/>
                  </a:moveTo>
                  <a:cubicBezTo>
                    <a:pt x="15" y="46"/>
                    <a:pt x="38" y="36"/>
                    <a:pt x="48" y="24"/>
                  </a:cubicBezTo>
                  <a:cubicBezTo>
                    <a:pt x="55" y="18"/>
                    <a:pt x="53" y="2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1" name="Freeform 3711">
              <a:extLst>
                <a:ext uri="{FF2B5EF4-FFF2-40B4-BE49-F238E27FC236}">
                  <a16:creationId xmlns:a16="http://schemas.microsoft.com/office/drawing/2014/main" id="{C772ABE2-FF4C-4F08-93EC-00C5DA525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1575"/>
              <a:ext cx="126" cy="92"/>
            </a:xfrm>
            <a:custGeom>
              <a:avLst/>
              <a:gdLst>
                <a:gd name="T0" fmla="*/ 0 w 63"/>
                <a:gd name="T1" fmla="*/ 394 h 43"/>
                <a:gd name="T2" fmla="*/ 376 w 63"/>
                <a:gd name="T3" fmla="*/ 216 h 43"/>
                <a:gd name="T4" fmla="*/ 408 w 63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3">
                  <a:moveTo>
                    <a:pt x="0" y="40"/>
                  </a:moveTo>
                  <a:cubicBezTo>
                    <a:pt x="12" y="43"/>
                    <a:pt x="36" y="28"/>
                    <a:pt x="47" y="22"/>
                  </a:cubicBezTo>
                  <a:cubicBezTo>
                    <a:pt x="63" y="14"/>
                    <a:pt x="54" y="13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2" name="Freeform 3712">
              <a:extLst>
                <a:ext uri="{FF2B5EF4-FFF2-40B4-BE49-F238E27FC236}">
                  <a16:creationId xmlns:a16="http://schemas.microsoft.com/office/drawing/2014/main" id="{414CC75F-B53C-4E74-966B-5D389BE2A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537"/>
              <a:ext cx="128" cy="83"/>
            </a:xfrm>
            <a:custGeom>
              <a:avLst/>
              <a:gdLst>
                <a:gd name="T0" fmla="*/ 0 w 64"/>
                <a:gd name="T1" fmla="*/ 366 h 39"/>
                <a:gd name="T2" fmla="*/ 256 w 64"/>
                <a:gd name="T3" fmla="*/ 289 h 39"/>
                <a:gd name="T4" fmla="*/ 464 w 64"/>
                <a:gd name="T5" fmla="*/ 213 h 39"/>
                <a:gd name="T6" fmla="*/ 424 w 6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9">
                  <a:moveTo>
                    <a:pt x="0" y="38"/>
                  </a:moveTo>
                  <a:cubicBezTo>
                    <a:pt x="10" y="39"/>
                    <a:pt x="22" y="33"/>
                    <a:pt x="32" y="30"/>
                  </a:cubicBezTo>
                  <a:cubicBezTo>
                    <a:pt x="37" y="29"/>
                    <a:pt x="54" y="26"/>
                    <a:pt x="58" y="22"/>
                  </a:cubicBezTo>
                  <a:cubicBezTo>
                    <a:pt x="64" y="14"/>
                    <a:pt x="57" y="8"/>
                    <a:pt x="5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3" name="Freeform 3713">
              <a:extLst>
                <a:ext uri="{FF2B5EF4-FFF2-40B4-BE49-F238E27FC236}">
                  <a16:creationId xmlns:a16="http://schemas.microsoft.com/office/drawing/2014/main" id="{F6263886-3E5E-4BC6-A0BB-A2C1902E6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512"/>
              <a:ext cx="103" cy="70"/>
            </a:xfrm>
            <a:custGeom>
              <a:avLst/>
              <a:gdLst>
                <a:gd name="T0" fmla="*/ 0 w 52"/>
                <a:gd name="T1" fmla="*/ 314 h 33"/>
                <a:gd name="T2" fmla="*/ 287 w 5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3">
                  <a:moveTo>
                    <a:pt x="0" y="33"/>
                  </a:moveTo>
                  <a:cubicBezTo>
                    <a:pt x="18" y="25"/>
                    <a:pt x="52" y="28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4" name="Freeform 3714">
              <a:extLst>
                <a:ext uri="{FF2B5EF4-FFF2-40B4-BE49-F238E27FC236}">
                  <a16:creationId xmlns:a16="http://schemas.microsoft.com/office/drawing/2014/main" id="{C9687495-A0D0-4E09-84F6-383D0839B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475"/>
              <a:ext cx="114" cy="77"/>
            </a:xfrm>
            <a:custGeom>
              <a:avLst/>
              <a:gdLst>
                <a:gd name="T0" fmla="*/ 0 w 57"/>
                <a:gd name="T1" fmla="*/ 353 h 36"/>
                <a:gd name="T2" fmla="*/ 416 w 57"/>
                <a:gd name="T3" fmla="*/ 216 h 36"/>
                <a:gd name="T4" fmla="*/ 400 w 57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6">
                  <a:moveTo>
                    <a:pt x="0" y="36"/>
                  </a:moveTo>
                  <a:cubicBezTo>
                    <a:pt x="12" y="35"/>
                    <a:pt x="44" y="33"/>
                    <a:pt x="52" y="22"/>
                  </a:cubicBezTo>
                  <a:cubicBezTo>
                    <a:pt x="57" y="17"/>
                    <a:pt x="53" y="7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5" name="Freeform 3715">
              <a:extLst>
                <a:ext uri="{FF2B5EF4-FFF2-40B4-BE49-F238E27FC236}">
                  <a16:creationId xmlns:a16="http://schemas.microsoft.com/office/drawing/2014/main" id="{BAF7EA82-5599-43E8-8A6D-DB65E6D16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454"/>
              <a:ext cx="106" cy="70"/>
            </a:xfrm>
            <a:custGeom>
              <a:avLst/>
              <a:gdLst>
                <a:gd name="T0" fmla="*/ 0 w 53"/>
                <a:gd name="T1" fmla="*/ 314 h 33"/>
                <a:gd name="T2" fmla="*/ 344 w 53"/>
                <a:gd name="T3" fmla="*/ 221 h 33"/>
                <a:gd name="T4" fmla="*/ 360 w 53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3">
                  <a:moveTo>
                    <a:pt x="0" y="33"/>
                  </a:moveTo>
                  <a:cubicBezTo>
                    <a:pt x="12" y="33"/>
                    <a:pt x="33" y="29"/>
                    <a:pt x="43" y="23"/>
                  </a:cubicBezTo>
                  <a:cubicBezTo>
                    <a:pt x="51" y="20"/>
                    <a:pt x="53" y="8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6" name="Freeform 3716">
              <a:extLst>
                <a:ext uri="{FF2B5EF4-FFF2-40B4-BE49-F238E27FC236}">
                  <a16:creationId xmlns:a16="http://schemas.microsoft.com/office/drawing/2014/main" id="{8DA9D548-6DB8-4A10-BFDB-C8E6EB33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437"/>
              <a:ext cx="120" cy="66"/>
            </a:xfrm>
            <a:custGeom>
              <a:avLst/>
              <a:gdLst>
                <a:gd name="T0" fmla="*/ 0 w 60"/>
                <a:gd name="T1" fmla="*/ 300 h 31"/>
                <a:gd name="T2" fmla="*/ 192 w 60"/>
                <a:gd name="T3" fmla="*/ 258 h 31"/>
                <a:gd name="T4" fmla="*/ 408 w 60"/>
                <a:gd name="T5" fmla="*/ 232 h 31"/>
                <a:gd name="T6" fmla="*/ 440 w 6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1">
                  <a:moveTo>
                    <a:pt x="0" y="31"/>
                  </a:moveTo>
                  <a:cubicBezTo>
                    <a:pt x="8" y="31"/>
                    <a:pt x="16" y="28"/>
                    <a:pt x="24" y="27"/>
                  </a:cubicBezTo>
                  <a:cubicBezTo>
                    <a:pt x="31" y="26"/>
                    <a:pt x="44" y="28"/>
                    <a:pt x="51" y="24"/>
                  </a:cubicBezTo>
                  <a:cubicBezTo>
                    <a:pt x="60" y="20"/>
                    <a:pt x="59" y="9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7" name="Freeform 3717">
              <a:extLst>
                <a:ext uri="{FF2B5EF4-FFF2-40B4-BE49-F238E27FC236}">
                  <a16:creationId xmlns:a16="http://schemas.microsoft.com/office/drawing/2014/main" id="{D560AEFD-2B8F-4F0C-99F6-2C59CB575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429"/>
              <a:ext cx="121" cy="57"/>
            </a:xfrm>
            <a:custGeom>
              <a:avLst/>
              <a:gdLst>
                <a:gd name="T0" fmla="*/ 0 w 61"/>
                <a:gd name="T1" fmla="*/ 228 h 27"/>
                <a:gd name="T2" fmla="*/ 8 w 61"/>
                <a:gd name="T3" fmla="*/ 253 h 27"/>
                <a:gd name="T4" fmla="*/ 365 w 61"/>
                <a:gd name="T5" fmla="*/ 177 h 27"/>
                <a:gd name="T6" fmla="*/ 444 w 61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7">
                  <a:moveTo>
                    <a:pt x="0" y="24"/>
                  </a:moveTo>
                  <a:cubicBezTo>
                    <a:pt x="0" y="26"/>
                    <a:pt x="0" y="27"/>
                    <a:pt x="1" y="27"/>
                  </a:cubicBezTo>
                  <a:cubicBezTo>
                    <a:pt x="16" y="22"/>
                    <a:pt x="32" y="22"/>
                    <a:pt x="47" y="19"/>
                  </a:cubicBezTo>
                  <a:cubicBezTo>
                    <a:pt x="61" y="17"/>
                    <a:pt x="60" y="13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8" name="Freeform 3718">
              <a:extLst>
                <a:ext uri="{FF2B5EF4-FFF2-40B4-BE49-F238E27FC236}">
                  <a16:creationId xmlns:a16="http://schemas.microsoft.com/office/drawing/2014/main" id="{8419DE7F-654F-4071-9EEE-DA6F0C22C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420"/>
              <a:ext cx="136" cy="53"/>
            </a:xfrm>
            <a:custGeom>
              <a:avLst/>
              <a:gdLst>
                <a:gd name="T0" fmla="*/ 0 w 68"/>
                <a:gd name="T1" fmla="*/ 220 h 25"/>
                <a:gd name="T2" fmla="*/ 160 w 68"/>
                <a:gd name="T3" fmla="*/ 220 h 25"/>
                <a:gd name="T4" fmla="*/ 448 w 68"/>
                <a:gd name="T5" fmla="*/ 180 h 25"/>
                <a:gd name="T6" fmla="*/ 480 w 68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5">
                  <a:moveTo>
                    <a:pt x="0" y="23"/>
                  </a:moveTo>
                  <a:cubicBezTo>
                    <a:pt x="6" y="25"/>
                    <a:pt x="13" y="23"/>
                    <a:pt x="20" y="23"/>
                  </a:cubicBezTo>
                  <a:cubicBezTo>
                    <a:pt x="30" y="22"/>
                    <a:pt x="46" y="23"/>
                    <a:pt x="56" y="19"/>
                  </a:cubicBezTo>
                  <a:cubicBezTo>
                    <a:pt x="68" y="14"/>
                    <a:pt x="58" y="10"/>
                    <a:pt x="6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9" name="Freeform 3719">
              <a:extLst>
                <a:ext uri="{FF2B5EF4-FFF2-40B4-BE49-F238E27FC236}">
                  <a16:creationId xmlns:a16="http://schemas.microsoft.com/office/drawing/2014/main" id="{ECCC073E-E527-4250-9F70-D95035AA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1433"/>
              <a:ext cx="142" cy="34"/>
            </a:xfrm>
            <a:custGeom>
              <a:avLst/>
              <a:gdLst>
                <a:gd name="T0" fmla="*/ 0 w 71"/>
                <a:gd name="T1" fmla="*/ 128 h 16"/>
                <a:gd name="T2" fmla="*/ 472 w 71"/>
                <a:gd name="T3" fmla="*/ 128 h 16"/>
                <a:gd name="T4" fmla="*/ 552 w 7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6">
                  <a:moveTo>
                    <a:pt x="0" y="13"/>
                  </a:moveTo>
                  <a:cubicBezTo>
                    <a:pt x="18" y="14"/>
                    <a:pt x="42" y="16"/>
                    <a:pt x="59" y="13"/>
                  </a:cubicBezTo>
                  <a:cubicBezTo>
                    <a:pt x="71" y="12"/>
                    <a:pt x="69" y="0"/>
                    <a:pt x="6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0" name="Freeform 3720">
              <a:extLst>
                <a:ext uri="{FF2B5EF4-FFF2-40B4-BE49-F238E27FC236}">
                  <a16:creationId xmlns:a16="http://schemas.microsoft.com/office/drawing/2014/main" id="{B0ECBA06-5FA0-4814-BAEC-1F12B246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518"/>
              <a:ext cx="34" cy="97"/>
            </a:xfrm>
            <a:custGeom>
              <a:avLst/>
              <a:gdLst>
                <a:gd name="T0" fmla="*/ 0 w 17"/>
                <a:gd name="T1" fmla="*/ 432 h 46"/>
                <a:gd name="T2" fmla="*/ 120 w 17"/>
                <a:gd name="T3" fmla="*/ 133 h 46"/>
                <a:gd name="T4" fmla="*/ 24 w 1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6">
                  <a:moveTo>
                    <a:pt x="0" y="46"/>
                  </a:moveTo>
                  <a:cubicBezTo>
                    <a:pt x="5" y="39"/>
                    <a:pt x="14" y="23"/>
                    <a:pt x="15" y="14"/>
                  </a:cubicBezTo>
                  <a:cubicBezTo>
                    <a:pt x="17" y="4"/>
                    <a:pt x="11" y="6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1" name="Freeform 3721">
              <a:extLst>
                <a:ext uri="{FF2B5EF4-FFF2-40B4-BE49-F238E27FC236}">
                  <a16:creationId xmlns:a16="http://schemas.microsoft.com/office/drawing/2014/main" id="{B1C458CC-FE52-4DC6-933E-B5A60FCF1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443"/>
              <a:ext cx="52" cy="102"/>
            </a:xfrm>
            <a:custGeom>
              <a:avLst/>
              <a:gdLst>
                <a:gd name="T0" fmla="*/ 0 w 26"/>
                <a:gd name="T1" fmla="*/ 461 h 48"/>
                <a:gd name="T2" fmla="*/ 208 w 26"/>
                <a:gd name="T3" fmla="*/ 85 h 48"/>
                <a:gd name="T4" fmla="*/ 112 w 26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8">
                  <a:moveTo>
                    <a:pt x="0" y="48"/>
                  </a:moveTo>
                  <a:cubicBezTo>
                    <a:pt x="10" y="40"/>
                    <a:pt x="24" y="22"/>
                    <a:pt x="26" y="9"/>
                  </a:cubicBezTo>
                  <a:cubicBezTo>
                    <a:pt x="21" y="8"/>
                    <a:pt x="17" y="5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2" name="Freeform 3722">
              <a:extLst>
                <a:ext uri="{FF2B5EF4-FFF2-40B4-BE49-F238E27FC236}">
                  <a16:creationId xmlns:a16="http://schemas.microsoft.com/office/drawing/2014/main" id="{C8302A37-4528-4366-8B6A-18D68DAC8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356"/>
              <a:ext cx="74" cy="108"/>
            </a:xfrm>
            <a:custGeom>
              <a:avLst/>
              <a:gdLst>
                <a:gd name="T0" fmla="*/ 0 w 37"/>
                <a:gd name="T1" fmla="*/ 485 h 51"/>
                <a:gd name="T2" fmla="*/ 112 w 37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51">
                  <a:moveTo>
                    <a:pt x="0" y="51"/>
                  </a:moveTo>
                  <a:cubicBezTo>
                    <a:pt x="9" y="39"/>
                    <a:pt x="37" y="10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3" name="Freeform 3723">
              <a:extLst>
                <a:ext uri="{FF2B5EF4-FFF2-40B4-BE49-F238E27FC236}">
                  <a16:creationId xmlns:a16="http://schemas.microsoft.com/office/drawing/2014/main" id="{67ABE845-FEDA-4BEF-8201-F1669F835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279"/>
              <a:ext cx="72" cy="94"/>
            </a:xfrm>
            <a:custGeom>
              <a:avLst/>
              <a:gdLst>
                <a:gd name="T0" fmla="*/ 0 w 36"/>
                <a:gd name="T1" fmla="*/ 429 h 44"/>
                <a:gd name="T2" fmla="*/ 120 w 36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4">
                  <a:moveTo>
                    <a:pt x="0" y="44"/>
                  </a:moveTo>
                  <a:cubicBezTo>
                    <a:pt x="7" y="37"/>
                    <a:pt x="36" y="7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4" name="Freeform 3724">
              <a:extLst>
                <a:ext uri="{FF2B5EF4-FFF2-40B4-BE49-F238E27FC236}">
                  <a16:creationId xmlns:a16="http://schemas.microsoft.com/office/drawing/2014/main" id="{EC2E1559-8275-4D61-A142-EDE5649E1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203"/>
              <a:ext cx="70" cy="106"/>
            </a:xfrm>
            <a:custGeom>
              <a:avLst/>
              <a:gdLst>
                <a:gd name="T0" fmla="*/ 0 w 35"/>
                <a:gd name="T1" fmla="*/ 477 h 50"/>
                <a:gd name="T2" fmla="*/ 232 w 35"/>
                <a:gd name="T3" fmla="*/ 180 h 50"/>
                <a:gd name="T4" fmla="*/ 184 w 35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0">
                  <a:moveTo>
                    <a:pt x="0" y="50"/>
                  </a:moveTo>
                  <a:cubicBezTo>
                    <a:pt x="10" y="45"/>
                    <a:pt x="23" y="29"/>
                    <a:pt x="29" y="19"/>
                  </a:cubicBezTo>
                  <a:cubicBezTo>
                    <a:pt x="35" y="8"/>
                    <a:pt x="28" y="11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5" name="Freeform 3725">
              <a:extLst>
                <a:ext uri="{FF2B5EF4-FFF2-40B4-BE49-F238E27FC236}">
                  <a16:creationId xmlns:a16="http://schemas.microsoft.com/office/drawing/2014/main" id="{88B1319C-558D-4A56-BBCF-18118CA0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137"/>
              <a:ext cx="60" cy="96"/>
            </a:xfrm>
            <a:custGeom>
              <a:avLst/>
              <a:gdLst>
                <a:gd name="T0" fmla="*/ 0 w 30"/>
                <a:gd name="T1" fmla="*/ 437 h 45"/>
                <a:gd name="T2" fmla="*/ 216 w 30"/>
                <a:gd name="T3" fmla="*/ 196 h 45"/>
                <a:gd name="T4" fmla="*/ 144 w 3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5">
                  <a:moveTo>
                    <a:pt x="0" y="45"/>
                  </a:moveTo>
                  <a:cubicBezTo>
                    <a:pt x="7" y="38"/>
                    <a:pt x="24" y="30"/>
                    <a:pt x="27" y="20"/>
                  </a:cubicBezTo>
                  <a:cubicBezTo>
                    <a:pt x="30" y="11"/>
                    <a:pt x="23" y="8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6" name="Freeform 3726">
              <a:extLst>
                <a:ext uri="{FF2B5EF4-FFF2-40B4-BE49-F238E27FC236}">
                  <a16:creationId xmlns:a16="http://schemas.microsoft.com/office/drawing/2014/main" id="{F8710662-27CC-45A8-9452-DDF4B13EF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062"/>
              <a:ext cx="67" cy="100"/>
            </a:xfrm>
            <a:custGeom>
              <a:avLst/>
              <a:gdLst>
                <a:gd name="T0" fmla="*/ 0 w 34"/>
                <a:gd name="T1" fmla="*/ 453 h 47"/>
                <a:gd name="T2" fmla="*/ 229 w 34"/>
                <a:gd name="T3" fmla="*/ 172 h 47"/>
                <a:gd name="T4" fmla="*/ 191 w 34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7">
                  <a:moveTo>
                    <a:pt x="0" y="47"/>
                  </a:moveTo>
                  <a:cubicBezTo>
                    <a:pt x="7" y="46"/>
                    <a:pt x="27" y="26"/>
                    <a:pt x="30" y="18"/>
                  </a:cubicBezTo>
                  <a:cubicBezTo>
                    <a:pt x="34" y="11"/>
                    <a:pt x="32" y="6"/>
                    <a:pt x="2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7" name="Freeform 3727">
              <a:extLst>
                <a:ext uri="{FF2B5EF4-FFF2-40B4-BE49-F238E27FC236}">
                  <a16:creationId xmlns:a16="http://schemas.microsoft.com/office/drawing/2014/main" id="{7BEC11D0-2F91-417B-9908-088396804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986"/>
              <a:ext cx="76" cy="106"/>
            </a:xfrm>
            <a:custGeom>
              <a:avLst/>
              <a:gdLst>
                <a:gd name="T0" fmla="*/ 0 w 38"/>
                <a:gd name="T1" fmla="*/ 477 h 50"/>
                <a:gd name="T2" fmla="*/ 264 w 38"/>
                <a:gd name="T3" fmla="*/ 229 h 50"/>
                <a:gd name="T4" fmla="*/ 216 w 38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0">
                  <a:moveTo>
                    <a:pt x="0" y="50"/>
                  </a:moveTo>
                  <a:cubicBezTo>
                    <a:pt x="9" y="45"/>
                    <a:pt x="28" y="33"/>
                    <a:pt x="33" y="24"/>
                  </a:cubicBezTo>
                  <a:cubicBezTo>
                    <a:pt x="38" y="16"/>
                    <a:pt x="33" y="8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8" name="Freeform 3728">
              <a:extLst>
                <a:ext uri="{FF2B5EF4-FFF2-40B4-BE49-F238E27FC236}">
                  <a16:creationId xmlns:a16="http://schemas.microsoft.com/office/drawing/2014/main" id="{78D1DD4A-0F54-4E44-BEDF-9EAA47C7F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924"/>
              <a:ext cx="86" cy="100"/>
            </a:xfrm>
            <a:custGeom>
              <a:avLst/>
              <a:gdLst>
                <a:gd name="T0" fmla="*/ 0 w 43"/>
                <a:gd name="T1" fmla="*/ 453 h 47"/>
                <a:gd name="T2" fmla="*/ 232 w 4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7">
                  <a:moveTo>
                    <a:pt x="0" y="47"/>
                  </a:moveTo>
                  <a:cubicBezTo>
                    <a:pt x="19" y="37"/>
                    <a:pt x="43" y="20"/>
                    <a:pt x="2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9" name="Freeform 3729">
              <a:extLst>
                <a:ext uri="{FF2B5EF4-FFF2-40B4-BE49-F238E27FC236}">
                  <a16:creationId xmlns:a16="http://schemas.microsoft.com/office/drawing/2014/main" id="{30CAD50B-8807-495F-85EB-D6FBEAB53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871"/>
              <a:ext cx="72" cy="94"/>
            </a:xfrm>
            <a:custGeom>
              <a:avLst/>
              <a:gdLst>
                <a:gd name="T0" fmla="*/ 0 w 36"/>
                <a:gd name="T1" fmla="*/ 429 h 44"/>
                <a:gd name="T2" fmla="*/ 264 w 36"/>
                <a:gd name="T3" fmla="*/ 188 h 44"/>
                <a:gd name="T4" fmla="*/ 208 w 36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0" y="44"/>
                  </a:moveTo>
                  <a:cubicBezTo>
                    <a:pt x="8" y="40"/>
                    <a:pt x="30" y="28"/>
                    <a:pt x="33" y="19"/>
                  </a:cubicBezTo>
                  <a:cubicBezTo>
                    <a:pt x="36" y="13"/>
                    <a:pt x="30" y="7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0" name="Freeform 3730">
              <a:extLst>
                <a:ext uri="{FF2B5EF4-FFF2-40B4-BE49-F238E27FC236}">
                  <a16:creationId xmlns:a16="http://schemas.microsoft.com/office/drawing/2014/main" id="{CAA5A59A-04E9-47A3-ABF6-D5698EEEA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811"/>
              <a:ext cx="96" cy="98"/>
            </a:xfrm>
            <a:custGeom>
              <a:avLst/>
              <a:gdLst>
                <a:gd name="T0" fmla="*/ 0 w 48"/>
                <a:gd name="T1" fmla="*/ 445 h 46"/>
                <a:gd name="T2" fmla="*/ 240 w 48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6">
                  <a:moveTo>
                    <a:pt x="0" y="46"/>
                  </a:moveTo>
                  <a:cubicBezTo>
                    <a:pt x="17" y="34"/>
                    <a:pt x="48" y="21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1" name="Freeform 3731">
              <a:extLst>
                <a:ext uri="{FF2B5EF4-FFF2-40B4-BE49-F238E27FC236}">
                  <a16:creationId xmlns:a16="http://schemas.microsoft.com/office/drawing/2014/main" id="{A478AF94-22EE-4B0A-B5E6-9E1E1A235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752"/>
              <a:ext cx="95" cy="87"/>
            </a:xfrm>
            <a:custGeom>
              <a:avLst/>
              <a:gdLst>
                <a:gd name="T0" fmla="*/ 0 w 48"/>
                <a:gd name="T1" fmla="*/ 393 h 41"/>
                <a:gd name="T2" fmla="*/ 325 w 48"/>
                <a:gd name="T3" fmla="*/ 202 h 41"/>
                <a:gd name="T4" fmla="*/ 301 w 4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1">
                  <a:moveTo>
                    <a:pt x="0" y="41"/>
                  </a:moveTo>
                  <a:cubicBezTo>
                    <a:pt x="11" y="39"/>
                    <a:pt x="33" y="29"/>
                    <a:pt x="42" y="21"/>
                  </a:cubicBezTo>
                  <a:cubicBezTo>
                    <a:pt x="47" y="17"/>
                    <a:pt x="48" y="8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2" name="Freeform 3732">
              <a:extLst>
                <a:ext uri="{FF2B5EF4-FFF2-40B4-BE49-F238E27FC236}">
                  <a16:creationId xmlns:a16="http://schemas.microsoft.com/office/drawing/2014/main" id="{AF88E1BC-F5C3-426E-B370-C04396F61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701"/>
              <a:ext cx="84" cy="83"/>
            </a:xfrm>
            <a:custGeom>
              <a:avLst/>
              <a:gdLst>
                <a:gd name="T0" fmla="*/ 0 w 42"/>
                <a:gd name="T1" fmla="*/ 377 h 39"/>
                <a:gd name="T2" fmla="*/ 288 w 42"/>
                <a:gd name="T3" fmla="*/ 204 h 39"/>
                <a:gd name="T4" fmla="*/ 272 w 4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9">
                  <a:moveTo>
                    <a:pt x="0" y="39"/>
                  </a:moveTo>
                  <a:cubicBezTo>
                    <a:pt x="10" y="33"/>
                    <a:pt x="27" y="28"/>
                    <a:pt x="36" y="21"/>
                  </a:cubicBezTo>
                  <a:cubicBezTo>
                    <a:pt x="40" y="18"/>
                    <a:pt x="42" y="3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3" name="Freeform 3733">
              <a:extLst>
                <a:ext uri="{FF2B5EF4-FFF2-40B4-BE49-F238E27FC236}">
                  <a16:creationId xmlns:a16="http://schemas.microsoft.com/office/drawing/2014/main" id="{CDF7DA0C-1A9B-4FC8-B778-9F6BEE626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650"/>
              <a:ext cx="96" cy="83"/>
            </a:xfrm>
            <a:custGeom>
              <a:avLst/>
              <a:gdLst>
                <a:gd name="T0" fmla="*/ 0 w 48"/>
                <a:gd name="T1" fmla="*/ 377 h 39"/>
                <a:gd name="T2" fmla="*/ 304 w 48"/>
                <a:gd name="T3" fmla="*/ 204 h 39"/>
                <a:gd name="T4" fmla="*/ 320 w 4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13" y="38"/>
                    <a:pt x="27" y="27"/>
                    <a:pt x="38" y="21"/>
                  </a:cubicBezTo>
                  <a:cubicBezTo>
                    <a:pt x="48" y="15"/>
                    <a:pt x="43" y="12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4" name="Freeform 3734">
              <a:extLst>
                <a:ext uri="{FF2B5EF4-FFF2-40B4-BE49-F238E27FC236}">
                  <a16:creationId xmlns:a16="http://schemas.microsoft.com/office/drawing/2014/main" id="{9A102F54-2EEB-4BE7-BA8C-78D840AC6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609"/>
              <a:ext cx="106" cy="73"/>
            </a:xfrm>
            <a:custGeom>
              <a:avLst/>
              <a:gdLst>
                <a:gd name="T0" fmla="*/ 0 w 53"/>
                <a:gd name="T1" fmla="*/ 337 h 34"/>
                <a:gd name="T2" fmla="*/ 344 w 53"/>
                <a:gd name="T3" fmla="*/ 180 h 34"/>
                <a:gd name="T4" fmla="*/ 400 w 5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4">
                  <a:moveTo>
                    <a:pt x="0" y="34"/>
                  </a:moveTo>
                  <a:cubicBezTo>
                    <a:pt x="14" y="31"/>
                    <a:pt x="31" y="25"/>
                    <a:pt x="43" y="18"/>
                  </a:cubicBezTo>
                  <a:cubicBezTo>
                    <a:pt x="53" y="13"/>
                    <a:pt x="53" y="10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5" name="Freeform 3735">
              <a:extLst>
                <a:ext uri="{FF2B5EF4-FFF2-40B4-BE49-F238E27FC236}">
                  <a16:creationId xmlns:a16="http://schemas.microsoft.com/office/drawing/2014/main" id="{1D70B3C7-DB7E-4D4C-BC37-2244099C0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569"/>
              <a:ext cx="115" cy="72"/>
            </a:xfrm>
            <a:custGeom>
              <a:avLst/>
              <a:gdLst>
                <a:gd name="T0" fmla="*/ 24 w 58"/>
                <a:gd name="T1" fmla="*/ 305 h 34"/>
                <a:gd name="T2" fmla="*/ 0 w 58"/>
                <a:gd name="T3" fmla="*/ 322 h 34"/>
                <a:gd name="T4" fmla="*/ 373 w 58"/>
                <a:gd name="T5" fmla="*/ 180 h 34"/>
                <a:gd name="T6" fmla="*/ 397 w 5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3" y="32"/>
                  </a:moveTo>
                  <a:cubicBezTo>
                    <a:pt x="2" y="33"/>
                    <a:pt x="1" y="33"/>
                    <a:pt x="0" y="34"/>
                  </a:cubicBezTo>
                  <a:cubicBezTo>
                    <a:pt x="15" y="27"/>
                    <a:pt x="34" y="28"/>
                    <a:pt x="48" y="19"/>
                  </a:cubicBezTo>
                  <a:cubicBezTo>
                    <a:pt x="58" y="13"/>
                    <a:pt x="56" y="11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6" name="Freeform 3736">
              <a:extLst>
                <a:ext uri="{FF2B5EF4-FFF2-40B4-BE49-F238E27FC236}">
                  <a16:creationId xmlns:a16="http://schemas.microsoft.com/office/drawing/2014/main" id="{AAFA1669-F570-4FAA-9F87-514D4256A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546"/>
              <a:ext cx="124" cy="59"/>
            </a:xfrm>
            <a:custGeom>
              <a:avLst/>
              <a:gdLst>
                <a:gd name="T0" fmla="*/ 0 w 62"/>
                <a:gd name="T1" fmla="*/ 261 h 28"/>
                <a:gd name="T2" fmla="*/ 312 w 62"/>
                <a:gd name="T3" fmla="*/ 133 h 28"/>
                <a:gd name="T4" fmla="*/ 456 w 6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8">
                  <a:moveTo>
                    <a:pt x="0" y="28"/>
                  </a:moveTo>
                  <a:cubicBezTo>
                    <a:pt x="12" y="24"/>
                    <a:pt x="26" y="18"/>
                    <a:pt x="39" y="14"/>
                  </a:cubicBezTo>
                  <a:cubicBezTo>
                    <a:pt x="46" y="12"/>
                    <a:pt x="62" y="12"/>
                    <a:pt x="5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7" name="Freeform 3737">
              <a:extLst>
                <a:ext uri="{FF2B5EF4-FFF2-40B4-BE49-F238E27FC236}">
                  <a16:creationId xmlns:a16="http://schemas.microsoft.com/office/drawing/2014/main" id="{05BDEAB1-7769-4B79-B285-C1C9A673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18"/>
              <a:ext cx="90" cy="49"/>
            </a:xfrm>
            <a:custGeom>
              <a:avLst/>
              <a:gdLst>
                <a:gd name="T0" fmla="*/ 0 w 45"/>
                <a:gd name="T1" fmla="*/ 213 h 23"/>
                <a:gd name="T2" fmla="*/ 256 w 45"/>
                <a:gd name="T3" fmla="*/ 164 h 23"/>
                <a:gd name="T4" fmla="*/ 336 w 4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3">
                  <a:moveTo>
                    <a:pt x="0" y="22"/>
                  </a:moveTo>
                  <a:cubicBezTo>
                    <a:pt x="9" y="23"/>
                    <a:pt x="24" y="19"/>
                    <a:pt x="32" y="17"/>
                  </a:cubicBezTo>
                  <a:cubicBezTo>
                    <a:pt x="45" y="14"/>
                    <a:pt x="45" y="11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8" name="Freeform 3738">
              <a:extLst>
                <a:ext uri="{FF2B5EF4-FFF2-40B4-BE49-F238E27FC236}">
                  <a16:creationId xmlns:a16="http://schemas.microsoft.com/office/drawing/2014/main" id="{9BD52CDC-69F8-47BD-AD40-E2A6AAF81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495"/>
              <a:ext cx="104" cy="51"/>
            </a:xfrm>
            <a:custGeom>
              <a:avLst/>
              <a:gdLst>
                <a:gd name="T0" fmla="*/ 0 w 52"/>
                <a:gd name="T1" fmla="*/ 230 h 24"/>
                <a:gd name="T2" fmla="*/ 416 w 52"/>
                <a:gd name="T3" fmla="*/ 136 h 24"/>
                <a:gd name="T4" fmla="*/ 384 w 5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14" y="22"/>
                    <a:pt x="39" y="22"/>
                    <a:pt x="52" y="14"/>
                  </a:cubicBezTo>
                  <a:cubicBezTo>
                    <a:pt x="51" y="13"/>
                    <a:pt x="48" y="0"/>
                    <a:pt x="4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9" name="Freeform 3739">
              <a:extLst>
                <a:ext uri="{FF2B5EF4-FFF2-40B4-BE49-F238E27FC236}">
                  <a16:creationId xmlns:a16="http://schemas.microsoft.com/office/drawing/2014/main" id="{0FEC0F38-5D64-44C0-9134-AA97B8631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480"/>
              <a:ext cx="101" cy="49"/>
            </a:xfrm>
            <a:custGeom>
              <a:avLst/>
              <a:gdLst>
                <a:gd name="T0" fmla="*/ 0 w 51"/>
                <a:gd name="T1" fmla="*/ 213 h 23"/>
                <a:gd name="T2" fmla="*/ 263 w 51"/>
                <a:gd name="T3" fmla="*/ 145 h 23"/>
                <a:gd name="T4" fmla="*/ 396 w 5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3">
                  <a:moveTo>
                    <a:pt x="0" y="22"/>
                  </a:moveTo>
                  <a:cubicBezTo>
                    <a:pt x="11" y="23"/>
                    <a:pt x="23" y="17"/>
                    <a:pt x="34" y="15"/>
                  </a:cubicBezTo>
                  <a:cubicBezTo>
                    <a:pt x="46" y="14"/>
                    <a:pt x="50" y="12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0" name="Freeform 3740">
              <a:extLst>
                <a:ext uri="{FF2B5EF4-FFF2-40B4-BE49-F238E27FC236}">
                  <a16:creationId xmlns:a16="http://schemas.microsoft.com/office/drawing/2014/main" id="{68BCECA8-C527-4BC3-B8B4-4CDA079E0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471"/>
              <a:ext cx="120" cy="49"/>
            </a:xfrm>
            <a:custGeom>
              <a:avLst/>
              <a:gdLst>
                <a:gd name="T0" fmla="*/ 0 w 60"/>
                <a:gd name="T1" fmla="*/ 164 h 23"/>
                <a:gd name="T2" fmla="*/ 344 w 60"/>
                <a:gd name="T3" fmla="*/ 117 h 23"/>
                <a:gd name="T4" fmla="*/ 464 w 6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3">
                  <a:moveTo>
                    <a:pt x="0" y="17"/>
                  </a:moveTo>
                  <a:cubicBezTo>
                    <a:pt x="11" y="23"/>
                    <a:pt x="31" y="14"/>
                    <a:pt x="43" y="12"/>
                  </a:cubicBezTo>
                  <a:cubicBezTo>
                    <a:pt x="53" y="12"/>
                    <a:pt x="60" y="13"/>
                    <a:pt x="5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1" name="Freeform 3741">
              <a:extLst>
                <a:ext uri="{FF2B5EF4-FFF2-40B4-BE49-F238E27FC236}">
                  <a16:creationId xmlns:a16="http://schemas.microsoft.com/office/drawing/2014/main" id="{FF1B686B-C250-4099-9FF8-55327777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1465"/>
              <a:ext cx="108" cy="40"/>
            </a:xfrm>
            <a:custGeom>
              <a:avLst/>
              <a:gdLst>
                <a:gd name="T0" fmla="*/ 0 w 54"/>
                <a:gd name="T1" fmla="*/ 120 h 19"/>
                <a:gd name="T2" fmla="*/ 280 w 54"/>
                <a:gd name="T3" fmla="*/ 128 h 19"/>
                <a:gd name="T4" fmla="*/ 432 w 5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9">
                  <a:moveTo>
                    <a:pt x="0" y="13"/>
                  </a:moveTo>
                  <a:cubicBezTo>
                    <a:pt x="7" y="19"/>
                    <a:pt x="27" y="14"/>
                    <a:pt x="35" y="14"/>
                  </a:cubicBezTo>
                  <a:cubicBezTo>
                    <a:pt x="51" y="14"/>
                    <a:pt x="50" y="15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2" name="Freeform 3742">
              <a:extLst>
                <a:ext uri="{FF2B5EF4-FFF2-40B4-BE49-F238E27FC236}">
                  <a16:creationId xmlns:a16="http://schemas.microsoft.com/office/drawing/2014/main" id="{3089533B-9CDB-42BC-8B7A-0961B2326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458"/>
              <a:ext cx="118" cy="49"/>
            </a:xfrm>
            <a:custGeom>
              <a:avLst/>
              <a:gdLst>
                <a:gd name="T0" fmla="*/ 0 w 59"/>
                <a:gd name="T1" fmla="*/ 164 h 23"/>
                <a:gd name="T2" fmla="*/ 136 w 59"/>
                <a:gd name="T3" fmla="*/ 205 h 23"/>
                <a:gd name="T4" fmla="*/ 360 w 59"/>
                <a:gd name="T5" fmla="*/ 196 h 23"/>
                <a:gd name="T6" fmla="*/ 472 w 5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3">
                  <a:moveTo>
                    <a:pt x="0" y="17"/>
                  </a:moveTo>
                  <a:cubicBezTo>
                    <a:pt x="6" y="20"/>
                    <a:pt x="11" y="21"/>
                    <a:pt x="17" y="21"/>
                  </a:cubicBezTo>
                  <a:cubicBezTo>
                    <a:pt x="34" y="23"/>
                    <a:pt x="45" y="20"/>
                    <a:pt x="45" y="20"/>
                  </a:cubicBezTo>
                  <a:cubicBezTo>
                    <a:pt x="59" y="21"/>
                    <a:pt x="59" y="0"/>
                    <a:pt x="5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3" name="Freeform 3743">
              <a:extLst>
                <a:ext uri="{FF2B5EF4-FFF2-40B4-BE49-F238E27FC236}">
                  <a16:creationId xmlns:a16="http://schemas.microsoft.com/office/drawing/2014/main" id="{59DB1032-4520-4C4F-9A0C-1138BB0A9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216"/>
              <a:ext cx="22" cy="10"/>
            </a:xfrm>
            <a:custGeom>
              <a:avLst/>
              <a:gdLst>
                <a:gd name="T0" fmla="*/ 0 w 11"/>
                <a:gd name="T1" fmla="*/ 0 h 5"/>
                <a:gd name="T2" fmla="*/ 88 w 11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4" y="2"/>
                    <a:pt x="8" y="5"/>
                    <a:pt x="11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4" name="Freeform 3744">
              <a:extLst>
                <a:ext uri="{FF2B5EF4-FFF2-40B4-BE49-F238E27FC236}">
                  <a16:creationId xmlns:a16="http://schemas.microsoft.com/office/drawing/2014/main" id="{61B08113-CC06-4FAA-B940-16AEFFD07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205"/>
              <a:ext cx="42" cy="13"/>
            </a:xfrm>
            <a:custGeom>
              <a:avLst/>
              <a:gdLst>
                <a:gd name="T0" fmla="*/ 0 w 21"/>
                <a:gd name="T1" fmla="*/ 61 h 6"/>
                <a:gd name="T2" fmla="*/ 168 w 2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8" y="3"/>
                    <a:pt x="13" y="0"/>
                    <a:pt x="2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5" name="Freeform 3745">
              <a:extLst>
                <a:ext uri="{FF2B5EF4-FFF2-40B4-BE49-F238E27FC236}">
                  <a16:creationId xmlns:a16="http://schemas.microsoft.com/office/drawing/2014/main" id="{9E959EF4-81D5-4BCC-B43F-FF29C321E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284"/>
              <a:ext cx="36" cy="17"/>
            </a:xfrm>
            <a:custGeom>
              <a:avLst/>
              <a:gdLst>
                <a:gd name="T0" fmla="*/ 0 w 18"/>
                <a:gd name="T1" fmla="*/ 68 h 8"/>
                <a:gd name="T2" fmla="*/ 144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7"/>
                  </a:moveTo>
                  <a:cubicBezTo>
                    <a:pt x="6" y="8"/>
                    <a:pt x="14" y="5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6" name="Freeform 3746">
              <a:extLst>
                <a:ext uri="{FF2B5EF4-FFF2-40B4-BE49-F238E27FC236}">
                  <a16:creationId xmlns:a16="http://schemas.microsoft.com/office/drawing/2014/main" id="{DF4DAA65-44E6-4F2E-B467-AABEF413A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205"/>
              <a:ext cx="34" cy="19"/>
            </a:xfrm>
            <a:custGeom>
              <a:avLst/>
              <a:gdLst>
                <a:gd name="T0" fmla="*/ 0 w 17"/>
                <a:gd name="T1" fmla="*/ 49 h 9"/>
                <a:gd name="T2" fmla="*/ 136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6" y="9"/>
                    <a:pt x="12" y="2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7" name="Freeform 3747">
              <a:extLst>
                <a:ext uri="{FF2B5EF4-FFF2-40B4-BE49-F238E27FC236}">
                  <a16:creationId xmlns:a16="http://schemas.microsoft.com/office/drawing/2014/main" id="{67FA2DC2-16D6-4694-A0E9-40D90F6DB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137"/>
              <a:ext cx="32" cy="13"/>
            </a:xfrm>
            <a:custGeom>
              <a:avLst/>
              <a:gdLst>
                <a:gd name="T0" fmla="*/ 0 w 16"/>
                <a:gd name="T1" fmla="*/ 61 h 6"/>
                <a:gd name="T2" fmla="*/ 128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4"/>
                    <a:pt x="11" y="2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8" name="Freeform 3748">
              <a:extLst>
                <a:ext uri="{FF2B5EF4-FFF2-40B4-BE49-F238E27FC236}">
                  <a16:creationId xmlns:a16="http://schemas.microsoft.com/office/drawing/2014/main" id="{E342F76C-5254-47B8-A98C-48F4BDFFB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007"/>
              <a:ext cx="13" cy="47"/>
            </a:xfrm>
            <a:custGeom>
              <a:avLst/>
              <a:gdLst>
                <a:gd name="T0" fmla="*/ 7 w 7"/>
                <a:gd name="T1" fmla="*/ 214 h 22"/>
                <a:gd name="T2" fmla="*/ 45 w 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1" y="22"/>
                  </a:moveTo>
                  <a:cubicBezTo>
                    <a:pt x="0" y="13"/>
                    <a:pt x="1" y="7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9" name="Freeform 3749">
              <a:extLst>
                <a:ext uri="{FF2B5EF4-FFF2-40B4-BE49-F238E27FC236}">
                  <a16:creationId xmlns:a16="http://schemas.microsoft.com/office/drawing/2014/main" id="{BE541D96-6E51-4FCA-9D4A-39A7565FA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54"/>
              <a:ext cx="14" cy="38"/>
            </a:xfrm>
            <a:custGeom>
              <a:avLst/>
              <a:gdLst>
                <a:gd name="T0" fmla="*/ 40 w 7"/>
                <a:gd name="T1" fmla="*/ 0 h 18"/>
                <a:gd name="T2" fmla="*/ 56 w 7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5" y="0"/>
                  </a:moveTo>
                  <a:cubicBezTo>
                    <a:pt x="6" y="5"/>
                    <a:pt x="0" y="16"/>
                    <a:pt x="7" y="1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0" name="Freeform 3750">
              <a:extLst>
                <a:ext uri="{FF2B5EF4-FFF2-40B4-BE49-F238E27FC236}">
                  <a16:creationId xmlns:a16="http://schemas.microsoft.com/office/drawing/2014/main" id="{F0110DE4-7B65-4DEE-9963-715B0850F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907"/>
              <a:ext cx="38" cy="13"/>
            </a:xfrm>
            <a:custGeom>
              <a:avLst/>
              <a:gdLst>
                <a:gd name="T0" fmla="*/ 0 w 19"/>
                <a:gd name="T1" fmla="*/ 0 h 6"/>
                <a:gd name="T2" fmla="*/ 152 w 19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7" y="4"/>
                    <a:pt x="10" y="6"/>
                    <a:pt x="19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1" name="Freeform 3751">
              <a:extLst>
                <a:ext uri="{FF2B5EF4-FFF2-40B4-BE49-F238E27FC236}">
                  <a16:creationId xmlns:a16="http://schemas.microsoft.com/office/drawing/2014/main" id="{BC4331D2-D2E9-4650-8118-1D36F1B21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928"/>
              <a:ext cx="50" cy="17"/>
            </a:xfrm>
            <a:custGeom>
              <a:avLst/>
              <a:gdLst>
                <a:gd name="T0" fmla="*/ 0 w 25"/>
                <a:gd name="T1" fmla="*/ 28 h 8"/>
                <a:gd name="T2" fmla="*/ 200 w 2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3"/>
                  </a:moveTo>
                  <a:cubicBezTo>
                    <a:pt x="7" y="8"/>
                    <a:pt x="19" y="3"/>
                    <a:pt x="2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2" name="Freeform 3752">
              <a:extLst>
                <a:ext uri="{FF2B5EF4-FFF2-40B4-BE49-F238E27FC236}">
                  <a16:creationId xmlns:a16="http://schemas.microsoft.com/office/drawing/2014/main" id="{3CF07D2B-ADA1-460C-A62B-0FBA661BD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828"/>
              <a:ext cx="10" cy="32"/>
            </a:xfrm>
            <a:custGeom>
              <a:avLst/>
              <a:gdLst>
                <a:gd name="T0" fmla="*/ 40 w 5"/>
                <a:gd name="T1" fmla="*/ 0 h 15"/>
                <a:gd name="T2" fmla="*/ 32 w 5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2" y="4"/>
                    <a:pt x="0" y="11"/>
                    <a:pt x="4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3" name="Freeform 3753">
              <a:extLst>
                <a:ext uri="{FF2B5EF4-FFF2-40B4-BE49-F238E27FC236}">
                  <a16:creationId xmlns:a16="http://schemas.microsoft.com/office/drawing/2014/main" id="{50327C7C-AC53-4F32-84B7-FE3759609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831"/>
              <a:ext cx="38" cy="10"/>
            </a:xfrm>
            <a:custGeom>
              <a:avLst/>
              <a:gdLst>
                <a:gd name="T0" fmla="*/ 0 w 19"/>
                <a:gd name="T1" fmla="*/ 0 h 5"/>
                <a:gd name="T2" fmla="*/ 152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0"/>
                  </a:moveTo>
                  <a:cubicBezTo>
                    <a:pt x="6" y="4"/>
                    <a:pt x="13" y="5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4" name="Freeform 3754">
              <a:extLst>
                <a:ext uri="{FF2B5EF4-FFF2-40B4-BE49-F238E27FC236}">
                  <a16:creationId xmlns:a16="http://schemas.microsoft.com/office/drawing/2014/main" id="{B2C4DEB5-F243-4654-A0A7-99D46FD42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794"/>
              <a:ext cx="12" cy="32"/>
            </a:xfrm>
            <a:custGeom>
              <a:avLst/>
              <a:gdLst>
                <a:gd name="T0" fmla="*/ 48 w 6"/>
                <a:gd name="T1" fmla="*/ 0 h 15"/>
                <a:gd name="T2" fmla="*/ 32 w 6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2" y="3"/>
                    <a:pt x="0" y="10"/>
                    <a:pt x="4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5" name="Freeform 3755">
              <a:extLst>
                <a:ext uri="{FF2B5EF4-FFF2-40B4-BE49-F238E27FC236}">
                  <a16:creationId xmlns:a16="http://schemas.microsoft.com/office/drawing/2014/main" id="{83423BE5-93A6-439E-9887-625774923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062"/>
              <a:ext cx="36" cy="13"/>
            </a:xfrm>
            <a:custGeom>
              <a:avLst/>
              <a:gdLst>
                <a:gd name="T0" fmla="*/ 0 w 18"/>
                <a:gd name="T1" fmla="*/ 20 h 6"/>
                <a:gd name="T2" fmla="*/ 144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2"/>
                  </a:moveTo>
                  <a:cubicBezTo>
                    <a:pt x="5" y="6"/>
                    <a:pt x="13" y="3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6" name="Freeform 3756">
              <a:extLst>
                <a:ext uri="{FF2B5EF4-FFF2-40B4-BE49-F238E27FC236}">
                  <a16:creationId xmlns:a16="http://schemas.microsoft.com/office/drawing/2014/main" id="{1791E472-C24A-42A5-BF19-BEEA7D38C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256"/>
              <a:ext cx="8" cy="42"/>
            </a:xfrm>
            <a:custGeom>
              <a:avLst/>
              <a:gdLst>
                <a:gd name="T0" fmla="*/ 24 w 4"/>
                <a:gd name="T1" fmla="*/ 0 h 20"/>
                <a:gd name="T2" fmla="*/ 32 w 4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3" y="0"/>
                  </a:moveTo>
                  <a:cubicBezTo>
                    <a:pt x="0" y="7"/>
                    <a:pt x="3" y="14"/>
                    <a:pt x="4" y="2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7" name="Freeform 3757">
              <a:extLst>
                <a:ext uri="{FF2B5EF4-FFF2-40B4-BE49-F238E27FC236}">
                  <a16:creationId xmlns:a16="http://schemas.microsoft.com/office/drawing/2014/main" id="{260960A0-8301-432B-9093-3D6E26AAB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37"/>
              <a:ext cx="10" cy="44"/>
            </a:xfrm>
            <a:custGeom>
              <a:avLst/>
              <a:gdLst>
                <a:gd name="T0" fmla="*/ 24 w 5"/>
                <a:gd name="T1" fmla="*/ 0 h 21"/>
                <a:gd name="T2" fmla="*/ 40 w 5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3" y="0"/>
                  </a:moveTo>
                  <a:cubicBezTo>
                    <a:pt x="2" y="7"/>
                    <a:pt x="0" y="16"/>
                    <a:pt x="5" y="2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8" name="Freeform 3758">
              <a:extLst>
                <a:ext uri="{FF2B5EF4-FFF2-40B4-BE49-F238E27FC236}">
                  <a16:creationId xmlns:a16="http://schemas.microsoft.com/office/drawing/2014/main" id="{E1F7BEE4-3501-423C-8DE7-787E7AFC7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422"/>
              <a:ext cx="12" cy="42"/>
            </a:xfrm>
            <a:custGeom>
              <a:avLst/>
              <a:gdLst>
                <a:gd name="T0" fmla="*/ 16 w 6"/>
                <a:gd name="T1" fmla="*/ 0 h 20"/>
                <a:gd name="T2" fmla="*/ 48 w 6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2" y="0"/>
                  </a:moveTo>
                  <a:cubicBezTo>
                    <a:pt x="1" y="5"/>
                    <a:pt x="0" y="16"/>
                    <a:pt x="6" y="2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9" name="Freeform 3759">
              <a:extLst>
                <a:ext uri="{FF2B5EF4-FFF2-40B4-BE49-F238E27FC236}">
                  <a16:creationId xmlns:a16="http://schemas.microsoft.com/office/drawing/2014/main" id="{428A6D61-37A6-48BA-8B98-4C5A9A1E7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541"/>
              <a:ext cx="38" cy="28"/>
            </a:xfrm>
            <a:custGeom>
              <a:avLst/>
              <a:gdLst>
                <a:gd name="T0" fmla="*/ 0 w 19"/>
                <a:gd name="T1" fmla="*/ 101 h 13"/>
                <a:gd name="T2" fmla="*/ 152 w 1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0" y="10"/>
                  </a:moveTo>
                  <a:cubicBezTo>
                    <a:pt x="8" y="13"/>
                    <a:pt x="14" y="5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0" name="Freeform 3760">
              <a:extLst>
                <a:ext uri="{FF2B5EF4-FFF2-40B4-BE49-F238E27FC236}">
                  <a16:creationId xmlns:a16="http://schemas.microsoft.com/office/drawing/2014/main" id="{C0166A87-292C-4594-BD45-1A212C21C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449"/>
              <a:ext cx="32" cy="20"/>
            </a:xfrm>
            <a:custGeom>
              <a:avLst/>
              <a:gdLst>
                <a:gd name="T0" fmla="*/ 0 w 16"/>
                <a:gd name="T1" fmla="*/ 98 h 9"/>
                <a:gd name="T2" fmla="*/ 128 w 16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cubicBezTo>
                    <a:pt x="8" y="7"/>
                    <a:pt x="7" y="0"/>
                    <a:pt x="16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1" name="Freeform 3761">
              <a:extLst>
                <a:ext uri="{FF2B5EF4-FFF2-40B4-BE49-F238E27FC236}">
                  <a16:creationId xmlns:a16="http://schemas.microsoft.com/office/drawing/2014/main" id="{4C9E22F1-DD8C-44B6-8B10-B7C33E608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647"/>
              <a:ext cx="36" cy="17"/>
            </a:xfrm>
            <a:custGeom>
              <a:avLst/>
              <a:gdLst>
                <a:gd name="T0" fmla="*/ 0 w 18"/>
                <a:gd name="T1" fmla="*/ 77 h 8"/>
                <a:gd name="T2" fmla="*/ 144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8" y="6"/>
                    <a:pt x="12" y="7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2" name="Freeform 3762">
              <a:extLst>
                <a:ext uri="{FF2B5EF4-FFF2-40B4-BE49-F238E27FC236}">
                  <a16:creationId xmlns:a16="http://schemas.microsoft.com/office/drawing/2014/main" id="{DCC4787D-B3C6-484B-A863-06902E748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773"/>
              <a:ext cx="20" cy="17"/>
            </a:xfrm>
            <a:custGeom>
              <a:avLst/>
              <a:gdLst>
                <a:gd name="T0" fmla="*/ 0 w 10"/>
                <a:gd name="T1" fmla="*/ 60 h 8"/>
                <a:gd name="T2" fmla="*/ 80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6"/>
                  </a:moveTo>
                  <a:cubicBezTo>
                    <a:pt x="5" y="8"/>
                    <a:pt x="7" y="2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3" name="Freeform 3763">
              <a:extLst>
                <a:ext uri="{FF2B5EF4-FFF2-40B4-BE49-F238E27FC236}">
                  <a16:creationId xmlns:a16="http://schemas.microsoft.com/office/drawing/2014/main" id="{8E04569C-9F9B-4726-9C9D-1711B74E5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858"/>
              <a:ext cx="16" cy="32"/>
            </a:xfrm>
            <a:custGeom>
              <a:avLst/>
              <a:gdLst>
                <a:gd name="T0" fmla="*/ 8 w 8"/>
                <a:gd name="T1" fmla="*/ 0 h 15"/>
                <a:gd name="T2" fmla="*/ 64 w 8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1" y="0"/>
                  </a:moveTo>
                  <a:cubicBezTo>
                    <a:pt x="0" y="6"/>
                    <a:pt x="1" y="13"/>
                    <a:pt x="8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4" name="Freeform 3764">
              <a:extLst>
                <a:ext uri="{FF2B5EF4-FFF2-40B4-BE49-F238E27FC236}">
                  <a16:creationId xmlns:a16="http://schemas.microsoft.com/office/drawing/2014/main" id="{0AE6381B-172B-490C-88AE-85FEF540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313"/>
              <a:ext cx="36" cy="15"/>
            </a:xfrm>
            <a:custGeom>
              <a:avLst/>
              <a:gdLst>
                <a:gd name="T0" fmla="*/ 0 w 18"/>
                <a:gd name="T1" fmla="*/ 51 h 7"/>
                <a:gd name="T2" fmla="*/ 144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5" y="7"/>
                    <a:pt x="16" y="5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5" name="Freeform 3765">
              <a:extLst>
                <a:ext uri="{FF2B5EF4-FFF2-40B4-BE49-F238E27FC236}">
                  <a16:creationId xmlns:a16="http://schemas.microsoft.com/office/drawing/2014/main" id="{2A9EBC9F-8B4B-4F23-A6E0-BC57A4A1A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379"/>
              <a:ext cx="32" cy="15"/>
            </a:xfrm>
            <a:custGeom>
              <a:avLst/>
              <a:gdLst>
                <a:gd name="T0" fmla="*/ 0 w 16"/>
                <a:gd name="T1" fmla="*/ 51 h 7"/>
                <a:gd name="T2" fmla="*/ 128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5"/>
                  </a:moveTo>
                  <a:cubicBezTo>
                    <a:pt x="6" y="7"/>
                    <a:pt x="12" y="3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6" name="Freeform 3766">
              <a:extLst>
                <a:ext uri="{FF2B5EF4-FFF2-40B4-BE49-F238E27FC236}">
                  <a16:creationId xmlns:a16="http://schemas.microsoft.com/office/drawing/2014/main" id="{72C1D5D5-056C-4723-9D82-4A6B2EC9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209"/>
              <a:ext cx="42" cy="11"/>
            </a:xfrm>
            <a:custGeom>
              <a:avLst/>
              <a:gdLst>
                <a:gd name="T0" fmla="*/ 0 w 21"/>
                <a:gd name="T1" fmla="*/ 9 h 5"/>
                <a:gd name="T2" fmla="*/ 168 w 2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1"/>
                  </a:moveTo>
                  <a:cubicBezTo>
                    <a:pt x="6" y="2"/>
                    <a:pt x="16" y="5"/>
                    <a:pt x="2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7" name="Freeform 3767">
              <a:extLst>
                <a:ext uri="{FF2B5EF4-FFF2-40B4-BE49-F238E27FC236}">
                  <a16:creationId xmlns:a16="http://schemas.microsoft.com/office/drawing/2014/main" id="{63DA2B7F-F8E0-46BB-A7F6-81E12F899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094"/>
              <a:ext cx="10" cy="41"/>
            </a:xfrm>
            <a:custGeom>
              <a:avLst/>
              <a:gdLst>
                <a:gd name="T0" fmla="*/ 40 w 5"/>
                <a:gd name="T1" fmla="*/ 0 h 19"/>
                <a:gd name="T2" fmla="*/ 40 w 5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3" y="6"/>
                    <a:pt x="0" y="14"/>
                    <a:pt x="5" y="1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8" name="Freeform 3768">
              <a:extLst>
                <a:ext uri="{FF2B5EF4-FFF2-40B4-BE49-F238E27FC236}">
                  <a16:creationId xmlns:a16="http://schemas.microsoft.com/office/drawing/2014/main" id="{EBFC4FC2-5061-4151-AE0E-2CC7D5CD5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858"/>
              <a:ext cx="12" cy="45"/>
            </a:xfrm>
            <a:custGeom>
              <a:avLst/>
              <a:gdLst>
                <a:gd name="T0" fmla="*/ 48 w 6"/>
                <a:gd name="T1" fmla="*/ 0 h 21"/>
                <a:gd name="T2" fmla="*/ 24 w 6"/>
                <a:gd name="T3" fmla="*/ 20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0" y="5"/>
                    <a:pt x="1" y="14"/>
                    <a:pt x="3" y="2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9" name="Freeform 3769">
              <a:extLst>
                <a:ext uri="{FF2B5EF4-FFF2-40B4-BE49-F238E27FC236}">
                  <a16:creationId xmlns:a16="http://schemas.microsoft.com/office/drawing/2014/main" id="{CA643FEC-4D53-436C-A47C-BC99A2388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794"/>
              <a:ext cx="36" cy="13"/>
            </a:xfrm>
            <a:custGeom>
              <a:avLst/>
              <a:gdLst>
                <a:gd name="T0" fmla="*/ 0 w 18"/>
                <a:gd name="T1" fmla="*/ 0 h 6"/>
                <a:gd name="T2" fmla="*/ 144 w 18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2" y="6"/>
                    <a:pt x="13" y="3"/>
                    <a:pt x="18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0" name="Freeform 3770">
              <a:extLst>
                <a:ext uri="{FF2B5EF4-FFF2-40B4-BE49-F238E27FC236}">
                  <a16:creationId xmlns:a16="http://schemas.microsoft.com/office/drawing/2014/main" id="{CFFFBFD4-333A-4075-8110-9ED01C1B7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690"/>
              <a:ext cx="24" cy="19"/>
            </a:xfrm>
            <a:custGeom>
              <a:avLst/>
              <a:gdLst>
                <a:gd name="T0" fmla="*/ 0 w 12"/>
                <a:gd name="T1" fmla="*/ 0 h 9"/>
                <a:gd name="T2" fmla="*/ 96 w 12"/>
                <a:gd name="T3" fmla="*/ 5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2" y="5"/>
                    <a:pt x="7" y="9"/>
                    <a:pt x="12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1" name="Freeform 3771">
              <a:extLst>
                <a:ext uri="{FF2B5EF4-FFF2-40B4-BE49-F238E27FC236}">
                  <a16:creationId xmlns:a16="http://schemas.microsoft.com/office/drawing/2014/main" id="{60771E83-81FD-4BBE-AB32-8E1E066D1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639"/>
              <a:ext cx="24" cy="21"/>
            </a:xfrm>
            <a:custGeom>
              <a:avLst/>
              <a:gdLst>
                <a:gd name="T0" fmla="*/ 0 w 12"/>
                <a:gd name="T1" fmla="*/ 0 h 10"/>
                <a:gd name="T2" fmla="*/ 96 w 12"/>
                <a:gd name="T3" fmla="*/ 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1" y="6"/>
                    <a:pt x="6" y="10"/>
                    <a:pt x="12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2" name="Freeform 3772">
              <a:extLst>
                <a:ext uri="{FF2B5EF4-FFF2-40B4-BE49-F238E27FC236}">
                  <a16:creationId xmlns:a16="http://schemas.microsoft.com/office/drawing/2014/main" id="{5B9F0E04-4B46-4E8F-9417-ED3464B39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535"/>
              <a:ext cx="16" cy="36"/>
            </a:xfrm>
            <a:custGeom>
              <a:avLst/>
              <a:gdLst>
                <a:gd name="T0" fmla="*/ 64 w 8"/>
                <a:gd name="T1" fmla="*/ 0 h 17"/>
                <a:gd name="T2" fmla="*/ 24 w 8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2" y="3"/>
                    <a:pt x="0" y="12"/>
                    <a:pt x="3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3" name="Freeform 3773">
              <a:extLst>
                <a:ext uri="{FF2B5EF4-FFF2-40B4-BE49-F238E27FC236}">
                  <a16:creationId xmlns:a16="http://schemas.microsoft.com/office/drawing/2014/main" id="{2E8109AB-3D7E-444B-9717-C4F737FE6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524"/>
              <a:ext cx="24" cy="19"/>
            </a:xfrm>
            <a:custGeom>
              <a:avLst/>
              <a:gdLst>
                <a:gd name="T0" fmla="*/ 0 w 12"/>
                <a:gd name="T1" fmla="*/ 0 h 9"/>
                <a:gd name="T2" fmla="*/ 96 w 12"/>
                <a:gd name="T3" fmla="*/ 7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0" y="5"/>
                    <a:pt x="8" y="9"/>
                    <a:pt x="12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4" name="Freeform 3774">
              <a:extLst>
                <a:ext uri="{FF2B5EF4-FFF2-40B4-BE49-F238E27FC236}">
                  <a16:creationId xmlns:a16="http://schemas.microsoft.com/office/drawing/2014/main" id="{CAD4B8C5-9440-494F-A7F0-CEBAC35C9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599"/>
              <a:ext cx="26" cy="17"/>
            </a:xfrm>
            <a:custGeom>
              <a:avLst/>
              <a:gdLst>
                <a:gd name="T0" fmla="*/ 0 w 13"/>
                <a:gd name="T1" fmla="*/ 0 h 8"/>
                <a:gd name="T2" fmla="*/ 104 w 13"/>
                <a:gd name="T3" fmla="*/ 6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3" y="4"/>
                    <a:pt x="7" y="8"/>
                    <a:pt x="13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5" name="Freeform 3775">
              <a:extLst>
                <a:ext uri="{FF2B5EF4-FFF2-40B4-BE49-F238E27FC236}">
                  <a16:creationId xmlns:a16="http://schemas.microsoft.com/office/drawing/2014/main" id="{1180D56D-E1D7-4204-BB1B-18A32427B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618"/>
              <a:ext cx="24" cy="15"/>
            </a:xfrm>
            <a:custGeom>
              <a:avLst/>
              <a:gdLst>
                <a:gd name="T0" fmla="*/ 0 w 12"/>
                <a:gd name="T1" fmla="*/ 0 h 7"/>
                <a:gd name="T2" fmla="*/ 96 w 1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4" y="2"/>
                    <a:pt x="8" y="7"/>
                    <a:pt x="12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6" name="Freeform 3776">
              <a:extLst>
                <a:ext uri="{FF2B5EF4-FFF2-40B4-BE49-F238E27FC236}">
                  <a16:creationId xmlns:a16="http://schemas.microsoft.com/office/drawing/2014/main" id="{FCB1B96A-6A4D-4FC1-AAF1-D7BB85433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497"/>
              <a:ext cx="26" cy="38"/>
            </a:xfrm>
            <a:custGeom>
              <a:avLst/>
              <a:gdLst>
                <a:gd name="T0" fmla="*/ 104 w 13"/>
                <a:gd name="T1" fmla="*/ 0 h 18"/>
                <a:gd name="T2" fmla="*/ 8 w 13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13" y="0"/>
                  </a:moveTo>
                  <a:cubicBezTo>
                    <a:pt x="7" y="6"/>
                    <a:pt x="0" y="8"/>
                    <a:pt x="1" y="1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7" name="Freeform 3777">
              <a:extLst>
                <a:ext uri="{FF2B5EF4-FFF2-40B4-BE49-F238E27FC236}">
                  <a16:creationId xmlns:a16="http://schemas.microsoft.com/office/drawing/2014/main" id="{22F89AE0-13E3-43B4-9FBD-05D75DB6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465"/>
              <a:ext cx="30" cy="15"/>
            </a:xfrm>
            <a:custGeom>
              <a:avLst/>
              <a:gdLst>
                <a:gd name="T0" fmla="*/ 0 w 15"/>
                <a:gd name="T1" fmla="*/ 0 h 7"/>
                <a:gd name="T2" fmla="*/ 120 w 15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3" y="6"/>
                    <a:pt x="9" y="7"/>
                    <a:pt x="15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8" name="Freeform 3778">
              <a:extLst>
                <a:ext uri="{FF2B5EF4-FFF2-40B4-BE49-F238E27FC236}">
                  <a16:creationId xmlns:a16="http://schemas.microsoft.com/office/drawing/2014/main" id="{B1E99455-9616-4D3C-A93C-F2E8179E0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439"/>
              <a:ext cx="30" cy="17"/>
            </a:xfrm>
            <a:custGeom>
              <a:avLst/>
              <a:gdLst>
                <a:gd name="T0" fmla="*/ 0 w 15"/>
                <a:gd name="T1" fmla="*/ 0 h 8"/>
                <a:gd name="T2" fmla="*/ 120 w 1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3" y="7"/>
                    <a:pt x="9" y="8"/>
                    <a:pt x="15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9" name="Freeform 3779">
              <a:extLst>
                <a:ext uri="{FF2B5EF4-FFF2-40B4-BE49-F238E27FC236}">
                  <a16:creationId xmlns:a16="http://schemas.microsoft.com/office/drawing/2014/main" id="{0F0C94B8-8A19-4296-99B9-2AFCACAA4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24"/>
              <a:ext cx="36" cy="24"/>
            </a:xfrm>
            <a:custGeom>
              <a:avLst/>
              <a:gdLst>
                <a:gd name="T0" fmla="*/ 0 w 18"/>
                <a:gd name="T1" fmla="*/ 0 h 11"/>
                <a:gd name="T2" fmla="*/ 144 w 18"/>
                <a:gd name="T3" fmla="*/ 10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0"/>
                  </a:moveTo>
                  <a:cubicBezTo>
                    <a:pt x="0" y="8"/>
                    <a:pt x="11" y="11"/>
                    <a:pt x="18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0" name="Freeform 3780">
              <a:extLst>
                <a:ext uri="{FF2B5EF4-FFF2-40B4-BE49-F238E27FC236}">
                  <a16:creationId xmlns:a16="http://schemas.microsoft.com/office/drawing/2014/main" id="{B4196A7D-A5E0-42DA-9C47-97BB1BAE9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463"/>
              <a:ext cx="27" cy="17"/>
            </a:xfrm>
            <a:custGeom>
              <a:avLst/>
              <a:gdLst>
                <a:gd name="T0" fmla="*/ 0 w 14"/>
                <a:gd name="T1" fmla="*/ 0 h 8"/>
                <a:gd name="T2" fmla="*/ 100 w 14"/>
                <a:gd name="T3" fmla="*/ 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1" y="7"/>
                    <a:pt x="8" y="8"/>
                    <a:pt x="14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1" name="Freeform 3781">
              <a:extLst>
                <a:ext uri="{FF2B5EF4-FFF2-40B4-BE49-F238E27FC236}">
                  <a16:creationId xmlns:a16="http://schemas.microsoft.com/office/drawing/2014/main" id="{77D6160A-0DD5-4580-AB04-98C61FC90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478"/>
              <a:ext cx="32" cy="23"/>
            </a:xfrm>
            <a:custGeom>
              <a:avLst/>
              <a:gdLst>
                <a:gd name="T0" fmla="*/ 0 w 16"/>
                <a:gd name="T1" fmla="*/ 0 h 11"/>
                <a:gd name="T2" fmla="*/ 128 w 16"/>
                <a:gd name="T3" fmla="*/ 9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0"/>
                  </a:moveTo>
                  <a:cubicBezTo>
                    <a:pt x="3" y="6"/>
                    <a:pt x="8" y="11"/>
                    <a:pt x="16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2" name="Freeform 3782">
              <a:extLst>
                <a:ext uri="{FF2B5EF4-FFF2-40B4-BE49-F238E27FC236}">
                  <a16:creationId xmlns:a16="http://schemas.microsoft.com/office/drawing/2014/main" id="{58169C5D-7BE9-433B-B5B9-D15F12A5E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503"/>
              <a:ext cx="34" cy="17"/>
            </a:xfrm>
            <a:custGeom>
              <a:avLst/>
              <a:gdLst>
                <a:gd name="T0" fmla="*/ 0 w 17"/>
                <a:gd name="T1" fmla="*/ 0 h 8"/>
                <a:gd name="T2" fmla="*/ 136 w 17"/>
                <a:gd name="T3" fmla="*/ 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2" y="6"/>
                    <a:pt x="11" y="8"/>
                    <a:pt x="17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3" name="Freeform 3783">
              <a:extLst>
                <a:ext uri="{FF2B5EF4-FFF2-40B4-BE49-F238E27FC236}">
                  <a16:creationId xmlns:a16="http://schemas.microsoft.com/office/drawing/2014/main" id="{C01D33FF-8BAA-4FE8-970D-D09DD6D46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618"/>
              <a:ext cx="24" cy="13"/>
            </a:xfrm>
            <a:custGeom>
              <a:avLst/>
              <a:gdLst>
                <a:gd name="T0" fmla="*/ 0 w 12"/>
                <a:gd name="T1" fmla="*/ 0 h 6"/>
                <a:gd name="T2" fmla="*/ 96 w 12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5"/>
                    <a:pt x="7" y="6"/>
                    <a:pt x="12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4" name="Freeform 3784">
              <a:extLst>
                <a:ext uri="{FF2B5EF4-FFF2-40B4-BE49-F238E27FC236}">
                  <a16:creationId xmlns:a16="http://schemas.microsoft.com/office/drawing/2014/main" id="{45C4FA50-8A50-4797-BF1F-D8B7360A4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584"/>
              <a:ext cx="26" cy="13"/>
            </a:xfrm>
            <a:custGeom>
              <a:avLst/>
              <a:gdLst>
                <a:gd name="T0" fmla="*/ 0 w 13"/>
                <a:gd name="T1" fmla="*/ 0 h 6"/>
                <a:gd name="T2" fmla="*/ 104 w 1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3" y="4"/>
                    <a:pt x="8" y="6"/>
                    <a:pt x="13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5" name="Freeform 3785">
              <a:extLst>
                <a:ext uri="{FF2B5EF4-FFF2-40B4-BE49-F238E27FC236}">
                  <a16:creationId xmlns:a16="http://schemas.microsoft.com/office/drawing/2014/main" id="{5049930F-53CD-4F62-A157-649C1343A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1688"/>
              <a:ext cx="31" cy="13"/>
            </a:xfrm>
            <a:custGeom>
              <a:avLst/>
              <a:gdLst>
                <a:gd name="T0" fmla="*/ 0 w 16"/>
                <a:gd name="T1" fmla="*/ 9 h 6"/>
                <a:gd name="T2" fmla="*/ 116 w 16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1"/>
                  </a:moveTo>
                  <a:cubicBezTo>
                    <a:pt x="6" y="0"/>
                    <a:pt x="11" y="6"/>
                    <a:pt x="16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6" name="Freeform 3786">
              <a:extLst>
                <a:ext uri="{FF2B5EF4-FFF2-40B4-BE49-F238E27FC236}">
                  <a16:creationId xmlns:a16="http://schemas.microsoft.com/office/drawing/2014/main" id="{A532840B-6866-4196-99A5-4FDD209C7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775"/>
              <a:ext cx="18" cy="17"/>
            </a:xfrm>
            <a:custGeom>
              <a:avLst/>
              <a:gdLst>
                <a:gd name="T0" fmla="*/ 0 w 9"/>
                <a:gd name="T1" fmla="*/ 0 h 8"/>
                <a:gd name="T2" fmla="*/ 72 w 9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3"/>
                    <a:pt x="5" y="8"/>
                    <a:pt x="9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7" name="Freeform 3787">
              <a:extLst>
                <a:ext uri="{FF2B5EF4-FFF2-40B4-BE49-F238E27FC236}">
                  <a16:creationId xmlns:a16="http://schemas.microsoft.com/office/drawing/2014/main" id="{ABEAAF42-8AB6-456E-AB85-000A59E66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409"/>
              <a:ext cx="24" cy="24"/>
            </a:xfrm>
            <a:custGeom>
              <a:avLst/>
              <a:gdLst>
                <a:gd name="T0" fmla="*/ 0 w 12"/>
                <a:gd name="T1" fmla="*/ 0 h 11"/>
                <a:gd name="T2" fmla="*/ 96 w 12"/>
                <a:gd name="T3" fmla="*/ 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0"/>
                  </a:moveTo>
                  <a:cubicBezTo>
                    <a:pt x="2" y="5"/>
                    <a:pt x="7" y="11"/>
                    <a:pt x="12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8" name="Freeform 3788">
              <a:extLst>
                <a:ext uri="{FF2B5EF4-FFF2-40B4-BE49-F238E27FC236}">
                  <a16:creationId xmlns:a16="http://schemas.microsoft.com/office/drawing/2014/main" id="{A3F1E323-ADD6-4BC2-83D3-BBC9CE8FA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1354"/>
              <a:ext cx="24" cy="30"/>
            </a:xfrm>
            <a:custGeom>
              <a:avLst/>
              <a:gdLst>
                <a:gd name="T0" fmla="*/ 0 w 12"/>
                <a:gd name="T1" fmla="*/ 0 h 14"/>
                <a:gd name="T2" fmla="*/ 96 w 12"/>
                <a:gd name="T3" fmla="*/ 1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1" y="5"/>
                    <a:pt x="6" y="14"/>
                    <a:pt x="12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9" name="Freeform 3789">
              <a:extLst>
                <a:ext uri="{FF2B5EF4-FFF2-40B4-BE49-F238E27FC236}">
                  <a16:creationId xmlns:a16="http://schemas.microsoft.com/office/drawing/2014/main" id="{D4A3FD51-49FB-48E9-A569-01D5766C1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1446"/>
              <a:ext cx="24" cy="19"/>
            </a:xfrm>
            <a:custGeom>
              <a:avLst/>
              <a:gdLst>
                <a:gd name="T0" fmla="*/ 0 w 12"/>
                <a:gd name="T1" fmla="*/ 0 h 9"/>
                <a:gd name="T2" fmla="*/ 96 w 12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2" y="4"/>
                    <a:pt x="8" y="8"/>
                    <a:pt x="12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0" name="Freeform 3790">
              <a:extLst>
                <a:ext uri="{FF2B5EF4-FFF2-40B4-BE49-F238E27FC236}">
                  <a16:creationId xmlns:a16="http://schemas.microsoft.com/office/drawing/2014/main" id="{7BF5073A-12B5-4AE9-BCDF-B81E77E48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1348"/>
              <a:ext cx="18" cy="21"/>
            </a:xfrm>
            <a:custGeom>
              <a:avLst/>
              <a:gdLst>
                <a:gd name="T0" fmla="*/ 0 w 9"/>
                <a:gd name="T1" fmla="*/ 0 h 10"/>
                <a:gd name="T2" fmla="*/ 72 w 9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0" y="5"/>
                    <a:pt x="5" y="9"/>
                    <a:pt x="9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1" name="Freeform 3791">
              <a:extLst>
                <a:ext uri="{FF2B5EF4-FFF2-40B4-BE49-F238E27FC236}">
                  <a16:creationId xmlns:a16="http://schemas.microsoft.com/office/drawing/2014/main" id="{C9743447-045C-407B-9983-435E015FE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375"/>
              <a:ext cx="22" cy="26"/>
            </a:xfrm>
            <a:custGeom>
              <a:avLst/>
              <a:gdLst>
                <a:gd name="T0" fmla="*/ 0 w 11"/>
                <a:gd name="T1" fmla="*/ 0 h 12"/>
                <a:gd name="T2" fmla="*/ 88 w 11"/>
                <a:gd name="T3" fmla="*/ 10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1" y="5"/>
                    <a:pt x="6" y="12"/>
                    <a:pt x="11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2" name="Freeform 3792">
              <a:extLst>
                <a:ext uri="{FF2B5EF4-FFF2-40B4-BE49-F238E27FC236}">
                  <a16:creationId xmlns:a16="http://schemas.microsoft.com/office/drawing/2014/main" id="{8D34D1AA-DC3D-41DA-9501-6C023B7C4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358"/>
              <a:ext cx="30" cy="22"/>
            </a:xfrm>
            <a:custGeom>
              <a:avLst/>
              <a:gdLst>
                <a:gd name="T0" fmla="*/ 0 w 15"/>
                <a:gd name="T1" fmla="*/ 0 h 10"/>
                <a:gd name="T2" fmla="*/ 120 w 15"/>
                <a:gd name="T3" fmla="*/ 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3" y="6"/>
                    <a:pt x="9" y="10"/>
                    <a:pt x="15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3" name="Freeform 3793">
              <a:extLst>
                <a:ext uri="{FF2B5EF4-FFF2-40B4-BE49-F238E27FC236}">
                  <a16:creationId xmlns:a16="http://schemas.microsoft.com/office/drawing/2014/main" id="{4FFD38FA-F88A-4994-96B4-5E3E7429D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062"/>
              <a:ext cx="69" cy="81"/>
            </a:xfrm>
            <a:custGeom>
              <a:avLst/>
              <a:gdLst>
                <a:gd name="T0" fmla="*/ 0 w 35"/>
                <a:gd name="T1" fmla="*/ 241 h 38"/>
                <a:gd name="T2" fmla="*/ 268 w 35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8">
                  <a:moveTo>
                    <a:pt x="0" y="25"/>
                  </a:moveTo>
                  <a:cubicBezTo>
                    <a:pt x="15" y="38"/>
                    <a:pt x="28" y="11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4" name="Freeform 3794">
              <a:extLst>
                <a:ext uri="{FF2B5EF4-FFF2-40B4-BE49-F238E27FC236}">
                  <a16:creationId xmlns:a16="http://schemas.microsoft.com/office/drawing/2014/main" id="{D5820317-9AAE-4DD3-91AD-BDD412662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547"/>
              <a:ext cx="71" cy="105"/>
            </a:xfrm>
            <a:custGeom>
              <a:avLst/>
              <a:gdLst>
                <a:gd name="T0" fmla="*/ 108 w 36"/>
                <a:gd name="T1" fmla="*/ 0 h 49"/>
                <a:gd name="T2" fmla="*/ 183 w 36"/>
                <a:gd name="T3" fmla="*/ 373 h 49"/>
                <a:gd name="T4" fmla="*/ 124 w 36"/>
                <a:gd name="T5" fmla="*/ 463 h 49"/>
                <a:gd name="T6" fmla="*/ 0 w 36"/>
                <a:gd name="T7" fmla="*/ 422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9">
                  <a:moveTo>
                    <a:pt x="14" y="0"/>
                  </a:moveTo>
                  <a:cubicBezTo>
                    <a:pt x="36" y="5"/>
                    <a:pt x="28" y="23"/>
                    <a:pt x="24" y="38"/>
                  </a:cubicBezTo>
                  <a:cubicBezTo>
                    <a:pt x="22" y="46"/>
                    <a:pt x="23" y="46"/>
                    <a:pt x="16" y="47"/>
                  </a:cubicBezTo>
                  <a:cubicBezTo>
                    <a:pt x="11" y="49"/>
                    <a:pt x="3" y="47"/>
                    <a:pt x="0" y="4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5" name="Freeform 3795">
              <a:extLst>
                <a:ext uri="{FF2B5EF4-FFF2-40B4-BE49-F238E27FC236}">
                  <a16:creationId xmlns:a16="http://schemas.microsoft.com/office/drawing/2014/main" id="{61D52C4E-81B7-4793-AD6D-65B3E8F30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652"/>
              <a:ext cx="65" cy="95"/>
            </a:xfrm>
            <a:custGeom>
              <a:avLst/>
              <a:gdLst>
                <a:gd name="T0" fmla="*/ 252 w 33"/>
                <a:gd name="T1" fmla="*/ 0 h 45"/>
                <a:gd name="T2" fmla="*/ 136 w 33"/>
                <a:gd name="T3" fmla="*/ 329 h 45"/>
                <a:gd name="T4" fmla="*/ 0 w 33"/>
                <a:gd name="T5" fmla="*/ 36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24" y="9"/>
                    <a:pt x="26" y="25"/>
                    <a:pt x="18" y="35"/>
                  </a:cubicBezTo>
                  <a:cubicBezTo>
                    <a:pt x="10" y="45"/>
                    <a:pt x="9" y="41"/>
                    <a:pt x="0" y="3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6" name="Freeform 3796">
              <a:extLst>
                <a:ext uri="{FF2B5EF4-FFF2-40B4-BE49-F238E27FC236}">
                  <a16:creationId xmlns:a16="http://schemas.microsoft.com/office/drawing/2014/main" id="{B2BF4831-7115-4779-BEFB-C7F4AC468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734"/>
              <a:ext cx="76" cy="137"/>
            </a:xfrm>
            <a:custGeom>
              <a:avLst/>
              <a:gdLst>
                <a:gd name="T0" fmla="*/ 304 w 38"/>
                <a:gd name="T1" fmla="*/ 0 h 64"/>
                <a:gd name="T2" fmla="*/ 232 w 38"/>
                <a:gd name="T3" fmla="*/ 233 h 64"/>
                <a:gd name="T4" fmla="*/ 168 w 38"/>
                <a:gd name="T5" fmla="*/ 542 h 64"/>
                <a:gd name="T6" fmla="*/ 0 w 38"/>
                <a:gd name="T7" fmla="*/ 559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64">
                  <a:moveTo>
                    <a:pt x="38" y="0"/>
                  </a:moveTo>
                  <a:cubicBezTo>
                    <a:pt x="38" y="9"/>
                    <a:pt x="32" y="17"/>
                    <a:pt x="29" y="24"/>
                  </a:cubicBezTo>
                  <a:cubicBezTo>
                    <a:pt x="26" y="33"/>
                    <a:pt x="26" y="47"/>
                    <a:pt x="21" y="55"/>
                  </a:cubicBezTo>
                  <a:cubicBezTo>
                    <a:pt x="15" y="64"/>
                    <a:pt x="9" y="58"/>
                    <a:pt x="0" y="5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7" name="Freeform 3797">
              <a:extLst>
                <a:ext uri="{FF2B5EF4-FFF2-40B4-BE49-F238E27FC236}">
                  <a16:creationId xmlns:a16="http://schemas.microsoft.com/office/drawing/2014/main" id="{8ECAFF15-372D-43D9-8762-ED03B1A58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862"/>
              <a:ext cx="46" cy="115"/>
            </a:xfrm>
            <a:custGeom>
              <a:avLst/>
              <a:gdLst>
                <a:gd name="T0" fmla="*/ 160 w 23"/>
                <a:gd name="T1" fmla="*/ 0 h 54"/>
                <a:gd name="T2" fmla="*/ 120 w 23"/>
                <a:gd name="T3" fmla="*/ 377 h 54"/>
                <a:gd name="T4" fmla="*/ 0 w 23"/>
                <a:gd name="T5" fmla="*/ 45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4">
                  <a:moveTo>
                    <a:pt x="20" y="0"/>
                  </a:moveTo>
                  <a:cubicBezTo>
                    <a:pt x="19" y="15"/>
                    <a:pt x="23" y="26"/>
                    <a:pt x="15" y="39"/>
                  </a:cubicBezTo>
                  <a:cubicBezTo>
                    <a:pt x="12" y="44"/>
                    <a:pt x="6" y="54"/>
                    <a:pt x="0" y="4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8" name="Freeform 3798">
              <a:extLst>
                <a:ext uri="{FF2B5EF4-FFF2-40B4-BE49-F238E27FC236}">
                  <a16:creationId xmlns:a16="http://schemas.microsoft.com/office/drawing/2014/main" id="{D0A48633-05FF-471E-A6B8-5A5BA20E5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966"/>
              <a:ext cx="28" cy="83"/>
            </a:xfrm>
            <a:custGeom>
              <a:avLst/>
              <a:gdLst>
                <a:gd name="T0" fmla="*/ 48 w 14"/>
                <a:gd name="T1" fmla="*/ 0 h 39"/>
                <a:gd name="T2" fmla="*/ 24 w 14"/>
                <a:gd name="T3" fmla="*/ 204 h 39"/>
                <a:gd name="T4" fmla="*/ 112 w 14"/>
                <a:gd name="T5" fmla="*/ 37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9">
                  <a:moveTo>
                    <a:pt x="6" y="0"/>
                  </a:moveTo>
                  <a:cubicBezTo>
                    <a:pt x="4" y="7"/>
                    <a:pt x="5" y="15"/>
                    <a:pt x="3" y="21"/>
                  </a:cubicBezTo>
                  <a:cubicBezTo>
                    <a:pt x="0" y="33"/>
                    <a:pt x="3" y="38"/>
                    <a:pt x="14" y="3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9" name="Freeform 3799">
              <a:extLst>
                <a:ext uri="{FF2B5EF4-FFF2-40B4-BE49-F238E27FC236}">
                  <a16:creationId xmlns:a16="http://schemas.microsoft.com/office/drawing/2014/main" id="{7787683A-386E-4B72-8681-79D8879A6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615"/>
              <a:ext cx="48" cy="34"/>
            </a:xfrm>
            <a:custGeom>
              <a:avLst/>
              <a:gdLst>
                <a:gd name="T0" fmla="*/ 192 w 24"/>
                <a:gd name="T1" fmla="*/ 0 h 16"/>
                <a:gd name="T2" fmla="*/ 136 w 24"/>
                <a:gd name="T3" fmla="*/ 153 h 16"/>
                <a:gd name="T4" fmla="*/ 0 w 24"/>
                <a:gd name="T5" fmla="*/ 10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">
                  <a:moveTo>
                    <a:pt x="24" y="0"/>
                  </a:moveTo>
                  <a:cubicBezTo>
                    <a:pt x="23" y="6"/>
                    <a:pt x="20" y="11"/>
                    <a:pt x="17" y="16"/>
                  </a:cubicBezTo>
                  <a:cubicBezTo>
                    <a:pt x="12" y="11"/>
                    <a:pt x="6" y="13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0" name="Freeform 3800">
              <a:extLst>
                <a:ext uri="{FF2B5EF4-FFF2-40B4-BE49-F238E27FC236}">
                  <a16:creationId xmlns:a16="http://schemas.microsoft.com/office/drawing/2014/main" id="{865CB3BB-E621-491E-BF6C-C23D57E86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647"/>
              <a:ext cx="61" cy="130"/>
            </a:xfrm>
            <a:custGeom>
              <a:avLst/>
              <a:gdLst>
                <a:gd name="T0" fmla="*/ 236 w 31"/>
                <a:gd name="T1" fmla="*/ 0 h 61"/>
                <a:gd name="T2" fmla="*/ 0 w 31"/>
                <a:gd name="T3" fmla="*/ 358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1">
                  <a:moveTo>
                    <a:pt x="31" y="0"/>
                  </a:moveTo>
                  <a:cubicBezTo>
                    <a:pt x="30" y="10"/>
                    <a:pt x="13" y="61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1" name="Freeform 3801">
              <a:extLst>
                <a:ext uri="{FF2B5EF4-FFF2-40B4-BE49-F238E27FC236}">
                  <a16:creationId xmlns:a16="http://schemas.microsoft.com/office/drawing/2014/main" id="{8ED500B9-FB30-4BB5-8343-8ADC7B01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7"/>
              <a:ext cx="55" cy="97"/>
            </a:xfrm>
            <a:custGeom>
              <a:avLst/>
              <a:gdLst>
                <a:gd name="T0" fmla="*/ 212 w 28"/>
                <a:gd name="T1" fmla="*/ 0 h 46"/>
                <a:gd name="T2" fmla="*/ 128 w 28"/>
                <a:gd name="T3" fmla="*/ 356 h 46"/>
                <a:gd name="T4" fmla="*/ 0 w 28"/>
                <a:gd name="T5" fmla="*/ 373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6">
                  <a:moveTo>
                    <a:pt x="28" y="0"/>
                  </a:moveTo>
                  <a:cubicBezTo>
                    <a:pt x="23" y="11"/>
                    <a:pt x="26" y="29"/>
                    <a:pt x="17" y="38"/>
                  </a:cubicBezTo>
                  <a:cubicBezTo>
                    <a:pt x="14" y="41"/>
                    <a:pt x="0" y="46"/>
                    <a:pt x="0" y="4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2" name="Freeform 3802">
              <a:extLst>
                <a:ext uri="{FF2B5EF4-FFF2-40B4-BE49-F238E27FC236}">
                  <a16:creationId xmlns:a16="http://schemas.microsoft.com/office/drawing/2014/main" id="{46EB9D6C-9BF8-4BBA-A638-216352B70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820"/>
              <a:ext cx="50" cy="127"/>
            </a:xfrm>
            <a:custGeom>
              <a:avLst/>
              <a:gdLst>
                <a:gd name="T0" fmla="*/ 200 w 25"/>
                <a:gd name="T1" fmla="*/ 0 h 60"/>
                <a:gd name="T2" fmla="*/ 112 w 25"/>
                <a:gd name="T3" fmla="*/ 417 h 60"/>
                <a:gd name="T4" fmla="*/ 0 w 25"/>
                <a:gd name="T5" fmla="*/ 49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0">
                  <a:moveTo>
                    <a:pt x="25" y="0"/>
                  </a:moveTo>
                  <a:cubicBezTo>
                    <a:pt x="21" y="14"/>
                    <a:pt x="19" y="30"/>
                    <a:pt x="14" y="44"/>
                  </a:cubicBezTo>
                  <a:cubicBezTo>
                    <a:pt x="12" y="49"/>
                    <a:pt x="4" y="60"/>
                    <a:pt x="0" y="5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3" name="Freeform 3803">
              <a:extLst>
                <a:ext uri="{FF2B5EF4-FFF2-40B4-BE49-F238E27FC236}">
                  <a16:creationId xmlns:a16="http://schemas.microsoft.com/office/drawing/2014/main" id="{B841EF2C-F1AF-4D86-A392-C79537070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939"/>
              <a:ext cx="34" cy="97"/>
            </a:xfrm>
            <a:custGeom>
              <a:avLst/>
              <a:gdLst>
                <a:gd name="T0" fmla="*/ 64 w 17"/>
                <a:gd name="T1" fmla="*/ 0 h 46"/>
                <a:gd name="T2" fmla="*/ 8 w 17"/>
                <a:gd name="T3" fmla="*/ 329 h 46"/>
                <a:gd name="T4" fmla="*/ 136 w 17"/>
                <a:gd name="T5" fmla="*/ 432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6">
                  <a:moveTo>
                    <a:pt x="8" y="0"/>
                  </a:moveTo>
                  <a:cubicBezTo>
                    <a:pt x="6" y="10"/>
                    <a:pt x="5" y="27"/>
                    <a:pt x="1" y="35"/>
                  </a:cubicBezTo>
                  <a:cubicBezTo>
                    <a:pt x="0" y="41"/>
                    <a:pt x="10" y="46"/>
                    <a:pt x="17" y="4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4" name="Freeform 3804">
              <a:extLst>
                <a:ext uri="{FF2B5EF4-FFF2-40B4-BE49-F238E27FC236}">
                  <a16:creationId xmlns:a16="http://schemas.microsoft.com/office/drawing/2014/main" id="{540BB1D4-54D4-4013-A135-21A3514B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617"/>
              <a:ext cx="18" cy="32"/>
            </a:xfrm>
            <a:custGeom>
              <a:avLst/>
              <a:gdLst>
                <a:gd name="T0" fmla="*/ 8 w 9"/>
                <a:gd name="T1" fmla="*/ 0 h 15"/>
                <a:gd name="T2" fmla="*/ 72 w 9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0"/>
                  </a:moveTo>
                  <a:cubicBezTo>
                    <a:pt x="0" y="6"/>
                    <a:pt x="7" y="11"/>
                    <a:pt x="9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5" name="Freeform 3805">
              <a:extLst>
                <a:ext uri="{FF2B5EF4-FFF2-40B4-BE49-F238E27FC236}">
                  <a16:creationId xmlns:a16="http://schemas.microsoft.com/office/drawing/2014/main" id="{210268A0-BE3C-4D39-A0C2-AB5A7E56E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743"/>
              <a:ext cx="29" cy="6"/>
            </a:xfrm>
            <a:custGeom>
              <a:avLst/>
              <a:gdLst>
                <a:gd name="T0" fmla="*/ 0 w 15"/>
                <a:gd name="T1" fmla="*/ 24 h 3"/>
                <a:gd name="T2" fmla="*/ 108 w 15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0"/>
                    <a:pt x="10" y="0"/>
                    <a:pt x="15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6" name="Freeform 3806">
              <a:extLst>
                <a:ext uri="{FF2B5EF4-FFF2-40B4-BE49-F238E27FC236}">
                  <a16:creationId xmlns:a16="http://schemas.microsoft.com/office/drawing/2014/main" id="{50E92854-D05F-48FC-B211-66922685A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713"/>
              <a:ext cx="20" cy="28"/>
            </a:xfrm>
            <a:custGeom>
              <a:avLst/>
              <a:gdLst>
                <a:gd name="T0" fmla="*/ 0 w 10"/>
                <a:gd name="T1" fmla="*/ 0 h 13"/>
                <a:gd name="T2" fmla="*/ 80 w 10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1" y="6"/>
                    <a:pt x="4" y="11"/>
                    <a:pt x="10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7" name="Freeform 3807">
              <a:extLst>
                <a:ext uri="{FF2B5EF4-FFF2-40B4-BE49-F238E27FC236}">
                  <a16:creationId xmlns:a16="http://schemas.microsoft.com/office/drawing/2014/main" id="{400DA5AB-58A1-4680-BBAF-8C62158C8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828"/>
              <a:ext cx="30" cy="17"/>
            </a:xfrm>
            <a:custGeom>
              <a:avLst/>
              <a:gdLst>
                <a:gd name="T0" fmla="*/ 0 w 15"/>
                <a:gd name="T1" fmla="*/ 77 h 8"/>
                <a:gd name="T2" fmla="*/ 120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5" y="4"/>
                    <a:pt x="9" y="1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8" name="Freeform 3808">
              <a:extLst>
                <a:ext uri="{FF2B5EF4-FFF2-40B4-BE49-F238E27FC236}">
                  <a16:creationId xmlns:a16="http://schemas.microsoft.com/office/drawing/2014/main" id="{6F90280A-A818-457E-8CF2-931296394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64"/>
              <a:ext cx="24" cy="19"/>
            </a:xfrm>
            <a:custGeom>
              <a:avLst/>
              <a:gdLst>
                <a:gd name="T0" fmla="*/ 0 w 12"/>
                <a:gd name="T1" fmla="*/ 84 h 9"/>
                <a:gd name="T2" fmla="*/ 96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0" y="3"/>
                    <a:pt x="7" y="1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9" name="Freeform 3809">
              <a:extLst>
                <a:ext uri="{FF2B5EF4-FFF2-40B4-BE49-F238E27FC236}">
                  <a16:creationId xmlns:a16="http://schemas.microsoft.com/office/drawing/2014/main" id="{175EB126-6AE7-4444-AA30-6FC557D73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814"/>
              <a:ext cx="142" cy="66"/>
            </a:xfrm>
            <a:custGeom>
              <a:avLst/>
              <a:gdLst>
                <a:gd name="T0" fmla="*/ 0 w 71"/>
                <a:gd name="T1" fmla="*/ 196 h 31"/>
                <a:gd name="T2" fmla="*/ 128 w 71"/>
                <a:gd name="T3" fmla="*/ 290 h 31"/>
                <a:gd name="T4" fmla="*/ 344 w 71"/>
                <a:gd name="T5" fmla="*/ 196 h 31"/>
                <a:gd name="T6" fmla="*/ 568 w 71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31">
                  <a:moveTo>
                    <a:pt x="0" y="20"/>
                  </a:moveTo>
                  <a:cubicBezTo>
                    <a:pt x="4" y="27"/>
                    <a:pt x="7" y="31"/>
                    <a:pt x="16" y="30"/>
                  </a:cubicBezTo>
                  <a:cubicBezTo>
                    <a:pt x="24" y="29"/>
                    <a:pt x="35" y="24"/>
                    <a:pt x="43" y="20"/>
                  </a:cubicBezTo>
                  <a:cubicBezTo>
                    <a:pt x="54" y="15"/>
                    <a:pt x="64" y="10"/>
                    <a:pt x="7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0" name="Freeform 3810">
              <a:extLst>
                <a:ext uri="{FF2B5EF4-FFF2-40B4-BE49-F238E27FC236}">
                  <a16:creationId xmlns:a16="http://schemas.microsoft.com/office/drawing/2014/main" id="{539818EC-1D28-462D-997D-34103881C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841"/>
              <a:ext cx="10" cy="34"/>
            </a:xfrm>
            <a:custGeom>
              <a:avLst/>
              <a:gdLst>
                <a:gd name="T0" fmla="*/ 40 w 5"/>
                <a:gd name="T1" fmla="*/ 0 h 16"/>
                <a:gd name="T2" fmla="*/ 24 w 5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1" y="4"/>
                    <a:pt x="0" y="12"/>
                    <a:pt x="3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1" name="Freeform 3811">
              <a:extLst>
                <a:ext uri="{FF2B5EF4-FFF2-40B4-BE49-F238E27FC236}">
                  <a16:creationId xmlns:a16="http://schemas.microsoft.com/office/drawing/2014/main" id="{8FD51A24-3A10-467A-BBA5-4B5DAE2E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862"/>
              <a:ext cx="28" cy="9"/>
            </a:xfrm>
            <a:custGeom>
              <a:avLst/>
              <a:gdLst>
                <a:gd name="T0" fmla="*/ 0 w 14"/>
                <a:gd name="T1" fmla="*/ 36 h 4"/>
                <a:gd name="T2" fmla="*/ 112 w 1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5" y="0"/>
                    <a:pt x="10" y="1"/>
                    <a:pt x="14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2" name="Freeform 3812">
              <a:extLst>
                <a:ext uri="{FF2B5EF4-FFF2-40B4-BE49-F238E27FC236}">
                  <a16:creationId xmlns:a16="http://schemas.microsoft.com/office/drawing/2014/main" id="{00559CE7-7411-40F1-A241-14B5DBBB6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1999"/>
              <a:ext cx="16" cy="21"/>
            </a:xfrm>
            <a:custGeom>
              <a:avLst/>
              <a:gdLst>
                <a:gd name="T0" fmla="*/ 0 w 8"/>
                <a:gd name="T1" fmla="*/ 0 h 10"/>
                <a:gd name="T2" fmla="*/ 64 w 8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4" y="8"/>
                    <a:pt x="8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3" name="Freeform 3813">
              <a:extLst>
                <a:ext uri="{FF2B5EF4-FFF2-40B4-BE49-F238E27FC236}">
                  <a16:creationId xmlns:a16="http://schemas.microsoft.com/office/drawing/2014/main" id="{6D999C57-3C38-4AF8-8082-280BD9C36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920"/>
              <a:ext cx="6" cy="19"/>
            </a:xfrm>
            <a:custGeom>
              <a:avLst/>
              <a:gdLst>
                <a:gd name="T0" fmla="*/ 8 w 3"/>
                <a:gd name="T1" fmla="*/ 0 h 9"/>
                <a:gd name="T2" fmla="*/ 24 w 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0" y="3"/>
                    <a:pt x="0" y="7"/>
                    <a:pt x="3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4" name="Freeform 3814">
              <a:extLst>
                <a:ext uri="{FF2B5EF4-FFF2-40B4-BE49-F238E27FC236}">
                  <a16:creationId xmlns:a16="http://schemas.microsoft.com/office/drawing/2014/main" id="{9F9CB1A3-CC74-497C-A2F6-5C6884ED4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065"/>
              <a:ext cx="12" cy="36"/>
            </a:xfrm>
            <a:custGeom>
              <a:avLst/>
              <a:gdLst>
                <a:gd name="T0" fmla="*/ 0 w 6"/>
                <a:gd name="T1" fmla="*/ 0 h 17"/>
                <a:gd name="T2" fmla="*/ 48 w 6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0" y="6"/>
                    <a:pt x="1" y="14"/>
                    <a:pt x="6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5" name="Freeform 3815">
              <a:extLst>
                <a:ext uri="{FF2B5EF4-FFF2-40B4-BE49-F238E27FC236}">
                  <a16:creationId xmlns:a16="http://schemas.microsoft.com/office/drawing/2014/main" id="{091EDC6A-95F7-4899-98EC-10D1F64F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075"/>
              <a:ext cx="20" cy="13"/>
            </a:xfrm>
            <a:custGeom>
              <a:avLst/>
              <a:gdLst>
                <a:gd name="T0" fmla="*/ 0 w 10"/>
                <a:gd name="T1" fmla="*/ 0 h 6"/>
                <a:gd name="T2" fmla="*/ 80 w 10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4" y="0"/>
                    <a:pt x="7" y="3"/>
                    <a:pt x="10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6" name="Freeform 3816">
              <a:extLst>
                <a:ext uri="{FF2B5EF4-FFF2-40B4-BE49-F238E27FC236}">
                  <a16:creationId xmlns:a16="http://schemas.microsoft.com/office/drawing/2014/main" id="{4E1C6BBB-A78E-4E75-ACB8-DF94462D7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152"/>
              <a:ext cx="16" cy="25"/>
            </a:xfrm>
            <a:custGeom>
              <a:avLst/>
              <a:gdLst>
                <a:gd name="T0" fmla="*/ 0 w 8"/>
                <a:gd name="T1" fmla="*/ 0 h 12"/>
                <a:gd name="T2" fmla="*/ 64 w 8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2" y="5"/>
                    <a:pt x="4" y="10"/>
                    <a:pt x="8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7" name="Freeform 3817">
              <a:extLst>
                <a:ext uri="{FF2B5EF4-FFF2-40B4-BE49-F238E27FC236}">
                  <a16:creationId xmlns:a16="http://schemas.microsoft.com/office/drawing/2014/main" id="{1DA7B5E1-CA89-4F02-A8AC-AD7927A3B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213"/>
              <a:ext cx="16" cy="28"/>
            </a:xfrm>
            <a:custGeom>
              <a:avLst/>
              <a:gdLst>
                <a:gd name="T0" fmla="*/ 0 w 8"/>
                <a:gd name="T1" fmla="*/ 0 h 13"/>
                <a:gd name="T2" fmla="*/ 64 w 8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2" y="4"/>
                    <a:pt x="4" y="11"/>
                    <a:pt x="8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8" name="Freeform 3818">
              <a:extLst>
                <a:ext uri="{FF2B5EF4-FFF2-40B4-BE49-F238E27FC236}">
                  <a16:creationId xmlns:a16="http://schemas.microsoft.com/office/drawing/2014/main" id="{3B5E3E32-0AC7-40D4-A59F-1F9ACDE85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226"/>
              <a:ext cx="8" cy="30"/>
            </a:xfrm>
            <a:custGeom>
              <a:avLst/>
              <a:gdLst>
                <a:gd name="T0" fmla="*/ 32 w 4"/>
                <a:gd name="T1" fmla="*/ 0 h 14"/>
                <a:gd name="T2" fmla="*/ 0 w 4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4" y="5"/>
                    <a:pt x="3" y="10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9" name="Freeform 3819">
              <a:extLst>
                <a:ext uri="{FF2B5EF4-FFF2-40B4-BE49-F238E27FC236}">
                  <a16:creationId xmlns:a16="http://schemas.microsoft.com/office/drawing/2014/main" id="{533ECC82-326C-42C5-B9CB-44696DFE2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218"/>
              <a:ext cx="102" cy="132"/>
            </a:xfrm>
            <a:custGeom>
              <a:avLst/>
              <a:gdLst>
                <a:gd name="T0" fmla="*/ 0 w 51"/>
                <a:gd name="T1" fmla="*/ 426 h 62"/>
                <a:gd name="T2" fmla="*/ 232 w 51"/>
                <a:gd name="T3" fmla="*/ 300 h 62"/>
                <a:gd name="T4" fmla="*/ 352 w 51"/>
                <a:gd name="T5" fmla="*/ 128 h 62"/>
                <a:gd name="T6" fmla="*/ 400 w 5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62">
                  <a:moveTo>
                    <a:pt x="0" y="44"/>
                  </a:moveTo>
                  <a:cubicBezTo>
                    <a:pt x="11" y="62"/>
                    <a:pt x="24" y="39"/>
                    <a:pt x="29" y="31"/>
                  </a:cubicBezTo>
                  <a:cubicBezTo>
                    <a:pt x="34" y="23"/>
                    <a:pt x="38" y="19"/>
                    <a:pt x="44" y="13"/>
                  </a:cubicBezTo>
                  <a:cubicBezTo>
                    <a:pt x="49" y="9"/>
                    <a:pt x="51" y="6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0" name="Freeform 3820">
              <a:extLst>
                <a:ext uri="{FF2B5EF4-FFF2-40B4-BE49-F238E27FC236}">
                  <a16:creationId xmlns:a16="http://schemas.microsoft.com/office/drawing/2014/main" id="{B85926B0-C003-43F2-BB5F-E5F0249BD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292"/>
              <a:ext cx="16" cy="17"/>
            </a:xfrm>
            <a:custGeom>
              <a:avLst/>
              <a:gdLst>
                <a:gd name="T0" fmla="*/ 0 w 8"/>
                <a:gd name="T1" fmla="*/ 0 h 8"/>
                <a:gd name="T2" fmla="*/ 64 w 8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4"/>
                    <a:pt x="5" y="7"/>
                    <a:pt x="8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1" name="Freeform 3821">
              <a:extLst>
                <a:ext uri="{FF2B5EF4-FFF2-40B4-BE49-F238E27FC236}">
                  <a16:creationId xmlns:a16="http://schemas.microsoft.com/office/drawing/2014/main" id="{4D9F18DC-A535-4B55-AC4D-7943AB1B3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328"/>
              <a:ext cx="75" cy="113"/>
            </a:xfrm>
            <a:custGeom>
              <a:avLst/>
              <a:gdLst>
                <a:gd name="T0" fmla="*/ 0 w 38"/>
                <a:gd name="T1" fmla="*/ 290 h 53"/>
                <a:gd name="T2" fmla="*/ 292 w 38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3">
                  <a:moveTo>
                    <a:pt x="0" y="30"/>
                  </a:moveTo>
                  <a:cubicBezTo>
                    <a:pt x="18" y="53"/>
                    <a:pt x="32" y="7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2" name="Freeform 3822">
              <a:extLst>
                <a:ext uri="{FF2B5EF4-FFF2-40B4-BE49-F238E27FC236}">
                  <a16:creationId xmlns:a16="http://schemas.microsoft.com/office/drawing/2014/main" id="{9E3C3C28-ECCA-453E-AEFE-D62AAA8ED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392"/>
              <a:ext cx="16" cy="21"/>
            </a:xfrm>
            <a:custGeom>
              <a:avLst/>
              <a:gdLst>
                <a:gd name="T0" fmla="*/ 0 w 8"/>
                <a:gd name="T1" fmla="*/ 0 h 10"/>
                <a:gd name="T2" fmla="*/ 64 w 8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5"/>
                    <a:pt x="4" y="9"/>
                    <a:pt x="8" y="1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3" name="Freeform 3823">
              <a:extLst>
                <a:ext uri="{FF2B5EF4-FFF2-40B4-BE49-F238E27FC236}">
                  <a16:creationId xmlns:a16="http://schemas.microsoft.com/office/drawing/2014/main" id="{6F786BD1-B72B-4D89-9E60-8EAF073C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303"/>
              <a:ext cx="20" cy="8"/>
            </a:xfrm>
            <a:custGeom>
              <a:avLst/>
              <a:gdLst>
                <a:gd name="T0" fmla="*/ 0 w 10"/>
                <a:gd name="T1" fmla="*/ 32 h 4"/>
                <a:gd name="T2" fmla="*/ 80 w 10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2"/>
                    <a:pt x="8" y="0"/>
                    <a:pt x="10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4" name="Freeform 3824">
              <a:extLst>
                <a:ext uri="{FF2B5EF4-FFF2-40B4-BE49-F238E27FC236}">
                  <a16:creationId xmlns:a16="http://schemas.microsoft.com/office/drawing/2014/main" id="{6C32B576-F4B6-44C9-AC8F-D3012A3CB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456"/>
              <a:ext cx="24" cy="25"/>
            </a:xfrm>
            <a:custGeom>
              <a:avLst/>
              <a:gdLst>
                <a:gd name="T0" fmla="*/ 0 w 12"/>
                <a:gd name="T1" fmla="*/ 0 h 12"/>
                <a:gd name="T2" fmla="*/ 96 w 12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1" y="6"/>
                    <a:pt x="7" y="11"/>
                    <a:pt x="12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5" name="Freeform 3825">
              <a:extLst>
                <a:ext uri="{FF2B5EF4-FFF2-40B4-BE49-F238E27FC236}">
                  <a16:creationId xmlns:a16="http://schemas.microsoft.com/office/drawing/2014/main" id="{11CB1EA1-7596-45F5-A241-768FE2BC8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403"/>
              <a:ext cx="45" cy="19"/>
            </a:xfrm>
            <a:custGeom>
              <a:avLst/>
              <a:gdLst>
                <a:gd name="T0" fmla="*/ 0 w 23"/>
                <a:gd name="T1" fmla="*/ 84 h 9"/>
                <a:gd name="T2" fmla="*/ 172 w 2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9"/>
                  </a:moveTo>
                  <a:cubicBezTo>
                    <a:pt x="9" y="4"/>
                    <a:pt x="14" y="3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6" name="Freeform 3826">
              <a:extLst>
                <a:ext uri="{FF2B5EF4-FFF2-40B4-BE49-F238E27FC236}">
                  <a16:creationId xmlns:a16="http://schemas.microsoft.com/office/drawing/2014/main" id="{334494F3-9B93-4A9E-ABDA-817568BFF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524"/>
              <a:ext cx="24" cy="25"/>
            </a:xfrm>
            <a:custGeom>
              <a:avLst/>
              <a:gdLst>
                <a:gd name="T0" fmla="*/ 0 w 12"/>
                <a:gd name="T1" fmla="*/ 0 h 12"/>
                <a:gd name="T2" fmla="*/ 96 w 12"/>
                <a:gd name="T3" fmla="*/ 10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2" y="5"/>
                    <a:pt x="5" y="12"/>
                    <a:pt x="12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7" name="Freeform 3827">
              <a:extLst>
                <a:ext uri="{FF2B5EF4-FFF2-40B4-BE49-F238E27FC236}">
                  <a16:creationId xmlns:a16="http://schemas.microsoft.com/office/drawing/2014/main" id="{898D28D5-DCCF-4BB4-8CD2-886D97A8D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605"/>
              <a:ext cx="40" cy="34"/>
            </a:xfrm>
            <a:custGeom>
              <a:avLst/>
              <a:gdLst>
                <a:gd name="T0" fmla="*/ 0 w 20"/>
                <a:gd name="T1" fmla="*/ 0 h 16"/>
                <a:gd name="T2" fmla="*/ 160 w 20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8" y="5"/>
                    <a:pt x="14" y="11"/>
                    <a:pt x="20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8" name="Freeform 3828">
              <a:extLst>
                <a:ext uri="{FF2B5EF4-FFF2-40B4-BE49-F238E27FC236}">
                  <a16:creationId xmlns:a16="http://schemas.microsoft.com/office/drawing/2014/main" id="{F5807F7F-911F-4062-AB24-36A0D0996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609"/>
              <a:ext cx="34" cy="15"/>
            </a:xfrm>
            <a:custGeom>
              <a:avLst/>
              <a:gdLst>
                <a:gd name="T0" fmla="*/ 0 w 17"/>
                <a:gd name="T1" fmla="*/ 60 h 7"/>
                <a:gd name="T2" fmla="*/ 13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6"/>
                  </a:moveTo>
                  <a:cubicBezTo>
                    <a:pt x="6" y="5"/>
                    <a:pt x="14" y="7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9" name="Freeform 3829">
              <a:extLst>
                <a:ext uri="{FF2B5EF4-FFF2-40B4-BE49-F238E27FC236}">
                  <a16:creationId xmlns:a16="http://schemas.microsoft.com/office/drawing/2014/main" id="{9F063684-E246-4AC9-87AB-1D62868BE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413"/>
              <a:ext cx="102" cy="145"/>
            </a:xfrm>
            <a:custGeom>
              <a:avLst/>
              <a:gdLst>
                <a:gd name="T0" fmla="*/ 0 w 51"/>
                <a:gd name="T1" fmla="*/ 531 h 68"/>
                <a:gd name="T2" fmla="*/ 328 w 51"/>
                <a:gd name="T3" fmla="*/ 241 h 68"/>
                <a:gd name="T4" fmla="*/ 384 w 51"/>
                <a:gd name="T5" fmla="*/ 77 h 68"/>
                <a:gd name="T6" fmla="*/ 304 w 5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68">
                  <a:moveTo>
                    <a:pt x="0" y="55"/>
                  </a:moveTo>
                  <a:cubicBezTo>
                    <a:pt x="21" y="68"/>
                    <a:pt x="31" y="39"/>
                    <a:pt x="41" y="25"/>
                  </a:cubicBezTo>
                  <a:cubicBezTo>
                    <a:pt x="45" y="20"/>
                    <a:pt x="51" y="15"/>
                    <a:pt x="48" y="8"/>
                  </a:cubicBezTo>
                  <a:cubicBezTo>
                    <a:pt x="46" y="5"/>
                    <a:pt x="41" y="1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0" name="Freeform 3830">
              <a:extLst>
                <a:ext uri="{FF2B5EF4-FFF2-40B4-BE49-F238E27FC236}">
                  <a16:creationId xmlns:a16="http://schemas.microsoft.com/office/drawing/2014/main" id="{8954C01A-4231-4CF7-9300-93F2295F6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541"/>
              <a:ext cx="68" cy="113"/>
            </a:xfrm>
            <a:custGeom>
              <a:avLst/>
              <a:gdLst>
                <a:gd name="T0" fmla="*/ 272 w 34"/>
                <a:gd name="T1" fmla="*/ 0 h 53"/>
                <a:gd name="T2" fmla="*/ 0 w 34"/>
                <a:gd name="T3" fmla="*/ 32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3">
                  <a:moveTo>
                    <a:pt x="34" y="0"/>
                  </a:moveTo>
                  <a:cubicBezTo>
                    <a:pt x="31" y="10"/>
                    <a:pt x="16" y="53"/>
                    <a:pt x="0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1" name="Freeform 3831">
              <a:extLst>
                <a:ext uri="{FF2B5EF4-FFF2-40B4-BE49-F238E27FC236}">
                  <a16:creationId xmlns:a16="http://schemas.microsoft.com/office/drawing/2014/main" id="{BACEA3E5-DD4A-4540-8E8E-3BE12CE9F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617"/>
              <a:ext cx="76" cy="124"/>
            </a:xfrm>
            <a:custGeom>
              <a:avLst/>
              <a:gdLst>
                <a:gd name="T0" fmla="*/ 304 w 38"/>
                <a:gd name="T1" fmla="*/ 0 h 58"/>
                <a:gd name="T2" fmla="*/ 160 w 38"/>
                <a:gd name="T3" fmla="*/ 479 h 58"/>
                <a:gd name="T4" fmla="*/ 0 w 38"/>
                <a:gd name="T5" fmla="*/ 49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8">
                  <a:moveTo>
                    <a:pt x="38" y="0"/>
                  </a:moveTo>
                  <a:cubicBezTo>
                    <a:pt x="31" y="16"/>
                    <a:pt x="29" y="35"/>
                    <a:pt x="20" y="49"/>
                  </a:cubicBezTo>
                  <a:cubicBezTo>
                    <a:pt x="15" y="58"/>
                    <a:pt x="8" y="54"/>
                    <a:pt x="0" y="5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2" name="Freeform 3832">
              <a:extLst>
                <a:ext uri="{FF2B5EF4-FFF2-40B4-BE49-F238E27FC236}">
                  <a16:creationId xmlns:a16="http://schemas.microsoft.com/office/drawing/2014/main" id="{5782077D-F711-4B95-BAD8-9DBF60EB7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617"/>
              <a:ext cx="30" cy="20"/>
            </a:xfrm>
            <a:custGeom>
              <a:avLst/>
              <a:gdLst>
                <a:gd name="T0" fmla="*/ 0 w 15"/>
                <a:gd name="T1" fmla="*/ 0 h 9"/>
                <a:gd name="T2" fmla="*/ 120 w 15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2" y="4"/>
                    <a:pt x="11" y="9"/>
                    <a:pt x="15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3" name="Freeform 3833">
              <a:extLst>
                <a:ext uri="{FF2B5EF4-FFF2-40B4-BE49-F238E27FC236}">
                  <a16:creationId xmlns:a16="http://schemas.microsoft.com/office/drawing/2014/main" id="{B8A90E97-1224-4EE2-90FB-3CA5EE0B4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634"/>
              <a:ext cx="60" cy="77"/>
            </a:xfrm>
            <a:custGeom>
              <a:avLst/>
              <a:gdLst>
                <a:gd name="T0" fmla="*/ 240 w 30"/>
                <a:gd name="T1" fmla="*/ 0 h 36"/>
                <a:gd name="T2" fmla="*/ 192 w 30"/>
                <a:gd name="T3" fmla="*/ 137 h 36"/>
                <a:gd name="T4" fmla="*/ 144 w 30"/>
                <a:gd name="T5" fmla="*/ 293 h 36"/>
                <a:gd name="T6" fmla="*/ 0 w 30"/>
                <a:gd name="T7" fmla="*/ 32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6">
                  <a:moveTo>
                    <a:pt x="30" y="0"/>
                  </a:moveTo>
                  <a:cubicBezTo>
                    <a:pt x="29" y="5"/>
                    <a:pt x="26" y="10"/>
                    <a:pt x="24" y="14"/>
                  </a:cubicBezTo>
                  <a:cubicBezTo>
                    <a:pt x="22" y="19"/>
                    <a:pt x="21" y="27"/>
                    <a:pt x="18" y="30"/>
                  </a:cubicBezTo>
                  <a:cubicBezTo>
                    <a:pt x="14" y="36"/>
                    <a:pt x="7" y="36"/>
                    <a:pt x="0" y="3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4" name="Freeform 3834">
              <a:extLst>
                <a:ext uri="{FF2B5EF4-FFF2-40B4-BE49-F238E27FC236}">
                  <a16:creationId xmlns:a16="http://schemas.microsoft.com/office/drawing/2014/main" id="{37B6817A-71B4-45E1-901D-C5D2269E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620"/>
              <a:ext cx="12" cy="40"/>
            </a:xfrm>
            <a:custGeom>
              <a:avLst/>
              <a:gdLst>
                <a:gd name="T0" fmla="*/ 0 w 6"/>
                <a:gd name="T1" fmla="*/ 0 h 19"/>
                <a:gd name="T2" fmla="*/ 48 w 6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5" y="6"/>
                    <a:pt x="6" y="11"/>
                    <a:pt x="6" y="1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5" name="Freeform 3835">
              <a:extLst>
                <a:ext uri="{FF2B5EF4-FFF2-40B4-BE49-F238E27FC236}">
                  <a16:creationId xmlns:a16="http://schemas.microsoft.com/office/drawing/2014/main" id="{54766F8B-66A1-4D60-8B88-CF3D87F47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522"/>
              <a:ext cx="30" cy="8"/>
            </a:xfrm>
            <a:custGeom>
              <a:avLst/>
              <a:gdLst>
                <a:gd name="T0" fmla="*/ 0 w 15"/>
                <a:gd name="T1" fmla="*/ 32 h 4"/>
                <a:gd name="T2" fmla="*/ 120 w 15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5" y="0"/>
                    <a:pt x="10" y="2"/>
                    <a:pt x="15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6" name="Freeform 3836">
              <a:extLst>
                <a:ext uri="{FF2B5EF4-FFF2-40B4-BE49-F238E27FC236}">
                  <a16:creationId xmlns:a16="http://schemas.microsoft.com/office/drawing/2014/main" id="{41CDCEFF-7666-4F08-BD8A-C98DBCAD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737"/>
              <a:ext cx="56" cy="83"/>
            </a:xfrm>
            <a:custGeom>
              <a:avLst/>
              <a:gdLst>
                <a:gd name="T0" fmla="*/ 224 w 28"/>
                <a:gd name="T1" fmla="*/ 0 h 39"/>
                <a:gd name="T2" fmla="*/ 160 w 28"/>
                <a:gd name="T3" fmla="*/ 153 h 39"/>
                <a:gd name="T4" fmla="*/ 136 w 28"/>
                <a:gd name="T5" fmla="*/ 298 h 39"/>
                <a:gd name="T6" fmla="*/ 0 w 28"/>
                <a:gd name="T7" fmla="*/ 32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9">
                  <a:moveTo>
                    <a:pt x="28" y="0"/>
                  </a:moveTo>
                  <a:cubicBezTo>
                    <a:pt x="24" y="5"/>
                    <a:pt x="22" y="11"/>
                    <a:pt x="20" y="16"/>
                  </a:cubicBezTo>
                  <a:cubicBezTo>
                    <a:pt x="19" y="20"/>
                    <a:pt x="19" y="28"/>
                    <a:pt x="17" y="31"/>
                  </a:cubicBezTo>
                  <a:cubicBezTo>
                    <a:pt x="14" y="35"/>
                    <a:pt x="4" y="39"/>
                    <a:pt x="0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7" name="Freeform 3837">
              <a:extLst>
                <a:ext uri="{FF2B5EF4-FFF2-40B4-BE49-F238E27FC236}">
                  <a16:creationId xmlns:a16="http://schemas.microsoft.com/office/drawing/2014/main" id="{A320F7B8-E9F8-4653-97CE-44D993A82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813"/>
              <a:ext cx="47" cy="87"/>
            </a:xfrm>
            <a:custGeom>
              <a:avLst/>
              <a:gdLst>
                <a:gd name="T0" fmla="*/ 180 w 24"/>
                <a:gd name="T1" fmla="*/ 0 h 41"/>
                <a:gd name="T2" fmla="*/ 141 w 24"/>
                <a:gd name="T3" fmla="*/ 161 h 41"/>
                <a:gd name="T4" fmla="*/ 119 w 24"/>
                <a:gd name="T5" fmla="*/ 333 h 41"/>
                <a:gd name="T6" fmla="*/ 0 w 24"/>
                <a:gd name="T7" fmla="*/ 35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1">
                  <a:moveTo>
                    <a:pt x="24" y="0"/>
                  </a:moveTo>
                  <a:cubicBezTo>
                    <a:pt x="22" y="6"/>
                    <a:pt x="20" y="11"/>
                    <a:pt x="19" y="17"/>
                  </a:cubicBezTo>
                  <a:cubicBezTo>
                    <a:pt x="18" y="22"/>
                    <a:pt x="19" y="31"/>
                    <a:pt x="16" y="35"/>
                  </a:cubicBezTo>
                  <a:cubicBezTo>
                    <a:pt x="12" y="38"/>
                    <a:pt x="4" y="41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8" name="Freeform 3838">
              <a:extLst>
                <a:ext uri="{FF2B5EF4-FFF2-40B4-BE49-F238E27FC236}">
                  <a16:creationId xmlns:a16="http://schemas.microsoft.com/office/drawing/2014/main" id="{441EF9BF-A55F-420E-B215-11BE55770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894"/>
              <a:ext cx="40" cy="168"/>
            </a:xfrm>
            <a:custGeom>
              <a:avLst/>
              <a:gdLst>
                <a:gd name="T0" fmla="*/ 160 w 20"/>
                <a:gd name="T1" fmla="*/ 0 h 79"/>
                <a:gd name="T2" fmla="*/ 80 w 20"/>
                <a:gd name="T3" fmla="*/ 402 h 79"/>
                <a:gd name="T4" fmla="*/ 64 w 20"/>
                <a:gd name="T5" fmla="*/ 530 h 79"/>
                <a:gd name="T6" fmla="*/ 144 w 20"/>
                <a:gd name="T7" fmla="*/ 759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9">
                  <a:moveTo>
                    <a:pt x="20" y="0"/>
                  </a:moveTo>
                  <a:cubicBezTo>
                    <a:pt x="13" y="13"/>
                    <a:pt x="13" y="28"/>
                    <a:pt x="10" y="42"/>
                  </a:cubicBezTo>
                  <a:cubicBezTo>
                    <a:pt x="9" y="46"/>
                    <a:pt x="9" y="53"/>
                    <a:pt x="8" y="55"/>
                  </a:cubicBezTo>
                  <a:cubicBezTo>
                    <a:pt x="5" y="62"/>
                    <a:pt x="0" y="77"/>
                    <a:pt x="18" y="7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9" name="Freeform 3839">
              <a:extLst>
                <a:ext uri="{FF2B5EF4-FFF2-40B4-BE49-F238E27FC236}">
                  <a16:creationId xmlns:a16="http://schemas.microsoft.com/office/drawing/2014/main" id="{5BB2D215-6C36-4F63-91F8-6BB4B85E8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902"/>
              <a:ext cx="14" cy="17"/>
            </a:xfrm>
            <a:custGeom>
              <a:avLst/>
              <a:gdLst>
                <a:gd name="T0" fmla="*/ 0 w 7"/>
                <a:gd name="T1" fmla="*/ 9 h 8"/>
                <a:gd name="T2" fmla="*/ 48 w 7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5" y="0"/>
                    <a:pt x="7" y="4"/>
                    <a:pt x="6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0" name="Freeform 3840">
              <a:extLst>
                <a:ext uri="{FF2B5EF4-FFF2-40B4-BE49-F238E27FC236}">
                  <a16:creationId xmlns:a16="http://schemas.microsoft.com/office/drawing/2014/main" id="{7F96F585-D228-4811-A524-66EA08CFF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711"/>
              <a:ext cx="58" cy="77"/>
            </a:xfrm>
            <a:custGeom>
              <a:avLst/>
              <a:gdLst>
                <a:gd name="T0" fmla="*/ 232 w 29"/>
                <a:gd name="T1" fmla="*/ 0 h 36"/>
                <a:gd name="T2" fmla="*/ 120 w 29"/>
                <a:gd name="T3" fmla="*/ 334 h 36"/>
                <a:gd name="T4" fmla="*/ 0 w 29"/>
                <a:gd name="T5" fmla="*/ 31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6">
                  <a:moveTo>
                    <a:pt x="29" y="0"/>
                  </a:moveTo>
                  <a:cubicBezTo>
                    <a:pt x="23" y="11"/>
                    <a:pt x="16" y="22"/>
                    <a:pt x="15" y="34"/>
                  </a:cubicBezTo>
                  <a:cubicBezTo>
                    <a:pt x="9" y="35"/>
                    <a:pt x="5" y="36"/>
                    <a:pt x="0" y="3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1" name="Freeform 3841">
              <a:extLst>
                <a:ext uri="{FF2B5EF4-FFF2-40B4-BE49-F238E27FC236}">
                  <a16:creationId xmlns:a16="http://schemas.microsoft.com/office/drawing/2014/main" id="{AA5B6D5C-5D48-4D88-AC11-D4D544DCE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783"/>
              <a:ext cx="60" cy="85"/>
            </a:xfrm>
            <a:custGeom>
              <a:avLst/>
              <a:gdLst>
                <a:gd name="T0" fmla="*/ 232 w 30"/>
                <a:gd name="T1" fmla="*/ 0 h 40"/>
                <a:gd name="T2" fmla="*/ 200 w 30"/>
                <a:gd name="T3" fmla="*/ 164 h 40"/>
                <a:gd name="T4" fmla="*/ 168 w 30"/>
                <a:gd name="T5" fmla="*/ 349 h 40"/>
                <a:gd name="T6" fmla="*/ 0 w 30"/>
                <a:gd name="T7" fmla="*/ 34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0">
                  <a:moveTo>
                    <a:pt x="29" y="0"/>
                  </a:moveTo>
                  <a:cubicBezTo>
                    <a:pt x="30" y="5"/>
                    <a:pt x="27" y="11"/>
                    <a:pt x="25" y="17"/>
                  </a:cubicBezTo>
                  <a:cubicBezTo>
                    <a:pt x="24" y="21"/>
                    <a:pt x="24" y="32"/>
                    <a:pt x="21" y="36"/>
                  </a:cubicBezTo>
                  <a:cubicBezTo>
                    <a:pt x="18" y="40"/>
                    <a:pt x="5" y="40"/>
                    <a:pt x="0" y="3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2" name="Freeform 3842">
              <a:extLst>
                <a:ext uri="{FF2B5EF4-FFF2-40B4-BE49-F238E27FC236}">
                  <a16:creationId xmlns:a16="http://schemas.microsoft.com/office/drawing/2014/main" id="{D514A049-AF30-4B07-98FA-62ECDF341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866"/>
              <a:ext cx="59" cy="79"/>
            </a:xfrm>
            <a:custGeom>
              <a:avLst/>
              <a:gdLst>
                <a:gd name="T0" fmla="*/ 228 w 30"/>
                <a:gd name="T1" fmla="*/ 0 h 37"/>
                <a:gd name="T2" fmla="*/ 175 w 30"/>
                <a:gd name="T3" fmla="*/ 310 h 37"/>
                <a:gd name="T4" fmla="*/ 0 w 30"/>
                <a:gd name="T5" fmla="*/ 31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7">
                  <a:moveTo>
                    <a:pt x="30" y="0"/>
                  </a:moveTo>
                  <a:cubicBezTo>
                    <a:pt x="26" y="9"/>
                    <a:pt x="29" y="25"/>
                    <a:pt x="23" y="32"/>
                  </a:cubicBezTo>
                  <a:cubicBezTo>
                    <a:pt x="18" y="37"/>
                    <a:pt x="7" y="33"/>
                    <a:pt x="0" y="3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3" name="Freeform 3843">
              <a:extLst>
                <a:ext uri="{FF2B5EF4-FFF2-40B4-BE49-F238E27FC236}">
                  <a16:creationId xmlns:a16="http://schemas.microsoft.com/office/drawing/2014/main" id="{4A914D16-8649-4E0E-A7A6-44F25276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941"/>
              <a:ext cx="31" cy="108"/>
            </a:xfrm>
            <a:custGeom>
              <a:avLst/>
              <a:gdLst>
                <a:gd name="T0" fmla="*/ 93 w 16"/>
                <a:gd name="T1" fmla="*/ 0 h 51"/>
                <a:gd name="T2" fmla="*/ 45 w 16"/>
                <a:gd name="T3" fmla="*/ 212 h 51"/>
                <a:gd name="T4" fmla="*/ 37 w 16"/>
                <a:gd name="T5" fmla="*/ 288 h 51"/>
                <a:gd name="T6" fmla="*/ 37 w 16"/>
                <a:gd name="T7" fmla="*/ 296 h 51"/>
                <a:gd name="T8" fmla="*/ 23 w 16"/>
                <a:gd name="T9" fmla="*/ 434 h 51"/>
                <a:gd name="T10" fmla="*/ 116 w 16"/>
                <a:gd name="T11" fmla="*/ 48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1">
                  <a:moveTo>
                    <a:pt x="13" y="0"/>
                  </a:moveTo>
                  <a:cubicBezTo>
                    <a:pt x="10" y="8"/>
                    <a:pt x="7" y="14"/>
                    <a:pt x="6" y="22"/>
                  </a:cubicBezTo>
                  <a:cubicBezTo>
                    <a:pt x="6" y="25"/>
                    <a:pt x="6" y="28"/>
                    <a:pt x="5" y="30"/>
                  </a:cubicBezTo>
                  <a:cubicBezTo>
                    <a:pt x="5" y="33"/>
                    <a:pt x="5" y="31"/>
                    <a:pt x="5" y="31"/>
                  </a:cubicBezTo>
                  <a:cubicBezTo>
                    <a:pt x="4" y="36"/>
                    <a:pt x="0" y="44"/>
                    <a:pt x="3" y="46"/>
                  </a:cubicBezTo>
                  <a:cubicBezTo>
                    <a:pt x="6" y="48"/>
                    <a:pt x="16" y="51"/>
                    <a:pt x="16" y="5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4" name="Freeform 3844">
              <a:extLst>
                <a:ext uri="{FF2B5EF4-FFF2-40B4-BE49-F238E27FC236}">
                  <a16:creationId xmlns:a16="http://schemas.microsoft.com/office/drawing/2014/main" id="{A6532ECF-9694-4F90-A583-C4B7303A9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941"/>
              <a:ext cx="12" cy="38"/>
            </a:xfrm>
            <a:custGeom>
              <a:avLst/>
              <a:gdLst>
                <a:gd name="T0" fmla="*/ 0 w 6"/>
                <a:gd name="T1" fmla="*/ 0 h 18"/>
                <a:gd name="T2" fmla="*/ 32 w 6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6" y="3"/>
                    <a:pt x="4" y="12"/>
                    <a:pt x="4" y="1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5" name="Freeform 3845">
              <a:extLst>
                <a:ext uri="{FF2B5EF4-FFF2-40B4-BE49-F238E27FC236}">
                  <a16:creationId xmlns:a16="http://schemas.microsoft.com/office/drawing/2014/main" id="{5F1D0890-9840-41D6-90E5-6F511ECB9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864"/>
              <a:ext cx="16" cy="28"/>
            </a:xfrm>
            <a:custGeom>
              <a:avLst/>
              <a:gdLst>
                <a:gd name="T0" fmla="*/ 0 w 8"/>
                <a:gd name="T1" fmla="*/ 0 h 13"/>
                <a:gd name="T2" fmla="*/ 64 w 8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7" y="2"/>
                    <a:pt x="6" y="8"/>
                    <a:pt x="8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6" name="Freeform 3846">
              <a:extLst>
                <a:ext uri="{FF2B5EF4-FFF2-40B4-BE49-F238E27FC236}">
                  <a16:creationId xmlns:a16="http://schemas.microsoft.com/office/drawing/2014/main" id="{1B617FBB-B3C2-4328-AFC9-1145CF99E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694"/>
              <a:ext cx="74" cy="85"/>
            </a:xfrm>
            <a:custGeom>
              <a:avLst/>
              <a:gdLst>
                <a:gd name="T0" fmla="*/ 208 w 37"/>
                <a:gd name="T1" fmla="*/ 0 h 40"/>
                <a:gd name="T2" fmla="*/ 280 w 37"/>
                <a:gd name="T3" fmla="*/ 96 h 40"/>
                <a:gd name="T4" fmla="*/ 224 w 37"/>
                <a:gd name="T5" fmla="*/ 193 h 40"/>
                <a:gd name="T6" fmla="*/ 184 w 37"/>
                <a:gd name="T7" fmla="*/ 289 h 40"/>
                <a:gd name="T8" fmla="*/ 88 w 37"/>
                <a:gd name="T9" fmla="*/ 374 h 40"/>
                <a:gd name="T10" fmla="*/ 0 w 37"/>
                <a:gd name="T11" fmla="*/ 32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0">
                  <a:moveTo>
                    <a:pt x="26" y="0"/>
                  </a:moveTo>
                  <a:cubicBezTo>
                    <a:pt x="30" y="4"/>
                    <a:pt x="37" y="3"/>
                    <a:pt x="35" y="10"/>
                  </a:cubicBezTo>
                  <a:cubicBezTo>
                    <a:pt x="34" y="14"/>
                    <a:pt x="30" y="17"/>
                    <a:pt x="28" y="20"/>
                  </a:cubicBezTo>
                  <a:cubicBezTo>
                    <a:pt x="26" y="23"/>
                    <a:pt x="25" y="27"/>
                    <a:pt x="23" y="30"/>
                  </a:cubicBezTo>
                  <a:cubicBezTo>
                    <a:pt x="21" y="37"/>
                    <a:pt x="19" y="40"/>
                    <a:pt x="11" y="39"/>
                  </a:cubicBezTo>
                  <a:cubicBezTo>
                    <a:pt x="8" y="39"/>
                    <a:pt x="2" y="36"/>
                    <a:pt x="0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7" name="Freeform 3847">
              <a:extLst>
                <a:ext uri="{FF2B5EF4-FFF2-40B4-BE49-F238E27FC236}">
                  <a16:creationId xmlns:a16="http://schemas.microsoft.com/office/drawing/2014/main" id="{E3F9E8D7-B907-4A1B-B98F-747E7C708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777"/>
              <a:ext cx="54" cy="83"/>
            </a:xfrm>
            <a:custGeom>
              <a:avLst/>
              <a:gdLst>
                <a:gd name="T0" fmla="*/ 216 w 27"/>
                <a:gd name="T1" fmla="*/ 0 h 39"/>
                <a:gd name="T2" fmla="*/ 184 w 27"/>
                <a:gd name="T3" fmla="*/ 164 h 39"/>
                <a:gd name="T4" fmla="*/ 144 w 27"/>
                <a:gd name="T5" fmla="*/ 334 h 39"/>
                <a:gd name="T6" fmla="*/ 0 w 27"/>
                <a:gd name="T7" fmla="*/ 32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9">
                  <a:moveTo>
                    <a:pt x="27" y="0"/>
                  </a:moveTo>
                  <a:cubicBezTo>
                    <a:pt x="26" y="6"/>
                    <a:pt x="24" y="12"/>
                    <a:pt x="23" y="17"/>
                  </a:cubicBezTo>
                  <a:cubicBezTo>
                    <a:pt x="22" y="21"/>
                    <a:pt x="21" y="33"/>
                    <a:pt x="18" y="35"/>
                  </a:cubicBezTo>
                  <a:cubicBezTo>
                    <a:pt x="14" y="39"/>
                    <a:pt x="5" y="36"/>
                    <a:pt x="0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8" name="Freeform 3848">
              <a:extLst>
                <a:ext uri="{FF2B5EF4-FFF2-40B4-BE49-F238E27FC236}">
                  <a16:creationId xmlns:a16="http://schemas.microsoft.com/office/drawing/2014/main" id="{0E7D6D87-0A4D-4A47-A16C-4B4E3F63D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856"/>
              <a:ext cx="40" cy="70"/>
            </a:xfrm>
            <a:custGeom>
              <a:avLst/>
              <a:gdLst>
                <a:gd name="T0" fmla="*/ 160 w 20"/>
                <a:gd name="T1" fmla="*/ 0 h 33"/>
                <a:gd name="T2" fmla="*/ 104 w 20"/>
                <a:gd name="T3" fmla="*/ 248 h 33"/>
                <a:gd name="T4" fmla="*/ 0 w 20"/>
                <a:gd name="T5" fmla="*/ 28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20" y="0"/>
                  </a:moveTo>
                  <a:cubicBezTo>
                    <a:pt x="20" y="8"/>
                    <a:pt x="18" y="20"/>
                    <a:pt x="13" y="26"/>
                  </a:cubicBezTo>
                  <a:cubicBezTo>
                    <a:pt x="8" y="33"/>
                    <a:pt x="5" y="26"/>
                    <a:pt x="0" y="2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9" name="Freeform 3849">
              <a:extLst>
                <a:ext uri="{FF2B5EF4-FFF2-40B4-BE49-F238E27FC236}">
                  <a16:creationId xmlns:a16="http://schemas.microsoft.com/office/drawing/2014/main" id="{F028AB9B-F6D3-495B-BE30-22DD7CB1E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919"/>
              <a:ext cx="38" cy="126"/>
            </a:xfrm>
            <a:custGeom>
              <a:avLst/>
              <a:gdLst>
                <a:gd name="T0" fmla="*/ 120 w 19"/>
                <a:gd name="T1" fmla="*/ 0 h 59"/>
                <a:gd name="T2" fmla="*/ 32 w 19"/>
                <a:gd name="T3" fmla="*/ 410 h 59"/>
                <a:gd name="T4" fmla="*/ 152 w 19"/>
                <a:gd name="T5" fmla="*/ 574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9">
                  <a:moveTo>
                    <a:pt x="15" y="0"/>
                  </a:moveTo>
                  <a:cubicBezTo>
                    <a:pt x="9" y="13"/>
                    <a:pt x="8" y="28"/>
                    <a:pt x="4" y="42"/>
                  </a:cubicBezTo>
                  <a:cubicBezTo>
                    <a:pt x="2" y="49"/>
                    <a:pt x="0" y="57"/>
                    <a:pt x="19" y="5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0" name="Freeform 3850">
              <a:extLst>
                <a:ext uri="{FF2B5EF4-FFF2-40B4-BE49-F238E27FC236}">
                  <a16:creationId xmlns:a16="http://schemas.microsoft.com/office/drawing/2014/main" id="{0ABDD837-4719-49D1-AA21-F48BA897E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622"/>
              <a:ext cx="56" cy="76"/>
            </a:xfrm>
            <a:custGeom>
              <a:avLst/>
              <a:gdLst>
                <a:gd name="T0" fmla="*/ 0 w 28"/>
                <a:gd name="T1" fmla="*/ 264 h 36"/>
                <a:gd name="T2" fmla="*/ 64 w 28"/>
                <a:gd name="T3" fmla="*/ 338 h 36"/>
                <a:gd name="T4" fmla="*/ 136 w 28"/>
                <a:gd name="T5" fmla="*/ 228 h 36"/>
                <a:gd name="T6" fmla="*/ 224 w 2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6">
                  <a:moveTo>
                    <a:pt x="0" y="28"/>
                  </a:moveTo>
                  <a:cubicBezTo>
                    <a:pt x="3" y="31"/>
                    <a:pt x="5" y="36"/>
                    <a:pt x="8" y="36"/>
                  </a:cubicBezTo>
                  <a:cubicBezTo>
                    <a:pt x="13" y="36"/>
                    <a:pt x="16" y="27"/>
                    <a:pt x="17" y="24"/>
                  </a:cubicBezTo>
                  <a:cubicBezTo>
                    <a:pt x="20" y="17"/>
                    <a:pt x="24" y="6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1" name="Freeform 3851">
              <a:extLst>
                <a:ext uri="{FF2B5EF4-FFF2-40B4-BE49-F238E27FC236}">
                  <a16:creationId xmlns:a16="http://schemas.microsoft.com/office/drawing/2014/main" id="{0EE491A5-4941-4016-9F24-B20C93E74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683"/>
              <a:ext cx="20" cy="20"/>
            </a:xfrm>
            <a:custGeom>
              <a:avLst/>
              <a:gdLst>
                <a:gd name="T0" fmla="*/ 0 w 10"/>
                <a:gd name="T1" fmla="*/ 0 h 9"/>
                <a:gd name="T2" fmla="*/ 80 w 10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2" y="4"/>
                    <a:pt x="5" y="8"/>
                    <a:pt x="10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2" name="Freeform 3852">
              <a:extLst>
                <a:ext uri="{FF2B5EF4-FFF2-40B4-BE49-F238E27FC236}">
                  <a16:creationId xmlns:a16="http://schemas.microsoft.com/office/drawing/2014/main" id="{31FD0CAF-7432-44AB-85A1-73E73F416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96"/>
              <a:ext cx="70" cy="81"/>
            </a:xfrm>
            <a:custGeom>
              <a:avLst/>
              <a:gdLst>
                <a:gd name="T0" fmla="*/ 280 w 35"/>
                <a:gd name="T1" fmla="*/ 0 h 38"/>
                <a:gd name="T2" fmla="*/ 224 w 35"/>
                <a:gd name="T3" fmla="*/ 104 h 38"/>
                <a:gd name="T4" fmla="*/ 152 w 35"/>
                <a:gd name="T5" fmla="*/ 318 h 38"/>
                <a:gd name="T6" fmla="*/ 0 w 35"/>
                <a:gd name="T7" fmla="*/ 30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35" y="0"/>
                  </a:moveTo>
                  <a:cubicBezTo>
                    <a:pt x="32" y="3"/>
                    <a:pt x="30" y="7"/>
                    <a:pt x="28" y="11"/>
                  </a:cubicBezTo>
                  <a:cubicBezTo>
                    <a:pt x="25" y="17"/>
                    <a:pt x="23" y="29"/>
                    <a:pt x="19" y="33"/>
                  </a:cubicBezTo>
                  <a:cubicBezTo>
                    <a:pt x="13" y="38"/>
                    <a:pt x="5" y="34"/>
                    <a:pt x="0" y="3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3" name="Freeform 3853">
              <a:extLst>
                <a:ext uri="{FF2B5EF4-FFF2-40B4-BE49-F238E27FC236}">
                  <a16:creationId xmlns:a16="http://schemas.microsoft.com/office/drawing/2014/main" id="{B1E6518A-381A-4383-8704-D69CDCA31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773"/>
              <a:ext cx="58" cy="68"/>
            </a:xfrm>
            <a:custGeom>
              <a:avLst/>
              <a:gdLst>
                <a:gd name="T0" fmla="*/ 232 w 29"/>
                <a:gd name="T1" fmla="*/ 0 h 32"/>
                <a:gd name="T2" fmla="*/ 128 w 29"/>
                <a:gd name="T3" fmla="*/ 272 h 32"/>
                <a:gd name="T4" fmla="*/ 0 w 29"/>
                <a:gd name="T5" fmla="*/ 28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2">
                  <a:moveTo>
                    <a:pt x="29" y="0"/>
                  </a:moveTo>
                  <a:cubicBezTo>
                    <a:pt x="22" y="7"/>
                    <a:pt x="23" y="22"/>
                    <a:pt x="16" y="28"/>
                  </a:cubicBezTo>
                  <a:cubicBezTo>
                    <a:pt x="12" y="32"/>
                    <a:pt x="5" y="30"/>
                    <a:pt x="0" y="3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4" name="Freeform 3854">
              <a:extLst>
                <a:ext uri="{FF2B5EF4-FFF2-40B4-BE49-F238E27FC236}">
                  <a16:creationId xmlns:a16="http://schemas.microsoft.com/office/drawing/2014/main" id="{568E6B2C-6EA6-4F58-B483-6F0FB509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839"/>
              <a:ext cx="62" cy="95"/>
            </a:xfrm>
            <a:custGeom>
              <a:avLst/>
              <a:gdLst>
                <a:gd name="T0" fmla="*/ 248 w 31"/>
                <a:gd name="T1" fmla="*/ 0 h 45"/>
                <a:gd name="T2" fmla="*/ 128 w 31"/>
                <a:gd name="T3" fmla="*/ 374 h 45"/>
                <a:gd name="T4" fmla="*/ 0 w 31"/>
                <a:gd name="T5" fmla="*/ 37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5">
                  <a:moveTo>
                    <a:pt x="31" y="0"/>
                  </a:moveTo>
                  <a:cubicBezTo>
                    <a:pt x="23" y="12"/>
                    <a:pt x="25" y="30"/>
                    <a:pt x="16" y="40"/>
                  </a:cubicBezTo>
                  <a:cubicBezTo>
                    <a:pt x="11" y="45"/>
                    <a:pt x="7" y="42"/>
                    <a:pt x="0" y="4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5" name="Freeform 3855">
              <a:extLst>
                <a:ext uri="{FF2B5EF4-FFF2-40B4-BE49-F238E27FC236}">
                  <a16:creationId xmlns:a16="http://schemas.microsoft.com/office/drawing/2014/main" id="{869CD89F-32BA-49A3-9388-7D6C33FBC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932"/>
              <a:ext cx="8" cy="49"/>
            </a:xfrm>
            <a:custGeom>
              <a:avLst/>
              <a:gdLst>
                <a:gd name="T0" fmla="*/ 0 w 4"/>
                <a:gd name="T1" fmla="*/ 0 h 23"/>
                <a:gd name="T2" fmla="*/ 24 w 4"/>
                <a:gd name="T3" fmla="*/ 22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3" y="7"/>
                    <a:pt x="4" y="16"/>
                    <a:pt x="3" y="2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6" name="Freeform 3856">
              <a:extLst>
                <a:ext uri="{FF2B5EF4-FFF2-40B4-BE49-F238E27FC236}">
                  <a16:creationId xmlns:a16="http://schemas.microsoft.com/office/drawing/2014/main" id="{05730766-8680-417D-8969-BED8D50D2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839"/>
              <a:ext cx="10" cy="29"/>
            </a:xfrm>
            <a:custGeom>
              <a:avLst/>
              <a:gdLst>
                <a:gd name="T0" fmla="*/ 0 w 5"/>
                <a:gd name="T1" fmla="*/ 0 h 14"/>
                <a:gd name="T2" fmla="*/ 40 w 5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5" y="4"/>
                    <a:pt x="3" y="9"/>
                    <a:pt x="5" y="1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7" name="Freeform 3857">
              <a:extLst>
                <a:ext uri="{FF2B5EF4-FFF2-40B4-BE49-F238E27FC236}">
                  <a16:creationId xmlns:a16="http://schemas.microsoft.com/office/drawing/2014/main" id="{F5EF20C9-FCBC-4A57-BE03-54AC6F760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766"/>
              <a:ext cx="16" cy="30"/>
            </a:xfrm>
            <a:custGeom>
              <a:avLst/>
              <a:gdLst>
                <a:gd name="T0" fmla="*/ 0 w 8"/>
                <a:gd name="T1" fmla="*/ 0 h 14"/>
                <a:gd name="T2" fmla="*/ 48 w 8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4" y="4"/>
                    <a:pt x="8" y="8"/>
                    <a:pt x="6" y="1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8" name="Freeform 3858">
              <a:extLst>
                <a:ext uri="{FF2B5EF4-FFF2-40B4-BE49-F238E27FC236}">
                  <a16:creationId xmlns:a16="http://schemas.microsoft.com/office/drawing/2014/main" id="{602E3BA1-A203-45FE-97EF-2E76BDFCB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783"/>
              <a:ext cx="16" cy="13"/>
            </a:xfrm>
            <a:custGeom>
              <a:avLst/>
              <a:gdLst>
                <a:gd name="T0" fmla="*/ 0 w 8"/>
                <a:gd name="T1" fmla="*/ 0 h 6"/>
                <a:gd name="T2" fmla="*/ 64 w 8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4"/>
                    <a:pt x="8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9" name="Freeform 3859">
              <a:extLst>
                <a:ext uri="{FF2B5EF4-FFF2-40B4-BE49-F238E27FC236}">
                  <a16:creationId xmlns:a16="http://schemas.microsoft.com/office/drawing/2014/main" id="{C85C7BF9-3C28-46B3-AC44-20B5B1FED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860"/>
              <a:ext cx="12" cy="23"/>
            </a:xfrm>
            <a:custGeom>
              <a:avLst/>
              <a:gdLst>
                <a:gd name="T0" fmla="*/ 0 w 6"/>
                <a:gd name="T1" fmla="*/ 0 h 11"/>
                <a:gd name="T2" fmla="*/ 48 w 6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0" y="4"/>
                    <a:pt x="1" y="11"/>
                    <a:pt x="6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0" name="Freeform 3860">
              <a:extLst>
                <a:ext uri="{FF2B5EF4-FFF2-40B4-BE49-F238E27FC236}">
                  <a16:creationId xmlns:a16="http://schemas.microsoft.com/office/drawing/2014/main" id="{5103D161-3506-4672-A4E7-FCCF3D83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692"/>
              <a:ext cx="26" cy="11"/>
            </a:xfrm>
            <a:custGeom>
              <a:avLst/>
              <a:gdLst>
                <a:gd name="T0" fmla="*/ 0 w 13"/>
                <a:gd name="T1" fmla="*/ 33 h 5"/>
                <a:gd name="T2" fmla="*/ 104 w 1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3"/>
                  </a:moveTo>
                  <a:cubicBezTo>
                    <a:pt x="5" y="3"/>
                    <a:pt x="10" y="0"/>
                    <a:pt x="13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1" name="Freeform 3861">
              <a:extLst>
                <a:ext uri="{FF2B5EF4-FFF2-40B4-BE49-F238E27FC236}">
                  <a16:creationId xmlns:a16="http://schemas.microsoft.com/office/drawing/2014/main" id="{FCB4C157-45AF-462B-9AF4-6C99F29E7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469"/>
              <a:ext cx="6" cy="32"/>
            </a:xfrm>
            <a:custGeom>
              <a:avLst/>
              <a:gdLst>
                <a:gd name="T0" fmla="*/ 0 w 3"/>
                <a:gd name="T1" fmla="*/ 0 h 15"/>
                <a:gd name="T2" fmla="*/ 16 w 3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3" y="5"/>
                    <a:pt x="3" y="10"/>
                    <a:pt x="2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2" name="Freeform 3862">
              <a:extLst>
                <a:ext uri="{FF2B5EF4-FFF2-40B4-BE49-F238E27FC236}">
                  <a16:creationId xmlns:a16="http://schemas.microsoft.com/office/drawing/2014/main" id="{BD4F120D-9EF7-4CFE-983E-C4A4ECE19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675"/>
              <a:ext cx="4" cy="30"/>
            </a:xfrm>
            <a:custGeom>
              <a:avLst/>
              <a:gdLst>
                <a:gd name="T0" fmla="*/ 8 w 2"/>
                <a:gd name="T1" fmla="*/ 137 h 14"/>
                <a:gd name="T2" fmla="*/ 0 w 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1" y="14"/>
                  </a:moveTo>
                  <a:cubicBezTo>
                    <a:pt x="2" y="9"/>
                    <a:pt x="1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3" name="Freeform 3863">
              <a:extLst>
                <a:ext uri="{FF2B5EF4-FFF2-40B4-BE49-F238E27FC236}">
                  <a16:creationId xmlns:a16="http://schemas.microsoft.com/office/drawing/2014/main" id="{A4A8F026-D9B9-4769-AF8C-40AC21DA6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654"/>
              <a:ext cx="68" cy="49"/>
            </a:xfrm>
            <a:custGeom>
              <a:avLst/>
              <a:gdLst>
                <a:gd name="T0" fmla="*/ 0 w 34"/>
                <a:gd name="T1" fmla="*/ 222 h 23"/>
                <a:gd name="T2" fmla="*/ 208 w 34"/>
                <a:gd name="T3" fmla="*/ 136 h 23"/>
                <a:gd name="T4" fmla="*/ 248 w 3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8" y="23"/>
                    <a:pt x="20" y="17"/>
                    <a:pt x="26" y="14"/>
                  </a:cubicBezTo>
                  <a:cubicBezTo>
                    <a:pt x="34" y="10"/>
                    <a:pt x="34" y="8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4" name="Freeform 3864">
              <a:extLst>
                <a:ext uri="{FF2B5EF4-FFF2-40B4-BE49-F238E27FC236}">
                  <a16:creationId xmlns:a16="http://schemas.microsoft.com/office/drawing/2014/main" id="{240072DA-0DBE-4C62-A965-8D938B443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88"/>
              <a:ext cx="4" cy="13"/>
            </a:xfrm>
            <a:custGeom>
              <a:avLst/>
              <a:gdLst>
                <a:gd name="T0" fmla="*/ 16 w 2"/>
                <a:gd name="T1" fmla="*/ 61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5" name="Freeform 3865">
              <a:extLst>
                <a:ext uri="{FF2B5EF4-FFF2-40B4-BE49-F238E27FC236}">
                  <a16:creationId xmlns:a16="http://schemas.microsoft.com/office/drawing/2014/main" id="{05E0109A-89FE-47B0-8EB5-A109ACA67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622"/>
              <a:ext cx="119" cy="55"/>
            </a:xfrm>
            <a:custGeom>
              <a:avLst/>
              <a:gdLst>
                <a:gd name="T0" fmla="*/ 0 w 60"/>
                <a:gd name="T1" fmla="*/ 245 h 26"/>
                <a:gd name="T2" fmla="*/ 343 w 60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6">
                  <a:moveTo>
                    <a:pt x="0" y="26"/>
                  </a:moveTo>
                  <a:cubicBezTo>
                    <a:pt x="11" y="26"/>
                    <a:pt x="60" y="18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6" name="Freeform 3866">
              <a:extLst>
                <a:ext uri="{FF2B5EF4-FFF2-40B4-BE49-F238E27FC236}">
                  <a16:creationId xmlns:a16="http://schemas.microsoft.com/office/drawing/2014/main" id="{0CFB824C-D040-4B87-A830-7BD16501D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590"/>
              <a:ext cx="91" cy="60"/>
            </a:xfrm>
            <a:custGeom>
              <a:avLst/>
              <a:gdLst>
                <a:gd name="T0" fmla="*/ 0 w 46"/>
                <a:gd name="T1" fmla="*/ 276 h 28"/>
                <a:gd name="T2" fmla="*/ 109 w 46"/>
                <a:gd name="T3" fmla="*/ 234 h 28"/>
                <a:gd name="T4" fmla="*/ 293 w 46"/>
                <a:gd name="T5" fmla="*/ 156 h 28"/>
                <a:gd name="T6" fmla="*/ 317 w 4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8">
                  <a:moveTo>
                    <a:pt x="0" y="28"/>
                  </a:moveTo>
                  <a:cubicBezTo>
                    <a:pt x="5" y="27"/>
                    <a:pt x="9" y="25"/>
                    <a:pt x="14" y="24"/>
                  </a:cubicBezTo>
                  <a:cubicBezTo>
                    <a:pt x="21" y="22"/>
                    <a:pt x="32" y="21"/>
                    <a:pt x="38" y="16"/>
                  </a:cubicBezTo>
                  <a:cubicBezTo>
                    <a:pt x="46" y="11"/>
                    <a:pt x="42" y="7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7" name="Freeform 3867">
              <a:extLst>
                <a:ext uri="{FF2B5EF4-FFF2-40B4-BE49-F238E27FC236}">
                  <a16:creationId xmlns:a16="http://schemas.microsoft.com/office/drawing/2014/main" id="{7C877886-1A54-4FBE-A0BD-E5337B04D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563"/>
              <a:ext cx="92" cy="53"/>
            </a:xfrm>
            <a:custGeom>
              <a:avLst/>
              <a:gdLst>
                <a:gd name="T0" fmla="*/ 0 w 46"/>
                <a:gd name="T1" fmla="*/ 237 h 25"/>
                <a:gd name="T2" fmla="*/ 304 w 46"/>
                <a:gd name="T3" fmla="*/ 125 h 25"/>
                <a:gd name="T4" fmla="*/ 320 w 4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5">
                  <a:moveTo>
                    <a:pt x="0" y="25"/>
                  </a:moveTo>
                  <a:cubicBezTo>
                    <a:pt x="11" y="23"/>
                    <a:pt x="28" y="19"/>
                    <a:pt x="38" y="13"/>
                  </a:cubicBezTo>
                  <a:cubicBezTo>
                    <a:pt x="46" y="7"/>
                    <a:pt x="39" y="5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8" name="Freeform 3868">
              <a:extLst>
                <a:ext uri="{FF2B5EF4-FFF2-40B4-BE49-F238E27FC236}">
                  <a16:creationId xmlns:a16="http://schemas.microsoft.com/office/drawing/2014/main" id="{9BADE418-0E94-4545-B7A6-1B2D31C47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541"/>
              <a:ext cx="104" cy="56"/>
            </a:xfrm>
            <a:custGeom>
              <a:avLst/>
              <a:gdLst>
                <a:gd name="T0" fmla="*/ 0 w 52"/>
                <a:gd name="T1" fmla="*/ 250 h 26"/>
                <a:gd name="T2" fmla="*/ 320 w 52"/>
                <a:gd name="T3" fmla="*/ 172 h 26"/>
                <a:gd name="T4" fmla="*/ 368 w 5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6">
                  <a:moveTo>
                    <a:pt x="0" y="25"/>
                  </a:moveTo>
                  <a:cubicBezTo>
                    <a:pt x="14" y="26"/>
                    <a:pt x="28" y="20"/>
                    <a:pt x="40" y="17"/>
                  </a:cubicBezTo>
                  <a:cubicBezTo>
                    <a:pt x="52" y="13"/>
                    <a:pt x="47" y="10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9" name="Freeform 3869">
              <a:extLst>
                <a:ext uri="{FF2B5EF4-FFF2-40B4-BE49-F238E27FC236}">
                  <a16:creationId xmlns:a16="http://schemas.microsoft.com/office/drawing/2014/main" id="{A71FC984-CBDE-423A-A9B2-AAAAD6572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524"/>
              <a:ext cx="108" cy="62"/>
            </a:xfrm>
            <a:custGeom>
              <a:avLst/>
              <a:gdLst>
                <a:gd name="T0" fmla="*/ 0 w 54"/>
                <a:gd name="T1" fmla="*/ 224 h 29"/>
                <a:gd name="T2" fmla="*/ 320 w 54"/>
                <a:gd name="T3" fmla="*/ 165 h 29"/>
                <a:gd name="T4" fmla="*/ 424 w 54"/>
                <a:gd name="T5" fmla="*/ 120 h 29"/>
                <a:gd name="T6" fmla="*/ 400 w 54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9">
                  <a:moveTo>
                    <a:pt x="0" y="23"/>
                  </a:moveTo>
                  <a:cubicBezTo>
                    <a:pt x="12" y="29"/>
                    <a:pt x="29" y="21"/>
                    <a:pt x="40" y="17"/>
                  </a:cubicBezTo>
                  <a:cubicBezTo>
                    <a:pt x="43" y="17"/>
                    <a:pt x="51" y="15"/>
                    <a:pt x="53" y="12"/>
                  </a:cubicBezTo>
                  <a:cubicBezTo>
                    <a:pt x="54" y="9"/>
                    <a:pt x="50" y="3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0" name="Freeform 3870">
              <a:extLst>
                <a:ext uri="{FF2B5EF4-FFF2-40B4-BE49-F238E27FC236}">
                  <a16:creationId xmlns:a16="http://schemas.microsoft.com/office/drawing/2014/main" id="{9560A527-8A27-442C-B85C-A8491639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509"/>
              <a:ext cx="97" cy="49"/>
            </a:xfrm>
            <a:custGeom>
              <a:avLst/>
              <a:gdLst>
                <a:gd name="T0" fmla="*/ 0 w 49"/>
                <a:gd name="T1" fmla="*/ 196 h 23"/>
                <a:gd name="T2" fmla="*/ 240 w 49"/>
                <a:gd name="T3" fmla="*/ 153 h 23"/>
                <a:gd name="T4" fmla="*/ 380 w 49"/>
                <a:gd name="T5" fmla="*/ 68 h 23"/>
                <a:gd name="T6" fmla="*/ 364 w 4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3">
                  <a:moveTo>
                    <a:pt x="0" y="20"/>
                  </a:moveTo>
                  <a:cubicBezTo>
                    <a:pt x="7" y="23"/>
                    <a:pt x="23" y="18"/>
                    <a:pt x="31" y="16"/>
                  </a:cubicBezTo>
                  <a:cubicBezTo>
                    <a:pt x="38" y="15"/>
                    <a:pt x="44" y="11"/>
                    <a:pt x="49" y="7"/>
                  </a:cubicBezTo>
                  <a:cubicBezTo>
                    <a:pt x="48" y="4"/>
                    <a:pt x="47" y="2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1" name="Freeform 3871">
              <a:extLst>
                <a:ext uri="{FF2B5EF4-FFF2-40B4-BE49-F238E27FC236}">
                  <a16:creationId xmlns:a16="http://schemas.microsoft.com/office/drawing/2014/main" id="{8B8854FA-B7E5-4E5C-9142-0CBD51A0F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501"/>
              <a:ext cx="114" cy="47"/>
            </a:xfrm>
            <a:custGeom>
              <a:avLst/>
              <a:gdLst>
                <a:gd name="T0" fmla="*/ 0 w 57"/>
                <a:gd name="T1" fmla="*/ 128 h 22"/>
                <a:gd name="T2" fmla="*/ 320 w 57"/>
                <a:gd name="T3" fmla="*/ 145 h 22"/>
                <a:gd name="T4" fmla="*/ 448 w 57"/>
                <a:gd name="T5" fmla="*/ 88 h 22"/>
                <a:gd name="T6" fmla="*/ 432 w 57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0" y="13"/>
                  </a:moveTo>
                  <a:cubicBezTo>
                    <a:pt x="13" y="22"/>
                    <a:pt x="26" y="18"/>
                    <a:pt x="40" y="15"/>
                  </a:cubicBezTo>
                  <a:cubicBezTo>
                    <a:pt x="44" y="14"/>
                    <a:pt x="54" y="12"/>
                    <a:pt x="56" y="9"/>
                  </a:cubicBezTo>
                  <a:cubicBezTo>
                    <a:pt x="57" y="5"/>
                    <a:pt x="51" y="3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2" name="Freeform 3872">
              <a:extLst>
                <a:ext uri="{FF2B5EF4-FFF2-40B4-BE49-F238E27FC236}">
                  <a16:creationId xmlns:a16="http://schemas.microsoft.com/office/drawing/2014/main" id="{CCF06A15-6F34-404F-8B39-3F9F3A5E4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1507"/>
              <a:ext cx="98" cy="32"/>
            </a:xfrm>
            <a:custGeom>
              <a:avLst/>
              <a:gdLst>
                <a:gd name="T0" fmla="*/ 0 w 49"/>
                <a:gd name="T1" fmla="*/ 77 h 15"/>
                <a:gd name="T2" fmla="*/ 288 w 49"/>
                <a:gd name="T3" fmla="*/ 105 h 15"/>
                <a:gd name="T4" fmla="*/ 392 w 4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5">
                  <a:moveTo>
                    <a:pt x="0" y="8"/>
                  </a:moveTo>
                  <a:cubicBezTo>
                    <a:pt x="10" y="15"/>
                    <a:pt x="25" y="11"/>
                    <a:pt x="36" y="11"/>
                  </a:cubicBezTo>
                  <a:cubicBezTo>
                    <a:pt x="47" y="11"/>
                    <a:pt x="48" y="11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3" name="Freeform 3873">
              <a:extLst>
                <a:ext uri="{FF2B5EF4-FFF2-40B4-BE49-F238E27FC236}">
                  <a16:creationId xmlns:a16="http://schemas.microsoft.com/office/drawing/2014/main" id="{1CB4FBFA-1E6D-4C43-BEEF-2E66149B4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1503"/>
              <a:ext cx="92" cy="38"/>
            </a:xfrm>
            <a:custGeom>
              <a:avLst/>
              <a:gdLst>
                <a:gd name="T0" fmla="*/ 0 w 46"/>
                <a:gd name="T1" fmla="*/ 133 h 18"/>
                <a:gd name="T2" fmla="*/ 144 w 46"/>
                <a:gd name="T3" fmla="*/ 160 h 18"/>
                <a:gd name="T4" fmla="*/ 368 w 46"/>
                <a:gd name="T5" fmla="*/ 103 h 18"/>
                <a:gd name="T6" fmla="*/ 368 w 46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8">
                  <a:moveTo>
                    <a:pt x="0" y="14"/>
                  </a:moveTo>
                  <a:cubicBezTo>
                    <a:pt x="6" y="13"/>
                    <a:pt x="13" y="14"/>
                    <a:pt x="18" y="17"/>
                  </a:cubicBezTo>
                  <a:cubicBezTo>
                    <a:pt x="31" y="18"/>
                    <a:pt x="45" y="18"/>
                    <a:pt x="46" y="11"/>
                  </a:cubicBezTo>
                  <a:cubicBezTo>
                    <a:pt x="46" y="4"/>
                    <a:pt x="46" y="0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4" name="Freeform 3874">
              <a:extLst>
                <a:ext uri="{FF2B5EF4-FFF2-40B4-BE49-F238E27FC236}">
                  <a16:creationId xmlns:a16="http://schemas.microsoft.com/office/drawing/2014/main" id="{BC434F67-4B73-4D94-9081-C4BC026E2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656"/>
              <a:ext cx="59" cy="49"/>
            </a:xfrm>
            <a:custGeom>
              <a:avLst/>
              <a:gdLst>
                <a:gd name="T0" fmla="*/ 0 w 30"/>
                <a:gd name="T1" fmla="*/ 222 h 23"/>
                <a:gd name="T2" fmla="*/ 120 w 3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3">
                  <a:moveTo>
                    <a:pt x="0" y="23"/>
                  </a:moveTo>
                  <a:cubicBezTo>
                    <a:pt x="11" y="19"/>
                    <a:pt x="30" y="12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5" name="Freeform 3875">
              <a:extLst>
                <a:ext uri="{FF2B5EF4-FFF2-40B4-BE49-F238E27FC236}">
                  <a16:creationId xmlns:a16="http://schemas.microsoft.com/office/drawing/2014/main" id="{3C2EBD72-3E32-433E-B93E-4C6393201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626"/>
              <a:ext cx="89" cy="62"/>
            </a:xfrm>
            <a:custGeom>
              <a:avLst/>
              <a:gdLst>
                <a:gd name="T0" fmla="*/ 0 w 45"/>
                <a:gd name="T1" fmla="*/ 284 h 29"/>
                <a:gd name="T2" fmla="*/ 148 w 45"/>
                <a:gd name="T3" fmla="*/ 214 h 29"/>
                <a:gd name="T4" fmla="*/ 309 w 45"/>
                <a:gd name="T5" fmla="*/ 137 h 29"/>
                <a:gd name="T6" fmla="*/ 301 w 45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9">
                  <a:moveTo>
                    <a:pt x="0" y="29"/>
                  </a:moveTo>
                  <a:cubicBezTo>
                    <a:pt x="4" y="26"/>
                    <a:pt x="14" y="24"/>
                    <a:pt x="19" y="22"/>
                  </a:cubicBezTo>
                  <a:cubicBezTo>
                    <a:pt x="24" y="20"/>
                    <a:pt x="35" y="18"/>
                    <a:pt x="40" y="14"/>
                  </a:cubicBezTo>
                  <a:cubicBezTo>
                    <a:pt x="45" y="9"/>
                    <a:pt x="43" y="6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6" name="Freeform 3876">
              <a:extLst>
                <a:ext uri="{FF2B5EF4-FFF2-40B4-BE49-F238E27FC236}">
                  <a16:creationId xmlns:a16="http://schemas.microsoft.com/office/drawing/2014/main" id="{8A95B1AD-BE76-4A63-8530-A84FFD30C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595"/>
              <a:ext cx="100" cy="61"/>
            </a:xfrm>
            <a:custGeom>
              <a:avLst/>
              <a:gdLst>
                <a:gd name="T0" fmla="*/ 0 w 50"/>
                <a:gd name="T1" fmla="*/ 269 h 29"/>
                <a:gd name="T2" fmla="*/ 216 w 50"/>
                <a:gd name="T3" fmla="*/ 196 h 29"/>
                <a:gd name="T4" fmla="*/ 376 w 50"/>
                <a:gd name="T5" fmla="*/ 120 h 29"/>
                <a:gd name="T6" fmla="*/ 352 w 50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9">
                  <a:moveTo>
                    <a:pt x="0" y="29"/>
                  </a:moveTo>
                  <a:cubicBezTo>
                    <a:pt x="8" y="29"/>
                    <a:pt x="19" y="24"/>
                    <a:pt x="27" y="21"/>
                  </a:cubicBezTo>
                  <a:cubicBezTo>
                    <a:pt x="32" y="20"/>
                    <a:pt x="43" y="17"/>
                    <a:pt x="47" y="13"/>
                  </a:cubicBezTo>
                  <a:cubicBezTo>
                    <a:pt x="50" y="8"/>
                    <a:pt x="48" y="5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7" name="Freeform 3877">
              <a:extLst>
                <a:ext uri="{FF2B5EF4-FFF2-40B4-BE49-F238E27FC236}">
                  <a16:creationId xmlns:a16="http://schemas.microsoft.com/office/drawing/2014/main" id="{576F41F6-3131-49C7-81AA-E868C925A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582"/>
              <a:ext cx="124" cy="66"/>
            </a:xfrm>
            <a:custGeom>
              <a:avLst/>
              <a:gdLst>
                <a:gd name="T0" fmla="*/ 0 w 62"/>
                <a:gd name="T1" fmla="*/ 204 h 31"/>
                <a:gd name="T2" fmla="*/ 344 w 62"/>
                <a:gd name="T3" fmla="*/ 145 h 31"/>
                <a:gd name="T4" fmla="*/ 432 w 6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1">
                  <a:moveTo>
                    <a:pt x="0" y="21"/>
                  </a:moveTo>
                  <a:cubicBezTo>
                    <a:pt x="12" y="31"/>
                    <a:pt x="30" y="19"/>
                    <a:pt x="43" y="15"/>
                  </a:cubicBezTo>
                  <a:cubicBezTo>
                    <a:pt x="52" y="13"/>
                    <a:pt x="62" y="9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8" name="Freeform 3878">
              <a:extLst>
                <a:ext uri="{FF2B5EF4-FFF2-40B4-BE49-F238E27FC236}">
                  <a16:creationId xmlns:a16="http://schemas.microsoft.com/office/drawing/2014/main" id="{7EAAE3A1-06DB-48E8-895E-C6EAE80AD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556"/>
              <a:ext cx="84" cy="49"/>
            </a:xfrm>
            <a:custGeom>
              <a:avLst/>
              <a:gdLst>
                <a:gd name="T0" fmla="*/ 0 w 42"/>
                <a:gd name="T1" fmla="*/ 222 h 23"/>
                <a:gd name="T2" fmla="*/ 160 w 42"/>
                <a:gd name="T3" fmla="*/ 164 h 23"/>
                <a:gd name="T4" fmla="*/ 304 w 42"/>
                <a:gd name="T5" fmla="*/ 136 h 23"/>
                <a:gd name="T6" fmla="*/ 304 w 42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3">
                  <a:moveTo>
                    <a:pt x="0" y="23"/>
                  </a:moveTo>
                  <a:cubicBezTo>
                    <a:pt x="7" y="23"/>
                    <a:pt x="14" y="19"/>
                    <a:pt x="20" y="17"/>
                  </a:cubicBezTo>
                  <a:cubicBezTo>
                    <a:pt x="25" y="17"/>
                    <a:pt x="34" y="18"/>
                    <a:pt x="38" y="14"/>
                  </a:cubicBezTo>
                  <a:cubicBezTo>
                    <a:pt x="42" y="11"/>
                    <a:pt x="39" y="5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9" name="Freeform 3879">
              <a:extLst>
                <a:ext uri="{FF2B5EF4-FFF2-40B4-BE49-F238E27FC236}">
                  <a16:creationId xmlns:a16="http://schemas.microsoft.com/office/drawing/2014/main" id="{6D4038DE-8EA7-44FC-B1E8-FE766B687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535"/>
              <a:ext cx="113" cy="64"/>
            </a:xfrm>
            <a:custGeom>
              <a:avLst/>
              <a:gdLst>
                <a:gd name="T0" fmla="*/ 0 w 57"/>
                <a:gd name="T1" fmla="*/ 250 h 30"/>
                <a:gd name="T2" fmla="*/ 365 w 57"/>
                <a:gd name="T3" fmla="*/ 224 h 30"/>
                <a:gd name="T4" fmla="*/ 349 w 5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0">
                  <a:moveTo>
                    <a:pt x="0" y="26"/>
                  </a:moveTo>
                  <a:cubicBezTo>
                    <a:pt x="13" y="29"/>
                    <a:pt x="35" y="30"/>
                    <a:pt x="47" y="23"/>
                  </a:cubicBezTo>
                  <a:cubicBezTo>
                    <a:pt x="57" y="17"/>
                    <a:pt x="49" y="7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0" name="Freeform 3880">
              <a:extLst>
                <a:ext uri="{FF2B5EF4-FFF2-40B4-BE49-F238E27FC236}">
                  <a16:creationId xmlns:a16="http://schemas.microsoft.com/office/drawing/2014/main" id="{87FB1E47-C454-4429-A90C-E6CCE2709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537"/>
              <a:ext cx="78" cy="45"/>
            </a:xfrm>
            <a:custGeom>
              <a:avLst/>
              <a:gdLst>
                <a:gd name="T0" fmla="*/ 0 w 39"/>
                <a:gd name="T1" fmla="*/ 189 h 21"/>
                <a:gd name="T2" fmla="*/ 288 w 39"/>
                <a:gd name="T3" fmla="*/ 156 h 21"/>
                <a:gd name="T4" fmla="*/ 288 w 3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">
                  <a:moveTo>
                    <a:pt x="0" y="19"/>
                  </a:moveTo>
                  <a:cubicBezTo>
                    <a:pt x="6" y="21"/>
                    <a:pt x="32" y="21"/>
                    <a:pt x="36" y="16"/>
                  </a:cubicBezTo>
                  <a:cubicBezTo>
                    <a:pt x="39" y="12"/>
                    <a:pt x="34" y="1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1" name="Freeform 3881">
              <a:extLst>
                <a:ext uri="{FF2B5EF4-FFF2-40B4-BE49-F238E27FC236}">
                  <a16:creationId xmlns:a16="http://schemas.microsoft.com/office/drawing/2014/main" id="{B028D958-4876-4645-8B3D-604B2DCF5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531"/>
              <a:ext cx="86" cy="49"/>
            </a:xfrm>
            <a:custGeom>
              <a:avLst/>
              <a:gdLst>
                <a:gd name="T0" fmla="*/ 0 w 43"/>
                <a:gd name="T1" fmla="*/ 213 h 23"/>
                <a:gd name="T2" fmla="*/ 280 w 43"/>
                <a:gd name="T3" fmla="*/ 181 h 23"/>
                <a:gd name="T4" fmla="*/ 336 w 43"/>
                <a:gd name="T5" fmla="*/ 9 h 23"/>
                <a:gd name="T6" fmla="*/ 328 w 43"/>
                <a:gd name="T7" fmla="*/ 1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3">
                  <a:moveTo>
                    <a:pt x="0" y="22"/>
                  </a:moveTo>
                  <a:cubicBezTo>
                    <a:pt x="11" y="22"/>
                    <a:pt x="24" y="23"/>
                    <a:pt x="35" y="19"/>
                  </a:cubicBezTo>
                  <a:cubicBezTo>
                    <a:pt x="43" y="16"/>
                    <a:pt x="43" y="10"/>
                    <a:pt x="42" y="1"/>
                  </a:cubicBezTo>
                  <a:cubicBezTo>
                    <a:pt x="41" y="0"/>
                    <a:pt x="41" y="2"/>
                    <a:pt x="41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2" name="Freeform 3882">
              <a:extLst>
                <a:ext uri="{FF2B5EF4-FFF2-40B4-BE49-F238E27FC236}">
                  <a16:creationId xmlns:a16="http://schemas.microsoft.com/office/drawing/2014/main" id="{1289A78E-3F64-4A44-A428-BE36E5BDF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1539"/>
              <a:ext cx="102" cy="34"/>
            </a:xfrm>
            <a:custGeom>
              <a:avLst/>
              <a:gdLst>
                <a:gd name="T0" fmla="*/ 0 w 51"/>
                <a:gd name="T1" fmla="*/ 117 h 16"/>
                <a:gd name="T2" fmla="*/ 336 w 51"/>
                <a:gd name="T3" fmla="*/ 117 h 16"/>
                <a:gd name="T4" fmla="*/ 408 w 5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6">
                  <a:moveTo>
                    <a:pt x="0" y="12"/>
                  </a:moveTo>
                  <a:cubicBezTo>
                    <a:pt x="11" y="16"/>
                    <a:pt x="30" y="15"/>
                    <a:pt x="42" y="12"/>
                  </a:cubicBezTo>
                  <a:cubicBezTo>
                    <a:pt x="51" y="10"/>
                    <a:pt x="51" y="0"/>
                    <a:pt x="5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3" name="Freeform 3883">
              <a:extLst>
                <a:ext uri="{FF2B5EF4-FFF2-40B4-BE49-F238E27FC236}">
                  <a16:creationId xmlns:a16="http://schemas.microsoft.com/office/drawing/2014/main" id="{9F02FAEB-F7DA-4C5B-991D-BDA2DB95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648"/>
              <a:ext cx="88" cy="68"/>
            </a:xfrm>
            <a:custGeom>
              <a:avLst/>
              <a:gdLst>
                <a:gd name="T0" fmla="*/ 0 w 44"/>
                <a:gd name="T1" fmla="*/ 298 h 32"/>
                <a:gd name="T2" fmla="*/ 176 w 44"/>
                <a:gd name="T3" fmla="*/ 230 h 32"/>
                <a:gd name="T4" fmla="*/ 320 w 44"/>
                <a:gd name="T5" fmla="*/ 181 h 32"/>
                <a:gd name="T6" fmla="*/ 280 w 44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2">
                  <a:moveTo>
                    <a:pt x="0" y="31"/>
                  </a:moveTo>
                  <a:cubicBezTo>
                    <a:pt x="7" y="32"/>
                    <a:pt x="16" y="26"/>
                    <a:pt x="22" y="24"/>
                  </a:cubicBezTo>
                  <a:cubicBezTo>
                    <a:pt x="27" y="23"/>
                    <a:pt x="36" y="23"/>
                    <a:pt x="40" y="19"/>
                  </a:cubicBezTo>
                  <a:cubicBezTo>
                    <a:pt x="44" y="14"/>
                    <a:pt x="37" y="5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4" name="Freeform 3884">
              <a:extLst>
                <a:ext uri="{FF2B5EF4-FFF2-40B4-BE49-F238E27FC236}">
                  <a16:creationId xmlns:a16="http://schemas.microsoft.com/office/drawing/2014/main" id="{CA759AB4-3DC7-446B-9CB4-58EBB2A7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31"/>
              <a:ext cx="98" cy="55"/>
            </a:xfrm>
            <a:custGeom>
              <a:avLst/>
              <a:gdLst>
                <a:gd name="T0" fmla="*/ 0 w 49"/>
                <a:gd name="T1" fmla="*/ 237 h 26"/>
                <a:gd name="T2" fmla="*/ 264 w 49"/>
                <a:gd name="T3" fmla="*/ 180 h 26"/>
                <a:gd name="T4" fmla="*/ 344 w 4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6">
                  <a:moveTo>
                    <a:pt x="0" y="25"/>
                  </a:moveTo>
                  <a:cubicBezTo>
                    <a:pt x="11" y="26"/>
                    <a:pt x="22" y="22"/>
                    <a:pt x="33" y="19"/>
                  </a:cubicBezTo>
                  <a:cubicBezTo>
                    <a:pt x="45" y="15"/>
                    <a:pt x="49" y="13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5" name="Freeform 3885">
              <a:extLst>
                <a:ext uri="{FF2B5EF4-FFF2-40B4-BE49-F238E27FC236}">
                  <a16:creationId xmlns:a16="http://schemas.microsoft.com/office/drawing/2014/main" id="{1A8E30D3-54E7-4D21-A325-421A4A15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599"/>
              <a:ext cx="120" cy="70"/>
            </a:xfrm>
            <a:custGeom>
              <a:avLst/>
              <a:gdLst>
                <a:gd name="T0" fmla="*/ 0 w 60"/>
                <a:gd name="T1" fmla="*/ 288 h 33"/>
                <a:gd name="T2" fmla="*/ 384 w 60"/>
                <a:gd name="T3" fmla="*/ 180 h 33"/>
                <a:gd name="T4" fmla="*/ 400 w 6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3">
                  <a:moveTo>
                    <a:pt x="0" y="30"/>
                  </a:moveTo>
                  <a:cubicBezTo>
                    <a:pt x="13" y="33"/>
                    <a:pt x="36" y="25"/>
                    <a:pt x="48" y="19"/>
                  </a:cubicBezTo>
                  <a:cubicBezTo>
                    <a:pt x="60" y="13"/>
                    <a:pt x="51" y="8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6" name="Freeform 3886">
              <a:extLst>
                <a:ext uri="{FF2B5EF4-FFF2-40B4-BE49-F238E27FC236}">
                  <a16:creationId xmlns:a16="http://schemas.microsoft.com/office/drawing/2014/main" id="{C6776B31-5EFD-4D07-B842-C375D509D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99"/>
              <a:ext cx="91" cy="47"/>
            </a:xfrm>
            <a:custGeom>
              <a:avLst/>
              <a:gdLst>
                <a:gd name="T0" fmla="*/ 0 w 46"/>
                <a:gd name="T1" fmla="*/ 188 h 22"/>
                <a:gd name="T2" fmla="*/ 317 w 46"/>
                <a:gd name="T3" fmla="*/ 137 h 22"/>
                <a:gd name="T4" fmla="*/ 324 w 4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2">
                  <a:moveTo>
                    <a:pt x="0" y="19"/>
                  </a:moveTo>
                  <a:cubicBezTo>
                    <a:pt x="9" y="22"/>
                    <a:pt x="34" y="20"/>
                    <a:pt x="41" y="14"/>
                  </a:cubicBezTo>
                  <a:cubicBezTo>
                    <a:pt x="46" y="10"/>
                    <a:pt x="45" y="5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7" name="Freeform 3887">
              <a:extLst>
                <a:ext uri="{FF2B5EF4-FFF2-40B4-BE49-F238E27FC236}">
                  <a16:creationId xmlns:a16="http://schemas.microsoft.com/office/drawing/2014/main" id="{D9862B34-3929-4BCD-8EDB-886FD04AF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582"/>
              <a:ext cx="112" cy="51"/>
            </a:xfrm>
            <a:custGeom>
              <a:avLst/>
              <a:gdLst>
                <a:gd name="T0" fmla="*/ 0 w 56"/>
                <a:gd name="T1" fmla="*/ 221 h 24"/>
                <a:gd name="T2" fmla="*/ 384 w 56"/>
                <a:gd name="T3" fmla="*/ 164 h 24"/>
                <a:gd name="T4" fmla="*/ 392 w 5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4">
                  <a:moveTo>
                    <a:pt x="0" y="23"/>
                  </a:moveTo>
                  <a:cubicBezTo>
                    <a:pt x="13" y="23"/>
                    <a:pt x="36" y="24"/>
                    <a:pt x="48" y="17"/>
                  </a:cubicBezTo>
                  <a:cubicBezTo>
                    <a:pt x="56" y="12"/>
                    <a:pt x="49" y="8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8" name="Freeform 3888">
              <a:extLst>
                <a:ext uri="{FF2B5EF4-FFF2-40B4-BE49-F238E27FC236}">
                  <a16:creationId xmlns:a16="http://schemas.microsoft.com/office/drawing/2014/main" id="{F4EF04E4-050B-420E-AC61-65081C0F8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1578"/>
              <a:ext cx="78" cy="40"/>
            </a:xfrm>
            <a:custGeom>
              <a:avLst/>
              <a:gdLst>
                <a:gd name="T0" fmla="*/ 0 w 39"/>
                <a:gd name="T1" fmla="*/ 160 h 19"/>
                <a:gd name="T2" fmla="*/ 128 w 39"/>
                <a:gd name="T3" fmla="*/ 160 h 19"/>
                <a:gd name="T4" fmla="*/ 280 w 39"/>
                <a:gd name="T5" fmla="*/ 152 h 19"/>
                <a:gd name="T6" fmla="*/ 280 w 39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9">
                  <a:moveTo>
                    <a:pt x="0" y="17"/>
                  </a:moveTo>
                  <a:cubicBezTo>
                    <a:pt x="5" y="19"/>
                    <a:pt x="11" y="17"/>
                    <a:pt x="16" y="17"/>
                  </a:cubicBezTo>
                  <a:cubicBezTo>
                    <a:pt x="21" y="17"/>
                    <a:pt x="32" y="19"/>
                    <a:pt x="35" y="16"/>
                  </a:cubicBezTo>
                  <a:cubicBezTo>
                    <a:pt x="39" y="13"/>
                    <a:pt x="36" y="4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9" name="Freeform 3889">
              <a:extLst>
                <a:ext uri="{FF2B5EF4-FFF2-40B4-BE49-F238E27FC236}">
                  <a16:creationId xmlns:a16="http://schemas.microsoft.com/office/drawing/2014/main" id="{98ACF35D-4BF4-4D82-8984-90868C672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573"/>
              <a:ext cx="78" cy="43"/>
            </a:xfrm>
            <a:custGeom>
              <a:avLst/>
              <a:gdLst>
                <a:gd name="T0" fmla="*/ 0 w 39"/>
                <a:gd name="T1" fmla="*/ 189 h 20"/>
                <a:gd name="T2" fmla="*/ 120 w 39"/>
                <a:gd name="T3" fmla="*/ 181 h 20"/>
                <a:gd name="T4" fmla="*/ 264 w 39"/>
                <a:gd name="T5" fmla="*/ 172 h 20"/>
                <a:gd name="T6" fmla="*/ 296 w 39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0">
                  <a:moveTo>
                    <a:pt x="0" y="19"/>
                  </a:moveTo>
                  <a:cubicBezTo>
                    <a:pt x="5" y="20"/>
                    <a:pt x="10" y="18"/>
                    <a:pt x="15" y="18"/>
                  </a:cubicBezTo>
                  <a:cubicBezTo>
                    <a:pt x="19" y="17"/>
                    <a:pt x="29" y="19"/>
                    <a:pt x="33" y="17"/>
                  </a:cubicBezTo>
                  <a:cubicBezTo>
                    <a:pt x="38" y="14"/>
                    <a:pt x="39" y="6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0" name="Freeform 3890">
              <a:extLst>
                <a:ext uri="{FF2B5EF4-FFF2-40B4-BE49-F238E27FC236}">
                  <a16:creationId xmlns:a16="http://schemas.microsoft.com/office/drawing/2014/main" id="{9BB6C555-61C6-442D-8D19-24896D1A1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1563"/>
              <a:ext cx="90" cy="53"/>
            </a:xfrm>
            <a:custGeom>
              <a:avLst/>
              <a:gdLst>
                <a:gd name="T0" fmla="*/ 0 w 45"/>
                <a:gd name="T1" fmla="*/ 189 h 25"/>
                <a:gd name="T2" fmla="*/ 136 w 45"/>
                <a:gd name="T3" fmla="*/ 212 h 25"/>
                <a:gd name="T4" fmla="*/ 120 w 45"/>
                <a:gd name="T5" fmla="*/ 201 h 25"/>
                <a:gd name="T6" fmla="*/ 328 w 45"/>
                <a:gd name="T7" fmla="*/ 172 h 25"/>
                <a:gd name="T8" fmla="*/ 360 w 4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5">
                  <a:moveTo>
                    <a:pt x="0" y="20"/>
                  </a:moveTo>
                  <a:cubicBezTo>
                    <a:pt x="4" y="21"/>
                    <a:pt x="12" y="23"/>
                    <a:pt x="17" y="22"/>
                  </a:cubicBezTo>
                  <a:cubicBezTo>
                    <a:pt x="16" y="21"/>
                    <a:pt x="16" y="22"/>
                    <a:pt x="15" y="21"/>
                  </a:cubicBezTo>
                  <a:cubicBezTo>
                    <a:pt x="26" y="20"/>
                    <a:pt x="38" y="25"/>
                    <a:pt x="41" y="18"/>
                  </a:cubicBezTo>
                  <a:cubicBezTo>
                    <a:pt x="44" y="12"/>
                    <a:pt x="45" y="0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1" name="Freeform 3891">
              <a:extLst>
                <a:ext uri="{FF2B5EF4-FFF2-40B4-BE49-F238E27FC236}">
                  <a16:creationId xmlns:a16="http://schemas.microsoft.com/office/drawing/2014/main" id="{199FDBCB-38A3-44FD-AEC1-C6BFE96A0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682"/>
              <a:ext cx="90" cy="40"/>
            </a:xfrm>
            <a:custGeom>
              <a:avLst/>
              <a:gdLst>
                <a:gd name="T0" fmla="*/ 0 w 45"/>
                <a:gd name="T1" fmla="*/ 177 h 19"/>
                <a:gd name="T2" fmla="*/ 248 w 45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9">
                  <a:moveTo>
                    <a:pt x="0" y="19"/>
                  </a:moveTo>
                  <a:cubicBezTo>
                    <a:pt x="8" y="16"/>
                    <a:pt x="45" y="18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2" name="Freeform 3892">
              <a:extLst>
                <a:ext uri="{FF2B5EF4-FFF2-40B4-BE49-F238E27FC236}">
                  <a16:creationId xmlns:a16="http://schemas.microsoft.com/office/drawing/2014/main" id="{E9680CAE-44D8-49E1-A43F-7ED9B950A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660"/>
              <a:ext cx="92" cy="49"/>
            </a:xfrm>
            <a:custGeom>
              <a:avLst/>
              <a:gdLst>
                <a:gd name="T0" fmla="*/ 0 w 46"/>
                <a:gd name="T1" fmla="*/ 222 h 23"/>
                <a:gd name="T2" fmla="*/ 136 w 46"/>
                <a:gd name="T3" fmla="*/ 181 h 23"/>
                <a:gd name="T4" fmla="*/ 328 w 46"/>
                <a:gd name="T5" fmla="*/ 136 h 23"/>
                <a:gd name="T6" fmla="*/ 336 w 46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0" y="23"/>
                  </a:moveTo>
                  <a:cubicBezTo>
                    <a:pt x="6" y="23"/>
                    <a:pt x="11" y="20"/>
                    <a:pt x="17" y="19"/>
                  </a:cubicBezTo>
                  <a:cubicBezTo>
                    <a:pt x="24" y="18"/>
                    <a:pt x="35" y="19"/>
                    <a:pt x="41" y="14"/>
                  </a:cubicBezTo>
                  <a:cubicBezTo>
                    <a:pt x="46" y="11"/>
                    <a:pt x="44" y="6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3" name="Freeform 3893">
              <a:extLst>
                <a:ext uri="{FF2B5EF4-FFF2-40B4-BE49-F238E27FC236}">
                  <a16:creationId xmlns:a16="http://schemas.microsoft.com/office/drawing/2014/main" id="{A09DAA07-32B3-43BA-8FD1-BACA8FE10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646"/>
              <a:ext cx="100" cy="51"/>
            </a:xfrm>
            <a:custGeom>
              <a:avLst/>
              <a:gdLst>
                <a:gd name="T0" fmla="*/ 0 w 50"/>
                <a:gd name="T1" fmla="*/ 230 h 24"/>
                <a:gd name="T2" fmla="*/ 208 w 50"/>
                <a:gd name="T3" fmla="*/ 221 h 24"/>
                <a:gd name="T4" fmla="*/ 360 w 50"/>
                <a:gd name="T5" fmla="*/ 153 h 24"/>
                <a:gd name="T6" fmla="*/ 384 w 50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4">
                  <a:moveTo>
                    <a:pt x="0" y="24"/>
                  </a:moveTo>
                  <a:cubicBezTo>
                    <a:pt x="9" y="24"/>
                    <a:pt x="18" y="23"/>
                    <a:pt x="26" y="23"/>
                  </a:cubicBezTo>
                  <a:cubicBezTo>
                    <a:pt x="33" y="23"/>
                    <a:pt x="40" y="21"/>
                    <a:pt x="45" y="16"/>
                  </a:cubicBezTo>
                  <a:cubicBezTo>
                    <a:pt x="50" y="11"/>
                    <a:pt x="48" y="5"/>
                    <a:pt x="4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4" name="Freeform 3894">
              <a:extLst>
                <a:ext uri="{FF2B5EF4-FFF2-40B4-BE49-F238E27FC236}">
                  <a16:creationId xmlns:a16="http://schemas.microsoft.com/office/drawing/2014/main" id="{38E2C916-FDAE-4599-BB16-D10559877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635"/>
              <a:ext cx="93" cy="51"/>
            </a:xfrm>
            <a:custGeom>
              <a:avLst/>
              <a:gdLst>
                <a:gd name="T0" fmla="*/ 0 w 47"/>
                <a:gd name="T1" fmla="*/ 230 h 24"/>
                <a:gd name="T2" fmla="*/ 164 w 47"/>
                <a:gd name="T3" fmla="*/ 193 h 24"/>
                <a:gd name="T4" fmla="*/ 325 w 47"/>
                <a:gd name="T5" fmla="*/ 145 h 24"/>
                <a:gd name="T6" fmla="*/ 340 w 47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4">
                  <a:moveTo>
                    <a:pt x="0" y="24"/>
                  </a:moveTo>
                  <a:cubicBezTo>
                    <a:pt x="7" y="23"/>
                    <a:pt x="14" y="21"/>
                    <a:pt x="21" y="20"/>
                  </a:cubicBezTo>
                  <a:cubicBezTo>
                    <a:pt x="26" y="19"/>
                    <a:pt x="38" y="18"/>
                    <a:pt x="42" y="15"/>
                  </a:cubicBezTo>
                  <a:cubicBezTo>
                    <a:pt x="47" y="11"/>
                    <a:pt x="44" y="5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5" name="Freeform 3895">
              <a:extLst>
                <a:ext uri="{FF2B5EF4-FFF2-40B4-BE49-F238E27FC236}">
                  <a16:creationId xmlns:a16="http://schemas.microsoft.com/office/drawing/2014/main" id="{2EAD9F1A-35F3-4E6B-BA62-60ACAF5B5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618"/>
              <a:ext cx="114" cy="51"/>
            </a:xfrm>
            <a:custGeom>
              <a:avLst/>
              <a:gdLst>
                <a:gd name="T0" fmla="*/ 0 w 57"/>
                <a:gd name="T1" fmla="*/ 204 h 24"/>
                <a:gd name="T2" fmla="*/ 344 w 57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4">
                  <a:moveTo>
                    <a:pt x="0" y="21"/>
                  </a:moveTo>
                  <a:cubicBezTo>
                    <a:pt x="11" y="24"/>
                    <a:pt x="57" y="21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6" name="Freeform 3896">
              <a:extLst>
                <a:ext uri="{FF2B5EF4-FFF2-40B4-BE49-F238E27FC236}">
                  <a16:creationId xmlns:a16="http://schemas.microsoft.com/office/drawing/2014/main" id="{6B6D9A9E-AA6F-4567-988F-BD87FEB9E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616"/>
              <a:ext cx="98" cy="42"/>
            </a:xfrm>
            <a:custGeom>
              <a:avLst/>
              <a:gdLst>
                <a:gd name="T0" fmla="*/ 0 w 49"/>
                <a:gd name="T1" fmla="*/ 160 h 20"/>
                <a:gd name="T2" fmla="*/ 336 w 4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0">
                  <a:moveTo>
                    <a:pt x="0" y="17"/>
                  </a:moveTo>
                  <a:cubicBezTo>
                    <a:pt x="12" y="18"/>
                    <a:pt x="49" y="20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7" name="Freeform 3897">
              <a:extLst>
                <a:ext uri="{FF2B5EF4-FFF2-40B4-BE49-F238E27FC236}">
                  <a16:creationId xmlns:a16="http://schemas.microsoft.com/office/drawing/2014/main" id="{70DBB9D5-93F7-49D3-9DE4-097820C0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609"/>
              <a:ext cx="128" cy="37"/>
            </a:xfrm>
            <a:custGeom>
              <a:avLst/>
              <a:gdLst>
                <a:gd name="T0" fmla="*/ 0 w 64"/>
                <a:gd name="T1" fmla="*/ 176 h 17"/>
                <a:gd name="T2" fmla="*/ 368 w 64"/>
                <a:gd name="T3" fmla="*/ 141 h 17"/>
                <a:gd name="T4" fmla="*/ 512 w 6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7">
                  <a:moveTo>
                    <a:pt x="0" y="17"/>
                  </a:moveTo>
                  <a:cubicBezTo>
                    <a:pt x="15" y="17"/>
                    <a:pt x="34" y="14"/>
                    <a:pt x="46" y="14"/>
                  </a:cubicBezTo>
                  <a:cubicBezTo>
                    <a:pt x="57" y="13"/>
                    <a:pt x="64" y="13"/>
                    <a:pt x="6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8" name="Freeform 3898">
              <a:extLst>
                <a:ext uri="{FF2B5EF4-FFF2-40B4-BE49-F238E27FC236}">
                  <a16:creationId xmlns:a16="http://schemas.microsoft.com/office/drawing/2014/main" id="{18C2F200-60D1-40EB-8DE2-C269A1324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735"/>
              <a:ext cx="6" cy="25"/>
            </a:xfrm>
            <a:custGeom>
              <a:avLst/>
              <a:gdLst>
                <a:gd name="T0" fmla="*/ 0 w 3"/>
                <a:gd name="T1" fmla="*/ 0 h 12"/>
                <a:gd name="T2" fmla="*/ 8 w 3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1" y="3"/>
                    <a:pt x="3" y="10"/>
                    <a:pt x="1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9" name="Freeform 3899">
              <a:extLst>
                <a:ext uri="{FF2B5EF4-FFF2-40B4-BE49-F238E27FC236}">
                  <a16:creationId xmlns:a16="http://schemas.microsoft.com/office/drawing/2014/main" id="{0C60CFBC-F0DC-483C-B88A-68A77A260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707"/>
              <a:ext cx="18" cy="60"/>
            </a:xfrm>
            <a:custGeom>
              <a:avLst/>
              <a:gdLst>
                <a:gd name="T0" fmla="*/ 56 w 9"/>
                <a:gd name="T1" fmla="*/ 0 h 28"/>
                <a:gd name="T2" fmla="*/ 48 w 9"/>
                <a:gd name="T3" fmla="*/ 189 h 28"/>
                <a:gd name="T4" fmla="*/ 0 w 9"/>
                <a:gd name="T5" fmla="*/ 27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7" y="0"/>
                  </a:moveTo>
                  <a:cubicBezTo>
                    <a:pt x="6" y="6"/>
                    <a:pt x="9" y="13"/>
                    <a:pt x="6" y="19"/>
                  </a:cubicBezTo>
                  <a:cubicBezTo>
                    <a:pt x="5" y="22"/>
                    <a:pt x="0" y="25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0" name="Freeform 3900">
              <a:extLst>
                <a:ext uri="{FF2B5EF4-FFF2-40B4-BE49-F238E27FC236}">
                  <a16:creationId xmlns:a16="http://schemas.microsoft.com/office/drawing/2014/main" id="{CACB6A6C-0CBD-4FE3-A996-5A481793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701"/>
              <a:ext cx="86" cy="45"/>
            </a:xfrm>
            <a:custGeom>
              <a:avLst/>
              <a:gdLst>
                <a:gd name="T0" fmla="*/ 0 w 43"/>
                <a:gd name="T1" fmla="*/ 206 h 21"/>
                <a:gd name="T2" fmla="*/ 280 w 43"/>
                <a:gd name="T3" fmla="*/ 156 h 21"/>
                <a:gd name="T4" fmla="*/ 336 w 4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21"/>
                  </a:moveTo>
                  <a:cubicBezTo>
                    <a:pt x="10" y="21"/>
                    <a:pt x="26" y="20"/>
                    <a:pt x="35" y="16"/>
                  </a:cubicBezTo>
                  <a:cubicBezTo>
                    <a:pt x="42" y="13"/>
                    <a:pt x="43" y="8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1" name="Freeform 3901">
              <a:extLst>
                <a:ext uri="{FF2B5EF4-FFF2-40B4-BE49-F238E27FC236}">
                  <a16:creationId xmlns:a16="http://schemas.microsoft.com/office/drawing/2014/main" id="{CCF5EBB0-D1E7-4648-8363-A1A1FD90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684"/>
              <a:ext cx="100" cy="53"/>
            </a:xfrm>
            <a:custGeom>
              <a:avLst/>
              <a:gdLst>
                <a:gd name="T0" fmla="*/ 0 w 50"/>
                <a:gd name="T1" fmla="*/ 237 h 25"/>
                <a:gd name="T2" fmla="*/ 168 w 50"/>
                <a:gd name="T3" fmla="*/ 229 h 25"/>
                <a:gd name="T4" fmla="*/ 344 w 50"/>
                <a:gd name="T5" fmla="*/ 180 h 25"/>
                <a:gd name="T6" fmla="*/ 376 w 50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5">
                  <a:moveTo>
                    <a:pt x="0" y="25"/>
                  </a:moveTo>
                  <a:cubicBezTo>
                    <a:pt x="6" y="25"/>
                    <a:pt x="15" y="24"/>
                    <a:pt x="21" y="24"/>
                  </a:cubicBezTo>
                  <a:cubicBezTo>
                    <a:pt x="29" y="23"/>
                    <a:pt x="36" y="23"/>
                    <a:pt x="43" y="19"/>
                  </a:cubicBezTo>
                  <a:cubicBezTo>
                    <a:pt x="49" y="15"/>
                    <a:pt x="50" y="7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2" name="Freeform 3902">
              <a:extLst>
                <a:ext uri="{FF2B5EF4-FFF2-40B4-BE49-F238E27FC236}">
                  <a16:creationId xmlns:a16="http://schemas.microsoft.com/office/drawing/2014/main" id="{61EE3187-BE12-4769-926C-615CA0A32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735"/>
              <a:ext cx="6" cy="19"/>
            </a:xfrm>
            <a:custGeom>
              <a:avLst/>
              <a:gdLst>
                <a:gd name="T0" fmla="*/ 0 w 3"/>
                <a:gd name="T1" fmla="*/ 0 h 9"/>
                <a:gd name="T2" fmla="*/ 24 w 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2" y="3"/>
                    <a:pt x="3" y="5"/>
                    <a:pt x="3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3" name="Freeform 3903">
              <a:extLst>
                <a:ext uri="{FF2B5EF4-FFF2-40B4-BE49-F238E27FC236}">
                  <a16:creationId xmlns:a16="http://schemas.microsoft.com/office/drawing/2014/main" id="{882AFF6B-579B-48DA-83EC-84CABD6D6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665"/>
              <a:ext cx="101" cy="49"/>
            </a:xfrm>
            <a:custGeom>
              <a:avLst/>
              <a:gdLst>
                <a:gd name="T0" fmla="*/ 0 w 51"/>
                <a:gd name="T1" fmla="*/ 222 h 23"/>
                <a:gd name="T2" fmla="*/ 309 w 51"/>
                <a:gd name="T3" fmla="*/ 104 h 23"/>
                <a:gd name="T4" fmla="*/ 388 w 5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3">
                  <a:moveTo>
                    <a:pt x="0" y="23"/>
                  </a:moveTo>
                  <a:cubicBezTo>
                    <a:pt x="13" y="18"/>
                    <a:pt x="26" y="13"/>
                    <a:pt x="40" y="11"/>
                  </a:cubicBezTo>
                  <a:cubicBezTo>
                    <a:pt x="48" y="9"/>
                    <a:pt x="51" y="9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4" name="Freeform 3904">
              <a:extLst>
                <a:ext uri="{FF2B5EF4-FFF2-40B4-BE49-F238E27FC236}">
                  <a16:creationId xmlns:a16="http://schemas.microsoft.com/office/drawing/2014/main" id="{1555B843-7164-4872-9D31-D4575012B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686"/>
              <a:ext cx="16" cy="23"/>
            </a:xfrm>
            <a:custGeom>
              <a:avLst/>
              <a:gdLst>
                <a:gd name="T0" fmla="*/ 0 w 8"/>
                <a:gd name="T1" fmla="*/ 0 h 11"/>
                <a:gd name="T2" fmla="*/ 64 w 8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5" y="2"/>
                    <a:pt x="7" y="7"/>
                    <a:pt x="8" y="1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5" name="Freeform 3905">
              <a:extLst>
                <a:ext uri="{FF2B5EF4-FFF2-40B4-BE49-F238E27FC236}">
                  <a16:creationId xmlns:a16="http://schemas.microsoft.com/office/drawing/2014/main" id="{51CB4100-DD79-46D3-A01F-8579B5A3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1656"/>
              <a:ext cx="12" cy="36"/>
            </a:xfrm>
            <a:custGeom>
              <a:avLst/>
              <a:gdLst>
                <a:gd name="T0" fmla="*/ 0 w 6"/>
                <a:gd name="T1" fmla="*/ 0 h 17"/>
                <a:gd name="T2" fmla="*/ 16 w 6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2" y="5"/>
                    <a:pt x="6" y="12"/>
                    <a:pt x="2" y="1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6" name="Freeform 3906">
              <a:extLst>
                <a:ext uri="{FF2B5EF4-FFF2-40B4-BE49-F238E27FC236}">
                  <a16:creationId xmlns:a16="http://schemas.microsoft.com/office/drawing/2014/main" id="{CC598BFE-6CE6-44DC-A929-E8D3B7BDB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1643"/>
              <a:ext cx="12" cy="41"/>
            </a:xfrm>
            <a:custGeom>
              <a:avLst/>
              <a:gdLst>
                <a:gd name="T0" fmla="*/ 0 w 6"/>
                <a:gd name="T1" fmla="*/ 0 h 19"/>
                <a:gd name="T2" fmla="*/ 16 w 6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3" y="6"/>
                    <a:pt x="6" y="13"/>
                    <a:pt x="2" y="1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7" name="Freeform 3907">
              <a:extLst>
                <a:ext uri="{FF2B5EF4-FFF2-40B4-BE49-F238E27FC236}">
                  <a16:creationId xmlns:a16="http://schemas.microsoft.com/office/drawing/2014/main" id="{E7A75832-D66F-4E31-993F-D196CC976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682"/>
              <a:ext cx="28" cy="19"/>
            </a:xfrm>
            <a:custGeom>
              <a:avLst/>
              <a:gdLst>
                <a:gd name="T0" fmla="*/ 0 w 14"/>
                <a:gd name="T1" fmla="*/ 0 h 9"/>
                <a:gd name="T2" fmla="*/ 112 w 14"/>
                <a:gd name="T3" fmla="*/ 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6" y="0"/>
                    <a:pt x="9" y="9"/>
                    <a:pt x="14" y="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8" name="Freeform 3908">
              <a:extLst>
                <a:ext uri="{FF2B5EF4-FFF2-40B4-BE49-F238E27FC236}">
                  <a16:creationId xmlns:a16="http://schemas.microsoft.com/office/drawing/2014/main" id="{7F11C90E-5D46-45F8-9ACF-BE302DBC6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635"/>
              <a:ext cx="18" cy="17"/>
            </a:xfrm>
            <a:custGeom>
              <a:avLst/>
              <a:gdLst>
                <a:gd name="T0" fmla="*/ 0 w 9"/>
                <a:gd name="T1" fmla="*/ 0 h 8"/>
                <a:gd name="T2" fmla="*/ 72 w 9"/>
                <a:gd name="T3" fmla="*/ 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4"/>
                    <a:pt x="5" y="8"/>
                    <a:pt x="9" y="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9" name="Freeform 3909">
              <a:extLst>
                <a:ext uri="{FF2B5EF4-FFF2-40B4-BE49-F238E27FC236}">
                  <a16:creationId xmlns:a16="http://schemas.microsoft.com/office/drawing/2014/main" id="{F602279A-306E-4B0E-B197-E528F44D6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595"/>
              <a:ext cx="20" cy="23"/>
            </a:xfrm>
            <a:custGeom>
              <a:avLst/>
              <a:gdLst>
                <a:gd name="T0" fmla="*/ 0 w 10"/>
                <a:gd name="T1" fmla="*/ 100 h 11"/>
                <a:gd name="T2" fmla="*/ 8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1" y="6"/>
                    <a:pt x="4" y="1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0" name="Freeform 3910">
              <a:extLst>
                <a:ext uri="{FF2B5EF4-FFF2-40B4-BE49-F238E27FC236}">
                  <a16:creationId xmlns:a16="http://schemas.microsoft.com/office/drawing/2014/main" id="{CAF44938-4EF7-4776-880A-D56FE6202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660"/>
              <a:ext cx="22" cy="24"/>
            </a:xfrm>
            <a:custGeom>
              <a:avLst/>
              <a:gdLst>
                <a:gd name="T0" fmla="*/ 0 w 11"/>
                <a:gd name="T1" fmla="*/ 0 h 11"/>
                <a:gd name="T2" fmla="*/ 88 w 11"/>
                <a:gd name="T3" fmla="*/ 9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2" y="5"/>
                    <a:pt x="5" y="11"/>
                    <a:pt x="11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1" name="Freeform 3911">
              <a:extLst>
                <a:ext uri="{FF2B5EF4-FFF2-40B4-BE49-F238E27FC236}">
                  <a16:creationId xmlns:a16="http://schemas.microsoft.com/office/drawing/2014/main" id="{2680C631-6FBC-491C-924F-864A9772F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97"/>
              <a:ext cx="17" cy="8"/>
            </a:xfrm>
            <a:custGeom>
              <a:avLst/>
              <a:gdLst>
                <a:gd name="T0" fmla="*/ 0 w 9"/>
                <a:gd name="T1" fmla="*/ 0 h 4"/>
                <a:gd name="T2" fmla="*/ 60 w 9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3"/>
                    <a:pt x="6" y="4"/>
                    <a:pt x="9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2" name="Freeform 3912">
              <a:extLst>
                <a:ext uri="{FF2B5EF4-FFF2-40B4-BE49-F238E27FC236}">
                  <a16:creationId xmlns:a16="http://schemas.microsoft.com/office/drawing/2014/main" id="{CB95621E-2BF2-482F-AE6D-9907FC002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1716"/>
              <a:ext cx="18" cy="19"/>
            </a:xfrm>
            <a:custGeom>
              <a:avLst/>
              <a:gdLst>
                <a:gd name="T0" fmla="*/ 0 w 9"/>
                <a:gd name="T1" fmla="*/ 0 h 9"/>
                <a:gd name="T2" fmla="*/ 72 w 9"/>
                <a:gd name="T3" fmla="*/ 7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6"/>
                    <a:pt x="4" y="9"/>
                    <a:pt x="9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3" name="Freeform 3913">
              <a:extLst>
                <a:ext uri="{FF2B5EF4-FFF2-40B4-BE49-F238E27FC236}">
                  <a16:creationId xmlns:a16="http://schemas.microsoft.com/office/drawing/2014/main" id="{E736901E-F788-4B21-BA10-372747F95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675"/>
              <a:ext cx="18" cy="17"/>
            </a:xfrm>
            <a:custGeom>
              <a:avLst/>
              <a:gdLst>
                <a:gd name="T0" fmla="*/ 0 w 9"/>
                <a:gd name="T1" fmla="*/ 0 h 8"/>
                <a:gd name="T2" fmla="*/ 72 w 9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4"/>
                    <a:pt x="6" y="7"/>
                    <a:pt x="9" y="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4" name="Freeform 3914">
              <a:extLst>
                <a:ext uri="{FF2B5EF4-FFF2-40B4-BE49-F238E27FC236}">
                  <a16:creationId xmlns:a16="http://schemas.microsoft.com/office/drawing/2014/main" id="{F38EC539-5E48-4842-8D65-CEA06A8B0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694"/>
              <a:ext cx="18" cy="13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2"/>
                    <a:pt x="6" y="6"/>
                    <a:pt x="9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5" name="Freeform 3915">
              <a:extLst>
                <a:ext uri="{FF2B5EF4-FFF2-40B4-BE49-F238E27FC236}">
                  <a16:creationId xmlns:a16="http://schemas.microsoft.com/office/drawing/2014/main" id="{67893D4B-0AB4-47BC-A0BB-074C12AE7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1724"/>
              <a:ext cx="14" cy="28"/>
            </a:xfrm>
            <a:custGeom>
              <a:avLst/>
              <a:gdLst>
                <a:gd name="T0" fmla="*/ 56 w 7"/>
                <a:gd name="T1" fmla="*/ 0 h 13"/>
                <a:gd name="T2" fmla="*/ 16 w 7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2" y="3"/>
                    <a:pt x="0" y="8"/>
                    <a:pt x="2" y="1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6" name="Freeform 3916">
              <a:extLst>
                <a:ext uri="{FF2B5EF4-FFF2-40B4-BE49-F238E27FC236}">
                  <a16:creationId xmlns:a16="http://schemas.microsoft.com/office/drawing/2014/main" id="{A68D6311-751D-4896-A493-C1C31E674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792"/>
              <a:ext cx="22" cy="19"/>
            </a:xfrm>
            <a:custGeom>
              <a:avLst/>
              <a:gdLst>
                <a:gd name="T0" fmla="*/ 0 w 11"/>
                <a:gd name="T1" fmla="*/ 0 h 9"/>
                <a:gd name="T2" fmla="*/ 88 w 1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5" y="0"/>
                    <a:pt x="8" y="5"/>
                    <a:pt x="11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7" name="Freeform 3917">
              <a:extLst>
                <a:ext uri="{FF2B5EF4-FFF2-40B4-BE49-F238E27FC236}">
                  <a16:creationId xmlns:a16="http://schemas.microsoft.com/office/drawing/2014/main" id="{87542204-3556-4D38-88F0-D7DC8C23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741"/>
              <a:ext cx="30" cy="11"/>
            </a:xfrm>
            <a:custGeom>
              <a:avLst/>
              <a:gdLst>
                <a:gd name="T0" fmla="*/ 0 w 15"/>
                <a:gd name="T1" fmla="*/ 0 h 5"/>
                <a:gd name="T2" fmla="*/ 64 w 15"/>
                <a:gd name="T3" fmla="*/ 44 h 5"/>
                <a:gd name="T4" fmla="*/ 120 w 15"/>
                <a:gd name="T5" fmla="*/ 4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3" y="0"/>
                    <a:pt x="4" y="3"/>
                    <a:pt x="8" y="4"/>
                  </a:cubicBezTo>
                  <a:cubicBezTo>
                    <a:pt x="10" y="5"/>
                    <a:pt x="13" y="4"/>
                    <a:pt x="15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8" name="Freeform 3918">
              <a:extLst>
                <a:ext uri="{FF2B5EF4-FFF2-40B4-BE49-F238E27FC236}">
                  <a16:creationId xmlns:a16="http://schemas.microsoft.com/office/drawing/2014/main" id="{3413693F-F9C9-4A6F-9182-AAA3BC727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1537"/>
              <a:ext cx="18" cy="21"/>
            </a:xfrm>
            <a:custGeom>
              <a:avLst/>
              <a:gdLst>
                <a:gd name="T0" fmla="*/ 0 w 9"/>
                <a:gd name="T1" fmla="*/ 92 h 10"/>
                <a:gd name="T2" fmla="*/ 72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2" y="5"/>
                    <a:pt x="3" y="1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9" name="Freeform 3919">
              <a:extLst>
                <a:ext uri="{FF2B5EF4-FFF2-40B4-BE49-F238E27FC236}">
                  <a16:creationId xmlns:a16="http://schemas.microsoft.com/office/drawing/2014/main" id="{84DC0419-39D5-41DD-8DAE-E5BAB1DBE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556"/>
              <a:ext cx="22" cy="19"/>
            </a:xfrm>
            <a:custGeom>
              <a:avLst/>
              <a:gdLst>
                <a:gd name="T0" fmla="*/ 0 w 11"/>
                <a:gd name="T1" fmla="*/ 0 h 9"/>
                <a:gd name="T2" fmla="*/ 88 w 1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1" y="7"/>
                    <a:pt x="6" y="8"/>
                    <a:pt x="11" y="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0" name="Freeform 3920">
              <a:extLst>
                <a:ext uri="{FF2B5EF4-FFF2-40B4-BE49-F238E27FC236}">
                  <a16:creationId xmlns:a16="http://schemas.microsoft.com/office/drawing/2014/main" id="{EB49EDAA-0FFD-4162-93E8-015AE7AD7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529"/>
              <a:ext cx="24" cy="25"/>
            </a:xfrm>
            <a:custGeom>
              <a:avLst/>
              <a:gdLst>
                <a:gd name="T0" fmla="*/ 0 w 12"/>
                <a:gd name="T1" fmla="*/ 108 h 12"/>
                <a:gd name="T2" fmla="*/ 96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2" y="5"/>
                    <a:pt x="6" y="2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1" name="Freeform 3921">
              <a:extLst>
                <a:ext uri="{FF2B5EF4-FFF2-40B4-BE49-F238E27FC236}">
                  <a16:creationId xmlns:a16="http://schemas.microsoft.com/office/drawing/2014/main" id="{01864FAA-A231-41F9-A03A-43F72492A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1629"/>
              <a:ext cx="18" cy="21"/>
            </a:xfrm>
            <a:custGeom>
              <a:avLst/>
              <a:gdLst>
                <a:gd name="T0" fmla="*/ 0 w 9"/>
                <a:gd name="T1" fmla="*/ 0 h 10"/>
                <a:gd name="T2" fmla="*/ 72 w 9"/>
                <a:gd name="T3" fmla="*/ 5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4"/>
                    <a:pt x="5" y="10"/>
                    <a:pt x="9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2" name="Freeform 3922">
              <a:extLst>
                <a:ext uri="{FF2B5EF4-FFF2-40B4-BE49-F238E27FC236}">
                  <a16:creationId xmlns:a16="http://schemas.microsoft.com/office/drawing/2014/main" id="{C7AE26A8-85D6-4A36-8C98-8B24F6A08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595"/>
              <a:ext cx="12" cy="21"/>
            </a:xfrm>
            <a:custGeom>
              <a:avLst/>
              <a:gdLst>
                <a:gd name="T0" fmla="*/ 0 w 6"/>
                <a:gd name="T1" fmla="*/ 92 h 10"/>
                <a:gd name="T2" fmla="*/ 48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6"/>
                    <a:pt x="2" y="1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3" name="Freeform 3923">
              <a:extLst>
                <a:ext uri="{FF2B5EF4-FFF2-40B4-BE49-F238E27FC236}">
                  <a16:creationId xmlns:a16="http://schemas.microsoft.com/office/drawing/2014/main" id="{0D06C6B5-E815-4F15-831D-4071F04DF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556"/>
              <a:ext cx="20" cy="24"/>
            </a:xfrm>
            <a:custGeom>
              <a:avLst/>
              <a:gdLst>
                <a:gd name="T0" fmla="*/ 0 w 10"/>
                <a:gd name="T1" fmla="*/ 113 h 11"/>
                <a:gd name="T2" fmla="*/ 8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2" y="4"/>
                    <a:pt x="3" y="3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4" name="Freeform 3924">
              <a:extLst>
                <a:ext uri="{FF2B5EF4-FFF2-40B4-BE49-F238E27FC236}">
                  <a16:creationId xmlns:a16="http://schemas.microsoft.com/office/drawing/2014/main" id="{68C234E9-DF6E-481C-B300-C1229B61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503"/>
              <a:ext cx="18" cy="21"/>
            </a:xfrm>
            <a:custGeom>
              <a:avLst/>
              <a:gdLst>
                <a:gd name="T0" fmla="*/ 0 w 9"/>
                <a:gd name="T1" fmla="*/ 92 h 10"/>
                <a:gd name="T2" fmla="*/ 72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5"/>
                    <a:pt x="3" y="1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5" name="Freeform 3925">
              <a:extLst>
                <a:ext uri="{FF2B5EF4-FFF2-40B4-BE49-F238E27FC236}">
                  <a16:creationId xmlns:a16="http://schemas.microsoft.com/office/drawing/2014/main" id="{C2051C2D-99AD-420C-A9E3-FB0EC8799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586"/>
              <a:ext cx="24" cy="9"/>
            </a:xfrm>
            <a:custGeom>
              <a:avLst/>
              <a:gdLst>
                <a:gd name="T0" fmla="*/ 0 w 12"/>
                <a:gd name="T1" fmla="*/ 0 h 4"/>
                <a:gd name="T2" fmla="*/ 96 w 1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2"/>
                    <a:pt x="7" y="4"/>
                    <a:pt x="12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6" name="Freeform 3926">
              <a:extLst>
                <a:ext uri="{FF2B5EF4-FFF2-40B4-BE49-F238E27FC236}">
                  <a16:creationId xmlns:a16="http://schemas.microsoft.com/office/drawing/2014/main" id="{95205C46-7879-4699-99F2-4AFA53000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614"/>
              <a:ext cx="22" cy="32"/>
            </a:xfrm>
            <a:custGeom>
              <a:avLst/>
              <a:gdLst>
                <a:gd name="T0" fmla="*/ 0 w 11"/>
                <a:gd name="T1" fmla="*/ 145 h 15"/>
                <a:gd name="T2" fmla="*/ 88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3" y="9"/>
                    <a:pt x="4" y="3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7" name="Freeform 3927">
              <a:extLst>
                <a:ext uri="{FF2B5EF4-FFF2-40B4-BE49-F238E27FC236}">
                  <a16:creationId xmlns:a16="http://schemas.microsoft.com/office/drawing/2014/main" id="{8D2FC030-82A6-48CE-89F7-2DFBADE7C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1241"/>
              <a:ext cx="14" cy="22"/>
            </a:xfrm>
            <a:custGeom>
              <a:avLst/>
              <a:gdLst>
                <a:gd name="T0" fmla="*/ 0 w 7"/>
                <a:gd name="T1" fmla="*/ 88 h 10"/>
                <a:gd name="T2" fmla="*/ 56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8"/>
                  </a:moveTo>
                  <a:cubicBezTo>
                    <a:pt x="3" y="10"/>
                    <a:pt x="6" y="3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8" name="Freeform 3928">
              <a:extLst>
                <a:ext uri="{FF2B5EF4-FFF2-40B4-BE49-F238E27FC236}">
                  <a16:creationId xmlns:a16="http://schemas.microsoft.com/office/drawing/2014/main" id="{AF84CA83-45F6-4C05-BC92-5E7DB779C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44"/>
              <a:ext cx="95" cy="36"/>
            </a:xfrm>
            <a:custGeom>
              <a:avLst/>
              <a:gdLst>
                <a:gd name="T0" fmla="*/ 0 w 48"/>
                <a:gd name="T1" fmla="*/ 68 h 17"/>
                <a:gd name="T2" fmla="*/ 87 w 48"/>
                <a:gd name="T3" fmla="*/ 144 h 17"/>
                <a:gd name="T4" fmla="*/ 271 w 48"/>
                <a:gd name="T5" fmla="*/ 161 h 17"/>
                <a:gd name="T6" fmla="*/ 356 w 48"/>
                <a:gd name="T7" fmla="*/ 76 h 17"/>
                <a:gd name="T8" fmla="*/ 364 w 4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7"/>
                  </a:moveTo>
                  <a:cubicBezTo>
                    <a:pt x="2" y="12"/>
                    <a:pt x="6" y="15"/>
                    <a:pt x="11" y="15"/>
                  </a:cubicBezTo>
                  <a:cubicBezTo>
                    <a:pt x="19" y="16"/>
                    <a:pt x="27" y="17"/>
                    <a:pt x="35" y="17"/>
                  </a:cubicBezTo>
                  <a:cubicBezTo>
                    <a:pt x="42" y="17"/>
                    <a:pt x="44" y="15"/>
                    <a:pt x="46" y="8"/>
                  </a:cubicBezTo>
                  <a:cubicBezTo>
                    <a:pt x="48" y="5"/>
                    <a:pt x="47" y="3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9" name="Freeform 3929">
              <a:extLst>
                <a:ext uri="{FF2B5EF4-FFF2-40B4-BE49-F238E27FC236}">
                  <a16:creationId xmlns:a16="http://schemas.microsoft.com/office/drawing/2014/main" id="{AC267C8A-D1BB-44B0-892C-FB2EA89FF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1248"/>
              <a:ext cx="78" cy="34"/>
            </a:xfrm>
            <a:custGeom>
              <a:avLst/>
              <a:gdLst>
                <a:gd name="T0" fmla="*/ 0 w 39"/>
                <a:gd name="T1" fmla="*/ 96 h 16"/>
                <a:gd name="T2" fmla="*/ 64 w 39"/>
                <a:gd name="T3" fmla="*/ 104 h 16"/>
                <a:gd name="T4" fmla="*/ 248 w 39"/>
                <a:gd name="T5" fmla="*/ 136 h 16"/>
                <a:gd name="T6" fmla="*/ 296 w 39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6">
                  <a:moveTo>
                    <a:pt x="0" y="10"/>
                  </a:moveTo>
                  <a:cubicBezTo>
                    <a:pt x="0" y="12"/>
                    <a:pt x="7" y="11"/>
                    <a:pt x="8" y="11"/>
                  </a:cubicBezTo>
                  <a:cubicBezTo>
                    <a:pt x="15" y="12"/>
                    <a:pt x="24" y="16"/>
                    <a:pt x="31" y="14"/>
                  </a:cubicBezTo>
                  <a:cubicBezTo>
                    <a:pt x="39" y="13"/>
                    <a:pt x="35" y="5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0" name="Freeform 3930">
              <a:extLst>
                <a:ext uri="{FF2B5EF4-FFF2-40B4-BE49-F238E27FC236}">
                  <a16:creationId xmlns:a16="http://schemas.microsoft.com/office/drawing/2014/main" id="{1A9FF130-D576-4D1B-984C-277D37AFD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4" y="1273"/>
              <a:ext cx="64" cy="13"/>
            </a:xfrm>
            <a:custGeom>
              <a:avLst/>
              <a:gdLst>
                <a:gd name="T0" fmla="*/ 0 w 32"/>
                <a:gd name="T1" fmla="*/ 0 h 6"/>
                <a:gd name="T2" fmla="*/ 72 w 32"/>
                <a:gd name="T3" fmla="*/ 20 h 6"/>
                <a:gd name="T4" fmla="*/ 200 w 32"/>
                <a:gd name="T5" fmla="*/ 52 h 6"/>
                <a:gd name="T6" fmla="*/ 256 w 32"/>
                <a:gd name="T7" fmla="*/ 6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6">
                  <a:moveTo>
                    <a:pt x="0" y="0"/>
                  </a:moveTo>
                  <a:cubicBezTo>
                    <a:pt x="2" y="2"/>
                    <a:pt x="6" y="2"/>
                    <a:pt x="9" y="2"/>
                  </a:cubicBezTo>
                  <a:cubicBezTo>
                    <a:pt x="14" y="4"/>
                    <a:pt x="19" y="5"/>
                    <a:pt x="25" y="5"/>
                  </a:cubicBezTo>
                  <a:cubicBezTo>
                    <a:pt x="27" y="5"/>
                    <a:pt x="29" y="6"/>
                    <a:pt x="32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1" name="Freeform 3931">
              <a:extLst>
                <a:ext uri="{FF2B5EF4-FFF2-40B4-BE49-F238E27FC236}">
                  <a16:creationId xmlns:a16="http://schemas.microsoft.com/office/drawing/2014/main" id="{6895877B-A437-4DE0-B92E-925DFC70D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1284"/>
              <a:ext cx="58" cy="38"/>
            </a:xfrm>
            <a:custGeom>
              <a:avLst/>
              <a:gdLst>
                <a:gd name="T0" fmla="*/ 0 w 29"/>
                <a:gd name="T1" fmla="*/ 133 h 18"/>
                <a:gd name="T2" fmla="*/ 176 w 29"/>
                <a:gd name="T3" fmla="*/ 152 h 18"/>
                <a:gd name="T4" fmla="*/ 232 w 2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0" y="14"/>
                  </a:moveTo>
                  <a:cubicBezTo>
                    <a:pt x="5" y="17"/>
                    <a:pt x="16" y="18"/>
                    <a:pt x="22" y="16"/>
                  </a:cubicBezTo>
                  <a:cubicBezTo>
                    <a:pt x="28" y="13"/>
                    <a:pt x="29" y="6"/>
                    <a:pt x="2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2" name="Freeform 3932">
              <a:extLst>
                <a:ext uri="{FF2B5EF4-FFF2-40B4-BE49-F238E27FC236}">
                  <a16:creationId xmlns:a16="http://schemas.microsoft.com/office/drawing/2014/main" id="{EDDA0E36-2629-49F5-8390-A3C011792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1280"/>
              <a:ext cx="97" cy="38"/>
            </a:xfrm>
            <a:custGeom>
              <a:avLst/>
              <a:gdLst>
                <a:gd name="T0" fmla="*/ 0 w 49"/>
                <a:gd name="T1" fmla="*/ 144 h 18"/>
                <a:gd name="T2" fmla="*/ 188 w 49"/>
                <a:gd name="T3" fmla="*/ 152 h 18"/>
                <a:gd name="T4" fmla="*/ 356 w 49"/>
                <a:gd name="T5" fmla="*/ 133 h 18"/>
                <a:gd name="T6" fmla="*/ 372 w 49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8">
                  <a:moveTo>
                    <a:pt x="0" y="15"/>
                  </a:moveTo>
                  <a:cubicBezTo>
                    <a:pt x="8" y="15"/>
                    <a:pt x="16" y="15"/>
                    <a:pt x="24" y="16"/>
                  </a:cubicBezTo>
                  <a:cubicBezTo>
                    <a:pt x="28" y="16"/>
                    <a:pt x="43" y="18"/>
                    <a:pt x="46" y="14"/>
                  </a:cubicBezTo>
                  <a:cubicBezTo>
                    <a:pt x="49" y="10"/>
                    <a:pt x="46" y="4"/>
                    <a:pt x="4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3" name="Freeform 3933">
              <a:extLst>
                <a:ext uri="{FF2B5EF4-FFF2-40B4-BE49-F238E27FC236}">
                  <a16:creationId xmlns:a16="http://schemas.microsoft.com/office/drawing/2014/main" id="{A33351E1-8004-4C36-978A-0329828A0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" y="1310"/>
              <a:ext cx="84" cy="12"/>
            </a:xfrm>
            <a:custGeom>
              <a:avLst/>
              <a:gdLst>
                <a:gd name="T0" fmla="*/ 0 w 42"/>
                <a:gd name="T1" fmla="*/ 0 h 6"/>
                <a:gd name="T2" fmla="*/ 336 w 42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6">
                  <a:moveTo>
                    <a:pt x="0" y="0"/>
                  </a:moveTo>
                  <a:cubicBezTo>
                    <a:pt x="12" y="6"/>
                    <a:pt x="29" y="1"/>
                    <a:pt x="42" y="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4" name="Freeform 3934">
              <a:extLst>
                <a:ext uri="{FF2B5EF4-FFF2-40B4-BE49-F238E27FC236}">
                  <a16:creationId xmlns:a16="http://schemas.microsoft.com/office/drawing/2014/main" id="{92FAC4C9-C33A-42B3-9F67-AFAAE5560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1318"/>
              <a:ext cx="79" cy="66"/>
            </a:xfrm>
            <a:custGeom>
              <a:avLst/>
              <a:gdLst>
                <a:gd name="T0" fmla="*/ 0 w 40"/>
                <a:gd name="T1" fmla="*/ 258 h 31"/>
                <a:gd name="T2" fmla="*/ 117 w 40"/>
                <a:gd name="T3" fmla="*/ 281 h 31"/>
                <a:gd name="T4" fmla="*/ 231 w 40"/>
                <a:gd name="T5" fmla="*/ 281 h 31"/>
                <a:gd name="T6" fmla="*/ 277 w 4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0" y="27"/>
                  </a:moveTo>
                  <a:cubicBezTo>
                    <a:pt x="3" y="30"/>
                    <a:pt x="11" y="29"/>
                    <a:pt x="15" y="29"/>
                  </a:cubicBezTo>
                  <a:cubicBezTo>
                    <a:pt x="20" y="29"/>
                    <a:pt x="26" y="31"/>
                    <a:pt x="30" y="29"/>
                  </a:cubicBezTo>
                  <a:cubicBezTo>
                    <a:pt x="40" y="25"/>
                    <a:pt x="36" y="9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5" name="Freeform 3935">
              <a:extLst>
                <a:ext uri="{FF2B5EF4-FFF2-40B4-BE49-F238E27FC236}">
                  <a16:creationId xmlns:a16="http://schemas.microsoft.com/office/drawing/2014/main" id="{06A80B2B-EAFC-427C-984A-1D1DF05FD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1320"/>
              <a:ext cx="117" cy="55"/>
            </a:xfrm>
            <a:custGeom>
              <a:avLst/>
              <a:gdLst>
                <a:gd name="T0" fmla="*/ 8 w 59"/>
                <a:gd name="T1" fmla="*/ 220 h 26"/>
                <a:gd name="T2" fmla="*/ 0 w 59"/>
                <a:gd name="T3" fmla="*/ 220 h 26"/>
                <a:gd name="T4" fmla="*/ 272 w 59"/>
                <a:gd name="T5" fmla="*/ 237 h 26"/>
                <a:gd name="T6" fmla="*/ 420 w 59"/>
                <a:gd name="T7" fmla="*/ 209 h 26"/>
                <a:gd name="T8" fmla="*/ 452 w 5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6">
                  <a:moveTo>
                    <a:pt x="1" y="23"/>
                  </a:moveTo>
                  <a:cubicBezTo>
                    <a:pt x="1" y="23"/>
                    <a:pt x="0" y="23"/>
                    <a:pt x="0" y="23"/>
                  </a:cubicBezTo>
                  <a:cubicBezTo>
                    <a:pt x="11" y="24"/>
                    <a:pt x="23" y="25"/>
                    <a:pt x="35" y="25"/>
                  </a:cubicBezTo>
                  <a:cubicBezTo>
                    <a:pt x="41" y="26"/>
                    <a:pt x="49" y="26"/>
                    <a:pt x="54" y="22"/>
                  </a:cubicBezTo>
                  <a:cubicBezTo>
                    <a:pt x="59" y="18"/>
                    <a:pt x="58" y="6"/>
                    <a:pt x="5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6" name="Freeform 3936">
              <a:extLst>
                <a:ext uri="{FF2B5EF4-FFF2-40B4-BE49-F238E27FC236}">
                  <a16:creationId xmlns:a16="http://schemas.microsoft.com/office/drawing/2014/main" id="{350B81FC-2179-4142-89C1-07275612D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1363"/>
              <a:ext cx="52" cy="8"/>
            </a:xfrm>
            <a:custGeom>
              <a:avLst/>
              <a:gdLst>
                <a:gd name="T0" fmla="*/ 0 w 26"/>
                <a:gd name="T1" fmla="*/ 16 h 4"/>
                <a:gd name="T2" fmla="*/ 208 w 2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2"/>
                  </a:moveTo>
                  <a:cubicBezTo>
                    <a:pt x="5" y="0"/>
                    <a:pt x="19" y="3"/>
                    <a:pt x="26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7" name="Freeform 3937">
              <a:extLst>
                <a:ext uri="{FF2B5EF4-FFF2-40B4-BE49-F238E27FC236}">
                  <a16:creationId xmlns:a16="http://schemas.microsoft.com/office/drawing/2014/main" id="{6BABF520-A916-469D-9C2F-F7756412E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378"/>
              <a:ext cx="60" cy="59"/>
            </a:xfrm>
            <a:custGeom>
              <a:avLst/>
              <a:gdLst>
                <a:gd name="T0" fmla="*/ 0 w 30"/>
                <a:gd name="T1" fmla="*/ 213 h 28"/>
                <a:gd name="T2" fmla="*/ 192 w 30"/>
                <a:gd name="T3" fmla="*/ 213 h 28"/>
                <a:gd name="T4" fmla="*/ 224 w 30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8">
                  <a:moveTo>
                    <a:pt x="0" y="23"/>
                  </a:moveTo>
                  <a:cubicBezTo>
                    <a:pt x="7" y="23"/>
                    <a:pt x="18" y="28"/>
                    <a:pt x="24" y="23"/>
                  </a:cubicBezTo>
                  <a:cubicBezTo>
                    <a:pt x="30" y="18"/>
                    <a:pt x="28" y="7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8" name="Freeform 3938">
              <a:extLst>
                <a:ext uri="{FF2B5EF4-FFF2-40B4-BE49-F238E27FC236}">
                  <a16:creationId xmlns:a16="http://schemas.microsoft.com/office/drawing/2014/main" id="{46DD06D6-491E-492F-B492-19F972E1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556"/>
              <a:ext cx="67" cy="7"/>
            </a:xfrm>
            <a:custGeom>
              <a:avLst/>
              <a:gdLst>
                <a:gd name="T0" fmla="*/ 0 w 34"/>
                <a:gd name="T1" fmla="*/ 28 h 3"/>
                <a:gd name="T2" fmla="*/ 260 w 3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0" y="2"/>
                  </a:moveTo>
                  <a:cubicBezTo>
                    <a:pt x="14" y="3"/>
                    <a:pt x="29" y="3"/>
                    <a:pt x="3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9" name="Freeform 3939">
              <a:extLst>
                <a:ext uri="{FF2B5EF4-FFF2-40B4-BE49-F238E27FC236}">
                  <a16:creationId xmlns:a16="http://schemas.microsoft.com/office/drawing/2014/main" id="{893D63BA-C5D5-4C2A-8E89-AD0A5257B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624"/>
              <a:ext cx="46" cy="41"/>
            </a:xfrm>
            <a:custGeom>
              <a:avLst/>
              <a:gdLst>
                <a:gd name="T0" fmla="*/ 0 w 23"/>
                <a:gd name="T1" fmla="*/ 28 h 19"/>
                <a:gd name="T2" fmla="*/ 168 w 23"/>
                <a:gd name="T3" fmla="*/ 52 h 19"/>
                <a:gd name="T4" fmla="*/ 184 w 23"/>
                <a:gd name="T5" fmla="*/ 19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0" y="3"/>
                  </a:moveTo>
                  <a:cubicBezTo>
                    <a:pt x="12" y="0"/>
                    <a:pt x="19" y="2"/>
                    <a:pt x="21" y="5"/>
                  </a:cubicBezTo>
                  <a:cubicBezTo>
                    <a:pt x="23" y="7"/>
                    <a:pt x="23" y="19"/>
                    <a:pt x="23" y="1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0" name="Freeform 3940">
              <a:extLst>
                <a:ext uri="{FF2B5EF4-FFF2-40B4-BE49-F238E27FC236}">
                  <a16:creationId xmlns:a16="http://schemas.microsoft.com/office/drawing/2014/main" id="{D2193D81-087B-4DAC-A43B-7A1BA44BE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1373"/>
              <a:ext cx="77" cy="47"/>
            </a:xfrm>
            <a:custGeom>
              <a:avLst/>
              <a:gdLst>
                <a:gd name="T0" fmla="*/ 0 w 39"/>
                <a:gd name="T1" fmla="*/ 205 h 22"/>
                <a:gd name="T2" fmla="*/ 148 w 39"/>
                <a:gd name="T3" fmla="*/ 205 h 22"/>
                <a:gd name="T4" fmla="*/ 276 w 39"/>
                <a:gd name="T5" fmla="*/ 165 h 22"/>
                <a:gd name="T6" fmla="*/ 300 w 3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2">
                  <a:moveTo>
                    <a:pt x="0" y="21"/>
                  </a:moveTo>
                  <a:cubicBezTo>
                    <a:pt x="4" y="22"/>
                    <a:pt x="13" y="21"/>
                    <a:pt x="19" y="21"/>
                  </a:cubicBezTo>
                  <a:cubicBezTo>
                    <a:pt x="23" y="21"/>
                    <a:pt x="33" y="21"/>
                    <a:pt x="36" y="17"/>
                  </a:cubicBezTo>
                  <a:cubicBezTo>
                    <a:pt x="39" y="13"/>
                    <a:pt x="37" y="5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1" name="Freeform 3941">
              <a:extLst>
                <a:ext uri="{FF2B5EF4-FFF2-40B4-BE49-F238E27FC236}">
                  <a16:creationId xmlns:a16="http://schemas.microsoft.com/office/drawing/2014/main" id="{5904234C-3C23-4F3A-9906-B2E0F66A9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" y="1409"/>
              <a:ext cx="94" cy="11"/>
            </a:xfrm>
            <a:custGeom>
              <a:avLst/>
              <a:gdLst>
                <a:gd name="T0" fmla="*/ 0 w 47"/>
                <a:gd name="T1" fmla="*/ 9 h 5"/>
                <a:gd name="T2" fmla="*/ 264 w 47"/>
                <a:gd name="T3" fmla="*/ 20 h 5"/>
                <a:gd name="T4" fmla="*/ 376 w 47"/>
                <a:gd name="T5" fmla="*/ 4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5">
                  <a:moveTo>
                    <a:pt x="0" y="1"/>
                  </a:moveTo>
                  <a:cubicBezTo>
                    <a:pt x="10" y="1"/>
                    <a:pt x="22" y="0"/>
                    <a:pt x="33" y="2"/>
                  </a:cubicBezTo>
                  <a:cubicBezTo>
                    <a:pt x="37" y="2"/>
                    <a:pt x="43" y="5"/>
                    <a:pt x="47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2" name="Freeform 3942">
              <a:extLst>
                <a:ext uri="{FF2B5EF4-FFF2-40B4-BE49-F238E27FC236}">
                  <a16:creationId xmlns:a16="http://schemas.microsoft.com/office/drawing/2014/main" id="{A8576768-24C1-4C4E-8301-D8ACA4137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1420"/>
              <a:ext cx="107" cy="43"/>
            </a:xfrm>
            <a:custGeom>
              <a:avLst/>
              <a:gdLst>
                <a:gd name="T0" fmla="*/ 0 w 54"/>
                <a:gd name="T1" fmla="*/ 172 h 20"/>
                <a:gd name="T2" fmla="*/ 204 w 54"/>
                <a:gd name="T3" fmla="*/ 172 h 20"/>
                <a:gd name="T4" fmla="*/ 396 w 54"/>
                <a:gd name="T5" fmla="*/ 157 h 20"/>
                <a:gd name="T6" fmla="*/ 404 w 54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0">
                  <a:moveTo>
                    <a:pt x="0" y="17"/>
                  </a:moveTo>
                  <a:cubicBezTo>
                    <a:pt x="8" y="18"/>
                    <a:pt x="18" y="17"/>
                    <a:pt x="26" y="17"/>
                  </a:cubicBezTo>
                  <a:cubicBezTo>
                    <a:pt x="32" y="17"/>
                    <a:pt x="47" y="20"/>
                    <a:pt x="51" y="16"/>
                  </a:cubicBezTo>
                  <a:cubicBezTo>
                    <a:pt x="54" y="13"/>
                    <a:pt x="53" y="2"/>
                    <a:pt x="5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3" name="Freeform 3943">
              <a:extLst>
                <a:ext uri="{FF2B5EF4-FFF2-40B4-BE49-F238E27FC236}">
                  <a16:creationId xmlns:a16="http://schemas.microsoft.com/office/drawing/2014/main" id="{26C22886-ED33-4759-88ED-912470C03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422"/>
              <a:ext cx="90" cy="34"/>
            </a:xfrm>
            <a:custGeom>
              <a:avLst/>
              <a:gdLst>
                <a:gd name="T0" fmla="*/ 0 w 45"/>
                <a:gd name="T1" fmla="*/ 117 h 16"/>
                <a:gd name="T2" fmla="*/ 168 w 45"/>
                <a:gd name="T3" fmla="*/ 128 h 16"/>
                <a:gd name="T4" fmla="*/ 360 w 45"/>
                <a:gd name="T5" fmla="*/ 128 h 16"/>
                <a:gd name="T6" fmla="*/ 360 w 4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6">
                  <a:moveTo>
                    <a:pt x="0" y="12"/>
                  </a:moveTo>
                  <a:cubicBezTo>
                    <a:pt x="6" y="14"/>
                    <a:pt x="15" y="13"/>
                    <a:pt x="21" y="13"/>
                  </a:cubicBezTo>
                  <a:cubicBezTo>
                    <a:pt x="28" y="13"/>
                    <a:pt x="38" y="16"/>
                    <a:pt x="45" y="13"/>
                  </a:cubicBezTo>
                  <a:cubicBezTo>
                    <a:pt x="45" y="9"/>
                    <a:pt x="43" y="4"/>
                    <a:pt x="45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4" name="Freeform 3944">
              <a:extLst>
                <a:ext uri="{FF2B5EF4-FFF2-40B4-BE49-F238E27FC236}">
                  <a16:creationId xmlns:a16="http://schemas.microsoft.com/office/drawing/2014/main" id="{58D5B422-BAF2-498A-9025-79CF45E47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1452"/>
              <a:ext cx="20" cy="4"/>
            </a:xfrm>
            <a:custGeom>
              <a:avLst/>
              <a:gdLst>
                <a:gd name="T0" fmla="*/ 0 w 10"/>
                <a:gd name="T1" fmla="*/ 0 h 2"/>
                <a:gd name="T2" fmla="*/ 8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1"/>
                    <a:pt x="6" y="2"/>
                    <a:pt x="10" y="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5" name="Freeform 3945">
              <a:extLst>
                <a:ext uri="{FF2B5EF4-FFF2-40B4-BE49-F238E27FC236}">
                  <a16:creationId xmlns:a16="http://schemas.microsoft.com/office/drawing/2014/main" id="{D2AF8628-FF57-4F7F-BAA8-E7527DBE9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1454"/>
              <a:ext cx="115" cy="49"/>
            </a:xfrm>
            <a:custGeom>
              <a:avLst/>
              <a:gdLst>
                <a:gd name="T0" fmla="*/ 0 w 58"/>
                <a:gd name="T1" fmla="*/ 196 h 23"/>
                <a:gd name="T2" fmla="*/ 141 w 58"/>
                <a:gd name="T3" fmla="*/ 205 h 23"/>
                <a:gd name="T4" fmla="*/ 365 w 58"/>
                <a:gd name="T5" fmla="*/ 181 h 23"/>
                <a:gd name="T6" fmla="*/ 436 w 5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3">
                  <a:moveTo>
                    <a:pt x="0" y="20"/>
                  </a:moveTo>
                  <a:cubicBezTo>
                    <a:pt x="4" y="23"/>
                    <a:pt x="12" y="21"/>
                    <a:pt x="18" y="21"/>
                  </a:cubicBezTo>
                  <a:cubicBezTo>
                    <a:pt x="27" y="21"/>
                    <a:pt x="38" y="23"/>
                    <a:pt x="47" y="19"/>
                  </a:cubicBezTo>
                  <a:cubicBezTo>
                    <a:pt x="58" y="15"/>
                    <a:pt x="53" y="9"/>
                    <a:pt x="56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6" name="Freeform 3946">
              <a:extLst>
                <a:ext uri="{FF2B5EF4-FFF2-40B4-BE49-F238E27FC236}">
                  <a16:creationId xmlns:a16="http://schemas.microsoft.com/office/drawing/2014/main" id="{6BA00CF1-5A51-4716-A1C8-78269102A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1495"/>
              <a:ext cx="98" cy="6"/>
            </a:xfrm>
            <a:custGeom>
              <a:avLst/>
              <a:gdLst>
                <a:gd name="T0" fmla="*/ 0 w 49"/>
                <a:gd name="T1" fmla="*/ 0 h 3"/>
                <a:gd name="T2" fmla="*/ 48 w 49"/>
                <a:gd name="T3" fmla="*/ 0 h 3"/>
                <a:gd name="T4" fmla="*/ 248 w 49"/>
                <a:gd name="T5" fmla="*/ 16 h 3"/>
                <a:gd name="T6" fmla="*/ 392 w 49"/>
                <a:gd name="T7" fmla="*/ 24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">
                  <a:moveTo>
                    <a:pt x="0" y="0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15" y="0"/>
                    <a:pt x="23" y="2"/>
                    <a:pt x="31" y="2"/>
                  </a:cubicBezTo>
                  <a:cubicBezTo>
                    <a:pt x="37" y="3"/>
                    <a:pt x="43" y="3"/>
                    <a:pt x="49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7" name="Freeform 3947">
              <a:extLst>
                <a:ext uri="{FF2B5EF4-FFF2-40B4-BE49-F238E27FC236}">
                  <a16:creationId xmlns:a16="http://schemas.microsoft.com/office/drawing/2014/main" id="{505D865C-AA21-4520-8ECF-074208E37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1499"/>
              <a:ext cx="101" cy="38"/>
            </a:xfrm>
            <a:custGeom>
              <a:avLst/>
              <a:gdLst>
                <a:gd name="T0" fmla="*/ 0 w 51"/>
                <a:gd name="T1" fmla="*/ 133 h 18"/>
                <a:gd name="T2" fmla="*/ 141 w 51"/>
                <a:gd name="T3" fmla="*/ 144 h 18"/>
                <a:gd name="T4" fmla="*/ 341 w 51"/>
                <a:gd name="T5" fmla="*/ 144 h 18"/>
                <a:gd name="T6" fmla="*/ 380 w 5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8">
                  <a:moveTo>
                    <a:pt x="0" y="14"/>
                  </a:moveTo>
                  <a:cubicBezTo>
                    <a:pt x="5" y="16"/>
                    <a:pt x="13" y="14"/>
                    <a:pt x="18" y="15"/>
                  </a:cubicBezTo>
                  <a:cubicBezTo>
                    <a:pt x="26" y="16"/>
                    <a:pt x="36" y="18"/>
                    <a:pt x="44" y="15"/>
                  </a:cubicBezTo>
                  <a:cubicBezTo>
                    <a:pt x="51" y="13"/>
                    <a:pt x="49" y="6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8" name="Freeform 3948">
              <a:extLst>
                <a:ext uri="{FF2B5EF4-FFF2-40B4-BE49-F238E27FC236}">
                  <a16:creationId xmlns:a16="http://schemas.microsoft.com/office/drawing/2014/main" id="{7CBD8241-27D0-4FCE-AA44-77387EC84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1526"/>
              <a:ext cx="72" cy="9"/>
            </a:xfrm>
            <a:custGeom>
              <a:avLst/>
              <a:gdLst>
                <a:gd name="T0" fmla="*/ 0 w 36"/>
                <a:gd name="T1" fmla="*/ 11 h 4"/>
                <a:gd name="T2" fmla="*/ 288 w 3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">
                  <a:moveTo>
                    <a:pt x="0" y="1"/>
                  </a:moveTo>
                  <a:cubicBezTo>
                    <a:pt x="10" y="1"/>
                    <a:pt x="25" y="0"/>
                    <a:pt x="36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9" name="Freeform 3949">
              <a:extLst>
                <a:ext uri="{FF2B5EF4-FFF2-40B4-BE49-F238E27FC236}">
                  <a16:creationId xmlns:a16="http://schemas.microsoft.com/office/drawing/2014/main" id="{ABAF2722-1F95-409F-AFD1-ACD658D31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1531"/>
              <a:ext cx="20" cy="25"/>
            </a:xfrm>
            <a:custGeom>
              <a:avLst/>
              <a:gdLst>
                <a:gd name="T0" fmla="*/ 0 w 10"/>
                <a:gd name="T1" fmla="*/ 108 h 12"/>
                <a:gd name="T2" fmla="*/ 80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7" y="12"/>
                    <a:pt x="10" y="7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0" name="Freeform 3950">
              <a:extLst>
                <a:ext uri="{FF2B5EF4-FFF2-40B4-BE49-F238E27FC236}">
                  <a16:creationId xmlns:a16="http://schemas.microsoft.com/office/drawing/2014/main" id="{DA7255B0-9AA6-4083-9CCA-85384C303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1529"/>
              <a:ext cx="108" cy="44"/>
            </a:xfrm>
            <a:custGeom>
              <a:avLst/>
              <a:gdLst>
                <a:gd name="T0" fmla="*/ 0 w 54"/>
                <a:gd name="T1" fmla="*/ 109 h 21"/>
                <a:gd name="T2" fmla="*/ 160 w 54"/>
                <a:gd name="T3" fmla="*/ 149 h 21"/>
                <a:gd name="T4" fmla="*/ 368 w 54"/>
                <a:gd name="T5" fmla="*/ 168 h 21"/>
                <a:gd name="T6" fmla="*/ 416 w 5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1">
                  <a:moveTo>
                    <a:pt x="0" y="12"/>
                  </a:moveTo>
                  <a:cubicBezTo>
                    <a:pt x="3" y="18"/>
                    <a:pt x="15" y="15"/>
                    <a:pt x="20" y="16"/>
                  </a:cubicBezTo>
                  <a:cubicBezTo>
                    <a:pt x="27" y="16"/>
                    <a:pt x="39" y="21"/>
                    <a:pt x="46" y="18"/>
                  </a:cubicBezTo>
                  <a:cubicBezTo>
                    <a:pt x="54" y="16"/>
                    <a:pt x="51" y="7"/>
                    <a:pt x="52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1" name="Freeform 3951">
              <a:extLst>
                <a:ext uri="{FF2B5EF4-FFF2-40B4-BE49-F238E27FC236}">
                  <a16:creationId xmlns:a16="http://schemas.microsoft.com/office/drawing/2014/main" id="{752A2152-F511-45FB-B7F6-1998AF3E1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1563"/>
              <a:ext cx="44" cy="2"/>
            </a:xfrm>
            <a:custGeom>
              <a:avLst/>
              <a:gdLst>
                <a:gd name="T0" fmla="*/ 0 w 22"/>
                <a:gd name="T1" fmla="*/ 0 h 1"/>
                <a:gd name="T2" fmla="*/ 176 w 2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cubicBezTo>
                    <a:pt x="7" y="1"/>
                    <a:pt x="15" y="1"/>
                    <a:pt x="22" y="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2" name="Freeform 3952">
              <a:extLst>
                <a:ext uri="{FF2B5EF4-FFF2-40B4-BE49-F238E27FC236}">
                  <a16:creationId xmlns:a16="http://schemas.microsoft.com/office/drawing/2014/main" id="{C821A0EC-1D3B-4682-990B-F024CECE9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565"/>
              <a:ext cx="89" cy="38"/>
            </a:xfrm>
            <a:custGeom>
              <a:avLst/>
              <a:gdLst>
                <a:gd name="T0" fmla="*/ 0 w 45"/>
                <a:gd name="T1" fmla="*/ 152 h 18"/>
                <a:gd name="T2" fmla="*/ 148 w 45"/>
                <a:gd name="T3" fmla="*/ 144 h 18"/>
                <a:gd name="T4" fmla="*/ 301 w 45"/>
                <a:gd name="T5" fmla="*/ 152 h 18"/>
                <a:gd name="T6" fmla="*/ 340 w 4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8">
                  <a:moveTo>
                    <a:pt x="0" y="16"/>
                  </a:moveTo>
                  <a:cubicBezTo>
                    <a:pt x="6" y="17"/>
                    <a:pt x="12" y="15"/>
                    <a:pt x="19" y="15"/>
                  </a:cubicBezTo>
                  <a:cubicBezTo>
                    <a:pt x="25" y="16"/>
                    <a:pt x="34" y="18"/>
                    <a:pt x="39" y="16"/>
                  </a:cubicBezTo>
                  <a:cubicBezTo>
                    <a:pt x="45" y="14"/>
                    <a:pt x="44" y="6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3" name="Freeform 3953">
              <a:extLst>
                <a:ext uri="{FF2B5EF4-FFF2-40B4-BE49-F238E27FC236}">
                  <a16:creationId xmlns:a16="http://schemas.microsoft.com/office/drawing/2014/main" id="{F7CE708A-AC19-4816-876A-BDCA6BA18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1599"/>
              <a:ext cx="90" cy="8"/>
            </a:xfrm>
            <a:custGeom>
              <a:avLst/>
              <a:gdLst>
                <a:gd name="T0" fmla="*/ 0 w 45"/>
                <a:gd name="T1" fmla="*/ 0 h 4"/>
                <a:gd name="T2" fmla="*/ 360 w 4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4">
                  <a:moveTo>
                    <a:pt x="0" y="0"/>
                  </a:moveTo>
                  <a:cubicBezTo>
                    <a:pt x="15" y="4"/>
                    <a:pt x="31" y="3"/>
                    <a:pt x="45" y="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4" name="Freeform 3954">
              <a:extLst>
                <a:ext uri="{FF2B5EF4-FFF2-40B4-BE49-F238E27FC236}">
                  <a16:creationId xmlns:a16="http://schemas.microsoft.com/office/drawing/2014/main" id="{C53191F6-DB49-49F2-B800-A5E6B00A7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1603"/>
              <a:ext cx="87" cy="36"/>
            </a:xfrm>
            <a:custGeom>
              <a:avLst/>
              <a:gdLst>
                <a:gd name="T0" fmla="*/ 0 w 44"/>
                <a:gd name="T1" fmla="*/ 112 h 17"/>
                <a:gd name="T2" fmla="*/ 156 w 44"/>
                <a:gd name="T3" fmla="*/ 136 h 17"/>
                <a:gd name="T4" fmla="*/ 301 w 44"/>
                <a:gd name="T5" fmla="*/ 125 h 17"/>
                <a:gd name="T6" fmla="*/ 340 w 4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7">
                  <a:moveTo>
                    <a:pt x="0" y="12"/>
                  </a:moveTo>
                  <a:cubicBezTo>
                    <a:pt x="6" y="14"/>
                    <a:pt x="14" y="13"/>
                    <a:pt x="20" y="14"/>
                  </a:cubicBezTo>
                  <a:cubicBezTo>
                    <a:pt x="26" y="15"/>
                    <a:pt x="34" y="17"/>
                    <a:pt x="39" y="13"/>
                  </a:cubicBezTo>
                  <a:cubicBezTo>
                    <a:pt x="43" y="11"/>
                    <a:pt x="43" y="4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5" name="Freeform 3955">
              <a:extLst>
                <a:ext uri="{FF2B5EF4-FFF2-40B4-BE49-F238E27FC236}">
                  <a16:creationId xmlns:a16="http://schemas.microsoft.com/office/drawing/2014/main" id="{6F869B76-5702-499A-991F-E361F1756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8" y="1629"/>
              <a:ext cx="88" cy="10"/>
            </a:xfrm>
            <a:custGeom>
              <a:avLst/>
              <a:gdLst>
                <a:gd name="T0" fmla="*/ 0 w 44"/>
                <a:gd name="T1" fmla="*/ 0 h 5"/>
                <a:gd name="T2" fmla="*/ 224 w 44"/>
                <a:gd name="T3" fmla="*/ 24 h 5"/>
                <a:gd name="T4" fmla="*/ 352 w 4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">
                  <a:moveTo>
                    <a:pt x="0" y="0"/>
                  </a:moveTo>
                  <a:cubicBezTo>
                    <a:pt x="8" y="3"/>
                    <a:pt x="19" y="2"/>
                    <a:pt x="28" y="3"/>
                  </a:cubicBezTo>
                  <a:cubicBezTo>
                    <a:pt x="32" y="3"/>
                    <a:pt x="39" y="5"/>
                    <a:pt x="44" y="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6" name="Freeform 3956">
              <a:extLst>
                <a:ext uri="{FF2B5EF4-FFF2-40B4-BE49-F238E27FC236}">
                  <a16:creationId xmlns:a16="http://schemas.microsoft.com/office/drawing/2014/main" id="{C3C6DCDC-E641-417D-B41A-66026DC03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1635"/>
              <a:ext cx="6" cy="38"/>
            </a:xfrm>
            <a:custGeom>
              <a:avLst/>
              <a:gdLst>
                <a:gd name="T0" fmla="*/ 24 w 3"/>
                <a:gd name="T1" fmla="*/ 0 h 18"/>
                <a:gd name="T2" fmla="*/ 0 w 3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3" y="6"/>
                    <a:pt x="3" y="13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7" name="Freeform 3957">
              <a:extLst>
                <a:ext uri="{FF2B5EF4-FFF2-40B4-BE49-F238E27FC236}">
                  <a16:creationId xmlns:a16="http://schemas.microsoft.com/office/drawing/2014/main" id="{4254829E-3B41-4D71-A603-78A78B71B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032"/>
              <a:ext cx="40" cy="96"/>
            </a:xfrm>
            <a:custGeom>
              <a:avLst/>
              <a:gdLst>
                <a:gd name="T0" fmla="*/ 64 w 20"/>
                <a:gd name="T1" fmla="*/ 0 h 45"/>
                <a:gd name="T2" fmla="*/ 32 w 20"/>
                <a:gd name="T3" fmla="*/ 361 h 45"/>
                <a:gd name="T4" fmla="*/ 160 w 20"/>
                <a:gd name="T5" fmla="*/ 4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5">
                  <a:moveTo>
                    <a:pt x="8" y="0"/>
                  </a:moveTo>
                  <a:cubicBezTo>
                    <a:pt x="3" y="14"/>
                    <a:pt x="0" y="29"/>
                    <a:pt x="4" y="37"/>
                  </a:cubicBezTo>
                  <a:cubicBezTo>
                    <a:pt x="8" y="45"/>
                    <a:pt x="20" y="42"/>
                    <a:pt x="20" y="4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8" name="Freeform 3958">
              <a:extLst>
                <a:ext uri="{FF2B5EF4-FFF2-40B4-BE49-F238E27FC236}">
                  <a16:creationId xmlns:a16="http://schemas.microsoft.com/office/drawing/2014/main" id="{E074F714-06FA-4F58-814F-3A3129D70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115"/>
              <a:ext cx="38" cy="87"/>
            </a:xfrm>
            <a:custGeom>
              <a:avLst/>
              <a:gdLst>
                <a:gd name="T0" fmla="*/ 72 w 19"/>
                <a:gd name="T1" fmla="*/ 0 h 41"/>
                <a:gd name="T2" fmla="*/ 8 w 19"/>
                <a:gd name="T3" fmla="*/ 356 h 41"/>
                <a:gd name="T4" fmla="*/ 152 w 19"/>
                <a:gd name="T5" fmla="*/ 37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1">
                  <a:moveTo>
                    <a:pt x="9" y="0"/>
                  </a:moveTo>
                  <a:cubicBezTo>
                    <a:pt x="4" y="18"/>
                    <a:pt x="0" y="33"/>
                    <a:pt x="1" y="37"/>
                  </a:cubicBezTo>
                  <a:cubicBezTo>
                    <a:pt x="2" y="41"/>
                    <a:pt x="19" y="39"/>
                    <a:pt x="19" y="3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9" name="Freeform 3959">
              <a:extLst>
                <a:ext uri="{FF2B5EF4-FFF2-40B4-BE49-F238E27FC236}">
                  <a16:creationId xmlns:a16="http://schemas.microsoft.com/office/drawing/2014/main" id="{901882E5-4299-430B-938D-7EA59345A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194"/>
              <a:ext cx="4" cy="59"/>
            </a:xfrm>
            <a:custGeom>
              <a:avLst/>
              <a:gdLst>
                <a:gd name="T0" fmla="*/ 16 w 2"/>
                <a:gd name="T1" fmla="*/ 0 h 28"/>
                <a:gd name="T2" fmla="*/ 0 w 2"/>
                <a:gd name="T3" fmla="*/ 26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8">
                  <a:moveTo>
                    <a:pt x="2" y="0"/>
                  </a:moveTo>
                  <a:cubicBezTo>
                    <a:pt x="0" y="9"/>
                    <a:pt x="0" y="28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0" name="Freeform 3960">
              <a:extLst>
                <a:ext uri="{FF2B5EF4-FFF2-40B4-BE49-F238E27FC236}">
                  <a16:creationId xmlns:a16="http://schemas.microsoft.com/office/drawing/2014/main" id="{479357E4-6A84-4DFF-ABFA-921158565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3036"/>
              <a:ext cx="37" cy="113"/>
            </a:xfrm>
            <a:custGeom>
              <a:avLst/>
              <a:gdLst>
                <a:gd name="T0" fmla="*/ 60 w 19"/>
                <a:gd name="T1" fmla="*/ 0 h 53"/>
                <a:gd name="T2" fmla="*/ 31 w 19"/>
                <a:gd name="T3" fmla="*/ 446 h 53"/>
                <a:gd name="T4" fmla="*/ 140 w 19"/>
                <a:gd name="T5" fmla="*/ 51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8" y="0"/>
                  </a:moveTo>
                  <a:cubicBezTo>
                    <a:pt x="6" y="9"/>
                    <a:pt x="0" y="41"/>
                    <a:pt x="4" y="46"/>
                  </a:cubicBezTo>
                  <a:cubicBezTo>
                    <a:pt x="8" y="50"/>
                    <a:pt x="19" y="53"/>
                    <a:pt x="19" y="5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1" name="Freeform 3961">
              <a:extLst>
                <a:ext uri="{FF2B5EF4-FFF2-40B4-BE49-F238E27FC236}">
                  <a16:creationId xmlns:a16="http://schemas.microsoft.com/office/drawing/2014/main" id="{467ADB5F-2E75-4584-8530-D7A33CF15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134"/>
              <a:ext cx="29" cy="100"/>
            </a:xfrm>
            <a:custGeom>
              <a:avLst/>
              <a:gdLst>
                <a:gd name="T0" fmla="*/ 52 w 15"/>
                <a:gd name="T1" fmla="*/ 0 h 47"/>
                <a:gd name="T2" fmla="*/ 0 w 15"/>
                <a:gd name="T3" fmla="*/ 377 h 47"/>
                <a:gd name="T4" fmla="*/ 108 w 15"/>
                <a:gd name="T5" fmla="*/ 43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7">
                  <a:moveTo>
                    <a:pt x="7" y="0"/>
                  </a:moveTo>
                  <a:cubicBezTo>
                    <a:pt x="4" y="15"/>
                    <a:pt x="0" y="31"/>
                    <a:pt x="0" y="39"/>
                  </a:cubicBezTo>
                  <a:cubicBezTo>
                    <a:pt x="1" y="47"/>
                    <a:pt x="15" y="45"/>
                    <a:pt x="15" y="4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2" name="Freeform 3962">
              <a:extLst>
                <a:ext uri="{FF2B5EF4-FFF2-40B4-BE49-F238E27FC236}">
                  <a16:creationId xmlns:a16="http://schemas.microsoft.com/office/drawing/2014/main" id="{E270A50D-0B65-4DF6-94BE-1DDEE75CC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226"/>
              <a:ext cx="6" cy="34"/>
            </a:xfrm>
            <a:custGeom>
              <a:avLst/>
              <a:gdLst>
                <a:gd name="T0" fmla="*/ 24 w 3"/>
                <a:gd name="T1" fmla="*/ 0 h 16"/>
                <a:gd name="T2" fmla="*/ 0 w 3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1" y="8"/>
                    <a:pt x="0" y="16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3" name="Freeform 3963">
              <a:extLst>
                <a:ext uri="{FF2B5EF4-FFF2-40B4-BE49-F238E27FC236}">
                  <a16:creationId xmlns:a16="http://schemas.microsoft.com/office/drawing/2014/main" id="{80254A84-98F9-442A-B8A0-68A1A8F9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047"/>
              <a:ext cx="38" cy="102"/>
            </a:xfrm>
            <a:custGeom>
              <a:avLst/>
              <a:gdLst>
                <a:gd name="T0" fmla="*/ 64 w 19"/>
                <a:gd name="T1" fmla="*/ 0 h 48"/>
                <a:gd name="T2" fmla="*/ 16 w 19"/>
                <a:gd name="T3" fmla="*/ 393 h 48"/>
                <a:gd name="T4" fmla="*/ 152 w 19"/>
                <a:gd name="T5" fmla="*/ 4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8">
                  <a:moveTo>
                    <a:pt x="8" y="0"/>
                  </a:moveTo>
                  <a:cubicBezTo>
                    <a:pt x="0" y="13"/>
                    <a:pt x="1" y="34"/>
                    <a:pt x="2" y="41"/>
                  </a:cubicBezTo>
                  <a:cubicBezTo>
                    <a:pt x="3" y="48"/>
                    <a:pt x="19" y="48"/>
                    <a:pt x="19" y="4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4" name="Freeform 3964">
              <a:extLst>
                <a:ext uri="{FF2B5EF4-FFF2-40B4-BE49-F238E27FC236}">
                  <a16:creationId xmlns:a16="http://schemas.microsoft.com/office/drawing/2014/main" id="{8D5870A0-1BD7-4F31-98C6-6D9B12512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139"/>
              <a:ext cx="32" cy="93"/>
            </a:xfrm>
            <a:custGeom>
              <a:avLst/>
              <a:gdLst>
                <a:gd name="T0" fmla="*/ 64 w 16"/>
                <a:gd name="T1" fmla="*/ 0 h 44"/>
                <a:gd name="T2" fmla="*/ 8 w 16"/>
                <a:gd name="T3" fmla="*/ 340 h 44"/>
                <a:gd name="T4" fmla="*/ 128 w 16"/>
                <a:gd name="T5" fmla="*/ 4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4">
                  <a:moveTo>
                    <a:pt x="8" y="0"/>
                  </a:moveTo>
                  <a:cubicBezTo>
                    <a:pt x="3" y="14"/>
                    <a:pt x="0" y="32"/>
                    <a:pt x="1" y="36"/>
                  </a:cubicBezTo>
                  <a:cubicBezTo>
                    <a:pt x="2" y="41"/>
                    <a:pt x="16" y="44"/>
                    <a:pt x="16" y="4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5" name="Freeform 3965">
              <a:extLst>
                <a:ext uri="{FF2B5EF4-FFF2-40B4-BE49-F238E27FC236}">
                  <a16:creationId xmlns:a16="http://schemas.microsoft.com/office/drawing/2014/main" id="{F82BB8FC-E7BD-4B5F-B472-649C63F88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219"/>
              <a:ext cx="4" cy="32"/>
            </a:xfrm>
            <a:custGeom>
              <a:avLst/>
              <a:gdLst>
                <a:gd name="T0" fmla="*/ 16 w 2"/>
                <a:gd name="T1" fmla="*/ 0 h 15"/>
                <a:gd name="T2" fmla="*/ 0 w 2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1" y="7"/>
                    <a:pt x="0" y="15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6" name="Freeform 3966">
              <a:extLst>
                <a:ext uri="{FF2B5EF4-FFF2-40B4-BE49-F238E27FC236}">
                  <a16:creationId xmlns:a16="http://schemas.microsoft.com/office/drawing/2014/main" id="{C88D7950-836D-4ADB-BEF8-CE1F631FB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3019"/>
              <a:ext cx="32" cy="77"/>
            </a:xfrm>
            <a:custGeom>
              <a:avLst/>
              <a:gdLst>
                <a:gd name="T0" fmla="*/ 48 w 16"/>
                <a:gd name="T1" fmla="*/ 0 h 36"/>
                <a:gd name="T2" fmla="*/ 32 w 16"/>
                <a:gd name="T3" fmla="*/ 325 h 36"/>
                <a:gd name="T4" fmla="*/ 128 w 16"/>
                <a:gd name="T5" fmla="*/ 334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6">
                  <a:moveTo>
                    <a:pt x="6" y="0"/>
                  </a:moveTo>
                  <a:cubicBezTo>
                    <a:pt x="0" y="17"/>
                    <a:pt x="0" y="30"/>
                    <a:pt x="4" y="33"/>
                  </a:cubicBezTo>
                  <a:cubicBezTo>
                    <a:pt x="8" y="36"/>
                    <a:pt x="16" y="34"/>
                    <a:pt x="16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7" name="Freeform 3967">
              <a:extLst>
                <a:ext uri="{FF2B5EF4-FFF2-40B4-BE49-F238E27FC236}">
                  <a16:creationId xmlns:a16="http://schemas.microsoft.com/office/drawing/2014/main" id="{2BBE2752-63B8-4A46-9A76-B26C409A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081"/>
              <a:ext cx="36" cy="119"/>
            </a:xfrm>
            <a:custGeom>
              <a:avLst/>
              <a:gdLst>
                <a:gd name="T0" fmla="*/ 72 w 18"/>
                <a:gd name="T1" fmla="*/ 0 h 56"/>
                <a:gd name="T2" fmla="*/ 16 w 18"/>
                <a:gd name="T3" fmla="*/ 393 h 56"/>
                <a:gd name="T4" fmla="*/ 144 w 18"/>
                <a:gd name="T5" fmla="*/ 47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6">
                  <a:moveTo>
                    <a:pt x="9" y="0"/>
                  </a:moveTo>
                  <a:cubicBezTo>
                    <a:pt x="6" y="18"/>
                    <a:pt x="0" y="27"/>
                    <a:pt x="2" y="41"/>
                  </a:cubicBezTo>
                  <a:cubicBezTo>
                    <a:pt x="4" y="56"/>
                    <a:pt x="18" y="49"/>
                    <a:pt x="18" y="49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8" name="Freeform 3968">
              <a:extLst>
                <a:ext uri="{FF2B5EF4-FFF2-40B4-BE49-F238E27FC236}">
                  <a16:creationId xmlns:a16="http://schemas.microsoft.com/office/drawing/2014/main" id="{B9D2DF05-0D77-4074-B55C-73E0DE58C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3177"/>
              <a:ext cx="10" cy="72"/>
            </a:xfrm>
            <a:custGeom>
              <a:avLst/>
              <a:gdLst>
                <a:gd name="T0" fmla="*/ 40 w 5"/>
                <a:gd name="T1" fmla="*/ 0 h 34"/>
                <a:gd name="T2" fmla="*/ 0 w 5"/>
                <a:gd name="T3" fmla="*/ 3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4">
                  <a:moveTo>
                    <a:pt x="5" y="0"/>
                  </a:moveTo>
                  <a:cubicBezTo>
                    <a:pt x="1" y="14"/>
                    <a:pt x="0" y="34"/>
                    <a:pt x="0" y="3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9" name="Freeform 3969">
              <a:extLst>
                <a:ext uri="{FF2B5EF4-FFF2-40B4-BE49-F238E27FC236}">
                  <a16:creationId xmlns:a16="http://schemas.microsoft.com/office/drawing/2014/main" id="{AAF0CB85-95CE-488D-A64E-B34B19C2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036"/>
              <a:ext cx="32" cy="94"/>
            </a:xfrm>
            <a:custGeom>
              <a:avLst/>
              <a:gdLst>
                <a:gd name="T0" fmla="*/ 64 w 16"/>
                <a:gd name="T1" fmla="*/ 0 h 44"/>
                <a:gd name="T2" fmla="*/ 32 w 16"/>
                <a:gd name="T3" fmla="*/ 370 h 44"/>
                <a:gd name="T4" fmla="*/ 128 w 16"/>
                <a:gd name="T5" fmla="*/ 42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4">
                  <a:moveTo>
                    <a:pt x="8" y="0"/>
                  </a:moveTo>
                  <a:cubicBezTo>
                    <a:pt x="4" y="16"/>
                    <a:pt x="0" y="32"/>
                    <a:pt x="4" y="38"/>
                  </a:cubicBezTo>
                  <a:cubicBezTo>
                    <a:pt x="8" y="44"/>
                    <a:pt x="16" y="44"/>
                    <a:pt x="16" y="44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0" name="Freeform 3970">
              <a:extLst>
                <a:ext uri="{FF2B5EF4-FFF2-40B4-BE49-F238E27FC236}">
                  <a16:creationId xmlns:a16="http://schemas.microsoft.com/office/drawing/2014/main" id="{471F29F9-ED89-4CA5-B9F8-78DDCC23B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113"/>
              <a:ext cx="34" cy="98"/>
            </a:xfrm>
            <a:custGeom>
              <a:avLst/>
              <a:gdLst>
                <a:gd name="T0" fmla="*/ 72 w 17"/>
                <a:gd name="T1" fmla="*/ 0 h 46"/>
                <a:gd name="T2" fmla="*/ 16 w 17"/>
                <a:gd name="T3" fmla="*/ 232 h 46"/>
                <a:gd name="T4" fmla="*/ 16 w 17"/>
                <a:gd name="T5" fmla="*/ 369 h 46"/>
                <a:gd name="T6" fmla="*/ 136 w 17"/>
                <a:gd name="T7" fmla="*/ 44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6">
                  <a:moveTo>
                    <a:pt x="9" y="0"/>
                  </a:moveTo>
                  <a:cubicBezTo>
                    <a:pt x="5" y="7"/>
                    <a:pt x="4" y="16"/>
                    <a:pt x="2" y="24"/>
                  </a:cubicBezTo>
                  <a:cubicBezTo>
                    <a:pt x="1" y="29"/>
                    <a:pt x="0" y="33"/>
                    <a:pt x="2" y="38"/>
                  </a:cubicBezTo>
                  <a:cubicBezTo>
                    <a:pt x="4" y="46"/>
                    <a:pt x="11" y="44"/>
                    <a:pt x="17" y="46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1" name="Freeform 3971">
              <a:extLst>
                <a:ext uri="{FF2B5EF4-FFF2-40B4-BE49-F238E27FC236}">
                  <a16:creationId xmlns:a16="http://schemas.microsoft.com/office/drawing/2014/main" id="{01905DE4-90DE-46C6-8B74-0CC9081A6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3196"/>
              <a:ext cx="14" cy="57"/>
            </a:xfrm>
            <a:custGeom>
              <a:avLst/>
              <a:gdLst>
                <a:gd name="T0" fmla="*/ 56 w 7"/>
                <a:gd name="T1" fmla="*/ 0 h 27"/>
                <a:gd name="T2" fmla="*/ 0 w 7"/>
                <a:gd name="T3" fmla="*/ 25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7" y="0"/>
                  </a:moveTo>
                  <a:cubicBezTo>
                    <a:pt x="2" y="8"/>
                    <a:pt x="1" y="19"/>
                    <a:pt x="0" y="27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2" name="Freeform 3972">
              <a:extLst>
                <a:ext uri="{FF2B5EF4-FFF2-40B4-BE49-F238E27FC236}">
                  <a16:creationId xmlns:a16="http://schemas.microsoft.com/office/drawing/2014/main" id="{9B400CC1-08DB-41AA-ABAD-5F974FEFE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019"/>
              <a:ext cx="42" cy="68"/>
            </a:xfrm>
            <a:custGeom>
              <a:avLst/>
              <a:gdLst>
                <a:gd name="T0" fmla="*/ 80 w 21"/>
                <a:gd name="T1" fmla="*/ 0 h 32"/>
                <a:gd name="T2" fmla="*/ 40 w 21"/>
                <a:gd name="T3" fmla="*/ 257 h 32"/>
                <a:gd name="T4" fmla="*/ 168 w 21"/>
                <a:gd name="T5" fmla="*/ 30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2">
                  <a:moveTo>
                    <a:pt x="10" y="0"/>
                  </a:moveTo>
                  <a:cubicBezTo>
                    <a:pt x="9" y="7"/>
                    <a:pt x="0" y="21"/>
                    <a:pt x="5" y="27"/>
                  </a:cubicBezTo>
                  <a:cubicBezTo>
                    <a:pt x="8" y="31"/>
                    <a:pt x="17" y="32"/>
                    <a:pt x="21" y="3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3" name="Freeform 3973">
              <a:extLst>
                <a:ext uri="{FF2B5EF4-FFF2-40B4-BE49-F238E27FC236}">
                  <a16:creationId xmlns:a16="http://schemas.microsoft.com/office/drawing/2014/main" id="{4A4201EF-75B5-4404-A3DA-CB410653D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3079"/>
              <a:ext cx="34" cy="87"/>
            </a:xfrm>
            <a:custGeom>
              <a:avLst/>
              <a:gdLst>
                <a:gd name="T0" fmla="*/ 72 w 17"/>
                <a:gd name="T1" fmla="*/ 0 h 41"/>
                <a:gd name="T2" fmla="*/ 40 w 17"/>
                <a:gd name="T3" fmla="*/ 153 h 41"/>
                <a:gd name="T4" fmla="*/ 16 w 17"/>
                <a:gd name="T5" fmla="*/ 342 h 41"/>
                <a:gd name="T6" fmla="*/ 136 w 17"/>
                <a:gd name="T7" fmla="*/ 39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9" y="0"/>
                  </a:moveTo>
                  <a:cubicBezTo>
                    <a:pt x="8" y="5"/>
                    <a:pt x="6" y="11"/>
                    <a:pt x="5" y="16"/>
                  </a:cubicBezTo>
                  <a:cubicBezTo>
                    <a:pt x="4" y="21"/>
                    <a:pt x="0" y="31"/>
                    <a:pt x="2" y="36"/>
                  </a:cubicBezTo>
                  <a:cubicBezTo>
                    <a:pt x="5" y="40"/>
                    <a:pt x="12" y="39"/>
                    <a:pt x="17" y="41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4" name="Freeform 3974">
              <a:extLst>
                <a:ext uri="{FF2B5EF4-FFF2-40B4-BE49-F238E27FC236}">
                  <a16:creationId xmlns:a16="http://schemas.microsoft.com/office/drawing/2014/main" id="{B2A46CC0-DF7A-48F7-B25F-0EE8F5832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3158"/>
              <a:ext cx="14" cy="91"/>
            </a:xfrm>
            <a:custGeom>
              <a:avLst/>
              <a:gdLst>
                <a:gd name="T0" fmla="*/ 56 w 7"/>
                <a:gd name="T1" fmla="*/ 0 h 43"/>
                <a:gd name="T2" fmla="*/ 0 w 7"/>
                <a:gd name="T3" fmla="*/ 305 h 43"/>
                <a:gd name="T4" fmla="*/ 0 w 7"/>
                <a:gd name="T5" fmla="*/ 40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3">
                  <a:moveTo>
                    <a:pt x="7" y="0"/>
                  </a:moveTo>
                  <a:cubicBezTo>
                    <a:pt x="3" y="10"/>
                    <a:pt x="0" y="22"/>
                    <a:pt x="0" y="32"/>
                  </a:cubicBezTo>
                  <a:cubicBezTo>
                    <a:pt x="0" y="35"/>
                    <a:pt x="1" y="43"/>
                    <a:pt x="0" y="43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5" name="Freeform 3975">
              <a:extLst>
                <a:ext uri="{FF2B5EF4-FFF2-40B4-BE49-F238E27FC236}">
                  <a16:creationId xmlns:a16="http://schemas.microsoft.com/office/drawing/2014/main" id="{E04740FD-5BA7-4119-B743-121F9F11F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49"/>
              <a:ext cx="32" cy="81"/>
            </a:xfrm>
            <a:custGeom>
              <a:avLst/>
              <a:gdLst>
                <a:gd name="T0" fmla="*/ 72 w 16"/>
                <a:gd name="T1" fmla="*/ 0 h 38"/>
                <a:gd name="T2" fmla="*/ 48 w 16"/>
                <a:gd name="T3" fmla="*/ 96 h 38"/>
                <a:gd name="T4" fmla="*/ 16 w 16"/>
                <a:gd name="T5" fmla="*/ 301 h 38"/>
                <a:gd name="T6" fmla="*/ 128 w 16"/>
                <a:gd name="T7" fmla="*/ 36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8">
                  <a:moveTo>
                    <a:pt x="9" y="0"/>
                  </a:moveTo>
                  <a:cubicBezTo>
                    <a:pt x="8" y="3"/>
                    <a:pt x="7" y="7"/>
                    <a:pt x="6" y="10"/>
                  </a:cubicBezTo>
                  <a:cubicBezTo>
                    <a:pt x="5" y="15"/>
                    <a:pt x="0" y="25"/>
                    <a:pt x="2" y="31"/>
                  </a:cubicBezTo>
                  <a:cubicBezTo>
                    <a:pt x="3" y="34"/>
                    <a:pt x="11" y="37"/>
                    <a:pt x="16" y="38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6" name="Freeform 3976">
              <a:extLst>
                <a:ext uri="{FF2B5EF4-FFF2-40B4-BE49-F238E27FC236}">
                  <a16:creationId xmlns:a16="http://schemas.microsoft.com/office/drawing/2014/main" id="{59698E6F-5EBA-4C68-BE6D-E3414C3F9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117"/>
              <a:ext cx="12" cy="26"/>
            </a:xfrm>
            <a:custGeom>
              <a:avLst/>
              <a:gdLst>
                <a:gd name="T0" fmla="*/ 48 w 6"/>
                <a:gd name="T1" fmla="*/ 0 h 12"/>
                <a:gd name="T2" fmla="*/ 8 w 6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4" y="4"/>
                    <a:pt x="0" y="9"/>
                    <a:pt x="1" y="12"/>
                  </a:cubicBezTo>
                </a:path>
              </a:pathLst>
            </a:custGeom>
            <a:noFill/>
            <a:ln w="9525" cap="rnd">
              <a:solidFill>
                <a:srgbClr val="FCF3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7" name="Freeform 3977">
              <a:extLst>
                <a:ext uri="{FF2B5EF4-FFF2-40B4-BE49-F238E27FC236}">
                  <a16:creationId xmlns:a16="http://schemas.microsoft.com/office/drawing/2014/main" id="{22F9227A-2D9E-4157-97F5-6D3C953A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973"/>
              <a:ext cx="16" cy="19"/>
            </a:xfrm>
            <a:custGeom>
              <a:avLst/>
              <a:gdLst>
                <a:gd name="T0" fmla="*/ 24 w 8"/>
                <a:gd name="T1" fmla="*/ 36 h 9"/>
                <a:gd name="T2" fmla="*/ 8 w 8"/>
                <a:gd name="T3" fmla="*/ 84 h 9"/>
                <a:gd name="T4" fmla="*/ 64 w 8"/>
                <a:gd name="T5" fmla="*/ 8 h 9"/>
                <a:gd name="T6" fmla="*/ 40 w 8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0" y="4"/>
                    <a:pt x="0" y="6"/>
                    <a:pt x="1" y="9"/>
                  </a:cubicBezTo>
                  <a:cubicBezTo>
                    <a:pt x="5" y="9"/>
                    <a:pt x="8" y="5"/>
                    <a:pt x="8" y="1"/>
                  </a:cubicBezTo>
                  <a:cubicBezTo>
                    <a:pt x="7" y="0"/>
                    <a:pt x="6" y="1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8" name="Freeform 3978">
              <a:extLst>
                <a:ext uri="{FF2B5EF4-FFF2-40B4-BE49-F238E27FC236}">
                  <a16:creationId xmlns:a16="http://schemas.microsoft.com/office/drawing/2014/main" id="{C6113C72-804D-49B4-8CAC-9C521C463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903"/>
              <a:ext cx="26" cy="17"/>
            </a:xfrm>
            <a:custGeom>
              <a:avLst/>
              <a:gdLst>
                <a:gd name="T0" fmla="*/ 24 w 13"/>
                <a:gd name="T1" fmla="*/ 19 h 8"/>
                <a:gd name="T2" fmla="*/ 16 w 13"/>
                <a:gd name="T3" fmla="*/ 77 h 8"/>
                <a:gd name="T4" fmla="*/ 40 w 13"/>
                <a:gd name="T5" fmla="*/ 0 h 8"/>
                <a:gd name="T6" fmla="*/ 40 w 13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1" y="4"/>
                    <a:pt x="0" y="6"/>
                    <a:pt x="2" y="8"/>
                  </a:cubicBezTo>
                  <a:cubicBezTo>
                    <a:pt x="6" y="8"/>
                    <a:pt x="13" y="1"/>
                    <a:pt x="5" y="0"/>
                  </a:cubicBezTo>
                  <a:cubicBezTo>
                    <a:pt x="5" y="1"/>
                    <a:pt x="5" y="1"/>
                    <a:pt x="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9" name="Freeform 3979">
              <a:extLst>
                <a:ext uri="{FF2B5EF4-FFF2-40B4-BE49-F238E27FC236}">
                  <a16:creationId xmlns:a16="http://schemas.microsoft.com/office/drawing/2014/main" id="{8B06AB6E-B721-4C1F-B5AD-5FE4301DD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914"/>
              <a:ext cx="14" cy="12"/>
            </a:xfrm>
            <a:custGeom>
              <a:avLst/>
              <a:gdLst>
                <a:gd name="T0" fmla="*/ 32 w 7"/>
                <a:gd name="T1" fmla="*/ 8 h 6"/>
                <a:gd name="T2" fmla="*/ 16 w 7"/>
                <a:gd name="T3" fmla="*/ 48 h 6"/>
                <a:gd name="T4" fmla="*/ 48 w 7"/>
                <a:gd name="T5" fmla="*/ 8 h 6"/>
                <a:gd name="T6" fmla="*/ 32 w 7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0" y="1"/>
                    <a:pt x="0" y="4"/>
                    <a:pt x="2" y="6"/>
                  </a:cubicBezTo>
                  <a:cubicBezTo>
                    <a:pt x="5" y="6"/>
                    <a:pt x="7" y="4"/>
                    <a:pt x="6" y="1"/>
                  </a:cubicBezTo>
                  <a:cubicBezTo>
                    <a:pt x="5" y="0"/>
                    <a:pt x="5" y="0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0" name="Freeform 3980">
              <a:extLst>
                <a:ext uri="{FF2B5EF4-FFF2-40B4-BE49-F238E27FC236}">
                  <a16:creationId xmlns:a16="http://schemas.microsoft.com/office/drawing/2014/main" id="{7E46D000-DEBF-42DB-83E8-61DF03E9A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979"/>
              <a:ext cx="24" cy="24"/>
            </a:xfrm>
            <a:custGeom>
              <a:avLst/>
              <a:gdLst>
                <a:gd name="T0" fmla="*/ 72 w 12"/>
                <a:gd name="T1" fmla="*/ 0 h 11"/>
                <a:gd name="T2" fmla="*/ 40 w 12"/>
                <a:gd name="T3" fmla="*/ 81 h 11"/>
                <a:gd name="T4" fmla="*/ 80 w 12"/>
                <a:gd name="T5" fmla="*/ 0 h 11"/>
                <a:gd name="T6" fmla="*/ 72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9" y="0"/>
                  </a:moveTo>
                  <a:cubicBezTo>
                    <a:pt x="5" y="0"/>
                    <a:pt x="0" y="5"/>
                    <a:pt x="5" y="8"/>
                  </a:cubicBezTo>
                  <a:cubicBezTo>
                    <a:pt x="9" y="11"/>
                    <a:pt x="12" y="3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1" name="Freeform 3981">
              <a:extLst>
                <a:ext uri="{FF2B5EF4-FFF2-40B4-BE49-F238E27FC236}">
                  <a16:creationId xmlns:a16="http://schemas.microsoft.com/office/drawing/2014/main" id="{F48A4828-8381-45C2-9DC6-D85FB1C4C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035"/>
              <a:ext cx="34" cy="19"/>
            </a:xfrm>
            <a:custGeom>
              <a:avLst/>
              <a:gdLst>
                <a:gd name="T0" fmla="*/ 56 w 17"/>
                <a:gd name="T1" fmla="*/ 0 h 9"/>
                <a:gd name="T2" fmla="*/ 72 w 17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7" y="0"/>
                  </a:moveTo>
                  <a:cubicBezTo>
                    <a:pt x="0" y="9"/>
                    <a:pt x="17" y="7"/>
                    <a:pt x="9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2" name="Freeform 3982">
              <a:extLst>
                <a:ext uri="{FF2B5EF4-FFF2-40B4-BE49-F238E27FC236}">
                  <a16:creationId xmlns:a16="http://schemas.microsoft.com/office/drawing/2014/main" id="{CE4B72A1-3292-4B7A-9605-779C2069D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079"/>
              <a:ext cx="32" cy="24"/>
            </a:xfrm>
            <a:custGeom>
              <a:avLst/>
              <a:gdLst>
                <a:gd name="T0" fmla="*/ 96 w 16"/>
                <a:gd name="T1" fmla="*/ 0 h 11"/>
                <a:gd name="T2" fmla="*/ 72 w 16"/>
                <a:gd name="T3" fmla="*/ 105 h 11"/>
                <a:gd name="T4" fmla="*/ 112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2" y="0"/>
                  </a:moveTo>
                  <a:cubicBezTo>
                    <a:pt x="8" y="1"/>
                    <a:pt x="0" y="9"/>
                    <a:pt x="9" y="10"/>
                  </a:cubicBezTo>
                  <a:cubicBezTo>
                    <a:pt x="14" y="11"/>
                    <a:pt x="16" y="4"/>
                    <a:pt x="1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3" name="Freeform 3983">
              <a:extLst>
                <a:ext uri="{FF2B5EF4-FFF2-40B4-BE49-F238E27FC236}">
                  <a16:creationId xmlns:a16="http://schemas.microsoft.com/office/drawing/2014/main" id="{066A6DBC-EB06-453C-84DF-1E1FACA44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022"/>
              <a:ext cx="18" cy="19"/>
            </a:xfrm>
            <a:custGeom>
              <a:avLst/>
              <a:gdLst>
                <a:gd name="T0" fmla="*/ 48 w 9"/>
                <a:gd name="T1" fmla="*/ 0 h 9"/>
                <a:gd name="T2" fmla="*/ 8 w 9"/>
                <a:gd name="T3" fmla="*/ 76 h 9"/>
                <a:gd name="T4" fmla="*/ 40 w 9"/>
                <a:gd name="T5" fmla="*/ 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0"/>
                  </a:moveTo>
                  <a:cubicBezTo>
                    <a:pt x="3" y="1"/>
                    <a:pt x="0" y="4"/>
                    <a:pt x="1" y="8"/>
                  </a:cubicBezTo>
                  <a:cubicBezTo>
                    <a:pt x="5" y="9"/>
                    <a:pt x="9" y="5"/>
                    <a:pt x="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4" name="Freeform 3984">
              <a:extLst>
                <a:ext uri="{FF2B5EF4-FFF2-40B4-BE49-F238E27FC236}">
                  <a16:creationId xmlns:a16="http://schemas.microsoft.com/office/drawing/2014/main" id="{70743A18-955E-4C30-8344-5B953B40A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088"/>
              <a:ext cx="38" cy="34"/>
            </a:xfrm>
            <a:custGeom>
              <a:avLst/>
              <a:gdLst>
                <a:gd name="T0" fmla="*/ 80 w 19"/>
                <a:gd name="T1" fmla="*/ 0 h 16"/>
                <a:gd name="T2" fmla="*/ 56 w 19"/>
                <a:gd name="T3" fmla="*/ 117 h 16"/>
                <a:gd name="T4" fmla="*/ 104 w 19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5" y="1"/>
                    <a:pt x="0" y="9"/>
                    <a:pt x="7" y="12"/>
                  </a:cubicBezTo>
                  <a:cubicBezTo>
                    <a:pt x="13" y="16"/>
                    <a:pt x="19" y="5"/>
                    <a:pt x="1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5" name="Freeform 3985">
              <a:extLst>
                <a:ext uri="{FF2B5EF4-FFF2-40B4-BE49-F238E27FC236}">
                  <a16:creationId xmlns:a16="http://schemas.microsoft.com/office/drawing/2014/main" id="{5C3F3431-CA65-4BB7-BD35-C121D3C45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145"/>
              <a:ext cx="18" cy="17"/>
            </a:xfrm>
            <a:custGeom>
              <a:avLst/>
              <a:gdLst>
                <a:gd name="T0" fmla="*/ 16 w 9"/>
                <a:gd name="T1" fmla="*/ 0 h 8"/>
                <a:gd name="T2" fmla="*/ 16 w 9"/>
                <a:gd name="T3" fmla="*/ 77 h 8"/>
                <a:gd name="T4" fmla="*/ 40 w 9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0" y="3"/>
                    <a:pt x="0" y="6"/>
                    <a:pt x="2" y="8"/>
                  </a:cubicBezTo>
                  <a:cubicBezTo>
                    <a:pt x="6" y="8"/>
                    <a:pt x="9" y="4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6" name="Freeform 3986">
              <a:extLst>
                <a:ext uri="{FF2B5EF4-FFF2-40B4-BE49-F238E27FC236}">
                  <a16:creationId xmlns:a16="http://schemas.microsoft.com/office/drawing/2014/main" id="{63FAED80-2AE5-4483-A782-883821963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235"/>
              <a:ext cx="20" cy="21"/>
            </a:xfrm>
            <a:custGeom>
              <a:avLst/>
              <a:gdLst>
                <a:gd name="T0" fmla="*/ 32 w 10"/>
                <a:gd name="T1" fmla="*/ 0 h 10"/>
                <a:gd name="T2" fmla="*/ 40 w 10"/>
                <a:gd name="T3" fmla="*/ 84 h 10"/>
                <a:gd name="T4" fmla="*/ 48 w 10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1" y="2"/>
                    <a:pt x="0" y="10"/>
                    <a:pt x="5" y="9"/>
                  </a:cubicBezTo>
                  <a:cubicBezTo>
                    <a:pt x="10" y="8"/>
                    <a:pt x="9" y="2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7" name="Freeform 3987">
              <a:extLst>
                <a:ext uri="{FF2B5EF4-FFF2-40B4-BE49-F238E27FC236}">
                  <a16:creationId xmlns:a16="http://schemas.microsoft.com/office/drawing/2014/main" id="{55CC6199-6D75-496D-83B8-4E68C513C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243"/>
              <a:ext cx="20" cy="21"/>
            </a:xfrm>
            <a:custGeom>
              <a:avLst/>
              <a:gdLst>
                <a:gd name="T0" fmla="*/ 24 w 10"/>
                <a:gd name="T1" fmla="*/ 8 h 10"/>
                <a:gd name="T2" fmla="*/ 0 w 10"/>
                <a:gd name="T3" fmla="*/ 76 h 10"/>
                <a:gd name="T4" fmla="*/ 4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1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6" y="10"/>
                    <a:pt x="10" y="1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8" name="Freeform 3988">
              <a:extLst>
                <a:ext uri="{FF2B5EF4-FFF2-40B4-BE49-F238E27FC236}">
                  <a16:creationId xmlns:a16="http://schemas.microsoft.com/office/drawing/2014/main" id="{1B49CD53-ADCC-41E5-ABF2-E3492F53A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167"/>
              <a:ext cx="24" cy="49"/>
            </a:xfrm>
            <a:custGeom>
              <a:avLst/>
              <a:gdLst>
                <a:gd name="T0" fmla="*/ 32 w 12"/>
                <a:gd name="T1" fmla="*/ 68 h 23"/>
                <a:gd name="T2" fmla="*/ 16 w 12"/>
                <a:gd name="T3" fmla="*/ 77 h 23"/>
                <a:gd name="T4" fmla="*/ 32 w 12"/>
                <a:gd name="T5" fmla="*/ 6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4" y="7"/>
                  </a:moveTo>
                  <a:cubicBezTo>
                    <a:pt x="3" y="7"/>
                    <a:pt x="2" y="8"/>
                    <a:pt x="2" y="8"/>
                  </a:cubicBezTo>
                  <a:cubicBezTo>
                    <a:pt x="0" y="23"/>
                    <a:pt x="12" y="0"/>
                    <a:pt x="4" y="6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9" name="Freeform 3989">
              <a:extLst>
                <a:ext uri="{FF2B5EF4-FFF2-40B4-BE49-F238E27FC236}">
                  <a16:creationId xmlns:a16="http://schemas.microsoft.com/office/drawing/2014/main" id="{737A9FEB-F178-4C79-BFF0-AE0FA7A94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107"/>
              <a:ext cx="18" cy="21"/>
            </a:xfrm>
            <a:custGeom>
              <a:avLst/>
              <a:gdLst>
                <a:gd name="T0" fmla="*/ 16 w 9"/>
                <a:gd name="T1" fmla="*/ 17 h 10"/>
                <a:gd name="T2" fmla="*/ 0 w 9"/>
                <a:gd name="T3" fmla="*/ 76 h 10"/>
                <a:gd name="T4" fmla="*/ 24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2"/>
                  </a:moveTo>
                  <a:cubicBezTo>
                    <a:pt x="1" y="4"/>
                    <a:pt x="0" y="5"/>
                    <a:pt x="0" y="8"/>
                  </a:cubicBezTo>
                  <a:cubicBezTo>
                    <a:pt x="5" y="10"/>
                    <a:pt x="9" y="1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0" name="Freeform 3990">
              <a:extLst>
                <a:ext uri="{FF2B5EF4-FFF2-40B4-BE49-F238E27FC236}">
                  <a16:creationId xmlns:a16="http://schemas.microsoft.com/office/drawing/2014/main" id="{46FAD04E-F327-4C27-9473-E7E18526F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022"/>
              <a:ext cx="26" cy="30"/>
            </a:xfrm>
            <a:custGeom>
              <a:avLst/>
              <a:gdLst>
                <a:gd name="T0" fmla="*/ 48 w 13"/>
                <a:gd name="T1" fmla="*/ 28 h 14"/>
                <a:gd name="T2" fmla="*/ 48 w 13"/>
                <a:gd name="T3" fmla="*/ 137 h 14"/>
                <a:gd name="T4" fmla="*/ 48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6" y="3"/>
                  </a:moveTo>
                  <a:cubicBezTo>
                    <a:pt x="2" y="5"/>
                    <a:pt x="0" y="14"/>
                    <a:pt x="6" y="14"/>
                  </a:cubicBezTo>
                  <a:cubicBezTo>
                    <a:pt x="13" y="13"/>
                    <a:pt x="11" y="1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1" name="Freeform 3991">
              <a:extLst>
                <a:ext uri="{FF2B5EF4-FFF2-40B4-BE49-F238E27FC236}">
                  <a16:creationId xmlns:a16="http://schemas.microsoft.com/office/drawing/2014/main" id="{CBD18EA1-9447-43C7-A6FE-77D29C465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958"/>
              <a:ext cx="26" cy="19"/>
            </a:xfrm>
            <a:custGeom>
              <a:avLst/>
              <a:gdLst>
                <a:gd name="T0" fmla="*/ 48 w 13"/>
                <a:gd name="T1" fmla="*/ 0 h 9"/>
                <a:gd name="T2" fmla="*/ 24 w 13"/>
                <a:gd name="T3" fmla="*/ 68 h 9"/>
                <a:gd name="T4" fmla="*/ 56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6" y="0"/>
                  </a:moveTo>
                  <a:cubicBezTo>
                    <a:pt x="3" y="1"/>
                    <a:pt x="0" y="5"/>
                    <a:pt x="3" y="7"/>
                  </a:cubicBezTo>
                  <a:cubicBezTo>
                    <a:pt x="7" y="9"/>
                    <a:pt x="13" y="3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2" name="Freeform 3992">
              <a:extLst>
                <a:ext uri="{FF2B5EF4-FFF2-40B4-BE49-F238E27FC236}">
                  <a16:creationId xmlns:a16="http://schemas.microsoft.com/office/drawing/2014/main" id="{EE98B6B0-AFB2-4FCF-BF14-19C05EA79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916"/>
              <a:ext cx="41" cy="19"/>
            </a:xfrm>
            <a:custGeom>
              <a:avLst/>
              <a:gdLst>
                <a:gd name="T0" fmla="*/ 88 w 21"/>
                <a:gd name="T1" fmla="*/ 84 h 9"/>
                <a:gd name="T2" fmla="*/ 103 w 21"/>
                <a:gd name="T3" fmla="*/ 7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12" y="9"/>
                  </a:moveTo>
                  <a:cubicBezTo>
                    <a:pt x="0" y="3"/>
                    <a:pt x="21" y="0"/>
                    <a:pt x="14" y="8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3" name="Freeform 3993">
              <a:extLst>
                <a:ext uri="{FF2B5EF4-FFF2-40B4-BE49-F238E27FC236}">
                  <a16:creationId xmlns:a16="http://schemas.microsoft.com/office/drawing/2014/main" id="{974BE8DE-8C2E-41CB-A31B-08C697CD0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845"/>
              <a:ext cx="16" cy="15"/>
            </a:xfrm>
            <a:custGeom>
              <a:avLst/>
              <a:gdLst>
                <a:gd name="T0" fmla="*/ 48 w 8"/>
                <a:gd name="T1" fmla="*/ 9 h 7"/>
                <a:gd name="T2" fmla="*/ 32 w 8"/>
                <a:gd name="T3" fmla="*/ 69 h 7"/>
                <a:gd name="T4" fmla="*/ 56 w 8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2" y="0"/>
                    <a:pt x="0" y="4"/>
                    <a:pt x="4" y="7"/>
                  </a:cubicBezTo>
                  <a:cubicBezTo>
                    <a:pt x="7" y="6"/>
                    <a:pt x="8" y="4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4" name="Freeform 3994">
              <a:extLst>
                <a:ext uri="{FF2B5EF4-FFF2-40B4-BE49-F238E27FC236}">
                  <a16:creationId xmlns:a16="http://schemas.microsoft.com/office/drawing/2014/main" id="{DD358B34-AA1C-4687-BE7A-7E97C1264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769"/>
              <a:ext cx="12" cy="15"/>
            </a:xfrm>
            <a:custGeom>
              <a:avLst/>
              <a:gdLst>
                <a:gd name="T0" fmla="*/ 0 w 6"/>
                <a:gd name="T1" fmla="*/ 19 h 7"/>
                <a:gd name="T2" fmla="*/ 0 w 6"/>
                <a:gd name="T3" fmla="*/ 60 h 7"/>
                <a:gd name="T4" fmla="*/ 40 w 6"/>
                <a:gd name="T5" fmla="*/ 0 h 7"/>
                <a:gd name="T6" fmla="*/ 16 w 6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3" y="7"/>
                    <a:pt x="6" y="4"/>
                    <a:pt x="5" y="0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5" name="Freeform 3995">
              <a:extLst>
                <a:ext uri="{FF2B5EF4-FFF2-40B4-BE49-F238E27FC236}">
                  <a16:creationId xmlns:a16="http://schemas.microsoft.com/office/drawing/2014/main" id="{5D12CC43-3D05-48B7-9523-85186B106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771"/>
              <a:ext cx="22" cy="23"/>
            </a:xfrm>
            <a:custGeom>
              <a:avLst/>
              <a:gdLst>
                <a:gd name="T0" fmla="*/ 88 w 11"/>
                <a:gd name="T1" fmla="*/ 17 h 11"/>
                <a:gd name="T2" fmla="*/ 64 w 11"/>
                <a:gd name="T3" fmla="*/ 0 h 11"/>
                <a:gd name="T4" fmla="*/ 88 w 11"/>
                <a:gd name="T5" fmla="*/ 27 h 11"/>
                <a:gd name="T6" fmla="*/ 64 w 11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2"/>
                  </a:moveTo>
                  <a:cubicBezTo>
                    <a:pt x="10" y="1"/>
                    <a:pt x="9" y="0"/>
                    <a:pt x="8" y="0"/>
                  </a:cubicBezTo>
                  <a:cubicBezTo>
                    <a:pt x="0" y="5"/>
                    <a:pt x="9" y="11"/>
                    <a:pt x="11" y="3"/>
                  </a:cubicBezTo>
                  <a:cubicBezTo>
                    <a:pt x="11" y="2"/>
                    <a:pt x="10" y="1"/>
                    <a:pt x="8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6" name="Freeform 3996">
              <a:extLst>
                <a:ext uri="{FF2B5EF4-FFF2-40B4-BE49-F238E27FC236}">
                  <a16:creationId xmlns:a16="http://schemas.microsoft.com/office/drawing/2014/main" id="{89D30DBD-ACC7-4B30-B31E-E1B7C9D4E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831"/>
              <a:ext cx="16" cy="17"/>
            </a:xfrm>
            <a:custGeom>
              <a:avLst/>
              <a:gdLst>
                <a:gd name="T0" fmla="*/ 40 w 8"/>
                <a:gd name="T1" fmla="*/ 19 h 8"/>
                <a:gd name="T2" fmla="*/ 24 w 8"/>
                <a:gd name="T3" fmla="*/ 0 h 8"/>
                <a:gd name="T4" fmla="*/ 8 w 8"/>
                <a:gd name="T5" fmla="*/ 77 h 8"/>
                <a:gd name="T6" fmla="*/ 32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1"/>
                    <a:pt x="0" y="5"/>
                    <a:pt x="1" y="8"/>
                  </a:cubicBezTo>
                  <a:cubicBezTo>
                    <a:pt x="5" y="7"/>
                    <a:pt x="8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7" name="Freeform 3997">
              <a:extLst>
                <a:ext uri="{FF2B5EF4-FFF2-40B4-BE49-F238E27FC236}">
                  <a16:creationId xmlns:a16="http://schemas.microsoft.com/office/drawing/2014/main" id="{F27D139D-6EF8-41F9-A453-53191A0DF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865"/>
              <a:ext cx="58" cy="29"/>
            </a:xfrm>
            <a:custGeom>
              <a:avLst/>
              <a:gdLst>
                <a:gd name="T0" fmla="*/ 96 w 29"/>
                <a:gd name="T1" fmla="*/ 17 h 14"/>
                <a:gd name="T2" fmla="*/ 120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12" y="2"/>
                  </a:moveTo>
                  <a:cubicBezTo>
                    <a:pt x="0" y="14"/>
                    <a:pt x="29" y="6"/>
                    <a:pt x="1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8" name="Freeform 3998">
              <a:extLst>
                <a:ext uri="{FF2B5EF4-FFF2-40B4-BE49-F238E27FC236}">
                  <a16:creationId xmlns:a16="http://schemas.microsoft.com/office/drawing/2014/main" id="{A5121F97-E0D9-4456-AFA4-1259E1958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771"/>
              <a:ext cx="14" cy="17"/>
            </a:xfrm>
            <a:custGeom>
              <a:avLst/>
              <a:gdLst>
                <a:gd name="T0" fmla="*/ 32 w 7"/>
                <a:gd name="T1" fmla="*/ 28 h 8"/>
                <a:gd name="T2" fmla="*/ 0 w 7"/>
                <a:gd name="T3" fmla="*/ 77 h 8"/>
                <a:gd name="T4" fmla="*/ 56 w 7"/>
                <a:gd name="T5" fmla="*/ 19 h 8"/>
                <a:gd name="T6" fmla="*/ 24 w 7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3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4" y="8"/>
                    <a:pt x="7" y="5"/>
                    <a:pt x="7" y="2"/>
                  </a:cubicBezTo>
                  <a:cubicBezTo>
                    <a:pt x="4" y="0"/>
                    <a:pt x="4" y="1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9" name="Freeform 3999">
              <a:extLst>
                <a:ext uri="{FF2B5EF4-FFF2-40B4-BE49-F238E27FC236}">
                  <a16:creationId xmlns:a16="http://schemas.microsoft.com/office/drawing/2014/main" id="{06828849-9197-4634-B439-31F900E30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784"/>
              <a:ext cx="18" cy="19"/>
            </a:xfrm>
            <a:custGeom>
              <a:avLst/>
              <a:gdLst>
                <a:gd name="T0" fmla="*/ 48 w 9"/>
                <a:gd name="T1" fmla="*/ 17 h 9"/>
                <a:gd name="T2" fmla="*/ 24 w 9"/>
                <a:gd name="T3" fmla="*/ 84 h 9"/>
                <a:gd name="T4" fmla="*/ 48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2"/>
                  </a:moveTo>
                  <a:cubicBezTo>
                    <a:pt x="2" y="2"/>
                    <a:pt x="0" y="6"/>
                    <a:pt x="3" y="9"/>
                  </a:cubicBezTo>
                  <a:cubicBezTo>
                    <a:pt x="7" y="8"/>
                    <a:pt x="9" y="4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0" name="Freeform 4000">
              <a:extLst>
                <a:ext uri="{FF2B5EF4-FFF2-40B4-BE49-F238E27FC236}">
                  <a16:creationId xmlns:a16="http://schemas.microsoft.com/office/drawing/2014/main" id="{CDDDBB36-EB38-4B49-8CCD-37061E6B6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714"/>
              <a:ext cx="26" cy="23"/>
            </a:xfrm>
            <a:custGeom>
              <a:avLst/>
              <a:gdLst>
                <a:gd name="T0" fmla="*/ 56 w 13"/>
                <a:gd name="T1" fmla="*/ 27 h 11"/>
                <a:gd name="T2" fmla="*/ 56 w 13"/>
                <a:gd name="T3" fmla="*/ 100 h 11"/>
                <a:gd name="T4" fmla="*/ 56 w 13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1" y="2"/>
                    <a:pt x="0" y="11"/>
                    <a:pt x="7" y="11"/>
                  </a:cubicBezTo>
                  <a:cubicBezTo>
                    <a:pt x="13" y="10"/>
                    <a:pt x="13" y="0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1" name="Freeform 4001">
              <a:extLst>
                <a:ext uri="{FF2B5EF4-FFF2-40B4-BE49-F238E27FC236}">
                  <a16:creationId xmlns:a16="http://schemas.microsoft.com/office/drawing/2014/main" id="{C02BF418-68D9-4DA5-A9AC-C7A5E690B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731"/>
              <a:ext cx="44" cy="15"/>
            </a:xfrm>
            <a:custGeom>
              <a:avLst/>
              <a:gdLst>
                <a:gd name="T0" fmla="*/ 80 w 22"/>
                <a:gd name="T1" fmla="*/ 0 h 7"/>
                <a:gd name="T2" fmla="*/ 88 w 2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10" y="0"/>
                  </a:moveTo>
                  <a:cubicBezTo>
                    <a:pt x="0" y="7"/>
                    <a:pt x="22" y="2"/>
                    <a:pt x="1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2" name="Freeform 4002">
              <a:extLst>
                <a:ext uri="{FF2B5EF4-FFF2-40B4-BE49-F238E27FC236}">
                  <a16:creationId xmlns:a16="http://schemas.microsoft.com/office/drawing/2014/main" id="{F594A599-CCE4-4DF3-8563-71372FCB6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746"/>
              <a:ext cx="30" cy="27"/>
            </a:xfrm>
            <a:custGeom>
              <a:avLst/>
              <a:gdLst>
                <a:gd name="T0" fmla="*/ 64 w 15"/>
                <a:gd name="T1" fmla="*/ 0 h 13"/>
                <a:gd name="T2" fmla="*/ 32 w 15"/>
                <a:gd name="T3" fmla="*/ 81 h 13"/>
                <a:gd name="T4" fmla="*/ 80 w 15"/>
                <a:gd name="T5" fmla="*/ 1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8" y="0"/>
                  </a:moveTo>
                  <a:cubicBezTo>
                    <a:pt x="3" y="0"/>
                    <a:pt x="0" y="5"/>
                    <a:pt x="4" y="9"/>
                  </a:cubicBezTo>
                  <a:cubicBezTo>
                    <a:pt x="8" y="13"/>
                    <a:pt x="15" y="6"/>
                    <a:pt x="10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3" name="Freeform 4003">
              <a:extLst>
                <a:ext uri="{FF2B5EF4-FFF2-40B4-BE49-F238E27FC236}">
                  <a16:creationId xmlns:a16="http://schemas.microsoft.com/office/drawing/2014/main" id="{CA518400-A577-4879-834F-D6D9B51DD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809"/>
              <a:ext cx="48" cy="22"/>
            </a:xfrm>
            <a:custGeom>
              <a:avLst/>
              <a:gdLst>
                <a:gd name="T0" fmla="*/ 96 w 24"/>
                <a:gd name="T1" fmla="*/ 0 h 10"/>
                <a:gd name="T2" fmla="*/ 96 w 24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12" y="0"/>
                  </a:moveTo>
                  <a:cubicBezTo>
                    <a:pt x="0" y="10"/>
                    <a:pt x="24" y="6"/>
                    <a:pt x="1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4" name="Freeform 4004">
              <a:extLst>
                <a:ext uri="{FF2B5EF4-FFF2-40B4-BE49-F238E27FC236}">
                  <a16:creationId xmlns:a16="http://schemas.microsoft.com/office/drawing/2014/main" id="{E897A168-E9E3-4D47-BCB1-ECFA3F473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856"/>
              <a:ext cx="52" cy="26"/>
            </a:xfrm>
            <a:custGeom>
              <a:avLst/>
              <a:gdLst>
                <a:gd name="T0" fmla="*/ 104 w 26"/>
                <a:gd name="T1" fmla="*/ 0 h 12"/>
                <a:gd name="T2" fmla="*/ 136 w 26"/>
                <a:gd name="T3" fmla="*/ 2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">
                  <a:moveTo>
                    <a:pt x="13" y="0"/>
                  </a:moveTo>
                  <a:cubicBezTo>
                    <a:pt x="0" y="7"/>
                    <a:pt x="26" y="12"/>
                    <a:pt x="17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5" name="Freeform 4005">
              <a:extLst>
                <a:ext uri="{FF2B5EF4-FFF2-40B4-BE49-F238E27FC236}">
                  <a16:creationId xmlns:a16="http://schemas.microsoft.com/office/drawing/2014/main" id="{76FD995F-FC51-4C33-9180-F345AB036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916"/>
              <a:ext cx="48" cy="19"/>
            </a:xfrm>
            <a:custGeom>
              <a:avLst/>
              <a:gdLst>
                <a:gd name="T0" fmla="*/ 88 w 24"/>
                <a:gd name="T1" fmla="*/ 0 h 9"/>
                <a:gd name="T2" fmla="*/ 112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11" y="0"/>
                  </a:moveTo>
                  <a:cubicBezTo>
                    <a:pt x="0" y="9"/>
                    <a:pt x="24" y="6"/>
                    <a:pt x="1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6" name="Freeform 4006">
              <a:extLst>
                <a:ext uri="{FF2B5EF4-FFF2-40B4-BE49-F238E27FC236}">
                  <a16:creationId xmlns:a16="http://schemas.microsoft.com/office/drawing/2014/main" id="{7C9201F4-9619-40A5-8C0E-F485E8D8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892"/>
              <a:ext cx="12" cy="15"/>
            </a:xfrm>
            <a:custGeom>
              <a:avLst/>
              <a:gdLst>
                <a:gd name="T0" fmla="*/ 8 w 6"/>
                <a:gd name="T1" fmla="*/ 28 h 7"/>
                <a:gd name="T2" fmla="*/ 8 w 6"/>
                <a:gd name="T3" fmla="*/ 69 h 7"/>
                <a:gd name="T4" fmla="*/ 40 w 6"/>
                <a:gd name="T5" fmla="*/ 9 h 7"/>
                <a:gd name="T6" fmla="*/ 16 w 6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1" y="5"/>
                    <a:pt x="0" y="5"/>
                    <a:pt x="1" y="7"/>
                  </a:cubicBezTo>
                  <a:cubicBezTo>
                    <a:pt x="4" y="7"/>
                    <a:pt x="6" y="4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7" name="Freeform 4007">
              <a:extLst>
                <a:ext uri="{FF2B5EF4-FFF2-40B4-BE49-F238E27FC236}">
                  <a16:creationId xmlns:a16="http://schemas.microsoft.com/office/drawing/2014/main" id="{4893FA44-9506-4D1F-8E8D-96C4A446A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962"/>
              <a:ext cx="22" cy="24"/>
            </a:xfrm>
            <a:custGeom>
              <a:avLst/>
              <a:gdLst>
                <a:gd name="T0" fmla="*/ 56 w 11"/>
                <a:gd name="T1" fmla="*/ 44 h 11"/>
                <a:gd name="T2" fmla="*/ 40 w 11"/>
                <a:gd name="T3" fmla="*/ 113 h 11"/>
                <a:gd name="T4" fmla="*/ 40 w 11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4"/>
                  </a:moveTo>
                  <a:cubicBezTo>
                    <a:pt x="2" y="3"/>
                    <a:pt x="0" y="11"/>
                    <a:pt x="5" y="11"/>
                  </a:cubicBezTo>
                  <a:cubicBezTo>
                    <a:pt x="10" y="11"/>
                    <a:pt x="11" y="0"/>
                    <a:pt x="5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8" name="Freeform 4008">
              <a:extLst>
                <a:ext uri="{FF2B5EF4-FFF2-40B4-BE49-F238E27FC236}">
                  <a16:creationId xmlns:a16="http://schemas.microsoft.com/office/drawing/2014/main" id="{EFF22559-F28A-465B-A132-4CFAB91BD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022"/>
              <a:ext cx="24" cy="30"/>
            </a:xfrm>
            <a:custGeom>
              <a:avLst/>
              <a:gdLst>
                <a:gd name="T0" fmla="*/ 72 w 12"/>
                <a:gd name="T1" fmla="*/ 0 h 14"/>
                <a:gd name="T2" fmla="*/ 96 w 12"/>
                <a:gd name="T3" fmla="*/ 60 h 14"/>
                <a:gd name="T4" fmla="*/ 80 w 12"/>
                <a:gd name="T5" fmla="*/ 2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9" y="0"/>
                  </a:moveTo>
                  <a:cubicBezTo>
                    <a:pt x="0" y="2"/>
                    <a:pt x="8" y="14"/>
                    <a:pt x="12" y="6"/>
                  </a:cubicBezTo>
                  <a:cubicBezTo>
                    <a:pt x="11" y="5"/>
                    <a:pt x="11" y="4"/>
                    <a:pt x="1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9" name="Freeform 4009">
              <a:extLst>
                <a:ext uri="{FF2B5EF4-FFF2-40B4-BE49-F238E27FC236}">
                  <a16:creationId xmlns:a16="http://schemas.microsoft.com/office/drawing/2014/main" id="{B2806DE9-AC42-4816-B147-FBFD490FA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016"/>
              <a:ext cx="14" cy="21"/>
            </a:xfrm>
            <a:custGeom>
              <a:avLst/>
              <a:gdLst>
                <a:gd name="T0" fmla="*/ 16 w 7"/>
                <a:gd name="T1" fmla="*/ 8 h 10"/>
                <a:gd name="T2" fmla="*/ 8 w 7"/>
                <a:gd name="T3" fmla="*/ 84 h 10"/>
                <a:gd name="T4" fmla="*/ 32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2" y="1"/>
                  </a:moveTo>
                  <a:cubicBezTo>
                    <a:pt x="1" y="4"/>
                    <a:pt x="0" y="7"/>
                    <a:pt x="1" y="9"/>
                  </a:cubicBezTo>
                  <a:cubicBezTo>
                    <a:pt x="7" y="10"/>
                    <a:pt x="7" y="3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0" name="Freeform 4010">
              <a:extLst>
                <a:ext uri="{FF2B5EF4-FFF2-40B4-BE49-F238E27FC236}">
                  <a16:creationId xmlns:a16="http://schemas.microsoft.com/office/drawing/2014/main" id="{619CDBAF-4A07-4C72-A2EB-C995BAC9B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941"/>
              <a:ext cx="16" cy="15"/>
            </a:xfrm>
            <a:custGeom>
              <a:avLst/>
              <a:gdLst>
                <a:gd name="T0" fmla="*/ 32 w 8"/>
                <a:gd name="T1" fmla="*/ 9 h 7"/>
                <a:gd name="T2" fmla="*/ 16 w 8"/>
                <a:gd name="T3" fmla="*/ 69 h 7"/>
                <a:gd name="T4" fmla="*/ 32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1" y="2"/>
                    <a:pt x="0" y="4"/>
                    <a:pt x="2" y="7"/>
                  </a:cubicBezTo>
                  <a:cubicBezTo>
                    <a:pt x="6" y="6"/>
                    <a:pt x="8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1" name="Freeform 4011">
              <a:extLst>
                <a:ext uri="{FF2B5EF4-FFF2-40B4-BE49-F238E27FC236}">
                  <a16:creationId xmlns:a16="http://schemas.microsoft.com/office/drawing/2014/main" id="{83C886E9-AD22-460C-A43F-B491D2F90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873"/>
              <a:ext cx="20" cy="21"/>
            </a:xfrm>
            <a:custGeom>
              <a:avLst/>
              <a:gdLst>
                <a:gd name="T0" fmla="*/ 24 w 10"/>
                <a:gd name="T1" fmla="*/ 17 h 10"/>
                <a:gd name="T2" fmla="*/ 40 w 10"/>
                <a:gd name="T3" fmla="*/ 76 h 10"/>
                <a:gd name="T4" fmla="*/ 4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cubicBezTo>
                    <a:pt x="1" y="4"/>
                    <a:pt x="0" y="10"/>
                    <a:pt x="5" y="8"/>
                  </a:cubicBezTo>
                  <a:cubicBezTo>
                    <a:pt x="10" y="6"/>
                    <a:pt x="10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2" name="Freeform 4012">
              <a:extLst>
                <a:ext uri="{FF2B5EF4-FFF2-40B4-BE49-F238E27FC236}">
                  <a16:creationId xmlns:a16="http://schemas.microsoft.com/office/drawing/2014/main" id="{F19B22F4-7D6E-46C2-A8F8-325D3F86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111"/>
              <a:ext cx="36" cy="26"/>
            </a:xfrm>
            <a:custGeom>
              <a:avLst/>
              <a:gdLst>
                <a:gd name="T0" fmla="*/ 80 w 18"/>
                <a:gd name="T1" fmla="*/ 0 h 12"/>
                <a:gd name="T2" fmla="*/ 48 w 18"/>
                <a:gd name="T3" fmla="*/ 104 h 12"/>
                <a:gd name="T4" fmla="*/ 80 w 18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10" y="0"/>
                  </a:moveTo>
                  <a:cubicBezTo>
                    <a:pt x="6" y="1"/>
                    <a:pt x="0" y="6"/>
                    <a:pt x="6" y="10"/>
                  </a:cubicBezTo>
                  <a:cubicBezTo>
                    <a:pt x="10" y="12"/>
                    <a:pt x="18" y="4"/>
                    <a:pt x="10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3" name="Freeform 4013">
              <a:extLst>
                <a:ext uri="{FF2B5EF4-FFF2-40B4-BE49-F238E27FC236}">
                  <a16:creationId xmlns:a16="http://schemas.microsoft.com/office/drawing/2014/main" id="{144F7A51-0D2F-456A-9C50-AA928EB99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103"/>
              <a:ext cx="20" cy="17"/>
            </a:xfrm>
            <a:custGeom>
              <a:avLst/>
              <a:gdLst>
                <a:gd name="T0" fmla="*/ 24 w 10"/>
                <a:gd name="T1" fmla="*/ 19 h 8"/>
                <a:gd name="T2" fmla="*/ 8 w 10"/>
                <a:gd name="T3" fmla="*/ 77 h 8"/>
                <a:gd name="T4" fmla="*/ 24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2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6" y="8"/>
                    <a:pt x="10" y="1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4" name="Freeform 4014">
              <a:extLst>
                <a:ext uri="{FF2B5EF4-FFF2-40B4-BE49-F238E27FC236}">
                  <a16:creationId xmlns:a16="http://schemas.microsoft.com/office/drawing/2014/main" id="{0F3DACAF-CA19-4577-B227-58FA697F4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024"/>
              <a:ext cx="20" cy="19"/>
            </a:xfrm>
            <a:custGeom>
              <a:avLst/>
              <a:gdLst>
                <a:gd name="T0" fmla="*/ 40 w 10"/>
                <a:gd name="T1" fmla="*/ 17 h 9"/>
                <a:gd name="T2" fmla="*/ 8 w 10"/>
                <a:gd name="T3" fmla="*/ 84 h 9"/>
                <a:gd name="T4" fmla="*/ 24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2"/>
                  </a:moveTo>
                  <a:cubicBezTo>
                    <a:pt x="2" y="2"/>
                    <a:pt x="0" y="5"/>
                    <a:pt x="1" y="9"/>
                  </a:cubicBezTo>
                  <a:cubicBezTo>
                    <a:pt x="7" y="9"/>
                    <a:pt x="10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5" name="Freeform 4015">
              <a:extLst>
                <a:ext uri="{FF2B5EF4-FFF2-40B4-BE49-F238E27FC236}">
                  <a16:creationId xmlns:a16="http://schemas.microsoft.com/office/drawing/2014/main" id="{BB969E25-7B2D-45B7-A595-D4F47D56B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035"/>
              <a:ext cx="46" cy="19"/>
            </a:xfrm>
            <a:custGeom>
              <a:avLst/>
              <a:gdLst>
                <a:gd name="T0" fmla="*/ 104 w 23"/>
                <a:gd name="T1" fmla="*/ 0 h 9"/>
                <a:gd name="T2" fmla="*/ 104 w 2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13" y="0"/>
                  </a:moveTo>
                  <a:cubicBezTo>
                    <a:pt x="0" y="8"/>
                    <a:pt x="23" y="9"/>
                    <a:pt x="1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6" name="Freeform 4016">
              <a:extLst>
                <a:ext uri="{FF2B5EF4-FFF2-40B4-BE49-F238E27FC236}">
                  <a16:creationId xmlns:a16="http://schemas.microsoft.com/office/drawing/2014/main" id="{3DB88DC8-E536-4960-99D6-06E04E84B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954"/>
              <a:ext cx="32" cy="21"/>
            </a:xfrm>
            <a:custGeom>
              <a:avLst/>
              <a:gdLst>
                <a:gd name="T0" fmla="*/ 72 w 16"/>
                <a:gd name="T1" fmla="*/ 0 h 10"/>
                <a:gd name="T2" fmla="*/ 56 w 16"/>
                <a:gd name="T3" fmla="*/ 92 h 10"/>
                <a:gd name="T4" fmla="*/ 72 w 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9" y="0"/>
                  </a:moveTo>
                  <a:cubicBezTo>
                    <a:pt x="5" y="1"/>
                    <a:pt x="0" y="10"/>
                    <a:pt x="7" y="10"/>
                  </a:cubicBezTo>
                  <a:cubicBezTo>
                    <a:pt x="13" y="10"/>
                    <a:pt x="16" y="1"/>
                    <a:pt x="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7" name="Freeform 4017">
              <a:extLst>
                <a:ext uri="{FF2B5EF4-FFF2-40B4-BE49-F238E27FC236}">
                  <a16:creationId xmlns:a16="http://schemas.microsoft.com/office/drawing/2014/main" id="{149FBD33-AC09-45A1-8A3B-E5D16AC8C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67"/>
              <a:ext cx="22" cy="29"/>
            </a:xfrm>
            <a:custGeom>
              <a:avLst/>
              <a:gdLst>
                <a:gd name="T0" fmla="*/ 64 w 11"/>
                <a:gd name="T1" fmla="*/ 0 h 14"/>
                <a:gd name="T2" fmla="*/ 88 w 11"/>
                <a:gd name="T3" fmla="*/ 4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8" y="0"/>
                  </a:moveTo>
                  <a:cubicBezTo>
                    <a:pt x="0" y="6"/>
                    <a:pt x="7" y="14"/>
                    <a:pt x="11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8" name="Freeform 4018">
              <a:extLst>
                <a:ext uri="{FF2B5EF4-FFF2-40B4-BE49-F238E27FC236}">
                  <a16:creationId xmlns:a16="http://schemas.microsoft.com/office/drawing/2014/main" id="{546FCBC7-A824-4032-8547-5530C0F52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899"/>
              <a:ext cx="10" cy="17"/>
            </a:xfrm>
            <a:custGeom>
              <a:avLst/>
              <a:gdLst>
                <a:gd name="T0" fmla="*/ 32 w 5"/>
                <a:gd name="T1" fmla="*/ 0 h 8"/>
                <a:gd name="T2" fmla="*/ 24 w 5"/>
                <a:gd name="T3" fmla="*/ 0 h 8"/>
                <a:gd name="T4" fmla="*/ 8 w 5"/>
                <a:gd name="T5" fmla="*/ 77 h 8"/>
                <a:gd name="T6" fmla="*/ 32 w 5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0" y="2"/>
                    <a:pt x="0" y="5"/>
                    <a:pt x="1" y="8"/>
                  </a:cubicBezTo>
                  <a:cubicBezTo>
                    <a:pt x="4" y="7"/>
                    <a:pt x="5" y="5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9" name="Freeform 4019">
              <a:extLst>
                <a:ext uri="{FF2B5EF4-FFF2-40B4-BE49-F238E27FC236}">
                  <a16:creationId xmlns:a16="http://schemas.microsoft.com/office/drawing/2014/main" id="{610436AA-523D-48E5-8414-E93C783E0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833"/>
              <a:ext cx="43" cy="29"/>
            </a:xfrm>
            <a:custGeom>
              <a:avLst/>
              <a:gdLst>
                <a:gd name="T0" fmla="*/ 53 w 22"/>
                <a:gd name="T1" fmla="*/ 0 h 14"/>
                <a:gd name="T2" fmla="*/ 68 w 2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4">
                  <a:moveTo>
                    <a:pt x="7" y="0"/>
                  </a:moveTo>
                  <a:cubicBezTo>
                    <a:pt x="0" y="14"/>
                    <a:pt x="22" y="1"/>
                    <a:pt x="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20" name="Freeform 4020">
              <a:extLst>
                <a:ext uri="{FF2B5EF4-FFF2-40B4-BE49-F238E27FC236}">
                  <a16:creationId xmlns:a16="http://schemas.microsoft.com/office/drawing/2014/main" id="{6F5083BF-4AE1-4A2D-9ACE-591DCD52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822"/>
              <a:ext cx="12" cy="15"/>
            </a:xfrm>
            <a:custGeom>
              <a:avLst/>
              <a:gdLst>
                <a:gd name="T0" fmla="*/ 40 w 6"/>
                <a:gd name="T1" fmla="*/ 0 h 7"/>
                <a:gd name="T2" fmla="*/ 8 w 6"/>
                <a:gd name="T3" fmla="*/ 69 h 7"/>
                <a:gd name="T4" fmla="*/ 32 w 6"/>
                <a:gd name="T5" fmla="*/ 0 h 7"/>
                <a:gd name="T6" fmla="*/ 16 w 6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2" y="1"/>
                    <a:pt x="0" y="4"/>
                    <a:pt x="1" y="7"/>
                  </a:cubicBezTo>
                  <a:cubicBezTo>
                    <a:pt x="5" y="7"/>
                    <a:pt x="6" y="3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21" name="Freeform 4021">
              <a:extLst>
                <a:ext uri="{FF2B5EF4-FFF2-40B4-BE49-F238E27FC236}">
                  <a16:creationId xmlns:a16="http://schemas.microsoft.com/office/drawing/2014/main" id="{22B99920-9F6A-46F8-87F6-643644EFD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816"/>
              <a:ext cx="32" cy="23"/>
            </a:xfrm>
            <a:custGeom>
              <a:avLst/>
              <a:gdLst>
                <a:gd name="T0" fmla="*/ 72 w 16"/>
                <a:gd name="T1" fmla="*/ 17 h 11"/>
                <a:gd name="T2" fmla="*/ 48 w 16"/>
                <a:gd name="T3" fmla="*/ 84 h 11"/>
                <a:gd name="T4" fmla="*/ 72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9" y="2"/>
                  </a:moveTo>
                  <a:cubicBezTo>
                    <a:pt x="4" y="1"/>
                    <a:pt x="0" y="8"/>
                    <a:pt x="6" y="9"/>
                  </a:cubicBezTo>
                  <a:cubicBezTo>
                    <a:pt x="11" y="11"/>
                    <a:pt x="16" y="1"/>
                    <a:pt x="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22" name="Freeform 4022">
              <a:extLst>
                <a:ext uri="{FF2B5EF4-FFF2-40B4-BE49-F238E27FC236}">
                  <a16:creationId xmlns:a16="http://schemas.microsoft.com/office/drawing/2014/main" id="{B75E611F-1CE0-42CC-973C-EEE461F02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807"/>
              <a:ext cx="32" cy="28"/>
            </a:xfrm>
            <a:custGeom>
              <a:avLst/>
              <a:gdLst>
                <a:gd name="T0" fmla="*/ 72 w 16"/>
                <a:gd name="T1" fmla="*/ 0 h 13"/>
                <a:gd name="T2" fmla="*/ 48 w 16"/>
                <a:gd name="T3" fmla="*/ 112 h 13"/>
                <a:gd name="T4" fmla="*/ 80 w 16"/>
                <a:gd name="T5" fmla="*/ 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9" y="0"/>
                  </a:moveTo>
                  <a:cubicBezTo>
                    <a:pt x="5" y="1"/>
                    <a:pt x="0" y="9"/>
                    <a:pt x="6" y="11"/>
                  </a:cubicBezTo>
                  <a:cubicBezTo>
                    <a:pt x="10" y="13"/>
                    <a:pt x="16" y="5"/>
                    <a:pt x="10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23" name="Freeform 4023">
              <a:extLst>
                <a:ext uri="{FF2B5EF4-FFF2-40B4-BE49-F238E27FC236}">
                  <a16:creationId xmlns:a16="http://schemas.microsoft.com/office/drawing/2014/main" id="{ADAD0C79-E5CE-4AC8-9CE6-DA616E6DC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709"/>
              <a:ext cx="16" cy="20"/>
            </a:xfrm>
            <a:custGeom>
              <a:avLst/>
              <a:gdLst>
                <a:gd name="T0" fmla="*/ 64 w 8"/>
                <a:gd name="T1" fmla="*/ 0 h 9"/>
                <a:gd name="T2" fmla="*/ 0 w 8"/>
                <a:gd name="T3" fmla="*/ 80 h 9"/>
                <a:gd name="T4" fmla="*/ 64 w 8"/>
                <a:gd name="T5" fmla="*/ 44 h 9"/>
                <a:gd name="T6" fmla="*/ 48 w 8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0" y="3"/>
                    <a:pt x="0" y="7"/>
                  </a:cubicBezTo>
                  <a:cubicBezTo>
                    <a:pt x="3" y="9"/>
                    <a:pt x="7" y="7"/>
                    <a:pt x="8" y="4"/>
                  </a:cubicBezTo>
                  <a:cubicBezTo>
                    <a:pt x="8" y="3"/>
                    <a:pt x="7" y="2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24" name="Freeform 4024">
              <a:extLst>
                <a:ext uri="{FF2B5EF4-FFF2-40B4-BE49-F238E27FC236}">
                  <a16:creationId xmlns:a16="http://schemas.microsoft.com/office/drawing/2014/main" id="{6AF1E780-22AF-4D97-9F46-C6DEE3A4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680"/>
              <a:ext cx="22" cy="36"/>
            </a:xfrm>
            <a:custGeom>
              <a:avLst/>
              <a:gdLst>
                <a:gd name="T0" fmla="*/ 80 w 11"/>
                <a:gd name="T1" fmla="*/ 36 h 17"/>
                <a:gd name="T2" fmla="*/ 32 w 11"/>
                <a:gd name="T3" fmla="*/ 125 h 17"/>
                <a:gd name="T4" fmla="*/ 56 w 11"/>
                <a:gd name="T5" fmla="*/ 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0" y="4"/>
                  </a:moveTo>
                  <a:cubicBezTo>
                    <a:pt x="5" y="0"/>
                    <a:pt x="0" y="11"/>
                    <a:pt x="4" y="13"/>
                  </a:cubicBezTo>
                  <a:cubicBezTo>
                    <a:pt x="10" y="17"/>
                    <a:pt x="11" y="7"/>
                    <a:pt x="7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25" name="Freeform 4025">
              <a:extLst>
                <a:ext uri="{FF2B5EF4-FFF2-40B4-BE49-F238E27FC236}">
                  <a16:creationId xmlns:a16="http://schemas.microsoft.com/office/drawing/2014/main" id="{60E1A36D-DE7B-40ED-9FFE-88AD8EFB3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748"/>
              <a:ext cx="26" cy="23"/>
            </a:xfrm>
            <a:custGeom>
              <a:avLst/>
              <a:gdLst>
                <a:gd name="T0" fmla="*/ 64 w 13"/>
                <a:gd name="T1" fmla="*/ 0 h 11"/>
                <a:gd name="T2" fmla="*/ 40 w 13"/>
                <a:gd name="T3" fmla="*/ 84 h 11"/>
                <a:gd name="T4" fmla="*/ 80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8" y="0"/>
                  </a:moveTo>
                  <a:cubicBezTo>
                    <a:pt x="6" y="1"/>
                    <a:pt x="0" y="8"/>
                    <a:pt x="5" y="9"/>
                  </a:cubicBezTo>
                  <a:cubicBezTo>
                    <a:pt x="10" y="11"/>
                    <a:pt x="13" y="3"/>
                    <a:pt x="10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26" name="Freeform 4026">
              <a:extLst>
                <a:ext uri="{FF2B5EF4-FFF2-40B4-BE49-F238E27FC236}">
                  <a16:creationId xmlns:a16="http://schemas.microsoft.com/office/drawing/2014/main" id="{2CFC7B61-F041-4B1F-B550-64065314F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690"/>
              <a:ext cx="8" cy="13"/>
            </a:xfrm>
            <a:custGeom>
              <a:avLst/>
              <a:gdLst>
                <a:gd name="T0" fmla="*/ 32 w 4"/>
                <a:gd name="T1" fmla="*/ 0 h 6"/>
                <a:gd name="T2" fmla="*/ 0 w 4"/>
                <a:gd name="T3" fmla="*/ 52 h 6"/>
                <a:gd name="T4" fmla="*/ 32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3" y="6"/>
                    <a:pt x="3" y="4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27" name="Freeform 4027">
              <a:extLst>
                <a:ext uri="{FF2B5EF4-FFF2-40B4-BE49-F238E27FC236}">
                  <a16:creationId xmlns:a16="http://schemas.microsoft.com/office/drawing/2014/main" id="{0C2CD497-D0B9-4B69-BA26-D61D74817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699"/>
              <a:ext cx="22" cy="19"/>
            </a:xfrm>
            <a:custGeom>
              <a:avLst/>
              <a:gdLst>
                <a:gd name="T0" fmla="*/ 64 w 11"/>
                <a:gd name="T1" fmla="*/ 8 h 9"/>
                <a:gd name="T2" fmla="*/ 32 w 11"/>
                <a:gd name="T3" fmla="*/ 84 h 9"/>
                <a:gd name="T4" fmla="*/ 48 w 1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8" y="1"/>
                  </a:moveTo>
                  <a:cubicBezTo>
                    <a:pt x="3" y="0"/>
                    <a:pt x="0" y="6"/>
                    <a:pt x="4" y="9"/>
                  </a:cubicBezTo>
                  <a:cubicBezTo>
                    <a:pt x="8" y="8"/>
                    <a:pt x="11" y="3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28" name="Freeform 4028">
              <a:extLst>
                <a:ext uri="{FF2B5EF4-FFF2-40B4-BE49-F238E27FC236}">
                  <a16:creationId xmlns:a16="http://schemas.microsoft.com/office/drawing/2014/main" id="{8FFAED36-F07D-4BCA-BC7E-B1E383380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635"/>
              <a:ext cx="14" cy="13"/>
            </a:xfrm>
            <a:custGeom>
              <a:avLst/>
              <a:gdLst>
                <a:gd name="T0" fmla="*/ 32 w 7"/>
                <a:gd name="T1" fmla="*/ 9 h 6"/>
                <a:gd name="T2" fmla="*/ 8 w 7"/>
                <a:gd name="T3" fmla="*/ 61 h 6"/>
                <a:gd name="T4" fmla="*/ 3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1" y="2"/>
                    <a:pt x="0" y="3"/>
                    <a:pt x="1" y="6"/>
                  </a:cubicBezTo>
                  <a:cubicBezTo>
                    <a:pt x="5" y="6"/>
                    <a:pt x="7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29" name="Freeform 4029">
              <a:extLst>
                <a:ext uri="{FF2B5EF4-FFF2-40B4-BE49-F238E27FC236}">
                  <a16:creationId xmlns:a16="http://schemas.microsoft.com/office/drawing/2014/main" id="{282B4842-1483-4A7F-830E-8CE5117C1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29"/>
              <a:ext cx="24" cy="21"/>
            </a:xfrm>
            <a:custGeom>
              <a:avLst/>
              <a:gdLst>
                <a:gd name="T0" fmla="*/ 72 w 12"/>
                <a:gd name="T1" fmla="*/ 0 h 10"/>
                <a:gd name="T2" fmla="*/ 48 w 12"/>
                <a:gd name="T3" fmla="*/ 84 h 10"/>
                <a:gd name="T4" fmla="*/ 72 w 12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9" y="0"/>
                  </a:moveTo>
                  <a:cubicBezTo>
                    <a:pt x="6" y="1"/>
                    <a:pt x="0" y="9"/>
                    <a:pt x="6" y="9"/>
                  </a:cubicBezTo>
                  <a:cubicBezTo>
                    <a:pt x="10" y="10"/>
                    <a:pt x="12" y="3"/>
                    <a:pt x="9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30" name="Freeform 4030">
              <a:extLst>
                <a:ext uri="{FF2B5EF4-FFF2-40B4-BE49-F238E27FC236}">
                  <a16:creationId xmlns:a16="http://schemas.microsoft.com/office/drawing/2014/main" id="{288A714F-5819-48F7-8800-4C7F555AE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567"/>
              <a:ext cx="16" cy="19"/>
            </a:xfrm>
            <a:custGeom>
              <a:avLst/>
              <a:gdLst>
                <a:gd name="T0" fmla="*/ 32 w 8"/>
                <a:gd name="T1" fmla="*/ 0 h 9"/>
                <a:gd name="T2" fmla="*/ 32 w 8"/>
                <a:gd name="T3" fmla="*/ 68 h 9"/>
                <a:gd name="T4" fmla="*/ 32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1" y="2"/>
                    <a:pt x="0" y="9"/>
                    <a:pt x="4" y="7"/>
                  </a:cubicBezTo>
                  <a:cubicBezTo>
                    <a:pt x="8" y="6"/>
                    <a:pt x="7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31" name="Freeform 4031">
              <a:extLst>
                <a:ext uri="{FF2B5EF4-FFF2-40B4-BE49-F238E27FC236}">
                  <a16:creationId xmlns:a16="http://schemas.microsoft.com/office/drawing/2014/main" id="{8001796E-22FF-4854-ACBF-0A60D33A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624"/>
              <a:ext cx="52" cy="30"/>
            </a:xfrm>
            <a:custGeom>
              <a:avLst/>
              <a:gdLst>
                <a:gd name="T0" fmla="*/ 80 w 26"/>
                <a:gd name="T1" fmla="*/ 28 h 14"/>
                <a:gd name="T2" fmla="*/ 104 w 2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10" y="3"/>
                  </a:moveTo>
                  <a:cubicBezTo>
                    <a:pt x="0" y="14"/>
                    <a:pt x="26" y="8"/>
                    <a:pt x="1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32" name="Freeform 4032">
              <a:extLst>
                <a:ext uri="{FF2B5EF4-FFF2-40B4-BE49-F238E27FC236}">
                  <a16:creationId xmlns:a16="http://schemas.microsoft.com/office/drawing/2014/main" id="{C666C763-96B9-43D2-8EF4-30F3FFE03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267"/>
              <a:ext cx="22" cy="23"/>
            </a:xfrm>
            <a:custGeom>
              <a:avLst/>
              <a:gdLst>
                <a:gd name="T0" fmla="*/ 24 w 11"/>
                <a:gd name="T1" fmla="*/ 36 h 11"/>
                <a:gd name="T2" fmla="*/ 16 w 11"/>
                <a:gd name="T3" fmla="*/ 100 h 11"/>
                <a:gd name="T4" fmla="*/ 40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3" y="4"/>
                  </a:moveTo>
                  <a:cubicBezTo>
                    <a:pt x="2" y="7"/>
                    <a:pt x="0" y="8"/>
                    <a:pt x="2" y="11"/>
                  </a:cubicBezTo>
                  <a:cubicBezTo>
                    <a:pt x="7" y="9"/>
                    <a:pt x="11" y="2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33" name="Freeform 4033">
              <a:extLst>
                <a:ext uri="{FF2B5EF4-FFF2-40B4-BE49-F238E27FC236}">
                  <a16:creationId xmlns:a16="http://schemas.microsoft.com/office/drawing/2014/main" id="{46124D42-126F-46D9-BDFE-E4D421B3A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322"/>
              <a:ext cx="22" cy="30"/>
            </a:xfrm>
            <a:custGeom>
              <a:avLst/>
              <a:gdLst>
                <a:gd name="T0" fmla="*/ 40 w 11"/>
                <a:gd name="T1" fmla="*/ 51 h 14"/>
                <a:gd name="T2" fmla="*/ 16 w 11"/>
                <a:gd name="T3" fmla="*/ 137 h 14"/>
                <a:gd name="T4" fmla="*/ 64 w 11"/>
                <a:gd name="T5" fmla="*/ 9 h 14"/>
                <a:gd name="T6" fmla="*/ 40 w 11"/>
                <a:gd name="T7" fmla="*/ 1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5" y="5"/>
                  </a:moveTo>
                  <a:cubicBezTo>
                    <a:pt x="1" y="7"/>
                    <a:pt x="0" y="10"/>
                    <a:pt x="2" y="14"/>
                  </a:cubicBezTo>
                  <a:cubicBezTo>
                    <a:pt x="8" y="13"/>
                    <a:pt x="11" y="6"/>
                    <a:pt x="8" y="1"/>
                  </a:cubicBezTo>
                  <a:cubicBezTo>
                    <a:pt x="6" y="0"/>
                    <a:pt x="6" y="1"/>
                    <a:pt x="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34" name="Freeform 4034">
              <a:extLst>
                <a:ext uri="{FF2B5EF4-FFF2-40B4-BE49-F238E27FC236}">
                  <a16:creationId xmlns:a16="http://schemas.microsoft.com/office/drawing/2014/main" id="{126DFF94-770D-4FE1-AC29-DD0B46628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247"/>
              <a:ext cx="32" cy="39"/>
            </a:xfrm>
            <a:custGeom>
              <a:avLst/>
              <a:gdLst>
                <a:gd name="T0" fmla="*/ 32 w 16"/>
                <a:gd name="T1" fmla="*/ 72 h 18"/>
                <a:gd name="T2" fmla="*/ 16 w 16"/>
                <a:gd name="T3" fmla="*/ 156 h 18"/>
                <a:gd name="T4" fmla="*/ 48 w 16"/>
                <a:gd name="T5" fmla="*/ 5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4" y="7"/>
                  </a:moveTo>
                  <a:cubicBezTo>
                    <a:pt x="1" y="10"/>
                    <a:pt x="0" y="12"/>
                    <a:pt x="2" y="15"/>
                  </a:cubicBezTo>
                  <a:cubicBezTo>
                    <a:pt x="14" y="18"/>
                    <a:pt x="16" y="0"/>
                    <a:pt x="6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35" name="Freeform 4035">
              <a:extLst>
                <a:ext uri="{FF2B5EF4-FFF2-40B4-BE49-F238E27FC236}">
                  <a16:creationId xmlns:a16="http://schemas.microsoft.com/office/drawing/2014/main" id="{26BE0376-59CF-4D19-BB24-73F5CD995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318"/>
              <a:ext cx="26" cy="34"/>
            </a:xfrm>
            <a:custGeom>
              <a:avLst/>
              <a:gdLst>
                <a:gd name="T0" fmla="*/ 72 w 13"/>
                <a:gd name="T1" fmla="*/ 40 h 16"/>
                <a:gd name="T2" fmla="*/ 48 w 13"/>
                <a:gd name="T3" fmla="*/ 153 h 16"/>
                <a:gd name="T4" fmla="*/ 72 w 13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9" y="4"/>
                  </a:moveTo>
                  <a:cubicBezTo>
                    <a:pt x="1" y="0"/>
                    <a:pt x="0" y="13"/>
                    <a:pt x="6" y="16"/>
                  </a:cubicBezTo>
                  <a:cubicBezTo>
                    <a:pt x="11" y="12"/>
                    <a:pt x="13" y="7"/>
                    <a:pt x="9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36" name="Freeform 4036">
              <a:extLst>
                <a:ext uri="{FF2B5EF4-FFF2-40B4-BE49-F238E27FC236}">
                  <a16:creationId xmlns:a16="http://schemas.microsoft.com/office/drawing/2014/main" id="{5764E14B-2D15-4B98-8408-7B7E41A8C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320"/>
              <a:ext cx="10" cy="15"/>
            </a:xfrm>
            <a:custGeom>
              <a:avLst/>
              <a:gdLst>
                <a:gd name="T0" fmla="*/ 8 w 5"/>
                <a:gd name="T1" fmla="*/ 0 h 7"/>
                <a:gd name="T2" fmla="*/ 0 w 5"/>
                <a:gd name="T3" fmla="*/ 69 h 7"/>
                <a:gd name="T4" fmla="*/ 40 w 5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5" y="7"/>
                    <a:pt x="4" y="5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37" name="Freeform 4037">
              <a:extLst>
                <a:ext uri="{FF2B5EF4-FFF2-40B4-BE49-F238E27FC236}">
                  <a16:creationId xmlns:a16="http://schemas.microsoft.com/office/drawing/2014/main" id="{ED24BD83-7E83-4008-8506-BD9DA0FDE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339"/>
              <a:ext cx="20" cy="21"/>
            </a:xfrm>
            <a:custGeom>
              <a:avLst/>
              <a:gdLst>
                <a:gd name="T0" fmla="*/ 40 w 10"/>
                <a:gd name="T1" fmla="*/ 8 h 10"/>
                <a:gd name="T2" fmla="*/ 24 w 10"/>
                <a:gd name="T3" fmla="*/ 92 h 10"/>
                <a:gd name="T4" fmla="*/ 48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1"/>
                  </a:moveTo>
                  <a:cubicBezTo>
                    <a:pt x="1" y="4"/>
                    <a:pt x="0" y="7"/>
                    <a:pt x="3" y="10"/>
                  </a:cubicBezTo>
                  <a:cubicBezTo>
                    <a:pt x="8" y="8"/>
                    <a:pt x="10" y="4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38" name="Freeform 4038">
              <a:extLst>
                <a:ext uri="{FF2B5EF4-FFF2-40B4-BE49-F238E27FC236}">
                  <a16:creationId xmlns:a16="http://schemas.microsoft.com/office/drawing/2014/main" id="{03600E24-5423-468F-AF7E-A33C5055D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375"/>
              <a:ext cx="20" cy="23"/>
            </a:xfrm>
            <a:custGeom>
              <a:avLst/>
              <a:gdLst>
                <a:gd name="T0" fmla="*/ 40 w 10"/>
                <a:gd name="T1" fmla="*/ 0 h 11"/>
                <a:gd name="T2" fmla="*/ 16 w 10"/>
                <a:gd name="T3" fmla="*/ 100 h 11"/>
                <a:gd name="T4" fmla="*/ 80 w 10"/>
                <a:gd name="T5" fmla="*/ 17 h 11"/>
                <a:gd name="T6" fmla="*/ 56 w 10"/>
                <a:gd name="T7" fmla="*/ 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2" y="3"/>
                    <a:pt x="0" y="7"/>
                    <a:pt x="2" y="11"/>
                  </a:cubicBezTo>
                  <a:cubicBezTo>
                    <a:pt x="6" y="9"/>
                    <a:pt x="9" y="6"/>
                    <a:pt x="10" y="2"/>
                  </a:cubicBezTo>
                  <a:cubicBezTo>
                    <a:pt x="9" y="2"/>
                    <a:pt x="8" y="2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39" name="Freeform 4039">
              <a:extLst>
                <a:ext uri="{FF2B5EF4-FFF2-40B4-BE49-F238E27FC236}">
                  <a16:creationId xmlns:a16="http://schemas.microsoft.com/office/drawing/2014/main" id="{40F10370-D7F5-40B0-B0C7-8293630E0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386"/>
              <a:ext cx="26" cy="29"/>
            </a:xfrm>
            <a:custGeom>
              <a:avLst/>
              <a:gdLst>
                <a:gd name="T0" fmla="*/ 40 w 13"/>
                <a:gd name="T1" fmla="*/ 8 h 14"/>
                <a:gd name="T2" fmla="*/ 32 w 13"/>
                <a:gd name="T3" fmla="*/ 124 h 14"/>
                <a:gd name="T4" fmla="*/ 48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5" y="1"/>
                  </a:moveTo>
                  <a:cubicBezTo>
                    <a:pt x="1" y="5"/>
                    <a:pt x="0" y="10"/>
                    <a:pt x="4" y="14"/>
                  </a:cubicBezTo>
                  <a:cubicBezTo>
                    <a:pt x="9" y="11"/>
                    <a:pt x="13" y="3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40" name="Freeform 4040">
              <a:extLst>
                <a:ext uri="{FF2B5EF4-FFF2-40B4-BE49-F238E27FC236}">
                  <a16:creationId xmlns:a16="http://schemas.microsoft.com/office/drawing/2014/main" id="{132DF10A-D1CC-4B59-9B01-02D3C09F1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320"/>
              <a:ext cx="15" cy="23"/>
            </a:xfrm>
            <a:custGeom>
              <a:avLst/>
              <a:gdLst>
                <a:gd name="T0" fmla="*/ 28 w 8"/>
                <a:gd name="T1" fmla="*/ 27 h 11"/>
                <a:gd name="T2" fmla="*/ 8 w 8"/>
                <a:gd name="T3" fmla="*/ 100 h 11"/>
                <a:gd name="T4" fmla="*/ 53 w 8"/>
                <a:gd name="T5" fmla="*/ 8 h 11"/>
                <a:gd name="T6" fmla="*/ 32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4" y="3"/>
                  </a:moveTo>
                  <a:cubicBezTo>
                    <a:pt x="2" y="6"/>
                    <a:pt x="0" y="8"/>
                    <a:pt x="1" y="11"/>
                  </a:cubicBezTo>
                  <a:cubicBezTo>
                    <a:pt x="6" y="10"/>
                    <a:pt x="8" y="6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41" name="Freeform 4041">
              <a:extLst>
                <a:ext uri="{FF2B5EF4-FFF2-40B4-BE49-F238E27FC236}">
                  <a16:creationId xmlns:a16="http://schemas.microsoft.com/office/drawing/2014/main" id="{907F782C-47F4-4DDE-B5AB-132F0DA44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264"/>
              <a:ext cx="10" cy="20"/>
            </a:xfrm>
            <a:custGeom>
              <a:avLst/>
              <a:gdLst>
                <a:gd name="T0" fmla="*/ 8 w 5"/>
                <a:gd name="T1" fmla="*/ 20 h 9"/>
                <a:gd name="T2" fmla="*/ 8 w 5"/>
                <a:gd name="T3" fmla="*/ 98 h 9"/>
                <a:gd name="T4" fmla="*/ 24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2"/>
                  </a:moveTo>
                  <a:cubicBezTo>
                    <a:pt x="0" y="5"/>
                    <a:pt x="0" y="6"/>
                    <a:pt x="1" y="9"/>
                  </a:cubicBezTo>
                  <a:cubicBezTo>
                    <a:pt x="4" y="7"/>
                    <a:pt x="5" y="4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42" name="Freeform 4042">
              <a:extLst>
                <a:ext uri="{FF2B5EF4-FFF2-40B4-BE49-F238E27FC236}">
                  <a16:creationId xmlns:a16="http://schemas.microsoft.com/office/drawing/2014/main" id="{64D7DEBD-64C3-40EC-A3DA-112286D99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196"/>
              <a:ext cx="30" cy="28"/>
            </a:xfrm>
            <a:custGeom>
              <a:avLst/>
              <a:gdLst>
                <a:gd name="T0" fmla="*/ 56 w 15"/>
                <a:gd name="T1" fmla="*/ 9 h 13"/>
                <a:gd name="T2" fmla="*/ 96 w 15"/>
                <a:gd name="T3" fmla="*/ 19 h 13"/>
                <a:gd name="T4" fmla="*/ 72 w 15"/>
                <a:gd name="T5" fmla="*/ 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7" y="1"/>
                  </a:moveTo>
                  <a:cubicBezTo>
                    <a:pt x="0" y="11"/>
                    <a:pt x="15" y="13"/>
                    <a:pt x="12" y="2"/>
                  </a:cubicBezTo>
                  <a:cubicBezTo>
                    <a:pt x="11" y="0"/>
                    <a:pt x="10" y="0"/>
                    <a:pt x="9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43" name="Freeform 4043">
              <a:extLst>
                <a:ext uri="{FF2B5EF4-FFF2-40B4-BE49-F238E27FC236}">
                  <a16:creationId xmlns:a16="http://schemas.microsoft.com/office/drawing/2014/main" id="{A015352D-8EFB-4059-B39D-1DB93A43E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169"/>
              <a:ext cx="18" cy="17"/>
            </a:xfrm>
            <a:custGeom>
              <a:avLst/>
              <a:gdLst>
                <a:gd name="T0" fmla="*/ 32 w 9"/>
                <a:gd name="T1" fmla="*/ 0 h 8"/>
                <a:gd name="T2" fmla="*/ 8 w 9"/>
                <a:gd name="T3" fmla="*/ 77 h 8"/>
                <a:gd name="T4" fmla="*/ 40 w 9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2" y="3"/>
                    <a:pt x="0" y="5"/>
                    <a:pt x="1" y="8"/>
                  </a:cubicBezTo>
                  <a:cubicBezTo>
                    <a:pt x="6" y="8"/>
                    <a:pt x="9" y="4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44" name="Freeform 4044">
              <a:extLst>
                <a:ext uri="{FF2B5EF4-FFF2-40B4-BE49-F238E27FC236}">
                  <a16:creationId xmlns:a16="http://schemas.microsoft.com/office/drawing/2014/main" id="{71BE09B8-31A7-4B4D-9624-25F285B2A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218"/>
              <a:ext cx="14" cy="17"/>
            </a:xfrm>
            <a:custGeom>
              <a:avLst/>
              <a:gdLst>
                <a:gd name="T0" fmla="*/ 48 w 7"/>
                <a:gd name="T1" fmla="*/ 19 h 8"/>
                <a:gd name="T2" fmla="*/ 32 w 7"/>
                <a:gd name="T3" fmla="*/ 9 h 8"/>
                <a:gd name="T4" fmla="*/ 0 w 7"/>
                <a:gd name="T5" fmla="*/ 77 h 8"/>
                <a:gd name="T6" fmla="*/ 48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2"/>
                    <a:pt x="4" y="1"/>
                    <a:pt x="4" y="1"/>
                  </a:cubicBezTo>
                  <a:cubicBezTo>
                    <a:pt x="1" y="3"/>
                    <a:pt x="0" y="5"/>
                    <a:pt x="0" y="8"/>
                  </a:cubicBezTo>
                  <a:cubicBezTo>
                    <a:pt x="4" y="8"/>
                    <a:pt x="7" y="4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45" name="Freeform 4045">
              <a:extLst>
                <a:ext uri="{FF2B5EF4-FFF2-40B4-BE49-F238E27FC236}">
                  <a16:creationId xmlns:a16="http://schemas.microsoft.com/office/drawing/2014/main" id="{F35B0A9C-E142-45D3-AF8B-1C5AD6E81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271"/>
              <a:ext cx="16" cy="17"/>
            </a:xfrm>
            <a:custGeom>
              <a:avLst/>
              <a:gdLst>
                <a:gd name="T0" fmla="*/ 32 w 8"/>
                <a:gd name="T1" fmla="*/ 9 h 8"/>
                <a:gd name="T2" fmla="*/ 16 w 8"/>
                <a:gd name="T3" fmla="*/ 77 h 8"/>
                <a:gd name="T4" fmla="*/ 4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1" y="3"/>
                    <a:pt x="0" y="5"/>
                    <a:pt x="2" y="8"/>
                  </a:cubicBezTo>
                  <a:cubicBezTo>
                    <a:pt x="6" y="7"/>
                    <a:pt x="8" y="4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46" name="Freeform 4046">
              <a:extLst>
                <a:ext uri="{FF2B5EF4-FFF2-40B4-BE49-F238E27FC236}">
                  <a16:creationId xmlns:a16="http://schemas.microsoft.com/office/drawing/2014/main" id="{0B94A5B6-563C-4AA7-AFFA-2F352A873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345"/>
              <a:ext cx="14" cy="24"/>
            </a:xfrm>
            <a:custGeom>
              <a:avLst/>
              <a:gdLst>
                <a:gd name="T0" fmla="*/ 24 w 7"/>
                <a:gd name="T1" fmla="*/ 0 h 11"/>
                <a:gd name="T2" fmla="*/ 24 w 7"/>
                <a:gd name="T3" fmla="*/ 113 h 11"/>
                <a:gd name="T4" fmla="*/ 40 w 7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3" y="0"/>
                  </a:moveTo>
                  <a:cubicBezTo>
                    <a:pt x="0" y="4"/>
                    <a:pt x="0" y="8"/>
                    <a:pt x="3" y="11"/>
                  </a:cubicBezTo>
                  <a:cubicBezTo>
                    <a:pt x="7" y="10"/>
                    <a:pt x="7" y="7"/>
                    <a:pt x="5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47" name="Freeform 4047">
              <a:extLst>
                <a:ext uri="{FF2B5EF4-FFF2-40B4-BE49-F238E27FC236}">
                  <a16:creationId xmlns:a16="http://schemas.microsoft.com/office/drawing/2014/main" id="{78BD0D5D-A044-4B03-9A35-D9761CC88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347"/>
              <a:ext cx="8" cy="11"/>
            </a:xfrm>
            <a:custGeom>
              <a:avLst/>
              <a:gdLst>
                <a:gd name="T0" fmla="*/ 8 w 4"/>
                <a:gd name="T1" fmla="*/ 20 h 5"/>
                <a:gd name="T2" fmla="*/ 0 w 4"/>
                <a:gd name="T3" fmla="*/ 53 h 5"/>
                <a:gd name="T4" fmla="*/ 32 w 4"/>
                <a:gd name="T5" fmla="*/ 0 h 5"/>
                <a:gd name="T6" fmla="*/ 8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3"/>
                    <a:pt x="3" y="3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48" name="Freeform 4048">
              <a:extLst>
                <a:ext uri="{FF2B5EF4-FFF2-40B4-BE49-F238E27FC236}">
                  <a16:creationId xmlns:a16="http://schemas.microsoft.com/office/drawing/2014/main" id="{8748CD0C-38A8-447F-9E27-58512063A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426"/>
              <a:ext cx="17" cy="19"/>
            </a:xfrm>
            <a:custGeom>
              <a:avLst/>
              <a:gdLst>
                <a:gd name="T0" fmla="*/ 28 w 9"/>
                <a:gd name="T1" fmla="*/ 0 h 9"/>
                <a:gd name="T2" fmla="*/ 21 w 9"/>
                <a:gd name="T3" fmla="*/ 84 h 9"/>
                <a:gd name="T4" fmla="*/ 60 w 9"/>
                <a:gd name="T5" fmla="*/ 17 h 9"/>
                <a:gd name="T6" fmla="*/ 40 w 9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1" y="4"/>
                    <a:pt x="0" y="7"/>
                    <a:pt x="3" y="9"/>
                  </a:cubicBezTo>
                  <a:cubicBezTo>
                    <a:pt x="7" y="9"/>
                    <a:pt x="9" y="6"/>
                    <a:pt x="9" y="2"/>
                  </a:cubicBezTo>
                  <a:cubicBezTo>
                    <a:pt x="8" y="2"/>
                    <a:pt x="7" y="2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49" name="Freeform 4049">
              <a:extLst>
                <a:ext uri="{FF2B5EF4-FFF2-40B4-BE49-F238E27FC236}">
                  <a16:creationId xmlns:a16="http://schemas.microsoft.com/office/drawing/2014/main" id="{48366771-09A8-4A53-9769-0854846A9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498"/>
              <a:ext cx="20" cy="20"/>
            </a:xfrm>
            <a:custGeom>
              <a:avLst/>
              <a:gdLst>
                <a:gd name="T0" fmla="*/ 0 w 10"/>
                <a:gd name="T1" fmla="*/ 9 h 9"/>
                <a:gd name="T2" fmla="*/ 24 w 10"/>
                <a:gd name="T3" fmla="*/ 98 h 9"/>
                <a:gd name="T4" fmla="*/ 4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1"/>
                  </a:moveTo>
                  <a:cubicBezTo>
                    <a:pt x="0" y="4"/>
                    <a:pt x="1" y="7"/>
                    <a:pt x="3" y="9"/>
                  </a:cubicBezTo>
                  <a:cubicBezTo>
                    <a:pt x="8" y="8"/>
                    <a:pt x="10" y="4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50" name="Freeform 4050">
              <a:extLst>
                <a:ext uri="{FF2B5EF4-FFF2-40B4-BE49-F238E27FC236}">
                  <a16:creationId xmlns:a16="http://schemas.microsoft.com/office/drawing/2014/main" id="{D8A29318-DB10-4678-91B9-55F48E98E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473"/>
              <a:ext cx="18" cy="21"/>
            </a:xfrm>
            <a:custGeom>
              <a:avLst/>
              <a:gdLst>
                <a:gd name="T0" fmla="*/ 8 w 9"/>
                <a:gd name="T1" fmla="*/ 17 h 10"/>
                <a:gd name="T2" fmla="*/ 8 w 9"/>
                <a:gd name="T3" fmla="*/ 92 h 10"/>
                <a:gd name="T4" fmla="*/ 16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2"/>
                  </a:moveTo>
                  <a:cubicBezTo>
                    <a:pt x="0" y="5"/>
                    <a:pt x="0" y="8"/>
                    <a:pt x="1" y="10"/>
                  </a:cubicBezTo>
                  <a:cubicBezTo>
                    <a:pt x="7" y="9"/>
                    <a:pt x="9" y="0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51" name="Freeform 4051">
              <a:extLst>
                <a:ext uri="{FF2B5EF4-FFF2-40B4-BE49-F238E27FC236}">
                  <a16:creationId xmlns:a16="http://schemas.microsoft.com/office/drawing/2014/main" id="{D98498B1-BFBC-4D21-98D9-6568B17E0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466"/>
              <a:ext cx="18" cy="26"/>
            </a:xfrm>
            <a:custGeom>
              <a:avLst/>
              <a:gdLst>
                <a:gd name="T0" fmla="*/ 8 w 9"/>
                <a:gd name="T1" fmla="*/ 61 h 12"/>
                <a:gd name="T2" fmla="*/ 16 w 9"/>
                <a:gd name="T3" fmla="*/ 121 h 12"/>
                <a:gd name="T4" fmla="*/ 32 w 9"/>
                <a:gd name="T5" fmla="*/ 0 h 12"/>
                <a:gd name="T6" fmla="*/ 0 w 9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1" y="6"/>
                  </a:moveTo>
                  <a:cubicBezTo>
                    <a:pt x="1" y="9"/>
                    <a:pt x="1" y="11"/>
                    <a:pt x="2" y="12"/>
                  </a:cubicBezTo>
                  <a:cubicBezTo>
                    <a:pt x="7" y="11"/>
                    <a:pt x="9" y="5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52" name="Freeform 4052">
              <a:extLst>
                <a:ext uri="{FF2B5EF4-FFF2-40B4-BE49-F238E27FC236}">
                  <a16:creationId xmlns:a16="http://schemas.microsoft.com/office/drawing/2014/main" id="{6BDA7FA4-5A73-449B-BE1F-EA93BA22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471"/>
              <a:ext cx="10" cy="15"/>
            </a:xfrm>
            <a:custGeom>
              <a:avLst/>
              <a:gdLst>
                <a:gd name="T0" fmla="*/ 8 w 5"/>
                <a:gd name="T1" fmla="*/ 0 h 7"/>
                <a:gd name="T2" fmla="*/ 32 w 5"/>
                <a:gd name="T3" fmla="*/ 69 h 7"/>
                <a:gd name="T4" fmla="*/ 16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4"/>
                    <a:pt x="0" y="7"/>
                    <a:pt x="4" y="7"/>
                  </a:cubicBezTo>
                  <a:cubicBezTo>
                    <a:pt x="5" y="4"/>
                    <a:pt x="4" y="3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53" name="Freeform 4053">
              <a:extLst>
                <a:ext uri="{FF2B5EF4-FFF2-40B4-BE49-F238E27FC236}">
                  <a16:creationId xmlns:a16="http://schemas.microsoft.com/office/drawing/2014/main" id="{C426F77D-7837-4770-B16C-A6E34FF1C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407"/>
              <a:ext cx="12" cy="19"/>
            </a:xfrm>
            <a:custGeom>
              <a:avLst/>
              <a:gdLst>
                <a:gd name="T0" fmla="*/ 24 w 6"/>
                <a:gd name="T1" fmla="*/ 0 h 9"/>
                <a:gd name="T2" fmla="*/ 8 w 6"/>
                <a:gd name="T3" fmla="*/ 84 h 9"/>
                <a:gd name="T4" fmla="*/ 32 w 6"/>
                <a:gd name="T5" fmla="*/ 0 h 9"/>
                <a:gd name="T6" fmla="*/ 0 w 6"/>
                <a:gd name="T7" fmla="*/ 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5" y="8"/>
                    <a:pt x="6" y="4"/>
                    <a:pt x="4" y="0"/>
                  </a:cubicBez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54" name="Freeform 4054">
              <a:extLst>
                <a:ext uri="{FF2B5EF4-FFF2-40B4-BE49-F238E27FC236}">
                  <a16:creationId xmlns:a16="http://schemas.microsoft.com/office/drawing/2014/main" id="{6CAA9D4A-4277-41DA-A67D-9DF650D7F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411"/>
              <a:ext cx="54" cy="38"/>
            </a:xfrm>
            <a:custGeom>
              <a:avLst/>
              <a:gdLst>
                <a:gd name="T0" fmla="*/ 64 w 27"/>
                <a:gd name="T1" fmla="*/ 0 h 18"/>
                <a:gd name="T2" fmla="*/ 88 w 2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8" y="0"/>
                  </a:moveTo>
                  <a:cubicBezTo>
                    <a:pt x="0" y="18"/>
                    <a:pt x="27" y="2"/>
                    <a:pt x="1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55" name="Freeform 4055">
              <a:extLst>
                <a:ext uri="{FF2B5EF4-FFF2-40B4-BE49-F238E27FC236}">
                  <a16:creationId xmlns:a16="http://schemas.microsoft.com/office/drawing/2014/main" id="{B5260B78-F337-40F6-9F5F-C4CFD3AAE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492"/>
              <a:ext cx="26" cy="26"/>
            </a:xfrm>
            <a:custGeom>
              <a:avLst/>
              <a:gdLst>
                <a:gd name="T0" fmla="*/ 24 w 13"/>
                <a:gd name="T1" fmla="*/ 9 h 12"/>
                <a:gd name="T2" fmla="*/ 40 w 13"/>
                <a:gd name="T3" fmla="*/ 121 h 12"/>
                <a:gd name="T4" fmla="*/ 40 w 13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3" y="1"/>
                  </a:moveTo>
                  <a:cubicBezTo>
                    <a:pt x="0" y="6"/>
                    <a:pt x="0" y="10"/>
                    <a:pt x="5" y="12"/>
                  </a:cubicBezTo>
                  <a:cubicBezTo>
                    <a:pt x="9" y="9"/>
                    <a:pt x="13" y="0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56" name="Freeform 4056">
              <a:extLst>
                <a:ext uri="{FF2B5EF4-FFF2-40B4-BE49-F238E27FC236}">
                  <a16:creationId xmlns:a16="http://schemas.microsoft.com/office/drawing/2014/main" id="{57FBD428-53CB-42AC-AD6E-03EB8AC8C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486"/>
              <a:ext cx="16" cy="17"/>
            </a:xfrm>
            <a:custGeom>
              <a:avLst/>
              <a:gdLst>
                <a:gd name="T0" fmla="*/ 40 w 8"/>
                <a:gd name="T1" fmla="*/ 0 h 8"/>
                <a:gd name="T2" fmla="*/ 0 w 8"/>
                <a:gd name="T3" fmla="*/ 77 h 8"/>
                <a:gd name="T4" fmla="*/ 56 w 8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1" y="1"/>
                    <a:pt x="0" y="3"/>
                    <a:pt x="0" y="8"/>
                  </a:cubicBezTo>
                  <a:cubicBezTo>
                    <a:pt x="5" y="8"/>
                    <a:pt x="8" y="5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57" name="Freeform 4057">
              <a:extLst>
                <a:ext uri="{FF2B5EF4-FFF2-40B4-BE49-F238E27FC236}">
                  <a16:creationId xmlns:a16="http://schemas.microsoft.com/office/drawing/2014/main" id="{C0641884-9C6A-4E47-8A3D-FA3386997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569"/>
              <a:ext cx="62" cy="36"/>
            </a:xfrm>
            <a:custGeom>
              <a:avLst/>
              <a:gdLst>
                <a:gd name="T0" fmla="*/ 96 w 31"/>
                <a:gd name="T1" fmla="*/ 0 h 17"/>
                <a:gd name="T2" fmla="*/ 120 w 31"/>
                <a:gd name="T3" fmla="*/ 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7">
                  <a:moveTo>
                    <a:pt x="12" y="0"/>
                  </a:moveTo>
                  <a:cubicBezTo>
                    <a:pt x="0" y="17"/>
                    <a:pt x="31" y="6"/>
                    <a:pt x="1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58" name="Freeform 4058">
              <a:extLst>
                <a:ext uri="{FF2B5EF4-FFF2-40B4-BE49-F238E27FC236}">
                  <a16:creationId xmlns:a16="http://schemas.microsoft.com/office/drawing/2014/main" id="{78CDBA4D-979B-4D7B-B7CD-4D687166F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573"/>
              <a:ext cx="12" cy="15"/>
            </a:xfrm>
            <a:custGeom>
              <a:avLst/>
              <a:gdLst>
                <a:gd name="T0" fmla="*/ 16 w 6"/>
                <a:gd name="T1" fmla="*/ 0 h 7"/>
                <a:gd name="T2" fmla="*/ 16 w 6"/>
                <a:gd name="T3" fmla="*/ 69 h 7"/>
                <a:gd name="T4" fmla="*/ 40 w 6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6" y="7"/>
                    <a:pt x="6" y="5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59" name="Freeform 4059">
              <a:extLst>
                <a:ext uri="{FF2B5EF4-FFF2-40B4-BE49-F238E27FC236}">
                  <a16:creationId xmlns:a16="http://schemas.microsoft.com/office/drawing/2014/main" id="{E79F684B-B198-435F-A402-08FD35130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556"/>
              <a:ext cx="16" cy="15"/>
            </a:xfrm>
            <a:custGeom>
              <a:avLst/>
              <a:gdLst>
                <a:gd name="T0" fmla="*/ 24 w 8"/>
                <a:gd name="T1" fmla="*/ 9 h 7"/>
                <a:gd name="T2" fmla="*/ 8 w 8"/>
                <a:gd name="T3" fmla="*/ 19 h 7"/>
                <a:gd name="T4" fmla="*/ 16 w 8"/>
                <a:gd name="T5" fmla="*/ 69 h 7"/>
                <a:gd name="T6" fmla="*/ 32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0" y="5"/>
                    <a:pt x="2" y="7"/>
                  </a:cubicBezTo>
                  <a:cubicBezTo>
                    <a:pt x="5" y="4"/>
                    <a:pt x="8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60" name="Freeform 4060">
              <a:extLst>
                <a:ext uri="{FF2B5EF4-FFF2-40B4-BE49-F238E27FC236}">
                  <a16:creationId xmlns:a16="http://schemas.microsoft.com/office/drawing/2014/main" id="{59434C73-4F24-4F03-9F31-9D55F66C7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560"/>
              <a:ext cx="42" cy="36"/>
            </a:xfrm>
            <a:custGeom>
              <a:avLst/>
              <a:gdLst>
                <a:gd name="T0" fmla="*/ 136 w 21"/>
                <a:gd name="T1" fmla="*/ 0 h 17"/>
                <a:gd name="T2" fmla="*/ 152 w 21"/>
                <a:gd name="T3" fmla="*/ 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17" y="0"/>
                  </a:moveTo>
                  <a:cubicBezTo>
                    <a:pt x="0" y="4"/>
                    <a:pt x="21" y="17"/>
                    <a:pt x="19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61" name="Freeform 4061">
              <a:extLst>
                <a:ext uri="{FF2B5EF4-FFF2-40B4-BE49-F238E27FC236}">
                  <a16:creationId xmlns:a16="http://schemas.microsoft.com/office/drawing/2014/main" id="{067BCCF5-A5C1-4C2B-AE72-21ACDAE1F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566"/>
              <a:ext cx="24" cy="24"/>
            </a:xfrm>
            <a:custGeom>
              <a:avLst/>
              <a:gdLst>
                <a:gd name="T0" fmla="*/ 56 w 12"/>
                <a:gd name="T1" fmla="*/ 0 h 11"/>
                <a:gd name="T2" fmla="*/ 40 w 12"/>
                <a:gd name="T3" fmla="*/ 113 h 11"/>
                <a:gd name="T4" fmla="*/ 64 w 12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7" y="0"/>
                  </a:moveTo>
                  <a:cubicBezTo>
                    <a:pt x="3" y="3"/>
                    <a:pt x="0" y="9"/>
                    <a:pt x="5" y="11"/>
                  </a:cubicBezTo>
                  <a:cubicBezTo>
                    <a:pt x="10" y="9"/>
                    <a:pt x="12" y="4"/>
                    <a:pt x="8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62" name="Freeform 4062">
              <a:extLst>
                <a:ext uri="{FF2B5EF4-FFF2-40B4-BE49-F238E27FC236}">
                  <a16:creationId xmlns:a16="http://schemas.microsoft.com/office/drawing/2014/main" id="{A2E9CF8B-14EF-499C-87E2-68F7490B1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649"/>
              <a:ext cx="4" cy="11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53 h 5"/>
                <a:gd name="T4" fmla="*/ 16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2" y="4"/>
                    <a:pt x="2" y="3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63" name="Freeform 4063">
              <a:extLst>
                <a:ext uri="{FF2B5EF4-FFF2-40B4-BE49-F238E27FC236}">
                  <a16:creationId xmlns:a16="http://schemas.microsoft.com/office/drawing/2014/main" id="{3C6A5EB6-6E94-436B-A0BA-C2D2613F7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630"/>
              <a:ext cx="20" cy="22"/>
            </a:xfrm>
            <a:custGeom>
              <a:avLst/>
              <a:gdLst>
                <a:gd name="T0" fmla="*/ 48 w 10"/>
                <a:gd name="T1" fmla="*/ 0 h 10"/>
                <a:gd name="T2" fmla="*/ 32 w 10"/>
                <a:gd name="T3" fmla="*/ 106 h 10"/>
                <a:gd name="T4" fmla="*/ 32 w 10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0" y="1"/>
                    <a:pt x="0" y="6"/>
                    <a:pt x="4" y="10"/>
                  </a:cubicBezTo>
                  <a:cubicBezTo>
                    <a:pt x="9" y="7"/>
                    <a:pt x="10" y="3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64" name="Freeform 4064">
              <a:extLst>
                <a:ext uri="{FF2B5EF4-FFF2-40B4-BE49-F238E27FC236}">
                  <a16:creationId xmlns:a16="http://schemas.microsoft.com/office/drawing/2014/main" id="{B60C3CC1-9BC1-4441-BCB8-EB1487101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662"/>
              <a:ext cx="10" cy="17"/>
            </a:xfrm>
            <a:custGeom>
              <a:avLst/>
              <a:gdLst>
                <a:gd name="T0" fmla="*/ 24 w 5"/>
                <a:gd name="T1" fmla="*/ 0 h 8"/>
                <a:gd name="T2" fmla="*/ 0 w 5"/>
                <a:gd name="T3" fmla="*/ 49 h 8"/>
                <a:gd name="T4" fmla="*/ 32 w 5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5" y="8"/>
                    <a:pt x="4" y="6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65" name="Freeform 4065">
              <a:extLst>
                <a:ext uri="{FF2B5EF4-FFF2-40B4-BE49-F238E27FC236}">
                  <a16:creationId xmlns:a16="http://schemas.microsoft.com/office/drawing/2014/main" id="{AE081CF0-7002-4ADC-81CE-C95589171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649"/>
              <a:ext cx="20" cy="24"/>
            </a:xfrm>
            <a:custGeom>
              <a:avLst/>
              <a:gdLst>
                <a:gd name="T0" fmla="*/ 48 w 10"/>
                <a:gd name="T1" fmla="*/ 0 h 11"/>
                <a:gd name="T2" fmla="*/ 24 w 10"/>
                <a:gd name="T3" fmla="*/ 113 h 11"/>
                <a:gd name="T4" fmla="*/ 48 w 10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6" y="0"/>
                  </a:moveTo>
                  <a:cubicBezTo>
                    <a:pt x="1" y="2"/>
                    <a:pt x="0" y="7"/>
                    <a:pt x="3" y="11"/>
                  </a:cubicBezTo>
                  <a:cubicBezTo>
                    <a:pt x="8" y="11"/>
                    <a:pt x="10" y="6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66" name="Freeform 4066">
              <a:extLst>
                <a:ext uri="{FF2B5EF4-FFF2-40B4-BE49-F238E27FC236}">
                  <a16:creationId xmlns:a16="http://schemas.microsoft.com/office/drawing/2014/main" id="{F0751510-E217-4F68-9260-DEC02AB9B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666"/>
              <a:ext cx="32" cy="30"/>
            </a:xfrm>
            <a:custGeom>
              <a:avLst/>
              <a:gdLst>
                <a:gd name="T0" fmla="*/ 72 w 16"/>
                <a:gd name="T1" fmla="*/ 0 h 14"/>
                <a:gd name="T2" fmla="*/ 112 w 16"/>
                <a:gd name="T3" fmla="*/ 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9" y="0"/>
                  </a:moveTo>
                  <a:cubicBezTo>
                    <a:pt x="0" y="8"/>
                    <a:pt x="16" y="14"/>
                    <a:pt x="1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67" name="Freeform 4067">
              <a:extLst>
                <a:ext uri="{FF2B5EF4-FFF2-40B4-BE49-F238E27FC236}">
                  <a16:creationId xmlns:a16="http://schemas.microsoft.com/office/drawing/2014/main" id="{A096E13D-1FDD-4F7C-B8DB-5C8845498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673"/>
              <a:ext cx="16" cy="17"/>
            </a:xfrm>
            <a:custGeom>
              <a:avLst/>
              <a:gdLst>
                <a:gd name="T0" fmla="*/ 24 w 8"/>
                <a:gd name="T1" fmla="*/ 9 h 8"/>
                <a:gd name="T2" fmla="*/ 16 w 8"/>
                <a:gd name="T3" fmla="*/ 77 h 8"/>
                <a:gd name="T4" fmla="*/ 24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1"/>
                  </a:moveTo>
                  <a:cubicBezTo>
                    <a:pt x="1" y="4"/>
                    <a:pt x="0" y="6"/>
                    <a:pt x="2" y="8"/>
                  </a:cubicBezTo>
                  <a:cubicBezTo>
                    <a:pt x="7" y="7"/>
                    <a:pt x="8" y="3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68" name="Freeform 4068">
              <a:extLst>
                <a:ext uri="{FF2B5EF4-FFF2-40B4-BE49-F238E27FC236}">
                  <a16:creationId xmlns:a16="http://schemas.microsoft.com/office/drawing/2014/main" id="{E4A78053-186E-4230-B082-5D7743674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594"/>
              <a:ext cx="24" cy="32"/>
            </a:xfrm>
            <a:custGeom>
              <a:avLst/>
              <a:gdLst>
                <a:gd name="T0" fmla="*/ 16 w 12"/>
                <a:gd name="T1" fmla="*/ 41 h 15"/>
                <a:gd name="T2" fmla="*/ 0 w 12"/>
                <a:gd name="T3" fmla="*/ 96 h 15"/>
                <a:gd name="T4" fmla="*/ 40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2" y="4"/>
                  </a:moveTo>
                  <a:cubicBezTo>
                    <a:pt x="1" y="6"/>
                    <a:pt x="0" y="8"/>
                    <a:pt x="0" y="10"/>
                  </a:cubicBezTo>
                  <a:cubicBezTo>
                    <a:pt x="6" y="15"/>
                    <a:pt x="12" y="4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69" name="Freeform 4069">
              <a:extLst>
                <a:ext uri="{FF2B5EF4-FFF2-40B4-BE49-F238E27FC236}">
                  <a16:creationId xmlns:a16="http://schemas.microsoft.com/office/drawing/2014/main" id="{8A6F945F-B017-4E0B-98DD-EDA53A0B7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505"/>
              <a:ext cx="13" cy="17"/>
            </a:xfrm>
            <a:custGeom>
              <a:avLst/>
              <a:gdLst>
                <a:gd name="T0" fmla="*/ 24 w 7"/>
                <a:gd name="T1" fmla="*/ 0 h 8"/>
                <a:gd name="T2" fmla="*/ 20 w 7"/>
                <a:gd name="T3" fmla="*/ 77 h 8"/>
                <a:gd name="T4" fmla="*/ 20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1" y="3"/>
                    <a:pt x="0" y="5"/>
                    <a:pt x="3" y="8"/>
                  </a:cubicBezTo>
                  <a:cubicBezTo>
                    <a:pt x="7" y="6"/>
                    <a:pt x="7" y="3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70" name="Freeform 4070">
              <a:extLst>
                <a:ext uri="{FF2B5EF4-FFF2-40B4-BE49-F238E27FC236}">
                  <a16:creationId xmlns:a16="http://schemas.microsoft.com/office/drawing/2014/main" id="{65D96161-C64B-4523-8C41-7491C0025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435"/>
              <a:ext cx="51" cy="21"/>
            </a:xfrm>
            <a:custGeom>
              <a:avLst/>
              <a:gdLst>
                <a:gd name="T0" fmla="*/ 120 w 26"/>
                <a:gd name="T1" fmla="*/ 92 h 10"/>
                <a:gd name="T2" fmla="*/ 112 w 26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16" y="10"/>
                  </a:moveTo>
                  <a:cubicBezTo>
                    <a:pt x="0" y="8"/>
                    <a:pt x="26" y="0"/>
                    <a:pt x="15" y="1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71" name="Freeform 4071">
              <a:extLst>
                <a:ext uri="{FF2B5EF4-FFF2-40B4-BE49-F238E27FC236}">
                  <a16:creationId xmlns:a16="http://schemas.microsoft.com/office/drawing/2014/main" id="{3050016C-961D-42CF-B303-E4460147C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396"/>
              <a:ext cx="20" cy="22"/>
            </a:xfrm>
            <a:custGeom>
              <a:avLst/>
              <a:gdLst>
                <a:gd name="T0" fmla="*/ 24 w 10"/>
                <a:gd name="T1" fmla="*/ 88 h 10"/>
                <a:gd name="T2" fmla="*/ 16 w 10"/>
                <a:gd name="T3" fmla="*/ 0 h 10"/>
                <a:gd name="T4" fmla="*/ 24 w 10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8"/>
                  </a:moveTo>
                  <a:cubicBezTo>
                    <a:pt x="1" y="6"/>
                    <a:pt x="0" y="3"/>
                    <a:pt x="2" y="0"/>
                  </a:cubicBezTo>
                  <a:cubicBezTo>
                    <a:pt x="8" y="2"/>
                    <a:pt x="10" y="9"/>
                    <a:pt x="3" y="1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72" name="Freeform 4072">
              <a:extLst>
                <a:ext uri="{FF2B5EF4-FFF2-40B4-BE49-F238E27FC236}">
                  <a16:creationId xmlns:a16="http://schemas.microsoft.com/office/drawing/2014/main" id="{751E258C-43A0-4B46-9E65-3786366F4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345"/>
              <a:ext cx="8" cy="15"/>
            </a:xfrm>
            <a:custGeom>
              <a:avLst/>
              <a:gdLst>
                <a:gd name="T0" fmla="*/ 8 w 4"/>
                <a:gd name="T1" fmla="*/ 0 h 7"/>
                <a:gd name="T2" fmla="*/ 0 w 4"/>
                <a:gd name="T3" fmla="*/ 69 h 7"/>
                <a:gd name="T4" fmla="*/ 32 w 4"/>
                <a:gd name="T5" fmla="*/ 19 h 7"/>
                <a:gd name="T6" fmla="*/ 8 w 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3"/>
                    <a:pt x="0" y="4"/>
                    <a:pt x="0" y="7"/>
                  </a:cubicBezTo>
                  <a:cubicBezTo>
                    <a:pt x="3" y="6"/>
                    <a:pt x="3" y="5"/>
                    <a:pt x="4" y="2"/>
                  </a:cubicBezTo>
                  <a:cubicBezTo>
                    <a:pt x="3" y="0"/>
                    <a:pt x="3" y="1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73" name="Freeform 4073">
              <a:extLst>
                <a:ext uri="{FF2B5EF4-FFF2-40B4-BE49-F238E27FC236}">
                  <a16:creationId xmlns:a16="http://schemas.microsoft.com/office/drawing/2014/main" id="{AA5BE039-6226-41AF-8E0F-82FB824E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296"/>
              <a:ext cx="16" cy="22"/>
            </a:xfrm>
            <a:custGeom>
              <a:avLst/>
              <a:gdLst>
                <a:gd name="T0" fmla="*/ 8 w 8"/>
                <a:gd name="T1" fmla="*/ 33 h 10"/>
                <a:gd name="T2" fmla="*/ 16 w 8"/>
                <a:gd name="T3" fmla="*/ 106 h 10"/>
                <a:gd name="T4" fmla="*/ 32 w 8"/>
                <a:gd name="T5" fmla="*/ 0 h 10"/>
                <a:gd name="T6" fmla="*/ 16 w 8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1" y="3"/>
                  </a:moveTo>
                  <a:cubicBezTo>
                    <a:pt x="1" y="7"/>
                    <a:pt x="0" y="9"/>
                    <a:pt x="2" y="10"/>
                  </a:cubicBezTo>
                  <a:cubicBezTo>
                    <a:pt x="7" y="8"/>
                    <a:pt x="8" y="3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74" name="Freeform 4074">
              <a:extLst>
                <a:ext uri="{FF2B5EF4-FFF2-40B4-BE49-F238E27FC236}">
                  <a16:creationId xmlns:a16="http://schemas.microsoft.com/office/drawing/2014/main" id="{4001D82F-1898-4DFD-AF71-900BF0375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279"/>
              <a:ext cx="15" cy="28"/>
            </a:xfrm>
            <a:custGeom>
              <a:avLst/>
              <a:gdLst>
                <a:gd name="T0" fmla="*/ 0 w 8"/>
                <a:gd name="T1" fmla="*/ 52 h 13"/>
                <a:gd name="T2" fmla="*/ 15 w 8"/>
                <a:gd name="T3" fmla="*/ 129 h 13"/>
                <a:gd name="T4" fmla="*/ 28 w 8"/>
                <a:gd name="T5" fmla="*/ 9 h 13"/>
                <a:gd name="T6" fmla="*/ 15 w 8"/>
                <a:gd name="T7" fmla="*/ 1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5"/>
                  </a:moveTo>
                  <a:cubicBezTo>
                    <a:pt x="0" y="9"/>
                    <a:pt x="0" y="11"/>
                    <a:pt x="2" y="13"/>
                  </a:cubicBezTo>
                  <a:cubicBezTo>
                    <a:pt x="6" y="10"/>
                    <a:pt x="8" y="4"/>
                    <a:pt x="4" y="1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75" name="Freeform 4075">
              <a:extLst>
                <a:ext uri="{FF2B5EF4-FFF2-40B4-BE49-F238E27FC236}">
                  <a16:creationId xmlns:a16="http://schemas.microsoft.com/office/drawing/2014/main" id="{EEE115F2-B534-49FF-BEEA-C7E7CC050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203"/>
              <a:ext cx="22" cy="19"/>
            </a:xfrm>
            <a:custGeom>
              <a:avLst/>
              <a:gdLst>
                <a:gd name="T0" fmla="*/ 56 w 11"/>
                <a:gd name="T1" fmla="*/ 8 h 9"/>
                <a:gd name="T2" fmla="*/ 16 w 11"/>
                <a:gd name="T3" fmla="*/ 84 h 9"/>
                <a:gd name="T4" fmla="*/ 48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7" y="1"/>
                  </a:moveTo>
                  <a:cubicBezTo>
                    <a:pt x="1" y="0"/>
                    <a:pt x="0" y="5"/>
                    <a:pt x="2" y="9"/>
                  </a:cubicBezTo>
                  <a:cubicBezTo>
                    <a:pt x="8" y="9"/>
                    <a:pt x="11" y="4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76" name="Freeform 4076">
              <a:extLst>
                <a:ext uri="{FF2B5EF4-FFF2-40B4-BE49-F238E27FC236}">
                  <a16:creationId xmlns:a16="http://schemas.microsoft.com/office/drawing/2014/main" id="{C0A173C7-34BC-4A74-ABEE-852477358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179"/>
              <a:ext cx="12" cy="22"/>
            </a:xfrm>
            <a:custGeom>
              <a:avLst/>
              <a:gdLst>
                <a:gd name="T0" fmla="*/ 24 w 6"/>
                <a:gd name="T1" fmla="*/ 0 h 10"/>
                <a:gd name="T2" fmla="*/ 16 w 6"/>
                <a:gd name="T3" fmla="*/ 106 h 10"/>
                <a:gd name="T4" fmla="*/ 32 w 6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0" y="3"/>
                    <a:pt x="0" y="7"/>
                    <a:pt x="2" y="10"/>
                  </a:cubicBezTo>
                  <a:cubicBezTo>
                    <a:pt x="6" y="8"/>
                    <a:pt x="5" y="6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77" name="Freeform 4077">
              <a:extLst>
                <a:ext uri="{FF2B5EF4-FFF2-40B4-BE49-F238E27FC236}">
                  <a16:creationId xmlns:a16="http://schemas.microsoft.com/office/drawing/2014/main" id="{78A45CA1-0EA1-48D3-81B5-566421A87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126"/>
              <a:ext cx="24" cy="19"/>
            </a:xfrm>
            <a:custGeom>
              <a:avLst/>
              <a:gdLst>
                <a:gd name="T0" fmla="*/ 32 w 12"/>
                <a:gd name="T1" fmla="*/ 0 h 9"/>
                <a:gd name="T2" fmla="*/ 16 w 12"/>
                <a:gd name="T3" fmla="*/ 84 h 9"/>
                <a:gd name="T4" fmla="*/ 40 w 12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8" y="9"/>
                    <a:pt x="12" y="3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78" name="Freeform 4078">
              <a:extLst>
                <a:ext uri="{FF2B5EF4-FFF2-40B4-BE49-F238E27FC236}">
                  <a16:creationId xmlns:a16="http://schemas.microsoft.com/office/drawing/2014/main" id="{2BEF9D38-0D08-404D-BEA4-ADCFFE93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056"/>
              <a:ext cx="20" cy="21"/>
            </a:xfrm>
            <a:custGeom>
              <a:avLst/>
              <a:gdLst>
                <a:gd name="T0" fmla="*/ 24 w 10"/>
                <a:gd name="T1" fmla="*/ 17 h 10"/>
                <a:gd name="T2" fmla="*/ 0 w 10"/>
                <a:gd name="T3" fmla="*/ 48 h 10"/>
                <a:gd name="T4" fmla="*/ 32 w 10"/>
                <a:gd name="T5" fmla="*/ 0 h 10"/>
                <a:gd name="T6" fmla="*/ 16 w 10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cubicBezTo>
                    <a:pt x="1" y="3"/>
                    <a:pt x="0" y="4"/>
                    <a:pt x="0" y="5"/>
                  </a:cubicBezTo>
                  <a:cubicBezTo>
                    <a:pt x="4" y="10"/>
                    <a:pt x="10" y="4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79" name="Freeform 4079">
              <a:extLst>
                <a:ext uri="{FF2B5EF4-FFF2-40B4-BE49-F238E27FC236}">
                  <a16:creationId xmlns:a16="http://schemas.microsoft.com/office/drawing/2014/main" id="{DA884622-FF2C-4EA1-B46F-112906C1B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060"/>
              <a:ext cx="18" cy="19"/>
            </a:xfrm>
            <a:custGeom>
              <a:avLst/>
              <a:gdLst>
                <a:gd name="T0" fmla="*/ 48 w 9"/>
                <a:gd name="T1" fmla="*/ 0 h 9"/>
                <a:gd name="T2" fmla="*/ 0 w 9"/>
                <a:gd name="T3" fmla="*/ 76 h 9"/>
                <a:gd name="T4" fmla="*/ 72 w 9"/>
                <a:gd name="T5" fmla="*/ 27 h 9"/>
                <a:gd name="T6" fmla="*/ 32 w 9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6" y="0"/>
                  </a:moveTo>
                  <a:cubicBezTo>
                    <a:pt x="2" y="2"/>
                    <a:pt x="0" y="5"/>
                    <a:pt x="0" y="8"/>
                  </a:cubicBezTo>
                  <a:cubicBezTo>
                    <a:pt x="4" y="9"/>
                    <a:pt x="7" y="7"/>
                    <a:pt x="9" y="3"/>
                  </a:cubicBezTo>
                  <a:cubicBezTo>
                    <a:pt x="7" y="0"/>
                    <a:pt x="6" y="2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80" name="Freeform 4080">
              <a:extLst>
                <a:ext uri="{FF2B5EF4-FFF2-40B4-BE49-F238E27FC236}">
                  <a16:creationId xmlns:a16="http://schemas.microsoft.com/office/drawing/2014/main" id="{4101A223-249C-42D4-8C49-C4EA7C77A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162"/>
              <a:ext cx="32" cy="32"/>
            </a:xfrm>
            <a:custGeom>
              <a:avLst/>
              <a:gdLst>
                <a:gd name="T0" fmla="*/ 128 w 16"/>
                <a:gd name="T1" fmla="*/ 49 h 15"/>
                <a:gd name="T2" fmla="*/ 48 w 16"/>
                <a:gd name="T3" fmla="*/ 145 h 15"/>
                <a:gd name="T4" fmla="*/ 88 w 16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6" y="5"/>
                  </a:moveTo>
                  <a:cubicBezTo>
                    <a:pt x="9" y="0"/>
                    <a:pt x="0" y="8"/>
                    <a:pt x="6" y="15"/>
                  </a:cubicBezTo>
                  <a:cubicBezTo>
                    <a:pt x="12" y="14"/>
                    <a:pt x="14" y="9"/>
                    <a:pt x="11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81" name="Freeform 4081">
              <a:extLst>
                <a:ext uri="{FF2B5EF4-FFF2-40B4-BE49-F238E27FC236}">
                  <a16:creationId xmlns:a16="http://schemas.microsoft.com/office/drawing/2014/main" id="{D6DE0FDA-7486-47DF-BF73-7FB65E27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192"/>
              <a:ext cx="18" cy="24"/>
            </a:xfrm>
            <a:custGeom>
              <a:avLst/>
              <a:gdLst>
                <a:gd name="T0" fmla="*/ 32 w 9"/>
                <a:gd name="T1" fmla="*/ 33 h 11"/>
                <a:gd name="T2" fmla="*/ 24 w 9"/>
                <a:gd name="T3" fmla="*/ 113 h 11"/>
                <a:gd name="T4" fmla="*/ 3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3"/>
                  </a:moveTo>
                  <a:cubicBezTo>
                    <a:pt x="0" y="5"/>
                    <a:pt x="0" y="8"/>
                    <a:pt x="3" y="11"/>
                  </a:cubicBezTo>
                  <a:cubicBezTo>
                    <a:pt x="7" y="8"/>
                    <a:pt x="9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82" name="Freeform 4082">
              <a:extLst>
                <a:ext uri="{FF2B5EF4-FFF2-40B4-BE49-F238E27FC236}">
                  <a16:creationId xmlns:a16="http://schemas.microsoft.com/office/drawing/2014/main" id="{AE496B56-47DF-415B-9255-F3F46034A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103"/>
              <a:ext cx="14" cy="17"/>
            </a:xfrm>
            <a:custGeom>
              <a:avLst/>
              <a:gdLst>
                <a:gd name="T0" fmla="*/ 24 w 7"/>
                <a:gd name="T1" fmla="*/ 0 h 8"/>
                <a:gd name="T2" fmla="*/ 24 w 7"/>
                <a:gd name="T3" fmla="*/ 77 h 8"/>
                <a:gd name="T4" fmla="*/ 40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3"/>
                    <a:pt x="0" y="6"/>
                    <a:pt x="3" y="8"/>
                  </a:cubicBezTo>
                  <a:cubicBezTo>
                    <a:pt x="7" y="7"/>
                    <a:pt x="7" y="5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83" name="Freeform 4083">
              <a:extLst>
                <a:ext uri="{FF2B5EF4-FFF2-40B4-BE49-F238E27FC236}">
                  <a16:creationId xmlns:a16="http://schemas.microsoft.com/office/drawing/2014/main" id="{A5B09CA9-0C1F-49D3-8F32-8E376B71B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982"/>
              <a:ext cx="14" cy="19"/>
            </a:xfrm>
            <a:custGeom>
              <a:avLst/>
              <a:gdLst>
                <a:gd name="T0" fmla="*/ 32 w 7"/>
                <a:gd name="T1" fmla="*/ 36 h 9"/>
                <a:gd name="T2" fmla="*/ 8 w 7"/>
                <a:gd name="T3" fmla="*/ 84 h 9"/>
                <a:gd name="T4" fmla="*/ 56 w 7"/>
                <a:gd name="T5" fmla="*/ 27 h 9"/>
                <a:gd name="T6" fmla="*/ 24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4"/>
                  </a:moveTo>
                  <a:cubicBezTo>
                    <a:pt x="2" y="6"/>
                    <a:pt x="0" y="5"/>
                    <a:pt x="1" y="9"/>
                  </a:cubicBezTo>
                  <a:cubicBezTo>
                    <a:pt x="4" y="8"/>
                    <a:pt x="6" y="6"/>
                    <a:pt x="7" y="3"/>
                  </a:cubicBezTo>
                  <a:cubicBezTo>
                    <a:pt x="6" y="1"/>
                    <a:pt x="5" y="1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84" name="Freeform 4084">
              <a:extLst>
                <a:ext uri="{FF2B5EF4-FFF2-40B4-BE49-F238E27FC236}">
                  <a16:creationId xmlns:a16="http://schemas.microsoft.com/office/drawing/2014/main" id="{2BFAE3C2-B8CA-4EFC-B155-E8AE510AE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886"/>
              <a:ext cx="24" cy="34"/>
            </a:xfrm>
            <a:custGeom>
              <a:avLst/>
              <a:gdLst>
                <a:gd name="T0" fmla="*/ 16 w 12"/>
                <a:gd name="T1" fmla="*/ 104 h 16"/>
                <a:gd name="T2" fmla="*/ 8 w 12"/>
                <a:gd name="T3" fmla="*/ 153 h 16"/>
                <a:gd name="T4" fmla="*/ 0 w 12"/>
                <a:gd name="T5" fmla="*/ 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2" y="11"/>
                  </a:moveTo>
                  <a:cubicBezTo>
                    <a:pt x="1" y="13"/>
                    <a:pt x="0" y="14"/>
                    <a:pt x="1" y="16"/>
                  </a:cubicBezTo>
                  <a:cubicBezTo>
                    <a:pt x="12" y="16"/>
                    <a:pt x="5" y="0"/>
                    <a:pt x="0" y="1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85" name="Freeform 4085">
              <a:extLst>
                <a:ext uri="{FF2B5EF4-FFF2-40B4-BE49-F238E27FC236}">
                  <a16:creationId xmlns:a16="http://schemas.microsoft.com/office/drawing/2014/main" id="{D252930C-5AF8-41A1-88F7-C328AC770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058"/>
              <a:ext cx="22" cy="17"/>
            </a:xfrm>
            <a:custGeom>
              <a:avLst/>
              <a:gdLst>
                <a:gd name="T0" fmla="*/ 32 w 11"/>
                <a:gd name="T1" fmla="*/ 9 h 8"/>
                <a:gd name="T2" fmla="*/ 16 w 11"/>
                <a:gd name="T3" fmla="*/ 77 h 8"/>
                <a:gd name="T4" fmla="*/ 40 w 11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1"/>
                  </a:moveTo>
                  <a:cubicBezTo>
                    <a:pt x="2" y="4"/>
                    <a:pt x="0" y="6"/>
                    <a:pt x="2" y="8"/>
                  </a:cubicBezTo>
                  <a:cubicBezTo>
                    <a:pt x="7" y="7"/>
                    <a:pt x="11" y="0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86" name="Freeform 4086">
              <a:extLst>
                <a:ext uri="{FF2B5EF4-FFF2-40B4-BE49-F238E27FC236}">
                  <a16:creationId xmlns:a16="http://schemas.microsoft.com/office/drawing/2014/main" id="{BB7726F1-C1D2-4F6F-898F-A9E2C2EDD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65"/>
              <a:ext cx="12" cy="17"/>
            </a:xfrm>
            <a:custGeom>
              <a:avLst/>
              <a:gdLst>
                <a:gd name="T0" fmla="*/ 40 w 6"/>
                <a:gd name="T1" fmla="*/ 0 h 8"/>
                <a:gd name="T2" fmla="*/ 16 w 6"/>
                <a:gd name="T3" fmla="*/ 0 h 8"/>
                <a:gd name="T4" fmla="*/ 8 w 6"/>
                <a:gd name="T5" fmla="*/ 77 h 8"/>
                <a:gd name="T6" fmla="*/ 48 w 6"/>
                <a:gd name="T7" fmla="*/ 28 h 8"/>
                <a:gd name="T8" fmla="*/ 24 w 6"/>
                <a:gd name="T9" fmla="*/ 1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5" y="7"/>
                    <a:pt x="6" y="7"/>
                    <a:pt x="6" y="3"/>
                  </a:cubicBezTo>
                  <a:cubicBezTo>
                    <a:pt x="5" y="3"/>
                    <a:pt x="4" y="2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87" name="Freeform 4087">
              <a:extLst>
                <a:ext uri="{FF2B5EF4-FFF2-40B4-BE49-F238E27FC236}">
                  <a16:creationId xmlns:a16="http://schemas.microsoft.com/office/drawing/2014/main" id="{4F3A6D97-5C42-49FC-A6AA-A234421A7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150"/>
              <a:ext cx="12" cy="19"/>
            </a:xfrm>
            <a:custGeom>
              <a:avLst/>
              <a:gdLst>
                <a:gd name="T0" fmla="*/ 24 w 6"/>
                <a:gd name="T1" fmla="*/ 17 h 9"/>
                <a:gd name="T2" fmla="*/ 0 w 6"/>
                <a:gd name="T3" fmla="*/ 68 h 9"/>
                <a:gd name="T4" fmla="*/ 16 w 6"/>
                <a:gd name="T5" fmla="*/ 84 h 9"/>
                <a:gd name="T6" fmla="*/ 48 w 6"/>
                <a:gd name="T7" fmla="*/ 8 h 9"/>
                <a:gd name="T8" fmla="*/ 24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3" y="2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0" y="8"/>
                    <a:pt x="1" y="8"/>
                    <a:pt x="2" y="9"/>
                  </a:cubicBezTo>
                  <a:cubicBezTo>
                    <a:pt x="5" y="7"/>
                    <a:pt x="6" y="5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88" name="Freeform 4088">
              <a:extLst>
                <a:ext uri="{FF2B5EF4-FFF2-40B4-BE49-F238E27FC236}">
                  <a16:creationId xmlns:a16="http://schemas.microsoft.com/office/drawing/2014/main" id="{FFAB155E-4950-4F3F-A067-A02FEF3CE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156"/>
              <a:ext cx="8" cy="19"/>
            </a:xfrm>
            <a:custGeom>
              <a:avLst/>
              <a:gdLst>
                <a:gd name="T0" fmla="*/ 32 w 4"/>
                <a:gd name="T1" fmla="*/ 0 h 9"/>
                <a:gd name="T2" fmla="*/ 8 w 4"/>
                <a:gd name="T3" fmla="*/ 84 h 9"/>
                <a:gd name="T4" fmla="*/ 32 w 4"/>
                <a:gd name="T5" fmla="*/ 36 h 9"/>
                <a:gd name="T6" fmla="*/ 8 w 4"/>
                <a:gd name="T7" fmla="*/ 2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3" y="7"/>
                    <a:pt x="3" y="6"/>
                    <a:pt x="4" y="4"/>
                  </a:cubicBezTo>
                  <a:cubicBezTo>
                    <a:pt x="3" y="1"/>
                    <a:pt x="3" y="3"/>
                    <a:pt x="1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89" name="Freeform 4089">
              <a:extLst>
                <a:ext uri="{FF2B5EF4-FFF2-40B4-BE49-F238E27FC236}">
                  <a16:creationId xmlns:a16="http://schemas.microsoft.com/office/drawing/2014/main" id="{363B5662-F7E2-4D93-B915-439F6535B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243"/>
              <a:ext cx="18" cy="19"/>
            </a:xfrm>
            <a:custGeom>
              <a:avLst/>
              <a:gdLst>
                <a:gd name="T0" fmla="*/ 32 w 9"/>
                <a:gd name="T1" fmla="*/ 27 h 9"/>
                <a:gd name="T2" fmla="*/ 0 w 9"/>
                <a:gd name="T3" fmla="*/ 27 h 9"/>
                <a:gd name="T4" fmla="*/ 8 w 9"/>
                <a:gd name="T5" fmla="*/ 84 h 9"/>
                <a:gd name="T6" fmla="*/ 24 w 9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4" y="3"/>
                  </a:moveTo>
                  <a:cubicBezTo>
                    <a:pt x="3" y="3"/>
                    <a:pt x="1" y="2"/>
                    <a:pt x="0" y="3"/>
                  </a:cubicBezTo>
                  <a:cubicBezTo>
                    <a:pt x="0" y="6"/>
                    <a:pt x="0" y="7"/>
                    <a:pt x="1" y="9"/>
                  </a:cubicBezTo>
                  <a:cubicBezTo>
                    <a:pt x="9" y="9"/>
                    <a:pt x="8" y="0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90" name="Freeform 4090">
              <a:extLst>
                <a:ext uri="{FF2B5EF4-FFF2-40B4-BE49-F238E27FC236}">
                  <a16:creationId xmlns:a16="http://schemas.microsoft.com/office/drawing/2014/main" id="{9FC2AC6F-C5D6-436B-8CFE-1A1B49A08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286"/>
              <a:ext cx="22" cy="21"/>
            </a:xfrm>
            <a:custGeom>
              <a:avLst/>
              <a:gdLst>
                <a:gd name="T0" fmla="*/ 32 w 11"/>
                <a:gd name="T1" fmla="*/ 8 h 10"/>
                <a:gd name="T2" fmla="*/ 32 w 11"/>
                <a:gd name="T3" fmla="*/ 92 h 10"/>
                <a:gd name="T4" fmla="*/ 32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1"/>
                  </a:moveTo>
                  <a:cubicBezTo>
                    <a:pt x="0" y="4"/>
                    <a:pt x="0" y="7"/>
                    <a:pt x="4" y="10"/>
                  </a:cubicBezTo>
                  <a:cubicBezTo>
                    <a:pt x="10" y="9"/>
                    <a:pt x="11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91" name="Freeform 4091">
              <a:extLst>
                <a:ext uri="{FF2B5EF4-FFF2-40B4-BE49-F238E27FC236}">
                  <a16:creationId xmlns:a16="http://schemas.microsoft.com/office/drawing/2014/main" id="{B1773E0C-18CC-4A64-ACCE-B692B98B1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222"/>
              <a:ext cx="14" cy="15"/>
            </a:xfrm>
            <a:custGeom>
              <a:avLst/>
              <a:gdLst>
                <a:gd name="T0" fmla="*/ 16 w 7"/>
                <a:gd name="T1" fmla="*/ 19 h 7"/>
                <a:gd name="T2" fmla="*/ 24 w 7"/>
                <a:gd name="T3" fmla="*/ 69 h 7"/>
                <a:gd name="T4" fmla="*/ 24 w 7"/>
                <a:gd name="T5" fmla="*/ 0 h 7"/>
                <a:gd name="T6" fmla="*/ 0 w 7"/>
                <a:gd name="T7" fmla="*/ 2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2" y="5"/>
                    <a:pt x="1" y="6"/>
                    <a:pt x="3" y="7"/>
                  </a:cubicBezTo>
                  <a:cubicBezTo>
                    <a:pt x="7" y="5"/>
                    <a:pt x="7" y="2"/>
                    <a:pt x="3" y="0"/>
                  </a:cubicBezTo>
                  <a:cubicBezTo>
                    <a:pt x="2" y="0"/>
                    <a:pt x="1" y="2"/>
                    <a:pt x="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92" name="Freeform 4092">
              <a:extLst>
                <a:ext uri="{FF2B5EF4-FFF2-40B4-BE49-F238E27FC236}">
                  <a16:creationId xmlns:a16="http://schemas.microsoft.com/office/drawing/2014/main" id="{8440F8CB-CD22-4006-A84E-2912FD431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330"/>
              <a:ext cx="16" cy="20"/>
            </a:xfrm>
            <a:custGeom>
              <a:avLst/>
              <a:gdLst>
                <a:gd name="T0" fmla="*/ 8 w 8"/>
                <a:gd name="T1" fmla="*/ 20 h 9"/>
                <a:gd name="T2" fmla="*/ 0 w 8"/>
                <a:gd name="T3" fmla="*/ 80 h 9"/>
                <a:gd name="T4" fmla="*/ 32 w 8"/>
                <a:gd name="T5" fmla="*/ 0 h 9"/>
                <a:gd name="T6" fmla="*/ 24 w 8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6" y="9"/>
                    <a:pt x="8" y="4"/>
                    <a:pt x="4" y="0"/>
                  </a:cubicBezTo>
                  <a:cubicBezTo>
                    <a:pt x="3" y="1"/>
                    <a:pt x="3" y="1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93" name="Freeform 4093">
              <a:extLst>
                <a:ext uri="{FF2B5EF4-FFF2-40B4-BE49-F238E27FC236}">
                  <a16:creationId xmlns:a16="http://schemas.microsoft.com/office/drawing/2014/main" id="{B415386A-F597-48CF-B1E9-AFE165A3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347"/>
              <a:ext cx="26" cy="26"/>
            </a:xfrm>
            <a:custGeom>
              <a:avLst/>
              <a:gdLst>
                <a:gd name="T0" fmla="*/ 56 w 13"/>
                <a:gd name="T1" fmla="*/ 0 h 12"/>
                <a:gd name="T2" fmla="*/ 40 w 13"/>
                <a:gd name="T3" fmla="*/ 121 h 12"/>
                <a:gd name="T4" fmla="*/ 56 w 13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2" y="3"/>
                    <a:pt x="0" y="8"/>
                    <a:pt x="5" y="12"/>
                  </a:cubicBezTo>
                  <a:cubicBezTo>
                    <a:pt x="11" y="10"/>
                    <a:pt x="13" y="4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94" name="Freeform 4094">
              <a:extLst>
                <a:ext uri="{FF2B5EF4-FFF2-40B4-BE49-F238E27FC236}">
                  <a16:creationId xmlns:a16="http://schemas.microsoft.com/office/drawing/2014/main" id="{71DBDC51-AC08-4B78-88BC-F2A65CCBE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375"/>
              <a:ext cx="14" cy="17"/>
            </a:xfrm>
            <a:custGeom>
              <a:avLst/>
              <a:gdLst>
                <a:gd name="T0" fmla="*/ 56 w 7"/>
                <a:gd name="T1" fmla="*/ 0 h 8"/>
                <a:gd name="T2" fmla="*/ 24 w 7"/>
                <a:gd name="T3" fmla="*/ 77 h 8"/>
                <a:gd name="T4" fmla="*/ 32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1" y="0"/>
                    <a:pt x="0" y="4"/>
                    <a:pt x="3" y="8"/>
                  </a:cubicBezTo>
                  <a:cubicBezTo>
                    <a:pt x="7" y="5"/>
                    <a:pt x="7" y="3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95" name="Freeform 4095">
              <a:extLst>
                <a:ext uri="{FF2B5EF4-FFF2-40B4-BE49-F238E27FC236}">
                  <a16:creationId xmlns:a16="http://schemas.microsoft.com/office/drawing/2014/main" id="{678EC7AB-B898-4F1B-B85C-0C2230B49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424"/>
              <a:ext cx="16" cy="19"/>
            </a:xfrm>
            <a:custGeom>
              <a:avLst/>
              <a:gdLst>
                <a:gd name="T0" fmla="*/ 32 w 8"/>
                <a:gd name="T1" fmla="*/ 0 h 9"/>
                <a:gd name="T2" fmla="*/ 32 w 8"/>
                <a:gd name="T3" fmla="*/ 84 h 9"/>
                <a:gd name="T4" fmla="*/ 64 w 8"/>
                <a:gd name="T5" fmla="*/ 17 h 9"/>
                <a:gd name="T6" fmla="*/ 32 w 8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0" y="3"/>
                    <a:pt x="0" y="7"/>
                    <a:pt x="4" y="9"/>
                  </a:cubicBezTo>
                  <a:cubicBezTo>
                    <a:pt x="7" y="8"/>
                    <a:pt x="8" y="6"/>
                    <a:pt x="8" y="2"/>
                  </a:cubicBezTo>
                  <a:cubicBezTo>
                    <a:pt x="7" y="2"/>
                    <a:pt x="5" y="1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96" name="Freeform 4096">
              <a:extLst>
                <a:ext uri="{FF2B5EF4-FFF2-40B4-BE49-F238E27FC236}">
                  <a16:creationId xmlns:a16="http://schemas.microsoft.com/office/drawing/2014/main" id="{62394B52-9660-47B8-81F9-7A8C9E214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466"/>
              <a:ext cx="16" cy="20"/>
            </a:xfrm>
            <a:custGeom>
              <a:avLst/>
              <a:gdLst>
                <a:gd name="T0" fmla="*/ 16 w 8"/>
                <a:gd name="T1" fmla="*/ 20 h 9"/>
                <a:gd name="T2" fmla="*/ 32 w 8"/>
                <a:gd name="T3" fmla="*/ 98 h 9"/>
                <a:gd name="T4" fmla="*/ 16 w 8"/>
                <a:gd name="T5" fmla="*/ 0 h 9"/>
                <a:gd name="T6" fmla="*/ 0 w 8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2" y="2"/>
                  </a:moveTo>
                  <a:cubicBezTo>
                    <a:pt x="2" y="6"/>
                    <a:pt x="2" y="8"/>
                    <a:pt x="4" y="9"/>
                  </a:cubicBezTo>
                  <a:cubicBezTo>
                    <a:pt x="8" y="6"/>
                    <a:pt x="7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97" name="Freeform 4097">
              <a:extLst>
                <a:ext uri="{FF2B5EF4-FFF2-40B4-BE49-F238E27FC236}">
                  <a16:creationId xmlns:a16="http://schemas.microsoft.com/office/drawing/2014/main" id="{48968FF4-10B0-4EDB-BC53-CCC3FF652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443"/>
              <a:ext cx="20" cy="26"/>
            </a:xfrm>
            <a:custGeom>
              <a:avLst/>
              <a:gdLst>
                <a:gd name="T0" fmla="*/ 40 w 10"/>
                <a:gd name="T1" fmla="*/ 9 h 12"/>
                <a:gd name="T2" fmla="*/ 24 w 10"/>
                <a:gd name="T3" fmla="*/ 121 h 12"/>
                <a:gd name="T4" fmla="*/ 32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5" y="1"/>
                  </a:moveTo>
                  <a:cubicBezTo>
                    <a:pt x="0" y="4"/>
                    <a:pt x="0" y="8"/>
                    <a:pt x="3" y="12"/>
                  </a:cubicBezTo>
                  <a:cubicBezTo>
                    <a:pt x="9" y="10"/>
                    <a:pt x="10" y="3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98" name="Freeform 4098">
              <a:extLst>
                <a:ext uri="{FF2B5EF4-FFF2-40B4-BE49-F238E27FC236}">
                  <a16:creationId xmlns:a16="http://schemas.microsoft.com/office/drawing/2014/main" id="{A02F6244-46FA-4D68-A21C-E18ED4D35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439"/>
              <a:ext cx="18" cy="21"/>
            </a:xfrm>
            <a:custGeom>
              <a:avLst/>
              <a:gdLst>
                <a:gd name="T0" fmla="*/ 8 w 9"/>
                <a:gd name="T1" fmla="*/ 0 h 10"/>
                <a:gd name="T2" fmla="*/ 32 w 9"/>
                <a:gd name="T3" fmla="*/ 92 h 10"/>
                <a:gd name="T4" fmla="*/ 24 w 9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0"/>
                  </a:moveTo>
                  <a:cubicBezTo>
                    <a:pt x="0" y="4"/>
                    <a:pt x="1" y="8"/>
                    <a:pt x="4" y="10"/>
                  </a:cubicBezTo>
                  <a:cubicBezTo>
                    <a:pt x="9" y="7"/>
                    <a:pt x="9" y="2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99" name="Freeform 4099">
              <a:extLst>
                <a:ext uri="{FF2B5EF4-FFF2-40B4-BE49-F238E27FC236}">
                  <a16:creationId xmlns:a16="http://schemas.microsoft.com/office/drawing/2014/main" id="{809A720E-3E0C-4B01-BC3C-F739E5A4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539"/>
              <a:ext cx="10" cy="19"/>
            </a:xfrm>
            <a:custGeom>
              <a:avLst/>
              <a:gdLst>
                <a:gd name="T0" fmla="*/ 0 w 5"/>
                <a:gd name="T1" fmla="*/ 0 h 9"/>
                <a:gd name="T2" fmla="*/ 16 w 5"/>
                <a:gd name="T3" fmla="*/ 84 h 9"/>
                <a:gd name="T4" fmla="*/ 16 w 5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5" y="4"/>
                    <a:pt x="3" y="5"/>
                    <a:pt x="2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00" name="Freeform 4100">
              <a:extLst>
                <a:ext uri="{FF2B5EF4-FFF2-40B4-BE49-F238E27FC236}">
                  <a16:creationId xmlns:a16="http://schemas.microsoft.com/office/drawing/2014/main" id="{FCB138EA-9F1F-435B-9F02-2DA4A66D3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549"/>
              <a:ext cx="18" cy="24"/>
            </a:xfrm>
            <a:custGeom>
              <a:avLst/>
              <a:gdLst>
                <a:gd name="T0" fmla="*/ 8 w 9"/>
                <a:gd name="T1" fmla="*/ 20 h 11"/>
                <a:gd name="T2" fmla="*/ 8 w 9"/>
                <a:gd name="T3" fmla="*/ 105 h 11"/>
                <a:gd name="T4" fmla="*/ 32 w 9"/>
                <a:gd name="T5" fmla="*/ 0 h 11"/>
                <a:gd name="T6" fmla="*/ 16 w 9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2"/>
                  </a:moveTo>
                  <a:cubicBezTo>
                    <a:pt x="0" y="5"/>
                    <a:pt x="0" y="8"/>
                    <a:pt x="1" y="10"/>
                  </a:cubicBezTo>
                  <a:cubicBezTo>
                    <a:pt x="7" y="11"/>
                    <a:pt x="9" y="3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01" name="Freeform 4101">
              <a:extLst>
                <a:ext uri="{FF2B5EF4-FFF2-40B4-BE49-F238E27FC236}">
                  <a16:creationId xmlns:a16="http://schemas.microsoft.com/office/drawing/2014/main" id="{16D8E78E-D498-4E7E-9DBA-E055636B6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552"/>
              <a:ext cx="12" cy="14"/>
            </a:xfrm>
            <a:custGeom>
              <a:avLst/>
              <a:gdLst>
                <a:gd name="T0" fmla="*/ 32 w 6"/>
                <a:gd name="T1" fmla="*/ 0 h 7"/>
                <a:gd name="T2" fmla="*/ 32 w 6"/>
                <a:gd name="T3" fmla="*/ 56 h 7"/>
                <a:gd name="T4" fmla="*/ 24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0" y="2"/>
                    <a:pt x="0" y="5"/>
                    <a:pt x="4" y="7"/>
                  </a:cubicBezTo>
                  <a:cubicBezTo>
                    <a:pt x="6" y="3"/>
                    <a:pt x="4" y="3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02" name="Freeform 4102">
              <a:extLst>
                <a:ext uri="{FF2B5EF4-FFF2-40B4-BE49-F238E27FC236}">
                  <a16:creationId xmlns:a16="http://schemas.microsoft.com/office/drawing/2014/main" id="{7E0C6438-AD95-4147-BAC5-0A795FF88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511"/>
              <a:ext cx="10" cy="17"/>
            </a:xfrm>
            <a:custGeom>
              <a:avLst/>
              <a:gdLst>
                <a:gd name="T0" fmla="*/ 24 w 5"/>
                <a:gd name="T1" fmla="*/ 9 h 8"/>
                <a:gd name="T2" fmla="*/ 0 w 5"/>
                <a:gd name="T3" fmla="*/ 77 h 8"/>
                <a:gd name="T4" fmla="*/ 40 w 5"/>
                <a:gd name="T5" fmla="*/ 19 h 8"/>
                <a:gd name="T6" fmla="*/ 16 w 5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1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4" y="8"/>
                    <a:pt x="5" y="7"/>
                    <a:pt x="5" y="2"/>
                  </a:cubicBezTo>
                  <a:cubicBezTo>
                    <a:pt x="4" y="0"/>
                    <a:pt x="4" y="2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03" name="Freeform 4103">
              <a:extLst>
                <a:ext uri="{FF2B5EF4-FFF2-40B4-BE49-F238E27FC236}">
                  <a16:creationId xmlns:a16="http://schemas.microsoft.com/office/drawing/2014/main" id="{85145E7D-3F5D-432E-8579-233FC056D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603"/>
              <a:ext cx="26" cy="34"/>
            </a:xfrm>
            <a:custGeom>
              <a:avLst/>
              <a:gdLst>
                <a:gd name="T0" fmla="*/ 40 w 13"/>
                <a:gd name="T1" fmla="*/ 0 h 16"/>
                <a:gd name="T2" fmla="*/ 56 w 13"/>
                <a:gd name="T3" fmla="*/ 128 h 16"/>
                <a:gd name="T4" fmla="*/ 48 w 13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5" y="0"/>
                  </a:moveTo>
                  <a:cubicBezTo>
                    <a:pt x="3" y="3"/>
                    <a:pt x="0" y="16"/>
                    <a:pt x="7" y="13"/>
                  </a:cubicBezTo>
                  <a:cubicBezTo>
                    <a:pt x="13" y="11"/>
                    <a:pt x="10" y="4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04" name="Freeform 4104">
              <a:extLst>
                <a:ext uri="{FF2B5EF4-FFF2-40B4-BE49-F238E27FC236}">
                  <a16:creationId xmlns:a16="http://schemas.microsoft.com/office/drawing/2014/main" id="{BA4BCF88-9429-4C90-9BD8-18C784097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711"/>
              <a:ext cx="14" cy="23"/>
            </a:xfrm>
            <a:custGeom>
              <a:avLst/>
              <a:gdLst>
                <a:gd name="T0" fmla="*/ 16 w 7"/>
                <a:gd name="T1" fmla="*/ 44 h 11"/>
                <a:gd name="T2" fmla="*/ 16 w 7"/>
                <a:gd name="T3" fmla="*/ 100 h 11"/>
                <a:gd name="T4" fmla="*/ 8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2" y="5"/>
                  </a:moveTo>
                  <a:cubicBezTo>
                    <a:pt x="2" y="8"/>
                    <a:pt x="0" y="9"/>
                    <a:pt x="2" y="11"/>
                  </a:cubicBezTo>
                  <a:cubicBezTo>
                    <a:pt x="6" y="8"/>
                    <a:pt x="7" y="2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05" name="Freeform 4105">
              <a:extLst>
                <a:ext uri="{FF2B5EF4-FFF2-40B4-BE49-F238E27FC236}">
                  <a16:creationId xmlns:a16="http://schemas.microsoft.com/office/drawing/2014/main" id="{1CA67C84-1108-49E7-BB9E-590A95CAC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656"/>
              <a:ext cx="10" cy="15"/>
            </a:xfrm>
            <a:custGeom>
              <a:avLst/>
              <a:gdLst>
                <a:gd name="T0" fmla="*/ 24 w 5"/>
                <a:gd name="T1" fmla="*/ 19 h 7"/>
                <a:gd name="T2" fmla="*/ 8 w 5"/>
                <a:gd name="T3" fmla="*/ 69 h 7"/>
                <a:gd name="T4" fmla="*/ 16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2"/>
                  </a:moveTo>
                  <a:cubicBezTo>
                    <a:pt x="2" y="5"/>
                    <a:pt x="0" y="5"/>
                    <a:pt x="1" y="7"/>
                  </a:cubicBezTo>
                  <a:cubicBezTo>
                    <a:pt x="5" y="5"/>
                    <a:pt x="4" y="3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06" name="Freeform 4106">
              <a:extLst>
                <a:ext uri="{FF2B5EF4-FFF2-40B4-BE49-F238E27FC236}">
                  <a16:creationId xmlns:a16="http://schemas.microsoft.com/office/drawing/2014/main" id="{13AA8BBD-F1FA-4AD0-AB18-6D46165DC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868"/>
              <a:ext cx="12" cy="17"/>
            </a:xfrm>
            <a:custGeom>
              <a:avLst/>
              <a:gdLst>
                <a:gd name="T0" fmla="*/ 0 w 6"/>
                <a:gd name="T1" fmla="*/ 28 h 8"/>
                <a:gd name="T2" fmla="*/ 8 w 6"/>
                <a:gd name="T3" fmla="*/ 77 h 8"/>
                <a:gd name="T4" fmla="*/ 24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3"/>
                  </a:moveTo>
                  <a:cubicBezTo>
                    <a:pt x="0" y="5"/>
                    <a:pt x="0" y="6"/>
                    <a:pt x="1" y="8"/>
                  </a:cubicBezTo>
                  <a:cubicBezTo>
                    <a:pt x="5" y="8"/>
                    <a:pt x="6" y="3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07" name="Freeform 4107">
              <a:extLst>
                <a:ext uri="{FF2B5EF4-FFF2-40B4-BE49-F238E27FC236}">
                  <a16:creationId xmlns:a16="http://schemas.microsoft.com/office/drawing/2014/main" id="{C6721FA3-8B1C-4DDF-AF29-31D0FB15D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783"/>
              <a:ext cx="24" cy="22"/>
            </a:xfrm>
            <a:custGeom>
              <a:avLst/>
              <a:gdLst>
                <a:gd name="T0" fmla="*/ 32 w 12"/>
                <a:gd name="T1" fmla="*/ 20 h 10"/>
                <a:gd name="T2" fmla="*/ 48 w 12"/>
                <a:gd name="T3" fmla="*/ 97 h 10"/>
                <a:gd name="T4" fmla="*/ 48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4" y="2"/>
                  </a:moveTo>
                  <a:cubicBezTo>
                    <a:pt x="0" y="4"/>
                    <a:pt x="1" y="10"/>
                    <a:pt x="6" y="9"/>
                  </a:cubicBezTo>
                  <a:cubicBezTo>
                    <a:pt x="11" y="8"/>
                    <a:pt x="12" y="1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08" name="Freeform 4108">
              <a:extLst>
                <a:ext uri="{FF2B5EF4-FFF2-40B4-BE49-F238E27FC236}">
                  <a16:creationId xmlns:a16="http://schemas.microsoft.com/office/drawing/2014/main" id="{6DE8BAA3-0B59-44AA-9F40-4AF73D10A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771"/>
              <a:ext cx="12" cy="10"/>
            </a:xfrm>
            <a:custGeom>
              <a:avLst/>
              <a:gdLst>
                <a:gd name="T0" fmla="*/ 16 w 6"/>
                <a:gd name="T1" fmla="*/ 0 h 5"/>
                <a:gd name="T2" fmla="*/ 16 w 6"/>
                <a:gd name="T3" fmla="*/ 40 h 5"/>
                <a:gd name="T4" fmla="*/ 48 w 6"/>
                <a:gd name="T5" fmla="*/ 16 h 5"/>
                <a:gd name="T6" fmla="*/ 24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4" y="5"/>
                    <a:pt x="5" y="4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09" name="Freeform 4109">
              <a:extLst>
                <a:ext uri="{FF2B5EF4-FFF2-40B4-BE49-F238E27FC236}">
                  <a16:creationId xmlns:a16="http://schemas.microsoft.com/office/drawing/2014/main" id="{3A0315BA-9A9F-400D-9EA6-91F5F6229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837"/>
              <a:ext cx="16" cy="17"/>
            </a:xfrm>
            <a:custGeom>
              <a:avLst/>
              <a:gdLst>
                <a:gd name="T0" fmla="*/ 40 w 8"/>
                <a:gd name="T1" fmla="*/ 0 h 8"/>
                <a:gd name="T2" fmla="*/ 16 w 8"/>
                <a:gd name="T3" fmla="*/ 77 h 8"/>
                <a:gd name="T4" fmla="*/ 56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1" y="0"/>
                    <a:pt x="0" y="5"/>
                    <a:pt x="2" y="8"/>
                  </a:cubicBezTo>
                  <a:cubicBezTo>
                    <a:pt x="6" y="8"/>
                    <a:pt x="8" y="4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10" name="Freeform 4110">
              <a:extLst>
                <a:ext uri="{FF2B5EF4-FFF2-40B4-BE49-F238E27FC236}">
                  <a16:creationId xmlns:a16="http://schemas.microsoft.com/office/drawing/2014/main" id="{4D8633CA-9067-40CB-AD58-924501D37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749"/>
              <a:ext cx="8" cy="13"/>
            </a:xfrm>
            <a:custGeom>
              <a:avLst/>
              <a:gdLst>
                <a:gd name="T0" fmla="*/ 8 w 4"/>
                <a:gd name="T1" fmla="*/ 20 h 6"/>
                <a:gd name="T2" fmla="*/ 8 w 4"/>
                <a:gd name="T3" fmla="*/ 61 h 6"/>
                <a:gd name="T4" fmla="*/ 24 w 4"/>
                <a:gd name="T5" fmla="*/ 0 h 6"/>
                <a:gd name="T6" fmla="*/ 0 w 4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11" name="Freeform 4111">
              <a:extLst>
                <a:ext uri="{FF2B5EF4-FFF2-40B4-BE49-F238E27FC236}">
                  <a16:creationId xmlns:a16="http://schemas.microsoft.com/office/drawing/2014/main" id="{7A169B45-1CAB-423A-9499-ED054A6F5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739"/>
              <a:ext cx="20" cy="23"/>
            </a:xfrm>
            <a:custGeom>
              <a:avLst/>
              <a:gdLst>
                <a:gd name="T0" fmla="*/ 40 w 10"/>
                <a:gd name="T1" fmla="*/ 0 h 11"/>
                <a:gd name="T2" fmla="*/ 48 w 10"/>
                <a:gd name="T3" fmla="*/ 65 h 11"/>
                <a:gd name="T4" fmla="*/ 32 w 1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0" y="3"/>
                    <a:pt x="2" y="11"/>
                    <a:pt x="6" y="7"/>
                  </a:cubicBezTo>
                  <a:cubicBezTo>
                    <a:pt x="10" y="5"/>
                    <a:pt x="8" y="1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12" name="Freeform 4112">
              <a:extLst>
                <a:ext uri="{FF2B5EF4-FFF2-40B4-BE49-F238E27FC236}">
                  <a16:creationId xmlns:a16="http://schemas.microsoft.com/office/drawing/2014/main" id="{5E10245D-0270-4406-8F8B-94823F9A9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734"/>
              <a:ext cx="6" cy="11"/>
            </a:xfrm>
            <a:custGeom>
              <a:avLst/>
              <a:gdLst>
                <a:gd name="T0" fmla="*/ 24 w 3"/>
                <a:gd name="T1" fmla="*/ 9 h 5"/>
                <a:gd name="T2" fmla="*/ 16 w 3"/>
                <a:gd name="T3" fmla="*/ 9 h 5"/>
                <a:gd name="T4" fmla="*/ 8 w 3"/>
                <a:gd name="T5" fmla="*/ 53 h 5"/>
                <a:gd name="T6" fmla="*/ 24 w 3"/>
                <a:gd name="T7" fmla="*/ 0 h 5"/>
                <a:gd name="T8" fmla="*/ 8 w 3"/>
                <a:gd name="T9" fmla="*/ 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3"/>
                    <a:pt x="0" y="3"/>
                    <a:pt x="1" y="5"/>
                  </a:cubicBezTo>
                  <a:cubicBezTo>
                    <a:pt x="3" y="3"/>
                    <a:pt x="3" y="3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13" name="Freeform 4113">
              <a:extLst>
                <a:ext uri="{FF2B5EF4-FFF2-40B4-BE49-F238E27FC236}">
                  <a16:creationId xmlns:a16="http://schemas.microsoft.com/office/drawing/2014/main" id="{EAD8A75F-29A2-43F7-B5E2-B5027DF0D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713"/>
              <a:ext cx="8" cy="11"/>
            </a:xfrm>
            <a:custGeom>
              <a:avLst/>
              <a:gdLst>
                <a:gd name="T0" fmla="*/ 8 w 4"/>
                <a:gd name="T1" fmla="*/ 0 h 5"/>
                <a:gd name="T2" fmla="*/ 0 w 4"/>
                <a:gd name="T3" fmla="*/ 53 h 5"/>
                <a:gd name="T4" fmla="*/ 32 w 4"/>
                <a:gd name="T5" fmla="*/ 9 h 5"/>
                <a:gd name="T6" fmla="*/ 8 w 4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2" y="5"/>
                    <a:pt x="4" y="4"/>
                    <a:pt x="4" y="1"/>
                  </a:cubicBezTo>
                  <a:cubicBezTo>
                    <a:pt x="3" y="0"/>
                    <a:pt x="3" y="2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14" name="Freeform 4114">
              <a:extLst>
                <a:ext uri="{FF2B5EF4-FFF2-40B4-BE49-F238E27FC236}">
                  <a16:creationId xmlns:a16="http://schemas.microsoft.com/office/drawing/2014/main" id="{70C8437A-4C2D-4455-A4B3-AC7984801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800"/>
              <a:ext cx="38" cy="28"/>
            </a:xfrm>
            <a:custGeom>
              <a:avLst/>
              <a:gdLst>
                <a:gd name="T0" fmla="*/ 96 w 19"/>
                <a:gd name="T1" fmla="*/ 0 h 13"/>
                <a:gd name="T2" fmla="*/ 112 w 19"/>
                <a:gd name="T3" fmla="*/ 1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0" y="4"/>
                    <a:pt x="19" y="13"/>
                    <a:pt x="1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15" name="Freeform 4115">
              <a:extLst>
                <a:ext uri="{FF2B5EF4-FFF2-40B4-BE49-F238E27FC236}">
                  <a16:creationId xmlns:a16="http://schemas.microsoft.com/office/drawing/2014/main" id="{5EB2DE9E-2DCD-428B-ADC0-F772EB1BA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800"/>
              <a:ext cx="18" cy="22"/>
            </a:xfrm>
            <a:custGeom>
              <a:avLst/>
              <a:gdLst>
                <a:gd name="T0" fmla="*/ 16 w 9"/>
                <a:gd name="T1" fmla="*/ 0 h 10"/>
                <a:gd name="T2" fmla="*/ 40 w 9"/>
                <a:gd name="T3" fmla="*/ 73 h 10"/>
                <a:gd name="T4" fmla="*/ 4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0" y="2"/>
                    <a:pt x="0" y="10"/>
                    <a:pt x="5" y="7"/>
                  </a:cubicBezTo>
                  <a:cubicBezTo>
                    <a:pt x="8" y="5"/>
                    <a:pt x="9" y="1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16" name="Freeform 4116">
              <a:extLst>
                <a:ext uri="{FF2B5EF4-FFF2-40B4-BE49-F238E27FC236}">
                  <a16:creationId xmlns:a16="http://schemas.microsoft.com/office/drawing/2014/main" id="{4DEF32C3-D210-4C80-BA73-E4C5B9E10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868"/>
              <a:ext cx="14" cy="17"/>
            </a:xfrm>
            <a:custGeom>
              <a:avLst/>
              <a:gdLst>
                <a:gd name="T0" fmla="*/ 16 w 7"/>
                <a:gd name="T1" fmla="*/ 40 h 8"/>
                <a:gd name="T2" fmla="*/ 16 w 7"/>
                <a:gd name="T3" fmla="*/ 77 h 8"/>
                <a:gd name="T4" fmla="*/ 16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4"/>
                  </a:moveTo>
                  <a:cubicBezTo>
                    <a:pt x="2" y="5"/>
                    <a:pt x="0" y="6"/>
                    <a:pt x="2" y="8"/>
                  </a:cubicBezTo>
                  <a:cubicBezTo>
                    <a:pt x="5" y="6"/>
                    <a:pt x="7" y="0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17" name="Freeform 4117">
              <a:extLst>
                <a:ext uri="{FF2B5EF4-FFF2-40B4-BE49-F238E27FC236}">
                  <a16:creationId xmlns:a16="http://schemas.microsoft.com/office/drawing/2014/main" id="{23B8021C-49C0-4BAD-8490-42CFA5B0E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875"/>
              <a:ext cx="10" cy="13"/>
            </a:xfrm>
            <a:custGeom>
              <a:avLst/>
              <a:gdLst>
                <a:gd name="T0" fmla="*/ 8 w 5"/>
                <a:gd name="T1" fmla="*/ 9 h 6"/>
                <a:gd name="T2" fmla="*/ 16 w 5"/>
                <a:gd name="T3" fmla="*/ 61 h 6"/>
                <a:gd name="T4" fmla="*/ 32 w 5"/>
                <a:gd name="T5" fmla="*/ 0 h 6"/>
                <a:gd name="T6" fmla="*/ 16 w 5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4"/>
                    <a:pt x="0" y="5"/>
                    <a:pt x="2" y="6"/>
                  </a:cubicBezTo>
                  <a:cubicBezTo>
                    <a:pt x="5" y="4"/>
                    <a:pt x="5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18" name="Freeform 4118">
              <a:extLst>
                <a:ext uri="{FF2B5EF4-FFF2-40B4-BE49-F238E27FC236}">
                  <a16:creationId xmlns:a16="http://schemas.microsoft.com/office/drawing/2014/main" id="{7565659D-CE62-43D4-98FE-DA6BC7492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909"/>
              <a:ext cx="20" cy="17"/>
            </a:xfrm>
            <a:custGeom>
              <a:avLst/>
              <a:gdLst>
                <a:gd name="T0" fmla="*/ 24 w 10"/>
                <a:gd name="T1" fmla="*/ 77 h 8"/>
                <a:gd name="T2" fmla="*/ 8 w 10"/>
                <a:gd name="T3" fmla="*/ 9 h 8"/>
                <a:gd name="T4" fmla="*/ 32 w 10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8"/>
                  </a:moveTo>
                  <a:cubicBezTo>
                    <a:pt x="1" y="6"/>
                    <a:pt x="0" y="4"/>
                    <a:pt x="1" y="1"/>
                  </a:cubicBezTo>
                  <a:cubicBezTo>
                    <a:pt x="6" y="0"/>
                    <a:pt x="10" y="6"/>
                    <a:pt x="4" y="8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19" name="Freeform 4119">
              <a:extLst>
                <a:ext uri="{FF2B5EF4-FFF2-40B4-BE49-F238E27FC236}">
                  <a16:creationId xmlns:a16="http://schemas.microsoft.com/office/drawing/2014/main" id="{58F93222-3148-4C4F-A4C2-A422BA8BD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966"/>
              <a:ext cx="12" cy="13"/>
            </a:xfrm>
            <a:custGeom>
              <a:avLst/>
              <a:gdLst>
                <a:gd name="T0" fmla="*/ 8 w 6"/>
                <a:gd name="T1" fmla="*/ 9 h 6"/>
                <a:gd name="T2" fmla="*/ 16 w 6"/>
                <a:gd name="T3" fmla="*/ 61 h 6"/>
                <a:gd name="T4" fmla="*/ 32 w 6"/>
                <a:gd name="T5" fmla="*/ 0 h 6"/>
                <a:gd name="T6" fmla="*/ 24 w 6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5" y="5"/>
                    <a:pt x="6" y="2"/>
                    <a:pt x="4" y="0"/>
                  </a:cubicBezTo>
                  <a:cubicBezTo>
                    <a:pt x="4" y="0"/>
                    <a:pt x="3" y="1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20" name="Freeform 4120">
              <a:extLst>
                <a:ext uri="{FF2B5EF4-FFF2-40B4-BE49-F238E27FC236}">
                  <a16:creationId xmlns:a16="http://schemas.microsoft.com/office/drawing/2014/main" id="{CE4991FE-B0B1-4149-B6EB-0542FC46A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964"/>
              <a:ext cx="14" cy="17"/>
            </a:xfrm>
            <a:custGeom>
              <a:avLst/>
              <a:gdLst>
                <a:gd name="T0" fmla="*/ 16 w 7"/>
                <a:gd name="T1" fmla="*/ 9 h 8"/>
                <a:gd name="T2" fmla="*/ 16 w 7"/>
                <a:gd name="T3" fmla="*/ 77 h 8"/>
                <a:gd name="T4" fmla="*/ 16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1" y="4"/>
                    <a:pt x="0" y="6"/>
                    <a:pt x="2" y="8"/>
                  </a:cubicBezTo>
                  <a:cubicBezTo>
                    <a:pt x="6" y="7"/>
                    <a:pt x="7" y="0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21" name="Freeform 4121">
              <a:extLst>
                <a:ext uri="{FF2B5EF4-FFF2-40B4-BE49-F238E27FC236}">
                  <a16:creationId xmlns:a16="http://schemas.microsoft.com/office/drawing/2014/main" id="{B61821A1-3136-43A6-AFCB-E9EF48C12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839"/>
              <a:ext cx="10" cy="12"/>
            </a:xfrm>
            <a:custGeom>
              <a:avLst/>
              <a:gdLst>
                <a:gd name="T0" fmla="*/ 16 w 5"/>
                <a:gd name="T1" fmla="*/ 16 h 6"/>
                <a:gd name="T2" fmla="*/ 16 w 5"/>
                <a:gd name="T3" fmla="*/ 48 h 6"/>
                <a:gd name="T4" fmla="*/ 40 w 5"/>
                <a:gd name="T5" fmla="*/ 0 h 6"/>
                <a:gd name="T6" fmla="*/ 16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4" y="5"/>
                    <a:pt x="5" y="3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22" name="Freeform 4122">
              <a:extLst>
                <a:ext uri="{FF2B5EF4-FFF2-40B4-BE49-F238E27FC236}">
                  <a16:creationId xmlns:a16="http://schemas.microsoft.com/office/drawing/2014/main" id="{FC524BB0-F7D4-44FF-A0B9-68136E86C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960"/>
              <a:ext cx="22" cy="25"/>
            </a:xfrm>
            <a:custGeom>
              <a:avLst/>
              <a:gdLst>
                <a:gd name="T0" fmla="*/ 32 w 11"/>
                <a:gd name="T1" fmla="*/ 17 h 12"/>
                <a:gd name="T2" fmla="*/ 48 w 11"/>
                <a:gd name="T3" fmla="*/ 100 h 12"/>
                <a:gd name="T4" fmla="*/ 64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4" y="2"/>
                  </a:moveTo>
                  <a:cubicBezTo>
                    <a:pt x="1" y="4"/>
                    <a:pt x="0" y="12"/>
                    <a:pt x="6" y="11"/>
                  </a:cubicBezTo>
                  <a:cubicBezTo>
                    <a:pt x="11" y="10"/>
                    <a:pt x="10" y="3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23" name="Freeform 4123">
              <a:extLst>
                <a:ext uri="{FF2B5EF4-FFF2-40B4-BE49-F238E27FC236}">
                  <a16:creationId xmlns:a16="http://schemas.microsoft.com/office/drawing/2014/main" id="{14A8EACF-AD9A-4AC2-97FD-F5675DF21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845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53 h 5"/>
                <a:gd name="T4" fmla="*/ 32 w 4"/>
                <a:gd name="T5" fmla="*/ 20 h 5"/>
                <a:gd name="T6" fmla="*/ 24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3" y="5"/>
                    <a:pt x="4" y="2"/>
                  </a:cubicBezTo>
                  <a:cubicBezTo>
                    <a:pt x="4" y="1"/>
                    <a:pt x="4" y="2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24" name="Freeform 4124">
              <a:extLst>
                <a:ext uri="{FF2B5EF4-FFF2-40B4-BE49-F238E27FC236}">
                  <a16:creationId xmlns:a16="http://schemas.microsoft.com/office/drawing/2014/main" id="{C314FA3E-5236-4DED-B0C3-813315BA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807"/>
              <a:ext cx="10" cy="17"/>
            </a:xfrm>
            <a:custGeom>
              <a:avLst/>
              <a:gdLst>
                <a:gd name="T0" fmla="*/ 0 w 5"/>
                <a:gd name="T1" fmla="*/ 49 h 8"/>
                <a:gd name="T2" fmla="*/ 0 w 5"/>
                <a:gd name="T3" fmla="*/ 77 h 8"/>
                <a:gd name="T4" fmla="*/ 16 w 5"/>
                <a:gd name="T5" fmla="*/ 0 h 8"/>
                <a:gd name="T6" fmla="*/ 0 w 5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3" y="8"/>
                    <a:pt x="5" y="2"/>
                    <a:pt x="2" y="0"/>
                  </a:cubicBezTo>
                  <a:cubicBezTo>
                    <a:pt x="0" y="0"/>
                    <a:pt x="1" y="2"/>
                    <a:pt x="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25" name="Freeform 4125">
              <a:extLst>
                <a:ext uri="{FF2B5EF4-FFF2-40B4-BE49-F238E27FC236}">
                  <a16:creationId xmlns:a16="http://schemas.microsoft.com/office/drawing/2014/main" id="{B94982BA-154D-4482-BDBC-00C73F09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83"/>
              <a:ext cx="39" cy="20"/>
            </a:xfrm>
            <a:custGeom>
              <a:avLst/>
              <a:gdLst>
                <a:gd name="T0" fmla="*/ 80 w 20"/>
                <a:gd name="T1" fmla="*/ 89 h 9"/>
                <a:gd name="T2" fmla="*/ 88 w 20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11" y="8"/>
                  </a:moveTo>
                  <a:cubicBezTo>
                    <a:pt x="0" y="4"/>
                    <a:pt x="20" y="0"/>
                    <a:pt x="12" y="9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26" name="Freeform 4126">
              <a:extLst>
                <a:ext uri="{FF2B5EF4-FFF2-40B4-BE49-F238E27FC236}">
                  <a16:creationId xmlns:a16="http://schemas.microsoft.com/office/drawing/2014/main" id="{0B633A6C-257E-4D65-B43B-788E90898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754"/>
              <a:ext cx="54" cy="34"/>
            </a:xfrm>
            <a:custGeom>
              <a:avLst/>
              <a:gdLst>
                <a:gd name="T0" fmla="*/ 88 w 27"/>
                <a:gd name="T1" fmla="*/ 0 h 16"/>
                <a:gd name="T2" fmla="*/ 112 w 2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11" y="0"/>
                  </a:moveTo>
                  <a:cubicBezTo>
                    <a:pt x="0" y="16"/>
                    <a:pt x="27" y="3"/>
                    <a:pt x="1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27" name="Freeform 4127">
              <a:extLst>
                <a:ext uri="{FF2B5EF4-FFF2-40B4-BE49-F238E27FC236}">
                  <a16:creationId xmlns:a16="http://schemas.microsoft.com/office/drawing/2014/main" id="{7F4D7DCA-17E2-4D1C-AEFB-4A6027C2C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851"/>
              <a:ext cx="12" cy="17"/>
            </a:xfrm>
            <a:custGeom>
              <a:avLst/>
              <a:gdLst>
                <a:gd name="T0" fmla="*/ 0 w 6"/>
                <a:gd name="T1" fmla="*/ 40 h 8"/>
                <a:gd name="T2" fmla="*/ 24 w 6"/>
                <a:gd name="T3" fmla="*/ 77 h 8"/>
                <a:gd name="T4" fmla="*/ 8 w 6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0" y="6"/>
                    <a:pt x="0" y="8"/>
                    <a:pt x="3" y="8"/>
                  </a:cubicBezTo>
                  <a:cubicBezTo>
                    <a:pt x="6" y="6"/>
                    <a:pt x="6" y="0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28" name="Freeform 4128">
              <a:extLst>
                <a:ext uri="{FF2B5EF4-FFF2-40B4-BE49-F238E27FC236}">
                  <a16:creationId xmlns:a16="http://schemas.microsoft.com/office/drawing/2014/main" id="{33FDBA93-51ED-4941-88FB-F417F5FE9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951"/>
              <a:ext cx="24" cy="32"/>
            </a:xfrm>
            <a:custGeom>
              <a:avLst/>
              <a:gdLst>
                <a:gd name="T0" fmla="*/ 8 w 12"/>
                <a:gd name="T1" fmla="*/ 49 h 15"/>
                <a:gd name="T2" fmla="*/ 0 w 12"/>
                <a:gd name="T3" fmla="*/ 49 h 15"/>
                <a:gd name="T4" fmla="*/ 24 w 12"/>
                <a:gd name="T5" fmla="*/ 0 h 15"/>
                <a:gd name="T6" fmla="*/ 24 w 12"/>
                <a:gd name="T7" fmla="*/ 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1" y="5"/>
                  </a:moveTo>
                  <a:cubicBezTo>
                    <a:pt x="1" y="4"/>
                    <a:pt x="0" y="4"/>
                    <a:pt x="0" y="5"/>
                  </a:cubicBezTo>
                  <a:cubicBezTo>
                    <a:pt x="1" y="15"/>
                    <a:pt x="12" y="2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29" name="Freeform 4129">
              <a:extLst>
                <a:ext uri="{FF2B5EF4-FFF2-40B4-BE49-F238E27FC236}">
                  <a16:creationId xmlns:a16="http://schemas.microsoft.com/office/drawing/2014/main" id="{76CACAC6-BE22-4614-911B-E9785FAB5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941"/>
              <a:ext cx="14" cy="19"/>
            </a:xfrm>
            <a:custGeom>
              <a:avLst/>
              <a:gdLst>
                <a:gd name="T0" fmla="*/ 0 w 7"/>
                <a:gd name="T1" fmla="*/ 27 h 9"/>
                <a:gd name="T2" fmla="*/ 32 w 7"/>
                <a:gd name="T3" fmla="*/ 84 h 9"/>
                <a:gd name="T4" fmla="*/ 32 w 7"/>
                <a:gd name="T5" fmla="*/ 8 h 9"/>
                <a:gd name="T6" fmla="*/ 16 w 7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0" y="5"/>
                    <a:pt x="2" y="7"/>
                    <a:pt x="4" y="9"/>
                  </a:cubicBezTo>
                  <a:cubicBezTo>
                    <a:pt x="7" y="7"/>
                    <a:pt x="7" y="3"/>
                    <a:pt x="4" y="1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30" name="Freeform 4130">
              <a:extLst>
                <a:ext uri="{FF2B5EF4-FFF2-40B4-BE49-F238E27FC236}">
                  <a16:creationId xmlns:a16="http://schemas.microsoft.com/office/drawing/2014/main" id="{C2E3539B-C7F4-4098-AAE0-A912ABB94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915"/>
              <a:ext cx="8" cy="9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45 h 4"/>
                <a:gd name="T4" fmla="*/ 32 w 4"/>
                <a:gd name="T5" fmla="*/ 0 h 4"/>
                <a:gd name="T6" fmla="*/ 8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31" name="Freeform 4131">
              <a:extLst>
                <a:ext uri="{FF2B5EF4-FFF2-40B4-BE49-F238E27FC236}">
                  <a16:creationId xmlns:a16="http://schemas.microsoft.com/office/drawing/2014/main" id="{FA85A28F-6D1A-4FE3-AF42-9EEE20394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813"/>
              <a:ext cx="18" cy="17"/>
            </a:xfrm>
            <a:custGeom>
              <a:avLst/>
              <a:gdLst>
                <a:gd name="T0" fmla="*/ 40 w 9"/>
                <a:gd name="T1" fmla="*/ 19 h 8"/>
                <a:gd name="T2" fmla="*/ 24 w 9"/>
                <a:gd name="T3" fmla="*/ 77 h 8"/>
                <a:gd name="T4" fmla="*/ 24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5" y="2"/>
                  </a:moveTo>
                  <a:cubicBezTo>
                    <a:pt x="1" y="3"/>
                    <a:pt x="0" y="6"/>
                    <a:pt x="3" y="8"/>
                  </a:cubicBezTo>
                  <a:cubicBezTo>
                    <a:pt x="7" y="6"/>
                    <a:pt x="9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32" name="Freeform 4132">
              <a:extLst>
                <a:ext uri="{FF2B5EF4-FFF2-40B4-BE49-F238E27FC236}">
                  <a16:creationId xmlns:a16="http://schemas.microsoft.com/office/drawing/2014/main" id="{55A40D1B-8CA3-4CDF-A0E2-60DEF2D9D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796"/>
              <a:ext cx="46" cy="30"/>
            </a:xfrm>
            <a:custGeom>
              <a:avLst/>
              <a:gdLst>
                <a:gd name="T0" fmla="*/ 64 w 23"/>
                <a:gd name="T1" fmla="*/ 0 h 14"/>
                <a:gd name="T2" fmla="*/ 72 w 2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4">
                  <a:moveTo>
                    <a:pt x="8" y="0"/>
                  </a:moveTo>
                  <a:cubicBezTo>
                    <a:pt x="0" y="14"/>
                    <a:pt x="23" y="2"/>
                    <a:pt x="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33" name="Freeform 4133">
              <a:extLst>
                <a:ext uri="{FF2B5EF4-FFF2-40B4-BE49-F238E27FC236}">
                  <a16:creationId xmlns:a16="http://schemas.microsoft.com/office/drawing/2014/main" id="{84F0376B-6E22-451F-B934-79FA579ED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675"/>
              <a:ext cx="16" cy="19"/>
            </a:xfrm>
            <a:custGeom>
              <a:avLst/>
              <a:gdLst>
                <a:gd name="T0" fmla="*/ 8 w 8"/>
                <a:gd name="T1" fmla="*/ 27 h 9"/>
                <a:gd name="T2" fmla="*/ 16 w 8"/>
                <a:gd name="T3" fmla="*/ 84 h 9"/>
                <a:gd name="T4" fmla="*/ 32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3"/>
                  </a:moveTo>
                  <a:cubicBezTo>
                    <a:pt x="0" y="5"/>
                    <a:pt x="1" y="7"/>
                    <a:pt x="2" y="9"/>
                  </a:cubicBezTo>
                  <a:cubicBezTo>
                    <a:pt x="7" y="9"/>
                    <a:pt x="8" y="3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34" name="Freeform 4134">
              <a:extLst>
                <a:ext uri="{FF2B5EF4-FFF2-40B4-BE49-F238E27FC236}">
                  <a16:creationId xmlns:a16="http://schemas.microsoft.com/office/drawing/2014/main" id="{B3DBD8BC-0E49-4DEA-9BC7-103F969EB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641"/>
              <a:ext cx="14" cy="17"/>
            </a:xfrm>
            <a:custGeom>
              <a:avLst/>
              <a:gdLst>
                <a:gd name="T0" fmla="*/ 0 w 7"/>
                <a:gd name="T1" fmla="*/ 9 h 8"/>
                <a:gd name="T2" fmla="*/ 16 w 7"/>
                <a:gd name="T3" fmla="*/ 77 h 8"/>
                <a:gd name="T4" fmla="*/ 16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0" y="3"/>
                    <a:pt x="0" y="6"/>
                    <a:pt x="2" y="8"/>
                  </a:cubicBezTo>
                  <a:cubicBezTo>
                    <a:pt x="6" y="6"/>
                    <a:pt x="7" y="1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35" name="Freeform 4135">
              <a:extLst>
                <a:ext uri="{FF2B5EF4-FFF2-40B4-BE49-F238E27FC236}">
                  <a16:creationId xmlns:a16="http://schemas.microsoft.com/office/drawing/2014/main" id="{0F8DC425-207C-48DB-A1A2-CE988CDFB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275"/>
              <a:ext cx="26" cy="23"/>
            </a:xfrm>
            <a:custGeom>
              <a:avLst/>
              <a:gdLst>
                <a:gd name="T0" fmla="*/ 40 w 13"/>
                <a:gd name="T1" fmla="*/ 0 h 11"/>
                <a:gd name="T2" fmla="*/ 104 w 13"/>
                <a:gd name="T3" fmla="*/ 17 h 11"/>
                <a:gd name="T4" fmla="*/ 80 w 13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5" y="0"/>
                  </a:moveTo>
                  <a:cubicBezTo>
                    <a:pt x="0" y="9"/>
                    <a:pt x="13" y="11"/>
                    <a:pt x="13" y="2"/>
                  </a:cubicBezTo>
                  <a:cubicBezTo>
                    <a:pt x="12" y="1"/>
                    <a:pt x="11" y="1"/>
                    <a:pt x="10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36" name="Freeform 4136">
              <a:extLst>
                <a:ext uri="{FF2B5EF4-FFF2-40B4-BE49-F238E27FC236}">
                  <a16:creationId xmlns:a16="http://schemas.microsoft.com/office/drawing/2014/main" id="{1FEEFF02-0571-4CA0-B11A-FBE33B6A8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284"/>
              <a:ext cx="40" cy="21"/>
            </a:xfrm>
            <a:custGeom>
              <a:avLst/>
              <a:gdLst>
                <a:gd name="T0" fmla="*/ 80 w 20"/>
                <a:gd name="T1" fmla="*/ 0 h 10"/>
                <a:gd name="T2" fmla="*/ 96 w 20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10" y="0"/>
                  </a:moveTo>
                  <a:cubicBezTo>
                    <a:pt x="0" y="10"/>
                    <a:pt x="20" y="9"/>
                    <a:pt x="1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37" name="Freeform 4137">
              <a:extLst>
                <a:ext uri="{FF2B5EF4-FFF2-40B4-BE49-F238E27FC236}">
                  <a16:creationId xmlns:a16="http://schemas.microsoft.com/office/drawing/2014/main" id="{11E559C1-D448-464B-84BD-014B02F0D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358"/>
              <a:ext cx="6" cy="9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45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38" name="Freeform 4138">
              <a:extLst>
                <a:ext uri="{FF2B5EF4-FFF2-40B4-BE49-F238E27FC236}">
                  <a16:creationId xmlns:a16="http://schemas.microsoft.com/office/drawing/2014/main" id="{8D4A4637-7904-4256-8543-9FD4C7659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090"/>
              <a:ext cx="22" cy="23"/>
            </a:xfrm>
            <a:custGeom>
              <a:avLst/>
              <a:gdLst>
                <a:gd name="T0" fmla="*/ 64 w 11"/>
                <a:gd name="T1" fmla="*/ 0 h 11"/>
                <a:gd name="T2" fmla="*/ 32 w 11"/>
                <a:gd name="T3" fmla="*/ 84 h 11"/>
                <a:gd name="T4" fmla="*/ 80 w 11"/>
                <a:gd name="T5" fmla="*/ 8 h 11"/>
                <a:gd name="T6" fmla="*/ 64 w 1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8" y="0"/>
                  </a:moveTo>
                  <a:cubicBezTo>
                    <a:pt x="5" y="0"/>
                    <a:pt x="0" y="6"/>
                    <a:pt x="4" y="9"/>
                  </a:cubicBezTo>
                  <a:cubicBezTo>
                    <a:pt x="8" y="11"/>
                    <a:pt x="11" y="3"/>
                    <a:pt x="10" y="1"/>
                  </a:cubicBezTo>
                  <a:cubicBezTo>
                    <a:pt x="10" y="0"/>
                    <a:pt x="9" y="0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39" name="Freeform 4139">
              <a:extLst>
                <a:ext uri="{FF2B5EF4-FFF2-40B4-BE49-F238E27FC236}">
                  <a16:creationId xmlns:a16="http://schemas.microsoft.com/office/drawing/2014/main" id="{DA900E1A-57B9-452B-8187-E7945E797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154"/>
              <a:ext cx="12" cy="15"/>
            </a:xfrm>
            <a:custGeom>
              <a:avLst/>
              <a:gdLst>
                <a:gd name="T0" fmla="*/ 24 w 6"/>
                <a:gd name="T1" fmla="*/ 0 h 7"/>
                <a:gd name="T2" fmla="*/ 0 w 6"/>
                <a:gd name="T3" fmla="*/ 19 h 7"/>
                <a:gd name="T4" fmla="*/ 48 w 6"/>
                <a:gd name="T5" fmla="*/ 9 h 7"/>
                <a:gd name="T6" fmla="*/ 32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7"/>
                    <a:pt x="6" y="6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40" name="Freeform 4140">
              <a:extLst>
                <a:ext uri="{FF2B5EF4-FFF2-40B4-BE49-F238E27FC236}">
                  <a16:creationId xmlns:a16="http://schemas.microsoft.com/office/drawing/2014/main" id="{EA31C045-A930-47A3-B5A9-F51A54F7E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186"/>
              <a:ext cx="18" cy="17"/>
            </a:xfrm>
            <a:custGeom>
              <a:avLst/>
              <a:gdLst>
                <a:gd name="T0" fmla="*/ 32 w 9"/>
                <a:gd name="T1" fmla="*/ 0 h 8"/>
                <a:gd name="T2" fmla="*/ 56 w 9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0" y="5"/>
                    <a:pt x="9" y="8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41" name="Freeform 4141">
              <a:extLst>
                <a:ext uri="{FF2B5EF4-FFF2-40B4-BE49-F238E27FC236}">
                  <a16:creationId xmlns:a16="http://schemas.microsoft.com/office/drawing/2014/main" id="{2946BB1C-A371-40B4-A69D-DD2D56037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062"/>
              <a:ext cx="22" cy="17"/>
            </a:xfrm>
            <a:custGeom>
              <a:avLst/>
              <a:gdLst>
                <a:gd name="T0" fmla="*/ 16 w 11"/>
                <a:gd name="T1" fmla="*/ 9 h 8"/>
                <a:gd name="T2" fmla="*/ 16 w 11"/>
                <a:gd name="T3" fmla="*/ 68 h 8"/>
                <a:gd name="T4" fmla="*/ 32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2" y="1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7" y="8"/>
                    <a:pt x="11" y="0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42" name="Freeform 4142">
              <a:extLst>
                <a:ext uri="{FF2B5EF4-FFF2-40B4-BE49-F238E27FC236}">
                  <a16:creationId xmlns:a16="http://schemas.microsoft.com/office/drawing/2014/main" id="{0F83B13D-192D-4462-A796-DAFD5EEBE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1999"/>
              <a:ext cx="8" cy="12"/>
            </a:xfrm>
            <a:custGeom>
              <a:avLst/>
              <a:gdLst>
                <a:gd name="T0" fmla="*/ 16 w 4"/>
                <a:gd name="T1" fmla="*/ 8 h 6"/>
                <a:gd name="T2" fmla="*/ 24 w 4"/>
                <a:gd name="T3" fmla="*/ 48 h 6"/>
                <a:gd name="T4" fmla="*/ 24 w 4"/>
                <a:gd name="T5" fmla="*/ 0 h 6"/>
                <a:gd name="T6" fmla="*/ 8 w 4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1"/>
                  </a:moveTo>
                  <a:cubicBezTo>
                    <a:pt x="0" y="3"/>
                    <a:pt x="0" y="5"/>
                    <a:pt x="3" y="6"/>
                  </a:cubicBezTo>
                  <a:cubicBezTo>
                    <a:pt x="4" y="4"/>
                    <a:pt x="4" y="2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43" name="Freeform 4143">
              <a:extLst>
                <a:ext uri="{FF2B5EF4-FFF2-40B4-BE49-F238E27FC236}">
                  <a16:creationId xmlns:a16="http://schemas.microsoft.com/office/drawing/2014/main" id="{3F29C39C-5CE0-4569-9A73-8B63D8233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933"/>
              <a:ext cx="23" cy="23"/>
            </a:xfrm>
            <a:custGeom>
              <a:avLst/>
              <a:gdLst>
                <a:gd name="T0" fmla="*/ 8 w 12"/>
                <a:gd name="T1" fmla="*/ 56 h 11"/>
                <a:gd name="T2" fmla="*/ 8 w 12"/>
                <a:gd name="T3" fmla="*/ 100 h 11"/>
                <a:gd name="T4" fmla="*/ 29 w 12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0" y="8"/>
                    <a:pt x="0" y="9"/>
                    <a:pt x="1" y="11"/>
                  </a:cubicBezTo>
                  <a:cubicBezTo>
                    <a:pt x="7" y="11"/>
                    <a:pt x="12" y="0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44" name="Freeform 4144">
              <a:extLst>
                <a:ext uri="{FF2B5EF4-FFF2-40B4-BE49-F238E27FC236}">
                  <a16:creationId xmlns:a16="http://schemas.microsoft.com/office/drawing/2014/main" id="{EC548507-0B07-4DA3-9B69-FA40EEA93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867"/>
              <a:ext cx="16" cy="19"/>
            </a:xfrm>
            <a:custGeom>
              <a:avLst/>
              <a:gdLst>
                <a:gd name="T0" fmla="*/ 24 w 8"/>
                <a:gd name="T1" fmla="*/ 17 h 9"/>
                <a:gd name="T2" fmla="*/ 32 w 8"/>
                <a:gd name="T3" fmla="*/ 68 h 9"/>
                <a:gd name="T4" fmla="*/ 32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4"/>
                    <a:pt x="0" y="9"/>
                    <a:pt x="4" y="7"/>
                  </a:cubicBezTo>
                  <a:cubicBezTo>
                    <a:pt x="8" y="5"/>
                    <a:pt x="8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45" name="Freeform 4145">
              <a:extLst>
                <a:ext uri="{FF2B5EF4-FFF2-40B4-BE49-F238E27FC236}">
                  <a16:creationId xmlns:a16="http://schemas.microsoft.com/office/drawing/2014/main" id="{D2656838-DCF2-442C-95F8-B2EF336EC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858"/>
              <a:ext cx="22" cy="30"/>
            </a:xfrm>
            <a:custGeom>
              <a:avLst/>
              <a:gdLst>
                <a:gd name="T0" fmla="*/ 56 w 11"/>
                <a:gd name="T1" fmla="*/ 28 h 14"/>
                <a:gd name="T2" fmla="*/ 32 w 11"/>
                <a:gd name="T3" fmla="*/ 120 h 14"/>
                <a:gd name="T4" fmla="*/ 72 w 11"/>
                <a:gd name="T5" fmla="*/ 2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7" y="3"/>
                  </a:moveTo>
                  <a:cubicBezTo>
                    <a:pt x="1" y="0"/>
                    <a:pt x="0" y="11"/>
                    <a:pt x="4" y="12"/>
                  </a:cubicBezTo>
                  <a:cubicBezTo>
                    <a:pt x="9" y="14"/>
                    <a:pt x="11" y="6"/>
                    <a:pt x="9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46" name="Freeform 4146">
              <a:extLst>
                <a:ext uri="{FF2B5EF4-FFF2-40B4-BE49-F238E27FC236}">
                  <a16:creationId xmlns:a16="http://schemas.microsoft.com/office/drawing/2014/main" id="{6925624D-627E-42A3-B3EC-FCB114397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797"/>
              <a:ext cx="14" cy="14"/>
            </a:xfrm>
            <a:custGeom>
              <a:avLst/>
              <a:gdLst>
                <a:gd name="T0" fmla="*/ 24 w 7"/>
                <a:gd name="T1" fmla="*/ 0 h 7"/>
                <a:gd name="T2" fmla="*/ 8 w 7"/>
                <a:gd name="T3" fmla="*/ 40 h 7"/>
                <a:gd name="T4" fmla="*/ 48 w 7"/>
                <a:gd name="T5" fmla="*/ 0 h 7"/>
                <a:gd name="T6" fmla="*/ 24 w 7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7"/>
                    <a:pt x="7" y="3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47" name="Freeform 4147">
              <a:extLst>
                <a:ext uri="{FF2B5EF4-FFF2-40B4-BE49-F238E27FC236}">
                  <a16:creationId xmlns:a16="http://schemas.microsoft.com/office/drawing/2014/main" id="{A32F1A1C-1787-4415-A2F2-C97FBCCD2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828"/>
              <a:ext cx="14" cy="17"/>
            </a:xfrm>
            <a:custGeom>
              <a:avLst/>
              <a:gdLst>
                <a:gd name="T0" fmla="*/ 56 w 7"/>
                <a:gd name="T1" fmla="*/ 9 h 8"/>
                <a:gd name="T2" fmla="*/ 48 w 7"/>
                <a:gd name="T3" fmla="*/ 0 h 8"/>
                <a:gd name="T4" fmla="*/ 24 w 7"/>
                <a:gd name="T5" fmla="*/ 77 h 8"/>
                <a:gd name="T6" fmla="*/ 32 w 7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7" y="1"/>
                  </a:moveTo>
                  <a:cubicBezTo>
                    <a:pt x="7" y="1"/>
                    <a:pt x="6" y="1"/>
                    <a:pt x="6" y="0"/>
                  </a:cubicBezTo>
                  <a:cubicBezTo>
                    <a:pt x="3" y="1"/>
                    <a:pt x="0" y="5"/>
                    <a:pt x="3" y="8"/>
                  </a:cubicBezTo>
                  <a:cubicBezTo>
                    <a:pt x="6" y="6"/>
                    <a:pt x="7" y="3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48" name="Freeform 4148">
              <a:extLst>
                <a:ext uri="{FF2B5EF4-FFF2-40B4-BE49-F238E27FC236}">
                  <a16:creationId xmlns:a16="http://schemas.microsoft.com/office/drawing/2014/main" id="{71E5EB28-2C76-436A-87B3-39F60D683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826"/>
              <a:ext cx="26" cy="19"/>
            </a:xfrm>
            <a:custGeom>
              <a:avLst/>
              <a:gdLst>
                <a:gd name="T0" fmla="*/ 72 w 13"/>
                <a:gd name="T1" fmla="*/ 27 h 9"/>
                <a:gd name="T2" fmla="*/ 16 w 13"/>
                <a:gd name="T3" fmla="*/ 76 h 9"/>
                <a:gd name="T4" fmla="*/ 48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9" y="3"/>
                  </a:moveTo>
                  <a:cubicBezTo>
                    <a:pt x="6" y="0"/>
                    <a:pt x="0" y="3"/>
                    <a:pt x="2" y="8"/>
                  </a:cubicBezTo>
                  <a:cubicBezTo>
                    <a:pt x="7" y="9"/>
                    <a:pt x="13" y="2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49" name="Freeform 4149">
              <a:extLst>
                <a:ext uri="{FF2B5EF4-FFF2-40B4-BE49-F238E27FC236}">
                  <a16:creationId xmlns:a16="http://schemas.microsoft.com/office/drawing/2014/main" id="{106DEF76-5DCC-44E4-9818-2B1708B02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780"/>
              <a:ext cx="18" cy="21"/>
            </a:xfrm>
            <a:custGeom>
              <a:avLst/>
              <a:gdLst>
                <a:gd name="T0" fmla="*/ 8 w 9"/>
                <a:gd name="T1" fmla="*/ 36 h 10"/>
                <a:gd name="T2" fmla="*/ 0 w 9"/>
                <a:gd name="T3" fmla="*/ 76 h 10"/>
                <a:gd name="T4" fmla="*/ 8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4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6" y="10"/>
                    <a:pt x="9" y="0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50" name="Freeform 4150">
              <a:extLst>
                <a:ext uri="{FF2B5EF4-FFF2-40B4-BE49-F238E27FC236}">
                  <a16:creationId xmlns:a16="http://schemas.microsoft.com/office/drawing/2014/main" id="{DC008B9C-724E-4BA7-8E6D-916D52FC9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890"/>
              <a:ext cx="8" cy="9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4" y="2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51" name="Freeform 4151">
              <a:extLst>
                <a:ext uri="{FF2B5EF4-FFF2-40B4-BE49-F238E27FC236}">
                  <a16:creationId xmlns:a16="http://schemas.microsoft.com/office/drawing/2014/main" id="{E0412997-19A5-4F5D-89DB-E05D7039A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975"/>
              <a:ext cx="16" cy="15"/>
            </a:xfrm>
            <a:custGeom>
              <a:avLst/>
              <a:gdLst>
                <a:gd name="T0" fmla="*/ 32 w 8"/>
                <a:gd name="T1" fmla="*/ 0 h 7"/>
                <a:gd name="T2" fmla="*/ 0 w 8"/>
                <a:gd name="T3" fmla="*/ 60 h 7"/>
                <a:gd name="T4" fmla="*/ 32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2" y="1"/>
                    <a:pt x="0" y="3"/>
                    <a:pt x="0" y="6"/>
                  </a:cubicBezTo>
                  <a:cubicBezTo>
                    <a:pt x="4" y="7"/>
                    <a:pt x="8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52" name="Freeform 4152">
              <a:extLst>
                <a:ext uri="{FF2B5EF4-FFF2-40B4-BE49-F238E27FC236}">
                  <a16:creationId xmlns:a16="http://schemas.microsoft.com/office/drawing/2014/main" id="{599D0342-A316-4EB4-A3A2-F1F7120CD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933"/>
              <a:ext cx="20" cy="17"/>
            </a:xfrm>
            <a:custGeom>
              <a:avLst/>
              <a:gdLst>
                <a:gd name="T0" fmla="*/ 40 w 10"/>
                <a:gd name="T1" fmla="*/ 9 h 8"/>
                <a:gd name="T2" fmla="*/ 48 w 10"/>
                <a:gd name="T3" fmla="*/ 68 h 8"/>
                <a:gd name="T4" fmla="*/ 4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0" y="2"/>
                    <a:pt x="2" y="8"/>
                    <a:pt x="6" y="7"/>
                  </a:cubicBezTo>
                  <a:cubicBezTo>
                    <a:pt x="10" y="6"/>
                    <a:pt x="9" y="1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53" name="Freeform 4153">
              <a:extLst>
                <a:ext uri="{FF2B5EF4-FFF2-40B4-BE49-F238E27FC236}">
                  <a16:creationId xmlns:a16="http://schemas.microsoft.com/office/drawing/2014/main" id="{2FED13FD-EAD5-4F83-BF89-133B37F1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050"/>
              <a:ext cx="17" cy="15"/>
            </a:xfrm>
            <a:custGeom>
              <a:avLst/>
              <a:gdLst>
                <a:gd name="T0" fmla="*/ 32 w 9"/>
                <a:gd name="T1" fmla="*/ 9 h 7"/>
                <a:gd name="T2" fmla="*/ 21 w 9"/>
                <a:gd name="T3" fmla="*/ 69 h 7"/>
                <a:gd name="T4" fmla="*/ 60 w 9"/>
                <a:gd name="T5" fmla="*/ 9 h 7"/>
                <a:gd name="T6" fmla="*/ 47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1" y="2"/>
                    <a:pt x="0" y="6"/>
                    <a:pt x="3" y="7"/>
                  </a:cubicBezTo>
                  <a:cubicBezTo>
                    <a:pt x="6" y="6"/>
                    <a:pt x="9" y="4"/>
                    <a:pt x="9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54" name="Freeform 4154">
              <a:extLst>
                <a:ext uri="{FF2B5EF4-FFF2-40B4-BE49-F238E27FC236}">
                  <a16:creationId xmlns:a16="http://schemas.microsoft.com/office/drawing/2014/main" id="{EFEC4F5E-E6C8-4CC2-A8FB-6A10897AC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090"/>
              <a:ext cx="12" cy="13"/>
            </a:xfrm>
            <a:custGeom>
              <a:avLst/>
              <a:gdLst>
                <a:gd name="T0" fmla="*/ 8 w 6"/>
                <a:gd name="T1" fmla="*/ 20 h 6"/>
                <a:gd name="T2" fmla="*/ 16 w 6"/>
                <a:gd name="T3" fmla="*/ 61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5" y="4"/>
                    <a:pt x="6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55" name="Freeform 4155">
              <a:extLst>
                <a:ext uri="{FF2B5EF4-FFF2-40B4-BE49-F238E27FC236}">
                  <a16:creationId xmlns:a16="http://schemas.microsoft.com/office/drawing/2014/main" id="{D0D0A0CB-BA38-4387-BDE7-4FCDCA1B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780"/>
              <a:ext cx="21" cy="25"/>
            </a:xfrm>
            <a:custGeom>
              <a:avLst/>
              <a:gdLst>
                <a:gd name="T0" fmla="*/ 21 w 11"/>
                <a:gd name="T1" fmla="*/ 35 h 12"/>
                <a:gd name="T2" fmla="*/ 48 w 11"/>
                <a:gd name="T3" fmla="*/ 83 h 12"/>
                <a:gd name="T4" fmla="*/ 36 w 11"/>
                <a:gd name="T5" fmla="*/ 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3" y="4"/>
                  </a:moveTo>
                  <a:cubicBezTo>
                    <a:pt x="0" y="8"/>
                    <a:pt x="2" y="12"/>
                    <a:pt x="7" y="9"/>
                  </a:cubicBezTo>
                  <a:cubicBezTo>
                    <a:pt x="11" y="6"/>
                    <a:pt x="10" y="0"/>
                    <a:pt x="5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56" name="Freeform 4156">
              <a:extLst>
                <a:ext uri="{FF2B5EF4-FFF2-40B4-BE49-F238E27FC236}">
                  <a16:creationId xmlns:a16="http://schemas.microsoft.com/office/drawing/2014/main" id="{9582C6C3-3629-482B-8952-E6894E006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99"/>
              <a:ext cx="14" cy="12"/>
            </a:xfrm>
            <a:custGeom>
              <a:avLst/>
              <a:gdLst>
                <a:gd name="T0" fmla="*/ 24 w 7"/>
                <a:gd name="T1" fmla="*/ 8 h 6"/>
                <a:gd name="T2" fmla="*/ 8 w 7"/>
                <a:gd name="T3" fmla="*/ 8 h 6"/>
                <a:gd name="T4" fmla="*/ 8 w 7"/>
                <a:gd name="T5" fmla="*/ 48 h 6"/>
                <a:gd name="T6" fmla="*/ 32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4"/>
                    <a:pt x="0" y="4"/>
                    <a:pt x="1" y="6"/>
                  </a:cubicBezTo>
                  <a:cubicBezTo>
                    <a:pt x="5" y="5"/>
                    <a:pt x="7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57" name="Freeform 4157">
              <a:extLst>
                <a:ext uri="{FF2B5EF4-FFF2-40B4-BE49-F238E27FC236}">
                  <a16:creationId xmlns:a16="http://schemas.microsoft.com/office/drawing/2014/main" id="{9DDA9311-7C11-4C79-AF30-3D5F6EBD4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758"/>
              <a:ext cx="8" cy="13"/>
            </a:xfrm>
            <a:custGeom>
              <a:avLst/>
              <a:gdLst>
                <a:gd name="T0" fmla="*/ 24 w 4"/>
                <a:gd name="T1" fmla="*/ 9 h 6"/>
                <a:gd name="T2" fmla="*/ 8 w 4"/>
                <a:gd name="T3" fmla="*/ 0 h 6"/>
                <a:gd name="T4" fmla="*/ 8 w 4"/>
                <a:gd name="T5" fmla="*/ 61 h 6"/>
                <a:gd name="T6" fmla="*/ 24 w 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3"/>
                    <a:pt x="0" y="3"/>
                    <a:pt x="1" y="6"/>
                  </a:cubicBezTo>
                  <a:cubicBezTo>
                    <a:pt x="4" y="4"/>
                    <a:pt x="4" y="3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58" name="Freeform 4158">
              <a:extLst>
                <a:ext uri="{FF2B5EF4-FFF2-40B4-BE49-F238E27FC236}">
                  <a16:creationId xmlns:a16="http://schemas.microsoft.com/office/drawing/2014/main" id="{FA09B674-5F1D-4986-BF2D-F3297E8F6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733"/>
              <a:ext cx="12" cy="8"/>
            </a:xfrm>
            <a:custGeom>
              <a:avLst/>
              <a:gdLst>
                <a:gd name="T0" fmla="*/ 48 w 6"/>
                <a:gd name="T1" fmla="*/ 0 h 4"/>
                <a:gd name="T2" fmla="*/ 0 w 6"/>
                <a:gd name="T3" fmla="*/ 32 h 4"/>
                <a:gd name="T4" fmla="*/ 24 w 6"/>
                <a:gd name="T5" fmla="*/ 0 h 4"/>
                <a:gd name="T6" fmla="*/ 8 w 6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3" y="0"/>
                    <a:pt x="1" y="2"/>
                    <a:pt x="0" y="4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1" y="0"/>
                    <a:pt x="2" y="1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59" name="Freeform 4159">
              <a:extLst>
                <a:ext uri="{FF2B5EF4-FFF2-40B4-BE49-F238E27FC236}">
                  <a16:creationId xmlns:a16="http://schemas.microsoft.com/office/drawing/2014/main" id="{F5617352-92FA-4EC5-8DD4-2D5FAE58B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682"/>
              <a:ext cx="24" cy="27"/>
            </a:xfrm>
            <a:custGeom>
              <a:avLst/>
              <a:gdLst>
                <a:gd name="T0" fmla="*/ 48 w 12"/>
                <a:gd name="T1" fmla="*/ 0 h 13"/>
                <a:gd name="T2" fmla="*/ 64 w 12"/>
                <a:gd name="T3" fmla="*/ 73 h 13"/>
                <a:gd name="T4" fmla="*/ 4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cubicBezTo>
                    <a:pt x="3" y="3"/>
                    <a:pt x="0" y="13"/>
                    <a:pt x="8" y="8"/>
                  </a:cubicBezTo>
                  <a:cubicBezTo>
                    <a:pt x="12" y="6"/>
                    <a:pt x="10" y="2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60" name="Freeform 4160">
              <a:extLst>
                <a:ext uri="{FF2B5EF4-FFF2-40B4-BE49-F238E27FC236}">
                  <a16:creationId xmlns:a16="http://schemas.microsoft.com/office/drawing/2014/main" id="{67834555-9D5F-4059-B4F6-3103B99FE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654"/>
              <a:ext cx="26" cy="21"/>
            </a:xfrm>
            <a:custGeom>
              <a:avLst/>
              <a:gdLst>
                <a:gd name="T0" fmla="*/ 56 w 13"/>
                <a:gd name="T1" fmla="*/ 0 h 10"/>
                <a:gd name="T2" fmla="*/ 64 w 13"/>
                <a:gd name="T3" fmla="*/ 67 h 10"/>
                <a:gd name="T4" fmla="*/ 64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0"/>
                  </a:moveTo>
                  <a:cubicBezTo>
                    <a:pt x="1" y="2"/>
                    <a:pt x="0" y="10"/>
                    <a:pt x="8" y="7"/>
                  </a:cubicBezTo>
                  <a:cubicBezTo>
                    <a:pt x="12" y="6"/>
                    <a:pt x="13" y="2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61" name="Freeform 4161">
              <a:extLst>
                <a:ext uri="{FF2B5EF4-FFF2-40B4-BE49-F238E27FC236}">
                  <a16:creationId xmlns:a16="http://schemas.microsoft.com/office/drawing/2014/main" id="{C9D17F2D-3D96-4065-B753-019688625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603"/>
              <a:ext cx="28" cy="23"/>
            </a:xfrm>
            <a:custGeom>
              <a:avLst/>
              <a:gdLst>
                <a:gd name="T0" fmla="*/ 72 w 14"/>
                <a:gd name="T1" fmla="*/ 27 h 11"/>
                <a:gd name="T2" fmla="*/ 64 w 14"/>
                <a:gd name="T3" fmla="*/ 100 h 11"/>
                <a:gd name="T4" fmla="*/ 56 w 14"/>
                <a:gd name="T5" fmla="*/ 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9" y="3"/>
                  </a:moveTo>
                  <a:cubicBezTo>
                    <a:pt x="6" y="5"/>
                    <a:pt x="0" y="11"/>
                    <a:pt x="8" y="11"/>
                  </a:cubicBezTo>
                  <a:cubicBezTo>
                    <a:pt x="14" y="11"/>
                    <a:pt x="14" y="0"/>
                    <a:pt x="7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62" name="Freeform 4162">
              <a:extLst>
                <a:ext uri="{FF2B5EF4-FFF2-40B4-BE49-F238E27FC236}">
                  <a16:creationId xmlns:a16="http://schemas.microsoft.com/office/drawing/2014/main" id="{F05D839D-6075-4F09-B467-1E85D676A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631"/>
              <a:ext cx="14" cy="27"/>
            </a:xfrm>
            <a:custGeom>
              <a:avLst/>
              <a:gdLst>
                <a:gd name="T0" fmla="*/ 48 w 7"/>
                <a:gd name="T1" fmla="*/ 25 h 13"/>
                <a:gd name="T2" fmla="*/ 0 w 7"/>
                <a:gd name="T3" fmla="*/ 52 h 13"/>
                <a:gd name="T4" fmla="*/ 56 w 7"/>
                <a:gd name="T5" fmla="*/ 35 h 13"/>
                <a:gd name="T6" fmla="*/ 32 w 7"/>
                <a:gd name="T7" fmla="*/ 1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6" y="3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13"/>
                    <a:pt x="7" y="7"/>
                    <a:pt x="7" y="4"/>
                  </a:cubicBezTo>
                  <a:cubicBezTo>
                    <a:pt x="6" y="2"/>
                    <a:pt x="5" y="2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63" name="Freeform 4163">
              <a:extLst>
                <a:ext uri="{FF2B5EF4-FFF2-40B4-BE49-F238E27FC236}">
                  <a16:creationId xmlns:a16="http://schemas.microsoft.com/office/drawing/2014/main" id="{F43D0132-1FF7-4151-AB75-ED3E443A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671"/>
              <a:ext cx="6" cy="9"/>
            </a:xfrm>
            <a:custGeom>
              <a:avLst/>
              <a:gdLst>
                <a:gd name="T0" fmla="*/ 8 w 3"/>
                <a:gd name="T1" fmla="*/ 0 h 4"/>
                <a:gd name="T2" fmla="*/ 0 w 3"/>
                <a:gd name="T3" fmla="*/ 45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4"/>
                    <a:pt x="3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64" name="Freeform 4164">
              <a:extLst>
                <a:ext uri="{FF2B5EF4-FFF2-40B4-BE49-F238E27FC236}">
                  <a16:creationId xmlns:a16="http://schemas.microsoft.com/office/drawing/2014/main" id="{C90A339B-E2B3-4A33-96B1-CABDADCF6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714"/>
              <a:ext cx="6" cy="8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32 h 4"/>
                <a:gd name="T4" fmla="*/ 24 w 3"/>
                <a:gd name="T5" fmla="*/ 8 h 4"/>
                <a:gd name="T6" fmla="*/ 0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2" y="3"/>
                    <a:pt x="2" y="3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65" name="Freeform 4165">
              <a:extLst>
                <a:ext uri="{FF2B5EF4-FFF2-40B4-BE49-F238E27FC236}">
                  <a16:creationId xmlns:a16="http://schemas.microsoft.com/office/drawing/2014/main" id="{B45589EB-1A1F-4322-A1D5-6D415192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737"/>
              <a:ext cx="8" cy="11"/>
            </a:xfrm>
            <a:custGeom>
              <a:avLst/>
              <a:gdLst>
                <a:gd name="T0" fmla="*/ 8 w 4"/>
                <a:gd name="T1" fmla="*/ 9 h 5"/>
                <a:gd name="T2" fmla="*/ 8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4" y="4"/>
                    <a:pt x="3" y="3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66" name="Freeform 4166">
              <a:extLst>
                <a:ext uri="{FF2B5EF4-FFF2-40B4-BE49-F238E27FC236}">
                  <a16:creationId xmlns:a16="http://schemas.microsoft.com/office/drawing/2014/main" id="{C4E1DE77-2DBB-48FD-BBB6-75EE65CF8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37"/>
              <a:ext cx="22" cy="17"/>
            </a:xfrm>
            <a:custGeom>
              <a:avLst/>
              <a:gdLst>
                <a:gd name="T0" fmla="*/ 56 w 11"/>
                <a:gd name="T1" fmla="*/ 28 h 8"/>
                <a:gd name="T2" fmla="*/ 40 w 11"/>
                <a:gd name="T3" fmla="*/ 0 h 8"/>
                <a:gd name="T4" fmla="*/ 8 w 11"/>
                <a:gd name="T5" fmla="*/ 77 h 8"/>
                <a:gd name="T6" fmla="*/ 40 w 11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7" y="3"/>
                  </a:moveTo>
                  <a:cubicBezTo>
                    <a:pt x="7" y="2"/>
                    <a:pt x="6" y="1"/>
                    <a:pt x="5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5" y="8"/>
                    <a:pt x="11" y="2"/>
                    <a:pt x="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67" name="Freeform 4167">
              <a:extLst>
                <a:ext uri="{FF2B5EF4-FFF2-40B4-BE49-F238E27FC236}">
                  <a16:creationId xmlns:a16="http://schemas.microsoft.com/office/drawing/2014/main" id="{F014E65F-0545-4BAC-B08B-FC1C1A4A2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1797"/>
              <a:ext cx="34" cy="19"/>
            </a:xfrm>
            <a:custGeom>
              <a:avLst/>
              <a:gdLst>
                <a:gd name="T0" fmla="*/ 56 w 17"/>
                <a:gd name="T1" fmla="*/ 0 h 9"/>
                <a:gd name="T2" fmla="*/ 96 w 17"/>
                <a:gd name="T3" fmla="*/ 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7" y="0"/>
                  </a:moveTo>
                  <a:cubicBezTo>
                    <a:pt x="0" y="8"/>
                    <a:pt x="17" y="9"/>
                    <a:pt x="1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68" name="Freeform 4168">
              <a:extLst>
                <a:ext uri="{FF2B5EF4-FFF2-40B4-BE49-F238E27FC236}">
                  <a16:creationId xmlns:a16="http://schemas.microsoft.com/office/drawing/2014/main" id="{85378055-5B3F-408B-AEBD-3BE0914FC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784"/>
              <a:ext cx="20" cy="13"/>
            </a:xfrm>
            <a:custGeom>
              <a:avLst/>
              <a:gdLst>
                <a:gd name="T0" fmla="*/ 40 w 10"/>
                <a:gd name="T1" fmla="*/ 9 h 6"/>
                <a:gd name="T2" fmla="*/ 32 w 10"/>
                <a:gd name="T3" fmla="*/ 61 h 6"/>
                <a:gd name="T4" fmla="*/ 64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1"/>
                  </a:moveTo>
                  <a:cubicBezTo>
                    <a:pt x="0" y="0"/>
                    <a:pt x="0" y="6"/>
                    <a:pt x="4" y="6"/>
                  </a:cubicBezTo>
                  <a:cubicBezTo>
                    <a:pt x="8" y="6"/>
                    <a:pt x="10" y="3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69" name="Freeform 4169">
              <a:extLst>
                <a:ext uri="{FF2B5EF4-FFF2-40B4-BE49-F238E27FC236}">
                  <a16:creationId xmlns:a16="http://schemas.microsoft.com/office/drawing/2014/main" id="{D4EB3221-9291-44E7-B4DB-1DE98AA6F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707"/>
              <a:ext cx="20" cy="19"/>
            </a:xfrm>
            <a:custGeom>
              <a:avLst/>
              <a:gdLst>
                <a:gd name="T0" fmla="*/ 48 w 10"/>
                <a:gd name="T1" fmla="*/ 0 h 9"/>
                <a:gd name="T2" fmla="*/ 8 w 10"/>
                <a:gd name="T3" fmla="*/ 68 h 9"/>
                <a:gd name="T4" fmla="*/ 64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3" y="1"/>
                    <a:pt x="0" y="3"/>
                    <a:pt x="1" y="7"/>
                  </a:cubicBezTo>
                  <a:cubicBezTo>
                    <a:pt x="6" y="9"/>
                    <a:pt x="10" y="5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70" name="Freeform 4170">
              <a:extLst>
                <a:ext uri="{FF2B5EF4-FFF2-40B4-BE49-F238E27FC236}">
                  <a16:creationId xmlns:a16="http://schemas.microsoft.com/office/drawing/2014/main" id="{FA2799FA-AE70-405E-B95E-059134EC3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675"/>
              <a:ext cx="24" cy="22"/>
            </a:xfrm>
            <a:custGeom>
              <a:avLst/>
              <a:gdLst>
                <a:gd name="T0" fmla="*/ 48 w 12"/>
                <a:gd name="T1" fmla="*/ 0 h 10"/>
                <a:gd name="T2" fmla="*/ 96 w 12"/>
                <a:gd name="T3" fmla="*/ 44 h 10"/>
                <a:gd name="T4" fmla="*/ 64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0"/>
                  </a:moveTo>
                  <a:cubicBezTo>
                    <a:pt x="0" y="5"/>
                    <a:pt x="8" y="10"/>
                    <a:pt x="12" y="4"/>
                  </a:cubicBezTo>
                  <a:cubicBezTo>
                    <a:pt x="11" y="3"/>
                    <a:pt x="10" y="1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71" name="Freeform 4171">
              <a:extLst>
                <a:ext uri="{FF2B5EF4-FFF2-40B4-BE49-F238E27FC236}">
                  <a16:creationId xmlns:a16="http://schemas.microsoft.com/office/drawing/2014/main" id="{2B2B03D3-F661-4908-86F8-E6BA4CA57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1720"/>
              <a:ext cx="10" cy="9"/>
            </a:xfrm>
            <a:custGeom>
              <a:avLst/>
              <a:gdLst>
                <a:gd name="T0" fmla="*/ 32 w 5"/>
                <a:gd name="T1" fmla="*/ 0 h 4"/>
                <a:gd name="T2" fmla="*/ 8 w 5"/>
                <a:gd name="T3" fmla="*/ 45 h 4"/>
                <a:gd name="T4" fmla="*/ 40 w 5"/>
                <a:gd name="T5" fmla="*/ 11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1" y="0"/>
                    <a:pt x="0" y="1"/>
                    <a:pt x="1" y="4"/>
                  </a:cubicBezTo>
                  <a:cubicBezTo>
                    <a:pt x="2" y="3"/>
                    <a:pt x="3" y="3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72" name="Freeform 4172">
              <a:extLst>
                <a:ext uri="{FF2B5EF4-FFF2-40B4-BE49-F238E27FC236}">
                  <a16:creationId xmlns:a16="http://schemas.microsoft.com/office/drawing/2014/main" id="{6A18ACBA-9DC7-4F05-BAF4-DF6AA77FD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763"/>
              <a:ext cx="18" cy="21"/>
            </a:xfrm>
            <a:custGeom>
              <a:avLst/>
              <a:gdLst>
                <a:gd name="T0" fmla="*/ 32 w 9"/>
                <a:gd name="T1" fmla="*/ 17 h 10"/>
                <a:gd name="T2" fmla="*/ 8 w 9"/>
                <a:gd name="T3" fmla="*/ 92 h 10"/>
                <a:gd name="T4" fmla="*/ 24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7" y="10"/>
                    <a:pt x="9" y="0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73" name="Freeform 4173">
              <a:extLst>
                <a:ext uri="{FF2B5EF4-FFF2-40B4-BE49-F238E27FC236}">
                  <a16:creationId xmlns:a16="http://schemas.microsoft.com/office/drawing/2014/main" id="{B4B2E125-D781-424F-9454-104288977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726"/>
              <a:ext cx="14" cy="17"/>
            </a:xfrm>
            <a:custGeom>
              <a:avLst/>
              <a:gdLst>
                <a:gd name="T0" fmla="*/ 32 w 7"/>
                <a:gd name="T1" fmla="*/ 19 h 8"/>
                <a:gd name="T2" fmla="*/ 0 w 7"/>
                <a:gd name="T3" fmla="*/ 68 h 8"/>
                <a:gd name="T4" fmla="*/ 32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5" y="8"/>
                    <a:pt x="7" y="4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74" name="Freeform 4174">
              <a:extLst>
                <a:ext uri="{FF2B5EF4-FFF2-40B4-BE49-F238E27FC236}">
                  <a16:creationId xmlns:a16="http://schemas.microsoft.com/office/drawing/2014/main" id="{BC2989EB-6644-4A99-A34A-3C8661508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697"/>
              <a:ext cx="20" cy="17"/>
            </a:xfrm>
            <a:custGeom>
              <a:avLst/>
              <a:gdLst>
                <a:gd name="T0" fmla="*/ 32 w 10"/>
                <a:gd name="T1" fmla="*/ 9 h 8"/>
                <a:gd name="T2" fmla="*/ 0 w 10"/>
                <a:gd name="T3" fmla="*/ 40 h 8"/>
                <a:gd name="T4" fmla="*/ 4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4" y="8"/>
                    <a:pt x="10" y="3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75" name="Freeform 4175">
              <a:extLst>
                <a:ext uri="{FF2B5EF4-FFF2-40B4-BE49-F238E27FC236}">
                  <a16:creationId xmlns:a16="http://schemas.microsoft.com/office/drawing/2014/main" id="{4DFDE577-9D89-4E51-A731-B50011663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677"/>
              <a:ext cx="18" cy="13"/>
            </a:xfrm>
            <a:custGeom>
              <a:avLst/>
              <a:gdLst>
                <a:gd name="T0" fmla="*/ 32 w 9"/>
                <a:gd name="T1" fmla="*/ 9 h 6"/>
                <a:gd name="T2" fmla="*/ 16 w 9"/>
                <a:gd name="T3" fmla="*/ 0 h 6"/>
                <a:gd name="T4" fmla="*/ 16 w 9"/>
                <a:gd name="T5" fmla="*/ 61 h 6"/>
                <a:gd name="T6" fmla="*/ 32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0" y="4"/>
                    <a:pt x="2" y="6"/>
                  </a:cubicBezTo>
                  <a:cubicBezTo>
                    <a:pt x="6" y="6"/>
                    <a:pt x="9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76" name="Freeform 4176">
              <a:extLst>
                <a:ext uri="{FF2B5EF4-FFF2-40B4-BE49-F238E27FC236}">
                  <a16:creationId xmlns:a16="http://schemas.microsoft.com/office/drawing/2014/main" id="{2194347B-1C75-4116-825A-7C41386C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699"/>
              <a:ext cx="18" cy="23"/>
            </a:xfrm>
            <a:custGeom>
              <a:avLst/>
              <a:gdLst>
                <a:gd name="T0" fmla="*/ 72 w 9"/>
                <a:gd name="T1" fmla="*/ 44 h 11"/>
                <a:gd name="T2" fmla="*/ 24 w 9"/>
                <a:gd name="T3" fmla="*/ 92 h 11"/>
                <a:gd name="T4" fmla="*/ 64 w 9"/>
                <a:gd name="T5" fmla="*/ 5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5"/>
                  </a:moveTo>
                  <a:cubicBezTo>
                    <a:pt x="4" y="0"/>
                    <a:pt x="0" y="8"/>
                    <a:pt x="3" y="10"/>
                  </a:cubicBezTo>
                  <a:cubicBezTo>
                    <a:pt x="7" y="11"/>
                    <a:pt x="8" y="8"/>
                    <a:pt x="8" y="6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77" name="Freeform 4177">
              <a:extLst>
                <a:ext uri="{FF2B5EF4-FFF2-40B4-BE49-F238E27FC236}">
                  <a16:creationId xmlns:a16="http://schemas.microsoft.com/office/drawing/2014/main" id="{7146D6C7-2500-4802-AEBC-16275266D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748"/>
              <a:ext cx="16" cy="12"/>
            </a:xfrm>
            <a:custGeom>
              <a:avLst/>
              <a:gdLst>
                <a:gd name="T0" fmla="*/ 24 w 8"/>
                <a:gd name="T1" fmla="*/ 8 h 6"/>
                <a:gd name="T2" fmla="*/ 8 w 8"/>
                <a:gd name="T3" fmla="*/ 40 h 6"/>
                <a:gd name="T4" fmla="*/ 48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5" y="6"/>
                    <a:pt x="8" y="3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78" name="Freeform 4178">
              <a:extLst>
                <a:ext uri="{FF2B5EF4-FFF2-40B4-BE49-F238E27FC236}">
                  <a16:creationId xmlns:a16="http://schemas.microsoft.com/office/drawing/2014/main" id="{EFC8A02D-0A60-46EB-B0E3-402142625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1701"/>
              <a:ext cx="18" cy="21"/>
            </a:xfrm>
            <a:custGeom>
              <a:avLst/>
              <a:gdLst>
                <a:gd name="T0" fmla="*/ 24 w 9"/>
                <a:gd name="T1" fmla="*/ 17 h 10"/>
                <a:gd name="T2" fmla="*/ 0 w 9"/>
                <a:gd name="T3" fmla="*/ 36 h 10"/>
                <a:gd name="T4" fmla="*/ 4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1" y="10"/>
                    <a:pt x="9" y="5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79" name="Freeform 4179">
              <a:extLst>
                <a:ext uri="{FF2B5EF4-FFF2-40B4-BE49-F238E27FC236}">
                  <a16:creationId xmlns:a16="http://schemas.microsoft.com/office/drawing/2014/main" id="{F7698B39-6126-4EBC-986B-72EAC8E72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705"/>
              <a:ext cx="16" cy="17"/>
            </a:xfrm>
            <a:custGeom>
              <a:avLst/>
              <a:gdLst>
                <a:gd name="T0" fmla="*/ 48 w 8"/>
                <a:gd name="T1" fmla="*/ 9 h 8"/>
                <a:gd name="T2" fmla="*/ 8 w 8"/>
                <a:gd name="T3" fmla="*/ 60 h 8"/>
                <a:gd name="T4" fmla="*/ 56 w 8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3" y="0"/>
                    <a:pt x="0" y="2"/>
                    <a:pt x="1" y="6"/>
                  </a:cubicBezTo>
                  <a:cubicBezTo>
                    <a:pt x="4" y="8"/>
                    <a:pt x="8" y="6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80" name="Freeform 4180">
              <a:extLst>
                <a:ext uri="{FF2B5EF4-FFF2-40B4-BE49-F238E27FC236}">
                  <a16:creationId xmlns:a16="http://schemas.microsoft.com/office/drawing/2014/main" id="{874F2EA6-97D1-4C5C-BF17-A7B3E4EA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677"/>
              <a:ext cx="38" cy="17"/>
            </a:xfrm>
            <a:custGeom>
              <a:avLst/>
              <a:gdLst>
                <a:gd name="T0" fmla="*/ 80 w 19"/>
                <a:gd name="T1" fmla="*/ 9 h 8"/>
                <a:gd name="T2" fmla="*/ 80 w 1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0" y="1"/>
                  </a:moveTo>
                  <a:cubicBezTo>
                    <a:pt x="0" y="4"/>
                    <a:pt x="19" y="8"/>
                    <a:pt x="10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81" name="Freeform 4181">
              <a:extLst>
                <a:ext uri="{FF2B5EF4-FFF2-40B4-BE49-F238E27FC236}">
                  <a16:creationId xmlns:a16="http://schemas.microsoft.com/office/drawing/2014/main" id="{02AF3512-0829-4115-9092-B845476C5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648"/>
              <a:ext cx="16" cy="17"/>
            </a:xfrm>
            <a:custGeom>
              <a:avLst/>
              <a:gdLst>
                <a:gd name="T0" fmla="*/ 40 w 8"/>
                <a:gd name="T1" fmla="*/ 19 h 8"/>
                <a:gd name="T2" fmla="*/ 8 w 8"/>
                <a:gd name="T3" fmla="*/ 60 h 8"/>
                <a:gd name="T4" fmla="*/ 4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2"/>
                  </a:moveTo>
                  <a:cubicBezTo>
                    <a:pt x="2" y="1"/>
                    <a:pt x="0" y="3"/>
                    <a:pt x="1" y="6"/>
                  </a:cubicBezTo>
                  <a:cubicBezTo>
                    <a:pt x="6" y="8"/>
                    <a:pt x="8" y="4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82" name="Freeform 4182">
              <a:extLst>
                <a:ext uri="{FF2B5EF4-FFF2-40B4-BE49-F238E27FC236}">
                  <a16:creationId xmlns:a16="http://schemas.microsoft.com/office/drawing/2014/main" id="{4F428AFA-A44A-42BC-993E-AE85F689A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658"/>
              <a:ext cx="14" cy="15"/>
            </a:xfrm>
            <a:custGeom>
              <a:avLst/>
              <a:gdLst>
                <a:gd name="T0" fmla="*/ 16 w 7"/>
                <a:gd name="T1" fmla="*/ 0 h 7"/>
                <a:gd name="T2" fmla="*/ 8 w 7"/>
                <a:gd name="T3" fmla="*/ 60 h 7"/>
                <a:gd name="T4" fmla="*/ 2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4" y="7"/>
                    <a:pt x="7" y="3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83" name="Freeform 4183">
              <a:extLst>
                <a:ext uri="{FF2B5EF4-FFF2-40B4-BE49-F238E27FC236}">
                  <a16:creationId xmlns:a16="http://schemas.microsoft.com/office/drawing/2014/main" id="{E6E77AD8-BE32-4F9B-9393-03F0970ED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622"/>
              <a:ext cx="64" cy="28"/>
            </a:xfrm>
            <a:custGeom>
              <a:avLst/>
              <a:gdLst>
                <a:gd name="T0" fmla="*/ 104 w 32"/>
                <a:gd name="T1" fmla="*/ 19 h 13"/>
                <a:gd name="T2" fmla="*/ 152 w 3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13" y="2"/>
                  </a:moveTo>
                  <a:cubicBezTo>
                    <a:pt x="0" y="13"/>
                    <a:pt x="32" y="7"/>
                    <a:pt x="1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84" name="Freeform 4184">
              <a:extLst>
                <a:ext uri="{FF2B5EF4-FFF2-40B4-BE49-F238E27FC236}">
                  <a16:creationId xmlns:a16="http://schemas.microsoft.com/office/drawing/2014/main" id="{98C98C78-2632-465A-BF0A-F5110FEFC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607"/>
              <a:ext cx="20" cy="17"/>
            </a:xfrm>
            <a:custGeom>
              <a:avLst/>
              <a:gdLst>
                <a:gd name="T0" fmla="*/ 24 w 10"/>
                <a:gd name="T1" fmla="*/ 19 h 8"/>
                <a:gd name="T2" fmla="*/ 48 w 10"/>
                <a:gd name="T3" fmla="*/ 60 h 8"/>
                <a:gd name="T4" fmla="*/ 4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2"/>
                  </a:moveTo>
                  <a:cubicBezTo>
                    <a:pt x="0" y="4"/>
                    <a:pt x="2" y="8"/>
                    <a:pt x="6" y="6"/>
                  </a:cubicBezTo>
                  <a:cubicBezTo>
                    <a:pt x="10" y="4"/>
                    <a:pt x="9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85" name="Freeform 4185">
              <a:extLst>
                <a:ext uri="{FF2B5EF4-FFF2-40B4-BE49-F238E27FC236}">
                  <a16:creationId xmlns:a16="http://schemas.microsoft.com/office/drawing/2014/main" id="{D03C7EC2-471F-43DD-BF3B-5CA749D67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588"/>
              <a:ext cx="24" cy="21"/>
            </a:xfrm>
            <a:custGeom>
              <a:avLst/>
              <a:gdLst>
                <a:gd name="T0" fmla="*/ 80 w 12"/>
                <a:gd name="T1" fmla="*/ 17 h 10"/>
                <a:gd name="T2" fmla="*/ 40 w 12"/>
                <a:gd name="T3" fmla="*/ 76 h 10"/>
                <a:gd name="T4" fmla="*/ 88 w 12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0" y="2"/>
                  </a:moveTo>
                  <a:cubicBezTo>
                    <a:pt x="6" y="0"/>
                    <a:pt x="0" y="5"/>
                    <a:pt x="5" y="8"/>
                  </a:cubicBezTo>
                  <a:cubicBezTo>
                    <a:pt x="8" y="10"/>
                    <a:pt x="12" y="8"/>
                    <a:pt x="11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86" name="Freeform 4186">
              <a:extLst>
                <a:ext uri="{FF2B5EF4-FFF2-40B4-BE49-F238E27FC236}">
                  <a16:creationId xmlns:a16="http://schemas.microsoft.com/office/drawing/2014/main" id="{D10D0D87-8D86-43F0-9833-58BE950E0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567"/>
              <a:ext cx="16" cy="15"/>
            </a:xfrm>
            <a:custGeom>
              <a:avLst/>
              <a:gdLst>
                <a:gd name="T0" fmla="*/ 16 w 8"/>
                <a:gd name="T1" fmla="*/ 0 h 7"/>
                <a:gd name="T2" fmla="*/ 0 w 8"/>
                <a:gd name="T3" fmla="*/ 51 h 7"/>
                <a:gd name="T4" fmla="*/ 64 w 8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2" y="7"/>
                    <a:pt x="6" y="5"/>
                    <a:pt x="8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87" name="Freeform 4187">
              <a:extLst>
                <a:ext uri="{FF2B5EF4-FFF2-40B4-BE49-F238E27FC236}">
                  <a16:creationId xmlns:a16="http://schemas.microsoft.com/office/drawing/2014/main" id="{6BDCC208-3EE7-4812-A43F-6428DB96E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556"/>
              <a:ext cx="10" cy="13"/>
            </a:xfrm>
            <a:custGeom>
              <a:avLst/>
              <a:gdLst>
                <a:gd name="T0" fmla="*/ 16 w 5"/>
                <a:gd name="T1" fmla="*/ 0 h 6"/>
                <a:gd name="T2" fmla="*/ 0 w 5"/>
                <a:gd name="T3" fmla="*/ 52 h 6"/>
                <a:gd name="T4" fmla="*/ 40 w 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6"/>
                    <a:pt x="5" y="5"/>
                    <a:pt x="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88" name="Freeform 4188">
              <a:extLst>
                <a:ext uri="{FF2B5EF4-FFF2-40B4-BE49-F238E27FC236}">
                  <a16:creationId xmlns:a16="http://schemas.microsoft.com/office/drawing/2014/main" id="{392D43C6-BBDA-4B35-BDA4-91E6BA763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526"/>
              <a:ext cx="20" cy="20"/>
            </a:xfrm>
            <a:custGeom>
              <a:avLst/>
              <a:gdLst>
                <a:gd name="T0" fmla="*/ 48 w 10"/>
                <a:gd name="T1" fmla="*/ 9 h 9"/>
                <a:gd name="T2" fmla="*/ 48 w 10"/>
                <a:gd name="T3" fmla="*/ 64 h 9"/>
                <a:gd name="T4" fmla="*/ 24 w 10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1"/>
                  </a:moveTo>
                  <a:cubicBezTo>
                    <a:pt x="0" y="3"/>
                    <a:pt x="4" y="9"/>
                    <a:pt x="6" y="6"/>
                  </a:cubicBezTo>
                  <a:cubicBezTo>
                    <a:pt x="10" y="3"/>
                    <a:pt x="7" y="0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89" name="Freeform 4189">
              <a:extLst>
                <a:ext uri="{FF2B5EF4-FFF2-40B4-BE49-F238E27FC236}">
                  <a16:creationId xmlns:a16="http://schemas.microsoft.com/office/drawing/2014/main" id="{AAFD728F-695A-4A2E-815D-1C5558D7A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539"/>
              <a:ext cx="22" cy="17"/>
            </a:xfrm>
            <a:custGeom>
              <a:avLst/>
              <a:gdLst>
                <a:gd name="T0" fmla="*/ 72 w 11"/>
                <a:gd name="T1" fmla="*/ 0 h 8"/>
                <a:gd name="T2" fmla="*/ 48 w 11"/>
                <a:gd name="T3" fmla="*/ 77 h 8"/>
                <a:gd name="T4" fmla="*/ 64 w 11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9" y="0"/>
                  </a:moveTo>
                  <a:cubicBezTo>
                    <a:pt x="7" y="1"/>
                    <a:pt x="0" y="7"/>
                    <a:pt x="6" y="8"/>
                  </a:cubicBezTo>
                  <a:cubicBezTo>
                    <a:pt x="9" y="8"/>
                    <a:pt x="11" y="5"/>
                    <a:pt x="8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90" name="Freeform 4190">
              <a:extLst>
                <a:ext uri="{FF2B5EF4-FFF2-40B4-BE49-F238E27FC236}">
                  <a16:creationId xmlns:a16="http://schemas.microsoft.com/office/drawing/2014/main" id="{E2816F3F-BB3F-4A29-B214-EBCBE38A6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1558"/>
              <a:ext cx="20" cy="22"/>
            </a:xfrm>
            <a:custGeom>
              <a:avLst/>
              <a:gdLst>
                <a:gd name="T0" fmla="*/ 64 w 10"/>
                <a:gd name="T1" fmla="*/ 0 h 10"/>
                <a:gd name="T2" fmla="*/ 80 w 10"/>
                <a:gd name="T3" fmla="*/ 44 h 10"/>
                <a:gd name="T4" fmla="*/ 72 w 10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0" y="1"/>
                    <a:pt x="7" y="10"/>
                    <a:pt x="10" y="4"/>
                  </a:cubicBezTo>
                  <a:cubicBezTo>
                    <a:pt x="10" y="3"/>
                    <a:pt x="9" y="2"/>
                    <a:pt x="9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91" name="Freeform 4191">
              <a:extLst>
                <a:ext uri="{FF2B5EF4-FFF2-40B4-BE49-F238E27FC236}">
                  <a16:creationId xmlns:a16="http://schemas.microsoft.com/office/drawing/2014/main" id="{EDD0CA1B-778B-4057-A606-E061FAAC8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578"/>
              <a:ext cx="24" cy="21"/>
            </a:xfrm>
            <a:custGeom>
              <a:avLst/>
              <a:gdLst>
                <a:gd name="T0" fmla="*/ 64 w 12"/>
                <a:gd name="T1" fmla="*/ 0 h 10"/>
                <a:gd name="T2" fmla="*/ 96 w 12"/>
                <a:gd name="T3" fmla="*/ 27 h 10"/>
                <a:gd name="T4" fmla="*/ 64 w 12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8" y="0"/>
                  </a:moveTo>
                  <a:cubicBezTo>
                    <a:pt x="0" y="4"/>
                    <a:pt x="9" y="10"/>
                    <a:pt x="12" y="3"/>
                  </a:cubicBezTo>
                  <a:cubicBezTo>
                    <a:pt x="11" y="1"/>
                    <a:pt x="10" y="1"/>
                    <a:pt x="8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92" name="Freeform 4192">
              <a:extLst>
                <a:ext uri="{FF2B5EF4-FFF2-40B4-BE49-F238E27FC236}">
                  <a16:creationId xmlns:a16="http://schemas.microsoft.com/office/drawing/2014/main" id="{E3DDA982-2C26-47D1-AF08-2EF1C5A4C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616"/>
              <a:ext cx="8" cy="10"/>
            </a:xfrm>
            <a:custGeom>
              <a:avLst/>
              <a:gdLst>
                <a:gd name="T0" fmla="*/ 16 w 4"/>
                <a:gd name="T1" fmla="*/ 8 h 5"/>
                <a:gd name="T2" fmla="*/ 0 w 4"/>
                <a:gd name="T3" fmla="*/ 16 h 5"/>
                <a:gd name="T4" fmla="*/ 32 w 4"/>
                <a:gd name="T5" fmla="*/ 16 h 5"/>
                <a:gd name="T6" fmla="*/ 32 w 4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5"/>
                    <a:pt x="2" y="4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93" name="Freeform 4193">
              <a:extLst>
                <a:ext uri="{FF2B5EF4-FFF2-40B4-BE49-F238E27FC236}">
                  <a16:creationId xmlns:a16="http://schemas.microsoft.com/office/drawing/2014/main" id="{ED55B8FD-751C-4BA6-A5DF-758FBF18B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650"/>
              <a:ext cx="20" cy="15"/>
            </a:xfrm>
            <a:custGeom>
              <a:avLst/>
              <a:gdLst>
                <a:gd name="T0" fmla="*/ 40 w 10"/>
                <a:gd name="T1" fmla="*/ 9 h 7"/>
                <a:gd name="T2" fmla="*/ 16 w 10"/>
                <a:gd name="T3" fmla="*/ 69 h 7"/>
                <a:gd name="T4" fmla="*/ 24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5" y="1"/>
                  </a:moveTo>
                  <a:cubicBezTo>
                    <a:pt x="2" y="2"/>
                    <a:pt x="0" y="5"/>
                    <a:pt x="2" y="7"/>
                  </a:cubicBezTo>
                  <a:cubicBezTo>
                    <a:pt x="7" y="6"/>
                    <a:pt x="10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94" name="Freeform 4194">
              <a:extLst>
                <a:ext uri="{FF2B5EF4-FFF2-40B4-BE49-F238E27FC236}">
                  <a16:creationId xmlns:a16="http://schemas.microsoft.com/office/drawing/2014/main" id="{F0EB5B70-4ED5-48D7-AAE8-4F38C1074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639"/>
              <a:ext cx="12" cy="13"/>
            </a:xfrm>
            <a:custGeom>
              <a:avLst/>
              <a:gdLst>
                <a:gd name="T0" fmla="*/ 24 w 6"/>
                <a:gd name="T1" fmla="*/ 0 h 6"/>
                <a:gd name="T2" fmla="*/ 8 w 6"/>
                <a:gd name="T3" fmla="*/ 61 h 6"/>
                <a:gd name="T4" fmla="*/ 4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4" y="6"/>
                    <a:pt x="6" y="3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95" name="Freeform 4195">
              <a:extLst>
                <a:ext uri="{FF2B5EF4-FFF2-40B4-BE49-F238E27FC236}">
                  <a16:creationId xmlns:a16="http://schemas.microsoft.com/office/drawing/2014/main" id="{D8C11DCB-9806-46C2-A409-AE64FDFB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609"/>
              <a:ext cx="14" cy="17"/>
            </a:xfrm>
            <a:custGeom>
              <a:avLst/>
              <a:gdLst>
                <a:gd name="T0" fmla="*/ 24 w 7"/>
                <a:gd name="T1" fmla="*/ 9 h 8"/>
                <a:gd name="T2" fmla="*/ 0 w 7"/>
                <a:gd name="T3" fmla="*/ 49 h 8"/>
                <a:gd name="T4" fmla="*/ 56 w 7"/>
                <a:gd name="T5" fmla="*/ 19 h 8"/>
                <a:gd name="T6" fmla="*/ 24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8"/>
                    <a:pt x="7" y="5"/>
                    <a:pt x="7" y="2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96" name="Freeform 4196">
              <a:extLst>
                <a:ext uri="{FF2B5EF4-FFF2-40B4-BE49-F238E27FC236}">
                  <a16:creationId xmlns:a16="http://schemas.microsoft.com/office/drawing/2014/main" id="{D76DB238-BC87-4434-9A11-A1FBEAAB0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639"/>
              <a:ext cx="20" cy="24"/>
            </a:xfrm>
            <a:custGeom>
              <a:avLst/>
              <a:gdLst>
                <a:gd name="T0" fmla="*/ 64 w 10"/>
                <a:gd name="T1" fmla="*/ 0 h 11"/>
                <a:gd name="T2" fmla="*/ 80 w 10"/>
                <a:gd name="T3" fmla="*/ 44 h 11"/>
                <a:gd name="T4" fmla="*/ 64 w 10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8" y="0"/>
                  </a:moveTo>
                  <a:cubicBezTo>
                    <a:pt x="0" y="0"/>
                    <a:pt x="6" y="11"/>
                    <a:pt x="10" y="4"/>
                  </a:cubicBezTo>
                  <a:cubicBezTo>
                    <a:pt x="10" y="3"/>
                    <a:pt x="9" y="3"/>
                    <a:pt x="8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97" name="Freeform 4197">
              <a:extLst>
                <a:ext uri="{FF2B5EF4-FFF2-40B4-BE49-F238E27FC236}">
                  <a16:creationId xmlns:a16="http://schemas.microsoft.com/office/drawing/2014/main" id="{C0B0A0A6-C876-48AE-AF66-0A4D6D007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682"/>
              <a:ext cx="18" cy="19"/>
            </a:xfrm>
            <a:custGeom>
              <a:avLst/>
              <a:gdLst>
                <a:gd name="T0" fmla="*/ 40 w 9"/>
                <a:gd name="T1" fmla="*/ 0 h 9"/>
                <a:gd name="T2" fmla="*/ 40 w 9"/>
                <a:gd name="T3" fmla="*/ 68 h 9"/>
                <a:gd name="T4" fmla="*/ 40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1" y="2"/>
                    <a:pt x="0" y="9"/>
                    <a:pt x="5" y="7"/>
                  </a:cubicBezTo>
                  <a:cubicBezTo>
                    <a:pt x="8" y="5"/>
                    <a:pt x="9" y="2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98" name="Freeform 4198">
              <a:extLst>
                <a:ext uri="{FF2B5EF4-FFF2-40B4-BE49-F238E27FC236}">
                  <a16:creationId xmlns:a16="http://schemas.microsoft.com/office/drawing/2014/main" id="{EB16D6B8-DD6D-429B-927A-FC523F74C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609"/>
              <a:ext cx="10" cy="9"/>
            </a:xfrm>
            <a:custGeom>
              <a:avLst/>
              <a:gdLst>
                <a:gd name="T0" fmla="*/ 8 w 5"/>
                <a:gd name="T1" fmla="*/ 0 h 4"/>
                <a:gd name="T2" fmla="*/ 8 w 5"/>
                <a:gd name="T3" fmla="*/ 45 h 4"/>
                <a:gd name="T4" fmla="*/ 40 w 5"/>
                <a:gd name="T5" fmla="*/ 25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4"/>
                    <a:pt x="3" y="3"/>
                    <a:pt x="5" y="2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199" name="Freeform 4199">
              <a:extLst>
                <a:ext uri="{FF2B5EF4-FFF2-40B4-BE49-F238E27FC236}">
                  <a16:creationId xmlns:a16="http://schemas.microsoft.com/office/drawing/2014/main" id="{3A2E168A-B3DD-439D-8F6B-7E8EC341B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571"/>
              <a:ext cx="20" cy="26"/>
            </a:xfrm>
            <a:custGeom>
              <a:avLst/>
              <a:gdLst>
                <a:gd name="T0" fmla="*/ 40 w 10"/>
                <a:gd name="T1" fmla="*/ 0 h 12"/>
                <a:gd name="T2" fmla="*/ 80 w 10"/>
                <a:gd name="T3" fmla="*/ 43 h 12"/>
                <a:gd name="T4" fmla="*/ 48 w 10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5" y="0"/>
                  </a:moveTo>
                  <a:cubicBezTo>
                    <a:pt x="0" y="8"/>
                    <a:pt x="7" y="12"/>
                    <a:pt x="10" y="4"/>
                  </a:cubicBezTo>
                  <a:cubicBezTo>
                    <a:pt x="9" y="2"/>
                    <a:pt x="8" y="2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00" name="Freeform 4200">
              <a:extLst>
                <a:ext uri="{FF2B5EF4-FFF2-40B4-BE49-F238E27FC236}">
                  <a16:creationId xmlns:a16="http://schemas.microsoft.com/office/drawing/2014/main" id="{E56F9188-782F-437D-A5EB-F68A6C4ED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533"/>
              <a:ext cx="24" cy="19"/>
            </a:xfrm>
            <a:custGeom>
              <a:avLst/>
              <a:gdLst>
                <a:gd name="T0" fmla="*/ 40 w 12"/>
                <a:gd name="T1" fmla="*/ 0 h 9"/>
                <a:gd name="T2" fmla="*/ 48 w 12"/>
                <a:gd name="T3" fmla="*/ 76 h 9"/>
                <a:gd name="T4" fmla="*/ 40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0" y="1"/>
                    <a:pt x="0" y="9"/>
                    <a:pt x="6" y="8"/>
                  </a:cubicBezTo>
                  <a:cubicBezTo>
                    <a:pt x="12" y="6"/>
                    <a:pt x="10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01" name="Freeform 4201">
              <a:extLst>
                <a:ext uri="{FF2B5EF4-FFF2-40B4-BE49-F238E27FC236}">
                  <a16:creationId xmlns:a16="http://schemas.microsoft.com/office/drawing/2014/main" id="{E3058755-8F02-4C5E-8EB1-D523C2A97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499"/>
              <a:ext cx="59" cy="21"/>
            </a:xfrm>
            <a:custGeom>
              <a:avLst/>
              <a:gdLst>
                <a:gd name="T0" fmla="*/ 116 w 30"/>
                <a:gd name="T1" fmla="*/ 0 h 10"/>
                <a:gd name="T2" fmla="*/ 128 w 30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15" y="0"/>
                  </a:moveTo>
                  <a:cubicBezTo>
                    <a:pt x="0" y="7"/>
                    <a:pt x="30" y="10"/>
                    <a:pt x="1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02" name="Freeform 4202">
              <a:extLst>
                <a:ext uri="{FF2B5EF4-FFF2-40B4-BE49-F238E27FC236}">
                  <a16:creationId xmlns:a16="http://schemas.microsoft.com/office/drawing/2014/main" id="{6E437B50-6BDB-4FB9-8747-A9136FA2F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1465"/>
              <a:ext cx="16" cy="13"/>
            </a:xfrm>
            <a:custGeom>
              <a:avLst/>
              <a:gdLst>
                <a:gd name="T0" fmla="*/ 32 w 8"/>
                <a:gd name="T1" fmla="*/ 0 h 6"/>
                <a:gd name="T2" fmla="*/ 16 w 8"/>
                <a:gd name="T3" fmla="*/ 61 h 6"/>
                <a:gd name="T4" fmla="*/ 48 w 8"/>
                <a:gd name="T5" fmla="*/ 9 h 6"/>
                <a:gd name="T6" fmla="*/ 24 w 8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6" y="6"/>
                    <a:pt x="8" y="4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03" name="Freeform 4203">
              <a:extLst>
                <a:ext uri="{FF2B5EF4-FFF2-40B4-BE49-F238E27FC236}">
                  <a16:creationId xmlns:a16="http://schemas.microsoft.com/office/drawing/2014/main" id="{D8C1E789-9033-4586-A3D3-E6A48ADDA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507"/>
              <a:ext cx="12" cy="15"/>
            </a:xfrm>
            <a:custGeom>
              <a:avLst/>
              <a:gdLst>
                <a:gd name="T0" fmla="*/ 32 w 6"/>
                <a:gd name="T1" fmla="*/ 19 h 7"/>
                <a:gd name="T2" fmla="*/ 16 w 6"/>
                <a:gd name="T3" fmla="*/ 0 h 7"/>
                <a:gd name="T4" fmla="*/ 0 w 6"/>
                <a:gd name="T5" fmla="*/ 69 h 7"/>
                <a:gd name="T6" fmla="*/ 48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4" y="7"/>
                    <a:pt x="6" y="4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04" name="Freeform 4204">
              <a:extLst>
                <a:ext uri="{FF2B5EF4-FFF2-40B4-BE49-F238E27FC236}">
                  <a16:creationId xmlns:a16="http://schemas.microsoft.com/office/drawing/2014/main" id="{FD2469ED-7084-4DB0-8956-F81CEBEC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439"/>
              <a:ext cx="20" cy="19"/>
            </a:xfrm>
            <a:custGeom>
              <a:avLst/>
              <a:gdLst>
                <a:gd name="T0" fmla="*/ 40 w 10"/>
                <a:gd name="T1" fmla="*/ 0 h 9"/>
                <a:gd name="T2" fmla="*/ 8 w 10"/>
                <a:gd name="T3" fmla="*/ 57 h 9"/>
                <a:gd name="T4" fmla="*/ 56 w 10"/>
                <a:gd name="T5" fmla="*/ 8 h 9"/>
                <a:gd name="T6" fmla="*/ 40 w 10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2" y="0"/>
                    <a:pt x="0" y="3"/>
                    <a:pt x="1" y="6"/>
                  </a:cubicBezTo>
                  <a:cubicBezTo>
                    <a:pt x="5" y="9"/>
                    <a:pt x="10" y="5"/>
                    <a:pt x="7" y="1"/>
                  </a:cubicBezTo>
                  <a:cubicBezTo>
                    <a:pt x="6" y="0"/>
                    <a:pt x="6" y="0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05" name="Freeform 4205">
              <a:extLst>
                <a:ext uri="{FF2B5EF4-FFF2-40B4-BE49-F238E27FC236}">
                  <a16:creationId xmlns:a16="http://schemas.microsoft.com/office/drawing/2014/main" id="{C5CEFF5E-A576-4711-BEFB-2999CC930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482"/>
              <a:ext cx="14" cy="10"/>
            </a:xfrm>
            <a:custGeom>
              <a:avLst/>
              <a:gdLst>
                <a:gd name="T0" fmla="*/ 32 w 7"/>
                <a:gd name="T1" fmla="*/ 0 h 5"/>
                <a:gd name="T2" fmla="*/ 8 w 7"/>
                <a:gd name="T3" fmla="*/ 32 h 5"/>
                <a:gd name="T4" fmla="*/ 56 w 7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4" y="5"/>
                    <a:pt x="6" y="4"/>
                    <a:pt x="7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06" name="Freeform 4206">
              <a:extLst>
                <a:ext uri="{FF2B5EF4-FFF2-40B4-BE49-F238E27FC236}">
                  <a16:creationId xmlns:a16="http://schemas.microsoft.com/office/drawing/2014/main" id="{0A9EF72C-D34C-45F6-804E-936073DBC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418"/>
              <a:ext cx="18" cy="15"/>
            </a:xfrm>
            <a:custGeom>
              <a:avLst/>
              <a:gdLst>
                <a:gd name="T0" fmla="*/ 40 w 9"/>
                <a:gd name="T1" fmla="*/ 0 h 7"/>
                <a:gd name="T2" fmla="*/ 40 w 9"/>
                <a:gd name="T3" fmla="*/ 69 h 7"/>
                <a:gd name="T4" fmla="*/ 48 w 9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1"/>
                    <a:pt x="0" y="7"/>
                    <a:pt x="5" y="7"/>
                  </a:cubicBezTo>
                  <a:cubicBezTo>
                    <a:pt x="9" y="7"/>
                    <a:pt x="8" y="4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07" name="Freeform 4207">
              <a:extLst>
                <a:ext uri="{FF2B5EF4-FFF2-40B4-BE49-F238E27FC236}">
                  <a16:creationId xmlns:a16="http://schemas.microsoft.com/office/drawing/2014/main" id="{4B4E4AE1-BE3E-46F9-8C6E-BC1DACD78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454"/>
              <a:ext cx="42" cy="30"/>
            </a:xfrm>
            <a:custGeom>
              <a:avLst/>
              <a:gdLst>
                <a:gd name="T0" fmla="*/ 96 w 21"/>
                <a:gd name="T1" fmla="*/ 9 h 14"/>
                <a:gd name="T2" fmla="*/ 96 w 21"/>
                <a:gd name="T3" fmla="*/ 0 h 14"/>
                <a:gd name="T4" fmla="*/ 40 w 21"/>
                <a:gd name="T5" fmla="*/ 96 h 14"/>
                <a:gd name="T6" fmla="*/ 112 w 21"/>
                <a:gd name="T7" fmla="*/ 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12" y="1"/>
                  </a:moveTo>
                  <a:cubicBezTo>
                    <a:pt x="12" y="1"/>
                    <a:pt x="12" y="0"/>
                    <a:pt x="12" y="0"/>
                  </a:cubicBezTo>
                  <a:cubicBezTo>
                    <a:pt x="8" y="0"/>
                    <a:pt x="0" y="5"/>
                    <a:pt x="5" y="10"/>
                  </a:cubicBezTo>
                  <a:cubicBezTo>
                    <a:pt x="10" y="14"/>
                    <a:pt x="21" y="5"/>
                    <a:pt x="1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08" name="Freeform 4208">
              <a:extLst>
                <a:ext uri="{FF2B5EF4-FFF2-40B4-BE49-F238E27FC236}">
                  <a16:creationId xmlns:a16="http://schemas.microsoft.com/office/drawing/2014/main" id="{F3D89404-C0A4-478D-B088-7FCEEB6B5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401"/>
              <a:ext cx="49" cy="19"/>
            </a:xfrm>
            <a:custGeom>
              <a:avLst/>
              <a:gdLst>
                <a:gd name="T0" fmla="*/ 112 w 25"/>
                <a:gd name="T1" fmla="*/ 0 h 9"/>
                <a:gd name="T2" fmla="*/ 112 w 25"/>
                <a:gd name="T3" fmla="*/ 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15" y="0"/>
                  </a:moveTo>
                  <a:cubicBezTo>
                    <a:pt x="0" y="5"/>
                    <a:pt x="25" y="9"/>
                    <a:pt x="15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09" name="Freeform 4209">
              <a:extLst>
                <a:ext uri="{FF2B5EF4-FFF2-40B4-BE49-F238E27FC236}">
                  <a16:creationId xmlns:a16="http://schemas.microsoft.com/office/drawing/2014/main" id="{561F4A55-2020-4E2A-9702-525C90B82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441"/>
              <a:ext cx="26" cy="32"/>
            </a:xfrm>
            <a:custGeom>
              <a:avLst/>
              <a:gdLst>
                <a:gd name="T0" fmla="*/ 88 w 13"/>
                <a:gd name="T1" fmla="*/ 19 h 15"/>
                <a:gd name="T2" fmla="*/ 104 w 13"/>
                <a:gd name="T3" fmla="*/ 4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1" y="2"/>
                  </a:moveTo>
                  <a:cubicBezTo>
                    <a:pt x="0" y="0"/>
                    <a:pt x="4" y="15"/>
                    <a:pt x="13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10" name="Freeform 4210">
              <a:extLst>
                <a:ext uri="{FF2B5EF4-FFF2-40B4-BE49-F238E27FC236}">
                  <a16:creationId xmlns:a16="http://schemas.microsoft.com/office/drawing/2014/main" id="{449FFB36-7E7D-45BB-942C-FB00EABE8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395"/>
              <a:ext cx="20" cy="21"/>
            </a:xfrm>
            <a:custGeom>
              <a:avLst/>
              <a:gdLst>
                <a:gd name="T0" fmla="*/ 48 w 10"/>
                <a:gd name="T1" fmla="*/ 8 h 10"/>
                <a:gd name="T2" fmla="*/ 40 w 10"/>
                <a:gd name="T3" fmla="*/ 84 h 10"/>
                <a:gd name="T4" fmla="*/ 56 w 10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1"/>
                  </a:moveTo>
                  <a:cubicBezTo>
                    <a:pt x="1" y="0"/>
                    <a:pt x="0" y="7"/>
                    <a:pt x="5" y="9"/>
                  </a:cubicBezTo>
                  <a:cubicBezTo>
                    <a:pt x="10" y="10"/>
                    <a:pt x="10" y="4"/>
                    <a:pt x="7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11" name="Freeform 4211">
              <a:extLst>
                <a:ext uri="{FF2B5EF4-FFF2-40B4-BE49-F238E27FC236}">
                  <a16:creationId xmlns:a16="http://schemas.microsoft.com/office/drawing/2014/main" id="{32E1DD48-39A3-4C60-802B-A2F5CB43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1431"/>
              <a:ext cx="18" cy="21"/>
            </a:xfrm>
            <a:custGeom>
              <a:avLst/>
              <a:gdLst>
                <a:gd name="T0" fmla="*/ 64 w 9"/>
                <a:gd name="T1" fmla="*/ 48 h 10"/>
                <a:gd name="T2" fmla="*/ 16 w 9"/>
                <a:gd name="T3" fmla="*/ 36 h 10"/>
                <a:gd name="T4" fmla="*/ 72 w 9"/>
                <a:gd name="T5" fmla="*/ 5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8" y="5"/>
                  </a:moveTo>
                  <a:cubicBezTo>
                    <a:pt x="9" y="1"/>
                    <a:pt x="4" y="0"/>
                    <a:pt x="2" y="4"/>
                  </a:cubicBezTo>
                  <a:cubicBezTo>
                    <a:pt x="0" y="9"/>
                    <a:pt x="7" y="10"/>
                    <a:pt x="9" y="6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12" name="Freeform 4212">
              <a:extLst>
                <a:ext uri="{FF2B5EF4-FFF2-40B4-BE49-F238E27FC236}">
                  <a16:creationId xmlns:a16="http://schemas.microsoft.com/office/drawing/2014/main" id="{90ABD336-52BF-4662-A5B1-DC9D6FEB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1478"/>
              <a:ext cx="12" cy="10"/>
            </a:xfrm>
            <a:custGeom>
              <a:avLst/>
              <a:gdLst>
                <a:gd name="T0" fmla="*/ 32 w 6"/>
                <a:gd name="T1" fmla="*/ 0 h 5"/>
                <a:gd name="T2" fmla="*/ 8 w 6"/>
                <a:gd name="T3" fmla="*/ 32 h 5"/>
                <a:gd name="T4" fmla="*/ 48 w 6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0"/>
                    <a:pt x="0" y="0"/>
                    <a:pt x="1" y="4"/>
                  </a:cubicBezTo>
                  <a:cubicBezTo>
                    <a:pt x="2" y="5"/>
                    <a:pt x="4" y="4"/>
                    <a:pt x="6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13" name="Freeform 4213">
              <a:extLst>
                <a:ext uri="{FF2B5EF4-FFF2-40B4-BE49-F238E27FC236}">
                  <a16:creationId xmlns:a16="http://schemas.microsoft.com/office/drawing/2014/main" id="{1286E60C-5CA9-4E63-B6D8-AEBF421EA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505"/>
              <a:ext cx="22" cy="17"/>
            </a:xfrm>
            <a:custGeom>
              <a:avLst/>
              <a:gdLst>
                <a:gd name="T0" fmla="*/ 72 w 11"/>
                <a:gd name="T1" fmla="*/ 0 h 8"/>
                <a:gd name="T2" fmla="*/ 48 w 11"/>
                <a:gd name="T3" fmla="*/ 77 h 8"/>
                <a:gd name="T4" fmla="*/ 64 w 11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9" y="0"/>
                  </a:moveTo>
                  <a:cubicBezTo>
                    <a:pt x="4" y="0"/>
                    <a:pt x="0" y="8"/>
                    <a:pt x="6" y="8"/>
                  </a:cubicBezTo>
                  <a:cubicBezTo>
                    <a:pt x="10" y="8"/>
                    <a:pt x="11" y="4"/>
                    <a:pt x="8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14" name="Freeform 4214">
              <a:extLst>
                <a:ext uri="{FF2B5EF4-FFF2-40B4-BE49-F238E27FC236}">
                  <a16:creationId xmlns:a16="http://schemas.microsoft.com/office/drawing/2014/main" id="{79D9C4D3-A544-4D65-8E76-789FB509B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550"/>
              <a:ext cx="18" cy="21"/>
            </a:xfrm>
            <a:custGeom>
              <a:avLst/>
              <a:gdLst>
                <a:gd name="T0" fmla="*/ 56 w 9"/>
                <a:gd name="T1" fmla="*/ 0 h 10"/>
                <a:gd name="T2" fmla="*/ 72 w 9"/>
                <a:gd name="T3" fmla="*/ 3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0" y="3"/>
                    <a:pt x="5" y="10"/>
                    <a:pt x="9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15" name="Freeform 4215">
              <a:extLst>
                <a:ext uri="{FF2B5EF4-FFF2-40B4-BE49-F238E27FC236}">
                  <a16:creationId xmlns:a16="http://schemas.microsoft.com/office/drawing/2014/main" id="{6290DA53-C1A1-44FA-810E-6469931B0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592"/>
              <a:ext cx="16" cy="13"/>
            </a:xfrm>
            <a:custGeom>
              <a:avLst/>
              <a:gdLst>
                <a:gd name="T0" fmla="*/ 24 w 8"/>
                <a:gd name="T1" fmla="*/ 20 h 6"/>
                <a:gd name="T2" fmla="*/ 32 w 8"/>
                <a:gd name="T3" fmla="*/ 0 h 6"/>
                <a:gd name="T4" fmla="*/ 24 w 8"/>
                <a:gd name="T5" fmla="*/ 61 h 6"/>
                <a:gd name="T6" fmla="*/ 40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2"/>
                  </a:moveTo>
                  <a:cubicBezTo>
                    <a:pt x="4" y="1"/>
                    <a:pt x="4" y="0"/>
                    <a:pt x="4" y="0"/>
                  </a:cubicBezTo>
                  <a:cubicBezTo>
                    <a:pt x="1" y="1"/>
                    <a:pt x="0" y="5"/>
                    <a:pt x="3" y="6"/>
                  </a:cubicBezTo>
                  <a:cubicBezTo>
                    <a:pt x="6" y="5"/>
                    <a:pt x="8" y="2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16" name="Freeform 4216">
              <a:extLst>
                <a:ext uri="{FF2B5EF4-FFF2-40B4-BE49-F238E27FC236}">
                  <a16:creationId xmlns:a16="http://schemas.microsoft.com/office/drawing/2014/main" id="{700FC1D9-0846-4E4A-86FA-CA7137CD1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1639"/>
              <a:ext cx="12" cy="17"/>
            </a:xfrm>
            <a:custGeom>
              <a:avLst/>
              <a:gdLst>
                <a:gd name="T0" fmla="*/ 48 w 6"/>
                <a:gd name="T1" fmla="*/ 19 h 8"/>
                <a:gd name="T2" fmla="*/ 16 w 6"/>
                <a:gd name="T3" fmla="*/ 77 h 8"/>
                <a:gd name="T4" fmla="*/ 48 w 6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2"/>
                  </a:moveTo>
                  <a:cubicBezTo>
                    <a:pt x="2" y="0"/>
                    <a:pt x="0" y="4"/>
                    <a:pt x="2" y="8"/>
                  </a:cubicBezTo>
                  <a:cubicBezTo>
                    <a:pt x="4" y="8"/>
                    <a:pt x="6" y="6"/>
                    <a:pt x="6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17" name="Freeform 4217">
              <a:extLst>
                <a:ext uri="{FF2B5EF4-FFF2-40B4-BE49-F238E27FC236}">
                  <a16:creationId xmlns:a16="http://schemas.microsoft.com/office/drawing/2014/main" id="{4B2681A9-64A7-437B-A9D4-8AE9ED751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1669"/>
              <a:ext cx="30" cy="25"/>
            </a:xfrm>
            <a:custGeom>
              <a:avLst/>
              <a:gdLst>
                <a:gd name="T0" fmla="*/ 72 w 15"/>
                <a:gd name="T1" fmla="*/ 0 h 12"/>
                <a:gd name="T2" fmla="*/ 32 w 15"/>
                <a:gd name="T3" fmla="*/ 73 h 12"/>
                <a:gd name="T4" fmla="*/ 88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9" y="0"/>
                  </a:moveTo>
                  <a:cubicBezTo>
                    <a:pt x="6" y="0"/>
                    <a:pt x="0" y="5"/>
                    <a:pt x="4" y="8"/>
                  </a:cubicBezTo>
                  <a:cubicBezTo>
                    <a:pt x="9" y="12"/>
                    <a:pt x="15" y="5"/>
                    <a:pt x="1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18" name="Freeform 4218">
              <a:extLst>
                <a:ext uri="{FF2B5EF4-FFF2-40B4-BE49-F238E27FC236}">
                  <a16:creationId xmlns:a16="http://schemas.microsoft.com/office/drawing/2014/main" id="{854CF410-2810-4345-B7D1-4DECC47B8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629"/>
              <a:ext cx="12" cy="12"/>
            </a:xfrm>
            <a:custGeom>
              <a:avLst/>
              <a:gdLst>
                <a:gd name="T0" fmla="*/ 32 w 6"/>
                <a:gd name="T1" fmla="*/ 16 h 6"/>
                <a:gd name="T2" fmla="*/ 8 w 6"/>
                <a:gd name="T3" fmla="*/ 48 h 6"/>
                <a:gd name="T4" fmla="*/ 32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5" y="6"/>
                    <a:pt x="6" y="3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19" name="Freeform 4219">
              <a:extLst>
                <a:ext uri="{FF2B5EF4-FFF2-40B4-BE49-F238E27FC236}">
                  <a16:creationId xmlns:a16="http://schemas.microsoft.com/office/drawing/2014/main" id="{1C9894F6-1AA9-4089-9E10-F43B8CFD4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584"/>
              <a:ext cx="18" cy="28"/>
            </a:xfrm>
            <a:custGeom>
              <a:avLst/>
              <a:gdLst>
                <a:gd name="T0" fmla="*/ 56 w 9"/>
                <a:gd name="T1" fmla="*/ 28 h 13"/>
                <a:gd name="T2" fmla="*/ 72 w 9"/>
                <a:gd name="T3" fmla="*/ 8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7" y="3"/>
                  </a:moveTo>
                  <a:cubicBezTo>
                    <a:pt x="1" y="0"/>
                    <a:pt x="0" y="13"/>
                    <a:pt x="9" y="8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20" name="Freeform 4220">
              <a:extLst>
                <a:ext uri="{FF2B5EF4-FFF2-40B4-BE49-F238E27FC236}">
                  <a16:creationId xmlns:a16="http://schemas.microsoft.com/office/drawing/2014/main" id="{681B5267-CD53-4075-BE80-F98788344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541"/>
              <a:ext cx="22" cy="17"/>
            </a:xfrm>
            <a:custGeom>
              <a:avLst/>
              <a:gdLst>
                <a:gd name="T0" fmla="*/ 24 w 11"/>
                <a:gd name="T1" fmla="*/ 0 h 8"/>
                <a:gd name="T2" fmla="*/ 8 w 11"/>
                <a:gd name="T3" fmla="*/ 77 h 8"/>
                <a:gd name="T4" fmla="*/ 40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3" y="0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5" y="8"/>
                    <a:pt x="11" y="3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21" name="Freeform 4221">
              <a:extLst>
                <a:ext uri="{FF2B5EF4-FFF2-40B4-BE49-F238E27FC236}">
                  <a16:creationId xmlns:a16="http://schemas.microsoft.com/office/drawing/2014/main" id="{BAE028ED-0FB6-4DFB-AAE5-BB2CD0392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1509"/>
              <a:ext cx="20" cy="13"/>
            </a:xfrm>
            <a:custGeom>
              <a:avLst/>
              <a:gdLst>
                <a:gd name="T0" fmla="*/ 40 w 10"/>
                <a:gd name="T1" fmla="*/ 0 h 6"/>
                <a:gd name="T2" fmla="*/ 8 w 10"/>
                <a:gd name="T3" fmla="*/ 52 h 6"/>
                <a:gd name="T4" fmla="*/ 64 w 10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2" y="1"/>
                    <a:pt x="0" y="2"/>
                    <a:pt x="1" y="5"/>
                  </a:cubicBezTo>
                  <a:cubicBezTo>
                    <a:pt x="5" y="6"/>
                    <a:pt x="10" y="6"/>
                    <a:pt x="8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22" name="Freeform 4222">
              <a:extLst>
                <a:ext uri="{FF2B5EF4-FFF2-40B4-BE49-F238E27FC236}">
                  <a16:creationId xmlns:a16="http://schemas.microsoft.com/office/drawing/2014/main" id="{1DA3DF90-5651-461C-8E66-B21A0A6CD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643"/>
              <a:ext cx="16" cy="20"/>
            </a:xfrm>
            <a:custGeom>
              <a:avLst/>
              <a:gdLst>
                <a:gd name="T0" fmla="*/ 32 w 8"/>
                <a:gd name="T1" fmla="*/ 20 h 9"/>
                <a:gd name="T2" fmla="*/ 16 w 8"/>
                <a:gd name="T3" fmla="*/ 98 h 9"/>
                <a:gd name="T4" fmla="*/ 64 w 8"/>
                <a:gd name="T5" fmla="*/ 20 h 9"/>
                <a:gd name="T6" fmla="*/ 32 w 8"/>
                <a:gd name="T7" fmla="*/ 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2"/>
                  </a:moveTo>
                  <a:cubicBezTo>
                    <a:pt x="1" y="3"/>
                    <a:pt x="0" y="7"/>
                    <a:pt x="2" y="9"/>
                  </a:cubicBezTo>
                  <a:cubicBezTo>
                    <a:pt x="5" y="8"/>
                    <a:pt x="7" y="5"/>
                    <a:pt x="8" y="2"/>
                  </a:cubicBezTo>
                  <a:cubicBezTo>
                    <a:pt x="6" y="0"/>
                    <a:pt x="5" y="1"/>
                    <a:pt x="4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23" name="Freeform 4223">
              <a:extLst>
                <a:ext uri="{FF2B5EF4-FFF2-40B4-BE49-F238E27FC236}">
                  <a16:creationId xmlns:a16="http://schemas.microsoft.com/office/drawing/2014/main" id="{E4334A5D-959A-432D-8723-CC5CE2B2E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612"/>
              <a:ext cx="11" cy="14"/>
            </a:xfrm>
            <a:custGeom>
              <a:avLst/>
              <a:gdLst>
                <a:gd name="T0" fmla="*/ 7 w 6"/>
                <a:gd name="T1" fmla="*/ 24 h 7"/>
                <a:gd name="T2" fmla="*/ 0 w 6"/>
                <a:gd name="T3" fmla="*/ 40 h 7"/>
                <a:gd name="T4" fmla="*/ 37 w 6"/>
                <a:gd name="T5" fmla="*/ 16 h 7"/>
                <a:gd name="T6" fmla="*/ 20 w 6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7"/>
                    <a:pt x="5" y="5"/>
                    <a:pt x="6" y="2"/>
                  </a:cubicBezTo>
                  <a:cubicBezTo>
                    <a:pt x="5" y="0"/>
                    <a:pt x="4" y="1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24" name="Freeform 4224">
              <a:extLst>
                <a:ext uri="{FF2B5EF4-FFF2-40B4-BE49-F238E27FC236}">
                  <a16:creationId xmlns:a16="http://schemas.microsoft.com/office/drawing/2014/main" id="{9911DA1B-7B1E-48E0-881C-676006C35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1524"/>
              <a:ext cx="20" cy="24"/>
            </a:xfrm>
            <a:custGeom>
              <a:avLst/>
              <a:gdLst>
                <a:gd name="T0" fmla="*/ 0 w 10"/>
                <a:gd name="T1" fmla="*/ 33 h 11"/>
                <a:gd name="T2" fmla="*/ 16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3"/>
                  </a:moveTo>
                  <a:cubicBezTo>
                    <a:pt x="1" y="11"/>
                    <a:pt x="10" y="0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25" name="Freeform 4225">
              <a:extLst>
                <a:ext uri="{FF2B5EF4-FFF2-40B4-BE49-F238E27FC236}">
                  <a16:creationId xmlns:a16="http://schemas.microsoft.com/office/drawing/2014/main" id="{D229DA51-47B7-4952-85CF-BE44EAEC3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575"/>
              <a:ext cx="24" cy="26"/>
            </a:xfrm>
            <a:custGeom>
              <a:avLst/>
              <a:gdLst>
                <a:gd name="T0" fmla="*/ 8 w 12"/>
                <a:gd name="T1" fmla="*/ 9 h 12"/>
                <a:gd name="T2" fmla="*/ 24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12"/>
                    <a:pt x="12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26" name="Freeform 4226">
              <a:extLst>
                <a:ext uri="{FF2B5EF4-FFF2-40B4-BE49-F238E27FC236}">
                  <a16:creationId xmlns:a16="http://schemas.microsoft.com/office/drawing/2014/main" id="{278E165D-6570-45D8-8FD4-5AAB1F057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560"/>
              <a:ext cx="22" cy="24"/>
            </a:xfrm>
            <a:custGeom>
              <a:avLst/>
              <a:gdLst>
                <a:gd name="T0" fmla="*/ 0 w 11"/>
                <a:gd name="T1" fmla="*/ 9 h 11"/>
                <a:gd name="T2" fmla="*/ 40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"/>
                  </a:moveTo>
                  <a:cubicBezTo>
                    <a:pt x="4" y="11"/>
                    <a:pt x="11" y="2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27" name="Freeform 4227">
              <a:extLst>
                <a:ext uri="{FF2B5EF4-FFF2-40B4-BE49-F238E27FC236}">
                  <a16:creationId xmlns:a16="http://schemas.microsoft.com/office/drawing/2014/main" id="{267494DF-5F50-4933-B919-214367C9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526"/>
              <a:ext cx="18" cy="17"/>
            </a:xfrm>
            <a:custGeom>
              <a:avLst/>
              <a:gdLst>
                <a:gd name="T0" fmla="*/ 8 w 9"/>
                <a:gd name="T1" fmla="*/ 28 h 8"/>
                <a:gd name="T2" fmla="*/ 48 w 9"/>
                <a:gd name="T3" fmla="*/ 60 h 8"/>
                <a:gd name="T4" fmla="*/ 16 w 9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0" y="7"/>
                    <a:pt x="3" y="8"/>
                    <a:pt x="6" y="6"/>
                  </a:cubicBezTo>
                  <a:cubicBezTo>
                    <a:pt x="9" y="2"/>
                    <a:pt x="5" y="0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28" name="Freeform 4228">
              <a:extLst>
                <a:ext uri="{FF2B5EF4-FFF2-40B4-BE49-F238E27FC236}">
                  <a16:creationId xmlns:a16="http://schemas.microsoft.com/office/drawing/2014/main" id="{237A0AE5-AA2F-4A6C-AC24-2DC601489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571"/>
              <a:ext cx="9" cy="11"/>
            </a:xfrm>
            <a:custGeom>
              <a:avLst/>
              <a:gdLst>
                <a:gd name="T0" fmla="*/ 0 w 5"/>
                <a:gd name="T1" fmla="*/ 0 h 5"/>
                <a:gd name="T2" fmla="*/ 16 w 5"/>
                <a:gd name="T3" fmla="*/ 53 h 5"/>
                <a:gd name="T4" fmla="*/ 1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3"/>
                    <a:pt x="0" y="5"/>
                    <a:pt x="3" y="5"/>
                  </a:cubicBezTo>
                  <a:cubicBezTo>
                    <a:pt x="5" y="3"/>
                    <a:pt x="4" y="1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29" name="Freeform 4229">
              <a:extLst>
                <a:ext uri="{FF2B5EF4-FFF2-40B4-BE49-F238E27FC236}">
                  <a16:creationId xmlns:a16="http://schemas.microsoft.com/office/drawing/2014/main" id="{623B2281-4269-4AB7-AFFE-345680FC3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526"/>
              <a:ext cx="11" cy="15"/>
            </a:xfrm>
            <a:custGeom>
              <a:avLst/>
              <a:gdLst>
                <a:gd name="T0" fmla="*/ 24 w 6"/>
                <a:gd name="T1" fmla="*/ 0 h 7"/>
                <a:gd name="T2" fmla="*/ 0 w 6"/>
                <a:gd name="T3" fmla="*/ 69 h 7"/>
                <a:gd name="T4" fmla="*/ 2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2"/>
                    <a:pt x="0" y="5"/>
                    <a:pt x="0" y="7"/>
                  </a:cubicBezTo>
                  <a:cubicBezTo>
                    <a:pt x="3" y="7"/>
                    <a:pt x="6" y="3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30" name="Freeform 4230">
              <a:extLst>
                <a:ext uri="{FF2B5EF4-FFF2-40B4-BE49-F238E27FC236}">
                  <a16:creationId xmlns:a16="http://schemas.microsoft.com/office/drawing/2014/main" id="{9EC8FD6C-080B-4DA7-AC97-85E08801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505"/>
              <a:ext cx="14" cy="19"/>
            </a:xfrm>
            <a:custGeom>
              <a:avLst/>
              <a:gdLst>
                <a:gd name="T0" fmla="*/ 32 w 7"/>
                <a:gd name="T1" fmla="*/ 17 h 9"/>
                <a:gd name="T2" fmla="*/ 32 w 7"/>
                <a:gd name="T3" fmla="*/ 57 h 9"/>
                <a:gd name="T4" fmla="*/ 32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2"/>
                  </a:moveTo>
                  <a:cubicBezTo>
                    <a:pt x="0" y="4"/>
                    <a:pt x="1" y="9"/>
                    <a:pt x="4" y="6"/>
                  </a:cubicBezTo>
                  <a:cubicBezTo>
                    <a:pt x="7" y="4"/>
                    <a:pt x="7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31" name="Freeform 4231">
              <a:extLst>
                <a:ext uri="{FF2B5EF4-FFF2-40B4-BE49-F238E27FC236}">
                  <a16:creationId xmlns:a16="http://schemas.microsoft.com/office/drawing/2014/main" id="{3CAD7788-1E44-4B9A-A0B1-80EB5E721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471"/>
              <a:ext cx="22" cy="21"/>
            </a:xfrm>
            <a:custGeom>
              <a:avLst/>
              <a:gdLst>
                <a:gd name="T0" fmla="*/ 56 w 11"/>
                <a:gd name="T1" fmla="*/ 0 h 10"/>
                <a:gd name="T2" fmla="*/ 56 w 11"/>
                <a:gd name="T3" fmla="*/ 67 h 10"/>
                <a:gd name="T4" fmla="*/ 48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0"/>
                  </a:moveTo>
                  <a:cubicBezTo>
                    <a:pt x="2" y="2"/>
                    <a:pt x="0" y="10"/>
                    <a:pt x="7" y="7"/>
                  </a:cubicBezTo>
                  <a:cubicBezTo>
                    <a:pt x="11" y="6"/>
                    <a:pt x="10" y="1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32" name="Freeform 4232">
              <a:extLst>
                <a:ext uri="{FF2B5EF4-FFF2-40B4-BE49-F238E27FC236}">
                  <a16:creationId xmlns:a16="http://schemas.microsoft.com/office/drawing/2014/main" id="{1BCDFFDE-AE2D-43BB-A8F2-B86E19735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431"/>
              <a:ext cx="31" cy="32"/>
            </a:xfrm>
            <a:custGeom>
              <a:avLst/>
              <a:gdLst>
                <a:gd name="T0" fmla="*/ 87 w 16"/>
                <a:gd name="T1" fmla="*/ 0 h 15"/>
                <a:gd name="T2" fmla="*/ 116 w 16"/>
                <a:gd name="T3" fmla="*/ 1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2" y="0"/>
                  </a:moveTo>
                  <a:cubicBezTo>
                    <a:pt x="0" y="3"/>
                    <a:pt x="14" y="15"/>
                    <a:pt x="1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33" name="Freeform 4233">
              <a:extLst>
                <a:ext uri="{FF2B5EF4-FFF2-40B4-BE49-F238E27FC236}">
                  <a16:creationId xmlns:a16="http://schemas.microsoft.com/office/drawing/2014/main" id="{D71B886D-7532-4EB4-8E72-1437BAD5D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492"/>
              <a:ext cx="18" cy="20"/>
            </a:xfrm>
            <a:custGeom>
              <a:avLst/>
              <a:gdLst>
                <a:gd name="T0" fmla="*/ 24 w 9"/>
                <a:gd name="T1" fmla="*/ 9 h 9"/>
                <a:gd name="T2" fmla="*/ 0 w 9"/>
                <a:gd name="T3" fmla="*/ 80 h 9"/>
                <a:gd name="T4" fmla="*/ 72 w 9"/>
                <a:gd name="T5" fmla="*/ 9 h 9"/>
                <a:gd name="T6" fmla="*/ 48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2" y="3"/>
                    <a:pt x="1" y="5"/>
                    <a:pt x="0" y="7"/>
                  </a:cubicBezTo>
                  <a:cubicBezTo>
                    <a:pt x="4" y="9"/>
                    <a:pt x="7" y="5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34" name="Freeform 4234">
              <a:extLst>
                <a:ext uri="{FF2B5EF4-FFF2-40B4-BE49-F238E27FC236}">
                  <a16:creationId xmlns:a16="http://schemas.microsoft.com/office/drawing/2014/main" id="{294D638E-CE61-46AC-9097-4AFA01B48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552"/>
              <a:ext cx="18" cy="17"/>
            </a:xfrm>
            <a:custGeom>
              <a:avLst/>
              <a:gdLst>
                <a:gd name="T0" fmla="*/ 32 w 9"/>
                <a:gd name="T1" fmla="*/ 9 h 8"/>
                <a:gd name="T2" fmla="*/ 32 w 9"/>
                <a:gd name="T3" fmla="*/ 68 h 8"/>
                <a:gd name="T4" fmla="*/ 40 w 9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1"/>
                  </a:moveTo>
                  <a:cubicBezTo>
                    <a:pt x="0" y="0"/>
                    <a:pt x="1" y="7"/>
                    <a:pt x="4" y="7"/>
                  </a:cubicBezTo>
                  <a:cubicBezTo>
                    <a:pt x="7" y="8"/>
                    <a:pt x="9" y="2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35" name="Freeform 4235">
              <a:extLst>
                <a:ext uri="{FF2B5EF4-FFF2-40B4-BE49-F238E27FC236}">
                  <a16:creationId xmlns:a16="http://schemas.microsoft.com/office/drawing/2014/main" id="{0002407A-6D57-4098-B6EC-D71F36C1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578"/>
              <a:ext cx="8" cy="12"/>
            </a:xfrm>
            <a:custGeom>
              <a:avLst/>
              <a:gdLst>
                <a:gd name="T0" fmla="*/ 24 w 4"/>
                <a:gd name="T1" fmla="*/ 16 h 6"/>
                <a:gd name="T2" fmla="*/ 0 w 4"/>
                <a:gd name="T3" fmla="*/ 40 h 6"/>
                <a:gd name="T4" fmla="*/ 32 w 4"/>
                <a:gd name="T5" fmla="*/ 0 h 6"/>
                <a:gd name="T6" fmla="*/ 16 w 4"/>
                <a:gd name="T7" fmla="*/ 4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2" y="5"/>
                    <a:pt x="4" y="3"/>
                    <a:pt x="4" y="0"/>
                  </a:cubicBezTo>
                  <a:cubicBezTo>
                    <a:pt x="0" y="0"/>
                    <a:pt x="0" y="4"/>
                    <a:pt x="2" y="6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36" name="Freeform 4236">
              <a:extLst>
                <a:ext uri="{FF2B5EF4-FFF2-40B4-BE49-F238E27FC236}">
                  <a16:creationId xmlns:a16="http://schemas.microsoft.com/office/drawing/2014/main" id="{38FD52D9-F568-4524-AD07-71AB07779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648"/>
              <a:ext cx="12" cy="10"/>
            </a:xfrm>
            <a:custGeom>
              <a:avLst/>
              <a:gdLst>
                <a:gd name="T0" fmla="*/ 8 w 6"/>
                <a:gd name="T1" fmla="*/ 16 h 5"/>
                <a:gd name="T2" fmla="*/ 0 w 6"/>
                <a:gd name="T3" fmla="*/ 32 h 5"/>
                <a:gd name="T4" fmla="*/ 24 w 6"/>
                <a:gd name="T5" fmla="*/ 0 h 5"/>
                <a:gd name="T6" fmla="*/ 8 w 6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5"/>
                    <a:pt x="6" y="2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37" name="Freeform 4237">
              <a:extLst>
                <a:ext uri="{FF2B5EF4-FFF2-40B4-BE49-F238E27FC236}">
                  <a16:creationId xmlns:a16="http://schemas.microsoft.com/office/drawing/2014/main" id="{BBC7CAFE-78FC-4A8F-8765-F168E8F27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646"/>
              <a:ext cx="16" cy="17"/>
            </a:xfrm>
            <a:custGeom>
              <a:avLst/>
              <a:gdLst>
                <a:gd name="T0" fmla="*/ 16 w 8"/>
                <a:gd name="T1" fmla="*/ 19 h 8"/>
                <a:gd name="T2" fmla="*/ 0 w 8"/>
                <a:gd name="T3" fmla="*/ 49 h 8"/>
                <a:gd name="T4" fmla="*/ 16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2"/>
                  </a:moveTo>
                  <a:cubicBezTo>
                    <a:pt x="1" y="3"/>
                    <a:pt x="0" y="4"/>
                    <a:pt x="0" y="5"/>
                  </a:cubicBezTo>
                  <a:cubicBezTo>
                    <a:pt x="4" y="8"/>
                    <a:pt x="8" y="0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38" name="Freeform 4238">
              <a:extLst>
                <a:ext uri="{FF2B5EF4-FFF2-40B4-BE49-F238E27FC236}">
                  <a16:creationId xmlns:a16="http://schemas.microsoft.com/office/drawing/2014/main" id="{8079BCF4-060B-4FF7-8CE0-37CE0D1EC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692"/>
              <a:ext cx="24" cy="30"/>
            </a:xfrm>
            <a:custGeom>
              <a:avLst/>
              <a:gdLst>
                <a:gd name="T0" fmla="*/ 0 w 12"/>
                <a:gd name="T1" fmla="*/ 28 h 14"/>
                <a:gd name="T2" fmla="*/ 72 w 1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3"/>
                  </a:moveTo>
                  <a:cubicBezTo>
                    <a:pt x="2" y="14"/>
                    <a:pt x="12" y="6"/>
                    <a:pt x="9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39" name="Freeform 4239">
              <a:extLst>
                <a:ext uri="{FF2B5EF4-FFF2-40B4-BE49-F238E27FC236}">
                  <a16:creationId xmlns:a16="http://schemas.microsoft.com/office/drawing/2014/main" id="{641FF04D-2B39-4857-BBA6-F5568633D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584"/>
              <a:ext cx="12" cy="13"/>
            </a:xfrm>
            <a:custGeom>
              <a:avLst/>
              <a:gdLst>
                <a:gd name="T0" fmla="*/ 0 w 6"/>
                <a:gd name="T1" fmla="*/ 33 h 6"/>
                <a:gd name="T2" fmla="*/ 8 w 6"/>
                <a:gd name="T3" fmla="*/ 61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4" y="5"/>
                    <a:pt x="6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40" name="Freeform 4240">
              <a:extLst>
                <a:ext uri="{FF2B5EF4-FFF2-40B4-BE49-F238E27FC236}">
                  <a16:creationId xmlns:a16="http://schemas.microsoft.com/office/drawing/2014/main" id="{E4AAF622-5506-433A-B277-B66766547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526"/>
              <a:ext cx="10" cy="13"/>
            </a:xfrm>
            <a:custGeom>
              <a:avLst/>
              <a:gdLst>
                <a:gd name="T0" fmla="*/ 16 w 5"/>
                <a:gd name="T1" fmla="*/ 9 h 6"/>
                <a:gd name="T2" fmla="*/ 0 w 5"/>
                <a:gd name="T3" fmla="*/ 52 h 6"/>
                <a:gd name="T4" fmla="*/ 40 w 5"/>
                <a:gd name="T5" fmla="*/ 9 h 6"/>
                <a:gd name="T6" fmla="*/ 24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2" y="6"/>
                    <a:pt x="5" y="4"/>
                    <a:pt x="5" y="1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41" name="Freeform 4241">
              <a:extLst>
                <a:ext uri="{FF2B5EF4-FFF2-40B4-BE49-F238E27FC236}">
                  <a16:creationId xmlns:a16="http://schemas.microsoft.com/office/drawing/2014/main" id="{40878AAA-159F-47D0-A79E-CE4E2A7A6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490"/>
              <a:ext cx="20" cy="22"/>
            </a:xfrm>
            <a:custGeom>
              <a:avLst/>
              <a:gdLst>
                <a:gd name="T0" fmla="*/ 56 w 10"/>
                <a:gd name="T1" fmla="*/ 9 h 10"/>
                <a:gd name="T2" fmla="*/ 32 w 10"/>
                <a:gd name="T3" fmla="*/ 97 h 10"/>
                <a:gd name="T4" fmla="*/ 56 w 10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1"/>
                  </a:moveTo>
                  <a:cubicBezTo>
                    <a:pt x="2" y="0"/>
                    <a:pt x="0" y="8"/>
                    <a:pt x="4" y="9"/>
                  </a:cubicBezTo>
                  <a:cubicBezTo>
                    <a:pt x="8" y="10"/>
                    <a:pt x="10" y="3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42" name="Freeform 4242">
              <a:extLst>
                <a:ext uri="{FF2B5EF4-FFF2-40B4-BE49-F238E27FC236}">
                  <a16:creationId xmlns:a16="http://schemas.microsoft.com/office/drawing/2014/main" id="{DCDB73C2-9A88-4AF8-99B8-89EE5F062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422"/>
              <a:ext cx="20" cy="19"/>
            </a:xfrm>
            <a:custGeom>
              <a:avLst/>
              <a:gdLst>
                <a:gd name="T0" fmla="*/ 56 w 10"/>
                <a:gd name="T1" fmla="*/ 0 h 9"/>
                <a:gd name="T2" fmla="*/ 80 w 10"/>
                <a:gd name="T3" fmla="*/ 17 h 9"/>
                <a:gd name="T4" fmla="*/ 64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cubicBezTo>
                    <a:pt x="0" y="3"/>
                    <a:pt x="8" y="9"/>
                    <a:pt x="10" y="2"/>
                  </a:cubicBezTo>
                  <a:cubicBezTo>
                    <a:pt x="10" y="1"/>
                    <a:pt x="9" y="1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43" name="Freeform 4243">
              <a:extLst>
                <a:ext uri="{FF2B5EF4-FFF2-40B4-BE49-F238E27FC236}">
                  <a16:creationId xmlns:a16="http://schemas.microsoft.com/office/drawing/2014/main" id="{93362E10-1AC6-42BE-AFD2-9139F2485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367"/>
              <a:ext cx="42" cy="28"/>
            </a:xfrm>
            <a:custGeom>
              <a:avLst/>
              <a:gdLst>
                <a:gd name="T0" fmla="*/ 48 w 21"/>
                <a:gd name="T1" fmla="*/ 9 h 13"/>
                <a:gd name="T2" fmla="*/ 80 w 2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6" y="1"/>
                  </a:moveTo>
                  <a:cubicBezTo>
                    <a:pt x="0" y="13"/>
                    <a:pt x="21" y="2"/>
                    <a:pt x="10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44" name="Freeform 4244">
              <a:extLst>
                <a:ext uri="{FF2B5EF4-FFF2-40B4-BE49-F238E27FC236}">
                  <a16:creationId xmlns:a16="http://schemas.microsoft.com/office/drawing/2014/main" id="{3B4AE60B-5EC1-4D71-B364-40C544AF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382"/>
              <a:ext cx="22" cy="25"/>
            </a:xfrm>
            <a:custGeom>
              <a:avLst/>
              <a:gdLst>
                <a:gd name="T0" fmla="*/ 56 w 11"/>
                <a:gd name="T1" fmla="*/ 8 h 12"/>
                <a:gd name="T2" fmla="*/ 24 w 11"/>
                <a:gd name="T3" fmla="*/ 83 h 12"/>
                <a:gd name="T4" fmla="*/ 64 w 11"/>
                <a:gd name="T5" fmla="*/ 1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1"/>
                  </a:moveTo>
                  <a:cubicBezTo>
                    <a:pt x="3" y="0"/>
                    <a:pt x="0" y="6"/>
                    <a:pt x="3" y="9"/>
                  </a:cubicBezTo>
                  <a:cubicBezTo>
                    <a:pt x="6" y="12"/>
                    <a:pt x="11" y="5"/>
                    <a:pt x="8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45" name="Freeform 4245">
              <a:extLst>
                <a:ext uri="{FF2B5EF4-FFF2-40B4-BE49-F238E27FC236}">
                  <a16:creationId xmlns:a16="http://schemas.microsoft.com/office/drawing/2014/main" id="{C677ED83-648A-4E80-9F65-42FD5447B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352"/>
              <a:ext cx="12" cy="15"/>
            </a:xfrm>
            <a:custGeom>
              <a:avLst/>
              <a:gdLst>
                <a:gd name="T0" fmla="*/ 24 w 6"/>
                <a:gd name="T1" fmla="*/ 19 h 7"/>
                <a:gd name="T2" fmla="*/ 0 w 6"/>
                <a:gd name="T3" fmla="*/ 41 h 7"/>
                <a:gd name="T4" fmla="*/ 48 w 6"/>
                <a:gd name="T5" fmla="*/ 28 h 7"/>
                <a:gd name="T6" fmla="*/ 32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3" y="2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2" y="7"/>
                    <a:pt x="4" y="6"/>
                    <a:pt x="6" y="3"/>
                  </a:cubicBezTo>
                  <a:cubicBezTo>
                    <a:pt x="5" y="2"/>
                    <a:pt x="5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46" name="Freeform 4246">
              <a:extLst>
                <a:ext uri="{FF2B5EF4-FFF2-40B4-BE49-F238E27FC236}">
                  <a16:creationId xmlns:a16="http://schemas.microsoft.com/office/drawing/2014/main" id="{8C4648F1-931C-435D-92C6-A056F5742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310"/>
              <a:ext cx="14" cy="12"/>
            </a:xfrm>
            <a:custGeom>
              <a:avLst/>
              <a:gdLst>
                <a:gd name="T0" fmla="*/ 24 w 7"/>
                <a:gd name="T1" fmla="*/ 0 h 6"/>
                <a:gd name="T2" fmla="*/ 0 w 7"/>
                <a:gd name="T3" fmla="*/ 48 h 6"/>
                <a:gd name="T4" fmla="*/ 32 w 7"/>
                <a:gd name="T5" fmla="*/ 8 h 6"/>
                <a:gd name="T6" fmla="*/ 24 w 7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3" y="6"/>
                    <a:pt x="7" y="3"/>
                    <a:pt x="4" y="1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47" name="Freeform 4247">
              <a:extLst>
                <a:ext uri="{FF2B5EF4-FFF2-40B4-BE49-F238E27FC236}">
                  <a16:creationId xmlns:a16="http://schemas.microsoft.com/office/drawing/2014/main" id="{CD928725-FC6A-45B7-8082-ADEA90D36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256"/>
              <a:ext cx="24" cy="17"/>
            </a:xfrm>
            <a:custGeom>
              <a:avLst/>
              <a:gdLst>
                <a:gd name="T0" fmla="*/ 56 w 12"/>
                <a:gd name="T1" fmla="*/ 0 h 8"/>
                <a:gd name="T2" fmla="*/ 48 w 12"/>
                <a:gd name="T3" fmla="*/ 68 h 8"/>
                <a:gd name="T4" fmla="*/ 56 w 12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7" y="0"/>
                  </a:moveTo>
                  <a:cubicBezTo>
                    <a:pt x="3" y="2"/>
                    <a:pt x="0" y="8"/>
                    <a:pt x="6" y="7"/>
                  </a:cubicBezTo>
                  <a:cubicBezTo>
                    <a:pt x="10" y="6"/>
                    <a:pt x="12" y="1"/>
                    <a:pt x="7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48" name="Freeform 4248">
              <a:extLst>
                <a:ext uri="{FF2B5EF4-FFF2-40B4-BE49-F238E27FC236}">
                  <a16:creationId xmlns:a16="http://schemas.microsoft.com/office/drawing/2014/main" id="{68C5BCF4-B7CF-4529-93FE-C8708F249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295"/>
              <a:ext cx="30" cy="23"/>
            </a:xfrm>
            <a:custGeom>
              <a:avLst/>
              <a:gdLst>
                <a:gd name="T0" fmla="*/ 80 w 15"/>
                <a:gd name="T1" fmla="*/ 27 h 11"/>
                <a:gd name="T2" fmla="*/ 40 w 15"/>
                <a:gd name="T3" fmla="*/ 92 h 11"/>
                <a:gd name="T4" fmla="*/ 72 w 15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0" y="3"/>
                  </a:moveTo>
                  <a:cubicBezTo>
                    <a:pt x="5" y="0"/>
                    <a:pt x="0" y="8"/>
                    <a:pt x="5" y="10"/>
                  </a:cubicBezTo>
                  <a:cubicBezTo>
                    <a:pt x="9" y="11"/>
                    <a:pt x="15" y="4"/>
                    <a:pt x="9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49" name="Freeform 4249">
              <a:extLst>
                <a:ext uri="{FF2B5EF4-FFF2-40B4-BE49-F238E27FC236}">
                  <a16:creationId xmlns:a16="http://schemas.microsoft.com/office/drawing/2014/main" id="{A46240B3-0A8D-43E5-B558-2AC23F847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280"/>
              <a:ext cx="29" cy="21"/>
            </a:xfrm>
            <a:custGeom>
              <a:avLst/>
              <a:gdLst>
                <a:gd name="T0" fmla="*/ 72 w 15"/>
                <a:gd name="T1" fmla="*/ 8 h 10"/>
                <a:gd name="T2" fmla="*/ 44 w 15"/>
                <a:gd name="T3" fmla="*/ 76 h 10"/>
                <a:gd name="T4" fmla="*/ 64 w 1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0" y="1"/>
                  </a:moveTo>
                  <a:cubicBezTo>
                    <a:pt x="5" y="0"/>
                    <a:pt x="0" y="6"/>
                    <a:pt x="6" y="8"/>
                  </a:cubicBezTo>
                  <a:cubicBezTo>
                    <a:pt x="12" y="10"/>
                    <a:pt x="15" y="1"/>
                    <a:pt x="9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50" name="Freeform 4250">
              <a:extLst>
                <a:ext uri="{FF2B5EF4-FFF2-40B4-BE49-F238E27FC236}">
                  <a16:creationId xmlns:a16="http://schemas.microsoft.com/office/drawing/2014/main" id="{13CB98BC-0F19-4AB5-878F-F1A7944C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329"/>
              <a:ext cx="28" cy="23"/>
            </a:xfrm>
            <a:custGeom>
              <a:avLst/>
              <a:gdLst>
                <a:gd name="T0" fmla="*/ 72 w 14"/>
                <a:gd name="T1" fmla="*/ 0 h 11"/>
                <a:gd name="T2" fmla="*/ 88 w 14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9" y="0"/>
                  </a:moveTo>
                  <a:cubicBezTo>
                    <a:pt x="0" y="0"/>
                    <a:pt x="14" y="11"/>
                    <a:pt x="11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51" name="Freeform 4251">
              <a:extLst>
                <a:ext uri="{FF2B5EF4-FFF2-40B4-BE49-F238E27FC236}">
                  <a16:creationId xmlns:a16="http://schemas.microsoft.com/office/drawing/2014/main" id="{F79B4D32-D3BC-4C1A-855A-7AB3A589A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339"/>
              <a:ext cx="38" cy="19"/>
            </a:xfrm>
            <a:custGeom>
              <a:avLst/>
              <a:gdLst>
                <a:gd name="T0" fmla="*/ 72 w 19"/>
                <a:gd name="T1" fmla="*/ 0 h 9"/>
                <a:gd name="T2" fmla="*/ 96 w 19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9" y="0"/>
                  </a:moveTo>
                  <a:cubicBezTo>
                    <a:pt x="0" y="9"/>
                    <a:pt x="19" y="7"/>
                    <a:pt x="1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52" name="Freeform 4252">
              <a:extLst>
                <a:ext uri="{FF2B5EF4-FFF2-40B4-BE49-F238E27FC236}">
                  <a16:creationId xmlns:a16="http://schemas.microsoft.com/office/drawing/2014/main" id="{22847C80-D949-4B88-9BC8-D6ACA2B29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295"/>
              <a:ext cx="20" cy="17"/>
            </a:xfrm>
            <a:custGeom>
              <a:avLst/>
              <a:gdLst>
                <a:gd name="T0" fmla="*/ 40 w 10"/>
                <a:gd name="T1" fmla="*/ 9 h 8"/>
                <a:gd name="T2" fmla="*/ 56 w 10"/>
                <a:gd name="T3" fmla="*/ 49 h 8"/>
                <a:gd name="T4" fmla="*/ 56 w 10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0" y="2"/>
                    <a:pt x="3" y="8"/>
                    <a:pt x="7" y="5"/>
                  </a:cubicBezTo>
                  <a:cubicBezTo>
                    <a:pt x="10" y="4"/>
                    <a:pt x="10" y="0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53" name="Freeform 4253">
              <a:extLst>
                <a:ext uri="{FF2B5EF4-FFF2-40B4-BE49-F238E27FC236}">
                  <a16:creationId xmlns:a16="http://schemas.microsoft.com/office/drawing/2014/main" id="{D3619415-D88A-4AD6-BE81-AC4BC761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320"/>
              <a:ext cx="10" cy="13"/>
            </a:xfrm>
            <a:custGeom>
              <a:avLst/>
              <a:gdLst>
                <a:gd name="T0" fmla="*/ 24 w 5"/>
                <a:gd name="T1" fmla="*/ 0 h 6"/>
                <a:gd name="T2" fmla="*/ 8 w 5"/>
                <a:gd name="T3" fmla="*/ 43 h 6"/>
                <a:gd name="T4" fmla="*/ 32 w 5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6"/>
                    <a:pt x="5" y="5"/>
                    <a:pt x="4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54" name="Freeform 4254">
              <a:extLst>
                <a:ext uri="{FF2B5EF4-FFF2-40B4-BE49-F238E27FC236}">
                  <a16:creationId xmlns:a16="http://schemas.microsoft.com/office/drawing/2014/main" id="{AED64620-B0C9-4537-B0F4-05F71C5D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365"/>
              <a:ext cx="16" cy="15"/>
            </a:xfrm>
            <a:custGeom>
              <a:avLst/>
              <a:gdLst>
                <a:gd name="T0" fmla="*/ 56 w 8"/>
                <a:gd name="T1" fmla="*/ 9 h 7"/>
                <a:gd name="T2" fmla="*/ 40 w 8"/>
                <a:gd name="T3" fmla="*/ 60 h 7"/>
                <a:gd name="T4" fmla="*/ 48 w 8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1"/>
                  </a:moveTo>
                  <a:cubicBezTo>
                    <a:pt x="1" y="0"/>
                    <a:pt x="0" y="7"/>
                    <a:pt x="5" y="6"/>
                  </a:cubicBezTo>
                  <a:cubicBezTo>
                    <a:pt x="8" y="6"/>
                    <a:pt x="8" y="2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55" name="Freeform 4255">
              <a:extLst>
                <a:ext uri="{FF2B5EF4-FFF2-40B4-BE49-F238E27FC236}">
                  <a16:creationId xmlns:a16="http://schemas.microsoft.com/office/drawing/2014/main" id="{61FBCD4A-7663-4C72-84C7-0FD0974CE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339"/>
              <a:ext cx="18" cy="26"/>
            </a:xfrm>
            <a:custGeom>
              <a:avLst/>
              <a:gdLst>
                <a:gd name="T0" fmla="*/ 64 w 9"/>
                <a:gd name="T1" fmla="*/ 33 h 12"/>
                <a:gd name="T2" fmla="*/ 72 w 9"/>
                <a:gd name="T3" fmla="*/ 43 h 12"/>
                <a:gd name="T4" fmla="*/ 32 w 9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3"/>
                  </a:moveTo>
                  <a:cubicBezTo>
                    <a:pt x="0" y="0"/>
                    <a:pt x="5" y="12"/>
                    <a:pt x="9" y="4"/>
                  </a:cubicBezTo>
                  <a:cubicBezTo>
                    <a:pt x="8" y="2"/>
                    <a:pt x="6" y="2"/>
                    <a:pt x="4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56" name="Freeform 4256">
              <a:extLst>
                <a:ext uri="{FF2B5EF4-FFF2-40B4-BE49-F238E27FC236}">
                  <a16:creationId xmlns:a16="http://schemas.microsoft.com/office/drawing/2014/main" id="{9A752D7E-84A8-4D03-A558-F90DF32E2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388"/>
              <a:ext cx="24" cy="19"/>
            </a:xfrm>
            <a:custGeom>
              <a:avLst/>
              <a:gdLst>
                <a:gd name="T0" fmla="*/ 48 w 12"/>
                <a:gd name="T1" fmla="*/ 0 h 9"/>
                <a:gd name="T2" fmla="*/ 56 w 12"/>
                <a:gd name="T3" fmla="*/ 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6" y="0"/>
                  </a:moveTo>
                  <a:cubicBezTo>
                    <a:pt x="0" y="9"/>
                    <a:pt x="12" y="7"/>
                    <a:pt x="7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57" name="Freeform 4257">
              <a:extLst>
                <a:ext uri="{FF2B5EF4-FFF2-40B4-BE49-F238E27FC236}">
                  <a16:creationId xmlns:a16="http://schemas.microsoft.com/office/drawing/2014/main" id="{C889BA40-D899-4A54-B8DF-932CF2205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418"/>
              <a:ext cx="16" cy="15"/>
            </a:xfrm>
            <a:custGeom>
              <a:avLst/>
              <a:gdLst>
                <a:gd name="T0" fmla="*/ 48 w 8"/>
                <a:gd name="T1" fmla="*/ 0 h 7"/>
                <a:gd name="T2" fmla="*/ 40 w 8"/>
                <a:gd name="T3" fmla="*/ 60 h 7"/>
                <a:gd name="T4" fmla="*/ 48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3" y="1"/>
                    <a:pt x="0" y="7"/>
                    <a:pt x="5" y="6"/>
                  </a:cubicBezTo>
                  <a:cubicBezTo>
                    <a:pt x="8" y="6"/>
                    <a:pt x="8" y="2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58" name="Freeform 4258">
              <a:extLst>
                <a:ext uri="{FF2B5EF4-FFF2-40B4-BE49-F238E27FC236}">
                  <a16:creationId xmlns:a16="http://schemas.microsoft.com/office/drawing/2014/main" id="{D6B974C6-6279-4A5E-A908-6105BB971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448"/>
              <a:ext cx="20" cy="17"/>
            </a:xfrm>
            <a:custGeom>
              <a:avLst/>
              <a:gdLst>
                <a:gd name="T0" fmla="*/ 48 w 10"/>
                <a:gd name="T1" fmla="*/ 0 h 8"/>
                <a:gd name="T2" fmla="*/ 48 w 10"/>
                <a:gd name="T3" fmla="*/ 68 h 8"/>
                <a:gd name="T4" fmla="*/ 48 w 10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6" y="0"/>
                  </a:moveTo>
                  <a:cubicBezTo>
                    <a:pt x="3" y="2"/>
                    <a:pt x="0" y="8"/>
                    <a:pt x="6" y="7"/>
                  </a:cubicBezTo>
                  <a:cubicBezTo>
                    <a:pt x="10" y="7"/>
                    <a:pt x="10" y="3"/>
                    <a:pt x="6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59" name="Freeform 4259">
              <a:extLst>
                <a:ext uri="{FF2B5EF4-FFF2-40B4-BE49-F238E27FC236}">
                  <a16:creationId xmlns:a16="http://schemas.microsoft.com/office/drawing/2014/main" id="{EA018105-1B5D-4E0A-B167-22095873A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427"/>
              <a:ext cx="30" cy="17"/>
            </a:xfrm>
            <a:custGeom>
              <a:avLst/>
              <a:gdLst>
                <a:gd name="T0" fmla="*/ 72 w 15"/>
                <a:gd name="T1" fmla="*/ 0 h 8"/>
                <a:gd name="T2" fmla="*/ 80 w 15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9" y="0"/>
                  </a:moveTo>
                  <a:cubicBezTo>
                    <a:pt x="0" y="6"/>
                    <a:pt x="15" y="8"/>
                    <a:pt x="10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60" name="Freeform 4260">
              <a:extLst>
                <a:ext uri="{FF2B5EF4-FFF2-40B4-BE49-F238E27FC236}">
                  <a16:creationId xmlns:a16="http://schemas.microsoft.com/office/drawing/2014/main" id="{5624DBFF-4DB6-41A9-9812-510133487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461"/>
              <a:ext cx="30" cy="17"/>
            </a:xfrm>
            <a:custGeom>
              <a:avLst/>
              <a:gdLst>
                <a:gd name="T0" fmla="*/ 40 w 15"/>
                <a:gd name="T1" fmla="*/ 0 h 8"/>
                <a:gd name="T2" fmla="*/ 64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5" y="0"/>
                  </a:moveTo>
                  <a:cubicBezTo>
                    <a:pt x="0" y="8"/>
                    <a:pt x="15" y="4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61" name="Freeform 4261">
              <a:extLst>
                <a:ext uri="{FF2B5EF4-FFF2-40B4-BE49-F238E27FC236}">
                  <a16:creationId xmlns:a16="http://schemas.microsoft.com/office/drawing/2014/main" id="{D0F86DEB-F16C-4BA9-B129-C7A17A9CB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484"/>
              <a:ext cx="16" cy="17"/>
            </a:xfrm>
            <a:custGeom>
              <a:avLst/>
              <a:gdLst>
                <a:gd name="T0" fmla="*/ 32 w 8"/>
                <a:gd name="T1" fmla="*/ 9 h 8"/>
                <a:gd name="T2" fmla="*/ 32 w 8"/>
                <a:gd name="T3" fmla="*/ 68 h 8"/>
                <a:gd name="T4" fmla="*/ 48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1" y="3"/>
                    <a:pt x="0" y="8"/>
                    <a:pt x="4" y="7"/>
                  </a:cubicBezTo>
                  <a:cubicBezTo>
                    <a:pt x="8" y="7"/>
                    <a:pt x="8" y="2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62" name="Freeform 4262">
              <a:extLst>
                <a:ext uri="{FF2B5EF4-FFF2-40B4-BE49-F238E27FC236}">
                  <a16:creationId xmlns:a16="http://schemas.microsoft.com/office/drawing/2014/main" id="{E4212021-28AB-4D05-A3F7-8EB47529E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529"/>
              <a:ext cx="38" cy="23"/>
            </a:xfrm>
            <a:custGeom>
              <a:avLst/>
              <a:gdLst>
                <a:gd name="T0" fmla="*/ 88 w 19"/>
                <a:gd name="T1" fmla="*/ 17 h 11"/>
                <a:gd name="T2" fmla="*/ 72 w 19"/>
                <a:gd name="T3" fmla="*/ 0 h 11"/>
                <a:gd name="T4" fmla="*/ 72 w 19"/>
                <a:gd name="T5" fmla="*/ 92 h 11"/>
                <a:gd name="T6" fmla="*/ 88 w 1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11" y="2"/>
                  </a:moveTo>
                  <a:cubicBezTo>
                    <a:pt x="11" y="1"/>
                    <a:pt x="10" y="0"/>
                    <a:pt x="9" y="0"/>
                  </a:cubicBezTo>
                  <a:cubicBezTo>
                    <a:pt x="3" y="2"/>
                    <a:pt x="0" y="11"/>
                    <a:pt x="9" y="10"/>
                  </a:cubicBezTo>
                  <a:cubicBezTo>
                    <a:pt x="14" y="9"/>
                    <a:pt x="19" y="1"/>
                    <a:pt x="1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63" name="Freeform 4263">
              <a:extLst>
                <a:ext uri="{FF2B5EF4-FFF2-40B4-BE49-F238E27FC236}">
                  <a16:creationId xmlns:a16="http://schemas.microsoft.com/office/drawing/2014/main" id="{33009E44-3DBF-499A-BB75-780FDD9AD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488"/>
              <a:ext cx="10" cy="9"/>
            </a:xfrm>
            <a:custGeom>
              <a:avLst/>
              <a:gdLst>
                <a:gd name="T0" fmla="*/ 16 w 5"/>
                <a:gd name="T1" fmla="*/ 0 h 4"/>
                <a:gd name="T2" fmla="*/ 8 w 5"/>
                <a:gd name="T3" fmla="*/ 36 h 4"/>
                <a:gd name="T4" fmla="*/ 40 w 5"/>
                <a:gd name="T5" fmla="*/ 0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4"/>
                    <a:pt x="4" y="2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64" name="Freeform 4264">
              <a:extLst>
                <a:ext uri="{FF2B5EF4-FFF2-40B4-BE49-F238E27FC236}">
                  <a16:creationId xmlns:a16="http://schemas.microsoft.com/office/drawing/2014/main" id="{FD4551E8-28D8-4AE0-A19B-ECE3F5B15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452"/>
              <a:ext cx="14" cy="15"/>
            </a:xfrm>
            <a:custGeom>
              <a:avLst/>
              <a:gdLst>
                <a:gd name="T0" fmla="*/ 8 w 7"/>
                <a:gd name="T1" fmla="*/ 0 h 7"/>
                <a:gd name="T2" fmla="*/ 32 w 7"/>
                <a:gd name="T3" fmla="*/ 51 h 7"/>
                <a:gd name="T4" fmla="*/ 8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2"/>
                    <a:pt x="0" y="7"/>
                    <a:pt x="4" y="5"/>
                  </a:cubicBezTo>
                  <a:cubicBezTo>
                    <a:pt x="7" y="2"/>
                    <a:pt x="3" y="0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65" name="Freeform 4265">
              <a:extLst>
                <a:ext uri="{FF2B5EF4-FFF2-40B4-BE49-F238E27FC236}">
                  <a16:creationId xmlns:a16="http://schemas.microsoft.com/office/drawing/2014/main" id="{3B8DBE3A-A243-42D8-870F-89E80A5DA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392"/>
              <a:ext cx="16" cy="15"/>
            </a:xfrm>
            <a:custGeom>
              <a:avLst/>
              <a:gdLst>
                <a:gd name="T0" fmla="*/ 32 w 8"/>
                <a:gd name="T1" fmla="*/ 0 h 7"/>
                <a:gd name="T2" fmla="*/ 32 w 8"/>
                <a:gd name="T3" fmla="*/ 51 h 7"/>
                <a:gd name="T4" fmla="*/ 24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0" y="0"/>
                    <a:pt x="0" y="7"/>
                    <a:pt x="4" y="5"/>
                  </a:cubicBezTo>
                  <a:cubicBezTo>
                    <a:pt x="8" y="4"/>
                    <a:pt x="7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66" name="Freeform 4266">
              <a:extLst>
                <a:ext uri="{FF2B5EF4-FFF2-40B4-BE49-F238E27FC236}">
                  <a16:creationId xmlns:a16="http://schemas.microsoft.com/office/drawing/2014/main" id="{65B229F8-77B6-4591-8F07-CA17F9CB4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427"/>
              <a:ext cx="26" cy="25"/>
            </a:xfrm>
            <a:custGeom>
              <a:avLst/>
              <a:gdLst>
                <a:gd name="T0" fmla="*/ 32 w 13"/>
                <a:gd name="T1" fmla="*/ 44 h 12"/>
                <a:gd name="T2" fmla="*/ 72 w 13"/>
                <a:gd name="T3" fmla="*/ 83 h 12"/>
                <a:gd name="T4" fmla="*/ 64 w 13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4" y="5"/>
                  </a:moveTo>
                  <a:cubicBezTo>
                    <a:pt x="0" y="10"/>
                    <a:pt x="5" y="12"/>
                    <a:pt x="9" y="9"/>
                  </a:cubicBezTo>
                  <a:cubicBezTo>
                    <a:pt x="13" y="6"/>
                    <a:pt x="12" y="0"/>
                    <a:pt x="8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67" name="Freeform 4267">
              <a:extLst>
                <a:ext uri="{FF2B5EF4-FFF2-40B4-BE49-F238E27FC236}">
                  <a16:creationId xmlns:a16="http://schemas.microsoft.com/office/drawing/2014/main" id="{4B2C3EC3-38EF-4892-89A0-0BDE63514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363"/>
              <a:ext cx="10" cy="12"/>
            </a:xfrm>
            <a:custGeom>
              <a:avLst/>
              <a:gdLst>
                <a:gd name="T0" fmla="*/ 24 w 5"/>
                <a:gd name="T1" fmla="*/ 0 h 6"/>
                <a:gd name="T2" fmla="*/ 8 w 5"/>
                <a:gd name="T3" fmla="*/ 48 h 6"/>
                <a:gd name="T4" fmla="*/ 40 w 5"/>
                <a:gd name="T5" fmla="*/ 16 h 6"/>
                <a:gd name="T6" fmla="*/ 24 w 5"/>
                <a:gd name="T7" fmla="*/ 1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3" y="6"/>
                    <a:pt x="5" y="5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68" name="Freeform 4268">
              <a:extLst>
                <a:ext uri="{FF2B5EF4-FFF2-40B4-BE49-F238E27FC236}">
                  <a16:creationId xmlns:a16="http://schemas.microsoft.com/office/drawing/2014/main" id="{0A2B4DF1-489A-4360-A889-EA9D8013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373"/>
              <a:ext cx="18" cy="15"/>
            </a:xfrm>
            <a:custGeom>
              <a:avLst/>
              <a:gdLst>
                <a:gd name="T0" fmla="*/ 72 w 9"/>
                <a:gd name="T1" fmla="*/ 0 h 7"/>
                <a:gd name="T2" fmla="*/ 24 w 9"/>
                <a:gd name="T3" fmla="*/ 51 h 7"/>
                <a:gd name="T4" fmla="*/ 56 w 9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6" y="0"/>
                    <a:pt x="0" y="1"/>
                    <a:pt x="3" y="5"/>
                  </a:cubicBezTo>
                  <a:cubicBezTo>
                    <a:pt x="6" y="7"/>
                    <a:pt x="8" y="4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69" name="Freeform 4269">
              <a:extLst>
                <a:ext uri="{FF2B5EF4-FFF2-40B4-BE49-F238E27FC236}">
                  <a16:creationId xmlns:a16="http://schemas.microsoft.com/office/drawing/2014/main" id="{D4A6E931-A3EA-42F8-93F1-C3B6D06B2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1369"/>
              <a:ext cx="18" cy="17"/>
            </a:xfrm>
            <a:custGeom>
              <a:avLst/>
              <a:gdLst>
                <a:gd name="T0" fmla="*/ 48 w 9"/>
                <a:gd name="T1" fmla="*/ 0 h 8"/>
                <a:gd name="T2" fmla="*/ 24 w 9"/>
                <a:gd name="T3" fmla="*/ 60 h 8"/>
                <a:gd name="T4" fmla="*/ 64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4" y="1"/>
                    <a:pt x="0" y="4"/>
                    <a:pt x="3" y="6"/>
                  </a:cubicBezTo>
                  <a:cubicBezTo>
                    <a:pt x="6" y="8"/>
                    <a:pt x="9" y="2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70" name="Freeform 4270">
              <a:extLst>
                <a:ext uri="{FF2B5EF4-FFF2-40B4-BE49-F238E27FC236}">
                  <a16:creationId xmlns:a16="http://schemas.microsoft.com/office/drawing/2014/main" id="{3FD014CD-9537-469F-BE99-88320AD62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654"/>
              <a:ext cx="12" cy="13"/>
            </a:xfrm>
            <a:custGeom>
              <a:avLst/>
              <a:gdLst>
                <a:gd name="T0" fmla="*/ 24 w 6"/>
                <a:gd name="T1" fmla="*/ 20 h 6"/>
                <a:gd name="T2" fmla="*/ 0 w 6"/>
                <a:gd name="T3" fmla="*/ 52 h 6"/>
                <a:gd name="T4" fmla="*/ 40 w 6"/>
                <a:gd name="T5" fmla="*/ 9 h 6"/>
                <a:gd name="T6" fmla="*/ 16 w 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1" y="3"/>
                    <a:pt x="1" y="3"/>
                    <a:pt x="0" y="5"/>
                  </a:cubicBezTo>
                  <a:cubicBezTo>
                    <a:pt x="3" y="6"/>
                    <a:pt x="6" y="4"/>
                    <a:pt x="5" y="1"/>
                  </a:cubicBezTo>
                  <a:cubicBezTo>
                    <a:pt x="4" y="0"/>
                    <a:pt x="3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71" name="Freeform 4271">
              <a:extLst>
                <a:ext uri="{FF2B5EF4-FFF2-40B4-BE49-F238E27FC236}">
                  <a16:creationId xmlns:a16="http://schemas.microsoft.com/office/drawing/2014/main" id="{E81A2BB8-DFA1-4B48-9A61-60D2D29DB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692"/>
              <a:ext cx="22" cy="24"/>
            </a:xfrm>
            <a:custGeom>
              <a:avLst/>
              <a:gdLst>
                <a:gd name="T0" fmla="*/ 32 w 11"/>
                <a:gd name="T1" fmla="*/ 9 h 11"/>
                <a:gd name="T2" fmla="*/ 48 w 11"/>
                <a:gd name="T3" fmla="*/ 96 h 11"/>
                <a:gd name="T4" fmla="*/ 48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1"/>
                  </a:moveTo>
                  <a:cubicBezTo>
                    <a:pt x="0" y="4"/>
                    <a:pt x="1" y="11"/>
                    <a:pt x="6" y="9"/>
                  </a:cubicBezTo>
                  <a:cubicBezTo>
                    <a:pt x="11" y="7"/>
                    <a:pt x="10" y="1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72" name="Freeform 4272">
              <a:extLst>
                <a:ext uri="{FF2B5EF4-FFF2-40B4-BE49-F238E27FC236}">
                  <a16:creationId xmlns:a16="http://schemas.microsoft.com/office/drawing/2014/main" id="{52967E8B-8861-4D1C-B4F4-A99BBF70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284"/>
              <a:ext cx="18" cy="19"/>
            </a:xfrm>
            <a:custGeom>
              <a:avLst/>
              <a:gdLst>
                <a:gd name="T0" fmla="*/ 24 w 9"/>
                <a:gd name="T1" fmla="*/ 8 h 9"/>
                <a:gd name="T2" fmla="*/ 0 w 9"/>
                <a:gd name="T3" fmla="*/ 49 h 9"/>
                <a:gd name="T4" fmla="*/ 72 w 9"/>
                <a:gd name="T5" fmla="*/ 17 h 9"/>
                <a:gd name="T6" fmla="*/ 40 w 9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2" y="9"/>
                    <a:pt x="8" y="5"/>
                    <a:pt x="9" y="2"/>
                  </a:cubicBezTo>
                  <a:cubicBezTo>
                    <a:pt x="8" y="0"/>
                    <a:pt x="7" y="0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73" name="Freeform 4273">
              <a:extLst>
                <a:ext uri="{FF2B5EF4-FFF2-40B4-BE49-F238E27FC236}">
                  <a16:creationId xmlns:a16="http://schemas.microsoft.com/office/drawing/2014/main" id="{5C8F7A47-6291-49AA-99F2-05E3CB20B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337"/>
              <a:ext cx="18" cy="21"/>
            </a:xfrm>
            <a:custGeom>
              <a:avLst/>
              <a:gdLst>
                <a:gd name="T0" fmla="*/ 8 w 9"/>
                <a:gd name="T1" fmla="*/ 27 h 10"/>
                <a:gd name="T2" fmla="*/ 40 w 9"/>
                <a:gd name="T3" fmla="*/ 76 h 10"/>
                <a:gd name="T4" fmla="*/ 16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3"/>
                  </a:moveTo>
                  <a:cubicBezTo>
                    <a:pt x="0" y="6"/>
                    <a:pt x="1" y="10"/>
                    <a:pt x="5" y="8"/>
                  </a:cubicBezTo>
                  <a:cubicBezTo>
                    <a:pt x="9" y="6"/>
                    <a:pt x="6" y="0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74" name="Freeform 4274">
              <a:extLst>
                <a:ext uri="{FF2B5EF4-FFF2-40B4-BE49-F238E27FC236}">
                  <a16:creationId xmlns:a16="http://schemas.microsoft.com/office/drawing/2014/main" id="{CABA7FE0-87DE-48A8-BE60-E56636E15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327"/>
              <a:ext cx="30" cy="23"/>
            </a:xfrm>
            <a:custGeom>
              <a:avLst/>
              <a:gdLst>
                <a:gd name="T0" fmla="*/ 48 w 15"/>
                <a:gd name="T1" fmla="*/ 17 h 11"/>
                <a:gd name="T2" fmla="*/ 48 w 15"/>
                <a:gd name="T3" fmla="*/ 92 h 11"/>
                <a:gd name="T4" fmla="*/ 8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6" y="2"/>
                  </a:moveTo>
                  <a:cubicBezTo>
                    <a:pt x="0" y="3"/>
                    <a:pt x="0" y="10"/>
                    <a:pt x="6" y="10"/>
                  </a:cubicBezTo>
                  <a:cubicBezTo>
                    <a:pt x="13" y="11"/>
                    <a:pt x="15" y="3"/>
                    <a:pt x="10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75" name="Freeform 4275">
              <a:extLst>
                <a:ext uri="{FF2B5EF4-FFF2-40B4-BE49-F238E27FC236}">
                  <a16:creationId xmlns:a16="http://schemas.microsoft.com/office/drawing/2014/main" id="{BA4492CB-8875-4AFB-823D-89083A610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280"/>
              <a:ext cx="16" cy="17"/>
            </a:xfrm>
            <a:custGeom>
              <a:avLst/>
              <a:gdLst>
                <a:gd name="T0" fmla="*/ 40 w 8"/>
                <a:gd name="T1" fmla="*/ 0 h 8"/>
                <a:gd name="T2" fmla="*/ 48 w 8"/>
                <a:gd name="T3" fmla="*/ 49 h 8"/>
                <a:gd name="T4" fmla="*/ 32 w 8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0" y="3"/>
                    <a:pt x="3" y="8"/>
                    <a:pt x="6" y="5"/>
                  </a:cubicBezTo>
                  <a:cubicBezTo>
                    <a:pt x="8" y="2"/>
                    <a:pt x="6" y="0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76" name="Freeform 4276">
              <a:extLst>
                <a:ext uri="{FF2B5EF4-FFF2-40B4-BE49-F238E27FC236}">
                  <a16:creationId xmlns:a16="http://schemas.microsoft.com/office/drawing/2014/main" id="{935A57CC-59ED-414F-88A8-3859F4088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1282"/>
              <a:ext cx="14" cy="15"/>
            </a:xfrm>
            <a:custGeom>
              <a:avLst/>
              <a:gdLst>
                <a:gd name="T0" fmla="*/ 40 w 7"/>
                <a:gd name="T1" fmla="*/ 0 h 7"/>
                <a:gd name="T2" fmla="*/ 24 w 7"/>
                <a:gd name="T3" fmla="*/ 0 h 7"/>
                <a:gd name="T4" fmla="*/ 56 w 7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0" y="3"/>
                    <a:pt x="4" y="7"/>
                    <a:pt x="7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77" name="Freeform 4277">
              <a:extLst>
                <a:ext uri="{FF2B5EF4-FFF2-40B4-BE49-F238E27FC236}">
                  <a16:creationId xmlns:a16="http://schemas.microsoft.com/office/drawing/2014/main" id="{D724F50F-B8AE-4BFD-98C4-08891794D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1333"/>
              <a:ext cx="36" cy="30"/>
            </a:xfrm>
            <a:custGeom>
              <a:avLst/>
              <a:gdLst>
                <a:gd name="T0" fmla="*/ 64 w 18"/>
                <a:gd name="T1" fmla="*/ 28 h 14"/>
                <a:gd name="T2" fmla="*/ 32 w 18"/>
                <a:gd name="T3" fmla="*/ 109 h 14"/>
                <a:gd name="T4" fmla="*/ 80 w 18"/>
                <a:gd name="T5" fmla="*/ 2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8" y="3"/>
                  </a:moveTo>
                  <a:cubicBezTo>
                    <a:pt x="3" y="0"/>
                    <a:pt x="0" y="8"/>
                    <a:pt x="4" y="11"/>
                  </a:cubicBezTo>
                  <a:cubicBezTo>
                    <a:pt x="9" y="14"/>
                    <a:pt x="18" y="7"/>
                    <a:pt x="1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78" name="Freeform 4278">
              <a:extLst>
                <a:ext uri="{FF2B5EF4-FFF2-40B4-BE49-F238E27FC236}">
                  <a16:creationId xmlns:a16="http://schemas.microsoft.com/office/drawing/2014/main" id="{D90206F4-8B47-4C30-AA10-2AB346EF0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399"/>
              <a:ext cx="16" cy="21"/>
            </a:xfrm>
            <a:custGeom>
              <a:avLst/>
              <a:gdLst>
                <a:gd name="T0" fmla="*/ 48 w 8"/>
                <a:gd name="T1" fmla="*/ 8 h 10"/>
                <a:gd name="T2" fmla="*/ 64 w 8"/>
                <a:gd name="T3" fmla="*/ 2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6" y="1"/>
                  </a:moveTo>
                  <a:cubicBezTo>
                    <a:pt x="0" y="0"/>
                    <a:pt x="5" y="10"/>
                    <a:pt x="8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79" name="Freeform 4279">
              <a:extLst>
                <a:ext uri="{FF2B5EF4-FFF2-40B4-BE49-F238E27FC236}">
                  <a16:creationId xmlns:a16="http://schemas.microsoft.com/office/drawing/2014/main" id="{9F4DD698-4C23-4486-9D9F-115487E03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1435"/>
              <a:ext cx="26" cy="17"/>
            </a:xfrm>
            <a:custGeom>
              <a:avLst/>
              <a:gdLst>
                <a:gd name="T0" fmla="*/ 64 w 13"/>
                <a:gd name="T1" fmla="*/ 9 h 8"/>
                <a:gd name="T2" fmla="*/ 16 w 13"/>
                <a:gd name="T3" fmla="*/ 49 h 8"/>
                <a:gd name="T4" fmla="*/ 64 w 13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8" y="1"/>
                  </a:moveTo>
                  <a:cubicBezTo>
                    <a:pt x="5" y="0"/>
                    <a:pt x="0" y="1"/>
                    <a:pt x="2" y="5"/>
                  </a:cubicBezTo>
                  <a:cubicBezTo>
                    <a:pt x="3" y="8"/>
                    <a:pt x="13" y="4"/>
                    <a:pt x="8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80" name="Freeform 4280">
              <a:extLst>
                <a:ext uri="{FF2B5EF4-FFF2-40B4-BE49-F238E27FC236}">
                  <a16:creationId xmlns:a16="http://schemas.microsoft.com/office/drawing/2014/main" id="{B5A64C7A-8736-47A0-A58D-8C341EF51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1482"/>
              <a:ext cx="18" cy="13"/>
            </a:xfrm>
            <a:custGeom>
              <a:avLst/>
              <a:gdLst>
                <a:gd name="T0" fmla="*/ 40 w 9"/>
                <a:gd name="T1" fmla="*/ 0 h 6"/>
                <a:gd name="T2" fmla="*/ 48 w 9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0" y="4"/>
                    <a:pt x="9" y="6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81" name="Freeform 4281">
              <a:extLst>
                <a:ext uri="{FF2B5EF4-FFF2-40B4-BE49-F238E27FC236}">
                  <a16:creationId xmlns:a16="http://schemas.microsoft.com/office/drawing/2014/main" id="{1C63A9E8-15DE-4444-A445-4ECE47155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543"/>
              <a:ext cx="24" cy="26"/>
            </a:xfrm>
            <a:custGeom>
              <a:avLst/>
              <a:gdLst>
                <a:gd name="T0" fmla="*/ 96 w 12"/>
                <a:gd name="T1" fmla="*/ 0 h 12"/>
                <a:gd name="T2" fmla="*/ 96 w 12"/>
                <a:gd name="T3" fmla="*/ 52 h 12"/>
                <a:gd name="T4" fmla="*/ 80 w 12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0" y="1"/>
                    <a:pt x="9" y="12"/>
                    <a:pt x="12" y="5"/>
                  </a:cubicBezTo>
                  <a:cubicBezTo>
                    <a:pt x="12" y="4"/>
                    <a:pt x="11" y="4"/>
                    <a:pt x="10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82" name="Freeform 4282">
              <a:extLst>
                <a:ext uri="{FF2B5EF4-FFF2-40B4-BE49-F238E27FC236}">
                  <a16:creationId xmlns:a16="http://schemas.microsoft.com/office/drawing/2014/main" id="{8D19AD8F-5A75-4647-9430-D267F6CBC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1586"/>
              <a:ext cx="18" cy="21"/>
            </a:xfrm>
            <a:custGeom>
              <a:avLst/>
              <a:gdLst>
                <a:gd name="T0" fmla="*/ 16 w 9"/>
                <a:gd name="T1" fmla="*/ 0 h 10"/>
                <a:gd name="T2" fmla="*/ 40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0" y="10"/>
                    <a:pt x="9" y="4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83" name="Freeform 4283">
              <a:extLst>
                <a:ext uri="{FF2B5EF4-FFF2-40B4-BE49-F238E27FC236}">
                  <a16:creationId xmlns:a16="http://schemas.microsoft.com/office/drawing/2014/main" id="{7147555B-67A4-4C34-B735-F72CE57E1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582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24 h 3"/>
                <a:gd name="T4" fmla="*/ 24 w 3"/>
                <a:gd name="T5" fmla="*/ 0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84" name="Freeform 4284">
              <a:extLst>
                <a:ext uri="{FF2B5EF4-FFF2-40B4-BE49-F238E27FC236}">
                  <a16:creationId xmlns:a16="http://schemas.microsoft.com/office/drawing/2014/main" id="{41A52B82-FE81-4AA1-BE80-E48FA9FCD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618"/>
              <a:ext cx="12" cy="11"/>
            </a:xfrm>
            <a:custGeom>
              <a:avLst/>
              <a:gdLst>
                <a:gd name="T0" fmla="*/ 0 w 6"/>
                <a:gd name="T1" fmla="*/ 33 h 5"/>
                <a:gd name="T2" fmla="*/ 32 w 6"/>
                <a:gd name="T3" fmla="*/ 0 h 5"/>
                <a:gd name="T4" fmla="*/ 24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6" y="1"/>
                    <a:pt x="5" y="4"/>
                    <a:pt x="3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85" name="Freeform 4285">
              <a:extLst>
                <a:ext uri="{FF2B5EF4-FFF2-40B4-BE49-F238E27FC236}">
                  <a16:creationId xmlns:a16="http://schemas.microsoft.com/office/drawing/2014/main" id="{74BC548B-F414-4496-903C-8BFB26B2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1652"/>
              <a:ext cx="12" cy="15"/>
            </a:xfrm>
            <a:custGeom>
              <a:avLst/>
              <a:gdLst>
                <a:gd name="T0" fmla="*/ 24 w 6"/>
                <a:gd name="T1" fmla="*/ 0 h 7"/>
                <a:gd name="T2" fmla="*/ 16 w 6"/>
                <a:gd name="T3" fmla="*/ 69 h 7"/>
                <a:gd name="T4" fmla="*/ 24 w 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5"/>
                    <a:pt x="2" y="7"/>
                  </a:cubicBezTo>
                  <a:cubicBezTo>
                    <a:pt x="5" y="7"/>
                    <a:pt x="6" y="2"/>
                    <a:pt x="3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86" name="Freeform 4286">
              <a:extLst>
                <a:ext uri="{FF2B5EF4-FFF2-40B4-BE49-F238E27FC236}">
                  <a16:creationId xmlns:a16="http://schemas.microsoft.com/office/drawing/2014/main" id="{EFA6C58D-FE39-4ECD-9112-EA12E38AF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650"/>
              <a:ext cx="10" cy="8"/>
            </a:xfrm>
            <a:custGeom>
              <a:avLst/>
              <a:gdLst>
                <a:gd name="T0" fmla="*/ 24 w 5"/>
                <a:gd name="T1" fmla="*/ 8 h 4"/>
                <a:gd name="T2" fmla="*/ 8 w 5"/>
                <a:gd name="T3" fmla="*/ 32 h 4"/>
                <a:gd name="T4" fmla="*/ 4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5" y="2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87" name="Freeform 4287">
              <a:extLst>
                <a:ext uri="{FF2B5EF4-FFF2-40B4-BE49-F238E27FC236}">
                  <a16:creationId xmlns:a16="http://schemas.microsoft.com/office/drawing/2014/main" id="{EEBBE79A-A699-4A3B-9D0D-5001927D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358"/>
              <a:ext cx="22" cy="20"/>
            </a:xfrm>
            <a:custGeom>
              <a:avLst/>
              <a:gdLst>
                <a:gd name="T0" fmla="*/ 24 w 11"/>
                <a:gd name="T1" fmla="*/ 0 h 9"/>
                <a:gd name="T2" fmla="*/ 56 w 11"/>
                <a:gd name="T3" fmla="*/ 89 h 9"/>
                <a:gd name="T4" fmla="*/ 48 w 11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3" y="0"/>
                  </a:moveTo>
                  <a:cubicBezTo>
                    <a:pt x="0" y="3"/>
                    <a:pt x="3" y="9"/>
                    <a:pt x="7" y="8"/>
                  </a:cubicBezTo>
                  <a:cubicBezTo>
                    <a:pt x="11" y="7"/>
                    <a:pt x="10" y="2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88" name="Freeform 4288">
              <a:extLst>
                <a:ext uri="{FF2B5EF4-FFF2-40B4-BE49-F238E27FC236}">
                  <a16:creationId xmlns:a16="http://schemas.microsoft.com/office/drawing/2014/main" id="{2D0E68EE-AD3A-441D-8B6D-2F438CB80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07"/>
              <a:ext cx="16" cy="17"/>
            </a:xfrm>
            <a:custGeom>
              <a:avLst/>
              <a:gdLst>
                <a:gd name="T0" fmla="*/ 16 w 8"/>
                <a:gd name="T1" fmla="*/ 0 h 8"/>
                <a:gd name="T2" fmla="*/ 0 w 8"/>
                <a:gd name="T3" fmla="*/ 49 h 8"/>
                <a:gd name="T4" fmla="*/ 24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5" y="8"/>
                    <a:pt x="8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89" name="Freeform 4289">
              <a:extLst>
                <a:ext uri="{FF2B5EF4-FFF2-40B4-BE49-F238E27FC236}">
                  <a16:creationId xmlns:a16="http://schemas.microsoft.com/office/drawing/2014/main" id="{A6B0AE5D-DA37-42B0-ACD7-A216BABBB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250"/>
              <a:ext cx="20" cy="19"/>
            </a:xfrm>
            <a:custGeom>
              <a:avLst/>
              <a:gdLst>
                <a:gd name="T0" fmla="*/ 56 w 10"/>
                <a:gd name="T1" fmla="*/ 0 h 9"/>
                <a:gd name="T2" fmla="*/ 80 w 10"/>
                <a:gd name="T3" fmla="*/ 17 h 9"/>
                <a:gd name="T4" fmla="*/ 56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cubicBezTo>
                    <a:pt x="0" y="1"/>
                    <a:pt x="7" y="9"/>
                    <a:pt x="10" y="2"/>
                  </a:cubicBezTo>
                  <a:cubicBezTo>
                    <a:pt x="9" y="1"/>
                    <a:pt x="8" y="0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90" name="Freeform 4290">
              <a:extLst>
                <a:ext uri="{FF2B5EF4-FFF2-40B4-BE49-F238E27FC236}">
                  <a16:creationId xmlns:a16="http://schemas.microsoft.com/office/drawing/2014/main" id="{EB912E7E-F43A-49D1-AAAA-3CA6F47A1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258"/>
              <a:ext cx="16" cy="20"/>
            </a:xfrm>
            <a:custGeom>
              <a:avLst/>
              <a:gdLst>
                <a:gd name="T0" fmla="*/ 32 w 8"/>
                <a:gd name="T1" fmla="*/ 53 h 9"/>
                <a:gd name="T2" fmla="*/ 16 w 8"/>
                <a:gd name="T3" fmla="*/ 98 h 9"/>
                <a:gd name="T4" fmla="*/ 16 w 8"/>
                <a:gd name="T5" fmla="*/ 4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5"/>
                  </a:moveTo>
                  <a:cubicBezTo>
                    <a:pt x="1" y="6"/>
                    <a:pt x="0" y="7"/>
                    <a:pt x="2" y="9"/>
                  </a:cubicBezTo>
                  <a:cubicBezTo>
                    <a:pt x="8" y="9"/>
                    <a:pt x="7" y="0"/>
                    <a:pt x="2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91" name="Freeform 4291">
              <a:extLst>
                <a:ext uri="{FF2B5EF4-FFF2-40B4-BE49-F238E27FC236}">
                  <a16:creationId xmlns:a16="http://schemas.microsoft.com/office/drawing/2014/main" id="{924B58D5-E399-4DF2-AD72-181DB9AE8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284"/>
              <a:ext cx="16" cy="15"/>
            </a:xfrm>
            <a:custGeom>
              <a:avLst/>
              <a:gdLst>
                <a:gd name="T0" fmla="*/ 24 w 8"/>
                <a:gd name="T1" fmla="*/ 0 h 7"/>
                <a:gd name="T2" fmla="*/ 64 w 8"/>
                <a:gd name="T3" fmla="*/ 9 h 7"/>
                <a:gd name="T4" fmla="*/ 4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0" y="6"/>
                    <a:pt x="7" y="7"/>
                    <a:pt x="8" y="1"/>
                  </a:cubicBezTo>
                  <a:cubicBezTo>
                    <a:pt x="7" y="0"/>
                    <a:pt x="7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92" name="Freeform 4292">
              <a:extLst>
                <a:ext uri="{FF2B5EF4-FFF2-40B4-BE49-F238E27FC236}">
                  <a16:creationId xmlns:a16="http://schemas.microsoft.com/office/drawing/2014/main" id="{F188B8F0-92BA-45FF-BD27-E4969830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322"/>
              <a:ext cx="20" cy="13"/>
            </a:xfrm>
            <a:custGeom>
              <a:avLst/>
              <a:gdLst>
                <a:gd name="T0" fmla="*/ 48 w 10"/>
                <a:gd name="T1" fmla="*/ 9 h 6"/>
                <a:gd name="T2" fmla="*/ 24 w 10"/>
                <a:gd name="T3" fmla="*/ 0 h 6"/>
                <a:gd name="T4" fmla="*/ 80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6" y="1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0" y="6"/>
                    <a:pt x="10" y="6"/>
                    <a:pt x="10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93" name="Freeform 4293">
              <a:extLst>
                <a:ext uri="{FF2B5EF4-FFF2-40B4-BE49-F238E27FC236}">
                  <a16:creationId xmlns:a16="http://schemas.microsoft.com/office/drawing/2014/main" id="{100C41B2-5BD3-4228-8B86-C65CC3AC2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246"/>
              <a:ext cx="16" cy="17"/>
            </a:xfrm>
            <a:custGeom>
              <a:avLst/>
              <a:gdLst>
                <a:gd name="T0" fmla="*/ 64 w 8"/>
                <a:gd name="T1" fmla="*/ 19 h 8"/>
                <a:gd name="T2" fmla="*/ 48 w 8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2"/>
                  </a:moveTo>
                  <a:cubicBezTo>
                    <a:pt x="2" y="0"/>
                    <a:pt x="0" y="8"/>
                    <a:pt x="6" y="5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94" name="Freeform 4294">
              <a:extLst>
                <a:ext uri="{FF2B5EF4-FFF2-40B4-BE49-F238E27FC236}">
                  <a16:creationId xmlns:a16="http://schemas.microsoft.com/office/drawing/2014/main" id="{FD5F747B-B879-4D30-82A0-447D4B68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256"/>
              <a:ext cx="22" cy="20"/>
            </a:xfrm>
            <a:custGeom>
              <a:avLst/>
              <a:gdLst>
                <a:gd name="T0" fmla="*/ 48 w 11"/>
                <a:gd name="T1" fmla="*/ 0 h 9"/>
                <a:gd name="T2" fmla="*/ 40 w 11"/>
                <a:gd name="T3" fmla="*/ 89 h 9"/>
                <a:gd name="T4" fmla="*/ 56 w 11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1" y="0"/>
                    <a:pt x="0" y="7"/>
                    <a:pt x="5" y="8"/>
                  </a:cubicBezTo>
                  <a:cubicBezTo>
                    <a:pt x="10" y="9"/>
                    <a:pt x="11" y="3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95" name="Freeform 4295">
              <a:extLst>
                <a:ext uri="{FF2B5EF4-FFF2-40B4-BE49-F238E27FC236}">
                  <a16:creationId xmlns:a16="http://schemas.microsoft.com/office/drawing/2014/main" id="{37325823-20DD-4C10-9976-A61E1C4A2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246"/>
              <a:ext cx="20" cy="21"/>
            </a:xfrm>
            <a:custGeom>
              <a:avLst/>
              <a:gdLst>
                <a:gd name="T0" fmla="*/ 8 w 10"/>
                <a:gd name="T1" fmla="*/ 27 h 10"/>
                <a:gd name="T2" fmla="*/ 24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0" y="10"/>
                    <a:pt x="10" y="2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96" name="Freeform 4296">
              <a:extLst>
                <a:ext uri="{FF2B5EF4-FFF2-40B4-BE49-F238E27FC236}">
                  <a16:creationId xmlns:a16="http://schemas.microsoft.com/office/drawing/2014/main" id="{B3D72EF8-0036-44C9-A017-4FDB861A9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401"/>
              <a:ext cx="18" cy="13"/>
            </a:xfrm>
            <a:custGeom>
              <a:avLst/>
              <a:gdLst>
                <a:gd name="T0" fmla="*/ 40 w 9"/>
                <a:gd name="T1" fmla="*/ 9 h 6"/>
                <a:gd name="T2" fmla="*/ 32 w 9"/>
                <a:gd name="T3" fmla="*/ 52 h 6"/>
                <a:gd name="T4" fmla="*/ 48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1"/>
                  </a:moveTo>
                  <a:cubicBezTo>
                    <a:pt x="2" y="1"/>
                    <a:pt x="0" y="5"/>
                    <a:pt x="4" y="5"/>
                  </a:cubicBezTo>
                  <a:cubicBezTo>
                    <a:pt x="7" y="6"/>
                    <a:pt x="9" y="2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97" name="Freeform 4297">
              <a:extLst>
                <a:ext uri="{FF2B5EF4-FFF2-40B4-BE49-F238E27FC236}">
                  <a16:creationId xmlns:a16="http://schemas.microsoft.com/office/drawing/2014/main" id="{9CFCB151-4DA6-452F-A870-10F8398FA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512"/>
              <a:ext cx="26" cy="17"/>
            </a:xfrm>
            <a:custGeom>
              <a:avLst/>
              <a:gdLst>
                <a:gd name="T0" fmla="*/ 24 w 13"/>
                <a:gd name="T1" fmla="*/ 9 h 8"/>
                <a:gd name="T2" fmla="*/ 8 w 13"/>
                <a:gd name="T3" fmla="*/ 68 h 8"/>
                <a:gd name="T4" fmla="*/ 40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3" y="1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6" y="8"/>
                    <a:pt x="13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98" name="Freeform 4298">
              <a:extLst>
                <a:ext uri="{FF2B5EF4-FFF2-40B4-BE49-F238E27FC236}">
                  <a16:creationId xmlns:a16="http://schemas.microsoft.com/office/drawing/2014/main" id="{AB60C85A-2DDC-4474-9D73-B15593E7C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497"/>
              <a:ext cx="10" cy="10"/>
            </a:xfrm>
            <a:custGeom>
              <a:avLst/>
              <a:gdLst>
                <a:gd name="T0" fmla="*/ 16 w 5"/>
                <a:gd name="T1" fmla="*/ 16 h 5"/>
                <a:gd name="T2" fmla="*/ 8 w 5"/>
                <a:gd name="T3" fmla="*/ 40 h 5"/>
                <a:gd name="T4" fmla="*/ 8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5" y="5"/>
                    <a:pt x="5" y="0"/>
                    <a:pt x="1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299" name="Freeform 4299">
              <a:extLst>
                <a:ext uri="{FF2B5EF4-FFF2-40B4-BE49-F238E27FC236}">
                  <a16:creationId xmlns:a16="http://schemas.microsoft.com/office/drawing/2014/main" id="{CBDEC9EB-ECA1-4210-96CF-FF38419C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469"/>
              <a:ext cx="16" cy="11"/>
            </a:xfrm>
            <a:custGeom>
              <a:avLst/>
              <a:gdLst>
                <a:gd name="T0" fmla="*/ 40 w 8"/>
                <a:gd name="T1" fmla="*/ 0 h 5"/>
                <a:gd name="T2" fmla="*/ 24 w 8"/>
                <a:gd name="T3" fmla="*/ 53 h 5"/>
                <a:gd name="T4" fmla="*/ 32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0"/>
                  </a:moveTo>
                  <a:cubicBezTo>
                    <a:pt x="2" y="0"/>
                    <a:pt x="0" y="2"/>
                    <a:pt x="3" y="5"/>
                  </a:cubicBezTo>
                  <a:cubicBezTo>
                    <a:pt x="6" y="5"/>
                    <a:pt x="8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00" name="Freeform 4300">
              <a:extLst>
                <a:ext uri="{FF2B5EF4-FFF2-40B4-BE49-F238E27FC236}">
                  <a16:creationId xmlns:a16="http://schemas.microsoft.com/office/drawing/2014/main" id="{22B93514-1D5D-4A0D-84D2-35766A25E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388"/>
              <a:ext cx="20" cy="21"/>
            </a:xfrm>
            <a:custGeom>
              <a:avLst/>
              <a:gdLst>
                <a:gd name="T0" fmla="*/ 32 w 10"/>
                <a:gd name="T1" fmla="*/ 0 h 10"/>
                <a:gd name="T2" fmla="*/ 48 w 10"/>
                <a:gd name="T3" fmla="*/ 67 h 10"/>
                <a:gd name="T4" fmla="*/ 32 w 10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0" y="3"/>
                    <a:pt x="0" y="10"/>
                    <a:pt x="6" y="7"/>
                  </a:cubicBezTo>
                  <a:cubicBezTo>
                    <a:pt x="10" y="6"/>
                    <a:pt x="7" y="1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01" name="Freeform 4301">
              <a:extLst>
                <a:ext uri="{FF2B5EF4-FFF2-40B4-BE49-F238E27FC236}">
                  <a16:creationId xmlns:a16="http://schemas.microsoft.com/office/drawing/2014/main" id="{F73EAFB4-53D7-4953-AD1C-45F497DF9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558"/>
              <a:ext cx="18" cy="20"/>
            </a:xfrm>
            <a:custGeom>
              <a:avLst/>
              <a:gdLst>
                <a:gd name="T0" fmla="*/ 32 w 9"/>
                <a:gd name="T1" fmla="*/ 36 h 9"/>
                <a:gd name="T2" fmla="*/ 48 w 9"/>
                <a:gd name="T3" fmla="*/ 64 h 9"/>
                <a:gd name="T4" fmla="*/ 8 w 9"/>
                <a:gd name="T5" fmla="*/ 4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3"/>
                  </a:moveTo>
                  <a:cubicBezTo>
                    <a:pt x="0" y="5"/>
                    <a:pt x="3" y="9"/>
                    <a:pt x="6" y="6"/>
                  </a:cubicBezTo>
                  <a:cubicBezTo>
                    <a:pt x="9" y="3"/>
                    <a:pt x="4" y="0"/>
                    <a:pt x="1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02" name="Freeform 4302">
              <a:extLst>
                <a:ext uri="{FF2B5EF4-FFF2-40B4-BE49-F238E27FC236}">
                  <a16:creationId xmlns:a16="http://schemas.microsoft.com/office/drawing/2014/main" id="{08336D18-6797-4973-837E-B0A66371B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709"/>
              <a:ext cx="34" cy="32"/>
            </a:xfrm>
            <a:custGeom>
              <a:avLst/>
              <a:gdLst>
                <a:gd name="T0" fmla="*/ 40 w 17"/>
                <a:gd name="T1" fmla="*/ 77 h 15"/>
                <a:gd name="T2" fmla="*/ 96 w 17"/>
                <a:gd name="T3" fmla="*/ 105 h 15"/>
                <a:gd name="T4" fmla="*/ 56 w 17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5" y="8"/>
                  </a:moveTo>
                  <a:cubicBezTo>
                    <a:pt x="0" y="14"/>
                    <a:pt x="8" y="15"/>
                    <a:pt x="12" y="11"/>
                  </a:cubicBezTo>
                  <a:cubicBezTo>
                    <a:pt x="17" y="5"/>
                    <a:pt x="10" y="0"/>
                    <a:pt x="7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03" name="Freeform 4303">
              <a:extLst>
                <a:ext uri="{FF2B5EF4-FFF2-40B4-BE49-F238E27FC236}">
                  <a16:creationId xmlns:a16="http://schemas.microsoft.com/office/drawing/2014/main" id="{0F20D250-A9A1-4756-9495-53770E4EF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813"/>
              <a:ext cx="22" cy="26"/>
            </a:xfrm>
            <a:custGeom>
              <a:avLst/>
              <a:gdLst>
                <a:gd name="T0" fmla="*/ 40 w 11"/>
                <a:gd name="T1" fmla="*/ 0 h 12"/>
                <a:gd name="T2" fmla="*/ 24 w 11"/>
                <a:gd name="T3" fmla="*/ 121 h 12"/>
                <a:gd name="T4" fmla="*/ 48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cubicBezTo>
                    <a:pt x="1" y="2"/>
                    <a:pt x="0" y="8"/>
                    <a:pt x="3" y="12"/>
                  </a:cubicBezTo>
                  <a:cubicBezTo>
                    <a:pt x="7" y="10"/>
                    <a:pt x="11" y="3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04" name="Freeform 4304">
              <a:extLst>
                <a:ext uri="{FF2B5EF4-FFF2-40B4-BE49-F238E27FC236}">
                  <a16:creationId xmlns:a16="http://schemas.microsoft.com/office/drawing/2014/main" id="{3AAD5022-73CA-4580-B650-8C0296CDF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843"/>
              <a:ext cx="30" cy="30"/>
            </a:xfrm>
            <a:custGeom>
              <a:avLst/>
              <a:gdLst>
                <a:gd name="T0" fmla="*/ 48 w 15"/>
                <a:gd name="T1" fmla="*/ 41 h 14"/>
                <a:gd name="T2" fmla="*/ 40 w 15"/>
                <a:gd name="T3" fmla="*/ 120 h 14"/>
                <a:gd name="T4" fmla="*/ 80 w 15"/>
                <a:gd name="T5" fmla="*/ 0 h 14"/>
                <a:gd name="T6" fmla="*/ 56 w 15"/>
                <a:gd name="T7" fmla="*/ 1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6" y="4"/>
                  </a:moveTo>
                  <a:cubicBezTo>
                    <a:pt x="1" y="4"/>
                    <a:pt x="0" y="10"/>
                    <a:pt x="5" y="12"/>
                  </a:cubicBezTo>
                  <a:cubicBezTo>
                    <a:pt x="10" y="14"/>
                    <a:pt x="15" y="3"/>
                    <a:pt x="10" y="0"/>
                  </a:cubicBezTo>
                  <a:cubicBezTo>
                    <a:pt x="8" y="0"/>
                    <a:pt x="7" y="1"/>
                    <a:pt x="7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05" name="Freeform 4305">
              <a:extLst>
                <a:ext uri="{FF2B5EF4-FFF2-40B4-BE49-F238E27FC236}">
                  <a16:creationId xmlns:a16="http://schemas.microsoft.com/office/drawing/2014/main" id="{096608C1-7ED9-4906-BF6C-1F77A2209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705"/>
              <a:ext cx="26" cy="25"/>
            </a:xfrm>
            <a:custGeom>
              <a:avLst/>
              <a:gdLst>
                <a:gd name="T0" fmla="*/ 72 w 13"/>
                <a:gd name="T1" fmla="*/ 0 h 12"/>
                <a:gd name="T2" fmla="*/ 40 w 13"/>
                <a:gd name="T3" fmla="*/ 100 h 12"/>
                <a:gd name="T4" fmla="*/ 96 w 13"/>
                <a:gd name="T5" fmla="*/ 17 h 12"/>
                <a:gd name="T6" fmla="*/ 64 w 13"/>
                <a:gd name="T7" fmla="*/ 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9" y="0"/>
                  </a:moveTo>
                  <a:cubicBezTo>
                    <a:pt x="5" y="1"/>
                    <a:pt x="0" y="9"/>
                    <a:pt x="5" y="11"/>
                  </a:cubicBezTo>
                  <a:cubicBezTo>
                    <a:pt x="10" y="12"/>
                    <a:pt x="13" y="5"/>
                    <a:pt x="12" y="2"/>
                  </a:cubicBezTo>
                  <a:cubicBezTo>
                    <a:pt x="10" y="1"/>
                    <a:pt x="10" y="2"/>
                    <a:pt x="8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06" name="Freeform 4306">
              <a:extLst>
                <a:ext uri="{FF2B5EF4-FFF2-40B4-BE49-F238E27FC236}">
                  <a16:creationId xmlns:a16="http://schemas.microsoft.com/office/drawing/2014/main" id="{A90A64E6-396D-477B-B624-E44E84B45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692"/>
              <a:ext cx="30" cy="32"/>
            </a:xfrm>
            <a:custGeom>
              <a:avLst/>
              <a:gdLst>
                <a:gd name="T0" fmla="*/ 48 w 15"/>
                <a:gd name="T1" fmla="*/ 49 h 15"/>
                <a:gd name="T2" fmla="*/ 56 w 15"/>
                <a:gd name="T3" fmla="*/ 137 h 15"/>
                <a:gd name="T4" fmla="*/ 56 w 15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6" y="5"/>
                  </a:moveTo>
                  <a:cubicBezTo>
                    <a:pt x="2" y="9"/>
                    <a:pt x="0" y="15"/>
                    <a:pt x="7" y="14"/>
                  </a:cubicBezTo>
                  <a:cubicBezTo>
                    <a:pt x="15" y="13"/>
                    <a:pt x="13" y="0"/>
                    <a:pt x="7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07" name="Freeform 4307">
              <a:extLst>
                <a:ext uri="{FF2B5EF4-FFF2-40B4-BE49-F238E27FC236}">
                  <a16:creationId xmlns:a16="http://schemas.microsoft.com/office/drawing/2014/main" id="{EDA2CD20-712E-40C8-9867-555634360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788"/>
              <a:ext cx="12" cy="15"/>
            </a:xfrm>
            <a:custGeom>
              <a:avLst/>
              <a:gdLst>
                <a:gd name="T0" fmla="*/ 16 w 6"/>
                <a:gd name="T1" fmla="*/ 0 h 7"/>
                <a:gd name="T2" fmla="*/ 8 w 6"/>
                <a:gd name="T3" fmla="*/ 69 h 7"/>
                <a:gd name="T4" fmla="*/ 16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5" y="6"/>
                    <a:pt x="6" y="2"/>
                    <a:pt x="2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08" name="Freeform 4308">
              <a:extLst>
                <a:ext uri="{FF2B5EF4-FFF2-40B4-BE49-F238E27FC236}">
                  <a16:creationId xmlns:a16="http://schemas.microsoft.com/office/drawing/2014/main" id="{012F1C40-C8A5-44D2-B1F9-9B0E8D3E5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822"/>
              <a:ext cx="14" cy="19"/>
            </a:xfrm>
            <a:custGeom>
              <a:avLst/>
              <a:gdLst>
                <a:gd name="T0" fmla="*/ 16 w 7"/>
                <a:gd name="T1" fmla="*/ 0 h 9"/>
                <a:gd name="T2" fmla="*/ 16 w 7"/>
                <a:gd name="T3" fmla="*/ 84 h 9"/>
                <a:gd name="T4" fmla="*/ 56 w 7"/>
                <a:gd name="T5" fmla="*/ 17 h 9"/>
                <a:gd name="T6" fmla="*/ 40 w 7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0" y="4"/>
                    <a:pt x="0" y="6"/>
                    <a:pt x="2" y="9"/>
                  </a:cubicBezTo>
                  <a:cubicBezTo>
                    <a:pt x="5" y="8"/>
                    <a:pt x="7" y="6"/>
                    <a:pt x="7" y="2"/>
                  </a:cubicBezTo>
                  <a:cubicBezTo>
                    <a:pt x="6" y="1"/>
                    <a:pt x="6" y="1"/>
                    <a:pt x="5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09" name="Freeform 4309">
              <a:extLst>
                <a:ext uri="{FF2B5EF4-FFF2-40B4-BE49-F238E27FC236}">
                  <a16:creationId xmlns:a16="http://schemas.microsoft.com/office/drawing/2014/main" id="{D302AB50-52B1-441C-A385-0BC439948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822"/>
              <a:ext cx="22" cy="27"/>
            </a:xfrm>
            <a:custGeom>
              <a:avLst/>
              <a:gdLst>
                <a:gd name="T0" fmla="*/ 64 w 11"/>
                <a:gd name="T1" fmla="*/ 0 h 13"/>
                <a:gd name="T2" fmla="*/ 48 w 11"/>
                <a:gd name="T3" fmla="*/ 108 h 13"/>
                <a:gd name="T4" fmla="*/ 72 w 11"/>
                <a:gd name="T5" fmla="*/ 1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5" y="2"/>
                    <a:pt x="0" y="13"/>
                    <a:pt x="6" y="12"/>
                  </a:cubicBezTo>
                  <a:cubicBezTo>
                    <a:pt x="10" y="12"/>
                    <a:pt x="11" y="4"/>
                    <a:pt x="9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10" name="Freeform 4310">
              <a:extLst>
                <a:ext uri="{FF2B5EF4-FFF2-40B4-BE49-F238E27FC236}">
                  <a16:creationId xmlns:a16="http://schemas.microsoft.com/office/drawing/2014/main" id="{D06E3D7E-DEA7-4488-B4FE-B56EB5FBE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834"/>
              <a:ext cx="12" cy="20"/>
            </a:xfrm>
            <a:custGeom>
              <a:avLst/>
              <a:gdLst>
                <a:gd name="T0" fmla="*/ 24 w 6"/>
                <a:gd name="T1" fmla="*/ 20 h 9"/>
                <a:gd name="T2" fmla="*/ 8 w 6"/>
                <a:gd name="T3" fmla="*/ 98 h 9"/>
                <a:gd name="T4" fmla="*/ 3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2"/>
                  </a:moveTo>
                  <a:cubicBezTo>
                    <a:pt x="1" y="4"/>
                    <a:pt x="0" y="7"/>
                    <a:pt x="1" y="9"/>
                  </a:cubicBezTo>
                  <a:cubicBezTo>
                    <a:pt x="5" y="8"/>
                    <a:pt x="6" y="3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11" name="Freeform 4311">
              <a:extLst>
                <a:ext uri="{FF2B5EF4-FFF2-40B4-BE49-F238E27FC236}">
                  <a16:creationId xmlns:a16="http://schemas.microsoft.com/office/drawing/2014/main" id="{B94C7DF9-C613-4AD7-91C9-C31442AD1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741"/>
              <a:ext cx="30" cy="27"/>
            </a:xfrm>
            <a:custGeom>
              <a:avLst/>
              <a:gdLst>
                <a:gd name="T0" fmla="*/ 88 w 15"/>
                <a:gd name="T1" fmla="*/ 0 h 13"/>
                <a:gd name="T2" fmla="*/ 40 w 15"/>
                <a:gd name="T3" fmla="*/ 100 h 13"/>
                <a:gd name="T4" fmla="*/ 88 w 15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1" y="0"/>
                  </a:moveTo>
                  <a:cubicBezTo>
                    <a:pt x="7" y="0"/>
                    <a:pt x="0" y="8"/>
                    <a:pt x="5" y="11"/>
                  </a:cubicBezTo>
                  <a:cubicBezTo>
                    <a:pt x="9" y="13"/>
                    <a:pt x="15" y="4"/>
                    <a:pt x="11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12" name="Freeform 4312">
              <a:extLst>
                <a:ext uri="{FF2B5EF4-FFF2-40B4-BE49-F238E27FC236}">
                  <a16:creationId xmlns:a16="http://schemas.microsoft.com/office/drawing/2014/main" id="{A5925697-E80C-48BB-9CB7-626C9B50A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707"/>
              <a:ext cx="24" cy="21"/>
            </a:xfrm>
            <a:custGeom>
              <a:avLst/>
              <a:gdLst>
                <a:gd name="T0" fmla="*/ 72 w 12"/>
                <a:gd name="T1" fmla="*/ 48 h 10"/>
                <a:gd name="T2" fmla="*/ 8 w 12"/>
                <a:gd name="T3" fmla="*/ 92 h 10"/>
                <a:gd name="T4" fmla="*/ 96 w 12"/>
                <a:gd name="T5" fmla="*/ 27 h 10"/>
                <a:gd name="T6" fmla="*/ 72 w 12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9" y="5"/>
                  </a:moveTo>
                  <a:cubicBezTo>
                    <a:pt x="6" y="0"/>
                    <a:pt x="0" y="6"/>
                    <a:pt x="1" y="10"/>
                  </a:cubicBezTo>
                  <a:cubicBezTo>
                    <a:pt x="6" y="10"/>
                    <a:pt x="11" y="8"/>
                    <a:pt x="12" y="3"/>
                  </a:cubicBezTo>
                  <a:cubicBezTo>
                    <a:pt x="12" y="2"/>
                    <a:pt x="11" y="1"/>
                    <a:pt x="9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13" name="Freeform 4313">
              <a:extLst>
                <a:ext uri="{FF2B5EF4-FFF2-40B4-BE49-F238E27FC236}">
                  <a16:creationId xmlns:a16="http://schemas.microsoft.com/office/drawing/2014/main" id="{D6D81672-8F9E-41AE-936F-9BEBFF95F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726"/>
              <a:ext cx="20" cy="36"/>
            </a:xfrm>
            <a:custGeom>
              <a:avLst/>
              <a:gdLst>
                <a:gd name="T0" fmla="*/ 0 w 10"/>
                <a:gd name="T1" fmla="*/ 28 h 17"/>
                <a:gd name="T2" fmla="*/ 56 w 10"/>
                <a:gd name="T3" fmla="*/ 112 h 17"/>
                <a:gd name="T4" fmla="*/ 0 w 10"/>
                <a:gd name="T5" fmla="*/ 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0" y="3"/>
                  </a:moveTo>
                  <a:cubicBezTo>
                    <a:pt x="0" y="6"/>
                    <a:pt x="3" y="17"/>
                    <a:pt x="7" y="12"/>
                  </a:cubicBezTo>
                  <a:cubicBezTo>
                    <a:pt x="10" y="8"/>
                    <a:pt x="5" y="0"/>
                    <a:pt x="0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14" name="Freeform 4314">
              <a:extLst>
                <a:ext uri="{FF2B5EF4-FFF2-40B4-BE49-F238E27FC236}">
                  <a16:creationId xmlns:a16="http://schemas.microsoft.com/office/drawing/2014/main" id="{52C3946C-6FD1-4E44-826B-A2DDF96B5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856"/>
              <a:ext cx="14" cy="21"/>
            </a:xfrm>
            <a:custGeom>
              <a:avLst/>
              <a:gdLst>
                <a:gd name="T0" fmla="*/ 48 w 7"/>
                <a:gd name="T1" fmla="*/ 0 h 10"/>
                <a:gd name="T2" fmla="*/ 8 w 7"/>
                <a:gd name="T3" fmla="*/ 92 h 10"/>
                <a:gd name="T4" fmla="*/ 48 w 7"/>
                <a:gd name="T5" fmla="*/ 8 h 10"/>
                <a:gd name="T6" fmla="*/ 32 w 7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3" y="3"/>
                    <a:pt x="0" y="6"/>
                    <a:pt x="1" y="10"/>
                  </a:cubicBezTo>
                  <a:cubicBezTo>
                    <a:pt x="5" y="9"/>
                    <a:pt x="7" y="5"/>
                    <a:pt x="6" y="1"/>
                  </a:cubicBezTo>
                  <a:cubicBezTo>
                    <a:pt x="6" y="0"/>
                    <a:pt x="5" y="0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15" name="Freeform 4315">
              <a:extLst>
                <a:ext uri="{FF2B5EF4-FFF2-40B4-BE49-F238E27FC236}">
                  <a16:creationId xmlns:a16="http://schemas.microsoft.com/office/drawing/2014/main" id="{2530F752-5A4B-4D8C-9504-E0F0ED180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720"/>
              <a:ext cx="19" cy="38"/>
            </a:xfrm>
            <a:custGeom>
              <a:avLst/>
              <a:gdLst>
                <a:gd name="T0" fmla="*/ 21 w 10"/>
                <a:gd name="T1" fmla="*/ 93 h 18"/>
                <a:gd name="T2" fmla="*/ 15 w 10"/>
                <a:gd name="T3" fmla="*/ 144 h 18"/>
                <a:gd name="T4" fmla="*/ 0 w 10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3" y="10"/>
                  </a:moveTo>
                  <a:cubicBezTo>
                    <a:pt x="2" y="11"/>
                    <a:pt x="1" y="13"/>
                    <a:pt x="2" y="15"/>
                  </a:cubicBezTo>
                  <a:cubicBezTo>
                    <a:pt x="10" y="18"/>
                    <a:pt x="6" y="0"/>
                    <a:pt x="0" y="1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16" name="Freeform 4316">
              <a:extLst>
                <a:ext uri="{FF2B5EF4-FFF2-40B4-BE49-F238E27FC236}">
                  <a16:creationId xmlns:a16="http://schemas.microsoft.com/office/drawing/2014/main" id="{4287181E-2565-4E12-A590-D582B71B7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826"/>
              <a:ext cx="20" cy="38"/>
            </a:xfrm>
            <a:custGeom>
              <a:avLst/>
              <a:gdLst>
                <a:gd name="T0" fmla="*/ 72 w 10"/>
                <a:gd name="T1" fmla="*/ 0 h 18"/>
                <a:gd name="T2" fmla="*/ 8 w 10"/>
                <a:gd name="T3" fmla="*/ 152 h 18"/>
                <a:gd name="T4" fmla="*/ 56 w 10"/>
                <a:gd name="T5" fmla="*/ 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9" y="0"/>
                  </a:moveTo>
                  <a:cubicBezTo>
                    <a:pt x="5" y="4"/>
                    <a:pt x="0" y="9"/>
                    <a:pt x="1" y="16"/>
                  </a:cubicBezTo>
                  <a:cubicBezTo>
                    <a:pt x="7" y="18"/>
                    <a:pt x="10" y="7"/>
                    <a:pt x="7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17" name="Freeform 4317">
              <a:extLst>
                <a:ext uri="{FF2B5EF4-FFF2-40B4-BE49-F238E27FC236}">
                  <a16:creationId xmlns:a16="http://schemas.microsoft.com/office/drawing/2014/main" id="{9058E0AF-2B23-46F3-9DC0-24FC7DA05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741"/>
              <a:ext cx="12" cy="19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84 h 9"/>
                <a:gd name="T4" fmla="*/ 24 w 6"/>
                <a:gd name="T5" fmla="*/ 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0" y="3"/>
                    <a:pt x="0" y="6"/>
                    <a:pt x="2" y="9"/>
                  </a:cubicBezTo>
                  <a:cubicBezTo>
                    <a:pt x="5" y="8"/>
                    <a:pt x="6" y="5"/>
                    <a:pt x="3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18" name="Freeform 4318">
              <a:extLst>
                <a:ext uri="{FF2B5EF4-FFF2-40B4-BE49-F238E27FC236}">
                  <a16:creationId xmlns:a16="http://schemas.microsoft.com/office/drawing/2014/main" id="{1BC7D4CA-9A54-4741-9667-B61142D3A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856"/>
              <a:ext cx="12" cy="15"/>
            </a:xfrm>
            <a:custGeom>
              <a:avLst/>
              <a:gdLst>
                <a:gd name="T0" fmla="*/ 24 w 6"/>
                <a:gd name="T1" fmla="*/ 9 h 7"/>
                <a:gd name="T2" fmla="*/ 0 w 6"/>
                <a:gd name="T3" fmla="*/ 69 h 7"/>
                <a:gd name="T4" fmla="*/ 24 w 6"/>
                <a:gd name="T5" fmla="*/ 0 h 7"/>
                <a:gd name="T6" fmla="*/ 8 w 6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3" y="7"/>
                    <a:pt x="6" y="3"/>
                    <a:pt x="3" y="0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19" name="Freeform 4319">
              <a:extLst>
                <a:ext uri="{FF2B5EF4-FFF2-40B4-BE49-F238E27FC236}">
                  <a16:creationId xmlns:a16="http://schemas.microsoft.com/office/drawing/2014/main" id="{E0031A20-D196-4B22-AB48-D16A12238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839"/>
              <a:ext cx="17" cy="25"/>
            </a:xfrm>
            <a:custGeom>
              <a:avLst/>
              <a:gdLst>
                <a:gd name="T0" fmla="*/ 21 w 9"/>
                <a:gd name="T1" fmla="*/ 0 h 12"/>
                <a:gd name="T2" fmla="*/ 21 w 9"/>
                <a:gd name="T3" fmla="*/ 108 h 12"/>
                <a:gd name="T4" fmla="*/ 28 w 9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3" y="0"/>
                  </a:moveTo>
                  <a:cubicBezTo>
                    <a:pt x="1" y="4"/>
                    <a:pt x="0" y="9"/>
                    <a:pt x="3" y="12"/>
                  </a:cubicBezTo>
                  <a:cubicBezTo>
                    <a:pt x="7" y="11"/>
                    <a:pt x="9" y="3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20" name="Freeform 4320">
              <a:extLst>
                <a:ext uri="{FF2B5EF4-FFF2-40B4-BE49-F238E27FC236}">
                  <a16:creationId xmlns:a16="http://schemas.microsoft.com/office/drawing/2014/main" id="{7630532D-32DF-4AC9-8213-F4668B734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962"/>
              <a:ext cx="18" cy="28"/>
            </a:xfrm>
            <a:custGeom>
              <a:avLst/>
              <a:gdLst>
                <a:gd name="T0" fmla="*/ 64 w 9"/>
                <a:gd name="T1" fmla="*/ 0 h 13"/>
                <a:gd name="T2" fmla="*/ 32 w 9"/>
                <a:gd name="T3" fmla="*/ 101 h 13"/>
                <a:gd name="T4" fmla="*/ 64 w 9"/>
                <a:gd name="T5" fmla="*/ 1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8" y="0"/>
                  </a:moveTo>
                  <a:cubicBezTo>
                    <a:pt x="6" y="1"/>
                    <a:pt x="0" y="7"/>
                    <a:pt x="4" y="10"/>
                  </a:cubicBezTo>
                  <a:cubicBezTo>
                    <a:pt x="8" y="13"/>
                    <a:pt x="9" y="5"/>
                    <a:pt x="8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21" name="Freeform 4321">
              <a:extLst>
                <a:ext uri="{FF2B5EF4-FFF2-40B4-BE49-F238E27FC236}">
                  <a16:creationId xmlns:a16="http://schemas.microsoft.com/office/drawing/2014/main" id="{494FA1A7-CD61-42A7-BF03-A6FB353A8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979"/>
              <a:ext cx="10" cy="9"/>
            </a:xfrm>
            <a:custGeom>
              <a:avLst/>
              <a:gdLst>
                <a:gd name="T0" fmla="*/ 0 w 5"/>
                <a:gd name="T1" fmla="*/ 36 h 4"/>
                <a:gd name="T2" fmla="*/ 40 w 5"/>
                <a:gd name="T3" fmla="*/ 11 h 4"/>
                <a:gd name="T4" fmla="*/ 24 w 5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0" y="0"/>
                    <a:pt x="2" y="0"/>
                    <a:pt x="5" y="1"/>
                  </a:cubicBezTo>
                  <a:cubicBezTo>
                    <a:pt x="5" y="3"/>
                    <a:pt x="4" y="3"/>
                    <a:pt x="3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22" name="Freeform 4322">
              <a:extLst>
                <a:ext uri="{FF2B5EF4-FFF2-40B4-BE49-F238E27FC236}">
                  <a16:creationId xmlns:a16="http://schemas.microsoft.com/office/drawing/2014/main" id="{98868436-E2DB-47DC-A8F7-0FBBE5E4C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966"/>
              <a:ext cx="16" cy="19"/>
            </a:xfrm>
            <a:custGeom>
              <a:avLst/>
              <a:gdLst>
                <a:gd name="T0" fmla="*/ 48 w 8"/>
                <a:gd name="T1" fmla="*/ 0 h 9"/>
                <a:gd name="T2" fmla="*/ 8 w 8"/>
                <a:gd name="T3" fmla="*/ 84 h 9"/>
                <a:gd name="T4" fmla="*/ 4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2" y="0"/>
                    <a:pt x="0" y="5"/>
                    <a:pt x="1" y="9"/>
                  </a:cubicBezTo>
                  <a:cubicBezTo>
                    <a:pt x="5" y="8"/>
                    <a:pt x="8" y="3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23" name="Freeform 4323">
              <a:extLst>
                <a:ext uri="{FF2B5EF4-FFF2-40B4-BE49-F238E27FC236}">
                  <a16:creationId xmlns:a16="http://schemas.microsoft.com/office/drawing/2014/main" id="{649C8368-29D4-49C8-9E93-97E29CCA5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945"/>
              <a:ext cx="16" cy="23"/>
            </a:xfrm>
            <a:custGeom>
              <a:avLst/>
              <a:gdLst>
                <a:gd name="T0" fmla="*/ 40 w 8"/>
                <a:gd name="T1" fmla="*/ 0 h 11"/>
                <a:gd name="T2" fmla="*/ 8 w 8"/>
                <a:gd name="T3" fmla="*/ 100 h 11"/>
                <a:gd name="T4" fmla="*/ 56 w 8"/>
                <a:gd name="T5" fmla="*/ 8 h 11"/>
                <a:gd name="T6" fmla="*/ 32 w 8"/>
                <a:gd name="T7" fmla="*/ 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5" y="0"/>
                  </a:moveTo>
                  <a:cubicBezTo>
                    <a:pt x="2" y="3"/>
                    <a:pt x="0" y="7"/>
                    <a:pt x="1" y="11"/>
                  </a:cubicBezTo>
                  <a:cubicBezTo>
                    <a:pt x="5" y="9"/>
                    <a:pt x="8" y="5"/>
                    <a:pt x="7" y="1"/>
                  </a:cubicBezTo>
                  <a:cubicBezTo>
                    <a:pt x="6" y="0"/>
                    <a:pt x="5" y="0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24" name="Freeform 4324">
              <a:extLst>
                <a:ext uri="{FF2B5EF4-FFF2-40B4-BE49-F238E27FC236}">
                  <a16:creationId xmlns:a16="http://schemas.microsoft.com/office/drawing/2014/main" id="{9C0C4BC4-261A-4DA4-8879-BCBA4A33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915"/>
              <a:ext cx="8" cy="15"/>
            </a:xfrm>
            <a:custGeom>
              <a:avLst/>
              <a:gdLst>
                <a:gd name="T0" fmla="*/ 0 w 4"/>
                <a:gd name="T1" fmla="*/ 0 h 7"/>
                <a:gd name="T2" fmla="*/ 0 w 4"/>
                <a:gd name="T3" fmla="*/ 69 h 7"/>
                <a:gd name="T4" fmla="*/ 16 w 4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3" y="7"/>
                    <a:pt x="4" y="4"/>
                    <a:pt x="2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25" name="Freeform 4325">
              <a:extLst>
                <a:ext uri="{FF2B5EF4-FFF2-40B4-BE49-F238E27FC236}">
                  <a16:creationId xmlns:a16="http://schemas.microsoft.com/office/drawing/2014/main" id="{7AF08081-109C-4A97-93F3-FBA9D6343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902"/>
              <a:ext cx="20" cy="22"/>
            </a:xfrm>
            <a:custGeom>
              <a:avLst/>
              <a:gdLst>
                <a:gd name="T0" fmla="*/ 32 w 10"/>
                <a:gd name="T1" fmla="*/ 20 h 10"/>
                <a:gd name="T2" fmla="*/ 8 w 10"/>
                <a:gd name="T3" fmla="*/ 106 h 10"/>
                <a:gd name="T4" fmla="*/ 64 w 10"/>
                <a:gd name="T5" fmla="*/ 0 h 10"/>
                <a:gd name="T6" fmla="*/ 40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2"/>
                  </a:moveTo>
                  <a:cubicBezTo>
                    <a:pt x="2" y="4"/>
                    <a:pt x="0" y="6"/>
                    <a:pt x="1" y="10"/>
                  </a:cubicBezTo>
                  <a:cubicBezTo>
                    <a:pt x="5" y="10"/>
                    <a:pt x="10" y="4"/>
                    <a:pt x="8" y="0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26" name="Freeform 4326">
              <a:extLst>
                <a:ext uri="{FF2B5EF4-FFF2-40B4-BE49-F238E27FC236}">
                  <a16:creationId xmlns:a16="http://schemas.microsoft.com/office/drawing/2014/main" id="{DACE2877-2465-4CEA-9BD3-7D8D0D1DA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973"/>
              <a:ext cx="14" cy="19"/>
            </a:xfrm>
            <a:custGeom>
              <a:avLst/>
              <a:gdLst>
                <a:gd name="T0" fmla="*/ 16 w 7"/>
                <a:gd name="T1" fmla="*/ 36 h 9"/>
                <a:gd name="T2" fmla="*/ 8 w 7"/>
                <a:gd name="T3" fmla="*/ 84 h 9"/>
                <a:gd name="T4" fmla="*/ 32 w 7"/>
                <a:gd name="T5" fmla="*/ 0 h 9"/>
                <a:gd name="T6" fmla="*/ 8 w 7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2" y="4"/>
                  </a:moveTo>
                  <a:cubicBezTo>
                    <a:pt x="1" y="6"/>
                    <a:pt x="0" y="8"/>
                    <a:pt x="1" y="9"/>
                  </a:cubicBezTo>
                  <a:cubicBezTo>
                    <a:pt x="6" y="8"/>
                    <a:pt x="7" y="3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27" name="Freeform 4327">
              <a:extLst>
                <a:ext uri="{FF2B5EF4-FFF2-40B4-BE49-F238E27FC236}">
                  <a16:creationId xmlns:a16="http://schemas.microsoft.com/office/drawing/2014/main" id="{ED6959C7-BB6B-4024-B229-2C9D2F728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964"/>
              <a:ext cx="24" cy="26"/>
            </a:xfrm>
            <a:custGeom>
              <a:avLst/>
              <a:gdLst>
                <a:gd name="T0" fmla="*/ 72 w 12"/>
                <a:gd name="T1" fmla="*/ 20 h 12"/>
                <a:gd name="T2" fmla="*/ 40 w 12"/>
                <a:gd name="T3" fmla="*/ 104 h 12"/>
                <a:gd name="T4" fmla="*/ 88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9" y="2"/>
                  </a:moveTo>
                  <a:cubicBezTo>
                    <a:pt x="5" y="1"/>
                    <a:pt x="0" y="9"/>
                    <a:pt x="5" y="10"/>
                  </a:cubicBezTo>
                  <a:cubicBezTo>
                    <a:pt x="9" y="12"/>
                    <a:pt x="12" y="2"/>
                    <a:pt x="11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28" name="Freeform 4328">
              <a:extLst>
                <a:ext uri="{FF2B5EF4-FFF2-40B4-BE49-F238E27FC236}">
                  <a16:creationId xmlns:a16="http://schemas.microsoft.com/office/drawing/2014/main" id="{9239AC46-2979-4248-BF3D-603D8AE73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915"/>
              <a:ext cx="12" cy="13"/>
            </a:xfrm>
            <a:custGeom>
              <a:avLst/>
              <a:gdLst>
                <a:gd name="T0" fmla="*/ 48 w 6"/>
                <a:gd name="T1" fmla="*/ 0 h 6"/>
                <a:gd name="T2" fmla="*/ 0 w 6"/>
                <a:gd name="T3" fmla="*/ 61 h 6"/>
                <a:gd name="T4" fmla="*/ 48 w 6"/>
                <a:gd name="T5" fmla="*/ 20 h 6"/>
                <a:gd name="T6" fmla="*/ 32 w 6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1" y="3"/>
                    <a:pt x="0" y="6"/>
                  </a:cubicBezTo>
                  <a:cubicBezTo>
                    <a:pt x="3" y="6"/>
                    <a:pt x="5" y="4"/>
                    <a:pt x="6" y="2"/>
                  </a:cubicBezTo>
                  <a:cubicBezTo>
                    <a:pt x="6" y="1"/>
                    <a:pt x="5" y="1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29" name="Freeform 4329">
              <a:extLst>
                <a:ext uri="{FF2B5EF4-FFF2-40B4-BE49-F238E27FC236}">
                  <a16:creationId xmlns:a16="http://schemas.microsoft.com/office/drawing/2014/main" id="{EE99827F-ECFA-4D95-BA6F-F9A3C58DC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922"/>
              <a:ext cx="14" cy="17"/>
            </a:xfrm>
            <a:custGeom>
              <a:avLst/>
              <a:gdLst>
                <a:gd name="T0" fmla="*/ 48 w 7"/>
                <a:gd name="T1" fmla="*/ 28 h 8"/>
                <a:gd name="T2" fmla="*/ 0 w 7"/>
                <a:gd name="T3" fmla="*/ 77 h 8"/>
                <a:gd name="T4" fmla="*/ 48 w 7"/>
                <a:gd name="T5" fmla="*/ 0 h 8"/>
                <a:gd name="T6" fmla="*/ 32 w 7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4" y="7"/>
                    <a:pt x="7" y="3"/>
                    <a:pt x="6" y="0"/>
                  </a:cubicBezTo>
                  <a:cubicBezTo>
                    <a:pt x="5" y="1"/>
                    <a:pt x="4" y="2"/>
                    <a:pt x="4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30" name="Freeform 4330">
              <a:extLst>
                <a:ext uri="{FF2B5EF4-FFF2-40B4-BE49-F238E27FC236}">
                  <a16:creationId xmlns:a16="http://schemas.microsoft.com/office/drawing/2014/main" id="{0DB42170-E631-4FFA-932C-03974312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985"/>
              <a:ext cx="12" cy="15"/>
            </a:xfrm>
            <a:custGeom>
              <a:avLst/>
              <a:gdLst>
                <a:gd name="T0" fmla="*/ 16 w 6"/>
                <a:gd name="T1" fmla="*/ 28 h 7"/>
                <a:gd name="T2" fmla="*/ 40 w 6"/>
                <a:gd name="T3" fmla="*/ 0 h 7"/>
                <a:gd name="T4" fmla="*/ 0 w 6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3" y="1"/>
                    <a:pt x="3" y="0"/>
                    <a:pt x="5" y="0"/>
                  </a:cubicBezTo>
                  <a:cubicBezTo>
                    <a:pt x="6" y="4"/>
                    <a:pt x="4" y="7"/>
                    <a:pt x="0" y="7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31" name="Freeform 4331">
              <a:extLst>
                <a:ext uri="{FF2B5EF4-FFF2-40B4-BE49-F238E27FC236}">
                  <a16:creationId xmlns:a16="http://schemas.microsoft.com/office/drawing/2014/main" id="{964761F0-0B60-40B9-AF42-6060C67FE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43"/>
              <a:ext cx="20" cy="21"/>
            </a:xfrm>
            <a:custGeom>
              <a:avLst/>
              <a:gdLst>
                <a:gd name="T0" fmla="*/ 48 w 10"/>
                <a:gd name="T1" fmla="*/ 8 h 10"/>
                <a:gd name="T2" fmla="*/ 0 w 10"/>
                <a:gd name="T3" fmla="*/ 92 h 10"/>
                <a:gd name="T4" fmla="*/ 56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1"/>
                  </a:moveTo>
                  <a:cubicBezTo>
                    <a:pt x="3" y="3"/>
                    <a:pt x="0" y="6"/>
                    <a:pt x="0" y="10"/>
                  </a:cubicBezTo>
                  <a:cubicBezTo>
                    <a:pt x="4" y="10"/>
                    <a:pt x="10" y="4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32" name="Freeform 4332">
              <a:extLst>
                <a:ext uri="{FF2B5EF4-FFF2-40B4-BE49-F238E27FC236}">
                  <a16:creationId xmlns:a16="http://schemas.microsoft.com/office/drawing/2014/main" id="{15C4ABC7-69E8-4672-A2E9-3321A79DA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775"/>
              <a:ext cx="32" cy="28"/>
            </a:xfrm>
            <a:custGeom>
              <a:avLst/>
              <a:gdLst>
                <a:gd name="T0" fmla="*/ 72 w 16"/>
                <a:gd name="T1" fmla="*/ 0 h 13"/>
                <a:gd name="T2" fmla="*/ 64 w 16"/>
                <a:gd name="T3" fmla="*/ 101 h 13"/>
                <a:gd name="T4" fmla="*/ 80 w 1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9" y="0"/>
                  </a:moveTo>
                  <a:cubicBezTo>
                    <a:pt x="6" y="3"/>
                    <a:pt x="0" y="13"/>
                    <a:pt x="8" y="10"/>
                  </a:cubicBezTo>
                  <a:cubicBezTo>
                    <a:pt x="11" y="9"/>
                    <a:pt x="16" y="0"/>
                    <a:pt x="10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33" name="Freeform 4333">
              <a:extLst>
                <a:ext uri="{FF2B5EF4-FFF2-40B4-BE49-F238E27FC236}">
                  <a16:creationId xmlns:a16="http://schemas.microsoft.com/office/drawing/2014/main" id="{F957C230-9582-4793-A41F-EB49F81CE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766"/>
              <a:ext cx="10" cy="15"/>
            </a:xfrm>
            <a:custGeom>
              <a:avLst/>
              <a:gdLst>
                <a:gd name="T0" fmla="*/ 8 w 5"/>
                <a:gd name="T1" fmla="*/ 0 h 7"/>
                <a:gd name="T2" fmla="*/ 16 w 5"/>
                <a:gd name="T3" fmla="*/ 69 h 7"/>
                <a:gd name="T4" fmla="*/ 32 w 5"/>
                <a:gd name="T5" fmla="*/ 9 h 7"/>
                <a:gd name="T6" fmla="*/ 8 w 5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4" y="5"/>
                    <a:pt x="5" y="3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34" name="Freeform 4334">
              <a:extLst>
                <a:ext uri="{FF2B5EF4-FFF2-40B4-BE49-F238E27FC236}">
                  <a16:creationId xmlns:a16="http://schemas.microsoft.com/office/drawing/2014/main" id="{0A897BA0-014D-4531-A40A-DDBEA5FEE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866"/>
              <a:ext cx="12" cy="22"/>
            </a:xfrm>
            <a:custGeom>
              <a:avLst/>
              <a:gdLst>
                <a:gd name="T0" fmla="*/ 0 w 6"/>
                <a:gd name="T1" fmla="*/ 73 h 10"/>
                <a:gd name="T2" fmla="*/ 8 w 6"/>
                <a:gd name="T3" fmla="*/ 106 h 10"/>
                <a:gd name="T4" fmla="*/ 24 w 6"/>
                <a:gd name="T5" fmla="*/ 0 h 10"/>
                <a:gd name="T6" fmla="*/ 0 w 6"/>
                <a:gd name="T7" fmla="*/ 4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7"/>
                  </a:moveTo>
                  <a:cubicBezTo>
                    <a:pt x="0" y="8"/>
                    <a:pt x="0" y="9"/>
                    <a:pt x="1" y="10"/>
                  </a:cubicBezTo>
                  <a:cubicBezTo>
                    <a:pt x="4" y="8"/>
                    <a:pt x="6" y="3"/>
                    <a:pt x="3" y="0"/>
                  </a:cubicBez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35" name="Freeform 4335">
              <a:extLst>
                <a:ext uri="{FF2B5EF4-FFF2-40B4-BE49-F238E27FC236}">
                  <a16:creationId xmlns:a16="http://schemas.microsoft.com/office/drawing/2014/main" id="{ACC47CEE-2E2A-4F34-A452-193F559D4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941"/>
              <a:ext cx="15" cy="25"/>
            </a:xfrm>
            <a:custGeom>
              <a:avLst/>
              <a:gdLst>
                <a:gd name="T0" fmla="*/ 28 w 8"/>
                <a:gd name="T1" fmla="*/ 17 h 12"/>
                <a:gd name="T2" fmla="*/ 8 w 8"/>
                <a:gd name="T3" fmla="*/ 92 h 12"/>
                <a:gd name="T4" fmla="*/ 45 w 8"/>
                <a:gd name="T5" fmla="*/ 0 h 12"/>
                <a:gd name="T6" fmla="*/ 15 w 8"/>
                <a:gd name="T7" fmla="*/ 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4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5" y="12"/>
                    <a:pt x="8" y="4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36" name="Freeform 4336">
              <a:extLst>
                <a:ext uri="{FF2B5EF4-FFF2-40B4-BE49-F238E27FC236}">
                  <a16:creationId xmlns:a16="http://schemas.microsoft.com/office/drawing/2014/main" id="{DFF0BFB9-5FEF-47EF-B5BF-996055A14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966"/>
              <a:ext cx="16" cy="19"/>
            </a:xfrm>
            <a:custGeom>
              <a:avLst/>
              <a:gdLst>
                <a:gd name="T0" fmla="*/ 40 w 8"/>
                <a:gd name="T1" fmla="*/ 8 h 9"/>
                <a:gd name="T2" fmla="*/ 16 w 8"/>
                <a:gd name="T3" fmla="*/ 84 h 9"/>
                <a:gd name="T4" fmla="*/ 64 w 8"/>
                <a:gd name="T5" fmla="*/ 8 h 9"/>
                <a:gd name="T6" fmla="*/ 48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5" y="1"/>
                  </a:moveTo>
                  <a:cubicBezTo>
                    <a:pt x="2" y="3"/>
                    <a:pt x="0" y="6"/>
                    <a:pt x="2" y="9"/>
                  </a:cubicBezTo>
                  <a:cubicBezTo>
                    <a:pt x="4" y="7"/>
                    <a:pt x="7" y="4"/>
                    <a:pt x="8" y="1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37" name="Freeform 4337">
              <a:extLst>
                <a:ext uri="{FF2B5EF4-FFF2-40B4-BE49-F238E27FC236}">
                  <a16:creationId xmlns:a16="http://schemas.microsoft.com/office/drawing/2014/main" id="{FB0B4A2B-8FA5-4D0B-B289-0F05D43CF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956"/>
              <a:ext cx="12" cy="17"/>
            </a:xfrm>
            <a:custGeom>
              <a:avLst/>
              <a:gdLst>
                <a:gd name="T0" fmla="*/ 0 w 6"/>
                <a:gd name="T1" fmla="*/ 19 h 8"/>
                <a:gd name="T2" fmla="*/ 16 w 6"/>
                <a:gd name="T3" fmla="*/ 77 h 8"/>
                <a:gd name="T4" fmla="*/ 48 w 6"/>
                <a:gd name="T5" fmla="*/ 9 h 8"/>
                <a:gd name="T6" fmla="*/ 32 w 6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2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5" y="7"/>
                    <a:pt x="6" y="4"/>
                    <a:pt x="6" y="1"/>
                  </a:cubicBezTo>
                  <a:cubicBezTo>
                    <a:pt x="5" y="0"/>
                    <a:pt x="5" y="1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38" name="Freeform 4338">
              <a:extLst>
                <a:ext uri="{FF2B5EF4-FFF2-40B4-BE49-F238E27FC236}">
                  <a16:creationId xmlns:a16="http://schemas.microsoft.com/office/drawing/2014/main" id="{1ED778CA-612C-4C24-90B7-4F53D6D5D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875"/>
              <a:ext cx="12" cy="17"/>
            </a:xfrm>
            <a:custGeom>
              <a:avLst/>
              <a:gdLst>
                <a:gd name="T0" fmla="*/ 24 w 6"/>
                <a:gd name="T1" fmla="*/ 40 h 8"/>
                <a:gd name="T2" fmla="*/ 8 w 6"/>
                <a:gd name="T3" fmla="*/ 77 h 8"/>
                <a:gd name="T4" fmla="*/ 40 w 6"/>
                <a:gd name="T5" fmla="*/ 9 h 8"/>
                <a:gd name="T6" fmla="*/ 8 w 6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4"/>
                  </a:moveTo>
                  <a:cubicBezTo>
                    <a:pt x="1" y="6"/>
                    <a:pt x="0" y="6"/>
                    <a:pt x="1" y="8"/>
                  </a:cubicBezTo>
                  <a:cubicBezTo>
                    <a:pt x="4" y="8"/>
                    <a:pt x="6" y="4"/>
                    <a:pt x="5" y="1"/>
                  </a:cubicBezTo>
                  <a:cubicBezTo>
                    <a:pt x="2" y="0"/>
                    <a:pt x="2" y="2"/>
                    <a:pt x="1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39" name="Freeform 4339">
              <a:extLst>
                <a:ext uri="{FF2B5EF4-FFF2-40B4-BE49-F238E27FC236}">
                  <a16:creationId xmlns:a16="http://schemas.microsoft.com/office/drawing/2014/main" id="{586A3CB7-CF4A-430A-AF2C-9AA05EC16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809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53 h 5"/>
                <a:gd name="T4" fmla="*/ 32 w 4"/>
                <a:gd name="T5" fmla="*/ 0 h 5"/>
                <a:gd name="T6" fmla="*/ 16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3" y="5"/>
                    <a:pt x="4" y="3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40" name="Freeform 4340">
              <a:extLst>
                <a:ext uri="{FF2B5EF4-FFF2-40B4-BE49-F238E27FC236}">
                  <a16:creationId xmlns:a16="http://schemas.microsoft.com/office/drawing/2014/main" id="{A3C0716F-51D2-4FE2-A619-0E26C5E5C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754"/>
              <a:ext cx="30" cy="21"/>
            </a:xfrm>
            <a:custGeom>
              <a:avLst/>
              <a:gdLst>
                <a:gd name="T0" fmla="*/ 64 w 15"/>
                <a:gd name="T1" fmla="*/ 0 h 10"/>
                <a:gd name="T2" fmla="*/ 16 w 15"/>
                <a:gd name="T3" fmla="*/ 92 h 10"/>
                <a:gd name="T4" fmla="*/ 56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8" y="0"/>
                  </a:moveTo>
                  <a:cubicBezTo>
                    <a:pt x="5" y="2"/>
                    <a:pt x="0" y="6"/>
                    <a:pt x="2" y="10"/>
                  </a:cubicBezTo>
                  <a:cubicBezTo>
                    <a:pt x="7" y="10"/>
                    <a:pt x="15" y="1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41" name="Freeform 4341">
              <a:extLst>
                <a:ext uri="{FF2B5EF4-FFF2-40B4-BE49-F238E27FC236}">
                  <a16:creationId xmlns:a16="http://schemas.microsoft.com/office/drawing/2014/main" id="{2A925E19-1B8E-473E-92CE-9423DAAC0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705"/>
              <a:ext cx="18" cy="21"/>
            </a:xfrm>
            <a:custGeom>
              <a:avLst/>
              <a:gdLst>
                <a:gd name="T0" fmla="*/ 72 w 9"/>
                <a:gd name="T1" fmla="*/ 17 h 10"/>
                <a:gd name="T2" fmla="*/ 24 w 9"/>
                <a:gd name="T3" fmla="*/ 92 h 10"/>
                <a:gd name="T4" fmla="*/ 72 w 9"/>
                <a:gd name="T5" fmla="*/ 17 h 10"/>
                <a:gd name="T6" fmla="*/ 48 w 9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2"/>
                  </a:moveTo>
                  <a:cubicBezTo>
                    <a:pt x="4" y="0"/>
                    <a:pt x="0" y="7"/>
                    <a:pt x="3" y="10"/>
                  </a:cubicBezTo>
                  <a:cubicBezTo>
                    <a:pt x="6" y="9"/>
                    <a:pt x="9" y="5"/>
                    <a:pt x="9" y="2"/>
                  </a:cubicBezTo>
                  <a:cubicBezTo>
                    <a:pt x="8" y="1"/>
                    <a:pt x="7" y="1"/>
                    <a:pt x="6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42" name="Freeform 4342">
              <a:extLst>
                <a:ext uri="{FF2B5EF4-FFF2-40B4-BE49-F238E27FC236}">
                  <a16:creationId xmlns:a16="http://schemas.microsoft.com/office/drawing/2014/main" id="{909E11AB-6281-438F-85D2-F3327C4FA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703"/>
              <a:ext cx="32" cy="31"/>
            </a:xfrm>
            <a:custGeom>
              <a:avLst/>
              <a:gdLst>
                <a:gd name="T0" fmla="*/ 64 w 16"/>
                <a:gd name="T1" fmla="*/ 0 h 15"/>
                <a:gd name="T2" fmla="*/ 8 w 16"/>
                <a:gd name="T3" fmla="*/ 116 h 15"/>
                <a:gd name="T4" fmla="*/ 72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8" y="0"/>
                  </a:moveTo>
                  <a:cubicBezTo>
                    <a:pt x="4" y="2"/>
                    <a:pt x="0" y="8"/>
                    <a:pt x="1" y="13"/>
                  </a:cubicBezTo>
                  <a:cubicBezTo>
                    <a:pt x="7" y="15"/>
                    <a:pt x="16" y="1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43" name="Freeform 4343">
              <a:extLst>
                <a:ext uri="{FF2B5EF4-FFF2-40B4-BE49-F238E27FC236}">
                  <a16:creationId xmlns:a16="http://schemas.microsoft.com/office/drawing/2014/main" id="{C6196CA3-94DD-4FD0-AFEB-12BF60B2E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828"/>
              <a:ext cx="32" cy="32"/>
            </a:xfrm>
            <a:custGeom>
              <a:avLst/>
              <a:gdLst>
                <a:gd name="T0" fmla="*/ 48 w 16"/>
                <a:gd name="T1" fmla="*/ 0 h 15"/>
                <a:gd name="T2" fmla="*/ 80 w 16"/>
                <a:gd name="T3" fmla="*/ 0 h 15"/>
                <a:gd name="T4" fmla="*/ 64 w 16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0"/>
                  </a:moveTo>
                  <a:cubicBezTo>
                    <a:pt x="0" y="15"/>
                    <a:pt x="16" y="8"/>
                    <a:pt x="10" y="0"/>
                  </a:cubicBezTo>
                  <a:cubicBezTo>
                    <a:pt x="9" y="1"/>
                    <a:pt x="9" y="1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44" name="Freeform 4344">
              <a:extLst>
                <a:ext uri="{FF2B5EF4-FFF2-40B4-BE49-F238E27FC236}">
                  <a16:creationId xmlns:a16="http://schemas.microsoft.com/office/drawing/2014/main" id="{B8AB4D1D-F4B6-41A5-AB49-FD9797027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951"/>
              <a:ext cx="18" cy="20"/>
            </a:xfrm>
            <a:custGeom>
              <a:avLst/>
              <a:gdLst>
                <a:gd name="T0" fmla="*/ 8 w 9"/>
                <a:gd name="T1" fmla="*/ 9 h 9"/>
                <a:gd name="T2" fmla="*/ 16 w 9"/>
                <a:gd name="T3" fmla="*/ 98 h 9"/>
                <a:gd name="T4" fmla="*/ 32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1" y="1"/>
                  </a:moveTo>
                  <a:cubicBezTo>
                    <a:pt x="0" y="4"/>
                    <a:pt x="0" y="6"/>
                    <a:pt x="2" y="9"/>
                  </a:cubicBezTo>
                  <a:cubicBezTo>
                    <a:pt x="6" y="8"/>
                    <a:pt x="9" y="2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45" name="Freeform 4345">
              <a:extLst>
                <a:ext uri="{FF2B5EF4-FFF2-40B4-BE49-F238E27FC236}">
                  <a16:creationId xmlns:a16="http://schemas.microsoft.com/office/drawing/2014/main" id="{CCF0E58E-1427-42CD-B423-257B86268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941"/>
              <a:ext cx="10" cy="19"/>
            </a:xfrm>
            <a:custGeom>
              <a:avLst/>
              <a:gdLst>
                <a:gd name="T0" fmla="*/ 16 w 5"/>
                <a:gd name="T1" fmla="*/ 0 h 9"/>
                <a:gd name="T2" fmla="*/ 24 w 5"/>
                <a:gd name="T3" fmla="*/ 84 h 9"/>
                <a:gd name="T4" fmla="*/ 24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0" y="3"/>
                    <a:pt x="0" y="7"/>
                    <a:pt x="3" y="9"/>
                  </a:cubicBezTo>
                  <a:cubicBezTo>
                    <a:pt x="5" y="6"/>
                    <a:pt x="5" y="3"/>
                    <a:pt x="3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46" name="Freeform 4346">
              <a:extLst>
                <a:ext uri="{FF2B5EF4-FFF2-40B4-BE49-F238E27FC236}">
                  <a16:creationId xmlns:a16="http://schemas.microsoft.com/office/drawing/2014/main" id="{651B6ED3-3BB0-4EBC-A2D9-59ED68E6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809"/>
              <a:ext cx="16" cy="21"/>
            </a:xfrm>
            <a:custGeom>
              <a:avLst/>
              <a:gdLst>
                <a:gd name="T0" fmla="*/ 40 w 8"/>
                <a:gd name="T1" fmla="*/ 0 h 10"/>
                <a:gd name="T2" fmla="*/ 24 w 8"/>
                <a:gd name="T3" fmla="*/ 92 h 10"/>
                <a:gd name="T4" fmla="*/ 40 w 8"/>
                <a:gd name="T5" fmla="*/ 0 h 10"/>
                <a:gd name="T6" fmla="*/ 32 w 8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2" y="2"/>
                    <a:pt x="0" y="7"/>
                    <a:pt x="3" y="10"/>
                  </a:cubicBezTo>
                  <a:cubicBezTo>
                    <a:pt x="7" y="8"/>
                    <a:pt x="8" y="4"/>
                    <a:pt x="5" y="0"/>
                  </a:cubicBezTo>
                  <a:cubicBezTo>
                    <a:pt x="4" y="0"/>
                    <a:pt x="4" y="1"/>
                    <a:pt x="4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47" name="Freeform 4347">
              <a:extLst>
                <a:ext uri="{FF2B5EF4-FFF2-40B4-BE49-F238E27FC236}">
                  <a16:creationId xmlns:a16="http://schemas.microsoft.com/office/drawing/2014/main" id="{D8CFBCC3-40C7-46D9-9F62-AC73CA462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813"/>
              <a:ext cx="16" cy="19"/>
            </a:xfrm>
            <a:custGeom>
              <a:avLst/>
              <a:gdLst>
                <a:gd name="T0" fmla="*/ 40 w 8"/>
                <a:gd name="T1" fmla="*/ 8 h 9"/>
                <a:gd name="T2" fmla="*/ 24 w 8"/>
                <a:gd name="T3" fmla="*/ 84 h 9"/>
                <a:gd name="T4" fmla="*/ 48 w 8"/>
                <a:gd name="T5" fmla="*/ 0 h 9"/>
                <a:gd name="T6" fmla="*/ 32 w 8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5" y="1"/>
                  </a:moveTo>
                  <a:cubicBezTo>
                    <a:pt x="2" y="3"/>
                    <a:pt x="0" y="7"/>
                    <a:pt x="3" y="9"/>
                  </a:cubicBezTo>
                  <a:cubicBezTo>
                    <a:pt x="7" y="7"/>
                    <a:pt x="8" y="3"/>
                    <a:pt x="6" y="0"/>
                  </a:cubicBezTo>
                  <a:cubicBezTo>
                    <a:pt x="5" y="0"/>
                    <a:pt x="4" y="1"/>
                    <a:pt x="4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48" name="Freeform 4348">
              <a:extLst>
                <a:ext uri="{FF2B5EF4-FFF2-40B4-BE49-F238E27FC236}">
                  <a16:creationId xmlns:a16="http://schemas.microsoft.com/office/drawing/2014/main" id="{EE09B598-ECB7-46F5-82D2-E5D37EC97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613"/>
              <a:ext cx="20" cy="21"/>
            </a:xfrm>
            <a:custGeom>
              <a:avLst/>
              <a:gdLst>
                <a:gd name="T0" fmla="*/ 32 w 10"/>
                <a:gd name="T1" fmla="*/ 8 h 10"/>
                <a:gd name="T2" fmla="*/ 8 w 10"/>
                <a:gd name="T3" fmla="*/ 92 h 10"/>
                <a:gd name="T4" fmla="*/ 32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1"/>
                  </a:moveTo>
                  <a:cubicBezTo>
                    <a:pt x="1" y="3"/>
                    <a:pt x="0" y="6"/>
                    <a:pt x="1" y="10"/>
                  </a:cubicBezTo>
                  <a:cubicBezTo>
                    <a:pt x="6" y="10"/>
                    <a:pt x="10" y="1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49" name="Freeform 4349">
              <a:extLst>
                <a:ext uri="{FF2B5EF4-FFF2-40B4-BE49-F238E27FC236}">
                  <a16:creationId xmlns:a16="http://schemas.microsoft.com/office/drawing/2014/main" id="{6C93E640-CD50-40E7-A681-80A9E690E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656"/>
              <a:ext cx="16" cy="23"/>
            </a:xfrm>
            <a:custGeom>
              <a:avLst/>
              <a:gdLst>
                <a:gd name="T0" fmla="*/ 56 w 8"/>
                <a:gd name="T1" fmla="*/ 0 h 11"/>
                <a:gd name="T2" fmla="*/ 24 w 8"/>
                <a:gd name="T3" fmla="*/ 100 h 11"/>
                <a:gd name="T4" fmla="*/ 40 w 8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7" y="0"/>
                  </a:moveTo>
                  <a:cubicBezTo>
                    <a:pt x="3" y="2"/>
                    <a:pt x="0" y="7"/>
                    <a:pt x="3" y="11"/>
                  </a:cubicBezTo>
                  <a:cubicBezTo>
                    <a:pt x="7" y="10"/>
                    <a:pt x="8" y="5"/>
                    <a:pt x="5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50" name="Freeform 4350">
              <a:extLst>
                <a:ext uri="{FF2B5EF4-FFF2-40B4-BE49-F238E27FC236}">
                  <a16:creationId xmlns:a16="http://schemas.microsoft.com/office/drawing/2014/main" id="{E610A12D-35B6-4D2E-8D5E-63987D12F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652"/>
              <a:ext cx="16" cy="23"/>
            </a:xfrm>
            <a:custGeom>
              <a:avLst/>
              <a:gdLst>
                <a:gd name="T0" fmla="*/ 40 w 8"/>
                <a:gd name="T1" fmla="*/ 0 h 11"/>
                <a:gd name="T2" fmla="*/ 24 w 8"/>
                <a:gd name="T3" fmla="*/ 100 h 11"/>
                <a:gd name="T4" fmla="*/ 40 w 8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5" y="0"/>
                  </a:moveTo>
                  <a:cubicBezTo>
                    <a:pt x="1" y="3"/>
                    <a:pt x="0" y="8"/>
                    <a:pt x="3" y="11"/>
                  </a:cubicBezTo>
                  <a:cubicBezTo>
                    <a:pt x="8" y="10"/>
                    <a:pt x="8" y="4"/>
                    <a:pt x="5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51" name="Freeform 4351">
              <a:extLst>
                <a:ext uri="{FF2B5EF4-FFF2-40B4-BE49-F238E27FC236}">
                  <a16:creationId xmlns:a16="http://schemas.microsoft.com/office/drawing/2014/main" id="{EBD0F0AB-8F4D-44EF-BE38-E41CE8277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560"/>
              <a:ext cx="8" cy="15"/>
            </a:xfrm>
            <a:custGeom>
              <a:avLst/>
              <a:gdLst>
                <a:gd name="T0" fmla="*/ 24 w 4"/>
                <a:gd name="T1" fmla="*/ 0 h 7"/>
                <a:gd name="T2" fmla="*/ 0 w 4"/>
                <a:gd name="T3" fmla="*/ 69 h 7"/>
                <a:gd name="T4" fmla="*/ 24 w 4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3" y="7"/>
                    <a:pt x="4" y="4"/>
                    <a:pt x="3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52" name="Freeform 4352">
              <a:extLst>
                <a:ext uri="{FF2B5EF4-FFF2-40B4-BE49-F238E27FC236}">
                  <a16:creationId xmlns:a16="http://schemas.microsoft.com/office/drawing/2014/main" id="{3AA01277-B30D-40BD-9F0C-5574A3933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564"/>
              <a:ext cx="18" cy="24"/>
            </a:xfrm>
            <a:custGeom>
              <a:avLst/>
              <a:gdLst>
                <a:gd name="T0" fmla="*/ 56 w 9"/>
                <a:gd name="T1" fmla="*/ 20 h 11"/>
                <a:gd name="T2" fmla="*/ 16 w 9"/>
                <a:gd name="T3" fmla="*/ 113 h 11"/>
                <a:gd name="T4" fmla="*/ 56 w 9"/>
                <a:gd name="T5" fmla="*/ 0 h 11"/>
                <a:gd name="T6" fmla="*/ 40 w 9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7" y="2"/>
                  </a:moveTo>
                  <a:cubicBezTo>
                    <a:pt x="4" y="3"/>
                    <a:pt x="0" y="7"/>
                    <a:pt x="2" y="11"/>
                  </a:cubicBezTo>
                  <a:cubicBezTo>
                    <a:pt x="7" y="9"/>
                    <a:pt x="9" y="5"/>
                    <a:pt x="7" y="0"/>
                  </a:cubicBezTo>
                  <a:cubicBezTo>
                    <a:pt x="6" y="1"/>
                    <a:pt x="5" y="2"/>
                    <a:pt x="5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53" name="Freeform 4353">
              <a:extLst>
                <a:ext uri="{FF2B5EF4-FFF2-40B4-BE49-F238E27FC236}">
                  <a16:creationId xmlns:a16="http://schemas.microsoft.com/office/drawing/2014/main" id="{9F82217F-9B9F-436D-A8FF-B25192E98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583"/>
              <a:ext cx="36" cy="30"/>
            </a:xfrm>
            <a:custGeom>
              <a:avLst/>
              <a:gdLst>
                <a:gd name="T0" fmla="*/ 88 w 18"/>
                <a:gd name="T1" fmla="*/ 51 h 14"/>
                <a:gd name="T2" fmla="*/ 16 w 18"/>
                <a:gd name="T3" fmla="*/ 137 h 14"/>
                <a:gd name="T4" fmla="*/ 72 w 18"/>
                <a:gd name="T5" fmla="*/ 1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1" y="5"/>
                  </a:moveTo>
                  <a:cubicBezTo>
                    <a:pt x="6" y="0"/>
                    <a:pt x="0" y="10"/>
                    <a:pt x="2" y="14"/>
                  </a:cubicBezTo>
                  <a:cubicBezTo>
                    <a:pt x="8" y="14"/>
                    <a:pt x="18" y="2"/>
                    <a:pt x="9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54" name="Freeform 4354">
              <a:extLst>
                <a:ext uri="{FF2B5EF4-FFF2-40B4-BE49-F238E27FC236}">
                  <a16:creationId xmlns:a16="http://schemas.microsoft.com/office/drawing/2014/main" id="{DE3E2DAC-C09D-4A69-B633-482478DBA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526"/>
              <a:ext cx="18" cy="21"/>
            </a:xfrm>
            <a:custGeom>
              <a:avLst/>
              <a:gdLst>
                <a:gd name="T0" fmla="*/ 40 w 9"/>
                <a:gd name="T1" fmla="*/ 8 h 10"/>
                <a:gd name="T2" fmla="*/ 0 w 9"/>
                <a:gd name="T3" fmla="*/ 92 h 10"/>
                <a:gd name="T4" fmla="*/ 64 w 9"/>
                <a:gd name="T5" fmla="*/ 0 h 10"/>
                <a:gd name="T6" fmla="*/ 48 w 9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5" y="1"/>
                  </a:moveTo>
                  <a:cubicBezTo>
                    <a:pt x="2" y="4"/>
                    <a:pt x="0" y="6"/>
                    <a:pt x="0" y="10"/>
                  </a:cubicBezTo>
                  <a:cubicBezTo>
                    <a:pt x="5" y="10"/>
                    <a:pt x="9" y="4"/>
                    <a:pt x="8" y="0"/>
                  </a:cubicBezTo>
                  <a:cubicBezTo>
                    <a:pt x="8" y="0"/>
                    <a:pt x="7" y="0"/>
                    <a:pt x="6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55" name="Freeform 4355">
              <a:extLst>
                <a:ext uri="{FF2B5EF4-FFF2-40B4-BE49-F238E27FC236}">
                  <a16:creationId xmlns:a16="http://schemas.microsoft.com/office/drawing/2014/main" id="{75380A02-77F4-43E8-B774-97AABE213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575"/>
              <a:ext cx="16" cy="23"/>
            </a:xfrm>
            <a:custGeom>
              <a:avLst/>
              <a:gdLst>
                <a:gd name="T0" fmla="*/ 32 w 8"/>
                <a:gd name="T1" fmla="*/ 17 h 11"/>
                <a:gd name="T2" fmla="*/ 32 w 8"/>
                <a:gd name="T3" fmla="*/ 0 h 11"/>
                <a:gd name="T4" fmla="*/ 8 w 8"/>
                <a:gd name="T5" fmla="*/ 92 h 11"/>
                <a:gd name="T6" fmla="*/ 40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4" y="2"/>
                  </a:moveTo>
                  <a:cubicBezTo>
                    <a:pt x="4" y="2"/>
                    <a:pt x="4" y="1"/>
                    <a:pt x="4" y="0"/>
                  </a:cubicBezTo>
                  <a:cubicBezTo>
                    <a:pt x="1" y="3"/>
                    <a:pt x="0" y="7"/>
                    <a:pt x="1" y="10"/>
                  </a:cubicBezTo>
                  <a:cubicBezTo>
                    <a:pt x="5" y="11"/>
                    <a:pt x="8" y="3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56" name="Freeform 4356">
              <a:extLst>
                <a:ext uri="{FF2B5EF4-FFF2-40B4-BE49-F238E27FC236}">
                  <a16:creationId xmlns:a16="http://schemas.microsoft.com/office/drawing/2014/main" id="{1C610DF8-5D21-4ADD-B29B-DB494194B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432"/>
              <a:ext cx="20" cy="28"/>
            </a:xfrm>
            <a:custGeom>
              <a:avLst/>
              <a:gdLst>
                <a:gd name="T0" fmla="*/ 48 w 10"/>
                <a:gd name="T1" fmla="*/ 0 h 13"/>
                <a:gd name="T2" fmla="*/ 8 w 10"/>
                <a:gd name="T3" fmla="*/ 129 h 13"/>
                <a:gd name="T4" fmla="*/ 48 w 10"/>
                <a:gd name="T5" fmla="*/ 1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6" y="0"/>
                  </a:moveTo>
                  <a:cubicBezTo>
                    <a:pt x="3" y="3"/>
                    <a:pt x="0" y="8"/>
                    <a:pt x="1" y="13"/>
                  </a:cubicBezTo>
                  <a:cubicBezTo>
                    <a:pt x="5" y="12"/>
                    <a:pt x="10" y="5"/>
                    <a:pt x="6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57" name="Freeform 4357">
              <a:extLst>
                <a:ext uri="{FF2B5EF4-FFF2-40B4-BE49-F238E27FC236}">
                  <a16:creationId xmlns:a16="http://schemas.microsoft.com/office/drawing/2014/main" id="{50234B0E-0257-4390-B0D9-BFEBBBFC9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422"/>
              <a:ext cx="12" cy="17"/>
            </a:xfrm>
            <a:custGeom>
              <a:avLst/>
              <a:gdLst>
                <a:gd name="T0" fmla="*/ 40 w 6"/>
                <a:gd name="T1" fmla="*/ 0 h 8"/>
                <a:gd name="T2" fmla="*/ 0 w 6"/>
                <a:gd name="T3" fmla="*/ 77 h 8"/>
                <a:gd name="T4" fmla="*/ 32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cubicBezTo>
                    <a:pt x="2" y="1"/>
                    <a:pt x="0" y="5"/>
                    <a:pt x="0" y="8"/>
                  </a:cubicBezTo>
                  <a:cubicBezTo>
                    <a:pt x="4" y="7"/>
                    <a:pt x="6" y="4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58" name="Freeform 4358">
              <a:extLst>
                <a:ext uri="{FF2B5EF4-FFF2-40B4-BE49-F238E27FC236}">
                  <a16:creationId xmlns:a16="http://schemas.microsoft.com/office/drawing/2014/main" id="{DC862E06-6301-4549-9C8D-AF4A40C7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452"/>
              <a:ext cx="28" cy="21"/>
            </a:xfrm>
            <a:custGeom>
              <a:avLst/>
              <a:gdLst>
                <a:gd name="T0" fmla="*/ 104 w 14"/>
                <a:gd name="T1" fmla="*/ 0 h 10"/>
                <a:gd name="T2" fmla="*/ 64 w 14"/>
                <a:gd name="T3" fmla="*/ 92 h 10"/>
                <a:gd name="T4" fmla="*/ 88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3" y="0"/>
                  </a:moveTo>
                  <a:cubicBezTo>
                    <a:pt x="10" y="1"/>
                    <a:pt x="0" y="10"/>
                    <a:pt x="8" y="10"/>
                  </a:cubicBezTo>
                  <a:cubicBezTo>
                    <a:pt x="12" y="10"/>
                    <a:pt x="14" y="1"/>
                    <a:pt x="11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59" name="Freeform 4359">
              <a:extLst>
                <a:ext uri="{FF2B5EF4-FFF2-40B4-BE49-F238E27FC236}">
                  <a16:creationId xmlns:a16="http://schemas.microsoft.com/office/drawing/2014/main" id="{EC0B077E-AF63-4CC9-AD88-1C45A4609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439"/>
              <a:ext cx="16" cy="21"/>
            </a:xfrm>
            <a:custGeom>
              <a:avLst/>
              <a:gdLst>
                <a:gd name="T0" fmla="*/ 64 w 8"/>
                <a:gd name="T1" fmla="*/ 0 h 10"/>
                <a:gd name="T2" fmla="*/ 8 w 8"/>
                <a:gd name="T3" fmla="*/ 92 h 10"/>
                <a:gd name="T4" fmla="*/ 56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3" y="1"/>
                    <a:pt x="0" y="6"/>
                    <a:pt x="1" y="10"/>
                  </a:cubicBezTo>
                  <a:cubicBezTo>
                    <a:pt x="6" y="9"/>
                    <a:pt x="6" y="4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60" name="Freeform 4360">
              <a:extLst>
                <a:ext uri="{FF2B5EF4-FFF2-40B4-BE49-F238E27FC236}">
                  <a16:creationId xmlns:a16="http://schemas.microsoft.com/office/drawing/2014/main" id="{0E199C46-7C83-4DCE-8D1B-DF7BA6D0A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426"/>
              <a:ext cx="24" cy="26"/>
            </a:xfrm>
            <a:custGeom>
              <a:avLst/>
              <a:gdLst>
                <a:gd name="T0" fmla="*/ 56 w 12"/>
                <a:gd name="T1" fmla="*/ 9 h 12"/>
                <a:gd name="T2" fmla="*/ 32 w 12"/>
                <a:gd name="T3" fmla="*/ 121 h 12"/>
                <a:gd name="T4" fmla="*/ 64 w 12"/>
                <a:gd name="T5" fmla="*/ 0 h 12"/>
                <a:gd name="T6" fmla="*/ 48 w 12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7" y="1"/>
                  </a:moveTo>
                  <a:cubicBezTo>
                    <a:pt x="2" y="2"/>
                    <a:pt x="0" y="9"/>
                    <a:pt x="4" y="12"/>
                  </a:cubicBezTo>
                  <a:cubicBezTo>
                    <a:pt x="8" y="10"/>
                    <a:pt x="12" y="4"/>
                    <a:pt x="8" y="0"/>
                  </a:cubicBezTo>
                  <a:cubicBezTo>
                    <a:pt x="7" y="1"/>
                    <a:pt x="6" y="1"/>
                    <a:pt x="6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61" name="Freeform 4361">
              <a:extLst>
                <a:ext uri="{FF2B5EF4-FFF2-40B4-BE49-F238E27FC236}">
                  <a16:creationId xmlns:a16="http://schemas.microsoft.com/office/drawing/2014/main" id="{1D15405A-1DDC-4AD8-9F49-F33D9241B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301"/>
              <a:ext cx="32" cy="34"/>
            </a:xfrm>
            <a:custGeom>
              <a:avLst/>
              <a:gdLst>
                <a:gd name="T0" fmla="*/ 56 w 16"/>
                <a:gd name="T1" fmla="*/ 28 h 16"/>
                <a:gd name="T2" fmla="*/ 0 w 16"/>
                <a:gd name="T3" fmla="*/ 104 h 16"/>
                <a:gd name="T4" fmla="*/ 72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7" y="3"/>
                  </a:moveTo>
                  <a:cubicBezTo>
                    <a:pt x="4" y="5"/>
                    <a:pt x="0" y="7"/>
                    <a:pt x="0" y="11"/>
                  </a:cubicBezTo>
                  <a:cubicBezTo>
                    <a:pt x="6" y="16"/>
                    <a:pt x="16" y="6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62" name="Freeform 4362">
              <a:extLst>
                <a:ext uri="{FF2B5EF4-FFF2-40B4-BE49-F238E27FC236}">
                  <a16:creationId xmlns:a16="http://schemas.microsoft.com/office/drawing/2014/main" id="{DA2A83F9-38FA-4C87-9383-17A0F2F66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22"/>
              <a:ext cx="22" cy="21"/>
            </a:xfrm>
            <a:custGeom>
              <a:avLst/>
              <a:gdLst>
                <a:gd name="T0" fmla="*/ 48 w 11"/>
                <a:gd name="T1" fmla="*/ 0 h 10"/>
                <a:gd name="T2" fmla="*/ 0 w 11"/>
                <a:gd name="T3" fmla="*/ 84 h 10"/>
                <a:gd name="T4" fmla="*/ 64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4" y="3"/>
                    <a:pt x="0" y="5"/>
                    <a:pt x="0" y="9"/>
                  </a:cubicBezTo>
                  <a:cubicBezTo>
                    <a:pt x="4" y="10"/>
                    <a:pt x="11" y="4"/>
                    <a:pt x="8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63" name="Freeform 4363">
              <a:extLst>
                <a:ext uri="{FF2B5EF4-FFF2-40B4-BE49-F238E27FC236}">
                  <a16:creationId xmlns:a16="http://schemas.microsoft.com/office/drawing/2014/main" id="{F3152315-0B6A-48C3-BCE4-5664F40A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326"/>
              <a:ext cx="24" cy="32"/>
            </a:xfrm>
            <a:custGeom>
              <a:avLst/>
              <a:gdLst>
                <a:gd name="T0" fmla="*/ 96 w 12"/>
                <a:gd name="T1" fmla="*/ 19 h 15"/>
                <a:gd name="T2" fmla="*/ 96 w 12"/>
                <a:gd name="T3" fmla="*/ 4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12" y="2"/>
                  </a:moveTo>
                  <a:cubicBezTo>
                    <a:pt x="1" y="0"/>
                    <a:pt x="0" y="15"/>
                    <a:pt x="12" y="5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64" name="Freeform 4364">
              <a:extLst>
                <a:ext uri="{FF2B5EF4-FFF2-40B4-BE49-F238E27FC236}">
                  <a16:creationId xmlns:a16="http://schemas.microsoft.com/office/drawing/2014/main" id="{D45FEB73-603B-4DA7-A25B-4BB8B16C5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30"/>
              <a:ext cx="38" cy="20"/>
            </a:xfrm>
            <a:custGeom>
              <a:avLst/>
              <a:gdLst>
                <a:gd name="T0" fmla="*/ 96 w 19"/>
                <a:gd name="T1" fmla="*/ 0 h 9"/>
                <a:gd name="T2" fmla="*/ 104 w 19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12" y="0"/>
                  </a:moveTo>
                  <a:cubicBezTo>
                    <a:pt x="0" y="9"/>
                    <a:pt x="19" y="9"/>
                    <a:pt x="13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65" name="Freeform 4365">
              <a:extLst>
                <a:ext uri="{FF2B5EF4-FFF2-40B4-BE49-F238E27FC236}">
                  <a16:creationId xmlns:a16="http://schemas.microsoft.com/office/drawing/2014/main" id="{364475D5-B82A-4723-A6C7-B0E05ACD7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286"/>
              <a:ext cx="24" cy="21"/>
            </a:xfrm>
            <a:custGeom>
              <a:avLst/>
              <a:gdLst>
                <a:gd name="T0" fmla="*/ 56 w 12"/>
                <a:gd name="T1" fmla="*/ 0 h 10"/>
                <a:gd name="T2" fmla="*/ 8 w 12"/>
                <a:gd name="T3" fmla="*/ 84 h 10"/>
                <a:gd name="T4" fmla="*/ 56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0"/>
                  </a:moveTo>
                  <a:cubicBezTo>
                    <a:pt x="4" y="3"/>
                    <a:pt x="0" y="5"/>
                    <a:pt x="1" y="9"/>
                  </a:cubicBezTo>
                  <a:cubicBezTo>
                    <a:pt x="6" y="10"/>
                    <a:pt x="12" y="4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66" name="Freeform 4366">
              <a:extLst>
                <a:ext uri="{FF2B5EF4-FFF2-40B4-BE49-F238E27FC236}">
                  <a16:creationId xmlns:a16="http://schemas.microsoft.com/office/drawing/2014/main" id="{B3E29523-3E67-426E-96BD-00EAD596B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179"/>
              <a:ext cx="20" cy="17"/>
            </a:xfrm>
            <a:custGeom>
              <a:avLst/>
              <a:gdLst>
                <a:gd name="T0" fmla="*/ 64 w 10"/>
                <a:gd name="T1" fmla="*/ 19 h 8"/>
                <a:gd name="T2" fmla="*/ 16 w 10"/>
                <a:gd name="T3" fmla="*/ 77 h 8"/>
                <a:gd name="T4" fmla="*/ 72 w 10"/>
                <a:gd name="T5" fmla="*/ 0 h 8"/>
                <a:gd name="T6" fmla="*/ 48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8" y="2"/>
                  </a:moveTo>
                  <a:cubicBezTo>
                    <a:pt x="4" y="1"/>
                    <a:pt x="0" y="5"/>
                    <a:pt x="2" y="8"/>
                  </a:cubicBezTo>
                  <a:cubicBezTo>
                    <a:pt x="6" y="8"/>
                    <a:pt x="10" y="4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67" name="Freeform 4367">
              <a:extLst>
                <a:ext uri="{FF2B5EF4-FFF2-40B4-BE49-F238E27FC236}">
                  <a16:creationId xmlns:a16="http://schemas.microsoft.com/office/drawing/2014/main" id="{FE2AEC42-98E2-41E9-97E9-7936E7C83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128"/>
              <a:ext cx="18" cy="17"/>
            </a:xfrm>
            <a:custGeom>
              <a:avLst/>
              <a:gdLst>
                <a:gd name="T0" fmla="*/ 48 w 9"/>
                <a:gd name="T1" fmla="*/ 19 h 8"/>
                <a:gd name="T2" fmla="*/ 8 w 9"/>
                <a:gd name="T3" fmla="*/ 77 h 8"/>
                <a:gd name="T4" fmla="*/ 48 w 9"/>
                <a:gd name="T5" fmla="*/ 0 h 8"/>
                <a:gd name="T6" fmla="*/ 24 w 9"/>
                <a:gd name="T7" fmla="*/ 4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6" y="2"/>
                  </a:moveTo>
                  <a:cubicBezTo>
                    <a:pt x="3" y="3"/>
                    <a:pt x="0" y="5"/>
                    <a:pt x="1" y="8"/>
                  </a:cubicBezTo>
                  <a:cubicBezTo>
                    <a:pt x="5" y="8"/>
                    <a:pt x="9" y="4"/>
                    <a:pt x="6" y="0"/>
                  </a:cubicBezTo>
                  <a:cubicBezTo>
                    <a:pt x="3" y="1"/>
                    <a:pt x="3" y="2"/>
                    <a:pt x="3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68" name="Freeform 4368">
              <a:extLst>
                <a:ext uri="{FF2B5EF4-FFF2-40B4-BE49-F238E27FC236}">
                  <a16:creationId xmlns:a16="http://schemas.microsoft.com/office/drawing/2014/main" id="{FF25084B-AAF2-41FE-831C-9492E91B1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207"/>
              <a:ext cx="17" cy="26"/>
            </a:xfrm>
            <a:custGeom>
              <a:avLst/>
              <a:gdLst>
                <a:gd name="T0" fmla="*/ 28 w 9"/>
                <a:gd name="T1" fmla="*/ 0 h 12"/>
                <a:gd name="T2" fmla="*/ 0 w 9"/>
                <a:gd name="T3" fmla="*/ 93 h 12"/>
                <a:gd name="T4" fmla="*/ 28 w 9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2"/>
                    <a:pt x="0" y="5"/>
                    <a:pt x="0" y="9"/>
                  </a:cubicBezTo>
                  <a:cubicBezTo>
                    <a:pt x="5" y="12"/>
                    <a:pt x="9" y="4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69" name="Freeform 4369">
              <a:extLst>
                <a:ext uri="{FF2B5EF4-FFF2-40B4-BE49-F238E27FC236}">
                  <a16:creationId xmlns:a16="http://schemas.microsoft.com/office/drawing/2014/main" id="{00F7E624-9CB2-4C4D-9572-E3D03A73D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228"/>
              <a:ext cx="22" cy="24"/>
            </a:xfrm>
            <a:custGeom>
              <a:avLst/>
              <a:gdLst>
                <a:gd name="T0" fmla="*/ 64 w 11"/>
                <a:gd name="T1" fmla="*/ 0 h 11"/>
                <a:gd name="T2" fmla="*/ 0 w 11"/>
                <a:gd name="T3" fmla="*/ 72 h 11"/>
                <a:gd name="T4" fmla="*/ 64 w 11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8" y="0"/>
                  </a:moveTo>
                  <a:cubicBezTo>
                    <a:pt x="5" y="1"/>
                    <a:pt x="2" y="4"/>
                    <a:pt x="0" y="7"/>
                  </a:cubicBezTo>
                  <a:cubicBezTo>
                    <a:pt x="4" y="11"/>
                    <a:pt x="11" y="4"/>
                    <a:pt x="8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70" name="Freeform 4370">
              <a:extLst>
                <a:ext uri="{FF2B5EF4-FFF2-40B4-BE49-F238E27FC236}">
                  <a16:creationId xmlns:a16="http://schemas.microsoft.com/office/drawing/2014/main" id="{7DA46D6F-ACAA-48FD-9D93-8407098DF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354"/>
              <a:ext cx="29" cy="23"/>
            </a:xfrm>
            <a:custGeom>
              <a:avLst/>
              <a:gdLst>
                <a:gd name="T0" fmla="*/ 56 w 15"/>
                <a:gd name="T1" fmla="*/ 8 h 11"/>
                <a:gd name="T2" fmla="*/ 52 w 15"/>
                <a:gd name="T3" fmla="*/ 92 h 11"/>
                <a:gd name="T4" fmla="*/ 72 w 15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8" y="1"/>
                  </a:moveTo>
                  <a:cubicBezTo>
                    <a:pt x="2" y="0"/>
                    <a:pt x="0" y="10"/>
                    <a:pt x="7" y="10"/>
                  </a:cubicBezTo>
                  <a:cubicBezTo>
                    <a:pt x="11" y="11"/>
                    <a:pt x="15" y="2"/>
                    <a:pt x="10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71" name="Freeform 4371">
              <a:extLst>
                <a:ext uri="{FF2B5EF4-FFF2-40B4-BE49-F238E27FC236}">
                  <a16:creationId xmlns:a16="http://schemas.microsoft.com/office/drawing/2014/main" id="{125043F6-161B-41AC-A58B-A007BAFFD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264"/>
              <a:ext cx="36" cy="20"/>
            </a:xfrm>
            <a:custGeom>
              <a:avLst/>
              <a:gdLst>
                <a:gd name="T0" fmla="*/ 112 w 18"/>
                <a:gd name="T1" fmla="*/ 0 h 9"/>
                <a:gd name="T2" fmla="*/ 64 w 18"/>
                <a:gd name="T3" fmla="*/ 80 h 9"/>
                <a:gd name="T4" fmla="*/ 112 w 18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14" y="0"/>
                  </a:moveTo>
                  <a:cubicBezTo>
                    <a:pt x="11" y="0"/>
                    <a:pt x="0" y="4"/>
                    <a:pt x="8" y="7"/>
                  </a:cubicBezTo>
                  <a:cubicBezTo>
                    <a:pt x="12" y="9"/>
                    <a:pt x="18" y="5"/>
                    <a:pt x="1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72" name="Freeform 4372">
              <a:extLst>
                <a:ext uri="{FF2B5EF4-FFF2-40B4-BE49-F238E27FC236}">
                  <a16:creationId xmlns:a16="http://schemas.microsoft.com/office/drawing/2014/main" id="{2FFC576F-48CE-42DC-8EE2-740416CA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2262"/>
              <a:ext cx="32" cy="24"/>
            </a:xfrm>
            <a:custGeom>
              <a:avLst/>
              <a:gdLst>
                <a:gd name="T0" fmla="*/ 112 w 16"/>
                <a:gd name="T1" fmla="*/ 9 h 11"/>
                <a:gd name="T2" fmla="*/ 24 w 16"/>
                <a:gd name="T3" fmla="*/ 61 h 11"/>
                <a:gd name="T4" fmla="*/ 120 w 16"/>
                <a:gd name="T5" fmla="*/ 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4" y="1"/>
                  </a:moveTo>
                  <a:cubicBezTo>
                    <a:pt x="11" y="1"/>
                    <a:pt x="0" y="0"/>
                    <a:pt x="3" y="6"/>
                  </a:cubicBezTo>
                  <a:cubicBezTo>
                    <a:pt x="5" y="11"/>
                    <a:pt x="16" y="10"/>
                    <a:pt x="15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73" name="Freeform 4373">
              <a:extLst>
                <a:ext uri="{FF2B5EF4-FFF2-40B4-BE49-F238E27FC236}">
                  <a16:creationId xmlns:a16="http://schemas.microsoft.com/office/drawing/2014/main" id="{AB48EBE7-DB07-4728-8EB8-D6AE06890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224"/>
              <a:ext cx="14" cy="11"/>
            </a:xfrm>
            <a:custGeom>
              <a:avLst/>
              <a:gdLst>
                <a:gd name="T0" fmla="*/ 24 w 7"/>
                <a:gd name="T1" fmla="*/ 9 h 5"/>
                <a:gd name="T2" fmla="*/ 0 w 7"/>
                <a:gd name="T3" fmla="*/ 33 h 5"/>
                <a:gd name="T4" fmla="*/ 56 w 7"/>
                <a:gd name="T5" fmla="*/ 33 h 5"/>
                <a:gd name="T6" fmla="*/ 4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cubicBezTo>
                    <a:pt x="1" y="2"/>
                    <a:pt x="0" y="1"/>
                    <a:pt x="0" y="3"/>
                  </a:cubicBezTo>
                  <a:cubicBezTo>
                    <a:pt x="2" y="5"/>
                    <a:pt x="4" y="5"/>
                    <a:pt x="7" y="3"/>
                  </a:cubicBezTo>
                  <a:cubicBezTo>
                    <a:pt x="7" y="2"/>
                    <a:pt x="6" y="1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74" name="Freeform 4374">
              <a:extLst>
                <a:ext uri="{FF2B5EF4-FFF2-40B4-BE49-F238E27FC236}">
                  <a16:creationId xmlns:a16="http://schemas.microsoft.com/office/drawing/2014/main" id="{2A915CC6-66B5-4065-97D8-3F324B39D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184"/>
              <a:ext cx="16" cy="12"/>
            </a:xfrm>
            <a:custGeom>
              <a:avLst/>
              <a:gdLst>
                <a:gd name="T0" fmla="*/ 32 w 8"/>
                <a:gd name="T1" fmla="*/ 8 h 6"/>
                <a:gd name="T2" fmla="*/ 0 w 8"/>
                <a:gd name="T3" fmla="*/ 48 h 6"/>
                <a:gd name="T4" fmla="*/ 64 w 8"/>
                <a:gd name="T5" fmla="*/ 16 h 6"/>
                <a:gd name="T6" fmla="*/ 24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3" y="6"/>
                    <a:pt x="6" y="5"/>
                    <a:pt x="8" y="2"/>
                  </a:cubicBezTo>
                  <a:cubicBezTo>
                    <a:pt x="7" y="1"/>
                    <a:pt x="5" y="0"/>
                    <a:pt x="3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75" name="Freeform 4375">
              <a:extLst>
                <a:ext uri="{FF2B5EF4-FFF2-40B4-BE49-F238E27FC236}">
                  <a16:creationId xmlns:a16="http://schemas.microsoft.com/office/drawing/2014/main" id="{2C30C53D-7C0D-4720-8821-9B8C1B97A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092"/>
              <a:ext cx="24" cy="17"/>
            </a:xfrm>
            <a:custGeom>
              <a:avLst/>
              <a:gdLst>
                <a:gd name="T0" fmla="*/ 56 w 12"/>
                <a:gd name="T1" fmla="*/ 28 h 8"/>
                <a:gd name="T2" fmla="*/ 0 w 12"/>
                <a:gd name="T3" fmla="*/ 49 h 8"/>
                <a:gd name="T4" fmla="*/ 96 w 12"/>
                <a:gd name="T5" fmla="*/ 19 h 8"/>
                <a:gd name="T6" fmla="*/ 56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7" y="3"/>
                  </a:moveTo>
                  <a:cubicBezTo>
                    <a:pt x="4" y="2"/>
                    <a:pt x="1" y="2"/>
                    <a:pt x="0" y="5"/>
                  </a:cubicBezTo>
                  <a:cubicBezTo>
                    <a:pt x="3" y="8"/>
                    <a:pt x="9" y="5"/>
                    <a:pt x="12" y="2"/>
                  </a:cubicBezTo>
                  <a:cubicBezTo>
                    <a:pt x="10" y="0"/>
                    <a:pt x="9" y="0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76" name="Freeform 4376">
              <a:extLst>
                <a:ext uri="{FF2B5EF4-FFF2-40B4-BE49-F238E27FC236}">
                  <a16:creationId xmlns:a16="http://schemas.microsoft.com/office/drawing/2014/main" id="{DE9C4E8F-9B49-47A4-80D0-77BB9681B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977"/>
              <a:ext cx="32" cy="22"/>
            </a:xfrm>
            <a:custGeom>
              <a:avLst/>
              <a:gdLst>
                <a:gd name="T0" fmla="*/ 48 w 16"/>
                <a:gd name="T1" fmla="*/ 9 h 10"/>
                <a:gd name="T2" fmla="*/ 16 w 16"/>
                <a:gd name="T3" fmla="*/ 73 h 10"/>
                <a:gd name="T4" fmla="*/ 128 w 16"/>
                <a:gd name="T5" fmla="*/ 53 h 10"/>
                <a:gd name="T6" fmla="*/ 96 w 1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6" y="1"/>
                  </a:moveTo>
                  <a:cubicBezTo>
                    <a:pt x="2" y="1"/>
                    <a:pt x="0" y="4"/>
                    <a:pt x="2" y="7"/>
                  </a:cubicBezTo>
                  <a:cubicBezTo>
                    <a:pt x="4" y="10"/>
                    <a:pt x="14" y="6"/>
                    <a:pt x="16" y="5"/>
                  </a:cubicBezTo>
                  <a:cubicBezTo>
                    <a:pt x="16" y="3"/>
                    <a:pt x="14" y="1"/>
                    <a:pt x="12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77" name="Freeform 4377">
              <a:extLst>
                <a:ext uri="{FF2B5EF4-FFF2-40B4-BE49-F238E27FC236}">
                  <a16:creationId xmlns:a16="http://schemas.microsoft.com/office/drawing/2014/main" id="{25215D63-8172-468B-A51A-8E94E4486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001"/>
              <a:ext cx="16" cy="12"/>
            </a:xfrm>
            <a:custGeom>
              <a:avLst/>
              <a:gdLst>
                <a:gd name="T0" fmla="*/ 32 w 8"/>
                <a:gd name="T1" fmla="*/ 0 h 6"/>
                <a:gd name="T2" fmla="*/ 8 w 8"/>
                <a:gd name="T3" fmla="*/ 40 h 6"/>
                <a:gd name="T4" fmla="*/ 64 w 8"/>
                <a:gd name="T5" fmla="*/ 32 h 6"/>
                <a:gd name="T6" fmla="*/ 32 w 8"/>
                <a:gd name="T7" fmla="*/ 1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2" y="1"/>
                    <a:pt x="0" y="2"/>
                    <a:pt x="1" y="5"/>
                  </a:cubicBezTo>
                  <a:cubicBezTo>
                    <a:pt x="3" y="6"/>
                    <a:pt x="6" y="6"/>
                    <a:pt x="8" y="4"/>
                  </a:cubicBezTo>
                  <a:cubicBezTo>
                    <a:pt x="7" y="1"/>
                    <a:pt x="6" y="1"/>
                    <a:pt x="4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78" name="Freeform 4378">
              <a:extLst>
                <a:ext uri="{FF2B5EF4-FFF2-40B4-BE49-F238E27FC236}">
                  <a16:creationId xmlns:a16="http://schemas.microsoft.com/office/drawing/2014/main" id="{6E2F9A7E-0393-43E9-ABA5-E8C18C944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048"/>
              <a:ext cx="14" cy="17"/>
            </a:xfrm>
            <a:custGeom>
              <a:avLst/>
              <a:gdLst>
                <a:gd name="T0" fmla="*/ 40 w 7"/>
                <a:gd name="T1" fmla="*/ 19 h 8"/>
                <a:gd name="T2" fmla="*/ 0 w 7"/>
                <a:gd name="T3" fmla="*/ 60 h 8"/>
                <a:gd name="T4" fmla="*/ 56 w 7"/>
                <a:gd name="T5" fmla="*/ 9 h 8"/>
                <a:gd name="T6" fmla="*/ 32 w 7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3" y="8"/>
                    <a:pt x="7" y="5"/>
                    <a:pt x="7" y="1"/>
                  </a:cubicBezTo>
                  <a:cubicBezTo>
                    <a:pt x="5" y="0"/>
                    <a:pt x="5" y="1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79" name="Freeform 4379">
              <a:extLst>
                <a:ext uri="{FF2B5EF4-FFF2-40B4-BE49-F238E27FC236}">
                  <a16:creationId xmlns:a16="http://schemas.microsoft.com/office/drawing/2014/main" id="{26D4F4EE-7ED3-4063-96B3-1B023F921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2082"/>
              <a:ext cx="10" cy="10"/>
            </a:xfrm>
            <a:custGeom>
              <a:avLst/>
              <a:gdLst>
                <a:gd name="T0" fmla="*/ 16 w 5"/>
                <a:gd name="T1" fmla="*/ 16 h 5"/>
                <a:gd name="T2" fmla="*/ 8 w 5"/>
                <a:gd name="T3" fmla="*/ 40 h 5"/>
                <a:gd name="T4" fmla="*/ 40 w 5"/>
                <a:gd name="T5" fmla="*/ 8 h 5"/>
                <a:gd name="T6" fmla="*/ 16 w 5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4" y="5"/>
                    <a:pt x="5" y="4"/>
                    <a:pt x="5" y="1"/>
                  </a:cubicBezTo>
                  <a:cubicBezTo>
                    <a:pt x="3" y="0"/>
                    <a:pt x="3" y="2"/>
                    <a:pt x="2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80" name="Freeform 4380">
              <a:extLst>
                <a:ext uri="{FF2B5EF4-FFF2-40B4-BE49-F238E27FC236}">
                  <a16:creationId xmlns:a16="http://schemas.microsoft.com/office/drawing/2014/main" id="{1A76C0B0-4CA1-462D-B291-E054E46D0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2120"/>
              <a:ext cx="18" cy="13"/>
            </a:xfrm>
            <a:custGeom>
              <a:avLst/>
              <a:gdLst>
                <a:gd name="T0" fmla="*/ 32 w 9"/>
                <a:gd name="T1" fmla="*/ 9 h 6"/>
                <a:gd name="T2" fmla="*/ 0 w 9"/>
                <a:gd name="T3" fmla="*/ 61 h 6"/>
                <a:gd name="T4" fmla="*/ 48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3" y="6"/>
                    <a:pt x="9" y="4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81" name="Freeform 4381">
              <a:extLst>
                <a:ext uri="{FF2B5EF4-FFF2-40B4-BE49-F238E27FC236}">
                  <a16:creationId xmlns:a16="http://schemas.microsoft.com/office/drawing/2014/main" id="{3725EE53-0E3C-4192-8BD5-4AC15FF26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043"/>
              <a:ext cx="14" cy="13"/>
            </a:xfrm>
            <a:custGeom>
              <a:avLst/>
              <a:gdLst>
                <a:gd name="T0" fmla="*/ 48 w 7"/>
                <a:gd name="T1" fmla="*/ 0 h 6"/>
                <a:gd name="T2" fmla="*/ 0 w 7"/>
                <a:gd name="T3" fmla="*/ 20 h 6"/>
                <a:gd name="T4" fmla="*/ 56 w 7"/>
                <a:gd name="T5" fmla="*/ 43 h 6"/>
                <a:gd name="T6" fmla="*/ 40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4" y="0"/>
                    <a:pt x="1" y="0"/>
                    <a:pt x="0" y="2"/>
                  </a:cubicBezTo>
                  <a:cubicBezTo>
                    <a:pt x="0" y="6"/>
                    <a:pt x="5" y="6"/>
                    <a:pt x="7" y="4"/>
                  </a:cubicBezTo>
                  <a:cubicBezTo>
                    <a:pt x="7" y="2"/>
                    <a:pt x="6" y="1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82" name="Freeform 4382">
              <a:extLst>
                <a:ext uri="{FF2B5EF4-FFF2-40B4-BE49-F238E27FC236}">
                  <a16:creationId xmlns:a16="http://schemas.microsoft.com/office/drawing/2014/main" id="{D8FA7A59-E4D3-4187-971B-05DAFFADA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005"/>
              <a:ext cx="22" cy="19"/>
            </a:xfrm>
            <a:custGeom>
              <a:avLst/>
              <a:gdLst>
                <a:gd name="T0" fmla="*/ 64 w 11"/>
                <a:gd name="T1" fmla="*/ 8 h 9"/>
                <a:gd name="T2" fmla="*/ 32 w 11"/>
                <a:gd name="T3" fmla="*/ 68 h 9"/>
                <a:gd name="T4" fmla="*/ 64 w 1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8" y="1"/>
                  </a:moveTo>
                  <a:cubicBezTo>
                    <a:pt x="4" y="0"/>
                    <a:pt x="0" y="4"/>
                    <a:pt x="4" y="7"/>
                  </a:cubicBezTo>
                  <a:cubicBezTo>
                    <a:pt x="8" y="9"/>
                    <a:pt x="11" y="4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83" name="Freeform 4383">
              <a:extLst>
                <a:ext uri="{FF2B5EF4-FFF2-40B4-BE49-F238E27FC236}">
                  <a16:creationId xmlns:a16="http://schemas.microsoft.com/office/drawing/2014/main" id="{DE8B3D61-8B53-44F2-A626-3794EA1C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958"/>
              <a:ext cx="14" cy="15"/>
            </a:xfrm>
            <a:custGeom>
              <a:avLst/>
              <a:gdLst>
                <a:gd name="T0" fmla="*/ 40 w 7"/>
                <a:gd name="T1" fmla="*/ 0 h 7"/>
                <a:gd name="T2" fmla="*/ 8 w 7"/>
                <a:gd name="T3" fmla="*/ 60 h 7"/>
                <a:gd name="T4" fmla="*/ 48 w 7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3" y="1"/>
                    <a:pt x="0" y="3"/>
                    <a:pt x="1" y="6"/>
                  </a:cubicBezTo>
                  <a:cubicBezTo>
                    <a:pt x="5" y="7"/>
                    <a:pt x="7" y="5"/>
                    <a:pt x="6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84" name="Freeform 4384">
              <a:extLst>
                <a:ext uri="{FF2B5EF4-FFF2-40B4-BE49-F238E27FC236}">
                  <a16:creationId xmlns:a16="http://schemas.microsoft.com/office/drawing/2014/main" id="{21F24A36-DF36-42C5-8ADE-E38D9B1C4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1920"/>
              <a:ext cx="24" cy="15"/>
            </a:xfrm>
            <a:custGeom>
              <a:avLst/>
              <a:gdLst>
                <a:gd name="T0" fmla="*/ 40 w 12"/>
                <a:gd name="T1" fmla="*/ 0 h 7"/>
                <a:gd name="T2" fmla="*/ 0 w 12"/>
                <a:gd name="T3" fmla="*/ 28 h 7"/>
                <a:gd name="T4" fmla="*/ 96 w 12"/>
                <a:gd name="T5" fmla="*/ 41 h 7"/>
                <a:gd name="T6" fmla="*/ 56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7"/>
                    <a:pt x="8" y="6"/>
                    <a:pt x="12" y="4"/>
                  </a:cubicBezTo>
                  <a:cubicBezTo>
                    <a:pt x="11" y="1"/>
                    <a:pt x="10" y="1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85" name="Freeform 4385">
              <a:extLst>
                <a:ext uri="{FF2B5EF4-FFF2-40B4-BE49-F238E27FC236}">
                  <a16:creationId xmlns:a16="http://schemas.microsoft.com/office/drawing/2014/main" id="{EA07D5DE-C898-4034-AADE-F2C88D250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939"/>
              <a:ext cx="32" cy="21"/>
            </a:xfrm>
            <a:custGeom>
              <a:avLst/>
              <a:gdLst>
                <a:gd name="T0" fmla="*/ 104 w 16"/>
                <a:gd name="T1" fmla="*/ 27 h 10"/>
                <a:gd name="T2" fmla="*/ 24 w 16"/>
                <a:gd name="T3" fmla="*/ 57 h 10"/>
                <a:gd name="T4" fmla="*/ 96 w 16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3" y="3"/>
                  </a:moveTo>
                  <a:cubicBezTo>
                    <a:pt x="10" y="1"/>
                    <a:pt x="0" y="0"/>
                    <a:pt x="3" y="6"/>
                  </a:cubicBezTo>
                  <a:cubicBezTo>
                    <a:pt x="6" y="10"/>
                    <a:pt x="16" y="6"/>
                    <a:pt x="12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86" name="Freeform 4386">
              <a:extLst>
                <a:ext uri="{FF2B5EF4-FFF2-40B4-BE49-F238E27FC236}">
                  <a16:creationId xmlns:a16="http://schemas.microsoft.com/office/drawing/2014/main" id="{E934E85C-6445-4509-8F48-7BDBF3AEC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897"/>
              <a:ext cx="24" cy="14"/>
            </a:xfrm>
            <a:custGeom>
              <a:avLst/>
              <a:gdLst>
                <a:gd name="T0" fmla="*/ 96 w 12"/>
                <a:gd name="T1" fmla="*/ 8 h 7"/>
                <a:gd name="T2" fmla="*/ 0 w 12"/>
                <a:gd name="T3" fmla="*/ 40 h 7"/>
                <a:gd name="T4" fmla="*/ 96 w 12"/>
                <a:gd name="T5" fmla="*/ 16 h 7"/>
                <a:gd name="T6" fmla="*/ 72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8" y="0"/>
                    <a:pt x="2" y="0"/>
                    <a:pt x="0" y="5"/>
                  </a:cubicBezTo>
                  <a:cubicBezTo>
                    <a:pt x="4" y="7"/>
                    <a:pt x="10" y="6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87" name="Freeform 4387">
              <a:extLst>
                <a:ext uri="{FF2B5EF4-FFF2-40B4-BE49-F238E27FC236}">
                  <a16:creationId xmlns:a16="http://schemas.microsoft.com/office/drawing/2014/main" id="{76F1E275-BF64-4CB4-9DDA-F7DDBE173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941"/>
              <a:ext cx="24" cy="26"/>
            </a:xfrm>
            <a:custGeom>
              <a:avLst/>
              <a:gdLst>
                <a:gd name="T0" fmla="*/ 64 w 12"/>
                <a:gd name="T1" fmla="*/ 0 h 12"/>
                <a:gd name="T2" fmla="*/ 8 w 12"/>
                <a:gd name="T3" fmla="*/ 72 h 12"/>
                <a:gd name="T4" fmla="*/ 96 w 12"/>
                <a:gd name="T5" fmla="*/ 0 h 12"/>
                <a:gd name="T6" fmla="*/ 80 w 12"/>
                <a:gd name="T7" fmla="*/ 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8" y="0"/>
                  </a:moveTo>
                  <a:cubicBezTo>
                    <a:pt x="5" y="1"/>
                    <a:pt x="0" y="3"/>
                    <a:pt x="1" y="7"/>
                  </a:cubicBezTo>
                  <a:cubicBezTo>
                    <a:pt x="3" y="12"/>
                    <a:pt x="12" y="3"/>
                    <a:pt x="12" y="0"/>
                  </a:cubicBezTo>
                  <a:cubicBezTo>
                    <a:pt x="11" y="0"/>
                    <a:pt x="11" y="0"/>
                    <a:pt x="10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88" name="Freeform 4388">
              <a:extLst>
                <a:ext uri="{FF2B5EF4-FFF2-40B4-BE49-F238E27FC236}">
                  <a16:creationId xmlns:a16="http://schemas.microsoft.com/office/drawing/2014/main" id="{5AD0ABCA-BD6C-4877-A2EE-A90000C0A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984"/>
              <a:ext cx="36" cy="36"/>
            </a:xfrm>
            <a:custGeom>
              <a:avLst/>
              <a:gdLst>
                <a:gd name="T0" fmla="*/ 128 w 18"/>
                <a:gd name="T1" fmla="*/ 49 h 17"/>
                <a:gd name="T2" fmla="*/ 24 w 18"/>
                <a:gd name="T3" fmla="*/ 59 h 17"/>
                <a:gd name="T4" fmla="*/ 144 w 18"/>
                <a:gd name="T5" fmla="*/ 49 h 17"/>
                <a:gd name="T6" fmla="*/ 104 w 18"/>
                <a:gd name="T7" fmla="*/ 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6" y="5"/>
                  </a:moveTo>
                  <a:cubicBezTo>
                    <a:pt x="12" y="1"/>
                    <a:pt x="5" y="0"/>
                    <a:pt x="3" y="6"/>
                  </a:cubicBezTo>
                  <a:cubicBezTo>
                    <a:pt x="0" y="17"/>
                    <a:pt x="16" y="11"/>
                    <a:pt x="18" y="5"/>
                  </a:cubicBezTo>
                  <a:cubicBezTo>
                    <a:pt x="17" y="4"/>
                    <a:pt x="15" y="3"/>
                    <a:pt x="13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89" name="Freeform 4389">
              <a:extLst>
                <a:ext uri="{FF2B5EF4-FFF2-40B4-BE49-F238E27FC236}">
                  <a16:creationId xmlns:a16="http://schemas.microsoft.com/office/drawing/2014/main" id="{0BBA1F3B-2F1D-47A8-8F42-ECB005D52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048"/>
              <a:ext cx="28" cy="34"/>
            </a:xfrm>
            <a:custGeom>
              <a:avLst/>
              <a:gdLst>
                <a:gd name="T0" fmla="*/ 72 w 14"/>
                <a:gd name="T1" fmla="*/ 28 h 16"/>
                <a:gd name="T2" fmla="*/ 0 w 14"/>
                <a:gd name="T3" fmla="*/ 77 h 16"/>
                <a:gd name="T4" fmla="*/ 112 w 14"/>
                <a:gd name="T5" fmla="*/ 9 h 16"/>
                <a:gd name="T6" fmla="*/ 64 w 14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9" y="3"/>
                  </a:moveTo>
                  <a:cubicBezTo>
                    <a:pt x="6" y="2"/>
                    <a:pt x="0" y="4"/>
                    <a:pt x="0" y="8"/>
                  </a:cubicBezTo>
                  <a:cubicBezTo>
                    <a:pt x="2" y="16"/>
                    <a:pt x="13" y="4"/>
                    <a:pt x="14" y="1"/>
                  </a:cubicBezTo>
                  <a:cubicBezTo>
                    <a:pt x="12" y="0"/>
                    <a:pt x="10" y="1"/>
                    <a:pt x="8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90" name="Freeform 4390">
              <a:extLst>
                <a:ext uri="{FF2B5EF4-FFF2-40B4-BE49-F238E27FC236}">
                  <a16:creationId xmlns:a16="http://schemas.microsoft.com/office/drawing/2014/main" id="{C3AA3719-5026-4474-A4F2-D2F43B415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060"/>
              <a:ext cx="22" cy="24"/>
            </a:xfrm>
            <a:custGeom>
              <a:avLst/>
              <a:gdLst>
                <a:gd name="T0" fmla="*/ 56 w 11"/>
                <a:gd name="T1" fmla="*/ 0 h 11"/>
                <a:gd name="T2" fmla="*/ 8 w 11"/>
                <a:gd name="T3" fmla="*/ 105 h 11"/>
                <a:gd name="T4" fmla="*/ 80 w 11"/>
                <a:gd name="T5" fmla="*/ 20 h 11"/>
                <a:gd name="T6" fmla="*/ 48 w 11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4" y="3"/>
                    <a:pt x="0" y="6"/>
                    <a:pt x="1" y="10"/>
                  </a:cubicBezTo>
                  <a:cubicBezTo>
                    <a:pt x="5" y="11"/>
                    <a:pt x="11" y="7"/>
                    <a:pt x="10" y="2"/>
                  </a:cubicBezTo>
                  <a:cubicBezTo>
                    <a:pt x="8" y="1"/>
                    <a:pt x="8" y="3"/>
                    <a:pt x="6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91" name="Freeform 4391">
              <a:extLst>
                <a:ext uri="{FF2B5EF4-FFF2-40B4-BE49-F238E27FC236}">
                  <a16:creationId xmlns:a16="http://schemas.microsoft.com/office/drawing/2014/main" id="{3238AFEF-4038-422B-AD54-6882ECFC9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150"/>
              <a:ext cx="22" cy="17"/>
            </a:xfrm>
            <a:custGeom>
              <a:avLst/>
              <a:gdLst>
                <a:gd name="T0" fmla="*/ 64 w 11"/>
                <a:gd name="T1" fmla="*/ 0 h 8"/>
                <a:gd name="T2" fmla="*/ 0 w 11"/>
                <a:gd name="T3" fmla="*/ 77 h 8"/>
                <a:gd name="T4" fmla="*/ 88 w 11"/>
                <a:gd name="T5" fmla="*/ 19 h 8"/>
                <a:gd name="T6" fmla="*/ 64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4" y="8"/>
                    <a:pt x="8" y="6"/>
                    <a:pt x="11" y="2"/>
                  </a:cubicBezTo>
                  <a:cubicBezTo>
                    <a:pt x="11" y="1"/>
                    <a:pt x="10" y="1"/>
                    <a:pt x="8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92" name="Freeform 4392">
              <a:extLst>
                <a:ext uri="{FF2B5EF4-FFF2-40B4-BE49-F238E27FC236}">
                  <a16:creationId xmlns:a16="http://schemas.microsoft.com/office/drawing/2014/main" id="{60275FC8-60FE-4A48-B4AB-81835D430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060"/>
              <a:ext cx="24" cy="26"/>
            </a:xfrm>
            <a:custGeom>
              <a:avLst/>
              <a:gdLst>
                <a:gd name="T0" fmla="*/ 40 w 12"/>
                <a:gd name="T1" fmla="*/ 20 h 12"/>
                <a:gd name="T2" fmla="*/ 8 w 12"/>
                <a:gd name="T3" fmla="*/ 104 h 12"/>
                <a:gd name="T4" fmla="*/ 72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5" y="2"/>
                  </a:moveTo>
                  <a:cubicBezTo>
                    <a:pt x="2" y="4"/>
                    <a:pt x="0" y="7"/>
                    <a:pt x="1" y="10"/>
                  </a:cubicBezTo>
                  <a:cubicBezTo>
                    <a:pt x="6" y="12"/>
                    <a:pt x="12" y="5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93" name="Freeform 4393">
              <a:extLst>
                <a:ext uri="{FF2B5EF4-FFF2-40B4-BE49-F238E27FC236}">
                  <a16:creationId xmlns:a16="http://schemas.microsoft.com/office/drawing/2014/main" id="{222D1A42-307D-41B1-B5DB-6098B8E01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039"/>
              <a:ext cx="20" cy="21"/>
            </a:xfrm>
            <a:custGeom>
              <a:avLst/>
              <a:gdLst>
                <a:gd name="T0" fmla="*/ 24 w 10"/>
                <a:gd name="T1" fmla="*/ 17 h 10"/>
                <a:gd name="T2" fmla="*/ 8 w 10"/>
                <a:gd name="T3" fmla="*/ 92 h 10"/>
                <a:gd name="T4" fmla="*/ 8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6" y="10"/>
                    <a:pt x="9" y="5"/>
                    <a:pt x="10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94" name="Freeform 4394">
              <a:extLst>
                <a:ext uri="{FF2B5EF4-FFF2-40B4-BE49-F238E27FC236}">
                  <a16:creationId xmlns:a16="http://schemas.microsoft.com/office/drawing/2014/main" id="{64145FC2-F923-4AB9-A695-DB010657B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943"/>
              <a:ext cx="18" cy="19"/>
            </a:xfrm>
            <a:custGeom>
              <a:avLst/>
              <a:gdLst>
                <a:gd name="T0" fmla="*/ 40 w 9"/>
                <a:gd name="T1" fmla="*/ 8 h 9"/>
                <a:gd name="T2" fmla="*/ 0 w 9"/>
                <a:gd name="T3" fmla="*/ 76 h 9"/>
                <a:gd name="T4" fmla="*/ 72 w 9"/>
                <a:gd name="T5" fmla="*/ 17 h 9"/>
                <a:gd name="T6" fmla="*/ 40 w 9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5" y="1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4" y="9"/>
                    <a:pt x="8" y="5"/>
                    <a:pt x="9" y="2"/>
                  </a:cubicBezTo>
                  <a:cubicBezTo>
                    <a:pt x="8" y="0"/>
                    <a:pt x="7" y="0"/>
                    <a:pt x="5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95" name="Freeform 4395">
              <a:extLst>
                <a:ext uri="{FF2B5EF4-FFF2-40B4-BE49-F238E27FC236}">
                  <a16:creationId xmlns:a16="http://schemas.microsoft.com/office/drawing/2014/main" id="{939325F3-514E-43A1-A266-FE59E55C5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880"/>
              <a:ext cx="16" cy="17"/>
            </a:xfrm>
            <a:custGeom>
              <a:avLst/>
              <a:gdLst>
                <a:gd name="T0" fmla="*/ 32 w 8"/>
                <a:gd name="T1" fmla="*/ 28 h 8"/>
                <a:gd name="T2" fmla="*/ 0 w 8"/>
                <a:gd name="T3" fmla="*/ 49 h 8"/>
                <a:gd name="T4" fmla="*/ 64 w 8"/>
                <a:gd name="T5" fmla="*/ 19 h 8"/>
                <a:gd name="T6" fmla="*/ 40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3"/>
                  </a:moveTo>
                  <a:cubicBezTo>
                    <a:pt x="2" y="2"/>
                    <a:pt x="0" y="2"/>
                    <a:pt x="0" y="5"/>
                  </a:cubicBezTo>
                  <a:cubicBezTo>
                    <a:pt x="3" y="8"/>
                    <a:pt x="7" y="6"/>
                    <a:pt x="8" y="2"/>
                  </a:cubicBezTo>
                  <a:cubicBezTo>
                    <a:pt x="7" y="1"/>
                    <a:pt x="6" y="1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96" name="Freeform 4396">
              <a:extLst>
                <a:ext uri="{FF2B5EF4-FFF2-40B4-BE49-F238E27FC236}">
                  <a16:creationId xmlns:a16="http://schemas.microsoft.com/office/drawing/2014/main" id="{F4D55AEB-14FF-4685-B3BF-2073414BF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841"/>
              <a:ext cx="24" cy="21"/>
            </a:xfrm>
            <a:custGeom>
              <a:avLst/>
              <a:gdLst>
                <a:gd name="T0" fmla="*/ 72 w 12"/>
                <a:gd name="T1" fmla="*/ 0 h 10"/>
                <a:gd name="T2" fmla="*/ 0 w 12"/>
                <a:gd name="T3" fmla="*/ 67 h 10"/>
                <a:gd name="T4" fmla="*/ 96 w 12"/>
                <a:gd name="T5" fmla="*/ 27 h 10"/>
                <a:gd name="T6" fmla="*/ 56 w 12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9" y="0"/>
                  </a:moveTo>
                  <a:cubicBezTo>
                    <a:pt x="6" y="2"/>
                    <a:pt x="1" y="3"/>
                    <a:pt x="0" y="7"/>
                  </a:cubicBezTo>
                  <a:cubicBezTo>
                    <a:pt x="4" y="10"/>
                    <a:pt x="9" y="7"/>
                    <a:pt x="12" y="3"/>
                  </a:cubicBezTo>
                  <a:cubicBezTo>
                    <a:pt x="10" y="1"/>
                    <a:pt x="9" y="1"/>
                    <a:pt x="7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97" name="Freeform 4397">
              <a:extLst>
                <a:ext uri="{FF2B5EF4-FFF2-40B4-BE49-F238E27FC236}">
                  <a16:creationId xmlns:a16="http://schemas.microsoft.com/office/drawing/2014/main" id="{5875E67B-C8CA-40EA-991B-FB4E96E0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897"/>
              <a:ext cx="40" cy="31"/>
            </a:xfrm>
            <a:custGeom>
              <a:avLst/>
              <a:gdLst>
                <a:gd name="T0" fmla="*/ 112 w 20"/>
                <a:gd name="T1" fmla="*/ 25 h 15"/>
                <a:gd name="T2" fmla="*/ 24 w 20"/>
                <a:gd name="T3" fmla="*/ 89 h 15"/>
                <a:gd name="T4" fmla="*/ 128 w 20"/>
                <a:gd name="T5" fmla="*/ 17 h 15"/>
                <a:gd name="T6" fmla="*/ 112 w 20"/>
                <a:gd name="T7" fmla="*/ 1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14" y="3"/>
                  </a:moveTo>
                  <a:cubicBezTo>
                    <a:pt x="10" y="0"/>
                    <a:pt x="0" y="5"/>
                    <a:pt x="3" y="10"/>
                  </a:cubicBezTo>
                  <a:cubicBezTo>
                    <a:pt x="5" y="15"/>
                    <a:pt x="20" y="8"/>
                    <a:pt x="16" y="2"/>
                  </a:cubicBezTo>
                  <a:cubicBezTo>
                    <a:pt x="15" y="1"/>
                    <a:pt x="15" y="1"/>
                    <a:pt x="14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98" name="Freeform 4398">
              <a:extLst>
                <a:ext uri="{FF2B5EF4-FFF2-40B4-BE49-F238E27FC236}">
                  <a16:creationId xmlns:a16="http://schemas.microsoft.com/office/drawing/2014/main" id="{A97A72C0-958E-4E25-A68B-4CE99D1EF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924"/>
              <a:ext cx="20" cy="30"/>
            </a:xfrm>
            <a:custGeom>
              <a:avLst/>
              <a:gdLst>
                <a:gd name="T0" fmla="*/ 56 w 10"/>
                <a:gd name="T1" fmla="*/ 41 h 14"/>
                <a:gd name="T2" fmla="*/ 0 w 10"/>
                <a:gd name="T3" fmla="*/ 96 h 14"/>
                <a:gd name="T4" fmla="*/ 32 w 10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7" y="4"/>
                  </a:moveTo>
                  <a:cubicBezTo>
                    <a:pt x="4" y="6"/>
                    <a:pt x="1" y="7"/>
                    <a:pt x="0" y="10"/>
                  </a:cubicBezTo>
                  <a:cubicBezTo>
                    <a:pt x="9" y="14"/>
                    <a:pt x="10" y="0"/>
                    <a:pt x="4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399" name="Freeform 4399">
              <a:extLst>
                <a:ext uri="{FF2B5EF4-FFF2-40B4-BE49-F238E27FC236}">
                  <a16:creationId xmlns:a16="http://schemas.microsoft.com/office/drawing/2014/main" id="{95BAB5AF-477C-4D85-A597-A1BA0CB6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958"/>
              <a:ext cx="34" cy="24"/>
            </a:xfrm>
            <a:custGeom>
              <a:avLst/>
              <a:gdLst>
                <a:gd name="T0" fmla="*/ 96 w 17"/>
                <a:gd name="T1" fmla="*/ 20 h 11"/>
                <a:gd name="T2" fmla="*/ 48 w 17"/>
                <a:gd name="T3" fmla="*/ 105 h 11"/>
                <a:gd name="T4" fmla="*/ 96 w 17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2" y="2"/>
                  </a:moveTo>
                  <a:cubicBezTo>
                    <a:pt x="7" y="0"/>
                    <a:pt x="0" y="7"/>
                    <a:pt x="6" y="10"/>
                  </a:cubicBezTo>
                  <a:cubicBezTo>
                    <a:pt x="10" y="11"/>
                    <a:pt x="17" y="5"/>
                    <a:pt x="12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00" name="Freeform 4400">
              <a:extLst>
                <a:ext uri="{FF2B5EF4-FFF2-40B4-BE49-F238E27FC236}">
                  <a16:creationId xmlns:a16="http://schemas.microsoft.com/office/drawing/2014/main" id="{47037C31-0EC8-404B-BE4E-5C669408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1888"/>
              <a:ext cx="16" cy="17"/>
            </a:xfrm>
            <a:custGeom>
              <a:avLst/>
              <a:gdLst>
                <a:gd name="T0" fmla="*/ 24 w 8"/>
                <a:gd name="T1" fmla="*/ 49 h 8"/>
                <a:gd name="T2" fmla="*/ 16 w 8"/>
                <a:gd name="T3" fmla="*/ 77 h 8"/>
                <a:gd name="T4" fmla="*/ 64 w 8"/>
                <a:gd name="T5" fmla="*/ 40 h 8"/>
                <a:gd name="T6" fmla="*/ 0 w 8"/>
                <a:gd name="T7" fmla="*/ 6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5"/>
                  </a:moveTo>
                  <a:cubicBezTo>
                    <a:pt x="2" y="6"/>
                    <a:pt x="1" y="7"/>
                    <a:pt x="2" y="8"/>
                  </a:cubicBezTo>
                  <a:cubicBezTo>
                    <a:pt x="5" y="7"/>
                    <a:pt x="7" y="6"/>
                    <a:pt x="8" y="4"/>
                  </a:cubicBezTo>
                  <a:cubicBezTo>
                    <a:pt x="6" y="0"/>
                    <a:pt x="2" y="3"/>
                    <a:pt x="0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01" name="Freeform 4401">
              <a:extLst>
                <a:ext uri="{FF2B5EF4-FFF2-40B4-BE49-F238E27FC236}">
                  <a16:creationId xmlns:a16="http://schemas.microsoft.com/office/drawing/2014/main" id="{9D8B1538-11C8-4343-AAE2-3EA4CF4AC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897"/>
              <a:ext cx="19" cy="14"/>
            </a:xfrm>
            <a:custGeom>
              <a:avLst/>
              <a:gdLst>
                <a:gd name="T0" fmla="*/ 40 w 10"/>
                <a:gd name="T1" fmla="*/ 0 h 7"/>
                <a:gd name="T2" fmla="*/ 0 w 10"/>
                <a:gd name="T3" fmla="*/ 56 h 7"/>
                <a:gd name="T4" fmla="*/ 68 w 10"/>
                <a:gd name="T5" fmla="*/ 0 h 7"/>
                <a:gd name="T6" fmla="*/ 29 w 10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3" y="2"/>
                    <a:pt x="1" y="4"/>
                    <a:pt x="0" y="7"/>
                  </a:cubicBezTo>
                  <a:cubicBezTo>
                    <a:pt x="4" y="7"/>
                    <a:pt x="9" y="3"/>
                    <a:pt x="10" y="0"/>
                  </a:cubicBezTo>
                  <a:cubicBezTo>
                    <a:pt x="8" y="0"/>
                    <a:pt x="6" y="0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02" name="Freeform 4402">
              <a:extLst>
                <a:ext uri="{FF2B5EF4-FFF2-40B4-BE49-F238E27FC236}">
                  <a16:creationId xmlns:a16="http://schemas.microsoft.com/office/drawing/2014/main" id="{AAF0BE3A-9113-4F5E-AE42-494AA160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828"/>
              <a:ext cx="20" cy="20"/>
            </a:xfrm>
            <a:custGeom>
              <a:avLst/>
              <a:gdLst>
                <a:gd name="T0" fmla="*/ 8 w 10"/>
                <a:gd name="T1" fmla="*/ 64 h 9"/>
                <a:gd name="T2" fmla="*/ 16 w 10"/>
                <a:gd name="T3" fmla="*/ 89 h 9"/>
                <a:gd name="T4" fmla="*/ 80 w 10"/>
                <a:gd name="T5" fmla="*/ 36 h 9"/>
                <a:gd name="T6" fmla="*/ 0 w 10"/>
                <a:gd name="T7" fmla="*/ 6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1" y="6"/>
                  </a:moveTo>
                  <a:cubicBezTo>
                    <a:pt x="1" y="7"/>
                    <a:pt x="1" y="8"/>
                    <a:pt x="2" y="8"/>
                  </a:cubicBezTo>
                  <a:cubicBezTo>
                    <a:pt x="5" y="9"/>
                    <a:pt x="9" y="6"/>
                    <a:pt x="10" y="3"/>
                  </a:cubicBezTo>
                  <a:cubicBezTo>
                    <a:pt x="6" y="0"/>
                    <a:pt x="1" y="2"/>
                    <a:pt x="0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03" name="Freeform 4403">
              <a:extLst>
                <a:ext uri="{FF2B5EF4-FFF2-40B4-BE49-F238E27FC236}">
                  <a16:creationId xmlns:a16="http://schemas.microsoft.com/office/drawing/2014/main" id="{AE8945AF-D202-4CCA-81D0-126FE2D5C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1784"/>
              <a:ext cx="16" cy="30"/>
            </a:xfrm>
            <a:custGeom>
              <a:avLst/>
              <a:gdLst>
                <a:gd name="T0" fmla="*/ 24 w 8"/>
                <a:gd name="T1" fmla="*/ 60 h 14"/>
                <a:gd name="T2" fmla="*/ 0 w 8"/>
                <a:gd name="T3" fmla="*/ 88 h 14"/>
                <a:gd name="T4" fmla="*/ 8 w 8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3" y="6"/>
                  </a:moveTo>
                  <a:cubicBezTo>
                    <a:pt x="2" y="7"/>
                    <a:pt x="1" y="8"/>
                    <a:pt x="0" y="9"/>
                  </a:cubicBezTo>
                  <a:cubicBezTo>
                    <a:pt x="8" y="14"/>
                    <a:pt x="8" y="0"/>
                    <a:pt x="1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04" name="Freeform 4404">
              <a:extLst>
                <a:ext uri="{FF2B5EF4-FFF2-40B4-BE49-F238E27FC236}">
                  <a16:creationId xmlns:a16="http://schemas.microsoft.com/office/drawing/2014/main" id="{E6FCA637-9FB5-409C-A495-8F0F217E2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763"/>
              <a:ext cx="29" cy="19"/>
            </a:xfrm>
            <a:custGeom>
              <a:avLst/>
              <a:gdLst>
                <a:gd name="T0" fmla="*/ 101 w 15"/>
                <a:gd name="T1" fmla="*/ 27 h 9"/>
                <a:gd name="T2" fmla="*/ 15 w 15"/>
                <a:gd name="T3" fmla="*/ 36 h 9"/>
                <a:gd name="T4" fmla="*/ 108 w 15"/>
                <a:gd name="T5" fmla="*/ 49 h 9"/>
                <a:gd name="T6" fmla="*/ 85 w 15"/>
                <a:gd name="T7" fmla="*/ 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1" y="1"/>
                    <a:pt x="4" y="0"/>
                    <a:pt x="2" y="4"/>
                  </a:cubicBezTo>
                  <a:cubicBezTo>
                    <a:pt x="0" y="9"/>
                    <a:pt x="13" y="9"/>
                    <a:pt x="15" y="5"/>
                  </a:cubicBezTo>
                  <a:cubicBezTo>
                    <a:pt x="14" y="4"/>
                    <a:pt x="13" y="4"/>
                    <a:pt x="12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05" name="Freeform 4405">
              <a:extLst>
                <a:ext uri="{FF2B5EF4-FFF2-40B4-BE49-F238E27FC236}">
                  <a16:creationId xmlns:a16="http://schemas.microsoft.com/office/drawing/2014/main" id="{7A3EF28C-AB0D-4259-AD2A-A5F401A81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820"/>
              <a:ext cx="18" cy="13"/>
            </a:xfrm>
            <a:custGeom>
              <a:avLst/>
              <a:gdLst>
                <a:gd name="T0" fmla="*/ 64 w 9"/>
                <a:gd name="T1" fmla="*/ 0 h 6"/>
                <a:gd name="T2" fmla="*/ 0 w 9"/>
                <a:gd name="T3" fmla="*/ 52 h 6"/>
                <a:gd name="T4" fmla="*/ 72 w 9"/>
                <a:gd name="T5" fmla="*/ 9 h 6"/>
                <a:gd name="T6" fmla="*/ 48 w 9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8" y="0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6"/>
                    <a:pt x="7" y="4"/>
                    <a:pt x="9" y="1"/>
                  </a:cubicBezTo>
                  <a:cubicBezTo>
                    <a:pt x="8" y="1"/>
                    <a:pt x="7" y="1"/>
                    <a:pt x="6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06" name="Freeform 4406">
              <a:extLst>
                <a:ext uri="{FF2B5EF4-FFF2-40B4-BE49-F238E27FC236}">
                  <a16:creationId xmlns:a16="http://schemas.microsoft.com/office/drawing/2014/main" id="{A646AD96-CD9D-4B29-8CD4-BB8153B16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841"/>
              <a:ext cx="28" cy="19"/>
            </a:xfrm>
            <a:custGeom>
              <a:avLst/>
              <a:gdLst>
                <a:gd name="T0" fmla="*/ 56 w 14"/>
                <a:gd name="T1" fmla="*/ 17 h 9"/>
                <a:gd name="T2" fmla="*/ 0 w 14"/>
                <a:gd name="T3" fmla="*/ 57 h 9"/>
                <a:gd name="T4" fmla="*/ 112 w 14"/>
                <a:gd name="T5" fmla="*/ 17 h 9"/>
                <a:gd name="T6" fmla="*/ 64 w 14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7" y="2"/>
                  </a:moveTo>
                  <a:cubicBezTo>
                    <a:pt x="4" y="2"/>
                    <a:pt x="1" y="3"/>
                    <a:pt x="0" y="6"/>
                  </a:cubicBezTo>
                  <a:cubicBezTo>
                    <a:pt x="4" y="9"/>
                    <a:pt x="11" y="6"/>
                    <a:pt x="14" y="2"/>
                  </a:cubicBezTo>
                  <a:cubicBezTo>
                    <a:pt x="12" y="0"/>
                    <a:pt x="10" y="0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07" name="Freeform 4407">
              <a:extLst>
                <a:ext uri="{FF2B5EF4-FFF2-40B4-BE49-F238E27FC236}">
                  <a16:creationId xmlns:a16="http://schemas.microsoft.com/office/drawing/2014/main" id="{FD374902-2FE0-4D54-92CC-33BE3CADF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786"/>
              <a:ext cx="16" cy="15"/>
            </a:xfrm>
            <a:custGeom>
              <a:avLst/>
              <a:gdLst>
                <a:gd name="T0" fmla="*/ 48 w 8"/>
                <a:gd name="T1" fmla="*/ 0 h 7"/>
                <a:gd name="T2" fmla="*/ 0 w 8"/>
                <a:gd name="T3" fmla="*/ 51 h 7"/>
                <a:gd name="T4" fmla="*/ 64 w 8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3" y="7"/>
                    <a:pt x="8" y="6"/>
                    <a:pt x="8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08" name="Freeform 4408">
              <a:extLst>
                <a:ext uri="{FF2B5EF4-FFF2-40B4-BE49-F238E27FC236}">
                  <a16:creationId xmlns:a16="http://schemas.microsoft.com/office/drawing/2014/main" id="{299B2164-A5DC-4BCA-BC07-DCC92A88F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784"/>
              <a:ext cx="40" cy="23"/>
            </a:xfrm>
            <a:custGeom>
              <a:avLst/>
              <a:gdLst>
                <a:gd name="T0" fmla="*/ 112 w 20"/>
                <a:gd name="T1" fmla="*/ 17 h 11"/>
                <a:gd name="T2" fmla="*/ 32 w 20"/>
                <a:gd name="T3" fmla="*/ 65 h 11"/>
                <a:gd name="T4" fmla="*/ 144 w 2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4" y="2"/>
                  </a:moveTo>
                  <a:cubicBezTo>
                    <a:pt x="11" y="0"/>
                    <a:pt x="0" y="2"/>
                    <a:pt x="4" y="7"/>
                  </a:cubicBezTo>
                  <a:cubicBezTo>
                    <a:pt x="7" y="11"/>
                    <a:pt x="20" y="4"/>
                    <a:pt x="18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09" name="Freeform 4409">
              <a:extLst>
                <a:ext uri="{FF2B5EF4-FFF2-40B4-BE49-F238E27FC236}">
                  <a16:creationId xmlns:a16="http://schemas.microsoft.com/office/drawing/2014/main" id="{FF083848-8ACE-4D4E-94D4-7B0702711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718"/>
              <a:ext cx="16" cy="11"/>
            </a:xfrm>
            <a:custGeom>
              <a:avLst/>
              <a:gdLst>
                <a:gd name="T0" fmla="*/ 64 w 8"/>
                <a:gd name="T1" fmla="*/ 9 h 5"/>
                <a:gd name="T2" fmla="*/ 0 w 8"/>
                <a:gd name="T3" fmla="*/ 44 h 5"/>
                <a:gd name="T4" fmla="*/ 56 w 8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1"/>
                  </a:moveTo>
                  <a:cubicBezTo>
                    <a:pt x="5" y="0"/>
                    <a:pt x="0" y="0"/>
                    <a:pt x="0" y="4"/>
                  </a:cubicBezTo>
                  <a:cubicBezTo>
                    <a:pt x="3" y="5"/>
                    <a:pt x="7" y="4"/>
                    <a:pt x="7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10" name="Freeform 4410">
              <a:extLst>
                <a:ext uri="{FF2B5EF4-FFF2-40B4-BE49-F238E27FC236}">
                  <a16:creationId xmlns:a16="http://schemas.microsoft.com/office/drawing/2014/main" id="{BAFF85F9-07EB-40DA-A495-FF44AC53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1754"/>
              <a:ext cx="22" cy="17"/>
            </a:xfrm>
            <a:custGeom>
              <a:avLst/>
              <a:gdLst>
                <a:gd name="T0" fmla="*/ 72 w 11"/>
                <a:gd name="T1" fmla="*/ 9 h 8"/>
                <a:gd name="T2" fmla="*/ 0 w 11"/>
                <a:gd name="T3" fmla="*/ 40 h 8"/>
                <a:gd name="T4" fmla="*/ 88 w 11"/>
                <a:gd name="T5" fmla="*/ 40 h 8"/>
                <a:gd name="T6" fmla="*/ 80 w 11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9" y="1"/>
                  </a:moveTo>
                  <a:cubicBezTo>
                    <a:pt x="6" y="0"/>
                    <a:pt x="2" y="1"/>
                    <a:pt x="0" y="4"/>
                  </a:cubicBezTo>
                  <a:cubicBezTo>
                    <a:pt x="3" y="8"/>
                    <a:pt x="8" y="6"/>
                    <a:pt x="11" y="4"/>
                  </a:cubicBezTo>
                  <a:cubicBezTo>
                    <a:pt x="11" y="3"/>
                    <a:pt x="11" y="2"/>
                    <a:pt x="10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11" name="Freeform 4411">
              <a:extLst>
                <a:ext uri="{FF2B5EF4-FFF2-40B4-BE49-F238E27FC236}">
                  <a16:creationId xmlns:a16="http://schemas.microsoft.com/office/drawing/2014/main" id="{9800CD77-6506-4F83-825B-925DA9EB4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1705"/>
              <a:ext cx="16" cy="13"/>
            </a:xfrm>
            <a:custGeom>
              <a:avLst/>
              <a:gdLst>
                <a:gd name="T0" fmla="*/ 64 w 8"/>
                <a:gd name="T1" fmla="*/ 0 h 6"/>
                <a:gd name="T2" fmla="*/ 0 w 8"/>
                <a:gd name="T3" fmla="*/ 52 h 6"/>
                <a:gd name="T4" fmla="*/ 64 w 8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0" y="0"/>
                    <a:pt x="0" y="5"/>
                  </a:cubicBezTo>
                  <a:cubicBezTo>
                    <a:pt x="2" y="6"/>
                    <a:pt x="6" y="6"/>
                    <a:pt x="8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12" name="Freeform 4412">
              <a:extLst>
                <a:ext uri="{FF2B5EF4-FFF2-40B4-BE49-F238E27FC236}">
                  <a16:creationId xmlns:a16="http://schemas.microsoft.com/office/drawing/2014/main" id="{1C83F9EF-6B63-4695-B641-92A504B8B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1797"/>
              <a:ext cx="30" cy="17"/>
            </a:xfrm>
            <a:custGeom>
              <a:avLst/>
              <a:gdLst>
                <a:gd name="T0" fmla="*/ 88 w 15"/>
                <a:gd name="T1" fmla="*/ 9 h 8"/>
                <a:gd name="T2" fmla="*/ 48 w 15"/>
                <a:gd name="T3" fmla="*/ 60 h 8"/>
                <a:gd name="T4" fmla="*/ 120 w 15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1" y="1"/>
                  </a:moveTo>
                  <a:cubicBezTo>
                    <a:pt x="7" y="0"/>
                    <a:pt x="0" y="3"/>
                    <a:pt x="6" y="6"/>
                  </a:cubicBezTo>
                  <a:cubicBezTo>
                    <a:pt x="9" y="8"/>
                    <a:pt x="14" y="5"/>
                    <a:pt x="15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13" name="Freeform 4413">
              <a:extLst>
                <a:ext uri="{FF2B5EF4-FFF2-40B4-BE49-F238E27FC236}">
                  <a16:creationId xmlns:a16="http://schemas.microsoft.com/office/drawing/2014/main" id="{BEE151F1-BDDE-421C-B24A-DB520D5FB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835"/>
              <a:ext cx="24" cy="15"/>
            </a:xfrm>
            <a:custGeom>
              <a:avLst/>
              <a:gdLst>
                <a:gd name="T0" fmla="*/ 56 w 12"/>
                <a:gd name="T1" fmla="*/ 0 h 7"/>
                <a:gd name="T2" fmla="*/ 0 w 12"/>
                <a:gd name="T3" fmla="*/ 41 h 7"/>
                <a:gd name="T4" fmla="*/ 96 w 12"/>
                <a:gd name="T5" fmla="*/ 19 h 7"/>
                <a:gd name="T6" fmla="*/ 72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7" y="0"/>
                  </a:moveTo>
                  <a:cubicBezTo>
                    <a:pt x="4" y="0"/>
                    <a:pt x="2" y="2"/>
                    <a:pt x="0" y="4"/>
                  </a:cubicBezTo>
                  <a:cubicBezTo>
                    <a:pt x="3" y="7"/>
                    <a:pt x="10" y="6"/>
                    <a:pt x="12" y="2"/>
                  </a:cubicBezTo>
                  <a:cubicBezTo>
                    <a:pt x="11" y="1"/>
                    <a:pt x="10" y="1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14" name="Freeform 4414">
              <a:extLst>
                <a:ext uri="{FF2B5EF4-FFF2-40B4-BE49-F238E27FC236}">
                  <a16:creationId xmlns:a16="http://schemas.microsoft.com/office/drawing/2014/main" id="{4F5F67E2-182E-4649-AEE8-6EEF0BDD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896"/>
              <a:ext cx="50" cy="47"/>
            </a:xfrm>
            <a:custGeom>
              <a:avLst/>
              <a:gdLst>
                <a:gd name="T0" fmla="*/ 120 w 25"/>
                <a:gd name="T1" fmla="*/ 19 h 22"/>
                <a:gd name="T2" fmla="*/ 64 w 25"/>
                <a:gd name="T3" fmla="*/ 188 h 22"/>
                <a:gd name="T4" fmla="*/ 144 w 25"/>
                <a:gd name="T5" fmla="*/ 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15" y="2"/>
                  </a:moveTo>
                  <a:cubicBezTo>
                    <a:pt x="11" y="4"/>
                    <a:pt x="0" y="16"/>
                    <a:pt x="8" y="19"/>
                  </a:cubicBezTo>
                  <a:cubicBezTo>
                    <a:pt x="16" y="22"/>
                    <a:pt x="25" y="0"/>
                    <a:pt x="18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15" name="Freeform 4415">
              <a:extLst>
                <a:ext uri="{FF2B5EF4-FFF2-40B4-BE49-F238E27FC236}">
                  <a16:creationId xmlns:a16="http://schemas.microsoft.com/office/drawing/2014/main" id="{B509D4BE-3617-408E-ABA7-956AF527E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985"/>
              <a:ext cx="32" cy="28"/>
            </a:xfrm>
            <a:custGeom>
              <a:avLst/>
              <a:gdLst>
                <a:gd name="T0" fmla="*/ 0 w 16"/>
                <a:gd name="T1" fmla="*/ 121 h 13"/>
                <a:gd name="T2" fmla="*/ 88 w 16"/>
                <a:gd name="T3" fmla="*/ 19 h 13"/>
                <a:gd name="T4" fmla="*/ 88 w 16"/>
                <a:gd name="T5" fmla="*/ 1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12"/>
                  </a:moveTo>
                  <a:cubicBezTo>
                    <a:pt x="2" y="9"/>
                    <a:pt x="5" y="0"/>
                    <a:pt x="11" y="2"/>
                  </a:cubicBezTo>
                  <a:cubicBezTo>
                    <a:pt x="16" y="3"/>
                    <a:pt x="12" y="10"/>
                    <a:pt x="11" y="1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16" name="Freeform 4416">
              <a:extLst>
                <a:ext uri="{FF2B5EF4-FFF2-40B4-BE49-F238E27FC236}">
                  <a16:creationId xmlns:a16="http://schemas.microsoft.com/office/drawing/2014/main" id="{D19556FA-3F90-42B4-9EEC-8D7FF4E3A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960"/>
              <a:ext cx="34" cy="53"/>
            </a:xfrm>
            <a:custGeom>
              <a:avLst/>
              <a:gdLst>
                <a:gd name="T0" fmla="*/ 0 w 17"/>
                <a:gd name="T1" fmla="*/ 212 h 25"/>
                <a:gd name="T2" fmla="*/ 104 w 17"/>
                <a:gd name="T3" fmla="*/ 36 h 25"/>
                <a:gd name="T4" fmla="*/ 24 w 17"/>
                <a:gd name="T5" fmla="*/ 20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22"/>
                  </a:moveTo>
                  <a:cubicBezTo>
                    <a:pt x="0" y="18"/>
                    <a:pt x="7" y="0"/>
                    <a:pt x="13" y="4"/>
                  </a:cubicBezTo>
                  <a:cubicBezTo>
                    <a:pt x="17" y="8"/>
                    <a:pt x="7" y="25"/>
                    <a:pt x="3" y="2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17" name="Freeform 4417">
              <a:extLst>
                <a:ext uri="{FF2B5EF4-FFF2-40B4-BE49-F238E27FC236}">
                  <a16:creationId xmlns:a16="http://schemas.microsoft.com/office/drawing/2014/main" id="{04A8B366-6EEB-4BB4-8DEF-128C389FF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885"/>
              <a:ext cx="34" cy="39"/>
            </a:xfrm>
            <a:custGeom>
              <a:avLst/>
              <a:gdLst>
                <a:gd name="T0" fmla="*/ 80 w 17"/>
                <a:gd name="T1" fmla="*/ 43 h 18"/>
                <a:gd name="T2" fmla="*/ 64 w 17"/>
                <a:gd name="T3" fmla="*/ 156 h 18"/>
                <a:gd name="T4" fmla="*/ 128 w 17"/>
                <a:gd name="T5" fmla="*/ 61 h 18"/>
                <a:gd name="T6" fmla="*/ 96 w 17"/>
                <a:gd name="T7" fmla="*/ 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0" y="4"/>
                  </a:moveTo>
                  <a:cubicBezTo>
                    <a:pt x="5" y="5"/>
                    <a:pt x="0" y="18"/>
                    <a:pt x="8" y="15"/>
                  </a:cubicBezTo>
                  <a:cubicBezTo>
                    <a:pt x="10" y="14"/>
                    <a:pt x="16" y="8"/>
                    <a:pt x="16" y="6"/>
                  </a:cubicBezTo>
                  <a:cubicBezTo>
                    <a:pt x="17" y="3"/>
                    <a:pt x="15" y="0"/>
                    <a:pt x="12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18" name="Freeform 4418">
              <a:extLst>
                <a:ext uri="{FF2B5EF4-FFF2-40B4-BE49-F238E27FC236}">
                  <a16:creationId xmlns:a16="http://schemas.microsoft.com/office/drawing/2014/main" id="{B340569E-F0FA-42C5-AE72-CC3F6F233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817"/>
              <a:ext cx="34" cy="24"/>
            </a:xfrm>
            <a:custGeom>
              <a:avLst/>
              <a:gdLst>
                <a:gd name="T0" fmla="*/ 64 w 17"/>
                <a:gd name="T1" fmla="*/ 20 h 11"/>
                <a:gd name="T2" fmla="*/ 0 w 17"/>
                <a:gd name="T3" fmla="*/ 72 h 11"/>
                <a:gd name="T4" fmla="*/ 56 w 17"/>
                <a:gd name="T5" fmla="*/ 113 h 11"/>
                <a:gd name="T6" fmla="*/ 72 w 17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8" y="2"/>
                  </a:moveTo>
                  <a:cubicBezTo>
                    <a:pt x="6" y="3"/>
                    <a:pt x="0" y="4"/>
                    <a:pt x="0" y="7"/>
                  </a:cubicBezTo>
                  <a:cubicBezTo>
                    <a:pt x="0" y="11"/>
                    <a:pt x="4" y="11"/>
                    <a:pt x="7" y="11"/>
                  </a:cubicBezTo>
                  <a:cubicBezTo>
                    <a:pt x="12" y="10"/>
                    <a:pt x="17" y="0"/>
                    <a:pt x="9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19" name="Freeform 4419">
              <a:extLst>
                <a:ext uri="{FF2B5EF4-FFF2-40B4-BE49-F238E27FC236}">
                  <a16:creationId xmlns:a16="http://schemas.microsoft.com/office/drawing/2014/main" id="{B6317875-28E9-4877-A761-E332E3E6F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775"/>
              <a:ext cx="38" cy="45"/>
            </a:xfrm>
            <a:custGeom>
              <a:avLst/>
              <a:gdLst>
                <a:gd name="T0" fmla="*/ 96 w 19"/>
                <a:gd name="T1" fmla="*/ 77 h 21"/>
                <a:gd name="T2" fmla="*/ 48 w 19"/>
                <a:gd name="T3" fmla="*/ 165 h 21"/>
                <a:gd name="T4" fmla="*/ 80 w 19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12" y="8"/>
                  </a:moveTo>
                  <a:cubicBezTo>
                    <a:pt x="7" y="7"/>
                    <a:pt x="0" y="14"/>
                    <a:pt x="6" y="17"/>
                  </a:cubicBezTo>
                  <a:cubicBezTo>
                    <a:pt x="16" y="21"/>
                    <a:pt x="19" y="0"/>
                    <a:pt x="10" y="8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20" name="Freeform 4420">
              <a:extLst>
                <a:ext uri="{FF2B5EF4-FFF2-40B4-BE49-F238E27FC236}">
                  <a16:creationId xmlns:a16="http://schemas.microsoft.com/office/drawing/2014/main" id="{65549CA9-007D-473C-9BEE-7852D8069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779"/>
              <a:ext cx="24" cy="19"/>
            </a:xfrm>
            <a:custGeom>
              <a:avLst/>
              <a:gdLst>
                <a:gd name="T0" fmla="*/ 96 w 12"/>
                <a:gd name="T1" fmla="*/ 8 h 9"/>
                <a:gd name="T2" fmla="*/ 8 w 12"/>
                <a:gd name="T3" fmla="*/ 36 h 9"/>
                <a:gd name="T4" fmla="*/ 96 w 12"/>
                <a:gd name="T5" fmla="*/ 17 h 9"/>
                <a:gd name="T6" fmla="*/ 80 w 12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1"/>
                  </a:moveTo>
                  <a:cubicBezTo>
                    <a:pt x="9" y="0"/>
                    <a:pt x="0" y="0"/>
                    <a:pt x="1" y="4"/>
                  </a:cubicBezTo>
                  <a:cubicBezTo>
                    <a:pt x="1" y="9"/>
                    <a:pt x="11" y="6"/>
                    <a:pt x="12" y="2"/>
                  </a:cubicBezTo>
                  <a:cubicBezTo>
                    <a:pt x="11" y="1"/>
                    <a:pt x="11" y="1"/>
                    <a:pt x="10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21" name="Freeform 4421">
              <a:extLst>
                <a:ext uri="{FF2B5EF4-FFF2-40B4-BE49-F238E27FC236}">
                  <a16:creationId xmlns:a16="http://schemas.microsoft.com/office/drawing/2014/main" id="{DC502184-0099-4447-8889-0E2AEC050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781"/>
              <a:ext cx="23" cy="47"/>
            </a:xfrm>
            <a:custGeom>
              <a:avLst/>
              <a:gdLst>
                <a:gd name="T0" fmla="*/ 8 w 12"/>
                <a:gd name="T1" fmla="*/ 96 h 22"/>
                <a:gd name="T2" fmla="*/ 56 w 12"/>
                <a:gd name="T3" fmla="*/ 156 h 22"/>
                <a:gd name="T4" fmla="*/ 8 w 12"/>
                <a:gd name="T5" fmla="*/ 8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1" y="10"/>
                  </a:moveTo>
                  <a:cubicBezTo>
                    <a:pt x="0" y="15"/>
                    <a:pt x="5" y="22"/>
                    <a:pt x="8" y="16"/>
                  </a:cubicBezTo>
                  <a:cubicBezTo>
                    <a:pt x="12" y="10"/>
                    <a:pt x="1" y="0"/>
                    <a:pt x="1" y="9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22" name="Freeform 4422">
              <a:extLst>
                <a:ext uri="{FF2B5EF4-FFF2-40B4-BE49-F238E27FC236}">
                  <a16:creationId xmlns:a16="http://schemas.microsoft.com/office/drawing/2014/main" id="{3AB7741F-5735-480B-AC08-E6AC8390E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822"/>
              <a:ext cx="58" cy="23"/>
            </a:xfrm>
            <a:custGeom>
              <a:avLst/>
              <a:gdLst>
                <a:gd name="T0" fmla="*/ 136 w 29"/>
                <a:gd name="T1" fmla="*/ 0 h 11"/>
                <a:gd name="T2" fmla="*/ 104 w 29"/>
                <a:gd name="T3" fmla="*/ 100 h 11"/>
                <a:gd name="T4" fmla="*/ 160 w 2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1">
                  <a:moveTo>
                    <a:pt x="17" y="0"/>
                  </a:moveTo>
                  <a:cubicBezTo>
                    <a:pt x="14" y="3"/>
                    <a:pt x="0" y="11"/>
                    <a:pt x="13" y="11"/>
                  </a:cubicBezTo>
                  <a:cubicBezTo>
                    <a:pt x="17" y="11"/>
                    <a:pt x="29" y="2"/>
                    <a:pt x="2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23" name="Freeform 4423">
              <a:extLst>
                <a:ext uri="{FF2B5EF4-FFF2-40B4-BE49-F238E27FC236}">
                  <a16:creationId xmlns:a16="http://schemas.microsoft.com/office/drawing/2014/main" id="{9BA918EE-8BB3-4117-B46F-3A21D3CA5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892"/>
              <a:ext cx="28" cy="32"/>
            </a:xfrm>
            <a:custGeom>
              <a:avLst/>
              <a:gdLst>
                <a:gd name="T0" fmla="*/ 48 w 14"/>
                <a:gd name="T1" fmla="*/ 9 h 15"/>
                <a:gd name="T2" fmla="*/ 72 w 14"/>
                <a:gd name="T3" fmla="*/ 128 h 15"/>
                <a:gd name="T4" fmla="*/ 56 w 14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6" y="1"/>
                  </a:moveTo>
                  <a:cubicBezTo>
                    <a:pt x="0" y="4"/>
                    <a:pt x="5" y="15"/>
                    <a:pt x="9" y="13"/>
                  </a:cubicBezTo>
                  <a:cubicBezTo>
                    <a:pt x="14" y="12"/>
                    <a:pt x="11" y="0"/>
                    <a:pt x="7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24" name="Freeform 4424">
              <a:extLst>
                <a:ext uri="{FF2B5EF4-FFF2-40B4-BE49-F238E27FC236}">
                  <a16:creationId xmlns:a16="http://schemas.microsoft.com/office/drawing/2014/main" id="{D4CC6DC7-614B-487B-9473-947F6CAEB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866"/>
              <a:ext cx="28" cy="39"/>
            </a:xfrm>
            <a:custGeom>
              <a:avLst/>
              <a:gdLst>
                <a:gd name="T0" fmla="*/ 48 w 14"/>
                <a:gd name="T1" fmla="*/ 0 h 18"/>
                <a:gd name="T2" fmla="*/ 48 w 14"/>
                <a:gd name="T3" fmla="*/ 165 h 18"/>
                <a:gd name="T4" fmla="*/ 64 w 14"/>
                <a:gd name="T5" fmla="*/ 0 h 18"/>
                <a:gd name="T6" fmla="*/ 56 w 14"/>
                <a:gd name="T7" fmla="*/ 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6" y="0"/>
                  </a:moveTo>
                  <a:cubicBezTo>
                    <a:pt x="2" y="2"/>
                    <a:pt x="0" y="14"/>
                    <a:pt x="6" y="16"/>
                  </a:cubicBezTo>
                  <a:cubicBezTo>
                    <a:pt x="12" y="18"/>
                    <a:pt x="14" y="2"/>
                    <a:pt x="8" y="0"/>
                  </a:cubicBezTo>
                  <a:cubicBezTo>
                    <a:pt x="7" y="0"/>
                    <a:pt x="7" y="0"/>
                    <a:pt x="7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25" name="Freeform 4425">
              <a:extLst>
                <a:ext uri="{FF2B5EF4-FFF2-40B4-BE49-F238E27FC236}">
                  <a16:creationId xmlns:a16="http://schemas.microsoft.com/office/drawing/2014/main" id="{64963B76-03AC-49C1-A6AB-5CCFCC563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754"/>
              <a:ext cx="32" cy="34"/>
            </a:xfrm>
            <a:custGeom>
              <a:avLst/>
              <a:gdLst>
                <a:gd name="T0" fmla="*/ 80 w 16"/>
                <a:gd name="T1" fmla="*/ 9 h 16"/>
                <a:gd name="T2" fmla="*/ 40 w 16"/>
                <a:gd name="T3" fmla="*/ 145 h 16"/>
                <a:gd name="T4" fmla="*/ 104 w 16"/>
                <a:gd name="T5" fmla="*/ 0 h 16"/>
                <a:gd name="T6" fmla="*/ 72 w 16"/>
                <a:gd name="T7" fmla="*/ 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0" y="1"/>
                  </a:moveTo>
                  <a:cubicBezTo>
                    <a:pt x="5" y="2"/>
                    <a:pt x="0" y="13"/>
                    <a:pt x="5" y="15"/>
                  </a:cubicBezTo>
                  <a:cubicBezTo>
                    <a:pt x="10" y="16"/>
                    <a:pt x="16" y="3"/>
                    <a:pt x="13" y="0"/>
                  </a:cubicBezTo>
                  <a:cubicBezTo>
                    <a:pt x="11" y="0"/>
                    <a:pt x="10" y="1"/>
                    <a:pt x="9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26" name="Freeform 4426">
              <a:extLst>
                <a:ext uri="{FF2B5EF4-FFF2-40B4-BE49-F238E27FC236}">
                  <a16:creationId xmlns:a16="http://schemas.microsoft.com/office/drawing/2014/main" id="{FDE3B9E0-B4AB-4EBF-A1DB-FE101B4FD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762"/>
              <a:ext cx="36" cy="28"/>
            </a:xfrm>
            <a:custGeom>
              <a:avLst/>
              <a:gdLst>
                <a:gd name="T0" fmla="*/ 80 w 18"/>
                <a:gd name="T1" fmla="*/ 19 h 13"/>
                <a:gd name="T2" fmla="*/ 8 w 18"/>
                <a:gd name="T3" fmla="*/ 88 h 13"/>
                <a:gd name="T4" fmla="*/ 56 w 18"/>
                <a:gd name="T5" fmla="*/ 112 h 13"/>
                <a:gd name="T6" fmla="*/ 80 w 18"/>
                <a:gd name="T7" fmla="*/ 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10" y="2"/>
                  </a:moveTo>
                  <a:cubicBezTo>
                    <a:pt x="8" y="3"/>
                    <a:pt x="0" y="6"/>
                    <a:pt x="1" y="9"/>
                  </a:cubicBezTo>
                  <a:cubicBezTo>
                    <a:pt x="1" y="13"/>
                    <a:pt x="5" y="12"/>
                    <a:pt x="7" y="11"/>
                  </a:cubicBezTo>
                  <a:cubicBezTo>
                    <a:pt x="11" y="10"/>
                    <a:pt x="18" y="0"/>
                    <a:pt x="10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27" name="Freeform 4427">
              <a:extLst>
                <a:ext uri="{FF2B5EF4-FFF2-40B4-BE49-F238E27FC236}">
                  <a16:creationId xmlns:a16="http://schemas.microsoft.com/office/drawing/2014/main" id="{711069B4-388D-48E2-812B-AF52A61FE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666"/>
              <a:ext cx="40" cy="37"/>
            </a:xfrm>
            <a:custGeom>
              <a:avLst/>
              <a:gdLst>
                <a:gd name="T0" fmla="*/ 128 w 20"/>
                <a:gd name="T1" fmla="*/ 0 h 17"/>
                <a:gd name="T2" fmla="*/ 64 w 20"/>
                <a:gd name="T3" fmla="*/ 133 h 17"/>
                <a:gd name="T4" fmla="*/ 136 w 20"/>
                <a:gd name="T5" fmla="*/ 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16" y="0"/>
                  </a:moveTo>
                  <a:cubicBezTo>
                    <a:pt x="11" y="1"/>
                    <a:pt x="0" y="8"/>
                    <a:pt x="8" y="13"/>
                  </a:cubicBezTo>
                  <a:cubicBezTo>
                    <a:pt x="14" y="17"/>
                    <a:pt x="20" y="6"/>
                    <a:pt x="17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28" name="Freeform 4428">
              <a:extLst>
                <a:ext uri="{FF2B5EF4-FFF2-40B4-BE49-F238E27FC236}">
                  <a16:creationId xmlns:a16="http://schemas.microsoft.com/office/drawing/2014/main" id="{A3FBCFEF-4B0F-40C2-BAA7-2E639C064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634"/>
              <a:ext cx="34" cy="41"/>
            </a:xfrm>
            <a:custGeom>
              <a:avLst/>
              <a:gdLst>
                <a:gd name="T0" fmla="*/ 88 w 17"/>
                <a:gd name="T1" fmla="*/ 0 h 19"/>
                <a:gd name="T2" fmla="*/ 80 w 17"/>
                <a:gd name="T3" fmla="*/ 149 h 19"/>
                <a:gd name="T4" fmla="*/ 104 w 17"/>
                <a:gd name="T5" fmla="*/ 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1" y="0"/>
                  </a:moveTo>
                  <a:cubicBezTo>
                    <a:pt x="9" y="2"/>
                    <a:pt x="0" y="19"/>
                    <a:pt x="10" y="15"/>
                  </a:cubicBezTo>
                  <a:cubicBezTo>
                    <a:pt x="15" y="14"/>
                    <a:pt x="17" y="3"/>
                    <a:pt x="13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29" name="Freeform 4429">
              <a:extLst>
                <a:ext uri="{FF2B5EF4-FFF2-40B4-BE49-F238E27FC236}">
                  <a16:creationId xmlns:a16="http://schemas.microsoft.com/office/drawing/2014/main" id="{EB010829-06FD-4343-82FE-8649DD56F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569"/>
              <a:ext cx="34" cy="38"/>
            </a:xfrm>
            <a:custGeom>
              <a:avLst/>
              <a:gdLst>
                <a:gd name="T0" fmla="*/ 88 w 17"/>
                <a:gd name="T1" fmla="*/ 27 h 18"/>
                <a:gd name="T2" fmla="*/ 32 w 17"/>
                <a:gd name="T3" fmla="*/ 144 h 18"/>
                <a:gd name="T4" fmla="*/ 88 w 17"/>
                <a:gd name="T5" fmla="*/ 133 h 18"/>
                <a:gd name="T6" fmla="*/ 128 w 17"/>
                <a:gd name="T7" fmla="*/ 49 h 18"/>
                <a:gd name="T8" fmla="*/ 88 w 17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1" y="3"/>
                  </a:moveTo>
                  <a:cubicBezTo>
                    <a:pt x="9" y="5"/>
                    <a:pt x="0" y="11"/>
                    <a:pt x="4" y="15"/>
                  </a:cubicBezTo>
                  <a:cubicBezTo>
                    <a:pt x="6" y="18"/>
                    <a:pt x="9" y="16"/>
                    <a:pt x="11" y="14"/>
                  </a:cubicBezTo>
                  <a:cubicBezTo>
                    <a:pt x="13" y="13"/>
                    <a:pt x="17" y="8"/>
                    <a:pt x="16" y="5"/>
                  </a:cubicBezTo>
                  <a:cubicBezTo>
                    <a:pt x="16" y="2"/>
                    <a:pt x="13" y="0"/>
                    <a:pt x="11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30" name="Freeform 4430">
              <a:extLst>
                <a:ext uri="{FF2B5EF4-FFF2-40B4-BE49-F238E27FC236}">
                  <a16:creationId xmlns:a16="http://schemas.microsoft.com/office/drawing/2014/main" id="{E1997587-6063-4399-A206-678CD920E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628"/>
              <a:ext cx="38" cy="30"/>
            </a:xfrm>
            <a:custGeom>
              <a:avLst/>
              <a:gdLst>
                <a:gd name="T0" fmla="*/ 128 w 19"/>
                <a:gd name="T1" fmla="*/ 0 h 14"/>
                <a:gd name="T2" fmla="*/ 88 w 19"/>
                <a:gd name="T3" fmla="*/ 137 h 14"/>
                <a:gd name="T4" fmla="*/ 136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6" y="0"/>
                  </a:moveTo>
                  <a:cubicBezTo>
                    <a:pt x="15" y="1"/>
                    <a:pt x="0" y="14"/>
                    <a:pt x="11" y="14"/>
                  </a:cubicBezTo>
                  <a:cubicBezTo>
                    <a:pt x="17" y="14"/>
                    <a:pt x="19" y="4"/>
                    <a:pt x="17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31" name="Freeform 4431">
              <a:extLst>
                <a:ext uri="{FF2B5EF4-FFF2-40B4-BE49-F238E27FC236}">
                  <a16:creationId xmlns:a16="http://schemas.microsoft.com/office/drawing/2014/main" id="{23870720-F3EA-4AA0-8085-4AB0C1456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522"/>
              <a:ext cx="42" cy="34"/>
            </a:xfrm>
            <a:custGeom>
              <a:avLst/>
              <a:gdLst>
                <a:gd name="T0" fmla="*/ 104 w 21"/>
                <a:gd name="T1" fmla="*/ 0 h 16"/>
                <a:gd name="T2" fmla="*/ 64 w 21"/>
                <a:gd name="T3" fmla="*/ 136 h 16"/>
                <a:gd name="T4" fmla="*/ 120 w 21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3" y="0"/>
                  </a:moveTo>
                  <a:cubicBezTo>
                    <a:pt x="8" y="2"/>
                    <a:pt x="0" y="12"/>
                    <a:pt x="8" y="14"/>
                  </a:cubicBezTo>
                  <a:cubicBezTo>
                    <a:pt x="13" y="16"/>
                    <a:pt x="21" y="4"/>
                    <a:pt x="15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32" name="Freeform 4432">
              <a:extLst>
                <a:ext uri="{FF2B5EF4-FFF2-40B4-BE49-F238E27FC236}">
                  <a16:creationId xmlns:a16="http://schemas.microsoft.com/office/drawing/2014/main" id="{9C2366FD-A212-4C50-8F4E-E4547DC51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460"/>
              <a:ext cx="20" cy="21"/>
            </a:xfrm>
            <a:custGeom>
              <a:avLst/>
              <a:gdLst>
                <a:gd name="T0" fmla="*/ 64 w 10"/>
                <a:gd name="T1" fmla="*/ 0 h 10"/>
                <a:gd name="T2" fmla="*/ 32 w 10"/>
                <a:gd name="T3" fmla="*/ 76 h 10"/>
                <a:gd name="T4" fmla="*/ 72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6" y="0"/>
                    <a:pt x="0" y="6"/>
                    <a:pt x="4" y="8"/>
                  </a:cubicBezTo>
                  <a:cubicBezTo>
                    <a:pt x="8" y="10"/>
                    <a:pt x="10" y="2"/>
                    <a:pt x="9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33" name="Freeform 4433">
              <a:extLst>
                <a:ext uri="{FF2B5EF4-FFF2-40B4-BE49-F238E27FC236}">
                  <a16:creationId xmlns:a16="http://schemas.microsoft.com/office/drawing/2014/main" id="{8F3D1520-3E5B-4AD4-912D-E50B21A34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411"/>
              <a:ext cx="50" cy="28"/>
            </a:xfrm>
            <a:custGeom>
              <a:avLst/>
              <a:gdLst>
                <a:gd name="T0" fmla="*/ 152 w 25"/>
                <a:gd name="T1" fmla="*/ 28 h 13"/>
                <a:gd name="T2" fmla="*/ 48 w 25"/>
                <a:gd name="T3" fmla="*/ 80 h 13"/>
                <a:gd name="T4" fmla="*/ 160 w 25"/>
                <a:gd name="T5" fmla="*/ 1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19" y="3"/>
                  </a:moveTo>
                  <a:cubicBezTo>
                    <a:pt x="15" y="2"/>
                    <a:pt x="0" y="0"/>
                    <a:pt x="6" y="8"/>
                  </a:cubicBezTo>
                  <a:cubicBezTo>
                    <a:pt x="9" y="13"/>
                    <a:pt x="25" y="9"/>
                    <a:pt x="20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34" name="Freeform 4434">
              <a:extLst>
                <a:ext uri="{FF2B5EF4-FFF2-40B4-BE49-F238E27FC236}">
                  <a16:creationId xmlns:a16="http://schemas.microsoft.com/office/drawing/2014/main" id="{0E98D97F-F45A-4D78-B015-2C75BB06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373"/>
              <a:ext cx="42" cy="23"/>
            </a:xfrm>
            <a:custGeom>
              <a:avLst/>
              <a:gdLst>
                <a:gd name="T0" fmla="*/ 128 w 21"/>
                <a:gd name="T1" fmla="*/ 8 h 11"/>
                <a:gd name="T2" fmla="*/ 48 w 21"/>
                <a:gd name="T3" fmla="*/ 84 h 11"/>
                <a:gd name="T4" fmla="*/ 152 w 21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16" y="1"/>
                  </a:moveTo>
                  <a:cubicBezTo>
                    <a:pt x="12" y="0"/>
                    <a:pt x="0" y="4"/>
                    <a:pt x="6" y="9"/>
                  </a:cubicBezTo>
                  <a:cubicBezTo>
                    <a:pt x="9" y="11"/>
                    <a:pt x="21" y="7"/>
                    <a:pt x="19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35" name="Freeform 4435">
              <a:extLst>
                <a:ext uri="{FF2B5EF4-FFF2-40B4-BE49-F238E27FC236}">
                  <a16:creationId xmlns:a16="http://schemas.microsoft.com/office/drawing/2014/main" id="{D34A9D21-D304-4671-BA5D-78CCFF547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405"/>
              <a:ext cx="38" cy="23"/>
            </a:xfrm>
            <a:custGeom>
              <a:avLst/>
              <a:gdLst>
                <a:gd name="T0" fmla="*/ 96 w 19"/>
                <a:gd name="T1" fmla="*/ 0 h 11"/>
                <a:gd name="T2" fmla="*/ 8 w 19"/>
                <a:gd name="T3" fmla="*/ 56 h 11"/>
                <a:gd name="T4" fmla="*/ 56 w 19"/>
                <a:gd name="T5" fmla="*/ 92 h 11"/>
                <a:gd name="T6" fmla="*/ 104 w 19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12" y="0"/>
                  </a:moveTo>
                  <a:cubicBezTo>
                    <a:pt x="9" y="1"/>
                    <a:pt x="0" y="0"/>
                    <a:pt x="1" y="6"/>
                  </a:cubicBezTo>
                  <a:cubicBezTo>
                    <a:pt x="1" y="9"/>
                    <a:pt x="4" y="10"/>
                    <a:pt x="7" y="10"/>
                  </a:cubicBezTo>
                  <a:cubicBezTo>
                    <a:pt x="10" y="11"/>
                    <a:pt x="19" y="5"/>
                    <a:pt x="13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36" name="Freeform 4436">
              <a:extLst>
                <a:ext uri="{FF2B5EF4-FFF2-40B4-BE49-F238E27FC236}">
                  <a16:creationId xmlns:a16="http://schemas.microsoft.com/office/drawing/2014/main" id="{ECF2EA80-5246-4E21-9200-5D48CF4E4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315"/>
              <a:ext cx="34" cy="24"/>
            </a:xfrm>
            <a:custGeom>
              <a:avLst/>
              <a:gdLst>
                <a:gd name="T0" fmla="*/ 64 w 17"/>
                <a:gd name="T1" fmla="*/ 9 h 11"/>
                <a:gd name="T2" fmla="*/ 8 w 17"/>
                <a:gd name="T3" fmla="*/ 44 h 11"/>
                <a:gd name="T4" fmla="*/ 136 w 17"/>
                <a:gd name="T5" fmla="*/ 44 h 11"/>
                <a:gd name="T6" fmla="*/ 96 w 1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8" y="1"/>
                  </a:moveTo>
                  <a:cubicBezTo>
                    <a:pt x="6" y="1"/>
                    <a:pt x="1" y="1"/>
                    <a:pt x="1" y="4"/>
                  </a:cubicBezTo>
                  <a:cubicBezTo>
                    <a:pt x="0" y="11"/>
                    <a:pt x="14" y="6"/>
                    <a:pt x="17" y="4"/>
                  </a:cubicBezTo>
                  <a:cubicBezTo>
                    <a:pt x="16" y="2"/>
                    <a:pt x="14" y="1"/>
                    <a:pt x="1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37" name="Freeform 4437">
              <a:extLst>
                <a:ext uri="{FF2B5EF4-FFF2-40B4-BE49-F238E27FC236}">
                  <a16:creationId xmlns:a16="http://schemas.microsoft.com/office/drawing/2014/main" id="{FA2D8025-C253-48BB-8334-7912BDAF0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341"/>
              <a:ext cx="52" cy="34"/>
            </a:xfrm>
            <a:custGeom>
              <a:avLst/>
              <a:gdLst>
                <a:gd name="T0" fmla="*/ 128 w 26"/>
                <a:gd name="T1" fmla="*/ 40 h 16"/>
                <a:gd name="T2" fmla="*/ 88 w 26"/>
                <a:gd name="T3" fmla="*/ 145 h 16"/>
                <a:gd name="T4" fmla="*/ 136 w 26"/>
                <a:gd name="T5" fmla="*/ 4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16" y="4"/>
                  </a:moveTo>
                  <a:cubicBezTo>
                    <a:pt x="10" y="5"/>
                    <a:pt x="0" y="14"/>
                    <a:pt x="11" y="15"/>
                  </a:cubicBezTo>
                  <a:cubicBezTo>
                    <a:pt x="20" y="16"/>
                    <a:pt x="26" y="0"/>
                    <a:pt x="17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38" name="Freeform 4438">
              <a:extLst>
                <a:ext uri="{FF2B5EF4-FFF2-40B4-BE49-F238E27FC236}">
                  <a16:creationId xmlns:a16="http://schemas.microsoft.com/office/drawing/2014/main" id="{8311BD62-EE91-4A3A-8A26-13CB1E803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2356"/>
              <a:ext cx="42" cy="40"/>
            </a:xfrm>
            <a:custGeom>
              <a:avLst/>
              <a:gdLst>
                <a:gd name="T0" fmla="*/ 80 w 21"/>
                <a:gd name="T1" fmla="*/ 36 h 19"/>
                <a:gd name="T2" fmla="*/ 0 w 21"/>
                <a:gd name="T3" fmla="*/ 120 h 19"/>
                <a:gd name="T4" fmla="*/ 64 w 21"/>
                <a:gd name="T5" fmla="*/ 168 h 19"/>
                <a:gd name="T6" fmla="*/ 160 w 21"/>
                <a:gd name="T7" fmla="*/ 84 h 19"/>
                <a:gd name="T8" fmla="*/ 120 w 21"/>
                <a:gd name="T9" fmla="*/ 2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10" y="4"/>
                  </a:moveTo>
                  <a:cubicBezTo>
                    <a:pt x="7" y="5"/>
                    <a:pt x="0" y="9"/>
                    <a:pt x="0" y="13"/>
                  </a:cubicBezTo>
                  <a:cubicBezTo>
                    <a:pt x="0" y="18"/>
                    <a:pt x="4" y="19"/>
                    <a:pt x="8" y="18"/>
                  </a:cubicBezTo>
                  <a:cubicBezTo>
                    <a:pt x="12" y="18"/>
                    <a:pt x="19" y="14"/>
                    <a:pt x="20" y="9"/>
                  </a:cubicBezTo>
                  <a:cubicBezTo>
                    <a:pt x="21" y="6"/>
                    <a:pt x="19" y="0"/>
                    <a:pt x="15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39" name="Freeform 4439">
              <a:extLst>
                <a:ext uri="{FF2B5EF4-FFF2-40B4-BE49-F238E27FC236}">
                  <a16:creationId xmlns:a16="http://schemas.microsoft.com/office/drawing/2014/main" id="{A49B6CA1-05BA-4001-BF25-95C0955C0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371"/>
              <a:ext cx="34" cy="36"/>
            </a:xfrm>
            <a:custGeom>
              <a:avLst/>
              <a:gdLst>
                <a:gd name="T0" fmla="*/ 128 w 17"/>
                <a:gd name="T1" fmla="*/ 28 h 17"/>
                <a:gd name="T2" fmla="*/ 136 w 17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6" y="3"/>
                  </a:moveTo>
                  <a:cubicBezTo>
                    <a:pt x="0" y="0"/>
                    <a:pt x="2" y="17"/>
                    <a:pt x="17" y="1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40" name="Freeform 4440">
              <a:extLst>
                <a:ext uri="{FF2B5EF4-FFF2-40B4-BE49-F238E27FC236}">
                  <a16:creationId xmlns:a16="http://schemas.microsoft.com/office/drawing/2014/main" id="{6819D622-392D-44AB-B9D0-78EE5904C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443"/>
              <a:ext cx="24" cy="43"/>
            </a:xfrm>
            <a:custGeom>
              <a:avLst/>
              <a:gdLst>
                <a:gd name="T0" fmla="*/ 32 w 12"/>
                <a:gd name="T1" fmla="*/ 41 h 20"/>
                <a:gd name="T2" fmla="*/ 48 w 12"/>
                <a:gd name="T3" fmla="*/ 172 h 20"/>
                <a:gd name="T4" fmla="*/ 32 w 12"/>
                <a:gd name="T5" fmla="*/ 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4" y="4"/>
                  </a:moveTo>
                  <a:cubicBezTo>
                    <a:pt x="3" y="7"/>
                    <a:pt x="0" y="20"/>
                    <a:pt x="6" y="17"/>
                  </a:cubicBezTo>
                  <a:cubicBezTo>
                    <a:pt x="12" y="14"/>
                    <a:pt x="8" y="0"/>
                    <a:pt x="4" y="6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41" name="Freeform 4441">
              <a:extLst>
                <a:ext uri="{FF2B5EF4-FFF2-40B4-BE49-F238E27FC236}">
                  <a16:creationId xmlns:a16="http://schemas.microsoft.com/office/drawing/2014/main" id="{9D419C28-F743-401B-AFC0-255280C03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662"/>
              <a:ext cx="24" cy="19"/>
            </a:xfrm>
            <a:custGeom>
              <a:avLst/>
              <a:gdLst>
                <a:gd name="T0" fmla="*/ 48 w 12"/>
                <a:gd name="T1" fmla="*/ 8 h 9"/>
                <a:gd name="T2" fmla="*/ 96 w 12"/>
                <a:gd name="T3" fmla="*/ 17 h 9"/>
                <a:gd name="T4" fmla="*/ 80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1"/>
                  </a:moveTo>
                  <a:cubicBezTo>
                    <a:pt x="0" y="5"/>
                    <a:pt x="9" y="9"/>
                    <a:pt x="12" y="2"/>
                  </a:cubicBezTo>
                  <a:cubicBezTo>
                    <a:pt x="12" y="1"/>
                    <a:pt x="11" y="1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42" name="Freeform 4442">
              <a:extLst>
                <a:ext uri="{FF2B5EF4-FFF2-40B4-BE49-F238E27FC236}">
                  <a16:creationId xmlns:a16="http://schemas.microsoft.com/office/drawing/2014/main" id="{5EF7512F-249A-4BEE-BF46-AC69D7D21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628"/>
              <a:ext cx="24" cy="19"/>
            </a:xfrm>
            <a:custGeom>
              <a:avLst/>
              <a:gdLst>
                <a:gd name="T0" fmla="*/ 72 w 12"/>
                <a:gd name="T1" fmla="*/ 8 h 9"/>
                <a:gd name="T2" fmla="*/ 48 w 12"/>
                <a:gd name="T3" fmla="*/ 84 h 9"/>
                <a:gd name="T4" fmla="*/ 88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9" y="1"/>
                  </a:moveTo>
                  <a:cubicBezTo>
                    <a:pt x="6" y="2"/>
                    <a:pt x="0" y="8"/>
                    <a:pt x="6" y="9"/>
                  </a:cubicBezTo>
                  <a:cubicBezTo>
                    <a:pt x="10" y="9"/>
                    <a:pt x="12" y="3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43" name="Freeform 4443">
              <a:extLst>
                <a:ext uri="{FF2B5EF4-FFF2-40B4-BE49-F238E27FC236}">
                  <a16:creationId xmlns:a16="http://schemas.microsoft.com/office/drawing/2014/main" id="{C6C01CD5-ABAB-47B5-A4A1-78614FE60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571"/>
              <a:ext cx="38" cy="19"/>
            </a:xfrm>
            <a:custGeom>
              <a:avLst/>
              <a:gdLst>
                <a:gd name="T0" fmla="*/ 96 w 19"/>
                <a:gd name="T1" fmla="*/ 0 h 9"/>
                <a:gd name="T2" fmla="*/ 120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12" y="0"/>
                  </a:moveTo>
                  <a:cubicBezTo>
                    <a:pt x="0" y="7"/>
                    <a:pt x="19" y="9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44" name="Freeform 4444">
              <a:extLst>
                <a:ext uri="{FF2B5EF4-FFF2-40B4-BE49-F238E27FC236}">
                  <a16:creationId xmlns:a16="http://schemas.microsoft.com/office/drawing/2014/main" id="{7F4B50EE-8599-471A-AB7E-6DC5A599D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373"/>
              <a:ext cx="26" cy="21"/>
            </a:xfrm>
            <a:custGeom>
              <a:avLst/>
              <a:gdLst>
                <a:gd name="T0" fmla="*/ 56 w 13"/>
                <a:gd name="T1" fmla="*/ 0 h 10"/>
                <a:gd name="T2" fmla="*/ 48 w 13"/>
                <a:gd name="T3" fmla="*/ 84 h 10"/>
                <a:gd name="T4" fmla="*/ 56 w 13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0"/>
                  </a:moveTo>
                  <a:cubicBezTo>
                    <a:pt x="3" y="2"/>
                    <a:pt x="0" y="7"/>
                    <a:pt x="6" y="9"/>
                  </a:cubicBezTo>
                  <a:cubicBezTo>
                    <a:pt x="10" y="10"/>
                    <a:pt x="13" y="3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45" name="Freeform 4445">
              <a:extLst>
                <a:ext uri="{FF2B5EF4-FFF2-40B4-BE49-F238E27FC236}">
                  <a16:creationId xmlns:a16="http://schemas.microsoft.com/office/drawing/2014/main" id="{48ACF4DE-2068-4EDD-92E9-FA127E0AC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369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8 h 2"/>
                <a:gd name="T4" fmla="*/ 16 w 2"/>
                <a:gd name="T5" fmla="*/ 8 h 2"/>
                <a:gd name="T6" fmla="*/ 0 w 2"/>
                <a:gd name="T7" fmla="*/ 0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2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46" name="Freeform 4446">
              <a:extLst>
                <a:ext uri="{FF2B5EF4-FFF2-40B4-BE49-F238E27FC236}">
                  <a16:creationId xmlns:a16="http://schemas.microsoft.com/office/drawing/2014/main" id="{BE4FAC29-2321-42ED-818C-C7E1BC821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407"/>
              <a:ext cx="8" cy="6"/>
            </a:xfrm>
            <a:custGeom>
              <a:avLst/>
              <a:gdLst>
                <a:gd name="T0" fmla="*/ 16 w 4"/>
                <a:gd name="T1" fmla="*/ 0 h 3"/>
                <a:gd name="T2" fmla="*/ 0 w 4"/>
                <a:gd name="T3" fmla="*/ 16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4" y="2"/>
                    <a:pt x="3" y="3"/>
                    <a:pt x="0" y="2"/>
                  </a:cubicBez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47" name="Freeform 4447">
              <a:extLst>
                <a:ext uri="{FF2B5EF4-FFF2-40B4-BE49-F238E27FC236}">
                  <a16:creationId xmlns:a16="http://schemas.microsoft.com/office/drawing/2014/main" id="{37899D86-4FFE-49BB-A925-E5B794C76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2409"/>
              <a:ext cx="24" cy="19"/>
            </a:xfrm>
            <a:custGeom>
              <a:avLst/>
              <a:gdLst>
                <a:gd name="T0" fmla="*/ 24 w 12"/>
                <a:gd name="T1" fmla="*/ 17 h 9"/>
                <a:gd name="T2" fmla="*/ 0 w 12"/>
                <a:gd name="T3" fmla="*/ 57 h 9"/>
                <a:gd name="T4" fmla="*/ 64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3" y="2"/>
                  </a:moveTo>
                  <a:cubicBezTo>
                    <a:pt x="1" y="3"/>
                    <a:pt x="0" y="5"/>
                    <a:pt x="0" y="6"/>
                  </a:cubicBezTo>
                  <a:cubicBezTo>
                    <a:pt x="4" y="9"/>
                    <a:pt x="12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48" name="Freeform 4448">
              <a:extLst>
                <a:ext uri="{FF2B5EF4-FFF2-40B4-BE49-F238E27FC236}">
                  <a16:creationId xmlns:a16="http://schemas.microsoft.com/office/drawing/2014/main" id="{CF747150-BB50-4C52-B9CB-8A93389D1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826"/>
              <a:ext cx="32" cy="23"/>
            </a:xfrm>
            <a:custGeom>
              <a:avLst/>
              <a:gdLst>
                <a:gd name="T0" fmla="*/ 72 w 16"/>
                <a:gd name="T1" fmla="*/ 8 h 11"/>
                <a:gd name="T2" fmla="*/ 104 w 16"/>
                <a:gd name="T3" fmla="*/ 8 h 11"/>
                <a:gd name="T4" fmla="*/ 88 w 16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9" y="1"/>
                  </a:moveTo>
                  <a:cubicBezTo>
                    <a:pt x="0" y="4"/>
                    <a:pt x="16" y="11"/>
                    <a:pt x="13" y="1"/>
                  </a:cubicBezTo>
                  <a:cubicBezTo>
                    <a:pt x="12" y="0"/>
                    <a:pt x="12" y="1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49" name="Freeform 4449">
              <a:extLst>
                <a:ext uri="{FF2B5EF4-FFF2-40B4-BE49-F238E27FC236}">
                  <a16:creationId xmlns:a16="http://schemas.microsoft.com/office/drawing/2014/main" id="{78C0E1A5-B611-448A-BDE9-DA0B2E94C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820"/>
              <a:ext cx="4" cy="6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24 h 3"/>
                <a:gd name="T4" fmla="*/ 16 w 2"/>
                <a:gd name="T5" fmla="*/ 0 h 3"/>
                <a:gd name="T6" fmla="*/ 0 w 2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50" name="Freeform 4450">
              <a:extLst>
                <a:ext uri="{FF2B5EF4-FFF2-40B4-BE49-F238E27FC236}">
                  <a16:creationId xmlns:a16="http://schemas.microsoft.com/office/drawing/2014/main" id="{D0006C2D-69C3-45CF-B77E-C6DB22DB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894"/>
              <a:ext cx="20" cy="25"/>
            </a:xfrm>
            <a:custGeom>
              <a:avLst/>
              <a:gdLst>
                <a:gd name="T0" fmla="*/ 64 w 10"/>
                <a:gd name="T1" fmla="*/ 8 h 12"/>
                <a:gd name="T2" fmla="*/ 16 w 10"/>
                <a:gd name="T3" fmla="*/ 73 h 12"/>
                <a:gd name="T4" fmla="*/ 80 w 10"/>
                <a:gd name="T5" fmla="*/ 8 h 12"/>
                <a:gd name="T6" fmla="*/ 72 w 10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8" y="1"/>
                  </a:moveTo>
                  <a:cubicBezTo>
                    <a:pt x="6" y="0"/>
                    <a:pt x="0" y="5"/>
                    <a:pt x="2" y="8"/>
                  </a:cubicBezTo>
                  <a:cubicBezTo>
                    <a:pt x="5" y="12"/>
                    <a:pt x="10" y="4"/>
                    <a:pt x="10" y="1"/>
                  </a:cubicBezTo>
                  <a:cubicBezTo>
                    <a:pt x="10" y="1"/>
                    <a:pt x="9" y="1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51" name="Freeform 4451">
              <a:extLst>
                <a:ext uri="{FF2B5EF4-FFF2-40B4-BE49-F238E27FC236}">
                  <a16:creationId xmlns:a16="http://schemas.microsoft.com/office/drawing/2014/main" id="{3BEFB56F-33E3-48A3-B450-F92EC7FAF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888"/>
              <a:ext cx="4" cy="6"/>
            </a:xfrm>
            <a:custGeom>
              <a:avLst/>
              <a:gdLst>
                <a:gd name="T0" fmla="*/ 0 w 2"/>
                <a:gd name="T1" fmla="*/ 16 h 3"/>
                <a:gd name="T2" fmla="*/ 0 w 2"/>
                <a:gd name="T3" fmla="*/ 24 h 3"/>
                <a:gd name="T4" fmla="*/ 16 w 2"/>
                <a:gd name="T5" fmla="*/ 0 h 3"/>
                <a:gd name="T6" fmla="*/ 8 w 2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52" name="Freeform 4452">
              <a:extLst>
                <a:ext uri="{FF2B5EF4-FFF2-40B4-BE49-F238E27FC236}">
                  <a16:creationId xmlns:a16="http://schemas.microsoft.com/office/drawing/2014/main" id="{D73BF404-F235-43C3-855C-5B3DE1600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892"/>
              <a:ext cx="14" cy="17"/>
            </a:xfrm>
            <a:custGeom>
              <a:avLst/>
              <a:gdLst>
                <a:gd name="T0" fmla="*/ 32 w 7"/>
                <a:gd name="T1" fmla="*/ 19 h 8"/>
                <a:gd name="T2" fmla="*/ 0 w 7"/>
                <a:gd name="T3" fmla="*/ 60 h 8"/>
                <a:gd name="T4" fmla="*/ 48 w 7"/>
                <a:gd name="T5" fmla="*/ 0 h 8"/>
                <a:gd name="T6" fmla="*/ 32 w 7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2" y="3"/>
                    <a:pt x="0" y="4"/>
                    <a:pt x="0" y="6"/>
                  </a:cubicBezTo>
                  <a:cubicBezTo>
                    <a:pt x="3" y="8"/>
                    <a:pt x="7" y="3"/>
                    <a:pt x="6" y="0"/>
                  </a:cubicBezTo>
                  <a:cubicBezTo>
                    <a:pt x="5" y="0"/>
                    <a:pt x="4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53" name="Freeform 4453">
              <a:extLst>
                <a:ext uri="{FF2B5EF4-FFF2-40B4-BE49-F238E27FC236}">
                  <a16:creationId xmlns:a16="http://schemas.microsoft.com/office/drawing/2014/main" id="{13FF4F85-EC64-4328-A816-BBC70B6DF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794"/>
              <a:ext cx="22" cy="17"/>
            </a:xfrm>
            <a:custGeom>
              <a:avLst/>
              <a:gdLst>
                <a:gd name="T0" fmla="*/ 48 w 11"/>
                <a:gd name="T1" fmla="*/ 0 h 8"/>
                <a:gd name="T2" fmla="*/ 88 w 11"/>
                <a:gd name="T3" fmla="*/ 9 h 8"/>
                <a:gd name="T4" fmla="*/ 72 w 11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0" y="6"/>
                    <a:pt x="10" y="8"/>
                    <a:pt x="11" y="1"/>
                  </a:cubicBezTo>
                  <a:cubicBezTo>
                    <a:pt x="10" y="1"/>
                    <a:pt x="10" y="0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54" name="Freeform 4454">
              <a:extLst>
                <a:ext uri="{FF2B5EF4-FFF2-40B4-BE49-F238E27FC236}">
                  <a16:creationId xmlns:a16="http://schemas.microsoft.com/office/drawing/2014/main" id="{A216DA7D-86F8-49FB-9F0D-979DBC580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762"/>
              <a:ext cx="10" cy="9"/>
            </a:xfrm>
            <a:custGeom>
              <a:avLst/>
              <a:gdLst>
                <a:gd name="T0" fmla="*/ 24 w 5"/>
                <a:gd name="T1" fmla="*/ 11 h 4"/>
                <a:gd name="T2" fmla="*/ 0 w 5"/>
                <a:gd name="T3" fmla="*/ 45 h 4"/>
                <a:gd name="T4" fmla="*/ 40 w 5"/>
                <a:gd name="T5" fmla="*/ 11 h 4"/>
                <a:gd name="T6" fmla="*/ 32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55" name="Freeform 4455">
              <a:extLst>
                <a:ext uri="{FF2B5EF4-FFF2-40B4-BE49-F238E27FC236}">
                  <a16:creationId xmlns:a16="http://schemas.microsoft.com/office/drawing/2014/main" id="{EFA0F879-0E21-48C8-AF0C-0D04EF120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337"/>
              <a:ext cx="34" cy="21"/>
            </a:xfrm>
            <a:custGeom>
              <a:avLst/>
              <a:gdLst>
                <a:gd name="T0" fmla="*/ 56 w 17"/>
                <a:gd name="T1" fmla="*/ 17 h 10"/>
                <a:gd name="T2" fmla="*/ 48 w 17"/>
                <a:gd name="T3" fmla="*/ 76 h 10"/>
                <a:gd name="T4" fmla="*/ 96 w 17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7" y="2"/>
                  </a:moveTo>
                  <a:cubicBezTo>
                    <a:pt x="1" y="0"/>
                    <a:pt x="0" y="7"/>
                    <a:pt x="6" y="8"/>
                  </a:cubicBezTo>
                  <a:cubicBezTo>
                    <a:pt x="11" y="10"/>
                    <a:pt x="17" y="6"/>
                    <a:pt x="12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56" name="Freeform 4456">
              <a:extLst>
                <a:ext uri="{FF2B5EF4-FFF2-40B4-BE49-F238E27FC236}">
                  <a16:creationId xmlns:a16="http://schemas.microsoft.com/office/drawing/2014/main" id="{4B5804C1-B79F-4677-9B03-48993BAE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1286"/>
              <a:ext cx="18" cy="13"/>
            </a:xfrm>
            <a:custGeom>
              <a:avLst/>
              <a:gdLst>
                <a:gd name="T0" fmla="*/ 8 w 9"/>
                <a:gd name="T1" fmla="*/ 33 h 6"/>
                <a:gd name="T2" fmla="*/ 0 w 9"/>
                <a:gd name="T3" fmla="*/ 52 h 6"/>
                <a:gd name="T4" fmla="*/ 24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1" y="3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6"/>
                    <a:pt x="9" y="0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57" name="Freeform 4457">
              <a:extLst>
                <a:ext uri="{FF2B5EF4-FFF2-40B4-BE49-F238E27FC236}">
                  <a16:creationId xmlns:a16="http://schemas.microsoft.com/office/drawing/2014/main" id="{8424C492-2A75-45DC-AA83-43061409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1252"/>
              <a:ext cx="22" cy="17"/>
            </a:xfrm>
            <a:custGeom>
              <a:avLst/>
              <a:gdLst>
                <a:gd name="T0" fmla="*/ 24 w 11"/>
                <a:gd name="T1" fmla="*/ 9 h 8"/>
                <a:gd name="T2" fmla="*/ 0 w 11"/>
                <a:gd name="T3" fmla="*/ 40 h 8"/>
                <a:gd name="T4" fmla="*/ 48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8"/>
                    <a:pt x="11" y="3"/>
                    <a:pt x="6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58" name="Freeform 4458">
              <a:extLst>
                <a:ext uri="{FF2B5EF4-FFF2-40B4-BE49-F238E27FC236}">
                  <a16:creationId xmlns:a16="http://schemas.microsoft.com/office/drawing/2014/main" id="{C80E8682-DE5E-4EB8-B180-CDB7D0CBB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1297"/>
              <a:ext cx="16" cy="13"/>
            </a:xfrm>
            <a:custGeom>
              <a:avLst/>
              <a:gdLst>
                <a:gd name="T0" fmla="*/ 40 w 8"/>
                <a:gd name="T1" fmla="*/ 20 h 6"/>
                <a:gd name="T2" fmla="*/ 8 w 8"/>
                <a:gd name="T3" fmla="*/ 0 h 6"/>
                <a:gd name="T4" fmla="*/ 64 w 8"/>
                <a:gd name="T5" fmla="*/ 20 h 6"/>
                <a:gd name="T6" fmla="*/ 40 w 8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2"/>
                  </a:moveTo>
                  <a:cubicBezTo>
                    <a:pt x="4" y="1"/>
                    <a:pt x="3" y="0"/>
                    <a:pt x="1" y="0"/>
                  </a:cubicBezTo>
                  <a:cubicBezTo>
                    <a:pt x="0" y="4"/>
                    <a:pt x="6" y="6"/>
                    <a:pt x="8" y="2"/>
                  </a:cubicBezTo>
                  <a:cubicBezTo>
                    <a:pt x="7" y="0"/>
                    <a:pt x="6" y="1"/>
                    <a:pt x="5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59" name="Freeform 4459">
              <a:extLst>
                <a:ext uri="{FF2B5EF4-FFF2-40B4-BE49-F238E27FC236}">
                  <a16:creationId xmlns:a16="http://schemas.microsoft.com/office/drawing/2014/main" id="{050D3328-8A14-4BC5-854A-C4E1E46B7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382"/>
              <a:ext cx="26" cy="17"/>
            </a:xfrm>
            <a:custGeom>
              <a:avLst/>
              <a:gdLst>
                <a:gd name="T0" fmla="*/ 40 w 13"/>
                <a:gd name="T1" fmla="*/ 9 h 8"/>
                <a:gd name="T2" fmla="*/ 64 w 13"/>
                <a:gd name="T3" fmla="*/ 68 h 8"/>
                <a:gd name="T4" fmla="*/ 64 w 13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5" y="1"/>
                  </a:moveTo>
                  <a:cubicBezTo>
                    <a:pt x="0" y="1"/>
                    <a:pt x="3" y="8"/>
                    <a:pt x="8" y="7"/>
                  </a:cubicBezTo>
                  <a:cubicBezTo>
                    <a:pt x="13" y="7"/>
                    <a:pt x="13" y="0"/>
                    <a:pt x="8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60" name="Freeform 4460">
              <a:extLst>
                <a:ext uri="{FF2B5EF4-FFF2-40B4-BE49-F238E27FC236}">
                  <a16:creationId xmlns:a16="http://schemas.microsoft.com/office/drawing/2014/main" id="{D330C1C0-8ED7-425E-987A-CAFA786F2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386"/>
              <a:ext cx="36" cy="19"/>
            </a:xfrm>
            <a:custGeom>
              <a:avLst/>
              <a:gdLst>
                <a:gd name="T0" fmla="*/ 48 w 18"/>
                <a:gd name="T1" fmla="*/ 8 h 9"/>
                <a:gd name="T2" fmla="*/ 40 w 18"/>
                <a:gd name="T3" fmla="*/ 8 h 9"/>
                <a:gd name="T4" fmla="*/ 88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6" y="1"/>
                  </a:moveTo>
                  <a:cubicBezTo>
                    <a:pt x="6" y="1"/>
                    <a:pt x="5" y="1"/>
                    <a:pt x="5" y="1"/>
                  </a:cubicBezTo>
                  <a:cubicBezTo>
                    <a:pt x="0" y="9"/>
                    <a:pt x="18" y="5"/>
                    <a:pt x="11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61" name="Freeform 4461">
              <a:extLst>
                <a:ext uri="{FF2B5EF4-FFF2-40B4-BE49-F238E27FC236}">
                  <a16:creationId xmlns:a16="http://schemas.microsoft.com/office/drawing/2014/main" id="{33A0B126-A721-4E3D-9A5B-9C854A02E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431"/>
              <a:ext cx="9" cy="10"/>
            </a:xfrm>
            <a:custGeom>
              <a:avLst/>
              <a:gdLst>
                <a:gd name="T0" fmla="*/ 13 w 5"/>
                <a:gd name="T1" fmla="*/ 0 h 5"/>
                <a:gd name="T2" fmla="*/ 7 w 5"/>
                <a:gd name="T3" fmla="*/ 24 h 5"/>
                <a:gd name="T4" fmla="*/ 29 w 5"/>
                <a:gd name="T5" fmla="*/ 24 h 5"/>
                <a:gd name="T6" fmla="*/ 2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5"/>
                    <a:pt x="4" y="5"/>
                    <a:pt x="5" y="3"/>
                  </a:cubicBezTo>
                  <a:cubicBezTo>
                    <a:pt x="5" y="2"/>
                    <a:pt x="4" y="1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62" name="Freeform 4462">
              <a:extLst>
                <a:ext uri="{FF2B5EF4-FFF2-40B4-BE49-F238E27FC236}">
                  <a16:creationId xmlns:a16="http://schemas.microsoft.com/office/drawing/2014/main" id="{D4EE4430-F10B-4830-8A07-59D617183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9" y="1465"/>
              <a:ext cx="35" cy="30"/>
            </a:xfrm>
            <a:custGeom>
              <a:avLst/>
              <a:gdLst>
                <a:gd name="T0" fmla="*/ 80 w 18"/>
                <a:gd name="T1" fmla="*/ 60 h 14"/>
                <a:gd name="T2" fmla="*/ 31 w 18"/>
                <a:gd name="T3" fmla="*/ 96 h 14"/>
                <a:gd name="T4" fmla="*/ 88 w 18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1" y="6"/>
                  </a:moveTo>
                  <a:cubicBezTo>
                    <a:pt x="8" y="0"/>
                    <a:pt x="0" y="6"/>
                    <a:pt x="4" y="10"/>
                  </a:cubicBezTo>
                  <a:cubicBezTo>
                    <a:pt x="7" y="14"/>
                    <a:pt x="18" y="8"/>
                    <a:pt x="12" y="4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63" name="Freeform 4463">
              <a:extLst>
                <a:ext uri="{FF2B5EF4-FFF2-40B4-BE49-F238E27FC236}">
                  <a16:creationId xmlns:a16="http://schemas.microsoft.com/office/drawing/2014/main" id="{E040BBAD-DEBE-4DF4-AF4B-92A4EE567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1475"/>
              <a:ext cx="22" cy="15"/>
            </a:xfrm>
            <a:custGeom>
              <a:avLst/>
              <a:gdLst>
                <a:gd name="T0" fmla="*/ 48 w 11"/>
                <a:gd name="T1" fmla="*/ 19 h 7"/>
                <a:gd name="T2" fmla="*/ 24 w 11"/>
                <a:gd name="T3" fmla="*/ 9 h 7"/>
                <a:gd name="T4" fmla="*/ 48 w 11"/>
                <a:gd name="T5" fmla="*/ 69 h 7"/>
                <a:gd name="T6" fmla="*/ 56 w 11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6" y="2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0" y="3"/>
                    <a:pt x="2" y="7"/>
                    <a:pt x="6" y="7"/>
                  </a:cubicBezTo>
                  <a:cubicBezTo>
                    <a:pt x="9" y="7"/>
                    <a:pt x="11" y="0"/>
                    <a:pt x="7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64" name="Freeform 4464">
              <a:extLst>
                <a:ext uri="{FF2B5EF4-FFF2-40B4-BE49-F238E27FC236}">
                  <a16:creationId xmlns:a16="http://schemas.microsoft.com/office/drawing/2014/main" id="{EE39FF5A-1BC9-4730-A94A-4D7AB5130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1422"/>
              <a:ext cx="16" cy="15"/>
            </a:xfrm>
            <a:custGeom>
              <a:avLst/>
              <a:gdLst>
                <a:gd name="T0" fmla="*/ 48 w 8"/>
                <a:gd name="T1" fmla="*/ 9 h 7"/>
                <a:gd name="T2" fmla="*/ 8 w 8"/>
                <a:gd name="T3" fmla="*/ 41 h 7"/>
                <a:gd name="T4" fmla="*/ 64 w 8"/>
                <a:gd name="T5" fmla="*/ 19 h 7"/>
                <a:gd name="T6" fmla="*/ 48 w 8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4" y="0"/>
                    <a:pt x="0" y="1"/>
                    <a:pt x="1" y="4"/>
                  </a:cubicBezTo>
                  <a:cubicBezTo>
                    <a:pt x="3" y="7"/>
                    <a:pt x="8" y="4"/>
                    <a:pt x="8" y="2"/>
                  </a:cubicBezTo>
                  <a:cubicBezTo>
                    <a:pt x="8" y="1"/>
                    <a:pt x="7" y="1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65" name="Freeform 4465">
              <a:extLst>
                <a:ext uri="{FF2B5EF4-FFF2-40B4-BE49-F238E27FC236}">
                  <a16:creationId xmlns:a16="http://schemas.microsoft.com/office/drawing/2014/main" id="{3CC1B995-9AFA-4C9C-B6B5-C290F9551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505"/>
              <a:ext cx="28" cy="19"/>
            </a:xfrm>
            <a:custGeom>
              <a:avLst/>
              <a:gdLst>
                <a:gd name="T0" fmla="*/ 56 w 14"/>
                <a:gd name="T1" fmla="*/ 36 h 9"/>
                <a:gd name="T2" fmla="*/ 56 w 14"/>
                <a:gd name="T3" fmla="*/ 84 h 9"/>
                <a:gd name="T4" fmla="*/ 72 w 14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7" y="4"/>
                  </a:moveTo>
                  <a:cubicBezTo>
                    <a:pt x="3" y="3"/>
                    <a:pt x="0" y="8"/>
                    <a:pt x="7" y="9"/>
                  </a:cubicBezTo>
                  <a:cubicBezTo>
                    <a:pt x="14" y="9"/>
                    <a:pt x="14" y="0"/>
                    <a:pt x="9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66" name="Freeform 4466">
              <a:extLst>
                <a:ext uri="{FF2B5EF4-FFF2-40B4-BE49-F238E27FC236}">
                  <a16:creationId xmlns:a16="http://schemas.microsoft.com/office/drawing/2014/main" id="{48C50413-E7B1-4314-9171-0F1C8745B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1543"/>
              <a:ext cx="16" cy="15"/>
            </a:xfrm>
            <a:custGeom>
              <a:avLst/>
              <a:gdLst>
                <a:gd name="T0" fmla="*/ 40 w 8"/>
                <a:gd name="T1" fmla="*/ 0 h 7"/>
                <a:gd name="T2" fmla="*/ 16 w 8"/>
                <a:gd name="T3" fmla="*/ 60 h 7"/>
                <a:gd name="T4" fmla="*/ 48 w 8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3" y="1"/>
                    <a:pt x="0" y="4"/>
                    <a:pt x="2" y="6"/>
                  </a:cubicBezTo>
                  <a:cubicBezTo>
                    <a:pt x="4" y="7"/>
                    <a:pt x="8" y="4"/>
                    <a:pt x="6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67" name="Freeform 4467">
              <a:extLst>
                <a:ext uri="{FF2B5EF4-FFF2-40B4-BE49-F238E27FC236}">
                  <a16:creationId xmlns:a16="http://schemas.microsoft.com/office/drawing/2014/main" id="{B6FE9F4F-98D2-4086-843B-198CE9D93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571"/>
              <a:ext cx="24" cy="15"/>
            </a:xfrm>
            <a:custGeom>
              <a:avLst/>
              <a:gdLst>
                <a:gd name="T0" fmla="*/ 32 w 12"/>
                <a:gd name="T1" fmla="*/ 9 h 7"/>
                <a:gd name="T2" fmla="*/ 48 w 12"/>
                <a:gd name="T3" fmla="*/ 60 h 7"/>
                <a:gd name="T4" fmla="*/ 56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4" y="1"/>
                  </a:moveTo>
                  <a:cubicBezTo>
                    <a:pt x="0" y="3"/>
                    <a:pt x="2" y="7"/>
                    <a:pt x="6" y="6"/>
                  </a:cubicBezTo>
                  <a:cubicBezTo>
                    <a:pt x="10" y="6"/>
                    <a:pt x="12" y="1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68" name="Freeform 4468">
              <a:extLst>
                <a:ext uri="{FF2B5EF4-FFF2-40B4-BE49-F238E27FC236}">
                  <a16:creationId xmlns:a16="http://schemas.microsoft.com/office/drawing/2014/main" id="{E0F49C03-496D-4971-B1B7-8B778F0E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509"/>
              <a:ext cx="22" cy="17"/>
            </a:xfrm>
            <a:custGeom>
              <a:avLst/>
              <a:gdLst>
                <a:gd name="T0" fmla="*/ 48 w 11"/>
                <a:gd name="T1" fmla="*/ 0 h 8"/>
                <a:gd name="T2" fmla="*/ 32 w 11"/>
                <a:gd name="T3" fmla="*/ 60 h 8"/>
                <a:gd name="T4" fmla="*/ 56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2" y="1"/>
                    <a:pt x="0" y="5"/>
                    <a:pt x="4" y="6"/>
                  </a:cubicBezTo>
                  <a:cubicBezTo>
                    <a:pt x="8" y="8"/>
                    <a:pt x="11" y="1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69" name="Freeform 4469">
              <a:extLst>
                <a:ext uri="{FF2B5EF4-FFF2-40B4-BE49-F238E27FC236}">
                  <a16:creationId xmlns:a16="http://schemas.microsoft.com/office/drawing/2014/main" id="{4AD13A80-1175-4454-869D-BD2A4FFFE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1603"/>
              <a:ext cx="22" cy="15"/>
            </a:xfrm>
            <a:custGeom>
              <a:avLst/>
              <a:gdLst>
                <a:gd name="T0" fmla="*/ 40 w 11"/>
                <a:gd name="T1" fmla="*/ 19 h 7"/>
                <a:gd name="T2" fmla="*/ 40 w 11"/>
                <a:gd name="T3" fmla="*/ 69 h 7"/>
                <a:gd name="T4" fmla="*/ 56 w 11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2"/>
                  </a:moveTo>
                  <a:cubicBezTo>
                    <a:pt x="1" y="0"/>
                    <a:pt x="0" y="6"/>
                    <a:pt x="5" y="7"/>
                  </a:cubicBezTo>
                  <a:cubicBezTo>
                    <a:pt x="9" y="7"/>
                    <a:pt x="11" y="4"/>
                    <a:pt x="7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70" name="Freeform 4470">
              <a:extLst>
                <a:ext uri="{FF2B5EF4-FFF2-40B4-BE49-F238E27FC236}">
                  <a16:creationId xmlns:a16="http://schemas.microsoft.com/office/drawing/2014/main" id="{FB267B9C-D962-44BE-A848-9A8B10AF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646"/>
              <a:ext cx="18" cy="14"/>
            </a:xfrm>
            <a:custGeom>
              <a:avLst/>
              <a:gdLst>
                <a:gd name="T0" fmla="*/ 40 w 9"/>
                <a:gd name="T1" fmla="*/ 24 h 7"/>
                <a:gd name="T2" fmla="*/ 0 w 9"/>
                <a:gd name="T3" fmla="*/ 24 h 7"/>
                <a:gd name="T4" fmla="*/ 4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3"/>
                  </a:moveTo>
                  <a:cubicBezTo>
                    <a:pt x="4" y="0"/>
                    <a:pt x="2" y="0"/>
                    <a:pt x="0" y="3"/>
                  </a:cubicBezTo>
                  <a:cubicBezTo>
                    <a:pt x="2" y="7"/>
                    <a:pt x="9" y="4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71" name="Freeform 4471">
              <a:extLst>
                <a:ext uri="{FF2B5EF4-FFF2-40B4-BE49-F238E27FC236}">
                  <a16:creationId xmlns:a16="http://schemas.microsoft.com/office/drawing/2014/main" id="{1B8A5A4B-A21D-4BA1-BE7B-5BDF6D8A2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1612"/>
              <a:ext cx="22" cy="17"/>
            </a:xfrm>
            <a:custGeom>
              <a:avLst/>
              <a:gdLst>
                <a:gd name="T0" fmla="*/ 80 w 11"/>
                <a:gd name="T1" fmla="*/ 0 h 8"/>
                <a:gd name="T2" fmla="*/ 32 w 11"/>
                <a:gd name="T3" fmla="*/ 49 h 8"/>
                <a:gd name="T4" fmla="*/ 80 w 11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0" y="0"/>
                  </a:moveTo>
                  <a:cubicBezTo>
                    <a:pt x="7" y="0"/>
                    <a:pt x="0" y="2"/>
                    <a:pt x="4" y="5"/>
                  </a:cubicBezTo>
                  <a:cubicBezTo>
                    <a:pt x="7" y="8"/>
                    <a:pt x="11" y="5"/>
                    <a:pt x="10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72" name="Freeform 4472">
              <a:extLst>
                <a:ext uri="{FF2B5EF4-FFF2-40B4-BE49-F238E27FC236}">
                  <a16:creationId xmlns:a16="http://schemas.microsoft.com/office/drawing/2014/main" id="{A336591F-BB09-4511-8BD6-4DCF5A684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1582"/>
              <a:ext cx="16" cy="10"/>
            </a:xfrm>
            <a:custGeom>
              <a:avLst/>
              <a:gdLst>
                <a:gd name="T0" fmla="*/ 32 w 8"/>
                <a:gd name="T1" fmla="*/ 0 h 5"/>
                <a:gd name="T2" fmla="*/ 0 w 8"/>
                <a:gd name="T3" fmla="*/ 24 h 5"/>
                <a:gd name="T4" fmla="*/ 64 w 8"/>
                <a:gd name="T5" fmla="*/ 24 h 5"/>
                <a:gd name="T6" fmla="*/ 32 w 8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2" y="5"/>
                    <a:pt x="5" y="5"/>
                    <a:pt x="8" y="3"/>
                  </a:cubicBezTo>
                  <a:cubicBezTo>
                    <a:pt x="7" y="1"/>
                    <a:pt x="6" y="0"/>
                    <a:pt x="4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73" name="Freeform 4473">
              <a:extLst>
                <a:ext uri="{FF2B5EF4-FFF2-40B4-BE49-F238E27FC236}">
                  <a16:creationId xmlns:a16="http://schemas.microsoft.com/office/drawing/2014/main" id="{AE93DCE6-1B2B-4025-8B7F-EE028F239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1539"/>
              <a:ext cx="47" cy="15"/>
            </a:xfrm>
            <a:custGeom>
              <a:avLst/>
              <a:gdLst>
                <a:gd name="T0" fmla="*/ 84 w 24"/>
                <a:gd name="T1" fmla="*/ 9 h 7"/>
                <a:gd name="T2" fmla="*/ 96 w 2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11" y="1"/>
                  </a:moveTo>
                  <a:cubicBezTo>
                    <a:pt x="0" y="6"/>
                    <a:pt x="24" y="7"/>
                    <a:pt x="1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74" name="Freeform 4474">
              <a:extLst>
                <a:ext uri="{FF2B5EF4-FFF2-40B4-BE49-F238E27FC236}">
                  <a16:creationId xmlns:a16="http://schemas.microsoft.com/office/drawing/2014/main" id="{72FFFE09-2B00-434E-9757-5FF88D341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973"/>
              <a:ext cx="14" cy="34"/>
            </a:xfrm>
            <a:custGeom>
              <a:avLst/>
              <a:gdLst>
                <a:gd name="T0" fmla="*/ 16 w 7"/>
                <a:gd name="T1" fmla="*/ 96 h 16"/>
                <a:gd name="T2" fmla="*/ 8 w 7"/>
                <a:gd name="T3" fmla="*/ 136 h 16"/>
                <a:gd name="T4" fmla="*/ 0 w 7"/>
                <a:gd name="T5" fmla="*/ 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2" y="10"/>
                  </a:moveTo>
                  <a:cubicBezTo>
                    <a:pt x="1" y="11"/>
                    <a:pt x="1" y="12"/>
                    <a:pt x="1" y="14"/>
                  </a:cubicBezTo>
                  <a:cubicBezTo>
                    <a:pt x="7" y="16"/>
                    <a:pt x="7" y="0"/>
                    <a:pt x="0" y="1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75" name="Freeform 4475">
              <a:extLst>
                <a:ext uri="{FF2B5EF4-FFF2-40B4-BE49-F238E27FC236}">
                  <a16:creationId xmlns:a16="http://schemas.microsoft.com/office/drawing/2014/main" id="{25F41403-EFC9-4493-A4BF-8E9DEAA4A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077"/>
              <a:ext cx="20" cy="17"/>
            </a:xfrm>
            <a:custGeom>
              <a:avLst/>
              <a:gdLst>
                <a:gd name="T0" fmla="*/ 24 w 10"/>
                <a:gd name="T1" fmla="*/ 9 h 8"/>
                <a:gd name="T2" fmla="*/ 16 w 10"/>
                <a:gd name="T3" fmla="*/ 77 h 8"/>
                <a:gd name="T4" fmla="*/ 4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1" y="3"/>
                    <a:pt x="0" y="6"/>
                    <a:pt x="2" y="8"/>
                  </a:cubicBezTo>
                  <a:cubicBezTo>
                    <a:pt x="6" y="8"/>
                    <a:pt x="10" y="0"/>
                    <a:pt x="5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76" name="Freeform 4476">
              <a:extLst>
                <a:ext uri="{FF2B5EF4-FFF2-40B4-BE49-F238E27FC236}">
                  <a16:creationId xmlns:a16="http://schemas.microsoft.com/office/drawing/2014/main" id="{296EB8B4-2897-416A-88B1-2F8AC0FD5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136"/>
              <a:ext cx="36" cy="28"/>
            </a:xfrm>
            <a:custGeom>
              <a:avLst/>
              <a:gdLst>
                <a:gd name="T0" fmla="*/ 64 w 18"/>
                <a:gd name="T1" fmla="*/ 0 h 13"/>
                <a:gd name="T2" fmla="*/ 72 w 18"/>
                <a:gd name="T3" fmla="*/ 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8" y="0"/>
                  </a:moveTo>
                  <a:cubicBezTo>
                    <a:pt x="0" y="13"/>
                    <a:pt x="18" y="2"/>
                    <a:pt x="9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77" name="Freeform 4477">
              <a:extLst>
                <a:ext uri="{FF2B5EF4-FFF2-40B4-BE49-F238E27FC236}">
                  <a16:creationId xmlns:a16="http://schemas.microsoft.com/office/drawing/2014/main" id="{7A463D74-E9B3-42AA-95F3-A6C836B2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3085"/>
              <a:ext cx="18" cy="28"/>
            </a:xfrm>
            <a:custGeom>
              <a:avLst/>
              <a:gdLst>
                <a:gd name="T0" fmla="*/ 8 w 9"/>
                <a:gd name="T1" fmla="*/ 0 h 13"/>
                <a:gd name="T2" fmla="*/ 16 w 9"/>
                <a:gd name="T3" fmla="*/ 121 h 13"/>
                <a:gd name="T4" fmla="*/ 56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0"/>
                  </a:moveTo>
                  <a:cubicBezTo>
                    <a:pt x="0" y="4"/>
                    <a:pt x="0" y="8"/>
                    <a:pt x="2" y="12"/>
                  </a:cubicBezTo>
                  <a:cubicBezTo>
                    <a:pt x="9" y="13"/>
                    <a:pt x="8" y="4"/>
                    <a:pt x="7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78" name="Freeform 4478">
              <a:extLst>
                <a:ext uri="{FF2B5EF4-FFF2-40B4-BE49-F238E27FC236}">
                  <a16:creationId xmlns:a16="http://schemas.microsoft.com/office/drawing/2014/main" id="{4F450582-D013-4505-A453-6882389CD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104"/>
              <a:ext cx="39" cy="15"/>
            </a:xfrm>
            <a:custGeom>
              <a:avLst/>
              <a:gdLst>
                <a:gd name="T0" fmla="*/ 76 w 20"/>
                <a:gd name="T1" fmla="*/ 0 h 7"/>
                <a:gd name="T2" fmla="*/ 88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10" y="0"/>
                  </a:moveTo>
                  <a:cubicBezTo>
                    <a:pt x="0" y="7"/>
                    <a:pt x="20" y="5"/>
                    <a:pt x="1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79" name="Freeform 4479">
              <a:extLst>
                <a:ext uri="{FF2B5EF4-FFF2-40B4-BE49-F238E27FC236}">
                  <a16:creationId xmlns:a16="http://schemas.microsoft.com/office/drawing/2014/main" id="{20337C6C-104A-4C38-814B-8B93EC9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073"/>
              <a:ext cx="12" cy="17"/>
            </a:xfrm>
            <a:custGeom>
              <a:avLst/>
              <a:gdLst>
                <a:gd name="T0" fmla="*/ 24 w 6"/>
                <a:gd name="T1" fmla="*/ 9 h 8"/>
                <a:gd name="T2" fmla="*/ 8 w 6"/>
                <a:gd name="T3" fmla="*/ 77 h 8"/>
                <a:gd name="T4" fmla="*/ 8 w 6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1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6" y="8"/>
                    <a:pt x="6" y="0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80" name="Freeform 4480">
              <a:extLst>
                <a:ext uri="{FF2B5EF4-FFF2-40B4-BE49-F238E27FC236}">
                  <a16:creationId xmlns:a16="http://schemas.microsoft.com/office/drawing/2014/main" id="{B8F2A7D2-3CE5-4446-8D07-405889AC6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158"/>
              <a:ext cx="14" cy="15"/>
            </a:xfrm>
            <a:custGeom>
              <a:avLst/>
              <a:gdLst>
                <a:gd name="T0" fmla="*/ 16 w 7"/>
                <a:gd name="T1" fmla="*/ 19 h 7"/>
                <a:gd name="T2" fmla="*/ 8 w 7"/>
                <a:gd name="T3" fmla="*/ 69 h 7"/>
                <a:gd name="T4" fmla="*/ 48 w 7"/>
                <a:gd name="T5" fmla="*/ 0 h 7"/>
                <a:gd name="T6" fmla="*/ 24 w 7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1"/>
                    <a:pt x="0" y="6"/>
                    <a:pt x="1" y="7"/>
                  </a:cubicBezTo>
                  <a:cubicBezTo>
                    <a:pt x="5" y="7"/>
                    <a:pt x="7" y="4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81" name="Freeform 4481">
              <a:extLst>
                <a:ext uri="{FF2B5EF4-FFF2-40B4-BE49-F238E27FC236}">
                  <a16:creationId xmlns:a16="http://schemas.microsoft.com/office/drawing/2014/main" id="{3408D8B4-26B2-4359-A546-5C72005E0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173"/>
              <a:ext cx="17" cy="31"/>
            </a:xfrm>
            <a:custGeom>
              <a:avLst/>
              <a:gdLst>
                <a:gd name="T0" fmla="*/ 21 w 9"/>
                <a:gd name="T1" fmla="*/ 43 h 15"/>
                <a:gd name="T2" fmla="*/ 40 w 9"/>
                <a:gd name="T3" fmla="*/ 99 h 15"/>
                <a:gd name="T4" fmla="*/ 28 w 9"/>
                <a:gd name="T5" fmla="*/ 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3" y="5"/>
                  </a:moveTo>
                  <a:cubicBezTo>
                    <a:pt x="0" y="9"/>
                    <a:pt x="1" y="15"/>
                    <a:pt x="6" y="11"/>
                  </a:cubicBezTo>
                  <a:cubicBezTo>
                    <a:pt x="9" y="8"/>
                    <a:pt x="8" y="0"/>
                    <a:pt x="4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82" name="Freeform 4482">
              <a:extLst>
                <a:ext uri="{FF2B5EF4-FFF2-40B4-BE49-F238E27FC236}">
                  <a16:creationId xmlns:a16="http://schemas.microsoft.com/office/drawing/2014/main" id="{08533910-4853-4CEC-B5D0-D215AA348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179"/>
              <a:ext cx="10" cy="15"/>
            </a:xfrm>
            <a:custGeom>
              <a:avLst/>
              <a:gdLst>
                <a:gd name="T0" fmla="*/ 8 w 5"/>
                <a:gd name="T1" fmla="*/ 19 h 7"/>
                <a:gd name="T2" fmla="*/ 8 w 5"/>
                <a:gd name="T3" fmla="*/ 69 h 7"/>
                <a:gd name="T4" fmla="*/ 16 w 5"/>
                <a:gd name="T5" fmla="*/ 0 h 7"/>
                <a:gd name="T6" fmla="*/ 8 w 5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0" y="5"/>
                    <a:pt x="1" y="7"/>
                  </a:cubicBezTo>
                  <a:cubicBezTo>
                    <a:pt x="3" y="5"/>
                    <a:pt x="5" y="1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83" name="Freeform 4483">
              <a:extLst>
                <a:ext uri="{FF2B5EF4-FFF2-40B4-BE49-F238E27FC236}">
                  <a16:creationId xmlns:a16="http://schemas.microsoft.com/office/drawing/2014/main" id="{1CFF31D7-B5CA-43A3-A86D-B4E1E8271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168"/>
              <a:ext cx="26" cy="36"/>
            </a:xfrm>
            <a:custGeom>
              <a:avLst/>
              <a:gdLst>
                <a:gd name="T0" fmla="*/ 16 w 13"/>
                <a:gd name="T1" fmla="*/ 8 h 17"/>
                <a:gd name="T2" fmla="*/ 32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2" y="1"/>
                  </a:moveTo>
                  <a:cubicBezTo>
                    <a:pt x="0" y="17"/>
                    <a:pt x="13" y="0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84" name="Freeform 4484">
              <a:extLst>
                <a:ext uri="{FF2B5EF4-FFF2-40B4-BE49-F238E27FC236}">
                  <a16:creationId xmlns:a16="http://schemas.microsoft.com/office/drawing/2014/main" id="{8AA4CFD7-3557-4068-8F4D-A8CD77115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3117"/>
              <a:ext cx="12" cy="13"/>
            </a:xfrm>
            <a:custGeom>
              <a:avLst/>
              <a:gdLst>
                <a:gd name="T0" fmla="*/ 16 w 6"/>
                <a:gd name="T1" fmla="*/ 0 h 6"/>
                <a:gd name="T2" fmla="*/ 8 w 6"/>
                <a:gd name="T3" fmla="*/ 61 h 6"/>
                <a:gd name="T4" fmla="*/ 16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2"/>
                    <a:pt x="0" y="5"/>
                    <a:pt x="1" y="6"/>
                  </a:cubicBezTo>
                  <a:cubicBezTo>
                    <a:pt x="4" y="6"/>
                    <a:pt x="6" y="1"/>
                    <a:pt x="2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85" name="Freeform 4485">
              <a:extLst>
                <a:ext uri="{FF2B5EF4-FFF2-40B4-BE49-F238E27FC236}">
                  <a16:creationId xmlns:a16="http://schemas.microsoft.com/office/drawing/2014/main" id="{0A1D0187-775C-4676-9B58-B2CBE0A88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3075"/>
              <a:ext cx="20" cy="25"/>
            </a:xfrm>
            <a:custGeom>
              <a:avLst/>
              <a:gdLst>
                <a:gd name="T0" fmla="*/ 56 w 10"/>
                <a:gd name="T1" fmla="*/ 17 h 12"/>
                <a:gd name="T2" fmla="*/ 40 w 10"/>
                <a:gd name="T3" fmla="*/ 92 h 12"/>
                <a:gd name="T4" fmla="*/ 64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7" y="2"/>
                  </a:moveTo>
                  <a:cubicBezTo>
                    <a:pt x="5" y="3"/>
                    <a:pt x="0" y="8"/>
                    <a:pt x="5" y="10"/>
                  </a:cubicBezTo>
                  <a:cubicBezTo>
                    <a:pt x="9" y="12"/>
                    <a:pt x="10" y="3"/>
                    <a:pt x="8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86" name="Freeform 4486">
              <a:extLst>
                <a:ext uri="{FF2B5EF4-FFF2-40B4-BE49-F238E27FC236}">
                  <a16:creationId xmlns:a16="http://schemas.microsoft.com/office/drawing/2014/main" id="{4E748FB7-B083-45D1-9D79-407A92C54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039"/>
              <a:ext cx="14" cy="21"/>
            </a:xfrm>
            <a:custGeom>
              <a:avLst/>
              <a:gdLst>
                <a:gd name="T0" fmla="*/ 8 w 7"/>
                <a:gd name="T1" fmla="*/ 36 h 10"/>
                <a:gd name="T2" fmla="*/ 8 w 7"/>
                <a:gd name="T3" fmla="*/ 92 h 10"/>
                <a:gd name="T4" fmla="*/ 16 w 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6"/>
                    <a:pt x="0" y="8"/>
                    <a:pt x="1" y="10"/>
                  </a:cubicBezTo>
                  <a:cubicBezTo>
                    <a:pt x="4" y="9"/>
                    <a:pt x="7" y="0"/>
                    <a:pt x="2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87" name="Freeform 4487">
              <a:extLst>
                <a:ext uri="{FF2B5EF4-FFF2-40B4-BE49-F238E27FC236}">
                  <a16:creationId xmlns:a16="http://schemas.microsoft.com/office/drawing/2014/main" id="{7B71B258-B49C-4059-92FF-B78B1C166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151"/>
              <a:ext cx="14" cy="24"/>
            </a:xfrm>
            <a:custGeom>
              <a:avLst/>
              <a:gdLst>
                <a:gd name="T0" fmla="*/ 8 w 7"/>
                <a:gd name="T1" fmla="*/ 33 h 11"/>
                <a:gd name="T2" fmla="*/ 16 w 7"/>
                <a:gd name="T3" fmla="*/ 113 h 11"/>
                <a:gd name="T4" fmla="*/ 16 w 7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3"/>
                  </a:moveTo>
                  <a:cubicBezTo>
                    <a:pt x="0" y="6"/>
                    <a:pt x="0" y="9"/>
                    <a:pt x="2" y="11"/>
                  </a:cubicBezTo>
                  <a:cubicBezTo>
                    <a:pt x="6" y="9"/>
                    <a:pt x="7" y="0"/>
                    <a:pt x="2" y="3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88" name="Freeform 4488">
              <a:extLst>
                <a:ext uri="{FF2B5EF4-FFF2-40B4-BE49-F238E27FC236}">
                  <a16:creationId xmlns:a16="http://schemas.microsoft.com/office/drawing/2014/main" id="{3DC03B07-DDBF-4977-ADB3-8AAB1968B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200"/>
              <a:ext cx="14" cy="15"/>
            </a:xfrm>
            <a:custGeom>
              <a:avLst/>
              <a:gdLst>
                <a:gd name="T0" fmla="*/ 24 w 7"/>
                <a:gd name="T1" fmla="*/ 0 h 7"/>
                <a:gd name="T2" fmla="*/ 32 w 7"/>
                <a:gd name="T3" fmla="*/ 60 h 7"/>
                <a:gd name="T4" fmla="*/ 32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2"/>
                    <a:pt x="0" y="7"/>
                    <a:pt x="4" y="6"/>
                  </a:cubicBezTo>
                  <a:cubicBezTo>
                    <a:pt x="7" y="6"/>
                    <a:pt x="6" y="0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89" name="Freeform 4489">
              <a:extLst>
                <a:ext uri="{FF2B5EF4-FFF2-40B4-BE49-F238E27FC236}">
                  <a16:creationId xmlns:a16="http://schemas.microsoft.com/office/drawing/2014/main" id="{60E49EBA-EE27-46C7-992D-AA9686049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224"/>
              <a:ext cx="12" cy="12"/>
            </a:xfrm>
            <a:custGeom>
              <a:avLst/>
              <a:gdLst>
                <a:gd name="T0" fmla="*/ 24 w 6"/>
                <a:gd name="T1" fmla="*/ 16 h 6"/>
                <a:gd name="T2" fmla="*/ 16 w 6"/>
                <a:gd name="T3" fmla="*/ 48 h 6"/>
                <a:gd name="T4" fmla="*/ 32 w 6"/>
                <a:gd name="T5" fmla="*/ 8 h 6"/>
                <a:gd name="T6" fmla="*/ 16 w 6"/>
                <a:gd name="T7" fmla="*/ 1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5" y="5"/>
                    <a:pt x="6" y="3"/>
                    <a:pt x="4" y="1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90" name="Freeform 4490">
              <a:extLst>
                <a:ext uri="{FF2B5EF4-FFF2-40B4-BE49-F238E27FC236}">
                  <a16:creationId xmlns:a16="http://schemas.microsoft.com/office/drawing/2014/main" id="{5459534D-B43D-4F50-9962-E2956FA86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217"/>
              <a:ext cx="18" cy="19"/>
            </a:xfrm>
            <a:custGeom>
              <a:avLst/>
              <a:gdLst>
                <a:gd name="T0" fmla="*/ 24 w 9"/>
                <a:gd name="T1" fmla="*/ 8 h 9"/>
                <a:gd name="T2" fmla="*/ 40 w 9"/>
                <a:gd name="T3" fmla="*/ 68 h 9"/>
                <a:gd name="T4" fmla="*/ 24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1" y="3"/>
                    <a:pt x="0" y="9"/>
                    <a:pt x="5" y="7"/>
                  </a:cubicBezTo>
                  <a:cubicBezTo>
                    <a:pt x="9" y="5"/>
                    <a:pt x="6" y="1"/>
                    <a:pt x="3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91" name="Freeform 4491">
              <a:extLst>
                <a:ext uri="{FF2B5EF4-FFF2-40B4-BE49-F238E27FC236}">
                  <a16:creationId xmlns:a16="http://schemas.microsoft.com/office/drawing/2014/main" id="{F80AFA7D-0ABA-40F7-B63F-3E57CDDD0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219"/>
              <a:ext cx="22" cy="19"/>
            </a:xfrm>
            <a:custGeom>
              <a:avLst/>
              <a:gdLst>
                <a:gd name="T0" fmla="*/ 32 w 11"/>
                <a:gd name="T1" fmla="*/ 8 h 9"/>
                <a:gd name="T2" fmla="*/ 40 w 11"/>
                <a:gd name="T3" fmla="*/ 76 h 9"/>
                <a:gd name="T4" fmla="*/ 32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1"/>
                  </a:moveTo>
                  <a:cubicBezTo>
                    <a:pt x="1" y="3"/>
                    <a:pt x="0" y="9"/>
                    <a:pt x="5" y="8"/>
                  </a:cubicBezTo>
                  <a:cubicBezTo>
                    <a:pt x="11" y="6"/>
                    <a:pt x="7" y="2"/>
                    <a:pt x="4" y="0"/>
                  </a:cubicBezTo>
                </a:path>
              </a:pathLst>
            </a:custGeom>
            <a:solidFill>
              <a:srgbClr val="EF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92" name="Freeform 4492">
              <a:extLst>
                <a:ext uri="{FF2B5EF4-FFF2-40B4-BE49-F238E27FC236}">
                  <a16:creationId xmlns:a16="http://schemas.microsoft.com/office/drawing/2014/main" id="{7A4C975A-B66F-45C8-B805-9300C9D9F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2001"/>
              <a:ext cx="28" cy="21"/>
            </a:xfrm>
            <a:custGeom>
              <a:avLst/>
              <a:gdLst>
                <a:gd name="T0" fmla="*/ 40 w 14"/>
                <a:gd name="T1" fmla="*/ 27 h 10"/>
                <a:gd name="T2" fmla="*/ 64 w 14"/>
                <a:gd name="T3" fmla="*/ 84 h 10"/>
                <a:gd name="T4" fmla="*/ 40 w 14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5" y="3"/>
                  </a:moveTo>
                  <a:cubicBezTo>
                    <a:pt x="0" y="4"/>
                    <a:pt x="3" y="10"/>
                    <a:pt x="8" y="9"/>
                  </a:cubicBezTo>
                  <a:cubicBezTo>
                    <a:pt x="14" y="8"/>
                    <a:pt x="10" y="0"/>
                    <a:pt x="5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93" name="Freeform 4493">
              <a:extLst>
                <a:ext uri="{FF2B5EF4-FFF2-40B4-BE49-F238E27FC236}">
                  <a16:creationId xmlns:a16="http://schemas.microsoft.com/office/drawing/2014/main" id="{44539C19-FFEC-4DFB-9756-4134C549B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1971"/>
              <a:ext cx="22" cy="19"/>
            </a:xfrm>
            <a:custGeom>
              <a:avLst/>
              <a:gdLst>
                <a:gd name="T0" fmla="*/ 72 w 11"/>
                <a:gd name="T1" fmla="*/ 17 h 9"/>
                <a:gd name="T2" fmla="*/ 40 w 11"/>
                <a:gd name="T3" fmla="*/ 57 h 9"/>
                <a:gd name="T4" fmla="*/ 72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9" y="2"/>
                  </a:moveTo>
                  <a:cubicBezTo>
                    <a:pt x="5" y="0"/>
                    <a:pt x="0" y="4"/>
                    <a:pt x="5" y="6"/>
                  </a:cubicBezTo>
                  <a:cubicBezTo>
                    <a:pt x="10" y="9"/>
                    <a:pt x="11" y="3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94" name="Freeform 4494">
              <a:extLst>
                <a:ext uri="{FF2B5EF4-FFF2-40B4-BE49-F238E27FC236}">
                  <a16:creationId xmlns:a16="http://schemas.microsoft.com/office/drawing/2014/main" id="{EF9767C5-3631-4080-9F89-3315E9249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1884"/>
              <a:ext cx="44" cy="21"/>
            </a:xfrm>
            <a:custGeom>
              <a:avLst/>
              <a:gdLst>
                <a:gd name="T0" fmla="*/ 104 w 22"/>
                <a:gd name="T1" fmla="*/ 8 h 10"/>
                <a:gd name="T2" fmla="*/ 152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13" y="1"/>
                  </a:moveTo>
                  <a:cubicBezTo>
                    <a:pt x="0" y="8"/>
                    <a:pt x="22" y="10"/>
                    <a:pt x="1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95" name="Freeform 4495">
              <a:extLst>
                <a:ext uri="{FF2B5EF4-FFF2-40B4-BE49-F238E27FC236}">
                  <a16:creationId xmlns:a16="http://schemas.microsoft.com/office/drawing/2014/main" id="{70704F4E-977D-4674-869C-F3507AD00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1841"/>
              <a:ext cx="25" cy="19"/>
            </a:xfrm>
            <a:custGeom>
              <a:avLst/>
              <a:gdLst>
                <a:gd name="T0" fmla="*/ 63 w 13"/>
                <a:gd name="T1" fmla="*/ 8 h 9"/>
                <a:gd name="T2" fmla="*/ 8 w 13"/>
                <a:gd name="T3" fmla="*/ 36 h 9"/>
                <a:gd name="T4" fmla="*/ 92 w 13"/>
                <a:gd name="T5" fmla="*/ 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9" y="1"/>
                  </a:moveTo>
                  <a:cubicBezTo>
                    <a:pt x="6" y="0"/>
                    <a:pt x="0" y="1"/>
                    <a:pt x="1" y="4"/>
                  </a:cubicBezTo>
                  <a:cubicBezTo>
                    <a:pt x="3" y="9"/>
                    <a:pt x="12" y="6"/>
                    <a:pt x="13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96" name="Freeform 4496">
              <a:extLst>
                <a:ext uri="{FF2B5EF4-FFF2-40B4-BE49-F238E27FC236}">
                  <a16:creationId xmlns:a16="http://schemas.microsoft.com/office/drawing/2014/main" id="{8210C26D-F414-414B-B629-06ADF3E6C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794"/>
              <a:ext cx="21" cy="22"/>
            </a:xfrm>
            <a:custGeom>
              <a:avLst/>
              <a:gdLst>
                <a:gd name="T0" fmla="*/ 29 w 11"/>
                <a:gd name="T1" fmla="*/ 9 h 10"/>
                <a:gd name="T2" fmla="*/ 29 w 11"/>
                <a:gd name="T3" fmla="*/ 88 h 10"/>
                <a:gd name="T4" fmla="*/ 40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1"/>
                  </a:moveTo>
                  <a:cubicBezTo>
                    <a:pt x="0" y="3"/>
                    <a:pt x="0" y="7"/>
                    <a:pt x="4" y="8"/>
                  </a:cubicBezTo>
                  <a:cubicBezTo>
                    <a:pt x="9" y="10"/>
                    <a:pt x="11" y="1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97" name="Freeform 4497">
              <a:extLst>
                <a:ext uri="{FF2B5EF4-FFF2-40B4-BE49-F238E27FC236}">
                  <a16:creationId xmlns:a16="http://schemas.microsoft.com/office/drawing/2014/main" id="{4E767909-8159-4472-A5F5-CC5921622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1756"/>
              <a:ext cx="20" cy="15"/>
            </a:xfrm>
            <a:custGeom>
              <a:avLst/>
              <a:gdLst>
                <a:gd name="T0" fmla="*/ 32 w 10"/>
                <a:gd name="T1" fmla="*/ 0 h 7"/>
                <a:gd name="T2" fmla="*/ 40 w 10"/>
                <a:gd name="T3" fmla="*/ 69 h 7"/>
                <a:gd name="T4" fmla="*/ 32 w 10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0"/>
                  </a:moveTo>
                  <a:cubicBezTo>
                    <a:pt x="1" y="3"/>
                    <a:pt x="0" y="7"/>
                    <a:pt x="5" y="7"/>
                  </a:cubicBezTo>
                  <a:cubicBezTo>
                    <a:pt x="10" y="7"/>
                    <a:pt x="8" y="2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98" name="Freeform 4498">
              <a:extLst>
                <a:ext uri="{FF2B5EF4-FFF2-40B4-BE49-F238E27FC236}">
                  <a16:creationId xmlns:a16="http://schemas.microsoft.com/office/drawing/2014/main" id="{74B918E7-5B59-44E9-B4C7-9519F4125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1707"/>
              <a:ext cx="21" cy="24"/>
            </a:xfrm>
            <a:custGeom>
              <a:avLst/>
              <a:gdLst>
                <a:gd name="T0" fmla="*/ 8 w 11"/>
                <a:gd name="T1" fmla="*/ 44 h 11"/>
                <a:gd name="T2" fmla="*/ 0 w 11"/>
                <a:gd name="T3" fmla="*/ 61 h 11"/>
                <a:gd name="T4" fmla="*/ 21 w 11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" y="4"/>
                  </a:moveTo>
                  <a:cubicBezTo>
                    <a:pt x="1" y="5"/>
                    <a:pt x="0" y="5"/>
                    <a:pt x="0" y="6"/>
                  </a:cubicBezTo>
                  <a:cubicBezTo>
                    <a:pt x="5" y="11"/>
                    <a:pt x="11" y="0"/>
                    <a:pt x="3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499" name="Freeform 4499">
              <a:extLst>
                <a:ext uri="{FF2B5EF4-FFF2-40B4-BE49-F238E27FC236}">
                  <a16:creationId xmlns:a16="http://schemas.microsoft.com/office/drawing/2014/main" id="{160A52F0-AD91-4FAC-B37F-47AF90516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1686"/>
              <a:ext cx="26" cy="21"/>
            </a:xfrm>
            <a:custGeom>
              <a:avLst/>
              <a:gdLst>
                <a:gd name="T0" fmla="*/ 48 w 13"/>
                <a:gd name="T1" fmla="*/ 17 h 10"/>
                <a:gd name="T2" fmla="*/ 40 w 13"/>
                <a:gd name="T3" fmla="*/ 84 h 10"/>
                <a:gd name="T4" fmla="*/ 64 w 13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6" y="2"/>
                  </a:moveTo>
                  <a:cubicBezTo>
                    <a:pt x="0" y="0"/>
                    <a:pt x="0" y="8"/>
                    <a:pt x="5" y="9"/>
                  </a:cubicBezTo>
                  <a:cubicBezTo>
                    <a:pt x="12" y="10"/>
                    <a:pt x="13" y="5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00" name="Freeform 4500">
              <a:extLst>
                <a:ext uri="{FF2B5EF4-FFF2-40B4-BE49-F238E27FC236}">
                  <a16:creationId xmlns:a16="http://schemas.microsoft.com/office/drawing/2014/main" id="{40D06C91-034F-4E65-B00C-A29F92570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1750"/>
              <a:ext cx="20" cy="15"/>
            </a:xfrm>
            <a:custGeom>
              <a:avLst/>
              <a:gdLst>
                <a:gd name="T0" fmla="*/ 24 w 10"/>
                <a:gd name="T1" fmla="*/ 9 h 7"/>
                <a:gd name="T2" fmla="*/ 48 w 10"/>
                <a:gd name="T3" fmla="*/ 60 h 7"/>
                <a:gd name="T4" fmla="*/ 4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1"/>
                  </a:moveTo>
                  <a:cubicBezTo>
                    <a:pt x="0" y="4"/>
                    <a:pt x="2" y="7"/>
                    <a:pt x="6" y="6"/>
                  </a:cubicBezTo>
                  <a:cubicBezTo>
                    <a:pt x="10" y="5"/>
                    <a:pt x="10" y="0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01" name="Freeform 4501">
              <a:extLst>
                <a:ext uri="{FF2B5EF4-FFF2-40B4-BE49-F238E27FC236}">
                  <a16:creationId xmlns:a16="http://schemas.microsoft.com/office/drawing/2014/main" id="{46DB8D20-4F2A-4206-BAE3-3C1BC89AD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1880"/>
              <a:ext cx="14" cy="12"/>
            </a:xfrm>
            <a:custGeom>
              <a:avLst/>
              <a:gdLst>
                <a:gd name="T0" fmla="*/ 16 w 7"/>
                <a:gd name="T1" fmla="*/ 0 h 6"/>
                <a:gd name="T2" fmla="*/ 0 w 7"/>
                <a:gd name="T3" fmla="*/ 24 h 6"/>
                <a:gd name="T4" fmla="*/ 56 w 7"/>
                <a:gd name="T5" fmla="*/ 24 h 6"/>
                <a:gd name="T6" fmla="*/ 24 w 7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6"/>
                    <a:pt x="5" y="5"/>
                    <a:pt x="7" y="3"/>
                  </a:cubicBezTo>
                  <a:cubicBezTo>
                    <a:pt x="7" y="2"/>
                    <a:pt x="5" y="1"/>
                    <a:pt x="3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02" name="Freeform 4502">
              <a:extLst>
                <a:ext uri="{FF2B5EF4-FFF2-40B4-BE49-F238E27FC236}">
                  <a16:creationId xmlns:a16="http://schemas.microsoft.com/office/drawing/2014/main" id="{A57C369F-0CE0-46F3-880B-995C0B5D9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045"/>
              <a:ext cx="20" cy="15"/>
            </a:xfrm>
            <a:custGeom>
              <a:avLst/>
              <a:gdLst>
                <a:gd name="T0" fmla="*/ 56 w 10"/>
                <a:gd name="T1" fmla="*/ 19 h 7"/>
                <a:gd name="T2" fmla="*/ 40 w 10"/>
                <a:gd name="T3" fmla="*/ 60 h 7"/>
                <a:gd name="T4" fmla="*/ 56 w 10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7" y="2"/>
                  </a:moveTo>
                  <a:cubicBezTo>
                    <a:pt x="2" y="0"/>
                    <a:pt x="0" y="6"/>
                    <a:pt x="5" y="6"/>
                  </a:cubicBezTo>
                  <a:cubicBezTo>
                    <a:pt x="8" y="7"/>
                    <a:pt x="10" y="3"/>
                    <a:pt x="7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03" name="Freeform 4503">
              <a:extLst>
                <a:ext uri="{FF2B5EF4-FFF2-40B4-BE49-F238E27FC236}">
                  <a16:creationId xmlns:a16="http://schemas.microsoft.com/office/drawing/2014/main" id="{4B646958-BE3E-4094-AC8A-73FAE20F5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4" y="2075"/>
              <a:ext cx="24" cy="21"/>
            </a:xfrm>
            <a:custGeom>
              <a:avLst/>
              <a:gdLst>
                <a:gd name="T0" fmla="*/ 72 w 12"/>
                <a:gd name="T1" fmla="*/ 17 h 10"/>
                <a:gd name="T2" fmla="*/ 48 w 12"/>
                <a:gd name="T3" fmla="*/ 76 h 10"/>
                <a:gd name="T4" fmla="*/ 72 w 12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9" y="2"/>
                  </a:moveTo>
                  <a:cubicBezTo>
                    <a:pt x="4" y="0"/>
                    <a:pt x="0" y="6"/>
                    <a:pt x="6" y="8"/>
                  </a:cubicBezTo>
                  <a:cubicBezTo>
                    <a:pt x="11" y="10"/>
                    <a:pt x="12" y="4"/>
                    <a:pt x="9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04" name="Freeform 4504">
              <a:extLst>
                <a:ext uri="{FF2B5EF4-FFF2-40B4-BE49-F238E27FC236}">
                  <a16:creationId xmlns:a16="http://schemas.microsoft.com/office/drawing/2014/main" id="{457A026A-FF8A-4047-BA8D-AF3339748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2092"/>
              <a:ext cx="47" cy="32"/>
            </a:xfrm>
            <a:custGeom>
              <a:avLst/>
              <a:gdLst>
                <a:gd name="T0" fmla="*/ 47 w 24"/>
                <a:gd name="T1" fmla="*/ 9 h 15"/>
                <a:gd name="T2" fmla="*/ 84 w 2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6" y="1"/>
                  </a:moveTo>
                  <a:cubicBezTo>
                    <a:pt x="0" y="15"/>
                    <a:pt x="24" y="1"/>
                    <a:pt x="11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05" name="Freeform 4505">
              <a:extLst>
                <a:ext uri="{FF2B5EF4-FFF2-40B4-BE49-F238E27FC236}">
                  <a16:creationId xmlns:a16="http://schemas.microsoft.com/office/drawing/2014/main" id="{ADA7508E-49CC-45AD-B785-D1D572448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073"/>
              <a:ext cx="32" cy="23"/>
            </a:xfrm>
            <a:custGeom>
              <a:avLst/>
              <a:gdLst>
                <a:gd name="T0" fmla="*/ 40 w 16"/>
                <a:gd name="T1" fmla="*/ 17 h 11"/>
                <a:gd name="T2" fmla="*/ 48 w 16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5" y="2"/>
                  </a:moveTo>
                  <a:cubicBezTo>
                    <a:pt x="0" y="11"/>
                    <a:pt x="16" y="0"/>
                    <a:pt x="6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06" name="Freeform 4506">
              <a:extLst>
                <a:ext uri="{FF2B5EF4-FFF2-40B4-BE49-F238E27FC236}">
                  <a16:creationId xmlns:a16="http://schemas.microsoft.com/office/drawing/2014/main" id="{3781AC4E-C697-48A8-887E-CDF782B5A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120"/>
              <a:ext cx="30" cy="25"/>
            </a:xfrm>
            <a:custGeom>
              <a:avLst/>
              <a:gdLst>
                <a:gd name="T0" fmla="*/ 72 w 15"/>
                <a:gd name="T1" fmla="*/ 56 h 12"/>
                <a:gd name="T2" fmla="*/ 48 w 15"/>
                <a:gd name="T3" fmla="*/ 100 h 12"/>
                <a:gd name="T4" fmla="*/ 80 w 15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9" y="6"/>
                  </a:moveTo>
                  <a:cubicBezTo>
                    <a:pt x="6" y="0"/>
                    <a:pt x="0" y="9"/>
                    <a:pt x="6" y="11"/>
                  </a:cubicBezTo>
                  <a:cubicBezTo>
                    <a:pt x="12" y="12"/>
                    <a:pt x="15" y="5"/>
                    <a:pt x="10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07" name="Freeform 4507">
              <a:extLst>
                <a:ext uri="{FF2B5EF4-FFF2-40B4-BE49-F238E27FC236}">
                  <a16:creationId xmlns:a16="http://schemas.microsoft.com/office/drawing/2014/main" id="{FD2303EA-97AE-40A5-B60B-EAD865DFC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158"/>
              <a:ext cx="23" cy="15"/>
            </a:xfrm>
            <a:custGeom>
              <a:avLst/>
              <a:gdLst>
                <a:gd name="T0" fmla="*/ 77 w 12"/>
                <a:gd name="T1" fmla="*/ 41 h 7"/>
                <a:gd name="T2" fmla="*/ 29 w 12"/>
                <a:gd name="T3" fmla="*/ 19 h 7"/>
                <a:gd name="T4" fmla="*/ 84 w 12"/>
                <a:gd name="T5" fmla="*/ 41 h 7"/>
                <a:gd name="T6" fmla="*/ 69 w 12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1" y="4"/>
                  </a:moveTo>
                  <a:cubicBezTo>
                    <a:pt x="10" y="1"/>
                    <a:pt x="6" y="0"/>
                    <a:pt x="4" y="2"/>
                  </a:cubicBezTo>
                  <a:cubicBezTo>
                    <a:pt x="0" y="7"/>
                    <a:pt x="9" y="6"/>
                    <a:pt x="12" y="4"/>
                  </a:cubicBezTo>
                  <a:cubicBezTo>
                    <a:pt x="12" y="3"/>
                    <a:pt x="11" y="3"/>
                    <a:pt x="10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08" name="Freeform 4508">
              <a:extLst>
                <a:ext uri="{FF2B5EF4-FFF2-40B4-BE49-F238E27FC236}">
                  <a16:creationId xmlns:a16="http://schemas.microsoft.com/office/drawing/2014/main" id="{6FD03C53-FF4E-44FB-A563-207E1BB85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2126"/>
              <a:ext cx="30" cy="24"/>
            </a:xfrm>
            <a:custGeom>
              <a:avLst/>
              <a:gdLst>
                <a:gd name="T0" fmla="*/ 96 w 15"/>
                <a:gd name="T1" fmla="*/ 33 h 11"/>
                <a:gd name="T2" fmla="*/ 40 w 15"/>
                <a:gd name="T3" fmla="*/ 61 h 11"/>
                <a:gd name="T4" fmla="*/ 72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2" y="3"/>
                  </a:moveTo>
                  <a:cubicBezTo>
                    <a:pt x="9" y="1"/>
                    <a:pt x="0" y="1"/>
                    <a:pt x="5" y="6"/>
                  </a:cubicBezTo>
                  <a:cubicBezTo>
                    <a:pt x="10" y="11"/>
                    <a:pt x="15" y="0"/>
                    <a:pt x="9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09" name="Freeform 4509">
              <a:extLst>
                <a:ext uri="{FF2B5EF4-FFF2-40B4-BE49-F238E27FC236}">
                  <a16:creationId xmlns:a16="http://schemas.microsoft.com/office/drawing/2014/main" id="{4873182F-4024-49E9-9B3F-F71DBE3FA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2192"/>
              <a:ext cx="44" cy="21"/>
            </a:xfrm>
            <a:custGeom>
              <a:avLst/>
              <a:gdLst>
                <a:gd name="T0" fmla="*/ 104 w 22"/>
                <a:gd name="T1" fmla="*/ 17 h 10"/>
                <a:gd name="T2" fmla="*/ 88 w 22"/>
                <a:gd name="T3" fmla="*/ 0 h 10"/>
                <a:gd name="T4" fmla="*/ 120 w 22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">
                  <a:moveTo>
                    <a:pt x="13" y="2"/>
                  </a:moveTo>
                  <a:cubicBezTo>
                    <a:pt x="12" y="1"/>
                    <a:pt x="12" y="1"/>
                    <a:pt x="11" y="0"/>
                  </a:cubicBezTo>
                  <a:cubicBezTo>
                    <a:pt x="0" y="3"/>
                    <a:pt x="22" y="10"/>
                    <a:pt x="15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10" name="Freeform 4510">
              <a:extLst>
                <a:ext uri="{FF2B5EF4-FFF2-40B4-BE49-F238E27FC236}">
                  <a16:creationId xmlns:a16="http://schemas.microsoft.com/office/drawing/2014/main" id="{321D2D92-96A7-4DA1-892F-FF3694FC6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258"/>
              <a:ext cx="24" cy="15"/>
            </a:xfrm>
            <a:custGeom>
              <a:avLst/>
              <a:gdLst>
                <a:gd name="T0" fmla="*/ 56 w 12"/>
                <a:gd name="T1" fmla="*/ 9 h 7"/>
                <a:gd name="T2" fmla="*/ 40 w 12"/>
                <a:gd name="T3" fmla="*/ 60 h 7"/>
                <a:gd name="T4" fmla="*/ 64 w 12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7" y="1"/>
                  </a:moveTo>
                  <a:cubicBezTo>
                    <a:pt x="3" y="0"/>
                    <a:pt x="0" y="4"/>
                    <a:pt x="5" y="6"/>
                  </a:cubicBezTo>
                  <a:cubicBezTo>
                    <a:pt x="8" y="7"/>
                    <a:pt x="12" y="3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11" name="Freeform 4511">
              <a:extLst>
                <a:ext uri="{FF2B5EF4-FFF2-40B4-BE49-F238E27FC236}">
                  <a16:creationId xmlns:a16="http://schemas.microsoft.com/office/drawing/2014/main" id="{15CE1741-8F49-451D-954B-13242B7FB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258"/>
              <a:ext cx="44" cy="23"/>
            </a:xfrm>
            <a:custGeom>
              <a:avLst/>
              <a:gdLst>
                <a:gd name="T0" fmla="*/ 96 w 22"/>
                <a:gd name="T1" fmla="*/ 0 h 11"/>
                <a:gd name="T2" fmla="*/ 120 w 2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12" y="0"/>
                  </a:moveTo>
                  <a:cubicBezTo>
                    <a:pt x="0" y="7"/>
                    <a:pt x="22" y="11"/>
                    <a:pt x="1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12" name="Freeform 4512">
              <a:extLst>
                <a:ext uri="{FF2B5EF4-FFF2-40B4-BE49-F238E27FC236}">
                  <a16:creationId xmlns:a16="http://schemas.microsoft.com/office/drawing/2014/main" id="{D11BA859-4649-49D5-AAC8-3B66BE58E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2194"/>
              <a:ext cx="18" cy="17"/>
            </a:xfrm>
            <a:custGeom>
              <a:avLst/>
              <a:gdLst>
                <a:gd name="T0" fmla="*/ 48 w 9"/>
                <a:gd name="T1" fmla="*/ 0 h 8"/>
                <a:gd name="T2" fmla="*/ 32 w 9"/>
                <a:gd name="T3" fmla="*/ 68 h 8"/>
                <a:gd name="T4" fmla="*/ 56 w 9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2" y="1"/>
                    <a:pt x="0" y="6"/>
                    <a:pt x="4" y="7"/>
                  </a:cubicBezTo>
                  <a:cubicBezTo>
                    <a:pt x="8" y="8"/>
                    <a:pt x="9" y="3"/>
                    <a:pt x="7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13" name="Freeform 4513">
              <a:extLst>
                <a:ext uri="{FF2B5EF4-FFF2-40B4-BE49-F238E27FC236}">
                  <a16:creationId xmlns:a16="http://schemas.microsoft.com/office/drawing/2014/main" id="{BF8EF255-894E-4C81-8AD7-AE79434DA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1807"/>
              <a:ext cx="18" cy="15"/>
            </a:xfrm>
            <a:custGeom>
              <a:avLst/>
              <a:gdLst>
                <a:gd name="T0" fmla="*/ 48 w 9"/>
                <a:gd name="T1" fmla="*/ 9 h 7"/>
                <a:gd name="T2" fmla="*/ 32 w 9"/>
                <a:gd name="T3" fmla="*/ 60 h 7"/>
                <a:gd name="T4" fmla="*/ 56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1"/>
                  </a:moveTo>
                  <a:cubicBezTo>
                    <a:pt x="2" y="1"/>
                    <a:pt x="0" y="5"/>
                    <a:pt x="4" y="6"/>
                  </a:cubicBezTo>
                  <a:cubicBezTo>
                    <a:pt x="8" y="7"/>
                    <a:pt x="9" y="3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14" name="Freeform 4514">
              <a:extLst>
                <a:ext uri="{FF2B5EF4-FFF2-40B4-BE49-F238E27FC236}">
                  <a16:creationId xmlns:a16="http://schemas.microsoft.com/office/drawing/2014/main" id="{2BACC618-9204-42FF-B670-E0742F335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1716"/>
              <a:ext cx="16" cy="23"/>
            </a:xfrm>
            <a:custGeom>
              <a:avLst/>
              <a:gdLst>
                <a:gd name="T0" fmla="*/ 48 w 8"/>
                <a:gd name="T1" fmla="*/ 17 h 11"/>
                <a:gd name="T2" fmla="*/ 64 w 8"/>
                <a:gd name="T3" fmla="*/ 8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6" y="2"/>
                  </a:moveTo>
                  <a:cubicBezTo>
                    <a:pt x="0" y="0"/>
                    <a:pt x="1" y="11"/>
                    <a:pt x="8" y="9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15" name="Freeform 4515">
              <a:extLst>
                <a:ext uri="{FF2B5EF4-FFF2-40B4-BE49-F238E27FC236}">
                  <a16:creationId xmlns:a16="http://schemas.microsoft.com/office/drawing/2014/main" id="{889AFDBF-D746-4727-92BA-E51AE1E7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1939"/>
              <a:ext cx="24" cy="21"/>
            </a:xfrm>
            <a:custGeom>
              <a:avLst/>
              <a:gdLst>
                <a:gd name="T0" fmla="*/ 80 w 12"/>
                <a:gd name="T1" fmla="*/ 17 h 10"/>
                <a:gd name="T2" fmla="*/ 32 w 12"/>
                <a:gd name="T3" fmla="*/ 67 h 10"/>
                <a:gd name="T4" fmla="*/ 96 w 12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0" y="2"/>
                  </a:moveTo>
                  <a:cubicBezTo>
                    <a:pt x="7" y="0"/>
                    <a:pt x="0" y="2"/>
                    <a:pt x="4" y="7"/>
                  </a:cubicBezTo>
                  <a:cubicBezTo>
                    <a:pt x="7" y="10"/>
                    <a:pt x="11" y="8"/>
                    <a:pt x="12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16" name="Freeform 4516">
              <a:extLst>
                <a:ext uri="{FF2B5EF4-FFF2-40B4-BE49-F238E27FC236}">
                  <a16:creationId xmlns:a16="http://schemas.microsoft.com/office/drawing/2014/main" id="{FFFB29E7-BAD5-4914-852D-D234F302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322"/>
              <a:ext cx="64" cy="30"/>
            </a:xfrm>
            <a:custGeom>
              <a:avLst/>
              <a:gdLst>
                <a:gd name="T0" fmla="*/ 128 w 32"/>
                <a:gd name="T1" fmla="*/ 0 h 14"/>
                <a:gd name="T2" fmla="*/ 72 w 32"/>
                <a:gd name="T3" fmla="*/ 88 h 14"/>
                <a:gd name="T4" fmla="*/ 184 w 3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4">
                  <a:moveTo>
                    <a:pt x="16" y="0"/>
                  </a:moveTo>
                  <a:cubicBezTo>
                    <a:pt x="11" y="1"/>
                    <a:pt x="0" y="3"/>
                    <a:pt x="9" y="9"/>
                  </a:cubicBezTo>
                  <a:cubicBezTo>
                    <a:pt x="16" y="14"/>
                    <a:pt x="32" y="3"/>
                    <a:pt x="2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17" name="Freeform 4517">
              <a:extLst>
                <a:ext uri="{FF2B5EF4-FFF2-40B4-BE49-F238E27FC236}">
                  <a16:creationId xmlns:a16="http://schemas.microsoft.com/office/drawing/2014/main" id="{1ACF8E25-9036-4848-A90F-B55B91BE9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2335"/>
              <a:ext cx="46" cy="27"/>
            </a:xfrm>
            <a:custGeom>
              <a:avLst/>
              <a:gdLst>
                <a:gd name="T0" fmla="*/ 96 w 23"/>
                <a:gd name="T1" fmla="*/ 25 h 13"/>
                <a:gd name="T2" fmla="*/ 8 w 23"/>
                <a:gd name="T3" fmla="*/ 35 h 13"/>
                <a:gd name="T4" fmla="*/ 88 w 23"/>
                <a:gd name="T5" fmla="*/ 108 h 13"/>
                <a:gd name="T6" fmla="*/ 128 w 2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12" y="3"/>
                  </a:moveTo>
                  <a:cubicBezTo>
                    <a:pt x="9" y="3"/>
                    <a:pt x="3" y="0"/>
                    <a:pt x="1" y="4"/>
                  </a:cubicBezTo>
                  <a:cubicBezTo>
                    <a:pt x="0" y="8"/>
                    <a:pt x="8" y="12"/>
                    <a:pt x="11" y="12"/>
                  </a:cubicBezTo>
                  <a:cubicBezTo>
                    <a:pt x="17" y="13"/>
                    <a:pt x="23" y="5"/>
                    <a:pt x="16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18" name="Freeform 4518">
              <a:extLst>
                <a:ext uri="{FF2B5EF4-FFF2-40B4-BE49-F238E27FC236}">
                  <a16:creationId xmlns:a16="http://schemas.microsoft.com/office/drawing/2014/main" id="{C42F46F0-1569-4E6C-90BF-5BDA74333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2373"/>
              <a:ext cx="51" cy="25"/>
            </a:xfrm>
            <a:custGeom>
              <a:avLst/>
              <a:gdLst>
                <a:gd name="T0" fmla="*/ 120 w 26"/>
                <a:gd name="T1" fmla="*/ 27 h 12"/>
                <a:gd name="T2" fmla="*/ 77 w 26"/>
                <a:gd name="T3" fmla="*/ 92 h 12"/>
                <a:gd name="T4" fmla="*/ 188 w 26"/>
                <a:gd name="T5" fmla="*/ 44 h 12"/>
                <a:gd name="T6" fmla="*/ 157 w 26"/>
                <a:gd name="T7" fmla="*/ 1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2">
                  <a:moveTo>
                    <a:pt x="16" y="3"/>
                  </a:moveTo>
                  <a:cubicBezTo>
                    <a:pt x="9" y="1"/>
                    <a:pt x="0" y="7"/>
                    <a:pt x="10" y="10"/>
                  </a:cubicBezTo>
                  <a:cubicBezTo>
                    <a:pt x="14" y="12"/>
                    <a:pt x="24" y="10"/>
                    <a:pt x="25" y="5"/>
                  </a:cubicBezTo>
                  <a:cubicBezTo>
                    <a:pt x="26" y="2"/>
                    <a:pt x="24" y="0"/>
                    <a:pt x="2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19" name="Freeform 4519">
              <a:extLst>
                <a:ext uri="{FF2B5EF4-FFF2-40B4-BE49-F238E27FC236}">
                  <a16:creationId xmlns:a16="http://schemas.microsoft.com/office/drawing/2014/main" id="{8F4294FE-F6EA-43F1-B061-A0B076BA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8" y="2394"/>
              <a:ext cx="44" cy="36"/>
            </a:xfrm>
            <a:custGeom>
              <a:avLst/>
              <a:gdLst>
                <a:gd name="T0" fmla="*/ 136 w 22"/>
                <a:gd name="T1" fmla="*/ 85 h 17"/>
                <a:gd name="T2" fmla="*/ 16 w 22"/>
                <a:gd name="T3" fmla="*/ 59 h 17"/>
                <a:gd name="T4" fmla="*/ 152 w 22"/>
                <a:gd name="T5" fmla="*/ 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17" y="9"/>
                  </a:moveTo>
                  <a:cubicBezTo>
                    <a:pt x="14" y="6"/>
                    <a:pt x="3" y="0"/>
                    <a:pt x="2" y="6"/>
                  </a:cubicBezTo>
                  <a:cubicBezTo>
                    <a:pt x="0" y="14"/>
                    <a:pt x="22" y="17"/>
                    <a:pt x="19" y="8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0" name="Freeform 4520">
              <a:extLst>
                <a:ext uri="{FF2B5EF4-FFF2-40B4-BE49-F238E27FC236}">
                  <a16:creationId xmlns:a16="http://schemas.microsoft.com/office/drawing/2014/main" id="{DA2AC8CA-7102-416F-AAD4-90B82CEB7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0" y="2307"/>
              <a:ext cx="52" cy="36"/>
            </a:xfrm>
            <a:custGeom>
              <a:avLst/>
              <a:gdLst>
                <a:gd name="T0" fmla="*/ 120 w 26"/>
                <a:gd name="T1" fmla="*/ 59 h 17"/>
                <a:gd name="T2" fmla="*/ 40 w 26"/>
                <a:gd name="T3" fmla="*/ 93 h 17"/>
                <a:gd name="T4" fmla="*/ 168 w 26"/>
                <a:gd name="T5" fmla="*/ 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7">
                  <a:moveTo>
                    <a:pt x="15" y="6"/>
                  </a:moveTo>
                  <a:cubicBezTo>
                    <a:pt x="11" y="4"/>
                    <a:pt x="0" y="0"/>
                    <a:pt x="5" y="10"/>
                  </a:cubicBezTo>
                  <a:cubicBezTo>
                    <a:pt x="9" y="17"/>
                    <a:pt x="26" y="16"/>
                    <a:pt x="21" y="8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1" name="Freeform 4521">
              <a:extLst>
                <a:ext uri="{FF2B5EF4-FFF2-40B4-BE49-F238E27FC236}">
                  <a16:creationId xmlns:a16="http://schemas.microsoft.com/office/drawing/2014/main" id="{E9755148-13D0-4A17-ABF0-522034795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2303"/>
              <a:ext cx="42" cy="21"/>
            </a:xfrm>
            <a:custGeom>
              <a:avLst/>
              <a:gdLst>
                <a:gd name="T0" fmla="*/ 88 w 21"/>
                <a:gd name="T1" fmla="*/ 17 h 10"/>
                <a:gd name="T2" fmla="*/ 16 w 21"/>
                <a:gd name="T3" fmla="*/ 48 h 10"/>
                <a:gd name="T4" fmla="*/ 120 w 21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11" y="2"/>
                  </a:moveTo>
                  <a:cubicBezTo>
                    <a:pt x="8" y="1"/>
                    <a:pt x="0" y="0"/>
                    <a:pt x="2" y="5"/>
                  </a:cubicBezTo>
                  <a:cubicBezTo>
                    <a:pt x="5" y="10"/>
                    <a:pt x="21" y="8"/>
                    <a:pt x="15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2" name="Freeform 4522">
              <a:extLst>
                <a:ext uri="{FF2B5EF4-FFF2-40B4-BE49-F238E27FC236}">
                  <a16:creationId xmlns:a16="http://schemas.microsoft.com/office/drawing/2014/main" id="{5D55FE2E-D671-4647-9BD6-605A272EA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332"/>
              <a:ext cx="18" cy="18"/>
            </a:xfrm>
            <a:custGeom>
              <a:avLst/>
              <a:gdLst>
                <a:gd name="T0" fmla="*/ 56 w 9"/>
                <a:gd name="T1" fmla="*/ 36 h 8"/>
                <a:gd name="T2" fmla="*/ 0 w 9"/>
                <a:gd name="T3" fmla="*/ 45 h 8"/>
                <a:gd name="T4" fmla="*/ 72 w 9"/>
                <a:gd name="T5" fmla="*/ 36 h 8"/>
                <a:gd name="T6" fmla="*/ 56 w 9"/>
                <a:gd name="T7" fmla="*/ 2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7" y="3"/>
                  </a:moveTo>
                  <a:cubicBezTo>
                    <a:pt x="5" y="3"/>
                    <a:pt x="0" y="0"/>
                    <a:pt x="0" y="4"/>
                  </a:cubicBezTo>
                  <a:cubicBezTo>
                    <a:pt x="1" y="8"/>
                    <a:pt x="9" y="7"/>
                    <a:pt x="9" y="3"/>
                  </a:cubicBezTo>
                  <a:cubicBezTo>
                    <a:pt x="8" y="2"/>
                    <a:pt x="7" y="2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3" name="Freeform 4523">
              <a:extLst>
                <a:ext uri="{FF2B5EF4-FFF2-40B4-BE49-F238E27FC236}">
                  <a16:creationId xmlns:a16="http://schemas.microsoft.com/office/drawing/2014/main" id="{AAB7D94D-AB87-4E79-8ADC-F76E055EC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2339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0 w 5"/>
                <a:gd name="T3" fmla="*/ 24 h 4"/>
                <a:gd name="T4" fmla="*/ 40 w 5"/>
                <a:gd name="T5" fmla="*/ 16 h 4"/>
                <a:gd name="T6" fmla="*/ 40 w 5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4"/>
                    <a:pt x="4" y="4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4" name="Freeform 4524">
              <a:extLst>
                <a:ext uri="{FF2B5EF4-FFF2-40B4-BE49-F238E27FC236}">
                  <a16:creationId xmlns:a16="http://schemas.microsoft.com/office/drawing/2014/main" id="{EFEC936C-3CE8-4455-B5A1-B9BA536E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2377"/>
              <a:ext cx="19" cy="13"/>
            </a:xfrm>
            <a:custGeom>
              <a:avLst/>
              <a:gdLst>
                <a:gd name="T0" fmla="*/ 40 w 10"/>
                <a:gd name="T1" fmla="*/ 0 h 6"/>
                <a:gd name="T2" fmla="*/ 29 w 10"/>
                <a:gd name="T3" fmla="*/ 61 h 6"/>
                <a:gd name="T4" fmla="*/ 55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6" y="0"/>
                  </a:moveTo>
                  <a:cubicBezTo>
                    <a:pt x="3" y="0"/>
                    <a:pt x="0" y="4"/>
                    <a:pt x="4" y="6"/>
                  </a:cubicBezTo>
                  <a:cubicBezTo>
                    <a:pt x="7" y="6"/>
                    <a:pt x="10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5" name="Freeform 4525">
              <a:extLst>
                <a:ext uri="{FF2B5EF4-FFF2-40B4-BE49-F238E27FC236}">
                  <a16:creationId xmlns:a16="http://schemas.microsoft.com/office/drawing/2014/main" id="{5FDC2C27-0A52-4734-81EF-C348CE40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315"/>
              <a:ext cx="22" cy="20"/>
            </a:xfrm>
            <a:custGeom>
              <a:avLst/>
              <a:gdLst>
                <a:gd name="T0" fmla="*/ 40 w 11"/>
                <a:gd name="T1" fmla="*/ 0 h 9"/>
                <a:gd name="T2" fmla="*/ 0 w 11"/>
                <a:gd name="T3" fmla="*/ 53 h 9"/>
                <a:gd name="T4" fmla="*/ 56 w 11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3" y="9"/>
                    <a:pt x="11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6" name="Freeform 4526">
              <a:extLst>
                <a:ext uri="{FF2B5EF4-FFF2-40B4-BE49-F238E27FC236}">
                  <a16:creationId xmlns:a16="http://schemas.microsoft.com/office/drawing/2014/main" id="{F203FE1E-9091-4CDB-A135-87A6D2C57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318"/>
              <a:ext cx="6" cy="10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16 h 5"/>
                <a:gd name="T4" fmla="*/ 24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1" y="5"/>
                    <a:pt x="3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7" name="Freeform 4527">
              <a:extLst>
                <a:ext uri="{FF2B5EF4-FFF2-40B4-BE49-F238E27FC236}">
                  <a16:creationId xmlns:a16="http://schemas.microsoft.com/office/drawing/2014/main" id="{04D123B9-BF4F-424C-BDE1-0E5654882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369"/>
              <a:ext cx="22" cy="19"/>
            </a:xfrm>
            <a:custGeom>
              <a:avLst/>
              <a:gdLst>
                <a:gd name="T0" fmla="*/ 16 w 11"/>
                <a:gd name="T1" fmla="*/ 8 h 9"/>
                <a:gd name="T2" fmla="*/ 0 w 11"/>
                <a:gd name="T3" fmla="*/ 49 h 9"/>
                <a:gd name="T4" fmla="*/ 48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9"/>
                    <a:pt x="11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8" name="Freeform 4528">
              <a:extLst>
                <a:ext uri="{FF2B5EF4-FFF2-40B4-BE49-F238E27FC236}">
                  <a16:creationId xmlns:a16="http://schemas.microsoft.com/office/drawing/2014/main" id="{1E1B0A7E-5A37-4D28-B23B-7B0E9087A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371"/>
              <a:ext cx="8" cy="8"/>
            </a:xfrm>
            <a:custGeom>
              <a:avLst/>
              <a:gdLst>
                <a:gd name="T0" fmla="*/ 16 w 4"/>
                <a:gd name="T1" fmla="*/ 0 h 4"/>
                <a:gd name="T2" fmla="*/ 0 w 4"/>
                <a:gd name="T3" fmla="*/ 24 h 4"/>
                <a:gd name="T4" fmla="*/ 24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4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9" name="Freeform 4529">
              <a:extLst>
                <a:ext uri="{FF2B5EF4-FFF2-40B4-BE49-F238E27FC236}">
                  <a16:creationId xmlns:a16="http://schemas.microsoft.com/office/drawing/2014/main" id="{B8FCEFE5-F334-44DF-90A1-1C9DCB46A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075"/>
              <a:ext cx="44" cy="42"/>
            </a:xfrm>
            <a:custGeom>
              <a:avLst/>
              <a:gdLst>
                <a:gd name="T0" fmla="*/ 104 w 22"/>
                <a:gd name="T1" fmla="*/ 8 h 20"/>
                <a:gd name="T2" fmla="*/ 48 w 22"/>
                <a:gd name="T3" fmla="*/ 128 h 20"/>
                <a:gd name="T4" fmla="*/ 144 w 2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13" y="1"/>
                  </a:moveTo>
                  <a:cubicBezTo>
                    <a:pt x="8" y="1"/>
                    <a:pt x="0" y="9"/>
                    <a:pt x="6" y="14"/>
                  </a:cubicBezTo>
                  <a:cubicBezTo>
                    <a:pt x="13" y="20"/>
                    <a:pt x="22" y="7"/>
                    <a:pt x="18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0" name="Freeform 4530">
              <a:extLst>
                <a:ext uri="{FF2B5EF4-FFF2-40B4-BE49-F238E27FC236}">
                  <a16:creationId xmlns:a16="http://schemas.microsoft.com/office/drawing/2014/main" id="{77D9595B-D4B4-433C-B134-83ED067D5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119"/>
              <a:ext cx="36" cy="32"/>
            </a:xfrm>
            <a:custGeom>
              <a:avLst/>
              <a:gdLst>
                <a:gd name="T0" fmla="*/ 96 w 18"/>
                <a:gd name="T1" fmla="*/ 0 h 15"/>
                <a:gd name="T2" fmla="*/ 64 w 18"/>
                <a:gd name="T3" fmla="*/ 128 h 15"/>
                <a:gd name="T4" fmla="*/ 112 w 18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2" y="0"/>
                  </a:moveTo>
                  <a:cubicBezTo>
                    <a:pt x="6" y="0"/>
                    <a:pt x="0" y="10"/>
                    <a:pt x="8" y="13"/>
                  </a:cubicBezTo>
                  <a:cubicBezTo>
                    <a:pt x="15" y="15"/>
                    <a:pt x="18" y="5"/>
                    <a:pt x="1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1" name="Freeform 4531">
              <a:extLst>
                <a:ext uri="{FF2B5EF4-FFF2-40B4-BE49-F238E27FC236}">
                  <a16:creationId xmlns:a16="http://schemas.microsoft.com/office/drawing/2014/main" id="{3FA35455-0C0A-4CCF-8463-B5E964DEF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3166"/>
              <a:ext cx="44" cy="36"/>
            </a:xfrm>
            <a:custGeom>
              <a:avLst/>
              <a:gdLst>
                <a:gd name="T0" fmla="*/ 80 w 22"/>
                <a:gd name="T1" fmla="*/ 59 h 17"/>
                <a:gd name="T2" fmla="*/ 72 w 22"/>
                <a:gd name="T3" fmla="*/ 161 h 17"/>
                <a:gd name="T4" fmla="*/ 96 w 22"/>
                <a:gd name="T5" fmla="*/ 4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10" y="6"/>
                  </a:moveTo>
                  <a:cubicBezTo>
                    <a:pt x="4" y="5"/>
                    <a:pt x="0" y="16"/>
                    <a:pt x="9" y="17"/>
                  </a:cubicBezTo>
                  <a:cubicBezTo>
                    <a:pt x="19" y="17"/>
                    <a:pt x="22" y="0"/>
                    <a:pt x="12" y="5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2" name="Freeform 4532">
              <a:extLst>
                <a:ext uri="{FF2B5EF4-FFF2-40B4-BE49-F238E27FC236}">
                  <a16:creationId xmlns:a16="http://schemas.microsoft.com/office/drawing/2014/main" id="{21163591-ACD0-4D4C-B414-54B131EC4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3202"/>
              <a:ext cx="28" cy="49"/>
            </a:xfrm>
            <a:custGeom>
              <a:avLst/>
              <a:gdLst>
                <a:gd name="T0" fmla="*/ 72 w 14"/>
                <a:gd name="T1" fmla="*/ 19 h 23"/>
                <a:gd name="T2" fmla="*/ 32 w 14"/>
                <a:gd name="T3" fmla="*/ 153 h 23"/>
                <a:gd name="T4" fmla="*/ 96 w 14"/>
                <a:gd name="T5" fmla="*/ 2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9" y="2"/>
                  </a:moveTo>
                  <a:cubicBezTo>
                    <a:pt x="3" y="0"/>
                    <a:pt x="0" y="13"/>
                    <a:pt x="4" y="16"/>
                  </a:cubicBezTo>
                  <a:cubicBezTo>
                    <a:pt x="10" y="23"/>
                    <a:pt x="14" y="8"/>
                    <a:pt x="12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3" name="Freeform 4533">
              <a:extLst>
                <a:ext uri="{FF2B5EF4-FFF2-40B4-BE49-F238E27FC236}">
                  <a16:creationId xmlns:a16="http://schemas.microsoft.com/office/drawing/2014/main" id="{5CB0C965-9C92-4300-9C65-E0E24715D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230"/>
              <a:ext cx="36" cy="21"/>
            </a:xfrm>
            <a:custGeom>
              <a:avLst/>
              <a:gdLst>
                <a:gd name="T0" fmla="*/ 0 w 18"/>
                <a:gd name="T1" fmla="*/ 92 h 10"/>
                <a:gd name="T2" fmla="*/ 88 w 18"/>
                <a:gd name="T3" fmla="*/ 17 h 10"/>
                <a:gd name="T4" fmla="*/ 136 w 18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2" y="6"/>
                    <a:pt x="6" y="0"/>
                    <a:pt x="11" y="2"/>
                  </a:cubicBezTo>
                  <a:cubicBezTo>
                    <a:pt x="14" y="3"/>
                    <a:pt x="18" y="9"/>
                    <a:pt x="17" y="1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4" name="Freeform 4534">
              <a:extLst>
                <a:ext uri="{FF2B5EF4-FFF2-40B4-BE49-F238E27FC236}">
                  <a16:creationId xmlns:a16="http://schemas.microsoft.com/office/drawing/2014/main" id="{0C7B80B1-22B5-40F8-A5E2-9B201FF13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966"/>
              <a:ext cx="18" cy="26"/>
            </a:xfrm>
            <a:custGeom>
              <a:avLst/>
              <a:gdLst>
                <a:gd name="T0" fmla="*/ 32 w 9"/>
                <a:gd name="T1" fmla="*/ 43 h 12"/>
                <a:gd name="T2" fmla="*/ 40 w 9"/>
                <a:gd name="T3" fmla="*/ 104 h 12"/>
                <a:gd name="T4" fmla="*/ 32 w 9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4"/>
                  </a:moveTo>
                  <a:cubicBezTo>
                    <a:pt x="2" y="6"/>
                    <a:pt x="0" y="12"/>
                    <a:pt x="5" y="10"/>
                  </a:cubicBezTo>
                  <a:cubicBezTo>
                    <a:pt x="9" y="8"/>
                    <a:pt x="8" y="0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5" name="Freeform 4535">
              <a:extLst>
                <a:ext uri="{FF2B5EF4-FFF2-40B4-BE49-F238E27FC236}">
                  <a16:creationId xmlns:a16="http://schemas.microsoft.com/office/drawing/2014/main" id="{EEEBED34-260A-42C8-9711-4C9829327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962"/>
              <a:ext cx="6" cy="9"/>
            </a:xfrm>
            <a:custGeom>
              <a:avLst/>
              <a:gdLst>
                <a:gd name="T0" fmla="*/ 8 w 3"/>
                <a:gd name="T1" fmla="*/ 11 h 4"/>
                <a:gd name="T2" fmla="*/ 0 w 3"/>
                <a:gd name="T3" fmla="*/ 45 h 4"/>
                <a:gd name="T4" fmla="*/ 16 w 3"/>
                <a:gd name="T5" fmla="*/ 0 h 4"/>
                <a:gd name="T6" fmla="*/ 8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6" name="Freeform 4536">
              <a:extLst>
                <a:ext uri="{FF2B5EF4-FFF2-40B4-BE49-F238E27FC236}">
                  <a16:creationId xmlns:a16="http://schemas.microsoft.com/office/drawing/2014/main" id="{7BBA73AF-3AD1-42D9-909C-2DD4E57FD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009"/>
              <a:ext cx="20" cy="15"/>
            </a:xfrm>
            <a:custGeom>
              <a:avLst/>
              <a:gdLst>
                <a:gd name="T0" fmla="*/ 24 w 10"/>
                <a:gd name="T1" fmla="*/ 28 h 7"/>
                <a:gd name="T2" fmla="*/ 48 w 10"/>
                <a:gd name="T3" fmla="*/ 60 h 7"/>
                <a:gd name="T4" fmla="*/ 48 w 10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3"/>
                  </a:moveTo>
                  <a:cubicBezTo>
                    <a:pt x="0" y="5"/>
                    <a:pt x="3" y="7"/>
                    <a:pt x="6" y="6"/>
                  </a:cubicBezTo>
                  <a:cubicBezTo>
                    <a:pt x="9" y="5"/>
                    <a:pt x="10" y="0"/>
                    <a:pt x="6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7" name="Freeform 4537">
              <a:extLst>
                <a:ext uri="{FF2B5EF4-FFF2-40B4-BE49-F238E27FC236}">
                  <a16:creationId xmlns:a16="http://schemas.microsoft.com/office/drawing/2014/main" id="{C08DAAD9-8717-461C-8A84-8EDD9975F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024"/>
              <a:ext cx="18" cy="32"/>
            </a:xfrm>
            <a:custGeom>
              <a:avLst/>
              <a:gdLst>
                <a:gd name="T0" fmla="*/ 8 w 9"/>
                <a:gd name="T1" fmla="*/ 68 h 15"/>
                <a:gd name="T2" fmla="*/ 48 w 9"/>
                <a:gd name="T3" fmla="*/ 96 h 15"/>
                <a:gd name="T4" fmla="*/ 0 w 9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1" y="7"/>
                  </a:moveTo>
                  <a:cubicBezTo>
                    <a:pt x="0" y="10"/>
                    <a:pt x="2" y="15"/>
                    <a:pt x="6" y="10"/>
                  </a:cubicBezTo>
                  <a:cubicBezTo>
                    <a:pt x="9" y="6"/>
                    <a:pt x="3" y="0"/>
                    <a:pt x="0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8" name="Freeform 4538">
              <a:extLst>
                <a:ext uri="{FF2B5EF4-FFF2-40B4-BE49-F238E27FC236}">
                  <a16:creationId xmlns:a16="http://schemas.microsoft.com/office/drawing/2014/main" id="{23039936-2CC2-4C32-B694-F96BE0DF2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3194"/>
              <a:ext cx="22" cy="25"/>
            </a:xfrm>
            <a:custGeom>
              <a:avLst/>
              <a:gdLst>
                <a:gd name="T0" fmla="*/ 48 w 11"/>
                <a:gd name="T1" fmla="*/ 0 h 12"/>
                <a:gd name="T2" fmla="*/ 40 w 11"/>
                <a:gd name="T3" fmla="*/ 100 h 12"/>
                <a:gd name="T4" fmla="*/ 48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0"/>
                  </a:moveTo>
                  <a:cubicBezTo>
                    <a:pt x="3" y="2"/>
                    <a:pt x="0" y="10"/>
                    <a:pt x="5" y="11"/>
                  </a:cubicBezTo>
                  <a:cubicBezTo>
                    <a:pt x="11" y="12"/>
                    <a:pt x="8" y="2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9" name="Freeform 4539">
              <a:extLst>
                <a:ext uri="{FF2B5EF4-FFF2-40B4-BE49-F238E27FC236}">
                  <a16:creationId xmlns:a16="http://schemas.microsoft.com/office/drawing/2014/main" id="{1ED03FE1-343D-4186-B39A-DB458038C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145"/>
              <a:ext cx="12" cy="15"/>
            </a:xfrm>
            <a:custGeom>
              <a:avLst/>
              <a:gdLst>
                <a:gd name="T0" fmla="*/ 0 w 6"/>
                <a:gd name="T1" fmla="*/ 19 h 7"/>
                <a:gd name="T2" fmla="*/ 24 w 6"/>
                <a:gd name="T3" fmla="*/ 69 h 7"/>
                <a:gd name="T4" fmla="*/ 16 w 6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5"/>
                    <a:pt x="1" y="7"/>
                    <a:pt x="3" y="7"/>
                  </a:cubicBezTo>
                  <a:cubicBezTo>
                    <a:pt x="5" y="6"/>
                    <a:pt x="6" y="0"/>
                    <a:pt x="2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0" name="Freeform 4540">
              <a:extLst>
                <a:ext uri="{FF2B5EF4-FFF2-40B4-BE49-F238E27FC236}">
                  <a16:creationId xmlns:a16="http://schemas.microsoft.com/office/drawing/2014/main" id="{0DD198E4-76E5-41BB-912E-1DD36B4EE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090"/>
              <a:ext cx="14" cy="19"/>
            </a:xfrm>
            <a:custGeom>
              <a:avLst/>
              <a:gdLst>
                <a:gd name="T0" fmla="*/ 24 w 7"/>
                <a:gd name="T1" fmla="*/ 36 h 9"/>
                <a:gd name="T2" fmla="*/ 8 w 7"/>
                <a:gd name="T3" fmla="*/ 84 h 9"/>
                <a:gd name="T4" fmla="*/ 32 w 7"/>
                <a:gd name="T5" fmla="*/ 0 h 9"/>
                <a:gd name="T6" fmla="*/ 16 w 7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4"/>
                  </a:moveTo>
                  <a:cubicBezTo>
                    <a:pt x="0" y="4"/>
                    <a:pt x="0" y="6"/>
                    <a:pt x="1" y="9"/>
                  </a:cubicBezTo>
                  <a:cubicBezTo>
                    <a:pt x="5" y="9"/>
                    <a:pt x="7" y="2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1" name="Freeform 4541">
              <a:extLst>
                <a:ext uri="{FF2B5EF4-FFF2-40B4-BE49-F238E27FC236}">
                  <a16:creationId xmlns:a16="http://schemas.microsoft.com/office/drawing/2014/main" id="{A18E5B39-C4F9-4FAB-9971-6DD55601E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047"/>
              <a:ext cx="18" cy="26"/>
            </a:xfrm>
            <a:custGeom>
              <a:avLst/>
              <a:gdLst>
                <a:gd name="T0" fmla="*/ 32 w 9"/>
                <a:gd name="T1" fmla="*/ 61 h 12"/>
                <a:gd name="T2" fmla="*/ 16 w 9"/>
                <a:gd name="T3" fmla="*/ 121 h 12"/>
                <a:gd name="T4" fmla="*/ 32 w 9"/>
                <a:gd name="T5" fmla="*/ 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6"/>
                  </a:moveTo>
                  <a:cubicBezTo>
                    <a:pt x="2" y="7"/>
                    <a:pt x="0" y="10"/>
                    <a:pt x="2" y="12"/>
                  </a:cubicBezTo>
                  <a:cubicBezTo>
                    <a:pt x="9" y="12"/>
                    <a:pt x="8" y="0"/>
                    <a:pt x="4" y="7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2" name="Freeform 4542">
              <a:extLst>
                <a:ext uri="{FF2B5EF4-FFF2-40B4-BE49-F238E27FC236}">
                  <a16:creationId xmlns:a16="http://schemas.microsoft.com/office/drawing/2014/main" id="{CCC9932F-E4F9-491C-9FDD-2BAF34AB9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081"/>
              <a:ext cx="14" cy="13"/>
            </a:xfrm>
            <a:custGeom>
              <a:avLst/>
              <a:gdLst>
                <a:gd name="T0" fmla="*/ 32 w 7"/>
                <a:gd name="T1" fmla="*/ 0 h 6"/>
                <a:gd name="T2" fmla="*/ 0 w 7"/>
                <a:gd name="T3" fmla="*/ 52 h 6"/>
                <a:gd name="T4" fmla="*/ 3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4" y="6"/>
                    <a:pt x="7" y="0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3" name="Freeform 4543">
              <a:extLst>
                <a:ext uri="{FF2B5EF4-FFF2-40B4-BE49-F238E27FC236}">
                  <a16:creationId xmlns:a16="http://schemas.microsoft.com/office/drawing/2014/main" id="{8B5F6B33-833B-42F6-90BB-0CDF60DA9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047"/>
              <a:ext cx="12" cy="13"/>
            </a:xfrm>
            <a:custGeom>
              <a:avLst/>
              <a:gdLst>
                <a:gd name="T0" fmla="*/ 8 w 6"/>
                <a:gd name="T1" fmla="*/ 20 h 6"/>
                <a:gd name="T2" fmla="*/ 8 w 6"/>
                <a:gd name="T3" fmla="*/ 61 h 6"/>
                <a:gd name="T4" fmla="*/ 32 w 6"/>
                <a:gd name="T5" fmla="*/ 0 h 6"/>
                <a:gd name="T6" fmla="*/ 16 w 6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5"/>
                    <a:pt x="6" y="2"/>
                    <a:pt x="4" y="0"/>
                  </a:cubicBezTo>
                  <a:cubicBezTo>
                    <a:pt x="3" y="0"/>
                    <a:pt x="2" y="2"/>
                    <a:pt x="2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4" name="Freeform 4544">
              <a:extLst>
                <a:ext uri="{FF2B5EF4-FFF2-40B4-BE49-F238E27FC236}">
                  <a16:creationId xmlns:a16="http://schemas.microsoft.com/office/drawing/2014/main" id="{2FBDE5CF-716C-4B96-A7E9-20C0CF2FB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066"/>
              <a:ext cx="26" cy="24"/>
            </a:xfrm>
            <a:custGeom>
              <a:avLst/>
              <a:gdLst>
                <a:gd name="T0" fmla="*/ 56 w 13"/>
                <a:gd name="T1" fmla="*/ 0 h 11"/>
                <a:gd name="T2" fmla="*/ 40 w 13"/>
                <a:gd name="T3" fmla="*/ 96 h 11"/>
                <a:gd name="T4" fmla="*/ 72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5" y="1"/>
                    <a:pt x="0" y="8"/>
                    <a:pt x="5" y="9"/>
                  </a:cubicBezTo>
                  <a:cubicBezTo>
                    <a:pt x="10" y="11"/>
                    <a:pt x="13" y="2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5" name="Freeform 4545">
              <a:extLst>
                <a:ext uri="{FF2B5EF4-FFF2-40B4-BE49-F238E27FC236}">
                  <a16:creationId xmlns:a16="http://schemas.microsoft.com/office/drawing/2014/main" id="{2C10CA2F-3114-4DA6-9531-1004EA6EA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070"/>
              <a:ext cx="12" cy="15"/>
            </a:xfrm>
            <a:custGeom>
              <a:avLst/>
              <a:gdLst>
                <a:gd name="T0" fmla="*/ 40 w 6"/>
                <a:gd name="T1" fmla="*/ 0 h 7"/>
                <a:gd name="T2" fmla="*/ 16 w 6"/>
                <a:gd name="T3" fmla="*/ 51 h 7"/>
                <a:gd name="T4" fmla="*/ 40 w 6"/>
                <a:gd name="T5" fmla="*/ 0 h 7"/>
                <a:gd name="T6" fmla="*/ 24 w 6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3" y="0"/>
                    <a:pt x="0" y="2"/>
                    <a:pt x="2" y="5"/>
                  </a:cubicBezTo>
                  <a:cubicBezTo>
                    <a:pt x="5" y="7"/>
                    <a:pt x="6" y="2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6" name="Freeform 4546">
              <a:extLst>
                <a:ext uri="{FF2B5EF4-FFF2-40B4-BE49-F238E27FC236}">
                  <a16:creationId xmlns:a16="http://schemas.microsoft.com/office/drawing/2014/main" id="{F122A55E-3AB0-449E-8AE9-1FD1C4AFF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3162"/>
              <a:ext cx="20" cy="21"/>
            </a:xfrm>
            <a:custGeom>
              <a:avLst/>
              <a:gdLst>
                <a:gd name="T0" fmla="*/ 24 w 10"/>
                <a:gd name="T1" fmla="*/ 17 h 10"/>
                <a:gd name="T2" fmla="*/ 16 w 10"/>
                <a:gd name="T3" fmla="*/ 92 h 10"/>
                <a:gd name="T4" fmla="*/ 4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cubicBezTo>
                    <a:pt x="0" y="3"/>
                    <a:pt x="0" y="8"/>
                    <a:pt x="2" y="10"/>
                  </a:cubicBezTo>
                  <a:cubicBezTo>
                    <a:pt x="5" y="9"/>
                    <a:pt x="10" y="3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7" name="Freeform 4547">
              <a:extLst>
                <a:ext uri="{FF2B5EF4-FFF2-40B4-BE49-F238E27FC236}">
                  <a16:creationId xmlns:a16="http://schemas.microsoft.com/office/drawing/2014/main" id="{E622B051-9D1E-476B-82FD-BD287A2C5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085"/>
              <a:ext cx="30" cy="17"/>
            </a:xfrm>
            <a:custGeom>
              <a:avLst/>
              <a:gdLst>
                <a:gd name="T0" fmla="*/ 48 w 15"/>
                <a:gd name="T1" fmla="*/ 9 h 8"/>
                <a:gd name="T2" fmla="*/ 64 w 15"/>
                <a:gd name="T3" fmla="*/ 0 h 8"/>
                <a:gd name="T4" fmla="*/ 56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6" y="1"/>
                  </a:moveTo>
                  <a:cubicBezTo>
                    <a:pt x="0" y="8"/>
                    <a:pt x="15" y="5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8" name="Freeform 4548">
              <a:extLst>
                <a:ext uri="{FF2B5EF4-FFF2-40B4-BE49-F238E27FC236}">
                  <a16:creationId xmlns:a16="http://schemas.microsoft.com/office/drawing/2014/main" id="{D4F407D6-E317-49D7-9E09-8DB4D52C8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998"/>
              <a:ext cx="24" cy="19"/>
            </a:xfrm>
            <a:custGeom>
              <a:avLst/>
              <a:gdLst>
                <a:gd name="T0" fmla="*/ 64 w 12"/>
                <a:gd name="T1" fmla="*/ 0 h 9"/>
                <a:gd name="T2" fmla="*/ 48 w 12"/>
                <a:gd name="T3" fmla="*/ 84 h 9"/>
                <a:gd name="T4" fmla="*/ 64 w 12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8" y="0"/>
                  </a:moveTo>
                  <a:cubicBezTo>
                    <a:pt x="5" y="2"/>
                    <a:pt x="0" y="9"/>
                    <a:pt x="6" y="9"/>
                  </a:cubicBezTo>
                  <a:cubicBezTo>
                    <a:pt x="10" y="9"/>
                    <a:pt x="12" y="2"/>
                    <a:pt x="8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9" name="Freeform 4549">
              <a:extLst>
                <a:ext uri="{FF2B5EF4-FFF2-40B4-BE49-F238E27FC236}">
                  <a16:creationId xmlns:a16="http://schemas.microsoft.com/office/drawing/2014/main" id="{E4FEF60C-F3D0-44A4-A5F1-349AEE1EB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098"/>
              <a:ext cx="14" cy="17"/>
            </a:xfrm>
            <a:custGeom>
              <a:avLst/>
              <a:gdLst>
                <a:gd name="T0" fmla="*/ 16 w 7"/>
                <a:gd name="T1" fmla="*/ 9 h 8"/>
                <a:gd name="T2" fmla="*/ 0 w 7"/>
                <a:gd name="T3" fmla="*/ 68 h 8"/>
                <a:gd name="T4" fmla="*/ 4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4" y="8"/>
                    <a:pt x="7" y="2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0" name="Freeform 4550">
              <a:extLst>
                <a:ext uri="{FF2B5EF4-FFF2-40B4-BE49-F238E27FC236}">
                  <a16:creationId xmlns:a16="http://schemas.microsoft.com/office/drawing/2014/main" id="{55BB4EEE-E045-49F7-85A8-D931AD85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3077"/>
              <a:ext cx="22" cy="19"/>
            </a:xfrm>
            <a:custGeom>
              <a:avLst/>
              <a:gdLst>
                <a:gd name="T0" fmla="*/ 40 w 11"/>
                <a:gd name="T1" fmla="*/ 8 h 9"/>
                <a:gd name="T2" fmla="*/ 72 w 11"/>
                <a:gd name="T3" fmla="*/ 0 h 9"/>
                <a:gd name="T4" fmla="*/ 56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1"/>
                  </a:moveTo>
                  <a:cubicBezTo>
                    <a:pt x="0" y="9"/>
                    <a:pt x="11" y="7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1" name="Freeform 4551">
              <a:extLst>
                <a:ext uri="{FF2B5EF4-FFF2-40B4-BE49-F238E27FC236}">
                  <a16:creationId xmlns:a16="http://schemas.microsoft.com/office/drawing/2014/main" id="{D8E65F82-C280-410D-B231-4763DDE2E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081"/>
              <a:ext cx="26" cy="19"/>
            </a:xfrm>
            <a:custGeom>
              <a:avLst/>
              <a:gdLst>
                <a:gd name="T0" fmla="*/ 56 w 13"/>
                <a:gd name="T1" fmla="*/ 8 h 9"/>
                <a:gd name="T2" fmla="*/ 48 w 13"/>
                <a:gd name="T3" fmla="*/ 84 h 9"/>
                <a:gd name="T4" fmla="*/ 72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1"/>
                  </a:moveTo>
                  <a:cubicBezTo>
                    <a:pt x="5" y="3"/>
                    <a:pt x="0" y="9"/>
                    <a:pt x="6" y="9"/>
                  </a:cubicBezTo>
                  <a:cubicBezTo>
                    <a:pt x="10" y="9"/>
                    <a:pt x="13" y="2"/>
                    <a:pt x="9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2" name="Freeform 4552">
              <a:extLst>
                <a:ext uri="{FF2B5EF4-FFF2-40B4-BE49-F238E27FC236}">
                  <a16:creationId xmlns:a16="http://schemas.microsoft.com/office/drawing/2014/main" id="{36B6B859-1FF2-4421-A182-9668211E7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102"/>
              <a:ext cx="18" cy="22"/>
            </a:xfrm>
            <a:custGeom>
              <a:avLst/>
              <a:gdLst>
                <a:gd name="T0" fmla="*/ 16 w 9"/>
                <a:gd name="T1" fmla="*/ 9 h 10"/>
                <a:gd name="T2" fmla="*/ 0 w 9"/>
                <a:gd name="T3" fmla="*/ 73 h 10"/>
                <a:gd name="T4" fmla="*/ 4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1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4" y="10"/>
                    <a:pt x="9" y="2"/>
                    <a:pt x="5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3" name="Freeform 4553">
              <a:extLst>
                <a:ext uri="{FF2B5EF4-FFF2-40B4-BE49-F238E27FC236}">
                  <a16:creationId xmlns:a16="http://schemas.microsoft.com/office/drawing/2014/main" id="{4E2265A0-DF00-417A-9805-3CB306CB4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3122"/>
              <a:ext cx="20" cy="23"/>
            </a:xfrm>
            <a:custGeom>
              <a:avLst/>
              <a:gdLst>
                <a:gd name="T0" fmla="*/ 32 w 10"/>
                <a:gd name="T1" fmla="*/ 36 h 11"/>
                <a:gd name="T2" fmla="*/ 32 w 10"/>
                <a:gd name="T3" fmla="*/ 100 h 11"/>
                <a:gd name="T4" fmla="*/ 40 w 10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4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11"/>
                    <a:pt x="10" y="0"/>
                    <a:pt x="5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4" name="Freeform 4554">
              <a:extLst>
                <a:ext uri="{FF2B5EF4-FFF2-40B4-BE49-F238E27FC236}">
                  <a16:creationId xmlns:a16="http://schemas.microsoft.com/office/drawing/2014/main" id="{54E2E518-2429-4FCF-B5DC-AB96F50C2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3109"/>
              <a:ext cx="12" cy="15"/>
            </a:xfrm>
            <a:custGeom>
              <a:avLst/>
              <a:gdLst>
                <a:gd name="T0" fmla="*/ 8 w 6"/>
                <a:gd name="T1" fmla="*/ 9 h 7"/>
                <a:gd name="T2" fmla="*/ 0 w 6"/>
                <a:gd name="T3" fmla="*/ 51 h 7"/>
                <a:gd name="T4" fmla="*/ 2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4" y="7"/>
                    <a:pt x="6" y="2"/>
                    <a:pt x="3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5" name="Freeform 4555">
              <a:extLst>
                <a:ext uri="{FF2B5EF4-FFF2-40B4-BE49-F238E27FC236}">
                  <a16:creationId xmlns:a16="http://schemas.microsoft.com/office/drawing/2014/main" id="{DF8A45E0-7E8F-49B6-9AA9-2EAC1A8AB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175"/>
              <a:ext cx="18" cy="23"/>
            </a:xfrm>
            <a:custGeom>
              <a:avLst/>
              <a:gdLst>
                <a:gd name="T0" fmla="*/ 16 w 9"/>
                <a:gd name="T1" fmla="*/ 27 h 11"/>
                <a:gd name="T2" fmla="*/ 0 w 9"/>
                <a:gd name="T3" fmla="*/ 84 h 11"/>
                <a:gd name="T4" fmla="*/ 48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3"/>
                  </a:moveTo>
                  <a:cubicBezTo>
                    <a:pt x="1" y="5"/>
                    <a:pt x="0" y="7"/>
                    <a:pt x="0" y="9"/>
                  </a:cubicBezTo>
                  <a:cubicBezTo>
                    <a:pt x="4" y="11"/>
                    <a:pt x="9" y="3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6" name="Freeform 4556">
              <a:extLst>
                <a:ext uri="{FF2B5EF4-FFF2-40B4-BE49-F238E27FC236}">
                  <a16:creationId xmlns:a16="http://schemas.microsoft.com/office/drawing/2014/main" id="{B2B44B10-42F9-4636-B48D-5E1ECFD26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3213"/>
              <a:ext cx="14" cy="19"/>
            </a:xfrm>
            <a:custGeom>
              <a:avLst/>
              <a:gdLst>
                <a:gd name="T0" fmla="*/ 24 w 7"/>
                <a:gd name="T1" fmla="*/ 17 h 9"/>
                <a:gd name="T2" fmla="*/ 0 w 7"/>
                <a:gd name="T3" fmla="*/ 76 h 9"/>
                <a:gd name="T4" fmla="*/ 48 w 7"/>
                <a:gd name="T5" fmla="*/ 8 h 9"/>
                <a:gd name="T6" fmla="*/ 32 w 7"/>
                <a:gd name="T7" fmla="*/ 2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2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4" y="9"/>
                    <a:pt x="7" y="4"/>
                    <a:pt x="6" y="1"/>
                  </a:cubicBezTo>
                  <a:cubicBezTo>
                    <a:pt x="4" y="0"/>
                    <a:pt x="4" y="1"/>
                    <a:pt x="4" y="3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7" name="Freeform 4557">
              <a:extLst>
                <a:ext uri="{FF2B5EF4-FFF2-40B4-BE49-F238E27FC236}">
                  <a16:creationId xmlns:a16="http://schemas.microsoft.com/office/drawing/2014/main" id="{3D1980B0-C7C5-4A58-8436-9C7E76DC5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3221"/>
              <a:ext cx="12" cy="15"/>
            </a:xfrm>
            <a:custGeom>
              <a:avLst/>
              <a:gdLst>
                <a:gd name="T0" fmla="*/ 16 w 6"/>
                <a:gd name="T1" fmla="*/ 19 h 7"/>
                <a:gd name="T2" fmla="*/ 8 w 6"/>
                <a:gd name="T3" fmla="*/ 60 h 7"/>
                <a:gd name="T4" fmla="*/ 32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5" y="7"/>
                    <a:pt x="6" y="2"/>
                    <a:pt x="4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8" name="Freeform 4558">
              <a:extLst>
                <a:ext uri="{FF2B5EF4-FFF2-40B4-BE49-F238E27FC236}">
                  <a16:creationId xmlns:a16="http://schemas.microsoft.com/office/drawing/2014/main" id="{7AF9829B-4C0B-44AA-8DD1-7AD35521E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3177"/>
              <a:ext cx="18" cy="19"/>
            </a:xfrm>
            <a:custGeom>
              <a:avLst/>
              <a:gdLst>
                <a:gd name="T0" fmla="*/ 32 w 9"/>
                <a:gd name="T1" fmla="*/ 0 h 9"/>
                <a:gd name="T2" fmla="*/ 40 w 9"/>
                <a:gd name="T3" fmla="*/ 76 h 9"/>
                <a:gd name="T4" fmla="*/ 48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2"/>
                    <a:pt x="0" y="9"/>
                    <a:pt x="5" y="8"/>
                  </a:cubicBezTo>
                  <a:cubicBezTo>
                    <a:pt x="9" y="7"/>
                    <a:pt x="8" y="2"/>
                    <a:pt x="6" y="0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9" name="Freeform 4559">
              <a:extLst>
                <a:ext uri="{FF2B5EF4-FFF2-40B4-BE49-F238E27FC236}">
                  <a16:creationId xmlns:a16="http://schemas.microsoft.com/office/drawing/2014/main" id="{F80B6767-EE00-4710-B705-9315E6B84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234"/>
              <a:ext cx="16" cy="19"/>
            </a:xfrm>
            <a:custGeom>
              <a:avLst/>
              <a:gdLst>
                <a:gd name="T0" fmla="*/ 0 w 8"/>
                <a:gd name="T1" fmla="*/ 76 h 9"/>
                <a:gd name="T2" fmla="*/ 40 w 8"/>
                <a:gd name="T3" fmla="*/ 0 h 9"/>
                <a:gd name="T4" fmla="*/ 56 w 8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1" y="6"/>
                    <a:pt x="3" y="2"/>
                    <a:pt x="5" y="0"/>
                  </a:cubicBezTo>
                  <a:cubicBezTo>
                    <a:pt x="7" y="2"/>
                    <a:pt x="8" y="7"/>
                    <a:pt x="7" y="9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0" name="Freeform 4560">
              <a:extLst>
                <a:ext uri="{FF2B5EF4-FFF2-40B4-BE49-F238E27FC236}">
                  <a16:creationId xmlns:a16="http://schemas.microsoft.com/office/drawing/2014/main" id="{5D5ABF00-B416-455C-BC2F-147B2129F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215"/>
              <a:ext cx="11" cy="19"/>
            </a:xfrm>
            <a:custGeom>
              <a:avLst/>
              <a:gdLst>
                <a:gd name="T0" fmla="*/ 13 w 6"/>
                <a:gd name="T1" fmla="*/ 17 h 9"/>
                <a:gd name="T2" fmla="*/ 13 w 6"/>
                <a:gd name="T3" fmla="*/ 84 h 9"/>
                <a:gd name="T4" fmla="*/ 20 w 6"/>
                <a:gd name="T5" fmla="*/ 0 h 9"/>
                <a:gd name="T6" fmla="*/ 20 w 6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5" y="8"/>
                    <a:pt x="6" y="2"/>
                    <a:pt x="3" y="0"/>
                  </a:cubicBezTo>
                  <a:cubicBezTo>
                    <a:pt x="3" y="0"/>
                    <a:pt x="3" y="1"/>
                    <a:pt x="3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1" name="Freeform 4561">
              <a:extLst>
                <a:ext uri="{FF2B5EF4-FFF2-40B4-BE49-F238E27FC236}">
                  <a16:creationId xmlns:a16="http://schemas.microsoft.com/office/drawing/2014/main" id="{11BA56B3-E5C2-4121-B856-F36B8D14F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132"/>
              <a:ext cx="16" cy="17"/>
            </a:xfrm>
            <a:custGeom>
              <a:avLst/>
              <a:gdLst>
                <a:gd name="T0" fmla="*/ 56 w 8"/>
                <a:gd name="T1" fmla="*/ 9 h 8"/>
                <a:gd name="T2" fmla="*/ 0 w 8"/>
                <a:gd name="T3" fmla="*/ 68 h 8"/>
                <a:gd name="T4" fmla="*/ 56 w 8"/>
                <a:gd name="T5" fmla="*/ 9 h 8"/>
                <a:gd name="T6" fmla="*/ 32 w 8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7" y="1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4" y="8"/>
                    <a:pt x="8" y="4"/>
                    <a:pt x="7" y="1"/>
                  </a:cubicBezTo>
                  <a:cubicBezTo>
                    <a:pt x="6" y="0"/>
                    <a:pt x="5" y="0"/>
                    <a:pt x="4" y="1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2" name="Freeform 4562">
              <a:extLst>
                <a:ext uri="{FF2B5EF4-FFF2-40B4-BE49-F238E27FC236}">
                  <a16:creationId xmlns:a16="http://schemas.microsoft.com/office/drawing/2014/main" id="{CC51FAEA-F6B3-479F-9175-6FF7516A1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145"/>
              <a:ext cx="16" cy="28"/>
            </a:xfrm>
            <a:custGeom>
              <a:avLst/>
              <a:gdLst>
                <a:gd name="T0" fmla="*/ 24 w 8"/>
                <a:gd name="T1" fmla="*/ 52 h 13"/>
                <a:gd name="T2" fmla="*/ 8 w 8"/>
                <a:gd name="T3" fmla="*/ 129 h 13"/>
                <a:gd name="T4" fmla="*/ 16 w 8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3" y="5"/>
                  </a:moveTo>
                  <a:cubicBezTo>
                    <a:pt x="1" y="8"/>
                    <a:pt x="0" y="11"/>
                    <a:pt x="1" y="13"/>
                  </a:cubicBezTo>
                  <a:cubicBezTo>
                    <a:pt x="8" y="12"/>
                    <a:pt x="8" y="0"/>
                    <a:pt x="2" y="4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3" name="Freeform 4563">
              <a:extLst>
                <a:ext uri="{FF2B5EF4-FFF2-40B4-BE49-F238E27FC236}">
                  <a16:creationId xmlns:a16="http://schemas.microsoft.com/office/drawing/2014/main" id="{637F9118-57BE-4C53-A89E-044967686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130"/>
              <a:ext cx="14" cy="21"/>
            </a:xfrm>
            <a:custGeom>
              <a:avLst/>
              <a:gdLst>
                <a:gd name="T0" fmla="*/ 24 w 7"/>
                <a:gd name="T1" fmla="*/ 27 h 10"/>
                <a:gd name="T2" fmla="*/ 0 w 7"/>
                <a:gd name="T3" fmla="*/ 76 h 10"/>
                <a:gd name="T4" fmla="*/ 48 w 7"/>
                <a:gd name="T5" fmla="*/ 0 h 10"/>
                <a:gd name="T6" fmla="*/ 16 w 7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3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4" y="10"/>
                    <a:pt x="7" y="3"/>
                    <a:pt x="6" y="0"/>
                  </a:cubicBezTo>
                  <a:cubicBezTo>
                    <a:pt x="4" y="0"/>
                    <a:pt x="3" y="0"/>
                    <a:pt x="2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4" name="Freeform 4564">
              <a:extLst>
                <a:ext uri="{FF2B5EF4-FFF2-40B4-BE49-F238E27FC236}">
                  <a16:creationId xmlns:a16="http://schemas.microsoft.com/office/drawing/2014/main" id="{7ABFD37D-1904-4E07-B65F-0C6D297EB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147"/>
              <a:ext cx="38" cy="36"/>
            </a:xfrm>
            <a:custGeom>
              <a:avLst/>
              <a:gdLst>
                <a:gd name="T0" fmla="*/ 40 w 19"/>
                <a:gd name="T1" fmla="*/ 36 h 17"/>
                <a:gd name="T2" fmla="*/ 56 w 19"/>
                <a:gd name="T3" fmla="*/ 8 h 17"/>
                <a:gd name="T4" fmla="*/ 48 w 19"/>
                <a:gd name="T5" fmla="*/ 1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5" y="4"/>
                  </a:moveTo>
                  <a:cubicBezTo>
                    <a:pt x="0" y="17"/>
                    <a:pt x="19" y="0"/>
                    <a:pt x="7" y="1"/>
                  </a:cubicBezTo>
                  <a:cubicBezTo>
                    <a:pt x="7" y="1"/>
                    <a:pt x="7" y="2"/>
                    <a:pt x="6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5" name="Freeform 4565">
              <a:extLst>
                <a:ext uri="{FF2B5EF4-FFF2-40B4-BE49-F238E27FC236}">
                  <a16:creationId xmlns:a16="http://schemas.microsoft.com/office/drawing/2014/main" id="{04C10CC5-914F-4201-AB67-612037C92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202"/>
              <a:ext cx="20" cy="30"/>
            </a:xfrm>
            <a:custGeom>
              <a:avLst/>
              <a:gdLst>
                <a:gd name="T0" fmla="*/ 32 w 10"/>
                <a:gd name="T1" fmla="*/ 69 h 14"/>
                <a:gd name="T2" fmla="*/ 40 w 10"/>
                <a:gd name="T3" fmla="*/ 120 h 14"/>
                <a:gd name="T4" fmla="*/ 24 w 10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4" y="7"/>
                  </a:moveTo>
                  <a:cubicBezTo>
                    <a:pt x="0" y="8"/>
                    <a:pt x="1" y="14"/>
                    <a:pt x="5" y="12"/>
                  </a:cubicBezTo>
                  <a:cubicBezTo>
                    <a:pt x="10" y="9"/>
                    <a:pt x="5" y="0"/>
                    <a:pt x="3" y="6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6" name="Freeform 4566">
              <a:extLst>
                <a:ext uri="{FF2B5EF4-FFF2-40B4-BE49-F238E27FC236}">
                  <a16:creationId xmlns:a16="http://schemas.microsoft.com/office/drawing/2014/main" id="{F2156D1C-6A9F-4FC5-B689-35E91DA4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202"/>
              <a:ext cx="14" cy="19"/>
            </a:xfrm>
            <a:custGeom>
              <a:avLst/>
              <a:gdLst>
                <a:gd name="T0" fmla="*/ 16 w 7"/>
                <a:gd name="T1" fmla="*/ 17 h 9"/>
                <a:gd name="T2" fmla="*/ 40 w 7"/>
                <a:gd name="T3" fmla="*/ 49 h 9"/>
                <a:gd name="T4" fmla="*/ 16 w 7"/>
                <a:gd name="T5" fmla="*/ 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2"/>
                  </a:moveTo>
                  <a:cubicBezTo>
                    <a:pt x="0" y="5"/>
                    <a:pt x="3" y="9"/>
                    <a:pt x="5" y="5"/>
                  </a:cubicBezTo>
                  <a:cubicBezTo>
                    <a:pt x="7" y="3"/>
                    <a:pt x="4" y="0"/>
                    <a:pt x="2" y="2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7" name="Freeform 4567">
              <a:extLst>
                <a:ext uri="{FF2B5EF4-FFF2-40B4-BE49-F238E27FC236}">
                  <a16:creationId xmlns:a16="http://schemas.microsoft.com/office/drawing/2014/main" id="{79A4729E-A6CF-4339-8DE4-60B2D877A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3109"/>
              <a:ext cx="24" cy="34"/>
            </a:xfrm>
            <a:custGeom>
              <a:avLst/>
              <a:gdLst>
                <a:gd name="T0" fmla="*/ 8 w 12"/>
                <a:gd name="T1" fmla="*/ 60 h 16"/>
                <a:gd name="T2" fmla="*/ 48 w 12"/>
                <a:gd name="T3" fmla="*/ 0 h 16"/>
                <a:gd name="T4" fmla="*/ 16 w 12"/>
                <a:gd name="T5" fmla="*/ 7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" y="6"/>
                  </a:moveTo>
                  <a:cubicBezTo>
                    <a:pt x="0" y="16"/>
                    <a:pt x="12" y="6"/>
                    <a:pt x="6" y="0"/>
                  </a:cubicBezTo>
                  <a:cubicBezTo>
                    <a:pt x="4" y="2"/>
                    <a:pt x="3" y="5"/>
                    <a:pt x="2" y="8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8" name="Freeform 4568">
              <a:extLst>
                <a:ext uri="{FF2B5EF4-FFF2-40B4-BE49-F238E27FC236}">
                  <a16:creationId xmlns:a16="http://schemas.microsoft.com/office/drawing/2014/main" id="{AB1052BC-5E3D-46A3-95AF-FA092178B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3234"/>
              <a:ext cx="20" cy="21"/>
            </a:xfrm>
            <a:custGeom>
              <a:avLst/>
              <a:gdLst>
                <a:gd name="T0" fmla="*/ 0 w 10"/>
                <a:gd name="T1" fmla="*/ 92 h 10"/>
                <a:gd name="T2" fmla="*/ 32 w 10"/>
                <a:gd name="T3" fmla="*/ 0 h 10"/>
                <a:gd name="T4" fmla="*/ 80 w 10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1" y="8"/>
                    <a:pt x="0" y="0"/>
                    <a:pt x="4" y="0"/>
                  </a:cubicBezTo>
                  <a:cubicBezTo>
                    <a:pt x="9" y="1"/>
                    <a:pt x="8" y="6"/>
                    <a:pt x="10" y="8"/>
                  </a:cubicBezTo>
                </a:path>
              </a:pathLst>
            </a:custGeom>
            <a:solidFill>
              <a:srgbClr val="CCB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9" name="Freeform 4569">
              <a:extLst>
                <a:ext uri="{FF2B5EF4-FFF2-40B4-BE49-F238E27FC236}">
                  <a16:creationId xmlns:a16="http://schemas.microsoft.com/office/drawing/2014/main" id="{027848AD-5EC1-415C-8465-1DE6D793C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726"/>
              <a:ext cx="22" cy="28"/>
            </a:xfrm>
            <a:custGeom>
              <a:avLst/>
              <a:gdLst>
                <a:gd name="T0" fmla="*/ 0 w 11"/>
                <a:gd name="T1" fmla="*/ 129 h 13"/>
                <a:gd name="T2" fmla="*/ 88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4" y="9"/>
                    <a:pt x="7" y="4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0" name="Freeform 4570">
              <a:extLst>
                <a:ext uri="{FF2B5EF4-FFF2-40B4-BE49-F238E27FC236}">
                  <a16:creationId xmlns:a16="http://schemas.microsoft.com/office/drawing/2014/main" id="{28F2FBA2-2926-4F9C-85DB-947C00B47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694"/>
              <a:ext cx="105" cy="60"/>
            </a:xfrm>
            <a:custGeom>
              <a:avLst/>
              <a:gdLst>
                <a:gd name="T0" fmla="*/ 0 w 53"/>
                <a:gd name="T1" fmla="*/ 234 h 28"/>
                <a:gd name="T2" fmla="*/ 317 w 53"/>
                <a:gd name="T3" fmla="*/ 109 h 28"/>
                <a:gd name="T4" fmla="*/ 412 w 53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8">
                  <a:moveTo>
                    <a:pt x="0" y="24"/>
                  </a:moveTo>
                  <a:cubicBezTo>
                    <a:pt x="14" y="28"/>
                    <a:pt x="30" y="20"/>
                    <a:pt x="41" y="11"/>
                  </a:cubicBezTo>
                  <a:cubicBezTo>
                    <a:pt x="44" y="8"/>
                    <a:pt x="49" y="4"/>
                    <a:pt x="5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1" name="Freeform 4571">
              <a:extLst>
                <a:ext uri="{FF2B5EF4-FFF2-40B4-BE49-F238E27FC236}">
                  <a16:creationId xmlns:a16="http://schemas.microsoft.com/office/drawing/2014/main" id="{A00A7EC6-DD26-449A-821D-ECA698E91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696"/>
              <a:ext cx="69" cy="87"/>
            </a:xfrm>
            <a:custGeom>
              <a:avLst/>
              <a:gdLst>
                <a:gd name="T0" fmla="*/ 0 w 35"/>
                <a:gd name="T1" fmla="*/ 180 h 41"/>
                <a:gd name="T2" fmla="*/ 205 w 35"/>
                <a:gd name="T3" fmla="*/ 393 h 41"/>
                <a:gd name="T4" fmla="*/ 213 w 3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1">
                  <a:moveTo>
                    <a:pt x="0" y="19"/>
                  </a:moveTo>
                  <a:cubicBezTo>
                    <a:pt x="9" y="28"/>
                    <a:pt x="17" y="33"/>
                    <a:pt x="27" y="41"/>
                  </a:cubicBezTo>
                  <a:cubicBezTo>
                    <a:pt x="35" y="29"/>
                    <a:pt x="24" y="14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2" name="Freeform 4572">
              <a:extLst>
                <a:ext uri="{FF2B5EF4-FFF2-40B4-BE49-F238E27FC236}">
                  <a16:creationId xmlns:a16="http://schemas.microsoft.com/office/drawing/2014/main" id="{1D231193-B714-4650-84E6-0929DD65E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292"/>
              <a:ext cx="80" cy="36"/>
            </a:xfrm>
            <a:custGeom>
              <a:avLst/>
              <a:gdLst>
                <a:gd name="T0" fmla="*/ 0 w 40"/>
                <a:gd name="T1" fmla="*/ 0 h 17"/>
                <a:gd name="T2" fmla="*/ 320 w 40"/>
                <a:gd name="T3" fmla="*/ 1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7">
                  <a:moveTo>
                    <a:pt x="0" y="0"/>
                  </a:moveTo>
                  <a:cubicBezTo>
                    <a:pt x="7" y="17"/>
                    <a:pt x="28" y="6"/>
                    <a:pt x="40" y="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3" name="Freeform 4573">
              <a:extLst>
                <a:ext uri="{FF2B5EF4-FFF2-40B4-BE49-F238E27FC236}">
                  <a16:creationId xmlns:a16="http://schemas.microsoft.com/office/drawing/2014/main" id="{2419229F-F31F-4BA8-8BB4-1C05C8941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273"/>
              <a:ext cx="22" cy="47"/>
            </a:xfrm>
            <a:custGeom>
              <a:avLst/>
              <a:gdLst>
                <a:gd name="T0" fmla="*/ 0 w 11"/>
                <a:gd name="T1" fmla="*/ 0 h 22"/>
                <a:gd name="T2" fmla="*/ 88 w 11"/>
                <a:gd name="T3" fmla="*/ 21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0" y="9"/>
                    <a:pt x="4" y="17"/>
                    <a:pt x="11" y="2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4" name="Freeform 4574">
              <a:extLst>
                <a:ext uri="{FF2B5EF4-FFF2-40B4-BE49-F238E27FC236}">
                  <a16:creationId xmlns:a16="http://schemas.microsoft.com/office/drawing/2014/main" id="{CD3E1BD7-3FDA-4B83-9BFA-8AD0C18F1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224"/>
              <a:ext cx="28" cy="49"/>
            </a:xfrm>
            <a:custGeom>
              <a:avLst/>
              <a:gdLst>
                <a:gd name="T0" fmla="*/ 0 w 14"/>
                <a:gd name="T1" fmla="*/ 0 h 23"/>
                <a:gd name="T2" fmla="*/ 112 w 14"/>
                <a:gd name="T3" fmla="*/ 22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11" y="0"/>
                    <a:pt x="12" y="15"/>
                    <a:pt x="14" y="23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5" name="Freeform 4575">
              <a:extLst>
                <a:ext uri="{FF2B5EF4-FFF2-40B4-BE49-F238E27FC236}">
                  <a16:creationId xmlns:a16="http://schemas.microsoft.com/office/drawing/2014/main" id="{4B02F351-CB31-4818-BB57-429E205AE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30"/>
              <a:ext cx="21" cy="22"/>
            </a:xfrm>
            <a:custGeom>
              <a:avLst/>
              <a:gdLst>
                <a:gd name="T0" fmla="*/ 0 w 11"/>
                <a:gd name="T1" fmla="*/ 106 h 10"/>
                <a:gd name="T2" fmla="*/ 76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2" y="5"/>
                    <a:pt x="7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6" name="Freeform 4576">
              <a:extLst>
                <a:ext uri="{FF2B5EF4-FFF2-40B4-BE49-F238E27FC236}">
                  <a16:creationId xmlns:a16="http://schemas.microsoft.com/office/drawing/2014/main" id="{50B11664-0313-4938-AF67-34CF1CAE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088"/>
              <a:ext cx="62" cy="40"/>
            </a:xfrm>
            <a:custGeom>
              <a:avLst/>
              <a:gdLst>
                <a:gd name="T0" fmla="*/ 0 w 31"/>
                <a:gd name="T1" fmla="*/ 0 h 19"/>
                <a:gd name="T2" fmla="*/ 248 w 31"/>
                <a:gd name="T3" fmla="*/ 1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9">
                  <a:moveTo>
                    <a:pt x="0" y="0"/>
                  </a:moveTo>
                  <a:cubicBezTo>
                    <a:pt x="4" y="12"/>
                    <a:pt x="19" y="19"/>
                    <a:pt x="31" y="1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7" name="Freeform 4577">
              <a:extLst>
                <a:ext uri="{FF2B5EF4-FFF2-40B4-BE49-F238E27FC236}">
                  <a16:creationId xmlns:a16="http://schemas.microsoft.com/office/drawing/2014/main" id="{D9A79EE4-E148-4FE2-8D3B-3DE9EA8BC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120"/>
              <a:ext cx="20" cy="19"/>
            </a:xfrm>
            <a:custGeom>
              <a:avLst/>
              <a:gdLst>
                <a:gd name="T0" fmla="*/ 80 w 10"/>
                <a:gd name="T1" fmla="*/ 0 h 9"/>
                <a:gd name="T2" fmla="*/ 0 w 10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7" y="3"/>
                    <a:pt x="3" y="5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8" name="Freeform 4578">
              <a:extLst>
                <a:ext uri="{FF2B5EF4-FFF2-40B4-BE49-F238E27FC236}">
                  <a16:creationId xmlns:a16="http://schemas.microsoft.com/office/drawing/2014/main" id="{6B032085-668E-48E9-8304-15D3D234C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320"/>
              <a:ext cx="60" cy="47"/>
            </a:xfrm>
            <a:custGeom>
              <a:avLst/>
              <a:gdLst>
                <a:gd name="T0" fmla="*/ 0 w 30"/>
                <a:gd name="T1" fmla="*/ 0 h 22"/>
                <a:gd name="T2" fmla="*/ 240 w 30"/>
                <a:gd name="T3" fmla="*/ 21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2">
                  <a:moveTo>
                    <a:pt x="0" y="0"/>
                  </a:moveTo>
                  <a:cubicBezTo>
                    <a:pt x="3" y="14"/>
                    <a:pt x="17" y="22"/>
                    <a:pt x="30" y="2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9" name="Freeform 4579">
              <a:extLst>
                <a:ext uri="{FF2B5EF4-FFF2-40B4-BE49-F238E27FC236}">
                  <a16:creationId xmlns:a16="http://schemas.microsoft.com/office/drawing/2014/main" id="{2642D9EE-9140-4A57-83DB-BC1C15563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350"/>
              <a:ext cx="18" cy="61"/>
            </a:xfrm>
            <a:custGeom>
              <a:avLst/>
              <a:gdLst>
                <a:gd name="T0" fmla="*/ 0 w 9"/>
                <a:gd name="T1" fmla="*/ 0 h 29"/>
                <a:gd name="T2" fmla="*/ 72 w 9"/>
                <a:gd name="T3" fmla="*/ 26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0" y="0"/>
                  </a:moveTo>
                  <a:cubicBezTo>
                    <a:pt x="1" y="10"/>
                    <a:pt x="1" y="21"/>
                    <a:pt x="9" y="29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0" name="Freeform 4580">
              <a:extLst>
                <a:ext uri="{FF2B5EF4-FFF2-40B4-BE49-F238E27FC236}">
                  <a16:creationId xmlns:a16="http://schemas.microsoft.com/office/drawing/2014/main" id="{A2AEB862-9658-4930-A457-70993A95D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284"/>
              <a:ext cx="24" cy="53"/>
            </a:xfrm>
            <a:custGeom>
              <a:avLst/>
              <a:gdLst>
                <a:gd name="T0" fmla="*/ 0 w 12"/>
                <a:gd name="T1" fmla="*/ 0 h 25"/>
                <a:gd name="T2" fmla="*/ 96 w 12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8" y="6"/>
                    <a:pt x="12" y="16"/>
                    <a:pt x="12" y="2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1" name="Freeform 4581">
              <a:extLst>
                <a:ext uri="{FF2B5EF4-FFF2-40B4-BE49-F238E27FC236}">
                  <a16:creationId xmlns:a16="http://schemas.microsoft.com/office/drawing/2014/main" id="{9E57D8C0-AC23-48E0-B64F-A110F6288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320"/>
              <a:ext cx="20" cy="8"/>
            </a:xfrm>
            <a:custGeom>
              <a:avLst/>
              <a:gdLst>
                <a:gd name="T0" fmla="*/ 0 w 10"/>
                <a:gd name="T1" fmla="*/ 0 h 4"/>
                <a:gd name="T2" fmla="*/ 80 w 10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4" y="1"/>
                    <a:pt x="8" y="0"/>
                    <a:pt x="10" y="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2" name="Freeform 4582">
              <a:extLst>
                <a:ext uri="{FF2B5EF4-FFF2-40B4-BE49-F238E27FC236}">
                  <a16:creationId xmlns:a16="http://schemas.microsoft.com/office/drawing/2014/main" id="{029B7735-F38D-43D6-8DEF-B2E8A792F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352"/>
              <a:ext cx="18" cy="63"/>
            </a:xfrm>
            <a:custGeom>
              <a:avLst/>
              <a:gdLst>
                <a:gd name="T0" fmla="*/ 8 w 9"/>
                <a:gd name="T1" fmla="*/ 0 h 30"/>
                <a:gd name="T2" fmla="*/ 0 w 9"/>
                <a:gd name="T3" fmla="*/ 277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1" y="0"/>
                  </a:moveTo>
                  <a:cubicBezTo>
                    <a:pt x="9" y="8"/>
                    <a:pt x="4" y="22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3" name="Freeform 4583">
              <a:extLst>
                <a:ext uri="{FF2B5EF4-FFF2-40B4-BE49-F238E27FC236}">
                  <a16:creationId xmlns:a16="http://schemas.microsoft.com/office/drawing/2014/main" id="{E4363B39-C6D9-4942-A75D-E9207107E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401"/>
              <a:ext cx="22" cy="44"/>
            </a:xfrm>
            <a:custGeom>
              <a:avLst/>
              <a:gdLst>
                <a:gd name="T0" fmla="*/ 0 w 11"/>
                <a:gd name="T1" fmla="*/ 0 h 21"/>
                <a:gd name="T2" fmla="*/ 88 w 11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8" y="4"/>
                    <a:pt x="10" y="13"/>
                    <a:pt x="11" y="2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4" name="Freeform 4584">
              <a:extLst>
                <a:ext uri="{FF2B5EF4-FFF2-40B4-BE49-F238E27FC236}">
                  <a16:creationId xmlns:a16="http://schemas.microsoft.com/office/drawing/2014/main" id="{1F864CA8-C368-4240-82C2-832115999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454"/>
              <a:ext cx="26" cy="15"/>
            </a:xfrm>
            <a:custGeom>
              <a:avLst/>
              <a:gdLst>
                <a:gd name="T0" fmla="*/ 0 w 13"/>
                <a:gd name="T1" fmla="*/ 0 h 7"/>
                <a:gd name="T2" fmla="*/ 104 w 13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2" y="6"/>
                    <a:pt x="8" y="7"/>
                    <a:pt x="13" y="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5" name="Freeform 4585">
              <a:extLst>
                <a:ext uri="{FF2B5EF4-FFF2-40B4-BE49-F238E27FC236}">
                  <a16:creationId xmlns:a16="http://schemas.microsoft.com/office/drawing/2014/main" id="{0AC08615-A9FF-4FCB-9006-1C5017A15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466"/>
              <a:ext cx="4" cy="20"/>
            </a:xfrm>
            <a:custGeom>
              <a:avLst/>
              <a:gdLst>
                <a:gd name="T0" fmla="*/ 16 w 2"/>
                <a:gd name="T1" fmla="*/ 0 h 9"/>
                <a:gd name="T2" fmla="*/ 0 w 2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3"/>
                    <a:pt x="0" y="6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6" name="Freeform 4586">
              <a:extLst>
                <a:ext uri="{FF2B5EF4-FFF2-40B4-BE49-F238E27FC236}">
                  <a16:creationId xmlns:a16="http://schemas.microsoft.com/office/drawing/2014/main" id="{AFE6E5A9-8F23-425A-85AF-26054D96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532"/>
              <a:ext cx="58" cy="28"/>
            </a:xfrm>
            <a:custGeom>
              <a:avLst/>
              <a:gdLst>
                <a:gd name="T0" fmla="*/ 0 w 29"/>
                <a:gd name="T1" fmla="*/ 41 h 13"/>
                <a:gd name="T2" fmla="*/ 232 w 2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3">
                  <a:moveTo>
                    <a:pt x="0" y="4"/>
                  </a:moveTo>
                  <a:cubicBezTo>
                    <a:pt x="10" y="13"/>
                    <a:pt x="22" y="11"/>
                    <a:pt x="29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7" name="Freeform 4587">
              <a:extLst>
                <a:ext uri="{FF2B5EF4-FFF2-40B4-BE49-F238E27FC236}">
                  <a16:creationId xmlns:a16="http://schemas.microsoft.com/office/drawing/2014/main" id="{71FA47E7-FC5B-4739-8720-E3785E980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520"/>
              <a:ext cx="32" cy="21"/>
            </a:xfrm>
            <a:custGeom>
              <a:avLst/>
              <a:gdLst>
                <a:gd name="T0" fmla="*/ 0 w 16"/>
                <a:gd name="T1" fmla="*/ 0 h 10"/>
                <a:gd name="T2" fmla="*/ 128 w 16"/>
                <a:gd name="T3" fmla="*/ 5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3" y="6"/>
                    <a:pt x="9" y="10"/>
                    <a:pt x="16" y="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8" name="Freeform 4588">
              <a:extLst>
                <a:ext uri="{FF2B5EF4-FFF2-40B4-BE49-F238E27FC236}">
                  <a16:creationId xmlns:a16="http://schemas.microsoft.com/office/drawing/2014/main" id="{8500529A-5A9E-44DA-9E86-B77A05FFA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464"/>
              <a:ext cx="42" cy="34"/>
            </a:xfrm>
            <a:custGeom>
              <a:avLst/>
              <a:gdLst>
                <a:gd name="T0" fmla="*/ 0 w 21"/>
                <a:gd name="T1" fmla="*/ 9 h 16"/>
                <a:gd name="T2" fmla="*/ 168 w 21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1"/>
                  </a:moveTo>
                  <a:cubicBezTo>
                    <a:pt x="11" y="0"/>
                    <a:pt x="21" y="3"/>
                    <a:pt x="21" y="1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9" name="Freeform 4589">
              <a:extLst>
                <a:ext uri="{FF2B5EF4-FFF2-40B4-BE49-F238E27FC236}">
                  <a16:creationId xmlns:a16="http://schemas.microsoft.com/office/drawing/2014/main" id="{625FD877-49AF-4CBE-A7CF-AD3DF796B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464"/>
              <a:ext cx="18" cy="15"/>
            </a:xfrm>
            <a:custGeom>
              <a:avLst/>
              <a:gdLst>
                <a:gd name="T0" fmla="*/ 0 w 9"/>
                <a:gd name="T1" fmla="*/ 69 h 7"/>
                <a:gd name="T2" fmla="*/ 7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1" y="2"/>
                    <a:pt x="5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0" name="Freeform 4590">
              <a:extLst>
                <a:ext uri="{FF2B5EF4-FFF2-40B4-BE49-F238E27FC236}">
                  <a16:creationId xmlns:a16="http://schemas.microsoft.com/office/drawing/2014/main" id="{3AC2B514-B19A-4147-8A50-2844BF964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407"/>
              <a:ext cx="6" cy="25"/>
            </a:xfrm>
            <a:custGeom>
              <a:avLst/>
              <a:gdLst>
                <a:gd name="T0" fmla="*/ 0 w 3"/>
                <a:gd name="T1" fmla="*/ 0 h 12"/>
                <a:gd name="T2" fmla="*/ 24 w 3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3" y="3"/>
                    <a:pt x="3" y="8"/>
                    <a:pt x="3" y="1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1" name="Freeform 4591">
              <a:extLst>
                <a:ext uri="{FF2B5EF4-FFF2-40B4-BE49-F238E27FC236}">
                  <a16:creationId xmlns:a16="http://schemas.microsoft.com/office/drawing/2014/main" id="{0EF454DB-7428-4C66-BEA6-A7A62E7AE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411"/>
              <a:ext cx="12" cy="11"/>
            </a:xfrm>
            <a:custGeom>
              <a:avLst/>
              <a:gdLst>
                <a:gd name="T0" fmla="*/ 0 w 6"/>
                <a:gd name="T1" fmla="*/ 53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2" name="Freeform 4592">
              <a:extLst>
                <a:ext uri="{FF2B5EF4-FFF2-40B4-BE49-F238E27FC236}">
                  <a16:creationId xmlns:a16="http://schemas.microsoft.com/office/drawing/2014/main" id="{11C30154-3AA3-4896-9590-395787FB5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392"/>
              <a:ext cx="34" cy="40"/>
            </a:xfrm>
            <a:custGeom>
              <a:avLst/>
              <a:gdLst>
                <a:gd name="T0" fmla="*/ 0 w 17"/>
                <a:gd name="T1" fmla="*/ 152 h 19"/>
                <a:gd name="T2" fmla="*/ 136 w 1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0" y="16"/>
                  </a:moveTo>
                  <a:cubicBezTo>
                    <a:pt x="8" y="19"/>
                    <a:pt x="15" y="6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3" name="Freeform 4593">
              <a:extLst>
                <a:ext uri="{FF2B5EF4-FFF2-40B4-BE49-F238E27FC236}">
                  <a16:creationId xmlns:a16="http://schemas.microsoft.com/office/drawing/2014/main" id="{2399F462-49C6-4300-8A7A-FC86B385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364"/>
              <a:ext cx="36" cy="39"/>
            </a:xfrm>
            <a:custGeom>
              <a:avLst/>
              <a:gdLst>
                <a:gd name="T0" fmla="*/ 0 w 18"/>
                <a:gd name="T1" fmla="*/ 93 h 18"/>
                <a:gd name="T2" fmla="*/ 144 w 1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8">
                  <a:moveTo>
                    <a:pt x="0" y="9"/>
                  </a:moveTo>
                  <a:cubicBezTo>
                    <a:pt x="8" y="18"/>
                    <a:pt x="15" y="8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4" name="Freeform 4594">
              <a:extLst>
                <a:ext uri="{FF2B5EF4-FFF2-40B4-BE49-F238E27FC236}">
                  <a16:creationId xmlns:a16="http://schemas.microsoft.com/office/drawing/2014/main" id="{57847EB5-1AC0-4DA9-B99F-145A92805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218"/>
              <a:ext cx="56" cy="27"/>
            </a:xfrm>
            <a:custGeom>
              <a:avLst/>
              <a:gdLst>
                <a:gd name="T0" fmla="*/ 0 w 28"/>
                <a:gd name="T1" fmla="*/ 0 h 13"/>
                <a:gd name="T2" fmla="*/ 224 w 28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4" y="13"/>
                    <a:pt x="17" y="12"/>
                    <a:pt x="28" y="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5" name="Freeform 4595">
              <a:extLst>
                <a:ext uri="{FF2B5EF4-FFF2-40B4-BE49-F238E27FC236}">
                  <a16:creationId xmlns:a16="http://schemas.microsoft.com/office/drawing/2014/main" id="{C3AD137A-46B0-40BC-9862-7B9935CDE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218"/>
              <a:ext cx="24" cy="36"/>
            </a:xfrm>
            <a:custGeom>
              <a:avLst/>
              <a:gdLst>
                <a:gd name="T0" fmla="*/ 16 w 12"/>
                <a:gd name="T1" fmla="*/ 0 h 17"/>
                <a:gd name="T2" fmla="*/ 96 w 12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2" y="0"/>
                  </a:moveTo>
                  <a:cubicBezTo>
                    <a:pt x="0" y="7"/>
                    <a:pt x="5" y="15"/>
                    <a:pt x="12" y="17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6" name="Freeform 4596">
              <a:extLst>
                <a:ext uri="{FF2B5EF4-FFF2-40B4-BE49-F238E27FC236}">
                  <a16:creationId xmlns:a16="http://schemas.microsoft.com/office/drawing/2014/main" id="{89792768-C2AA-4350-822D-9AC9ACDDF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192"/>
              <a:ext cx="12" cy="36"/>
            </a:xfrm>
            <a:custGeom>
              <a:avLst/>
              <a:gdLst>
                <a:gd name="T0" fmla="*/ 0 w 6"/>
                <a:gd name="T1" fmla="*/ 0 h 17"/>
                <a:gd name="T2" fmla="*/ 24 w 6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3" y="6"/>
                    <a:pt x="6" y="11"/>
                    <a:pt x="3" y="17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7" name="Freeform 4597">
              <a:extLst>
                <a:ext uri="{FF2B5EF4-FFF2-40B4-BE49-F238E27FC236}">
                  <a16:creationId xmlns:a16="http://schemas.microsoft.com/office/drawing/2014/main" id="{40472DD4-ED9F-408B-8A6C-A9AD29BC1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218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68 w 10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4" y="1"/>
                    <a:pt x="7" y="2"/>
                    <a:pt x="10" y="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8" name="Freeform 4598">
              <a:extLst>
                <a:ext uri="{FF2B5EF4-FFF2-40B4-BE49-F238E27FC236}">
                  <a16:creationId xmlns:a16="http://schemas.microsoft.com/office/drawing/2014/main" id="{4DEF7997-8EB5-4296-A26F-696F4C307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135"/>
              <a:ext cx="56" cy="15"/>
            </a:xfrm>
            <a:custGeom>
              <a:avLst/>
              <a:gdLst>
                <a:gd name="T0" fmla="*/ 0 w 28"/>
                <a:gd name="T1" fmla="*/ 69 h 7"/>
                <a:gd name="T2" fmla="*/ 224 w 28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0" y="7"/>
                  </a:moveTo>
                  <a:cubicBezTo>
                    <a:pt x="9" y="0"/>
                    <a:pt x="18" y="0"/>
                    <a:pt x="28" y="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9" name="Freeform 4599">
              <a:extLst>
                <a:ext uri="{FF2B5EF4-FFF2-40B4-BE49-F238E27FC236}">
                  <a16:creationId xmlns:a16="http://schemas.microsoft.com/office/drawing/2014/main" id="{45894D4A-4010-4D6D-8965-74517DA66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128"/>
              <a:ext cx="35" cy="30"/>
            </a:xfrm>
            <a:custGeom>
              <a:avLst/>
              <a:gdLst>
                <a:gd name="T0" fmla="*/ 0 w 18"/>
                <a:gd name="T1" fmla="*/ 137 h 14"/>
                <a:gd name="T2" fmla="*/ 132 w 1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8"/>
                    <a:pt x="8" y="0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0" name="Freeform 4600">
              <a:extLst>
                <a:ext uri="{FF2B5EF4-FFF2-40B4-BE49-F238E27FC236}">
                  <a16:creationId xmlns:a16="http://schemas.microsoft.com/office/drawing/2014/main" id="{F07E4B73-4F3F-4899-B4F9-315CC535E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158"/>
              <a:ext cx="10" cy="30"/>
            </a:xfrm>
            <a:custGeom>
              <a:avLst/>
              <a:gdLst>
                <a:gd name="T0" fmla="*/ 0 w 5"/>
                <a:gd name="T1" fmla="*/ 0 h 14"/>
                <a:gd name="T2" fmla="*/ 16 w 5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5" y="4"/>
                    <a:pt x="4" y="10"/>
                    <a:pt x="2" y="1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1" name="Freeform 4601">
              <a:extLst>
                <a:ext uri="{FF2B5EF4-FFF2-40B4-BE49-F238E27FC236}">
                  <a16:creationId xmlns:a16="http://schemas.microsoft.com/office/drawing/2014/main" id="{795B8A48-30F5-451D-B670-7977B2675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75"/>
              <a:ext cx="16" cy="2"/>
            </a:xfrm>
            <a:custGeom>
              <a:avLst/>
              <a:gdLst>
                <a:gd name="T0" fmla="*/ 0 w 8"/>
                <a:gd name="T1" fmla="*/ 0 h 1"/>
                <a:gd name="T2" fmla="*/ 64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2" name="Freeform 4602">
              <a:extLst>
                <a:ext uri="{FF2B5EF4-FFF2-40B4-BE49-F238E27FC236}">
                  <a16:creationId xmlns:a16="http://schemas.microsoft.com/office/drawing/2014/main" id="{D8931205-6761-43EA-A555-E58FFE566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143"/>
              <a:ext cx="54" cy="38"/>
            </a:xfrm>
            <a:custGeom>
              <a:avLst/>
              <a:gdLst>
                <a:gd name="T0" fmla="*/ 0 w 27"/>
                <a:gd name="T1" fmla="*/ 0 h 18"/>
                <a:gd name="T2" fmla="*/ 216 w 27"/>
                <a:gd name="T3" fmla="*/ 14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1" y="13"/>
                    <a:pt x="16" y="18"/>
                    <a:pt x="27" y="1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3" name="Freeform 4603">
              <a:extLst>
                <a:ext uri="{FF2B5EF4-FFF2-40B4-BE49-F238E27FC236}">
                  <a16:creationId xmlns:a16="http://schemas.microsoft.com/office/drawing/2014/main" id="{AAD2177C-4631-4313-8AF3-7B59E0404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124"/>
              <a:ext cx="50" cy="28"/>
            </a:xfrm>
            <a:custGeom>
              <a:avLst/>
              <a:gdLst>
                <a:gd name="T0" fmla="*/ 0 w 25"/>
                <a:gd name="T1" fmla="*/ 101 h 13"/>
                <a:gd name="T2" fmla="*/ 200 w 2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3">
                  <a:moveTo>
                    <a:pt x="0" y="10"/>
                  </a:moveTo>
                  <a:cubicBezTo>
                    <a:pt x="7" y="13"/>
                    <a:pt x="20" y="4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4" name="Freeform 4604">
              <a:extLst>
                <a:ext uri="{FF2B5EF4-FFF2-40B4-BE49-F238E27FC236}">
                  <a16:creationId xmlns:a16="http://schemas.microsoft.com/office/drawing/2014/main" id="{804E77B4-F39C-444E-A328-AD9BAEBDA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060"/>
              <a:ext cx="32" cy="49"/>
            </a:xfrm>
            <a:custGeom>
              <a:avLst/>
              <a:gdLst>
                <a:gd name="T0" fmla="*/ 0 w 16"/>
                <a:gd name="T1" fmla="*/ 0 h 23"/>
                <a:gd name="T2" fmla="*/ 120 w 16"/>
                <a:gd name="T3" fmla="*/ 22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cubicBezTo>
                    <a:pt x="10" y="3"/>
                    <a:pt x="16" y="13"/>
                    <a:pt x="15" y="23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5" name="Freeform 4605">
              <a:extLst>
                <a:ext uri="{FF2B5EF4-FFF2-40B4-BE49-F238E27FC236}">
                  <a16:creationId xmlns:a16="http://schemas.microsoft.com/office/drawing/2014/main" id="{7FC1EBFA-4FE6-4378-86BC-E8DBE2466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082"/>
              <a:ext cx="14" cy="6"/>
            </a:xfrm>
            <a:custGeom>
              <a:avLst/>
              <a:gdLst>
                <a:gd name="T0" fmla="*/ 0 w 7"/>
                <a:gd name="T1" fmla="*/ 24 h 3"/>
                <a:gd name="T2" fmla="*/ 56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6" name="Freeform 4606">
              <a:extLst>
                <a:ext uri="{FF2B5EF4-FFF2-40B4-BE49-F238E27FC236}">
                  <a16:creationId xmlns:a16="http://schemas.microsoft.com/office/drawing/2014/main" id="{E1ABDCA7-4D1D-461C-BE32-0331DCB2A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073"/>
              <a:ext cx="60" cy="36"/>
            </a:xfrm>
            <a:custGeom>
              <a:avLst/>
              <a:gdLst>
                <a:gd name="T0" fmla="*/ 0 w 30"/>
                <a:gd name="T1" fmla="*/ 59 h 17"/>
                <a:gd name="T2" fmla="*/ 240 w 30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7">
                  <a:moveTo>
                    <a:pt x="0" y="6"/>
                  </a:moveTo>
                  <a:cubicBezTo>
                    <a:pt x="4" y="17"/>
                    <a:pt x="26" y="6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7" name="Freeform 4607">
              <a:extLst>
                <a:ext uri="{FF2B5EF4-FFF2-40B4-BE49-F238E27FC236}">
                  <a16:creationId xmlns:a16="http://schemas.microsoft.com/office/drawing/2014/main" id="{0BAD1B1D-2780-48FD-A849-9170C0D56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060"/>
              <a:ext cx="31" cy="19"/>
            </a:xfrm>
            <a:custGeom>
              <a:avLst/>
              <a:gdLst>
                <a:gd name="T0" fmla="*/ 0 w 16"/>
                <a:gd name="T1" fmla="*/ 0 h 9"/>
                <a:gd name="T2" fmla="*/ 116 w 16"/>
                <a:gd name="T3" fmla="*/ 5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2" y="7"/>
                    <a:pt x="10" y="9"/>
                    <a:pt x="16" y="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8" name="Freeform 4608">
              <a:extLst>
                <a:ext uri="{FF2B5EF4-FFF2-40B4-BE49-F238E27FC236}">
                  <a16:creationId xmlns:a16="http://schemas.microsoft.com/office/drawing/2014/main" id="{F097030E-B09F-4AEE-81BF-C4616A37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024"/>
              <a:ext cx="53" cy="13"/>
            </a:xfrm>
            <a:custGeom>
              <a:avLst/>
              <a:gdLst>
                <a:gd name="T0" fmla="*/ 0 w 27"/>
                <a:gd name="T1" fmla="*/ 20 h 6"/>
                <a:gd name="T2" fmla="*/ 204 w 2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0" y="2"/>
                  </a:moveTo>
                  <a:cubicBezTo>
                    <a:pt x="10" y="0"/>
                    <a:pt x="18" y="0"/>
                    <a:pt x="27" y="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9" name="Freeform 4609">
              <a:extLst>
                <a:ext uri="{FF2B5EF4-FFF2-40B4-BE49-F238E27FC236}">
                  <a16:creationId xmlns:a16="http://schemas.microsoft.com/office/drawing/2014/main" id="{51C1AF5C-C742-4202-9FDC-EB1618670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030"/>
              <a:ext cx="30" cy="20"/>
            </a:xfrm>
            <a:custGeom>
              <a:avLst/>
              <a:gdLst>
                <a:gd name="T0" fmla="*/ 0 w 15"/>
                <a:gd name="T1" fmla="*/ 98 h 9"/>
                <a:gd name="T2" fmla="*/ 120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2" y="3"/>
                    <a:pt x="10" y="2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0" name="Freeform 4610">
              <a:extLst>
                <a:ext uri="{FF2B5EF4-FFF2-40B4-BE49-F238E27FC236}">
                  <a16:creationId xmlns:a16="http://schemas.microsoft.com/office/drawing/2014/main" id="{4F1AC1E2-2E6E-4645-8194-2870DE1D1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979"/>
              <a:ext cx="54" cy="30"/>
            </a:xfrm>
            <a:custGeom>
              <a:avLst/>
              <a:gdLst>
                <a:gd name="T0" fmla="*/ 0 w 27"/>
                <a:gd name="T1" fmla="*/ 129 h 14"/>
                <a:gd name="T2" fmla="*/ 216 w 2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0" y="13"/>
                  </a:moveTo>
                  <a:cubicBezTo>
                    <a:pt x="10" y="14"/>
                    <a:pt x="23" y="10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1" name="Freeform 4611">
              <a:extLst>
                <a:ext uri="{FF2B5EF4-FFF2-40B4-BE49-F238E27FC236}">
                  <a16:creationId xmlns:a16="http://schemas.microsoft.com/office/drawing/2014/main" id="{020F7A68-2972-4C52-854E-5FC9CB2D2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1971"/>
              <a:ext cx="28" cy="15"/>
            </a:xfrm>
            <a:custGeom>
              <a:avLst/>
              <a:gdLst>
                <a:gd name="T0" fmla="*/ 0 w 14"/>
                <a:gd name="T1" fmla="*/ 0 h 7"/>
                <a:gd name="T2" fmla="*/ 112 w 14"/>
                <a:gd name="T3" fmla="*/ 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3" y="5"/>
                    <a:pt x="9" y="7"/>
                    <a:pt x="14" y="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2" name="Freeform 4612">
              <a:extLst>
                <a:ext uri="{FF2B5EF4-FFF2-40B4-BE49-F238E27FC236}">
                  <a16:creationId xmlns:a16="http://schemas.microsoft.com/office/drawing/2014/main" id="{59D9B261-08CD-44A8-9911-4804F9A8B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973"/>
              <a:ext cx="58" cy="43"/>
            </a:xfrm>
            <a:custGeom>
              <a:avLst/>
              <a:gdLst>
                <a:gd name="T0" fmla="*/ 0 w 29"/>
                <a:gd name="T1" fmla="*/ 198 h 20"/>
                <a:gd name="T2" fmla="*/ 232 w 29"/>
                <a:gd name="T3" fmla="*/ 2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4" y="11"/>
                    <a:pt x="19" y="0"/>
                    <a:pt x="29" y="3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3" name="Freeform 4613">
              <a:extLst>
                <a:ext uri="{FF2B5EF4-FFF2-40B4-BE49-F238E27FC236}">
                  <a16:creationId xmlns:a16="http://schemas.microsoft.com/office/drawing/2014/main" id="{13B48F71-EFF0-4FAA-99DB-BD19A5C52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016"/>
              <a:ext cx="24" cy="8"/>
            </a:xfrm>
            <a:custGeom>
              <a:avLst/>
              <a:gdLst>
                <a:gd name="T0" fmla="*/ 96 w 12"/>
                <a:gd name="T1" fmla="*/ 16 h 4"/>
                <a:gd name="T2" fmla="*/ 0 w 1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2"/>
                  </a:moveTo>
                  <a:cubicBezTo>
                    <a:pt x="8" y="0"/>
                    <a:pt x="3" y="1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4" name="Freeform 4614">
              <a:extLst>
                <a:ext uri="{FF2B5EF4-FFF2-40B4-BE49-F238E27FC236}">
                  <a16:creationId xmlns:a16="http://schemas.microsoft.com/office/drawing/2014/main" id="{B4F68371-19FE-4ECC-AB1D-AA1033D87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035"/>
              <a:ext cx="49" cy="47"/>
            </a:xfrm>
            <a:custGeom>
              <a:avLst/>
              <a:gdLst>
                <a:gd name="T0" fmla="*/ 8 w 25"/>
                <a:gd name="T1" fmla="*/ 214 h 22"/>
                <a:gd name="T2" fmla="*/ 188 w 2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2">
                  <a:moveTo>
                    <a:pt x="1" y="22"/>
                  </a:moveTo>
                  <a:cubicBezTo>
                    <a:pt x="0" y="9"/>
                    <a:pt x="14" y="2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5" name="Freeform 4615">
              <a:extLst>
                <a:ext uri="{FF2B5EF4-FFF2-40B4-BE49-F238E27FC236}">
                  <a16:creationId xmlns:a16="http://schemas.microsoft.com/office/drawing/2014/main" id="{0E2126C8-1DFE-4BE8-9FDD-B0B63D719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013"/>
              <a:ext cx="20" cy="41"/>
            </a:xfrm>
            <a:custGeom>
              <a:avLst/>
              <a:gdLst>
                <a:gd name="T0" fmla="*/ 0 w 10"/>
                <a:gd name="T1" fmla="*/ 190 h 19"/>
                <a:gd name="T2" fmla="*/ 80 w 10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0" y="9"/>
                    <a:pt x="0" y="5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6" name="Freeform 4616">
              <a:extLst>
                <a:ext uri="{FF2B5EF4-FFF2-40B4-BE49-F238E27FC236}">
                  <a16:creationId xmlns:a16="http://schemas.microsoft.com/office/drawing/2014/main" id="{76C05FDA-11EC-49C5-A526-B18F5637B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024"/>
              <a:ext cx="46" cy="26"/>
            </a:xfrm>
            <a:custGeom>
              <a:avLst/>
              <a:gdLst>
                <a:gd name="T0" fmla="*/ 0 w 23"/>
                <a:gd name="T1" fmla="*/ 33 h 12"/>
                <a:gd name="T2" fmla="*/ 184 w 23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3"/>
                  </a:moveTo>
                  <a:cubicBezTo>
                    <a:pt x="9" y="0"/>
                    <a:pt x="20" y="3"/>
                    <a:pt x="23" y="1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7" name="Freeform 4617">
              <a:extLst>
                <a:ext uri="{FF2B5EF4-FFF2-40B4-BE49-F238E27FC236}">
                  <a16:creationId xmlns:a16="http://schemas.microsoft.com/office/drawing/2014/main" id="{52E3A69D-50FF-4D86-A355-BC0B948E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043"/>
              <a:ext cx="34" cy="17"/>
            </a:xfrm>
            <a:custGeom>
              <a:avLst/>
              <a:gdLst>
                <a:gd name="T0" fmla="*/ 0 w 17"/>
                <a:gd name="T1" fmla="*/ 77 h 8"/>
                <a:gd name="T2" fmla="*/ 136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4"/>
                    <a:pt x="12" y="1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8" name="Freeform 4618">
              <a:extLst>
                <a:ext uri="{FF2B5EF4-FFF2-40B4-BE49-F238E27FC236}">
                  <a16:creationId xmlns:a16="http://schemas.microsoft.com/office/drawing/2014/main" id="{C0C6D8FC-AD66-437F-96BD-7F470662F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028"/>
              <a:ext cx="4" cy="32"/>
            </a:xfrm>
            <a:custGeom>
              <a:avLst/>
              <a:gdLst>
                <a:gd name="T0" fmla="*/ 16 w 2"/>
                <a:gd name="T1" fmla="*/ 0 h 15"/>
                <a:gd name="T2" fmla="*/ 8 w 2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0" y="5"/>
                    <a:pt x="0" y="10"/>
                    <a:pt x="1" y="1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9" name="Freeform 4619">
              <a:extLst>
                <a:ext uri="{FF2B5EF4-FFF2-40B4-BE49-F238E27FC236}">
                  <a16:creationId xmlns:a16="http://schemas.microsoft.com/office/drawing/2014/main" id="{8CA96607-6DF0-4DB6-B4CA-AC7C7AB7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141"/>
              <a:ext cx="56" cy="49"/>
            </a:xfrm>
            <a:custGeom>
              <a:avLst/>
              <a:gdLst>
                <a:gd name="T0" fmla="*/ 40 w 28"/>
                <a:gd name="T1" fmla="*/ 222 h 23"/>
                <a:gd name="T2" fmla="*/ 224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5" y="23"/>
                  </a:moveTo>
                  <a:cubicBezTo>
                    <a:pt x="0" y="13"/>
                    <a:pt x="19" y="2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0" name="Freeform 4620">
              <a:extLst>
                <a:ext uri="{FF2B5EF4-FFF2-40B4-BE49-F238E27FC236}">
                  <a16:creationId xmlns:a16="http://schemas.microsoft.com/office/drawing/2014/main" id="{07E72B07-5A57-4270-87EC-EF7C1B82E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122"/>
              <a:ext cx="16" cy="34"/>
            </a:xfrm>
            <a:custGeom>
              <a:avLst/>
              <a:gdLst>
                <a:gd name="T0" fmla="*/ 8 w 8"/>
                <a:gd name="T1" fmla="*/ 153 h 16"/>
                <a:gd name="T2" fmla="*/ 64 w 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1" y="16"/>
                  </a:moveTo>
                  <a:cubicBezTo>
                    <a:pt x="0" y="9"/>
                    <a:pt x="1" y="5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1" name="Freeform 4621">
              <a:extLst>
                <a:ext uri="{FF2B5EF4-FFF2-40B4-BE49-F238E27FC236}">
                  <a16:creationId xmlns:a16="http://schemas.microsoft.com/office/drawing/2014/main" id="{B318C81B-395E-45CD-87E4-79F674012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177"/>
              <a:ext cx="92" cy="66"/>
            </a:xfrm>
            <a:custGeom>
              <a:avLst/>
              <a:gdLst>
                <a:gd name="T0" fmla="*/ 16 w 46"/>
                <a:gd name="T1" fmla="*/ 300 h 31"/>
                <a:gd name="T2" fmla="*/ 368 w 46"/>
                <a:gd name="T3" fmla="*/ 6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1">
                  <a:moveTo>
                    <a:pt x="2" y="31"/>
                  </a:moveTo>
                  <a:cubicBezTo>
                    <a:pt x="0" y="17"/>
                    <a:pt x="36" y="0"/>
                    <a:pt x="46" y="7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2" name="Freeform 4622">
              <a:extLst>
                <a:ext uri="{FF2B5EF4-FFF2-40B4-BE49-F238E27FC236}">
                  <a16:creationId xmlns:a16="http://schemas.microsoft.com/office/drawing/2014/main" id="{555E5637-2660-490D-9415-AAAD79856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324"/>
              <a:ext cx="38" cy="51"/>
            </a:xfrm>
            <a:custGeom>
              <a:avLst/>
              <a:gdLst>
                <a:gd name="T0" fmla="*/ 152 w 19"/>
                <a:gd name="T1" fmla="*/ 0 h 24"/>
                <a:gd name="T2" fmla="*/ 16 w 19"/>
                <a:gd name="T3" fmla="*/ 23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8" y="3"/>
                    <a:pt x="0" y="13"/>
                    <a:pt x="2" y="2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3" name="Freeform 4623">
              <a:extLst>
                <a:ext uri="{FF2B5EF4-FFF2-40B4-BE49-F238E27FC236}">
                  <a16:creationId xmlns:a16="http://schemas.microsoft.com/office/drawing/2014/main" id="{0B48BD5C-858F-49E8-AFE2-594B8B817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71"/>
              <a:ext cx="32" cy="44"/>
            </a:xfrm>
            <a:custGeom>
              <a:avLst/>
              <a:gdLst>
                <a:gd name="T0" fmla="*/ 128 w 16"/>
                <a:gd name="T1" fmla="*/ 0 h 21"/>
                <a:gd name="T2" fmla="*/ 0 w 16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1">
                  <a:moveTo>
                    <a:pt x="16" y="0"/>
                  </a:moveTo>
                  <a:cubicBezTo>
                    <a:pt x="7" y="2"/>
                    <a:pt x="0" y="13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4" name="Freeform 4624">
              <a:extLst>
                <a:ext uri="{FF2B5EF4-FFF2-40B4-BE49-F238E27FC236}">
                  <a16:creationId xmlns:a16="http://schemas.microsoft.com/office/drawing/2014/main" id="{563E529F-0878-4A99-97CA-C3201DD8F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418"/>
              <a:ext cx="66" cy="63"/>
            </a:xfrm>
            <a:custGeom>
              <a:avLst/>
              <a:gdLst>
                <a:gd name="T0" fmla="*/ 40 w 33"/>
                <a:gd name="T1" fmla="*/ 277 h 30"/>
                <a:gd name="T2" fmla="*/ 264 w 33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0">
                  <a:moveTo>
                    <a:pt x="5" y="30"/>
                  </a:moveTo>
                  <a:cubicBezTo>
                    <a:pt x="0" y="16"/>
                    <a:pt x="22" y="2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5" name="Freeform 4625">
              <a:extLst>
                <a:ext uri="{FF2B5EF4-FFF2-40B4-BE49-F238E27FC236}">
                  <a16:creationId xmlns:a16="http://schemas.microsoft.com/office/drawing/2014/main" id="{7D4B0E7E-4787-406A-B7E0-DFACC042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403"/>
              <a:ext cx="12" cy="34"/>
            </a:xfrm>
            <a:custGeom>
              <a:avLst/>
              <a:gdLst>
                <a:gd name="T0" fmla="*/ 48 w 6"/>
                <a:gd name="T1" fmla="*/ 0 h 16"/>
                <a:gd name="T2" fmla="*/ 8 w 6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2" y="4"/>
                    <a:pt x="0" y="10"/>
                    <a:pt x="1" y="1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6" name="Freeform 4626">
              <a:extLst>
                <a:ext uri="{FF2B5EF4-FFF2-40B4-BE49-F238E27FC236}">
                  <a16:creationId xmlns:a16="http://schemas.microsoft.com/office/drawing/2014/main" id="{41F33761-E829-4549-981B-919214F18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501"/>
              <a:ext cx="20" cy="57"/>
            </a:xfrm>
            <a:custGeom>
              <a:avLst/>
              <a:gdLst>
                <a:gd name="T0" fmla="*/ 32 w 10"/>
                <a:gd name="T1" fmla="*/ 0 h 27"/>
                <a:gd name="T2" fmla="*/ 80 w 10"/>
                <a:gd name="T3" fmla="*/ 25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4" y="0"/>
                  </a:moveTo>
                  <a:cubicBezTo>
                    <a:pt x="0" y="10"/>
                    <a:pt x="2" y="19"/>
                    <a:pt x="10" y="27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7" name="Freeform 4627">
              <a:extLst>
                <a:ext uri="{FF2B5EF4-FFF2-40B4-BE49-F238E27FC236}">
                  <a16:creationId xmlns:a16="http://schemas.microsoft.com/office/drawing/2014/main" id="{B33F35DA-9C4E-49EA-ABDA-6D679722A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549"/>
              <a:ext cx="8" cy="45"/>
            </a:xfrm>
            <a:custGeom>
              <a:avLst/>
              <a:gdLst>
                <a:gd name="T0" fmla="*/ 32 w 4"/>
                <a:gd name="T1" fmla="*/ 0 h 21"/>
                <a:gd name="T2" fmla="*/ 24 w 4"/>
                <a:gd name="T3" fmla="*/ 20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0" y="7"/>
                    <a:pt x="0" y="14"/>
                    <a:pt x="3" y="2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8" name="Freeform 4628">
              <a:extLst>
                <a:ext uri="{FF2B5EF4-FFF2-40B4-BE49-F238E27FC236}">
                  <a16:creationId xmlns:a16="http://schemas.microsoft.com/office/drawing/2014/main" id="{F1C43BF6-669C-43B4-8B19-8B81B55AD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547"/>
              <a:ext cx="24" cy="68"/>
            </a:xfrm>
            <a:custGeom>
              <a:avLst/>
              <a:gdLst>
                <a:gd name="T0" fmla="*/ 96 w 12"/>
                <a:gd name="T1" fmla="*/ 0 h 32"/>
                <a:gd name="T2" fmla="*/ 64 w 12"/>
                <a:gd name="T3" fmla="*/ 30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2">
                  <a:moveTo>
                    <a:pt x="12" y="0"/>
                  </a:moveTo>
                  <a:cubicBezTo>
                    <a:pt x="5" y="8"/>
                    <a:pt x="0" y="22"/>
                    <a:pt x="8" y="3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9" name="Freeform 4629">
              <a:extLst>
                <a:ext uri="{FF2B5EF4-FFF2-40B4-BE49-F238E27FC236}">
                  <a16:creationId xmlns:a16="http://schemas.microsoft.com/office/drawing/2014/main" id="{E02C8320-CFA1-4F4D-98F9-7842E8FA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518"/>
              <a:ext cx="26" cy="70"/>
            </a:xfrm>
            <a:custGeom>
              <a:avLst/>
              <a:gdLst>
                <a:gd name="T0" fmla="*/ 16 w 13"/>
                <a:gd name="T1" fmla="*/ 0 h 33"/>
                <a:gd name="T2" fmla="*/ 104 w 13"/>
                <a:gd name="T3" fmla="*/ 31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3">
                  <a:moveTo>
                    <a:pt x="2" y="0"/>
                  </a:moveTo>
                  <a:cubicBezTo>
                    <a:pt x="0" y="11"/>
                    <a:pt x="4" y="26"/>
                    <a:pt x="13" y="33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0" name="Freeform 4630">
              <a:extLst>
                <a:ext uri="{FF2B5EF4-FFF2-40B4-BE49-F238E27FC236}">
                  <a16:creationId xmlns:a16="http://schemas.microsoft.com/office/drawing/2014/main" id="{E29119FE-EE75-4959-97DE-C41C0D21C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496"/>
              <a:ext cx="44" cy="26"/>
            </a:xfrm>
            <a:custGeom>
              <a:avLst/>
              <a:gdLst>
                <a:gd name="T0" fmla="*/ 0 w 22"/>
                <a:gd name="T1" fmla="*/ 0 h 12"/>
                <a:gd name="T2" fmla="*/ 176 w 22"/>
                <a:gd name="T3" fmla="*/ 11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cubicBezTo>
                    <a:pt x="5" y="6"/>
                    <a:pt x="14" y="12"/>
                    <a:pt x="22" y="1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1" name="Freeform 4631">
              <a:extLst>
                <a:ext uri="{FF2B5EF4-FFF2-40B4-BE49-F238E27FC236}">
                  <a16:creationId xmlns:a16="http://schemas.microsoft.com/office/drawing/2014/main" id="{65E20CE3-26D7-4062-8230-13A8E433D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381"/>
              <a:ext cx="56" cy="39"/>
            </a:xfrm>
            <a:custGeom>
              <a:avLst/>
              <a:gdLst>
                <a:gd name="T0" fmla="*/ 0 w 28"/>
                <a:gd name="T1" fmla="*/ 184 h 18"/>
                <a:gd name="T2" fmla="*/ 224 w 2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8">
                  <a:moveTo>
                    <a:pt x="0" y="18"/>
                  </a:moveTo>
                  <a:cubicBezTo>
                    <a:pt x="2" y="6"/>
                    <a:pt x="18" y="2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2" name="Freeform 4632">
              <a:extLst>
                <a:ext uri="{FF2B5EF4-FFF2-40B4-BE49-F238E27FC236}">
                  <a16:creationId xmlns:a16="http://schemas.microsoft.com/office/drawing/2014/main" id="{2150B9BB-E8CB-476C-9261-BA81A9393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371"/>
              <a:ext cx="8" cy="38"/>
            </a:xfrm>
            <a:custGeom>
              <a:avLst/>
              <a:gdLst>
                <a:gd name="T0" fmla="*/ 32 w 4"/>
                <a:gd name="T1" fmla="*/ 0 h 18"/>
                <a:gd name="T2" fmla="*/ 16 w 4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0" y="5"/>
                    <a:pt x="0" y="12"/>
                    <a:pt x="2" y="1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3" name="Freeform 4633">
              <a:extLst>
                <a:ext uri="{FF2B5EF4-FFF2-40B4-BE49-F238E27FC236}">
                  <a16:creationId xmlns:a16="http://schemas.microsoft.com/office/drawing/2014/main" id="{3301723B-E267-48C5-A4A5-26B45E77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532"/>
              <a:ext cx="82" cy="41"/>
            </a:xfrm>
            <a:custGeom>
              <a:avLst/>
              <a:gdLst>
                <a:gd name="T0" fmla="*/ 0 w 41"/>
                <a:gd name="T1" fmla="*/ 101 h 19"/>
                <a:gd name="T2" fmla="*/ 328 w 4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9">
                  <a:moveTo>
                    <a:pt x="0" y="10"/>
                  </a:moveTo>
                  <a:cubicBezTo>
                    <a:pt x="16" y="19"/>
                    <a:pt x="28" y="11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4" name="Freeform 4634">
              <a:extLst>
                <a:ext uri="{FF2B5EF4-FFF2-40B4-BE49-F238E27FC236}">
                  <a16:creationId xmlns:a16="http://schemas.microsoft.com/office/drawing/2014/main" id="{34AF8C3E-82AE-49B4-986B-271653CC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520"/>
              <a:ext cx="24" cy="21"/>
            </a:xfrm>
            <a:custGeom>
              <a:avLst/>
              <a:gdLst>
                <a:gd name="T0" fmla="*/ 0 w 12"/>
                <a:gd name="T1" fmla="*/ 0 h 10"/>
                <a:gd name="T2" fmla="*/ 96 w 1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3" y="5"/>
                    <a:pt x="7" y="9"/>
                    <a:pt x="12" y="1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5" name="Freeform 4635">
              <a:extLst>
                <a:ext uri="{FF2B5EF4-FFF2-40B4-BE49-F238E27FC236}">
                  <a16:creationId xmlns:a16="http://schemas.microsoft.com/office/drawing/2014/main" id="{8D183A32-D4D1-44FF-98AC-96D499C2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452"/>
              <a:ext cx="21" cy="38"/>
            </a:xfrm>
            <a:custGeom>
              <a:avLst/>
              <a:gdLst>
                <a:gd name="T0" fmla="*/ 0 w 11"/>
                <a:gd name="T1" fmla="*/ 0 h 18"/>
                <a:gd name="T2" fmla="*/ 76 w 11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0" y="0"/>
                  </a:moveTo>
                  <a:cubicBezTo>
                    <a:pt x="7" y="2"/>
                    <a:pt x="10" y="11"/>
                    <a:pt x="11" y="1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6" name="Freeform 4636">
              <a:extLst>
                <a:ext uri="{FF2B5EF4-FFF2-40B4-BE49-F238E27FC236}">
                  <a16:creationId xmlns:a16="http://schemas.microsoft.com/office/drawing/2014/main" id="{FCE1857C-FF88-41A9-A65C-D0D5A9F69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475"/>
              <a:ext cx="30" cy="4"/>
            </a:xfrm>
            <a:custGeom>
              <a:avLst/>
              <a:gdLst>
                <a:gd name="T0" fmla="*/ 0 w 15"/>
                <a:gd name="T1" fmla="*/ 16 h 2"/>
                <a:gd name="T2" fmla="*/ 120 w 1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2"/>
                  </a:moveTo>
                  <a:cubicBezTo>
                    <a:pt x="5" y="0"/>
                    <a:pt x="10" y="0"/>
                    <a:pt x="15" y="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7" name="Freeform 4637">
              <a:extLst>
                <a:ext uri="{FF2B5EF4-FFF2-40B4-BE49-F238E27FC236}">
                  <a16:creationId xmlns:a16="http://schemas.microsoft.com/office/drawing/2014/main" id="{A5513B95-7674-4186-82B8-9E0FD5E36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588"/>
              <a:ext cx="48" cy="29"/>
            </a:xfrm>
            <a:custGeom>
              <a:avLst/>
              <a:gdLst>
                <a:gd name="T0" fmla="*/ 0 w 24"/>
                <a:gd name="T1" fmla="*/ 0 h 14"/>
                <a:gd name="T2" fmla="*/ 192 w 24"/>
                <a:gd name="T3" fmla="*/ 8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0"/>
                  </a:moveTo>
                  <a:cubicBezTo>
                    <a:pt x="3" y="10"/>
                    <a:pt x="16" y="14"/>
                    <a:pt x="24" y="9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8" name="Freeform 4638">
              <a:extLst>
                <a:ext uri="{FF2B5EF4-FFF2-40B4-BE49-F238E27FC236}">
                  <a16:creationId xmlns:a16="http://schemas.microsoft.com/office/drawing/2014/main" id="{14E8CA8B-7335-48B8-83BA-9C0BAE4F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594"/>
              <a:ext cx="24" cy="28"/>
            </a:xfrm>
            <a:custGeom>
              <a:avLst/>
              <a:gdLst>
                <a:gd name="T0" fmla="*/ 0 w 12"/>
                <a:gd name="T1" fmla="*/ 0 h 13"/>
                <a:gd name="T2" fmla="*/ 96 w 12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6"/>
                    <a:pt x="6" y="13"/>
                    <a:pt x="12" y="13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9" name="Freeform 4639">
              <a:extLst>
                <a:ext uri="{FF2B5EF4-FFF2-40B4-BE49-F238E27FC236}">
                  <a16:creationId xmlns:a16="http://schemas.microsoft.com/office/drawing/2014/main" id="{2C7F6312-BD11-47D8-B497-9E878BC3E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607"/>
              <a:ext cx="20" cy="53"/>
            </a:xfrm>
            <a:custGeom>
              <a:avLst/>
              <a:gdLst>
                <a:gd name="T0" fmla="*/ 32 w 10"/>
                <a:gd name="T1" fmla="*/ 0 h 25"/>
                <a:gd name="T2" fmla="*/ 80 w 10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4" y="0"/>
                  </a:moveTo>
                  <a:cubicBezTo>
                    <a:pt x="0" y="8"/>
                    <a:pt x="2" y="21"/>
                    <a:pt x="10" y="2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0" name="Freeform 4640">
              <a:extLst>
                <a:ext uri="{FF2B5EF4-FFF2-40B4-BE49-F238E27FC236}">
                  <a16:creationId xmlns:a16="http://schemas.microsoft.com/office/drawing/2014/main" id="{AB9F1B34-7B31-4EA6-AD24-D5D827906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579"/>
              <a:ext cx="8" cy="28"/>
            </a:xfrm>
            <a:custGeom>
              <a:avLst/>
              <a:gdLst>
                <a:gd name="T0" fmla="*/ 0 w 4"/>
                <a:gd name="T1" fmla="*/ 0 h 13"/>
                <a:gd name="T2" fmla="*/ 24 w 4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2" y="4"/>
                    <a:pt x="4" y="8"/>
                    <a:pt x="3" y="13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1" name="Freeform 4641">
              <a:extLst>
                <a:ext uri="{FF2B5EF4-FFF2-40B4-BE49-F238E27FC236}">
                  <a16:creationId xmlns:a16="http://schemas.microsoft.com/office/drawing/2014/main" id="{D19FCEF2-CFB4-4F6C-A5DB-99AF628F5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579"/>
              <a:ext cx="12" cy="15"/>
            </a:xfrm>
            <a:custGeom>
              <a:avLst/>
              <a:gdLst>
                <a:gd name="T0" fmla="*/ 0 w 6"/>
                <a:gd name="T1" fmla="*/ 69 h 7"/>
                <a:gd name="T2" fmla="*/ 4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4"/>
                    <a:pt x="3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2" name="Freeform 4642">
              <a:extLst>
                <a:ext uri="{FF2B5EF4-FFF2-40B4-BE49-F238E27FC236}">
                  <a16:creationId xmlns:a16="http://schemas.microsoft.com/office/drawing/2014/main" id="{6D4DA813-2DA8-4A41-9C3A-116D7221B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739"/>
              <a:ext cx="24" cy="21"/>
            </a:xfrm>
            <a:custGeom>
              <a:avLst/>
              <a:gdLst>
                <a:gd name="T0" fmla="*/ 0 w 12"/>
                <a:gd name="T1" fmla="*/ 0 h 10"/>
                <a:gd name="T2" fmla="*/ 96 w 12"/>
                <a:gd name="T3" fmla="*/ 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3" y="4"/>
                    <a:pt x="6" y="10"/>
                    <a:pt x="12" y="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3" name="Freeform 4643">
              <a:extLst>
                <a:ext uri="{FF2B5EF4-FFF2-40B4-BE49-F238E27FC236}">
                  <a16:creationId xmlns:a16="http://schemas.microsoft.com/office/drawing/2014/main" id="{1FBC83AF-5C65-418E-89FB-4CE732C7F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747"/>
              <a:ext cx="6" cy="32"/>
            </a:xfrm>
            <a:custGeom>
              <a:avLst/>
              <a:gdLst>
                <a:gd name="T0" fmla="*/ 24 w 3"/>
                <a:gd name="T1" fmla="*/ 0 h 15"/>
                <a:gd name="T2" fmla="*/ 24 w 3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0" y="5"/>
                    <a:pt x="1" y="10"/>
                    <a:pt x="3" y="1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4" name="Freeform 4644">
              <a:extLst>
                <a:ext uri="{FF2B5EF4-FFF2-40B4-BE49-F238E27FC236}">
                  <a16:creationId xmlns:a16="http://schemas.microsoft.com/office/drawing/2014/main" id="{046A8A6D-B344-4C24-9C8F-134A9C8D2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239"/>
              <a:ext cx="12" cy="32"/>
            </a:xfrm>
            <a:custGeom>
              <a:avLst/>
              <a:gdLst>
                <a:gd name="T0" fmla="*/ 0 w 6"/>
                <a:gd name="T1" fmla="*/ 0 h 15"/>
                <a:gd name="T2" fmla="*/ 48 w 6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3" y="4"/>
                    <a:pt x="6" y="10"/>
                    <a:pt x="6" y="1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5" name="Freeform 4645">
              <a:extLst>
                <a:ext uri="{FF2B5EF4-FFF2-40B4-BE49-F238E27FC236}">
                  <a16:creationId xmlns:a16="http://schemas.microsoft.com/office/drawing/2014/main" id="{34840B23-2F0A-4074-A898-552A20232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245"/>
              <a:ext cx="12" cy="13"/>
            </a:xfrm>
            <a:custGeom>
              <a:avLst/>
              <a:gdLst>
                <a:gd name="T0" fmla="*/ 0 w 6"/>
                <a:gd name="T1" fmla="*/ 61 h 6"/>
                <a:gd name="T2" fmla="*/ 4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6" name="Freeform 4646">
              <a:extLst>
                <a:ext uri="{FF2B5EF4-FFF2-40B4-BE49-F238E27FC236}">
                  <a16:creationId xmlns:a16="http://schemas.microsoft.com/office/drawing/2014/main" id="{04555559-892F-4E64-839D-3D0D6E08C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430"/>
              <a:ext cx="24" cy="26"/>
            </a:xfrm>
            <a:custGeom>
              <a:avLst/>
              <a:gdLst>
                <a:gd name="T0" fmla="*/ 0 w 12"/>
                <a:gd name="T1" fmla="*/ 20 h 12"/>
                <a:gd name="T2" fmla="*/ 96 w 12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2"/>
                  </a:moveTo>
                  <a:cubicBezTo>
                    <a:pt x="6" y="0"/>
                    <a:pt x="10" y="6"/>
                    <a:pt x="12" y="1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7" name="Freeform 4647">
              <a:extLst>
                <a:ext uri="{FF2B5EF4-FFF2-40B4-BE49-F238E27FC236}">
                  <a16:creationId xmlns:a16="http://schemas.microsoft.com/office/drawing/2014/main" id="{53394002-BED6-49BA-B33C-601ACED72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422"/>
              <a:ext cx="14" cy="21"/>
            </a:xfrm>
            <a:custGeom>
              <a:avLst/>
              <a:gdLst>
                <a:gd name="T0" fmla="*/ 0 w 7"/>
                <a:gd name="T1" fmla="*/ 92 h 10"/>
                <a:gd name="T2" fmla="*/ 56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1" y="5"/>
                    <a:pt x="4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8" name="Freeform 4648">
              <a:extLst>
                <a:ext uri="{FF2B5EF4-FFF2-40B4-BE49-F238E27FC236}">
                  <a16:creationId xmlns:a16="http://schemas.microsoft.com/office/drawing/2014/main" id="{77336A4D-B1E3-40ED-B612-25D306C92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656"/>
              <a:ext cx="38" cy="49"/>
            </a:xfrm>
            <a:custGeom>
              <a:avLst/>
              <a:gdLst>
                <a:gd name="T0" fmla="*/ 0 w 19"/>
                <a:gd name="T1" fmla="*/ 213 h 23"/>
                <a:gd name="T2" fmla="*/ 152 w 1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22"/>
                  </a:moveTo>
                  <a:cubicBezTo>
                    <a:pt x="11" y="23"/>
                    <a:pt x="19" y="9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9" name="Freeform 4649">
              <a:extLst>
                <a:ext uri="{FF2B5EF4-FFF2-40B4-BE49-F238E27FC236}">
                  <a16:creationId xmlns:a16="http://schemas.microsoft.com/office/drawing/2014/main" id="{C0CC744F-2BC3-49A9-87B1-D66DA28ED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645"/>
              <a:ext cx="35" cy="13"/>
            </a:xfrm>
            <a:custGeom>
              <a:avLst/>
              <a:gdLst>
                <a:gd name="T0" fmla="*/ 0 w 18"/>
                <a:gd name="T1" fmla="*/ 0 h 6"/>
                <a:gd name="T2" fmla="*/ 132 w 18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5" y="6"/>
                    <a:pt x="12" y="4"/>
                    <a:pt x="18" y="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0" name="Freeform 4650">
              <a:extLst>
                <a:ext uri="{FF2B5EF4-FFF2-40B4-BE49-F238E27FC236}">
                  <a16:creationId xmlns:a16="http://schemas.microsoft.com/office/drawing/2014/main" id="{54427D4D-2E19-42AF-A122-02D108EA0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564"/>
              <a:ext cx="22" cy="11"/>
            </a:xfrm>
            <a:custGeom>
              <a:avLst/>
              <a:gdLst>
                <a:gd name="T0" fmla="*/ 0 w 11"/>
                <a:gd name="T1" fmla="*/ 9 h 5"/>
                <a:gd name="T2" fmla="*/ 88 w 1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1"/>
                  </a:moveTo>
                  <a:cubicBezTo>
                    <a:pt x="4" y="0"/>
                    <a:pt x="8" y="2"/>
                    <a:pt x="11" y="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1" name="Freeform 4651">
              <a:extLst>
                <a:ext uri="{FF2B5EF4-FFF2-40B4-BE49-F238E27FC236}">
                  <a16:creationId xmlns:a16="http://schemas.microsoft.com/office/drawing/2014/main" id="{AC9CC616-57BF-4114-8F4D-65F485A8A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554"/>
              <a:ext cx="2" cy="17"/>
            </a:xfrm>
            <a:custGeom>
              <a:avLst/>
              <a:gdLst>
                <a:gd name="T0" fmla="*/ 0 w 1"/>
                <a:gd name="T1" fmla="*/ 77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2" name="Freeform 4652">
              <a:extLst>
                <a:ext uri="{FF2B5EF4-FFF2-40B4-BE49-F238E27FC236}">
                  <a16:creationId xmlns:a16="http://schemas.microsoft.com/office/drawing/2014/main" id="{2FBD343A-1F89-4003-99EC-EA03AC62C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418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2"/>
                    <a:pt x="6" y="5"/>
                    <a:pt x="8" y="7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3" name="Freeform 4653">
              <a:extLst>
                <a:ext uri="{FF2B5EF4-FFF2-40B4-BE49-F238E27FC236}">
                  <a16:creationId xmlns:a16="http://schemas.microsoft.com/office/drawing/2014/main" id="{4862A2D4-2C76-4BC3-9EDB-7B7BF461B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490"/>
              <a:ext cx="10" cy="15"/>
            </a:xfrm>
            <a:custGeom>
              <a:avLst/>
              <a:gdLst>
                <a:gd name="T0" fmla="*/ 0 w 5"/>
                <a:gd name="T1" fmla="*/ 69 h 7"/>
                <a:gd name="T2" fmla="*/ 4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2" y="5"/>
                    <a:pt x="3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4" name="Freeform 4654">
              <a:extLst>
                <a:ext uri="{FF2B5EF4-FFF2-40B4-BE49-F238E27FC236}">
                  <a16:creationId xmlns:a16="http://schemas.microsoft.com/office/drawing/2014/main" id="{686D169E-BBDC-4072-8EE4-6C4091B27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577"/>
              <a:ext cx="16" cy="11"/>
            </a:xfrm>
            <a:custGeom>
              <a:avLst/>
              <a:gdLst>
                <a:gd name="T0" fmla="*/ 0 w 8"/>
                <a:gd name="T1" fmla="*/ 53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6" y="1"/>
                    <a:pt x="8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5" name="Freeform 4655">
              <a:extLst>
                <a:ext uri="{FF2B5EF4-FFF2-40B4-BE49-F238E27FC236}">
                  <a16:creationId xmlns:a16="http://schemas.microsoft.com/office/drawing/2014/main" id="{03D9E5D5-21E2-457E-98A7-B64CFA96C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401"/>
              <a:ext cx="26" cy="4"/>
            </a:xfrm>
            <a:custGeom>
              <a:avLst/>
              <a:gdLst>
                <a:gd name="T0" fmla="*/ 0 w 13"/>
                <a:gd name="T1" fmla="*/ 0 h 2"/>
                <a:gd name="T2" fmla="*/ 104 w 1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2"/>
                    <a:pt x="8" y="1"/>
                    <a:pt x="13" y="1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6" name="Freeform 4656">
              <a:extLst>
                <a:ext uri="{FF2B5EF4-FFF2-40B4-BE49-F238E27FC236}">
                  <a16:creationId xmlns:a16="http://schemas.microsoft.com/office/drawing/2014/main" id="{0EC6B321-4BEE-442A-ADF9-9FBD6CD49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556"/>
              <a:ext cx="1" cy="17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7" name="Freeform 4657">
              <a:extLst>
                <a:ext uri="{FF2B5EF4-FFF2-40B4-BE49-F238E27FC236}">
                  <a16:creationId xmlns:a16="http://schemas.microsoft.com/office/drawing/2014/main" id="{9B7DBDB9-F60C-4F62-9961-67CDD78BD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692"/>
              <a:ext cx="2" cy="19"/>
            </a:xfrm>
            <a:custGeom>
              <a:avLst/>
              <a:gdLst>
                <a:gd name="T0" fmla="*/ 0 w 1"/>
                <a:gd name="T1" fmla="*/ 84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1" y="6"/>
                    <a:pt x="1" y="3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8" name="Freeform 4658">
              <a:extLst>
                <a:ext uri="{FF2B5EF4-FFF2-40B4-BE49-F238E27FC236}">
                  <a16:creationId xmlns:a16="http://schemas.microsoft.com/office/drawing/2014/main" id="{B438468C-C251-4668-81BB-F9C376767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560"/>
              <a:ext cx="26" cy="30"/>
            </a:xfrm>
            <a:custGeom>
              <a:avLst/>
              <a:gdLst>
                <a:gd name="T0" fmla="*/ 16 w 13"/>
                <a:gd name="T1" fmla="*/ 137 h 14"/>
                <a:gd name="T2" fmla="*/ 96 w 13"/>
                <a:gd name="T3" fmla="*/ 51 h 14"/>
                <a:gd name="T4" fmla="*/ 0 w 13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2" y="14"/>
                  </a:moveTo>
                  <a:cubicBezTo>
                    <a:pt x="5" y="14"/>
                    <a:pt x="13" y="9"/>
                    <a:pt x="12" y="5"/>
                  </a:cubicBezTo>
                  <a:cubicBezTo>
                    <a:pt x="10" y="0"/>
                    <a:pt x="2" y="6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9" name="Freeform 4659">
              <a:extLst>
                <a:ext uri="{FF2B5EF4-FFF2-40B4-BE49-F238E27FC236}">
                  <a16:creationId xmlns:a16="http://schemas.microsoft.com/office/drawing/2014/main" id="{0925BCD6-BA26-47BD-BF95-AE5A69F2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554"/>
              <a:ext cx="8" cy="12"/>
            </a:xfrm>
            <a:custGeom>
              <a:avLst/>
              <a:gdLst>
                <a:gd name="T0" fmla="*/ 0 w 4"/>
                <a:gd name="T1" fmla="*/ 48 h 6"/>
                <a:gd name="T2" fmla="*/ 32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0" name="Freeform 4660">
              <a:extLst>
                <a:ext uri="{FF2B5EF4-FFF2-40B4-BE49-F238E27FC236}">
                  <a16:creationId xmlns:a16="http://schemas.microsoft.com/office/drawing/2014/main" id="{E86135AC-2F44-43C6-9F85-6E22DF413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454"/>
              <a:ext cx="11" cy="15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4" y="2"/>
                    <a:pt x="2" y="4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1" name="Freeform 4661">
              <a:extLst>
                <a:ext uri="{FF2B5EF4-FFF2-40B4-BE49-F238E27FC236}">
                  <a16:creationId xmlns:a16="http://schemas.microsoft.com/office/drawing/2014/main" id="{8DDEDE22-4EB8-4B3F-82CC-91FF7F6C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315"/>
              <a:ext cx="26" cy="35"/>
            </a:xfrm>
            <a:custGeom>
              <a:avLst/>
              <a:gdLst>
                <a:gd name="T0" fmla="*/ 0 w 13"/>
                <a:gd name="T1" fmla="*/ 96 h 16"/>
                <a:gd name="T2" fmla="*/ 96 w 13"/>
                <a:gd name="T3" fmla="*/ 72 h 16"/>
                <a:gd name="T4" fmla="*/ 56 w 13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9"/>
                  </a:moveTo>
                  <a:cubicBezTo>
                    <a:pt x="3" y="7"/>
                    <a:pt x="10" y="0"/>
                    <a:pt x="12" y="7"/>
                  </a:cubicBezTo>
                  <a:cubicBezTo>
                    <a:pt x="13" y="10"/>
                    <a:pt x="9" y="14"/>
                    <a:pt x="7" y="16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2" name="Freeform 4662">
              <a:extLst>
                <a:ext uri="{FF2B5EF4-FFF2-40B4-BE49-F238E27FC236}">
                  <a16:creationId xmlns:a16="http://schemas.microsoft.com/office/drawing/2014/main" id="{781D4778-A55A-466F-8988-082E6BF0C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111"/>
              <a:ext cx="2" cy="36"/>
            </a:xfrm>
            <a:custGeom>
              <a:avLst/>
              <a:gdLst>
                <a:gd name="T0" fmla="*/ 0 w 1"/>
                <a:gd name="T1" fmla="*/ 0 h 17"/>
                <a:gd name="T2" fmla="*/ 0 w 1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">
                  <a:moveTo>
                    <a:pt x="0" y="0"/>
                  </a:moveTo>
                  <a:cubicBezTo>
                    <a:pt x="1" y="5"/>
                    <a:pt x="0" y="11"/>
                    <a:pt x="0" y="17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3" name="Freeform 4663">
              <a:extLst>
                <a:ext uri="{FF2B5EF4-FFF2-40B4-BE49-F238E27FC236}">
                  <a16:creationId xmlns:a16="http://schemas.microsoft.com/office/drawing/2014/main" id="{162EB24E-6EF4-4909-A40D-0693BF83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079"/>
              <a:ext cx="26" cy="39"/>
            </a:xfrm>
            <a:custGeom>
              <a:avLst/>
              <a:gdLst>
                <a:gd name="T0" fmla="*/ 0 w 13"/>
                <a:gd name="T1" fmla="*/ 93 h 18"/>
                <a:gd name="T2" fmla="*/ 16 w 13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0" y="9"/>
                  </a:moveTo>
                  <a:cubicBezTo>
                    <a:pt x="11" y="0"/>
                    <a:pt x="13" y="13"/>
                    <a:pt x="2" y="18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4" name="Freeform 4664">
              <a:extLst>
                <a:ext uri="{FF2B5EF4-FFF2-40B4-BE49-F238E27FC236}">
                  <a16:creationId xmlns:a16="http://schemas.microsoft.com/office/drawing/2014/main" id="{94282F95-8CF8-4AE5-B41B-AE67AD29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218"/>
              <a:ext cx="14" cy="17"/>
            </a:xfrm>
            <a:custGeom>
              <a:avLst/>
              <a:gdLst>
                <a:gd name="T0" fmla="*/ 0 w 7"/>
                <a:gd name="T1" fmla="*/ 77 h 8"/>
                <a:gd name="T2" fmla="*/ 5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5"/>
                    <a:pt x="5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5" name="Freeform 4665">
              <a:extLst>
                <a:ext uri="{FF2B5EF4-FFF2-40B4-BE49-F238E27FC236}">
                  <a16:creationId xmlns:a16="http://schemas.microsoft.com/office/drawing/2014/main" id="{B6230E22-FF74-4FED-BC13-F436B1211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279"/>
              <a:ext cx="22" cy="9"/>
            </a:xfrm>
            <a:custGeom>
              <a:avLst/>
              <a:gdLst>
                <a:gd name="T0" fmla="*/ 0 w 11"/>
                <a:gd name="T1" fmla="*/ 25 h 4"/>
                <a:gd name="T2" fmla="*/ 88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3" y="4"/>
                    <a:pt x="8" y="2"/>
                    <a:pt x="11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6" name="Freeform 4666">
              <a:extLst>
                <a:ext uri="{FF2B5EF4-FFF2-40B4-BE49-F238E27FC236}">
                  <a16:creationId xmlns:a16="http://schemas.microsoft.com/office/drawing/2014/main" id="{C3DFBD64-5AAE-4828-B0C2-52521AC5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179"/>
              <a:ext cx="6" cy="22"/>
            </a:xfrm>
            <a:custGeom>
              <a:avLst/>
              <a:gdLst>
                <a:gd name="T0" fmla="*/ 24 w 3"/>
                <a:gd name="T1" fmla="*/ 0 h 10"/>
                <a:gd name="T2" fmla="*/ 16 w 3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1" y="4"/>
                    <a:pt x="0" y="7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7" name="Freeform 4667">
              <a:extLst>
                <a:ext uri="{FF2B5EF4-FFF2-40B4-BE49-F238E27FC236}">
                  <a16:creationId xmlns:a16="http://schemas.microsoft.com/office/drawing/2014/main" id="{73723525-C84C-4B99-9FAB-1729497AC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288"/>
              <a:ext cx="22" cy="17"/>
            </a:xfrm>
            <a:custGeom>
              <a:avLst/>
              <a:gdLst>
                <a:gd name="T0" fmla="*/ 0 w 11"/>
                <a:gd name="T1" fmla="*/ 77 h 8"/>
                <a:gd name="T2" fmla="*/ 88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3" y="5"/>
                    <a:pt x="7" y="2"/>
                    <a:pt x="11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8" name="Freeform 4668">
              <a:extLst>
                <a:ext uri="{FF2B5EF4-FFF2-40B4-BE49-F238E27FC236}">
                  <a16:creationId xmlns:a16="http://schemas.microsoft.com/office/drawing/2014/main" id="{31FB9798-90EA-41FB-B0FA-6FD5D6F9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392"/>
              <a:ext cx="14" cy="17"/>
            </a:xfrm>
            <a:custGeom>
              <a:avLst/>
              <a:gdLst>
                <a:gd name="T0" fmla="*/ 0 w 7"/>
                <a:gd name="T1" fmla="*/ 77 h 8"/>
                <a:gd name="T2" fmla="*/ 5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5"/>
                    <a:pt x="5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9" name="Freeform 4669">
              <a:extLst>
                <a:ext uri="{FF2B5EF4-FFF2-40B4-BE49-F238E27FC236}">
                  <a16:creationId xmlns:a16="http://schemas.microsoft.com/office/drawing/2014/main" id="{D7A2576C-598C-411E-8D90-574A7A9EE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281"/>
              <a:ext cx="24" cy="37"/>
            </a:xfrm>
            <a:custGeom>
              <a:avLst/>
              <a:gdLst>
                <a:gd name="T0" fmla="*/ 0 w 12"/>
                <a:gd name="T1" fmla="*/ 81 h 17"/>
                <a:gd name="T2" fmla="*/ 80 w 12"/>
                <a:gd name="T3" fmla="*/ 33 h 17"/>
                <a:gd name="T4" fmla="*/ 0 w 12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8"/>
                  </a:moveTo>
                  <a:cubicBezTo>
                    <a:pt x="1" y="6"/>
                    <a:pt x="7" y="0"/>
                    <a:pt x="10" y="3"/>
                  </a:cubicBezTo>
                  <a:cubicBezTo>
                    <a:pt x="12" y="7"/>
                    <a:pt x="3" y="15"/>
                    <a:pt x="0" y="17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0" name="Freeform 4670">
              <a:extLst>
                <a:ext uri="{FF2B5EF4-FFF2-40B4-BE49-F238E27FC236}">
                  <a16:creationId xmlns:a16="http://schemas.microsoft.com/office/drawing/2014/main" id="{2908281E-2264-4A54-A07C-CFDEFD8F8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313"/>
              <a:ext cx="4" cy="24"/>
            </a:xfrm>
            <a:custGeom>
              <a:avLst/>
              <a:gdLst>
                <a:gd name="T0" fmla="*/ 16 w 2"/>
                <a:gd name="T1" fmla="*/ 0 h 11"/>
                <a:gd name="T2" fmla="*/ 0 w 2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4"/>
                    <a:pt x="1" y="8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1" name="Freeform 4671">
              <a:extLst>
                <a:ext uri="{FF2B5EF4-FFF2-40B4-BE49-F238E27FC236}">
                  <a16:creationId xmlns:a16="http://schemas.microsoft.com/office/drawing/2014/main" id="{FEF18710-766B-4CDF-BF94-765008805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169"/>
              <a:ext cx="6" cy="19"/>
            </a:xfrm>
            <a:custGeom>
              <a:avLst/>
              <a:gdLst>
                <a:gd name="T0" fmla="*/ 0 w 3"/>
                <a:gd name="T1" fmla="*/ 0 h 9"/>
                <a:gd name="T2" fmla="*/ 24 w 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0" y="3"/>
                    <a:pt x="1" y="6"/>
                    <a:pt x="3" y="9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2" name="Freeform 4672">
              <a:extLst>
                <a:ext uri="{FF2B5EF4-FFF2-40B4-BE49-F238E27FC236}">
                  <a16:creationId xmlns:a16="http://schemas.microsoft.com/office/drawing/2014/main" id="{877A0625-490C-493F-90DC-5882A755F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216"/>
              <a:ext cx="28" cy="38"/>
            </a:xfrm>
            <a:custGeom>
              <a:avLst/>
              <a:gdLst>
                <a:gd name="T0" fmla="*/ 0 w 14"/>
                <a:gd name="T1" fmla="*/ 120 h 18"/>
                <a:gd name="T2" fmla="*/ 56 w 14"/>
                <a:gd name="T3" fmla="*/ 0 h 18"/>
                <a:gd name="T4" fmla="*/ 72 w 14"/>
                <a:gd name="T5" fmla="*/ 16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13"/>
                  </a:moveTo>
                  <a:cubicBezTo>
                    <a:pt x="3" y="9"/>
                    <a:pt x="3" y="3"/>
                    <a:pt x="7" y="0"/>
                  </a:cubicBezTo>
                  <a:cubicBezTo>
                    <a:pt x="14" y="3"/>
                    <a:pt x="10" y="13"/>
                    <a:pt x="9" y="18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3" name="Freeform 4673">
              <a:extLst>
                <a:ext uri="{FF2B5EF4-FFF2-40B4-BE49-F238E27FC236}">
                  <a16:creationId xmlns:a16="http://schemas.microsoft.com/office/drawing/2014/main" id="{07438666-F72A-4201-932D-E28C7D0F0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224"/>
              <a:ext cx="12" cy="6"/>
            </a:xfrm>
            <a:custGeom>
              <a:avLst/>
              <a:gdLst>
                <a:gd name="T0" fmla="*/ 0 w 6"/>
                <a:gd name="T1" fmla="*/ 24 h 3"/>
                <a:gd name="T2" fmla="*/ 48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1"/>
                    <a:pt x="4" y="0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4" name="Freeform 4674">
              <a:extLst>
                <a:ext uri="{FF2B5EF4-FFF2-40B4-BE49-F238E27FC236}">
                  <a16:creationId xmlns:a16="http://schemas.microsoft.com/office/drawing/2014/main" id="{B1F9979E-B7BE-4ED4-B5F5-0D9DB0722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194"/>
              <a:ext cx="31" cy="13"/>
            </a:xfrm>
            <a:custGeom>
              <a:avLst/>
              <a:gdLst>
                <a:gd name="T0" fmla="*/ 0 w 16"/>
                <a:gd name="T1" fmla="*/ 52 h 6"/>
                <a:gd name="T2" fmla="*/ 116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5"/>
                  </a:moveTo>
                  <a:cubicBezTo>
                    <a:pt x="5" y="6"/>
                    <a:pt x="11" y="2"/>
                    <a:pt x="16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5" name="Freeform 4675">
              <a:extLst>
                <a:ext uri="{FF2B5EF4-FFF2-40B4-BE49-F238E27FC236}">
                  <a16:creationId xmlns:a16="http://schemas.microsoft.com/office/drawing/2014/main" id="{6A18054B-41E9-4366-8243-683215D52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058"/>
              <a:ext cx="26" cy="32"/>
            </a:xfrm>
            <a:custGeom>
              <a:avLst/>
              <a:gdLst>
                <a:gd name="T0" fmla="*/ 0 w 13"/>
                <a:gd name="T1" fmla="*/ 87 h 15"/>
                <a:gd name="T2" fmla="*/ 80 w 13"/>
                <a:gd name="T3" fmla="*/ 0 h 15"/>
                <a:gd name="T4" fmla="*/ 56 w 13"/>
                <a:gd name="T5" fmla="*/ 1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9"/>
                  </a:moveTo>
                  <a:cubicBezTo>
                    <a:pt x="4" y="6"/>
                    <a:pt x="5" y="1"/>
                    <a:pt x="10" y="0"/>
                  </a:cubicBezTo>
                  <a:cubicBezTo>
                    <a:pt x="13" y="4"/>
                    <a:pt x="10" y="11"/>
                    <a:pt x="7" y="15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6" name="Freeform 4676">
              <a:extLst>
                <a:ext uri="{FF2B5EF4-FFF2-40B4-BE49-F238E27FC236}">
                  <a16:creationId xmlns:a16="http://schemas.microsoft.com/office/drawing/2014/main" id="{D2E5FD23-6813-408B-8817-B733AC874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122"/>
              <a:ext cx="14" cy="21"/>
            </a:xfrm>
            <a:custGeom>
              <a:avLst/>
              <a:gdLst>
                <a:gd name="T0" fmla="*/ 0 w 7"/>
                <a:gd name="T1" fmla="*/ 0 h 10"/>
                <a:gd name="T2" fmla="*/ 56 w 7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2" y="4"/>
                    <a:pt x="4" y="7"/>
                    <a:pt x="7" y="1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7" name="Freeform 4677">
              <a:extLst>
                <a:ext uri="{FF2B5EF4-FFF2-40B4-BE49-F238E27FC236}">
                  <a16:creationId xmlns:a16="http://schemas.microsoft.com/office/drawing/2014/main" id="{EC117A1B-3DAD-444F-8639-615534D1F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035"/>
              <a:ext cx="18" cy="1"/>
            </a:xfrm>
            <a:custGeom>
              <a:avLst/>
              <a:gdLst>
                <a:gd name="T0" fmla="*/ 0 w 9"/>
                <a:gd name="T1" fmla="*/ 0 h 1"/>
                <a:gd name="T2" fmla="*/ 72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0"/>
                    <a:pt x="6" y="0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8" name="Freeform 4678">
              <a:extLst>
                <a:ext uri="{FF2B5EF4-FFF2-40B4-BE49-F238E27FC236}">
                  <a16:creationId xmlns:a16="http://schemas.microsoft.com/office/drawing/2014/main" id="{C0508345-4326-4D9D-A565-F1C152B35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045"/>
              <a:ext cx="16" cy="5"/>
            </a:xfrm>
            <a:custGeom>
              <a:avLst/>
              <a:gdLst>
                <a:gd name="T0" fmla="*/ 0 w 8"/>
                <a:gd name="T1" fmla="*/ 33 h 2"/>
                <a:gd name="T2" fmla="*/ 64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6" y="0"/>
                    <a:pt x="8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9" name="Freeform 4679">
              <a:extLst>
                <a:ext uri="{FF2B5EF4-FFF2-40B4-BE49-F238E27FC236}">
                  <a16:creationId xmlns:a16="http://schemas.microsoft.com/office/drawing/2014/main" id="{C1811783-E6E0-4488-BD29-22A80E36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456"/>
              <a:ext cx="24" cy="34"/>
            </a:xfrm>
            <a:custGeom>
              <a:avLst/>
              <a:gdLst>
                <a:gd name="T0" fmla="*/ 24 w 12"/>
                <a:gd name="T1" fmla="*/ 9 h 16"/>
                <a:gd name="T2" fmla="*/ 96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3" y="1"/>
                  </a:moveTo>
                  <a:cubicBezTo>
                    <a:pt x="0" y="16"/>
                    <a:pt x="12" y="13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80" name="Freeform 4680">
              <a:extLst>
                <a:ext uri="{FF2B5EF4-FFF2-40B4-BE49-F238E27FC236}">
                  <a16:creationId xmlns:a16="http://schemas.microsoft.com/office/drawing/2014/main" id="{5EE85E74-6160-4FA1-945F-D14973CFF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430"/>
              <a:ext cx="16" cy="9"/>
            </a:xfrm>
            <a:custGeom>
              <a:avLst/>
              <a:gdLst>
                <a:gd name="T0" fmla="*/ 0 w 8"/>
                <a:gd name="T1" fmla="*/ 36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3" y="4"/>
                    <a:pt x="5" y="2"/>
                    <a:pt x="8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81" name="Freeform 4681">
              <a:extLst>
                <a:ext uri="{FF2B5EF4-FFF2-40B4-BE49-F238E27FC236}">
                  <a16:creationId xmlns:a16="http://schemas.microsoft.com/office/drawing/2014/main" id="{61F33E16-6815-4324-81CB-A66A56771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356"/>
              <a:ext cx="10" cy="11"/>
            </a:xfrm>
            <a:custGeom>
              <a:avLst/>
              <a:gdLst>
                <a:gd name="T0" fmla="*/ 0 w 5"/>
                <a:gd name="T1" fmla="*/ 53 h 5"/>
                <a:gd name="T2" fmla="*/ 4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82" name="Freeform 4682">
              <a:extLst>
                <a:ext uri="{FF2B5EF4-FFF2-40B4-BE49-F238E27FC236}">
                  <a16:creationId xmlns:a16="http://schemas.microsoft.com/office/drawing/2014/main" id="{F33F3EEB-D2EC-406B-8521-0864671CB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537"/>
              <a:ext cx="10" cy="15"/>
            </a:xfrm>
            <a:custGeom>
              <a:avLst/>
              <a:gdLst>
                <a:gd name="T0" fmla="*/ 0 w 5"/>
                <a:gd name="T1" fmla="*/ 69 h 7"/>
                <a:gd name="T2" fmla="*/ 4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2" y="5"/>
                    <a:pt x="3" y="3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83" name="Freeform 4683">
              <a:extLst>
                <a:ext uri="{FF2B5EF4-FFF2-40B4-BE49-F238E27FC236}">
                  <a16:creationId xmlns:a16="http://schemas.microsoft.com/office/drawing/2014/main" id="{85666D5C-1394-451F-955B-B8706BC09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649"/>
              <a:ext cx="8" cy="7"/>
            </a:xfrm>
            <a:custGeom>
              <a:avLst/>
              <a:gdLst>
                <a:gd name="T0" fmla="*/ 0 w 4"/>
                <a:gd name="T1" fmla="*/ 37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84" name="Freeform 4684">
              <a:extLst>
                <a:ext uri="{FF2B5EF4-FFF2-40B4-BE49-F238E27FC236}">
                  <a16:creationId xmlns:a16="http://schemas.microsoft.com/office/drawing/2014/main" id="{F05E17EA-6D28-4B8F-BC6B-C2D9314E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764"/>
              <a:ext cx="6" cy="4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1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85" name="Freeform 4685">
              <a:extLst>
                <a:ext uri="{FF2B5EF4-FFF2-40B4-BE49-F238E27FC236}">
                  <a16:creationId xmlns:a16="http://schemas.microsoft.com/office/drawing/2014/main" id="{1D6BF54C-AA9D-44AA-9E87-1A11ED65D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528"/>
              <a:ext cx="8" cy="15"/>
            </a:xfrm>
            <a:custGeom>
              <a:avLst/>
              <a:gdLst>
                <a:gd name="T0" fmla="*/ 0 w 4"/>
                <a:gd name="T1" fmla="*/ 69 h 7"/>
                <a:gd name="T2" fmla="*/ 32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86" name="Freeform 4686">
              <a:extLst>
                <a:ext uri="{FF2B5EF4-FFF2-40B4-BE49-F238E27FC236}">
                  <a16:creationId xmlns:a16="http://schemas.microsoft.com/office/drawing/2014/main" id="{BA494121-75E5-4B79-A7F7-86DF668C7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469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87" name="Freeform 4687">
              <a:extLst>
                <a:ext uri="{FF2B5EF4-FFF2-40B4-BE49-F238E27FC236}">
                  <a16:creationId xmlns:a16="http://schemas.microsoft.com/office/drawing/2014/main" id="{A233C6E4-DFB7-492E-8B56-96A2B357C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128"/>
              <a:ext cx="8" cy="13"/>
            </a:xfrm>
            <a:custGeom>
              <a:avLst/>
              <a:gdLst>
                <a:gd name="T0" fmla="*/ 0 w 4"/>
                <a:gd name="T1" fmla="*/ 0 h 6"/>
                <a:gd name="T2" fmla="*/ 32 w 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3" y="4"/>
                    <a:pt x="4" y="6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88" name="Freeform 4688">
              <a:extLst>
                <a:ext uri="{FF2B5EF4-FFF2-40B4-BE49-F238E27FC236}">
                  <a16:creationId xmlns:a16="http://schemas.microsoft.com/office/drawing/2014/main" id="{D9B6DF0B-DA17-47CD-B7B2-47885E550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030"/>
              <a:ext cx="4" cy="11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89" name="Freeform 4689">
              <a:extLst>
                <a:ext uri="{FF2B5EF4-FFF2-40B4-BE49-F238E27FC236}">
                  <a16:creationId xmlns:a16="http://schemas.microsoft.com/office/drawing/2014/main" id="{D3C011F3-09E3-4D04-840D-85926EEDD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086"/>
              <a:ext cx="12" cy="13"/>
            </a:xfrm>
            <a:custGeom>
              <a:avLst/>
              <a:gdLst>
                <a:gd name="T0" fmla="*/ 0 w 6"/>
                <a:gd name="T1" fmla="*/ 61 h 6"/>
                <a:gd name="T2" fmla="*/ 4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5"/>
                    <a:pt x="5" y="2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0" name="Freeform 4690">
              <a:extLst>
                <a:ext uri="{FF2B5EF4-FFF2-40B4-BE49-F238E27FC236}">
                  <a16:creationId xmlns:a16="http://schemas.microsoft.com/office/drawing/2014/main" id="{9BC64980-EAD1-4836-B422-19048D69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669"/>
              <a:ext cx="34" cy="74"/>
            </a:xfrm>
            <a:custGeom>
              <a:avLst/>
              <a:gdLst>
                <a:gd name="T0" fmla="*/ 112 w 17"/>
                <a:gd name="T1" fmla="*/ 0 h 35"/>
                <a:gd name="T2" fmla="*/ 0 w 17"/>
                <a:gd name="T3" fmla="*/ 33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5">
                  <a:moveTo>
                    <a:pt x="14" y="0"/>
                  </a:moveTo>
                  <a:cubicBezTo>
                    <a:pt x="17" y="16"/>
                    <a:pt x="11" y="25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1" name="Freeform 4691">
              <a:extLst>
                <a:ext uri="{FF2B5EF4-FFF2-40B4-BE49-F238E27FC236}">
                  <a16:creationId xmlns:a16="http://schemas.microsoft.com/office/drawing/2014/main" id="{9EA8BB8F-98E3-471A-881B-2547135CD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724"/>
              <a:ext cx="14" cy="53"/>
            </a:xfrm>
            <a:custGeom>
              <a:avLst/>
              <a:gdLst>
                <a:gd name="T0" fmla="*/ 0 w 7"/>
                <a:gd name="T1" fmla="*/ 0 h 25"/>
                <a:gd name="T2" fmla="*/ 24 w 7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0" y="0"/>
                  </a:moveTo>
                  <a:cubicBezTo>
                    <a:pt x="7" y="5"/>
                    <a:pt x="6" y="18"/>
                    <a:pt x="3" y="2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2" name="Freeform 4692">
              <a:extLst>
                <a:ext uri="{FF2B5EF4-FFF2-40B4-BE49-F238E27FC236}">
                  <a16:creationId xmlns:a16="http://schemas.microsoft.com/office/drawing/2014/main" id="{31AF7691-A6B0-4D7B-B2D6-CE0B932FA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643"/>
              <a:ext cx="36" cy="28"/>
            </a:xfrm>
            <a:custGeom>
              <a:avLst/>
              <a:gdLst>
                <a:gd name="T0" fmla="*/ 0 w 18"/>
                <a:gd name="T1" fmla="*/ 101 h 13"/>
                <a:gd name="T2" fmla="*/ 144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10"/>
                  </a:moveTo>
                  <a:cubicBezTo>
                    <a:pt x="6" y="13"/>
                    <a:pt x="16" y="6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3" name="Freeform 4693">
              <a:extLst>
                <a:ext uri="{FF2B5EF4-FFF2-40B4-BE49-F238E27FC236}">
                  <a16:creationId xmlns:a16="http://schemas.microsoft.com/office/drawing/2014/main" id="{E0BC8224-3CD0-4EFE-A4D3-417ED5A88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641"/>
              <a:ext cx="8" cy="23"/>
            </a:xfrm>
            <a:custGeom>
              <a:avLst/>
              <a:gdLst>
                <a:gd name="T0" fmla="*/ 0 w 4"/>
                <a:gd name="T1" fmla="*/ 0 h 11"/>
                <a:gd name="T2" fmla="*/ 32 w 4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2" y="4"/>
                    <a:pt x="3" y="8"/>
                    <a:pt x="4" y="11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4" name="Freeform 4694">
              <a:extLst>
                <a:ext uri="{FF2B5EF4-FFF2-40B4-BE49-F238E27FC236}">
                  <a16:creationId xmlns:a16="http://schemas.microsoft.com/office/drawing/2014/main" id="{8A15DB1C-379E-4A26-B6A6-BE5204BD6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766"/>
              <a:ext cx="20" cy="5"/>
            </a:xfrm>
            <a:custGeom>
              <a:avLst/>
              <a:gdLst>
                <a:gd name="T0" fmla="*/ 0 w 10"/>
                <a:gd name="T1" fmla="*/ 0 h 2"/>
                <a:gd name="T2" fmla="*/ 8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1"/>
                    <a:pt x="6" y="2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5" name="Freeform 4695">
              <a:extLst>
                <a:ext uri="{FF2B5EF4-FFF2-40B4-BE49-F238E27FC236}">
                  <a16:creationId xmlns:a16="http://schemas.microsoft.com/office/drawing/2014/main" id="{1635D403-18DC-46A2-B0FF-652DAEB6B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715"/>
              <a:ext cx="14" cy="17"/>
            </a:xfrm>
            <a:custGeom>
              <a:avLst/>
              <a:gdLst>
                <a:gd name="T0" fmla="*/ 0 w 7"/>
                <a:gd name="T1" fmla="*/ 77 h 8"/>
                <a:gd name="T2" fmla="*/ 5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1" y="5"/>
                    <a:pt x="5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6" name="Freeform 4696">
              <a:extLst>
                <a:ext uri="{FF2B5EF4-FFF2-40B4-BE49-F238E27FC236}">
                  <a16:creationId xmlns:a16="http://schemas.microsoft.com/office/drawing/2014/main" id="{701E3EB1-A93B-473F-9054-8090A92D3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664"/>
              <a:ext cx="73" cy="41"/>
            </a:xfrm>
            <a:custGeom>
              <a:avLst/>
              <a:gdLst>
                <a:gd name="T0" fmla="*/ 0 w 37"/>
                <a:gd name="T1" fmla="*/ 41 h 19"/>
                <a:gd name="T2" fmla="*/ 284 w 3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9">
                  <a:moveTo>
                    <a:pt x="0" y="4"/>
                  </a:moveTo>
                  <a:cubicBezTo>
                    <a:pt x="6" y="19"/>
                    <a:pt x="29" y="6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7" name="Freeform 4697">
              <a:extLst>
                <a:ext uri="{FF2B5EF4-FFF2-40B4-BE49-F238E27FC236}">
                  <a16:creationId xmlns:a16="http://schemas.microsoft.com/office/drawing/2014/main" id="{A68BC682-077F-4DF4-BE8E-A5B242B72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647"/>
              <a:ext cx="34" cy="36"/>
            </a:xfrm>
            <a:custGeom>
              <a:avLst/>
              <a:gdLst>
                <a:gd name="T0" fmla="*/ 0 w 17"/>
                <a:gd name="T1" fmla="*/ 0 h 17"/>
                <a:gd name="T2" fmla="*/ 136 w 17"/>
                <a:gd name="T3" fmla="*/ 15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1" y="10"/>
                    <a:pt x="5" y="17"/>
                    <a:pt x="17" y="1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8" name="Freeform 4698">
              <a:extLst>
                <a:ext uri="{FF2B5EF4-FFF2-40B4-BE49-F238E27FC236}">
                  <a16:creationId xmlns:a16="http://schemas.microsoft.com/office/drawing/2014/main" id="{7DFAD0BD-96E1-4DCF-862C-011E77724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647"/>
              <a:ext cx="40" cy="39"/>
            </a:xfrm>
            <a:custGeom>
              <a:avLst/>
              <a:gdLst>
                <a:gd name="T0" fmla="*/ 0 w 20"/>
                <a:gd name="T1" fmla="*/ 121 h 18"/>
                <a:gd name="T2" fmla="*/ 160 w 2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12"/>
                  </a:moveTo>
                  <a:cubicBezTo>
                    <a:pt x="7" y="18"/>
                    <a:pt x="16" y="4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9" name="Freeform 4699">
              <a:extLst>
                <a:ext uri="{FF2B5EF4-FFF2-40B4-BE49-F238E27FC236}">
                  <a16:creationId xmlns:a16="http://schemas.microsoft.com/office/drawing/2014/main" id="{E0295116-1D45-43C5-8086-20535A1DC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779"/>
              <a:ext cx="39" cy="21"/>
            </a:xfrm>
            <a:custGeom>
              <a:avLst/>
              <a:gdLst>
                <a:gd name="T0" fmla="*/ 0 w 20"/>
                <a:gd name="T1" fmla="*/ 17 h 10"/>
                <a:gd name="T2" fmla="*/ 148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2"/>
                  </a:moveTo>
                  <a:cubicBezTo>
                    <a:pt x="4" y="10"/>
                    <a:pt x="16" y="6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0" name="Freeform 4700">
              <a:extLst>
                <a:ext uri="{FF2B5EF4-FFF2-40B4-BE49-F238E27FC236}">
                  <a16:creationId xmlns:a16="http://schemas.microsoft.com/office/drawing/2014/main" id="{C8BCA33E-9487-4B20-AC74-F5933F3C6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764"/>
              <a:ext cx="34" cy="32"/>
            </a:xfrm>
            <a:custGeom>
              <a:avLst/>
              <a:gdLst>
                <a:gd name="T0" fmla="*/ 8 w 17"/>
                <a:gd name="T1" fmla="*/ 0 h 15"/>
                <a:gd name="T2" fmla="*/ 136 w 17"/>
                <a:gd name="T3" fmla="*/ 10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1" y="0"/>
                  </a:moveTo>
                  <a:cubicBezTo>
                    <a:pt x="0" y="8"/>
                    <a:pt x="9" y="15"/>
                    <a:pt x="17" y="1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1" name="Freeform 4701">
              <a:extLst>
                <a:ext uri="{FF2B5EF4-FFF2-40B4-BE49-F238E27FC236}">
                  <a16:creationId xmlns:a16="http://schemas.microsoft.com/office/drawing/2014/main" id="{375A1B07-2138-40C8-91BE-4B88565D7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707"/>
              <a:ext cx="30" cy="38"/>
            </a:xfrm>
            <a:custGeom>
              <a:avLst/>
              <a:gdLst>
                <a:gd name="T0" fmla="*/ 0 w 15"/>
                <a:gd name="T1" fmla="*/ 0 h 18"/>
                <a:gd name="T2" fmla="*/ 120 w 15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10" y="0"/>
                    <a:pt x="12" y="11"/>
                    <a:pt x="15" y="1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2" name="Freeform 4702">
              <a:extLst>
                <a:ext uri="{FF2B5EF4-FFF2-40B4-BE49-F238E27FC236}">
                  <a16:creationId xmlns:a16="http://schemas.microsoft.com/office/drawing/2014/main" id="{763B13E3-82AE-4ED6-802D-9523E299D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713"/>
              <a:ext cx="20" cy="11"/>
            </a:xfrm>
            <a:custGeom>
              <a:avLst/>
              <a:gdLst>
                <a:gd name="T0" fmla="*/ 0 w 10"/>
                <a:gd name="T1" fmla="*/ 53 h 5"/>
                <a:gd name="T2" fmla="*/ 8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1"/>
                    <a:pt x="6" y="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3" name="Freeform 4703">
              <a:extLst>
                <a:ext uri="{FF2B5EF4-FFF2-40B4-BE49-F238E27FC236}">
                  <a16:creationId xmlns:a16="http://schemas.microsoft.com/office/drawing/2014/main" id="{F325964D-6DA7-4FE0-A8C3-3F4AB77F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652"/>
              <a:ext cx="22" cy="12"/>
            </a:xfrm>
            <a:custGeom>
              <a:avLst/>
              <a:gdLst>
                <a:gd name="T0" fmla="*/ 0 w 11"/>
                <a:gd name="T1" fmla="*/ 0 h 6"/>
                <a:gd name="T2" fmla="*/ 88 w 1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5" y="0"/>
                    <a:pt x="6" y="6"/>
                    <a:pt x="11" y="6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4" name="Freeform 4704">
              <a:extLst>
                <a:ext uri="{FF2B5EF4-FFF2-40B4-BE49-F238E27FC236}">
                  <a16:creationId xmlns:a16="http://schemas.microsoft.com/office/drawing/2014/main" id="{B5E64490-1555-4192-9006-A07EFF1C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652"/>
              <a:ext cx="25" cy="4"/>
            </a:xfrm>
            <a:custGeom>
              <a:avLst/>
              <a:gdLst>
                <a:gd name="T0" fmla="*/ 0 w 13"/>
                <a:gd name="T1" fmla="*/ 8 h 2"/>
                <a:gd name="T2" fmla="*/ 92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1"/>
                  </a:moveTo>
                  <a:cubicBezTo>
                    <a:pt x="4" y="1"/>
                    <a:pt x="9" y="2"/>
                    <a:pt x="13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5" name="Freeform 4705">
              <a:extLst>
                <a:ext uri="{FF2B5EF4-FFF2-40B4-BE49-F238E27FC236}">
                  <a16:creationId xmlns:a16="http://schemas.microsoft.com/office/drawing/2014/main" id="{AEF942D5-1BF0-48AF-9050-3B7E87D9F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588"/>
              <a:ext cx="22" cy="15"/>
            </a:xfrm>
            <a:custGeom>
              <a:avLst/>
              <a:gdLst>
                <a:gd name="T0" fmla="*/ 88 w 11"/>
                <a:gd name="T1" fmla="*/ 0 h 7"/>
                <a:gd name="T2" fmla="*/ 0 w 1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8" y="3"/>
                    <a:pt x="4" y="5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6" name="Freeform 4706">
              <a:extLst>
                <a:ext uri="{FF2B5EF4-FFF2-40B4-BE49-F238E27FC236}">
                  <a16:creationId xmlns:a16="http://schemas.microsoft.com/office/drawing/2014/main" id="{DF070506-2994-4FD3-8098-E2EDB22DC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698"/>
              <a:ext cx="8" cy="17"/>
            </a:xfrm>
            <a:custGeom>
              <a:avLst/>
              <a:gdLst>
                <a:gd name="T0" fmla="*/ 0 w 4"/>
                <a:gd name="T1" fmla="*/ 77 h 8"/>
                <a:gd name="T2" fmla="*/ 32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7" name="Freeform 4707">
              <a:extLst>
                <a:ext uri="{FF2B5EF4-FFF2-40B4-BE49-F238E27FC236}">
                  <a16:creationId xmlns:a16="http://schemas.microsoft.com/office/drawing/2014/main" id="{59892286-97FA-466C-A222-D98C039DB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779"/>
              <a:ext cx="6" cy="21"/>
            </a:xfrm>
            <a:custGeom>
              <a:avLst/>
              <a:gdLst>
                <a:gd name="T0" fmla="*/ 24 w 3"/>
                <a:gd name="T1" fmla="*/ 0 h 10"/>
                <a:gd name="T2" fmla="*/ 0 w 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1" y="3"/>
                    <a:pt x="0" y="7"/>
                    <a:pt x="0" y="1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8" name="Freeform 4708">
              <a:extLst>
                <a:ext uri="{FF2B5EF4-FFF2-40B4-BE49-F238E27FC236}">
                  <a16:creationId xmlns:a16="http://schemas.microsoft.com/office/drawing/2014/main" id="{89CCA8A1-2CAC-4129-8020-9DF912B1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783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9" name="Freeform 4709">
              <a:extLst>
                <a:ext uri="{FF2B5EF4-FFF2-40B4-BE49-F238E27FC236}">
                  <a16:creationId xmlns:a16="http://schemas.microsoft.com/office/drawing/2014/main" id="{F7C25B4D-4A42-4506-9E1D-8DB663901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362"/>
              <a:ext cx="14" cy="17"/>
            </a:xfrm>
            <a:custGeom>
              <a:avLst/>
              <a:gdLst>
                <a:gd name="T0" fmla="*/ 0 w 7"/>
                <a:gd name="T1" fmla="*/ 0 h 8"/>
                <a:gd name="T2" fmla="*/ 56 w 7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4"/>
                    <a:pt x="5" y="5"/>
                    <a:pt x="7" y="8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10" name="Freeform 4710">
              <a:extLst>
                <a:ext uri="{FF2B5EF4-FFF2-40B4-BE49-F238E27FC236}">
                  <a16:creationId xmlns:a16="http://schemas.microsoft.com/office/drawing/2014/main" id="{A11A1DB0-F41E-4671-B96C-D17AA279D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418"/>
              <a:ext cx="6" cy="14"/>
            </a:xfrm>
            <a:custGeom>
              <a:avLst/>
              <a:gdLst>
                <a:gd name="T0" fmla="*/ 0 w 3"/>
                <a:gd name="T1" fmla="*/ 0 h 7"/>
                <a:gd name="T2" fmla="*/ 24 w 3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3"/>
                    <a:pt x="2" y="5"/>
                    <a:pt x="3" y="7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11" name="Freeform 4711">
              <a:extLst>
                <a:ext uri="{FF2B5EF4-FFF2-40B4-BE49-F238E27FC236}">
                  <a16:creationId xmlns:a16="http://schemas.microsoft.com/office/drawing/2014/main" id="{2301A74E-73E6-4556-8E9F-10AD5A677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520"/>
              <a:ext cx="53" cy="55"/>
            </a:xfrm>
            <a:custGeom>
              <a:avLst/>
              <a:gdLst>
                <a:gd name="T0" fmla="*/ 0 w 27"/>
                <a:gd name="T1" fmla="*/ 209 h 26"/>
                <a:gd name="T2" fmla="*/ 181 w 27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0" y="22"/>
                  </a:moveTo>
                  <a:cubicBezTo>
                    <a:pt x="10" y="26"/>
                    <a:pt x="27" y="10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12" name="Freeform 4712">
              <a:extLst>
                <a:ext uri="{FF2B5EF4-FFF2-40B4-BE49-F238E27FC236}">
                  <a16:creationId xmlns:a16="http://schemas.microsoft.com/office/drawing/2014/main" id="{BEF6D002-5776-4F5C-8EC6-BF07F2CEE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554"/>
              <a:ext cx="20" cy="42"/>
            </a:xfrm>
            <a:custGeom>
              <a:avLst/>
              <a:gdLst>
                <a:gd name="T0" fmla="*/ 80 w 10"/>
                <a:gd name="T1" fmla="*/ 0 h 20"/>
                <a:gd name="T2" fmla="*/ 0 w 10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10" y="10"/>
                    <a:pt x="9" y="14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13" name="Freeform 4713">
              <a:extLst>
                <a:ext uri="{FF2B5EF4-FFF2-40B4-BE49-F238E27FC236}">
                  <a16:creationId xmlns:a16="http://schemas.microsoft.com/office/drawing/2014/main" id="{0AF45BC9-DD6C-4319-B499-503378813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511"/>
              <a:ext cx="29" cy="13"/>
            </a:xfrm>
            <a:custGeom>
              <a:avLst/>
              <a:gdLst>
                <a:gd name="T0" fmla="*/ 0 w 15"/>
                <a:gd name="T1" fmla="*/ 0 h 6"/>
                <a:gd name="T2" fmla="*/ 108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3" y="6"/>
                    <a:pt x="11" y="3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14" name="Freeform 4714">
              <a:extLst>
                <a:ext uri="{FF2B5EF4-FFF2-40B4-BE49-F238E27FC236}">
                  <a16:creationId xmlns:a16="http://schemas.microsoft.com/office/drawing/2014/main" id="{1BCC0B6F-5D62-482B-AB8A-9C04DECA6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560"/>
              <a:ext cx="14" cy="1"/>
            </a:xfrm>
            <a:custGeom>
              <a:avLst/>
              <a:gdLst>
                <a:gd name="T0" fmla="*/ 0 w 7"/>
                <a:gd name="T1" fmla="*/ 0 h 1"/>
                <a:gd name="T2" fmla="*/ 56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5" y="0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15" name="Freeform 4715">
              <a:extLst>
                <a:ext uri="{FF2B5EF4-FFF2-40B4-BE49-F238E27FC236}">
                  <a16:creationId xmlns:a16="http://schemas.microsoft.com/office/drawing/2014/main" id="{EB757560-D489-4F58-830B-42F5F6064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507"/>
              <a:ext cx="6" cy="21"/>
            </a:xfrm>
            <a:custGeom>
              <a:avLst/>
              <a:gdLst>
                <a:gd name="T0" fmla="*/ 0 w 3"/>
                <a:gd name="T1" fmla="*/ 0 h 10"/>
                <a:gd name="T2" fmla="*/ 24 w 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0" y="3"/>
                    <a:pt x="1" y="7"/>
                    <a:pt x="3" y="1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16" name="Freeform 4716">
              <a:extLst>
                <a:ext uri="{FF2B5EF4-FFF2-40B4-BE49-F238E27FC236}">
                  <a16:creationId xmlns:a16="http://schemas.microsoft.com/office/drawing/2014/main" id="{56B48C77-3340-4A6A-9115-048AEF58A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307"/>
              <a:ext cx="42" cy="8"/>
            </a:xfrm>
            <a:custGeom>
              <a:avLst/>
              <a:gdLst>
                <a:gd name="T0" fmla="*/ 0 w 21"/>
                <a:gd name="T1" fmla="*/ 0 h 4"/>
                <a:gd name="T2" fmla="*/ 168 w 2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">
                  <a:moveTo>
                    <a:pt x="0" y="0"/>
                  </a:moveTo>
                  <a:cubicBezTo>
                    <a:pt x="6" y="4"/>
                    <a:pt x="15" y="2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17" name="Freeform 4717">
              <a:extLst>
                <a:ext uri="{FF2B5EF4-FFF2-40B4-BE49-F238E27FC236}">
                  <a16:creationId xmlns:a16="http://schemas.microsoft.com/office/drawing/2014/main" id="{D521AF86-4779-43E7-BAE2-8D2C50E19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292"/>
              <a:ext cx="14" cy="30"/>
            </a:xfrm>
            <a:custGeom>
              <a:avLst/>
              <a:gdLst>
                <a:gd name="T0" fmla="*/ 8 w 7"/>
                <a:gd name="T1" fmla="*/ 0 h 14"/>
                <a:gd name="T2" fmla="*/ 56 w 7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1" y="12"/>
                    <a:pt x="7" y="1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18" name="Freeform 4718">
              <a:extLst>
                <a:ext uri="{FF2B5EF4-FFF2-40B4-BE49-F238E27FC236}">
                  <a16:creationId xmlns:a16="http://schemas.microsoft.com/office/drawing/2014/main" id="{D2906411-D9BA-4BB7-9615-578257F0F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296"/>
              <a:ext cx="18" cy="30"/>
            </a:xfrm>
            <a:custGeom>
              <a:avLst/>
              <a:gdLst>
                <a:gd name="T0" fmla="*/ 16 w 9"/>
                <a:gd name="T1" fmla="*/ 0 h 14"/>
                <a:gd name="T2" fmla="*/ 24 w 9"/>
                <a:gd name="T3" fmla="*/ 137 h 14"/>
                <a:gd name="T4" fmla="*/ 7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2" y="5"/>
                    <a:pt x="0" y="11"/>
                    <a:pt x="3" y="14"/>
                  </a:cubicBezTo>
                  <a:cubicBezTo>
                    <a:pt x="8" y="12"/>
                    <a:pt x="8" y="5"/>
                    <a:pt x="9" y="1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19" name="Freeform 4719">
              <a:extLst>
                <a:ext uri="{FF2B5EF4-FFF2-40B4-BE49-F238E27FC236}">
                  <a16:creationId xmlns:a16="http://schemas.microsoft.com/office/drawing/2014/main" id="{67FA619F-E972-4706-9A00-4EFC03C3C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311"/>
              <a:ext cx="22" cy="13"/>
            </a:xfrm>
            <a:custGeom>
              <a:avLst/>
              <a:gdLst>
                <a:gd name="T0" fmla="*/ 0 w 11"/>
                <a:gd name="T1" fmla="*/ 61 h 6"/>
                <a:gd name="T2" fmla="*/ 88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3" y="3"/>
                    <a:pt x="7" y="1"/>
                    <a:pt x="11" y="0"/>
                  </a:cubicBezTo>
                </a:path>
              </a:pathLst>
            </a:custGeom>
            <a:noFill/>
            <a:ln w="12700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20" name="Freeform 4720">
              <a:extLst>
                <a:ext uri="{FF2B5EF4-FFF2-40B4-BE49-F238E27FC236}">
                  <a16:creationId xmlns:a16="http://schemas.microsoft.com/office/drawing/2014/main" id="{4408BB1A-B43E-4D74-AFB1-B6D2C2AC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67"/>
              <a:ext cx="84" cy="93"/>
            </a:xfrm>
            <a:custGeom>
              <a:avLst/>
              <a:gdLst>
                <a:gd name="T0" fmla="*/ 64 w 42"/>
                <a:gd name="T1" fmla="*/ 49 h 44"/>
                <a:gd name="T2" fmla="*/ 48 w 42"/>
                <a:gd name="T3" fmla="*/ 161 h 44"/>
                <a:gd name="T4" fmla="*/ 40 w 42"/>
                <a:gd name="T5" fmla="*/ 321 h 44"/>
                <a:gd name="T6" fmla="*/ 104 w 42"/>
                <a:gd name="T7" fmla="*/ 349 h 44"/>
                <a:gd name="T8" fmla="*/ 136 w 42"/>
                <a:gd name="T9" fmla="*/ 397 h 44"/>
                <a:gd name="T10" fmla="*/ 192 w 42"/>
                <a:gd name="T11" fmla="*/ 389 h 44"/>
                <a:gd name="T12" fmla="*/ 248 w 42"/>
                <a:gd name="T13" fmla="*/ 366 h 44"/>
                <a:gd name="T14" fmla="*/ 312 w 42"/>
                <a:gd name="T15" fmla="*/ 254 h 44"/>
                <a:gd name="T16" fmla="*/ 336 w 42"/>
                <a:gd name="T17" fmla="*/ 180 h 44"/>
                <a:gd name="T18" fmla="*/ 304 w 42"/>
                <a:gd name="T19" fmla="*/ 104 h 44"/>
                <a:gd name="T20" fmla="*/ 288 w 42"/>
                <a:gd name="T21" fmla="*/ 17 h 44"/>
                <a:gd name="T22" fmla="*/ 216 w 42"/>
                <a:gd name="T23" fmla="*/ 8 h 44"/>
                <a:gd name="T24" fmla="*/ 168 w 42"/>
                <a:gd name="T25" fmla="*/ 36 h 44"/>
                <a:gd name="T26" fmla="*/ 80 w 42"/>
                <a:gd name="T27" fmla="*/ 36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" h="44">
                  <a:moveTo>
                    <a:pt x="8" y="5"/>
                  </a:moveTo>
                  <a:cubicBezTo>
                    <a:pt x="2" y="9"/>
                    <a:pt x="7" y="12"/>
                    <a:pt x="6" y="17"/>
                  </a:cubicBezTo>
                  <a:cubicBezTo>
                    <a:pt x="6" y="23"/>
                    <a:pt x="0" y="29"/>
                    <a:pt x="5" y="34"/>
                  </a:cubicBezTo>
                  <a:cubicBezTo>
                    <a:pt x="7" y="37"/>
                    <a:pt x="10" y="36"/>
                    <a:pt x="13" y="37"/>
                  </a:cubicBezTo>
                  <a:cubicBezTo>
                    <a:pt x="16" y="39"/>
                    <a:pt x="15" y="41"/>
                    <a:pt x="17" y="42"/>
                  </a:cubicBezTo>
                  <a:cubicBezTo>
                    <a:pt x="20" y="44"/>
                    <a:pt x="22" y="42"/>
                    <a:pt x="24" y="41"/>
                  </a:cubicBezTo>
                  <a:cubicBezTo>
                    <a:pt x="27" y="40"/>
                    <a:pt x="28" y="40"/>
                    <a:pt x="31" y="39"/>
                  </a:cubicBezTo>
                  <a:cubicBezTo>
                    <a:pt x="38" y="39"/>
                    <a:pt x="37" y="33"/>
                    <a:pt x="39" y="27"/>
                  </a:cubicBezTo>
                  <a:cubicBezTo>
                    <a:pt x="40" y="25"/>
                    <a:pt x="42" y="22"/>
                    <a:pt x="42" y="19"/>
                  </a:cubicBezTo>
                  <a:cubicBezTo>
                    <a:pt x="42" y="15"/>
                    <a:pt x="39" y="14"/>
                    <a:pt x="38" y="11"/>
                  </a:cubicBezTo>
                  <a:cubicBezTo>
                    <a:pt x="37" y="9"/>
                    <a:pt x="38" y="5"/>
                    <a:pt x="36" y="2"/>
                  </a:cubicBezTo>
                  <a:cubicBezTo>
                    <a:pt x="34" y="0"/>
                    <a:pt x="30" y="0"/>
                    <a:pt x="27" y="1"/>
                  </a:cubicBezTo>
                  <a:cubicBezTo>
                    <a:pt x="24" y="2"/>
                    <a:pt x="24" y="4"/>
                    <a:pt x="21" y="4"/>
                  </a:cubicBezTo>
                  <a:cubicBezTo>
                    <a:pt x="16" y="4"/>
                    <a:pt x="15" y="1"/>
                    <a:pt x="10" y="4"/>
                  </a:cubicBezTo>
                </a:path>
              </a:pathLst>
            </a:custGeom>
            <a:solidFill>
              <a:srgbClr val="F6C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21" name="Freeform 4721">
              <a:extLst>
                <a:ext uri="{FF2B5EF4-FFF2-40B4-BE49-F238E27FC236}">
                  <a16:creationId xmlns:a16="http://schemas.microsoft.com/office/drawing/2014/main" id="{F529BAEA-A19D-43DA-AB42-140194271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488"/>
              <a:ext cx="82" cy="100"/>
            </a:xfrm>
            <a:custGeom>
              <a:avLst/>
              <a:gdLst>
                <a:gd name="T0" fmla="*/ 80 w 41"/>
                <a:gd name="T1" fmla="*/ 77 h 47"/>
                <a:gd name="T2" fmla="*/ 16 w 41"/>
                <a:gd name="T3" fmla="*/ 117 h 47"/>
                <a:gd name="T4" fmla="*/ 8 w 41"/>
                <a:gd name="T5" fmla="*/ 221 h 47"/>
                <a:gd name="T6" fmla="*/ 8 w 41"/>
                <a:gd name="T7" fmla="*/ 309 h 47"/>
                <a:gd name="T8" fmla="*/ 8 w 41"/>
                <a:gd name="T9" fmla="*/ 326 h 47"/>
                <a:gd name="T10" fmla="*/ 48 w 41"/>
                <a:gd name="T11" fmla="*/ 349 h 47"/>
                <a:gd name="T12" fmla="*/ 136 w 41"/>
                <a:gd name="T13" fmla="*/ 445 h 47"/>
                <a:gd name="T14" fmla="*/ 176 w 41"/>
                <a:gd name="T15" fmla="*/ 394 h 47"/>
                <a:gd name="T16" fmla="*/ 216 w 41"/>
                <a:gd name="T17" fmla="*/ 377 h 47"/>
                <a:gd name="T18" fmla="*/ 256 w 41"/>
                <a:gd name="T19" fmla="*/ 317 h 47"/>
                <a:gd name="T20" fmla="*/ 296 w 41"/>
                <a:gd name="T21" fmla="*/ 289 h 47"/>
                <a:gd name="T22" fmla="*/ 320 w 41"/>
                <a:gd name="T23" fmla="*/ 194 h 47"/>
                <a:gd name="T24" fmla="*/ 304 w 41"/>
                <a:gd name="T25" fmla="*/ 96 h 47"/>
                <a:gd name="T26" fmla="*/ 240 w 41"/>
                <a:gd name="T27" fmla="*/ 28 h 47"/>
                <a:gd name="T28" fmla="*/ 200 w 41"/>
                <a:gd name="T29" fmla="*/ 40 h 47"/>
                <a:gd name="T30" fmla="*/ 184 w 41"/>
                <a:gd name="T31" fmla="*/ 68 h 47"/>
                <a:gd name="T32" fmla="*/ 80 w 41"/>
                <a:gd name="T33" fmla="*/ 68 h 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47">
                  <a:moveTo>
                    <a:pt x="10" y="8"/>
                  </a:moveTo>
                  <a:cubicBezTo>
                    <a:pt x="7" y="10"/>
                    <a:pt x="4" y="9"/>
                    <a:pt x="2" y="12"/>
                  </a:cubicBezTo>
                  <a:cubicBezTo>
                    <a:pt x="0" y="15"/>
                    <a:pt x="1" y="19"/>
                    <a:pt x="1" y="23"/>
                  </a:cubicBezTo>
                  <a:cubicBezTo>
                    <a:pt x="1" y="26"/>
                    <a:pt x="0" y="29"/>
                    <a:pt x="1" y="32"/>
                  </a:cubicBezTo>
                  <a:cubicBezTo>
                    <a:pt x="1" y="33"/>
                    <a:pt x="0" y="33"/>
                    <a:pt x="1" y="34"/>
                  </a:cubicBezTo>
                  <a:cubicBezTo>
                    <a:pt x="2" y="35"/>
                    <a:pt x="5" y="35"/>
                    <a:pt x="6" y="36"/>
                  </a:cubicBezTo>
                  <a:cubicBezTo>
                    <a:pt x="12" y="38"/>
                    <a:pt x="10" y="47"/>
                    <a:pt x="17" y="46"/>
                  </a:cubicBezTo>
                  <a:cubicBezTo>
                    <a:pt x="20" y="46"/>
                    <a:pt x="20" y="43"/>
                    <a:pt x="22" y="41"/>
                  </a:cubicBezTo>
                  <a:cubicBezTo>
                    <a:pt x="23" y="39"/>
                    <a:pt x="25" y="39"/>
                    <a:pt x="27" y="39"/>
                  </a:cubicBezTo>
                  <a:cubicBezTo>
                    <a:pt x="31" y="38"/>
                    <a:pt x="30" y="37"/>
                    <a:pt x="32" y="33"/>
                  </a:cubicBezTo>
                  <a:cubicBezTo>
                    <a:pt x="33" y="30"/>
                    <a:pt x="34" y="31"/>
                    <a:pt x="37" y="30"/>
                  </a:cubicBezTo>
                  <a:cubicBezTo>
                    <a:pt x="41" y="27"/>
                    <a:pt x="41" y="24"/>
                    <a:pt x="40" y="20"/>
                  </a:cubicBezTo>
                  <a:cubicBezTo>
                    <a:pt x="39" y="16"/>
                    <a:pt x="38" y="14"/>
                    <a:pt x="38" y="10"/>
                  </a:cubicBezTo>
                  <a:cubicBezTo>
                    <a:pt x="38" y="5"/>
                    <a:pt x="35" y="3"/>
                    <a:pt x="30" y="3"/>
                  </a:cubicBezTo>
                  <a:cubicBezTo>
                    <a:pt x="28" y="3"/>
                    <a:pt x="26" y="3"/>
                    <a:pt x="25" y="4"/>
                  </a:cubicBezTo>
                  <a:cubicBezTo>
                    <a:pt x="24" y="5"/>
                    <a:pt x="24" y="7"/>
                    <a:pt x="23" y="7"/>
                  </a:cubicBezTo>
                  <a:cubicBezTo>
                    <a:pt x="20" y="8"/>
                    <a:pt x="9" y="0"/>
                    <a:pt x="10" y="7"/>
                  </a:cubicBezTo>
                </a:path>
              </a:pathLst>
            </a:custGeom>
            <a:solidFill>
              <a:srgbClr val="F6C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22" name="Freeform 4722">
              <a:extLst>
                <a:ext uri="{FF2B5EF4-FFF2-40B4-BE49-F238E27FC236}">
                  <a16:creationId xmlns:a16="http://schemas.microsoft.com/office/drawing/2014/main" id="{D09BD4E0-64BC-4A18-B09E-A6CB5B3E0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150"/>
              <a:ext cx="96" cy="129"/>
            </a:xfrm>
            <a:custGeom>
              <a:avLst/>
              <a:gdLst>
                <a:gd name="T0" fmla="*/ 208 w 48"/>
                <a:gd name="T1" fmla="*/ 0 h 61"/>
                <a:gd name="T2" fmla="*/ 208 w 48"/>
                <a:gd name="T3" fmla="*/ 76 h 61"/>
                <a:gd name="T4" fmla="*/ 144 w 48"/>
                <a:gd name="T5" fmla="*/ 104 h 61"/>
                <a:gd name="T6" fmla="*/ 112 w 48"/>
                <a:gd name="T7" fmla="*/ 169 h 61"/>
                <a:gd name="T8" fmla="*/ 32 w 48"/>
                <a:gd name="T9" fmla="*/ 209 h 61"/>
                <a:gd name="T10" fmla="*/ 64 w 48"/>
                <a:gd name="T11" fmla="*/ 305 h 61"/>
                <a:gd name="T12" fmla="*/ 56 w 48"/>
                <a:gd name="T13" fmla="*/ 381 h 61"/>
                <a:gd name="T14" fmla="*/ 96 w 48"/>
                <a:gd name="T15" fmla="*/ 457 h 61"/>
                <a:gd name="T16" fmla="*/ 96 w 48"/>
                <a:gd name="T17" fmla="*/ 541 h 61"/>
                <a:gd name="T18" fmla="*/ 168 w 48"/>
                <a:gd name="T19" fmla="*/ 493 h 61"/>
                <a:gd name="T20" fmla="*/ 240 w 48"/>
                <a:gd name="T21" fmla="*/ 474 h 61"/>
                <a:gd name="T22" fmla="*/ 296 w 48"/>
                <a:gd name="T23" fmla="*/ 425 h 61"/>
                <a:gd name="T24" fmla="*/ 360 w 48"/>
                <a:gd name="T25" fmla="*/ 381 h 61"/>
                <a:gd name="T26" fmla="*/ 368 w 48"/>
                <a:gd name="T27" fmla="*/ 228 h 61"/>
                <a:gd name="T28" fmla="*/ 320 w 48"/>
                <a:gd name="T29" fmla="*/ 133 h 61"/>
                <a:gd name="T30" fmla="*/ 264 w 48"/>
                <a:gd name="T31" fmla="*/ 68 h 61"/>
                <a:gd name="T32" fmla="*/ 224 w 48"/>
                <a:gd name="T33" fmla="*/ 8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" h="61">
                  <a:moveTo>
                    <a:pt x="26" y="0"/>
                  </a:moveTo>
                  <a:cubicBezTo>
                    <a:pt x="26" y="2"/>
                    <a:pt x="27" y="6"/>
                    <a:pt x="26" y="8"/>
                  </a:cubicBezTo>
                  <a:cubicBezTo>
                    <a:pt x="24" y="10"/>
                    <a:pt x="20" y="9"/>
                    <a:pt x="18" y="11"/>
                  </a:cubicBezTo>
                  <a:cubicBezTo>
                    <a:pt x="16" y="13"/>
                    <a:pt x="17" y="16"/>
                    <a:pt x="14" y="18"/>
                  </a:cubicBezTo>
                  <a:cubicBezTo>
                    <a:pt x="11" y="20"/>
                    <a:pt x="7" y="18"/>
                    <a:pt x="4" y="22"/>
                  </a:cubicBezTo>
                  <a:cubicBezTo>
                    <a:pt x="0" y="27"/>
                    <a:pt x="6" y="28"/>
                    <a:pt x="8" y="32"/>
                  </a:cubicBezTo>
                  <a:cubicBezTo>
                    <a:pt x="9" y="34"/>
                    <a:pt x="7" y="37"/>
                    <a:pt x="7" y="40"/>
                  </a:cubicBezTo>
                  <a:cubicBezTo>
                    <a:pt x="8" y="43"/>
                    <a:pt x="11" y="45"/>
                    <a:pt x="12" y="48"/>
                  </a:cubicBezTo>
                  <a:cubicBezTo>
                    <a:pt x="13" y="51"/>
                    <a:pt x="10" y="54"/>
                    <a:pt x="12" y="57"/>
                  </a:cubicBezTo>
                  <a:cubicBezTo>
                    <a:pt x="16" y="61"/>
                    <a:pt x="19" y="55"/>
                    <a:pt x="21" y="52"/>
                  </a:cubicBezTo>
                  <a:cubicBezTo>
                    <a:pt x="24" y="49"/>
                    <a:pt x="27" y="51"/>
                    <a:pt x="30" y="50"/>
                  </a:cubicBezTo>
                  <a:cubicBezTo>
                    <a:pt x="33" y="49"/>
                    <a:pt x="34" y="46"/>
                    <a:pt x="37" y="45"/>
                  </a:cubicBezTo>
                  <a:cubicBezTo>
                    <a:pt x="41" y="43"/>
                    <a:pt x="43" y="44"/>
                    <a:pt x="45" y="40"/>
                  </a:cubicBezTo>
                  <a:cubicBezTo>
                    <a:pt x="48" y="34"/>
                    <a:pt x="47" y="29"/>
                    <a:pt x="46" y="24"/>
                  </a:cubicBezTo>
                  <a:cubicBezTo>
                    <a:pt x="44" y="20"/>
                    <a:pt x="44" y="16"/>
                    <a:pt x="40" y="14"/>
                  </a:cubicBezTo>
                  <a:cubicBezTo>
                    <a:pt x="36" y="13"/>
                    <a:pt x="35" y="12"/>
                    <a:pt x="33" y="7"/>
                  </a:cubicBezTo>
                  <a:cubicBezTo>
                    <a:pt x="32" y="5"/>
                    <a:pt x="30" y="3"/>
                    <a:pt x="28" y="1"/>
                  </a:cubicBezTo>
                </a:path>
              </a:pathLst>
            </a:custGeom>
            <a:solidFill>
              <a:srgbClr val="F6C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23" name="Freeform 4723">
              <a:extLst>
                <a:ext uri="{FF2B5EF4-FFF2-40B4-BE49-F238E27FC236}">
                  <a16:creationId xmlns:a16="http://schemas.microsoft.com/office/drawing/2014/main" id="{362A1648-D306-46B6-B763-7FFE31E7F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96"/>
              <a:ext cx="81" cy="88"/>
            </a:xfrm>
            <a:custGeom>
              <a:avLst/>
              <a:gdLst>
                <a:gd name="T0" fmla="*/ 148 w 41"/>
                <a:gd name="T1" fmla="*/ 41 h 41"/>
                <a:gd name="T2" fmla="*/ 79 w 41"/>
                <a:gd name="T3" fmla="*/ 69 h 41"/>
                <a:gd name="T4" fmla="*/ 55 w 41"/>
                <a:gd name="T5" fmla="*/ 157 h 41"/>
                <a:gd name="T6" fmla="*/ 24 w 41"/>
                <a:gd name="T7" fmla="*/ 277 h 41"/>
                <a:gd name="T8" fmla="*/ 71 w 41"/>
                <a:gd name="T9" fmla="*/ 318 h 41"/>
                <a:gd name="T10" fmla="*/ 93 w 41"/>
                <a:gd name="T11" fmla="*/ 386 h 41"/>
                <a:gd name="T12" fmla="*/ 156 w 41"/>
                <a:gd name="T13" fmla="*/ 378 h 41"/>
                <a:gd name="T14" fmla="*/ 215 w 41"/>
                <a:gd name="T15" fmla="*/ 386 h 41"/>
                <a:gd name="T16" fmla="*/ 292 w 41"/>
                <a:gd name="T17" fmla="*/ 266 h 41"/>
                <a:gd name="T18" fmla="*/ 300 w 41"/>
                <a:gd name="T19" fmla="*/ 189 h 41"/>
                <a:gd name="T20" fmla="*/ 316 w 41"/>
                <a:gd name="T21" fmla="*/ 97 h 41"/>
                <a:gd name="T22" fmla="*/ 132 w 41"/>
                <a:gd name="T23" fmla="*/ 28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1">
                  <a:moveTo>
                    <a:pt x="19" y="4"/>
                  </a:moveTo>
                  <a:cubicBezTo>
                    <a:pt x="16" y="6"/>
                    <a:pt x="12" y="5"/>
                    <a:pt x="10" y="7"/>
                  </a:cubicBezTo>
                  <a:cubicBezTo>
                    <a:pt x="6" y="10"/>
                    <a:pt x="9" y="12"/>
                    <a:pt x="7" y="16"/>
                  </a:cubicBezTo>
                  <a:cubicBezTo>
                    <a:pt x="5" y="19"/>
                    <a:pt x="0" y="23"/>
                    <a:pt x="3" y="28"/>
                  </a:cubicBezTo>
                  <a:cubicBezTo>
                    <a:pt x="4" y="30"/>
                    <a:pt x="8" y="30"/>
                    <a:pt x="9" y="32"/>
                  </a:cubicBezTo>
                  <a:cubicBezTo>
                    <a:pt x="10" y="34"/>
                    <a:pt x="10" y="37"/>
                    <a:pt x="12" y="39"/>
                  </a:cubicBezTo>
                  <a:cubicBezTo>
                    <a:pt x="15" y="41"/>
                    <a:pt x="17" y="39"/>
                    <a:pt x="20" y="38"/>
                  </a:cubicBezTo>
                  <a:cubicBezTo>
                    <a:pt x="23" y="37"/>
                    <a:pt x="25" y="39"/>
                    <a:pt x="28" y="39"/>
                  </a:cubicBezTo>
                  <a:cubicBezTo>
                    <a:pt x="35" y="39"/>
                    <a:pt x="39" y="33"/>
                    <a:pt x="38" y="27"/>
                  </a:cubicBezTo>
                  <a:cubicBezTo>
                    <a:pt x="38" y="23"/>
                    <a:pt x="38" y="23"/>
                    <a:pt x="39" y="19"/>
                  </a:cubicBezTo>
                  <a:cubicBezTo>
                    <a:pt x="40" y="16"/>
                    <a:pt x="41" y="13"/>
                    <a:pt x="41" y="10"/>
                  </a:cubicBezTo>
                  <a:cubicBezTo>
                    <a:pt x="40" y="0"/>
                    <a:pt x="24" y="0"/>
                    <a:pt x="17" y="3"/>
                  </a:cubicBezTo>
                </a:path>
              </a:pathLst>
            </a:custGeom>
            <a:solidFill>
              <a:srgbClr val="F6C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24" name="Freeform 4724">
              <a:extLst>
                <a:ext uri="{FF2B5EF4-FFF2-40B4-BE49-F238E27FC236}">
                  <a16:creationId xmlns:a16="http://schemas.microsoft.com/office/drawing/2014/main" id="{3C307C05-195B-46E1-AF18-5DB557098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315"/>
              <a:ext cx="82" cy="103"/>
            </a:xfrm>
            <a:custGeom>
              <a:avLst/>
              <a:gdLst>
                <a:gd name="T0" fmla="*/ 136 w 41"/>
                <a:gd name="T1" fmla="*/ 52 h 48"/>
                <a:gd name="T2" fmla="*/ 56 w 41"/>
                <a:gd name="T3" fmla="*/ 60 h 48"/>
                <a:gd name="T4" fmla="*/ 8 w 41"/>
                <a:gd name="T5" fmla="*/ 165 h 48"/>
                <a:gd name="T6" fmla="*/ 32 w 41"/>
                <a:gd name="T7" fmla="*/ 217 h 48"/>
                <a:gd name="T8" fmla="*/ 32 w 41"/>
                <a:gd name="T9" fmla="*/ 337 h 48"/>
                <a:gd name="T10" fmla="*/ 88 w 41"/>
                <a:gd name="T11" fmla="*/ 354 h 48"/>
                <a:gd name="T12" fmla="*/ 112 w 41"/>
                <a:gd name="T13" fmla="*/ 414 h 48"/>
                <a:gd name="T14" fmla="*/ 232 w 41"/>
                <a:gd name="T15" fmla="*/ 365 h 48"/>
                <a:gd name="T16" fmla="*/ 296 w 41"/>
                <a:gd name="T17" fmla="*/ 354 h 48"/>
                <a:gd name="T18" fmla="*/ 312 w 41"/>
                <a:gd name="T19" fmla="*/ 277 h 48"/>
                <a:gd name="T20" fmla="*/ 304 w 41"/>
                <a:gd name="T21" fmla="*/ 208 h 48"/>
                <a:gd name="T22" fmla="*/ 320 w 41"/>
                <a:gd name="T23" fmla="*/ 112 h 48"/>
                <a:gd name="T24" fmla="*/ 232 w 41"/>
                <a:gd name="T25" fmla="*/ 0 h 48"/>
                <a:gd name="T26" fmla="*/ 184 w 41"/>
                <a:gd name="T27" fmla="*/ 28 h 48"/>
                <a:gd name="T28" fmla="*/ 128 w 41"/>
                <a:gd name="T29" fmla="*/ 52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48">
                  <a:moveTo>
                    <a:pt x="17" y="5"/>
                  </a:moveTo>
                  <a:cubicBezTo>
                    <a:pt x="13" y="6"/>
                    <a:pt x="10" y="5"/>
                    <a:pt x="7" y="6"/>
                  </a:cubicBezTo>
                  <a:cubicBezTo>
                    <a:pt x="4" y="7"/>
                    <a:pt x="0" y="14"/>
                    <a:pt x="1" y="17"/>
                  </a:cubicBezTo>
                  <a:cubicBezTo>
                    <a:pt x="1" y="19"/>
                    <a:pt x="4" y="19"/>
                    <a:pt x="4" y="22"/>
                  </a:cubicBezTo>
                  <a:cubicBezTo>
                    <a:pt x="4" y="26"/>
                    <a:pt x="1" y="30"/>
                    <a:pt x="4" y="34"/>
                  </a:cubicBezTo>
                  <a:cubicBezTo>
                    <a:pt x="6" y="38"/>
                    <a:pt x="7" y="35"/>
                    <a:pt x="11" y="36"/>
                  </a:cubicBezTo>
                  <a:cubicBezTo>
                    <a:pt x="14" y="37"/>
                    <a:pt x="12" y="39"/>
                    <a:pt x="14" y="42"/>
                  </a:cubicBezTo>
                  <a:cubicBezTo>
                    <a:pt x="20" y="48"/>
                    <a:pt x="24" y="38"/>
                    <a:pt x="29" y="37"/>
                  </a:cubicBezTo>
                  <a:cubicBezTo>
                    <a:pt x="32" y="36"/>
                    <a:pt x="34" y="38"/>
                    <a:pt x="37" y="36"/>
                  </a:cubicBezTo>
                  <a:cubicBezTo>
                    <a:pt x="40" y="34"/>
                    <a:pt x="40" y="32"/>
                    <a:pt x="39" y="28"/>
                  </a:cubicBezTo>
                  <a:cubicBezTo>
                    <a:pt x="39" y="26"/>
                    <a:pt x="37" y="23"/>
                    <a:pt x="38" y="21"/>
                  </a:cubicBezTo>
                  <a:cubicBezTo>
                    <a:pt x="38" y="17"/>
                    <a:pt x="41" y="16"/>
                    <a:pt x="40" y="11"/>
                  </a:cubicBezTo>
                  <a:cubicBezTo>
                    <a:pt x="39" y="6"/>
                    <a:pt x="35" y="0"/>
                    <a:pt x="29" y="0"/>
                  </a:cubicBezTo>
                  <a:cubicBezTo>
                    <a:pt x="27" y="1"/>
                    <a:pt x="25" y="2"/>
                    <a:pt x="23" y="3"/>
                  </a:cubicBezTo>
                  <a:cubicBezTo>
                    <a:pt x="20" y="4"/>
                    <a:pt x="18" y="4"/>
                    <a:pt x="16" y="5"/>
                  </a:cubicBezTo>
                </a:path>
              </a:pathLst>
            </a:custGeom>
            <a:solidFill>
              <a:srgbClr val="F6C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25" name="Freeform 4725">
              <a:extLst>
                <a:ext uri="{FF2B5EF4-FFF2-40B4-BE49-F238E27FC236}">
                  <a16:creationId xmlns:a16="http://schemas.microsoft.com/office/drawing/2014/main" id="{82663644-439E-4084-9604-549515A9F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318"/>
              <a:ext cx="86" cy="97"/>
            </a:xfrm>
            <a:custGeom>
              <a:avLst/>
              <a:gdLst>
                <a:gd name="T0" fmla="*/ 32 w 43"/>
                <a:gd name="T1" fmla="*/ 160 h 46"/>
                <a:gd name="T2" fmla="*/ 16 w 43"/>
                <a:gd name="T3" fmla="*/ 289 h 46"/>
                <a:gd name="T4" fmla="*/ 56 w 43"/>
                <a:gd name="T5" fmla="*/ 337 h 46"/>
                <a:gd name="T6" fmla="*/ 80 w 43"/>
                <a:gd name="T7" fmla="*/ 396 h 46"/>
                <a:gd name="T8" fmla="*/ 184 w 43"/>
                <a:gd name="T9" fmla="*/ 382 h 46"/>
                <a:gd name="T10" fmla="*/ 232 w 43"/>
                <a:gd name="T11" fmla="*/ 396 h 46"/>
                <a:gd name="T12" fmla="*/ 272 w 43"/>
                <a:gd name="T13" fmla="*/ 346 h 46"/>
                <a:gd name="T14" fmla="*/ 336 w 43"/>
                <a:gd name="T15" fmla="*/ 312 h 46"/>
                <a:gd name="T16" fmla="*/ 344 w 43"/>
                <a:gd name="T17" fmla="*/ 228 h 46"/>
                <a:gd name="T18" fmla="*/ 328 w 43"/>
                <a:gd name="T19" fmla="*/ 160 h 46"/>
                <a:gd name="T20" fmla="*/ 328 w 43"/>
                <a:gd name="T21" fmla="*/ 67 h 46"/>
                <a:gd name="T22" fmla="*/ 224 w 43"/>
                <a:gd name="T23" fmla="*/ 49 h 46"/>
                <a:gd name="T24" fmla="*/ 128 w 43"/>
                <a:gd name="T25" fmla="*/ 27 h 46"/>
                <a:gd name="T26" fmla="*/ 104 w 43"/>
                <a:gd name="T27" fmla="*/ 76 h 46"/>
                <a:gd name="T28" fmla="*/ 64 w 43"/>
                <a:gd name="T29" fmla="*/ 103 h 46"/>
                <a:gd name="T30" fmla="*/ 32 w 43"/>
                <a:gd name="T31" fmla="*/ 160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" h="46">
                  <a:moveTo>
                    <a:pt x="4" y="17"/>
                  </a:moveTo>
                  <a:cubicBezTo>
                    <a:pt x="4" y="22"/>
                    <a:pt x="0" y="27"/>
                    <a:pt x="2" y="31"/>
                  </a:cubicBezTo>
                  <a:cubicBezTo>
                    <a:pt x="3" y="34"/>
                    <a:pt x="5" y="34"/>
                    <a:pt x="7" y="36"/>
                  </a:cubicBezTo>
                  <a:cubicBezTo>
                    <a:pt x="9" y="38"/>
                    <a:pt x="8" y="40"/>
                    <a:pt x="10" y="42"/>
                  </a:cubicBezTo>
                  <a:cubicBezTo>
                    <a:pt x="13" y="46"/>
                    <a:pt x="18" y="41"/>
                    <a:pt x="23" y="41"/>
                  </a:cubicBezTo>
                  <a:cubicBezTo>
                    <a:pt x="25" y="41"/>
                    <a:pt x="27" y="43"/>
                    <a:pt x="29" y="42"/>
                  </a:cubicBezTo>
                  <a:cubicBezTo>
                    <a:pt x="31" y="41"/>
                    <a:pt x="32" y="39"/>
                    <a:pt x="34" y="37"/>
                  </a:cubicBezTo>
                  <a:cubicBezTo>
                    <a:pt x="37" y="36"/>
                    <a:pt x="40" y="36"/>
                    <a:pt x="42" y="33"/>
                  </a:cubicBezTo>
                  <a:cubicBezTo>
                    <a:pt x="43" y="31"/>
                    <a:pt x="43" y="27"/>
                    <a:pt x="43" y="24"/>
                  </a:cubicBezTo>
                  <a:cubicBezTo>
                    <a:pt x="42" y="21"/>
                    <a:pt x="41" y="19"/>
                    <a:pt x="41" y="17"/>
                  </a:cubicBezTo>
                  <a:cubicBezTo>
                    <a:pt x="41" y="14"/>
                    <a:pt x="42" y="10"/>
                    <a:pt x="41" y="7"/>
                  </a:cubicBezTo>
                  <a:cubicBezTo>
                    <a:pt x="37" y="1"/>
                    <a:pt x="33" y="5"/>
                    <a:pt x="28" y="5"/>
                  </a:cubicBezTo>
                  <a:cubicBezTo>
                    <a:pt x="24" y="6"/>
                    <a:pt x="22" y="0"/>
                    <a:pt x="16" y="3"/>
                  </a:cubicBezTo>
                  <a:cubicBezTo>
                    <a:pt x="15" y="4"/>
                    <a:pt x="14" y="7"/>
                    <a:pt x="13" y="8"/>
                  </a:cubicBezTo>
                  <a:cubicBezTo>
                    <a:pt x="12" y="10"/>
                    <a:pt x="10" y="11"/>
                    <a:pt x="8" y="11"/>
                  </a:cubicBezTo>
                  <a:cubicBezTo>
                    <a:pt x="6" y="12"/>
                    <a:pt x="5" y="15"/>
                    <a:pt x="4" y="17"/>
                  </a:cubicBezTo>
                  <a:close/>
                </a:path>
              </a:pathLst>
            </a:custGeom>
            <a:solidFill>
              <a:srgbClr val="F6C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26" name="Freeform 4726">
              <a:extLst>
                <a:ext uri="{FF2B5EF4-FFF2-40B4-BE49-F238E27FC236}">
                  <a16:creationId xmlns:a16="http://schemas.microsoft.com/office/drawing/2014/main" id="{B56CB7DF-E770-4243-81F5-CC64050FB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28"/>
              <a:ext cx="26" cy="75"/>
            </a:xfrm>
            <a:custGeom>
              <a:avLst/>
              <a:gdLst>
                <a:gd name="T0" fmla="*/ 56 w 13"/>
                <a:gd name="T1" fmla="*/ 0 h 35"/>
                <a:gd name="T2" fmla="*/ 88 w 13"/>
                <a:gd name="T3" fmla="*/ 88 h 35"/>
                <a:gd name="T4" fmla="*/ 96 w 13"/>
                <a:gd name="T5" fmla="*/ 197 h 35"/>
                <a:gd name="T6" fmla="*/ 72 w 13"/>
                <a:gd name="T7" fmla="*/ 294 h 35"/>
                <a:gd name="T8" fmla="*/ 0 w 13"/>
                <a:gd name="T9" fmla="*/ 345 h 35"/>
                <a:gd name="T10" fmla="*/ 8 w 13"/>
                <a:gd name="T11" fmla="*/ 294 h 35"/>
                <a:gd name="T12" fmla="*/ 32 w 13"/>
                <a:gd name="T13" fmla="*/ 285 h 35"/>
                <a:gd name="T14" fmla="*/ 64 w 13"/>
                <a:gd name="T15" fmla="*/ 189 h 35"/>
                <a:gd name="T16" fmla="*/ 56 w 13"/>
                <a:gd name="T17" fmla="*/ 148 h 35"/>
                <a:gd name="T18" fmla="*/ 72 w 13"/>
                <a:gd name="T19" fmla="*/ 88 h 35"/>
                <a:gd name="T20" fmla="*/ 48 w 13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35">
                  <a:moveTo>
                    <a:pt x="7" y="0"/>
                  </a:moveTo>
                  <a:cubicBezTo>
                    <a:pt x="11" y="2"/>
                    <a:pt x="12" y="5"/>
                    <a:pt x="11" y="9"/>
                  </a:cubicBezTo>
                  <a:cubicBezTo>
                    <a:pt x="11" y="13"/>
                    <a:pt x="12" y="16"/>
                    <a:pt x="12" y="20"/>
                  </a:cubicBezTo>
                  <a:cubicBezTo>
                    <a:pt x="13" y="24"/>
                    <a:pt x="12" y="28"/>
                    <a:pt x="9" y="30"/>
                  </a:cubicBezTo>
                  <a:cubicBezTo>
                    <a:pt x="6" y="31"/>
                    <a:pt x="3" y="32"/>
                    <a:pt x="0" y="35"/>
                  </a:cubicBezTo>
                  <a:cubicBezTo>
                    <a:pt x="1" y="33"/>
                    <a:pt x="1" y="31"/>
                    <a:pt x="1" y="30"/>
                  </a:cubicBezTo>
                  <a:cubicBezTo>
                    <a:pt x="2" y="29"/>
                    <a:pt x="3" y="29"/>
                    <a:pt x="4" y="29"/>
                  </a:cubicBezTo>
                  <a:cubicBezTo>
                    <a:pt x="9" y="28"/>
                    <a:pt x="10" y="23"/>
                    <a:pt x="8" y="19"/>
                  </a:cubicBezTo>
                  <a:cubicBezTo>
                    <a:pt x="7" y="18"/>
                    <a:pt x="6" y="17"/>
                    <a:pt x="7" y="15"/>
                  </a:cubicBezTo>
                  <a:cubicBezTo>
                    <a:pt x="7" y="13"/>
                    <a:pt x="8" y="11"/>
                    <a:pt x="9" y="9"/>
                  </a:cubicBezTo>
                  <a:cubicBezTo>
                    <a:pt x="9" y="6"/>
                    <a:pt x="9" y="3"/>
                    <a:pt x="6" y="0"/>
                  </a:cubicBezTo>
                </a:path>
              </a:pathLst>
            </a:custGeom>
            <a:solidFill>
              <a:srgbClr val="F4B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27" name="Freeform 4727">
              <a:extLst>
                <a:ext uri="{FF2B5EF4-FFF2-40B4-BE49-F238E27FC236}">
                  <a16:creationId xmlns:a16="http://schemas.microsoft.com/office/drawing/2014/main" id="{18D30632-92E0-4F45-B800-DC91A146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392"/>
              <a:ext cx="46" cy="19"/>
            </a:xfrm>
            <a:custGeom>
              <a:avLst/>
              <a:gdLst>
                <a:gd name="T0" fmla="*/ 0 w 23"/>
                <a:gd name="T1" fmla="*/ 0 h 9"/>
                <a:gd name="T2" fmla="*/ 16 w 23"/>
                <a:gd name="T3" fmla="*/ 76 h 9"/>
                <a:gd name="T4" fmla="*/ 72 w 23"/>
                <a:gd name="T5" fmla="*/ 57 h 9"/>
                <a:gd name="T6" fmla="*/ 136 w 23"/>
                <a:gd name="T7" fmla="*/ 57 h 9"/>
                <a:gd name="T8" fmla="*/ 184 w 23"/>
                <a:gd name="T9" fmla="*/ 17 h 9"/>
                <a:gd name="T10" fmla="*/ 160 w 23"/>
                <a:gd name="T11" fmla="*/ 17 h 9"/>
                <a:gd name="T12" fmla="*/ 144 w 23"/>
                <a:gd name="T13" fmla="*/ 36 h 9"/>
                <a:gd name="T14" fmla="*/ 104 w 23"/>
                <a:gd name="T15" fmla="*/ 27 h 9"/>
                <a:gd name="T16" fmla="*/ 40 w 23"/>
                <a:gd name="T17" fmla="*/ 57 h 9"/>
                <a:gd name="T18" fmla="*/ 0 w 23"/>
                <a:gd name="T19" fmla="*/ 17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9">
                  <a:moveTo>
                    <a:pt x="0" y="0"/>
                  </a:moveTo>
                  <a:cubicBezTo>
                    <a:pt x="0" y="2"/>
                    <a:pt x="0" y="6"/>
                    <a:pt x="2" y="8"/>
                  </a:cubicBezTo>
                  <a:cubicBezTo>
                    <a:pt x="4" y="9"/>
                    <a:pt x="7" y="7"/>
                    <a:pt x="9" y="6"/>
                  </a:cubicBezTo>
                  <a:cubicBezTo>
                    <a:pt x="12" y="5"/>
                    <a:pt x="14" y="6"/>
                    <a:pt x="17" y="6"/>
                  </a:cubicBezTo>
                  <a:cubicBezTo>
                    <a:pt x="20" y="6"/>
                    <a:pt x="21" y="4"/>
                    <a:pt x="23" y="2"/>
                  </a:cubicBezTo>
                  <a:cubicBezTo>
                    <a:pt x="22" y="2"/>
                    <a:pt x="21" y="2"/>
                    <a:pt x="20" y="2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6" y="5"/>
                    <a:pt x="14" y="3"/>
                    <a:pt x="13" y="3"/>
                  </a:cubicBezTo>
                  <a:cubicBezTo>
                    <a:pt x="10" y="3"/>
                    <a:pt x="8" y="5"/>
                    <a:pt x="5" y="6"/>
                  </a:cubicBezTo>
                  <a:cubicBezTo>
                    <a:pt x="3" y="6"/>
                    <a:pt x="0" y="5"/>
                    <a:pt x="0" y="2"/>
                  </a:cubicBezTo>
                </a:path>
              </a:pathLst>
            </a:custGeom>
            <a:solidFill>
              <a:srgbClr val="F4B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28" name="Freeform 4728">
              <a:extLst>
                <a:ext uri="{FF2B5EF4-FFF2-40B4-BE49-F238E27FC236}">
                  <a16:creationId xmlns:a16="http://schemas.microsoft.com/office/drawing/2014/main" id="{58F9F8C3-E983-4036-8424-4BA7A65ED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318"/>
              <a:ext cx="86" cy="97"/>
            </a:xfrm>
            <a:custGeom>
              <a:avLst/>
              <a:gdLst>
                <a:gd name="T0" fmla="*/ 32 w 43"/>
                <a:gd name="T1" fmla="*/ 160 h 46"/>
                <a:gd name="T2" fmla="*/ 16 w 43"/>
                <a:gd name="T3" fmla="*/ 289 h 46"/>
                <a:gd name="T4" fmla="*/ 56 w 43"/>
                <a:gd name="T5" fmla="*/ 337 h 46"/>
                <a:gd name="T6" fmla="*/ 80 w 43"/>
                <a:gd name="T7" fmla="*/ 396 h 46"/>
                <a:gd name="T8" fmla="*/ 184 w 43"/>
                <a:gd name="T9" fmla="*/ 382 h 46"/>
                <a:gd name="T10" fmla="*/ 232 w 43"/>
                <a:gd name="T11" fmla="*/ 396 h 46"/>
                <a:gd name="T12" fmla="*/ 272 w 43"/>
                <a:gd name="T13" fmla="*/ 346 h 46"/>
                <a:gd name="T14" fmla="*/ 336 w 43"/>
                <a:gd name="T15" fmla="*/ 312 h 46"/>
                <a:gd name="T16" fmla="*/ 344 w 43"/>
                <a:gd name="T17" fmla="*/ 228 h 46"/>
                <a:gd name="T18" fmla="*/ 328 w 43"/>
                <a:gd name="T19" fmla="*/ 160 h 46"/>
                <a:gd name="T20" fmla="*/ 328 w 43"/>
                <a:gd name="T21" fmla="*/ 67 h 46"/>
                <a:gd name="T22" fmla="*/ 224 w 43"/>
                <a:gd name="T23" fmla="*/ 49 h 46"/>
                <a:gd name="T24" fmla="*/ 128 w 43"/>
                <a:gd name="T25" fmla="*/ 27 h 46"/>
                <a:gd name="T26" fmla="*/ 104 w 43"/>
                <a:gd name="T27" fmla="*/ 76 h 46"/>
                <a:gd name="T28" fmla="*/ 64 w 43"/>
                <a:gd name="T29" fmla="*/ 103 h 46"/>
                <a:gd name="T30" fmla="*/ 32 w 43"/>
                <a:gd name="T31" fmla="*/ 160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" h="46">
                  <a:moveTo>
                    <a:pt x="4" y="17"/>
                  </a:moveTo>
                  <a:cubicBezTo>
                    <a:pt x="4" y="22"/>
                    <a:pt x="0" y="27"/>
                    <a:pt x="2" y="31"/>
                  </a:cubicBezTo>
                  <a:cubicBezTo>
                    <a:pt x="3" y="34"/>
                    <a:pt x="5" y="34"/>
                    <a:pt x="7" y="36"/>
                  </a:cubicBezTo>
                  <a:cubicBezTo>
                    <a:pt x="9" y="38"/>
                    <a:pt x="8" y="40"/>
                    <a:pt x="10" y="42"/>
                  </a:cubicBezTo>
                  <a:cubicBezTo>
                    <a:pt x="13" y="46"/>
                    <a:pt x="18" y="41"/>
                    <a:pt x="23" y="41"/>
                  </a:cubicBezTo>
                  <a:cubicBezTo>
                    <a:pt x="25" y="41"/>
                    <a:pt x="27" y="43"/>
                    <a:pt x="29" y="42"/>
                  </a:cubicBezTo>
                  <a:cubicBezTo>
                    <a:pt x="31" y="41"/>
                    <a:pt x="32" y="39"/>
                    <a:pt x="34" y="37"/>
                  </a:cubicBezTo>
                  <a:cubicBezTo>
                    <a:pt x="37" y="36"/>
                    <a:pt x="40" y="36"/>
                    <a:pt x="42" y="33"/>
                  </a:cubicBezTo>
                  <a:cubicBezTo>
                    <a:pt x="43" y="31"/>
                    <a:pt x="43" y="27"/>
                    <a:pt x="43" y="24"/>
                  </a:cubicBezTo>
                  <a:cubicBezTo>
                    <a:pt x="42" y="21"/>
                    <a:pt x="41" y="19"/>
                    <a:pt x="41" y="17"/>
                  </a:cubicBezTo>
                  <a:cubicBezTo>
                    <a:pt x="41" y="14"/>
                    <a:pt x="42" y="10"/>
                    <a:pt x="41" y="7"/>
                  </a:cubicBezTo>
                  <a:cubicBezTo>
                    <a:pt x="37" y="1"/>
                    <a:pt x="33" y="5"/>
                    <a:pt x="28" y="5"/>
                  </a:cubicBezTo>
                  <a:cubicBezTo>
                    <a:pt x="24" y="6"/>
                    <a:pt x="22" y="0"/>
                    <a:pt x="16" y="3"/>
                  </a:cubicBezTo>
                  <a:cubicBezTo>
                    <a:pt x="15" y="4"/>
                    <a:pt x="14" y="7"/>
                    <a:pt x="13" y="8"/>
                  </a:cubicBezTo>
                  <a:cubicBezTo>
                    <a:pt x="12" y="10"/>
                    <a:pt x="10" y="11"/>
                    <a:pt x="8" y="11"/>
                  </a:cubicBezTo>
                  <a:cubicBezTo>
                    <a:pt x="6" y="12"/>
                    <a:pt x="5" y="15"/>
                    <a:pt x="4" y="17"/>
                  </a:cubicBezTo>
                  <a:close/>
                </a:path>
              </a:pathLst>
            </a:custGeom>
            <a:noFill/>
            <a:ln w="6350" cap="rnd">
              <a:solidFill>
                <a:srgbClr val="C381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29" name="Oval 4729">
              <a:extLst>
                <a:ext uri="{FF2B5EF4-FFF2-40B4-BE49-F238E27FC236}">
                  <a16:creationId xmlns:a16="http://schemas.microsoft.com/office/drawing/2014/main" id="{757509BD-9961-484F-B3C6-53F7B22A1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2360"/>
              <a:ext cx="6" cy="4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30" name="Oval 4730">
              <a:extLst>
                <a:ext uri="{FF2B5EF4-FFF2-40B4-BE49-F238E27FC236}">
                  <a16:creationId xmlns:a16="http://schemas.microsoft.com/office/drawing/2014/main" id="{9C459A1B-9D79-4F0E-ADF6-1D9CD1067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9" y="2360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31" name="Oval 4731">
              <a:extLst>
                <a:ext uri="{FF2B5EF4-FFF2-40B4-BE49-F238E27FC236}">
                  <a16:creationId xmlns:a16="http://schemas.microsoft.com/office/drawing/2014/main" id="{2FCCD695-B417-4668-8902-C38DB5E46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3" y="2396"/>
              <a:ext cx="6" cy="7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32" name="Oval 4732">
              <a:extLst>
                <a:ext uri="{FF2B5EF4-FFF2-40B4-BE49-F238E27FC236}">
                  <a16:creationId xmlns:a16="http://schemas.microsoft.com/office/drawing/2014/main" id="{CE3E3F3C-715D-469C-9D25-B5C98A634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3" y="2396"/>
              <a:ext cx="2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33" name="Oval 4733">
              <a:extLst>
                <a:ext uri="{FF2B5EF4-FFF2-40B4-BE49-F238E27FC236}">
                  <a16:creationId xmlns:a16="http://schemas.microsoft.com/office/drawing/2014/main" id="{853C86C3-8E75-4983-B104-F8D166683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2398"/>
              <a:ext cx="4" cy="7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34" name="Oval 4734">
              <a:extLst>
                <a:ext uri="{FF2B5EF4-FFF2-40B4-BE49-F238E27FC236}">
                  <a16:creationId xmlns:a16="http://schemas.microsoft.com/office/drawing/2014/main" id="{6D66174F-D330-422B-A778-4D4AF7A6A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2401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35" name="Oval 4735">
              <a:extLst>
                <a:ext uri="{FF2B5EF4-FFF2-40B4-BE49-F238E27FC236}">
                  <a16:creationId xmlns:a16="http://schemas.microsoft.com/office/drawing/2014/main" id="{55ABF333-B698-470F-929F-D0EC7053B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339"/>
              <a:ext cx="6" cy="4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36" name="Oval 4736">
              <a:extLst>
                <a:ext uri="{FF2B5EF4-FFF2-40B4-BE49-F238E27FC236}">
                  <a16:creationId xmlns:a16="http://schemas.microsoft.com/office/drawing/2014/main" id="{D1EF4598-2CE5-409A-A12E-B40DE07C3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339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37" name="Oval 4737">
              <a:extLst>
                <a:ext uri="{FF2B5EF4-FFF2-40B4-BE49-F238E27FC236}">
                  <a16:creationId xmlns:a16="http://schemas.microsoft.com/office/drawing/2014/main" id="{E184A3C4-2EC8-4F63-AD79-E7D2FC6F2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64"/>
              <a:ext cx="6" cy="5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38" name="Oval 4738">
              <a:extLst>
                <a:ext uri="{FF2B5EF4-FFF2-40B4-BE49-F238E27FC236}">
                  <a16:creationId xmlns:a16="http://schemas.microsoft.com/office/drawing/2014/main" id="{B64B78D2-5EE7-4FF4-A2AB-971AFEF49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64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39" name="Oval 4739">
              <a:extLst>
                <a:ext uri="{FF2B5EF4-FFF2-40B4-BE49-F238E27FC236}">
                  <a16:creationId xmlns:a16="http://schemas.microsoft.com/office/drawing/2014/main" id="{BFECE2CD-DB56-4991-BF06-03D9F9BF1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352"/>
              <a:ext cx="4" cy="6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40" name="Oval 4740">
              <a:extLst>
                <a:ext uri="{FF2B5EF4-FFF2-40B4-BE49-F238E27FC236}">
                  <a16:creationId xmlns:a16="http://schemas.microsoft.com/office/drawing/2014/main" id="{AA5EE437-3C7B-4523-90CD-BB8B01703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354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41" name="Oval 4741">
              <a:extLst>
                <a:ext uri="{FF2B5EF4-FFF2-40B4-BE49-F238E27FC236}">
                  <a16:creationId xmlns:a16="http://schemas.microsoft.com/office/drawing/2014/main" id="{6249A858-62F2-4CBC-9E8C-00FEE2D91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358"/>
              <a:ext cx="4" cy="4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42" name="Oval 4742">
              <a:extLst>
                <a:ext uri="{FF2B5EF4-FFF2-40B4-BE49-F238E27FC236}">
                  <a16:creationId xmlns:a16="http://schemas.microsoft.com/office/drawing/2014/main" id="{078FC593-09F2-45DB-82DF-F73D8A067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358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43" name="Oval 4743">
              <a:extLst>
                <a:ext uri="{FF2B5EF4-FFF2-40B4-BE49-F238E27FC236}">
                  <a16:creationId xmlns:a16="http://schemas.microsoft.com/office/drawing/2014/main" id="{2DD51031-8B86-42CF-B554-B679A9F52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356"/>
              <a:ext cx="6" cy="6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44" name="Oval 4744">
              <a:extLst>
                <a:ext uri="{FF2B5EF4-FFF2-40B4-BE49-F238E27FC236}">
                  <a16:creationId xmlns:a16="http://schemas.microsoft.com/office/drawing/2014/main" id="{B35693C2-514E-485C-ACC2-3AFBBC2C8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5" y="2358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45" name="Oval 4745">
              <a:extLst>
                <a:ext uri="{FF2B5EF4-FFF2-40B4-BE49-F238E27FC236}">
                  <a16:creationId xmlns:a16="http://schemas.microsoft.com/office/drawing/2014/main" id="{2CE64895-5BB6-4086-B2CB-2791AD148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1" y="2371"/>
              <a:ext cx="6" cy="6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46" name="Oval 4746">
              <a:extLst>
                <a:ext uri="{FF2B5EF4-FFF2-40B4-BE49-F238E27FC236}">
                  <a16:creationId xmlns:a16="http://schemas.microsoft.com/office/drawing/2014/main" id="{33811F8D-0865-42E2-90BD-246594FA1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3" y="2373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47" name="Oval 4747">
              <a:extLst>
                <a:ext uri="{FF2B5EF4-FFF2-40B4-BE49-F238E27FC236}">
                  <a16:creationId xmlns:a16="http://schemas.microsoft.com/office/drawing/2014/main" id="{624EEC52-17C8-43A9-8191-380528A45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2398"/>
              <a:ext cx="6" cy="5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48" name="Oval 4748">
              <a:extLst>
                <a:ext uri="{FF2B5EF4-FFF2-40B4-BE49-F238E27FC236}">
                  <a16:creationId xmlns:a16="http://schemas.microsoft.com/office/drawing/2014/main" id="{BD7AB19D-F3F4-461B-9781-6A39843E9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2398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49" name="Oval 4749">
              <a:extLst>
                <a:ext uri="{FF2B5EF4-FFF2-40B4-BE49-F238E27FC236}">
                  <a16:creationId xmlns:a16="http://schemas.microsoft.com/office/drawing/2014/main" id="{EB6849A9-3760-46F3-96EF-2C98404C5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47"/>
              <a:ext cx="6" cy="7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50" name="Oval 4750">
              <a:extLst>
                <a:ext uri="{FF2B5EF4-FFF2-40B4-BE49-F238E27FC236}">
                  <a16:creationId xmlns:a16="http://schemas.microsoft.com/office/drawing/2014/main" id="{FEB9E55D-3155-4EC0-ACC8-3133ECE90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347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51" name="Oval 4751">
              <a:extLst>
                <a:ext uri="{FF2B5EF4-FFF2-40B4-BE49-F238E27FC236}">
                  <a16:creationId xmlns:a16="http://schemas.microsoft.com/office/drawing/2014/main" id="{CB68A4D2-D14D-49CE-AE78-4FE4E198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2339"/>
              <a:ext cx="6" cy="6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52" name="Oval 4752">
              <a:extLst>
                <a:ext uri="{FF2B5EF4-FFF2-40B4-BE49-F238E27FC236}">
                  <a16:creationId xmlns:a16="http://schemas.microsoft.com/office/drawing/2014/main" id="{E730B504-5BB0-4996-8342-BE4081166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2339"/>
              <a:ext cx="2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53" name="Oval 4753">
              <a:extLst>
                <a:ext uri="{FF2B5EF4-FFF2-40B4-BE49-F238E27FC236}">
                  <a16:creationId xmlns:a16="http://schemas.microsoft.com/office/drawing/2014/main" id="{C38DC04B-C0A3-47F5-8800-F79F395B5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2354"/>
              <a:ext cx="6" cy="6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54" name="Oval 4754">
              <a:extLst>
                <a:ext uri="{FF2B5EF4-FFF2-40B4-BE49-F238E27FC236}">
                  <a16:creationId xmlns:a16="http://schemas.microsoft.com/office/drawing/2014/main" id="{4A37F1F3-A0B0-4A75-AE45-7EA62674E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356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55" name="Oval 4755">
              <a:extLst>
                <a:ext uri="{FF2B5EF4-FFF2-40B4-BE49-F238E27FC236}">
                  <a16:creationId xmlns:a16="http://schemas.microsoft.com/office/drawing/2014/main" id="{DD94D190-B75E-4DDB-8BF1-9654EB7AE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345"/>
              <a:ext cx="8" cy="7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56" name="Oval 4756">
              <a:extLst>
                <a:ext uri="{FF2B5EF4-FFF2-40B4-BE49-F238E27FC236}">
                  <a16:creationId xmlns:a16="http://schemas.microsoft.com/office/drawing/2014/main" id="{BFC9338B-BA0C-4582-AD5C-FE38C68ED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45"/>
              <a:ext cx="2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57" name="Oval 4757">
              <a:extLst>
                <a:ext uri="{FF2B5EF4-FFF2-40B4-BE49-F238E27FC236}">
                  <a16:creationId xmlns:a16="http://schemas.microsoft.com/office/drawing/2014/main" id="{8D43D9FE-E4AA-4768-ACDE-FECC184EB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324"/>
              <a:ext cx="6" cy="6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58" name="Oval 4758">
              <a:extLst>
                <a:ext uri="{FF2B5EF4-FFF2-40B4-BE49-F238E27FC236}">
                  <a16:creationId xmlns:a16="http://schemas.microsoft.com/office/drawing/2014/main" id="{A70C934B-B2D5-482B-9ED5-DF4700E3A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326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59" name="Oval 4759">
              <a:extLst>
                <a:ext uri="{FF2B5EF4-FFF2-40B4-BE49-F238E27FC236}">
                  <a16:creationId xmlns:a16="http://schemas.microsoft.com/office/drawing/2014/main" id="{6A70144F-90CD-4501-9A14-6D6D734B7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" y="2326"/>
              <a:ext cx="8" cy="9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60" name="Oval 4760">
              <a:extLst>
                <a:ext uri="{FF2B5EF4-FFF2-40B4-BE49-F238E27FC236}">
                  <a16:creationId xmlns:a16="http://schemas.microsoft.com/office/drawing/2014/main" id="{DE5708F4-37CE-4661-9DCE-9D29EEDB3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2328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61" name="Oval 4761">
              <a:extLst>
                <a:ext uri="{FF2B5EF4-FFF2-40B4-BE49-F238E27FC236}">
                  <a16:creationId xmlns:a16="http://schemas.microsoft.com/office/drawing/2014/main" id="{86486A9B-9ADE-4B12-ABC7-ACAA937FE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1" y="2360"/>
              <a:ext cx="6" cy="7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62" name="Oval 4762">
              <a:extLst>
                <a:ext uri="{FF2B5EF4-FFF2-40B4-BE49-F238E27FC236}">
                  <a16:creationId xmlns:a16="http://schemas.microsoft.com/office/drawing/2014/main" id="{D3697F03-136F-47EE-ACD3-7D76327A8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1" y="2362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63" name="Oval 4763">
              <a:extLst>
                <a:ext uri="{FF2B5EF4-FFF2-40B4-BE49-F238E27FC236}">
                  <a16:creationId xmlns:a16="http://schemas.microsoft.com/office/drawing/2014/main" id="{8381D77C-4080-4EBB-AAEE-07F00560B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360"/>
              <a:ext cx="8" cy="11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64" name="Oval 4764">
              <a:extLst>
                <a:ext uri="{FF2B5EF4-FFF2-40B4-BE49-F238E27FC236}">
                  <a16:creationId xmlns:a16="http://schemas.microsoft.com/office/drawing/2014/main" id="{A31F2F09-9D68-4F49-9046-A030A7251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362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65" name="Oval 4765">
              <a:extLst>
                <a:ext uri="{FF2B5EF4-FFF2-40B4-BE49-F238E27FC236}">
                  <a16:creationId xmlns:a16="http://schemas.microsoft.com/office/drawing/2014/main" id="{997E6300-8A55-42FA-9E3F-5CAE84BB2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358"/>
              <a:ext cx="8" cy="9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66" name="Oval 4766">
              <a:extLst>
                <a:ext uri="{FF2B5EF4-FFF2-40B4-BE49-F238E27FC236}">
                  <a16:creationId xmlns:a16="http://schemas.microsoft.com/office/drawing/2014/main" id="{6BF216F3-1E17-46DF-B00E-34F4DA6C3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358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67" name="Oval 4767">
              <a:extLst>
                <a:ext uri="{FF2B5EF4-FFF2-40B4-BE49-F238E27FC236}">
                  <a16:creationId xmlns:a16="http://schemas.microsoft.com/office/drawing/2014/main" id="{6EF6C55E-984B-4A1C-B4DB-669460442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2371"/>
              <a:ext cx="10" cy="10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68" name="Oval 4768">
              <a:extLst>
                <a:ext uri="{FF2B5EF4-FFF2-40B4-BE49-F238E27FC236}">
                  <a16:creationId xmlns:a16="http://schemas.microsoft.com/office/drawing/2014/main" id="{01566225-E445-405C-8656-EA53D8FF9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237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69" name="Oval 4769">
              <a:extLst>
                <a:ext uri="{FF2B5EF4-FFF2-40B4-BE49-F238E27FC236}">
                  <a16:creationId xmlns:a16="http://schemas.microsoft.com/office/drawing/2014/main" id="{626875A0-9277-45BF-9B63-344E9EE19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3" y="2328"/>
              <a:ext cx="6" cy="7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70" name="Oval 4770">
              <a:extLst>
                <a:ext uri="{FF2B5EF4-FFF2-40B4-BE49-F238E27FC236}">
                  <a16:creationId xmlns:a16="http://schemas.microsoft.com/office/drawing/2014/main" id="{674269EF-8395-4FFC-B4EC-E6E3C716A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2330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71" name="Oval 4771">
              <a:extLst>
                <a:ext uri="{FF2B5EF4-FFF2-40B4-BE49-F238E27FC236}">
                  <a16:creationId xmlns:a16="http://schemas.microsoft.com/office/drawing/2014/main" id="{838A8127-6E73-45D6-980C-EF642ACEA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2339"/>
              <a:ext cx="6" cy="4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72" name="Oval 4772">
              <a:extLst>
                <a:ext uri="{FF2B5EF4-FFF2-40B4-BE49-F238E27FC236}">
                  <a16:creationId xmlns:a16="http://schemas.microsoft.com/office/drawing/2014/main" id="{51255048-5978-4622-9FAD-EE82DB7D0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2339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73" name="Oval 4773">
              <a:extLst>
                <a:ext uri="{FF2B5EF4-FFF2-40B4-BE49-F238E27FC236}">
                  <a16:creationId xmlns:a16="http://schemas.microsoft.com/office/drawing/2014/main" id="{131DAD89-34CE-4541-8173-A049A51AE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2330"/>
              <a:ext cx="8" cy="9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74" name="Oval 4774">
              <a:extLst>
                <a:ext uri="{FF2B5EF4-FFF2-40B4-BE49-F238E27FC236}">
                  <a16:creationId xmlns:a16="http://schemas.microsoft.com/office/drawing/2014/main" id="{B36572D9-FB20-48CD-ABA6-6393C6736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332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75" name="Oval 4775">
              <a:extLst>
                <a:ext uri="{FF2B5EF4-FFF2-40B4-BE49-F238E27FC236}">
                  <a16:creationId xmlns:a16="http://schemas.microsoft.com/office/drawing/2014/main" id="{EC12C056-1254-4BD2-A546-1976B0F1B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2347"/>
              <a:ext cx="6" cy="5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76" name="Oval 4776">
              <a:extLst>
                <a:ext uri="{FF2B5EF4-FFF2-40B4-BE49-F238E27FC236}">
                  <a16:creationId xmlns:a16="http://schemas.microsoft.com/office/drawing/2014/main" id="{DE94032A-62E0-4D7D-9C6C-EBA367D13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347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77" name="Oval 4777">
              <a:extLst>
                <a:ext uri="{FF2B5EF4-FFF2-40B4-BE49-F238E27FC236}">
                  <a16:creationId xmlns:a16="http://schemas.microsoft.com/office/drawing/2014/main" id="{A30831CF-9F95-4476-A29C-0B1D2E6E5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3" y="2356"/>
              <a:ext cx="6" cy="6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78" name="Oval 4778">
              <a:extLst>
                <a:ext uri="{FF2B5EF4-FFF2-40B4-BE49-F238E27FC236}">
                  <a16:creationId xmlns:a16="http://schemas.microsoft.com/office/drawing/2014/main" id="{A748C1BB-BCA9-48CF-94AE-B875BE2F0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2358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79" name="Oval 4779">
              <a:extLst>
                <a:ext uri="{FF2B5EF4-FFF2-40B4-BE49-F238E27FC236}">
                  <a16:creationId xmlns:a16="http://schemas.microsoft.com/office/drawing/2014/main" id="{F07CD1E2-7931-4B05-BE32-DDA72E896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330"/>
              <a:ext cx="6" cy="7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80" name="Oval 4780">
              <a:extLst>
                <a:ext uri="{FF2B5EF4-FFF2-40B4-BE49-F238E27FC236}">
                  <a16:creationId xmlns:a16="http://schemas.microsoft.com/office/drawing/2014/main" id="{CB2740B9-4B82-4B91-A85F-BA8C268BD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5" y="2332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81" name="Oval 4781">
              <a:extLst>
                <a:ext uri="{FF2B5EF4-FFF2-40B4-BE49-F238E27FC236}">
                  <a16:creationId xmlns:a16="http://schemas.microsoft.com/office/drawing/2014/main" id="{5E0AFB10-4277-4735-BFF2-03FDFBE50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2352"/>
              <a:ext cx="6" cy="4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82" name="Oval 4782">
              <a:extLst>
                <a:ext uri="{FF2B5EF4-FFF2-40B4-BE49-F238E27FC236}">
                  <a16:creationId xmlns:a16="http://schemas.microsoft.com/office/drawing/2014/main" id="{9474E121-7652-44CA-AC3F-C62EAE7B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2352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83" name="Oval 4783">
              <a:extLst>
                <a:ext uri="{FF2B5EF4-FFF2-40B4-BE49-F238E27FC236}">
                  <a16:creationId xmlns:a16="http://schemas.microsoft.com/office/drawing/2014/main" id="{9D3876AA-1A1E-4FB8-984D-3E7273097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1" y="2341"/>
              <a:ext cx="6" cy="6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84" name="Oval 4784">
              <a:extLst>
                <a:ext uri="{FF2B5EF4-FFF2-40B4-BE49-F238E27FC236}">
                  <a16:creationId xmlns:a16="http://schemas.microsoft.com/office/drawing/2014/main" id="{59B4314A-326B-436D-BAC8-7D7522239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1" y="2343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85" name="Oval 4785">
              <a:extLst>
                <a:ext uri="{FF2B5EF4-FFF2-40B4-BE49-F238E27FC236}">
                  <a16:creationId xmlns:a16="http://schemas.microsoft.com/office/drawing/2014/main" id="{3BD22B7E-9C7F-4A88-952B-E168E3B30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1" y="2335"/>
              <a:ext cx="8" cy="8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86" name="Oval 4786">
              <a:extLst>
                <a:ext uri="{FF2B5EF4-FFF2-40B4-BE49-F238E27FC236}">
                  <a16:creationId xmlns:a16="http://schemas.microsoft.com/office/drawing/2014/main" id="{8CE76FDC-2118-476A-AB08-C2B12B48B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3" y="2337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87" name="Oval 4787">
              <a:extLst>
                <a:ext uri="{FF2B5EF4-FFF2-40B4-BE49-F238E27FC236}">
                  <a16:creationId xmlns:a16="http://schemas.microsoft.com/office/drawing/2014/main" id="{BD860B2B-1850-4FE7-9747-63E880494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2367"/>
              <a:ext cx="6" cy="6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88" name="Oval 4788">
              <a:extLst>
                <a:ext uri="{FF2B5EF4-FFF2-40B4-BE49-F238E27FC236}">
                  <a16:creationId xmlns:a16="http://schemas.microsoft.com/office/drawing/2014/main" id="{1566974A-0F56-4F90-AA67-1330BC7B2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369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89" name="Oval 4789">
              <a:extLst>
                <a:ext uri="{FF2B5EF4-FFF2-40B4-BE49-F238E27FC236}">
                  <a16:creationId xmlns:a16="http://schemas.microsoft.com/office/drawing/2014/main" id="{F6468809-1F67-4ACB-B751-7D7BEA2F9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5" y="2369"/>
              <a:ext cx="8" cy="8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90" name="Oval 4790">
              <a:extLst>
                <a:ext uri="{FF2B5EF4-FFF2-40B4-BE49-F238E27FC236}">
                  <a16:creationId xmlns:a16="http://schemas.microsoft.com/office/drawing/2014/main" id="{0C0BCA63-E3B3-46BE-A57B-93191D7A7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7" y="2371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91" name="Oval 4791">
              <a:extLst>
                <a:ext uri="{FF2B5EF4-FFF2-40B4-BE49-F238E27FC236}">
                  <a16:creationId xmlns:a16="http://schemas.microsoft.com/office/drawing/2014/main" id="{382434A1-EEB5-41B3-912C-CBFFF4EAF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2369"/>
              <a:ext cx="6" cy="4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92" name="Oval 4792">
              <a:extLst>
                <a:ext uri="{FF2B5EF4-FFF2-40B4-BE49-F238E27FC236}">
                  <a16:creationId xmlns:a16="http://schemas.microsoft.com/office/drawing/2014/main" id="{1AB13364-124E-401A-AED3-E8CD66B64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2369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93" name="Oval 4793">
              <a:extLst>
                <a:ext uri="{FF2B5EF4-FFF2-40B4-BE49-F238E27FC236}">
                  <a16:creationId xmlns:a16="http://schemas.microsoft.com/office/drawing/2014/main" id="{ADD25B3B-F356-4905-A5E9-DBE5AD485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67"/>
              <a:ext cx="8" cy="8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94" name="Oval 4794">
              <a:extLst>
                <a:ext uri="{FF2B5EF4-FFF2-40B4-BE49-F238E27FC236}">
                  <a16:creationId xmlns:a16="http://schemas.microsoft.com/office/drawing/2014/main" id="{B69CE936-8745-4DA2-8888-3C6A18440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369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95" name="Oval 4795">
              <a:extLst>
                <a:ext uri="{FF2B5EF4-FFF2-40B4-BE49-F238E27FC236}">
                  <a16:creationId xmlns:a16="http://schemas.microsoft.com/office/drawing/2014/main" id="{03AAACA6-0C3F-40E0-BA30-F8983AEFF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3" y="2379"/>
              <a:ext cx="6" cy="7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96" name="Oval 4796">
              <a:extLst>
                <a:ext uri="{FF2B5EF4-FFF2-40B4-BE49-F238E27FC236}">
                  <a16:creationId xmlns:a16="http://schemas.microsoft.com/office/drawing/2014/main" id="{F0F3C355-E8B4-4ADE-A372-8A68EC3A4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2381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97" name="Oval 4797">
              <a:extLst>
                <a:ext uri="{FF2B5EF4-FFF2-40B4-BE49-F238E27FC236}">
                  <a16:creationId xmlns:a16="http://schemas.microsoft.com/office/drawing/2014/main" id="{C31106C1-404A-49B2-B811-92CD9610D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2377"/>
              <a:ext cx="6" cy="7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98" name="Oval 4798">
              <a:extLst>
                <a:ext uri="{FF2B5EF4-FFF2-40B4-BE49-F238E27FC236}">
                  <a16:creationId xmlns:a16="http://schemas.microsoft.com/office/drawing/2014/main" id="{9BCA3E3C-343F-496E-B1DB-C55897109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9" y="2379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799" name="Oval 4799">
              <a:extLst>
                <a:ext uri="{FF2B5EF4-FFF2-40B4-BE49-F238E27FC236}">
                  <a16:creationId xmlns:a16="http://schemas.microsoft.com/office/drawing/2014/main" id="{F6B655EF-D2CC-4A8A-8790-2E6259E1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364"/>
              <a:ext cx="4" cy="7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00" name="Oval 4800">
              <a:extLst>
                <a:ext uri="{FF2B5EF4-FFF2-40B4-BE49-F238E27FC236}">
                  <a16:creationId xmlns:a16="http://schemas.microsoft.com/office/drawing/2014/main" id="{3FBFFDB5-50C2-45E4-AAB3-E594659B9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364"/>
              <a:ext cx="2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01" name="Oval 4801">
              <a:extLst>
                <a:ext uri="{FF2B5EF4-FFF2-40B4-BE49-F238E27FC236}">
                  <a16:creationId xmlns:a16="http://schemas.microsoft.com/office/drawing/2014/main" id="{81055DBB-7D67-48E5-A90F-EA613F63E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358"/>
              <a:ext cx="8" cy="11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02" name="Oval 4802">
              <a:extLst>
                <a:ext uri="{FF2B5EF4-FFF2-40B4-BE49-F238E27FC236}">
                  <a16:creationId xmlns:a16="http://schemas.microsoft.com/office/drawing/2014/main" id="{679587B1-0EA0-4CD8-91D5-26323084D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36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03" name="Oval 4803">
              <a:extLst>
                <a:ext uri="{FF2B5EF4-FFF2-40B4-BE49-F238E27FC236}">
                  <a16:creationId xmlns:a16="http://schemas.microsoft.com/office/drawing/2014/main" id="{B3A25357-CBBB-4B98-AB5D-F9382D16B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2373"/>
              <a:ext cx="8" cy="8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04" name="Oval 4804">
              <a:extLst>
                <a:ext uri="{FF2B5EF4-FFF2-40B4-BE49-F238E27FC236}">
                  <a16:creationId xmlns:a16="http://schemas.microsoft.com/office/drawing/2014/main" id="{D975CDF0-450C-4B5A-98A0-F54FB2F89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373"/>
              <a:ext cx="2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05" name="Oval 4805">
              <a:extLst>
                <a:ext uri="{FF2B5EF4-FFF2-40B4-BE49-F238E27FC236}">
                  <a16:creationId xmlns:a16="http://schemas.microsoft.com/office/drawing/2014/main" id="{619DA151-F65B-4E6A-936A-C8B16524A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2384"/>
              <a:ext cx="6" cy="6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06" name="Oval 4806">
              <a:extLst>
                <a:ext uri="{FF2B5EF4-FFF2-40B4-BE49-F238E27FC236}">
                  <a16:creationId xmlns:a16="http://schemas.microsoft.com/office/drawing/2014/main" id="{C757B97C-7097-4D4B-8137-86F8E1333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386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07" name="Oval 4807">
              <a:extLst>
                <a:ext uri="{FF2B5EF4-FFF2-40B4-BE49-F238E27FC236}">
                  <a16:creationId xmlns:a16="http://schemas.microsoft.com/office/drawing/2014/main" id="{878EF2CE-2AFA-4315-9475-CD5FB9F50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" y="2386"/>
              <a:ext cx="8" cy="8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08" name="Oval 4808">
              <a:extLst>
                <a:ext uri="{FF2B5EF4-FFF2-40B4-BE49-F238E27FC236}">
                  <a16:creationId xmlns:a16="http://schemas.microsoft.com/office/drawing/2014/main" id="{1BE8B765-AA9A-4A8C-95DD-6D6B9204E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2388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09" name="Oval 4809">
              <a:extLst>
                <a:ext uri="{FF2B5EF4-FFF2-40B4-BE49-F238E27FC236}">
                  <a16:creationId xmlns:a16="http://schemas.microsoft.com/office/drawing/2014/main" id="{D75D2D7F-D926-49A2-AA53-400455850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6"/>
              <a:ext cx="10" cy="8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10" name="Oval 4810">
              <a:extLst>
                <a:ext uri="{FF2B5EF4-FFF2-40B4-BE49-F238E27FC236}">
                  <a16:creationId xmlns:a16="http://schemas.microsoft.com/office/drawing/2014/main" id="{04B65C20-1758-4D86-976F-D6E45200F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8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11" name="Oval 4811">
              <a:extLst>
                <a:ext uri="{FF2B5EF4-FFF2-40B4-BE49-F238E27FC236}">
                  <a16:creationId xmlns:a16="http://schemas.microsoft.com/office/drawing/2014/main" id="{65583FEA-C76E-4133-9088-8A8D470CC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75"/>
              <a:ext cx="6" cy="4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12" name="Oval 4812">
              <a:extLst>
                <a:ext uri="{FF2B5EF4-FFF2-40B4-BE49-F238E27FC236}">
                  <a16:creationId xmlns:a16="http://schemas.microsoft.com/office/drawing/2014/main" id="{944935AF-4837-4D27-A527-F2AFE706C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375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13" name="Oval 4813">
              <a:extLst>
                <a:ext uri="{FF2B5EF4-FFF2-40B4-BE49-F238E27FC236}">
                  <a16:creationId xmlns:a16="http://schemas.microsoft.com/office/drawing/2014/main" id="{BF0FD1E0-F14C-4931-A8D6-EC32E077E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9" y="2373"/>
              <a:ext cx="8" cy="11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14" name="Oval 4814">
              <a:extLst>
                <a:ext uri="{FF2B5EF4-FFF2-40B4-BE49-F238E27FC236}">
                  <a16:creationId xmlns:a16="http://schemas.microsoft.com/office/drawing/2014/main" id="{CD53C10A-7211-4048-9D55-F57E5BD7E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2375"/>
              <a:ext cx="2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15" name="Oval 4815">
              <a:extLst>
                <a:ext uri="{FF2B5EF4-FFF2-40B4-BE49-F238E27FC236}">
                  <a16:creationId xmlns:a16="http://schemas.microsoft.com/office/drawing/2014/main" id="{71712C04-51E8-4186-A671-259DBA72B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394"/>
              <a:ext cx="4" cy="7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16" name="Oval 4816">
              <a:extLst>
                <a:ext uri="{FF2B5EF4-FFF2-40B4-BE49-F238E27FC236}">
                  <a16:creationId xmlns:a16="http://schemas.microsoft.com/office/drawing/2014/main" id="{E2DD4BE8-6713-4995-9F67-F262DC910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396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17" name="Oval 4817">
              <a:extLst>
                <a:ext uri="{FF2B5EF4-FFF2-40B4-BE49-F238E27FC236}">
                  <a16:creationId xmlns:a16="http://schemas.microsoft.com/office/drawing/2014/main" id="{65684EA6-AAC0-49C6-BC18-E52AEF811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388"/>
              <a:ext cx="10" cy="10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18" name="Oval 4818">
              <a:extLst>
                <a:ext uri="{FF2B5EF4-FFF2-40B4-BE49-F238E27FC236}">
                  <a16:creationId xmlns:a16="http://schemas.microsoft.com/office/drawing/2014/main" id="{1DA4116D-64F6-4492-BC4A-83285A579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5" y="239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19" name="Oval 4819">
              <a:extLst>
                <a:ext uri="{FF2B5EF4-FFF2-40B4-BE49-F238E27FC236}">
                  <a16:creationId xmlns:a16="http://schemas.microsoft.com/office/drawing/2014/main" id="{0F55AE0D-F577-4E71-A27A-EAA52CDB2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2339"/>
              <a:ext cx="10" cy="11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20" name="Oval 4820">
              <a:extLst>
                <a:ext uri="{FF2B5EF4-FFF2-40B4-BE49-F238E27FC236}">
                  <a16:creationId xmlns:a16="http://schemas.microsoft.com/office/drawing/2014/main" id="{A3F3C97C-BD1D-4183-AC34-45F5AA638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34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21" name="Oval 4821">
              <a:extLst>
                <a:ext uri="{FF2B5EF4-FFF2-40B4-BE49-F238E27FC236}">
                  <a16:creationId xmlns:a16="http://schemas.microsoft.com/office/drawing/2014/main" id="{7DDBBFFF-FCE4-41D8-8C3C-6D78C3426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2345"/>
              <a:ext cx="10" cy="11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22" name="Oval 4822">
              <a:extLst>
                <a:ext uri="{FF2B5EF4-FFF2-40B4-BE49-F238E27FC236}">
                  <a16:creationId xmlns:a16="http://schemas.microsoft.com/office/drawing/2014/main" id="{3DCACFF1-ADA3-4989-B5BE-EC3527E55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2347"/>
              <a:ext cx="2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23" name="Freeform 4823">
              <a:extLst>
                <a:ext uri="{FF2B5EF4-FFF2-40B4-BE49-F238E27FC236}">
                  <a16:creationId xmlns:a16="http://schemas.microsoft.com/office/drawing/2014/main" id="{CA6725F0-546B-4B49-866B-A42F40EA3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379"/>
              <a:ext cx="6" cy="19"/>
            </a:xfrm>
            <a:custGeom>
              <a:avLst/>
              <a:gdLst>
                <a:gd name="T0" fmla="*/ 0 w 3"/>
                <a:gd name="T1" fmla="*/ 0 h 9"/>
                <a:gd name="T2" fmla="*/ 24 w 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2" y="2"/>
                    <a:pt x="2" y="6"/>
                    <a:pt x="3" y="9"/>
                  </a:cubicBezTo>
                </a:path>
              </a:pathLst>
            </a:custGeom>
            <a:noFill/>
            <a:ln w="6350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24" name="Freeform 4824">
              <a:extLst>
                <a:ext uri="{FF2B5EF4-FFF2-40B4-BE49-F238E27FC236}">
                  <a16:creationId xmlns:a16="http://schemas.microsoft.com/office/drawing/2014/main" id="{65A37A58-90FC-478B-A004-DA5266E07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371"/>
              <a:ext cx="32" cy="19"/>
            </a:xfrm>
            <a:custGeom>
              <a:avLst/>
              <a:gdLst>
                <a:gd name="T0" fmla="*/ 0 w 16"/>
                <a:gd name="T1" fmla="*/ 36 h 9"/>
                <a:gd name="T2" fmla="*/ 72 w 16"/>
                <a:gd name="T3" fmla="*/ 84 h 9"/>
                <a:gd name="T4" fmla="*/ 120 w 16"/>
                <a:gd name="T5" fmla="*/ 36 h 9"/>
                <a:gd name="T6" fmla="*/ 120 w 1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0" y="4"/>
                  </a:moveTo>
                  <a:cubicBezTo>
                    <a:pt x="1" y="8"/>
                    <a:pt x="5" y="9"/>
                    <a:pt x="9" y="9"/>
                  </a:cubicBezTo>
                  <a:cubicBezTo>
                    <a:pt x="11" y="8"/>
                    <a:pt x="14" y="7"/>
                    <a:pt x="15" y="4"/>
                  </a:cubicBezTo>
                  <a:cubicBezTo>
                    <a:pt x="16" y="3"/>
                    <a:pt x="15" y="1"/>
                    <a:pt x="15" y="0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25" name="Freeform 4825">
              <a:extLst>
                <a:ext uri="{FF2B5EF4-FFF2-40B4-BE49-F238E27FC236}">
                  <a16:creationId xmlns:a16="http://schemas.microsoft.com/office/drawing/2014/main" id="{8838FBB8-6E33-4DA2-B65E-E0D0B5D04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339"/>
              <a:ext cx="18" cy="15"/>
            </a:xfrm>
            <a:custGeom>
              <a:avLst/>
              <a:gdLst>
                <a:gd name="T0" fmla="*/ 72 w 9"/>
                <a:gd name="T1" fmla="*/ 19 h 7"/>
                <a:gd name="T2" fmla="*/ 24 w 9"/>
                <a:gd name="T3" fmla="*/ 19 h 7"/>
                <a:gd name="T4" fmla="*/ 0 w 9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2"/>
                  </a:moveTo>
                  <a:cubicBezTo>
                    <a:pt x="7" y="0"/>
                    <a:pt x="4" y="1"/>
                    <a:pt x="3" y="2"/>
                  </a:cubicBezTo>
                  <a:cubicBezTo>
                    <a:pt x="1" y="3"/>
                    <a:pt x="0" y="5"/>
                    <a:pt x="0" y="7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26" name="Freeform 4826">
              <a:extLst>
                <a:ext uri="{FF2B5EF4-FFF2-40B4-BE49-F238E27FC236}">
                  <a16:creationId xmlns:a16="http://schemas.microsoft.com/office/drawing/2014/main" id="{BBA83C84-8CBC-4C6D-9F5F-86518E15E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339"/>
              <a:ext cx="16" cy="6"/>
            </a:xfrm>
            <a:custGeom>
              <a:avLst/>
              <a:gdLst>
                <a:gd name="T0" fmla="*/ 0 w 8"/>
                <a:gd name="T1" fmla="*/ 24 h 3"/>
                <a:gd name="T2" fmla="*/ 32 w 8"/>
                <a:gd name="T3" fmla="*/ 0 h 3"/>
                <a:gd name="T4" fmla="*/ 64 w 8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8" y="2"/>
                    <a:pt x="8" y="3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27" name="Freeform 4827">
              <a:extLst>
                <a:ext uri="{FF2B5EF4-FFF2-40B4-BE49-F238E27FC236}">
                  <a16:creationId xmlns:a16="http://schemas.microsoft.com/office/drawing/2014/main" id="{B9AD3002-89BD-47A3-A749-43CDAA1D4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498"/>
              <a:ext cx="93" cy="107"/>
            </a:xfrm>
            <a:custGeom>
              <a:avLst/>
              <a:gdLst>
                <a:gd name="T0" fmla="*/ 40 w 47"/>
                <a:gd name="T1" fmla="*/ 205 h 50"/>
                <a:gd name="T2" fmla="*/ 16 w 47"/>
                <a:gd name="T3" fmla="*/ 345 h 50"/>
                <a:gd name="T4" fmla="*/ 55 w 47"/>
                <a:gd name="T5" fmla="*/ 381 h 50"/>
                <a:gd name="T6" fmla="*/ 79 w 47"/>
                <a:gd name="T7" fmla="*/ 449 h 50"/>
                <a:gd name="T8" fmla="*/ 172 w 47"/>
                <a:gd name="T9" fmla="*/ 490 h 50"/>
                <a:gd name="T10" fmla="*/ 247 w 47"/>
                <a:gd name="T11" fmla="*/ 482 h 50"/>
                <a:gd name="T12" fmla="*/ 271 w 47"/>
                <a:gd name="T13" fmla="*/ 422 h 50"/>
                <a:gd name="T14" fmla="*/ 340 w 47"/>
                <a:gd name="T15" fmla="*/ 362 h 50"/>
                <a:gd name="T16" fmla="*/ 332 w 47"/>
                <a:gd name="T17" fmla="*/ 274 h 50"/>
                <a:gd name="T18" fmla="*/ 364 w 47"/>
                <a:gd name="T19" fmla="*/ 197 h 50"/>
                <a:gd name="T20" fmla="*/ 317 w 47"/>
                <a:gd name="T21" fmla="*/ 120 h 50"/>
                <a:gd name="T22" fmla="*/ 224 w 47"/>
                <a:gd name="T23" fmla="*/ 41 h 50"/>
                <a:gd name="T24" fmla="*/ 125 w 47"/>
                <a:gd name="T25" fmla="*/ 28 h 50"/>
                <a:gd name="T26" fmla="*/ 93 w 47"/>
                <a:gd name="T27" fmla="*/ 109 h 50"/>
                <a:gd name="T28" fmla="*/ 63 w 47"/>
                <a:gd name="T29" fmla="*/ 146 h 50"/>
                <a:gd name="T30" fmla="*/ 40 w 47"/>
                <a:gd name="T31" fmla="*/ 205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" h="50">
                  <a:moveTo>
                    <a:pt x="5" y="21"/>
                  </a:moveTo>
                  <a:cubicBezTo>
                    <a:pt x="4" y="25"/>
                    <a:pt x="0" y="30"/>
                    <a:pt x="2" y="35"/>
                  </a:cubicBezTo>
                  <a:cubicBezTo>
                    <a:pt x="3" y="37"/>
                    <a:pt x="5" y="38"/>
                    <a:pt x="7" y="39"/>
                  </a:cubicBezTo>
                  <a:cubicBezTo>
                    <a:pt x="8" y="41"/>
                    <a:pt x="8" y="44"/>
                    <a:pt x="10" y="46"/>
                  </a:cubicBezTo>
                  <a:cubicBezTo>
                    <a:pt x="12" y="50"/>
                    <a:pt x="18" y="50"/>
                    <a:pt x="22" y="50"/>
                  </a:cubicBezTo>
                  <a:cubicBezTo>
                    <a:pt x="25" y="50"/>
                    <a:pt x="29" y="50"/>
                    <a:pt x="32" y="49"/>
                  </a:cubicBezTo>
                  <a:cubicBezTo>
                    <a:pt x="34" y="48"/>
                    <a:pt x="33" y="44"/>
                    <a:pt x="35" y="43"/>
                  </a:cubicBezTo>
                  <a:cubicBezTo>
                    <a:pt x="38" y="42"/>
                    <a:pt x="42" y="40"/>
                    <a:pt x="44" y="37"/>
                  </a:cubicBezTo>
                  <a:cubicBezTo>
                    <a:pt x="45" y="34"/>
                    <a:pt x="44" y="31"/>
                    <a:pt x="43" y="28"/>
                  </a:cubicBezTo>
                  <a:cubicBezTo>
                    <a:pt x="42" y="26"/>
                    <a:pt x="47" y="22"/>
                    <a:pt x="47" y="20"/>
                  </a:cubicBezTo>
                  <a:cubicBezTo>
                    <a:pt x="47" y="17"/>
                    <a:pt x="43" y="14"/>
                    <a:pt x="41" y="12"/>
                  </a:cubicBezTo>
                  <a:cubicBezTo>
                    <a:pt x="38" y="6"/>
                    <a:pt x="34" y="4"/>
                    <a:pt x="29" y="4"/>
                  </a:cubicBezTo>
                  <a:cubicBezTo>
                    <a:pt x="26" y="4"/>
                    <a:pt x="22" y="0"/>
                    <a:pt x="16" y="3"/>
                  </a:cubicBezTo>
                  <a:cubicBezTo>
                    <a:pt x="14" y="4"/>
                    <a:pt x="13" y="10"/>
                    <a:pt x="12" y="11"/>
                  </a:cubicBezTo>
                  <a:cubicBezTo>
                    <a:pt x="11" y="12"/>
                    <a:pt x="10" y="14"/>
                    <a:pt x="8" y="15"/>
                  </a:cubicBezTo>
                  <a:cubicBezTo>
                    <a:pt x="6" y="16"/>
                    <a:pt x="5" y="18"/>
                    <a:pt x="5" y="21"/>
                  </a:cubicBezTo>
                  <a:close/>
                </a:path>
              </a:pathLst>
            </a:custGeom>
            <a:solidFill>
              <a:srgbClr val="F6C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28" name="Freeform 4828">
              <a:extLst>
                <a:ext uri="{FF2B5EF4-FFF2-40B4-BE49-F238E27FC236}">
                  <a16:creationId xmlns:a16="http://schemas.microsoft.com/office/drawing/2014/main" id="{3E9C9F58-07F3-409F-9E6D-51A5F0EAA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498"/>
              <a:ext cx="93" cy="107"/>
            </a:xfrm>
            <a:custGeom>
              <a:avLst/>
              <a:gdLst>
                <a:gd name="T0" fmla="*/ 40 w 47"/>
                <a:gd name="T1" fmla="*/ 205 h 50"/>
                <a:gd name="T2" fmla="*/ 16 w 47"/>
                <a:gd name="T3" fmla="*/ 345 h 50"/>
                <a:gd name="T4" fmla="*/ 55 w 47"/>
                <a:gd name="T5" fmla="*/ 381 h 50"/>
                <a:gd name="T6" fmla="*/ 79 w 47"/>
                <a:gd name="T7" fmla="*/ 449 h 50"/>
                <a:gd name="T8" fmla="*/ 172 w 47"/>
                <a:gd name="T9" fmla="*/ 490 h 50"/>
                <a:gd name="T10" fmla="*/ 247 w 47"/>
                <a:gd name="T11" fmla="*/ 482 h 50"/>
                <a:gd name="T12" fmla="*/ 271 w 47"/>
                <a:gd name="T13" fmla="*/ 422 h 50"/>
                <a:gd name="T14" fmla="*/ 340 w 47"/>
                <a:gd name="T15" fmla="*/ 362 h 50"/>
                <a:gd name="T16" fmla="*/ 332 w 47"/>
                <a:gd name="T17" fmla="*/ 274 h 50"/>
                <a:gd name="T18" fmla="*/ 364 w 47"/>
                <a:gd name="T19" fmla="*/ 197 h 50"/>
                <a:gd name="T20" fmla="*/ 317 w 47"/>
                <a:gd name="T21" fmla="*/ 120 h 50"/>
                <a:gd name="T22" fmla="*/ 224 w 47"/>
                <a:gd name="T23" fmla="*/ 41 h 50"/>
                <a:gd name="T24" fmla="*/ 125 w 47"/>
                <a:gd name="T25" fmla="*/ 28 h 50"/>
                <a:gd name="T26" fmla="*/ 93 w 47"/>
                <a:gd name="T27" fmla="*/ 109 h 50"/>
                <a:gd name="T28" fmla="*/ 63 w 47"/>
                <a:gd name="T29" fmla="*/ 146 h 50"/>
                <a:gd name="T30" fmla="*/ 40 w 47"/>
                <a:gd name="T31" fmla="*/ 205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" h="50">
                  <a:moveTo>
                    <a:pt x="5" y="21"/>
                  </a:moveTo>
                  <a:cubicBezTo>
                    <a:pt x="4" y="25"/>
                    <a:pt x="0" y="30"/>
                    <a:pt x="2" y="35"/>
                  </a:cubicBezTo>
                  <a:cubicBezTo>
                    <a:pt x="3" y="37"/>
                    <a:pt x="5" y="38"/>
                    <a:pt x="7" y="39"/>
                  </a:cubicBezTo>
                  <a:cubicBezTo>
                    <a:pt x="8" y="41"/>
                    <a:pt x="8" y="44"/>
                    <a:pt x="10" y="46"/>
                  </a:cubicBezTo>
                  <a:cubicBezTo>
                    <a:pt x="12" y="50"/>
                    <a:pt x="18" y="50"/>
                    <a:pt x="22" y="50"/>
                  </a:cubicBezTo>
                  <a:cubicBezTo>
                    <a:pt x="25" y="50"/>
                    <a:pt x="29" y="50"/>
                    <a:pt x="32" y="49"/>
                  </a:cubicBezTo>
                  <a:cubicBezTo>
                    <a:pt x="34" y="48"/>
                    <a:pt x="33" y="44"/>
                    <a:pt x="35" y="43"/>
                  </a:cubicBezTo>
                  <a:cubicBezTo>
                    <a:pt x="38" y="42"/>
                    <a:pt x="42" y="40"/>
                    <a:pt x="44" y="37"/>
                  </a:cubicBezTo>
                  <a:cubicBezTo>
                    <a:pt x="45" y="34"/>
                    <a:pt x="44" y="31"/>
                    <a:pt x="43" y="28"/>
                  </a:cubicBezTo>
                  <a:cubicBezTo>
                    <a:pt x="42" y="26"/>
                    <a:pt x="47" y="22"/>
                    <a:pt x="47" y="20"/>
                  </a:cubicBezTo>
                  <a:cubicBezTo>
                    <a:pt x="47" y="17"/>
                    <a:pt x="43" y="14"/>
                    <a:pt x="41" y="12"/>
                  </a:cubicBezTo>
                  <a:cubicBezTo>
                    <a:pt x="38" y="6"/>
                    <a:pt x="34" y="4"/>
                    <a:pt x="29" y="4"/>
                  </a:cubicBezTo>
                  <a:cubicBezTo>
                    <a:pt x="26" y="4"/>
                    <a:pt x="22" y="0"/>
                    <a:pt x="16" y="3"/>
                  </a:cubicBezTo>
                  <a:cubicBezTo>
                    <a:pt x="14" y="4"/>
                    <a:pt x="13" y="10"/>
                    <a:pt x="12" y="11"/>
                  </a:cubicBezTo>
                  <a:cubicBezTo>
                    <a:pt x="11" y="12"/>
                    <a:pt x="10" y="14"/>
                    <a:pt x="8" y="15"/>
                  </a:cubicBezTo>
                  <a:cubicBezTo>
                    <a:pt x="6" y="16"/>
                    <a:pt x="5" y="18"/>
                    <a:pt x="5" y="21"/>
                  </a:cubicBezTo>
                  <a:close/>
                </a:path>
              </a:pathLst>
            </a:custGeom>
            <a:noFill/>
            <a:ln w="6350" cap="rnd">
              <a:solidFill>
                <a:srgbClr val="C381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29" name="Freeform 4829">
              <a:extLst>
                <a:ext uri="{FF2B5EF4-FFF2-40B4-BE49-F238E27FC236}">
                  <a16:creationId xmlns:a16="http://schemas.microsoft.com/office/drawing/2014/main" id="{5D324800-00A2-417C-8FBA-D7B1E6925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558"/>
              <a:ext cx="6" cy="6"/>
            </a:xfrm>
            <a:custGeom>
              <a:avLst/>
              <a:gdLst>
                <a:gd name="T0" fmla="*/ 8 w 3"/>
                <a:gd name="T1" fmla="*/ 16 h 3"/>
                <a:gd name="T2" fmla="*/ 16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8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30" name="Oval 4830">
              <a:extLst>
                <a:ext uri="{FF2B5EF4-FFF2-40B4-BE49-F238E27FC236}">
                  <a16:creationId xmlns:a16="http://schemas.microsoft.com/office/drawing/2014/main" id="{870D7804-C5E7-4F05-8124-0D3D3D09F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2560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31" name="Freeform 4831">
              <a:extLst>
                <a:ext uri="{FF2B5EF4-FFF2-40B4-BE49-F238E27FC236}">
                  <a16:creationId xmlns:a16="http://schemas.microsoft.com/office/drawing/2014/main" id="{E1406447-B1BF-4F3D-B185-12B1FE3A0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588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32" name="Freeform 4832">
              <a:extLst>
                <a:ext uri="{FF2B5EF4-FFF2-40B4-BE49-F238E27FC236}">
                  <a16:creationId xmlns:a16="http://schemas.microsoft.com/office/drawing/2014/main" id="{031C343C-8C1D-45AA-8EFB-D35B3F019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590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33" name="Freeform 4833">
              <a:extLst>
                <a:ext uri="{FF2B5EF4-FFF2-40B4-BE49-F238E27FC236}">
                  <a16:creationId xmlns:a16="http://schemas.microsoft.com/office/drawing/2014/main" id="{DFA461C6-A575-45FF-B713-FD46F3049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592"/>
              <a:ext cx="6" cy="4"/>
            </a:xfrm>
            <a:custGeom>
              <a:avLst/>
              <a:gdLst>
                <a:gd name="T0" fmla="*/ 0 w 3"/>
                <a:gd name="T1" fmla="*/ 8 h 2"/>
                <a:gd name="T2" fmla="*/ 8 w 3"/>
                <a:gd name="T3" fmla="*/ 0 h 2"/>
                <a:gd name="T4" fmla="*/ 16 w 3"/>
                <a:gd name="T5" fmla="*/ 8 h 2"/>
                <a:gd name="T6" fmla="*/ 8 w 3"/>
                <a:gd name="T7" fmla="*/ 16 h 2"/>
                <a:gd name="T8" fmla="*/ 0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34" name="Freeform 4834">
              <a:extLst>
                <a:ext uri="{FF2B5EF4-FFF2-40B4-BE49-F238E27FC236}">
                  <a16:creationId xmlns:a16="http://schemas.microsoft.com/office/drawing/2014/main" id="{E1748CE0-769E-4FCD-9D87-CDA3BAA12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592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35" name="Freeform 4835">
              <a:extLst>
                <a:ext uri="{FF2B5EF4-FFF2-40B4-BE49-F238E27FC236}">
                  <a16:creationId xmlns:a16="http://schemas.microsoft.com/office/drawing/2014/main" id="{497C39C3-8689-4654-B9F9-8A7874F36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532"/>
              <a:ext cx="5" cy="7"/>
            </a:xfrm>
            <a:custGeom>
              <a:avLst/>
              <a:gdLst>
                <a:gd name="T0" fmla="*/ 0 w 3"/>
                <a:gd name="T1" fmla="*/ 28 h 3"/>
                <a:gd name="T2" fmla="*/ 5 w 3"/>
                <a:gd name="T3" fmla="*/ 0 h 3"/>
                <a:gd name="T4" fmla="*/ 8 w 3"/>
                <a:gd name="T5" fmla="*/ 12 h 3"/>
                <a:gd name="T6" fmla="*/ 5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36" name="Freeform 4836">
              <a:extLst>
                <a:ext uri="{FF2B5EF4-FFF2-40B4-BE49-F238E27FC236}">
                  <a16:creationId xmlns:a16="http://schemas.microsoft.com/office/drawing/2014/main" id="{FB4B2BB4-79B7-4E73-890B-389B41485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53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37" name="Freeform 4837">
              <a:extLst>
                <a:ext uri="{FF2B5EF4-FFF2-40B4-BE49-F238E27FC236}">
                  <a16:creationId xmlns:a16="http://schemas.microsoft.com/office/drawing/2014/main" id="{ACB9A666-193A-4FC8-900E-81AC16EEB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560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38" name="Freeform 4838">
              <a:extLst>
                <a:ext uri="{FF2B5EF4-FFF2-40B4-BE49-F238E27FC236}">
                  <a16:creationId xmlns:a16="http://schemas.microsoft.com/office/drawing/2014/main" id="{D857C683-FF19-478C-AF7D-74AB73615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562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39" name="Freeform 4839">
              <a:extLst>
                <a:ext uri="{FF2B5EF4-FFF2-40B4-BE49-F238E27FC236}">
                  <a16:creationId xmlns:a16="http://schemas.microsoft.com/office/drawing/2014/main" id="{AF99B195-E2FA-4F64-A28D-1FEF48BB3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552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16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40" name="Freeform 4840">
              <a:extLst>
                <a:ext uri="{FF2B5EF4-FFF2-40B4-BE49-F238E27FC236}">
                  <a16:creationId xmlns:a16="http://schemas.microsoft.com/office/drawing/2014/main" id="{CA48237A-5207-48DE-981E-0BE2F1CAC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552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41" name="Freeform 4841">
              <a:extLst>
                <a:ext uri="{FF2B5EF4-FFF2-40B4-BE49-F238E27FC236}">
                  <a16:creationId xmlns:a16="http://schemas.microsoft.com/office/drawing/2014/main" id="{3C3D6A66-D8F5-4056-A345-7F77697E0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556"/>
              <a:ext cx="6" cy="6"/>
            </a:xfrm>
            <a:custGeom>
              <a:avLst/>
              <a:gdLst>
                <a:gd name="T0" fmla="*/ 0 w 3"/>
                <a:gd name="T1" fmla="*/ 8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42" name="Freeform 4842">
              <a:extLst>
                <a:ext uri="{FF2B5EF4-FFF2-40B4-BE49-F238E27FC236}">
                  <a16:creationId xmlns:a16="http://schemas.microsoft.com/office/drawing/2014/main" id="{AF5E1CFC-CFAD-4B99-80E9-1435FF4EE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556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8 h 2"/>
                <a:gd name="T4" fmla="*/ 8 w 1"/>
                <a:gd name="T5" fmla="*/ 8 h 2"/>
                <a:gd name="T6" fmla="*/ 0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43" name="Freeform 4843">
              <a:extLst>
                <a:ext uri="{FF2B5EF4-FFF2-40B4-BE49-F238E27FC236}">
                  <a16:creationId xmlns:a16="http://schemas.microsoft.com/office/drawing/2014/main" id="{4E806F27-F387-47C0-9C1A-7549BCA15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547"/>
              <a:ext cx="6" cy="7"/>
            </a:xfrm>
            <a:custGeom>
              <a:avLst/>
              <a:gdLst>
                <a:gd name="T0" fmla="*/ 0 w 3"/>
                <a:gd name="T1" fmla="*/ 12 h 3"/>
                <a:gd name="T2" fmla="*/ 8 w 3"/>
                <a:gd name="T3" fmla="*/ 0 h 3"/>
                <a:gd name="T4" fmla="*/ 24 w 3"/>
                <a:gd name="T5" fmla="*/ 12 h 3"/>
                <a:gd name="T6" fmla="*/ 8 w 3"/>
                <a:gd name="T7" fmla="*/ 28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44" name="Freeform 4844">
              <a:extLst>
                <a:ext uri="{FF2B5EF4-FFF2-40B4-BE49-F238E27FC236}">
                  <a16:creationId xmlns:a16="http://schemas.microsoft.com/office/drawing/2014/main" id="{B515F12A-C770-463B-85D4-31C6E8AB1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547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0 h 2"/>
                <a:gd name="T4" fmla="*/ 8 w 1"/>
                <a:gd name="T5" fmla="*/ 20 h 2"/>
                <a:gd name="T6" fmla="*/ 8 w 1"/>
                <a:gd name="T7" fmla="*/ 2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45" name="Freeform 4845">
              <a:extLst>
                <a:ext uri="{FF2B5EF4-FFF2-40B4-BE49-F238E27FC236}">
                  <a16:creationId xmlns:a16="http://schemas.microsoft.com/office/drawing/2014/main" id="{D3585A96-2259-43C9-B933-1A33E4ECB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564"/>
              <a:ext cx="6" cy="7"/>
            </a:xfrm>
            <a:custGeom>
              <a:avLst/>
              <a:gdLst>
                <a:gd name="T0" fmla="*/ 0 w 3"/>
                <a:gd name="T1" fmla="*/ 12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28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46" name="Freeform 4846">
              <a:extLst>
                <a:ext uri="{FF2B5EF4-FFF2-40B4-BE49-F238E27FC236}">
                  <a16:creationId xmlns:a16="http://schemas.microsoft.com/office/drawing/2014/main" id="{BDF66FDD-1313-4FFD-8620-B2385203B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564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47" name="Freeform 4847">
              <a:extLst>
                <a:ext uri="{FF2B5EF4-FFF2-40B4-BE49-F238E27FC236}">
                  <a16:creationId xmlns:a16="http://schemas.microsoft.com/office/drawing/2014/main" id="{4C75CCA3-1FE6-40F5-8D36-A8B56AD08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592"/>
              <a:ext cx="5" cy="6"/>
            </a:xfrm>
            <a:custGeom>
              <a:avLst/>
              <a:gdLst>
                <a:gd name="T0" fmla="*/ 5 w 3"/>
                <a:gd name="T1" fmla="*/ 16 h 3"/>
                <a:gd name="T2" fmla="*/ 8 w 3"/>
                <a:gd name="T3" fmla="*/ 8 h 3"/>
                <a:gd name="T4" fmla="*/ 13 w 3"/>
                <a:gd name="T5" fmla="*/ 16 h 3"/>
                <a:gd name="T6" fmla="*/ 8 w 3"/>
                <a:gd name="T7" fmla="*/ 24 h 3"/>
                <a:gd name="T8" fmla="*/ 5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48" name="Freeform 4848">
              <a:extLst>
                <a:ext uri="{FF2B5EF4-FFF2-40B4-BE49-F238E27FC236}">
                  <a16:creationId xmlns:a16="http://schemas.microsoft.com/office/drawing/2014/main" id="{846DCB50-E9A4-4D94-9F85-E77CD2F1F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594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49" name="Freeform 4849">
              <a:extLst>
                <a:ext uri="{FF2B5EF4-FFF2-40B4-BE49-F238E27FC236}">
                  <a16:creationId xmlns:a16="http://schemas.microsoft.com/office/drawing/2014/main" id="{C1130919-FCCD-4356-B71F-B03768AE9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543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50" name="Freeform 4850">
              <a:extLst>
                <a:ext uri="{FF2B5EF4-FFF2-40B4-BE49-F238E27FC236}">
                  <a16:creationId xmlns:a16="http://schemas.microsoft.com/office/drawing/2014/main" id="{84078BC7-6F8F-4B16-A69B-146895870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54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51" name="Freeform 4851">
              <a:extLst>
                <a:ext uri="{FF2B5EF4-FFF2-40B4-BE49-F238E27FC236}">
                  <a16:creationId xmlns:a16="http://schemas.microsoft.com/office/drawing/2014/main" id="{7E14EC80-ADC7-4B6F-B494-B465641E5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535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52" name="Freeform 4852">
              <a:extLst>
                <a:ext uri="{FF2B5EF4-FFF2-40B4-BE49-F238E27FC236}">
                  <a16:creationId xmlns:a16="http://schemas.microsoft.com/office/drawing/2014/main" id="{093323C1-23AF-4716-9B39-D912177F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53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53" name="Freeform 4853">
              <a:extLst>
                <a:ext uri="{FF2B5EF4-FFF2-40B4-BE49-F238E27FC236}">
                  <a16:creationId xmlns:a16="http://schemas.microsoft.com/office/drawing/2014/main" id="{5FA584DB-D52C-4C50-887E-652E4FCFF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549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16 w 3"/>
                <a:gd name="T5" fmla="*/ 12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54" name="Freeform 4854">
              <a:extLst>
                <a:ext uri="{FF2B5EF4-FFF2-40B4-BE49-F238E27FC236}">
                  <a16:creationId xmlns:a16="http://schemas.microsoft.com/office/drawing/2014/main" id="{7CAE8186-AA29-4559-886F-A02F9F35C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552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55" name="Freeform 4855">
              <a:extLst>
                <a:ext uri="{FF2B5EF4-FFF2-40B4-BE49-F238E27FC236}">
                  <a16:creationId xmlns:a16="http://schemas.microsoft.com/office/drawing/2014/main" id="{1F8FCF43-4691-4841-9012-97922D684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541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0 h 4"/>
                <a:gd name="T4" fmla="*/ 32 w 4"/>
                <a:gd name="T5" fmla="*/ 8 h 4"/>
                <a:gd name="T6" fmla="*/ 16 w 4"/>
                <a:gd name="T7" fmla="*/ 24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56" name="Freeform 4856">
              <a:extLst>
                <a:ext uri="{FF2B5EF4-FFF2-40B4-BE49-F238E27FC236}">
                  <a16:creationId xmlns:a16="http://schemas.microsoft.com/office/drawing/2014/main" id="{7C4D4685-1B1C-4467-BFBC-943051C76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543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57" name="Freeform 4857">
              <a:extLst>
                <a:ext uri="{FF2B5EF4-FFF2-40B4-BE49-F238E27FC236}">
                  <a16:creationId xmlns:a16="http://schemas.microsoft.com/office/drawing/2014/main" id="{4375707A-05AF-48F7-BC66-DE8D9BFA1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520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0 h 3"/>
                <a:gd name="T4" fmla="*/ 16 w 2"/>
                <a:gd name="T5" fmla="*/ 8 h 3"/>
                <a:gd name="T6" fmla="*/ 8 w 2"/>
                <a:gd name="T7" fmla="*/ 24 h 3"/>
                <a:gd name="T8" fmla="*/ 0 w 2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58" name="Freeform 4858">
              <a:extLst>
                <a:ext uri="{FF2B5EF4-FFF2-40B4-BE49-F238E27FC236}">
                  <a16:creationId xmlns:a16="http://schemas.microsoft.com/office/drawing/2014/main" id="{B84CB9B2-4290-4512-8561-482524FE5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522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59" name="Oval 4859">
              <a:extLst>
                <a:ext uri="{FF2B5EF4-FFF2-40B4-BE49-F238E27FC236}">
                  <a16:creationId xmlns:a16="http://schemas.microsoft.com/office/drawing/2014/main" id="{53089D36-638C-43CA-AA0D-62DCFBC3B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2522"/>
              <a:ext cx="8" cy="8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60" name="Freeform 4860">
              <a:extLst>
                <a:ext uri="{FF2B5EF4-FFF2-40B4-BE49-F238E27FC236}">
                  <a16:creationId xmlns:a16="http://schemas.microsoft.com/office/drawing/2014/main" id="{053D2854-939F-49EA-B6DC-95F8E1046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524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8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61" name="Freeform 4861">
              <a:extLst>
                <a:ext uri="{FF2B5EF4-FFF2-40B4-BE49-F238E27FC236}">
                  <a16:creationId xmlns:a16="http://schemas.microsoft.com/office/drawing/2014/main" id="{23C0D3D5-E914-403F-AD2D-F506D422E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552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16 w 3"/>
                <a:gd name="T5" fmla="*/ 16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62" name="Freeform 4862">
              <a:extLst>
                <a:ext uri="{FF2B5EF4-FFF2-40B4-BE49-F238E27FC236}">
                  <a16:creationId xmlns:a16="http://schemas.microsoft.com/office/drawing/2014/main" id="{6D3F4884-3C77-4C6B-84A1-F44A8D769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554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63" name="Freeform 4863">
              <a:extLst>
                <a:ext uri="{FF2B5EF4-FFF2-40B4-BE49-F238E27FC236}">
                  <a16:creationId xmlns:a16="http://schemas.microsoft.com/office/drawing/2014/main" id="{9AC1CBB1-8814-4CC8-B4A7-87BE7448A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556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3 w 5"/>
                <a:gd name="T5" fmla="*/ 16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64" name="Freeform 4864">
              <a:extLst>
                <a:ext uri="{FF2B5EF4-FFF2-40B4-BE49-F238E27FC236}">
                  <a16:creationId xmlns:a16="http://schemas.microsoft.com/office/drawing/2014/main" id="{603624D2-DCE5-4268-91CA-234C61379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558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65" name="Freeform 4865">
              <a:extLst>
                <a:ext uri="{FF2B5EF4-FFF2-40B4-BE49-F238E27FC236}">
                  <a16:creationId xmlns:a16="http://schemas.microsoft.com/office/drawing/2014/main" id="{95F47CB6-C940-4F15-A34F-3764665A5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552"/>
              <a:ext cx="9" cy="10"/>
            </a:xfrm>
            <a:custGeom>
              <a:avLst/>
              <a:gdLst>
                <a:gd name="T0" fmla="*/ 7 w 5"/>
                <a:gd name="T1" fmla="*/ 16 h 5"/>
                <a:gd name="T2" fmla="*/ 13 w 5"/>
                <a:gd name="T3" fmla="*/ 0 h 5"/>
                <a:gd name="T4" fmla="*/ 29 w 5"/>
                <a:gd name="T5" fmla="*/ 16 h 5"/>
                <a:gd name="T6" fmla="*/ 16 w 5"/>
                <a:gd name="T7" fmla="*/ 32 h 5"/>
                <a:gd name="T8" fmla="*/ 7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5" y="4"/>
                    <a:pt x="3" y="4"/>
                  </a:cubicBezTo>
                  <a:cubicBezTo>
                    <a:pt x="2" y="5"/>
                    <a:pt x="1" y="4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66" name="Freeform 4866">
              <a:extLst>
                <a:ext uri="{FF2B5EF4-FFF2-40B4-BE49-F238E27FC236}">
                  <a16:creationId xmlns:a16="http://schemas.microsoft.com/office/drawing/2014/main" id="{8165F57F-47FC-49B8-87B2-C4DBBB931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554"/>
              <a:ext cx="3" cy="4"/>
            </a:xfrm>
            <a:custGeom>
              <a:avLst/>
              <a:gdLst>
                <a:gd name="T0" fmla="*/ 0 w 2"/>
                <a:gd name="T1" fmla="*/ 8 h 2"/>
                <a:gd name="T2" fmla="*/ 5 w 2"/>
                <a:gd name="T3" fmla="*/ 0 h 2"/>
                <a:gd name="T4" fmla="*/ 8 w 2"/>
                <a:gd name="T5" fmla="*/ 8 h 2"/>
                <a:gd name="T6" fmla="*/ 5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67" name="Freeform 4867">
              <a:extLst>
                <a:ext uri="{FF2B5EF4-FFF2-40B4-BE49-F238E27FC236}">
                  <a16:creationId xmlns:a16="http://schemas.microsoft.com/office/drawing/2014/main" id="{1D8DDC55-2303-4774-87D6-ECB28F00A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558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68" name="Freeform 4868">
              <a:extLst>
                <a:ext uri="{FF2B5EF4-FFF2-40B4-BE49-F238E27FC236}">
                  <a16:creationId xmlns:a16="http://schemas.microsoft.com/office/drawing/2014/main" id="{BAC7A4BC-0F49-4759-A303-B126C83EA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560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69" name="Freeform 4869">
              <a:extLst>
                <a:ext uri="{FF2B5EF4-FFF2-40B4-BE49-F238E27FC236}">
                  <a16:creationId xmlns:a16="http://schemas.microsoft.com/office/drawing/2014/main" id="{363BB2DC-3F41-4DDD-840D-238BDE081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518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0" name="Freeform 4870">
              <a:extLst>
                <a:ext uri="{FF2B5EF4-FFF2-40B4-BE49-F238E27FC236}">
                  <a16:creationId xmlns:a16="http://schemas.microsoft.com/office/drawing/2014/main" id="{14F33CC2-FF9A-495B-AA6F-B5669B53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518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1" name="Freeform 4871">
              <a:extLst>
                <a:ext uri="{FF2B5EF4-FFF2-40B4-BE49-F238E27FC236}">
                  <a16:creationId xmlns:a16="http://schemas.microsoft.com/office/drawing/2014/main" id="{10DC9C2F-9623-4803-87FF-504D2F4D4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526"/>
              <a:ext cx="6" cy="6"/>
            </a:xfrm>
            <a:custGeom>
              <a:avLst/>
              <a:gdLst>
                <a:gd name="T0" fmla="*/ 8 w 3"/>
                <a:gd name="T1" fmla="*/ 8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2" name="Freeform 4872">
              <a:extLst>
                <a:ext uri="{FF2B5EF4-FFF2-40B4-BE49-F238E27FC236}">
                  <a16:creationId xmlns:a16="http://schemas.microsoft.com/office/drawing/2014/main" id="{C16C18A2-B269-4033-8669-418F6EB58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526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3" name="Freeform 4873">
              <a:extLst>
                <a:ext uri="{FF2B5EF4-FFF2-40B4-BE49-F238E27FC236}">
                  <a16:creationId xmlns:a16="http://schemas.microsoft.com/office/drawing/2014/main" id="{EA37828B-DFC2-40E9-8684-E96CD40C4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518"/>
              <a:ext cx="8" cy="8"/>
            </a:xfrm>
            <a:custGeom>
              <a:avLst/>
              <a:gdLst>
                <a:gd name="T0" fmla="*/ 0 w 4"/>
                <a:gd name="T1" fmla="*/ 16 h 4"/>
                <a:gd name="T2" fmla="*/ 16 w 4"/>
                <a:gd name="T3" fmla="*/ 0 h 4"/>
                <a:gd name="T4" fmla="*/ 32 w 4"/>
                <a:gd name="T5" fmla="*/ 16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4" name="Freeform 4874">
              <a:extLst>
                <a:ext uri="{FF2B5EF4-FFF2-40B4-BE49-F238E27FC236}">
                  <a16:creationId xmlns:a16="http://schemas.microsoft.com/office/drawing/2014/main" id="{204B3215-00FA-4EF7-96B4-735A59157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520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5" name="Freeform 4875">
              <a:extLst>
                <a:ext uri="{FF2B5EF4-FFF2-40B4-BE49-F238E27FC236}">
                  <a16:creationId xmlns:a16="http://schemas.microsoft.com/office/drawing/2014/main" id="{30BF0378-87BD-437A-8889-A38E812EC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541"/>
              <a:ext cx="5" cy="6"/>
            </a:xfrm>
            <a:custGeom>
              <a:avLst/>
              <a:gdLst>
                <a:gd name="T0" fmla="*/ 0 w 3"/>
                <a:gd name="T1" fmla="*/ 16 h 3"/>
                <a:gd name="T2" fmla="*/ 5 w 3"/>
                <a:gd name="T3" fmla="*/ 0 h 3"/>
                <a:gd name="T4" fmla="*/ 13 w 3"/>
                <a:gd name="T5" fmla="*/ 8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6" name="Freeform 4876">
              <a:extLst>
                <a:ext uri="{FF2B5EF4-FFF2-40B4-BE49-F238E27FC236}">
                  <a16:creationId xmlns:a16="http://schemas.microsoft.com/office/drawing/2014/main" id="{243D22DD-3390-4660-861C-770A5218E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543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7" name="Freeform 4877">
              <a:extLst>
                <a:ext uri="{FF2B5EF4-FFF2-40B4-BE49-F238E27FC236}">
                  <a16:creationId xmlns:a16="http://schemas.microsoft.com/office/drawing/2014/main" id="{8608E40A-DE50-4B51-BC5E-932A8D9F9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543"/>
              <a:ext cx="6" cy="6"/>
            </a:xfrm>
            <a:custGeom>
              <a:avLst/>
              <a:gdLst>
                <a:gd name="T0" fmla="*/ 8 w 3"/>
                <a:gd name="T1" fmla="*/ 16 h 3"/>
                <a:gd name="T2" fmla="*/ 16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8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8" name="Freeform 4878">
              <a:extLst>
                <a:ext uri="{FF2B5EF4-FFF2-40B4-BE49-F238E27FC236}">
                  <a16:creationId xmlns:a16="http://schemas.microsoft.com/office/drawing/2014/main" id="{E8926F0F-7701-4057-A01E-6853FCAAA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54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9" name="Freeform 4879">
              <a:extLst>
                <a:ext uri="{FF2B5EF4-FFF2-40B4-BE49-F238E27FC236}">
                  <a16:creationId xmlns:a16="http://schemas.microsoft.com/office/drawing/2014/main" id="{3E421784-29B2-4B01-9EEF-E76D4812D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522"/>
              <a:ext cx="6" cy="6"/>
            </a:xfrm>
            <a:custGeom>
              <a:avLst/>
              <a:gdLst>
                <a:gd name="T0" fmla="*/ 8 w 3"/>
                <a:gd name="T1" fmla="*/ 16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0" name="Oval 4880">
              <a:extLst>
                <a:ext uri="{FF2B5EF4-FFF2-40B4-BE49-F238E27FC236}">
                  <a16:creationId xmlns:a16="http://schemas.microsoft.com/office/drawing/2014/main" id="{2B380AA9-8C9E-4C9C-8B34-E8BFBB83F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9" y="2524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881" name="Freeform 4881">
              <a:extLst>
                <a:ext uri="{FF2B5EF4-FFF2-40B4-BE49-F238E27FC236}">
                  <a16:creationId xmlns:a16="http://schemas.microsoft.com/office/drawing/2014/main" id="{014DBA53-835E-42FD-9FB4-98515D42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543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2" name="Freeform 4882">
              <a:extLst>
                <a:ext uri="{FF2B5EF4-FFF2-40B4-BE49-F238E27FC236}">
                  <a16:creationId xmlns:a16="http://schemas.microsoft.com/office/drawing/2014/main" id="{D406C35C-BD65-4496-AFB1-75E99ECAE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54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3" name="Freeform 4883">
              <a:extLst>
                <a:ext uri="{FF2B5EF4-FFF2-40B4-BE49-F238E27FC236}">
                  <a16:creationId xmlns:a16="http://schemas.microsoft.com/office/drawing/2014/main" id="{EAA450BC-37A7-4EDD-9A23-74F5FDAE2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35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4" name="Freeform 4884">
              <a:extLst>
                <a:ext uri="{FF2B5EF4-FFF2-40B4-BE49-F238E27FC236}">
                  <a16:creationId xmlns:a16="http://schemas.microsoft.com/office/drawing/2014/main" id="{50E7C732-C447-48F7-9FC7-857A12BF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37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5" name="Freeform 4885">
              <a:extLst>
                <a:ext uri="{FF2B5EF4-FFF2-40B4-BE49-F238E27FC236}">
                  <a16:creationId xmlns:a16="http://schemas.microsoft.com/office/drawing/2014/main" id="{36AE3471-C78C-4C79-95F0-F876A14A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26"/>
              <a:ext cx="8" cy="9"/>
            </a:xfrm>
            <a:custGeom>
              <a:avLst/>
              <a:gdLst>
                <a:gd name="T0" fmla="*/ 0 w 4"/>
                <a:gd name="T1" fmla="*/ 36 h 4"/>
                <a:gd name="T2" fmla="*/ 8 w 4"/>
                <a:gd name="T3" fmla="*/ 11 h 4"/>
                <a:gd name="T4" fmla="*/ 32 w 4"/>
                <a:gd name="T5" fmla="*/ 25 h 4"/>
                <a:gd name="T6" fmla="*/ 16 w 4"/>
                <a:gd name="T7" fmla="*/ 45 h 4"/>
                <a:gd name="T8" fmla="*/ 0 w 4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6" name="Freeform 4886">
              <a:extLst>
                <a:ext uri="{FF2B5EF4-FFF2-40B4-BE49-F238E27FC236}">
                  <a16:creationId xmlns:a16="http://schemas.microsoft.com/office/drawing/2014/main" id="{458DB15C-04BA-4D99-B5F2-013BF3B0D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28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7" name="Freeform 4887">
              <a:extLst>
                <a:ext uri="{FF2B5EF4-FFF2-40B4-BE49-F238E27FC236}">
                  <a16:creationId xmlns:a16="http://schemas.microsoft.com/office/drawing/2014/main" id="{352FB003-CE17-4BDF-A028-AE0EF867C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556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8" name="Freeform 4888">
              <a:extLst>
                <a:ext uri="{FF2B5EF4-FFF2-40B4-BE49-F238E27FC236}">
                  <a16:creationId xmlns:a16="http://schemas.microsoft.com/office/drawing/2014/main" id="{904E8AEB-D53E-4C3A-8A83-8EB5966F7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556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8 h 2"/>
                <a:gd name="T4" fmla="*/ 8 w 1"/>
                <a:gd name="T5" fmla="*/ 8 h 2"/>
                <a:gd name="T6" fmla="*/ 0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9" name="Freeform 4889">
              <a:extLst>
                <a:ext uri="{FF2B5EF4-FFF2-40B4-BE49-F238E27FC236}">
                  <a16:creationId xmlns:a16="http://schemas.microsoft.com/office/drawing/2014/main" id="{69BB19FD-EE33-4B70-9122-B7D5984BD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558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0 h 4"/>
                <a:gd name="T4" fmla="*/ 32 w 4"/>
                <a:gd name="T5" fmla="*/ 16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0" name="Freeform 4890">
              <a:extLst>
                <a:ext uri="{FF2B5EF4-FFF2-40B4-BE49-F238E27FC236}">
                  <a16:creationId xmlns:a16="http://schemas.microsoft.com/office/drawing/2014/main" id="{22B2E7C3-C35A-4895-B086-677111AC7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560"/>
              <a:ext cx="4" cy="2"/>
            </a:xfrm>
            <a:custGeom>
              <a:avLst/>
              <a:gdLst>
                <a:gd name="T0" fmla="*/ 8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8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1" name="Freeform 4891">
              <a:extLst>
                <a:ext uri="{FF2B5EF4-FFF2-40B4-BE49-F238E27FC236}">
                  <a16:creationId xmlns:a16="http://schemas.microsoft.com/office/drawing/2014/main" id="{A93D2547-E430-4EA0-AE4C-2D5A49B0B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566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12 h 3"/>
                <a:gd name="T4" fmla="*/ 24 w 3"/>
                <a:gd name="T5" fmla="*/ 28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2" name="Freeform 4892">
              <a:extLst>
                <a:ext uri="{FF2B5EF4-FFF2-40B4-BE49-F238E27FC236}">
                  <a16:creationId xmlns:a16="http://schemas.microsoft.com/office/drawing/2014/main" id="{107047F1-1C3B-483B-9CB3-CE1EFBBB5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569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3" name="Freeform 4893">
              <a:extLst>
                <a:ext uri="{FF2B5EF4-FFF2-40B4-BE49-F238E27FC236}">
                  <a16:creationId xmlns:a16="http://schemas.microsoft.com/office/drawing/2014/main" id="{78AEA6CD-FF29-4DE5-A188-D7C12E591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552"/>
              <a:ext cx="8" cy="8"/>
            </a:xfrm>
            <a:custGeom>
              <a:avLst/>
              <a:gdLst>
                <a:gd name="T0" fmla="*/ 0 w 4"/>
                <a:gd name="T1" fmla="*/ 16 h 4"/>
                <a:gd name="T2" fmla="*/ 16 w 4"/>
                <a:gd name="T3" fmla="*/ 0 h 4"/>
                <a:gd name="T4" fmla="*/ 32 w 4"/>
                <a:gd name="T5" fmla="*/ 16 h 4"/>
                <a:gd name="T6" fmla="*/ 24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2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4" name="Freeform 4894">
              <a:extLst>
                <a:ext uri="{FF2B5EF4-FFF2-40B4-BE49-F238E27FC236}">
                  <a16:creationId xmlns:a16="http://schemas.microsoft.com/office/drawing/2014/main" id="{42AD0CE6-4FAB-4F6B-B828-6B549A2ED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554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5" name="Freeform 4895">
              <a:extLst>
                <a:ext uri="{FF2B5EF4-FFF2-40B4-BE49-F238E27FC236}">
                  <a16:creationId xmlns:a16="http://schemas.microsoft.com/office/drawing/2014/main" id="{0B26BCD1-B629-432E-B1A3-0572E348F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566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16 w 3"/>
                <a:gd name="T5" fmla="*/ 28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6" name="Freeform 4896">
              <a:extLst>
                <a:ext uri="{FF2B5EF4-FFF2-40B4-BE49-F238E27FC236}">
                  <a16:creationId xmlns:a16="http://schemas.microsoft.com/office/drawing/2014/main" id="{8816598E-D2E8-4890-8BEE-E6F8E81E2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569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7" name="Freeform 4897">
              <a:extLst>
                <a:ext uri="{FF2B5EF4-FFF2-40B4-BE49-F238E27FC236}">
                  <a16:creationId xmlns:a16="http://schemas.microsoft.com/office/drawing/2014/main" id="{840F90DF-8FBF-410E-AC4B-DA643AC62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569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0 h 3"/>
                <a:gd name="T4" fmla="*/ 16 w 2"/>
                <a:gd name="T5" fmla="*/ 8 h 3"/>
                <a:gd name="T6" fmla="*/ 8 w 2"/>
                <a:gd name="T7" fmla="*/ 24 h 3"/>
                <a:gd name="T8" fmla="*/ 0 w 2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8" name="Freeform 4898">
              <a:extLst>
                <a:ext uri="{FF2B5EF4-FFF2-40B4-BE49-F238E27FC236}">
                  <a16:creationId xmlns:a16="http://schemas.microsoft.com/office/drawing/2014/main" id="{C3A8E3E7-4126-4B67-A693-7D15B68D6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571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9" name="Freeform 4899">
              <a:extLst>
                <a:ext uri="{FF2B5EF4-FFF2-40B4-BE49-F238E27FC236}">
                  <a16:creationId xmlns:a16="http://schemas.microsoft.com/office/drawing/2014/main" id="{1BD02D2D-7372-4EEC-A29B-8AFE5F59B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554"/>
              <a:ext cx="6" cy="6"/>
            </a:xfrm>
            <a:custGeom>
              <a:avLst/>
              <a:gdLst>
                <a:gd name="T0" fmla="*/ 8 w 3"/>
                <a:gd name="T1" fmla="*/ 16 h 3"/>
                <a:gd name="T2" fmla="*/ 16 w 3"/>
                <a:gd name="T3" fmla="*/ 0 h 3"/>
                <a:gd name="T4" fmla="*/ 24 w 3"/>
                <a:gd name="T5" fmla="*/ 16 h 3"/>
                <a:gd name="T6" fmla="*/ 16 w 3"/>
                <a:gd name="T7" fmla="*/ 24 h 3"/>
                <a:gd name="T8" fmla="*/ 8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0" name="Freeform 4900">
              <a:extLst>
                <a:ext uri="{FF2B5EF4-FFF2-40B4-BE49-F238E27FC236}">
                  <a16:creationId xmlns:a16="http://schemas.microsoft.com/office/drawing/2014/main" id="{1202295A-2DA3-4294-B870-F83FE03DD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556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1" name="Freeform 4901">
              <a:extLst>
                <a:ext uri="{FF2B5EF4-FFF2-40B4-BE49-F238E27FC236}">
                  <a16:creationId xmlns:a16="http://schemas.microsoft.com/office/drawing/2014/main" id="{A3D3E20A-BFE1-4A50-B4E1-A62E6B047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545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2" name="Freeform 4902">
              <a:extLst>
                <a:ext uri="{FF2B5EF4-FFF2-40B4-BE49-F238E27FC236}">
                  <a16:creationId xmlns:a16="http://schemas.microsoft.com/office/drawing/2014/main" id="{C215F18C-DC35-4630-A0E8-23A0795C0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547"/>
              <a:ext cx="4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0 h 2"/>
                <a:gd name="T4" fmla="*/ 8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3" name="Freeform 4903">
              <a:extLst>
                <a:ext uri="{FF2B5EF4-FFF2-40B4-BE49-F238E27FC236}">
                  <a16:creationId xmlns:a16="http://schemas.microsoft.com/office/drawing/2014/main" id="{5327487E-7BC1-413B-9D8B-3C9351053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566"/>
              <a:ext cx="9" cy="11"/>
            </a:xfrm>
            <a:custGeom>
              <a:avLst/>
              <a:gdLst>
                <a:gd name="T0" fmla="*/ 0 w 5"/>
                <a:gd name="T1" fmla="*/ 33 h 5"/>
                <a:gd name="T2" fmla="*/ 13 w 5"/>
                <a:gd name="T3" fmla="*/ 0 h 5"/>
                <a:gd name="T4" fmla="*/ 29 w 5"/>
                <a:gd name="T5" fmla="*/ 20 h 5"/>
                <a:gd name="T6" fmla="*/ 16 w 5"/>
                <a:gd name="T7" fmla="*/ 44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4" name="Freeform 4904">
              <a:extLst>
                <a:ext uri="{FF2B5EF4-FFF2-40B4-BE49-F238E27FC236}">
                  <a16:creationId xmlns:a16="http://schemas.microsoft.com/office/drawing/2014/main" id="{B6132936-08E0-44AC-A721-72EE96D83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569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5" name="Freeform 4905">
              <a:extLst>
                <a:ext uri="{FF2B5EF4-FFF2-40B4-BE49-F238E27FC236}">
                  <a16:creationId xmlns:a16="http://schemas.microsoft.com/office/drawing/2014/main" id="{FBC07C19-C752-45F7-BFB5-E24661860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579"/>
              <a:ext cx="5" cy="7"/>
            </a:xfrm>
            <a:custGeom>
              <a:avLst/>
              <a:gdLst>
                <a:gd name="T0" fmla="*/ 0 w 3"/>
                <a:gd name="T1" fmla="*/ 28 h 3"/>
                <a:gd name="T2" fmla="*/ 5 w 3"/>
                <a:gd name="T3" fmla="*/ 0 h 3"/>
                <a:gd name="T4" fmla="*/ 13 w 3"/>
                <a:gd name="T5" fmla="*/ 12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6" name="Freeform 4906">
              <a:extLst>
                <a:ext uri="{FF2B5EF4-FFF2-40B4-BE49-F238E27FC236}">
                  <a16:creationId xmlns:a16="http://schemas.microsoft.com/office/drawing/2014/main" id="{D86831E6-3814-4465-954C-E82D2E783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581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7" name="Freeform 4907">
              <a:extLst>
                <a:ext uri="{FF2B5EF4-FFF2-40B4-BE49-F238E27FC236}">
                  <a16:creationId xmlns:a16="http://schemas.microsoft.com/office/drawing/2014/main" id="{63F9C13E-8E1C-47D9-9943-B2CD96B1E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579"/>
              <a:ext cx="7" cy="9"/>
            </a:xfrm>
            <a:custGeom>
              <a:avLst/>
              <a:gdLst>
                <a:gd name="T0" fmla="*/ 7 w 4"/>
                <a:gd name="T1" fmla="*/ 36 h 4"/>
                <a:gd name="T2" fmla="*/ 12 w 4"/>
                <a:gd name="T3" fmla="*/ 0 h 4"/>
                <a:gd name="T4" fmla="*/ 21 w 4"/>
                <a:gd name="T5" fmla="*/ 25 h 4"/>
                <a:gd name="T6" fmla="*/ 16 w 4"/>
                <a:gd name="T7" fmla="*/ 45 h 4"/>
                <a:gd name="T8" fmla="*/ 7 w 4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8" name="Freeform 4908">
              <a:extLst>
                <a:ext uri="{FF2B5EF4-FFF2-40B4-BE49-F238E27FC236}">
                  <a16:creationId xmlns:a16="http://schemas.microsoft.com/office/drawing/2014/main" id="{1A8CE4BA-5783-44DA-9C98-C9CB3049E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581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0 h 2"/>
                <a:gd name="T4" fmla="*/ 8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9" name="Freeform 4909">
              <a:extLst>
                <a:ext uri="{FF2B5EF4-FFF2-40B4-BE49-F238E27FC236}">
                  <a16:creationId xmlns:a16="http://schemas.microsoft.com/office/drawing/2014/main" id="{161F6AB1-7134-42F2-A79D-5DBDB1ADF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581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0" name="Freeform 4910">
              <a:extLst>
                <a:ext uri="{FF2B5EF4-FFF2-40B4-BE49-F238E27FC236}">
                  <a16:creationId xmlns:a16="http://schemas.microsoft.com/office/drawing/2014/main" id="{A19609F3-CE4B-4869-9C2E-3C8734A75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583"/>
              <a:ext cx="4" cy="5"/>
            </a:xfrm>
            <a:custGeom>
              <a:avLst/>
              <a:gdLst>
                <a:gd name="T0" fmla="*/ 0 w 2"/>
                <a:gd name="T1" fmla="*/ 33 h 2"/>
                <a:gd name="T2" fmla="*/ 8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1" name="Freeform 4911">
              <a:extLst>
                <a:ext uri="{FF2B5EF4-FFF2-40B4-BE49-F238E27FC236}">
                  <a16:creationId xmlns:a16="http://schemas.microsoft.com/office/drawing/2014/main" id="{7F9D2051-6E10-4F74-B1B7-F96AF66E4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571"/>
              <a:ext cx="6" cy="6"/>
            </a:xfrm>
            <a:custGeom>
              <a:avLst/>
              <a:gdLst>
                <a:gd name="T0" fmla="*/ 0 w 3"/>
                <a:gd name="T1" fmla="*/ 16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2" name="Freeform 4912">
              <a:extLst>
                <a:ext uri="{FF2B5EF4-FFF2-40B4-BE49-F238E27FC236}">
                  <a16:creationId xmlns:a16="http://schemas.microsoft.com/office/drawing/2014/main" id="{442FD474-88A4-4367-B81F-33141D523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57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3" name="Freeform 4913">
              <a:extLst>
                <a:ext uri="{FF2B5EF4-FFF2-40B4-BE49-F238E27FC236}">
                  <a16:creationId xmlns:a16="http://schemas.microsoft.com/office/drawing/2014/main" id="{AEA3CA40-E68A-4072-BD15-6C655623F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571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8 h 5"/>
                <a:gd name="T4" fmla="*/ 40 w 5"/>
                <a:gd name="T5" fmla="*/ 24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1" y="5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4" name="Freeform 4914">
              <a:extLst>
                <a:ext uri="{FF2B5EF4-FFF2-40B4-BE49-F238E27FC236}">
                  <a16:creationId xmlns:a16="http://schemas.microsoft.com/office/drawing/2014/main" id="{AE13B019-813F-4569-A741-B0F105687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575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0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5" name="Freeform 4915">
              <a:extLst>
                <a:ext uri="{FF2B5EF4-FFF2-40B4-BE49-F238E27FC236}">
                  <a16:creationId xmlns:a16="http://schemas.microsoft.com/office/drawing/2014/main" id="{9E748416-322B-4142-8D2C-422AA97C1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509"/>
              <a:ext cx="9" cy="11"/>
            </a:xfrm>
            <a:custGeom>
              <a:avLst/>
              <a:gdLst>
                <a:gd name="T0" fmla="*/ 0 w 5"/>
                <a:gd name="T1" fmla="*/ 33 h 5"/>
                <a:gd name="T2" fmla="*/ 13 w 5"/>
                <a:gd name="T3" fmla="*/ 0 h 5"/>
                <a:gd name="T4" fmla="*/ 23 w 5"/>
                <a:gd name="T5" fmla="*/ 20 h 5"/>
                <a:gd name="T6" fmla="*/ 16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6" name="Freeform 4916">
              <a:extLst>
                <a:ext uri="{FF2B5EF4-FFF2-40B4-BE49-F238E27FC236}">
                  <a16:creationId xmlns:a16="http://schemas.microsoft.com/office/drawing/2014/main" id="{D33D31B0-71E6-4D24-8329-12F022539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511"/>
              <a:ext cx="3" cy="4"/>
            </a:xfrm>
            <a:custGeom>
              <a:avLst/>
              <a:gdLst>
                <a:gd name="T0" fmla="*/ 0 w 2"/>
                <a:gd name="T1" fmla="*/ 8 h 2"/>
                <a:gd name="T2" fmla="*/ 5 w 2"/>
                <a:gd name="T3" fmla="*/ 0 h 2"/>
                <a:gd name="T4" fmla="*/ 8 w 2"/>
                <a:gd name="T5" fmla="*/ 8 h 2"/>
                <a:gd name="T6" fmla="*/ 5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7" name="Freeform 4917">
              <a:extLst>
                <a:ext uri="{FF2B5EF4-FFF2-40B4-BE49-F238E27FC236}">
                  <a16:creationId xmlns:a16="http://schemas.microsoft.com/office/drawing/2014/main" id="{6A906B98-D7E8-4777-AE30-005E384F5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511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8" name="Freeform 4918">
              <a:extLst>
                <a:ext uri="{FF2B5EF4-FFF2-40B4-BE49-F238E27FC236}">
                  <a16:creationId xmlns:a16="http://schemas.microsoft.com/office/drawing/2014/main" id="{1CA3F253-1872-4EC3-80D0-7CE84018F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513"/>
              <a:ext cx="4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9" name="Freeform 4919">
              <a:extLst>
                <a:ext uri="{FF2B5EF4-FFF2-40B4-BE49-F238E27FC236}">
                  <a16:creationId xmlns:a16="http://schemas.microsoft.com/office/drawing/2014/main" id="{C8CB803D-768C-4EAC-88FA-2B3DDFEDB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28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0" name="Freeform 4920">
              <a:extLst>
                <a:ext uri="{FF2B5EF4-FFF2-40B4-BE49-F238E27FC236}">
                  <a16:creationId xmlns:a16="http://schemas.microsoft.com/office/drawing/2014/main" id="{00CAAA4E-1E34-4B1E-9B2E-4CCE3C023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530"/>
              <a:ext cx="4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1" name="Freeform 4921">
              <a:extLst>
                <a:ext uri="{FF2B5EF4-FFF2-40B4-BE49-F238E27FC236}">
                  <a16:creationId xmlns:a16="http://schemas.microsoft.com/office/drawing/2014/main" id="{24BDB015-3410-4C4D-AE0B-F373B5BA3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535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8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5" y="5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2" name="Freeform 4922">
              <a:extLst>
                <a:ext uri="{FF2B5EF4-FFF2-40B4-BE49-F238E27FC236}">
                  <a16:creationId xmlns:a16="http://schemas.microsoft.com/office/drawing/2014/main" id="{14C6BFB9-35DF-417D-9413-28FA10370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537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3" name="Freeform 4923">
              <a:extLst>
                <a:ext uri="{FF2B5EF4-FFF2-40B4-BE49-F238E27FC236}">
                  <a16:creationId xmlns:a16="http://schemas.microsoft.com/office/drawing/2014/main" id="{6CCFD271-082E-489D-BCF4-A25BADC5C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573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32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4" name="Freeform 4924">
              <a:extLst>
                <a:ext uri="{FF2B5EF4-FFF2-40B4-BE49-F238E27FC236}">
                  <a16:creationId xmlns:a16="http://schemas.microsoft.com/office/drawing/2014/main" id="{1541CFBB-8AC1-4DA2-8B3F-6304ECEB9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575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5" name="Freeform 4925">
              <a:extLst>
                <a:ext uri="{FF2B5EF4-FFF2-40B4-BE49-F238E27FC236}">
                  <a16:creationId xmlns:a16="http://schemas.microsoft.com/office/drawing/2014/main" id="{8F51B67E-E7F1-4B5F-B69A-880C0D2BE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41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32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6" name="Freeform 4926">
              <a:extLst>
                <a:ext uri="{FF2B5EF4-FFF2-40B4-BE49-F238E27FC236}">
                  <a16:creationId xmlns:a16="http://schemas.microsoft.com/office/drawing/2014/main" id="{A9C927A3-9DCE-4405-A63D-2368A4D2D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4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7" name="Freeform 4927">
              <a:extLst>
                <a:ext uri="{FF2B5EF4-FFF2-40B4-BE49-F238E27FC236}">
                  <a16:creationId xmlns:a16="http://schemas.microsoft.com/office/drawing/2014/main" id="{7F3573EF-FAD8-415D-BD04-F9D33EA1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583"/>
              <a:ext cx="6" cy="7"/>
            </a:xfrm>
            <a:custGeom>
              <a:avLst/>
              <a:gdLst>
                <a:gd name="T0" fmla="*/ 0 w 3"/>
                <a:gd name="T1" fmla="*/ 28 h 3"/>
                <a:gd name="T2" fmla="*/ 16 w 3"/>
                <a:gd name="T3" fmla="*/ 12 h 3"/>
                <a:gd name="T4" fmla="*/ 24 w 3"/>
                <a:gd name="T5" fmla="*/ 28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8" name="Freeform 4928">
              <a:extLst>
                <a:ext uri="{FF2B5EF4-FFF2-40B4-BE49-F238E27FC236}">
                  <a16:creationId xmlns:a16="http://schemas.microsoft.com/office/drawing/2014/main" id="{EBB9D1C6-4219-4D19-9612-010126B30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586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9" name="Freeform 4929">
              <a:extLst>
                <a:ext uri="{FF2B5EF4-FFF2-40B4-BE49-F238E27FC236}">
                  <a16:creationId xmlns:a16="http://schemas.microsoft.com/office/drawing/2014/main" id="{0F05A7FB-6021-4305-8739-773FF554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556"/>
              <a:ext cx="10" cy="10"/>
            </a:xfrm>
            <a:custGeom>
              <a:avLst/>
              <a:gdLst>
                <a:gd name="T0" fmla="*/ 8 w 5"/>
                <a:gd name="T1" fmla="*/ 32 h 5"/>
                <a:gd name="T2" fmla="*/ 0 w 5"/>
                <a:gd name="T3" fmla="*/ 8 h 5"/>
                <a:gd name="T4" fmla="*/ 32 w 5"/>
                <a:gd name="T5" fmla="*/ 0 h 5"/>
                <a:gd name="T6" fmla="*/ 32 w 5"/>
                <a:gd name="T7" fmla="*/ 32 h 5"/>
                <a:gd name="T8" fmla="*/ 8 w 5"/>
                <a:gd name="T9" fmla="*/ 3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0" name="Freeform 4930">
              <a:extLst>
                <a:ext uri="{FF2B5EF4-FFF2-40B4-BE49-F238E27FC236}">
                  <a16:creationId xmlns:a16="http://schemas.microsoft.com/office/drawing/2014/main" id="{63FBE131-C5D3-4429-B01D-E88BC4566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558"/>
              <a:ext cx="4" cy="4"/>
            </a:xfrm>
            <a:custGeom>
              <a:avLst/>
              <a:gdLst>
                <a:gd name="T0" fmla="*/ 8 w 2"/>
                <a:gd name="T1" fmla="*/ 16 h 2"/>
                <a:gd name="T2" fmla="*/ 8 w 2"/>
                <a:gd name="T3" fmla="*/ 8 h 2"/>
                <a:gd name="T4" fmla="*/ 16 w 2"/>
                <a:gd name="T5" fmla="*/ 8 h 2"/>
                <a:gd name="T6" fmla="*/ 16 w 2"/>
                <a:gd name="T7" fmla="*/ 16 h 2"/>
                <a:gd name="T8" fmla="*/ 8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1" name="Freeform 4931">
              <a:extLst>
                <a:ext uri="{FF2B5EF4-FFF2-40B4-BE49-F238E27FC236}">
                  <a16:creationId xmlns:a16="http://schemas.microsoft.com/office/drawing/2014/main" id="{7895BECB-DE1D-4BBF-B487-7295C2A3D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530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2" name="Freeform 4932">
              <a:extLst>
                <a:ext uri="{FF2B5EF4-FFF2-40B4-BE49-F238E27FC236}">
                  <a16:creationId xmlns:a16="http://schemas.microsoft.com/office/drawing/2014/main" id="{8D907D64-CA43-4216-8058-8840F7FC6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532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3" name="Freeform 4933">
              <a:extLst>
                <a:ext uri="{FF2B5EF4-FFF2-40B4-BE49-F238E27FC236}">
                  <a16:creationId xmlns:a16="http://schemas.microsoft.com/office/drawing/2014/main" id="{D87A2CD2-3BD3-4D2B-BD1E-04FA75DD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532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4" name="Freeform 4934">
              <a:extLst>
                <a:ext uri="{FF2B5EF4-FFF2-40B4-BE49-F238E27FC236}">
                  <a16:creationId xmlns:a16="http://schemas.microsoft.com/office/drawing/2014/main" id="{9D5273B6-6577-42BB-8F94-19DB817AD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535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5" name="Freeform 4935">
              <a:extLst>
                <a:ext uri="{FF2B5EF4-FFF2-40B4-BE49-F238E27FC236}">
                  <a16:creationId xmlns:a16="http://schemas.microsoft.com/office/drawing/2014/main" id="{9D83E435-9294-481D-BBDC-20BF2A234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524"/>
              <a:ext cx="8" cy="21"/>
            </a:xfrm>
            <a:custGeom>
              <a:avLst/>
              <a:gdLst>
                <a:gd name="T0" fmla="*/ 8 w 4"/>
                <a:gd name="T1" fmla="*/ 0 h 10"/>
                <a:gd name="T2" fmla="*/ 32 w 4"/>
                <a:gd name="T3" fmla="*/ 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2"/>
                    <a:pt x="2" y="10"/>
                    <a:pt x="4" y="8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6" name="Freeform 4936">
              <a:extLst>
                <a:ext uri="{FF2B5EF4-FFF2-40B4-BE49-F238E27FC236}">
                  <a16:creationId xmlns:a16="http://schemas.microsoft.com/office/drawing/2014/main" id="{473F61D8-9134-405E-8109-B3A8B8FA5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537"/>
              <a:ext cx="4" cy="17"/>
            </a:xfrm>
            <a:custGeom>
              <a:avLst/>
              <a:gdLst>
                <a:gd name="T0" fmla="*/ 16 w 2"/>
                <a:gd name="T1" fmla="*/ 0 h 8"/>
                <a:gd name="T2" fmla="*/ 16 w 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7" name="Freeform 4937">
              <a:extLst>
                <a:ext uri="{FF2B5EF4-FFF2-40B4-BE49-F238E27FC236}">
                  <a16:creationId xmlns:a16="http://schemas.microsoft.com/office/drawing/2014/main" id="{083625D2-DDC9-4B68-9DE1-CABE773BA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577"/>
              <a:ext cx="17" cy="6"/>
            </a:xfrm>
            <a:custGeom>
              <a:avLst/>
              <a:gdLst>
                <a:gd name="T0" fmla="*/ 0 w 9"/>
                <a:gd name="T1" fmla="*/ 0 h 3"/>
                <a:gd name="T2" fmla="*/ 6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1"/>
                    <a:pt x="6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8" name="Freeform 4938">
              <a:extLst>
                <a:ext uri="{FF2B5EF4-FFF2-40B4-BE49-F238E27FC236}">
                  <a16:creationId xmlns:a16="http://schemas.microsoft.com/office/drawing/2014/main" id="{FD64B2BA-E22A-47E5-8058-30EAB0FB1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571"/>
              <a:ext cx="10" cy="15"/>
            </a:xfrm>
            <a:custGeom>
              <a:avLst/>
              <a:gdLst>
                <a:gd name="T0" fmla="*/ 0 w 5"/>
                <a:gd name="T1" fmla="*/ 0 h 7"/>
                <a:gd name="T2" fmla="*/ 40 w 5"/>
                <a:gd name="T3" fmla="*/ 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3"/>
                    <a:pt x="2" y="7"/>
                    <a:pt x="5" y="5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9" name="Freeform 4939">
              <a:extLst>
                <a:ext uri="{FF2B5EF4-FFF2-40B4-BE49-F238E27FC236}">
                  <a16:creationId xmlns:a16="http://schemas.microsoft.com/office/drawing/2014/main" id="{53DF9820-BA1A-4997-9492-8828B318C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530"/>
              <a:ext cx="4" cy="15"/>
            </a:xfrm>
            <a:custGeom>
              <a:avLst/>
              <a:gdLst>
                <a:gd name="T0" fmla="*/ 16 w 2"/>
                <a:gd name="T1" fmla="*/ 0 h 7"/>
                <a:gd name="T2" fmla="*/ 16 w 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2" y="7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0" name="Freeform 4940">
              <a:extLst>
                <a:ext uri="{FF2B5EF4-FFF2-40B4-BE49-F238E27FC236}">
                  <a16:creationId xmlns:a16="http://schemas.microsoft.com/office/drawing/2014/main" id="{CA814581-AB44-45E6-ADD5-DEE326308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532"/>
              <a:ext cx="6" cy="3"/>
            </a:xfrm>
            <a:custGeom>
              <a:avLst/>
              <a:gdLst>
                <a:gd name="T0" fmla="*/ 24 w 3"/>
                <a:gd name="T1" fmla="*/ 2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1" name="Freeform 4941">
              <a:extLst>
                <a:ext uri="{FF2B5EF4-FFF2-40B4-BE49-F238E27FC236}">
                  <a16:creationId xmlns:a16="http://schemas.microsoft.com/office/drawing/2014/main" id="{1AC5E63B-7338-487A-9D83-2CE0897E6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216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2" name="Freeform 4942">
              <a:extLst>
                <a:ext uri="{FF2B5EF4-FFF2-40B4-BE49-F238E27FC236}">
                  <a16:creationId xmlns:a16="http://schemas.microsoft.com/office/drawing/2014/main" id="{016A874A-D303-4C09-B9FE-BD8F7500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218"/>
              <a:ext cx="4" cy="2"/>
            </a:xfrm>
            <a:custGeom>
              <a:avLst/>
              <a:gdLst>
                <a:gd name="T0" fmla="*/ 8 w 2"/>
                <a:gd name="T1" fmla="*/ 8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8 h 1"/>
                <a:gd name="T8" fmla="*/ 8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3" name="Freeform 4943">
              <a:extLst>
                <a:ext uri="{FF2B5EF4-FFF2-40B4-BE49-F238E27FC236}">
                  <a16:creationId xmlns:a16="http://schemas.microsoft.com/office/drawing/2014/main" id="{07A2347E-4090-40B3-B7E7-48DD45B91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245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16 w 3"/>
                <a:gd name="T5" fmla="*/ 12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4" name="Freeform 4944">
              <a:extLst>
                <a:ext uri="{FF2B5EF4-FFF2-40B4-BE49-F238E27FC236}">
                  <a16:creationId xmlns:a16="http://schemas.microsoft.com/office/drawing/2014/main" id="{CA9D6B14-FCFB-4413-9766-1ECBBA70D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24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5" name="Freeform 4945">
              <a:extLst>
                <a:ext uri="{FF2B5EF4-FFF2-40B4-BE49-F238E27FC236}">
                  <a16:creationId xmlns:a16="http://schemas.microsoft.com/office/drawing/2014/main" id="{EA60F197-C4F8-4F58-9364-C8DC2F281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250"/>
              <a:ext cx="6" cy="4"/>
            </a:xfrm>
            <a:custGeom>
              <a:avLst/>
              <a:gdLst>
                <a:gd name="T0" fmla="*/ 0 w 3"/>
                <a:gd name="T1" fmla="*/ 8 h 2"/>
                <a:gd name="T2" fmla="*/ 16 w 3"/>
                <a:gd name="T3" fmla="*/ 0 h 2"/>
                <a:gd name="T4" fmla="*/ 24 w 3"/>
                <a:gd name="T5" fmla="*/ 8 h 2"/>
                <a:gd name="T6" fmla="*/ 16 w 3"/>
                <a:gd name="T7" fmla="*/ 16 h 2"/>
                <a:gd name="T8" fmla="*/ 0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6" name="Freeform 4946">
              <a:extLst>
                <a:ext uri="{FF2B5EF4-FFF2-40B4-BE49-F238E27FC236}">
                  <a16:creationId xmlns:a16="http://schemas.microsoft.com/office/drawing/2014/main" id="{643E0B1E-51C9-4DFD-8F7B-C955E553E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250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7" name="Freeform 4947">
              <a:extLst>
                <a:ext uri="{FF2B5EF4-FFF2-40B4-BE49-F238E27FC236}">
                  <a16:creationId xmlns:a16="http://schemas.microsoft.com/office/drawing/2014/main" id="{3D5E0B13-39FC-457B-A4AD-14950BC5B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190"/>
              <a:ext cx="6" cy="6"/>
            </a:xfrm>
            <a:custGeom>
              <a:avLst/>
              <a:gdLst>
                <a:gd name="T0" fmla="*/ 0 w 3"/>
                <a:gd name="T1" fmla="*/ 16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8" name="Freeform 4948">
              <a:extLst>
                <a:ext uri="{FF2B5EF4-FFF2-40B4-BE49-F238E27FC236}">
                  <a16:creationId xmlns:a16="http://schemas.microsoft.com/office/drawing/2014/main" id="{0A5E8EBF-0BE8-437D-A55C-9C6DF986D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192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9" name="Freeform 4949">
              <a:extLst>
                <a:ext uri="{FF2B5EF4-FFF2-40B4-BE49-F238E27FC236}">
                  <a16:creationId xmlns:a16="http://schemas.microsoft.com/office/drawing/2014/main" id="{BE056D48-AF72-44C3-A9AA-DA5224C06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218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0" name="Freeform 4950">
              <a:extLst>
                <a:ext uri="{FF2B5EF4-FFF2-40B4-BE49-F238E27FC236}">
                  <a16:creationId xmlns:a16="http://schemas.microsoft.com/office/drawing/2014/main" id="{51704302-D1E8-436C-BE5F-58F8CB07D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220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1" name="Freeform 4951">
              <a:extLst>
                <a:ext uri="{FF2B5EF4-FFF2-40B4-BE49-F238E27FC236}">
                  <a16:creationId xmlns:a16="http://schemas.microsoft.com/office/drawing/2014/main" id="{90BD26BE-2828-4DE5-A00C-E7D3A4F4A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209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0 h 3"/>
                <a:gd name="T4" fmla="*/ 16 w 2"/>
                <a:gd name="T5" fmla="*/ 12 h 3"/>
                <a:gd name="T6" fmla="*/ 8 w 2"/>
                <a:gd name="T7" fmla="*/ 28 h 3"/>
                <a:gd name="T8" fmla="*/ 0 w 2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2" name="Freeform 4952">
              <a:extLst>
                <a:ext uri="{FF2B5EF4-FFF2-40B4-BE49-F238E27FC236}">
                  <a16:creationId xmlns:a16="http://schemas.microsoft.com/office/drawing/2014/main" id="{77FD2D89-7D2F-453F-92D6-4F12BE843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20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3" name="Freeform 4953">
              <a:extLst>
                <a:ext uri="{FF2B5EF4-FFF2-40B4-BE49-F238E27FC236}">
                  <a16:creationId xmlns:a16="http://schemas.microsoft.com/office/drawing/2014/main" id="{EA493EE6-9A7C-414B-88C6-B80DF1E0B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213"/>
              <a:ext cx="6" cy="7"/>
            </a:xfrm>
            <a:custGeom>
              <a:avLst/>
              <a:gdLst>
                <a:gd name="T0" fmla="*/ 0 w 3"/>
                <a:gd name="T1" fmla="*/ 12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4" name="Freeform 4954">
              <a:extLst>
                <a:ext uri="{FF2B5EF4-FFF2-40B4-BE49-F238E27FC236}">
                  <a16:creationId xmlns:a16="http://schemas.microsoft.com/office/drawing/2014/main" id="{5A4371F2-DB52-44DD-B32A-0B49CBE63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213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2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5" name="Freeform 4955">
              <a:extLst>
                <a:ext uri="{FF2B5EF4-FFF2-40B4-BE49-F238E27FC236}">
                  <a16:creationId xmlns:a16="http://schemas.microsoft.com/office/drawing/2014/main" id="{3589AD4A-46BB-429E-9E33-4304C5AF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205"/>
              <a:ext cx="6" cy="6"/>
            </a:xfrm>
            <a:custGeom>
              <a:avLst/>
              <a:gdLst>
                <a:gd name="T0" fmla="*/ 8 w 3"/>
                <a:gd name="T1" fmla="*/ 8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16 h 3"/>
                <a:gd name="T8" fmla="*/ 8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6" name="Freeform 4956">
              <a:extLst>
                <a:ext uri="{FF2B5EF4-FFF2-40B4-BE49-F238E27FC236}">
                  <a16:creationId xmlns:a16="http://schemas.microsoft.com/office/drawing/2014/main" id="{E47C4DFD-80AB-4FBA-8CD1-8EC94C971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205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8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7" name="Freeform 4957">
              <a:extLst>
                <a:ext uri="{FF2B5EF4-FFF2-40B4-BE49-F238E27FC236}">
                  <a16:creationId xmlns:a16="http://schemas.microsoft.com/office/drawing/2014/main" id="{3D8B17F9-6A6D-409A-BB9F-89CC0DDAB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222"/>
              <a:ext cx="4" cy="6"/>
            </a:xfrm>
            <a:custGeom>
              <a:avLst/>
              <a:gdLst>
                <a:gd name="T0" fmla="*/ 0 w 2"/>
                <a:gd name="T1" fmla="*/ 8 h 3"/>
                <a:gd name="T2" fmla="*/ 8 w 2"/>
                <a:gd name="T3" fmla="*/ 0 h 3"/>
                <a:gd name="T4" fmla="*/ 16 w 2"/>
                <a:gd name="T5" fmla="*/ 8 h 3"/>
                <a:gd name="T6" fmla="*/ 8 w 2"/>
                <a:gd name="T7" fmla="*/ 16 h 3"/>
                <a:gd name="T8" fmla="*/ 0 w 2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8" name="Freeform 4958">
              <a:extLst>
                <a:ext uri="{FF2B5EF4-FFF2-40B4-BE49-F238E27FC236}">
                  <a16:creationId xmlns:a16="http://schemas.microsoft.com/office/drawing/2014/main" id="{482DA8BB-C698-44F7-A8A9-42E29A0D9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222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9" name="Freeform 4959">
              <a:extLst>
                <a:ext uri="{FF2B5EF4-FFF2-40B4-BE49-F238E27FC236}">
                  <a16:creationId xmlns:a16="http://schemas.microsoft.com/office/drawing/2014/main" id="{0EC3339E-5615-44B4-95BC-1525C6EE1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250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0" name="Freeform 4960">
              <a:extLst>
                <a:ext uri="{FF2B5EF4-FFF2-40B4-BE49-F238E27FC236}">
                  <a16:creationId xmlns:a16="http://schemas.microsoft.com/office/drawing/2014/main" id="{F15AEA98-7FFA-4554-8418-C09B178BF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252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1" name="Freeform 4961">
              <a:extLst>
                <a:ext uri="{FF2B5EF4-FFF2-40B4-BE49-F238E27FC236}">
                  <a16:creationId xmlns:a16="http://schemas.microsoft.com/office/drawing/2014/main" id="{560F7797-A80F-48D8-A6C4-6603D7BD2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01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2" name="Freeform 4962">
              <a:extLst>
                <a:ext uri="{FF2B5EF4-FFF2-40B4-BE49-F238E27FC236}">
                  <a16:creationId xmlns:a16="http://schemas.microsoft.com/office/drawing/2014/main" id="{0260E85F-D17F-4AAB-A9B3-817601649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03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3" name="Freeform 4963">
              <a:extLst>
                <a:ext uri="{FF2B5EF4-FFF2-40B4-BE49-F238E27FC236}">
                  <a16:creationId xmlns:a16="http://schemas.microsoft.com/office/drawing/2014/main" id="{EAD6AE39-1F9E-4FD7-A816-C90FEE734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192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16 w 3"/>
                <a:gd name="T5" fmla="*/ 28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4" name="Freeform 4964">
              <a:extLst>
                <a:ext uri="{FF2B5EF4-FFF2-40B4-BE49-F238E27FC236}">
                  <a16:creationId xmlns:a16="http://schemas.microsoft.com/office/drawing/2014/main" id="{805989F7-DFBA-4396-A104-028F2FD6F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194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5" name="Freeform 4965">
              <a:extLst>
                <a:ext uri="{FF2B5EF4-FFF2-40B4-BE49-F238E27FC236}">
                  <a16:creationId xmlns:a16="http://schemas.microsoft.com/office/drawing/2014/main" id="{2FF7F19B-B9C1-4EA9-9B11-09123F224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207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6" name="Freeform 4966">
              <a:extLst>
                <a:ext uri="{FF2B5EF4-FFF2-40B4-BE49-F238E27FC236}">
                  <a16:creationId xmlns:a16="http://schemas.microsoft.com/office/drawing/2014/main" id="{7053DFF1-C43C-439A-8159-5BBBB04AF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209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7" name="Freeform 4967">
              <a:extLst>
                <a:ext uri="{FF2B5EF4-FFF2-40B4-BE49-F238E27FC236}">
                  <a16:creationId xmlns:a16="http://schemas.microsoft.com/office/drawing/2014/main" id="{697387B5-5686-442C-8EBE-53091AA3B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199"/>
              <a:ext cx="10" cy="8"/>
            </a:xfrm>
            <a:custGeom>
              <a:avLst/>
              <a:gdLst>
                <a:gd name="T0" fmla="*/ 8 w 5"/>
                <a:gd name="T1" fmla="*/ 16 h 4"/>
                <a:gd name="T2" fmla="*/ 16 w 5"/>
                <a:gd name="T3" fmla="*/ 0 h 4"/>
                <a:gd name="T4" fmla="*/ 32 w 5"/>
                <a:gd name="T5" fmla="*/ 8 h 4"/>
                <a:gd name="T6" fmla="*/ 24 w 5"/>
                <a:gd name="T7" fmla="*/ 24 h 4"/>
                <a:gd name="T8" fmla="*/ 8 w 5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3"/>
                    <a:pt x="3" y="3"/>
                  </a:cubicBezTo>
                  <a:cubicBezTo>
                    <a:pt x="2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8" name="Freeform 4968">
              <a:extLst>
                <a:ext uri="{FF2B5EF4-FFF2-40B4-BE49-F238E27FC236}">
                  <a16:creationId xmlns:a16="http://schemas.microsoft.com/office/drawing/2014/main" id="{1AAB05A6-A9D7-44AB-B16E-25D56F1E4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01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9" name="Freeform 4969">
              <a:extLst>
                <a:ext uri="{FF2B5EF4-FFF2-40B4-BE49-F238E27FC236}">
                  <a16:creationId xmlns:a16="http://schemas.microsoft.com/office/drawing/2014/main" id="{0007167B-521F-4E28-A5B8-725477317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177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0" name="Freeform 4970">
              <a:extLst>
                <a:ext uri="{FF2B5EF4-FFF2-40B4-BE49-F238E27FC236}">
                  <a16:creationId xmlns:a16="http://schemas.microsoft.com/office/drawing/2014/main" id="{4F4624A8-D032-4399-8CA3-C5114F813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179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1" name="Freeform 4971">
              <a:extLst>
                <a:ext uri="{FF2B5EF4-FFF2-40B4-BE49-F238E27FC236}">
                  <a16:creationId xmlns:a16="http://schemas.microsoft.com/office/drawing/2014/main" id="{EE5EA1FE-1AB4-4129-8205-BD58EEDD7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179"/>
              <a:ext cx="8" cy="9"/>
            </a:xfrm>
            <a:custGeom>
              <a:avLst/>
              <a:gdLst>
                <a:gd name="T0" fmla="*/ 0 w 4"/>
                <a:gd name="T1" fmla="*/ 25 h 4"/>
                <a:gd name="T2" fmla="*/ 8 w 4"/>
                <a:gd name="T3" fmla="*/ 0 h 4"/>
                <a:gd name="T4" fmla="*/ 32 w 4"/>
                <a:gd name="T5" fmla="*/ 25 h 4"/>
                <a:gd name="T6" fmla="*/ 16 w 4"/>
                <a:gd name="T7" fmla="*/ 45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2" name="Freeform 4972">
              <a:extLst>
                <a:ext uri="{FF2B5EF4-FFF2-40B4-BE49-F238E27FC236}">
                  <a16:creationId xmlns:a16="http://schemas.microsoft.com/office/drawing/2014/main" id="{1E25D4DD-288D-4A58-A077-D53218F52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181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0 h 2"/>
                <a:gd name="T4" fmla="*/ 16 w 2"/>
                <a:gd name="T5" fmla="*/ 20 h 2"/>
                <a:gd name="T6" fmla="*/ 8 w 2"/>
                <a:gd name="T7" fmla="*/ 20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3" name="Freeform 4973">
              <a:extLst>
                <a:ext uri="{FF2B5EF4-FFF2-40B4-BE49-F238E27FC236}">
                  <a16:creationId xmlns:a16="http://schemas.microsoft.com/office/drawing/2014/main" id="{DF68D60E-94A8-4E39-ADF4-2B6598A14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209"/>
              <a:ext cx="6" cy="7"/>
            </a:xfrm>
            <a:custGeom>
              <a:avLst/>
              <a:gdLst>
                <a:gd name="T0" fmla="*/ 0 w 3"/>
                <a:gd name="T1" fmla="*/ 28 h 3"/>
                <a:gd name="T2" fmla="*/ 16 w 3"/>
                <a:gd name="T3" fmla="*/ 12 h 3"/>
                <a:gd name="T4" fmla="*/ 24 w 3"/>
                <a:gd name="T5" fmla="*/ 28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4" name="Freeform 4974">
              <a:extLst>
                <a:ext uri="{FF2B5EF4-FFF2-40B4-BE49-F238E27FC236}">
                  <a16:creationId xmlns:a16="http://schemas.microsoft.com/office/drawing/2014/main" id="{1CCDB2BB-18CD-4BF1-820E-B9072F718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21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5" name="Freeform 4975">
              <a:extLst>
                <a:ext uri="{FF2B5EF4-FFF2-40B4-BE49-F238E27FC236}">
                  <a16:creationId xmlns:a16="http://schemas.microsoft.com/office/drawing/2014/main" id="{50CA874A-9B3B-4578-90A8-EBC9560C5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213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6" name="Freeform 4976">
              <a:extLst>
                <a:ext uri="{FF2B5EF4-FFF2-40B4-BE49-F238E27FC236}">
                  <a16:creationId xmlns:a16="http://schemas.microsoft.com/office/drawing/2014/main" id="{84A20A2F-5114-4BEB-8240-A005C134E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216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7" name="Freeform 4977">
              <a:extLst>
                <a:ext uri="{FF2B5EF4-FFF2-40B4-BE49-F238E27FC236}">
                  <a16:creationId xmlns:a16="http://schemas.microsoft.com/office/drawing/2014/main" id="{71EE42DC-2D76-4053-A3E2-D5823CDFA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209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0 w 5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1" y="4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8" name="Freeform 4978">
              <a:extLst>
                <a:ext uri="{FF2B5EF4-FFF2-40B4-BE49-F238E27FC236}">
                  <a16:creationId xmlns:a16="http://schemas.microsoft.com/office/drawing/2014/main" id="{BD478B7E-812C-422B-8F11-7DE1E166B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211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9" name="Freeform 4979">
              <a:extLst>
                <a:ext uri="{FF2B5EF4-FFF2-40B4-BE49-F238E27FC236}">
                  <a16:creationId xmlns:a16="http://schemas.microsoft.com/office/drawing/2014/main" id="{6B36061E-66BA-494B-A601-721E9DF2B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216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32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0" name="Freeform 4980">
              <a:extLst>
                <a:ext uri="{FF2B5EF4-FFF2-40B4-BE49-F238E27FC236}">
                  <a16:creationId xmlns:a16="http://schemas.microsoft.com/office/drawing/2014/main" id="{86DE6781-EFD7-4898-ACE6-71D1B97F2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218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16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1" name="Freeform 4981">
              <a:extLst>
                <a:ext uri="{FF2B5EF4-FFF2-40B4-BE49-F238E27FC236}">
                  <a16:creationId xmlns:a16="http://schemas.microsoft.com/office/drawing/2014/main" id="{732C4F25-A0F7-4F54-9570-C3FAB321E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175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16 w 3"/>
                <a:gd name="T5" fmla="*/ 8 h 3"/>
                <a:gd name="T6" fmla="*/ 8 w 3"/>
                <a:gd name="T7" fmla="*/ 24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2" name="Freeform 4982">
              <a:extLst>
                <a:ext uri="{FF2B5EF4-FFF2-40B4-BE49-F238E27FC236}">
                  <a16:creationId xmlns:a16="http://schemas.microsoft.com/office/drawing/2014/main" id="{D39BB8FD-B509-4BF6-8A99-563950302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175"/>
              <a:ext cx="2" cy="4"/>
            </a:xfrm>
            <a:custGeom>
              <a:avLst/>
              <a:gdLst>
                <a:gd name="T0" fmla="*/ 0 w 1"/>
                <a:gd name="T1" fmla="*/ 8 h 2"/>
                <a:gd name="T2" fmla="*/ 8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3" name="Freeform 4983">
              <a:extLst>
                <a:ext uri="{FF2B5EF4-FFF2-40B4-BE49-F238E27FC236}">
                  <a16:creationId xmlns:a16="http://schemas.microsoft.com/office/drawing/2014/main" id="{6FE66E5B-CCED-4066-A0A7-E480B868F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184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4" name="Freeform 4984">
              <a:extLst>
                <a:ext uri="{FF2B5EF4-FFF2-40B4-BE49-F238E27FC236}">
                  <a16:creationId xmlns:a16="http://schemas.microsoft.com/office/drawing/2014/main" id="{67F32C61-B619-4855-8185-7738705A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184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0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5" name="Freeform 4985">
              <a:extLst>
                <a:ext uri="{FF2B5EF4-FFF2-40B4-BE49-F238E27FC236}">
                  <a16:creationId xmlns:a16="http://schemas.microsoft.com/office/drawing/2014/main" id="{D54DAAA3-FD51-4F39-A4C3-3B4B3A5F4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175"/>
              <a:ext cx="8" cy="9"/>
            </a:xfrm>
            <a:custGeom>
              <a:avLst/>
              <a:gdLst>
                <a:gd name="T0" fmla="*/ 0 w 4"/>
                <a:gd name="T1" fmla="*/ 25 h 4"/>
                <a:gd name="T2" fmla="*/ 8 w 4"/>
                <a:gd name="T3" fmla="*/ 0 h 4"/>
                <a:gd name="T4" fmla="*/ 32 w 4"/>
                <a:gd name="T5" fmla="*/ 25 h 4"/>
                <a:gd name="T6" fmla="*/ 16 w 4"/>
                <a:gd name="T7" fmla="*/ 45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6" name="Freeform 4986">
              <a:extLst>
                <a:ext uri="{FF2B5EF4-FFF2-40B4-BE49-F238E27FC236}">
                  <a16:creationId xmlns:a16="http://schemas.microsoft.com/office/drawing/2014/main" id="{EC7B0A82-F253-4312-8023-7CBC9D321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177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7" name="Freeform 4987">
              <a:extLst>
                <a:ext uri="{FF2B5EF4-FFF2-40B4-BE49-F238E27FC236}">
                  <a16:creationId xmlns:a16="http://schemas.microsoft.com/office/drawing/2014/main" id="{945FB720-5F5B-4B3C-A711-6FBD616C0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199"/>
              <a:ext cx="6" cy="6"/>
            </a:xfrm>
            <a:custGeom>
              <a:avLst/>
              <a:gdLst>
                <a:gd name="T0" fmla="*/ 8 w 3"/>
                <a:gd name="T1" fmla="*/ 16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8" name="Freeform 4988">
              <a:extLst>
                <a:ext uri="{FF2B5EF4-FFF2-40B4-BE49-F238E27FC236}">
                  <a16:creationId xmlns:a16="http://schemas.microsoft.com/office/drawing/2014/main" id="{E13F7E25-369C-4037-9AA7-760954A76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201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9" name="Freeform 4989">
              <a:extLst>
                <a:ext uri="{FF2B5EF4-FFF2-40B4-BE49-F238E27FC236}">
                  <a16:creationId xmlns:a16="http://schemas.microsoft.com/office/drawing/2014/main" id="{79A793A9-4D0C-4972-8A5F-88A72B798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201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0" name="Oval 4990">
              <a:extLst>
                <a:ext uri="{FF2B5EF4-FFF2-40B4-BE49-F238E27FC236}">
                  <a16:creationId xmlns:a16="http://schemas.microsoft.com/office/drawing/2014/main" id="{8748CB94-3E41-46A4-8B52-BB52AE781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203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7991" name="Freeform 4991">
              <a:extLst>
                <a:ext uri="{FF2B5EF4-FFF2-40B4-BE49-F238E27FC236}">
                  <a16:creationId xmlns:a16="http://schemas.microsoft.com/office/drawing/2014/main" id="{31D18AA3-A307-4550-9588-C0CEB381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179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2" name="Freeform 4992">
              <a:extLst>
                <a:ext uri="{FF2B5EF4-FFF2-40B4-BE49-F238E27FC236}">
                  <a16:creationId xmlns:a16="http://schemas.microsoft.com/office/drawing/2014/main" id="{0D758E9B-835B-4F05-AB66-B8AC6D6CB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181"/>
              <a:ext cx="4" cy="3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27 h 1"/>
                <a:gd name="T8" fmla="*/ 8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3" name="Freeform 4993">
              <a:extLst>
                <a:ext uri="{FF2B5EF4-FFF2-40B4-BE49-F238E27FC236}">
                  <a16:creationId xmlns:a16="http://schemas.microsoft.com/office/drawing/2014/main" id="{6E600043-4439-4215-96BE-D673A4C7F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62"/>
              <a:ext cx="6" cy="7"/>
            </a:xfrm>
            <a:custGeom>
              <a:avLst/>
              <a:gdLst>
                <a:gd name="T0" fmla="*/ 0 w 3"/>
                <a:gd name="T1" fmla="*/ 28 h 3"/>
                <a:gd name="T2" fmla="*/ 16 w 3"/>
                <a:gd name="T3" fmla="*/ 12 h 3"/>
                <a:gd name="T4" fmla="*/ 24 w 3"/>
                <a:gd name="T5" fmla="*/ 28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4" name="Freeform 4994">
              <a:extLst>
                <a:ext uri="{FF2B5EF4-FFF2-40B4-BE49-F238E27FC236}">
                  <a16:creationId xmlns:a16="http://schemas.microsoft.com/office/drawing/2014/main" id="{136274E6-1F01-465C-8954-8D01B7AD8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164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5" name="Freeform 4995">
              <a:extLst>
                <a:ext uri="{FF2B5EF4-FFF2-40B4-BE49-F238E27FC236}">
                  <a16:creationId xmlns:a16="http://schemas.microsoft.com/office/drawing/2014/main" id="{32DA4A3F-9237-47FF-8DEC-2C0B0E7CA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201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16 w 3"/>
                <a:gd name="T5" fmla="*/ 8 h 3"/>
                <a:gd name="T6" fmla="*/ 8 w 3"/>
                <a:gd name="T7" fmla="*/ 24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6" name="Freeform 4996">
              <a:extLst>
                <a:ext uri="{FF2B5EF4-FFF2-40B4-BE49-F238E27FC236}">
                  <a16:creationId xmlns:a16="http://schemas.microsoft.com/office/drawing/2014/main" id="{82291765-1D65-4021-A4DB-3F560783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201"/>
              <a:ext cx="2" cy="4"/>
            </a:xfrm>
            <a:custGeom>
              <a:avLst/>
              <a:gdLst>
                <a:gd name="T0" fmla="*/ 0 w 1"/>
                <a:gd name="T1" fmla="*/ 8 h 2"/>
                <a:gd name="T2" fmla="*/ 8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7" name="Freeform 4997">
              <a:extLst>
                <a:ext uri="{FF2B5EF4-FFF2-40B4-BE49-F238E27FC236}">
                  <a16:creationId xmlns:a16="http://schemas.microsoft.com/office/drawing/2014/main" id="{556B632B-0055-4568-B2A2-BDEAE6FC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192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16 w 3"/>
                <a:gd name="T5" fmla="*/ 12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8" name="Freeform 4998">
              <a:extLst>
                <a:ext uri="{FF2B5EF4-FFF2-40B4-BE49-F238E27FC236}">
                  <a16:creationId xmlns:a16="http://schemas.microsoft.com/office/drawing/2014/main" id="{DDA9C788-E275-4AC2-AFF0-0AA9B35D8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194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9" name="Freeform 4999">
              <a:extLst>
                <a:ext uri="{FF2B5EF4-FFF2-40B4-BE49-F238E27FC236}">
                  <a16:creationId xmlns:a16="http://schemas.microsoft.com/office/drawing/2014/main" id="{29DD2B9E-87E6-45F9-9676-F55A6E72F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184"/>
              <a:ext cx="8" cy="8"/>
            </a:xfrm>
            <a:custGeom>
              <a:avLst/>
              <a:gdLst>
                <a:gd name="T0" fmla="*/ 8 w 4"/>
                <a:gd name="T1" fmla="*/ 24 h 4"/>
                <a:gd name="T2" fmla="*/ 16 w 4"/>
                <a:gd name="T3" fmla="*/ 8 h 4"/>
                <a:gd name="T4" fmla="*/ 32 w 4"/>
                <a:gd name="T5" fmla="*/ 16 h 4"/>
                <a:gd name="T6" fmla="*/ 24 w 4"/>
                <a:gd name="T7" fmla="*/ 32 h 4"/>
                <a:gd name="T8" fmla="*/ 8 w 4"/>
                <a:gd name="T9" fmla="*/ 2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0" name="Freeform 5000">
              <a:extLst>
                <a:ext uri="{FF2B5EF4-FFF2-40B4-BE49-F238E27FC236}">
                  <a16:creationId xmlns:a16="http://schemas.microsoft.com/office/drawing/2014/main" id="{3B687802-8C11-4116-9FCB-0857EE4B4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186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1" name="Freeform 5001">
              <a:extLst>
                <a:ext uri="{FF2B5EF4-FFF2-40B4-BE49-F238E27FC236}">
                  <a16:creationId xmlns:a16="http://schemas.microsoft.com/office/drawing/2014/main" id="{585B752B-A906-44D8-B957-98D2FE044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213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2" name="Freeform 5002">
              <a:extLst>
                <a:ext uri="{FF2B5EF4-FFF2-40B4-BE49-F238E27FC236}">
                  <a16:creationId xmlns:a16="http://schemas.microsoft.com/office/drawing/2014/main" id="{943B20D4-23A5-4869-903B-FB491960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213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20 h 2"/>
                <a:gd name="T4" fmla="*/ 8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3" name="Freeform 5003">
              <a:extLst>
                <a:ext uri="{FF2B5EF4-FFF2-40B4-BE49-F238E27FC236}">
                  <a16:creationId xmlns:a16="http://schemas.microsoft.com/office/drawing/2014/main" id="{334FD866-AD39-4934-A670-306961913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216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0 h 4"/>
                <a:gd name="T4" fmla="*/ 24 w 4"/>
                <a:gd name="T5" fmla="*/ 16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4" name="Freeform 5004">
              <a:extLst>
                <a:ext uri="{FF2B5EF4-FFF2-40B4-BE49-F238E27FC236}">
                  <a16:creationId xmlns:a16="http://schemas.microsoft.com/office/drawing/2014/main" id="{1CD68507-E68A-4085-94B7-EAC9354AA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218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5" name="Freeform 5005">
              <a:extLst>
                <a:ext uri="{FF2B5EF4-FFF2-40B4-BE49-F238E27FC236}">
                  <a16:creationId xmlns:a16="http://schemas.microsoft.com/office/drawing/2014/main" id="{57B0D9F8-D671-4B2A-A59F-9AFADF9C5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224"/>
              <a:ext cx="6" cy="6"/>
            </a:xfrm>
            <a:custGeom>
              <a:avLst/>
              <a:gdLst>
                <a:gd name="T0" fmla="*/ 8 w 3"/>
                <a:gd name="T1" fmla="*/ 16 h 3"/>
                <a:gd name="T2" fmla="*/ 16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8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6" name="Freeform 5006">
              <a:extLst>
                <a:ext uri="{FF2B5EF4-FFF2-40B4-BE49-F238E27FC236}">
                  <a16:creationId xmlns:a16="http://schemas.microsoft.com/office/drawing/2014/main" id="{EC728676-A1CF-464D-8FDB-127CE61B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226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7" name="Oval 5007">
              <a:extLst>
                <a:ext uri="{FF2B5EF4-FFF2-40B4-BE49-F238E27FC236}">
                  <a16:creationId xmlns:a16="http://schemas.microsoft.com/office/drawing/2014/main" id="{01A8FE98-AB62-45CA-B9E7-87A01341F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2209"/>
              <a:ext cx="8" cy="9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008" name="Freeform 5008">
              <a:extLst>
                <a:ext uri="{FF2B5EF4-FFF2-40B4-BE49-F238E27FC236}">
                  <a16:creationId xmlns:a16="http://schemas.microsoft.com/office/drawing/2014/main" id="{57C73B87-214B-4911-8018-12F12AD1F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211"/>
              <a:ext cx="4" cy="2"/>
            </a:xfrm>
            <a:custGeom>
              <a:avLst/>
              <a:gdLst>
                <a:gd name="T0" fmla="*/ 8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8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9" name="Freeform 5009">
              <a:extLst>
                <a:ext uri="{FF2B5EF4-FFF2-40B4-BE49-F238E27FC236}">
                  <a16:creationId xmlns:a16="http://schemas.microsoft.com/office/drawing/2014/main" id="{388DED40-96F5-420D-8BD9-5F37CAE9B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224"/>
              <a:ext cx="6" cy="6"/>
            </a:xfrm>
            <a:custGeom>
              <a:avLst/>
              <a:gdLst>
                <a:gd name="T0" fmla="*/ 0 w 3"/>
                <a:gd name="T1" fmla="*/ 16 h 3"/>
                <a:gd name="T2" fmla="*/ 16 w 3"/>
                <a:gd name="T3" fmla="*/ 0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0" name="Freeform 5010">
              <a:extLst>
                <a:ext uri="{FF2B5EF4-FFF2-40B4-BE49-F238E27FC236}">
                  <a16:creationId xmlns:a16="http://schemas.microsoft.com/office/drawing/2014/main" id="{D447EDD2-D9F5-4F16-92BD-2003B4B40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226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1" name="Freeform 5011">
              <a:extLst>
                <a:ext uri="{FF2B5EF4-FFF2-40B4-BE49-F238E27FC236}">
                  <a16:creationId xmlns:a16="http://schemas.microsoft.com/office/drawing/2014/main" id="{8872DF04-C981-4FAB-A713-1662854A0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226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2" name="Freeform 5012">
              <a:extLst>
                <a:ext uri="{FF2B5EF4-FFF2-40B4-BE49-F238E27FC236}">
                  <a16:creationId xmlns:a16="http://schemas.microsoft.com/office/drawing/2014/main" id="{E9174B61-D887-428A-8E46-744EBE338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228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3" name="Freeform 5013">
              <a:extLst>
                <a:ext uri="{FF2B5EF4-FFF2-40B4-BE49-F238E27FC236}">
                  <a16:creationId xmlns:a16="http://schemas.microsoft.com/office/drawing/2014/main" id="{56F2CD47-07D7-44AF-8CE2-A7E3201A6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211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28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4" name="Freeform 5014">
              <a:extLst>
                <a:ext uri="{FF2B5EF4-FFF2-40B4-BE49-F238E27FC236}">
                  <a16:creationId xmlns:a16="http://schemas.microsoft.com/office/drawing/2014/main" id="{6A405074-F406-419E-B7E0-75CDB3A7A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213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5" name="Freeform 5015">
              <a:extLst>
                <a:ext uri="{FF2B5EF4-FFF2-40B4-BE49-F238E27FC236}">
                  <a16:creationId xmlns:a16="http://schemas.microsoft.com/office/drawing/2014/main" id="{DA1958DD-1F7F-46A3-88BE-416CA1B02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203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32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6" name="Freeform 5016">
              <a:extLst>
                <a:ext uri="{FF2B5EF4-FFF2-40B4-BE49-F238E27FC236}">
                  <a16:creationId xmlns:a16="http://schemas.microsoft.com/office/drawing/2014/main" id="{DBC0C09C-9A1C-4C11-9160-CD1E8AADA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205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7" name="Freeform 5017">
              <a:extLst>
                <a:ext uri="{FF2B5EF4-FFF2-40B4-BE49-F238E27FC236}">
                  <a16:creationId xmlns:a16="http://schemas.microsoft.com/office/drawing/2014/main" id="{C33BBE8B-745F-4464-B617-DC194C37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224"/>
              <a:ext cx="10" cy="11"/>
            </a:xfrm>
            <a:custGeom>
              <a:avLst/>
              <a:gdLst>
                <a:gd name="T0" fmla="*/ 8 w 5"/>
                <a:gd name="T1" fmla="*/ 33 h 5"/>
                <a:gd name="T2" fmla="*/ 24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8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5" y="4"/>
                    <a:pt x="3" y="4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8" name="Freeform 5018">
              <a:extLst>
                <a:ext uri="{FF2B5EF4-FFF2-40B4-BE49-F238E27FC236}">
                  <a16:creationId xmlns:a16="http://schemas.microsoft.com/office/drawing/2014/main" id="{0A5D5DDD-40F7-4971-BF8A-8F9E88018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226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9" name="Freeform 5019">
              <a:extLst>
                <a:ext uri="{FF2B5EF4-FFF2-40B4-BE49-F238E27FC236}">
                  <a16:creationId xmlns:a16="http://schemas.microsoft.com/office/drawing/2014/main" id="{5F80CEAF-D118-45C3-9EE3-40F7CDB2D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237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0" name="Freeform 5020">
              <a:extLst>
                <a:ext uri="{FF2B5EF4-FFF2-40B4-BE49-F238E27FC236}">
                  <a16:creationId xmlns:a16="http://schemas.microsoft.com/office/drawing/2014/main" id="{AFE379E2-AD78-40C9-9B63-1619C4558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23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1" name="Freeform 5021">
              <a:extLst>
                <a:ext uri="{FF2B5EF4-FFF2-40B4-BE49-F238E27FC236}">
                  <a16:creationId xmlns:a16="http://schemas.microsoft.com/office/drawing/2014/main" id="{974CC941-2F69-4053-A681-E2115313F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237"/>
              <a:ext cx="8" cy="8"/>
            </a:xfrm>
            <a:custGeom>
              <a:avLst/>
              <a:gdLst>
                <a:gd name="T0" fmla="*/ 0 w 4"/>
                <a:gd name="T1" fmla="*/ 24 h 4"/>
                <a:gd name="T2" fmla="*/ 16 w 4"/>
                <a:gd name="T3" fmla="*/ 0 h 4"/>
                <a:gd name="T4" fmla="*/ 32 w 4"/>
                <a:gd name="T5" fmla="*/ 16 h 4"/>
                <a:gd name="T6" fmla="*/ 16 w 4"/>
                <a:gd name="T7" fmla="*/ 32 h 4"/>
                <a:gd name="T8" fmla="*/ 0 w 4"/>
                <a:gd name="T9" fmla="*/ 2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2" name="Freeform 5022">
              <a:extLst>
                <a:ext uri="{FF2B5EF4-FFF2-40B4-BE49-F238E27FC236}">
                  <a16:creationId xmlns:a16="http://schemas.microsoft.com/office/drawing/2014/main" id="{8DFF10E2-363E-416E-9BB3-E49B63CB0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239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3" name="Freeform 5023">
              <a:extLst>
                <a:ext uri="{FF2B5EF4-FFF2-40B4-BE49-F238E27FC236}">
                  <a16:creationId xmlns:a16="http://schemas.microsoft.com/office/drawing/2014/main" id="{62AB1816-D8AF-4273-974C-BB3938BE4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239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4" name="Freeform 5024">
              <a:extLst>
                <a:ext uri="{FF2B5EF4-FFF2-40B4-BE49-F238E27FC236}">
                  <a16:creationId xmlns:a16="http://schemas.microsoft.com/office/drawing/2014/main" id="{65A47D53-2B06-4FFC-AFDB-FA354FBB0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241"/>
              <a:ext cx="4" cy="4"/>
            </a:xfrm>
            <a:custGeom>
              <a:avLst/>
              <a:gdLst>
                <a:gd name="T0" fmla="*/ 0 w 2"/>
                <a:gd name="T1" fmla="*/ 16 h 2"/>
                <a:gd name="T2" fmla="*/ 0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5" name="Freeform 5025">
              <a:extLst>
                <a:ext uri="{FF2B5EF4-FFF2-40B4-BE49-F238E27FC236}">
                  <a16:creationId xmlns:a16="http://schemas.microsoft.com/office/drawing/2014/main" id="{EAC41A4B-5BAC-4CFA-8D59-0D22D4C12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228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6" name="Freeform 5026">
              <a:extLst>
                <a:ext uri="{FF2B5EF4-FFF2-40B4-BE49-F238E27FC236}">
                  <a16:creationId xmlns:a16="http://schemas.microsoft.com/office/drawing/2014/main" id="{CBC9381A-FD9E-4DF6-AAEF-2BDCC4B23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230"/>
              <a:ext cx="4" cy="3"/>
            </a:xfrm>
            <a:custGeom>
              <a:avLst/>
              <a:gdLst>
                <a:gd name="T0" fmla="*/ 0 w 2"/>
                <a:gd name="T1" fmla="*/ 27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27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7" name="Freeform 5027">
              <a:extLst>
                <a:ext uri="{FF2B5EF4-FFF2-40B4-BE49-F238E27FC236}">
                  <a16:creationId xmlns:a16="http://schemas.microsoft.com/office/drawing/2014/main" id="{768A3A08-18A8-43C7-AD88-B417FBFC8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228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9 h 5"/>
                <a:gd name="T4" fmla="*/ 40 w 5"/>
                <a:gd name="T5" fmla="*/ 33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8" name="Freeform 5028">
              <a:extLst>
                <a:ext uri="{FF2B5EF4-FFF2-40B4-BE49-F238E27FC236}">
                  <a16:creationId xmlns:a16="http://schemas.microsoft.com/office/drawing/2014/main" id="{1699A936-C537-4D93-A55F-009AD27DB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233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0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9" name="Freeform 5029">
              <a:extLst>
                <a:ext uri="{FF2B5EF4-FFF2-40B4-BE49-F238E27FC236}">
                  <a16:creationId xmlns:a16="http://schemas.microsoft.com/office/drawing/2014/main" id="{13ADECA5-9764-44AE-956A-FE5FD6EB4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173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0 w 5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0" name="Freeform 5030">
              <a:extLst>
                <a:ext uri="{FF2B5EF4-FFF2-40B4-BE49-F238E27FC236}">
                  <a16:creationId xmlns:a16="http://schemas.microsoft.com/office/drawing/2014/main" id="{936F8E4C-036B-4934-9934-58A6C767D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175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1" name="Freeform 5031">
              <a:extLst>
                <a:ext uri="{FF2B5EF4-FFF2-40B4-BE49-F238E27FC236}">
                  <a16:creationId xmlns:a16="http://schemas.microsoft.com/office/drawing/2014/main" id="{94996892-35FA-40ED-AE87-F07443341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169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32 w 5"/>
                <a:gd name="T5" fmla="*/ 16 h 5"/>
                <a:gd name="T6" fmla="*/ 24 w 5"/>
                <a:gd name="T7" fmla="*/ 32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2" name="Freeform 5032">
              <a:extLst>
                <a:ext uri="{FF2B5EF4-FFF2-40B4-BE49-F238E27FC236}">
                  <a16:creationId xmlns:a16="http://schemas.microsoft.com/office/drawing/2014/main" id="{3543DCE0-B5BC-43AB-BE61-8823E9C8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171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3" name="Freeform 5033">
              <a:extLst>
                <a:ext uri="{FF2B5EF4-FFF2-40B4-BE49-F238E27FC236}">
                  <a16:creationId xmlns:a16="http://schemas.microsoft.com/office/drawing/2014/main" id="{FB12EFD5-97CA-437F-B622-BD6CFC91D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194"/>
              <a:ext cx="10" cy="11"/>
            </a:xfrm>
            <a:custGeom>
              <a:avLst/>
              <a:gdLst>
                <a:gd name="T0" fmla="*/ 8 w 5"/>
                <a:gd name="T1" fmla="*/ 33 h 5"/>
                <a:gd name="T2" fmla="*/ 24 w 5"/>
                <a:gd name="T3" fmla="*/ 9 h 5"/>
                <a:gd name="T4" fmla="*/ 40 w 5"/>
                <a:gd name="T5" fmla="*/ 20 h 5"/>
                <a:gd name="T6" fmla="*/ 24 w 5"/>
                <a:gd name="T7" fmla="*/ 53 h 5"/>
                <a:gd name="T8" fmla="*/ 8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1"/>
                    <a:pt x="3" y="1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5" y="5"/>
                    <a:pt x="3" y="5"/>
                  </a:cubicBezTo>
                  <a:cubicBezTo>
                    <a:pt x="2" y="5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4" name="Freeform 5034">
              <a:extLst>
                <a:ext uri="{FF2B5EF4-FFF2-40B4-BE49-F238E27FC236}">
                  <a16:creationId xmlns:a16="http://schemas.microsoft.com/office/drawing/2014/main" id="{E16C0519-4D28-405A-B004-F2C3B6C0D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199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0 h 2"/>
                <a:gd name="T6" fmla="*/ 8 w 2"/>
                <a:gd name="T7" fmla="*/ 8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5" name="Freeform 5035">
              <a:extLst>
                <a:ext uri="{FF2B5EF4-FFF2-40B4-BE49-F238E27FC236}">
                  <a16:creationId xmlns:a16="http://schemas.microsoft.com/office/drawing/2014/main" id="{E5082379-EC41-45D0-B693-728D15FB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254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8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6" name="Freeform 5036">
              <a:extLst>
                <a:ext uri="{FF2B5EF4-FFF2-40B4-BE49-F238E27FC236}">
                  <a16:creationId xmlns:a16="http://schemas.microsoft.com/office/drawing/2014/main" id="{1573F1B0-F4D1-4973-B0B0-9FD8F7CC7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56"/>
              <a:ext cx="4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8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7" name="Freeform 5037">
              <a:extLst>
                <a:ext uri="{FF2B5EF4-FFF2-40B4-BE49-F238E27FC236}">
                  <a16:creationId xmlns:a16="http://schemas.microsoft.com/office/drawing/2014/main" id="{FAC007C8-EE90-4BC0-8419-CD0503B9A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192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8" name="Freeform 5038">
              <a:extLst>
                <a:ext uri="{FF2B5EF4-FFF2-40B4-BE49-F238E27FC236}">
                  <a16:creationId xmlns:a16="http://schemas.microsoft.com/office/drawing/2014/main" id="{87C593FE-C23C-48E1-A054-6CA442139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194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9" name="Freeform 5039">
              <a:extLst>
                <a:ext uri="{FF2B5EF4-FFF2-40B4-BE49-F238E27FC236}">
                  <a16:creationId xmlns:a16="http://schemas.microsoft.com/office/drawing/2014/main" id="{F41BEADE-F45B-4807-BE91-0E3EB04D6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230"/>
              <a:ext cx="10" cy="11"/>
            </a:xfrm>
            <a:custGeom>
              <a:avLst/>
              <a:gdLst>
                <a:gd name="T0" fmla="*/ 8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8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5" y="4"/>
                    <a:pt x="3" y="4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0" name="Freeform 5040">
              <a:extLst>
                <a:ext uri="{FF2B5EF4-FFF2-40B4-BE49-F238E27FC236}">
                  <a16:creationId xmlns:a16="http://schemas.microsoft.com/office/drawing/2014/main" id="{55E1D986-6576-48F7-B200-008AF43DC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23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1" name="Freeform 5041">
              <a:extLst>
                <a:ext uri="{FF2B5EF4-FFF2-40B4-BE49-F238E27FC236}">
                  <a16:creationId xmlns:a16="http://schemas.microsoft.com/office/drawing/2014/main" id="{A83805F7-4048-459B-BB81-6B3F3570E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199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8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2" name="Freeform 5042">
              <a:extLst>
                <a:ext uri="{FF2B5EF4-FFF2-40B4-BE49-F238E27FC236}">
                  <a16:creationId xmlns:a16="http://schemas.microsoft.com/office/drawing/2014/main" id="{2FB33AE3-BB7D-4744-8AE5-0894D0272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201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3" name="Freeform 5043">
              <a:extLst>
                <a:ext uri="{FF2B5EF4-FFF2-40B4-BE49-F238E27FC236}">
                  <a16:creationId xmlns:a16="http://schemas.microsoft.com/office/drawing/2014/main" id="{6B47E40A-C80E-4311-8460-A5A647E24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241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4" name="Freeform 5044">
              <a:extLst>
                <a:ext uri="{FF2B5EF4-FFF2-40B4-BE49-F238E27FC236}">
                  <a16:creationId xmlns:a16="http://schemas.microsoft.com/office/drawing/2014/main" id="{4C858CA6-A6A5-4DD8-A039-71D84B92F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243"/>
              <a:ext cx="4" cy="2"/>
            </a:xfrm>
            <a:custGeom>
              <a:avLst/>
              <a:gdLst>
                <a:gd name="T0" fmla="*/ 8 w 2"/>
                <a:gd name="T1" fmla="*/ 8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8 h 1"/>
                <a:gd name="T8" fmla="*/ 8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5" name="Freeform 5045">
              <a:extLst>
                <a:ext uri="{FF2B5EF4-FFF2-40B4-BE49-F238E27FC236}">
                  <a16:creationId xmlns:a16="http://schemas.microsoft.com/office/drawing/2014/main" id="{DBDE09DE-135A-4FFB-9E59-342AB5E8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213"/>
              <a:ext cx="10" cy="11"/>
            </a:xfrm>
            <a:custGeom>
              <a:avLst/>
              <a:gdLst>
                <a:gd name="T0" fmla="*/ 8 w 5"/>
                <a:gd name="T1" fmla="*/ 44 h 5"/>
                <a:gd name="T2" fmla="*/ 8 w 5"/>
                <a:gd name="T3" fmla="*/ 9 h 5"/>
                <a:gd name="T4" fmla="*/ 32 w 5"/>
                <a:gd name="T5" fmla="*/ 0 h 5"/>
                <a:gd name="T6" fmla="*/ 40 w 5"/>
                <a:gd name="T7" fmla="*/ 44 h 5"/>
                <a:gd name="T8" fmla="*/ 8 w 5"/>
                <a:gd name="T9" fmla="*/ 4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1"/>
                    <a:pt x="5" y="3"/>
                    <a:pt x="5" y="4"/>
                  </a:cubicBezTo>
                  <a:cubicBezTo>
                    <a:pt x="4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6" name="Freeform 5046">
              <a:extLst>
                <a:ext uri="{FF2B5EF4-FFF2-40B4-BE49-F238E27FC236}">
                  <a16:creationId xmlns:a16="http://schemas.microsoft.com/office/drawing/2014/main" id="{02CCCAF4-8BB4-4DF5-93B2-89601F866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216"/>
              <a:ext cx="4" cy="4"/>
            </a:xfrm>
            <a:custGeom>
              <a:avLst/>
              <a:gdLst>
                <a:gd name="T0" fmla="*/ 0 w 2"/>
                <a:gd name="T1" fmla="*/ 16 h 2"/>
                <a:gd name="T2" fmla="*/ 0 w 2"/>
                <a:gd name="T3" fmla="*/ 8 h 2"/>
                <a:gd name="T4" fmla="*/ 16 w 2"/>
                <a:gd name="T5" fmla="*/ 8 h 2"/>
                <a:gd name="T6" fmla="*/ 16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7" name="Freeform 5047">
              <a:extLst>
                <a:ext uri="{FF2B5EF4-FFF2-40B4-BE49-F238E27FC236}">
                  <a16:creationId xmlns:a16="http://schemas.microsoft.com/office/drawing/2014/main" id="{C9931A29-4D26-4F71-B986-110039E9D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188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8" name="Freeform 5048">
              <a:extLst>
                <a:ext uri="{FF2B5EF4-FFF2-40B4-BE49-F238E27FC236}">
                  <a16:creationId xmlns:a16="http://schemas.microsoft.com/office/drawing/2014/main" id="{27788851-F4A0-4044-9DD2-F9EB74A32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190"/>
              <a:ext cx="4" cy="4"/>
            </a:xfrm>
            <a:custGeom>
              <a:avLst/>
              <a:gdLst>
                <a:gd name="T0" fmla="*/ 8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16 w 2"/>
                <a:gd name="T7" fmla="*/ 16 h 2"/>
                <a:gd name="T8" fmla="*/ 8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9" name="Freeform 5049">
              <a:extLst>
                <a:ext uri="{FF2B5EF4-FFF2-40B4-BE49-F238E27FC236}">
                  <a16:creationId xmlns:a16="http://schemas.microsoft.com/office/drawing/2014/main" id="{AB87C2CA-A0C6-41F7-B259-38280C72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190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0" name="Freeform 5050">
              <a:extLst>
                <a:ext uri="{FF2B5EF4-FFF2-40B4-BE49-F238E27FC236}">
                  <a16:creationId xmlns:a16="http://schemas.microsoft.com/office/drawing/2014/main" id="{F55454E4-CFCD-4926-8D5F-6018175E3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192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1" name="Freeform 5051">
              <a:extLst>
                <a:ext uri="{FF2B5EF4-FFF2-40B4-BE49-F238E27FC236}">
                  <a16:creationId xmlns:a16="http://schemas.microsoft.com/office/drawing/2014/main" id="{8BFDF4A5-EC84-43EA-B93F-45A50EB98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235"/>
              <a:ext cx="18" cy="6"/>
            </a:xfrm>
            <a:custGeom>
              <a:avLst/>
              <a:gdLst>
                <a:gd name="T0" fmla="*/ 0 w 9"/>
                <a:gd name="T1" fmla="*/ 0 h 3"/>
                <a:gd name="T2" fmla="*/ 7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1"/>
                    <a:pt x="6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2" name="Freeform 5052">
              <a:extLst>
                <a:ext uri="{FF2B5EF4-FFF2-40B4-BE49-F238E27FC236}">
                  <a16:creationId xmlns:a16="http://schemas.microsoft.com/office/drawing/2014/main" id="{5036B783-2752-451C-8F53-E5A4B2423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228"/>
              <a:ext cx="12" cy="15"/>
            </a:xfrm>
            <a:custGeom>
              <a:avLst/>
              <a:gdLst>
                <a:gd name="T0" fmla="*/ 0 w 6"/>
                <a:gd name="T1" fmla="*/ 0 h 7"/>
                <a:gd name="T2" fmla="*/ 48 w 6"/>
                <a:gd name="T3" fmla="*/ 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3"/>
                    <a:pt x="2" y="7"/>
                    <a:pt x="6" y="5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3" name="Freeform 5053">
              <a:extLst>
                <a:ext uri="{FF2B5EF4-FFF2-40B4-BE49-F238E27FC236}">
                  <a16:creationId xmlns:a16="http://schemas.microsoft.com/office/drawing/2014/main" id="{E21C4D62-45C1-45D3-97BE-B4A37CA42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188"/>
              <a:ext cx="4" cy="15"/>
            </a:xfrm>
            <a:custGeom>
              <a:avLst/>
              <a:gdLst>
                <a:gd name="T0" fmla="*/ 16 w 2"/>
                <a:gd name="T1" fmla="*/ 0 h 7"/>
                <a:gd name="T2" fmla="*/ 8 w 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4" name="Freeform 5054">
              <a:extLst>
                <a:ext uri="{FF2B5EF4-FFF2-40B4-BE49-F238E27FC236}">
                  <a16:creationId xmlns:a16="http://schemas.microsoft.com/office/drawing/2014/main" id="{76D453B6-FE8C-4516-9ECB-C7EDA7027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190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5" name="Freeform 5055">
              <a:extLst>
                <a:ext uri="{FF2B5EF4-FFF2-40B4-BE49-F238E27FC236}">
                  <a16:creationId xmlns:a16="http://schemas.microsoft.com/office/drawing/2014/main" id="{61CAFB38-FC7E-4726-8EEB-D123C30DE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543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6" name="Freeform 5056">
              <a:extLst>
                <a:ext uri="{FF2B5EF4-FFF2-40B4-BE49-F238E27FC236}">
                  <a16:creationId xmlns:a16="http://schemas.microsoft.com/office/drawing/2014/main" id="{D0F9B6F8-F3CE-42A0-99BF-3A4938CE7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545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8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7" name="Freeform 5057">
              <a:extLst>
                <a:ext uri="{FF2B5EF4-FFF2-40B4-BE49-F238E27FC236}">
                  <a16:creationId xmlns:a16="http://schemas.microsoft.com/office/drawing/2014/main" id="{EB4BB003-43C6-408F-AC71-28D473F1D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564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8" name="Freeform 5058">
              <a:extLst>
                <a:ext uri="{FF2B5EF4-FFF2-40B4-BE49-F238E27FC236}">
                  <a16:creationId xmlns:a16="http://schemas.microsoft.com/office/drawing/2014/main" id="{3097CE94-E676-443A-AC46-737221083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566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9" name="Freeform 5059">
              <a:extLst>
                <a:ext uri="{FF2B5EF4-FFF2-40B4-BE49-F238E27FC236}">
                  <a16:creationId xmlns:a16="http://schemas.microsoft.com/office/drawing/2014/main" id="{9246D26E-00F4-44C6-AF54-2DD0D4E89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569"/>
              <a:ext cx="6" cy="6"/>
            </a:xfrm>
            <a:custGeom>
              <a:avLst/>
              <a:gdLst>
                <a:gd name="T0" fmla="*/ 8 w 3"/>
                <a:gd name="T1" fmla="*/ 8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16 h 3"/>
                <a:gd name="T8" fmla="*/ 8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0" name="Freeform 5060">
              <a:extLst>
                <a:ext uri="{FF2B5EF4-FFF2-40B4-BE49-F238E27FC236}">
                  <a16:creationId xmlns:a16="http://schemas.microsoft.com/office/drawing/2014/main" id="{82731DF8-F12D-4C8B-BA40-2F9BF9B1C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569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8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1" name="Freeform 5061">
              <a:extLst>
                <a:ext uri="{FF2B5EF4-FFF2-40B4-BE49-F238E27FC236}">
                  <a16:creationId xmlns:a16="http://schemas.microsoft.com/office/drawing/2014/main" id="{727006C9-7ADF-44FD-B99F-737C8A030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518"/>
              <a:ext cx="6" cy="6"/>
            </a:xfrm>
            <a:custGeom>
              <a:avLst/>
              <a:gdLst>
                <a:gd name="T0" fmla="*/ 0 w 3"/>
                <a:gd name="T1" fmla="*/ 8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16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2" name="Oval 5062">
              <a:extLst>
                <a:ext uri="{FF2B5EF4-FFF2-40B4-BE49-F238E27FC236}">
                  <a16:creationId xmlns:a16="http://schemas.microsoft.com/office/drawing/2014/main" id="{930B3224-75F0-4E19-A20C-7A2511CA6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518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063" name="Freeform 5063">
              <a:extLst>
                <a:ext uri="{FF2B5EF4-FFF2-40B4-BE49-F238E27FC236}">
                  <a16:creationId xmlns:a16="http://schemas.microsoft.com/office/drawing/2014/main" id="{BF4E866D-5E5C-4C2A-B19B-21202728C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545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4" name="Freeform 5064">
              <a:extLst>
                <a:ext uri="{FF2B5EF4-FFF2-40B4-BE49-F238E27FC236}">
                  <a16:creationId xmlns:a16="http://schemas.microsoft.com/office/drawing/2014/main" id="{C0CABB2E-C40D-4B2D-B6A3-E4D3A9854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54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5" name="Freeform 5065">
              <a:extLst>
                <a:ext uri="{FF2B5EF4-FFF2-40B4-BE49-F238E27FC236}">
                  <a16:creationId xmlns:a16="http://schemas.microsoft.com/office/drawing/2014/main" id="{3D4AC156-3DE2-433A-A5C1-86D75857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535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0 h 3"/>
                <a:gd name="T4" fmla="*/ 16 w 2"/>
                <a:gd name="T5" fmla="*/ 8 h 3"/>
                <a:gd name="T6" fmla="*/ 8 w 2"/>
                <a:gd name="T7" fmla="*/ 24 h 3"/>
                <a:gd name="T8" fmla="*/ 0 w 2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6" name="Freeform 5066">
              <a:extLst>
                <a:ext uri="{FF2B5EF4-FFF2-40B4-BE49-F238E27FC236}">
                  <a16:creationId xmlns:a16="http://schemas.microsoft.com/office/drawing/2014/main" id="{55385C01-41BE-4DF1-9737-4BA4918D1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537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7" name="Freeform 5067">
              <a:extLst>
                <a:ext uri="{FF2B5EF4-FFF2-40B4-BE49-F238E27FC236}">
                  <a16:creationId xmlns:a16="http://schemas.microsoft.com/office/drawing/2014/main" id="{BFFCFE6F-5D7B-479A-9470-100853938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53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8" name="Freeform 5068">
              <a:extLst>
                <a:ext uri="{FF2B5EF4-FFF2-40B4-BE49-F238E27FC236}">
                  <a16:creationId xmlns:a16="http://schemas.microsoft.com/office/drawing/2014/main" id="{87015EDE-202D-4713-A859-E9A24D073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541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9" name="Freeform 5069">
              <a:extLst>
                <a:ext uri="{FF2B5EF4-FFF2-40B4-BE49-F238E27FC236}">
                  <a16:creationId xmlns:a16="http://schemas.microsoft.com/office/drawing/2014/main" id="{69CFDA29-F27C-4DD7-A4E1-CEE9F57E2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530"/>
              <a:ext cx="6" cy="7"/>
            </a:xfrm>
            <a:custGeom>
              <a:avLst/>
              <a:gdLst>
                <a:gd name="T0" fmla="*/ 8 w 3"/>
                <a:gd name="T1" fmla="*/ 28 h 3"/>
                <a:gd name="T2" fmla="*/ 16 w 3"/>
                <a:gd name="T3" fmla="*/ 0 h 3"/>
                <a:gd name="T4" fmla="*/ 24 w 3"/>
                <a:gd name="T5" fmla="*/ 28 h 3"/>
                <a:gd name="T6" fmla="*/ 16 w 3"/>
                <a:gd name="T7" fmla="*/ 37 h 3"/>
                <a:gd name="T8" fmla="*/ 8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0" name="Freeform 5070">
              <a:extLst>
                <a:ext uri="{FF2B5EF4-FFF2-40B4-BE49-F238E27FC236}">
                  <a16:creationId xmlns:a16="http://schemas.microsoft.com/office/drawing/2014/main" id="{79A23BE1-5DE7-4989-9EB6-A61CF72DB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532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1" name="Freeform 5071">
              <a:extLst>
                <a:ext uri="{FF2B5EF4-FFF2-40B4-BE49-F238E27FC236}">
                  <a16:creationId xmlns:a16="http://schemas.microsoft.com/office/drawing/2014/main" id="{B386D274-CDB5-41F6-BF75-178FBEE85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547"/>
              <a:ext cx="4" cy="7"/>
            </a:xfrm>
            <a:custGeom>
              <a:avLst/>
              <a:gdLst>
                <a:gd name="T0" fmla="*/ 0 w 2"/>
                <a:gd name="T1" fmla="*/ 28 h 3"/>
                <a:gd name="T2" fmla="*/ 8 w 2"/>
                <a:gd name="T3" fmla="*/ 0 h 3"/>
                <a:gd name="T4" fmla="*/ 16 w 2"/>
                <a:gd name="T5" fmla="*/ 12 h 3"/>
                <a:gd name="T6" fmla="*/ 8 w 2"/>
                <a:gd name="T7" fmla="*/ 37 h 3"/>
                <a:gd name="T8" fmla="*/ 0 w 2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2" name="Freeform 5072">
              <a:extLst>
                <a:ext uri="{FF2B5EF4-FFF2-40B4-BE49-F238E27FC236}">
                  <a16:creationId xmlns:a16="http://schemas.microsoft.com/office/drawing/2014/main" id="{5F9B0666-D22B-4829-811D-95152A68B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549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3" name="Freeform 5073">
              <a:extLst>
                <a:ext uri="{FF2B5EF4-FFF2-40B4-BE49-F238E27FC236}">
                  <a16:creationId xmlns:a16="http://schemas.microsoft.com/office/drawing/2014/main" id="{5F6A99B6-5D6F-45FB-ABF5-C6081A147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577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4" name="Freeform 5074">
              <a:extLst>
                <a:ext uri="{FF2B5EF4-FFF2-40B4-BE49-F238E27FC236}">
                  <a16:creationId xmlns:a16="http://schemas.microsoft.com/office/drawing/2014/main" id="{BA766D32-D268-44CB-902C-C29A6F2E1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579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5" name="Freeform 5075">
              <a:extLst>
                <a:ext uri="{FF2B5EF4-FFF2-40B4-BE49-F238E27FC236}">
                  <a16:creationId xmlns:a16="http://schemas.microsoft.com/office/drawing/2014/main" id="{E479E2CF-F047-4F9B-AC7A-FB8A0F26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528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6" name="Freeform 5076">
              <a:extLst>
                <a:ext uri="{FF2B5EF4-FFF2-40B4-BE49-F238E27FC236}">
                  <a16:creationId xmlns:a16="http://schemas.microsoft.com/office/drawing/2014/main" id="{980C15DF-C61D-469E-9900-B6FC18963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530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7" name="Freeform 5077">
              <a:extLst>
                <a:ext uri="{FF2B5EF4-FFF2-40B4-BE49-F238E27FC236}">
                  <a16:creationId xmlns:a16="http://schemas.microsoft.com/office/drawing/2014/main" id="{4F20178C-DC3C-4887-9A4C-E2540E3C2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520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16 w 3"/>
                <a:gd name="T5" fmla="*/ 8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8" name="Freeform 5078">
              <a:extLst>
                <a:ext uri="{FF2B5EF4-FFF2-40B4-BE49-F238E27FC236}">
                  <a16:creationId xmlns:a16="http://schemas.microsoft.com/office/drawing/2014/main" id="{5BFA6B99-3139-40D0-9776-56C96D19C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522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9" name="Freeform 5079">
              <a:extLst>
                <a:ext uri="{FF2B5EF4-FFF2-40B4-BE49-F238E27FC236}">
                  <a16:creationId xmlns:a16="http://schemas.microsoft.com/office/drawing/2014/main" id="{442E79BC-4AE7-4346-8A08-283391418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535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0" name="Freeform 5080">
              <a:extLst>
                <a:ext uri="{FF2B5EF4-FFF2-40B4-BE49-F238E27FC236}">
                  <a16:creationId xmlns:a16="http://schemas.microsoft.com/office/drawing/2014/main" id="{CC11F5B5-A4DB-493E-8039-B418012C9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535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8 h 2"/>
                <a:gd name="T4" fmla="*/ 8 w 1"/>
                <a:gd name="T5" fmla="*/ 8 h 2"/>
                <a:gd name="T6" fmla="*/ 0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1" name="Freeform 5081">
              <a:extLst>
                <a:ext uri="{FF2B5EF4-FFF2-40B4-BE49-F238E27FC236}">
                  <a16:creationId xmlns:a16="http://schemas.microsoft.com/office/drawing/2014/main" id="{7DA88772-1E02-4B62-8859-EC2716F6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524"/>
              <a:ext cx="10" cy="8"/>
            </a:xfrm>
            <a:custGeom>
              <a:avLst/>
              <a:gdLst>
                <a:gd name="T0" fmla="*/ 8 w 5"/>
                <a:gd name="T1" fmla="*/ 24 h 4"/>
                <a:gd name="T2" fmla="*/ 16 w 5"/>
                <a:gd name="T3" fmla="*/ 8 h 4"/>
                <a:gd name="T4" fmla="*/ 32 w 5"/>
                <a:gd name="T5" fmla="*/ 16 h 4"/>
                <a:gd name="T6" fmla="*/ 24 w 5"/>
                <a:gd name="T7" fmla="*/ 32 h 4"/>
                <a:gd name="T8" fmla="*/ 8 w 5"/>
                <a:gd name="T9" fmla="*/ 2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2" name="Freeform 5082">
              <a:extLst>
                <a:ext uri="{FF2B5EF4-FFF2-40B4-BE49-F238E27FC236}">
                  <a16:creationId xmlns:a16="http://schemas.microsoft.com/office/drawing/2014/main" id="{506F8108-F0A9-4980-99A8-CE69A2BD2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526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3" name="Freeform 5083">
              <a:extLst>
                <a:ext uri="{FF2B5EF4-FFF2-40B4-BE49-F238E27FC236}">
                  <a16:creationId xmlns:a16="http://schemas.microsoft.com/office/drawing/2014/main" id="{C614C84C-B1FC-4852-AA53-5AA4BB9EA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505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16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4" name="Freeform 5084">
              <a:extLst>
                <a:ext uri="{FF2B5EF4-FFF2-40B4-BE49-F238E27FC236}">
                  <a16:creationId xmlns:a16="http://schemas.microsoft.com/office/drawing/2014/main" id="{54E2FFB4-5CD8-42F7-A7A2-3998C0ADC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50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5" name="Freeform 5085">
              <a:extLst>
                <a:ext uri="{FF2B5EF4-FFF2-40B4-BE49-F238E27FC236}">
                  <a16:creationId xmlns:a16="http://schemas.microsoft.com/office/drawing/2014/main" id="{EA96180F-CBAB-4636-8725-40EC92850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507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0 h 4"/>
                <a:gd name="T4" fmla="*/ 32 w 4"/>
                <a:gd name="T5" fmla="*/ 8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6" name="Freeform 5086">
              <a:extLst>
                <a:ext uri="{FF2B5EF4-FFF2-40B4-BE49-F238E27FC236}">
                  <a16:creationId xmlns:a16="http://schemas.microsoft.com/office/drawing/2014/main" id="{E896F7C9-56E8-44CE-A31C-BA54A844B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509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7" name="Freeform 5087">
              <a:extLst>
                <a:ext uri="{FF2B5EF4-FFF2-40B4-BE49-F238E27FC236}">
                  <a16:creationId xmlns:a16="http://schemas.microsoft.com/office/drawing/2014/main" id="{AD8B5EA1-5CB3-4D84-B7C9-E09081E82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537"/>
              <a:ext cx="6" cy="6"/>
            </a:xfrm>
            <a:custGeom>
              <a:avLst/>
              <a:gdLst>
                <a:gd name="T0" fmla="*/ 0 w 3"/>
                <a:gd name="T1" fmla="*/ 16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8" name="Freeform 5088">
              <a:extLst>
                <a:ext uri="{FF2B5EF4-FFF2-40B4-BE49-F238E27FC236}">
                  <a16:creationId xmlns:a16="http://schemas.microsoft.com/office/drawing/2014/main" id="{03D1BE4A-2A89-4DE5-A7F6-5AFFB74A5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53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9" name="Freeform 5089">
              <a:extLst>
                <a:ext uri="{FF2B5EF4-FFF2-40B4-BE49-F238E27FC236}">
                  <a16:creationId xmlns:a16="http://schemas.microsoft.com/office/drawing/2014/main" id="{0AF5C82F-87BD-4E1C-8431-8781E2E18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541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0 w 5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1" y="4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0" name="Freeform 5090">
              <a:extLst>
                <a:ext uri="{FF2B5EF4-FFF2-40B4-BE49-F238E27FC236}">
                  <a16:creationId xmlns:a16="http://schemas.microsoft.com/office/drawing/2014/main" id="{0D48810E-6BB6-4619-9231-F4CB5B1C0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54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1" name="Freeform 5091">
              <a:extLst>
                <a:ext uri="{FF2B5EF4-FFF2-40B4-BE49-F238E27FC236}">
                  <a16:creationId xmlns:a16="http://schemas.microsoft.com/office/drawing/2014/main" id="{AB096D91-3638-4FA4-A764-22213C363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535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2" name="Freeform 5092">
              <a:extLst>
                <a:ext uri="{FF2B5EF4-FFF2-40B4-BE49-F238E27FC236}">
                  <a16:creationId xmlns:a16="http://schemas.microsoft.com/office/drawing/2014/main" id="{7B640B27-B6BB-4708-9AC2-38CF1A3EE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537"/>
              <a:ext cx="4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3" name="Freeform 5093">
              <a:extLst>
                <a:ext uri="{FF2B5EF4-FFF2-40B4-BE49-F238E27FC236}">
                  <a16:creationId xmlns:a16="http://schemas.microsoft.com/office/drawing/2014/main" id="{92AE0524-5558-4E13-A2A5-3606EAA0B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541"/>
              <a:ext cx="10" cy="13"/>
            </a:xfrm>
            <a:custGeom>
              <a:avLst/>
              <a:gdLst>
                <a:gd name="T0" fmla="*/ 0 w 5"/>
                <a:gd name="T1" fmla="*/ 33 h 6"/>
                <a:gd name="T2" fmla="*/ 16 w 5"/>
                <a:gd name="T3" fmla="*/ 9 h 6"/>
                <a:gd name="T4" fmla="*/ 32 w 5"/>
                <a:gd name="T5" fmla="*/ 33 h 6"/>
                <a:gd name="T6" fmla="*/ 24 w 5"/>
                <a:gd name="T7" fmla="*/ 52 h 6"/>
                <a:gd name="T8" fmla="*/ 0 w 5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0" y="1"/>
                    <a:pt x="2" y="1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4" name="Freeform 5094">
              <a:extLst>
                <a:ext uri="{FF2B5EF4-FFF2-40B4-BE49-F238E27FC236}">
                  <a16:creationId xmlns:a16="http://schemas.microsoft.com/office/drawing/2014/main" id="{F79335EC-575C-412C-B2B2-665846FD8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545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0 h 2"/>
                <a:gd name="T6" fmla="*/ 16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5" name="Freeform 5095">
              <a:extLst>
                <a:ext uri="{FF2B5EF4-FFF2-40B4-BE49-F238E27FC236}">
                  <a16:creationId xmlns:a16="http://schemas.microsoft.com/office/drawing/2014/main" id="{08BBCDCA-C5B9-4938-8C51-30647A402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501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16 w 3"/>
                <a:gd name="T5" fmla="*/ 16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6" name="Oval 5096">
              <a:extLst>
                <a:ext uri="{FF2B5EF4-FFF2-40B4-BE49-F238E27FC236}">
                  <a16:creationId xmlns:a16="http://schemas.microsoft.com/office/drawing/2014/main" id="{83D2BEA4-4B9F-4CC7-A22D-008A9CFC6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0" y="2503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097" name="Freeform 5097">
              <a:extLst>
                <a:ext uri="{FF2B5EF4-FFF2-40B4-BE49-F238E27FC236}">
                  <a16:creationId xmlns:a16="http://schemas.microsoft.com/office/drawing/2014/main" id="{8C743B5C-CBC7-45C2-81E5-BEFDDCF7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50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8" name="Oval 5098">
              <a:extLst>
                <a:ext uri="{FF2B5EF4-FFF2-40B4-BE49-F238E27FC236}">
                  <a16:creationId xmlns:a16="http://schemas.microsoft.com/office/drawing/2014/main" id="{087D43C7-AACD-4F7B-9DA6-9069C3FEB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2511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099" name="Freeform 5099">
              <a:extLst>
                <a:ext uri="{FF2B5EF4-FFF2-40B4-BE49-F238E27FC236}">
                  <a16:creationId xmlns:a16="http://schemas.microsoft.com/office/drawing/2014/main" id="{81E6FD6B-5B22-4E30-8FE5-95F1D9658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503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0 h 4"/>
                <a:gd name="T4" fmla="*/ 32 w 4"/>
                <a:gd name="T5" fmla="*/ 8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0" name="Freeform 5100">
              <a:extLst>
                <a:ext uri="{FF2B5EF4-FFF2-40B4-BE49-F238E27FC236}">
                  <a16:creationId xmlns:a16="http://schemas.microsoft.com/office/drawing/2014/main" id="{B2BC0F45-9405-440C-AEB6-F447E26ED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505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1" name="Freeform 5101">
              <a:extLst>
                <a:ext uri="{FF2B5EF4-FFF2-40B4-BE49-F238E27FC236}">
                  <a16:creationId xmlns:a16="http://schemas.microsoft.com/office/drawing/2014/main" id="{3AAC9AE2-62BF-4B1C-B204-79DA9FCB8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526"/>
              <a:ext cx="6" cy="6"/>
            </a:xfrm>
            <a:custGeom>
              <a:avLst/>
              <a:gdLst>
                <a:gd name="T0" fmla="*/ 8 w 3"/>
                <a:gd name="T1" fmla="*/ 8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2" name="Freeform 5102">
              <a:extLst>
                <a:ext uri="{FF2B5EF4-FFF2-40B4-BE49-F238E27FC236}">
                  <a16:creationId xmlns:a16="http://schemas.microsoft.com/office/drawing/2014/main" id="{B77A091B-C43C-43EC-A97B-44E902DC4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526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8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3" name="Freeform 5103">
              <a:extLst>
                <a:ext uri="{FF2B5EF4-FFF2-40B4-BE49-F238E27FC236}">
                  <a16:creationId xmlns:a16="http://schemas.microsoft.com/office/drawing/2014/main" id="{12FA58F4-D137-49DE-8700-76DEC544D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528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4" name="Freeform 5104">
              <a:extLst>
                <a:ext uri="{FF2B5EF4-FFF2-40B4-BE49-F238E27FC236}">
                  <a16:creationId xmlns:a16="http://schemas.microsoft.com/office/drawing/2014/main" id="{649057A8-1576-408F-96D3-3A34045CE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53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5" name="Freeform 5105">
              <a:extLst>
                <a:ext uri="{FF2B5EF4-FFF2-40B4-BE49-F238E27FC236}">
                  <a16:creationId xmlns:a16="http://schemas.microsoft.com/office/drawing/2014/main" id="{14B29CB8-F9B7-4D67-A870-5ADE48000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505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6" name="Freeform 5106">
              <a:extLst>
                <a:ext uri="{FF2B5EF4-FFF2-40B4-BE49-F238E27FC236}">
                  <a16:creationId xmlns:a16="http://schemas.microsoft.com/office/drawing/2014/main" id="{BCFDC7C1-968D-4DFF-B1FF-431350C0F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507"/>
              <a:ext cx="4" cy="2"/>
            </a:xfrm>
            <a:custGeom>
              <a:avLst/>
              <a:gdLst>
                <a:gd name="T0" fmla="*/ 8 w 2"/>
                <a:gd name="T1" fmla="*/ 8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8 h 1"/>
                <a:gd name="T8" fmla="*/ 8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7" name="Freeform 5107">
              <a:extLst>
                <a:ext uri="{FF2B5EF4-FFF2-40B4-BE49-F238E27FC236}">
                  <a16:creationId xmlns:a16="http://schemas.microsoft.com/office/drawing/2014/main" id="{7E271FD4-D05C-4B88-9DE4-463D5373D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526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16 w 3"/>
                <a:gd name="T5" fmla="*/ 16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8" name="Oval 5108">
              <a:extLst>
                <a:ext uri="{FF2B5EF4-FFF2-40B4-BE49-F238E27FC236}">
                  <a16:creationId xmlns:a16="http://schemas.microsoft.com/office/drawing/2014/main" id="{B78595B6-3645-466D-A2F2-C273ADCAA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528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109" name="Freeform 5109">
              <a:extLst>
                <a:ext uri="{FF2B5EF4-FFF2-40B4-BE49-F238E27FC236}">
                  <a16:creationId xmlns:a16="http://schemas.microsoft.com/office/drawing/2014/main" id="{EE38188E-5CD6-49CA-AA1C-C428633CB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520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16 w 3"/>
                <a:gd name="T5" fmla="*/ 8 h 3"/>
                <a:gd name="T6" fmla="*/ 8 w 3"/>
                <a:gd name="T7" fmla="*/ 16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0" name="Freeform 5110">
              <a:extLst>
                <a:ext uri="{FF2B5EF4-FFF2-40B4-BE49-F238E27FC236}">
                  <a16:creationId xmlns:a16="http://schemas.microsoft.com/office/drawing/2014/main" id="{EFC8A251-B1DE-47CA-89BC-77A44F044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520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1" name="Freeform 5111">
              <a:extLst>
                <a:ext uri="{FF2B5EF4-FFF2-40B4-BE49-F238E27FC236}">
                  <a16:creationId xmlns:a16="http://schemas.microsoft.com/office/drawing/2014/main" id="{1846B461-4BAA-4974-9096-51F30041B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511"/>
              <a:ext cx="8" cy="9"/>
            </a:xfrm>
            <a:custGeom>
              <a:avLst/>
              <a:gdLst>
                <a:gd name="T0" fmla="*/ 8 w 4"/>
                <a:gd name="T1" fmla="*/ 25 h 4"/>
                <a:gd name="T2" fmla="*/ 16 w 4"/>
                <a:gd name="T3" fmla="*/ 0 h 4"/>
                <a:gd name="T4" fmla="*/ 32 w 4"/>
                <a:gd name="T5" fmla="*/ 25 h 4"/>
                <a:gd name="T6" fmla="*/ 24 w 4"/>
                <a:gd name="T7" fmla="*/ 45 h 4"/>
                <a:gd name="T8" fmla="*/ 8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2" name="Freeform 5112">
              <a:extLst>
                <a:ext uri="{FF2B5EF4-FFF2-40B4-BE49-F238E27FC236}">
                  <a16:creationId xmlns:a16="http://schemas.microsoft.com/office/drawing/2014/main" id="{29BF6BB0-2757-4DC5-95E0-CD60DDBF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513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0 h 2"/>
                <a:gd name="T4" fmla="*/ 8 w 2"/>
                <a:gd name="T5" fmla="*/ 20 h 2"/>
                <a:gd name="T6" fmla="*/ 8 w 2"/>
                <a:gd name="T7" fmla="*/ 20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3" name="Freeform 5113">
              <a:extLst>
                <a:ext uri="{FF2B5EF4-FFF2-40B4-BE49-F238E27FC236}">
                  <a16:creationId xmlns:a16="http://schemas.microsoft.com/office/drawing/2014/main" id="{23842909-6122-426A-A530-3AC8B4233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53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4" name="Freeform 5114">
              <a:extLst>
                <a:ext uri="{FF2B5EF4-FFF2-40B4-BE49-F238E27FC236}">
                  <a16:creationId xmlns:a16="http://schemas.microsoft.com/office/drawing/2014/main" id="{37B1E50B-8AC0-43AA-B47B-591EC9A74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541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8 w 2"/>
                <a:gd name="T5" fmla="*/ 8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5" name="Freeform 5115">
              <a:extLst>
                <a:ext uri="{FF2B5EF4-FFF2-40B4-BE49-F238E27FC236}">
                  <a16:creationId xmlns:a16="http://schemas.microsoft.com/office/drawing/2014/main" id="{3C4015D8-0D26-4326-B5DE-9999BF270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543"/>
              <a:ext cx="8" cy="9"/>
            </a:xfrm>
            <a:custGeom>
              <a:avLst/>
              <a:gdLst>
                <a:gd name="T0" fmla="*/ 0 w 4"/>
                <a:gd name="T1" fmla="*/ 25 h 4"/>
                <a:gd name="T2" fmla="*/ 8 w 4"/>
                <a:gd name="T3" fmla="*/ 0 h 4"/>
                <a:gd name="T4" fmla="*/ 24 w 4"/>
                <a:gd name="T5" fmla="*/ 11 h 4"/>
                <a:gd name="T6" fmla="*/ 16 w 4"/>
                <a:gd name="T7" fmla="*/ 36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6" name="Freeform 5116">
              <a:extLst>
                <a:ext uri="{FF2B5EF4-FFF2-40B4-BE49-F238E27FC236}">
                  <a16:creationId xmlns:a16="http://schemas.microsoft.com/office/drawing/2014/main" id="{EFD5F0EA-DAA1-43D7-BD16-1A475465D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54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8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7" name="Freeform 5117">
              <a:extLst>
                <a:ext uri="{FF2B5EF4-FFF2-40B4-BE49-F238E27FC236}">
                  <a16:creationId xmlns:a16="http://schemas.microsoft.com/office/drawing/2014/main" id="{9C995DB6-51F6-44D9-AF4A-8AB9C0941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552"/>
              <a:ext cx="6" cy="6"/>
            </a:xfrm>
            <a:custGeom>
              <a:avLst/>
              <a:gdLst>
                <a:gd name="T0" fmla="*/ 8 w 3"/>
                <a:gd name="T1" fmla="*/ 16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8" name="Freeform 5118">
              <a:extLst>
                <a:ext uri="{FF2B5EF4-FFF2-40B4-BE49-F238E27FC236}">
                  <a16:creationId xmlns:a16="http://schemas.microsoft.com/office/drawing/2014/main" id="{D4669340-8CFA-454E-BD19-4745216C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554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9" name="Freeform 5119">
              <a:extLst>
                <a:ext uri="{FF2B5EF4-FFF2-40B4-BE49-F238E27FC236}">
                  <a16:creationId xmlns:a16="http://schemas.microsoft.com/office/drawing/2014/main" id="{A95B5F13-D0D0-463E-997D-E2F8B3454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537"/>
              <a:ext cx="8" cy="8"/>
            </a:xfrm>
            <a:custGeom>
              <a:avLst/>
              <a:gdLst>
                <a:gd name="T0" fmla="*/ 0 w 4"/>
                <a:gd name="T1" fmla="*/ 16 h 4"/>
                <a:gd name="T2" fmla="*/ 16 w 4"/>
                <a:gd name="T3" fmla="*/ 0 h 4"/>
                <a:gd name="T4" fmla="*/ 32 w 4"/>
                <a:gd name="T5" fmla="*/ 8 h 4"/>
                <a:gd name="T6" fmla="*/ 16 w 4"/>
                <a:gd name="T7" fmla="*/ 24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0" name="Freeform 5120">
              <a:extLst>
                <a:ext uri="{FF2B5EF4-FFF2-40B4-BE49-F238E27FC236}">
                  <a16:creationId xmlns:a16="http://schemas.microsoft.com/office/drawing/2014/main" id="{C1A42F6B-AFE5-4725-AAF2-323009FBA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539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8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1" name="Freeform 5121">
              <a:extLst>
                <a:ext uri="{FF2B5EF4-FFF2-40B4-BE49-F238E27FC236}">
                  <a16:creationId xmlns:a16="http://schemas.microsoft.com/office/drawing/2014/main" id="{5B4FBEF6-5497-4BF3-BB6E-23AD53FA7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552"/>
              <a:ext cx="6" cy="6"/>
            </a:xfrm>
            <a:custGeom>
              <a:avLst/>
              <a:gdLst>
                <a:gd name="T0" fmla="*/ 0 w 3"/>
                <a:gd name="T1" fmla="*/ 16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2" name="Freeform 5122">
              <a:extLst>
                <a:ext uri="{FF2B5EF4-FFF2-40B4-BE49-F238E27FC236}">
                  <a16:creationId xmlns:a16="http://schemas.microsoft.com/office/drawing/2014/main" id="{A5D38BAB-63D1-4034-9BAF-F0F83B599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554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3" name="Freeform 5123">
              <a:extLst>
                <a:ext uri="{FF2B5EF4-FFF2-40B4-BE49-F238E27FC236}">
                  <a16:creationId xmlns:a16="http://schemas.microsoft.com/office/drawing/2014/main" id="{D382B657-33AE-4BEB-9129-A6D711E64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554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16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4" name="Freeform 5124">
              <a:extLst>
                <a:ext uri="{FF2B5EF4-FFF2-40B4-BE49-F238E27FC236}">
                  <a16:creationId xmlns:a16="http://schemas.microsoft.com/office/drawing/2014/main" id="{00C000D2-FEA9-4083-93E8-057954860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554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5" name="Freeform 5125">
              <a:extLst>
                <a:ext uri="{FF2B5EF4-FFF2-40B4-BE49-F238E27FC236}">
                  <a16:creationId xmlns:a16="http://schemas.microsoft.com/office/drawing/2014/main" id="{95BFDA6A-5CDC-4D43-9AE3-06D285132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53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6" name="Freeform 5126">
              <a:extLst>
                <a:ext uri="{FF2B5EF4-FFF2-40B4-BE49-F238E27FC236}">
                  <a16:creationId xmlns:a16="http://schemas.microsoft.com/office/drawing/2014/main" id="{77C79290-1969-4190-90C4-EF18286D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541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7" name="Freeform 5127">
              <a:extLst>
                <a:ext uri="{FF2B5EF4-FFF2-40B4-BE49-F238E27FC236}">
                  <a16:creationId xmlns:a16="http://schemas.microsoft.com/office/drawing/2014/main" id="{AB1A9DE5-D661-4CEE-BFBC-D2B6F8D42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530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32 w 5"/>
                <a:gd name="T5" fmla="*/ 20 h 5"/>
                <a:gd name="T6" fmla="*/ 24 w 5"/>
                <a:gd name="T7" fmla="*/ 44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8" name="Freeform 5128">
              <a:extLst>
                <a:ext uri="{FF2B5EF4-FFF2-40B4-BE49-F238E27FC236}">
                  <a16:creationId xmlns:a16="http://schemas.microsoft.com/office/drawing/2014/main" id="{A6548178-7946-4F12-B62E-4E9395C03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532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9" name="Freeform 5129">
              <a:extLst>
                <a:ext uri="{FF2B5EF4-FFF2-40B4-BE49-F238E27FC236}">
                  <a16:creationId xmlns:a16="http://schemas.microsoft.com/office/drawing/2014/main" id="{5B0CA723-DF28-4F21-8F8C-6FB4D8004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549"/>
              <a:ext cx="10" cy="11"/>
            </a:xfrm>
            <a:custGeom>
              <a:avLst/>
              <a:gdLst>
                <a:gd name="T0" fmla="*/ 8 w 5"/>
                <a:gd name="T1" fmla="*/ 33 h 5"/>
                <a:gd name="T2" fmla="*/ 24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8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5" y="5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0" name="Freeform 5130">
              <a:extLst>
                <a:ext uri="{FF2B5EF4-FFF2-40B4-BE49-F238E27FC236}">
                  <a16:creationId xmlns:a16="http://schemas.microsoft.com/office/drawing/2014/main" id="{1E4A4361-C5BE-4E6F-A773-194ABA371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552"/>
              <a:ext cx="4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8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1" name="Freeform 5131">
              <a:extLst>
                <a:ext uri="{FF2B5EF4-FFF2-40B4-BE49-F238E27FC236}">
                  <a16:creationId xmlns:a16="http://schemas.microsoft.com/office/drawing/2014/main" id="{095DC8FA-5BAD-409A-AA15-2DE63EA0D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564"/>
              <a:ext cx="6" cy="7"/>
            </a:xfrm>
            <a:custGeom>
              <a:avLst/>
              <a:gdLst>
                <a:gd name="T0" fmla="*/ 0 w 3"/>
                <a:gd name="T1" fmla="*/ 12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28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2" name="Freeform 5132">
              <a:extLst>
                <a:ext uri="{FF2B5EF4-FFF2-40B4-BE49-F238E27FC236}">
                  <a16:creationId xmlns:a16="http://schemas.microsoft.com/office/drawing/2014/main" id="{9AF7E274-D5ED-41EE-AAC7-56B9083C8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564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3" name="Oval 5133">
              <a:extLst>
                <a:ext uri="{FF2B5EF4-FFF2-40B4-BE49-F238E27FC236}">
                  <a16:creationId xmlns:a16="http://schemas.microsoft.com/office/drawing/2014/main" id="{0171D986-CE50-4F12-9C5B-5389518C7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564"/>
              <a:ext cx="8" cy="9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134" name="Freeform 5134">
              <a:extLst>
                <a:ext uri="{FF2B5EF4-FFF2-40B4-BE49-F238E27FC236}">
                  <a16:creationId xmlns:a16="http://schemas.microsoft.com/office/drawing/2014/main" id="{9EA8FFBF-8E8C-490D-8800-000908C57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56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5" name="Freeform 5135">
              <a:extLst>
                <a:ext uri="{FF2B5EF4-FFF2-40B4-BE49-F238E27FC236}">
                  <a16:creationId xmlns:a16="http://schemas.microsoft.com/office/drawing/2014/main" id="{EBC79F39-A750-4294-A84D-85BF9C6F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566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6" name="Freeform 5136">
              <a:extLst>
                <a:ext uri="{FF2B5EF4-FFF2-40B4-BE49-F238E27FC236}">
                  <a16:creationId xmlns:a16="http://schemas.microsoft.com/office/drawing/2014/main" id="{F13D64CB-CD62-492E-A5BC-BE7049045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569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7" name="Freeform 5137">
              <a:extLst>
                <a:ext uri="{FF2B5EF4-FFF2-40B4-BE49-F238E27FC236}">
                  <a16:creationId xmlns:a16="http://schemas.microsoft.com/office/drawing/2014/main" id="{6FB70501-2CF0-4E63-8CC8-8A55B895B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556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8" name="Freeform 5138">
              <a:extLst>
                <a:ext uri="{FF2B5EF4-FFF2-40B4-BE49-F238E27FC236}">
                  <a16:creationId xmlns:a16="http://schemas.microsoft.com/office/drawing/2014/main" id="{2E174624-2870-4508-864B-18938232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556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8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9" name="Freeform 5139">
              <a:extLst>
                <a:ext uri="{FF2B5EF4-FFF2-40B4-BE49-F238E27FC236}">
                  <a16:creationId xmlns:a16="http://schemas.microsoft.com/office/drawing/2014/main" id="{238C464F-940C-400E-9D38-619090580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556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0" name="Freeform 5140">
              <a:extLst>
                <a:ext uri="{FF2B5EF4-FFF2-40B4-BE49-F238E27FC236}">
                  <a16:creationId xmlns:a16="http://schemas.microsoft.com/office/drawing/2014/main" id="{309219C4-8B3A-4EE3-8DE3-88A997650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558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1" name="Freeform 5141">
              <a:extLst>
                <a:ext uri="{FF2B5EF4-FFF2-40B4-BE49-F238E27FC236}">
                  <a16:creationId xmlns:a16="http://schemas.microsoft.com/office/drawing/2014/main" id="{EDE95C50-1F6B-4EB3-B327-D9B24DEA1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503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2" name="Freeform 5142">
              <a:extLst>
                <a:ext uri="{FF2B5EF4-FFF2-40B4-BE49-F238E27FC236}">
                  <a16:creationId xmlns:a16="http://schemas.microsoft.com/office/drawing/2014/main" id="{3CFE5191-2BD2-43B9-9103-631703082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505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3" name="Freeform 5143">
              <a:extLst>
                <a:ext uri="{FF2B5EF4-FFF2-40B4-BE49-F238E27FC236}">
                  <a16:creationId xmlns:a16="http://schemas.microsoft.com/office/drawing/2014/main" id="{CC6DD346-88DE-4A22-8E4C-BF8008999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535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16 w 5"/>
                <a:gd name="T3" fmla="*/ 8 h 5"/>
                <a:gd name="T4" fmla="*/ 40 w 5"/>
                <a:gd name="T5" fmla="*/ 24 h 5"/>
                <a:gd name="T6" fmla="*/ 24 w 5"/>
                <a:gd name="T7" fmla="*/ 40 h 5"/>
                <a:gd name="T8" fmla="*/ 8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4" name="Freeform 5144">
              <a:extLst>
                <a:ext uri="{FF2B5EF4-FFF2-40B4-BE49-F238E27FC236}">
                  <a16:creationId xmlns:a16="http://schemas.microsoft.com/office/drawing/2014/main" id="{80D7B38C-0403-4FF8-8305-3657A35D4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539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0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5" name="Freeform 5145">
              <a:extLst>
                <a:ext uri="{FF2B5EF4-FFF2-40B4-BE49-F238E27FC236}">
                  <a16:creationId xmlns:a16="http://schemas.microsoft.com/office/drawing/2014/main" id="{42A9B19B-D151-4B90-9E53-80BF2D27E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511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9 h 5"/>
                <a:gd name="T4" fmla="*/ 32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0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6" name="Freeform 5146">
              <a:extLst>
                <a:ext uri="{FF2B5EF4-FFF2-40B4-BE49-F238E27FC236}">
                  <a16:creationId xmlns:a16="http://schemas.microsoft.com/office/drawing/2014/main" id="{895494A6-9121-40B8-9BC6-FB357E163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513"/>
              <a:ext cx="4" cy="5"/>
            </a:xfrm>
            <a:custGeom>
              <a:avLst/>
              <a:gdLst>
                <a:gd name="T0" fmla="*/ 0 w 2"/>
                <a:gd name="T1" fmla="*/ 33 h 2"/>
                <a:gd name="T2" fmla="*/ 8 w 2"/>
                <a:gd name="T3" fmla="*/ 2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7" name="Freeform 5147">
              <a:extLst>
                <a:ext uri="{FF2B5EF4-FFF2-40B4-BE49-F238E27FC236}">
                  <a16:creationId xmlns:a16="http://schemas.microsoft.com/office/drawing/2014/main" id="{246C606C-74AF-44D2-80DB-D350A879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520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32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8" name="Oval 5148">
              <a:extLst>
                <a:ext uri="{FF2B5EF4-FFF2-40B4-BE49-F238E27FC236}">
                  <a16:creationId xmlns:a16="http://schemas.microsoft.com/office/drawing/2014/main" id="{36931F8C-D1A1-4D67-AE03-F8A0065B8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2522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149" name="Freeform 5149">
              <a:extLst>
                <a:ext uri="{FF2B5EF4-FFF2-40B4-BE49-F238E27FC236}">
                  <a16:creationId xmlns:a16="http://schemas.microsoft.com/office/drawing/2014/main" id="{5AB0125A-1181-4953-9DF7-D25AB4C2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556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16 w 5"/>
                <a:gd name="T3" fmla="*/ 8 h 5"/>
                <a:gd name="T4" fmla="*/ 40 w 5"/>
                <a:gd name="T5" fmla="*/ 16 h 5"/>
                <a:gd name="T6" fmla="*/ 24 w 5"/>
                <a:gd name="T7" fmla="*/ 40 h 5"/>
                <a:gd name="T8" fmla="*/ 8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5" y="5"/>
                    <a:pt x="3" y="5"/>
                  </a:cubicBezTo>
                  <a:cubicBezTo>
                    <a:pt x="2" y="5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50" name="Freeform 5150">
              <a:extLst>
                <a:ext uri="{FF2B5EF4-FFF2-40B4-BE49-F238E27FC236}">
                  <a16:creationId xmlns:a16="http://schemas.microsoft.com/office/drawing/2014/main" id="{A30EFFB7-D281-47D1-A0D6-F470219E5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560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51" name="Freeform 5151">
              <a:extLst>
                <a:ext uri="{FF2B5EF4-FFF2-40B4-BE49-F238E27FC236}">
                  <a16:creationId xmlns:a16="http://schemas.microsoft.com/office/drawing/2014/main" id="{9BE443A7-01D8-4DC5-8195-93B83B3B6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526"/>
              <a:ext cx="10" cy="11"/>
            </a:xfrm>
            <a:custGeom>
              <a:avLst/>
              <a:gdLst>
                <a:gd name="T0" fmla="*/ 8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8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52" name="Freeform 5152">
              <a:extLst>
                <a:ext uri="{FF2B5EF4-FFF2-40B4-BE49-F238E27FC236}">
                  <a16:creationId xmlns:a16="http://schemas.microsoft.com/office/drawing/2014/main" id="{4F1981F5-7564-4BEF-B690-8940273CE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528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53" name="Freeform 5153">
              <a:extLst>
                <a:ext uri="{FF2B5EF4-FFF2-40B4-BE49-F238E27FC236}">
                  <a16:creationId xmlns:a16="http://schemas.microsoft.com/office/drawing/2014/main" id="{37F74199-058B-4751-989C-B4CCE199F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524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54" name="Freeform 5154">
              <a:extLst>
                <a:ext uri="{FF2B5EF4-FFF2-40B4-BE49-F238E27FC236}">
                  <a16:creationId xmlns:a16="http://schemas.microsoft.com/office/drawing/2014/main" id="{1DD86380-353A-485B-AAF0-CAD32DB1E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526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8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55" name="Freeform 5155">
              <a:extLst>
                <a:ext uri="{FF2B5EF4-FFF2-40B4-BE49-F238E27FC236}">
                  <a16:creationId xmlns:a16="http://schemas.microsoft.com/office/drawing/2014/main" id="{E777A919-66D3-482B-9985-C498C0A3E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539"/>
              <a:ext cx="10" cy="10"/>
            </a:xfrm>
            <a:custGeom>
              <a:avLst/>
              <a:gdLst>
                <a:gd name="T0" fmla="*/ 8 w 5"/>
                <a:gd name="T1" fmla="*/ 40 h 5"/>
                <a:gd name="T2" fmla="*/ 8 w 5"/>
                <a:gd name="T3" fmla="*/ 8 h 5"/>
                <a:gd name="T4" fmla="*/ 32 w 5"/>
                <a:gd name="T5" fmla="*/ 8 h 5"/>
                <a:gd name="T6" fmla="*/ 40 w 5"/>
                <a:gd name="T7" fmla="*/ 32 h 5"/>
                <a:gd name="T8" fmla="*/ 8 w 5"/>
                <a:gd name="T9" fmla="*/ 4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4" y="5"/>
                    <a:pt x="2" y="5"/>
                    <a:pt x="1" y="5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56" name="Freeform 5156">
              <a:extLst>
                <a:ext uri="{FF2B5EF4-FFF2-40B4-BE49-F238E27FC236}">
                  <a16:creationId xmlns:a16="http://schemas.microsoft.com/office/drawing/2014/main" id="{CE75B0D2-409C-47C7-B7AF-B3F7E9BF5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543"/>
              <a:ext cx="4" cy="4"/>
            </a:xfrm>
            <a:custGeom>
              <a:avLst/>
              <a:gdLst>
                <a:gd name="T0" fmla="*/ 0 w 2"/>
                <a:gd name="T1" fmla="*/ 16 h 2"/>
                <a:gd name="T2" fmla="*/ 0 w 2"/>
                <a:gd name="T3" fmla="*/ 8 h 2"/>
                <a:gd name="T4" fmla="*/ 16 w 2"/>
                <a:gd name="T5" fmla="*/ 0 h 2"/>
                <a:gd name="T6" fmla="*/ 16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57" name="Freeform 5157">
              <a:extLst>
                <a:ext uri="{FF2B5EF4-FFF2-40B4-BE49-F238E27FC236}">
                  <a16:creationId xmlns:a16="http://schemas.microsoft.com/office/drawing/2014/main" id="{A093EC3D-34FB-49A0-85B6-4A2FFA4DF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513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9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58" name="Freeform 5158">
              <a:extLst>
                <a:ext uri="{FF2B5EF4-FFF2-40B4-BE49-F238E27FC236}">
                  <a16:creationId xmlns:a16="http://schemas.microsoft.com/office/drawing/2014/main" id="{6BBA9D33-D221-40C0-BAD2-294270CFB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518"/>
              <a:ext cx="4" cy="4"/>
            </a:xfrm>
            <a:custGeom>
              <a:avLst/>
              <a:gdLst>
                <a:gd name="T0" fmla="*/ 8 w 2"/>
                <a:gd name="T1" fmla="*/ 8 h 2"/>
                <a:gd name="T2" fmla="*/ 8 w 2"/>
                <a:gd name="T3" fmla="*/ 0 h 2"/>
                <a:gd name="T4" fmla="*/ 16 w 2"/>
                <a:gd name="T5" fmla="*/ 0 h 2"/>
                <a:gd name="T6" fmla="*/ 16 w 2"/>
                <a:gd name="T7" fmla="*/ 8 h 2"/>
                <a:gd name="T8" fmla="*/ 8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59" name="Freeform 5159">
              <a:extLst>
                <a:ext uri="{FF2B5EF4-FFF2-40B4-BE49-F238E27FC236}">
                  <a16:creationId xmlns:a16="http://schemas.microsoft.com/office/drawing/2014/main" id="{E977C908-869B-4107-A70F-D6AA4C6F2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518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60" name="Freeform 5160">
              <a:extLst>
                <a:ext uri="{FF2B5EF4-FFF2-40B4-BE49-F238E27FC236}">
                  <a16:creationId xmlns:a16="http://schemas.microsoft.com/office/drawing/2014/main" id="{BB0575CF-2A31-4A1F-A236-DC97FF37D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520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61" name="Freeform 5161">
              <a:extLst>
                <a:ext uri="{FF2B5EF4-FFF2-40B4-BE49-F238E27FC236}">
                  <a16:creationId xmlns:a16="http://schemas.microsoft.com/office/drawing/2014/main" id="{1FAA0B44-6B6E-4C77-81BC-F620FFEED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515"/>
              <a:ext cx="18" cy="11"/>
            </a:xfrm>
            <a:custGeom>
              <a:avLst/>
              <a:gdLst>
                <a:gd name="T0" fmla="*/ 72 w 9"/>
                <a:gd name="T1" fmla="*/ 9 h 5"/>
                <a:gd name="T2" fmla="*/ 16 w 9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1"/>
                  </a:moveTo>
                  <a:cubicBezTo>
                    <a:pt x="7" y="0"/>
                    <a:pt x="0" y="3"/>
                    <a:pt x="2" y="5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62" name="Freeform 5162">
              <a:extLst>
                <a:ext uri="{FF2B5EF4-FFF2-40B4-BE49-F238E27FC236}">
                  <a16:creationId xmlns:a16="http://schemas.microsoft.com/office/drawing/2014/main" id="{F1707E1F-844B-46A9-9A2C-2F3875464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526"/>
              <a:ext cx="16" cy="4"/>
            </a:xfrm>
            <a:custGeom>
              <a:avLst/>
              <a:gdLst>
                <a:gd name="T0" fmla="*/ 64 w 8"/>
                <a:gd name="T1" fmla="*/ 8 h 2"/>
                <a:gd name="T2" fmla="*/ 0 w 8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1"/>
                  </a:move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63" name="Freeform 5163">
              <a:extLst>
                <a:ext uri="{FF2B5EF4-FFF2-40B4-BE49-F238E27FC236}">
                  <a16:creationId xmlns:a16="http://schemas.microsoft.com/office/drawing/2014/main" id="{D34F969C-F728-4B98-8979-36F4E32F4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515"/>
              <a:ext cx="4" cy="15"/>
            </a:xfrm>
            <a:custGeom>
              <a:avLst/>
              <a:gdLst>
                <a:gd name="T0" fmla="*/ 16 w 2"/>
                <a:gd name="T1" fmla="*/ 0 h 7"/>
                <a:gd name="T2" fmla="*/ 8 w 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64" name="Freeform 5164">
              <a:extLst>
                <a:ext uri="{FF2B5EF4-FFF2-40B4-BE49-F238E27FC236}">
                  <a16:creationId xmlns:a16="http://schemas.microsoft.com/office/drawing/2014/main" id="{90399028-3A54-4FAD-8E53-24852020B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518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65" name="Freeform 5165">
              <a:extLst>
                <a:ext uri="{FF2B5EF4-FFF2-40B4-BE49-F238E27FC236}">
                  <a16:creationId xmlns:a16="http://schemas.microsoft.com/office/drawing/2014/main" id="{22A9BE22-9E99-4932-9AB0-D4717C0FF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418"/>
              <a:ext cx="6" cy="6"/>
            </a:xfrm>
            <a:custGeom>
              <a:avLst/>
              <a:gdLst>
                <a:gd name="T0" fmla="*/ 8 w 3"/>
                <a:gd name="T1" fmla="*/ 8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66" name="Freeform 5166">
              <a:extLst>
                <a:ext uri="{FF2B5EF4-FFF2-40B4-BE49-F238E27FC236}">
                  <a16:creationId xmlns:a16="http://schemas.microsoft.com/office/drawing/2014/main" id="{0E32C66D-951D-4AE5-9878-D5B222590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418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0 w 1"/>
                <a:gd name="T7" fmla="*/ 8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67" name="Freeform 5167">
              <a:extLst>
                <a:ext uri="{FF2B5EF4-FFF2-40B4-BE49-F238E27FC236}">
                  <a16:creationId xmlns:a16="http://schemas.microsoft.com/office/drawing/2014/main" id="{734E2A0A-D92C-4FDE-9187-B452FD06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445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68" name="Freeform 5168">
              <a:extLst>
                <a:ext uri="{FF2B5EF4-FFF2-40B4-BE49-F238E27FC236}">
                  <a16:creationId xmlns:a16="http://schemas.microsoft.com/office/drawing/2014/main" id="{59DF28E1-112A-49C7-9816-15211195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447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69" name="Freeform 5169">
              <a:extLst>
                <a:ext uri="{FF2B5EF4-FFF2-40B4-BE49-F238E27FC236}">
                  <a16:creationId xmlns:a16="http://schemas.microsoft.com/office/drawing/2014/main" id="{7E4F1D1D-1CE9-4DA2-961C-0DE3A2434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449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16 w 3"/>
                <a:gd name="T5" fmla="*/ 12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70" name="Freeform 5170">
              <a:extLst>
                <a:ext uri="{FF2B5EF4-FFF2-40B4-BE49-F238E27FC236}">
                  <a16:creationId xmlns:a16="http://schemas.microsoft.com/office/drawing/2014/main" id="{B008AF3B-384C-4BF0-8797-7A08E0E48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452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71" name="Freeform 5171">
              <a:extLst>
                <a:ext uri="{FF2B5EF4-FFF2-40B4-BE49-F238E27FC236}">
                  <a16:creationId xmlns:a16="http://schemas.microsoft.com/office/drawing/2014/main" id="{8A01D64D-01B6-4880-96B9-523DC7BC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390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16 w 3"/>
                <a:gd name="T5" fmla="*/ 16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72" name="Freeform 5172">
              <a:extLst>
                <a:ext uri="{FF2B5EF4-FFF2-40B4-BE49-F238E27FC236}">
                  <a16:creationId xmlns:a16="http://schemas.microsoft.com/office/drawing/2014/main" id="{E25C0312-F3AD-4B7F-BD81-D72B8C831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392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73" name="Freeform 5173">
              <a:extLst>
                <a:ext uri="{FF2B5EF4-FFF2-40B4-BE49-F238E27FC236}">
                  <a16:creationId xmlns:a16="http://schemas.microsoft.com/office/drawing/2014/main" id="{F1471C45-091F-4DBE-A71B-16216A13B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420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74" name="Freeform 5174">
              <a:extLst>
                <a:ext uri="{FF2B5EF4-FFF2-40B4-BE49-F238E27FC236}">
                  <a16:creationId xmlns:a16="http://schemas.microsoft.com/office/drawing/2014/main" id="{5E66E7D2-2BA9-4242-8403-6C7264E0C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420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8 h 2"/>
                <a:gd name="T4" fmla="*/ 8 w 1"/>
                <a:gd name="T5" fmla="*/ 8 h 2"/>
                <a:gd name="T6" fmla="*/ 0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75" name="Freeform 5175">
              <a:extLst>
                <a:ext uri="{FF2B5EF4-FFF2-40B4-BE49-F238E27FC236}">
                  <a16:creationId xmlns:a16="http://schemas.microsoft.com/office/drawing/2014/main" id="{5BB70C10-69E9-4D81-B54D-D6C8DB8EA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40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76" name="Freeform 5176">
              <a:extLst>
                <a:ext uri="{FF2B5EF4-FFF2-40B4-BE49-F238E27FC236}">
                  <a16:creationId xmlns:a16="http://schemas.microsoft.com/office/drawing/2014/main" id="{F75077B6-2C99-4B59-8D80-299371E6F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4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77" name="Freeform 5177">
              <a:extLst>
                <a:ext uri="{FF2B5EF4-FFF2-40B4-BE49-F238E27FC236}">
                  <a16:creationId xmlns:a16="http://schemas.microsoft.com/office/drawing/2014/main" id="{2BDB2424-FDDC-43B6-85A9-87ED11ACA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413"/>
              <a:ext cx="6" cy="7"/>
            </a:xfrm>
            <a:custGeom>
              <a:avLst/>
              <a:gdLst>
                <a:gd name="T0" fmla="*/ 0 w 3"/>
                <a:gd name="T1" fmla="*/ 28 h 3"/>
                <a:gd name="T2" fmla="*/ 16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78" name="Oval 5178">
              <a:extLst>
                <a:ext uri="{FF2B5EF4-FFF2-40B4-BE49-F238E27FC236}">
                  <a16:creationId xmlns:a16="http://schemas.microsoft.com/office/drawing/2014/main" id="{66D253CA-1C11-4565-90B6-026B3E2A7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2415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179" name="Freeform 5179">
              <a:extLst>
                <a:ext uri="{FF2B5EF4-FFF2-40B4-BE49-F238E27FC236}">
                  <a16:creationId xmlns:a16="http://schemas.microsoft.com/office/drawing/2014/main" id="{751C1461-AEBC-47D1-916E-25AB7F77A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405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80" name="Freeform 5180">
              <a:extLst>
                <a:ext uri="{FF2B5EF4-FFF2-40B4-BE49-F238E27FC236}">
                  <a16:creationId xmlns:a16="http://schemas.microsoft.com/office/drawing/2014/main" id="{407BC293-FC50-4707-8851-EC339D662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40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81" name="Freeform 5181">
              <a:extLst>
                <a:ext uri="{FF2B5EF4-FFF2-40B4-BE49-F238E27FC236}">
                  <a16:creationId xmlns:a16="http://schemas.microsoft.com/office/drawing/2014/main" id="{39B66D5D-03E0-4316-AF0E-D2120297F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422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82" name="Freeform 5182">
              <a:extLst>
                <a:ext uri="{FF2B5EF4-FFF2-40B4-BE49-F238E27FC236}">
                  <a16:creationId xmlns:a16="http://schemas.microsoft.com/office/drawing/2014/main" id="{AAFDA251-969A-448C-AF3D-9D50E1CF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424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83" name="Freeform 5183">
              <a:extLst>
                <a:ext uri="{FF2B5EF4-FFF2-40B4-BE49-F238E27FC236}">
                  <a16:creationId xmlns:a16="http://schemas.microsoft.com/office/drawing/2014/main" id="{EC74514F-1684-4BFE-ACA2-330E08265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445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84" name="Freeform 5184">
              <a:extLst>
                <a:ext uri="{FF2B5EF4-FFF2-40B4-BE49-F238E27FC236}">
                  <a16:creationId xmlns:a16="http://schemas.microsoft.com/office/drawing/2014/main" id="{C3E729F9-971C-4AA8-8461-FDF06B084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447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85" name="Freeform 5185">
              <a:extLst>
                <a:ext uri="{FF2B5EF4-FFF2-40B4-BE49-F238E27FC236}">
                  <a16:creationId xmlns:a16="http://schemas.microsoft.com/office/drawing/2014/main" id="{975ED243-9AAC-419D-95FD-EE56D0ECB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403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86" name="Freeform 5186">
              <a:extLst>
                <a:ext uri="{FF2B5EF4-FFF2-40B4-BE49-F238E27FC236}">
                  <a16:creationId xmlns:a16="http://schemas.microsoft.com/office/drawing/2014/main" id="{A9F5851F-D65A-4D62-A87F-4131DC89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403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0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87" name="Freeform 5187">
              <a:extLst>
                <a:ext uri="{FF2B5EF4-FFF2-40B4-BE49-F238E27FC236}">
                  <a16:creationId xmlns:a16="http://schemas.microsoft.com/office/drawing/2014/main" id="{C2FEDA89-DD38-4EAC-B9CF-A4E33BAF7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394"/>
              <a:ext cx="6" cy="7"/>
            </a:xfrm>
            <a:custGeom>
              <a:avLst/>
              <a:gdLst>
                <a:gd name="T0" fmla="*/ 0 w 3"/>
                <a:gd name="T1" fmla="*/ 12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28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88" name="Oval 5188">
              <a:extLst>
                <a:ext uri="{FF2B5EF4-FFF2-40B4-BE49-F238E27FC236}">
                  <a16:creationId xmlns:a16="http://schemas.microsoft.com/office/drawing/2014/main" id="{E957CF1A-6941-4DF2-8E12-54ABA33E4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2394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189" name="Freeform 5189">
              <a:extLst>
                <a:ext uri="{FF2B5EF4-FFF2-40B4-BE49-F238E27FC236}">
                  <a16:creationId xmlns:a16="http://schemas.microsoft.com/office/drawing/2014/main" id="{21BE5537-1A93-47BF-8FE1-8B2072514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407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16 w 3"/>
                <a:gd name="T5" fmla="*/ 16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90" name="Freeform 5190">
              <a:extLst>
                <a:ext uri="{FF2B5EF4-FFF2-40B4-BE49-F238E27FC236}">
                  <a16:creationId xmlns:a16="http://schemas.microsoft.com/office/drawing/2014/main" id="{FDEFB1C3-67C8-483C-9412-65BA74FA4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40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91" name="Freeform 5191">
              <a:extLst>
                <a:ext uri="{FF2B5EF4-FFF2-40B4-BE49-F238E27FC236}">
                  <a16:creationId xmlns:a16="http://schemas.microsoft.com/office/drawing/2014/main" id="{5FBF5E80-717D-4CB3-8A5B-CCD54C0FA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398"/>
              <a:ext cx="8" cy="9"/>
            </a:xfrm>
            <a:custGeom>
              <a:avLst/>
              <a:gdLst>
                <a:gd name="T0" fmla="*/ 0 w 4"/>
                <a:gd name="T1" fmla="*/ 25 h 4"/>
                <a:gd name="T2" fmla="*/ 8 w 4"/>
                <a:gd name="T3" fmla="*/ 0 h 4"/>
                <a:gd name="T4" fmla="*/ 32 w 4"/>
                <a:gd name="T5" fmla="*/ 25 h 4"/>
                <a:gd name="T6" fmla="*/ 16 w 4"/>
                <a:gd name="T7" fmla="*/ 45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92" name="Freeform 5192">
              <a:extLst>
                <a:ext uri="{FF2B5EF4-FFF2-40B4-BE49-F238E27FC236}">
                  <a16:creationId xmlns:a16="http://schemas.microsoft.com/office/drawing/2014/main" id="{B8C0A8A6-E07F-4BD7-897A-D2DDB9CD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401"/>
              <a:ext cx="4" cy="2"/>
            </a:xfrm>
            <a:custGeom>
              <a:avLst/>
              <a:gdLst>
                <a:gd name="T0" fmla="*/ 8 w 2"/>
                <a:gd name="T1" fmla="*/ 8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8 h 1"/>
                <a:gd name="T8" fmla="*/ 8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93" name="Freeform 5193">
              <a:extLst>
                <a:ext uri="{FF2B5EF4-FFF2-40B4-BE49-F238E27FC236}">
                  <a16:creationId xmlns:a16="http://schemas.microsoft.com/office/drawing/2014/main" id="{0CD2CDCB-C262-41F0-8028-859774929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377"/>
              <a:ext cx="4" cy="7"/>
            </a:xfrm>
            <a:custGeom>
              <a:avLst/>
              <a:gdLst>
                <a:gd name="T0" fmla="*/ 0 w 2"/>
                <a:gd name="T1" fmla="*/ 28 h 3"/>
                <a:gd name="T2" fmla="*/ 8 w 2"/>
                <a:gd name="T3" fmla="*/ 0 h 3"/>
                <a:gd name="T4" fmla="*/ 16 w 2"/>
                <a:gd name="T5" fmla="*/ 12 h 3"/>
                <a:gd name="T6" fmla="*/ 8 w 2"/>
                <a:gd name="T7" fmla="*/ 37 h 3"/>
                <a:gd name="T8" fmla="*/ 0 w 2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94" name="Freeform 5194">
              <a:extLst>
                <a:ext uri="{FF2B5EF4-FFF2-40B4-BE49-F238E27FC236}">
                  <a16:creationId xmlns:a16="http://schemas.microsoft.com/office/drawing/2014/main" id="{5190BB09-7008-4866-A94B-0954DA678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37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95" name="Freeform 5195">
              <a:extLst>
                <a:ext uri="{FF2B5EF4-FFF2-40B4-BE49-F238E27FC236}">
                  <a16:creationId xmlns:a16="http://schemas.microsoft.com/office/drawing/2014/main" id="{F6AC3C6E-FA68-4EBA-BF31-FD01A871D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379"/>
              <a:ext cx="8" cy="9"/>
            </a:xfrm>
            <a:custGeom>
              <a:avLst/>
              <a:gdLst>
                <a:gd name="T0" fmla="*/ 0 w 4"/>
                <a:gd name="T1" fmla="*/ 36 h 4"/>
                <a:gd name="T2" fmla="*/ 16 w 4"/>
                <a:gd name="T3" fmla="*/ 11 h 4"/>
                <a:gd name="T4" fmla="*/ 32 w 4"/>
                <a:gd name="T5" fmla="*/ 25 h 4"/>
                <a:gd name="T6" fmla="*/ 16 w 4"/>
                <a:gd name="T7" fmla="*/ 45 h 4"/>
                <a:gd name="T8" fmla="*/ 0 w 4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96" name="Freeform 5196">
              <a:extLst>
                <a:ext uri="{FF2B5EF4-FFF2-40B4-BE49-F238E27FC236}">
                  <a16:creationId xmlns:a16="http://schemas.microsoft.com/office/drawing/2014/main" id="{669D3FAB-6EF6-412F-94B5-CB313B755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381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0 h 2"/>
                <a:gd name="T4" fmla="*/ 8 w 1"/>
                <a:gd name="T5" fmla="*/ 20 h 2"/>
                <a:gd name="T6" fmla="*/ 8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97" name="Freeform 5197">
              <a:extLst>
                <a:ext uri="{FF2B5EF4-FFF2-40B4-BE49-F238E27FC236}">
                  <a16:creationId xmlns:a16="http://schemas.microsoft.com/office/drawing/2014/main" id="{5BD34B2C-B4DF-42FD-8599-3E352C1D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411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16 w 3"/>
                <a:gd name="T5" fmla="*/ 12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98" name="Freeform 5198">
              <a:extLst>
                <a:ext uri="{FF2B5EF4-FFF2-40B4-BE49-F238E27FC236}">
                  <a16:creationId xmlns:a16="http://schemas.microsoft.com/office/drawing/2014/main" id="{2E4A79BF-C681-4D7E-8790-C643CC7E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411"/>
              <a:ext cx="2" cy="4"/>
            </a:xfrm>
            <a:custGeom>
              <a:avLst/>
              <a:gdLst>
                <a:gd name="T0" fmla="*/ 0 w 1"/>
                <a:gd name="T1" fmla="*/ 8 h 2"/>
                <a:gd name="T2" fmla="*/ 8 w 1"/>
                <a:gd name="T3" fmla="*/ 8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99" name="Freeform 5199">
              <a:extLst>
                <a:ext uri="{FF2B5EF4-FFF2-40B4-BE49-F238E27FC236}">
                  <a16:creationId xmlns:a16="http://schemas.microsoft.com/office/drawing/2014/main" id="{10C58954-28EA-4530-A9EC-52489BFBB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413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32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00" name="Freeform 5200">
              <a:extLst>
                <a:ext uri="{FF2B5EF4-FFF2-40B4-BE49-F238E27FC236}">
                  <a16:creationId xmlns:a16="http://schemas.microsoft.com/office/drawing/2014/main" id="{6CAED7DF-A5D4-4C48-A062-12CC17171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415"/>
              <a:ext cx="4" cy="5"/>
            </a:xfrm>
            <a:custGeom>
              <a:avLst/>
              <a:gdLst>
                <a:gd name="T0" fmla="*/ 0 w 2"/>
                <a:gd name="T1" fmla="*/ 33 h 2"/>
                <a:gd name="T2" fmla="*/ 8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01" name="Freeform 5201">
              <a:extLst>
                <a:ext uri="{FF2B5EF4-FFF2-40B4-BE49-F238E27FC236}">
                  <a16:creationId xmlns:a16="http://schemas.microsoft.com/office/drawing/2014/main" id="{9130F2D2-2862-40F8-8DE0-3E287CFB4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409"/>
              <a:ext cx="10" cy="11"/>
            </a:xfrm>
            <a:custGeom>
              <a:avLst/>
              <a:gdLst>
                <a:gd name="T0" fmla="*/ 8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8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5" y="4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02" name="Freeform 5202">
              <a:extLst>
                <a:ext uri="{FF2B5EF4-FFF2-40B4-BE49-F238E27FC236}">
                  <a16:creationId xmlns:a16="http://schemas.microsoft.com/office/drawing/2014/main" id="{827F0D5A-D8EE-44A2-9AE4-D86DC4004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411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03" name="Freeform 5203">
              <a:extLst>
                <a:ext uri="{FF2B5EF4-FFF2-40B4-BE49-F238E27FC236}">
                  <a16:creationId xmlns:a16="http://schemas.microsoft.com/office/drawing/2014/main" id="{A19208A6-FC38-4B45-B4D7-F56854E00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415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04" name="Freeform 5204">
              <a:extLst>
                <a:ext uri="{FF2B5EF4-FFF2-40B4-BE49-F238E27FC236}">
                  <a16:creationId xmlns:a16="http://schemas.microsoft.com/office/drawing/2014/main" id="{34D6CEA8-4041-4C22-9D3E-EE6A40186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418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05" name="Freeform 5205">
              <a:extLst>
                <a:ext uri="{FF2B5EF4-FFF2-40B4-BE49-F238E27FC236}">
                  <a16:creationId xmlns:a16="http://schemas.microsoft.com/office/drawing/2014/main" id="{E4FA86CF-AD88-45B3-9F99-A000B631F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375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06" name="Freeform 5206">
              <a:extLst>
                <a:ext uri="{FF2B5EF4-FFF2-40B4-BE49-F238E27FC236}">
                  <a16:creationId xmlns:a16="http://schemas.microsoft.com/office/drawing/2014/main" id="{327459F7-C46C-4664-AD24-945C8128F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377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07" name="Freeform 5207">
              <a:extLst>
                <a:ext uri="{FF2B5EF4-FFF2-40B4-BE49-F238E27FC236}">
                  <a16:creationId xmlns:a16="http://schemas.microsoft.com/office/drawing/2014/main" id="{3B92F673-42AF-4AC7-8689-F14FBF25A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384"/>
              <a:ext cx="6" cy="6"/>
            </a:xfrm>
            <a:custGeom>
              <a:avLst/>
              <a:gdLst>
                <a:gd name="T0" fmla="*/ 8 w 3"/>
                <a:gd name="T1" fmla="*/ 16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08" name="Freeform 5208">
              <a:extLst>
                <a:ext uri="{FF2B5EF4-FFF2-40B4-BE49-F238E27FC236}">
                  <a16:creationId xmlns:a16="http://schemas.microsoft.com/office/drawing/2014/main" id="{105745B4-F1DE-4246-977E-FC0F659B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386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09" name="Freeform 5209">
              <a:extLst>
                <a:ext uri="{FF2B5EF4-FFF2-40B4-BE49-F238E27FC236}">
                  <a16:creationId xmlns:a16="http://schemas.microsoft.com/office/drawing/2014/main" id="{97CDE5DD-666D-4D7B-8DA7-9F9552E74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375"/>
              <a:ext cx="8" cy="9"/>
            </a:xfrm>
            <a:custGeom>
              <a:avLst/>
              <a:gdLst>
                <a:gd name="T0" fmla="*/ 0 w 4"/>
                <a:gd name="T1" fmla="*/ 36 h 4"/>
                <a:gd name="T2" fmla="*/ 16 w 4"/>
                <a:gd name="T3" fmla="*/ 11 h 4"/>
                <a:gd name="T4" fmla="*/ 32 w 4"/>
                <a:gd name="T5" fmla="*/ 25 h 4"/>
                <a:gd name="T6" fmla="*/ 16 w 4"/>
                <a:gd name="T7" fmla="*/ 45 h 4"/>
                <a:gd name="T8" fmla="*/ 0 w 4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10" name="Freeform 5210">
              <a:extLst>
                <a:ext uri="{FF2B5EF4-FFF2-40B4-BE49-F238E27FC236}">
                  <a16:creationId xmlns:a16="http://schemas.microsoft.com/office/drawing/2014/main" id="{E8128EF7-A314-4503-9038-5BF771D45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377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11" name="Freeform 5211">
              <a:extLst>
                <a:ext uri="{FF2B5EF4-FFF2-40B4-BE49-F238E27FC236}">
                  <a16:creationId xmlns:a16="http://schemas.microsoft.com/office/drawing/2014/main" id="{5CA0828C-34D5-478C-A440-2D9C19245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398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12 h 3"/>
                <a:gd name="T4" fmla="*/ 24 w 3"/>
                <a:gd name="T5" fmla="*/ 28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12" name="Freeform 5212">
              <a:extLst>
                <a:ext uri="{FF2B5EF4-FFF2-40B4-BE49-F238E27FC236}">
                  <a16:creationId xmlns:a16="http://schemas.microsoft.com/office/drawing/2014/main" id="{3B498727-0704-4D24-9758-7F95AA5B9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401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13" name="Freeform 5213">
              <a:extLst>
                <a:ext uri="{FF2B5EF4-FFF2-40B4-BE49-F238E27FC236}">
                  <a16:creationId xmlns:a16="http://schemas.microsoft.com/office/drawing/2014/main" id="{A949FEFC-6E65-4EB4-9819-6C54850BC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403"/>
              <a:ext cx="6" cy="6"/>
            </a:xfrm>
            <a:custGeom>
              <a:avLst/>
              <a:gdLst>
                <a:gd name="T0" fmla="*/ 8 w 3"/>
                <a:gd name="T1" fmla="*/ 8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14" name="Freeform 5214">
              <a:extLst>
                <a:ext uri="{FF2B5EF4-FFF2-40B4-BE49-F238E27FC236}">
                  <a16:creationId xmlns:a16="http://schemas.microsoft.com/office/drawing/2014/main" id="{A8BF4D4A-621B-4DDC-9A32-230C17639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403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8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15" name="Freeform 5215">
              <a:extLst>
                <a:ext uri="{FF2B5EF4-FFF2-40B4-BE49-F238E27FC236}">
                  <a16:creationId xmlns:a16="http://schemas.microsoft.com/office/drawing/2014/main" id="{782F0929-5792-4D64-8FDE-E294262BA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379"/>
              <a:ext cx="6" cy="7"/>
            </a:xfrm>
            <a:custGeom>
              <a:avLst/>
              <a:gdLst>
                <a:gd name="T0" fmla="*/ 8 w 3"/>
                <a:gd name="T1" fmla="*/ 28 h 3"/>
                <a:gd name="T2" fmla="*/ 16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8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16" name="Freeform 5216">
              <a:extLst>
                <a:ext uri="{FF2B5EF4-FFF2-40B4-BE49-F238E27FC236}">
                  <a16:creationId xmlns:a16="http://schemas.microsoft.com/office/drawing/2014/main" id="{8CC482C5-0E50-4F12-A474-12785BF74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381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17" name="Freeform 5217">
              <a:extLst>
                <a:ext uri="{FF2B5EF4-FFF2-40B4-BE49-F238E27FC236}">
                  <a16:creationId xmlns:a16="http://schemas.microsoft.com/office/drawing/2014/main" id="{6802518E-E642-4E7C-B311-E2B6C7290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401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18" name="Freeform 5218">
              <a:extLst>
                <a:ext uri="{FF2B5EF4-FFF2-40B4-BE49-F238E27FC236}">
                  <a16:creationId xmlns:a16="http://schemas.microsoft.com/office/drawing/2014/main" id="{613871E6-53DF-4A1C-B215-F019ECEF4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403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19" name="Freeform 5219">
              <a:extLst>
                <a:ext uri="{FF2B5EF4-FFF2-40B4-BE49-F238E27FC236}">
                  <a16:creationId xmlns:a16="http://schemas.microsoft.com/office/drawing/2014/main" id="{9CE426AD-C8D5-409E-840E-F9A7BB2F7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392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20" name="Freeform 5220">
              <a:extLst>
                <a:ext uri="{FF2B5EF4-FFF2-40B4-BE49-F238E27FC236}">
                  <a16:creationId xmlns:a16="http://schemas.microsoft.com/office/drawing/2014/main" id="{BAF35218-E695-402A-A239-8F4224E9B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394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21" name="Freeform 5221">
              <a:extLst>
                <a:ext uri="{FF2B5EF4-FFF2-40B4-BE49-F238E27FC236}">
                  <a16:creationId xmlns:a16="http://schemas.microsoft.com/office/drawing/2014/main" id="{4C299BBA-F5DF-47BE-A2F9-DABF7EA7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386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0 h 4"/>
                <a:gd name="T4" fmla="*/ 32 w 4"/>
                <a:gd name="T5" fmla="*/ 8 h 4"/>
                <a:gd name="T6" fmla="*/ 16 w 4"/>
                <a:gd name="T7" fmla="*/ 24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22" name="Freeform 5222">
              <a:extLst>
                <a:ext uri="{FF2B5EF4-FFF2-40B4-BE49-F238E27FC236}">
                  <a16:creationId xmlns:a16="http://schemas.microsoft.com/office/drawing/2014/main" id="{BAE90BDF-41FB-41E7-80B9-074A24A87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388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23" name="Freeform 5223">
              <a:extLst>
                <a:ext uri="{FF2B5EF4-FFF2-40B4-BE49-F238E27FC236}">
                  <a16:creationId xmlns:a16="http://schemas.microsoft.com/office/drawing/2014/main" id="{5B88ECF0-62A5-4C6C-AB73-9342CCE8C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413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24" name="Freeform 5224">
              <a:extLst>
                <a:ext uri="{FF2B5EF4-FFF2-40B4-BE49-F238E27FC236}">
                  <a16:creationId xmlns:a16="http://schemas.microsoft.com/office/drawing/2014/main" id="{5426BD25-2D85-4D42-A3CA-AAAE8CBFC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415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25" name="Freeform 5225">
              <a:extLst>
                <a:ext uri="{FF2B5EF4-FFF2-40B4-BE49-F238E27FC236}">
                  <a16:creationId xmlns:a16="http://schemas.microsoft.com/office/drawing/2014/main" id="{586136A1-E6AF-4CB8-8C01-427A7DA82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415"/>
              <a:ext cx="8" cy="9"/>
            </a:xfrm>
            <a:custGeom>
              <a:avLst/>
              <a:gdLst>
                <a:gd name="T0" fmla="*/ 0 w 4"/>
                <a:gd name="T1" fmla="*/ 36 h 4"/>
                <a:gd name="T2" fmla="*/ 16 w 4"/>
                <a:gd name="T3" fmla="*/ 0 h 4"/>
                <a:gd name="T4" fmla="*/ 32 w 4"/>
                <a:gd name="T5" fmla="*/ 25 h 4"/>
                <a:gd name="T6" fmla="*/ 16 w 4"/>
                <a:gd name="T7" fmla="*/ 45 h 4"/>
                <a:gd name="T8" fmla="*/ 0 w 4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26" name="Freeform 5226">
              <a:extLst>
                <a:ext uri="{FF2B5EF4-FFF2-40B4-BE49-F238E27FC236}">
                  <a16:creationId xmlns:a16="http://schemas.microsoft.com/office/drawing/2014/main" id="{EBDE791D-816B-4DB4-ADC4-D48DB4933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418"/>
              <a:ext cx="4" cy="4"/>
            </a:xfrm>
            <a:custGeom>
              <a:avLst/>
              <a:gdLst>
                <a:gd name="T0" fmla="*/ 8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8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27" name="Freeform 5227">
              <a:extLst>
                <a:ext uri="{FF2B5EF4-FFF2-40B4-BE49-F238E27FC236}">
                  <a16:creationId xmlns:a16="http://schemas.microsoft.com/office/drawing/2014/main" id="{AF572823-DF40-4277-998E-3FEDB6804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426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28" name="Freeform 5228">
              <a:extLst>
                <a:ext uri="{FF2B5EF4-FFF2-40B4-BE49-F238E27FC236}">
                  <a16:creationId xmlns:a16="http://schemas.microsoft.com/office/drawing/2014/main" id="{DEA9B865-CCB4-45CC-B5E7-EF6F8CDB1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428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29" name="Freeform 5229">
              <a:extLst>
                <a:ext uri="{FF2B5EF4-FFF2-40B4-BE49-F238E27FC236}">
                  <a16:creationId xmlns:a16="http://schemas.microsoft.com/office/drawing/2014/main" id="{B8764699-DE42-474E-9573-CF37D5128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407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0 h 4"/>
                <a:gd name="T4" fmla="*/ 32 w 4"/>
                <a:gd name="T5" fmla="*/ 8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30" name="Freeform 5230">
              <a:extLst>
                <a:ext uri="{FF2B5EF4-FFF2-40B4-BE49-F238E27FC236}">
                  <a16:creationId xmlns:a16="http://schemas.microsoft.com/office/drawing/2014/main" id="{D36CBC7A-8D69-4808-8166-B7A48FC65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409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31" name="Freeform 5231">
              <a:extLst>
                <a:ext uri="{FF2B5EF4-FFF2-40B4-BE49-F238E27FC236}">
                  <a16:creationId xmlns:a16="http://schemas.microsoft.com/office/drawing/2014/main" id="{E40BF317-4F07-4C04-8C9C-5EDA465CF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426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16 w 3"/>
                <a:gd name="T5" fmla="*/ 8 h 3"/>
                <a:gd name="T6" fmla="*/ 8 w 3"/>
                <a:gd name="T7" fmla="*/ 16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32" name="Oval 5232">
              <a:extLst>
                <a:ext uri="{FF2B5EF4-FFF2-40B4-BE49-F238E27FC236}">
                  <a16:creationId xmlns:a16="http://schemas.microsoft.com/office/drawing/2014/main" id="{3490185A-663D-4B7C-ABB5-80AC0F644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2426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233" name="Freeform 5233">
              <a:extLst>
                <a:ext uri="{FF2B5EF4-FFF2-40B4-BE49-F238E27FC236}">
                  <a16:creationId xmlns:a16="http://schemas.microsoft.com/office/drawing/2014/main" id="{B451992F-51F8-42E6-AF39-863D320D6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426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0 h 3"/>
                <a:gd name="T4" fmla="*/ 16 w 2"/>
                <a:gd name="T5" fmla="*/ 16 h 3"/>
                <a:gd name="T6" fmla="*/ 8 w 2"/>
                <a:gd name="T7" fmla="*/ 24 h 3"/>
                <a:gd name="T8" fmla="*/ 0 w 2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34" name="Freeform 5234">
              <a:extLst>
                <a:ext uri="{FF2B5EF4-FFF2-40B4-BE49-F238E27FC236}">
                  <a16:creationId xmlns:a16="http://schemas.microsoft.com/office/drawing/2014/main" id="{0F70299C-2C22-478B-9D1E-7EDB21880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428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35" name="Freeform 5235">
              <a:extLst>
                <a:ext uri="{FF2B5EF4-FFF2-40B4-BE49-F238E27FC236}">
                  <a16:creationId xmlns:a16="http://schemas.microsoft.com/office/drawing/2014/main" id="{B5627B96-3E4B-4AC3-BDCD-C36C29B7F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413"/>
              <a:ext cx="6" cy="7"/>
            </a:xfrm>
            <a:custGeom>
              <a:avLst/>
              <a:gdLst>
                <a:gd name="T0" fmla="*/ 8 w 3"/>
                <a:gd name="T1" fmla="*/ 12 h 3"/>
                <a:gd name="T2" fmla="*/ 16 w 3"/>
                <a:gd name="T3" fmla="*/ 0 h 3"/>
                <a:gd name="T4" fmla="*/ 24 w 3"/>
                <a:gd name="T5" fmla="*/ 12 h 3"/>
                <a:gd name="T6" fmla="*/ 16 w 3"/>
                <a:gd name="T7" fmla="*/ 28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36" name="Freeform 5236">
              <a:extLst>
                <a:ext uri="{FF2B5EF4-FFF2-40B4-BE49-F238E27FC236}">
                  <a16:creationId xmlns:a16="http://schemas.microsoft.com/office/drawing/2014/main" id="{B3DD4EDF-3FD6-48FB-882A-A79D4E27A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413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0 h 2"/>
                <a:gd name="T4" fmla="*/ 8 w 1"/>
                <a:gd name="T5" fmla="*/ 20 h 2"/>
                <a:gd name="T6" fmla="*/ 8 w 1"/>
                <a:gd name="T7" fmla="*/ 2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37" name="Freeform 5237">
              <a:extLst>
                <a:ext uri="{FF2B5EF4-FFF2-40B4-BE49-F238E27FC236}">
                  <a16:creationId xmlns:a16="http://schemas.microsoft.com/office/drawing/2014/main" id="{96ABA2A1-2942-4EAC-91FC-F8D93A59E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403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8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38" name="Freeform 5238">
              <a:extLst>
                <a:ext uri="{FF2B5EF4-FFF2-40B4-BE49-F238E27FC236}">
                  <a16:creationId xmlns:a16="http://schemas.microsoft.com/office/drawing/2014/main" id="{C8B1BEEB-6658-4A54-94A1-130B25CE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405"/>
              <a:ext cx="4" cy="4"/>
            </a:xfrm>
            <a:custGeom>
              <a:avLst/>
              <a:gdLst>
                <a:gd name="T0" fmla="*/ 0 w 2"/>
                <a:gd name="T1" fmla="*/ 16 h 2"/>
                <a:gd name="T2" fmla="*/ 0 w 2"/>
                <a:gd name="T3" fmla="*/ 8 h 2"/>
                <a:gd name="T4" fmla="*/ 8 w 2"/>
                <a:gd name="T5" fmla="*/ 8 h 2"/>
                <a:gd name="T6" fmla="*/ 8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39" name="Freeform 5239">
              <a:extLst>
                <a:ext uri="{FF2B5EF4-FFF2-40B4-BE49-F238E27FC236}">
                  <a16:creationId xmlns:a16="http://schemas.microsoft.com/office/drawing/2014/main" id="{DB0DDFA8-5F86-4D02-8E26-9AB03E431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424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40" name="Freeform 5240">
              <a:extLst>
                <a:ext uri="{FF2B5EF4-FFF2-40B4-BE49-F238E27FC236}">
                  <a16:creationId xmlns:a16="http://schemas.microsoft.com/office/drawing/2014/main" id="{80A681CD-89FD-4C74-8A64-F532CC70A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426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41" name="Freeform 5241">
              <a:extLst>
                <a:ext uri="{FF2B5EF4-FFF2-40B4-BE49-F238E27FC236}">
                  <a16:creationId xmlns:a16="http://schemas.microsoft.com/office/drawing/2014/main" id="{F8D3421A-F824-47E9-9651-4067DB10C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437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42" name="Freeform 5242">
              <a:extLst>
                <a:ext uri="{FF2B5EF4-FFF2-40B4-BE49-F238E27FC236}">
                  <a16:creationId xmlns:a16="http://schemas.microsoft.com/office/drawing/2014/main" id="{D7228EE7-B8A2-4DAC-9D49-43C85E6A0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43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43" name="Freeform 5243">
              <a:extLst>
                <a:ext uri="{FF2B5EF4-FFF2-40B4-BE49-F238E27FC236}">
                  <a16:creationId xmlns:a16="http://schemas.microsoft.com/office/drawing/2014/main" id="{0A13EC61-F8ED-46A1-BBC4-E857ABC8A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439"/>
              <a:ext cx="8" cy="8"/>
            </a:xfrm>
            <a:custGeom>
              <a:avLst/>
              <a:gdLst>
                <a:gd name="T0" fmla="*/ 8 w 4"/>
                <a:gd name="T1" fmla="*/ 16 h 4"/>
                <a:gd name="T2" fmla="*/ 16 w 4"/>
                <a:gd name="T3" fmla="*/ 0 h 4"/>
                <a:gd name="T4" fmla="*/ 32 w 4"/>
                <a:gd name="T5" fmla="*/ 8 h 4"/>
                <a:gd name="T6" fmla="*/ 24 w 4"/>
                <a:gd name="T7" fmla="*/ 24 h 4"/>
                <a:gd name="T8" fmla="*/ 8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44" name="Freeform 5244">
              <a:extLst>
                <a:ext uri="{FF2B5EF4-FFF2-40B4-BE49-F238E27FC236}">
                  <a16:creationId xmlns:a16="http://schemas.microsoft.com/office/drawing/2014/main" id="{8FCBB645-AF0F-48B6-BB0A-2FB56EF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441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45" name="Freeform 5245">
              <a:extLst>
                <a:ext uri="{FF2B5EF4-FFF2-40B4-BE49-F238E27FC236}">
                  <a16:creationId xmlns:a16="http://schemas.microsoft.com/office/drawing/2014/main" id="{62D6498A-A94A-4B9B-9294-4E53DF703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435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46" name="Freeform 5246">
              <a:extLst>
                <a:ext uri="{FF2B5EF4-FFF2-40B4-BE49-F238E27FC236}">
                  <a16:creationId xmlns:a16="http://schemas.microsoft.com/office/drawing/2014/main" id="{17A18938-86F1-48F3-9ABB-22351EAC9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37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47" name="Freeform 5247">
              <a:extLst>
                <a:ext uri="{FF2B5EF4-FFF2-40B4-BE49-F238E27FC236}">
                  <a16:creationId xmlns:a16="http://schemas.microsoft.com/office/drawing/2014/main" id="{32F954B3-0943-4C2C-A093-9DABFB17F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428"/>
              <a:ext cx="6" cy="7"/>
            </a:xfrm>
            <a:custGeom>
              <a:avLst/>
              <a:gdLst>
                <a:gd name="T0" fmla="*/ 0 w 3"/>
                <a:gd name="T1" fmla="*/ 28 h 3"/>
                <a:gd name="T2" fmla="*/ 16 w 3"/>
                <a:gd name="T3" fmla="*/ 12 h 3"/>
                <a:gd name="T4" fmla="*/ 24 w 3"/>
                <a:gd name="T5" fmla="*/ 28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48" name="Freeform 5248">
              <a:extLst>
                <a:ext uri="{FF2B5EF4-FFF2-40B4-BE49-F238E27FC236}">
                  <a16:creationId xmlns:a16="http://schemas.microsoft.com/office/drawing/2014/main" id="{D4C9FE46-2EC9-4111-96B1-49A0F93AF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30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49" name="Freeform 5249">
              <a:extLst>
                <a:ext uri="{FF2B5EF4-FFF2-40B4-BE49-F238E27FC236}">
                  <a16:creationId xmlns:a16="http://schemas.microsoft.com/office/drawing/2014/main" id="{7EEC47A9-90D4-49F7-AEE6-87E1C986F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430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50" name="Freeform 5250">
              <a:extLst>
                <a:ext uri="{FF2B5EF4-FFF2-40B4-BE49-F238E27FC236}">
                  <a16:creationId xmlns:a16="http://schemas.microsoft.com/office/drawing/2014/main" id="{42FF24C6-1EE7-4E76-95A9-5913352DA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432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51" name="Freeform 5251">
              <a:extLst>
                <a:ext uri="{FF2B5EF4-FFF2-40B4-BE49-F238E27FC236}">
                  <a16:creationId xmlns:a16="http://schemas.microsoft.com/office/drawing/2014/main" id="{54ED527B-89AF-48F4-9BC3-5FA825F88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377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52" name="Oval 5252">
              <a:extLst>
                <a:ext uri="{FF2B5EF4-FFF2-40B4-BE49-F238E27FC236}">
                  <a16:creationId xmlns:a16="http://schemas.microsoft.com/office/drawing/2014/main" id="{41297B4E-FC41-4F01-ABEE-7122A090F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0" y="2379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253" name="Freeform 5253">
              <a:extLst>
                <a:ext uri="{FF2B5EF4-FFF2-40B4-BE49-F238E27FC236}">
                  <a16:creationId xmlns:a16="http://schemas.microsoft.com/office/drawing/2014/main" id="{5505D1AE-FD3C-478D-97C4-245F4EAC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79"/>
              <a:ext cx="10" cy="11"/>
            </a:xfrm>
            <a:custGeom>
              <a:avLst/>
              <a:gdLst>
                <a:gd name="T0" fmla="*/ 8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8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54" name="Freeform 5254">
              <a:extLst>
                <a:ext uri="{FF2B5EF4-FFF2-40B4-BE49-F238E27FC236}">
                  <a16:creationId xmlns:a16="http://schemas.microsoft.com/office/drawing/2014/main" id="{0301EBF1-F3E0-42C2-8315-70C8274C6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381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55" name="Freeform 5255">
              <a:extLst>
                <a:ext uri="{FF2B5EF4-FFF2-40B4-BE49-F238E27FC236}">
                  <a16:creationId xmlns:a16="http://schemas.microsoft.com/office/drawing/2014/main" id="{98FB9ADC-EBB8-458B-98A9-CAC600F0A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392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9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56" name="Freeform 5256">
              <a:extLst>
                <a:ext uri="{FF2B5EF4-FFF2-40B4-BE49-F238E27FC236}">
                  <a16:creationId xmlns:a16="http://schemas.microsoft.com/office/drawing/2014/main" id="{76B3754A-855E-43B9-A82C-8D569F84C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394"/>
              <a:ext cx="4" cy="4"/>
            </a:xfrm>
            <a:custGeom>
              <a:avLst/>
              <a:gdLst>
                <a:gd name="T0" fmla="*/ 0 w 2"/>
                <a:gd name="T1" fmla="*/ 16 h 2"/>
                <a:gd name="T2" fmla="*/ 0 w 2"/>
                <a:gd name="T3" fmla="*/ 8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57" name="Freeform 5257">
              <a:extLst>
                <a:ext uri="{FF2B5EF4-FFF2-40B4-BE49-F238E27FC236}">
                  <a16:creationId xmlns:a16="http://schemas.microsoft.com/office/drawing/2014/main" id="{8C1A0DC0-5508-4F2A-95B1-186A8D6B6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392"/>
              <a:ext cx="10" cy="11"/>
            </a:xfrm>
            <a:custGeom>
              <a:avLst/>
              <a:gdLst>
                <a:gd name="T0" fmla="*/ 8 w 5"/>
                <a:gd name="T1" fmla="*/ 33 h 5"/>
                <a:gd name="T2" fmla="*/ 16 w 5"/>
                <a:gd name="T3" fmla="*/ 9 h 5"/>
                <a:gd name="T4" fmla="*/ 40 w 5"/>
                <a:gd name="T5" fmla="*/ 20 h 5"/>
                <a:gd name="T6" fmla="*/ 24 w 5"/>
                <a:gd name="T7" fmla="*/ 53 h 5"/>
                <a:gd name="T8" fmla="*/ 8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5" y="5"/>
                    <a:pt x="3" y="5"/>
                  </a:cubicBezTo>
                  <a:cubicBezTo>
                    <a:pt x="2" y="5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58" name="Freeform 5258">
              <a:extLst>
                <a:ext uri="{FF2B5EF4-FFF2-40B4-BE49-F238E27FC236}">
                  <a16:creationId xmlns:a16="http://schemas.microsoft.com/office/drawing/2014/main" id="{C53CBC95-0F0C-4D65-B0A4-841790C6B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394"/>
              <a:ext cx="4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8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59" name="Freeform 5259">
              <a:extLst>
                <a:ext uri="{FF2B5EF4-FFF2-40B4-BE49-F238E27FC236}">
                  <a16:creationId xmlns:a16="http://schemas.microsoft.com/office/drawing/2014/main" id="{156CAFE4-B495-400D-ADD8-16790B90D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430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60" name="Freeform 5260">
              <a:extLst>
                <a:ext uri="{FF2B5EF4-FFF2-40B4-BE49-F238E27FC236}">
                  <a16:creationId xmlns:a16="http://schemas.microsoft.com/office/drawing/2014/main" id="{65F73A45-3CE8-4115-8655-96EFE8316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432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0 h 2"/>
                <a:gd name="T4" fmla="*/ 8 w 1"/>
                <a:gd name="T5" fmla="*/ 20 h 2"/>
                <a:gd name="T6" fmla="*/ 8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61" name="Freeform 5261">
              <a:extLst>
                <a:ext uri="{FF2B5EF4-FFF2-40B4-BE49-F238E27FC236}">
                  <a16:creationId xmlns:a16="http://schemas.microsoft.com/office/drawing/2014/main" id="{CEC41E95-9B35-4688-A29D-1B6B00D7D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398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9 h 5"/>
                <a:gd name="T4" fmla="*/ 32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0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62" name="Freeform 5262">
              <a:extLst>
                <a:ext uri="{FF2B5EF4-FFF2-40B4-BE49-F238E27FC236}">
                  <a16:creationId xmlns:a16="http://schemas.microsoft.com/office/drawing/2014/main" id="{2B19429B-9F9D-4C35-BE89-DB98CC1E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401"/>
              <a:ext cx="4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8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63" name="Freeform 5263">
              <a:extLst>
                <a:ext uri="{FF2B5EF4-FFF2-40B4-BE49-F238E27FC236}">
                  <a16:creationId xmlns:a16="http://schemas.microsoft.com/office/drawing/2014/main" id="{7938BC03-1036-4582-BD12-1E130E199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443"/>
              <a:ext cx="6" cy="6"/>
            </a:xfrm>
            <a:custGeom>
              <a:avLst/>
              <a:gdLst>
                <a:gd name="T0" fmla="*/ 8 w 3"/>
                <a:gd name="T1" fmla="*/ 16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64" name="Freeform 5264">
              <a:extLst>
                <a:ext uri="{FF2B5EF4-FFF2-40B4-BE49-F238E27FC236}">
                  <a16:creationId xmlns:a16="http://schemas.microsoft.com/office/drawing/2014/main" id="{3997264D-74FA-4BAD-A902-ABF60161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443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8 h 2"/>
                <a:gd name="T4" fmla="*/ 8 w 1"/>
                <a:gd name="T5" fmla="*/ 8 h 2"/>
                <a:gd name="T6" fmla="*/ 0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65" name="Freeform 5265">
              <a:extLst>
                <a:ext uri="{FF2B5EF4-FFF2-40B4-BE49-F238E27FC236}">
                  <a16:creationId xmlns:a16="http://schemas.microsoft.com/office/drawing/2014/main" id="{B9B0D9C6-1AA0-462B-BC06-41F86ECF4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413"/>
              <a:ext cx="10" cy="11"/>
            </a:xfrm>
            <a:custGeom>
              <a:avLst/>
              <a:gdLst>
                <a:gd name="T0" fmla="*/ 8 w 5"/>
                <a:gd name="T1" fmla="*/ 44 h 5"/>
                <a:gd name="T2" fmla="*/ 0 w 5"/>
                <a:gd name="T3" fmla="*/ 9 h 5"/>
                <a:gd name="T4" fmla="*/ 32 w 5"/>
                <a:gd name="T5" fmla="*/ 9 h 5"/>
                <a:gd name="T6" fmla="*/ 32 w 5"/>
                <a:gd name="T7" fmla="*/ 44 h 5"/>
                <a:gd name="T8" fmla="*/ 8 w 5"/>
                <a:gd name="T9" fmla="*/ 4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3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66" name="Freeform 5266">
              <a:extLst>
                <a:ext uri="{FF2B5EF4-FFF2-40B4-BE49-F238E27FC236}">
                  <a16:creationId xmlns:a16="http://schemas.microsoft.com/office/drawing/2014/main" id="{F6FD1917-718B-4C08-AF1D-20A54C841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418"/>
              <a:ext cx="4" cy="4"/>
            </a:xfrm>
            <a:custGeom>
              <a:avLst/>
              <a:gdLst>
                <a:gd name="T0" fmla="*/ 8 w 2"/>
                <a:gd name="T1" fmla="*/ 8 h 2"/>
                <a:gd name="T2" fmla="*/ 8 w 2"/>
                <a:gd name="T3" fmla="*/ 0 h 2"/>
                <a:gd name="T4" fmla="*/ 16 w 2"/>
                <a:gd name="T5" fmla="*/ 0 h 2"/>
                <a:gd name="T6" fmla="*/ 16 w 2"/>
                <a:gd name="T7" fmla="*/ 8 h 2"/>
                <a:gd name="T8" fmla="*/ 8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67" name="Freeform 5267">
              <a:extLst>
                <a:ext uri="{FF2B5EF4-FFF2-40B4-BE49-F238E27FC236}">
                  <a16:creationId xmlns:a16="http://schemas.microsoft.com/office/drawing/2014/main" id="{92A61B45-375B-4B65-BD99-14A1C1AD7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388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68" name="Oval 5268">
              <a:extLst>
                <a:ext uri="{FF2B5EF4-FFF2-40B4-BE49-F238E27FC236}">
                  <a16:creationId xmlns:a16="http://schemas.microsoft.com/office/drawing/2014/main" id="{3347D206-CD1C-41B2-9473-D3FAB321E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" y="239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269" name="Freeform 5269">
              <a:extLst>
                <a:ext uri="{FF2B5EF4-FFF2-40B4-BE49-F238E27FC236}">
                  <a16:creationId xmlns:a16="http://schemas.microsoft.com/office/drawing/2014/main" id="{10AA6343-1F43-4861-8B80-4302CB9FA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392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0 w 5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1" y="4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70" name="Freeform 5270">
              <a:extLst>
                <a:ext uri="{FF2B5EF4-FFF2-40B4-BE49-F238E27FC236}">
                  <a16:creationId xmlns:a16="http://schemas.microsoft.com/office/drawing/2014/main" id="{5F097B97-63C6-441A-B9F4-4563A7534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394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0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71" name="Freeform 5271">
              <a:extLst>
                <a:ext uri="{FF2B5EF4-FFF2-40B4-BE49-F238E27FC236}">
                  <a16:creationId xmlns:a16="http://schemas.microsoft.com/office/drawing/2014/main" id="{C9889144-C419-4064-BCED-6E582005F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384"/>
              <a:ext cx="8" cy="19"/>
            </a:xfrm>
            <a:custGeom>
              <a:avLst/>
              <a:gdLst>
                <a:gd name="T0" fmla="*/ 8 w 4"/>
                <a:gd name="T1" fmla="*/ 0 h 9"/>
                <a:gd name="T2" fmla="*/ 32 w 4"/>
                <a:gd name="T3" fmla="*/ 7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2"/>
                    <a:pt x="2" y="9"/>
                    <a:pt x="4" y="8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72" name="Freeform 5272">
              <a:extLst>
                <a:ext uri="{FF2B5EF4-FFF2-40B4-BE49-F238E27FC236}">
                  <a16:creationId xmlns:a16="http://schemas.microsoft.com/office/drawing/2014/main" id="{BFEA30D1-CEA6-4970-9EA0-29352C87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396"/>
              <a:ext cx="4" cy="17"/>
            </a:xfrm>
            <a:custGeom>
              <a:avLst/>
              <a:gdLst>
                <a:gd name="T0" fmla="*/ 16 w 2"/>
                <a:gd name="T1" fmla="*/ 0 h 8"/>
                <a:gd name="T2" fmla="*/ 16 w 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1" y="5"/>
                    <a:pt x="2" y="8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73" name="Freeform 5273">
              <a:extLst>
                <a:ext uri="{FF2B5EF4-FFF2-40B4-BE49-F238E27FC236}">
                  <a16:creationId xmlns:a16="http://schemas.microsoft.com/office/drawing/2014/main" id="{C5EC1D42-A747-4BB9-BC57-BB1CBCE8F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435"/>
              <a:ext cx="18" cy="6"/>
            </a:xfrm>
            <a:custGeom>
              <a:avLst/>
              <a:gdLst>
                <a:gd name="T0" fmla="*/ 0 w 9"/>
                <a:gd name="T1" fmla="*/ 0 h 3"/>
                <a:gd name="T2" fmla="*/ 7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1"/>
                    <a:pt x="6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74" name="Freeform 5274">
              <a:extLst>
                <a:ext uri="{FF2B5EF4-FFF2-40B4-BE49-F238E27FC236}">
                  <a16:creationId xmlns:a16="http://schemas.microsoft.com/office/drawing/2014/main" id="{8397070E-2F96-4219-8D45-41A64497B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430"/>
              <a:ext cx="10" cy="13"/>
            </a:xfrm>
            <a:custGeom>
              <a:avLst/>
              <a:gdLst>
                <a:gd name="T0" fmla="*/ 0 w 5"/>
                <a:gd name="T1" fmla="*/ 0 h 6"/>
                <a:gd name="T2" fmla="*/ 40 w 5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0" y="2"/>
                    <a:pt x="2" y="6"/>
                    <a:pt x="5" y="4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75" name="Freeform 5275">
              <a:extLst>
                <a:ext uri="{FF2B5EF4-FFF2-40B4-BE49-F238E27FC236}">
                  <a16:creationId xmlns:a16="http://schemas.microsoft.com/office/drawing/2014/main" id="{5F9A1D1E-8962-41A2-8E32-79344BB37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390"/>
              <a:ext cx="4" cy="13"/>
            </a:xfrm>
            <a:custGeom>
              <a:avLst/>
              <a:gdLst>
                <a:gd name="T0" fmla="*/ 16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0" y="4"/>
                    <a:pt x="2" y="6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76" name="Freeform 5276">
              <a:extLst>
                <a:ext uri="{FF2B5EF4-FFF2-40B4-BE49-F238E27FC236}">
                  <a16:creationId xmlns:a16="http://schemas.microsoft.com/office/drawing/2014/main" id="{4EAC08D0-284D-4749-B2E4-92D76816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390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77" name="Freeform 5277">
              <a:extLst>
                <a:ext uri="{FF2B5EF4-FFF2-40B4-BE49-F238E27FC236}">
                  <a16:creationId xmlns:a16="http://schemas.microsoft.com/office/drawing/2014/main" id="{9FAC5C45-F618-49A4-A231-5CDC657EB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364"/>
              <a:ext cx="6" cy="7"/>
            </a:xfrm>
            <a:custGeom>
              <a:avLst/>
              <a:gdLst>
                <a:gd name="T0" fmla="*/ 8 w 3"/>
                <a:gd name="T1" fmla="*/ 12 h 3"/>
                <a:gd name="T2" fmla="*/ 16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78" name="Freeform 5278">
              <a:extLst>
                <a:ext uri="{FF2B5EF4-FFF2-40B4-BE49-F238E27FC236}">
                  <a16:creationId xmlns:a16="http://schemas.microsoft.com/office/drawing/2014/main" id="{A0D37CAE-53BE-43FE-A252-743422DB8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364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0 h 2"/>
                <a:gd name="T4" fmla="*/ 8 w 1"/>
                <a:gd name="T5" fmla="*/ 20 h 2"/>
                <a:gd name="T6" fmla="*/ 0 w 1"/>
                <a:gd name="T7" fmla="*/ 2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79" name="Freeform 5279">
              <a:extLst>
                <a:ext uri="{FF2B5EF4-FFF2-40B4-BE49-F238E27FC236}">
                  <a16:creationId xmlns:a16="http://schemas.microsoft.com/office/drawing/2014/main" id="{287CEDD1-75CD-4A88-A886-3C04662E8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392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80" name="Freeform 5280">
              <a:extLst>
                <a:ext uri="{FF2B5EF4-FFF2-40B4-BE49-F238E27FC236}">
                  <a16:creationId xmlns:a16="http://schemas.microsoft.com/office/drawing/2014/main" id="{6096F18C-20E6-484C-B514-ACD9441B1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394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81" name="Freeform 5281">
              <a:extLst>
                <a:ext uri="{FF2B5EF4-FFF2-40B4-BE49-F238E27FC236}">
                  <a16:creationId xmlns:a16="http://schemas.microsoft.com/office/drawing/2014/main" id="{A2A93F40-C082-45BA-8C34-43983F308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396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16 w 3"/>
                <a:gd name="T5" fmla="*/ 12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82" name="Freeform 5282">
              <a:extLst>
                <a:ext uri="{FF2B5EF4-FFF2-40B4-BE49-F238E27FC236}">
                  <a16:creationId xmlns:a16="http://schemas.microsoft.com/office/drawing/2014/main" id="{EEF68EA5-A752-4B51-BFCE-AACA5EF65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398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83" name="Freeform 5283">
              <a:extLst>
                <a:ext uri="{FF2B5EF4-FFF2-40B4-BE49-F238E27FC236}">
                  <a16:creationId xmlns:a16="http://schemas.microsoft.com/office/drawing/2014/main" id="{25BA46C9-1FC8-4096-9F10-AB15AB698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337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16 w 3"/>
                <a:gd name="T5" fmla="*/ 16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84" name="Freeform 5284">
              <a:extLst>
                <a:ext uri="{FF2B5EF4-FFF2-40B4-BE49-F238E27FC236}">
                  <a16:creationId xmlns:a16="http://schemas.microsoft.com/office/drawing/2014/main" id="{83AF080A-C83F-46D3-84EA-DE7FF9384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339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85" name="Freeform 5285">
              <a:extLst>
                <a:ext uri="{FF2B5EF4-FFF2-40B4-BE49-F238E27FC236}">
                  <a16:creationId xmlns:a16="http://schemas.microsoft.com/office/drawing/2014/main" id="{FAB1F333-4807-40A1-A5D0-6D6654E37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367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86" name="Freeform 5286">
              <a:extLst>
                <a:ext uri="{FF2B5EF4-FFF2-40B4-BE49-F238E27FC236}">
                  <a16:creationId xmlns:a16="http://schemas.microsoft.com/office/drawing/2014/main" id="{69EE9FD6-8287-4FE4-BF57-E1C108A3D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367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8 h 2"/>
                <a:gd name="T4" fmla="*/ 8 w 1"/>
                <a:gd name="T5" fmla="*/ 8 h 2"/>
                <a:gd name="T6" fmla="*/ 0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87" name="Freeform 5287">
              <a:extLst>
                <a:ext uri="{FF2B5EF4-FFF2-40B4-BE49-F238E27FC236}">
                  <a16:creationId xmlns:a16="http://schemas.microsoft.com/office/drawing/2014/main" id="{3D0D3762-AA6C-4DEA-8CEB-62228F6AE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356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88" name="Freeform 5288">
              <a:extLst>
                <a:ext uri="{FF2B5EF4-FFF2-40B4-BE49-F238E27FC236}">
                  <a16:creationId xmlns:a16="http://schemas.microsoft.com/office/drawing/2014/main" id="{C2EE8E13-8F52-459A-933F-1EE3AE0DF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358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89" name="Freeform 5289">
              <a:extLst>
                <a:ext uri="{FF2B5EF4-FFF2-40B4-BE49-F238E27FC236}">
                  <a16:creationId xmlns:a16="http://schemas.microsoft.com/office/drawing/2014/main" id="{E6A79119-C00F-4213-94F8-9CFF7EE78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360"/>
              <a:ext cx="6" cy="7"/>
            </a:xfrm>
            <a:custGeom>
              <a:avLst/>
              <a:gdLst>
                <a:gd name="T0" fmla="*/ 0 w 3"/>
                <a:gd name="T1" fmla="*/ 28 h 3"/>
                <a:gd name="T2" fmla="*/ 16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90" name="Oval 5290">
              <a:extLst>
                <a:ext uri="{FF2B5EF4-FFF2-40B4-BE49-F238E27FC236}">
                  <a16:creationId xmlns:a16="http://schemas.microsoft.com/office/drawing/2014/main" id="{731C5EC0-EE32-4732-AE05-B59B38BC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" y="2362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291" name="Freeform 5291">
              <a:extLst>
                <a:ext uri="{FF2B5EF4-FFF2-40B4-BE49-F238E27FC236}">
                  <a16:creationId xmlns:a16="http://schemas.microsoft.com/office/drawing/2014/main" id="{B5EAA3F4-4CD6-4E64-8E19-930A58168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352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92" name="Freeform 5292">
              <a:extLst>
                <a:ext uri="{FF2B5EF4-FFF2-40B4-BE49-F238E27FC236}">
                  <a16:creationId xmlns:a16="http://schemas.microsoft.com/office/drawing/2014/main" id="{E84207BD-662F-41B0-ACB7-C775A1139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354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93" name="Freeform 5293">
              <a:extLst>
                <a:ext uri="{FF2B5EF4-FFF2-40B4-BE49-F238E27FC236}">
                  <a16:creationId xmlns:a16="http://schemas.microsoft.com/office/drawing/2014/main" id="{E27D291D-7D17-45DC-9DAD-789BF8C7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36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94" name="Freeform 5294">
              <a:extLst>
                <a:ext uri="{FF2B5EF4-FFF2-40B4-BE49-F238E27FC236}">
                  <a16:creationId xmlns:a16="http://schemas.microsoft.com/office/drawing/2014/main" id="{1C9F4554-D98D-4DC4-BC45-BF4A30248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37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95" name="Freeform 5295">
              <a:extLst>
                <a:ext uri="{FF2B5EF4-FFF2-40B4-BE49-F238E27FC236}">
                  <a16:creationId xmlns:a16="http://schemas.microsoft.com/office/drawing/2014/main" id="{86869D78-DECB-450D-9BA9-B000EF613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398"/>
              <a:ext cx="6" cy="7"/>
            </a:xfrm>
            <a:custGeom>
              <a:avLst/>
              <a:gdLst>
                <a:gd name="T0" fmla="*/ 8 w 3"/>
                <a:gd name="T1" fmla="*/ 28 h 3"/>
                <a:gd name="T2" fmla="*/ 16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8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96" name="Freeform 5296">
              <a:extLst>
                <a:ext uri="{FF2B5EF4-FFF2-40B4-BE49-F238E27FC236}">
                  <a16:creationId xmlns:a16="http://schemas.microsoft.com/office/drawing/2014/main" id="{4BCB3041-5B20-4073-8DDB-2891F9356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398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20 h 2"/>
                <a:gd name="T4" fmla="*/ 8 w 1"/>
                <a:gd name="T5" fmla="*/ 20 h 2"/>
                <a:gd name="T6" fmla="*/ 8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97" name="Freeform 5297">
              <a:extLst>
                <a:ext uri="{FF2B5EF4-FFF2-40B4-BE49-F238E27FC236}">
                  <a16:creationId xmlns:a16="http://schemas.microsoft.com/office/drawing/2014/main" id="{BEEB94C2-7356-4D24-B88D-2ECC24F27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350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98" name="Freeform 5298">
              <a:extLst>
                <a:ext uri="{FF2B5EF4-FFF2-40B4-BE49-F238E27FC236}">
                  <a16:creationId xmlns:a16="http://schemas.microsoft.com/office/drawing/2014/main" id="{D7C93531-25E0-492D-8796-482853C06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350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0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299" name="Freeform 5299">
              <a:extLst>
                <a:ext uri="{FF2B5EF4-FFF2-40B4-BE49-F238E27FC236}">
                  <a16:creationId xmlns:a16="http://schemas.microsoft.com/office/drawing/2014/main" id="{9984838B-4FC2-4EFC-85DF-078451351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341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16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00" name="Oval 5300">
              <a:extLst>
                <a:ext uri="{FF2B5EF4-FFF2-40B4-BE49-F238E27FC236}">
                  <a16:creationId xmlns:a16="http://schemas.microsoft.com/office/drawing/2014/main" id="{F1BA6C47-503F-4105-BC00-D814610FB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2341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301" name="Freeform 5301">
              <a:extLst>
                <a:ext uri="{FF2B5EF4-FFF2-40B4-BE49-F238E27FC236}">
                  <a16:creationId xmlns:a16="http://schemas.microsoft.com/office/drawing/2014/main" id="{A3AD95D5-D393-47FE-B3F8-D042C0008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354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16 w 3"/>
                <a:gd name="T5" fmla="*/ 16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02" name="Freeform 5302">
              <a:extLst>
                <a:ext uri="{FF2B5EF4-FFF2-40B4-BE49-F238E27FC236}">
                  <a16:creationId xmlns:a16="http://schemas.microsoft.com/office/drawing/2014/main" id="{1585A056-1422-430E-835F-9124C1F2A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356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03" name="Freeform 5303">
              <a:extLst>
                <a:ext uri="{FF2B5EF4-FFF2-40B4-BE49-F238E27FC236}">
                  <a16:creationId xmlns:a16="http://schemas.microsoft.com/office/drawing/2014/main" id="{E5DB75C9-CA36-46C5-8876-49874A96B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345"/>
              <a:ext cx="8" cy="9"/>
            </a:xfrm>
            <a:custGeom>
              <a:avLst/>
              <a:gdLst>
                <a:gd name="T0" fmla="*/ 0 w 4"/>
                <a:gd name="T1" fmla="*/ 25 h 4"/>
                <a:gd name="T2" fmla="*/ 8 w 4"/>
                <a:gd name="T3" fmla="*/ 0 h 4"/>
                <a:gd name="T4" fmla="*/ 32 w 4"/>
                <a:gd name="T5" fmla="*/ 25 h 4"/>
                <a:gd name="T6" fmla="*/ 16 w 4"/>
                <a:gd name="T7" fmla="*/ 45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04" name="Freeform 5304">
              <a:extLst>
                <a:ext uri="{FF2B5EF4-FFF2-40B4-BE49-F238E27FC236}">
                  <a16:creationId xmlns:a16="http://schemas.microsoft.com/office/drawing/2014/main" id="{4036B4E5-2C9B-44D7-9086-D5AC823CA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347"/>
              <a:ext cx="4" cy="3"/>
            </a:xfrm>
            <a:custGeom>
              <a:avLst/>
              <a:gdLst>
                <a:gd name="T0" fmla="*/ 8 w 2"/>
                <a:gd name="T1" fmla="*/ 27 h 1"/>
                <a:gd name="T2" fmla="*/ 8 w 2"/>
                <a:gd name="T3" fmla="*/ 0 h 1"/>
                <a:gd name="T4" fmla="*/ 16 w 2"/>
                <a:gd name="T5" fmla="*/ 27 h 1"/>
                <a:gd name="T6" fmla="*/ 8 w 2"/>
                <a:gd name="T7" fmla="*/ 27 h 1"/>
                <a:gd name="T8" fmla="*/ 8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05" name="Freeform 5305">
              <a:extLst>
                <a:ext uri="{FF2B5EF4-FFF2-40B4-BE49-F238E27FC236}">
                  <a16:creationId xmlns:a16="http://schemas.microsoft.com/office/drawing/2014/main" id="{594101AA-D701-4C7D-910A-7C93A62D6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332"/>
              <a:ext cx="6" cy="7"/>
            </a:xfrm>
            <a:custGeom>
              <a:avLst/>
              <a:gdLst>
                <a:gd name="T0" fmla="*/ 0 w 3"/>
                <a:gd name="T1" fmla="*/ 12 h 3"/>
                <a:gd name="T2" fmla="*/ 8 w 3"/>
                <a:gd name="T3" fmla="*/ 0 h 3"/>
                <a:gd name="T4" fmla="*/ 24 w 3"/>
                <a:gd name="T5" fmla="*/ 12 h 3"/>
                <a:gd name="T6" fmla="*/ 8 w 3"/>
                <a:gd name="T7" fmla="*/ 37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06" name="Freeform 5306">
              <a:extLst>
                <a:ext uri="{FF2B5EF4-FFF2-40B4-BE49-F238E27FC236}">
                  <a16:creationId xmlns:a16="http://schemas.microsoft.com/office/drawing/2014/main" id="{8F59F3BB-2F56-446F-ADB5-FBB253901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326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07" name="Freeform 5307">
              <a:extLst>
                <a:ext uri="{FF2B5EF4-FFF2-40B4-BE49-F238E27FC236}">
                  <a16:creationId xmlns:a16="http://schemas.microsoft.com/office/drawing/2014/main" id="{C4B46CB2-13F8-493A-B9A2-EF03594F2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341"/>
              <a:ext cx="8" cy="9"/>
            </a:xfrm>
            <a:custGeom>
              <a:avLst/>
              <a:gdLst>
                <a:gd name="T0" fmla="*/ 8 w 4"/>
                <a:gd name="T1" fmla="*/ 25 h 4"/>
                <a:gd name="T2" fmla="*/ 16 w 4"/>
                <a:gd name="T3" fmla="*/ 0 h 4"/>
                <a:gd name="T4" fmla="*/ 32 w 4"/>
                <a:gd name="T5" fmla="*/ 25 h 4"/>
                <a:gd name="T6" fmla="*/ 24 w 4"/>
                <a:gd name="T7" fmla="*/ 45 h 4"/>
                <a:gd name="T8" fmla="*/ 8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08" name="Freeform 5308">
              <a:extLst>
                <a:ext uri="{FF2B5EF4-FFF2-40B4-BE49-F238E27FC236}">
                  <a16:creationId xmlns:a16="http://schemas.microsoft.com/office/drawing/2014/main" id="{D29F3E45-147D-46B2-B2FD-6AAF7D801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343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8 w 2"/>
                <a:gd name="T5" fmla="*/ 8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09" name="Freeform 5309">
              <a:extLst>
                <a:ext uri="{FF2B5EF4-FFF2-40B4-BE49-F238E27FC236}">
                  <a16:creationId xmlns:a16="http://schemas.microsoft.com/office/drawing/2014/main" id="{ED432FD1-B6A8-47E5-8291-383D780F4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358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16 w 3"/>
                <a:gd name="T5" fmla="*/ 8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10" name="Freeform 5310">
              <a:extLst>
                <a:ext uri="{FF2B5EF4-FFF2-40B4-BE49-F238E27FC236}">
                  <a16:creationId xmlns:a16="http://schemas.microsoft.com/office/drawing/2014/main" id="{32790CEB-7B22-44D1-911D-6EC73E113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358"/>
              <a:ext cx="2" cy="4"/>
            </a:xfrm>
            <a:custGeom>
              <a:avLst/>
              <a:gdLst>
                <a:gd name="T0" fmla="*/ 0 w 1"/>
                <a:gd name="T1" fmla="*/ 8 h 2"/>
                <a:gd name="T2" fmla="*/ 8 w 1"/>
                <a:gd name="T3" fmla="*/ 8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11" name="Freeform 5311">
              <a:extLst>
                <a:ext uri="{FF2B5EF4-FFF2-40B4-BE49-F238E27FC236}">
                  <a16:creationId xmlns:a16="http://schemas.microsoft.com/office/drawing/2014/main" id="{A0FCDCCC-C742-4C40-A7A4-9C984719D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360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32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12" name="Freeform 5312">
              <a:extLst>
                <a:ext uri="{FF2B5EF4-FFF2-40B4-BE49-F238E27FC236}">
                  <a16:creationId xmlns:a16="http://schemas.microsoft.com/office/drawing/2014/main" id="{67BC0CBA-AE5E-44FD-AE2D-A58EA724D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362"/>
              <a:ext cx="4" cy="5"/>
            </a:xfrm>
            <a:custGeom>
              <a:avLst/>
              <a:gdLst>
                <a:gd name="T0" fmla="*/ 0 w 2"/>
                <a:gd name="T1" fmla="*/ 33 h 2"/>
                <a:gd name="T2" fmla="*/ 8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13" name="Freeform 5313">
              <a:extLst>
                <a:ext uri="{FF2B5EF4-FFF2-40B4-BE49-F238E27FC236}">
                  <a16:creationId xmlns:a16="http://schemas.microsoft.com/office/drawing/2014/main" id="{B4528271-2E1E-4AA3-A988-474E68B51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356"/>
              <a:ext cx="10" cy="11"/>
            </a:xfrm>
            <a:custGeom>
              <a:avLst/>
              <a:gdLst>
                <a:gd name="T0" fmla="*/ 8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8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5" y="4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14" name="Freeform 5314">
              <a:extLst>
                <a:ext uri="{FF2B5EF4-FFF2-40B4-BE49-F238E27FC236}">
                  <a16:creationId xmlns:a16="http://schemas.microsoft.com/office/drawing/2014/main" id="{9A2D16E9-CD4E-41D0-909E-DD7BA4FF0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358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15" name="Freeform 5315">
              <a:extLst>
                <a:ext uri="{FF2B5EF4-FFF2-40B4-BE49-F238E27FC236}">
                  <a16:creationId xmlns:a16="http://schemas.microsoft.com/office/drawing/2014/main" id="{BEE60556-C63F-435F-8818-1D4398D99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352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24 w 5"/>
                <a:gd name="T3" fmla="*/ 0 h 5"/>
                <a:gd name="T4" fmla="*/ 40 w 5"/>
                <a:gd name="T5" fmla="*/ 16 h 5"/>
                <a:gd name="T6" fmla="*/ 24 w 5"/>
                <a:gd name="T7" fmla="*/ 32 h 5"/>
                <a:gd name="T8" fmla="*/ 8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5" y="4"/>
                    <a:pt x="3" y="4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16" name="Oval 5316">
              <a:extLst>
                <a:ext uri="{FF2B5EF4-FFF2-40B4-BE49-F238E27FC236}">
                  <a16:creationId xmlns:a16="http://schemas.microsoft.com/office/drawing/2014/main" id="{DB23EF01-CB68-426F-96B1-AD95E742A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2354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317" name="Freeform 5317">
              <a:extLst>
                <a:ext uri="{FF2B5EF4-FFF2-40B4-BE49-F238E27FC236}">
                  <a16:creationId xmlns:a16="http://schemas.microsoft.com/office/drawing/2014/main" id="{3775641B-86BB-49EC-9989-4215726F4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322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18" name="Freeform 5318">
              <a:extLst>
                <a:ext uri="{FF2B5EF4-FFF2-40B4-BE49-F238E27FC236}">
                  <a16:creationId xmlns:a16="http://schemas.microsoft.com/office/drawing/2014/main" id="{54F9B905-F246-44CC-9CD0-6B7E8A9C4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324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19" name="Freeform 5319">
              <a:extLst>
                <a:ext uri="{FF2B5EF4-FFF2-40B4-BE49-F238E27FC236}">
                  <a16:creationId xmlns:a16="http://schemas.microsoft.com/office/drawing/2014/main" id="{8FCDBE28-A6E2-4C95-AA11-B26DCBD48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330"/>
              <a:ext cx="6" cy="7"/>
            </a:xfrm>
            <a:custGeom>
              <a:avLst/>
              <a:gdLst>
                <a:gd name="T0" fmla="*/ 8 w 3"/>
                <a:gd name="T1" fmla="*/ 28 h 3"/>
                <a:gd name="T2" fmla="*/ 16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8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20" name="Freeform 5320">
              <a:extLst>
                <a:ext uri="{FF2B5EF4-FFF2-40B4-BE49-F238E27FC236}">
                  <a16:creationId xmlns:a16="http://schemas.microsoft.com/office/drawing/2014/main" id="{3780B437-8DD3-4ABB-AD10-F36470705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332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21" name="Freeform 5321">
              <a:extLst>
                <a:ext uri="{FF2B5EF4-FFF2-40B4-BE49-F238E27FC236}">
                  <a16:creationId xmlns:a16="http://schemas.microsoft.com/office/drawing/2014/main" id="{867D1A4E-6CCC-40A4-8D7D-40480F833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322"/>
              <a:ext cx="8" cy="8"/>
            </a:xfrm>
            <a:custGeom>
              <a:avLst/>
              <a:gdLst>
                <a:gd name="T0" fmla="*/ 0 w 4"/>
                <a:gd name="T1" fmla="*/ 24 h 4"/>
                <a:gd name="T2" fmla="*/ 16 w 4"/>
                <a:gd name="T3" fmla="*/ 8 h 4"/>
                <a:gd name="T4" fmla="*/ 32 w 4"/>
                <a:gd name="T5" fmla="*/ 16 h 4"/>
                <a:gd name="T6" fmla="*/ 16 w 4"/>
                <a:gd name="T7" fmla="*/ 32 h 4"/>
                <a:gd name="T8" fmla="*/ 0 w 4"/>
                <a:gd name="T9" fmla="*/ 2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22" name="Freeform 5322">
              <a:extLst>
                <a:ext uri="{FF2B5EF4-FFF2-40B4-BE49-F238E27FC236}">
                  <a16:creationId xmlns:a16="http://schemas.microsoft.com/office/drawing/2014/main" id="{3777E95D-E2A9-42F9-A133-A2721E78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324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23" name="Freeform 5323">
              <a:extLst>
                <a:ext uri="{FF2B5EF4-FFF2-40B4-BE49-F238E27FC236}">
                  <a16:creationId xmlns:a16="http://schemas.microsoft.com/office/drawing/2014/main" id="{7D5ABA2F-EAE4-4454-89C5-CBDFC1858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345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12 h 3"/>
                <a:gd name="T4" fmla="*/ 24 w 3"/>
                <a:gd name="T5" fmla="*/ 28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24" name="Freeform 5324">
              <a:extLst>
                <a:ext uri="{FF2B5EF4-FFF2-40B4-BE49-F238E27FC236}">
                  <a16:creationId xmlns:a16="http://schemas.microsoft.com/office/drawing/2014/main" id="{2D4E96C6-D112-4A8C-B154-377412718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347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25" name="Freeform 5325">
              <a:extLst>
                <a:ext uri="{FF2B5EF4-FFF2-40B4-BE49-F238E27FC236}">
                  <a16:creationId xmlns:a16="http://schemas.microsoft.com/office/drawing/2014/main" id="{A322C0ED-C074-4560-9EA4-CDCA75DBA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350"/>
              <a:ext cx="6" cy="6"/>
            </a:xfrm>
            <a:custGeom>
              <a:avLst/>
              <a:gdLst>
                <a:gd name="T0" fmla="*/ 8 w 3"/>
                <a:gd name="T1" fmla="*/ 8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26" name="Freeform 5326">
              <a:extLst>
                <a:ext uri="{FF2B5EF4-FFF2-40B4-BE49-F238E27FC236}">
                  <a16:creationId xmlns:a16="http://schemas.microsoft.com/office/drawing/2014/main" id="{04303026-8F19-4811-813B-328EBE798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350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8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27" name="Freeform 5327">
              <a:extLst>
                <a:ext uri="{FF2B5EF4-FFF2-40B4-BE49-F238E27FC236}">
                  <a16:creationId xmlns:a16="http://schemas.microsoft.com/office/drawing/2014/main" id="{BFBBF530-7629-4874-AB4D-96F139A88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326"/>
              <a:ext cx="6" cy="6"/>
            </a:xfrm>
            <a:custGeom>
              <a:avLst/>
              <a:gdLst>
                <a:gd name="T0" fmla="*/ 8 w 3"/>
                <a:gd name="T1" fmla="*/ 16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28" name="Freeform 5328">
              <a:extLst>
                <a:ext uri="{FF2B5EF4-FFF2-40B4-BE49-F238E27FC236}">
                  <a16:creationId xmlns:a16="http://schemas.microsoft.com/office/drawing/2014/main" id="{238539F1-6FCB-4B77-89BE-68F005564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328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29" name="Freeform 5329">
              <a:extLst>
                <a:ext uri="{FF2B5EF4-FFF2-40B4-BE49-F238E27FC236}">
                  <a16:creationId xmlns:a16="http://schemas.microsoft.com/office/drawing/2014/main" id="{C43DD597-52FF-4715-ADA2-44DA48A7A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347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30" name="Freeform 5330">
              <a:extLst>
                <a:ext uri="{FF2B5EF4-FFF2-40B4-BE49-F238E27FC236}">
                  <a16:creationId xmlns:a16="http://schemas.microsoft.com/office/drawing/2014/main" id="{A958500B-EBD1-408F-B16F-214131D41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350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31" name="Freeform 5331">
              <a:extLst>
                <a:ext uri="{FF2B5EF4-FFF2-40B4-BE49-F238E27FC236}">
                  <a16:creationId xmlns:a16="http://schemas.microsoft.com/office/drawing/2014/main" id="{033442EC-2E8B-4EE9-BC0E-7763EB534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33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32" name="Freeform 5332">
              <a:extLst>
                <a:ext uri="{FF2B5EF4-FFF2-40B4-BE49-F238E27FC236}">
                  <a16:creationId xmlns:a16="http://schemas.microsoft.com/office/drawing/2014/main" id="{BE23A8F8-ECED-45B1-ACD3-03FE2035C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341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33" name="Freeform 5333">
              <a:extLst>
                <a:ext uri="{FF2B5EF4-FFF2-40B4-BE49-F238E27FC236}">
                  <a16:creationId xmlns:a16="http://schemas.microsoft.com/office/drawing/2014/main" id="{7169E5B1-941F-4718-B48F-352BFA2CE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332"/>
              <a:ext cx="8" cy="9"/>
            </a:xfrm>
            <a:custGeom>
              <a:avLst/>
              <a:gdLst>
                <a:gd name="T0" fmla="*/ 0 w 4"/>
                <a:gd name="T1" fmla="*/ 25 h 4"/>
                <a:gd name="T2" fmla="*/ 8 w 4"/>
                <a:gd name="T3" fmla="*/ 0 h 4"/>
                <a:gd name="T4" fmla="*/ 32 w 4"/>
                <a:gd name="T5" fmla="*/ 11 h 4"/>
                <a:gd name="T6" fmla="*/ 16 w 4"/>
                <a:gd name="T7" fmla="*/ 36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34" name="Freeform 5334">
              <a:extLst>
                <a:ext uri="{FF2B5EF4-FFF2-40B4-BE49-F238E27FC236}">
                  <a16:creationId xmlns:a16="http://schemas.microsoft.com/office/drawing/2014/main" id="{E34B7060-4813-431C-AE62-870215DE7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335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35" name="Freeform 5335">
              <a:extLst>
                <a:ext uri="{FF2B5EF4-FFF2-40B4-BE49-F238E27FC236}">
                  <a16:creationId xmlns:a16="http://schemas.microsoft.com/office/drawing/2014/main" id="{DA05520B-ABC6-4C69-B654-A7EBC7224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360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36" name="Freeform 5336">
              <a:extLst>
                <a:ext uri="{FF2B5EF4-FFF2-40B4-BE49-F238E27FC236}">
                  <a16:creationId xmlns:a16="http://schemas.microsoft.com/office/drawing/2014/main" id="{665EFA52-19AE-4407-AC70-C1E902D1F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362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37" name="Freeform 5337">
              <a:extLst>
                <a:ext uri="{FF2B5EF4-FFF2-40B4-BE49-F238E27FC236}">
                  <a16:creationId xmlns:a16="http://schemas.microsoft.com/office/drawing/2014/main" id="{54817DA8-338B-40BE-B962-6491F623E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362"/>
              <a:ext cx="8" cy="9"/>
            </a:xfrm>
            <a:custGeom>
              <a:avLst/>
              <a:gdLst>
                <a:gd name="T0" fmla="*/ 0 w 4"/>
                <a:gd name="T1" fmla="*/ 36 h 4"/>
                <a:gd name="T2" fmla="*/ 16 w 4"/>
                <a:gd name="T3" fmla="*/ 0 h 4"/>
                <a:gd name="T4" fmla="*/ 32 w 4"/>
                <a:gd name="T5" fmla="*/ 25 h 4"/>
                <a:gd name="T6" fmla="*/ 16 w 4"/>
                <a:gd name="T7" fmla="*/ 45 h 4"/>
                <a:gd name="T8" fmla="*/ 0 w 4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38" name="Freeform 5338">
              <a:extLst>
                <a:ext uri="{FF2B5EF4-FFF2-40B4-BE49-F238E27FC236}">
                  <a16:creationId xmlns:a16="http://schemas.microsoft.com/office/drawing/2014/main" id="{E581F2C7-7171-4541-9BDF-9E519E1DC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364"/>
              <a:ext cx="4" cy="5"/>
            </a:xfrm>
            <a:custGeom>
              <a:avLst/>
              <a:gdLst>
                <a:gd name="T0" fmla="*/ 8 w 2"/>
                <a:gd name="T1" fmla="*/ 20 h 2"/>
                <a:gd name="T2" fmla="*/ 8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8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39" name="Freeform 5339">
              <a:extLst>
                <a:ext uri="{FF2B5EF4-FFF2-40B4-BE49-F238E27FC236}">
                  <a16:creationId xmlns:a16="http://schemas.microsoft.com/office/drawing/2014/main" id="{0DACEA8B-442A-4F2D-ABF0-10D2C1E66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373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40" name="Freeform 5340">
              <a:extLst>
                <a:ext uri="{FF2B5EF4-FFF2-40B4-BE49-F238E27FC236}">
                  <a16:creationId xmlns:a16="http://schemas.microsoft.com/office/drawing/2014/main" id="{FF32C15B-AEDD-430A-8C69-E828F7206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37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41" name="Freeform 5341">
              <a:extLst>
                <a:ext uri="{FF2B5EF4-FFF2-40B4-BE49-F238E27FC236}">
                  <a16:creationId xmlns:a16="http://schemas.microsoft.com/office/drawing/2014/main" id="{C78AF374-B285-409D-976E-C0A14969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356"/>
              <a:ext cx="8" cy="8"/>
            </a:xfrm>
            <a:custGeom>
              <a:avLst/>
              <a:gdLst>
                <a:gd name="T0" fmla="*/ 0 w 4"/>
                <a:gd name="T1" fmla="*/ 24 h 4"/>
                <a:gd name="T2" fmla="*/ 16 w 4"/>
                <a:gd name="T3" fmla="*/ 0 h 4"/>
                <a:gd name="T4" fmla="*/ 32 w 4"/>
                <a:gd name="T5" fmla="*/ 16 h 4"/>
                <a:gd name="T6" fmla="*/ 24 w 4"/>
                <a:gd name="T7" fmla="*/ 32 h 4"/>
                <a:gd name="T8" fmla="*/ 0 w 4"/>
                <a:gd name="T9" fmla="*/ 2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42" name="Freeform 5342">
              <a:extLst>
                <a:ext uri="{FF2B5EF4-FFF2-40B4-BE49-F238E27FC236}">
                  <a16:creationId xmlns:a16="http://schemas.microsoft.com/office/drawing/2014/main" id="{C93ABC73-332F-4CBE-B37C-BF41E35F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358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43" name="Freeform 5343">
              <a:extLst>
                <a:ext uri="{FF2B5EF4-FFF2-40B4-BE49-F238E27FC236}">
                  <a16:creationId xmlns:a16="http://schemas.microsoft.com/office/drawing/2014/main" id="{C57C44C6-3967-4DD5-9F8C-3C795013A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373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16 w 3"/>
                <a:gd name="T5" fmla="*/ 8 h 3"/>
                <a:gd name="T6" fmla="*/ 8 w 3"/>
                <a:gd name="T7" fmla="*/ 16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44" name="Oval 5344">
              <a:extLst>
                <a:ext uri="{FF2B5EF4-FFF2-40B4-BE49-F238E27FC236}">
                  <a16:creationId xmlns:a16="http://schemas.microsoft.com/office/drawing/2014/main" id="{83959AB6-AC7E-4F09-BD2F-BAC18CBD9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2373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345" name="Freeform 5345">
              <a:extLst>
                <a:ext uri="{FF2B5EF4-FFF2-40B4-BE49-F238E27FC236}">
                  <a16:creationId xmlns:a16="http://schemas.microsoft.com/office/drawing/2014/main" id="{2483FBE9-5370-406B-9F4D-3C3E48E5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373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0 h 3"/>
                <a:gd name="T4" fmla="*/ 16 w 2"/>
                <a:gd name="T5" fmla="*/ 16 h 3"/>
                <a:gd name="T6" fmla="*/ 8 w 2"/>
                <a:gd name="T7" fmla="*/ 24 h 3"/>
                <a:gd name="T8" fmla="*/ 0 w 2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46" name="Freeform 5346">
              <a:extLst>
                <a:ext uri="{FF2B5EF4-FFF2-40B4-BE49-F238E27FC236}">
                  <a16:creationId xmlns:a16="http://schemas.microsoft.com/office/drawing/2014/main" id="{03FA31F8-20FE-443D-813E-E73E01AB6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37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47" name="Freeform 5347">
              <a:extLst>
                <a:ext uri="{FF2B5EF4-FFF2-40B4-BE49-F238E27FC236}">
                  <a16:creationId xmlns:a16="http://schemas.microsoft.com/office/drawing/2014/main" id="{CA17E5AA-47AF-48F4-B15F-E43C5F01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360"/>
              <a:ext cx="6" cy="7"/>
            </a:xfrm>
            <a:custGeom>
              <a:avLst/>
              <a:gdLst>
                <a:gd name="T0" fmla="*/ 8 w 3"/>
                <a:gd name="T1" fmla="*/ 12 h 3"/>
                <a:gd name="T2" fmla="*/ 16 w 3"/>
                <a:gd name="T3" fmla="*/ 0 h 3"/>
                <a:gd name="T4" fmla="*/ 24 w 3"/>
                <a:gd name="T5" fmla="*/ 12 h 3"/>
                <a:gd name="T6" fmla="*/ 16 w 3"/>
                <a:gd name="T7" fmla="*/ 28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48" name="Freeform 5348">
              <a:extLst>
                <a:ext uri="{FF2B5EF4-FFF2-40B4-BE49-F238E27FC236}">
                  <a16:creationId xmlns:a16="http://schemas.microsoft.com/office/drawing/2014/main" id="{A1E20095-A713-4292-B588-43D52BC70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360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8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49" name="Freeform 5349">
              <a:extLst>
                <a:ext uri="{FF2B5EF4-FFF2-40B4-BE49-F238E27FC236}">
                  <a16:creationId xmlns:a16="http://schemas.microsoft.com/office/drawing/2014/main" id="{A6482B10-77BE-4508-BAC7-10ADA8F4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381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9 h 5"/>
                <a:gd name="T4" fmla="*/ 40 w 5"/>
                <a:gd name="T5" fmla="*/ 33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1" y="5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50" name="Freeform 5350">
              <a:extLst>
                <a:ext uri="{FF2B5EF4-FFF2-40B4-BE49-F238E27FC236}">
                  <a16:creationId xmlns:a16="http://schemas.microsoft.com/office/drawing/2014/main" id="{FE4063EA-4507-4CDF-AB59-3B98753D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386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0 h 2"/>
                <a:gd name="T6" fmla="*/ 8 w 2"/>
                <a:gd name="T7" fmla="*/ 8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51" name="Freeform 5351">
              <a:extLst>
                <a:ext uri="{FF2B5EF4-FFF2-40B4-BE49-F238E27FC236}">
                  <a16:creationId xmlns:a16="http://schemas.microsoft.com/office/drawing/2014/main" id="{180733D0-B4BA-414A-869E-7B9AF5B46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371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52" name="Freeform 5352">
              <a:extLst>
                <a:ext uri="{FF2B5EF4-FFF2-40B4-BE49-F238E27FC236}">
                  <a16:creationId xmlns:a16="http://schemas.microsoft.com/office/drawing/2014/main" id="{051FDE06-C10D-4B27-B0E0-FA0806CAE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73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53" name="Freeform 5353">
              <a:extLst>
                <a:ext uri="{FF2B5EF4-FFF2-40B4-BE49-F238E27FC236}">
                  <a16:creationId xmlns:a16="http://schemas.microsoft.com/office/drawing/2014/main" id="{21565940-F02B-47B7-A992-A72452223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384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54" name="Freeform 5354">
              <a:extLst>
                <a:ext uri="{FF2B5EF4-FFF2-40B4-BE49-F238E27FC236}">
                  <a16:creationId xmlns:a16="http://schemas.microsoft.com/office/drawing/2014/main" id="{08688B30-8445-4515-B72A-05BE9A066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386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55" name="Freeform 5355">
              <a:extLst>
                <a:ext uri="{FF2B5EF4-FFF2-40B4-BE49-F238E27FC236}">
                  <a16:creationId xmlns:a16="http://schemas.microsoft.com/office/drawing/2014/main" id="{D0AF0C73-63FB-43FD-8FB3-D9CA7FD7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386"/>
              <a:ext cx="8" cy="8"/>
            </a:xfrm>
            <a:custGeom>
              <a:avLst/>
              <a:gdLst>
                <a:gd name="T0" fmla="*/ 8 w 4"/>
                <a:gd name="T1" fmla="*/ 16 h 4"/>
                <a:gd name="T2" fmla="*/ 16 w 4"/>
                <a:gd name="T3" fmla="*/ 0 h 4"/>
                <a:gd name="T4" fmla="*/ 32 w 4"/>
                <a:gd name="T5" fmla="*/ 8 h 4"/>
                <a:gd name="T6" fmla="*/ 24 w 4"/>
                <a:gd name="T7" fmla="*/ 24 h 4"/>
                <a:gd name="T8" fmla="*/ 8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56" name="Freeform 5356">
              <a:extLst>
                <a:ext uri="{FF2B5EF4-FFF2-40B4-BE49-F238E27FC236}">
                  <a16:creationId xmlns:a16="http://schemas.microsoft.com/office/drawing/2014/main" id="{493B0445-EA7D-42A1-A600-5D0B48E0B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88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57" name="Freeform 5357">
              <a:extLst>
                <a:ext uri="{FF2B5EF4-FFF2-40B4-BE49-F238E27FC236}">
                  <a16:creationId xmlns:a16="http://schemas.microsoft.com/office/drawing/2014/main" id="{E19563CC-B643-4425-8F31-5D3B0A869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388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1" y="4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58" name="Freeform 5358">
              <a:extLst>
                <a:ext uri="{FF2B5EF4-FFF2-40B4-BE49-F238E27FC236}">
                  <a16:creationId xmlns:a16="http://schemas.microsoft.com/office/drawing/2014/main" id="{6057A17C-9DFF-45E2-844F-9F9584061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390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0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59" name="Freeform 5359">
              <a:extLst>
                <a:ext uri="{FF2B5EF4-FFF2-40B4-BE49-F238E27FC236}">
                  <a16:creationId xmlns:a16="http://schemas.microsoft.com/office/drawing/2014/main" id="{88B9C0A4-4137-4D10-964E-D0C72E319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375"/>
              <a:ext cx="6" cy="6"/>
            </a:xfrm>
            <a:custGeom>
              <a:avLst/>
              <a:gdLst>
                <a:gd name="T0" fmla="*/ 0 w 3"/>
                <a:gd name="T1" fmla="*/ 16 h 3"/>
                <a:gd name="T2" fmla="*/ 16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60" name="Freeform 5360">
              <a:extLst>
                <a:ext uri="{FF2B5EF4-FFF2-40B4-BE49-F238E27FC236}">
                  <a16:creationId xmlns:a16="http://schemas.microsoft.com/office/drawing/2014/main" id="{095C2FB2-CAFE-432B-B926-B5B239D54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377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61" name="Freeform 5361">
              <a:extLst>
                <a:ext uri="{FF2B5EF4-FFF2-40B4-BE49-F238E27FC236}">
                  <a16:creationId xmlns:a16="http://schemas.microsoft.com/office/drawing/2014/main" id="{954C8710-0024-4668-99AB-8481722E9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377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62" name="Freeform 5362">
              <a:extLst>
                <a:ext uri="{FF2B5EF4-FFF2-40B4-BE49-F238E27FC236}">
                  <a16:creationId xmlns:a16="http://schemas.microsoft.com/office/drawing/2014/main" id="{7DC681EC-AA96-4D43-8958-B3BC03775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379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63" name="Freeform 5363">
              <a:extLst>
                <a:ext uri="{FF2B5EF4-FFF2-40B4-BE49-F238E27FC236}">
                  <a16:creationId xmlns:a16="http://schemas.microsoft.com/office/drawing/2014/main" id="{F881E3E2-9841-4552-AA51-DE1DA305B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328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64" name="Freeform 5364">
              <a:extLst>
                <a:ext uri="{FF2B5EF4-FFF2-40B4-BE49-F238E27FC236}">
                  <a16:creationId xmlns:a16="http://schemas.microsoft.com/office/drawing/2014/main" id="{8F646E6E-53C7-43D7-9287-D07E33483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330"/>
              <a:ext cx="4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0 h 2"/>
                <a:gd name="T4" fmla="*/ 8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65" name="Freeform 5365">
              <a:extLst>
                <a:ext uri="{FF2B5EF4-FFF2-40B4-BE49-F238E27FC236}">
                  <a16:creationId xmlns:a16="http://schemas.microsoft.com/office/drawing/2014/main" id="{FDD928F6-17E9-4375-B82C-886F8267B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324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66" name="Freeform 5366">
              <a:extLst>
                <a:ext uri="{FF2B5EF4-FFF2-40B4-BE49-F238E27FC236}">
                  <a16:creationId xmlns:a16="http://schemas.microsoft.com/office/drawing/2014/main" id="{2E62D8DF-A90C-476C-B1B7-D583B8738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26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67" name="Freeform 5367">
              <a:extLst>
                <a:ext uri="{FF2B5EF4-FFF2-40B4-BE49-F238E27FC236}">
                  <a16:creationId xmlns:a16="http://schemas.microsoft.com/office/drawing/2014/main" id="{3C8D7981-2138-478B-9F75-A29834127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326"/>
              <a:ext cx="10" cy="11"/>
            </a:xfrm>
            <a:custGeom>
              <a:avLst/>
              <a:gdLst>
                <a:gd name="T0" fmla="*/ 8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8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5" y="5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68" name="Freeform 5368">
              <a:extLst>
                <a:ext uri="{FF2B5EF4-FFF2-40B4-BE49-F238E27FC236}">
                  <a16:creationId xmlns:a16="http://schemas.microsoft.com/office/drawing/2014/main" id="{5C834D96-DDCE-4436-8F18-59567A135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328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69" name="Freeform 5369">
              <a:extLst>
                <a:ext uri="{FF2B5EF4-FFF2-40B4-BE49-F238E27FC236}">
                  <a16:creationId xmlns:a16="http://schemas.microsoft.com/office/drawing/2014/main" id="{031A2988-9066-4B62-A6CC-951528BB7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377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70" name="Freeform 5370">
              <a:extLst>
                <a:ext uri="{FF2B5EF4-FFF2-40B4-BE49-F238E27FC236}">
                  <a16:creationId xmlns:a16="http://schemas.microsoft.com/office/drawing/2014/main" id="{7398F747-189E-437D-881E-8CE2971D5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37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0 h 2"/>
                <a:gd name="T4" fmla="*/ 8 w 1"/>
                <a:gd name="T5" fmla="*/ 20 h 2"/>
                <a:gd name="T6" fmla="*/ 8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71" name="Freeform 5371">
              <a:extLst>
                <a:ext uri="{FF2B5EF4-FFF2-40B4-BE49-F238E27FC236}">
                  <a16:creationId xmlns:a16="http://schemas.microsoft.com/office/drawing/2014/main" id="{A9AEFF7A-ADEC-4CB1-A279-41C12E6AD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345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9 h 5"/>
                <a:gd name="T4" fmla="*/ 32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0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72" name="Freeform 5372">
              <a:extLst>
                <a:ext uri="{FF2B5EF4-FFF2-40B4-BE49-F238E27FC236}">
                  <a16:creationId xmlns:a16="http://schemas.microsoft.com/office/drawing/2014/main" id="{9A363A1E-9B88-414B-B6B0-8ECA56A8B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347"/>
              <a:ext cx="4" cy="5"/>
            </a:xfrm>
            <a:custGeom>
              <a:avLst/>
              <a:gdLst>
                <a:gd name="T0" fmla="*/ 0 w 2"/>
                <a:gd name="T1" fmla="*/ 33 h 2"/>
                <a:gd name="T2" fmla="*/ 8 w 2"/>
                <a:gd name="T3" fmla="*/ 20 h 2"/>
                <a:gd name="T4" fmla="*/ 16 w 2"/>
                <a:gd name="T5" fmla="*/ 20 h 2"/>
                <a:gd name="T6" fmla="*/ 8 w 2"/>
                <a:gd name="T7" fmla="*/ 33 h 2"/>
                <a:gd name="T8" fmla="*/ 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73" name="Freeform 5373">
              <a:extLst>
                <a:ext uri="{FF2B5EF4-FFF2-40B4-BE49-F238E27FC236}">
                  <a16:creationId xmlns:a16="http://schemas.microsoft.com/office/drawing/2014/main" id="{71606FDB-4929-4D3D-9F05-32E752069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390"/>
              <a:ext cx="6" cy="6"/>
            </a:xfrm>
            <a:custGeom>
              <a:avLst/>
              <a:gdLst>
                <a:gd name="T0" fmla="*/ 8 w 3"/>
                <a:gd name="T1" fmla="*/ 16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74" name="Freeform 5374">
              <a:extLst>
                <a:ext uri="{FF2B5EF4-FFF2-40B4-BE49-F238E27FC236}">
                  <a16:creationId xmlns:a16="http://schemas.microsoft.com/office/drawing/2014/main" id="{9FA5E5C5-B411-4125-8EAA-6A6FC88A0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390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8 h 2"/>
                <a:gd name="T4" fmla="*/ 8 w 1"/>
                <a:gd name="T5" fmla="*/ 8 h 2"/>
                <a:gd name="T6" fmla="*/ 0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75" name="Freeform 5375">
              <a:extLst>
                <a:ext uri="{FF2B5EF4-FFF2-40B4-BE49-F238E27FC236}">
                  <a16:creationId xmlns:a16="http://schemas.microsoft.com/office/drawing/2014/main" id="{A2D70466-5364-4BB1-8F57-8B961B3D9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356"/>
              <a:ext cx="10" cy="11"/>
            </a:xfrm>
            <a:custGeom>
              <a:avLst/>
              <a:gdLst>
                <a:gd name="T0" fmla="*/ 8 w 5"/>
                <a:gd name="T1" fmla="*/ 44 h 5"/>
                <a:gd name="T2" fmla="*/ 8 w 5"/>
                <a:gd name="T3" fmla="*/ 9 h 5"/>
                <a:gd name="T4" fmla="*/ 32 w 5"/>
                <a:gd name="T5" fmla="*/ 9 h 5"/>
                <a:gd name="T6" fmla="*/ 40 w 5"/>
                <a:gd name="T7" fmla="*/ 44 h 5"/>
                <a:gd name="T8" fmla="*/ 8 w 5"/>
                <a:gd name="T9" fmla="*/ 4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4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76" name="Freeform 5376">
              <a:extLst>
                <a:ext uri="{FF2B5EF4-FFF2-40B4-BE49-F238E27FC236}">
                  <a16:creationId xmlns:a16="http://schemas.microsoft.com/office/drawing/2014/main" id="{FF8E3DA3-8BB3-44BE-91D4-476016104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360"/>
              <a:ext cx="4" cy="4"/>
            </a:xfrm>
            <a:custGeom>
              <a:avLst/>
              <a:gdLst>
                <a:gd name="T0" fmla="*/ 0 w 2"/>
                <a:gd name="T1" fmla="*/ 16 h 2"/>
                <a:gd name="T2" fmla="*/ 0 w 2"/>
                <a:gd name="T3" fmla="*/ 0 h 2"/>
                <a:gd name="T4" fmla="*/ 8 w 2"/>
                <a:gd name="T5" fmla="*/ 0 h 2"/>
                <a:gd name="T6" fmla="*/ 16 w 2"/>
                <a:gd name="T7" fmla="*/ 8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77" name="Freeform 5377">
              <a:extLst>
                <a:ext uri="{FF2B5EF4-FFF2-40B4-BE49-F238E27FC236}">
                  <a16:creationId xmlns:a16="http://schemas.microsoft.com/office/drawing/2014/main" id="{FC03CA44-34E1-49B8-B045-877CFAD2B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335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78" name="Oval 5378">
              <a:extLst>
                <a:ext uri="{FF2B5EF4-FFF2-40B4-BE49-F238E27FC236}">
                  <a16:creationId xmlns:a16="http://schemas.microsoft.com/office/drawing/2014/main" id="{C88A0C0F-AC57-420D-B6CB-51302895C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2337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379" name="Freeform 5379">
              <a:extLst>
                <a:ext uri="{FF2B5EF4-FFF2-40B4-BE49-F238E27FC236}">
                  <a16:creationId xmlns:a16="http://schemas.microsoft.com/office/drawing/2014/main" id="{82D240CA-4DFB-4146-B5BB-E2BA8C963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339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80" name="Freeform 5380">
              <a:extLst>
                <a:ext uri="{FF2B5EF4-FFF2-40B4-BE49-F238E27FC236}">
                  <a16:creationId xmlns:a16="http://schemas.microsoft.com/office/drawing/2014/main" id="{5A30932E-3C05-4185-AB78-7961DF81F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341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81" name="Freeform 5381">
              <a:extLst>
                <a:ext uri="{FF2B5EF4-FFF2-40B4-BE49-F238E27FC236}">
                  <a16:creationId xmlns:a16="http://schemas.microsoft.com/office/drawing/2014/main" id="{332B1FA8-F0C3-4608-96BD-5A72A798B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147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82" name="Freeform 5382">
              <a:extLst>
                <a:ext uri="{FF2B5EF4-FFF2-40B4-BE49-F238E27FC236}">
                  <a16:creationId xmlns:a16="http://schemas.microsoft.com/office/drawing/2014/main" id="{8F3106F9-DAD8-4E9E-AFB0-4609F72EC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150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83" name="Freeform 5383">
              <a:extLst>
                <a:ext uri="{FF2B5EF4-FFF2-40B4-BE49-F238E27FC236}">
                  <a16:creationId xmlns:a16="http://schemas.microsoft.com/office/drawing/2014/main" id="{CFD9F881-C69D-437A-A90D-7C7CFF15F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22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16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84" name="Freeform 5384">
              <a:extLst>
                <a:ext uri="{FF2B5EF4-FFF2-40B4-BE49-F238E27FC236}">
                  <a16:creationId xmlns:a16="http://schemas.microsoft.com/office/drawing/2014/main" id="{A61F9A0A-422F-4862-847E-6A3491A87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22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85" name="Freeform 5385">
              <a:extLst>
                <a:ext uri="{FF2B5EF4-FFF2-40B4-BE49-F238E27FC236}">
                  <a16:creationId xmlns:a16="http://schemas.microsoft.com/office/drawing/2014/main" id="{FB4E2857-58F9-4DCD-8C41-95A3A4298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150"/>
              <a:ext cx="6" cy="6"/>
            </a:xfrm>
            <a:custGeom>
              <a:avLst/>
              <a:gdLst>
                <a:gd name="T0" fmla="*/ 8 w 3"/>
                <a:gd name="T1" fmla="*/ 16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8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86" name="Freeform 5386">
              <a:extLst>
                <a:ext uri="{FF2B5EF4-FFF2-40B4-BE49-F238E27FC236}">
                  <a16:creationId xmlns:a16="http://schemas.microsoft.com/office/drawing/2014/main" id="{C9BE9FC5-787D-4857-8FB4-AB81763E2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152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87" name="Freeform 5387">
              <a:extLst>
                <a:ext uri="{FF2B5EF4-FFF2-40B4-BE49-F238E27FC236}">
                  <a16:creationId xmlns:a16="http://schemas.microsoft.com/office/drawing/2014/main" id="{7544FFF7-CAA4-482A-8350-8ED931514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13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88" name="Freeform 5388">
              <a:extLst>
                <a:ext uri="{FF2B5EF4-FFF2-40B4-BE49-F238E27FC236}">
                  <a16:creationId xmlns:a16="http://schemas.microsoft.com/office/drawing/2014/main" id="{60B9E4DE-78DC-408A-98D8-47DB2A6B4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14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89" name="Freeform 5389">
              <a:extLst>
                <a:ext uri="{FF2B5EF4-FFF2-40B4-BE49-F238E27FC236}">
                  <a16:creationId xmlns:a16="http://schemas.microsoft.com/office/drawing/2014/main" id="{631B4F56-E770-460B-A7A4-EDEB49CE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143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12 h 3"/>
                <a:gd name="T4" fmla="*/ 16 w 3"/>
                <a:gd name="T5" fmla="*/ 28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90" name="Oval 5390">
              <a:extLst>
                <a:ext uri="{FF2B5EF4-FFF2-40B4-BE49-F238E27FC236}">
                  <a16:creationId xmlns:a16="http://schemas.microsoft.com/office/drawing/2014/main" id="{DE5F2002-E782-4D6E-81D7-D215B6B2D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145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391" name="Freeform 5391">
              <a:extLst>
                <a:ext uri="{FF2B5EF4-FFF2-40B4-BE49-F238E27FC236}">
                  <a16:creationId xmlns:a16="http://schemas.microsoft.com/office/drawing/2014/main" id="{24042823-55A1-46AF-B209-4CD56AF28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135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92" name="Freeform 5392">
              <a:extLst>
                <a:ext uri="{FF2B5EF4-FFF2-40B4-BE49-F238E27FC236}">
                  <a16:creationId xmlns:a16="http://schemas.microsoft.com/office/drawing/2014/main" id="{FD424944-8B8A-49FE-A445-DFB731DFA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137"/>
              <a:ext cx="4" cy="2"/>
            </a:xfrm>
            <a:custGeom>
              <a:avLst/>
              <a:gdLst>
                <a:gd name="T0" fmla="*/ 8 w 2"/>
                <a:gd name="T1" fmla="*/ 8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8 h 1"/>
                <a:gd name="T8" fmla="*/ 8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93" name="Freeform 5393">
              <a:extLst>
                <a:ext uri="{FF2B5EF4-FFF2-40B4-BE49-F238E27FC236}">
                  <a16:creationId xmlns:a16="http://schemas.microsoft.com/office/drawing/2014/main" id="{3BB54C61-7289-4821-AE4E-C7A351C36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152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94" name="Freeform 5394">
              <a:extLst>
                <a:ext uri="{FF2B5EF4-FFF2-40B4-BE49-F238E27FC236}">
                  <a16:creationId xmlns:a16="http://schemas.microsoft.com/office/drawing/2014/main" id="{52AB976E-8CA4-4541-95AF-CC4FA285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154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95" name="Freeform 5395">
              <a:extLst>
                <a:ext uri="{FF2B5EF4-FFF2-40B4-BE49-F238E27FC236}">
                  <a16:creationId xmlns:a16="http://schemas.microsoft.com/office/drawing/2014/main" id="{84C66781-2B53-43D2-9EC5-57635AFDA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133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0 h 3"/>
                <a:gd name="T4" fmla="*/ 16 w 2"/>
                <a:gd name="T5" fmla="*/ 8 h 3"/>
                <a:gd name="T6" fmla="*/ 8 w 2"/>
                <a:gd name="T7" fmla="*/ 24 h 3"/>
                <a:gd name="T8" fmla="*/ 0 w 2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96" name="Freeform 5396">
              <a:extLst>
                <a:ext uri="{FF2B5EF4-FFF2-40B4-BE49-F238E27FC236}">
                  <a16:creationId xmlns:a16="http://schemas.microsoft.com/office/drawing/2014/main" id="{202308B7-552B-4AA0-AEDB-952641F15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135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97" name="Freeform 5397">
              <a:extLst>
                <a:ext uri="{FF2B5EF4-FFF2-40B4-BE49-F238E27FC236}">
                  <a16:creationId xmlns:a16="http://schemas.microsoft.com/office/drawing/2014/main" id="{EC8C8F40-3306-494E-9E8E-99D1A32E1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124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98" name="Freeform 5398">
              <a:extLst>
                <a:ext uri="{FF2B5EF4-FFF2-40B4-BE49-F238E27FC236}">
                  <a16:creationId xmlns:a16="http://schemas.microsoft.com/office/drawing/2014/main" id="{A82BE42E-08C9-48C3-ADA0-ED76E4E57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2126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399" name="Freeform 5399">
              <a:extLst>
                <a:ext uri="{FF2B5EF4-FFF2-40B4-BE49-F238E27FC236}">
                  <a16:creationId xmlns:a16="http://schemas.microsoft.com/office/drawing/2014/main" id="{2F2E8840-A2B5-4047-B8A9-F05247022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13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00" name="Freeform 5400">
              <a:extLst>
                <a:ext uri="{FF2B5EF4-FFF2-40B4-BE49-F238E27FC236}">
                  <a16:creationId xmlns:a16="http://schemas.microsoft.com/office/drawing/2014/main" id="{94AD2CF2-2F51-40DB-AED0-7591BAAB5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139"/>
              <a:ext cx="2" cy="4"/>
            </a:xfrm>
            <a:custGeom>
              <a:avLst/>
              <a:gdLst>
                <a:gd name="T0" fmla="*/ 0 w 1"/>
                <a:gd name="T1" fmla="*/ 8 h 2"/>
                <a:gd name="T2" fmla="*/ 8 w 1"/>
                <a:gd name="T3" fmla="*/ 8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01" name="Freeform 5401">
              <a:extLst>
                <a:ext uri="{FF2B5EF4-FFF2-40B4-BE49-F238E27FC236}">
                  <a16:creationId xmlns:a16="http://schemas.microsoft.com/office/drawing/2014/main" id="{12A3C5A6-020A-4137-A298-7F4A4EB10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109"/>
              <a:ext cx="6" cy="7"/>
            </a:xfrm>
            <a:custGeom>
              <a:avLst/>
              <a:gdLst>
                <a:gd name="T0" fmla="*/ 0 w 3"/>
                <a:gd name="T1" fmla="*/ 12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28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02" name="Freeform 5402">
              <a:extLst>
                <a:ext uri="{FF2B5EF4-FFF2-40B4-BE49-F238E27FC236}">
                  <a16:creationId xmlns:a16="http://schemas.microsoft.com/office/drawing/2014/main" id="{1BEB37D4-0222-4344-8AEB-13C102130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109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03" name="Freeform 5403">
              <a:extLst>
                <a:ext uri="{FF2B5EF4-FFF2-40B4-BE49-F238E27FC236}">
                  <a16:creationId xmlns:a16="http://schemas.microsoft.com/office/drawing/2014/main" id="{8039C42F-DB2B-4825-A8E8-CABC1F688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111"/>
              <a:ext cx="8" cy="9"/>
            </a:xfrm>
            <a:custGeom>
              <a:avLst/>
              <a:gdLst>
                <a:gd name="T0" fmla="*/ 8 w 4"/>
                <a:gd name="T1" fmla="*/ 25 h 4"/>
                <a:gd name="T2" fmla="*/ 16 w 4"/>
                <a:gd name="T3" fmla="*/ 0 h 4"/>
                <a:gd name="T4" fmla="*/ 32 w 4"/>
                <a:gd name="T5" fmla="*/ 11 h 4"/>
                <a:gd name="T6" fmla="*/ 24 w 4"/>
                <a:gd name="T7" fmla="*/ 45 h 4"/>
                <a:gd name="T8" fmla="*/ 8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04" name="Freeform 5404">
              <a:extLst>
                <a:ext uri="{FF2B5EF4-FFF2-40B4-BE49-F238E27FC236}">
                  <a16:creationId xmlns:a16="http://schemas.microsoft.com/office/drawing/2014/main" id="{C6CBE247-C2B9-42CF-B006-96660F6E5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113"/>
              <a:ext cx="4" cy="3"/>
            </a:xfrm>
            <a:custGeom>
              <a:avLst/>
              <a:gdLst>
                <a:gd name="T0" fmla="*/ 0 w 2"/>
                <a:gd name="T1" fmla="*/ 27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27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05" name="Freeform 5405">
              <a:extLst>
                <a:ext uri="{FF2B5EF4-FFF2-40B4-BE49-F238E27FC236}">
                  <a16:creationId xmlns:a16="http://schemas.microsoft.com/office/drawing/2014/main" id="{FAC41DB2-8C6F-4AB5-AAA6-F21AA7E2A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141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06" name="Freeform 5406">
              <a:extLst>
                <a:ext uri="{FF2B5EF4-FFF2-40B4-BE49-F238E27FC236}">
                  <a16:creationId xmlns:a16="http://schemas.microsoft.com/office/drawing/2014/main" id="{5D90D8B0-6897-49F0-B1AC-B5405AB02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143"/>
              <a:ext cx="4" cy="2"/>
            </a:xfrm>
            <a:custGeom>
              <a:avLst/>
              <a:gdLst>
                <a:gd name="T0" fmla="*/ 8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8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07" name="Freeform 5407">
              <a:extLst>
                <a:ext uri="{FF2B5EF4-FFF2-40B4-BE49-F238E27FC236}">
                  <a16:creationId xmlns:a16="http://schemas.microsoft.com/office/drawing/2014/main" id="{C3212D91-0BF0-42E4-B0CF-4CDFF6EFE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145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0 w 5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08" name="Freeform 5408">
              <a:extLst>
                <a:ext uri="{FF2B5EF4-FFF2-40B4-BE49-F238E27FC236}">
                  <a16:creationId xmlns:a16="http://schemas.microsoft.com/office/drawing/2014/main" id="{DBF094D4-3198-43F8-94A0-E508949F8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47"/>
              <a:ext cx="4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0 h 2"/>
                <a:gd name="T4" fmla="*/ 8 w 2"/>
                <a:gd name="T5" fmla="*/ 20 h 2"/>
                <a:gd name="T6" fmla="*/ 8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09" name="Freeform 5409">
              <a:extLst>
                <a:ext uri="{FF2B5EF4-FFF2-40B4-BE49-F238E27FC236}">
                  <a16:creationId xmlns:a16="http://schemas.microsoft.com/office/drawing/2014/main" id="{356B0677-1B74-42AA-AC81-CBB6CD0B8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139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32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10" name="Freeform 5410">
              <a:extLst>
                <a:ext uri="{FF2B5EF4-FFF2-40B4-BE49-F238E27FC236}">
                  <a16:creationId xmlns:a16="http://schemas.microsoft.com/office/drawing/2014/main" id="{5B13DE7B-236F-4082-9476-DE8A714D0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141"/>
              <a:ext cx="4" cy="4"/>
            </a:xfrm>
            <a:custGeom>
              <a:avLst/>
              <a:gdLst>
                <a:gd name="T0" fmla="*/ 8 w 2"/>
                <a:gd name="T1" fmla="*/ 16 h 2"/>
                <a:gd name="T2" fmla="*/ 8 w 2"/>
                <a:gd name="T3" fmla="*/ 0 h 2"/>
                <a:gd name="T4" fmla="*/ 16 w 2"/>
                <a:gd name="T5" fmla="*/ 8 h 2"/>
                <a:gd name="T6" fmla="*/ 16 w 2"/>
                <a:gd name="T7" fmla="*/ 16 h 2"/>
                <a:gd name="T8" fmla="*/ 8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11" name="Freeform 5411">
              <a:extLst>
                <a:ext uri="{FF2B5EF4-FFF2-40B4-BE49-F238E27FC236}">
                  <a16:creationId xmlns:a16="http://schemas.microsoft.com/office/drawing/2014/main" id="{4695DA86-B9A9-407C-9916-85D874834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145"/>
              <a:ext cx="9" cy="13"/>
            </a:xfrm>
            <a:custGeom>
              <a:avLst/>
              <a:gdLst>
                <a:gd name="T0" fmla="*/ 7 w 5"/>
                <a:gd name="T1" fmla="*/ 33 h 6"/>
                <a:gd name="T2" fmla="*/ 13 w 5"/>
                <a:gd name="T3" fmla="*/ 9 h 6"/>
                <a:gd name="T4" fmla="*/ 29 w 5"/>
                <a:gd name="T5" fmla="*/ 33 h 6"/>
                <a:gd name="T6" fmla="*/ 16 w 5"/>
                <a:gd name="T7" fmla="*/ 52 h 6"/>
                <a:gd name="T8" fmla="*/ 7 w 5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5" y="5"/>
                    <a:pt x="3" y="5"/>
                  </a:cubicBezTo>
                  <a:cubicBezTo>
                    <a:pt x="2" y="6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12" name="Freeform 5412">
              <a:extLst>
                <a:ext uri="{FF2B5EF4-FFF2-40B4-BE49-F238E27FC236}">
                  <a16:creationId xmlns:a16="http://schemas.microsoft.com/office/drawing/2014/main" id="{80AD356D-115D-43FB-9314-E7F7B1A4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150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0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13" name="Freeform 5413">
              <a:extLst>
                <a:ext uri="{FF2B5EF4-FFF2-40B4-BE49-F238E27FC236}">
                  <a16:creationId xmlns:a16="http://schemas.microsoft.com/office/drawing/2014/main" id="{C1D307F2-DCFF-4C7B-B35F-86F42BB90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105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8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14" name="Freeform 5414">
              <a:extLst>
                <a:ext uri="{FF2B5EF4-FFF2-40B4-BE49-F238E27FC236}">
                  <a16:creationId xmlns:a16="http://schemas.microsoft.com/office/drawing/2014/main" id="{F524F34C-2FF3-4D24-B19B-A08C9A554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107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15" name="Freeform 5415">
              <a:extLst>
                <a:ext uri="{FF2B5EF4-FFF2-40B4-BE49-F238E27FC236}">
                  <a16:creationId xmlns:a16="http://schemas.microsoft.com/office/drawing/2014/main" id="{B082B1EE-C57B-47C0-BF43-63848FAA1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113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12 h 3"/>
                <a:gd name="T4" fmla="*/ 24 w 3"/>
                <a:gd name="T5" fmla="*/ 28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16" name="Freeform 5416">
              <a:extLst>
                <a:ext uri="{FF2B5EF4-FFF2-40B4-BE49-F238E27FC236}">
                  <a16:creationId xmlns:a16="http://schemas.microsoft.com/office/drawing/2014/main" id="{6ACF2368-B12E-4DF1-8848-231B7B8F2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116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17" name="Freeform 5417">
              <a:extLst>
                <a:ext uri="{FF2B5EF4-FFF2-40B4-BE49-F238E27FC236}">
                  <a16:creationId xmlns:a16="http://schemas.microsoft.com/office/drawing/2014/main" id="{64D372F5-505B-4775-8F44-98AF0B197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107"/>
              <a:ext cx="8" cy="9"/>
            </a:xfrm>
            <a:custGeom>
              <a:avLst/>
              <a:gdLst>
                <a:gd name="T0" fmla="*/ 8 w 4"/>
                <a:gd name="T1" fmla="*/ 25 h 4"/>
                <a:gd name="T2" fmla="*/ 16 w 4"/>
                <a:gd name="T3" fmla="*/ 0 h 4"/>
                <a:gd name="T4" fmla="*/ 32 w 4"/>
                <a:gd name="T5" fmla="*/ 11 h 4"/>
                <a:gd name="T6" fmla="*/ 24 w 4"/>
                <a:gd name="T7" fmla="*/ 45 h 4"/>
                <a:gd name="T8" fmla="*/ 8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18" name="Freeform 5418">
              <a:extLst>
                <a:ext uri="{FF2B5EF4-FFF2-40B4-BE49-F238E27FC236}">
                  <a16:creationId xmlns:a16="http://schemas.microsoft.com/office/drawing/2014/main" id="{CF01A63C-450C-49EB-B694-31111A75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109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19" name="Freeform 5419">
              <a:extLst>
                <a:ext uri="{FF2B5EF4-FFF2-40B4-BE49-F238E27FC236}">
                  <a16:creationId xmlns:a16="http://schemas.microsoft.com/office/drawing/2014/main" id="{5F0B0776-493F-4CD1-8B78-B76048FB7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30"/>
              <a:ext cx="6" cy="7"/>
            </a:xfrm>
            <a:custGeom>
              <a:avLst/>
              <a:gdLst>
                <a:gd name="T0" fmla="*/ 0 w 3"/>
                <a:gd name="T1" fmla="*/ 12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20" name="Freeform 5420">
              <a:extLst>
                <a:ext uri="{FF2B5EF4-FFF2-40B4-BE49-F238E27FC236}">
                  <a16:creationId xmlns:a16="http://schemas.microsoft.com/office/drawing/2014/main" id="{DAB92BBA-A9DE-41E5-B7DF-DD8D39F28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130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0 h 2"/>
                <a:gd name="T4" fmla="*/ 8 w 1"/>
                <a:gd name="T5" fmla="*/ 20 h 2"/>
                <a:gd name="T6" fmla="*/ 0 w 1"/>
                <a:gd name="T7" fmla="*/ 2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21" name="Freeform 5421">
              <a:extLst>
                <a:ext uri="{FF2B5EF4-FFF2-40B4-BE49-F238E27FC236}">
                  <a16:creationId xmlns:a16="http://schemas.microsoft.com/office/drawing/2014/main" id="{1794B3CA-F0FA-4D91-80E5-A6B16952D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133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22" name="Freeform 5422">
              <a:extLst>
                <a:ext uri="{FF2B5EF4-FFF2-40B4-BE49-F238E27FC236}">
                  <a16:creationId xmlns:a16="http://schemas.microsoft.com/office/drawing/2014/main" id="{8C1FB7B6-806B-4983-B97A-7595D79A6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13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23" name="Freeform 5423">
              <a:extLst>
                <a:ext uri="{FF2B5EF4-FFF2-40B4-BE49-F238E27FC236}">
                  <a16:creationId xmlns:a16="http://schemas.microsoft.com/office/drawing/2014/main" id="{CF07AC12-8953-4A2A-B2C4-5624526C8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109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12 h 3"/>
                <a:gd name="T4" fmla="*/ 24 w 3"/>
                <a:gd name="T5" fmla="*/ 28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24" name="Freeform 5424">
              <a:extLst>
                <a:ext uri="{FF2B5EF4-FFF2-40B4-BE49-F238E27FC236}">
                  <a16:creationId xmlns:a16="http://schemas.microsoft.com/office/drawing/2014/main" id="{F78CCD85-3130-4E32-83F9-333EC6B69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111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25" name="Freeform 5425">
              <a:extLst>
                <a:ext uri="{FF2B5EF4-FFF2-40B4-BE49-F238E27FC236}">
                  <a16:creationId xmlns:a16="http://schemas.microsoft.com/office/drawing/2014/main" id="{AB7272C0-AA20-460F-8EF5-9AAB5C3CD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130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12 h 3"/>
                <a:gd name="T4" fmla="*/ 24 w 3"/>
                <a:gd name="T5" fmla="*/ 28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26" name="Freeform 5426">
              <a:extLst>
                <a:ext uri="{FF2B5EF4-FFF2-40B4-BE49-F238E27FC236}">
                  <a16:creationId xmlns:a16="http://schemas.microsoft.com/office/drawing/2014/main" id="{1FE24156-8A5D-4E31-99A7-BDE5A8BB1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13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27" name="Freeform 5427">
              <a:extLst>
                <a:ext uri="{FF2B5EF4-FFF2-40B4-BE49-F238E27FC236}">
                  <a16:creationId xmlns:a16="http://schemas.microsoft.com/office/drawing/2014/main" id="{2EC35056-226C-4E12-94DA-7017DCB86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124"/>
              <a:ext cx="6" cy="6"/>
            </a:xfrm>
            <a:custGeom>
              <a:avLst/>
              <a:gdLst>
                <a:gd name="T0" fmla="*/ 0 w 3"/>
                <a:gd name="T1" fmla="*/ 8 h 3"/>
                <a:gd name="T2" fmla="*/ 16 w 3"/>
                <a:gd name="T3" fmla="*/ 0 h 3"/>
                <a:gd name="T4" fmla="*/ 24 w 3"/>
                <a:gd name="T5" fmla="*/ 8 h 3"/>
                <a:gd name="T6" fmla="*/ 16 w 3"/>
                <a:gd name="T7" fmla="*/ 16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28" name="Freeform 5428">
              <a:extLst>
                <a:ext uri="{FF2B5EF4-FFF2-40B4-BE49-F238E27FC236}">
                  <a16:creationId xmlns:a16="http://schemas.microsoft.com/office/drawing/2014/main" id="{8CBE74FF-5835-4D2F-A14A-3391AB02D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124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29" name="Oval 5429">
              <a:extLst>
                <a:ext uri="{FF2B5EF4-FFF2-40B4-BE49-F238E27FC236}">
                  <a16:creationId xmlns:a16="http://schemas.microsoft.com/office/drawing/2014/main" id="{48EB6471-22B6-4F5B-9851-44392AC02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2116"/>
              <a:ext cx="8" cy="8"/>
            </a:xfrm>
            <a:prstGeom prst="ellipse">
              <a:avLst/>
            </a:pr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430" name="Freeform 5430">
              <a:extLst>
                <a:ext uri="{FF2B5EF4-FFF2-40B4-BE49-F238E27FC236}">
                  <a16:creationId xmlns:a16="http://schemas.microsoft.com/office/drawing/2014/main" id="{6215EB0D-BC36-4DE2-ADA3-9CCD16DF5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118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8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31" name="Freeform 5431">
              <a:extLst>
                <a:ext uri="{FF2B5EF4-FFF2-40B4-BE49-F238E27FC236}">
                  <a16:creationId xmlns:a16="http://schemas.microsoft.com/office/drawing/2014/main" id="{A8B4E5C5-32E2-413D-AD14-5C3294C73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143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12 h 3"/>
                <a:gd name="T4" fmla="*/ 16 w 3"/>
                <a:gd name="T5" fmla="*/ 28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32" name="Freeform 5432">
              <a:extLst>
                <a:ext uri="{FF2B5EF4-FFF2-40B4-BE49-F238E27FC236}">
                  <a16:creationId xmlns:a16="http://schemas.microsoft.com/office/drawing/2014/main" id="{FA4ED1DD-0403-42EA-8CCE-0CB99BD1E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14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33" name="Freeform 5433">
              <a:extLst>
                <a:ext uri="{FF2B5EF4-FFF2-40B4-BE49-F238E27FC236}">
                  <a16:creationId xmlns:a16="http://schemas.microsoft.com/office/drawing/2014/main" id="{152E79B8-24CD-480D-B212-5CEC1C7CF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147"/>
              <a:ext cx="8" cy="9"/>
            </a:xfrm>
            <a:custGeom>
              <a:avLst/>
              <a:gdLst>
                <a:gd name="T0" fmla="*/ 0 w 4"/>
                <a:gd name="T1" fmla="*/ 25 h 4"/>
                <a:gd name="T2" fmla="*/ 16 w 4"/>
                <a:gd name="T3" fmla="*/ 0 h 4"/>
                <a:gd name="T4" fmla="*/ 32 w 4"/>
                <a:gd name="T5" fmla="*/ 11 h 4"/>
                <a:gd name="T6" fmla="*/ 24 w 4"/>
                <a:gd name="T7" fmla="*/ 36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34" name="Freeform 5434">
              <a:extLst>
                <a:ext uri="{FF2B5EF4-FFF2-40B4-BE49-F238E27FC236}">
                  <a16:creationId xmlns:a16="http://schemas.microsoft.com/office/drawing/2014/main" id="{356298BB-7E5D-4E48-99DD-D306EBA41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147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20 h 2"/>
                <a:gd name="T4" fmla="*/ 8 w 1"/>
                <a:gd name="T5" fmla="*/ 20 h 2"/>
                <a:gd name="T6" fmla="*/ 8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35" name="Freeform 5435">
              <a:extLst>
                <a:ext uri="{FF2B5EF4-FFF2-40B4-BE49-F238E27FC236}">
                  <a16:creationId xmlns:a16="http://schemas.microsoft.com/office/drawing/2014/main" id="{96CEF302-5F74-41C7-9272-1CAD64DFB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156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36" name="Freeform 5436">
              <a:extLst>
                <a:ext uri="{FF2B5EF4-FFF2-40B4-BE49-F238E27FC236}">
                  <a16:creationId xmlns:a16="http://schemas.microsoft.com/office/drawing/2014/main" id="{4D1F33B8-1549-4C6A-B51A-4EE7D879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158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8 w 2"/>
                <a:gd name="T5" fmla="*/ 0 h 1"/>
                <a:gd name="T6" fmla="*/ 8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37" name="Freeform 5437">
              <a:extLst>
                <a:ext uri="{FF2B5EF4-FFF2-40B4-BE49-F238E27FC236}">
                  <a16:creationId xmlns:a16="http://schemas.microsoft.com/office/drawing/2014/main" id="{ED736C97-FB7A-4DFC-8A06-E1902B14C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158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0 h 3"/>
                <a:gd name="T4" fmla="*/ 24 w 3"/>
                <a:gd name="T5" fmla="*/ 8 h 3"/>
                <a:gd name="T6" fmla="*/ 16 w 3"/>
                <a:gd name="T7" fmla="*/ 16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38" name="Freeform 5438">
              <a:extLst>
                <a:ext uri="{FF2B5EF4-FFF2-40B4-BE49-F238E27FC236}">
                  <a16:creationId xmlns:a16="http://schemas.microsoft.com/office/drawing/2014/main" id="{D619DBEA-173F-4E7F-9BDB-AD54FD2F5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158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39" name="Freeform 5439">
              <a:extLst>
                <a:ext uri="{FF2B5EF4-FFF2-40B4-BE49-F238E27FC236}">
                  <a16:creationId xmlns:a16="http://schemas.microsoft.com/office/drawing/2014/main" id="{75B78ADE-B23D-406A-A808-AB4F53235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143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24 w 3"/>
                <a:gd name="T5" fmla="*/ 12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40" name="Freeform 5440">
              <a:extLst>
                <a:ext uri="{FF2B5EF4-FFF2-40B4-BE49-F238E27FC236}">
                  <a16:creationId xmlns:a16="http://schemas.microsoft.com/office/drawing/2014/main" id="{1054F89B-7F55-44D2-B027-40E0D7DA1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14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41" name="Freeform 5441">
              <a:extLst>
                <a:ext uri="{FF2B5EF4-FFF2-40B4-BE49-F238E27FC236}">
                  <a16:creationId xmlns:a16="http://schemas.microsoft.com/office/drawing/2014/main" id="{13F5E535-A542-416D-81DA-D6EEF0B9F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135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16 h 5"/>
                <a:gd name="T6" fmla="*/ 16 w 5"/>
                <a:gd name="T7" fmla="*/ 32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42" name="Freeform 5442">
              <a:extLst>
                <a:ext uri="{FF2B5EF4-FFF2-40B4-BE49-F238E27FC236}">
                  <a16:creationId xmlns:a16="http://schemas.microsoft.com/office/drawing/2014/main" id="{E9C92A6B-4A92-45F8-B49C-D84CFDDE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137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43" name="Freeform 5443">
              <a:extLst>
                <a:ext uri="{FF2B5EF4-FFF2-40B4-BE49-F238E27FC236}">
                  <a16:creationId xmlns:a16="http://schemas.microsoft.com/office/drawing/2014/main" id="{475552D9-1EEC-455D-9439-4DA1EB9F6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154"/>
              <a:ext cx="10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44" name="Freeform 5444">
              <a:extLst>
                <a:ext uri="{FF2B5EF4-FFF2-40B4-BE49-F238E27FC236}">
                  <a16:creationId xmlns:a16="http://schemas.microsoft.com/office/drawing/2014/main" id="{B43162FA-0C65-498B-ADF9-AF482231F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156"/>
              <a:ext cx="4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8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45" name="Freeform 5445">
              <a:extLst>
                <a:ext uri="{FF2B5EF4-FFF2-40B4-BE49-F238E27FC236}">
                  <a16:creationId xmlns:a16="http://schemas.microsoft.com/office/drawing/2014/main" id="{9A5D852D-6275-466B-93E9-ACD198E3B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169"/>
              <a:ext cx="4" cy="6"/>
            </a:xfrm>
            <a:custGeom>
              <a:avLst/>
              <a:gdLst>
                <a:gd name="T0" fmla="*/ 0 w 2"/>
                <a:gd name="T1" fmla="*/ 8 h 3"/>
                <a:gd name="T2" fmla="*/ 8 w 2"/>
                <a:gd name="T3" fmla="*/ 0 h 3"/>
                <a:gd name="T4" fmla="*/ 16 w 2"/>
                <a:gd name="T5" fmla="*/ 8 h 3"/>
                <a:gd name="T6" fmla="*/ 8 w 2"/>
                <a:gd name="T7" fmla="*/ 16 h 3"/>
                <a:gd name="T8" fmla="*/ 0 w 2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46" name="Freeform 5446">
              <a:extLst>
                <a:ext uri="{FF2B5EF4-FFF2-40B4-BE49-F238E27FC236}">
                  <a16:creationId xmlns:a16="http://schemas.microsoft.com/office/drawing/2014/main" id="{19CA0C58-ACA5-4F0E-ACFA-A022B1D0C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16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47" name="Freeform 5447">
              <a:extLst>
                <a:ext uri="{FF2B5EF4-FFF2-40B4-BE49-F238E27FC236}">
                  <a16:creationId xmlns:a16="http://schemas.microsoft.com/office/drawing/2014/main" id="{7843EB40-95A8-4FD9-9A0F-BCB454D6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169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0 h 4"/>
                <a:gd name="T4" fmla="*/ 32 w 4"/>
                <a:gd name="T5" fmla="*/ 16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48" name="Freeform 5448">
              <a:extLst>
                <a:ext uri="{FF2B5EF4-FFF2-40B4-BE49-F238E27FC236}">
                  <a16:creationId xmlns:a16="http://schemas.microsoft.com/office/drawing/2014/main" id="{50C5CE90-41C1-43D5-86FA-F096D117D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171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49" name="Freeform 5449">
              <a:extLst>
                <a:ext uri="{FF2B5EF4-FFF2-40B4-BE49-F238E27FC236}">
                  <a16:creationId xmlns:a16="http://schemas.microsoft.com/office/drawing/2014/main" id="{B4CAB4A5-D0B9-41FC-8CF4-A03E4858A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160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0 h 3"/>
                <a:gd name="T4" fmla="*/ 16 w 3"/>
                <a:gd name="T5" fmla="*/ 12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50" name="Freeform 5450">
              <a:extLst>
                <a:ext uri="{FF2B5EF4-FFF2-40B4-BE49-F238E27FC236}">
                  <a16:creationId xmlns:a16="http://schemas.microsoft.com/office/drawing/2014/main" id="{C76B26CD-D62A-4E2F-8D62-E8A03023F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160"/>
              <a:ext cx="2" cy="4"/>
            </a:xfrm>
            <a:custGeom>
              <a:avLst/>
              <a:gdLst>
                <a:gd name="T0" fmla="*/ 0 w 1"/>
                <a:gd name="T1" fmla="*/ 8 h 2"/>
                <a:gd name="T2" fmla="*/ 8 w 1"/>
                <a:gd name="T3" fmla="*/ 8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51" name="Freeform 5451">
              <a:extLst>
                <a:ext uri="{FF2B5EF4-FFF2-40B4-BE49-F238E27FC236}">
                  <a16:creationId xmlns:a16="http://schemas.microsoft.com/office/drawing/2014/main" id="{3FFC5985-A5D9-4F2B-9A09-CB7AB75C8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099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16 w 5"/>
                <a:gd name="T3" fmla="*/ 8 h 5"/>
                <a:gd name="T4" fmla="*/ 40 w 5"/>
                <a:gd name="T5" fmla="*/ 16 h 5"/>
                <a:gd name="T6" fmla="*/ 24 w 5"/>
                <a:gd name="T7" fmla="*/ 40 h 5"/>
                <a:gd name="T8" fmla="*/ 8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52" name="Freeform 5452">
              <a:extLst>
                <a:ext uri="{FF2B5EF4-FFF2-40B4-BE49-F238E27FC236}">
                  <a16:creationId xmlns:a16="http://schemas.microsoft.com/office/drawing/2014/main" id="{0DF4B434-AC05-4E6C-A884-316E0555C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101"/>
              <a:ext cx="4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8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53" name="Freeform 5453">
              <a:extLst>
                <a:ext uri="{FF2B5EF4-FFF2-40B4-BE49-F238E27FC236}">
                  <a16:creationId xmlns:a16="http://schemas.microsoft.com/office/drawing/2014/main" id="{7FEC67E4-5977-4C07-BE44-607BFCEEB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116"/>
              <a:ext cx="9" cy="10"/>
            </a:xfrm>
            <a:custGeom>
              <a:avLst/>
              <a:gdLst>
                <a:gd name="T0" fmla="*/ 7 w 5"/>
                <a:gd name="T1" fmla="*/ 24 h 5"/>
                <a:gd name="T2" fmla="*/ 13 w 5"/>
                <a:gd name="T3" fmla="*/ 8 h 5"/>
                <a:gd name="T4" fmla="*/ 29 w 5"/>
                <a:gd name="T5" fmla="*/ 16 h 5"/>
                <a:gd name="T6" fmla="*/ 16 w 5"/>
                <a:gd name="T7" fmla="*/ 40 h 5"/>
                <a:gd name="T8" fmla="*/ 7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54" name="Freeform 5454">
              <a:extLst>
                <a:ext uri="{FF2B5EF4-FFF2-40B4-BE49-F238E27FC236}">
                  <a16:creationId xmlns:a16="http://schemas.microsoft.com/office/drawing/2014/main" id="{FF0B9D7E-90C0-40A6-AE11-FCE398EC0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118"/>
              <a:ext cx="3" cy="4"/>
            </a:xfrm>
            <a:custGeom>
              <a:avLst/>
              <a:gdLst>
                <a:gd name="T0" fmla="*/ 0 w 2"/>
                <a:gd name="T1" fmla="*/ 16 h 2"/>
                <a:gd name="T2" fmla="*/ 5 w 2"/>
                <a:gd name="T3" fmla="*/ 8 h 2"/>
                <a:gd name="T4" fmla="*/ 8 w 2"/>
                <a:gd name="T5" fmla="*/ 8 h 2"/>
                <a:gd name="T6" fmla="*/ 5 w 2"/>
                <a:gd name="T7" fmla="*/ 16 h 2"/>
                <a:gd name="T8" fmla="*/ 0 w 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55" name="Freeform 5455">
              <a:extLst>
                <a:ext uri="{FF2B5EF4-FFF2-40B4-BE49-F238E27FC236}">
                  <a16:creationId xmlns:a16="http://schemas.microsoft.com/office/drawing/2014/main" id="{77D29D0F-3CAC-458C-9648-2FE358548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124"/>
              <a:ext cx="9" cy="11"/>
            </a:xfrm>
            <a:custGeom>
              <a:avLst/>
              <a:gdLst>
                <a:gd name="T0" fmla="*/ 0 w 5"/>
                <a:gd name="T1" fmla="*/ 33 h 5"/>
                <a:gd name="T2" fmla="*/ 13 w 5"/>
                <a:gd name="T3" fmla="*/ 0 h 5"/>
                <a:gd name="T4" fmla="*/ 29 w 5"/>
                <a:gd name="T5" fmla="*/ 20 h 5"/>
                <a:gd name="T6" fmla="*/ 16 w 5"/>
                <a:gd name="T7" fmla="*/ 44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56" name="Freeform 5456">
              <a:extLst>
                <a:ext uri="{FF2B5EF4-FFF2-40B4-BE49-F238E27FC236}">
                  <a16:creationId xmlns:a16="http://schemas.microsoft.com/office/drawing/2014/main" id="{8DDB6BD2-2064-4EF6-8D11-41B10F089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126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8 w 1"/>
                <a:gd name="T5" fmla="*/ 8 h 2"/>
                <a:gd name="T6" fmla="*/ 8 w 1"/>
                <a:gd name="T7" fmla="*/ 16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57" name="Freeform 5457">
              <a:extLst>
                <a:ext uri="{FF2B5EF4-FFF2-40B4-BE49-F238E27FC236}">
                  <a16:creationId xmlns:a16="http://schemas.microsoft.com/office/drawing/2014/main" id="{B224E034-4BE3-4831-B80A-9B85FE1DD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160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9 h 5"/>
                <a:gd name="T4" fmla="*/ 40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1" y="5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58" name="Freeform 5458">
              <a:extLst>
                <a:ext uri="{FF2B5EF4-FFF2-40B4-BE49-F238E27FC236}">
                  <a16:creationId xmlns:a16="http://schemas.microsoft.com/office/drawing/2014/main" id="{0E2DA644-E42F-450C-AC83-63C83B3D0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164"/>
              <a:ext cx="4" cy="3"/>
            </a:xfrm>
            <a:custGeom>
              <a:avLst/>
              <a:gdLst>
                <a:gd name="T0" fmla="*/ 0 w 2"/>
                <a:gd name="T1" fmla="*/ 27 h 1"/>
                <a:gd name="T2" fmla="*/ 8 w 2"/>
                <a:gd name="T3" fmla="*/ 0 h 1"/>
                <a:gd name="T4" fmla="*/ 16 w 2"/>
                <a:gd name="T5" fmla="*/ 0 h 1"/>
                <a:gd name="T6" fmla="*/ 8 w 2"/>
                <a:gd name="T7" fmla="*/ 27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59" name="Freeform 5459">
              <a:extLst>
                <a:ext uri="{FF2B5EF4-FFF2-40B4-BE49-F238E27FC236}">
                  <a16:creationId xmlns:a16="http://schemas.microsoft.com/office/drawing/2014/main" id="{FAD45186-CAD2-419B-9574-51FDA8159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130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40 w 5"/>
                <a:gd name="T5" fmla="*/ 20 h 5"/>
                <a:gd name="T6" fmla="*/ 24 w 5"/>
                <a:gd name="T7" fmla="*/ 44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60" name="Freeform 5460">
              <a:extLst>
                <a:ext uri="{FF2B5EF4-FFF2-40B4-BE49-F238E27FC236}">
                  <a16:creationId xmlns:a16="http://schemas.microsoft.com/office/drawing/2014/main" id="{477F480A-291F-4704-BCE8-0BA2B3C84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133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61" name="Freeform 5461">
              <a:extLst>
                <a:ext uri="{FF2B5EF4-FFF2-40B4-BE49-F238E27FC236}">
                  <a16:creationId xmlns:a16="http://schemas.microsoft.com/office/drawing/2014/main" id="{674CC699-8B31-4E00-B98D-FBF30BB3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164"/>
              <a:ext cx="6" cy="7"/>
            </a:xfrm>
            <a:custGeom>
              <a:avLst/>
              <a:gdLst>
                <a:gd name="T0" fmla="*/ 0 w 3"/>
                <a:gd name="T1" fmla="*/ 28 h 3"/>
                <a:gd name="T2" fmla="*/ 8 w 3"/>
                <a:gd name="T3" fmla="*/ 12 h 3"/>
                <a:gd name="T4" fmla="*/ 16 w 3"/>
                <a:gd name="T5" fmla="*/ 28 h 3"/>
                <a:gd name="T6" fmla="*/ 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62" name="Freeform 5462">
              <a:extLst>
                <a:ext uri="{FF2B5EF4-FFF2-40B4-BE49-F238E27FC236}">
                  <a16:creationId xmlns:a16="http://schemas.microsoft.com/office/drawing/2014/main" id="{CCA3753F-121F-44A5-A136-5DE93FCC6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167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63" name="Freeform 5463">
              <a:extLst>
                <a:ext uri="{FF2B5EF4-FFF2-40B4-BE49-F238E27FC236}">
                  <a16:creationId xmlns:a16="http://schemas.microsoft.com/office/drawing/2014/main" id="{D727D041-EDE1-43C3-9C33-3FE43E6AE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16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16 h 3"/>
                <a:gd name="T6" fmla="*/ 16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64" name="Freeform 5464">
              <a:extLst>
                <a:ext uri="{FF2B5EF4-FFF2-40B4-BE49-F238E27FC236}">
                  <a16:creationId xmlns:a16="http://schemas.microsoft.com/office/drawing/2014/main" id="{02A3B1CC-3E84-4F14-8C49-841E88599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171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65" name="Freeform 5465">
              <a:extLst>
                <a:ext uri="{FF2B5EF4-FFF2-40B4-BE49-F238E27FC236}">
                  <a16:creationId xmlns:a16="http://schemas.microsoft.com/office/drawing/2014/main" id="{A5C5021E-A86C-42C5-9058-6A3CBE437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143"/>
              <a:ext cx="9" cy="11"/>
            </a:xfrm>
            <a:custGeom>
              <a:avLst/>
              <a:gdLst>
                <a:gd name="T0" fmla="*/ 7 w 5"/>
                <a:gd name="T1" fmla="*/ 53 h 5"/>
                <a:gd name="T2" fmla="*/ 7 w 5"/>
                <a:gd name="T3" fmla="*/ 9 h 5"/>
                <a:gd name="T4" fmla="*/ 23 w 5"/>
                <a:gd name="T5" fmla="*/ 9 h 5"/>
                <a:gd name="T6" fmla="*/ 23 w 5"/>
                <a:gd name="T7" fmla="*/ 44 h 5"/>
                <a:gd name="T8" fmla="*/ 7 w 5"/>
                <a:gd name="T9" fmla="*/ 5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5" y="3"/>
                    <a:pt x="4" y="4"/>
                  </a:cubicBezTo>
                  <a:cubicBezTo>
                    <a:pt x="4" y="5"/>
                    <a:pt x="2" y="5"/>
                    <a:pt x="1" y="5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66" name="Freeform 5466">
              <a:extLst>
                <a:ext uri="{FF2B5EF4-FFF2-40B4-BE49-F238E27FC236}">
                  <a16:creationId xmlns:a16="http://schemas.microsoft.com/office/drawing/2014/main" id="{E528C0A8-6970-4A57-8888-1D0AE75A3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147"/>
              <a:ext cx="4" cy="5"/>
            </a:xfrm>
            <a:custGeom>
              <a:avLst/>
              <a:gdLst>
                <a:gd name="T0" fmla="*/ 0 w 2"/>
                <a:gd name="T1" fmla="*/ 33 h 2"/>
                <a:gd name="T2" fmla="*/ 0 w 2"/>
                <a:gd name="T3" fmla="*/ 20 h 2"/>
                <a:gd name="T4" fmla="*/ 8 w 2"/>
                <a:gd name="T5" fmla="*/ 0 h 2"/>
                <a:gd name="T6" fmla="*/ 8 w 2"/>
                <a:gd name="T7" fmla="*/ 33 h 2"/>
                <a:gd name="T8" fmla="*/ 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67" name="Freeform 5467">
              <a:extLst>
                <a:ext uri="{FF2B5EF4-FFF2-40B4-BE49-F238E27FC236}">
                  <a16:creationId xmlns:a16="http://schemas.microsoft.com/office/drawing/2014/main" id="{CA1A0E6E-1486-43A0-8FC2-E50CBF223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118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16 w 5"/>
                <a:gd name="T3" fmla="*/ 8 h 5"/>
                <a:gd name="T4" fmla="*/ 40 w 5"/>
                <a:gd name="T5" fmla="*/ 16 h 5"/>
                <a:gd name="T6" fmla="*/ 24 w 5"/>
                <a:gd name="T7" fmla="*/ 40 h 5"/>
                <a:gd name="T8" fmla="*/ 8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5" y="5"/>
                    <a:pt x="3" y="5"/>
                  </a:cubicBezTo>
                  <a:cubicBezTo>
                    <a:pt x="2" y="5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68" name="Freeform 5468">
              <a:extLst>
                <a:ext uri="{FF2B5EF4-FFF2-40B4-BE49-F238E27FC236}">
                  <a16:creationId xmlns:a16="http://schemas.microsoft.com/office/drawing/2014/main" id="{0B47F900-800B-4E73-909C-34E3953EE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122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0 h 2"/>
                <a:gd name="T6" fmla="*/ 8 w 2"/>
                <a:gd name="T7" fmla="*/ 8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69" name="Freeform 5469">
              <a:extLst>
                <a:ext uri="{FF2B5EF4-FFF2-40B4-BE49-F238E27FC236}">
                  <a16:creationId xmlns:a16="http://schemas.microsoft.com/office/drawing/2014/main" id="{62FDE053-0ECB-48C2-8EE2-6E678A618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122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16 w 5"/>
                <a:gd name="T3" fmla="*/ 0 h 5"/>
                <a:gd name="T4" fmla="*/ 32 w 5"/>
                <a:gd name="T5" fmla="*/ 20 h 5"/>
                <a:gd name="T6" fmla="*/ 24 w 5"/>
                <a:gd name="T7" fmla="*/ 53 h 5"/>
                <a:gd name="T8" fmla="*/ 0 w 5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70" name="Freeform 5470">
              <a:extLst>
                <a:ext uri="{FF2B5EF4-FFF2-40B4-BE49-F238E27FC236}">
                  <a16:creationId xmlns:a16="http://schemas.microsoft.com/office/drawing/2014/main" id="{3D45A9DF-DCDB-46A5-AD0E-3786AFF00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124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71" name="Freeform 5471">
              <a:extLst>
                <a:ext uri="{FF2B5EF4-FFF2-40B4-BE49-F238E27FC236}">
                  <a16:creationId xmlns:a16="http://schemas.microsoft.com/office/drawing/2014/main" id="{1D6D2EAA-532C-4174-9BD9-2A21CF81E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120"/>
              <a:ext cx="2" cy="15"/>
            </a:xfrm>
            <a:custGeom>
              <a:avLst/>
              <a:gdLst>
                <a:gd name="T0" fmla="*/ 8 w 1"/>
                <a:gd name="T1" fmla="*/ 0 h 7"/>
                <a:gd name="T2" fmla="*/ 8 w 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72" name="Freeform 5472">
              <a:extLst>
                <a:ext uri="{FF2B5EF4-FFF2-40B4-BE49-F238E27FC236}">
                  <a16:creationId xmlns:a16="http://schemas.microsoft.com/office/drawing/2014/main" id="{55AEC79B-35C7-4B08-BB1F-8EEC58C12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122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73" name="Freeform 5473">
              <a:extLst>
                <a:ext uri="{FF2B5EF4-FFF2-40B4-BE49-F238E27FC236}">
                  <a16:creationId xmlns:a16="http://schemas.microsoft.com/office/drawing/2014/main" id="{F0D2F21D-0C38-4EA7-BC7D-172C87ABB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67"/>
              <a:ext cx="84" cy="93"/>
            </a:xfrm>
            <a:custGeom>
              <a:avLst/>
              <a:gdLst>
                <a:gd name="T0" fmla="*/ 64 w 42"/>
                <a:gd name="T1" fmla="*/ 49 h 44"/>
                <a:gd name="T2" fmla="*/ 48 w 42"/>
                <a:gd name="T3" fmla="*/ 161 h 44"/>
                <a:gd name="T4" fmla="*/ 40 w 42"/>
                <a:gd name="T5" fmla="*/ 321 h 44"/>
                <a:gd name="T6" fmla="*/ 104 w 42"/>
                <a:gd name="T7" fmla="*/ 349 h 44"/>
                <a:gd name="T8" fmla="*/ 136 w 42"/>
                <a:gd name="T9" fmla="*/ 397 h 44"/>
                <a:gd name="T10" fmla="*/ 192 w 42"/>
                <a:gd name="T11" fmla="*/ 389 h 44"/>
                <a:gd name="T12" fmla="*/ 248 w 42"/>
                <a:gd name="T13" fmla="*/ 366 h 44"/>
                <a:gd name="T14" fmla="*/ 312 w 42"/>
                <a:gd name="T15" fmla="*/ 254 h 44"/>
                <a:gd name="T16" fmla="*/ 336 w 42"/>
                <a:gd name="T17" fmla="*/ 180 h 44"/>
                <a:gd name="T18" fmla="*/ 304 w 42"/>
                <a:gd name="T19" fmla="*/ 104 h 44"/>
                <a:gd name="T20" fmla="*/ 288 w 42"/>
                <a:gd name="T21" fmla="*/ 17 h 44"/>
                <a:gd name="T22" fmla="*/ 216 w 42"/>
                <a:gd name="T23" fmla="*/ 8 h 44"/>
                <a:gd name="T24" fmla="*/ 168 w 42"/>
                <a:gd name="T25" fmla="*/ 36 h 44"/>
                <a:gd name="T26" fmla="*/ 80 w 42"/>
                <a:gd name="T27" fmla="*/ 36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" h="44">
                  <a:moveTo>
                    <a:pt x="8" y="5"/>
                  </a:moveTo>
                  <a:cubicBezTo>
                    <a:pt x="2" y="9"/>
                    <a:pt x="7" y="12"/>
                    <a:pt x="6" y="17"/>
                  </a:cubicBezTo>
                  <a:cubicBezTo>
                    <a:pt x="6" y="23"/>
                    <a:pt x="0" y="29"/>
                    <a:pt x="5" y="34"/>
                  </a:cubicBezTo>
                  <a:cubicBezTo>
                    <a:pt x="7" y="37"/>
                    <a:pt x="10" y="36"/>
                    <a:pt x="13" y="37"/>
                  </a:cubicBezTo>
                  <a:cubicBezTo>
                    <a:pt x="16" y="39"/>
                    <a:pt x="15" y="41"/>
                    <a:pt x="17" y="42"/>
                  </a:cubicBezTo>
                  <a:cubicBezTo>
                    <a:pt x="20" y="44"/>
                    <a:pt x="22" y="42"/>
                    <a:pt x="24" y="41"/>
                  </a:cubicBezTo>
                  <a:cubicBezTo>
                    <a:pt x="27" y="40"/>
                    <a:pt x="28" y="40"/>
                    <a:pt x="31" y="39"/>
                  </a:cubicBezTo>
                  <a:cubicBezTo>
                    <a:pt x="38" y="39"/>
                    <a:pt x="37" y="33"/>
                    <a:pt x="39" y="27"/>
                  </a:cubicBezTo>
                  <a:cubicBezTo>
                    <a:pt x="40" y="25"/>
                    <a:pt x="42" y="22"/>
                    <a:pt x="42" y="19"/>
                  </a:cubicBezTo>
                  <a:cubicBezTo>
                    <a:pt x="42" y="15"/>
                    <a:pt x="39" y="14"/>
                    <a:pt x="38" y="11"/>
                  </a:cubicBezTo>
                  <a:cubicBezTo>
                    <a:pt x="37" y="9"/>
                    <a:pt x="38" y="5"/>
                    <a:pt x="36" y="2"/>
                  </a:cubicBezTo>
                  <a:cubicBezTo>
                    <a:pt x="34" y="0"/>
                    <a:pt x="30" y="0"/>
                    <a:pt x="27" y="1"/>
                  </a:cubicBezTo>
                  <a:cubicBezTo>
                    <a:pt x="24" y="2"/>
                    <a:pt x="24" y="4"/>
                    <a:pt x="21" y="4"/>
                  </a:cubicBezTo>
                  <a:cubicBezTo>
                    <a:pt x="16" y="4"/>
                    <a:pt x="15" y="1"/>
                    <a:pt x="10" y="4"/>
                  </a:cubicBezTo>
                </a:path>
              </a:pathLst>
            </a:custGeom>
            <a:noFill/>
            <a:ln w="6350" cap="rnd">
              <a:solidFill>
                <a:srgbClr val="C381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74" name="Freeform 5474">
              <a:extLst>
                <a:ext uri="{FF2B5EF4-FFF2-40B4-BE49-F238E27FC236}">
                  <a16:creationId xmlns:a16="http://schemas.microsoft.com/office/drawing/2014/main" id="{534CD3AF-567B-452C-939F-FBFA37117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488"/>
              <a:ext cx="82" cy="100"/>
            </a:xfrm>
            <a:custGeom>
              <a:avLst/>
              <a:gdLst>
                <a:gd name="T0" fmla="*/ 80 w 41"/>
                <a:gd name="T1" fmla="*/ 77 h 47"/>
                <a:gd name="T2" fmla="*/ 16 w 41"/>
                <a:gd name="T3" fmla="*/ 117 h 47"/>
                <a:gd name="T4" fmla="*/ 8 w 41"/>
                <a:gd name="T5" fmla="*/ 221 h 47"/>
                <a:gd name="T6" fmla="*/ 8 w 41"/>
                <a:gd name="T7" fmla="*/ 309 h 47"/>
                <a:gd name="T8" fmla="*/ 8 w 41"/>
                <a:gd name="T9" fmla="*/ 326 h 47"/>
                <a:gd name="T10" fmla="*/ 48 w 41"/>
                <a:gd name="T11" fmla="*/ 349 h 47"/>
                <a:gd name="T12" fmla="*/ 136 w 41"/>
                <a:gd name="T13" fmla="*/ 445 h 47"/>
                <a:gd name="T14" fmla="*/ 176 w 41"/>
                <a:gd name="T15" fmla="*/ 394 h 47"/>
                <a:gd name="T16" fmla="*/ 216 w 41"/>
                <a:gd name="T17" fmla="*/ 377 h 47"/>
                <a:gd name="T18" fmla="*/ 256 w 41"/>
                <a:gd name="T19" fmla="*/ 317 h 47"/>
                <a:gd name="T20" fmla="*/ 296 w 41"/>
                <a:gd name="T21" fmla="*/ 289 h 47"/>
                <a:gd name="T22" fmla="*/ 320 w 41"/>
                <a:gd name="T23" fmla="*/ 194 h 47"/>
                <a:gd name="T24" fmla="*/ 304 w 41"/>
                <a:gd name="T25" fmla="*/ 96 h 47"/>
                <a:gd name="T26" fmla="*/ 240 w 41"/>
                <a:gd name="T27" fmla="*/ 28 h 47"/>
                <a:gd name="T28" fmla="*/ 200 w 41"/>
                <a:gd name="T29" fmla="*/ 40 h 47"/>
                <a:gd name="T30" fmla="*/ 184 w 41"/>
                <a:gd name="T31" fmla="*/ 68 h 47"/>
                <a:gd name="T32" fmla="*/ 80 w 41"/>
                <a:gd name="T33" fmla="*/ 68 h 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47">
                  <a:moveTo>
                    <a:pt x="10" y="8"/>
                  </a:moveTo>
                  <a:cubicBezTo>
                    <a:pt x="7" y="10"/>
                    <a:pt x="4" y="9"/>
                    <a:pt x="2" y="12"/>
                  </a:cubicBezTo>
                  <a:cubicBezTo>
                    <a:pt x="0" y="15"/>
                    <a:pt x="1" y="19"/>
                    <a:pt x="1" y="23"/>
                  </a:cubicBezTo>
                  <a:cubicBezTo>
                    <a:pt x="1" y="26"/>
                    <a:pt x="0" y="29"/>
                    <a:pt x="1" y="32"/>
                  </a:cubicBezTo>
                  <a:cubicBezTo>
                    <a:pt x="1" y="33"/>
                    <a:pt x="0" y="33"/>
                    <a:pt x="1" y="34"/>
                  </a:cubicBezTo>
                  <a:cubicBezTo>
                    <a:pt x="2" y="35"/>
                    <a:pt x="5" y="35"/>
                    <a:pt x="6" y="36"/>
                  </a:cubicBezTo>
                  <a:cubicBezTo>
                    <a:pt x="12" y="38"/>
                    <a:pt x="10" y="47"/>
                    <a:pt x="17" y="46"/>
                  </a:cubicBezTo>
                  <a:cubicBezTo>
                    <a:pt x="20" y="46"/>
                    <a:pt x="20" y="43"/>
                    <a:pt x="22" y="41"/>
                  </a:cubicBezTo>
                  <a:cubicBezTo>
                    <a:pt x="23" y="39"/>
                    <a:pt x="25" y="39"/>
                    <a:pt x="27" y="39"/>
                  </a:cubicBezTo>
                  <a:cubicBezTo>
                    <a:pt x="31" y="38"/>
                    <a:pt x="30" y="37"/>
                    <a:pt x="32" y="33"/>
                  </a:cubicBezTo>
                  <a:cubicBezTo>
                    <a:pt x="33" y="30"/>
                    <a:pt x="34" y="31"/>
                    <a:pt x="37" y="30"/>
                  </a:cubicBezTo>
                  <a:cubicBezTo>
                    <a:pt x="41" y="27"/>
                    <a:pt x="41" y="24"/>
                    <a:pt x="40" y="20"/>
                  </a:cubicBezTo>
                  <a:cubicBezTo>
                    <a:pt x="39" y="16"/>
                    <a:pt x="38" y="14"/>
                    <a:pt x="38" y="10"/>
                  </a:cubicBezTo>
                  <a:cubicBezTo>
                    <a:pt x="38" y="5"/>
                    <a:pt x="35" y="3"/>
                    <a:pt x="30" y="3"/>
                  </a:cubicBezTo>
                  <a:cubicBezTo>
                    <a:pt x="28" y="3"/>
                    <a:pt x="26" y="3"/>
                    <a:pt x="25" y="4"/>
                  </a:cubicBezTo>
                  <a:cubicBezTo>
                    <a:pt x="24" y="5"/>
                    <a:pt x="24" y="7"/>
                    <a:pt x="23" y="7"/>
                  </a:cubicBezTo>
                  <a:cubicBezTo>
                    <a:pt x="20" y="8"/>
                    <a:pt x="9" y="0"/>
                    <a:pt x="10" y="7"/>
                  </a:cubicBezTo>
                </a:path>
              </a:pathLst>
            </a:custGeom>
            <a:noFill/>
            <a:ln w="6350" cap="rnd">
              <a:solidFill>
                <a:srgbClr val="C381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75" name="Freeform 5475">
              <a:extLst>
                <a:ext uri="{FF2B5EF4-FFF2-40B4-BE49-F238E27FC236}">
                  <a16:creationId xmlns:a16="http://schemas.microsoft.com/office/drawing/2014/main" id="{39784D00-43FE-4893-BE11-41E3D5492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150"/>
              <a:ext cx="96" cy="129"/>
            </a:xfrm>
            <a:custGeom>
              <a:avLst/>
              <a:gdLst>
                <a:gd name="T0" fmla="*/ 208 w 48"/>
                <a:gd name="T1" fmla="*/ 0 h 61"/>
                <a:gd name="T2" fmla="*/ 208 w 48"/>
                <a:gd name="T3" fmla="*/ 76 h 61"/>
                <a:gd name="T4" fmla="*/ 144 w 48"/>
                <a:gd name="T5" fmla="*/ 104 h 61"/>
                <a:gd name="T6" fmla="*/ 112 w 48"/>
                <a:gd name="T7" fmla="*/ 169 h 61"/>
                <a:gd name="T8" fmla="*/ 32 w 48"/>
                <a:gd name="T9" fmla="*/ 209 h 61"/>
                <a:gd name="T10" fmla="*/ 64 w 48"/>
                <a:gd name="T11" fmla="*/ 305 h 61"/>
                <a:gd name="T12" fmla="*/ 56 w 48"/>
                <a:gd name="T13" fmla="*/ 381 h 61"/>
                <a:gd name="T14" fmla="*/ 96 w 48"/>
                <a:gd name="T15" fmla="*/ 457 h 61"/>
                <a:gd name="T16" fmla="*/ 96 w 48"/>
                <a:gd name="T17" fmla="*/ 541 h 61"/>
                <a:gd name="T18" fmla="*/ 168 w 48"/>
                <a:gd name="T19" fmla="*/ 493 h 61"/>
                <a:gd name="T20" fmla="*/ 240 w 48"/>
                <a:gd name="T21" fmla="*/ 474 h 61"/>
                <a:gd name="T22" fmla="*/ 296 w 48"/>
                <a:gd name="T23" fmla="*/ 425 h 61"/>
                <a:gd name="T24" fmla="*/ 360 w 48"/>
                <a:gd name="T25" fmla="*/ 381 h 61"/>
                <a:gd name="T26" fmla="*/ 368 w 48"/>
                <a:gd name="T27" fmla="*/ 228 h 61"/>
                <a:gd name="T28" fmla="*/ 320 w 48"/>
                <a:gd name="T29" fmla="*/ 133 h 61"/>
                <a:gd name="T30" fmla="*/ 264 w 48"/>
                <a:gd name="T31" fmla="*/ 68 h 61"/>
                <a:gd name="T32" fmla="*/ 224 w 48"/>
                <a:gd name="T33" fmla="*/ 8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" h="61">
                  <a:moveTo>
                    <a:pt x="26" y="0"/>
                  </a:moveTo>
                  <a:cubicBezTo>
                    <a:pt x="26" y="2"/>
                    <a:pt x="27" y="6"/>
                    <a:pt x="26" y="8"/>
                  </a:cubicBezTo>
                  <a:cubicBezTo>
                    <a:pt x="24" y="10"/>
                    <a:pt x="20" y="9"/>
                    <a:pt x="18" y="11"/>
                  </a:cubicBezTo>
                  <a:cubicBezTo>
                    <a:pt x="16" y="13"/>
                    <a:pt x="17" y="16"/>
                    <a:pt x="14" y="18"/>
                  </a:cubicBezTo>
                  <a:cubicBezTo>
                    <a:pt x="11" y="20"/>
                    <a:pt x="7" y="18"/>
                    <a:pt x="4" y="22"/>
                  </a:cubicBezTo>
                  <a:cubicBezTo>
                    <a:pt x="0" y="27"/>
                    <a:pt x="6" y="28"/>
                    <a:pt x="8" y="32"/>
                  </a:cubicBezTo>
                  <a:cubicBezTo>
                    <a:pt x="9" y="34"/>
                    <a:pt x="7" y="37"/>
                    <a:pt x="7" y="40"/>
                  </a:cubicBezTo>
                  <a:cubicBezTo>
                    <a:pt x="8" y="43"/>
                    <a:pt x="11" y="45"/>
                    <a:pt x="12" y="48"/>
                  </a:cubicBezTo>
                  <a:cubicBezTo>
                    <a:pt x="13" y="51"/>
                    <a:pt x="10" y="54"/>
                    <a:pt x="12" y="57"/>
                  </a:cubicBezTo>
                  <a:cubicBezTo>
                    <a:pt x="16" y="61"/>
                    <a:pt x="19" y="55"/>
                    <a:pt x="21" y="52"/>
                  </a:cubicBezTo>
                  <a:cubicBezTo>
                    <a:pt x="24" y="49"/>
                    <a:pt x="27" y="51"/>
                    <a:pt x="30" y="50"/>
                  </a:cubicBezTo>
                  <a:cubicBezTo>
                    <a:pt x="33" y="49"/>
                    <a:pt x="34" y="46"/>
                    <a:pt x="37" y="45"/>
                  </a:cubicBezTo>
                  <a:cubicBezTo>
                    <a:pt x="41" y="43"/>
                    <a:pt x="43" y="44"/>
                    <a:pt x="45" y="40"/>
                  </a:cubicBezTo>
                  <a:cubicBezTo>
                    <a:pt x="48" y="34"/>
                    <a:pt x="47" y="29"/>
                    <a:pt x="46" y="24"/>
                  </a:cubicBezTo>
                  <a:cubicBezTo>
                    <a:pt x="44" y="20"/>
                    <a:pt x="44" y="16"/>
                    <a:pt x="40" y="14"/>
                  </a:cubicBezTo>
                  <a:cubicBezTo>
                    <a:pt x="36" y="13"/>
                    <a:pt x="35" y="12"/>
                    <a:pt x="33" y="7"/>
                  </a:cubicBezTo>
                  <a:cubicBezTo>
                    <a:pt x="32" y="5"/>
                    <a:pt x="30" y="3"/>
                    <a:pt x="28" y="1"/>
                  </a:cubicBezTo>
                </a:path>
              </a:pathLst>
            </a:custGeom>
            <a:noFill/>
            <a:ln w="6350" cap="rnd">
              <a:solidFill>
                <a:srgbClr val="C381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76" name="Freeform 5476">
              <a:extLst>
                <a:ext uri="{FF2B5EF4-FFF2-40B4-BE49-F238E27FC236}">
                  <a16:creationId xmlns:a16="http://schemas.microsoft.com/office/drawing/2014/main" id="{248C7E9E-EB6A-4FC0-BFF5-72716399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96"/>
              <a:ext cx="81" cy="88"/>
            </a:xfrm>
            <a:custGeom>
              <a:avLst/>
              <a:gdLst>
                <a:gd name="T0" fmla="*/ 148 w 41"/>
                <a:gd name="T1" fmla="*/ 41 h 41"/>
                <a:gd name="T2" fmla="*/ 79 w 41"/>
                <a:gd name="T3" fmla="*/ 69 h 41"/>
                <a:gd name="T4" fmla="*/ 55 w 41"/>
                <a:gd name="T5" fmla="*/ 157 h 41"/>
                <a:gd name="T6" fmla="*/ 24 w 41"/>
                <a:gd name="T7" fmla="*/ 277 h 41"/>
                <a:gd name="T8" fmla="*/ 71 w 41"/>
                <a:gd name="T9" fmla="*/ 318 h 41"/>
                <a:gd name="T10" fmla="*/ 93 w 41"/>
                <a:gd name="T11" fmla="*/ 386 h 41"/>
                <a:gd name="T12" fmla="*/ 156 w 41"/>
                <a:gd name="T13" fmla="*/ 378 h 41"/>
                <a:gd name="T14" fmla="*/ 215 w 41"/>
                <a:gd name="T15" fmla="*/ 386 h 41"/>
                <a:gd name="T16" fmla="*/ 292 w 41"/>
                <a:gd name="T17" fmla="*/ 266 h 41"/>
                <a:gd name="T18" fmla="*/ 300 w 41"/>
                <a:gd name="T19" fmla="*/ 189 h 41"/>
                <a:gd name="T20" fmla="*/ 316 w 41"/>
                <a:gd name="T21" fmla="*/ 97 h 41"/>
                <a:gd name="T22" fmla="*/ 132 w 41"/>
                <a:gd name="T23" fmla="*/ 28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1">
                  <a:moveTo>
                    <a:pt x="19" y="4"/>
                  </a:moveTo>
                  <a:cubicBezTo>
                    <a:pt x="16" y="6"/>
                    <a:pt x="12" y="5"/>
                    <a:pt x="10" y="7"/>
                  </a:cubicBezTo>
                  <a:cubicBezTo>
                    <a:pt x="6" y="10"/>
                    <a:pt x="9" y="12"/>
                    <a:pt x="7" y="16"/>
                  </a:cubicBezTo>
                  <a:cubicBezTo>
                    <a:pt x="5" y="19"/>
                    <a:pt x="0" y="23"/>
                    <a:pt x="3" y="28"/>
                  </a:cubicBezTo>
                  <a:cubicBezTo>
                    <a:pt x="4" y="30"/>
                    <a:pt x="8" y="30"/>
                    <a:pt x="9" y="32"/>
                  </a:cubicBezTo>
                  <a:cubicBezTo>
                    <a:pt x="10" y="34"/>
                    <a:pt x="10" y="37"/>
                    <a:pt x="12" y="39"/>
                  </a:cubicBezTo>
                  <a:cubicBezTo>
                    <a:pt x="15" y="41"/>
                    <a:pt x="17" y="39"/>
                    <a:pt x="20" y="38"/>
                  </a:cubicBezTo>
                  <a:cubicBezTo>
                    <a:pt x="23" y="37"/>
                    <a:pt x="25" y="39"/>
                    <a:pt x="28" y="39"/>
                  </a:cubicBezTo>
                  <a:cubicBezTo>
                    <a:pt x="35" y="39"/>
                    <a:pt x="39" y="33"/>
                    <a:pt x="38" y="27"/>
                  </a:cubicBezTo>
                  <a:cubicBezTo>
                    <a:pt x="38" y="23"/>
                    <a:pt x="38" y="23"/>
                    <a:pt x="39" y="19"/>
                  </a:cubicBezTo>
                  <a:cubicBezTo>
                    <a:pt x="40" y="16"/>
                    <a:pt x="41" y="13"/>
                    <a:pt x="41" y="10"/>
                  </a:cubicBezTo>
                  <a:cubicBezTo>
                    <a:pt x="40" y="0"/>
                    <a:pt x="24" y="0"/>
                    <a:pt x="17" y="3"/>
                  </a:cubicBezTo>
                </a:path>
              </a:pathLst>
            </a:custGeom>
            <a:noFill/>
            <a:ln w="6350" cap="rnd">
              <a:solidFill>
                <a:srgbClr val="C381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77" name="Freeform 5477">
              <a:extLst>
                <a:ext uri="{FF2B5EF4-FFF2-40B4-BE49-F238E27FC236}">
                  <a16:creationId xmlns:a16="http://schemas.microsoft.com/office/drawing/2014/main" id="{789FD2FE-EB89-4174-BD60-527334676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315"/>
              <a:ext cx="82" cy="103"/>
            </a:xfrm>
            <a:custGeom>
              <a:avLst/>
              <a:gdLst>
                <a:gd name="T0" fmla="*/ 136 w 41"/>
                <a:gd name="T1" fmla="*/ 52 h 48"/>
                <a:gd name="T2" fmla="*/ 56 w 41"/>
                <a:gd name="T3" fmla="*/ 60 h 48"/>
                <a:gd name="T4" fmla="*/ 8 w 41"/>
                <a:gd name="T5" fmla="*/ 165 h 48"/>
                <a:gd name="T6" fmla="*/ 32 w 41"/>
                <a:gd name="T7" fmla="*/ 217 h 48"/>
                <a:gd name="T8" fmla="*/ 32 w 41"/>
                <a:gd name="T9" fmla="*/ 337 h 48"/>
                <a:gd name="T10" fmla="*/ 88 w 41"/>
                <a:gd name="T11" fmla="*/ 354 h 48"/>
                <a:gd name="T12" fmla="*/ 112 w 41"/>
                <a:gd name="T13" fmla="*/ 414 h 48"/>
                <a:gd name="T14" fmla="*/ 232 w 41"/>
                <a:gd name="T15" fmla="*/ 365 h 48"/>
                <a:gd name="T16" fmla="*/ 296 w 41"/>
                <a:gd name="T17" fmla="*/ 354 h 48"/>
                <a:gd name="T18" fmla="*/ 312 w 41"/>
                <a:gd name="T19" fmla="*/ 277 h 48"/>
                <a:gd name="T20" fmla="*/ 304 w 41"/>
                <a:gd name="T21" fmla="*/ 208 h 48"/>
                <a:gd name="T22" fmla="*/ 320 w 41"/>
                <a:gd name="T23" fmla="*/ 112 h 48"/>
                <a:gd name="T24" fmla="*/ 232 w 41"/>
                <a:gd name="T25" fmla="*/ 0 h 48"/>
                <a:gd name="T26" fmla="*/ 184 w 41"/>
                <a:gd name="T27" fmla="*/ 28 h 48"/>
                <a:gd name="T28" fmla="*/ 128 w 41"/>
                <a:gd name="T29" fmla="*/ 52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48">
                  <a:moveTo>
                    <a:pt x="17" y="5"/>
                  </a:moveTo>
                  <a:cubicBezTo>
                    <a:pt x="13" y="6"/>
                    <a:pt x="10" y="5"/>
                    <a:pt x="7" y="6"/>
                  </a:cubicBezTo>
                  <a:cubicBezTo>
                    <a:pt x="4" y="7"/>
                    <a:pt x="0" y="14"/>
                    <a:pt x="1" y="17"/>
                  </a:cubicBezTo>
                  <a:cubicBezTo>
                    <a:pt x="1" y="19"/>
                    <a:pt x="4" y="19"/>
                    <a:pt x="4" y="22"/>
                  </a:cubicBezTo>
                  <a:cubicBezTo>
                    <a:pt x="4" y="26"/>
                    <a:pt x="1" y="30"/>
                    <a:pt x="4" y="34"/>
                  </a:cubicBezTo>
                  <a:cubicBezTo>
                    <a:pt x="6" y="38"/>
                    <a:pt x="7" y="35"/>
                    <a:pt x="11" y="36"/>
                  </a:cubicBezTo>
                  <a:cubicBezTo>
                    <a:pt x="14" y="37"/>
                    <a:pt x="12" y="39"/>
                    <a:pt x="14" y="42"/>
                  </a:cubicBezTo>
                  <a:cubicBezTo>
                    <a:pt x="20" y="48"/>
                    <a:pt x="24" y="38"/>
                    <a:pt x="29" y="37"/>
                  </a:cubicBezTo>
                  <a:cubicBezTo>
                    <a:pt x="32" y="36"/>
                    <a:pt x="34" y="38"/>
                    <a:pt x="37" y="36"/>
                  </a:cubicBezTo>
                  <a:cubicBezTo>
                    <a:pt x="40" y="34"/>
                    <a:pt x="40" y="32"/>
                    <a:pt x="39" y="28"/>
                  </a:cubicBezTo>
                  <a:cubicBezTo>
                    <a:pt x="39" y="26"/>
                    <a:pt x="37" y="23"/>
                    <a:pt x="38" y="21"/>
                  </a:cubicBezTo>
                  <a:cubicBezTo>
                    <a:pt x="38" y="17"/>
                    <a:pt x="41" y="16"/>
                    <a:pt x="40" y="11"/>
                  </a:cubicBezTo>
                  <a:cubicBezTo>
                    <a:pt x="39" y="6"/>
                    <a:pt x="35" y="0"/>
                    <a:pt x="29" y="0"/>
                  </a:cubicBezTo>
                  <a:cubicBezTo>
                    <a:pt x="27" y="1"/>
                    <a:pt x="25" y="2"/>
                    <a:pt x="23" y="3"/>
                  </a:cubicBezTo>
                  <a:cubicBezTo>
                    <a:pt x="20" y="4"/>
                    <a:pt x="18" y="4"/>
                    <a:pt x="16" y="5"/>
                  </a:cubicBezTo>
                </a:path>
              </a:pathLst>
            </a:custGeom>
            <a:noFill/>
            <a:ln w="6350" cap="rnd">
              <a:solidFill>
                <a:srgbClr val="C381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78" name="Freeform 5478">
              <a:extLst>
                <a:ext uri="{FF2B5EF4-FFF2-40B4-BE49-F238E27FC236}">
                  <a16:creationId xmlns:a16="http://schemas.microsoft.com/office/drawing/2014/main" id="{5447BB02-96A4-44F2-9144-04E7AE9CA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130"/>
              <a:ext cx="6" cy="15"/>
            </a:xfrm>
            <a:custGeom>
              <a:avLst/>
              <a:gdLst>
                <a:gd name="T0" fmla="*/ 24 w 3"/>
                <a:gd name="T1" fmla="*/ 0 h 7"/>
                <a:gd name="T2" fmla="*/ 0 w 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1"/>
                    <a:pt x="0" y="4"/>
                    <a:pt x="0" y="7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79" name="Freeform 5479">
              <a:extLst>
                <a:ext uri="{FF2B5EF4-FFF2-40B4-BE49-F238E27FC236}">
                  <a16:creationId xmlns:a16="http://schemas.microsoft.com/office/drawing/2014/main" id="{B45C9877-9FD3-4E1A-A4C3-729EDF750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143"/>
              <a:ext cx="8" cy="7"/>
            </a:xfrm>
            <a:custGeom>
              <a:avLst/>
              <a:gdLst>
                <a:gd name="T0" fmla="*/ 0 w 4"/>
                <a:gd name="T1" fmla="*/ 37 h 3"/>
                <a:gd name="T2" fmla="*/ 8 w 4"/>
                <a:gd name="T3" fmla="*/ 12 h 3"/>
                <a:gd name="T4" fmla="*/ 32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80" name="Freeform 5480">
              <a:extLst>
                <a:ext uri="{FF2B5EF4-FFF2-40B4-BE49-F238E27FC236}">
                  <a16:creationId xmlns:a16="http://schemas.microsoft.com/office/drawing/2014/main" id="{261C6050-286B-48C1-B21A-46FDC2DA3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164"/>
              <a:ext cx="10" cy="5"/>
            </a:xfrm>
            <a:custGeom>
              <a:avLst/>
              <a:gdLst>
                <a:gd name="T0" fmla="*/ 0 w 5"/>
                <a:gd name="T1" fmla="*/ 20 h 2"/>
                <a:gd name="T2" fmla="*/ 24 w 5"/>
                <a:gd name="T3" fmla="*/ 20 h 2"/>
                <a:gd name="T4" fmla="*/ 40 w 5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5" y="2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81" name="Freeform 5481">
              <a:extLst>
                <a:ext uri="{FF2B5EF4-FFF2-40B4-BE49-F238E27FC236}">
                  <a16:creationId xmlns:a16="http://schemas.microsoft.com/office/drawing/2014/main" id="{99BB6A77-B754-4D34-B6C5-E9200738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160"/>
              <a:ext cx="6" cy="7"/>
            </a:xfrm>
            <a:custGeom>
              <a:avLst/>
              <a:gdLst>
                <a:gd name="T0" fmla="*/ 8 w 3"/>
                <a:gd name="T1" fmla="*/ 37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82" name="Freeform 5482">
              <a:extLst>
                <a:ext uri="{FF2B5EF4-FFF2-40B4-BE49-F238E27FC236}">
                  <a16:creationId xmlns:a16="http://schemas.microsoft.com/office/drawing/2014/main" id="{AE2E8F86-01A8-4F11-895F-9D848A7A7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201"/>
              <a:ext cx="12" cy="8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5" y="1"/>
                    <a:pt x="6" y="4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83" name="Freeform 5483">
              <a:extLst>
                <a:ext uri="{FF2B5EF4-FFF2-40B4-BE49-F238E27FC236}">
                  <a16:creationId xmlns:a16="http://schemas.microsoft.com/office/drawing/2014/main" id="{39661EDF-A007-453E-9A50-1241F920B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196"/>
              <a:ext cx="2" cy="7"/>
            </a:xfrm>
            <a:custGeom>
              <a:avLst/>
              <a:gdLst>
                <a:gd name="T0" fmla="*/ 0 w 1"/>
                <a:gd name="T1" fmla="*/ 37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CB91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84" name="Freeform 5484">
              <a:extLst>
                <a:ext uri="{FF2B5EF4-FFF2-40B4-BE49-F238E27FC236}">
                  <a16:creationId xmlns:a16="http://schemas.microsoft.com/office/drawing/2014/main" id="{BA588942-2C32-45B8-8F6D-4251CFED5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143"/>
              <a:ext cx="68" cy="43"/>
            </a:xfrm>
            <a:custGeom>
              <a:avLst/>
              <a:gdLst>
                <a:gd name="T0" fmla="*/ 32 w 34"/>
                <a:gd name="T1" fmla="*/ 148 h 20"/>
                <a:gd name="T2" fmla="*/ 208 w 34"/>
                <a:gd name="T3" fmla="*/ 41 h 20"/>
                <a:gd name="T4" fmla="*/ 152 w 34"/>
                <a:gd name="T5" fmla="*/ 28 h 20"/>
                <a:gd name="T6" fmla="*/ 88 w 34"/>
                <a:gd name="T7" fmla="*/ 41 h 20"/>
                <a:gd name="T8" fmla="*/ 0 w 34"/>
                <a:gd name="T9" fmla="*/ 6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0">
                  <a:moveTo>
                    <a:pt x="4" y="15"/>
                  </a:moveTo>
                  <a:cubicBezTo>
                    <a:pt x="10" y="10"/>
                    <a:pt x="34" y="20"/>
                    <a:pt x="26" y="4"/>
                  </a:cubicBezTo>
                  <a:cubicBezTo>
                    <a:pt x="24" y="0"/>
                    <a:pt x="23" y="2"/>
                    <a:pt x="19" y="3"/>
                  </a:cubicBezTo>
                  <a:cubicBezTo>
                    <a:pt x="16" y="3"/>
                    <a:pt x="14" y="3"/>
                    <a:pt x="11" y="4"/>
                  </a:cubicBezTo>
                  <a:cubicBezTo>
                    <a:pt x="7" y="5"/>
                    <a:pt x="4" y="7"/>
                    <a:pt x="0" y="7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85" name="Freeform 5485">
              <a:extLst>
                <a:ext uri="{FF2B5EF4-FFF2-40B4-BE49-F238E27FC236}">
                  <a16:creationId xmlns:a16="http://schemas.microsoft.com/office/drawing/2014/main" id="{2F333C12-B490-4F5E-9EC3-D190D7063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2071"/>
              <a:ext cx="75" cy="42"/>
            </a:xfrm>
            <a:custGeom>
              <a:avLst/>
              <a:gdLst>
                <a:gd name="T0" fmla="*/ 0 w 38"/>
                <a:gd name="T1" fmla="*/ 128 h 20"/>
                <a:gd name="T2" fmla="*/ 101 w 38"/>
                <a:gd name="T3" fmla="*/ 160 h 20"/>
                <a:gd name="T4" fmla="*/ 168 w 38"/>
                <a:gd name="T5" fmla="*/ 168 h 20"/>
                <a:gd name="T6" fmla="*/ 245 w 38"/>
                <a:gd name="T7" fmla="*/ 141 h 20"/>
                <a:gd name="T8" fmla="*/ 276 w 38"/>
                <a:gd name="T9" fmla="*/ 92 h 20"/>
                <a:gd name="T10" fmla="*/ 276 w 3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0">
                  <a:moveTo>
                    <a:pt x="0" y="14"/>
                  </a:moveTo>
                  <a:cubicBezTo>
                    <a:pt x="5" y="17"/>
                    <a:pt x="7" y="20"/>
                    <a:pt x="13" y="17"/>
                  </a:cubicBezTo>
                  <a:cubicBezTo>
                    <a:pt x="18" y="14"/>
                    <a:pt x="17" y="15"/>
                    <a:pt x="22" y="18"/>
                  </a:cubicBezTo>
                  <a:cubicBezTo>
                    <a:pt x="26" y="20"/>
                    <a:pt x="28" y="17"/>
                    <a:pt x="32" y="15"/>
                  </a:cubicBezTo>
                  <a:cubicBezTo>
                    <a:pt x="34" y="13"/>
                    <a:pt x="35" y="13"/>
                    <a:pt x="36" y="10"/>
                  </a:cubicBezTo>
                  <a:cubicBezTo>
                    <a:pt x="38" y="6"/>
                    <a:pt x="36" y="3"/>
                    <a:pt x="36" y="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86" name="Freeform 5486">
              <a:extLst>
                <a:ext uri="{FF2B5EF4-FFF2-40B4-BE49-F238E27FC236}">
                  <a16:creationId xmlns:a16="http://schemas.microsoft.com/office/drawing/2014/main" id="{D3CAAEC8-97D8-41BA-AD10-2FC456BE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281"/>
              <a:ext cx="115" cy="73"/>
            </a:xfrm>
            <a:custGeom>
              <a:avLst/>
              <a:gdLst>
                <a:gd name="T0" fmla="*/ 0 w 58"/>
                <a:gd name="T1" fmla="*/ 170 h 34"/>
                <a:gd name="T2" fmla="*/ 95 w 58"/>
                <a:gd name="T3" fmla="*/ 217 h 34"/>
                <a:gd name="T4" fmla="*/ 188 w 58"/>
                <a:gd name="T5" fmla="*/ 268 h 34"/>
                <a:gd name="T6" fmla="*/ 264 w 58"/>
                <a:gd name="T7" fmla="*/ 286 h 34"/>
                <a:gd name="T8" fmla="*/ 303 w 58"/>
                <a:gd name="T9" fmla="*/ 337 h 34"/>
                <a:gd name="T10" fmla="*/ 381 w 58"/>
                <a:gd name="T11" fmla="*/ 268 h 34"/>
                <a:gd name="T12" fmla="*/ 452 w 58"/>
                <a:gd name="T13" fmla="*/ 79 h 34"/>
                <a:gd name="T14" fmla="*/ 420 w 58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4">
                  <a:moveTo>
                    <a:pt x="0" y="17"/>
                  </a:moveTo>
                  <a:cubicBezTo>
                    <a:pt x="3" y="23"/>
                    <a:pt x="6" y="23"/>
                    <a:pt x="12" y="22"/>
                  </a:cubicBezTo>
                  <a:cubicBezTo>
                    <a:pt x="18" y="22"/>
                    <a:pt x="19" y="25"/>
                    <a:pt x="24" y="27"/>
                  </a:cubicBezTo>
                  <a:cubicBezTo>
                    <a:pt x="27" y="28"/>
                    <a:pt x="31" y="27"/>
                    <a:pt x="34" y="29"/>
                  </a:cubicBezTo>
                  <a:cubicBezTo>
                    <a:pt x="36" y="30"/>
                    <a:pt x="37" y="34"/>
                    <a:pt x="39" y="34"/>
                  </a:cubicBezTo>
                  <a:cubicBezTo>
                    <a:pt x="43" y="34"/>
                    <a:pt x="47" y="29"/>
                    <a:pt x="49" y="27"/>
                  </a:cubicBezTo>
                  <a:cubicBezTo>
                    <a:pt x="54" y="21"/>
                    <a:pt x="57" y="15"/>
                    <a:pt x="58" y="8"/>
                  </a:cubicBezTo>
                  <a:cubicBezTo>
                    <a:pt x="58" y="5"/>
                    <a:pt x="58" y="0"/>
                    <a:pt x="54" y="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87" name="Freeform 5487">
              <a:extLst>
                <a:ext uri="{FF2B5EF4-FFF2-40B4-BE49-F238E27FC236}">
                  <a16:creationId xmlns:a16="http://schemas.microsoft.com/office/drawing/2014/main" id="{3462C773-9A9D-48AF-BCF5-1143B5864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305"/>
              <a:ext cx="96" cy="79"/>
            </a:xfrm>
            <a:custGeom>
              <a:avLst/>
              <a:gdLst>
                <a:gd name="T0" fmla="*/ 368 w 48"/>
                <a:gd name="T1" fmla="*/ 0 h 37"/>
                <a:gd name="T2" fmla="*/ 328 w 48"/>
                <a:gd name="T3" fmla="*/ 128 h 37"/>
                <a:gd name="T4" fmla="*/ 280 w 48"/>
                <a:gd name="T5" fmla="*/ 205 h 37"/>
                <a:gd name="T6" fmla="*/ 136 w 48"/>
                <a:gd name="T7" fmla="*/ 310 h 37"/>
                <a:gd name="T8" fmla="*/ 224 w 48"/>
                <a:gd name="T9" fmla="*/ 1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46" y="0"/>
                  </a:moveTo>
                  <a:cubicBezTo>
                    <a:pt x="44" y="6"/>
                    <a:pt x="48" y="11"/>
                    <a:pt x="41" y="13"/>
                  </a:cubicBezTo>
                  <a:cubicBezTo>
                    <a:pt x="35" y="16"/>
                    <a:pt x="37" y="16"/>
                    <a:pt x="35" y="21"/>
                  </a:cubicBezTo>
                  <a:cubicBezTo>
                    <a:pt x="33" y="30"/>
                    <a:pt x="25" y="37"/>
                    <a:pt x="17" y="32"/>
                  </a:cubicBezTo>
                  <a:cubicBezTo>
                    <a:pt x="0" y="23"/>
                    <a:pt x="21" y="9"/>
                    <a:pt x="28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88" name="Freeform 5488">
              <a:extLst>
                <a:ext uri="{FF2B5EF4-FFF2-40B4-BE49-F238E27FC236}">
                  <a16:creationId xmlns:a16="http://schemas.microsoft.com/office/drawing/2014/main" id="{2A746AC7-1402-472B-BBB5-98E95AB77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581"/>
              <a:ext cx="67" cy="53"/>
            </a:xfrm>
            <a:custGeom>
              <a:avLst/>
              <a:gdLst>
                <a:gd name="T0" fmla="*/ 0 w 34"/>
                <a:gd name="T1" fmla="*/ 49 h 25"/>
                <a:gd name="T2" fmla="*/ 101 w 34"/>
                <a:gd name="T3" fmla="*/ 36 h 25"/>
                <a:gd name="T4" fmla="*/ 136 w 34"/>
                <a:gd name="T5" fmla="*/ 68 h 25"/>
                <a:gd name="T6" fmla="*/ 213 w 34"/>
                <a:gd name="T7" fmla="*/ 104 h 25"/>
                <a:gd name="T8" fmla="*/ 244 w 34"/>
                <a:gd name="T9" fmla="*/ 229 h 25"/>
                <a:gd name="T10" fmla="*/ 175 w 34"/>
                <a:gd name="T11" fmla="*/ 237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5">
                  <a:moveTo>
                    <a:pt x="0" y="5"/>
                  </a:moveTo>
                  <a:cubicBezTo>
                    <a:pt x="5" y="4"/>
                    <a:pt x="9" y="0"/>
                    <a:pt x="13" y="4"/>
                  </a:cubicBezTo>
                  <a:cubicBezTo>
                    <a:pt x="15" y="7"/>
                    <a:pt x="14" y="7"/>
                    <a:pt x="18" y="7"/>
                  </a:cubicBezTo>
                  <a:cubicBezTo>
                    <a:pt x="23" y="7"/>
                    <a:pt x="25" y="6"/>
                    <a:pt x="28" y="11"/>
                  </a:cubicBezTo>
                  <a:cubicBezTo>
                    <a:pt x="30" y="14"/>
                    <a:pt x="34" y="21"/>
                    <a:pt x="32" y="24"/>
                  </a:cubicBezTo>
                  <a:cubicBezTo>
                    <a:pt x="29" y="24"/>
                    <a:pt x="26" y="24"/>
                    <a:pt x="23" y="25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89" name="Freeform 5489">
              <a:extLst>
                <a:ext uri="{FF2B5EF4-FFF2-40B4-BE49-F238E27FC236}">
                  <a16:creationId xmlns:a16="http://schemas.microsoft.com/office/drawing/2014/main" id="{CD1D71B4-1047-44D6-8698-F1C730331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458"/>
              <a:ext cx="77" cy="60"/>
            </a:xfrm>
            <a:custGeom>
              <a:avLst/>
              <a:gdLst>
                <a:gd name="T0" fmla="*/ 0 w 39"/>
                <a:gd name="T1" fmla="*/ 257 h 28"/>
                <a:gd name="T2" fmla="*/ 55 w 39"/>
                <a:gd name="T3" fmla="*/ 257 h 28"/>
                <a:gd name="T4" fmla="*/ 116 w 39"/>
                <a:gd name="T5" fmla="*/ 249 h 28"/>
                <a:gd name="T6" fmla="*/ 160 w 39"/>
                <a:gd name="T7" fmla="*/ 249 h 28"/>
                <a:gd name="T8" fmla="*/ 215 w 39"/>
                <a:gd name="T9" fmla="*/ 249 h 28"/>
                <a:gd name="T10" fmla="*/ 160 w 39"/>
                <a:gd name="T11" fmla="*/ 1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8">
                  <a:moveTo>
                    <a:pt x="0" y="26"/>
                  </a:moveTo>
                  <a:cubicBezTo>
                    <a:pt x="2" y="28"/>
                    <a:pt x="4" y="27"/>
                    <a:pt x="7" y="26"/>
                  </a:cubicBezTo>
                  <a:cubicBezTo>
                    <a:pt x="10" y="26"/>
                    <a:pt x="12" y="27"/>
                    <a:pt x="15" y="25"/>
                  </a:cubicBezTo>
                  <a:cubicBezTo>
                    <a:pt x="18" y="24"/>
                    <a:pt x="18" y="24"/>
                    <a:pt x="21" y="25"/>
                  </a:cubicBezTo>
                  <a:cubicBezTo>
                    <a:pt x="24" y="25"/>
                    <a:pt x="26" y="26"/>
                    <a:pt x="28" y="25"/>
                  </a:cubicBezTo>
                  <a:cubicBezTo>
                    <a:pt x="39" y="20"/>
                    <a:pt x="32" y="0"/>
                    <a:pt x="21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90" name="Freeform 5490">
              <a:extLst>
                <a:ext uri="{FF2B5EF4-FFF2-40B4-BE49-F238E27FC236}">
                  <a16:creationId xmlns:a16="http://schemas.microsoft.com/office/drawing/2014/main" id="{D13B2276-D0ED-427C-A877-D2910823E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520"/>
              <a:ext cx="44" cy="68"/>
            </a:xfrm>
            <a:custGeom>
              <a:avLst/>
              <a:gdLst>
                <a:gd name="T0" fmla="*/ 56 w 22"/>
                <a:gd name="T1" fmla="*/ 0 h 32"/>
                <a:gd name="T2" fmla="*/ 88 w 22"/>
                <a:gd name="T3" fmla="*/ 28 h 32"/>
                <a:gd name="T4" fmla="*/ 112 w 22"/>
                <a:gd name="T5" fmla="*/ 96 h 32"/>
                <a:gd name="T6" fmla="*/ 112 w 22"/>
                <a:gd name="T7" fmla="*/ 136 h 32"/>
                <a:gd name="T8" fmla="*/ 152 w 22"/>
                <a:gd name="T9" fmla="*/ 172 h 32"/>
                <a:gd name="T10" fmla="*/ 152 w 22"/>
                <a:gd name="T11" fmla="*/ 298 h 32"/>
                <a:gd name="T12" fmla="*/ 64 w 22"/>
                <a:gd name="T13" fmla="*/ 257 h 32"/>
                <a:gd name="T14" fmla="*/ 0 w 22"/>
                <a:gd name="T15" fmla="*/ 2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32">
                  <a:moveTo>
                    <a:pt x="7" y="0"/>
                  </a:moveTo>
                  <a:cubicBezTo>
                    <a:pt x="8" y="2"/>
                    <a:pt x="10" y="2"/>
                    <a:pt x="11" y="3"/>
                  </a:cubicBezTo>
                  <a:cubicBezTo>
                    <a:pt x="13" y="5"/>
                    <a:pt x="13" y="8"/>
                    <a:pt x="14" y="10"/>
                  </a:cubicBezTo>
                  <a:cubicBezTo>
                    <a:pt x="14" y="11"/>
                    <a:pt x="14" y="13"/>
                    <a:pt x="14" y="14"/>
                  </a:cubicBezTo>
                  <a:cubicBezTo>
                    <a:pt x="16" y="17"/>
                    <a:pt x="18" y="16"/>
                    <a:pt x="19" y="18"/>
                  </a:cubicBezTo>
                  <a:cubicBezTo>
                    <a:pt x="21" y="20"/>
                    <a:pt x="22" y="30"/>
                    <a:pt x="19" y="31"/>
                  </a:cubicBezTo>
                  <a:cubicBezTo>
                    <a:pt x="18" y="32"/>
                    <a:pt x="9" y="28"/>
                    <a:pt x="8" y="27"/>
                  </a:cubicBezTo>
                  <a:cubicBezTo>
                    <a:pt x="1" y="22"/>
                    <a:pt x="0" y="11"/>
                    <a:pt x="0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91" name="Freeform 5491">
              <a:extLst>
                <a:ext uri="{FF2B5EF4-FFF2-40B4-BE49-F238E27FC236}">
                  <a16:creationId xmlns:a16="http://schemas.microsoft.com/office/drawing/2014/main" id="{31FA624C-CD56-4533-995D-1443D087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475"/>
              <a:ext cx="54" cy="38"/>
            </a:xfrm>
            <a:custGeom>
              <a:avLst/>
              <a:gdLst>
                <a:gd name="T0" fmla="*/ 0 w 27"/>
                <a:gd name="T1" fmla="*/ 76 h 18"/>
                <a:gd name="T2" fmla="*/ 64 w 27"/>
                <a:gd name="T3" fmla="*/ 120 h 18"/>
                <a:gd name="T4" fmla="*/ 104 w 27"/>
                <a:gd name="T5" fmla="*/ 120 h 18"/>
                <a:gd name="T6" fmla="*/ 144 w 27"/>
                <a:gd name="T7" fmla="*/ 152 h 18"/>
                <a:gd name="T8" fmla="*/ 208 w 27"/>
                <a:gd name="T9" fmla="*/ 120 h 18"/>
                <a:gd name="T10" fmla="*/ 128 w 27"/>
                <a:gd name="T11" fmla="*/ 57 h 18"/>
                <a:gd name="T12" fmla="*/ 32 w 27"/>
                <a:gd name="T13" fmla="*/ 1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8">
                  <a:moveTo>
                    <a:pt x="0" y="8"/>
                  </a:moveTo>
                  <a:cubicBezTo>
                    <a:pt x="3" y="11"/>
                    <a:pt x="4" y="13"/>
                    <a:pt x="8" y="13"/>
                  </a:cubicBezTo>
                  <a:cubicBezTo>
                    <a:pt x="10" y="13"/>
                    <a:pt x="11" y="12"/>
                    <a:pt x="13" y="13"/>
                  </a:cubicBezTo>
                  <a:cubicBezTo>
                    <a:pt x="16" y="13"/>
                    <a:pt x="16" y="16"/>
                    <a:pt x="18" y="16"/>
                  </a:cubicBezTo>
                  <a:cubicBezTo>
                    <a:pt x="22" y="18"/>
                    <a:pt x="27" y="17"/>
                    <a:pt x="26" y="13"/>
                  </a:cubicBezTo>
                  <a:cubicBezTo>
                    <a:pt x="25" y="9"/>
                    <a:pt x="19" y="7"/>
                    <a:pt x="16" y="6"/>
                  </a:cubicBezTo>
                  <a:cubicBezTo>
                    <a:pt x="12" y="4"/>
                    <a:pt x="8" y="0"/>
                    <a:pt x="4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92" name="Freeform 5492">
              <a:extLst>
                <a:ext uri="{FF2B5EF4-FFF2-40B4-BE49-F238E27FC236}">
                  <a16:creationId xmlns:a16="http://schemas.microsoft.com/office/drawing/2014/main" id="{DDE75740-C4D7-45B1-90D2-39E3DCBC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352"/>
              <a:ext cx="50" cy="61"/>
            </a:xfrm>
            <a:custGeom>
              <a:avLst/>
              <a:gdLst>
                <a:gd name="T0" fmla="*/ 200 w 25"/>
                <a:gd name="T1" fmla="*/ 67 h 29"/>
                <a:gd name="T2" fmla="*/ 120 w 25"/>
                <a:gd name="T3" fmla="*/ 151 h 29"/>
                <a:gd name="T4" fmla="*/ 72 w 25"/>
                <a:gd name="T5" fmla="*/ 185 h 29"/>
                <a:gd name="T6" fmla="*/ 32 w 25"/>
                <a:gd name="T7" fmla="*/ 269 h 29"/>
                <a:gd name="T8" fmla="*/ 56 w 25"/>
                <a:gd name="T9" fmla="*/ 84 h 29"/>
                <a:gd name="T10" fmla="*/ 152 w 25"/>
                <a:gd name="T11" fmla="*/ 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9">
                  <a:moveTo>
                    <a:pt x="25" y="7"/>
                  </a:moveTo>
                  <a:cubicBezTo>
                    <a:pt x="22" y="10"/>
                    <a:pt x="19" y="15"/>
                    <a:pt x="15" y="16"/>
                  </a:cubicBezTo>
                  <a:cubicBezTo>
                    <a:pt x="12" y="18"/>
                    <a:pt x="11" y="17"/>
                    <a:pt x="9" y="20"/>
                  </a:cubicBezTo>
                  <a:cubicBezTo>
                    <a:pt x="7" y="23"/>
                    <a:pt x="7" y="28"/>
                    <a:pt x="4" y="29"/>
                  </a:cubicBezTo>
                  <a:cubicBezTo>
                    <a:pt x="0" y="23"/>
                    <a:pt x="2" y="15"/>
                    <a:pt x="7" y="9"/>
                  </a:cubicBezTo>
                  <a:cubicBezTo>
                    <a:pt x="9" y="8"/>
                    <a:pt x="15" y="0"/>
                    <a:pt x="19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93" name="Freeform 5493">
              <a:extLst>
                <a:ext uri="{FF2B5EF4-FFF2-40B4-BE49-F238E27FC236}">
                  <a16:creationId xmlns:a16="http://schemas.microsoft.com/office/drawing/2014/main" id="{5BBC67F8-5E9C-4FF1-BE4D-AB2AE5BB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303"/>
              <a:ext cx="72" cy="59"/>
            </a:xfrm>
            <a:custGeom>
              <a:avLst/>
              <a:gdLst>
                <a:gd name="T0" fmla="*/ 40 w 36"/>
                <a:gd name="T1" fmla="*/ 261 h 28"/>
                <a:gd name="T2" fmla="*/ 64 w 36"/>
                <a:gd name="T3" fmla="*/ 253 h 28"/>
                <a:gd name="T4" fmla="*/ 136 w 36"/>
                <a:gd name="T5" fmla="*/ 204 h 28"/>
                <a:gd name="T6" fmla="*/ 200 w 36"/>
                <a:gd name="T7" fmla="*/ 133 h 28"/>
                <a:gd name="T8" fmla="*/ 232 w 36"/>
                <a:gd name="T9" fmla="*/ 8 h 28"/>
                <a:gd name="T10" fmla="*/ 120 w 36"/>
                <a:gd name="T11" fmla="*/ 93 h 28"/>
                <a:gd name="T12" fmla="*/ 0 w 36"/>
                <a:gd name="T13" fmla="*/ 23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8">
                  <a:moveTo>
                    <a:pt x="5" y="28"/>
                  </a:moveTo>
                  <a:cubicBezTo>
                    <a:pt x="6" y="26"/>
                    <a:pt x="6" y="27"/>
                    <a:pt x="8" y="27"/>
                  </a:cubicBezTo>
                  <a:cubicBezTo>
                    <a:pt x="11" y="26"/>
                    <a:pt x="14" y="25"/>
                    <a:pt x="17" y="22"/>
                  </a:cubicBezTo>
                  <a:cubicBezTo>
                    <a:pt x="20" y="20"/>
                    <a:pt x="22" y="16"/>
                    <a:pt x="25" y="14"/>
                  </a:cubicBezTo>
                  <a:cubicBezTo>
                    <a:pt x="28" y="12"/>
                    <a:pt x="36" y="3"/>
                    <a:pt x="29" y="1"/>
                  </a:cubicBezTo>
                  <a:cubicBezTo>
                    <a:pt x="24" y="0"/>
                    <a:pt x="17" y="8"/>
                    <a:pt x="15" y="10"/>
                  </a:cubicBezTo>
                  <a:cubicBezTo>
                    <a:pt x="11" y="15"/>
                    <a:pt x="8" y="24"/>
                    <a:pt x="0" y="25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94" name="Freeform 5494">
              <a:extLst>
                <a:ext uri="{FF2B5EF4-FFF2-40B4-BE49-F238E27FC236}">
                  <a16:creationId xmlns:a16="http://schemas.microsoft.com/office/drawing/2014/main" id="{2A3551B5-8858-4A01-82A3-852EFDBB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162"/>
              <a:ext cx="88" cy="47"/>
            </a:xfrm>
            <a:custGeom>
              <a:avLst/>
              <a:gdLst>
                <a:gd name="T0" fmla="*/ 352 w 44"/>
                <a:gd name="T1" fmla="*/ 19 h 22"/>
                <a:gd name="T2" fmla="*/ 312 w 44"/>
                <a:gd name="T3" fmla="*/ 51 h 22"/>
                <a:gd name="T4" fmla="*/ 296 w 44"/>
                <a:gd name="T5" fmla="*/ 109 h 22"/>
                <a:gd name="T6" fmla="*/ 224 w 44"/>
                <a:gd name="T7" fmla="*/ 173 h 22"/>
                <a:gd name="T8" fmla="*/ 200 w 44"/>
                <a:gd name="T9" fmla="*/ 205 h 22"/>
                <a:gd name="T10" fmla="*/ 112 w 44"/>
                <a:gd name="T11" fmla="*/ 188 h 22"/>
                <a:gd name="T12" fmla="*/ 208 w 44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44" y="2"/>
                  </a:moveTo>
                  <a:cubicBezTo>
                    <a:pt x="42" y="4"/>
                    <a:pt x="40" y="4"/>
                    <a:pt x="39" y="5"/>
                  </a:cubicBezTo>
                  <a:cubicBezTo>
                    <a:pt x="37" y="7"/>
                    <a:pt x="38" y="9"/>
                    <a:pt x="37" y="11"/>
                  </a:cubicBezTo>
                  <a:cubicBezTo>
                    <a:pt x="36" y="16"/>
                    <a:pt x="32" y="16"/>
                    <a:pt x="28" y="18"/>
                  </a:cubicBezTo>
                  <a:cubicBezTo>
                    <a:pt x="27" y="19"/>
                    <a:pt x="26" y="21"/>
                    <a:pt x="25" y="21"/>
                  </a:cubicBezTo>
                  <a:cubicBezTo>
                    <a:pt x="21" y="22"/>
                    <a:pt x="17" y="20"/>
                    <a:pt x="14" y="19"/>
                  </a:cubicBezTo>
                  <a:cubicBezTo>
                    <a:pt x="0" y="13"/>
                    <a:pt x="19" y="1"/>
                    <a:pt x="26" y="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95" name="Freeform 5495">
              <a:extLst>
                <a:ext uri="{FF2B5EF4-FFF2-40B4-BE49-F238E27FC236}">
                  <a16:creationId xmlns:a16="http://schemas.microsoft.com/office/drawing/2014/main" id="{873F384E-3D96-4D26-AF8C-B050F5B6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088"/>
              <a:ext cx="47" cy="51"/>
            </a:xfrm>
            <a:custGeom>
              <a:avLst/>
              <a:gdLst>
                <a:gd name="T0" fmla="*/ 0 w 24"/>
                <a:gd name="T1" fmla="*/ 68 h 24"/>
                <a:gd name="T2" fmla="*/ 53 w 24"/>
                <a:gd name="T3" fmla="*/ 85 h 24"/>
                <a:gd name="T4" fmla="*/ 96 w 24"/>
                <a:gd name="T5" fmla="*/ 164 h 24"/>
                <a:gd name="T6" fmla="*/ 104 w 24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0" y="7"/>
                  </a:moveTo>
                  <a:cubicBezTo>
                    <a:pt x="2" y="9"/>
                    <a:pt x="5" y="8"/>
                    <a:pt x="7" y="9"/>
                  </a:cubicBezTo>
                  <a:cubicBezTo>
                    <a:pt x="10" y="11"/>
                    <a:pt x="10" y="15"/>
                    <a:pt x="13" y="17"/>
                  </a:cubicBezTo>
                  <a:cubicBezTo>
                    <a:pt x="22" y="24"/>
                    <a:pt x="24" y="3"/>
                    <a:pt x="14" y="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96" name="Freeform 5496">
              <a:extLst>
                <a:ext uri="{FF2B5EF4-FFF2-40B4-BE49-F238E27FC236}">
                  <a16:creationId xmlns:a16="http://schemas.microsoft.com/office/drawing/2014/main" id="{368B74B3-43DC-4331-9F94-1206C5529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103"/>
              <a:ext cx="71" cy="25"/>
            </a:xfrm>
            <a:custGeom>
              <a:avLst/>
              <a:gdLst>
                <a:gd name="T0" fmla="*/ 0 w 36"/>
                <a:gd name="T1" fmla="*/ 0 h 12"/>
                <a:gd name="T2" fmla="*/ 39 w 36"/>
                <a:gd name="T3" fmla="*/ 27 h 12"/>
                <a:gd name="T4" fmla="*/ 93 w 36"/>
                <a:gd name="T5" fmla="*/ 0 h 12"/>
                <a:gd name="T6" fmla="*/ 183 w 36"/>
                <a:gd name="T7" fmla="*/ 8 h 12"/>
                <a:gd name="T8" fmla="*/ 276 w 36"/>
                <a:gd name="T9" fmla="*/ 10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2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8" y="4"/>
                    <a:pt x="10" y="1"/>
                    <a:pt x="12" y="0"/>
                  </a:cubicBezTo>
                  <a:cubicBezTo>
                    <a:pt x="16" y="0"/>
                    <a:pt x="20" y="3"/>
                    <a:pt x="24" y="1"/>
                  </a:cubicBezTo>
                  <a:cubicBezTo>
                    <a:pt x="22" y="7"/>
                    <a:pt x="32" y="11"/>
                    <a:pt x="36" y="12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97" name="Freeform 5497">
              <a:extLst>
                <a:ext uri="{FF2B5EF4-FFF2-40B4-BE49-F238E27FC236}">
                  <a16:creationId xmlns:a16="http://schemas.microsoft.com/office/drawing/2014/main" id="{CC4E7122-F4D9-40CA-8A55-1BFE5644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73"/>
              <a:ext cx="46" cy="40"/>
            </a:xfrm>
            <a:custGeom>
              <a:avLst/>
              <a:gdLst>
                <a:gd name="T0" fmla="*/ 0 w 23"/>
                <a:gd name="T1" fmla="*/ 160 h 19"/>
                <a:gd name="T2" fmla="*/ 128 w 23"/>
                <a:gd name="T3" fmla="*/ 112 h 19"/>
                <a:gd name="T4" fmla="*/ 168 w 23"/>
                <a:gd name="T5" fmla="*/ 67 h 19"/>
                <a:gd name="T6" fmla="*/ 184 w 23"/>
                <a:gd name="T7" fmla="*/ 48 h 19"/>
                <a:gd name="T8" fmla="*/ 176 w 2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">
                  <a:moveTo>
                    <a:pt x="0" y="17"/>
                  </a:moveTo>
                  <a:cubicBezTo>
                    <a:pt x="6" y="19"/>
                    <a:pt x="11" y="15"/>
                    <a:pt x="16" y="12"/>
                  </a:cubicBezTo>
                  <a:cubicBezTo>
                    <a:pt x="18" y="10"/>
                    <a:pt x="20" y="9"/>
                    <a:pt x="21" y="7"/>
                  </a:cubicBezTo>
                  <a:cubicBezTo>
                    <a:pt x="22" y="6"/>
                    <a:pt x="23" y="6"/>
                    <a:pt x="23" y="5"/>
                  </a:cubicBezTo>
                  <a:cubicBezTo>
                    <a:pt x="23" y="3"/>
                    <a:pt x="21" y="2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98" name="Freeform 5498">
              <a:extLst>
                <a:ext uri="{FF2B5EF4-FFF2-40B4-BE49-F238E27FC236}">
                  <a16:creationId xmlns:a16="http://schemas.microsoft.com/office/drawing/2014/main" id="{DE49E322-4BE7-4B69-80A8-91AB816F9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158"/>
              <a:ext cx="26" cy="19"/>
            </a:xfrm>
            <a:custGeom>
              <a:avLst/>
              <a:gdLst>
                <a:gd name="T0" fmla="*/ 0 w 13"/>
                <a:gd name="T1" fmla="*/ 49 h 9"/>
                <a:gd name="T2" fmla="*/ 104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5"/>
                  </a:moveTo>
                  <a:cubicBezTo>
                    <a:pt x="3" y="9"/>
                    <a:pt x="12" y="4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499" name="Freeform 5499">
              <a:extLst>
                <a:ext uri="{FF2B5EF4-FFF2-40B4-BE49-F238E27FC236}">
                  <a16:creationId xmlns:a16="http://schemas.microsoft.com/office/drawing/2014/main" id="{513B9AFA-29B9-45B2-A19A-0AF55FB93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364"/>
              <a:ext cx="40" cy="28"/>
            </a:xfrm>
            <a:custGeom>
              <a:avLst/>
              <a:gdLst>
                <a:gd name="T0" fmla="*/ 0 w 20"/>
                <a:gd name="T1" fmla="*/ 112 h 13"/>
                <a:gd name="T2" fmla="*/ 96 w 20"/>
                <a:gd name="T3" fmla="*/ 80 h 13"/>
                <a:gd name="T4" fmla="*/ 152 w 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0" y="11"/>
                  </a:moveTo>
                  <a:cubicBezTo>
                    <a:pt x="5" y="13"/>
                    <a:pt x="8" y="11"/>
                    <a:pt x="12" y="8"/>
                  </a:cubicBezTo>
                  <a:cubicBezTo>
                    <a:pt x="14" y="6"/>
                    <a:pt x="20" y="3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00" name="Freeform 5500">
              <a:extLst>
                <a:ext uri="{FF2B5EF4-FFF2-40B4-BE49-F238E27FC236}">
                  <a16:creationId xmlns:a16="http://schemas.microsoft.com/office/drawing/2014/main" id="{609AEBCF-8A9B-4A8D-9CFD-DE64639C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328"/>
              <a:ext cx="103" cy="36"/>
            </a:xfrm>
            <a:custGeom>
              <a:avLst/>
              <a:gdLst>
                <a:gd name="T0" fmla="*/ 0 w 52"/>
                <a:gd name="T1" fmla="*/ 125 h 17"/>
                <a:gd name="T2" fmla="*/ 133 w 52"/>
                <a:gd name="T3" fmla="*/ 68 h 17"/>
                <a:gd name="T4" fmla="*/ 204 w 52"/>
                <a:gd name="T5" fmla="*/ 0 h 17"/>
                <a:gd name="T6" fmla="*/ 248 w 52"/>
                <a:gd name="T7" fmla="*/ 49 h 17"/>
                <a:gd name="T8" fmla="*/ 309 w 52"/>
                <a:gd name="T9" fmla="*/ 68 h 17"/>
                <a:gd name="T10" fmla="*/ 404 w 52"/>
                <a:gd name="T11" fmla="*/ 59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7">
                  <a:moveTo>
                    <a:pt x="0" y="13"/>
                  </a:moveTo>
                  <a:cubicBezTo>
                    <a:pt x="5" y="17"/>
                    <a:pt x="13" y="11"/>
                    <a:pt x="17" y="7"/>
                  </a:cubicBezTo>
                  <a:cubicBezTo>
                    <a:pt x="20" y="3"/>
                    <a:pt x="21" y="2"/>
                    <a:pt x="26" y="0"/>
                  </a:cubicBezTo>
                  <a:cubicBezTo>
                    <a:pt x="26" y="3"/>
                    <a:pt x="30" y="4"/>
                    <a:pt x="32" y="5"/>
                  </a:cubicBezTo>
                  <a:cubicBezTo>
                    <a:pt x="35" y="6"/>
                    <a:pt x="37" y="7"/>
                    <a:pt x="40" y="7"/>
                  </a:cubicBezTo>
                  <a:cubicBezTo>
                    <a:pt x="44" y="8"/>
                    <a:pt x="48" y="5"/>
                    <a:pt x="52" y="6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01" name="Freeform 5501">
              <a:extLst>
                <a:ext uri="{FF2B5EF4-FFF2-40B4-BE49-F238E27FC236}">
                  <a16:creationId xmlns:a16="http://schemas.microsoft.com/office/drawing/2014/main" id="{BD2B2E08-CE74-4C55-A079-11440527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320"/>
              <a:ext cx="8" cy="10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3"/>
                    <a:pt x="4" y="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02" name="Freeform 5502">
              <a:extLst>
                <a:ext uri="{FF2B5EF4-FFF2-40B4-BE49-F238E27FC236}">
                  <a16:creationId xmlns:a16="http://schemas.microsoft.com/office/drawing/2014/main" id="{431EA4F0-51C4-4314-B274-C9995C6D1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328"/>
              <a:ext cx="22" cy="53"/>
            </a:xfrm>
            <a:custGeom>
              <a:avLst/>
              <a:gdLst>
                <a:gd name="T0" fmla="*/ 0 w 11"/>
                <a:gd name="T1" fmla="*/ 237 h 25"/>
                <a:gd name="T2" fmla="*/ 88 w 11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11" y="25"/>
                    <a:pt x="11" y="7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03" name="Freeform 5503">
              <a:extLst>
                <a:ext uri="{FF2B5EF4-FFF2-40B4-BE49-F238E27FC236}">
                  <a16:creationId xmlns:a16="http://schemas.microsoft.com/office/drawing/2014/main" id="{66D46955-7093-426A-B5DC-E129EAC5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309"/>
              <a:ext cx="20" cy="34"/>
            </a:xfrm>
            <a:custGeom>
              <a:avLst/>
              <a:gdLst>
                <a:gd name="T0" fmla="*/ 0 w 10"/>
                <a:gd name="T1" fmla="*/ 136 h 16"/>
                <a:gd name="T2" fmla="*/ 80 w 1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14"/>
                  </a:moveTo>
                  <a:cubicBezTo>
                    <a:pt x="7" y="16"/>
                    <a:pt x="10" y="4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04" name="Freeform 5504">
              <a:extLst>
                <a:ext uri="{FF2B5EF4-FFF2-40B4-BE49-F238E27FC236}">
                  <a16:creationId xmlns:a16="http://schemas.microsoft.com/office/drawing/2014/main" id="{3E04DBDD-AA20-487C-9FE3-6AE0A6861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518"/>
              <a:ext cx="22" cy="36"/>
            </a:xfrm>
            <a:custGeom>
              <a:avLst/>
              <a:gdLst>
                <a:gd name="T0" fmla="*/ 0 w 11"/>
                <a:gd name="T1" fmla="*/ 0 h 17"/>
                <a:gd name="T2" fmla="*/ 72 w 11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6" y="2"/>
                    <a:pt x="11" y="12"/>
                    <a:pt x="9" y="17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05" name="Freeform 5505">
              <a:extLst>
                <a:ext uri="{FF2B5EF4-FFF2-40B4-BE49-F238E27FC236}">
                  <a16:creationId xmlns:a16="http://schemas.microsoft.com/office/drawing/2014/main" id="{C821F334-E57B-4AAB-B782-DD36D502B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554"/>
              <a:ext cx="14" cy="38"/>
            </a:xfrm>
            <a:custGeom>
              <a:avLst/>
              <a:gdLst>
                <a:gd name="T0" fmla="*/ 0 w 7"/>
                <a:gd name="T1" fmla="*/ 0 h 18"/>
                <a:gd name="T2" fmla="*/ 48 w 7"/>
                <a:gd name="T3" fmla="*/ 76 h 18"/>
                <a:gd name="T4" fmla="*/ 48 w 7"/>
                <a:gd name="T5" fmla="*/ 16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3" y="3"/>
                    <a:pt x="5" y="3"/>
                    <a:pt x="6" y="8"/>
                  </a:cubicBezTo>
                  <a:cubicBezTo>
                    <a:pt x="6" y="11"/>
                    <a:pt x="7" y="16"/>
                    <a:pt x="6" y="18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06" name="Freeform 5506">
              <a:extLst>
                <a:ext uri="{FF2B5EF4-FFF2-40B4-BE49-F238E27FC236}">
                  <a16:creationId xmlns:a16="http://schemas.microsoft.com/office/drawing/2014/main" id="{6B5B40B1-3547-423F-B11C-74242148E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490"/>
              <a:ext cx="64" cy="30"/>
            </a:xfrm>
            <a:custGeom>
              <a:avLst/>
              <a:gdLst>
                <a:gd name="T0" fmla="*/ 0 w 32"/>
                <a:gd name="T1" fmla="*/ 0 h 14"/>
                <a:gd name="T2" fmla="*/ 56 w 32"/>
                <a:gd name="T3" fmla="*/ 60 h 14"/>
                <a:gd name="T4" fmla="*/ 96 w 32"/>
                <a:gd name="T5" fmla="*/ 60 h 14"/>
                <a:gd name="T6" fmla="*/ 152 w 32"/>
                <a:gd name="T7" fmla="*/ 96 h 14"/>
                <a:gd name="T8" fmla="*/ 184 w 32"/>
                <a:gd name="T9" fmla="*/ 129 h 14"/>
                <a:gd name="T10" fmla="*/ 256 w 32"/>
                <a:gd name="T11" fmla="*/ 10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4">
                  <a:moveTo>
                    <a:pt x="0" y="0"/>
                  </a:moveTo>
                  <a:cubicBezTo>
                    <a:pt x="2" y="2"/>
                    <a:pt x="4" y="5"/>
                    <a:pt x="7" y="6"/>
                  </a:cubicBezTo>
                  <a:cubicBezTo>
                    <a:pt x="8" y="6"/>
                    <a:pt x="10" y="6"/>
                    <a:pt x="12" y="6"/>
                  </a:cubicBezTo>
                  <a:cubicBezTo>
                    <a:pt x="14" y="7"/>
                    <a:pt x="17" y="9"/>
                    <a:pt x="19" y="10"/>
                  </a:cubicBezTo>
                  <a:cubicBezTo>
                    <a:pt x="20" y="11"/>
                    <a:pt x="21" y="13"/>
                    <a:pt x="23" y="13"/>
                  </a:cubicBezTo>
                  <a:cubicBezTo>
                    <a:pt x="26" y="14"/>
                    <a:pt x="30" y="12"/>
                    <a:pt x="32" y="1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07" name="Freeform 5507">
              <a:extLst>
                <a:ext uri="{FF2B5EF4-FFF2-40B4-BE49-F238E27FC236}">
                  <a16:creationId xmlns:a16="http://schemas.microsoft.com/office/drawing/2014/main" id="{6CA8115B-6279-4930-BE8E-83018517D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492"/>
              <a:ext cx="61" cy="26"/>
            </a:xfrm>
            <a:custGeom>
              <a:avLst/>
              <a:gdLst>
                <a:gd name="T0" fmla="*/ 0 w 31"/>
                <a:gd name="T1" fmla="*/ 80 h 12"/>
                <a:gd name="T2" fmla="*/ 108 w 31"/>
                <a:gd name="T3" fmla="*/ 93 h 12"/>
                <a:gd name="T4" fmla="*/ 159 w 31"/>
                <a:gd name="T5" fmla="*/ 93 h 12"/>
                <a:gd name="T6" fmla="*/ 236 w 3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2">
                  <a:moveTo>
                    <a:pt x="0" y="8"/>
                  </a:moveTo>
                  <a:cubicBezTo>
                    <a:pt x="5" y="12"/>
                    <a:pt x="9" y="9"/>
                    <a:pt x="14" y="9"/>
                  </a:cubicBezTo>
                  <a:cubicBezTo>
                    <a:pt x="16" y="9"/>
                    <a:pt x="19" y="9"/>
                    <a:pt x="21" y="9"/>
                  </a:cubicBezTo>
                  <a:cubicBezTo>
                    <a:pt x="24" y="9"/>
                    <a:pt x="30" y="3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08" name="Freeform 5508">
              <a:extLst>
                <a:ext uri="{FF2B5EF4-FFF2-40B4-BE49-F238E27FC236}">
                  <a16:creationId xmlns:a16="http://schemas.microsoft.com/office/drawing/2014/main" id="{D9B33287-FF9E-4647-BF6D-D052AC605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583"/>
              <a:ext cx="30" cy="20"/>
            </a:xfrm>
            <a:custGeom>
              <a:avLst/>
              <a:gdLst>
                <a:gd name="T0" fmla="*/ 0 w 15"/>
                <a:gd name="T1" fmla="*/ 20 h 9"/>
                <a:gd name="T2" fmla="*/ 120 w 15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cubicBezTo>
                    <a:pt x="4" y="0"/>
                    <a:pt x="14" y="4"/>
                    <a:pt x="15" y="9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09" name="Freeform 5509">
              <a:extLst>
                <a:ext uri="{FF2B5EF4-FFF2-40B4-BE49-F238E27FC236}">
                  <a16:creationId xmlns:a16="http://schemas.microsoft.com/office/drawing/2014/main" id="{FAEFE595-25EE-4883-BC11-5453E6C49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594"/>
              <a:ext cx="33" cy="21"/>
            </a:xfrm>
            <a:custGeom>
              <a:avLst/>
              <a:gdLst>
                <a:gd name="T0" fmla="*/ 0 w 17"/>
                <a:gd name="T1" fmla="*/ 0 h 10"/>
                <a:gd name="T2" fmla="*/ 124 w 17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7" y="1"/>
                    <a:pt x="14" y="3"/>
                    <a:pt x="17" y="1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10" name="Freeform 5510">
              <a:extLst>
                <a:ext uri="{FF2B5EF4-FFF2-40B4-BE49-F238E27FC236}">
                  <a16:creationId xmlns:a16="http://schemas.microsoft.com/office/drawing/2014/main" id="{2267DC86-DE98-42FA-9247-A578E2523B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8" y="2292"/>
              <a:ext cx="1316" cy="963"/>
            </a:xfrm>
            <a:custGeom>
              <a:avLst/>
              <a:gdLst>
                <a:gd name="T0" fmla="*/ 2305 w 660"/>
                <a:gd name="T1" fmla="*/ 2653 h 453"/>
                <a:gd name="T2" fmla="*/ 2313 w 660"/>
                <a:gd name="T3" fmla="*/ 2653 h 453"/>
                <a:gd name="T4" fmla="*/ 1649 w 660"/>
                <a:gd name="T5" fmla="*/ 2211 h 453"/>
                <a:gd name="T6" fmla="*/ 943 w 660"/>
                <a:gd name="T7" fmla="*/ 2124 h 453"/>
                <a:gd name="T8" fmla="*/ 776 w 660"/>
                <a:gd name="T9" fmla="*/ 2355 h 453"/>
                <a:gd name="T10" fmla="*/ 247 w 660"/>
                <a:gd name="T11" fmla="*/ 3248 h 453"/>
                <a:gd name="T12" fmla="*/ 215 w 660"/>
                <a:gd name="T13" fmla="*/ 3267 h 453"/>
                <a:gd name="T14" fmla="*/ 40 w 660"/>
                <a:gd name="T15" fmla="*/ 4158 h 453"/>
                <a:gd name="T16" fmla="*/ 572 w 660"/>
                <a:gd name="T17" fmla="*/ 4352 h 453"/>
                <a:gd name="T18" fmla="*/ 652 w 660"/>
                <a:gd name="T19" fmla="*/ 3584 h 453"/>
                <a:gd name="T20" fmla="*/ 736 w 660"/>
                <a:gd name="T21" fmla="*/ 3267 h 453"/>
                <a:gd name="T22" fmla="*/ 989 w 660"/>
                <a:gd name="T23" fmla="*/ 2834 h 453"/>
                <a:gd name="T24" fmla="*/ 1196 w 660"/>
                <a:gd name="T25" fmla="*/ 2432 h 453"/>
                <a:gd name="T26" fmla="*/ 1348 w 660"/>
                <a:gd name="T27" fmla="*/ 2345 h 453"/>
                <a:gd name="T28" fmla="*/ 1555 w 660"/>
                <a:gd name="T29" fmla="*/ 2449 h 453"/>
                <a:gd name="T30" fmla="*/ 1681 w 660"/>
                <a:gd name="T31" fmla="*/ 2545 h 453"/>
                <a:gd name="T32" fmla="*/ 1697 w 660"/>
                <a:gd name="T33" fmla="*/ 2372 h 453"/>
                <a:gd name="T34" fmla="*/ 1649 w 660"/>
                <a:gd name="T35" fmla="*/ 2211 h 453"/>
                <a:gd name="T36" fmla="*/ 4337 w 660"/>
                <a:gd name="T37" fmla="*/ 40 h 453"/>
                <a:gd name="T38" fmla="*/ 4321 w 660"/>
                <a:gd name="T39" fmla="*/ 40 h 453"/>
                <a:gd name="T40" fmla="*/ 4115 w 660"/>
                <a:gd name="T41" fmla="*/ 49 h 453"/>
                <a:gd name="T42" fmla="*/ 3717 w 660"/>
                <a:gd name="T43" fmla="*/ 104 h 453"/>
                <a:gd name="T44" fmla="*/ 3575 w 660"/>
                <a:gd name="T45" fmla="*/ 193 h 453"/>
                <a:gd name="T46" fmla="*/ 3272 w 660"/>
                <a:gd name="T47" fmla="*/ 510 h 453"/>
                <a:gd name="T48" fmla="*/ 3132 w 660"/>
                <a:gd name="T49" fmla="*/ 1193 h 453"/>
                <a:gd name="T50" fmla="*/ 2927 w 660"/>
                <a:gd name="T51" fmla="*/ 1373 h 453"/>
                <a:gd name="T52" fmla="*/ 2704 w 660"/>
                <a:gd name="T53" fmla="*/ 1545 h 453"/>
                <a:gd name="T54" fmla="*/ 2584 w 660"/>
                <a:gd name="T55" fmla="*/ 1758 h 453"/>
                <a:gd name="T56" fmla="*/ 2480 w 660"/>
                <a:gd name="T57" fmla="*/ 2092 h 453"/>
                <a:gd name="T58" fmla="*/ 2472 w 660"/>
                <a:gd name="T59" fmla="*/ 2124 h 453"/>
                <a:gd name="T60" fmla="*/ 2401 w 660"/>
                <a:gd name="T61" fmla="*/ 2313 h 453"/>
                <a:gd name="T62" fmla="*/ 2385 w 660"/>
                <a:gd name="T63" fmla="*/ 2421 h 453"/>
                <a:gd name="T64" fmla="*/ 2329 w 660"/>
                <a:gd name="T65" fmla="*/ 2594 h 453"/>
                <a:gd name="T66" fmla="*/ 2305 w 660"/>
                <a:gd name="T67" fmla="*/ 2630 h 453"/>
                <a:gd name="T68" fmla="*/ 2305 w 660"/>
                <a:gd name="T69" fmla="*/ 2645 h 453"/>
                <a:gd name="T70" fmla="*/ 2321 w 660"/>
                <a:gd name="T71" fmla="*/ 2653 h 453"/>
                <a:gd name="T72" fmla="*/ 2337 w 660"/>
                <a:gd name="T73" fmla="*/ 2766 h 453"/>
                <a:gd name="T74" fmla="*/ 2624 w 660"/>
                <a:gd name="T75" fmla="*/ 2978 h 453"/>
                <a:gd name="T76" fmla="*/ 2957 w 660"/>
                <a:gd name="T77" fmla="*/ 2806 h 453"/>
                <a:gd name="T78" fmla="*/ 2776 w 660"/>
                <a:gd name="T79" fmla="*/ 2630 h 453"/>
                <a:gd name="T80" fmla="*/ 2847 w 660"/>
                <a:gd name="T81" fmla="*/ 2200 h 453"/>
                <a:gd name="T82" fmla="*/ 2847 w 660"/>
                <a:gd name="T83" fmla="*/ 2192 h 453"/>
                <a:gd name="T84" fmla="*/ 2973 w 660"/>
                <a:gd name="T85" fmla="*/ 1920 h 453"/>
                <a:gd name="T86" fmla="*/ 3296 w 660"/>
                <a:gd name="T87" fmla="*/ 1739 h 453"/>
                <a:gd name="T88" fmla="*/ 3607 w 660"/>
                <a:gd name="T89" fmla="*/ 1135 h 453"/>
                <a:gd name="T90" fmla="*/ 3591 w 660"/>
                <a:gd name="T91" fmla="*/ 795 h 453"/>
                <a:gd name="T92" fmla="*/ 3781 w 660"/>
                <a:gd name="T93" fmla="*/ 702 h 453"/>
                <a:gd name="T94" fmla="*/ 4337 w 660"/>
                <a:gd name="T95" fmla="*/ 702 h 453"/>
                <a:gd name="T96" fmla="*/ 4724 w 660"/>
                <a:gd name="T97" fmla="*/ 623 h 453"/>
                <a:gd name="T98" fmla="*/ 5232 w 660"/>
                <a:gd name="T99" fmla="*/ 663 h 453"/>
                <a:gd name="T100" fmla="*/ 4907 w 660"/>
                <a:gd name="T101" fmla="*/ 0 h 45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60" h="453">
                  <a:moveTo>
                    <a:pt x="291" y="276"/>
                  </a:moveTo>
                  <a:cubicBezTo>
                    <a:pt x="291" y="276"/>
                    <a:pt x="291" y="276"/>
                    <a:pt x="291" y="276"/>
                  </a:cubicBezTo>
                  <a:cubicBezTo>
                    <a:pt x="291" y="276"/>
                    <a:pt x="293" y="276"/>
                    <a:pt x="292" y="276"/>
                  </a:cubicBezTo>
                  <a:cubicBezTo>
                    <a:pt x="292" y="276"/>
                    <a:pt x="292" y="276"/>
                    <a:pt x="292" y="276"/>
                  </a:cubicBezTo>
                  <a:cubicBezTo>
                    <a:pt x="291" y="276"/>
                    <a:pt x="291" y="276"/>
                    <a:pt x="291" y="276"/>
                  </a:cubicBezTo>
                  <a:close/>
                  <a:moveTo>
                    <a:pt x="208" y="230"/>
                  </a:moveTo>
                  <a:cubicBezTo>
                    <a:pt x="205" y="225"/>
                    <a:pt x="194" y="223"/>
                    <a:pt x="178" y="219"/>
                  </a:cubicBezTo>
                  <a:cubicBezTo>
                    <a:pt x="164" y="215"/>
                    <a:pt x="129" y="209"/>
                    <a:pt x="119" y="221"/>
                  </a:cubicBezTo>
                  <a:cubicBezTo>
                    <a:pt x="112" y="230"/>
                    <a:pt x="105" y="238"/>
                    <a:pt x="98" y="245"/>
                  </a:cubicBezTo>
                  <a:cubicBezTo>
                    <a:pt x="98" y="245"/>
                    <a:pt x="98" y="245"/>
                    <a:pt x="98" y="245"/>
                  </a:cubicBezTo>
                  <a:cubicBezTo>
                    <a:pt x="86" y="258"/>
                    <a:pt x="75" y="268"/>
                    <a:pt x="68" y="276"/>
                  </a:cubicBezTo>
                  <a:cubicBezTo>
                    <a:pt x="65" y="288"/>
                    <a:pt x="48" y="325"/>
                    <a:pt x="31" y="338"/>
                  </a:cubicBezTo>
                  <a:cubicBezTo>
                    <a:pt x="31" y="338"/>
                    <a:pt x="31" y="338"/>
                    <a:pt x="31" y="338"/>
                  </a:cubicBezTo>
                  <a:cubicBezTo>
                    <a:pt x="27" y="340"/>
                    <a:pt x="27" y="340"/>
                    <a:pt x="27" y="340"/>
                  </a:cubicBezTo>
                  <a:cubicBezTo>
                    <a:pt x="27" y="340"/>
                    <a:pt x="21" y="361"/>
                    <a:pt x="22" y="376"/>
                  </a:cubicBezTo>
                  <a:cubicBezTo>
                    <a:pt x="23" y="391"/>
                    <a:pt x="11" y="421"/>
                    <a:pt x="5" y="433"/>
                  </a:cubicBezTo>
                  <a:cubicBezTo>
                    <a:pt x="1" y="440"/>
                    <a:pt x="0" y="448"/>
                    <a:pt x="0" y="453"/>
                  </a:cubicBezTo>
                  <a:cubicBezTo>
                    <a:pt x="72" y="453"/>
                    <a:pt x="72" y="453"/>
                    <a:pt x="72" y="453"/>
                  </a:cubicBezTo>
                  <a:cubicBezTo>
                    <a:pt x="72" y="444"/>
                    <a:pt x="74" y="432"/>
                    <a:pt x="75" y="423"/>
                  </a:cubicBezTo>
                  <a:cubicBezTo>
                    <a:pt x="79" y="407"/>
                    <a:pt x="82" y="387"/>
                    <a:pt x="82" y="373"/>
                  </a:cubicBezTo>
                  <a:cubicBezTo>
                    <a:pt x="82" y="360"/>
                    <a:pt x="87" y="349"/>
                    <a:pt x="93" y="340"/>
                  </a:cubicBezTo>
                  <a:cubicBezTo>
                    <a:pt x="93" y="340"/>
                    <a:pt x="93" y="340"/>
                    <a:pt x="93" y="340"/>
                  </a:cubicBezTo>
                  <a:cubicBezTo>
                    <a:pt x="97" y="332"/>
                    <a:pt x="105" y="326"/>
                    <a:pt x="110" y="320"/>
                  </a:cubicBezTo>
                  <a:cubicBezTo>
                    <a:pt x="115" y="312"/>
                    <a:pt x="118" y="303"/>
                    <a:pt x="125" y="295"/>
                  </a:cubicBezTo>
                  <a:cubicBezTo>
                    <a:pt x="130" y="290"/>
                    <a:pt x="133" y="282"/>
                    <a:pt x="138" y="274"/>
                  </a:cubicBezTo>
                  <a:cubicBezTo>
                    <a:pt x="141" y="270"/>
                    <a:pt x="145" y="261"/>
                    <a:pt x="151" y="253"/>
                  </a:cubicBezTo>
                  <a:cubicBezTo>
                    <a:pt x="156" y="246"/>
                    <a:pt x="164" y="246"/>
                    <a:pt x="169" y="244"/>
                  </a:cubicBezTo>
                  <a:cubicBezTo>
                    <a:pt x="169" y="244"/>
                    <a:pt x="169" y="244"/>
                    <a:pt x="170" y="244"/>
                  </a:cubicBezTo>
                  <a:cubicBezTo>
                    <a:pt x="174" y="246"/>
                    <a:pt x="181" y="244"/>
                    <a:pt x="186" y="246"/>
                  </a:cubicBezTo>
                  <a:cubicBezTo>
                    <a:pt x="190" y="248"/>
                    <a:pt x="194" y="251"/>
                    <a:pt x="196" y="255"/>
                  </a:cubicBezTo>
                  <a:cubicBezTo>
                    <a:pt x="200" y="261"/>
                    <a:pt x="199" y="269"/>
                    <a:pt x="199" y="276"/>
                  </a:cubicBezTo>
                  <a:cubicBezTo>
                    <a:pt x="204" y="271"/>
                    <a:pt x="211" y="271"/>
                    <a:pt x="212" y="265"/>
                  </a:cubicBezTo>
                  <a:cubicBezTo>
                    <a:pt x="213" y="262"/>
                    <a:pt x="211" y="258"/>
                    <a:pt x="212" y="254"/>
                  </a:cubicBezTo>
                  <a:cubicBezTo>
                    <a:pt x="212" y="252"/>
                    <a:pt x="214" y="250"/>
                    <a:pt x="214" y="247"/>
                  </a:cubicBezTo>
                  <a:cubicBezTo>
                    <a:pt x="215" y="243"/>
                    <a:pt x="215" y="240"/>
                    <a:pt x="213" y="237"/>
                  </a:cubicBezTo>
                  <a:cubicBezTo>
                    <a:pt x="212" y="234"/>
                    <a:pt x="211" y="232"/>
                    <a:pt x="208" y="230"/>
                  </a:cubicBezTo>
                  <a:close/>
                  <a:moveTo>
                    <a:pt x="619" y="0"/>
                  </a:moveTo>
                  <a:cubicBezTo>
                    <a:pt x="595" y="1"/>
                    <a:pt x="561" y="2"/>
                    <a:pt x="547" y="4"/>
                  </a:cubicBezTo>
                  <a:cubicBezTo>
                    <a:pt x="547" y="5"/>
                    <a:pt x="547" y="5"/>
                    <a:pt x="547" y="5"/>
                  </a:cubicBezTo>
                  <a:cubicBezTo>
                    <a:pt x="545" y="4"/>
                    <a:pt x="545" y="4"/>
                    <a:pt x="545" y="4"/>
                  </a:cubicBezTo>
                  <a:cubicBezTo>
                    <a:pt x="545" y="4"/>
                    <a:pt x="535" y="5"/>
                    <a:pt x="519" y="5"/>
                  </a:cubicBezTo>
                  <a:cubicBezTo>
                    <a:pt x="519" y="5"/>
                    <a:pt x="519" y="5"/>
                    <a:pt x="519" y="5"/>
                  </a:cubicBezTo>
                  <a:cubicBezTo>
                    <a:pt x="514" y="5"/>
                    <a:pt x="508" y="5"/>
                    <a:pt x="502" y="5"/>
                  </a:cubicBezTo>
                  <a:cubicBezTo>
                    <a:pt x="490" y="5"/>
                    <a:pt x="479" y="7"/>
                    <a:pt x="469" y="11"/>
                  </a:cubicBezTo>
                  <a:cubicBezTo>
                    <a:pt x="470" y="11"/>
                    <a:pt x="472" y="12"/>
                    <a:pt x="473" y="13"/>
                  </a:cubicBezTo>
                  <a:cubicBezTo>
                    <a:pt x="469" y="17"/>
                    <a:pt x="458" y="17"/>
                    <a:pt x="451" y="20"/>
                  </a:cubicBezTo>
                  <a:cubicBezTo>
                    <a:pt x="445" y="23"/>
                    <a:pt x="439" y="25"/>
                    <a:pt x="433" y="28"/>
                  </a:cubicBezTo>
                  <a:cubicBezTo>
                    <a:pt x="422" y="34"/>
                    <a:pt x="414" y="38"/>
                    <a:pt x="413" y="53"/>
                  </a:cubicBezTo>
                  <a:cubicBezTo>
                    <a:pt x="413" y="67"/>
                    <a:pt x="416" y="83"/>
                    <a:pt x="413" y="97"/>
                  </a:cubicBezTo>
                  <a:cubicBezTo>
                    <a:pt x="410" y="106"/>
                    <a:pt x="404" y="121"/>
                    <a:pt x="395" y="124"/>
                  </a:cubicBezTo>
                  <a:cubicBezTo>
                    <a:pt x="388" y="126"/>
                    <a:pt x="387" y="125"/>
                    <a:pt x="382" y="131"/>
                  </a:cubicBezTo>
                  <a:cubicBezTo>
                    <a:pt x="378" y="136"/>
                    <a:pt x="373" y="139"/>
                    <a:pt x="369" y="143"/>
                  </a:cubicBezTo>
                  <a:cubicBezTo>
                    <a:pt x="365" y="148"/>
                    <a:pt x="364" y="153"/>
                    <a:pt x="358" y="155"/>
                  </a:cubicBezTo>
                  <a:cubicBezTo>
                    <a:pt x="351" y="158"/>
                    <a:pt x="347" y="156"/>
                    <a:pt x="341" y="161"/>
                  </a:cubicBezTo>
                  <a:cubicBezTo>
                    <a:pt x="335" y="168"/>
                    <a:pt x="330" y="175"/>
                    <a:pt x="326" y="183"/>
                  </a:cubicBezTo>
                  <a:cubicBezTo>
                    <a:pt x="326" y="183"/>
                    <a:pt x="326" y="183"/>
                    <a:pt x="326" y="183"/>
                  </a:cubicBezTo>
                  <a:cubicBezTo>
                    <a:pt x="325" y="189"/>
                    <a:pt x="322" y="196"/>
                    <a:pt x="320" y="201"/>
                  </a:cubicBezTo>
                  <a:cubicBezTo>
                    <a:pt x="318" y="206"/>
                    <a:pt x="316" y="212"/>
                    <a:pt x="313" y="218"/>
                  </a:cubicBezTo>
                  <a:cubicBezTo>
                    <a:pt x="313" y="218"/>
                    <a:pt x="313" y="218"/>
                    <a:pt x="313" y="218"/>
                  </a:cubicBezTo>
                  <a:cubicBezTo>
                    <a:pt x="312" y="219"/>
                    <a:pt x="312" y="220"/>
                    <a:pt x="312" y="221"/>
                  </a:cubicBezTo>
                  <a:cubicBezTo>
                    <a:pt x="310" y="225"/>
                    <a:pt x="308" y="228"/>
                    <a:pt x="306" y="231"/>
                  </a:cubicBezTo>
                  <a:cubicBezTo>
                    <a:pt x="305" y="234"/>
                    <a:pt x="303" y="237"/>
                    <a:pt x="303" y="241"/>
                  </a:cubicBezTo>
                  <a:cubicBezTo>
                    <a:pt x="302" y="242"/>
                    <a:pt x="302" y="244"/>
                    <a:pt x="302" y="245"/>
                  </a:cubicBezTo>
                  <a:cubicBezTo>
                    <a:pt x="302" y="247"/>
                    <a:pt x="301" y="250"/>
                    <a:pt x="301" y="252"/>
                  </a:cubicBezTo>
                  <a:cubicBezTo>
                    <a:pt x="294" y="269"/>
                    <a:pt x="294" y="269"/>
                    <a:pt x="294" y="269"/>
                  </a:cubicBezTo>
                  <a:cubicBezTo>
                    <a:pt x="294" y="269"/>
                    <a:pt x="294" y="269"/>
                    <a:pt x="294" y="270"/>
                  </a:cubicBezTo>
                  <a:cubicBezTo>
                    <a:pt x="293" y="270"/>
                    <a:pt x="292" y="270"/>
                    <a:pt x="292" y="270"/>
                  </a:cubicBezTo>
                  <a:cubicBezTo>
                    <a:pt x="292" y="271"/>
                    <a:pt x="291" y="273"/>
                    <a:pt x="291" y="274"/>
                  </a:cubicBezTo>
                  <a:cubicBezTo>
                    <a:pt x="291" y="274"/>
                    <a:pt x="291" y="274"/>
                    <a:pt x="292" y="275"/>
                  </a:cubicBezTo>
                  <a:cubicBezTo>
                    <a:pt x="291" y="275"/>
                    <a:pt x="291" y="275"/>
                    <a:pt x="291" y="275"/>
                  </a:cubicBezTo>
                  <a:cubicBezTo>
                    <a:pt x="292" y="275"/>
                    <a:pt x="292" y="275"/>
                    <a:pt x="292" y="276"/>
                  </a:cubicBezTo>
                  <a:cubicBezTo>
                    <a:pt x="292" y="276"/>
                    <a:pt x="293" y="276"/>
                    <a:pt x="293" y="276"/>
                  </a:cubicBezTo>
                  <a:cubicBezTo>
                    <a:pt x="293" y="279"/>
                    <a:pt x="293" y="282"/>
                    <a:pt x="294" y="286"/>
                  </a:cubicBezTo>
                  <a:cubicBezTo>
                    <a:pt x="295" y="286"/>
                    <a:pt x="295" y="287"/>
                    <a:pt x="295" y="288"/>
                  </a:cubicBezTo>
                  <a:cubicBezTo>
                    <a:pt x="296" y="289"/>
                    <a:pt x="297" y="291"/>
                    <a:pt x="297" y="293"/>
                  </a:cubicBezTo>
                  <a:cubicBezTo>
                    <a:pt x="304" y="305"/>
                    <a:pt x="318" y="310"/>
                    <a:pt x="331" y="310"/>
                  </a:cubicBezTo>
                  <a:cubicBezTo>
                    <a:pt x="338" y="310"/>
                    <a:pt x="356" y="317"/>
                    <a:pt x="362" y="314"/>
                  </a:cubicBezTo>
                  <a:cubicBezTo>
                    <a:pt x="366" y="311"/>
                    <a:pt x="373" y="297"/>
                    <a:pt x="373" y="292"/>
                  </a:cubicBezTo>
                  <a:cubicBezTo>
                    <a:pt x="365" y="290"/>
                    <a:pt x="356" y="298"/>
                    <a:pt x="351" y="288"/>
                  </a:cubicBezTo>
                  <a:cubicBezTo>
                    <a:pt x="350" y="284"/>
                    <a:pt x="350" y="278"/>
                    <a:pt x="350" y="274"/>
                  </a:cubicBezTo>
                  <a:cubicBezTo>
                    <a:pt x="349" y="270"/>
                    <a:pt x="347" y="266"/>
                    <a:pt x="346" y="263"/>
                  </a:cubicBezTo>
                  <a:cubicBezTo>
                    <a:pt x="344" y="251"/>
                    <a:pt x="353" y="240"/>
                    <a:pt x="359" y="229"/>
                  </a:cubicBezTo>
                  <a:cubicBezTo>
                    <a:pt x="359" y="229"/>
                    <a:pt x="358" y="229"/>
                    <a:pt x="358" y="229"/>
                  </a:cubicBezTo>
                  <a:cubicBezTo>
                    <a:pt x="358" y="229"/>
                    <a:pt x="359" y="229"/>
                    <a:pt x="359" y="228"/>
                  </a:cubicBezTo>
                  <a:cubicBezTo>
                    <a:pt x="360" y="227"/>
                    <a:pt x="363" y="223"/>
                    <a:pt x="365" y="221"/>
                  </a:cubicBezTo>
                  <a:cubicBezTo>
                    <a:pt x="371" y="216"/>
                    <a:pt x="373" y="208"/>
                    <a:pt x="375" y="200"/>
                  </a:cubicBezTo>
                  <a:cubicBezTo>
                    <a:pt x="376" y="195"/>
                    <a:pt x="375" y="197"/>
                    <a:pt x="378" y="192"/>
                  </a:cubicBezTo>
                  <a:cubicBezTo>
                    <a:pt x="386" y="183"/>
                    <a:pt x="411" y="192"/>
                    <a:pt x="416" y="181"/>
                  </a:cubicBezTo>
                  <a:cubicBezTo>
                    <a:pt x="420" y="173"/>
                    <a:pt x="422" y="153"/>
                    <a:pt x="429" y="148"/>
                  </a:cubicBezTo>
                  <a:cubicBezTo>
                    <a:pt x="439" y="140"/>
                    <a:pt x="448" y="128"/>
                    <a:pt x="455" y="118"/>
                  </a:cubicBezTo>
                  <a:cubicBezTo>
                    <a:pt x="460" y="112"/>
                    <a:pt x="453" y="93"/>
                    <a:pt x="454" y="86"/>
                  </a:cubicBezTo>
                  <a:cubicBezTo>
                    <a:pt x="454" y="85"/>
                    <a:pt x="453" y="84"/>
                    <a:pt x="453" y="83"/>
                  </a:cubicBezTo>
                  <a:cubicBezTo>
                    <a:pt x="455" y="79"/>
                    <a:pt x="457" y="75"/>
                    <a:pt x="459" y="74"/>
                  </a:cubicBezTo>
                  <a:cubicBezTo>
                    <a:pt x="465" y="72"/>
                    <a:pt x="469" y="74"/>
                    <a:pt x="477" y="73"/>
                  </a:cubicBezTo>
                  <a:cubicBezTo>
                    <a:pt x="493" y="71"/>
                    <a:pt x="497" y="62"/>
                    <a:pt x="517" y="67"/>
                  </a:cubicBezTo>
                  <a:cubicBezTo>
                    <a:pt x="526" y="69"/>
                    <a:pt x="537" y="72"/>
                    <a:pt x="547" y="73"/>
                  </a:cubicBezTo>
                  <a:cubicBezTo>
                    <a:pt x="547" y="73"/>
                    <a:pt x="547" y="73"/>
                    <a:pt x="547" y="73"/>
                  </a:cubicBezTo>
                  <a:cubicBezTo>
                    <a:pt x="570" y="74"/>
                    <a:pt x="579" y="67"/>
                    <a:pt x="596" y="65"/>
                  </a:cubicBezTo>
                  <a:cubicBezTo>
                    <a:pt x="613" y="63"/>
                    <a:pt x="618" y="69"/>
                    <a:pt x="639" y="69"/>
                  </a:cubicBezTo>
                  <a:cubicBezTo>
                    <a:pt x="647" y="69"/>
                    <a:pt x="654" y="69"/>
                    <a:pt x="660" y="69"/>
                  </a:cubicBezTo>
                  <a:cubicBezTo>
                    <a:pt x="660" y="6"/>
                    <a:pt x="660" y="6"/>
                    <a:pt x="660" y="6"/>
                  </a:cubicBezTo>
                  <a:cubicBezTo>
                    <a:pt x="647" y="3"/>
                    <a:pt x="631" y="0"/>
                    <a:pt x="619" y="0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11" name="Rectangle 5511">
              <a:extLst>
                <a:ext uri="{FF2B5EF4-FFF2-40B4-BE49-F238E27FC236}">
                  <a16:creationId xmlns:a16="http://schemas.microsoft.com/office/drawing/2014/main" id="{A7105208-5887-4B85-A41E-39F4B8BA7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1239"/>
              <a:ext cx="2264" cy="2016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512" name="Freeform 5512">
              <a:extLst>
                <a:ext uri="{FF2B5EF4-FFF2-40B4-BE49-F238E27FC236}">
                  <a16:creationId xmlns:a16="http://schemas.microsoft.com/office/drawing/2014/main" id="{F82F0E37-8A00-4B53-BAE4-4FC0C1157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239"/>
              <a:ext cx="2264" cy="2016"/>
            </a:xfrm>
            <a:custGeom>
              <a:avLst/>
              <a:gdLst>
                <a:gd name="T0" fmla="*/ 0 w 1135"/>
                <a:gd name="T1" fmla="*/ 5378 h 948"/>
                <a:gd name="T2" fmla="*/ 0 w 1135"/>
                <a:gd name="T3" fmla="*/ 9117 h 948"/>
                <a:gd name="T4" fmla="*/ 9008 w 1135"/>
                <a:gd name="T5" fmla="*/ 9117 h 948"/>
                <a:gd name="T6" fmla="*/ 9008 w 1135"/>
                <a:gd name="T7" fmla="*/ 0 h 948"/>
                <a:gd name="T8" fmla="*/ 4977 w 1135"/>
                <a:gd name="T9" fmla="*/ 0 h 948"/>
                <a:gd name="T10" fmla="*/ 0 w 1135"/>
                <a:gd name="T11" fmla="*/ 5378 h 9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5" h="948">
                  <a:moveTo>
                    <a:pt x="0" y="559"/>
                  </a:moveTo>
                  <a:cubicBezTo>
                    <a:pt x="0" y="948"/>
                    <a:pt x="0" y="948"/>
                    <a:pt x="0" y="948"/>
                  </a:cubicBezTo>
                  <a:cubicBezTo>
                    <a:pt x="1135" y="948"/>
                    <a:pt x="1135" y="948"/>
                    <a:pt x="1135" y="948"/>
                  </a:cubicBezTo>
                  <a:cubicBezTo>
                    <a:pt x="1135" y="0"/>
                    <a:pt x="1135" y="0"/>
                    <a:pt x="1135" y="0"/>
                  </a:cubicBezTo>
                  <a:cubicBezTo>
                    <a:pt x="627" y="0"/>
                    <a:pt x="627" y="0"/>
                    <a:pt x="627" y="0"/>
                  </a:cubicBezTo>
                  <a:cubicBezTo>
                    <a:pt x="351" y="96"/>
                    <a:pt x="125" y="299"/>
                    <a:pt x="0" y="55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014CD70B-F8F9-480E-831B-EDC7E661EE0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From Atheroma</a:t>
            </a:r>
            <a:br>
              <a:rPr lang="fr-FR" altLang="x-none" sz="2600"/>
            </a:br>
            <a:r>
              <a:rPr lang="fr-FR" altLang="x-none" sz="2600"/>
              <a:t>To Thrombus (1)</a:t>
            </a:r>
          </a:p>
        </p:txBody>
      </p:sp>
      <p:grpSp>
        <p:nvGrpSpPr>
          <p:cNvPr id="45058" name="arterial-atheroma-plaque-cross-section">
            <a:extLst>
              <a:ext uri="{FF2B5EF4-FFF2-40B4-BE49-F238E27FC236}">
                <a16:creationId xmlns:a16="http://schemas.microsoft.com/office/drawing/2014/main" id="{D51AC493-8860-45FC-B350-7718068BDE7D}"/>
              </a:ext>
            </a:extLst>
          </p:cNvPr>
          <p:cNvGrpSpPr>
            <a:grpSpLocks/>
          </p:cNvGrpSpPr>
          <p:nvPr/>
        </p:nvGrpSpPr>
        <p:grpSpPr bwMode="auto">
          <a:xfrm>
            <a:off x="2289175" y="1955800"/>
            <a:ext cx="7464425" cy="3556000"/>
            <a:chOff x="482" y="1232"/>
            <a:chExt cx="2345" cy="1117"/>
          </a:xfrm>
        </p:grpSpPr>
        <p:grpSp>
          <p:nvGrpSpPr>
            <p:cNvPr id="45059" name="Group 4">
              <a:extLst>
                <a:ext uri="{FF2B5EF4-FFF2-40B4-BE49-F238E27FC236}">
                  <a16:creationId xmlns:a16="http://schemas.microsoft.com/office/drawing/2014/main" id="{80837EE1-ED91-4C14-9D7C-D5A194BC0E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2" y="1232"/>
              <a:ext cx="2345" cy="1117"/>
              <a:chOff x="482" y="1232"/>
              <a:chExt cx="2345" cy="1117"/>
            </a:xfrm>
          </p:grpSpPr>
          <p:sp>
            <p:nvSpPr>
              <p:cNvPr id="45143" name="Freeform 5">
                <a:extLst>
                  <a:ext uri="{FF2B5EF4-FFF2-40B4-BE49-F238E27FC236}">
                    <a16:creationId xmlns:a16="http://schemas.microsoft.com/office/drawing/2014/main" id="{9651915D-B113-4218-B2F6-7D246E186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552"/>
                <a:ext cx="1709" cy="661"/>
              </a:xfrm>
              <a:custGeom>
                <a:avLst/>
                <a:gdLst>
                  <a:gd name="T0" fmla="*/ 3885 w 1062"/>
                  <a:gd name="T1" fmla="*/ 460 h 385"/>
                  <a:gd name="T2" fmla="*/ 3502 w 1062"/>
                  <a:gd name="T3" fmla="*/ 678 h 385"/>
                  <a:gd name="T4" fmla="*/ 467 w 1062"/>
                  <a:gd name="T5" fmla="*/ 0 h 385"/>
                  <a:gd name="T6" fmla="*/ 422 w 1062"/>
                  <a:gd name="T7" fmla="*/ 153 h 385"/>
                  <a:gd name="T8" fmla="*/ 0 w 1062"/>
                  <a:gd name="T9" fmla="*/ 925 h 385"/>
                  <a:gd name="T10" fmla="*/ 1743 w 1062"/>
                  <a:gd name="T11" fmla="*/ 1341 h 385"/>
                  <a:gd name="T12" fmla="*/ 3494 w 1062"/>
                  <a:gd name="T13" fmla="*/ 1715 h 385"/>
                  <a:gd name="T14" fmla="*/ 3494 w 1062"/>
                  <a:gd name="T15" fmla="*/ 1715 h 385"/>
                  <a:gd name="T16" fmla="*/ 3885 w 1062"/>
                  <a:gd name="T17" fmla="*/ 1949 h 385"/>
                  <a:gd name="T18" fmla="*/ 4425 w 1062"/>
                  <a:gd name="T19" fmla="*/ 1205 h 385"/>
                  <a:gd name="T20" fmla="*/ 3885 w 1062"/>
                  <a:gd name="T21" fmla="*/ 460 h 3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2" h="385">
                    <a:moveTo>
                      <a:pt x="932" y="91"/>
                    </a:moveTo>
                    <a:cubicBezTo>
                      <a:pt x="896" y="91"/>
                      <a:pt x="864" y="107"/>
                      <a:pt x="840" y="134"/>
                    </a:cubicBezTo>
                    <a:cubicBezTo>
                      <a:pt x="840" y="134"/>
                      <a:pt x="467" y="66"/>
                      <a:pt x="112" y="0"/>
                    </a:cubicBezTo>
                    <a:cubicBezTo>
                      <a:pt x="109" y="10"/>
                      <a:pt x="105" y="20"/>
                      <a:pt x="101" y="30"/>
                    </a:cubicBezTo>
                    <a:cubicBezTo>
                      <a:pt x="76" y="83"/>
                      <a:pt x="46" y="144"/>
                      <a:pt x="0" y="183"/>
                    </a:cubicBezTo>
                    <a:cubicBezTo>
                      <a:pt x="214" y="225"/>
                      <a:pt x="385" y="258"/>
                      <a:pt x="418" y="265"/>
                    </a:cubicBezTo>
                    <a:cubicBezTo>
                      <a:pt x="516" y="285"/>
                      <a:pt x="810" y="335"/>
                      <a:pt x="838" y="339"/>
                    </a:cubicBezTo>
                    <a:cubicBezTo>
                      <a:pt x="838" y="339"/>
                      <a:pt x="838" y="339"/>
                      <a:pt x="838" y="339"/>
                    </a:cubicBezTo>
                    <a:cubicBezTo>
                      <a:pt x="862" y="367"/>
                      <a:pt x="895" y="385"/>
                      <a:pt x="932" y="385"/>
                    </a:cubicBezTo>
                    <a:cubicBezTo>
                      <a:pt x="1004" y="385"/>
                      <a:pt x="1062" y="319"/>
                      <a:pt x="1062" y="238"/>
                    </a:cubicBezTo>
                    <a:cubicBezTo>
                      <a:pt x="1062" y="157"/>
                      <a:pt x="1004" y="91"/>
                      <a:pt x="932" y="91"/>
                    </a:cubicBez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4" name="Freeform 6">
                <a:extLst>
                  <a:ext uri="{FF2B5EF4-FFF2-40B4-BE49-F238E27FC236}">
                    <a16:creationId xmlns:a16="http://schemas.microsoft.com/office/drawing/2014/main" id="{611607AD-D0B8-4FDE-9EE7-00071C608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573"/>
                <a:ext cx="544" cy="776"/>
              </a:xfrm>
              <a:custGeom>
                <a:avLst/>
                <a:gdLst>
                  <a:gd name="T0" fmla="*/ 575 w 338"/>
                  <a:gd name="T1" fmla="*/ 0 h 452"/>
                  <a:gd name="T2" fmla="*/ 97 w 338"/>
                  <a:gd name="T3" fmla="*/ 206 h 452"/>
                  <a:gd name="T4" fmla="*/ 192 w 338"/>
                  <a:gd name="T5" fmla="*/ 616 h 452"/>
                  <a:gd name="T6" fmla="*/ 575 w 338"/>
                  <a:gd name="T7" fmla="*/ 400 h 452"/>
                  <a:gd name="T8" fmla="*/ 1117 w 338"/>
                  <a:gd name="T9" fmla="*/ 1143 h 452"/>
                  <a:gd name="T10" fmla="*/ 575 w 338"/>
                  <a:gd name="T11" fmla="*/ 1887 h 452"/>
                  <a:gd name="T12" fmla="*/ 183 w 338"/>
                  <a:gd name="T13" fmla="*/ 1653 h 452"/>
                  <a:gd name="T14" fmla="*/ 0 w 338"/>
                  <a:gd name="T15" fmla="*/ 1969 h 452"/>
                  <a:gd name="T16" fmla="*/ 575 w 338"/>
                  <a:gd name="T17" fmla="*/ 2287 h 452"/>
                  <a:gd name="T18" fmla="*/ 1410 w 338"/>
                  <a:gd name="T19" fmla="*/ 1143 h 452"/>
                  <a:gd name="T20" fmla="*/ 575 w 338"/>
                  <a:gd name="T21" fmla="*/ 0 h 4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70" y="95"/>
                      <a:pt x="102" y="79"/>
                      <a:pt x="138" y="79"/>
                    </a:cubicBezTo>
                    <a:cubicBezTo>
                      <a:pt x="210" y="79"/>
                      <a:pt x="268" y="145"/>
                      <a:pt x="268" y="226"/>
                    </a:cubicBezTo>
                    <a:cubicBezTo>
                      <a:pt x="268" y="307"/>
                      <a:pt x="210" y="373"/>
                      <a:pt x="138" y="373"/>
                    </a:cubicBezTo>
                    <a:cubicBezTo>
                      <a:pt x="101" y="373"/>
                      <a:pt x="68" y="355"/>
                      <a:pt x="44" y="327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DCE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5" name="Freeform 7">
                <a:extLst>
                  <a:ext uri="{FF2B5EF4-FFF2-40B4-BE49-F238E27FC236}">
                    <a16:creationId xmlns:a16="http://schemas.microsoft.com/office/drawing/2014/main" id="{C970DDAE-9075-4FB4-BEC1-A9150FE30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573"/>
                <a:ext cx="544" cy="776"/>
              </a:xfrm>
              <a:custGeom>
                <a:avLst/>
                <a:gdLst>
                  <a:gd name="T0" fmla="*/ 575 w 338"/>
                  <a:gd name="T1" fmla="*/ 0 h 452"/>
                  <a:gd name="T2" fmla="*/ 97 w 338"/>
                  <a:gd name="T3" fmla="*/ 206 h 452"/>
                  <a:gd name="T4" fmla="*/ 109 w 338"/>
                  <a:gd name="T5" fmla="*/ 259 h 452"/>
                  <a:gd name="T6" fmla="*/ 111 w 338"/>
                  <a:gd name="T7" fmla="*/ 259 h 452"/>
                  <a:gd name="T8" fmla="*/ 575 w 338"/>
                  <a:gd name="T9" fmla="*/ 57 h 452"/>
                  <a:gd name="T10" fmla="*/ 1368 w 338"/>
                  <a:gd name="T11" fmla="*/ 1143 h 452"/>
                  <a:gd name="T12" fmla="*/ 575 w 338"/>
                  <a:gd name="T13" fmla="*/ 2232 h 452"/>
                  <a:gd name="T14" fmla="*/ 34 w 338"/>
                  <a:gd name="T15" fmla="*/ 1928 h 452"/>
                  <a:gd name="T16" fmla="*/ 26 w 338"/>
                  <a:gd name="T17" fmla="*/ 1921 h 452"/>
                  <a:gd name="T18" fmla="*/ 0 w 338"/>
                  <a:gd name="T19" fmla="*/ 1969 h 452"/>
                  <a:gd name="T20" fmla="*/ 575 w 338"/>
                  <a:gd name="T21" fmla="*/ 2287 h 452"/>
                  <a:gd name="T22" fmla="*/ 1410 w 338"/>
                  <a:gd name="T23" fmla="*/ 1143 h 452"/>
                  <a:gd name="T24" fmla="*/ 575 w 338"/>
                  <a:gd name="T25" fmla="*/ 0 h 4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58" y="26"/>
                      <a:pt x="97" y="11"/>
                      <a:pt x="138" y="11"/>
                    </a:cubicBezTo>
                    <a:cubicBezTo>
                      <a:pt x="241" y="11"/>
                      <a:pt x="328" y="107"/>
                      <a:pt x="328" y="226"/>
                    </a:cubicBezTo>
                    <a:cubicBezTo>
                      <a:pt x="328" y="345"/>
                      <a:pt x="241" y="441"/>
                      <a:pt x="138" y="441"/>
                    </a:cubicBezTo>
                    <a:cubicBezTo>
                      <a:pt x="87" y="441"/>
                      <a:pt x="41" y="418"/>
                      <a:pt x="8" y="381"/>
                    </a:cubicBezTo>
                    <a:cubicBezTo>
                      <a:pt x="6" y="380"/>
                      <a:pt x="6" y="380"/>
                      <a:pt x="6" y="380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6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6" name="Freeform 8">
                <a:extLst>
                  <a:ext uri="{FF2B5EF4-FFF2-40B4-BE49-F238E27FC236}">
                    <a16:creationId xmlns:a16="http://schemas.microsoft.com/office/drawing/2014/main" id="{C4883796-08F8-41D5-B800-942DBD5A9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691"/>
                <a:ext cx="387" cy="539"/>
              </a:xfrm>
              <a:custGeom>
                <a:avLst/>
                <a:gdLst>
                  <a:gd name="T0" fmla="*/ 419 w 240"/>
                  <a:gd name="T1" fmla="*/ 0 h 314"/>
                  <a:gd name="T2" fmla="*/ 21 w 240"/>
                  <a:gd name="T3" fmla="*/ 213 h 314"/>
                  <a:gd name="T4" fmla="*/ 34 w 240"/>
                  <a:gd name="T5" fmla="*/ 268 h 314"/>
                  <a:gd name="T6" fmla="*/ 419 w 240"/>
                  <a:gd name="T7" fmla="*/ 50 h 314"/>
                  <a:gd name="T8" fmla="*/ 964 w 240"/>
                  <a:gd name="T9" fmla="*/ 795 h 314"/>
                  <a:gd name="T10" fmla="*/ 419 w 240"/>
                  <a:gd name="T11" fmla="*/ 1538 h 314"/>
                  <a:gd name="T12" fmla="*/ 26 w 240"/>
                  <a:gd name="T13" fmla="*/ 1305 h 314"/>
                  <a:gd name="T14" fmla="*/ 0 w 240"/>
                  <a:gd name="T15" fmla="*/ 1346 h 314"/>
                  <a:gd name="T16" fmla="*/ 419 w 240"/>
                  <a:gd name="T17" fmla="*/ 1588 h 314"/>
                  <a:gd name="T18" fmla="*/ 1006 w 240"/>
                  <a:gd name="T19" fmla="*/ 795 h 314"/>
                  <a:gd name="T20" fmla="*/ 41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6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7" y="314"/>
                      <a:pt x="240" y="243"/>
                      <a:pt x="240" y="157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solidFill>
                <a:srgbClr val="D9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7" name="Freeform 9">
                <a:extLst>
                  <a:ext uri="{FF2B5EF4-FFF2-40B4-BE49-F238E27FC236}">
                    <a16:creationId xmlns:a16="http://schemas.microsoft.com/office/drawing/2014/main" id="{26E3A3C3-4B16-41D5-BAA4-9557CDCE1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671"/>
                <a:ext cx="417" cy="580"/>
              </a:xfrm>
              <a:custGeom>
                <a:avLst/>
                <a:gdLst>
                  <a:gd name="T0" fmla="*/ 451 w 259"/>
                  <a:gd name="T1" fmla="*/ 0 h 338"/>
                  <a:gd name="T2" fmla="*/ 37 w 259"/>
                  <a:gd name="T3" fmla="*/ 202 h 338"/>
                  <a:gd name="T4" fmla="*/ 55 w 259"/>
                  <a:gd name="T5" fmla="*/ 275 h 338"/>
                  <a:gd name="T6" fmla="*/ 451 w 259"/>
                  <a:gd name="T7" fmla="*/ 62 h 338"/>
                  <a:gd name="T8" fmla="*/ 1034 w 259"/>
                  <a:gd name="T9" fmla="*/ 855 h 338"/>
                  <a:gd name="T10" fmla="*/ 451 w 259"/>
                  <a:gd name="T11" fmla="*/ 1646 h 338"/>
                  <a:gd name="T12" fmla="*/ 34 w 259"/>
                  <a:gd name="T13" fmla="*/ 1405 h 338"/>
                  <a:gd name="T14" fmla="*/ 0 w 259"/>
                  <a:gd name="T15" fmla="*/ 1455 h 338"/>
                  <a:gd name="T16" fmla="*/ 451 w 259"/>
                  <a:gd name="T17" fmla="*/ 1707 h 338"/>
                  <a:gd name="T18" fmla="*/ 1080 w 259"/>
                  <a:gd name="T19" fmla="*/ 855 h 338"/>
                  <a:gd name="T20" fmla="*/ 451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4"/>
                      <a:pt x="9" y="40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2"/>
                      <a:pt x="248" y="169"/>
                    </a:cubicBezTo>
                    <a:cubicBezTo>
                      <a:pt x="248" y="255"/>
                      <a:pt x="185" y="326"/>
                      <a:pt x="108" y="326"/>
                    </a:cubicBezTo>
                    <a:cubicBezTo>
                      <a:pt x="71" y="326"/>
                      <a:pt x="34" y="308"/>
                      <a:pt x="8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2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8" name="Freeform 10">
                <a:extLst>
                  <a:ext uri="{FF2B5EF4-FFF2-40B4-BE49-F238E27FC236}">
                    <a16:creationId xmlns:a16="http://schemas.microsoft.com/office/drawing/2014/main" id="{E0A49DD3-DBE6-41C9-94B2-52A101279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383"/>
                <a:ext cx="2210" cy="830"/>
              </a:xfrm>
              <a:custGeom>
                <a:avLst/>
                <a:gdLst>
                  <a:gd name="T0" fmla="*/ 5185 w 1373"/>
                  <a:gd name="T1" fmla="*/ 959 h 484"/>
                  <a:gd name="T2" fmla="*/ 4801 w 1373"/>
                  <a:gd name="T3" fmla="*/ 1176 h 484"/>
                  <a:gd name="T4" fmla="*/ 4801 w 1373"/>
                  <a:gd name="T5" fmla="*/ 1176 h 484"/>
                  <a:gd name="T6" fmla="*/ 4795 w 1373"/>
                  <a:gd name="T7" fmla="*/ 1176 h 484"/>
                  <a:gd name="T8" fmla="*/ 4789 w 1373"/>
                  <a:gd name="T9" fmla="*/ 1176 h 484"/>
                  <a:gd name="T10" fmla="*/ 3681 w 1373"/>
                  <a:gd name="T11" fmla="*/ 929 h 484"/>
                  <a:gd name="T12" fmla="*/ 3713 w 1373"/>
                  <a:gd name="T13" fmla="*/ 893 h 484"/>
                  <a:gd name="T14" fmla="*/ 2228 w 1373"/>
                  <a:gd name="T15" fmla="*/ 502 h 484"/>
                  <a:gd name="T16" fmla="*/ 143 w 1373"/>
                  <a:gd name="T17" fmla="*/ 0 h 484"/>
                  <a:gd name="T18" fmla="*/ 129 w 1373"/>
                  <a:gd name="T19" fmla="*/ 77 h 484"/>
                  <a:gd name="T20" fmla="*/ 383 w 1373"/>
                  <a:gd name="T21" fmla="*/ 647 h 484"/>
                  <a:gd name="T22" fmla="*/ 0 w 1373"/>
                  <a:gd name="T23" fmla="*/ 1235 h 484"/>
                  <a:gd name="T24" fmla="*/ 8 w 1373"/>
                  <a:gd name="T25" fmla="*/ 1235 h 484"/>
                  <a:gd name="T26" fmla="*/ 3156 w 1373"/>
                  <a:gd name="T27" fmla="*/ 1868 h 484"/>
                  <a:gd name="T28" fmla="*/ 3156 w 1373"/>
                  <a:gd name="T29" fmla="*/ 1862 h 484"/>
                  <a:gd name="T30" fmla="*/ 4364 w 1373"/>
                  <a:gd name="T31" fmla="*/ 2118 h 484"/>
                  <a:gd name="T32" fmla="*/ 4364 w 1373"/>
                  <a:gd name="T33" fmla="*/ 2118 h 484"/>
                  <a:gd name="T34" fmla="*/ 4397 w 1373"/>
                  <a:gd name="T35" fmla="*/ 2130 h 484"/>
                  <a:gd name="T36" fmla="*/ 4404 w 1373"/>
                  <a:gd name="T37" fmla="*/ 2130 h 484"/>
                  <a:gd name="T38" fmla="*/ 4428 w 1373"/>
                  <a:gd name="T39" fmla="*/ 2132 h 484"/>
                  <a:gd name="T40" fmla="*/ 4438 w 1373"/>
                  <a:gd name="T41" fmla="*/ 2138 h 484"/>
                  <a:gd name="T42" fmla="*/ 4459 w 1373"/>
                  <a:gd name="T43" fmla="*/ 2138 h 484"/>
                  <a:gd name="T44" fmla="*/ 4472 w 1373"/>
                  <a:gd name="T45" fmla="*/ 2144 h 484"/>
                  <a:gd name="T46" fmla="*/ 4500 w 1373"/>
                  <a:gd name="T47" fmla="*/ 2150 h 484"/>
                  <a:gd name="T48" fmla="*/ 4513 w 1373"/>
                  <a:gd name="T49" fmla="*/ 2150 h 484"/>
                  <a:gd name="T50" fmla="*/ 4529 w 1373"/>
                  <a:gd name="T51" fmla="*/ 2152 h 484"/>
                  <a:gd name="T52" fmla="*/ 4542 w 1373"/>
                  <a:gd name="T53" fmla="*/ 2159 h 484"/>
                  <a:gd name="T54" fmla="*/ 4557 w 1373"/>
                  <a:gd name="T55" fmla="*/ 2159 h 484"/>
                  <a:gd name="T56" fmla="*/ 4570 w 1373"/>
                  <a:gd name="T57" fmla="*/ 2164 h 484"/>
                  <a:gd name="T58" fmla="*/ 4578 w 1373"/>
                  <a:gd name="T59" fmla="*/ 2164 h 484"/>
                  <a:gd name="T60" fmla="*/ 4599 w 1373"/>
                  <a:gd name="T61" fmla="*/ 2168 h 484"/>
                  <a:gd name="T62" fmla="*/ 4603 w 1373"/>
                  <a:gd name="T63" fmla="*/ 2168 h 484"/>
                  <a:gd name="T64" fmla="*/ 4663 w 1373"/>
                  <a:gd name="T65" fmla="*/ 2185 h 484"/>
                  <a:gd name="T66" fmla="*/ 4663 w 1373"/>
                  <a:gd name="T67" fmla="*/ 2185 h 484"/>
                  <a:gd name="T68" fmla="*/ 4679 w 1373"/>
                  <a:gd name="T69" fmla="*/ 2185 h 484"/>
                  <a:gd name="T70" fmla="*/ 4684 w 1373"/>
                  <a:gd name="T71" fmla="*/ 2185 h 484"/>
                  <a:gd name="T72" fmla="*/ 4700 w 1373"/>
                  <a:gd name="T73" fmla="*/ 2188 h 484"/>
                  <a:gd name="T74" fmla="*/ 4705 w 1373"/>
                  <a:gd name="T75" fmla="*/ 2188 h 484"/>
                  <a:gd name="T76" fmla="*/ 4715 w 1373"/>
                  <a:gd name="T77" fmla="*/ 2193 h 484"/>
                  <a:gd name="T78" fmla="*/ 4715 w 1373"/>
                  <a:gd name="T79" fmla="*/ 2193 h 484"/>
                  <a:gd name="T80" fmla="*/ 4755 w 1373"/>
                  <a:gd name="T81" fmla="*/ 2200 h 484"/>
                  <a:gd name="T82" fmla="*/ 4760 w 1373"/>
                  <a:gd name="T83" fmla="*/ 2200 h 484"/>
                  <a:gd name="T84" fmla="*/ 4768 w 1373"/>
                  <a:gd name="T85" fmla="*/ 2202 h 484"/>
                  <a:gd name="T86" fmla="*/ 4769 w 1373"/>
                  <a:gd name="T87" fmla="*/ 2202 h 484"/>
                  <a:gd name="T88" fmla="*/ 4776 w 1373"/>
                  <a:gd name="T89" fmla="*/ 2202 h 484"/>
                  <a:gd name="T90" fmla="*/ 4781 w 1373"/>
                  <a:gd name="T91" fmla="*/ 2202 h 484"/>
                  <a:gd name="T92" fmla="*/ 4782 w 1373"/>
                  <a:gd name="T93" fmla="*/ 2202 h 484"/>
                  <a:gd name="T94" fmla="*/ 4790 w 1373"/>
                  <a:gd name="T95" fmla="*/ 2209 h 484"/>
                  <a:gd name="T96" fmla="*/ 4790 w 1373"/>
                  <a:gd name="T97" fmla="*/ 2209 h 484"/>
                  <a:gd name="T98" fmla="*/ 5185 w 1373"/>
                  <a:gd name="T99" fmla="*/ 2440 h 484"/>
                  <a:gd name="T100" fmla="*/ 5725 w 1373"/>
                  <a:gd name="T101" fmla="*/ 1699 h 484"/>
                  <a:gd name="T102" fmla="*/ 5185 w 1373"/>
                  <a:gd name="T103" fmla="*/ 959 h 4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373" h="484">
                    <a:moveTo>
                      <a:pt x="1243" y="190"/>
                    </a:moveTo>
                    <a:cubicBezTo>
                      <a:pt x="1207" y="190"/>
                      <a:pt x="1175" y="206"/>
                      <a:pt x="1151" y="233"/>
                    </a:cubicBezTo>
                    <a:cubicBezTo>
                      <a:pt x="1151" y="233"/>
                      <a:pt x="1151" y="233"/>
                      <a:pt x="1151" y="233"/>
                    </a:cubicBezTo>
                    <a:cubicBezTo>
                      <a:pt x="1150" y="233"/>
                      <a:pt x="1150" y="233"/>
                      <a:pt x="1150" y="233"/>
                    </a:cubicBezTo>
                    <a:cubicBezTo>
                      <a:pt x="1149" y="233"/>
                      <a:pt x="1149" y="233"/>
                      <a:pt x="1148" y="233"/>
                    </a:cubicBezTo>
                    <a:cubicBezTo>
                      <a:pt x="1130" y="229"/>
                      <a:pt x="1026" y="210"/>
                      <a:pt x="883" y="184"/>
                    </a:cubicBezTo>
                    <a:cubicBezTo>
                      <a:pt x="885" y="181"/>
                      <a:pt x="887" y="179"/>
                      <a:pt x="890" y="177"/>
                    </a:cubicBezTo>
                    <a:cubicBezTo>
                      <a:pt x="716" y="138"/>
                      <a:pt x="576" y="108"/>
                      <a:pt x="534" y="100"/>
                    </a:cubicBezTo>
                    <a:cubicBezTo>
                      <a:pt x="408" y="76"/>
                      <a:pt x="105" y="15"/>
                      <a:pt x="34" y="0"/>
                    </a:cubicBezTo>
                    <a:cubicBezTo>
                      <a:pt x="34" y="0"/>
                      <a:pt x="31" y="15"/>
                      <a:pt x="31" y="15"/>
                    </a:cubicBezTo>
                    <a:cubicBezTo>
                      <a:pt x="73" y="24"/>
                      <a:pt x="90" y="74"/>
                      <a:pt x="92" y="128"/>
                    </a:cubicBezTo>
                    <a:cubicBezTo>
                      <a:pt x="95" y="185"/>
                      <a:pt x="49" y="245"/>
                      <a:pt x="0" y="245"/>
                    </a:cubicBezTo>
                    <a:cubicBezTo>
                      <a:pt x="0" y="245"/>
                      <a:pt x="1" y="245"/>
                      <a:pt x="2" y="245"/>
                    </a:cubicBezTo>
                    <a:cubicBezTo>
                      <a:pt x="33" y="251"/>
                      <a:pt x="401" y="302"/>
                      <a:pt x="757" y="370"/>
                    </a:cubicBezTo>
                    <a:cubicBezTo>
                      <a:pt x="757" y="370"/>
                      <a:pt x="757" y="369"/>
                      <a:pt x="757" y="369"/>
                    </a:cubicBezTo>
                    <a:cubicBezTo>
                      <a:pt x="830" y="383"/>
                      <a:pt x="956" y="405"/>
                      <a:pt x="1046" y="420"/>
                    </a:cubicBezTo>
                    <a:cubicBezTo>
                      <a:pt x="1046" y="420"/>
                      <a:pt x="1046" y="420"/>
                      <a:pt x="1046" y="420"/>
                    </a:cubicBezTo>
                    <a:cubicBezTo>
                      <a:pt x="1049" y="421"/>
                      <a:pt x="1051" y="421"/>
                      <a:pt x="1054" y="422"/>
                    </a:cubicBezTo>
                    <a:cubicBezTo>
                      <a:pt x="1055" y="422"/>
                      <a:pt x="1055" y="422"/>
                      <a:pt x="1056" y="422"/>
                    </a:cubicBezTo>
                    <a:cubicBezTo>
                      <a:pt x="1058" y="422"/>
                      <a:pt x="1060" y="423"/>
                      <a:pt x="1062" y="423"/>
                    </a:cubicBezTo>
                    <a:cubicBezTo>
                      <a:pt x="1063" y="423"/>
                      <a:pt x="1064" y="423"/>
                      <a:pt x="1064" y="424"/>
                    </a:cubicBezTo>
                    <a:cubicBezTo>
                      <a:pt x="1066" y="424"/>
                      <a:pt x="1068" y="424"/>
                      <a:pt x="1069" y="424"/>
                    </a:cubicBezTo>
                    <a:cubicBezTo>
                      <a:pt x="1070" y="425"/>
                      <a:pt x="1071" y="425"/>
                      <a:pt x="1072" y="425"/>
                    </a:cubicBezTo>
                    <a:cubicBezTo>
                      <a:pt x="1075" y="425"/>
                      <a:pt x="1077" y="426"/>
                      <a:pt x="1079" y="426"/>
                    </a:cubicBezTo>
                    <a:cubicBezTo>
                      <a:pt x="1080" y="426"/>
                      <a:pt x="1081" y="426"/>
                      <a:pt x="1082" y="426"/>
                    </a:cubicBezTo>
                    <a:cubicBezTo>
                      <a:pt x="1083" y="427"/>
                      <a:pt x="1085" y="427"/>
                      <a:pt x="1086" y="427"/>
                    </a:cubicBezTo>
                    <a:cubicBezTo>
                      <a:pt x="1087" y="427"/>
                      <a:pt x="1088" y="428"/>
                      <a:pt x="1089" y="428"/>
                    </a:cubicBezTo>
                    <a:cubicBezTo>
                      <a:pt x="1090" y="428"/>
                      <a:pt x="1092" y="428"/>
                      <a:pt x="1093" y="428"/>
                    </a:cubicBezTo>
                    <a:cubicBezTo>
                      <a:pt x="1094" y="429"/>
                      <a:pt x="1095" y="429"/>
                      <a:pt x="1096" y="429"/>
                    </a:cubicBezTo>
                    <a:cubicBezTo>
                      <a:pt x="1097" y="429"/>
                      <a:pt x="1098" y="429"/>
                      <a:pt x="1098" y="429"/>
                    </a:cubicBezTo>
                    <a:cubicBezTo>
                      <a:pt x="1100" y="429"/>
                      <a:pt x="1101" y="430"/>
                      <a:pt x="1103" y="430"/>
                    </a:cubicBezTo>
                    <a:cubicBezTo>
                      <a:pt x="1103" y="430"/>
                      <a:pt x="1104" y="430"/>
                      <a:pt x="1104" y="430"/>
                    </a:cubicBezTo>
                    <a:cubicBezTo>
                      <a:pt x="1109" y="431"/>
                      <a:pt x="1114" y="432"/>
                      <a:pt x="1118" y="433"/>
                    </a:cubicBezTo>
                    <a:cubicBezTo>
                      <a:pt x="1118" y="433"/>
                      <a:pt x="1118" y="433"/>
                      <a:pt x="1118" y="433"/>
                    </a:cubicBezTo>
                    <a:cubicBezTo>
                      <a:pt x="1119" y="433"/>
                      <a:pt x="1121" y="433"/>
                      <a:pt x="1122" y="433"/>
                    </a:cubicBezTo>
                    <a:cubicBezTo>
                      <a:pt x="1122" y="433"/>
                      <a:pt x="1123" y="433"/>
                      <a:pt x="1123" y="433"/>
                    </a:cubicBezTo>
                    <a:cubicBezTo>
                      <a:pt x="1124" y="434"/>
                      <a:pt x="1125" y="434"/>
                      <a:pt x="1127" y="434"/>
                    </a:cubicBezTo>
                    <a:cubicBezTo>
                      <a:pt x="1127" y="434"/>
                      <a:pt x="1127" y="434"/>
                      <a:pt x="1128" y="434"/>
                    </a:cubicBezTo>
                    <a:cubicBezTo>
                      <a:pt x="1129" y="434"/>
                      <a:pt x="1130" y="434"/>
                      <a:pt x="1131" y="435"/>
                    </a:cubicBezTo>
                    <a:cubicBezTo>
                      <a:pt x="1131" y="435"/>
                      <a:pt x="1131" y="435"/>
                      <a:pt x="1131" y="435"/>
                    </a:cubicBezTo>
                    <a:cubicBezTo>
                      <a:pt x="1135" y="435"/>
                      <a:pt x="1137" y="436"/>
                      <a:pt x="1140" y="436"/>
                    </a:cubicBezTo>
                    <a:cubicBezTo>
                      <a:pt x="1140" y="436"/>
                      <a:pt x="1141" y="436"/>
                      <a:pt x="1141" y="436"/>
                    </a:cubicBezTo>
                    <a:cubicBezTo>
                      <a:pt x="1142" y="436"/>
                      <a:pt x="1142" y="436"/>
                      <a:pt x="1143" y="437"/>
                    </a:cubicBezTo>
                    <a:cubicBezTo>
                      <a:pt x="1143" y="437"/>
                      <a:pt x="1144" y="437"/>
                      <a:pt x="1144" y="437"/>
                    </a:cubicBezTo>
                    <a:cubicBezTo>
                      <a:pt x="1144" y="437"/>
                      <a:pt x="1145" y="437"/>
                      <a:pt x="1145" y="437"/>
                    </a:cubicBezTo>
                    <a:cubicBezTo>
                      <a:pt x="1146" y="437"/>
                      <a:pt x="1146" y="437"/>
                      <a:pt x="1146" y="437"/>
                    </a:cubicBezTo>
                    <a:cubicBezTo>
                      <a:pt x="1147" y="437"/>
                      <a:pt x="1147" y="437"/>
                      <a:pt x="1147" y="437"/>
                    </a:cubicBezTo>
                    <a:cubicBezTo>
                      <a:pt x="1148" y="437"/>
                      <a:pt x="1149" y="437"/>
                      <a:pt x="1149" y="438"/>
                    </a:cubicBezTo>
                    <a:cubicBezTo>
                      <a:pt x="1149" y="438"/>
                      <a:pt x="1149" y="438"/>
                      <a:pt x="1149" y="438"/>
                    </a:cubicBezTo>
                    <a:cubicBezTo>
                      <a:pt x="1173" y="466"/>
                      <a:pt x="1206" y="484"/>
                      <a:pt x="1243" y="484"/>
                    </a:cubicBezTo>
                    <a:cubicBezTo>
                      <a:pt x="1315" y="484"/>
                      <a:pt x="1373" y="418"/>
                      <a:pt x="1373" y="337"/>
                    </a:cubicBezTo>
                    <a:cubicBezTo>
                      <a:pt x="1373" y="256"/>
                      <a:pt x="1315" y="190"/>
                      <a:pt x="1243" y="19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9" name="Freeform 11">
                <a:extLst>
                  <a:ext uri="{FF2B5EF4-FFF2-40B4-BE49-F238E27FC236}">
                    <a16:creationId xmlns:a16="http://schemas.microsoft.com/office/drawing/2014/main" id="{24769C17-62DE-4379-BB35-FF74ED08B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1758"/>
                <a:ext cx="462" cy="119"/>
              </a:xfrm>
              <a:custGeom>
                <a:avLst/>
                <a:gdLst>
                  <a:gd name="T0" fmla="*/ 1191 w 287"/>
                  <a:gd name="T1" fmla="*/ 354 h 69"/>
                  <a:gd name="T2" fmla="*/ 1198 w 287"/>
                  <a:gd name="T3" fmla="*/ 267 h 69"/>
                  <a:gd name="T4" fmla="*/ 84 w 287"/>
                  <a:gd name="T5" fmla="*/ 0 h 69"/>
                  <a:gd name="T6" fmla="*/ 0 w 287"/>
                  <a:gd name="T7" fmla="*/ 78 h 69"/>
                  <a:gd name="T8" fmla="*/ 1191 w 287"/>
                  <a:gd name="T9" fmla="*/ 354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7" h="69">
                    <a:moveTo>
                      <a:pt x="286" y="69"/>
                    </a:moveTo>
                    <a:cubicBezTo>
                      <a:pt x="287" y="52"/>
                      <a:pt x="287" y="52"/>
                      <a:pt x="287" y="52"/>
                    </a:cubicBezTo>
                    <a:cubicBezTo>
                      <a:pt x="192" y="36"/>
                      <a:pt x="60" y="12"/>
                      <a:pt x="20" y="0"/>
                    </a:cubicBezTo>
                    <a:cubicBezTo>
                      <a:pt x="13" y="10"/>
                      <a:pt x="10" y="9"/>
                      <a:pt x="0" y="15"/>
                    </a:cubicBezTo>
                    <a:lnTo>
                      <a:pt x="286" y="69"/>
                    </a:ln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0" name="Freeform 12">
                <a:extLst>
                  <a:ext uri="{FF2B5EF4-FFF2-40B4-BE49-F238E27FC236}">
                    <a16:creationId xmlns:a16="http://schemas.microsoft.com/office/drawing/2014/main" id="{39F1CDE5-5FD8-4DC3-B9E0-C45980D47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813"/>
                <a:ext cx="1795" cy="400"/>
              </a:xfrm>
              <a:custGeom>
                <a:avLst/>
                <a:gdLst>
                  <a:gd name="T0" fmla="*/ 4653 w 1115"/>
                  <a:gd name="T1" fmla="*/ 1150 h 233"/>
                  <a:gd name="T2" fmla="*/ 4577 w 1115"/>
                  <a:gd name="T3" fmla="*/ 1130 h 233"/>
                  <a:gd name="T4" fmla="*/ 4263 w 1115"/>
                  <a:gd name="T5" fmla="*/ 961 h 233"/>
                  <a:gd name="T6" fmla="*/ 3996 w 1115"/>
                  <a:gd name="T7" fmla="*/ 839 h 233"/>
                  <a:gd name="T8" fmla="*/ 3139 w 1115"/>
                  <a:gd name="T9" fmla="*/ 649 h 233"/>
                  <a:gd name="T10" fmla="*/ 1887 w 1115"/>
                  <a:gd name="T11" fmla="*/ 338 h 233"/>
                  <a:gd name="T12" fmla="*/ 1177 w 1115"/>
                  <a:gd name="T13" fmla="*/ 0 h 233"/>
                  <a:gd name="T14" fmla="*/ 467 w 1115"/>
                  <a:gd name="T15" fmla="*/ 62 h 233"/>
                  <a:gd name="T16" fmla="*/ 0 w 1115"/>
                  <a:gd name="T17" fmla="*/ 98 h 233"/>
                  <a:gd name="T18" fmla="*/ 2470 w 1115"/>
                  <a:gd name="T19" fmla="*/ 601 h 233"/>
                  <a:gd name="T20" fmla="*/ 2470 w 1115"/>
                  <a:gd name="T21" fmla="*/ 597 h 233"/>
                  <a:gd name="T22" fmla="*/ 3675 w 1115"/>
                  <a:gd name="T23" fmla="*/ 855 h 233"/>
                  <a:gd name="T24" fmla="*/ 3675 w 1115"/>
                  <a:gd name="T25" fmla="*/ 855 h 233"/>
                  <a:gd name="T26" fmla="*/ 3709 w 1115"/>
                  <a:gd name="T27" fmla="*/ 867 h 233"/>
                  <a:gd name="T28" fmla="*/ 3717 w 1115"/>
                  <a:gd name="T29" fmla="*/ 867 h 233"/>
                  <a:gd name="T30" fmla="*/ 3743 w 1115"/>
                  <a:gd name="T31" fmla="*/ 869 h 233"/>
                  <a:gd name="T32" fmla="*/ 3749 w 1115"/>
                  <a:gd name="T33" fmla="*/ 876 h 233"/>
                  <a:gd name="T34" fmla="*/ 3770 w 1115"/>
                  <a:gd name="T35" fmla="*/ 876 h 233"/>
                  <a:gd name="T36" fmla="*/ 3783 w 1115"/>
                  <a:gd name="T37" fmla="*/ 881 h 233"/>
                  <a:gd name="T38" fmla="*/ 3812 w 1115"/>
                  <a:gd name="T39" fmla="*/ 884 h 233"/>
                  <a:gd name="T40" fmla="*/ 3825 w 1115"/>
                  <a:gd name="T41" fmla="*/ 884 h 233"/>
                  <a:gd name="T42" fmla="*/ 3843 w 1115"/>
                  <a:gd name="T43" fmla="*/ 889 h 233"/>
                  <a:gd name="T44" fmla="*/ 3856 w 1115"/>
                  <a:gd name="T45" fmla="*/ 896 h 233"/>
                  <a:gd name="T46" fmla="*/ 3872 w 1115"/>
                  <a:gd name="T47" fmla="*/ 896 h 233"/>
                  <a:gd name="T48" fmla="*/ 3885 w 1115"/>
                  <a:gd name="T49" fmla="*/ 901 h 233"/>
                  <a:gd name="T50" fmla="*/ 3893 w 1115"/>
                  <a:gd name="T51" fmla="*/ 901 h 233"/>
                  <a:gd name="T52" fmla="*/ 3914 w 1115"/>
                  <a:gd name="T53" fmla="*/ 905 h 233"/>
                  <a:gd name="T54" fmla="*/ 3918 w 1115"/>
                  <a:gd name="T55" fmla="*/ 905 h 233"/>
                  <a:gd name="T56" fmla="*/ 3976 w 1115"/>
                  <a:gd name="T57" fmla="*/ 920 h 233"/>
                  <a:gd name="T58" fmla="*/ 3976 w 1115"/>
                  <a:gd name="T59" fmla="*/ 920 h 233"/>
                  <a:gd name="T60" fmla="*/ 3994 w 1115"/>
                  <a:gd name="T61" fmla="*/ 920 h 233"/>
                  <a:gd name="T62" fmla="*/ 3996 w 1115"/>
                  <a:gd name="T63" fmla="*/ 920 h 233"/>
                  <a:gd name="T64" fmla="*/ 4015 w 1115"/>
                  <a:gd name="T65" fmla="*/ 925 h 233"/>
                  <a:gd name="T66" fmla="*/ 4017 w 1115"/>
                  <a:gd name="T67" fmla="*/ 925 h 233"/>
                  <a:gd name="T68" fmla="*/ 4029 w 1115"/>
                  <a:gd name="T69" fmla="*/ 930 h 233"/>
                  <a:gd name="T70" fmla="*/ 4029 w 1115"/>
                  <a:gd name="T71" fmla="*/ 930 h 233"/>
                  <a:gd name="T72" fmla="*/ 4068 w 1115"/>
                  <a:gd name="T73" fmla="*/ 937 h 233"/>
                  <a:gd name="T74" fmla="*/ 4071 w 1115"/>
                  <a:gd name="T75" fmla="*/ 937 h 233"/>
                  <a:gd name="T76" fmla="*/ 4079 w 1115"/>
                  <a:gd name="T77" fmla="*/ 941 h 233"/>
                  <a:gd name="T78" fmla="*/ 4084 w 1115"/>
                  <a:gd name="T79" fmla="*/ 941 h 233"/>
                  <a:gd name="T80" fmla="*/ 4089 w 1115"/>
                  <a:gd name="T81" fmla="*/ 941 h 233"/>
                  <a:gd name="T82" fmla="*/ 4092 w 1115"/>
                  <a:gd name="T83" fmla="*/ 941 h 233"/>
                  <a:gd name="T84" fmla="*/ 4097 w 1115"/>
                  <a:gd name="T85" fmla="*/ 941 h 233"/>
                  <a:gd name="T86" fmla="*/ 4105 w 1115"/>
                  <a:gd name="T87" fmla="*/ 946 h 233"/>
                  <a:gd name="T88" fmla="*/ 4105 w 1115"/>
                  <a:gd name="T89" fmla="*/ 946 h 233"/>
                  <a:gd name="T90" fmla="*/ 4496 w 1115"/>
                  <a:gd name="T91" fmla="*/ 1179 h 233"/>
                  <a:gd name="T92" fmla="*/ 4653 w 1115"/>
                  <a:gd name="T93" fmla="*/ 1150 h 23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15" h="233">
                    <a:moveTo>
                      <a:pt x="1115" y="227"/>
                    </a:moveTo>
                    <a:cubicBezTo>
                      <a:pt x="1109" y="226"/>
                      <a:pt x="1103" y="225"/>
                      <a:pt x="1097" y="223"/>
                    </a:cubicBezTo>
                    <a:cubicBezTo>
                      <a:pt x="1075" y="215"/>
                      <a:pt x="1043" y="200"/>
                      <a:pt x="1022" y="190"/>
                    </a:cubicBezTo>
                    <a:cubicBezTo>
                      <a:pt x="995" y="177"/>
                      <a:pt x="988" y="169"/>
                      <a:pt x="958" y="166"/>
                    </a:cubicBezTo>
                    <a:cubicBezTo>
                      <a:pt x="892" y="160"/>
                      <a:pt x="817" y="144"/>
                      <a:pt x="752" y="128"/>
                    </a:cubicBezTo>
                    <a:cubicBezTo>
                      <a:pt x="654" y="105"/>
                      <a:pt x="546" y="108"/>
                      <a:pt x="452" y="67"/>
                    </a:cubicBezTo>
                    <a:cubicBezTo>
                      <a:pt x="400" y="44"/>
                      <a:pt x="341" y="0"/>
                      <a:pt x="282" y="0"/>
                    </a:cubicBezTo>
                    <a:cubicBezTo>
                      <a:pt x="226" y="1"/>
                      <a:pt x="168" y="28"/>
                      <a:pt x="112" y="12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46" y="41"/>
                      <a:pt x="372" y="77"/>
                      <a:pt x="592" y="119"/>
                    </a:cubicBezTo>
                    <a:cubicBezTo>
                      <a:pt x="592" y="119"/>
                      <a:pt x="592" y="118"/>
                      <a:pt x="592" y="118"/>
                    </a:cubicBezTo>
                    <a:cubicBezTo>
                      <a:pt x="665" y="132"/>
                      <a:pt x="791" y="154"/>
                      <a:pt x="881" y="169"/>
                    </a:cubicBezTo>
                    <a:cubicBezTo>
                      <a:pt x="881" y="169"/>
                      <a:pt x="881" y="169"/>
                      <a:pt x="881" y="169"/>
                    </a:cubicBezTo>
                    <a:cubicBezTo>
                      <a:pt x="884" y="170"/>
                      <a:pt x="886" y="170"/>
                      <a:pt x="889" y="171"/>
                    </a:cubicBezTo>
                    <a:cubicBezTo>
                      <a:pt x="890" y="171"/>
                      <a:pt x="890" y="171"/>
                      <a:pt x="891" y="171"/>
                    </a:cubicBezTo>
                    <a:cubicBezTo>
                      <a:pt x="893" y="171"/>
                      <a:pt x="895" y="172"/>
                      <a:pt x="897" y="172"/>
                    </a:cubicBezTo>
                    <a:cubicBezTo>
                      <a:pt x="898" y="172"/>
                      <a:pt x="899" y="172"/>
                      <a:pt x="899" y="173"/>
                    </a:cubicBezTo>
                    <a:cubicBezTo>
                      <a:pt x="901" y="173"/>
                      <a:pt x="903" y="173"/>
                      <a:pt x="904" y="173"/>
                    </a:cubicBezTo>
                    <a:cubicBezTo>
                      <a:pt x="905" y="174"/>
                      <a:pt x="906" y="174"/>
                      <a:pt x="907" y="174"/>
                    </a:cubicBezTo>
                    <a:cubicBezTo>
                      <a:pt x="910" y="174"/>
                      <a:pt x="912" y="175"/>
                      <a:pt x="914" y="175"/>
                    </a:cubicBezTo>
                    <a:cubicBezTo>
                      <a:pt x="915" y="175"/>
                      <a:pt x="916" y="175"/>
                      <a:pt x="917" y="175"/>
                    </a:cubicBezTo>
                    <a:cubicBezTo>
                      <a:pt x="918" y="176"/>
                      <a:pt x="920" y="176"/>
                      <a:pt x="921" y="176"/>
                    </a:cubicBezTo>
                    <a:cubicBezTo>
                      <a:pt x="922" y="176"/>
                      <a:pt x="923" y="177"/>
                      <a:pt x="924" y="177"/>
                    </a:cubicBezTo>
                    <a:cubicBezTo>
                      <a:pt x="925" y="177"/>
                      <a:pt x="927" y="177"/>
                      <a:pt x="928" y="177"/>
                    </a:cubicBezTo>
                    <a:cubicBezTo>
                      <a:pt x="929" y="178"/>
                      <a:pt x="930" y="178"/>
                      <a:pt x="931" y="178"/>
                    </a:cubicBezTo>
                    <a:cubicBezTo>
                      <a:pt x="932" y="178"/>
                      <a:pt x="933" y="178"/>
                      <a:pt x="933" y="178"/>
                    </a:cubicBezTo>
                    <a:cubicBezTo>
                      <a:pt x="935" y="178"/>
                      <a:pt x="936" y="179"/>
                      <a:pt x="938" y="179"/>
                    </a:cubicBezTo>
                    <a:cubicBezTo>
                      <a:pt x="938" y="179"/>
                      <a:pt x="939" y="179"/>
                      <a:pt x="939" y="179"/>
                    </a:cubicBezTo>
                    <a:cubicBezTo>
                      <a:pt x="944" y="180"/>
                      <a:pt x="949" y="181"/>
                      <a:pt x="953" y="182"/>
                    </a:cubicBezTo>
                    <a:cubicBezTo>
                      <a:pt x="953" y="182"/>
                      <a:pt x="953" y="182"/>
                      <a:pt x="953" y="182"/>
                    </a:cubicBezTo>
                    <a:cubicBezTo>
                      <a:pt x="954" y="182"/>
                      <a:pt x="956" y="182"/>
                      <a:pt x="957" y="182"/>
                    </a:cubicBezTo>
                    <a:cubicBezTo>
                      <a:pt x="957" y="182"/>
                      <a:pt x="958" y="182"/>
                      <a:pt x="958" y="182"/>
                    </a:cubicBezTo>
                    <a:cubicBezTo>
                      <a:pt x="959" y="183"/>
                      <a:pt x="960" y="183"/>
                      <a:pt x="962" y="183"/>
                    </a:cubicBezTo>
                    <a:cubicBezTo>
                      <a:pt x="962" y="183"/>
                      <a:pt x="962" y="183"/>
                      <a:pt x="963" y="183"/>
                    </a:cubicBezTo>
                    <a:cubicBezTo>
                      <a:pt x="964" y="183"/>
                      <a:pt x="965" y="183"/>
                      <a:pt x="966" y="184"/>
                    </a:cubicBezTo>
                    <a:cubicBezTo>
                      <a:pt x="966" y="184"/>
                      <a:pt x="966" y="184"/>
                      <a:pt x="966" y="184"/>
                    </a:cubicBezTo>
                    <a:cubicBezTo>
                      <a:pt x="970" y="184"/>
                      <a:pt x="972" y="185"/>
                      <a:pt x="975" y="185"/>
                    </a:cubicBezTo>
                    <a:cubicBezTo>
                      <a:pt x="975" y="185"/>
                      <a:pt x="976" y="185"/>
                      <a:pt x="976" y="185"/>
                    </a:cubicBezTo>
                    <a:cubicBezTo>
                      <a:pt x="977" y="185"/>
                      <a:pt x="977" y="185"/>
                      <a:pt x="978" y="186"/>
                    </a:cubicBezTo>
                    <a:cubicBezTo>
                      <a:pt x="978" y="186"/>
                      <a:pt x="979" y="186"/>
                      <a:pt x="979" y="186"/>
                    </a:cubicBezTo>
                    <a:cubicBezTo>
                      <a:pt x="979" y="186"/>
                      <a:pt x="980" y="186"/>
                      <a:pt x="980" y="186"/>
                    </a:cubicBezTo>
                    <a:cubicBezTo>
                      <a:pt x="981" y="186"/>
                      <a:pt x="981" y="186"/>
                      <a:pt x="981" y="186"/>
                    </a:cubicBezTo>
                    <a:cubicBezTo>
                      <a:pt x="982" y="186"/>
                      <a:pt x="982" y="186"/>
                      <a:pt x="982" y="186"/>
                    </a:cubicBezTo>
                    <a:cubicBezTo>
                      <a:pt x="983" y="186"/>
                      <a:pt x="984" y="186"/>
                      <a:pt x="984" y="187"/>
                    </a:cubicBezTo>
                    <a:cubicBezTo>
                      <a:pt x="984" y="187"/>
                      <a:pt x="984" y="187"/>
                      <a:pt x="984" y="187"/>
                    </a:cubicBezTo>
                    <a:cubicBezTo>
                      <a:pt x="1008" y="215"/>
                      <a:pt x="1041" y="233"/>
                      <a:pt x="1078" y="233"/>
                    </a:cubicBezTo>
                    <a:cubicBezTo>
                      <a:pt x="1091" y="233"/>
                      <a:pt x="1103" y="231"/>
                      <a:pt x="1115" y="227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1" name="Freeform 13">
                <a:extLst>
                  <a:ext uri="{FF2B5EF4-FFF2-40B4-BE49-F238E27FC236}">
                    <a16:creationId xmlns:a16="http://schemas.microsoft.com/office/drawing/2014/main" id="{B2A72CE8-B933-4AED-A4DE-452FA2EA4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691"/>
                <a:ext cx="387" cy="539"/>
              </a:xfrm>
              <a:custGeom>
                <a:avLst/>
                <a:gdLst>
                  <a:gd name="T0" fmla="*/ 419 w 240"/>
                  <a:gd name="T1" fmla="*/ 0 h 314"/>
                  <a:gd name="T2" fmla="*/ 21 w 240"/>
                  <a:gd name="T3" fmla="*/ 213 h 314"/>
                  <a:gd name="T4" fmla="*/ 34 w 240"/>
                  <a:gd name="T5" fmla="*/ 268 h 314"/>
                  <a:gd name="T6" fmla="*/ 419 w 240"/>
                  <a:gd name="T7" fmla="*/ 50 h 314"/>
                  <a:gd name="T8" fmla="*/ 964 w 240"/>
                  <a:gd name="T9" fmla="*/ 795 h 314"/>
                  <a:gd name="T10" fmla="*/ 419 w 240"/>
                  <a:gd name="T11" fmla="*/ 1538 h 314"/>
                  <a:gd name="T12" fmla="*/ 26 w 240"/>
                  <a:gd name="T13" fmla="*/ 1305 h 314"/>
                  <a:gd name="T14" fmla="*/ 0 w 240"/>
                  <a:gd name="T15" fmla="*/ 1346 h 314"/>
                  <a:gd name="T16" fmla="*/ 419 w 240"/>
                  <a:gd name="T17" fmla="*/ 1588 h 314"/>
                  <a:gd name="T18" fmla="*/ 1006 w 240"/>
                  <a:gd name="T19" fmla="*/ 795 h 314"/>
                  <a:gd name="T20" fmla="*/ 41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6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7" y="314"/>
                      <a:pt x="240" y="243"/>
                      <a:pt x="240" y="157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solidFill>
                <a:srgbClr val="D4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2" name="Freeform 14">
                <a:extLst>
                  <a:ext uri="{FF2B5EF4-FFF2-40B4-BE49-F238E27FC236}">
                    <a16:creationId xmlns:a16="http://schemas.microsoft.com/office/drawing/2014/main" id="{D65CC93D-0917-4680-9284-4AF7C6868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671"/>
                <a:ext cx="417" cy="580"/>
              </a:xfrm>
              <a:custGeom>
                <a:avLst/>
                <a:gdLst>
                  <a:gd name="T0" fmla="*/ 451 w 259"/>
                  <a:gd name="T1" fmla="*/ 0 h 338"/>
                  <a:gd name="T2" fmla="*/ 37 w 259"/>
                  <a:gd name="T3" fmla="*/ 202 h 338"/>
                  <a:gd name="T4" fmla="*/ 55 w 259"/>
                  <a:gd name="T5" fmla="*/ 275 h 338"/>
                  <a:gd name="T6" fmla="*/ 451 w 259"/>
                  <a:gd name="T7" fmla="*/ 62 h 338"/>
                  <a:gd name="T8" fmla="*/ 1034 w 259"/>
                  <a:gd name="T9" fmla="*/ 855 h 338"/>
                  <a:gd name="T10" fmla="*/ 451 w 259"/>
                  <a:gd name="T11" fmla="*/ 1646 h 338"/>
                  <a:gd name="T12" fmla="*/ 34 w 259"/>
                  <a:gd name="T13" fmla="*/ 1405 h 338"/>
                  <a:gd name="T14" fmla="*/ 0 w 259"/>
                  <a:gd name="T15" fmla="*/ 1455 h 338"/>
                  <a:gd name="T16" fmla="*/ 451 w 259"/>
                  <a:gd name="T17" fmla="*/ 1707 h 338"/>
                  <a:gd name="T18" fmla="*/ 1080 w 259"/>
                  <a:gd name="T19" fmla="*/ 855 h 338"/>
                  <a:gd name="T20" fmla="*/ 451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4"/>
                      <a:pt x="9" y="40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2"/>
                      <a:pt x="248" y="169"/>
                    </a:cubicBezTo>
                    <a:cubicBezTo>
                      <a:pt x="248" y="255"/>
                      <a:pt x="185" y="326"/>
                      <a:pt x="108" y="326"/>
                    </a:cubicBezTo>
                    <a:cubicBezTo>
                      <a:pt x="71" y="326"/>
                      <a:pt x="34" y="308"/>
                      <a:pt x="8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2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3" name="Freeform 15">
                <a:extLst>
                  <a:ext uri="{FF2B5EF4-FFF2-40B4-BE49-F238E27FC236}">
                    <a16:creationId xmlns:a16="http://schemas.microsoft.com/office/drawing/2014/main" id="{22A6AC9B-DBDF-4D6E-A8BF-4F453B067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1276"/>
                <a:ext cx="1838" cy="506"/>
              </a:xfrm>
              <a:custGeom>
                <a:avLst/>
                <a:gdLst>
                  <a:gd name="T0" fmla="*/ 4666 w 1142"/>
                  <a:gd name="T1" fmla="*/ 1079 h 295"/>
                  <a:gd name="T2" fmla="*/ 2067 w 1142"/>
                  <a:gd name="T3" fmla="*/ 523 h 295"/>
                  <a:gd name="T4" fmla="*/ 8 w 1142"/>
                  <a:gd name="T5" fmla="*/ 0 h 295"/>
                  <a:gd name="T6" fmla="*/ 0 w 1142"/>
                  <a:gd name="T7" fmla="*/ 383 h 295"/>
                  <a:gd name="T8" fmla="*/ 34 w 1142"/>
                  <a:gd name="T9" fmla="*/ 388 h 295"/>
                  <a:gd name="T10" fmla="*/ 47 w 1142"/>
                  <a:gd name="T11" fmla="*/ 395 h 295"/>
                  <a:gd name="T12" fmla="*/ 2244 w 1142"/>
                  <a:gd name="T13" fmla="*/ 930 h 295"/>
                  <a:gd name="T14" fmla="*/ 4761 w 1142"/>
                  <a:gd name="T15" fmla="*/ 1489 h 295"/>
                  <a:gd name="T16" fmla="*/ 4666 w 1142"/>
                  <a:gd name="T17" fmla="*/ 1079 h 2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2" h="295">
                    <a:moveTo>
                      <a:pt x="1119" y="214"/>
                    </a:moveTo>
                    <a:cubicBezTo>
                      <a:pt x="1119" y="214"/>
                      <a:pt x="632" y="130"/>
                      <a:pt x="496" y="104"/>
                    </a:cubicBezTo>
                    <a:cubicBezTo>
                      <a:pt x="376" y="82"/>
                      <a:pt x="93" y="19"/>
                      <a:pt x="2" y="0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2" y="76"/>
                      <a:pt x="5" y="77"/>
                      <a:pt x="8" y="77"/>
                    </a:cubicBezTo>
                    <a:cubicBezTo>
                      <a:pt x="9" y="78"/>
                      <a:pt x="10" y="78"/>
                      <a:pt x="11" y="78"/>
                    </a:cubicBezTo>
                    <a:cubicBezTo>
                      <a:pt x="82" y="93"/>
                      <a:pt x="412" y="160"/>
                      <a:pt x="538" y="184"/>
                    </a:cubicBezTo>
                    <a:cubicBezTo>
                      <a:pt x="674" y="210"/>
                      <a:pt x="1142" y="295"/>
                      <a:pt x="1142" y="295"/>
                    </a:cubicBezTo>
                    <a:lnTo>
                      <a:pt x="1119" y="214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4" name="Freeform 16">
                <a:extLst>
                  <a:ext uri="{FF2B5EF4-FFF2-40B4-BE49-F238E27FC236}">
                    <a16:creationId xmlns:a16="http://schemas.microsoft.com/office/drawing/2014/main" id="{B06C2033-3572-42A0-8AE5-A40BC2588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" y="1232"/>
                <a:ext cx="2027" cy="411"/>
              </a:xfrm>
              <a:custGeom>
                <a:avLst/>
                <a:gdLst>
                  <a:gd name="T0" fmla="*/ 5138 w 1259"/>
                  <a:gd name="T1" fmla="*/ 1000 h 240"/>
                  <a:gd name="T2" fmla="*/ 5253 w 1259"/>
                  <a:gd name="T3" fmla="*/ 1009 h 240"/>
                  <a:gd name="T4" fmla="*/ 2830 w 1259"/>
                  <a:gd name="T5" fmla="*/ 536 h 240"/>
                  <a:gd name="T6" fmla="*/ 628 w 1259"/>
                  <a:gd name="T7" fmla="*/ 36 h 240"/>
                  <a:gd name="T8" fmla="*/ 0 w 1259"/>
                  <a:gd name="T9" fmla="*/ 132 h 240"/>
                  <a:gd name="T10" fmla="*/ 0 w 1259"/>
                  <a:gd name="T11" fmla="*/ 132 h 240"/>
                  <a:gd name="T12" fmla="*/ 2058 w 1259"/>
                  <a:gd name="T13" fmla="*/ 654 h 240"/>
                  <a:gd name="T14" fmla="*/ 4658 w 1259"/>
                  <a:gd name="T15" fmla="*/ 1206 h 240"/>
                  <a:gd name="T16" fmla="*/ 5138 w 1259"/>
                  <a:gd name="T17" fmla="*/ 1000 h 2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9" h="240">
                    <a:moveTo>
                      <a:pt x="1231" y="199"/>
                    </a:moveTo>
                    <a:cubicBezTo>
                      <a:pt x="1241" y="199"/>
                      <a:pt x="1250" y="200"/>
                      <a:pt x="1259" y="201"/>
                    </a:cubicBezTo>
                    <a:cubicBezTo>
                      <a:pt x="1163" y="183"/>
                      <a:pt x="808" y="132"/>
                      <a:pt x="678" y="107"/>
                    </a:cubicBezTo>
                    <a:cubicBezTo>
                      <a:pt x="559" y="85"/>
                      <a:pt x="241" y="26"/>
                      <a:pt x="150" y="7"/>
                    </a:cubicBezTo>
                    <a:cubicBezTo>
                      <a:pt x="112" y="1"/>
                      <a:pt x="32" y="0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92" y="45"/>
                      <a:pt x="374" y="108"/>
                      <a:pt x="493" y="130"/>
                    </a:cubicBezTo>
                    <a:cubicBezTo>
                      <a:pt x="629" y="156"/>
                      <a:pt x="1116" y="240"/>
                      <a:pt x="1116" y="240"/>
                    </a:cubicBezTo>
                    <a:cubicBezTo>
                      <a:pt x="1149" y="214"/>
                      <a:pt x="1188" y="199"/>
                      <a:pt x="1231" y="199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5" name="Freeform 17">
                <a:extLst>
                  <a:ext uri="{FF2B5EF4-FFF2-40B4-BE49-F238E27FC236}">
                    <a16:creationId xmlns:a16="http://schemas.microsoft.com/office/drawing/2014/main" id="{75A371E3-A621-4B00-8984-F36842AE4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1880"/>
                <a:ext cx="1985" cy="467"/>
              </a:xfrm>
              <a:custGeom>
                <a:avLst/>
                <a:gdLst>
                  <a:gd name="T0" fmla="*/ 4665 w 1233"/>
                  <a:gd name="T1" fmla="*/ 1064 h 272"/>
                  <a:gd name="T2" fmla="*/ 4665 w 1233"/>
                  <a:gd name="T3" fmla="*/ 1058 h 272"/>
                  <a:gd name="T4" fmla="*/ 4661 w 1233"/>
                  <a:gd name="T5" fmla="*/ 1058 h 272"/>
                  <a:gd name="T6" fmla="*/ 2907 w 1233"/>
                  <a:gd name="T7" fmla="*/ 683 h 272"/>
                  <a:gd name="T8" fmla="*/ 0 w 1233"/>
                  <a:gd name="T9" fmla="*/ 0 h 272"/>
                  <a:gd name="T10" fmla="*/ 509 w 1233"/>
                  <a:gd name="T11" fmla="*/ 276 h 272"/>
                  <a:gd name="T12" fmla="*/ 642 w 1233"/>
                  <a:gd name="T13" fmla="*/ 312 h 272"/>
                  <a:gd name="T14" fmla="*/ 3392 w 1233"/>
                  <a:gd name="T15" fmla="*/ 1003 h 272"/>
                  <a:gd name="T16" fmla="*/ 5145 w 1233"/>
                  <a:gd name="T17" fmla="*/ 1377 h 272"/>
                  <a:gd name="T18" fmla="*/ 5145 w 1233"/>
                  <a:gd name="T19" fmla="*/ 1370 h 272"/>
                  <a:gd name="T20" fmla="*/ 4665 w 1233"/>
                  <a:gd name="T21" fmla="*/ 1064 h 2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33" h="272">
                    <a:moveTo>
                      <a:pt x="1118" y="210"/>
                    </a:moveTo>
                    <a:cubicBezTo>
                      <a:pt x="1118" y="209"/>
                      <a:pt x="1118" y="209"/>
                      <a:pt x="1118" y="209"/>
                    </a:cubicBezTo>
                    <a:cubicBezTo>
                      <a:pt x="1117" y="209"/>
                      <a:pt x="1117" y="209"/>
                      <a:pt x="1117" y="209"/>
                    </a:cubicBezTo>
                    <a:cubicBezTo>
                      <a:pt x="1089" y="205"/>
                      <a:pt x="795" y="155"/>
                      <a:pt x="697" y="135"/>
                    </a:cubicBezTo>
                    <a:cubicBezTo>
                      <a:pt x="607" y="117"/>
                      <a:pt x="185" y="36"/>
                      <a:pt x="0" y="0"/>
                    </a:cubicBezTo>
                    <a:cubicBezTo>
                      <a:pt x="26" y="29"/>
                      <a:pt x="86" y="46"/>
                      <a:pt x="122" y="55"/>
                    </a:cubicBezTo>
                    <a:cubicBezTo>
                      <a:pt x="126" y="56"/>
                      <a:pt x="154" y="62"/>
                      <a:pt x="154" y="62"/>
                    </a:cubicBezTo>
                    <a:cubicBezTo>
                      <a:pt x="339" y="98"/>
                      <a:pt x="723" y="179"/>
                      <a:pt x="813" y="198"/>
                    </a:cubicBezTo>
                    <a:cubicBezTo>
                      <a:pt x="911" y="218"/>
                      <a:pt x="1205" y="268"/>
                      <a:pt x="1233" y="272"/>
                    </a:cubicBezTo>
                    <a:cubicBezTo>
                      <a:pt x="1233" y="271"/>
                      <a:pt x="1233" y="271"/>
                      <a:pt x="1233" y="271"/>
                    </a:cubicBezTo>
                    <a:cubicBezTo>
                      <a:pt x="1189" y="265"/>
                      <a:pt x="1148" y="243"/>
                      <a:pt x="1118" y="210"/>
                    </a:cubicBezTo>
                    <a:close/>
                  </a:path>
                </a:pathLst>
              </a:custGeom>
              <a:solidFill>
                <a:srgbClr val="F66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6" name="Freeform 18">
                <a:extLst>
                  <a:ext uri="{FF2B5EF4-FFF2-40B4-BE49-F238E27FC236}">
                    <a16:creationId xmlns:a16="http://schemas.microsoft.com/office/drawing/2014/main" id="{CE7EC985-F930-4DC1-93D7-89FD076FB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1276"/>
                <a:ext cx="1803" cy="385"/>
              </a:xfrm>
              <a:custGeom>
                <a:avLst/>
                <a:gdLst>
                  <a:gd name="T0" fmla="*/ 2006 w 1120"/>
                  <a:gd name="T1" fmla="*/ 572 h 224"/>
                  <a:gd name="T2" fmla="*/ 4673 w 1120"/>
                  <a:gd name="T3" fmla="*/ 1138 h 224"/>
                  <a:gd name="T4" fmla="*/ 4659 w 1120"/>
                  <a:gd name="T5" fmla="*/ 1088 h 224"/>
                  <a:gd name="T6" fmla="*/ 2061 w 1120"/>
                  <a:gd name="T7" fmla="*/ 529 h 224"/>
                  <a:gd name="T8" fmla="*/ 0 w 1120"/>
                  <a:gd name="T9" fmla="*/ 0 h 224"/>
                  <a:gd name="T10" fmla="*/ 0 w 1120"/>
                  <a:gd name="T11" fmla="*/ 62 h 224"/>
                  <a:gd name="T12" fmla="*/ 2006 w 1120"/>
                  <a:gd name="T13" fmla="*/ 572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0" h="224">
                    <a:moveTo>
                      <a:pt x="481" y="113"/>
                    </a:moveTo>
                    <a:cubicBezTo>
                      <a:pt x="608" y="138"/>
                      <a:pt x="972" y="197"/>
                      <a:pt x="1120" y="224"/>
                    </a:cubicBezTo>
                    <a:cubicBezTo>
                      <a:pt x="1117" y="214"/>
                      <a:pt x="1117" y="214"/>
                      <a:pt x="1117" y="214"/>
                    </a:cubicBezTo>
                    <a:cubicBezTo>
                      <a:pt x="1117" y="214"/>
                      <a:pt x="630" y="130"/>
                      <a:pt x="494" y="104"/>
                    </a:cubicBezTo>
                    <a:cubicBezTo>
                      <a:pt x="374" y="82"/>
                      <a:pt x="91" y="19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02" y="33"/>
                      <a:pt x="367" y="92"/>
                      <a:pt x="481" y="113"/>
                    </a:cubicBez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7" name="Freeform 19">
                <a:extLst>
                  <a:ext uri="{FF2B5EF4-FFF2-40B4-BE49-F238E27FC236}">
                    <a16:creationId xmlns:a16="http://schemas.microsoft.com/office/drawing/2014/main" id="{72AF2172-FB8B-4143-9165-8796DFE52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863"/>
                <a:ext cx="1811" cy="376"/>
              </a:xfrm>
              <a:custGeom>
                <a:avLst/>
                <a:gdLst>
                  <a:gd name="T0" fmla="*/ 4667 w 1125"/>
                  <a:gd name="T1" fmla="*/ 1109 h 219"/>
                  <a:gd name="T2" fmla="*/ 4693 w 1125"/>
                  <a:gd name="T3" fmla="*/ 1064 h 219"/>
                  <a:gd name="T4" fmla="*/ 2933 w 1125"/>
                  <a:gd name="T5" fmla="*/ 683 h 219"/>
                  <a:gd name="T6" fmla="*/ 21 w 1125"/>
                  <a:gd name="T7" fmla="*/ 0 h 219"/>
                  <a:gd name="T8" fmla="*/ 16 w 1125"/>
                  <a:gd name="T9" fmla="*/ 0 h 219"/>
                  <a:gd name="T10" fmla="*/ 0 w 1125"/>
                  <a:gd name="T11" fmla="*/ 50 h 219"/>
                  <a:gd name="T12" fmla="*/ 2912 w 1125"/>
                  <a:gd name="T13" fmla="*/ 735 h 219"/>
                  <a:gd name="T14" fmla="*/ 4665 w 1125"/>
                  <a:gd name="T15" fmla="*/ 1109 h 219"/>
                  <a:gd name="T16" fmla="*/ 4667 w 1125"/>
                  <a:gd name="T17" fmla="*/ 1109 h 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5" h="219">
                    <a:moveTo>
                      <a:pt x="1119" y="219"/>
                    </a:moveTo>
                    <a:cubicBezTo>
                      <a:pt x="1125" y="210"/>
                      <a:pt x="1125" y="210"/>
                      <a:pt x="1125" y="210"/>
                    </a:cubicBezTo>
                    <a:cubicBezTo>
                      <a:pt x="1085" y="204"/>
                      <a:pt x="799" y="154"/>
                      <a:pt x="703" y="135"/>
                    </a:cubicBezTo>
                    <a:cubicBezTo>
                      <a:pt x="613" y="116"/>
                      <a:pt x="190" y="35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85" y="46"/>
                      <a:pt x="608" y="127"/>
                      <a:pt x="698" y="145"/>
                    </a:cubicBezTo>
                    <a:cubicBezTo>
                      <a:pt x="796" y="165"/>
                      <a:pt x="1090" y="215"/>
                      <a:pt x="1118" y="219"/>
                    </a:cubicBezTo>
                    <a:lnTo>
                      <a:pt x="1119" y="219"/>
                    </a:ln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8" name="Freeform 20">
                <a:extLst>
                  <a:ext uri="{FF2B5EF4-FFF2-40B4-BE49-F238E27FC236}">
                    <a16:creationId xmlns:a16="http://schemas.microsoft.com/office/drawing/2014/main" id="{10934728-36A4-4E0D-84F0-25635F6FB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801"/>
                <a:ext cx="1849" cy="438"/>
              </a:xfrm>
              <a:custGeom>
                <a:avLst/>
                <a:gdLst>
                  <a:gd name="T0" fmla="*/ 2300 w 1149"/>
                  <a:gd name="T1" fmla="*/ 527 h 255"/>
                  <a:gd name="T2" fmla="*/ 1254 w 1149"/>
                  <a:gd name="T3" fmla="*/ 283 h 255"/>
                  <a:gd name="T4" fmla="*/ 60 w 1149"/>
                  <a:gd name="T5" fmla="*/ 0 h 255"/>
                  <a:gd name="T6" fmla="*/ 0 w 1149"/>
                  <a:gd name="T7" fmla="*/ 234 h 255"/>
                  <a:gd name="T8" fmla="*/ 16 w 1149"/>
                  <a:gd name="T9" fmla="*/ 182 h 255"/>
                  <a:gd name="T10" fmla="*/ 21 w 1149"/>
                  <a:gd name="T11" fmla="*/ 182 h 255"/>
                  <a:gd name="T12" fmla="*/ 2929 w 1149"/>
                  <a:gd name="T13" fmla="*/ 867 h 255"/>
                  <a:gd name="T14" fmla="*/ 4688 w 1149"/>
                  <a:gd name="T15" fmla="*/ 1249 h 255"/>
                  <a:gd name="T16" fmla="*/ 4664 w 1149"/>
                  <a:gd name="T17" fmla="*/ 1292 h 255"/>
                  <a:gd name="T18" fmla="*/ 4787 w 1149"/>
                  <a:gd name="T19" fmla="*/ 1080 h 255"/>
                  <a:gd name="T20" fmla="*/ 3967 w 1149"/>
                  <a:gd name="T21" fmla="*/ 905 h 255"/>
                  <a:gd name="T22" fmla="*/ 2300 w 1149"/>
                  <a:gd name="T23" fmla="*/ 527 h 2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49" h="255">
                    <a:moveTo>
                      <a:pt x="552" y="104"/>
                    </a:moveTo>
                    <a:cubicBezTo>
                      <a:pt x="481" y="91"/>
                      <a:pt x="395" y="74"/>
                      <a:pt x="301" y="56"/>
                    </a:cubicBezTo>
                    <a:cubicBezTo>
                      <a:pt x="301" y="56"/>
                      <a:pt x="18" y="1"/>
                      <a:pt x="1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90" y="71"/>
                      <a:pt x="613" y="152"/>
                      <a:pt x="703" y="171"/>
                    </a:cubicBezTo>
                    <a:cubicBezTo>
                      <a:pt x="799" y="190"/>
                      <a:pt x="1085" y="240"/>
                      <a:pt x="1125" y="246"/>
                    </a:cubicBezTo>
                    <a:cubicBezTo>
                      <a:pt x="1119" y="255"/>
                      <a:pt x="1119" y="255"/>
                      <a:pt x="1119" y="255"/>
                    </a:cubicBezTo>
                    <a:cubicBezTo>
                      <a:pt x="1149" y="213"/>
                      <a:pt x="1149" y="213"/>
                      <a:pt x="1149" y="213"/>
                    </a:cubicBezTo>
                    <a:cubicBezTo>
                      <a:pt x="1124" y="209"/>
                      <a:pt x="1040" y="195"/>
                      <a:pt x="952" y="179"/>
                    </a:cubicBezTo>
                    <a:cubicBezTo>
                      <a:pt x="868" y="165"/>
                      <a:pt x="648" y="123"/>
                      <a:pt x="552" y="104"/>
                    </a:cubicBez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9" name="Freeform 21">
                <a:extLst>
                  <a:ext uri="{FF2B5EF4-FFF2-40B4-BE49-F238E27FC236}">
                    <a16:creationId xmlns:a16="http://schemas.microsoft.com/office/drawing/2014/main" id="{36DDF723-7703-4D82-A6BD-3F344B520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866"/>
                <a:ext cx="135" cy="30"/>
              </a:xfrm>
              <a:custGeom>
                <a:avLst/>
                <a:gdLst>
                  <a:gd name="T0" fmla="*/ 0 w 84"/>
                  <a:gd name="T1" fmla="*/ 0 h 17"/>
                  <a:gd name="T2" fmla="*/ 0 w 84"/>
                  <a:gd name="T3" fmla="*/ 0 h 17"/>
                  <a:gd name="T4" fmla="*/ 349 w 84"/>
                  <a:gd name="T5" fmla="*/ 94 h 17"/>
                  <a:gd name="T6" fmla="*/ 0 w 84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8" y="6"/>
                      <a:pt x="57" y="11"/>
                      <a:pt x="84" y="1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0" name="Freeform 22">
                <a:extLst>
                  <a:ext uri="{FF2B5EF4-FFF2-40B4-BE49-F238E27FC236}">
                    <a16:creationId xmlns:a16="http://schemas.microsoft.com/office/drawing/2014/main" id="{AEB64E4E-3312-4C9D-9659-AE65BAF11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885"/>
                <a:ext cx="106" cy="266"/>
              </a:xfrm>
              <a:custGeom>
                <a:avLst/>
                <a:gdLst>
                  <a:gd name="T0" fmla="*/ 0 w 66"/>
                  <a:gd name="T1" fmla="*/ 783 h 155"/>
                  <a:gd name="T2" fmla="*/ 191 w 66"/>
                  <a:gd name="T3" fmla="*/ 0 h 155"/>
                  <a:gd name="T4" fmla="*/ 0 w 66"/>
                  <a:gd name="T5" fmla="*/ 783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55">
                    <a:moveTo>
                      <a:pt x="0" y="155"/>
                    </a:moveTo>
                    <a:cubicBezTo>
                      <a:pt x="66" y="101"/>
                      <a:pt x="52" y="22"/>
                      <a:pt x="46" y="0"/>
                    </a:cubicBezTo>
                    <a:cubicBezTo>
                      <a:pt x="47" y="21"/>
                      <a:pt x="53" y="99"/>
                      <a:pt x="0" y="1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1" name="Freeform 23">
                <a:extLst>
                  <a:ext uri="{FF2B5EF4-FFF2-40B4-BE49-F238E27FC236}">
                    <a16:creationId xmlns:a16="http://schemas.microsoft.com/office/drawing/2014/main" id="{F8D488DD-EAFC-47F5-A8AD-989B55526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1697"/>
                <a:ext cx="232" cy="51"/>
              </a:xfrm>
              <a:custGeom>
                <a:avLst/>
                <a:gdLst>
                  <a:gd name="T0" fmla="*/ 493 w 144"/>
                  <a:gd name="T1" fmla="*/ 15 h 30"/>
                  <a:gd name="T2" fmla="*/ 430 w 144"/>
                  <a:gd name="T3" fmla="*/ 49 h 30"/>
                  <a:gd name="T4" fmla="*/ 351 w 144"/>
                  <a:gd name="T5" fmla="*/ 104 h 30"/>
                  <a:gd name="T6" fmla="*/ 218 w 144"/>
                  <a:gd name="T7" fmla="*/ 112 h 30"/>
                  <a:gd name="T8" fmla="*/ 205 w 144"/>
                  <a:gd name="T9" fmla="*/ 112 h 30"/>
                  <a:gd name="T10" fmla="*/ 124 w 144"/>
                  <a:gd name="T11" fmla="*/ 124 h 30"/>
                  <a:gd name="T12" fmla="*/ 0 w 144"/>
                  <a:gd name="T13" fmla="*/ 141 h 30"/>
                  <a:gd name="T14" fmla="*/ 0 w 144"/>
                  <a:gd name="T15" fmla="*/ 141 h 30"/>
                  <a:gd name="T16" fmla="*/ 122 w 144"/>
                  <a:gd name="T17" fmla="*/ 139 h 30"/>
                  <a:gd name="T18" fmla="*/ 205 w 144"/>
                  <a:gd name="T19" fmla="*/ 133 h 30"/>
                  <a:gd name="T20" fmla="*/ 218 w 144"/>
                  <a:gd name="T21" fmla="*/ 133 h 30"/>
                  <a:gd name="T22" fmla="*/ 356 w 144"/>
                  <a:gd name="T23" fmla="*/ 119 h 30"/>
                  <a:gd name="T24" fmla="*/ 438 w 144"/>
                  <a:gd name="T25" fmla="*/ 63 h 30"/>
                  <a:gd name="T26" fmla="*/ 493 w 144"/>
                  <a:gd name="T27" fmla="*/ 26 h 30"/>
                  <a:gd name="T28" fmla="*/ 603 w 144"/>
                  <a:gd name="T29" fmla="*/ 20 h 30"/>
                  <a:gd name="T30" fmla="*/ 603 w 144"/>
                  <a:gd name="T31" fmla="*/ 20 h 30"/>
                  <a:gd name="T32" fmla="*/ 493 w 144"/>
                  <a:gd name="T33" fmla="*/ 15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4" h="30">
                    <a:moveTo>
                      <a:pt x="118" y="3"/>
                    </a:moveTo>
                    <a:cubicBezTo>
                      <a:pt x="113" y="4"/>
                      <a:pt x="108" y="6"/>
                      <a:pt x="103" y="10"/>
                    </a:cubicBezTo>
                    <a:cubicBezTo>
                      <a:pt x="97" y="14"/>
                      <a:pt x="91" y="18"/>
                      <a:pt x="84" y="21"/>
                    </a:cubicBezTo>
                    <a:cubicBezTo>
                      <a:pt x="74" y="23"/>
                      <a:pt x="64" y="23"/>
                      <a:pt x="52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1" y="26"/>
                      <a:pt x="10" y="30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0" y="30"/>
                      <a:pt x="19" y="29"/>
                      <a:pt x="29" y="28"/>
                    </a:cubicBezTo>
                    <a:cubicBezTo>
                      <a:pt x="49" y="27"/>
                      <a:pt x="49" y="27"/>
                      <a:pt x="49" y="27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63" y="27"/>
                      <a:pt x="74" y="27"/>
                      <a:pt x="85" y="24"/>
                    </a:cubicBezTo>
                    <a:cubicBezTo>
                      <a:pt x="93" y="22"/>
                      <a:pt x="100" y="17"/>
                      <a:pt x="105" y="13"/>
                    </a:cubicBezTo>
                    <a:cubicBezTo>
                      <a:pt x="110" y="10"/>
                      <a:pt x="114" y="7"/>
                      <a:pt x="118" y="5"/>
                    </a:cubicBezTo>
                    <a:cubicBezTo>
                      <a:pt x="125" y="3"/>
                      <a:pt x="133" y="3"/>
                      <a:pt x="144" y="4"/>
                    </a:cubicBezTo>
                    <a:cubicBezTo>
                      <a:pt x="144" y="4"/>
                      <a:pt x="144" y="4"/>
                      <a:pt x="144" y="4"/>
                    </a:cubicBezTo>
                    <a:cubicBezTo>
                      <a:pt x="132" y="3"/>
                      <a:pt x="125" y="0"/>
                      <a:pt x="118" y="3"/>
                    </a:cubicBezTo>
                    <a:close/>
                  </a:path>
                </a:pathLst>
              </a:custGeom>
              <a:solidFill>
                <a:srgbClr val="FB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2" name="Freeform 24">
                <a:extLst>
                  <a:ext uri="{FF2B5EF4-FFF2-40B4-BE49-F238E27FC236}">
                    <a16:creationId xmlns:a16="http://schemas.microsoft.com/office/drawing/2014/main" id="{FC4791D7-4BB0-48F2-95FD-56B44BE8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693"/>
                <a:ext cx="370" cy="62"/>
              </a:xfrm>
              <a:custGeom>
                <a:avLst/>
                <a:gdLst>
                  <a:gd name="T0" fmla="*/ 320 w 230"/>
                  <a:gd name="T1" fmla="*/ 164 h 36"/>
                  <a:gd name="T2" fmla="*/ 467 w 230"/>
                  <a:gd name="T3" fmla="*/ 157 h 36"/>
                  <a:gd name="T4" fmla="*/ 624 w 230"/>
                  <a:gd name="T5" fmla="*/ 57 h 36"/>
                  <a:gd name="T6" fmla="*/ 957 w 230"/>
                  <a:gd name="T7" fmla="*/ 91 h 36"/>
                  <a:gd name="T8" fmla="*/ 608 w 230"/>
                  <a:gd name="T9" fmla="*/ 29 h 36"/>
                  <a:gd name="T10" fmla="*/ 471 w 230"/>
                  <a:gd name="T11" fmla="*/ 134 h 36"/>
                  <a:gd name="T12" fmla="*/ 323 w 230"/>
                  <a:gd name="T13" fmla="*/ 143 h 36"/>
                  <a:gd name="T14" fmla="*/ 0 w 230"/>
                  <a:gd name="T15" fmla="*/ 102 h 36"/>
                  <a:gd name="T16" fmla="*/ 196 w 230"/>
                  <a:gd name="T17" fmla="*/ 176 h 36"/>
                  <a:gd name="T18" fmla="*/ 320 w 230"/>
                  <a:gd name="T19" fmla="*/ 164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0" h="36">
                    <a:moveTo>
                      <a:pt x="77" y="32"/>
                    </a:moveTo>
                    <a:cubicBezTo>
                      <a:pt x="88" y="33"/>
                      <a:pt x="99" y="34"/>
                      <a:pt x="112" y="31"/>
                    </a:cubicBezTo>
                    <a:cubicBezTo>
                      <a:pt x="127" y="28"/>
                      <a:pt x="141" y="15"/>
                      <a:pt x="150" y="11"/>
                    </a:cubicBezTo>
                    <a:cubicBezTo>
                      <a:pt x="165" y="3"/>
                      <a:pt x="216" y="15"/>
                      <a:pt x="230" y="18"/>
                    </a:cubicBezTo>
                    <a:cubicBezTo>
                      <a:pt x="192" y="10"/>
                      <a:pt x="164" y="0"/>
                      <a:pt x="146" y="6"/>
                    </a:cubicBezTo>
                    <a:cubicBezTo>
                      <a:pt x="136" y="10"/>
                      <a:pt x="127" y="21"/>
                      <a:pt x="113" y="26"/>
                    </a:cubicBezTo>
                    <a:cubicBezTo>
                      <a:pt x="102" y="29"/>
                      <a:pt x="90" y="28"/>
                      <a:pt x="78" y="28"/>
                    </a:cubicBezTo>
                    <a:cubicBezTo>
                      <a:pt x="50" y="28"/>
                      <a:pt x="30" y="36"/>
                      <a:pt x="0" y="20"/>
                    </a:cubicBezTo>
                    <a:cubicBezTo>
                      <a:pt x="13" y="29"/>
                      <a:pt x="34" y="35"/>
                      <a:pt x="47" y="34"/>
                    </a:cubicBezTo>
                    <a:cubicBezTo>
                      <a:pt x="61" y="32"/>
                      <a:pt x="67" y="32"/>
                      <a:pt x="77" y="32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3" name="Freeform 25">
                <a:extLst>
                  <a:ext uri="{FF2B5EF4-FFF2-40B4-BE49-F238E27FC236}">
                    <a16:creationId xmlns:a16="http://schemas.microsoft.com/office/drawing/2014/main" id="{4FB1519D-3D9A-438C-A132-0BEAF4CA3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1391"/>
                <a:ext cx="1840" cy="391"/>
              </a:xfrm>
              <a:custGeom>
                <a:avLst/>
                <a:gdLst>
                  <a:gd name="T0" fmla="*/ 4742 w 1143"/>
                  <a:gd name="T1" fmla="*/ 1065 h 228"/>
                  <a:gd name="T2" fmla="*/ 4752 w 1143"/>
                  <a:gd name="T3" fmla="*/ 1099 h 228"/>
                  <a:gd name="T4" fmla="*/ 4356 w 1143"/>
                  <a:gd name="T5" fmla="*/ 1008 h 228"/>
                  <a:gd name="T6" fmla="*/ 3374 w 1143"/>
                  <a:gd name="T7" fmla="*/ 782 h 228"/>
                  <a:gd name="T8" fmla="*/ 3311 w 1143"/>
                  <a:gd name="T9" fmla="*/ 818 h 228"/>
                  <a:gd name="T10" fmla="*/ 3170 w 1143"/>
                  <a:gd name="T11" fmla="*/ 902 h 228"/>
                  <a:gd name="T12" fmla="*/ 2978 w 1143"/>
                  <a:gd name="T13" fmla="*/ 912 h 228"/>
                  <a:gd name="T14" fmla="*/ 2661 w 1143"/>
                  <a:gd name="T15" fmla="*/ 818 h 228"/>
                  <a:gd name="T16" fmla="*/ 2387 w 1143"/>
                  <a:gd name="T17" fmla="*/ 797 h 228"/>
                  <a:gd name="T18" fmla="*/ 2069 w 1143"/>
                  <a:gd name="T19" fmla="*/ 761 h 228"/>
                  <a:gd name="T20" fmla="*/ 1703 w 1143"/>
                  <a:gd name="T21" fmla="*/ 449 h 228"/>
                  <a:gd name="T22" fmla="*/ 1640 w 1143"/>
                  <a:gd name="T23" fmla="*/ 398 h 228"/>
                  <a:gd name="T24" fmla="*/ 5 w 1143"/>
                  <a:gd name="T25" fmla="*/ 0 h 228"/>
                  <a:gd name="T26" fmla="*/ 0 w 1143"/>
                  <a:gd name="T27" fmla="*/ 41 h 228"/>
                  <a:gd name="T28" fmla="*/ 1088 w 1143"/>
                  <a:gd name="T29" fmla="*/ 304 h 228"/>
                  <a:gd name="T30" fmla="*/ 1619 w 1143"/>
                  <a:gd name="T31" fmla="*/ 432 h 228"/>
                  <a:gd name="T32" fmla="*/ 1682 w 1143"/>
                  <a:gd name="T33" fmla="*/ 485 h 228"/>
                  <a:gd name="T34" fmla="*/ 2069 w 1143"/>
                  <a:gd name="T35" fmla="*/ 811 h 228"/>
                  <a:gd name="T36" fmla="*/ 2387 w 1143"/>
                  <a:gd name="T37" fmla="*/ 847 h 228"/>
                  <a:gd name="T38" fmla="*/ 2661 w 1143"/>
                  <a:gd name="T39" fmla="*/ 868 h 228"/>
                  <a:gd name="T40" fmla="*/ 2978 w 1143"/>
                  <a:gd name="T41" fmla="*/ 964 h 228"/>
                  <a:gd name="T42" fmla="*/ 3170 w 1143"/>
                  <a:gd name="T43" fmla="*/ 953 h 228"/>
                  <a:gd name="T44" fmla="*/ 3332 w 1143"/>
                  <a:gd name="T45" fmla="*/ 859 h 228"/>
                  <a:gd name="T46" fmla="*/ 3374 w 1143"/>
                  <a:gd name="T47" fmla="*/ 839 h 228"/>
                  <a:gd name="T48" fmla="*/ 3762 w 1143"/>
                  <a:gd name="T49" fmla="*/ 923 h 228"/>
                  <a:gd name="T50" fmla="*/ 4768 w 1143"/>
                  <a:gd name="T51" fmla="*/ 1151 h 228"/>
                  <a:gd name="T52" fmla="*/ 4742 w 1143"/>
                  <a:gd name="T53" fmla="*/ 1065 h 2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43" h="228">
                    <a:moveTo>
                      <a:pt x="1137" y="211"/>
                    </a:moveTo>
                    <a:cubicBezTo>
                      <a:pt x="1139" y="218"/>
                      <a:pt x="1139" y="218"/>
                      <a:pt x="1139" y="218"/>
                    </a:cubicBezTo>
                    <a:cubicBezTo>
                      <a:pt x="1127" y="215"/>
                      <a:pt x="1094" y="209"/>
                      <a:pt x="1044" y="200"/>
                    </a:cubicBezTo>
                    <a:cubicBezTo>
                      <a:pt x="1036" y="197"/>
                      <a:pt x="924" y="176"/>
                      <a:pt x="809" y="155"/>
                    </a:cubicBezTo>
                    <a:cubicBezTo>
                      <a:pt x="801" y="156"/>
                      <a:pt x="797" y="159"/>
                      <a:pt x="794" y="162"/>
                    </a:cubicBezTo>
                    <a:cubicBezTo>
                      <a:pt x="786" y="169"/>
                      <a:pt x="773" y="177"/>
                      <a:pt x="760" y="179"/>
                    </a:cubicBezTo>
                    <a:cubicBezTo>
                      <a:pt x="744" y="181"/>
                      <a:pt x="740" y="179"/>
                      <a:pt x="714" y="181"/>
                    </a:cubicBezTo>
                    <a:cubicBezTo>
                      <a:pt x="688" y="182"/>
                      <a:pt x="674" y="172"/>
                      <a:pt x="638" y="162"/>
                    </a:cubicBezTo>
                    <a:cubicBezTo>
                      <a:pt x="602" y="152"/>
                      <a:pt x="604" y="158"/>
                      <a:pt x="572" y="158"/>
                    </a:cubicBezTo>
                    <a:cubicBezTo>
                      <a:pt x="540" y="158"/>
                      <a:pt x="526" y="168"/>
                      <a:pt x="496" y="151"/>
                    </a:cubicBezTo>
                    <a:cubicBezTo>
                      <a:pt x="466" y="135"/>
                      <a:pt x="438" y="135"/>
                      <a:pt x="408" y="89"/>
                    </a:cubicBezTo>
                    <a:cubicBezTo>
                      <a:pt x="406" y="84"/>
                      <a:pt x="399" y="82"/>
                      <a:pt x="393" y="79"/>
                    </a:cubicBezTo>
                    <a:cubicBezTo>
                      <a:pt x="298" y="61"/>
                      <a:pt x="20" y="4"/>
                      <a:pt x="1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99" y="28"/>
                      <a:pt x="201" y="48"/>
                      <a:pt x="261" y="60"/>
                    </a:cubicBezTo>
                    <a:cubicBezTo>
                      <a:pt x="282" y="64"/>
                      <a:pt x="326" y="74"/>
                      <a:pt x="388" y="86"/>
                    </a:cubicBezTo>
                    <a:cubicBezTo>
                      <a:pt x="393" y="88"/>
                      <a:pt x="400" y="93"/>
                      <a:pt x="403" y="96"/>
                    </a:cubicBezTo>
                    <a:cubicBezTo>
                      <a:pt x="433" y="143"/>
                      <a:pt x="466" y="145"/>
                      <a:pt x="496" y="161"/>
                    </a:cubicBezTo>
                    <a:cubicBezTo>
                      <a:pt x="526" y="178"/>
                      <a:pt x="540" y="168"/>
                      <a:pt x="572" y="168"/>
                    </a:cubicBezTo>
                    <a:cubicBezTo>
                      <a:pt x="604" y="168"/>
                      <a:pt x="602" y="162"/>
                      <a:pt x="638" y="172"/>
                    </a:cubicBezTo>
                    <a:cubicBezTo>
                      <a:pt x="674" y="182"/>
                      <a:pt x="688" y="192"/>
                      <a:pt x="714" y="191"/>
                    </a:cubicBezTo>
                    <a:cubicBezTo>
                      <a:pt x="740" y="189"/>
                      <a:pt x="744" y="191"/>
                      <a:pt x="760" y="189"/>
                    </a:cubicBezTo>
                    <a:cubicBezTo>
                      <a:pt x="773" y="187"/>
                      <a:pt x="791" y="177"/>
                      <a:pt x="799" y="170"/>
                    </a:cubicBezTo>
                    <a:cubicBezTo>
                      <a:pt x="801" y="168"/>
                      <a:pt x="804" y="166"/>
                      <a:pt x="809" y="166"/>
                    </a:cubicBezTo>
                    <a:cubicBezTo>
                      <a:pt x="841" y="172"/>
                      <a:pt x="870" y="177"/>
                      <a:pt x="902" y="183"/>
                    </a:cubicBezTo>
                    <a:cubicBezTo>
                      <a:pt x="1143" y="228"/>
                      <a:pt x="1143" y="228"/>
                      <a:pt x="1143" y="228"/>
                    </a:cubicBezTo>
                    <a:lnTo>
                      <a:pt x="1137" y="211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4" name="Freeform 26">
                <a:extLst>
                  <a:ext uri="{FF2B5EF4-FFF2-40B4-BE49-F238E27FC236}">
                    <a16:creationId xmlns:a16="http://schemas.microsoft.com/office/drawing/2014/main" id="{D923E7E3-3BCD-4BAA-B46D-B75D88143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1767"/>
                <a:ext cx="1843" cy="384"/>
              </a:xfrm>
              <a:custGeom>
                <a:avLst/>
                <a:gdLst>
                  <a:gd name="T0" fmla="*/ 2962 w 1145"/>
                  <a:gd name="T1" fmla="*/ 684 h 224"/>
                  <a:gd name="T2" fmla="*/ 2764 w 1145"/>
                  <a:gd name="T3" fmla="*/ 641 h 224"/>
                  <a:gd name="T4" fmla="*/ 2334 w 1145"/>
                  <a:gd name="T5" fmla="*/ 429 h 224"/>
                  <a:gd name="T6" fmla="*/ 1759 w 1145"/>
                  <a:gd name="T7" fmla="*/ 218 h 224"/>
                  <a:gd name="T8" fmla="*/ 1381 w 1145"/>
                  <a:gd name="T9" fmla="*/ 276 h 224"/>
                  <a:gd name="T10" fmla="*/ 1204 w 1145"/>
                  <a:gd name="T11" fmla="*/ 276 h 224"/>
                  <a:gd name="T12" fmla="*/ 13 w 1145"/>
                  <a:gd name="T13" fmla="*/ 0 h 224"/>
                  <a:gd name="T14" fmla="*/ 97 w 1145"/>
                  <a:gd name="T15" fmla="*/ 77 h 224"/>
                  <a:gd name="T16" fmla="*/ 1210 w 1145"/>
                  <a:gd name="T17" fmla="*/ 333 h 224"/>
                  <a:gd name="T18" fmla="*/ 1389 w 1145"/>
                  <a:gd name="T19" fmla="*/ 324 h 224"/>
                  <a:gd name="T20" fmla="*/ 1381 w 1145"/>
                  <a:gd name="T21" fmla="*/ 317 h 224"/>
                  <a:gd name="T22" fmla="*/ 1397 w 1145"/>
                  <a:gd name="T23" fmla="*/ 317 h 224"/>
                  <a:gd name="T24" fmla="*/ 1410 w 1145"/>
                  <a:gd name="T25" fmla="*/ 317 h 224"/>
                  <a:gd name="T26" fmla="*/ 1423 w 1145"/>
                  <a:gd name="T27" fmla="*/ 317 h 224"/>
                  <a:gd name="T28" fmla="*/ 1436 w 1145"/>
                  <a:gd name="T29" fmla="*/ 317 h 224"/>
                  <a:gd name="T30" fmla="*/ 1450 w 1145"/>
                  <a:gd name="T31" fmla="*/ 312 h 224"/>
                  <a:gd name="T32" fmla="*/ 1471 w 1145"/>
                  <a:gd name="T33" fmla="*/ 312 h 224"/>
                  <a:gd name="T34" fmla="*/ 1490 w 1145"/>
                  <a:gd name="T35" fmla="*/ 309 h 224"/>
                  <a:gd name="T36" fmla="*/ 1505 w 1145"/>
                  <a:gd name="T37" fmla="*/ 303 h 224"/>
                  <a:gd name="T38" fmla="*/ 1518 w 1145"/>
                  <a:gd name="T39" fmla="*/ 303 h 224"/>
                  <a:gd name="T40" fmla="*/ 1534 w 1145"/>
                  <a:gd name="T41" fmla="*/ 297 h 224"/>
                  <a:gd name="T42" fmla="*/ 1547 w 1145"/>
                  <a:gd name="T43" fmla="*/ 291 h 224"/>
                  <a:gd name="T44" fmla="*/ 1560 w 1145"/>
                  <a:gd name="T45" fmla="*/ 291 h 224"/>
                  <a:gd name="T46" fmla="*/ 1573 w 1145"/>
                  <a:gd name="T47" fmla="*/ 288 h 224"/>
                  <a:gd name="T48" fmla="*/ 1581 w 1145"/>
                  <a:gd name="T49" fmla="*/ 288 h 224"/>
                  <a:gd name="T50" fmla="*/ 1759 w 1145"/>
                  <a:gd name="T51" fmla="*/ 255 h 224"/>
                  <a:gd name="T52" fmla="*/ 2334 w 1145"/>
                  <a:gd name="T53" fmla="*/ 468 h 224"/>
                  <a:gd name="T54" fmla="*/ 2360 w 1145"/>
                  <a:gd name="T55" fmla="*/ 485 h 224"/>
                  <a:gd name="T56" fmla="*/ 2381 w 1145"/>
                  <a:gd name="T57" fmla="*/ 494 h 224"/>
                  <a:gd name="T58" fmla="*/ 2402 w 1145"/>
                  <a:gd name="T59" fmla="*/ 502 h 224"/>
                  <a:gd name="T60" fmla="*/ 2419 w 1145"/>
                  <a:gd name="T61" fmla="*/ 514 h 224"/>
                  <a:gd name="T62" fmla="*/ 2440 w 1145"/>
                  <a:gd name="T63" fmla="*/ 523 h 224"/>
                  <a:gd name="T64" fmla="*/ 2456 w 1145"/>
                  <a:gd name="T65" fmla="*/ 535 h 224"/>
                  <a:gd name="T66" fmla="*/ 2472 w 1145"/>
                  <a:gd name="T67" fmla="*/ 543 h 224"/>
                  <a:gd name="T68" fmla="*/ 2516 w 1145"/>
                  <a:gd name="T69" fmla="*/ 564 h 224"/>
                  <a:gd name="T70" fmla="*/ 2525 w 1145"/>
                  <a:gd name="T71" fmla="*/ 573 h 224"/>
                  <a:gd name="T72" fmla="*/ 2538 w 1145"/>
                  <a:gd name="T73" fmla="*/ 579 h 224"/>
                  <a:gd name="T74" fmla="*/ 2546 w 1145"/>
                  <a:gd name="T75" fmla="*/ 585 h 224"/>
                  <a:gd name="T76" fmla="*/ 2559 w 1145"/>
                  <a:gd name="T77" fmla="*/ 591 h 224"/>
                  <a:gd name="T78" fmla="*/ 2571 w 1145"/>
                  <a:gd name="T79" fmla="*/ 593 h 224"/>
                  <a:gd name="T80" fmla="*/ 2723 w 1145"/>
                  <a:gd name="T81" fmla="*/ 675 h 224"/>
                  <a:gd name="T82" fmla="*/ 4747 w 1145"/>
                  <a:gd name="T83" fmla="*/ 1119 h 224"/>
                  <a:gd name="T84" fmla="*/ 4776 w 1145"/>
                  <a:gd name="T85" fmla="*/ 1078 h 224"/>
                  <a:gd name="T86" fmla="*/ 3607 w 1145"/>
                  <a:gd name="T87" fmla="*/ 838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5" h="224">
                    <a:moveTo>
                      <a:pt x="865" y="166"/>
                    </a:moveTo>
                    <a:cubicBezTo>
                      <a:pt x="816" y="157"/>
                      <a:pt x="764" y="147"/>
                      <a:pt x="710" y="136"/>
                    </a:cubicBezTo>
                    <a:cubicBezTo>
                      <a:pt x="759" y="146"/>
                      <a:pt x="807" y="155"/>
                      <a:pt x="851" y="163"/>
                    </a:cubicBezTo>
                    <a:cubicBezTo>
                      <a:pt x="663" y="127"/>
                      <a:pt x="663" y="127"/>
                      <a:pt x="663" y="127"/>
                    </a:cubicBezTo>
                    <a:cubicBezTo>
                      <a:pt x="655" y="125"/>
                      <a:pt x="630" y="117"/>
                      <a:pt x="617" y="110"/>
                    </a:cubicBezTo>
                    <a:cubicBezTo>
                      <a:pt x="612" y="109"/>
                      <a:pt x="585" y="95"/>
                      <a:pt x="560" y="85"/>
                    </a:cubicBezTo>
                    <a:cubicBezTo>
                      <a:pt x="534" y="75"/>
                      <a:pt x="530" y="71"/>
                      <a:pt x="500" y="61"/>
                    </a:cubicBezTo>
                    <a:cubicBezTo>
                      <a:pt x="470" y="51"/>
                      <a:pt x="456" y="41"/>
                      <a:pt x="422" y="43"/>
                    </a:cubicBezTo>
                    <a:cubicBezTo>
                      <a:pt x="405" y="44"/>
                      <a:pt x="393" y="45"/>
                      <a:pt x="381" y="48"/>
                    </a:cubicBezTo>
                    <a:cubicBezTo>
                      <a:pt x="372" y="50"/>
                      <a:pt x="340" y="55"/>
                      <a:pt x="331" y="55"/>
                    </a:cubicBezTo>
                    <a:cubicBezTo>
                      <a:pt x="320" y="55"/>
                      <a:pt x="294" y="57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186" y="35"/>
                      <a:pt x="87" y="16"/>
                      <a:pt x="3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9" y="12"/>
                      <a:pt x="23" y="15"/>
                    </a:cubicBezTo>
                    <a:cubicBezTo>
                      <a:pt x="94" y="28"/>
                      <a:pt x="173" y="43"/>
                      <a:pt x="256" y="59"/>
                    </a:cubicBezTo>
                    <a:cubicBezTo>
                      <a:pt x="290" y="66"/>
                      <a:pt x="290" y="66"/>
                      <a:pt x="290" y="66"/>
                    </a:cubicBezTo>
                    <a:cubicBezTo>
                      <a:pt x="299" y="66"/>
                      <a:pt x="306" y="66"/>
                      <a:pt x="314" y="66"/>
                    </a:cubicBezTo>
                    <a:cubicBezTo>
                      <a:pt x="319" y="65"/>
                      <a:pt x="326" y="64"/>
                      <a:pt x="333" y="64"/>
                    </a:cubicBezTo>
                    <a:cubicBezTo>
                      <a:pt x="332" y="63"/>
                      <a:pt x="331" y="63"/>
                      <a:pt x="331" y="63"/>
                    </a:cubicBezTo>
                    <a:cubicBezTo>
                      <a:pt x="331" y="63"/>
                      <a:pt x="331" y="63"/>
                      <a:pt x="331" y="63"/>
                    </a:cubicBezTo>
                    <a:cubicBezTo>
                      <a:pt x="332" y="63"/>
                      <a:pt x="333" y="63"/>
                      <a:pt x="334" y="63"/>
                    </a:cubicBezTo>
                    <a:cubicBezTo>
                      <a:pt x="335" y="63"/>
                      <a:pt x="335" y="63"/>
                      <a:pt x="335" y="63"/>
                    </a:cubicBezTo>
                    <a:cubicBezTo>
                      <a:pt x="336" y="63"/>
                      <a:pt x="336" y="63"/>
                      <a:pt x="337" y="63"/>
                    </a:cubicBezTo>
                    <a:cubicBezTo>
                      <a:pt x="337" y="63"/>
                      <a:pt x="338" y="63"/>
                      <a:pt x="338" y="63"/>
                    </a:cubicBezTo>
                    <a:cubicBezTo>
                      <a:pt x="338" y="63"/>
                      <a:pt x="339" y="63"/>
                      <a:pt x="340" y="63"/>
                    </a:cubicBezTo>
                    <a:cubicBezTo>
                      <a:pt x="340" y="63"/>
                      <a:pt x="341" y="63"/>
                      <a:pt x="341" y="63"/>
                    </a:cubicBezTo>
                    <a:cubicBezTo>
                      <a:pt x="342" y="63"/>
                      <a:pt x="342" y="63"/>
                      <a:pt x="343" y="63"/>
                    </a:cubicBezTo>
                    <a:cubicBezTo>
                      <a:pt x="343" y="63"/>
                      <a:pt x="344" y="63"/>
                      <a:pt x="344" y="63"/>
                    </a:cubicBezTo>
                    <a:cubicBezTo>
                      <a:pt x="345" y="63"/>
                      <a:pt x="346" y="62"/>
                      <a:pt x="347" y="62"/>
                    </a:cubicBezTo>
                    <a:cubicBezTo>
                      <a:pt x="347" y="62"/>
                      <a:pt x="348" y="62"/>
                      <a:pt x="348" y="62"/>
                    </a:cubicBezTo>
                    <a:cubicBezTo>
                      <a:pt x="349" y="62"/>
                      <a:pt x="350" y="62"/>
                      <a:pt x="351" y="62"/>
                    </a:cubicBezTo>
                    <a:cubicBezTo>
                      <a:pt x="352" y="62"/>
                      <a:pt x="352" y="62"/>
                      <a:pt x="353" y="62"/>
                    </a:cubicBezTo>
                    <a:cubicBezTo>
                      <a:pt x="353" y="61"/>
                      <a:pt x="354" y="61"/>
                      <a:pt x="355" y="61"/>
                    </a:cubicBezTo>
                    <a:cubicBezTo>
                      <a:pt x="356" y="61"/>
                      <a:pt x="356" y="61"/>
                      <a:pt x="357" y="61"/>
                    </a:cubicBezTo>
                    <a:cubicBezTo>
                      <a:pt x="357" y="61"/>
                      <a:pt x="358" y="61"/>
                      <a:pt x="359" y="61"/>
                    </a:cubicBezTo>
                    <a:cubicBezTo>
                      <a:pt x="359" y="60"/>
                      <a:pt x="360" y="60"/>
                      <a:pt x="361" y="60"/>
                    </a:cubicBezTo>
                    <a:cubicBezTo>
                      <a:pt x="361" y="60"/>
                      <a:pt x="362" y="60"/>
                      <a:pt x="363" y="60"/>
                    </a:cubicBezTo>
                    <a:cubicBezTo>
                      <a:pt x="363" y="60"/>
                      <a:pt x="364" y="60"/>
                      <a:pt x="364" y="60"/>
                    </a:cubicBezTo>
                    <a:cubicBezTo>
                      <a:pt x="365" y="59"/>
                      <a:pt x="366" y="59"/>
                      <a:pt x="366" y="59"/>
                    </a:cubicBezTo>
                    <a:cubicBezTo>
                      <a:pt x="367" y="59"/>
                      <a:pt x="367" y="59"/>
                      <a:pt x="368" y="59"/>
                    </a:cubicBezTo>
                    <a:cubicBezTo>
                      <a:pt x="368" y="59"/>
                      <a:pt x="369" y="59"/>
                      <a:pt x="370" y="59"/>
                    </a:cubicBezTo>
                    <a:cubicBezTo>
                      <a:pt x="370" y="59"/>
                      <a:pt x="371" y="58"/>
                      <a:pt x="371" y="58"/>
                    </a:cubicBezTo>
                    <a:cubicBezTo>
                      <a:pt x="372" y="58"/>
                      <a:pt x="372" y="58"/>
                      <a:pt x="373" y="58"/>
                    </a:cubicBezTo>
                    <a:cubicBezTo>
                      <a:pt x="373" y="58"/>
                      <a:pt x="374" y="58"/>
                      <a:pt x="374" y="58"/>
                    </a:cubicBezTo>
                    <a:cubicBezTo>
                      <a:pt x="375" y="58"/>
                      <a:pt x="375" y="58"/>
                      <a:pt x="376" y="57"/>
                    </a:cubicBezTo>
                    <a:cubicBezTo>
                      <a:pt x="376" y="57"/>
                      <a:pt x="376" y="57"/>
                      <a:pt x="377" y="57"/>
                    </a:cubicBezTo>
                    <a:cubicBezTo>
                      <a:pt x="377" y="57"/>
                      <a:pt x="378" y="57"/>
                      <a:pt x="378" y="57"/>
                    </a:cubicBezTo>
                    <a:cubicBezTo>
                      <a:pt x="378" y="57"/>
                      <a:pt x="379" y="57"/>
                      <a:pt x="379" y="57"/>
                    </a:cubicBezTo>
                    <a:cubicBezTo>
                      <a:pt x="380" y="56"/>
                      <a:pt x="380" y="56"/>
                      <a:pt x="381" y="56"/>
                    </a:cubicBezTo>
                    <a:cubicBezTo>
                      <a:pt x="393" y="53"/>
                      <a:pt x="405" y="52"/>
                      <a:pt x="422" y="51"/>
                    </a:cubicBezTo>
                    <a:cubicBezTo>
                      <a:pt x="456" y="49"/>
                      <a:pt x="470" y="59"/>
                      <a:pt x="500" y="69"/>
                    </a:cubicBezTo>
                    <a:cubicBezTo>
                      <a:pt x="530" y="79"/>
                      <a:pt x="534" y="83"/>
                      <a:pt x="560" y="93"/>
                    </a:cubicBezTo>
                    <a:cubicBezTo>
                      <a:pt x="561" y="94"/>
                      <a:pt x="563" y="95"/>
                      <a:pt x="564" y="95"/>
                    </a:cubicBezTo>
                    <a:cubicBezTo>
                      <a:pt x="565" y="95"/>
                      <a:pt x="565" y="96"/>
                      <a:pt x="566" y="96"/>
                    </a:cubicBezTo>
                    <a:cubicBezTo>
                      <a:pt x="567" y="96"/>
                      <a:pt x="568" y="97"/>
                      <a:pt x="569" y="97"/>
                    </a:cubicBezTo>
                    <a:cubicBezTo>
                      <a:pt x="570" y="97"/>
                      <a:pt x="570" y="98"/>
                      <a:pt x="571" y="98"/>
                    </a:cubicBezTo>
                    <a:cubicBezTo>
                      <a:pt x="572" y="98"/>
                      <a:pt x="573" y="99"/>
                      <a:pt x="573" y="99"/>
                    </a:cubicBezTo>
                    <a:cubicBezTo>
                      <a:pt x="574" y="99"/>
                      <a:pt x="575" y="100"/>
                      <a:pt x="576" y="100"/>
                    </a:cubicBezTo>
                    <a:cubicBezTo>
                      <a:pt x="576" y="100"/>
                      <a:pt x="577" y="101"/>
                      <a:pt x="578" y="101"/>
                    </a:cubicBezTo>
                    <a:cubicBezTo>
                      <a:pt x="579" y="101"/>
                      <a:pt x="579" y="102"/>
                      <a:pt x="580" y="102"/>
                    </a:cubicBezTo>
                    <a:cubicBezTo>
                      <a:pt x="581" y="102"/>
                      <a:pt x="582" y="103"/>
                      <a:pt x="582" y="103"/>
                    </a:cubicBezTo>
                    <a:cubicBezTo>
                      <a:pt x="583" y="103"/>
                      <a:pt x="584" y="104"/>
                      <a:pt x="585" y="104"/>
                    </a:cubicBezTo>
                    <a:cubicBezTo>
                      <a:pt x="585" y="104"/>
                      <a:pt x="586" y="105"/>
                      <a:pt x="587" y="105"/>
                    </a:cubicBezTo>
                    <a:cubicBezTo>
                      <a:pt x="587" y="105"/>
                      <a:pt x="588" y="106"/>
                      <a:pt x="589" y="106"/>
                    </a:cubicBezTo>
                    <a:cubicBezTo>
                      <a:pt x="590" y="106"/>
                      <a:pt x="590" y="106"/>
                      <a:pt x="591" y="107"/>
                    </a:cubicBezTo>
                    <a:cubicBezTo>
                      <a:pt x="592" y="107"/>
                      <a:pt x="592" y="108"/>
                      <a:pt x="593" y="108"/>
                    </a:cubicBezTo>
                    <a:cubicBezTo>
                      <a:pt x="594" y="108"/>
                      <a:pt x="594" y="108"/>
                      <a:pt x="594" y="108"/>
                    </a:cubicBezTo>
                    <a:cubicBezTo>
                      <a:pt x="597" y="110"/>
                      <a:pt x="600" y="111"/>
                      <a:pt x="603" y="112"/>
                    </a:cubicBezTo>
                    <a:cubicBezTo>
                      <a:pt x="603" y="112"/>
                      <a:pt x="603" y="112"/>
                      <a:pt x="603" y="113"/>
                    </a:cubicBezTo>
                    <a:cubicBezTo>
                      <a:pt x="604" y="113"/>
                      <a:pt x="605" y="113"/>
                      <a:pt x="606" y="114"/>
                    </a:cubicBezTo>
                    <a:cubicBezTo>
                      <a:pt x="606" y="114"/>
                      <a:pt x="606" y="114"/>
                      <a:pt x="607" y="114"/>
                    </a:cubicBezTo>
                    <a:cubicBezTo>
                      <a:pt x="607" y="114"/>
                      <a:pt x="608" y="115"/>
                      <a:pt x="609" y="115"/>
                    </a:cubicBezTo>
                    <a:cubicBezTo>
                      <a:pt x="609" y="115"/>
                      <a:pt x="609" y="115"/>
                      <a:pt x="609" y="115"/>
                    </a:cubicBezTo>
                    <a:cubicBezTo>
                      <a:pt x="610" y="116"/>
                      <a:pt x="611" y="116"/>
                      <a:pt x="611" y="116"/>
                    </a:cubicBezTo>
                    <a:cubicBezTo>
                      <a:pt x="611" y="116"/>
                      <a:pt x="612" y="116"/>
                      <a:pt x="612" y="116"/>
                    </a:cubicBezTo>
                    <a:cubicBezTo>
                      <a:pt x="613" y="117"/>
                      <a:pt x="613" y="117"/>
                      <a:pt x="614" y="117"/>
                    </a:cubicBezTo>
                    <a:cubicBezTo>
                      <a:pt x="614" y="117"/>
                      <a:pt x="614" y="117"/>
                      <a:pt x="614" y="117"/>
                    </a:cubicBezTo>
                    <a:cubicBezTo>
                      <a:pt x="615" y="118"/>
                      <a:pt x="615" y="118"/>
                      <a:pt x="616" y="118"/>
                    </a:cubicBezTo>
                    <a:cubicBezTo>
                      <a:pt x="618" y="119"/>
                      <a:pt x="619" y="120"/>
                      <a:pt x="621" y="121"/>
                    </a:cubicBezTo>
                    <a:cubicBezTo>
                      <a:pt x="627" y="125"/>
                      <a:pt x="631" y="128"/>
                      <a:pt x="653" y="134"/>
                    </a:cubicBezTo>
                    <a:cubicBezTo>
                      <a:pt x="800" y="162"/>
                      <a:pt x="987" y="196"/>
                      <a:pt x="1021" y="203"/>
                    </a:cubicBezTo>
                    <a:cubicBezTo>
                      <a:pt x="1079" y="213"/>
                      <a:pt x="1125" y="220"/>
                      <a:pt x="1138" y="222"/>
                    </a:cubicBezTo>
                    <a:cubicBezTo>
                      <a:pt x="1137" y="224"/>
                      <a:pt x="1137" y="224"/>
                      <a:pt x="1137" y="224"/>
                    </a:cubicBezTo>
                    <a:cubicBezTo>
                      <a:pt x="1145" y="214"/>
                      <a:pt x="1145" y="214"/>
                      <a:pt x="1145" y="214"/>
                    </a:cubicBezTo>
                    <a:cubicBezTo>
                      <a:pt x="1145" y="214"/>
                      <a:pt x="1145" y="214"/>
                      <a:pt x="1145" y="214"/>
                    </a:cubicBezTo>
                    <a:lnTo>
                      <a:pt x="865" y="166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5" name="Freeform 27">
                <a:extLst>
                  <a:ext uri="{FF2B5EF4-FFF2-40B4-BE49-F238E27FC236}">
                    <a16:creationId xmlns:a16="http://schemas.microsoft.com/office/drawing/2014/main" id="{FF42C8C6-2363-40F2-9973-CB66DB72A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1472"/>
                <a:ext cx="461" cy="98"/>
              </a:xfrm>
              <a:custGeom>
                <a:avLst/>
                <a:gdLst>
                  <a:gd name="T0" fmla="*/ 0 w 286"/>
                  <a:gd name="T1" fmla="*/ 0 h 57"/>
                  <a:gd name="T2" fmla="*/ 1198 w 286"/>
                  <a:gd name="T3" fmla="*/ 280 h 57"/>
                  <a:gd name="T4" fmla="*/ 0 w 286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6" h="57">
                    <a:moveTo>
                      <a:pt x="0" y="0"/>
                    </a:moveTo>
                    <a:cubicBezTo>
                      <a:pt x="25" y="5"/>
                      <a:pt x="243" y="47"/>
                      <a:pt x="286" y="55"/>
                    </a:cubicBezTo>
                    <a:cubicBezTo>
                      <a:pt x="265" y="57"/>
                      <a:pt x="46" y="21"/>
                      <a:pt x="0" y="0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6" name="Freeform 28">
                <a:extLst>
                  <a:ext uri="{FF2B5EF4-FFF2-40B4-BE49-F238E27FC236}">
                    <a16:creationId xmlns:a16="http://schemas.microsoft.com/office/drawing/2014/main" id="{B098FC4C-CF7B-4467-A7E6-82CB929B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1487"/>
                <a:ext cx="312" cy="65"/>
              </a:xfrm>
              <a:custGeom>
                <a:avLst/>
                <a:gdLst>
                  <a:gd name="T0" fmla="*/ 0 w 194"/>
                  <a:gd name="T1" fmla="*/ 0 h 38"/>
                  <a:gd name="T2" fmla="*/ 807 w 194"/>
                  <a:gd name="T3" fmla="*/ 190 h 38"/>
                  <a:gd name="T4" fmla="*/ 0 w 19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38">
                    <a:moveTo>
                      <a:pt x="0" y="0"/>
                    </a:moveTo>
                    <a:cubicBezTo>
                      <a:pt x="25" y="5"/>
                      <a:pt x="173" y="35"/>
                      <a:pt x="194" y="38"/>
                    </a:cubicBezTo>
                    <a:cubicBezTo>
                      <a:pt x="182" y="34"/>
                      <a:pt x="54" y="7"/>
                      <a:pt x="0" y="0"/>
                    </a:cubicBezTo>
                    <a:close/>
                  </a:path>
                </a:pathLst>
              </a:custGeom>
              <a:solidFill>
                <a:srgbClr val="FB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7" name="Freeform 29">
                <a:extLst>
                  <a:ext uri="{FF2B5EF4-FFF2-40B4-BE49-F238E27FC236}">
                    <a16:creationId xmlns:a16="http://schemas.microsoft.com/office/drawing/2014/main" id="{7C9E8B59-D95E-4C1C-922C-4F6BE948B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700"/>
                <a:ext cx="3" cy="10"/>
              </a:xfrm>
              <a:custGeom>
                <a:avLst/>
                <a:gdLst>
                  <a:gd name="T0" fmla="*/ 0 w 2"/>
                  <a:gd name="T1" fmla="*/ 0 h 6"/>
                  <a:gd name="T2" fmla="*/ 8 w 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0" y="5"/>
                      <a:pt x="2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8" name="Freeform 30">
                <a:extLst>
                  <a:ext uri="{FF2B5EF4-FFF2-40B4-BE49-F238E27FC236}">
                    <a16:creationId xmlns:a16="http://schemas.microsoft.com/office/drawing/2014/main" id="{C1E570E1-9026-4DB8-B90F-5AE50EC63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703"/>
                <a:ext cx="4" cy="14"/>
              </a:xfrm>
              <a:custGeom>
                <a:avLst/>
                <a:gdLst>
                  <a:gd name="T0" fmla="*/ 8 w 2"/>
                  <a:gd name="T1" fmla="*/ 0 h 8"/>
                  <a:gd name="T2" fmla="*/ 0 w 2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9" name="Freeform 31">
                <a:extLst>
                  <a:ext uri="{FF2B5EF4-FFF2-40B4-BE49-F238E27FC236}">
                    <a16:creationId xmlns:a16="http://schemas.microsoft.com/office/drawing/2014/main" id="{887448C3-B0C1-4EF0-A43D-B65D1A529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679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0" name="Freeform 32">
                <a:extLst>
                  <a:ext uri="{FF2B5EF4-FFF2-40B4-BE49-F238E27FC236}">
                    <a16:creationId xmlns:a16="http://schemas.microsoft.com/office/drawing/2014/main" id="{8F3DBBEB-EC23-4CB1-BA90-D2951EBB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662"/>
                <a:ext cx="3" cy="14"/>
              </a:xfrm>
              <a:custGeom>
                <a:avLst/>
                <a:gdLst>
                  <a:gd name="T0" fmla="*/ 8 w 2"/>
                  <a:gd name="T1" fmla="*/ 0 h 8"/>
                  <a:gd name="T2" fmla="*/ 0 w 2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2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1" name="Freeform 33">
                <a:extLst>
                  <a:ext uri="{FF2B5EF4-FFF2-40B4-BE49-F238E27FC236}">
                    <a16:creationId xmlns:a16="http://schemas.microsoft.com/office/drawing/2014/main" id="{1D841A6C-9538-4668-95A1-8978FB836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669"/>
                <a:ext cx="1" cy="9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2" name="Freeform 34">
                <a:extLst>
                  <a:ext uri="{FF2B5EF4-FFF2-40B4-BE49-F238E27FC236}">
                    <a16:creationId xmlns:a16="http://schemas.microsoft.com/office/drawing/2014/main" id="{C8B8A57C-2591-45CA-AE1A-1E71186D6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666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3"/>
                      <a:pt x="0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3" name="Freeform 35">
                <a:extLst>
                  <a:ext uri="{FF2B5EF4-FFF2-40B4-BE49-F238E27FC236}">
                    <a16:creationId xmlns:a16="http://schemas.microsoft.com/office/drawing/2014/main" id="{F7B18CF6-99B3-4D97-AF69-E14F919D3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631"/>
                <a:ext cx="7" cy="11"/>
              </a:xfrm>
              <a:custGeom>
                <a:avLst/>
                <a:gdLst>
                  <a:gd name="T0" fmla="*/ 21 w 4"/>
                  <a:gd name="T1" fmla="*/ 0 h 6"/>
                  <a:gd name="T2" fmla="*/ 0 w 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3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4" name="Freeform 36">
                <a:extLst>
                  <a:ext uri="{FF2B5EF4-FFF2-40B4-BE49-F238E27FC236}">
                    <a16:creationId xmlns:a16="http://schemas.microsoft.com/office/drawing/2014/main" id="{193B7E82-0A00-4066-AACE-D8170343E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590"/>
                <a:ext cx="8" cy="14"/>
              </a:xfrm>
              <a:custGeom>
                <a:avLst/>
                <a:gdLst>
                  <a:gd name="T0" fmla="*/ 21 w 5"/>
                  <a:gd name="T1" fmla="*/ 0 h 8"/>
                  <a:gd name="T2" fmla="*/ 0 w 5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2"/>
                      <a:pt x="1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5" name="Freeform 37">
                <a:extLst>
                  <a:ext uri="{FF2B5EF4-FFF2-40B4-BE49-F238E27FC236}">
                    <a16:creationId xmlns:a16="http://schemas.microsoft.com/office/drawing/2014/main" id="{8EE5DC39-C5FA-4FA8-A075-39354F52B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503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6" name="Freeform 38">
                <a:extLst>
                  <a:ext uri="{FF2B5EF4-FFF2-40B4-BE49-F238E27FC236}">
                    <a16:creationId xmlns:a16="http://schemas.microsoft.com/office/drawing/2014/main" id="{1842000F-B1DE-478C-BAF0-D0B66952C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479"/>
                <a:ext cx="5" cy="13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3"/>
                      <a:pt x="3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7" name="Freeform 39">
                <a:extLst>
                  <a:ext uri="{FF2B5EF4-FFF2-40B4-BE49-F238E27FC236}">
                    <a16:creationId xmlns:a16="http://schemas.microsoft.com/office/drawing/2014/main" id="{627D493E-848C-47D6-8E42-A57D72CE5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673"/>
                <a:ext cx="77" cy="27"/>
              </a:xfrm>
              <a:custGeom>
                <a:avLst/>
                <a:gdLst>
                  <a:gd name="T0" fmla="*/ 0 w 48"/>
                  <a:gd name="T1" fmla="*/ 14 h 16"/>
                  <a:gd name="T2" fmla="*/ 141 w 48"/>
                  <a:gd name="T3" fmla="*/ 29 h 16"/>
                  <a:gd name="T4" fmla="*/ 199 w 48"/>
                  <a:gd name="T5" fmla="*/ 7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0" y="3"/>
                    </a:moveTo>
                    <a:cubicBezTo>
                      <a:pt x="12" y="3"/>
                      <a:pt x="22" y="0"/>
                      <a:pt x="34" y="6"/>
                    </a:cubicBezTo>
                    <a:cubicBezTo>
                      <a:pt x="39" y="8"/>
                      <a:pt x="43" y="14"/>
                      <a:pt x="48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8" name="Freeform 40">
                <a:extLst>
                  <a:ext uri="{FF2B5EF4-FFF2-40B4-BE49-F238E27FC236}">
                    <a16:creationId xmlns:a16="http://schemas.microsoft.com/office/drawing/2014/main" id="{37DBB6C2-8DBF-4B1A-A4B9-16CE94E65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673"/>
                <a:ext cx="68" cy="24"/>
              </a:xfrm>
              <a:custGeom>
                <a:avLst/>
                <a:gdLst>
                  <a:gd name="T0" fmla="*/ 0 w 42"/>
                  <a:gd name="T1" fmla="*/ 0 h 14"/>
                  <a:gd name="T2" fmla="*/ 89 w 42"/>
                  <a:gd name="T3" fmla="*/ 36 h 14"/>
                  <a:gd name="T4" fmla="*/ 178 w 42"/>
                  <a:gd name="T5" fmla="*/ 6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8" y="1"/>
                      <a:pt x="14" y="3"/>
                      <a:pt x="21" y="7"/>
                    </a:cubicBezTo>
                    <a:cubicBezTo>
                      <a:pt x="27" y="11"/>
                      <a:pt x="34" y="14"/>
                      <a:pt x="42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9" name="Freeform 41">
                <a:extLst>
                  <a:ext uri="{FF2B5EF4-FFF2-40B4-BE49-F238E27FC236}">
                    <a16:creationId xmlns:a16="http://schemas.microsoft.com/office/drawing/2014/main" id="{4A6AEF4F-82DD-47C9-9924-24EF89687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703"/>
                <a:ext cx="47" cy="11"/>
              </a:xfrm>
              <a:custGeom>
                <a:avLst/>
                <a:gdLst>
                  <a:gd name="T0" fmla="*/ 0 w 29"/>
                  <a:gd name="T1" fmla="*/ 20 h 6"/>
                  <a:gd name="T2" fmla="*/ 123 w 2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">
                    <a:moveTo>
                      <a:pt x="0" y="3"/>
                    </a:moveTo>
                    <a:cubicBezTo>
                      <a:pt x="8" y="6"/>
                      <a:pt x="20" y="0"/>
                      <a:pt x="2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0" name="Freeform 42">
                <a:extLst>
                  <a:ext uri="{FF2B5EF4-FFF2-40B4-BE49-F238E27FC236}">
                    <a16:creationId xmlns:a16="http://schemas.microsoft.com/office/drawing/2014/main" id="{B20DD991-3421-4B06-A833-4A59C9CD7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155"/>
                <a:ext cx="77" cy="29"/>
              </a:xfrm>
              <a:custGeom>
                <a:avLst/>
                <a:gdLst>
                  <a:gd name="T0" fmla="*/ 0 w 48"/>
                  <a:gd name="T1" fmla="*/ 15 h 17"/>
                  <a:gd name="T2" fmla="*/ 141 w 48"/>
                  <a:gd name="T3" fmla="*/ 29 h 17"/>
                  <a:gd name="T4" fmla="*/ 199 w 48"/>
                  <a:gd name="T5" fmla="*/ 8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3"/>
                    </a:moveTo>
                    <a:cubicBezTo>
                      <a:pt x="12" y="3"/>
                      <a:pt x="22" y="0"/>
                      <a:pt x="34" y="6"/>
                    </a:cubicBezTo>
                    <a:cubicBezTo>
                      <a:pt x="39" y="9"/>
                      <a:pt x="43" y="15"/>
                      <a:pt x="48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1" name="Freeform 43">
                <a:extLst>
                  <a:ext uri="{FF2B5EF4-FFF2-40B4-BE49-F238E27FC236}">
                    <a16:creationId xmlns:a16="http://schemas.microsoft.com/office/drawing/2014/main" id="{CAB9032A-533D-4F71-AEDF-D00406C4A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56"/>
                <a:ext cx="68" cy="24"/>
              </a:xfrm>
              <a:custGeom>
                <a:avLst/>
                <a:gdLst>
                  <a:gd name="T0" fmla="*/ 0 w 42"/>
                  <a:gd name="T1" fmla="*/ 0 h 14"/>
                  <a:gd name="T2" fmla="*/ 94 w 42"/>
                  <a:gd name="T3" fmla="*/ 36 h 14"/>
                  <a:gd name="T4" fmla="*/ 178 w 42"/>
                  <a:gd name="T5" fmla="*/ 7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9" y="2"/>
                      <a:pt x="15" y="3"/>
                      <a:pt x="22" y="7"/>
                    </a:cubicBezTo>
                    <a:cubicBezTo>
                      <a:pt x="28" y="11"/>
                      <a:pt x="35" y="14"/>
                      <a:pt x="42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2" name="Freeform 44">
                <a:extLst>
                  <a:ext uri="{FF2B5EF4-FFF2-40B4-BE49-F238E27FC236}">
                    <a16:creationId xmlns:a16="http://schemas.microsoft.com/office/drawing/2014/main" id="{F0F7B444-1753-46CD-9121-DEF23660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184"/>
                <a:ext cx="64" cy="5"/>
              </a:xfrm>
              <a:custGeom>
                <a:avLst/>
                <a:gdLst>
                  <a:gd name="T0" fmla="*/ 0 w 40"/>
                  <a:gd name="T1" fmla="*/ 0 h 3"/>
                  <a:gd name="T2" fmla="*/ 163 w 40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">
                    <a:moveTo>
                      <a:pt x="0" y="0"/>
                    </a:moveTo>
                    <a:cubicBezTo>
                      <a:pt x="8" y="3"/>
                      <a:pt x="32" y="3"/>
                      <a:pt x="4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3" name="Freeform 45">
                <a:extLst>
                  <a:ext uri="{FF2B5EF4-FFF2-40B4-BE49-F238E27FC236}">
                    <a16:creationId xmlns:a16="http://schemas.microsoft.com/office/drawing/2014/main" id="{F44C4134-4661-43D5-AE57-EBD631B12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184"/>
                <a:ext cx="289" cy="99"/>
              </a:xfrm>
              <a:custGeom>
                <a:avLst/>
                <a:gdLst>
                  <a:gd name="T0" fmla="*/ 0 w 180"/>
                  <a:gd name="T1" fmla="*/ 0 h 58"/>
                  <a:gd name="T2" fmla="*/ 116 w 180"/>
                  <a:gd name="T3" fmla="*/ 90 h 58"/>
                  <a:gd name="T4" fmla="*/ 183 w 180"/>
                  <a:gd name="T5" fmla="*/ 140 h 58"/>
                  <a:gd name="T6" fmla="*/ 273 w 180"/>
                  <a:gd name="T7" fmla="*/ 198 h 58"/>
                  <a:gd name="T8" fmla="*/ 422 w 180"/>
                  <a:gd name="T9" fmla="*/ 288 h 58"/>
                  <a:gd name="T10" fmla="*/ 477 w 180"/>
                  <a:gd name="T11" fmla="*/ 259 h 58"/>
                  <a:gd name="T12" fmla="*/ 533 w 180"/>
                  <a:gd name="T13" fmla="*/ 263 h 58"/>
                  <a:gd name="T14" fmla="*/ 575 w 180"/>
                  <a:gd name="T15" fmla="*/ 273 h 58"/>
                  <a:gd name="T16" fmla="*/ 621 w 180"/>
                  <a:gd name="T17" fmla="*/ 234 h 58"/>
                  <a:gd name="T18" fmla="*/ 719 w 180"/>
                  <a:gd name="T19" fmla="*/ 198 h 58"/>
                  <a:gd name="T20" fmla="*/ 745 w 180"/>
                  <a:gd name="T21" fmla="*/ 125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58">
                    <a:moveTo>
                      <a:pt x="0" y="0"/>
                    </a:moveTo>
                    <a:cubicBezTo>
                      <a:pt x="7" y="12"/>
                      <a:pt x="14" y="20"/>
                      <a:pt x="28" y="18"/>
                    </a:cubicBezTo>
                    <a:cubicBezTo>
                      <a:pt x="38" y="17"/>
                      <a:pt x="41" y="18"/>
                      <a:pt x="44" y="28"/>
                    </a:cubicBezTo>
                    <a:cubicBezTo>
                      <a:pt x="48" y="41"/>
                      <a:pt x="52" y="40"/>
                      <a:pt x="66" y="40"/>
                    </a:cubicBezTo>
                    <a:cubicBezTo>
                      <a:pt x="81" y="40"/>
                      <a:pt x="87" y="57"/>
                      <a:pt x="102" y="58"/>
                    </a:cubicBezTo>
                    <a:cubicBezTo>
                      <a:pt x="109" y="58"/>
                      <a:pt x="110" y="54"/>
                      <a:pt x="115" y="52"/>
                    </a:cubicBezTo>
                    <a:cubicBezTo>
                      <a:pt x="120" y="50"/>
                      <a:pt x="124" y="51"/>
                      <a:pt x="129" y="53"/>
                    </a:cubicBezTo>
                    <a:cubicBezTo>
                      <a:pt x="133" y="54"/>
                      <a:pt x="134" y="56"/>
                      <a:pt x="139" y="55"/>
                    </a:cubicBezTo>
                    <a:cubicBezTo>
                      <a:pt x="143" y="53"/>
                      <a:pt x="145" y="48"/>
                      <a:pt x="150" y="47"/>
                    </a:cubicBezTo>
                    <a:cubicBezTo>
                      <a:pt x="159" y="44"/>
                      <a:pt x="167" y="47"/>
                      <a:pt x="174" y="40"/>
                    </a:cubicBezTo>
                    <a:cubicBezTo>
                      <a:pt x="180" y="34"/>
                      <a:pt x="177" y="29"/>
                      <a:pt x="180" y="2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4" name="Freeform 46">
                <a:extLst>
                  <a:ext uri="{FF2B5EF4-FFF2-40B4-BE49-F238E27FC236}">
                    <a16:creationId xmlns:a16="http://schemas.microsoft.com/office/drawing/2014/main" id="{CA8FD479-4388-4783-B107-767357A0E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215"/>
                <a:ext cx="131" cy="94"/>
              </a:xfrm>
              <a:custGeom>
                <a:avLst/>
                <a:gdLst>
                  <a:gd name="T0" fmla="*/ 0 w 81"/>
                  <a:gd name="T1" fmla="*/ 0 h 55"/>
                  <a:gd name="T2" fmla="*/ 42 w 81"/>
                  <a:gd name="T3" fmla="*/ 29 h 55"/>
                  <a:gd name="T4" fmla="*/ 63 w 81"/>
                  <a:gd name="T5" fmla="*/ 91 h 55"/>
                  <a:gd name="T6" fmla="*/ 139 w 81"/>
                  <a:gd name="T7" fmla="*/ 94 h 55"/>
                  <a:gd name="T8" fmla="*/ 186 w 81"/>
                  <a:gd name="T9" fmla="*/ 125 h 55"/>
                  <a:gd name="T10" fmla="*/ 228 w 81"/>
                  <a:gd name="T11" fmla="*/ 176 h 55"/>
                  <a:gd name="T12" fmla="*/ 296 w 81"/>
                  <a:gd name="T13" fmla="*/ 197 h 55"/>
                  <a:gd name="T14" fmla="*/ 343 w 81"/>
                  <a:gd name="T15" fmla="*/ 275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5">
                    <a:moveTo>
                      <a:pt x="0" y="0"/>
                    </a:moveTo>
                    <a:cubicBezTo>
                      <a:pt x="4" y="1"/>
                      <a:pt x="8" y="3"/>
                      <a:pt x="10" y="6"/>
                    </a:cubicBezTo>
                    <a:cubicBezTo>
                      <a:pt x="13" y="9"/>
                      <a:pt x="12" y="14"/>
                      <a:pt x="15" y="18"/>
                    </a:cubicBezTo>
                    <a:cubicBezTo>
                      <a:pt x="19" y="23"/>
                      <a:pt x="27" y="19"/>
                      <a:pt x="33" y="19"/>
                    </a:cubicBezTo>
                    <a:cubicBezTo>
                      <a:pt x="40" y="18"/>
                      <a:pt x="40" y="19"/>
                      <a:pt x="44" y="25"/>
                    </a:cubicBezTo>
                    <a:cubicBezTo>
                      <a:pt x="47" y="30"/>
                      <a:pt x="48" y="33"/>
                      <a:pt x="54" y="35"/>
                    </a:cubicBezTo>
                    <a:cubicBezTo>
                      <a:pt x="59" y="38"/>
                      <a:pt x="65" y="36"/>
                      <a:pt x="70" y="39"/>
                    </a:cubicBezTo>
                    <a:cubicBezTo>
                      <a:pt x="76" y="43"/>
                      <a:pt x="78" y="52"/>
                      <a:pt x="81" y="5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5" name="Freeform 47">
                <a:extLst>
                  <a:ext uri="{FF2B5EF4-FFF2-40B4-BE49-F238E27FC236}">
                    <a16:creationId xmlns:a16="http://schemas.microsoft.com/office/drawing/2014/main" id="{B8670AFD-26CC-4884-9D9A-2C4C802C5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213"/>
                <a:ext cx="53" cy="40"/>
              </a:xfrm>
              <a:custGeom>
                <a:avLst/>
                <a:gdLst>
                  <a:gd name="T0" fmla="*/ 0 w 33"/>
                  <a:gd name="T1" fmla="*/ 0 h 23"/>
                  <a:gd name="T2" fmla="*/ 56 w 33"/>
                  <a:gd name="T3" fmla="*/ 99 h 23"/>
                  <a:gd name="T4" fmla="*/ 137 w 33"/>
                  <a:gd name="T5" fmla="*/ 9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5" y="5"/>
                      <a:pt x="8" y="15"/>
                      <a:pt x="14" y="19"/>
                    </a:cubicBezTo>
                    <a:cubicBezTo>
                      <a:pt x="21" y="23"/>
                      <a:pt x="26" y="17"/>
                      <a:pt x="33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6" name="Freeform 48">
                <a:extLst>
                  <a:ext uri="{FF2B5EF4-FFF2-40B4-BE49-F238E27FC236}">
                    <a16:creationId xmlns:a16="http://schemas.microsoft.com/office/drawing/2014/main" id="{4AD9E515-674A-4D18-8CD8-B40F18353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254"/>
                <a:ext cx="61" cy="26"/>
              </a:xfrm>
              <a:custGeom>
                <a:avLst/>
                <a:gdLst>
                  <a:gd name="T0" fmla="*/ 0 w 38"/>
                  <a:gd name="T1" fmla="*/ 0 h 15"/>
                  <a:gd name="T2" fmla="*/ 80 w 38"/>
                  <a:gd name="T3" fmla="*/ 69 h 15"/>
                  <a:gd name="T4" fmla="*/ 157 w 38"/>
                  <a:gd name="T5" fmla="*/ 6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5">
                    <a:moveTo>
                      <a:pt x="0" y="0"/>
                    </a:moveTo>
                    <a:cubicBezTo>
                      <a:pt x="7" y="5"/>
                      <a:pt x="10" y="11"/>
                      <a:pt x="19" y="13"/>
                    </a:cubicBezTo>
                    <a:cubicBezTo>
                      <a:pt x="26" y="15"/>
                      <a:pt x="31" y="12"/>
                      <a:pt x="38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7" name="Freeform 49">
                <a:extLst>
                  <a:ext uri="{FF2B5EF4-FFF2-40B4-BE49-F238E27FC236}">
                    <a16:creationId xmlns:a16="http://schemas.microsoft.com/office/drawing/2014/main" id="{EE627496-2F84-425D-87AE-12F57C0A2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277"/>
                <a:ext cx="151" cy="46"/>
              </a:xfrm>
              <a:custGeom>
                <a:avLst/>
                <a:gdLst>
                  <a:gd name="T0" fmla="*/ 0 w 94"/>
                  <a:gd name="T1" fmla="*/ 0 h 27"/>
                  <a:gd name="T2" fmla="*/ 88 w 94"/>
                  <a:gd name="T3" fmla="*/ 94 h 27"/>
                  <a:gd name="T4" fmla="*/ 212 w 94"/>
                  <a:gd name="T5" fmla="*/ 75 h 27"/>
                  <a:gd name="T6" fmla="*/ 265 w 94"/>
                  <a:gd name="T7" fmla="*/ 112 h 27"/>
                  <a:gd name="T8" fmla="*/ 336 w 94"/>
                  <a:gd name="T9" fmla="*/ 107 h 27"/>
                  <a:gd name="T10" fmla="*/ 390 w 94"/>
                  <a:gd name="T11" fmla="*/ 1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27">
                    <a:moveTo>
                      <a:pt x="0" y="0"/>
                    </a:moveTo>
                    <a:cubicBezTo>
                      <a:pt x="3" y="8"/>
                      <a:pt x="12" y="17"/>
                      <a:pt x="21" y="19"/>
                    </a:cubicBezTo>
                    <a:cubicBezTo>
                      <a:pt x="31" y="21"/>
                      <a:pt x="42" y="16"/>
                      <a:pt x="51" y="15"/>
                    </a:cubicBezTo>
                    <a:cubicBezTo>
                      <a:pt x="59" y="14"/>
                      <a:pt x="59" y="19"/>
                      <a:pt x="64" y="23"/>
                    </a:cubicBezTo>
                    <a:cubicBezTo>
                      <a:pt x="70" y="27"/>
                      <a:pt x="75" y="25"/>
                      <a:pt x="81" y="22"/>
                    </a:cubicBezTo>
                    <a:cubicBezTo>
                      <a:pt x="90" y="16"/>
                      <a:pt x="89" y="10"/>
                      <a:pt x="94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8" name="Freeform 50">
                <a:extLst>
                  <a:ext uri="{FF2B5EF4-FFF2-40B4-BE49-F238E27FC236}">
                    <a16:creationId xmlns:a16="http://schemas.microsoft.com/office/drawing/2014/main" id="{BF67A570-6A1E-48DB-85FD-431C3AFF4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283"/>
                <a:ext cx="59" cy="23"/>
              </a:xfrm>
              <a:custGeom>
                <a:avLst/>
                <a:gdLst>
                  <a:gd name="T0" fmla="*/ 0 w 37"/>
                  <a:gd name="T1" fmla="*/ 73 h 13"/>
                  <a:gd name="T2" fmla="*/ 73 w 37"/>
                  <a:gd name="T3" fmla="*/ 12 h 13"/>
                  <a:gd name="T4" fmla="*/ 150 w 3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3">
                    <a:moveTo>
                      <a:pt x="0" y="13"/>
                    </a:moveTo>
                    <a:cubicBezTo>
                      <a:pt x="7" y="9"/>
                      <a:pt x="10" y="4"/>
                      <a:pt x="18" y="2"/>
                    </a:cubicBezTo>
                    <a:cubicBezTo>
                      <a:pt x="24" y="0"/>
                      <a:pt x="32" y="3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9" name="Freeform 51">
                <a:extLst>
                  <a:ext uri="{FF2B5EF4-FFF2-40B4-BE49-F238E27FC236}">
                    <a16:creationId xmlns:a16="http://schemas.microsoft.com/office/drawing/2014/main" id="{17C45049-0B6A-4443-9691-05D7D68A8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041"/>
                <a:ext cx="158" cy="208"/>
              </a:xfrm>
              <a:custGeom>
                <a:avLst/>
                <a:gdLst>
                  <a:gd name="T0" fmla="*/ 0 w 98"/>
                  <a:gd name="T1" fmla="*/ 605 h 121"/>
                  <a:gd name="T2" fmla="*/ 114 w 98"/>
                  <a:gd name="T3" fmla="*/ 572 h 121"/>
                  <a:gd name="T4" fmla="*/ 166 w 98"/>
                  <a:gd name="T5" fmla="*/ 497 h 121"/>
                  <a:gd name="T6" fmla="*/ 190 w 98"/>
                  <a:gd name="T7" fmla="*/ 437 h 121"/>
                  <a:gd name="T8" fmla="*/ 276 w 98"/>
                  <a:gd name="T9" fmla="*/ 375 h 121"/>
                  <a:gd name="T10" fmla="*/ 306 w 98"/>
                  <a:gd name="T11" fmla="*/ 275 h 121"/>
                  <a:gd name="T12" fmla="*/ 382 w 98"/>
                  <a:gd name="T13" fmla="*/ 83 h 121"/>
                  <a:gd name="T14" fmla="*/ 343 w 98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21">
                    <a:moveTo>
                      <a:pt x="0" y="119"/>
                    </a:moveTo>
                    <a:cubicBezTo>
                      <a:pt x="9" y="121"/>
                      <a:pt x="19" y="117"/>
                      <a:pt x="27" y="113"/>
                    </a:cubicBezTo>
                    <a:cubicBezTo>
                      <a:pt x="33" y="109"/>
                      <a:pt x="37" y="105"/>
                      <a:pt x="40" y="98"/>
                    </a:cubicBezTo>
                    <a:cubicBezTo>
                      <a:pt x="42" y="94"/>
                      <a:pt x="42" y="89"/>
                      <a:pt x="45" y="86"/>
                    </a:cubicBezTo>
                    <a:cubicBezTo>
                      <a:pt x="50" y="80"/>
                      <a:pt x="60" y="81"/>
                      <a:pt x="66" y="74"/>
                    </a:cubicBezTo>
                    <a:cubicBezTo>
                      <a:pt x="72" y="68"/>
                      <a:pt x="70" y="61"/>
                      <a:pt x="73" y="54"/>
                    </a:cubicBezTo>
                    <a:cubicBezTo>
                      <a:pt x="79" y="39"/>
                      <a:pt x="98" y="36"/>
                      <a:pt x="91" y="16"/>
                    </a:cubicBezTo>
                    <a:cubicBezTo>
                      <a:pt x="90" y="13"/>
                      <a:pt x="82" y="0"/>
                      <a:pt x="8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0" name="Freeform 52">
                <a:extLst>
                  <a:ext uri="{FF2B5EF4-FFF2-40B4-BE49-F238E27FC236}">
                    <a16:creationId xmlns:a16="http://schemas.microsoft.com/office/drawing/2014/main" id="{53640332-55D8-4378-82A0-95489805D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047"/>
                <a:ext cx="27" cy="79"/>
              </a:xfrm>
              <a:custGeom>
                <a:avLst/>
                <a:gdLst>
                  <a:gd name="T0" fmla="*/ 35 w 17"/>
                  <a:gd name="T1" fmla="*/ 0 h 46"/>
                  <a:gd name="T2" fmla="*/ 21 w 17"/>
                  <a:gd name="T3" fmla="*/ 119 h 46"/>
                  <a:gd name="T4" fmla="*/ 8 w 17"/>
                  <a:gd name="T5" fmla="*/ 234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9" y="0"/>
                    </a:moveTo>
                    <a:cubicBezTo>
                      <a:pt x="17" y="3"/>
                      <a:pt x="7" y="19"/>
                      <a:pt x="5" y="23"/>
                    </a:cubicBezTo>
                    <a:cubicBezTo>
                      <a:pt x="0" y="32"/>
                      <a:pt x="2" y="36"/>
                      <a:pt x="2" y="4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1" name="Freeform 53">
                <a:extLst>
                  <a:ext uri="{FF2B5EF4-FFF2-40B4-BE49-F238E27FC236}">
                    <a16:creationId xmlns:a16="http://schemas.microsoft.com/office/drawing/2014/main" id="{981DFC63-AEED-4D2B-9B2A-BCF72D3E3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100"/>
                <a:ext cx="30" cy="55"/>
              </a:xfrm>
              <a:custGeom>
                <a:avLst/>
                <a:gdLst>
                  <a:gd name="T0" fmla="*/ 74 w 19"/>
                  <a:gd name="T1" fmla="*/ 0 h 32"/>
                  <a:gd name="T2" fmla="*/ 0 w 19"/>
                  <a:gd name="T3" fmla="*/ 16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2">
                    <a:moveTo>
                      <a:pt x="19" y="0"/>
                    </a:moveTo>
                    <a:cubicBezTo>
                      <a:pt x="19" y="16"/>
                      <a:pt x="12" y="23"/>
                      <a:pt x="0" y="3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2" name="Freeform 54">
                <a:extLst>
                  <a:ext uri="{FF2B5EF4-FFF2-40B4-BE49-F238E27FC236}">
                    <a16:creationId xmlns:a16="http://schemas.microsoft.com/office/drawing/2014/main" id="{EB3DEA3C-5F47-4441-B216-CD87623D8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110"/>
                <a:ext cx="45" cy="86"/>
              </a:xfrm>
              <a:custGeom>
                <a:avLst/>
                <a:gdLst>
                  <a:gd name="T0" fmla="*/ 116 w 28"/>
                  <a:gd name="T1" fmla="*/ 15 h 50"/>
                  <a:gd name="T2" fmla="*/ 13 w 28"/>
                  <a:gd name="T3" fmla="*/ 119 h 50"/>
                  <a:gd name="T4" fmla="*/ 0 w 28"/>
                  <a:gd name="T5" fmla="*/ 255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0">
                    <a:moveTo>
                      <a:pt x="28" y="3"/>
                    </a:moveTo>
                    <a:cubicBezTo>
                      <a:pt x="19" y="0"/>
                      <a:pt x="6" y="15"/>
                      <a:pt x="3" y="23"/>
                    </a:cubicBezTo>
                    <a:cubicBezTo>
                      <a:pt x="0" y="31"/>
                      <a:pt x="0" y="41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3" name="Freeform 55">
                <a:extLst>
                  <a:ext uri="{FF2B5EF4-FFF2-40B4-BE49-F238E27FC236}">
                    <a16:creationId xmlns:a16="http://schemas.microsoft.com/office/drawing/2014/main" id="{56A6D15F-E32D-4EFB-B0A5-BAD35C591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177"/>
                <a:ext cx="50" cy="57"/>
              </a:xfrm>
              <a:custGeom>
                <a:avLst/>
                <a:gdLst>
                  <a:gd name="T0" fmla="*/ 0 w 31"/>
                  <a:gd name="T1" fmla="*/ 164 h 33"/>
                  <a:gd name="T2" fmla="*/ 131 w 3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3">
                    <a:moveTo>
                      <a:pt x="0" y="32"/>
                    </a:moveTo>
                    <a:cubicBezTo>
                      <a:pt x="21" y="33"/>
                      <a:pt x="26" y="17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4" name="Freeform 56">
                <a:extLst>
                  <a:ext uri="{FF2B5EF4-FFF2-40B4-BE49-F238E27FC236}">
                    <a16:creationId xmlns:a16="http://schemas.microsoft.com/office/drawing/2014/main" id="{F151B9EC-3457-4A38-AAF5-B5B9B659E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210"/>
                <a:ext cx="45" cy="53"/>
              </a:xfrm>
              <a:custGeom>
                <a:avLst/>
                <a:gdLst>
                  <a:gd name="T0" fmla="*/ 116 w 28"/>
                  <a:gd name="T1" fmla="*/ 9 h 31"/>
                  <a:gd name="T2" fmla="*/ 0 w 28"/>
                  <a:gd name="T3" fmla="*/ 156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2"/>
                    </a:moveTo>
                    <a:cubicBezTo>
                      <a:pt x="14" y="0"/>
                      <a:pt x="3" y="20"/>
                      <a:pt x="0" y="3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5" name="Freeform 57">
                <a:extLst>
                  <a:ext uri="{FF2B5EF4-FFF2-40B4-BE49-F238E27FC236}">
                    <a16:creationId xmlns:a16="http://schemas.microsoft.com/office/drawing/2014/main" id="{45ED5D3A-588A-4019-B45E-64BCE86AB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258"/>
                <a:ext cx="55" cy="53"/>
              </a:xfrm>
              <a:custGeom>
                <a:avLst/>
                <a:gdLst>
                  <a:gd name="T0" fmla="*/ 0 w 34"/>
                  <a:gd name="T1" fmla="*/ 85 h 31"/>
                  <a:gd name="T2" fmla="*/ 144 w 34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1">
                    <a:moveTo>
                      <a:pt x="0" y="17"/>
                    </a:moveTo>
                    <a:cubicBezTo>
                      <a:pt x="15" y="31"/>
                      <a:pt x="29" y="16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6" name="Freeform 58">
                <a:extLst>
                  <a:ext uri="{FF2B5EF4-FFF2-40B4-BE49-F238E27FC236}">
                    <a16:creationId xmlns:a16="http://schemas.microsoft.com/office/drawing/2014/main" id="{B9F8742D-E542-4AE2-AF1D-534A72FAB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282"/>
                <a:ext cx="69" cy="36"/>
              </a:xfrm>
              <a:custGeom>
                <a:avLst/>
                <a:gdLst>
                  <a:gd name="T0" fmla="*/ 0 w 43"/>
                  <a:gd name="T1" fmla="*/ 106 h 21"/>
                  <a:gd name="T2" fmla="*/ 16 w 43"/>
                  <a:gd name="T3" fmla="*/ 65 h 21"/>
                  <a:gd name="T4" fmla="*/ 75 w 43"/>
                  <a:gd name="T5" fmla="*/ 15 h 21"/>
                  <a:gd name="T6" fmla="*/ 178 w 43"/>
                  <a:gd name="T7" fmla="*/ 3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1">
                    <a:moveTo>
                      <a:pt x="0" y="21"/>
                    </a:moveTo>
                    <a:cubicBezTo>
                      <a:pt x="3" y="19"/>
                      <a:pt x="2" y="16"/>
                      <a:pt x="4" y="13"/>
                    </a:cubicBezTo>
                    <a:cubicBezTo>
                      <a:pt x="8" y="8"/>
                      <a:pt x="12" y="5"/>
                      <a:pt x="18" y="3"/>
                    </a:cubicBezTo>
                    <a:cubicBezTo>
                      <a:pt x="28" y="0"/>
                      <a:pt x="34" y="3"/>
                      <a:pt x="43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7" name="Freeform 59">
                <a:extLst>
                  <a:ext uri="{FF2B5EF4-FFF2-40B4-BE49-F238E27FC236}">
                    <a16:creationId xmlns:a16="http://schemas.microsoft.com/office/drawing/2014/main" id="{C83CB7F5-2222-44EF-B174-1E84F64C5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210"/>
                <a:ext cx="67" cy="32"/>
              </a:xfrm>
              <a:custGeom>
                <a:avLst/>
                <a:gdLst>
                  <a:gd name="T0" fmla="*/ 0 w 42"/>
                  <a:gd name="T1" fmla="*/ 91 h 19"/>
                  <a:gd name="T2" fmla="*/ 86 w 42"/>
                  <a:gd name="T3" fmla="*/ 29 h 19"/>
                  <a:gd name="T4" fmla="*/ 171 w 4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9">
                    <a:moveTo>
                      <a:pt x="0" y="19"/>
                    </a:moveTo>
                    <a:cubicBezTo>
                      <a:pt x="8" y="18"/>
                      <a:pt x="15" y="11"/>
                      <a:pt x="21" y="6"/>
                    </a:cubicBezTo>
                    <a:cubicBezTo>
                      <a:pt x="27" y="2"/>
                      <a:pt x="35" y="0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8" name="Freeform 60">
                <a:extLst>
                  <a:ext uri="{FF2B5EF4-FFF2-40B4-BE49-F238E27FC236}">
                    <a16:creationId xmlns:a16="http://schemas.microsoft.com/office/drawing/2014/main" id="{07F02025-6DA3-49E4-B099-1B2A93DC5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234"/>
                <a:ext cx="34" cy="60"/>
              </a:xfrm>
              <a:custGeom>
                <a:avLst/>
                <a:gdLst>
                  <a:gd name="T0" fmla="*/ 89 w 21"/>
                  <a:gd name="T1" fmla="*/ 0 h 35"/>
                  <a:gd name="T2" fmla="*/ 34 w 21"/>
                  <a:gd name="T3" fmla="*/ 91 h 35"/>
                  <a:gd name="T4" fmla="*/ 0 w 21"/>
                  <a:gd name="T5" fmla="*/ 17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7" y="7"/>
                      <a:pt x="10" y="9"/>
                      <a:pt x="8" y="18"/>
                    </a:cubicBezTo>
                    <a:cubicBezTo>
                      <a:pt x="6" y="24"/>
                      <a:pt x="7" y="32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9" name="Freeform 61">
                <a:extLst>
                  <a:ext uri="{FF2B5EF4-FFF2-40B4-BE49-F238E27FC236}">
                    <a16:creationId xmlns:a16="http://schemas.microsoft.com/office/drawing/2014/main" id="{5EA2A85E-5A03-4605-92D0-8B72ABBF6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246"/>
                <a:ext cx="62" cy="25"/>
              </a:xfrm>
              <a:custGeom>
                <a:avLst/>
                <a:gdLst>
                  <a:gd name="T0" fmla="*/ 0 w 38"/>
                  <a:gd name="T1" fmla="*/ 22 h 15"/>
                  <a:gd name="T2" fmla="*/ 83 w 38"/>
                  <a:gd name="T3" fmla="*/ 70 h 15"/>
                  <a:gd name="T4" fmla="*/ 165 w 3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5">
                    <a:moveTo>
                      <a:pt x="0" y="5"/>
                    </a:moveTo>
                    <a:cubicBezTo>
                      <a:pt x="4" y="9"/>
                      <a:pt x="14" y="15"/>
                      <a:pt x="19" y="15"/>
                    </a:cubicBezTo>
                    <a:cubicBezTo>
                      <a:pt x="27" y="14"/>
                      <a:pt x="34" y="6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0" name="Freeform 62">
                <a:extLst>
                  <a:ext uri="{FF2B5EF4-FFF2-40B4-BE49-F238E27FC236}">
                    <a16:creationId xmlns:a16="http://schemas.microsoft.com/office/drawing/2014/main" id="{28D53170-C8E5-4A9D-B9DD-61AE73F89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825"/>
                <a:ext cx="61" cy="232"/>
              </a:xfrm>
              <a:custGeom>
                <a:avLst/>
                <a:gdLst>
                  <a:gd name="T0" fmla="*/ 0 w 38"/>
                  <a:gd name="T1" fmla="*/ 0 h 135"/>
                  <a:gd name="T2" fmla="*/ 95 w 38"/>
                  <a:gd name="T3" fmla="*/ 45 h 135"/>
                  <a:gd name="T4" fmla="*/ 103 w 38"/>
                  <a:gd name="T5" fmla="*/ 168 h 135"/>
                  <a:gd name="T6" fmla="*/ 132 w 38"/>
                  <a:gd name="T7" fmla="*/ 296 h 135"/>
                  <a:gd name="T8" fmla="*/ 116 w 38"/>
                  <a:gd name="T9" fmla="*/ 402 h 135"/>
                  <a:gd name="T10" fmla="*/ 157 w 38"/>
                  <a:gd name="T11" fmla="*/ 488 h 135"/>
                  <a:gd name="T12" fmla="*/ 124 w 38"/>
                  <a:gd name="T13" fmla="*/ 567 h 135"/>
                  <a:gd name="T14" fmla="*/ 80 w 38"/>
                  <a:gd name="T15" fmla="*/ 686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35">
                    <a:moveTo>
                      <a:pt x="0" y="0"/>
                    </a:moveTo>
                    <a:cubicBezTo>
                      <a:pt x="6" y="4"/>
                      <a:pt x="18" y="2"/>
                      <a:pt x="23" y="9"/>
                    </a:cubicBezTo>
                    <a:cubicBezTo>
                      <a:pt x="27" y="15"/>
                      <a:pt x="22" y="26"/>
                      <a:pt x="25" y="33"/>
                    </a:cubicBezTo>
                    <a:cubicBezTo>
                      <a:pt x="28" y="43"/>
                      <a:pt x="38" y="48"/>
                      <a:pt x="32" y="58"/>
                    </a:cubicBezTo>
                    <a:cubicBezTo>
                      <a:pt x="29" y="65"/>
                      <a:pt x="24" y="70"/>
                      <a:pt x="28" y="79"/>
                    </a:cubicBezTo>
                    <a:cubicBezTo>
                      <a:pt x="30" y="86"/>
                      <a:pt x="38" y="89"/>
                      <a:pt x="38" y="96"/>
                    </a:cubicBezTo>
                    <a:cubicBezTo>
                      <a:pt x="38" y="102"/>
                      <a:pt x="33" y="107"/>
                      <a:pt x="30" y="112"/>
                    </a:cubicBezTo>
                    <a:cubicBezTo>
                      <a:pt x="26" y="118"/>
                      <a:pt x="24" y="129"/>
                      <a:pt x="19" y="1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1" name="Freeform 63">
                <a:extLst>
                  <a:ext uri="{FF2B5EF4-FFF2-40B4-BE49-F238E27FC236}">
                    <a16:creationId xmlns:a16="http://schemas.microsoft.com/office/drawing/2014/main" id="{076F38F6-0F65-40B8-9FB9-92FA6B4F3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963"/>
                <a:ext cx="13" cy="65"/>
              </a:xfrm>
              <a:custGeom>
                <a:avLst/>
                <a:gdLst>
                  <a:gd name="T0" fmla="*/ 29 w 8"/>
                  <a:gd name="T1" fmla="*/ 0 h 38"/>
                  <a:gd name="T2" fmla="*/ 8 w 8"/>
                  <a:gd name="T3" fmla="*/ 111 h 38"/>
                  <a:gd name="T4" fmla="*/ 26 w 8"/>
                  <a:gd name="T5" fmla="*/ 19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8">
                    <a:moveTo>
                      <a:pt x="7" y="0"/>
                    </a:moveTo>
                    <a:cubicBezTo>
                      <a:pt x="8" y="8"/>
                      <a:pt x="0" y="14"/>
                      <a:pt x="2" y="22"/>
                    </a:cubicBezTo>
                    <a:cubicBezTo>
                      <a:pt x="3" y="29"/>
                      <a:pt x="8" y="31"/>
                      <a:pt x="6" y="3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2" name="Freeform 64">
                <a:extLst>
                  <a:ext uri="{FF2B5EF4-FFF2-40B4-BE49-F238E27FC236}">
                    <a16:creationId xmlns:a16="http://schemas.microsoft.com/office/drawing/2014/main" id="{B1525E9D-A64A-47B3-B37B-7DF04F2C7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000"/>
                <a:ext cx="31" cy="66"/>
              </a:xfrm>
              <a:custGeom>
                <a:avLst/>
                <a:gdLst>
                  <a:gd name="T0" fmla="*/ 62 w 19"/>
                  <a:gd name="T1" fmla="*/ 0 h 38"/>
                  <a:gd name="T2" fmla="*/ 83 w 19"/>
                  <a:gd name="T3" fmla="*/ 49 h 38"/>
                  <a:gd name="T4" fmla="*/ 54 w 19"/>
                  <a:gd name="T5" fmla="*/ 115 h 38"/>
                  <a:gd name="T6" fmla="*/ 0 w 19"/>
                  <a:gd name="T7" fmla="*/ 20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8">
                    <a:moveTo>
                      <a:pt x="14" y="0"/>
                    </a:moveTo>
                    <a:cubicBezTo>
                      <a:pt x="15" y="3"/>
                      <a:pt x="18" y="5"/>
                      <a:pt x="19" y="9"/>
                    </a:cubicBezTo>
                    <a:cubicBezTo>
                      <a:pt x="19" y="13"/>
                      <a:pt x="14" y="18"/>
                      <a:pt x="12" y="22"/>
                    </a:cubicBezTo>
                    <a:cubicBezTo>
                      <a:pt x="8" y="27"/>
                      <a:pt x="3" y="33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3" name="Freeform 65">
                <a:extLst>
                  <a:ext uri="{FF2B5EF4-FFF2-40B4-BE49-F238E27FC236}">
                    <a16:creationId xmlns:a16="http://schemas.microsoft.com/office/drawing/2014/main" id="{18E807F6-A48B-4F8E-8A2B-A109A2427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992"/>
                <a:ext cx="61" cy="122"/>
              </a:xfrm>
              <a:custGeom>
                <a:avLst/>
                <a:gdLst>
                  <a:gd name="T0" fmla="*/ 80 w 38"/>
                  <a:gd name="T1" fmla="*/ 361 h 71"/>
                  <a:gd name="T2" fmla="*/ 149 w 38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71">
                    <a:moveTo>
                      <a:pt x="19" y="71"/>
                    </a:moveTo>
                    <a:cubicBezTo>
                      <a:pt x="0" y="46"/>
                      <a:pt x="38" y="24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4" name="Freeform 66">
                <a:extLst>
                  <a:ext uri="{FF2B5EF4-FFF2-40B4-BE49-F238E27FC236}">
                    <a16:creationId xmlns:a16="http://schemas.microsoft.com/office/drawing/2014/main" id="{7CFB721D-7EFD-463F-97D4-0BE409D3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916"/>
                <a:ext cx="14" cy="64"/>
              </a:xfrm>
              <a:custGeom>
                <a:avLst/>
                <a:gdLst>
                  <a:gd name="T0" fmla="*/ 8 w 9"/>
                  <a:gd name="T1" fmla="*/ 9 h 37"/>
                  <a:gd name="T2" fmla="*/ 0 w 9"/>
                  <a:gd name="T3" fmla="*/ 0 h 37"/>
                  <a:gd name="T4" fmla="*/ 34 w 9"/>
                  <a:gd name="T5" fmla="*/ 78 h 37"/>
                  <a:gd name="T6" fmla="*/ 12 w 9"/>
                  <a:gd name="T7" fmla="*/ 19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7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4" y="6"/>
                      <a:pt x="8" y="8"/>
                      <a:pt x="9" y="15"/>
                    </a:cubicBezTo>
                    <a:cubicBezTo>
                      <a:pt x="9" y="23"/>
                      <a:pt x="4" y="30"/>
                      <a:pt x="3" y="3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5" name="Freeform 67">
                <a:extLst>
                  <a:ext uri="{FF2B5EF4-FFF2-40B4-BE49-F238E27FC236}">
                    <a16:creationId xmlns:a16="http://schemas.microsoft.com/office/drawing/2014/main" id="{4192BD33-5D7B-4297-A574-C06B81409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829"/>
                <a:ext cx="35" cy="49"/>
              </a:xfrm>
              <a:custGeom>
                <a:avLst/>
                <a:gdLst>
                  <a:gd name="T0" fmla="*/ 0 w 22"/>
                  <a:gd name="T1" fmla="*/ 0 h 29"/>
                  <a:gd name="T2" fmla="*/ 89 w 22"/>
                  <a:gd name="T3" fmla="*/ 12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8" y="5"/>
                      <a:pt x="12" y="29"/>
                      <a:pt x="22" y="2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6" name="Freeform 68">
                <a:extLst>
                  <a:ext uri="{FF2B5EF4-FFF2-40B4-BE49-F238E27FC236}">
                    <a16:creationId xmlns:a16="http://schemas.microsoft.com/office/drawing/2014/main" id="{F2A293F6-BCDD-46D9-A7A8-FB69C75B1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837"/>
                <a:ext cx="23" cy="71"/>
              </a:xfrm>
              <a:custGeom>
                <a:avLst/>
                <a:gdLst>
                  <a:gd name="T0" fmla="*/ 0 w 14"/>
                  <a:gd name="T1" fmla="*/ 0 h 41"/>
                  <a:gd name="T2" fmla="*/ 62 w 14"/>
                  <a:gd name="T3" fmla="*/ 106 h 41"/>
                  <a:gd name="T4" fmla="*/ 43 w 14"/>
                  <a:gd name="T5" fmla="*/ 213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1">
                    <a:moveTo>
                      <a:pt x="0" y="0"/>
                    </a:moveTo>
                    <a:cubicBezTo>
                      <a:pt x="1" y="9"/>
                      <a:pt x="14" y="9"/>
                      <a:pt x="14" y="20"/>
                    </a:cubicBezTo>
                    <a:cubicBezTo>
                      <a:pt x="14" y="27"/>
                      <a:pt x="12" y="37"/>
                      <a:pt x="10" y="4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7" name="Freeform 69">
                <a:extLst>
                  <a:ext uri="{FF2B5EF4-FFF2-40B4-BE49-F238E27FC236}">
                    <a16:creationId xmlns:a16="http://schemas.microsoft.com/office/drawing/2014/main" id="{8439C4B6-90D8-4504-A89F-9CCC5F132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830"/>
                <a:ext cx="9" cy="38"/>
              </a:xfrm>
              <a:custGeom>
                <a:avLst/>
                <a:gdLst>
                  <a:gd name="T0" fmla="*/ 0 w 6"/>
                  <a:gd name="T1" fmla="*/ 114 h 22"/>
                  <a:gd name="T2" fmla="*/ 14 w 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22"/>
                    </a:moveTo>
                    <a:cubicBezTo>
                      <a:pt x="1" y="15"/>
                      <a:pt x="6" y="7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8" name="Freeform 70">
                <a:extLst>
                  <a:ext uri="{FF2B5EF4-FFF2-40B4-BE49-F238E27FC236}">
                    <a16:creationId xmlns:a16="http://schemas.microsoft.com/office/drawing/2014/main" id="{476A79B4-6386-49E1-8B4F-F9BF83632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868"/>
                <a:ext cx="19" cy="67"/>
              </a:xfrm>
              <a:custGeom>
                <a:avLst/>
                <a:gdLst>
                  <a:gd name="T0" fmla="*/ 0 w 12"/>
                  <a:gd name="T1" fmla="*/ 0 h 39"/>
                  <a:gd name="T2" fmla="*/ 13 w 12"/>
                  <a:gd name="T3" fmla="*/ 19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9">
                    <a:moveTo>
                      <a:pt x="0" y="0"/>
                    </a:moveTo>
                    <a:cubicBezTo>
                      <a:pt x="12" y="8"/>
                      <a:pt x="10" y="28"/>
                      <a:pt x="3" y="3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9" name="Freeform 71">
                <a:extLst>
                  <a:ext uri="{FF2B5EF4-FFF2-40B4-BE49-F238E27FC236}">
                    <a16:creationId xmlns:a16="http://schemas.microsoft.com/office/drawing/2014/main" id="{90276E68-6FA3-4C50-801C-C8D1BC115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599"/>
                <a:ext cx="232" cy="96"/>
              </a:xfrm>
              <a:custGeom>
                <a:avLst/>
                <a:gdLst>
                  <a:gd name="T0" fmla="*/ 0 w 144"/>
                  <a:gd name="T1" fmla="*/ 283 h 56"/>
                  <a:gd name="T2" fmla="*/ 68 w 144"/>
                  <a:gd name="T3" fmla="*/ 211 h 56"/>
                  <a:gd name="T4" fmla="*/ 124 w 144"/>
                  <a:gd name="T5" fmla="*/ 106 h 56"/>
                  <a:gd name="T6" fmla="*/ 221 w 144"/>
                  <a:gd name="T7" fmla="*/ 79 h 56"/>
                  <a:gd name="T8" fmla="*/ 285 w 144"/>
                  <a:gd name="T9" fmla="*/ 41 h 56"/>
                  <a:gd name="T10" fmla="*/ 377 w 144"/>
                  <a:gd name="T11" fmla="*/ 65 h 56"/>
                  <a:gd name="T12" fmla="*/ 458 w 144"/>
                  <a:gd name="T13" fmla="*/ 21 h 56"/>
                  <a:gd name="T14" fmla="*/ 603 w 144"/>
                  <a:gd name="T15" fmla="*/ 5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4" h="56">
                    <a:moveTo>
                      <a:pt x="0" y="56"/>
                    </a:moveTo>
                    <a:cubicBezTo>
                      <a:pt x="6" y="52"/>
                      <a:pt x="14" y="50"/>
                      <a:pt x="16" y="42"/>
                    </a:cubicBezTo>
                    <a:cubicBezTo>
                      <a:pt x="19" y="32"/>
                      <a:pt x="20" y="26"/>
                      <a:pt x="30" y="21"/>
                    </a:cubicBezTo>
                    <a:cubicBezTo>
                      <a:pt x="37" y="18"/>
                      <a:pt x="46" y="19"/>
                      <a:pt x="53" y="16"/>
                    </a:cubicBezTo>
                    <a:cubicBezTo>
                      <a:pt x="59" y="13"/>
                      <a:pt x="61" y="7"/>
                      <a:pt x="68" y="8"/>
                    </a:cubicBezTo>
                    <a:cubicBezTo>
                      <a:pt x="76" y="8"/>
                      <a:pt x="81" y="14"/>
                      <a:pt x="90" y="13"/>
                    </a:cubicBezTo>
                    <a:cubicBezTo>
                      <a:pt x="99" y="12"/>
                      <a:pt x="101" y="6"/>
                      <a:pt x="109" y="4"/>
                    </a:cubicBezTo>
                    <a:cubicBezTo>
                      <a:pt x="122" y="0"/>
                      <a:pt x="133" y="17"/>
                      <a:pt x="144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0" name="Freeform 72">
                <a:extLst>
                  <a:ext uri="{FF2B5EF4-FFF2-40B4-BE49-F238E27FC236}">
                    <a16:creationId xmlns:a16="http://schemas.microsoft.com/office/drawing/2014/main" id="{EDA0255C-B883-4844-B19A-75C698334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674"/>
                <a:ext cx="29" cy="59"/>
              </a:xfrm>
              <a:custGeom>
                <a:avLst/>
                <a:gdLst>
                  <a:gd name="T0" fmla="*/ 0 w 18"/>
                  <a:gd name="T1" fmla="*/ 177 h 34"/>
                  <a:gd name="T2" fmla="*/ 55 w 18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4">
                    <a:moveTo>
                      <a:pt x="0" y="34"/>
                    </a:moveTo>
                    <a:cubicBezTo>
                      <a:pt x="18" y="29"/>
                      <a:pt x="11" y="13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1" name="Freeform 73">
                <a:extLst>
                  <a:ext uri="{FF2B5EF4-FFF2-40B4-BE49-F238E27FC236}">
                    <a16:creationId xmlns:a16="http://schemas.microsoft.com/office/drawing/2014/main" id="{1511011B-D7D5-4610-806F-46E528941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1623"/>
                <a:ext cx="108" cy="77"/>
              </a:xfrm>
              <a:custGeom>
                <a:avLst/>
                <a:gdLst>
                  <a:gd name="T0" fmla="*/ 0 w 67"/>
                  <a:gd name="T1" fmla="*/ 210 h 45"/>
                  <a:gd name="T2" fmla="*/ 76 w 67"/>
                  <a:gd name="T3" fmla="*/ 176 h 45"/>
                  <a:gd name="T4" fmla="*/ 177 w 67"/>
                  <a:gd name="T5" fmla="*/ 106 h 45"/>
                  <a:gd name="T6" fmla="*/ 251 w 67"/>
                  <a:gd name="T7" fmla="*/ 70 h 45"/>
                  <a:gd name="T8" fmla="*/ 280 w 6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5">
                    <a:moveTo>
                      <a:pt x="0" y="42"/>
                    </a:moveTo>
                    <a:cubicBezTo>
                      <a:pt x="7" y="45"/>
                      <a:pt x="13" y="40"/>
                      <a:pt x="18" y="35"/>
                    </a:cubicBezTo>
                    <a:cubicBezTo>
                      <a:pt x="26" y="27"/>
                      <a:pt x="30" y="21"/>
                      <a:pt x="42" y="21"/>
                    </a:cubicBezTo>
                    <a:cubicBezTo>
                      <a:pt x="51" y="22"/>
                      <a:pt x="55" y="22"/>
                      <a:pt x="60" y="14"/>
                    </a:cubicBezTo>
                    <a:cubicBezTo>
                      <a:pt x="63" y="9"/>
                      <a:pt x="64" y="4"/>
                      <a:pt x="6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2" name="Freeform 74">
                <a:extLst>
                  <a:ext uri="{FF2B5EF4-FFF2-40B4-BE49-F238E27FC236}">
                    <a16:creationId xmlns:a16="http://schemas.microsoft.com/office/drawing/2014/main" id="{5922B293-B7FE-4AE5-9571-BCB9CB001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630"/>
                <a:ext cx="56" cy="44"/>
              </a:xfrm>
              <a:custGeom>
                <a:avLst/>
                <a:gdLst>
                  <a:gd name="T0" fmla="*/ 0 w 35"/>
                  <a:gd name="T1" fmla="*/ 120 h 26"/>
                  <a:gd name="T2" fmla="*/ 144 w 35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6">
                    <a:moveTo>
                      <a:pt x="0" y="25"/>
                    </a:moveTo>
                    <a:cubicBezTo>
                      <a:pt x="14" y="26"/>
                      <a:pt x="30" y="13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3" name="Freeform 75">
                <a:extLst>
                  <a:ext uri="{FF2B5EF4-FFF2-40B4-BE49-F238E27FC236}">
                    <a16:creationId xmlns:a16="http://schemas.microsoft.com/office/drawing/2014/main" id="{B21DABE4-49B3-4A37-B0ED-07C38A8F4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621"/>
                <a:ext cx="47" cy="38"/>
              </a:xfrm>
              <a:custGeom>
                <a:avLst/>
                <a:gdLst>
                  <a:gd name="T0" fmla="*/ 0 w 29"/>
                  <a:gd name="T1" fmla="*/ 114 h 22"/>
                  <a:gd name="T2" fmla="*/ 47 w 29"/>
                  <a:gd name="T3" fmla="*/ 41 h 22"/>
                  <a:gd name="T4" fmla="*/ 123 w 29"/>
                  <a:gd name="T5" fmla="*/ 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0" y="22"/>
                    </a:moveTo>
                    <a:cubicBezTo>
                      <a:pt x="7" y="19"/>
                      <a:pt x="6" y="12"/>
                      <a:pt x="11" y="8"/>
                    </a:cubicBezTo>
                    <a:cubicBezTo>
                      <a:pt x="14" y="4"/>
                      <a:pt x="24" y="0"/>
                      <a:pt x="29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4" name="Freeform 76">
                <a:extLst>
                  <a:ext uri="{FF2B5EF4-FFF2-40B4-BE49-F238E27FC236}">
                    <a16:creationId xmlns:a16="http://schemas.microsoft.com/office/drawing/2014/main" id="{E2123D78-6066-42AC-9A11-8D3C1624F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655"/>
                <a:ext cx="45" cy="16"/>
              </a:xfrm>
              <a:custGeom>
                <a:avLst/>
                <a:gdLst>
                  <a:gd name="T0" fmla="*/ 0 w 28"/>
                  <a:gd name="T1" fmla="*/ 0 h 9"/>
                  <a:gd name="T2" fmla="*/ 69 w 28"/>
                  <a:gd name="T3" fmla="*/ 12 h 9"/>
                  <a:gd name="T4" fmla="*/ 116 w 28"/>
                  <a:gd name="T5" fmla="*/ 5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cubicBezTo>
                      <a:pt x="3" y="4"/>
                      <a:pt x="12" y="1"/>
                      <a:pt x="17" y="2"/>
                    </a:cubicBezTo>
                    <a:cubicBezTo>
                      <a:pt x="21" y="3"/>
                      <a:pt x="24" y="7"/>
                      <a:pt x="28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5" name="Freeform 77">
                <a:extLst>
                  <a:ext uri="{FF2B5EF4-FFF2-40B4-BE49-F238E27FC236}">
                    <a16:creationId xmlns:a16="http://schemas.microsoft.com/office/drawing/2014/main" id="{A020B838-3C57-4620-8BF6-63C9F692D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650"/>
                <a:ext cx="234" cy="177"/>
              </a:xfrm>
              <a:custGeom>
                <a:avLst/>
                <a:gdLst>
                  <a:gd name="T0" fmla="*/ 0 w 145"/>
                  <a:gd name="T1" fmla="*/ 57 h 103"/>
                  <a:gd name="T2" fmla="*/ 165 w 145"/>
                  <a:gd name="T3" fmla="*/ 9 h 103"/>
                  <a:gd name="T4" fmla="*/ 224 w 145"/>
                  <a:gd name="T5" fmla="*/ 41 h 103"/>
                  <a:gd name="T6" fmla="*/ 294 w 145"/>
                  <a:gd name="T7" fmla="*/ 50 h 103"/>
                  <a:gd name="T8" fmla="*/ 395 w 145"/>
                  <a:gd name="T9" fmla="*/ 100 h 103"/>
                  <a:gd name="T10" fmla="*/ 424 w 145"/>
                  <a:gd name="T11" fmla="*/ 163 h 103"/>
                  <a:gd name="T12" fmla="*/ 466 w 145"/>
                  <a:gd name="T13" fmla="*/ 189 h 103"/>
                  <a:gd name="T14" fmla="*/ 492 w 145"/>
                  <a:gd name="T15" fmla="*/ 275 h 103"/>
                  <a:gd name="T16" fmla="*/ 563 w 145"/>
                  <a:gd name="T17" fmla="*/ 361 h 103"/>
                  <a:gd name="T18" fmla="*/ 594 w 145"/>
                  <a:gd name="T19" fmla="*/ 457 h 103"/>
                  <a:gd name="T20" fmla="*/ 610 w 145"/>
                  <a:gd name="T21" fmla="*/ 522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103">
                    <a:moveTo>
                      <a:pt x="0" y="11"/>
                    </a:moveTo>
                    <a:cubicBezTo>
                      <a:pt x="10" y="7"/>
                      <a:pt x="28" y="0"/>
                      <a:pt x="39" y="2"/>
                    </a:cubicBezTo>
                    <a:cubicBezTo>
                      <a:pt x="44" y="2"/>
                      <a:pt x="48" y="6"/>
                      <a:pt x="53" y="8"/>
                    </a:cubicBezTo>
                    <a:cubicBezTo>
                      <a:pt x="59" y="10"/>
                      <a:pt x="64" y="10"/>
                      <a:pt x="70" y="10"/>
                    </a:cubicBezTo>
                    <a:cubicBezTo>
                      <a:pt x="81" y="8"/>
                      <a:pt x="86" y="11"/>
                      <a:pt x="94" y="20"/>
                    </a:cubicBezTo>
                    <a:cubicBezTo>
                      <a:pt x="97" y="24"/>
                      <a:pt x="98" y="29"/>
                      <a:pt x="101" y="32"/>
                    </a:cubicBezTo>
                    <a:cubicBezTo>
                      <a:pt x="104" y="35"/>
                      <a:pt x="108" y="35"/>
                      <a:pt x="111" y="37"/>
                    </a:cubicBezTo>
                    <a:cubicBezTo>
                      <a:pt x="118" y="42"/>
                      <a:pt x="116" y="47"/>
                      <a:pt x="117" y="54"/>
                    </a:cubicBezTo>
                    <a:cubicBezTo>
                      <a:pt x="119" y="64"/>
                      <a:pt x="127" y="65"/>
                      <a:pt x="134" y="71"/>
                    </a:cubicBezTo>
                    <a:cubicBezTo>
                      <a:pt x="141" y="77"/>
                      <a:pt x="139" y="83"/>
                      <a:pt x="141" y="90"/>
                    </a:cubicBezTo>
                    <a:cubicBezTo>
                      <a:pt x="142" y="95"/>
                      <a:pt x="145" y="99"/>
                      <a:pt x="145" y="10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6" name="Freeform 78">
                <a:extLst>
                  <a:ext uri="{FF2B5EF4-FFF2-40B4-BE49-F238E27FC236}">
                    <a16:creationId xmlns:a16="http://schemas.microsoft.com/office/drawing/2014/main" id="{8FC3965E-9644-4B02-8793-3C8294E61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613"/>
                <a:ext cx="195" cy="104"/>
              </a:xfrm>
              <a:custGeom>
                <a:avLst/>
                <a:gdLst>
                  <a:gd name="T0" fmla="*/ 0 w 121"/>
                  <a:gd name="T1" fmla="*/ 26 h 61"/>
                  <a:gd name="T2" fmla="*/ 84 w 121"/>
                  <a:gd name="T3" fmla="*/ 41 h 61"/>
                  <a:gd name="T4" fmla="*/ 156 w 121"/>
                  <a:gd name="T5" fmla="*/ 5 h 61"/>
                  <a:gd name="T6" fmla="*/ 213 w 121"/>
                  <a:gd name="T7" fmla="*/ 34 h 61"/>
                  <a:gd name="T8" fmla="*/ 309 w 121"/>
                  <a:gd name="T9" fmla="*/ 49 h 61"/>
                  <a:gd name="T10" fmla="*/ 371 w 121"/>
                  <a:gd name="T11" fmla="*/ 99 h 61"/>
                  <a:gd name="T12" fmla="*/ 458 w 121"/>
                  <a:gd name="T13" fmla="*/ 128 h 61"/>
                  <a:gd name="T14" fmla="*/ 498 w 121"/>
                  <a:gd name="T15" fmla="*/ 30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61">
                    <a:moveTo>
                      <a:pt x="0" y="5"/>
                    </a:moveTo>
                    <a:cubicBezTo>
                      <a:pt x="7" y="10"/>
                      <a:pt x="12" y="11"/>
                      <a:pt x="20" y="8"/>
                    </a:cubicBezTo>
                    <a:cubicBezTo>
                      <a:pt x="26" y="7"/>
                      <a:pt x="32" y="1"/>
                      <a:pt x="37" y="1"/>
                    </a:cubicBezTo>
                    <a:cubicBezTo>
                      <a:pt x="42" y="0"/>
                      <a:pt x="47" y="5"/>
                      <a:pt x="51" y="7"/>
                    </a:cubicBezTo>
                    <a:cubicBezTo>
                      <a:pt x="60" y="12"/>
                      <a:pt x="65" y="8"/>
                      <a:pt x="74" y="10"/>
                    </a:cubicBezTo>
                    <a:cubicBezTo>
                      <a:pt x="81" y="11"/>
                      <a:pt x="84" y="16"/>
                      <a:pt x="89" y="20"/>
                    </a:cubicBezTo>
                    <a:cubicBezTo>
                      <a:pt x="96" y="26"/>
                      <a:pt x="102" y="23"/>
                      <a:pt x="109" y="26"/>
                    </a:cubicBezTo>
                    <a:cubicBezTo>
                      <a:pt x="119" y="31"/>
                      <a:pt x="121" y="51"/>
                      <a:pt x="119" y="6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7" name="Freeform 79">
                <a:extLst>
                  <a:ext uri="{FF2B5EF4-FFF2-40B4-BE49-F238E27FC236}">
                    <a16:creationId xmlns:a16="http://schemas.microsoft.com/office/drawing/2014/main" id="{54926998-8259-423F-A867-E9D64BE46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642"/>
                <a:ext cx="68" cy="24"/>
              </a:xfrm>
              <a:custGeom>
                <a:avLst/>
                <a:gdLst>
                  <a:gd name="T0" fmla="*/ 0 w 42"/>
                  <a:gd name="T1" fmla="*/ 29 h 14"/>
                  <a:gd name="T2" fmla="*/ 123 w 42"/>
                  <a:gd name="T3" fmla="*/ 26 h 14"/>
                  <a:gd name="T4" fmla="*/ 178 w 42"/>
                  <a:gd name="T5" fmla="*/ 7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6"/>
                    </a:moveTo>
                    <a:cubicBezTo>
                      <a:pt x="10" y="6"/>
                      <a:pt x="19" y="0"/>
                      <a:pt x="29" y="5"/>
                    </a:cubicBezTo>
                    <a:cubicBezTo>
                      <a:pt x="34" y="8"/>
                      <a:pt x="36" y="14"/>
                      <a:pt x="42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8" name="Freeform 80">
                <a:extLst>
                  <a:ext uri="{FF2B5EF4-FFF2-40B4-BE49-F238E27FC236}">
                    <a16:creationId xmlns:a16="http://schemas.microsoft.com/office/drawing/2014/main" id="{271331BC-82E9-4CC0-8406-709BE5327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669"/>
                <a:ext cx="54" cy="34"/>
              </a:xfrm>
              <a:custGeom>
                <a:avLst/>
                <a:gdLst>
                  <a:gd name="T0" fmla="*/ 0 w 34"/>
                  <a:gd name="T1" fmla="*/ 0 h 20"/>
                  <a:gd name="T2" fmla="*/ 68 w 34"/>
                  <a:gd name="T3" fmla="*/ 92 h 20"/>
                  <a:gd name="T4" fmla="*/ 137 w 34"/>
                  <a:gd name="T5" fmla="*/ 9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1" y="8"/>
                      <a:pt x="9" y="18"/>
                      <a:pt x="17" y="19"/>
                    </a:cubicBezTo>
                    <a:cubicBezTo>
                      <a:pt x="23" y="20"/>
                      <a:pt x="29" y="15"/>
                      <a:pt x="34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9" name="Freeform 81">
                <a:extLst>
                  <a:ext uri="{FF2B5EF4-FFF2-40B4-BE49-F238E27FC236}">
                    <a16:creationId xmlns:a16="http://schemas.microsoft.com/office/drawing/2014/main" id="{57454D5B-71DB-4B00-AFCA-4338DBF11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17"/>
                <a:ext cx="38" cy="60"/>
              </a:xfrm>
              <a:custGeom>
                <a:avLst/>
                <a:gdLst>
                  <a:gd name="T0" fmla="*/ 0 w 24"/>
                  <a:gd name="T1" fmla="*/ 0 h 35"/>
                  <a:gd name="T2" fmla="*/ 82 w 24"/>
                  <a:gd name="T3" fmla="*/ 91 h 35"/>
                  <a:gd name="T4" fmla="*/ 95 w 24"/>
                  <a:gd name="T5" fmla="*/ 17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5">
                    <a:moveTo>
                      <a:pt x="0" y="0"/>
                    </a:moveTo>
                    <a:cubicBezTo>
                      <a:pt x="8" y="6"/>
                      <a:pt x="18" y="9"/>
                      <a:pt x="21" y="18"/>
                    </a:cubicBezTo>
                    <a:cubicBezTo>
                      <a:pt x="23" y="23"/>
                      <a:pt x="24" y="30"/>
                      <a:pt x="24" y="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0" name="Freeform 82">
                <a:extLst>
                  <a:ext uri="{FF2B5EF4-FFF2-40B4-BE49-F238E27FC236}">
                    <a16:creationId xmlns:a16="http://schemas.microsoft.com/office/drawing/2014/main" id="{AAEADE2E-F569-4959-AB0C-003AD4EC1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695"/>
                <a:ext cx="53" cy="142"/>
              </a:xfrm>
              <a:custGeom>
                <a:avLst/>
                <a:gdLst>
                  <a:gd name="T0" fmla="*/ 0 w 33"/>
                  <a:gd name="T1" fmla="*/ 0 h 83"/>
                  <a:gd name="T2" fmla="*/ 55 w 33"/>
                  <a:gd name="T3" fmla="*/ 135 h 83"/>
                  <a:gd name="T4" fmla="*/ 111 w 33"/>
                  <a:gd name="T5" fmla="*/ 240 h 83"/>
                  <a:gd name="T6" fmla="*/ 108 w 33"/>
                  <a:gd name="T7" fmla="*/ 289 h 83"/>
                  <a:gd name="T8" fmla="*/ 128 w 33"/>
                  <a:gd name="T9" fmla="*/ 318 h 83"/>
                  <a:gd name="T10" fmla="*/ 120 w 33"/>
                  <a:gd name="T11" fmla="*/ 416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83">
                    <a:moveTo>
                      <a:pt x="0" y="0"/>
                    </a:moveTo>
                    <a:cubicBezTo>
                      <a:pt x="4" y="10"/>
                      <a:pt x="3" y="19"/>
                      <a:pt x="13" y="27"/>
                    </a:cubicBezTo>
                    <a:cubicBezTo>
                      <a:pt x="22" y="34"/>
                      <a:pt x="27" y="36"/>
                      <a:pt x="27" y="48"/>
                    </a:cubicBezTo>
                    <a:cubicBezTo>
                      <a:pt x="27" y="51"/>
                      <a:pt x="26" y="55"/>
                      <a:pt x="26" y="58"/>
                    </a:cubicBezTo>
                    <a:cubicBezTo>
                      <a:pt x="27" y="61"/>
                      <a:pt x="30" y="62"/>
                      <a:pt x="31" y="64"/>
                    </a:cubicBezTo>
                    <a:cubicBezTo>
                      <a:pt x="33" y="70"/>
                      <a:pt x="28" y="79"/>
                      <a:pt x="29" y="8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1" name="Freeform 83">
                <a:extLst>
                  <a:ext uri="{FF2B5EF4-FFF2-40B4-BE49-F238E27FC236}">
                    <a16:creationId xmlns:a16="http://schemas.microsoft.com/office/drawing/2014/main" id="{4A251719-30E5-40EB-AED9-A20F30EAE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736"/>
                <a:ext cx="31" cy="58"/>
              </a:xfrm>
              <a:custGeom>
                <a:avLst/>
                <a:gdLst>
                  <a:gd name="T0" fmla="*/ 13 w 19"/>
                  <a:gd name="T1" fmla="*/ 0 h 34"/>
                  <a:gd name="T2" fmla="*/ 21 w 19"/>
                  <a:gd name="T3" fmla="*/ 104 h 34"/>
                  <a:gd name="T4" fmla="*/ 83 w 19"/>
                  <a:gd name="T5" fmla="*/ 16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4">
                    <a:moveTo>
                      <a:pt x="3" y="0"/>
                    </a:moveTo>
                    <a:cubicBezTo>
                      <a:pt x="2" y="7"/>
                      <a:pt x="0" y="16"/>
                      <a:pt x="5" y="21"/>
                    </a:cubicBezTo>
                    <a:cubicBezTo>
                      <a:pt x="9" y="26"/>
                      <a:pt x="15" y="29"/>
                      <a:pt x="19" y="3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2" name="Freeform 84">
                <a:extLst>
                  <a:ext uri="{FF2B5EF4-FFF2-40B4-BE49-F238E27FC236}">
                    <a16:creationId xmlns:a16="http://schemas.microsoft.com/office/drawing/2014/main" id="{A38D73B5-5455-4EAF-BB2D-8C6FFEDB4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626"/>
                <a:ext cx="39" cy="26"/>
              </a:xfrm>
              <a:custGeom>
                <a:avLst/>
                <a:gdLst>
                  <a:gd name="T0" fmla="*/ 0 w 24"/>
                  <a:gd name="T1" fmla="*/ 16 h 15"/>
                  <a:gd name="T2" fmla="*/ 102 w 24"/>
                  <a:gd name="T3" fmla="*/ 7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3"/>
                    </a:moveTo>
                    <a:cubicBezTo>
                      <a:pt x="8" y="0"/>
                      <a:pt x="20" y="8"/>
                      <a:pt x="24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3" name="Freeform 85">
                <a:extLst>
                  <a:ext uri="{FF2B5EF4-FFF2-40B4-BE49-F238E27FC236}">
                    <a16:creationId xmlns:a16="http://schemas.microsoft.com/office/drawing/2014/main" id="{D82F569F-C748-47BE-AAF6-9B9C985B8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633"/>
                <a:ext cx="56" cy="29"/>
              </a:xfrm>
              <a:custGeom>
                <a:avLst/>
                <a:gdLst>
                  <a:gd name="T0" fmla="*/ 0 w 35"/>
                  <a:gd name="T1" fmla="*/ 84 h 17"/>
                  <a:gd name="T2" fmla="*/ 90 w 35"/>
                  <a:gd name="T3" fmla="*/ 5 h 17"/>
                  <a:gd name="T4" fmla="*/ 144 w 35"/>
                  <a:gd name="T5" fmla="*/ 5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7">
                    <a:moveTo>
                      <a:pt x="0" y="17"/>
                    </a:moveTo>
                    <a:cubicBezTo>
                      <a:pt x="7" y="12"/>
                      <a:pt x="12" y="0"/>
                      <a:pt x="22" y="1"/>
                    </a:cubicBezTo>
                    <a:cubicBezTo>
                      <a:pt x="28" y="2"/>
                      <a:pt x="31" y="7"/>
                      <a:pt x="35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4" name="Freeform 86">
                <a:extLst>
                  <a:ext uri="{FF2B5EF4-FFF2-40B4-BE49-F238E27FC236}">
                    <a16:creationId xmlns:a16="http://schemas.microsoft.com/office/drawing/2014/main" id="{0A7147B6-8086-44BD-B504-C3EE8C8E7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096"/>
                <a:ext cx="3" cy="11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5" name="Freeform 87">
                <a:extLst>
                  <a:ext uri="{FF2B5EF4-FFF2-40B4-BE49-F238E27FC236}">
                    <a16:creationId xmlns:a16="http://schemas.microsoft.com/office/drawing/2014/main" id="{B4E43F67-A8FF-440B-BEA0-837BD0A53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117"/>
                <a:ext cx="4" cy="10"/>
              </a:xfrm>
              <a:custGeom>
                <a:avLst/>
                <a:gdLst>
                  <a:gd name="T0" fmla="*/ 16 w 2"/>
                  <a:gd name="T1" fmla="*/ 0 h 6"/>
                  <a:gd name="T2" fmla="*/ 0 w 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6" name="Freeform 88">
                <a:extLst>
                  <a:ext uri="{FF2B5EF4-FFF2-40B4-BE49-F238E27FC236}">
                    <a16:creationId xmlns:a16="http://schemas.microsoft.com/office/drawing/2014/main" id="{5CF0E768-83A8-4BE6-BAC8-93C455D8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203"/>
                <a:ext cx="7" cy="8"/>
              </a:xfrm>
              <a:custGeom>
                <a:avLst/>
                <a:gdLst>
                  <a:gd name="T0" fmla="*/ 21 w 4"/>
                  <a:gd name="T1" fmla="*/ 0 h 5"/>
                  <a:gd name="T2" fmla="*/ 0 w 4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7" name="Freeform 89">
                <a:extLst>
                  <a:ext uri="{FF2B5EF4-FFF2-40B4-BE49-F238E27FC236}">
                    <a16:creationId xmlns:a16="http://schemas.microsoft.com/office/drawing/2014/main" id="{1065C585-50E3-48EF-A12E-A9A933F62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211"/>
                <a:ext cx="2" cy="14"/>
              </a:xfrm>
              <a:custGeom>
                <a:avLst/>
                <a:gdLst>
                  <a:gd name="T0" fmla="*/ 0 w 1"/>
                  <a:gd name="T1" fmla="*/ 0 h 8"/>
                  <a:gd name="T2" fmla="*/ 8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1" y="6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8" name="Freeform 90">
                <a:extLst>
                  <a:ext uri="{FF2B5EF4-FFF2-40B4-BE49-F238E27FC236}">
                    <a16:creationId xmlns:a16="http://schemas.microsoft.com/office/drawing/2014/main" id="{6666F21A-C78B-421D-B161-C1FD92AB2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172"/>
                <a:ext cx="10" cy="14"/>
              </a:xfrm>
              <a:custGeom>
                <a:avLst/>
                <a:gdLst>
                  <a:gd name="T0" fmla="*/ 0 w 6"/>
                  <a:gd name="T1" fmla="*/ 0 h 8"/>
                  <a:gd name="T2" fmla="*/ 28 w 6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3"/>
                      <a:pt x="3" y="6"/>
                      <a:pt x="6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9" name="Freeform 91">
                <a:extLst>
                  <a:ext uri="{FF2B5EF4-FFF2-40B4-BE49-F238E27FC236}">
                    <a16:creationId xmlns:a16="http://schemas.microsoft.com/office/drawing/2014/main" id="{856E0984-1526-4041-BDDE-207BB8AEF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086"/>
                <a:ext cx="11" cy="5"/>
              </a:xfrm>
              <a:custGeom>
                <a:avLst/>
                <a:gdLst>
                  <a:gd name="T0" fmla="*/ 0 w 7"/>
                  <a:gd name="T1" fmla="*/ 0 h 3"/>
                  <a:gd name="T2" fmla="*/ 27 w 7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2"/>
                      <a:pt x="5" y="3"/>
                      <a:pt x="7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0" name="Freeform 92">
                <a:extLst>
                  <a:ext uri="{FF2B5EF4-FFF2-40B4-BE49-F238E27FC236}">
                    <a16:creationId xmlns:a16="http://schemas.microsoft.com/office/drawing/2014/main" id="{8CE680C7-AAE2-4F65-B780-223861913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913"/>
                <a:ext cx="13" cy="8"/>
              </a:xfrm>
              <a:custGeom>
                <a:avLst/>
                <a:gdLst>
                  <a:gd name="T0" fmla="*/ 0 w 8"/>
                  <a:gd name="T1" fmla="*/ 21 h 5"/>
                  <a:gd name="T2" fmla="*/ 34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3"/>
                      <a:pt x="5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1" name="Freeform 93">
                <a:extLst>
                  <a:ext uri="{FF2B5EF4-FFF2-40B4-BE49-F238E27FC236}">
                    <a16:creationId xmlns:a16="http://schemas.microsoft.com/office/drawing/2014/main" id="{ED887EE8-79BF-456D-B837-7AC120D8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791"/>
                <a:ext cx="9" cy="12"/>
              </a:xfrm>
              <a:custGeom>
                <a:avLst/>
                <a:gdLst>
                  <a:gd name="T0" fmla="*/ 0 w 6"/>
                  <a:gd name="T1" fmla="*/ 36 h 7"/>
                  <a:gd name="T2" fmla="*/ 21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3"/>
                      <a:pt x="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2" name="Freeform 94">
                <a:extLst>
                  <a:ext uri="{FF2B5EF4-FFF2-40B4-BE49-F238E27FC236}">
                    <a16:creationId xmlns:a16="http://schemas.microsoft.com/office/drawing/2014/main" id="{C5EC6B21-3859-4DAC-A76E-1DEEDDFCE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719"/>
                <a:ext cx="6" cy="14"/>
              </a:xfrm>
              <a:custGeom>
                <a:avLst/>
                <a:gdLst>
                  <a:gd name="T0" fmla="*/ 14 w 4"/>
                  <a:gd name="T1" fmla="*/ 0 h 8"/>
                  <a:gd name="T2" fmla="*/ 5 w 4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2"/>
                      <a:pt x="0" y="5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3" name="Freeform 95">
                <a:extLst>
                  <a:ext uri="{FF2B5EF4-FFF2-40B4-BE49-F238E27FC236}">
                    <a16:creationId xmlns:a16="http://schemas.microsoft.com/office/drawing/2014/main" id="{839DD3FD-94E5-404B-BB6D-D8C77BCD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693"/>
                <a:ext cx="1" cy="14"/>
              </a:xfrm>
              <a:custGeom>
                <a:avLst/>
                <a:gdLst>
                  <a:gd name="T0" fmla="*/ 1 w 1"/>
                  <a:gd name="T1" fmla="*/ 0 h 8"/>
                  <a:gd name="T2" fmla="*/ 1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6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4" name="Freeform 96">
                <a:extLst>
                  <a:ext uri="{FF2B5EF4-FFF2-40B4-BE49-F238E27FC236}">
                    <a16:creationId xmlns:a16="http://schemas.microsoft.com/office/drawing/2014/main" id="{6B59C399-BA7B-4681-80CA-D4926E69D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729"/>
                <a:ext cx="4" cy="12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5" name="Freeform 97">
                <a:extLst>
                  <a:ext uri="{FF2B5EF4-FFF2-40B4-BE49-F238E27FC236}">
                    <a16:creationId xmlns:a16="http://schemas.microsoft.com/office/drawing/2014/main" id="{1BBC4C47-90DC-4BA7-B3C3-9C34CBA90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752"/>
                <a:ext cx="1" cy="13"/>
              </a:xfrm>
              <a:custGeom>
                <a:avLst/>
                <a:gdLst>
                  <a:gd name="T0" fmla="*/ 1 w 1"/>
                  <a:gd name="T1" fmla="*/ 0 h 8"/>
                  <a:gd name="T2" fmla="*/ 0 w 1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6" name="Freeform 98">
                <a:extLst>
                  <a:ext uri="{FF2B5EF4-FFF2-40B4-BE49-F238E27FC236}">
                    <a16:creationId xmlns:a16="http://schemas.microsoft.com/office/drawing/2014/main" id="{DEE77F57-2AF1-4529-A544-51E1923EB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573"/>
                <a:ext cx="2" cy="17"/>
              </a:xfrm>
              <a:custGeom>
                <a:avLst/>
                <a:gdLst>
                  <a:gd name="T0" fmla="*/ 8 w 1"/>
                  <a:gd name="T1" fmla="*/ 0 h 10"/>
                  <a:gd name="T2" fmla="*/ 8 w 1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4"/>
                      <a:pt x="1" y="7"/>
                      <a:pt x="1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7" name="Freeform 99">
                <a:extLst>
                  <a:ext uri="{FF2B5EF4-FFF2-40B4-BE49-F238E27FC236}">
                    <a16:creationId xmlns:a16="http://schemas.microsoft.com/office/drawing/2014/main" id="{AB874E88-02CF-4F50-A655-943BF075B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607"/>
                <a:ext cx="15" cy="18"/>
              </a:xfrm>
              <a:custGeom>
                <a:avLst/>
                <a:gdLst>
                  <a:gd name="T0" fmla="*/ 0 w 9"/>
                  <a:gd name="T1" fmla="*/ 58 h 10"/>
                  <a:gd name="T2" fmla="*/ 42 w 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5" y="9"/>
                      <a:pt x="8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8" name="Freeform 100">
                <a:extLst>
                  <a:ext uri="{FF2B5EF4-FFF2-40B4-BE49-F238E27FC236}">
                    <a16:creationId xmlns:a16="http://schemas.microsoft.com/office/drawing/2014/main" id="{93656673-EBD2-45BB-8DAF-37046652D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729"/>
                <a:ext cx="16" cy="9"/>
              </a:xfrm>
              <a:custGeom>
                <a:avLst/>
                <a:gdLst>
                  <a:gd name="T0" fmla="*/ 0 w 10"/>
                  <a:gd name="T1" fmla="*/ 29 h 5"/>
                  <a:gd name="T2" fmla="*/ 42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4" y="5"/>
                      <a:pt x="7" y="2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9" name="Freeform 101">
                <a:extLst>
                  <a:ext uri="{FF2B5EF4-FFF2-40B4-BE49-F238E27FC236}">
                    <a16:creationId xmlns:a16="http://schemas.microsoft.com/office/drawing/2014/main" id="{50F209CC-AB65-4A7D-B8F5-941D8EAE4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892"/>
                <a:ext cx="16" cy="5"/>
              </a:xfrm>
              <a:custGeom>
                <a:avLst/>
                <a:gdLst>
                  <a:gd name="T0" fmla="*/ 0 w 10"/>
                  <a:gd name="T1" fmla="*/ 5 h 3"/>
                  <a:gd name="T2" fmla="*/ 42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1"/>
                    </a:moveTo>
                    <a:cubicBezTo>
                      <a:pt x="2" y="3"/>
                      <a:pt x="7" y="1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0" name="Freeform 102">
                <a:extLst>
                  <a:ext uri="{FF2B5EF4-FFF2-40B4-BE49-F238E27FC236}">
                    <a16:creationId xmlns:a16="http://schemas.microsoft.com/office/drawing/2014/main" id="{E23FAF69-2F00-4D8F-870E-E453B7BD4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52"/>
                <a:ext cx="11" cy="12"/>
              </a:xfrm>
              <a:custGeom>
                <a:avLst/>
                <a:gdLst>
                  <a:gd name="T0" fmla="*/ 0 w 7"/>
                  <a:gd name="T1" fmla="*/ 0 h 7"/>
                  <a:gd name="T2" fmla="*/ 27 w 7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4"/>
                      <a:pt x="4" y="7"/>
                      <a:pt x="7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1" name="Freeform 103">
                <a:extLst>
                  <a:ext uri="{FF2B5EF4-FFF2-40B4-BE49-F238E27FC236}">
                    <a16:creationId xmlns:a16="http://schemas.microsoft.com/office/drawing/2014/main" id="{19CB5444-83E5-483B-A009-2C6880391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204"/>
                <a:ext cx="9" cy="13"/>
              </a:xfrm>
              <a:custGeom>
                <a:avLst/>
                <a:gdLst>
                  <a:gd name="T0" fmla="*/ 0 w 6"/>
                  <a:gd name="T1" fmla="*/ 0 h 7"/>
                  <a:gd name="T2" fmla="*/ 21 w 6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3"/>
                      <a:pt x="4" y="5"/>
                      <a:pt x="6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2" name="Freeform 104">
                <a:extLst>
                  <a:ext uri="{FF2B5EF4-FFF2-40B4-BE49-F238E27FC236}">
                    <a16:creationId xmlns:a16="http://schemas.microsoft.com/office/drawing/2014/main" id="{F560E2C0-F2FB-4CE7-8A54-1C7DE3559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306"/>
                <a:ext cx="5" cy="12"/>
              </a:xfrm>
              <a:custGeom>
                <a:avLst/>
                <a:gdLst>
                  <a:gd name="T0" fmla="*/ 0 w 3"/>
                  <a:gd name="T1" fmla="*/ 0 h 7"/>
                  <a:gd name="T2" fmla="*/ 13 w 3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3" name="Freeform 105">
                <a:extLst>
                  <a:ext uri="{FF2B5EF4-FFF2-40B4-BE49-F238E27FC236}">
                    <a16:creationId xmlns:a16="http://schemas.microsoft.com/office/drawing/2014/main" id="{6DB86DBE-BD51-433B-B6D3-D81B89939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328"/>
                <a:ext cx="8" cy="15"/>
              </a:xfrm>
              <a:custGeom>
                <a:avLst/>
                <a:gdLst>
                  <a:gd name="T0" fmla="*/ 21 w 5"/>
                  <a:gd name="T1" fmla="*/ 0 h 9"/>
                  <a:gd name="T2" fmla="*/ 0 w 5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3" y="3"/>
                      <a:pt x="2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4" name="Freeform 106">
                <a:extLst>
                  <a:ext uri="{FF2B5EF4-FFF2-40B4-BE49-F238E27FC236}">
                    <a16:creationId xmlns:a16="http://schemas.microsoft.com/office/drawing/2014/main" id="{3955A15B-5D10-48B4-81C3-A12D20814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928"/>
                <a:ext cx="1" cy="14"/>
              </a:xfrm>
              <a:custGeom>
                <a:avLst/>
                <a:gdLst>
                  <a:gd name="T0" fmla="*/ 1 w 1"/>
                  <a:gd name="T1" fmla="*/ 0 h 8"/>
                  <a:gd name="T2" fmla="*/ 1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3"/>
                      <a:pt x="1" y="6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5" name="Freeform 107">
                <a:extLst>
                  <a:ext uri="{FF2B5EF4-FFF2-40B4-BE49-F238E27FC236}">
                    <a16:creationId xmlns:a16="http://schemas.microsoft.com/office/drawing/2014/main" id="{3F639D15-2A82-4043-A12F-4191FB7CE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911"/>
                <a:ext cx="1" cy="10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6" name="Freeform 108">
                <a:extLst>
                  <a:ext uri="{FF2B5EF4-FFF2-40B4-BE49-F238E27FC236}">
                    <a16:creationId xmlns:a16="http://schemas.microsoft.com/office/drawing/2014/main" id="{ECAB51B0-7BE2-4F33-96DE-B7AD9E55C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884"/>
                <a:ext cx="4" cy="15"/>
              </a:xfrm>
              <a:custGeom>
                <a:avLst/>
                <a:gdLst>
                  <a:gd name="T0" fmla="*/ 16 w 2"/>
                  <a:gd name="T1" fmla="*/ 0 h 9"/>
                  <a:gd name="T2" fmla="*/ 0 w 2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7" name="Freeform 109">
                <a:extLst>
                  <a:ext uri="{FF2B5EF4-FFF2-40B4-BE49-F238E27FC236}">
                    <a16:creationId xmlns:a16="http://schemas.microsoft.com/office/drawing/2014/main" id="{CDAA96A5-692D-4BCD-9DB8-B2A14CCDD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863"/>
                <a:ext cx="2" cy="14"/>
              </a:xfrm>
              <a:custGeom>
                <a:avLst/>
                <a:gdLst>
                  <a:gd name="T0" fmla="*/ 8 w 1"/>
                  <a:gd name="T1" fmla="*/ 0 h 8"/>
                  <a:gd name="T2" fmla="*/ 0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8" name="Freeform 110">
                <a:extLst>
                  <a:ext uri="{FF2B5EF4-FFF2-40B4-BE49-F238E27FC236}">
                    <a16:creationId xmlns:a16="http://schemas.microsoft.com/office/drawing/2014/main" id="{6C7F6BFB-E379-4C29-AD16-7D54D933D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842"/>
                <a:ext cx="3" cy="16"/>
              </a:xfrm>
              <a:custGeom>
                <a:avLst/>
                <a:gdLst>
                  <a:gd name="T0" fmla="*/ 8 w 2"/>
                  <a:gd name="T1" fmla="*/ 0 h 9"/>
                  <a:gd name="T2" fmla="*/ 0 w 2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2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9" name="Freeform 111">
                <a:extLst>
                  <a:ext uri="{FF2B5EF4-FFF2-40B4-BE49-F238E27FC236}">
                    <a16:creationId xmlns:a16="http://schemas.microsoft.com/office/drawing/2014/main" id="{9C41078D-D728-43D6-BD72-54139625B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822"/>
                <a:ext cx="3" cy="20"/>
              </a:xfrm>
              <a:custGeom>
                <a:avLst/>
                <a:gdLst>
                  <a:gd name="T0" fmla="*/ 8 w 2"/>
                  <a:gd name="T1" fmla="*/ 0 h 12"/>
                  <a:gd name="T2" fmla="*/ 0 w 2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1" y="4"/>
                      <a:pt x="1" y="8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0" name="Freeform 112">
                <a:extLst>
                  <a:ext uri="{FF2B5EF4-FFF2-40B4-BE49-F238E27FC236}">
                    <a16:creationId xmlns:a16="http://schemas.microsoft.com/office/drawing/2014/main" id="{F908F91A-869E-4282-BED4-A02337CE6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1796"/>
                <a:ext cx="1" cy="12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1" name="Freeform 113">
                <a:extLst>
                  <a:ext uri="{FF2B5EF4-FFF2-40B4-BE49-F238E27FC236}">
                    <a16:creationId xmlns:a16="http://schemas.microsoft.com/office/drawing/2014/main" id="{41BA87E1-61AE-494C-95B7-6FFD86E76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410"/>
                <a:ext cx="3" cy="15"/>
              </a:xfrm>
              <a:custGeom>
                <a:avLst/>
                <a:gdLst>
                  <a:gd name="T0" fmla="*/ 0 w 2"/>
                  <a:gd name="T1" fmla="*/ 42 h 9"/>
                  <a:gd name="T2" fmla="*/ 8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1" y="3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2" name="Freeform 114">
                <a:extLst>
                  <a:ext uri="{FF2B5EF4-FFF2-40B4-BE49-F238E27FC236}">
                    <a16:creationId xmlns:a16="http://schemas.microsoft.com/office/drawing/2014/main" id="{6E1ACD18-C682-41B4-BEE2-C6ED7645A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1437"/>
                <a:ext cx="1" cy="14"/>
              </a:xfrm>
              <a:custGeom>
                <a:avLst/>
                <a:gdLst>
                  <a:gd name="T0" fmla="*/ 0 w 1"/>
                  <a:gd name="T1" fmla="*/ 44 h 8"/>
                  <a:gd name="T2" fmla="*/ 1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1" y="5"/>
                      <a:pt x="1" y="2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3" name="Freeform 115">
                <a:extLst>
                  <a:ext uri="{FF2B5EF4-FFF2-40B4-BE49-F238E27FC236}">
                    <a16:creationId xmlns:a16="http://schemas.microsoft.com/office/drawing/2014/main" id="{24C22DCF-8129-45A8-A5F9-6BB6C57E8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1462"/>
                <a:ext cx="2" cy="13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1" y="2"/>
                      <a:pt x="0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4" name="Freeform 116">
                <a:extLst>
                  <a:ext uri="{FF2B5EF4-FFF2-40B4-BE49-F238E27FC236}">
                    <a16:creationId xmlns:a16="http://schemas.microsoft.com/office/drawing/2014/main" id="{EA3DF16E-1DE1-42D4-89C1-8803C969D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530"/>
                <a:ext cx="3" cy="14"/>
              </a:xfrm>
              <a:custGeom>
                <a:avLst/>
                <a:gdLst>
                  <a:gd name="T0" fmla="*/ 8 w 2"/>
                  <a:gd name="T1" fmla="*/ 0 h 8"/>
                  <a:gd name="T2" fmla="*/ 0 w 2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1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5" name="Freeform 117">
                <a:extLst>
                  <a:ext uri="{FF2B5EF4-FFF2-40B4-BE49-F238E27FC236}">
                    <a16:creationId xmlns:a16="http://schemas.microsoft.com/office/drawing/2014/main" id="{F5BF4349-56C6-417B-BEF9-236B488D4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547"/>
                <a:ext cx="3" cy="14"/>
              </a:xfrm>
              <a:custGeom>
                <a:avLst/>
                <a:gdLst>
                  <a:gd name="T0" fmla="*/ 8 w 2"/>
                  <a:gd name="T1" fmla="*/ 0 h 8"/>
                  <a:gd name="T2" fmla="*/ 0 w 2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6" name="Freeform 118">
                <a:extLst>
                  <a:ext uri="{FF2B5EF4-FFF2-40B4-BE49-F238E27FC236}">
                    <a16:creationId xmlns:a16="http://schemas.microsoft.com/office/drawing/2014/main" id="{0B737B93-60D6-40CE-B725-F930BF456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571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1" y="4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7" name="Freeform 119">
                <a:extLst>
                  <a:ext uri="{FF2B5EF4-FFF2-40B4-BE49-F238E27FC236}">
                    <a16:creationId xmlns:a16="http://schemas.microsoft.com/office/drawing/2014/main" id="{7190E0F3-FECD-4990-A7D8-B9CFFE446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314"/>
                <a:ext cx="1" cy="19"/>
              </a:xfrm>
              <a:custGeom>
                <a:avLst/>
                <a:gdLst>
                  <a:gd name="T0" fmla="*/ 1 w 1"/>
                  <a:gd name="T1" fmla="*/ 0 h 11"/>
                  <a:gd name="T2" fmla="*/ 1 w 1"/>
                  <a:gd name="T3" fmla="*/ 5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7"/>
                      <a:pt x="1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8" name="Freeform 120">
                <a:extLst>
                  <a:ext uri="{FF2B5EF4-FFF2-40B4-BE49-F238E27FC236}">
                    <a16:creationId xmlns:a16="http://schemas.microsoft.com/office/drawing/2014/main" id="{C602147C-66ED-47AF-81FE-7A6CD14C9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360"/>
                <a:ext cx="3" cy="16"/>
              </a:xfrm>
              <a:custGeom>
                <a:avLst/>
                <a:gdLst>
                  <a:gd name="T0" fmla="*/ 5 w 2"/>
                  <a:gd name="T1" fmla="*/ 0 h 9"/>
                  <a:gd name="T2" fmla="*/ 8 w 2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0" y="3"/>
                      <a:pt x="0" y="6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9" name="Freeform 121">
                <a:extLst>
                  <a:ext uri="{FF2B5EF4-FFF2-40B4-BE49-F238E27FC236}">
                    <a16:creationId xmlns:a16="http://schemas.microsoft.com/office/drawing/2014/main" id="{5B44AEED-DFF7-445A-9176-F8B00D744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412"/>
                <a:ext cx="1" cy="12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0" name="Freeform 122">
                <a:extLst>
                  <a:ext uri="{FF2B5EF4-FFF2-40B4-BE49-F238E27FC236}">
                    <a16:creationId xmlns:a16="http://schemas.microsoft.com/office/drawing/2014/main" id="{C7983735-ED20-45A8-8118-80380EEB3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453"/>
                <a:ext cx="1" cy="15"/>
              </a:xfrm>
              <a:custGeom>
                <a:avLst/>
                <a:gdLst>
                  <a:gd name="T0" fmla="*/ 1 w 1"/>
                  <a:gd name="T1" fmla="*/ 0 h 9"/>
                  <a:gd name="T2" fmla="*/ 0 w 1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1" name="Freeform 123">
                <a:extLst>
                  <a:ext uri="{FF2B5EF4-FFF2-40B4-BE49-F238E27FC236}">
                    <a16:creationId xmlns:a16="http://schemas.microsoft.com/office/drawing/2014/main" id="{9B9B1348-AADE-4D23-92C9-4F05D40E6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501"/>
                <a:ext cx="2" cy="14"/>
              </a:xfrm>
              <a:custGeom>
                <a:avLst/>
                <a:gdLst>
                  <a:gd name="T0" fmla="*/ 0 w 1"/>
                  <a:gd name="T1" fmla="*/ 0 h 8"/>
                  <a:gd name="T2" fmla="*/ 8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0" y="6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2" name="Freeform 124">
                <a:extLst>
                  <a:ext uri="{FF2B5EF4-FFF2-40B4-BE49-F238E27FC236}">
                    <a16:creationId xmlns:a16="http://schemas.microsoft.com/office/drawing/2014/main" id="{020EC82F-EE7C-4991-99E8-8581D3888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544"/>
                <a:ext cx="1" cy="15"/>
              </a:xfrm>
              <a:custGeom>
                <a:avLst/>
                <a:gdLst>
                  <a:gd name="T0" fmla="*/ 1 w 1"/>
                  <a:gd name="T1" fmla="*/ 0 h 9"/>
                  <a:gd name="T2" fmla="*/ 1 w 1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3" name="Freeform 125">
                <a:extLst>
                  <a:ext uri="{FF2B5EF4-FFF2-40B4-BE49-F238E27FC236}">
                    <a16:creationId xmlns:a16="http://schemas.microsoft.com/office/drawing/2014/main" id="{3AF29F0C-B258-4013-B932-2E26B4B37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582"/>
                <a:ext cx="1" cy="10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4" name="Freeform 126">
                <a:extLst>
                  <a:ext uri="{FF2B5EF4-FFF2-40B4-BE49-F238E27FC236}">
                    <a16:creationId xmlns:a16="http://schemas.microsoft.com/office/drawing/2014/main" id="{D8562F74-1BE2-4BA4-9D4E-90015F8E1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614"/>
                <a:ext cx="1" cy="11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5" name="Freeform 127">
                <a:extLst>
                  <a:ext uri="{FF2B5EF4-FFF2-40B4-BE49-F238E27FC236}">
                    <a16:creationId xmlns:a16="http://schemas.microsoft.com/office/drawing/2014/main" id="{E447BEE4-E5C9-4563-9708-9B6803C22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203"/>
                <a:ext cx="3" cy="15"/>
              </a:xfrm>
              <a:custGeom>
                <a:avLst/>
                <a:gdLst>
                  <a:gd name="T0" fmla="*/ 8 w 2"/>
                  <a:gd name="T1" fmla="*/ 0 h 9"/>
                  <a:gd name="T2" fmla="*/ 0 w 2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6" name="Freeform 128">
                <a:extLst>
                  <a:ext uri="{FF2B5EF4-FFF2-40B4-BE49-F238E27FC236}">
                    <a16:creationId xmlns:a16="http://schemas.microsoft.com/office/drawing/2014/main" id="{7A0B5E0B-A726-41DE-9D81-5C8B12AAC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168"/>
                <a:ext cx="1" cy="16"/>
              </a:xfrm>
              <a:custGeom>
                <a:avLst/>
                <a:gdLst>
                  <a:gd name="T0" fmla="*/ 1 w 1"/>
                  <a:gd name="T1" fmla="*/ 12 h 9"/>
                  <a:gd name="T2" fmla="*/ 1 w 1"/>
                  <a:gd name="T3" fmla="*/ 0 h 9"/>
                  <a:gd name="T4" fmla="*/ 0 w 1"/>
                  <a:gd name="T5" fmla="*/ 5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7" name="Freeform 129">
                <a:extLst>
                  <a:ext uri="{FF2B5EF4-FFF2-40B4-BE49-F238E27FC236}">
                    <a16:creationId xmlns:a16="http://schemas.microsoft.com/office/drawing/2014/main" id="{14C8C6BC-B02E-446C-91A5-0DC50A567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126"/>
                <a:ext cx="3" cy="15"/>
              </a:xfrm>
              <a:custGeom>
                <a:avLst/>
                <a:gdLst>
                  <a:gd name="T0" fmla="*/ 8 w 2"/>
                  <a:gd name="T1" fmla="*/ 0 h 9"/>
                  <a:gd name="T2" fmla="*/ 0 w 2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2" y="3"/>
                      <a:pt x="1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8" name="Freeform 130">
                <a:extLst>
                  <a:ext uri="{FF2B5EF4-FFF2-40B4-BE49-F238E27FC236}">
                    <a16:creationId xmlns:a16="http://schemas.microsoft.com/office/drawing/2014/main" id="{30793BFB-2EFD-4372-A745-4451957E1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081"/>
                <a:ext cx="1" cy="15"/>
              </a:xfrm>
              <a:custGeom>
                <a:avLst/>
                <a:gdLst>
                  <a:gd name="T0" fmla="*/ 1 w 1"/>
                  <a:gd name="T1" fmla="*/ 0 h 9"/>
                  <a:gd name="T2" fmla="*/ 0 w 1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9" name="Freeform 131">
                <a:extLst>
                  <a:ext uri="{FF2B5EF4-FFF2-40B4-BE49-F238E27FC236}">
                    <a16:creationId xmlns:a16="http://schemas.microsoft.com/office/drawing/2014/main" id="{52B13AC0-3820-4BAB-B402-AC7D2EB1D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36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0" name="Freeform 132">
                <a:extLst>
                  <a:ext uri="{FF2B5EF4-FFF2-40B4-BE49-F238E27FC236}">
                    <a16:creationId xmlns:a16="http://schemas.microsoft.com/office/drawing/2014/main" id="{A547F502-F394-4D10-9E12-C463D7E52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990"/>
                <a:ext cx="1" cy="14"/>
              </a:xfrm>
              <a:custGeom>
                <a:avLst/>
                <a:gdLst>
                  <a:gd name="T0" fmla="*/ 1 w 1"/>
                  <a:gd name="T1" fmla="*/ 0 h 8"/>
                  <a:gd name="T2" fmla="*/ 0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1" name="Freeform 133">
                <a:extLst>
                  <a:ext uri="{FF2B5EF4-FFF2-40B4-BE49-F238E27FC236}">
                    <a16:creationId xmlns:a16="http://schemas.microsoft.com/office/drawing/2014/main" id="{A62B008E-0345-414B-8752-6880F7EA4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945"/>
                <a:ext cx="4" cy="14"/>
              </a:xfrm>
              <a:custGeom>
                <a:avLst/>
                <a:gdLst>
                  <a:gd name="T0" fmla="*/ 7 w 3"/>
                  <a:gd name="T1" fmla="*/ 0 h 8"/>
                  <a:gd name="T2" fmla="*/ 5 w 3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2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2" name="Freeform 134">
                <a:extLst>
                  <a:ext uri="{FF2B5EF4-FFF2-40B4-BE49-F238E27FC236}">
                    <a16:creationId xmlns:a16="http://schemas.microsoft.com/office/drawing/2014/main" id="{9700DA78-19EA-493E-899B-8C807AD02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1911"/>
                <a:ext cx="4" cy="17"/>
              </a:xfrm>
              <a:custGeom>
                <a:avLst/>
                <a:gdLst>
                  <a:gd name="T0" fmla="*/ 7 w 3"/>
                  <a:gd name="T1" fmla="*/ 0 h 10"/>
                  <a:gd name="T2" fmla="*/ 0 w 3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3"/>
                      <a:pt x="0" y="6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3" name="Freeform 135">
                <a:extLst>
                  <a:ext uri="{FF2B5EF4-FFF2-40B4-BE49-F238E27FC236}">
                    <a16:creationId xmlns:a16="http://schemas.microsoft.com/office/drawing/2014/main" id="{776A92D6-9C41-401F-9B13-7CBAE9538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1834"/>
                <a:ext cx="532" cy="105"/>
              </a:xfrm>
              <a:custGeom>
                <a:avLst/>
                <a:gdLst>
                  <a:gd name="T0" fmla="*/ 0 w 330"/>
                  <a:gd name="T1" fmla="*/ 71 h 61"/>
                  <a:gd name="T2" fmla="*/ 211 w 330"/>
                  <a:gd name="T3" fmla="*/ 45 h 61"/>
                  <a:gd name="T4" fmla="*/ 398 w 330"/>
                  <a:gd name="T5" fmla="*/ 122 h 61"/>
                  <a:gd name="T6" fmla="*/ 611 w 330"/>
                  <a:gd name="T7" fmla="*/ 133 h 61"/>
                  <a:gd name="T8" fmla="*/ 821 w 330"/>
                  <a:gd name="T9" fmla="*/ 210 h 61"/>
                  <a:gd name="T10" fmla="*/ 1011 w 330"/>
                  <a:gd name="T11" fmla="*/ 219 h 61"/>
                  <a:gd name="T12" fmla="*/ 1156 w 330"/>
                  <a:gd name="T13" fmla="*/ 239 h 61"/>
                  <a:gd name="T14" fmla="*/ 1383 w 330"/>
                  <a:gd name="T15" fmla="*/ 239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0" h="61">
                    <a:moveTo>
                      <a:pt x="0" y="14"/>
                    </a:moveTo>
                    <a:cubicBezTo>
                      <a:pt x="17" y="14"/>
                      <a:pt x="32" y="0"/>
                      <a:pt x="50" y="9"/>
                    </a:cubicBezTo>
                    <a:cubicBezTo>
                      <a:pt x="68" y="17"/>
                      <a:pt x="75" y="25"/>
                      <a:pt x="95" y="24"/>
                    </a:cubicBezTo>
                    <a:cubicBezTo>
                      <a:pt x="112" y="24"/>
                      <a:pt x="130" y="20"/>
                      <a:pt x="146" y="26"/>
                    </a:cubicBezTo>
                    <a:cubicBezTo>
                      <a:pt x="167" y="33"/>
                      <a:pt x="172" y="44"/>
                      <a:pt x="196" y="41"/>
                    </a:cubicBezTo>
                    <a:cubicBezTo>
                      <a:pt x="212" y="38"/>
                      <a:pt x="226" y="35"/>
                      <a:pt x="241" y="43"/>
                    </a:cubicBezTo>
                    <a:cubicBezTo>
                      <a:pt x="257" y="52"/>
                      <a:pt x="257" y="51"/>
                      <a:pt x="276" y="47"/>
                    </a:cubicBezTo>
                    <a:cubicBezTo>
                      <a:pt x="295" y="44"/>
                      <a:pt x="312" y="61"/>
                      <a:pt x="330" y="4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4" name="Freeform 136">
                <a:extLst>
                  <a:ext uri="{FF2B5EF4-FFF2-40B4-BE49-F238E27FC236}">
                    <a16:creationId xmlns:a16="http://schemas.microsoft.com/office/drawing/2014/main" id="{49D02231-DAF7-42AF-8DC6-9493C4EDA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920"/>
                <a:ext cx="489" cy="132"/>
              </a:xfrm>
              <a:custGeom>
                <a:avLst/>
                <a:gdLst>
                  <a:gd name="T0" fmla="*/ 0 w 304"/>
                  <a:gd name="T1" fmla="*/ 0 h 77"/>
                  <a:gd name="T2" fmla="*/ 150 w 304"/>
                  <a:gd name="T3" fmla="*/ 36 h 77"/>
                  <a:gd name="T4" fmla="*/ 246 w 304"/>
                  <a:gd name="T5" fmla="*/ 45 h 77"/>
                  <a:gd name="T6" fmla="*/ 396 w 304"/>
                  <a:gd name="T7" fmla="*/ 106 h 77"/>
                  <a:gd name="T8" fmla="*/ 574 w 304"/>
                  <a:gd name="T9" fmla="*/ 141 h 77"/>
                  <a:gd name="T10" fmla="*/ 795 w 304"/>
                  <a:gd name="T11" fmla="*/ 197 h 77"/>
                  <a:gd name="T12" fmla="*/ 957 w 304"/>
                  <a:gd name="T13" fmla="*/ 283 h 77"/>
                  <a:gd name="T14" fmla="*/ 1144 w 304"/>
                  <a:gd name="T15" fmla="*/ 303 h 77"/>
                  <a:gd name="T16" fmla="*/ 1266 w 304"/>
                  <a:gd name="T17" fmla="*/ 387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77">
                    <a:moveTo>
                      <a:pt x="0" y="0"/>
                    </a:moveTo>
                    <a:cubicBezTo>
                      <a:pt x="8" y="18"/>
                      <a:pt x="22" y="9"/>
                      <a:pt x="36" y="7"/>
                    </a:cubicBezTo>
                    <a:cubicBezTo>
                      <a:pt x="44" y="6"/>
                      <a:pt x="50" y="5"/>
                      <a:pt x="59" y="9"/>
                    </a:cubicBezTo>
                    <a:cubicBezTo>
                      <a:pt x="73" y="15"/>
                      <a:pt x="77" y="23"/>
                      <a:pt x="95" y="21"/>
                    </a:cubicBezTo>
                    <a:cubicBezTo>
                      <a:pt x="113" y="18"/>
                      <a:pt x="121" y="17"/>
                      <a:pt x="138" y="28"/>
                    </a:cubicBezTo>
                    <a:cubicBezTo>
                      <a:pt x="157" y="40"/>
                      <a:pt x="168" y="40"/>
                      <a:pt x="191" y="39"/>
                    </a:cubicBezTo>
                    <a:cubicBezTo>
                      <a:pt x="210" y="39"/>
                      <a:pt x="214" y="49"/>
                      <a:pt x="230" y="56"/>
                    </a:cubicBezTo>
                    <a:cubicBezTo>
                      <a:pt x="244" y="62"/>
                      <a:pt x="260" y="55"/>
                      <a:pt x="275" y="60"/>
                    </a:cubicBezTo>
                    <a:cubicBezTo>
                      <a:pt x="287" y="63"/>
                      <a:pt x="294" y="72"/>
                      <a:pt x="304" y="7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5" name="Freeform 137">
                <a:extLst>
                  <a:ext uri="{FF2B5EF4-FFF2-40B4-BE49-F238E27FC236}">
                    <a16:creationId xmlns:a16="http://schemas.microsoft.com/office/drawing/2014/main" id="{49AEF419-6A54-475E-9E5B-B65E89F89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1952"/>
                <a:ext cx="195" cy="71"/>
              </a:xfrm>
              <a:custGeom>
                <a:avLst/>
                <a:gdLst>
                  <a:gd name="T0" fmla="*/ 0 w 121"/>
                  <a:gd name="T1" fmla="*/ 16 h 41"/>
                  <a:gd name="T2" fmla="*/ 192 w 121"/>
                  <a:gd name="T3" fmla="*/ 48 h 41"/>
                  <a:gd name="T4" fmla="*/ 239 w 121"/>
                  <a:gd name="T5" fmla="*/ 94 h 41"/>
                  <a:gd name="T6" fmla="*/ 309 w 121"/>
                  <a:gd name="T7" fmla="*/ 78 h 41"/>
                  <a:gd name="T8" fmla="*/ 472 w 121"/>
                  <a:gd name="T9" fmla="*/ 151 h 41"/>
                  <a:gd name="T10" fmla="*/ 506 w 121"/>
                  <a:gd name="T11" fmla="*/ 21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41">
                    <a:moveTo>
                      <a:pt x="0" y="3"/>
                    </a:moveTo>
                    <a:cubicBezTo>
                      <a:pt x="16" y="0"/>
                      <a:pt x="32" y="0"/>
                      <a:pt x="46" y="9"/>
                    </a:cubicBezTo>
                    <a:cubicBezTo>
                      <a:pt x="51" y="12"/>
                      <a:pt x="50" y="17"/>
                      <a:pt x="57" y="18"/>
                    </a:cubicBezTo>
                    <a:cubicBezTo>
                      <a:pt x="61" y="19"/>
                      <a:pt x="70" y="16"/>
                      <a:pt x="74" y="15"/>
                    </a:cubicBezTo>
                    <a:cubicBezTo>
                      <a:pt x="86" y="15"/>
                      <a:pt x="104" y="21"/>
                      <a:pt x="113" y="29"/>
                    </a:cubicBezTo>
                    <a:cubicBezTo>
                      <a:pt x="116" y="32"/>
                      <a:pt x="117" y="38"/>
                      <a:pt x="121" y="4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6" name="Freeform 138">
                <a:extLst>
                  <a:ext uri="{FF2B5EF4-FFF2-40B4-BE49-F238E27FC236}">
                    <a16:creationId xmlns:a16="http://schemas.microsoft.com/office/drawing/2014/main" id="{AB5DD7B2-FBB0-43F2-93F8-C8B23A29B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007"/>
                <a:ext cx="368" cy="88"/>
              </a:xfrm>
              <a:custGeom>
                <a:avLst/>
                <a:gdLst>
                  <a:gd name="T0" fmla="*/ 0 w 229"/>
                  <a:gd name="T1" fmla="*/ 57 h 51"/>
                  <a:gd name="T2" fmla="*/ 225 w 229"/>
                  <a:gd name="T3" fmla="*/ 83 h 51"/>
                  <a:gd name="T4" fmla="*/ 416 w 229"/>
                  <a:gd name="T5" fmla="*/ 119 h 51"/>
                  <a:gd name="T6" fmla="*/ 535 w 229"/>
                  <a:gd name="T7" fmla="*/ 179 h 51"/>
                  <a:gd name="T8" fmla="*/ 847 w 229"/>
                  <a:gd name="T9" fmla="*/ 235 h 51"/>
                  <a:gd name="T10" fmla="*/ 916 w 229"/>
                  <a:gd name="T11" fmla="*/ 235 h 51"/>
                  <a:gd name="T12" fmla="*/ 950 w 229"/>
                  <a:gd name="T13" fmla="*/ 22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9" h="51">
                    <a:moveTo>
                      <a:pt x="0" y="11"/>
                    </a:moveTo>
                    <a:cubicBezTo>
                      <a:pt x="21" y="0"/>
                      <a:pt x="36" y="6"/>
                      <a:pt x="54" y="16"/>
                    </a:cubicBezTo>
                    <a:cubicBezTo>
                      <a:pt x="68" y="23"/>
                      <a:pt x="85" y="22"/>
                      <a:pt x="100" y="23"/>
                    </a:cubicBezTo>
                    <a:cubicBezTo>
                      <a:pt x="114" y="25"/>
                      <a:pt x="118" y="28"/>
                      <a:pt x="129" y="35"/>
                    </a:cubicBezTo>
                    <a:cubicBezTo>
                      <a:pt x="152" y="51"/>
                      <a:pt x="178" y="44"/>
                      <a:pt x="204" y="46"/>
                    </a:cubicBezTo>
                    <a:cubicBezTo>
                      <a:pt x="210" y="47"/>
                      <a:pt x="216" y="47"/>
                      <a:pt x="221" y="46"/>
                    </a:cubicBezTo>
                    <a:cubicBezTo>
                      <a:pt x="225" y="46"/>
                      <a:pt x="223" y="41"/>
                      <a:pt x="229" y="4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7" name="Freeform 139">
                <a:extLst>
                  <a:ext uri="{FF2B5EF4-FFF2-40B4-BE49-F238E27FC236}">
                    <a16:creationId xmlns:a16="http://schemas.microsoft.com/office/drawing/2014/main" id="{171BB9F8-F087-4E6A-B6AB-1EA901251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055"/>
                <a:ext cx="103" cy="33"/>
              </a:xfrm>
              <a:custGeom>
                <a:avLst/>
                <a:gdLst>
                  <a:gd name="T0" fmla="*/ 0 w 64"/>
                  <a:gd name="T1" fmla="*/ 16 h 19"/>
                  <a:gd name="T2" fmla="*/ 267 w 64"/>
                  <a:gd name="T3" fmla="*/ 9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9">
                    <a:moveTo>
                      <a:pt x="0" y="3"/>
                    </a:moveTo>
                    <a:cubicBezTo>
                      <a:pt x="25" y="0"/>
                      <a:pt x="43" y="8"/>
                      <a:pt x="64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8" name="Freeform 140">
                <a:extLst>
                  <a:ext uri="{FF2B5EF4-FFF2-40B4-BE49-F238E27FC236}">
                    <a16:creationId xmlns:a16="http://schemas.microsoft.com/office/drawing/2014/main" id="{FDEFC77E-F9FC-44B2-A26E-FC6BF8262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086"/>
                <a:ext cx="574" cy="112"/>
              </a:xfrm>
              <a:custGeom>
                <a:avLst/>
                <a:gdLst>
                  <a:gd name="T0" fmla="*/ 0 w 356"/>
                  <a:gd name="T1" fmla="*/ 0 h 65"/>
                  <a:gd name="T2" fmla="*/ 124 w 356"/>
                  <a:gd name="T3" fmla="*/ 62 h 65"/>
                  <a:gd name="T4" fmla="*/ 281 w 356"/>
                  <a:gd name="T5" fmla="*/ 41 h 65"/>
                  <a:gd name="T6" fmla="*/ 426 w 356"/>
                  <a:gd name="T7" fmla="*/ 128 h 65"/>
                  <a:gd name="T8" fmla="*/ 603 w 356"/>
                  <a:gd name="T9" fmla="*/ 140 h 65"/>
                  <a:gd name="T10" fmla="*/ 808 w 356"/>
                  <a:gd name="T11" fmla="*/ 210 h 65"/>
                  <a:gd name="T12" fmla="*/ 930 w 356"/>
                  <a:gd name="T13" fmla="*/ 184 h 65"/>
                  <a:gd name="T14" fmla="*/ 1035 w 356"/>
                  <a:gd name="T15" fmla="*/ 205 h 65"/>
                  <a:gd name="T16" fmla="*/ 1172 w 356"/>
                  <a:gd name="T17" fmla="*/ 305 h 65"/>
                  <a:gd name="T18" fmla="*/ 1316 w 356"/>
                  <a:gd name="T19" fmla="*/ 303 h 65"/>
                  <a:gd name="T20" fmla="*/ 1491 w 356"/>
                  <a:gd name="T21" fmla="*/ 283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6" h="65">
                    <a:moveTo>
                      <a:pt x="0" y="0"/>
                    </a:moveTo>
                    <a:cubicBezTo>
                      <a:pt x="10" y="4"/>
                      <a:pt x="19" y="11"/>
                      <a:pt x="30" y="12"/>
                    </a:cubicBezTo>
                    <a:cubicBezTo>
                      <a:pt x="43" y="13"/>
                      <a:pt x="55" y="6"/>
                      <a:pt x="67" y="8"/>
                    </a:cubicBezTo>
                    <a:cubicBezTo>
                      <a:pt x="80" y="11"/>
                      <a:pt x="90" y="21"/>
                      <a:pt x="102" y="25"/>
                    </a:cubicBezTo>
                    <a:cubicBezTo>
                      <a:pt x="118" y="31"/>
                      <a:pt x="129" y="29"/>
                      <a:pt x="144" y="27"/>
                    </a:cubicBezTo>
                    <a:cubicBezTo>
                      <a:pt x="164" y="24"/>
                      <a:pt x="174" y="40"/>
                      <a:pt x="193" y="41"/>
                    </a:cubicBezTo>
                    <a:cubicBezTo>
                      <a:pt x="202" y="42"/>
                      <a:pt x="212" y="37"/>
                      <a:pt x="222" y="36"/>
                    </a:cubicBezTo>
                    <a:cubicBezTo>
                      <a:pt x="230" y="36"/>
                      <a:pt x="239" y="38"/>
                      <a:pt x="247" y="40"/>
                    </a:cubicBezTo>
                    <a:cubicBezTo>
                      <a:pt x="260" y="45"/>
                      <a:pt x="268" y="55"/>
                      <a:pt x="280" y="60"/>
                    </a:cubicBezTo>
                    <a:cubicBezTo>
                      <a:pt x="292" y="65"/>
                      <a:pt x="302" y="62"/>
                      <a:pt x="314" y="59"/>
                    </a:cubicBezTo>
                    <a:cubicBezTo>
                      <a:pt x="326" y="56"/>
                      <a:pt x="344" y="51"/>
                      <a:pt x="356" y="5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9" name="Freeform 141">
                <a:extLst>
                  <a:ext uri="{FF2B5EF4-FFF2-40B4-BE49-F238E27FC236}">
                    <a16:creationId xmlns:a16="http://schemas.microsoft.com/office/drawing/2014/main" id="{4D61ADB8-D913-438A-9C01-A9E8712BF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20"/>
                <a:ext cx="101" cy="26"/>
              </a:xfrm>
              <a:custGeom>
                <a:avLst/>
                <a:gdLst>
                  <a:gd name="T0" fmla="*/ 0 w 63"/>
                  <a:gd name="T1" fmla="*/ 28 h 15"/>
                  <a:gd name="T2" fmla="*/ 260 w 63"/>
                  <a:gd name="T3" fmla="*/ 7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5">
                    <a:moveTo>
                      <a:pt x="0" y="5"/>
                    </a:moveTo>
                    <a:cubicBezTo>
                      <a:pt x="25" y="7"/>
                      <a:pt x="41" y="0"/>
                      <a:pt x="63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0" name="Freeform 142">
                <a:extLst>
                  <a:ext uri="{FF2B5EF4-FFF2-40B4-BE49-F238E27FC236}">
                    <a16:creationId xmlns:a16="http://schemas.microsoft.com/office/drawing/2014/main" id="{541EA416-55D6-4D0D-94D2-28C68F26C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155"/>
                <a:ext cx="99" cy="34"/>
              </a:xfrm>
              <a:custGeom>
                <a:avLst/>
                <a:gdLst>
                  <a:gd name="T0" fmla="*/ 0 w 62"/>
                  <a:gd name="T1" fmla="*/ 0 h 20"/>
                  <a:gd name="T2" fmla="*/ 252 w 62"/>
                  <a:gd name="T3" fmla="*/ 5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0">
                    <a:moveTo>
                      <a:pt x="0" y="0"/>
                    </a:moveTo>
                    <a:cubicBezTo>
                      <a:pt x="15" y="20"/>
                      <a:pt x="45" y="16"/>
                      <a:pt x="62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1" name="Freeform 143">
                <a:extLst>
                  <a:ext uri="{FF2B5EF4-FFF2-40B4-BE49-F238E27FC236}">
                    <a16:creationId xmlns:a16="http://schemas.microsoft.com/office/drawing/2014/main" id="{08C56F39-5288-4D34-85B0-AC3AB7155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103"/>
                <a:ext cx="132" cy="31"/>
              </a:xfrm>
              <a:custGeom>
                <a:avLst/>
                <a:gdLst>
                  <a:gd name="T0" fmla="*/ 0 w 82"/>
                  <a:gd name="T1" fmla="*/ 16 h 18"/>
                  <a:gd name="T2" fmla="*/ 230 w 82"/>
                  <a:gd name="T3" fmla="*/ 36 h 18"/>
                  <a:gd name="T4" fmla="*/ 341 w 82"/>
                  <a:gd name="T5" fmla="*/ 9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8">
                    <a:moveTo>
                      <a:pt x="0" y="3"/>
                    </a:moveTo>
                    <a:cubicBezTo>
                      <a:pt x="20" y="5"/>
                      <a:pt x="35" y="0"/>
                      <a:pt x="55" y="7"/>
                    </a:cubicBezTo>
                    <a:cubicBezTo>
                      <a:pt x="64" y="11"/>
                      <a:pt x="73" y="15"/>
                      <a:pt x="82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2" name="Freeform 144">
                <a:extLst>
                  <a:ext uri="{FF2B5EF4-FFF2-40B4-BE49-F238E27FC236}">
                    <a16:creationId xmlns:a16="http://schemas.microsoft.com/office/drawing/2014/main" id="{F2857D42-9659-48CC-9D3A-5AFC98414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36"/>
                <a:ext cx="77" cy="27"/>
              </a:xfrm>
              <a:custGeom>
                <a:avLst/>
                <a:gdLst>
                  <a:gd name="T0" fmla="*/ 0 w 48"/>
                  <a:gd name="T1" fmla="*/ 0 h 16"/>
                  <a:gd name="T2" fmla="*/ 199 w 48"/>
                  <a:gd name="T3" fmla="*/ 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6">
                    <a:moveTo>
                      <a:pt x="0" y="0"/>
                    </a:moveTo>
                    <a:cubicBezTo>
                      <a:pt x="11" y="12"/>
                      <a:pt x="37" y="16"/>
                      <a:pt x="4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3" name="Freeform 145">
                <a:extLst>
                  <a:ext uri="{FF2B5EF4-FFF2-40B4-BE49-F238E27FC236}">
                    <a16:creationId xmlns:a16="http://schemas.microsoft.com/office/drawing/2014/main" id="{F4F24448-F7B0-458C-B207-2D5DEAD2E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108"/>
                <a:ext cx="79" cy="28"/>
              </a:xfrm>
              <a:custGeom>
                <a:avLst/>
                <a:gdLst>
                  <a:gd name="T0" fmla="*/ 0 w 49"/>
                  <a:gd name="T1" fmla="*/ 0 h 16"/>
                  <a:gd name="T2" fmla="*/ 205 w 49"/>
                  <a:gd name="T3" fmla="*/ 6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6">
                    <a:moveTo>
                      <a:pt x="0" y="0"/>
                    </a:moveTo>
                    <a:cubicBezTo>
                      <a:pt x="9" y="12"/>
                      <a:pt x="35" y="16"/>
                      <a:pt x="49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4" name="Freeform 146">
                <a:extLst>
                  <a:ext uri="{FF2B5EF4-FFF2-40B4-BE49-F238E27FC236}">
                    <a16:creationId xmlns:a16="http://schemas.microsoft.com/office/drawing/2014/main" id="{A62FAE9B-B81F-4683-8FDE-E18C22FCB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086"/>
                <a:ext cx="77" cy="34"/>
              </a:xfrm>
              <a:custGeom>
                <a:avLst/>
                <a:gdLst>
                  <a:gd name="T0" fmla="*/ 0 w 48"/>
                  <a:gd name="T1" fmla="*/ 0 h 20"/>
                  <a:gd name="T2" fmla="*/ 199 w 48"/>
                  <a:gd name="T3" fmla="*/ 5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0">
                    <a:moveTo>
                      <a:pt x="0" y="0"/>
                    </a:moveTo>
                    <a:cubicBezTo>
                      <a:pt x="7" y="11"/>
                      <a:pt x="38" y="20"/>
                      <a:pt x="48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5" name="Freeform 147">
                <a:extLst>
                  <a:ext uri="{FF2B5EF4-FFF2-40B4-BE49-F238E27FC236}">
                    <a16:creationId xmlns:a16="http://schemas.microsoft.com/office/drawing/2014/main" id="{1855A4D6-1943-421D-BB08-8CA97EAE7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043"/>
                <a:ext cx="103" cy="38"/>
              </a:xfrm>
              <a:custGeom>
                <a:avLst/>
                <a:gdLst>
                  <a:gd name="T0" fmla="*/ 0 w 64"/>
                  <a:gd name="T1" fmla="*/ 0 h 22"/>
                  <a:gd name="T2" fmla="*/ 150 w 64"/>
                  <a:gd name="T3" fmla="*/ 107 h 22"/>
                  <a:gd name="T4" fmla="*/ 267 w 64"/>
                  <a:gd name="T5" fmla="*/ 10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2">
                    <a:moveTo>
                      <a:pt x="0" y="0"/>
                    </a:moveTo>
                    <a:cubicBezTo>
                      <a:pt x="12" y="10"/>
                      <a:pt x="20" y="19"/>
                      <a:pt x="36" y="21"/>
                    </a:cubicBezTo>
                    <a:cubicBezTo>
                      <a:pt x="45" y="22"/>
                      <a:pt x="58" y="20"/>
                      <a:pt x="64" y="2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6" name="Freeform 148">
                <a:extLst>
                  <a:ext uri="{FF2B5EF4-FFF2-40B4-BE49-F238E27FC236}">
                    <a16:creationId xmlns:a16="http://schemas.microsoft.com/office/drawing/2014/main" id="{890EA7A7-0FFC-4406-8633-23F2EBA80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009"/>
                <a:ext cx="90" cy="31"/>
              </a:xfrm>
              <a:custGeom>
                <a:avLst/>
                <a:gdLst>
                  <a:gd name="T0" fmla="*/ 0 w 56"/>
                  <a:gd name="T1" fmla="*/ 9 h 18"/>
                  <a:gd name="T2" fmla="*/ 233 w 56"/>
                  <a:gd name="T3" fmla="*/ 9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8">
                    <a:moveTo>
                      <a:pt x="0" y="2"/>
                    </a:moveTo>
                    <a:cubicBezTo>
                      <a:pt x="25" y="0"/>
                      <a:pt x="37" y="1"/>
                      <a:pt x="56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7" name="Freeform 149">
                <a:extLst>
                  <a:ext uri="{FF2B5EF4-FFF2-40B4-BE49-F238E27FC236}">
                    <a16:creationId xmlns:a16="http://schemas.microsoft.com/office/drawing/2014/main" id="{6E56A4D8-88F7-4066-862A-415B6E3EF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1976"/>
                <a:ext cx="95" cy="41"/>
              </a:xfrm>
              <a:custGeom>
                <a:avLst/>
                <a:gdLst>
                  <a:gd name="T0" fmla="*/ 0 w 59"/>
                  <a:gd name="T1" fmla="*/ 36 h 24"/>
                  <a:gd name="T2" fmla="*/ 176 w 59"/>
                  <a:gd name="T3" fmla="*/ 44 h 24"/>
                  <a:gd name="T4" fmla="*/ 246 w 59"/>
                  <a:gd name="T5" fmla="*/ 12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4">
                    <a:moveTo>
                      <a:pt x="0" y="7"/>
                    </a:moveTo>
                    <a:cubicBezTo>
                      <a:pt x="17" y="5"/>
                      <a:pt x="27" y="0"/>
                      <a:pt x="42" y="9"/>
                    </a:cubicBezTo>
                    <a:cubicBezTo>
                      <a:pt x="46" y="13"/>
                      <a:pt x="59" y="24"/>
                      <a:pt x="59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8" name="Freeform 150">
                <a:extLst>
                  <a:ext uri="{FF2B5EF4-FFF2-40B4-BE49-F238E27FC236}">
                    <a16:creationId xmlns:a16="http://schemas.microsoft.com/office/drawing/2014/main" id="{C5E7C934-0581-48D0-9D52-017229080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1844"/>
                <a:ext cx="201" cy="55"/>
              </a:xfrm>
              <a:custGeom>
                <a:avLst/>
                <a:gdLst>
                  <a:gd name="T0" fmla="*/ 0 w 125"/>
                  <a:gd name="T1" fmla="*/ 5 h 32"/>
                  <a:gd name="T2" fmla="*/ 293 w 125"/>
                  <a:gd name="T3" fmla="*/ 91 h 32"/>
                  <a:gd name="T4" fmla="*/ 519 w 125"/>
                  <a:gd name="T5" fmla="*/ 16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32">
                    <a:moveTo>
                      <a:pt x="0" y="1"/>
                    </a:moveTo>
                    <a:cubicBezTo>
                      <a:pt x="28" y="0"/>
                      <a:pt x="47" y="2"/>
                      <a:pt x="70" y="18"/>
                    </a:cubicBezTo>
                    <a:cubicBezTo>
                      <a:pt x="86" y="30"/>
                      <a:pt x="105" y="32"/>
                      <a:pt x="125" y="3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9" name="Freeform 151">
                <a:extLst>
                  <a:ext uri="{FF2B5EF4-FFF2-40B4-BE49-F238E27FC236}">
                    <a16:creationId xmlns:a16="http://schemas.microsoft.com/office/drawing/2014/main" id="{AABC1B35-0751-41AC-9A3E-1C8C2BA3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1866"/>
                <a:ext cx="98" cy="33"/>
              </a:xfrm>
              <a:custGeom>
                <a:avLst/>
                <a:gdLst>
                  <a:gd name="T0" fmla="*/ 0 w 61"/>
                  <a:gd name="T1" fmla="*/ 21 h 19"/>
                  <a:gd name="T2" fmla="*/ 252 w 61"/>
                  <a:gd name="T3" fmla="*/ 9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9">
                    <a:moveTo>
                      <a:pt x="0" y="4"/>
                    </a:moveTo>
                    <a:cubicBezTo>
                      <a:pt x="14" y="0"/>
                      <a:pt x="59" y="0"/>
                      <a:pt x="61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0" name="Freeform 152">
                <a:extLst>
                  <a:ext uri="{FF2B5EF4-FFF2-40B4-BE49-F238E27FC236}">
                    <a16:creationId xmlns:a16="http://schemas.microsoft.com/office/drawing/2014/main" id="{2EE1E2D0-F818-4044-8C71-BA8D23559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1810"/>
                <a:ext cx="38" cy="36"/>
              </a:xfrm>
              <a:custGeom>
                <a:avLst/>
                <a:gdLst>
                  <a:gd name="T0" fmla="*/ 0 w 24"/>
                  <a:gd name="T1" fmla="*/ 0 h 21"/>
                  <a:gd name="T2" fmla="*/ 95 w 24"/>
                  <a:gd name="T3" fmla="*/ 10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6" y="9"/>
                      <a:pt x="19" y="11"/>
                      <a:pt x="24" y="2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1" name="Freeform 153">
                <a:extLst>
                  <a:ext uri="{FF2B5EF4-FFF2-40B4-BE49-F238E27FC236}">
                    <a16:creationId xmlns:a16="http://schemas.microsoft.com/office/drawing/2014/main" id="{790FA782-EC52-4918-A37B-7E5955767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1854"/>
                <a:ext cx="93" cy="33"/>
              </a:xfrm>
              <a:custGeom>
                <a:avLst/>
                <a:gdLst>
                  <a:gd name="T0" fmla="*/ 0 w 58"/>
                  <a:gd name="T1" fmla="*/ 0 h 19"/>
                  <a:gd name="T2" fmla="*/ 239 w 58"/>
                  <a:gd name="T3" fmla="*/ 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9">
                    <a:moveTo>
                      <a:pt x="0" y="0"/>
                    </a:moveTo>
                    <a:cubicBezTo>
                      <a:pt x="15" y="19"/>
                      <a:pt x="43" y="9"/>
                      <a:pt x="5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2" name="Freeform 154">
                <a:extLst>
                  <a:ext uri="{FF2B5EF4-FFF2-40B4-BE49-F238E27FC236}">
                    <a16:creationId xmlns:a16="http://schemas.microsoft.com/office/drawing/2014/main" id="{4D9EC470-42B0-438C-89D4-E1E325A0B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908"/>
                <a:ext cx="109" cy="36"/>
              </a:xfrm>
              <a:custGeom>
                <a:avLst/>
                <a:gdLst>
                  <a:gd name="T0" fmla="*/ 0 w 68"/>
                  <a:gd name="T1" fmla="*/ 0 h 21"/>
                  <a:gd name="T2" fmla="*/ 281 w 68"/>
                  <a:gd name="T3" fmla="*/ 6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1">
                    <a:moveTo>
                      <a:pt x="0" y="0"/>
                    </a:moveTo>
                    <a:cubicBezTo>
                      <a:pt x="18" y="21"/>
                      <a:pt x="47" y="17"/>
                      <a:pt x="68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3" name="Freeform 155">
                <a:extLst>
                  <a:ext uri="{FF2B5EF4-FFF2-40B4-BE49-F238E27FC236}">
                    <a16:creationId xmlns:a16="http://schemas.microsoft.com/office/drawing/2014/main" id="{34A2BA0B-C839-47AC-87E7-6F07F90CA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957"/>
                <a:ext cx="96" cy="31"/>
              </a:xfrm>
              <a:custGeom>
                <a:avLst/>
                <a:gdLst>
                  <a:gd name="T0" fmla="*/ 0 w 60"/>
                  <a:gd name="T1" fmla="*/ 0 h 18"/>
                  <a:gd name="T2" fmla="*/ 246 w 60"/>
                  <a:gd name="T3" fmla="*/ 6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8">
                    <a:moveTo>
                      <a:pt x="0" y="0"/>
                    </a:moveTo>
                    <a:cubicBezTo>
                      <a:pt x="15" y="18"/>
                      <a:pt x="40" y="15"/>
                      <a:pt x="60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4" name="Freeform 156">
                <a:extLst>
                  <a:ext uri="{FF2B5EF4-FFF2-40B4-BE49-F238E27FC236}">
                    <a16:creationId xmlns:a16="http://schemas.microsoft.com/office/drawing/2014/main" id="{ECA5D352-32E3-41A0-B0EA-4AAA84436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1319"/>
                <a:ext cx="446" cy="101"/>
              </a:xfrm>
              <a:custGeom>
                <a:avLst/>
                <a:gdLst>
                  <a:gd name="T0" fmla="*/ 0 w 277"/>
                  <a:gd name="T1" fmla="*/ 0 h 59"/>
                  <a:gd name="T2" fmla="*/ 137 w 277"/>
                  <a:gd name="T3" fmla="*/ 91 h 59"/>
                  <a:gd name="T4" fmla="*/ 383 w 277"/>
                  <a:gd name="T5" fmla="*/ 120 h 59"/>
                  <a:gd name="T6" fmla="*/ 622 w 277"/>
                  <a:gd name="T7" fmla="*/ 190 h 59"/>
                  <a:gd name="T8" fmla="*/ 768 w 277"/>
                  <a:gd name="T9" fmla="*/ 231 h 59"/>
                  <a:gd name="T10" fmla="*/ 1156 w 277"/>
                  <a:gd name="T11" fmla="*/ 235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7" h="59">
                    <a:moveTo>
                      <a:pt x="0" y="0"/>
                    </a:moveTo>
                    <a:cubicBezTo>
                      <a:pt x="13" y="4"/>
                      <a:pt x="18" y="16"/>
                      <a:pt x="33" y="18"/>
                    </a:cubicBezTo>
                    <a:cubicBezTo>
                      <a:pt x="54" y="22"/>
                      <a:pt x="72" y="15"/>
                      <a:pt x="92" y="24"/>
                    </a:cubicBezTo>
                    <a:cubicBezTo>
                      <a:pt x="112" y="34"/>
                      <a:pt x="126" y="39"/>
                      <a:pt x="149" y="38"/>
                    </a:cubicBezTo>
                    <a:cubicBezTo>
                      <a:pt x="166" y="37"/>
                      <a:pt x="169" y="39"/>
                      <a:pt x="184" y="46"/>
                    </a:cubicBezTo>
                    <a:cubicBezTo>
                      <a:pt x="213" y="59"/>
                      <a:pt x="249" y="58"/>
                      <a:pt x="277" y="4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5" name="Freeform 157">
                <a:extLst>
                  <a:ext uri="{FF2B5EF4-FFF2-40B4-BE49-F238E27FC236}">
                    <a16:creationId xmlns:a16="http://schemas.microsoft.com/office/drawing/2014/main" id="{DA3DA7A2-7F41-4FCB-BAF4-188BEEAC7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413"/>
                <a:ext cx="373" cy="122"/>
              </a:xfrm>
              <a:custGeom>
                <a:avLst/>
                <a:gdLst>
                  <a:gd name="T0" fmla="*/ 0 w 232"/>
                  <a:gd name="T1" fmla="*/ 0 h 71"/>
                  <a:gd name="T2" fmla="*/ 158 w 232"/>
                  <a:gd name="T3" fmla="*/ 65 h 71"/>
                  <a:gd name="T4" fmla="*/ 315 w 232"/>
                  <a:gd name="T5" fmla="*/ 79 h 71"/>
                  <a:gd name="T6" fmla="*/ 416 w 232"/>
                  <a:gd name="T7" fmla="*/ 141 h 71"/>
                  <a:gd name="T8" fmla="*/ 582 w 232"/>
                  <a:gd name="T9" fmla="*/ 204 h 71"/>
                  <a:gd name="T10" fmla="*/ 693 w 232"/>
                  <a:gd name="T11" fmla="*/ 218 h 71"/>
                  <a:gd name="T12" fmla="*/ 786 w 232"/>
                  <a:gd name="T13" fmla="*/ 304 h 71"/>
                  <a:gd name="T14" fmla="*/ 965 w 232"/>
                  <a:gd name="T15" fmla="*/ 361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2" h="71">
                    <a:moveTo>
                      <a:pt x="0" y="0"/>
                    </a:moveTo>
                    <a:cubicBezTo>
                      <a:pt x="13" y="4"/>
                      <a:pt x="25" y="10"/>
                      <a:pt x="38" y="13"/>
                    </a:cubicBezTo>
                    <a:cubicBezTo>
                      <a:pt x="51" y="17"/>
                      <a:pt x="63" y="15"/>
                      <a:pt x="76" y="16"/>
                    </a:cubicBezTo>
                    <a:cubicBezTo>
                      <a:pt x="89" y="17"/>
                      <a:pt x="91" y="21"/>
                      <a:pt x="100" y="28"/>
                    </a:cubicBezTo>
                    <a:cubicBezTo>
                      <a:pt x="112" y="37"/>
                      <a:pt x="125" y="40"/>
                      <a:pt x="140" y="40"/>
                    </a:cubicBezTo>
                    <a:cubicBezTo>
                      <a:pt x="149" y="41"/>
                      <a:pt x="159" y="39"/>
                      <a:pt x="167" y="43"/>
                    </a:cubicBezTo>
                    <a:cubicBezTo>
                      <a:pt x="176" y="48"/>
                      <a:pt x="179" y="57"/>
                      <a:pt x="189" y="60"/>
                    </a:cubicBezTo>
                    <a:cubicBezTo>
                      <a:pt x="206" y="65"/>
                      <a:pt x="217" y="58"/>
                      <a:pt x="232" y="7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6" name="Freeform 158">
                <a:extLst>
                  <a:ext uri="{FF2B5EF4-FFF2-40B4-BE49-F238E27FC236}">
                    <a16:creationId xmlns:a16="http://schemas.microsoft.com/office/drawing/2014/main" id="{AB2F7491-147E-4D11-A9B7-D0D68D94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1353"/>
                <a:ext cx="118" cy="38"/>
              </a:xfrm>
              <a:custGeom>
                <a:avLst/>
                <a:gdLst>
                  <a:gd name="T0" fmla="*/ 0 w 73"/>
                  <a:gd name="T1" fmla="*/ 0 h 22"/>
                  <a:gd name="T2" fmla="*/ 309 w 73"/>
                  <a:gd name="T3" fmla="*/ 7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22">
                    <a:moveTo>
                      <a:pt x="0" y="0"/>
                    </a:moveTo>
                    <a:cubicBezTo>
                      <a:pt x="20" y="22"/>
                      <a:pt x="48" y="21"/>
                      <a:pt x="73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7" name="Freeform 159">
                <a:extLst>
                  <a:ext uri="{FF2B5EF4-FFF2-40B4-BE49-F238E27FC236}">
                    <a16:creationId xmlns:a16="http://schemas.microsoft.com/office/drawing/2014/main" id="{B72CEC6E-2CF5-457B-9314-A702185A8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1386"/>
                <a:ext cx="102" cy="34"/>
              </a:xfrm>
              <a:custGeom>
                <a:avLst/>
                <a:gdLst>
                  <a:gd name="T0" fmla="*/ 0 w 63"/>
                  <a:gd name="T1" fmla="*/ 0 h 20"/>
                  <a:gd name="T2" fmla="*/ 267 w 63"/>
                  <a:gd name="T3" fmla="*/ 6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0">
                    <a:moveTo>
                      <a:pt x="0" y="0"/>
                    </a:moveTo>
                    <a:cubicBezTo>
                      <a:pt x="16" y="20"/>
                      <a:pt x="41" y="19"/>
                      <a:pt x="63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8" name="Freeform 160">
                <a:extLst>
                  <a:ext uri="{FF2B5EF4-FFF2-40B4-BE49-F238E27FC236}">
                    <a16:creationId xmlns:a16="http://schemas.microsoft.com/office/drawing/2014/main" id="{306B3B03-53EA-498A-8C5E-B6741E467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383"/>
                <a:ext cx="100" cy="30"/>
              </a:xfrm>
              <a:custGeom>
                <a:avLst/>
                <a:gdLst>
                  <a:gd name="T0" fmla="*/ 0 w 62"/>
                  <a:gd name="T1" fmla="*/ 22 h 18"/>
                  <a:gd name="T2" fmla="*/ 260 w 62"/>
                  <a:gd name="T3" fmla="*/ 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8">
                    <a:moveTo>
                      <a:pt x="0" y="5"/>
                    </a:moveTo>
                    <a:cubicBezTo>
                      <a:pt x="18" y="0"/>
                      <a:pt x="47" y="6"/>
                      <a:pt x="62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9" name="Freeform 161">
                <a:extLst>
                  <a:ext uri="{FF2B5EF4-FFF2-40B4-BE49-F238E27FC236}">
                    <a16:creationId xmlns:a16="http://schemas.microsoft.com/office/drawing/2014/main" id="{B57716CC-877A-4124-B39C-7F1ABCC8C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436"/>
                <a:ext cx="103" cy="48"/>
              </a:xfrm>
              <a:custGeom>
                <a:avLst/>
                <a:gdLst>
                  <a:gd name="T0" fmla="*/ 0 w 64"/>
                  <a:gd name="T1" fmla="*/ 0 h 28"/>
                  <a:gd name="T2" fmla="*/ 267 w 64"/>
                  <a:gd name="T3" fmla="*/ 7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28">
                    <a:moveTo>
                      <a:pt x="0" y="0"/>
                    </a:moveTo>
                    <a:cubicBezTo>
                      <a:pt x="15" y="10"/>
                      <a:pt x="50" y="28"/>
                      <a:pt x="64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0" name="Freeform 162">
                <a:extLst>
                  <a:ext uri="{FF2B5EF4-FFF2-40B4-BE49-F238E27FC236}">
                    <a16:creationId xmlns:a16="http://schemas.microsoft.com/office/drawing/2014/main" id="{CD3B5D1A-76F5-4654-A7EE-8CA7C10B7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1415"/>
                <a:ext cx="137" cy="29"/>
              </a:xfrm>
              <a:custGeom>
                <a:avLst/>
                <a:gdLst>
                  <a:gd name="T0" fmla="*/ 0 w 85"/>
                  <a:gd name="T1" fmla="*/ 0 h 17"/>
                  <a:gd name="T2" fmla="*/ 239 w 85"/>
                  <a:gd name="T3" fmla="*/ 70 h 17"/>
                  <a:gd name="T4" fmla="*/ 356 w 85"/>
                  <a:gd name="T5" fmla="*/ 5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7">
                    <a:moveTo>
                      <a:pt x="0" y="0"/>
                    </a:moveTo>
                    <a:cubicBezTo>
                      <a:pt x="15" y="14"/>
                      <a:pt x="38" y="17"/>
                      <a:pt x="57" y="14"/>
                    </a:cubicBezTo>
                    <a:cubicBezTo>
                      <a:pt x="67" y="13"/>
                      <a:pt x="76" y="7"/>
                      <a:pt x="85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1" name="Freeform 163">
                <a:extLst>
                  <a:ext uri="{FF2B5EF4-FFF2-40B4-BE49-F238E27FC236}">
                    <a16:creationId xmlns:a16="http://schemas.microsoft.com/office/drawing/2014/main" id="{D0005395-EB5D-41E5-BDA7-D69E68812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436"/>
                <a:ext cx="496" cy="103"/>
              </a:xfrm>
              <a:custGeom>
                <a:avLst/>
                <a:gdLst>
                  <a:gd name="T0" fmla="*/ 0 w 308"/>
                  <a:gd name="T1" fmla="*/ 29 h 60"/>
                  <a:gd name="T2" fmla="*/ 184 w 308"/>
                  <a:gd name="T3" fmla="*/ 36 h 60"/>
                  <a:gd name="T4" fmla="*/ 275 w 308"/>
                  <a:gd name="T5" fmla="*/ 98 h 60"/>
                  <a:gd name="T6" fmla="*/ 382 w 308"/>
                  <a:gd name="T7" fmla="*/ 98 h 60"/>
                  <a:gd name="T8" fmla="*/ 514 w 308"/>
                  <a:gd name="T9" fmla="*/ 161 h 60"/>
                  <a:gd name="T10" fmla="*/ 710 w 308"/>
                  <a:gd name="T11" fmla="*/ 161 h 60"/>
                  <a:gd name="T12" fmla="*/ 855 w 308"/>
                  <a:gd name="T13" fmla="*/ 239 h 60"/>
                  <a:gd name="T14" fmla="*/ 1053 w 308"/>
                  <a:gd name="T15" fmla="*/ 233 h 60"/>
                  <a:gd name="T16" fmla="*/ 1287 w 308"/>
                  <a:gd name="T17" fmla="*/ 275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8" h="60">
                    <a:moveTo>
                      <a:pt x="0" y="6"/>
                    </a:moveTo>
                    <a:cubicBezTo>
                      <a:pt x="16" y="4"/>
                      <a:pt x="30" y="0"/>
                      <a:pt x="44" y="7"/>
                    </a:cubicBezTo>
                    <a:cubicBezTo>
                      <a:pt x="52" y="11"/>
                      <a:pt x="56" y="17"/>
                      <a:pt x="66" y="19"/>
                    </a:cubicBezTo>
                    <a:cubicBezTo>
                      <a:pt x="74" y="21"/>
                      <a:pt x="82" y="19"/>
                      <a:pt x="91" y="19"/>
                    </a:cubicBezTo>
                    <a:cubicBezTo>
                      <a:pt x="103" y="21"/>
                      <a:pt x="112" y="27"/>
                      <a:pt x="123" y="32"/>
                    </a:cubicBezTo>
                    <a:cubicBezTo>
                      <a:pt x="140" y="39"/>
                      <a:pt x="153" y="30"/>
                      <a:pt x="170" y="32"/>
                    </a:cubicBezTo>
                    <a:cubicBezTo>
                      <a:pt x="184" y="35"/>
                      <a:pt x="190" y="46"/>
                      <a:pt x="205" y="47"/>
                    </a:cubicBezTo>
                    <a:cubicBezTo>
                      <a:pt x="220" y="49"/>
                      <a:pt x="236" y="41"/>
                      <a:pt x="252" y="46"/>
                    </a:cubicBezTo>
                    <a:cubicBezTo>
                      <a:pt x="272" y="52"/>
                      <a:pt x="287" y="60"/>
                      <a:pt x="308" y="5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2" name="Freeform 164">
                <a:extLst>
                  <a:ext uri="{FF2B5EF4-FFF2-40B4-BE49-F238E27FC236}">
                    <a16:creationId xmlns:a16="http://schemas.microsoft.com/office/drawing/2014/main" id="{F3D520CC-50EF-494A-A2BD-D8014831A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496"/>
                <a:ext cx="104" cy="41"/>
              </a:xfrm>
              <a:custGeom>
                <a:avLst/>
                <a:gdLst>
                  <a:gd name="T0" fmla="*/ 0 w 65"/>
                  <a:gd name="T1" fmla="*/ 0 h 24"/>
                  <a:gd name="T2" fmla="*/ 266 w 65"/>
                  <a:gd name="T3" fmla="*/ 6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4">
                    <a:moveTo>
                      <a:pt x="0" y="0"/>
                    </a:moveTo>
                    <a:cubicBezTo>
                      <a:pt x="20" y="24"/>
                      <a:pt x="40" y="11"/>
                      <a:pt x="65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3" name="Freeform 165">
                <a:extLst>
                  <a:ext uri="{FF2B5EF4-FFF2-40B4-BE49-F238E27FC236}">
                    <a16:creationId xmlns:a16="http://schemas.microsoft.com/office/drawing/2014/main" id="{1B275CAF-D960-4758-84B8-18D778DA7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1316"/>
                <a:ext cx="100" cy="31"/>
              </a:xfrm>
              <a:custGeom>
                <a:avLst/>
                <a:gdLst>
                  <a:gd name="T0" fmla="*/ 0 w 62"/>
                  <a:gd name="T1" fmla="*/ 0 h 18"/>
                  <a:gd name="T2" fmla="*/ 260 w 62"/>
                  <a:gd name="T3" fmla="*/ 9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8">
                    <a:moveTo>
                      <a:pt x="0" y="0"/>
                    </a:moveTo>
                    <a:cubicBezTo>
                      <a:pt x="24" y="3"/>
                      <a:pt x="43" y="2"/>
                      <a:pt x="62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4" name="Freeform 166">
                <a:extLst>
                  <a:ext uri="{FF2B5EF4-FFF2-40B4-BE49-F238E27FC236}">
                    <a16:creationId xmlns:a16="http://schemas.microsoft.com/office/drawing/2014/main" id="{1828EC87-F341-4A6B-82B3-4B908FDD8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1341"/>
                <a:ext cx="116" cy="43"/>
              </a:xfrm>
              <a:custGeom>
                <a:avLst/>
                <a:gdLst>
                  <a:gd name="T0" fmla="*/ 0 w 72"/>
                  <a:gd name="T1" fmla="*/ 45 h 25"/>
                  <a:gd name="T2" fmla="*/ 301 w 72"/>
                  <a:gd name="T3" fmla="*/ 12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25">
                    <a:moveTo>
                      <a:pt x="0" y="9"/>
                    </a:moveTo>
                    <a:cubicBezTo>
                      <a:pt x="18" y="10"/>
                      <a:pt x="66" y="0"/>
                      <a:pt x="72" y="2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5" name="Freeform 167">
                <a:extLst>
                  <a:ext uri="{FF2B5EF4-FFF2-40B4-BE49-F238E27FC236}">
                    <a16:creationId xmlns:a16="http://schemas.microsoft.com/office/drawing/2014/main" id="{77BE2FE9-E640-4530-8B30-A797BCE42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400"/>
                <a:ext cx="65" cy="36"/>
              </a:xfrm>
              <a:custGeom>
                <a:avLst/>
                <a:gdLst>
                  <a:gd name="T0" fmla="*/ 0 w 40"/>
                  <a:gd name="T1" fmla="*/ 0 h 21"/>
                  <a:gd name="T2" fmla="*/ 172 w 40"/>
                  <a:gd name="T3" fmla="*/ 10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1">
                    <a:moveTo>
                      <a:pt x="0" y="0"/>
                    </a:moveTo>
                    <a:cubicBezTo>
                      <a:pt x="15" y="5"/>
                      <a:pt x="29" y="15"/>
                      <a:pt x="40" y="2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6" name="Freeform 168">
                <a:extLst>
                  <a:ext uri="{FF2B5EF4-FFF2-40B4-BE49-F238E27FC236}">
                    <a16:creationId xmlns:a16="http://schemas.microsoft.com/office/drawing/2014/main" id="{80A8215F-A89B-41C7-88B1-FA3E091A5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523"/>
                <a:ext cx="323" cy="81"/>
              </a:xfrm>
              <a:custGeom>
                <a:avLst/>
                <a:gdLst>
                  <a:gd name="T0" fmla="*/ 0 w 201"/>
                  <a:gd name="T1" fmla="*/ 0 h 47"/>
                  <a:gd name="T2" fmla="*/ 217 w 201"/>
                  <a:gd name="T3" fmla="*/ 83 h 47"/>
                  <a:gd name="T4" fmla="*/ 344 w 201"/>
                  <a:gd name="T5" fmla="*/ 78 h 47"/>
                  <a:gd name="T6" fmla="*/ 450 w 201"/>
                  <a:gd name="T7" fmla="*/ 140 h 47"/>
                  <a:gd name="T8" fmla="*/ 635 w 201"/>
                  <a:gd name="T9" fmla="*/ 140 h 47"/>
                  <a:gd name="T10" fmla="*/ 834 w 201"/>
                  <a:gd name="T11" fmla="*/ 241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1" h="47">
                    <a:moveTo>
                      <a:pt x="0" y="0"/>
                    </a:moveTo>
                    <a:cubicBezTo>
                      <a:pt x="17" y="10"/>
                      <a:pt x="31" y="17"/>
                      <a:pt x="52" y="16"/>
                    </a:cubicBezTo>
                    <a:cubicBezTo>
                      <a:pt x="62" y="16"/>
                      <a:pt x="72" y="12"/>
                      <a:pt x="83" y="15"/>
                    </a:cubicBezTo>
                    <a:cubicBezTo>
                      <a:pt x="92" y="17"/>
                      <a:pt x="99" y="24"/>
                      <a:pt x="108" y="27"/>
                    </a:cubicBezTo>
                    <a:cubicBezTo>
                      <a:pt x="124" y="33"/>
                      <a:pt x="137" y="25"/>
                      <a:pt x="153" y="27"/>
                    </a:cubicBezTo>
                    <a:cubicBezTo>
                      <a:pt x="170" y="29"/>
                      <a:pt x="186" y="40"/>
                      <a:pt x="201" y="4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7" name="Freeform 169">
                <a:extLst>
                  <a:ext uri="{FF2B5EF4-FFF2-40B4-BE49-F238E27FC236}">
                    <a16:creationId xmlns:a16="http://schemas.microsoft.com/office/drawing/2014/main" id="{B176C332-2FAA-4202-B940-C90CF0693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42"/>
                <a:ext cx="113" cy="28"/>
              </a:xfrm>
              <a:custGeom>
                <a:avLst/>
                <a:gdLst>
                  <a:gd name="T0" fmla="*/ 0 w 70"/>
                  <a:gd name="T1" fmla="*/ 7 h 16"/>
                  <a:gd name="T2" fmla="*/ 200 w 70"/>
                  <a:gd name="T3" fmla="*/ 28 h 16"/>
                  <a:gd name="T4" fmla="*/ 294 w 70"/>
                  <a:gd name="T5" fmla="*/ 8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6">
                    <a:moveTo>
                      <a:pt x="0" y="1"/>
                    </a:moveTo>
                    <a:cubicBezTo>
                      <a:pt x="16" y="5"/>
                      <a:pt x="32" y="0"/>
                      <a:pt x="48" y="5"/>
                    </a:cubicBezTo>
                    <a:cubicBezTo>
                      <a:pt x="57" y="7"/>
                      <a:pt x="62" y="12"/>
                      <a:pt x="70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8" name="Freeform 170">
                <a:extLst>
                  <a:ext uri="{FF2B5EF4-FFF2-40B4-BE49-F238E27FC236}">
                    <a16:creationId xmlns:a16="http://schemas.microsoft.com/office/drawing/2014/main" id="{78F2A771-86A4-4F60-866C-BFB73418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1525"/>
                <a:ext cx="387" cy="89"/>
              </a:xfrm>
              <a:custGeom>
                <a:avLst/>
                <a:gdLst>
                  <a:gd name="T0" fmla="*/ 0 w 240"/>
                  <a:gd name="T1" fmla="*/ 0 h 52"/>
                  <a:gd name="T2" fmla="*/ 302 w 240"/>
                  <a:gd name="T3" fmla="*/ 99 h 52"/>
                  <a:gd name="T4" fmla="*/ 453 w 240"/>
                  <a:gd name="T5" fmla="*/ 190 h 52"/>
                  <a:gd name="T6" fmla="*/ 600 w 240"/>
                  <a:gd name="T7" fmla="*/ 176 h 52"/>
                  <a:gd name="T8" fmla="*/ 884 w 240"/>
                  <a:gd name="T9" fmla="*/ 234 h 52"/>
                  <a:gd name="T10" fmla="*/ 1006 w 240"/>
                  <a:gd name="T11" fmla="*/ 211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52">
                    <a:moveTo>
                      <a:pt x="0" y="0"/>
                    </a:moveTo>
                    <a:cubicBezTo>
                      <a:pt x="21" y="18"/>
                      <a:pt x="48" y="11"/>
                      <a:pt x="72" y="20"/>
                    </a:cubicBezTo>
                    <a:cubicBezTo>
                      <a:pt x="84" y="26"/>
                      <a:pt x="93" y="36"/>
                      <a:pt x="108" y="38"/>
                    </a:cubicBezTo>
                    <a:cubicBezTo>
                      <a:pt x="120" y="39"/>
                      <a:pt x="131" y="35"/>
                      <a:pt x="143" y="35"/>
                    </a:cubicBezTo>
                    <a:cubicBezTo>
                      <a:pt x="169" y="37"/>
                      <a:pt x="184" y="52"/>
                      <a:pt x="211" y="47"/>
                    </a:cubicBezTo>
                    <a:cubicBezTo>
                      <a:pt x="219" y="45"/>
                      <a:pt x="235" y="45"/>
                      <a:pt x="240" y="4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9" name="Freeform 171">
                <a:extLst>
                  <a:ext uri="{FF2B5EF4-FFF2-40B4-BE49-F238E27FC236}">
                    <a16:creationId xmlns:a16="http://schemas.microsoft.com/office/drawing/2014/main" id="{945ACD13-3578-4A17-8B0C-CC567B6ED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582"/>
                <a:ext cx="109" cy="24"/>
              </a:xfrm>
              <a:custGeom>
                <a:avLst/>
                <a:gdLst>
                  <a:gd name="T0" fmla="*/ 0 w 68"/>
                  <a:gd name="T1" fmla="*/ 15 h 14"/>
                  <a:gd name="T2" fmla="*/ 281 w 68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14">
                    <a:moveTo>
                      <a:pt x="0" y="3"/>
                    </a:moveTo>
                    <a:cubicBezTo>
                      <a:pt x="25" y="4"/>
                      <a:pt x="47" y="0"/>
                      <a:pt x="68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0" name="Freeform 172">
                <a:extLst>
                  <a:ext uri="{FF2B5EF4-FFF2-40B4-BE49-F238E27FC236}">
                    <a16:creationId xmlns:a16="http://schemas.microsoft.com/office/drawing/2014/main" id="{3DF75411-067F-4104-AD21-392B62AAA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611"/>
                <a:ext cx="315" cy="103"/>
              </a:xfrm>
              <a:custGeom>
                <a:avLst/>
                <a:gdLst>
                  <a:gd name="T0" fmla="*/ 0 w 196"/>
                  <a:gd name="T1" fmla="*/ 0 h 60"/>
                  <a:gd name="T2" fmla="*/ 153 w 196"/>
                  <a:gd name="T3" fmla="*/ 79 h 60"/>
                  <a:gd name="T4" fmla="*/ 403 w 196"/>
                  <a:gd name="T5" fmla="*/ 79 h 60"/>
                  <a:gd name="T6" fmla="*/ 501 w 196"/>
                  <a:gd name="T7" fmla="*/ 153 h 60"/>
                  <a:gd name="T8" fmla="*/ 628 w 196"/>
                  <a:gd name="T9" fmla="*/ 153 h 60"/>
                  <a:gd name="T10" fmla="*/ 813 w 196"/>
                  <a:gd name="T11" fmla="*/ 30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60">
                    <a:moveTo>
                      <a:pt x="0" y="0"/>
                    </a:moveTo>
                    <a:cubicBezTo>
                      <a:pt x="11" y="8"/>
                      <a:pt x="23" y="13"/>
                      <a:pt x="37" y="16"/>
                    </a:cubicBezTo>
                    <a:cubicBezTo>
                      <a:pt x="57" y="20"/>
                      <a:pt x="77" y="12"/>
                      <a:pt x="97" y="16"/>
                    </a:cubicBezTo>
                    <a:cubicBezTo>
                      <a:pt x="108" y="18"/>
                      <a:pt x="112" y="25"/>
                      <a:pt x="121" y="30"/>
                    </a:cubicBezTo>
                    <a:cubicBezTo>
                      <a:pt x="133" y="35"/>
                      <a:pt x="140" y="30"/>
                      <a:pt x="151" y="30"/>
                    </a:cubicBezTo>
                    <a:cubicBezTo>
                      <a:pt x="174" y="31"/>
                      <a:pt x="182" y="51"/>
                      <a:pt x="196" y="6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1" name="Freeform 173">
                <a:extLst>
                  <a:ext uri="{FF2B5EF4-FFF2-40B4-BE49-F238E27FC236}">
                    <a16:creationId xmlns:a16="http://schemas.microsoft.com/office/drawing/2014/main" id="{FFE8C1AC-27C8-4A58-A6CB-158E4F903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662"/>
                <a:ext cx="114" cy="59"/>
              </a:xfrm>
              <a:custGeom>
                <a:avLst/>
                <a:gdLst>
                  <a:gd name="T0" fmla="*/ 0 w 71"/>
                  <a:gd name="T1" fmla="*/ 148 h 34"/>
                  <a:gd name="T2" fmla="*/ 165 w 71"/>
                  <a:gd name="T3" fmla="*/ 73 h 34"/>
                  <a:gd name="T4" fmla="*/ 294 w 7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4">
                    <a:moveTo>
                      <a:pt x="0" y="28"/>
                    </a:moveTo>
                    <a:cubicBezTo>
                      <a:pt x="17" y="34"/>
                      <a:pt x="29" y="24"/>
                      <a:pt x="40" y="14"/>
                    </a:cubicBezTo>
                    <a:cubicBezTo>
                      <a:pt x="52" y="3"/>
                      <a:pt x="57" y="5"/>
                      <a:pt x="7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2" name="Freeform 174">
                <a:extLst>
                  <a:ext uri="{FF2B5EF4-FFF2-40B4-BE49-F238E27FC236}">
                    <a16:creationId xmlns:a16="http://schemas.microsoft.com/office/drawing/2014/main" id="{FC13510E-89DB-4E82-8B16-637FEAA02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635"/>
                <a:ext cx="93" cy="32"/>
              </a:xfrm>
              <a:custGeom>
                <a:avLst/>
                <a:gdLst>
                  <a:gd name="T0" fmla="*/ 0 w 58"/>
                  <a:gd name="T1" fmla="*/ 0 h 19"/>
                  <a:gd name="T2" fmla="*/ 239 w 58"/>
                  <a:gd name="T3" fmla="*/ 9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9">
                    <a:moveTo>
                      <a:pt x="0" y="0"/>
                    </a:moveTo>
                    <a:cubicBezTo>
                      <a:pt x="25" y="4"/>
                      <a:pt x="38" y="0"/>
                      <a:pt x="58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3" name="Freeform 175">
                <a:extLst>
                  <a:ext uri="{FF2B5EF4-FFF2-40B4-BE49-F238E27FC236}">
                    <a16:creationId xmlns:a16="http://schemas.microsoft.com/office/drawing/2014/main" id="{21D3FF31-F05D-4849-8A65-1E8101569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640"/>
                <a:ext cx="90" cy="38"/>
              </a:xfrm>
              <a:custGeom>
                <a:avLst/>
                <a:gdLst>
                  <a:gd name="T0" fmla="*/ 0 w 56"/>
                  <a:gd name="T1" fmla="*/ 0 h 22"/>
                  <a:gd name="T2" fmla="*/ 233 w 56"/>
                  <a:gd name="T3" fmla="*/ 6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16" y="22"/>
                      <a:pt x="35" y="10"/>
                      <a:pt x="56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4" name="Freeform 176">
                <a:extLst>
                  <a:ext uri="{FF2B5EF4-FFF2-40B4-BE49-F238E27FC236}">
                    <a16:creationId xmlns:a16="http://schemas.microsoft.com/office/drawing/2014/main" id="{DD383927-64AB-41EA-80A6-5609296F5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860"/>
                <a:ext cx="1" cy="5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5" name="Freeform 177">
                <a:extLst>
                  <a:ext uri="{FF2B5EF4-FFF2-40B4-BE49-F238E27FC236}">
                    <a16:creationId xmlns:a16="http://schemas.microsoft.com/office/drawing/2014/main" id="{57DB4F95-A845-4B92-AE47-1E87357D0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844"/>
                <a:ext cx="1" cy="9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6" name="Freeform 178">
                <a:extLst>
                  <a:ext uri="{FF2B5EF4-FFF2-40B4-BE49-F238E27FC236}">
                    <a16:creationId xmlns:a16="http://schemas.microsoft.com/office/drawing/2014/main" id="{79985E10-B531-4F34-83A3-6A2037D3E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873"/>
                <a:ext cx="8" cy="11"/>
              </a:xfrm>
              <a:custGeom>
                <a:avLst/>
                <a:gdLst>
                  <a:gd name="T0" fmla="*/ 0 w 5"/>
                  <a:gd name="T1" fmla="*/ 37 h 6"/>
                  <a:gd name="T2" fmla="*/ 21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7" name="Freeform 179">
                <a:extLst>
                  <a:ext uri="{FF2B5EF4-FFF2-40B4-BE49-F238E27FC236}">
                    <a16:creationId xmlns:a16="http://schemas.microsoft.com/office/drawing/2014/main" id="{21AB0507-7547-41DF-BAD7-134D40D3A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1915"/>
                <a:ext cx="6" cy="8"/>
              </a:xfrm>
              <a:custGeom>
                <a:avLst/>
                <a:gdLst>
                  <a:gd name="T0" fmla="*/ 0 w 4"/>
                  <a:gd name="T1" fmla="*/ 21 h 5"/>
                  <a:gd name="T2" fmla="*/ 14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4"/>
                      <a:pt x="4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8" name="Freeform 180">
                <a:extLst>
                  <a:ext uri="{FF2B5EF4-FFF2-40B4-BE49-F238E27FC236}">
                    <a16:creationId xmlns:a16="http://schemas.microsoft.com/office/drawing/2014/main" id="{B601B31F-C0C5-4B68-9DFD-C176EDECE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1952"/>
                <a:ext cx="5" cy="9"/>
              </a:xfrm>
              <a:custGeom>
                <a:avLst/>
                <a:gdLst>
                  <a:gd name="T0" fmla="*/ 0 w 3"/>
                  <a:gd name="T1" fmla="*/ 29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9" name="Freeform 181">
                <a:extLst>
                  <a:ext uri="{FF2B5EF4-FFF2-40B4-BE49-F238E27FC236}">
                    <a16:creationId xmlns:a16="http://schemas.microsoft.com/office/drawing/2014/main" id="{D3FBB6D0-53E5-47C1-B9B6-6D1DBED32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981"/>
                <a:ext cx="2" cy="14"/>
              </a:xfrm>
              <a:custGeom>
                <a:avLst/>
                <a:gdLst>
                  <a:gd name="T0" fmla="*/ 8 w 1"/>
                  <a:gd name="T1" fmla="*/ 0 h 8"/>
                  <a:gd name="T2" fmla="*/ 8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3"/>
                      <a:pt x="0" y="6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0" name="Freeform 182">
                <a:extLst>
                  <a:ext uri="{FF2B5EF4-FFF2-40B4-BE49-F238E27FC236}">
                    <a16:creationId xmlns:a16="http://schemas.microsoft.com/office/drawing/2014/main" id="{601E410C-5DFE-4FA9-8F94-74DB9F4D6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009"/>
                <a:ext cx="1" cy="7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1" name="Freeform 183">
                <a:extLst>
                  <a:ext uri="{FF2B5EF4-FFF2-40B4-BE49-F238E27FC236}">
                    <a16:creationId xmlns:a16="http://schemas.microsoft.com/office/drawing/2014/main" id="{4D9201A2-27C8-445D-A6A4-2779C11DC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029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5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1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2" name="Freeform 184">
                <a:extLst>
                  <a:ext uri="{FF2B5EF4-FFF2-40B4-BE49-F238E27FC236}">
                    <a16:creationId xmlns:a16="http://schemas.microsoft.com/office/drawing/2014/main" id="{352B9C77-13B0-4641-99A5-4D21CDCED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048"/>
                <a:ext cx="2" cy="9"/>
              </a:xfrm>
              <a:custGeom>
                <a:avLst/>
                <a:gdLst>
                  <a:gd name="T0" fmla="*/ 8 w 1"/>
                  <a:gd name="T1" fmla="*/ 0 h 5"/>
                  <a:gd name="T2" fmla="*/ 8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3" name="Freeform 185">
                <a:extLst>
                  <a:ext uri="{FF2B5EF4-FFF2-40B4-BE49-F238E27FC236}">
                    <a16:creationId xmlns:a16="http://schemas.microsoft.com/office/drawing/2014/main" id="{CE1184F6-0AB2-426B-9799-5EB451845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069"/>
                <a:ext cx="1" cy="5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4" name="Freeform 186">
                <a:extLst>
                  <a:ext uri="{FF2B5EF4-FFF2-40B4-BE49-F238E27FC236}">
                    <a16:creationId xmlns:a16="http://schemas.microsoft.com/office/drawing/2014/main" id="{9EBF88B4-5803-476A-B720-A9A1BA784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081"/>
                <a:ext cx="1" cy="9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5" name="Freeform 187">
                <a:extLst>
                  <a:ext uri="{FF2B5EF4-FFF2-40B4-BE49-F238E27FC236}">
                    <a16:creationId xmlns:a16="http://schemas.microsoft.com/office/drawing/2014/main" id="{460C3104-9E9B-4D30-90E4-1E9445D61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662"/>
                <a:ext cx="3" cy="17"/>
              </a:xfrm>
              <a:custGeom>
                <a:avLst/>
                <a:gdLst>
                  <a:gd name="T0" fmla="*/ 0 w 2"/>
                  <a:gd name="T1" fmla="*/ 0 h 10"/>
                  <a:gd name="T2" fmla="*/ 8 w 2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3"/>
                      <a:pt x="2" y="8"/>
                      <a:pt x="2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6" name="Freeform 188">
                <a:extLst>
                  <a:ext uri="{FF2B5EF4-FFF2-40B4-BE49-F238E27FC236}">
                    <a16:creationId xmlns:a16="http://schemas.microsoft.com/office/drawing/2014/main" id="{A6934268-7488-429B-97A7-DB657CD6E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685"/>
                <a:ext cx="2" cy="12"/>
              </a:xfrm>
              <a:custGeom>
                <a:avLst/>
                <a:gdLst>
                  <a:gd name="T0" fmla="*/ 8 w 1"/>
                  <a:gd name="T1" fmla="*/ 0 h 7"/>
                  <a:gd name="T2" fmla="*/ 8 w 1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7" name="Freeform 189">
                <a:extLst>
                  <a:ext uri="{FF2B5EF4-FFF2-40B4-BE49-F238E27FC236}">
                    <a16:creationId xmlns:a16="http://schemas.microsoft.com/office/drawing/2014/main" id="{D0CC6D81-9604-43A8-9C87-2B21BB96F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705"/>
                <a:ext cx="1" cy="10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8" name="Freeform 190">
                <a:extLst>
                  <a:ext uri="{FF2B5EF4-FFF2-40B4-BE49-F238E27FC236}">
                    <a16:creationId xmlns:a16="http://schemas.microsoft.com/office/drawing/2014/main" id="{A3B19D28-C592-49E8-8AAC-5F6FAA79F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24"/>
                <a:ext cx="1" cy="15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9" name="Freeform 191">
                <a:extLst>
                  <a:ext uri="{FF2B5EF4-FFF2-40B4-BE49-F238E27FC236}">
                    <a16:creationId xmlns:a16="http://schemas.microsoft.com/office/drawing/2014/main" id="{58E743C5-AEFB-4E43-B0DA-535F24CEB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1578"/>
                <a:ext cx="69" cy="10"/>
              </a:xfrm>
              <a:custGeom>
                <a:avLst/>
                <a:gdLst>
                  <a:gd name="T0" fmla="*/ 0 w 43"/>
                  <a:gd name="T1" fmla="*/ 28 h 6"/>
                  <a:gd name="T2" fmla="*/ 103 w 43"/>
                  <a:gd name="T3" fmla="*/ 22 h 6"/>
                  <a:gd name="T4" fmla="*/ 178 w 4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6">
                    <a:moveTo>
                      <a:pt x="0" y="6"/>
                    </a:moveTo>
                    <a:cubicBezTo>
                      <a:pt x="8" y="4"/>
                      <a:pt x="16" y="5"/>
                      <a:pt x="25" y="5"/>
                    </a:cubicBezTo>
                    <a:cubicBezTo>
                      <a:pt x="32" y="4"/>
                      <a:pt x="37" y="0"/>
                      <a:pt x="4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0" name="Freeform 192">
                <a:extLst>
                  <a:ext uri="{FF2B5EF4-FFF2-40B4-BE49-F238E27FC236}">
                    <a16:creationId xmlns:a16="http://schemas.microsoft.com/office/drawing/2014/main" id="{A1632194-E760-42E0-93B6-27ED7DEA8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595"/>
                <a:ext cx="95" cy="30"/>
              </a:xfrm>
              <a:custGeom>
                <a:avLst/>
                <a:gdLst>
                  <a:gd name="T0" fmla="*/ 0 w 59"/>
                  <a:gd name="T1" fmla="*/ 0 h 17"/>
                  <a:gd name="T2" fmla="*/ 187 w 59"/>
                  <a:gd name="T3" fmla="*/ 37 h 17"/>
                  <a:gd name="T4" fmla="*/ 246 w 59"/>
                  <a:gd name="T5" fmla="*/ 1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7">
                    <a:moveTo>
                      <a:pt x="0" y="0"/>
                    </a:moveTo>
                    <a:cubicBezTo>
                      <a:pt x="15" y="17"/>
                      <a:pt x="26" y="15"/>
                      <a:pt x="45" y="7"/>
                    </a:cubicBezTo>
                    <a:cubicBezTo>
                      <a:pt x="50" y="5"/>
                      <a:pt x="55" y="3"/>
                      <a:pt x="59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1" name="Freeform 193">
                <a:extLst>
                  <a:ext uri="{FF2B5EF4-FFF2-40B4-BE49-F238E27FC236}">
                    <a16:creationId xmlns:a16="http://schemas.microsoft.com/office/drawing/2014/main" id="{43006151-9C6A-4334-8C61-E73C4EA0A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8"/>
                <a:ext cx="106" cy="27"/>
              </a:xfrm>
              <a:custGeom>
                <a:avLst/>
                <a:gdLst>
                  <a:gd name="T0" fmla="*/ 0 w 66"/>
                  <a:gd name="T1" fmla="*/ 0 h 16"/>
                  <a:gd name="T2" fmla="*/ 193 w 66"/>
                  <a:gd name="T3" fmla="*/ 49 h 16"/>
                  <a:gd name="T4" fmla="*/ 273 w 66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6">
                    <a:moveTo>
                      <a:pt x="0" y="0"/>
                    </a:moveTo>
                    <a:cubicBezTo>
                      <a:pt x="16" y="11"/>
                      <a:pt x="28" y="16"/>
                      <a:pt x="47" y="10"/>
                    </a:cubicBezTo>
                    <a:cubicBezTo>
                      <a:pt x="53" y="9"/>
                      <a:pt x="62" y="5"/>
                      <a:pt x="66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2" name="Freeform 194">
                <a:extLst>
                  <a:ext uri="{FF2B5EF4-FFF2-40B4-BE49-F238E27FC236}">
                    <a16:creationId xmlns:a16="http://schemas.microsoft.com/office/drawing/2014/main" id="{E12B84DF-216F-4C66-94CC-D32F146C5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602"/>
                <a:ext cx="116" cy="35"/>
              </a:xfrm>
              <a:custGeom>
                <a:avLst/>
                <a:gdLst>
                  <a:gd name="T0" fmla="*/ 0 w 72"/>
                  <a:gd name="T1" fmla="*/ 12 h 20"/>
                  <a:gd name="T2" fmla="*/ 76 w 72"/>
                  <a:gd name="T3" fmla="*/ 28 h 20"/>
                  <a:gd name="T4" fmla="*/ 190 w 72"/>
                  <a:gd name="T5" fmla="*/ 49 h 20"/>
                  <a:gd name="T6" fmla="*/ 301 w 72"/>
                  <a:gd name="T7" fmla="*/ 10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0">
                    <a:moveTo>
                      <a:pt x="0" y="2"/>
                    </a:moveTo>
                    <a:cubicBezTo>
                      <a:pt x="7" y="0"/>
                      <a:pt x="12" y="4"/>
                      <a:pt x="18" y="5"/>
                    </a:cubicBezTo>
                    <a:cubicBezTo>
                      <a:pt x="27" y="8"/>
                      <a:pt x="36" y="7"/>
                      <a:pt x="45" y="9"/>
                    </a:cubicBezTo>
                    <a:cubicBezTo>
                      <a:pt x="54" y="12"/>
                      <a:pt x="63" y="20"/>
                      <a:pt x="72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3" name="Freeform 195">
                <a:extLst>
                  <a:ext uri="{FF2B5EF4-FFF2-40B4-BE49-F238E27FC236}">
                    <a16:creationId xmlns:a16="http://schemas.microsoft.com/office/drawing/2014/main" id="{CA1DC2C3-0194-4F9D-B082-CFD30AE82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628"/>
                <a:ext cx="126" cy="45"/>
              </a:xfrm>
              <a:custGeom>
                <a:avLst/>
                <a:gdLst>
                  <a:gd name="T0" fmla="*/ 0 w 78"/>
                  <a:gd name="T1" fmla="*/ 0 h 26"/>
                  <a:gd name="T2" fmla="*/ 330 w 78"/>
                  <a:gd name="T3" fmla="*/ 13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6">
                    <a:moveTo>
                      <a:pt x="0" y="0"/>
                    </a:moveTo>
                    <a:cubicBezTo>
                      <a:pt x="21" y="23"/>
                      <a:pt x="52" y="17"/>
                      <a:pt x="78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4" name="Freeform 196">
                <a:extLst>
                  <a:ext uri="{FF2B5EF4-FFF2-40B4-BE49-F238E27FC236}">
                    <a16:creationId xmlns:a16="http://schemas.microsoft.com/office/drawing/2014/main" id="{D3EFFC25-6ACD-41BA-8241-A6DFF3606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657"/>
                <a:ext cx="107" cy="45"/>
              </a:xfrm>
              <a:custGeom>
                <a:avLst/>
                <a:gdLst>
                  <a:gd name="T0" fmla="*/ 0 w 66"/>
                  <a:gd name="T1" fmla="*/ 0 h 26"/>
                  <a:gd name="T2" fmla="*/ 280 w 66"/>
                  <a:gd name="T3" fmla="*/ 7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26">
                    <a:moveTo>
                      <a:pt x="0" y="0"/>
                    </a:moveTo>
                    <a:cubicBezTo>
                      <a:pt x="5" y="26"/>
                      <a:pt x="49" y="17"/>
                      <a:pt x="66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5" name="Freeform 197">
                <a:extLst>
                  <a:ext uri="{FF2B5EF4-FFF2-40B4-BE49-F238E27FC236}">
                    <a16:creationId xmlns:a16="http://schemas.microsoft.com/office/drawing/2014/main" id="{BFE93CA6-14CB-452A-93F3-B13EA90E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563"/>
                <a:ext cx="95" cy="24"/>
              </a:xfrm>
              <a:custGeom>
                <a:avLst/>
                <a:gdLst>
                  <a:gd name="T0" fmla="*/ 0 w 59"/>
                  <a:gd name="T1" fmla="*/ 9 h 14"/>
                  <a:gd name="T2" fmla="*/ 246 w 59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4">
                    <a:moveTo>
                      <a:pt x="0" y="2"/>
                    </a:moveTo>
                    <a:cubicBezTo>
                      <a:pt x="25" y="2"/>
                      <a:pt x="40" y="0"/>
                      <a:pt x="59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6" name="Freeform 198">
                <a:extLst>
                  <a:ext uri="{FF2B5EF4-FFF2-40B4-BE49-F238E27FC236}">
                    <a16:creationId xmlns:a16="http://schemas.microsoft.com/office/drawing/2014/main" id="{DE697469-38B6-4433-8ABF-FFBF87145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1767"/>
                <a:ext cx="1843" cy="384"/>
              </a:xfrm>
              <a:custGeom>
                <a:avLst/>
                <a:gdLst>
                  <a:gd name="T0" fmla="*/ 2962 w 1145"/>
                  <a:gd name="T1" fmla="*/ 684 h 224"/>
                  <a:gd name="T2" fmla="*/ 2764 w 1145"/>
                  <a:gd name="T3" fmla="*/ 641 h 224"/>
                  <a:gd name="T4" fmla="*/ 2334 w 1145"/>
                  <a:gd name="T5" fmla="*/ 429 h 224"/>
                  <a:gd name="T6" fmla="*/ 1759 w 1145"/>
                  <a:gd name="T7" fmla="*/ 218 h 224"/>
                  <a:gd name="T8" fmla="*/ 1381 w 1145"/>
                  <a:gd name="T9" fmla="*/ 276 h 224"/>
                  <a:gd name="T10" fmla="*/ 1204 w 1145"/>
                  <a:gd name="T11" fmla="*/ 276 h 224"/>
                  <a:gd name="T12" fmla="*/ 13 w 1145"/>
                  <a:gd name="T13" fmla="*/ 0 h 224"/>
                  <a:gd name="T14" fmla="*/ 97 w 1145"/>
                  <a:gd name="T15" fmla="*/ 77 h 224"/>
                  <a:gd name="T16" fmla="*/ 1210 w 1145"/>
                  <a:gd name="T17" fmla="*/ 333 h 224"/>
                  <a:gd name="T18" fmla="*/ 1389 w 1145"/>
                  <a:gd name="T19" fmla="*/ 324 h 224"/>
                  <a:gd name="T20" fmla="*/ 1381 w 1145"/>
                  <a:gd name="T21" fmla="*/ 317 h 224"/>
                  <a:gd name="T22" fmla="*/ 1397 w 1145"/>
                  <a:gd name="T23" fmla="*/ 317 h 224"/>
                  <a:gd name="T24" fmla="*/ 1410 w 1145"/>
                  <a:gd name="T25" fmla="*/ 317 h 224"/>
                  <a:gd name="T26" fmla="*/ 1423 w 1145"/>
                  <a:gd name="T27" fmla="*/ 317 h 224"/>
                  <a:gd name="T28" fmla="*/ 1436 w 1145"/>
                  <a:gd name="T29" fmla="*/ 317 h 224"/>
                  <a:gd name="T30" fmla="*/ 1450 w 1145"/>
                  <a:gd name="T31" fmla="*/ 312 h 224"/>
                  <a:gd name="T32" fmla="*/ 1471 w 1145"/>
                  <a:gd name="T33" fmla="*/ 312 h 224"/>
                  <a:gd name="T34" fmla="*/ 1490 w 1145"/>
                  <a:gd name="T35" fmla="*/ 309 h 224"/>
                  <a:gd name="T36" fmla="*/ 1505 w 1145"/>
                  <a:gd name="T37" fmla="*/ 303 h 224"/>
                  <a:gd name="T38" fmla="*/ 1518 w 1145"/>
                  <a:gd name="T39" fmla="*/ 303 h 224"/>
                  <a:gd name="T40" fmla="*/ 1534 w 1145"/>
                  <a:gd name="T41" fmla="*/ 297 h 224"/>
                  <a:gd name="T42" fmla="*/ 1547 w 1145"/>
                  <a:gd name="T43" fmla="*/ 291 h 224"/>
                  <a:gd name="T44" fmla="*/ 1560 w 1145"/>
                  <a:gd name="T45" fmla="*/ 291 h 224"/>
                  <a:gd name="T46" fmla="*/ 1573 w 1145"/>
                  <a:gd name="T47" fmla="*/ 288 h 224"/>
                  <a:gd name="T48" fmla="*/ 1581 w 1145"/>
                  <a:gd name="T49" fmla="*/ 288 h 224"/>
                  <a:gd name="T50" fmla="*/ 1759 w 1145"/>
                  <a:gd name="T51" fmla="*/ 255 h 224"/>
                  <a:gd name="T52" fmla="*/ 2334 w 1145"/>
                  <a:gd name="T53" fmla="*/ 468 h 224"/>
                  <a:gd name="T54" fmla="*/ 2360 w 1145"/>
                  <a:gd name="T55" fmla="*/ 485 h 224"/>
                  <a:gd name="T56" fmla="*/ 2381 w 1145"/>
                  <a:gd name="T57" fmla="*/ 494 h 224"/>
                  <a:gd name="T58" fmla="*/ 2402 w 1145"/>
                  <a:gd name="T59" fmla="*/ 502 h 224"/>
                  <a:gd name="T60" fmla="*/ 2419 w 1145"/>
                  <a:gd name="T61" fmla="*/ 514 h 224"/>
                  <a:gd name="T62" fmla="*/ 2440 w 1145"/>
                  <a:gd name="T63" fmla="*/ 523 h 224"/>
                  <a:gd name="T64" fmla="*/ 2456 w 1145"/>
                  <a:gd name="T65" fmla="*/ 535 h 224"/>
                  <a:gd name="T66" fmla="*/ 2472 w 1145"/>
                  <a:gd name="T67" fmla="*/ 543 h 224"/>
                  <a:gd name="T68" fmla="*/ 2516 w 1145"/>
                  <a:gd name="T69" fmla="*/ 564 h 224"/>
                  <a:gd name="T70" fmla="*/ 2525 w 1145"/>
                  <a:gd name="T71" fmla="*/ 573 h 224"/>
                  <a:gd name="T72" fmla="*/ 2538 w 1145"/>
                  <a:gd name="T73" fmla="*/ 579 h 224"/>
                  <a:gd name="T74" fmla="*/ 2546 w 1145"/>
                  <a:gd name="T75" fmla="*/ 585 h 224"/>
                  <a:gd name="T76" fmla="*/ 2559 w 1145"/>
                  <a:gd name="T77" fmla="*/ 591 h 224"/>
                  <a:gd name="T78" fmla="*/ 2571 w 1145"/>
                  <a:gd name="T79" fmla="*/ 593 h 224"/>
                  <a:gd name="T80" fmla="*/ 2723 w 1145"/>
                  <a:gd name="T81" fmla="*/ 675 h 224"/>
                  <a:gd name="T82" fmla="*/ 4747 w 1145"/>
                  <a:gd name="T83" fmla="*/ 1119 h 224"/>
                  <a:gd name="T84" fmla="*/ 4776 w 1145"/>
                  <a:gd name="T85" fmla="*/ 1078 h 224"/>
                  <a:gd name="T86" fmla="*/ 3607 w 1145"/>
                  <a:gd name="T87" fmla="*/ 838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5" h="224">
                    <a:moveTo>
                      <a:pt x="865" y="166"/>
                    </a:moveTo>
                    <a:cubicBezTo>
                      <a:pt x="816" y="157"/>
                      <a:pt x="764" y="147"/>
                      <a:pt x="710" y="136"/>
                    </a:cubicBezTo>
                    <a:cubicBezTo>
                      <a:pt x="759" y="146"/>
                      <a:pt x="807" y="155"/>
                      <a:pt x="851" y="163"/>
                    </a:cubicBezTo>
                    <a:cubicBezTo>
                      <a:pt x="663" y="127"/>
                      <a:pt x="663" y="127"/>
                      <a:pt x="663" y="127"/>
                    </a:cubicBezTo>
                    <a:cubicBezTo>
                      <a:pt x="655" y="125"/>
                      <a:pt x="630" y="117"/>
                      <a:pt x="617" y="110"/>
                    </a:cubicBezTo>
                    <a:cubicBezTo>
                      <a:pt x="612" y="109"/>
                      <a:pt x="585" y="95"/>
                      <a:pt x="560" y="85"/>
                    </a:cubicBezTo>
                    <a:cubicBezTo>
                      <a:pt x="534" y="75"/>
                      <a:pt x="530" y="71"/>
                      <a:pt x="500" y="61"/>
                    </a:cubicBezTo>
                    <a:cubicBezTo>
                      <a:pt x="470" y="51"/>
                      <a:pt x="456" y="41"/>
                      <a:pt x="422" y="43"/>
                    </a:cubicBezTo>
                    <a:cubicBezTo>
                      <a:pt x="405" y="44"/>
                      <a:pt x="393" y="45"/>
                      <a:pt x="381" y="48"/>
                    </a:cubicBezTo>
                    <a:cubicBezTo>
                      <a:pt x="372" y="50"/>
                      <a:pt x="340" y="55"/>
                      <a:pt x="331" y="55"/>
                    </a:cubicBezTo>
                    <a:cubicBezTo>
                      <a:pt x="320" y="55"/>
                      <a:pt x="294" y="57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186" y="35"/>
                      <a:pt x="87" y="16"/>
                      <a:pt x="3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9" y="12"/>
                      <a:pt x="23" y="15"/>
                    </a:cubicBezTo>
                    <a:cubicBezTo>
                      <a:pt x="94" y="28"/>
                      <a:pt x="173" y="43"/>
                      <a:pt x="256" y="59"/>
                    </a:cubicBezTo>
                    <a:cubicBezTo>
                      <a:pt x="290" y="66"/>
                      <a:pt x="290" y="66"/>
                      <a:pt x="290" y="66"/>
                    </a:cubicBezTo>
                    <a:cubicBezTo>
                      <a:pt x="299" y="66"/>
                      <a:pt x="306" y="66"/>
                      <a:pt x="314" y="66"/>
                    </a:cubicBezTo>
                    <a:cubicBezTo>
                      <a:pt x="319" y="65"/>
                      <a:pt x="326" y="64"/>
                      <a:pt x="333" y="64"/>
                    </a:cubicBezTo>
                    <a:cubicBezTo>
                      <a:pt x="332" y="63"/>
                      <a:pt x="331" y="63"/>
                      <a:pt x="331" y="63"/>
                    </a:cubicBezTo>
                    <a:cubicBezTo>
                      <a:pt x="331" y="63"/>
                      <a:pt x="331" y="63"/>
                      <a:pt x="331" y="63"/>
                    </a:cubicBezTo>
                    <a:cubicBezTo>
                      <a:pt x="332" y="63"/>
                      <a:pt x="333" y="63"/>
                      <a:pt x="334" y="63"/>
                    </a:cubicBezTo>
                    <a:cubicBezTo>
                      <a:pt x="335" y="63"/>
                      <a:pt x="335" y="63"/>
                      <a:pt x="335" y="63"/>
                    </a:cubicBezTo>
                    <a:cubicBezTo>
                      <a:pt x="336" y="63"/>
                      <a:pt x="336" y="63"/>
                      <a:pt x="337" y="63"/>
                    </a:cubicBezTo>
                    <a:cubicBezTo>
                      <a:pt x="337" y="63"/>
                      <a:pt x="338" y="63"/>
                      <a:pt x="338" y="63"/>
                    </a:cubicBezTo>
                    <a:cubicBezTo>
                      <a:pt x="338" y="63"/>
                      <a:pt x="339" y="63"/>
                      <a:pt x="340" y="63"/>
                    </a:cubicBezTo>
                    <a:cubicBezTo>
                      <a:pt x="340" y="63"/>
                      <a:pt x="341" y="63"/>
                      <a:pt x="341" y="63"/>
                    </a:cubicBezTo>
                    <a:cubicBezTo>
                      <a:pt x="342" y="63"/>
                      <a:pt x="342" y="63"/>
                      <a:pt x="343" y="63"/>
                    </a:cubicBezTo>
                    <a:cubicBezTo>
                      <a:pt x="343" y="63"/>
                      <a:pt x="344" y="63"/>
                      <a:pt x="344" y="63"/>
                    </a:cubicBezTo>
                    <a:cubicBezTo>
                      <a:pt x="345" y="63"/>
                      <a:pt x="346" y="62"/>
                      <a:pt x="347" y="62"/>
                    </a:cubicBezTo>
                    <a:cubicBezTo>
                      <a:pt x="347" y="62"/>
                      <a:pt x="348" y="62"/>
                      <a:pt x="348" y="62"/>
                    </a:cubicBezTo>
                    <a:cubicBezTo>
                      <a:pt x="349" y="62"/>
                      <a:pt x="350" y="62"/>
                      <a:pt x="351" y="62"/>
                    </a:cubicBezTo>
                    <a:cubicBezTo>
                      <a:pt x="352" y="62"/>
                      <a:pt x="352" y="62"/>
                      <a:pt x="353" y="62"/>
                    </a:cubicBezTo>
                    <a:cubicBezTo>
                      <a:pt x="353" y="61"/>
                      <a:pt x="354" y="61"/>
                      <a:pt x="355" y="61"/>
                    </a:cubicBezTo>
                    <a:cubicBezTo>
                      <a:pt x="356" y="61"/>
                      <a:pt x="356" y="61"/>
                      <a:pt x="357" y="61"/>
                    </a:cubicBezTo>
                    <a:cubicBezTo>
                      <a:pt x="357" y="61"/>
                      <a:pt x="358" y="61"/>
                      <a:pt x="359" y="61"/>
                    </a:cubicBezTo>
                    <a:cubicBezTo>
                      <a:pt x="359" y="60"/>
                      <a:pt x="360" y="60"/>
                      <a:pt x="361" y="60"/>
                    </a:cubicBezTo>
                    <a:cubicBezTo>
                      <a:pt x="361" y="60"/>
                      <a:pt x="362" y="60"/>
                      <a:pt x="363" y="60"/>
                    </a:cubicBezTo>
                    <a:cubicBezTo>
                      <a:pt x="363" y="60"/>
                      <a:pt x="364" y="60"/>
                      <a:pt x="364" y="60"/>
                    </a:cubicBezTo>
                    <a:cubicBezTo>
                      <a:pt x="365" y="59"/>
                      <a:pt x="366" y="59"/>
                      <a:pt x="366" y="59"/>
                    </a:cubicBezTo>
                    <a:cubicBezTo>
                      <a:pt x="367" y="59"/>
                      <a:pt x="367" y="59"/>
                      <a:pt x="368" y="59"/>
                    </a:cubicBezTo>
                    <a:cubicBezTo>
                      <a:pt x="368" y="59"/>
                      <a:pt x="369" y="59"/>
                      <a:pt x="370" y="59"/>
                    </a:cubicBezTo>
                    <a:cubicBezTo>
                      <a:pt x="370" y="59"/>
                      <a:pt x="371" y="58"/>
                      <a:pt x="371" y="58"/>
                    </a:cubicBezTo>
                    <a:cubicBezTo>
                      <a:pt x="372" y="58"/>
                      <a:pt x="372" y="58"/>
                      <a:pt x="373" y="58"/>
                    </a:cubicBezTo>
                    <a:cubicBezTo>
                      <a:pt x="373" y="58"/>
                      <a:pt x="374" y="58"/>
                      <a:pt x="374" y="58"/>
                    </a:cubicBezTo>
                    <a:cubicBezTo>
                      <a:pt x="375" y="58"/>
                      <a:pt x="375" y="58"/>
                      <a:pt x="376" y="57"/>
                    </a:cubicBezTo>
                    <a:cubicBezTo>
                      <a:pt x="376" y="57"/>
                      <a:pt x="376" y="57"/>
                      <a:pt x="377" y="57"/>
                    </a:cubicBezTo>
                    <a:cubicBezTo>
                      <a:pt x="377" y="57"/>
                      <a:pt x="378" y="57"/>
                      <a:pt x="378" y="57"/>
                    </a:cubicBezTo>
                    <a:cubicBezTo>
                      <a:pt x="378" y="57"/>
                      <a:pt x="379" y="57"/>
                      <a:pt x="379" y="57"/>
                    </a:cubicBezTo>
                    <a:cubicBezTo>
                      <a:pt x="380" y="56"/>
                      <a:pt x="380" y="56"/>
                      <a:pt x="381" y="56"/>
                    </a:cubicBezTo>
                    <a:cubicBezTo>
                      <a:pt x="393" y="53"/>
                      <a:pt x="405" y="52"/>
                      <a:pt x="422" y="51"/>
                    </a:cubicBezTo>
                    <a:cubicBezTo>
                      <a:pt x="456" y="49"/>
                      <a:pt x="470" y="59"/>
                      <a:pt x="500" y="69"/>
                    </a:cubicBezTo>
                    <a:cubicBezTo>
                      <a:pt x="530" y="79"/>
                      <a:pt x="534" y="83"/>
                      <a:pt x="560" y="93"/>
                    </a:cubicBezTo>
                    <a:cubicBezTo>
                      <a:pt x="561" y="94"/>
                      <a:pt x="563" y="95"/>
                      <a:pt x="564" y="95"/>
                    </a:cubicBezTo>
                    <a:cubicBezTo>
                      <a:pt x="565" y="95"/>
                      <a:pt x="565" y="96"/>
                      <a:pt x="566" y="96"/>
                    </a:cubicBezTo>
                    <a:cubicBezTo>
                      <a:pt x="567" y="96"/>
                      <a:pt x="568" y="97"/>
                      <a:pt x="569" y="97"/>
                    </a:cubicBezTo>
                    <a:cubicBezTo>
                      <a:pt x="570" y="97"/>
                      <a:pt x="570" y="98"/>
                      <a:pt x="571" y="98"/>
                    </a:cubicBezTo>
                    <a:cubicBezTo>
                      <a:pt x="572" y="98"/>
                      <a:pt x="573" y="99"/>
                      <a:pt x="573" y="99"/>
                    </a:cubicBezTo>
                    <a:cubicBezTo>
                      <a:pt x="574" y="99"/>
                      <a:pt x="575" y="100"/>
                      <a:pt x="576" y="100"/>
                    </a:cubicBezTo>
                    <a:cubicBezTo>
                      <a:pt x="576" y="100"/>
                      <a:pt x="577" y="101"/>
                      <a:pt x="578" y="101"/>
                    </a:cubicBezTo>
                    <a:cubicBezTo>
                      <a:pt x="579" y="101"/>
                      <a:pt x="579" y="102"/>
                      <a:pt x="580" y="102"/>
                    </a:cubicBezTo>
                    <a:cubicBezTo>
                      <a:pt x="581" y="102"/>
                      <a:pt x="582" y="103"/>
                      <a:pt x="582" y="103"/>
                    </a:cubicBezTo>
                    <a:cubicBezTo>
                      <a:pt x="583" y="103"/>
                      <a:pt x="584" y="104"/>
                      <a:pt x="585" y="104"/>
                    </a:cubicBezTo>
                    <a:cubicBezTo>
                      <a:pt x="585" y="104"/>
                      <a:pt x="586" y="105"/>
                      <a:pt x="587" y="105"/>
                    </a:cubicBezTo>
                    <a:cubicBezTo>
                      <a:pt x="587" y="105"/>
                      <a:pt x="588" y="106"/>
                      <a:pt x="589" y="106"/>
                    </a:cubicBezTo>
                    <a:cubicBezTo>
                      <a:pt x="590" y="106"/>
                      <a:pt x="590" y="106"/>
                      <a:pt x="591" y="107"/>
                    </a:cubicBezTo>
                    <a:cubicBezTo>
                      <a:pt x="592" y="107"/>
                      <a:pt x="592" y="108"/>
                      <a:pt x="593" y="108"/>
                    </a:cubicBezTo>
                    <a:cubicBezTo>
                      <a:pt x="594" y="108"/>
                      <a:pt x="594" y="108"/>
                      <a:pt x="594" y="108"/>
                    </a:cubicBezTo>
                    <a:cubicBezTo>
                      <a:pt x="597" y="110"/>
                      <a:pt x="600" y="111"/>
                      <a:pt x="603" y="112"/>
                    </a:cubicBezTo>
                    <a:cubicBezTo>
                      <a:pt x="603" y="112"/>
                      <a:pt x="603" y="112"/>
                      <a:pt x="603" y="113"/>
                    </a:cubicBezTo>
                    <a:cubicBezTo>
                      <a:pt x="604" y="113"/>
                      <a:pt x="605" y="113"/>
                      <a:pt x="606" y="114"/>
                    </a:cubicBezTo>
                    <a:cubicBezTo>
                      <a:pt x="606" y="114"/>
                      <a:pt x="606" y="114"/>
                      <a:pt x="607" y="114"/>
                    </a:cubicBezTo>
                    <a:cubicBezTo>
                      <a:pt x="607" y="114"/>
                      <a:pt x="608" y="115"/>
                      <a:pt x="609" y="115"/>
                    </a:cubicBezTo>
                    <a:cubicBezTo>
                      <a:pt x="609" y="115"/>
                      <a:pt x="609" y="115"/>
                      <a:pt x="609" y="115"/>
                    </a:cubicBezTo>
                    <a:cubicBezTo>
                      <a:pt x="610" y="116"/>
                      <a:pt x="611" y="116"/>
                      <a:pt x="611" y="116"/>
                    </a:cubicBezTo>
                    <a:cubicBezTo>
                      <a:pt x="611" y="116"/>
                      <a:pt x="612" y="116"/>
                      <a:pt x="612" y="116"/>
                    </a:cubicBezTo>
                    <a:cubicBezTo>
                      <a:pt x="613" y="117"/>
                      <a:pt x="613" y="117"/>
                      <a:pt x="614" y="117"/>
                    </a:cubicBezTo>
                    <a:cubicBezTo>
                      <a:pt x="614" y="117"/>
                      <a:pt x="614" y="117"/>
                      <a:pt x="614" y="117"/>
                    </a:cubicBezTo>
                    <a:cubicBezTo>
                      <a:pt x="615" y="118"/>
                      <a:pt x="615" y="118"/>
                      <a:pt x="616" y="118"/>
                    </a:cubicBezTo>
                    <a:cubicBezTo>
                      <a:pt x="618" y="119"/>
                      <a:pt x="619" y="120"/>
                      <a:pt x="621" y="121"/>
                    </a:cubicBezTo>
                    <a:cubicBezTo>
                      <a:pt x="627" y="125"/>
                      <a:pt x="631" y="128"/>
                      <a:pt x="653" y="134"/>
                    </a:cubicBezTo>
                    <a:cubicBezTo>
                      <a:pt x="800" y="162"/>
                      <a:pt x="987" y="196"/>
                      <a:pt x="1021" y="203"/>
                    </a:cubicBezTo>
                    <a:cubicBezTo>
                      <a:pt x="1079" y="213"/>
                      <a:pt x="1125" y="220"/>
                      <a:pt x="1138" y="222"/>
                    </a:cubicBezTo>
                    <a:cubicBezTo>
                      <a:pt x="1137" y="224"/>
                      <a:pt x="1137" y="224"/>
                      <a:pt x="1137" y="224"/>
                    </a:cubicBezTo>
                    <a:cubicBezTo>
                      <a:pt x="1145" y="214"/>
                      <a:pt x="1145" y="214"/>
                      <a:pt x="1145" y="214"/>
                    </a:cubicBezTo>
                    <a:cubicBezTo>
                      <a:pt x="1145" y="214"/>
                      <a:pt x="1145" y="214"/>
                      <a:pt x="1145" y="214"/>
                    </a:cubicBezTo>
                    <a:lnTo>
                      <a:pt x="865" y="16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7" name="Freeform 199">
                <a:extLst>
                  <a:ext uri="{FF2B5EF4-FFF2-40B4-BE49-F238E27FC236}">
                    <a16:creationId xmlns:a16="http://schemas.microsoft.com/office/drawing/2014/main" id="{5E73FF9F-1DE8-4ABD-AEE4-E04D5ECB4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784"/>
                <a:ext cx="1839" cy="383"/>
              </a:xfrm>
              <a:custGeom>
                <a:avLst/>
                <a:gdLst>
                  <a:gd name="T0" fmla="*/ 4768 w 1142"/>
                  <a:gd name="T1" fmla="*/ 1073 h 223"/>
                  <a:gd name="T2" fmla="*/ 4269 w 1142"/>
                  <a:gd name="T3" fmla="*/ 974 h 223"/>
                  <a:gd name="T4" fmla="*/ 4248 w 1142"/>
                  <a:gd name="T5" fmla="*/ 967 h 223"/>
                  <a:gd name="T6" fmla="*/ 4227 w 1142"/>
                  <a:gd name="T7" fmla="*/ 962 h 223"/>
                  <a:gd name="T8" fmla="*/ 4206 w 1142"/>
                  <a:gd name="T9" fmla="*/ 958 h 223"/>
                  <a:gd name="T10" fmla="*/ 4176 w 1142"/>
                  <a:gd name="T11" fmla="*/ 953 h 223"/>
                  <a:gd name="T12" fmla="*/ 4151 w 1142"/>
                  <a:gd name="T13" fmla="*/ 946 h 223"/>
                  <a:gd name="T14" fmla="*/ 4118 w 1142"/>
                  <a:gd name="T15" fmla="*/ 938 h 223"/>
                  <a:gd name="T16" fmla="*/ 4079 w 1142"/>
                  <a:gd name="T17" fmla="*/ 933 h 223"/>
                  <a:gd name="T18" fmla="*/ 4035 w 1142"/>
                  <a:gd name="T19" fmla="*/ 924 h 223"/>
                  <a:gd name="T20" fmla="*/ 3990 w 1142"/>
                  <a:gd name="T21" fmla="*/ 912 h 223"/>
                  <a:gd name="T22" fmla="*/ 3942 w 1142"/>
                  <a:gd name="T23" fmla="*/ 903 h 223"/>
                  <a:gd name="T24" fmla="*/ 3174 w 1142"/>
                  <a:gd name="T25" fmla="*/ 726 h 223"/>
                  <a:gd name="T26" fmla="*/ 2860 w 1142"/>
                  <a:gd name="T27" fmla="*/ 658 h 223"/>
                  <a:gd name="T28" fmla="*/ 2609 w 1142"/>
                  <a:gd name="T29" fmla="*/ 563 h 223"/>
                  <a:gd name="T30" fmla="*/ 2580 w 1142"/>
                  <a:gd name="T31" fmla="*/ 543 h 223"/>
                  <a:gd name="T32" fmla="*/ 2572 w 1142"/>
                  <a:gd name="T33" fmla="*/ 538 h 223"/>
                  <a:gd name="T34" fmla="*/ 2559 w 1142"/>
                  <a:gd name="T35" fmla="*/ 531 h 223"/>
                  <a:gd name="T36" fmla="*/ 2552 w 1142"/>
                  <a:gd name="T37" fmla="*/ 527 h 223"/>
                  <a:gd name="T38" fmla="*/ 2533 w 1142"/>
                  <a:gd name="T39" fmla="*/ 522 h 223"/>
                  <a:gd name="T40" fmla="*/ 2498 w 1142"/>
                  <a:gd name="T41" fmla="*/ 496 h 223"/>
                  <a:gd name="T42" fmla="*/ 2485 w 1142"/>
                  <a:gd name="T43" fmla="*/ 493 h 223"/>
                  <a:gd name="T44" fmla="*/ 2469 w 1142"/>
                  <a:gd name="T45" fmla="*/ 481 h 223"/>
                  <a:gd name="T46" fmla="*/ 2448 w 1142"/>
                  <a:gd name="T47" fmla="*/ 472 h 223"/>
                  <a:gd name="T48" fmla="*/ 2430 w 1142"/>
                  <a:gd name="T49" fmla="*/ 460 h 223"/>
                  <a:gd name="T50" fmla="*/ 2409 w 1142"/>
                  <a:gd name="T51" fmla="*/ 452 h 223"/>
                  <a:gd name="T52" fmla="*/ 2393 w 1142"/>
                  <a:gd name="T53" fmla="*/ 440 h 223"/>
                  <a:gd name="T54" fmla="*/ 2372 w 1142"/>
                  <a:gd name="T55" fmla="*/ 431 h 223"/>
                  <a:gd name="T56" fmla="*/ 2106 w 1142"/>
                  <a:gd name="T57" fmla="*/ 297 h 223"/>
                  <a:gd name="T58" fmla="*/ 1607 w 1142"/>
                  <a:gd name="T59" fmla="*/ 234 h 223"/>
                  <a:gd name="T60" fmla="*/ 1594 w 1142"/>
                  <a:gd name="T61" fmla="*/ 239 h 223"/>
                  <a:gd name="T62" fmla="*/ 1588 w 1142"/>
                  <a:gd name="T63" fmla="*/ 239 h 223"/>
                  <a:gd name="T64" fmla="*/ 1573 w 1142"/>
                  <a:gd name="T65" fmla="*/ 242 h 223"/>
                  <a:gd name="T66" fmla="*/ 1560 w 1142"/>
                  <a:gd name="T67" fmla="*/ 247 h 223"/>
                  <a:gd name="T68" fmla="*/ 1546 w 1142"/>
                  <a:gd name="T69" fmla="*/ 247 h 223"/>
                  <a:gd name="T70" fmla="*/ 1533 w 1142"/>
                  <a:gd name="T71" fmla="*/ 254 h 223"/>
                  <a:gd name="T72" fmla="*/ 1517 w 1142"/>
                  <a:gd name="T73" fmla="*/ 259 h 223"/>
                  <a:gd name="T74" fmla="*/ 1499 w 1142"/>
                  <a:gd name="T75" fmla="*/ 259 h 223"/>
                  <a:gd name="T76" fmla="*/ 1483 w 1142"/>
                  <a:gd name="T77" fmla="*/ 263 h 223"/>
                  <a:gd name="T78" fmla="*/ 1465 w 1142"/>
                  <a:gd name="T79" fmla="*/ 263 h 223"/>
                  <a:gd name="T80" fmla="*/ 1449 w 1142"/>
                  <a:gd name="T81" fmla="*/ 268 h 223"/>
                  <a:gd name="T82" fmla="*/ 1436 w 1142"/>
                  <a:gd name="T83" fmla="*/ 268 h 223"/>
                  <a:gd name="T84" fmla="*/ 1424 w 1142"/>
                  <a:gd name="T85" fmla="*/ 268 h 223"/>
                  <a:gd name="T86" fmla="*/ 1411 w 1142"/>
                  <a:gd name="T87" fmla="*/ 268 h 223"/>
                  <a:gd name="T88" fmla="*/ 1398 w 1142"/>
                  <a:gd name="T89" fmla="*/ 268 h 223"/>
                  <a:gd name="T90" fmla="*/ 1327 w 1142"/>
                  <a:gd name="T91" fmla="*/ 283 h 223"/>
                  <a:gd name="T92" fmla="*/ 1266 w 1142"/>
                  <a:gd name="T93" fmla="*/ 289 h 223"/>
                  <a:gd name="T94" fmla="*/ 1253 w 1142"/>
                  <a:gd name="T95" fmla="*/ 289 h 223"/>
                  <a:gd name="T96" fmla="*/ 1227 w 1142"/>
                  <a:gd name="T97" fmla="*/ 283 h 223"/>
                  <a:gd name="T98" fmla="*/ 1087 w 1142"/>
                  <a:gd name="T99" fmla="*/ 247 h 223"/>
                  <a:gd name="T100" fmla="*/ 101 w 1142"/>
                  <a:gd name="T101" fmla="*/ 21 h 223"/>
                  <a:gd name="T102" fmla="*/ 16 w 1142"/>
                  <a:gd name="T103" fmla="*/ 0 h 223"/>
                  <a:gd name="T104" fmla="*/ 13 w 1142"/>
                  <a:gd name="T105" fmla="*/ 0 h 223"/>
                  <a:gd name="T106" fmla="*/ 1198 w 1142"/>
                  <a:gd name="T107" fmla="*/ 333 h 223"/>
                  <a:gd name="T108" fmla="*/ 2332 w 1142"/>
                  <a:gd name="T109" fmla="*/ 608 h 223"/>
                  <a:gd name="T110" fmla="*/ 4741 w 1142"/>
                  <a:gd name="T111" fmla="*/ 1130 h 22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42" h="223">
                    <a:moveTo>
                      <a:pt x="1141" y="214"/>
                    </a:moveTo>
                    <a:cubicBezTo>
                      <a:pt x="1142" y="212"/>
                      <a:pt x="1142" y="212"/>
                      <a:pt x="1142" y="212"/>
                    </a:cubicBezTo>
                    <a:cubicBezTo>
                      <a:pt x="1129" y="210"/>
                      <a:pt x="1083" y="203"/>
                      <a:pt x="1025" y="193"/>
                    </a:cubicBezTo>
                    <a:cubicBezTo>
                      <a:pt x="1024" y="193"/>
                      <a:pt x="1023" y="192"/>
                      <a:pt x="1022" y="192"/>
                    </a:cubicBezTo>
                    <a:cubicBezTo>
                      <a:pt x="1021" y="192"/>
                      <a:pt x="1021" y="192"/>
                      <a:pt x="1020" y="192"/>
                    </a:cubicBezTo>
                    <a:cubicBezTo>
                      <a:pt x="1019" y="192"/>
                      <a:pt x="1018" y="192"/>
                      <a:pt x="1017" y="191"/>
                    </a:cubicBezTo>
                    <a:cubicBezTo>
                      <a:pt x="1017" y="191"/>
                      <a:pt x="1016" y="191"/>
                      <a:pt x="1015" y="191"/>
                    </a:cubicBezTo>
                    <a:cubicBezTo>
                      <a:pt x="1014" y="191"/>
                      <a:pt x="1013" y="191"/>
                      <a:pt x="1012" y="190"/>
                    </a:cubicBezTo>
                    <a:cubicBezTo>
                      <a:pt x="1011" y="190"/>
                      <a:pt x="1010" y="190"/>
                      <a:pt x="1009" y="190"/>
                    </a:cubicBezTo>
                    <a:cubicBezTo>
                      <a:pt x="1008" y="190"/>
                      <a:pt x="1007" y="190"/>
                      <a:pt x="1007" y="189"/>
                    </a:cubicBezTo>
                    <a:cubicBezTo>
                      <a:pt x="1005" y="189"/>
                      <a:pt x="1004" y="189"/>
                      <a:pt x="1003" y="189"/>
                    </a:cubicBezTo>
                    <a:cubicBezTo>
                      <a:pt x="1002" y="188"/>
                      <a:pt x="1001" y="188"/>
                      <a:pt x="1000" y="188"/>
                    </a:cubicBezTo>
                    <a:cubicBezTo>
                      <a:pt x="998" y="188"/>
                      <a:pt x="997" y="188"/>
                      <a:pt x="995" y="187"/>
                    </a:cubicBezTo>
                    <a:cubicBezTo>
                      <a:pt x="995" y="187"/>
                      <a:pt x="994" y="187"/>
                      <a:pt x="994" y="187"/>
                    </a:cubicBezTo>
                    <a:cubicBezTo>
                      <a:pt x="992" y="187"/>
                      <a:pt x="990" y="186"/>
                      <a:pt x="987" y="186"/>
                    </a:cubicBezTo>
                    <a:cubicBezTo>
                      <a:pt x="987" y="186"/>
                      <a:pt x="986" y="186"/>
                      <a:pt x="986" y="185"/>
                    </a:cubicBezTo>
                    <a:cubicBezTo>
                      <a:pt x="984" y="185"/>
                      <a:pt x="982" y="185"/>
                      <a:pt x="980" y="184"/>
                    </a:cubicBezTo>
                    <a:cubicBezTo>
                      <a:pt x="979" y="184"/>
                      <a:pt x="978" y="184"/>
                      <a:pt x="977" y="184"/>
                    </a:cubicBezTo>
                    <a:cubicBezTo>
                      <a:pt x="975" y="184"/>
                      <a:pt x="974" y="183"/>
                      <a:pt x="972" y="183"/>
                    </a:cubicBezTo>
                    <a:cubicBezTo>
                      <a:pt x="970" y="182"/>
                      <a:pt x="968" y="182"/>
                      <a:pt x="966" y="182"/>
                    </a:cubicBezTo>
                    <a:cubicBezTo>
                      <a:pt x="965" y="182"/>
                      <a:pt x="964" y="181"/>
                      <a:pt x="963" y="181"/>
                    </a:cubicBezTo>
                    <a:cubicBezTo>
                      <a:pt x="961" y="181"/>
                      <a:pt x="959" y="180"/>
                      <a:pt x="956" y="180"/>
                    </a:cubicBezTo>
                    <a:cubicBezTo>
                      <a:pt x="955" y="180"/>
                      <a:pt x="954" y="180"/>
                      <a:pt x="953" y="179"/>
                    </a:cubicBezTo>
                    <a:cubicBezTo>
                      <a:pt x="950" y="179"/>
                      <a:pt x="947" y="178"/>
                      <a:pt x="944" y="178"/>
                    </a:cubicBezTo>
                    <a:cubicBezTo>
                      <a:pt x="944" y="178"/>
                      <a:pt x="944" y="178"/>
                      <a:pt x="944" y="178"/>
                    </a:cubicBezTo>
                    <a:cubicBezTo>
                      <a:pt x="894" y="168"/>
                      <a:pt x="827" y="156"/>
                      <a:pt x="760" y="143"/>
                    </a:cubicBezTo>
                    <a:cubicBezTo>
                      <a:pt x="735" y="139"/>
                      <a:pt x="710" y="134"/>
                      <a:pt x="685" y="130"/>
                    </a:cubicBezTo>
                    <a:cubicBezTo>
                      <a:pt x="685" y="130"/>
                      <a:pt x="685" y="130"/>
                      <a:pt x="685" y="130"/>
                    </a:cubicBezTo>
                    <a:cubicBezTo>
                      <a:pt x="676" y="128"/>
                      <a:pt x="666" y="126"/>
                      <a:pt x="657" y="124"/>
                    </a:cubicBezTo>
                    <a:cubicBezTo>
                      <a:pt x="635" y="118"/>
                      <a:pt x="631" y="115"/>
                      <a:pt x="625" y="111"/>
                    </a:cubicBezTo>
                    <a:cubicBezTo>
                      <a:pt x="623" y="110"/>
                      <a:pt x="622" y="109"/>
                      <a:pt x="620" y="108"/>
                    </a:cubicBezTo>
                    <a:cubicBezTo>
                      <a:pt x="619" y="108"/>
                      <a:pt x="619" y="108"/>
                      <a:pt x="618" y="107"/>
                    </a:cubicBezTo>
                    <a:cubicBezTo>
                      <a:pt x="618" y="107"/>
                      <a:pt x="618" y="107"/>
                      <a:pt x="618" y="107"/>
                    </a:cubicBezTo>
                    <a:cubicBezTo>
                      <a:pt x="617" y="107"/>
                      <a:pt x="617" y="107"/>
                      <a:pt x="616" y="106"/>
                    </a:cubicBezTo>
                    <a:cubicBezTo>
                      <a:pt x="616" y="106"/>
                      <a:pt x="615" y="106"/>
                      <a:pt x="615" y="106"/>
                    </a:cubicBezTo>
                    <a:cubicBezTo>
                      <a:pt x="615" y="106"/>
                      <a:pt x="614" y="106"/>
                      <a:pt x="613" y="105"/>
                    </a:cubicBezTo>
                    <a:cubicBezTo>
                      <a:pt x="613" y="105"/>
                      <a:pt x="613" y="105"/>
                      <a:pt x="613" y="105"/>
                    </a:cubicBezTo>
                    <a:cubicBezTo>
                      <a:pt x="612" y="105"/>
                      <a:pt x="611" y="104"/>
                      <a:pt x="611" y="104"/>
                    </a:cubicBezTo>
                    <a:cubicBezTo>
                      <a:pt x="610" y="104"/>
                      <a:pt x="610" y="104"/>
                      <a:pt x="610" y="104"/>
                    </a:cubicBezTo>
                    <a:cubicBezTo>
                      <a:pt x="609" y="103"/>
                      <a:pt x="608" y="103"/>
                      <a:pt x="607" y="103"/>
                    </a:cubicBezTo>
                    <a:cubicBezTo>
                      <a:pt x="607" y="102"/>
                      <a:pt x="607" y="102"/>
                      <a:pt x="607" y="102"/>
                    </a:cubicBezTo>
                    <a:cubicBezTo>
                      <a:pt x="604" y="101"/>
                      <a:pt x="601" y="100"/>
                      <a:pt x="598" y="98"/>
                    </a:cubicBezTo>
                    <a:cubicBezTo>
                      <a:pt x="598" y="98"/>
                      <a:pt x="598" y="98"/>
                      <a:pt x="597" y="98"/>
                    </a:cubicBezTo>
                    <a:cubicBezTo>
                      <a:pt x="596" y="98"/>
                      <a:pt x="596" y="97"/>
                      <a:pt x="595" y="97"/>
                    </a:cubicBezTo>
                    <a:cubicBezTo>
                      <a:pt x="594" y="96"/>
                      <a:pt x="594" y="96"/>
                      <a:pt x="593" y="96"/>
                    </a:cubicBezTo>
                    <a:cubicBezTo>
                      <a:pt x="592" y="96"/>
                      <a:pt x="591" y="95"/>
                      <a:pt x="591" y="95"/>
                    </a:cubicBezTo>
                    <a:cubicBezTo>
                      <a:pt x="590" y="95"/>
                      <a:pt x="589" y="94"/>
                      <a:pt x="589" y="94"/>
                    </a:cubicBezTo>
                    <a:cubicBezTo>
                      <a:pt x="588" y="94"/>
                      <a:pt x="587" y="93"/>
                      <a:pt x="586" y="93"/>
                    </a:cubicBezTo>
                    <a:cubicBezTo>
                      <a:pt x="586" y="93"/>
                      <a:pt x="585" y="92"/>
                      <a:pt x="584" y="92"/>
                    </a:cubicBezTo>
                    <a:cubicBezTo>
                      <a:pt x="583" y="92"/>
                      <a:pt x="583" y="91"/>
                      <a:pt x="582" y="91"/>
                    </a:cubicBezTo>
                    <a:cubicBezTo>
                      <a:pt x="581" y="91"/>
                      <a:pt x="580" y="90"/>
                      <a:pt x="580" y="90"/>
                    </a:cubicBezTo>
                    <a:cubicBezTo>
                      <a:pt x="579" y="90"/>
                      <a:pt x="578" y="89"/>
                      <a:pt x="577" y="89"/>
                    </a:cubicBezTo>
                    <a:cubicBezTo>
                      <a:pt x="577" y="89"/>
                      <a:pt x="576" y="88"/>
                      <a:pt x="575" y="88"/>
                    </a:cubicBezTo>
                    <a:cubicBezTo>
                      <a:pt x="574" y="88"/>
                      <a:pt x="574" y="87"/>
                      <a:pt x="573" y="87"/>
                    </a:cubicBezTo>
                    <a:cubicBezTo>
                      <a:pt x="572" y="87"/>
                      <a:pt x="571" y="86"/>
                      <a:pt x="570" y="86"/>
                    </a:cubicBezTo>
                    <a:cubicBezTo>
                      <a:pt x="569" y="86"/>
                      <a:pt x="569" y="85"/>
                      <a:pt x="568" y="85"/>
                    </a:cubicBezTo>
                    <a:cubicBezTo>
                      <a:pt x="567" y="85"/>
                      <a:pt x="565" y="84"/>
                      <a:pt x="564" y="83"/>
                    </a:cubicBezTo>
                    <a:cubicBezTo>
                      <a:pt x="538" y="73"/>
                      <a:pt x="534" y="69"/>
                      <a:pt x="504" y="59"/>
                    </a:cubicBezTo>
                    <a:cubicBezTo>
                      <a:pt x="474" y="49"/>
                      <a:pt x="460" y="39"/>
                      <a:pt x="426" y="41"/>
                    </a:cubicBezTo>
                    <a:cubicBezTo>
                      <a:pt x="409" y="42"/>
                      <a:pt x="397" y="43"/>
                      <a:pt x="385" y="46"/>
                    </a:cubicBezTo>
                    <a:cubicBezTo>
                      <a:pt x="384" y="46"/>
                      <a:pt x="384" y="46"/>
                      <a:pt x="383" y="47"/>
                    </a:cubicBezTo>
                    <a:cubicBezTo>
                      <a:pt x="383" y="47"/>
                      <a:pt x="382" y="47"/>
                      <a:pt x="382" y="47"/>
                    </a:cubicBezTo>
                    <a:cubicBezTo>
                      <a:pt x="382" y="47"/>
                      <a:pt x="381" y="47"/>
                      <a:pt x="381" y="47"/>
                    </a:cubicBezTo>
                    <a:cubicBezTo>
                      <a:pt x="380" y="47"/>
                      <a:pt x="380" y="47"/>
                      <a:pt x="380" y="47"/>
                    </a:cubicBezTo>
                    <a:cubicBezTo>
                      <a:pt x="379" y="48"/>
                      <a:pt x="379" y="48"/>
                      <a:pt x="378" y="48"/>
                    </a:cubicBezTo>
                    <a:cubicBezTo>
                      <a:pt x="378" y="48"/>
                      <a:pt x="377" y="48"/>
                      <a:pt x="377" y="48"/>
                    </a:cubicBezTo>
                    <a:cubicBezTo>
                      <a:pt x="376" y="48"/>
                      <a:pt x="376" y="48"/>
                      <a:pt x="375" y="48"/>
                    </a:cubicBezTo>
                    <a:cubicBezTo>
                      <a:pt x="375" y="48"/>
                      <a:pt x="374" y="49"/>
                      <a:pt x="374" y="49"/>
                    </a:cubicBezTo>
                    <a:cubicBezTo>
                      <a:pt x="373" y="49"/>
                      <a:pt x="372" y="49"/>
                      <a:pt x="372" y="49"/>
                    </a:cubicBezTo>
                    <a:cubicBezTo>
                      <a:pt x="371" y="49"/>
                      <a:pt x="371" y="49"/>
                      <a:pt x="370" y="49"/>
                    </a:cubicBezTo>
                    <a:cubicBezTo>
                      <a:pt x="370" y="49"/>
                      <a:pt x="369" y="49"/>
                      <a:pt x="368" y="50"/>
                    </a:cubicBezTo>
                    <a:cubicBezTo>
                      <a:pt x="368" y="50"/>
                      <a:pt x="367" y="50"/>
                      <a:pt x="367" y="50"/>
                    </a:cubicBezTo>
                    <a:cubicBezTo>
                      <a:pt x="366" y="50"/>
                      <a:pt x="365" y="50"/>
                      <a:pt x="365" y="50"/>
                    </a:cubicBezTo>
                    <a:cubicBezTo>
                      <a:pt x="364" y="50"/>
                      <a:pt x="363" y="50"/>
                      <a:pt x="363" y="51"/>
                    </a:cubicBezTo>
                    <a:cubicBezTo>
                      <a:pt x="362" y="51"/>
                      <a:pt x="361" y="51"/>
                      <a:pt x="361" y="51"/>
                    </a:cubicBezTo>
                    <a:cubicBezTo>
                      <a:pt x="360" y="51"/>
                      <a:pt x="360" y="51"/>
                      <a:pt x="359" y="51"/>
                    </a:cubicBezTo>
                    <a:cubicBezTo>
                      <a:pt x="358" y="51"/>
                      <a:pt x="357" y="51"/>
                      <a:pt x="357" y="52"/>
                    </a:cubicBezTo>
                    <a:cubicBezTo>
                      <a:pt x="356" y="52"/>
                      <a:pt x="356" y="52"/>
                      <a:pt x="355" y="52"/>
                    </a:cubicBezTo>
                    <a:cubicBezTo>
                      <a:pt x="354" y="52"/>
                      <a:pt x="353" y="52"/>
                      <a:pt x="352" y="52"/>
                    </a:cubicBezTo>
                    <a:cubicBezTo>
                      <a:pt x="352" y="52"/>
                      <a:pt x="351" y="52"/>
                      <a:pt x="351" y="52"/>
                    </a:cubicBezTo>
                    <a:cubicBezTo>
                      <a:pt x="350" y="52"/>
                      <a:pt x="349" y="53"/>
                      <a:pt x="348" y="53"/>
                    </a:cubicBezTo>
                    <a:cubicBezTo>
                      <a:pt x="348" y="53"/>
                      <a:pt x="347" y="53"/>
                      <a:pt x="347" y="53"/>
                    </a:cubicBezTo>
                    <a:cubicBezTo>
                      <a:pt x="346" y="53"/>
                      <a:pt x="346" y="53"/>
                      <a:pt x="345" y="53"/>
                    </a:cubicBezTo>
                    <a:cubicBezTo>
                      <a:pt x="345" y="53"/>
                      <a:pt x="344" y="53"/>
                      <a:pt x="344" y="53"/>
                    </a:cubicBezTo>
                    <a:cubicBezTo>
                      <a:pt x="343" y="53"/>
                      <a:pt x="342" y="53"/>
                      <a:pt x="342" y="53"/>
                    </a:cubicBezTo>
                    <a:cubicBezTo>
                      <a:pt x="342" y="53"/>
                      <a:pt x="341" y="53"/>
                      <a:pt x="341" y="53"/>
                    </a:cubicBezTo>
                    <a:cubicBezTo>
                      <a:pt x="340" y="53"/>
                      <a:pt x="340" y="53"/>
                      <a:pt x="339" y="53"/>
                    </a:cubicBezTo>
                    <a:cubicBezTo>
                      <a:pt x="339" y="53"/>
                      <a:pt x="339" y="53"/>
                      <a:pt x="338" y="53"/>
                    </a:cubicBezTo>
                    <a:cubicBezTo>
                      <a:pt x="337" y="53"/>
                      <a:pt x="336" y="53"/>
                      <a:pt x="335" y="53"/>
                    </a:cubicBezTo>
                    <a:cubicBezTo>
                      <a:pt x="335" y="53"/>
                      <a:pt x="335" y="53"/>
                      <a:pt x="335" y="53"/>
                    </a:cubicBezTo>
                    <a:cubicBezTo>
                      <a:pt x="335" y="53"/>
                      <a:pt x="336" y="53"/>
                      <a:pt x="337" y="54"/>
                    </a:cubicBezTo>
                    <a:cubicBezTo>
                      <a:pt x="330" y="54"/>
                      <a:pt x="323" y="55"/>
                      <a:pt x="318" y="56"/>
                    </a:cubicBezTo>
                    <a:cubicBezTo>
                      <a:pt x="314" y="56"/>
                      <a:pt x="311" y="56"/>
                      <a:pt x="308" y="56"/>
                    </a:cubicBezTo>
                    <a:cubicBezTo>
                      <a:pt x="306" y="57"/>
                      <a:pt x="305" y="57"/>
                      <a:pt x="303" y="57"/>
                    </a:cubicBezTo>
                    <a:cubicBezTo>
                      <a:pt x="303" y="57"/>
                      <a:pt x="301" y="57"/>
                      <a:pt x="300" y="57"/>
                    </a:cubicBezTo>
                    <a:cubicBezTo>
                      <a:pt x="300" y="57"/>
                      <a:pt x="300" y="57"/>
                      <a:pt x="300" y="57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60" y="49"/>
                      <a:pt x="260" y="49"/>
                      <a:pt x="260" y="49"/>
                    </a:cubicBezTo>
                    <a:cubicBezTo>
                      <a:pt x="260" y="49"/>
                      <a:pt x="260" y="49"/>
                      <a:pt x="260" y="49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87" y="17"/>
                      <a:pt x="47" y="9"/>
                      <a:pt x="24" y="4"/>
                    </a:cubicBezTo>
                    <a:cubicBezTo>
                      <a:pt x="14" y="2"/>
                      <a:pt x="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9" y="12"/>
                      <a:pt x="287" y="66"/>
                      <a:pt x="287" y="66"/>
                    </a:cubicBezTo>
                    <a:cubicBezTo>
                      <a:pt x="354" y="79"/>
                      <a:pt x="423" y="99"/>
                      <a:pt x="479" y="109"/>
                    </a:cubicBezTo>
                    <a:cubicBezTo>
                      <a:pt x="502" y="114"/>
                      <a:pt x="538" y="117"/>
                      <a:pt x="558" y="120"/>
                    </a:cubicBezTo>
                    <a:cubicBezTo>
                      <a:pt x="654" y="139"/>
                      <a:pt x="854" y="175"/>
                      <a:pt x="938" y="189"/>
                    </a:cubicBezTo>
                    <a:cubicBezTo>
                      <a:pt x="1026" y="205"/>
                      <a:pt x="1110" y="219"/>
                      <a:pt x="1135" y="223"/>
                    </a:cubicBezTo>
                    <a:cubicBezTo>
                      <a:pt x="1141" y="214"/>
                      <a:pt x="1141" y="214"/>
                      <a:pt x="1141" y="214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8" name="Freeform 200">
                <a:extLst>
                  <a:ext uri="{FF2B5EF4-FFF2-40B4-BE49-F238E27FC236}">
                    <a16:creationId xmlns:a16="http://schemas.microsoft.com/office/drawing/2014/main" id="{81FEE4F2-A236-4665-9CC1-0FEA1A82F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784"/>
                <a:ext cx="1839" cy="383"/>
              </a:xfrm>
              <a:custGeom>
                <a:avLst/>
                <a:gdLst>
                  <a:gd name="T0" fmla="*/ 4768 w 1142"/>
                  <a:gd name="T1" fmla="*/ 1073 h 223"/>
                  <a:gd name="T2" fmla="*/ 4269 w 1142"/>
                  <a:gd name="T3" fmla="*/ 974 h 223"/>
                  <a:gd name="T4" fmla="*/ 4248 w 1142"/>
                  <a:gd name="T5" fmla="*/ 967 h 223"/>
                  <a:gd name="T6" fmla="*/ 4227 w 1142"/>
                  <a:gd name="T7" fmla="*/ 962 h 223"/>
                  <a:gd name="T8" fmla="*/ 4206 w 1142"/>
                  <a:gd name="T9" fmla="*/ 958 h 223"/>
                  <a:gd name="T10" fmla="*/ 4176 w 1142"/>
                  <a:gd name="T11" fmla="*/ 953 h 223"/>
                  <a:gd name="T12" fmla="*/ 4151 w 1142"/>
                  <a:gd name="T13" fmla="*/ 946 h 223"/>
                  <a:gd name="T14" fmla="*/ 4118 w 1142"/>
                  <a:gd name="T15" fmla="*/ 938 h 223"/>
                  <a:gd name="T16" fmla="*/ 4079 w 1142"/>
                  <a:gd name="T17" fmla="*/ 933 h 223"/>
                  <a:gd name="T18" fmla="*/ 4035 w 1142"/>
                  <a:gd name="T19" fmla="*/ 924 h 223"/>
                  <a:gd name="T20" fmla="*/ 3990 w 1142"/>
                  <a:gd name="T21" fmla="*/ 912 h 223"/>
                  <a:gd name="T22" fmla="*/ 3942 w 1142"/>
                  <a:gd name="T23" fmla="*/ 903 h 223"/>
                  <a:gd name="T24" fmla="*/ 3174 w 1142"/>
                  <a:gd name="T25" fmla="*/ 726 h 223"/>
                  <a:gd name="T26" fmla="*/ 2860 w 1142"/>
                  <a:gd name="T27" fmla="*/ 658 h 223"/>
                  <a:gd name="T28" fmla="*/ 2609 w 1142"/>
                  <a:gd name="T29" fmla="*/ 563 h 223"/>
                  <a:gd name="T30" fmla="*/ 2580 w 1142"/>
                  <a:gd name="T31" fmla="*/ 543 h 223"/>
                  <a:gd name="T32" fmla="*/ 2572 w 1142"/>
                  <a:gd name="T33" fmla="*/ 538 h 223"/>
                  <a:gd name="T34" fmla="*/ 2559 w 1142"/>
                  <a:gd name="T35" fmla="*/ 531 h 223"/>
                  <a:gd name="T36" fmla="*/ 2552 w 1142"/>
                  <a:gd name="T37" fmla="*/ 527 h 223"/>
                  <a:gd name="T38" fmla="*/ 2533 w 1142"/>
                  <a:gd name="T39" fmla="*/ 522 h 223"/>
                  <a:gd name="T40" fmla="*/ 2498 w 1142"/>
                  <a:gd name="T41" fmla="*/ 496 h 223"/>
                  <a:gd name="T42" fmla="*/ 2485 w 1142"/>
                  <a:gd name="T43" fmla="*/ 493 h 223"/>
                  <a:gd name="T44" fmla="*/ 2469 w 1142"/>
                  <a:gd name="T45" fmla="*/ 481 h 223"/>
                  <a:gd name="T46" fmla="*/ 2448 w 1142"/>
                  <a:gd name="T47" fmla="*/ 472 h 223"/>
                  <a:gd name="T48" fmla="*/ 2430 w 1142"/>
                  <a:gd name="T49" fmla="*/ 460 h 223"/>
                  <a:gd name="T50" fmla="*/ 2409 w 1142"/>
                  <a:gd name="T51" fmla="*/ 452 h 223"/>
                  <a:gd name="T52" fmla="*/ 2393 w 1142"/>
                  <a:gd name="T53" fmla="*/ 440 h 223"/>
                  <a:gd name="T54" fmla="*/ 2372 w 1142"/>
                  <a:gd name="T55" fmla="*/ 431 h 223"/>
                  <a:gd name="T56" fmla="*/ 2106 w 1142"/>
                  <a:gd name="T57" fmla="*/ 297 h 223"/>
                  <a:gd name="T58" fmla="*/ 1607 w 1142"/>
                  <a:gd name="T59" fmla="*/ 234 h 223"/>
                  <a:gd name="T60" fmla="*/ 1594 w 1142"/>
                  <a:gd name="T61" fmla="*/ 239 h 223"/>
                  <a:gd name="T62" fmla="*/ 1588 w 1142"/>
                  <a:gd name="T63" fmla="*/ 239 h 223"/>
                  <a:gd name="T64" fmla="*/ 1573 w 1142"/>
                  <a:gd name="T65" fmla="*/ 242 h 223"/>
                  <a:gd name="T66" fmla="*/ 1560 w 1142"/>
                  <a:gd name="T67" fmla="*/ 247 h 223"/>
                  <a:gd name="T68" fmla="*/ 1546 w 1142"/>
                  <a:gd name="T69" fmla="*/ 247 h 223"/>
                  <a:gd name="T70" fmla="*/ 1533 w 1142"/>
                  <a:gd name="T71" fmla="*/ 254 h 223"/>
                  <a:gd name="T72" fmla="*/ 1517 w 1142"/>
                  <a:gd name="T73" fmla="*/ 259 h 223"/>
                  <a:gd name="T74" fmla="*/ 1499 w 1142"/>
                  <a:gd name="T75" fmla="*/ 259 h 223"/>
                  <a:gd name="T76" fmla="*/ 1483 w 1142"/>
                  <a:gd name="T77" fmla="*/ 263 h 223"/>
                  <a:gd name="T78" fmla="*/ 1465 w 1142"/>
                  <a:gd name="T79" fmla="*/ 263 h 223"/>
                  <a:gd name="T80" fmla="*/ 1449 w 1142"/>
                  <a:gd name="T81" fmla="*/ 268 h 223"/>
                  <a:gd name="T82" fmla="*/ 1436 w 1142"/>
                  <a:gd name="T83" fmla="*/ 268 h 223"/>
                  <a:gd name="T84" fmla="*/ 1424 w 1142"/>
                  <a:gd name="T85" fmla="*/ 268 h 223"/>
                  <a:gd name="T86" fmla="*/ 1411 w 1142"/>
                  <a:gd name="T87" fmla="*/ 268 h 223"/>
                  <a:gd name="T88" fmla="*/ 1398 w 1142"/>
                  <a:gd name="T89" fmla="*/ 268 h 223"/>
                  <a:gd name="T90" fmla="*/ 1327 w 1142"/>
                  <a:gd name="T91" fmla="*/ 283 h 223"/>
                  <a:gd name="T92" fmla="*/ 1266 w 1142"/>
                  <a:gd name="T93" fmla="*/ 289 h 223"/>
                  <a:gd name="T94" fmla="*/ 1253 w 1142"/>
                  <a:gd name="T95" fmla="*/ 289 h 223"/>
                  <a:gd name="T96" fmla="*/ 1227 w 1142"/>
                  <a:gd name="T97" fmla="*/ 283 h 223"/>
                  <a:gd name="T98" fmla="*/ 1087 w 1142"/>
                  <a:gd name="T99" fmla="*/ 247 h 223"/>
                  <a:gd name="T100" fmla="*/ 101 w 1142"/>
                  <a:gd name="T101" fmla="*/ 21 h 223"/>
                  <a:gd name="T102" fmla="*/ 16 w 1142"/>
                  <a:gd name="T103" fmla="*/ 0 h 223"/>
                  <a:gd name="T104" fmla="*/ 13 w 1142"/>
                  <a:gd name="T105" fmla="*/ 0 h 223"/>
                  <a:gd name="T106" fmla="*/ 1198 w 1142"/>
                  <a:gd name="T107" fmla="*/ 333 h 223"/>
                  <a:gd name="T108" fmla="*/ 2332 w 1142"/>
                  <a:gd name="T109" fmla="*/ 608 h 223"/>
                  <a:gd name="T110" fmla="*/ 4741 w 1142"/>
                  <a:gd name="T111" fmla="*/ 1130 h 22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42" h="223">
                    <a:moveTo>
                      <a:pt x="1141" y="214"/>
                    </a:moveTo>
                    <a:cubicBezTo>
                      <a:pt x="1142" y="212"/>
                      <a:pt x="1142" y="212"/>
                      <a:pt x="1142" y="212"/>
                    </a:cubicBezTo>
                    <a:cubicBezTo>
                      <a:pt x="1129" y="210"/>
                      <a:pt x="1083" y="203"/>
                      <a:pt x="1025" y="193"/>
                    </a:cubicBezTo>
                    <a:cubicBezTo>
                      <a:pt x="1024" y="193"/>
                      <a:pt x="1023" y="192"/>
                      <a:pt x="1022" y="192"/>
                    </a:cubicBezTo>
                    <a:cubicBezTo>
                      <a:pt x="1021" y="192"/>
                      <a:pt x="1021" y="192"/>
                      <a:pt x="1020" y="192"/>
                    </a:cubicBezTo>
                    <a:cubicBezTo>
                      <a:pt x="1019" y="192"/>
                      <a:pt x="1018" y="192"/>
                      <a:pt x="1017" y="191"/>
                    </a:cubicBezTo>
                    <a:cubicBezTo>
                      <a:pt x="1017" y="191"/>
                      <a:pt x="1016" y="191"/>
                      <a:pt x="1015" y="191"/>
                    </a:cubicBezTo>
                    <a:cubicBezTo>
                      <a:pt x="1014" y="191"/>
                      <a:pt x="1013" y="191"/>
                      <a:pt x="1012" y="190"/>
                    </a:cubicBezTo>
                    <a:cubicBezTo>
                      <a:pt x="1011" y="190"/>
                      <a:pt x="1010" y="190"/>
                      <a:pt x="1009" y="190"/>
                    </a:cubicBezTo>
                    <a:cubicBezTo>
                      <a:pt x="1008" y="190"/>
                      <a:pt x="1007" y="190"/>
                      <a:pt x="1007" y="189"/>
                    </a:cubicBezTo>
                    <a:cubicBezTo>
                      <a:pt x="1005" y="189"/>
                      <a:pt x="1004" y="189"/>
                      <a:pt x="1003" y="189"/>
                    </a:cubicBezTo>
                    <a:cubicBezTo>
                      <a:pt x="1002" y="188"/>
                      <a:pt x="1001" y="188"/>
                      <a:pt x="1000" y="188"/>
                    </a:cubicBezTo>
                    <a:cubicBezTo>
                      <a:pt x="998" y="188"/>
                      <a:pt x="997" y="188"/>
                      <a:pt x="995" y="187"/>
                    </a:cubicBezTo>
                    <a:cubicBezTo>
                      <a:pt x="995" y="187"/>
                      <a:pt x="994" y="187"/>
                      <a:pt x="994" y="187"/>
                    </a:cubicBezTo>
                    <a:cubicBezTo>
                      <a:pt x="992" y="187"/>
                      <a:pt x="990" y="186"/>
                      <a:pt x="987" y="186"/>
                    </a:cubicBezTo>
                    <a:cubicBezTo>
                      <a:pt x="987" y="186"/>
                      <a:pt x="986" y="186"/>
                      <a:pt x="986" y="185"/>
                    </a:cubicBezTo>
                    <a:cubicBezTo>
                      <a:pt x="984" y="185"/>
                      <a:pt x="982" y="185"/>
                      <a:pt x="980" y="184"/>
                    </a:cubicBezTo>
                    <a:cubicBezTo>
                      <a:pt x="979" y="184"/>
                      <a:pt x="978" y="184"/>
                      <a:pt x="977" y="184"/>
                    </a:cubicBezTo>
                    <a:cubicBezTo>
                      <a:pt x="975" y="184"/>
                      <a:pt x="974" y="183"/>
                      <a:pt x="972" y="183"/>
                    </a:cubicBezTo>
                    <a:cubicBezTo>
                      <a:pt x="970" y="182"/>
                      <a:pt x="968" y="182"/>
                      <a:pt x="966" y="182"/>
                    </a:cubicBezTo>
                    <a:cubicBezTo>
                      <a:pt x="965" y="182"/>
                      <a:pt x="964" y="181"/>
                      <a:pt x="963" y="181"/>
                    </a:cubicBezTo>
                    <a:cubicBezTo>
                      <a:pt x="961" y="181"/>
                      <a:pt x="959" y="180"/>
                      <a:pt x="956" y="180"/>
                    </a:cubicBezTo>
                    <a:cubicBezTo>
                      <a:pt x="955" y="180"/>
                      <a:pt x="954" y="180"/>
                      <a:pt x="953" y="179"/>
                    </a:cubicBezTo>
                    <a:cubicBezTo>
                      <a:pt x="950" y="179"/>
                      <a:pt x="947" y="178"/>
                      <a:pt x="944" y="178"/>
                    </a:cubicBezTo>
                    <a:cubicBezTo>
                      <a:pt x="944" y="178"/>
                      <a:pt x="944" y="178"/>
                      <a:pt x="944" y="178"/>
                    </a:cubicBezTo>
                    <a:cubicBezTo>
                      <a:pt x="894" y="168"/>
                      <a:pt x="827" y="156"/>
                      <a:pt x="760" y="143"/>
                    </a:cubicBezTo>
                    <a:cubicBezTo>
                      <a:pt x="735" y="139"/>
                      <a:pt x="710" y="134"/>
                      <a:pt x="685" y="130"/>
                    </a:cubicBezTo>
                    <a:cubicBezTo>
                      <a:pt x="685" y="130"/>
                      <a:pt x="685" y="130"/>
                      <a:pt x="685" y="130"/>
                    </a:cubicBezTo>
                    <a:cubicBezTo>
                      <a:pt x="676" y="128"/>
                      <a:pt x="666" y="126"/>
                      <a:pt x="657" y="124"/>
                    </a:cubicBezTo>
                    <a:cubicBezTo>
                      <a:pt x="635" y="118"/>
                      <a:pt x="631" y="115"/>
                      <a:pt x="625" y="111"/>
                    </a:cubicBezTo>
                    <a:cubicBezTo>
                      <a:pt x="623" y="110"/>
                      <a:pt x="622" y="109"/>
                      <a:pt x="620" y="108"/>
                    </a:cubicBezTo>
                    <a:cubicBezTo>
                      <a:pt x="619" y="108"/>
                      <a:pt x="619" y="108"/>
                      <a:pt x="618" y="107"/>
                    </a:cubicBezTo>
                    <a:cubicBezTo>
                      <a:pt x="618" y="107"/>
                      <a:pt x="618" y="107"/>
                      <a:pt x="618" y="107"/>
                    </a:cubicBezTo>
                    <a:cubicBezTo>
                      <a:pt x="617" y="107"/>
                      <a:pt x="617" y="107"/>
                      <a:pt x="616" y="106"/>
                    </a:cubicBezTo>
                    <a:cubicBezTo>
                      <a:pt x="616" y="106"/>
                      <a:pt x="615" y="106"/>
                      <a:pt x="615" y="106"/>
                    </a:cubicBezTo>
                    <a:cubicBezTo>
                      <a:pt x="615" y="106"/>
                      <a:pt x="614" y="106"/>
                      <a:pt x="613" y="105"/>
                    </a:cubicBezTo>
                    <a:cubicBezTo>
                      <a:pt x="613" y="105"/>
                      <a:pt x="613" y="105"/>
                      <a:pt x="613" y="105"/>
                    </a:cubicBezTo>
                    <a:cubicBezTo>
                      <a:pt x="612" y="105"/>
                      <a:pt x="611" y="104"/>
                      <a:pt x="611" y="104"/>
                    </a:cubicBezTo>
                    <a:cubicBezTo>
                      <a:pt x="610" y="104"/>
                      <a:pt x="610" y="104"/>
                      <a:pt x="610" y="104"/>
                    </a:cubicBezTo>
                    <a:cubicBezTo>
                      <a:pt x="609" y="103"/>
                      <a:pt x="608" y="103"/>
                      <a:pt x="607" y="103"/>
                    </a:cubicBezTo>
                    <a:cubicBezTo>
                      <a:pt x="607" y="102"/>
                      <a:pt x="607" y="102"/>
                      <a:pt x="607" y="102"/>
                    </a:cubicBezTo>
                    <a:cubicBezTo>
                      <a:pt x="604" y="101"/>
                      <a:pt x="601" y="100"/>
                      <a:pt x="598" y="98"/>
                    </a:cubicBezTo>
                    <a:cubicBezTo>
                      <a:pt x="598" y="98"/>
                      <a:pt x="598" y="98"/>
                      <a:pt x="597" y="98"/>
                    </a:cubicBezTo>
                    <a:cubicBezTo>
                      <a:pt x="596" y="98"/>
                      <a:pt x="596" y="97"/>
                      <a:pt x="595" y="97"/>
                    </a:cubicBezTo>
                    <a:cubicBezTo>
                      <a:pt x="594" y="96"/>
                      <a:pt x="594" y="96"/>
                      <a:pt x="593" y="96"/>
                    </a:cubicBezTo>
                    <a:cubicBezTo>
                      <a:pt x="592" y="96"/>
                      <a:pt x="591" y="95"/>
                      <a:pt x="591" y="95"/>
                    </a:cubicBezTo>
                    <a:cubicBezTo>
                      <a:pt x="590" y="95"/>
                      <a:pt x="589" y="94"/>
                      <a:pt x="589" y="94"/>
                    </a:cubicBezTo>
                    <a:cubicBezTo>
                      <a:pt x="588" y="94"/>
                      <a:pt x="587" y="93"/>
                      <a:pt x="586" y="93"/>
                    </a:cubicBezTo>
                    <a:cubicBezTo>
                      <a:pt x="586" y="93"/>
                      <a:pt x="585" y="92"/>
                      <a:pt x="584" y="92"/>
                    </a:cubicBezTo>
                    <a:cubicBezTo>
                      <a:pt x="583" y="92"/>
                      <a:pt x="583" y="91"/>
                      <a:pt x="582" y="91"/>
                    </a:cubicBezTo>
                    <a:cubicBezTo>
                      <a:pt x="581" y="91"/>
                      <a:pt x="580" y="90"/>
                      <a:pt x="580" y="90"/>
                    </a:cubicBezTo>
                    <a:cubicBezTo>
                      <a:pt x="579" y="90"/>
                      <a:pt x="578" y="89"/>
                      <a:pt x="577" y="89"/>
                    </a:cubicBezTo>
                    <a:cubicBezTo>
                      <a:pt x="577" y="89"/>
                      <a:pt x="576" y="88"/>
                      <a:pt x="575" y="88"/>
                    </a:cubicBezTo>
                    <a:cubicBezTo>
                      <a:pt x="574" y="88"/>
                      <a:pt x="574" y="87"/>
                      <a:pt x="573" y="87"/>
                    </a:cubicBezTo>
                    <a:cubicBezTo>
                      <a:pt x="572" y="87"/>
                      <a:pt x="571" y="86"/>
                      <a:pt x="570" y="86"/>
                    </a:cubicBezTo>
                    <a:cubicBezTo>
                      <a:pt x="569" y="86"/>
                      <a:pt x="569" y="85"/>
                      <a:pt x="568" y="85"/>
                    </a:cubicBezTo>
                    <a:cubicBezTo>
                      <a:pt x="567" y="85"/>
                      <a:pt x="565" y="84"/>
                      <a:pt x="564" y="83"/>
                    </a:cubicBezTo>
                    <a:cubicBezTo>
                      <a:pt x="538" y="73"/>
                      <a:pt x="534" y="69"/>
                      <a:pt x="504" y="59"/>
                    </a:cubicBezTo>
                    <a:cubicBezTo>
                      <a:pt x="474" y="49"/>
                      <a:pt x="460" y="39"/>
                      <a:pt x="426" y="41"/>
                    </a:cubicBezTo>
                    <a:cubicBezTo>
                      <a:pt x="409" y="42"/>
                      <a:pt x="397" y="43"/>
                      <a:pt x="385" y="46"/>
                    </a:cubicBezTo>
                    <a:cubicBezTo>
                      <a:pt x="384" y="46"/>
                      <a:pt x="384" y="46"/>
                      <a:pt x="383" y="47"/>
                    </a:cubicBezTo>
                    <a:cubicBezTo>
                      <a:pt x="383" y="47"/>
                      <a:pt x="382" y="47"/>
                      <a:pt x="382" y="47"/>
                    </a:cubicBezTo>
                    <a:cubicBezTo>
                      <a:pt x="382" y="47"/>
                      <a:pt x="381" y="47"/>
                      <a:pt x="381" y="47"/>
                    </a:cubicBezTo>
                    <a:cubicBezTo>
                      <a:pt x="380" y="47"/>
                      <a:pt x="380" y="47"/>
                      <a:pt x="380" y="47"/>
                    </a:cubicBezTo>
                    <a:cubicBezTo>
                      <a:pt x="379" y="48"/>
                      <a:pt x="379" y="48"/>
                      <a:pt x="378" y="48"/>
                    </a:cubicBezTo>
                    <a:cubicBezTo>
                      <a:pt x="378" y="48"/>
                      <a:pt x="377" y="48"/>
                      <a:pt x="377" y="48"/>
                    </a:cubicBezTo>
                    <a:cubicBezTo>
                      <a:pt x="376" y="48"/>
                      <a:pt x="376" y="48"/>
                      <a:pt x="375" y="48"/>
                    </a:cubicBezTo>
                    <a:cubicBezTo>
                      <a:pt x="375" y="48"/>
                      <a:pt x="374" y="49"/>
                      <a:pt x="374" y="49"/>
                    </a:cubicBezTo>
                    <a:cubicBezTo>
                      <a:pt x="373" y="49"/>
                      <a:pt x="372" y="49"/>
                      <a:pt x="372" y="49"/>
                    </a:cubicBezTo>
                    <a:cubicBezTo>
                      <a:pt x="371" y="49"/>
                      <a:pt x="371" y="49"/>
                      <a:pt x="370" y="49"/>
                    </a:cubicBezTo>
                    <a:cubicBezTo>
                      <a:pt x="370" y="49"/>
                      <a:pt x="369" y="49"/>
                      <a:pt x="368" y="50"/>
                    </a:cubicBezTo>
                    <a:cubicBezTo>
                      <a:pt x="368" y="50"/>
                      <a:pt x="367" y="50"/>
                      <a:pt x="367" y="50"/>
                    </a:cubicBezTo>
                    <a:cubicBezTo>
                      <a:pt x="366" y="50"/>
                      <a:pt x="365" y="50"/>
                      <a:pt x="365" y="50"/>
                    </a:cubicBezTo>
                    <a:cubicBezTo>
                      <a:pt x="364" y="50"/>
                      <a:pt x="363" y="50"/>
                      <a:pt x="363" y="51"/>
                    </a:cubicBezTo>
                    <a:cubicBezTo>
                      <a:pt x="362" y="51"/>
                      <a:pt x="361" y="51"/>
                      <a:pt x="361" y="51"/>
                    </a:cubicBezTo>
                    <a:cubicBezTo>
                      <a:pt x="360" y="51"/>
                      <a:pt x="360" y="51"/>
                      <a:pt x="359" y="51"/>
                    </a:cubicBezTo>
                    <a:cubicBezTo>
                      <a:pt x="358" y="51"/>
                      <a:pt x="357" y="51"/>
                      <a:pt x="357" y="52"/>
                    </a:cubicBezTo>
                    <a:cubicBezTo>
                      <a:pt x="356" y="52"/>
                      <a:pt x="356" y="52"/>
                      <a:pt x="355" y="52"/>
                    </a:cubicBezTo>
                    <a:cubicBezTo>
                      <a:pt x="354" y="52"/>
                      <a:pt x="353" y="52"/>
                      <a:pt x="352" y="52"/>
                    </a:cubicBezTo>
                    <a:cubicBezTo>
                      <a:pt x="352" y="52"/>
                      <a:pt x="351" y="52"/>
                      <a:pt x="351" y="52"/>
                    </a:cubicBezTo>
                    <a:cubicBezTo>
                      <a:pt x="350" y="52"/>
                      <a:pt x="349" y="53"/>
                      <a:pt x="348" y="53"/>
                    </a:cubicBezTo>
                    <a:cubicBezTo>
                      <a:pt x="348" y="53"/>
                      <a:pt x="347" y="53"/>
                      <a:pt x="347" y="53"/>
                    </a:cubicBezTo>
                    <a:cubicBezTo>
                      <a:pt x="346" y="53"/>
                      <a:pt x="346" y="53"/>
                      <a:pt x="345" y="53"/>
                    </a:cubicBezTo>
                    <a:cubicBezTo>
                      <a:pt x="345" y="53"/>
                      <a:pt x="344" y="53"/>
                      <a:pt x="344" y="53"/>
                    </a:cubicBezTo>
                    <a:cubicBezTo>
                      <a:pt x="343" y="53"/>
                      <a:pt x="342" y="53"/>
                      <a:pt x="342" y="53"/>
                    </a:cubicBezTo>
                    <a:cubicBezTo>
                      <a:pt x="342" y="53"/>
                      <a:pt x="341" y="53"/>
                      <a:pt x="341" y="53"/>
                    </a:cubicBezTo>
                    <a:cubicBezTo>
                      <a:pt x="340" y="53"/>
                      <a:pt x="340" y="53"/>
                      <a:pt x="339" y="53"/>
                    </a:cubicBezTo>
                    <a:cubicBezTo>
                      <a:pt x="339" y="53"/>
                      <a:pt x="339" y="53"/>
                      <a:pt x="338" y="53"/>
                    </a:cubicBezTo>
                    <a:cubicBezTo>
                      <a:pt x="337" y="53"/>
                      <a:pt x="336" y="53"/>
                      <a:pt x="335" y="53"/>
                    </a:cubicBezTo>
                    <a:cubicBezTo>
                      <a:pt x="335" y="53"/>
                      <a:pt x="335" y="53"/>
                      <a:pt x="335" y="53"/>
                    </a:cubicBezTo>
                    <a:cubicBezTo>
                      <a:pt x="335" y="53"/>
                      <a:pt x="336" y="53"/>
                      <a:pt x="337" y="54"/>
                    </a:cubicBezTo>
                    <a:cubicBezTo>
                      <a:pt x="330" y="54"/>
                      <a:pt x="323" y="55"/>
                      <a:pt x="318" y="56"/>
                    </a:cubicBezTo>
                    <a:cubicBezTo>
                      <a:pt x="314" y="56"/>
                      <a:pt x="311" y="56"/>
                      <a:pt x="308" y="56"/>
                    </a:cubicBezTo>
                    <a:cubicBezTo>
                      <a:pt x="306" y="57"/>
                      <a:pt x="305" y="57"/>
                      <a:pt x="303" y="57"/>
                    </a:cubicBezTo>
                    <a:cubicBezTo>
                      <a:pt x="303" y="57"/>
                      <a:pt x="301" y="57"/>
                      <a:pt x="300" y="57"/>
                    </a:cubicBezTo>
                    <a:cubicBezTo>
                      <a:pt x="300" y="57"/>
                      <a:pt x="300" y="57"/>
                      <a:pt x="300" y="57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60" y="49"/>
                      <a:pt x="260" y="49"/>
                      <a:pt x="260" y="49"/>
                    </a:cubicBezTo>
                    <a:cubicBezTo>
                      <a:pt x="260" y="49"/>
                      <a:pt x="260" y="49"/>
                      <a:pt x="260" y="49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87" y="17"/>
                      <a:pt x="47" y="9"/>
                      <a:pt x="24" y="4"/>
                    </a:cubicBezTo>
                    <a:cubicBezTo>
                      <a:pt x="14" y="2"/>
                      <a:pt x="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9" y="12"/>
                      <a:pt x="287" y="66"/>
                      <a:pt x="287" y="66"/>
                    </a:cubicBezTo>
                    <a:cubicBezTo>
                      <a:pt x="354" y="79"/>
                      <a:pt x="423" y="99"/>
                      <a:pt x="479" y="109"/>
                    </a:cubicBezTo>
                    <a:cubicBezTo>
                      <a:pt x="502" y="114"/>
                      <a:pt x="538" y="117"/>
                      <a:pt x="558" y="120"/>
                    </a:cubicBezTo>
                    <a:cubicBezTo>
                      <a:pt x="654" y="139"/>
                      <a:pt x="854" y="175"/>
                      <a:pt x="938" y="189"/>
                    </a:cubicBezTo>
                    <a:cubicBezTo>
                      <a:pt x="1026" y="205"/>
                      <a:pt x="1110" y="219"/>
                      <a:pt x="1135" y="223"/>
                    </a:cubicBezTo>
                    <a:cubicBezTo>
                      <a:pt x="1141" y="214"/>
                      <a:pt x="1141" y="214"/>
                      <a:pt x="1141" y="21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9" name="Freeform 201">
                <a:extLst>
                  <a:ext uri="{FF2B5EF4-FFF2-40B4-BE49-F238E27FC236}">
                    <a16:creationId xmlns:a16="http://schemas.microsoft.com/office/drawing/2014/main" id="{97E48D65-817F-4942-8CB7-7BE341E16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1391"/>
                <a:ext cx="1840" cy="391"/>
              </a:xfrm>
              <a:custGeom>
                <a:avLst/>
                <a:gdLst>
                  <a:gd name="T0" fmla="*/ 4742 w 1143"/>
                  <a:gd name="T1" fmla="*/ 1065 h 228"/>
                  <a:gd name="T2" fmla="*/ 4752 w 1143"/>
                  <a:gd name="T3" fmla="*/ 1099 h 228"/>
                  <a:gd name="T4" fmla="*/ 4356 w 1143"/>
                  <a:gd name="T5" fmla="*/ 1008 h 228"/>
                  <a:gd name="T6" fmla="*/ 3374 w 1143"/>
                  <a:gd name="T7" fmla="*/ 782 h 228"/>
                  <a:gd name="T8" fmla="*/ 3311 w 1143"/>
                  <a:gd name="T9" fmla="*/ 818 h 228"/>
                  <a:gd name="T10" fmla="*/ 3170 w 1143"/>
                  <a:gd name="T11" fmla="*/ 902 h 228"/>
                  <a:gd name="T12" fmla="*/ 2978 w 1143"/>
                  <a:gd name="T13" fmla="*/ 912 h 228"/>
                  <a:gd name="T14" fmla="*/ 2661 w 1143"/>
                  <a:gd name="T15" fmla="*/ 818 h 228"/>
                  <a:gd name="T16" fmla="*/ 2387 w 1143"/>
                  <a:gd name="T17" fmla="*/ 797 h 228"/>
                  <a:gd name="T18" fmla="*/ 2069 w 1143"/>
                  <a:gd name="T19" fmla="*/ 761 h 228"/>
                  <a:gd name="T20" fmla="*/ 1703 w 1143"/>
                  <a:gd name="T21" fmla="*/ 449 h 228"/>
                  <a:gd name="T22" fmla="*/ 1640 w 1143"/>
                  <a:gd name="T23" fmla="*/ 398 h 228"/>
                  <a:gd name="T24" fmla="*/ 5 w 1143"/>
                  <a:gd name="T25" fmla="*/ 0 h 228"/>
                  <a:gd name="T26" fmla="*/ 0 w 1143"/>
                  <a:gd name="T27" fmla="*/ 41 h 228"/>
                  <a:gd name="T28" fmla="*/ 1088 w 1143"/>
                  <a:gd name="T29" fmla="*/ 304 h 228"/>
                  <a:gd name="T30" fmla="*/ 1619 w 1143"/>
                  <a:gd name="T31" fmla="*/ 432 h 228"/>
                  <a:gd name="T32" fmla="*/ 1682 w 1143"/>
                  <a:gd name="T33" fmla="*/ 485 h 228"/>
                  <a:gd name="T34" fmla="*/ 2069 w 1143"/>
                  <a:gd name="T35" fmla="*/ 811 h 228"/>
                  <a:gd name="T36" fmla="*/ 2387 w 1143"/>
                  <a:gd name="T37" fmla="*/ 847 h 228"/>
                  <a:gd name="T38" fmla="*/ 2661 w 1143"/>
                  <a:gd name="T39" fmla="*/ 868 h 228"/>
                  <a:gd name="T40" fmla="*/ 2978 w 1143"/>
                  <a:gd name="T41" fmla="*/ 964 h 228"/>
                  <a:gd name="T42" fmla="*/ 3170 w 1143"/>
                  <a:gd name="T43" fmla="*/ 953 h 228"/>
                  <a:gd name="T44" fmla="*/ 3332 w 1143"/>
                  <a:gd name="T45" fmla="*/ 859 h 228"/>
                  <a:gd name="T46" fmla="*/ 3374 w 1143"/>
                  <a:gd name="T47" fmla="*/ 839 h 228"/>
                  <a:gd name="T48" fmla="*/ 3762 w 1143"/>
                  <a:gd name="T49" fmla="*/ 923 h 228"/>
                  <a:gd name="T50" fmla="*/ 4768 w 1143"/>
                  <a:gd name="T51" fmla="*/ 1151 h 228"/>
                  <a:gd name="T52" fmla="*/ 4742 w 1143"/>
                  <a:gd name="T53" fmla="*/ 1065 h 2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43" h="228">
                    <a:moveTo>
                      <a:pt x="1137" y="211"/>
                    </a:moveTo>
                    <a:cubicBezTo>
                      <a:pt x="1139" y="218"/>
                      <a:pt x="1139" y="218"/>
                      <a:pt x="1139" y="218"/>
                    </a:cubicBezTo>
                    <a:cubicBezTo>
                      <a:pt x="1127" y="215"/>
                      <a:pt x="1094" y="209"/>
                      <a:pt x="1044" y="200"/>
                    </a:cubicBezTo>
                    <a:cubicBezTo>
                      <a:pt x="1036" y="197"/>
                      <a:pt x="924" y="176"/>
                      <a:pt x="809" y="155"/>
                    </a:cubicBezTo>
                    <a:cubicBezTo>
                      <a:pt x="801" y="156"/>
                      <a:pt x="797" y="159"/>
                      <a:pt x="794" y="162"/>
                    </a:cubicBezTo>
                    <a:cubicBezTo>
                      <a:pt x="786" y="169"/>
                      <a:pt x="773" y="177"/>
                      <a:pt x="760" y="179"/>
                    </a:cubicBezTo>
                    <a:cubicBezTo>
                      <a:pt x="744" y="181"/>
                      <a:pt x="740" y="179"/>
                      <a:pt x="714" y="181"/>
                    </a:cubicBezTo>
                    <a:cubicBezTo>
                      <a:pt x="688" y="182"/>
                      <a:pt x="674" y="172"/>
                      <a:pt x="638" y="162"/>
                    </a:cubicBezTo>
                    <a:cubicBezTo>
                      <a:pt x="602" y="152"/>
                      <a:pt x="604" y="158"/>
                      <a:pt x="572" y="158"/>
                    </a:cubicBezTo>
                    <a:cubicBezTo>
                      <a:pt x="540" y="158"/>
                      <a:pt x="526" y="168"/>
                      <a:pt x="496" y="151"/>
                    </a:cubicBezTo>
                    <a:cubicBezTo>
                      <a:pt x="466" y="135"/>
                      <a:pt x="438" y="135"/>
                      <a:pt x="408" y="89"/>
                    </a:cubicBezTo>
                    <a:cubicBezTo>
                      <a:pt x="406" y="84"/>
                      <a:pt x="399" y="82"/>
                      <a:pt x="393" y="79"/>
                    </a:cubicBezTo>
                    <a:cubicBezTo>
                      <a:pt x="298" y="61"/>
                      <a:pt x="20" y="4"/>
                      <a:pt x="1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99" y="28"/>
                      <a:pt x="201" y="48"/>
                      <a:pt x="261" y="60"/>
                    </a:cubicBezTo>
                    <a:cubicBezTo>
                      <a:pt x="282" y="64"/>
                      <a:pt x="326" y="74"/>
                      <a:pt x="388" y="86"/>
                    </a:cubicBezTo>
                    <a:cubicBezTo>
                      <a:pt x="393" y="88"/>
                      <a:pt x="400" y="93"/>
                      <a:pt x="403" y="96"/>
                    </a:cubicBezTo>
                    <a:cubicBezTo>
                      <a:pt x="433" y="143"/>
                      <a:pt x="466" y="145"/>
                      <a:pt x="496" y="161"/>
                    </a:cubicBezTo>
                    <a:cubicBezTo>
                      <a:pt x="526" y="178"/>
                      <a:pt x="540" y="168"/>
                      <a:pt x="572" y="168"/>
                    </a:cubicBezTo>
                    <a:cubicBezTo>
                      <a:pt x="604" y="168"/>
                      <a:pt x="602" y="162"/>
                      <a:pt x="638" y="172"/>
                    </a:cubicBezTo>
                    <a:cubicBezTo>
                      <a:pt x="674" y="182"/>
                      <a:pt x="688" y="192"/>
                      <a:pt x="714" y="191"/>
                    </a:cubicBezTo>
                    <a:cubicBezTo>
                      <a:pt x="740" y="189"/>
                      <a:pt x="744" y="191"/>
                      <a:pt x="760" y="189"/>
                    </a:cubicBezTo>
                    <a:cubicBezTo>
                      <a:pt x="773" y="187"/>
                      <a:pt x="791" y="177"/>
                      <a:pt x="799" y="170"/>
                    </a:cubicBezTo>
                    <a:cubicBezTo>
                      <a:pt x="801" y="168"/>
                      <a:pt x="804" y="166"/>
                      <a:pt x="809" y="166"/>
                    </a:cubicBezTo>
                    <a:cubicBezTo>
                      <a:pt x="841" y="172"/>
                      <a:pt x="870" y="177"/>
                      <a:pt x="902" y="183"/>
                    </a:cubicBezTo>
                    <a:cubicBezTo>
                      <a:pt x="1143" y="228"/>
                      <a:pt x="1143" y="228"/>
                      <a:pt x="1143" y="228"/>
                    </a:cubicBezTo>
                    <a:lnTo>
                      <a:pt x="1137" y="211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0" name="Freeform 202">
                <a:extLst>
                  <a:ext uri="{FF2B5EF4-FFF2-40B4-BE49-F238E27FC236}">
                    <a16:creationId xmlns:a16="http://schemas.microsoft.com/office/drawing/2014/main" id="{8A0FC32A-9406-4701-AEB3-06FCE2BD3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1276"/>
                <a:ext cx="1803" cy="385"/>
              </a:xfrm>
              <a:custGeom>
                <a:avLst/>
                <a:gdLst>
                  <a:gd name="T0" fmla="*/ 2006 w 1120"/>
                  <a:gd name="T1" fmla="*/ 572 h 224"/>
                  <a:gd name="T2" fmla="*/ 4673 w 1120"/>
                  <a:gd name="T3" fmla="*/ 1138 h 224"/>
                  <a:gd name="T4" fmla="*/ 4659 w 1120"/>
                  <a:gd name="T5" fmla="*/ 1088 h 224"/>
                  <a:gd name="T6" fmla="*/ 2061 w 1120"/>
                  <a:gd name="T7" fmla="*/ 529 h 224"/>
                  <a:gd name="T8" fmla="*/ 0 w 1120"/>
                  <a:gd name="T9" fmla="*/ 0 h 224"/>
                  <a:gd name="T10" fmla="*/ 0 w 1120"/>
                  <a:gd name="T11" fmla="*/ 62 h 224"/>
                  <a:gd name="T12" fmla="*/ 2006 w 1120"/>
                  <a:gd name="T13" fmla="*/ 572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0" h="224">
                    <a:moveTo>
                      <a:pt x="481" y="113"/>
                    </a:moveTo>
                    <a:cubicBezTo>
                      <a:pt x="608" y="138"/>
                      <a:pt x="972" y="197"/>
                      <a:pt x="1120" y="224"/>
                    </a:cubicBezTo>
                    <a:cubicBezTo>
                      <a:pt x="1117" y="214"/>
                      <a:pt x="1117" y="214"/>
                      <a:pt x="1117" y="214"/>
                    </a:cubicBezTo>
                    <a:cubicBezTo>
                      <a:pt x="1117" y="214"/>
                      <a:pt x="630" y="130"/>
                      <a:pt x="494" y="104"/>
                    </a:cubicBezTo>
                    <a:cubicBezTo>
                      <a:pt x="374" y="82"/>
                      <a:pt x="91" y="19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02" y="33"/>
                      <a:pt x="367" y="92"/>
                      <a:pt x="481" y="11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1" name="Freeform 203">
                <a:extLst>
                  <a:ext uri="{FF2B5EF4-FFF2-40B4-BE49-F238E27FC236}">
                    <a16:creationId xmlns:a16="http://schemas.microsoft.com/office/drawing/2014/main" id="{B3BECC3B-CF8A-457B-AAC6-D482DA563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801"/>
                <a:ext cx="1849" cy="438"/>
              </a:xfrm>
              <a:custGeom>
                <a:avLst/>
                <a:gdLst>
                  <a:gd name="T0" fmla="*/ 2703 w 1149"/>
                  <a:gd name="T1" fmla="*/ 622 h 255"/>
                  <a:gd name="T2" fmla="*/ 2058 w 1149"/>
                  <a:gd name="T3" fmla="*/ 507 h 255"/>
                  <a:gd name="T4" fmla="*/ 1254 w 1149"/>
                  <a:gd name="T5" fmla="*/ 283 h 255"/>
                  <a:gd name="T6" fmla="*/ 60 w 1149"/>
                  <a:gd name="T7" fmla="*/ 0 h 255"/>
                  <a:gd name="T8" fmla="*/ 0 w 1149"/>
                  <a:gd name="T9" fmla="*/ 234 h 255"/>
                  <a:gd name="T10" fmla="*/ 16 w 1149"/>
                  <a:gd name="T11" fmla="*/ 182 h 255"/>
                  <a:gd name="T12" fmla="*/ 21 w 1149"/>
                  <a:gd name="T13" fmla="*/ 182 h 255"/>
                  <a:gd name="T14" fmla="*/ 2929 w 1149"/>
                  <a:gd name="T15" fmla="*/ 867 h 255"/>
                  <a:gd name="T16" fmla="*/ 4688 w 1149"/>
                  <a:gd name="T17" fmla="*/ 1249 h 255"/>
                  <a:gd name="T18" fmla="*/ 4664 w 1149"/>
                  <a:gd name="T19" fmla="*/ 1292 h 255"/>
                  <a:gd name="T20" fmla="*/ 4787 w 1149"/>
                  <a:gd name="T21" fmla="*/ 1080 h 255"/>
                  <a:gd name="T22" fmla="*/ 3967 w 1149"/>
                  <a:gd name="T23" fmla="*/ 905 h 255"/>
                  <a:gd name="T24" fmla="*/ 2703 w 1149"/>
                  <a:gd name="T25" fmla="*/ 622 h 2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49" h="255">
                    <a:moveTo>
                      <a:pt x="649" y="123"/>
                    </a:moveTo>
                    <a:cubicBezTo>
                      <a:pt x="611" y="116"/>
                      <a:pt x="519" y="105"/>
                      <a:pt x="494" y="100"/>
                    </a:cubicBezTo>
                    <a:cubicBezTo>
                      <a:pt x="424" y="87"/>
                      <a:pt x="395" y="74"/>
                      <a:pt x="301" y="56"/>
                    </a:cubicBezTo>
                    <a:cubicBezTo>
                      <a:pt x="301" y="56"/>
                      <a:pt x="18" y="1"/>
                      <a:pt x="1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90" y="71"/>
                      <a:pt x="613" y="152"/>
                      <a:pt x="703" y="171"/>
                    </a:cubicBezTo>
                    <a:cubicBezTo>
                      <a:pt x="799" y="190"/>
                      <a:pt x="1085" y="240"/>
                      <a:pt x="1125" y="246"/>
                    </a:cubicBezTo>
                    <a:cubicBezTo>
                      <a:pt x="1119" y="255"/>
                      <a:pt x="1119" y="255"/>
                      <a:pt x="1119" y="255"/>
                    </a:cubicBezTo>
                    <a:cubicBezTo>
                      <a:pt x="1149" y="213"/>
                      <a:pt x="1149" y="213"/>
                      <a:pt x="1149" y="213"/>
                    </a:cubicBezTo>
                    <a:cubicBezTo>
                      <a:pt x="1124" y="209"/>
                      <a:pt x="1040" y="195"/>
                      <a:pt x="952" y="179"/>
                    </a:cubicBezTo>
                    <a:cubicBezTo>
                      <a:pt x="890" y="169"/>
                      <a:pt x="754" y="143"/>
                      <a:pt x="649" y="1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2" name="Freeform 204">
                <a:extLst>
                  <a:ext uri="{FF2B5EF4-FFF2-40B4-BE49-F238E27FC236}">
                    <a16:creationId xmlns:a16="http://schemas.microsoft.com/office/drawing/2014/main" id="{78B90122-8941-4F3D-8963-D34B89B27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573"/>
                <a:ext cx="544" cy="776"/>
              </a:xfrm>
              <a:custGeom>
                <a:avLst/>
                <a:gdLst>
                  <a:gd name="T0" fmla="*/ 575 w 338"/>
                  <a:gd name="T1" fmla="*/ 0 h 452"/>
                  <a:gd name="T2" fmla="*/ 97 w 338"/>
                  <a:gd name="T3" fmla="*/ 206 h 452"/>
                  <a:gd name="T4" fmla="*/ 109 w 338"/>
                  <a:gd name="T5" fmla="*/ 259 h 452"/>
                  <a:gd name="T6" fmla="*/ 111 w 338"/>
                  <a:gd name="T7" fmla="*/ 259 h 452"/>
                  <a:gd name="T8" fmla="*/ 575 w 338"/>
                  <a:gd name="T9" fmla="*/ 57 h 452"/>
                  <a:gd name="T10" fmla="*/ 1368 w 338"/>
                  <a:gd name="T11" fmla="*/ 1143 h 452"/>
                  <a:gd name="T12" fmla="*/ 575 w 338"/>
                  <a:gd name="T13" fmla="*/ 2232 h 452"/>
                  <a:gd name="T14" fmla="*/ 34 w 338"/>
                  <a:gd name="T15" fmla="*/ 1928 h 452"/>
                  <a:gd name="T16" fmla="*/ 26 w 338"/>
                  <a:gd name="T17" fmla="*/ 1921 h 452"/>
                  <a:gd name="T18" fmla="*/ 0 w 338"/>
                  <a:gd name="T19" fmla="*/ 1969 h 452"/>
                  <a:gd name="T20" fmla="*/ 575 w 338"/>
                  <a:gd name="T21" fmla="*/ 2287 h 452"/>
                  <a:gd name="T22" fmla="*/ 1410 w 338"/>
                  <a:gd name="T23" fmla="*/ 1143 h 452"/>
                  <a:gd name="T24" fmla="*/ 575 w 338"/>
                  <a:gd name="T25" fmla="*/ 0 h 4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58" y="26"/>
                      <a:pt x="97" y="11"/>
                      <a:pt x="138" y="11"/>
                    </a:cubicBezTo>
                    <a:cubicBezTo>
                      <a:pt x="241" y="11"/>
                      <a:pt x="328" y="107"/>
                      <a:pt x="328" y="226"/>
                    </a:cubicBezTo>
                    <a:cubicBezTo>
                      <a:pt x="328" y="345"/>
                      <a:pt x="241" y="441"/>
                      <a:pt x="138" y="441"/>
                    </a:cubicBezTo>
                    <a:cubicBezTo>
                      <a:pt x="87" y="441"/>
                      <a:pt x="41" y="418"/>
                      <a:pt x="8" y="381"/>
                    </a:cubicBezTo>
                    <a:cubicBezTo>
                      <a:pt x="6" y="380"/>
                      <a:pt x="6" y="380"/>
                      <a:pt x="6" y="380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060" name="Freeform 205">
              <a:extLst>
                <a:ext uri="{FF2B5EF4-FFF2-40B4-BE49-F238E27FC236}">
                  <a16:creationId xmlns:a16="http://schemas.microsoft.com/office/drawing/2014/main" id="{581E87D1-18E0-4FF5-8FAB-3370B5694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691"/>
              <a:ext cx="387" cy="539"/>
            </a:xfrm>
            <a:custGeom>
              <a:avLst/>
              <a:gdLst>
                <a:gd name="T0" fmla="*/ 419 w 240"/>
                <a:gd name="T1" fmla="*/ 0 h 314"/>
                <a:gd name="T2" fmla="*/ 21 w 240"/>
                <a:gd name="T3" fmla="*/ 213 h 314"/>
                <a:gd name="T4" fmla="*/ 34 w 240"/>
                <a:gd name="T5" fmla="*/ 268 h 314"/>
                <a:gd name="T6" fmla="*/ 419 w 240"/>
                <a:gd name="T7" fmla="*/ 50 h 314"/>
                <a:gd name="T8" fmla="*/ 964 w 240"/>
                <a:gd name="T9" fmla="*/ 795 h 314"/>
                <a:gd name="T10" fmla="*/ 419 w 240"/>
                <a:gd name="T11" fmla="*/ 1538 h 314"/>
                <a:gd name="T12" fmla="*/ 26 w 240"/>
                <a:gd name="T13" fmla="*/ 1305 h 314"/>
                <a:gd name="T14" fmla="*/ 0 w 240"/>
                <a:gd name="T15" fmla="*/ 1346 h 314"/>
                <a:gd name="T16" fmla="*/ 419 w 240"/>
                <a:gd name="T17" fmla="*/ 1588 h 314"/>
                <a:gd name="T18" fmla="*/ 1006 w 240"/>
                <a:gd name="T19" fmla="*/ 795 h 314"/>
                <a:gd name="T20" fmla="*/ 419 w 240"/>
                <a:gd name="T21" fmla="*/ 0 h 3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0" h="314">
                  <a:moveTo>
                    <a:pt x="100" y="0"/>
                  </a:moveTo>
                  <a:cubicBezTo>
                    <a:pt x="65" y="0"/>
                    <a:pt x="31" y="15"/>
                    <a:pt x="5" y="42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32" y="26"/>
                    <a:pt x="64" y="10"/>
                    <a:pt x="100" y="10"/>
                  </a:cubicBezTo>
                  <a:cubicBezTo>
                    <a:pt x="172" y="10"/>
                    <a:pt x="230" y="76"/>
                    <a:pt x="230" y="157"/>
                  </a:cubicBezTo>
                  <a:cubicBezTo>
                    <a:pt x="230" y="238"/>
                    <a:pt x="172" y="304"/>
                    <a:pt x="100" y="304"/>
                  </a:cubicBezTo>
                  <a:cubicBezTo>
                    <a:pt x="63" y="304"/>
                    <a:pt x="30" y="286"/>
                    <a:pt x="6" y="258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6" y="296"/>
                    <a:pt x="63" y="314"/>
                    <a:pt x="100" y="314"/>
                  </a:cubicBezTo>
                  <a:cubicBezTo>
                    <a:pt x="177" y="314"/>
                    <a:pt x="240" y="243"/>
                    <a:pt x="240" y="157"/>
                  </a:cubicBezTo>
                  <a:cubicBezTo>
                    <a:pt x="240" y="70"/>
                    <a:pt x="177" y="0"/>
                    <a:pt x="100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1" name="Freeform 206">
              <a:extLst>
                <a:ext uri="{FF2B5EF4-FFF2-40B4-BE49-F238E27FC236}">
                  <a16:creationId xmlns:a16="http://schemas.microsoft.com/office/drawing/2014/main" id="{51DF77E0-EC55-4F87-888C-479F79C24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71"/>
              <a:ext cx="417" cy="580"/>
            </a:xfrm>
            <a:custGeom>
              <a:avLst/>
              <a:gdLst>
                <a:gd name="T0" fmla="*/ 451 w 259"/>
                <a:gd name="T1" fmla="*/ 0 h 338"/>
                <a:gd name="T2" fmla="*/ 37 w 259"/>
                <a:gd name="T3" fmla="*/ 202 h 338"/>
                <a:gd name="T4" fmla="*/ 55 w 259"/>
                <a:gd name="T5" fmla="*/ 275 h 338"/>
                <a:gd name="T6" fmla="*/ 451 w 259"/>
                <a:gd name="T7" fmla="*/ 62 h 338"/>
                <a:gd name="T8" fmla="*/ 1034 w 259"/>
                <a:gd name="T9" fmla="*/ 855 h 338"/>
                <a:gd name="T10" fmla="*/ 451 w 259"/>
                <a:gd name="T11" fmla="*/ 1646 h 338"/>
                <a:gd name="T12" fmla="*/ 34 w 259"/>
                <a:gd name="T13" fmla="*/ 1405 h 338"/>
                <a:gd name="T14" fmla="*/ 0 w 259"/>
                <a:gd name="T15" fmla="*/ 1455 h 338"/>
                <a:gd name="T16" fmla="*/ 451 w 259"/>
                <a:gd name="T17" fmla="*/ 1707 h 338"/>
                <a:gd name="T18" fmla="*/ 1080 w 259"/>
                <a:gd name="T19" fmla="*/ 855 h 338"/>
                <a:gd name="T20" fmla="*/ 451 w 259"/>
                <a:gd name="T21" fmla="*/ 0 h 3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9" h="338">
                  <a:moveTo>
                    <a:pt x="108" y="0"/>
                  </a:moveTo>
                  <a:cubicBezTo>
                    <a:pt x="71" y="0"/>
                    <a:pt x="36" y="14"/>
                    <a:pt x="9" y="40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39" y="27"/>
                    <a:pt x="73" y="12"/>
                    <a:pt x="108" y="12"/>
                  </a:cubicBezTo>
                  <a:cubicBezTo>
                    <a:pt x="185" y="12"/>
                    <a:pt x="248" y="82"/>
                    <a:pt x="248" y="169"/>
                  </a:cubicBezTo>
                  <a:cubicBezTo>
                    <a:pt x="248" y="255"/>
                    <a:pt x="185" y="326"/>
                    <a:pt x="108" y="326"/>
                  </a:cubicBezTo>
                  <a:cubicBezTo>
                    <a:pt x="71" y="326"/>
                    <a:pt x="34" y="308"/>
                    <a:pt x="8" y="278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29" y="320"/>
                    <a:pt x="67" y="338"/>
                    <a:pt x="108" y="338"/>
                  </a:cubicBezTo>
                  <a:cubicBezTo>
                    <a:pt x="191" y="338"/>
                    <a:pt x="259" y="262"/>
                    <a:pt x="259" y="169"/>
                  </a:cubicBezTo>
                  <a:cubicBezTo>
                    <a:pt x="259" y="76"/>
                    <a:pt x="191" y="0"/>
                    <a:pt x="108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2" name="Freeform 207">
              <a:extLst>
                <a:ext uri="{FF2B5EF4-FFF2-40B4-BE49-F238E27FC236}">
                  <a16:creationId xmlns:a16="http://schemas.microsoft.com/office/drawing/2014/main" id="{A23BFE44-2F74-4606-A4E1-1D6EBCFB0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573"/>
              <a:ext cx="544" cy="776"/>
            </a:xfrm>
            <a:custGeom>
              <a:avLst/>
              <a:gdLst>
                <a:gd name="T0" fmla="*/ 575 w 338"/>
                <a:gd name="T1" fmla="*/ 0 h 452"/>
                <a:gd name="T2" fmla="*/ 97 w 338"/>
                <a:gd name="T3" fmla="*/ 206 h 452"/>
                <a:gd name="T4" fmla="*/ 192 w 338"/>
                <a:gd name="T5" fmla="*/ 616 h 452"/>
                <a:gd name="T6" fmla="*/ 575 w 338"/>
                <a:gd name="T7" fmla="*/ 400 h 452"/>
                <a:gd name="T8" fmla="*/ 1117 w 338"/>
                <a:gd name="T9" fmla="*/ 1143 h 452"/>
                <a:gd name="T10" fmla="*/ 575 w 338"/>
                <a:gd name="T11" fmla="*/ 1887 h 452"/>
                <a:gd name="T12" fmla="*/ 183 w 338"/>
                <a:gd name="T13" fmla="*/ 1653 h 452"/>
                <a:gd name="T14" fmla="*/ 0 w 338"/>
                <a:gd name="T15" fmla="*/ 1969 h 452"/>
                <a:gd name="T16" fmla="*/ 575 w 338"/>
                <a:gd name="T17" fmla="*/ 2287 h 452"/>
                <a:gd name="T18" fmla="*/ 1410 w 338"/>
                <a:gd name="T19" fmla="*/ 1143 h 452"/>
                <a:gd name="T20" fmla="*/ 575 w 338"/>
                <a:gd name="T21" fmla="*/ 0 h 4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8" h="452">
                  <a:moveTo>
                    <a:pt x="138" y="0"/>
                  </a:moveTo>
                  <a:cubicBezTo>
                    <a:pt x="95" y="0"/>
                    <a:pt x="56" y="15"/>
                    <a:pt x="23" y="41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70" y="95"/>
                    <a:pt x="102" y="79"/>
                    <a:pt x="138" y="79"/>
                  </a:cubicBezTo>
                  <a:cubicBezTo>
                    <a:pt x="210" y="79"/>
                    <a:pt x="268" y="145"/>
                    <a:pt x="268" y="226"/>
                  </a:cubicBezTo>
                  <a:cubicBezTo>
                    <a:pt x="268" y="307"/>
                    <a:pt x="210" y="373"/>
                    <a:pt x="138" y="373"/>
                  </a:cubicBezTo>
                  <a:cubicBezTo>
                    <a:pt x="101" y="373"/>
                    <a:pt x="68" y="355"/>
                    <a:pt x="44" y="327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36" y="428"/>
                    <a:pt x="84" y="452"/>
                    <a:pt x="138" y="452"/>
                  </a:cubicBezTo>
                  <a:cubicBezTo>
                    <a:pt x="249" y="452"/>
                    <a:pt x="338" y="351"/>
                    <a:pt x="338" y="226"/>
                  </a:cubicBezTo>
                  <a:cubicBezTo>
                    <a:pt x="338" y="101"/>
                    <a:pt x="249" y="0"/>
                    <a:pt x="13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3" name="Freeform 208">
              <a:extLst>
                <a:ext uri="{FF2B5EF4-FFF2-40B4-BE49-F238E27FC236}">
                  <a16:creationId xmlns:a16="http://schemas.microsoft.com/office/drawing/2014/main" id="{4A66A859-0C4A-41CA-9D6B-D189E995F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232"/>
              <a:ext cx="2027" cy="411"/>
            </a:xfrm>
            <a:custGeom>
              <a:avLst/>
              <a:gdLst>
                <a:gd name="T0" fmla="*/ 5138 w 1259"/>
                <a:gd name="T1" fmla="*/ 1000 h 240"/>
                <a:gd name="T2" fmla="*/ 5253 w 1259"/>
                <a:gd name="T3" fmla="*/ 1009 h 240"/>
                <a:gd name="T4" fmla="*/ 2830 w 1259"/>
                <a:gd name="T5" fmla="*/ 536 h 240"/>
                <a:gd name="T6" fmla="*/ 628 w 1259"/>
                <a:gd name="T7" fmla="*/ 36 h 240"/>
                <a:gd name="T8" fmla="*/ 0 w 1259"/>
                <a:gd name="T9" fmla="*/ 132 h 240"/>
                <a:gd name="T10" fmla="*/ 0 w 1259"/>
                <a:gd name="T11" fmla="*/ 132 h 240"/>
                <a:gd name="T12" fmla="*/ 2058 w 1259"/>
                <a:gd name="T13" fmla="*/ 654 h 240"/>
                <a:gd name="T14" fmla="*/ 4658 w 1259"/>
                <a:gd name="T15" fmla="*/ 1206 h 240"/>
                <a:gd name="T16" fmla="*/ 5138 w 1259"/>
                <a:gd name="T17" fmla="*/ 1000 h 2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9" h="240">
                  <a:moveTo>
                    <a:pt x="1231" y="199"/>
                  </a:moveTo>
                  <a:cubicBezTo>
                    <a:pt x="1241" y="199"/>
                    <a:pt x="1250" y="200"/>
                    <a:pt x="1259" y="201"/>
                  </a:cubicBezTo>
                  <a:cubicBezTo>
                    <a:pt x="1163" y="183"/>
                    <a:pt x="808" y="132"/>
                    <a:pt x="678" y="107"/>
                  </a:cubicBezTo>
                  <a:cubicBezTo>
                    <a:pt x="559" y="85"/>
                    <a:pt x="241" y="26"/>
                    <a:pt x="150" y="7"/>
                  </a:cubicBezTo>
                  <a:cubicBezTo>
                    <a:pt x="112" y="1"/>
                    <a:pt x="32" y="0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92" y="45"/>
                    <a:pt x="374" y="108"/>
                    <a:pt x="493" y="130"/>
                  </a:cubicBezTo>
                  <a:cubicBezTo>
                    <a:pt x="629" y="156"/>
                    <a:pt x="1116" y="240"/>
                    <a:pt x="1116" y="240"/>
                  </a:cubicBezTo>
                  <a:cubicBezTo>
                    <a:pt x="1149" y="214"/>
                    <a:pt x="1188" y="199"/>
                    <a:pt x="1231" y="19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4" name="Freeform 209">
              <a:extLst>
                <a:ext uri="{FF2B5EF4-FFF2-40B4-BE49-F238E27FC236}">
                  <a16:creationId xmlns:a16="http://schemas.microsoft.com/office/drawing/2014/main" id="{FA9A0D29-D523-46A2-9281-13924D50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247"/>
              <a:ext cx="866" cy="151"/>
            </a:xfrm>
            <a:custGeom>
              <a:avLst/>
              <a:gdLst>
                <a:gd name="T0" fmla="*/ 0 w 538"/>
                <a:gd name="T1" fmla="*/ 50 h 88"/>
                <a:gd name="T2" fmla="*/ 417 w 538"/>
                <a:gd name="T3" fmla="*/ 41 h 88"/>
                <a:gd name="T4" fmla="*/ 2244 w 538"/>
                <a:gd name="T5" fmla="*/ 444 h 88"/>
                <a:gd name="T6" fmla="*/ 443 w 538"/>
                <a:gd name="T7" fmla="*/ 91 h 88"/>
                <a:gd name="T8" fmla="*/ 0 w 538"/>
                <a:gd name="T9" fmla="*/ 5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88">
                  <a:moveTo>
                    <a:pt x="0" y="10"/>
                  </a:moveTo>
                  <a:cubicBezTo>
                    <a:pt x="30" y="0"/>
                    <a:pt x="76" y="2"/>
                    <a:pt x="100" y="8"/>
                  </a:cubicBezTo>
                  <a:cubicBezTo>
                    <a:pt x="124" y="14"/>
                    <a:pt x="486" y="78"/>
                    <a:pt x="538" y="88"/>
                  </a:cubicBezTo>
                  <a:cubicBezTo>
                    <a:pt x="504" y="86"/>
                    <a:pt x="126" y="22"/>
                    <a:pt x="106" y="18"/>
                  </a:cubicBezTo>
                  <a:cubicBezTo>
                    <a:pt x="86" y="14"/>
                    <a:pt x="8" y="2"/>
                    <a:pt x="0" y="10"/>
                  </a:cubicBezTo>
                  <a:close/>
                </a:path>
              </a:pathLst>
            </a:custGeom>
            <a:solidFill>
              <a:srgbClr val="FDE4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5" name="Freeform 210">
              <a:extLst>
                <a:ext uri="{FF2B5EF4-FFF2-40B4-BE49-F238E27FC236}">
                  <a16:creationId xmlns:a16="http://schemas.microsoft.com/office/drawing/2014/main" id="{4D1312C4-F112-498D-AD64-52CB1B3C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880"/>
              <a:ext cx="1985" cy="467"/>
            </a:xfrm>
            <a:custGeom>
              <a:avLst/>
              <a:gdLst>
                <a:gd name="T0" fmla="*/ 4665 w 1233"/>
                <a:gd name="T1" fmla="*/ 1064 h 272"/>
                <a:gd name="T2" fmla="*/ 4665 w 1233"/>
                <a:gd name="T3" fmla="*/ 1058 h 272"/>
                <a:gd name="T4" fmla="*/ 4661 w 1233"/>
                <a:gd name="T5" fmla="*/ 1058 h 272"/>
                <a:gd name="T6" fmla="*/ 2907 w 1233"/>
                <a:gd name="T7" fmla="*/ 683 h 272"/>
                <a:gd name="T8" fmla="*/ 0 w 1233"/>
                <a:gd name="T9" fmla="*/ 0 h 272"/>
                <a:gd name="T10" fmla="*/ 509 w 1233"/>
                <a:gd name="T11" fmla="*/ 276 h 272"/>
                <a:gd name="T12" fmla="*/ 642 w 1233"/>
                <a:gd name="T13" fmla="*/ 312 h 272"/>
                <a:gd name="T14" fmla="*/ 3392 w 1233"/>
                <a:gd name="T15" fmla="*/ 1003 h 272"/>
                <a:gd name="T16" fmla="*/ 5145 w 1233"/>
                <a:gd name="T17" fmla="*/ 1377 h 272"/>
                <a:gd name="T18" fmla="*/ 5145 w 1233"/>
                <a:gd name="T19" fmla="*/ 1370 h 272"/>
                <a:gd name="T20" fmla="*/ 4665 w 1233"/>
                <a:gd name="T21" fmla="*/ 1064 h 2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3" h="272">
                  <a:moveTo>
                    <a:pt x="1118" y="210"/>
                  </a:moveTo>
                  <a:cubicBezTo>
                    <a:pt x="1118" y="209"/>
                    <a:pt x="1118" y="209"/>
                    <a:pt x="1118" y="209"/>
                  </a:cubicBezTo>
                  <a:cubicBezTo>
                    <a:pt x="1117" y="209"/>
                    <a:pt x="1117" y="209"/>
                    <a:pt x="1117" y="209"/>
                  </a:cubicBezTo>
                  <a:cubicBezTo>
                    <a:pt x="1089" y="205"/>
                    <a:pt x="795" y="155"/>
                    <a:pt x="697" y="135"/>
                  </a:cubicBezTo>
                  <a:cubicBezTo>
                    <a:pt x="607" y="117"/>
                    <a:pt x="185" y="36"/>
                    <a:pt x="0" y="0"/>
                  </a:cubicBezTo>
                  <a:cubicBezTo>
                    <a:pt x="26" y="29"/>
                    <a:pt x="86" y="46"/>
                    <a:pt x="122" y="55"/>
                  </a:cubicBezTo>
                  <a:cubicBezTo>
                    <a:pt x="126" y="56"/>
                    <a:pt x="154" y="62"/>
                    <a:pt x="154" y="62"/>
                  </a:cubicBezTo>
                  <a:cubicBezTo>
                    <a:pt x="339" y="98"/>
                    <a:pt x="723" y="179"/>
                    <a:pt x="813" y="198"/>
                  </a:cubicBezTo>
                  <a:cubicBezTo>
                    <a:pt x="911" y="218"/>
                    <a:pt x="1205" y="268"/>
                    <a:pt x="1233" y="272"/>
                  </a:cubicBezTo>
                  <a:cubicBezTo>
                    <a:pt x="1233" y="271"/>
                    <a:pt x="1233" y="271"/>
                    <a:pt x="1233" y="271"/>
                  </a:cubicBezTo>
                  <a:cubicBezTo>
                    <a:pt x="1189" y="265"/>
                    <a:pt x="1148" y="243"/>
                    <a:pt x="1118" y="2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6" name="Freeform 211">
              <a:extLst>
                <a:ext uri="{FF2B5EF4-FFF2-40B4-BE49-F238E27FC236}">
                  <a16:creationId xmlns:a16="http://schemas.microsoft.com/office/drawing/2014/main" id="{D592438D-54B0-477B-9149-1ADD9E9E9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1863"/>
              <a:ext cx="1811" cy="376"/>
            </a:xfrm>
            <a:custGeom>
              <a:avLst/>
              <a:gdLst>
                <a:gd name="T0" fmla="*/ 4667 w 1125"/>
                <a:gd name="T1" fmla="*/ 1109 h 219"/>
                <a:gd name="T2" fmla="*/ 4693 w 1125"/>
                <a:gd name="T3" fmla="*/ 1064 h 219"/>
                <a:gd name="T4" fmla="*/ 2933 w 1125"/>
                <a:gd name="T5" fmla="*/ 683 h 219"/>
                <a:gd name="T6" fmla="*/ 21 w 1125"/>
                <a:gd name="T7" fmla="*/ 0 h 219"/>
                <a:gd name="T8" fmla="*/ 16 w 1125"/>
                <a:gd name="T9" fmla="*/ 0 h 219"/>
                <a:gd name="T10" fmla="*/ 0 w 1125"/>
                <a:gd name="T11" fmla="*/ 50 h 219"/>
                <a:gd name="T12" fmla="*/ 2912 w 1125"/>
                <a:gd name="T13" fmla="*/ 735 h 219"/>
                <a:gd name="T14" fmla="*/ 4665 w 1125"/>
                <a:gd name="T15" fmla="*/ 1109 h 219"/>
                <a:gd name="T16" fmla="*/ 4667 w 1125"/>
                <a:gd name="T17" fmla="*/ 1109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5" h="219">
                  <a:moveTo>
                    <a:pt x="1119" y="219"/>
                  </a:moveTo>
                  <a:cubicBezTo>
                    <a:pt x="1125" y="210"/>
                    <a:pt x="1125" y="210"/>
                    <a:pt x="1125" y="210"/>
                  </a:cubicBezTo>
                  <a:cubicBezTo>
                    <a:pt x="1085" y="204"/>
                    <a:pt x="799" y="154"/>
                    <a:pt x="703" y="135"/>
                  </a:cubicBezTo>
                  <a:cubicBezTo>
                    <a:pt x="613" y="116"/>
                    <a:pt x="190" y="35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85" y="46"/>
                    <a:pt x="608" y="127"/>
                    <a:pt x="698" y="145"/>
                  </a:cubicBezTo>
                  <a:cubicBezTo>
                    <a:pt x="796" y="165"/>
                    <a:pt x="1090" y="215"/>
                    <a:pt x="1118" y="219"/>
                  </a:cubicBezTo>
                  <a:lnTo>
                    <a:pt x="1119" y="21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7" name="Freeform 212">
              <a:extLst>
                <a:ext uri="{FF2B5EF4-FFF2-40B4-BE49-F238E27FC236}">
                  <a16:creationId xmlns:a16="http://schemas.microsoft.com/office/drawing/2014/main" id="{3A8559C1-0D39-41F6-8BB5-9EE3D77B8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1371"/>
              <a:ext cx="1833" cy="394"/>
            </a:xfrm>
            <a:custGeom>
              <a:avLst/>
              <a:gdLst>
                <a:gd name="T0" fmla="*/ 5 w 1139"/>
                <a:gd name="T1" fmla="*/ 62 h 230"/>
                <a:gd name="T2" fmla="*/ 13 w 1139"/>
                <a:gd name="T3" fmla="*/ 65 h 230"/>
                <a:gd name="T4" fmla="*/ 29 w 1139"/>
                <a:gd name="T5" fmla="*/ 65 h 230"/>
                <a:gd name="T6" fmla="*/ 34 w 1139"/>
                <a:gd name="T7" fmla="*/ 65 h 230"/>
                <a:gd name="T8" fmla="*/ 1513 w 1139"/>
                <a:gd name="T9" fmla="*/ 428 h 230"/>
                <a:gd name="T10" fmla="*/ 1637 w 1139"/>
                <a:gd name="T11" fmla="*/ 457 h 230"/>
                <a:gd name="T12" fmla="*/ 1701 w 1139"/>
                <a:gd name="T13" fmla="*/ 507 h 230"/>
                <a:gd name="T14" fmla="*/ 2066 w 1139"/>
                <a:gd name="T15" fmla="*/ 819 h 230"/>
                <a:gd name="T16" fmla="*/ 2385 w 1139"/>
                <a:gd name="T17" fmla="*/ 853 h 230"/>
                <a:gd name="T18" fmla="*/ 2660 w 1139"/>
                <a:gd name="T19" fmla="*/ 874 h 230"/>
                <a:gd name="T20" fmla="*/ 2976 w 1139"/>
                <a:gd name="T21" fmla="*/ 971 h 230"/>
                <a:gd name="T22" fmla="*/ 3167 w 1139"/>
                <a:gd name="T23" fmla="*/ 959 h 230"/>
                <a:gd name="T24" fmla="*/ 3310 w 1139"/>
                <a:gd name="T25" fmla="*/ 874 h 230"/>
                <a:gd name="T26" fmla="*/ 3371 w 1139"/>
                <a:gd name="T27" fmla="*/ 839 h 230"/>
                <a:gd name="T28" fmla="*/ 3452 w 1139"/>
                <a:gd name="T29" fmla="*/ 860 h 230"/>
                <a:gd name="T30" fmla="*/ 3452 w 1139"/>
                <a:gd name="T31" fmla="*/ 860 h 230"/>
                <a:gd name="T32" fmla="*/ 4179 w 1139"/>
                <a:gd name="T33" fmla="*/ 1021 h 230"/>
                <a:gd name="T34" fmla="*/ 4179 w 1139"/>
                <a:gd name="T35" fmla="*/ 1021 h 230"/>
                <a:gd name="T36" fmla="*/ 4207 w 1139"/>
                <a:gd name="T37" fmla="*/ 1024 h 230"/>
                <a:gd name="T38" fmla="*/ 4207 w 1139"/>
                <a:gd name="T39" fmla="*/ 1030 h 230"/>
                <a:gd name="T40" fmla="*/ 4226 w 1139"/>
                <a:gd name="T41" fmla="*/ 1036 h 230"/>
                <a:gd name="T42" fmla="*/ 4229 w 1139"/>
                <a:gd name="T43" fmla="*/ 1036 h 230"/>
                <a:gd name="T44" fmla="*/ 4247 w 1139"/>
                <a:gd name="T45" fmla="*/ 1042 h 230"/>
                <a:gd name="T46" fmla="*/ 4250 w 1139"/>
                <a:gd name="T47" fmla="*/ 1042 h 230"/>
                <a:gd name="T48" fmla="*/ 4268 w 1139"/>
                <a:gd name="T49" fmla="*/ 1045 h 230"/>
                <a:gd name="T50" fmla="*/ 4273 w 1139"/>
                <a:gd name="T51" fmla="*/ 1045 h 230"/>
                <a:gd name="T52" fmla="*/ 4284 w 1139"/>
                <a:gd name="T53" fmla="*/ 1045 h 230"/>
                <a:gd name="T54" fmla="*/ 4289 w 1139"/>
                <a:gd name="T55" fmla="*/ 1050 h 230"/>
                <a:gd name="T56" fmla="*/ 4302 w 1139"/>
                <a:gd name="T57" fmla="*/ 1050 h 230"/>
                <a:gd name="T58" fmla="*/ 4305 w 1139"/>
                <a:gd name="T59" fmla="*/ 1050 h 230"/>
                <a:gd name="T60" fmla="*/ 4315 w 1139"/>
                <a:gd name="T61" fmla="*/ 1057 h 230"/>
                <a:gd name="T62" fmla="*/ 4318 w 1139"/>
                <a:gd name="T63" fmla="*/ 1057 h 230"/>
                <a:gd name="T64" fmla="*/ 4326 w 1139"/>
                <a:gd name="T65" fmla="*/ 1059 h 230"/>
                <a:gd name="T66" fmla="*/ 4331 w 1139"/>
                <a:gd name="T67" fmla="*/ 1059 h 230"/>
                <a:gd name="T68" fmla="*/ 4335 w 1139"/>
                <a:gd name="T69" fmla="*/ 1059 h 230"/>
                <a:gd name="T70" fmla="*/ 4339 w 1139"/>
                <a:gd name="T71" fmla="*/ 1059 h 230"/>
                <a:gd name="T72" fmla="*/ 4344 w 1139"/>
                <a:gd name="T73" fmla="*/ 1066 h 230"/>
                <a:gd name="T74" fmla="*/ 4348 w 1139"/>
                <a:gd name="T75" fmla="*/ 1066 h 230"/>
                <a:gd name="T76" fmla="*/ 4352 w 1139"/>
                <a:gd name="T77" fmla="*/ 1066 h 230"/>
                <a:gd name="T78" fmla="*/ 4747 w 1139"/>
                <a:gd name="T79" fmla="*/ 1156 h 230"/>
                <a:gd name="T80" fmla="*/ 4735 w 1139"/>
                <a:gd name="T81" fmla="*/ 1091 h 230"/>
                <a:gd name="T82" fmla="*/ 4092 w 1139"/>
                <a:gd name="T83" fmla="*/ 951 h 230"/>
                <a:gd name="T84" fmla="*/ 3206 w 1139"/>
                <a:gd name="T85" fmla="*/ 754 h 230"/>
                <a:gd name="T86" fmla="*/ 2567 w 1139"/>
                <a:gd name="T87" fmla="*/ 552 h 230"/>
                <a:gd name="T88" fmla="*/ 1743 w 1139"/>
                <a:gd name="T89" fmla="*/ 428 h 230"/>
                <a:gd name="T90" fmla="*/ 0 w 1139"/>
                <a:gd name="T91" fmla="*/ 0 h 230"/>
                <a:gd name="T92" fmla="*/ 0 w 1139"/>
                <a:gd name="T93" fmla="*/ 62 h 230"/>
                <a:gd name="T94" fmla="*/ 5 w 1139"/>
                <a:gd name="T95" fmla="*/ 62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39" h="230">
                  <a:moveTo>
                    <a:pt x="1" y="12"/>
                  </a:moveTo>
                  <a:cubicBezTo>
                    <a:pt x="1" y="12"/>
                    <a:pt x="2" y="12"/>
                    <a:pt x="3" y="13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51" y="22"/>
                    <a:pt x="259" y="64"/>
                    <a:pt x="363" y="85"/>
                  </a:cubicBezTo>
                  <a:cubicBezTo>
                    <a:pt x="374" y="88"/>
                    <a:pt x="384" y="90"/>
                    <a:pt x="393" y="91"/>
                  </a:cubicBezTo>
                  <a:cubicBezTo>
                    <a:pt x="399" y="94"/>
                    <a:pt x="406" y="96"/>
                    <a:pt x="408" y="101"/>
                  </a:cubicBezTo>
                  <a:cubicBezTo>
                    <a:pt x="438" y="147"/>
                    <a:pt x="466" y="147"/>
                    <a:pt x="496" y="163"/>
                  </a:cubicBezTo>
                  <a:cubicBezTo>
                    <a:pt x="526" y="180"/>
                    <a:pt x="540" y="170"/>
                    <a:pt x="572" y="170"/>
                  </a:cubicBezTo>
                  <a:cubicBezTo>
                    <a:pt x="604" y="170"/>
                    <a:pt x="602" y="164"/>
                    <a:pt x="638" y="174"/>
                  </a:cubicBezTo>
                  <a:cubicBezTo>
                    <a:pt x="674" y="184"/>
                    <a:pt x="688" y="194"/>
                    <a:pt x="714" y="193"/>
                  </a:cubicBezTo>
                  <a:cubicBezTo>
                    <a:pt x="740" y="191"/>
                    <a:pt x="744" y="193"/>
                    <a:pt x="760" y="191"/>
                  </a:cubicBezTo>
                  <a:cubicBezTo>
                    <a:pt x="773" y="189"/>
                    <a:pt x="786" y="181"/>
                    <a:pt x="794" y="174"/>
                  </a:cubicBezTo>
                  <a:cubicBezTo>
                    <a:pt x="797" y="171"/>
                    <a:pt x="801" y="168"/>
                    <a:pt x="809" y="167"/>
                  </a:cubicBezTo>
                  <a:cubicBezTo>
                    <a:pt x="815" y="168"/>
                    <a:pt x="822" y="170"/>
                    <a:pt x="828" y="171"/>
                  </a:cubicBezTo>
                  <a:cubicBezTo>
                    <a:pt x="828" y="171"/>
                    <a:pt x="828" y="171"/>
                    <a:pt x="828" y="171"/>
                  </a:cubicBezTo>
                  <a:cubicBezTo>
                    <a:pt x="897" y="183"/>
                    <a:pt x="962" y="195"/>
                    <a:pt x="1003" y="203"/>
                  </a:cubicBezTo>
                  <a:cubicBezTo>
                    <a:pt x="1003" y="203"/>
                    <a:pt x="1003" y="203"/>
                    <a:pt x="1003" y="203"/>
                  </a:cubicBezTo>
                  <a:cubicBezTo>
                    <a:pt x="1005" y="204"/>
                    <a:pt x="1007" y="204"/>
                    <a:pt x="1009" y="204"/>
                  </a:cubicBezTo>
                  <a:cubicBezTo>
                    <a:pt x="1009" y="204"/>
                    <a:pt x="1009" y="205"/>
                    <a:pt x="1009" y="205"/>
                  </a:cubicBezTo>
                  <a:cubicBezTo>
                    <a:pt x="1011" y="205"/>
                    <a:pt x="1013" y="205"/>
                    <a:pt x="1014" y="206"/>
                  </a:cubicBezTo>
                  <a:cubicBezTo>
                    <a:pt x="1014" y="206"/>
                    <a:pt x="1015" y="206"/>
                    <a:pt x="1015" y="206"/>
                  </a:cubicBezTo>
                  <a:cubicBezTo>
                    <a:pt x="1016" y="206"/>
                    <a:pt x="1018" y="206"/>
                    <a:pt x="1019" y="207"/>
                  </a:cubicBezTo>
                  <a:cubicBezTo>
                    <a:pt x="1020" y="207"/>
                    <a:pt x="1020" y="207"/>
                    <a:pt x="1020" y="207"/>
                  </a:cubicBezTo>
                  <a:cubicBezTo>
                    <a:pt x="1022" y="207"/>
                    <a:pt x="1023" y="207"/>
                    <a:pt x="1024" y="208"/>
                  </a:cubicBezTo>
                  <a:cubicBezTo>
                    <a:pt x="1024" y="208"/>
                    <a:pt x="1025" y="208"/>
                    <a:pt x="1025" y="208"/>
                  </a:cubicBezTo>
                  <a:cubicBezTo>
                    <a:pt x="1026" y="208"/>
                    <a:pt x="1027" y="208"/>
                    <a:pt x="1028" y="208"/>
                  </a:cubicBezTo>
                  <a:cubicBezTo>
                    <a:pt x="1029" y="208"/>
                    <a:pt x="1029" y="209"/>
                    <a:pt x="1029" y="209"/>
                  </a:cubicBezTo>
                  <a:cubicBezTo>
                    <a:pt x="1030" y="209"/>
                    <a:pt x="1031" y="209"/>
                    <a:pt x="1032" y="209"/>
                  </a:cubicBezTo>
                  <a:cubicBezTo>
                    <a:pt x="1032" y="209"/>
                    <a:pt x="1033" y="209"/>
                    <a:pt x="1033" y="209"/>
                  </a:cubicBezTo>
                  <a:cubicBezTo>
                    <a:pt x="1034" y="210"/>
                    <a:pt x="1035" y="210"/>
                    <a:pt x="1035" y="210"/>
                  </a:cubicBezTo>
                  <a:cubicBezTo>
                    <a:pt x="1036" y="210"/>
                    <a:pt x="1036" y="210"/>
                    <a:pt x="1036" y="210"/>
                  </a:cubicBezTo>
                  <a:cubicBezTo>
                    <a:pt x="1037" y="210"/>
                    <a:pt x="1038" y="210"/>
                    <a:pt x="1038" y="211"/>
                  </a:cubicBezTo>
                  <a:cubicBezTo>
                    <a:pt x="1038" y="211"/>
                    <a:pt x="1039" y="211"/>
                    <a:pt x="1039" y="211"/>
                  </a:cubicBezTo>
                  <a:cubicBezTo>
                    <a:pt x="1039" y="211"/>
                    <a:pt x="1040" y="211"/>
                    <a:pt x="1040" y="211"/>
                  </a:cubicBezTo>
                  <a:cubicBezTo>
                    <a:pt x="1041" y="211"/>
                    <a:pt x="1041" y="211"/>
                    <a:pt x="1041" y="211"/>
                  </a:cubicBezTo>
                  <a:cubicBezTo>
                    <a:pt x="1042" y="211"/>
                    <a:pt x="1042" y="211"/>
                    <a:pt x="1042" y="212"/>
                  </a:cubicBezTo>
                  <a:cubicBezTo>
                    <a:pt x="1042" y="212"/>
                    <a:pt x="1043" y="212"/>
                    <a:pt x="1043" y="212"/>
                  </a:cubicBezTo>
                  <a:cubicBezTo>
                    <a:pt x="1043" y="212"/>
                    <a:pt x="1043" y="212"/>
                    <a:pt x="1044" y="212"/>
                  </a:cubicBezTo>
                  <a:cubicBezTo>
                    <a:pt x="1094" y="221"/>
                    <a:pt x="1127" y="227"/>
                    <a:pt x="1139" y="230"/>
                  </a:cubicBezTo>
                  <a:cubicBezTo>
                    <a:pt x="1136" y="217"/>
                    <a:pt x="1136" y="217"/>
                    <a:pt x="1136" y="217"/>
                  </a:cubicBezTo>
                  <a:cubicBezTo>
                    <a:pt x="1117" y="214"/>
                    <a:pt x="1061" y="203"/>
                    <a:pt x="982" y="189"/>
                  </a:cubicBezTo>
                  <a:cubicBezTo>
                    <a:pt x="952" y="183"/>
                    <a:pt x="857" y="166"/>
                    <a:pt x="769" y="150"/>
                  </a:cubicBezTo>
                  <a:cubicBezTo>
                    <a:pt x="703" y="137"/>
                    <a:pt x="643" y="116"/>
                    <a:pt x="616" y="110"/>
                  </a:cubicBezTo>
                  <a:cubicBezTo>
                    <a:pt x="552" y="99"/>
                    <a:pt x="483" y="97"/>
                    <a:pt x="418" y="85"/>
                  </a:cubicBezTo>
                  <a:cubicBezTo>
                    <a:pt x="314" y="65"/>
                    <a:pt x="18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1" y="12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8" name="Freeform 213">
              <a:extLst>
                <a:ext uri="{FF2B5EF4-FFF2-40B4-BE49-F238E27FC236}">
                  <a16:creationId xmlns:a16="http://schemas.microsoft.com/office/drawing/2014/main" id="{72344CEE-0FC3-4175-BD9D-8A2FF3AEF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1371"/>
              <a:ext cx="1833" cy="394"/>
            </a:xfrm>
            <a:custGeom>
              <a:avLst/>
              <a:gdLst>
                <a:gd name="T0" fmla="*/ 5 w 1139"/>
                <a:gd name="T1" fmla="*/ 62 h 230"/>
                <a:gd name="T2" fmla="*/ 13 w 1139"/>
                <a:gd name="T3" fmla="*/ 65 h 230"/>
                <a:gd name="T4" fmla="*/ 29 w 1139"/>
                <a:gd name="T5" fmla="*/ 65 h 230"/>
                <a:gd name="T6" fmla="*/ 34 w 1139"/>
                <a:gd name="T7" fmla="*/ 65 h 230"/>
                <a:gd name="T8" fmla="*/ 1513 w 1139"/>
                <a:gd name="T9" fmla="*/ 428 h 230"/>
                <a:gd name="T10" fmla="*/ 1637 w 1139"/>
                <a:gd name="T11" fmla="*/ 457 h 230"/>
                <a:gd name="T12" fmla="*/ 1701 w 1139"/>
                <a:gd name="T13" fmla="*/ 507 h 230"/>
                <a:gd name="T14" fmla="*/ 2066 w 1139"/>
                <a:gd name="T15" fmla="*/ 819 h 230"/>
                <a:gd name="T16" fmla="*/ 2385 w 1139"/>
                <a:gd name="T17" fmla="*/ 853 h 230"/>
                <a:gd name="T18" fmla="*/ 2660 w 1139"/>
                <a:gd name="T19" fmla="*/ 874 h 230"/>
                <a:gd name="T20" fmla="*/ 2976 w 1139"/>
                <a:gd name="T21" fmla="*/ 971 h 230"/>
                <a:gd name="T22" fmla="*/ 3167 w 1139"/>
                <a:gd name="T23" fmla="*/ 959 h 230"/>
                <a:gd name="T24" fmla="*/ 3310 w 1139"/>
                <a:gd name="T25" fmla="*/ 874 h 230"/>
                <a:gd name="T26" fmla="*/ 3371 w 1139"/>
                <a:gd name="T27" fmla="*/ 839 h 230"/>
                <a:gd name="T28" fmla="*/ 3452 w 1139"/>
                <a:gd name="T29" fmla="*/ 860 h 230"/>
                <a:gd name="T30" fmla="*/ 3452 w 1139"/>
                <a:gd name="T31" fmla="*/ 860 h 230"/>
                <a:gd name="T32" fmla="*/ 4179 w 1139"/>
                <a:gd name="T33" fmla="*/ 1021 h 230"/>
                <a:gd name="T34" fmla="*/ 4179 w 1139"/>
                <a:gd name="T35" fmla="*/ 1021 h 230"/>
                <a:gd name="T36" fmla="*/ 4207 w 1139"/>
                <a:gd name="T37" fmla="*/ 1024 h 230"/>
                <a:gd name="T38" fmla="*/ 4207 w 1139"/>
                <a:gd name="T39" fmla="*/ 1030 h 230"/>
                <a:gd name="T40" fmla="*/ 4226 w 1139"/>
                <a:gd name="T41" fmla="*/ 1036 h 230"/>
                <a:gd name="T42" fmla="*/ 4229 w 1139"/>
                <a:gd name="T43" fmla="*/ 1036 h 230"/>
                <a:gd name="T44" fmla="*/ 4247 w 1139"/>
                <a:gd name="T45" fmla="*/ 1042 h 230"/>
                <a:gd name="T46" fmla="*/ 4250 w 1139"/>
                <a:gd name="T47" fmla="*/ 1042 h 230"/>
                <a:gd name="T48" fmla="*/ 4268 w 1139"/>
                <a:gd name="T49" fmla="*/ 1045 h 230"/>
                <a:gd name="T50" fmla="*/ 4273 w 1139"/>
                <a:gd name="T51" fmla="*/ 1045 h 230"/>
                <a:gd name="T52" fmla="*/ 4284 w 1139"/>
                <a:gd name="T53" fmla="*/ 1045 h 230"/>
                <a:gd name="T54" fmla="*/ 4289 w 1139"/>
                <a:gd name="T55" fmla="*/ 1050 h 230"/>
                <a:gd name="T56" fmla="*/ 4302 w 1139"/>
                <a:gd name="T57" fmla="*/ 1050 h 230"/>
                <a:gd name="T58" fmla="*/ 4305 w 1139"/>
                <a:gd name="T59" fmla="*/ 1050 h 230"/>
                <a:gd name="T60" fmla="*/ 4315 w 1139"/>
                <a:gd name="T61" fmla="*/ 1057 h 230"/>
                <a:gd name="T62" fmla="*/ 4318 w 1139"/>
                <a:gd name="T63" fmla="*/ 1057 h 230"/>
                <a:gd name="T64" fmla="*/ 4326 w 1139"/>
                <a:gd name="T65" fmla="*/ 1059 h 230"/>
                <a:gd name="T66" fmla="*/ 4331 w 1139"/>
                <a:gd name="T67" fmla="*/ 1059 h 230"/>
                <a:gd name="T68" fmla="*/ 4335 w 1139"/>
                <a:gd name="T69" fmla="*/ 1059 h 230"/>
                <a:gd name="T70" fmla="*/ 4339 w 1139"/>
                <a:gd name="T71" fmla="*/ 1059 h 230"/>
                <a:gd name="T72" fmla="*/ 4344 w 1139"/>
                <a:gd name="T73" fmla="*/ 1066 h 230"/>
                <a:gd name="T74" fmla="*/ 4348 w 1139"/>
                <a:gd name="T75" fmla="*/ 1066 h 230"/>
                <a:gd name="T76" fmla="*/ 4352 w 1139"/>
                <a:gd name="T77" fmla="*/ 1066 h 230"/>
                <a:gd name="T78" fmla="*/ 4747 w 1139"/>
                <a:gd name="T79" fmla="*/ 1156 h 230"/>
                <a:gd name="T80" fmla="*/ 4735 w 1139"/>
                <a:gd name="T81" fmla="*/ 1091 h 230"/>
                <a:gd name="T82" fmla="*/ 4092 w 1139"/>
                <a:gd name="T83" fmla="*/ 951 h 230"/>
                <a:gd name="T84" fmla="*/ 3206 w 1139"/>
                <a:gd name="T85" fmla="*/ 754 h 230"/>
                <a:gd name="T86" fmla="*/ 2567 w 1139"/>
                <a:gd name="T87" fmla="*/ 552 h 230"/>
                <a:gd name="T88" fmla="*/ 1743 w 1139"/>
                <a:gd name="T89" fmla="*/ 428 h 230"/>
                <a:gd name="T90" fmla="*/ 0 w 1139"/>
                <a:gd name="T91" fmla="*/ 0 h 230"/>
                <a:gd name="T92" fmla="*/ 0 w 1139"/>
                <a:gd name="T93" fmla="*/ 62 h 230"/>
                <a:gd name="T94" fmla="*/ 5 w 1139"/>
                <a:gd name="T95" fmla="*/ 62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39" h="230">
                  <a:moveTo>
                    <a:pt x="1" y="12"/>
                  </a:moveTo>
                  <a:cubicBezTo>
                    <a:pt x="1" y="12"/>
                    <a:pt x="2" y="12"/>
                    <a:pt x="3" y="13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51" y="22"/>
                    <a:pt x="259" y="64"/>
                    <a:pt x="363" y="85"/>
                  </a:cubicBezTo>
                  <a:cubicBezTo>
                    <a:pt x="374" y="88"/>
                    <a:pt x="384" y="90"/>
                    <a:pt x="393" y="91"/>
                  </a:cubicBezTo>
                  <a:cubicBezTo>
                    <a:pt x="399" y="94"/>
                    <a:pt x="406" y="96"/>
                    <a:pt x="408" y="101"/>
                  </a:cubicBezTo>
                  <a:cubicBezTo>
                    <a:pt x="438" y="147"/>
                    <a:pt x="466" y="147"/>
                    <a:pt x="496" y="163"/>
                  </a:cubicBezTo>
                  <a:cubicBezTo>
                    <a:pt x="526" y="180"/>
                    <a:pt x="540" y="170"/>
                    <a:pt x="572" y="170"/>
                  </a:cubicBezTo>
                  <a:cubicBezTo>
                    <a:pt x="604" y="170"/>
                    <a:pt x="602" y="164"/>
                    <a:pt x="638" y="174"/>
                  </a:cubicBezTo>
                  <a:cubicBezTo>
                    <a:pt x="674" y="184"/>
                    <a:pt x="688" y="194"/>
                    <a:pt x="714" y="193"/>
                  </a:cubicBezTo>
                  <a:cubicBezTo>
                    <a:pt x="740" y="191"/>
                    <a:pt x="744" y="193"/>
                    <a:pt x="760" y="191"/>
                  </a:cubicBezTo>
                  <a:cubicBezTo>
                    <a:pt x="773" y="189"/>
                    <a:pt x="786" y="181"/>
                    <a:pt x="794" y="174"/>
                  </a:cubicBezTo>
                  <a:cubicBezTo>
                    <a:pt x="797" y="171"/>
                    <a:pt x="801" y="168"/>
                    <a:pt x="809" y="167"/>
                  </a:cubicBezTo>
                  <a:cubicBezTo>
                    <a:pt x="815" y="168"/>
                    <a:pt x="822" y="170"/>
                    <a:pt x="828" y="171"/>
                  </a:cubicBezTo>
                  <a:cubicBezTo>
                    <a:pt x="828" y="171"/>
                    <a:pt x="828" y="171"/>
                    <a:pt x="828" y="171"/>
                  </a:cubicBezTo>
                  <a:cubicBezTo>
                    <a:pt x="897" y="183"/>
                    <a:pt x="962" y="195"/>
                    <a:pt x="1003" y="203"/>
                  </a:cubicBezTo>
                  <a:cubicBezTo>
                    <a:pt x="1003" y="203"/>
                    <a:pt x="1003" y="203"/>
                    <a:pt x="1003" y="203"/>
                  </a:cubicBezTo>
                  <a:cubicBezTo>
                    <a:pt x="1005" y="204"/>
                    <a:pt x="1007" y="204"/>
                    <a:pt x="1009" y="204"/>
                  </a:cubicBezTo>
                  <a:cubicBezTo>
                    <a:pt x="1009" y="204"/>
                    <a:pt x="1009" y="205"/>
                    <a:pt x="1009" y="205"/>
                  </a:cubicBezTo>
                  <a:cubicBezTo>
                    <a:pt x="1011" y="205"/>
                    <a:pt x="1013" y="205"/>
                    <a:pt x="1014" y="206"/>
                  </a:cubicBezTo>
                  <a:cubicBezTo>
                    <a:pt x="1014" y="206"/>
                    <a:pt x="1015" y="206"/>
                    <a:pt x="1015" y="206"/>
                  </a:cubicBezTo>
                  <a:cubicBezTo>
                    <a:pt x="1016" y="206"/>
                    <a:pt x="1018" y="206"/>
                    <a:pt x="1019" y="207"/>
                  </a:cubicBezTo>
                  <a:cubicBezTo>
                    <a:pt x="1020" y="207"/>
                    <a:pt x="1020" y="207"/>
                    <a:pt x="1020" y="207"/>
                  </a:cubicBezTo>
                  <a:cubicBezTo>
                    <a:pt x="1022" y="207"/>
                    <a:pt x="1023" y="207"/>
                    <a:pt x="1024" y="208"/>
                  </a:cubicBezTo>
                  <a:cubicBezTo>
                    <a:pt x="1024" y="208"/>
                    <a:pt x="1025" y="208"/>
                    <a:pt x="1025" y="208"/>
                  </a:cubicBezTo>
                  <a:cubicBezTo>
                    <a:pt x="1026" y="208"/>
                    <a:pt x="1027" y="208"/>
                    <a:pt x="1028" y="208"/>
                  </a:cubicBezTo>
                  <a:cubicBezTo>
                    <a:pt x="1029" y="208"/>
                    <a:pt x="1029" y="209"/>
                    <a:pt x="1029" y="209"/>
                  </a:cubicBezTo>
                  <a:cubicBezTo>
                    <a:pt x="1030" y="209"/>
                    <a:pt x="1031" y="209"/>
                    <a:pt x="1032" y="209"/>
                  </a:cubicBezTo>
                  <a:cubicBezTo>
                    <a:pt x="1032" y="209"/>
                    <a:pt x="1033" y="209"/>
                    <a:pt x="1033" y="209"/>
                  </a:cubicBezTo>
                  <a:cubicBezTo>
                    <a:pt x="1034" y="210"/>
                    <a:pt x="1035" y="210"/>
                    <a:pt x="1035" y="210"/>
                  </a:cubicBezTo>
                  <a:cubicBezTo>
                    <a:pt x="1036" y="210"/>
                    <a:pt x="1036" y="210"/>
                    <a:pt x="1036" y="210"/>
                  </a:cubicBezTo>
                  <a:cubicBezTo>
                    <a:pt x="1037" y="210"/>
                    <a:pt x="1038" y="210"/>
                    <a:pt x="1038" y="211"/>
                  </a:cubicBezTo>
                  <a:cubicBezTo>
                    <a:pt x="1038" y="211"/>
                    <a:pt x="1039" y="211"/>
                    <a:pt x="1039" y="211"/>
                  </a:cubicBezTo>
                  <a:cubicBezTo>
                    <a:pt x="1039" y="211"/>
                    <a:pt x="1040" y="211"/>
                    <a:pt x="1040" y="211"/>
                  </a:cubicBezTo>
                  <a:cubicBezTo>
                    <a:pt x="1041" y="211"/>
                    <a:pt x="1041" y="211"/>
                    <a:pt x="1041" y="211"/>
                  </a:cubicBezTo>
                  <a:cubicBezTo>
                    <a:pt x="1042" y="211"/>
                    <a:pt x="1042" y="211"/>
                    <a:pt x="1042" y="212"/>
                  </a:cubicBezTo>
                  <a:cubicBezTo>
                    <a:pt x="1042" y="212"/>
                    <a:pt x="1043" y="212"/>
                    <a:pt x="1043" y="212"/>
                  </a:cubicBezTo>
                  <a:cubicBezTo>
                    <a:pt x="1043" y="212"/>
                    <a:pt x="1043" y="212"/>
                    <a:pt x="1044" y="212"/>
                  </a:cubicBezTo>
                  <a:cubicBezTo>
                    <a:pt x="1094" y="221"/>
                    <a:pt x="1127" y="227"/>
                    <a:pt x="1139" y="230"/>
                  </a:cubicBezTo>
                  <a:cubicBezTo>
                    <a:pt x="1136" y="217"/>
                    <a:pt x="1136" y="217"/>
                    <a:pt x="1136" y="217"/>
                  </a:cubicBezTo>
                  <a:cubicBezTo>
                    <a:pt x="1117" y="214"/>
                    <a:pt x="1061" y="203"/>
                    <a:pt x="982" y="189"/>
                  </a:cubicBezTo>
                  <a:cubicBezTo>
                    <a:pt x="952" y="183"/>
                    <a:pt x="857" y="166"/>
                    <a:pt x="769" y="150"/>
                  </a:cubicBezTo>
                  <a:cubicBezTo>
                    <a:pt x="703" y="137"/>
                    <a:pt x="643" y="116"/>
                    <a:pt x="616" y="110"/>
                  </a:cubicBezTo>
                  <a:cubicBezTo>
                    <a:pt x="552" y="99"/>
                    <a:pt x="483" y="97"/>
                    <a:pt x="418" y="85"/>
                  </a:cubicBezTo>
                  <a:cubicBezTo>
                    <a:pt x="314" y="65"/>
                    <a:pt x="18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1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Freeform 214">
              <a:extLst>
                <a:ext uri="{FF2B5EF4-FFF2-40B4-BE49-F238E27FC236}">
                  <a16:creationId xmlns:a16="http://schemas.microsoft.com/office/drawing/2014/main" id="{CB2B80E5-8C4A-49FA-9A01-2FEB71471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1276"/>
              <a:ext cx="173" cy="604"/>
            </a:xfrm>
            <a:custGeom>
              <a:avLst/>
              <a:gdLst>
                <a:gd name="T0" fmla="*/ 107 w 108"/>
                <a:gd name="T1" fmla="*/ 0 h 352"/>
                <a:gd name="T2" fmla="*/ 95 w 108"/>
                <a:gd name="T3" fmla="*/ 379 h 352"/>
                <a:gd name="T4" fmla="*/ 260 w 108"/>
                <a:gd name="T5" fmla="*/ 424 h 352"/>
                <a:gd name="T6" fmla="*/ 436 w 108"/>
                <a:gd name="T7" fmla="*/ 959 h 352"/>
                <a:gd name="T8" fmla="*/ 231 w 108"/>
                <a:gd name="T9" fmla="*/ 1481 h 352"/>
                <a:gd name="T10" fmla="*/ 82 w 108"/>
                <a:gd name="T11" fmla="*/ 1448 h 352"/>
                <a:gd name="T12" fmla="*/ 0 w 108"/>
                <a:gd name="T13" fmla="*/ 1778 h 3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352">
                  <a:moveTo>
                    <a:pt x="26" y="0"/>
                  </a:moveTo>
                  <a:cubicBezTo>
                    <a:pt x="23" y="75"/>
                    <a:pt x="23" y="75"/>
                    <a:pt x="23" y="75"/>
                  </a:cubicBezTo>
                  <a:cubicBezTo>
                    <a:pt x="63" y="84"/>
                    <a:pt x="63" y="84"/>
                    <a:pt x="63" y="84"/>
                  </a:cubicBezTo>
                  <a:cubicBezTo>
                    <a:pt x="92" y="102"/>
                    <a:pt x="105" y="145"/>
                    <a:pt x="106" y="190"/>
                  </a:cubicBezTo>
                  <a:cubicBezTo>
                    <a:pt x="108" y="230"/>
                    <a:pt x="86" y="272"/>
                    <a:pt x="56" y="293"/>
                  </a:cubicBezTo>
                  <a:cubicBezTo>
                    <a:pt x="20" y="287"/>
                    <a:pt x="20" y="287"/>
                    <a:pt x="20" y="287"/>
                  </a:cubicBezTo>
                  <a:cubicBezTo>
                    <a:pt x="0" y="352"/>
                    <a:pt x="0" y="352"/>
                    <a:pt x="0" y="3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0" name="Freeform 215">
              <a:extLst>
                <a:ext uri="{FF2B5EF4-FFF2-40B4-BE49-F238E27FC236}">
                  <a16:creationId xmlns:a16="http://schemas.microsoft.com/office/drawing/2014/main" id="{72F98525-6E01-4201-AC4E-616EFBE44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515"/>
              <a:ext cx="64" cy="34"/>
            </a:xfrm>
            <a:custGeom>
              <a:avLst/>
              <a:gdLst>
                <a:gd name="T0" fmla="*/ 0 w 40"/>
                <a:gd name="T1" fmla="*/ 75 h 20"/>
                <a:gd name="T2" fmla="*/ 163 w 40"/>
                <a:gd name="T3" fmla="*/ 9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0">
                  <a:moveTo>
                    <a:pt x="0" y="15"/>
                  </a:moveTo>
                  <a:cubicBezTo>
                    <a:pt x="8" y="0"/>
                    <a:pt x="33" y="9"/>
                    <a:pt x="40" y="2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1" name="Freeform 216">
              <a:extLst>
                <a:ext uri="{FF2B5EF4-FFF2-40B4-BE49-F238E27FC236}">
                  <a16:creationId xmlns:a16="http://schemas.microsoft.com/office/drawing/2014/main" id="{31C3FD20-E96B-4680-963F-18C66F788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539"/>
              <a:ext cx="42" cy="19"/>
            </a:xfrm>
            <a:custGeom>
              <a:avLst/>
              <a:gdLst>
                <a:gd name="T0" fmla="*/ 0 w 26"/>
                <a:gd name="T1" fmla="*/ 57 h 11"/>
                <a:gd name="T2" fmla="*/ 110 w 26"/>
                <a:gd name="T3" fmla="*/ 4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4" y="0"/>
                    <a:pt x="18" y="5"/>
                    <a:pt x="26" y="8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Freeform 217">
              <a:extLst>
                <a:ext uri="{FF2B5EF4-FFF2-40B4-BE49-F238E27FC236}">
                  <a16:creationId xmlns:a16="http://schemas.microsoft.com/office/drawing/2014/main" id="{6C6B9BA0-83D6-490C-A5DC-6E616E9FB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82"/>
              <a:ext cx="48" cy="43"/>
            </a:xfrm>
            <a:custGeom>
              <a:avLst/>
              <a:gdLst>
                <a:gd name="T0" fmla="*/ 13 w 30"/>
                <a:gd name="T1" fmla="*/ 0 h 25"/>
                <a:gd name="T2" fmla="*/ 123 w 30"/>
                <a:gd name="T3" fmla="*/ 9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5">
                  <a:moveTo>
                    <a:pt x="3" y="0"/>
                  </a:moveTo>
                  <a:cubicBezTo>
                    <a:pt x="0" y="15"/>
                    <a:pt x="17" y="25"/>
                    <a:pt x="30" y="18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Freeform 218">
              <a:extLst>
                <a:ext uri="{FF2B5EF4-FFF2-40B4-BE49-F238E27FC236}">
                  <a16:creationId xmlns:a16="http://schemas.microsoft.com/office/drawing/2014/main" id="{F2D14062-D98D-4821-994B-619380A14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601"/>
              <a:ext cx="25" cy="29"/>
            </a:xfrm>
            <a:custGeom>
              <a:avLst/>
              <a:gdLst>
                <a:gd name="T0" fmla="*/ 5 w 16"/>
                <a:gd name="T1" fmla="*/ 0 h 17"/>
                <a:gd name="T2" fmla="*/ 61 w 16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" y="0"/>
                  </a:moveTo>
                  <a:cubicBezTo>
                    <a:pt x="0" y="10"/>
                    <a:pt x="6" y="16"/>
                    <a:pt x="16" y="1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4" name="Freeform 219">
              <a:extLst>
                <a:ext uri="{FF2B5EF4-FFF2-40B4-BE49-F238E27FC236}">
                  <a16:creationId xmlns:a16="http://schemas.microsoft.com/office/drawing/2014/main" id="{7D0724E0-05F2-404A-9C52-154AF07EF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547"/>
              <a:ext cx="69" cy="35"/>
            </a:xfrm>
            <a:custGeom>
              <a:avLst/>
              <a:gdLst>
                <a:gd name="T0" fmla="*/ 0 w 43"/>
                <a:gd name="T1" fmla="*/ 70 h 20"/>
                <a:gd name="T2" fmla="*/ 178 w 43"/>
                <a:gd name="T3" fmla="*/ 10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13"/>
                  </a:moveTo>
                  <a:cubicBezTo>
                    <a:pt x="12" y="0"/>
                    <a:pt x="35" y="6"/>
                    <a:pt x="43" y="2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5" name="Freeform 220">
              <a:extLst>
                <a:ext uri="{FF2B5EF4-FFF2-40B4-BE49-F238E27FC236}">
                  <a16:creationId xmlns:a16="http://schemas.microsoft.com/office/drawing/2014/main" id="{AE4F24AF-3C5C-4DE5-A652-2EA6C65EB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573"/>
              <a:ext cx="58" cy="34"/>
            </a:xfrm>
            <a:custGeom>
              <a:avLst/>
              <a:gdLst>
                <a:gd name="T0" fmla="*/ 0 w 36"/>
                <a:gd name="T1" fmla="*/ 41 h 20"/>
                <a:gd name="T2" fmla="*/ 150 w 36"/>
                <a:gd name="T3" fmla="*/ 9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0">
                  <a:moveTo>
                    <a:pt x="0" y="8"/>
                  </a:moveTo>
                  <a:cubicBezTo>
                    <a:pt x="15" y="0"/>
                    <a:pt x="29" y="7"/>
                    <a:pt x="36" y="2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6" name="Freeform 221">
              <a:extLst>
                <a:ext uri="{FF2B5EF4-FFF2-40B4-BE49-F238E27FC236}">
                  <a16:creationId xmlns:a16="http://schemas.microsoft.com/office/drawing/2014/main" id="{2A1F038F-7F0E-45EF-89D5-37E42AFC2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633"/>
              <a:ext cx="65" cy="28"/>
            </a:xfrm>
            <a:custGeom>
              <a:avLst/>
              <a:gdLst>
                <a:gd name="T0" fmla="*/ 0 w 40"/>
                <a:gd name="T1" fmla="*/ 37 h 16"/>
                <a:gd name="T2" fmla="*/ 172 w 4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6">
                  <a:moveTo>
                    <a:pt x="0" y="7"/>
                  </a:moveTo>
                  <a:cubicBezTo>
                    <a:pt x="9" y="16"/>
                    <a:pt x="39" y="15"/>
                    <a:pt x="40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7" name="Freeform 222">
              <a:extLst>
                <a:ext uri="{FF2B5EF4-FFF2-40B4-BE49-F238E27FC236}">
                  <a16:creationId xmlns:a16="http://schemas.microsoft.com/office/drawing/2014/main" id="{6D9CE825-F388-4B9C-A7B9-A3BCC7C95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618"/>
              <a:ext cx="45" cy="22"/>
            </a:xfrm>
            <a:custGeom>
              <a:avLst/>
              <a:gdLst>
                <a:gd name="T0" fmla="*/ 0 w 28"/>
                <a:gd name="T1" fmla="*/ 0 h 13"/>
                <a:gd name="T2" fmla="*/ 116 w 28"/>
                <a:gd name="T3" fmla="*/ 4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4" y="11"/>
                    <a:pt x="18" y="13"/>
                    <a:pt x="28" y="9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Freeform 223">
              <a:extLst>
                <a:ext uri="{FF2B5EF4-FFF2-40B4-BE49-F238E27FC236}">
                  <a16:creationId xmlns:a16="http://schemas.microsoft.com/office/drawing/2014/main" id="{EC570642-A197-4794-8E99-72BEBA2AD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642"/>
              <a:ext cx="59" cy="31"/>
            </a:xfrm>
            <a:custGeom>
              <a:avLst/>
              <a:gdLst>
                <a:gd name="T0" fmla="*/ 0 w 37"/>
                <a:gd name="T1" fmla="*/ 0 h 18"/>
                <a:gd name="T2" fmla="*/ 150 w 37"/>
                <a:gd name="T3" fmla="*/ 5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8">
                  <a:moveTo>
                    <a:pt x="0" y="0"/>
                  </a:moveTo>
                  <a:cubicBezTo>
                    <a:pt x="6" y="13"/>
                    <a:pt x="24" y="18"/>
                    <a:pt x="37" y="1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224">
              <a:extLst>
                <a:ext uri="{FF2B5EF4-FFF2-40B4-BE49-F238E27FC236}">
                  <a16:creationId xmlns:a16="http://schemas.microsoft.com/office/drawing/2014/main" id="{3D6C6676-37DB-4877-87A6-D64CFAA4C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650"/>
              <a:ext cx="29" cy="29"/>
            </a:xfrm>
            <a:custGeom>
              <a:avLst/>
              <a:gdLst>
                <a:gd name="T0" fmla="*/ 0 w 18"/>
                <a:gd name="T1" fmla="*/ 0 h 17"/>
                <a:gd name="T2" fmla="*/ 76 w 18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0"/>
                  </a:moveTo>
                  <a:cubicBezTo>
                    <a:pt x="2" y="9"/>
                    <a:pt x="8" y="17"/>
                    <a:pt x="18" y="1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Freeform 225">
              <a:extLst>
                <a:ext uri="{FF2B5EF4-FFF2-40B4-BE49-F238E27FC236}">
                  <a16:creationId xmlns:a16="http://schemas.microsoft.com/office/drawing/2014/main" id="{E9544834-13F6-4298-A587-FAC673EEF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599"/>
              <a:ext cx="64" cy="41"/>
            </a:xfrm>
            <a:custGeom>
              <a:avLst/>
              <a:gdLst>
                <a:gd name="T0" fmla="*/ 0 w 40"/>
                <a:gd name="T1" fmla="*/ 26 h 24"/>
                <a:gd name="T2" fmla="*/ 82 w 40"/>
                <a:gd name="T3" fmla="*/ 29 h 24"/>
                <a:gd name="T4" fmla="*/ 163 w 40"/>
                <a:gd name="T5" fmla="*/ 1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0" y="5"/>
                  </a:moveTo>
                  <a:cubicBezTo>
                    <a:pt x="4" y="0"/>
                    <a:pt x="15" y="4"/>
                    <a:pt x="20" y="6"/>
                  </a:cubicBezTo>
                  <a:cubicBezTo>
                    <a:pt x="29" y="9"/>
                    <a:pt x="37" y="15"/>
                    <a:pt x="40" y="2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1" name="Freeform 226">
              <a:extLst>
                <a:ext uri="{FF2B5EF4-FFF2-40B4-BE49-F238E27FC236}">
                  <a16:creationId xmlns:a16="http://schemas.microsoft.com/office/drawing/2014/main" id="{E8C5FEB7-55C7-47D9-9961-D0AA41D29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638"/>
              <a:ext cx="33" cy="35"/>
            </a:xfrm>
            <a:custGeom>
              <a:avLst/>
              <a:gdLst>
                <a:gd name="T0" fmla="*/ 0 w 21"/>
                <a:gd name="T1" fmla="*/ 0 h 20"/>
                <a:gd name="T2" fmla="*/ 82 w 21"/>
                <a:gd name="T3" fmla="*/ 10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9" y="1"/>
                    <a:pt x="20" y="10"/>
                    <a:pt x="21" y="2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2" name="Freeform 227">
              <a:extLst>
                <a:ext uri="{FF2B5EF4-FFF2-40B4-BE49-F238E27FC236}">
                  <a16:creationId xmlns:a16="http://schemas.microsoft.com/office/drawing/2014/main" id="{82F9B886-0533-4E3A-8991-FC98C9B4C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647"/>
              <a:ext cx="30" cy="38"/>
            </a:xfrm>
            <a:custGeom>
              <a:avLst/>
              <a:gdLst>
                <a:gd name="T0" fmla="*/ 69 w 19"/>
                <a:gd name="T1" fmla="*/ 0 h 22"/>
                <a:gd name="T2" fmla="*/ 0 w 19"/>
                <a:gd name="T3" fmla="*/ 107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18" y="0"/>
                  </a:moveTo>
                  <a:cubicBezTo>
                    <a:pt x="19" y="13"/>
                    <a:pt x="15" y="22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3" name="Freeform 228">
              <a:extLst>
                <a:ext uri="{FF2B5EF4-FFF2-40B4-BE49-F238E27FC236}">
                  <a16:creationId xmlns:a16="http://schemas.microsoft.com/office/drawing/2014/main" id="{8CFE5087-A0F7-4ECA-BF0E-24DED445F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669"/>
              <a:ext cx="21" cy="22"/>
            </a:xfrm>
            <a:custGeom>
              <a:avLst/>
              <a:gdLst>
                <a:gd name="T0" fmla="*/ 39 w 13"/>
                <a:gd name="T1" fmla="*/ 0 h 13"/>
                <a:gd name="T2" fmla="*/ 0 w 13"/>
                <a:gd name="T3" fmla="*/ 5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3" y="6"/>
                    <a:pt x="7" y="13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4" name="Freeform 229">
              <a:extLst>
                <a:ext uri="{FF2B5EF4-FFF2-40B4-BE49-F238E27FC236}">
                  <a16:creationId xmlns:a16="http://schemas.microsoft.com/office/drawing/2014/main" id="{871635BB-0F91-4D13-8267-7F7923F00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525"/>
              <a:ext cx="11" cy="17"/>
            </a:xfrm>
            <a:custGeom>
              <a:avLst/>
              <a:gdLst>
                <a:gd name="T0" fmla="*/ 0 w 7"/>
                <a:gd name="T1" fmla="*/ 26 h 10"/>
                <a:gd name="T2" fmla="*/ 27 w 7"/>
                <a:gd name="T3" fmla="*/ 44 h 10"/>
                <a:gd name="T4" fmla="*/ 13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5"/>
                  </a:moveTo>
                  <a:cubicBezTo>
                    <a:pt x="1" y="7"/>
                    <a:pt x="4" y="10"/>
                    <a:pt x="7" y="9"/>
                  </a:cubicBezTo>
                  <a:cubicBezTo>
                    <a:pt x="7" y="6"/>
                    <a:pt x="5" y="2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5" name="Freeform 230">
              <a:extLst>
                <a:ext uri="{FF2B5EF4-FFF2-40B4-BE49-F238E27FC236}">
                  <a16:creationId xmlns:a16="http://schemas.microsoft.com/office/drawing/2014/main" id="{4B0D3E70-AD90-4BA6-BC52-508F5AB1C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40"/>
              <a:ext cx="16" cy="21"/>
            </a:xfrm>
            <a:custGeom>
              <a:avLst/>
              <a:gdLst>
                <a:gd name="T0" fmla="*/ 35 w 10"/>
                <a:gd name="T1" fmla="*/ 16 h 12"/>
                <a:gd name="T2" fmla="*/ 26 w 10"/>
                <a:gd name="T3" fmla="*/ 58 h 12"/>
                <a:gd name="T4" fmla="*/ 13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9" y="3"/>
                  </a:moveTo>
                  <a:cubicBezTo>
                    <a:pt x="9" y="6"/>
                    <a:pt x="10" y="11"/>
                    <a:pt x="6" y="11"/>
                  </a:cubicBezTo>
                  <a:cubicBezTo>
                    <a:pt x="0" y="12"/>
                    <a:pt x="2" y="3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Freeform 231">
              <a:extLst>
                <a:ext uri="{FF2B5EF4-FFF2-40B4-BE49-F238E27FC236}">
                  <a16:creationId xmlns:a16="http://schemas.microsoft.com/office/drawing/2014/main" id="{DE54F30E-4634-4D42-BAC3-40E06AAD6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82"/>
              <a:ext cx="18" cy="17"/>
            </a:xfrm>
            <a:custGeom>
              <a:avLst/>
              <a:gdLst>
                <a:gd name="T0" fmla="*/ 0 w 11"/>
                <a:gd name="T1" fmla="*/ 15 h 10"/>
                <a:gd name="T2" fmla="*/ 47 w 11"/>
                <a:gd name="T3" fmla="*/ 26 h 10"/>
                <a:gd name="T4" fmla="*/ 5 w 11"/>
                <a:gd name="T5" fmla="*/ 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2" y="1"/>
                    <a:pt x="11" y="0"/>
                    <a:pt x="11" y="5"/>
                  </a:cubicBezTo>
                  <a:cubicBezTo>
                    <a:pt x="11" y="8"/>
                    <a:pt x="4" y="10"/>
                    <a:pt x="1" y="9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7" name="Freeform 232">
              <a:extLst>
                <a:ext uri="{FF2B5EF4-FFF2-40B4-BE49-F238E27FC236}">
                  <a16:creationId xmlns:a16="http://schemas.microsoft.com/office/drawing/2014/main" id="{F17FF5B5-6E0C-4A7C-BA8C-580E589D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626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8" name="Freeform 233">
              <a:extLst>
                <a:ext uri="{FF2B5EF4-FFF2-40B4-BE49-F238E27FC236}">
                  <a16:creationId xmlns:a16="http://schemas.microsoft.com/office/drawing/2014/main" id="{AE832BA6-EDF3-42E6-8B95-09CC7108A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643"/>
              <a:ext cx="17" cy="14"/>
            </a:xfrm>
            <a:custGeom>
              <a:avLst/>
              <a:gdLst>
                <a:gd name="T0" fmla="*/ 0 w 10"/>
                <a:gd name="T1" fmla="*/ 37 h 8"/>
                <a:gd name="T2" fmla="*/ 34 w 10"/>
                <a:gd name="T3" fmla="*/ 7 h 8"/>
                <a:gd name="T4" fmla="*/ 41 w 10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7"/>
                  </a:moveTo>
                  <a:cubicBezTo>
                    <a:pt x="1" y="5"/>
                    <a:pt x="4" y="0"/>
                    <a:pt x="7" y="1"/>
                  </a:cubicBezTo>
                  <a:cubicBezTo>
                    <a:pt x="10" y="2"/>
                    <a:pt x="9" y="6"/>
                    <a:pt x="8" y="8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Freeform 234">
              <a:extLst>
                <a:ext uri="{FF2B5EF4-FFF2-40B4-BE49-F238E27FC236}">
                  <a16:creationId xmlns:a16="http://schemas.microsoft.com/office/drawing/2014/main" id="{01E1F1DC-F65D-4B50-9213-9865EC2CF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556"/>
              <a:ext cx="24" cy="22"/>
            </a:xfrm>
            <a:custGeom>
              <a:avLst/>
              <a:gdLst>
                <a:gd name="T0" fmla="*/ 8 w 15"/>
                <a:gd name="T1" fmla="*/ 8 h 13"/>
                <a:gd name="T2" fmla="*/ 29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2" y="2"/>
                  </a:moveTo>
                  <a:cubicBezTo>
                    <a:pt x="0" y="7"/>
                    <a:pt x="15" y="13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0" name="Freeform 235">
              <a:extLst>
                <a:ext uri="{FF2B5EF4-FFF2-40B4-BE49-F238E27FC236}">
                  <a16:creationId xmlns:a16="http://schemas.microsoft.com/office/drawing/2014/main" id="{93CE2D5E-8436-40AA-AC9A-280E4FE4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588"/>
              <a:ext cx="17" cy="23"/>
            </a:xfrm>
            <a:custGeom>
              <a:avLst/>
              <a:gdLst>
                <a:gd name="T0" fmla="*/ 22 w 11"/>
                <a:gd name="T1" fmla="*/ 73 h 13"/>
                <a:gd name="T2" fmla="*/ 40 w 11"/>
                <a:gd name="T3" fmla="*/ 12 h 13"/>
                <a:gd name="T4" fmla="*/ 0 w 11"/>
                <a:gd name="T5" fmla="*/ 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6" y="13"/>
                  </a:moveTo>
                  <a:cubicBezTo>
                    <a:pt x="9" y="11"/>
                    <a:pt x="11" y="6"/>
                    <a:pt x="11" y="2"/>
                  </a:cubicBezTo>
                  <a:cubicBezTo>
                    <a:pt x="8" y="0"/>
                    <a:pt x="2" y="6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Freeform 236">
              <a:extLst>
                <a:ext uri="{FF2B5EF4-FFF2-40B4-BE49-F238E27FC236}">
                  <a16:creationId xmlns:a16="http://schemas.microsoft.com/office/drawing/2014/main" id="{96526276-C885-44B0-8C23-04437DBE4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630"/>
              <a:ext cx="1" cy="13"/>
            </a:xfrm>
            <a:custGeom>
              <a:avLst/>
              <a:gdLst>
                <a:gd name="T0" fmla="*/ 0 w 1"/>
                <a:gd name="T1" fmla="*/ 0 h 8"/>
                <a:gd name="T2" fmla="*/ 1 w 1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2" name="Freeform 237">
              <a:extLst>
                <a:ext uri="{FF2B5EF4-FFF2-40B4-BE49-F238E27FC236}">
                  <a16:creationId xmlns:a16="http://schemas.microsoft.com/office/drawing/2014/main" id="{FF6D4973-66DF-4B10-8B25-1AD094114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643"/>
              <a:ext cx="20" cy="14"/>
            </a:xfrm>
            <a:custGeom>
              <a:avLst/>
              <a:gdLst>
                <a:gd name="T0" fmla="*/ 0 w 12"/>
                <a:gd name="T1" fmla="*/ 12 h 8"/>
                <a:gd name="T2" fmla="*/ 47 w 12"/>
                <a:gd name="T3" fmla="*/ 12 h 8"/>
                <a:gd name="T4" fmla="*/ 33 w 12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2"/>
                  </a:moveTo>
                  <a:cubicBezTo>
                    <a:pt x="2" y="2"/>
                    <a:pt x="9" y="0"/>
                    <a:pt x="10" y="2"/>
                  </a:cubicBezTo>
                  <a:cubicBezTo>
                    <a:pt x="12" y="4"/>
                    <a:pt x="10" y="7"/>
                    <a:pt x="7" y="8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3" name="Freeform 238">
              <a:extLst>
                <a:ext uri="{FF2B5EF4-FFF2-40B4-BE49-F238E27FC236}">
                  <a16:creationId xmlns:a16="http://schemas.microsoft.com/office/drawing/2014/main" id="{1BC00827-B6E7-4AE3-87CF-CB0E97A83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650"/>
              <a:ext cx="26" cy="21"/>
            </a:xfrm>
            <a:custGeom>
              <a:avLst/>
              <a:gdLst>
                <a:gd name="T0" fmla="*/ 21 w 16"/>
                <a:gd name="T1" fmla="*/ 58 h 12"/>
                <a:gd name="T2" fmla="*/ 60 w 16"/>
                <a:gd name="T3" fmla="*/ 21 h 12"/>
                <a:gd name="T4" fmla="*/ 0 w 16"/>
                <a:gd name="T5" fmla="*/ 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5" y="11"/>
                  </a:moveTo>
                  <a:cubicBezTo>
                    <a:pt x="8" y="12"/>
                    <a:pt x="16" y="8"/>
                    <a:pt x="14" y="4"/>
                  </a:cubicBezTo>
                  <a:cubicBezTo>
                    <a:pt x="12" y="0"/>
                    <a:pt x="2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4" name="Freeform 239">
              <a:extLst>
                <a:ext uri="{FF2B5EF4-FFF2-40B4-BE49-F238E27FC236}">
                  <a16:creationId xmlns:a16="http://schemas.microsoft.com/office/drawing/2014/main" id="{F75C38D3-3DFD-4495-A00E-FD80400AD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45"/>
              <a:ext cx="28" cy="21"/>
            </a:xfrm>
            <a:custGeom>
              <a:avLst/>
              <a:gdLst>
                <a:gd name="T0" fmla="*/ 76 w 17"/>
                <a:gd name="T1" fmla="*/ 21 h 12"/>
                <a:gd name="T2" fmla="*/ 54 w 17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17" y="4"/>
                  </a:moveTo>
                  <a:cubicBezTo>
                    <a:pt x="9" y="0"/>
                    <a:pt x="0" y="11"/>
                    <a:pt x="12" y="12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Freeform 240">
              <a:extLst>
                <a:ext uri="{FF2B5EF4-FFF2-40B4-BE49-F238E27FC236}">
                  <a16:creationId xmlns:a16="http://schemas.microsoft.com/office/drawing/2014/main" id="{7AB2465F-FFE5-4DD1-B2D5-6DBDE80C8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597"/>
              <a:ext cx="12" cy="21"/>
            </a:xfrm>
            <a:custGeom>
              <a:avLst/>
              <a:gdLst>
                <a:gd name="T0" fmla="*/ 5 w 8"/>
                <a:gd name="T1" fmla="*/ 0 h 12"/>
                <a:gd name="T2" fmla="*/ 27 w 8"/>
                <a:gd name="T3" fmla="*/ 1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1" y="0"/>
                  </a:moveTo>
                  <a:cubicBezTo>
                    <a:pt x="0" y="9"/>
                    <a:pt x="7" y="12"/>
                    <a:pt x="8" y="3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6" name="Freeform 241">
              <a:extLst>
                <a:ext uri="{FF2B5EF4-FFF2-40B4-BE49-F238E27FC236}">
                  <a16:creationId xmlns:a16="http://schemas.microsoft.com/office/drawing/2014/main" id="{BE24E367-2881-4F7E-88C7-B47AFE925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661"/>
              <a:ext cx="23" cy="22"/>
            </a:xfrm>
            <a:custGeom>
              <a:avLst/>
              <a:gdLst>
                <a:gd name="T0" fmla="*/ 35 w 14"/>
                <a:gd name="T1" fmla="*/ 63 h 13"/>
                <a:gd name="T2" fmla="*/ 54 w 14"/>
                <a:gd name="T3" fmla="*/ 20 h 13"/>
                <a:gd name="T4" fmla="*/ 0 w 14"/>
                <a:gd name="T5" fmla="*/ 4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3"/>
                  </a:moveTo>
                  <a:cubicBezTo>
                    <a:pt x="10" y="11"/>
                    <a:pt x="14" y="6"/>
                    <a:pt x="12" y="4"/>
                  </a:cubicBezTo>
                  <a:cubicBezTo>
                    <a:pt x="9" y="0"/>
                    <a:pt x="2" y="7"/>
                    <a:pt x="0" y="10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7" name="Freeform 242">
              <a:extLst>
                <a:ext uri="{FF2B5EF4-FFF2-40B4-BE49-F238E27FC236}">
                  <a16:creationId xmlns:a16="http://schemas.microsoft.com/office/drawing/2014/main" id="{AA6ECE02-3DCF-4925-9AA3-44F4D4F16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28"/>
              <a:ext cx="44" cy="19"/>
            </a:xfrm>
            <a:custGeom>
              <a:avLst/>
              <a:gdLst>
                <a:gd name="T0" fmla="*/ 0 w 27"/>
                <a:gd name="T1" fmla="*/ 0 h 11"/>
                <a:gd name="T2" fmla="*/ 117 w 27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2" y="10"/>
                    <a:pt x="22" y="11"/>
                    <a:pt x="27" y="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Freeform 243">
              <a:extLst>
                <a:ext uri="{FF2B5EF4-FFF2-40B4-BE49-F238E27FC236}">
                  <a16:creationId xmlns:a16="http://schemas.microsoft.com/office/drawing/2014/main" id="{0431B14E-1067-49A0-94C3-29B07CB2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927"/>
              <a:ext cx="30" cy="17"/>
            </a:xfrm>
            <a:custGeom>
              <a:avLst/>
              <a:gdLst>
                <a:gd name="T0" fmla="*/ 5 w 19"/>
                <a:gd name="T1" fmla="*/ 0 h 10"/>
                <a:gd name="T2" fmla="*/ 74 w 19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" y="0"/>
                  </a:moveTo>
                  <a:cubicBezTo>
                    <a:pt x="0" y="9"/>
                    <a:pt x="13" y="10"/>
                    <a:pt x="19" y="1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9" name="Freeform 244">
              <a:extLst>
                <a:ext uri="{FF2B5EF4-FFF2-40B4-BE49-F238E27FC236}">
                  <a16:creationId xmlns:a16="http://schemas.microsoft.com/office/drawing/2014/main" id="{8A9FA2B3-9644-4612-B9E4-145B647AA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942"/>
              <a:ext cx="43" cy="21"/>
            </a:xfrm>
            <a:custGeom>
              <a:avLst/>
              <a:gdLst>
                <a:gd name="T0" fmla="*/ 16 w 27"/>
                <a:gd name="T1" fmla="*/ 0 h 12"/>
                <a:gd name="T2" fmla="*/ 108 w 27"/>
                <a:gd name="T3" fmla="*/ 4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4" y="0"/>
                  </a:moveTo>
                  <a:cubicBezTo>
                    <a:pt x="0" y="10"/>
                    <a:pt x="21" y="12"/>
                    <a:pt x="27" y="8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Freeform 245">
              <a:extLst>
                <a:ext uri="{FF2B5EF4-FFF2-40B4-BE49-F238E27FC236}">
                  <a16:creationId xmlns:a16="http://schemas.microsoft.com/office/drawing/2014/main" id="{82FE3677-3852-4D99-BF30-1F77C61AD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949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6"/>
                    <a:pt x="2" y="9"/>
                    <a:pt x="8" y="1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Freeform 246">
              <a:extLst>
                <a:ext uri="{FF2B5EF4-FFF2-40B4-BE49-F238E27FC236}">
                  <a16:creationId xmlns:a16="http://schemas.microsoft.com/office/drawing/2014/main" id="{3C895996-B356-405E-B701-160D737CF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66"/>
              <a:ext cx="57" cy="33"/>
            </a:xfrm>
            <a:custGeom>
              <a:avLst/>
              <a:gdLst>
                <a:gd name="T0" fmla="*/ 0 w 35"/>
                <a:gd name="T1" fmla="*/ 9 h 19"/>
                <a:gd name="T2" fmla="*/ 151 w 35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9">
                  <a:moveTo>
                    <a:pt x="0" y="2"/>
                  </a:moveTo>
                  <a:cubicBezTo>
                    <a:pt x="13" y="0"/>
                    <a:pt x="30" y="5"/>
                    <a:pt x="35" y="19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2" name="Freeform 247">
              <a:extLst>
                <a:ext uri="{FF2B5EF4-FFF2-40B4-BE49-F238E27FC236}">
                  <a16:creationId xmlns:a16="http://schemas.microsoft.com/office/drawing/2014/main" id="{70C3B824-7875-4F9C-9EF6-130D72EC7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892"/>
              <a:ext cx="49" cy="24"/>
            </a:xfrm>
            <a:custGeom>
              <a:avLst/>
              <a:gdLst>
                <a:gd name="T0" fmla="*/ 0 w 31"/>
                <a:gd name="T1" fmla="*/ 29 h 14"/>
                <a:gd name="T2" fmla="*/ 122 w 3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4">
                  <a:moveTo>
                    <a:pt x="0" y="6"/>
                  </a:moveTo>
                  <a:cubicBezTo>
                    <a:pt x="10" y="0"/>
                    <a:pt x="24" y="8"/>
                    <a:pt x="31" y="1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Freeform 248">
              <a:extLst>
                <a:ext uri="{FF2B5EF4-FFF2-40B4-BE49-F238E27FC236}">
                  <a16:creationId xmlns:a16="http://schemas.microsoft.com/office/drawing/2014/main" id="{F275511B-7850-48CF-8804-FBB3B851F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954"/>
              <a:ext cx="61" cy="38"/>
            </a:xfrm>
            <a:custGeom>
              <a:avLst/>
              <a:gdLst>
                <a:gd name="T0" fmla="*/ 0 w 38"/>
                <a:gd name="T1" fmla="*/ 0 h 22"/>
                <a:gd name="T2" fmla="*/ 157 w 38"/>
                <a:gd name="T3" fmla="*/ 6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3" y="14"/>
                    <a:pt x="28" y="22"/>
                    <a:pt x="38" y="1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249">
              <a:extLst>
                <a:ext uri="{FF2B5EF4-FFF2-40B4-BE49-F238E27FC236}">
                  <a16:creationId xmlns:a16="http://schemas.microsoft.com/office/drawing/2014/main" id="{07CB17E9-2697-4B0A-A0FE-9E57BBDDE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963"/>
              <a:ext cx="38" cy="24"/>
            </a:xfrm>
            <a:custGeom>
              <a:avLst/>
              <a:gdLst>
                <a:gd name="T0" fmla="*/ 5 w 24"/>
                <a:gd name="T1" fmla="*/ 0 h 14"/>
                <a:gd name="T2" fmla="*/ 95 w 24"/>
                <a:gd name="T3" fmla="*/ 6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1" y="0"/>
                  </a:moveTo>
                  <a:cubicBezTo>
                    <a:pt x="0" y="9"/>
                    <a:pt x="17" y="14"/>
                    <a:pt x="24" y="12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250">
              <a:extLst>
                <a:ext uri="{FF2B5EF4-FFF2-40B4-BE49-F238E27FC236}">
                  <a16:creationId xmlns:a16="http://schemas.microsoft.com/office/drawing/2014/main" id="{D606405E-5903-4950-B360-286DF2CB2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873"/>
              <a:ext cx="66" cy="19"/>
            </a:xfrm>
            <a:custGeom>
              <a:avLst/>
              <a:gdLst>
                <a:gd name="T0" fmla="*/ 0 w 41"/>
                <a:gd name="T1" fmla="*/ 57 h 11"/>
                <a:gd name="T2" fmla="*/ 171 w 41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1">
                  <a:moveTo>
                    <a:pt x="0" y="11"/>
                  </a:moveTo>
                  <a:cubicBezTo>
                    <a:pt x="9" y="0"/>
                    <a:pt x="29" y="0"/>
                    <a:pt x="41" y="6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251">
              <a:extLst>
                <a:ext uri="{FF2B5EF4-FFF2-40B4-BE49-F238E27FC236}">
                  <a16:creationId xmlns:a16="http://schemas.microsoft.com/office/drawing/2014/main" id="{70C98E5F-DEB1-41D7-AD97-6F00DB03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877"/>
              <a:ext cx="29" cy="19"/>
            </a:xfrm>
            <a:custGeom>
              <a:avLst/>
              <a:gdLst>
                <a:gd name="T0" fmla="*/ 0 w 18"/>
                <a:gd name="T1" fmla="*/ 57 h 11"/>
                <a:gd name="T2" fmla="*/ 76 w 1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1" y="3"/>
                    <a:pt x="11" y="0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252">
              <a:extLst>
                <a:ext uri="{FF2B5EF4-FFF2-40B4-BE49-F238E27FC236}">
                  <a16:creationId xmlns:a16="http://schemas.microsoft.com/office/drawing/2014/main" id="{76AEE821-AD8C-40C2-91D6-1D67E303A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897"/>
              <a:ext cx="11" cy="19"/>
            </a:xfrm>
            <a:custGeom>
              <a:avLst/>
              <a:gdLst>
                <a:gd name="T0" fmla="*/ 0 w 7"/>
                <a:gd name="T1" fmla="*/ 0 h 11"/>
                <a:gd name="T2" fmla="*/ 20 w 7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5" y="2"/>
                    <a:pt x="7" y="6"/>
                    <a:pt x="5" y="1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253">
              <a:extLst>
                <a:ext uri="{FF2B5EF4-FFF2-40B4-BE49-F238E27FC236}">
                  <a16:creationId xmlns:a16="http://schemas.microsoft.com/office/drawing/2014/main" id="{DAC85701-ACD5-4107-8E18-576B5BC19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903"/>
              <a:ext cx="16" cy="5"/>
            </a:xfrm>
            <a:custGeom>
              <a:avLst/>
              <a:gdLst>
                <a:gd name="T0" fmla="*/ 0 w 10"/>
                <a:gd name="T1" fmla="*/ 13 h 3"/>
                <a:gd name="T2" fmla="*/ 42 w 10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1" y="0"/>
                    <a:pt x="7" y="0"/>
                    <a:pt x="10" y="1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254">
              <a:extLst>
                <a:ext uri="{FF2B5EF4-FFF2-40B4-BE49-F238E27FC236}">
                  <a16:creationId xmlns:a16="http://schemas.microsoft.com/office/drawing/2014/main" id="{D94D8EE0-70FB-46CA-B998-7330265EB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873"/>
              <a:ext cx="3" cy="12"/>
            </a:xfrm>
            <a:custGeom>
              <a:avLst/>
              <a:gdLst>
                <a:gd name="T0" fmla="*/ 0 w 2"/>
                <a:gd name="T1" fmla="*/ 0 h 7"/>
                <a:gd name="T2" fmla="*/ 8 w 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255">
              <a:extLst>
                <a:ext uri="{FF2B5EF4-FFF2-40B4-BE49-F238E27FC236}">
                  <a16:creationId xmlns:a16="http://schemas.microsoft.com/office/drawing/2014/main" id="{67044BC1-68E1-4352-8DD7-E3549859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894"/>
              <a:ext cx="16" cy="26"/>
            </a:xfrm>
            <a:custGeom>
              <a:avLst/>
              <a:gdLst>
                <a:gd name="T0" fmla="*/ 21 w 10"/>
                <a:gd name="T1" fmla="*/ 78 h 15"/>
                <a:gd name="T2" fmla="*/ 34 w 10"/>
                <a:gd name="T3" fmla="*/ 29 h 15"/>
                <a:gd name="T4" fmla="*/ 0 w 10"/>
                <a:gd name="T5" fmla="*/ 6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5" y="15"/>
                  </a:moveTo>
                  <a:cubicBezTo>
                    <a:pt x="8" y="13"/>
                    <a:pt x="10" y="10"/>
                    <a:pt x="8" y="6"/>
                  </a:cubicBezTo>
                  <a:cubicBezTo>
                    <a:pt x="5" y="0"/>
                    <a:pt x="1" y="7"/>
                    <a:pt x="0" y="12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256">
              <a:extLst>
                <a:ext uri="{FF2B5EF4-FFF2-40B4-BE49-F238E27FC236}">
                  <a16:creationId xmlns:a16="http://schemas.microsoft.com/office/drawing/2014/main" id="{A6F30AB2-F509-4121-9282-4B587D40E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947"/>
              <a:ext cx="24" cy="22"/>
            </a:xfrm>
            <a:custGeom>
              <a:avLst/>
              <a:gdLst>
                <a:gd name="T0" fmla="*/ 0 w 15"/>
                <a:gd name="T1" fmla="*/ 49 h 13"/>
                <a:gd name="T2" fmla="*/ 16 w 15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0"/>
                  </a:moveTo>
                  <a:cubicBezTo>
                    <a:pt x="9" y="0"/>
                    <a:pt x="15" y="13"/>
                    <a:pt x="4" y="13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257">
              <a:extLst>
                <a:ext uri="{FF2B5EF4-FFF2-40B4-BE49-F238E27FC236}">
                  <a16:creationId xmlns:a16="http://schemas.microsoft.com/office/drawing/2014/main" id="{F53E1785-748C-419E-90E0-4C6AE1F9C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66"/>
              <a:ext cx="2" cy="12"/>
            </a:xfrm>
            <a:custGeom>
              <a:avLst/>
              <a:gdLst>
                <a:gd name="T0" fmla="*/ 8 w 1"/>
                <a:gd name="T1" fmla="*/ 0 h 7"/>
                <a:gd name="T2" fmla="*/ 8 w 1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3"/>
                    <a:pt x="1" y="5"/>
                    <a:pt x="1" y="7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258">
              <a:extLst>
                <a:ext uri="{FF2B5EF4-FFF2-40B4-BE49-F238E27FC236}">
                  <a16:creationId xmlns:a16="http://schemas.microsoft.com/office/drawing/2014/main" id="{992C3D7D-A4E0-41F3-8599-69DD61371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930"/>
              <a:ext cx="8" cy="3"/>
            </a:xfrm>
            <a:custGeom>
              <a:avLst/>
              <a:gdLst>
                <a:gd name="T0" fmla="*/ 0 w 5"/>
                <a:gd name="T1" fmla="*/ 8 h 2"/>
                <a:gd name="T2" fmla="*/ 21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259">
              <a:extLst>
                <a:ext uri="{FF2B5EF4-FFF2-40B4-BE49-F238E27FC236}">
                  <a16:creationId xmlns:a16="http://schemas.microsoft.com/office/drawing/2014/main" id="{A3DF4E5A-0B6E-400F-B672-F8664839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889"/>
              <a:ext cx="6" cy="5"/>
            </a:xfrm>
            <a:custGeom>
              <a:avLst/>
              <a:gdLst>
                <a:gd name="T0" fmla="*/ 0 w 4"/>
                <a:gd name="T1" fmla="*/ 0 h 3"/>
                <a:gd name="T2" fmla="*/ 14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2" y="2"/>
                    <a:pt x="4" y="3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Freeform 260">
              <a:extLst>
                <a:ext uri="{FF2B5EF4-FFF2-40B4-BE49-F238E27FC236}">
                  <a16:creationId xmlns:a16="http://schemas.microsoft.com/office/drawing/2014/main" id="{82A81D4F-D0CC-479F-9587-F42576A7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973"/>
              <a:ext cx="12" cy="14"/>
            </a:xfrm>
            <a:custGeom>
              <a:avLst/>
              <a:gdLst>
                <a:gd name="T0" fmla="*/ 14 w 8"/>
                <a:gd name="T1" fmla="*/ 44 h 8"/>
                <a:gd name="T2" fmla="*/ 14 w 8"/>
                <a:gd name="T3" fmla="*/ 7 h 8"/>
                <a:gd name="T4" fmla="*/ 0 w 8"/>
                <a:gd name="T5" fmla="*/ 3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cubicBezTo>
                    <a:pt x="6" y="7"/>
                    <a:pt x="8" y="1"/>
                    <a:pt x="4" y="1"/>
                  </a:cubicBezTo>
                  <a:cubicBezTo>
                    <a:pt x="2" y="0"/>
                    <a:pt x="0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261">
              <a:extLst>
                <a:ext uri="{FF2B5EF4-FFF2-40B4-BE49-F238E27FC236}">
                  <a16:creationId xmlns:a16="http://schemas.microsoft.com/office/drawing/2014/main" id="{EB5137A2-B793-4870-98CD-E7F40A0D2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341"/>
              <a:ext cx="16" cy="9"/>
            </a:xfrm>
            <a:custGeom>
              <a:avLst/>
              <a:gdLst>
                <a:gd name="T0" fmla="*/ 0 w 10"/>
                <a:gd name="T1" fmla="*/ 13 h 5"/>
                <a:gd name="T2" fmla="*/ 21 w 10"/>
                <a:gd name="T3" fmla="*/ 7 h 5"/>
                <a:gd name="T4" fmla="*/ 42 w 10"/>
                <a:gd name="T5" fmla="*/ 23 h 5"/>
                <a:gd name="T6" fmla="*/ 21 w 10"/>
                <a:gd name="T7" fmla="*/ 29 h 5"/>
                <a:gd name="T8" fmla="*/ 0 w 10"/>
                <a:gd name="T9" fmla="*/ 1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262">
              <a:extLst>
                <a:ext uri="{FF2B5EF4-FFF2-40B4-BE49-F238E27FC236}">
                  <a16:creationId xmlns:a16="http://schemas.microsoft.com/office/drawing/2014/main" id="{AC57C1C9-DA53-4926-9425-056E5AEFE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297"/>
              <a:ext cx="16" cy="8"/>
            </a:xfrm>
            <a:custGeom>
              <a:avLst/>
              <a:gdLst>
                <a:gd name="T0" fmla="*/ 0 w 10"/>
                <a:gd name="T1" fmla="*/ 8 h 5"/>
                <a:gd name="T2" fmla="*/ 21 w 10"/>
                <a:gd name="T3" fmla="*/ 5 h 5"/>
                <a:gd name="T4" fmla="*/ 42 w 10"/>
                <a:gd name="T5" fmla="*/ 16 h 5"/>
                <a:gd name="T6" fmla="*/ 21 w 10"/>
                <a:gd name="T7" fmla="*/ 21 h 5"/>
                <a:gd name="T8" fmla="*/ 0 w 10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8" name="Freeform 263">
              <a:extLst>
                <a:ext uri="{FF2B5EF4-FFF2-40B4-BE49-F238E27FC236}">
                  <a16:creationId xmlns:a16="http://schemas.microsoft.com/office/drawing/2014/main" id="{F205B072-D7FF-479C-92AE-DC5CA86BF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393"/>
              <a:ext cx="16" cy="7"/>
            </a:xfrm>
            <a:custGeom>
              <a:avLst/>
              <a:gdLst>
                <a:gd name="T0" fmla="*/ 0 w 10"/>
                <a:gd name="T1" fmla="*/ 7 h 4"/>
                <a:gd name="T2" fmla="*/ 21 w 10"/>
                <a:gd name="T3" fmla="*/ 0 h 4"/>
                <a:gd name="T4" fmla="*/ 35 w 10"/>
                <a:gd name="T5" fmla="*/ 16 h 4"/>
                <a:gd name="T6" fmla="*/ 16 w 10"/>
                <a:gd name="T7" fmla="*/ 21 h 4"/>
                <a:gd name="T8" fmla="*/ 0 w 10"/>
                <a:gd name="T9" fmla="*/ 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264">
              <a:extLst>
                <a:ext uri="{FF2B5EF4-FFF2-40B4-BE49-F238E27FC236}">
                  <a16:creationId xmlns:a16="http://schemas.microsoft.com/office/drawing/2014/main" id="{6BBB8F38-969C-4730-9C61-12FC2B96C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436"/>
              <a:ext cx="16" cy="8"/>
            </a:xfrm>
            <a:custGeom>
              <a:avLst/>
              <a:gdLst>
                <a:gd name="T0" fmla="*/ 0 w 10"/>
                <a:gd name="T1" fmla="*/ 5 h 5"/>
                <a:gd name="T2" fmla="*/ 21 w 10"/>
                <a:gd name="T3" fmla="*/ 0 h 5"/>
                <a:gd name="T4" fmla="*/ 35 w 10"/>
                <a:gd name="T5" fmla="*/ 13 h 5"/>
                <a:gd name="T6" fmla="*/ 16 w 10"/>
                <a:gd name="T7" fmla="*/ 16 h 5"/>
                <a:gd name="T8" fmla="*/ 0 w 10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265">
              <a:extLst>
                <a:ext uri="{FF2B5EF4-FFF2-40B4-BE49-F238E27FC236}">
                  <a16:creationId xmlns:a16="http://schemas.microsoft.com/office/drawing/2014/main" id="{4B00DCFC-9AA2-43E3-8AAE-F2E76497C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479"/>
              <a:ext cx="16" cy="7"/>
            </a:xfrm>
            <a:custGeom>
              <a:avLst/>
              <a:gdLst>
                <a:gd name="T0" fmla="*/ 5 w 10"/>
                <a:gd name="T1" fmla="*/ 7 h 4"/>
                <a:gd name="T2" fmla="*/ 26 w 10"/>
                <a:gd name="T3" fmla="*/ 0 h 4"/>
                <a:gd name="T4" fmla="*/ 42 w 10"/>
                <a:gd name="T5" fmla="*/ 16 h 4"/>
                <a:gd name="T6" fmla="*/ 21 w 10"/>
                <a:gd name="T7" fmla="*/ 21 h 4"/>
                <a:gd name="T8" fmla="*/ 5 w 10"/>
                <a:gd name="T9" fmla="*/ 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4"/>
                    <a:pt x="5" y="4"/>
                  </a:cubicBezTo>
                  <a:cubicBezTo>
                    <a:pt x="2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Freeform 266">
              <a:extLst>
                <a:ext uri="{FF2B5EF4-FFF2-40B4-BE49-F238E27FC236}">
                  <a16:creationId xmlns:a16="http://schemas.microsoft.com/office/drawing/2014/main" id="{CB0000DE-3546-450C-8BC6-B9330C3B9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523"/>
              <a:ext cx="16" cy="9"/>
            </a:xfrm>
            <a:custGeom>
              <a:avLst/>
              <a:gdLst>
                <a:gd name="T0" fmla="*/ 0 w 10"/>
                <a:gd name="T1" fmla="*/ 7 h 5"/>
                <a:gd name="T2" fmla="*/ 21 w 10"/>
                <a:gd name="T3" fmla="*/ 0 h 5"/>
                <a:gd name="T4" fmla="*/ 42 w 10"/>
                <a:gd name="T5" fmla="*/ 16 h 5"/>
                <a:gd name="T6" fmla="*/ 21 w 10"/>
                <a:gd name="T7" fmla="*/ 23 h 5"/>
                <a:gd name="T8" fmla="*/ 0 w 10"/>
                <a:gd name="T9" fmla="*/ 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5"/>
                    <a:pt x="5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267">
              <a:extLst>
                <a:ext uri="{FF2B5EF4-FFF2-40B4-BE49-F238E27FC236}">
                  <a16:creationId xmlns:a16="http://schemas.microsoft.com/office/drawing/2014/main" id="{83296D7E-31F2-4A9B-A304-E4F31708F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563"/>
              <a:ext cx="16" cy="8"/>
            </a:xfrm>
            <a:custGeom>
              <a:avLst/>
              <a:gdLst>
                <a:gd name="T0" fmla="*/ 0 w 10"/>
                <a:gd name="T1" fmla="*/ 8 h 5"/>
                <a:gd name="T2" fmla="*/ 21 w 10"/>
                <a:gd name="T3" fmla="*/ 5 h 5"/>
                <a:gd name="T4" fmla="*/ 42 w 10"/>
                <a:gd name="T5" fmla="*/ 16 h 5"/>
                <a:gd name="T6" fmla="*/ 21 w 10"/>
                <a:gd name="T7" fmla="*/ 21 h 5"/>
                <a:gd name="T8" fmla="*/ 0 w 10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268">
              <a:extLst>
                <a:ext uri="{FF2B5EF4-FFF2-40B4-BE49-F238E27FC236}">
                  <a16:creationId xmlns:a16="http://schemas.microsoft.com/office/drawing/2014/main" id="{7E9FA852-9646-44AD-BE86-741C02D6C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601"/>
              <a:ext cx="15" cy="8"/>
            </a:xfrm>
            <a:custGeom>
              <a:avLst/>
              <a:gdLst>
                <a:gd name="T0" fmla="*/ 0 w 9"/>
                <a:gd name="T1" fmla="*/ 8 h 5"/>
                <a:gd name="T2" fmla="*/ 22 w 9"/>
                <a:gd name="T3" fmla="*/ 5 h 5"/>
                <a:gd name="T4" fmla="*/ 42 w 9"/>
                <a:gd name="T5" fmla="*/ 13 h 5"/>
                <a:gd name="T6" fmla="*/ 20 w 9"/>
                <a:gd name="T7" fmla="*/ 16 h 5"/>
                <a:gd name="T8" fmla="*/ 0 w 9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269">
              <a:extLst>
                <a:ext uri="{FF2B5EF4-FFF2-40B4-BE49-F238E27FC236}">
                  <a16:creationId xmlns:a16="http://schemas.microsoft.com/office/drawing/2014/main" id="{B1788929-54E6-474C-B771-529C25DBD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626"/>
              <a:ext cx="16" cy="9"/>
            </a:xfrm>
            <a:custGeom>
              <a:avLst/>
              <a:gdLst>
                <a:gd name="T0" fmla="*/ 0 w 10"/>
                <a:gd name="T1" fmla="*/ 13 h 5"/>
                <a:gd name="T2" fmla="*/ 21 w 10"/>
                <a:gd name="T3" fmla="*/ 7 h 5"/>
                <a:gd name="T4" fmla="*/ 42 w 10"/>
                <a:gd name="T5" fmla="*/ 23 h 5"/>
                <a:gd name="T6" fmla="*/ 21 w 10"/>
                <a:gd name="T7" fmla="*/ 29 h 5"/>
                <a:gd name="T8" fmla="*/ 0 w 10"/>
                <a:gd name="T9" fmla="*/ 1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270">
              <a:extLst>
                <a:ext uri="{FF2B5EF4-FFF2-40B4-BE49-F238E27FC236}">
                  <a16:creationId xmlns:a16="http://schemas.microsoft.com/office/drawing/2014/main" id="{26FCECDC-4406-4301-A6B3-81541A237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217"/>
              <a:ext cx="16" cy="8"/>
            </a:xfrm>
            <a:custGeom>
              <a:avLst/>
              <a:gdLst>
                <a:gd name="T0" fmla="*/ 5 w 10"/>
                <a:gd name="T1" fmla="*/ 8 h 5"/>
                <a:gd name="T2" fmla="*/ 26 w 10"/>
                <a:gd name="T3" fmla="*/ 5 h 5"/>
                <a:gd name="T4" fmla="*/ 42 w 10"/>
                <a:gd name="T5" fmla="*/ 16 h 5"/>
                <a:gd name="T6" fmla="*/ 21 w 10"/>
                <a:gd name="T7" fmla="*/ 21 h 5"/>
                <a:gd name="T8" fmla="*/ 5 w 10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2"/>
                    <a:pt x="10" y="4"/>
                  </a:cubicBez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271">
              <a:extLst>
                <a:ext uri="{FF2B5EF4-FFF2-40B4-BE49-F238E27FC236}">
                  <a16:creationId xmlns:a16="http://schemas.microsoft.com/office/drawing/2014/main" id="{9FD16282-2522-4C60-B4B3-B328E7278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192"/>
              <a:ext cx="14" cy="9"/>
            </a:xfrm>
            <a:custGeom>
              <a:avLst/>
              <a:gdLst>
                <a:gd name="T0" fmla="*/ 0 w 9"/>
                <a:gd name="T1" fmla="*/ 13 h 5"/>
                <a:gd name="T2" fmla="*/ 19 w 9"/>
                <a:gd name="T3" fmla="*/ 7 h 5"/>
                <a:gd name="T4" fmla="*/ 34 w 9"/>
                <a:gd name="T5" fmla="*/ 16 h 5"/>
                <a:gd name="T6" fmla="*/ 14 w 9"/>
                <a:gd name="T7" fmla="*/ 29 h 5"/>
                <a:gd name="T8" fmla="*/ 0 w 9"/>
                <a:gd name="T9" fmla="*/ 1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272">
              <a:extLst>
                <a:ext uri="{FF2B5EF4-FFF2-40B4-BE49-F238E27FC236}">
                  <a16:creationId xmlns:a16="http://schemas.microsoft.com/office/drawing/2014/main" id="{5B50FEAF-59FF-4C1A-B884-DEF299F9C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148"/>
              <a:ext cx="16" cy="8"/>
            </a:xfrm>
            <a:custGeom>
              <a:avLst/>
              <a:gdLst>
                <a:gd name="T0" fmla="*/ 5 w 10"/>
                <a:gd name="T1" fmla="*/ 8 h 5"/>
                <a:gd name="T2" fmla="*/ 26 w 10"/>
                <a:gd name="T3" fmla="*/ 5 h 5"/>
                <a:gd name="T4" fmla="*/ 42 w 10"/>
                <a:gd name="T5" fmla="*/ 16 h 5"/>
                <a:gd name="T6" fmla="*/ 21 w 10"/>
                <a:gd name="T7" fmla="*/ 21 h 5"/>
                <a:gd name="T8" fmla="*/ 5 w 10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2"/>
                    <a:pt x="10" y="4"/>
                  </a:cubicBez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273">
              <a:extLst>
                <a:ext uri="{FF2B5EF4-FFF2-40B4-BE49-F238E27FC236}">
                  <a16:creationId xmlns:a16="http://schemas.microsoft.com/office/drawing/2014/main" id="{8D61F589-08C5-4460-B1EF-D050E9A69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107"/>
              <a:ext cx="15" cy="8"/>
            </a:xfrm>
            <a:custGeom>
              <a:avLst/>
              <a:gdLst>
                <a:gd name="T0" fmla="*/ 0 w 9"/>
                <a:gd name="T1" fmla="*/ 8 h 5"/>
                <a:gd name="T2" fmla="*/ 22 w 9"/>
                <a:gd name="T3" fmla="*/ 5 h 5"/>
                <a:gd name="T4" fmla="*/ 42 w 9"/>
                <a:gd name="T5" fmla="*/ 16 h 5"/>
                <a:gd name="T6" fmla="*/ 20 w 9"/>
                <a:gd name="T7" fmla="*/ 21 h 5"/>
                <a:gd name="T8" fmla="*/ 0 w 9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2"/>
                    <a:pt x="9" y="4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274">
              <a:extLst>
                <a:ext uri="{FF2B5EF4-FFF2-40B4-BE49-F238E27FC236}">
                  <a16:creationId xmlns:a16="http://schemas.microsoft.com/office/drawing/2014/main" id="{9A7E9252-50F5-4570-AB41-40013664B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060"/>
              <a:ext cx="16" cy="9"/>
            </a:xfrm>
            <a:custGeom>
              <a:avLst/>
              <a:gdLst>
                <a:gd name="T0" fmla="*/ 0 w 10"/>
                <a:gd name="T1" fmla="*/ 13 h 5"/>
                <a:gd name="T2" fmla="*/ 21 w 10"/>
                <a:gd name="T3" fmla="*/ 7 h 5"/>
                <a:gd name="T4" fmla="*/ 35 w 10"/>
                <a:gd name="T5" fmla="*/ 16 h 5"/>
                <a:gd name="T6" fmla="*/ 16 w 10"/>
                <a:gd name="T7" fmla="*/ 23 h 5"/>
                <a:gd name="T8" fmla="*/ 0 w 10"/>
                <a:gd name="T9" fmla="*/ 1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1"/>
                    <a:pt x="3" y="0"/>
                    <a:pt x="5" y="1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275">
              <a:extLst>
                <a:ext uri="{FF2B5EF4-FFF2-40B4-BE49-F238E27FC236}">
                  <a16:creationId xmlns:a16="http://schemas.microsoft.com/office/drawing/2014/main" id="{46142E20-F69D-4D6D-99C5-3B5837F47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014"/>
              <a:ext cx="14" cy="7"/>
            </a:xfrm>
            <a:custGeom>
              <a:avLst/>
              <a:gdLst>
                <a:gd name="T0" fmla="*/ 0 w 9"/>
                <a:gd name="T1" fmla="*/ 7 h 4"/>
                <a:gd name="T2" fmla="*/ 19 w 9"/>
                <a:gd name="T3" fmla="*/ 0 h 4"/>
                <a:gd name="T4" fmla="*/ 34 w 9"/>
                <a:gd name="T5" fmla="*/ 16 h 4"/>
                <a:gd name="T6" fmla="*/ 14 w 9"/>
                <a:gd name="T7" fmla="*/ 21 h 4"/>
                <a:gd name="T8" fmla="*/ 0 w 9"/>
                <a:gd name="T9" fmla="*/ 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8" y="1"/>
                    <a:pt x="9" y="2"/>
                    <a:pt x="9" y="3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2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276">
              <a:extLst>
                <a:ext uri="{FF2B5EF4-FFF2-40B4-BE49-F238E27FC236}">
                  <a16:creationId xmlns:a16="http://schemas.microsoft.com/office/drawing/2014/main" id="{EE687F8A-F713-4837-8CFB-93A3C19CA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969"/>
              <a:ext cx="16" cy="7"/>
            </a:xfrm>
            <a:custGeom>
              <a:avLst/>
              <a:gdLst>
                <a:gd name="T0" fmla="*/ 5 w 10"/>
                <a:gd name="T1" fmla="*/ 7 h 4"/>
                <a:gd name="T2" fmla="*/ 26 w 10"/>
                <a:gd name="T3" fmla="*/ 0 h 4"/>
                <a:gd name="T4" fmla="*/ 42 w 10"/>
                <a:gd name="T5" fmla="*/ 16 h 4"/>
                <a:gd name="T6" fmla="*/ 21 w 10"/>
                <a:gd name="T7" fmla="*/ 21 h 4"/>
                <a:gd name="T8" fmla="*/ 5 w 10"/>
                <a:gd name="T9" fmla="*/ 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4"/>
                    <a:pt x="5" y="4"/>
                  </a:cubicBezTo>
                  <a:cubicBezTo>
                    <a:pt x="2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277">
              <a:extLst>
                <a:ext uri="{FF2B5EF4-FFF2-40B4-BE49-F238E27FC236}">
                  <a16:creationId xmlns:a16="http://schemas.microsoft.com/office/drawing/2014/main" id="{AA83FB1C-E29A-4E94-A6A2-9BD3431C1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925"/>
              <a:ext cx="17" cy="8"/>
            </a:xfrm>
            <a:custGeom>
              <a:avLst/>
              <a:gdLst>
                <a:gd name="T0" fmla="*/ 0 w 10"/>
                <a:gd name="T1" fmla="*/ 8 h 5"/>
                <a:gd name="T2" fmla="*/ 26 w 10"/>
                <a:gd name="T3" fmla="*/ 5 h 5"/>
                <a:gd name="T4" fmla="*/ 49 w 10"/>
                <a:gd name="T5" fmla="*/ 16 h 5"/>
                <a:gd name="T6" fmla="*/ 26 w 10"/>
                <a:gd name="T7" fmla="*/ 21 h 5"/>
                <a:gd name="T8" fmla="*/ 0 w 10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2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278">
              <a:extLst>
                <a:ext uri="{FF2B5EF4-FFF2-40B4-BE49-F238E27FC236}">
                  <a16:creationId xmlns:a16="http://schemas.microsoft.com/office/drawing/2014/main" id="{9C709E86-B706-4ACB-B0EC-13997B7D2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884"/>
              <a:ext cx="16" cy="6"/>
            </a:xfrm>
            <a:custGeom>
              <a:avLst/>
              <a:gdLst>
                <a:gd name="T0" fmla="*/ 5 w 10"/>
                <a:gd name="T1" fmla="*/ 5 h 4"/>
                <a:gd name="T2" fmla="*/ 26 w 10"/>
                <a:gd name="T3" fmla="*/ 0 h 4"/>
                <a:gd name="T4" fmla="*/ 42 w 10"/>
                <a:gd name="T5" fmla="*/ 12 h 4"/>
                <a:gd name="T6" fmla="*/ 21 w 10"/>
                <a:gd name="T7" fmla="*/ 14 h 4"/>
                <a:gd name="T8" fmla="*/ 5 w 10"/>
                <a:gd name="T9" fmla="*/ 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8" y="4"/>
                    <a:pt x="5" y="4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279">
              <a:extLst>
                <a:ext uri="{FF2B5EF4-FFF2-40B4-BE49-F238E27FC236}">
                  <a16:creationId xmlns:a16="http://schemas.microsoft.com/office/drawing/2014/main" id="{B7C79D7C-6B65-407F-BD71-6B90A1310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592"/>
              <a:ext cx="16" cy="9"/>
            </a:xfrm>
            <a:custGeom>
              <a:avLst/>
              <a:gdLst>
                <a:gd name="T0" fmla="*/ 0 w 10"/>
                <a:gd name="T1" fmla="*/ 23 h 5"/>
                <a:gd name="T2" fmla="*/ 21 w 10"/>
                <a:gd name="T3" fmla="*/ 7 h 5"/>
                <a:gd name="T4" fmla="*/ 42 w 10"/>
                <a:gd name="T5" fmla="*/ 7 h 5"/>
                <a:gd name="T6" fmla="*/ 21 w 10"/>
                <a:gd name="T7" fmla="*/ 23 h 5"/>
                <a:gd name="T8" fmla="*/ 0 w 10"/>
                <a:gd name="T9" fmla="*/ 2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7" y="0"/>
                    <a:pt x="9" y="0"/>
                    <a:pt x="10" y="1"/>
                  </a:cubicBezTo>
                  <a:cubicBezTo>
                    <a:pt x="10" y="2"/>
                    <a:pt x="8" y="4"/>
                    <a:pt x="5" y="4"/>
                  </a:cubicBezTo>
                  <a:cubicBezTo>
                    <a:pt x="3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280">
              <a:extLst>
                <a:ext uri="{FF2B5EF4-FFF2-40B4-BE49-F238E27FC236}">
                  <a16:creationId xmlns:a16="http://schemas.microsoft.com/office/drawing/2014/main" id="{FFE93475-E432-4A14-960F-FFBD57C27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583"/>
              <a:ext cx="15" cy="7"/>
            </a:xfrm>
            <a:custGeom>
              <a:avLst/>
              <a:gdLst>
                <a:gd name="T0" fmla="*/ 0 w 9"/>
                <a:gd name="T1" fmla="*/ 12 h 4"/>
                <a:gd name="T2" fmla="*/ 22 w 9"/>
                <a:gd name="T3" fmla="*/ 0 h 4"/>
                <a:gd name="T4" fmla="*/ 42 w 9"/>
                <a:gd name="T5" fmla="*/ 12 h 4"/>
                <a:gd name="T6" fmla="*/ 20 w 9"/>
                <a:gd name="T7" fmla="*/ 21 h 4"/>
                <a:gd name="T8" fmla="*/ 0 w 9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9" y="2"/>
                  </a:cubicBezTo>
                  <a:cubicBezTo>
                    <a:pt x="9" y="3"/>
                    <a:pt x="7" y="4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281">
              <a:extLst>
                <a:ext uri="{FF2B5EF4-FFF2-40B4-BE49-F238E27FC236}">
                  <a16:creationId xmlns:a16="http://schemas.microsoft.com/office/drawing/2014/main" id="{FD6ED1C8-4ED4-416C-A46F-F839E79C2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666"/>
              <a:ext cx="12" cy="13"/>
            </a:xfrm>
            <a:custGeom>
              <a:avLst/>
              <a:gdLst>
                <a:gd name="T0" fmla="*/ 5 w 8"/>
                <a:gd name="T1" fmla="*/ 5 h 8"/>
                <a:gd name="T2" fmla="*/ 18 w 8"/>
                <a:gd name="T3" fmla="*/ 13 h 8"/>
                <a:gd name="T4" fmla="*/ 26 w 8"/>
                <a:gd name="T5" fmla="*/ 29 h 8"/>
                <a:gd name="T6" fmla="*/ 12 w 8"/>
                <a:gd name="T7" fmla="*/ 21 h 8"/>
                <a:gd name="T8" fmla="*/ 5 w 8"/>
                <a:gd name="T9" fmla="*/ 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1" y="0"/>
                    <a:pt x="3" y="1"/>
                    <a:pt x="5" y="3"/>
                  </a:cubicBezTo>
                  <a:cubicBezTo>
                    <a:pt x="7" y="4"/>
                    <a:pt x="8" y="6"/>
                    <a:pt x="7" y="7"/>
                  </a:cubicBezTo>
                  <a:cubicBezTo>
                    <a:pt x="7" y="8"/>
                    <a:pt x="5" y="7"/>
                    <a:pt x="3" y="5"/>
                  </a:cubicBezTo>
                  <a:cubicBezTo>
                    <a:pt x="1" y="4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282">
              <a:extLst>
                <a:ext uri="{FF2B5EF4-FFF2-40B4-BE49-F238E27FC236}">
                  <a16:creationId xmlns:a16="http://schemas.microsoft.com/office/drawing/2014/main" id="{4EADB32E-F460-4CB4-AE25-55DAE2AA6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810"/>
              <a:ext cx="10" cy="15"/>
            </a:xfrm>
            <a:custGeom>
              <a:avLst/>
              <a:gdLst>
                <a:gd name="T0" fmla="*/ 5 w 6"/>
                <a:gd name="T1" fmla="*/ 0 h 9"/>
                <a:gd name="T2" fmla="*/ 22 w 6"/>
                <a:gd name="T3" fmla="*/ 13 h 9"/>
                <a:gd name="T4" fmla="*/ 22 w 6"/>
                <a:gd name="T5" fmla="*/ 42 h 9"/>
                <a:gd name="T6" fmla="*/ 8 w 6"/>
                <a:gd name="T7" fmla="*/ 22 h 9"/>
                <a:gd name="T8" fmla="*/ 5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2" y="0"/>
                    <a:pt x="4" y="1"/>
                    <a:pt x="5" y="3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4" y="9"/>
                    <a:pt x="3" y="7"/>
                    <a:pt x="2" y="5"/>
                  </a:cubicBezTo>
                  <a:cubicBezTo>
                    <a:pt x="0" y="3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283">
              <a:extLst>
                <a:ext uri="{FF2B5EF4-FFF2-40B4-BE49-F238E27FC236}">
                  <a16:creationId xmlns:a16="http://schemas.microsoft.com/office/drawing/2014/main" id="{7A5211B6-F76C-4409-937F-B72AF2CA4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975"/>
              <a:ext cx="6" cy="17"/>
            </a:xfrm>
            <a:custGeom>
              <a:avLst/>
              <a:gdLst>
                <a:gd name="T0" fmla="*/ 8 w 4"/>
                <a:gd name="T1" fmla="*/ 0 h 10"/>
                <a:gd name="T2" fmla="*/ 14 w 4"/>
                <a:gd name="T3" fmla="*/ 26 h 10"/>
                <a:gd name="T4" fmla="*/ 5 w 4"/>
                <a:gd name="T5" fmla="*/ 49 h 10"/>
                <a:gd name="T6" fmla="*/ 0 w 4"/>
                <a:gd name="T7" fmla="*/ 26 h 10"/>
                <a:gd name="T8" fmla="*/ 8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3" y="0"/>
                    <a:pt x="4" y="3"/>
                    <a:pt x="4" y="5"/>
                  </a:cubicBezTo>
                  <a:cubicBezTo>
                    <a:pt x="4" y="8"/>
                    <a:pt x="2" y="10"/>
                    <a:pt x="1" y="10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284">
              <a:extLst>
                <a:ext uri="{FF2B5EF4-FFF2-40B4-BE49-F238E27FC236}">
                  <a16:creationId xmlns:a16="http://schemas.microsoft.com/office/drawing/2014/main" id="{BA666E0A-5B95-4EE8-80F2-D8AA27837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129"/>
              <a:ext cx="9" cy="17"/>
            </a:xfrm>
            <a:custGeom>
              <a:avLst/>
              <a:gdLst>
                <a:gd name="T0" fmla="*/ 18 w 6"/>
                <a:gd name="T1" fmla="*/ 5 h 10"/>
                <a:gd name="T2" fmla="*/ 18 w 6"/>
                <a:gd name="T3" fmla="*/ 29 h 10"/>
                <a:gd name="T4" fmla="*/ 5 w 6"/>
                <a:gd name="T5" fmla="*/ 44 h 10"/>
                <a:gd name="T6" fmla="*/ 5 w 6"/>
                <a:gd name="T7" fmla="*/ 20 h 10"/>
                <a:gd name="T8" fmla="*/ 18 w 6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5" y="1"/>
                  </a:moveTo>
                  <a:cubicBezTo>
                    <a:pt x="6" y="1"/>
                    <a:pt x="6" y="3"/>
                    <a:pt x="5" y="6"/>
                  </a:cubicBezTo>
                  <a:cubicBezTo>
                    <a:pt x="4" y="8"/>
                    <a:pt x="2" y="10"/>
                    <a:pt x="1" y="9"/>
                  </a:cubicBezTo>
                  <a:cubicBezTo>
                    <a:pt x="0" y="9"/>
                    <a:pt x="0" y="7"/>
                    <a:pt x="1" y="4"/>
                  </a:cubicBezTo>
                  <a:cubicBezTo>
                    <a:pt x="2" y="2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285">
              <a:extLst>
                <a:ext uri="{FF2B5EF4-FFF2-40B4-BE49-F238E27FC236}">
                  <a16:creationId xmlns:a16="http://schemas.microsoft.com/office/drawing/2014/main" id="{CED80CC6-7B5C-4FEE-97BA-282F1047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258"/>
              <a:ext cx="13" cy="13"/>
            </a:xfrm>
            <a:custGeom>
              <a:avLst/>
              <a:gdLst>
                <a:gd name="T0" fmla="*/ 34 w 8"/>
                <a:gd name="T1" fmla="*/ 0 h 8"/>
                <a:gd name="T2" fmla="*/ 26 w 8"/>
                <a:gd name="T3" fmla="*/ 21 h 8"/>
                <a:gd name="T4" fmla="*/ 5 w 8"/>
                <a:gd name="T5" fmla="*/ 29 h 8"/>
                <a:gd name="T6" fmla="*/ 13 w 8"/>
                <a:gd name="T7" fmla="*/ 8 h 8"/>
                <a:gd name="T8" fmla="*/ 34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1"/>
                    <a:pt x="8" y="3"/>
                    <a:pt x="6" y="5"/>
                  </a:cubicBezTo>
                  <a:cubicBezTo>
                    <a:pt x="4" y="7"/>
                    <a:pt x="2" y="8"/>
                    <a:pt x="1" y="7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1"/>
                    <a:pt x="7" y="0"/>
                    <a:pt x="8" y="0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286">
              <a:extLst>
                <a:ext uri="{FF2B5EF4-FFF2-40B4-BE49-F238E27FC236}">
                  <a16:creationId xmlns:a16="http://schemas.microsoft.com/office/drawing/2014/main" id="{6E827307-C48C-4446-ABD1-31F4FC08C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330"/>
              <a:ext cx="16" cy="7"/>
            </a:xfrm>
            <a:custGeom>
              <a:avLst/>
              <a:gdLst>
                <a:gd name="T0" fmla="*/ 35 w 10"/>
                <a:gd name="T1" fmla="*/ 7 h 4"/>
                <a:gd name="T2" fmla="*/ 21 w 10"/>
                <a:gd name="T3" fmla="*/ 21 h 4"/>
                <a:gd name="T4" fmla="*/ 0 w 10"/>
                <a:gd name="T5" fmla="*/ 16 h 4"/>
                <a:gd name="T6" fmla="*/ 16 w 10"/>
                <a:gd name="T7" fmla="*/ 0 h 4"/>
                <a:gd name="T8" fmla="*/ 35 w 10"/>
                <a:gd name="T9" fmla="*/ 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9" y="1"/>
                  </a:moveTo>
                  <a:cubicBezTo>
                    <a:pt x="10" y="2"/>
                    <a:pt x="8" y="3"/>
                    <a:pt x="5" y="4"/>
                  </a:cubicBezTo>
                  <a:cubicBezTo>
                    <a:pt x="3" y="4"/>
                    <a:pt x="0" y="4"/>
                    <a:pt x="0" y="3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7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287">
              <a:extLst>
                <a:ext uri="{FF2B5EF4-FFF2-40B4-BE49-F238E27FC236}">
                  <a16:creationId xmlns:a16="http://schemas.microsoft.com/office/drawing/2014/main" id="{92F2A3FD-997F-4E89-9833-1872066C2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302"/>
              <a:ext cx="14" cy="12"/>
            </a:xfrm>
            <a:custGeom>
              <a:avLst/>
              <a:gdLst>
                <a:gd name="T0" fmla="*/ 34 w 9"/>
                <a:gd name="T1" fmla="*/ 29 h 7"/>
                <a:gd name="T2" fmla="*/ 14 w 9"/>
                <a:gd name="T3" fmla="*/ 26 h 7"/>
                <a:gd name="T4" fmla="*/ 5 w 9"/>
                <a:gd name="T5" fmla="*/ 5 h 7"/>
                <a:gd name="T6" fmla="*/ 22 w 9"/>
                <a:gd name="T7" fmla="*/ 9 h 7"/>
                <a:gd name="T8" fmla="*/ 34 w 9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1"/>
                    <a:pt x="6" y="2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774EE8ED-B555-4104-965F-C134CF93AC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From Atheroma</a:t>
            </a:r>
            <a:br>
              <a:rPr lang="fr-FR" altLang="x-none" sz="2600"/>
            </a:br>
            <a:r>
              <a:rPr lang="fr-FR" altLang="x-none" sz="2600"/>
              <a:t>To Thrombus (2)</a:t>
            </a:r>
          </a:p>
        </p:txBody>
      </p:sp>
      <p:grpSp>
        <p:nvGrpSpPr>
          <p:cNvPr id="46082" name="arterial-atheroma-to-thrombus-illustration">
            <a:extLst>
              <a:ext uri="{FF2B5EF4-FFF2-40B4-BE49-F238E27FC236}">
                <a16:creationId xmlns:a16="http://schemas.microsoft.com/office/drawing/2014/main" id="{EA3822DF-4FF6-4BF4-82A2-41B1B1DC6362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905000"/>
            <a:ext cx="7543800" cy="3595688"/>
            <a:chOff x="2978" y="1723"/>
            <a:chExt cx="2345" cy="1118"/>
          </a:xfrm>
        </p:grpSpPr>
        <p:grpSp>
          <p:nvGrpSpPr>
            <p:cNvPr id="46083" name="Group 4">
              <a:extLst>
                <a:ext uri="{FF2B5EF4-FFF2-40B4-BE49-F238E27FC236}">
                  <a16:creationId xmlns:a16="http://schemas.microsoft.com/office/drawing/2014/main" id="{D71D329C-7CB9-4634-B319-4143FC434B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8" y="1723"/>
              <a:ext cx="2345" cy="1118"/>
              <a:chOff x="2978" y="1723"/>
              <a:chExt cx="2345" cy="1118"/>
            </a:xfrm>
          </p:grpSpPr>
          <p:sp>
            <p:nvSpPr>
              <p:cNvPr id="46288" name="Freeform 5">
                <a:extLst>
                  <a:ext uri="{FF2B5EF4-FFF2-40B4-BE49-F238E27FC236}">
                    <a16:creationId xmlns:a16="http://schemas.microsoft.com/office/drawing/2014/main" id="{3E1168E4-DFD8-4E89-A903-045CE65F1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876"/>
                <a:ext cx="1433" cy="666"/>
              </a:xfrm>
              <a:custGeom>
                <a:avLst/>
                <a:gdLst>
                  <a:gd name="T0" fmla="*/ 3715 w 890"/>
                  <a:gd name="T1" fmla="*/ 889 h 388"/>
                  <a:gd name="T2" fmla="*/ 2230 w 890"/>
                  <a:gd name="T3" fmla="*/ 506 h 388"/>
                  <a:gd name="T4" fmla="*/ 143 w 890"/>
                  <a:gd name="T5" fmla="*/ 0 h 388"/>
                  <a:gd name="T6" fmla="*/ 130 w 890"/>
                  <a:gd name="T7" fmla="*/ 70 h 388"/>
                  <a:gd name="T8" fmla="*/ 383 w 890"/>
                  <a:gd name="T9" fmla="*/ 649 h 388"/>
                  <a:gd name="T10" fmla="*/ 0 w 890"/>
                  <a:gd name="T11" fmla="*/ 1234 h 388"/>
                  <a:gd name="T12" fmla="*/ 8 w 890"/>
                  <a:gd name="T13" fmla="*/ 1234 h 388"/>
                  <a:gd name="T14" fmla="*/ 3140 w 890"/>
                  <a:gd name="T15" fmla="*/ 1962 h 388"/>
                  <a:gd name="T16" fmla="*/ 3715 w 890"/>
                  <a:gd name="T17" fmla="*/ 889 h 3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0" h="388">
                    <a:moveTo>
                      <a:pt x="890" y="176"/>
                    </a:moveTo>
                    <a:cubicBezTo>
                      <a:pt x="716" y="138"/>
                      <a:pt x="576" y="108"/>
                      <a:pt x="534" y="100"/>
                    </a:cubicBezTo>
                    <a:cubicBezTo>
                      <a:pt x="408" y="76"/>
                      <a:pt x="105" y="14"/>
                      <a:pt x="34" y="0"/>
                    </a:cubicBezTo>
                    <a:cubicBezTo>
                      <a:pt x="34" y="0"/>
                      <a:pt x="31" y="14"/>
                      <a:pt x="31" y="14"/>
                    </a:cubicBezTo>
                    <a:cubicBezTo>
                      <a:pt x="73" y="24"/>
                      <a:pt x="90" y="74"/>
                      <a:pt x="92" y="128"/>
                    </a:cubicBezTo>
                    <a:cubicBezTo>
                      <a:pt x="95" y="185"/>
                      <a:pt x="49" y="244"/>
                      <a:pt x="0" y="244"/>
                    </a:cubicBezTo>
                    <a:cubicBezTo>
                      <a:pt x="0" y="244"/>
                      <a:pt x="1" y="244"/>
                      <a:pt x="2" y="244"/>
                    </a:cubicBezTo>
                    <a:cubicBezTo>
                      <a:pt x="33" y="250"/>
                      <a:pt x="396" y="320"/>
                      <a:pt x="752" y="388"/>
                    </a:cubicBezTo>
                    <a:cubicBezTo>
                      <a:pt x="776" y="308"/>
                      <a:pt x="828" y="235"/>
                      <a:pt x="890" y="17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9" name="Freeform 6">
                <a:extLst>
                  <a:ext uri="{FF2B5EF4-FFF2-40B4-BE49-F238E27FC236}">
                    <a16:creationId xmlns:a16="http://schemas.microsoft.com/office/drawing/2014/main" id="{AE61F1FE-FF46-43C0-9F41-9F8F4645F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046"/>
                <a:ext cx="1709" cy="659"/>
              </a:xfrm>
              <a:custGeom>
                <a:avLst/>
                <a:gdLst>
                  <a:gd name="T0" fmla="*/ 3885 w 1062"/>
                  <a:gd name="T1" fmla="*/ 453 h 384"/>
                  <a:gd name="T2" fmla="*/ 3502 w 1062"/>
                  <a:gd name="T3" fmla="*/ 678 h 384"/>
                  <a:gd name="T4" fmla="*/ 467 w 1062"/>
                  <a:gd name="T5" fmla="*/ 0 h 384"/>
                  <a:gd name="T6" fmla="*/ 422 w 1062"/>
                  <a:gd name="T7" fmla="*/ 148 h 384"/>
                  <a:gd name="T8" fmla="*/ 0 w 1062"/>
                  <a:gd name="T9" fmla="*/ 925 h 384"/>
                  <a:gd name="T10" fmla="*/ 1743 w 1062"/>
                  <a:gd name="T11" fmla="*/ 1333 h 384"/>
                  <a:gd name="T12" fmla="*/ 3494 w 1062"/>
                  <a:gd name="T13" fmla="*/ 1708 h 384"/>
                  <a:gd name="T14" fmla="*/ 3494 w 1062"/>
                  <a:gd name="T15" fmla="*/ 1708 h 384"/>
                  <a:gd name="T16" fmla="*/ 3885 w 1062"/>
                  <a:gd name="T17" fmla="*/ 1941 h 384"/>
                  <a:gd name="T18" fmla="*/ 4425 w 1062"/>
                  <a:gd name="T19" fmla="*/ 1198 h 384"/>
                  <a:gd name="T20" fmla="*/ 3885 w 1062"/>
                  <a:gd name="T21" fmla="*/ 453 h 3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2" h="384">
                    <a:moveTo>
                      <a:pt x="932" y="90"/>
                    </a:moveTo>
                    <a:cubicBezTo>
                      <a:pt x="896" y="90"/>
                      <a:pt x="864" y="107"/>
                      <a:pt x="840" y="134"/>
                    </a:cubicBezTo>
                    <a:cubicBezTo>
                      <a:pt x="840" y="134"/>
                      <a:pt x="467" y="65"/>
                      <a:pt x="112" y="0"/>
                    </a:cubicBezTo>
                    <a:cubicBezTo>
                      <a:pt x="109" y="10"/>
                      <a:pt x="105" y="20"/>
                      <a:pt x="101" y="29"/>
                    </a:cubicBezTo>
                    <a:cubicBezTo>
                      <a:pt x="76" y="82"/>
                      <a:pt x="46" y="143"/>
                      <a:pt x="0" y="183"/>
                    </a:cubicBezTo>
                    <a:cubicBezTo>
                      <a:pt x="214" y="224"/>
                      <a:pt x="385" y="257"/>
                      <a:pt x="418" y="264"/>
                    </a:cubicBezTo>
                    <a:cubicBezTo>
                      <a:pt x="516" y="284"/>
                      <a:pt x="810" y="334"/>
                      <a:pt x="838" y="338"/>
                    </a:cubicBezTo>
                    <a:cubicBezTo>
                      <a:pt x="838" y="338"/>
                      <a:pt x="838" y="338"/>
                      <a:pt x="838" y="338"/>
                    </a:cubicBezTo>
                    <a:cubicBezTo>
                      <a:pt x="862" y="366"/>
                      <a:pt x="895" y="384"/>
                      <a:pt x="932" y="384"/>
                    </a:cubicBezTo>
                    <a:cubicBezTo>
                      <a:pt x="1004" y="384"/>
                      <a:pt x="1062" y="318"/>
                      <a:pt x="1062" y="237"/>
                    </a:cubicBezTo>
                    <a:cubicBezTo>
                      <a:pt x="1062" y="156"/>
                      <a:pt x="1004" y="90"/>
                      <a:pt x="932" y="90"/>
                    </a:cubicBez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0" name="Freeform 7">
                <a:extLst>
                  <a:ext uri="{FF2B5EF4-FFF2-40B4-BE49-F238E27FC236}">
                    <a16:creationId xmlns:a16="http://schemas.microsoft.com/office/drawing/2014/main" id="{0386C10B-D402-4389-A307-B27F825C9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065"/>
                <a:ext cx="544" cy="776"/>
              </a:xfrm>
              <a:custGeom>
                <a:avLst/>
                <a:gdLst>
                  <a:gd name="T0" fmla="*/ 575 w 338"/>
                  <a:gd name="T1" fmla="*/ 0 h 452"/>
                  <a:gd name="T2" fmla="*/ 97 w 338"/>
                  <a:gd name="T3" fmla="*/ 213 h 452"/>
                  <a:gd name="T4" fmla="*/ 192 w 338"/>
                  <a:gd name="T5" fmla="*/ 621 h 452"/>
                  <a:gd name="T6" fmla="*/ 575 w 338"/>
                  <a:gd name="T7" fmla="*/ 400 h 452"/>
                  <a:gd name="T8" fmla="*/ 1117 w 338"/>
                  <a:gd name="T9" fmla="*/ 1143 h 452"/>
                  <a:gd name="T10" fmla="*/ 575 w 338"/>
                  <a:gd name="T11" fmla="*/ 1887 h 452"/>
                  <a:gd name="T12" fmla="*/ 183 w 338"/>
                  <a:gd name="T13" fmla="*/ 1653 h 452"/>
                  <a:gd name="T14" fmla="*/ 0 w 338"/>
                  <a:gd name="T15" fmla="*/ 1969 h 452"/>
                  <a:gd name="T16" fmla="*/ 575 w 338"/>
                  <a:gd name="T17" fmla="*/ 2287 h 452"/>
                  <a:gd name="T18" fmla="*/ 1410 w 338"/>
                  <a:gd name="T19" fmla="*/ 1143 h 452"/>
                  <a:gd name="T20" fmla="*/ 575 w 338"/>
                  <a:gd name="T21" fmla="*/ 0 h 4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6"/>
                      <a:pt x="23" y="42"/>
                    </a:cubicBezTo>
                    <a:cubicBezTo>
                      <a:pt x="46" y="123"/>
                      <a:pt x="46" y="123"/>
                      <a:pt x="46" y="123"/>
                    </a:cubicBezTo>
                    <a:cubicBezTo>
                      <a:pt x="70" y="96"/>
                      <a:pt x="102" y="79"/>
                      <a:pt x="138" y="79"/>
                    </a:cubicBezTo>
                    <a:cubicBezTo>
                      <a:pt x="210" y="79"/>
                      <a:pt x="268" y="145"/>
                      <a:pt x="268" y="226"/>
                    </a:cubicBezTo>
                    <a:cubicBezTo>
                      <a:pt x="268" y="307"/>
                      <a:pt x="210" y="373"/>
                      <a:pt x="138" y="373"/>
                    </a:cubicBezTo>
                    <a:cubicBezTo>
                      <a:pt x="101" y="373"/>
                      <a:pt x="68" y="355"/>
                      <a:pt x="44" y="327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DCE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1" name="Freeform 8">
                <a:extLst>
                  <a:ext uri="{FF2B5EF4-FFF2-40B4-BE49-F238E27FC236}">
                    <a16:creationId xmlns:a16="http://schemas.microsoft.com/office/drawing/2014/main" id="{CB70FFD4-CEBB-4455-B6A1-EDB7E940B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065"/>
                <a:ext cx="544" cy="776"/>
              </a:xfrm>
              <a:custGeom>
                <a:avLst/>
                <a:gdLst>
                  <a:gd name="T0" fmla="*/ 575 w 338"/>
                  <a:gd name="T1" fmla="*/ 0 h 452"/>
                  <a:gd name="T2" fmla="*/ 97 w 338"/>
                  <a:gd name="T3" fmla="*/ 213 h 452"/>
                  <a:gd name="T4" fmla="*/ 109 w 338"/>
                  <a:gd name="T5" fmla="*/ 259 h 452"/>
                  <a:gd name="T6" fmla="*/ 111 w 338"/>
                  <a:gd name="T7" fmla="*/ 263 h 452"/>
                  <a:gd name="T8" fmla="*/ 575 w 338"/>
                  <a:gd name="T9" fmla="*/ 57 h 452"/>
                  <a:gd name="T10" fmla="*/ 1368 w 338"/>
                  <a:gd name="T11" fmla="*/ 1143 h 452"/>
                  <a:gd name="T12" fmla="*/ 575 w 338"/>
                  <a:gd name="T13" fmla="*/ 2232 h 452"/>
                  <a:gd name="T14" fmla="*/ 34 w 338"/>
                  <a:gd name="T15" fmla="*/ 1928 h 452"/>
                  <a:gd name="T16" fmla="*/ 26 w 338"/>
                  <a:gd name="T17" fmla="*/ 1928 h 452"/>
                  <a:gd name="T18" fmla="*/ 0 w 338"/>
                  <a:gd name="T19" fmla="*/ 1969 h 452"/>
                  <a:gd name="T20" fmla="*/ 575 w 338"/>
                  <a:gd name="T21" fmla="*/ 2287 h 452"/>
                  <a:gd name="T22" fmla="*/ 1410 w 338"/>
                  <a:gd name="T23" fmla="*/ 1143 h 452"/>
                  <a:gd name="T24" fmla="*/ 575 w 338"/>
                  <a:gd name="T25" fmla="*/ 0 h 4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6"/>
                      <a:pt x="23" y="42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58" y="27"/>
                      <a:pt x="97" y="11"/>
                      <a:pt x="138" y="11"/>
                    </a:cubicBezTo>
                    <a:cubicBezTo>
                      <a:pt x="241" y="11"/>
                      <a:pt x="328" y="108"/>
                      <a:pt x="328" y="226"/>
                    </a:cubicBezTo>
                    <a:cubicBezTo>
                      <a:pt x="328" y="345"/>
                      <a:pt x="241" y="441"/>
                      <a:pt x="138" y="441"/>
                    </a:cubicBezTo>
                    <a:cubicBezTo>
                      <a:pt x="87" y="441"/>
                      <a:pt x="41" y="418"/>
                      <a:pt x="8" y="381"/>
                    </a:cubicBezTo>
                    <a:cubicBezTo>
                      <a:pt x="6" y="381"/>
                      <a:pt x="6" y="381"/>
                      <a:pt x="6" y="381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6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2" name="Freeform 9">
                <a:extLst>
                  <a:ext uri="{FF2B5EF4-FFF2-40B4-BE49-F238E27FC236}">
                    <a16:creationId xmlns:a16="http://schemas.microsoft.com/office/drawing/2014/main" id="{EBB85F22-7254-4157-9721-29A80F814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183"/>
                <a:ext cx="387" cy="539"/>
              </a:xfrm>
              <a:custGeom>
                <a:avLst/>
                <a:gdLst>
                  <a:gd name="T0" fmla="*/ 419 w 240"/>
                  <a:gd name="T1" fmla="*/ 0 h 314"/>
                  <a:gd name="T2" fmla="*/ 21 w 240"/>
                  <a:gd name="T3" fmla="*/ 213 h 314"/>
                  <a:gd name="T4" fmla="*/ 34 w 240"/>
                  <a:gd name="T5" fmla="*/ 275 h 314"/>
                  <a:gd name="T6" fmla="*/ 419 w 240"/>
                  <a:gd name="T7" fmla="*/ 50 h 314"/>
                  <a:gd name="T8" fmla="*/ 964 w 240"/>
                  <a:gd name="T9" fmla="*/ 795 h 314"/>
                  <a:gd name="T10" fmla="*/ 419 w 240"/>
                  <a:gd name="T11" fmla="*/ 1538 h 314"/>
                  <a:gd name="T12" fmla="*/ 26 w 240"/>
                  <a:gd name="T13" fmla="*/ 1305 h 314"/>
                  <a:gd name="T14" fmla="*/ 0 w 240"/>
                  <a:gd name="T15" fmla="*/ 1346 h 314"/>
                  <a:gd name="T16" fmla="*/ 419 w 240"/>
                  <a:gd name="T17" fmla="*/ 1588 h 314"/>
                  <a:gd name="T18" fmla="*/ 1006 w 240"/>
                  <a:gd name="T19" fmla="*/ 795 h 314"/>
                  <a:gd name="T20" fmla="*/ 41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32" y="27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7"/>
                      <a:pt x="63" y="314"/>
                      <a:pt x="100" y="314"/>
                    </a:cubicBezTo>
                    <a:cubicBezTo>
                      <a:pt x="177" y="314"/>
                      <a:pt x="240" y="244"/>
                      <a:pt x="240" y="157"/>
                    </a:cubicBezTo>
                    <a:cubicBezTo>
                      <a:pt x="240" y="71"/>
                      <a:pt x="177" y="0"/>
                      <a:pt x="100" y="0"/>
                    </a:cubicBezTo>
                    <a:close/>
                  </a:path>
                </a:pathLst>
              </a:custGeom>
              <a:solidFill>
                <a:srgbClr val="D9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3" name="Freeform 10">
                <a:extLst>
                  <a:ext uri="{FF2B5EF4-FFF2-40B4-BE49-F238E27FC236}">
                    <a16:creationId xmlns:a16="http://schemas.microsoft.com/office/drawing/2014/main" id="{9695A9A3-A266-4ACC-9089-322722685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163"/>
                <a:ext cx="417" cy="580"/>
              </a:xfrm>
              <a:custGeom>
                <a:avLst/>
                <a:gdLst>
                  <a:gd name="T0" fmla="*/ 451 w 259"/>
                  <a:gd name="T1" fmla="*/ 0 h 338"/>
                  <a:gd name="T2" fmla="*/ 37 w 259"/>
                  <a:gd name="T3" fmla="*/ 206 h 338"/>
                  <a:gd name="T4" fmla="*/ 55 w 259"/>
                  <a:gd name="T5" fmla="*/ 275 h 338"/>
                  <a:gd name="T6" fmla="*/ 451 w 259"/>
                  <a:gd name="T7" fmla="*/ 62 h 338"/>
                  <a:gd name="T8" fmla="*/ 1034 w 259"/>
                  <a:gd name="T9" fmla="*/ 855 h 338"/>
                  <a:gd name="T10" fmla="*/ 451 w 259"/>
                  <a:gd name="T11" fmla="*/ 1646 h 338"/>
                  <a:gd name="T12" fmla="*/ 34 w 259"/>
                  <a:gd name="T13" fmla="*/ 1405 h 338"/>
                  <a:gd name="T14" fmla="*/ 0 w 259"/>
                  <a:gd name="T15" fmla="*/ 1460 h 338"/>
                  <a:gd name="T16" fmla="*/ 451 w 259"/>
                  <a:gd name="T17" fmla="*/ 1707 h 338"/>
                  <a:gd name="T18" fmla="*/ 1080 w 259"/>
                  <a:gd name="T19" fmla="*/ 855 h 338"/>
                  <a:gd name="T20" fmla="*/ 451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5"/>
                      <a:pt x="9" y="41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3"/>
                      <a:pt x="248" y="169"/>
                    </a:cubicBezTo>
                    <a:cubicBezTo>
                      <a:pt x="248" y="256"/>
                      <a:pt x="185" y="326"/>
                      <a:pt x="108" y="326"/>
                    </a:cubicBezTo>
                    <a:cubicBezTo>
                      <a:pt x="71" y="326"/>
                      <a:pt x="34" y="309"/>
                      <a:pt x="8" y="278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3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4" name="Freeform 11">
                <a:extLst>
                  <a:ext uri="{FF2B5EF4-FFF2-40B4-BE49-F238E27FC236}">
                    <a16:creationId xmlns:a16="http://schemas.microsoft.com/office/drawing/2014/main" id="{22C65AD7-5F84-41AF-9D1D-9B273D38C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046"/>
                <a:ext cx="1725" cy="659"/>
              </a:xfrm>
              <a:custGeom>
                <a:avLst/>
                <a:gdLst>
                  <a:gd name="T0" fmla="*/ 3925 w 1072"/>
                  <a:gd name="T1" fmla="*/ 453 h 384"/>
                  <a:gd name="T2" fmla="*/ 3542 w 1072"/>
                  <a:gd name="T3" fmla="*/ 678 h 384"/>
                  <a:gd name="T4" fmla="*/ 507 w 1072"/>
                  <a:gd name="T5" fmla="*/ 0 h 384"/>
                  <a:gd name="T6" fmla="*/ 275 w 1072"/>
                  <a:gd name="T7" fmla="*/ 86 h 384"/>
                  <a:gd name="T8" fmla="*/ 143 w 1072"/>
                  <a:gd name="T9" fmla="*/ 317 h 384"/>
                  <a:gd name="T10" fmla="*/ 13 w 1072"/>
                  <a:gd name="T11" fmla="*/ 805 h 384"/>
                  <a:gd name="T12" fmla="*/ 42 w 1072"/>
                  <a:gd name="T13" fmla="*/ 925 h 384"/>
                  <a:gd name="T14" fmla="*/ 1785 w 1072"/>
                  <a:gd name="T15" fmla="*/ 1333 h 384"/>
                  <a:gd name="T16" fmla="*/ 3534 w 1072"/>
                  <a:gd name="T17" fmla="*/ 1708 h 384"/>
                  <a:gd name="T18" fmla="*/ 3534 w 1072"/>
                  <a:gd name="T19" fmla="*/ 1708 h 384"/>
                  <a:gd name="T20" fmla="*/ 3925 w 1072"/>
                  <a:gd name="T21" fmla="*/ 1941 h 384"/>
                  <a:gd name="T22" fmla="*/ 4467 w 1072"/>
                  <a:gd name="T23" fmla="*/ 1198 h 384"/>
                  <a:gd name="T24" fmla="*/ 3925 w 1072"/>
                  <a:gd name="T25" fmla="*/ 453 h 3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2" h="384">
                    <a:moveTo>
                      <a:pt x="942" y="90"/>
                    </a:moveTo>
                    <a:cubicBezTo>
                      <a:pt x="906" y="90"/>
                      <a:pt x="874" y="107"/>
                      <a:pt x="850" y="134"/>
                    </a:cubicBezTo>
                    <a:cubicBezTo>
                      <a:pt x="850" y="134"/>
                      <a:pt x="477" y="65"/>
                      <a:pt x="122" y="0"/>
                    </a:cubicBezTo>
                    <a:cubicBezTo>
                      <a:pt x="119" y="10"/>
                      <a:pt x="71" y="8"/>
                      <a:pt x="66" y="17"/>
                    </a:cubicBezTo>
                    <a:cubicBezTo>
                      <a:pt x="60" y="32"/>
                      <a:pt x="42" y="48"/>
                      <a:pt x="34" y="63"/>
                    </a:cubicBezTo>
                    <a:cubicBezTo>
                      <a:pt x="17" y="96"/>
                      <a:pt x="14" y="129"/>
                      <a:pt x="3" y="159"/>
                    </a:cubicBezTo>
                    <a:cubicBezTo>
                      <a:pt x="0" y="165"/>
                      <a:pt x="16" y="178"/>
                      <a:pt x="10" y="183"/>
                    </a:cubicBezTo>
                    <a:cubicBezTo>
                      <a:pt x="224" y="224"/>
                      <a:pt x="395" y="257"/>
                      <a:pt x="428" y="264"/>
                    </a:cubicBezTo>
                    <a:cubicBezTo>
                      <a:pt x="526" y="284"/>
                      <a:pt x="820" y="334"/>
                      <a:pt x="848" y="338"/>
                    </a:cubicBezTo>
                    <a:cubicBezTo>
                      <a:pt x="848" y="338"/>
                      <a:pt x="848" y="338"/>
                      <a:pt x="848" y="338"/>
                    </a:cubicBezTo>
                    <a:cubicBezTo>
                      <a:pt x="872" y="366"/>
                      <a:pt x="905" y="384"/>
                      <a:pt x="942" y="384"/>
                    </a:cubicBezTo>
                    <a:cubicBezTo>
                      <a:pt x="1014" y="384"/>
                      <a:pt x="1072" y="318"/>
                      <a:pt x="1072" y="237"/>
                    </a:cubicBezTo>
                    <a:cubicBezTo>
                      <a:pt x="1072" y="156"/>
                      <a:pt x="1014" y="90"/>
                      <a:pt x="942" y="9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5" name="Freeform 12">
                <a:extLst>
                  <a:ext uri="{FF2B5EF4-FFF2-40B4-BE49-F238E27FC236}">
                    <a16:creationId xmlns:a16="http://schemas.microsoft.com/office/drawing/2014/main" id="{4789BEAE-6A6A-4271-9514-A215C21C5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094"/>
                <a:ext cx="692" cy="409"/>
              </a:xfrm>
              <a:custGeom>
                <a:avLst/>
                <a:gdLst>
                  <a:gd name="T0" fmla="*/ 0 w 430"/>
                  <a:gd name="T1" fmla="*/ 785 h 238"/>
                  <a:gd name="T2" fmla="*/ 1743 w 430"/>
                  <a:gd name="T3" fmla="*/ 1200 h 238"/>
                  <a:gd name="T4" fmla="*/ 1793 w 430"/>
                  <a:gd name="T5" fmla="*/ 1208 h 238"/>
                  <a:gd name="T6" fmla="*/ 1785 w 430"/>
                  <a:gd name="T7" fmla="*/ 431 h 238"/>
                  <a:gd name="T8" fmla="*/ 1189 w 430"/>
                  <a:gd name="T9" fmla="*/ 62 h 238"/>
                  <a:gd name="T10" fmla="*/ 1242 w 430"/>
                  <a:gd name="T11" fmla="*/ 634 h 238"/>
                  <a:gd name="T12" fmla="*/ 842 w 430"/>
                  <a:gd name="T13" fmla="*/ 868 h 238"/>
                  <a:gd name="T14" fmla="*/ 50 w 430"/>
                  <a:gd name="T15" fmla="*/ 727 h 2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0" h="238">
                    <a:moveTo>
                      <a:pt x="0" y="155"/>
                    </a:moveTo>
                    <a:cubicBezTo>
                      <a:pt x="214" y="196"/>
                      <a:pt x="385" y="229"/>
                      <a:pt x="418" y="236"/>
                    </a:cubicBezTo>
                    <a:cubicBezTo>
                      <a:pt x="422" y="237"/>
                      <a:pt x="426" y="238"/>
                      <a:pt x="430" y="238"/>
                    </a:cubicBezTo>
                    <a:cubicBezTo>
                      <a:pt x="428" y="85"/>
                      <a:pt x="428" y="85"/>
                      <a:pt x="428" y="85"/>
                    </a:cubicBezTo>
                    <a:cubicBezTo>
                      <a:pt x="428" y="85"/>
                      <a:pt x="299" y="0"/>
                      <a:pt x="285" y="12"/>
                    </a:cubicBezTo>
                    <a:cubicBezTo>
                      <a:pt x="271" y="24"/>
                      <a:pt x="323" y="86"/>
                      <a:pt x="298" y="125"/>
                    </a:cubicBezTo>
                    <a:cubicBezTo>
                      <a:pt x="278" y="155"/>
                      <a:pt x="256" y="171"/>
                      <a:pt x="202" y="171"/>
                    </a:cubicBezTo>
                    <a:cubicBezTo>
                      <a:pt x="169" y="171"/>
                      <a:pt x="86" y="158"/>
                      <a:pt x="12" y="143"/>
                    </a:cubicBezTo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6" name="Freeform 13">
                <a:extLst>
                  <a:ext uri="{FF2B5EF4-FFF2-40B4-BE49-F238E27FC236}">
                    <a16:creationId xmlns:a16="http://schemas.microsoft.com/office/drawing/2014/main" id="{A4030354-8694-4621-ABB9-A16762210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238"/>
                <a:ext cx="462" cy="132"/>
              </a:xfrm>
              <a:custGeom>
                <a:avLst/>
                <a:gdLst>
                  <a:gd name="T0" fmla="*/ 1191 w 287"/>
                  <a:gd name="T1" fmla="*/ 387 h 77"/>
                  <a:gd name="T2" fmla="*/ 1198 w 287"/>
                  <a:gd name="T3" fmla="*/ 303 h 77"/>
                  <a:gd name="T4" fmla="*/ 111 w 287"/>
                  <a:gd name="T5" fmla="*/ 0 h 77"/>
                  <a:gd name="T6" fmla="*/ 0 w 287"/>
                  <a:gd name="T7" fmla="*/ 111 h 77"/>
                  <a:gd name="T8" fmla="*/ 1191 w 287"/>
                  <a:gd name="T9" fmla="*/ 387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7" h="77">
                    <a:moveTo>
                      <a:pt x="286" y="77"/>
                    </a:moveTo>
                    <a:cubicBezTo>
                      <a:pt x="287" y="60"/>
                      <a:pt x="287" y="60"/>
                      <a:pt x="287" y="60"/>
                    </a:cubicBezTo>
                    <a:cubicBezTo>
                      <a:pt x="192" y="43"/>
                      <a:pt x="67" y="11"/>
                      <a:pt x="27" y="0"/>
                    </a:cubicBezTo>
                    <a:cubicBezTo>
                      <a:pt x="19" y="9"/>
                      <a:pt x="10" y="17"/>
                      <a:pt x="0" y="22"/>
                    </a:cubicBezTo>
                    <a:lnTo>
                      <a:pt x="286" y="77"/>
                    </a:ln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7" name="Freeform 14">
                <a:extLst>
                  <a:ext uri="{FF2B5EF4-FFF2-40B4-BE49-F238E27FC236}">
                    <a16:creationId xmlns:a16="http://schemas.microsoft.com/office/drawing/2014/main" id="{FDBF3898-4C05-461C-AD07-E59C2E1DA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200"/>
                <a:ext cx="1130" cy="505"/>
              </a:xfrm>
              <a:custGeom>
                <a:avLst/>
                <a:gdLst>
                  <a:gd name="T0" fmla="*/ 2928 w 702"/>
                  <a:gd name="T1" fmla="*/ 747 h 294"/>
                  <a:gd name="T2" fmla="*/ 2387 w 702"/>
                  <a:gd name="T3" fmla="*/ 0 h 294"/>
                  <a:gd name="T4" fmla="*/ 2002 w 702"/>
                  <a:gd name="T5" fmla="*/ 225 h 294"/>
                  <a:gd name="T6" fmla="*/ 1177 w 702"/>
                  <a:gd name="T7" fmla="*/ 36 h 294"/>
                  <a:gd name="T8" fmla="*/ 103 w 702"/>
                  <a:gd name="T9" fmla="*/ 259 h 294"/>
                  <a:gd name="T10" fmla="*/ 187 w 702"/>
                  <a:gd name="T11" fmla="*/ 715 h 294"/>
                  <a:gd name="T12" fmla="*/ 993 w 702"/>
                  <a:gd name="T13" fmla="*/ 1050 h 294"/>
                  <a:gd name="T14" fmla="*/ 1993 w 702"/>
                  <a:gd name="T15" fmla="*/ 1257 h 294"/>
                  <a:gd name="T16" fmla="*/ 1993 w 702"/>
                  <a:gd name="T17" fmla="*/ 1257 h 294"/>
                  <a:gd name="T18" fmla="*/ 2387 w 702"/>
                  <a:gd name="T19" fmla="*/ 1489 h 294"/>
                  <a:gd name="T20" fmla="*/ 2928 w 702"/>
                  <a:gd name="T21" fmla="*/ 747 h 2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2" h="294">
                    <a:moveTo>
                      <a:pt x="702" y="147"/>
                    </a:moveTo>
                    <a:cubicBezTo>
                      <a:pt x="702" y="66"/>
                      <a:pt x="644" y="0"/>
                      <a:pt x="572" y="0"/>
                    </a:cubicBezTo>
                    <a:cubicBezTo>
                      <a:pt x="536" y="0"/>
                      <a:pt x="504" y="17"/>
                      <a:pt x="480" y="44"/>
                    </a:cubicBezTo>
                    <a:cubicBezTo>
                      <a:pt x="480" y="44"/>
                      <a:pt x="402" y="29"/>
                      <a:pt x="282" y="7"/>
                    </a:cubicBezTo>
                    <a:cubicBezTo>
                      <a:pt x="248" y="27"/>
                      <a:pt x="37" y="9"/>
                      <a:pt x="25" y="51"/>
                    </a:cubicBezTo>
                    <a:cubicBezTo>
                      <a:pt x="20" y="70"/>
                      <a:pt x="0" y="114"/>
                      <a:pt x="45" y="141"/>
                    </a:cubicBezTo>
                    <a:cubicBezTo>
                      <a:pt x="100" y="174"/>
                      <a:pt x="224" y="189"/>
                      <a:pt x="238" y="207"/>
                    </a:cubicBezTo>
                    <a:cubicBezTo>
                      <a:pt x="347" y="226"/>
                      <a:pt x="461" y="246"/>
                      <a:pt x="478" y="248"/>
                    </a:cubicBezTo>
                    <a:cubicBezTo>
                      <a:pt x="478" y="248"/>
                      <a:pt x="478" y="248"/>
                      <a:pt x="478" y="248"/>
                    </a:cubicBezTo>
                    <a:cubicBezTo>
                      <a:pt x="502" y="276"/>
                      <a:pt x="535" y="294"/>
                      <a:pt x="572" y="294"/>
                    </a:cubicBezTo>
                    <a:cubicBezTo>
                      <a:pt x="644" y="294"/>
                      <a:pt x="702" y="228"/>
                      <a:pt x="702" y="147"/>
                    </a:cubicBezTo>
                    <a:close/>
                  </a:path>
                </a:pathLst>
              </a:custGeom>
              <a:solidFill>
                <a:srgbClr val="BC5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8" name="Freeform 15">
                <a:extLst>
                  <a:ext uri="{FF2B5EF4-FFF2-40B4-BE49-F238E27FC236}">
                    <a16:creationId xmlns:a16="http://schemas.microsoft.com/office/drawing/2014/main" id="{997BA960-C2DE-4472-BD04-1ED0A6EE9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200"/>
                <a:ext cx="1016" cy="505"/>
              </a:xfrm>
              <a:custGeom>
                <a:avLst/>
                <a:gdLst>
                  <a:gd name="T0" fmla="*/ 1061 w 631"/>
                  <a:gd name="T1" fmla="*/ 481 h 294"/>
                  <a:gd name="T2" fmla="*/ 1299 w 631"/>
                  <a:gd name="T3" fmla="*/ 502 h 294"/>
                  <a:gd name="T4" fmla="*/ 1423 w 631"/>
                  <a:gd name="T5" fmla="*/ 424 h 294"/>
                  <a:gd name="T6" fmla="*/ 1623 w 631"/>
                  <a:gd name="T7" fmla="*/ 374 h 294"/>
                  <a:gd name="T8" fmla="*/ 1950 w 631"/>
                  <a:gd name="T9" fmla="*/ 325 h 294"/>
                  <a:gd name="T10" fmla="*/ 2087 w 631"/>
                  <a:gd name="T11" fmla="*/ 263 h 294"/>
                  <a:gd name="T12" fmla="*/ 2211 w 631"/>
                  <a:gd name="T13" fmla="*/ 127 h 294"/>
                  <a:gd name="T14" fmla="*/ 2634 w 631"/>
                  <a:gd name="T15" fmla="*/ 79 h 294"/>
                  <a:gd name="T16" fmla="*/ 2388 w 631"/>
                  <a:gd name="T17" fmla="*/ 0 h 294"/>
                  <a:gd name="T18" fmla="*/ 2005 w 631"/>
                  <a:gd name="T19" fmla="*/ 225 h 294"/>
                  <a:gd name="T20" fmla="*/ 1452 w 631"/>
                  <a:gd name="T21" fmla="*/ 98 h 294"/>
                  <a:gd name="T22" fmla="*/ 1353 w 631"/>
                  <a:gd name="T23" fmla="*/ 120 h 294"/>
                  <a:gd name="T24" fmla="*/ 1164 w 631"/>
                  <a:gd name="T25" fmla="*/ 206 h 294"/>
                  <a:gd name="T26" fmla="*/ 889 w 631"/>
                  <a:gd name="T27" fmla="*/ 206 h 294"/>
                  <a:gd name="T28" fmla="*/ 628 w 631"/>
                  <a:gd name="T29" fmla="*/ 106 h 294"/>
                  <a:gd name="T30" fmla="*/ 103 w 631"/>
                  <a:gd name="T31" fmla="*/ 259 h 294"/>
                  <a:gd name="T32" fmla="*/ 187 w 631"/>
                  <a:gd name="T33" fmla="*/ 715 h 294"/>
                  <a:gd name="T34" fmla="*/ 993 w 631"/>
                  <a:gd name="T35" fmla="*/ 1050 h 294"/>
                  <a:gd name="T36" fmla="*/ 1997 w 631"/>
                  <a:gd name="T37" fmla="*/ 1257 h 294"/>
                  <a:gd name="T38" fmla="*/ 1997 w 631"/>
                  <a:gd name="T39" fmla="*/ 1257 h 294"/>
                  <a:gd name="T40" fmla="*/ 2388 w 631"/>
                  <a:gd name="T41" fmla="*/ 1489 h 294"/>
                  <a:gd name="T42" fmla="*/ 2468 w 631"/>
                  <a:gd name="T43" fmla="*/ 1484 h 294"/>
                  <a:gd name="T44" fmla="*/ 2277 w 631"/>
                  <a:gd name="T45" fmla="*/ 1414 h 294"/>
                  <a:gd name="T46" fmla="*/ 2121 w 631"/>
                  <a:gd name="T47" fmla="*/ 1266 h 294"/>
                  <a:gd name="T48" fmla="*/ 1916 w 631"/>
                  <a:gd name="T49" fmla="*/ 1123 h 294"/>
                  <a:gd name="T50" fmla="*/ 1750 w 631"/>
                  <a:gd name="T51" fmla="*/ 1110 h 294"/>
                  <a:gd name="T52" fmla="*/ 1615 w 631"/>
                  <a:gd name="T53" fmla="*/ 1050 h 294"/>
                  <a:gd name="T54" fmla="*/ 1314 w 631"/>
                  <a:gd name="T55" fmla="*/ 988 h 294"/>
                  <a:gd name="T56" fmla="*/ 1135 w 631"/>
                  <a:gd name="T57" fmla="*/ 847 h 294"/>
                  <a:gd name="T58" fmla="*/ 985 w 631"/>
                  <a:gd name="T59" fmla="*/ 642 h 294"/>
                  <a:gd name="T60" fmla="*/ 897 w 631"/>
                  <a:gd name="T61" fmla="*/ 563 h 294"/>
                  <a:gd name="T62" fmla="*/ 939 w 631"/>
                  <a:gd name="T63" fmla="*/ 457 h 294"/>
                  <a:gd name="T64" fmla="*/ 939 w 631"/>
                  <a:gd name="T65" fmla="*/ 457 h 294"/>
                  <a:gd name="T66" fmla="*/ 1061 w 631"/>
                  <a:gd name="T67" fmla="*/ 481 h 29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31" h="294">
                    <a:moveTo>
                      <a:pt x="254" y="95"/>
                    </a:moveTo>
                    <a:cubicBezTo>
                      <a:pt x="274" y="103"/>
                      <a:pt x="291" y="105"/>
                      <a:pt x="311" y="99"/>
                    </a:cubicBezTo>
                    <a:cubicBezTo>
                      <a:pt x="323" y="96"/>
                      <a:pt x="331" y="89"/>
                      <a:pt x="341" y="84"/>
                    </a:cubicBezTo>
                    <a:cubicBezTo>
                      <a:pt x="356" y="78"/>
                      <a:pt x="373" y="77"/>
                      <a:pt x="389" y="74"/>
                    </a:cubicBezTo>
                    <a:cubicBezTo>
                      <a:pt x="418" y="68"/>
                      <a:pt x="438" y="61"/>
                      <a:pt x="467" y="64"/>
                    </a:cubicBezTo>
                    <a:cubicBezTo>
                      <a:pt x="485" y="66"/>
                      <a:pt x="487" y="64"/>
                      <a:pt x="500" y="52"/>
                    </a:cubicBezTo>
                    <a:cubicBezTo>
                      <a:pt x="514" y="40"/>
                      <a:pt x="517" y="34"/>
                      <a:pt x="530" y="25"/>
                    </a:cubicBezTo>
                    <a:cubicBezTo>
                      <a:pt x="562" y="5"/>
                      <a:pt x="603" y="7"/>
                      <a:pt x="631" y="16"/>
                    </a:cubicBezTo>
                    <a:cubicBezTo>
                      <a:pt x="614" y="6"/>
                      <a:pt x="594" y="0"/>
                      <a:pt x="572" y="0"/>
                    </a:cubicBezTo>
                    <a:cubicBezTo>
                      <a:pt x="536" y="0"/>
                      <a:pt x="504" y="17"/>
                      <a:pt x="480" y="44"/>
                    </a:cubicBezTo>
                    <a:cubicBezTo>
                      <a:pt x="480" y="44"/>
                      <a:pt x="429" y="34"/>
                      <a:pt x="348" y="19"/>
                    </a:cubicBezTo>
                    <a:cubicBezTo>
                      <a:pt x="340" y="21"/>
                      <a:pt x="332" y="22"/>
                      <a:pt x="324" y="24"/>
                    </a:cubicBezTo>
                    <a:cubicBezTo>
                      <a:pt x="309" y="30"/>
                      <a:pt x="296" y="39"/>
                      <a:pt x="279" y="41"/>
                    </a:cubicBezTo>
                    <a:cubicBezTo>
                      <a:pt x="257" y="43"/>
                      <a:pt x="235" y="45"/>
                      <a:pt x="213" y="41"/>
                    </a:cubicBezTo>
                    <a:cubicBezTo>
                      <a:pt x="190" y="38"/>
                      <a:pt x="171" y="28"/>
                      <a:pt x="150" y="21"/>
                    </a:cubicBezTo>
                    <a:cubicBezTo>
                      <a:pt x="90" y="24"/>
                      <a:pt x="31" y="30"/>
                      <a:pt x="25" y="51"/>
                    </a:cubicBezTo>
                    <a:cubicBezTo>
                      <a:pt x="20" y="70"/>
                      <a:pt x="0" y="114"/>
                      <a:pt x="45" y="141"/>
                    </a:cubicBezTo>
                    <a:cubicBezTo>
                      <a:pt x="100" y="174"/>
                      <a:pt x="224" y="189"/>
                      <a:pt x="238" y="207"/>
                    </a:cubicBezTo>
                    <a:cubicBezTo>
                      <a:pt x="347" y="226"/>
                      <a:pt x="461" y="246"/>
                      <a:pt x="478" y="248"/>
                    </a:cubicBezTo>
                    <a:cubicBezTo>
                      <a:pt x="478" y="248"/>
                      <a:pt x="478" y="248"/>
                      <a:pt x="478" y="248"/>
                    </a:cubicBezTo>
                    <a:cubicBezTo>
                      <a:pt x="502" y="276"/>
                      <a:pt x="535" y="294"/>
                      <a:pt x="572" y="294"/>
                    </a:cubicBezTo>
                    <a:cubicBezTo>
                      <a:pt x="579" y="294"/>
                      <a:pt x="585" y="294"/>
                      <a:pt x="591" y="293"/>
                    </a:cubicBezTo>
                    <a:cubicBezTo>
                      <a:pt x="577" y="285"/>
                      <a:pt x="559" y="284"/>
                      <a:pt x="545" y="279"/>
                    </a:cubicBezTo>
                    <a:cubicBezTo>
                      <a:pt x="529" y="272"/>
                      <a:pt x="519" y="262"/>
                      <a:pt x="508" y="250"/>
                    </a:cubicBezTo>
                    <a:cubicBezTo>
                      <a:pt x="494" y="235"/>
                      <a:pt x="480" y="224"/>
                      <a:pt x="459" y="222"/>
                    </a:cubicBezTo>
                    <a:cubicBezTo>
                      <a:pt x="446" y="221"/>
                      <a:pt x="432" y="223"/>
                      <a:pt x="419" y="219"/>
                    </a:cubicBezTo>
                    <a:cubicBezTo>
                      <a:pt x="407" y="215"/>
                      <a:pt x="399" y="209"/>
                      <a:pt x="387" y="207"/>
                    </a:cubicBezTo>
                    <a:cubicBezTo>
                      <a:pt x="362" y="203"/>
                      <a:pt x="339" y="205"/>
                      <a:pt x="315" y="195"/>
                    </a:cubicBezTo>
                    <a:cubicBezTo>
                      <a:pt x="301" y="190"/>
                      <a:pt x="283" y="178"/>
                      <a:pt x="272" y="167"/>
                    </a:cubicBezTo>
                    <a:cubicBezTo>
                      <a:pt x="260" y="154"/>
                      <a:pt x="251" y="139"/>
                      <a:pt x="236" y="127"/>
                    </a:cubicBezTo>
                    <a:cubicBezTo>
                      <a:pt x="231" y="123"/>
                      <a:pt x="218" y="118"/>
                      <a:pt x="215" y="111"/>
                    </a:cubicBezTo>
                    <a:cubicBezTo>
                      <a:pt x="212" y="103"/>
                      <a:pt x="219" y="95"/>
                      <a:pt x="225" y="90"/>
                    </a:cubicBezTo>
                    <a:cubicBezTo>
                      <a:pt x="225" y="90"/>
                      <a:pt x="225" y="90"/>
                      <a:pt x="225" y="90"/>
                    </a:cubicBezTo>
                    <a:cubicBezTo>
                      <a:pt x="233" y="84"/>
                      <a:pt x="246" y="92"/>
                      <a:pt x="254" y="95"/>
                    </a:cubicBezTo>
                    <a:close/>
                  </a:path>
                </a:pathLst>
              </a:custGeom>
              <a:solidFill>
                <a:srgbClr val="B14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9" name="Freeform 16">
                <a:extLst>
                  <a:ext uri="{FF2B5EF4-FFF2-40B4-BE49-F238E27FC236}">
                    <a16:creationId xmlns:a16="http://schemas.microsoft.com/office/drawing/2014/main" id="{1C27CFDE-8F7D-49F7-A63F-3B19E02F5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219"/>
                <a:ext cx="655" cy="187"/>
              </a:xfrm>
              <a:custGeom>
                <a:avLst/>
                <a:gdLst>
                  <a:gd name="T0" fmla="*/ 956 w 407"/>
                  <a:gd name="T1" fmla="*/ 347 h 109"/>
                  <a:gd name="T2" fmla="*/ 1075 w 407"/>
                  <a:gd name="T3" fmla="*/ 359 h 109"/>
                  <a:gd name="T4" fmla="*/ 1151 w 407"/>
                  <a:gd name="T5" fmla="*/ 304 h 109"/>
                  <a:gd name="T6" fmla="*/ 1275 w 407"/>
                  <a:gd name="T7" fmla="*/ 177 h 109"/>
                  <a:gd name="T8" fmla="*/ 1455 w 407"/>
                  <a:gd name="T9" fmla="*/ 115 h 109"/>
                  <a:gd name="T10" fmla="*/ 1593 w 407"/>
                  <a:gd name="T11" fmla="*/ 127 h 109"/>
                  <a:gd name="T12" fmla="*/ 1696 w 407"/>
                  <a:gd name="T13" fmla="*/ 120 h 109"/>
                  <a:gd name="T14" fmla="*/ 1210 w 407"/>
                  <a:gd name="T15" fmla="*/ 9 h 109"/>
                  <a:gd name="T16" fmla="*/ 1032 w 407"/>
                  <a:gd name="T17" fmla="*/ 0 h 109"/>
                  <a:gd name="T18" fmla="*/ 518 w 407"/>
                  <a:gd name="T19" fmla="*/ 50 h 109"/>
                  <a:gd name="T20" fmla="*/ 357 w 407"/>
                  <a:gd name="T21" fmla="*/ 62 h 109"/>
                  <a:gd name="T22" fmla="*/ 0 w 407"/>
                  <a:gd name="T23" fmla="*/ 202 h 109"/>
                  <a:gd name="T24" fmla="*/ 0 w 407"/>
                  <a:gd name="T25" fmla="*/ 213 h 109"/>
                  <a:gd name="T26" fmla="*/ 26 w 407"/>
                  <a:gd name="T27" fmla="*/ 197 h 109"/>
                  <a:gd name="T28" fmla="*/ 37 w 407"/>
                  <a:gd name="T29" fmla="*/ 247 h 109"/>
                  <a:gd name="T30" fmla="*/ 50 w 407"/>
                  <a:gd name="T31" fmla="*/ 329 h 109"/>
                  <a:gd name="T32" fmla="*/ 103 w 407"/>
                  <a:gd name="T33" fmla="*/ 374 h 109"/>
                  <a:gd name="T34" fmla="*/ 137 w 407"/>
                  <a:gd name="T35" fmla="*/ 304 h 109"/>
                  <a:gd name="T36" fmla="*/ 204 w 407"/>
                  <a:gd name="T37" fmla="*/ 347 h 109"/>
                  <a:gd name="T38" fmla="*/ 288 w 407"/>
                  <a:gd name="T39" fmla="*/ 365 h 109"/>
                  <a:gd name="T40" fmla="*/ 362 w 407"/>
                  <a:gd name="T41" fmla="*/ 347 h 109"/>
                  <a:gd name="T42" fmla="*/ 497 w 407"/>
                  <a:gd name="T43" fmla="*/ 374 h 109"/>
                  <a:gd name="T44" fmla="*/ 378 w 407"/>
                  <a:gd name="T45" fmla="*/ 480 h 109"/>
                  <a:gd name="T46" fmla="*/ 459 w 407"/>
                  <a:gd name="T47" fmla="*/ 439 h 109"/>
                  <a:gd name="T48" fmla="*/ 501 w 407"/>
                  <a:gd name="T49" fmla="*/ 506 h 109"/>
                  <a:gd name="T50" fmla="*/ 666 w 407"/>
                  <a:gd name="T51" fmla="*/ 523 h 109"/>
                  <a:gd name="T52" fmla="*/ 779 w 407"/>
                  <a:gd name="T53" fmla="*/ 379 h 109"/>
                  <a:gd name="T54" fmla="*/ 956 w 407"/>
                  <a:gd name="T55" fmla="*/ 347 h 10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07" h="109">
                    <a:moveTo>
                      <a:pt x="229" y="69"/>
                    </a:moveTo>
                    <a:cubicBezTo>
                      <a:pt x="235" y="69"/>
                      <a:pt x="251" y="72"/>
                      <a:pt x="258" y="71"/>
                    </a:cubicBezTo>
                    <a:cubicBezTo>
                      <a:pt x="265" y="70"/>
                      <a:pt x="270" y="64"/>
                      <a:pt x="276" y="60"/>
                    </a:cubicBezTo>
                    <a:cubicBezTo>
                      <a:pt x="289" y="52"/>
                      <a:pt x="293" y="43"/>
                      <a:pt x="306" y="35"/>
                    </a:cubicBezTo>
                    <a:cubicBezTo>
                      <a:pt x="322" y="26"/>
                      <a:pt x="331" y="23"/>
                      <a:pt x="349" y="23"/>
                    </a:cubicBezTo>
                    <a:cubicBezTo>
                      <a:pt x="359" y="22"/>
                      <a:pt x="373" y="26"/>
                      <a:pt x="382" y="25"/>
                    </a:cubicBezTo>
                    <a:cubicBezTo>
                      <a:pt x="390" y="24"/>
                      <a:pt x="399" y="26"/>
                      <a:pt x="407" y="24"/>
                    </a:cubicBezTo>
                    <a:cubicBezTo>
                      <a:pt x="378" y="19"/>
                      <a:pt x="339" y="11"/>
                      <a:pt x="290" y="2"/>
                    </a:cubicBezTo>
                    <a:cubicBezTo>
                      <a:pt x="276" y="1"/>
                      <a:pt x="262" y="0"/>
                      <a:pt x="247" y="0"/>
                    </a:cubicBezTo>
                    <a:cubicBezTo>
                      <a:pt x="223" y="6"/>
                      <a:pt x="173" y="7"/>
                      <a:pt x="124" y="10"/>
                    </a:cubicBezTo>
                    <a:cubicBezTo>
                      <a:pt x="111" y="11"/>
                      <a:pt x="98" y="12"/>
                      <a:pt x="86" y="12"/>
                    </a:cubicBezTo>
                    <a:cubicBezTo>
                      <a:pt x="41" y="16"/>
                      <a:pt x="5" y="24"/>
                      <a:pt x="0" y="40"/>
                    </a:cubicBezTo>
                    <a:cubicBezTo>
                      <a:pt x="0" y="41"/>
                      <a:pt x="0" y="41"/>
                      <a:pt x="0" y="42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44"/>
                      <a:pt x="8" y="45"/>
                      <a:pt x="9" y="49"/>
                    </a:cubicBezTo>
                    <a:cubicBezTo>
                      <a:pt x="11" y="54"/>
                      <a:pt x="11" y="60"/>
                      <a:pt x="12" y="65"/>
                    </a:cubicBezTo>
                    <a:cubicBezTo>
                      <a:pt x="13" y="70"/>
                      <a:pt x="17" y="81"/>
                      <a:pt x="25" y="74"/>
                    </a:cubicBezTo>
                    <a:cubicBezTo>
                      <a:pt x="30" y="69"/>
                      <a:pt x="21" y="57"/>
                      <a:pt x="33" y="60"/>
                    </a:cubicBezTo>
                    <a:cubicBezTo>
                      <a:pt x="38" y="60"/>
                      <a:pt x="44" y="67"/>
                      <a:pt x="49" y="69"/>
                    </a:cubicBezTo>
                    <a:cubicBezTo>
                      <a:pt x="56" y="71"/>
                      <a:pt x="62" y="72"/>
                      <a:pt x="69" y="72"/>
                    </a:cubicBezTo>
                    <a:cubicBezTo>
                      <a:pt x="77" y="73"/>
                      <a:pt x="79" y="71"/>
                      <a:pt x="87" y="69"/>
                    </a:cubicBezTo>
                    <a:cubicBezTo>
                      <a:pt x="98" y="67"/>
                      <a:pt x="108" y="73"/>
                      <a:pt x="119" y="74"/>
                    </a:cubicBezTo>
                    <a:cubicBezTo>
                      <a:pt x="116" y="87"/>
                      <a:pt x="91" y="79"/>
                      <a:pt x="91" y="95"/>
                    </a:cubicBezTo>
                    <a:cubicBezTo>
                      <a:pt x="97" y="94"/>
                      <a:pt x="104" y="87"/>
                      <a:pt x="110" y="87"/>
                    </a:cubicBezTo>
                    <a:cubicBezTo>
                      <a:pt x="120" y="88"/>
                      <a:pt x="115" y="94"/>
                      <a:pt x="120" y="100"/>
                    </a:cubicBezTo>
                    <a:cubicBezTo>
                      <a:pt x="127" y="109"/>
                      <a:pt x="150" y="106"/>
                      <a:pt x="160" y="104"/>
                    </a:cubicBezTo>
                    <a:cubicBezTo>
                      <a:pt x="179" y="101"/>
                      <a:pt x="175" y="86"/>
                      <a:pt x="187" y="75"/>
                    </a:cubicBezTo>
                    <a:cubicBezTo>
                      <a:pt x="195" y="68"/>
                      <a:pt x="218" y="68"/>
                      <a:pt x="229" y="69"/>
                    </a:cubicBez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0" name="Freeform 17">
                <a:extLst>
                  <a:ext uri="{FF2B5EF4-FFF2-40B4-BE49-F238E27FC236}">
                    <a16:creationId xmlns:a16="http://schemas.microsoft.com/office/drawing/2014/main" id="{E2685B66-D608-4452-9DA3-BA082F001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183"/>
                <a:ext cx="387" cy="539"/>
              </a:xfrm>
              <a:custGeom>
                <a:avLst/>
                <a:gdLst>
                  <a:gd name="T0" fmla="*/ 419 w 240"/>
                  <a:gd name="T1" fmla="*/ 0 h 314"/>
                  <a:gd name="T2" fmla="*/ 21 w 240"/>
                  <a:gd name="T3" fmla="*/ 213 h 314"/>
                  <a:gd name="T4" fmla="*/ 34 w 240"/>
                  <a:gd name="T5" fmla="*/ 275 h 314"/>
                  <a:gd name="T6" fmla="*/ 419 w 240"/>
                  <a:gd name="T7" fmla="*/ 50 h 314"/>
                  <a:gd name="T8" fmla="*/ 964 w 240"/>
                  <a:gd name="T9" fmla="*/ 795 h 314"/>
                  <a:gd name="T10" fmla="*/ 419 w 240"/>
                  <a:gd name="T11" fmla="*/ 1538 h 314"/>
                  <a:gd name="T12" fmla="*/ 26 w 240"/>
                  <a:gd name="T13" fmla="*/ 1305 h 314"/>
                  <a:gd name="T14" fmla="*/ 0 w 240"/>
                  <a:gd name="T15" fmla="*/ 1346 h 314"/>
                  <a:gd name="T16" fmla="*/ 419 w 240"/>
                  <a:gd name="T17" fmla="*/ 1588 h 314"/>
                  <a:gd name="T18" fmla="*/ 1006 w 240"/>
                  <a:gd name="T19" fmla="*/ 795 h 314"/>
                  <a:gd name="T20" fmla="*/ 41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32" y="27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7"/>
                      <a:pt x="63" y="314"/>
                      <a:pt x="100" y="314"/>
                    </a:cubicBezTo>
                    <a:cubicBezTo>
                      <a:pt x="177" y="314"/>
                      <a:pt x="240" y="244"/>
                      <a:pt x="240" y="157"/>
                    </a:cubicBezTo>
                    <a:cubicBezTo>
                      <a:pt x="240" y="71"/>
                      <a:pt x="177" y="0"/>
                      <a:pt x="100" y="0"/>
                    </a:cubicBezTo>
                    <a:close/>
                  </a:path>
                </a:pathLst>
              </a:custGeom>
              <a:solidFill>
                <a:srgbClr val="D4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1" name="Freeform 18">
                <a:extLst>
                  <a:ext uri="{FF2B5EF4-FFF2-40B4-BE49-F238E27FC236}">
                    <a16:creationId xmlns:a16="http://schemas.microsoft.com/office/drawing/2014/main" id="{2C779227-9150-422B-A4F7-252ABF86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163"/>
                <a:ext cx="417" cy="580"/>
              </a:xfrm>
              <a:custGeom>
                <a:avLst/>
                <a:gdLst>
                  <a:gd name="T0" fmla="*/ 451 w 259"/>
                  <a:gd name="T1" fmla="*/ 0 h 338"/>
                  <a:gd name="T2" fmla="*/ 37 w 259"/>
                  <a:gd name="T3" fmla="*/ 206 h 338"/>
                  <a:gd name="T4" fmla="*/ 55 w 259"/>
                  <a:gd name="T5" fmla="*/ 275 h 338"/>
                  <a:gd name="T6" fmla="*/ 451 w 259"/>
                  <a:gd name="T7" fmla="*/ 62 h 338"/>
                  <a:gd name="T8" fmla="*/ 1034 w 259"/>
                  <a:gd name="T9" fmla="*/ 855 h 338"/>
                  <a:gd name="T10" fmla="*/ 451 w 259"/>
                  <a:gd name="T11" fmla="*/ 1646 h 338"/>
                  <a:gd name="T12" fmla="*/ 34 w 259"/>
                  <a:gd name="T13" fmla="*/ 1405 h 338"/>
                  <a:gd name="T14" fmla="*/ 0 w 259"/>
                  <a:gd name="T15" fmla="*/ 1460 h 338"/>
                  <a:gd name="T16" fmla="*/ 451 w 259"/>
                  <a:gd name="T17" fmla="*/ 1707 h 338"/>
                  <a:gd name="T18" fmla="*/ 1080 w 259"/>
                  <a:gd name="T19" fmla="*/ 855 h 338"/>
                  <a:gd name="T20" fmla="*/ 451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5"/>
                      <a:pt x="9" y="41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3"/>
                      <a:pt x="248" y="169"/>
                    </a:cubicBezTo>
                    <a:cubicBezTo>
                      <a:pt x="248" y="256"/>
                      <a:pt x="185" y="326"/>
                      <a:pt x="108" y="326"/>
                    </a:cubicBezTo>
                    <a:cubicBezTo>
                      <a:pt x="71" y="326"/>
                      <a:pt x="34" y="309"/>
                      <a:pt x="8" y="278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3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2" name="Freeform 19">
                <a:extLst>
                  <a:ext uri="{FF2B5EF4-FFF2-40B4-BE49-F238E27FC236}">
                    <a16:creationId xmlns:a16="http://schemas.microsoft.com/office/drawing/2014/main" id="{568E5386-4463-4925-B1DB-9F3E7E484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768"/>
                <a:ext cx="1838" cy="508"/>
              </a:xfrm>
              <a:custGeom>
                <a:avLst/>
                <a:gdLst>
                  <a:gd name="T0" fmla="*/ 4666 w 1142"/>
                  <a:gd name="T1" fmla="*/ 1086 h 296"/>
                  <a:gd name="T2" fmla="*/ 2067 w 1142"/>
                  <a:gd name="T3" fmla="*/ 530 h 296"/>
                  <a:gd name="T4" fmla="*/ 8 w 1142"/>
                  <a:gd name="T5" fmla="*/ 0 h 296"/>
                  <a:gd name="T6" fmla="*/ 0 w 1142"/>
                  <a:gd name="T7" fmla="*/ 383 h 296"/>
                  <a:gd name="T8" fmla="*/ 34 w 1142"/>
                  <a:gd name="T9" fmla="*/ 395 h 296"/>
                  <a:gd name="T10" fmla="*/ 47 w 1142"/>
                  <a:gd name="T11" fmla="*/ 395 h 296"/>
                  <a:gd name="T12" fmla="*/ 2244 w 1142"/>
                  <a:gd name="T13" fmla="*/ 937 h 296"/>
                  <a:gd name="T14" fmla="*/ 4761 w 1142"/>
                  <a:gd name="T15" fmla="*/ 1497 h 296"/>
                  <a:gd name="T16" fmla="*/ 4666 w 1142"/>
                  <a:gd name="T17" fmla="*/ 1086 h 2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2" h="296">
                    <a:moveTo>
                      <a:pt x="1119" y="215"/>
                    </a:moveTo>
                    <a:cubicBezTo>
                      <a:pt x="1119" y="215"/>
                      <a:pt x="632" y="131"/>
                      <a:pt x="496" y="105"/>
                    </a:cubicBezTo>
                    <a:cubicBezTo>
                      <a:pt x="376" y="82"/>
                      <a:pt x="93" y="19"/>
                      <a:pt x="2" y="0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2" y="77"/>
                      <a:pt x="5" y="77"/>
                      <a:pt x="8" y="78"/>
                    </a:cubicBezTo>
                    <a:cubicBezTo>
                      <a:pt x="9" y="78"/>
                      <a:pt x="10" y="78"/>
                      <a:pt x="11" y="78"/>
                    </a:cubicBezTo>
                    <a:cubicBezTo>
                      <a:pt x="82" y="93"/>
                      <a:pt x="412" y="160"/>
                      <a:pt x="538" y="185"/>
                    </a:cubicBezTo>
                    <a:cubicBezTo>
                      <a:pt x="674" y="211"/>
                      <a:pt x="1142" y="296"/>
                      <a:pt x="1142" y="296"/>
                    </a:cubicBezTo>
                    <a:lnTo>
                      <a:pt x="1119" y="215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3" name="Freeform 20">
                <a:extLst>
                  <a:ext uri="{FF2B5EF4-FFF2-40B4-BE49-F238E27FC236}">
                    <a16:creationId xmlns:a16="http://schemas.microsoft.com/office/drawing/2014/main" id="{EAA66CF6-50F2-40E5-824C-B5BB24FB5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723"/>
                <a:ext cx="2027" cy="414"/>
              </a:xfrm>
              <a:custGeom>
                <a:avLst/>
                <a:gdLst>
                  <a:gd name="T0" fmla="*/ 5138 w 1259"/>
                  <a:gd name="T1" fmla="*/ 1010 h 241"/>
                  <a:gd name="T2" fmla="*/ 5253 w 1259"/>
                  <a:gd name="T3" fmla="*/ 1019 h 241"/>
                  <a:gd name="T4" fmla="*/ 2830 w 1259"/>
                  <a:gd name="T5" fmla="*/ 550 h 241"/>
                  <a:gd name="T6" fmla="*/ 628 w 1259"/>
                  <a:gd name="T7" fmla="*/ 41 h 241"/>
                  <a:gd name="T8" fmla="*/ 0 w 1259"/>
                  <a:gd name="T9" fmla="*/ 136 h 241"/>
                  <a:gd name="T10" fmla="*/ 0 w 1259"/>
                  <a:gd name="T11" fmla="*/ 136 h 241"/>
                  <a:gd name="T12" fmla="*/ 2058 w 1259"/>
                  <a:gd name="T13" fmla="*/ 665 h 241"/>
                  <a:gd name="T14" fmla="*/ 4658 w 1259"/>
                  <a:gd name="T15" fmla="*/ 1221 h 241"/>
                  <a:gd name="T16" fmla="*/ 5138 w 1259"/>
                  <a:gd name="T17" fmla="*/ 101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9" h="241">
                    <a:moveTo>
                      <a:pt x="1231" y="199"/>
                    </a:moveTo>
                    <a:cubicBezTo>
                      <a:pt x="1241" y="199"/>
                      <a:pt x="1250" y="200"/>
                      <a:pt x="1259" y="201"/>
                    </a:cubicBezTo>
                    <a:cubicBezTo>
                      <a:pt x="1163" y="184"/>
                      <a:pt x="808" y="133"/>
                      <a:pt x="678" y="108"/>
                    </a:cubicBezTo>
                    <a:cubicBezTo>
                      <a:pt x="559" y="85"/>
                      <a:pt x="241" y="27"/>
                      <a:pt x="150" y="8"/>
                    </a:cubicBezTo>
                    <a:cubicBezTo>
                      <a:pt x="112" y="2"/>
                      <a:pt x="32" y="0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92" y="46"/>
                      <a:pt x="374" y="108"/>
                      <a:pt x="493" y="131"/>
                    </a:cubicBezTo>
                    <a:cubicBezTo>
                      <a:pt x="629" y="157"/>
                      <a:pt x="1116" y="241"/>
                      <a:pt x="1116" y="241"/>
                    </a:cubicBezTo>
                    <a:cubicBezTo>
                      <a:pt x="1149" y="215"/>
                      <a:pt x="1188" y="199"/>
                      <a:pt x="1231" y="199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4" name="Freeform 21">
                <a:extLst>
                  <a:ext uri="{FF2B5EF4-FFF2-40B4-BE49-F238E27FC236}">
                    <a16:creationId xmlns:a16="http://schemas.microsoft.com/office/drawing/2014/main" id="{95B001EF-8A88-4CE1-BF4B-7E39C976F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374"/>
                <a:ext cx="1985" cy="465"/>
              </a:xfrm>
              <a:custGeom>
                <a:avLst/>
                <a:gdLst>
                  <a:gd name="T0" fmla="*/ 4665 w 1233"/>
                  <a:gd name="T1" fmla="*/ 1057 h 271"/>
                  <a:gd name="T2" fmla="*/ 4665 w 1233"/>
                  <a:gd name="T3" fmla="*/ 1057 h 271"/>
                  <a:gd name="T4" fmla="*/ 4661 w 1233"/>
                  <a:gd name="T5" fmla="*/ 1057 h 271"/>
                  <a:gd name="T6" fmla="*/ 2907 w 1233"/>
                  <a:gd name="T7" fmla="*/ 683 h 271"/>
                  <a:gd name="T8" fmla="*/ 0 w 1233"/>
                  <a:gd name="T9" fmla="*/ 0 h 271"/>
                  <a:gd name="T10" fmla="*/ 509 w 1233"/>
                  <a:gd name="T11" fmla="*/ 275 h 271"/>
                  <a:gd name="T12" fmla="*/ 642 w 1233"/>
                  <a:gd name="T13" fmla="*/ 312 h 271"/>
                  <a:gd name="T14" fmla="*/ 3392 w 1233"/>
                  <a:gd name="T15" fmla="*/ 995 h 271"/>
                  <a:gd name="T16" fmla="*/ 5145 w 1233"/>
                  <a:gd name="T17" fmla="*/ 1369 h 271"/>
                  <a:gd name="T18" fmla="*/ 5145 w 1233"/>
                  <a:gd name="T19" fmla="*/ 1369 h 271"/>
                  <a:gd name="T20" fmla="*/ 4665 w 1233"/>
                  <a:gd name="T21" fmla="*/ 1057 h 2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33" h="271">
                    <a:moveTo>
                      <a:pt x="1118" y="209"/>
                    </a:moveTo>
                    <a:cubicBezTo>
                      <a:pt x="1118" y="209"/>
                      <a:pt x="1118" y="209"/>
                      <a:pt x="1118" y="209"/>
                    </a:cubicBezTo>
                    <a:cubicBezTo>
                      <a:pt x="1117" y="209"/>
                      <a:pt x="1117" y="209"/>
                      <a:pt x="1117" y="209"/>
                    </a:cubicBezTo>
                    <a:cubicBezTo>
                      <a:pt x="1089" y="205"/>
                      <a:pt x="795" y="155"/>
                      <a:pt x="697" y="135"/>
                    </a:cubicBezTo>
                    <a:cubicBezTo>
                      <a:pt x="607" y="116"/>
                      <a:pt x="185" y="36"/>
                      <a:pt x="0" y="0"/>
                    </a:cubicBezTo>
                    <a:cubicBezTo>
                      <a:pt x="26" y="28"/>
                      <a:pt x="86" y="45"/>
                      <a:pt x="122" y="54"/>
                    </a:cubicBezTo>
                    <a:cubicBezTo>
                      <a:pt x="126" y="55"/>
                      <a:pt x="154" y="62"/>
                      <a:pt x="154" y="62"/>
                    </a:cubicBezTo>
                    <a:cubicBezTo>
                      <a:pt x="339" y="97"/>
                      <a:pt x="723" y="179"/>
                      <a:pt x="813" y="197"/>
                    </a:cubicBezTo>
                    <a:cubicBezTo>
                      <a:pt x="911" y="217"/>
                      <a:pt x="1205" y="267"/>
                      <a:pt x="1233" y="271"/>
                    </a:cubicBezTo>
                    <a:cubicBezTo>
                      <a:pt x="1233" y="271"/>
                      <a:pt x="1233" y="271"/>
                      <a:pt x="1233" y="271"/>
                    </a:cubicBezTo>
                    <a:cubicBezTo>
                      <a:pt x="1189" y="265"/>
                      <a:pt x="1148" y="242"/>
                      <a:pt x="1118" y="209"/>
                    </a:cubicBezTo>
                    <a:close/>
                  </a:path>
                </a:pathLst>
              </a:custGeom>
              <a:solidFill>
                <a:srgbClr val="F66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5" name="Freeform 22">
                <a:extLst>
                  <a:ext uri="{FF2B5EF4-FFF2-40B4-BE49-F238E27FC236}">
                    <a16:creationId xmlns:a16="http://schemas.microsoft.com/office/drawing/2014/main" id="{9F32E4A6-C191-4EC9-B350-A553DBE9F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768"/>
                <a:ext cx="1803" cy="384"/>
              </a:xfrm>
              <a:custGeom>
                <a:avLst/>
                <a:gdLst>
                  <a:gd name="T0" fmla="*/ 2006 w 1120"/>
                  <a:gd name="T1" fmla="*/ 573 h 224"/>
                  <a:gd name="T2" fmla="*/ 4673 w 1120"/>
                  <a:gd name="T3" fmla="*/ 1128 h 224"/>
                  <a:gd name="T4" fmla="*/ 4659 w 1120"/>
                  <a:gd name="T5" fmla="*/ 1085 h 224"/>
                  <a:gd name="T6" fmla="*/ 2061 w 1120"/>
                  <a:gd name="T7" fmla="*/ 530 h 224"/>
                  <a:gd name="T8" fmla="*/ 0 w 1120"/>
                  <a:gd name="T9" fmla="*/ 0 h 224"/>
                  <a:gd name="T10" fmla="*/ 0 w 1120"/>
                  <a:gd name="T11" fmla="*/ 62 h 224"/>
                  <a:gd name="T12" fmla="*/ 2006 w 1120"/>
                  <a:gd name="T13" fmla="*/ 573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0" h="224">
                    <a:moveTo>
                      <a:pt x="481" y="114"/>
                    </a:moveTo>
                    <a:cubicBezTo>
                      <a:pt x="608" y="138"/>
                      <a:pt x="972" y="197"/>
                      <a:pt x="1120" y="224"/>
                    </a:cubicBezTo>
                    <a:cubicBezTo>
                      <a:pt x="1117" y="215"/>
                      <a:pt x="1117" y="215"/>
                      <a:pt x="1117" y="215"/>
                    </a:cubicBezTo>
                    <a:cubicBezTo>
                      <a:pt x="1117" y="215"/>
                      <a:pt x="630" y="131"/>
                      <a:pt x="494" y="105"/>
                    </a:cubicBezTo>
                    <a:cubicBezTo>
                      <a:pt x="374" y="82"/>
                      <a:pt x="91" y="19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02" y="33"/>
                      <a:pt x="367" y="92"/>
                      <a:pt x="481" y="114"/>
                    </a:cubicBez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6" name="Freeform 23">
                <a:extLst>
                  <a:ext uri="{FF2B5EF4-FFF2-40B4-BE49-F238E27FC236}">
                    <a16:creationId xmlns:a16="http://schemas.microsoft.com/office/drawing/2014/main" id="{4092D5DC-05B8-47EA-B795-E4BDF231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355"/>
                <a:ext cx="1811" cy="378"/>
              </a:xfrm>
              <a:custGeom>
                <a:avLst/>
                <a:gdLst>
                  <a:gd name="T0" fmla="*/ 4667 w 1125"/>
                  <a:gd name="T1" fmla="*/ 1115 h 220"/>
                  <a:gd name="T2" fmla="*/ 4693 w 1125"/>
                  <a:gd name="T3" fmla="*/ 1072 h 220"/>
                  <a:gd name="T4" fmla="*/ 2933 w 1125"/>
                  <a:gd name="T5" fmla="*/ 686 h 220"/>
                  <a:gd name="T6" fmla="*/ 21 w 1125"/>
                  <a:gd name="T7" fmla="*/ 0 h 220"/>
                  <a:gd name="T8" fmla="*/ 16 w 1125"/>
                  <a:gd name="T9" fmla="*/ 0 h 220"/>
                  <a:gd name="T10" fmla="*/ 0 w 1125"/>
                  <a:gd name="T11" fmla="*/ 57 h 220"/>
                  <a:gd name="T12" fmla="*/ 2912 w 1125"/>
                  <a:gd name="T13" fmla="*/ 741 h 220"/>
                  <a:gd name="T14" fmla="*/ 4665 w 1125"/>
                  <a:gd name="T15" fmla="*/ 1115 h 220"/>
                  <a:gd name="T16" fmla="*/ 4667 w 1125"/>
                  <a:gd name="T17" fmla="*/ 1115 h 2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5" h="220">
                    <a:moveTo>
                      <a:pt x="1119" y="220"/>
                    </a:moveTo>
                    <a:cubicBezTo>
                      <a:pt x="1125" y="211"/>
                      <a:pt x="1125" y="211"/>
                      <a:pt x="1125" y="211"/>
                    </a:cubicBezTo>
                    <a:cubicBezTo>
                      <a:pt x="1085" y="205"/>
                      <a:pt x="799" y="155"/>
                      <a:pt x="703" y="135"/>
                    </a:cubicBezTo>
                    <a:cubicBezTo>
                      <a:pt x="613" y="117"/>
                      <a:pt x="190" y="36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85" y="46"/>
                      <a:pt x="608" y="127"/>
                      <a:pt x="698" y="146"/>
                    </a:cubicBezTo>
                    <a:cubicBezTo>
                      <a:pt x="796" y="166"/>
                      <a:pt x="1090" y="216"/>
                      <a:pt x="1118" y="220"/>
                    </a:cubicBezTo>
                    <a:lnTo>
                      <a:pt x="1119" y="220"/>
                    </a:ln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7" name="Freeform 24">
                <a:extLst>
                  <a:ext uri="{FF2B5EF4-FFF2-40B4-BE49-F238E27FC236}">
                    <a16:creationId xmlns:a16="http://schemas.microsoft.com/office/drawing/2014/main" id="{50FC0B09-501F-4EC0-BAD3-A42C9FA67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276"/>
                <a:ext cx="1839" cy="383"/>
              </a:xfrm>
              <a:custGeom>
                <a:avLst/>
                <a:gdLst>
                  <a:gd name="T0" fmla="*/ 1253 w 1142"/>
                  <a:gd name="T1" fmla="*/ 289 h 223"/>
                  <a:gd name="T2" fmla="*/ 1992 w 1142"/>
                  <a:gd name="T3" fmla="*/ 460 h 223"/>
                  <a:gd name="T4" fmla="*/ 2168 w 1142"/>
                  <a:gd name="T5" fmla="*/ 452 h 223"/>
                  <a:gd name="T6" fmla="*/ 2168 w 1142"/>
                  <a:gd name="T7" fmla="*/ 452 h 223"/>
                  <a:gd name="T8" fmla="*/ 2393 w 1142"/>
                  <a:gd name="T9" fmla="*/ 410 h 223"/>
                  <a:gd name="T10" fmla="*/ 2525 w 1142"/>
                  <a:gd name="T11" fmla="*/ 340 h 223"/>
                  <a:gd name="T12" fmla="*/ 2784 w 1142"/>
                  <a:gd name="T13" fmla="*/ 330 h 223"/>
                  <a:gd name="T14" fmla="*/ 3045 w 1142"/>
                  <a:gd name="T15" fmla="*/ 402 h 223"/>
                  <a:gd name="T16" fmla="*/ 3271 w 1142"/>
                  <a:gd name="T17" fmla="*/ 472 h 223"/>
                  <a:gd name="T18" fmla="*/ 3536 w 1142"/>
                  <a:gd name="T19" fmla="*/ 472 h 223"/>
                  <a:gd name="T20" fmla="*/ 3755 w 1142"/>
                  <a:gd name="T21" fmla="*/ 551 h 223"/>
                  <a:gd name="T22" fmla="*/ 3895 w 1142"/>
                  <a:gd name="T23" fmla="*/ 714 h 223"/>
                  <a:gd name="T24" fmla="*/ 4063 w 1142"/>
                  <a:gd name="T25" fmla="*/ 883 h 223"/>
                  <a:gd name="T26" fmla="*/ 4045 w 1142"/>
                  <a:gd name="T27" fmla="*/ 883 h 223"/>
                  <a:gd name="T28" fmla="*/ 4164 w 1142"/>
                  <a:gd name="T29" fmla="*/ 938 h 223"/>
                  <a:gd name="T30" fmla="*/ 4282 w 1142"/>
                  <a:gd name="T31" fmla="*/ 976 h 223"/>
                  <a:gd name="T32" fmla="*/ 4768 w 1142"/>
                  <a:gd name="T33" fmla="*/ 1080 h 223"/>
                  <a:gd name="T34" fmla="*/ 4741 w 1142"/>
                  <a:gd name="T35" fmla="*/ 1130 h 223"/>
                  <a:gd name="T36" fmla="*/ 3916 w 1142"/>
                  <a:gd name="T37" fmla="*/ 962 h 223"/>
                  <a:gd name="T38" fmla="*/ 3018 w 1142"/>
                  <a:gd name="T39" fmla="*/ 799 h 223"/>
                  <a:gd name="T40" fmla="*/ 2246 w 1142"/>
                  <a:gd name="T41" fmla="*/ 584 h 223"/>
                  <a:gd name="T42" fmla="*/ 1198 w 1142"/>
                  <a:gd name="T43" fmla="*/ 333 h 223"/>
                  <a:gd name="T44" fmla="*/ 0 w 1142"/>
                  <a:gd name="T45" fmla="*/ 57 h 223"/>
                  <a:gd name="T46" fmla="*/ 13 w 1142"/>
                  <a:gd name="T47" fmla="*/ 0 h 223"/>
                  <a:gd name="T48" fmla="*/ 1253 w 1142"/>
                  <a:gd name="T49" fmla="*/ 289 h 2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42" h="223">
                    <a:moveTo>
                      <a:pt x="300" y="57"/>
                    </a:moveTo>
                    <a:cubicBezTo>
                      <a:pt x="364" y="69"/>
                      <a:pt x="423" y="81"/>
                      <a:pt x="477" y="91"/>
                    </a:cubicBezTo>
                    <a:cubicBezTo>
                      <a:pt x="479" y="92"/>
                      <a:pt x="518" y="90"/>
                      <a:pt x="519" y="89"/>
                    </a:cubicBezTo>
                    <a:cubicBezTo>
                      <a:pt x="519" y="89"/>
                      <a:pt x="519" y="89"/>
                      <a:pt x="519" y="89"/>
                    </a:cubicBezTo>
                    <a:cubicBezTo>
                      <a:pt x="537" y="90"/>
                      <a:pt x="569" y="84"/>
                      <a:pt x="573" y="81"/>
                    </a:cubicBezTo>
                    <a:cubicBezTo>
                      <a:pt x="581" y="73"/>
                      <a:pt x="590" y="68"/>
                      <a:pt x="605" y="67"/>
                    </a:cubicBezTo>
                    <a:cubicBezTo>
                      <a:pt x="637" y="65"/>
                      <a:pt x="639" y="59"/>
                      <a:pt x="667" y="65"/>
                    </a:cubicBezTo>
                    <a:cubicBezTo>
                      <a:pt x="695" y="71"/>
                      <a:pt x="701" y="71"/>
                      <a:pt x="729" y="79"/>
                    </a:cubicBezTo>
                    <a:cubicBezTo>
                      <a:pt x="757" y="87"/>
                      <a:pt x="755" y="95"/>
                      <a:pt x="783" y="93"/>
                    </a:cubicBezTo>
                    <a:cubicBezTo>
                      <a:pt x="811" y="91"/>
                      <a:pt x="811" y="83"/>
                      <a:pt x="847" y="93"/>
                    </a:cubicBezTo>
                    <a:cubicBezTo>
                      <a:pt x="883" y="103"/>
                      <a:pt x="881" y="97"/>
                      <a:pt x="899" y="109"/>
                    </a:cubicBezTo>
                    <a:cubicBezTo>
                      <a:pt x="917" y="121"/>
                      <a:pt x="917" y="121"/>
                      <a:pt x="933" y="141"/>
                    </a:cubicBezTo>
                    <a:cubicBezTo>
                      <a:pt x="941" y="151"/>
                      <a:pt x="964" y="173"/>
                      <a:pt x="973" y="174"/>
                    </a:cubicBezTo>
                    <a:cubicBezTo>
                      <a:pt x="972" y="174"/>
                      <a:pt x="971" y="174"/>
                      <a:pt x="969" y="174"/>
                    </a:cubicBezTo>
                    <a:cubicBezTo>
                      <a:pt x="972" y="175"/>
                      <a:pt x="986" y="181"/>
                      <a:pt x="997" y="185"/>
                    </a:cubicBezTo>
                    <a:cubicBezTo>
                      <a:pt x="1004" y="188"/>
                      <a:pt x="1020" y="193"/>
                      <a:pt x="1025" y="193"/>
                    </a:cubicBezTo>
                    <a:cubicBezTo>
                      <a:pt x="1083" y="203"/>
                      <a:pt x="1129" y="211"/>
                      <a:pt x="1142" y="213"/>
                    </a:cubicBezTo>
                    <a:cubicBezTo>
                      <a:pt x="1135" y="223"/>
                      <a:pt x="1135" y="223"/>
                      <a:pt x="1135" y="223"/>
                    </a:cubicBezTo>
                    <a:cubicBezTo>
                      <a:pt x="1110" y="220"/>
                      <a:pt x="1026" y="205"/>
                      <a:pt x="938" y="190"/>
                    </a:cubicBezTo>
                    <a:cubicBezTo>
                      <a:pt x="854" y="175"/>
                      <a:pt x="791" y="174"/>
                      <a:pt x="723" y="158"/>
                    </a:cubicBezTo>
                    <a:cubicBezTo>
                      <a:pt x="655" y="142"/>
                      <a:pt x="634" y="133"/>
                      <a:pt x="538" y="115"/>
                    </a:cubicBezTo>
                    <a:cubicBezTo>
                      <a:pt x="467" y="101"/>
                      <a:pt x="381" y="84"/>
                      <a:pt x="287" y="66"/>
                    </a:cubicBezTo>
                    <a:cubicBezTo>
                      <a:pt x="287" y="66"/>
                      <a:pt x="4" y="12"/>
                      <a:pt x="0" y="1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24" y="46"/>
                      <a:pt x="300" y="57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8" name="Freeform 25">
                <a:extLst>
                  <a:ext uri="{FF2B5EF4-FFF2-40B4-BE49-F238E27FC236}">
                    <a16:creationId xmlns:a16="http://schemas.microsoft.com/office/drawing/2014/main" id="{CCC17CFB-6747-4DE5-9F40-676FB8AA4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295"/>
                <a:ext cx="1849" cy="438"/>
              </a:xfrm>
              <a:custGeom>
                <a:avLst/>
                <a:gdLst>
                  <a:gd name="T0" fmla="*/ 3072 w 1149"/>
                  <a:gd name="T1" fmla="*/ 744 h 255"/>
                  <a:gd name="T2" fmla="*/ 2300 w 1149"/>
                  <a:gd name="T3" fmla="*/ 527 h 255"/>
                  <a:gd name="T4" fmla="*/ 1254 w 1149"/>
                  <a:gd name="T5" fmla="*/ 277 h 255"/>
                  <a:gd name="T6" fmla="*/ 60 w 1149"/>
                  <a:gd name="T7" fmla="*/ 0 h 255"/>
                  <a:gd name="T8" fmla="*/ 0 w 1149"/>
                  <a:gd name="T9" fmla="*/ 234 h 255"/>
                  <a:gd name="T10" fmla="*/ 16 w 1149"/>
                  <a:gd name="T11" fmla="*/ 177 h 255"/>
                  <a:gd name="T12" fmla="*/ 21 w 1149"/>
                  <a:gd name="T13" fmla="*/ 177 h 255"/>
                  <a:gd name="T14" fmla="*/ 2929 w 1149"/>
                  <a:gd name="T15" fmla="*/ 862 h 255"/>
                  <a:gd name="T16" fmla="*/ 4688 w 1149"/>
                  <a:gd name="T17" fmla="*/ 1249 h 255"/>
                  <a:gd name="T18" fmla="*/ 4664 w 1149"/>
                  <a:gd name="T19" fmla="*/ 1292 h 255"/>
                  <a:gd name="T20" fmla="*/ 4787 w 1149"/>
                  <a:gd name="T21" fmla="*/ 1074 h 255"/>
                  <a:gd name="T22" fmla="*/ 3967 w 1149"/>
                  <a:gd name="T23" fmla="*/ 905 h 255"/>
                  <a:gd name="T24" fmla="*/ 3072 w 1149"/>
                  <a:gd name="T25" fmla="*/ 744 h 2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49" h="255">
                    <a:moveTo>
                      <a:pt x="737" y="147"/>
                    </a:moveTo>
                    <a:cubicBezTo>
                      <a:pt x="669" y="131"/>
                      <a:pt x="648" y="122"/>
                      <a:pt x="552" y="104"/>
                    </a:cubicBezTo>
                    <a:cubicBezTo>
                      <a:pt x="481" y="90"/>
                      <a:pt x="395" y="73"/>
                      <a:pt x="301" y="55"/>
                    </a:cubicBezTo>
                    <a:cubicBezTo>
                      <a:pt x="301" y="55"/>
                      <a:pt x="18" y="1"/>
                      <a:pt x="1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190" y="71"/>
                      <a:pt x="613" y="152"/>
                      <a:pt x="703" y="170"/>
                    </a:cubicBezTo>
                    <a:cubicBezTo>
                      <a:pt x="799" y="190"/>
                      <a:pt x="1085" y="240"/>
                      <a:pt x="1125" y="246"/>
                    </a:cubicBezTo>
                    <a:cubicBezTo>
                      <a:pt x="1119" y="255"/>
                      <a:pt x="1119" y="255"/>
                      <a:pt x="1119" y="255"/>
                    </a:cubicBezTo>
                    <a:cubicBezTo>
                      <a:pt x="1149" y="212"/>
                      <a:pt x="1149" y="212"/>
                      <a:pt x="1149" y="212"/>
                    </a:cubicBezTo>
                    <a:cubicBezTo>
                      <a:pt x="1124" y="209"/>
                      <a:pt x="1040" y="194"/>
                      <a:pt x="952" y="179"/>
                    </a:cubicBezTo>
                    <a:cubicBezTo>
                      <a:pt x="868" y="164"/>
                      <a:pt x="805" y="163"/>
                      <a:pt x="737" y="147"/>
                    </a:cubicBez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9" name="Freeform 26">
                <a:extLst>
                  <a:ext uri="{FF2B5EF4-FFF2-40B4-BE49-F238E27FC236}">
                    <a16:creationId xmlns:a16="http://schemas.microsoft.com/office/drawing/2014/main" id="{13524483-3E9B-44E3-A254-BF154C0B1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862"/>
                <a:ext cx="1833" cy="464"/>
              </a:xfrm>
              <a:custGeom>
                <a:avLst/>
                <a:gdLst>
                  <a:gd name="T0" fmla="*/ 1733 w 1139"/>
                  <a:gd name="T1" fmla="*/ 488 h 270"/>
                  <a:gd name="T2" fmla="*/ 2290 w 1139"/>
                  <a:gd name="T3" fmla="*/ 614 h 270"/>
                  <a:gd name="T4" fmla="*/ 2427 w 1139"/>
                  <a:gd name="T5" fmla="*/ 720 h 270"/>
                  <a:gd name="T6" fmla="*/ 2567 w 1139"/>
                  <a:gd name="T7" fmla="*/ 945 h 270"/>
                  <a:gd name="T8" fmla="*/ 2887 w 1139"/>
                  <a:gd name="T9" fmla="*/ 1167 h 270"/>
                  <a:gd name="T10" fmla="*/ 3159 w 1139"/>
                  <a:gd name="T11" fmla="*/ 1315 h 270"/>
                  <a:gd name="T12" fmla="*/ 3426 w 1139"/>
                  <a:gd name="T13" fmla="*/ 1308 h 270"/>
                  <a:gd name="T14" fmla="*/ 3727 w 1139"/>
                  <a:gd name="T15" fmla="*/ 1299 h 270"/>
                  <a:gd name="T16" fmla="*/ 3952 w 1139"/>
                  <a:gd name="T17" fmla="*/ 1279 h 270"/>
                  <a:gd name="T18" fmla="*/ 4133 w 1139"/>
                  <a:gd name="T19" fmla="*/ 1117 h 270"/>
                  <a:gd name="T20" fmla="*/ 4229 w 1139"/>
                  <a:gd name="T21" fmla="*/ 1096 h 270"/>
                  <a:gd name="T22" fmla="*/ 4352 w 1139"/>
                  <a:gd name="T23" fmla="*/ 1076 h 270"/>
                  <a:gd name="T24" fmla="*/ 4747 w 1139"/>
                  <a:gd name="T25" fmla="*/ 1167 h 270"/>
                  <a:gd name="T26" fmla="*/ 4735 w 1139"/>
                  <a:gd name="T27" fmla="*/ 1107 h 270"/>
                  <a:gd name="T28" fmla="*/ 4092 w 1139"/>
                  <a:gd name="T29" fmla="*/ 961 h 270"/>
                  <a:gd name="T30" fmla="*/ 3333 w 1139"/>
                  <a:gd name="T31" fmla="*/ 748 h 270"/>
                  <a:gd name="T32" fmla="*/ 2556 w 1139"/>
                  <a:gd name="T33" fmla="*/ 614 h 270"/>
                  <a:gd name="T34" fmla="*/ 1743 w 1139"/>
                  <a:gd name="T35" fmla="*/ 431 h 270"/>
                  <a:gd name="T36" fmla="*/ 0 w 1139"/>
                  <a:gd name="T37" fmla="*/ 0 h 270"/>
                  <a:gd name="T38" fmla="*/ 0 w 1139"/>
                  <a:gd name="T39" fmla="*/ 62 h 270"/>
                  <a:gd name="T40" fmla="*/ 1733 w 1139"/>
                  <a:gd name="T41" fmla="*/ 488 h 2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39" h="270">
                    <a:moveTo>
                      <a:pt x="416" y="96"/>
                    </a:moveTo>
                    <a:cubicBezTo>
                      <a:pt x="460" y="104"/>
                      <a:pt x="505" y="113"/>
                      <a:pt x="549" y="121"/>
                    </a:cubicBezTo>
                    <a:cubicBezTo>
                      <a:pt x="558" y="122"/>
                      <a:pt x="577" y="128"/>
                      <a:pt x="582" y="142"/>
                    </a:cubicBezTo>
                    <a:cubicBezTo>
                      <a:pt x="589" y="159"/>
                      <a:pt x="595" y="167"/>
                      <a:pt x="616" y="186"/>
                    </a:cubicBezTo>
                    <a:cubicBezTo>
                      <a:pt x="650" y="216"/>
                      <a:pt x="658" y="216"/>
                      <a:pt x="693" y="230"/>
                    </a:cubicBezTo>
                    <a:cubicBezTo>
                      <a:pt x="728" y="244"/>
                      <a:pt x="745" y="256"/>
                      <a:pt x="758" y="259"/>
                    </a:cubicBezTo>
                    <a:cubicBezTo>
                      <a:pt x="788" y="265"/>
                      <a:pt x="776" y="252"/>
                      <a:pt x="822" y="258"/>
                    </a:cubicBezTo>
                    <a:cubicBezTo>
                      <a:pt x="867" y="264"/>
                      <a:pt x="878" y="256"/>
                      <a:pt x="894" y="256"/>
                    </a:cubicBezTo>
                    <a:cubicBezTo>
                      <a:pt x="911" y="256"/>
                      <a:pt x="936" y="270"/>
                      <a:pt x="948" y="252"/>
                    </a:cubicBezTo>
                    <a:cubicBezTo>
                      <a:pt x="961" y="234"/>
                      <a:pt x="975" y="224"/>
                      <a:pt x="992" y="220"/>
                    </a:cubicBezTo>
                    <a:cubicBezTo>
                      <a:pt x="1002" y="218"/>
                      <a:pt x="1009" y="218"/>
                      <a:pt x="1015" y="216"/>
                    </a:cubicBezTo>
                    <a:cubicBezTo>
                      <a:pt x="1019" y="215"/>
                      <a:pt x="1027" y="206"/>
                      <a:pt x="1044" y="212"/>
                    </a:cubicBezTo>
                    <a:cubicBezTo>
                      <a:pt x="1094" y="222"/>
                      <a:pt x="1127" y="228"/>
                      <a:pt x="1139" y="230"/>
                    </a:cubicBezTo>
                    <a:cubicBezTo>
                      <a:pt x="1136" y="218"/>
                      <a:pt x="1136" y="218"/>
                      <a:pt x="1136" y="218"/>
                    </a:cubicBezTo>
                    <a:cubicBezTo>
                      <a:pt x="1117" y="214"/>
                      <a:pt x="1061" y="204"/>
                      <a:pt x="982" y="189"/>
                    </a:cubicBezTo>
                    <a:cubicBezTo>
                      <a:pt x="929" y="180"/>
                      <a:pt x="868" y="160"/>
                      <a:pt x="800" y="147"/>
                    </a:cubicBezTo>
                    <a:cubicBezTo>
                      <a:pt x="742" y="137"/>
                      <a:pt x="678" y="133"/>
                      <a:pt x="613" y="121"/>
                    </a:cubicBezTo>
                    <a:cubicBezTo>
                      <a:pt x="549" y="110"/>
                      <a:pt x="483" y="97"/>
                      <a:pt x="418" y="85"/>
                    </a:cubicBezTo>
                    <a:cubicBezTo>
                      <a:pt x="314" y="66"/>
                      <a:pt x="18" y="6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358" y="85"/>
                      <a:pt x="416" y="96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0" name="Freeform 27">
                <a:extLst>
                  <a:ext uri="{FF2B5EF4-FFF2-40B4-BE49-F238E27FC236}">
                    <a16:creationId xmlns:a16="http://schemas.microsoft.com/office/drawing/2014/main" id="{996ADB41-C9E9-4F89-824B-FED6AE6A2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360"/>
                <a:ext cx="135" cy="27"/>
              </a:xfrm>
              <a:custGeom>
                <a:avLst/>
                <a:gdLst>
                  <a:gd name="T0" fmla="*/ 0 w 84"/>
                  <a:gd name="T1" fmla="*/ 0 h 16"/>
                  <a:gd name="T2" fmla="*/ 0 w 84"/>
                  <a:gd name="T3" fmla="*/ 0 h 16"/>
                  <a:gd name="T4" fmla="*/ 349 w 84"/>
                  <a:gd name="T5" fmla="*/ 78 h 16"/>
                  <a:gd name="T6" fmla="*/ 0 w 8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8" y="5"/>
                      <a:pt x="57" y="11"/>
                      <a:pt x="84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1" name="Freeform 28">
                <a:extLst>
                  <a:ext uri="{FF2B5EF4-FFF2-40B4-BE49-F238E27FC236}">
                    <a16:creationId xmlns:a16="http://schemas.microsoft.com/office/drawing/2014/main" id="{CC60BEE6-3211-40CA-84CE-65ABDB498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353"/>
                <a:ext cx="106" cy="59"/>
              </a:xfrm>
              <a:custGeom>
                <a:avLst/>
                <a:gdLst>
                  <a:gd name="T0" fmla="*/ 157 w 66"/>
                  <a:gd name="T1" fmla="*/ 0 h 34"/>
                  <a:gd name="T2" fmla="*/ 220 w 66"/>
                  <a:gd name="T3" fmla="*/ 62 h 34"/>
                  <a:gd name="T4" fmla="*/ 273 w 66"/>
                  <a:gd name="T5" fmla="*/ 163 h 34"/>
                  <a:gd name="T6" fmla="*/ 145 w 66"/>
                  <a:gd name="T7" fmla="*/ 106 h 34"/>
                  <a:gd name="T8" fmla="*/ 0 w 66"/>
                  <a:gd name="T9" fmla="*/ 4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34">
                    <a:moveTo>
                      <a:pt x="38" y="0"/>
                    </a:moveTo>
                    <a:cubicBezTo>
                      <a:pt x="40" y="6"/>
                      <a:pt x="49" y="6"/>
                      <a:pt x="53" y="12"/>
                    </a:cubicBezTo>
                    <a:cubicBezTo>
                      <a:pt x="56" y="17"/>
                      <a:pt x="65" y="26"/>
                      <a:pt x="66" y="31"/>
                    </a:cubicBezTo>
                    <a:cubicBezTo>
                      <a:pt x="62" y="34"/>
                      <a:pt x="42" y="22"/>
                      <a:pt x="35" y="20"/>
                    </a:cubicBezTo>
                    <a:cubicBezTo>
                      <a:pt x="22" y="17"/>
                      <a:pt x="11" y="17"/>
                      <a:pt x="0" y="9"/>
                    </a:cubicBezTo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2" name="Freeform 29">
                <a:extLst>
                  <a:ext uri="{FF2B5EF4-FFF2-40B4-BE49-F238E27FC236}">
                    <a16:creationId xmlns:a16="http://schemas.microsoft.com/office/drawing/2014/main" id="{1CB3E2AB-8068-48EF-AFD1-5AEA7E756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391"/>
                <a:ext cx="91" cy="33"/>
              </a:xfrm>
              <a:custGeom>
                <a:avLst/>
                <a:gdLst>
                  <a:gd name="T0" fmla="*/ 34 w 56"/>
                  <a:gd name="T1" fmla="*/ 0 h 19"/>
                  <a:gd name="T2" fmla="*/ 96 w 56"/>
                  <a:gd name="T3" fmla="*/ 9 h 19"/>
                  <a:gd name="T4" fmla="*/ 151 w 56"/>
                  <a:gd name="T5" fmla="*/ 36 h 19"/>
                  <a:gd name="T6" fmla="*/ 241 w 56"/>
                  <a:gd name="T7" fmla="*/ 63 h 19"/>
                  <a:gd name="T8" fmla="*/ 138 w 56"/>
                  <a:gd name="T9" fmla="*/ 99 h 19"/>
                  <a:gd name="T10" fmla="*/ 0 w 56"/>
                  <a:gd name="T11" fmla="*/ 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9">
                    <a:moveTo>
                      <a:pt x="8" y="0"/>
                    </a:moveTo>
                    <a:cubicBezTo>
                      <a:pt x="12" y="1"/>
                      <a:pt x="17" y="1"/>
                      <a:pt x="22" y="2"/>
                    </a:cubicBezTo>
                    <a:cubicBezTo>
                      <a:pt x="27" y="3"/>
                      <a:pt x="30" y="5"/>
                      <a:pt x="35" y="7"/>
                    </a:cubicBezTo>
                    <a:cubicBezTo>
                      <a:pt x="41" y="9"/>
                      <a:pt x="52" y="6"/>
                      <a:pt x="56" y="12"/>
                    </a:cubicBezTo>
                    <a:cubicBezTo>
                      <a:pt x="54" y="17"/>
                      <a:pt x="38" y="19"/>
                      <a:pt x="32" y="19"/>
                    </a:cubicBezTo>
                    <a:cubicBezTo>
                      <a:pt x="23" y="18"/>
                      <a:pt x="6" y="8"/>
                      <a:pt x="0" y="2"/>
                    </a:cubicBezTo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3" name="Freeform 30">
                <a:extLst>
                  <a:ext uri="{FF2B5EF4-FFF2-40B4-BE49-F238E27FC236}">
                    <a16:creationId xmlns:a16="http://schemas.microsoft.com/office/drawing/2014/main" id="{55CE5F37-D692-46F8-85C9-AF736CD7D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400"/>
                <a:ext cx="61" cy="29"/>
              </a:xfrm>
              <a:custGeom>
                <a:avLst/>
                <a:gdLst>
                  <a:gd name="T0" fmla="*/ 80 w 38"/>
                  <a:gd name="T1" fmla="*/ 0 h 17"/>
                  <a:gd name="T2" fmla="*/ 157 w 38"/>
                  <a:gd name="T3" fmla="*/ 34 h 17"/>
                  <a:gd name="T4" fmla="*/ 0 w 38"/>
                  <a:gd name="T5" fmla="*/ 8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7">
                    <a:moveTo>
                      <a:pt x="19" y="0"/>
                    </a:moveTo>
                    <a:cubicBezTo>
                      <a:pt x="24" y="8"/>
                      <a:pt x="34" y="1"/>
                      <a:pt x="38" y="7"/>
                    </a:cubicBezTo>
                    <a:cubicBezTo>
                      <a:pt x="24" y="8"/>
                      <a:pt x="14" y="12"/>
                      <a:pt x="0" y="17"/>
                    </a:cubicBezTo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4" name="Freeform 31">
                <a:extLst>
                  <a:ext uri="{FF2B5EF4-FFF2-40B4-BE49-F238E27FC236}">
                    <a16:creationId xmlns:a16="http://schemas.microsoft.com/office/drawing/2014/main" id="{AECD616D-9375-4F09-A1C2-17FF09025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355"/>
                <a:ext cx="24" cy="46"/>
              </a:xfrm>
              <a:custGeom>
                <a:avLst/>
                <a:gdLst>
                  <a:gd name="T0" fmla="*/ 16 w 15"/>
                  <a:gd name="T1" fmla="*/ 0 h 27"/>
                  <a:gd name="T2" fmla="*/ 54 w 15"/>
                  <a:gd name="T3" fmla="*/ 90 h 27"/>
                  <a:gd name="T4" fmla="*/ 0 w 15"/>
                  <a:gd name="T5" fmla="*/ 9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4" y="0"/>
                    </a:moveTo>
                    <a:cubicBezTo>
                      <a:pt x="8" y="5"/>
                      <a:pt x="15" y="11"/>
                      <a:pt x="13" y="18"/>
                    </a:cubicBezTo>
                    <a:cubicBezTo>
                      <a:pt x="10" y="27"/>
                      <a:pt x="4" y="23"/>
                      <a:pt x="0" y="18"/>
                    </a:cubicBezTo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5" name="Freeform 32">
                <a:extLst>
                  <a:ext uri="{FF2B5EF4-FFF2-40B4-BE49-F238E27FC236}">
                    <a16:creationId xmlns:a16="http://schemas.microsoft.com/office/drawing/2014/main" id="{1D242F45-1A06-4DDD-B25D-3424B237E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374"/>
                <a:ext cx="37" cy="39"/>
              </a:xfrm>
              <a:custGeom>
                <a:avLst/>
                <a:gdLst>
                  <a:gd name="T0" fmla="*/ 80 w 23"/>
                  <a:gd name="T1" fmla="*/ 0 h 23"/>
                  <a:gd name="T2" fmla="*/ 0 w 23"/>
                  <a:gd name="T3" fmla="*/ 6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3">
                    <a:moveTo>
                      <a:pt x="19" y="0"/>
                    </a:moveTo>
                    <a:cubicBezTo>
                      <a:pt x="23" y="12"/>
                      <a:pt x="9" y="23"/>
                      <a:pt x="0" y="13"/>
                    </a:cubicBezTo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6" name="Freeform 33">
                <a:extLst>
                  <a:ext uri="{FF2B5EF4-FFF2-40B4-BE49-F238E27FC236}">
                    <a16:creationId xmlns:a16="http://schemas.microsoft.com/office/drawing/2014/main" id="{0917AD90-59A5-43E7-B929-750C42300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346"/>
                <a:ext cx="72" cy="64"/>
              </a:xfrm>
              <a:custGeom>
                <a:avLst/>
                <a:gdLst>
                  <a:gd name="T0" fmla="*/ 184 w 45"/>
                  <a:gd name="T1" fmla="*/ 0 h 37"/>
                  <a:gd name="T2" fmla="*/ 170 w 45"/>
                  <a:gd name="T3" fmla="*/ 99 h 37"/>
                  <a:gd name="T4" fmla="*/ 144 w 45"/>
                  <a:gd name="T5" fmla="*/ 171 h 37"/>
                  <a:gd name="T6" fmla="*/ 0 w 45"/>
                  <a:gd name="T7" fmla="*/ 14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7">
                    <a:moveTo>
                      <a:pt x="45" y="0"/>
                    </a:moveTo>
                    <a:cubicBezTo>
                      <a:pt x="42" y="7"/>
                      <a:pt x="41" y="12"/>
                      <a:pt x="41" y="19"/>
                    </a:cubicBezTo>
                    <a:cubicBezTo>
                      <a:pt x="41" y="26"/>
                      <a:pt x="43" y="29"/>
                      <a:pt x="35" y="33"/>
                    </a:cubicBezTo>
                    <a:cubicBezTo>
                      <a:pt x="29" y="37"/>
                      <a:pt x="2" y="33"/>
                      <a:pt x="0" y="27"/>
                    </a:cubicBezTo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7" name="Freeform 34">
                <a:extLst>
                  <a:ext uri="{FF2B5EF4-FFF2-40B4-BE49-F238E27FC236}">
                    <a16:creationId xmlns:a16="http://schemas.microsoft.com/office/drawing/2014/main" id="{5E3399D0-6EF2-4079-BF9F-F81BB7EF1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2377"/>
                <a:ext cx="106" cy="266"/>
              </a:xfrm>
              <a:custGeom>
                <a:avLst/>
                <a:gdLst>
                  <a:gd name="T0" fmla="*/ 0 w 66"/>
                  <a:gd name="T1" fmla="*/ 783 h 155"/>
                  <a:gd name="T2" fmla="*/ 191 w 66"/>
                  <a:gd name="T3" fmla="*/ 0 h 155"/>
                  <a:gd name="T4" fmla="*/ 0 w 66"/>
                  <a:gd name="T5" fmla="*/ 783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55">
                    <a:moveTo>
                      <a:pt x="0" y="155"/>
                    </a:moveTo>
                    <a:cubicBezTo>
                      <a:pt x="66" y="101"/>
                      <a:pt x="52" y="22"/>
                      <a:pt x="46" y="0"/>
                    </a:cubicBezTo>
                    <a:cubicBezTo>
                      <a:pt x="47" y="21"/>
                      <a:pt x="53" y="99"/>
                      <a:pt x="0" y="155"/>
                    </a:cubicBezTo>
                    <a:close/>
                  </a:path>
                </a:pathLst>
              </a:custGeom>
              <a:solidFill>
                <a:srgbClr val="D69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8" name="Freeform 35">
                <a:extLst>
                  <a:ext uri="{FF2B5EF4-FFF2-40B4-BE49-F238E27FC236}">
                    <a16:creationId xmlns:a16="http://schemas.microsoft.com/office/drawing/2014/main" id="{CA72E794-EB95-47B8-8A13-27411759F7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5" y="1877"/>
                <a:ext cx="1848" cy="765"/>
              </a:xfrm>
              <a:custGeom>
                <a:avLst/>
                <a:gdLst>
                  <a:gd name="T0" fmla="*/ 4221 w 1148"/>
                  <a:gd name="T1" fmla="*/ 2099 h 445"/>
                  <a:gd name="T2" fmla="*/ 3995 w 1148"/>
                  <a:gd name="T3" fmla="*/ 1992 h 445"/>
                  <a:gd name="T4" fmla="*/ 3748 w 1148"/>
                  <a:gd name="T5" fmla="*/ 1702 h 445"/>
                  <a:gd name="T6" fmla="*/ 3263 w 1148"/>
                  <a:gd name="T7" fmla="*/ 1619 h 445"/>
                  <a:gd name="T8" fmla="*/ 2778 w 1148"/>
                  <a:gd name="T9" fmla="*/ 1478 h 445"/>
                  <a:gd name="T10" fmla="*/ 2379 w 1148"/>
                  <a:gd name="T11" fmla="*/ 1540 h 445"/>
                  <a:gd name="T12" fmla="*/ 2019 w 1148"/>
                  <a:gd name="T13" fmla="*/ 1602 h 445"/>
                  <a:gd name="T14" fmla="*/ 1285 w 1148"/>
                  <a:gd name="T15" fmla="*/ 1427 h 445"/>
                  <a:gd name="T16" fmla="*/ 13 w 1148"/>
                  <a:gd name="T17" fmla="*/ 1131 h 445"/>
                  <a:gd name="T18" fmla="*/ 534 w 1148"/>
                  <a:gd name="T19" fmla="*/ 1312 h 445"/>
                  <a:gd name="T20" fmla="*/ 1238 w 1148"/>
                  <a:gd name="T21" fmla="*/ 1468 h 445"/>
                  <a:gd name="T22" fmla="*/ 1252 w 1148"/>
                  <a:gd name="T23" fmla="*/ 1475 h 445"/>
                  <a:gd name="T24" fmla="*/ 1977 w 1148"/>
                  <a:gd name="T25" fmla="*/ 1640 h 445"/>
                  <a:gd name="T26" fmla="*/ 2155 w 1148"/>
                  <a:gd name="T27" fmla="*/ 1652 h 445"/>
                  <a:gd name="T28" fmla="*/ 2155 w 1148"/>
                  <a:gd name="T29" fmla="*/ 1652 h 445"/>
                  <a:gd name="T30" fmla="*/ 2260 w 1148"/>
                  <a:gd name="T31" fmla="*/ 1640 h 445"/>
                  <a:gd name="T32" fmla="*/ 2511 w 1148"/>
                  <a:gd name="T33" fmla="*/ 1520 h 445"/>
                  <a:gd name="T34" fmla="*/ 3030 w 1148"/>
                  <a:gd name="T35" fmla="*/ 1582 h 445"/>
                  <a:gd name="T36" fmla="*/ 3522 w 1148"/>
                  <a:gd name="T37" fmla="*/ 1652 h 445"/>
                  <a:gd name="T38" fmla="*/ 3880 w 1148"/>
                  <a:gd name="T39" fmla="*/ 1894 h 445"/>
                  <a:gd name="T40" fmla="*/ 3918 w 1148"/>
                  <a:gd name="T41" fmla="*/ 1941 h 445"/>
                  <a:gd name="T42" fmla="*/ 3949 w 1148"/>
                  <a:gd name="T43" fmla="*/ 1980 h 445"/>
                  <a:gd name="T44" fmla="*/ 3962 w 1148"/>
                  <a:gd name="T45" fmla="*/ 1998 h 445"/>
                  <a:gd name="T46" fmla="*/ 3974 w 1148"/>
                  <a:gd name="T47" fmla="*/ 2006 h 445"/>
                  <a:gd name="T48" fmla="*/ 3983 w 1148"/>
                  <a:gd name="T49" fmla="*/ 2022 h 445"/>
                  <a:gd name="T50" fmla="*/ 3995 w 1148"/>
                  <a:gd name="T51" fmla="*/ 2034 h 445"/>
                  <a:gd name="T52" fmla="*/ 4008 w 1148"/>
                  <a:gd name="T53" fmla="*/ 2042 h 445"/>
                  <a:gd name="T54" fmla="*/ 4016 w 1148"/>
                  <a:gd name="T55" fmla="*/ 2054 h 445"/>
                  <a:gd name="T56" fmla="*/ 4029 w 1148"/>
                  <a:gd name="T57" fmla="*/ 2056 h 445"/>
                  <a:gd name="T58" fmla="*/ 4037 w 1148"/>
                  <a:gd name="T59" fmla="*/ 2063 h 445"/>
                  <a:gd name="T60" fmla="*/ 4045 w 1148"/>
                  <a:gd name="T61" fmla="*/ 2063 h 445"/>
                  <a:gd name="T62" fmla="*/ 4147 w 1148"/>
                  <a:gd name="T63" fmla="*/ 2120 h 445"/>
                  <a:gd name="T64" fmla="*/ 4752 w 1148"/>
                  <a:gd name="T65" fmla="*/ 2261 h 445"/>
                  <a:gd name="T66" fmla="*/ 4755 w 1148"/>
                  <a:gd name="T67" fmla="*/ 2255 h 445"/>
                  <a:gd name="T68" fmla="*/ 4781 w 1148"/>
                  <a:gd name="T69" fmla="*/ 2216 h 445"/>
                  <a:gd name="T70" fmla="*/ 4221 w 1148"/>
                  <a:gd name="T71" fmla="*/ 2104 h 445"/>
                  <a:gd name="T72" fmla="*/ 1718 w 1148"/>
                  <a:gd name="T73" fmla="*/ 488 h 445"/>
                  <a:gd name="T74" fmla="*/ 2379 w 1148"/>
                  <a:gd name="T75" fmla="*/ 641 h 445"/>
                  <a:gd name="T76" fmla="*/ 2580 w 1148"/>
                  <a:gd name="T77" fmla="*/ 940 h 445"/>
                  <a:gd name="T78" fmla="*/ 3187 w 1148"/>
                  <a:gd name="T79" fmla="*/ 1312 h 445"/>
                  <a:gd name="T80" fmla="*/ 3756 w 1148"/>
                  <a:gd name="T81" fmla="*/ 1294 h 445"/>
                  <a:gd name="T82" fmla="*/ 4164 w 1148"/>
                  <a:gd name="T83" fmla="*/ 1111 h 445"/>
                  <a:gd name="T84" fmla="*/ 4412 w 1148"/>
                  <a:gd name="T85" fmla="*/ 1093 h 445"/>
                  <a:gd name="T86" fmla="*/ 4776 w 1148"/>
                  <a:gd name="T87" fmla="*/ 1123 h 445"/>
                  <a:gd name="T88" fmla="*/ 4379 w 1148"/>
                  <a:gd name="T89" fmla="*/ 1031 h 445"/>
                  <a:gd name="T90" fmla="*/ 4330 w 1148"/>
                  <a:gd name="T91" fmla="*/ 1023 h 445"/>
                  <a:gd name="T92" fmla="*/ 4164 w 1148"/>
                  <a:gd name="T93" fmla="*/ 1073 h 445"/>
                  <a:gd name="T94" fmla="*/ 3756 w 1148"/>
                  <a:gd name="T95" fmla="*/ 1257 h 445"/>
                  <a:gd name="T96" fmla="*/ 3187 w 1148"/>
                  <a:gd name="T97" fmla="*/ 1270 h 445"/>
                  <a:gd name="T98" fmla="*/ 2593 w 1148"/>
                  <a:gd name="T99" fmla="*/ 899 h 445"/>
                  <a:gd name="T100" fmla="*/ 2315 w 1148"/>
                  <a:gd name="T101" fmla="*/ 571 h 445"/>
                  <a:gd name="T102" fmla="*/ 1759 w 1148"/>
                  <a:gd name="T103" fmla="*/ 444 h 445"/>
                  <a:gd name="T104" fmla="*/ 26 w 1148"/>
                  <a:gd name="T105" fmla="*/ 0 h 445"/>
                  <a:gd name="T106" fmla="*/ 60 w 1148"/>
                  <a:gd name="T107" fmla="*/ 70 h 4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148" h="445">
                    <a:moveTo>
                      <a:pt x="1012" y="414"/>
                    </a:moveTo>
                    <a:cubicBezTo>
                      <a:pt x="1012" y="413"/>
                      <a:pt x="1012" y="413"/>
                      <a:pt x="1012" y="413"/>
                    </a:cubicBezTo>
                    <a:cubicBezTo>
                      <a:pt x="1012" y="413"/>
                      <a:pt x="1012" y="413"/>
                      <a:pt x="1012" y="413"/>
                    </a:cubicBezTo>
                    <a:cubicBezTo>
                      <a:pt x="992" y="410"/>
                      <a:pt x="974" y="403"/>
                      <a:pt x="958" y="392"/>
                    </a:cubicBezTo>
                    <a:cubicBezTo>
                      <a:pt x="948" y="384"/>
                      <a:pt x="937" y="373"/>
                      <a:pt x="932" y="367"/>
                    </a:cubicBezTo>
                    <a:cubicBezTo>
                      <a:pt x="916" y="347"/>
                      <a:pt x="916" y="347"/>
                      <a:pt x="898" y="335"/>
                    </a:cubicBezTo>
                    <a:cubicBezTo>
                      <a:pt x="880" y="323"/>
                      <a:pt x="882" y="329"/>
                      <a:pt x="846" y="319"/>
                    </a:cubicBezTo>
                    <a:cubicBezTo>
                      <a:pt x="810" y="309"/>
                      <a:pt x="810" y="317"/>
                      <a:pt x="782" y="319"/>
                    </a:cubicBezTo>
                    <a:cubicBezTo>
                      <a:pt x="754" y="321"/>
                      <a:pt x="756" y="313"/>
                      <a:pt x="728" y="305"/>
                    </a:cubicBezTo>
                    <a:cubicBezTo>
                      <a:pt x="700" y="297"/>
                      <a:pt x="694" y="297"/>
                      <a:pt x="666" y="291"/>
                    </a:cubicBezTo>
                    <a:cubicBezTo>
                      <a:pt x="638" y="285"/>
                      <a:pt x="636" y="291"/>
                      <a:pt x="604" y="293"/>
                    </a:cubicBezTo>
                    <a:cubicBezTo>
                      <a:pt x="594" y="293"/>
                      <a:pt x="578" y="298"/>
                      <a:pt x="570" y="303"/>
                    </a:cubicBezTo>
                    <a:cubicBezTo>
                      <a:pt x="566" y="305"/>
                      <a:pt x="556" y="311"/>
                      <a:pt x="534" y="314"/>
                    </a:cubicBezTo>
                    <a:cubicBezTo>
                      <a:pt x="522" y="315"/>
                      <a:pt x="504" y="318"/>
                      <a:pt x="484" y="315"/>
                    </a:cubicBezTo>
                    <a:cubicBezTo>
                      <a:pt x="484" y="315"/>
                      <a:pt x="484" y="315"/>
                      <a:pt x="484" y="315"/>
                    </a:cubicBezTo>
                    <a:cubicBezTo>
                      <a:pt x="431" y="305"/>
                      <a:pt x="371" y="293"/>
                      <a:pt x="308" y="281"/>
                    </a:cubicBezTo>
                    <a:cubicBezTo>
                      <a:pt x="307" y="281"/>
                      <a:pt x="307" y="281"/>
                      <a:pt x="307" y="281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0" y="232"/>
                      <a:pt x="0" y="232"/>
                      <a:pt x="0" y="232"/>
                    </a:cubicBezTo>
                    <a:cubicBezTo>
                      <a:pt x="4" y="233"/>
                      <a:pt x="62" y="245"/>
                      <a:pt x="128" y="258"/>
                    </a:cubicBezTo>
                    <a:cubicBezTo>
                      <a:pt x="297" y="289"/>
                      <a:pt x="297" y="289"/>
                      <a:pt x="297" y="289"/>
                    </a:cubicBezTo>
                    <a:cubicBezTo>
                      <a:pt x="297" y="289"/>
                      <a:pt x="297" y="289"/>
                      <a:pt x="297" y="289"/>
                    </a:cubicBezTo>
                    <a:cubicBezTo>
                      <a:pt x="298" y="289"/>
                      <a:pt x="299" y="290"/>
                      <a:pt x="300" y="290"/>
                    </a:cubicBezTo>
                    <a:cubicBezTo>
                      <a:pt x="300" y="290"/>
                      <a:pt x="300" y="290"/>
                      <a:pt x="300" y="290"/>
                    </a:cubicBezTo>
                    <a:cubicBezTo>
                      <a:pt x="362" y="302"/>
                      <a:pt x="421" y="313"/>
                      <a:pt x="474" y="323"/>
                    </a:cubicBezTo>
                    <a:cubicBezTo>
                      <a:pt x="474" y="323"/>
                      <a:pt x="474" y="323"/>
                      <a:pt x="474" y="323"/>
                    </a:cubicBezTo>
                    <a:cubicBezTo>
                      <a:pt x="480" y="323"/>
                      <a:pt x="514" y="326"/>
                      <a:pt x="517" y="325"/>
                    </a:cubicBezTo>
                    <a:cubicBezTo>
                      <a:pt x="517" y="325"/>
                      <a:pt x="517" y="325"/>
                      <a:pt x="517" y="325"/>
                    </a:cubicBezTo>
                    <a:cubicBezTo>
                      <a:pt x="517" y="325"/>
                      <a:pt x="517" y="325"/>
                      <a:pt x="516" y="325"/>
                    </a:cubicBezTo>
                    <a:cubicBezTo>
                      <a:pt x="517" y="325"/>
                      <a:pt x="517" y="325"/>
                      <a:pt x="517" y="325"/>
                    </a:cubicBezTo>
                    <a:cubicBezTo>
                      <a:pt x="517" y="325"/>
                      <a:pt x="517" y="325"/>
                      <a:pt x="517" y="325"/>
                    </a:cubicBezTo>
                    <a:cubicBezTo>
                      <a:pt x="524" y="325"/>
                      <a:pt x="533" y="324"/>
                      <a:pt x="542" y="323"/>
                    </a:cubicBezTo>
                    <a:cubicBezTo>
                      <a:pt x="555" y="321"/>
                      <a:pt x="568" y="315"/>
                      <a:pt x="570" y="313"/>
                    </a:cubicBezTo>
                    <a:cubicBezTo>
                      <a:pt x="578" y="305"/>
                      <a:pt x="587" y="300"/>
                      <a:pt x="602" y="299"/>
                    </a:cubicBezTo>
                    <a:cubicBezTo>
                      <a:pt x="634" y="297"/>
                      <a:pt x="636" y="291"/>
                      <a:pt x="664" y="297"/>
                    </a:cubicBezTo>
                    <a:cubicBezTo>
                      <a:pt x="692" y="303"/>
                      <a:pt x="698" y="303"/>
                      <a:pt x="726" y="311"/>
                    </a:cubicBezTo>
                    <a:cubicBezTo>
                      <a:pt x="754" y="319"/>
                      <a:pt x="752" y="327"/>
                      <a:pt x="780" y="325"/>
                    </a:cubicBezTo>
                    <a:cubicBezTo>
                      <a:pt x="808" y="323"/>
                      <a:pt x="808" y="315"/>
                      <a:pt x="844" y="325"/>
                    </a:cubicBezTo>
                    <a:cubicBezTo>
                      <a:pt x="880" y="335"/>
                      <a:pt x="878" y="329"/>
                      <a:pt x="896" y="341"/>
                    </a:cubicBezTo>
                    <a:cubicBezTo>
                      <a:pt x="914" y="353"/>
                      <a:pt x="914" y="353"/>
                      <a:pt x="930" y="373"/>
                    </a:cubicBezTo>
                    <a:cubicBezTo>
                      <a:pt x="931" y="374"/>
                      <a:pt x="932" y="375"/>
                      <a:pt x="933" y="376"/>
                    </a:cubicBezTo>
                    <a:cubicBezTo>
                      <a:pt x="934" y="378"/>
                      <a:pt x="936" y="380"/>
                      <a:pt x="939" y="382"/>
                    </a:cubicBezTo>
                    <a:cubicBezTo>
                      <a:pt x="939" y="382"/>
                      <a:pt x="939" y="382"/>
                      <a:pt x="939" y="382"/>
                    </a:cubicBezTo>
                    <a:cubicBezTo>
                      <a:pt x="941" y="385"/>
                      <a:pt x="944" y="388"/>
                      <a:pt x="947" y="390"/>
                    </a:cubicBezTo>
                    <a:cubicBezTo>
                      <a:pt x="947" y="391"/>
                      <a:pt x="947" y="391"/>
                      <a:pt x="948" y="391"/>
                    </a:cubicBezTo>
                    <a:cubicBezTo>
                      <a:pt x="948" y="392"/>
                      <a:pt x="949" y="392"/>
                      <a:pt x="950" y="393"/>
                    </a:cubicBezTo>
                    <a:cubicBezTo>
                      <a:pt x="950" y="394"/>
                      <a:pt x="951" y="394"/>
                      <a:pt x="952" y="395"/>
                    </a:cubicBezTo>
                    <a:cubicBezTo>
                      <a:pt x="952" y="395"/>
                      <a:pt x="952" y="395"/>
                      <a:pt x="953" y="395"/>
                    </a:cubicBezTo>
                    <a:cubicBezTo>
                      <a:pt x="953" y="396"/>
                      <a:pt x="954" y="397"/>
                      <a:pt x="955" y="397"/>
                    </a:cubicBezTo>
                    <a:cubicBezTo>
                      <a:pt x="955" y="397"/>
                      <a:pt x="955" y="398"/>
                      <a:pt x="955" y="398"/>
                    </a:cubicBezTo>
                    <a:cubicBezTo>
                      <a:pt x="956" y="398"/>
                      <a:pt x="957" y="399"/>
                      <a:pt x="957" y="399"/>
                    </a:cubicBezTo>
                    <a:cubicBezTo>
                      <a:pt x="958" y="399"/>
                      <a:pt x="958" y="400"/>
                      <a:pt x="958" y="400"/>
                    </a:cubicBezTo>
                    <a:cubicBezTo>
                      <a:pt x="959" y="401"/>
                      <a:pt x="960" y="401"/>
                      <a:pt x="960" y="401"/>
                    </a:cubicBezTo>
                    <a:cubicBezTo>
                      <a:pt x="961" y="402"/>
                      <a:pt x="961" y="402"/>
                      <a:pt x="961" y="402"/>
                    </a:cubicBezTo>
                    <a:cubicBezTo>
                      <a:pt x="962" y="402"/>
                      <a:pt x="962" y="403"/>
                      <a:pt x="963" y="403"/>
                    </a:cubicBezTo>
                    <a:cubicBezTo>
                      <a:pt x="963" y="403"/>
                      <a:pt x="963" y="403"/>
                      <a:pt x="963" y="404"/>
                    </a:cubicBezTo>
                    <a:cubicBezTo>
                      <a:pt x="964" y="404"/>
                      <a:pt x="965" y="404"/>
                      <a:pt x="965" y="405"/>
                    </a:cubicBezTo>
                    <a:cubicBezTo>
                      <a:pt x="965" y="405"/>
                      <a:pt x="966" y="405"/>
                      <a:pt x="966" y="405"/>
                    </a:cubicBezTo>
                    <a:cubicBezTo>
                      <a:pt x="966" y="405"/>
                      <a:pt x="967" y="405"/>
                      <a:pt x="967" y="406"/>
                    </a:cubicBezTo>
                    <a:cubicBezTo>
                      <a:pt x="968" y="406"/>
                      <a:pt x="968" y="406"/>
                      <a:pt x="968" y="406"/>
                    </a:cubicBezTo>
                    <a:cubicBezTo>
                      <a:pt x="968" y="406"/>
                      <a:pt x="969" y="406"/>
                      <a:pt x="969" y="406"/>
                    </a:cubicBezTo>
                    <a:cubicBezTo>
                      <a:pt x="969" y="406"/>
                      <a:pt x="970" y="406"/>
                      <a:pt x="970" y="406"/>
                    </a:cubicBezTo>
                    <a:cubicBezTo>
                      <a:pt x="969" y="407"/>
                      <a:pt x="969" y="407"/>
                      <a:pt x="969" y="407"/>
                    </a:cubicBezTo>
                    <a:cubicBezTo>
                      <a:pt x="974" y="409"/>
                      <a:pt x="985" y="414"/>
                      <a:pt x="994" y="417"/>
                    </a:cubicBezTo>
                    <a:cubicBezTo>
                      <a:pt x="1001" y="420"/>
                      <a:pt x="1017" y="425"/>
                      <a:pt x="1022" y="425"/>
                    </a:cubicBezTo>
                    <a:cubicBezTo>
                      <a:pt x="1080" y="435"/>
                      <a:pt x="1126" y="443"/>
                      <a:pt x="1139" y="445"/>
                    </a:cubicBezTo>
                    <a:cubicBezTo>
                      <a:pt x="1139" y="445"/>
                      <a:pt x="1140" y="445"/>
                      <a:pt x="1140" y="444"/>
                    </a:cubicBezTo>
                    <a:cubicBezTo>
                      <a:pt x="1140" y="444"/>
                      <a:pt x="1140" y="444"/>
                      <a:pt x="1140" y="444"/>
                    </a:cubicBezTo>
                    <a:cubicBezTo>
                      <a:pt x="1146" y="436"/>
                      <a:pt x="1146" y="436"/>
                      <a:pt x="1146" y="436"/>
                    </a:cubicBezTo>
                    <a:cubicBezTo>
                      <a:pt x="1146" y="436"/>
                      <a:pt x="1146" y="436"/>
                      <a:pt x="1146" y="436"/>
                    </a:cubicBezTo>
                    <a:cubicBezTo>
                      <a:pt x="1146" y="436"/>
                      <a:pt x="1146" y="436"/>
                      <a:pt x="1146" y="436"/>
                    </a:cubicBezTo>
                    <a:cubicBezTo>
                      <a:pt x="1134" y="434"/>
                      <a:pt x="1079" y="425"/>
                      <a:pt x="1012" y="414"/>
                    </a:cubicBezTo>
                    <a:close/>
                    <a:moveTo>
                      <a:pt x="17" y="14"/>
                    </a:moveTo>
                    <a:cubicBezTo>
                      <a:pt x="53" y="22"/>
                      <a:pt x="266" y="67"/>
                      <a:pt x="412" y="96"/>
                    </a:cubicBezTo>
                    <a:cubicBezTo>
                      <a:pt x="482" y="110"/>
                      <a:pt x="534" y="119"/>
                      <a:pt x="548" y="121"/>
                    </a:cubicBezTo>
                    <a:cubicBezTo>
                      <a:pt x="555" y="123"/>
                      <a:pt x="570" y="126"/>
                      <a:pt x="570" y="126"/>
                    </a:cubicBezTo>
                    <a:cubicBezTo>
                      <a:pt x="575" y="129"/>
                      <a:pt x="579" y="133"/>
                      <a:pt x="581" y="139"/>
                    </a:cubicBezTo>
                    <a:cubicBezTo>
                      <a:pt x="588" y="156"/>
                      <a:pt x="597" y="165"/>
                      <a:pt x="619" y="185"/>
                    </a:cubicBezTo>
                    <a:cubicBezTo>
                      <a:pt x="652" y="215"/>
                      <a:pt x="664" y="215"/>
                      <a:pt x="699" y="229"/>
                    </a:cubicBezTo>
                    <a:cubicBezTo>
                      <a:pt x="734" y="243"/>
                      <a:pt x="751" y="255"/>
                      <a:pt x="764" y="258"/>
                    </a:cubicBezTo>
                    <a:cubicBezTo>
                      <a:pt x="794" y="264"/>
                      <a:pt x="782" y="251"/>
                      <a:pt x="828" y="257"/>
                    </a:cubicBezTo>
                    <a:cubicBezTo>
                      <a:pt x="873" y="263"/>
                      <a:pt x="884" y="255"/>
                      <a:pt x="900" y="255"/>
                    </a:cubicBezTo>
                    <a:cubicBezTo>
                      <a:pt x="917" y="255"/>
                      <a:pt x="945" y="270"/>
                      <a:pt x="957" y="252"/>
                    </a:cubicBezTo>
                    <a:cubicBezTo>
                      <a:pt x="969" y="234"/>
                      <a:pt x="981" y="223"/>
                      <a:pt x="998" y="219"/>
                    </a:cubicBezTo>
                    <a:cubicBezTo>
                      <a:pt x="1008" y="217"/>
                      <a:pt x="1015" y="217"/>
                      <a:pt x="1021" y="215"/>
                    </a:cubicBezTo>
                    <a:cubicBezTo>
                      <a:pt x="1023" y="215"/>
                      <a:pt x="1034" y="211"/>
                      <a:pt x="1058" y="215"/>
                    </a:cubicBezTo>
                    <a:cubicBezTo>
                      <a:pt x="1114" y="226"/>
                      <a:pt x="1148" y="232"/>
                      <a:pt x="1148" y="232"/>
                    </a:cubicBezTo>
                    <a:cubicBezTo>
                      <a:pt x="1145" y="221"/>
                      <a:pt x="1145" y="221"/>
                      <a:pt x="1145" y="221"/>
                    </a:cubicBezTo>
                    <a:cubicBezTo>
                      <a:pt x="1138" y="220"/>
                      <a:pt x="1123" y="217"/>
                      <a:pt x="1101" y="213"/>
                    </a:cubicBezTo>
                    <a:cubicBezTo>
                      <a:pt x="1087" y="210"/>
                      <a:pt x="1070" y="207"/>
                      <a:pt x="1050" y="203"/>
                    </a:cubicBezTo>
                    <a:cubicBezTo>
                      <a:pt x="1050" y="203"/>
                      <a:pt x="1050" y="203"/>
                      <a:pt x="1050" y="203"/>
                    </a:cubicBezTo>
                    <a:cubicBezTo>
                      <a:pt x="1046" y="203"/>
                      <a:pt x="1042" y="202"/>
                      <a:pt x="1038" y="201"/>
                    </a:cubicBezTo>
                    <a:cubicBezTo>
                      <a:pt x="1029" y="201"/>
                      <a:pt x="1024" y="206"/>
                      <a:pt x="1021" y="207"/>
                    </a:cubicBezTo>
                    <a:cubicBezTo>
                      <a:pt x="1015" y="209"/>
                      <a:pt x="1008" y="209"/>
                      <a:pt x="998" y="211"/>
                    </a:cubicBezTo>
                    <a:cubicBezTo>
                      <a:pt x="981" y="215"/>
                      <a:pt x="967" y="225"/>
                      <a:pt x="954" y="243"/>
                    </a:cubicBezTo>
                    <a:cubicBezTo>
                      <a:pt x="942" y="261"/>
                      <a:pt x="917" y="247"/>
                      <a:pt x="900" y="247"/>
                    </a:cubicBezTo>
                    <a:cubicBezTo>
                      <a:pt x="884" y="247"/>
                      <a:pt x="873" y="255"/>
                      <a:pt x="828" y="249"/>
                    </a:cubicBezTo>
                    <a:cubicBezTo>
                      <a:pt x="782" y="243"/>
                      <a:pt x="794" y="256"/>
                      <a:pt x="764" y="250"/>
                    </a:cubicBezTo>
                    <a:cubicBezTo>
                      <a:pt x="751" y="247"/>
                      <a:pt x="734" y="235"/>
                      <a:pt x="699" y="221"/>
                    </a:cubicBezTo>
                    <a:cubicBezTo>
                      <a:pt x="664" y="207"/>
                      <a:pt x="656" y="207"/>
                      <a:pt x="622" y="177"/>
                    </a:cubicBezTo>
                    <a:cubicBezTo>
                      <a:pt x="601" y="158"/>
                      <a:pt x="595" y="150"/>
                      <a:pt x="588" y="133"/>
                    </a:cubicBezTo>
                    <a:cubicBezTo>
                      <a:pt x="583" y="119"/>
                      <a:pt x="564" y="113"/>
                      <a:pt x="555" y="112"/>
                    </a:cubicBezTo>
                    <a:cubicBezTo>
                      <a:pt x="516" y="105"/>
                      <a:pt x="476" y="97"/>
                      <a:pt x="436" y="90"/>
                    </a:cubicBezTo>
                    <a:cubicBezTo>
                      <a:pt x="432" y="89"/>
                      <a:pt x="427" y="88"/>
                      <a:pt x="422" y="87"/>
                    </a:cubicBezTo>
                    <a:cubicBezTo>
                      <a:pt x="422" y="87"/>
                      <a:pt x="422" y="87"/>
                      <a:pt x="422" y="88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3"/>
                      <a:pt x="11" y="13"/>
                      <a:pt x="14" y="14"/>
                    </a:cubicBezTo>
                    <a:cubicBezTo>
                      <a:pt x="15" y="14"/>
                      <a:pt x="16" y="14"/>
                      <a:pt x="17" y="14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9" name="Freeform 36">
                <a:extLst>
                  <a:ext uri="{FF2B5EF4-FFF2-40B4-BE49-F238E27FC236}">
                    <a16:creationId xmlns:a16="http://schemas.microsoft.com/office/drawing/2014/main" id="{0E77D842-0669-482B-BC54-A097984ED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986"/>
                <a:ext cx="568" cy="122"/>
              </a:xfrm>
              <a:custGeom>
                <a:avLst/>
                <a:gdLst>
                  <a:gd name="T0" fmla="*/ 0 w 353"/>
                  <a:gd name="T1" fmla="*/ 0 h 71"/>
                  <a:gd name="T2" fmla="*/ 1471 w 353"/>
                  <a:gd name="T3" fmla="*/ 345 h 71"/>
                  <a:gd name="T4" fmla="*/ 0 w 353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3" h="71">
                    <a:moveTo>
                      <a:pt x="0" y="0"/>
                    </a:moveTo>
                    <a:cubicBezTo>
                      <a:pt x="31" y="7"/>
                      <a:pt x="300" y="59"/>
                      <a:pt x="353" y="68"/>
                    </a:cubicBezTo>
                    <a:cubicBezTo>
                      <a:pt x="327" y="71"/>
                      <a:pt x="56" y="26"/>
                      <a:pt x="0" y="0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0" name="Freeform 37">
                <a:extLst>
                  <a:ext uri="{FF2B5EF4-FFF2-40B4-BE49-F238E27FC236}">
                    <a16:creationId xmlns:a16="http://schemas.microsoft.com/office/drawing/2014/main" id="{3934AE18-DACE-4C32-9196-1B2E20B29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006"/>
                <a:ext cx="384" cy="79"/>
              </a:xfrm>
              <a:custGeom>
                <a:avLst/>
                <a:gdLst>
                  <a:gd name="T0" fmla="*/ 0 w 239"/>
                  <a:gd name="T1" fmla="*/ 0 h 46"/>
                  <a:gd name="T2" fmla="*/ 991 w 239"/>
                  <a:gd name="T3" fmla="*/ 234 h 46"/>
                  <a:gd name="T4" fmla="*/ 0 w 239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9" h="46">
                    <a:moveTo>
                      <a:pt x="0" y="0"/>
                    </a:moveTo>
                    <a:cubicBezTo>
                      <a:pt x="31" y="6"/>
                      <a:pt x="213" y="43"/>
                      <a:pt x="239" y="46"/>
                    </a:cubicBezTo>
                    <a:cubicBezTo>
                      <a:pt x="225" y="41"/>
                      <a:pt x="66" y="8"/>
                      <a:pt x="0" y="0"/>
                    </a:cubicBezTo>
                    <a:close/>
                  </a:path>
                </a:pathLst>
              </a:custGeom>
              <a:solidFill>
                <a:srgbClr val="FB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1" name="Freeform 38">
                <a:extLst>
                  <a:ext uri="{FF2B5EF4-FFF2-40B4-BE49-F238E27FC236}">
                    <a16:creationId xmlns:a16="http://schemas.microsoft.com/office/drawing/2014/main" id="{0F18E919-0999-4A1F-9C9D-149B810B6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164"/>
                <a:ext cx="77" cy="29"/>
              </a:xfrm>
              <a:custGeom>
                <a:avLst/>
                <a:gdLst>
                  <a:gd name="T0" fmla="*/ 0 w 48"/>
                  <a:gd name="T1" fmla="*/ 20 h 17"/>
                  <a:gd name="T2" fmla="*/ 141 w 48"/>
                  <a:gd name="T3" fmla="*/ 29 h 17"/>
                  <a:gd name="T4" fmla="*/ 199 w 48"/>
                  <a:gd name="T5" fmla="*/ 8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4"/>
                    </a:moveTo>
                    <a:cubicBezTo>
                      <a:pt x="12" y="4"/>
                      <a:pt x="22" y="0"/>
                      <a:pt x="34" y="6"/>
                    </a:cubicBezTo>
                    <a:cubicBezTo>
                      <a:pt x="39" y="9"/>
                      <a:pt x="43" y="15"/>
                      <a:pt x="48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2" name="Freeform 39">
                <a:extLst>
                  <a:ext uri="{FF2B5EF4-FFF2-40B4-BE49-F238E27FC236}">
                    <a16:creationId xmlns:a16="http://schemas.microsoft.com/office/drawing/2014/main" id="{11D8C710-4B57-4CF3-9716-91156C57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164"/>
                <a:ext cx="68" cy="24"/>
              </a:xfrm>
              <a:custGeom>
                <a:avLst/>
                <a:gdLst>
                  <a:gd name="T0" fmla="*/ 0 w 42"/>
                  <a:gd name="T1" fmla="*/ 0 h 14"/>
                  <a:gd name="T2" fmla="*/ 89 w 42"/>
                  <a:gd name="T3" fmla="*/ 36 h 14"/>
                  <a:gd name="T4" fmla="*/ 178 w 42"/>
                  <a:gd name="T5" fmla="*/ 7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8" y="2"/>
                      <a:pt x="14" y="3"/>
                      <a:pt x="21" y="7"/>
                    </a:cubicBezTo>
                    <a:cubicBezTo>
                      <a:pt x="27" y="11"/>
                      <a:pt x="34" y="14"/>
                      <a:pt x="42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3" name="Freeform 40">
                <a:extLst>
                  <a:ext uri="{FF2B5EF4-FFF2-40B4-BE49-F238E27FC236}">
                    <a16:creationId xmlns:a16="http://schemas.microsoft.com/office/drawing/2014/main" id="{7FC07DC8-6959-40AE-9F4E-E8D3F168D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197"/>
                <a:ext cx="47" cy="8"/>
              </a:xfrm>
              <a:custGeom>
                <a:avLst/>
                <a:gdLst>
                  <a:gd name="T0" fmla="*/ 0 w 29"/>
                  <a:gd name="T1" fmla="*/ 13 h 5"/>
                  <a:gd name="T2" fmla="*/ 123 w 2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">
                    <a:moveTo>
                      <a:pt x="0" y="3"/>
                    </a:moveTo>
                    <a:cubicBezTo>
                      <a:pt x="8" y="5"/>
                      <a:pt x="20" y="0"/>
                      <a:pt x="2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4" name="Freeform 41">
                <a:extLst>
                  <a:ext uri="{FF2B5EF4-FFF2-40B4-BE49-F238E27FC236}">
                    <a16:creationId xmlns:a16="http://schemas.microsoft.com/office/drawing/2014/main" id="{BC37A6F7-FA98-4428-8D64-685CB9081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649"/>
                <a:ext cx="77" cy="27"/>
              </a:xfrm>
              <a:custGeom>
                <a:avLst/>
                <a:gdLst>
                  <a:gd name="T0" fmla="*/ 0 w 48"/>
                  <a:gd name="T1" fmla="*/ 14 h 16"/>
                  <a:gd name="T2" fmla="*/ 141 w 48"/>
                  <a:gd name="T3" fmla="*/ 24 h 16"/>
                  <a:gd name="T4" fmla="*/ 199 w 48"/>
                  <a:gd name="T5" fmla="*/ 7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0" y="3"/>
                    </a:moveTo>
                    <a:cubicBezTo>
                      <a:pt x="12" y="3"/>
                      <a:pt x="22" y="0"/>
                      <a:pt x="34" y="5"/>
                    </a:cubicBezTo>
                    <a:cubicBezTo>
                      <a:pt x="39" y="8"/>
                      <a:pt x="43" y="14"/>
                      <a:pt x="48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5" name="Freeform 42">
                <a:extLst>
                  <a:ext uri="{FF2B5EF4-FFF2-40B4-BE49-F238E27FC236}">
                    <a16:creationId xmlns:a16="http://schemas.microsoft.com/office/drawing/2014/main" id="{F0CFFFBD-9E5A-42D5-B5D7-BE6FCE180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650"/>
                <a:ext cx="68" cy="24"/>
              </a:xfrm>
              <a:custGeom>
                <a:avLst/>
                <a:gdLst>
                  <a:gd name="T0" fmla="*/ 0 w 42"/>
                  <a:gd name="T1" fmla="*/ 0 h 14"/>
                  <a:gd name="T2" fmla="*/ 94 w 42"/>
                  <a:gd name="T3" fmla="*/ 36 h 14"/>
                  <a:gd name="T4" fmla="*/ 178 w 42"/>
                  <a:gd name="T5" fmla="*/ 6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9" y="1"/>
                      <a:pt x="15" y="3"/>
                      <a:pt x="22" y="7"/>
                    </a:cubicBezTo>
                    <a:cubicBezTo>
                      <a:pt x="28" y="11"/>
                      <a:pt x="35" y="14"/>
                      <a:pt x="42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6" name="Freeform 43">
                <a:extLst>
                  <a:ext uri="{FF2B5EF4-FFF2-40B4-BE49-F238E27FC236}">
                    <a16:creationId xmlns:a16="http://schemas.microsoft.com/office/drawing/2014/main" id="{C7C114E9-9159-477E-A3C3-BABA9B9A8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678"/>
                <a:ext cx="64" cy="3"/>
              </a:xfrm>
              <a:custGeom>
                <a:avLst/>
                <a:gdLst>
                  <a:gd name="T0" fmla="*/ 0 w 40"/>
                  <a:gd name="T1" fmla="*/ 0 h 2"/>
                  <a:gd name="T2" fmla="*/ 163 w 4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">
                    <a:moveTo>
                      <a:pt x="0" y="0"/>
                    </a:moveTo>
                    <a:cubicBezTo>
                      <a:pt x="8" y="2"/>
                      <a:pt x="32" y="2"/>
                      <a:pt x="4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7" name="Freeform 44">
                <a:extLst>
                  <a:ext uri="{FF2B5EF4-FFF2-40B4-BE49-F238E27FC236}">
                    <a16:creationId xmlns:a16="http://schemas.microsoft.com/office/drawing/2014/main" id="{C84E700E-F0E9-4C67-AED6-02ACBE7CB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678"/>
                <a:ext cx="289" cy="98"/>
              </a:xfrm>
              <a:custGeom>
                <a:avLst/>
                <a:gdLst>
                  <a:gd name="T0" fmla="*/ 0 w 180"/>
                  <a:gd name="T1" fmla="*/ 0 h 57"/>
                  <a:gd name="T2" fmla="*/ 116 w 180"/>
                  <a:gd name="T3" fmla="*/ 91 h 57"/>
                  <a:gd name="T4" fmla="*/ 183 w 180"/>
                  <a:gd name="T5" fmla="*/ 136 h 57"/>
                  <a:gd name="T6" fmla="*/ 273 w 180"/>
                  <a:gd name="T7" fmla="*/ 205 h 57"/>
                  <a:gd name="T8" fmla="*/ 422 w 180"/>
                  <a:gd name="T9" fmla="*/ 289 h 57"/>
                  <a:gd name="T10" fmla="*/ 477 w 180"/>
                  <a:gd name="T11" fmla="*/ 260 h 57"/>
                  <a:gd name="T12" fmla="*/ 533 w 180"/>
                  <a:gd name="T13" fmla="*/ 263 h 57"/>
                  <a:gd name="T14" fmla="*/ 575 w 180"/>
                  <a:gd name="T15" fmla="*/ 275 h 57"/>
                  <a:gd name="T16" fmla="*/ 621 w 180"/>
                  <a:gd name="T17" fmla="*/ 234 h 57"/>
                  <a:gd name="T18" fmla="*/ 719 w 180"/>
                  <a:gd name="T19" fmla="*/ 205 h 57"/>
                  <a:gd name="T20" fmla="*/ 745 w 180"/>
                  <a:gd name="T21" fmla="*/ 120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57">
                    <a:moveTo>
                      <a:pt x="0" y="0"/>
                    </a:moveTo>
                    <a:cubicBezTo>
                      <a:pt x="7" y="12"/>
                      <a:pt x="14" y="19"/>
                      <a:pt x="28" y="18"/>
                    </a:cubicBezTo>
                    <a:cubicBezTo>
                      <a:pt x="38" y="17"/>
                      <a:pt x="41" y="18"/>
                      <a:pt x="44" y="27"/>
                    </a:cubicBezTo>
                    <a:cubicBezTo>
                      <a:pt x="48" y="40"/>
                      <a:pt x="52" y="40"/>
                      <a:pt x="66" y="40"/>
                    </a:cubicBezTo>
                    <a:cubicBezTo>
                      <a:pt x="81" y="39"/>
                      <a:pt x="87" y="57"/>
                      <a:pt x="102" y="57"/>
                    </a:cubicBezTo>
                    <a:cubicBezTo>
                      <a:pt x="109" y="57"/>
                      <a:pt x="110" y="54"/>
                      <a:pt x="115" y="51"/>
                    </a:cubicBezTo>
                    <a:cubicBezTo>
                      <a:pt x="120" y="49"/>
                      <a:pt x="124" y="51"/>
                      <a:pt x="129" y="52"/>
                    </a:cubicBezTo>
                    <a:cubicBezTo>
                      <a:pt x="133" y="53"/>
                      <a:pt x="134" y="56"/>
                      <a:pt x="139" y="54"/>
                    </a:cubicBezTo>
                    <a:cubicBezTo>
                      <a:pt x="143" y="53"/>
                      <a:pt x="145" y="48"/>
                      <a:pt x="150" y="46"/>
                    </a:cubicBezTo>
                    <a:cubicBezTo>
                      <a:pt x="159" y="44"/>
                      <a:pt x="167" y="47"/>
                      <a:pt x="174" y="40"/>
                    </a:cubicBezTo>
                    <a:cubicBezTo>
                      <a:pt x="180" y="34"/>
                      <a:pt x="177" y="29"/>
                      <a:pt x="180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8" name="Freeform 45">
                <a:extLst>
                  <a:ext uri="{FF2B5EF4-FFF2-40B4-BE49-F238E27FC236}">
                    <a16:creationId xmlns:a16="http://schemas.microsoft.com/office/drawing/2014/main" id="{F060AF96-F0C8-42CA-9A9F-72532850E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707"/>
                <a:ext cx="131" cy="96"/>
              </a:xfrm>
              <a:custGeom>
                <a:avLst/>
                <a:gdLst>
                  <a:gd name="T0" fmla="*/ 0 w 81"/>
                  <a:gd name="T1" fmla="*/ 0 h 56"/>
                  <a:gd name="T2" fmla="*/ 42 w 81"/>
                  <a:gd name="T3" fmla="*/ 29 h 56"/>
                  <a:gd name="T4" fmla="*/ 63 w 81"/>
                  <a:gd name="T5" fmla="*/ 91 h 56"/>
                  <a:gd name="T6" fmla="*/ 139 w 81"/>
                  <a:gd name="T7" fmla="*/ 98 h 56"/>
                  <a:gd name="T8" fmla="*/ 186 w 81"/>
                  <a:gd name="T9" fmla="*/ 132 h 56"/>
                  <a:gd name="T10" fmla="*/ 228 w 81"/>
                  <a:gd name="T11" fmla="*/ 182 h 56"/>
                  <a:gd name="T12" fmla="*/ 296 w 81"/>
                  <a:gd name="T13" fmla="*/ 202 h 56"/>
                  <a:gd name="T14" fmla="*/ 343 w 81"/>
                  <a:gd name="T15" fmla="*/ 283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6">
                    <a:moveTo>
                      <a:pt x="0" y="0"/>
                    </a:moveTo>
                    <a:cubicBezTo>
                      <a:pt x="4" y="2"/>
                      <a:pt x="8" y="3"/>
                      <a:pt x="10" y="6"/>
                    </a:cubicBezTo>
                    <a:cubicBezTo>
                      <a:pt x="13" y="10"/>
                      <a:pt x="12" y="15"/>
                      <a:pt x="15" y="18"/>
                    </a:cubicBezTo>
                    <a:cubicBezTo>
                      <a:pt x="19" y="23"/>
                      <a:pt x="27" y="20"/>
                      <a:pt x="33" y="19"/>
                    </a:cubicBezTo>
                    <a:cubicBezTo>
                      <a:pt x="40" y="19"/>
                      <a:pt x="40" y="20"/>
                      <a:pt x="44" y="26"/>
                    </a:cubicBezTo>
                    <a:cubicBezTo>
                      <a:pt x="47" y="30"/>
                      <a:pt x="48" y="33"/>
                      <a:pt x="54" y="36"/>
                    </a:cubicBezTo>
                    <a:cubicBezTo>
                      <a:pt x="59" y="38"/>
                      <a:pt x="65" y="37"/>
                      <a:pt x="70" y="40"/>
                    </a:cubicBezTo>
                    <a:cubicBezTo>
                      <a:pt x="76" y="43"/>
                      <a:pt x="78" y="52"/>
                      <a:pt x="81" y="5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9" name="Freeform 46">
                <a:extLst>
                  <a:ext uri="{FF2B5EF4-FFF2-40B4-BE49-F238E27FC236}">
                    <a16:creationId xmlns:a16="http://schemas.microsoft.com/office/drawing/2014/main" id="{E7265C15-C66A-4670-8D78-1026E5FAC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707"/>
                <a:ext cx="53" cy="39"/>
              </a:xfrm>
              <a:custGeom>
                <a:avLst/>
                <a:gdLst>
                  <a:gd name="T0" fmla="*/ 0 w 33"/>
                  <a:gd name="T1" fmla="*/ 0 h 23"/>
                  <a:gd name="T2" fmla="*/ 56 w 33"/>
                  <a:gd name="T3" fmla="*/ 90 h 23"/>
                  <a:gd name="T4" fmla="*/ 137 w 33"/>
                  <a:gd name="T5" fmla="*/ 8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5" y="5"/>
                      <a:pt x="8" y="14"/>
                      <a:pt x="14" y="18"/>
                    </a:cubicBezTo>
                    <a:cubicBezTo>
                      <a:pt x="21" y="23"/>
                      <a:pt x="26" y="16"/>
                      <a:pt x="33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0" name="Freeform 47">
                <a:extLst>
                  <a:ext uri="{FF2B5EF4-FFF2-40B4-BE49-F238E27FC236}">
                    <a16:creationId xmlns:a16="http://schemas.microsoft.com/office/drawing/2014/main" id="{DE5324CC-3A16-4FD5-A252-638B6F630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748"/>
                <a:ext cx="61" cy="24"/>
              </a:xfrm>
              <a:custGeom>
                <a:avLst/>
                <a:gdLst>
                  <a:gd name="T0" fmla="*/ 0 w 38"/>
                  <a:gd name="T1" fmla="*/ 0 h 14"/>
                  <a:gd name="T2" fmla="*/ 80 w 38"/>
                  <a:gd name="T3" fmla="*/ 65 h 14"/>
                  <a:gd name="T4" fmla="*/ 157 w 38"/>
                  <a:gd name="T5" fmla="*/ 6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0" y="0"/>
                    </a:moveTo>
                    <a:cubicBezTo>
                      <a:pt x="7" y="5"/>
                      <a:pt x="10" y="11"/>
                      <a:pt x="19" y="13"/>
                    </a:cubicBezTo>
                    <a:cubicBezTo>
                      <a:pt x="26" y="14"/>
                      <a:pt x="31" y="11"/>
                      <a:pt x="38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1" name="Freeform 48">
                <a:extLst>
                  <a:ext uri="{FF2B5EF4-FFF2-40B4-BE49-F238E27FC236}">
                    <a16:creationId xmlns:a16="http://schemas.microsoft.com/office/drawing/2014/main" id="{3DABF10E-3798-43E1-9581-6229B0D90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2769"/>
                <a:ext cx="151" cy="46"/>
              </a:xfrm>
              <a:custGeom>
                <a:avLst/>
                <a:gdLst>
                  <a:gd name="T0" fmla="*/ 0 w 94"/>
                  <a:gd name="T1" fmla="*/ 0 h 27"/>
                  <a:gd name="T2" fmla="*/ 88 w 94"/>
                  <a:gd name="T3" fmla="*/ 99 h 27"/>
                  <a:gd name="T4" fmla="*/ 212 w 94"/>
                  <a:gd name="T5" fmla="*/ 75 h 27"/>
                  <a:gd name="T6" fmla="*/ 265 w 94"/>
                  <a:gd name="T7" fmla="*/ 112 h 27"/>
                  <a:gd name="T8" fmla="*/ 336 w 94"/>
                  <a:gd name="T9" fmla="*/ 107 h 27"/>
                  <a:gd name="T10" fmla="*/ 390 w 94"/>
                  <a:gd name="T11" fmla="*/ 2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27">
                    <a:moveTo>
                      <a:pt x="0" y="0"/>
                    </a:moveTo>
                    <a:cubicBezTo>
                      <a:pt x="3" y="9"/>
                      <a:pt x="12" y="17"/>
                      <a:pt x="21" y="20"/>
                    </a:cubicBezTo>
                    <a:cubicBezTo>
                      <a:pt x="31" y="22"/>
                      <a:pt x="42" y="16"/>
                      <a:pt x="51" y="15"/>
                    </a:cubicBezTo>
                    <a:cubicBezTo>
                      <a:pt x="59" y="15"/>
                      <a:pt x="59" y="20"/>
                      <a:pt x="64" y="23"/>
                    </a:cubicBezTo>
                    <a:cubicBezTo>
                      <a:pt x="70" y="27"/>
                      <a:pt x="75" y="25"/>
                      <a:pt x="81" y="22"/>
                    </a:cubicBezTo>
                    <a:cubicBezTo>
                      <a:pt x="90" y="17"/>
                      <a:pt x="89" y="11"/>
                      <a:pt x="94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2" name="Freeform 49">
                <a:extLst>
                  <a:ext uri="{FF2B5EF4-FFF2-40B4-BE49-F238E27FC236}">
                    <a16:creationId xmlns:a16="http://schemas.microsoft.com/office/drawing/2014/main" id="{80A5D03E-2843-4560-9433-5A6D7F7E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2777"/>
                <a:ext cx="59" cy="23"/>
              </a:xfrm>
              <a:custGeom>
                <a:avLst/>
                <a:gdLst>
                  <a:gd name="T0" fmla="*/ 0 w 37"/>
                  <a:gd name="T1" fmla="*/ 73 h 13"/>
                  <a:gd name="T2" fmla="*/ 73 w 37"/>
                  <a:gd name="T3" fmla="*/ 7 h 13"/>
                  <a:gd name="T4" fmla="*/ 150 w 3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3">
                    <a:moveTo>
                      <a:pt x="0" y="13"/>
                    </a:moveTo>
                    <a:cubicBezTo>
                      <a:pt x="7" y="8"/>
                      <a:pt x="10" y="4"/>
                      <a:pt x="18" y="1"/>
                    </a:cubicBezTo>
                    <a:cubicBezTo>
                      <a:pt x="24" y="0"/>
                      <a:pt x="32" y="2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3" name="Freeform 50">
                <a:extLst>
                  <a:ext uri="{FF2B5EF4-FFF2-40B4-BE49-F238E27FC236}">
                    <a16:creationId xmlns:a16="http://schemas.microsoft.com/office/drawing/2014/main" id="{D75867DD-2FC1-43DB-B4A5-596B21B5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2533"/>
                <a:ext cx="158" cy="210"/>
              </a:xfrm>
              <a:custGeom>
                <a:avLst/>
                <a:gdLst>
                  <a:gd name="T0" fmla="*/ 0 w 98"/>
                  <a:gd name="T1" fmla="*/ 608 h 122"/>
                  <a:gd name="T2" fmla="*/ 114 w 98"/>
                  <a:gd name="T3" fmla="*/ 578 h 122"/>
                  <a:gd name="T4" fmla="*/ 166 w 98"/>
                  <a:gd name="T5" fmla="*/ 501 h 122"/>
                  <a:gd name="T6" fmla="*/ 190 w 98"/>
                  <a:gd name="T7" fmla="*/ 439 h 122"/>
                  <a:gd name="T8" fmla="*/ 276 w 98"/>
                  <a:gd name="T9" fmla="*/ 377 h 122"/>
                  <a:gd name="T10" fmla="*/ 306 w 98"/>
                  <a:gd name="T11" fmla="*/ 282 h 122"/>
                  <a:gd name="T12" fmla="*/ 382 w 98"/>
                  <a:gd name="T13" fmla="*/ 86 h 122"/>
                  <a:gd name="T14" fmla="*/ 343 w 98"/>
                  <a:gd name="T15" fmla="*/ 0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22">
                    <a:moveTo>
                      <a:pt x="0" y="119"/>
                    </a:moveTo>
                    <a:cubicBezTo>
                      <a:pt x="9" y="122"/>
                      <a:pt x="19" y="118"/>
                      <a:pt x="27" y="113"/>
                    </a:cubicBezTo>
                    <a:cubicBezTo>
                      <a:pt x="33" y="109"/>
                      <a:pt x="37" y="105"/>
                      <a:pt x="40" y="98"/>
                    </a:cubicBezTo>
                    <a:cubicBezTo>
                      <a:pt x="42" y="94"/>
                      <a:pt x="42" y="89"/>
                      <a:pt x="45" y="86"/>
                    </a:cubicBezTo>
                    <a:cubicBezTo>
                      <a:pt x="50" y="81"/>
                      <a:pt x="60" y="81"/>
                      <a:pt x="66" y="74"/>
                    </a:cubicBezTo>
                    <a:cubicBezTo>
                      <a:pt x="72" y="68"/>
                      <a:pt x="70" y="62"/>
                      <a:pt x="73" y="55"/>
                    </a:cubicBezTo>
                    <a:cubicBezTo>
                      <a:pt x="79" y="40"/>
                      <a:pt x="98" y="36"/>
                      <a:pt x="91" y="17"/>
                    </a:cubicBezTo>
                    <a:cubicBezTo>
                      <a:pt x="90" y="14"/>
                      <a:pt x="82" y="0"/>
                      <a:pt x="8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4" name="Freeform 51">
                <a:extLst>
                  <a:ext uri="{FF2B5EF4-FFF2-40B4-BE49-F238E27FC236}">
                    <a16:creationId xmlns:a16="http://schemas.microsoft.com/office/drawing/2014/main" id="{B547EE2F-E63B-4CE9-8DEE-F2D4E835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2540"/>
                <a:ext cx="27" cy="78"/>
              </a:xfrm>
              <a:custGeom>
                <a:avLst/>
                <a:gdLst>
                  <a:gd name="T0" fmla="*/ 35 w 17"/>
                  <a:gd name="T1" fmla="*/ 0 h 45"/>
                  <a:gd name="T2" fmla="*/ 21 w 17"/>
                  <a:gd name="T3" fmla="*/ 114 h 45"/>
                  <a:gd name="T4" fmla="*/ 8 w 17"/>
                  <a:gd name="T5" fmla="*/ 234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5">
                    <a:moveTo>
                      <a:pt x="9" y="0"/>
                    </a:moveTo>
                    <a:cubicBezTo>
                      <a:pt x="17" y="2"/>
                      <a:pt x="7" y="18"/>
                      <a:pt x="5" y="22"/>
                    </a:cubicBezTo>
                    <a:cubicBezTo>
                      <a:pt x="0" y="32"/>
                      <a:pt x="2" y="36"/>
                      <a:pt x="2" y="4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5" name="Freeform 52">
                <a:extLst>
                  <a:ext uri="{FF2B5EF4-FFF2-40B4-BE49-F238E27FC236}">
                    <a16:creationId xmlns:a16="http://schemas.microsoft.com/office/drawing/2014/main" id="{DD489170-F0E4-4B8C-BC01-EC6AFB9F5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2592"/>
                <a:ext cx="30" cy="55"/>
              </a:xfrm>
              <a:custGeom>
                <a:avLst/>
                <a:gdLst>
                  <a:gd name="T0" fmla="*/ 74 w 19"/>
                  <a:gd name="T1" fmla="*/ 0 h 32"/>
                  <a:gd name="T2" fmla="*/ 0 w 19"/>
                  <a:gd name="T3" fmla="*/ 16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2">
                    <a:moveTo>
                      <a:pt x="19" y="0"/>
                    </a:moveTo>
                    <a:cubicBezTo>
                      <a:pt x="19" y="16"/>
                      <a:pt x="12" y="24"/>
                      <a:pt x="0" y="3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6" name="Freeform 53">
                <a:extLst>
                  <a:ext uri="{FF2B5EF4-FFF2-40B4-BE49-F238E27FC236}">
                    <a16:creationId xmlns:a16="http://schemas.microsoft.com/office/drawing/2014/main" id="{84794999-139D-4B5D-9050-6617402AD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2604"/>
                <a:ext cx="45" cy="84"/>
              </a:xfrm>
              <a:custGeom>
                <a:avLst/>
                <a:gdLst>
                  <a:gd name="T0" fmla="*/ 116 w 28"/>
                  <a:gd name="T1" fmla="*/ 9 h 49"/>
                  <a:gd name="T2" fmla="*/ 13 w 28"/>
                  <a:gd name="T3" fmla="*/ 115 h 49"/>
                  <a:gd name="T4" fmla="*/ 0 w 28"/>
                  <a:gd name="T5" fmla="*/ 24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9">
                    <a:moveTo>
                      <a:pt x="28" y="2"/>
                    </a:moveTo>
                    <a:cubicBezTo>
                      <a:pt x="19" y="0"/>
                      <a:pt x="6" y="15"/>
                      <a:pt x="3" y="23"/>
                    </a:cubicBezTo>
                    <a:cubicBezTo>
                      <a:pt x="0" y="31"/>
                      <a:pt x="0" y="41"/>
                      <a:pt x="0" y="4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7" name="Freeform 54">
                <a:extLst>
                  <a:ext uri="{FF2B5EF4-FFF2-40B4-BE49-F238E27FC236}">
                    <a16:creationId xmlns:a16="http://schemas.microsoft.com/office/drawing/2014/main" id="{034EBB6E-0689-4D09-ABB6-CBA6B63E2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2671"/>
                <a:ext cx="50" cy="57"/>
              </a:xfrm>
              <a:custGeom>
                <a:avLst/>
                <a:gdLst>
                  <a:gd name="T0" fmla="*/ 0 w 31"/>
                  <a:gd name="T1" fmla="*/ 164 h 33"/>
                  <a:gd name="T2" fmla="*/ 131 w 3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3">
                    <a:moveTo>
                      <a:pt x="0" y="32"/>
                    </a:moveTo>
                    <a:cubicBezTo>
                      <a:pt x="21" y="33"/>
                      <a:pt x="26" y="16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8" name="Freeform 55">
                <a:extLst>
                  <a:ext uri="{FF2B5EF4-FFF2-40B4-BE49-F238E27FC236}">
                    <a16:creationId xmlns:a16="http://schemas.microsoft.com/office/drawing/2014/main" id="{9DBA857A-C408-4584-ACCC-FEC7120E6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704"/>
                <a:ext cx="45" cy="53"/>
              </a:xfrm>
              <a:custGeom>
                <a:avLst/>
                <a:gdLst>
                  <a:gd name="T0" fmla="*/ 116 w 28"/>
                  <a:gd name="T1" fmla="*/ 9 h 31"/>
                  <a:gd name="T2" fmla="*/ 0 w 28"/>
                  <a:gd name="T3" fmla="*/ 156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2"/>
                    </a:moveTo>
                    <a:cubicBezTo>
                      <a:pt x="14" y="0"/>
                      <a:pt x="3" y="19"/>
                      <a:pt x="0" y="3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9" name="Freeform 56">
                <a:extLst>
                  <a:ext uri="{FF2B5EF4-FFF2-40B4-BE49-F238E27FC236}">
                    <a16:creationId xmlns:a16="http://schemas.microsoft.com/office/drawing/2014/main" id="{60C0B033-DBAE-41C1-B4CB-1CBC9CBE9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752"/>
                <a:ext cx="55" cy="51"/>
              </a:xfrm>
              <a:custGeom>
                <a:avLst/>
                <a:gdLst>
                  <a:gd name="T0" fmla="*/ 0 w 34"/>
                  <a:gd name="T1" fmla="*/ 78 h 30"/>
                  <a:gd name="T2" fmla="*/ 144 w 3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0" y="16"/>
                    </a:moveTo>
                    <a:cubicBezTo>
                      <a:pt x="15" y="30"/>
                      <a:pt x="29" y="16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0" name="Freeform 57">
                <a:extLst>
                  <a:ext uri="{FF2B5EF4-FFF2-40B4-BE49-F238E27FC236}">
                    <a16:creationId xmlns:a16="http://schemas.microsoft.com/office/drawing/2014/main" id="{37173110-E8FB-42AE-81C7-B959D2991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2774"/>
                <a:ext cx="69" cy="36"/>
              </a:xfrm>
              <a:custGeom>
                <a:avLst/>
                <a:gdLst>
                  <a:gd name="T0" fmla="*/ 0 w 43"/>
                  <a:gd name="T1" fmla="*/ 106 h 21"/>
                  <a:gd name="T2" fmla="*/ 16 w 43"/>
                  <a:gd name="T3" fmla="*/ 70 h 21"/>
                  <a:gd name="T4" fmla="*/ 75 w 43"/>
                  <a:gd name="T5" fmla="*/ 21 h 21"/>
                  <a:gd name="T6" fmla="*/ 178 w 43"/>
                  <a:gd name="T7" fmla="*/ 4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1">
                    <a:moveTo>
                      <a:pt x="0" y="21"/>
                    </a:moveTo>
                    <a:cubicBezTo>
                      <a:pt x="3" y="19"/>
                      <a:pt x="2" y="16"/>
                      <a:pt x="4" y="14"/>
                    </a:cubicBezTo>
                    <a:cubicBezTo>
                      <a:pt x="8" y="8"/>
                      <a:pt x="12" y="6"/>
                      <a:pt x="18" y="4"/>
                    </a:cubicBezTo>
                    <a:cubicBezTo>
                      <a:pt x="28" y="0"/>
                      <a:pt x="34" y="4"/>
                      <a:pt x="43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1" name="Freeform 58">
                <a:extLst>
                  <a:ext uri="{FF2B5EF4-FFF2-40B4-BE49-F238E27FC236}">
                    <a16:creationId xmlns:a16="http://schemas.microsoft.com/office/drawing/2014/main" id="{C8D78CBF-3D02-40C8-8CC0-617EBB1E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702"/>
                <a:ext cx="67" cy="32"/>
              </a:xfrm>
              <a:custGeom>
                <a:avLst/>
                <a:gdLst>
                  <a:gd name="T0" fmla="*/ 0 w 42"/>
                  <a:gd name="T1" fmla="*/ 91 h 19"/>
                  <a:gd name="T2" fmla="*/ 86 w 42"/>
                  <a:gd name="T3" fmla="*/ 34 h 19"/>
                  <a:gd name="T4" fmla="*/ 171 w 4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9">
                    <a:moveTo>
                      <a:pt x="0" y="19"/>
                    </a:moveTo>
                    <a:cubicBezTo>
                      <a:pt x="8" y="19"/>
                      <a:pt x="15" y="11"/>
                      <a:pt x="21" y="7"/>
                    </a:cubicBezTo>
                    <a:cubicBezTo>
                      <a:pt x="27" y="3"/>
                      <a:pt x="35" y="0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2" name="Freeform 59">
                <a:extLst>
                  <a:ext uri="{FF2B5EF4-FFF2-40B4-BE49-F238E27FC236}">
                    <a16:creationId xmlns:a16="http://schemas.microsoft.com/office/drawing/2014/main" id="{0D9C3081-1496-4306-9C53-C3AE6DDC1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2728"/>
                <a:ext cx="34" cy="60"/>
              </a:xfrm>
              <a:custGeom>
                <a:avLst/>
                <a:gdLst>
                  <a:gd name="T0" fmla="*/ 89 w 21"/>
                  <a:gd name="T1" fmla="*/ 0 h 35"/>
                  <a:gd name="T2" fmla="*/ 34 w 21"/>
                  <a:gd name="T3" fmla="*/ 86 h 35"/>
                  <a:gd name="T4" fmla="*/ 0 w 21"/>
                  <a:gd name="T5" fmla="*/ 17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7" y="6"/>
                      <a:pt x="10" y="9"/>
                      <a:pt x="8" y="17"/>
                    </a:cubicBezTo>
                    <a:cubicBezTo>
                      <a:pt x="6" y="24"/>
                      <a:pt x="7" y="32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3" name="Freeform 60">
                <a:extLst>
                  <a:ext uri="{FF2B5EF4-FFF2-40B4-BE49-F238E27FC236}">
                    <a16:creationId xmlns:a16="http://schemas.microsoft.com/office/drawing/2014/main" id="{4FA130C4-634D-4938-A0CA-71062EBF6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740"/>
                <a:ext cx="62" cy="24"/>
              </a:xfrm>
              <a:custGeom>
                <a:avLst/>
                <a:gdLst>
                  <a:gd name="T0" fmla="*/ 0 w 38"/>
                  <a:gd name="T1" fmla="*/ 26 h 14"/>
                  <a:gd name="T2" fmla="*/ 83 w 38"/>
                  <a:gd name="T3" fmla="*/ 70 h 14"/>
                  <a:gd name="T4" fmla="*/ 165 w 3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0" y="5"/>
                    </a:moveTo>
                    <a:cubicBezTo>
                      <a:pt x="4" y="9"/>
                      <a:pt x="14" y="14"/>
                      <a:pt x="19" y="14"/>
                    </a:cubicBezTo>
                    <a:cubicBezTo>
                      <a:pt x="27" y="14"/>
                      <a:pt x="34" y="5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4" name="Freeform 61">
                <a:extLst>
                  <a:ext uri="{FF2B5EF4-FFF2-40B4-BE49-F238E27FC236}">
                    <a16:creationId xmlns:a16="http://schemas.microsoft.com/office/drawing/2014/main" id="{69C218CC-DDD8-4F50-8D80-B15B5CC5F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317"/>
                <a:ext cx="61" cy="232"/>
              </a:xfrm>
              <a:custGeom>
                <a:avLst/>
                <a:gdLst>
                  <a:gd name="T0" fmla="*/ 0 w 38"/>
                  <a:gd name="T1" fmla="*/ 0 h 135"/>
                  <a:gd name="T2" fmla="*/ 95 w 38"/>
                  <a:gd name="T3" fmla="*/ 45 h 135"/>
                  <a:gd name="T4" fmla="*/ 103 w 38"/>
                  <a:gd name="T5" fmla="*/ 172 h 135"/>
                  <a:gd name="T6" fmla="*/ 132 w 38"/>
                  <a:gd name="T7" fmla="*/ 299 h 135"/>
                  <a:gd name="T8" fmla="*/ 116 w 38"/>
                  <a:gd name="T9" fmla="*/ 404 h 135"/>
                  <a:gd name="T10" fmla="*/ 157 w 38"/>
                  <a:gd name="T11" fmla="*/ 493 h 135"/>
                  <a:gd name="T12" fmla="*/ 124 w 38"/>
                  <a:gd name="T13" fmla="*/ 567 h 135"/>
                  <a:gd name="T14" fmla="*/ 80 w 38"/>
                  <a:gd name="T15" fmla="*/ 686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35">
                    <a:moveTo>
                      <a:pt x="0" y="0"/>
                    </a:moveTo>
                    <a:cubicBezTo>
                      <a:pt x="6" y="4"/>
                      <a:pt x="18" y="2"/>
                      <a:pt x="23" y="9"/>
                    </a:cubicBezTo>
                    <a:cubicBezTo>
                      <a:pt x="27" y="15"/>
                      <a:pt x="22" y="26"/>
                      <a:pt x="25" y="34"/>
                    </a:cubicBezTo>
                    <a:cubicBezTo>
                      <a:pt x="28" y="44"/>
                      <a:pt x="38" y="48"/>
                      <a:pt x="32" y="59"/>
                    </a:cubicBezTo>
                    <a:cubicBezTo>
                      <a:pt x="29" y="66"/>
                      <a:pt x="24" y="71"/>
                      <a:pt x="28" y="80"/>
                    </a:cubicBezTo>
                    <a:cubicBezTo>
                      <a:pt x="30" y="86"/>
                      <a:pt x="38" y="90"/>
                      <a:pt x="38" y="97"/>
                    </a:cubicBezTo>
                    <a:cubicBezTo>
                      <a:pt x="38" y="103"/>
                      <a:pt x="33" y="108"/>
                      <a:pt x="30" y="112"/>
                    </a:cubicBezTo>
                    <a:cubicBezTo>
                      <a:pt x="26" y="119"/>
                      <a:pt x="24" y="130"/>
                      <a:pt x="19" y="1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5" name="Freeform 62">
                <a:extLst>
                  <a:ext uri="{FF2B5EF4-FFF2-40B4-BE49-F238E27FC236}">
                    <a16:creationId xmlns:a16="http://schemas.microsoft.com/office/drawing/2014/main" id="{0E8DC8DB-4425-4755-8933-822E4EA00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454"/>
                <a:ext cx="13" cy="67"/>
              </a:xfrm>
              <a:custGeom>
                <a:avLst/>
                <a:gdLst>
                  <a:gd name="T0" fmla="*/ 29 w 8"/>
                  <a:gd name="T1" fmla="*/ 0 h 39"/>
                  <a:gd name="T2" fmla="*/ 8 w 8"/>
                  <a:gd name="T3" fmla="*/ 119 h 39"/>
                  <a:gd name="T4" fmla="*/ 26 w 8"/>
                  <a:gd name="T5" fmla="*/ 1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9">
                    <a:moveTo>
                      <a:pt x="7" y="0"/>
                    </a:moveTo>
                    <a:cubicBezTo>
                      <a:pt x="8" y="8"/>
                      <a:pt x="0" y="14"/>
                      <a:pt x="2" y="23"/>
                    </a:cubicBezTo>
                    <a:cubicBezTo>
                      <a:pt x="3" y="29"/>
                      <a:pt x="8" y="31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6" name="Freeform 63">
                <a:extLst>
                  <a:ext uri="{FF2B5EF4-FFF2-40B4-BE49-F238E27FC236}">
                    <a16:creationId xmlns:a16="http://schemas.microsoft.com/office/drawing/2014/main" id="{8D56B938-E167-415A-9FBA-E17906CEF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2492"/>
                <a:ext cx="31" cy="67"/>
              </a:xfrm>
              <a:custGeom>
                <a:avLst/>
                <a:gdLst>
                  <a:gd name="T0" fmla="*/ 62 w 19"/>
                  <a:gd name="T1" fmla="*/ 0 h 39"/>
                  <a:gd name="T2" fmla="*/ 83 w 19"/>
                  <a:gd name="T3" fmla="*/ 45 h 39"/>
                  <a:gd name="T4" fmla="*/ 54 w 19"/>
                  <a:gd name="T5" fmla="*/ 112 h 39"/>
                  <a:gd name="T6" fmla="*/ 0 w 19"/>
                  <a:gd name="T7" fmla="*/ 19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14" y="0"/>
                    </a:moveTo>
                    <a:cubicBezTo>
                      <a:pt x="15" y="3"/>
                      <a:pt x="18" y="6"/>
                      <a:pt x="19" y="9"/>
                    </a:cubicBezTo>
                    <a:cubicBezTo>
                      <a:pt x="19" y="14"/>
                      <a:pt x="14" y="19"/>
                      <a:pt x="12" y="22"/>
                    </a:cubicBezTo>
                    <a:cubicBezTo>
                      <a:pt x="8" y="28"/>
                      <a:pt x="3" y="33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7" name="Freeform 64">
                <a:extLst>
                  <a:ext uri="{FF2B5EF4-FFF2-40B4-BE49-F238E27FC236}">
                    <a16:creationId xmlns:a16="http://schemas.microsoft.com/office/drawing/2014/main" id="{C6827C4A-6FE0-4FA5-A954-8914D890A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2485"/>
                <a:ext cx="61" cy="122"/>
              </a:xfrm>
              <a:custGeom>
                <a:avLst/>
                <a:gdLst>
                  <a:gd name="T0" fmla="*/ 80 w 38"/>
                  <a:gd name="T1" fmla="*/ 361 h 71"/>
                  <a:gd name="T2" fmla="*/ 149 w 38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71">
                    <a:moveTo>
                      <a:pt x="19" y="71"/>
                    </a:moveTo>
                    <a:cubicBezTo>
                      <a:pt x="0" y="46"/>
                      <a:pt x="38" y="24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8" name="Freeform 65">
                <a:extLst>
                  <a:ext uri="{FF2B5EF4-FFF2-40B4-BE49-F238E27FC236}">
                    <a16:creationId xmlns:a16="http://schemas.microsoft.com/office/drawing/2014/main" id="{D96439F4-FA02-4640-A799-DD8875E77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2410"/>
                <a:ext cx="14" cy="62"/>
              </a:xfrm>
              <a:custGeom>
                <a:avLst/>
                <a:gdLst>
                  <a:gd name="T0" fmla="*/ 8 w 9"/>
                  <a:gd name="T1" fmla="*/ 5 h 36"/>
                  <a:gd name="T2" fmla="*/ 0 w 9"/>
                  <a:gd name="T3" fmla="*/ 0 h 36"/>
                  <a:gd name="T4" fmla="*/ 34 w 9"/>
                  <a:gd name="T5" fmla="*/ 78 h 36"/>
                  <a:gd name="T6" fmla="*/ 12 w 9"/>
                  <a:gd name="T7" fmla="*/ 184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6">
                    <a:moveTo>
                      <a:pt x="2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4" y="5"/>
                      <a:pt x="8" y="8"/>
                      <a:pt x="9" y="15"/>
                    </a:cubicBezTo>
                    <a:cubicBezTo>
                      <a:pt x="9" y="22"/>
                      <a:pt x="4" y="29"/>
                      <a:pt x="3" y="3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9" name="Freeform 66">
                <a:extLst>
                  <a:ext uri="{FF2B5EF4-FFF2-40B4-BE49-F238E27FC236}">
                    <a16:creationId xmlns:a16="http://schemas.microsoft.com/office/drawing/2014/main" id="{72D53C40-193F-4B76-A172-F354A0283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2321"/>
                <a:ext cx="35" cy="49"/>
              </a:xfrm>
              <a:custGeom>
                <a:avLst/>
                <a:gdLst>
                  <a:gd name="T0" fmla="*/ 0 w 22"/>
                  <a:gd name="T1" fmla="*/ 0 h 29"/>
                  <a:gd name="T2" fmla="*/ 89 w 22"/>
                  <a:gd name="T3" fmla="*/ 12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8" y="5"/>
                      <a:pt x="12" y="29"/>
                      <a:pt x="22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0" name="Freeform 67">
                <a:extLst>
                  <a:ext uri="{FF2B5EF4-FFF2-40B4-BE49-F238E27FC236}">
                    <a16:creationId xmlns:a16="http://schemas.microsoft.com/office/drawing/2014/main" id="{A076D827-F64B-425B-89C6-1D56BAE72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2331"/>
                <a:ext cx="23" cy="70"/>
              </a:xfrm>
              <a:custGeom>
                <a:avLst/>
                <a:gdLst>
                  <a:gd name="T0" fmla="*/ 0 w 14"/>
                  <a:gd name="T1" fmla="*/ 0 h 41"/>
                  <a:gd name="T2" fmla="*/ 62 w 14"/>
                  <a:gd name="T3" fmla="*/ 99 h 41"/>
                  <a:gd name="T4" fmla="*/ 43 w 14"/>
                  <a:gd name="T5" fmla="*/ 20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1">
                    <a:moveTo>
                      <a:pt x="0" y="0"/>
                    </a:moveTo>
                    <a:cubicBezTo>
                      <a:pt x="1" y="9"/>
                      <a:pt x="14" y="9"/>
                      <a:pt x="14" y="20"/>
                    </a:cubicBezTo>
                    <a:cubicBezTo>
                      <a:pt x="14" y="26"/>
                      <a:pt x="12" y="36"/>
                      <a:pt x="10" y="4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1" name="Freeform 68">
                <a:extLst>
                  <a:ext uri="{FF2B5EF4-FFF2-40B4-BE49-F238E27FC236}">
                    <a16:creationId xmlns:a16="http://schemas.microsoft.com/office/drawing/2014/main" id="{03304E40-E5AC-456A-9B56-F051A7C8C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" y="2322"/>
                <a:ext cx="9" cy="38"/>
              </a:xfrm>
              <a:custGeom>
                <a:avLst/>
                <a:gdLst>
                  <a:gd name="T0" fmla="*/ 0 w 6"/>
                  <a:gd name="T1" fmla="*/ 114 h 22"/>
                  <a:gd name="T2" fmla="*/ 14 w 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22"/>
                    </a:moveTo>
                    <a:cubicBezTo>
                      <a:pt x="1" y="15"/>
                      <a:pt x="6" y="7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2" name="Freeform 69">
                <a:extLst>
                  <a:ext uri="{FF2B5EF4-FFF2-40B4-BE49-F238E27FC236}">
                    <a16:creationId xmlns:a16="http://schemas.microsoft.com/office/drawing/2014/main" id="{74939AD6-E963-4819-806E-0B05F06BA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" y="2360"/>
                <a:ext cx="19" cy="67"/>
              </a:xfrm>
              <a:custGeom>
                <a:avLst/>
                <a:gdLst>
                  <a:gd name="T0" fmla="*/ 0 w 12"/>
                  <a:gd name="T1" fmla="*/ 0 h 39"/>
                  <a:gd name="T2" fmla="*/ 13 w 12"/>
                  <a:gd name="T3" fmla="*/ 19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9">
                    <a:moveTo>
                      <a:pt x="0" y="0"/>
                    </a:moveTo>
                    <a:cubicBezTo>
                      <a:pt x="12" y="8"/>
                      <a:pt x="10" y="29"/>
                      <a:pt x="3" y="3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3" name="Freeform 70">
                <a:extLst>
                  <a:ext uri="{FF2B5EF4-FFF2-40B4-BE49-F238E27FC236}">
                    <a16:creationId xmlns:a16="http://schemas.microsoft.com/office/drawing/2014/main" id="{3D59A63C-3470-400F-865D-0C22367C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090"/>
                <a:ext cx="232" cy="98"/>
              </a:xfrm>
              <a:custGeom>
                <a:avLst/>
                <a:gdLst>
                  <a:gd name="T0" fmla="*/ 0 w 144"/>
                  <a:gd name="T1" fmla="*/ 289 h 57"/>
                  <a:gd name="T2" fmla="*/ 68 w 144"/>
                  <a:gd name="T3" fmla="*/ 213 h 57"/>
                  <a:gd name="T4" fmla="*/ 124 w 144"/>
                  <a:gd name="T5" fmla="*/ 112 h 57"/>
                  <a:gd name="T6" fmla="*/ 221 w 144"/>
                  <a:gd name="T7" fmla="*/ 83 h 57"/>
                  <a:gd name="T8" fmla="*/ 285 w 144"/>
                  <a:gd name="T9" fmla="*/ 41 h 57"/>
                  <a:gd name="T10" fmla="*/ 377 w 144"/>
                  <a:gd name="T11" fmla="*/ 70 h 57"/>
                  <a:gd name="T12" fmla="*/ 458 w 144"/>
                  <a:gd name="T13" fmla="*/ 21 h 57"/>
                  <a:gd name="T14" fmla="*/ 603 w 144"/>
                  <a:gd name="T15" fmla="*/ 9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4" h="57">
                    <a:moveTo>
                      <a:pt x="0" y="57"/>
                    </a:moveTo>
                    <a:cubicBezTo>
                      <a:pt x="6" y="52"/>
                      <a:pt x="14" y="51"/>
                      <a:pt x="16" y="42"/>
                    </a:cubicBezTo>
                    <a:cubicBezTo>
                      <a:pt x="19" y="33"/>
                      <a:pt x="20" y="26"/>
                      <a:pt x="30" y="22"/>
                    </a:cubicBezTo>
                    <a:cubicBezTo>
                      <a:pt x="37" y="18"/>
                      <a:pt x="46" y="20"/>
                      <a:pt x="53" y="16"/>
                    </a:cubicBezTo>
                    <a:cubicBezTo>
                      <a:pt x="59" y="14"/>
                      <a:pt x="61" y="8"/>
                      <a:pt x="68" y="8"/>
                    </a:cubicBezTo>
                    <a:cubicBezTo>
                      <a:pt x="76" y="9"/>
                      <a:pt x="81" y="15"/>
                      <a:pt x="90" y="14"/>
                    </a:cubicBezTo>
                    <a:cubicBezTo>
                      <a:pt x="99" y="13"/>
                      <a:pt x="101" y="6"/>
                      <a:pt x="109" y="4"/>
                    </a:cubicBezTo>
                    <a:cubicBezTo>
                      <a:pt x="122" y="0"/>
                      <a:pt x="133" y="17"/>
                      <a:pt x="144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4" name="Freeform 71">
                <a:extLst>
                  <a:ext uri="{FF2B5EF4-FFF2-40B4-BE49-F238E27FC236}">
                    <a16:creationId xmlns:a16="http://schemas.microsoft.com/office/drawing/2014/main" id="{4656A21A-4580-4CC0-8873-7EFA088E6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166"/>
                <a:ext cx="29" cy="58"/>
              </a:xfrm>
              <a:custGeom>
                <a:avLst/>
                <a:gdLst>
                  <a:gd name="T0" fmla="*/ 0 w 18"/>
                  <a:gd name="T1" fmla="*/ 169 h 34"/>
                  <a:gd name="T2" fmla="*/ 55 w 18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4">
                    <a:moveTo>
                      <a:pt x="0" y="34"/>
                    </a:moveTo>
                    <a:cubicBezTo>
                      <a:pt x="18" y="30"/>
                      <a:pt x="11" y="13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5" name="Freeform 72">
                <a:extLst>
                  <a:ext uri="{FF2B5EF4-FFF2-40B4-BE49-F238E27FC236}">
                    <a16:creationId xmlns:a16="http://schemas.microsoft.com/office/drawing/2014/main" id="{5425F490-8FB4-4008-8005-C06B103B7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114"/>
                <a:ext cx="108" cy="78"/>
              </a:xfrm>
              <a:custGeom>
                <a:avLst/>
                <a:gdLst>
                  <a:gd name="T0" fmla="*/ 0 w 67"/>
                  <a:gd name="T1" fmla="*/ 225 h 45"/>
                  <a:gd name="T2" fmla="*/ 76 w 67"/>
                  <a:gd name="T3" fmla="*/ 185 h 45"/>
                  <a:gd name="T4" fmla="*/ 177 w 67"/>
                  <a:gd name="T5" fmla="*/ 114 h 45"/>
                  <a:gd name="T6" fmla="*/ 251 w 67"/>
                  <a:gd name="T7" fmla="*/ 73 h 45"/>
                  <a:gd name="T8" fmla="*/ 280 w 6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5">
                    <a:moveTo>
                      <a:pt x="0" y="43"/>
                    </a:moveTo>
                    <a:cubicBezTo>
                      <a:pt x="7" y="45"/>
                      <a:pt x="13" y="41"/>
                      <a:pt x="18" y="36"/>
                    </a:cubicBezTo>
                    <a:cubicBezTo>
                      <a:pt x="26" y="28"/>
                      <a:pt x="30" y="21"/>
                      <a:pt x="42" y="22"/>
                    </a:cubicBezTo>
                    <a:cubicBezTo>
                      <a:pt x="51" y="22"/>
                      <a:pt x="55" y="23"/>
                      <a:pt x="60" y="14"/>
                    </a:cubicBezTo>
                    <a:cubicBezTo>
                      <a:pt x="63" y="9"/>
                      <a:pt x="64" y="5"/>
                      <a:pt x="6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6" name="Freeform 73">
                <a:extLst>
                  <a:ext uri="{FF2B5EF4-FFF2-40B4-BE49-F238E27FC236}">
                    <a16:creationId xmlns:a16="http://schemas.microsoft.com/office/drawing/2014/main" id="{07AFE4B1-0021-4A6F-A004-E8CE943F5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123"/>
                <a:ext cx="56" cy="43"/>
              </a:xfrm>
              <a:custGeom>
                <a:avLst/>
                <a:gdLst>
                  <a:gd name="T0" fmla="*/ 0 w 35"/>
                  <a:gd name="T1" fmla="*/ 122 h 25"/>
                  <a:gd name="T2" fmla="*/ 144 w 3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5">
                    <a:moveTo>
                      <a:pt x="0" y="24"/>
                    </a:moveTo>
                    <a:cubicBezTo>
                      <a:pt x="14" y="25"/>
                      <a:pt x="30" y="12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7" name="Freeform 74">
                <a:extLst>
                  <a:ext uri="{FF2B5EF4-FFF2-40B4-BE49-F238E27FC236}">
                    <a16:creationId xmlns:a16="http://schemas.microsoft.com/office/drawing/2014/main" id="{70A24810-F599-4773-99DA-84F0973A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114"/>
                <a:ext cx="47" cy="38"/>
              </a:xfrm>
              <a:custGeom>
                <a:avLst/>
                <a:gdLst>
                  <a:gd name="T0" fmla="*/ 0 w 29"/>
                  <a:gd name="T1" fmla="*/ 114 h 22"/>
                  <a:gd name="T2" fmla="*/ 47 w 29"/>
                  <a:gd name="T3" fmla="*/ 36 h 22"/>
                  <a:gd name="T4" fmla="*/ 123 w 29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0" y="22"/>
                    </a:moveTo>
                    <a:cubicBezTo>
                      <a:pt x="7" y="19"/>
                      <a:pt x="6" y="12"/>
                      <a:pt x="11" y="7"/>
                    </a:cubicBezTo>
                    <a:cubicBezTo>
                      <a:pt x="14" y="4"/>
                      <a:pt x="24" y="0"/>
                      <a:pt x="2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8" name="Freeform 75">
                <a:extLst>
                  <a:ext uri="{FF2B5EF4-FFF2-40B4-BE49-F238E27FC236}">
                    <a16:creationId xmlns:a16="http://schemas.microsoft.com/office/drawing/2014/main" id="{821CEB46-962A-4161-835B-8CD2C8FCD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147"/>
                <a:ext cx="45" cy="16"/>
              </a:xfrm>
              <a:custGeom>
                <a:avLst/>
                <a:gdLst>
                  <a:gd name="T0" fmla="*/ 0 w 28"/>
                  <a:gd name="T1" fmla="*/ 0 h 9"/>
                  <a:gd name="T2" fmla="*/ 69 w 28"/>
                  <a:gd name="T3" fmla="*/ 16 h 9"/>
                  <a:gd name="T4" fmla="*/ 116 w 28"/>
                  <a:gd name="T5" fmla="*/ 5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cubicBezTo>
                      <a:pt x="3" y="5"/>
                      <a:pt x="12" y="1"/>
                      <a:pt x="17" y="3"/>
                    </a:cubicBezTo>
                    <a:cubicBezTo>
                      <a:pt x="21" y="4"/>
                      <a:pt x="24" y="7"/>
                      <a:pt x="28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9" name="Freeform 76">
                <a:extLst>
                  <a:ext uri="{FF2B5EF4-FFF2-40B4-BE49-F238E27FC236}">
                    <a16:creationId xmlns:a16="http://schemas.microsoft.com/office/drawing/2014/main" id="{4079B559-F163-4B96-ACD3-58BB632FC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2142"/>
                <a:ext cx="234" cy="179"/>
              </a:xfrm>
              <a:custGeom>
                <a:avLst/>
                <a:gdLst>
                  <a:gd name="T0" fmla="*/ 0 w 145"/>
                  <a:gd name="T1" fmla="*/ 62 h 104"/>
                  <a:gd name="T2" fmla="*/ 165 w 145"/>
                  <a:gd name="T3" fmla="*/ 9 h 104"/>
                  <a:gd name="T4" fmla="*/ 224 w 145"/>
                  <a:gd name="T5" fmla="*/ 45 h 104"/>
                  <a:gd name="T6" fmla="*/ 294 w 145"/>
                  <a:gd name="T7" fmla="*/ 50 h 104"/>
                  <a:gd name="T8" fmla="*/ 395 w 145"/>
                  <a:gd name="T9" fmla="*/ 102 h 104"/>
                  <a:gd name="T10" fmla="*/ 424 w 145"/>
                  <a:gd name="T11" fmla="*/ 169 h 104"/>
                  <a:gd name="T12" fmla="*/ 466 w 145"/>
                  <a:gd name="T13" fmla="*/ 193 h 104"/>
                  <a:gd name="T14" fmla="*/ 492 w 145"/>
                  <a:gd name="T15" fmla="*/ 275 h 104"/>
                  <a:gd name="T16" fmla="*/ 563 w 145"/>
                  <a:gd name="T17" fmla="*/ 367 h 104"/>
                  <a:gd name="T18" fmla="*/ 594 w 145"/>
                  <a:gd name="T19" fmla="*/ 465 h 104"/>
                  <a:gd name="T20" fmla="*/ 610 w 145"/>
                  <a:gd name="T21" fmla="*/ 530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104">
                    <a:moveTo>
                      <a:pt x="0" y="12"/>
                    </a:moveTo>
                    <a:cubicBezTo>
                      <a:pt x="10" y="8"/>
                      <a:pt x="28" y="0"/>
                      <a:pt x="39" y="2"/>
                    </a:cubicBezTo>
                    <a:cubicBezTo>
                      <a:pt x="44" y="3"/>
                      <a:pt x="48" y="7"/>
                      <a:pt x="53" y="9"/>
                    </a:cubicBezTo>
                    <a:cubicBezTo>
                      <a:pt x="59" y="11"/>
                      <a:pt x="64" y="11"/>
                      <a:pt x="70" y="10"/>
                    </a:cubicBezTo>
                    <a:cubicBezTo>
                      <a:pt x="81" y="9"/>
                      <a:pt x="86" y="11"/>
                      <a:pt x="94" y="20"/>
                    </a:cubicBezTo>
                    <a:cubicBezTo>
                      <a:pt x="97" y="24"/>
                      <a:pt x="98" y="29"/>
                      <a:pt x="101" y="33"/>
                    </a:cubicBezTo>
                    <a:cubicBezTo>
                      <a:pt x="104" y="36"/>
                      <a:pt x="108" y="36"/>
                      <a:pt x="111" y="38"/>
                    </a:cubicBezTo>
                    <a:cubicBezTo>
                      <a:pt x="118" y="42"/>
                      <a:pt x="116" y="47"/>
                      <a:pt x="117" y="54"/>
                    </a:cubicBezTo>
                    <a:cubicBezTo>
                      <a:pt x="119" y="65"/>
                      <a:pt x="127" y="65"/>
                      <a:pt x="134" y="72"/>
                    </a:cubicBezTo>
                    <a:cubicBezTo>
                      <a:pt x="141" y="78"/>
                      <a:pt x="139" y="83"/>
                      <a:pt x="141" y="91"/>
                    </a:cubicBezTo>
                    <a:cubicBezTo>
                      <a:pt x="142" y="95"/>
                      <a:pt x="145" y="99"/>
                      <a:pt x="145" y="10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0" name="Freeform 77">
                <a:extLst>
                  <a:ext uri="{FF2B5EF4-FFF2-40B4-BE49-F238E27FC236}">
                    <a16:creationId xmlns:a16="http://schemas.microsoft.com/office/drawing/2014/main" id="{3E99707B-87B0-435E-A497-A25276165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2104"/>
                <a:ext cx="195" cy="105"/>
              </a:xfrm>
              <a:custGeom>
                <a:avLst/>
                <a:gdLst>
                  <a:gd name="T0" fmla="*/ 0 w 121"/>
                  <a:gd name="T1" fmla="*/ 26 h 61"/>
                  <a:gd name="T2" fmla="*/ 84 w 121"/>
                  <a:gd name="T3" fmla="*/ 45 h 61"/>
                  <a:gd name="T4" fmla="*/ 156 w 121"/>
                  <a:gd name="T5" fmla="*/ 5 h 61"/>
                  <a:gd name="T6" fmla="*/ 213 w 121"/>
                  <a:gd name="T7" fmla="*/ 41 h 61"/>
                  <a:gd name="T8" fmla="*/ 309 w 121"/>
                  <a:gd name="T9" fmla="*/ 50 h 61"/>
                  <a:gd name="T10" fmla="*/ 371 w 121"/>
                  <a:gd name="T11" fmla="*/ 107 h 61"/>
                  <a:gd name="T12" fmla="*/ 458 w 121"/>
                  <a:gd name="T13" fmla="*/ 136 h 61"/>
                  <a:gd name="T14" fmla="*/ 498 w 121"/>
                  <a:gd name="T15" fmla="*/ 31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61">
                    <a:moveTo>
                      <a:pt x="0" y="5"/>
                    </a:moveTo>
                    <a:cubicBezTo>
                      <a:pt x="7" y="11"/>
                      <a:pt x="12" y="11"/>
                      <a:pt x="20" y="9"/>
                    </a:cubicBezTo>
                    <a:cubicBezTo>
                      <a:pt x="26" y="7"/>
                      <a:pt x="32" y="2"/>
                      <a:pt x="37" y="1"/>
                    </a:cubicBezTo>
                    <a:cubicBezTo>
                      <a:pt x="42" y="0"/>
                      <a:pt x="47" y="5"/>
                      <a:pt x="51" y="8"/>
                    </a:cubicBezTo>
                    <a:cubicBezTo>
                      <a:pt x="60" y="13"/>
                      <a:pt x="65" y="9"/>
                      <a:pt x="74" y="10"/>
                    </a:cubicBezTo>
                    <a:cubicBezTo>
                      <a:pt x="81" y="11"/>
                      <a:pt x="84" y="16"/>
                      <a:pt x="89" y="21"/>
                    </a:cubicBezTo>
                    <a:cubicBezTo>
                      <a:pt x="96" y="26"/>
                      <a:pt x="102" y="23"/>
                      <a:pt x="109" y="27"/>
                    </a:cubicBezTo>
                    <a:cubicBezTo>
                      <a:pt x="119" y="32"/>
                      <a:pt x="121" y="51"/>
                      <a:pt x="119" y="6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1" name="Freeform 78">
                <a:extLst>
                  <a:ext uri="{FF2B5EF4-FFF2-40B4-BE49-F238E27FC236}">
                    <a16:creationId xmlns:a16="http://schemas.microsoft.com/office/drawing/2014/main" id="{9400FB78-21C9-4DAC-A6F8-6F4E3663C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4" y="2135"/>
                <a:ext cx="68" cy="24"/>
              </a:xfrm>
              <a:custGeom>
                <a:avLst/>
                <a:gdLst>
                  <a:gd name="T0" fmla="*/ 0 w 42"/>
                  <a:gd name="T1" fmla="*/ 29 h 14"/>
                  <a:gd name="T2" fmla="*/ 123 w 42"/>
                  <a:gd name="T3" fmla="*/ 26 h 14"/>
                  <a:gd name="T4" fmla="*/ 178 w 42"/>
                  <a:gd name="T5" fmla="*/ 7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6"/>
                    </a:moveTo>
                    <a:cubicBezTo>
                      <a:pt x="10" y="5"/>
                      <a:pt x="19" y="0"/>
                      <a:pt x="29" y="5"/>
                    </a:cubicBezTo>
                    <a:cubicBezTo>
                      <a:pt x="34" y="7"/>
                      <a:pt x="36" y="13"/>
                      <a:pt x="42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2" name="Freeform 79">
                <a:extLst>
                  <a:ext uri="{FF2B5EF4-FFF2-40B4-BE49-F238E27FC236}">
                    <a16:creationId xmlns:a16="http://schemas.microsoft.com/office/drawing/2014/main" id="{A0C10BB8-0C19-4483-930F-2C03B78CC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2163"/>
                <a:ext cx="54" cy="34"/>
              </a:xfrm>
              <a:custGeom>
                <a:avLst/>
                <a:gdLst>
                  <a:gd name="T0" fmla="*/ 0 w 34"/>
                  <a:gd name="T1" fmla="*/ 0 h 20"/>
                  <a:gd name="T2" fmla="*/ 68 w 34"/>
                  <a:gd name="T3" fmla="*/ 92 h 20"/>
                  <a:gd name="T4" fmla="*/ 137 w 34"/>
                  <a:gd name="T5" fmla="*/ 9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1" y="7"/>
                      <a:pt x="9" y="17"/>
                      <a:pt x="17" y="19"/>
                    </a:cubicBezTo>
                    <a:cubicBezTo>
                      <a:pt x="23" y="20"/>
                      <a:pt x="29" y="14"/>
                      <a:pt x="34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3" name="Freeform 80">
                <a:extLst>
                  <a:ext uri="{FF2B5EF4-FFF2-40B4-BE49-F238E27FC236}">
                    <a16:creationId xmlns:a16="http://schemas.microsoft.com/office/drawing/2014/main" id="{F7983BB2-9C60-46E4-818F-B6FD2FBE1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2211"/>
                <a:ext cx="38" cy="58"/>
              </a:xfrm>
              <a:custGeom>
                <a:avLst/>
                <a:gdLst>
                  <a:gd name="T0" fmla="*/ 0 w 24"/>
                  <a:gd name="T1" fmla="*/ 0 h 34"/>
                  <a:gd name="T2" fmla="*/ 82 w 24"/>
                  <a:gd name="T3" fmla="*/ 90 h 34"/>
                  <a:gd name="T4" fmla="*/ 95 w 24"/>
                  <a:gd name="T5" fmla="*/ 16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4">
                    <a:moveTo>
                      <a:pt x="0" y="0"/>
                    </a:moveTo>
                    <a:cubicBezTo>
                      <a:pt x="8" y="6"/>
                      <a:pt x="18" y="8"/>
                      <a:pt x="21" y="18"/>
                    </a:cubicBezTo>
                    <a:cubicBezTo>
                      <a:pt x="23" y="22"/>
                      <a:pt x="24" y="30"/>
                      <a:pt x="24" y="3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4" name="Freeform 81">
                <a:extLst>
                  <a:ext uri="{FF2B5EF4-FFF2-40B4-BE49-F238E27FC236}">
                    <a16:creationId xmlns:a16="http://schemas.microsoft.com/office/drawing/2014/main" id="{CA9D1A04-86E1-4AD5-ACC1-83FEBE2A8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" y="2187"/>
                <a:ext cx="53" cy="144"/>
              </a:xfrm>
              <a:custGeom>
                <a:avLst/>
                <a:gdLst>
                  <a:gd name="T0" fmla="*/ 0 w 33"/>
                  <a:gd name="T1" fmla="*/ 0 h 84"/>
                  <a:gd name="T2" fmla="*/ 55 w 33"/>
                  <a:gd name="T3" fmla="*/ 135 h 84"/>
                  <a:gd name="T4" fmla="*/ 111 w 33"/>
                  <a:gd name="T5" fmla="*/ 247 h 84"/>
                  <a:gd name="T6" fmla="*/ 108 w 33"/>
                  <a:gd name="T7" fmla="*/ 291 h 84"/>
                  <a:gd name="T8" fmla="*/ 128 w 33"/>
                  <a:gd name="T9" fmla="*/ 326 h 84"/>
                  <a:gd name="T10" fmla="*/ 120 w 33"/>
                  <a:gd name="T11" fmla="*/ 423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84">
                    <a:moveTo>
                      <a:pt x="0" y="0"/>
                    </a:moveTo>
                    <a:cubicBezTo>
                      <a:pt x="4" y="10"/>
                      <a:pt x="3" y="20"/>
                      <a:pt x="13" y="27"/>
                    </a:cubicBezTo>
                    <a:cubicBezTo>
                      <a:pt x="22" y="34"/>
                      <a:pt x="27" y="36"/>
                      <a:pt x="27" y="49"/>
                    </a:cubicBezTo>
                    <a:cubicBezTo>
                      <a:pt x="27" y="51"/>
                      <a:pt x="26" y="56"/>
                      <a:pt x="26" y="58"/>
                    </a:cubicBezTo>
                    <a:cubicBezTo>
                      <a:pt x="27" y="61"/>
                      <a:pt x="30" y="62"/>
                      <a:pt x="31" y="65"/>
                    </a:cubicBezTo>
                    <a:cubicBezTo>
                      <a:pt x="33" y="71"/>
                      <a:pt x="28" y="79"/>
                      <a:pt x="29" y="8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5" name="Freeform 82">
                <a:extLst>
                  <a:ext uri="{FF2B5EF4-FFF2-40B4-BE49-F238E27FC236}">
                    <a16:creationId xmlns:a16="http://schemas.microsoft.com/office/drawing/2014/main" id="{26BEBD9D-78E7-45EC-815C-BA8554FC2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2228"/>
                <a:ext cx="31" cy="60"/>
              </a:xfrm>
              <a:custGeom>
                <a:avLst/>
                <a:gdLst>
                  <a:gd name="T0" fmla="*/ 13 w 19"/>
                  <a:gd name="T1" fmla="*/ 0 h 35"/>
                  <a:gd name="T2" fmla="*/ 21 w 19"/>
                  <a:gd name="T3" fmla="*/ 111 h 35"/>
                  <a:gd name="T4" fmla="*/ 83 w 19"/>
                  <a:gd name="T5" fmla="*/ 17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5">
                    <a:moveTo>
                      <a:pt x="3" y="0"/>
                    </a:moveTo>
                    <a:cubicBezTo>
                      <a:pt x="2" y="7"/>
                      <a:pt x="0" y="16"/>
                      <a:pt x="5" y="22"/>
                    </a:cubicBezTo>
                    <a:cubicBezTo>
                      <a:pt x="9" y="27"/>
                      <a:pt x="15" y="30"/>
                      <a:pt x="19" y="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6" name="Freeform 83">
                <a:extLst>
                  <a:ext uri="{FF2B5EF4-FFF2-40B4-BE49-F238E27FC236}">
                    <a16:creationId xmlns:a16="http://schemas.microsoft.com/office/drawing/2014/main" id="{0ECFAB61-909A-46A9-BD09-2565F58EC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118"/>
                <a:ext cx="39" cy="27"/>
              </a:xfrm>
              <a:custGeom>
                <a:avLst/>
                <a:gdLst>
                  <a:gd name="T0" fmla="*/ 0 w 24"/>
                  <a:gd name="T1" fmla="*/ 20 h 16"/>
                  <a:gd name="T2" fmla="*/ 102 w 24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4"/>
                    </a:moveTo>
                    <a:cubicBezTo>
                      <a:pt x="8" y="0"/>
                      <a:pt x="20" y="8"/>
                      <a:pt x="24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7" name="Freeform 84">
                <a:extLst>
                  <a:ext uri="{FF2B5EF4-FFF2-40B4-BE49-F238E27FC236}">
                    <a16:creationId xmlns:a16="http://schemas.microsoft.com/office/drawing/2014/main" id="{BA909D1B-674A-4E4F-9419-5ADBA2D00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2125"/>
                <a:ext cx="56" cy="31"/>
              </a:xfrm>
              <a:custGeom>
                <a:avLst/>
                <a:gdLst>
                  <a:gd name="T0" fmla="*/ 0 w 35"/>
                  <a:gd name="T1" fmla="*/ 91 h 18"/>
                  <a:gd name="T2" fmla="*/ 90 w 35"/>
                  <a:gd name="T3" fmla="*/ 9 h 18"/>
                  <a:gd name="T4" fmla="*/ 144 w 35"/>
                  <a:gd name="T5" fmla="*/ 5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8">
                    <a:moveTo>
                      <a:pt x="0" y="18"/>
                    </a:moveTo>
                    <a:cubicBezTo>
                      <a:pt x="7" y="13"/>
                      <a:pt x="12" y="0"/>
                      <a:pt x="22" y="2"/>
                    </a:cubicBezTo>
                    <a:cubicBezTo>
                      <a:pt x="28" y="2"/>
                      <a:pt x="31" y="8"/>
                      <a:pt x="35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8" name="Freeform 85">
                <a:extLst>
                  <a:ext uri="{FF2B5EF4-FFF2-40B4-BE49-F238E27FC236}">
                    <a16:creationId xmlns:a16="http://schemas.microsoft.com/office/drawing/2014/main" id="{C540072C-CC4C-4BDE-AF65-D9422939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077"/>
                <a:ext cx="87" cy="22"/>
              </a:xfrm>
              <a:custGeom>
                <a:avLst/>
                <a:gdLst>
                  <a:gd name="T0" fmla="*/ 0 w 54"/>
                  <a:gd name="T1" fmla="*/ 34 h 13"/>
                  <a:gd name="T2" fmla="*/ 135 w 54"/>
                  <a:gd name="T3" fmla="*/ 8 h 13"/>
                  <a:gd name="T4" fmla="*/ 226 w 54"/>
                  <a:gd name="T5" fmla="*/ 6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3">
                    <a:moveTo>
                      <a:pt x="0" y="7"/>
                    </a:moveTo>
                    <a:cubicBezTo>
                      <a:pt x="11" y="4"/>
                      <a:pt x="20" y="0"/>
                      <a:pt x="32" y="2"/>
                    </a:cubicBezTo>
                    <a:cubicBezTo>
                      <a:pt x="36" y="3"/>
                      <a:pt x="54" y="8"/>
                      <a:pt x="54" y="1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9" name="Freeform 86">
                <a:extLst>
                  <a:ext uri="{FF2B5EF4-FFF2-40B4-BE49-F238E27FC236}">
                    <a16:creationId xmlns:a16="http://schemas.microsoft.com/office/drawing/2014/main" id="{85401A00-B449-4ED8-A5C7-19C4EDF2C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097"/>
                <a:ext cx="55" cy="12"/>
              </a:xfrm>
              <a:custGeom>
                <a:avLst/>
                <a:gdLst>
                  <a:gd name="T0" fmla="*/ 0 w 34"/>
                  <a:gd name="T1" fmla="*/ 29 h 7"/>
                  <a:gd name="T2" fmla="*/ 144 w 34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7">
                    <a:moveTo>
                      <a:pt x="0" y="6"/>
                    </a:moveTo>
                    <a:cubicBezTo>
                      <a:pt x="9" y="1"/>
                      <a:pt x="26" y="0"/>
                      <a:pt x="34" y="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0" name="Freeform 87">
                <a:extLst>
                  <a:ext uri="{FF2B5EF4-FFF2-40B4-BE49-F238E27FC236}">
                    <a16:creationId xmlns:a16="http://schemas.microsoft.com/office/drawing/2014/main" id="{70903CBB-81F7-4FE3-980B-14880EE05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171"/>
                <a:ext cx="54" cy="41"/>
              </a:xfrm>
              <a:custGeom>
                <a:avLst/>
                <a:gdLst>
                  <a:gd name="T0" fmla="*/ 13 w 34"/>
                  <a:gd name="T1" fmla="*/ 0 h 24"/>
                  <a:gd name="T2" fmla="*/ 137 w 34"/>
                  <a:gd name="T3" fmla="*/ 12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3" y="0"/>
                    </a:moveTo>
                    <a:cubicBezTo>
                      <a:pt x="0" y="17"/>
                      <a:pt x="22" y="24"/>
                      <a:pt x="34" y="2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1" name="Freeform 88">
                <a:extLst>
                  <a:ext uri="{FF2B5EF4-FFF2-40B4-BE49-F238E27FC236}">
                    <a16:creationId xmlns:a16="http://schemas.microsoft.com/office/drawing/2014/main" id="{32632E40-B1DA-4562-85D5-74EF810F5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197"/>
                <a:ext cx="32" cy="31"/>
              </a:xfrm>
              <a:custGeom>
                <a:avLst/>
                <a:gdLst>
                  <a:gd name="T0" fmla="*/ 8 w 20"/>
                  <a:gd name="T1" fmla="*/ 0 h 18"/>
                  <a:gd name="T2" fmla="*/ 82 w 20"/>
                  <a:gd name="T3" fmla="*/ 8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2" y="0"/>
                    </a:moveTo>
                    <a:cubicBezTo>
                      <a:pt x="0" y="12"/>
                      <a:pt x="9" y="18"/>
                      <a:pt x="20" y="1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2" name="Freeform 89">
                <a:extLst>
                  <a:ext uri="{FF2B5EF4-FFF2-40B4-BE49-F238E27FC236}">
                    <a16:creationId xmlns:a16="http://schemas.microsoft.com/office/drawing/2014/main" id="{DB26652C-2F4F-4885-BFD7-C3C7F47DD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150"/>
                <a:ext cx="16" cy="33"/>
              </a:xfrm>
              <a:custGeom>
                <a:avLst/>
                <a:gdLst>
                  <a:gd name="T0" fmla="*/ 0 w 10"/>
                  <a:gd name="T1" fmla="*/ 0 h 19"/>
                  <a:gd name="T2" fmla="*/ 34 w 10"/>
                  <a:gd name="T3" fmla="*/ 9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10" y="2"/>
                      <a:pt x="9" y="11"/>
                      <a:pt x="8" y="1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3" name="Freeform 90">
                <a:extLst>
                  <a:ext uri="{FF2B5EF4-FFF2-40B4-BE49-F238E27FC236}">
                    <a16:creationId xmlns:a16="http://schemas.microsoft.com/office/drawing/2014/main" id="{F4443C3A-914E-458C-95D0-1C2A955E4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166"/>
                <a:ext cx="23" cy="5"/>
              </a:xfrm>
              <a:custGeom>
                <a:avLst/>
                <a:gdLst>
                  <a:gd name="T0" fmla="*/ 0 w 14"/>
                  <a:gd name="T1" fmla="*/ 5 h 3"/>
                  <a:gd name="T2" fmla="*/ 62 w 1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1"/>
                    </a:moveTo>
                    <a:cubicBezTo>
                      <a:pt x="2" y="3"/>
                      <a:pt x="10" y="0"/>
                      <a:pt x="14" y="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4" name="Freeform 91">
                <a:extLst>
                  <a:ext uri="{FF2B5EF4-FFF2-40B4-BE49-F238E27FC236}">
                    <a16:creationId xmlns:a16="http://schemas.microsoft.com/office/drawing/2014/main" id="{1EA32897-8970-4BFA-8F79-72544BB04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097"/>
                <a:ext cx="65" cy="31"/>
              </a:xfrm>
              <a:custGeom>
                <a:avLst/>
                <a:gdLst>
                  <a:gd name="T0" fmla="*/ 0 w 40"/>
                  <a:gd name="T1" fmla="*/ 41 h 18"/>
                  <a:gd name="T2" fmla="*/ 172 w 40"/>
                  <a:gd name="T3" fmla="*/ 9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0" y="8"/>
                    </a:moveTo>
                    <a:cubicBezTo>
                      <a:pt x="14" y="0"/>
                      <a:pt x="30" y="7"/>
                      <a:pt x="40" y="18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5" name="Freeform 92">
                <a:extLst>
                  <a:ext uri="{FF2B5EF4-FFF2-40B4-BE49-F238E27FC236}">
                    <a16:creationId xmlns:a16="http://schemas.microsoft.com/office/drawing/2014/main" id="{BC6901FC-8BFA-471E-91B7-1634E4255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120"/>
                <a:ext cx="48" cy="15"/>
              </a:xfrm>
              <a:custGeom>
                <a:avLst/>
                <a:gdLst>
                  <a:gd name="T0" fmla="*/ 0 w 30"/>
                  <a:gd name="T1" fmla="*/ 42 h 9"/>
                  <a:gd name="T2" fmla="*/ 123 w 30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">
                    <a:moveTo>
                      <a:pt x="0" y="9"/>
                    </a:moveTo>
                    <a:cubicBezTo>
                      <a:pt x="6" y="0"/>
                      <a:pt x="22" y="3"/>
                      <a:pt x="30" y="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6" name="Freeform 93">
                <a:extLst>
                  <a:ext uri="{FF2B5EF4-FFF2-40B4-BE49-F238E27FC236}">
                    <a16:creationId xmlns:a16="http://schemas.microsoft.com/office/drawing/2014/main" id="{C59DE489-DE2B-48B1-85EA-6380A1E05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128"/>
                <a:ext cx="72" cy="38"/>
              </a:xfrm>
              <a:custGeom>
                <a:avLst/>
                <a:gdLst>
                  <a:gd name="T0" fmla="*/ 0 w 45"/>
                  <a:gd name="T1" fmla="*/ 57 h 22"/>
                  <a:gd name="T2" fmla="*/ 184 w 45"/>
                  <a:gd name="T3" fmla="*/ 11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0" y="11"/>
                    </a:moveTo>
                    <a:cubicBezTo>
                      <a:pt x="12" y="0"/>
                      <a:pt x="36" y="11"/>
                      <a:pt x="45" y="2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7" name="Freeform 94">
                <a:extLst>
                  <a:ext uri="{FF2B5EF4-FFF2-40B4-BE49-F238E27FC236}">
                    <a16:creationId xmlns:a16="http://schemas.microsoft.com/office/drawing/2014/main" id="{7FA72AEA-D000-4C71-B519-5CB6E6C15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166"/>
                <a:ext cx="42" cy="17"/>
              </a:xfrm>
              <a:custGeom>
                <a:avLst/>
                <a:gdLst>
                  <a:gd name="T0" fmla="*/ 0 w 26"/>
                  <a:gd name="T1" fmla="*/ 15 h 10"/>
                  <a:gd name="T2" fmla="*/ 110 w 26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3"/>
                    </a:moveTo>
                    <a:cubicBezTo>
                      <a:pt x="7" y="0"/>
                      <a:pt x="22" y="2"/>
                      <a:pt x="26" y="1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8" name="Freeform 95">
                <a:extLst>
                  <a:ext uri="{FF2B5EF4-FFF2-40B4-BE49-F238E27FC236}">
                    <a16:creationId xmlns:a16="http://schemas.microsoft.com/office/drawing/2014/main" id="{B0B8DCA1-4387-4D2E-AB7D-38A08287F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283"/>
                <a:ext cx="57" cy="20"/>
              </a:xfrm>
              <a:custGeom>
                <a:avLst/>
                <a:gdLst>
                  <a:gd name="T0" fmla="*/ 0 w 35"/>
                  <a:gd name="T1" fmla="*/ 8 h 12"/>
                  <a:gd name="T2" fmla="*/ 151 w 3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2">
                    <a:moveTo>
                      <a:pt x="0" y="2"/>
                    </a:moveTo>
                    <a:cubicBezTo>
                      <a:pt x="10" y="10"/>
                      <a:pt x="27" y="12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9" name="Freeform 96">
                <a:extLst>
                  <a:ext uri="{FF2B5EF4-FFF2-40B4-BE49-F238E27FC236}">
                    <a16:creationId xmlns:a16="http://schemas.microsoft.com/office/drawing/2014/main" id="{CE832177-3025-4468-896C-093F29EE5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264"/>
                <a:ext cx="55" cy="26"/>
              </a:xfrm>
              <a:custGeom>
                <a:avLst/>
                <a:gdLst>
                  <a:gd name="T0" fmla="*/ 0 w 34"/>
                  <a:gd name="T1" fmla="*/ 0 h 15"/>
                  <a:gd name="T2" fmla="*/ 144 w 34"/>
                  <a:gd name="T3" fmla="*/ 4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0"/>
                    </a:moveTo>
                    <a:cubicBezTo>
                      <a:pt x="2" y="15"/>
                      <a:pt x="25" y="14"/>
                      <a:pt x="34" y="8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0" name="Freeform 97">
                <a:extLst>
                  <a:ext uri="{FF2B5EF4-FFF2-40B4-BE49-F238E27FC236}">
                    <a16:creationId xmlns:a16="http://schemas.microsoft.com/office/drawing/2014/main" id="{5220806D-B7E3-4D76-9948-E62C6E138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219"/>
                <a:ext cx="53" cy="19"/>
              </a:xfrm>
              <a:custGeom>
                <a:avLst/>
                <a:gdLst>
                  <a:gd name="T0" fmla="*/ 0 w 33"/>
                  <a:gd name="T1" fmla="*/ 29 h 11"/>
                  <a:gd name="T2" fmla="*/ 137 w 33"/>
                  <a:gd name="T3" fmla="*/ 5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6"/>
                    </a:moveTo>
                    <a:cubicBezTo>
                      <a:pt x="8" y="1"/>
                      <a:pt x="29" y="0"/>
                      <a:pt x="33" y="1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1" name="Freeform 98">
                <a:extLst>
                  <a:ext uri="{FF2B5EF4-FFF2-40B4-BE49-F238E27FC236}">
                    <a16:creationId xmlns:a16="http://schemas.microsoft.com/office/drawing/2014/main" id="{879938CC-E7FE-4590-BC1D-A781ED47B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33"/>
                <a:ext cx="40" cy="10"/>
              </a:xfrm>
              <a:custGeom>
                <a:avLst/>
                <a:gdLst>
                  <a:gd name="T0" fmla="*/ 0 w 25"/>
                  <a:gd name="T1" fmla="*/ 28 h 6"/>
                  <a:gd name="T2" fmla="*/ 102 w 25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">
                    <a:moveTo>
                      <a:pt x="0" y="6"/>
                    </a:moveTo>
                    <a:cubicBezTo>
                      <a:pt x="6" y="0"/>
                      <a:pt x="19" y="0"/>
                      <a:pt x="25" y="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2" name="Freeform 99">
                <a:extLst>
                  <a:ext uri="{FF2B5EF4-FFF2-40B4-BE49-F238E27FC236}">
                    <a16:creationId xmlns:a16="http://schemas.microsoft.com/office/drawing/2014/main" id="{BA65AF20-2849-437A-860A-4BECFAD8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16"/>
                <a:ext cx="16" cy="46"/>
              </a:xfrm>
              <a:custGeom>
                <a:avLst/>
                <a:gdLst>
                  <a:gd name="T0" fmla="*/ 0 w 10"/>
                  <a:gd name="T1" fmla="*/ 0 h 27"/>
                  <a:gd name="T2" fmla="*/ 5 w 10"/>
                  <a:gd name="T3" fmla="*/ 1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7">
                    <a:moveTo>
                      <a:pt x="0" y="0"/>
                    </a:moveTo>
                    <a:cubicBezTo>
                      <a:pt x="9" y="5"/>
                      <a:pt x="10" y="22"/>
                      <a:pt x="1" y="2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3" name="Freeform 100">
                <a:extLst>
                  <a:ext uri="{FF2B5EF4-FFF2-40B4-BE49-F238E27FC236}">
                    <a16:creationId xmlns:a16="http://schemas.microsoft.com/office/drawing/2014/main" id="{9F05B076-F8FA-422F-A8A9-01D34D994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248"/>
                <a:ext cx="21" cy="12"/>
              </a:xfrm>
              <a:custGeom>
                <a:avLst/>
                <a:gdLst>
                  <a:gd name="T0" fmla="*/ 0 w 13"/>
                  <a:gd name="T1" fmla="*/ 0 h 7"/>
                  <a:gd name="T2" fmla="*/ 55 w 13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5" y="0"/>
                      <a:pt x="10" y="2"/>
                      <a:pt x="13" y="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4" name="Freeform 101">
                <a:extLst>
                  <a:ext uri="{FF2B5EF4-FFF2-40B4-BE49-F238E27FC236}">
                    <a16:creationId xmlns:a16="http://schemas.microsoft.com/office/drawing/2014/main" id="{8B48CEBE-0FD2-4274-B23C-523A350E0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240"/>
                <a:ext cx="38" cy="36"/>
              </a:xfrm>
              <a:custGeom>
                <a:avLst/>
                <a:gdLst>
                  <a:gd name="T0" fmla="*/ 95 w 24"/>
                  <a:gd name="T1" fmla="*/ 0 h 21"/>
                  <a:gd name="T2" fmla="*/ 0 w 24"/>
                  <a:gd name="T3" fmla="*/ 10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cubicBezTo>
                      <a:pt x="24" y="17"/>
                      <a:pt x="14" y="18"/>
                      <a:pt x="0" y="2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5" name="Freeform 102">
                <a:extLst>
                  <a:ext uri="{FF2B5EF4-FFF2-40B4-BE49-F238E27FC236}">
                    <a16:creationId xmlns:a16="http://schemas.microsoft.com/office/drawing/2014/main" id="{E4834DCB-F303-4D90-8FFB-FF6CBE85E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219"/>
                <a:ext cx="23" cy="26"/>
              </a:xfrm>
              <a:custGeom>
                <a:avLst/>
                <a:gdLst>
                  <a:gd name="T0" fmla="*/ 49 w 14"/>
                  <a:gd name="T1" fmla="*/ 0 h 15"/>
                  <a:gd name="T2" fmla="*/ 0 w 14"/>
                  <a:gd name="T3" fmla="*/ 7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11" y="0"/>
                    </a:moveTo>
                    <a:cubicBezTo>
                      <a:pt x="14" y="8"/>
                      <a:pt x="8" y="15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6" name="Freeform 103">
                <a:extLst>
                  <a:ext uri="{FF2B5EF4-FFF2-40B4-BE49-F238E27FC236}">
                    <a16:creationId xmlns:a16="http://schemas.microsoft.com/office/drawing/2014/main" id="{850DBD29-4DA1-47E6-8208-730F39BEF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187"/>
                <a:ext cx="53" cy="18"/>
              </a:xfrm>
              <a:custGeom>
                <a:avLst/>
                <a:gdLst>
                  <a:gd name="T0" fmla="*/ 0 w 33"/>
                  <a:gd name="T1" fmla="*/ 8 h 11"/>
                  <a:gd name="T2" fmla="*/ 137 w 33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2"/>
                    </a:moveTo>
                    <a:cubicBezTo>
                      <a:pt x="11" y="0"/>
                      <a:pt x="24" y="0"/>
                      <a:pt x="33" y="1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7" name="Freeform 104">
                <a:extLst>
                  <a:ext uri="{FF2B5EF4-FFF2-40B4-BE49-F238E27FC236}">
                    <a16:creationId xmlns:a16="http://schemas.microsoft.com/office/drawing/2014/main" id="{87C79D0C-F3B8-47A8-B314-53F26D696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200"/>
                <a:ext cx="23" cy="11"/>
              </a:xfrm>
              <a:custGeom>
                <a:avLst/>
                <a:gdLst>
                  <a:gd name="T0" fmla="*/ 0 w 14"/>
                  <a:gd name="T1" fmla="*/ 37 h 6"/>
                  <a:gd name="T2" fmla="*/ 62 w 14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4" y="0"/>
                      <a:pt x="8" y="0"/>
                      <a:pt x="14" y="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8" name="Freeform 105">
                <a:extLst>
                  <a:ext uri="{FF2B5EF4-FFF2-40B4-BE49-F238E27FC236}">
                    <a16:creationId xmlns:a16="http://schemas.microsoft.com/office/drawing/2014/main" id="{15C04C8E-D94C-4949-BE1C-2F3D640F5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212"/>
                <a:ext cx="12" cy="26"/>
              </a:xfrm>
              <a:custGeom>
                <a:avLst/>
                <a:gdLst>
                  <a:gd name="T0" fmla="*/ 9 w 7"/>
                  <a:gd name="T1" fmla="*/ 0 h 15"/>
                  <a:gd name="T2" fmla="*/ 36 w 7"/>
                  <a:gd name="T3" fmla="*/ 7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2" y="0"/>
                    </a:moveTo>
                    <a:cubicBezTo>
                      <a:pt x="0" y="6"/>
                      <a:pt x="2" y="12"/>
                      <a:pt x="7" y="1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9" name="Freeform 106">
                <a:extLst>
                  <a:ext uri="{FF2B5EF4-FFF2-40B4-BE49-F238E27FC236}">
                    <a16:creationId xmlns:a16="http://schemas.microsoft.com/office/drawing/2014/main" id="{9A9CE493-C1C3-431C-BEB6-76AF9426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231"/>
                <a:ext cx="14" cy="5"/>
              </a:xfrm>
              <a:custGeom>
                <a:avLst/>
                <a:gdLst>
                  <a:gd name="T0" fmla="*/ 34 w 9"/>
                  <a:gd name="T1" fmla="*/ 5 h 3"/>
                  <a:gd name="T2" fmla="*/ 0 w 9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1"/>
                    </a:move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0" name="Freeform 107">
                <a:extLst>
                  <a:ext uri="{FF2B5EF4-FFF2-40B4-BE49-F238E27FC236}">
                    <a16:creationId xmlns:a16="http://schemas.microsoft.com/office/drawing/2014/main" id="{222531C7-453B-45CB-A8F6-442F42E8A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489"/>
                <a:ext cx="63" cy="19"/>
              </a:xfrm>
              <a:custGeom>
                <a:avLst/>
                <a:gdLst>
                  <a:gd name="T0" fmla="*/ 0 w 39"/>
                  <a:gd name="T1" fmla="*/ 0 h 11"/>
                  <a:gd name="T2" fmla="*/ 165 w 39"/>
                  <a:gd name="T3" fmla="*/ 2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1">
                    <a:moveTo>
                      <a:pt x="0" y="0"/>
                    </a:moveTo>
                    <a:cubicBezTo>
                      <a:pt x="5" y="11"/>
                      <a:pt x="29" y="10"/>
                      <a:pt x="39" y="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1" name="Freeform 108">
                <a:extLst>
                  <a:ext uri="{FF2B5EF4-FFF2-40B4-BE49-F238E27FC236}">
                    <a16:creationId xmlns:a16="http://schemas.microsoft.com/office/drawing/2014/main" id="{BCCC851C-A459-417C-9AC7-ABFD2541C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487"/>
                <a:ext cx="32" cy="34"/>
              </a:xfrm>
              <a:custGeom>
                <a:avLst/>
                <a:gdLst>
                  <a:gd name="T0" fmla="*/ 0 w 20"/>
                  <a:gd name="T1" fmla="*/ 0 h 20"/>
                  <a:gd name="T2" fmla="*/ 82 w 20"/>
                  <a:gd name="T3" fmla="*/ 9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0">
                    <a:moveTo>
                      <a:pt x="0" y="0"/>
                    </a:moveTo>
                    <a:cubicBezTo>
                      <a:pt x="0" y="12"/>
                      <a:pt x="9" y="18"/>
                      <a:pt x="20" y="2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2" name="Freeform 109">
                <a:extLst>
                  <a:ext uri="{FF2B5EF4-FFF2-40B4-BE49-F238E27FC236}">
                    <a16:creationId xmlns:a16="http://schemas.microsoft.com/office/drawing/2014/main" id="{61B4CB50-C393-46E7-B4B1-B4D98E387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382"/>
                <a:ext cx="56" cy="23"/>
              </a:xfrm>
              <a:custGeom>
                <a:avLst/>
                <a:gdLst>
                  <a:gd name="T0" fmla="*/ 0 w 35"/>
                  <a:gd name="T1" fmla="*/ 73 h 13"/>
                  <a:gd name="T2" fmla="*/ 144 w 35"/>
                  <a:gd name="T3" fmla="*/ 6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13"/>
                    </a:moveTo>
                    <a:cubicBezTo>
                      <a:pt x="6" y="0"/>
                      <a:pt x="27" y="4"/>
                      <a:pt x="35" y="1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3" name="Freeform 110">
                <a:extLst>
                  <a:ext uri="{FF2B5EF4-FFF2-40B4-BE49-F238E27FC236}">
                    <a16:creationId xmlns:a16="http://schemas.microsoft.com/office/drawing/2014/main" id="{C20DDEDB-9C54-4779-AA0A-C2B16DA42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398"/>
                <a:ext cx="47" cy="17"/>
              </a:xfrm>
              <a:custGeom>
                <a:avLst/>
                <a:gdLst>
                  <a:gd name="T0" fmla="*/ 0 w 29"/>
                  <a:gd name="T1" fmla="*/ 49 h 10"/>
                  <a:gd name="T2" fmla="*/ 123 w 29"/>
                  <a:gd name="T3" fmla="*/ 2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0">
                    <a:moveTo>
                      <a:pt x="0" y="10"/>
                    </a:moveTo>
                    <a:cubicBezTo>
                      <a:pt x="7" y="2"/>
                      <a:pt x="20" y="0"/>
                      <a:pt x="29" y="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4" name="Freeform 111">
                <a:extLst>
                  <a:ext uri="{FF2B5EF4-FFF2-40B4-BE49-F238E27FC236}">
                    <a16:creationId xmlns:a16="http://schemas.microsoft.com/office/drawing/2014/main" id="{5BE6BBB3-47B4-4494-8B66-7C668ECB0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530"/>
                <a:ext cx="60" cy="26"/>
              </a:xfrm>
              <a:custGeom>
                <a:avLst/>
                <a:gdLst>
                  <a:gd name="T0" fmla="*/ 0 w 37"/>
                  <a:gd name="T1" fmla="*/ 0 h 15"/>
                  <a:gd name="T2" fmla="*/ 157 w 37"/>
                  <a:gd name="T3" fmla="*/ 4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0" y="0"/>
                    </a:moveTo>
                    <a:cubicBezTo>
                      <a:pt x="3" y="13"/>
                      <a:pt x="28" y="15"/>
                      <a:pt x="37" y="8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5" name="Freeform 112">
                <a:extLst>
                  <a:ext uri="{FF2B5EF4-FFF2-40B4-BE49-F238E27FC236}">
                    <a16:creationId xmlns:a16="http://schemas.microsoft.com/office/drawing/2014/main" id="{DBC8BC40-28B1-4A9F-8108-6CDF2927A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532"/>
                <a:ext cx="36" cy="27"/>
              </a:xfrm>
              <a:custGeom>
                <a:avLst/>
                <a:gdLst>
                  <a:gd name="T0" fmla="*/ 0 w 22"/>
                  <a:gd name="T1" fmla="*/ 0 h 16"/>
                  <a:gd name="T2" fmla="*/ 97 w 22"/>
                  <a:gd name="T3" fmla="*/ 7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cubicBezTo>
                      <a:pt x="3" y="10"/>
                      <a:pt x="11" y="16"/>
                      <a:pt x="22" y="1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6" name="Freeform 113">
                <a:extLst>
                  <a:ext uri="{FF2B5EF4-FFF2-40B4-BE49-F238E27FC236}">
                    <a16:creationId xmlns:a16="http://schemas.microsoft.com/office/drawing/2014/main" id="{AD4BBBA7-BF84-4230-8A23-085FE537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484"/>
                <a:ext cx="39" cy="37"/>
              </a:xfrm>
              <a:custGeom>
                <a:avLst/>
                <a:gdLst>
                  <a:gd name="T0" fmla="*/ 0 w 24"/>
                  <a:gd name="T1" fmla="*/ 0 h 22"/>
                  <a:gd name="T2" fmla="*/ 54 w 24"/>
                  <a:gd name="T3" fmla="*/ 8 h 22"/>
                  <a:gd name="T4" fmla="*/ 98 w 24"/>
                  <a:gd name="T5" fmla="*/ 10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0" y="0"/>
                    </a:moveTo>
                    <a:cubicBezTo>
                      <a:pt x="4" y="1"/>
                      <a:pt x="8" y="1"/>
                      <a:pt x="12" y="2"/>
                    </a:cubicBezTo>
                    <a:cubicBezTo>
                      <a:pt x="21" y="6"/>
                      <a:pt x="24" y="13"/>
                      <a:pt x="23" y="2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7" name="Freeform 114">
                <a:extLst>
                  <a:ext uri="{FF2B5EF4-FFF2-40B4-BE49-F238E27FC236}">
                    <a16:creationId xmlns:a16="http://schemas.microsoft.com/office/drawing/2014/main" id="{4005EF6C-64D2-4426-A2E7-B9DCA2633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506"/>
                <a:ext cx="27" cy="10"/>
              </a:xfrm>
              <a:custGeom>
                <a:avLst/>
                <a:gdLst>
                  <a:gd name="T0" fmla="*/ 0 w 17"/>
                  <a:gd name="T1" fmla="*/ 5 h 6"/>
                  <a:gd name="T2" fmla="*/ 68 w 17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1"/>
                    </a:moveTo>
                    <a:cubicBezTo>
                      <a:pt x="6" y="0"/>
                      <a:pt x="12" y="1"/>
                      <a:pt x="17" y="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8" name="Freeform 115">
                <a:extLst>
                  <a:ext uri="{FF2B5EF4-FFF2-40B4-BE49-F238E27FC236}">
                    <a16:creationId xmlns:a16="http://schemas.microsoft.com/office/drawing/2014/main" id="{DC0C545C-7665-478B-A325-7D37C447F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9"/>
                <a:ext cx="59" cy="22"/>
              </a:xfrm>
              <a:custGeom>
                <a:avLst/>
                <a:gdLst>
                  <a:gd name="T0" fmla="*/ 0 w 37"/>
                  <a:gd name="T1" fmla="*/ 63 h 13"/>
                  <a:gd name="T2" fmla="*/ 150 w 37"/>
                  <a:gd name="T3" fmla="*/ 4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3">
                    <a:moveTo>
                      <a:pt x="0" y="13"/>
                    </a:moveTo>
                    <a:cubicBezTo>
                      <a:pt x="7" y="0"/>
                      <a:pt x="27" y="3"/>
                      <a:pt x="37" y="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9" name="Freeform 116">
                <a:extLst>
                  <a:ext uri="{FF2B5EF4-FFF2-40B4-BE49-F238E27FC236}">
                    <a16:creationId xmlns:a16="http://schemas.microsoft.com/office/drawing/2014/main" id="{E04F0AEB-F036-4837-866A-69013566C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439"/>
                <a:ext cx="38" cy="14"/>
              </a:xfrm>
              <a:custGeom>
                <a:avLst/>
                <a:gdLst>
                  <a:gd name="T0" fmla="*/ 0 w 24"/>
                  <a:gd name="T1" fmla="*/ 44 h 8"/>
                  <a:gd name="T2" fmla="*/ 95 w 24"/>
                  <a:gd name="T3" fmla="*/ 2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cubicBezTo>
                      <a:pt x="6" y="1"/>
                      <a:pt x="15" y="0"/>
                      <a:pt x="24" y="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0" name="Freeform 117">
                <a:extLst>
                  <a:ext uri="{FF2B5EF4-FFF2-40B4-BE49-F238E27FC236}">
                    <a16:creationId xmlns:a16="http://schemas.microsoft.com/office/drawing/2014/main" id="{3D96BD9B-3D04-48FC-8EC5-DD755E1DD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563"/>
                <a:ext cx="53" cy="15"/>
              </a:xfrm>
              <a:custGeom>
                <a:avLst/>
                <a:gdLst>
                  <a:gd name="T0" fmla="*/ 0 w 33"/>
                  <a:gd name="T1" fmla="*/ 0 h 9"/>
                  <a:gd name="T2" fmla="*/ 35 w 33"/>
                  <a:gd name="T3" fmla="*/ 33 h 9"/>
                  <a:gd name="T4" fmla="*/ 137 w 33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9">
                    <a:moveTo>
                      <a:pt x="0" y="0"/>
                    </a:moveTo>
                    <a:cubicBezTo>
                      <a:pt x="0" y="3"/>
                      <a:pt x="6" y="6"/>
                      <a:pt x="9" y="7"/>
                    </a:cubicBezTo>
                    <a:cubicBezTo>
                      <a:pt x="17" y="9"/>
                      <a:pt x="28" y="8"/>
                      <a:pt x="33" y="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1" name="Freeform 118">
                <a:extLst>
                  <a:ext uri="{FF2B5EF4-FFF2-40B4-BE49-F238E27FC236}">
                    <a16:creationId xmlns:a16="http://schemas.microsoft.com/office/drawing/2014/main" id="{1DFC90CB-2FD0-4B03-A10F-A88B60956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556"/>
                <a:ext cx="49" cy="26"/>
              </a:xfrm>
              <a:custGeom>
                <a:avLst/>
                <a:gdLst>
                  <a:gd name="T0" fmla="*/ 0 w 31"/>
                  <a:gd name="T1" fmla="*/ 0 h 15"/>
                  <a:gd name="T2" fmla="*/ 122 w 31"/>
                  <a:gd name="T3" fmla="*/ 5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5">
                    <a:moveTo>
                      <a:pt x="0" y="0"/>
                    </a:moveTo>
                    <a:cubicBezTo>
                      <a:pt x="5" y="13"/>
                      <a:pt x="19" y="15"/>
                      <a:pt x="31" y="1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2" name="Freeform 119">
                <a:extLst>
                  <a:ext uri="{FF2B5EF4-FFF2-40B4-BE49-F238E27FC236}">
                    <a16:creationId xmlns:a16="http://schemas.microsoft.com/office/drawing/2014/main" id="{5A053B5E-49D6-4B86-B7A3-77265D3B8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566"/>
                <a:ext cx="36" cy="22"/>
              </a:xfrm>
              <a:custGeom>
                <a:avLst/>
                <a:gdLst>
                  <a:gd name="T0" fmla="*/ 8 w 22"/>
                  <a:gd name="T1" fmla="*/ 0 h 13"/>
                  <a:gd name="T2" fmla="*/ 97 w 22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3">
                    <a:moveTo>
                      <a:pt x="2" y="0"/>
                    </a:moveTo>
                    <a:cubicBezTo>
                      <a:pt x="0" y="11"/>
                      <a:pt x="15" y="13"/>
                      <a:pt x="22" y="1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3" name="Freeform 120">
                <a:extLst>
                  <a:ext uri="{FF2B5EF4-FFF2-40B4-BE49-F238E27FC236}">
                    <a16:creationId xmlns:a16="http://schemas.microsoft.com/office/drawing/2014/main" id="{2FD023C6-EFC7-40DE-B1D1-5598D3175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482"/>
                <a:ext cx="33" cy="50"/>
              </a:xfrm>
              <a:custGeom>
                <a:avLst/>
                <a:gdLst>
                  <a:gd name="T0" fmla="*/ 0 w 21"/>
                  <a:gd name="T1" fmla="*/ 0 h 29"/>
                  <a:gd name="T2" fmla="*/ 61 w 21"/>
                  <a:gd name="T3" fmla="*/ 48 h 29"/>
                  <a:gd name="T4" fmla="*/ 74 w 21"/>
                  <a:gd name="T5" fmla="*/ 14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9">
                    <a:moveTo>
                      <a:pt x="0" y="0"/>
                    </a:moveTo>
                    <a:cubicBezTo>
                      <a:pt x="6" y="2"/>
                      <a:pt x="12" y="4"/>
                      <a:pt x="16" y="9"/>
                    </a:cubicBezTo>
                    <a:cubicBezTo>
                      <a:pt x="21" y="15"/>
                      <a:pt x="19" y="21"/>
                      <a:pt x="19" y="2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4" name="Freeform 121">
                <a:extLst>
                  <a:ext uri="{FF2B5EF4-FFF2-40B4-BE49-F238E27FC236}">
                    <a16:creationId xmlns:a16="http://schemas.microsoft.com/office/drawing/2014/main" id="{41D3BCC7-6FA4-41AB-A6A6-981435D1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532"/>
                <a:ext cx="27" cy="27"/>
              </a:xfrm>
              <a:custGeom>
                <a:avLst/>
                <a:gdLst>
                  <a:gd name="T0" fmla="*/ 0 w 17"/>
                  <a:gd name="T1" fmla="*/ 0 h 16"/>
                  <a:gd name="T2" fmla="*/ 64 w 17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9" y="0"/>
                      <a:pt x="17" y="7"/>
                      <a:pt x="16" y="1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5" name="Freeform 122">
                <a:extLst>
                  <a:ext uri="{FF2B5EF4-FFF2-40B4-BE49-F238E27FC236}">
                    <a16:creationId xmlns:a16="http://schemas.microsoft.com/office/drawing/2014/main" id="{F5818F2E-5F92-4661-954A-EAA050873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492"/>
                <a:ext cx="16" cy="26"/>
              </a:xfrm>
              <a:custGeom>
                <a:avLst/>
                <a:gdLst>
                  <a:gd name="T0" fmla="*/ 8 w 10"/>
                  <a:gd name="T1" fmla="*/ 0 h 15"/>
                  <a:gd name="T2" fmla="*/ 42 w 10"/>
                  <a:gd name="T3" fmla="*/ 7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2" y="0"/>
                    </a:moveTo>
                    <a:cubicBezTo>
                      <a:pt x="0" y="6"/>
                      <a:pt x="5" y="12"/>
                      <a:pt x="10" y="1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6" name="Freeform 123">
                <a:extLst>
                  <a:ext uri="{FF2B5EF4-FFF2-40B4-BE49-F238E27FC236}">
                    <a16:creationId xmlns:a16="http://schemas.microsoft.com/office/drawing/2014/main" id="{49681E7C-B0A9-43ED-8246-A1B1F1ABC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506"/>
                <a:ext cx="15" cy="7"/>
              </a:xfrm>
              <a:custGeom>
                <a:avLst/>
                <a:gdLst>
                  <a:gd name="T0" fmla="*/ 42 w 9"/>
                  <a:gd name="T1" fmla="*/ 0 h 4"/>
                  <a:gd name="T2" fmla="*/ 0 w 9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0"/>
                      <a:pt x="2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7" name="Freeform 124">
                <a:extLst>
                  <a:ext uri="{FF2B5EF4-FFF2-40B4-BE49-F238E27FC236}">
                    <a16:creationId xmlns:a16="http://schemas.microsoft.com/office/drawing/2014/main" id="{225FEAD8-1255-4ABC-A4D9-B4F0161A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451"/>
                <a:ext cx="55" cy="31"/>
              </a:xfrm>
              <a:custGeom>
                <a:avLst/>
                <a:gdLst>
                  <a:gd name="T0" fmla="*/ 8 w 34"/>
                  <a:gd name="T1" fmla="*/ 0 h 18"/>
                  <a:gd name="T2" fmla="*/ 144 w 34"/>
                  <a:gd name="T3" fmla="*/ 7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8">
                    <a:moveTo>
                      <a:pt x="2" y="0"/>
                    </a:moveTo>
                    <a:cubicBezTo>
                      <a:pt x="0" y="16"/>
                      <a:pt x="24" y="18"/>
                      <a:pt x="34" y="1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8" name="Freeform 125">
                <a:extLst>
                  <a:ext uri="{FF2B5EF4-FFF2-40B4-BE49-F238E27FC236}">
                    <a16:creationId xmlns:a16="http://schemas.microsoft.com/office/drawing/2014/main" id="{CE5CEAB2-E90D-410A-8A0F-CFDC75549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465"/>
                <a:ext cx="18" cy="19"/>
              </a:xfrm>
              <a:custGeom>
                <a:avLst/>
                <a:gdLst>
                  <a:gd name="T0" fmla="*/ 5 w 11"/>
                  <a:gd name="T1" fmla="*/ 0 h 11"/>
                  <a:gd name="T2" fmla="*/ 47 w 11"/>
                  <a:gd name="T3" fmla="*/ 5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1" y="0"/>
                    </a:moveTo>
                    <a:cubicBezTo>
                      <a:pt x="0" y="6"/>
                      <a:pt x="6" y="11"/>
                      <a:pt x="11" y="1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9" name="Freeform 126">
                <a:extLst>
                  <a:ext uri="{FF2B5EF4-FFF2-40B4-BE49-F238E27FC236}">
                    <a16:creationId xmlns:a16="http://schemas.microsoft.com/office/drawing/2014/main" id="{2F048089-729B-4EEC-A684-35ECFC442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2150"/>
                <a:ext cx="9" cy="9"/>
              </a:xfrm>
              <a:custGeom>
                <a:avLst/>
                <a:gdLst>
                  <a:gd name="T0" fmla="*/ 0 w 6"/>
                  <a:gd name="T1" fmla="*/ 29 h 5"/>
                  <a:gd name="T2" fmla="*/ 2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0" name="Freeform 127">
                <a:extLst>
                  <a:ext uri="{FF2B5EF4-FFF2-40B4-BE49-F238E27FC236}">
                    <a16:creationId xmlns:a16="http://schemas.microsoft.com/office/drawing/2014/main" id="{F2896122-2495-4E8D-BC84-595CF5E70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099"/>
                <a:ext cx="17" cy="15"/>
              </a:xfrm>
              <a:custGeom>
                <a:avLst/>
                <a:gdLst>
                  <a:gd name="T0" fmla="*/ 40 w 11"/>
                  <a:gd name="T1" fmla="*/ 13 h 9"/>
                  <a:gd name="T2" fmla="*/ 19 w 11"/>
                  <a:gd name="T3" fmla="*/ 42 h 9"/>
                  <a:gd name="T4" fmla="*/ 12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3"/>
                    </a:moveTo>
                    <a:cubicBezTo>
                      <a:pt x="9" y="4"/>
                      <a:pt x="8" y="9"/>
                      <a:pt x="5" y="9"/>
                    </a:cubicBezTo>
                    <a:cubicBezTo>
                      <a:pt x="0" y="9"/>
                      <a:pt x="2" y="3"/>
                      <a:pt x="3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1" name="Freeform 128">
                <a:extLst>
                  <a:ext uri="{FF2B5EF4-FFF2-40B4-BE49-F238E27FC236}">
                    <a16:creationId xmlns:a16="http://schemas.microsoft.com/office/drawing/2014/main" id="{7C1E8A5B-5E9A-4D18-B147-242DE6D19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080"/>
                <a:ext cx="24" cy="19"/>
              </a:xfrm>
              <a:custGeom>
                <a:avLst/>
                <a:gdLst>
                  <a:gd name="T0" fmla="*/ 16 w 15"/>
                  <a:gd name="T1" fmla="*/ 9 h 11"/>
                  <a:gd name="T2" fmla="*/ 35 w 1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4" y="2"/>
                    </a:moveTo>
                    <a:cubicBezTo>
                      <a:pt x="0" y="10"/>
                      <a:pt x="15" y="11"/>
                      <a:pt x="9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2" name="Freeform 129">
                <a:extLst>
                  <a:ext uri="{FF2B5EF4-FFF2-40B4-BE49-F238E27FC236}">
                    <a16:creationId xmlns:a16="http://schemas.microsoft.com/office/drawing/2014/main" id="{EB4C2227-CB92-463B-8146-A58F02F16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6"/>
                <a:ext cx="14" cy="32"/>
              </a:xfrm>
              <a:custGeom>
                <a:avLst/>
                <a:gdLst>
                  <a:gd name="T0" fmla="*/ 19 w 9"/>
                  <a:gd name="T1" fmla="*/ 0 h 19"/>
                  <a:gd name="T2" fmla="*/ 30 w 9"/>
                  <a:gd name="T3" fmla="*/ 62 h 19"/>
                  <a:gd name="T4" fmla="*/ 0 w 9"/>
                  <a:gd name="T5" fmla="*/ 4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5" y="0"/>
                    </a:moveTo>
                    <a:cubicBezTo>
                      <a:pt x="4" y="4"/>
                      <a:pt x="9" y="8"/>
                      <a:pt x="8" y="13"/>
                    </a:cubicBezTo>
                    <a:cubicBezTo>
                      <a:pt x="7" y="19"/>
                      <a:pt x="0" y="14"/>
                      <a:pt x="0" y="9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3" name="Freeform 130">
                <a:extLst>
                  <a:ext uri="{FF2B5EF4-FFF2-40B4-BE49-F238E27FC236}">
                    <a16:creationId xmlns:a16="http://schemas.microsoft.com/office/drawing/2014/main" id="{E768ABB9-F990-4429-83B0-104E1A5F1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226"/>
                <a:ext cx="18" cy="24"/>
              </a:xfrm>
              <a:custGeom>
                <a:avLst/>
                <a:gdLst>
                  <a:gd name="T0" fmla="*/ 29 w 11"/>
                  <a:gd name="T1" fmla="*/ 70 h 14"/>
                  <a:gd name="T2" fmla="*/ 41 w 11"/>
                  <a:gd name="T3" fmla="*/ 0 h 14"/>
                  <a:gd name="T4" fmla="*/ 0 w 11"/>
                  <a:gd name="T5" fmla="*/ 5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7" y="14"/>
                    </a:moveTo>
                    <a:cubicBezTo>
                      <a:pt x="7" y="10"/>
                      <a:pt x="11" y="5"/>
                      <a:pt x="9" y="0"/>
                    </a:cubicBezTo>
                    <a:cubicBezTo>
                      <a:pt x="4" y="2"/>
                      <a:pt x="1" y="7"/>
                      <a:pt x="0" y="11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4" name="Freeform 131">
                <a:extLst>
                  <a:ext uri="{FF2B5EF4-FFF2-40B4-BE49-F238E27FC236}">
                    <a16:creationId xmlns:a16="http://schemas.microsoft.com/office/drawing/2014/main" id="{246689FE-63BC-4C8D-9E5A-CF9081A2F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212"/>
                <a:ext cx="29" cy="21"/>
              </a:xfrm>
              <a:custGeom>
                <a:avLst/>
                <a:gdLst>
                  <a:gd name="T0" fmla="*/ 42 w 18"/>
                  <a:gd name="T1" fmla="*/ 0 h 12"/>
                  <a:gd name="T2" fmla="*/ 21 w 18"/>
                  <a:gd name="T3" fmla="*/ 56 h 12"/>
                  <a:gd name="T4" fmla="*/ 76 w 18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10" y="0"/>
                    </a:moveTo>
                    <a:cubicBezTo>
                      <a:pt x="8" y="2"/>
                      <a:pt x="0" y="7"/>
                      <a:pt x="5" y="10"/>
                    </a:cubicBezTo>
                    <a:cubicBezTo>
                      <a:pt x="10" y="12"/>
                      <a:pt x="14" y="6"/>
                      <a:pt x="18" y="6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5" name="Freeform 132">
                <a:extLst>
                  <a:ext uri="{FF2B5EF4-FFF2-40B4-BE49-F238E27FC236}">
                    <a16:creationId xmlns:a16="http://schemas.microsoft.com/office/drawing/2014/main" id="{73F5A2B6-A8D8-4885-A5AD-05F07D7B3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168"/>
                <a:ext cx="16" cy="20"/>
              </a:xfrm>
              <a:custGeom>
                <a:avLst/>
                <a:gdLst>
                  <a:gd name="T0" fmla="*/ 35 w 10"/>
                  <a:gd name="T1" fmla="*/ 0 h 12"/>
                  <a:gd name="T2" fmla="*/ 26 w 10"/>
                  <a:gd name="T3" fmla="*/ 50 h 12"/>
                  <a:gd name="T4" fmla="*/ 21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9" y="0"/>
                    </a:moveTo>
                    <a:cubicBezTo>
                      <a:pt x="9" y="3"/>
                      <a:pt x="10" y="11"/>
                      <a:pt x="6" y="11"/>
                    </a:cubicBezTo>
                    <a:cubicBezTo>
                      <a:pt x="0" y="12"/>
                      <a:pt x="3" y="2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6" name="Freeform 133">
                <a:extLst>
                  <a:ext uri="{FF2B5EF4-FFF2-40B4-BE49-F238E27FC236}">
                    <a16:creationId xmlns:a16="http://schemas.microsoft.com/office/drawing/2014/main" id="{840771AC-A778-4F0C-BB3B-01FBBD977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187"/>
                <a:ext cx="14" cy="15"/>
              </a:xfrm>
              <a:custGeom>
                <a:avLst/>
                <a:gdLst>
                  <a:gd name="T0" fmla="*/ 12 w 9"/>
                  <a:gd name="T1" fmla="*/ 0 h 9"/>
                  <a:gd name="T2" fmla="*/ 34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0" y="6"/>
                      <a:pt x="9" y="9"/>
                      <a:pt x="9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7" name="Freeform 134">
                <a:extLst>
                  <a:ext uri="{FF2B5EF4-FFF2-40B4-BE49-F238E27FC236}">
                    <a16:creationId xmlns:a16="http://schemas.microsoft.com/office/drawing/2014/main" id="{67AC8BB0-D1C3-4689-9C2E-5DB0AA6E4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267"/>
                <a:ext cx="5" cy="14"/>
              </a:xfrm>
              <a:custGeom>
                <a:avLst/>
                <a:gdLst>
                  <a:gd name="T0" fmla="*/ 8 w 3"/>
                  <a:gd name="T1" fmla="*/ 44 h 8"/>
                  <a:gd name="T2" fmla="*/ 0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3" y="5"/>
                      <a:pt x="3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8" name="Freeform 135">
                <a:extLst>
                  <a:ext uri="{FF2B5EF4-FFF2-40B4-BE49-F238E27FC236}">
                    <a16:creationId xmlns:a16="http://schemas.microsoft.com/office/drawing/2014/main" id="{5DC9C8F9-16E9-43ED-BE48-61425AE21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138"/>
                <a:ext cx="19" cy="16"/>
              </a:xfrm>
              <a:custGeom>
                <a:avLst/>
                <a:gdLst>
                  <a:gd name="T0" fmla="*/ 0 w 12"/>
                  <a:gd name="T1" fmla="*/ 7 h 9"/>
                  <a:gd name="T2" fmla="*/ 33 w 12"/>
                  <a:gd name="T3" fmla="*/ 44 h 9"/>
                  <a:gd name="T4" fmla="*/ 35 w 1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1"/>
                    </a:moveTo>
                    <a:cubicBezTo>
                      <a:pt x="1" y="3"/>
                      <a:pt x="5" y="9"/>
                      <a:pt x="8" y="8"/>
                    </a:cubicBezTo>
                    <a:cubicBezTo>
                      <a:pt x="12" y="8"/>
                      <a:pt x="11" y="2"/>
                      <a:pt x="9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9" name="Freeform 136">
                <a:extLst>
                  <a:ext uri="{FF2B5EF4-FFF2-40B4-BE49-F238E27FC236}">
                    <a16:creationId xmlns:a16="http://schemas.microsoft.com/office/drawing/2014/main" id="{4828B6B0-C93F-4571-8CBD-4252E5C6D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128"/>
                <a:ext cx="11" cy="14"/>
              </a:xfrm>
              <a:custGeom>
                <a:avLst/>
                <a:gdLst>
                  <a:gd name="T0" fmla="*/ 27 w 7"/>
                  <a:gd name="T1" fmla="*/ 0 h 8"/>
                  <a:gd name="T2" fmla="*/ 0 w 7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4" y="1"/>
                      <a:pt x="3" y="5"/>
                      <a:pt x="0" y="8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0" name="Freeform 137">
                <a:extLst>
                  <a:ext uri="{FF2B5EF4-FFF2-40B4-BE49-F238E27FC236}">
                    <a16:creationId xmlns:a16="http://schemas.microsoft.com/office/drawing/2014/main" id="{2FA0C08A-927A-44A3-B181-0D59A12FF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106"/>
                <a:ext cx="3" cy="12"/>
              </a:xfrm>
              <a:custGeom>
                <a:avLst/>
                <a:gdLst>
                  <a:gd name="T0" fmla="*/ 0 w 2"/>
                  <a:gd name="T1" fmla="*/ 0 h 7"/>
                  <a:gd name="T2" fmla="*/ 8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0"/>
                      <a:pt x="1" y="5"/>
                      <a:pt x="2" y="7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1" name="Freeform 138">
                <a:extLst>
                  <a:ext uri="{FF2B5EF4-FFF2-40B4-BE49-F238E27FC236}">
                    <a16:creationId xmlns:a16="http://schemas.microsoft.com/office/drawing/2014/main" id="{42E95DB7-3F92-4DF5-8232-5A89D5ADD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221"/>
                <a:ext cx="24" cy="2"/>
              </a:xfrm>
              <a:custGeom>
                <a:avLst/>
                <a:gdLst>
                  <a:gd name="T0" fmla="*/ 0 w 15"/>
                  <a:gd name="T1" fmla="*/ 0 h 1"/>
                  <a:gd name="T2" fmla="*/ 61 w 1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">
                    <a:moveTo>
                      <a:pt x="0" y="0"/>
                    </a:moveTo>
                    <a:cubicBezTo>
                      <a:pt x="5" y="1"/>
                      <a:pt x="10" y="1"/>
                      <a:pt x="15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2" name="Freeform 139">
                <a:extLst>
                  <a:ext uri="{FF2B5EF4-FFF2-40B4-BE49-F238E27FC236}">
                    <a16:creationId xmlns:a16="http://schemas.microsoft.com/office/drawing/2014/main" id="{AF4BEC90-2A00-4816-AAEF-86012738D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286"/>
                <a:ext cx="8" cy="9"/>
              </a:xfrm>
              <a:custGeom>
                <a:avLst/>
                <a:gdLst>
                  <a:gd name="T0" fmla="*/ 0 w 5"/>
                  <a:gd name="T1" fmla="*/ 29 h 5"/>
                  <a:gd name="T2" fmla="*/ 21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3" name="Freeform 140">
                <a:extLst>
                  <a:ext uri="{FF2B5EF4-FFF2-40B4-BE49-F238E27FC236}">
                    <a16:creationId xmlns:a16="http://schemas.microsoft.com/office/drawing/2014/main" id="{5771CCC4-C1F3-445C-BC36-C07287D1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212"/>
                <a:ext cx="19" cy="24"/>
              </a:xfrm>
              <a:custGeom>
                <a:avLst/>
                <a:gdLst>
                  <a:gd name="T0" fmla="*/ 5 w 12"/>
                  <a:gd name="T1" fmla="*/ 21 h 14"/>
                  <a:gd name="T2" fmla="*/ 25 w 12"/>
                  <a:gd name="T3" fmla="*/ 65 h 14"/>
                  <a:gd name="T4" fmla="*/ 33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" y="4"/>
                    </a:moveTo>
                    <a:cubicBezTo>
                      <a:pt x="0" y="7"/>
                      <a:pt x="3" y="14"/>
                      <a:pt x="6" y="13"/>
                    </a:cubicBezTo>
                    <a:cubicBezTo>
                      <a:pt x="12" y="13"/>
                      <a:pt x="10" y="3"/>
                      <a:pt x="8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4" name="Freeform 141">
                <a:extLst>
                  <a:ext uri="{FF2B5EF4-FFF2-40B4-BE49-F238E27FC236}">
                    <a16:creationId xmlns:a16="http://schemas.microsoft.com/office/drawing/2014/main" id="{A046F7AF-6CE6-41AA-AD49-B63804732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2219"/>
                <a:ext cx="3" cy="16"/>
              </a:xfrm>
              <a:custGeom>
                <a:avLst/>
                <a:gdLst>
                  <a:gd name="T0" fmla="*/ 5 w 2"/>
                  <a:gd name="T1" fmla="*/ 50 h 9"/>
                  <a:gd name="T2" fmla="*/ 8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9"/>
                    </a:moveTo>
                    <a:cubicBezTo>
                      <a:pt x="0" y="6"/>
                      <a:pt x="1" y="3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5" name="Freeform 142">
                <a:extLst>
                  <a:ext uri="{FF2B5EF4-FFF2-40B4-BE49-F238E27FC236}">
                    <a16:creationId xmlns:a16="http://schemas.microsoft.com/office/drawing/2014/main" id="{949BC182-BF5E-4BE3-8973-8AF34AFDA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176"/>
                <a:ext cx="10" cy="2"/>
              </a:xfrm>
              <a:custGeom>
                <a:avLst/>
                <a:gdLst>
                  <a:gd name="T0" fmla="*/ 0 w 6"/>
                  <a:gd name="T1" fmla="*/ 8 h 1"/>
                  <a:gd name="T2" fmla="*/ 28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6" name="Freeform 143">
                <a:extLst>
                  <a:ext uri="{FF2B5EF4-FFF2-40B4-BE49-F238E27FC236}">
                    <a16:creationId xmlns:a16="http://schemas.microsoft.com/office/drawing/2014/main" id="{6A2C1CF7-6795-4823-967B-B0D71F508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2398"/>
                <a:ext cx="11" cy="15"/>
              </a:xfrm>
              <a:custGeom>
                <a:avLst/>
                <a:gdLst>
                  <a:gd name="T0" fmla="*/ 27 w 7"/>
                  <a:gd name="T1" fmla="*/ 8 h 9"/>
                  <a:gd name="T2" fmla="*/ 14 w 7"/>
                  <a:gd name="T3" fmla="*/ 42 h 9"/>
                  <a:gd name="T4" fmla="*/ 8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2"/>
                    </a:moveTo>
                    <a:cubicBezTo>
                      <a:pt x="7" y="5"/>
                      <a:pt x="7" y="8"/>
                      <a:pt x="4" y="9"/>
                    </a:cubicBezTo>
                    <a:cubicBezTo>
                      <a:pt x="0" y="9"/>
                      <a:pt x="1" y="2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7" name="Freeform 144">
                <a:extLst>
                  <a:ext uri="{FF2B5EF4-FFF2-40B4-BE49-F238E27FC236}">
                    <a16:creationId xmlns:a16="http://schemas.microsoft.com/office/drawing/2014/main" id="{3DC2C127-75BC-46CF-A8C1-23F38E4A5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475"/>
                <a:ext cx="19" cy="22"/>
              </a:xfrm>
              <a:custGeom>
                <a:avLst/>
                <a:gdLst>
                  <a:gd name="T0" fmla="*/ 16 w 12"/>
                  <a:gd name="T1" fmla="*/ 14 h 13"/>
                  <a:gd name="T2" fmla="*/ 13 w 12"/>
                  <a:gd name="T3" fmla="*/ 58 h 13"/>
                  <a:gd name="T4" fmla="*/ 48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4" y="3"/>
                    </a:moveTo>
                    <a:cubicBezTo>
                      <a:pt x="1" y="4"/>
                      <a:pt x="0" y="11"/>
                      <a:pt x="3" y="12"/>
                    </a:cubicBezTo>
                    <a:cubicBezTo>
                      <a:pt x="9" y="13"/>
                      <a:pt x="11" y="4"/>
                      <a:pt x="12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8" name="Freeform 145">
                <a:extLst>
                  <a:ext uri="{FF2B5EF4-FFF2-40B4-BE49-F238E27FC236}">
                    <a16:creationId xmlns:a16="http://schemas.microsoft.com/office/drawing/2014/main" id="{29DC6FEF-2298-49A7-B284-C2E11E8A7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504"/>
                <a:ext cx="9" cy="19"/>
              </a:xfrm>
              <a:custGeom>
                <a:avLst/>
                <a:gdLst>
                  <a:gd name="T0" fmla="*/ 29 w 5"/>
                  <a:gd name="T1" fmla="*/ 0 h 11"/>
                  <a:gd name="T2" fmla="*/ 0 w 5"/>
                  <a:gd name="T3" fmla="*/ 5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2" y="3"/>
                      <a:pt x="1" y="7"/>
                      <a:pt x="0" y="11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9" name="Freeform 146">
                <a:extLst>
                  <a:ext uri="{FF2B5EF4-FFF2-40B4-BE49-F238E27FC236}">
                    <a16:creationId xmlns:a16="http://schemas.microsoft.com/office/drawing/2014/main" id="{D6008AA8-16F7-4154-982B-A90FF1119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532"/>
                <a:ext cx="11" cy="5"/>
              </a:xfrm>
              <a:custGeom>
                <a:avLst/>
                <a:gdLst>
                  <a:gd name="T0" fmla="*/ 0 w 7"/>
                  <a:gd name="T1" fmla="*/ 13 h 3"/>
                  <a:gd name="T2" fmla="*/ 27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3"/>
                      <a:pt x="5" y="2"/>
                      <a:pt x="7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0" name="Freeform 147">
                <a:extLst>
                  <a:ext uri="{FF2B5EF4-FFF2-40B4-BE49-F238E27FC236}">
                    <a16:creationId xmlns:a16="http://schemas.microsoft.com/office/drawing/2014/main" id="{72E52977-F5D3-4616-8092-B039228F4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532"/>
                <a:ext cx="13" cy="7"/>
              </a:xfrm>
              <a:custGeom>
                <a:avLst/>
                <a:gdLst>
                  <a:gd name="T0" fmla="*/ 0 w 8"/>
                  <a:gd name="T1" fmla="*/ 21 h 4"/>
                  <a:gd name="T2" fmla="*/ 34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2"/>
                      <a:pt x="5" y="1"/>
                      <a:pt x="8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1" name="Freeform 148">
                <a:extLst>
                  <a:ext uri="{FF2B5EF4-FFF2-40B4-BE49-F238E27FC236}">
                    <a16:creationId xmlns:a16="http://schemas.microsoft.com/office/drawing/2014/main" id="{F8E60832-FB57-4614-88CF-582BBB27E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2511"/>
                <a:ext cx="3" cy="10"/>
              </a:xfrm>
              <a:custGeom>
                <a:avLst/>
                <a:gdLst>
                  <a:gd name="T0" fmla="*/ 0 w 2"/>
                  <a:gd name="T1" fmla="*/ 28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2" name="Freeform 149">
                <a:extLst>
                  <a:ext uri="{FF2B5EF4-FFF2-40B4-BE49-F238E27FC236}">
                    <a16:creationId xmlns:a16="http://schemas.microsoft.com/office/drawing/2014/main" id="{D0942F75-EC62-4B25-B7AF-363EE605C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468"/>
                <a:ext cx="10" cy="2"/>
              </a:xfrm>
              <a:custGeom>
                <a:avLst/>
                <a:gdLst>
                  <a:gd name="T0" fmla="*/ 0 w 6"/>
                  <a:gd name="T1" fmla="*/ 0 h 1"/>
                  <a:gd name="T2" fmla="*/ 28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3" name="Freeform 150">
                <a:extLst>
                  <a:ext uri="{FF2B5EF4-FFF2-40B4-BE49-F238E27FC236}">
                    <a16:creationId xmlns:a16="http://schemas.microsoft.com/office/drawing/2014/main" id="{ADEE7A35-1B21-4D29-8DCC-C1A570F44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454"/>
                <a:ext cx="14" cy="6"/>
              </a:xfrm>
              <a:custGeom>
                <a:avLst/>
                <a:gdLst>
                  <a:gd name="T0" fmla="*/ 0 w 9"/>
                  <a:gd name="T1" fmla="*/ 24 h 3"/>
                  <a:gd name="T2" fmla="*/ 34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3"/>
                      <a:pt x="6" y="1"/>
                      <a:pt x="9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4" name="Freeform 151">
                <a:extLst>
                  <a:ext uri="{FF2B5EF4-FFF2-40B4-BE49-F238E27FC236}">
                    <a16:creationId xmlns:a16="http://schemas.microsoft.com/office/drawing/2014/main" id="{F07A2292-E19C-43FC-94F1-8387ACC85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42"/>
                <a:ext cx="1" cy="12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5" name="Freeform 152">
                <a:extLst>
                  <a:ext uri="{FF2B5EF4-FFF2-40B4-BE49-F238E27FC236}">
                    <a16:creationId xmlns:a16="http://schemas.microsoft.com/office/drawing/2014/main" id="{18101411-B19C-4AB8-8197-128246C39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511"/>
                <a:ext cx="12" cy="7"/>
              </a:xfrm>
              <a:custGeom>
                <a:avLst/>
                <a:gdLst>
                  <a:gd name="T0" fmla="*/ 0 w 7"/>
                  <a:gd name="T1" fmla="*/ 21 h 4"/>
                  <a:gd name="T2" fmla="*/ 36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6" name="Freeform 153">
                <a:extLst>
                  <a:ext uri="{FF2B5EF4-FFF2-40B4-BE49-F238E27FC236}">
                    <a16:creationId xmlns:a16="http://schemas.microsoft.com/office/drawing/2014/main" id="{166BDF8D-E396-4361-8C3E-6C8D8DB69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482"/>
                <a:ext cx="5" cy="10"/>
              </a:xfrm>
              <a:custGeom>
                <a:avLst/>
                <a:gdLst>
                  <a:gd name="T0" fmla="*/ 13 w 3"/>
                  <a:gd name="T1" fmla="*/ 0 h 6"/>
                  <a:gd name="T2" fmla="*/ 0 w 3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7" name="Freeform 154">
                <a:extLst>
                  <a:ext uri="{FF2B5EF4-FFF2-40B4-BE49-F238E27FC236}">
                    <a16:creationId xmlns:a16="http://schemas.microsoft.com/office/drawing/2014/main" id="{6DE1845D-A2A1-4867-AC7E-7998D2F37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552"/>
                <a:ext cx="15" cy="2"/>
              </a:xfrm>
              <a:custGeom>
                <a:avLst/>
                <a:gdLst>
                  <a:gd name="T0" fmla="*/ 42 w 9"/>
                  <a:gd name="T1" fmla="*/ 0 h 1"/>
                  <a:gd name="T2" fmla="*/ 0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6" y="1"/>
                      <a:pt x="3" y="1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8" name="Freeform 155">
                <a:extLst>
                  <a:ext uri="{FF2B5EF4-FFF2-40B4-BE49-F238E27FC236}">
                    <a16:creationId xmlns:a16="http://schemas.microsoft.com/office/drawing/2014/main" id="{DE0E7292-4028-4C26-A09A-BFEF32EF4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561"/>
                <a:ext cx="12" cy="7"/>
              </a:xfrm>
              <a:custGeom>
                <a:avLst/>
                <a:gdLst>
                  <a:gd name="T0" fmla="*/ 0 w 7"/>
                  <a:gd name="T1" fmla="*/ 21 h 4"/>
                  <a:gd name="T2" fmla="*/ 36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3"/>
                      <a:pt x="5" y="2"/>
                      <a:pt x="7" y="0"/>
                    </a:cubicBezTo>
                  </a:path>
                </a:pathLst>
              </a:custGeom>
              <a:noFill/>
              <a:ln w="11113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9" name="Freeform 156">
                <a:extLst>
                  <a:ext uri="{FF2B5EF4-FFF2-40B4-BE49-F238E27FC236}">
                    <a16:creationId xmlns:a16="http://schemas.microsoft.com/office/drawing/2014/main" id="{0E761EC0-B1C1-4077-B750-9FAEE2CF1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394"/>
                <a:ext cx="2" cy="11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1" y="4"/>
                      <a:pt x="1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0" name="Freeform 157">
                <a:extLst>
                  <a:ext uri="{FF2B5EF4-FFF2-40B4-BE49-F238E27FC236}">
                    <a16:creationId xmlns:a16="http://schemas.microsoft.com/office/drawing/2014/main" id="{71944E28-6058-45ED-B36D-7533C2E55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377"/>
                <a:ext cx="2" cy="7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1" name="Freeform 158">
                <a:extLst>
                  <a:ext uri="{FF2B5EF4-FFF2-40B4-BE49-F238E27FC236}">
                    <a16:creationId xmlns:a16="http://schemas.microsoft.com/office/drawing/2014/main" id="{25018E03-B41C-4583-AAE7-117983EB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389"/>
                <a:ext cx="1" cy="7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2" name="Freeform 159">
                <a:extLst>
                  <a:ext uri="{FF2B5EF4-FFF2-40B4-BE49-F238E27FC236}">
                    <a16:creationId xmlns:a16="http://schemas.microsoft.com/office/drawing/2014/main" id="{ED121154-096C-4AB1-A56C-B335F3499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413"/>
                <a:ext cx="3" cy="9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3" name="Freeform 160">
                <a:extLst>
                  <a:ext uri="{FF2B5EF4-FFF2-40B4-BE49-F238E27FC236}">
                    <a16:creationId xmlns:a16="http://schemas.microsoft.com/office/drawing/2014/main" id="{3C082A16-B2E1-450F-8311-77971A04E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418"/>
                <a:ext cx="1" cy="9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4" name="Freeform 161">
                <a:extLst>
                  <a:ext uri="{FF2B5EF4-FFF2-40B4-BE49-F238E27FC236}">
                    <a16:creationId xmlns:a16="http://schemas.microsoft.com/office/drawing/2014/main" id="{30AF931A-EA64-4C71-BDB0-CDFAD5DD0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437"/>
                <a:ext cx="1" cy="11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5" name="Freeform 162">
                <a:extLst>
                  <a:ext uri="{FF2B5EF4-FFF2-40B4-BE49-F238E27FC236}">
                    <a16:creationId xmlns:a16="http://schemas.microsoft.com/office/drawing/2014/main" id="{F921134B-334C-4623-8B0E-8A8A90E7E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491"/>
                <a:ext cx="4" cy="5"/>
              </a:xfrm>
              <a:custGeom>
                <a:avLst/>
                <a:gdLst>
                  <a:gd name="T0" fmla="*/ 7 w 3"/>
                  <a:gd name="T1" fmla="*/ 0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6" name="Freeform 163">
                <a:extLst>
                  <a:ext uri="{FF2B5EF4-FFF2-40B4-BE49-F238E27FC236}">
                    <a16:creationId xmlns:a16="http://schemas.microsoft.com/office/drawing/2014/main" id="{83171BBE-A612-46CA-915F-0654703D9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547"/>
                <a:ext cx="5" cy="5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7" name="Freeform 164">
                <a:extLst>
                  <a:ext uri="{FF2B5EF4-FFF2-40B4-BE49-F238E27FC236}">
                    <a16:creationId xmlns:a16="http://schemas.microsoft.com/office/drawing/2014/main" id="{5E3ECDB2-F26B-4C54-90CF-5AAD2FFDE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590"/>
                <a:ext cx="3" cy="9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8" name="Freeform 165">
                <a:extLst>
                  <a:ext uri="{FF2B5EF4-FFF2-40B4-BE49-F238E27FC236}">
                    <a16:creationId xmlns:a16="http://schemas.microsoft.com/office/drawing/2014/main" id="{F5ADF1C7-B833-43D8-B7AE-C83074EEA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2609"/>
                <a:ext cx="4" cy="12"/>
              </a:xfrm>
              <a:custGeom>
                <a:avLst/>
                <a:gdLst>
                  <a:gd name="T0" fmla="*/ 16 w 2"/>
                  <a:gd name="T1" fmla="*/ 0 h 7"/>
                  <a:gd name="T2" fmla="*/ 0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3"/>
                      <a:pt x="1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9" name="Freeform 166">
                <a:extLst>
                  <a:ext uri="{FF2B5EF4-FFF2-40B4-BE49-F238E27FC236}">
                    <a16:creationId xmlns:a16="http://schemas.microsoft.com/office/drawing/2014/main" id="{0FCD313B-2188-43A5-99C6-E9474377F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695"/>
                <a:ext cx="7" cy="10"/>
              </a:xfrm>
              <a:custGeom>
                <a:avLst/>
                <a:gdLst>
                  <a:gd name="T0" fmla="*/ 21 w 4"/>
                  <a:gd name="T1" fmla="*/ 0 h 6"/>
                  <a:gd name="T2" fmla="*/ 0 w 4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0" name="Freeform 167">
                <a:extLst>
                  <a:ext uri="{FF2B5EF4-FFF2-40B4-BE49-F238E27FC236}">
                    <a16:creationId xmlns:a16="http://schemas.microsoft.com/office/drawing/2014/main" id="{05F2A383-64E5-4275-9734-252AB21B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2705"/>
                <a:ext cx="2" cy="14"/>
              </a:xfrm>
              <a:custGeom>
                <a:avLst/>
                <a:gdLst>
                  <a:gd name="T0" fmla="*/ 0 w 1"/>
                  <a:gd name="T1" fmla="*/ 0 h 8"/>
                  <a:gd name="T2" fmla="*/ 8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2"/>
                      <a:pt x="1" y="5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1" name="Freeform 168">
                <a:extLst>
                  <a:ext uri="{FF2B5EF4-FFF2-40B4-BE49-F238E27FC236}">
                    <a16:creationId xmlns:a16="http://schemas.microsoft.com/office/drawing/2014/main" id="{9788EFB5-AA1E-4BFF-985C-3037DD40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664"/>
                <a:ext cx="10" cy="14"/>
              </a:xfrm>
              <a:custGeom>
                <a:avLst/>
                <a:gdLst>
                  <a:gd name="T0" fmla="*/ 0 w 6"/>
                  <a:gd name="T1" fmla="*/ 0 h 8"/>
                  <a:gd name="T2" fmla="*/ 28 w 6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3"/>
                      <a:pt x="3" y="7"/>
                      <a:pt x="6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2" name="Freeform 169">
                <a:extLst>
                  <a:ext uri="{FF2B5EF4-FFF2-40B4-BE49-F238E27FC236}">
                    <a16:creationId xmlns:a16="http://schemas.microsoft.com/office/drawing/2014/main" id="{1E3394D5-642A-4774-98A7-8672C79FF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5" y="2578"/>
                <a:ext cx="11" cy="5"/>
              </a:xfrm>
              <a:custGeom>
                <a:avLst/>
                <a:gdLst>
                  <a:gd name="T0" fmla="*/ 0 w 7"/>
                  <a:gd name="T1" fmla="*/ 0 h 3"/>
                  <a:gd name="T2" fmla="*/ 27 w 7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2"/>
                      <a:pt x="5" y="3"/>
                      <a:pt x="7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3" name="Freeform 170">
                <a:extLst>
                  <a:ext uri="{FF2B5EF4-FFF2-40B4-BE49-F238E27FC236}">
                    <a16:creationId xmlns:a16="http://schemas.microsoft.com/office/drawing/2014/main" id="{8843DB6B-BE87-41E3-BC88-35E8BF010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" y="2406"/>
                <a:ext cx="13" cy="7"/>
              </a:xfrm>
              <a:custGeom>
                <a:avLst/>
                <a:gdLst>
                  <a:gd name="T0" fmla="*/ 0 w 8"/>
                  <a:gd name="T1" fmla="*/ 21 h 4"/>
                  <a:gd name="T2" fmla="*/ 34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3" y="3"/>
                      <a:pt x="5" y="1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4" name="Freeform 171">
                <a:extLst>
                  <a:ext uri="{FF2B5EF4-FFF2-40B4-BE49-F238E27FC236}">
                    <a16:creationId xmlns:a16="http://schemas.microsoft.com/office/drawing/2014/main" id="{F9244442-3C6C-48FB-966F-6DD600A2A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2283"/>
                <a:ext cx="9" cy="12"/>
              </a:xfrm>
              <a:custGeom>
                <a:avLst/>
                <a:gdLst>
                  <a:gd name="T0" fmla="*/ 0 w 6"/>
                  <a:gd name="T1" fmla="*/ 36 h 7"/>
                  <a:gd name="T2" fmla="*/ 21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4"/>
                      <a:pt x="3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5" name="Freeform 172">
                <a:extLst>
                  <a:ext uri="{FF2B5EF4-FFF2-40B4-BE49-F238E27FC236}">
                    <a16:creationId xmlns:a16="http://schemas.microsoft.com/office/drawing/2014/main" id="{86416BBD-BB59-491E-900E-883755997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2212"/>
                <a:ext cx="6" cy="12"/>
              </a:xfrm>
              <a:custGeom>
                <a:avLst/>
                <a:gdLst>
                  <a:gd name="T0" fmla="*/ 14 w 4"/>
                  <a:gd name="T1" fmla="*/ 0 h 7"/>
                  <a:gd name="T2" fmla="*/ 5 w 4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2" y="2"/>
                      <a:pt x="0" y="5"/>
                      <a:pt x="1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6" name="Freeform 173">
                <a:extLst>
                  <a:ext uri="{FF2B5EF4-FFF2-40B4-BE49-F238E27FC236}">
                    <a16:creationId xmlns:a16="http://schemas.microsoft.com/office/drawing/2014/main" id="{C00576C6-6D94-4B02-ABC0-54AB13555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187"/>
                <a:ext cx="1" cy="13"/>
              </a:xfrm>
              <a:custGeom>
                <a:avLst/>
                <a:gdLst>
                  <a:gd name="T0" fmla="*/ 1 w 1"/>
                  <a:gd name="T1" fmla="*/ 0 h 8"/>
                  <a:gd name="T2" fmla="*/ 1 w 1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2"/>
                      <a:pt x="0" y="5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7" name="Freeform 174">
                <a:extLst>
                  <a:ext uri="{FF2B5EF4-FFF2-40B4-BE49-F238E27FC236}">
                    <a16:creationId xmlns:a16="http://schemas.microsoft.com/office/drawing/2014/main" id="{B0EB6D90-4ED4-433B-B7E1-015617CBF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2221"/>
                <a:ext cx="4" cy="12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3"/>
                      <a:pt x="1" y="5"/>
                      <a:pt x="2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8" name="Freeform 175">
                <a:extLst>
                  <a:ext uri="{FF2B5EF4-FFF2-40B4-BE49-F238E27FC236}">
                    <a16:creationId xmlns:a16="http://schemas.microsoft.com/office/drawing/2014/main" id="{C94446E2-DEC4-4F2D-B173-D02AE61C7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243"/>
                <a:ext cx="1" cy="14"/>
              </a:xfrm>
              <a:custGeom>
                <a:avLst/>
                <a:gdLst>
                  <a:gd name="T0" fmla="*/ 1 w 1"/>
                  <a:gd name="T1" fmla="*/ 0 h 8"/>
                  <a:gd name="T2" fmla="*/ 0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9" name="Freeform 176">
                <a:extLst>
                  <a:ext uri="{FF2B5EF4-FFF2-40B4-BE49-F238E27FC236}">
                    <a16:creationId xmlns:a16="http://schemas.microsoft.com/office/drawing/2014/main" id="{36FC02C4-B9A2-4940-86D7-4764278A7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226"/>
                <a:ext cx="1" cy="16"/>
              </a:xfrm>
              <a:custGeom>
                <a:avLst/>
                <a:gdLst>
                  <a:gd name="T0" fmla="*/ 1 w 1"/>
                  <a:gd name="T1" fmla="*/ 0 h 9"/>
                  <a:gd name="T2" fmla="*/ 0 w 1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0" name="Freeform 177">
                <a:extLst>
                  <a:ext uri="{FF2B5EF4-FFF2-40B4-BE49-F238E27FC236}">
                    <a16:creationId xmlns:a16="http://schemas.microsoft.com/office/drawing/2014/main" id="{2DA53722-0D6E-49D1-901C-A586D6DDE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250"/>
                <a:ext cx="4" cy="9"/>
              </a:xfrm>
              <a:custGeom>
                <a:avLst/>
                <a:gdLst>
                  <a:gd name="T0" fmla="*/ 0 w 2"/>
                  <a:gd name="T1" fmla="*/ 0 h 5"/>
                  <a:gd name="T2" fmla="*/ 16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0" y="4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1" name="Freeform 178">
                <a:extLst>
                  <a:ext uri="{FF2B5EF4-FFF2-40B4-BE49-F238E27FC236}">
                    <a16:creationId xmlns:a16="http://schemas.microsoft.com/office/drawing/2014/main" id="{562EB5F3-4E98-44DE-B066-7218C11ED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0"/>
                <a:ext cx="4" cy="9"/>
              </a:xfrm>
              <a:custGeom>
                <a:avLst/>
                <a:gdLst>
                  <a:gd name="T0" fmla="*/ 0 w 2"/>
                  <a:gd name="T1" fmla="*/ 0 h 5"/>
                  <a:gd name="T2" fmla="*/ 16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1" y="4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2" name="Freeform 179">
                <a:extLst>
                  <a:ext uri="{FF2B5EF4-FFF2-40B4-BE49-F238E27FC236}">
                    <a16:creationId xmlns:a16="http://schemas.microsoft.com/office/drawing/2014/main" id="{49CBE91B-57D7-485E-B38E-22FE9E534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303"/>
                <a:ext cx="1" cy="11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3" name="Freeform 180">
                <a:extLst>
                  <a:ext uri="{FF2B5EF4-FFF2-40B4-BE49-F238E27FC236}">
                    <a16:creationId xmlns:a16="http://schemas.microsoft.com/office/drawing/2014/main" id="{D0DD2E73-CE7E-4A23-8E4E-74A7B3CEA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308"/>
                <a:ext cx="1" cy="11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4" name="Freeform 181">
                <a:extLst>
                  <a:ext uri="{FF2B5EF4-FFF2-40B4-BE49-F238E27FC236}">
                    <a16:creationId xmlns:a16="http://schemas.microsoft.com/office/drawing/2014/main" id="{E1B66851-52C0-44C7-89C8-E65B1B723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314"/>
                <a:ext cx="3" cy="10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5" name="Freeform 182">
                <a:extLst>
                  <a:ext uri="{FF2B5EF4-FFF2-40B4-BE49-F238E27FC236}">
                    <a16:creationId xmlns:a16="http://schemas.microsoft.com/office/drawing/2014/main" id="{AE7286D2-40F2-471C-B702-3FDA80900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272"/>
                <a:ext cx="4" cy="9"/>
              </a:xfrm>
              <a:custGeom>
                <a:avLst/>
                <a:gdLst>
                  <a:gd name="T0" fmla="*/ 7 w 3"/>
                  <a:gd name="T1" fmla="*/ 0 h 5"/>
                  <a:gd name="T2" fmla="*/ 0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2"/>
                      <a:pt x="2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6" name="Freeform 183">
                <a:extLst>
                  <a:ext uri="{FF2B5EF4-FFF2-40B4-BE49-F238E27FC236}">
                    <a16:creationId xmlns:a16="http://schemas.microsoft.com/office/drawing/2014/main" id="{47B1A0DA-88A3-4F94-BE28-182CA15F4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233"/>
                <a:ext cx="3" cy="7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7" name="Freeform 184">
                <a:extLst>
                  <a:ext uri="{FF2B5EF4-FFF2-40B4-BE49-F238E27FC236}">
                    <a16:creationId xmlns:a16="http://schemas.microsoft.com/office/drawing/2014/main" id="{8F297F46-7E42-43B4-B49D-421A78A48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181"/>
                <a:ext cx="6" cy="9"/>
              </a:xfrm>
              <a:custGeom>
                <a:avLst/>
                <a:gdLst>
                  <a:gd name="T0" fmla="*/ 14 w 4"/>
                  <a:gd name="T1" fmla="*/ 0 h 5"/>
                  <a:gd name="T2" fmla="*/ 0 w 4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1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8" name="Freeform 185">
                <a:extLst>
                  <a:ext uri="{FF2B5EF4-FFF2-40B4-BE49-F238E27FC236}">
                    <a16:creationId xmlns:a16="http://schemas.microsoft.com/office/drawing/2014/main" id="{2F5207D7-EF9A-4850-8BC2-DCEFDEFF6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106"/>
                <a:ext cx="9" cy="8"/>
              </a:xfrm>
              <a:custGeom>
                <a:avLst/>
                <a:gdLst>
                  <a:gd name="T0" fmla="*/ 0 w 6"/>
                  <a:gd name="T1" fmla="*/ 21 h 5"/>
                  <a:gd name="T2" fmla="*/ 2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2"/>
                      <a:pt x="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9" name="Freeform 186">
                <a:extLst>
                  <a:ext uri="{FF2B5EF4-FFF2-40B4-BE49-F238E27FC236}">
                    <a16:creationId xmlns:a16="http://schemas.microsoft.com/office/drawing/2014/main" id="{18CE0112-C8D2-4DA2-83AC-1A2F2FB0E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066"/>
                <a:ext cx="2" cy="16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1" y="6"/>
                      <a:pt x="1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0" name="Freeform 187">
                <a:extLst>
                  <a:ext uri="{FF2B5EF4-FFF2-40B4-BE49-F238E27FC236}">
                    <a16:creationId xmlns:a16="http://schemas.microsoft.com/office/drawing/2014/main" id="{9CA92B70-4808-4D8B-A82D-7B4816782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2101"/>
                <a:ext cx="15" cy="15"/>
              </a:xfrm>
              <a:custGeom>
                <a:avLst/>
                <a:gdLst>
                  <a:gd name="T0" fmla="*/ 0 w 9"/>
                  <a:gd name="T1" fmla="*/ 42 h 9"/>
                  <a:gd name="T2" fmla="*/ 42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5" y="9"/>
                      <a:pt x="8" y="4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1" name="Freeform 188">
                <a:extLst>
                  <a:ext uri="{FF2B5EF4-FFF2-40B4-BE49-F238E27FC236}">
                    <a16:creationId xmlns:a16="http://schemas.microsoft.com/office/drawing/2014/main" id="{6EADC9F7-7D02-438B-9D6A-ED6078542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2223"/>
                <a:ext cx="16" cy="8"/>
              </a:xfrm>
              <a:custGeom>
                <a:avLst/>
                <a:gdLst>
                  <a:gd name="T0" fmla="*/ 0 w 10"/>
                  <a:gd name="T1" fmla="*/ 21 h 5"/>
                  <a:gd name="T2" fmla="*/ 42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4" y="5"/>
                      <a:pt x="7" y="2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2" name="Freeform 189">
                <a:extLst>
                  <a:ext uri="{FF2B5EF4-FFF2-40B4-BE49-F238E27FC236}">
                    <a16:creationId xmlns:a16="http://schemas.microsoft.com/office/drawing/2014/main" id="{102C6367-20A4-4554-A234-B0D53D3D7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4" y="2384"/>
                <a:ext cx="16" cy="7"/>
              </a:xfrm>
              <a:custGeom>
                <a:avLst/>
                <a:gdLst>
                  <a:gd name="T0" fmla="*/ 0 w 10"/>
                  <a:gd name="T1" fmla="*/ 12 h 4"/>
                  <a:gd name="T2" fmla="*/ 42 w 10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2"/>
                    </a:moveTo>
                    <a:cubicBezTo>
                      <a:pt x="2" y="4"/>
                      <a:pt x="7" y="2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3" name="Freeform 190">
                <a:extLst>
                  <a:ext uri="{FF2B5EF4-FFF2-40B4-BE49-F238E27FC236}">
                    <a16:creationId xmlns:a16="http://schemas.microsoft.com/office/drawing/2014/main" id="{F13FD226-41B7-41BC-A71C-9E275CC8D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9" y="2545"/>
                <a:ext cx="11" cy="11"/>
              </a:xfrm>
              <a:custGeom>
                <a:avLst/>
                <a:gdLst>
                  <a:gd name="T0" fmla="*/ 0 w 7"/>
                  <a:gd name="T1" fmla="*/ 0 h 6"/>
                  <a:gd name="T2" fmla="*/ 27 w 7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3"/>
                      <a:pt x="4" y="6"/>
                      <a:pt x="7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4" name="Freeform 191">
                <a:extLst>
                  <a:ext uri="{FF2B5EF4-FFF2-40B4-BE49-F238E27FC236}">
                    <a16:creationId xmlns:a16="http://schemas.microsoft.com/office/drawing/2014/main" id="{BCD81623-73FC-424C-B773-049EEE541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2698"/>
                <a:ext cx="9" cy="12"/>
              </a:xfrm>
              <a:custGeom>
                <a:avLst/>
                <a:gdLst>
                  <a:gd name="T0" fmla="*/ 0 w 6"/>
                  <a:gd name="T1" fmla="*/ 0 h 7"/>
                  <a:gd name="T2" fmla="*/ 21 w 6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3"/>
                      <a:pt x="4" y="5"/>
                      <a:pt x="6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5" name="Freeform 192">
                <a:extLst>
                  <a:ext uri="{FF2B5EF4-FFF2-40B4-BE49-F238E27FC236}">
                    <a16:creationId xmlns:a16="http://schemas.microsoft.com/office/drawing/2014/main" id="{9C208F01-D938-4CFB-AEE0-40EAD6251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800"/>
                <a:ext cx="5" cy="12"/>
              </a:xfrm>
              <a:custGeom>
                <a:avLst/>
                <a:gdLst>
                  <a:gd name="T0" fmla="*/ 0 w 3"/>
                  <a:gd name="T1" fmla="*/ 0 h 7"/>
                  <a:gd name="T2" fmla="*/ 13 w 3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6" name="Freeform 193">
                <a:extLst>
                  <a:ext uri="{FF2B5EF4-FFF2-40B4-BE49-F238E27FC236}">
                    <a16:creationId xmlns:a16="http://schemas.microsoft.com/office/drawing/2014/main" id="{120646EE-082C-4790-B352-AA00B83F7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820"/>
                <a:ext cx="8" cy="17"/>
              </a:xfrm>
              <a:custGeom>
                <a:avLst/>
                <a:gdLst>
                  <a:gd name="T0" fmla="*/ 21 w 5"/>
                  <a:gd name="T1" fmla="*/ 0 h 10"/>
                  <a:gd name="T2" fmla="*/ 0 w 5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3" y="3"/>
                      <a:pt x="2" y="6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7" name="Freeform 194">
                <a:extLst>
                  <a:ext uri="{FF2B5EF4-FFF2-40B4-BE49-F238E27FC236}">
                    <a16:creationId xmlns:a16="http://schemas.microsoft.com/office/drawing/2014/main" id="{8D238F95-2FD6-41F3-9CE1-7EDE2FA6B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422"/>
                <a:ext cx="1" cy="14"/>
              </a:xfrm>
              <a:custGeom>
                <a:avLst/>
                <a:gdLst>
                  <a:gd name="T0" fmla="*/ 1 w 1"/>
                  <a:gd name="T1" fmla="*/ 0 h 8"/>
                  <a:gd name="T2" fmla="*/ 1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2"/>
                      <a:pt x="1" y="5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8" name="Freeform 195">
                <a:extLst>
                  <a:ext uri="{FF2B5EF4-FFF2-40B4-BE49-F238E27FC236}">
                    <a16:creationId xmlns:a16="http://schemas.microsoft.com/office/drawing/2014/main" id="{ACE31C58-56C0-4336-9F6A-2D5F9F6BE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403"/>
                <a:ext cx="1" cy="12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9" name="Freeform 196">
                <a:extLst>
                  <a:ext uri="{FF2B5EF4-FFF2-40B4-BE49-F238E27FC236}">
                    <a16:creationId xmlns:a16="http://schemas.microsoft.com/office/drawing/2014/main" id="{2E0A2CCD-BD46-4674-B4A3-E25441579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377"/>
                <a:ext cx="4" cy="14"/>
              </a:xfrm>
              <a:custGeom>
                <a:avLst/>
                <a:gdLst>
                  <a:gd name="T0" fmla="*/ 16 w 2"/>
                  <a:gd name="T1" fmla="*/ 0 h 8"/>
                  <a:gd name="T2" fmla="*/ 0 w 2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1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0" name="Freeform 197">
                <a:extLst>
                  <a:ext uri="{FF2B5EF4-FFF2-40B4-BE49-F238E27FC236}">
                    <a16:creationId xmlns:a16="http://schemas.microsoft.com/office/drawing/2014/main" id="{4FE3FA5C-F4B5-4FD6-9856-554919F92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355"/>
                <a:ext cx="2" cy="15"/>
              </a:xfrm>
              <a:custGeom>
                <a:avLst/>
                <a:gdLst>
                  <a:gd name="T0" fmla="*/ 8 w 1"/>
                  <a:gd name="T1" fmla="*/ 0 h 9"/>
                  <a:gd name="T2" fmla="*/ 0 w 1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1" name="Freeform 198">
                <a:extLst>
                  <a:ext uri="{FF2B5EF4-FFF2-40B4-BE49-F238E27FC236}">
                    <a16:creationId xmlns:a16="http://schemas.microsoft.com/office/drawing/2014/main" id="{258025F6-2B7E-4325-B767-50E60BBBB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334"/>
                <a:ext cx="3" cy="16"/>
              </a:xfrm>
              <a:custGeom>
                <a:avLst/>
                <a:gdLst>
                  <a:gd name="T0" fmla="*/ 8 w 2"/>
                  <a:gd name="T1" fmla="*/ 0 h 9"/>
                  <a:gd name="T2" fmla="*/ 0 w 2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2" name="Freeform 199">
                <a:extLst>
                  <a:ext uri="{FF2B5EF4-FFF2-40B4-BE49-F238E27FC236}">
                    <a16:creationId xmlns:a16="http://schemas.microsoft.com/office/drawing/2014/main" id="{8E3702FE-22A3-4C12-AFD8-27DF0730F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315"/>
                <a:ext cx="3" cy="19"/>
              </a:xfrm>
              <a:custGeom>
                <a:avLst/>
                <a:gdLst>
                  <a:gd name="T0" fmla="*/ 8 w 2"/>
                  <a:gd name="T1" fmla="*/ 0 h 11"/>
                  <a:gd name="T2" fmla="*/ 0 w 2"/>
                  <a:gd name="T3" fmla="*/ 5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1" y="3"/>
                      <a:pt x="1" y="7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3" name="Freeform 200">
                <a:extLst>
                  <a:ext uri="{FF2B5EF4-FFF2-40B4-BE49-F238E27FC236}">
                    <a16:creationId xmlns:a16="http://schemas.microsoft.com/office/drawing/2014/main" id="{7EFAF06E-7337-4EF3-B33B-2B048285A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288"/>
                <a:ext cx="1" cy="14"/>
              </a:xfrm>
              <a:custGeom>
                <a:avLst/>
                <a:gdLst>
                  <a:gd name="T0" fmla="*/ 1 w 1"/>
                  <a:gd name="T1" fmla="*/ 0 h 8"/>
                  <a:gd name="T2" fmla="*/ 0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1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4" name="Freeform 201">
                <a:extLst>
                  <a:ext uri="{FF2B5EF4-FFF2-40B4-BE49-F238E27FC236}">
                    <a16:creationId xmlns:a16="http://schemas.microsoft.com/office/drawing/2014/main" id="{AFA31A35-7196-4658-99B3-A5317D355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903"/>
                <a:ext cx="3" cy="14"/>
              </a:xfrm>
              <a:custGeom>
                <a:avLst/>
                <a:gdLst>
                  <a:gd name="T0" fmla="*/ 0 w 2"/>
                  <a:gd name="T1" fmla="*/ 44 h 8"/>
                  <a:gd name="T2" fmla="*/ 8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1" y="5"/>
                      <a:pt x="1" y="2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5" name="Freeform 202">
                <a:extLst>
                  <a:ext uri="{FF2B5EF4-FFF2-40B4-BE49-F238E27FC236}">
                    <a16:creationId xmlns:a16="http://schemas.microsoft.com/office/drawing/2014/main" id="{17FAF105-95FE-4172-BA44-D4EC06748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929"/>
                <a:ext cx="1" cy="14"/>
              </a:xfrm>
              <a:custGeom>
                <a:avLst/>
                <a:gdLst>
                  <a:gd name="T0" fmla="*/ 0 w 1"/>
                  <a:gd name="T1" fmla="*/ 44 h 8"/>
                  <a:gd name="T2" fmla="*/ 1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1" y="5"/>
                      <a:pt x="1" y="3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6" name="Freeform 203">
                <a:extLst>
                  <a:ext uri="{FF2B5EF4-FFF2-40B4-BE49-F238E27FC236}">
                    <a16:creationId xmlns:a16="http://schemas.microsoft.com/office/drawing/2014/main" id="{DA6C3DC7-954D-4C7B-A481-8EE845002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953"/>
                <a:ext cx="2" cy="14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1" y="3"/>
                      <a:pt x="0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7" name="Freeform 204">
                <a:extLst>
                  <a:ext uri="{FF2B5EF4-FFF2-40B4-BE49-F238E27FC236}">
                    <a16:creationId xmlns:a16="http://schemas.microsoft.com/office/drawing/2014/main" id="{EBD5A9A7-D5CB-46D9-AA20-54FF1EA3A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77"/>
                <a:ext cx="2" cy="14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4" name="Group 205">
              <a:extLst>
                <a:ext uri="{FF2B5EF4-FFF2-40B4-BE49-F238E27FC236}">
                  <a16:creationId xmlns:a16="http://schemas.microsoft.com/office/drawing/2014/main" id="{487E8230-F29E-4E6C-84C7-817D316FD2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8" y="1723"/>
              <a:ext cx="2345" cy="1118"/>
              <a:chOff x="2978" y="1723"/>
              <a:chExt cx="2345" cy="1118"/>
            </a:xfrm>
          </p:grpSpPr>
          <p:sp>
            <p:nvSpPr>
              <p:cNvPr id="46088" name="Freeform 206">
                <a:extLst>
                  <a:ext uri="{FF2B5EF4-FFF2-40B4-BE49-F238E27FC236}">
                    <a16:creationId xmlns:a16="http://schemas.microsoft.com/office/drawing/2014/main" id="{7386A7B6-A2D4-47C9-BB84-62BD6E3BB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001"/>
                <a:ext cx="1" cy="14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0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" name="Freeform 207">
                <a:extLst>
                  <a:ext uri="{FF2B5EF4-FFF2-40B4-BE49-F238E27FC236}">
                    <a16:creationId xmlns:a16="http://schemas.microsoft.com/office/drawing/2014/main" id="{09182976-CCC9-48DD-9459-C775F41C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023"/>
                <a:ext cx="3" cy="14"/>
              </a:xfrm>
              <a:custGeom>
                <a:avLst/>
                <a:gdLst>
                  <a:gd name="T0" fmla="*/ 8 w 2"/>
                  <a:gd name="T1" fmla="*/ 0 h 8"/>
                  <a:gd name="T2" fmla="*/ 0 w 2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2"/>
                      <a:pt x="1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" name="Freeform 208">
                <a:extLst>
                  <a:ext uri="{FF2B5EF4-FFF2-40B4-BE49-F238E27FC236}">
                    <a16:creationId xmlns:a16="http://schemas.microsoft.com/office/drawing/2014/main" id="{8BCEC681-BC39-4207-A70E-858D37DFB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041"/>
                <a:ext cx="3" cy="13"/>
              </a:xfrm>
              <a:custGeom>
                <a:avLst/>
                <a:gdLst>
                  <a:gd name="T0" fmla="*/ 8 w 2"/>
                  <a:gd name="T1" fmla="*/ 0 h 8"/>
                  <a:gd name="T2" fmla="*/ 0 w 2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" name="Freeform 209">
                <a:extLst>
                  <a:ext uri="{FF2B5EF4-FFF2-40B4-BE49-F238E27FC236}">
                    <a16:creationId xmlns:a16="http://schemas.microsoft.com/office/drawing/2014/main" id="{02D30BD6-F16F-43B9-83EE-BDF214CDA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063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" name="Freeform 210">
                <a:extLst>
                  <a:ext uri="{FF2B5EF4-FFF2-40B4-BE49-F238E27FC236}">
                    <a16:creationId xmlns:a16="http://schemas.microsoft.com/office/drawing/2014/main" id="{9313CDBD-3A5B-42B8-A0E8-DE25B9EFD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807"/>
                <a:ext cx="1" cy="17"/>
              </a:xfrm>
              <a:custGeom>
                <a:avLst/>
                <a:gdLst>
                  <a:gd name="T0" fmla="*/ 1 w 1"/>
                  <a:gd name="T1" fmla="*/ 0 h 10"/>
                  <a:gd name="T2" fmla="*/ 1 w 1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3"/>
                      <a:pt x="0" y="7"/>
                      <a:pt x="1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" name="Freeform 211">
                <a:extLst>
                  <a:ext uri="{FF2B5EF4-FFF2-40B4-BE49-F238E27FC236}">
                    <a16:creationId xmlns:a16="http://schemas.microsoft.com/office/drawing/2014/main" id="{1EEF3F3C-9366-4AF8-AACC-1D84287A9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852"/>
                <a:ext cx="3" cy="15"/>
              </a:xfrm>
              <a:custGeom>
                <a:avLst/>
                <a:gdLst>
                  <a:gd name="T0" fmla="*/ 5 w 2"/>
                  <a:gd name="T1" fmla="*/ 0 h 9"/>
                  <a:gd name="T2" fmla="*/ 8 w 2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0" y="3"/>
                      <a:pt x="0" y="7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" name="Freeform 212">
                <a:extLst>
                  <a:ext uri="{FF2B5EF4-FFF2-40B4-BE49-F238E27FC236}">
                    <a16:creationId xmlns:a16="http://schemas.microsoft.com/office/drawing/2014/main" id="{2A4D34CB-1BA5-4436-95D4-0DC57E6CE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903"/>
                <a:ext cx="1" cy="14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1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" name="Freeform 213">
                <a:extLst>
                  <a:ext uri="{FF2B5EF4-FFF2-40B4-BE49-F238E27FC236}">
                    <a16:creationId xmlns:a16="http://schemas.microsoft.com/office/drawing/2014/main" id="{9DE3C83B-CE73-49D5-A898-19F36B140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44"/>
                <a:ext cx="1" cy="16"/>
              </a:xfrm>
              <a:custGeom>
                <a:avLst/>
                <a:gdLst>
                  <a:gd name="T0" fmla="*/ 1 w 1"/>
                  <a:gd name="T1" fmla="*/ 0 h 9"/>
                  <a:gd name="T2" fmla="*/ 0 w 1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" name="Freeform 214">
                <a:extLst>
                  <a:ext uri="{FF2B5EF4-FFF2-40B4-BE49-F238E27FC236}">
                    <a16:creationId xmlns:a16="http://schemas.microsoft.com/office/drawing/2014/main" id="{A72BF7C3-C241-419B-BC43-648B0853C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94"/>
                <a:ext cx="2" cy="14"/>
              </a:xfrm>
              <a:custGeom>
                <a:avLst/>
                <a:gdLst>
                  <a:gd name="T0" fmla="*/ 0 w 1"/>
                  <a:gd name="T1" fmla="*/ 0 h 8"/>
                  <a:gd name="T2" fmla="*/ 8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0" y="5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" name="Freeform 215">
                <a:extLst>
                  <a:ext uri="{FF2B5EF4-FFF2-40B4-BE49-F238E27FC236}">
                    <a16:creationId xmlns:a16="http://schemas.microsoft.com/office/drawing/2014/main" id="{38C412B8-EA06-4D34-B5F0-5C6737DF7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037"/>
                <a:ext cx="1" cy="14"/>
              </a:xfrm>
              <a:custGeom>
                <a:avLst/>
                <a:gdLst>
                  <a:gd name="T0" fmla="*/ 1 w 1"/>
                  <a:gd name="T1" fmla="*/ 0 h 8"/>
                  <a:gd name="T2" fmla="*/ 1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3"/>
                      <a:pt x="0" y="6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" name="Freeform 216">
                <a:extLst>
                  <a:ext uri="{FF2B5EF4-FFF2-40B4-BE49-F238E27FC236}">
                    <a16:creationId xmlns:a16="http://schemas.microsoft.com/office/drawing/2014/main" id="{3D76E84C-32F6-4A61-9F7F-7354AB563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75"/>
                <a:ext cx="1" cy="10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" name="Freeform 217">
                <a:extLst>
                  <a:ext uri="{FF2B5EF4-FFF2-40B4-BE49-F238E27FC236}">
                    <a16:creationId xmlns:a16="http://schemas.microsoft.com/office/drawing/2014/main" id="{8FAD1F62-EC73-4449-8F17-D9733990A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106"/>
                <a:ext cx="1" cy="10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" name="Freeform 218">
                <a:extLst>
                  <a:ext uri="{FF2B5EF4-FFF2-40B4-BE49-F238E27FC236}">
                    <a16:creationId xmlns:a16="http://schemas.microsoft.com/office/drawing/2014/main" id="{7B5FB37D-A0C9-4641-85EC-D827A908A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697"/>
                <a:ext cx="3" cy="13"/>
              </a:xfrm>
              <a:custGeom>
                <a:avLst/>
                <a:gdLst>
                  <a:gd name="T0" fmla="*/ 8 w 2"/>
                  <a:gd name="T1" fmla="*/ 0 h 8"/>
                  <a:gd name="T2" fmla="*/ 0 w 2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" name="Freeform 219">
                <a:extLst>
                  <a:ext uri="{FF2B5EF4-FFF2-40B4-BE49-F238E27FC236}">
                    <a16:creationId xmlns:a16="http://schemas.microsoft.com/office/drawing/2014/main" id="{EBFC5AB1-215F-428F-BBC5-FB4CBF6D9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661"/>
                <a:ext cx="1" cy="15"/>
              </a:xfrm>
              <a:custGeom>
                <a:avLst/>
                <a:gdLst>
                  <a:gd name="T0" fmla="*/ 1 w 1"/>
                  <a:gd name="T1" fmla="*/ 8 h 9"/>
                  <a:gd name="T2" fmla="*/ 1 w 1"/>
                  <a:gd name="T3" fmla="*/ 0 h 9"/>
                  <a:gd name="T4" fmla="*/ 0 w 1"/>
                  <a:gd name="T5" fmla="*/ 4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1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" name="Freeform 220">
                <a:extLst>
                  <a:ext uri="{FF2B5EF4-FFF2-40B4-BE49-F238E27FC236}">
                    <a16:creationId xmlns:a16="http://schemas.microsoft.com/office/drawing/2014/main" id="{008692FD-2FF0-4960-B3B7-3FCA329F7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618"/>
                <a:ext cx="3" cy="17"/>
              </a:xfrm>
              <a:custGeom>
                <a:avLst/>
                <a:gdLst>
                  <a:gd name="T0" fmla="*/ 8 w 2"/>
                  <a:gd name="T1" fmla="*/ 0 h 10"/>
                  <a:gd name="T2" fmla="*/ 0 w 2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2" y="3"/>
                      <a:pt x="1" y="7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" name="Freeform 221">
                <a:extLst>
                  <a:ext uri="{FF2B5EF4-FFF2-40B4-BE49-F238E27FC236}">
                    <a16:creationId xmlns:a16="http://schemas.microsoft.com/office/drawing/2014/main" id="{B915EBBA-7E7F-47EA-A4A4-DEC9D217A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573"/>
                <a:ext cx="1" cy="15"/>
              </a:xfrm>
              <a:custGeom>
                <a:avLst/>
                <a:gdLst>
                  <a:gd name="T0" fmla="*/ 1 w 1"/>
                  <a:gd name="T1" fmla="*/ 0 h 9"/>
                  <a:gd name="T2" fmla="*/ 0 w 1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" name="Freeform 222">
                <a:extLst>
                  <a:ext uri="{FF2B5EF4-FFF2-40B4-BE49-F238E27FC236}">
                    <a16:creationId xmlns:a16="http://schemas.microsoft.com/office/drawing/2014/main" id="{468F9138-E726-48E8-8B2D-C3B88DDC4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528"/>
                <a:ext cx="3" cy="14"/>
              </a:xfrm>
              <a:custGeom>
                <a:avLst/>
                <a:gdLst>
                  <a:gd name="T0" fmla="*/ 8 w 2"/>
                  <a:gd name="T1" fmla="*/ 0 h 8"/>
                  <a:gd name="T2" fmla="*/ 0 w 2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" name="Freeform 223">
                <a:extLst>
                  <a:ext uri="{FF2B5EF4-FFF2-40B4-BE49-F238E27FC236}">
                    <a16:creationId xmlns:a16="http://schemas.microsoft.com/office/drawing/2014/main" id="{CBA18A37-E24F-43CA-9F5E-A778AA544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484"/>
                <a:ext cx="1" cy="13"/>
              </a:xfrm>
              <a:custGeom>
                <a:avLst/>
                <a:gdLst>
                  <a:gd name="T0" fmla="*/ 1 w 1"/>
                  <a:gd name="T1" fmla="*/ 0 h 8"/>
                  <a:gd name="T2" fmla="*/ 0 w 1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6" name="Freeform 224">
                <a:extLst>
                  <a:ext uri="{FF2B5EF4-FFF2-40B4-BE49-F238E27FC236}">
                    <a16:creationId xmlns:a16="http://schemas.microsoft.com/office/drawing/2014/main" id="{3362757E-6161-48F0-A249-B889175B7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439"/>
                <a:ext cx="4" cy="14"/>
              </a:xfrm>
              <a:custGeom>
                <a:avLst/>
                <a:gdLst>
                  <a:gd name="T0" fmla="*/ 7 w 3"/>
                  <a:gd name="T1" fmla="*/ 0 h 8"/>
                  <a:gd name="T2" fmla="*/ 5 w 3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2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7" name="Freeform 225">
                <a:extLst>
                  <a:ext uri="{FF2B5EF4-FFF2-40B4-BE49-F238E27FC236}">
                    <a16:creationId xmlns:a16="http://schemas.microsoft.com/office/drawing/2014/main" id="{E92F12DC-ACDF-4C1C-8EB5-EB383B5BF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403"/>
                <a:ext cx="4" cy="17"/>
              </a:xfrm>
              <a:custGeom>
                <a:avLst/>
                <a:gdLst>
                  <a:gd name="T0" fmla="*/ 7 w 3"/>
                  <a:gd name="T1" fmla="*/ 0 h 10"/>
                  <a:gd name="T2" fmla="*/ 0 w 3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3"/>
                      <a:pt x="0" y="6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8" name="Freeform 226">
                <a:extLst>
                  <a:ext uri="{FF2B5EF4-FFF2-40B4-BE49-F238E27FC236}">
                    <a16:creationId xmlns:a16="http://schemas.microsoft.com/office/drawing/2014/main" id="{61755A07-2F23-49ED-AE9C-DB30A011D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327"/>
                <a:ext cx="532" cy="105"/>
              </a:xfrm>
              <a:custGeom>
                <a:avLst/>
                <a:gdLst>
                  <a:gd name="T0" fmla="*/ 0 w 330"/>
                  <a:gd name="T1" fmla="*/ 65 h 61"/>
                  <a:gd name="T2" fmla="*/ 211 w 330"/>
                  <a:gd name="T3" fmla="*/ 41 h 61"/>
                  <a:gd name="T4" fmla="*/ 398 w 330"/>
                  <a:gd name="T5" fmla="*/ 122 h 61"/>
                  <a:gd name="T6" fmla="*/ 611 w 330"/>
                  <a:gd name="T7" fmla="*/ 133 h 61"/>
                  <a:gd name="T8" fmla="*/ 821 w 330"/>
                  <a:gd name="T9" fmla="*/ 205 h 61"/>
                  <a:gd name="T10" fmla="*/ 1011 w 330"/>
                  <a:gd name="T11" fmla="*/ 219 h 61"/>
                  <a:gd name="T12" fmla="*/ 1156 w 330"/>
                  <a:gd name="T13" fmla="*/ 239 h 61"/>
                  <a:gd name="T14" fmla="*/ 1383 w 330"/>
                  <a:gd name="T15" fmla="*/ 239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0" h="61">
                    <a:moveTo>
                      <a:pt x="0" y="13"/>
                    </a:moveTo>
                    <a:cubicBezTo>
                      <a:pt x="17" y="13"/>
                      <a:pt x="32" y="0"/>
                      <a:pt x="50" y="8"/>
                    </a:cubicBezTo>
                    <a:cubicBezTo>
                      <a:pt x="68" y="16"/>
                      <a:pt x="75" y="24"/>
                      <a:pt x="95" y="24"/>
                    </a:cubicBezTo>
                    <a:cubicBezTo>
                      <a:pt x="112" y="23"/>
                      <a:pt x="130" y="20"/>
                      <a:pt x="146" y="26"/>
                    </a:cubicBezTo>
                    <a:cubicBezTo>
                      <a:pt x="167" y="33"/>
                      <a:pt x="172" y="44"/>
                      <a:pt x="196" y="40"/>
                    </a:cubicBezTo>
                    <a:cubicBezTo>
                      <a:pt x="212" y="38"/>
                      <a:pt x="226" y="34"/>
                      <a:pt x="241" y="43"/>
                    </a:cubicBezTo>
                    <a:cubicBezTo>
                      <a:pt x="257" y="52"/>
                      <a:pt x="257" y="50"/>
                      <a:pt x="276" y="47"/>
                    </a:cubicBezTo>
                    <a:cubicBezTo>
                      <a:pt x="295" y="44"/>
                      <a:pt x="312" y="61"/>
                      <a:pt x="330" y="4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9" name="Freeform 227">
                <a:extLst>
                  <a:ext uri="{FF2B5EF4-FFF2-40B4-BE49-F238E27FC236}">
                    <a16:creationId xmlns:a16="http://schemas.microsoft.com/office/drawing/2014/main" id="{3BDD1171-4359-4960-9B3D-BA86179E9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412"/>
                <a:ext cx="489" cy="133"/>
              </a:xfrm>
              <a:custGeom>
                <a:avLst/>
                <a:gdLst>
                  <a:gd name="T0" fmla="*/ 0 w 304"/>
                  <a:gd name="T1" fmla="*/ 0 h 78"/>
                  <a:gd name="T2" fmla="*/ 150 w 304"/>
                  <a:gd name="T3" fmla="*/ 41 h 78"/>
                  <a:gd name="T4" fmla="*/ 246 w 304"/>
                  <a:gd name="T5" fmla="*/ 49 h 78"/>
                  <a:gd name="T6" fmla="*/ 396 w 304"/>
                  <a:gd name="T7" fmla="*/ 104 h 78"/>
                  <a:gd name="T8" fmla="*/ 574 w 304"/>
                  <a:gd name="T9" fmla="*/ 140 h 78"/>
                  <a:gd name="T10" fmla="*/ 795 w 304"/>
                  <a:gd name="T11" fmla="*/ 198 h 78"/>
                  <a:gd name="T12" fmla="*/ 957 w 304"/>
                  <a:gd name="T13" fmla="*/ 281 h 78"/>
                  <a:gd name="T14" fmla="*/ 1144 w 304"/>
                  <a:gd name="T15" fmla="*/ 297 h 78"/>
                  <a:gd name="T16" fmla="*/ 1266 w 304"/>
                  <a:gd name="T17" fmla="*/ 387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78">
                    <a:moveTo>
                      <a:pt x="0" y="0"/>
                    </a:moveTo>
                    <a:cubicBezTo>
                      <a:pt x="8" y="18"/>
                      <a:pt x="22" y="10"/>
                      <a:pt x="36" y="8"/>
                    </a:cubicBezTo>
                    <a:cubicBezTo>
                      <a:pt x="44" y="6"/>
                      <a:pt x="50" y="6"/>
                      <a:pt x="59" y="10"/>
                    </a:cubicBezTo>
                    <a:cubicBezTo>
                      <a:pt x="73" y="15"/>
                      <a:pt x="77" y="24"/>
                      <a:pt x="95" y="21"/>
                    </a:cubicBezTo>
                    <a:cubicBezTo>
                      <a:pt x="113" y="19"/>
                      <a:pt x="121" y="18"/>
                      <a:pt x="138" y="28"/>
                    </a:cubicBezTo>
                    <a:cubicBezTo>
                      <a:pt x="157" y="41"/>
                      <a:pt x="168" y="40"/>
                      <a:pt x="191" y="40"/>
                    </a:cubicBezTo>
                    <a:cubicBezTo>
                      <a:pt x="210" y="40"/>
                      <a:pt x="214" y="50"/>
                      <a:pt x="230" y="57"/>
                    </a:cubicBezTo>
                    <a:cubicBezTo>
                      <a:pt x="244" y="63"/>
                      <a:pt x="260" y="56"/>
                      <a:pt x="275" y="60"/>
                    </a:cubicBezTo>
                    <a:cubicBezTo>
                      <a:pt x="287" y="64"/>
                      <a:pt x="294" y="72"/>
                      <a:pt x="304" y="7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0" name="Freeform 228">
                <a:extLst>
                  <a:ext uri="{FF2B5EF4-FFF2-40B4-BE49-F238E27FC236}">
                    <a16:creationId xmlns:a16="http://schemas.microsoft.com/office/drawing/2014/main" id="{CB46255F-97BB-4991-8968-4C0AA3624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444"/>
                <a:ext cx="195" cy="71"/>
              </a:xfrm>
              <a:custGeom>
                <a:avLst/>
                <a:gdLst>
                  <a:gd name="T0" fmla="*/ 0 w 121"/>
                  <a:gd name="T1" fmla="*/ 21 h 41"/>
                  <a:gd name="T2" fmla="*/ 192 w 121"/>
                  <a:gd name="T3" fmla="*/ 48 h 41"/>
                  <a:gd name="T4" fmla="*/ 239 w 121"/>
                  <a:gd name="T5" fmla="*/ 99 h 41"/>
                  <a:gd name="T6" fmla="*/ 309 w 121"/>
                  <a:gd name="T7" fmla="*/ 83 h 41"/>
                  <a:gd name="T8" fmla="*/ 472 w 121"/>
                  <a:gd name="T9" fmla="*/ 151 h 41"/>
                  <a:gd name="T10" fmla="*/ 506 w 121"/>
                  <a:gd name="T11" fmla="*/ 21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41">
                    <a:moveTo>
                      <a:pt x="0" y="4"/>
                    </a:moveTo>
                    <a:cubicBezTo>
                      <a:pt x="16" y="1"/>
                      <a:pt x="32" y="0"/>
                      <a:pt x="46" y="9"/>
                    </a:cubicBezTo>
                    <a:cubicBezTo>
                      <a:pt x="51" y="13"/>
                      <a:pt x="50" y="17"/>
                      <a:pt x="57" y="19"/>
                    </a:cubicBezTo>
                    <a:cubicBezTo>
                      <a:pt x="61" y="20"/>
                      <a:pt x="70" y="16"/>
                      <a:pt x="74" y="16"/>
                    </a:cubicBezTo>
                    <a:cubicBezTo>
                      <a:pt x="86" y="16"/>
                      <a:pt x="104" y="21"/>
                      <a:pt x="113" y="29"/>
                    </a:cubicBezTo>
                    <a:cubicBezTo>
                      <a:pt x="116" y="32"/>
                      <a:pt x="117" y="38"/>
                      <a:pt x="121" y="4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1" name="Freeform 229">
                <a:extLst>
                  <a:ext uri="{FF2B5EF4-FFF2-40B4-BE49-F238E27FC236}">
                    <a16:creationId xmlns:a16="http://schemas.microsoft.com/office/drawing/2014/main" id="{96B53C00-37DB-4A15-A8CA-0F4BB53BA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499"/>
                <a:ext cx="368" cy="89"/>
              </a:xfrm>
              <a:custGeom>
                <a:avLst/>
                <a:gdLst>
                  <a:gd name="T0" fmla="*/ 0 w 229"/>
                  <a:gd name="T1" fmla="*/ 62 h 52"/>
                  <a:gd name="T2" fmla="*/ 225 w 229"/>
                  <a:gd name="T3" fmla="*/ 79 h 52"/>
                  <a:gd name="T4" fmla="*/ 416 w 229"/>
                  <a:gd name="T5" fmla="*/ 120 h 52"/>
                  <a:gd name="T6" fmla="*/ 535 w 229"/>
                  <a:gd name="T7" fmla="*/ 181 h 52"/>
                  <a:gd name="T8" fmla="*/ 847 w 229"/>
                  <a:gd name="T9" fmla="*/ 234 h 52"/>
                  <a:gd name="T10" fmla="*/ 916 w 229"/>
                  <a:gd name="T11" fmla="*/ 234 h 52"/>
                  <a:gd name="T12" fmla="*/ 950 w 229"/>
                  <a:gd name="T13" fmla="*/ 219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9" h="52">
                    <a:moveTo>
                      <a:pt x="0" y="12"/>
                    </a:moveTo>
                    <a:cubicBezTo>
                      <a:pt x="21" y="0"/>
                      <a:pt x="36" y="6"/>
                      <a:pt x="54" y="16"/>
                    </a:cubicBezTo>
                    <a:cubicBezTo>
                      <a:pt x="68" y="23"/>
                      <a:pt x="85" y="22"/>
                      <a:pt x="100" y="24"/>
                    </a:cubicBezTo>
                    <a:cubicBezTo>
                      <a:pt x="114" y="25"/>
                      <a:pt x="118" y="28"/>
                      <a:pt x="129" y="36"/>
                    </a:cubicBezTo>
                    <a:cubicBezTo>
                      <a:pt x="152" y="52"/>
                      <a:pt x="178" y="44"/>
                      <a:pt x="204" y="47"/>
                    </a:cubicBezTo>
                    <a:cubicBezTo>
                      <a:pt x="210" y="47"/>
                      <a:pt x="216" y="48"/>
                      <a:pt x="221" y="47"/>
                    </a:cubicBezTo>
                    <a:cubicBezTo>
                      <a:pt x="225" y="46"/>
                      <a:pt x="223" y="41"/>
                      <a:pt x="229" y="4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2" name="Freeform 230">
                <a:extLst>
                  <a:ext uri="{FF2B5EF4-FFF2-40B4-BE49-F238E27FC236}">
                    <a16:creationId xmlns:a16="http://schemas.microsoft.com/office/drawing/2014/main" id="{8FAA39C1-3D7B-4C7A-A22A-CC21C7785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547"/>
                <a:ext cx="103" cy="35"/>
              </a:xfrm>
              <a:custGeom>
                <a:avLst/>
                <a:gdLst>
                  <a:gd name="T0" fmla="*/ 0 w 64"/>
                  <a:gd name="T1" fmla="*/ 21 h 20"/>
                  <a:gd name="T2" fmla="*/ 267 w 64"/>
                  <a:gd name="T3" fmla="*/ 10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20">
                    <a:moveTo>
                      <a:pt x="0" y="4"/>
                    </a:moveTo>
                    <a:cubicBezTo>
                      <a:pt x="25" y="0"/>
                      <a:pt x="43" y="9"/>
                      <a:pt x="64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3" name="Freeform 231">
                <a:extLst>
                  <a:ext uri="{FF2B5EF4-FFF2-40B4-BE49-F238E27FC236}">
                    <a16:creationId xmlns:a16="http://schemas.microsoft.com/office/drawing/2014/main" id="{74F52609-25AF-4DD0-A568-51945114A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580"/>
                <a:ext cx="574" cy="110"/>
              </a:xfrm>
              <a:custGeom>
                <a:avLst/>
                <a:gdLst>
                  <a:gd name="T0" fmla="*/ 0 w 356"/>
                  <a:gd name="T1" fmla="*/ 0 h 64"/>
                  <a:gd name="T2" fmla="*/ 124 w 356"/>
                  <a:gd name="T3" fmla="*/ 57 h 64"/>
                  <a:gd name="T4" fmla="*/ 281 w 356"/>
                  <a:gd name="T5" fmla="*/ 41 h 64"/>
                  <a:gd name="T6" fmla="*/ 426 w 356"/>
                  <a:gd name="T7" fmla="*/ 127 h 64"/>
                  <a:gd name="T8" fmla="*/ 603 w 356"/>
                  <a:gd name="T9" fmla="*/ 132 h 64"/>
                  <a:gd name="T10" fmla="*/ 808 w 356"/>
                  <a:gd name="T11" fmla="*/ 206 h 64"/>
                  <a:gd name="T12" fmla="*/ 930 w 356"/>
                  <a:gd name="T13" fmla="*/ 184 h 64"/>
                  <a:gd name="T14" fmla="*/ 1035 w 356"/>
                  <a:gd name="T15" fmla="*/ 205 h 64"/>
                  <a:gd name="T16" fmla="*/ 1172 w 356"/>
                  <a:gd name="T17" fmla="*/ 299 h 64"/>
                  <a:gd name="T18" fmla="*/ 1316 w 356"/>
                  <a:gd name="T19" fmla="*/ 296 h 64"/>
                  <a:gd name="T20" fmla="*/ 1491 w 356"/>
                  <a:gd name="T21" fmla="*/ 275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6" h="64">
                    <a:moveTo>
                      <a:pt x="0" y="0"/>
                    </a:moveTo>
                    <a:cubicBezTo>
                      <a:pt x="10" y="4"/>
                      <a:pt x="19" y="10"/>
                      <a:pt x="30" y="11"/>
                    </a:cubicBezTo>
                    <a:cubicBezTo>
                      <a:pt x="43" y="13"/>
                      <a:pt x="55" y="5"/>
                      <a:pt x="67" y="8"/>
                    </a:cubicBezTo>
                    <a:cubicBezTo>
                      <a:pt x="80" y="10"/>
                      <a:pt x="90" y="20"/>
                      <a:pt x="102" y="25"/>
                    </a:cubicBezTo>
                    <a:cubicBezTo>
                      <a:pt x="118" y="31"/>
                      <a:pt x="129" y="29"/>
                      <a:pt x="144" y="26"/>
                    </a:cubicBezTo>
                    <a:cubicBezTo>
                      <a:pt x="164" y="23"/>
                      <a:pt x="174" y="39"/>
                      <a:pt x="193" y="41"/>
                    </a:cubicBezTo>
                    <a:cubicBezTo>
                      <a:pt x="202" y="42"/>
                      <a:pt x="212" y="36"/>
                      <a:pt x="222" y="36"/>
                    </a:cubicBezTo>
                    <a:cubicBezTo>
                      <a:pt x="230" y="36"/>
                      <a:pt x="239" y="37"/>
                      <a:pt x="247" y="40"/>
                    </a:cubicBezTo>
                    <a:cubicBezTo>
                      <a:pt x="260" y="44"/>
                      <a:pt x="268" y="55"/>
                      <a:pt x="280" y="59"/>
                    </a:cubicBezTo>
                    <a:cubicBezTo>
                      <a:pt x="292" y="64"/>
                      <a:pt x="302" y="61"/>
                      <a:pt x="314" y="58"/>
                    </a:cubicBezTo>
                    <a:cubicBezTo>
                      <a:pt x="326" y="55"/>
                      <a:pt x="344" y="51"/>
                      <a:pt x="356" y="5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4" name="Freeform 232">
                <a:extLst>
                  <a:ext uri="{FF2B5EF4-FFF2-40B4-BE49-F238E27FC236}">
                    <a16:creationId xmlns:a16="http://schemas.microsoft.com/office/drawing/2014/main" id="{79619BAD-2146-4128-85C8-76A5D5AAC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612"/>
                <a:ext cx="101" cy="26"/>
              </a:xfrm>
              <a:custGeom>
                <a:avLst/>
                <a:gdLst>
                  <a:gd name="T0" fmla="*/ 0 w 63"/>
                  <a:gd name="T1" fmla="*/ 29 h 15"/>
                  <a:gd name="T2" fmla="*/ 260 w 63"/>
                  <a:gd name="T3" fmla="*/ 7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5">
                    <a:moveTo>
                      <a:pt x="0" y="6"/>
                    </a:moveTo>
                    <a:cubicBezTo>
                      <a:pt x="25" y="7"/>
                      <a:pt x="41" y="0"/>
                      <a:pt x="63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5" name="Freeform 233">
                <a:extLst>
                  <a:ext uri="{FF2B5EF4-FFF2-40B4-BE49-F238E27FC236}">
                    <a16:creationId xmlns:a16="http://schemas.microsoft.com/office/drawing/2014/main" id="{BA17C96E-8234-4A64-A1CF-7FD06FD2A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649"/>
                <a:ext cx="99" cy="32"/>
              </a:xfrm>
              <a:custGeom>
                <a:avLst/>
                <a:gdLst>
                  <a:gd name="T0" fmla="*/ 0 w 62"/>
                  <a:gd name="T1" fmla="*/ 0 h 19"/>
                  <a:gd name="T2" fmla="*/ 252 w 62"/>
                  <a:gd name="T3" fmla="*/ 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15" y="19"/>
                      <a:pt x="45" y="15"/>
                      <a:pt x="62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6" name="Freeform 234">
                <a:extLst>
                  <a:ext uri="{FF2B5EF4-FFF2-40B4-BE49-F238E27FC236}">
                    <a16:creationId xmlns:a16="http://schemas.microsoft.com/office/drawing/2014/main" id="{E1742AD5-60A5-43D7-88ED-06AA8B200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597"/>
                <a:ext cx="132" cy="31"/>
              </a:xfrm>
              <a:custGeom>
                <a:avLst/>
                <a:gdLst>
                  <a:gd name="T0" fmla="*/ 0 w 82"/>
                  <a:gd name="T1" fmla="*/ 16 h 18"/>
                  <a:gd name="T2" fmla="*/ 230 w 82"/>
                  <a:gd name="T3" fmla="*/ 36 h 18"/>
                  <a:gd name="T4" fmla="*/ 341 w 82"/>
                  <a:gd name="T5" fmla="*/ 9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8">
                    <a:moveTo>
                      <a:pt x="0" y="3"/>
                    </a:moveTo>
                    <a:cubicBezTo>
                      <a:pt x="20" y="4"/>
                      <a:pt x="35" y="0"/>
                      <a:pt x="55" y="7"/>
                    </a:cubicBezTo>
                    <a:cubicBezTo>
                      <a:pt x="64" y="10"/>
                      <a:pt x="73" y="15"/>
                      <a:pt x="82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7" name="Freeform 235">
                <a:extLst>
                  <a:ext uri="{FF2B5EF4-FFF2-40B4-BE49-F238E27FC236}">
                    <a16:creationId xmlns:a16="http://schemas.microsoft.com/office/drawing/2014/main" id="{8BD80057-99B2-4714-AAA4-322BCC55E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630"/>
                <a:ext cx="77" cy="25"/>
              </a:xfrm>
              <a:custGeom>
                <a:avLst/>
                <a:gdLst>
                  <a:gd name="T0" fmla="*/ 0 w 48"/>
                  <a:gd name="T1" fmla="*/ 0 h 15"/>
                  <a:gd name="T2" fmla="*/ 199 w 48"/>
                  <a:gd name="T3" fmla="*/ 4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5">
                    <a:moveTo>
                      <a:pt x="0" y="0"/>
                    </a:moveTo>
                    <a:cubicBezTo>
                      <a:pt x="11" y="12"/>
                      <a:pt x="37" y="15"/>
                      <a:pt x="48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8" name="Freeform 236">
                <a:extLst>
                  <a:ext uri="{FF2B5EF4-FFF2-40B4-BE49-F238E27FC236}">
                    <a16:creationId xmlns:a16="http://schemas.microsoft.com/office/drawing/2014/main" id="{DC17F0C2-B1AD-47F9-BCA6-F2DEEBF4D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602"/>
                <a:ext cx="79" cy="26"/>
              </a:xfrm>
              <a:custGeom>
                <a:avLst/>
                <a:gdLst>
                  <a:gd name="T0" fmla="*/ 0 w 49"/>
                  <a:gd name="T1" fmla="*/ 0 h 15"/>
                  <a:gd name="T2" fmla="*/ 205 w 49"/>
                  <a:gd name="T3" fmla="*/ 6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5">
                    <a:moveTo>
                      <a:pt x="0" y="0"/>
                    </a:moveTo>
                    <a:cubicBezTo>
                      <a:pt x="9" y="12"/>
                      <a:pt x="35" y="15"/>
                      <a:pt x="49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9" name="Freeform 237">
                <a:extLst>
                  <a:ext uri="{FF2B5EF4-FFF2-40B4-BE49-F238E27FC236}">
                    <a16:creationId xmlns:a16="http://schemas.microsoft.com/office/drawing/2014/main" id="{FE2448B9-EA71-48F3-8F4E-BA3CA121F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80"/>
                <a:ext cx="77" cy="32"/>
              </a:xfrm>
              <a:custGeom>
                <a:avLst/>
                <a:gdLst>
                  <a:gd name="T0" fmla="*/ 0 w 48"/>
                  <a:gd name="T1" fmla="*/ 0 h 19"/>
                  <a:gd name="T2" fmla="*/ 199 w 48"/>
                  <a:gd name="T3" fmla="*/ 4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9">
                    <a:moveTo>
                      <a:pt x="0" y="0"/>
                    </a:moveTo>
                    <a:cubicBezTo>
                      <a:pt x="7" y="11"/>
                      <a:pt x="38" y="19"/>
                      <a:pt x="4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0" name="Freeform 238">
                <a:extLst>
                  <a:ext uri="{FF2B5EF4-FFF2-40B4-BE49-F238E27FC236}">
                    <a16:creationId xmlns:a16="http://schemas.microsoft.com/office/drawing/2014/main" id="{6D55BD2C-D0DD-49D2-BDE0-FAF3308FD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535"/>
                <a:ext cx="103" cy="40"/>
              </a:xfrm>
              <a:custGeom>
                <a:avLst/>
                <a:gdLst>
                  <a:gd name="T0" fmla="*/ 0 w 64"/>
                  <a:gd name="T1" fmla="*/ 0 h 23"/>
                  <a:gd name="T2" fmla="*/ 150 w 64"/>
                  <a:gd name="T3" fmla="*/ 111 h 23"/>
                  <a:gd name="T4" fmla="*/ 267 w 64"/>
                  <a:gd name="T5" fmla="*/ 11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3">
                    <a:moveTo>
                      <a:pt x="0" y="0"/>
                    </a:moveTo>
                    <a:cubicBezTo>
                      <a:pt x="12" y="10"/>
                      <a:pt x="20" y="20"/>
                      <a:pt x="36" y="21"/>
                    </a:cubicBezTo>
                    <a:cubicBezTo>
                      <a:pt x="45" y="23"/>
                      <a:pt x="58" y="21"/>
                      <a:pt x="64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1" name="Freeform 239">
                <a:extLst>
                  <a:ext uri="{FF2B5EF4-FFF2-40B4-BE49-F238E27FC236}">
                    <a16:creationId xmlns:a16="http://schemas.microsoft.com/office/drawing/2014/main" id="{66E4E76E-0A3C-4469-BBA9-89C3A868D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503"/>
                <a:ext cx="90" cy="30"/>
              </a:xfrm>
              <a:custGeom>
                <a:avLst/>
                <a:gdLst>
                  <a:gd name="T0" fmla="*/ 0 w 56"/>
                  <a:gd name="T1" fmla="*/ 8 h 18"/>
                  <a:gd name="T2" fmla="*/ 233 w 56"/>
                  <a:gd name="T3" fmla="*/ 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8">
                    <a:moveTo>
                      <a:pt x="0" y="2"/>
                    </a:moveTo>
                    <a:cubicBezTo>
                      <a:pt x="25" y="0"/>
                      <a:pt x="37" y="1"/>
                      <a:pt x="56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2" name="Freeform 240">
                <a:extLst>
                  <a:ext uri="{FF2B5EF4-FFF2-40B4-BE49-F238E27FC236}">
                    <a16:creationId xmlns:a16="http://schemas.microsoft.com/office/drawing/2014/main" id="{765822B4-0E46-4839-9638-EE47F5645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468"/>
                <a:ext cx="95" cy="43"/>
              </a:xfrm>
              <a:custGeom>
                <a:avLst/>
                <a:gdLst>
                  <a:gd name="T0" fmla="*/ 0 w 59"/>
                  <a:gd name="T1" fmla="*/ 36 h 25"/>
                  <a:gd name="T2" fmla="*/ 176 w 59"/>
                  <a:gd name="T3" fmla="*/ 50 h 25"/>
                  <a:gd name="T4" fmla="*/ 246 w 59"/>
                  <a:gd name="T5" fmla="*/ 12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5">
                    <a:moveTo>
                      <a:pt x="0" y="7"/>
                    </a:moveTo>
                    <a:cubicBezTo>
                      <a:pt x="17" y="6"/>
                      <a:pt x="27" y="0"/>
                      <a:pt x="42" y="10"/>
                    </a:cubicBezTo>
                    <a:cubicBezTo>
                      <a:pt x="46" y="13"/>
                      <a:pt x="59" y="25"/>
                      <a:pt x="59" y="2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3" name="Freeform 241">
                <a:extLst>
                  <a:ext uri="{FF2B5EF4-FFF2-40B4-BE49-F238E27FC236}">
                    <a16:creationId xmlns:a16="http://schemas.microsoft.com/office/drawing/2014/main" id="{2ABD8690-1977-4BA7-8E15-1E8665111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338"/>
                <a:ext cx="201" cy="53"/>
              </a:xfrm>
              <a:custGeom>
                <a:avLst/>
                <a:gdLst>
                  <a:gd name="T0" fmla="*/ 0 w 125"/>
                  <a:gd name="T1" fmla="*/ 5 h 31"/>
                  <a:gd name="T2" fmla="*/ 293 w 125"/>
                  <a:gd name="T3" fmla="*/ 91 h 31"/>
                  <a:gd name="T4" fmla="*/ 519 w 125"/>
                  <a:gd name="T5" fmla="*/ 156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31">
                    <a:moveTo>
                      <a:pt x="0" y="1"/>
                    </a:moveTo>
                    <a:cubicBezTo>
                      <a:pt x="28" y="0"/>
                      <a:pt x="47" y="1"/>
                      <a:pt x="70" y="18"/>
                    </a:cubicBezTo>
                    <a:cubicBezTo>
                      <a:pt x="86" y="30"/>
                      <a:pt x="105" y="31"/>
                      <a:pt x="125" y="3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4" name="Freeform 242">
                <a:extLst>
                  <a:ext uri="{FF2B5EF4-FFF2-40B4-BE49-F238E27FC236}">
                    <a16:creationId xmlns:a16="http://schemas.microsoft.com/office/drawing/2014/main" id="{8BE1E9D4-F315-4B05-8336-918EC68AC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358"/>
                <a:ext cx="98" cy="33"/>
              </a:xfrm>
              <a:custGeom>
                <a:avLst/>
                <a:gdLst>
                  <a:gd name="T0" fmla="*/ 0 w 61"/>
                  <a:gd name="T1" fmla="*/ 28 h 19"/>
                  <a:gd name="T2" fmla="*/ 252 w 61"/>
                  <a:gd name="T3" fmla="*/ 9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9">
                    <a:moveTo>
                      <a:pt x="0" y="5"/>
                    </a:moveTo>
                    <a:cubicBezTo>
                      <a:pt x="14" y="0"/>
                      <a:pt x="59" y="0"/>
                      <a:pt x="61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5" name="Freeform 243">
                <a:extLst>
                  <a:ext uri="{FF2B5EF4-FFF2-40B4-BE49-F238E27FC236}">
                    <a16:creationId xmlns:a16="http://schemas.microsoft.com/office/drawing/2014/main" id="{72FAC6B4-3715-4DF0-B069-45908D734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302"/>
                <a:ext cx="38" cy="37"/>
              </a:xfrm>
              <a:custGeom>
                <a:avLst/>
                <a:gdLst>
                  <a:gd name="T0" fmla="*/ 0 w 24"/>
                  <a:gd name="T1" fmla="*/ 0 h 22"/>
                  <a:gd name="T2" fmla="*/ 95 w 24"/>
                  <a:gd name="T3" fmla="*/ 10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2">
                    <a:moveTo>
                      <a:pt x="0" y="0"/>
                    </a:moveTo>
                    <a:cubicBezTo>
                      <a:pt x="6" y="10"/>
                      <a:pt x="19" y="12"/>
                      <a:pt x="24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6" name="Freeform 244">
                <a:extLst>
                  <a:ext uri="{FF2B5EF4-FFF2-40B4-BE49-F238E27FC236}">
                    <a16:creationId xmlns:a16="http://schemas.microsoft.com/office/drawing/2014/main" id="{F14DB20F-2664-453F-81F1-EA6F49704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348"/>
                <a:ext cx="93" cy="31"/>
              </a:xfrm>
              <a:custGeom>
                <a:avLst/>
                <a:gdLst>
                  <a:gd name="T0" fmla="*/ 0 w 58"/>
                  <a:gd name="T1" fmla="*/ 0 h 18"/>
                  <a:gd name="T2" fmla="*/ 239 w 58"/>
                  <a:gd name="T3" fmla="*/ 4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8">
                    <a:moveTo>
                      <a:pt x="0" y="0"/>
                    </a:moveTo>
                    <a:cubicBezTo>
                      <a:pt x="15" y="18"/>
                      <a:pt x="43" y="9"/>
                      <a:pt x="58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7" name="Freeform 245">
                <a:extLst>
                  <a:ext uri="{FF2B5EF4-FFF2-40B4-BE49-F238E27FC236}">
                    <a16:creationId xmlns:a16="http://schemas.microsoft.com/office/drawing/2014/main" id="{C96AE52F-1731-4113-A0C1-A35E75DFB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401"/>
                <a:ext cx="109" cy="36"/>
              </a:xfrm>
              <a:custGeom>
                <a:avLst/>
                <a:gdLst>
                  <a:gd name="T0" fmla="*/ 0 w 68"/>
                  <a:gd name="T1" fmla="*/ 0 h 21"/>
                  <a:gd name="T2" fmla="*/ 281 w 68"/>
                  <a:gd name="T3" fmla="*/ 6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1">
                    <a:moveTo>
                      <a:pt x="0" y="0"/>
                    </a:moveTo>
                    <a:cubicBezTo>
                      <a:pt x="18" y="21"/>
                      <a:pt x="47" y="17"/>
                      <a:pt x="68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8" name="Freeform 246">
                <a:extLst>
                  <a:ext uri="{FF2B5EF4-FFF2-40B4-BE49-F238E27FC236}">
                    <a16:creationId xmlns:a16="http://schemas.microsoft.com/office/drawing/2014/main" id="{07A913ED-FE8E-4C18-A4FF-8D8F83D0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451"/>
                <a:ext cx="96" cy="31"/>
              </a:xfrm>
              <a:custGeom>
                <a:avLst/>
                <a:gdLst>
                  <a:gd name="T0" fmla="*/ 0 w 60"/>
                  <a:gd name="T1" fmla="*/ 0 h 18"/>
                  <a:gd name="T2" fmla="*/ 246 w 60"/>
                  <a:gd name="T3" fmla="*/ 6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8">
                    <a:moveTo>
                      <a:pt x="0" y="0"/>
                    </a:moveTo>
                    <a:cubicBezTo>
                      <a:pt x="15" y="18"/>
                      <a:pt x="40" y="15"/>
                      <a:pt x="60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9" name="Freeform 247">
                <a:extLst>
                  <a:ext uri="{FF2B5EF4-FFF2-40B4-BE49-F238E27FC236}">
                    <a16:creationId xmlns:a16="http://schemas.microsoft.com/office/drawing/2014/main" id="{46E7F8FB-A551-4A92-9B47-1187D679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812"/>
                <a:ext cx="446" cy="100"/>
              </a:xfrm>
              <a:custGeom>
                <a:avLst/>
                <a:gdLst>
                  <a:gd name="T0" fmla="*/ 0 w 277"/>
                  <a:gd name="T1" fmla="*/ 0 h 58"/>
                  <a:gd name="T2" fmla="*/ 137 w 277"/>
                  <a:gd name="T3" fmla="*/ 91 h 58"/>
                  <a:gd name="T4" fmla="*/ 383 w 277"/>
                  <a:gd name="T5" fmla="*/ 122 h 58"/>
                  <a:gd name="T6" fmla="*/ 622 w 277"/>
                  <a:gd name="T7" fmla="*/ 190 h 58"/>
                  <a:gd name="T8" fmla="*/ 768 w 277"/>
                  <a:gd name="T9" fmla="*/ 231 h 58"/>
                  <a:gd name="T10" fmla="*/ 1156 w 277"/>
                  <a:gd name="T11" fmla="*/ 24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7" h="58">
                    <a:moveTo>
                      <a:pt x="0" y="0"/>
                    </a:moveTo>
                    <a:cubicBezTo>
                      <a:pt x="13" y="4"/>
                      <a:pt x="18" y="15"/>
                      <a:pt x="33" y="18"/>
                    </a:cubicBezTo>
                    <a:cubicBezTo>
                      <a:pt x="54" y="21"/>
                      <a:pt x="72" y="14"/>
                      <a:pt x="92" y="24"/>
                    </a:cubicBezTo>
                    <a:cubicBezTo>
                      <a:pt x="112" y="34"/>
                      <a:pt x="126" y="38"/>
                      <a:pt x="149" y="37"/>
                    </a:cubicBezTo>
                    <a:cubicBezTo>
                      <a:pt x="166" y="36"/>
                      <a:pt x="169" y="39"/>
                      <a:pt x="184" y="45"/>
                    </a:cubicBezTo>
                    <a:cubicBezTo>
                      <a:pt x="213" y="58"/>
                      <a:pt x="249" y="58"/>
                      <a:pt x="277" y="4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0" name="Freeform 248">
                <a:extLst>
                  <a:ext uri="{FF2B5EF4-FFF2-40B4-BE49-F238E27FC236}">
                    <a16:creationId xmlns:a16="http://schemas.microsoft.com/office/drawing/2014/main" id="{234EDBB6-80DB-49D3-88C2-340C322A1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907"/>
                <a:ext cx="373" cy="120"/>
              </a:xfrm>
              <a:custGeom>
                <a:avLst/>
                <a:gdLst>
                  <a:gd name="T0" fmla="*/ 0 w 232"/>
                  <a:gd name="T1" fmla="*/ 0 h 70"/>
                  <a:gd name="T2" fmla="*/ 158 w 232"/>
                  <a:gd name="T3" fmla="*/ 65 h 70"/>
                  <a:gd name="T4" fmla="*/ 315 w 232"/>
                  <a:gd name="T5" fmla="*/ 79 h 70"/>
                  <a:gd name="T6" fmla="*/ 416 w 232"/>
                  <a:gd name="T7" fmla="*/ 141 h 70"/>
                  <a:gd name="T8" fmla="*/ 582 w 232"/>
                  <a:gd name="T9" fmla="*/ 202 h 70"/>
                  <a:gd name="T10" fmla="*/ 693 w 232"/>
                  <a:gd name="T11" fmla="*/ 218 h 70"/>
                  <a:gd name="T12" fmla="*/ 786 w 232"/>
                  <a:gd name="T13" fmla="*/ 297 h 70"/>
                  <a:gd name="T14" fmla="*/ 965 w 232"/>
                  <a:gd name="T15" fmla="*/ 353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2" h="70">
                    <a:moveTo>
                      <a:pt x="0" y="0"/>
                    </a:moveTo>
                    <a:cubicBezTo>
                      <a:pt x="13" y="4"/>
                      <a:pt x="25" y="9"/>
                      <a:pt x="38" y="13"/>
                    </a:cubicBezTo>
                    <a:cubicBezTo>
                      <a:pt x="51" y="16"/>
                      <a:pt x="63" y="14"/>
                      <a:pt x="76" y="16"/>
                    </a:cubicBezTo>
                    <a:cubicBezTo>
                      <a:pt x="89" y="17"/>
                      <a:pt x="91" y="21"/>
                      <a:pt x="100" y="28"/>
                    </a:cubicBezTo>
                    <a:cubicBezTo>
                      <a:pt x="112" y="37"/>
                      <a:pt x="125" y="39"/>
                      <a:pt x="140" y="40"/>
                    </a:cubicBezTo>
                    <a:cubicBezTo>
                      <a:pt x="149" y="40"/>
                      <a:pt x="159" y="38"/>
                      <a:pt x="167" y="43"/>
                    </a:cubicBezTo>
                    <a:cubicBezTo>
                      <a:pt x="176" y="47"/>
                      <a:pt x="179" y="57"/>
                      <a:pt x="189" y="59"/>
                    </a:cubicBezTo>
                    <a:cubicBezTo>
                      <a:pt x="206" y="64"/>
                      <a:pt x="217" y="58"/>
                      <a:pt x="232" y="7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1" name="Freeform 249">
                <a:extLst>
                  <a:ext uri="{FF2B5EF4-FFF2-40B4-BE49-F238E27FC236}">
                    <a16:creationId xmlns:a16="http://schemas.microsoft.com/office/drawing/2014/main" id="{1D3A471E-9271-468B-9F6E-29E650054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847"/>
                <a:ext cx="118" cy="37"/>
              </a:xfrm>
              <a:custGeom>
                <a:avLst/>
                <a:gdLst>
                  <a:gd name="T0" fmla="*/ 0 w 73"/>
                  <a:gd name="T1" fmla="*/ 0 h 22"/>
                  <a:gd name="T2" fmla="*/ 309 w 73"/>
                  <a:gd name="T3" fmla="*/ 7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22">
                    <a:moveTo>
                      <a:pt x="0" y="0"/>
                    </a:moveTo>
                    <a:cubicBezTo>
                      <a:pt x="20" y="22"/>
                      <a:pt x="48" y="20"/>
                      <a:pt x="73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2" name="Freeform 250">
                <a:extLst>
                  <a:ext uri="{FF2B5EF4-FFF2-40B4-BE49-F238E27FC236}">
                    <a16:creationId xmlns:a16="http://schemas.microsoft.com/office/drawing/2014/main" id="{D13B711D-AAB4-4FD7-9466-6891E157F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879"/>
                <a:ext cx="102" cy="34"/>
              </a:xfrm>
              <a:custGeom>
                <a:avLst/>
                <a:gdLst>
                  <a:gd name="T0" fmla="*/ 0 w 63"/>
                  <a:gd name="T1" fmla="*/ 0 h 20"/>
                  <a:gd name="T2" fmla="*/ 267 w 63"/>
                  <a:gd name="T3" fmla="*/ 6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0">
                    <a:moveTo>
                      <a:pt x="0" y="0"/>
                    </a:moveTo>
                    <a:cubicBezTo>
                      <a:pt x="16" y="20"/>
                      <a:pt x="41" y="18"/>
                      <a:pt x="63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3" name="Freeform 251">
                <a:extLst>
                  <a:ext uri="{FF2B5EF4-FFF2-40B4-BE49-F238E27FC236}">
                    <a16:creationId xmlns:a16="http://schemas.microsoft.com/office/drawing/2014/main" id="{0ACACECB-DE7A-4183-B635-A50A4AFB3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874"/>
                <a:ext cx="100" cy="33"/>
              </a:xfrm>
              <a:custGeom>
                <a:avLst/>
                <a:gdLst>
                  <a:gd name="T0" fmla="*/ 0 w 62"/>
                  <a:gd name="T1" fmla="*/ 28 h 19"/>
                  <a:gd name="T2" fmla="*/ 260 w 62"/>
                  <a:gd name="T3" fmla="*/ 9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9">
                    <a:moveTo>
                      <a:pt x="0" y="5"/>
                    </a:moveTo>
                    <a:cubicBezTo>
                      <a:pt x="18" y="0"/>
                      <a:pt x="47" y="7"/>
                      <a:pt x="62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4" name="Freeform 252">
                <a:extLst>
                  <a:ext uri="{FF2B5EF4-FFF2-40B4-BE49-F238E27FC236}">
                    <a16:creationId xmlns:a16="http://schemas.microsoft.com/office/drawing/2014/main" id="{2221AE0B-17B9-449C-9E9D-B0086D939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929"/>
                <a:ext cx="103" cy="48"/>
              </a:xfrm>
              <a:custGeom>
                <a:avLst/>
                <a:gdLst>
                  <a:gd name="T0" fmla="*/ 0 w 64"/>
                  <a:gd name="T1" fmla="*/ 0 h 28"/>
                  <a:gd name="T2" fmla="*/ 267 w 64"/>
                  <a:gd name="T3" fmla="*/ 7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28">
                    <a:moveTo>
                      <a:pt x="0" y="0"/>
                    </a:moveTo>
                    <a:cubicBezTo>
                      <a:pt x="15" y="9"/>
                      <a:pt x="50" y="28"/>
                      <a:pt x="64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5" name="Freeform 253">
                <a:extLst>
                  <a:ext uri="{FF2B5EF4-FFF2-40B4-BE49-F238E27FC236}">
                    <a16:creationId xmlns:a16="http://schemas.microsoft.com/office/drawing/2014/main" id="{B9CEB83F-813B-4284-9CE2-271F42CE3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908"/>
                <a:ext cx="137" cy="30"/>
              </a:xfrm>
              <a:custGeom>
                <a:avLst/>
                <a:gdLst>
                  <a:gd name="T0" fmla="*/ 0 w 85"/>
                  <a:gd name="T1" fmla="*/ 0 h 17"/>
                  <a:gd name="T2" fmla="*/ 239 w 85"/>
                  <a:gd name="T3" fmla="*/ 78 h 17"/>
                  <a:gd name="T4" fmla="*/ 356 w 85"/>
                  <a:gd name="T5" fmla="*/ 6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7">
                    <a:moveTo>
                      <a:pt x="0" y="0"/>
                    </a:moveTo>
                    <a:cubicBezTo>
                      <a:pt x="15" y="14"/>
                      <a:pt x="38" y="17"/>
                      <a:pt x="57" y="14"/>
                    </a:cubicBezTo>
                    <a:cubicBezTo>
                      <a:pt x="67" y="12"/>
                      <a:pt x="76" y="7"/>
                      <a:pt x="85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6" name="Freeform 254">
                <a:extLst>
                  <a:ext uri="{FF2B5EF4-FFF2-40B4-BE49-F238E27FC236}">
                    <a16:creationId xmlns:a16="http://schemas.microsoft.com/office/drawing/2014/main" id="{F87F364F-D592-41EE-84EB-4B8868EED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929"/>
                <a:ext cx="496" cy="101"/>
              </a:xfrm>
              <a:custGeom>
                <a:avLst/>
                <a:gdLst>
                  <a:gd name="T0" fmla="*/ 0 w 308"/>
                  <a:gd name="T1" fmla="*/ 26 h 59"/>
                  <a:gd name="T2" fmla="*/ 184 w 308"/>
                  <a:gd name="T3" fmla="*/ 36 h 59"/>
                  <a:gd name="T4" fmla="*/ 275 w 308"/>
                  <a:gd name="T5" fmla="*/ 91 h 59"/>
                  <a:gd name="T6" fmla="*/ 382 w 308"/>
                  <a:gd name="T7" fmla="*/ 96 h 59"/>
                  <a:gd name="T8" fmla="*/ 514 w 308"/>
                  <a:gd name="T9" fmla="*/ 156 h 59"/>
                  <a:gd name="T10" fmla="*/ 710 w 308"/>
                  <a:gd name="T11" fmla="*/ 161 h 59"/>
                  <a:gd name="T12" fmla="*/ 855 w 308"/>
                  <a:gd name="T13" fmla="*/ 235 h 59"/>
                  <a:gd name="T14" fmla="*/ 1053 w 308"/>
                  <a:gd name="T15" fmla="*/ 226 h 59"/>
                  <a:gd name="T16" fmla="*/ 1287 w 308"/>
                  <a:gd name="T17" fmla="*/ 267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8" h="59">
                    <a:moveTo>
                      <a:pt x="0" y="5"/>
                    </a:moveTo>
                    <a:cubicBezTo>
                      <a:pt x="16" y="4"/>
                      <a:pt x="30" y="0"/>
                      <a:pt x="44" y="7"/>
                    </a:cubicBezTo>
                    <a:cubicBezTo>
                      <a:pt x="52" y="11"/>
                      <a:pt x="56" y="16"/>
                      <a:pt x="66" y="18"/>
                    </a:cubicBezTo>
                    <a:cubicBezTo>
                      <a:pt x="74" y="20"/>
                      <a:pt x="82" y="18"/>
                      <a:pt x="91" y="19"/>
                    </a:cubicBezTo>
                    <a:cubicBezTo>
                      <a:pt x="103" y="20"/>
                      <a:pt x="112" y="26"/>
                      <a:pt x="123" y="31"/>
                    </a:cubicBezTo>
                    <a:cubicBezTo>
                      <a:pt x="140" y="38"/>
                      <a:pt x="153" y="29"/>
                      <a:pt x="170" y="32"/>
                    </a:cubicBezTo>
                    <a:cubicBezTo>
                      <a:pt x="184" y="34"/>
                      <a:pt x="190" y="45"/>
                      <a:pt x="205" y="47"/>
                    </a:cubicBezTo>
                    <a:cubicBezTo>
                      <a:pt x="220" y="48"/>
                      <a:pt x="236" y="41"/>
                      <a:pt x="252" y="45"/>
                    </a:cubicBezTo>
                    <a:cubicBezTo>
                      <a:pt x="272" y="51"/>
                      <a:pt x="287" y="59"/>
                      <a:pt x="308" y="5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7" name="Freeform 255">
                <a:extLst>
                  <a:ext uri="{FF2B5EF4-FFF2-40B4-BE49-F238E27FC236}">
                    <a16:creationId xmlns:a16="http://schemas.microsoft.com/office/drawing/2014/main" id="{07599184-6D7A-4458-B8C9-0A959F771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989"/>
                <a:ext cx="104" cy="40"/>
              </a:xfrm>
              <a:custGeom>
                <a:avLst/>
                <a:gdLst>
                  <a:gd name="T0" fmla="*/ 0 w 65"/>
                  <a:gd name="T1" fmla="*/ 0 h 23"/>
                  <a:gd name="T2" fmla="*/ 266 w 65"/>
                  <a:gd name="T3" fmla="*/ 6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3">
                    <a:moveTo>
                      <a:pt x="0" y="0"/>
                    </a:moveTo>
                    <a:cubicBezTo>
                      <a:pt x="20" y="23"/>
                      <a:pt x="40" y="10"/>
                      <a:pt x="65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8" name="Freeform 256">
                <a:extLst>
                  <a:ext uri="{FF2B5EF4-FFF2-40B4-BE49-F238E27FC236}">
                    <a16:creationId xmlns:a16="http://schemas.microsoft.com/office/drawing/2014/main" id="{C7702C91-919B-46C9-AF11-1D6C5B16C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807"/>
                <a:ext cx="100" cy="33"/>
              </a:xfrm>
              <a:custGeom>
                <a:avLst/>
                <a:gdLst>
                  <a:gd name="T0" fmla="*/ 0 w 62"/>
                  <a:gd name="T1" fmla="*/ 0 h 19"/>
                  <a:gd name="T2" fmla="*/ 260 w 62"/>
                  <a:gd name="T3" fmla="*/ 9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24" y="4"/>
                      <a:pt x="43" y="2"/>
                      <a:pt x="62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9" name="Freeform 257">
                <a:extLst>
                  <a:ext uri="{FF2B5EF4-FFF2-40B4-BE49-F238E27FC236}">
                    <a16:creationId xmlns:a16="http://schemas.microsoft.com/office/drawing/2014/main" id="{E254B9E3-BEA6-45C3-B764-6A064531C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834"/>
                <a:ext cx="116" cy="42"/>
              </a:xfrm>
              <a:custGeom>
                <a:avLst/>
                <a:gdLst>
                  <a:gd name="T0" fmla="*/ 0 w 72"/>
                  <a:gd name="T1" fmla="*/ 44 h 24"/>
                  <a:gd name="T2" fmla="*/ 301 w 72"/>
                  <a:gd name="T3" fmla="*/ 1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24">
                    <a:moveTo>
                      <a:pt x="0" y="8"/>
                    </a:moveTo>
                    <a:cubicBezTo>
                      <a:pt x="18" y="10"/>
                      <a:pt x="66" y="0"/>
                      <a:pt x="72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0" name="Freeform 258">
                <a:extLst>
                  <a:ext uri="{FF2B5EF4-FFF2-40B4-BE49-F238E27FC236}">
                    <a16:creationId xmlns:a16="http://schemas.microsoft.com/office/drawing/2014/main" id="{4C26A774-FC30-4BD6-B038-8BD7FF43C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893"/>
                <a:ext cx="65" cy="36"/>
              </a:xfrm>
              <a:custGeom>
                <a:avLst/>
                <a:gdLst>
                  <a:gd name="T0" fmla="*/ 0 w 40"/>
                  <a:gd name="T1" fmla="*/ 0 h 21"/>
                  <a:gd name="T2" fmla="*/ 172 w 40"/>
                  <a:gd name="T3" fmla="*/ 10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1">
                    <a:moveTo>
                      <a:pt x="0" y="0"/>
                    </a:moveTo>
                    <a:cubicBezTo>
                      <a:pt x="15" y="5"/>
                      <a:pt x="29" y="14"/>
                      <a:pt x="40" y="2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1" name="Freeform 259">
                <a:extLst>
                  <a:ext uri="{FF2B5EF4-FFF2-40B4-BE49-F238E27FC236}">
                    <a16:creationId xmlns:a16="http://schemas.microsoft.com/office/drawing/2014/main" id="{7F316228-B83D-417C-8CBE-B12C732FA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017"/>
                <a:ext cx="323" cy="79"/>
              </a:xfrm>
              <a:custGeom>
                <a:avLst/>
                <a:gdLst>
                  <a:gd name="T0" fmla="*/ 0 w 201"/>
                  <a:gd name="T1" fmla="*/ 0 h 46"/>
                  <a:gd name="T2" fmla="*/ 217 w 201"/>
                  <a:gd name="T3" fmla="*/ 79 h 46"/>
                  <a:gd name="T4" fmla="*/ 344 w 201"/>
                  <a:gd name="T5" fmla="*/ 70 h 46"/>
                  <a:gd name="T6" fmla="*/ 450 w 201"/>
                  <a:gd name="T7" fmla="*/ 136 h 46"/>
                  <a:gd name="T8" fmla="*/ 635 w 201"/>
                  <a:gd name="T9" fmla="*/ 136 h 46"/>
                  <a:gd name="T10" fmla="*/ 834 w 201"/>
                  <a:gd name="T11" fmla="*/ 234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1" h="46">
                    <a:moveTo>
                      <a:pt x="0" y="0"/>
                    </a:moveTo>
                    <a:cubicBezTo>
                      <a:pt x="17" y="10"/>
                      <a:pt x="31" y="17"/>
                      <a:pt x="52" y="16"/>
                    </a:cubicBezTo>
                    <a:cubicBezTo>
                      <a:pt x="62" y="15"/>
                      <a:pt x="72" y="11"/>
                      <a:pt x="83" y="14"/>
                    </a:cubicBezTo>
                    <a:cubicBezTo>
                      <a:pt x="92" y="17"/>
                      <a:pt x="99" y="23"/>
                      <a:pt x="108" y="27"/>
                    </a:cubicBezTo>
                    <a:cubicBezTo>
                      <a:pt x="124" y="33"/>
                      <a:pt x="137" y="25"/>
                      <a:pt x="153" y="27"/>
                    </a:cubicBezTo>
                    <a:cubicBezTo>
                      <a:pt x="170" y="28"/>
                      <a:pt x="186" y="39"/>
                      <a:pt x="201" y="4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2" name="Freeform 260">
                <a:extLst>
                  <a:ext uri="{FF2B5EF4-FFF2-40B4-BE49-F238E27FC236}">
                    <a16:creationId xmlns:a16="http://schemas.microsoft.com/office/drawing/2014/main" id="{8969EF80-0E81-4795-B9AE-0214D7AE8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035"/>
                <a:ext cx="113" cy="26"/>
              </a:xfrm>
              <a:custGeom>
                <a:avLst/>
                <a:gdLst>
                  <a:gd name="T0" fmla="*/ 0 w 70"/>
                  <a:gd name="T1" fmla="*/ 5 h 15"/>
                  <a:gd name="T2" fmla="*/ 200 w 70"/>
                  <a:gd name="T3" fmla="*/ 21 h 15"/>
                  <a:gd name="T4" fmla="*/ 294 w 70"/>
                  <a:gd name="T5" fmla="*/ 7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5">
                    <a:moveTo>
                      <a:pt x="0" y="1"/>
                    </a:moveTo>
                    <a:cubicBezTo>
                      <a:pt x="16" y="5"/>
                      <a:pt x="32" y="0"/>
                      <a:pt x="48" y="4"/>
                    </a:cubicBezTo>
                    <a:cubicBezTo>
                      <a:pt x="57" y="7"/>
                      <a:pt x="62" y="11"/>
                      <a:pt x="70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3" name="Freeform 261">
                <a:extLst>
                  <a:ext uri="{FF2B5EF4-FFF2-40B4-BE49-F238E27FC236}">
                    <a16:creationId xmlns:a16="http://schemas.microsoft.com/office/drawing/2014/main" id="{23733E90-3AE8-4039-ADBD-52F9E1002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018"/>
                <a:ext cx="387" cy="90"/>
              </a:xfrm>
              <a:custGeom>
                <a:avLst/>
                <a:gdLst>
                  <a:gd name="T0" fmla="*/ 0 w 240"/>
                  <a:gd name="T1" fmla="*/ 0 h 52"/>
                  <a:gd name="T2" fmla="*/ 302 w 240"/>
                  <a:gd name="T3" fmla="*/ 106 h 52"/>
                  <a:gd name="T4" fmla="*/ 453 w 240"/>
                  <a:gd name="T5" fmla="*/ 192 h 52"/>
                  <a:gd name="T6" fmla="*/ 600 w 240"/>
                  <a:gd name="T7" fmla="*/ 183 h 52"/>
                  <a:gd name="T8" fmla="*/ 884 w 240"/>
                  <a:gd name="T9" fmla="*/ 242 h 52"/>
                  <a:gd name="T10" fmla="*/ 1006 w 240"/>
                  <a:gd name="T11" fmla="*/ 213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52">
                    <a:moveTo>
                      <a:pt x="0" y="0"/>
                    </a:moveTo>
                    <a:cubicBezTo>
                      <a:pt x="21" y="18"/>
                      <a:pt x="48" y="10"/>
                      <a:pt x="72" y="20"/>
                    </a:cubicBezTo>
                    <a:cubicBezTo>
                      <a:pt x="84" y="25"/>
                      <a:pt x="93" y="35"/>
                      <a:pt x="108" y="37"/>
                    </a:cubicBezTo>
                    <a:cubicBezTo>
                      <a:pt x="120" y="39"/>
                      <a:pt x="131" y="34"/>
                      <a:pt x="143" y="35"/>
                    </a:cubicBezTo>
                    <a:cubicBezTo>
                      <a:pt x="169" y="37"/>
                      <a:pt x="184" y="52"/>
                      <a:pt x="211" y="47"/>
                    </a:cubicBezTo>
                    <a:cubicBezTo>
                      <a:pt x="219" y="45"/>
                      <a:pt x="235" y="45"/>
                      <a:pt x="240" y="4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4" name="Freeform 262">
                <a:extLst>
                  <a:ext uri="{FF2B5EF4-FFF2-40B4-BE49-F238E27FC236}">
                    <a16:creationId xmlns:a16="http://schemas.microsoft.com/office/drawing/2014/main" id="{30331818-0AE8-4DF8-8E89-79AF6855B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075"/>
                <a:ext cx="109" cy="24"/>
              </a:xfrm>
              <a:custGeom>
                <a:avLst/>
                <a:gdLst>
                  <a:gd name="T0" fmla="*/ 0 w 68"/>
                  <a:gd name="T1" fmla="*/ 15 h 14"/>
                  <a:gd name="T2" fmla="*/ 281 w 68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14">
                    <a:moveTo>
                      <a:pt x="0" y="3"/>
                    </a:moveTo>
                    <a:cubicBezTo>
                      <a:pt x="25" y="4"/>
                      <a:pt x="47" y="0"/>
                      <a:pt x="68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5" name="Freeform 263">
                <a:extLst>
                  <a:ext uri="{FF2B5EF4-FFF2-40B4-BE49-F238E27FC236}">
                    <a16:creationId xmlns:a16="http://schemas.microsoft.com/office/drawing/2014/main" id="{790B9309-9F29-48A2-8CA9-3F6D9CB5B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102"/>
                <a:ext cx="315" cy="103"/>
              </a:xfrm>
              <a:custGeom>
                <a:avLst/>
                <a:gdLst>
                  <a:gd name="T0" fmla="*/ 0 w 196"/>
                  <a:gd name="T1" fmla="*/ 0 h 60"/>
                  <a:gd name="T2" fmla="*/ 153 w 196"/>
                  <a:gd name="T3" fmla="*/ 79 h 60"/>
                  <a:gd name="T4" fmla="*/ 403 w 196"/>
                  <a:gd name="T5" fmla="*/ 86 h 60"/>
                  <a:gd name="T6" fmla="*/ 501 w 196"/>
                  <a:gd name="T7" fmla="*/ 153 h 60"/>
                  <a:gd name="T8" fmla="*/ 628 w 196"/>
                  <a:gd name="T9" fmla="*/ 156 h 60"/>
                  <a:gd name="T10" fmla="*/ 813 w 196"/>
                  <a:gd name="T11" fmla="*/ 30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60">
                    <a:moveTo>
                      <a:pt x="0" y="0"/>
                    </a:moveTo>
                    <a:cubicBezTo>
                      <a:pt x="11" y="8"/>
                      <a:pt x="23" y="14"/>
                      <a:pt x="37" y="16"/>
                    </a:cubicBezTo>
                    <a:cubicBezTo>
                      <a:pt x="57" y="21"/>
                      <a:pt x="77" y="13"/>
                      <a:pt x="97" y="17"/>
                    </a:cubicBezTo>
                    <a:cubicBezTo>
                      <a:pt x="108" y="19"/>
                      <a:pt x="112" y="26"/>
                      <a:pt x="121" y="30"/>
                    </a:cubicBezTo>
                    <a:cubicBezTo>
                      <a:pt x="133" y="36"/>
                      <a:pt x="140" y="31"/>
                      <a:pt x="151" y="31"/>
                    </a:cubicBezTo>
                    <a:cubicBezTo>
                      <a:pt x="174" y="32"/>
                      <a:pt x="182" y="51"/>
                      <a:pt x="196" y="6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6" name="Freeform 264">
                <a:extLst>
                  <a:ext uri="{FF2B5EF4-FFF2-40B4-BE49-F238E27FC236}">
                    <a16:creationId xmlns:a16="http://schemas.microsoft.com/office/drawing/2014/main" id="{08E8F456-E2AD-4489-B0F7-56BDAC2F4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156"/>
                <a:ext cx="114" cy="58"/>
              </a:xfrm>
              <a:custGeom>
                <a:avLst/>
                <a:gdLst>
                  <a:gd name="T0" fmla="*/ 0 w 71"/>
                  <a:gd name="T1" fmla="*/ 140 h 34"/>
                  <a:gd name="T2" fmla="*/ 165 w 71"/>
                  <a:gd name="T3" fmla="*/ 65 h 34"/>
                  <a:gd name="T4" fmla="*/ 294 w 7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4">
                    <a:moveTo>
                      <a:pt x="0" y="28"/>
                    </a:moveTo>
                    <a:cubicBezTo>
                      <a:pt x="17" y="34"/>
                      <a:pt x="29" y="24"/>
                      <a:pt x="40" y="13"/>
                    </a:cubicBezTo>
                    <a:cubicBezTo>
                      <a:pt x="52" y="2"/>
                      <a:pt x="57" y="5"/>
                      <a:pt x="7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7" name="Freeform 265">
                <a:extLst>
                  <a:ext uri="{FF2B5EF4-FFF2-40B4-BE49-F238E27FC236}">
                    <a16:creationId xmlns:a16="http://schemas.microsoft.com/office/drawing/2014/main" id="{879DE225-8125-41CD-90F9-9AA75B313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126"/>
                <a:ext cx="93" cy="35"/>
              </a:xfrm>
              <a:custGeom>
                <a:avLst/>
                <a:gdLst>
                  <a:gd name="T0" fmla="*/ 0 w 58"/>
                  <a:gd name="T1" fmla="*/ 7 h 20"/>
                  <a:gd name="T2" fmla="*/ 239 w 58"/>
                  <a:gd name="T3" fmla="*/ 10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0">
                    <a:moveTo>
                      <a:pt x="0" y="1"/>
                    </a:moveTo>
                    <a:cubicBezTo>
                      <a:pt x="25" y="5"/>
                      <a:pt x="38" y="0"/>
                      <a:pt x="58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8" name="Freeform 266">
                <a:extLst>
                  <a:ext uri="{FF2B5EF4-FFF2-40B4-BE49-F238E27FC236}">
                    <a16:creationId xmlns:a16="http://schemas.microsoft.com/office/drawing/2014/main" id="{4167813D-CC58-4C3A-89E2-508D47B88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133"/>
                <a:ext cx="90" cy="38"/>
              </a:xfrm>
              <a:custGeom>
                <a:avLst/>
                <a:gdLst>
                  <a:gd name="T0" fmla="*/ 0 w 56"/>
                  <a:gd name="T1" fmla="*/ 0 h 22"/>
                  <a:gd name="T2" fmla="*/ 233 w 56"/>
                  <a:gd name="T3" fmla="*/ 6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16" y="22"/>
                      <a:pt x="35" y="9"/>
                      <a:pt x="56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9" name="Freeform 267">
                <a:extLst>
                  <a:ext uri="{FF2B5EF4-FFF2-40B4-BE49-F238E27FC236}">
                    <a16:creationId xmlns:a16="http://schemas.microsoft.com/office/drawing/2014/main" id="{3D5D85E9-764F-43E8-91C1-2DD13B06A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768"/>
                <a:ext cx="1803" cy="384"/>
              </a:xfrm>
              <a:custGeom>
                <a:avLst/>
                <a:gdLst>
                  <a:gd name="T0" fmla="*/ 2006 w 1120"/>
                  <a:gd name="T1" fmla="*/ 573 h 224"/>
                  <a:gd name="T2" fmla="*/ 4673 w 1120"/>
                  <a:gd name="T3" fmla="*/ 1128 h 224"/>
                  <a:gd name="T4" fmla="*/ 4659 w 1120"/>
                  <a:gd name="T5" fmla="*/ 1085 h 224"/>
                  <a:gd name="T6" fmla="*/ 2061 w 1120"/>
                  <a:gd name="T7" fmla="*/ 530 h 224"/>
                  <a:gd name="T8" fmla="*/ 0 w 1120"/>
                  <a:gd name="T9" fmla="*/ 0 h 224"/>
                  <a:gd name="T10" fmla="*/ 0 w 1120"/>
                  <a:gd name="T11" fmla="*/ 62 h 224"/>
                  <a:gd name="T12" fmla="*/ 2006 w 1120"/>
                  <a:gd name="T13" fmla="*/ 573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0" h="224">
                    <a:moveTo>
                      <a:pt x="481" y="114"/>
                    </a:moveTo>
                    <a:cubicBezTo>
                      <a:pt x="608" y="138"/>
                      <a:pt x="972" y="197"/>
                      <a:pt x="1120" y="224"/>
                    </a:cubicBezTo>
                    <a:cubicBezTo>
                      <a:pt x="1117" y="215"/>
                      <a:pt x="1117" y="215"/>
                      <a:pt x="1117" y="215"/>
                    </a:cubicBezTo>
                    <a:cubicBezTo>
                      <a:pt x="1117" y="215"/>
                      <a:pt x="630" y="131"/>
                      <a:pt x="494" y="105"/>
                    </a:cubicBezTo>
                    <a:cubicBezTo>
                      <a:pt x="374" y="82"/>
                      <a:pt x="91" y="19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02" y="33"/>
                      <a:pt x="367" y="92"/>
                      <a:pt x="481" y="11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0" name="Freeform 268">
                <a:extLst>
                  <a:ext uri="{FF2B5EF4-FFF2-40B4-BE49-F238E27FC236}">
                    <a16:creationId xmlns:a16="http://schemas.microsoft.com/office/drawing/2014/main" id="{F384E997-6BC9-4F57-AE44-04A3BF837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295"/>
                <a:ext cx="1849" cy="438"/>
              </a:xfrm>
              <a:custGeom>
                <a:avLst/>
                <a:gdLst>
                  <a:gd name="T0" fmla="*/ 3072 w 1149"/>
                  <a:gd name="T1" fmla="*/ 744 h 255"/>
                  <a:gd name="T2" fmla="*/ 2300 w 1149"/>
                  <a:gd name="T3" fmla="*/ 527 h 255"/>
                  <a:gd name="T4" fmla="*/ 1254 w 1149"/>
                  <a:gd name="T5" fmla="*/ 277 h 255"/>
                  <a:gd name="T6" fmla="*/ 60 w 1149"/>
                  <a:gd name="T7" fmla="*/ 0 h 255"/>
                  <a:gd name="T8" fmla="*/ 0 w 1149"/>
                  <a:gd name="T9" fmla="*/ 234 h 255"/>
                  <a:gd name="T10" fmla="*/ 16 w 1149"/>
                  <a:gd name="T11" fmla="*/ 177 h 255"/>
                  <a:gd name="T12" fmla="*/ 21 w 1149"/>
                  <a:gd name="T13" fmla="*/ 177 h 255"/>
                  <a:gd name="T14" fmla="*/ 2929 w 1149"/>
                  <a:gd name="T15" fmla="*/ 862 h 255"/>
                  <a:gd name="T16" fmla="*/ 4688 w 1149"/>
                  <a:gd name="T17" fmla="*/ 1249 h 255"/>
                  <a:gd name="T18" fmla="*/ 4664 w 1149"/>
                  <a:gd name="T19" fmla="*/ 1292 h 255"/>
                  <a:gd name="T20" fmla="*/ 4787 w 1149"/>
                  <a:gd name="T21" fmla="*/ 1074 h 255"/>
                  <a:gd name="T22" fmla="*/ 3967 w 1149"/>
                  <a:gd name="T23" fmla="*/ 905 h 255"/>
                  <a:gd name="T24" fmla="*/ 3072 w 1149"/>
                  <a:gd name="T25" fmla="*/ 744 h 2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49" h="255">
                    <a:moveTo>
                      <a:pt x="737" y="147"/>
                    </a:moveTo>
                    <a:cubicBezTo>
                      <a:pt x="669" y="131"/>
                      <a:pt x="648" y="122"/>
                      <a:pt x="552" y="104"/>
                    </a:cubicBezTo>
                    <a:cubicBezTo>
                      <a:pt x="481" y="90"/>
                      <a:pt x="395" y="73"/>
                      <a:pt x="301" y="55"/>
                    </a:cubicBezTo>
                    <a:cubicBezTo>
                      <a:pt x="301" y="55"/>
                      <a:pt x="18" y="1"/>
                      <a:pt x="1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190" y="71"/>
                      <a:pt x="613" y="152"/>
                      <a:pt x="703" y="170"/>
                    </a:cubicBezTo>
                    <a:cubicBezTo>
                      <a:pt x="799" y="190"/>
                      <a:pt x="1085" y="240"/>
                      <a:pt x="1125" y="246"/>
                    </a:cubicBezTo>
                    <a:cubicBezTo>
                      <a:pt x="1119" y="255"/>
                      <a:pt x="1119" y="255"/>
                      <a:pt x="1119" y="255"/>
                    </a:cubicBezTo>
                    <a:cubicBezTo>
                      <a:pt x="1149" y="212"/>
                      <a:pt x="1149" y="212"/>
                      <a:pt x="1149" y="212"/>
                    </a:cubicBezTo>
                    <a:cubicBezTo>
                      <a:pt x="1124" y="209"/>
                      <a:pt x="1040" y="194"/>
                      <a:pt x="952" y="179"/>
                    </a:cubicBezTo>
                    <a:cubicBezTo>
                      <a:pt x="868" y="164"/>
                      <a:pt x="805" y="163"/>
                      <a:pt x="737" y="14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1" name="Freeform 269">
                <a:extLst>
                  <a:ext uri="{FF2B5EF4-FFF2-40B4-BE49-F238E27FC236}">
                    <a16:creationId xmlns:a16="http://schemas.microsoft.com/office/drawing/2014/main" id="{F2C0FF67-F83D-4900-AE0C-6E02A74F6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862"/>
                <a:ext cx="1833" cy="464"/>
              </a:xfrm>
              <a:custGeom>
                <a:avLst/>
                <a:gdLst>
                  <a:gd name="T0" fmla="*/ 1733 w 1139"/>
                  <a:gd name="T1" fmla="*/ 488 h 270"/>
                  <a:gd name="T2" fmla="*/ 2290 w 1139"/>
                  <a:gd name="T3" fmla="*/ 614 h 270"/>
                  <a:gd name="T4" fmla="*/ 2427 w 1139"/>
                  <a:gd name="T5" fmla="*/ 720 h 270"/>
                  <a:gd name="T6" fmla="*/ 2567 w 1139"/>
                  <a:gd name="T7" fmla="*/ 945 h 270"/>
                  <a:gd name="T8" fmla="*/ 2887 w 1139"/>
                  <a:gd name="T9" fmla="*/ 1167 h 270"/>
                  <a:gd name="T10" fmla="*/ 3159 w 1139"/>
                  <a:gd name="T11" fmla="*/ 1315 h 270"/>
                  <a:gd name="T12" fmla="*/ 3426 w 1139"/>
                  <a:gd name="T13" fmla="*/ 1308 h 270"/>
                  <a:gd name="T14" fmla="*/ 3727 w 1139"/>
                  <a:gd name="T15" fmla="*/ 1299 h 270"/>
                  <a:gd name="T16" fmla="*/ 3952 w 1139"/>
                  <a:gd name="T17" fmla="*/ 1279 h 270"/>
                  <a:gd name="T18" fmla="*/ 4133 w 1139"/>
                  <a:gd name="T19" fmla="*/ 1117 h 270"/>
                  <a:gd name="T20" fmla="*/ 4229 w 1139"/>
                  <a:gd name="T21" fmla="*/ 1096 h 270"/>
                  <a:gd name="T22" fmla="*/ 4352 w 1139"/>
                  <a:gd name="T23" fmla="*/ 1076 h 270"/>
                  <a:gd name="T24" fmla="*/ 4747 w 1139"/>
                  <a:gd name="T25" fmla="*/ 1167 h 270"/>
                  <a:gd name="T26" fmla="*/ 4735 w 1139"/>
                  <a:gd name="T27" fmla="*/ 1107 h 270"/>
                  <a:gd name="T28" fmla="*/ 4092 w 1139"/>
                  <a:gd name="T29" fmla="*/ 961 h 270"/>
                  <a:gd name="T30" fmla="*/ 3333 w 1139"/>
                  <a:gd name="T31" fmla="*/ 748 h 270"/>
                  <a:gd name="T32" fmla="*/ 2556 w 1139"/>
                  <a:gd name="T33" fmla="*/ 614 h 270"/>
                  <a:gd name="T34" fmla="*/ 1743 w 1139"/>
                  <a:gd name="T35" fmla="*/ 431 h 270"/>
                  <a:gd name="T36" fmla="*/ 0 w 1139"/>
                  <a:gd name="T37" fmla="*/ 0 h 270"/>
                  <a:gd name="T38" fmla="*/ 0 w 1139"/>
                  <a:gd name="T39" fmla="*/ 62 h 270"/>
                  <a:gd name="T40" fmla="*/ 1733 w 1139"/>
                  <a:gd name="T41" fmla="*/ 488 h 2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39" h="270">
                    <a:moveTo>
                      <a:pt x="416" y="96"/>
                    </a:moveTo>
                    <a:cubicBezTo>
                      <a:pt x="460" y="104"/>
                      <a:pt x="505" y="113"/>
                      <a:pt x="549" y="121"/>
                    </a:cubicBezTo>
                    <a:cubicBezTo>
                      <a:pt x="558" y="122"/>
                      <a:pt x="577" y="128"/>
                      <a:pt x="582" y="142"/>
                    </a:cubicBezTo>
                    <a:cubicBezTo>
                      <a:pt x="589" y="159"/>
                      <a:pt x="595" y="167"/>
                      <a:pt x="616" y="186"/>
                    </a:cubicBezTo>
                    <a:cubicBezTo>
                      <a:pt x="650" y="216"/>
                      <a:pt x="658" y="216"/>
                      <a:pt x="693" y="230"/>
                    </a:cubicBezTo>
                    <a:cubicBezTo>
                      <a:pt x="728" y="244"/>
                      <a:pt x="745" y="256"/>
                      <a:pt x="758" y="259"/>
                    </a:cubicBezTo>
                    <a:cubicBezTo>
                      <a:pt x="788" y="265"/>
                      <a:pt x="776" y="252"/>
                      <a:pt x="822" y="258"/>
                    </a:cubicBezTo>
                    <a:cubicBezTo>
                      <a:pt x="867" y="264"/>
                      <a:pt x="878" y="256"/>
                      <a:pt x="894" y="256"/>
                    </a:cubicBezTo>
                    <a:cubicBezTo>
                      <a:pt x="911" y="256"/>
                      <a:pt x="936" y="270"/>
                      <a:pt x="948" y="252"/>
                    </a:cubicBezTo>
                    <a:cubicBezTo>
                      <a:pt x="961" y="234"/>
                      <a:pt x="975" y="224"/>
                      <a:pt x="992" y="220"/>
                    </a:cubicBezTo>
                    <a:cubicBezTo>
                      <a:pt x="1002" y="218"/>
                      <a:pt x="1009" y="218"/>
                      <a:pt x="1015" y="216"/>
                    </a:cubicBezTo>
                    <a:cubicBezTo>
                      <a:pt x="1019" y="215"/>
                      <a:pt x="1027" y="206"/>
                      <a:pt x="1044" y="212"/>
                    </a:cubicBezTo>
                    <a:cubicBezTo>
                      <a:pt x="1094" y="222"/>
                      <a:pt x="1127" y="228"/>
                      <a:pt x="1139" y="230"/>
                    </a:cubicBezTo>
                    <a:cubicBezTo>
                      <a:pt x="1136" y="218"/>
                      <a:pt x="1136" y="218"/>
                      <a:pt x="1136" y="218"/>
                    </a:cubicBezTo>
                    <a:cubicBezTo>
                      <a:pt x="1117" y="214"/>
                      <a:pt x="1061" y="204"/>
                      <a:pt x="982" y="189"/>
                    </a:cubicBezTo>
                    <a:cubicBezTo>
                      <a:pt x="929" y="180"/>
                      <a:pt x="868" y="160"/>
                      <a:pt x="800" y="147"/>
                    </a:cubicBezTo>
                    <a:cubicBezTo>
                      <a:pt x="742" y="137"/>
                      <a:pt x="678" y="133"/>
                      <a:pt x="613" y="121"/>
                    </a:cubicBezTo>
                    <a:cubicBezTo>
                      <a:pt x="549" y="110"/>
                      <a:pt x="483" y="97"/>
                      <a:pt x="418" y="85"/>
                    </a:cubicBezTo>
                    <a:cubicBezTo>
                      <a:pt x="314" y="66"/>
                      <a:pt x="18" y="6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358" y="85"/>
                      <a:pt x="416" y="9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2" name="Freeform 270">
                <a:extLst>
                  <a:ext uri="{FF2B5EF4-FFF2-40B4-BE49-F238E27FC236}">
                    <a16:creationId xmlns:a16="http://schemas.microsoft.com/office/drawing/2014/main" id="{B8A12458-7BAE-4DF7-AFD6-5CDF0A038A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5" y="1877"/>
                <a:ext cx="1848" cy="765"/>
              </a:xfrm>
              <a:custGeom>
                <a:avLst/>
                <a:gdLst>
                  <a:gd name="T0" fmla="*/ 4221 w 1148"/>
                  <a:gd name="T1" fmla="*/ 2099 h 445"/>
                  <a:gd name="T2" fmla="*/ 3995 w 1148"/>
                  <a:gd name="T3" fmla="*/ 1992 h 445"/>
                  <a:gd name="T4" fmla="*/ 3748 w 1148"/>
                  <a:gd name="T5" fmla="*/ 1702 h 445"/>
                  <a:gd name="T6" fmla="*/ 3263 w 1148"/>
                  <a:gd name="T7" fmla="*/ 1619 h 445"/>
                  <a:gd name="T8" fmla="*/ 2778 w 1148"/>
                  <a:gd name="T9" fmla="*/ 1478 h 445"/>
                  <a:gd name="T10" fmla="*/ 2379 w 1148"/>
                  <a:gd name="T11" fmla="*/ 1540 h 445"/>
                  <a:gd name="T12" fmla="*/ 2019 w 1148"/>
                  <a:gd name="T13" fmla="*/ 1602 h 445"/>
                  <a:gd name="T14" fmla="*/ 1285 w 1148"/>
                  <a:gd name="T15" fmla="*/ 1427 h 445"/>
                  <a:gd name="T16" fmla="*/ 13 w 1148"/>
                  <a:gd name="T17" fmla="*/ 1131 h 445"/>
                  <a:gd name="T18" fmla="*/ 534 w 1148"/>
                  <a:gd name="T19" fmla="*/ 1312 h 445"/>
                  <a:gd name="T20" fmla="*/ 1238 w 1148"/>
                  <a:gd name="T21" fmla="*/ 1468 h 445"/>
                  <a:gd name="T22" fmla="*/ 1252 w 1148"/>
                  <a:gd name="T23" fmla="*/ 1475 h 445"/>
                  <a:gd name="T24" fmla="*/ 1977 w 1148"/>
                  <a:gd name="T25" fmla="*/ 1640 h 445"/>
                  <a:gd name="T26" fmla="*/ 2155 w 1148"/>
                  <a:gd name="T27" fmla="*/ 1652 h 445"/>
                  <a:gd name="T28" fmla="*/ 2155 w 1148"/>
                  <a:gd name="T29" fmla="*/ 1652 h 445"/>
                  <a:gd name="T30" fmla="*/ 2260 w 1148"/>
                  <a:gd name="T31" fmla="*/ 1640 h 445"/>
                  <a:gd name="T32" fmla="*/ 2511 w 1148"/>
                  <a:gd name="T33" fmla="*/ 1520 h 445"/>
                  <a:gd name="T34" fmla="*/ 3030 w 1148"/>
                  <a:gd name="T35" fmla="*/ 1582 h 445"/>
                  <a:gd name="T36" fmla="*/ 3522 w 1148"/>
                  <a:gd name="T37" fmla="*/ 1652 h 445"/>
                  <a:gd name="T38" fmla="*/ 3880 w 1148"/>
                  <a:gd name="T39" fmla="*/ 1894 h 445"/>
                  <a:gd name="T40" fmla="*/ 3918 w 1148"/>
                  <a:gd name="T41" fmla="*/ 1941 h 445"/>
                  <a:gd name="T42" fmla="*/ 3949 w 1148"/>
                  <a:gd name="T43" fmla="*/ 1980 h 445"/>
                  <a:gd name="T44" fmla="*/ 3962 w 1148"/>
                  <a:gd name="T45" fmla="*/ 1998 h 445"/>
                  <a:gd name="T46" fmla="*/ 3974 w 1148"/>
                  <a:gd name="T47" fmla="*/ 2006 h 445"/>
                  <a:gd name="T48" fmla="*/ 3983 w 1148"/>
                  <a:gd name="T49" fmla="*/ 2022 h 445"/>
                  <a:gd name="T50" fmla="*/ 3995 w 1148"/>
                  <a:gd name="T51" fmla="*/ 2034 h 445"/>
                  <a:gd name="T52" fmla="*/ 4008 w 1148"/>
                  <a:gd name="T53" fmla="*/ 2042 h 445"/>
                  <a:gd name="T54" fmla="*/ 4016 w 1148"/>
                  <a:gd name="T55" fmla="*/ 2054 h 445"/>
                  <a:gd name="T56" fmla="*/ 4029 w 1148"/>
                  <a:gd name="T57" fmla="*/ 2056 h 445"/>
                  <a:gd name="T58" fmla="*/ 4037 w 1148"/>
                  <a:gd name="T59" fmla="*/ 2063 h 445"/>
                  <a:gd name="T60" fmla="*/ 4045 w 1148"/>
                  <a:gd name="T61" fmla="*/ 2063 h 445"/>
                  <a:gd name="T62" fmla="*/ 4147 w 1148"/>
                  <a:gd name="T63" fmla="*/ 2120 h 445"/>
                  <a:gd name="T64" fmla="*/ 4752 w 1148"/>
                  <a:gd name="T65" fmla="*/ 2261 h 445"/>
                  <a:gd name="T66" fmla="*/ 4755 w 1148"/>
                  <a:gd name="T67" fmla="*/ 2255 h 445"/>
                  <a:gd name="T68" fmla="*/ 4781 w 1148"/>
                  <a:gd name="T69" fmla="*/ 2216 h 445"/>
                  <a:gd name="T70" fmla="*/ 4221 w 1148"/>
                  <a:gd name="T71" fmla="*/ 2104 h 445"/>
                  <a:gd name="T72" fmla="*/ 1718 w 1148"/>
                  <a:gd name="T73" fmla="*/ 488 h 445"/>
                  <a:gd name="T74" fmla="*/ 2379 w 1148"/>
                  <a:gd name="T75" fmla="*/ 641 h 445"/>
                  <a:gd name="T76" fmla="*/ 2580 w 1148"/>
                  <a:gd name="T77" fmla="*/ 940 h 445"/>
                  <a:gd name="T78" fmla="*/ 3187 w 1148"/>
                  <a:gd name="T79" fmla="*/ 1312 h 445"/>
                  <a:gd name="T80" fmla="*/ 3756 w 1148"/>
                  <a:gd name="T81" fmla="*/ 1294 h 445"/>
                  <a:gd name="T82" fmla="*/ 4164 w 1148"/>
                  <a:gd name="T83" fmla="*/ 1111 h 445"/>
                  <a:gd name="T84" fmla="*/ 4412 w 1148"/>
                  <a:gd name="T85" fmla="*/ 1093 h 445"/>
                  <a:gd name="T86" fmla="*/ 4776 w 1148"/>
                  <a:gd name="T87" fmla="*/ 1123 h 445"/>
                  <a:gd name="T88" fmla="*/ 4379 w 1148"/>
                  <a:gd name="T89" fmla="*/ 1031 h 445"/>
                  <a:gd name="T90" fmla="*/ 4330 w 1148"/>
                  <a:gd name="T91" fmla="*/ 1023 h 445"/>
                  <a:gd name="T92" fmla="*/ 4164 w 1148"/>
                  <a:gd name="T93" fmla="*/ 1073 h 445"/>
                  <a:gd name="T94" fmla="*/ 3756 w 1148"/>
                  <a:gd name="T95" fmla="*/ 1257 h 445"/>
                  <a:gd name="T96" fmla="*/ 3187 w 1148"/>
                  <a:gd name="T97" fmla="*/ 1270 h 445"/>
                  <a:gd name="T98" fmla="*/ 2593 w 1148"/>
                  <a:gd name="T99" fmla="*/ 899 h 445"/>
                  <a:gd name="T100" fmla="*/ 2315 w 1148"/>
                  <a:gd name="T101" fmla="*/ 571 h 445"/>
                  <a:gd name="T102" fmla="*/ 1759 w 1148"/>
                  <a:gd name="T103" fmla="*/ 444 h 445"/>
                  <a:gd name="T104" fmla="*/ 26 w 1148"/>
                  <a:gd name="T105" fmla="*/ 0 h 445"/>
                  <a:gd name="T106" fmla="*/ 60 w 1148"/>
                  <a:gd name="T107" fmla="*/ 70 h 4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148" h="445">
                    <a:moveTo>
                      <a:pt x="1012" y="414"/>
                    </a:moveTo>
                    <a:cubicBezTo>
                      <a:pt x="1012" y="413"/>
                      <a:pt x="1012" y="413"/>
                      <a:pt x="1012" y="413"/>
                    </a:cubicBezTo>
                    <a:cubicBezTo>
                      <a:pt x="1012" y="413"/>
                      <a:pt x="1012" y="413"/>
                      <a:pt x="1012" y="413"/>
                    </a:cubicBezTo>
                    <a:cubicBezTo>
                      <a:pt x="992" y="410"/>
                      <a:pt x="974" y="403"/>
                      <a:pt x="958" y="392"/>
                    </a:cubicBezTo>
                    <a:cubicBezTo>
                      <a:pt x="948" y="384"/>
                      <a:pt x="937" y="373"/>
                      <a:pt x="932" y="367"/>
                    </a:cubicBezTo>
                    <a:cubicBezTo>
                      <a:pt x="916" y="347"/>
                      <a:pt x="916" y="347"/>
                      <a:pt x="898" y="335"/>
                    </a:cubicBezTo>
                    <a:cubicBezTo>
                      <a:pt x="880" y="323"/>
                      <a:pt x="882" y="329"/>
                      <a:pt x="846" y="319"/>
                    </a:cubicBezTo>
                    <a:cubicBezTo>
                      <a:pt x="810" y="309"/>
                      <a:pt x="810" y="317"/>
                      <a:pt x="782" y="319"/>
                    </a:cubicBezTo>
                    <a:cubicBezTo>
                      <a:pt x="754" y="321"/>
                      <a:pt x="756" y="313"/>
                      <a:pt x="728" y="305"/>
                    </a:cubicBezTo>
                    <a:cubicBezTo>
                      <a:pt x="700" y="297"/>
                      <a:pt x="694" y="297"/>
                      <a:pt x="666" y="291"/>
                    </a:cubicBezTo>
                    <a:cubicBezTo>
                      <a:pt x="638" y="285"/>
                      <a:pt x="636" y="291"/>
                      <a:pt x="604" y="293"/>
                    </a:cubicBezTo>
                    <a:cubicBezTo>
                      <a:pt x="594" y="293"/>
                      <a:pt x="578" y="298"/>
                      <a:pt x="570" y="303"/>
                    </a:cubicBezTo>
                    <a:cubicBezTo>
                      <a:pt x="566" y="305"/>
                      <a:pt x="556" y="311"/>
                      <a:pt x="534" y="314"/>
                    </a:cubicBezTo>
                    <a:cubicBezTo>
                      <a:pt x="522" y="315"/>
                      <a:pt x="504" y="318"/>
                      <a:pt x="484" y="315"/>
                    </a:cubicBezTo>
                    <a:cubicBezTo>
                      <a:pt x="484" y="315"/>
                      <a:pt x="484" y="315"/>
                      <a:pt x="484" y="315"/>
                    </a:cubicBezTo>
                    <a:cubicBezTo>
                      <a:pt x="431" y="305"/>
                      <a:pt x="371" y="293"/>
                      <a:pt x="308" y="281"/>
                    </a:cubicBezTo>
                    <a:cubicBezTo>
                      <a:pt x="307" y="281"/>
                      <a:pt x="307" y="281"/>
                      <a:pt x="307" y="281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0" y="232"/>
                      <a:pt x="0" y="232"/>
                      <a:pt x="0" y="232"/>
                    </a:cubicBezTo>
                    <a:cubicBezTo>
                      <a:pt x="4" y="233"/>
                      <a:pt x="62" y="245"/>
                      <a:pt x="128" y="258"/>
                    </a:cubicBezTo>
                    <a:cubicBezTo>
                      <a:pt x="297" y="289"/>
                      <a:pt x="297" y="289"/>
                      <a:pt x="297" y="289"/>
                    </a:cubicBezTo>
                    <a:cubicBezTo>
                      <a:pt x="297" y="289"/>
                      <a:pt x="297" y="289"/>
                      <a:pt x="297" y="289"/>
                    </a:cubicBezTo>
                    <a:cubicBezTo>
                      <a:pt x="298" y="289"/>
                      <a:pt x="299" y="290"/>
                      <a:pt x="300" y="290"/>
                    </a:cubicBezTo>
                    <a:cubicBezTo>
                      <a:pt x="300" y="290"/>
                      <a:pt x="300" y="290"/>
                      <a:pt x="300" y="290"/>
                    </a:cubicBezTo>
                    <a:cubicBezTo>
                      <a:pt x="362" y="302"/>
                      <a:pt x="421" y="313"/>
                      <a:pt x="474" y="323"/>
                    </a:cubicBezTo>
                    <a:cubicBezTo>
                      <a:pt x="474" y="323"/>
                      <a:pt x="474" y="323"/>
                      <a:pt x="474" y="323"/>
                    </a:cubicBezTo>
                    <a:cubicBezTo>
                      <a:pt x="480" y="323"/>
                      <a:pt x="514" y="326"/>
                      <a:pt x="517" y="325"/>
                    </a:cubicBezTo>
                    <a:cubicBezTo>
                      <a:pt x="517" y="325"/>
                      <a:pt x="517" y="325"/>
                      <a:pt x="517" y="325"/>
                    </a:cubicBezTo>
                    <a:cubicBezTo>
                      <a:pt x="517" y="325"/>
                      <a:pt x="517" y="325"/>
                      <a:pt x="516" y="325"/>
                    </a:cubicBezTo>
                    <a:cubicBezTo>
                      <a:pt x="517" y="325"/>
                      <a:pt x="517" y="325"/>
                      <a:pt x="517" y="325"/>
                    </a:cubicBezTo>
                    <a:cubicBezTo>
                      <a:pt x="517" y="325"/>
                      <a:pt x="517" y="325"/>
                      <a:pt x="517" y="325"/>
                    </a:cubicBezTo>
                    <a:cubicBezTo>
                      <a:pt x="524" y="325"/>
                      <a:pt x="533" y="324"/>
                      <a:pt x="542" y="323"/>
                    </a:cubicBezTo>
                    <a:cubicBezTo>
                      <a:pt x="555" y="321"/>
                      <a:pt x="568" y="315"/>
                      <a:pt x="570" y="313"/>
                    </a:cubicBezTo>
                    <a:cubicBezTo>
                      <a:pt x="578" y="305"/>
                      <a:pt x="587" y="300"/>
                      <a:pt x="602" y="299"/>
                    </a:cubicBezTo>
                    <a:cubicBezTo>
                      <a:pt x="634" y="297"/>
                      <a:pt x="636" y="291"/>
                      <a:pt x="664" y="297"/>
                    </a:cubicBezTo>
                    <a:cubicBezTo>
                      <a:pt x="692" y="303"/>
                      <a:pt x="698" y="303"/>
                      <a:pt x="726" y="311"/>
                    </a:cubicBezTo>
                    <a:cubicBezTo>
                      <a:pt x="754" y="319"/>
                      <a:pt x="752" y="327"/>
                      <a:pt x="780" y="325"/>
                    </a:cubicBezTo>
                    <a:cubicBezTo>
                      <a:pt x="808" y="323"/>
                      <a:pt x="808" y="315"/>
                      <a:pt x="844" y="325"/>
                    </a:cubicBezTo>
                    <a:cubicBezTo>
                      <a:pt x="880" y="335"/>
                      <a:pt x="878" y="329"/>
                      <a:pt x="896" y="341"/>
                    </a:cubicBezTo>
                    <a:cubicBezTo>
                      <a:pt x="914" y="353"/>
                      <a:pt x="914" y="353"/>
                      <a:pt x="930" y="373"/>
                    </a:cubicBezTo>
                    <a:cubicBezTo>
                      <a:pt x="931" y="374"/>
                      <a:pt x="932" y="375"/>
                      <a:pt x="933" y="376"/>
                    </a:cubicBezTo>
                    <a:cubicBezTo>
                      <a:pt x="934" y="378"/>
                      <a:pt x="936" y="380"/>
                      <a:pt x="939" y="382"/>
                    </a:cubicBezTo>
                    <a:cubicBezTo>
                      <a:pt x="939" y="382"/>
                      <a:pt x="939" y="382"/>
                      <a:pt x="939" y="382"/>
                    </a:cubicBezTo>
                    <a:cubicBezTo>
                      <a:pt x="941" y="385"/>
                      <a:pt x="944" y="388"/>
                      <a:pt x="947" y="390"/>
                    </a:cubicBezTo>
                    <a:cubicBezTo>
                      <a:pt x="947" y="391"/>
                      <a:pt x="947" y="391"/>
                      <a:pt x="948" y="391"/>
                    </a:cubicBezTo>
                    <a:cubicBezTo>
                      <a:pt x="948" y="392"/>
                      <a:pt x="949" y="392"/>
                      <a:pt x="950" y="393"/>
                    </a:cubicBezTo>
                    <a:cubicBezTo>
                      <a:pt x="950" y="394"/>
                      <a:pt x="951" y="394"/>
                      <a:pt x="952" y="395"/>
                    </a:cubicBezTo>
                    <a:cubicBezTo>
                      <a:pt x="952" y="395"/>
                      <a:pt x="952" y="395"/>
                      <a:pt x="953" y="395"/>
                    </a:cubicBezTo>
                    <a:cubicBezTo>
                      <a:pt x="953" y="396"/>
                      <a:pt x="954" y="397"/>
                      <a:pt x="955" y="397"/>
                    </a:cubicBezTo>
                    <a:cubicBezTo>
                      <a:pt x="955" y="397"/>
                      <a:pt x="955" y="398"/>
                      <a:pt x="955" y="398"/>
                    </a:cubicBezTo>
                    <a:cubicBezTo>
                      <a:pt x="956" y="398"/>
                      <a:pt x="957" y="399"/>
                      <a:pt x="957" y="399"/>
                    </a:cubicBezTo>
                    <a:cubicBezTo>
                      <a:pt x="958" y="399"/>
                      <a:pt x="958" y="400"/>
                      <a:pt x="958" y="400"/>
                    </a:cubicBezTo>
                    <a:cubicBezTo>
                      <a:pt x="959" y="401"/>
                      <a:pt x="960" y="401"/>
                      <a:pt x="960" y="401"/>
                    </a:cubicBezTo>
                    <a:cubicBezTo>
                      <a:pt x="961" y="402"/>
                      <a:pt x="961" y="402"/>
                      <a:pt x="961" y="402"/>
                    </a:cubicBezTo>
                    <a:cubicBezTo>
                      <a:pt x="962" y="402"/>
                      <a:pt x="962" y="403"/>
                      <a:pt x="963" y="403"/>
                    </a:cubicBezTo>
                    <a:cubicBezTo>
                      <a:pt x="963" y="403"/>
                      <a:pt x="963" y="403"/>
                      <a:pt x="963" y="404"/>
                    </a:cubicBezTo>
                    <a:cubicBezTo>
                      <a:pt x="964" y="404"/>
                      <a:pt x="965" y="404"/>
                      <a:pt x="965" y="405"/>
                    </a:cubicBezTo>
                    <a:cubicBezTo>
                      <a:pt x="965" y="405"/>
                      <a:pt x="966" y="405"/>
                      <a:pt x="966" y="405"/>
                    </a:cubicBezTo>
                    <a:cubicBezTo>
                      <a:pt x="966" y="405"/>
                      <a:pt x="967" y="405"/>
                      <a:pt x="967" y="406"/>
                    </a:cubicBezTo>
                    <a:cubicBezTo>
                      <a:pt x="968" y="406"/>
                      <a:pt x="968" y="406"/>
                      <a:pt x="968" y="406"/>
                    </a:cubicBezTo>
                    <a:cubicBezTo>
                      <a:pt x="968" y="406"/>
                      <a:pt x="969" y="406"/>
                      <a:pt x="969" y="406"/>
                    </a:cubicBezTo>
                    <a:cubicBezTo>
                      <a:pt x="969" y="406"/>
                      <a:pt x="970" y="406"/>
                      <a:pt x="970" y="406"/>
                    </a:cubicBezTo>
                    <a:cubicBezTo>
                      <a:pt x="969" y="407"/>
                      <a:pt x="969" y="407"/>
                      <a:pt x="969" y="407"/>
                    </a:cubicBezTo>
                    <a:cubicBezTo>
                      <a:pt x="974" y="409"/>
                      <a:pt x="985" y="414"/>
                      <a:pt x="994" y="417"/>
                    </a:cubicBezTo>
                    <a:cubicBezTo>
                      <a:pt x="1001" y="420"/>
                      <a:pt x="1017" y="425"/>
                      <a:pt x="1022" y="425"/>
                    </a:cubicBezTo>
                    <a:cubicBezTo>
                      <a:pt x="1080" y="435"/>
                      <a:pt x="1126" y="443"/>
                      <a:pt x="1139" y="445"/>
                    </a:cubicBezTo>
                    <a:cubicBezTo>
                      <a:pt x="1139" y="445"/>
                      <a:pt x="1140" y="445"/>
                      <a:pt x="1140" y="444"/>
                    </a:cubicBezTo>
                    <a:cubicBezTo>
                      <a:pt x="1140" y="444"/>
                      <a:pt x="1140" y="444"/>
                      <a:pt x="1140" y="444"/>
                    </a:cubicBezTo>
                    <a:cubicBezTo>
                      <a:pt x="1146" y="436"/>
                      <a:pt x="1146" y="436"/>
                      <a:pt x="1146" y="436"/>
                    </a:cubicBezTo>
                    <a:cubicBezTo>
                      <a:pt x="1146" y="436"/>
                      <a:pt x="1146" y="436"/>
                      <a:pt x="1146" y="436"/>
                    </a:cubicBezTo>
                    <a:cubicBezTo>
                      <a:pt x="1146" y="436"/>
                      <a:pt x="1146" y="436"/>
                      <a:pt x="1146" y="436"/>
                    </a:cubicBezTo>
                    <a:cubicBezTo>
                      <a:pt x="1134" y="434"/>
                      <a:pt x="1079" y="425"/>
                      <a:pt x="1012" y="414"/>
                    </a:cubicBezTo>
                    <a:close/>
                    <a:moveTo>
                      <a:pt x="17" y="14"/>
                    </a:moveTo>
                    <a:cubicBezTo>
                      <a:pt x="53" y="22"/>
                      <a:pt x="266" y="67"/>
                      <a:pt x="412" y="96"/>
                    </a:cubicBezTo>
                    <a:cubicBezTo>
                      <a:pt x="482" y="110"/>
                      <a:pt x="534" y="119"/>
                      <a:pt x="548" y="121"/>
                    </a:cubicBezTo>
                    <a:cubicBezTo>
                      <a:pt x="555" y="123"/>
                      <a:pt x="570" y="126"/>
                      <a:pt x="570" y="126"/>
                    </a:cubicBezTo>
                    <a:cubicBezTo>
                      <a:pt x="575" y="129"/>
                      <a:pt x="579" y="133"/>
                      <a:pt x="581" y="139"/>
                    </a:cubicBezTo>
                    <a:cubicBezTo>
                      <a:pt x="588" y="156"/>
                      <a:pt x="597" y="165"/>
                      <a:pt x="619" y="185"/>
                    </a:cubicBezTo>
                    <a:cubicBezTo>
                      <a:pt x="652" y="215"/>
                      <a:pt x="664" y="215"/>
                      <a:pt x="699" y="229"/>
                    </a:cubicBezTo>
                    <a:cubicBezTo>
                      <a:pt x="734" y="243"/>
                      <a:pt x="751" y="255"/>
                      <a:pt x="764" y="258"/>
                    </a:cubicBezTo>
                    <a:cubicBezTo>
                      <a:pt x="794" y="264"/>
                      <a:pt x="782" y="251"/>
                      <a:pt x="828" y="257"/>
                    </a:cubicBezTo>
                    <a:cubicBezTo>
                      <a:pt x="873" y="263"/>
                      <a:pt x="884" y="255"/>
                      <a:pt x="900" y="255"/>
                    </a:cubicBezTo>
                    <a:cubicBezTo>
                      <a:pt x="917" y="255"/>
                      <a:pt x="945" y="270"/>
                      <a:pt x="957" y="252"/>
                    </a:cubicBezTo>
                    <a:cubicBezTo>
                      <a:pt x="969" y="234"/>
                      <a:pt x="981" y="223"/>
                      <a:pt x="998" y="219"/>
                    </a:cubicBezTo>
                    <a:cubicBezTo>
                      <a:pt x="1008" y="217"/>
                      <a:pt x="1015" y="217"/>
                      <a:pt x="1021" y="215"/>
                    </a:cubicBezTo>
                    <a:cubicBezTo>
                      <a:pt x="1023" y="215"/>
                      <a:pt x="1034" y="211"/>
                      <a:pt x="1058" y="215"/>
                    </a:cubicBezTo>
                    <a:cubicBezTo>
                      <a:pt x="1114" y="226"/>
                      <a:pt x="1148" y="232"/>
                      <a:pt x="1148" y="232"/>
                    </a:cubicBezTo>
                    <a:cubicBezTo>
                      <a:pt x="1145" y="221"/>
                      <a:pt x="1145" y="221"/>
                      <a:pt x="1145" y="221"/>
                    </a:cubicBezTo>
                    <a:cubicBezTo>
                      <a:pt x="1138" y="220"/>
                      <a:pt x="1123" y="217"/>
                      <a:pt x="1101" y="213"/>
                    </a:cubicBezTo>
                    <a:cubicBezTo>
                      <a:pt x="1087" y="210"/>
                      <a:pt x="1070" y="207"/>
                      <a:pt x="1050" y="203"/>
                    </a:cubicBezTo>
                    <a:cubicBezTo>
                      <a:pt x="1050" y="203"/>
                      <a:pt x="1050" y="203"/>
                      <a:pt x="1050" y="203"/>
                    </a:cubicBezTo>
                    <a:cubicBezTo>
                      <a:pt x="1046" y="203"/>
                      <a:pt x="1042" y="202"/>
                      <a:pt x="1038" y="201"/>
                    </a:cubicBezTo>
                    <a:cubicBezTo>
                      <a:pt x="1029" y="201"/>
                      <a:pt x="1024" y="206"/>
                      <a:pt x="1021" y="207"/>
                    </a:cubicBezTo>
                    <a:cubicBezTo>
                      <a:pt x="1015" y="209"/>
                      <a:pt x="1008" y="209"/>
                      <a:pt x="998" y="211"/>
                    </a:cubicBezTo>
                    <a:cubicBezTo>
                      <a:pt x="981" y="215"/>
                      <a:pt x="967" y="225"/>
                      <a:pt x="954" y="243"/>
                    </a:cubicBezTo>
                    <a:cubicBezTo>
                      <a:pt x="942" y="261"/>
                      <a:pt x="917" y="247"/>
                      <a:pt x="900" y="247"/>
                    </a:cubicBezTo>
                    <a:cubicBezTo>
                      <a:pt x="884" y="247"/>
                      <a:pt x="873" y="255"/>
                      <a:pt x="828" y="249"/>
                    </a:cubicBezTo>
                    <a:cubicBezTo>
                      <a:pt x="782" y="243"/>
                      <a:pt x="794" y="256"/>
                      <a:pt x="764" y="250"/>
                    </a:cubicBezTo>
                    <a:cubicBezTo>
                      <a:pt x="751" y="247"/>
                      <a:pt x="734" y="235"/>
                      <a:pt x="699" y="221"/>
                    </a:cubicBezTo>
                    <a:cubicBezTo>
                      <a:pt x="664" y="207"/>
                      <a:pt x="656" y="207"/>
                      <a:pt x="622" y="177"/>
                    </a:cubicBezTo>
                    <a:cubicBezTo>
                      <a:pt x="601" y="158"/>
                      <a:pt x="595" y="150"/>
                      <a:pt x="588" y="133"/>
                    </a:cubicBezTo>
                    <a:cubicBezTo>
                      <a:pt x="583" y="119"/>
                      <a:pt x="564" y="113"/>
                      <a:pt x="555" y="112"/>
                    </a:cubicBezTo>
                    <a:cubicBezTo>
                      <a:pt x="516" y="105"/>
                      <a:pt x="476" y="97"/>
                      <a:pt x="436" y="90"/>
                    </a:cubicBezTo>
                    <a:cubicBezTo>
                      <a:pt x="432" y="89"/>
                      <a:pt x="427" y="88"/>
                      <a:pt x="422" y="87"/>
                    </a:cubicBezTo>
                    <a:cubicBezTo>
                      <a:pt x="422" y="87"/>
                      <a:pt x="422" y="87"/>
                      <a:pt x="422" y="88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3"/>
                      <a:pt x="11" y="13"/>
                      <a:pt x="14" y="14"/>
                    </a:cubicBezTo>
                    <a:cubicBezTo>
                      <a:pt x="15" y="14"/>
                      <a:pt x="16" y="14"/>
                      <a:pt x="17" y="1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3" name="Freeform 271">
                <a:extLst>
                  <a:ext uri="{FF2B5EF4-FFF2-40B4-BE49-F238E27FC236}">
                    <a16:creationId xmlns:a16="http://schemas.microsoft.com/office/drawing/2014/main" id="{02F3E925-124E-4882-AD65-85908DF45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065"/>
                <a:ext cx="544" cy="776"/>
              </a:xfrm>
              <a:custGeom>
                <a:avLst/>
                <a:gdLst>
                  <a:gd name="T0" fmla="*/ 575 w 338"/>
                  <a:gd name="T1" fmla="*/ 0 h 452"/>
                  <a:gd name="T2" fmla="*/ 97 w 338"/>
                  <a:gd name="T3" fmla="*/ 213 h 452"/>
                  <a:gd name="T4" fmla="*/ 109 w 338"/>
                  <a:gd name="T5" fmla="*/ 259 h 452"/>
                  <a:gd name="T6" fmla="*/ 111 w 338"/>
                  <a:gd name="T7" fmla="*/ 263 h 452"/>
                  <a:gd name="T8" fmla="*/ 575 w 338"/>
                  <a:gd name="T9" fmla="*/ 57 h 452"/>
                  <a:gd name="T10" fmla="*/ 1368 w 338"/>
                  <a:gd name="T11" fmla="*/ 1143 h 452"/>
                  <a:gd name="T12" fmla="*/ 575 w 338"/>
                  <a:gd name="T13" fmla="*/ 2232 h 452"/>
                  <a:gd name="T14" fmla="*/ 34 w 338"/>
                  <a:gd name="T15" fmla="*/ 1928 h 452"/>
                  <a:gd name="T16" fmla="*/ 26 w 338"/>
                  <a:gd name="T17" fmla="*/ 1928 h 452"/>
                  <a:gd name="T18" fmla="*/ 0 w 338"/>
                  <a:gd name="T19" fmla="*/ 1969 h 452"/>
                  <a:gd name="T20" fmla="*/ 575 w 338"/>
                  <a:gd name="T21" fmla="*/ 2287 h 452"/>
                  <a:gd name="T22" fmla="*/ 1410 w 338"/>
                  <a:gd name="T23" fmla="*/ 1143 h 452"/>
                  <a:gd name="T24" fmla="*/ 575 w 338"/>
                  <a:gd name="T25" fmla="*/ 0 h 4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6"/>
                      <a:pt x="23" y="42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58" y="27"/>
                      <a:pt x="97" y="11"/>
                      <a:pt x="138" y="11"/>
                    </a:cubicBezTo>
                    <a:cubicBezTo>
                      <a:pt x="241" y="11"/>
                      <a:pt x="328" y="108"/>
                      <a:pt x="328" y="226"/>
                    </a:cubicBezTo>
                    <a:cubicBezTo>
                      <a:pt x="328" y="345"/>
                      <a:pt x="241" y="441"/>
                      <a:pt x="138" y="441"/>
                    </a:cubicBezTo>
                    <a:cubicBezTo>
                      <a:pt x="87" y="441"/>
                      <a:pt x="41" y="418"/>
                      <a:pt x="8" y="381"/>
                    </a:cubicBezTo>
                    <a:cubicBezTo>
                      <a:pt x="6" y="381"/>
                      <a:pt x="6" y="381"/>
                      <a:pt x="6" y="381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4" name="Freeform 272">
                <a:extLst>
                  <a:ext uri="{FF2B5EF4-FFF2-40B4-BE49-F238E27FC236}">
                    <a16:creationId xmlns:a16="http://schemas.microsoft.com/office/drawing/2014/main" id="{B6CBE01B-A170-4F1C-94FC-D00E9AEE5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183"/>
                <a:ext cx="387" cy="539"/>
              </a:xfrm>
              <a:custGeom>
                <a:avLst/>
                <a:gdLst>
                  <a:gd name="T0" fmla="*/ 419 w 240"/>
                  <a:gd name="T1" fmla="*/ 0 h 314"/>
                  <a:gd name="T2" fmla="*/ 21 w 240"/>
                  <a:gd name="T3" fmla="*/ 213 h 314"/>
                  <a:gd name="T4" fmla="*/ 34 w 240"/>
                  <a:gd name="T5" fmla="*/ 275 h 314"/>
                  <a:gd name="T6" fmla="*/ 419 w 240"/>
                  <a:gd name="T7" fmla="*/ 50 h 314"/>
                  <a:gd name="T8" fmla="*/ 964 w 240"/>
                  <a:gd name="T9" fmla="*/ 795 h 314"/>
                  <a:gd name="T10" fmla="*/ 419 w 240"/>
                  <a:gd name="T11" fmla="*/ 1538 h 314"/>
                  <a:gd name="T12" fmla="*/ 26 w 240"/>
                  <a:gd name="T13" fmla="*/ 1305 h 314"/>
                  <a:gd name="T14" fmla="*/ 0 w 240"/>
                  <a:gd name="T15" fmla="*/ 1346 h 314"/>
                  <a:gd name="T16" fmla="*/ 419 w 240"/>
                  <a:gd name="T17" fmla="*/ 1588 h 314"/>
                  <a:gd name="T18" fmla="*/ 1006 w 240"/>
                  <a:gd name="T19" fmla="*/ 795 h 314"/>
                  <a:gd name="T20" fmla="*/ 41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32" y="27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7"/>
                      <a:pt x="63" y="314"/>
                      <a:pt x="100" y="314"/>
                    </a:cubicBezTo>
                    <a:cubicBezTo>
                      <a:pt x="177" y="314"/>
                      <a:pt x="240" y="244"/>
                      <a:pt x="240" y="157"/>
                    </a:cubicBezTo>
                    <a:cubicBezTo>
                      <a:pt x="240" y="71"/>
                      <a:pt x="177" y="0"/>
                      <a:pt x="10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5" name="Freeform 273">
                <a:extLst>
                  <a:ext uri="{FF2B5EF4-FFF2-40B4-BE49-F238E27FC236}">
                    <a16:creationId xmlns:a16="http://schemas.microsoft.com/office/drawing/2014/main" id="{B237853C-BF94-4152-8E07-97B7F4224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163"/>
                <a:ext cx="417" cy="580"/>
              </a:xfrm>
              <a:custGeom>
                <a:avLst/>
                <a:gdLst>
                  <a:gd name="T0" fmla="*/ 451 w 259"/>
                  <a:gd name="T1" fmla="*/ 0 h 338"/>
                  <a:gd name="T2" fmla="*/ 37 w 259"/>
                  <a:gd name="T3" fmla="*/ 206 h 338"/>
                  <a:gd name="T4" fmla="*/ 55 w 259"/>
                  <a:gd name="T5" fmla="*/ 275 h 338"/>
                  <a:gd name="T6" fmla="*/ 451 w 259"/>
                  <a:gd name="T7" fmla="*/ 62 h 338"/>
                  <a:gd name="T8" fmla="*/ 1034 w 259"/>
                  <a:gd name="T9" fmla="*/ 855 h 338"/>
                  <a:gd name="T10" fmla="*/ 451 w 259"/>
                  <a:gd name="T11" fmla="*/ 1646 h 338"/>
                  <a:gd name="T12" fmla="*/ 34 w 259"/>
                  <a:gd name="T13" fmla="*/ 1405 h 338"/>
                  <a:gd name="T14" fmla="*/ 0 w 259"/>
                  <a:gd name="T15" fmla="*/ 1460 h 338"/>
                  <a:gd name="T16" fmla="*/ 451 w 259"/>
                  <a:gd name="T17" fmla="*/ 1707 h 338"/>
                  <a:gd name="T18" fmla="*/ 1080 w 259"/>
                  <a:gd name="T19" fmla="*/ 855 h 338"/>
                  <a:gd name="T20" fmla="*/ 451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5"/>
                      <a:pt x="9" y="41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3"/>
                      <a:pt x="248" y="169"/>
                    </a:cubicBezTo>
                    <a:cubicBezTo>
                      <a:pt x="248" y="256"/>
                      <a:pt x="185" y="326"/>
                      <a:pt x="108" y="326"/>
                    </a:cubicBezTo>
                    <a:cubicBezTo>
                      <a:pt x="71" y="326"/>
                      <a:pt x="34" y="309"/>
                      <a:pt x="8" y="278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3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6" name="Freeform 274">
                <a:extLst>
                  <a:ext uri="{FF2B5EF4-FFF2-40B4-BE49-F238E27FC236}">
                    <a16:creationId xmlns:a16="http://schemas.microsoft.com/office/drawing/2014/main" id="{8CB99C91-7034-4FDB-92C9-73161398D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065"/>
                <a:ext cx="544" cy="776"/>
              </a:xfrm>
              <a:custGeom>
                <a:avLst/>
                <a:gdLst>
                  <a:gd name="T0" fmla="*/ 575 w 338"/>
                  <a:gd name="T1" fmla="*/ 0 h 452"/>
                  <a:gd name="T2" fmla="*/ 97 w 338"/>
                  <a:gd name="T3" fmla="*/ 213 h 452"/>
                  <a:gd name="T4" fmla="*/ 192 w 338"/>
                  <a:gd name="T5" fmla="*/ 621 h 452"/>
                  <a:gd name="T6" fmla="*/ 575 w 338"/>
                  <a:gd name="T7" fmla="*/ 400 h 452"/>
                  <a:gd name="T8" fmla="*/ 1117 w 338"/>
                  <a:gd name="T9" fmla="*/ 1143 h 452"/>
                  <a:gd name="T10" fmla="*/ 575 w 338"/>
                  <a:gd name="T11" fmla="*/ 1887 h 452"/>
                  <a:gd name="T12" fmla="*/ 183 w 338"/>
                  <a:gd name="T13" fmla="*/ 1653 h 452"/>
                  <a:gd name="T14" fmla="*/ 0 w 338"/>
                  <a:gd name="T15" fmla="*/ 1969 h 452"/>
                  <a:gd name="T16" fmla="*/ 575 w 338"/>
                  <a:gd name="T17" fmla="*/ 2287 h 452"/>
                  <a:gd name="T18" fmla="*/ 1410 w 338"/>
                  <a:gd name="T19" fmla="*/ 1143 h 452"/>
                  <a:gd name="T20" fmla="*/ 575 w 338"/>
                  <a:gd name="T21" fmla="*/ 0 h 4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6"/>
                      <a:pt x="23" y="42"/>
                    </a:cubicBezTo>
                    <a:cubicBezTo>
                      <a:pt x="46" y="123"/>
                      <a:pt x="46" y="123"/>
                      <a:pt x="46" y="123"/>
                    </a:cubicBezTo>
                    <a:cubicBezTo>
                      <a:pt x="70" y="96"/>
                      <a:pt x="102" y="79"/>
                      <a:pt x="138" y="79"/>
                    </a:cubicBezTo>
                    <a:cubicBezTo>
                      <a:pt x="210" y="79"/>
                      <a:pt x="268" y="145"/>
                      <a:pt x="268" y="226"/>
                    </a:cubicBezTo>
                    <a:cubicBezTo>
                      <a:pt x="268" y="307"/>
                      <a:pt x="210" y="373"/>
                      <a:pt x="138" y="373"/>
                    </a:cubicBezTo>
                    <a:cubicBezTo>
                      <a:pt x="101" y="373"/>
                      <a:pt x="68" y="355"/>
                      <a:pt x="44" y="327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7" name="Freeform 275">
                <a:extLst>
                  <a:ext uri="{FF2B5EF4-FFF2-40B4-BE49-F238E27FC236}">
                    <a16:creationId xmlns:a16="http://schemas.microsoft.com/office/drawing/2014/main" id="{0343D10D-F097-40C4-BBAA-6E5735E6C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0"/>
                <a:ext cx="360" cy="505"/>
              </a:xfrm>
              <a:custGeom>
                <a:avLst/>
                <a:gdLst>
                  <a:gd name="T0" fmla="*/ 8 w 224"/>
                  <a:gd name="T1" fmla="*/ 225 h 294"/>
                  <a:gd name="T2" fmla="*/ 391 w 224"/>
                  <a:gd name="T3" fmla="*/ 0 h 294"/>
                  <a:gd name="T4" fmla="*/ 931 w 224"/>
                  <a:gd name="T5" fmla="*/ 747 h 294"/>
                  <a:gd name="T6" fmla="*/ 391 w 224"/>
                  <a:gd name="T7" fmla="*/ 1489 h 294"/>
                  <a:gd name="T8" fmla="*/ 0 w 224"/>
                  <a:gd name="T9" fmla="*/ 1257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94">
                    <a:moveTo>
                      <a:pt x="2" y="44"/>
                    </a:moveTo>
                    <a:cubicBezTo>
                      <a:pt x="26" y="17"/>
                      <a:pt x="58" y="0"/>
                      <a:pt x="94" y="0"/>
                    </a:cubicBezTo>
                    <a:cubicBezTo>
                      <a:pt x="166" y="0"/>
                      <a:pt x="224" y="66"/>
                      <a:pt x="224" y="147"/>
                    </a:cubicBezTo>
                    <a:cubicBezTo>
                      <a:pt x="224" y="228"/>
                      <a:pt x="166" y="294"/>
                      <a:pt x="94" y="294"/>
                    </a:cubicBezTo>
                    <a:cubicBezTo>
                      <a:pt x="57" y="294"/>
                      <a:pt x="24" y="276"/>
                      <a:pt x="0" y="24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8" name="Freeform 276">
                <a:extLst>
                  <a:ext uri="{FF2B5EF4-FFF2-40B4-BE49-F238E27FC236}">
                    <a16:creationId xmlns:a16="http://schemas.microsoft.com/office/drawing/2014/main" id="{F7CDA4B0-87BD-44FE-A179-81D2A987A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723"/>
                <a:ext cx="2027" cy="414"/>
              </a:xfrm>
              <a:custGeom>
                <a:avLst/>
                <a:gdLst>
                  <a:gd name="T0" fmla="*/ 5138 w 1259"/>
                  <a:gd name="T1" fmla="*/ 1010 h 241"/>
                  <a:gd name="T2" fmla="*/ 5253 w 1259"/>
                  <a:gd name="T3" fmla="*/ 1019 h 241"/>
                  <a:gd name="T4" fmla="*/ 2830 w 1259"/>
                  <a:gd name="T5" fmla="*/ 550 h 241"/>
                  <a:gd name="T6" fmla="*/ 628 w 1259"/>
                  <a:gd name="T7" fmla="*/ 41 h 241"/>
                  <a:gd name="T8" fmla="*/ 0 w 1259"/>
                  <a:gd name="T9" fmla="*/ 136 h 241"/>
                  <a:gd name="T10" fmla="*/ 0 w 1259"/>
                  <a:gd name="T11" fmla="*/ 136 h 241"/>
                  <a:gd name="T12" fmla="*/ 2058 w 1259"/>
                  <a:gd name="T13" fmla="*/ 665 h 241"/>
                  <a:gd name="T14" fmla="*/ 4658 w 1259"/>
                  <a:gd name="T15" fmla="*/ 1221 h 241"/>
                  <a:gd name="T16" fmla="*/ 5138 w 1259"/>
                  <a:gd name="T17" fmla="*/ 101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9" h="241">
                    <a:moveTo>
                      <a:pt x="1231" y="199"/>
                    </a:moveTo>
                    <a:cubicBezTo>
                      <a:pt x="1241" y="199"/>
                      <a:pt x="1250" y="200"/>
                      <a:pt x="1259" y="201"/>
                    </a:cubicBezTo>
                    <a:cubicBezTo>
                      <a:pt x="1163" y="184"/>
                      <a:pt x="808" y="133"/>
                      <a:pt x="678" y="108"/>
                    </a:cubicBezTo>
                    <a:cubicBezTo>
                      <a:pt x="559" y="85"/>
                      <a:pt x="241" y="27"/>
                      <a:pt x="150" y="8"/>
                    </a:cubicBezTo>
                    <a:cubicBezTo>
                      <a:pt x="112" y="2"/>
                      <a:pt x="32" y="0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92" y="46"/>
                      <a:pt x="374" y="108"/>
                      <a:pt x="493" y="131"/>
                    </a:cubicBezTo>
                    <a:cubicBezTo>
                      <a:pt x="629" y="157"/>
                      <a:pt x="1116" y="241"/>
                      <a:pt x="1116" y="241"/>
                    </a:cubicBezTo>
                    <a:cubicBezTo>
                      <a:pt x="1149" y="215"/>
                      <a:pt x="1188" y="199"/>
                      <a:pt x="1231" y="19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9" name="Freeform 277">
                <a:extLst>
                  <a:ext uri="{FF2B5EF4-FFF2-40B4-BE49-F238E27FC236}">
                    <a16:creationId xmlns:a16="http://schemas.microsoft.com/office/drawing/2014/main" id="{C2A0DBF5-3BE0-4011-B1CA-020F02777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738"/>
                <a:ext cx="866" cy="151"/>
              </a:xfrm>
              <a:custGeom>
                <a:avLst/>
                <a:gdLst>
                  <a:gd name="T0" fmla="*/ 0 w 538"/>
                  <a:gd name="T1" fmla="*/ 50 h 88"/>
                  <a:gd name="T2" fmla="*/ 417 w 538"/>
                  <a:gd name="T3" fmla="*/ 41 h 88"/>
                  <a:gd name="T4" fmla="*/ 2244 w 538"/>
                  <a:gd name="T5" fmla="*/ 444 h 88"/>
                  <a:gd name="T6" fmla="*/ 443 w 538"/>
                  <a:gd name="T7" fmla="*/ 91 h 88"/>
                  <a:gd name="T8" fmla="*/ 0 w 538"/>
                  <a:gd name="T9" fmla="*/ 5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8" h="88">
                    <a:moveTo>
                      <a:pt x="0" y="10"/>
                    </a:moveTo>
                    <a:cubicBezTo>
                      <a:pt x="30" y="0"/>
                      <a:pt x="76" y="2"/>
                      <a:pt x="100" y="8"/>
                    </a:cubicBezTo>
                    <a:cubicBezTo>
                      <a:pt x="124" y="14"/>
                      <a:pt x="486" y="78"/>
                      <a:pt x="538" y="88"/>
                    </a:cubicBezTo>
                    <a:cubicBezTo>
                      <a:pt x="504" y="86"/>
                      <a:pt x="126" y="22"/>
                      <a:pt x="106" y="18"/>
                    </a:cubicBezTo>
                    <a:cubicBezTo>
                      <a:pt x="86" y="14"/>
                      <a:pt x="8" y="2"/>
                      <a:pt x="0" y="10"/>
                    </a:cubicBezTo>
                    <a:close/>
                  </a:path>
                </a:pathLst>
              </a:custGeom>
              <a:solidFill>
                <a:srgbClr val="FDE4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0" name="Freeform 278">
                <a:extLst>
                  <a:ext uri="{FF2B5EF4-FFF2-40B4-BE49-F238E27FC236}">
                    <a16:creationId xmlns:a16="http://schemas.microsoft.com/office/drawing/2014/main" id="{3F2AC794-7E63-45F5-9DE7-CBAA39F3D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374"/>
                <a:ext cx="1985" cy="465"/>
              </a:xfrm>
              <a:custGeom>
                <a:avLst/>
                <a:gdLst>
                  <a:gd name="T0" fmla="*/ 4665 w 1233"/>
                  <a:gd name="T1" fmla="*/ 1057 h 271"/>
                  <a:gd name="T2" fmla="*/ 4665 w 1233"/>
                  <a:gd name="T3" fmla="*/ 1057 h 271"/>
                  <a:gd name="T4" fmla="*/ 4661 w 1233"/>
                  <a:gd name="T5" fmla="*/ 1057 h 271"/>
                  <a:gd name="T6" fmla="*/ 2907 w 1233"/>
                  <a:gd name="T7" fmla="*/ 683 h 271"/>
                  <a:gd name="T8" fmla="*/ 0 w 1233"/>
                  <a:gd name="T9" fmla="*/ 0 h 271"/>
                  <a:gd name="T10" fmla="*/ 509 w 1233"/>
                  <a:gd name="T11" fmla="*/ 275 h 271"/>
                  <a:gd name="T12" fmla="*/ 642 w 1233"/>
                  <a:gd name="T13" fmla="*/ 312 h 271"/>
                  <a:gd name="T14" fmla="*/ 3392 w 1233"/>
                  <a:gd name="T15" fmla="*/ 995 h 271"/>
                  <a:gd name="T16" fmla="*/ 5145 w 1233"/>
                  <a:gd name="T17" fmla="*/ 1369 h 271"/>
                  <a:gd name="T18" fmla="*/ 5145 w 1233"/>
                  <a:gd name="T19" fmla="*/ 1369 h 271"/>
                  <a:gd name="T20" fmla="*/ 4665 w 1233"/>
                  <a:gd name="T21" fmla="*/ 1057 h 2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33" h="271">
                    <a:moveTo>
                      <a:pt x="1118" y="209"/>
                    </a:moveTo>
                    <a:cubicBezTo>
                      <a:pt x="1118" y="209"/>
                      <a:pt x="1118" y="209"/>
                      <a:pt x="1118" y="209"/>
                    </a:cubicBezTo>
                    <a:cubicBezTo>
                      <a:pt x="1117" y="209"/>
                      <a:pt x="1117" y="209"/>
                      <a:pt x="1117" y="209"/>
                    </a:cubicBezTo>
                    <a:cubicBezTo>
                      <a:pt x="1089" y="205"/>
                      <a:pt x="795" y="155"/>
                      <a:pt x="697" y="135"/>
                    </a:cubicBezTo>
                    <a:cubicBezTo>
                      <a:pt x="607" y="116"/>
                      <a:pt x="185" y="36"/>
                      <a:pt x="0" y="0"/>
                    </a:cubicBezTo>
                    <a:cubicBezTo>
                      <a:pt x="26" y="28"/>
                      <a:pt x="86" y="45"/>
                      <a:pt x="122" y="54"/>
                    </a:cubicBezTo>
                    <a:cubicBezTo>
                      <a:pt x="126" y="55"/>
                      <a:pt x="154" y="62"/>
                      <a:pt x="154" y="62"/>
                    </a:cubicBezTo>
                    <a:cubicBezTo>
                      <a:pt x="339" y="97"/>
                      <a:pt x="723" y="179"/>
                      <a:pt x="813" y="197"/>
                    </a:cubicBezTo>
                    <a:cubicBezTo>
                      <a:pt x="911" y="217"/>
                      <a:pt x="1205" y="267"/>
                      <a:pt x="1233" y="271"/>
                    </a:cubicBezTo>
                    <a:cubicBezTo>
                      <a:pt x="1233" y="271"/>
                      <a:pt x="1233" y="271"/>
                      <a:pt x="1233" y="271"/>
                    </a:cubicBezTo>
                    <a:cubicBezTo>
                      <a:pt x="1189" y="265"/>
                      <a:pt x="1148" y="242"/>
                      <a:pt x="1118" y="20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1" name="Freeform 279">
                <a:extLst>
                  <a:ext uri="{FF2B5EF4-FFF2-40B4-BE49-F238E27FC236}">
                    <a16:creationId xmlns:a16="http://schemas.microsoft.com/office/drawing/2014/main" id="{66AC7F24-0216-4C88-8950-4EFB68B8B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355"/>
                <a:ext cx="1811" cy="378"/>
              </a:xfrm>
              <a:custGeom>
                <a:avLst/>
                <a:gdLst>
                  <a:gd name="T0" fmla="*/ 4667 w 1125"/>
                  <a:gd name="T1" fmla="*/ 1115 h 220"/>
                  <a:gd name="T2" fmla="*/ 4693 w 1125"/>
                  <a:gd name="T3" fmla="*/ 1072 h 220"/>
                  <a:gd name="T4" fmla="*/ 2933 w 1125"/>
                  <a:gd name="T5" fmla="*/ 686 h 220"/>
                  <a:gd name="T6" fmla="*/ 21 w 1125"/>
                  <a:gd name="T7" fmla="*/ 0 h 220"/>
                  <a:gd name="T8" fmla="*/ 16 w 1125"/>
                  <a:gd name="T9" fmla="*/ 0 h 220"/>
                  <a:gd name="T10" fmla="*/ 0 w 1125"/>
                  <a:gd name="T11" fmla="*/ 57 h 220"/>
                  <a:gd name="T12" fmla="*/ 2912 w 1125"/>
                  <a:gd name="T13" fmla="*/ 741 h 220"/>
                  <a:gd name="T14" fmla="*/ 4665 w 1125"/>
                  <a:gd name="T15" fmla="*/ 1115 h 220"/>
                  <a:gd name="T16" fmla="*/ 4667 w 1125"/>
                  <a:gd name="T17" fmla="*/ 1115 h 2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5" h="220">
                    <a:moveTo>
                      <a:pt x="1119" y="220"/>
                    </a:moveTo>
                    <a:cubicBezTo>
                      <a:pt x="1125" y="211"/>
                      <a:pt x="1125" y="211"/>
                      <a:pt x="1125" y="211"/>
                    </a:cubicBezTo>
                    <a:cubicBezTo>
                      <a:pt x="1085" y="205"/>
                      <a:pt x="799" y="155"/>
                      <a:pt x="703" y="135"/>
                    </a:cubicBezTo>
                    <a:cubicBezTo>
                      <a:pt x="613" y="117"/>
                      <a:pt x="190" y="36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85" y="46"/>
                      <a:pt x="608" y="127"/>
                      <a:pt x="698" y="146"/>
                    </a:cubicBezTo>
                    <a:cubicBezTo>
                      <a:pt x="796" y="166"/>
                      <a:pt x="1090" y="216"/>
                      <a:pt x="1118" y="220"/>
                    </a:cubicBezTo>
                    <a:lnTo>
                      <a:pt x="1119" y="22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2" name="Freeform 280">
                <a:extLst>
                  <a:ext uri="{FF2B5EF4-FFF2-40B4-BE49-F238E27FC236}">
                    <a16:creationId xmlns:a16="http://schemas.microsoft.com/office/drawing/2014/main" id="{D65DDCB8-3A04-4510-B157-14DF60947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769"/>
                <a:ext cx="173" cy="605"/>
              </a:xfrm>
              <a:custGeom>
                <a:avLst/>
                <a:gdLst>
                  <a:gd name="T0" fmla="*/ 107 w 108"/>
                  <a:gd name="T1" fmla="*/ 0 h 352"/>
                  <a:gd name="T2" fmla="*/ 95 w 108"/>
                  <a:gd name="T3" fmla="*/ 382 h 352"/>
                  <a:gd name="T4" fmla="*/ 260 w 108"/>
                  <a:gd name="T5" fmla="*/ 423 h 352"/>
                  <a:gd name="T6" fmla="*/ 436 w 108"/>
                  <a:gd name="T7" fmla="*/ 966 h 352"/>
                  <a:gd name="T8" fmla="*/ 231 w 108"/>
                  <a:gd name="T9" fmla="*/ 1488 h 352"/>
                  <a:gd name="T10" fmla="*/ 82 w 108"/>
                  <a:gd name="T11" fmla="*/ 1454 h 352"/>
                  <a:gd name="T12" fmla="*/ 0 w 108"/>
                  <a:gd name="T13" fmla="*/ 1788 h 3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52">
                    <a:moveTo>
                      <a:pt x="26" y="0"/>
                    </a:moveTo>
                    <a:cubicBezTo>
                      <a:pt x="23" y="75"/>
                      <a:pt x="23" y="75"/>
                      <a:pt x="23" y="75"/>
                    </a:cubicBezTo>
                    <a:cubicBezTo>
                      <a:pt x="63" y="83"/>
                      <a:pt x="63" y="83"/>
                      <a:pt x="63" y="83"/>
                    </a:cubicBezTo>
                    <a:cubicBezTo>
                      <a:pt x="92" y="101"/>
                      <a:pt x="105" y="144"/>
                      <a:pt x="106" y="190"/>
                    </a:cubicBezTo>
                    <a:cubicBezTo>
                      <a:pt x="108" y="230"/>
                      <a:pt x="86" y="272"/>
                      <a:pt x="56" y="293"/>
                    </a:cubicBezTo>
                    <a:cubicBezTo>
                      <a:pt x="20" y="286"/>
                      <a:pt x="20" y="286"/>
                      <a:pt x="20" y="286"/>
                    </a:cubicBezTo>
                    <a:cubicBezTo>
                      <a:pt x="0" y="352"/>
                      <a:pt x="0" y="352"/>
                      <a:pt x="0" y="35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3" name="Freeform 281">
                <a:extLst>
                  <a:ext uri="{FF2B5EF4-FFF2-40B4-BE49-F238E27FC236}">
                    <a16:creationId xmlns:a16="http://schemas.microsoft.com/office/drawing/2014/main" id="{8CCB827E-690D-479E-BD0E-6D02609BD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834"/>
                <a:ext cx="16" cy="9"/>
              </a:xfrm>
              <a:custGeom>
                <a:avLst/>
                <a:gdLst>
                  <a:gd name="T0" fmla="*/ 0 w 10"/>
                  <a:gd name="T1" fmla="*/ 7 h 5"/>
                  <a:gd name="T2" fmla="*/ 21 w 10"/>
                  <a:gd name="T3" fmla="*/ 0 h 5"/>
                  <a:gd name="T4" fmla="*/ 42 w 10"/>
                  <a:gd name="T5" fmla="*/ 16 h 5"/>
                  <a:gd name="T6" fmla="*/ 21 w 10"/>
                  <a:gd name="T7" fmla="*/ 23 h 5"/>
                  <a:gd name="T8" fmla="*/ 0 w 10"/>
                  <a:gd name="T9" fmla="*/ 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9" y="4"/>
                      <a:pt x="7" y="5"/>
                      <a:pt x="5" y="4"/>
                    </a:cubicBezTo>
                    <a:cubicBezTo>
                      <a:pt x="2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4" name="Freeform 282">
                <a:extLst>
                  <a:ext uri="{FF2B5EF4-FFF2-40B4-BE49-F238E27FC236}">
                    <a16:creationId xmlns:a16="http://schemas.microsoft.com/office/drawing/2014/main" id="{93921E68-A718-48E6-B24D-82E56CE10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790"/>
                <a:ext cx="16" cy="8"/>
              </a:xfrm>
              <a:custGeom>
                <a:avLst/>
                <a:gdLst>
                  <a:gd name="T0" fmla="*/ 0 w 10"/>
                  <a:gd name="T1" fmla="*/ 5 h 5"/>
                  <a:gd name="T2" fmla="*/ 21 w 10"/>
                  <a:gd name="T3" fmla="*/ 0 h 5"/>
                  <a:gd name="T4" fmla="*/ 42 w 10"/>
                  <a:gd name="T5" fmla="*/ 13 h 5"/>
                  <a:gd name="T6" fmla="*/ 21 w 10"/>
                  <a:gd name="T7" fmla="*/ 16 h 5"/>
                  <a:gd name="T8" fmla="*/ 0 w 10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9" y="4"/>
                      <a:pt x="7" y="5"/>
                      <a:pt x="5" y="4"/>
                    </a:cubicBezTo>
                    <a:cubicBezTo>
                      <a:pt x="2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5" name="Freeform 283">
                <a:extLst>
                  <a:ext uri="{FF2B5EF4-FFF2-40B4-BE49-F238E27FC236}">
                    <a16:creationId xmlns:a16="http://schemas.microsoft.com/office/drawing/2014/main" id="{21B47DFB-9B51-4343-80D0-AA6D74F27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884"/>
                <a:ext cx="16" cy="9"/>
              </a:xfrm>
              <a:custGeom>
                <a:avLst/>
                <a:gdLst>
                  <a:gd name="T0" fmla="*/ 0 w 10"/>
                  <a:gd name="T1" fmla="*/ 13 h 5"/>
                  <a:gd name="T2" fmla="*/ 21 w 10"/>
                  <a:gd name="T3" fmla="*/ 7 h 5"/>
                  <a:gd name="T4" fmla="*/ 35 w 10"/>
                  <a:gd name="T5" fmla="*/ 16 h 5"/>
                  <a:gd name="T6" fmla="*/ 16 w 10"/>
                  <a:gd name="T7" fmla="*/ 29 h 5"/>
                  <a:gd name="T8" fmla="*/ 0 w 10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0" y="1"/>
                      <a:pt x="3" y="0"/>
                      <a:pt x="5" y="1"/>
                    </a:cubicBezTo>
                    <a:cubicBezTo>
                      <a:pt x="8" y="1"/>
                      <a:pt x="10" y="2"/>
                      <a:pt x="9" y="3"/>
                    </a:cubicBezTo>
                    <a:cubicBezTo>
                      <a:pt x="9" y="5"/>
                      <a:pt x="7" y="5"/>
                      <a:pt x="4" y="5"/>
                    </a:cubicBezTo>
                    <a:cubicBezTo>
                      <a:pt x="2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6" name="Freeform 284">
                <a:extLst>
                  <a:ext uri="{FF2B5EF4-FFF2-40B4-BE49-F238E27FC236}">
                    <a16:creationId xmlns:a16="http://schemas.microsoft.com/office/drawing/2014/main" id="{761F9425-E15D-4598-A97C-C5AB24723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927"/>
                <a:ext cx="16" cy="9"/>
              </a:xfrm>
              <a:custGeom>
                <a:avLst/>
                <a:gdLst>
                  <a:gd name="T0" fmla="*/ 0 w 10"/>
                  <a:gd name="T1" fmla="*/ 13 h 5"/>
                  <a:gd name="T2" fmla="*/ 21 w 10"/>
                  <a:gd name="T3" fmla="*/ 7 h 5"/>
                  <a:gd name="T4" fmla="*/ 35 w 10"/>
                  <a:gd name="T5" fmla="*/ 23 h 5"/>
                  <a:gd name="T6" fmla="*/ 16 w 10"/>
                  <a:gd name="T7" fmla="*/ 29 h 5"/>
                  <a:gd name="T8" fmla="*/ 0 w 10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0" y="1"/>
                      <a:pt x="3" y="0"/>
                      <a:pt x="5" y="1"/>
                    </a:cubicBezTo>
                    <a:cubicBezTo>
                      <a:pt x="8" y="1"/>
                      <a:pt x="10" y="3"/>
                      <a:pt x="9" y="4"/>
                    </a:cubicBezTo>
                    <a:cubicBezTo>
                      <a:pt x="9" y="5"/>
                      <a:pt x="7" y="5"/>
                      <a:pt x="4" y="5"/>
                    </a:cubicBezTo>
                    <a:cubicBezTo>
                      <a:pt x="2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7" name="Freeform 285">
                <a:extLst>
                  <a:ext uri="{FF2B5EF4-FFF2-40B4-BE49-F238E27FC236}">
                    <a16:creationId xmlns:a16="http://schemas.microsoft.com/office/drawing/2014/main" id="{8D5ADBA8-E00E-440D-A240-61D9A8A4A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970"/>
                <a:ext cx="16" cy="9"/>
              </a:xfrm>
              <a:custGeom>
                <a:avLst/>
                <a:gdLst>
                  <a:gd name="T0" fmla="*/ 5 w 10"/>
                  <a:gd name="T1" fmla="*/ 13 h 5"/>
                  <a:gd name="T2" fmla="*/ 26 w 10"/>
                  <a:gd name="T3" fmla="*/ 7 h 5"/>
                  <a:gd name="T4" fmla="*/ 42 w 10"/>
                  <a:gd name="T5" fmla="*/ 16 h 5"/>
                  <a:gd name="T6" fmla="*/ 21 w 10"/>
                  <a:gd name="T7" fmla="*/ 23 h 5"/>
                  <a:gd name="T8" fmla="*/ 5 w 10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" y="2"/>
                    </a:moveTo>
                    <a:cubicBezTo>
                      <a:pt x="1" y="1"/>
                      <a:pt x="3" y="0"/>
                      <a:pt x="6" y="1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10" y="4"/>
                      <a:pt x="7" y="5"/>
                      <a:pt x="5" y="4"/>
                    </a:cubicBezTo>
                    <a:cubicBezTo>
                      <a:pt x="2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8" name="Freeform 286">
                <a:extLst>
                  <a:ext uri="{FF2B5EF4-FFF2-40B4-BE49-F238E27FC236}">
                    <a16:creationId xmlns:a16="http://schemas.microsoft.com/office/drawing/2014/main" id="{79DD2F3B-D47D-4DDA-8503-724246BBA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015"/>
                <a:ext cx="16" cy="8"/>
              </a:xfrm>
              <a:custGeom>
                <a:avLst/>
                <a:gdLst>
                  <a:gd name="T0" fmla="*/ 0 w 10"/>
                  <a:gd name="T1" fmla="*/ 8 h 5"/>
                  <a:gd name="T2" fmla="*/ 21 w 10"/>
                  <a:gd name="T3" fmla="*/ 5 h 5"/>
                  <a:gd name="T4" fmla="*/ 42 w 10"/>
                  <a:gd name="T5" fmla="*/ 13 h 5"/>
                  <a:gd name="T6" fmla="*/ 21 w 10"/>
                  <a:gd name="T7" fmla="*/ 21 h 5"/>
                  <a:gd name="T8" fmla="*/ 0 w 10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10" y="5"/>
                      <a:pt x="7" y="5"/>
                      <a:pt x="5" y="5"/>
                    </a:cubicBezTo>
                    <a:cubicBezTo>
                      <a:pt x="2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9" name="Freeform 287">
                <a:extLst>
                  <a:ext uri="{FF2B5EF4-FFF2-40B4-BE49-F238E27FC236}">
                    <a16:creationId xmlns:a16="http://schemas.microsoft.com/office/drawing/2014/main" id="{40E72A9C-9394-4E56-BD89-197631510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056"/>
                <a:ext cx="16" cy="9"/>
              </a:xfrm>
              <a:custGeom>
                <a:avLst/>
                <a:gdLst>
                  <a:gd name="T0" fmla="*/ 0 w 10"/>
                  <a:gd name="T1" fmla="*/ 7 h 5"/>
                  <a:gd name="T2" fmla="*/ 21 w 10"/>
                  <a:gd name="T3" fmla="*/ 0 h 5"/>
                  <a:gd name="T4" fmla="*/ 42 w 10"/>
                  <a:gd name="T5" fmla="*/ 16 h 5"/>
                  <a:gd name="T6" fmla="*/ 21 w 10"/>
                  <a:gd name="T7" fmla="*/ 23 h 5"/>
                  <a:gd name="T8" fmla="*/ 0 w 10"/>
                  <a:gd name="T9" fmla="*/ 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10" y="4"/>
                      <a:pt x="7" y="5"/>
                      <a:pt x="5" y="4"/>
                    </a:cubicBezTo>
                    <a:cubicBezTo>
                      <a:pt x="2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0" name="Freeform 288">
                <a:extLst>
                  <a:ext uri="{FF2B5EF4-FFF2-40B4-BE49-F238E27FC236}">
                    <a16:creationId xmlns:a16="http://schemas.microsoft.com/office/drawing/2014/main" id="{BD78F0B0-E864-4180-9CE2-F15B729D6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094"/>
                <a:ext cx="15" cy="7"/>
              </a:xfrm>
              <a:custGeom>
                <a:avLst/>
                <a:gdLst>
                  <a:gd name="T0" fmla="*/ 0 w 9"/>
                  <a:gd name="T1" fmla="*/ 7 h 4"/>
                  <a:gd name="T2" fmla="*/ 22 w 9"/>
                  <a:gd name="T3" fmla="*/ 0 h 4"/>
                  <a:gd name="T4" fmla="*/ 42 w 9"/>
                  <a:gd name="T5" fmla="*/ 16 h 4"/>
                  <a:gd name="T6" fmla="*/ 20 w 9"/>
                  <a:gd name="T7" fmla="*/ 21 h 4"/>
                  <a:gd name="T8" fmla="*/ 0 w 9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0" y="1"/>
                    </a:moveTo>
                    <a:cubicBezTo>
                      <a:pt x="0" y="0"/>
                      <a:pt x="2" y="0"/>
                      <a:pt x="5" y="0"/>
                    </a:cubicBezTo>
                    <a:cubicBezTo>
                      <a:pt x="7" y="1"/>
                      <a:pt x="9" y="2"/>
                      <a:pt x="9" y="3"/>
                    </a:cubicBezTo>
                    <a:cubicBezTo>
                      <a:pt x="9" y="4"/>
                      <a:pt x="7" y="4"/>
                      <a:pt x="4" y="4"/>
                    </a:cubicBezTo>
                    <a:cubicBezTo>
                      <a:pt x="2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1" name="Freeform 289">
                <a:extLst>
                  <a:ext uri="{FF2B5EF4-FFF2-40B4-BE49-F238E27FC236}">
                    <a16:creationId xmlns:a16="http://schemas.microsoft.com/office/drawing/2014/main" id="{7DFE6A55-4DE1-47E5-827D-FD727EFC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120"/>
                <a:ext cx="16" cy="8"/>
              </a:xfrm>
              <a:custGeom>
                <a:avLst/>
                <a:gdLst>
                  <a:gd name="T0" fmla="*/ 0 w 10"/>
                  <a:gd name="T1" fmla="*/ 5 h 5"/>
                  <a:gd name="T2" fmla="*/ 21 w 10"/>
                  <a:gd name="T3" fmla="*/ 0 h 5"/>
                  <a:gd name="T4" fmla="*/ 42 w 10"/>
                  <a:gd name="T5" fmla="*/ 13 h 5"/>
                  <a:gd name="T6" fmla="*/ 21 w 10"/>
                  <a:gd name="T7" fmla="*/ 16 h 5"/>
                  <a:gd name="T8" fmla="*/ 0 w 10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9" y="4"/>
                      <a:pt x="7" y="5"/>
                      <a:pt x="5" y="4"/>
                    </a:cubicBezTo>
                    <a:cubicBezTo>
                      <a:pt x="2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2" name="Freeform 290">
                <a:extLst>
                  <a:ext uri="{FF2B5EF4-FFF2-40B4-BE49-F238E27FC236}">
                    <a16:creationId xmlns:a16="http://schemas.microsoft.com/office/drawing/2014/main" id="{9DDE577C-06D4-4669-A16C-15E2CFEFF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2710"/>
                <a:ext cx="16" cy="9"/>
              </a:xfrm>
              <a:custGeom>
                <a:avLst/>
                <a:gdLst>
                  <a:gd name="T0" fmla="*/ 5 w 10"/>
                  <a:gd name="T1" fmla="*/ 7 h 5"/>
                  <a:gd name="T2" fmla="*/ 26 w 10"/>
                  <a:gd name="T3" fmla="*/ 0 h 5"/>
                  <a:gd name="T4" fmla="*/ 42 w 10"/>
                  <a:gd name="T5" fmla="*/ 16 h 5"/>
                  <a:gd name="T6" fmla="*/ 21 w 10"/>
                  <a:gd name="T7" fmla="*/ 23 h 5"/>
                  <a:gd name="T8" fmla="*/ 5 w 10"/>
                  <a:gd name="T9" fmla="*/ 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" y="1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10" y="4"/>
                      <a:pt x="7" y="5"/>
                      <a:pt x="5" y="4"/>
                    </a:cubicBezTo>
                    <a:cubicBezTo>
                      <a:pt x="2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3" name="Freeform 291">
                <a:extLst>
                  <a:ext uri="{FF2B5EF4-FFF2-40B4-BE49-F238E27FC236}">
                    <a16:creationId xmlns:a16="http://schemas.microsoft.com/office/drawing/2014/main" id="{DC20E08E-60C3-468E-88F1-2C39E4D24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86"/>
                <a:ext cx="14" cy="7"/>
              </a:xfrm>
              <a:custGeom>
                <a:avLst/>
                <a:gdLst>
                  <a:gd name="T0" fmla="*/ 0 w 9"/>
                  <a:gd name="T1" fmla="*/ 7 h 4"/>
                  <a:gd name="T2" fmla="*/ 19 w 9"/>
                  <a:gd name="T3" fmla="*/ 0 h 4"/>
                  <a:gd name="T4" fmla="*/ 34 w 9"/>
                  <a:gd name="T5" fmla="*/ 16 h 4"/>
                  <a:gd name="T6" fmla="*/ 14 w 9"/>
                  <a:gd name="T7" fmla="*/ 21 h 4"/>
                  <a:gd name="T8" fmla="*/ 0 w 9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0" y="1"/>
                    </a:moveTo>
                    <a:cubicBezTo>
                      <a:pt x="0" y="0"/>
                      <a:pt x="2" y="0"/>
                      <a:pt x="5" y="0"/>
                    </a:cubicBezTo>
                    <a:cubicBezTo>
                      <a:pt x="7" y="1"/>
                      <a:pt x="9" y="2"/>
                      <a:pt x="9" y="3"/>
                    </a:cubicBezTo>
                    <a:cubicBezTo>
                      <a:pt x="9" y="4"/>
                      <a:pt x="7" y="4"/>
                      <a:pt x="4" y="4"/>
                    </a:cubicBezTo>
                    <a:cubicBezTo>
                      <a:pt x="2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4" name="Freeform 292">
                <a:extLst>
                  <a:ext uri="{FF2B5EF4-FFF2-40B4-BE49-F238E27FC236}">
                    <a16:creationId xmlns:a16="http://schemas.microsoft.com/office/drawing/2014/main" id="{918CC8DC-8AEC-46F5-806D-E7EE40CBD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642"/>
                <a:ext cx="16" cy="8"/>
              </a:xfrm>
              <a:custGeom>
                <a:avLst/>
                <a:gdLst>
                  <a:gd name="T0" fmla="*/ 5 w 10"/>
                  <a:gd name="T1" fmla="*/ 5 h 5"/>
                  <a:gd name="T2" fmla="*/ 26 w 10"/>
                  <a:gd name="T3" fmla="*/ 0 h 5"/>
                  <a:gd name="T4" fmla="*/ 42 w 10"/>
                  <a:gd name="T5" fmla="*/ 13 h 5"/>
                  <a:gd name="T6" fmla="*/ 21 w 10"/>
                  <a:gd name="T7" fmla="*/ 16 h 5"/>
                  <a:gd name="T8" fmla="*/ 5 w 10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" y="1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10" y="4"/>
                      <a:pt x="7" y="5"/>
                      <a:pt x="5" y="4"/>
                    </a:cubicBezTo>
                    <a:cubicBezTo>
                      <a:pt x="2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5" name="Freeform 293">
                <a:extLst>
                  <a:ext uri="{FF2B5EF4-FFF2-40B4-BE49-F238E27FC236}">
                    <a16:creationId xmlns:a16="http://schemas.microsoft.com/office/drawing/2014/main" id="{109EEA31-DE86-4DDE-91E7-18950F8C2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600"/>
                <a:ext cx="15" cy="9"/>
              </a:xfrm>
              <a:custGeom>
                <a:avLst/>
                <a:gdLst>
                  <a:gd name="T0" fmla="*/ 0 w 9"/>
                  <a:gd name="T1" fmla="*/ 7 h 5"/>
                  <a:gd name="T2" fmla="*/ 22 w 9"/>
                  <a:gd name="T3" fmla="*/ 0 h 5"/>
                  <a:gd name="T4" fmla="*/ 42 w 9"/>
                  <a:gd name="T5" fmla="*/ 16 h 5"/>
                  <a:gd name="T6" fmla="*/ 20 w 9"/>
                  <a:gd name="T7" fmla="*/ 23 h 5"/>
                  <a:gd name="T8" fmla="*/ 0 w 9"/>
                  <a:gd name="T9" fmla="*/ 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0" y="1"/>
                    </a:moveTo>
                    <a:cubicBezTo>
                      <a:pt x="0" y="0"/>
                      <a:pt x="2" y="0"/>
                      <a:pt x="5" y="0"/>
                    </a:cubicBezTo>
                    <a:cubicBezTo>
                      <a:pt x="7" y="1"/>
                      <a:pt x="9" y="2"/>
                      <a:pt x="9" y="3"/>
                    </a:cubicBezTo>
                    <a:cubicBezTo>
                      <a:pt x="9" y="4"/>
                      <a:pt x="7" y="5"/>
                      <a:pt x="4" y="4"/>
                    </a:cubicBezTo>
                    <a:cubicBezTo>
                      <a:pt x="2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6" name="Freeform 294">
                <a:extLst>
                  <a:ext uri="{FF2B5EF4-FFF2-40B4-BE49-F238E27FC236}">
                    <a16:creationId xmlns:a16="http://schemas.microsoft.com/office/drawing/2014/main" id="{E3472D82-0B38-498E-86C1-4C76AD2F9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554"/>
                <a:ext cx="16" cy="7"/>
              </a:xfrm>
              <a:custGeom>
                <a:avLst/>
                <a:gdLst>
                  <a:gd name="T0" fmla="*/ 0 w 10"/>
                  <a:gd name="T1" fmla="*/ 7 h 4"/>
                  <a:gd name="T2" fmla="*/ 21 w 10"/>
                  <a:gd name="T3" fmla="*/ 0 h 4"/>
                  <a:gd name="T4" fmla="*/ 35 w 10"/>
                  <a:gd name="T5" fmla="*/ 16 h 4"/>
                  <a:gd name="T6" fmla="*/ 16 w 10"/>
                  <a:gd name="T7" fmla="*/ 21 h 4"/>
                  <a:gd name="T8" fmla="*/ 0 w 10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0" y="1"/>
                    </a:moveTo>
                    <a:cubicBezTo>
                      <a:pt x="0" y="0"/>
                      <a:pt x="3" y="0"/>
                      <a:pt x="5" y="0"/>
                    </a:cubicBezTo>
                    <a:cubicBezTo>
                      <a:pt x="8" y="0"/>
                      <a:pt x="10" y="2"/>
                      <a:pt x="9" y="3"/>
                    </a:cubicBezTo>
                    <a:cubicBezTo>
                      <a:pt x="9" y="4"/>
                      <a:pt x="7" y="4"/>
                      <a:pt x="4" y="4"/>
                    </a:cubicBezTo>
                    <a:cubicBezTo>
                      <a:pt x="2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7" name="Freeform 295">
                <a:extLst>
                  <a:ext uri="{FF2B5EF4-FFF2-40B4-BE49-F238E27FC236}">
                    <a16:creationId xmlns:a16="http://schemas.microsoft.com/office/drawing/2014/main" id="{5885E2A9-627A-4E41-A7F2-B2A6AEC58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506"/>
                <a:ext cx="14" cy="9"/>
              </a:xfrm>
              <a:custGeom>
                <a:avLst/>
                <a:gdLst>
                  <a:gd name="T0" fmla="*/ 0 w 9"/>
                  <a:gd name="T1" fmla="*/ 13 h 5"/>
                  <a:gd name="T2" fmla="*/ 19 w 9"/>
                  <a:gd name="T3" fmla="*/ 7 h 5"/>
                  <a:gd name="T4" fmla="*/ 34 w 9"/>
                  <a:gd name="T5" fmla="*/ 16 h 5"/>
                  <a:gd name="T6" fmla="*/ 14 w 9"/>
                  <a:gd name="T7" fmla="*/ 23 h 5"/>
                  <a:gd name="T8" fmla="*/ 0 w 9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0" y="2"/>
                    </a:moveTo>
                    <a:cubicBezTo>
                      <a:pt x="0" y="1"/>
                      <a:pt x="2" y="0"/>
                      <a:pt x="5" y="1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4"/>
                      <a:pt x="7" y="5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8" name="Freeform 296">
                <a:extLst>
                  <a:ext uri="{FF2B5EF4-FFF2-40B4-BE49-F238E27FC236}">
                    <a16:creationId xmlns:a16="http://schemas.microsoft.com/office/drawing/2014/main" id="{EDB8A815-065F-43E1-A528-F35EE72F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461"/>
                <a:ext cx="16" cy="9"/>
              </a:xfrm>
              <a:custGeom>
                <a:avLst/>
                <a:gdLst>
                  <a:gd name="T0" fmla="*/ 5 w 10"/>
                  <a:gd name="T1" fmla="*/ 13 h 5"/>
                  <a:gd name="T2" fmla="*/ 26 w 10"/>
                  <a:gd name="T3" fmla="*/ 7 h 5"/>
                  <a:gd name="T4" fmla="*/ 42 w 10"/>
                  <a:gd name="T5" fmla="*/ 16 h 5"/>
                  <a:gd name="T6" fmla="*/ 21 w 10"/>
                  <a:gd name="T7" fmla="*/ 23 h 5"/>
                  <a:gd name="T8" fmla="*/ 5 w 10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" y="2"/>
                    </a:moveTo>
                    <a:cubicBezTo>
                      <a:pt x="1" y="1"/>
                      <a:pt x="3" y="0"/>
                      <a:pt x="6" y="1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10" y="4"/>
                      <a:pt x="7" y="5"/>
                      <a:pt x="5" y="4"/>
                    </a:cubicBezTo>
                    <a:cubicBezTo>
                      <a:pt x="2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9" name="Freeform 297">
                <a:extLst>
                  <a:ext uri="{FF2B5EF4-FFF2-40B4-BE49-F238E27FC236}">
                    <a16:creationId xmlns:a16="http://schemas.microsoft.com/office/drawing/2014/main" id="{A04DD1D0-A8E7-4BE2-B454-D0009389B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418"/>
                <a:ext cx="17" cy="9"/>
              </a:xfrm>
              <a:custGeom>
                <a:avLst/>
                <a:gdLst>
                  <a:gd name="T0" fmla="*/ 0 w 10"/>
                  <a:gd name="T1" fmla="*/ 7 h 5"/>
                  <a:gd name="T2" fmla="*/ 26 w 10"/>
                  <a:gd name="T3" fmla="*/ 0 h 5"/>
                  <a:gd name="T4" fmla="*/ 49 w 10"/>
                  <a:gd name="T5" fmla="*/ 16 h 5"/>
                  <a:gd name="T6" fmla="*/ 26 w 10"/>
                  <a:gd name="T7" fmla="*/ 23 h 5"/>
                  <a:gd name="T8" fmla="*/ 0 w 10"/>
                  <a:gd name="T9" fmla="*/ 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9" y="4"/>
                      <a:pt x="7" y="5"/>
                      <a:pt x="5" y="4"/>
                    </a:cubicBezTo>
                    <a:cubicBezTo>
                      <a:pt x="2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0" name="Freeform 298">
                <a:extLst>
                  <a:ext uri="{FF2B5EF4-FFF2-40B4-BE49-F238E27FC236}">
                    <a16:creationId xmlns:a16="http://schemas.microsoft.com/office/drawing/2014/main" id="{3CAD96AE-4D08-4328-81C8-F00F8A80D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75"/>
                <a:ext cx="16" cy="9"/>
              </a:xfrm>
              <a:custGeom>
                <a:avLst/>
                <a:gdLst>
                  <a:gd name="T0" fmla="*/ 5 w 10"/>
                  <a:gd name="T1" fmla="*/ 13 h 5"/>
                  <a:gd name="T2" fmla="*/ 26 w 10"/>
                  <a:gd name="T3" fmla="*/ 7 h 5"/>
                  <a:gd name="T4" fmla="*/ 42 w 10"/>
                  <a:gd name="T5" fmla="*/ 16 h 5"/>
                  <a:gd name="T6" fmla="*/ 21 w 10"/>
                  <a:gd name="T7" fmla="*/ 29 h 5"/>
                  <a:gd name="T8" fmla="*/ 5 w 10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" y="2"/>
                    </a:moveTo>
                    <a:cubicBezTo>
                      <a:pt x="1" y="1"/>
                      <a:pt x="3" y="0"/>
                      <a:pt x="6" y="1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10" y="5"/>
                      <a:pt x="8" y="5"/>
                      <a:pt x="5" y="5"/>
                    </a:cubicBezTo>
                    <a:cubicBezTo>
                      <a:pt x="2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1" name="Freeform 299">
                <a:extLst>
                  <a:ext uri="{FF2B5EF4-FFF2-40B4-BE49-F238E27FC236}">
                    <a16:creationId xmlns:a16="http://schemas.microsoft.com/office/drawing/2014/main" id="{44B63392-E218-4A5E-8AED-2D40892A1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084"/>
                <a:ext cx="16" cy="8"/>
              </a:xfrm>
              <a:custGeom>
                <a:avLst/>
                <a:gdLst>
                  <a:gd name="T0" fmla="*/ 0 w 10"/>
                  <a:gd name="T1" fmla="*/ 16 h 5"/>
                  <a:gd name="T2" fmla="*/ 21 w 10"/>
                  <a:gd name="T3" fmla="*/ 5 h 5"/>
                  <a:gd name="T4" fmla="*/ 42 w 10"/>
                  <a:gd name="T5" fmla="*/ 8 h 5"/>
                  <a:gd name="T6" fmla="*/ 21 w 10"/>
                  <a:gd name="T7" fmla="*/ 21 h 5"/>
                  <a:gd name="T8" fmla="*/ 0 w 10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4"/>
                    </a:moveTo>
                    <a:cubicBezTo>
                      <a:pt x="0" y="3"/>
                      <a:pt x="2" y="2"/>
                      <a:pt x="5" y="1"/>
                    </a:cubicBezTo>
                    <a:cubicBezTo>
                      <a:pt x="7" y="0"/>
                      <a:pt x="9" y="1"/>
                      <a:pt x="10" y="2"/>
                    </a:cubicBezTo>
                    <a:cubicBezTo>
                      <a:pt x="10" y="3"/>
                      <a:pt x="8" y="4"/>
                      <a:pt x="5" y="5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2" name="Freeform 300">
                <a:extLst>
                  <a:ext uri="{FF2B5EF4-FFF2-40B4-BE49-F238E27FC236}">
                    <a16:creationId xmlns:a16="http://schemas.microsoft.com/office/drawing/2014/main" id="{29673C26-B209-4F3F-8F6E-9E86C0CEE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2075"/>
                <a:ext cx="15" cy="9"/>
              </a:xfrm>
              <a:custGeom>
                <a:avLst/>
                <a:gdLst>
                  <a:gd name="T0" fmla="*/ 0 w 9"/>
                  <a:gd name="T1" fmla="*/ 13 h 5"/>
                  <a:gd name="T2" fmla="*/ 22 w 9"/>
                  <a:gd name="T3" fmla="*/ 7 h 5"/>
                  <a:gd name="T4" fmla="*/ 42 w 9"/>
                  <a:gd name="T5" fmla="*/ 16 h 5"/>
                  <a:gd name="T6" fmla="*/ 20 w 9"/>
                  <a:gd name="T7" fmla="*/ 23 h 5"/>
                  <a:gd name="T8" fmla="*/ 0 w 9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0" y="2"/>
                    </a:moveTo>
                    <a:cubicBezTo>
                      <a:pt x="0" y="1"/>
                      <a:pt x="2" y="0"/>
                      <a:pt x="5" y="1"/>
                    </a:cubicBezTo>
                    <a:cubicBezTo>
                      <a:pt x="7" y="1"/>
                      <a:pt x="9" y="2"/>
                      <a:pt x="9" y="3"/>
                    </a:cubicBezTo>
                    <a:cubicBezTo>
                      <a:pt x="9" y="4"/>
                      <a:pt x="7" y="5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3" name="Freeform 301">
                <a:extLst>
                  <a:ext uri="{FF2B5EF4-FFF2-40B4-BE49-F238E27FC236}">
                    <a16:creationId xmlns:a16="http://schemas.microsoft.com/office/drawing/2014/main" id="{EC88ADEC-F8C9-48CA-80E6-30DE141AE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2157"/>
                <a:ext cx="12" cy="14"/>
              </a:xfrm>
              <a:custGeom>
                <a:avLst/>
                <a:gdLst>
                  <a:gd name="T0" fmla="*/ 5 w 8"/>
                  <a:gd name="T1" fmla="*/ 7 h 8"/>
                  <a:gd name="T2" fmla="*/ 18 w 8"/>
                  <a:gd name="T3" fmla="*/ 16 h 8"/>
                  <a:gd name="T4" fmla="*/ 26 w 8"/>
                  <a:gd name="T5" fmla="*/ 44 h 8"/>
                  <a:gd name="T6" fmla="*/ 12 w 8"/>
                  <a:gd name="T7" fmla="*/ 33 h 8"/>
                  <a:gd name="T8" fmla="*/ 5 w 8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1"/>
                    </a:moveTo>
                    <a:cubicBezTo>
                      <a:pt x="1" y="0"/>
                      <a:pt x="3" y="1"/>
                      <a:pt x="5" y="3"/>
                    </a:cubicBezTo>
                    <a:cubicBezTo>
                      <a:pt x="7" y="5"/>
                      <a:pt x="8" y="7"/>
                      <a:pt x="7" y="8"/>
                    </a:cubicBezTo>
                    <a:cubicBezTo>
                      <a:pt x="7" y="8"/>
                      <a:pt x="5" y="8"/>
                      <a:pt x="3" y="6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4" name="Freeform 302">
                <a:extLst>
                  <a:ext uri="{FF2B5EF4-FFF2-40B4-BE49-F238E27FC236}">
                    <a16:creationId xmlns:a16="http://schemas.microsoft.com/office/drawing/2014/main" id="{454A19CB-CC2A-4C6E-9F89-96770996C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302"/>
                <a:ext cx="10" cy="17"/>
              </a:xfrm>
              <a:custGeom>
                <a:avLst/>
                <a:gdLst>
                  <a:gd name="T0" fmla="*/ 5 w 6"/>
                  <a:gd name="T1" fmla="*/ 0 h 10"/>
                  <a:gd name="T2" fmla="*/ 22 w 6"/>
                  <a:gd name="T3" fmla="*/ 20 h 10"/>
                  <a:gd name="T4" fmla="*/ 22 w 6"/>
                  <a:gd name="T5" fmla="*/ 44 h 10"/>
                  <a:gd name="T6" fmla="*/ 8 w 6"/>
                  <a:gd name="T7" fmla="*/ 29 h 10"/>
                  <a:gd name="T8" fmla="*/ 5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1" y="0"/>
                    </a:moveTo>
                    <a:cubicBezTo>
                      <a:pt x="2" y="0"/>
                      <a:pt x="4" y="2"/>
                      <a:pt x="5" y="4"/>
                    </a:cubicBezTo>
                    <a:cubicBezTo>
                      <a:pt x="6" y="6"/>
                      <a:pt x="6" y="9"/>
                      <a:pt x="5" y="9"/>
                    </a:cubicBezTo>
                    <a:cubicBezTo>
                      <a:pt x="4" y="10"/>
                      <a:pt x="3" y="8"/>
                      <a:pt x="2" y="6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5" name="Freeform 303">
                <a:extLst>
                  <a:ext uri="{FF2B5EF4-FFF2-40B4-BE49-F238E27FC236}">
                    <a16:creationId xmlns:a16="http://schemas.microsoft.com/office/drawing/2014/main" id="{FF93D7E4-2479-4039-977F-EDE1247C7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2468"/>
                <a:ext cx="6" cy="16"/>
              </a:xfrm>
              <a:custGeom>
                <a:avLst/>
                <a:gdLst>
                  <a:gd name="T0" fmla="*/ 8 w 4"/>
                  <a:gd name="T1" fmla="*/ 0 h 9"/>
                  <a:gd name="T2" fmla="*/ 14 w 4"/>
                  <a:gd name="T3" fmla="*/ 28 h 9"/>
                  <a:gd name="T4" fmla="*/ 5 w 4"/>
                  <a:gd name="T5" fmla="*/ 50 h 9"/>
                  <a:gd name="T6" fmla="*/ 0 w 4"/>
                  <a:gd name="T7" fmla="*/ 21 h 9"/>
                  <a:gd name="T8" fmla="*/ 8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0"/>
                    </a:moveTo>
                    <a:cubicBezTo>
                      <a:pt x="3" y="0"/>
                      <a:pt x="4" y="2"/>
                      <a:pt x="4" y="5"/>
                    </a:cubicBezTo>
                    <a:cubicBezTo>
                      <a:pt x="4" y="7"/>
                      <a:pt x="2" y="9"/>
                      <a:pt x="1" y="9"/>
                    </a:cubicBezTo>
                    <a:cubicBezTo>
                      <a:pt x="0" y="9"/>
                      <a:pt x="0" y="7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6" name="Freeform 304">
                <a:extLst>
                  <a:ext uri="{FF2B5EF4-FFF2-40B4-BE49-F238E27FC236}">
                    <a16:creationId xmlns:a16="http://schemas.microsoft.com/office/drawing/2014/main" id="{AD714306-6769-4F87-BBF7-F20D095BE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2623"/>
                <a:ext cx="9" cy="15"/>
              </a:xfrm>
              <a:custGeom>
                <a:avLst/>
                <a:gdLst>
                  <a:gd name="T0" fmla="*/ 18 w 6"/>
                  <a:gd name="T1" fmla="*/ 0 h 9"/>
                  <a:gd name="T2" fmla="*/ 18 w 6"/>
                  <a:gd name="T3" fmla="*/ 22 h 9"/>
                  <a:gd name="T4" fmla="*/ 5 w 6"/>
                  <a:gd name="T5" fmla="*/ 42 h 9"/>
                  <a:gd name="T6" fmla="*/ 5 w 6"/>
                  <a:gd name="T7" fmla="*/ 20 h 9"/>
                  <a:gd name="T8" fmla="*/ 18 w 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6" y="0"/>
                      <a:pt x="6" y="3"/>
                      <a:pt x="5" y="5"/>
                    </a:cubicBezTo>
                    <a:cubicBezTo>
                      <a:pt x="4" y="8"/>
                      <a:pt x="2" y="9"/>
                      <a:pt x="1" y="9"/>
                    </a:cubicBezTo>
                    <a:cubicBezTo>
                      <a:pt x="0" y="8"/>
                      <a:pt x="0" y="6"/>
                      <a:pt x="1" y="4"/>
                    </a:cubicBezTo>
                    <a:cubicBezTo>
                      <a:pt x="2" y="1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7" name="Freeform 305">
                <a:extLst>
                  <a:ext uri="{FF2B5EF4-FFF2-40B4-BE49-F238E27FC236}">
                    <a16:creationId xmlns:a16="http://schemas.microsoft.com/office/drawing/2014/main" id="{C327B0D0-EC4F-46A8-9E9D-648009932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2750"/>
                <a:ext cx="13" cy="14"/>
              </a:xfrm>
              <a:custGeom>
                <a:avLst/>
                <a:gdLst>
                  <a:gd name="T0" fmla="*/ 34 w 8"/>
                  <a:gd name="T1" fmla="*/ 7 h 8"/>
                  <a:gd name="T2" fmla="*/ 26 w 8"/>
                  <a:gd name="T3" fmla="*/ 33 h 8"/>
                  <a:gd name="T4" fmla="*/ 5 w 8"/>
                  <a:gd name="T5" fmla="*/ 44 h 8"/>
                  <a:gd name="T6" fmla="*/ 13 w 8"/>
                  <a:gd name="T7" fmla="*/ 16 h 8"/>
                  <a:gd name="T8" fmla="*/ 34 w 8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1"/>
                    </a:moveTo>
                    <a:cubicBezTo>
                      <a:pt x="8" y="2"/>
                      <a:pt x="8" y="4"/>
                      <a:pt x="6" y="6"/>
                    </a:cubicBezTo>
                    <a:cubicBezTo>
                      <a:pt x="4" y="7"/>
                      <a:pt x="2" y="8"/>
                      <a:pt x="1" y="8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8" name="Freeform 306">
                <a:extLst>
                  <a:ext uri="{FF2B5EF4-FFF2-40B4-BE49-F238E27FC236}">
                    <a16:creationId xmlns:a16="http://schemas.microsoft.com/office/drawing/2014/main" id="{BE18033B-D089-4C1F-8975-6F4735D42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822"/>
                <a:ext cx="16" cy="9"/>
              </a:xfrm>
              <a:custGeom>
                <a:avLst/>
                <a:gdLst>
                  <a:gd name="T0" fmla="*/ 35 w 10"/>
                  <a:gd name="T1" fmla="*/ 13 h 5"/>
                  <a:gd name="T2" fmla="*/ 21 w 10"/>
                  <a:gd name="T3" fmla="*/ 23 h 5"/>
                  <a:gd name="T4" fmla="*/ 0 w 10"/>
                  <a:gd name="T5" fmla="*/ 23 h 5"/>
                  <a:gd name="T6" fmla="*/ 16 w 10"/>
                  <a:gd name="T7" fmla="*/ 7 h 5"/>
                  <a:gd name="T8" fmla="*/ 35 w 10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9" y="2"/>
                    </a:moveTo>
                    <a:cubicBezTo>
                      <a:pt x="10" y="3"/>
                      <a:pt x="8" y="4"/>
                      <a:pt x="5" y="4"/>
                    </a:cubicBezTo>
                    <a:cubicBezTo>
                      <a:pt x="3" y="5"/>
                      <a:pt x="0" y="5"/>
                      <a:pt x="0" y="4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7" y="0"/>
                      <a:pt x="9" y="1"/>
                      <a:pt x="9" y="2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9" name="Freeform 307">
                <a:extLst>
                  <a:ext uri="{FF2B5EF4-FFF2-40B4-BE49-F238E27FC236}">
                    <a16:creationId xmlns:a16="http://schemas.microsoft.com/office/drawing/2014/main" id="{C329A026-01FE-4C4A-9E70-3356971FF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796"/>
                <a:ext cx="14" cy="11"/>
              </a:xfrm>
              <a:custGeom>
                <a:avLst/>
                <a:gdLst>
                  <a:gd name="T0" fmla="*/ 34 w 9"/>
                  <a:gd name="T1" fmla="*/ 31 h 6"/>
                  <a:gd name="T2" fmla="*/ 14 w 9"/>
                  <a:gd name="T3" fmla="*/ 31 h 6"/>
                  <a:gd name="T4" fmla="*/ 5 w 9"/>
                  <a:gd name="T5" fmla="*/ 7 h 6"/>
                  <a:gd name="T6" fmla="*/ 22 w 9"/>
                  <a:gd name="T7" fmla="*/ 7 h 6"/>
                  <a:gd name="T8" fmla="*/ 34 w 9"/>
                  <a:gd name="T9" fmla="*/ 3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5"/>
                    </a:moveTo>
                    <a:cubicBezTo>
                      <a:pt x="8" y="6"/>
                      <a:pt x="6" y="6"/>
                      <a:pt x="4" y="5"/>
                    </a:cubicBezTo>
                    <a:cubicBezTo>
                      <a:pt x="2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0" name="Freeform 308">
                <a:extLst>
                  <a:ext uri="{FF2B5EF4-FFF2-40B4-BE49-F238E27FC236}">
                    <a16:creationId xmlns:a16="http://schemas.microsoft.com/office/drawing/2014/main" id="{B022B7F3-E66C-4889-A284-4B5BAA08C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310"/>
                <a:ext cx="69" cy="64"/>
              </a:xfrm>
              <a:custGeom>
                <a:avLst/>
                <a:gdLst>
                  <a:gd name="T0" fmla="*/ 5 w 43"/>
                  <a:gd name="T1" fmla="*/ 36 h 37"/>
                  <a:gd name="T2" fmla="*/ 16 w 43"/>
                  <a:gd name="T3" fmla="*/ 126 h 37"/>
                  <a:gd name="T4" fmla="*/ 48 w 43"/>
                  <a:gd name="T5" fmla="*/ 144 h 37"/>
                  <a:gd name="T6" fmla="*/ 75 w 43"/>
                  <a:gd name="T7" fmla="*/ 164 h 37"/>
                  <a:gd name="T8" fmla="*/ 128 w 43"/>
                  <a:gd name="T9" fmla="*/ 128 h 37"/>
                  <a:gd name="T10" fmla="*/ 144 w 43"/>
                  <a:gd name="T11" fmla="*/ 93 h 37"/>
                  <a:gd name="T12" fmla="*/ 170 w 43"/>
                  <a:gd name="T13" fmla="*/ 57 h 37"/>
                  <a:gd name="T14" fmla="*/ 136 w 43"/>
                  <a:gd name="T15" fmla="*/ 21 h 37"/>
                  <a:gd name="T16" fmla="*/ 5 w 43"/>
                  <a:gd name="T17" fmla="*/ 3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7">
                    <a:moveTo>
                      <a:pt x="1" y="7"/>
                    </a:moveTo>
                    <a:cubicBezTo>
                      <a:pt x="0" y="11"/>
                      <a:pt x="1" y="21"/>
                      <a:pt x="4" y="24"/>
                    </a:cubicBezTo>
                    <a:cubicBezTo>
                      <a:pt x="6" y="26"/>
                      <a:pt x="9" y="27"/>
                      <a:pt x="12" y="28"/>
                    </a:cubicBezTo>
                    <a:cubicBezTo>
                      <a:pt x="15" y="29"/>
                      <a:pt x="15" y="30"/>
                      <a:pt x="18" y="32"/>
                    </a:cubicBezTo>
                    <a:cubicBezTo>
                      <a:pt x="24" y="37"/>
                      <a:pt x="28" y="30"/>
                      <a:pt x="31" y="25"/>
                    </a:cubicBezTo>
                    <a:cubicBezTo>
                      <a:pt x="32" y="22"/>
                      <a:pt x="33" y="20"/>
                      <a:pt x="35" y="18"/>
                    </a:cubicBezTo>
                    <a:cubicBezTo>
                      <a:pt x="37" y="16"/>
                      <a:pt x="40" y="14"/>
                      <a:pt x="41" y="11"/>
                    </a:cubicBezTo>
                    <a:cubicBezTo>
                      <a:pt x="43" y="6"/>
                      <a:pt x="38" y="6"/>
                      <a:pt x="33" y="4"/>
                    </a:cubicBezTo>
                    <a:cubicBezTo>
                      <a:pt x="28" y="2"/>
                      <a:pt x="4" y="0"/>
                      <a:pt x="1" y="7"/>
                    </a:cubicBezTo>
                    <a:close/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1" name="Freeform 309">
                <a:extLst>
                  <a:ext uri="{FF2B5EF4-FFF2-40B4-BE49-F238E27FC236}">
                    <a16:creationId xmlns:a16="http://schemas.microsoft.com/office/drawing/2014/main" id="{103B26E7-50B7-4FB7-9A1E-D9A2AED8B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310"/>
                <a:ext cx="69" cy="64"/>
              </a:xfrm>
              <a:custGeom>
                <a:avLst/>
                <a:gdLst>
                  <a:gd name="T0" fmla="*/ 5 w 43"/>
                  <a:gd name="T1" fmla="*/ 36 h 37"/>
                  <a:gd name="T2" fmla="*/ 16 w 43"/>
                  <a:gd name="T3" fmla="*/ 126 h 37"/>
                  <a:gd name="T4" fmla="*/ 48 w 43"/>
                  <a:gd name="T5" fmla="*/ 144 h 37"/>
                  <a:gd name="T6" fmla="*/ 75 w 43"/>
                  <a:gd name="T7" fmla="*/ 164 h 37"/>
                  <a:gd name="T8" fmla="*/ 128 w 43"/>
                  <a:gd name="T9" fmla="*/ 128 h 37"/>
                  <a:gd name="T10" fmla="*/ 144 w 43"/>
                  <a:gd name="T11" fmla="*/ 93 h 37"/>
                  <a:gd name="T12" fmla="*/ 170 w 43"/>
                  <a:gd name="T13" fmla="*/ 57 h 37"/>
                  <a:gd name="T14" fmla="*/ 136 w 43"/>
                  <a:gd name="T15" fmla="*/ 21 h 37"/>
                  <a:gd name="T16" fmla="*/ 5 w 43"/>
                  <a:gd name="T17" fmla="*/ 3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7">
                    <a:moveTo>
                      <a:pt x="1" y="7"/>
                    </a:moveTo>
                    <a:cubicBezTo>
                      <a:pt x="0" y="11"/>
                      <a:pt x="1" y="21"/>
                      <a:pt x="4" y="24"/>
                    </a:cubicBezTo>
                    <a:cubicBezTo>
                      <a:pt x="6" y="26"/>
                      <a:pt x="9" y="27"/>
                      <a:pt x="12" y="28"/>
                    </a:cubicBezTo>
                    <a:cubicBezTo>
                      <a:pt x="15" y="29"/>
                      <a:pt x="15" y="30"/>
                      <a:pt x="18" y="32"/>
                    </a:cubicBezTo>
                    <a:cubicBezTo>
                      <a:pt x="24" y="37"/>
                      <a:pt x="28" y="30"/>
                      <a:pt x="31" y="25"/>
                    </a:cubicBezTo>
                    <a:cubicBezTo>
                      <a:pt x="32" y="22"/>
                      <a:pt x="33" y="20"/>
                      <a:pt x="35" y="18"/>
                    </a:cubicBezTo>
                    <a:cubicBezTo>
                      <a:pt x="37" y="16"/>
                      <a:pt x="40" y="14"/>
                      <a:pt x="41" y="11"/>
                    </a:cubicBezTo>
                    <a:cubicBezTo>
                      <a:pt x="43" y="6"/>
                      <a:pt x="38" y="6"/>
                      <a:pt x="33" y="4"/>
                    </a:cubicBezTo>
                    <a:cubicBezTo>
                      <a:pt x="28" y="2"/>
                      <a:pt x="4" y="0"/>
                      <a:pt x="1" y="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2" name="Freeform 310">
                <a:extLst>
                  <a:ext uri="{FF2B5EF4-FFF2-40B4-BE49-F238E27FC236}">
                    <a16:creationId xmlns:a16="http://schemas.microsoft.com/office/drawing/2014/main" id="{CC345260-46A2-49EA-B8CD-5217F4B17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350"/>
                <a:ext cx="8" cy="10"/>
              </a:xfrm>
              <a:custGeom>
                <a:avLst/>
                <a:gdLst>
                  <a:gd name="T0" fmla="*/ 0 w 5"/>
                  <a:gd name="T1" fmla="*/ 0 h 6"/>
                  <a:gd name="T2" fmla="*/ 8 w 5"/>
                  <a:gd name="T3" fmla="*/ 8 h 6"/>
                  <a:gd name="T4" fmla="*/ 13 w 5"/>
                  <a:gd name="T5" fmla="*/ 20 h 6"/>
                  <a:gd name="T6" fmla="*/ 16 w 5"/>
                  <a:gd name="T7" fmla="*/ 22 h 6"/>
                  <a:gd name="T8" fmla="*/ 21 w 5"/>
                  <a:gd name="T9" fmla="*/ 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2" y="2"/>
                      <a:pt x="3" y="3"/>
                      <a:pt x="3" y="4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3" name="Freeform 311">
                <a:extLst>
                  <a:ext uri="{FF2B5EF4-FFF2-40B4-BE49-F238E27FC236}">
                    <a16:creationId xmlns:a16="http://schemas.microsoft.com/office/drawing/2014/main" id="{891B8EA1-9C7A-463B-9C4E-6DC583A18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322"/>
                <a:ext cx="13" cy="19"/>
              </a:xfrm>
              <a:custGeom>
                <a:avLst/>
                <a:gdLst>
                  <a:gd name="T0" fmla="*/ 0 w 8"/>
                  <a:gd name="T1" fmla="*/ 5 h 11"/>
                  <a:gd name="T2" fmla="*/ 13 w 8"/>
                  <a:gd name="T3" fmla="*/ 5 h 11"/>
                  <a:gd name="T4" fmla="*/ 21 w 8"/>
                  <a:gd name="T5" fmla="*/ 28 h 11"/>
                  <a:gd name="T6" fmla="*/ 26 w 8"/>
                  <a:gd name="T7" fmla="*/ 48 h 11"/>
                  <a:gd name="T8" fmla="*/ 34 w 8"/>
                  <a:gd name="T9" fmla="*/ 5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5" y="3"/>
                      <a:pt x="5" y="5"/>
                    </a:cubicBezTo>
                    <a:cubicBezTo>
                      <a:pt x="5" y="7"/>
                      <a:pt x="5" y="8"/>
                      <a:pt x="6" y="9"/>
                    </a:cubicBezTo>
                    <a:cubicBezTo>
                      <a:pt x="7" y="10"/>
                      <a:pt x="8" y="10"/>
                      <a:pt x="8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4" name="Freeform 312">
                <a:extLst>
                  <a:ext uri="{FF2B5EF4-FFF2-40B4-BE49-F238E27FC236}">
                    <a16:creationId xmlns:a16="http://schemas.microsoft.com/office/drawing/2014/main" id="{672B5314-4A48-4490-9C1E-68A07C860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329"/>
                <a:ext cx="3" cy="14"/>
              </a:xfrm>
              <a:custGeom>
                <a:avLst/>
                <a:gdLst>
                  <a:gd name="T0" fmla="*/ 5 w 2"/>
                  <a:gd name="T1" fmla="*/ 0 h 8"/>
                  <a:gd name="T2" fmla="*/ 8 w 2"/>
                  <a:gd name="T3" fmla="*/ 21 h 8"/>
                  <a:gd name="T4" fmla="*/ 5 w 2"/>
                  <a:gd name="T5" fmla="*/ 33 h 8"/>
                  <a:gd name="T6" fmla="*/ 0 w 2"/>
                  <a:gd name="T7" fmla="*/ 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1" y="2"/>
                      <a:pt x="2" y="2"/>
                      <a:pt x="2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7"/>
                      <a:pt x="0" y="7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5" name="Freeform 313">
                <a:extLst>
                  <a:ext uri="{FF2B5EF4-FFF2-40B4-BE49-F238E27FC236}">
                    <a16:creationId xmlns:a16="http://schemas.microsoft.com/office/drawing/2014/main" id="{B9FC41F6-5750-4705-87E8-7CEE1DB3A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319"/>
                <a:ext cx="13" cy="17"/>
              </a:xfrm>
              <a:custGeom>
                <a:avLst/>
                <a:gdLst>
                  <a:gd name="T0" fmla="*/ 0 w 8"/>
                  <a:gd name="T1" fmla="*/ 0 h 10"/>
                  <a:gd name="T2" fmla="*/ 18 w 8"/>
                  <a:gd name="T3" fmla="*/ 5 h 10"/>
                  <a:gd name="T4" fmla="*/ 34 w 8"/>
                  <a:gd name="T5" fmla="*/ 15 h 10"/>
                  <a:gd name="T6" fmla="*/ 29 w 8"/>
                  <a:gd name="T7" fmla="*/ 34 h 10"/>
                  <a:gd name="T8" fmla="*/ 18 w 8"/>
                  <a:gd name="T9" fmla="*/ 49 h 10"/>
                  <a:gd name="T10" fmla="*/ 18 w 8"/>
                  <a:gd name="T11" fmla="*/ 34 h 10"/>
                  <a:gd name="T12" fmla="*/ 21 w 8"/>
                  <a:gd name="T13" fmla="*/ 26 h 10"/>
                  <a:gd name="T14" fmla="*/ 0 w 8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  <a:cubicBezTo>
                      <a:pt x="5" y="2"/>
                      <a:pt x="7" y="2"/>
                      <a:pt x="8" y="3"/>
                    </a:cubicBezTo>
                    <a:cubicBezTo>
                      <a:pt x="8" y="4"/>
                      <a:pt x="8" y="6"/>
                      <a:pt x="7" y="7"/>
                    </a:cubicBezTo>
                    <a:cubicBezTo>
                      <a:pt x="6" y="8"/>
                      <a:pt x="5" y="9"/>
                      <a:pt x="4" y="10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3"/>
                      <a:pt x="2" y="1"/>
                      <a:pt x="0" y="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6" name="Freeform 314">
                <a:extLst>
                  <a:ext uri="{FF2B5EF4-FFF2-40B4-BE49-F238E27FC236}">
                    <a16:creationId xmlns:a16="http://schemas.microsoft.com/office/drawing/2014/main" id="{E5EDFB99-23F4-494B-A3D8-C2F8F937A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343"/>
                <a:ext cx="26" cy="24"/>
              </a:xfrm>
              <a:custGeom>
                <a:avLst/>
                <a:gdLst>
                  <a:gd name="T0" fmla="*/ 68 w 16"/>
                  <a:gd name="T1" fmla="*/ 5 h 14"/>
                  <a:gd name="T2" fmla="*/ 34 w 16"/>
                  <a:gd name="T3" fmla="*/ 62 h 14"/>
                  <a:gd name="T4" fmla="*/ 21 w 16"/>
                  <a:gd name="T5" fmla="*/ 70 h 14"/>
                  <a:gd name="T6" fmla="*/ 0 w 16"/>
                  <a:gd name="T7" fmla="*/ 57 h 14"/>
                  <a:gd name="T8" fmla="*/ 21 w 16"/>
                  <a:gd name="T9" fmla="*/ 57 h 14"/>
                  <a:gd name="T10" fmla="*/ 42 w 16"/>
                  <a:gd name="T11" fmla="*/ 29 h 14"/>
                  <a:gd name="T12" fmla="*/ 68 w 16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6" y="1"/>
                    </a:moveTo>
                    <a:cubicBezTo>
                      <a:pt x="13" y="4"/>
                      <a:pt x="11" y="9"/>
                      <a:pt x="8" y="12"/>
                    </a:cubicBezTo>
                    <a:cubicBezTo>
                      <a:pt x="7" y="13"/>
                      <a:pt x="6" y="14"/>
                      <a:pt x="5" y="14"/>
                    </a:cubicBezTo>
                    <a:cubicBezTo>
                      <a:pt x="3" y="13"/>
                      <a:pt x="1" y="12"/>
                      <a:pt x="0" y="11"/>
                    </a:cubicBezTo>
                    <a:cubicBezTo>
                      <a:pt x="2" y="12"/>
                      <a:pt x="3" y="12"/>
                      <a:pt x="5" y="11"/>
                    </a:cubicBezTo>
                    <a:cubicBezTo>
                      <a:pt x="7" y="10"/>
                      <a:pt x="9" y="9"/>
                      <a:pt x="10" y="6"/>
                    </a:cubicBezTo>
                    <a:cubicBezTo>
                      <a:pt x="11" y="3"/>
                      <a:pt x="14" y="2"/>
                      <a:pt x="16" y="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7" name="Freeform 315">
                <a:extLst>
                  <a:ext uri="{FF2B5EF4-FFF2-40B4-BE49-F238E27FC236}">
                    <a16:creationId xmlns:a16="http://schemas.microsoft.com/office/drawing/2014/main" id="{A89DA70E-CFE1-4707-9A6C-81DAD4A4F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321"/>
                <a:ext cx="12" cy="18"/>
              </a:xfrm>
              <a:custGeom>
                <a:avLst/>
                <a:gdLst>
                  <a:gd name="T0" fmla="*/ 12 w 8"/>
                  <a:gd name="T1" fmla="*/ 8 h 11"/>
                  <a:gd name="T2" fmla="*/ 18 w 8"/>
                  <a:gd name="T3" fmla="*/ 29 h 11"/>
                  <a:gd name="T4" fmla="*/ 27 w 8"/>
                  <a:gd name="T5" fmla="*/ 47 h 11"/>
                  <a:gd name="T6" fmla="*/ 21 w 8"/>
                  <a:gd name="T7" fmla="*/ 34 h 11"/>
                  <a:gd name="T8" fmla="*/ 18 w 8"/>
                  <a:gd name="T9" fmla="*/ 8 h 11"/>
                  <a:gd name="T10" fmla="*/ 0 w 8"/>
                  <a:gd name="T11" fmla="*/ 5 h 11"/>
                  <a:gd name="T12" fmla="*/ 14 w 8"/>
                  <a:gd name="T13" fmla="*/ 8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3" y="2"/>
                    </a:moveTo>
                    <a:cubicBezTo>
                      <a:pt x="5" y="3"/>
                      <a:pt x="4" y="5"/>
                      <a:pt x="5" y="7"/>
                    </a:cubicBezTo>
                    <a:cubicBezTo>
                      <a:pt x="5" y="10"/>
                      <a:pt x="7" y="10"/>
                      <a:pt x="8" y="11"/>
                    </a:cubicBezTo>
                    <a:cubicBezTo>
                      <a:pt x="7" y="10"/>
                      <a:pt x="7" y="9"/>
                      <a:pt x="6" y="8"/>
                    </a:cubicBezTo>
                    <a:cubicBezTo>
                      <a:pt x="6" y="6"/>
                      <a:pt x="7" y="4"/>
                      <a:pt x="5" y="2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2" y="1"/>
                      <a:pt x="3" y="2"/>
                      <a:pt x="4" y="2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8" name="Freeform 316">
                <a:extLst>
                  <a:ext uri="{FF2B5EF4-FFF2-40B4-BE49-F238E27FC236}">
                    <a16:creationId xmlns:a16="http://schemas.microsoft.com/office/drawing/2014/main" id="{3AFC6188-CB7E-4580-8E01-7B1FAB07E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331"/>
                <a:ext cx="17" cy="26"/>
              </a:xfrm>
              <a:custGeom>
                <a:avLst/>
                <a:gdLst>
                  <a:gd name="T0" fmla="*/ 22 w 11"/>
                  <a:gd name="T1" fmla="*/ 36 h 15"/>
                  <a:gd name="T2" fmla="*/ 29 w 11"/>
                  <a:gd name="T3" fmla="*/ 62 h 15"/>
                  <a:gd name="T4" fmla="*/ 40 w 11"/>
                  <a:gd name="T5" fmla="*/ 78 h 15"/>
                  <a:gd name="T6" fmla="*/ 26 w 11"/>
                  <a:gd name="T7" fmla="*/ 69 h 15"/>
                  <a:gd name="T8" fmla="*/ 14 w 11"/>
                  <a:gd name="T9" fmla="*/ 57 h 15"/>
                  <a:gd name="T10" fmla="*/ 5 w 11"/>
                  <a:gd name="T11" fmla="*/ 21 h 15"/>
                  <a:gd name="T12" fmla="*/ 5 w 11"/>
                  <a:gd name="T13" fmla="*/ 0 h 15"/>
                  <a:gd name="T14" fmla="*/ 12 w 11"/>
                  <a:gd name="T15" fmla="*/ 16 h 15"/>
                  <a:gd name="T16" fmla="*/ 22 w 11"/>
                  <a:gd name="T17" fmla="*/ 36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5">
                    <a:moveTo>
                      <a:pt x="6" y="7"/>
                    </a:moveTo>
                    <a:cubicBezTo>
                      <a:pt x="6" y="9"/>
                      <a:pt x="6" y="11"/>
                      <a:pt x="8" y="12"/>
                    </a:cubicBezTo>
                    <a:cubicBezTo>
                      <a:pt x="9" y="12"/>
                      <a:pt x="11" y="13"/>
                      <a:pt x="11" y="15"/>
                    </a:cubicBezTo>
                    <a:cubicBezTo>
                      <a:pt x="11" y="14"/>
                      <a:pt x="8" y="14"/>
                      <a:pt x="7" y="13"/>
                    </a:cubicBezTo>
                    <a:cubicBezTo>
                      <a:pt x="6" y="13"/>
                      <a:pt x="5" y="12"/>
                      <a:pt x="4" y="11"/>
                    </a:cubicBezTo>
                    <a:cubicBezTo>
                      <a:pt x="2" y="9"/>
                      <a:pt x="2" y="7"/>
                      <a:pt x="1" y="4"/>
                    </a:cubicBezTo>
                    <a:cubicBezTo>
                      <a:pt x="1" y="4"/>
                      <a:pt x="0" y="0"/>
                      <a:pt x="1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5" y="5"/>
                      <a:pt x="6" y="4"/>
                      <a:pt x="6" y="7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9" name="Freeform 317">
                <a:extLst>
                  <a:ext uri="{FF2B5EF4-FFF2-40B4-BE49-F238E27FC236}">
                    <a16:creationId xmlns:a16="http://schemas.microsoft.com/office/drawing/2014/main" id="{25505CAD-0B43-4BC2-AB19-018354CB7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357"/>
                <a:ext cx="13" cy="10"/>
              </a:xfrm>
              <a:custGeom>
                <a:avLst/>
                <a:gdLst>
                  <a:gd name="T0" fmla="*/ 0 w 8"/>
                  <a:gd name="T1" fmla="*/ 22 h 6"/>
                  <a:gd name="T2" fmla="*/ 34 w 8"/>
                  <a:gd name="T3" fmla="*/ 0 h 6"/>
                  <a:gd name="T4" fmla="*/ 18 w 8"/>
                  <a:gd name="T5" fmla="*/ 20 h 6"/>
                  <a:gd name="T6" fmla="*/ 0 w 8"/>
                  <a:gd name="T7" fmla="*/ 2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5"/>
                    </a:moveTo>
                    <a:cubicBezTo>
                      <a:pt x="4" y="6"/>
                      <a:pt x="7" y="3"/>
                      <a:pt x="8" y="0"/>
                    </a:cubicBezTo>
                    <a:cubicBezTo>
                      <a:pt x="6" y="1"/>
                      <a:pt x="6" y="3"/>
                      <a:pt x="4" y="4"/>
                    </a:cubicBezTo>
                    <a:cubicBezTo>
                      <a:pt x="3" y="4"/>
                      <a:pt x="1" y="5"/>
                      <a:pt x="0" y="5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0" name="Freeform 318">
                <a:extLst>
                  <a:ext uri="{FF2B5EF4-FFF2-40B4-BE49-F238E27FC236}">
                    <a16:creationId xmlns:a16="http://schemas.microsoft.com/office/drawing/2014/main" id="{2A5D53AC-8E14-461E-85E1-3498207E6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322"/>
                <a:ext cx="6" cy="14"/>
              </a:xfrm>
              <a:custGeom>
                <a:avLst/>
                <a:gdLst>
                  <a:gd name="T0" fmla="*/ 14 w 4"/>
                  <a:gd name="T1" fmla="*/ 7 h 8"/>
                  <a:gd name="T2" fmla="*/ 0 w 4"/>
                  <a:gd name="T3" fmla="*/ 44 h 8"/>
                  <a:gd name="T4" fmla="*/ 8 w 4"/>
                  <a:gd name="T5" fmla="*/ 0 h 8"/>
                  <a:gd name="T6" fmla="*/ 14 w 4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1"/>
                    </a:moveTo>
                    <a:cubicBezTo>
                      <a:pt x="4" y="4"/>
                      <a:pt x="2" y="6"/>
                      <a:pt x="0" y="8"/>
                    </a:cubicBezTo>
                    <a:cubicBezTo>
                      <a:pt x="2" y="6"/>
                      <a:pt x="4" y="3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1" name="Freeform 319">
                <a:extLst>
                  <a:ext uri="{FF2B5EF4-FFF2-40B4-BE49-F238E27FC236}">
                    <a16:creationId xmlns:a16="http://schemas.microsoft.com/office/drawing/2014/main" id="{8C477B79-68B0-4AFE-9969-D9A9417B2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339"/>
                <a:ext cx="14" cy="16"/>
              </a:xfrm>
              <a:custGeom>
                <a:avLst/>
                <a:gdLst>
                  <a:gd name="T0" fmla="*/ 0 w 9"/>
                  <a:gd name="T1" fmla="*/ 0 h 9"/>
                  <a:gd name="T2" fmla="*/ 5 w 9"/>
                  <a:gd name="T3" fmla="*/ 21 h 9"/>
                  <a:gd name="T4" fmla="*/ 12 w 9"/>
                  <a:gd name="T5" fmla="*/ 37 h 9"/>
                  <a:gd name="T6" fmla="*/ 34 w 9"/>
                  <a:gd name="T7" fmla="*/ 50 h 9"/>
                  <a:gd name="T8" fmla="*/ 14 w 9"/>
                  <a:gd name="T9" fmla="*/ 36 h 9"/>
                  <a:gd name="T10" fmla="*/ 5 w 9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4" y="8"/>
                      <a:pt x="8" y="8"/>
                      <a:pt x="9" y="9"/>
                    </a:cubicBezTo>
                    <a:cubicBezTo>
                      <a:pt x="8" y="7"/>
                      <a:pt x="6" y="7"/>
                      <a:pt x="4" y="6"/>
                    </a:cubicBezTo>
                    <a:cubicBezTo>
                      <a:pt x="1" y="5"/>
                      <a:pt x="1" y="3"/>
                      <a:pt x="1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2" name="Freeform 320">
                <a:extLst>
                  <a:ext uri="{FF2B5EF4-FFF2-40B4-BE49-F238E27FC236}">
                    <a16:creationId xmlns:a16="http://schemas.microsoft.com/office/drawing/2014/main" id="{37668988-0660-42B6-8757-6C7110F8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317"/>
                <a:ext cx="25" cy="9"/>
              </a:xfrm>
              <a:custGeom>
                <a:avLst/>
                <a:gdLst>
                  <a:gd name="T0" fmla="*/ 0 w 15"/>
                  <a:gd name="T1" fmla="*/ 29 h 5"/>
                  <a:gd name="T2" fmla="*/ 22 w 15"/>
                  <a:gd name="T3" fmla="*/ 7 h 5"/>
                  <a:gd name="T4" fmla="*/ 50 w 15"/>
                  <a:gd name="T5" fmla="*/ 0 h 5"/>
                  <a:gd name="T6" fmla="*/ 70 w 15"/>
                  <a:gd name="T7" fmla="*/ 0 h 5"/>
                  <a:gd name="T8" fmla="*/ 62 w 15"/>
                  <a:gd name="T9" fmla="*/ 7 h 5"/>
                  <a:gd name="T10" fmla="*/ 42 w 15"/>
                  <a:gd name="T11" fmla="*/ 7 h 5"/>
                  <a:gd name="T12" fmla="*/ 20 w 15"/>
                  <a:gd name="T13" fmla="*/ 13 h 5"/>
                  <a:gd name="T14" fmla="*/ 5 w 15"/>
                  <a:gd name="T15" fmla="*/ 16 h 5"/>
                  <a:gd name="T16" fmla="*/ 5 w 15"/>
                  <a:gd name="T17" fmla="*/ 23 h 5"/>
                  <a:gd name="T18" fmla="*/ 0 w 15"/>
                  <a:gd name="T19" fmla="*/ 29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0" y="2"/>
                      <a:pt x="3" y="1"/>
                      <a:pt x="5" y="1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2" y="0"/>
                      <a:pt x="14" y="0"/>
                      <a:pt x="15" y="0"/>
                    </a:cubicBezTo>
                    <a:cubicBezTo>
                      <a:pt x="14" y="0"/>
                      <a:pt x="14" y="0"/>
                      <a:pt x="13" y="1"/>
                    </a:cubicBezTo>
                    <a:cubicBezTo>
                      <a:pt x="12" y="1"/>
                      <a:pt x="10" y="1"/>
                      <a:pt x="9" y="1"/>
                    </a:cubicBezTo>
                    <a:cubicBezTo>
                      <a:pt x="7" y="1"/>
                      <a:pt x="5" y="1"/>
                      <a:pt x="4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</a:path>
                </a:pathLst>
              </a:custGeom>
              <a:solidFill>
                <a:srgbClr val="F7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3" name="Freeform 321">
                <a:extLst>
                  <a:ext uri="{FF2B5EF4-FFF2-40B4-BE49-F238E27FC236}">
                    <a16:creationId xmlns:a16="http://schemas.microsoft.com/office/drawing/2014/main" id="{084BE981-546F-4317-BEFE-A4202ABD4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338"/>
                <a:ext cx="3" cy="5"/>
              </a:xfrm>
              <a:custGeom>
                <a:avLst/>
                <a:gdLst>
                  <a:gd name="T0" fmla="*/ 8 w 2"/>
                  <a:gd name="T1" fmla="*/ 5 h 3"/>
                  <a:gd name="T2" fmla="*/ 5 w 2"/>
                  <a:gd name="T3" fmla="*/ 8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4" name="Freeform 322">
                <a:extLst>
                  <a:ext uri="{FF2B5EF4-FFF2-40B4-BE49-F238E27FC236}">
                    <a16:creationId xmlns:a16="http://schemas.microsoft.com/office/drawing/2014/main" id="{C6E61E2D-5C4D-46F6-B9DF-0C0BDE1BD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329"/>
                <a:ext cx="3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0"/>
                      <a:pt x="0" y="2"/>
                      <a:pt x="2" y="1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5" name="Freeform 323">
                <a:extLst>
                  <a:ext uri="{FF2B5EF4-FFF2-40B4-BE49-F238E27FC236}">
                    <a16:creationId xmlns:a16="http://schemas.microsoft.com/office/drawing/2014/main" id="{94312986-0CAA-4EF4-9915-6AC331BCF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322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5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0" y="2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6" name="Freeform 324">
                <a:extLst>
                  <a:ext uri="{FF2B5EF4-FFF2-40B4-BE49-F238E27FC236}">
                    <a16:creationId xmlns:a16="http://schemas.microsoft.com/office/drawing/2014/main" id="{B383453D-355F-4615-ABCC-6B7E339B2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350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8 w 2"/>
                  <a:gd name="T3" fmla="*/ 0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7" name="Freeform 325">
                <a:extLst>
                  <a:ext uri="{FF2B5EF4-FFF2-40B4-BE49-F238E27FC236}">
                    <a16:creationId xmlns:a16="http://schemas.microsoft.com/office/drawing/2014/main" id="{E7E90441-0EA0-4846-9592-6A46A1812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346"/>
                <a:ext cx="84" cy="57"/>
              </a:xfrm>
              <a:custGeom>
                <a:avLst/>
                <a:gdLst>
                  <a:gd name="T0" fmla="*/ 55 w 52"/>
                  <a:gd name="T1" fmla="*/ 21 h 33"/>
                  <a:gd name="T2" fmla="*/ 8 w 52"/>
                  <a:gd name="T3" fmla="*/ 50 h 33"/>
                  <a:gd name="T4" fmla="*/ 13 w 52"/>
                  <a:gd name="T5" fmla="*/ 128 h 33"/>
                  <a:gd name="T6" fmla="*/ 118 w 52"/>
                  <a:gd name="T7" fmla="*/ 161 h 33"/>
                  <a:gd name="T8" fmla="*/ 170 w 52"/>
                  <a:gd name="T9" fmla="*/ 155 h 33"/>
                  <a:gd name="T10" fmla="*/ 165 w 52"/>
                  <a:gd name="T11" fmla="*/ 9 h 33"/>
                  <a:gd name="T12" fmla="*/ 94 w 52"/>
                  <a:gd name="T13" fmla="*/ 16 h 33"/>
                  <a:gd name="T14" fmla="*/ 68 w 52"/>
                  <a:gd name="T15" fmla="*/ 9 h 33"/>
                  <a:gd name="T16" fmla="*/ 55 w 52"/>
                  <a:gd name="T17" fmla="*/ 2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33">
                    <a:moveTo>
                      <a:pt x="13" y="4"/>
                    </a:moveTo>
                    <a:cubicBezTo>
                      <a:pt x="10" y="5"/>
                      <a:pt x="4" y="7"/>
                      <a:pt x="2" y="10"/>
                    </a:cubicBezTo>
                    <a:cubicBezTo>
                      <a:pt x="0" y="13"/>
                      <a:pt x="2" y="21"/>
                      <a:pt x="3" y="25"/>
                    </a:cubicBezTo>
                    <a:cubicBezTo>
                      <a:pt x="6" y="32"/>
                      <a:pt x="23" y="32"/>
                      <a:pt x="28" y="31"/>
                    </a:cubicBezTo>
                    <a:cubicBezTo>
                      <a:pt x="33" y="30"/>
                      <a:pt x="35" y="33"/>
                      <a:pt x="40" y="30"/>
                    </a:cubicBezTo>
                    <a:cubicBezTo>
                      <a:pt x="49" y="24"/>
                      <a:pt x="52" y="6"/>
                      <a:pt x="39" y="2"/>
                    </a:cubicBezTo>
                    <a:cubicBezTo>
                      <a:pt x="33" y="0"/>
                      <a:pt x="28" y="6"/>
                      <a:pt x="22" y="3"/>
                    </a:cubicBezTo>
                    <a:cubicBezTo>
                      <a:pt x="19" y="2"/>
                      <a:pt x="19" y="1"/>
                      <a:pt x="16" y="2"/>
                    </a:cubicBezTo>
                    <a:cubicBezTo>
                      <a:pt x="15" y="2"/>
                      <a:pt x="14" y="4"/>
                      <a:pt x="13" y="4"/>
                    </a:cubicBezTo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8" name="Freeform 326">
                <a:extLst>
                  <a:ext uri="{FF2B5EF4-FFF2-40B4-BE49-F238E27FC236}">
                    <a16:creationId xmlns:a16="http://schemas.microsoft.com/office/drawing/2014/main" id="{BDCCF245-BC2A-452C-A609-0BAFC9822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346"/>
                <a:ext cx="84" cy="57"/>
              </a:xfrm>
              <a:custGeom>
                <a:avLst/>
                <a:gdLst>
                  <a:gd name="T0" fmla="*/ 55 w 52"/>
                  <a:gd name="T1" fmla="*/ 21 h 33"/>
                  <a:gd name="T2" fmla="*/ 8 w 52"/>
                  <a:gd name="T3" fmla="*/ 50 h 33"/>
                  <a:gd name="T4" fmla="*/ 13 w 52"/>
                  <a:gd name="T5" fmla="*/ 128 h 33"/>
                  <a:gd name="T6" fmla="*/ 118 w 52"/>
                  <a:gd name="T7" fmla="*/ 161 h 33"/>
                  <a:gd name="T8" fmla="*/ 170 w 52"/>
                  <a:gd name="T9" fmla="*/ 155 h 33"/>
                  <a:gd name="T10" fmla="*/ 165 w 52"/>
                  <a:gd name="T11" fmla="*/ 9 h 33"/>
                  <a:gd name="T12" fmla="*/ 94 w 52"/>
                  <a:gd name="T13" fmla="*/ 16 h 33"/>
                  <a:gd name="T14" fmla="*/ 68 w 52"/>
                  <a:gd name="T15" fmla="*/ 9 h 33"/>
                  <a:gd name="T16" fmla="*/ 55 w 52"/>
                  <a:gd name="T17" fmla="*/ 2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33">
                    <a:moveTo>
                      <a:pt x="13" y="4"/>
                    </a:moveTo>
                    <a:cubicBezTo>
                      <a:pt x="10" y="5"/>
                      <a:pt x="4" y="7"/>
                      <a:pt x="2" y="10"/>
                    </a:cubicBezTo>
                    <a:cubicBezTo>
                      <a:pt x="0" y="13"/>
                      <a:pt x="2" y="21"/>
                      <a:pt x="3" y="25"/>
                    </a:cubicBezTo>
                    <a:cubicBezTo>
                      <a:pt x="6" y="32"/>
                      <a:pt x="23" y="32"/>
                      <a:pt x="28" y="31"/>
                    </a:cubicBezTo>
                    <a:cubicBezTo>
                      <a:pt x="33" y="30"/>
                      <a:pt x="35" y="33"/>
                      <a:pt x="40" y="30"/>
                    </a:cubicBezTo>
                    <a:cubicBezTo>
                      <a:pt x="49" y="24"/>
                      <a:pt x="52" y="6"/>
                      <a:pt x="39" y="2"/>
                    </a:cubicBezTo>
                    <a:cubicBezTo>
                      <a:pt x="33" y="0"/>
                      <a:pt x="28" y="6"/>
                      <a:pt x="22" y="3"/>
                    </a:cubicBezTo>
                    <a:cubicBezTo>
                      <a:pt x="19" y="2"/>
                      <a:pt x="19" y="1"/>
                      <a:pt x="16" y="2"/>
                    </a:cubicBezTo>
                    <a:cubicBezTo>
                      <a:pt x="15" y="2"/>
                      <a:pt x="14" y="4"/>
                      <a:pt x="13" y="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9" name="Freeform 327">
                <a:extLst>
                  <a:ext uri="{FF2B5EF4-FFF2-40B4-BE49-F238E27FC236}">
                    <a16:creationId xmlns:a16="http://schemas.microsoft.com/office/drawing/2014/main" id="{EF246E6F-B0BB-4358-A919-48956F1F9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353"/>
                <a:ext cx="8" cy="12"/>
              </a:xfrm>
              <a:custGeom>
                <a:avLst/>
                <a:gdLst>
                  <a:gd name="T0" fmla="*/ 0 w 5"/>
                  <a:gd name="T1" fmla="*/ 36 h 7"/>
                  <a:gd name="T2" fmla="*/ 5 w 5"/>
                  <a:gd name="T3" fmla="*/ 15 h 7"/>
                  <a:gd name="T4" fmla="*/ 13 w 5"/>
                  <a:gd name="T5" fmla="*/ 9 h 7"/>
                  <a:gd name="T6" fmla="*/ 16 w 5"/>
                  <a:gd name="T7" fmla="*/ 5 h 7"/>
                  <a:gd name="T8" fmla="*/ 21 w 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0" y="5"/>
                      <a:pt x="1" y="4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5" y="0"/>
                      <a:pt x="4" y="0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0" name="Freeform 328">
                <a:extLst>
                  <a:ext uri="{FF2B5EF4-FFF2-40B4-BE49-F238E27FC236}">
                    <a16:creationId xmlns:a16="http://schemas.microsoft.com/office/drawing/2014/main" id="{046DAFFE-EED7-49D7-81E8-CADD5B965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394"/>
                <a:ext cx="13" cy="6"/>
              </a:xfrm>
              <a:custGeom>
                <a:avLst/>
                <a:gdLst>
                  <a:gd name="T0" fmla="*/ 0 w 8"/>
                  <a:gd name="T1" fmla="*/ 0 h 3"/>
                  <a:gd name="T2" fmla="*/ 13 w 8"/>
                  <a:gd name="T3" fmla="*/ 0 h 3"/>
                  <a:gd name="T4" fmla="*/ 29 w 8"/>
                  <a:gd name="T5" fmla="*/ 16 h 3"/>
                  <a:gd name="T6" fmla="*/ 34 w 8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1" name="Freeform 329">
                <a:extLst>
                  <a:ext uri="{FF2B5EF4-FFF2-40B4-BE49-F238E27FC236}">
                    <a16:creationId xmlns:a16="http://schemas.microsoft.com/office/drawing/2014/main" id="{2312B034-8423-42B0-A8EE-CB2594BB3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362"/>
                <a:ext cx="8" cy="20"/>
              </a:xfrm>
              <a:custGeom>
                <a:avLst/>
                <a:gdLst>
                  <a:gd name="T0" fmla="*/ 13 w 5"/>
                  <a:gd name="T1" fmla="*/ 0 h 12"/>
                  <a:gd name="T2" fmla="*/ 21 w 5"/>
                  <a:gd name="T3" fmla="*/ 13 h 12"/>
                  <a:gd name="T4" fmla="*/ 13 w 5"/>
                  <a:gd name="T5" fmla="*/ 33 h 12"/>
                  <a:gd name="T6" fmla="*/ 5 w 5"/>
                  <a:gd name="T7" fmla="*/ 50 h 12"/>
                  <a:gd name="T8" fmla="*/ 0 w 5"/>
                  <a:gd name="T9" fmla="*/ 5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cubicBezTo>
                      <a:pt x="4" y="1"/>
                      <a:pt x="5" y="1"/>
                      <a:pt x="5" y="3"/>
                    </a:cubicBezTo>
                    <a:cubicBezTo>
                      <a:pt x="5" y="5"/>
                      <a:pt x="4" y="6"/>
                      <a:pt x="3" y="7"/>
                    </a:cubicBezTo>
                    <a:cubicBezTo>
                      <a:pt x="2" y="8"/>
                      <a:pt x="1" y="9"/>
                      <a:pt x="1" y="11"/>
                    </a:cubicBezTo>
                    <a:cubicBezTo>
                      <a:pt x="1" y="11"/>
                      <a:pt x="1" y="12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2" name="Freeform 330">
                <a:extLst>
                  <a:ext uri="{FF2B5EF4-FFF2-40B4-BE49-F238E27FC236}">
                    <a16:creationId xmlns:a16="http://schemas.microsoft.com/office/drawing/2014/main" id="{1CB0FDDE-484E-413B-BA0F-B030F0306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382"/>
                <a:ext cx="38" cy="16"/>
              </a:xfrm>
              <a:custGeom>
                <a:avLst/>
                <a:gdLst>
                  <a:gd name="T0" fmla="*/ 0 w 24"/>
                  <a:gd name="T1" fmla="*/ 7 h 9"/>
                  <a:gd name="T2" fmla="*/ 16 w 24"/>
                  <a:gd name="T3" fmla="*/ 36 h 9"/>
                  <a:gd name="T4" fmla="*/ 40 w 24"/>
                  <a:gd name="T5" fmla="*/ 50 h 9"/>
                  <a:gd name="T6" fmla="*/ 68 w 24"/>
                  <a:gd name="T7" fmla="*/ 50 h 9"/>
                  <a:gd name="T8" fmla="*/ 95 w 24"/>
                  <a:gd name="T9" fmla="*/ 50 h 9"/>
                  <a:gd name="T10" fmla="*/ 87 w 24"/>
                  <a:gd name="T11" fmla="*/ 44 h 9"/>
                  <a:gd name="T12" fmla="*/ 82 w 24"/>
                  <a:gd name="T13" fmla="*/ 44 h 9"/>
                  <a:gd name="T14" fmla="*/ 60 w 24"/>
                  <a:gd name="T15" fmla="*/ 37 h 9"/>
                  <a:gd name="T16" fmla="*/ 21 w 24"/>
                  <a:gd name="T17" fmla="*/ 21 h 9"/>
                  <a:gd name="T18" fmla="*/ 5 w 24"/>
                  <a:gd name="T19" fmla="*/ 12 h 9"/>
                  <a:gd name="T20" fmla="*/ 5 w 24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9">
                    <a:moveTo>
                      <a:pt x="0" y="1"/>
                    </a:moveTo>
                    <a:cubicBezTo>
                      <a:pt x="1" y="4"/>
                      <a:pt x="1" y="5"/>
                      <a:pt x="4" y="6"/>
                    </a:cubicBezTo>
                    <a:cubicBezTo>
                      <a:pt x="6" y="7"/>
                      <a:pt x="8" y="8"/>
                      <a:pt x="10" y="9"/>
                    </a:cubicBezTo>
                    <a:cubicBezTo>
                      <a:pt x="12" y="9"/>
                      <a:pt x="15" y="9"/>
                      <a:pt x="17" y="9"/>
                    </a:cubicBezTo>
                    <a:cubicBezTo>
                      <a:pt x="20" y="9"/>
                      <a:pt x="22" y="9"/>
                      <a:pt x="24" y="9"/>
                    </a:cubicBezTo>
                    <a:cubicBezTo>
                      <a:pt x="23" y="9"/>
                      <a:pt x="23" y="8"/>
                      <a:pt x="22" y="8"/>
                    </a:cubicBezTo>
                    <a:cubicBezTo>
                      <a:pt x="22" y="8"/>
                      <a:pt x="21" y="8"/>
                      <a:pt x="21" y="8"/>
                    </a:cubicBezTo>
                    <a:cubicBezTo>
                      <a:pt x="18" y="9"/>
                      <a:pt x="17" y="8"/>
                      <a:pt x="15" y="7"/>
                    </a:cubicBezTo>
                    <a:cubicBezTo>
                      <a:pt x="12" y="5"/>
                      <a:pt x="8" y="5"/>
                      <a:pt x="5" y="4"/>
                    </a:cubicBezTo>
                    <a:cubicBezTo>
                      <a:pt x="4" y="3"/>
                      <a:pt x="2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3" name="Freeform 331">
                <a:extLst>
                  <a:ext uri="{FF2B5EF4-FFF2-40B4-BE49-F238E27FC236}">
                    <a16:creationId xmlns:a16="http://schemas.microsoft.com/office/drawing/2014/main" id="{9B36096C-F41D-4F5C-96C6-21645B3D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55"/>
                <a:ext cx="15" cy="31"/>
              </a:xfrm>
              <a:custGeom>
                <a:avLst/>
                <a:gdLst>
                  <a:gd name="T0" fmla="*/ 5 w 9"/>
                  <a:gd name="T1" fmla="*/ 29 h 18"/>
                  <a:gd name="T2" fmla="*/ 22 w 9"/>
                  <a:gd name="T3" fmla="*/ 9 h 18"/>
                  <a:gd name="T4" fmla="*/ 42 w 9"/>
                  <a:gd name="T5" fmla="*/ 0 h 18"/>
                  <a:gd name="T6" fmla="*/ 22 w 9"/>
                  <a:gd name="T7" fmla="*/ 28 h 18"/>
                  <a:gd name="T8" fmla="*/ 22 w 9"/>
                  <a:gd name="T9" fmla="*/ 36 h 18"/>
                  <a:gd name="T10" fmla="*/ 13 w 9"/>
                  <a:gd name="T11" fmla="*/ 41 h 18"/>
                  <a:gd name="T12" fmla="*/ 8 w 9"/>
                  <a:gd name="T13" fmla="*/ 65 h 18"/>
                  <a:gd name="T14" fmla="*/ 13 w 9"/>
                  <a:gd name="T15" fmla="*/ 91 h 18"/>
                  <a:gd name="T16" fmla="*/ 8 w 9"/>
                  <a:gd name="T17" fmla="*/ 78 h 18"/>
                  <a:gd name="T18" fmla="*/ 5 w 9"/>
                  <a:gd name="T19" fmla="*/ 57 h 18"/>
                  <a:gd name="T20" fmla="*/ 5 w 9"/>
                  <a:gd name="T21" fmla="*/ 29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18">
                    <a:moveTo>
                      <a:pt x="1" y="6"/>
                    </a:moveTo>
                    <a:cubicBezTo>
                      <a:pt x="1" y="4"/>
                      <a:pt x="3" y="3"/>
                      <a:pt x="5" y="2"/>
                    </a:cubicBezTo>
                    <a:cubicBezTo>
                      <a:pt x="6" y="2"/>
                      <a:pt x="8" y="1"/>
                      <a:pt x="9" y="0"/>
                    </a:cubicBezTo>
                    <a:cubicBezTo>
                      <a:pt x="8" y="2"/>
                      <a:pt x="6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2" y="9"/>
                      <a:pt x="2" y="12"/>
                      <a:pt x="2" y="13"/>
                    </a:cubicBezTo>
                    <a:cubicBezTo>
                      <a:pt x="2" y="15"/>
                      <a:pt x="2" y="16"/>
                      <a:pt x="3" y="18"/>
                    </a:cubicBezTo>
                    <a:cubicBezTo>
                      <a:pt x="2" y="17"/>
                      <a:pt x="2" y="16"/>
                      <a:pt x="2" y="15"/>
                    </a:cubicBezTo>
                    <a:cubicBezTo>
                      <a:pt x="1" y="14"/>
                      <a:pt x="1" y="12"/>
                      <a:pt x="1" y="11"/>
                    </a:cubicBezTo>
                    <a:cubicBezTo>
                      <a:pt x="0" y="9"/>
                      <a:pt x="0" y="7"/>
                      <a:pt x="1" y="6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4" name="Freeform 332">
                <a:extLst>
                  <a:ext uri="{FF2B5EF4-FFF2-40B4-BE49-F238E27FC236}">
                    <a16:creationId xmlns:a16="http://schemas.microsoft.com/office/drawing/2014/main" id="{E1FEB583-1541-454D-81B5-065C1672E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351"/>
                <a:ext cx="26" cy="49"/>
              </a:xfrm>
              <a:custGeom>
                <a:avLst/>
                <a:gdLst>
                  <a:gd name="T0" fmla="*/ 54 w 16"/>
                  <a:gd name="T1" fmla="*/ 16 h 28"/>
                  <a:gd name="T2" fmla="*/ 63 w 16"/>
                  <a:gd name="T3" fmla="*/ 37 h 28"/>
                  <a:gd name="T4" fmla="*/ 68 w 16"/>
                  <a:gd name="T5" fmla="*/ 70 h 28"/>
                  <a:gd name="T6" fmla="*/ 55 w 16"/>
                  <a:gd name="T7" fmla="*/ 119 h 28"/>
                  <a:gd name="T8" fmla="*/ 34 w 16"/>
                  <a:gd name="T9" fmla="*/ 144 h 28"/>
                  <a:gd name="T10" fmla="*/ 18 w 16"/>
                  <a:gd name="T11" fmla="*/ 151 h 28"/>
                  <a:gd name="T12" fmla="*/ 0 w 16"/>
                  <a:gd name="T13" fmla="*/ 142 h 28"/>
                  <a:gd name="T14" fmla="*/ 21 w 16"/>
                  <a:gd name="T15" fmla="*/ 135 h 28"/>
                  <a:gd name="T16" fmla="*/ 26 w 16"/>
                  <a:gd name="T17" fmla="*/ 114 h 28"/>
                  <a:gd name="T18" fmla="*/ 34 w 16"/>
                  <a:gd name="T19" fmla="*/ 77 h 28"/>
                  <a:gd name="T20" fmla="*/ 42 w 16"/>
                  <a:gd name="T21" fmla="*/ 56 h 28"/>
                  <a:gd name="T22" fmla="*/ 39 w 16"/>
                  <a:gd name="T23" fmla="*/ 37 h 28"/>
                  <a:gd name="T24" fmla="*/ 29 w 16"/>
                  <a:gd name="T25" fmla="*/ 21 h 28"/>
                  <a:gd name="T26" fmla="*/ 8 w 16"/>
                  <a:gd name="T27" fmla="*/ 7 h 28"/>
                  <a:gd name="T28" fmla="*/ 18 w 16"/>
                  <a:gd name="T29" fmla="*/ 0 h 28"/>
                  <a:gd name="T30" fmla="*/ 34 w 16"/>
                  <a:gd name="T31" fmla="*/ 0 h 28"/>
                  <a:gd name="T32" fmla="*/ 47 w 16"/>
                  <a:gd name="T33" fmla="*/ 12 h 28"/>
                  <a:gd name="T34" fmla="*/ 54 w 16"/>
                  <a:gd name="T35" fmla="*/ 16 h 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" h="28">
                    <a:moveTo>
                      <a:pt x="12" y="3"/>
                    </a:moveTo>
                    <a:cubicBezTo>
                      <a:pt x="14" y="4"/>
                      <a:pt x="14" y="6"/>
                      <a:pt x="15" y="7"/>
                    </a:cubicBezTo>
                    <a:cubicBezTo>
                      <a:pt x="15" y="9"/>
                      <a:pt x="16" y="10"/>
                      <a:pt x="16" y="13"/>
                    </a:cubicBezTo>
                    <a:cubicBezTo>
                      <a:pt x="16" y="16"/>
                      <a:pt x="14" y="19"/>
                      <a:pt x="13" y="22"/>
                    </a:cubicBezTo>
                    <a:cubicBezTo>
                      <a:pt x="11" y="24"/>
                      <a:pt x="10" y="26"/>
                      <a:pt x="8" y="27"/>
                    </a:cubicBezTo>
                    <a:cubicBezTo>
                      <a:pt x="7" y="27"/>
                      <a:pt x="6" y="28"/>
                      <a:pt x="4" y="28"/>
                    </a:cubicBezTo>
                    <a:cubicBezTo>
                      <a:pt x="3" y="27"/>
                      <a:pt x="1" y="26"/>
                      <a:pt x="0" y="26"/>
                    </a:cubicBezTo>
                    <a:cubicBezTo>
                      <a:pt x="2" y="26"/>
                      <a:pt x="4" y="26"/>
                      <a:pt x="5" y="25"/>
                    </a:cubicBezTo>
                    <a:cubicBezTo>
                      <a:pt x="7" y="24"/>
                      <a:pt x="6" y="23"/>
                      <a:pt x="6" y="21"/>
                    </a:cubicBezTo>
                    <a:cubicBezTo>
                      <a:pt x="5" y="19"/>
                      <a:pt x="6" y="16"/>
                      <a:pt x="8" y="14"/>
                    </a:cubicBezTo>
                    <a:cubicBezTo>
                      <a:pt x="9" y="13"/>
                      <a:pt x="9" y="12"/>
                      <a:pt x="10" y="10"/>
                    </a:cubicBezTo>
                    <a:cubicBezTo>
                      <a:pt x="10" y="9"/>
                      <a:pt x="10" y="8"/>
                      <a:pt x="9" y="7"/>
                    </a:cubicBezTo>
                    <a:cubicBezTo>
                      <a:pt x="9" y="5"/>
                      <a:pt x="8" y="5"/>
                      <a:pt x="7" y="4"/>
                    </a:cubicBezTo>
                    <a:cubicBezTo>
                      <a:pt x="5" y="3"/>
                      <a:pt x="4" y="1"/>
                      <a:pt x="2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9" y="1"/>
                      <a:pt x="11" y="1"/>
                      <a:pt x="11" y="2"/>
                    </a:cubicBezTo>
                    <a:cubicBezTo>
                      <a:pt x="12" y="2"/>
                      <a:pt x="12" y="3"/>
                      <a:pt x="12" y="3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5" name="Freeform 333">
                <a:extLst>
                  <a:ext uri="{FF2B5EF4-FFF2-40B4-BE49-F238E27FC236}">
                    <a16:creationId xmlns:a16="http://schemas.microsoft.com/office/drawing/2014/main" id="{BF70871C-2BFF-4E14-9350-74EECD332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369"/>
                <a:ext cx="22" cy="31"/>
              </a:xfrm>
              <a:custGeom>
                <a:avLst/>
                <a:gdLst>
                  <a:gd name="T0" fmla="*/ 42 w 14"/>
                  <a:gd name="T1" fmla="*/ 0 h 18"/>
                  <a:gd name="T2" fmla="*/ 31 w 14"/>
                  <a:gd name="T3" fmla="*/ 62 h 18"/>
                  <a:gd name="T4" fmla="*/ 20 w 14"/>
                  <a:gd name="T5" fmla="*/ 83 h 18"/>
                  <a:gd name="T6" fmla="*/ 0 w 14"/>
                  <a:gd name="T7" fmla="*/ 86 h 18"/>
                  <a:gd name="T8" fmla="*/ 14 w 14"/>
                  <a:gd name="T9" fmla="*/ 71 h 18"/>
                  <a:gd name="T10" fmla="*/ 27 w 14"/>
                  <a:gd name="T11" fmla="*/ 48 h 18"/>
                  <a:gd name="T12" fmla="*/ 42 w 14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8">
                    <a:moveTo>
                      <a:pt x="11" y="0"/>
                    </a:moveTo>
                    <a:cubicBezTo>
                      <a:pt x="14" y="3"/>
                      <a:pt x="10" y="9"/>
                      <a:pt x="8" y="12"/>
                    </a:cubicBezTo>
                    <a:cubicBezTo>
                      <a:pt x="7" y="13"/>
                      <a:pt x="7" y="15"/>
                      <a:pt x="5" y="16"/>
                    </a:cubicBezTo>
                    <a:cubicBezTo>
                      <a:pt x="4" y="17"/>
                      <a:pt x="1" y="18"/>
                      <a:pt x="0" y="17"/>
                    </a:cubicBezTo>
                    <a:cubicBezTo>
                      <a:pt x="1" y="16"/>
                      <a:pt x="3" y="16"/>
                      <a:pt x="4" y="14"/>
                    </a:cubicBezTo>
                    <a:cubicBezTo>
                      <a:pt x="6" y="12"/>
                      <a:pt x="5" y="11"/>
                      <a:pt x="7" y="9"/>
                    </a:cubicBezTo>
                    <a:cubicBezTo>
                      <a:pt x="9" y="7"/>
                      <a:pt x="12" y="3"/>
                      <a:pt x="11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6" name="Freeform 334">
                <a:extLst>
                  <a:ext uri="{FF2B5EF4-FFF2-40B4-BE49-F238E27FC236}">
                    <a16:creationId xmlns:a16="http://schemas.microsoft.com/office/drawing/2014/main" id="{9724A16F-1F55-42BC-B23B-0868FECFA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91"/>
                <a:ext cx="32" cy="9"/>
              </a:xfrm>
              <a:custGeom>
                <a:avLst/>
                <a:gdLst>
                  <a:gd name="T0" fmla="*/ 8 w 20"/>
                  <a:gd name="T1" fmla="*/ 13 h 5"/>
                  <a:gd name="T2" fmla="*/ 48 w 20"/>
                  <a:gd name="T3" fmla="*/ 29 h 5"/>
                  <a:gd name="T4" fmla="*/ 67 w 20"/>
                  <a:gd name="T5" fmla="*/ 29 h 5"/>
                  <a:gd name="T6" fmla="*/ 82 w 20"/>
                  <a:gd name="T7" fmla="*/ 23 h 5"/>
                  <a:gd name="T8" fmla="*/ 67 w 20"/>
                  <a:gd name="T9" fmla="*/ 16 h 5"/>
                  <a:gd name="T10" fmla="*/ 46 w 20"/>
                  <a:gd name="T11" fmla="*/ 16 h 5"/>
                  <a:gd name="T12" fmla="*/ 21 w 20"/>
                  <a:gd name="T13" fmla="*/ 13 h 5"/>
                  <a:gd name="T14" fmla="*/ 13 w 20"/>
                  <a:gd name="T15" fmla="*/ 13 h 5"/>
                  <a:gd name="T16" fmla="*/ 0 w 20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5">
                    <a:moveTo>
                      <a:pt x="2" y="2"/>
                    </a:moveTo>
                    <a:cubicBezTo>
                      <a:pt x="4" y="4"/>
                      <a:pt x="8" y="4"/>
                      <a:pt x="12" y="5"/>
                    </a:cubicBezTo>
                    <a:cubicBezTo>
                      <a:pt x="13" y="5"/>
                      <a:pt x="14" y="5"/>
                      <a:pt x="16" y="5"/>
                    </a:cubicBezTo>
                    <a:cubicBezTo>
                      <a:pt x="17" y="5"/>
                      <a:pt x="19" y="5"/>
                      <a:pt x="20" y="4"/>
                    </a:cubicBezTo>
                    <a:cubicBezTo>
                      <a:pt x="19" y="4"/>
                      <a:pt x="18" y="3"/>
                      <a:pt x="16" y="3"/>
                    </a:cubicBezTo>
                    <a:cubicBezTo>
                      <a:pt x="15" y="3"/>
                      <a:pt x="13" y="3"/>
                      <a:pt x="11" y="3"/>
                    </a:cubicBezTo>
                    <a:cubicBezTo>
                      <a:pt x="9" y="3"/>
                      <a:pt x="7" y="2"/>
                      <a:pt x="5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7" name="Freeform 335">
                <a:extLst>
                  <a:ext uri="{FF2B5EF4-FFF2-40B4-BE49-F238E27FC236}">
                    <a16:creationId xmlns:a16="http://schemas.microsoft.com/office/drawing/2014/main" id="{0FBAE779-E0E0-4AD5-A6B5-A13E51601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351"/>
                <a:ext cx="21" cy="9"/>
              </a:xfrm>
              <a:custGeom>
                <a:avLst/>
                <a:gdLst>
                  <a:gd name="T0" fmla="*/ 55 w 13"/>
                  <a:gd name="T1" fmla="*/ 13 h 5"/>
                  <a:gd name="T2" fmla="*/ 39 w 13"/>
                  <a:gd name="T3" fmla="*/ 13 h 5"/>
                  <a:gd name="T4" fmla="*/ 21 w 13"/>
                  <a:gd name="T5" fmla="*/ 0 h 5"/>
                  <a:gd name="T6" fmla="*/ 8 w 13"/>
                  <a:gd name="T7" fmla="*/ 7 h 5"/>
                  <a:gd name="T8" fmla="*/ 0 w 13"/>
                  <a:gd name="T9" fmla="*/ 29 h 5"/>
                  <a:gd name="T10" fmla="*/ 21 w 13"/>
                  <a:gd name="T11" fmla="*/ 7 h 5"/>
                  <a:gd name="T12" fmla="*/ 34 w 13"/>
                  <a:gd name="T13" fmla="*/ 13 h 5"/>
                  <a:gd name="T14" fmla="*/ 50 w 13"/>
                  <a:gd name="T15" fmla="*/ 1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">
                    <a:moveTo>
                      <a:pt x="13" y="2"/>
                    </a:moveTo>
                    <a:cubicBezTo>
                      <a:pt x="12" y="2"/>
                      <a:pt x="11" y="2"/>
                      <a:pt x="9" y="2"/>
                    </a:cubicBezTo>
                    <a:cubicBezTo>
                      <a:pt x="8" y="1"/>
                      <a:pt x="7" y="1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1" y="1"/>
                      <a:pt x="0" y="4"/>
                      <a:pt x="0" y="5"/>
                    </a:cubicBezTo>
                    <a:cubicBezTo>
                      <a:pt x="2" y="4"/>
                      <a:pt x="3" y="1"/>
                      <a:pt x="5" y="1"/>
                    </a:cubicBezTo>
                    <a:cubicBezTo>
                      <a:pt x="6" y="1"/>
                      <a:pt x="7" y="2"/>
                      <a:pt x="8" y="2"/>
                    </a:cubicBezTo>
                    <a:cubicBezTo>
                      <a:pt x="9" y="2"/>
                      <a:pt x="11" y="2"/>
                      <a:pt x="12" y="2"/>
                    </a:cubicBezTo>
                  </a:path>
                </a:pathLst>
              </a:custGeom>
              <a:solidFill>
                <a:srgbClr val="F7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8" name="Freeform 336">
                <a:extLst>
                  <a:ext uri="{FF2B5EF4-FFF2-40B4-BE49-F238E27FC236}">
                    <a16:creationId xmlns:a16="http://schemas.microsoft.com/office/drawing/2014/main" id="{AB1194DF-1053-4B44-A52F-206D15F29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362"/>
                <a:ext cx="3" cy="1"/>
              </a:xfrm>
              <a:custGeom>
                <a:avLst/>
                <a:gdLst>
                  <a:gd name="T0" fmla="*/ 5 w 2"/>
                  <a:gd name="T1" fmla="*/ 1 h 1"/>
                  <a:gd name="T2" fmla="*/ 8 w 2"/>
                  <a:gd name="T3" fmla="*/ 1 h 1"/>
                  <a:gd name="T4" fmla="*/ 5 w 2"/>
                  <a:gd name="T5" fmla="*/ 0 h 1"/>
                  <a:gd name="T6" fmla="*/ 5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9" name="Freeform 337">
                <a:extLst>
                  <a:ext uri="{FF2B5EF4-FFF2-40B4-BE49-F238E27FC236}">
                    <a16:creationId xmlns:a16="http://schemas.microsoft.com/office/drawing/2014/main" id="{1F07AF48-C7D0-47F0-B9D5-1CE60B7AF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379"/>
                <a:ext cx="5" cy="3"/>
              </a:xfrm>
              <a:custGeom>
                <a:avLst/>
                <a:gdLst>
                  <a:gd name="T0" fmla="*/ 8 w 3"/>
                  <a:gd name="T1" fmla="*/ 8 h 2"/>
                  <a:gd name="T2" fmla="*/ 5 w 3"/>
                  <a:gd name="T3" fmla="*/ 5 h 2"/>
                  <a:gd name="T4" fmla="*/ 13 w 3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0" name="Freeform 338">
                <a:extLst>
                  <a:ext uri="{FF2B5EF4-FFF2-40B4-BE49-F238E27FC236}">
                    <a16:creationId xmlns:a16="http://schemas.microsoft.com/office/drawing/2014/main" id="{E285726B-96F2-4AC5-A4DC-BD85B0C12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362"/>
                <a:ext cx="5" cy="3"/>
              </a:xfrm>
              <a:custGeom>
                <a:avLst/>
                <a:gdLst>
                  <a:gd name="T0" fmla="*/ 8 w 3"/>
                  <a:gd name="T1" fmla="*/ 0 h 2"/>
                  <a:gd name="T2" fmla="*/ 5 w 3"/>
                  <a:gd name="T3" fmla="*/ 5 h 2"/>
                  <a:gd name="T4" fmla="*/ 13 w 3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2" y="2"/>
                      <a:pt x="3" y="2"/>
                      <a:pt x="3" y="1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1" name="Freeform 339">
                <a:extLst>
                  <a:ext uri="{FF2B5EF4-FFF2-40B4-BE49-F238E27FC236}">
                    <a16:creationId xmlns:a16="http://schemas.microsoft.com/office/drawing/2014/main" id="{1BCE347A-B10B-435A-8CF6-C45A5793D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393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5 w 2"/>
                  <a:gd name="T3" fmla="*/ 0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2" name="Freeform 340">
                <a:extLst>
                  <a:ext uri="{FF2B5EF4-FFF2-40B4-BE49-F238E27FC236}">
                    <a16:creationId xmlns:a16="http://schemas.microsoft.com/office/drawing/2014/main" id="{3BECD695-35C1-4418-9585-881935833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274"/>
                <a:ext cx="64" cy="81"/>
              </a:xfrm>
              <a:custGeom>
                <a:avLst/>
                <a:gdLst>
                  <a:gd name="T0" fmla="*/ 102 w 40"/>
                  <a:gd name="T1" fmla="*/ 0 h 47"/>
                  <a:gd name="T2" fmla="*/ 56 w 40"/>
                  <a:gd name="T3" fmla="*/ 9 h 47"/>
                  <a:gd name="T4" fmla="*/ 29 w 40"/>
                  <a:gd name="T5" fmla="*/ 50 h 47"/>
                  <a:gd name="T6" fmla="*/ 5 w 40"/>
                  <a:gd name="T7" fmla="*/ 102 h 47"/>
                  <a:gd name="T8" fmla="*/ 26 w 40"/>
                  <a:gd name="T9" fmla="*/ 155 h 47"/>
                  <a:gd name="T10" fmla="*/ 82 w 40"/>
                  <a:gd name="T11" fmla="*/ 214 h 47"/>
                  <a:gd name="T12" fmla="*/ 102 w 40"/>
                  <a:gd name="T13" fmla="*/ 184 h 47"/>
                  <a:gd name="T14" fmla="*/ 136 w 40"/>
                  <a:gd name="T15" fmla="*/ 169 h 47"/>
                  <a:gd name="T16" fmla="*/ 158 w 40"/>
                  <a:gd name="T17" fmla="*/ 98 h 47"/>
                  <a:gd name="T18" fmla="*/ 136 w 40"/>
                  <a:gd name="T19" fmla="*/ 36 h 47"/>
                  <a:gd name="T20" fmla="*/ 123 w 40"/>
                  <a:gd name="T21" fmla="*/ 5 h 47"/>
                  <a:gd name="T22" fmla="*/ 102 w 40"/>
                  <a:gd name="T23" fmla="*/ 0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" h="47">
                    <a:moveTo>
                      <a:pt x="25" y="0"/>
                    </a:moveTo>
                    <a:cubicBezTo>
                      <a:pt x="22" y="0"/>
                      <a:pt x="18" y="1"/>
                      <a:pt x="14" y="2"/>
                    </a:cubicBezTo>
                    <a:cubicBezTo>
                      <a:pt x="10" y="4"/>
                      <a:pt x="10" y="6"/>
                      <a:pt x="7" y="10"/>
                    </a:cubicBezTo>
                    <a:cubicBezTo>
                      <a:pt x="6" y="14"/>
                      <a:pt x="1" y="16"/>
                      <a:pt x="1" y="20"/>
                    </a:cubicBezTo>
                    <a:cubicBezTo>
                      <a:pt x="0" y="25"/>
                      <a:pt x="4" y="27"/>
                      <a:pt x="6" y="30"/>
                    </a:cubicBezTo>
                    <a:cubicBezTo>
                      <a:pt x="10" y="35"/>
                      <a:pt x="11" y="47"/>
                      <a:pt x="20" y="42"/>
                    </a:cubicBezTo>
                    <a:cubicBezTo>
                      <a:pt x="22" y="41"/>
                      <a:pt x="23" y="38"/>
                      <a:pt x="25" y="36"/>
                    </a:cubicBezTo>
                    <a:cubicBezTo>
                      <a:pt x="27" y="35"/>
                      <a:pt x="30" y="35"/>
                      <a:pt x="33" y="33"/>
                    </a:cubicBezTo>
                    <a:cubicBezTo>
                      <a:pt x="36" y="31"/>
                      <a:pt x="40" y="24"/>
                      <a:pt x="39" y="19"/>
                    </a:cubicBezTo>
                    <a:cubicBezTo>
                      <a:pt x="38" y="15"/>
                      <a:pt x="35" y="11"/>
                      <a:pt x="33" y="7"/>
                    </a:cubicBezTo>
                    <a:cubicBezTo>
                      <a:pt x="32" y="5"/>
                      <a:pt x="32" y="2"/>
                      <a:pt x="30" y="1"/>
                    </a:cubicBezTo>
                    <a:cubicBezTo>
                      <a:pt x="29" y="0"/>
                      <a:pt x="27" y="0"/>
                      <a:pt x="25" y="0"/>
                    </a:cubicBezTo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3" name="Freeform 341">
                <a:extLst>
                  <a:ext uri="{FF2B5EF4-FFF2-40B4-BE49-F238E27FC236}">
                    <a16:creationId xmlns:a16="http://schemas.microsoft.com/office/drawing/2014/main" id="{25F448AD-BDE8-4260-8612-958CB6B9D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274"/>
                <a:ext cx="64" cy="81"/>
              </a:xfrm>
              <a:custGeom>
                <a:avLst/>
                <a:gdLst>
                  <a:gd name="T0" fmla="*/ 102 w 40"/>
                  <a:gd name="T1" fmla="*/ 0 h 47"/>
                  <a:gd name="T2" fmla="*/ 56 w 40"/>
                  <a:gd name="T3" fmla="*/ 9 h 47"/>
                  <a:gd name="T4" fmla="*/ 29 w 40"/>
                  <a:gd name="T5" fmla="*/ 50 h 47"/>
                  <a:gd name="T6" fmla="*/ 5 w 40"/>
                  <a:gd name="T7" fmla="*/ 102 h 47"/>
                  <a:gd name="T8" fmla="*/ 26 w 40"/>
                  <a:gd name="T9" fmla="*/ 155 h 47"/>
                  <a:gd name="T10" fmla="*/ 82 w 40"/>
                  <a:gd name="T11" fmla="*/ 214 h 47"/>
                  <a:gd name="T12" fmla="*/ 102 w 40"/>
                  <a:gd name="T13" fmla="*/ 184 h 47"/>
                  <a:gd name="T14" fmla="*/ 136 w 40"/>
                  <a:gd name="T15" fmla="*/ 169 h 47"/>
                  <a:gd name="T16" fmla="*/ 158 w 40"/>
                  <a:gd name="T17" fmla="*/ 98 h 47"/>
                  <a:gd name="T18" fmla="*/ 136 w 40"/>
                  <a:gd name="T19" fmla="*/ 36 h 47"/>
                  <a:gd name="T20" fmla="*/ 123 w 40"/>
                  <a:gd name="T21" fmla="*/ 5 h 47"/>
                  <a:gd name="T22" fmla="*/ 102 w 40"/>
                  <a:gd name="T23" fmla="*/ 0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" h="47">
                    <a:moveTo>
                      <a:pt x="25" y="0"/>
                    </a:moveTo>
                    <a:cubicBezTo>
                      <a:pt x="22" y="0"/>
                      <a:pt x="18" y="1"/>
                      <a:pt x="14" y="2"/>
                    </a:cubicBezTo>
                    <a:cubicBezTo>
                      <a:pt x="10" y="4"/>
                      <a:pt x="10" y="6"/>
                      <a:pt x="7" y="10"/>
                    </a:cubicBezTo>
                    <a:cubicBezTo>
                      <a:pt x="6" y="14"/>
                      <a:pt x="1" y="16"/>
                      <a:pt x="1" y="20"/>
                    </a:cubicBezTo>
                    <a:cubicBezTo>
                      <a:pt x="0" y="25"/>
                      <a:pt x="4" y="27"/>
                      <a:pt x="6" y="30"/>
                    </a:cubicBezTo>
                    <a:cubicBezTo>
                      <a:pt x="10" y="35"/>
                      <a:pt x="11" y="47"/>
                      <a:pt x="20" y="42"/>
                    </a:cubicBezTo>
                    <a:cubicBezTo>
                      <a:pt x="22" y="41"/>
                      <a:pt x="23" y="38"/>
                      <a:pt x="25" y="36"/>
                    </a:cubicBezTo>
                    <a:cubicBezTo>
                      <a:pt x="27" y="35"/>
                      <a:pt x="30" y="35"/>
                      <a:pt x="33" y="33"/>
                    </a:cubicBezTo>
                    <a:cubicBezTo>
                      <a:pt x="36" y="31"/>
                      <a:pt x="40" y="24"/>
                      <a:pt x="39" y="19"/>
                    </a:cubicBezTo>
                    <a:cubicBezTo>
                      <a:pt x="38" y="15"/>
                      <a:pt x="35" y="11"/>
                      <a:pt x="33" y="7"/>
                    </a:cubicBezTo>
                    <a:cubicBezTo>
                      <a:pt x="32" y="5"/>
                      <a:pt x="32" y="2"/>
                      <a:pt x="30" y="1"/>
                    </a:cubicBezTo>
                    <a:cubicBezTo>
                      <a:pt x="29" y="0"/>
                      <a:pt x="27" y="0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4" name="Freeform 342">
                <a:extLst>
                  <a:ext uri="{FF2B5EF4-FFF2-40B4-BE49-F238E27FC236}">
                    <a16:creationId xmlns:a16="http://schemas.microsoft.com/office/drawing/2014/main" id="{73B2E7A7-F114-4427-8AE0-5B2797F61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314"/>
                <a:ext cx="89" cy="79"/>
              </a:xfrm>
              <a:custGeom>
                <a:avLst/>
                <a:gdLst>
                  <a:gd name="T0" fmla="*/ 89 w 55"/>
                  <a:gd name="T1" fmla="*/ 5 h 46"/>
                  <a:gd name="T2" fmla="*/ 191 w 55"/>
                  <a:gd name="T3" fmla="*/ 45 h 46"/>
                  <a:gd name="T4" fmla="*/ 194 w 55"/>
                  <a:gd name="T5" fmla="*/ 79 h 46"/>
                  <a:gd name="T6" fmla="*/ 225 w 55"/>
                  <a:gd name="T7" fmla="*/ 98 h 46"/>
                  <a:gd name="T8" fmla="*/ 217 w 55"/>
                  <a:gd name="T9" fmla="*/ 132 h 46"/>
                  <a:gd name="T10" fmla="*/ 194 w 55"/>
                  <a:gd name="T11" fmla="*/ 172 h 46"/>
                  <a:gd name="T12" fmla="*/ 123 w 55"/>
                  <a:gd name="T13" fmla="*/ 198 h 46"/>
                  <a:gd name="T14" fmla="*/ 118 w 55"/>
                  <a:gd name="T15" fmla="*/ 177 h 46"/>
                  <a:gd name="T16" fmla="*/ 105 w 55"/>
                  <a:gd name="T17" fmla="*/ 192 h 46"/>
                  <a:gd name="T18" fmla="*/ 73 w 55"/>
                  <a:gd name="T19" fmla="*/ 182 h 46"/>
                  <a:gd name="T20" fmla="*/ 68 w 55"/>
                  <a:gd name="T21" fmla="*/ 168 h 46"/>
                  <a:gd name="T22" fmla="*/ 50 w 55"/>
                  <a:gd name="T23" fmla="*/ 161 h 46"/>
                  <a:gd name="T24" fmla="*/ 29 w 55"/>
                  <a:gd name="T25" fmla="*/ 127 h 46"/>
                  <a:gd name="T26" fmla="*/ 21 w 55"/>
                  <a:gd name="T27" fmla="*/ 112 h 46"/>
                  <a:gd name="T28" fmla="*/ 8 w 55"/>
                  <a:gd name="T29" fmla="*/ 86 h 46"/>
                  <a:gd name="T30" fmla="*/ 26 w 55"/>
                  <a:gd name="T31" fmla="*/ 50 h 46"/>
                  <a:gd name="T32" fmla="*/ 89 w 55"/>
                  <a:gd name="T33" fmla="*/ 5 h 46"/>
                  <a:gd name="T34" fmla="*/ 89 w 55"/>
                  <a:gd name="T35" fmla="*/ 5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46">
                    <a:moveTo>
                      <a:pt x="21" y="1"/>
                    </a:moveTo>
                    <a:cubicBezTo>
                      <a:pt x="27" y="0"/>
                      <a:pt x="44" y="1"/>
                      <a:pt x="45" y="9"/>
                    </a:cubicBezTo>
                    <a:cubicBezTo>
                      <a:pt x="45" y="13"/>
                      <a:pt x="42" y="15"/>
                      <a:pt x="46" y="16"/>
                    </a:cubicBezTo>
                    <a:cubicBezTo>
                      <a:pt x="49" y="17"/>
                      <a:pt x="51" y="15"/>
                      <a:pt x="53" y="19"/>
                    </a:cubicBezTo>
                    <a:cubicBezTo>
                      <a:pt x="55" y="22"/>
                      <a:pt x="53" y="24"/>
                      <a:pt x="51" y="26"/>
                    </a:cubicBezTo>
                    <a:cubicBezTo>
                      <a:pt x="48" y="28"/>
                      <a:pt x="47" y="31"/>
                      <a:pt x="46" y="34"/>
                    </a:cubicBezTo>
                    <a:cubicBezTo>
                      <a:pt x="43" y="38"/>
                      <a:pt x="35" y="46"/>
                      <a:pt x="29" y="39"/>
                    </a:cubicBezTo>
                    <a:cubicBezTo>
                      <a:pt x="28" y="38"/>
                      <a:pt x="29" y="35"/>
                      <a:pt x="28" y="35"/>
                    </a:cubicBezTo>
                    <a:cubicBezTo>
                      <a:pt x="26" y="34"/>
                      <a:pt x="26" y="37"/>
                      <a:pt x="25" y="38"/>
                    </a:cubicBezTo>
                    <a:cubicBezTo>
                      <a:pt x="22" y="40"/>
                      <a:pt x="19" y="40"/>
                      <a:pt x="17" y="36"/>
                    </a:cubicBezTo>
                    <a:cubicBezTo>
                      <a:pt x="16" y="35"/>
                      <a:pt x="18" y="34"/>
                      <a:pt x="16" y="33"/>
                    </a:cubicBezTo>
                    <a:cubicBezTo>
                      <a:pt x="15" y="32"/>
                      <a:pt x="13" y="32"/>
                      <a:pt x="12" y="32"/>
                    </a:cubicBezTo>
                    <a:cubicBezTo>
                      <a:pt x="7" y="30"/>
                      <a:pt x="8" y="29"/>
                      <a:pt x="7" y="25"/>
                    </a:cubicBezTo>
                    <a:cubicBezTo>
                      <a:pt x="7" y="23"/>
                      <a:pt x="7" y="24"/>
                      <a:pt x="5" y="22"/>
                    </a:cubicBezTo>
                    <a:cubicBezTo>
                      <a:pt x="4" y="20"/>
                      <a:pt x="2" y="19"/>
                      <a:pt x="2" y="17"/>
                    </a:cubicBezTo>
                    <a:cubicBezTo>
                      <a:pt x="0" y="13"/>
                      <a:pt x="3" y="12"/>
                      <a:pt x="6" y="10"/>
                    </a:cubicBezTo>
                    <a:cubicBezTo>
                      <a:pt x="12" y="8"/>
                      <a:pt x="15" y="3"/>
                      <a:pt x="21" y="1"/>
                    </a:cubicBezTo>
                    <a:cubicBezTo>
                      <a:pt x="22" y="1"/>
                      <a:pt x="21" y="2"/>
                      <a:pt x="21" y="1"/>
                    </a:cubicBezTo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5" name="Freeform 343">
                <a:extLst>
                  <a:ext uri="{FF2B5EF4-FFF2-40B4-BE49-F238E27FC236}">
                    <a16:creationId xmlns:a16="http://schemas.microsoft.com/office/drawing/2014/main" id="{29DAA46A-29DA-4460-9DAC-59D5E5235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353"/>
                <a:ext cx="29" cy="26"/>
              </a:xfrm>
              <a:custGeom>
                <a:avLst/>
                <a:gdLst>
                  <a:gd name="T0" fmla="*/ 5 w 18"/>
                  <a:gd name="T1" fmla="*/ 0 h 15"/>
                  <a:gd name="T2" fmla="*/ 13 w 18"/>
                  <a:gd name="T3" fmla="*/ 36 h 15"/>
                  <a:gd name="T4" fmla="*/ 42 w 18"/>
                  <a:gd name="T5" fmla="*/ 50 h 15"/>
                  <a:gd name="T6" fmla="*/ 60 w 18"/>
                  <a:gd name="T7" fmla="*/ 73 h 15"/>
                  <a:gd name="T8" fmla="*/ 76 w 18"/>
                  <a:gd name="T9" fmla="*/ 49 h 15"/>
                  <a:gd name="T10" fmla="*/ 60 w 18"/>
                  <a:gd name="T11" fmla="*/ 49 h 15"/>
                  <a:gd name="T12" fmla="*/ 47 w 18"/>
                  <a:gd name="T13" fmla="*/ 16 h 15"/>
                  <a:gd name="T14" fmla="*/ 21 w 18"/>
                  <a:gd name="T15" fmla="*/ 16 h 15"/>
                  <a:gd name="T16" fmla="*/ 5 w 18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5">
                    <a:moveTo>
                      <a:pt x="1" y="0"/>
                    </a:moveTo>
                    <a:cubicBezTo>
                      <a:pt x="2" y="3"/>
                      <a:pt x="0" y="5"/>
                      <a:pt x="3" y="7"/>
                    </a:cubicBezTo>
                    <a:cubicBezTo>
                      <a:pt x="6" y="8"/>
                      <a:pt x="9" y="8"/>
                      <a:pt x="10" y="10"/>
                    </a:cubicBezTo>
                    <a:cubicBezTo>
                      <a:pt x="11" y="12"/>
                      <a:pt x="11" y="15"/>
                      <a:pt x="14" y="14"/>
                    </a:cubicBezTo>
                    <a:cubicBezTo>
                      <a:pt x="17" y="14"/>
                      <a:pt x="16" y="11"/>
                      <a:pt x="18" y="9"/>
                    </a:cubicBezTo>
                    <a:cubicBezTo>
                      <a:pt x="17" y="9"/>
                      <a:pt x="16" y="11"/>
                      <a:pt x="14" y="9"/>
                    </a:cubicBezTo>
                    <a:cubicBezTo>
                      <a:pt x="12" y="8"/>
                      <a:pt x="13" y="5"/>
                      <a:pt x="11" y="3"/>
                    </a:cubicBezTo>
                    <a:cubicBezTo>
                      <a:pt x="9" y="2"/>
                      <a:pt x="7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6" name="Freeform 344">
                <a:extLst>
                  <a:ext uri="{FF2B5EF4-FFF2-40B4-BE49-F238E27FC236}">
                    <a16:creationId xmlns:a16="http://schemas.microsoft.com/office/drawing/2014/main" id="{18CE6A53-7566-4002-8432-A6B12A3DF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345"/>
                <a:ext cx="35" cy="39"/>
              </a:xfrm>
              <a:custGeom>
                <a:avLst/>
                <a:gdLst>
                  <a:gd name="T0" fmla="*/ 0 w 22"/>
                  <a:gd name="T1" fmla="*/ 98 h 23"/>
                  <a:gd name="T2" fmla="*/ 33 w 22"/>
                  <a:gd name="T3" fmla="*/ 98 h 23"/>
                  <a:gd name="T4" fmla="*/ 56 w 22"/>
                  <a:gd name="T5" fmla="*/ 58 h 23"/>
                  <a:gd name="T6" fmla="*/ 68 w 22"/>
                  <a:gd name="T7" fmla="*/ 41 h 23"/>
                  <a:gd name="T8" fmla="*/ 84 w 22"/>
                  <a:gd name="T9" fmla="*/ 24 h 23"/>
                  <a:gd name="T10" fmla="*/ 73 w 22"/>
                  <a:gd name="T11" fmla="*/ 0 h 23"/>
                  <a:gd name="T12" fmla="*/ 64 w 22"/>
                  <a:gd name="T13" fmla="*/ 29 h 23"/>
                  <a:gd name="T14" fmla="*/ 40 w 22"/>
                  <a:gd name="T15" fmla="*/ 58 h 23"/>
                  <a:gd name="T16" fmla="*/ 25 w 22"/>
                  <a:gd name="T17" fmla="*/ 98 h 23"/>
                  <a:gd name="T18" fmla="*/ 0 w 22"/>
                  <a:gd name="T19" fmla="*/ 103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0" y="20"/>
                    </a:moveTo>
                    <a:cubicBezTo>
                      <a:pt x="0" y="23"/>
                      <a:pt x="6" y="22"/>
                      <a:pt x="8" y="20"/>
                    </a:cubicBezTo>
                    <a:cubicBezTo>
                      <a:pt x="11" y="18"/>
                      <a:pt x="12" y="15"/>
                      <a:pt x="14" y="12"/>
                    </a:cubicBezTo>
                    <a:cubicBezTo>
                      <a:pt x="15" y="11"/>
                      <a:pt x="16" y="10"/>
                      <a:pt x="17" y="8"/>
                    </a:cubicBezTo>
                    <a:cubicBezTo>
                      <a:pt x="18" y="7"/>
                      <a:pt x="20" y="6"/>
                      <a:pt x="21" y="5"/>
                    </a:cubicBezTo>
                    <a:cubicBezTo>
                      <a:pt x="22" y="1"/>
                      <a:pt x="20" y="1"/>
                      <a:pt x="18" y="0"/>
                    </a:cubicBezTo>
                    <a:cubicBezTo>
                      <a:pt x="21" y="1"/>
                      <a:pt x="18" y="4"/>
                      <a:pt x="16" y="6"/>
                    </a:cubicBezTo>
                    <a:cubicBezTo>
                      <a:pt x="13" y="8"/>
                      <a:pt x="11" y="9"/>
                      <a:pt x="10" y="12"/>
                    </a:cubicBezTo>
                    <a:cubicBezTo>
                      <a:pt x="9" y="15"/>
                      <a:pt x="8" y="18"/>
                      <a:pt x="6" y="20"/>
                    </a:cubicBezTo>
                    <a:cubicBezTo>
                      <a:pt x="4" y="21"/>
                      <a:pt x="2" y="21"/>
                      <a:pt x="0" y="21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7" name="Freeform 345">
                <a:extLst>
                  <a:ext uri="{FF2B5EF4-FFF2-40B4-BE49-F238E27FC236}">
                    <a16:creationId xmlns:a16="http://schemas.microsoft.com/office/drawing/2014/main" id="{6CFFC3AF-4DF5-4E1A-BD55-1FF0C6024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319"/>
                <a:ext cx="23" cy="17"/>
              </a:xfrm>
              <a:custGeom>
                <a:avLst/>
                <a:gdLst>
                  <a:gd name="T0" fmla="*/ 13 w 14"/>
                  <a:gd name="T1" fmla="*/ 0 h 10"/>
                  <a:gd name="T2" fmla="*/ 49 w 14"/>
                  <a:gd name="T3" fmla="*/ 49 h 10"/>
                  <a:gd name="T4" fmla="*/ 35 w 14"/>
                  <a:gd name="T5" fmla="*/ 15 h 10"/>
                  <a:gd name="T6" fmla="*/ 20 w 14"/>
                  <a:gd name="T7" fmla="*/ 9 h 10"/>
                  <a:gd name="T8" fmla="*/ 13 w 14"/>
                  <a:gd name="T9" fmla="*/ 0 h 10"/>
                  <a:gd name="T10" fmla="*/ 0 w 14"/>
                  <a:gd name="T11" fmla="*/ 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3" y="0"/>
                    </a:moveTo>
                    <a:cubicBezTo>
                      <a:pt x="9" y="0"/>
                      <a:pt x="14" y="4"/>
                      <a:pt x="11" y="10"/>
                    </a:cubicBezTo>
                    <a:cubicBezTo>
                      <a:pt x="12" y="7"/>
                      <a:pt x="11" y="4"/>
                      <a:pt x="8" y="3"/>
                    </a:cubicBezTo>
                    <a:cubicBezTo>
                      <a:pt x="7" y="2"/>
                      <a:pt x="6" y="2"/>
                      <a:pt x="4" y="2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8" name="Freeform 346">
                <a:extLst>
                  <a:ext uri="{FF2B5EF4-FFF2-40B4-BE49-F238E27FC236}">
                    <a16:creationId xmlns:a16="http://schemas.microsoft.com/office/drawing/2014/main" id="{47D87941-DEBF-4A15-8C55-FEE1B3FF1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331"/>
                <a:ext cx="28" cy="22"/>
              </a:xfrm>
              <a:custGeom>
                <a:avLst/>
                <a:gdLst>
                  <a:gd name="T0" fmla="*/ 0 w 17"/>
                  <a:gd name="T1" fmla="*/ 29 h 13"/>
                  <a:gd name="T2" fmla="*/ 49 w 17"/>
                  <a:gd name="T3" fmla="*/ 24 h 13"/>
                  <a:gd name="T4" fmla="*/ 71 w 17"/>
                  <a:gd name="T5" fmla="*/ 63 h 13"/>
                  <a:gd name="T6" fmla="*/ 71 w 17"/>
                  <a:gd name="T7" fmla="*/ 20 h 13"/>
                  <a:gd name="T8" fmla="*/ 43 w 17"/>
                  <a:gd name="T9" fmla="*/ 8 h 13"/>
                  <a:gd name="T10" fmla="*/ 20 w 17"/>
                  <a:gd name="T11" fmla="*/ 20 h 13"/>
                  <a:gd name="T12" fmla="*/ 5 w 17"/>
                  <a:gd name="T13" fmla="*/ 2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0" y="6"/>
                    </a:moveTo>
                    <a:cubicBezTo>
                      <a:pt x="3" y="8"/>
                      <a:pt x="7" y="4"/>
                      <a:pt x="11" y="5"/>
                    </a:cubicBezTo>
                    <a:cubicBezTo>
                      <a:pt x="13" y="6"/>
                      <a:pt x="16" y="11"/>
                      <a:pt x="16" y="13"/>
                    </a:cubicBezTo>
                    <a:cubicBezTo>
                      <a:pt x="16" y="10"/>
                      <a:pt x="17" y="6"/>
                      <a:pt x="16" y="4"/>
                    </a:cubicBezTo>
                    <a:cubicBezTo>
                      <a:pt x="14" y="0"/>
                      <a:pt x="13" y="1"/>
                      <a:pt x="10" y="2"/>
                    </a:cubicBezTo>
                    <a:cubicBezTo>
                      <a:pt x="8" y="2"/>
                      <a:pt x="7" y="4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9" name="Freeform 347">
                <a:extLst>
                  <a:ext uri="{FF2B5EF4-FFF2-40B4-BE49-F238E27FC236}">
                    <a16:creationId xmlns:a16="http://schemas.microsoft.com/office/drawing/2014/main" id="{BBF33F5C-10B0-47A5-AB16-D69F8AC37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375"/>
                <a:ext cx="16" cy="9"/>
              </a:xfrm>
              <a:custGeom>
                <a:avLst/>
                <a:gdLst>
                  <a:gd name="T0" fmla="*/ 5 w 10"/>
                  <a:gd name="T1" fmla="*/ 7 h 5"/>
                  <a:gd name="T2" fmla="*/ 42 w 10"/>
                  <a:gd name="T3" fmla="*/ 13 h 5"/>
                  <a:gd name="T4" fmla="*/ 16 w 10"/>
                  <a:gd name="T5" fmla="*/ 13 h 5"/>
                  <a:gd name="T6" fmla="*/ 0 w 1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1" y="1"/>
                    </a:moveTo>
                    <a:cubicBezTo>
                      <a:pt x="2" y="4"/>
                      <a:pt x="8" y="5"/>
                      <a:pt x="10" y="2"/>
                    </a:cubicBezTo>
                    <a:cubicBezTo>
                      <a:pt x="8" y="3"/>
                      <a:pt x="7" y="4"/>
                      <a:pt x="4" y="2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0" name="Freeform 348">
                <a:extLst>
                  <a:ext uri="{FF2B5EF4-FFF2-40B4-BE49-F238E27FC236}">
                    <a16:creationId xmlns:a16="http://schemas.microsoft.com/office/drawing/2014/main" id="{AED9BD0A-52C6-4AFF-97CE-B4899B307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363"/>
                <a:ext cx="15" cy="12"/>
              </a:xfrm>
              <a:custGeom>
                <a:avLst/>
                <a:gdLst>
                  <a:gd name="T0" fmla="*/ 0 w 9"/>
                  <a:gd name="T1" fmla="*/ 0 h 7"/>
                  <a:gd name="T2" fmla="*/ 33 w 9"/>
                  <a:gd name="T3" fmla="*/ 21 h 7"/>
                  <a:gd name="T4" fmla="*/ 42 w 9"/>
                  <a:gd name="T5" fmla="*/ 36 h 7"/>
                  <a:gd name="T6" fmla="*/ 37 w 9"/>
                  <a:gd name="T7" fmla="*/ 9 h 7"/>
                  <a:gd name="T8" fmla="*/ 22 w 9"/>
                  <a:gd name="T9" fmla="*/ 5 h 7"/>
                  <a:gd name="T10" fmla="*/ 0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0" y="2"/>
                      <a:pt x="6" y="2"/>
                      <a:pt x="7" y="4"/>
                    </a:cubicBezTo>
                    <a:cubicBezTo>
                      <a:pt x="8" y="5"/>
                      <a:pt x="8" y="7"/>
                      <a:pt x="9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1" name="Freeform 349">
                <a:extLst>
                  <a:ext uri="{FF2B5EF4-FFF2-40B4-BE49-F238E27FC236}">
                    <a16:creationId xmlns:a16="http://schemas.microsoft.com/office/drawing/2014/main" id="{655D1643-7249-4F2E-ACC0-25D532717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322"/>
                <a:ext cx="7" cy="16"/>
              </a:xfrm>
              <a:custGeom>
                <a:avLst/>
                <a:gdLst>
                  <a:gd name="T0" fmla="*/ 0 w 4"/>
                  <a:gd name="T1" fmla="*/ 0 h 9"/>
                  <a:gd name="T2" fmla="*/ 12 w 4"/>
                  <a:gd name="T3" fmla="*/ 50 h 9"/>
                  <a:gd name="T4" fmla="*/ 0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4" y="0"/>
                      <a:pt x="4" y="7"/>
                      <a:pt x="2" y="9"/>
                    </a:cubicBezTo>
                    <a:cubicBezTo>
                      <a:pt x="2" y="7"/>
                      <a:pt x="3" y="0"/>
                      <a:pt x="0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2" name="Freeform 350">
                <a:extLst>
                  <a:ext uri="{FF2B5EF4-FFF2-40B4-BE49-F238E27FC236}">
                    <a16:creationId xmlns:a16="http://schemas.microsoft.com/office/drawing/2014/main" id="{A4DBAA0E-5107-41B0-ADE1-BCF65564E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315"/>
                <a:ext cx="32" cy="18"/>
              </a:xfrm>
              <a:custGeom>
                <a:avLst/>
                <a:gdLst>
                  <a:gd name="T0" fmla="*/ 0 w 20"/>
                  <a:gd name="T1" fmla="*/ 58 h 10"/>
                  <a:gd name="T2" fmla="*/ 35 w 20"/>
                  <a:gd name="T3" fmla="*/ 16 h 10"/>
                  <a:gd name="T4" fmla="*/ 82 w 20"/>
                  <a:gd name="T5" fmla="*/ 7 h 10"/>
                  <a:gd name="T6" fmla="*/ 54 w 20"/>
                  <a:gd name="T7" fmla="*/ 13 h 10"/>
                  <a:gd name="T8" fmla="*/ 35 w 20"/>
                  <a:gd name="T9" fmla="*/ 29 h 10"/>
                  <a:gd name="T10" fmla="*/ 21 w 20"/>
                  <a:gd name="T11" fmla="*/ 41 h 10"/>
                  <a:gd name="T12" fmla="*/ 0 w 20"/>
                  <a:gd name="T13" fmla="*/ 5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0" y="10"/>
                    </a:moveTo>
                    <a:cubicBezTo>
                      <a:pt x="4" y="8"/>
                      <a:pt x="6" y="5"/>
                      <a:pt x="9" y="3"/>
                    </a:cubicBezTo>
                    <a:cubicBezTo>
                      <a:pt x="11" y="2"/>
                      <a:pt x="17" y="0"/>
                      <a:pt x="20" y="1"/>
                    </a:cubicBezTo>
                    <a:cubicBezTo>
                      <a:pt x="18" y="2"/>
                      <a:pt x="15" y="2"/>
                      <a:pt x="13" y="2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3" y="8"/>
                      <a:pt x="2" y="8"/>
                      <a:pt x="0" y="10"/>
                    </a:cubicBezTo>
                  </a:path>
                </a:pathLst>
              </a:custGeom>
              <a:solidFill>
                <a:srgbClr val="F7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3" name="Freeform 351">
                <a:extLst>
                  <a:ext uri="{FF2B5EF4-FFF2-40B4-BE49-F238E27FC236}">
                    <a16:creationId xmlns:a16="http://schemas.microsoft.com/office/drawing/2014/main" id="{A97D9F96-785B-4103-AFB4-03D699CCF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339"/>
                <a:ext cx="17" cy="11"/>
              </a:xfrm>
              <a:custGeom>
                <a:avLst/>
                <a:gdLst>
                  <a:gd name="T0" fmla="*/ 0 w 11"/>
                  <a:gd name="T1" fmla="*/ 24 h 6"/>
                  <a:gd name="T2" fmla="*/ 40 w 11"/>
                  <a:gd name="T3" fmla="*/ 37 h 6"/>
                  <a:gd name="T4" fmla="*/ 26 w 11"/>
                  <a:gd name="T5" fmla="*/ 24 h 6"/>
                  <a:gd name="T6" fmla="*/ 8 w 11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0" y="4"/>
                    </a:moveTo>
                    <a:cubicBezTo>
                      <a:pt x="3" y="4"/>
                      <a:pt x="11" y="0"/>
                      <a:pt x="11" y="6"/>
                    </a:cubicBezTo>
                    <a:cubicBezTo>
                      <a:pt x="10" y="4"/>
                      <a:pt x="8" y="4"/>
                      <a:pt x="7" y="4"/>
                    </a:cubicBezTo>
                    <a:cubicBezTo>
                      <a:pt x="5" y="4"/>
                      <a:pt x="4" y="4"/>
                      <a:pt x="2" y="3"/>
                    </a:cubicBezTo>
                  </a:path>
                </a:pathLst>
              </a:custGeom>
              <a:solidFill>
                <a:srgbClr val="F7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4" name="Freeform 352">
                <a:extLst>
                  <a:ext uri="{FF2B5EF4-FFF2-40B4-BE49-F238E27FC236}">
                    <a16:creationId xmlns:a16="http://schemas.microsoft.com/office/drawing/2014/main" id="{3519923A-52AE-4B0A-910D-8B38E4D47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331"/>
                <a:ext cx="11" cy="14"/>
              </a:xfrm>
              <a:custGeom>
                <a:avLst/>
                <a:gdLst>
                  <a:gd name="T0" fmla="*/ 0 w 7"/>
                  <a:gd name="T1" fmla="*/ 7 h 8"/>
                  <a:gd name="T2" fmla="*/ 13 w 7"/>
                  <a:gd name="T3" fmla="*/ 21 h 8"/>
                  <a:gd name="T4" fmla="*/ 20 w 7"/>
                  <a:gd name="T5" fmla="*/ 33 h 8"/>
                  <a:gd name="T6" fmla="*/ 27 w 7"/>
                  <a:gd name="T7" fmla="*/ 37 h 8"/>
                  <a:gd name="T8" fmla="*/ 8 w 7"/>
                  <a:gd name="T9" fmla="*/ 28 h 8"/>
                  <a:gd name="T10" fmla="*/ 0 w 7"/>
                  <a:gd name="T11" fmla="*/ 12 h 8"/>
                  <a:gd name="T12" fmla="*/ 0 w 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1" y="2"/>
                      <a:pt x="2" y="3"/>
                      <a:pt x="3" y="4"/>
                    </a:cubicBezTo>
                    <a:cubicBezTo>
                      <a:pt x="4" y="5"/>
                      <a:pt x="4" y="6"/>
                      <a:pt x="5" y="6"/>
                    </a:cubicBezTo>
                    <a:cubicBezTo>
                      <a:pt x="6" y="7"/>
                      <a:pt x="7" y="6"/>
                      <a:pt x="7" y="7"/>
                    </a:cubicBezTo>
                    <a:cubicBezTo>
                      <a:pt x="4" y="8"/>
                      <a:pt x="4" y="7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0" y="0"/>
                    </a:cubicBezTo>
                  </a:path>
                </a:pathLst>
              </a:custGeom>
              <a:solidFill>
                <a:srgbClr val="F7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5" name="Freeform 353">
                <a:extLst>
                  <a:ext uri="{FF2B5EF4-FFF2-40B4-BE49-F238E27FC236}">
                    <a16:creationId xmlns:a16="http://schemas.microsoft.com/office/drawing/2014/main" id="{53B3A792-1DFE-461B-BD18-5ADD6D009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314"/>
                <a:ext cx="89" cy="79"/>
              </a:xfrm>
              <a:custGeom>
                <a:avLst/>
                <a:gdLst>
                  <a:gd name="T0" fmla="*/ 89 w 55"/>
                  <a:gd name="T1" fmla="*/ 5 h 46"/>
                  <a:gd name="T2" fmla="*/ 191 w 55"/>
                  <a:gd name="T3" fmla="*/ 45 h 46"/>
                  <a:gd name="T4" fmla="*/ 194 w 55"/>
                  <a:gd name="T5" fmla="*/ 79 h 46"/>
                  <a:gd name="T6" fmla="*/ 225 w 55"/>
                  <a:gd name="T7" fmla="*/ 98 h 46"/>
                  <a:gd name="T8" fmla="*/ 217 w 55"/>
                  <a:gd name="T9" fmla="*/ 132 h 46"/>
                  <a:gd name="T10" fmla="*/ 194 w 55"/>
                  <a:gd name="T11" fmla="*/ 172 h 46"/>
                  <a:gd name="T12" fmla="*/ 123 w 55"/>
                  <a:gd name="T13" fmla="*/ 198 h 46"/>
                  <a:gd name="T14" fmla="*/ 118 w 55"/>
                  <a:gd name="T15" fmla="*/ 177 h 46"/>
                  <a:gd name="T16" fmla="*/ 105 w 55"/>
                  <a:gd name="T17" fmla="*/ 192 h 46"/>
                  <a:gd name="T18" fmla="*/ 73 w 55"/>
                  <a:gd name="T19" fmla="*/ 182 h 46"/>
                  <a:gd name="T20" fmla="*/ 68 w 55"/>
                  <a:gd name="T21" fmla="*/ 168 h 46"/>
                  <a:gd name="T22" fmla="*/ 50 w 55"/>
                  <a:gd name="T23" fmla="*/ 161 h 46"/>
                  <a:gd name="T24" fmla="*/ 29 w 55"/>
                  <a:gd name="T25" fmla="*/ 127 h 46"/>
                  <a:gd name="T26" fmla="*/ 21 w 55"/>
                  <a:gd name="T27" fmla="*/ 112 h 46"/>
                  <a:gd name="T28" fmla="*/ 8 w 55"/>
                  <a:gd name="T29" fmla="*/ 86 h 46"/>
                  <a:gd name="T30" fmla="*/ 26 w 55"/>
                  <a:gd name="T31" fmla="*/ 50 h 46"/>
                  <a:gd name="T32" fmla="*/ 89 w 55"/>
                  <a:gd name="T33" fmla="*/ 5 h 46"/>
                  <a:gd name="T34" fmla="*/ 89 w 55"/>
                  <a:gd name="T35" fmla="*/ 5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46">
                    <a:moveTo>
                      <a:pt x="21" y="1"/>
                    </a:moveTo>
                    <a:cubicBezTo>
                      <a:pt x="27" y="0"/>
                      <a:pt x="44" y="1"/>
                      <a:pt x="45" y="9"/>
                    </a:cubicBezTo>
                    <a:cubicBezTo>
                      <a:pt x="45" y="13"/>
                      <a:pt x="42" y="15"/>
                      <a:pt x="46" y="16"/>
                    </a:cubicBezTo>
                    <a:cubicBezTo>
                      <a:pt x="49" y="17"/>
                      <a:pt x="51" y="15"/>
                      <a:pt x="53" y="19"/>
                    </a:cubicBezTo>
                    <a:cubicBezTo>
                      <a:pt x="55" y="22"/>
                      <a:pt x="53" y="24"/>
                      <a:pt x="51" y="26"/>
                    </a:cubicBezTo>
                    <a:cubicBezTo>
                      <a:pt x="48" y="28"/>
                      <a:pt x="47" y="31"/>
                      <a:pt x="46" y="34"/>
                    </a:cubicBezTo>
                    <a:cubicBezTo>
                      <a:pt x="43" y="38"/>
                      <a:pt x="35" y="46"/>
                      <a:pt x="29" y="39"/>
                    </a:cubicBezTo>
                    <a:cubicBezTo>
                      <a:pt x="28" y="38"/>
                      <a:pt x="29" y="35"/>
                      <a:pt x="28" y="35"/>
                    </a:cubicBezTo>
                    <a:cubicBezTo>
                      <a:pt x="26" y="34"/>
                      <a:pt x="26" y="37"/>
                      <a:pt x="25" y="38"/>
                    </a:cubicBezTo>
                    <a:cubicBezTo>
                      <a:pt x="22" y="40"/>
                      <a:pt x="19" y="40"/>
                      <a:pt x="17" y="36"/>
                    </a:cubicBezTo>
                    <a:cubicBezTo>
                      <a:pt x="16" y="35"/>
                      <a:pt x="18" y="34"/>
                      <a:pt x="16" y="33"/>
                    </a:cubicBezTo>
                    <a:cubicBezTo>
                      <a:pt x="15" y="32"/>
                      <a:pt x="13" y="32"/>
                      <a:pt x="12" y="32"/>
                    </a:cubicBezTo>
                    <a:cubicBezTo>
                      <a:pt x="7" y="30"/>
                      <a:pt x="8" y="29"/>
                      <a:pt x="7" y="25"/>
                    </a:cubicBezTo>
                    <a:cubicBezTo>
                      <a:pt x="7" y="23"/>
                      <a:pt x="7" y="24"/>
                      <a:pt x="5" y="22"/>
                    </a:cubicBezTo>
                    <a:cubicBezTo>
                      <a:pt x="4" y="20"/>
                      <a:pt x="2" y="19"/>
                      <a:pt x="2" y="17"/>
                    </a:cubicBezTo>
                    <a:cubicBezTo>
                      <a:pt x="0" y="13"/>
                      <a:pt x="3" y="12"/>
                      <a:pt x="6" y="10"/>
                    </a:cubicBezTo>
                    <a:cubicBezTo>
                      <a:pt x="12" y="8"/>
                      <a:pt x="15" y="3"/>
                      <a:pt x="21" y="1"/>
                    </a:cubicBezTo>
                    <a:cubicBezTo>
                      <a:pt x="22" y="1"/>
                      <a:pt x="21" y="2"/>
                      <a:pt x="21" y="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6" name="Freeform 354">
                <a:extLst>
                  <a:ext uri="{FF2B5EF4-FFF2-40B4-BE49-F238E27FC236}">
                    <a16:creationId xmlns:a16="http://schemas.microsoft.com/office/drawing/2014/main" id="{E9C53AB9-4FB6-4C3C-AE15-6D9A47ADC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329"/>
                <a:ext cx="5" cy="10"/>
              </a:xfrm>
              <a:custGeom>
                <a:avLst/>
                <a:gdLst>
                  <a:gd name="T0" fmla="*/ 0 w 3"/>
                  <a:gd name="T1" fmla="*/ 0 h 6"/>
                  <a:gd name="T2" fmla="*/ 13 w 3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3"/>
                      <a:pt x="0" y="4"/>
                      <a:pt x="3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7" name="Freeform 355">
                <a:extLst>
                  <a:ext uri="{FF2B5EF4-FFF2-40B4-BE49-F238E27FC236}">
                    <a16:creationId xmlns:a16="http://schemas.microsoft.com/office/drawing/2014/main" id="{660894A2-4814-4961-8419-062272E4D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2339"/>
                <a:ext cx="27" cy="14"/>
              </a:xfrm>
              <a:custGeom>
                <a:avLst/>
                <a:gdLst>
                  <a:gd name="T0" fmla="*/ 0 w 17"/>
                  <a:gd name="T1" fmla="*/ 12 h 8"/>
                  <a:gd name="T2" fmla="*/ 40 w 17"/>
                  <a:gd name="T3" fmla="*/ 0 h 8"/>
                  <a:gd name="T4" fmla="*/ 68 w 17"/>
                  <a:gd name="T5" fmla="*/ 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0" y="2"/>
                    </a:moveTo>
                    <a:cubicBezTo>
                      <a:pt x="5" y="4"/>
                      <a:pt x="6" y="0"/>
                      <a:pt x="10" y="0"/>
                    </a:cubicBezTo>
                    <a:cubicBezTo>
                      <a:pt x="14" y="1"/>
                      <a:pt x="17" y="5"/>
                      <a:pt x="17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8" name="Freeform 356">
                <a:extLst>
                  <a:ext uri="{FF2B5EF4-FFF2-40B4-BE49-F238E27FC236}">
                    <a16:creationId xmlns:a16="http://schemas.microsoft.com/office/drawing/2014/main" id="{BBA7584A-E1A1-4281-B3F7-E4FF1920C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374"/>
                <a:ext cx="8" cy="3"/>
              </a:xfrm>
              <a:custGeom>
                <a:avLst/>
                <a:gdLst>
                  <a:gd name="T0" fmla="*/ 0 w 5"/>
                  <a:gd name="T1" fmla="*/ 0 h 2"/>
                  <a:gd name="T2" fmla="*/ 21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1"/>
                      <a:pt x="5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9" name="Freeform 357">
                <a:extLst>
                  <a:ext uri="{FF2B5EF4-FFF2-40B4-BE49-F238E27FC236}">
                    <a16:creationId xmlns:a16="http://schemas.microsoft.com/office/drawing/2014/main" id="{A26EC057-A3EC-4509-995B-807A31ECB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350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0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0" name="Freeform 358">
                <a:extLst>
                  <a:ext uri="{FF2B5EF4-FFF2-40B4-BE49-F238E27FC236}">
                    <a16:creationId xmlns:a16="http://schemas.microsoft.com/office/drawing/2014/main" id="{0C869EEF-9CDE-4868-AA78-4E1E8403F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27"/>
                <a:ext cx="4" cy="7"/>
              </a:xfrm>
              <a:custGeom>
                <a:avLst/>
                <a:gdLst>
                  <a:gd name="T0" fmla="*/ 8 w 2"/>
                  <a:gd name="T1" fmla="*/ 7 h 4"/>
                  <a:gd name="T2" fmla="*/ 16 w 2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0" y="0"/>
                      <a:pt x="0" y="4"/>
                      <a:pt x="2" y="2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1" name="Freeform 359">
                <a:extLst>
                  <a:ext uri="{FF2B5EF4-FFF2-40B4-BE49-F238E27FC236}">
                    <a16:creationId xmlns:a16="http://schemas.microsoft.com/office/drawing/2014/main" id="{73E6A3DD-BF41-4DBF-88C2-8F924D454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341"/>
                <a:ext cx="4" cy="5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13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1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2" name="Freeform 360">
                <a:extLst>
                  <a:ext uri="{FF2B5EF4-FFF2-40B4-BE49-F238E27FC236}">
                    <a16:creationId xmlns:a16="http://schemas.microsoft.com/office/drawing/2014/main" id="{3D28DEF3-85C7-48DD-8A1B-687308F21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37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3" name="Freeform 361">
                <a:extLst>
                  <a:ext uri="{FF2B5EF4-FFF2-40B4-BE49-F238E27FC236}">
                    <a16:creationId xmlns:a16="http://schemas.microsoft.com/office/drawing/2014/main" id="{9883CC8D-1E0C-4D82-9C69-4DC5EEE08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291"/>
                <a:ext cx="5" cy="14"/>
              </a:xfrm>
              <a:custGeom>
                <a:avLst/>
                <a:gdLst>
                  <a:gd name="T0" fmla="*/ 5 w 3"/>
                  <a:gd name="T1" fmla="*/ 7 h 8"/>
                  <a:gd name="T2" fmla="*/ 5 w 3"/>
                  <a:gd name="T3" fmla="*/ 21 h 8"/>
                  <a:gd name="T4" fmla="*/ 5 w 3"/>
                  <a:gd name="T5" fmla="*/ 44 h 8"/>
                  <a:gd name="T6" fmla="*/ 13 w 3"/>
                  <a:gd name="T7" fmla="*/ 16 h 8"/>
                  <a:gd name="T8" fmla="*/ 0 w 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8">
                    <a:moveTo>
                      <a:pt x="1" y="1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2" y="7"/>
                      <a:pt x="3" y="4"/>
                      <a:pt x="3" y="3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4" name="Freeform 362">
                <a:extLst>
                  <a:ext uri="{FF2B5EF4-FFF2-40B4-BE49-F238E27FC236}">
                    <a16:creationId xmlns:a16="http://schemas.microsoft.com/office/drawing/2014/main" id="{9F085EAA-0625-49CF-82C5-FFE6CD9C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290"/>
                <a:ext cx="4" cy="17"/>
              </a:xfrm>
              <a:custGeom>
                <a:avLst/>
                <a:gdLst>
                  <a:gd name="T0" fmla="*/ 8 w 2"/>
                  <a:gd name="T1" fmla="*/ 49 h 10"/>
                  <a:gd name="T2" fmla="*/ 0 w 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1" y="10"/>
                    </a:moveTo>
                    <a:cubicBezTo>
                      <a:pt x="2" y="6"/>
                      <a:pt x="2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5" name="Freeform 363">
                <a:extLst>
                  <a:ext uri="{FF2B5EF4-FFF2-40B4-BE49-F238E27FC236}">
                    <a16:creationId xmlns:a16="http://schemas.microsoft.com/office/drawing/2014/main" id="{1193CAB7-9E4A-44FC-B48F-FA59F0DC0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303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0 w 2"/>
                  <a:gd name="T3" fmla="*/ 0 h 1"/>
                  <a:gd name="T4" fmla="*/ 16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6" name="Freeform 364">
                <a:extLst>
                  <a:ext uri="{FF2B5EF4-FFF2-40B4-BE49-F238E27FC236}">
                    <a16:creationId xmlns:a16="http://schemas.microsoft.com/office/drawing/2014/main" id="{02250E06-0B28-4C8D-A360-B1C03A7B0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290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7" name="Freeform 365">
                <a:extLst>
                  <a:ext uri="{FF2B5EF4-FFF2-40B4-BE49-F238E27FC236}">
                    <a16:creationId xmlns:a16="http://schemas.microsoft.com/office/drawing/2014/main" id="{60B9E099-4362-4C45-A010-36770F686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286"/>
                <a:ext cx="9" cy="10"/>
              </a:xfrm>
              <a:custGeom>
                <a:avLst/>
                <a:gdLst>
                  <a:gd name="T0" fmla="*/ 0 w 6"/>
                  <a:gd name="T1" fmla="*/ 28 h 6"/>
                  <a:gd name="T2" fmla="*/ 21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4"/>
                      <a:pt x="5" y="3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8" name="Freeform 366">
                <a:extLst>
                  <a:ext uri="{FF2B5EF4-FFF2-40B4-BE49-F238E27FC236}">
                    <a16:creationId xmlns:a16="http://schemas.microsoft.com/office/drawing/2014/main" id="{CB53D0D1-8E30-44F3-9E06-B9DDF66DC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293"/>
                <a:ext cx="18" cy="24"/>
              </a:xfrm>
              <a:custGeom>
                <a:avLst/>
                <a:gdLst>
                  <a:gd name="T0" fmla="*/ 41 w 11"/>
                  <a:gd name="T1" fmla="*/ 21 h 14"/>
                  <a:gd name="T2" fmla="*/ 47 w 11"/>
                  <a:gd name="T3" fmla="*/ 50 h 14"/>
                  <a:gd name="T4" fmla="*/ 43 w 11"/>
                  <a:gd name="T5" fmla="*/ 70 h 14"/>
                  <a:gd name="T6" fmla="*/ 34 w 11"/>
                  <a:gd name="T7" fmla="*/ 65 h 14"/>
                  <a:gd name="T8" fmla="*/ 21 w 11"/>
                  <a:gd name="T9" fmla="*/ 65 h 14"/>
                  <a:gd name="T10" fmla="*/ 0 w 11"/>
                  <a:gd name="T11" fmla="*/ 62 h 14"/>
                  <a:gd name="T12" fmla="*/ 21 w 11"/>
                  <a:gd name="T13" fmla="*/ 57 h 14"/>
                  <a:gd name="T14" fmla="*/ 34 w 11"/>
                  <a:gd name="T15" fmla="*/ 36 h 14"/>
                  <a:gd name="T16" fmla="*/ 29 w 11"/>
                  <a:gd name="T17" fmla="*/ 15 h 14"/>
                  <a:gd name="T18" fmla="*/ 29 w 11"/>
                  <a:gd name="T19" fmla="*/ 5 h 14"/>
                  <a:gd name="T20" fmla="*/ 29 w 11"/>
                  <a:gd name="T21" fmla="*/ 0 h 14"/>
                  <a:gd name="T22" fmla="*/ 34 w 11"/>
                  <a:gd name="T23" fmla="*/ 9 h 14"/>
                  <a:gd name="T24" fmla="*/ 41 w 11"/>
                  <a:gd name="T25" fmla="*/ 15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14">
                    <a:moveTo>
                      <a:pt x="9" y="4"/>
                    </a:moveTo>
                    <a:cubicBezTo>
                      <a:pt x="10" y="5"/>
                      <a:pt x="11" y="8"/>
                      <a:pt x="11" y="10"/>
                    </a:cubicBezTo>
                    <a:cubicBezTo>
                      <a:pt x="11" y="11"/>
                      <a:pt x="11" y="14"/>
                      <a:pt x="10" y="14"/>
                    </a:cubicBezTo>
                    <a:cubicBezTo>
                      <a:pt x="9" y="14"/>
                      <a:pt x="8" y="14"/>
                      <a:pt x="8" y="13"/>
                    </a:cubicBezTo>
                    <a:cubicBezTo>
                      <a:pt x="7" y="13"/>
                      <a:pt x="6" y="13"/>
                      <a:pt x="5" y="13"/>
                    </a:cubicBezTo>
                    <a:cubicBezTo>
                      <a:pt x="4" y="12"/>
                      <a:pt x="2" y="12"/>
                      <a:pt x="0" y="12"/>
                    </a:cubicBezTo>
                    <a:cubicBezTo>
                      <a:pt x="2" y="12"/>
                      <a:pt x="3" y="12"/>
                      <a:pt x="5" y="11"/>
                    </a:cubicBezTo>
                    <a:cubicBezTo>
                      <a:pt x="7" y="11"/>
                      <a:pt x="8" y="10"/>
                      <a:pt x="8" y="7"/>
                    </a:cubicBezTo>
                    <a:cubicBezTo>
                      <a:pt x="8" y="6"/>
                      <a:pt x="8" y="4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7" y="1"/>
                      <a:pt x="8" y="1"/>
                      <a:pt x="8" y="2"/>
                    </a:cubicBezTo>
                    <a:cubicBezTo>
                      <a:pt x="8" y="2"/>
                      <a:pt x="8" y="3"/>
                      <a:pt x="9" y="3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9" name="Freeform 367">
                <a:extLst>
                  <a:ext uri="{FF2B5EF4-FFF2-40B4-BE49-F238E27FC236}">
                    <a16:creationId xmlns:a16="http://schemas.microsoft.com/office/drawing/2014/main" id="{EE7F54E4-93E7-40FE-98E3-20BACDB2C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298"/>
                <a:ext cx="24" cy="26"/>
              </a:xfrm>
              <a:custGeom>
                <a:avLst/>
                <a:gdLst>
                  <a:gd name="T0" fmla="*/ 5 w 15"/>
                  <a:gd name="T1" fmla="*/ 21 h 15"/>
                  <a:gd name="T2" fmla="*/ 5 w 15"/>
                  <a:gd name="T3" fmla="*/ 49 h 15"/>
                  <a:gd name="T4" fmla="*/ 13 w 15"/>
                  <a:gd name="T5" fmla="*/ 69 h 15"/>
                  <a:gd name="T6" fmla="*/ 21 w 15"/>
                  <a:gd name="T7" fmla="*/ 78 h 15"/>
                  <a:gd name="T8" fmla="*/ 35 w 15"/>
                  <a:gd name="T9" fmla="*/ 62 h 15"/>
                  <a:gd name="T10" fmla="*/ 61 w 15"/>
                  <a:gd name="T11" fmla="*/ 49 h 15"/>
                  <a:gd name="T12" fmla="*/ 42 w 15"/>
                  <a:gd name="T13" fmla="*/ 49 h 15"/>
                  <a:gd name="T14" fmla="*/ 21 w 15"/>
                  <a:gd name="T15" fmla="*/ 42 h 15"/>
                  <a:gd name="T16" fmla="*/ 21 w 15"/>
                  <a:gd name="T17" fmla="*/ 0 h 15"/>
                  <a:gd name="T18" fmla="*/ 5 w 15"/>
                  <a:gd name="T19" fmla="*/ 28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15">
                    <a:moveTo>
                      <a:pt x="1" y="4"/>
                    </a:moveTo>
                    <a:cubicBezTo>
                      <a:pt x="1" y="6"/>
                      <a:pt x="0" y="7"/>
                      <a:pt x="1" y="9"/>
                    </a:cubicBezTo>
                    <a:cubicBezTo>
                      <a:pt x="2" y="10"/>
                      <a:pt x="3" y="12"/>
                      <a:pt x="3" y="13"/>
                    </a:cubicBezTo>
                    <a:cubicBezTo>
                      <a:pt x="4" y="13"/>
                      <a:pt x="4" y="15"/>
                      <a:pt x="5" y="15"/>
                    </a:cubicBezTo>
                    <a:cubicBezTo>
                      <a:pt x="7" y="15"/>
                      <a:pt x="8" y="12"/>
                      <a:pt x="9" y="12"/>
                    </a:cubicBezTo>
                    <a:cubicBezTo>
                      <a:pt x="10" y="10"/>
                      <a:pt x="13" y="9"/>
                      <a:pt x="15" y="9"/>
                    </a:cubicBezTo>
                    <a:cubicBezTo>
                      <a:pt x="13" y="9"/>
                      <a:pt x="12" y="9"/>
                      <a:pt x="10" y="9"/>
                    </a:cubicBezTo>
                    <a:cubicBezTo>
                      <a:pt x="8" y="9"/>
                      <a:pt x="7" y="9"/>
                      <a:pt x="5" y="8"/>
                    </a:cubicBezTo>
                    <a:cubicBezTo>
                      <a:pt x="4" y="6"/>
                      <a:pt x="3" y="2"/>
                      <a:pt x="5" y="0"/>
                    </a:cubicBezTo>
                    <a:cubicBezTo>
                      <a:pt x="3" y="1"/>
                      <a:pt x="2" y="3"/>
                      <a:pt x="1" y="5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0" name="Freeform 368">
                <a:extLst>
                  <a:ext uri="{FF2B5EF4-FFF2-40B4-BE49-F238E27FC236}">
                    <a16:creationId xmlns:a16="http://schemas.microsoft.com/office/drawing/2014/main" id="{F8C400B3-1C73-4122-8BFF-5ED2D239E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278"/>
                <a:ext cx="11" cy="12"/>
              </a:xfrm>
              <a:custGeom>
                <a:avLst/>
                <a:gdLst>
                  <a:gd name="T0" fmla="*/ 13 w 7"/>
                  <a:gd name="T1" fmla="*/ 9 h 7"/>
                  <a:gd name="T2" fmla="*/ 0 w 7"/>
                  <a:gd name="T3" fmla="*/ 36 h 7"/>
                  <a:gd name="T4" fmla="*/ 14 w 7"/>
                  <a:gd name="T5" fmla="*/ 15 h 7"/>
                  <a:gd name="T6" fmla="*/ 27 w 7"/>
                  <a:gd name="T7" fmla="*/ 0 h 7"/>
                  <a:gd name="T8" fmla="*/ 13 w 7"/>
                  <a:gd name="T9" fmla="*/ 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2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0" y="5"/>
                      <a:pt x="2" y="4"/>
                      <a:pt x="4" y="3"/>
                    </a:cubicBezTo>
                    <a:cubicBezTo>
                      <a:pt x="4" y="2"/>
                      <a:pt x="7" y="1"/>
                      <a:pt x="7" y="0"/>
                    </a:cubicBezTo>
                    <a:cubicBezTo>
                      <a:pt x="6" y="1"/>
                      <a:pt x="4" y="1"/>
                      <a:pt x="3" y="2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1" name="Freeform 369">
                <a:extLst>
                  <a:ext uri="{FF2B5EF4-FFF2-40B4-BE49-F238E27FC236}">
                    <a16:creationId xmlns:a16="http://schemas.microsoft.com/office/drawing/2014/main" id="{983FF654-FE22-4525-B813-293B7DBF4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302"/>
                <a:ext cx="10" cy="15"/>
              </a:xfrm>
              <a:custGeom>
                <a:avLst/>
                <a:gdLst>
                  <a:gd name="T0" fmla="*/ 22 w 6"/>
                  <a:gd name="T1" fmla="*/ 0 h 9"/>
                  <a:gd name="T2" fmla="*/ 20 w 6"/>
                  <a:gd name="T3" fmla="*/ 42 h 9"/>
                  <a:gd name="T4" fmla="*/ 0 w 6"/>
                  <a:gd name="T5" fmla="*/ 33 h 9"/>
                  <a:gd name="T6" fmla="*/ 22 w 6"/>
                  <a:gd name="T7" fmla="*/ 33 h 9"/>
                  <a:gd name="T8" fmla="*/ 22 w 6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6" y="3"/>
                      <a:pt x="6" y="7"/>
                      <a:pt x="4" y="9"/>
                    </a:cubicBezTo>
                    <a:cubicBezTo>
                      <a:pt x="3" y="8"/>
                      <a:pt x="1" y="8"/>
                      <a:pt x="0" y="7"/>
                    </a:cubicBezTo>
                    <a:cubicBezTo>
                      <a:pt x="1" y="8"/>
                      <a:pt x="3" y="8"/>
                      <a:pt x="5" y="7"/>
                    </a:cubicBezTo>
                    <a:cubicBezTo>
                      <a:pt x="5" y="6"/>
                      <a:pt x="6" y="2"/>
                      <a:pt x="5" y="1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2" name="Freeform 370">
                <a:extLst>
                  <a:ext uri="{FF2B5EF4-FFF2-40B4-BE49-F238E27FC236}">
                    <a16:creationId xmlns:a16="http://schemas.microsoft.com/office/drawing/2014/main" id="{7A511A2C-3D95-47AC-AF3E-9B45BD224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312"/>
                <a:ext cx="16" cy="12"/>
              </a:xfrm>
              <a:custGeom>
                <a:avLst/>
                <a:gdLst>
                  <a:gd name="T0" fmla="*/ 0 w 10"/>
                  <a:gd name="T1" fmla="*/ 0 h 7"/>
                  <a:gd name="T2" fmla="*/ 16 w 10"/>
                  <a:gd name="T3" fmla="*/ 29 h 7"/>
                  <a:gd name="T4" fmla="*/ 29 w 10"/>
                  <a:gd name="T5" fmla="*/ 26 h 7"/>
                  <a:gd name="T6" fmla="*/ 42 w 10"/>
                  <a:gd name="T7" fmla="*/ 9 h 7"/>
                  <a:gd name="T8" fmla="*/ 16 w 10"/>
                  <a:gd name="T9" fmla="*/ 21 h 7"/>
                  <a:gd name="T10" fmla="*/ 0 w 10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1" y="2"/>
                      <a:pt x="2" y="5"/>
                      <a:pt x="4" y="6"/>
                    </a:cubicBezTo>
                    <a:cubicBezTo>
                      <a:pt x="6" y="7"/>
                      <a:pt x="6" y="6"/>
                      <a:pt x="7" y="5"/>
                    </a:cubicBezTo>
                    <a:cubicBezTo>
                      <a:pt x="7" y="4"/>
                      <a:pt x="9" y="3"/>
                      <a:pt x="10" y="2"/>
                    </a:cubicBezTo>
                    <a:cubicBezTo>
                      <a:pt x="7" y="2"/>
                      <a:pt x="6" y="5"/>
                      <a:pt x="4" y="4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3" name="Freeform 371">
                <a:extLst>
                  <a:ext uri="{FF2B5EF4-FFF2-40B4-BE49-F238E27FC236}">
                    <a16:creationId xmlns:a16="http://schemas.microsoft.com/office/drawing/2014/main" id="{E1B97CDB-FEA9-4C19-A9AD-253D0CB97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355"/>
                <a:ext cx="14" cy="17"/>
              </a:xfrm>
              <a:custGeom>
                <a:avLst/>
                <a:gdLst>
                  <a:gd name="T0" fmla="*/ 34 w 9"/>
                  <a:gd name="T1" fmla="*/ 0 h 10"/>
                  <a:gd name="T2" fmla="*/ 19 w 9"/>
                  <a:gd name="T3" fmla="*/ 20 h 10"/>
                  <a:gd name="T4" fmla="*/ 0 w 9"/>
                  <a:gd name="T5" fmla="*/ 49 h 10"/>
                  <a:gd name="T6" fmla="*/ 12 w 9"/>
                  <a:gd name="T7" fmla="*/ 15 h 10"/>
                  <a:gd name="T8" fmla="*/ 34 w 9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8" y="2"/>
                      <a:pt x="6" y="3"/>
                      <a:pt x="5" y="4"/>
                    </a:cubicBezTo>
                    <a:cubicBezTo>
                      <a:pt x="3" y="6"/>
                      <a:pt x="1" y="8"/>
                      <a:pt x="0" y="10"/>
                    </a:cubicBezTo>
                    <a:cubicBezTo>
                      <a:pt x="2" y="8"/>
                      <a:pt x="2" y="5"/>
                      <a:pt x="3" y="3"/>
                    </a:cubicBezTo>
                    <a:cubicBezTo>
                      <a:pt x="5" y="2"/>
                      <a:pt x="8" y="1"/>
                      <a:pt x="9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4" name="Freeform 372">
                <a:extLst>
                  <a:ext uri="{FF2B5EF4-FFF2-40B4-BE49-F238E27FC236}">
                    <a16:creationId xmlns:a16="http://schemas.microsoft.com/office/drawing/2014/main" id="{1550D308-F54A-4D65-B37A-44BC0C4CA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336"/>
                <a:ext cx="15" cy="7"/>
              </a:xfrm>
              <a:custGeom>
                <a:avLst/>
                <a:gdLst>
                  <a:gd name="T0" fmla="*/ 0 w 9"/>
                  <a:gd name="T1" fmla="*/ 12 h 4"/>
                  <a:gd name="T2" fmla="*/ 22 w 9"/>
                  <a:gd name="T3" fmla="*/ 12 h 4"/>
                  <a:gd name="T4" fmla="*/ 42 w 9"/>
                  <a:gd name="T5" fmla="*/ 21 h 4"/>
                  <a:gd name="T6" fmla="*/ 37 w 9"/>
                  <a:gd name="T7" fmla="*/ 12 h 4"/>
                  <a:gd name="T8" fmla="*/ 22 w 9"/>
                  <a:gd name="T9" fmla="*/ 7 h 4"/>
                  <a:gd name="T10" fmla="*/ 5 w 9"/>
                  <a:gd name="T11" fmla="*/ 12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0" y="2"/>
                    </a:moveTo>
                    <a:cubicBezTo>
                      <a:pt x="2" y="2"/>
                      <a:pt x="3" y="1"/>
                      <a:pt x="5" y="2"/>
                    </a:cubicBezTo>
                    <a:cubicBezTo>
                      <a:pt x="7" y="2"/>
                      <a:pt x="8" y="4"/>
                      <a:pt x="9" y="4"/>
                    </a:cubicBezTo>
                    <a:cubicBezTo>
                      <a:pt x="8" y="4"/>
                      <a:pt x="9" y="2"/>
                      <a:pt x="8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4" y="0"/>
                      <a:pt x="1" y="1"/>
                      <a:pt x="1" y="2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5" name="Freeform 373">
                <a:extLst>
                  <a:ext uri="{FF2B5EF4-FFF2-40B4-BE49-F238E27FC236}">
                    <a16:creationId xmlns:a16="http://schemas.microsoft.com/office/drawing/2014/main" id="{ADA8982B-BA7B-43F3-A476-D7F03C658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286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5 w 2"/>
                  <a:gd name="T3" fmla="*/ 8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6" name="Freeform 374">
                <a:extLst>
                  <a:ext uri="{FF2B5EF4-FFF2-40B4-BE49-F238E27FC236}">
                    <a16:creationId xmlns:a16="http://schemas.microsoft.com/office/drawing/2014/main" id="{69201CA2-054D-4E2A-969C-2A45D0DFE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355"/>
                <a:ext cx="75" cy="65"/>
              </a:xfrm>
              <a:custGeom>
                <a:avLst/>
                <a:gdLst>
                  <a:gd name="T0" fmla="*/ 89 w 47"/>
                  <a:gd name="T1" fmla="*/ 9 h 38"/>
                  <a:gd name="T2" fmla="*/ 56 w 47"/>
                  <a:gd name="T3" fmla="*/ 29 h 38"/>
                  <a:gd name="T4" fmla="*/ 54 w 47"/>
                  <a:gd name="T5" fmla="*/ 75 h 38"/>
                  <a:gd name="T6" fmla="*/ 13 w 47"/>
                  <a:gd name="T7" fmla="*/ 140 h 38"/>
                  <a:gd name="T8" fmla="*/ 29 w 47"/>
                  <a:gd name="T9" fmla="*/ 147 h 38"/>
                  <a:gd name="T10" fmla="*/ 61 w 47"/>
                  <a:gd name="T11" fmla="*/ 164 h 38"/>
                  <a:gd name="T12" fmla="*/ 94 w 47"/>
                  <a:gd name="T13" fmla="*/ 161 h 38"/>
                  <a:gd name="T14" fmla="*/ 116 w 47"/>
                  <a:gd name="T15" fmla="*/ 181 h 38"/>
                  <a:gd name="T16" fmla="*/ 163 w 47"/>
                  <a:gd name="T17" fmla="*/ 120 h 38"/>
                  <a:gd name="T18" fmla="*/ 171 w 47"/>
                  <a:gd name="T19" fmla="*/ 75 h 38"/>
                  <a:gd name="T20" fmla="*/ 191 w 47"/>
                  <a:gd name="T21" fmla="*/ 26 h 38"/>
                  <a:gd name="T22" fmla="*/ 166 w 47"/>
                  <a:gd name="T23" fmla="*/ 15 h 38"/>
                  <a:gd name="T24" fmla="*/ 124 w 47"/>
                  <a:gd name="T25" fmla="*/ 0 h 38"/>
                  <a:gd name="T26" fmla="*/ 89 w 47"/>
                  <a:gd name="T27" fmla="*/ 9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" h="38">
                    <a:moveTo>
                      <a:pt x="22" y="2"/>
                    </a:moveTo>
                    <a:cubicBezTo>
                      <a:pt x="20" y="3"/>
                      <a:pt x="16" y="5"/>
                      <a:pt x="14" y="6"/>
                    </a:cubicBezTo>
                    <a:cubicBezTo>
                      <a:pt x="10" y="9"/>
                      <a:pt x="14" y="11"/>
                      <a:pt x="13" y="15"/>
                    </a:cubicBezTo>
                    <a:cubicBezTo>
                      <a:pt x="12" y="18"/>
                      <a:pt x="0" y="23"/>
                      <a:pt x="3" y="28"/>
                    </a:cubicBezTo>
                    <a:cubicBezTo>
                      <a:pt x="3" y="28"/>
                      <a:pt x="7" y="29"/>
                      <a:pt x="7" y="29"/>
                    </a:cubicBezTo>
                    <a:cubicBezTo>
                      <a:pt x="9" y="30"/>
                      <a:pt x="12" y="33"/>
                      <a:pt x="15" y="33"/>
                    </a:cubicBezTo>
                    <a:cubicBezTo>
                      <a:pt x="17" y="33"/>
                      <a:pt x="20" y="31"/>
                      <a:pt x="23" y="32"/>
                    </a:cubicBezTo>
                    <a:cubicBezTo>
                      <a:pt x="26" y="32"/>
                      <a:pt x="27" y="36"/>
                      <a:pt x="29" y="36"/>
                    </a:cubicBezTo>
                    <a:cubicBezTo>
                      <a:pt x="34" y="38"/>
                      <a:pt x="39" y="27"/>
                      <a:pt x="40" y="24"/>
                    </a:cubicBezTo>
                    <a:cubicBezTo>
                      <a:pt x="40" y="20"/>
                      <a:pt x="40" y="18"/>
                      <a:pt x="42" y="15"/>
                    </a:cubicBezTo>
                    <a:cubicBezTo>
                      <a:pt x="43" y="12"/>
                      <a:pt x="47" y="9"/>
                      <a:pt x="47" y="5"/>
                    </a:cubicBezTo>
                    <a:cubicBezTo>
                      <a:pt x="47" y="2"/>
                      <a:pt x="44" y="3"/>
                      <a:pt x="41" y="3"/>
                    </a:cubicBezTo>
                    <a:cubicBezTo>
                      <a:pt x="38" y="2"/>
                      <a:pt x="35" y="0"/>
                      <a:pt x="31" y="0"/>
                    </a:cubicBezTo>
                    <a:cubicBezTo>
                      <a:pt x="29" y="0"/>
                      <a:pt x="24" y="0"/>
                      <a:pt x="22" y="2"/>
                    </a:cubicBezTo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7" name="Freeform 375">
                <a:extLst>
                  <a:ext uri="{FF2B5EF4-FFF2-40B4-BE49-F238E27FC236}">
                    <a16:creationId xmlns:a16="http://schemas.microsoft.com/office/drawing/2014/main" id="{0EE36C29-3B8A-41C1-8D3A-EC15FA85E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355"/>
                <a:ext cx="75" cy="65"/>
              </a:xfrm>
              <a:custGeom>
                <a:avLst/>
                <a:gdLst>
                  <a:gd name="T0" fmla="*/ 89 w 47"/>
                  <a:gd name="T1" fmla="*/ 9 h 38"/>
                  <a:gd name="T2" fmla="*/ 56 w 47"/>
                  <a:gd name="T3" fmla="*/ 29 h 38"/>
                  <a:gd name="T4" fmla="*/ 54 w 47"/>
                  <a:gd name="T5" fmla="*/ 75 h 38"/>
                  <a:gd name="T6" fmla="*/ 13 w 47"/>
                  <a:gd name="T7" fmla="*/ 140 h 38"/>
                  <a:gd name="T8" fmla="*/ 29 w 47"/>
                  <a:gd name="T9" fmla="*/ 147 h 38"/>
                  <a:gd name="T10" fmla="*/ 61 w 47"/>
                  <a:gd name="T11" fmla="*/ 164 h 38"/>
                  <a:gd name="T12" fmla="*/ 94 w 47"/>
                  <a:gd name="T13" fmla="*/ 161 h 38"/>
                  <a:gd name="T14" fmla="*/ 116 w 47"/>
                  <a:gd name="T15" fmla="*/ 181 h 38"/>
                  <a:gd name="T16" fmla="*/ 163 w 47"/>
                  <a:gd name="T17" fmla="*/ 120 h 38"/>
                  <a:gd name="T18" fmla="*/ 171 w 47"/>
                  <a:gd name="T19" fmla="*/ 75 h 38"/>
                  <a:gd name="T20" fmla="*/ 191 w 47"/>
                  <a:gd name="T21" fmla="*/ 26 h 38"/>
                  <a:gd name="T22" fmla="*/ 166 w 47"/>
                  <a:gd name="T23" fmla="*/ 15 h 38"/>
                  <a:gd name="T24" fmla="*/ 124 w 47"/>
                  <a:gd name="T25" fmla="*/ 0 h 38"/>
                  <a:gd name="T26" fmla="*/ 89 w 47"/>
                  <a:gd name="T27" fmla="*/ 9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" h="38">
                    <a:moveTo>
                      <a:pt x="22" y="2"/>
                    </a:moveTo>
                    <a:cubicBezTo>
                      <a:pt x="20" y="3"/>
                      <a:pt x="16" y="5"/>
                      <a:pt x="14" y="6"/>
                    </a:cubicBezTo>
                    <a:cubicBezTo>
                      <a:pt x="10" y="9"/>
                      <a:pt x="14" y="11"/>
                      <a:pt x="13" y="15"/>
                    </a:cubicBezTo>
                    <a:cubicBezTo>
                      <a:pt x="12" y="18"/>
                      <a:pt x="0" y="23"/>
                      <a:pt x="3" y="28"/>
                    </a:cubicBezTo>
                    <a:cubicBezTo>
                      <a:pt x="3" y="28"/>
                      <a:pt x="7" y="29"/>
                      <a:pt x="7" y="29"/>
                    </a:cubicBezTo>
                    <a:cubicBezTo>
                      <a:pt x="9" y="30"/>
                      <a:pt x="12" y="33"/>
                      <a:pt x="15" y="33"/>
                    </a:cubicBezTo>
                    <a:cubicBezTo>
                      <a:pt x="17" y="33"/>
                      <a:pt x="20" y="31"/>
                      <a:pt x="23" y="32"/>
                    </a:cubicBezTo>
                    <a:cubicBezTo>
                      <a:pt x="26" y="32"/>
                      <a:pt x="27" y="36"/>
                      <a:pt x="29" y="36"/>
                    </a:cubicBezTo>
                    <a:cubicBezTo>
                      <a:pt x="34" y="38"/>
                      <a:pt x="39" y="27"/>
                      <a:pt x="40" y="24"/>
                    </a:cubicBezTo>
                    <a:cubicBezTo>
                      <a:pt x="40" y="20"/>
                      <a:pt x="40" y="18"/>
                      <a:pt x="42" y="15"/>
                    </a:cubicBezTo>
                    <a:cubicBezTo>
                      <a:pt x="43" y="12"/>
                      <a:pt x="47" y="9"/>
                      <a:pt x="47" y="5"/>
                    </a:cubicBezTo>
                    <a:cubicBezTo>
                      <a:pt x="47" y="2"/>
                      <a:pt x="44" y="3"/>
                      <a:pt x="41" y="3"/>
                    </a:cubicBezTo>
                    <a:cubicBezTo>
                      <a:pt x="38" y="2"/>
                      <a:pt x="35" y="0"/>
                      <a:pt x="31" y="0"/>
                    </a:cubicBezTo>
                    <a:cubicBezTo>
                      <a:pt x="29" y="0"/>
                      <a:pt x="24" y="0"/>
                      <a:pt x="22" y="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8" name="Freeform 376">
                <a:extLst>
                  <a:ext uri="{FF2B5EF4-FFF2-40B4-BE49-F238E27FC236}">
                    <a16:creationId xmlns:a16="http://schemas.microsoft.com/office/drawing/2014/main" id="{DDE18264-490B-40D5-BE87-6822215C2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374"/>
                <a:ext cx="12" cy="15"/>
              </a:xfrm>
              <a:custGeom>
                <a:avLst/>
                <a:gdLst>
                  <a:gd name="T0" fmla="*/ 29 w 7"/>
                  <a:gd name="T1" fmla="*/ 0 h 9"/>
                  <a:gd name="T2" fmla="*/ 26 w 7"/>
                  <a:gd name="T3" fmla="*/ 5 h 9"/>
                  <a:gd name="T4" fmla="*/ 21 w 7"/>
                  <a:gd name="T5" fmla="*/ 20 h 9"/>
                  <a:gd name="T6" fmla="*/ 15 w 7"/>
                  <a:gd name="T7" fmla="*/ 42 h 9"/>
                  <a:gd name="T8" fmla="*/ 26 w 7"/>
                  <a:gd name="T9" fmla="*/ 22 h 9"/>
                  <a:gd name="T10" fmla="*/ 36 w 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0" y="8"/>
                      <a:pt x="3" y="9"/>
                    </a:cubicBezTo>
                    <a:cubicBezTo>
                      <a:pt x="2" y="7"/>
                      <a:pt x="4" y="6"/>
                      <a:pt x="5" y="5"/>
                    </a:cubicBezTo>
                    <a:cubicBezTo>
                      <a:pt x="5" y="3"/>
                      <a:pt x="5" y="2"/>
                      <a:pt x="7" y="0"/>
                    </a:cubicBezTo>
                  </a:path>
                </a:pathLst>
              </a:custGeom>
              <a:solidFill>
                <a:srgbClr val="F7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9" name="Freeform 377">
                <a:extLst>
                  <a:ext uri="{FF2B5EF4-FFF2-40B4-BE49-F238E27FC236}">
                    <a16:creationId xmlns:a16="http://schemas.microsoft.com/office/drawing/2014/main" id="{DECEBD82-9D30-4055-848B-F9A8FEC29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370"/>
                <a:ext cx="18" cy="28"/>
              </a:xfrm>
              <a:custGeom>
                <a:avLst/>
                <a:gdLst>
                  <a:gd name="T0" fmla="*/ 47 w 11"/>
                  <a:gd name="T1" fmla="*/ 0 h 16"/>
                  <a:gd name="T2" fmla="*/ 21 w 11"/>
                  <a:gd name="T3" fmla="*/ 16 h 16"/>
                  <a:gd name="T4" fmla="*/ 21 w 11"/>
                  <a:gd name="T5" fmla="*/ 28 h 16"/>
                  <a:gd name="T6" fmla="*/ 13 w 11"/>
                  <a:gd name="T7" fmla="*/ 37 h 16"/>
                  <a:gd name="T8" fmla="*/ 8 w 11"/>
                  <a:gd name="T9" fmla="*/ 70 h 16"/>
                  <a:gd name="T10" fmla="*/ 34 w 11"/>
                  <a:gd name="T11" fmla="*/ 8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cubicBezTo>
                      <a:pt x="10" y="0"/>
                      <a:pt x="6" y="1"/>
                      <a:pt x="5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4" y="6"/>
                      <a:pt x="4" y="7"/>
                      <a:pt x="3" y="7"/>
                    </a:cubicBezTo>
                    <a:cubicBezTo>
                      <a:pt x="2" y="9"/>
                      <a:pt x="0" y="11"/>
                      <a:pt x="2" y="13"/>
                    </a:cubicBezTo>
                    <a:cubicBezTo>
                      <a:pt x="4" y="15"/>
                      <a:pt x="8" y="13"/>
                      <a:pt x="8" y="1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0" name="Freeform 378">
                <a:extLst>
                  <a:ext uri="{FF2B5EF4-FFF2-40B4-BE49-F238E27FC236}">
                    <a16:creationId xmlns:a16="http://schemas.microsoft.com/office/drawing/2014/main" id="{25B304F3-2836-48CE-A1C3-8172E6E2E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369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5 w 2"/>
                  <a:gd name="T3" fmla="*/ 0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1" y="2"/>
                      <a:pt x="1" y="2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1" name="Freeform 379">
                <a:extLst>
                  <a:ext uri="{FF2B5EF4-FFF2-40B4-BE49-F238E27FC236}">
                    <a16:creationId xmlns:a16="http://schemas.microsoft.com/office/drawing/2014/main" id="{3D5A7AE7-0315-4288-8DA5-1B952E16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394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2" name="Freeform 380">
                <a:extLst>
                  <a:ext uri="{FF2B5EF4-FFF2-40B4-BE49-F238E27FC236}">
                    <a16:creationId xmlns:a16="http://schemas.microsoft.com/office/drawing/2014/main" id="{6368AC1F-F850-4550-8C39-C29DF4773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387"/>
                <a:ext cx="32" cy="23"/>
              </a:xfrm>
              <a:custGeom>
                <a:avLst/>
                <a:gdLst>
                  <a:gd name="T0" fmla="*/ 8 w 20"/>
                  <a:gd name="T1" fmla="*/ 28 h 13"/>
                  <a:gd name="T2" fmla="*/ 16 w 20"/>
                  <a:gd name="T3" fmla="*/ 50 h 13"/>
                  <a:gd name="T4" fmla="*/ 42 w 20"/>
                  <a:gd name="T5" fmla="*/ 65 h 13"/>
                  <a:gd name="T6" fmla="*/ 56 w 20"/>
                  <a:gd name="T7" fmla="*/ 73 h 13"/>
                  <a:gd name="T8" fmla="*/ 82 w 20"/>
                  <a:gd name="T9" fmla="*/ 65 h 13"/>
                  <a:gd name="T10" fmla="*/ 74 w 20"/>
                  <a:gd name="T11" fmla="*/ 60 h 13"/>
                  <a:gd name="T12" fmla="*/ 74 w 20"/>
                  <a:gd name="T13" fmla="*/ 37 h 13"/>
                  <a:gd name="T14" fmla="*/ 54 w 20"/>
                  <a:gd name="T15" fmla="*/ 21 h 13"/>
                  <a:gd name="T16" fmla="*/ 48 w 20"/>
                  <a:gd name="T17" fmla="*/ 7 h 13"/>
                  <a:gd name="T18" fmla="*/ 46 w 20"/>
                  <a:gd name="T19" fmla="*/ 7 h 13"/>
                  <a:gd name="T20" fmla="*/ 16 w 20"/>
                  <a:gd name="T21" fmla="*/ 21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13">
                    <a:moveTo>
                      <a:pt x="2" y="5"/>
                    </a:moveTo>
                    <a:cubicBezTo>
                      <a:pt x="0" y="8"/>
                      <a:pt x="3" y="8"/>
                      <a:pt x="4" y="9"/>
                    </a:cubicBezTo>
                    <a:cubicBezTo>
                      <a:pt x="6" y="9"/>
                      <a:pt x="8" y="10"/>
                      <a:pt x="10" y="12"/>
                    </a:cubicBezTo>
                    <a:cubicBezTo>
                      <a:pt x="11" y="13"/>
                      <a:pt x="12" y="13"/>
                      <a:pt x="14" y="13"/>
                    </a:cubicBezTo>
                    <a:cubicBezTo>
                      <a:pt x="16" y="12"/>
                      <a:pt x="18" y="12"/>
                      <a:pt x="20" y="12"/>
                    </a:cubicBezTo>
                    <a:cubicBezTo>
                      <a:pt x="20" y="12"/>
                      <a:pt x="19" y="11"/>
                      <a:pt x="18" y="11"/>
                    </a:cubicBezTo>
                    <a:cubicBezTo>
                      <a:pt x="18" y="10"/>
                      <a:pt x="18" y="8"/>
                      <a:pt x="18" y="7"/>
                    </a:cubicBezTo>
                    <a:cubicBezTo>
                      <a:pt x="18" y="4"/>
                      <a:pt x="15" y="5"/>
                      <a:pt x="13" y="4"/>
                    </a:cubicBezTo>
                    <a:cubicBezTo>
                      <a:pt x="12" y="3"/>
                      <a:pt x="13" y="2"/>
                      <a:pt x="12" y="1"/>
                    </a:cubicBezTo>
                    <a:cubicBezTo>
                      <a:pt x="12" y="0"/>
                      <a:pt x="12" y="1"/>
                      <a:pt x="11" y="1"/>
                    </a:cubicBezTo>
                    <a:cubicBezTo>
                      <a:pt x="8" y="1"/>
                      <a:pt x="6" y="3"/>
                      <a:pt x="4" y="4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3" name="Freeform 381">
                <a:extLst>
                  <a:ext uri="{FF2B5EF4-FFF2-40B4-BE49-F238E27FC236}">
                    <a16:creationId xmlns:a16="http://schemas.microsoft.com/office/drawing/2014/main" id="{A8743044-FB92-49C5-9DA9-909B03053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362"/>
                <a:ext cx="35" cy="55"/>
              </a:xfrm>
              <a:custGeom>
                <a:avLst/>
                <a:gdLst>
                  <a:gd name="T0" fmla="*/ 68 w 22"/>
                  <a:gd name="T1" fmla="*/ 45 h 32"/>
                  <a:gd name="T2" fmla="*/ 53 w 22"/>
                  <a:gd name="T3" fmla="*/ 98 h 32"/>
                  <a:gd name="T4" fmla="*/ 46 w 22"/>
                  <a:gd name="T5" fmla="*/ 120 h 32"/>
                  <a:gd name="T6" fmla="*/ 35 w 22"/>
                  <a:gd name="T7" fmla="*/ 148 h 32"/>
                  <a:gd name="T8" fmla="*/ 16 w 22"/>
                  <a:gd name="T9" fmla="*/ 156 h 32"/>
                  <a:gd name="T10" fmla="*/ 13 w 22"/>
                  <a:gd name="T11" fmla="*/ 148 h 32"/>
                  <a:gd name="T12" fmla="*/ 0 w 22"/>
                  <a:gd name="T13" fmla="*/ 136 h 32"/>
                  <a:gd name="T14" fmla="*/ 8 w 22"/>
                  <a:gd name="T15" fmla="*/ 136 h 32"/>
                  <a:gd name="T16" fmla="*/ 16 w 22"/>
                  <a:gd name="T17" fmla="*/ 143 h 32"/>
                  <a:gd name="T18" fmla="*/ 33 w 22"/>
                  <a:gd name="T19" fmla="*/ 127 h 32"/>
                  <a:gd name="T20" fmla="*/ 35 w 22"/>
                  <a:gd name="T21" fmla="*/ 112 h 32"/>
                  <a:gd name="T22" fmla="*/ 35 w 22"/>
                  <a:gd name="T23" fmla="*/ 98 h 32"/>
                  <a:gd name="T24" fmla="*/ 46 w 22"/>
                  <a:gd name="T25" fmla="*/ 70 h 32"/>
                  <a:gd name="T26" fmla="*/ 53 w 22"/>
                  <a:gd name="T27" fmla="*/ 57 h 32"/>
                  <a:gd name="T28" fmla="*/ 64 w 22"/>
                  <a:gd name="T29" fmla="*/ 41 h 32"/>
                  <a:gd name="T30" fmla="*/ 81 w 22"/>
                  <a:gd name="T31" fmla="*/ 0 h 32"/>
                  <a:gd name="T32" fmla="*/ 73 w 22"/>
                  <a:gd name="T33" fmla="*/ 36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" h="32">
                    <a:moveTo>
                      <a:pt x="17" y="9"/>
                    </a:moveTo>
                    <a:cubicBezTo>
                      <a:pt x="14" y="11"/>
                      <a:pt x="14" y="15"/>
                      <a:pt x="13" y="19"/>
                    </a:cubicBezTo>
                    <a:cubicBezTo>
                      <a:pt x="13" y="21"/>
                      <a:pt x="12" y="23"/>
                      <a:pt x="11" y="24"/>
                    </a:cubicBezTo>
                    <a:cubicBezTo>
                      <a:pt x="11" y="26"/>
                      <a:pt x="10" y="27"/>
                      <a:pt x="9" y="29"/>
                    </a:cubicBezTo>
                    <a:cubicBezTo>
                      <a:pt x="8" y="30"/>
                      <a:pt x="6" y="32"/>
                      <a:pt x="4" y="31"/>
                    </a:cubicBezTo>
                    <a:cubicBezTo>
                      <a:pt x="4" y="31"/>
                      <a:pt x="3" y="30"/>
                      <a:pt x="3" y="29"/>
                    </a:cubicBezTo>
                    <a:cubicBezTo>
                      <a:pt x="2" y="28"/>
                      <a:pt x="1" y="27"/>
                      <a:pt x="0" y="27"/>
                    </a:cubicBezTo>
                    <a:cubicBezTo>
                      <a:pt x="0" y="27"/>
                      <a:pt x="1" y="27"/>
                      <a:pt x="2" y="27"/>
                    </a:cubicBezTo>
                    <a:cubicBezTo>
                      <a:pt x="3" y="27"/>
                      <a:pt x="3" y="27"/>
                      <a:pt x="4" y="28"/>
                    </a:cubicBezTo>
                    <a:cubicBezTo>
                      <a:pt x="6" y="28"/>
                      <a:pt x="7" y="27"/>
                      <a:pt x="8" y="25"/>
                    </a:cubicBezTo>
                    <a:cubicBezTo>
                      <a:pt x="9" y="24"/>
                      <a:pt x="9" y="23"/>
                      <a:pt x="9" y="22"/>
                    </a:cubicBezTo>
                    <a:cubicBezTo>
                      <a:pt x="9" y="21"/>
                      <a:pt x="9" y="21"/>
                      <a:pt x="9" y="19"/>
                    </a:cubicBezTo>
                    <a:cubicBezTo>
                      <a:pt x="8" y="18"/>
                      <a:pt x="10" y="16"/>
                      <a:pt x="11" y="14"/>
                    </a:cubicBezTo>
                    <a:cubicBezTo>
                      <a:pt x="11" y="13"/>
                      <a:pt x="12" y="12"/>
                      <a:pt x="13" y="11"/>
                    </a:cubicBezTo>
                    <a:cubicBezTo>
                      <a:pt x="14" y="10"/>
                      <a:pt x="15" y="9"/>
                      <a:pt x="16" y="8"/>
                    </a:cubicBezTo>
                    <a:cubicBezTo>
                      <a:pt x="18" y="6"/>
                      <a:pt x="19" y="3"/>
                      <a:pt x="20" y="0"/>
                    </a:cubicBezTo>
                    <a:cubicBezTo>
                      <a:pt x="22" y="2"/>
                      <a:pt x="19" y="6"/>
                      <a:pt x="18" y="7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4" name="Freeform 382">
                <a:extLst>
                  <a:ext uri="{FF2B5EF4-FFF2-40B4-BE49-F238E27FC236}">
                    <a16:creationId xmlns:a16="http://schemas.microsoft.com/office/drawing/2014/main" id="{22CBE09F-3896-4AF7-BC76-13FE0DEEE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370"/>
                <a:ext cx="11" cy="24"/>
              </a:xfrm>
              <a:custGeom>
                <a:avLst/>
                <a:gdLst>
                  <a:gd name="T0" fmla="*/ 22 w 7"/>
                  <a:gd name="T1" fmla="*/ 5 h 14"/>
                  <a:gd name="T2" fmla="*/ 20 w 7"/>
                  <a:gd name="T3" fmla="*/ 15 h 14"/>
                  <a:gd name="T4" fmla="*/ 13 w 7"/>
                  <a:gd name="T5" fmla="*/ 29 h 14"/>
                  <a:gd name="T6" fmla="*/ 5 w 7"/>
                  <a:gd name="T7" fmla="*/ 45 h 14"/>
                  <a:gd name="T8" fmla="*/ 5 w 7"/>
                  <a:gd name="T9" fmla="*/ 62 h 14"/>
                  <a:gd name="T10" fmla="*/ 5 w 7"/>
                  <a:gd name="T11" fmla="*/ 70 h 14"/>
                  <a:gd name="T12" fmla="*/ 0 w 7"/>
                  <a:gd name="T13" fmla="*/ 45 h 14"/>
                  <a:gd name="T14" fmla="*/ 13 w 7"/>
                  <a:gd name="T15" fmla="*/ 26 h 14"/>
                  <a:gd name="T16" fmla="*/ 20 w 7"/>
                  <a:gd name="T17" fmla="*/ 5 h 14"/>
                  <a:gd name="T18" fmla="*/ 27 w 7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14">
                    <a:moveTo>
                      <a:pt x="6" y="1"/>
                    </a:moveTo>
                    <a:cubicBezTo>
                      <a:pt x="6" y="2"/>
                      <a:pt x="5" y="2"/>
                      <a:pt x="5" y="3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3" y="7"/>
                      <a:pt x="2" y="8"/>
                      <a:pt x="1" y="9"/>
                    </a:cubicBezTo>
                    <a:cubicBezTo>
                      <a:pt x="1" y="10"/>
                      <a:pt x="1" y="11"/>
                      <a:pt x="1" y="12"/>
                    </a:cubicBezTo>
                    <a:cubicBezTo>
                      <a:pt x="0" y="12"/>
                      <a:pt x="1" y="13"/>
                      <a:pt x="1" y="14"/>
                    </a:cubicBezTo>
                    <a:cubicBezTo>
                      <a:pt x="0" y="12"/>
                      <a:pt x="0" y="10"/>
                      <a:pt x="0" y="9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6" y="1"/>
                      <a:pt x="7" y="1"/>
                      <a:pt x="7" y="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5" name="Freeform 383">
                <a:extLst>
                  <a:ext uri="{FF2B5EF4-FFF2-40B4-BE49-F238E27FC236}">
                    <a16:creationId xmlns:a16="http://schemas.microsoft.com/office/drawing/2014/main" id="{2BA0B71E-8327-4FE7-AD8E-07E8407DA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384"/>
                <a:ext cx="10" cy="16"/>
              </a:xfrm>
              <a:custGeom>
                <a:avLst/>
                <a:gdLst>
                  <a:gd name="T0" fmla="*/ 28 w 6"/>
                  <a:gd name="T1" fmla="*/ 0 h 9"/>
                  <a:gd name="T2" fmla="*/ 13 w 6"/>
                  <a:gd name="T3" fmla="*/ 16 h 9"/>
                  <a:gd name="T4" fmla="*/ 0 w 6"/>
                  <a:gd name="T5" fmla="*/ 36 h 9"/>
                  <a:gd name="T6" fmla="*/ 20 w 6"/>
                  <a:gd name="T7" fmla="*/ 3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5" y="1"/>
                      <a:pt x="4" y="2"/>
                      <a:pt x="3" y="3"/>
                    </a:cubicBezTo>
                    <a:cubicBezTo>
                      <a:pt x="2" y="4"/>
                      <a:pt x="0" y="4"/>
                      <a:pt x="0" y="6"/>
                    </a:cubicBezTo>
                    <a:cubicBezTo>
                      <a:pt x="0" y="8"/>
                      <a:pt x="3" y="9"/>
                      <a:pt x="4" y="7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6" name="Freeform 384">
                <a:extLst>
                  <a:ext uri="{FF2B5EF4-FFF2-40B4-BE49-F238E27FC236}">
                    <a16:creationId xmlns:a16="http://schemas.microsoft.com/office/drawing/2014/main" id="{661ABE23-3EA0-4F35-892F-E27B5D7BC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377"/>
                <a:ext cx="10" cy="28"/>
              </a:xfrm>
              <a:custGeom>
                <a:avLst/>
                <a:gdLst>
                  <a:gd name="T0" fmla="*/ 28 w 6"/>
                  <a:gd name="T1" fmla="*/ 0 h 16"/>
                  <a:gd name="T2" fmla="*/ 5 w 6"/>
                  <a:gd name="T3" fmla="*/ 86 h 16"/>
                  <a:gd name="T4" fmla="*/ 5 w 6"/>
                  <a:gd name="T5" fmla="*/ 44 h 16"/>
                  <a:gd name="T6" fmla="*/ 28 w 6"/>
                  <a:gd name="T7" fmla="*/ 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cubicBezTo>
                      <a:pt x="3" y="5"/>
                      <a:pt x="3" y="11"/>
                      <a:pt x="1" y="16"/>
                    </a:cubicBezTo>
                    <a:cubicBezTo>
                      <a:pt x="3" y="13"/>
                      <a:pt x="0" y="11"/>
                      <a:pt x="1" y="8"/>
                    </a:cubicBezTo>
                    <a:cubicBezTo>
                      <a:pt x="2" y="5"/>
                      <a:pt x="3" y="3"/>
                      <a:pt x="6" y="1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7" name="Freeform 385">
                <a:extLst>
                  <a:ext uri="{FF2B5EF4-FFF2-40B4-BE49-F238E27FC236}">
                    <a16:creationId xmlns:a16="http://schemas.microsoft.com/office/drawing/2014/main" id="{19E82AC4-F2BB-401F-BFD6-47538AC6D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403"/>
                <a:ext cx="23" cy="7"/>
              </a:xfrm>
              <a:custGeom>
                <a:avLst/>
                <a:gdLst>
                  <a:gd name="T0" fmla="*/ 8 w 14"/>
                  <a:gd name="T1" fmla="*/ 0 h 4"/>
                  <a:gd name="T2" fmla="*/ 21 w 14"/>
                  <a:gd name="T3" fmla="*/ 7 h 4"/>
                  <a:gd name="T4" fmla="*/ 33 w 14"/>
                  <a:gd name="T5" fmla="*/ 16 h 4"/>
                  <a:gd name="T6" fmla="*/ 62 w 14"/>
                  <a:gd name="T7" fmla="*/ 12 h 4"/>
                  <a:gd name="T8" fmla="*/ 33 w 14"/>
                  <a:gd name="T9" fmla="*/ 7 h 4"/>
                  <a:gd name="T10" fmla="*/ 13 w 14"/>
                  <a:gd name="T11" fmla="*/ 0 h 4"/>
                  <a:gd name="T12" fmla="*/ 0 w 1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7" y="3"/>
                    </a:cubicBezTo>
                    <a:cubicBezTo>
                      <a:pt x="10" y="4"/>
                      <a:pt x="12" y="3"/>
                      <a:pt x="14" y="2"/>
                    </a:cubicBezTo>
                    <a:cubicBezTo>
                      <a:pt x="12" y="3"/>
                      <a:pt x="9" y="2"/>
                      <a:pt x="7" y="1"/>
                    </a:cubicBezTo>
                    <a:cubicBezTo>
                      <a:pt x="6" y="0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8" name="Freeform 386">
                <a:extLst>
                  <a:ext uri="{FF2B5EF4-FFF2-40B4-BE49-F238E27FC236}">
                    <a16:creationId xmlns:a16="http://schemas.microsoft.com/office/drawing/2014/main" id="{69183F54-5C38-457C-9FB6-6C3F6B3CA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389"/>
                <a:ext cx="15" cy="14"/>
              </a:xfrm>
              <a:custGeom>
                <a:avLst/>
                <a:gdLst>
                  <a:gd name="T0" fmla="*/ 0 w 9"/>
                  <a:gd name="T1" fmla="*/ 0 h 8"/>
                  <a:gd name="T2" fmla="*/ 28 w 9"/>
                  <a:gd name="T3" fmla="*/ 44 h 8"/>
                  <a:gd name="T4" fmla="*/ 13 w 9"/>
                  <a:gd name="T5" fmla="*/ 28 h 8"/>
                  <a:gd name="T6" fmla="*/ 5 w 9"/>
                  <a:gd name="T7" fmla="*/ 12 h 8"/>
                  <a:gd name="T8" fmla="*/ 0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0" y="4"/>
                      <a:pt x="9" y="3"/>
                      <a:pt x="6" y="8"/>
                    </a:cubicBezTo>
                    <a:cubicBezTo>
                      <a:pt x="6" y="5"/>
                      <a:pt x="5" y="6"/>
                      <a:pt x="3" y="5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0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9" name="Freeform 387">
                <a:extLst>
                  <a:ext uri="{FF2B5EF4-FFF2-40B4-BE49-F238E27FC236}">
                    <a16:creationId xmlns:a16="http://schemas.microsoft.com/office/drawing/2014/main" id="{E6B98AB2-C241-4FF7-9264-F6EC783C8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357"/>
                <a:ext cx="26" cy="6"/>
              </a:xfrm>
              <a:custGeom>
                <a:avLst/>
                <a:gdLst>
                  <a:gd name="T0" fmla="*/ 0 w 16"/>
                  <a:gd name="T1" fmla="*/ 14 h 4"/>
                  <a:gd name="T2" fmla="*/ 13 w 16"/>
                  <a:gd name="T3" fmla="*/ 8 h 4"/>
                  <a:gd name="T4" fmla="*/ 29 w 16"/>
                  <a:gd name="T5" fmla="*/ 5 h 4"/>
                  <a:gd name="T6" fmla="*/ 68 w 16"/>
                  <a:gd name="T7" fmla="*/ 8 h 4"/>
                  <a:gd name="T8" fmla="*/ 54 w 16"/>
                  <a:gd name="T9" fmla="*/ 5 h 4"/>
                  <a:gd name="T10" fmla="*/ 39 w 16"/>
                  <a:gd name="T11" fmla="*/ 8 h 4"/>
                  <a:gd name="T12" fmla="*/ 21 w 16"/>
                  <a:gd name="T13" fmla="*/ 8 h 4"/>
                  <a:gd name="T14" fmla="*/ 5 w 16"/>
                  <a:gd name="T15" fmla="*/ 1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4" y="2"/>
                      <a:pt x="5" y="1"/>
                      <a:pt x="7" y="1"/>
                    </a:cubicBezTo>
                    <a:cubicBezTo>
                      <a:pt x="10" y="0"/>
                      <a:pt x="13" y="0"/>
                      <a:pt x="16" y="2"/>
                    </a:cubicBezTo>
                    <a:cubicBezTo>
                      <a:pt x="15" y="1"/>
                      <a:pt x="13" y="1"/>
                      <a:pt x="12" y="1"/>
                    </a:cubicBezTo>
                    <a:cubicBezTo>
                      <a:pt x="11" y="1"/>
                      <a:pt x="10" y="1"/>
                      <a:pt x="9" y="2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4" y="2"/>
                      <a:pt x="2" y="3"/>
                      <a:pt x="1" y="3"/>
                    </a:cubicBezTo>
                  </a:path>
                </a:pathLst>
              </a:custGeom>
              <a:solidFill>
                <a:srgbClr val="F7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0" name="Freeform 388">
                <a:extLst>
                  <a:ext uri="{FF2B5EF4-FFF2-40B4-BE49-F238E27FC236}">
                    <a16:creationId xmlns:a16="http://schemas.microsoft.com/office/drawing/2014/main" id="{9278FDD0-460E-4560-82E8-645FC7C75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22"/>
                <a:ext cx="91" cy="78"/>
              </a:xfrm>
              <a:custGeom>
                <a:avLst/>
                <a:gdLst>
                  <a:gd name="T0" fmla="*/ 164 w 56"/>
                  <a:gd name="T1" fmla="*/ 21 h 45"/>
                  <a:gd name="T2" fmla="*/ 55 w 56"/>
                  <a:gd name="T3" fmla="*/ 42 h 45"/>
                  <a:gd name="T4" fmla="*/ 42 w 56"/>
                  <a:gd name="T5" fmla="*/ 73 h 45"/>
                  <a:gd name="T6" fmla="*/ 13 w 56"/>
                  <a:gd name="T7" fmla="*/ 85 h 45"/>
                  <a:gd name="T8" fmla="*/ 18 w 56"/>
                  <a:gd name="T9" fmla="*/ 120 h 45"/>
                  <a:gd name="T10" fmla="*/ 29 w 56"/>
                  <a:gd name="T11" fmla="*/ 165 h 45"/>
                  <a:gd name="T12" fmla="*/ 96 w 56"/>
                  <a:gd name="T13" fmla="*/ 208 h 45"/>
                  <a:gd name="T14" fmla="*/ 109 w 56"/>
                  <a:gd name="T15" fmla="*/ 185 h 45"/>
                  <a:gd name="T16" fmla="*/ 117 w 56"/>
                  <a:gd name="T17" fmla="*/ 205 h 45"/>
                  <a:gd name="T18" fmla="*/ 151 w 56"/>
                  <a:gd name="T19" fmla="*/ 205 h 45"/>
                  <a:gd name="T20" fmla="*/ 156 w 56"/>
                  <a:gd name="T21" fmla="*/ 185 h 45"/>
                  <a:gd name="T22" fmla="*/ 177 w 56"/>
                  <a:gd name="T23" fmla="*/ 185 h 45"/>
                  <a:gd name="T24" fmla="*/ 202 w 56"/>
                  <a:gd name="T25" fmla="*/ 163 h 45"/>
                  <a:gd name="T26" fmla="*/ 215 w 56"/>
                  <a:gd name="T27" fmla="*/ 140 h 45"/>
                  <a:gd name="T28" fmla="*/ 232 w 56"/>
                  <a:gd name="T29" fmla="*/ 127 h 45"/>
                  <a:gd name="T30" fmla="*/ 215 w 56"/>
                  <a:gd name="T31" fmla="*/ 85 h 45"/>
                  <a:gd name="T32" fmla="*/ 164 w 56"/>
                  <a:gd name="T33" fmla="*/ 21 h 45"/>
                  <a:gd name="T34" fmla="*/ 164 w 56"/>
                  <a:gd name="T35" fmla="*/ 21 h 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45">
                    <a:moveTo>
                      <a:pt x="38" y="4"/>
                    </a:moveTo>
                    <a:cubicBezTo>
                      <a:pt x="32" y="2"/>
                      <a:pt x="15" y="0"/>
                      <a:pt x="13" y="8"/>
                    </a:cubicBezTo>
                    <a:cubicBezTo>
                      <a:pt x="12" y="11"/>
                      <a:pt x="15" y="14"/>
                      <a:pt x="10" y="14"/>
                    </a:cubicBezTo>
                    <a:cubicBezTo>
                      <a:pt x="7" y="15"/>
                      <a:pt x="5" y="12"/>
                      <a:pt x="3" y="16"/>
                    </a:cubicBezTo>
                    <a:cubicBezTo>
                      <a:pt x="0" y="19"/>
                      <a:pt x="2" y="21"/>
                      <a:pt x="4" y="23"/>
                    </a:cubicBezTo>
                    <a:cubicBezTo>
                      <a:pt x="6" y="26"/>
                      <a:pt x="6" y="29"/>
                      <a:pt x="7" y="32"/>
                    </a:cubicBezTo>
                    <a:cubicBezTo>
                      <a:pt x="9" y="37"/>
                      <a:pt x="15" y="45"/>
                      <a:pt x="22" y="40"/>
                    </a:cubicBezTo>
                    <a:cubicBezTo>
                      <a:pt x="24" y="39"/>
                      <a:pt x="23" y="36"/>
                      <a:pt x="25" y="36"/>
                    </a:cubicBezTo>
                    <a:cubicBezTo>
                      <a:pt x="27" y="36"/>
                      <a:pt x="26" y="38"/>
                      <a:pt x="27" y="39"/>
                    </a:cubicBezTo>
                    <a:cubicBezTo>
                      <a:pt x="29" y="42"/>
                      <a:pt x="33" y="42"/>
                      <a:pt x="35" y="39"/>
                    </a:cubicBezTo>
                    <a:cubicBezTo>
                      <a:pt x="37" y="38"/>
                      <a:pt x="35" y="37"/>
                      <a:pt x="36" y="36"/>
                    </a:cubicBezTo>
                    <a:cubicBezTo>
                      <a:pt x="37" y="36"/>
                      <a:pt x="40" y="36"/>
                      <a:pt x="41" y="36"/>
                    </a:cubicBezTo>
                    <a:cubicBezTo>
                      <a:pt x="46" y="35"/>
                      <a:pt x="46" y="34"/>
                      <a:pt x="47" y="31"/>
                    </a:cubicBezTo>
                    <a:cubicBezTo>
                      <a:pt x="48" y="28"/>
                      <a:pt x="47" y="29"/>
                      <a:pt x="50" y="27"/>
                    </a:cubicBezTo>
                    <a:cubicBezTo>
                      <a:pt x="51" y="26"/>
                      <a:pt x="53" y="26"/>
                      <a:pt x="54" y="24"/>
                    </a:cubicBezTo>
                    <a:cubicBezTo>
                      <a:pt x="56" y="19"/>
                      <a:pt x="54" y="18"/>
                      <a:pt x="50" y="16"/>
                    </a:cubicBezTo>
                    <a:cubicBezTo>
                      <a:pt x="46" y="12"/>
                      <a:pt x="44" y="7"/>
                      <a:pt x="38" y="4"/>
                    </a:cubicBezTo>
                    <a:cubicBezTo>
                      <a:pt x="37" y="4"/>
                      <a:pt x="38" y="5"/>
                      <a:pt x="38" y="4"/>
                    </a:cubicBezTo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1" name="Freeform 389">
                <a:extLst>
                  <a:ext uri="{FF2B5EF4-FFF2-40B4-BE49-F238E27FC236}">
                    <a16:creationId xmlns:a16="http://schemas.microsoft.com/office/drawing/2014/main" id="{6D7F02FE-57AF-4166-A7CB-81CA5C441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370"/>
                <a:ext cx="30" cy="21"/>
              </a:xfrm>
              <a:custGeom>
                <a:avLst/>
                <a:gdLst>
                  <a:gd name="T0" fmla="*/ 74 w 19"/>
                  <a:gd name="T1" fmla="*/ 0 h 12"/>
                  <a:gd name="T2" fmla="*/ 60 w 19"/>
                  <a:gd name="T3" fmla="*/ 33 h 12"/>
                  <a:gd name="T4" fmla="*/ 27 w 19"/>
                  <a:gd name="T5" fmla="*/ 44 h 12"/>
                  <a:gd name="T6" fmla="*/ 13 w 19"/>
                  <a:gd name="T7" fmla="*/ 58 h 12"/>
                  <a:gd name="T8" fmla="*/ 0 w 19"/>
                  <a:gd name="T9" fmla="*/ 28 h 12"/>
                  <a:gd name="T10" fmla="*/ 14 w 19"/>
                  <a:gd name="T11" fmla="*/ 37 h 12"/>
                  <a:gd name="T12" fmla="*/ 33 w 19"/>
                  <a:gd name="T13" fmla="*/ 7 h 12"/>
                  <a:gd name="T14" fmla="*/ 55 w 19"/>
                  <a:gd name="T15" fmla="*/ 12 h 12"/>
                  <a:gd name="T16" fmla="*/ 74 w 19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cubicBezTo>
                      <a:pt x="17" y="3"/>
                      <a:pt x="18" y="5"/>
                      <a:pt x="15" y="6"/>
                    </a:cubicBezTo>
                    <a:cubicBezTo>
                      <a:pt x="12" y="7"/>
                      <a:pt x="9" y="6"/>
                      <a:pt x="7" y="8"/>
                    </a:cubicBezTo>
                    <a:cubicBezTo>
                      <a:pt x="6" y="10"/>
                      <a:pt x="6" y="12"/>
                      <a:pt x="3" y="11"/>
                    </a:cubicBezTo>
                    <a:cubicBezTo>
                      <a:pt x="0" y="10"/>
                      <a:pt x="1" y="8"/>
                      <a:pt x="0" y="5"/>
                    </a:cubicBezTo>
                    <a:cubicBezTo>
                      <a:pt x="1" y="6"/>
                      <a:pt x="2" y="8"/>
                      <a:pt x="4" y="7"/>
                    </a:cubicBezTo>
                    <a:cubicBezTo>
                      <a:pt x="6" y="5"/>
                      <a:pt x="6" y="2"/>
                      <a:pt x="8" y="1"/>
                    </a:cubicBezTo>
                    <a:cubicBezTo>
                      <a:pt x="10" y="1"/>
                      <a:pt x="12" y="2"/>
                      <a:pt x="14" y="2"/>
                    </a:cubicBezTo>
                    <a:cubicBezTo>
                      <a:pt x="16" y="2"/>
                      <a:pt x="17" y="1"/>
                      <a:pt x="19" y="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2" name="Freeform 390">
                <a:extLst>
                  <a:ext uri="{FF2B5EF4-FFF2-40B4-BE49-F238E27FC236}">
                    <a16:creationId xmlns:a16="http://schemas.microsoft.com/office/drawing/2014/main" id="{611FA908-DA2B-46D9-BEAA-937482362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348"/>
                <a:ext cx="31" cy="46"/>
              </a:xfrm>
              <a:custGeom>
                <a:avLst/>
                <a:gdLst>
                  <a:gd name="T0" fmla="*/ 83 w 19"/>
                  <a:gd name="T1" fmla="*/ 112 h 27"/>
                  <a:gd name="T2" fmla="*/ 42 w 19"/>
                  <a:gd name="T3" fmla="*/ 107 h 27"/>
                  <a:gd name="T4" fmla="*/ 26 w 19"/>
                  <a:gd name="T5" fmla="*/ 63 h 27"/>
                  <a:gd name="T6" fmla="*/ 13 w 19"/>
                  <a:gd name="T7" fmla="*/ 44 h 27"/>
                  <a:gd name="T8" fmla="*/ 5 w 19"/>
                  <a:gd name="T9" fmla="*/ 26 h 27"/>
                  <a:gd name="T10" fmla="*/ 18 w 19"/>
                  <a:gd name="T11" fmla="*/ 0 h 27"/>
                  <a:gd name="T12" fmla="*/ 21 w 19"/>
                  <a:gd name="T13" fmla="*/ 34 h 27"/>
                  <a:gd name="T14" fmla="*/ 42 w 19"/>
                  <a:gd name="T15" fmla="*/ 70 h 27"/>
                  <a:gd name="T16" fmla="*/ 55 w 19"/>
                  <a:gd name="T17" fmla="*/ 112 h 27"/>
                  <a:gd name="T18" fmla="*/ 77 w 19"/>
                  <a:gd name="T19" fmla="*/ 119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27">
                    <a:moveTo>
                      <a:pt x="19" y="23"/>
                    </a:moveTo>
                    <a:cubicBezTo>
                      <a:pt x="17" y="27"/>
                      <a:pt x="11" y="24"/>
                      <a:pt x="10" y="22"/>
                    </a:cubicBezTo>
                    <a:cubicBezTo>
                      <a:pt x="8" y="19"/>
                      <a:pt x="7" y="16"/>
                      <a:pt x="6" y="13"/>
                    </a:cubicBezTo>
                    <a:cubicBezTo>
                      <a:pt x="5" y="12"/>
                      <a:pt x="4" y="10"/>
                      <a:pt x="3" y="9"/>
                    </a:cubicBezTo>
                    <a:cubicBezTo>
                      <a:pt x="2" y="8"/>
                      <a:pt x="1" y="6"/>
                      <a:pt x="1" y="5"/>
                    </a:cubicBezTo>
                    <a:cubicBezTo>
                      <a:pt x="0" y="1"/>
                      <a:pt x="2" y="1"/>
                      <a:pt x="4" y="0"/>
                    </a:cubicBezTo>
                    <a:cubicBezTo>
                      <a:pt x="1" y="2"/>
                      <a:pt x="4" y="5"/>
                      <a:pt x="5" y="7"/>
                    </a:cubicBezTo>
                    <a:cubicBezTo>
                      <a:pt x="7" y="9"/>
                      <a:pt x="9" y="10"/>
                      <a:pt x="10" y="14"/>
                    </a:cubicBezTo>
                    <a:cubicBezTo>
                      <a:pt x="11" y="17"/>
                      <a:pt x="10" y="20"/>
                      <a:pt x="13" y="23"/>
                    </a:cubicBezTo>
                    <a:cubicBezTo>
                      <a:pt x="14" y="24"/>
                      <a:pt x="16" y="24"/>
                      <a:pt x="18" y="24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3" name="Freeform 391">
                <a:extLst>
                  <a:ext uri="{FF2B5EF4-FFF2-40B4-BE49-F238E27FC236}">
                    <a16:creationId xmlns:a16="http://schemas.microsoft.com/office/drawing/2014/main" id="{71C6C5A8-AA66-4710-BA7D-21121123F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327"/>
                <a:ext cx="23" cy="16"/>
              </a:xfrm>
              <a:custGeom>
                <a:avLst/>
                <a:gdLst>
                  <a:gd name="T0" fmla="*/ 54 w 14"/>
                  <a:gd name="T1" fmla="*/ 7 h 9"/>
                  <a:gd name="T2" fmla="*/ 5 w 14"/>
                  <a:gd name="T3" fmla="*/ 50 h 9"/>
                  <a:gd name="T4" fmla="*/ 26 w 14"/>
                  <a:gd name="T5" fmla="*/ 12 h 9"/>
                  <a:gd name="T6" fmla="*/ 43 w 14"/>
                  <a:gd name="T7" fmla="*/ 12 h 9"/>
                  <a:gd name="T8" fmla="*/ 54 w 14"/>
                  <a:gd name="T9" fmla="*/ 7 h 9"/>
                  <a:gd name="T10" fmla="*/ 62 w 14"/>
                  <a:gd name="T11" fmla="*/ 1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12" y="1"/>
                    </a:moveTo>
                    <a:cubicBezTo>
                      <a:pt x="6" y="0"/>
                      <a:pt x="0" y="2"/>
                      <a:pt x="1" y="9"/>
                    </a:cubicBezTo>
                    <a:cubicBezTo>
                      <a:pt x="1" y="6"/>
                      <a:pt x="3" y="3"/>
                      <a:pt x="6" y="2"/>
                    </a:cubicBezTo>
                    <a:cubicBezTo>
                      <a:pt x="7" y="2"/>
                      <a:pt x="9" y="2"/>
                      <a:pt x="10" y="2"/>
                    </a:cubicBezTo>
                    <a:cubicBezTo>
                      <a:pt x="11" y="2"/>
                      <a:pt x="11" y="1"/>
                      <a:pt x="12" y="1"/>
                    </a:cubicBezTo>
                    <a:cubicBezTo>
                      <a:pt x="12" y="1"/>
                      <a:pt x="13" y="2"/>
                      <a:pt x="14" y="2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4" name="Freeform 392">
                <a:extLst>
                  <a:ext uri="{FF2B5EF4-FFF2-40B4-BE49-F238E27FC236}">
                    <a16:creationId xmlns:a16="http://schemas.microsoft.com/office/drawing/2014/main" id="{A0AE26F3-82A3-49CA-BF5E-95DEB6C78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343"/>
                <a:ext cx="27" cy="20"/>
              </a:xfrm>
              <a:custGeom>
                <a:avLst/>
                <a:gdLst>
                  <a:gd name="T0" fmla="*/ 68 w 17"/>
                  <a:gd name="T1" fmla="*/ 42 h 12"/>
                  <a:gd name="T2" fmla="*/ 25 w 17"/>
                  <a:gd name="T3" fmla="*/ 28 h 12"/>
                  <a:gd name="T4" fmla="*/ 0 w 17"/>
                  <a:gd name="T5" fmla="*/ 55 h 12"/>
                  <a:gd name="T6" fmla="*/ 8 w 17"/>
                  <a:gd name="T7" fmla="*/ 13 h 12"/>
                  <a:gd name="T8" fmla="*/ 27 w 17"/>
                  <a:gd name="T9" fmla="*/ 13 h 12"/>
                  <a:gd name="T10" fmla="*/ 52 w 17"/>
                  <a:gd name="T11" fmla="*/ 28 h 12"/>
                  <a:gd name="T12" fmla="*/ 64 w 17"/>
                  <a:gd name="T13" fmla="*/ 37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2">
                    <a:moveTo>
                      <a:pt x="17" y="9"/>
                    </a:moveTo>
                    <a:cubicBezTo>
                      <a:pt x="13" y="10"/>
                      <a:pt x="10" y="5"/>
                      <a:pt x="6" y="6"/>
                    </a:cubicBezTo>
                    <a:cubicBezTo>
                      <a:pt x="4" y="6"/>
                      <a:pt x="0" y="10"/>
                      <a:pt x="0" y="12"/>
                    </a:cubicBezTo>
                    <a:cubicBezTo>
                      <a:pt x="0" y="9"/>
                      <a:pt x="0" y="5"/>
                      <a:pt x="2" y="3"/>
                    </a:cubicBezTo>
                    <a:cubicBezTo>
                      <a:pt x="4" y="0"/>
                      <a:pt x="4" y="1"/>
                      <a:pt x="7" y="3"/>
                    </a:cubicBezTo>
                    <a:cubicBezTo>
                      <a:pt x="10" y="4"/>
                      <a:pt x="11" y="5"/>
                      <a:pt x="13" y="6"/>
                    </a:cubicBezTo>
                    <a:cubicBezTo>
                      <a:pt x="14" y="7"/>
                      <a:pt x="15" y="9"/>
                      <a:pt x="16" y="8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5" name="Freeform 393">
                <a:extLst>
                  <a:ext uri="{FF2B5EF4-FFF2-40B4-BE49-F238E27FC236}">
                    <a16:creationId xmlns:a16="http://schemas.microsoft.com/office/drawing/2014/main" id="{92A6F0B3-3101-438E-8E84-CC592987C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386"/>
                <a:ext cx="16" cy="7"/>
              </a:xfrm>
              <a:custGeom>
                <a:avLst/>
                <a:gdLst>
                  <a:gd name="T0" fmla="*/ 35 w 10"/>
                  <a:gd name="T1" fmla="*/ 0 h 4"/>
                  <a:gd name="T2" fmla="*/ 0 w 10"/>
                  <a:gd name="T3" fmla="*/ 0 h 4"/>
                  <a:gd name="T4" fmla="*/ 26 w 10"/>
                  <a:gd name="T5" fmla="*/ 12 h 4"/>
                  <a:gd name="T6" fmla="*/ 42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9" y="0"/>
                    </a:moveTo>
                    <a:cubicBezTo>
                      <a:pt x="7" y="4"/>
                      <a:pt x="2" y="3"/>
                      <a:pt x="0" y="0"/>
                    </a:cubicBezTo>
                    <a:cubicBezTo>
                      <a:pt x="2" y="2"/>
                      <a:pt x="3" y="3"/>
                      <a:pt x="6" y="2"/>
                    </a:cubicBezTo>
                    <a:cubicBezTo>
                      <a:pt x="8" y="1"/>
                      <a:pt x="8" y="0"/>
                      <a:pt x="10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6" name="Freeform 394">
                <a:extLst>
                  <a:ext uri="{FF2B5EF4-FFF2-40B4-BE49-F238E27FC236}">
                    <a16:creationId xmlns:a16="http://schemas.microsoft.com/office/drawing/2014/main" id="{6E03A08B-F8C6-42D8-9288-D78B213A6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379"/>
                <a:ext cx="17" cy="10"/>
              </a:xfrm>
              <a:custGeom>
                <a:avLst/>
                <a:gdLst>
                  <a:gd name="T0" fmla="*/ 49 w 10"/>
                  <a:gd name="T1" fmla="*/ 0 h 6"/>
                  <a:gd name="T2" fmla="*/ 9 w 10"/>
                  <a:gd name="T3" fmla="*/ 13 h 6"/>
                  <a:gd name="T4" fmla="*/ 0 w 10"/>
                  <a:gd name="T5" fmla="*/ 28 h 6"/>
                  <a:gd name="T6" fmla="*/ 9 w 10"/>
                  <a:gd name="T7" fmla="*/ 5 h 6"/>
                  <a:gd name="T8" fmla="*/ 26 w 10"/>
                  <a:gd name="T9" fmla="*/ 5 h 6"/>
                  <a:gd name="T10" fmla="*/ 49 w 1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10" y="2"/>
                      <a:pt x="4" y="2"/>
                      <a:pt x="2" y="3"/>
                    </a:cubicBezTo>
                    <a:cubicBezTo>
                      <a:pt x="1" y="4"/>
                      <a:pt x="1" y="6"/>
                      <a:pt x="0" y="6"/>
                    </a:cubicBezTo>
                    <a:cubicBezTo>
                      <a:pt x="1" y="5"/>
                      <a:pt x="1" y="2"/>
                      <a:pt x="2" y="1"/>
                    </a:cubicBezTo>
                    <a:cubicBezTo>
                      <a:pt x="3" y="0"/>
                      <a:pt x="5" y="1"/>
                      <a:pt x="5" y="1"/>
                    </a:cubicBezTo>
                    <a:cubicBezTo>
                      <a:pt x="7" y="1"/>
                      <a:pt x="9" y="1"/>
                      <a:pt x="10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7" name="Freeform 395">
                <a:extLst>
                  <a:ext uri="{FF2B5EF4-FFF2-40B4-BE49-F238E27FC236}">
                    <a16:creationId xmlns:a16="http://schemas.microsoft.com/office/drawing/2014/main" id="{B7280D44-89C3-455F-8678-52245C065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329"/>
                <a:ext cx="8" cy="16"/>
              </a:xfrm>
              <a:custGeom>
                <a:avLst/>
                <a:gdLst>
                  <a:gd name="T0" fmla="*/ 21 w 5"/>
                  <a:gd name="T1" fmla="*/ 0 h 9"/>
                  <a:gd name="T2" fmla="*/ 5 w 5"/>
                  <a:gd name="T3" fmla="*/ 50 h 9"/>
                  <a:gd name="T4" fmla="*/ 21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1" y="0"/>
                      <a:pt x="0" y="6"/>
                      <a:pt x="1" y="9"/>
                    </a:cubicBezTo>
                    <a:cubicBezTo>
                      <a:pt x="1" y="7"/>
                      <a:pt x="2" y="0"/>
                      <a:pt x="5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8" name="Freeform 396">
                <a:extLst>
                  <a:ext uri="{FF2B5EF4-FFF2-40B4-BE49-F238E27FC236}">
                    <a16:creationId xmlns:a16="http://schemas.microsoft.com/office/drawing/2014/main" id="{9CAF8625-C290-4502-B757-364212894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327"/>
                <a:ext cx="27" cy="23"/>
              </a:xfrm>
              <a:custGeom>
                <a:avLst/>
                <a:gdLst>
                  <a:gd name="T0" fmla="*/ 68 w 17"/>
                  <a:gd name="T1" fmla="*/ 73 h 13"/>
                  <a:gd name="T2" fmla="*/ 40 w 17"/>
                  <a:gd name="T3" fmla="*/ 28 h 13"/>
                  <a:gd name="T4" fmla="*/ 0 w 17"/>
                  <a:gd name="T5" fmla="*/ 7 h 13"/>
                  <a:gd name="T6" fmla="*/ 25 w 17"/>
                  <a:gd name="T7" fmla="*/ 16 h 13"/>
                  <a:gd name="T8" fmla="*/ 40 w 17"/>
                  <a:gd name="T9" fmla="*/ 37 h 13"/>
                  <a:gd name="T10" fmla="*/ 52 w 17"/>
                  <a:gd name="T11" fmla="*/ 50 h 13"/>
                  <a:gd name="T12" fmla="*/ 68 w 17"/>
                  <a:gd name="T13" fmla="*/ 7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17" y="13"/>
                    </a:moveTo>
                    <a:cubicBezTo>
                      <a:pt x="14" y="11"/>
                      <a:pt x="13" y="7"/>
                      <a:pt x="10" y="5"/>
                    </a:cubicBezTo>
                    <a:cubicBezTo>
                      <a:pt x="8" y="3"/>
                      <a:pt x="3" y="0"/>
                      <a:pt x="0" y="1"/>
                    </a:cubicBezTo>
                    <a:cubicBezTo>
                      <a:pt x="2" y="2"/>
                      <a:pt x="4" y="2"/>
                      <a:pt x="6" y="3"/>
                    </a:cubicBezTo>
                    <a:cubicBezTo>
                      <a:pt x="8" y="4"/>
                      <a:pt x="9" y="6"/>
                      <a:pt x="10" y="7"/>
                    </a:cubicBezTo>
                    <a:cubicBezTo>
                      <a:pt x="11" y="8"/>
                      <a:pt x="12" y="9"/>
                      <a:pt x="13" y="9"/>
                    </a:cubicBezTo>
                    <a:cubicBezTo>
                      <a:pt x="15" y="10"/>
                      <a:pt x="16" y="11"/>
                      <a:pt x="17" y="13"/>
                    </a:cubicBezTo>
                  </a:path>
                </a:pathLst>
              </a:custGeom>
              <a:solidFill>
                <a:srgbClr val="F7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9" name="Freeform 397">
                <a:extLst>
                  <a:ext uri="{FF2B5EF4-FFF2-40B4-BE49-F238E27FC236}">
                    <a16:creationId xmlns:a16="http://schemas.microsoft.com/office/drawing/2014/main" id="{D3906D27-0F87-4C29-A8CD-041705662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351"/>
                <a:ext cx="17" cy="11"/>
              </a:xfrm>
              <a:custGeom>
                <a:avLst/>
                <a:gdLst>
                  <a:gd name="T0" fmla="*/ 40 w 11"/>
                  <a:gd name="T1" fmla="*/ 37 h 6"/>
                  <a:gd name="T2" fmla="*/ 0 w 11"/>
                  <a:gd name="T3" fmla="*/ 37 h 6"/>
                  <a:gd name="T4" fmla="*/ 19 w 11"/>
                  <a:gd name="T5" fmla="*/ 31 h 6"/>
                  <a:gd name="T6" fmla="*/ 36 w 11"/>
                  <a:gd name="T7" fmla="*/ 3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11" y="6"/>
                    </a:moveTo>
                    <a:cubicBezTo>
                      <a:pt x="9" y="5"/>
                      <a:pt x="2" y="0"/>
                      <a:pt x="0" y="6"/>
                    </a:cubicBezTo>
                    <a:cubicBezTo>
                      <a:pt x="1" y="4"/>
                      <a:pt x="3" y="4"/>
                      <a:pt x="5" y="5"/>
                    </a:cubicBezTo>
                    <a:cubicBezTo>
                      <a:pt x="7" y="5"/>
                      <a:pt x="8" y="5"/>
                      <a:pt x="10" y="5"/>
                    </a:cubicBezTo>
                  </a:path>
                </a:pathLst>
              </a:custGeom>
              <a:solidFill>
                <a:srgbClr val="F7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0" name="Freeform 398">
                <a:extLst>
                  <a:ext uri="{FF2B5EF4-FFF2-40B4-BE49-F238E27FC236}">
                    <a16:creationId xmlns:a16="http://schemas.microsoft.com/office/drawing/2014/main" id="{38BA8D4A-35B1-41C2-89D6-032D61563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338"/>
                <a:ext cx="15" cy="12"/>
              </a:xfrm>
              <a:custGeom>
                <a:avLst/>
                <a:gdLst>
                  <a:gd name="T0" fmla="*/ 37 w 9"/>
                  <a:gd name="T1" fmla="*/ 5 h 7"/>
                  <a:gd name="T2" fmla="*/ 22 w 9"/>
                  <a:gd name="T3" fmla="*/ 21 h 7"/>
                  <a:gd name="T4" fmla="*/ 8 w 9"/>
                  <a:gd name="T5" fmla="*/ 29 h 7"/>
                  <a:gd name="T6" fmla="*/ 0 w 9"/>
                  <a:gd name="T7" fmla="*/ 29 h 7"/>
                  <a:gd name="T8" fmla="*/ 22 w 9"/>
                  <a:gd name="T9" fmla="*/ 26 h 7"/>
                  <a:gd name="T10" fmla="*/ 37 w 9"/>
                  <a:gd name="T11" fmla="*/ 9 h 7"/>
                  <a:gd name="T12" fmla="*/ 42 w 9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8" y="1"/>
                    </a:moveTo>
                    <a:cubicBezTo>
                      <a:pt x="7" y="3"/>
                      <a:pt x="6" y="3"/>
                      <a:pt x="5" y="4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3" y="7"/>
                      <a:pt x="4" y="7"/>
                      <a:pt x="5" y="5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8" y="2"/>
                      <a:pt x="8" y="1"/>
                      <a:pt x="9" y="0"/>
                    </a:cubicBezTo>
                  </a:path>
                </a:pathLst>
              </a:custGeom>
              <a:solidFill>
                <a:srgbClr val="F7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1" name="Freeform 399">
                <a:extLst>
                  <a:ext uri="{FF2B5EF4-FFF2-40B4-BE49-F238E27FC236}">
                    <a16:creationId xmlns:a16="http://schemas.microsoft.com/office/drawing/2014/main" id="{6FAA7B76-B8F4-4C9F-ACCD-A690D7431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22"/>
                <a:ext cx="91" cy="78"/>
              </a:xfrm>
              <a:custGeom>
                <a:avLst/>
                <a:gdLst>
                  <a:gd name="T0" fmla="*/ 164 w 56"/>
                  <a:gd name="T1" fmla="*/ 21 h 45"/>
                  <a:gd name="T2" fmla="*/ 55 w 56"/>
                  <a:gd name="T3" fmla="*/ 42 h 45"/>
                  <a:gd name="T4" fmla="*/ 42 w 56"/>
                  <a:gd name="T5" fmla="*/ 73 h 45"/>
                  <a:gd name="T6" fmla="*/ 13 w 56"/>
                  <a:gd name="T7" fmla="*/ 85 h 45"/>
                  <a:gd name="T8" fmla="*/ 18 w 56"/>
                  <a:gd name="T9" fmla="*/ 120 h 45"/>
                  <a:gd name="T10" fmla="*/ 29 w 56"/>
                  <a:gd name="T11" fmla="*/ 165 h 45"/>
                  <a:gd name="T12" fmla="*/ 96 w 56"/>
                  <a:gd name="T13" fmla="*/ 208 h 45"/>
                  <a:gd name="T14" fmla="*/ 109 w 56"/>
                  <a:gd name="T15" fmla="*/ 185 h 45"/>
                  <a:gd name="T16" fmla="*/ 117 w 56"/>
                  <a:gd name="T17" fmla="*/ 205 h 45"/>
                  <a:gd name="T18" fmla="*/ 151 w 56"/>
                  <a:gd name="T19" fmla="*/ 205 h 45"/>
                  <a:gd name="T20" fmla="*/ 156 w 56"/>
                  <a:gd name="T21" fmla="*/ 185 h 45"/>
                  <a:gd name="T22" fmla="*/ 177 w 56"/>
                  <a:gd name="T23" fmla="*/ 185 h 45"/>
                  <a:gd name="T24" fmla="*/ 202 w 56"/>
                  <a:gd name="T25" fmla="*/ 163 h 45"/>
                  <a:gd name="T26" fmla="*/ 215 w 56"/>
                  <a:gd name="T27" fmla="*/ 140 h 45"/>
                  <a:gd name="T28" fmla="*/ 232 w 56"/>
                  <a:gd name="T29" fmla="*/ 127 h 45"/>
                  <a:gd name="T30" fmla="*/ 215 w 56"/>
                  <a:gd name="T31" fmla="*/ 85 h 45"/>
                  <a:gd name="T32" fmla="*/ 164 w 56"/>
                  <a:gd name="T33" fmla="*/ 21 h 45"/>
                  <a:gd name="T34" fmla="*/ 164 w 56"/>
                  <a:gd name="T35" fmla="*/ 21 h 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45">
                    <a:moveTo>
                      <a:pt x="38" y="4"/>
                    </a:moveTo>
                    <a:cubicBezTo>
                      <a:pt x="32" y="2"/>
                      <a:pt x="15" y="0"/>
                      <a:pt x="13" y="8"/>
                    </a:cubicBezTo>
                    <a:cubicBezTo>
                      <a:pt x="12" y="11"/>
                      <a:pt x="15" y="14"/>
                      <a:pt x="10" y="14"/>
                    </a:cubicBezTo>
                    <a:cubicBezTo>
                      <a:pt x="7" y="15"/>
                      <a:pt x="5" y="12"/>
                      <a:pt x="3" y="16"/>
                    </a:cubicBezTo>
                    <a:cubicBezTo>
                      <a:pt x="0" y="19"/>
                      <a:pt x="2" y="21"/>
                      <a:pt x="4" y="23"/>
                    </a:cubicBezTo>
                    <a:cubicBezTo>
                      <a:pt x="6" y="26"/>
                      <a:pt x="6" y="29"/>
                      <a:pt x="7" y="32"/>
                    </a:cubicBezTo>
                    <a:cubicBezTo>
                      <a:pt x="9" y="37"/>
                      <a:pt x="15" y="45"/>
                      <a:pt x="22" y="40"/>
                    </a:cubicBezTo>
                    <a:cubicBezTo>
                      <a:pt x="24" y="39"/>
                      <a:pt x="23" y="36"/>
                      <a:pt x="25" y="36"/>
                    </a:cubicBezTo>
                    <a:cubicBezTo>
                      <a:pt x="27" y="36"/>
                      <a:pt x="26" y="38"/>
                      <a:pt x="27" y="39"/>
                    </a:cubicBezTo>
                    <a:cubicBezTo>
                      <a:pt x="29" y="42"/>
                      <a:pt x="33" y="42"/>
                      <a:pt x="35" y="39"/>
                    </a:cubicBezTo>
                    <a:cubicBezTo>
                      <a:pt x="37" y="38"/>
                      <a:pt x="35" y="37"/>
                      <a:pt x="36" y="36"/>
                    </a:cubicBezTo>
                    <a:cubicBezTo>
                      <a:pt x="37" y="36"/>
                      <a:pt x="40" y="36"/>
                      <a:pt x="41" y="36"/>
                    </a:cubicBezTo>
                    <a:cubicBezTo>
                      <a:pt x="46" y="35"/>
                      <a:pt x="46" y="34"/>
                      <a:pt x="47" y="31"/>
                    </a:cubicBezTo>
                    <a:cubicBezTo>
                      <a:pt x="48" y="28"/>
                      <a:pt x="47" y="29"/>
                      <a:pt x="50" y="27"/>
                    </a:cubicBezTo>
                    <a:cubicBezTo>
                      <a:pt x="51" y="26"/>
                      <a:pt x="53" y="26"/>
                      <a:pt x="54" y="24"/>
                    </a:cubicBezTo>
                    <a:cubicBezTo>
                      <a:pt x="56" y="19"/>
                      <a:pt x="54" y="18"/>
                      <a:pt x="50" y="16"/>
                    </a:cubicBezTo>
                    <a:cubicBezTo>
                      <a:pt x="46" y="12"/>
                      <a:pt x="44" y="7"/>
                      <a:pt x="38" y="4"/>
                    </a:cubicBezTo>
                    <a:cubicBezTo>
                      <a:pt x="37" y="4"/>
                      <a:pt x="38" y="5"/>
                      <a:pt x="38" y="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2" name="Freeform 400">
                <a:extLst>
                  <a:ext uri="{FF2B5EF4-FFF2-40B4-BE49-F238E27FC236}">
                    <a16:creationId xmlns:a16="http://schemas.microsoft.com/office/drawing/2014/main" id="{B58ACE79-EA9F-4709-BBC1-74EC5DBA0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336"/>
                <a:ext cx="8" cy="10"/>
              </a:xfrm>
              <a:custGeom>
                <a:avLst/>
                <a:gdLst>
                  <a:gd name="T0" fmla="*/ 21 w 5"/>
                  <a:gd name="T1" fmla="*/ 0 h 6"/>
                  <a:gd name="T2" fmla="*/ 0 w 5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3"/>
                      <a:pt x="3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3" name="Freeform 401">
                <a:extLst>
                  <a:ext uri="{FF2B5EF4-FFF2-40B4-BE49-F238E27FC236}">
                    <a16:creationId xmlns:a16="http://schemas.microsoft.com/office/drawing/2014/main" id="{39C0DBD2-8564-4889-9D23-18582B125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353"/>
                <a:ext cx="29" cy="10"/>
              </a:xfrm>
              <a:custGeom>
                <a:avLst/>
                <a:gdLst>
                  <a:gd name="T0" fmla="*/ 76 w 18"/>
                  <a:gd name="T1" fmla="*/ 13 h 6"/>
                  <a:gd name="T2" fmla="*/ 39 w 18"/>
                  <a:gd name="T3" fmla="*/ 0 h 6"/>
                  <a:gd name="T4" fmla="*/ 0 w 18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8" y="3"/>
                    </a:moveTo>
                    <a:cubicBezTo>
                      <a:pt x="13" y="5"/>
                      <a:pt x="13" y="1"/>
                      <a:pt x="9" y="0"/>
                    </a:cubicBezTo>
                    <a:cubicBezTo>
                      <a:pt x="5" y="0"/>
                      <a:pt x="1" y="3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4" name="Freeform 402">
                <a:extLst>
                  <a:ext uri="{FF2B5EF4-FFF2-40B4-BE49-F238E27FC236}">
                    <a16:creationId xmlns:a16="http://schemas.microsoft.com/office/drawing/2014/main" id="{1855CC2B-0DBC-49DD-B8FB-ECB3D68B8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384"/>
                <a:ext cx="9" cy="3"/>
              </a:xfrm>
              <a:custGeom>
                <a:avLst/>
                <a:gdLst>
                  <a:gd name="T0" fmla="*/ 21 w 6"/>
                  <a:gd name="T1" fmla="*/ 0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5" name="Freeform 403">
                <a:extLst>
                  <a:ext uri="{FF2B5EF4-FFF2-40B4-BE49-F238E27FC236}">
                    <a16:creationId xmlns:a16="http://schemas.microsoft.com/office/drawing/2014/main" id="{495979A7-6809-4117-8638-32B3285CE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360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0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6" name="Freeform 404">
                <a:extLst>
                  <a:ext uri="{FF2B5EF4-FFF2-40B4-BE49-F238E27FC236}">
                    <a16:creationId xmlns:a16="http://schemas.microsoft.com/office/drawing/2014/main" id="{6A89AA08-D05D-4F16-A1CE-705C8236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336"/>
                <a:ext cx="3" cy="5"/>
              </a:xfrm>
              <a:custGeom>
                <a:avLst/>
                <a:gdLst>
                  <a:gd name="T0" fmla="*/ 0 w 2"/>
                  <a:gd name="T1" fmla="*/ 5 h 3"/>
                  <a:gd name="T2" fmla="*/ 0 w 2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2" y="0"/>
                      <a:pt x="1" y="3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7" name="Freeform 405">
                <a:extLst>
                  <a:ext uri="{FF2B5EF4-FFF2-40B4-BE49-F238E27FC236}">
                    <a16:creationId xmlns:a16="http://schemas.microsoft.com/office/drawing/2014/main" id="{0D018324-184F-4798-BE27-370411E6A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357"/>
                <a:ext cx="3" cy="5"/>
              </a:xfrm>
              <a:custGeom>
                <a:avLst/>
                <a:gdLst>
                  <a:gd name="T0" fmla="*/ 8 w 2"/>
                  <a:gd name="T1" fmla="*/ 0 h 3"/>
                  <a:gd name="T2" fmla="*/ 5 w 2"/>
                  <a:gd name="T3" fmla="*/ 13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2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085" name="Freeform 406">
              <a:extLst>
                <a:ext uri="{FF2B5EF4-FFF2-40B4-BE49-F238E27FC236}">
                  <a16:creationId xmlns:a16="http://schemas.microsoft.com/office/drawing/2014/main" id="{565464CF-B533-4896-AFD2-D238F7C68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384"/>
              <a:ext cx="3" cy="3"/>
            </a:xfrm>
            <a:custGeom>
              <a:avLst/>
              <a:gdLst>
                <a:gd name="T0" fmla="*/ 5 w 2"/>
                <a:gd name="T1" fmla="*/ 8 h 2"/>
                <a:gd name="T2" fmla="*/ 0 w 2"/>
                <a:gd name="T3" fmla="*/ 0 h 2"/>
                <a:gd name="T4" fmla="*/ 8 w 2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6" name="Freeform 407">
              <a:extLst>
                <a:ext uri="{FF2B5EF4-FFF2-40B4-BE49-F238E27FC236}">
                  <a16:creationId xmlns:a16="http://schemas.microsoft.com/office/drawing/2014/main" id="{006B1962-D4D2-482B-B09F-65FCB2D51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2350"/>
              <a:ext cx="13" cy="7"/>
            </a:xfrm>
            <a:custGeom>
              <a:avLst/>
              <a:gdLst>
                <a:gd name="T0" fmla="*/ 0 w 8"/>
                <a:gd name="T1" fmla="*/ 21 h 4"/>
                <a:gd name="T2" fmla="*/ 34 w 8"/>
                <a:gd name="T3" fmla="*/ 12 h 4"/>
                <a:gd name="T4" fmla="*/ 0 w 8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0"/>
                    <a:pt x="8" y="2"/>
                  </a:cubicBezTo>
                  <a:cubicBezTo>
                    <a:pt x="6" y="0"/>
                    <a:pt x="1" y="0"/>
                    <a:pt x="0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7" name="Freeform 408">
              <a:extLst>
                <a:ext uri="{FF2B5EF4-FFF2-40B4-BE49-F238E27FC236}">
                  <a16:creationId xmlns:a16="http://schemas.microsoft.com/office/drawing/2014/main" id="{708EFB17-D707-48F2-8603-AA4FDF48A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362"/>
              <a:ext cx="6" cy="17"/>
            </a:xfrm>
            <a:custGeom>
              <a:avLst/>
              <a:gdLst>
                <a:gd name="T0" fmla="*/ 0 w 4"/>
                <a:gd name="T1" fmla="*/ 5 h 10"/>
                <a:gd name="T2" fmla="*/ 5 w 4"/>
                <a:gd name="T3" fmla="*/ 15 h 10"/>
                <a:gd name="T4" fmla="*/ 8 w 4"/>
                <a:gd name="T5" fmla="*/ 26 h 10"/>
                <a:gd name="T6" fmla="*/ 14 w 4"/>
                <a:gd name="T7" fmla="*/ 49 h 10"/>
                <a:gd name="T8" fmla="*/ 12 w 4"/>
                <a:gd name="T9" fmla="*/ 20 h 10"/>
                <a:gd name="T10" fmla="*/ 0 w 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0">
                  <a:moveTo>
                    <a:pt x="0" y="1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7"/>
                    <a:pt x="3" y="8"/>
                    <a:pt x="4" y="10"/>
                  </a:cubicBezTo>
                  <a:cubicBezTo>
                    <a:pt x="3" y="8"/>
                    <a:pt x="4" y="6"/>
                    <a:pt x="3" y="4"/>
                  </a:cubicBezTo>
                  <a:cubicBezTo>
                    <a:pt x="3" y="2"/>
                    <a:pt x="0" y="2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E90B6AA7-4DE8-4B8C-B6EA-60EA1420522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From Atheroma</a:t>
            </a:r>
            <a:br>
              <a:rPr lang="fr-FR" altLang="x-none" sz="2600"/>
            </a:br>
            <a:r>
              <a:rPr lang="fr-FR" altLang="x-none" sz="2600"/>
              <a:t>To Thrombus (3)</a:t>
            </a:r>
          </a:p>
        </p:txBody>
      </p:sp>
      <p:grpSp>
        <p:nvGrpSpPr>
          <p:cNvPr id="47106" name="Artery-Atheroma-and-Thrombus-Diagram">
            <a:extLst>
              <a:ext uri="{FF2B5EF4-FFF2-40B4-BE49-F238E27FC236}">
                <a16:creationId xmlns:a16="http://schemas.microsoft.com/office/drawing/2014/main" id="{B5DFD7BA-DB73-4304-B8A1-DFF252C584BF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2133600"/>
            <a:ext cx="8229600" cy="3155950"/>
            <a:chOff x="391" y="2299"/>
            <a:chExt cx="4932" cy="1891"/>
          </a:xfrm>
        </p:grpSpPr>
        <p:grpSp>
          <p:nvGrpSpPr>
            <p:cNvPr id="47107" name="Group 4">
              <a:extLst>
                <a:ext uri="{FF2B5EF4-FFF2-40B4-BE49-F238E27FC236}">
                  <a16:creationId xmlns:a16="http://schemas.microsoft.com/office/drawing/2014/main" id="{3585A7EA-1B4C-44E9-9BBF-84747757ED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" y="2299"/>
              <a:ext cx="4932" cy="1891"/>
              <a:chOff x="391" y="2299"/>
              <a:chExt cx="4932" cy="1891"/>
            </a:xfrm>
          </p:grpSpPr>
          <p:sp>
            <p:nvSpPr>
              <p:cNvPr id="47482" name="Freeform 5">
                <a:extLst>
                  <a:ext uri="{FF2B5EF4-FFF2-40B4-BE49-F238E27FC236}">
                    <a16:creationId xmlns:a16="http://schemas.microsoft.com/office/drawing/2014/main" id="{A6D4DBA9-AEA0-459E-BB6A-821D2021A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2447"/>
                <a:ext cx="4731" cy="1552"/>
              </a:xfrm>
              <a:custGeom>
                <a:avLst/>
                <a:gdLst>
                  <a:gd name="T0" fmla="*/ 16771 w 2090"/>
                  <a:gd name="T1" fmla="*/ 7352 h 643"/>
                  <a:gd name="T2" fmla="*/ 21645 w 2090"/>
                  <a:gd name="T3" fmla="*/ 8395 h 643"/>
                  <a:gd name="T4" fmla="*/ 21645 w 2090"/>
                  <a:gd name="T5" fmla="*/ 8395 h 643"/>
                  <a:gd name="T6" fmla="*/ 22736 w 2090"/>
                  <a:gd name="T7" fmla="*/ 9042 h 643"/>
                  <a:gd name="T8" fmla="*/ 24241 w 2090"/>
                  <a:gd name="T9" fmla="*/ 6973 h 643"/>
                  <a:gd name="T10" fmla="*/ 22736 w 2090"/>
                  <a:gd name="T11" fmla="*/ 4924 h 643"/>
                  <a:gd name="T12" fmla="*/ 21665 w 2090"/>
                  <a:gd name="T13" fmla="*/ 5530 h 643"/>
                  <a:gd name="T14" fmla="*/ 6057 w 2090"/>
                  <a:gd name="T15" fmla="*/ 2027 h 643"/>
                  <a:gd name="T16" fmla="*/ 394 w 2090"/>
                  <a:gd name="T17" fmla="*/ 0 h 643"/>
                  <a:gd name="T18" fmla="*/ 394 w 2090"/>
                  <a:gd name="T19" fmla="*/ 507 h 643"/>
                  <a:gd name="T20" fmla="*/ 1046 w 2090"/>
                  <a:gd name="T21" fmla="*/ 1883 h 643"/>
                  <a:gd name="T22" fmla="*/ 0 w 2090"/>
                  <a:gd name="T23" fmla="*/ 3442 h 643"/>
                  <a:gd name="T24" fmla="*/ 25 w 2090"/>
                  <a:gd name="T25" fmla="*/ 3442 h 643"/>
                  <a:gd name="T26" fmla="*/ 16771 w 2090"/>
                  <a:gd name="T27" fmla="*/ 7352 h 6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90" h="643">
                    <a:moveTo>
                      <a:pt x="1446" y="523"/>
                    </a:moveTo>
                    <a:cubicBezTo>
                      <a:pt x="1544" y="543"/>
                      <a:pt x="1838" y="593"/>
                      <a:pt x="1866" y="597"/>
                    </a:cubicBezTo>
                    <a:cubicBezTo>
                      <a:pt x="1866" y="597"/>
                      <a:pt x="1866" y="597"/>
                      <a:pt x="1866" y="597"/>
                    </a:cubicBezTo>
                    <a:cubicBezTo>
                      <a:pt x="1890" y="626"/>
                      <a:pt x="1923" y="643"/>
                      <a:pt x="1960" y="643"/>
                    </a:cubicBezTo>
                    <a:cubicBezTo>
                      <a:pt x="2032" y="643"/>
                      <a:pt x="2090" y="578"/>
                      <a:pt x="2090" y="496"/>
                    </a:cubicBezTo>
                    <a:cubicBezTo>
                      <a:pt x="2090" y="415"/>
                      <a:pt x="2032" y="350"/>
                      <a:pt x="1960" y="350"/>
                    </a:cubicBezTo>
                    <a:cubicBezTo>
                      <a:pt x="1924" y="350"/>
                      <a:pt x="1892" y="366"/>
                      <a:pt x="1868" y="393"/>
                    </a:cubicBezTo>
                    <a:cubicBezTo>
                      <a:pt x="1868" y="393"/>
                      <a:pt x="658" y="170"/>
                      <a:pt x="522" y="144"/>
                    </a:cubicBezTo>
                    <a:cubicBezTo>
                      <a:pt x="396" y="120"/>
                      <a:pt x="105" y="15"/>
                      <a:pt x="34" y="0"/>
                    </a:cubicBezTo>
                    <a:cubicBezTo>
                      <a:pt x="34" y="0"/>
                      <a:pt x="34" y="36"/>
                      <a:pt x="34" y="36"/>
                    </a:cubicBezTo>
                    <a:cubicBezTo>
                      <a:pt x="76" y="46"/>
                      <a:pt x="88" y="80"/>
                      <a:pt x="90" y="134"/>
                    </a:cubicBezTo>
                    <a:cubicBezTo>
                      <a:pt x="92" y="192"/>
                      <a:pt x="50" y="245"/>
                      <a:pt x="0" y="245"/>
                    </a:cubicBezTo>
                    <a:cubicBezTo>
                      <a:pt x="1" y="245"/>
                      <a:pt x="2" y="245"/>
                      <a:pt x="2" y="245"/>
                    </a:cubicBezTo>
                    <a:cubicBezTo>
                      <a:pt x="62" y="257"/>
                      <a:pt x="1350" y="504"/>
                      <a:pt x="1446" y="523"/>
                    </a:cubicBez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83" name="Freeform 6">
                <a:extLst>
                  <a:ext uri="{FF2B5EF4-FFF2-40B4-BE49-F238E27FC236}">
                    <a16:creationId xmlns:a16="http://schemas.microsoft.com/office/drawing/2014/main" id="{300EA363-3EDD-441F-80F9-9047573B6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3099"/>
                <a:ext cx="765" cy="1091"/>
              </a:xfrm>
              <a:custGeom>
                <a:avLst/>
                <a:gdLst>
                  <a:gd name="T0" fmla="*/ 1598 w 338"/>
                  <a:gd name="T1" fmla="*/ 0 h 452"/>
                  <a:gd name="T2" fmla="*/ 267 w 338"/>
                  <a:gd name="T3" fmla="*/ 589 h 452"/>
                  <a:gd name="T4" fmla="*/ 532 w 338"/>
                  <a:gd name="T5" fmla="*/ 1731 h 452"/>
                  <a:gd name="T6" fmla="*/ 1598 w 338"/>
                  <a:gd name="T7" fmla="*/ 1125 h 452"/>
                  <a:gd name="T8" fmla="*/ 3110 w 338"/>
                  <a:gd name="T9" fmla="*/ 3181 h 452"/>
                  <a:gd name="T10" fmla="*/ 1598 w 338"/>
                  <a:gd name="T11" fmla="*/ 5243 h 452"/>
                  <a:gd name="T12" fmla="*/ 512 w 338"/>
                  <a:gd name="T13" fmla="*/ 4596 h 452"/>
                  <a:gd name="T14" fmla="*/ 0 w 338"/>
                  <a:gd name="T15" fmla="*/ 5469 h 452"/>
                  <a:gd name="T16" fmla="*/ 1598 w 338"/>
                  <a:gd name="T17" fmla="*/ 6355 h 452"/>
                  <a:gd name="T18" fmla="*/ 3918 w 338"/>
                  <a:gd name="T19" fmla="*/ 3181 h 452"/>
                  <a:gd name="T20" fmla="*/ 1598 w 338"/>
                  <a:gd name="T21" fmla="*/ 0 h 4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6"/>
                      <a:pt x="23" y="42"/>
                    </a:cubicBezTo>
                    <a:cubicBezTo>
                      <a:pt x="46" y="123"/>
                      <a:pt x="46" y="123"/>
                      <a:pt x="46" y="123"/>
                    </a:cubicBezTo>
                    <a:cubicBezTo>
                      <a:pt x="70" y="96"/>
                      <a:pt x="102" y="80"/>
                      <a:pt x="138" y="80"/>
                    </a:cubicBezTo>
                    <a:cubicBezTo>
                      <a:pt x="210" y="80"/>
                      <a:pt x="268" y="145"/>
                      <a:pt x="268" y="226"/>
                    </a:cubicBezTo>
                    <a:cubicBezTo>
                      <a:pt x="268" y="308"/>
                      <a:pt x="210" y="373"/>
                      <a:pt x="138" y="373"/>
                    </a:cubicBezTo>
                    <a:cubicBezTo>
                      <a:pt x="101" y="373"/>
                      <a:pt x="68" y="356"/>
                      <a:pt x="44" y="327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2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DCE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84" name="Freeform 7">
                <a:extLst>
                  <a:ext uri="{FF2B5EF4-FFF2-40B4-BE49-F238E27FC236}">
                    <a16:creationId xmlns:a16="http://schemas.microsoft.com/office/drawing/2014/main" id="{17DFC3D5-9993-4A81-BB0E-1A343CB35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3099"/>
                <a:ext cx="765" cy="1091"/>
              </a:xfrm>
              <a:custGeom>
                <a:avLst/>
                <a:gdLst>
                  <a:gd name="T0" fmla="*/ 1598 w 338"/>
                  <a:gd name="T1" fmla="*/ 0 h 452"/>
                  <a:gd name="T2" fmla="*/ 267 w 338"/>
                  <a:gd name="T3" fmla="*/ 589 h 452"/>
                  <a:gd name="T4" fmla="*/ 303 w 338"/>
                  <a:gd name="T5" fmla="*/ 717 h 452"/>
                  <a:gd name="T6" fmla="*/ 312 w 338"/>
                  <a:gd name="T7" fmla="*/ 734 h 452"/>
                  <a:gd name="T8" fmla="*/ 1598 w 338"/>
                  <a:gd name="T9" fmla="*/ 157 h 452"/>
                  <a:gd name="T10" fmla="*/ 3800 w 338"/>
                  <a:gd name="T11" fmla="*/ 3181 h 452"/>
                  <a:gd name="T12" fmla="*/ 1598 w 338"/>
                  <a:gd name="T13" fmla="*/ 6215 h 452"/>
                  <a:gd name="T14" fmla="*/ 93 w 338"/>
                  <a:gd name="T15" fmla="*/ 5361 h 452"/>
                  <a:gd name="T16" fmla="*/ 72 w 338"/>
                  <a:gd name="T17" fmla="*/ 5361 h 452"/>
                  <a:gd name="T18" fmla="*/ 0 w 338"/>
                  <a:gd name="T19" fmla="*/ 5469 h 452"/>
                  <a:gd name="T20" fmla="*/ 1598 w 338"/>
                  <a:gd name="T21" fmla="*/ 6355 h 452"/>
                  <a:gd name="T22" fmla="*/ 3918 w 338"/>
                  <a:gd name="T23" fmla="*/ 3181 h 452"/>
                  <a:gd name="T24" fmla="*/ 1598 w 338"/>
                  <a:gd name="T25" fmla="*/ 0 h 4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6"/>
                      <a:pt x="23" y="42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58" y="27"/>
                      <a:pt x="97" y="11"/>
                      <a:pt x="138" y="11"/>
                    </a:cubicBezTo>
                    <a:cubicBezTo>
                      <a:pt x="241" y="11"/>
                      <a:pt x="328" y="108"/>
                      <a:pt x="328" y="226"/>
                    </a:cubicBezTo>
                    <a:cubicBezTo>
                      <a:pt x="328" y="345"/>
                      <a:pt x="241" y="442"/>
                      <a:pt x="138" y="442"/>
                    </a:cubicBezTo>
                    <a:cubicBezTo>
                      <a:pt x="87" y="442"/>
                      <a:pt x="41" y="419"/>
                      <a:pt x="8" y="381"/>
                    </a:cubicBezTo>
                    <a:cubicBezTo>
                      <a:pt x="6" y="381"/>
                      <a:pt x="6" y="381"/>
                      <a:pt x="6" y="381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2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6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85" name="Freeform 8">
                <a:extLst>
                  <a:ext uri="{FF2B5EF4-FFF2-40B4-BE49-F238E27FC236}">
                    <a16:creationId xmlns:a16="http://schemas.microsoft.com/office/drawing/2014/main" id="{23DB4B18-1F2E-4489-9926-E61E6EB22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3268"/>
                <a:ext cx="544" cy="756"/>
              </a:xfrm>
              <a:custGeom>
                <a:avLst/>
                <a:gdLst>
                  <a:gd name="T0" fmla="*/ 1167 w 240"/>
                  <a:gd name="T1" fmla="*/ 0 h 313"/>
                  <a:gd name="T2" fmla="*/ 57 w 240"/>
                  <a:gd name="T3" fmla="*/ 589 h 313"/>
                  <a:gd name="T4" fmla="*/ 93 w 240"/>
                  <a:gd name="T5" fmla="*/ 746 h 313"/>
                  <a:gd name="T6" fmla="*/ 1167 w 240"/>
                  <a:gd name="T7" fmla="*/ 140 h 313"/>
                  <a:gd name="T8" fmla="*/ 2677 w 240"/>
                  <a:gd name="T9" fmla="*/ 2200 h 313"/>
                  <a:gd name="T10" fmla="*/ 1167 w 240"/>
                  <a:gd name="T11" fmla="*/ 4270 h 313"/>
                  <a:gd name="T12" fmla="*/ 73 w 240"/>
                  <a:gd name="T13" fmla="*/ 3623 h 313"/>
                  <a:gd name="T14" fmla="*/ 0 w 240"/>
                  <a:gd name="T15" fmla="*/ 3746 h 313"/>
                  <a:gd name="T16" fmla="*/ 1167 w 240"/>
                  <a:gd name="T17" fmla="*/ 4410 h 313"/>
                  <a:gd name="T18" fmla="*/ 2795 w 240"/>
                  <a:gd name="T19" fmla="*/ 2200 h 313"/>
                  <a:gd name="T20" fmla="*/ 1167 w 240"/>
                  <a:gd name="T21" fmla="*/ 0 h 3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3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6"/>
                      <a:pt x="64" y="10"/>
                      <a:pt x="100" y="10"/>
                    </a:cubicBezTo>
                    <a:cubicBezTo>
                      <a:pt x="172" y="10"/>
                      <a:pt x="230" y="75"/>
                      <a:pt x="230" y="156"/>
                    </a:cubicBezTo>
                    <a:cubicBezTo>
                      <a:pt x="230" y="238"/>
                      <a:pt x="172" y="303"/>
                      <a:pt x="100" y="303"/>
                    </a:cubicBezTo>
                    <a:cubicBezTo>
                      <a:pt x="63" y="303"/>
                      <a:pt x="30" y="286"/>
                      <a:pt x="6" y="257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3"/>
                      <a:pt x="100" y="313"/>
                    </a:cubicBezTo>
                    <a:cubicBezTo>
                      <a:pt x="177" y="313"/>
                      <a:pt x="240" y="243"/>
                      <a:pt x="240" y="156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solidFill>
                <a:srgbClr val="D9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86" name="Freeform 9">
                <a:extLst>
                  <a:ext uri="{FF2B5EF4-FFF2-40B4-BE49-F238E27FC236}">
                    <a16:creationId xmlns:a16="http://schemas.microsoft.com/office/drawing/2014/main" id="{B7F29A13-AA89-43CA-9B9B-ACC2607AF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3236"/>
                <a:ext cx="587" cy="819"/>
              </a:xfrm>
              <a:custGeom>
                <a:avLst/>
                <a:gdLst>
                  <a:gd name="T0" fmla="*/ 1258 w 259"/>
                  <a:gd name="T1" fmla="*/ 0 h 339"/>
                  <a:gd name="T2" fmla="*/ 102 w 259"/>
                  <a:gd name="T3" fmla="*/ 577 h 339"/>
                  <a:gd name="T4" fmla="*/ 150 w 259"/>
                  <a:gd name="T5" fmla="*/ 776 h 339"/>
                  <a:gd name="T6" fmla="*/ 1258 w 259"/>
                  <a:gd name="T7" fmla="*/ 181 h 339"/>
                  <a:gd name="T8" fmla="*/ 2887 w 259"/>
                  <a:gd name="T9" fmla="*/ 2382 h 339"/>
                  <a:gd name="T10" fmla="*/ 1258 w 259"/>
                  <a:gd name="T11" fmla="*/ 4600 h 339"/>
                  <a:gd name="T12" fmla="*/ 93 w 259"/>
                  <a:gd name="T13" fmla="*/ 3933 h 339"/>
                  <a:gd name="T14" fmla="*/ 0 w 259"/>
                  <a:gd name="T15" fmla="*/ 4073 h 339"/>
                  <a:gd name="T16" fmla="*/ 1258 w 259"/>
                  <a:gd name="T17" fmla="*/ 4781 h 339"/>
                  <a:gd name="T18" fmla="*/ 3014 w 259"/>
                  <a:gd name="T19" fmla="*/ 2382 h 339"/>
                  <a:gd name="T20" fmla="*/ 1258 w 259"/>
                  <a:gd name="T21" fmla="*/ 0 h 3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9">
                    <a:moveTo>
                      <a:pt x="108" y="0"/>
                    </a:moveTo>
                    <a:cubicBezTo>
                      <a:pt x="71" y="0"/>
                      <a:pt x="36" y="15"/>
                      <a:pt x="9" y="41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39" y="28"/>
                      <a:pt x="73" y="13"/>
                      <a:pt x="108" y="13"/>
                    </a:cubicBezTo>
                    <a:cubicBezTo>
                      <a:pt x="185" y="13"/>
                      <a:pt x="248" y="83"/>
                      <a:pt x="248" y="169"/>
                    </a:cubicBezTo>
                    <a:cubicBezTo>
                      <a:pt x="248" y="256"/>
                      <a:pt x="185" y="326"/>
                      <a:pt x="108" y="326"/>
                    </a:cubicBezTo>
                    <a:cubicBezTo>
                      <a:pt x="71" y="326"/>
                      <a:pt x="34" y="309"/>
                      <a:pt x="8" y="279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29" y="321"/>
                      <a:pt x="67" y="339"/>
                      <a:pt x="108" y="339"/>
                    </a:cubicBezTo>
                    <a:cubicBezTo>
                      <a:pt x="191" y="339"/>
                      <a:pt x="259" y="263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87" name="Freeform 10">
                <a:extLst>
                  <a:ext uri="{FF2B5EF4-FFF2-40B4-BE49-F238E27FC236}">
                    <a16:creationId xmlns:a16="http://schemas.microsoft.com/office/drawing/2014/main" id="{F6F61DC3-AF19-4F16-AFBA-3FD0F304E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2447"/>
                <a:ext cx="4731" cy="1552"/>
              </a:xfrm>
              <a:custGeom>
                <a:avLst/>
                <a:gdLst>
                  <a:gd name="T0" fmla="*/ 16771 w 2090"/>
                  <a:gd name="T1" fmla="*/ 7352 h 643"/>
                  <a:gd name="T2" fmla="*/ 21645 w 2090"/>
                  <a:gd name="T3" fmla="*/ 8395 h 643"/>
                  <a:gd name="T4" fmla="*/ 21645 w 2090"/>
                  <a:gd name="T5" fmla="*/ 8395 h 643"/>
                  <a:gd name="T6" fmla="*/ 22736 w 2090"/>
                  <a:gd name="T7" fmla="*/ 9042 h 643"/>
                  <a:gd name="T8" fmla="*/ 24241 w 2090"/>
                  <a:gd name="T9" fmla="*/ 6973 h 643"/>
                  <a:gd name="T10" fmla="*/ 22736 w 2090"/>
                  <a:gd name="T11" fmla="*/ 4924 h 643"/>
                  <a:gd name="T12" fmla="*/ 21665 w 2090"/>
                  <a:gd name="T13" fmla="*/ 5530 h 643"/>
                  <a:gd name="T14" fmla="*/ 6057 w 2090"/>
                  <a:gd name="T15" fmla="*/ 2027 h 643"/>
                  <a:gd name="T16" fmla="*/ 394 w 2090"/>
                  <a:gd name="T17" fmla="*/ 0 h 643"/>
                  <a:gd name="T18" fmla="*/ 394 w 2090"/>
                  <a:gd name="T19" fmla="*/ 507 h 643"/>
                  <a:gd name="T20" fmla="*/ 1046 w 2090"/>
                  <a:gd name="T21" fmla="*/ 1883 h 643"/>
                  <a:gd name="T22" fmla="*/ 0 w 2090"/>
                  <a:gd name="T23" fmla="*/ 3442 h 643"/>
                  <a:gd name="T24" fmla="*/ 25 w 2090"/>
                  <a:gd name="T25" fmla="*/ 3442 h 643"/>
                  <a:gd name="T26" fmla="*/ 16771 w 2090"/>
                  <a:gd name="T27" fmla="*/ 7352 h 6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90" h="643">
                    <a:moveTo>
                      <a:pt x="1446" y="523"/>
                    </a:moveTo>
                    <a:cubicBezTo>
                      <a:pt x="1544" y="543"/>
                      <a:pt x="1838" y="593"/>
                      <a:pt x="1866" y="597"/>
                    </a:cubicBezTo>
                    <a:cubicBezTo>
                      <a:pt x="1866" y="597"/>
                      <a:pt x="1866" y="597"/>
                      <a:pt x="1866" y="597"/>
                    </a:cubicBezTo>
                    <a:cubicBezTo>
                      <a:pt x="1890" y="626"/>
                      <a:pt x="1923" y="643"/>
                      <a:pt x="1960" y="643"/>
                    </a:cubicBezTo>
                    <a:cubicBezTo>
                      <a:pt x="2032" y="643"/>
                      <a:pt x="2090" y="578"/>
                      <a:pt x="2090" y="496"/>
                    </a:cubicBezTo>
                    <a:cubicBezTo>
                      <a:pt x="2090" y="415"/>
                      <a:pt x="2032" y="350"/>
                      <a:pt x="1960" y="350"/>
                    </a:cubicBezTo>
                    <a:cubicBezTo>
                      <a:pt x="1924" y="350"/>
                      <a:pt x="1892" y="366"/>
                      <a:pt x="1868" y="393"/>
                    </a:cubicBezTo>
                    <a:cubicBezTo>
                      <a:pt x="1868" y="393"/>
                      <a:pt x="658" y="170"/>
                      <a:pt x="522" y="144"/>
                    </a:cubicBezTo>
                    <a:cubicBezTo>
                      <a:pt x="396" y="120"/>
                      <a:pt x="105" y="15"/>
                      <a:pt x="34" y="0"/>
                    </a:cubicBezTo>
                    <a:cubicBezTo>
                      <a:pt x="34" y="0"/>
                      <a:pt x="34" y="36"/>
                      <a:pt x="34" y="36"/>
                    </a:cubicBezTo>
                    <a:cubicBezTo>
                      <a:pt x="76" y="46"/>
                      <a:pt x="88" y="80"/>
                      <a:pt x="90" y="134"/>
                    </a:cubicBezTo>
                    <a:cubicBezTo>
                      <a:pt x="92" y="192"/>
                      <a:pt x="50" y="245"/>
                      <a:pt x="0" y="245"/>
                    </a:cubicBezTo>
                    <a:cubicBezTo>
                      <a:pt x="1" y="245"/>
                      <a:pt x="2" y="245"/>
                      <a:pt x="2" y="245"/>
                    </a:cubicBezTo>
                    <a:cubicBezTo>
                      <a:pt x="62" y="257"/>
                      <a:pt x="1350" y="504"/>
                      <a:pt x="1446" y="523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88" name="Freeform 11">
                <a:extLst>
                  <a:ext uri="{FF2B5EF4-FFF2-40B4-BE49-F238E27FC236}">
                    <a16:creationId xmlns:a16="http://schemas.microsoft.com/office/drawing/2014/main" id="{8BACDCD0-D7EF-497E-AD60-EB98854F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2954"/>
                <a:ext cx="3300" cy="763"/>
              </a:xfrm>
              <a:custGeom>
                <a:avLst/>
                <a:gdLst>
                  <a:gd name="T0" fmla="*/ 16880 w 1458"/>
                  <a:gd name="T1" fmla="*/ 2279 h 316"/>
                  <a:gd name="T2" fmla="*/ 15226 w 1458"/>
                  <a:gd name="T3" fmla="*/ 1253 h 316"/>
                  <a:gd name="T4" fmla="*/ 15373 w 1458"/>
                  <a:gd name="T5" fmla="*/ 2844 h 316"/>
                  <a:gd name="T6" fmla="*/ 14262 w 1458"/>
                  <a:gd name="T7" fmla="*/ 3491 h 316"/>
                  <a:gd name="T8" fmla="*/ 10737 w 1458"/>
                  <a:gd name="T9" fmla="*/ 2728 h 316"/>
                  <a:gd name="T10" fmla="*/ 8648 w 1458"/>
                  <a:gd name="T11" fmla="*/ 1731 h 316"/>
                  <a:gd name="T12" fmla="*/ 6700 w 1458"/>
                  <a:gd name="T13" fmla="*/ 1719 h 316"/>
                  <a:gd name="T14" fmla="*/ 3062 w 1458"/>
                  <a:gd name="T15" fmla="*/ 985 h 316"/>
                  <a:gd name="T16" fmla="*/ 763 w 1458"/>
                  <a:gd name="T17" fmla="*/ 0 h 316"/>
                  <a:gd name="T18" fmla="*/ 0 w 1458"/>
                  <a:gd name="T19" fmla="*/ 495 h 316"/>
                  <a:gd name="T20" fmla="*/ 25 w 1458"/>
                  <a:gd name="T21" fmla="*/ 495 h 316"/>
                  <a:gd name="T22" fmla="*/ 16767 w 1458"/>
                  <a:gd name="T23" fmla="*/ 4407 h 316"/>
                  <a:gd name="T24" fmla="*/ 16905 w 1458"/>
                  <a:gd name="T25" fmla="*/ 4448 h 316"/>
                  <a:gd name="T26" fmla="*/ 16880 w 1458"/>
                  <a:gd name="T27" fmla="*/ 2279 h 3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58" h="316">
                    <a:moveTo>
                      <a:pt x="1456" y="162"/>
                    </a:moveTo>
                    <a:cubicBezTo>
                      <a:pt x="1456" y="162"/>
                      <a:pt x="1327" y="77"/>
                      <a:pt x="1313" y="89"/>
                    </a:cubicBezTo>
                    <a:cubicBezTo>
                      <a:pt x="1299" y="101"/>
                      <a:pt x="1351" y="163"/>
                      <a:pt x="1326" y="202"/>
                    </a:cubicBezTo>
                    <a:cubicBezTo>
                      <a:pt x="1306" y="232"/>
                      <a:pt x="1284" y="248"/>
                      <a:pt x="1230" y="248"/>
                    </a:cubicBezTo>
                    <a:cubicBezTo>
                      <a:pt x="1176" y="248"/>
                      <a:pt x="996" y="214"/>
                      <a:pt x="926" y="194"/>
                    </a:cubicBezTo>
                    <a:cubicBezTo>
                      <a:pt x="856" y="174"/>
                      <a:pt x="826" y="147"/>
                      <a:pt x="746" y="123"/>
                    </a:cubicBezTo>
                    <a:cubicBezTo>
                      <a:pt x="666" y="99"/>
                      <a:pt x="624" y="122"/>
                      <a:pt x="578" y="122"/>
                    </a:cubicBezTo>
                    <a:cubicBezTo>
                      <a:pt x="532" y="122"/>
                      <a:pt x="402" y="98"/>
                      <a:pt x="264" y="70"/>
                    </a:cubicBezTo>
                    <a:cubicBezTo>
                      <a:pt x="133" y="43"/>
                      <a:pt x="39" y="43"/>
                      <a:pt x="66" y="0"/>
                    </a:cubicBezTo>
                    <a:cubicBezTo>
                      <a:pt x="49" y="21"/>
                      <a:pt x="26" y="35"/>
                      <a:pt x="0" y="35"/>
                    </a:cubicBezTo>
                    <a:cubicBezTo>
                      <a:pt x="1" y="35"/>
                      <a:pt x="2" y="35"/>
                      <a:pt x="2" y="35"/>
                    </a:cubicBezTo>
                    <a:cubicBezTo>
                      <a:pt x="62" y="47"/>
                      <a:pt x="1350" y="294"/>
                      <a:pt x="1446" y="313"/>
                    </a:cubicBezTo>
                    <a:cubicBezTo>
                      <a:pt x="1450" y="314"/>
                      <a:pt x="1454" y="315"/>
                      <a:pt x="1458" y="316"/>
                    </a:cubicBezTo>
                    <a:lnTo>
                      <a:pt x="1456" y="162"/>
                    </a:ln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89" name="Freeform 12">
                <a:extLst>
                  <a:ext uri="{FF2B5EF4-FFF2-40B4-BE49-F238E27FC236}">
                    <a16:creationId xmlns:a16="http://schemas.microsoft.com/office/drawing/2014/main" id="{11FE8547-500C-4842-95A3-8CC0D3148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292"/>
                <a:ext cx="1589" cy="707"/>
              </a:xfrm>
              <a:custGeom>
                <a:avLst/>
                <a:gdLst>
                  <a:gd name="T0" fmla="*/ 8142 w 702"/>
                  <a:gd name="T1" fmla="*/ 2049 h 293"/>
                  <a:gd name="T2" fmla="*/ 6634 w 702"/>
                  <a:gd name="T3" fmla="*/ 0 h 293"/>
                  <a:gd name="T4" fmla="*/ 5564 w 702"/>
                  <a:gd name="T5" fmla="*/ 606 h 293"/>
                  <a:gd name="T6" fmla="*/ 3269 w 702"/>
                  <a:gd name="T7" fmla="*/ 99 h 293"/>
                  <a:gd name="T8" fmla="*/ 292 w 702"/>
                  <a:gd name="T9" fmla="*/ 705 h 293"/>
                  <a:gd name="T10" fmla="*/ 523 w 702"/>
                  <a:gd name="T11" fmla="*/ 1969 h 293"/>
                  <a:gd name="T12" fmla="*/ 2762 w 702"/>
                  <a:gd name="T13" fmla="*/ 2893 h 293"/>
                  <a:gd name="T14" fmla="*/ 5543 w 702"/>
                  <a:gd name="T15" fmla="*/ 3470 h 293"/>
                  <a:gd name="T16" fmla="*/ 5543 w 702"/>
                  <a:gd name="T17" fmla="*/ 3470 h 293"/>
                  <a:gd name="T18" fmla="*/ 6634 w 702"/>
                  <a:gd name="T19" fmla="*/ 4117 h 293"/>
                  <a:gd name="T20" fmla="*/ 8142 w 702"/>
                  <a:gd name="T21" fmla="*/ 2049 h 29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2" h="293">
                    <a:moveTo>
                      <a:pt x="702" y="146"/>
                    </a:moveTo>
                    <a:cubicBezTo>
                      <a:pt x="702" y="65"/>
                      <a:pt x="644" y="0"/>
                      <a:pt x="572" y="0"/>
                    </a:cubicBezTo>
                    <a:cubicBezTo>
                      <a:pt x="536" y="0"/>
                      <a:pt x="504" y="16"/>
                      <a:pt x="480" y="43"/>
                    </a:cubicBezTo>
                    <a:cubicBezTo>
                      <a:pt x="480" y="43"/>
                      <a:pt x="402" y="28"/>
                      <a:pt x="282" y="7"/>
                    </a:cubicBezTo>
                    <a:cubicBezTo>
                      <a:pt x="248" y="26"/>
                      <a:pt x="37" y="8"/>
                      <a:pt x="25" y="50"/>
                    </a:cubicBezTo>
                    <a:cubicBezTo>
                      <a:pt x="20" y="70"/>
                      <a:pt x="0" y="113"/>
                      <a:pt x="45" y="140"/>
                    </a:cubicBezTo>
                    <a:cubicBezTo>
                      <a:pt x="100" y="173"/>
                      <a:pt x="224" y="189"/>
                      <a:pt x="238" y="206"/>
                    </a:cubicBezTo>
                    <a:cubicBezTo>
                      <a:pt x="347" y="226"/>
                      <a:pt x="461" y="245"/>
                      <a:pt x="478" y="247"/>
                    </a:cubicBezTo>
                    <a:cubicBezTo>
                      <a:pt x="478" y="247"/>
                      <a:pt x="478" y="247"/>
                      <a:pt x="478" y="247"/>
                    </a:cubicBezTo>
                    <a:cubicBezTo>
                      <a:pt x="502" y="276"/>
                      <a:pt x="535" y="293"/>
                      <a:pt x="572" y="293"/>
                    </a:cubicBezTo>
                    <a:cubicBezTo>
                      <a:pt x="644" y="293"/>
                      <a:pt x="702" y="228"/>
                      <a:pt x="702" y="146"/>
                    </a:cubicBezTo>
                    <a:close/>
                  </a:path>
                </a:pathLst>
              </a:custGeom>
              <a:solidFill>
                <a:srgbClr val="BC5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0" name="Freeform 13">
                <a:extLst>
                  <a:ext uri="{FF2B5EF4-FFF2-40B4-BE49-F238E27FC236}">
                    <a16:creationId xmlns:a16="http://schemas.microsoft.com/office/drawing/2014/main" id="{E11678B4-1552-4B44-9D90-EDE400EC5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292"/>
                <a:ext cx="1428" cy="707"/>
              </a:xfrm>
              <a:custGeom>
                <a:avLst/>
                <a:gdLst>
                  <a:gd name="T0" fmla="*/ 2944 w 631"/>
                  <a:gd name="T1" fmla="*/ 1334 h 293"/>
                  <a:gd name="T2" fmla="*/ 3605 w 631"/>
                  <a:gd name="T3" fmla="*/ 1373 h 293"/>
                  <a:gd name="T4" fmla="*/ 3954 w 631"/>
                  <a:gd name="T5" fmla="*/ 1182 h 293"/>
                  <a:gd name="T6" fmla="*/ 4508 w 631"/>
                  <a:gd name="T7" fmla="*/ 1042 h 293"/>
                  <a:gd name="T8" fmla="*/ 5413 w 631"/>
                  <a:gd name="T9" fmla="*/ 886 h 293"/>
                  <a:gd name="T10" fmla="*/ 5798 w 631"/>
                  <a:gd name="T11" fmla="*/ 717 h 293"/>
                  <a:gd name="T12" fmla="*/ 6140 w 631"/>
                  <a:gd name="T13" fmla="*/ 338 h 293"/>
                  <a:gd name="T14" fmla="*/ 7314 w 631"/>
                  <a:gd name="T15" fmla="*/ 227 h 293"/>
                  <a:gd name="T16" fmla="*/ 6626 w 631"/>
                  <a:gd name="T17" fmla="*/ 0 h 293"/>
                  <a:gd name="T18" fmla="*/ 5563 w 631"/>
                  <a:gd name="T19" fmla="*/ 606 h 293"/>
                  <a:gd name="T20" fmla="*/ 4035 w 631"/>
                  <a:gd name="T21" fmla="*/ 268 h 293"/>
                  <a:gd name="T22" fmla="*/ 3754 w 631"/>
                  <a:gd name="T23" fmla="*/ 338 h 293"/>
                  <a:gd name="T24" fmla="*/ 3232 w 631"/>
                  <a:gd name="T25" fmla="*/ 565 h 293"/>
                  <a:gd name="T26" fmla="*/ 2469 w 631"/>
                  <a:gd name="T27" fmla="*/ 577 h 293"/>
                  <a:gd name="T28" fmla="*/ 1736 w 631"/>
                  <a:gd name="T29" fmla="*/ 280 h 293"/>
                  <a:gd name="T30" fmla="*/ 292 w 631"/>
                  <a:gd name="T31" fmla="*/ 705 h 293"/>
                  <a:gd name="T32" fmla="*/ 523 w 631"/>
                  <a:gd name="T33" fmla="*/ 1969 h 293"/>
                  <a:gd name="T34" fmla="*/ 2761 w 631"/>
                  <a:gd name="T35" fmla="*/ 2893 h 293"/>
                  <a:gd name="T36" fmla="*/ 5542 w 631"/>
                  <a:gd name="T37" fmla="*/ 3470 h 293"/>
                  <a:gd name="T38" fmla="*/ 5542 w 631"/>
                  <a:gd name="T39" fmla="*/ 3470 h 293"/>
                  <a:gd name="T40" fmla="*/ 6626 w 631"/>
                  <a:gd name="T41" fmla="*/ 4117 h 293"/>
                  <a:gd name="T42" fmla="*/ 6848 w 631"/>
                  <a:gd name="T43" fmla="*/ 4104 h 293"/>
                  <a:gd name="T44" fmla="*/ 6314 w 631"/>
                  <a:gd name="T45" fmla="*/ 3907 h 293"/>
                  <a:gd name="T46" fmla="*/ 5891 w 631"/>
                  <a:gd name="T47" fmla="*/ 3499 h 293"/>
                  <a:gd name="T48" fmla="*/ 5320 w 631"/>
                  <a:gd name="T49" fmla="*/ 3120 h 293"/>
                  <a:gd name="T50" fmla="*/ 4854 w 631"/>
                  <a:gd name="T51" fmla="*/ 3062 h 293"/>
                  <a:gd name="T52" fmla="*/ 4485 w 631"/>
                  <a:gd name="T53" fmla="*/ 2893 h 293"/>
                  <a:gd name="T54" fmla="*/ 3653 w 631"/>
                  <a:gd name="T55" fmla="*/ 2744 h 293"/>
                  <a:gd name="T56" fmla="*/ 3155 w 631"/>
                  <a:gd name="T57" fmla="*/ 2345 h 293"/>
                  <a:gd name="T58" fmla="*/ 2734 w 631"/>
                  <a:gd name="T59" fmla="*/ 1781 h 293"/>
                  <a:gd name="T60" fmla="*/ 2494 w 631"/>
                  <a:gd name="T61" fmla="*/ 1561 h 293"/>
                  <a:gd name="T62" fmla="*/ 2607 w 631"/>
                  <a:gd name="T63" fmla="*/ 1252 h 293"/>
                  <a:gd name="T64" fmla="*/ 2607 w 631"/>
                  <a:gd name="T65" fmla="*/ 1252 h 293"/>
                  <a:gd name="T66" fmla="*/ 2944 w 631"/>
                  <a:gd name="T67" fmla="*/ 1334 h 29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31" h="293">
                    <a:moveTo>
                      <a:pt x="254" y="95"/>
                    </a:moveTo>
                    <a:cubicBezTo>
                      <a:pt x="274" y="102"/>
                      <a:pt x="291" y="104"/>
                      <a:pt x="311" y="98"/>
                    </a:cubicBezTo>
                    <a:cubicBezTo>
                      <a:pt x="323" y="95"/>
                      <a:pt x="331" y="89"/>
                      <a:pt x="341" y="84"/>
                    </a:cubicBezTo>
                    <a:cubicBezTo>
                      <a:pt x="356" y="77"/>
                      <a:pt x="373" y="77"/>
                      <a:pt x="389" y="74"/>
                    </a:cubicBezTo>
                    <a:cubicBezTo>
                      <a:pt x="418" y="68"/>
                      <a:pt x="438" y="60"/>
                      <a:pt x="467" y="63"/>
                    </a:cubicBezTo>
                    <a:cubicBezTo>
                      <a:pt x="485" y="66"/>
                      <a:pt x="487" y="63"/>
                      <a:pt x="500" y="51"/>
                    </a:cubicBezTo>
                    <a:cubicBezTo>
                      <a:pt x="514" y="39"/>
                      <a:pt x="517" y="33"/>
                      <a:pt x="530" y="24"/>
                    </a:cubicBezTo>
                    <a:cubicBezTo>
                      <a:pt x="562" y="4"/>
                      <a:pt x="603" y="6"/>
                      <a:pt x="631" y="16"/>
                    </a:cubicBezTo>
                    <a:cubicBezTo>
                      <a:pt x="614" y="5"/>
                      <a:pt x="594" y="0"/>
                      <a:pt x="572" y="0"/>
                    </a:cubicBezTo>
                    <a:cubicBezTo>
                      <a:pt x="536" y="0"/>
                      <a:pt x="504" y="16"/>
                      <a:pt x="480" y="43"/>
                    </a:cubicBezTo>
                    <a:cubicBezTo>
                      <a:pt x="480" y="43"/>
                      <a:pt x="429" y="34"/>
                      <a:pt x="348" y="19"/>
                    </a:cubicBezTo>
                    <a:cubicBezTo>
                      <a:pt x="340" y="20"/>
                      <a:pt x="332" y="21"/>
                      <a:pt x="324" y="24"/>
                    </a:cubicBezTo>
                    <a:cubicBezTo>
                      <a:pt x="309" y="29"/>
                      <a:pt x="296" y="38"/>
                      <a:pt x="279" y="40"/>
                    </a:cubicBezTo>
                    <a:cubicBezTo>
                      <a:pt x="257" y="42"/>
                      <a:pt x="235" y="44"/>
                      <a:pt x="213" y="41"/>
                    </a:cubicBezTo>
                    <a:cubicBezTo>
                      <a:pt x="190" y="37"/>
                      <a:pt x="171" y="27"/>
                      <a:pt x="150" y="20"/>
                    </a:cubicBezTo>
                    <a:cubicBezTo>
                      <a:pt x="90" y="23"/>
                      <a:pt x="31" y="29"/>
                      <a:pt x="25" y="50"/>
                    </a:cubicBezTo>
                    <a:cubicBezTo>
                      <a:pt x="20" y="70"/>
                      <a:pt x="0" y="113"/>
                      <a:pt x="45" y="140"/>
                    </a:cubicBezTo>
                    <a:cubicBezTo>
                      <a:pt x="100" y="173"/>
                      <a:pt x="224" y="189"/>
                      <a:pt x="238" y="206"/>
                    </a:cubicBezTo>
                    <a:cubicBezTo>
                      <a:pt x="347" y="226"/>
                      <a:pt x="461" y="245"/>
                      <a:pt x="478" y="247"/>
                    </a:cubicBezTo>
                    <a:cubicBezTo>
                      <a:pt x="478" y="247"/>
                      <a:pt x="478" y="247"/>
                      <a:pt x="478" y="247"/>
                    </a:cubicBezTo>
                    <a:cubicBezTo>
                      <a:pt x="502" y="276"/>
                      <a:pt x="535" y="293"/>
                      <a:pt x="572" y="293"/>
                    </a:cubicBezTo>
                    <a:cubicBezTo>
                      <a:pt x="579" y="293"/>
                      <a:pt x="585" y="293"/>
                      <a:pt x="591" y="292"/>
                    </a:cubicBezTo>
                    <a:cubicBezTo>
                      <a:pt x="577" y="284"/>
                      <a:pt x="559" y="284"/>
                      <a:pt x="545" y="278"/>
                    </a:cubicBezTo>
                    <a:cubicBezTo>
                      <a:pt x="529" y="271"/>
                      <a:pt x="519" y="261"/>
                      <a:pt x="508" y="249"/>
                    </a:cubicBezTo>
                    <a:cubicBezTo>
                      <a:pt x="494" y="234"/>
                      <a:pt x="480" y="224"/>
                      <a:pt x="459" y="222"/>
                    </a:cubicBezTo>
                    <a:cubicBezTo>
                      <a:pt x="446" y="220"/>
                      <a:pt x="432" y="222"/>
                      <a:pt x="419" y="218"/>
                    </a:cubicBezTo>
                    <a:cubicBezTo>
                      <a:pt x="407" y="214"/>
                      <a:pt x="399" y="208"/>
                      <a:pt x="387" y="206"/>
                    </a:cubicBezTo>
                    <a:cubicBezTo>
                      <a:pt x="362" y="202"/>
                      <a:pt x="339" y="204"/>
                      <a:pt x="315" y="195"/>
                    </a:cubicBezTo>
                    <a:cubicBezTo>
                      <a:pt x="301" y="189"/>
                      <a:pt x="283" y="177"/>
                      <a:pt x="272" y="167"/>
                    </a:cubicBezTo>
                    <a:cubicBezTo>
                      <a:pt x="260" y="153"/>
                      <a:pt x="251" y="138"/>
                      <a:pt x="236" y="127"/>
                    </a:cubicBezTo>
                    <a:cubicBezTo>
                      <a:pt x="231" y="122"/>
                      <a:pt x="218" y="117"/>
                      <a:pt x="215" y="111"/>
                    </a:cubicBezTo>
                    <a:cubicBezTo>
                      <a:pt x="212" y="102"/>
                      <a:pt x="219" y="94"/>
                      <a:pt x="225" y="89"/>
                    </a:cubicBezTo>
                    <a:cubicBezTo>
                      <a:pt x="225" y="89"/>
                      <a:pt x="225" y="89"/>
                      <a:pt x="225" y="89"/>
                    </a:cubicBezTo>
                    <a:cubicBezTo>
                      <a:pt x="233" y="83"/>
                      <a:pt x="246" y="92"/>
                      <a:pt x="254" y="95"/>
                    </a:cubicBezTo>
                    <a:close/>
                  </a:path>
                </a:pathLst>
              </a:custGeom>
              <a:solidFill>
                <a:srgbClr val="B14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1" name="Freeform 14">
                <a:extLst>
                  <a:ext uri="{FF2B5EF4-FFF2-40B4-BE49-F238E27FC236}">
                    <a16:creationId xmlns:a16="http://schemas.microsoft.com/office/drawing/2014/main" id="{940ACEE6-7E04-451B-BABC-A413E4C3E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316"/>
                <a:ext cx="922" cy="263"/>
              </a:xfrm>
              <a:custGeom>
                <a:avLst/>
                <a:gdLst>
                  <a:gd name="T0" fmla="*/ 2664 w 407"/>
                  <a:gd name="T1" fmla="*/ 968 h 109"/>
                  <a:gd name="T2" fmla="*/ 2997 w 407"/>
                  <a:gd name="T3" fmla="*/ 1013 h 109"/>
                  <a:gd name="T4" fmla="*/ 3208 w 407"/>
                  <a:gd name="T5" fmla="*/ 857 h 109"/>
                  <a:gd name="T6" fmla="*/ 3557 w 407"/>
                  <a:gd name="T7" fmla="*/ 490 h 109"/>
                  <a:gd name="T8" fmla="*/ 4060 w 407"/>
                  <a:gd name="T9" fmla="*/ 321 h 109"/>
                  <a:gd name="T10" fmla="*/ 4440 w 407"/>
                  <a:gd name="T11" fmla="*/ 350 h 109"/>
                  <a:gd name="T12" fmla="*/ 4732 w 407"/>
                  <a:gd name="T13" fmla="*/ 338 h 109"/>
                  <a:gd name="T14" fmla="*/ 3371 w 407"/>
                  <a:gd name="T15" fmla="*/ 41 h 109"/>
                  <a:gd name="T16" fmla="*/ 2875 w 407"/>
                  <a:gd name="T17" fmla="*/ 0 h 109"/>
                  <a:gd name="T18" fmla="*/ 1443 w 407"/>
                  <a:gd name="T19" fmla="*/ 140 h 109"/>
                  <a:gd name="T20" fmla="*/ 1001 w 407"/>
                  <a:gd name="T21" fmla="*/ 181 h 109"/>
                  <a:gd name="T22" fmla="*/ 0 w 407"/>
                  <a:gd name="T23" fmla="*/ 565 h 109"/>
                  <a:gd name="T24" fmla="*/ 0 w 407"/>
                  <a:gd name="T25" fmla="*/ 589 h 109"/>
                  <a:gd name="T26" fmla="*/ 72 w 407"/>
                  <a:gd name="T27" fmla="*/ 548 h 109"/>
                  <a:gd name="T28" fmla="*/ 102 w 407"/>
                  <a:gd name="T29" fmla="*/ 688 h 109"/>
                  <a:gd name="T30" fmla="*/ 138 w 407"/>
                  <a:gd name="T31" fmla="*/ 914 h 109"/>
                  <a:gd name="T32" fmla="*/ 292 w 407"/>
                  <a:gd name="T33" fmla="*/ 1042 h 109"/>
                  <a:gd name="T34" fmla="*/ 385 w 407"/>
                  <a:gd name="T35" fmla="*/ 844 h 109"/>
                  <a:gd name="T36" fmla="*/ 569 w 407"/>
                  <a:gd name="T37" fmla="*/ 968 h 109"/>
                  <a:gd name="T38" fmla="*/ 800 w 407"/>
                  <a:gd name="T39" fmla="*/ 1013 h 109"/>
                  <a:gd name="T40" fmla="*/ 1010 w 407"/>
                  <a:gd name="T41" fmla="*/ 968 h 109"/>
                  <a:gd name="T42" fmla="*/ 1386 w 407"/>
                  <a:gd name="T43" fmla="*/ 1054 h 109"/>
                  <a:gd name="T44" fmla="*/ 1058 w 407"/>
                  <a:gd name="T45" fmla="*/ 1351 h 109"/>
                  <a:gd name="T46" fmla="*/ 1278 w 407"/>
                  <a:gd name="T47" fmla="*/ 1235 h 109"/>
                  <a:gd name="T48" fmla="*/ 1395 w 407"/>
                  <a:gd name="T49" fmla="*/ 1402 h 109"/>
                  <a:gd name="T50" fmla="*/ 1858 w 407"/>
                  <a:gd name="T51" fmla="*/ 1472 h 109"/>
                  <a:gd name="T52" fmla="*/ 2177 w 407"/>
                  <a:gd name="T53" fmla="*/ 1054 h 109"/>
                  <a:gd name="T54" fmla="*/ 2664 w 407"/>
                  <a:gd name="T55" fmla="*/ 968 h 10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07" h="109">
                    <a:moveTo>
                      <a:pt x="229" y="69"/>
                    </a:moveTo>
                    <a:cubicBezTo>
                      <a:pt x="235" y="69"/>
                      <a:pt x="251" y="73"/>
                      <a:pt x="258" y="72"/>
                    </a:cubicBezTo>
                    <a:cubicBezTo>
                      <a:pt x="265" y="70"/>
                      <a:pt x="270" y="65"/>
                      <a:pt x="276" y="61"/>
                    </a:cubicBezTo>
                    <a:cubicBezTo>
                      <a:pt x="289" y="52"/>
                      <a:pt x="293" y="44"/>
                      <a:pt x="306" y="35"/>
                    </a:cubicBezTo>
                    <a:cubicBezTo>
                      <a:pt x="322" y="26"/>
                      <a:pt x="331" y="24"/>
                      <a:pt x="349" y="23"/>
                    </a:cubicBezTo>
                    <a:cubicBezTo>
                      <a:pt x="359" y="23"/>
                      <a:pt x="373" y="26"/>
                      <a:pt x="382" y="25"/>
                    </a:cubicBezTo>
                    <a:cubicBezTo>
                      <a:pt x="390" y="24"/>
                      <a:pt x="399" y="26"/>
                      <a:pt x="407" y="24"/>
                    </a:cubicBezTo>
                    <a:cubicBezTo>
                      <a:pt x="378" y="19"/>
                      <a:pt x="339" y="12"/>
                      <a:pt x="290" y="3"/>
                    </a:cubicBezTo>
                    <a:cubicBezTo>
                      <a:pt x="276" y="2"/>
                      <a:pt x="262" y="1"/>
                      <a:pt x="247" y="0"/>
                    </a:cubicBezTo>
                    <a:cubicBezTo>
                      <a:pt x="223" y="6"/>
                      <a:pt x="173" y="7"/>
                      <a:pt x="124" y="10"/>
                    </a:cubicBezTo>
                    <a:cubicBezTo>
                      <a:pt x="111" y="11"/>
                      <a:pt x="98" y="12"/>
                      <a:pt x="86" y="13"/>
                    </a:cubicBezTo>
                    <a:cubicBezTo>
                      <a:pt x="41" y="17"/>
                      <a:pt x="5" y="24"/>
                      <a:pt x="0" y="40"/>
                    </a:cubicBezTo>
                    <a:cubicBezTo>
                      <a:pt x="0" y="41"/>
                      <a:pt x="0" y="41"/>
                      <a:pt x="0" y="42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44"/>
                      <a:pt x="8" y="45"/>
                      <a:pt x="9" y="49"/>
                    </a:cubicBezTo>
                    <a:cubicBezTo>
                      <a:pt x="11" y="54"/>
                      <a:pt x="11" y="60"/>
                      <a:pt x="12" y="65"/>
                    </a:cubicBezTo>
                    <a:cubicBezTo>
                      <a:pt x="13" y="70"/>
                      <a:pt x="17" y="81"/>
                      <a:pt x="25" y="74"/>
                    </a:cubicBezTo>
                    <a:cubicBezTo>
                      <a:pt x="30" y="69"/>
                      <a:pt x="21" y="57"/>
                      <a:pt x="33" y="60"/>
                    </a:cubicBezTo>
                    <a:cubicBezTo>
                      <a:pt x="38" y="61"/>
                      <a:pt x="44" y="67"/>
                      <a:pt x="49" y="69"/>
                    </a:cubicBezTo>
                    <a:cubicBezTo>
                      <a:pt x="56" y="72"/>
                      <a:pt x="62" y="72"/>
                      <a:pt x="69" y="72"/>
                    </a:cubicBezTo>
                    <a:cubicBezTo>
                      <a:pt x="77" y="73"/>
                      <a:pt x="79" y="71"/>
                      <a:pt x="87" y="69"/>
                    </a:cubicBezTo>
                    <a:cubicBezTo>
                      <a:pt x="98" y="67"/>
                      <a:pt x="108" y="73"/>
                      <a:pt x="119" y="75"/>
                    </a:cubicBezTo>
                    <a:cubicBezTo>
                      <a:pt x="116" y="87"/>
                      <a:pt x="91" y="79"/>
                      <a:pt x="91" y="96"/>
                    </a:cubicBezTo>
                    <a:cubicBezTo>
                      <a:pt x="97" y="94"/>
                      <a:pt x="104" y="87"/>
                      <a:pt x="110" y="88"/>
                    </a:cubicBezTo>
                    <a:cubicBezTo>
                      <a:pt x="120" y="88"/>
                      <a:pt x="115" y="94"/>
                      <a:pt x="120" y="100"/>
                    </a:cubicBezTo>
                    <a:cubicBezTo>
                      <a:pt x="127" y="109"/>
                      <a:pt x="150" y="106"/>
                      <a:pt x="160" y="105"/>
                    </a:cubicBezTo>
                    <a:cubicBezTo>
                      <a:pt x="179" y="102"/>
                      <a:pt x="175" y="87"/>
                      <a:pt x="187" y="75"/>
                    </a:cubicBezTo>
                    <a:cubicBezTo>
                      <a:pt x="195" y="68"/>
                      <a:pt x="218" y="68"/>
                      <a:pt x="229" y="69"/>
                    </a:cubicBez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2" name="Freeform 15">
                <a:extLst>
                  <a:ext uri="{FF2B5EF4-FFF2-40B4-BE49-F238E27FC236}">
                    <a16:creationId xmlns:a16="http://schemas.microsoft.com/office/drawing/2014/main" id="{627D8F8E-6E9C-4DAE-83C8-0ACCE425F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3268"/>
                <a:ext cx="544" cy="756"/>
              </a:xfrm>
              <a:custGeom>
                <a:avLst/>
                <a:gdLst>
                  <a:gd name="T0" fmla="*/ 1167 w 240"/>
                  <a:gd name="T1" fmla="*/ 0 h 313"/>
                  <a:gd name="T2" fmla="*/ 57 w 240"/>
                  <a:gd name="T3" fmla="*/ 589 h 313"/>
                  <a:gd name="T4" fmla="*/ 93 w 240"/>
                  <a:gd name="T5" fmla="*/ 746 h 313"/>
                  <a:gd name="T6" fmla="*/ 1167 w 240"/>
                  <a:gd name="T7" fmla="*/ 140 h 313"/>
                  <a:gd name="T8" fmla="*/ 2677 w 240"/>
                  <a:gd name="T9" fmla="*/ 2200 h 313"/>
                  <a:gd name="T10" fmla="*/ 1167 w 240"/>
                  <a:gd name="T11" fmla="*/ 4270 h 313"/>
                  <a:gd name="T12" fmla="*/ 73 w 240"/>
                  <a:gd name="T13" fmla="*/ 3623 h 313"/>
                  <a:gd name="T14" fmla="*/ 0 w 240"/>
                  <a:gd name="T15" fmla="*/ 3746 h 313"/>
                  <a:gd name="T16" fmla="*/ 1167 w 240"/>
                  <a:gd name="T17" fmla="*/ 4410 h 313"/>
                  <a:gd name="T18" fmla="*/ 2795 w 240"/>
                  <a:gd name="T19" fmla="*/ 2200 h 313"/>
                  <a:gd name="T20" fmla="*/ 1167 w 240"/>
                  <a:gd name="T21" fmla="*/ 0 h 3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3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6"/>
                      <a:pt x="64" y="10"/>
                      <a:pt x="100" y="10"/>
                    </a:cubicBezTo>
                    <a:cubicBezTo>
                      <a:pt x="172" y="10"/>
                      <a:pt x="230" y="75"/>
                      <a:pt x="230" y="156"/>
                    </a:cubicBezTo>
                    <a:cubicBezTo>
                      <a:pt x="230" y="238"/>
                      <a:pt x="172" y="303"/>
                      <a:pt x="100" y="303"/>
                    </a:cubicBezTo>
                    <a:cubicBezTo>
                      <a:pt x="63" y="303"/>
                      <a:pt x="30" y="286"/>
                      <a:pt x="6" y="257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3"/>
                      <a:pt x="100" y="313"/>
                    </a:cubicBezTo>
                    <a:cubicBezTo>
                      <a:pt x="177" y="313"/>
                      <a:pt x="240" y="243"/>
                      <a:pt x="240" y="156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solidFill>
                <a:srgbClr val="D4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3" name="Freeform 16">
                <a:extLst>
                  <a:ext uri="{FF2B5EF4-FFF2-40B4-BE49-F238E27FC236}">
                    <a16:creationId xmlns:a16="http://schemas.microsoft.com/office/drawing/2014/main" id="{C3701B7C-CD53-4307-86DD-227BF4A67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3236"/>
                <a:ext cx="587" cy="819"/>
              </a:xfrm>
              <a:custGeom>
                <a:avLst/>
                <a:gdLst>
                  <a:gd name="T0" fmla="*/ 1258 w 259"/>
                  <a:gd name="T1" fmla="*/ 0 h 339"/>
                  <a:gd name="T2" fmla="*/ 102 w 259"/>
                  <a:gd name="T3" fmla="*/ 577 h 339"/>
                  <a:gd name="T4" fmla="*/ 150 w 259"/>
                  <a:gd name="T5" fmla="*/ 776 h 339"/>
                  <a:gd name="T6" fmla="*/ 1258 w 259"/>
                  <a:gd name="T7" fmla="*/ 181 h 339"/>
                  <a:gd name="T8" fmla="*/ 2887 w 259"/>
                  <a:gd name="T9" fmla="*/ 2382 h 339"/>
                  <a:gd name="T10" fmla="*/ 1258 w 259"/>
                  <a:gd name="T11" fmla="*/ 4600 h 339"/>
                  <a:gd name="T12" fmla="*/ 93 w 259"/>
                  <a:gd name="T13" fmla="*/ 3933 h 339"/>
                  <a:gd name="T14" fmla="*/ 0 w 259"/>
                  <a:gd name="T15" fmla="*/ 4073 h 339"/>
                  <a:gd name="T16" fmla="*/ 1258 w 259"/>
                  <a:gd name="T17" fmla="*/ 4781 h 339"/>
                  <a:gd name="T18" fmla="*/ 3014 w 259"/>
                  <a:gd name="T19" fmla="*/ 2382 h 339"/>
                  <a:gd name="T20" fmla="*/ 1258 w 259"/>
                  <a:gd name="T21" fmla="*/ 0 h 3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9">
                    <a:moveTo>
                      <a:pt x="108" y="0"/>
                    </a:moveTo>
                    <a:cubicBezTo>
                      <a:pt x="71" y="0"/>
                      <a:pt x="36" y="15"/>
                      <a:pt x="9" y="41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39" y="28"/>
                      <a:pt x="73" y="13"/>
                      <a:pt x="108" y="13"/>
                    </a:cubicBezTo>
                    <a:cubicBezTo>
                      <a:pt x="185" y="13"/>
                      <a:pt x="248" y="83"/>
                      <a:pt x="248" y="169"/>
                    </a:cubicBezTo>
                    <a:cubicBezTo>
                      <a:pt x="248" y="256"/>
                      <a:pt x="185" y="326"/>
                      <a:pt x="108" y="326"/>
                    </a:cubicBezTo>
                    <a:cubicBezTo>
                      <a:pt x="71" y="326"/>
                      <a:pt x="34" y="309"/>
                      <a:pt x="8" y="279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29" y="321"/>
                      <a:pt x="67" y="339"/>
                      <a:pt x="108" y="339"/>
                    </a:cubicBezTo>
                    <a:cubicBezTo>
                      <a:pt x="191" y="339"/>
                      <a:pt x="259" y="263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4" name="Freeform 17">
                <a:extLst>
                  <a:ext uri="{FF2B5EF4-FFF2-40B4-BE49-F238E27FC236}">
                    <a16:creationId xmlns:a16="http://schemas.microsoft.com/office/drawing/2014/main" id="{8FB7C041-4502-480E-8685-E7E6480ED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2362"/>
                <a:ext cx="4221" cy="1034"/>
              </a:xfrm>
              <a:custGeom>
                <a:avLst/>
                <a:gdLst>
                  <a:gd name="T0" fmla="*/ 21356 w 1865"/>
                  <a:gd name="T1" fmla="*/ 4892 h 428"/>
                  <a:gd name="T2" fmla="*/ 5753 w 1865"/>
                  <a:gd name="T3" fmla="*/ 1384 h 428"/>
                  <a:gd name="T4" fmla="*/ 25 w 1865"/>
                  <a:gd name="T5" fmla="*/ 0 h 428"/>
                  <a:gd name="T6" fmla="*/ 0 w 1865"/>
                  <a:gd name="T7" fmla="*/ 1075 h 428"/>
                  <a:gd name="T8" fmla="*/ 93 w 1865"/>
                  <a:gd name="T9" fmla="*/ 1085 h 428"/>
                  <a:gd name="T10" fmla="*/ 129 w 1865"/>
                  <a:gd name="T11" fmla="*/ 1097 h 428"/>
                  <a:gd name="T12" fmla="*/ 6018 w 1865"/>
                  <a:gd name="T13" fmla="*/ 2522 h 428"/>
                  <a:gd name="T14" fmla="*/ 21621 w 1865"/>
                  <a:gd name="T15" fmla="*/ 6035 h 428"/>
                  <a:gd name="T16" fmla="*/ 21356 w 1865"/>
                  <a:gd name="T17" fmla="*/ 4892 h 4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5" h="428">
                    <a:moveTo>
                      <a:pt x="1842" y="347"/>
                    </a:moveTo>
                    <a:cubicBezTo>
                      <a:pt x="1842" y="347"/>
                      <a:pt x="632" y="124"/>
                      <a:pt x="496" y="98"/>
                    </a:cubicBezTo>
                    <a:cubicBezTo>
                      <a:pt x="377" y="76"/>
                      <a:pt x="94" y="19"/>
                      <a:pt x="2" y="0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2" y="76"/>
                      <a:pt x="5" y="77"/>
                      <a:pt x="8" y="77"/>
                    </a:cubicBezTo>
                    <a:cubicBezTo>
                      <a:pt x="9" y="78"/>
                      <a:pt x="10" y="78"/>
                      <a:pt x="11" y="78"/>
                    </a:cubicBezTo>
                    <a:cubicBezTo>
                      <a:pt x="82" y="93"/>
                      <a:pt x="393" y="155"/>
                      <a:pt x="519" y="179"/>
                    </a:cubicBezTo>
                    <a:cubicBezTo>
                      <a:pt x="655" y="205"/>
                      <a:pt x="1865" y="428"/>
                      <a:pt x="1865" y="428"/>
                    </a:cubicBezTo>
                    <a:lnTo>
                      <a:pt x="1842" y="347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5" name="Freeform 18">
                <a:extLst>
                  <a:ext uri="{FF2B5EF4-FFF2-40B4-BE49-F238E27FC236}">
                    <a16:creationId xmlns:a16="http://schemas.microsoft.com/office/drawing/2014/main" id="{74AF69C9-BC60-474A-8D3A-21B115560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2299"/>
                <a:ext cx="4487" cy="901"/>
              </a:xfrm>
              <a:custGeom>
                <a:avLst/>
                <a:gdLst>
                  <a:gd name="T0" fmla="*/ 22673 w 1982"/>
                  <a:gd name="T1" fmla="*/ 4667 h 373"/>
                  <a:gd name="T2" fmla="*/ 22996 w 1982"/>
                  <a:gd name="T3" fmla="*/ 4708 h 373"/>
                  <a:gd name="T4" fmla="*/ 7867 w 1982"/>
                  <a:gd name="T5" fmla="*/ 1423 h 373"/>
                  <a:gd name="T6" fmla="*/ 1743 w 1982"/>
                  <a:gd name="T7" fmla="*/ 99 h 373"/>
                  <a:gd name="T8" fmla="*/ 0 w 1982"/>
                  <a:gd name="T9" fmla="*/ 367 h 373"/>
                  <a:gd name="T10" fmla="*/ 0 w 1982"/>
                  <a:gd name="T11" fmla="*/ 367 h 373"/>
                  <a:gd name="T12" fmla="*/ 5719 w 1982"/>
                  <a:gd name="T13" fmla="*/ 1751 h 373"/>
                  <a:gd name="T14" fmla="*/ 21337 w 1982"/>
                  <a:gd name="T15" fmla="*/ 5256 h 373"/>
                  <a:gd name="T16" fmla="*/ 22673 w 1982"/>
                  <a:gd name="T17" fmla="*/ 4667 h 3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2" h="373">
                    <a:moveTo>
                      <a:pt x="1954" y="331"/>
                    </a:moveTo>
                    <a:cubicBezTo>
                      <a:pt x="1964" y="331"/>
                      <a:pt x="1973" y="332"/>
                      <a:pt x="1982" y="334"/>
                    </a:cubicBezTo>
                    <a:cubicBezTo>
                      <a:pt x="1886" y="316"/>
                      <a:pt x="808" y="126"/>
                      <a:pt x="678" y="101"/>
                    </a:cubicBezTo>
                    <a:cubicBezTo>
                      <a:pt x="559" y="79"/>
                      <a:pt x="242" y="26"/>
                      <a:pt x="150" y="7"/>
                    </a:cubicBezTo>
                    <a:cubicBezTo>
                      <a:pt x="112" y="1"/>
                      <a:pt x="33" y="0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92" y="45"/>
                      <a:pt x="374" y="102"/>
                      <a:pt x="493" y="124"/>
                    </a:cubicBezTo>
                    <a:cubicBezTo>
                      <a:pt x="629" y="150"/>
                      <a:pt x="1839" y="373"/>
                      <a:pt x="1839" y="373"/>
                    </a:cubicBezTo>
                    <a:cubicBezTo>
                      <a:pt x="1872" y="347"/>
                      <a:pt x="1911" y="331"/>
                      <a:pt x="1954" y="331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6" name="Freeform 19">
                <a:extLst>
                  <a:ext uri="{FF2B5EF4-FFF2-40B4-BE49-F238E27FC236}">
                    <a16:creationId xmlns:a16="http://schemas.microsoft.com/office/drawing/2014/main" id="{E3A7B713-A900-400C-976D-4CD5467F1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" y="3198"/>
                <a:ext cx="4428" cy="990"/>
              </a:xfrm>
              <a:custGeom>
                <a:avLst/>
                <a:gdLst>
                  <a:gd name="T0" fmla="*/ 21361 w 1956"/>
                  <a:gd name="T1" fmla="*/ 4897 h 410"/>
                  <a:gd name="T2" fmla="*/ 21361 w 1956"/>
                  <a:gd name="T3" fmla="*/ 4897 h 410"/>
                  <a:gd name="T4" fmla="*/ 21345 w 1956"/>
                  <a:gd name="T5" fmla="*/ 4897 h 410"/>
                  <a:gd name="T6" fmla="*/ 16476 w 1956"/>
                  <a:gd name="T7" fmla="*/ 3859 h 410"/>
                  <a:gd name="T8" fmla="*/ 0 w 1956"/>
                  <a:gd name="T9" fmla="*/ 0 h 410"/>
                  <a:gd name="T10" fmla="*/ 1415 w 1956"/>
                  <a:gd name="T11" fmla="*/ 775 h 410"/>
                  <a:gd name="T12" fmla="*/ 1788 w 1956"/>
                  <a:gd name="T13" fmla="*/ 874 h 410"/>
                  <a:gd name="T14" fmla="*/ 17818 w 1956"/>
                  <a:gd name="T15" fmla="*/ 4728 h 410"/>
                  <a:gd name="T16" fmla="*/ 22692 w 1956"/>
                  <a:gd name="T17" fmla="*/ 5771 h 410"/>
                  <a:gd name="T18" fmla="*/ 22692 w 1956"/>
                  <a:gd name="T19" fmla="*/ 5771 h 410"/>
                  <a:gd name="T20" fmla="*/ 21361 w 1956"/>
                  <a:gd name="T21" fmla="*/ 4897 h 4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56" h="410">
                    <a:moveTo>
                      <a:pt x="1841" y="348"/>
                    </a:moveTo>
                    <a:cubicBezTo>
                      <a:pt x="1841" y="348"/>
                      <a:pt x="1841" y="348"/>
                      <a:pt x="1841" y="348"/>
                    </a:cubicBezTo>
                    <a:cubicBezTo>
                      <a:pt x="1840" y="348"/>
                      <a:pt x="1840" y="348"/>
                      <a:pt x="1840" y="348"/>
                    </a:cubicBezTo>
                    <a:cubicBezTo>
                      <a:pt x="1812" y="344"/>
                      <a:pt x="1518" y="294"/>
                      <a:pt x="1420" y="274"/>
                    </a:cubicBezTo>
                    <a:cubicBezTo>
                      <a:pt x="1330" y="256"/>
                      <a:pt x="186" y="36"/>
                      <a:pt x="0" y="0"/>
                    </a:cubicBezTo>
                    <a:cubicBezTo>
                      <a:pt x="26" y="29"/>
                      <a:pt x="86" y="46"/>
                      <a:pt x="122" y="55"/>
                    </a:cubicBezTo>
                    <a:cubicBezTo>
                      <a:pt x="126" y="56"/>
                      <a:pt x="154" y="62"/>
                      <a:pt x="154" y="62"/>
                    </a:cubicBezTo>
                    <a:cubicBezTo>
                      <a:pt x="339" y="98"/>
                      <a:pt x="1446" y="318"/>
                      <a:pt x="1536" y="336"/>
                    </a:cubicBezTo>
                    <a:cubicBezTo>
                      <a:pt x="1634" y="356"/>
                      <a:pt x="1928" y="406"/>
                      <a:pt x="1956" y="410"/>
                    </a:cubicBezTo>
                    <a:cubicBezTo>
                      <a:pt x="1956" y="410"/>
                      <a:pt x="1956" y="410"/>
                      <a:pt x="1956" y="410"/>
                    </a:cubicBezTo>
                    <a:cubicBezTo>
                      <a:pt x="1912" y="404"/>
                      <a:pt x="1871" y="382"/>
                      <a:pt x="1841" y="348"/>
                    </a:cubicBezTo>
                    <a:close/>
                  </a:path>
                </a:pathLst>
              </a:custGeom>
              <a:solidFill>
                <a:srgbClr val="F66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7" name="Freeform 20">
                <a:extLst>
                  <a:ext uri="{FF2B5EF4-FFF2-40B4-BE49-F238E27FC236}">
                    <a16:creationId xmlns:a16="http://schemas.microsoft.com/office/drawing/2014/main" id="{4C089263-87FB-44EA-98B4-97BE1E77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2362"/>
                <a:ext cx="4172" cy="860"/>
              </a:xfrm>
              <a:custGeom>
                <a:avLst/>
                <a:gdLst>
                  <a:gd name="T0" fmla="*/ 5580 w 1843"/>
                  <a:gd name="T1" fmla="*/ 1505 h 356"/>
                  <a:gd name="T2" fmla="*/ 21378 w 1843"/>
                  <a:gd name="T3" fmla="*/ 5020 h 356"/>
                  <a:gd name="T4" fmla="*/ 21342 w 1843"/>
                  <a:gd name="T5" fmla="*/ 4889 h 356"/>
                  <a:gd name="T6" fmla="*/ 5729 w 1843"/>
                  <a:gd name="T7" fmla="*/ 1384 h 356"/>
                  <a:gd name="T8" fmla="*/ 0 w 1843"/>
                  <a:gd name="T9" fmla="*/ 0 h 356"/>
                  <a:gd name="T10" fmla="*/ 0 w 1843"/>
                  <a:gd name="T11" fmla="*/ 169 h 356"/>
                  <a:gd name="T12" fmla="*/ 5580 w 1843"/>
                  <a:gd name="T13" fmla="*/ 1505 h 3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3" h="356">
                    <a:moveTo>
                      <a:pt x="481" y="107"/>
                    </a:moveTo>
                    <a:cubicBezTo>
                      <a:pt x="608" y="132"/>
                      <a:pt x="1695" y="330"/>
                      <a:pt x="1843" y="356"/>
                    </a:cubicBezTo>
                    <a:cubicBezTo>
                      <a:pt x="1840" y="347"/>
                      <a:pt x="1840" y="347"/>
                      <a:pt x="1840" y="347"/>
                    </a:cubicBezTo>
                    <a:cubicBezTo>
                      <a:pt x="1840" y="347"/>
                      <a:pt x="630" y="124"/>
                      <a:pt x="494" y="98"/>
                    </a:cubicBezTo>
                    <a:cubicBezTo>
                      <a:pt x="375" y="76"/>
                      <a:pt x="92" y="19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02" y="33"/>
                      <a:pt x="367" y="86"/>
                      <a:pt x="481" y="107"/>
                    </a:cubicBez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8" name="Freeform 21">
                <a:extLst>
                  <a:ext uri="{FF2B5EF4-FFF2-40B4-BE49-F238E27FC236}">
                    <a16:creationId xmlns:a16="http://schemas.microsoft.com/office/drawing/2014/main" id="{6DAD2F44-AE50-42A7-AAA6-0E11C94A2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" y="3174"/>
                <a:ext cx="4181" cy="864"/>
              </a:xfrm>
              <a:custGeom>
                <a:avLst/>
                <a:gdLst>
                  <a:gd name="T0" fmla="*/ 21353 w 1847"/>
                  <a:gd name="T1" fmla="*/ 5032 h 358"/>
                  <a:gd name="T2" fmla="*/ 21423 w 1847"/>
                  <a:gd name="T3" fmla="*/ 4904 h 358"/>
                  <a:gd name="T4" fmla="*/ 16532 w 1847"/>
                  <a:gd name="T5" fmla="*/ 3837 h 358"/>
                  <a:gd name="T6" fmla="*/ 57 w 1847"/>
                  <a:gd name="T7" fmla="*/ 0 h 358"/>
                  <a:gd name="T8" fmla="*/ 36 w 1847"/>
                  <a:gd name="T9" fmla="*/ 0 h 358"/>
                  <a:gd name="T10" fmla="*/ 0 w 1847"/>
                  <a:gd name="T11" fmla="*/ 140 h 358"/>
                  <a:gd name="T12" fmla="*/ 16468 w 1847"/>
                  <a:gd name="T13" fmla="*/ 3989 h 358"/>
                  <a:gd name="T14" fmla="*/ 21342 w 1847"/>
                  <a:gd name="T15" fmla="*/ 5032 h 358"/>
                  <a:gd name="T16" fmla="*/ 21353 w 1847"/>
                  <a:gd name="T17" fmla="*/ 5032 h 3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7" h="358">
                    <a:moveTo>
                      <a:pt x="1841" y="358"/>
                    </a:moveTo>
                    <a:cubicBezTo>
                      <a:pt x="1847" y="349"/>
                      <a:pt x="1847" y="349"/>
                      <a:pt x="1847" y="349"/>
                    </a:cubicBezTo>
                    <a:cubicBezTo>
                      <a:pt x="1807" y="343"/>
                      <a:pt x="1521" y="293"/>
                      <a:pt x="1425" y="273"/>
                    </a:cubicBezTo>
                    <a:cubicBezTo>
                      <a:pt x="1335" y="255"/>
                      <a:pt x="190" y="35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85" y="46"/>
                      <a:pt x="1330" y="266"/>
                      <a:pt x="1420" y="284"/>
                    </a:cubicBezTo>
                    <a:cubicBezTo>
                      <a:pt x="1518" y="304"/>
                      <a:pt x="1812" y="354"/>
                      <a:pt x="1840" y="358"/>
                    </a:cubicBezTo>
                    <a:lnTo>
                      <a:pt x="1841" y="358"/>
                    </a:ln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9" name="Freeform 22">
                <a:extLst>
                  <a:ext uri="{FF2B5EF4-FFF2-40B4-BE49-F238E27FC236}">
                    <a16:creationId xmlns:a16="http://schemas.microsoft.com/office/drawing/2014/main" id="{9ADE1B4A-0802-450E-8769-31A0885F3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" y="3087"/>
                <a:ext cx="4235" cy="951"/>
              </a:xfrm>
              <a:custGeom>
                <a:avLst/>
                <a:gdLst>
                  <a:gd name="T0" fmla="*/ 21698 w 1871"/>
                  <a:gd name="T1" fmla="*/ 4953 h 394"/>
                  <a:gd name="T2" fmla="*/ 16886 w 1871"/>
                  <a:gd name="T3" fmla="*/ 3910 h 394"/>
                  <a:gd name="T4" fmla="*/ 149 w 1871"/>
                  <a:gd name="T5" fmla="*/ 0 h 394"/>
                  <a:gd name="T6" fmla="*/ 0 w 1871"/>
                  <a:gd name="T7" fmla="*/ 647 h 394"/>
                  <a:gd name="T8" fmla="*/ 36 w 1871"/>
                  <a:gd name="T9" fmla="*/ 507 h 394"/>
                  <a:gd name="T10" fmla="*/ 57 w 1871"/>
                  <a:gd name="T11" fmla="*/ 507 h 394"/>
                  <a:gd name="T12" fmla="*/ 16524 w 1871"/>
                  <a:gd name="T13" fmla="*/ 4347 h 394"/>
                  <a:gd name="T14" fmla="*/ 21422 w 1871"/>
                  <a:gd name="T15" fmla="*/ 5412 h 394"/>
                  <a:gd name="T16" fmla="*/ 21349 w 1871"/>
                  <a:gd name="T17" fmla="*/ 5539 h 394"/>
                  <a:gd name="T18" fmla="*/ 21698 w 1871"/>
                  <a:gd name="T19" fmla="*/ 4953 h 3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71" h="394">
                    <a:moveTo>
                      <a:pt x="1871" y="352"/>
                    </a:moveTo>
                    <a:cubicBezTo>
                      <a:pt x="1822" y="344"/>
                      <a:pt x="1550" y="298"/>
                      <a:pt x="1456" y="278"/>
                    </a:cubicBezTo>
                    <a:cubicBezTo>
                      <a:pt x="1364" y="260"/>
                      <a:pt x="143" y="25"/>
                      <a:pt x="13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90" y="71"/>
                      <a:pt x="1335" y="291"/>
                      <a:pt x="1425" y="309"/>
                    </a:cubicBezTo>
                    <a:cubicBezTo>
                      <a:pt x="1521" y="329"/>
                      <a:pt x="1807" y="379"/>
                      <a:pt x="1847" y="385"/>
                    </a:cubicBezTo>
                    <a:cubicBezTo>
                      <a:pt x="1841" y="394"/>
                      <a:pt x="1841" y="394"/>
                      <a:pt x="1841" y="394"/>
                    </a:cubicBezTo>
                    <a:lnTo>
                      <a:pt x="1871" y="352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0" name="Freeform 23">
                <a:extLst>
                  <a:ext uri="{FF2B5EF4-FFF2-40B4-BE49-F238E27FC236}">
                    <a16:creationId xmlns:a16="http://schemas.microsoft.com/office/drawing/2014/main" id="{EF59A1BF-E9C1-4D87-B8C4-9CABD29C2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3062"/>
                <a:ext cx="4222" cy="875"/>
              </a:xfrm>
              <a:custGeom>
                <a:avLst/>
                <a:gdLst>
                  <a:gd name="T0" fmla="*/ 21637 w 1865"/>
                  <a:gd name="T1" fmla="*/ 4955 h 362"/>
                  <a:gd name="T2" fmla="*/ 20279 w 1865"/>
                  <a:gd name="T3" fmla="*/ 4687 h 362"/>
                  <a:gd name="T4" fmla="*/ 19955 w 1865"/>
                  <a:gd name="T5" fmla="*/ 4576 h 362"/>
                  <a:gd name="T6" fmla="*/ 19627 w 1865"/>
                  <a:gd name="T7" fmla="*/ 4406 h 362"/>
                  <a:gd name="T8" fmla="*/ 19675 w 1865"/>
                  <a:gd name="T9" fmla="*/ 4423 h 362"/>
                  <a:gd name="T10" fmla="*/ 19213 w 1865"/>
                  <a:gd name="T11" fmla="*/ 3938 h 362"/>
                  <a:gd name="T12" fmla="*/ 18819 w 1865"/>
                  <a:gd name="T13" fmla="*/ 3488 h 362"/>
                  <a:gd name="T14" fmla="*/ 18215 w 1865"/>
                  <a:gd name="T15" fmla="*/ 3261 h 362"/>
                  <a:gd name="T16" fmla="*/ 17470 w 1865"/>
                  <a:gd name="T17" fmla="*/ 3261 h 362"/>
                  <a:gd name="T18" fmla="*/ 16845 w 1865"/>
                  <a:gd name="T19" fmla="*/ 3067 h 362"/>
                  <a:gd name="T20" fmla="*/ 16127 w 1865"/>
                  <a:gd name="T21" fmla="*/ 2869 h 362"/>
                  <a:gd name="T22" fmla="*/ 15405 w 1865"/>
                  <a:gd name="T23" fmla="*/ 2898 h 362"/>
                  <a:gd name="T24" fmla="*/ 15036 w 1865"/>
                  <a:gd name="T25" fmla="*/ 3092 h 362"/>
                  <a:gd name="T26" fmla="*/ 14411 w 1865"/>
                  <a:gd name="T27" fmla="*/ 3208 h 362"/>
                  <a:gd name="T28" fmla="*/ 14411 w 1865"/>
                  <a:gd name="T29" fmla="*/ 3208 h 362"/>
                  <a:gd name="T30" fmla="*/ 13925 w 1865"/>
                  <a:gd name="T31" fmla="*/ 3237 h 362"/>
                  <a:gd name="T32" fmla="*/ 10778 w 1865"/>
                  <a:gd name="T33" fmla="*/ 2502 h 362"/>
                  <a:gd name="T34" fmla="*/ 10291 w 1865"/>
                  <a:gd name="T35" fmla="*/ 2272 h 362"/>
                  <a:gd name="T36" fmla="*/ 10235 w 1865"/>
                  <a:gd name="T37" fmla="*/ 2231 h 362"/>
                  <a:gd name="T38" fmla="*/ 10235 w 1865"/>
                  <a:gd name="T39" fmla="*/ 2231 h 362"/>
                  <a:gd name="T40" fmla="*/ 9583 w 1865"/>
                  <a:gd name="T41" fmla="*/ 1876 h 362"/>
                  <a:gd name="T42" fmla="*/ 8885 w 1865"/>
                  <a:gd name="T43" fmla="*/ 1537 h 362"/>
                  <a:gd name="T44" fmla="*/ 7980 w 1865"/>
                  <a:gd name="T45" fmla="*/ 1286 h 362"/>
                  <a:gd name="T46" fmla="*/ 7507 w 1865"/>
                  <a:gd name="T47" fmla="*/ 1356 h 362"/>
                  <a:gd name="T48" fmla="*/ 6959 w 1865"/>
                  <a:gd name="T49" fmla="*/ 1455 h 362"/>
                  <a:gd name="T50" fmla="*/ 6950 w 1865"/>
                  <a:gd name="T51" fmla="*/ 1467 h 362"/>
                  <a:gd name="T52" fmla="*/ 6728 w 1865"/>
                  <a:gd name="T53" fmla="*/ 1496 h 362"/>
                  <a:gd name="T54" fmla="*/ 6427 w 1865"/>
                  <a:gd name="T55" fmla="*/ 1484 h 362"/>
                  <a:gd name="T56" fmla="*/ 45 w 1865"/>
                  <a:gd name="T57" fmla="*/ 0 h 362"/>
                  <a:gd name="T58" fmla="*/ 0 w 1865"/>
                  <a:gd name="T59" fmla="*/ 140 h 362"/>
                  <a:gd name="T60" fmla="*/ 6601 w 1865"/>
                  <a:gd name="T61" fmla="*/ 1694 h 362"/>
                  <a:gd name="T62" fmla="*/ 8446 w 1865"/>
                  <a:gd name="T63" fmla="*/ 2202 h 362"/>
                  <a:gd name="T64" fmla="*/ 10024 w 1865"/>
                  <a:gd name="T65" fmla="*/ 2482 h 362"/>
                  <a:gd name="T66" fmla="*/ 14631 w 1865"/>
                  <a:gd name="T67" fmla="*/ 3575 h 362"/>
                  <a:gd name="T68" fmla="*/ 16773 w 1865"/>
                  <a:gd name="T69" fmla="*/ 4177 h 362"/>
                  <a:gd name="T70" fmla="*/ 19270 w 1865"/>
                  <a:gd name="T71" fmla="*/ 4634 h 362"/>
                  <a:gd name="T72" fmla="*/ 21556 w 1865"/>
                  <a:gd name="T73" fmla="*/ 5112 h 36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65" h="362">
                    <a:moveTo>
                      <a:pt x="1865" y="351"/>
                    </a:moveTo>
                    <a:cubicBezTo>
                      <a:pt x="1852" y="349"/>
                      <a:pt x="1806" y="342"/>
                      <a:pt x="1748" y="332"/>
                    </a:cubicBezTo>
                    <a:cubicBezTo>
                      <a:pt x="1743" y="331"/>
                      <a:pt x="1727" y="327"/>
                      <a:pt x="1720" y="324"/>
                    </a:cubicBezTo>
                    <a:cubicBezTo>
                      <a:pt x="1709" y="319"/>
                      <a:pt x="1695" y="313"/>
                      <a:pt x="1692" y="312"/>
                    </a:cubicBezTo>
                    <a:cubicBezTo>
                      <a:pt x="1694" y="312"/>
                      <a:pt x="1695" y="312"/>
                      <a:pt x="1696" y="313"/>
                    </a:cubicBezTo>
                    <a:cubicBezTo>
                      <a:pt x="1687" y="311"/>
                      <a:pt x="1664" y="289"/>
                      <a:pt x="1656" y="279"/>
                    </a:cubicBezTo>
                    <a:cubicBezTo>
                      <a:pt x="1640" y="259"/>
                      <a:pt x="1640" y="259"/>
                      <a:pt x="1622" y="247"/>
                    </a:cubicBezTo>
                    <a:cubicBezTo>
                      <a:pt x="1604" y="235"/>
                      <a:pt x="1606" y="241"/>
                      <a:pt x="1570" y="231"/>
                    </a:cubicBezTo>
                    <a:cubicBezTo>
                      <a:pt x="1534" y="221"/>
                      <a:pt x="1534" y="229"/>
                      <a:pt x="1506" y="231"/>
                    </a:cubicBezTo>
                    <a:cubicBezTo>
                      <a:pt x="1478" y="233"/>
                      <a:pt x="1480" y="225"/>
                      <a:pt x="1452" y="217"/>
                    </a:cubicBezTo>
                    <a:cubicBezTo>
                      <a:pt x="1424" y="209"/>
                      <a:pt x="1418" y="209"/>
                      <a:pt x="1390" y="203"/>
                    </a:cubicBezTo>
                    <a:cubicBezTo>
                      <a:pt x="1362" y="197"/>
                      <a:pt x="1360" y="203"/>
                      <a:pt x="1328" y="205"/>
                    </a:cubicBezTo>
                    <a:cubicBezTo>
                      <a:pt x="1313" y="206"/>
                      <a:pt x="1304" y="211"/>
                      <a:pt x="1296" y="219"/>
                    </a:cubicBezTo>
                    <a:cubicBezTo>
                      <a:pt x="1292" y="222"/>
                      <a:pt x="1260" y="228"/>
                      <a:pt x="1242" y="227"/>
                    </a:cubicBezTo>
                    <a:cubicBezTo>
                      <a:pt x="1242" y="227"/>
                      <a:pt x="1242" y="227"/>
                      <a:pt x="1242" y="227"/>
                    </a:cubicBezTo>
                    <a:cubicBezTo>
                      <a:pt x="1241" y="228"/>
                      <a:pt x="1202" y="230"/>
                      <a:pt x="1200" y="229"/>
                    </a:cubicBezTo>
                    <a:cubicBezTo>
                      <a:pt x="1120" y="214"/>
                      <a:pt x="1028" y="196"/>
                      <a:pt x="929" y="177"/>
                    </a:cubicBezTo>
                    <a:cubicBezTo>
                      <a:pt x="914" y="173"/>
                      <a:pt x="895" y="166"/>
                      <a:pt x="887" y="161"/>
                    </a:cubicBezTo>
                    <a:cubicBezTo>
                      <a:pt x="886" y="160"/>
                      <a:pt x="884" y="159"/>
                      <a:pt x="882" y="158"/>
                    </a:cubicBezTo>
                    <a:cubicBezTo>
                      <a:pt x="882" y="158"/>
                      <a:pt x="882" y="158"/>
                      <a:pt x="882" y="158"/>
                    </a:cubicBezTo>
                    <a:cubicBezTo>
                      <a:pt x="875" y="155"/>
                      <a:pt x="850" y="142"/>
                      <a:pt x="826" y="133"/>
                    </a:cubicBezTo>
                    <a:cubicBezTo>
                      <a:pt x="800" y="123"/>
                      <a:pt x="796" y="119"/>
                      <a:pt x="766" y="109"/>
                    </a:cubicBezTo>
                    <a:cubicBezTo>
                      <a:pt x="736" y="99"/>
                      <a:pt x="722" y="89"/>
                      <a:pt x="688" y="91"/>
                    </a:cubicBezTo>
                    <a:cubicBezTo>
                      <a:pt x="671" y="92"/>
                      <a:pt x="659" y="93"/>
                      <a:pt x="647" y="96"/>
                    </a:cubicBezTo>
                    <a:cubicBezTo>
                      <a:pt x="640" y="98"/>
                      <a:pt x="611" y="104"/>
                      <a:pt x="600" y="103"/>
                    </a:cubicBezTo>
                    <a:cubicBezTo>
                      <a:pt x="599" y="104"/>
                      <a:pt x="599" y="104"/>
                      <a:pt x="599" y="104"/>
                    </a:cubicBezTo>
                    <a:cubicBezTo>
                      <a:pt x="593" y="104"/>
                      <a:pt x="586" y="105"/>
                      <a:pt x="580" y="106"/>
                    </a:cubicBezTo>
                    <a:cubicBezTo>
                      <a:pt x="572" y="106"/>
                      <a:pt x="565" y="106"/>
                      <a:pt x="554" y="105"/>
                    </a:cubicBezTo>
                    <a:cubicBezTo>
                      <a:pt x="291" y="55"/>
                      <a:pt x="59" y="11"/>
                      <a:pt x="4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4" y="21"/>
                      <a:pt x="297" y="67"/>
                      <a:pt x="569" y="120"/>
                    </a:cubicBezTo>
                    <a:cubicBezTo>
                      <a:pt x="624" y="130"/>
                      <a:pt x="673" y="146"/>
                      <a:pt x="728" y="156"/>
                    </a:cubicBezTo>
                    <a:cubicBezTo>
                      <a:pt x="771" y="165"/>
                      <a:pt x="821" y="168"/>
                      <a:pt x="864" y="176"/>
                    </a:cubicBezTo>
                    <a:cubicBezTo>
                      <a:pt x="1013" y="205"/>
                      <a:pt x="1155" y="232"/>
                      <a:pt x="1261" y="253"/>
                    </a:cubicBezTo>
                    <a:cubicBezTo>
                      <a:pt x="1357" y="271"/>
                      <a:pt x="1378" y="280"/>
                      <a:pt x="1446" y="296"/>
                    </a:cubicBezTo>
                    <a:cubicBezTo>
                      <a:pt x="1514" y="312"/>
                      <a:pt x="1577" y="314"/>
                      <a:pt x="1661" y="328"/>
                    </a:cubicBezTo>
                    <a:cubicBezTo>
                      <a:pt x="1749" y="344"/>
                      <a:pt x="1833" y="358"/>
                      <a:pt x="1858" y="362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1" name="Freeform 24">
                <a:extLst>
                  <a:ext uri="{FF2B5EF4-FFF2-40B4-BE49-F238E27FC236}">
                    <a16:creationId xmlns:a16="http://schemas.microsoft.com/office/drawing/2014/main" id="{C784048D-C85A-4656-98E9-312D3D27C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2497"/>
                <a:ext cx="4213" cy="969"/>
              </a:xfrm>
              <a:custGeom>
                <a:avLst/>
                <a:gdLst>
                  <a:gd name="T0" fmla="*/ 20490 w 1861"/>
                  <a:gd name="T1" fmla="*/ 4852 h 401"/>
                  <a:gd name="T2" fmla="*/ 21592 w 1861"/>
                  <a:gd name="T3" fmla="*/ 5091 h 401"/>
                  <a:gd name="T4" fmla="*/ 21556 w 1861"/>
                  <a:gd name="T5" fmla="*/ 4922 h 401"/>
                  <a:gd name="T6" fmla="*/ 19772 w 1861"/>
                  <a:gd name="T7" fmla="*/ 4514 h 401"/>
                  <a:gd name="T8" fmla="*/ 17660 w 1861"/>
                  <a:gd name="T9" fmla="*/ 3924 h 401"/>
                  <a:gd name="T10" fmla="*/ 15487 w 1861"/>
                  <a:gd name="T11" fmla="*/ 3567 h 401"/>
                  <a:gd name="T12" fmla="*/ 12367 w 1861"/>
                  <a:gd name="T13" fmla="*/ 2866 h 401"/>
                  <a:gd name="T14" fmla="*/ 10190 w 1861"/>
                  <a:gd name="T15" fmla="*/ 2259 h 401"/>
                  <a:gd name="T16" fmla="*/ 7704 w 1861"/>
                  <a:gd name="T17" fmla="*/ 1822 h 401"/>
                  <a:gd name="T18" fmla="*/ 6010 w 1861"/>
                  <a:gd name="T19" fmla="*/ 1426 h 401"/>
                  <a:gd name="T20" fmla="*/ 0 w 1861"/>
                  <a:gd name="T21" fmla="*/ 0 h 401"/>
                  <a:gd name="T22" fmla="*/ 0 w 1861"/>
                  <a:gd name="T23" fmla="*/ 169 h 401"/>
                  <a:gd name="T24" fmla="*/ 6042 w 1861"/>
                  <a:gd name="T25" fmla="*/ 1583 h 401"/>
                  <a:gd name="T26" fmla="*/ 7509 w 1861"/>
                  <a:gd name="T27" fmla="*/ 1921 h 401"/>
                  <a:gd name="T28" fmla="*/ 7749 w 1861"/>
                  <a:gd name="T29" fmla="*/ 2131 h 401"/>
                  <a:gd name="T30" fmla="*/ 8747 w 1861"/>
                  <a:gd name="T31" fmla="*/ 3006 h 401"/>
                  <a:gd name="T32" fmla="*/ 9630 w 1861"/>
                  <a:gd name="T33" fmla="*/ 3088 h 401"/>
                  <a:gd name="T34" fmla="*/ 10393 w 1861"/>
                  <a:gd name="T35" fmla="*/ 3146 h 401"/>
                  <a:gd name="T36" fmla="*/ 11274 w 1861"/>
                  <a:gd name="T37" fmla="*/ 3398 h 401"/>
                  <a:gd name="T38" fmla="*/ 11813 w 1861"/>
                  <a:gd name="T39" fmla="*/ 3376 h 401"/>
                  <a:gd name="T40" fmla="*/ 12207 w 1861"/>
                  <a:gd name="T41" fmla="*/ 3129 h 401"/>
                  <a:gd name="T42" fmla="*/ 12458 w 1861"/>
                  <a:gd name="T43" fmla="*/ 3047 h 401"/>
                  <a:gd name="T44" fmla="*/ 14744 w 1861"/>
                  <a:gd name="T45" fmla="*/ 3557 h 401"/>
                  <a:gd name="T46" fmla="*/ 15129 w 1861"/>
                  <a:gd name="T47" fmla="*/ 3866 h 401"/>
                  <a:gd name="T48" fmla="*/ 15523 w 1861"/>
                  <a:gd name="T49" fmla="*/ 4473 h 401"/>
                  <a:gd name="T50" fmla="*/ 16415 w 1861"/>
                  <a:gd name="T51" fmla="*/ 5091 h 401"/>
                  <a:gd name="T52" fmla="*/ 17169 w 1861"/>
                  <a:gd name="T53" fmla="*/ 5500 h 401"/>
                  <a:gd name="T54" fmla="*/ 17911 w 1861"/>
                  <a:gd name="T55" fmla="*/ 5488 h 401"/>
                  <a:gd name="T56" fmla="*/ 18747 w 1861"/>
                  <a:gd name="T57" fmla="*/ 5459 h 401"/>
                  <a:gd name="T58" fmla="*/ 19378 w 1861"/>
                  <a:gd name="T59" fmla="*/ 5408 h 401"/>
                  <a:gd name="T60" fmla="*/ 19886 w 1861"/>
                  <a:gd name="T61" fmla="*/ 4951 h 401"/>
                  <a:gd name="T62" fmla="*/ 20150 w 1861"/>
                  <a:gd name="T63" fmla="*/ 4898 h 401"/>
                  <a:gd name="T64" fmla="*/ 20490 w 1861"/>
                  <a:gd name="T65" fmla="*/ 4852 h 4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861" h="401">
                    <a:moveTo>
                      <a:pt x="1766" y="344"/>
                    </a:moveTo>
                    <a:cubicBezTo>
                      <a:pt x="1816" y="353"/>
                      <a:pt x="1849" y="359"/>
                      <a:pt x="1861" y="361"/>
                    </a:cubicBezTo>
                    <a:cubicBezTo>
                      <a:pt x="1858" y="349"/>
                      <a:pt x="1858" y="349"/>
                      <a:pt x="1858" y="349"/>
                    </a:cubicBezTo>
                    <a:cubicBezTo>
                      <a:pt x="1839" y="345"/>
                      <a:pt x="1783" y="335"/>
                      <a:pt x="1704" y="320"/>
                    </a:cubicBezTo>
                    <a:cubicBezTo>
                      <a:pt x="1651" y="311"/>
                      <a:pt x="1590" y="291"/>
                      <a:pt x="1522" y="278"/>
                    </a:cubicBezTo>
                    <a:cubicBezTo>
                      <a:pt x="1464" y="268"/>
                      <a:pt x="1400" y="265"/>
                      <a:pt x="1335" y="253"/>
                    </a:cubicBezTo>
                    <a:cubicBezTo>
                      <a:pt x="1247" y="236"/>
                      <a:pt x="1155" y="219"/>
                      <a:pt x="1066" y="203"/>
                    </a:cubicBezTo>
                    <a:cubicBezTo>
                      <a:pt x="1000" y="191"/>
                      <a:pt x="956" y="172"/>
                      <a:pt x="878" y="160"/>
                    </a:cubicBezTo>
                    <a:cubicBezTo>
                      <a:pt x="800" y="148"/>
                      <a:pt x="723" y="140"/>
                      <a:pt x="664" y="129"/>
                    </a:cubicBezTo>
                    <a:cubicBezTo>
                      <a:pt x="593" y="116"/>
                      <a:pt x="541" y="106"/>
                      <a:pt x="518" y="101"/>
                    </a:cubicBezTo>
                    <a:cubicBezTo>
                      <a:pt x="408" y="80"/>
                      <a:pt x="120" y="24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22" y="37"/>
                      <a:pt x="412" y="92"/>
                      <a:pt x="521" y="112"/>
                    </a:cubicBezTo>
                    <a:cubicBezTo>
                      <a:pt x="542" y="116"/>
                      <a:pt x="586" y="125"/>
                      <a:pt x="647" y="136"/>
                    </a:cubicBezTo>
                    <a:cubicBezTo>
                      <a:pt x="654" y="139"/>
                      <a:pt x="665" y="145"/>
                      <a:pt x="668" y="151"/>
                    </a:cubicBezTo>
                    <a:cubicBezTo>
                      <a:pt x="698" y="197"/>
                      <a:pt x="724" y="197"/>
                      <a:pt x="754" y="213"/>
                    </a:cubicBezTo>
                    <a:cubicBezTo>
                      <a:pt x="784" y="229"/>
                      <a:pt x="798" y="219"/>
                      <a:pt x="830" y="219"/>
                    </a:cubicBezTo>
                    <a:cubicBezTo>
                      <a:pt x="862" y="219"/>
                      <a:pt x="860" y="213"/>
                      <a:pt x="896" y="223"/>
                    </a:cubicBezTo>
                    <a:cubicBezTo>
                      <a:pt x="932" y="233"/>
                      <a:pt x="946" y="243"/>
                      <a:pt x="972" y="241"/>
                    </a:cubicBezTo>
                    <a:cubicBezTo>
                      <a:pt x="998" y="239"/>
                      <a:pt x="1002" y="241"/>
                      <a:pt x="1018" y="239"/>
                    </a:cubicBezTo>
                    <a:cubicBezTo>
                      <a:pt x="1031" y="238"/>
                      <a:pt x="1044" y="230"/>
                      <a:pt x="1052" y="222"/>
                    </a:cubicBezTo>
                    <a:cubicBezTo>
                      <a:pt x="1055" y="219"/>
                      <a:pt x="1065" y="216"/>
                      <a:pt x="1074" y="216"/>
                    </a:cubicBezTo>
                    <a:cubicBezTo>
                      <a:pt x="1139" y="228"/>
                      <a:pt x="1206" y="240"/>
                      <a:pt x="1271" y="252"/>
                    </a:cubicBezTo>
                    <a:cubicBezTo>
                      <a:pt x="1280" y="254"/>
                      <a:pt x="1299" y="259"/>
                      <a:pt x="1304" y="274"/>
                    </a:cubicBezTo>
                    <a:cubicBezTo>
                      <a:pt x="1311" y="290"/>
                      <a:pt x="1317" y="298"/>
                      <a:pt x="1338" y="317"/>
                    </a:cubicBezTo>
                    <a:cubicBezTo>
                      <a:pt x="1372" y="347"/>
                      <a:pt x="1380" y="347"/>
                      <a:pt x="1415" y="361"/>
                    </a:cubicBezTo>
                    <a:cubicBezTo>
                      <a:pt x="1450" y="375"/>
                      <a:pt x="1467" y="388"/>
                      <a:pt x="1480" y="390"/>
                    </a:cubicBezTo>
                    <a:cubicBezTo>
                      <a:pt x="1510" y="396"/>
                      <a:pt x="1498" y="383"/>
                      <a:pt x="1544" y="389"/>
                    </a:cubicBezTo>
                    <a:cubicBezTo>
                      <a:pt x="1589" y="395"/>
                      <a:pt x="1600" y="387"/>
                      <a:pt x="1616" y="387"/>
                    </a:cubicBezTo>
                    <a:cubicBezTo>
                      <a:pt x="1633" y="387"/>
                      <a:pt x="1658" y="401"/>
                      <a:pt x="1670" y="383"/>
                    </a:cubicBezTo>
                    <a:cubicBezTo>
                      <a:pt x="1683" y="365"/>
                      <a:pt x="1697" y="355"/>
                      <a:pt x="1714" y="351"/>
                    </a:cubicBezTo>
                    <a:cubicBezTo>
                      <a:pt x="1724" y="349"/>
                      <a:pt x="1731" y="349"/>
                      <a:pt x="1737" y="347"/>
                    </a:cubicBezTo>
                    <a:cubicBezTo>
                      <a:pt x="1741" y="346"/>
                      <a:pt x="1749" y="337"/>
                      <a:pt x="1766" y="344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2" name="Freeform 25">
                <a:extLst>
                  <a:ext uri="{FF2B5EF4-FFF2-40B4-BE49-F238E27FC236}">
                    <a16:creationId xmlns:a16="http://schemas.microsoft.com/office/drawing/2014/main" id="{569C46A0-B4EF-4A86-82C3-72D4DE902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2526"/>
                <a:ext cx="4221" cy="961"/>
              </a:xfrm>
              <a:custGeom>
                <a:avLst/>
                <a:gdLst>
                  <a:gd name="T0" fmla="*/ 21078 w 1865"/>
                  <a:gd name="T1" fmla="*/ 4798 h 398"/>
                  <a:gd name="T2" fmla="*/ 20485 w 1865"/>
                  <a:gd name="T3" fmla="*/ 4675 h 398"/>
                  <a:gd name="T4" fmla="*/ 20152 w 1865"/>
                  <a:gd name="T5" fmla="*/ 4716 h 398"/>
                  <a:gd name="T6" fmla="*/ 19374 w 1865"/>
                  <a:gd name="T7" fmla="*/ 5223 h 398"/>
                  <a:gd name="T8" fmla="*/ 17914 w 1865"/>
                  <a:gd name="T9" fmla="*/ 5305 h 398"/>
                  <a:gd name="T10" fmla="*/ 16418 w 1865"/>
                  <a:gd name="T11" fmla="*/ 4914 h 398"/>
                  <a:gd name="T12" fmla="*/ 15132 w 1865"/>
                  <a:gd name="T13" fmla="*/ 3689 h 398"/>
                  <a:gd name="T14" fmla="*/ 13369 w 1865"/>
                  <a:gd name="T15" fmla="*/ 3067 h 398"/>
                  <a:gd name="T16" fmla="*/ 12984 w 1865"/>
                  <a:gd name="T17" fmla="*/ 2984 h 398"/>
                  <a:gd name="T18" fmla="*/ 12206 w 1865"/>
                  <a:gd name="T19" fmla="*/ 2955 h 398"/>
                  <a:gd name="T20" fmla="*/ 11280 w 1865"/>
                  <a:gd name="T21" fmla="*/ 3223 h 398"/>
                  <a:gd name="T22" fmla="*/ 9635 w 1865"/>
                  <a:gd name="T23" fmla="*/ 2914 h 398"/>
                  <a:gd name="T24" fmla="*/ 7756 w 1865"/>
                  <a:gd name="T25" fmla="*/ 1958 h 398"/>
                  <a:gd name="T26" fmla="*/ 6910 w 1865"/>
                  <a:gd name="T27" fmla="*/ 1603 h 398"/>
                  <a:gd name="T28" fmla="*/ 6817 w 1865"/>
                  <a:gd name="T29" fmla="*/ 1591 h 398"/>
                  <a:gd name="T30" fmla="*/ 6747 w 1865"/>
                  <a:gd name="T31" fmla="*/ 1574 h 398"/>
                  <a:gd name="T32" fmla="*/ 6609 w 1865"/>
                  <a:gd name="T33" fmla="*/ 1550 h 398"/>
                  <a:gd name="T34" fmla="*/ 6398 w 1865"/>
                  <a:gd name="T35" fmla="*/ 1492 h 398"/>
                  <a:gd name="T36" fmla="*/ 6296 w 1865"/>
                  <a:gd name="T37" fmla="*/ 1463 h 398"/>
                  <a:gd name="T38" fmla="*/ 6179 w 1865"/>
                  <a:gd name="T39" fmla="*/ 1434 h 398"/>
                  <a:gd name="T40" fmla="*/ 6131 w 1865"/>
                  <a:gd name="T41" fmla="*/ 1434 h 398"/>
                  <a:gd name="T42" fmla="*/ 6050 w 1865"/>
                  <a:gd name="T43" fmla="*/ 1405 h 398"/>
                  <a:gd name="T44" fmla="*/ 0 w 1865"/>
                  <a:gd name="T45" fmla="*/ 111 h 398"/>
                  <a:gd name="T46" fmla="*/ 129 w 1865"/>
                  <a:gd name="T47" fmla="*/ 140 h 398"/>
                  <a:gd name="T48" fmla="*/ 7525 w 1865"/>
                  <a:gd name="T49" fmla="*/ 1912 h 398"/>
                  <a:gd name="T50" fmla="*/ 8754 w 1865"/>
                  <a:gd name="T51" fmla="*/ 2968 h 398"/>
                  <a:gd name="T52" fmla="*/ 10397 w 1865"/>
                  <a:gd name="T53" fmla="*/ 3112 h 398"/>
                  <a:gd name="T54" fmla="*/ 11812 w 1865"/>
                  <a:gd name="T55" fmla="*/ 3335 h 398"/>
                  <a:gd name="T56" fmla="*/ 12371 w 1865"/>
                  <a:gd name="T57" fmla="*/ 2996 h 398"/>
                  <a:gd name="T58" fmla="*/ 14922 w 1865"/>
                  <a:gd name="T59" fmla="*/ 3574 h 398"/>
                  <a:gd name="T60" fmla="*/ 15490 w 1865"/>
                  <a:gd name="T61" fmla="*/ 4407 h 398"/>
                  <a:gd name="T62" fmla="*/ 17169 w 1865"/>
                  <a:gd name="T63" fmla="*/ 5433 h 398"/>
                  <a:gd name="T64" fmla="*/ 18749 w 1865"/>
                  <a:gd name="T65" fmla="*/ 5392 h 398"/>
                  <a:gd name="T66" fmla="*/ 19885 w 1865"/>
                  <a:gd name="T67" fmla="*/ 4885 h 398"/>
                  <a:gd name="T68" fmla="*/ 20578 w 1865"/>
                  <a:gd name="T69" fmla="*/ 4827 h 398"/>
                  <a:gd name="T70" fmla="*/ 21585 w 1865"/>
                  <a:gd name="T71" fmla="*/ 4914 h 39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865" h="398">
                    <a:moveTo>
                      <a:pt x="1862" y="349"/>
                    </a:moveTo>
                    <a:cubicBezTo>
                      <a:pt x="1855" y="348"/>
                      <a:pt x="1840" y="345"/>
                      <a:pt x="1818" y="341"/>
                    </a:cubicBezTo>
                    <a:cubicBezTo>
                      <a:pt x="1804" y="339"/>
                      <a:pt x="1787" y="335"/>
                      <a:pt x="1767" y="332"/>
                    </a:cubicBezTo>
                    <a:cubicBezTo>
                      <a:pt x="1767" y="332"/>
                      <a:pt x="1767" y="332"/>
                      <a:pt x="1767" y="332"/>
                    </a:cubicBezTo>
                    <a:cubicBezTo>
                      <a:pt x="1763" y="331"/>
                      <a:pt x="1759" y="330"/>
                      <a:pt x="1755" y="330"/>
                    </a:cubicBezTo>
                    <a:cubicBezTo>
                      <a:pt x="1746" y="330"/>
                      <a:pt x="1741" y="335"/>
                      <a:pt x="1738" y="335"/>
                    </a:cubicBezTo>
                    <a:cubicBezTo>
                      <a:pt x="1732" y="337"/>
                      <a:pt x="1725" y="337"/>
                      <a:pt x="1715" y="339"/>
                    </a:cubicBezTo>
                    <a:cubicBezTo>
                      <a:pt x="1698" y="343"/>
                      <a:pt x="1684" y="353"/>
                      <a:pt x="1671" y="371"/>
                    </a:cubicBezTo>
                    <a:cubicBezTo>
                      <a:pt x="1659" y="389"/>
                      <a:pt x="1634" y="375"/>
                      <a:pt x="1617" y="375"/>
                    </a:cubicBezTo>
                    <a:cubicBezTo>
                      <a:pt x="1601" y="375"/>
                      <a:pt x="1590" y="383"/>
                      <a:pt x="1545" y="377"/>
                    </a:cubicBezTo>
                    <a:cubicBezTo>
                      <a:pt x="1499" y="371"/>
                      <a:pt x="1511" y="384"/>
                      <a:pt x="1481" y="378"/>
                    </a:cubicBezTo>
                    <a:cubicBezTo>
                      <a:pt x="1468" y="376"/>
                      <a:pt x="1451" y="363"/>
                      <a:pt x="1416" y="349"/>
                    </a:cubicBezTo>
                    <a:cubicBezTo>
                      <a:pt x="1381" y="335"/>
                      <a:pt x="1373" y="335"/>
                      <a:pt x="1339" y="305"/>
                    </a:cubicBezTo>
                    <a:cubicBezTo>
                      <a:pt x="1318" y="286"/>
                      <a:pt x="1312" y="278"/>
                      <a:pt x="1305" y="262"/>
                    </a:cubicBezTo>
                    <a:cubicBezTo>
                      <a:pt x="1300" y="247"/>
                      <a:pt x="1281" y="242"/>
                      <a:pt x="1272" y="240"/>
                    </a:cubicBezTo>
                    <a:cubicBezTo>
                      <a:pt x="1233" y="233"/>
                      <a:pt x="1193" y="225"/>
                      <a:pt x="1153" y="218"/>
                    </a:cubicBezTo>
                    <a:cubicBezTo>
                      <a:pt x="1146" y="217"/>
                      <a:pt x="1139" y="215"/>
                      <a:pt x="1132" y="214"/>
                    </a:cubicBezTo>
                    <a:cubicBezTo>
                      <a:pt x="1128" y="213"/>
                      <a:pt x="1124" y="212"/>
                      <a:pt x="1120" y="212"/>
                    </a:cubicBezTo>
                    <a:cubicBezTo>
                      <a:pt x="1105" y="209"/>
                      <a:pt x="1090" y="206"/>
                      <a:pt x="1075" y="204"/>
                    </a:cubicBezTo>
                    <a:cubicBezTo>
                      <a:pt x="1066" y="204"/>
                      <a:pt x="1056" y="207"/>
                      <a:pt x="1053" y="210"/>
                    </a:cubicBezTo>
                    <a:cubicBezTo>
                      <a:pt x="1045" y="218"/>
                      <a:pt x="1032" y="226"/>
                      <a:pt x="1019" y="227"/>
                    </a:cubicBezTo>
                    <a:cubicBezTo>
                      <a:pt x="1003" y="229"/>
                      <a:pt x="999" y="227"/>
                      <a:pt x="973" y="229"/>
                    </a:cubicBezTo>
                    <a:cubicBezTo>
                      <a:pt x="947" y="231"/>
                      <a:pt x="933" y="221"/>
                      <a:pt x="897" y="211"/>
                    </a:cubicBezTo>
                    <a:cubicBezTo>
                      <a:pt x="861" y="201"/>
                      <a:pt x="863" y="207"/>
                      <a:pt x="831" y="207"/>
                    </a:cubicBezTo>
                    <a:cubicBezTo>
                      <a:pt x="799" y="207"/>
                      <a:pt x="785" y="217"/>
                      <a:pt x="755" y="201"/>
                    </a:cubicBezTo>
                    <a:cubicBezTo>
                      <a:pt x="725" y="185"/>
                      <a:pt x="699" y="185"/>
                      <a:pt x="669" y="139"/>
                    </a:cubicBezTo>
                    <a:cubicBezTo>
                      <a:pt x="666" y="133"/>
                      <a:pt x="655" y="127"/>
                      <a:pt x="648" y="124"/>
                    </a:cubicBezTo>
                    <a:cubicBezTo>
                      <a:pt x="629" y="121"/>
                      <a:pt x="612" y="117"/>
                      <a:pt x="596" y="114"/>
                    </a:cubicBezTo>
                    <a:cubicBezTo>
                      <a:pt x="596" y="114"/>
                      <a:pt x="596" y="114"/>
                      <a:pt x="596" y="114"/>
                    </a:cubicBezTo>
                    <a:cubicBezTo>
                      <a:pt x="593" y="114"/>
                      <a:pt x="591" y="113"/>
                      <a:pt x="588" y="113"/>
                    </a:cubicBezTo>
                    <a:cubicBezTo>
                      <a:pt x="587" y="113"/>
                      <a:pt x="586" y="113"/>
                      <a:pt x="585" y="112"/>
                    </a:cubicBezTo>
                    <a:cubicBezTo>
                      <a:pt x="584" y="112"/>
                      <a:pt x="583" y="112"/>
                      <a:pt x="582" y="112"/>
                    </a:cubicBezTo>
                    <a:cubicBezTo>
                      <a:pt x="578" y="111"/>
                      <a:pt x="574" y="110"/>
                      <a:pt x="571" y="110"/>
                    </a:cubicBezTo>
                    <a:cubicBezTo>
                      <a:pt x="570" y="110"/>
                      <a:pt x="570" y="110"/>
                      <a:pt x="570" y="110"/>
                    </a:cubicBezTo>
                    <a:cubicBezTo>
                      <a:pt x="564" y="108"/>
                      <a:pt x="558" y="107"/>
                      <a:pt x="553" y="106"/>
                    </a:cubicBezTo>
                    <a:cubicBezTo>
                      <a:pt x="552" y="106"/>
                      <a:pt x="552" y="106"/>
                      <a:pt x="552" y="106"/>
                    </a:cubicBezTo>
                    <a:cubicBezTo>
                      <a:pt x="550" y="106"/>
                      <a:pt x="549" y="106"/>
                      <a:pt x="548" y="105"/>
                    </a:cubicBezTo>
                    <a:cubicBezTo>
                      <a:pt x="546" y="105"/>
                      <a:pt x="544" y="105"/>
                      <a:pt x="543" y="104"/>
                    </a:cubicBezTo>
                    <a:cubicBezTo>
                      <a:pt x="539" y="104"/>
                      <a:pt x="536" y="103"/>
                      <a:pt x="534" y="103"/>
                    </a:cubicBezTo>
                    <a:cubicBezTo>
                      <a:pt x="533" y="103"/>
                      <a:pt x="533" y="103"/>
                      <a:pt x="533" y="102"/>
                    </a:cubicBezTo>
                    <a:cubicBezTo>
                      <a:pt x="532" y="102"/>
                      <a:pt x="531" y="102"/>
                      <a:pt x="530" y="102"/>
                    </a:cubicBezTo>
                    <a:cubicBezTo>
                      <a:pt x="529" y="102"/>
                      <a:pt x="529" y="102"/>
                      <a:pt x="529" y="102"/>
                    </a:cubicBezTo>
                    <a:cubicBezTo>
                      <a:pt x="528" y="101"/>
                      <a:pt x="527" y="101"/>
                      <a:pt x="526" y="101"/>
                    </a:cubicBezTo>
                    <a:cubicBezTo>
                      <a:pt x="524" y="101"/>
                      <a:pt x="523" y="101"/>
                      <a:pt x="522" y="100"/>
                    </a:cubicBezTo>
                    <a:cubicBezTo>
                      <a:pt x="413" y="80"/>
                      <a:pt x="123" y="25"/>
                      <a:pt x="1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5" y="9"/>
                      <a:pt x="8" y="9"/>
                    </a:cubicBezTo>
                    <a:cubicBezTo>
                      <a:pt x="9" y="10"/>
                      <a:pt x="10" y="10"/>
                      <a:pt x="11" y="10"/>
                    </a:cubicBezTo>
                    <a:cubicBezTo>
                      <a:pt x="82" y="25"/>
                      <a:pt x="393" y="87"/>
                      <a:pt x="519" y="111"/>
                    </a:cubicBezTo>
                    <a:cubicBezTo>
                      <a:pt x="540" y="115"/>
                      <a:pt x="586" y="124"/>
                      <a:pt x="649" y="136"/>
                    </a:cubicBezTo>
                    <a:cubicBezTo>
                      <a:pt x="654" y="138"/>
                      <a:pt x="659" y="141"/>
                      <a:pt x="662" y="145"/>
                    </a:cubicBezTo>
                    <a:cubicBezTo>
                      <a:pt x="692" y="191"/>
                      <a:pt x="725" y="195"/>
                      <a:pt x="755" y="211"/>
                    </a:cubicBezTo>
                    <a:cubicBezTo>
                      <a:pt x="785" y="227"/>
                      <a:pt x="799" y="217"/>
                      <a:pt x="831" y="217"/>
                    </a:cubicBezTo>
                    <a:cubicBezTo>
                      <a:pt x="863" y="217"/>
                      <a:pt x="861" y="211"/>
                      <a:pt x="897" y="221"/>
                    </a:cubicBezTo>
                    <a:cubicBezTo>
                      <a:pt x="933" y="231"/>
                      <a:pt x="947" y="241"/>
                      <a:pt x="973" y="239"/>
                    </a:cubicBezTo>
                    <a:cubicBezTo>
                      <a:pt x="999" y="237"/>
                      <a:pt x="1003" y="239"/>
                      <a:pt x="1019" y="237"/>
                    </a:cubicBezTo>
                    <a:cubicBezTo>
                      <a:pt x="1032" y="236"/>
                      <a:pt x="1049" y="224"/>
                      <a:pt x="1057" y="217"/>
                    </a:cubicBezTo>
                    <a:cubicBezTo>
                      <a:pt x="1059" y="215"/>
                      <a:pt x="1062" y="213"/>
                      <a:pt x="1067" y="213"/>
                    </a:cubicBezTo>
                    <a:cubicBezTo>
                      <a:pt x="1132" y="225"/>
                      <a:pt x="1199" y="237"/>
                      <a:pt x="1265" y="250"/>
                    </a:cubicBezTo>
                    <a:cubicBezTo>
                      <a:pt x="1272" y="251"/>
                      <a:pt x="1287" y="254"/>
                      <a:pt x="1287" y="254"/>
                    </a:cubicBezTo>
                    <a:cubicBezTo>
                      <a:pt x="1292" y="257"/>
                      <a:pt x="1296" y="262"/>
                      <a:pt x="1298" y="267"/>
                    </a:cubicBezTo>
                    <a:cubicBezTo>
                      <a:pt x="1305" y="284"/>
                      <a:pt x="1314" y="293"/>
                      <a:pt x="1336" y="313"/>
                    </a:cubicBezTo>
                    <a:cubicBezTo>
                      <a:pt x="1369" y="343"/>
                      <a:pt x="1381" y="343"/>
                      <a:pt x="1416" y="357"/>
                    </a:cubicBezTo>
                    <a:cubicBezTo>
                      <a:pt x="1451" y="371"/>
                      <a:pt x="1468" y="384"/>
                      <a:pt x="1481" y="386"/>
                    </a:cubicBezTo>
                    <a:cubicBezTo>
                      <a:pt x="1511" y="392"/>
                      <a:pt x="1499" y="379"/>
                      <a:pt x="1545" y="385"/>
                    </a:cubicBezTo>
                    <a:cubicBezTo>
                      <a:pt x="1590" y="391"/>
                      <a:pt x="1601" y="383"/>
                      <a:pt x="1617" y="383"/>
                    </a:cubicBezTo>
                    <a:cubicBezTo>
                      <a:pt x="1634" y="383"/>
                      <a:pt x="1662" y="398"/>
                      <a:pt x="1674" y="380"/>
                    </a:cubicBezTo>
                    <a:cubicBezTo>
                      <a:pt x="1686" y="362"/>
                      <a:pt x="1698" y="351"/>
                      <a:pt x="1715" y="347"/>
                    </a:cubicBezTo>
                    <a:cubicBezTo>
                      <a:pt x="1725" y="345"/>
                      <a:pt x="1732" y="345"/>
                      <a:pt x="1738" y="343"/>
                    </a:cubicBezTo>
                    <a:cubicBezTo>
                      <a:pt x="1740" y="343"/>
                      <a:pt x="1751" y="339"/>
                      <a:pt x="1775" y="343"/>
                    </a:cubicBezTo>
                    <a:cubicBezTo>
                      <a:pt x="1831" y="354"/>
                      <a:pt x="1865" y="360"/>
                      <a:pt x="1865" y="360"/>
                    </a:cubicBezTo>
                    <a:lnTo>
                      <a:pt x="1862" y="349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3" name="Freeform 26">
                <a:extLst>
                  <a:ext uri="{FF2B5EF4-FFF2-40B4-BE49-F238E27FC236}">
                    <a16:creationId xmlns:a16="http://schemas.microsoft.com/office/drawing/2014/main" id="{AE59FC54-0C2D-471D-913D-B9488512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038"/>
                <a:ext cx="4229" cy="872"/>
              </a:xfrm>
              <a:custGeom>
                <a:avLst/>
                <a:gdLst>
                  <a:gd name="T0" fmla="*/ 20122 w 1868"/>
                  <a:gd name="T1" fmla="*/ 4650 h 361"/>
                  <a:gd name="T2" fmla="*/ 19194 w 1868"/>
                  <a:gd name="T3" fmla="*/ 3990 h 361"/>
                  <a:gd name="T4" fmla="*/ 17453 w 1868"/>
                  <a:gd name="T5" fmla="*/ 3314 h 361"/>
                  <a:gd name="T6" fmla="*/ 15386 w 1868"/>
                  <a:gd name="T7" fmla="*/ 2947 h 361"/>
                  <a:gd name="T8" fmla="*/ 13991 w 1868"/>
                  <a:gd name="T9" fmla="*/ 3256 h 361"/>
                  <a:gd name="T10" fmla="*/ 12927 w 1868"/>
                  <a:gd name="T11" fmla="*/ 3005 h 361"/>
                  <a:gd name="T12" fmla="*/ 9538 w 1868"/>
                  <a:gd name="T13" fmla="*/ 1901 h 361"/>
                  <a:gd name="T14" fmla="*/ 7462 w 1868"/>
                  <a:gd name="T15" fmla="*/ 1382 h 361"/>
                  <a:gd name="T16" fmla="*/ 6407 w 1868"/>
                  <a:gd name="T17" fmla="*/ 1483 h 361"/>
                  <a:gd name="T18" fmla="*/ 25 w 1868"/>
                  <a:gd name="T19" fmla="*/ 0 h 361"/>
                  <a:gd name="T20" fmla="*/ 6683 w 1868"/>
                  <a:gd name="T21" fmla="*/ 1633 h 361"/>
                  <a:gd name="T22" fmla="*/ 6882 w 1868"/>
                  <a:gd name="T23" fmla="*/ 1592 h 361"/>
                  <a:gd name="T24" fmla="*/ 6950 w 1868"/>
                  <a:gd name="T25" fmla="*/ 1592 h 361"/>
                  <a:gd name="T26" fmla="*/ 6996 w 1868"/>
                  <a:gd name="T27" fmla="*/ 1592 h 361"/>
                  <a:gd name="T28" fmla="*/ 7077 w 1868"/>
                  <a:gd name="T29" fmla="*/ 1582 h 361"/>
                  <a:gd name="T30" fmla="*/ 7134 w 1868"/>
                  <a:gd name="T31" fmla="*/ 1582 h 361"/>
                  <a:gd name="T32" fmla="*/ 7206 w 1868"/>
                  <a:gd name="T33" fmla="*/ 1563 h 361"/>
                  <a:gd name="T34" fmla="*/ 7274 w 1868"/>
                  <a:gd name="T35" fmla="*/ 1553 h 361"/>
                  <a:gd name="T36" fmla="*/ 7335 w 1868"/>
                  <a:gd name="T37" fmla="*/ 1534 h 361"/>
                  <a:gd name="T38" fmla="*/ 7392 w 1868"/>
                  <a:gd name="T39" fmla="*/ 1522 h 361"/>
                  <a:gd name="T40" fmla="*/ 7437 w 1868"/>
                  <a:gd name="T41" fmla="*/ 1505 h 361"/>
                  <a:gd name="T42" fmla="*/ 7940 w 1868"/>
                  <a:gd name="T43" fmla="*/ 1423 h 361"/>
                  <a:gd name="T44" fmla="*/ 9594 w 1868"/>
                  <a:gd name="T45" fmla="*/ 2041 h 361"/>
                  <a:gd name="T46" fmla="*/ 9676 w 1868"/>
                  <a:gd name="T47" fmla="*/ 2082 h 361"/>
                  <a:gd name="T48" fmla="*/ 9748 w 1868"/>
                  <a:gd name="T49" fmla="*/ 2130 h 361"/>
                  <a:gd name="T50" fmla="*/ 9830 w 1868"/>
                  <a:gd name="T51" fmla="*/ 2172 h 361"/>
                  <a:gd name="T52" fmla="*/ 9898 w 1868"/>
                  <a:gd name="T53" fmla="*/ 2210 h 361"/>
                  <a:gd name="T54" fmla="*/ 10036 w 1868"/>
                  <a:gd name="T55" fmla="*/ 2280 h 361"/>
                  <a:gd name="T56" fmla="*/ 10081 w 1868"/>
                  <a:gd name="T57" fmla="*/ 2312 h 361"/>
                  <a:gd name="T58" fmla="*/ 10142 w 1868"/>
                  <a:gd name="T59" fmla="*/ 2341 h 361"/>
                  <a:gd name="T60" fmla="*/ 10163 w 1868"/>
                  <a:gd name="T61" fmla="*/ 2350 h 361"/>
                  <a:gd name="T62" fmla="*/ 13880 w 1868"/>
                  <a:gd name="T63" fmla="*/ 3367 h 361"/>
                  <a:gd name="T64" fmla="*/ 14376 w 1868"/>
                  <a:gd name="T65" fmla="*/ 3396 h 361"/>
                  <a:gd name="T66" fmla="*/ 14376 w 1868"/>
                  <a:gd name="T67" fmla="*/ 3396 h 361"/>
                  <a:gd name="T68" fmla="*/ 15361 w 1868"/>
                  <a:gd name="T69" fmla="*/ 3029 h 361"/>
                  <a:gd name="T70" fmla="*/ 17425 w 1868"/>
                  <a:gd name="T71" fmla="*/ 3396 h 361"/>
                  <a:gd name="T72" fmla="*/ 19169 w 1868"/>
                  <a:gd name="T73" fmla="*/ 4073 h 361"/>
                  <a:gd name="T74" fmla="*/ 19270 w 1868"/>
                  <a:gd name="T75" fmla="*/ 4213 h 361"/>
                  <a:gd name="T76" fmla="*/ 19400 w 1868"/>
                  <a:gd name="T77" fmla="*/ 4353 h 361"/>
                  <a:gd name="T78" fmla="*/ 19461 w 1868"/>
                  <a:gd name="T79" fmla="*/ 4411 h 361"/>
                  <a:gd name="T80" fmla="*/ 19492 w 1868"/>
                  <a:gd name="T81" fmla="*/ 4452 h 361"/>
                  <a:gd name="T82" fmla="*/ 19553 w 1868"/>
                  <a:gd name="T83" fmla="*/ 4498 h 361"/>
                  <a:gd name="T84" fmla="*/ 19583 w 1868"/>
                  <a:gd name="T85" fmla="*/ 4522 h 361"/>
                  <a:gd name="T86" fmla="*/ 19619 w 1868"/>
                  <a:gd name="T87" fmla="*/ 4539 h 361"/>
                  <a:gd name="T88" fmla="*/ 19911 w 1868"/>
                  <a:gd name="T89" fmla="*/ 4708 h 361"/>
                  <a:gd name="T90" fmla="*/ 21602 w 1868"/>
                  <a:gd name="T91" fmla="*/ 5087 h 361"/>
                  <a:gd name="T92" fmla="*/ 21675 w 1868"/>
                  <a:gd name="T93" fmla="*/ 4959 h 3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868" h="361">
                    <a:moveTo>
                      <a:pt x="1868" y="352"/>
                    </a:moveTo>
                    <a:cubicBezTo>
                      <a:pt x="1856" y="351"/>
                      <a:pt x="1801" y="341"/>
                      <a:pt x="1734" y="330"/>
                    </a:cubicBezTo>
                    <a:cubicBezTo>
                      <a:pt x="1734" y="330"/>
                      <a:pt x="1734" y="330"/>
                      <a:pt x="1734" y="330"/>
                    </a:cubicBezTo>
                    <a:cubicBezTo>
                      <a:pt x="1734" y="330"/>
                      <a:pt x="1734" y="330"/>
                      <a:pt x="1734" y="329"/>
                    </a:cubicBezTo>
                    <a:cubicBezTo>
                      <a:pt x="1714" y="326"/>
                      <a:pt x="1696" y="319"/>
                      <a:pt x="1680" y="308"/>
                    </a:cubicBezTo>
                    <a:cubicBezTo>
                      <a:pt x="1670" y="300"/>
                      <a:pt x="1659" y="289"/>
                      <a:pt x="1654" y="283"/>
                    </a:cubicBezTo>
                    <a:cubicBezTo>
                      <a:pt x="1638" y="263"/>
                      <a:pt x="1638" y="263"/>
                      <a:pt x="1620" y="251"/>
                    </a:cubicBezTo>
                    <a:cubicBezTo>
                      <a:pt x="1602" y="239"/>
                      <a:pt x="1604" y="245"/>
                      <a:pt x="1568" y="235"/>
                    </a:cubicBezTo>
                    <a:cubicBezTo>
                      <a:pt x="1532" y="225"/>
                      <a:pt x="1532" y="233"/>
                      <a:pt x="1504" y="235"/>
                    </a:cubicBezTo>
                    <a:cubicBezTo>
                      <a:pt x="1476" y="237"/>
                      <a:pt x="1478" y="229"/>
                      <a:pt x="1450" y="221"/>
                    </a:cubicBezTo>
                    <a:cubicBezTo>
                      <a:pt x="1422" y="213"/>
                      <a:pt x="1416" y="213"/>
                      <a:pt x="1388" y="207"/>
                    </a:cubicBezTo>
                    <a:cubicBezTo>
                      <a:pt x="1360" y="201"/>
                      <a:pt x="1358" y="207"/>
                      <a:pt x="1326" y="209"/>
                    </a:cubicBezTo>
                    <a:cubicBezTo>
                      <a:pt x="1316" y="209"/>
                      <a:pt x="1300" y="214"/>
                      <a:pt x="1292" y="219"/>
                    </a:cubicBezTo>
                    <a:cubicBezTo>
                      <a:pt x="1288" y="221"/>
                      <a:pt x="1278" y="227"/>
                      <a:pt x="1256" y="230"/>
                    </a:cubicBezTo>
                    <a:cubicBezTo>
                      <a:pt x="1244" y="231"/>
                      <a:pt x="1226" y="234"/>
                      <a:pt x="1206" y="231"/>
                    </a:cubicBezTo>
                    <a:cubicBezTo>
                      <a:pt x="1206" y="231"/>
                      <a:pt x="1206" y="231"/>
                      <a:pt x="1206" y="231"/>
                    </a:cubicBezTo>
                    <a:cubicBezTo>
                      <a:pt x="1137" y="218"/>
                      <a:pt x="1058" y="203"/>
                      <a:pt x="973" y="186"/>
                    </a:cubicBezTo>
                    <a:cubicBezTo>
                      <a:pt x="1022" y="196"/>
                      <a:pt x="1069" y="205"/>
                      <a:pt x="1114" y="213"/>
                    </a:cubicBezTo>
                    <a:cubicBezTo>
                      <a:pt x="926" y="177"/>
                      <a:pt x="926" y="177"/>
                      <a:pt x="926" y="177"/>
                    </a:cubicBezTo>
                    <a:cubicBezTo>
                      <a:pt x="918" y="175"/>
                      <a:pt x="893" y="167"/>
                      <a:pt x="879" y="160"/>
                    </a:cubicBezTo>
                    <a:cubicBezTo>
                      <a:pt x="874" y="159"/>
                      <a:pt x="847" y="145"/>
                      <a:pt x="822" y="135"/>
                    </a:cubicBezTo>
                    <a:cubicBezTo>
                      <a:pt x="796" y="125"/>
                      <a:pt x="792" y="121"/>
                      <a:pt x="762" y="111"/>
                    </a:cubicBezTo>
                    <a:cubicBezTo>
                      <a:pt x="732" y="101"/>
                      <a:pt x="718" y="91"/>
                      <a:pt x="684" y="93"/>
                    </a:cubicBezTo>
                    <a:cubicBezTo>
                      <a:pt x="667" y="94"/>
                      <a:pt x="655" y="95"/>
                      <a:pt x="643" y="98"/>
                    </a:cubicBezTo>
                    <a:cubicBezTo>
                      <a:pt x="635" y="100"/>
                      <a:pt x="603" y="105"/>
                      <a:pt x="593" y="105"/>
                    </a:cubicBezTo>
                    <a:cubicBezTo>
                      <a:pt x="582" y="105"/>
                      <a:pt x="557" y="107"/>
                      <a:pt x="552" y="105"/>
                    </a:cubicBezTo>
                    <a:cubicBezTo>
                      <a:pt x="552" y="105"/>
                      <a:pt x="552" y="105"/>
                      <a:pt x="552" y="105"/>
                    </a:cubicBezTo>
                    <a:cubicBezTo>
                      <a:pt x="552" y="105"/>
                      <a:pt x="552" y="105"/>
                      <a:pt x="552" y="105"/>
                    </a:cubicBezTo>
                    <a:cubicBezTo>
                      <a:pt x="272" y="51"/>
                      <a:pt x="29" y="5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5" y="21"/>
                      <a:pt x="287" y="65"/>
                      <a:pt x="550" y="115"/>
                    </a:cubicBezTo>
                    <a:cubicBezTo>
                      <a:pt x="561" y="116"/>
                      <a:pt x="568" y="116"/>
                      <a:pt x="576" y="116"/>
                    </a:cubicBezTo>
                    <a:cubicBezTo>
                      <a:pt x="582" y="115"/>
                      <a:pt x="589" y="114"/>
                      <a:pt x="595" y="114"/>
                    </a:cubicBezTo>
                    <a:cubicBezTo>
                      <a:pt x="595" y="113"/>
                      <a:pt x="594" y="113"/>
                      <a:pt x="593" y="113"/>
                    </a:cubicBezTo>
                    <a:cubicBezTo>
                      <a:pt x="593" y="113"/>
                      <a:pt x="593" y="113"/>
                      <a:pt x="593" y="113"/>
                    </a:cubicBezTo>
                    <a:cubicBezTo>
                      <a:pt x="594" y="113"/>
                      <a:pt x="595" y="113"/>
                      <a:pt x="597" y="113"/>
                    </a:cubicBezTo>
                    <a:cubicBezTo>
                      <a:pt x="597" y="113"/>
                      <a:pt x="597" y="113"/>
                      <a:pt x="598" y="113"/>
                    </a:cubicBezTo>
                    <a:cubicBezTo>
                      <a:pt x="598" y="113"/>
                      <a:pt x="599" y="113"/>
                      <a:pt x="599" y="113"/>
                    </a:cubicBezTo>
                    <a:cubicBezTo>
                      <a:pt x="600" y="113"/>
                      <a:pt x="600" y="113"/>
                      <a:pt x="600" y="113"/>
                    </a:cubicBezTo>
                    <a:cubicBezTo>
                      <a:pt x="601" y="113"/>
                      <a:pt x="602" y="113"/>
                      <a:pt x="602" y="113"/>
                    </a:cubicBezTo>
                    <a:cubicBezTo>
                      <a:pt x="603" y="113"/>
                      <a:pt x="603" y="113"/>
                      <a:pt x="603" y="113"/>
                    </a:cubicBezTo>
                    <a:cubicBezTo>
                      <a:pt x="604" y="113"/>
                      <a:pt x="605" y="113"/>
                      <a:pt x="606" y="113"/>
                    </a:cubicBezTo>
                    <a:cubicBezTo>
                      <a:pt x="606" y="113"/>
                      <a:pt x="606" y="113"/>
                      <a:pt x="607" y="113"/>
                    </a:cubicBezTo>
                    <a:cubicBezTo>
                      <a:pt x="608" y="113"/>
                      <a:pt x="609" y="112"/>
                      <a:pt x="610" y="112"/>
                    </a:cubicBezTo>
                    <a:cubicBezTo>
                      <a:pt x="610" y="112"/>
                      <a:pt x="610" y="112"/>
                      <a:pt x="610" y="112"/>
                    </a:cubicBezTo>
                    <a:cubicBezTo>
                      <a:pt x="611" y="112"/>
                      <a:pt x="613" y="112"/>
                      <a:pt x="614" y="112"/>
                    </a:cubicBezTo>
                    <a:cubicBezTo>
                      <a:pt x="614" y="112"/>
                      <a:pt x="615" y="112"/>
                      <a:pt x="615" y="112"/>
                    </a:cubicBezTo>
                    <a:cubicBezTo>
                      <a:pt x="616" y="111"/>
                      <a:pt x="617" y="111"/>
                      <a:pt x="618" y="111"/>
                    </a:cubicBezTo>
                    <a:cubicBezTo>
                      <a:pt x="618" y="111"/>
                      <a:pt x="619" y="111"/>
                      <a:pt x="619" y="111"/>
                    </a:cubicBezTo>
                    <a:cubicBezTo>
                      <a:pt x="620" y="111"/>
                      <a:pt x="621" y="111"/>
                      <a:pt x="621" y="111"/>
                    </a:cubicBezTo>
                    <a:cubicBezTo>
                      <a:pt x="622" y="110"/>
                      <a:pt x="623" y="110"/>
                      <a:pt x="623" y="110"/>
                    </a:cubicBezTo>
                    <a:cubicBezTo>
                      <a:pt x="624" y="110"/>
                      <a:pt x="624" y="110"/>
                      <a:pt x="625" y="110"/>
                    </a:cubicBezTo>
                    <a:cubicBezTo>
                      <a:pt x="626" y="110"/>
                      <a:pt x="626" y="110"/>
                      <a:pt x="627" y="110"/>
                    </a:cubicBezTo>
                    <a:cubicBezTo>
                      <a:pt x="627" y="109"/>
                      <a:pt x="628" y="109"/>
                      <a:pt x="629" y="109"/>
                    </a:cubicBezTo>
                    <a:cubicBezTo>
                      <a:pt x="629" y="109"/>
                      <a:pt x="630" y="109"/>
                      <a:pt x="630" y="109"/>
                    </a:cubicBezTo>
                    <a:cubicBezTo>
                      <a:pt x="631" y="109"/>
                      <a:pt x="631" y="109"/>
                      <a:pt x="632" y="109"/>
                    </a:cubicBezTo>
                    <a:cubicBezTo>
                      <a:pt x="633" y="109"/>
                      <a:pt x="633" y="108"/>
                      <a:pt x="634" y="108"/>
                    </a:cubicBezTo>
                    <a:cubicBezTo>
                      <a:pt x="634" y="108"/>
                      <a:pt x="635" y="108"/>
                      <a:pt x="635" y="108"/>
                    </a:cubicBezTo>
                    <a:cubicBezTo>
                      <a:pt x="636" y="108"/>
                      <a:pt x="636" y="108"/>
                      <a:pt x="637" y="108"/>
                    </a:cubicBezTo>
                    <a:cubicBezTo>
                      <a:pt x="637" y="108"/>
                      <a:pt x="638" y="108"/>
                      <a:pt x="638" y="107"/>
                    </a:cubicBezTo>
                    <a:cubicBezTo>
                      <a:pt x="638" y="107"/>
                      <a:pt x="639" y="107"/>
                      <a:pt x="639" y="107"/>
                    </a:cubicBezTo>
                    <a:cubicBezTo>
                      <a:pt x="640" y="107"/>
                      <a:pt x="640" y="107"/>
                      <a:pt x="641" y="107"/>
                    </a:cubicBezTo>
                    <a:cubicBezTo>
                      <a:pt x="641" y="107"/>
                      <a:pt x="641" y="107"/>
                      <a:pt x="641" y="107"/>
                    </a:cubicBezTo>
                    <a:cubicBezTo>
                      <a:pt x="642" y="106"/>
                      <a:pt x="643" y="106"/>
                      <a:pt x="643" y="106"/>
                    </a:cubicBezTo>
                    <a:cubicBezTo>
                      <a:pt x="655" y="103"/>
                      <a:pt x="667" y="102"/>
                      <a:pt x="684" y="101"/>
                    </a:cubicBezTo>
                    <a:cubicBezTo>
                      <a:pt x="718" y="99"/>
                      <a:pt x="732" y="109"/>
                      <a:pt x="762" y="119"/>
                    </a:cubicBezTo>
                    <a:cubicBezTo>
                      <a:pt x="792" y="129"/>
                      <a:pt x="796" y="133"/>
                      <a:pt x="822" y="143"/>
                    </a:cubicBezTo>
                    <a:cubicBezTo>
                      <a:pt x="824" y="144"/>
                      <a:pt x="825" y="145"/>
                      <a:pt x="827" y="145"/>
                    </a:cubicBezTo>
                    <a:cubicBezTo>
                      <a:pt x="827" y="146"/>
                      <a:pt x="828" y="146"/>
                      <a:pt x="829" y="146"/>
                    </a:cubicBezTo>
                    <a:cubicBezTo>
                      <a:pt x="829" y="146"/>
                      <a:pt x="830" y="147"/>
                      <a:pt x="831" y="147"/>
                    </a:cubicBezTo>
                    <a:cubicBezTo>
                      <a:pt x="832" y="147"/>
                      <a:pt x="833" y="148"/>
                      <a:pt x="834" y="148"/>
                    </a:cubicBezTo>
                    <a:cubicBezTo>
                      <a:pt x="834" y="148"/>
                      <a:pt x="835" y="149"/>
                      <a:pt x="836" y="149"/>
                    </a:cubicBezTo>
                    <a:cubicBezTo>
                      <a:pt x="837" y="149"/>
                      <a:pt x="837" y="150"/>
                      <a:pt x="838" y="150"/>
                    </a:cubicBezTo>
                    <a:cubicBezTo>
                      <a:pt x="839" y="150"/>
                      <a:pt x="840" y="151"/>
                      <a:pt x="840" y="151"/>
                    </a:cubicBezTo>
                    <a:cubicBezTo>
                      <a:pt x="841" y="151"/>
                      <a:pt x="842" y="152"/>
                      <a:pt x="843" y="152"/>
                    </a:cubicBezTo>
                    <a:cubicBezTo>
                      <a:pt x="843" y="152"/>
                      <a:pt x="844" y="153"/>
                      <a:pt x="845" y="153"/>
                    </a:cubicBezTo>
                    <a:cubicBezTo>
                      <a:pt x="846" y="153"/>
                      <a:pt x="846" y="154"/>
                      <a:pt x="847" y="154"/>
                    </a:cubicBezTo>
                    <a:cubicBezTo>
                      <a:pt x="848" y="154"/>
                      <a:pt x="848" y="155"/>
                      <a:pt x="849" y="155"/>
                    </a:cubicBezTo>
                    <a:cubicBezTo>
                      <a:pt x="850" y="155"/>
                      <a:pt x="851" y="156"/>
                      <a:pt x="852" y="156"/>
                    </a:cubicBezTo>
                    <a:cubicBezTo>
                      <a:pt x="852" y="156"/>
                      <a:pt x="853" y="156"/>
                      <a:pt x="853" y="157"/>
                    </a:cubicBezTo>
                    <a:cubicBezTo>
                      <a:pt x="854" y="157"/>
                      <a:pt x="855" y="158"/>
                      <a:pt x="856" y="158"/>
                    </a:cubicBezTo>
                    <a:cubicBezTo>
                      <a:pt x="856" y="158"/>
                      <a:pt x="856" y="158"/>
                      <a:pt x="857" y="158"/>
                    </a:cubicBezTo>
                    <a:cubicBezTo>
                      <a:pt x="860" y="160"/>
                      <a:pt x="863" y="161"/>
                      <a:pt x="865" y="162"/>
                    </a:cubicBezTo>
                    <a:cubicBezTo>
                      <a:pt x="865" y="162"/>
                      <a:pt x="866" y="162"/>
                      <a:pt x="866" y="163"/>
                    </a:cubicBezTo>
                    <a:cubicBezTo>
                      <a:pt x="867" y="163"/>
                      <a:pt x="867" y="163"/>
                      <a:pt x="868" y="164"/>
                    </a:cubicBezTo>
                    <a:cubicBezTo>
                      <a:pt x="869" y="164"/>
                      <a:pt x="869" y="164"/>
                      <a:pt x="869" y="164"/>
                    </a:cubicBezTo>
                    <a:cubicBezTo>
                      <a:pt x="870" y="164"/>
                      <a:pt x="871" y="165"/>
                      <a:pt x="871" y="165"/>
                    </a:cubicBezTo>
                    <a:cubicBezTo>
                      <a:pt x="871" y="165"/>
                      <a:pt x="872" y="165"/>
                      <a:pt x="872" y="165"/>
                    </a:cubicBezTo>
                    <a:cubicBezTo>
                      <a:pt x="873" y="166"/>
                      <a:pt x="873" y="166"/>
                      <a:pt x="874" y="166"/>
                    </a:cubicBezTo>
                    <a:cubicBezTo>
                      <a:pt x="874" y="166"/>
                      <a:pt x="874" y="166"/>
                      <a:pt x="874" y="166"/>
                    </a:cubicBezTo>
                    <a:cubicBezTo>
                      <a:pt x="875" y="167"/>
                      <a:pt x="876" y="167"/>
                      <a:pt x="876" y="167"/>
                    </a:cubicBezTo>
                    <a:cubicBezTo>
                      <a:pt x="876" y="167"/>
                      <a:pt x="876" y="167"/>
                      <a:pt x="876" y="167"/>
                    </a:cubicBezTo>
                    <a:cubicBezTo>
                      <a:pt x="878" y="168"/>
                      <a:pt x="878" y="168"/>
                      <a:pt x="878" y="168"/>
                    </a:cubicBezTo>
                    <a:cubicBezTo>
                      <a:pt x="880" y="169"/>
                      <a:pt x="910" y="183"/>
                      <a:pt x="925" y="187"/>
                    </a:cubicBezTo>
                    <a:cubicBezTo>
                      <a:pt x="1024" y="206"/>
                      <a:pt x="1116" y="224"/>
                      <a:pt x="1196" y="239"/>
                    </a:cubicBezTo>
                    <a:cubicBezTo>
                      <a:pt x="1196" y="239"/>
                      <a:pt x="1196" y="239"/>
                      <a:pt x="1196" y="239"/>
                    </a:cubicBezTo>
                    <a:cubicBezTo>
                      <a:pt x="1202" y="240"/>
                      <a:pt x="1236" y="242"/>
                      <a:pt x="1239" y="242"/>
                    </a:cubicBezTo>
                    <a:cubicBezTo>
                      <a:pt x="1239" y="242"/>
                      <a:pt x="1239" y="242"/>
                      <a:pt x="1239" y="241"/>
                    </a:cubicBezTo>
                    <a:cubicBezTo>
                      <a:pt x="1239" y="241"/>
                      <a:pt x="1239" y="241"/>
                      <a:pt x="1238" y="241"/>
                    </a:cubicBezTo>
                    <a:cubicBezTo>
                      <a:pt x="1239" y="241"/>
                      <a:pt x="1239" y="241"/>
                      <a:pt x="1239" y="241"/>
                    </a:cubicBezTo>
                    <a:cubicBezTo>
                      <a:pt x="1239" y="241"/>
                      <a:pt x="1239" y="241"/>
                      <a:pt x="1239" y="241"/>
                    </a:cubicBezTo>
                    <a:cubicBezTo>
                      <a:pt x="1246" y="242"/>
                      <a:pt x="1255" y="240"/>
                      <a:pt x="1264" y="239"/>
                    </a:cubicBezTo>
                    <a:cubicBezTo>
                      <a:pt x="1277" y="237"/>
                      <a:pt x="1290" y="231"/>
                      <a:pt x="1292" y="229"/>
                    </a:cubicBezTo>
                    <a:cubicBezTo>
                      <a:pt x="1300" y="221"/>
                      <a:pt x="1309" y="216"/>
                      <a:pt x="1324" y="215"/>
                    </a:cubicBezTo>
                    <a:cubicBezTo>
                      <a:pt x="1356" y="213"/>
                      <a:pt x="1358" y="207"/>
                      <a:pt x="1386" y="213"/>
                    </a:cubicBezTo>
                    <a:cubicBezTo>
                      <a:pt x="1414" y="219"/>
                      <a:pt x="1420" y="219"/>
                      <a:pt x="1448" y="227"/>
                    </a:cubicBezTo>
                    <a:cubicBezTo>
                      <a:pt x="1476" y="235"/>
                      <a:pt x="1474" y="243"/>
                      <a:pt x="1502" y="241"/>
                    </a:cubicBezTo>
                    <a:cubicBezTo>
                      <a:pt x="1530" y="239"/>
                      <a:pt x="1530" y="231"/>
                      <a:pt x="1566" y="241"/>
                    </a:cubicBezTo>
                    <a:cubicBezTo>
                      <a:pt x="1602" y="251"/>
                      <a:pt x="1600" y="245"/>
                      <a:pt x="1618" y="257"/>
                    </a:cubicBezTo>
                    <a:cubicBezTo>
                      <a:pt x="1636" y="269"/>
                      <a:pt x="1636" y="269"/>
                      <a:pt x="1652" y="289"/>
                    </a:cubicBezTo>
                    <a:cubicBezTo>
                      <a:pt x="1653" y="290"/>
                      <a:pt x="1654" y="291"/>
                      <a:pt x="1655" y="292"/>
                    </a:cubicBezTo>
                    <a:cubicBezTo>
                      <a:pt x="1656" y="294"/>
                      <a:pt x="1658" y="296"/>
                      <a:pt x="1661" y="299"/>
                    </a:cubicBezTo>
                    <a:cubicBezTo>
                      <a:pt x="1661" y="299"/>
                      <a:pt x="1661" y="299"/>
                      <a:pt x="1661" y="299"/>
                    </a:cubicBezTo>
                    <a:cubicBezTo>
                      <a:pt x="1663" y="301"/>
                      <a:pt x="1666" y="304"/>
                      <a:pt x="1669" y="307"/>
                    </a:cubicBezTo>
                    <a:cubicBezTo>
                      <a:pt x="1669" y="307"/>
                      <a:pt x="1669" y="307"/>
                      <a:pt x="1670" y="307"/>
                    </a:cubicBezTo>
                    <a:cubicBezTo>
                      <a:pt x="1670" y="308"/>
                      <a:pt x="1671" y="309"/>
                      <a:pt x="1672" y="309"/>
                    </a:cubicBezTo>
                    <a:cubicBezTo>
                      <a:pt x="1672" y="310"/>
                      <a:pt x="1673" y="310"/>
                      <a:pt x="1674" y="311"/>
                    </a:cubicBezTo>
                    <a:cubicBezTo>
                      <a:pt x="1674" y="311"/>
                      <a:pt x="1674" y="311"/>
                      <a:pt x="1675" y="312"/>
                    </a:cubicBezTo>
                    <a:cubicBezTo>
                      <a:pt x="1675" y="312"/>
                      <a:pt x="1676" y="313"/>
                      <a:pt x="1677" y="313"/>
                    </a:cubicBezTo>
                    <a:cubicBezTo>
                      <a:pt x="1677" y="314"/>
                      <a:pt x="1677" y="314"/>
                      <a:pt x="1677" y="314"/>
                    </a:cubicBezTo>
                    <a:cubicBezTo>
                      <a:pt x="1678" y="315"/>
                      <a:pt x="1679" y="315"/>
                      <a:pt x="1679" y="315"/>
                    </a:cubicBezTo>
                    <a:cubicBezTo>
                      <a:pt x="1680" y="316"/>
                      <a:pt x="1680" y="316"/>
                      <a:pt x="1680" y="316"/>
                    </a:cubicBezTo>
                    <a:cubicBezTo>
                      <a:pt x="1681" y="317"/>
                      <a:pt x="1682" y="317"/>
                      <a:pt x="1682" y="318"/>
                    </a:cubicBezTo>
                    <a:cubicBezTo>
                      <a:pt x="1683" y="318"/>
                      <a:pt x="1683" y="318"/>
                      <a:pt x="1683" y="318"/>
                    </a:cubicBezTo>
                    <a:cubicBezTo>
                      <a:pt x="1684" y="319"/>
                      <a:pt x="1684" y="319"/>
                      <a:pt x="1685" y="319"/>
                    </a:cubicBezTo>
                    <a:cubicBezTo>
                      <a:pt x="1685" y="320"/>
                      <a:pt x="1685" y="320"/>
                      <a:pt x="1685" y="320"/>
                    </a:cubicBezTo>
                    <a:cubicBezTo>
                      <a:pt x="1686" y="320"/>
                      <a:pt x="1687" y="320"/>
                      <a:pt x="1687" y="321"/>
                    </a:cubicBezTo>
                    <a:cubicBezTo>
                      <a:pt x="1687" y="321"/>
                      <a:pt x="1688" y="321"/>
                      <a:pt x="1688" y="321"/>
                    </a:cubicBezTo>
                    <a:cubicBezTo>
                      <a:pt x="1688" y="321"/>
                      <a:pt x="1689" y="322"/>
                      <a:pt x="1689" y="322"/>
                    </a:cubicBezTo>
                    <a:cubicBezTo>
                      <a:pt x="1690" y="322"/>
                      <a:pt x="1690" y="322"/>
                      <a:pt x="1690" y="322"/>
                    </a:cubicBezTo>
                    <a:cubicBezTo>
                      <a:pt x="1690" y="322"/>
                      <a:pt x="1691" y="322"/>
                      <a:pt x="1691" y="322"/>
                    </a:cubicBezTo>
                    <a:cubicBezTo>
                      <a:pt x="1691" y="322"/>
                      <a:pt x="1692" y="323"/>
                      <a:pt x="1692" y="323"/>
                    </a:cubicBezTo>
                    <a:cubicBezTo>
                      <a:pt x="1691" y="323"/>
                      <a:pt x="1691" y="323"/>
                      <a:pt x="1691" y="323"/>
                    </a:cubicBezTo>
                    <a:cubicBezTo>
                      <a:pt x="1696" y="326"/>
                      <a:pt x="1707" y="330"/>
                      <a:pt x="1716" y="334"/>
                    </a:cubicBezTo>
                    <a:cubicBezTo>
                      <a:pt x="1723" y="337"/>
                      <a:pt x="1739" y="341"/>
                      <a:pt x="1744" y="342"/>
                    </a:cubicBezTo>
                    <a:cubicBezTo>
                      <a:pt x="1802" y="351"/>
                      <a:pt x="1848" y="359"/>
                      <a:pt x="1861" y="361"/>
                    </a:cubicBezTo>
                    <a:cubicBezTo>
                      <a:pt x="1861" y="361"/>
                      <a:pt x="1862" y="361"/>
                      <a:pt x="1862" y="361"/>
                    </a:cubicBezTo>
                    <a:cubicBezTo>
                      <a:pt x="1862" y="361"/>
                      <a:pt x="1862" y="361"/>
                      <a:pt x="1862" y="361"/>
                    </a:cubicBezTo>
                    <a:cubicBezTo>
                      <a:pt x="1868" y="352"/>
                      <a:pt x="1868" y="352"/>
                      <a:pt x="1868" y="352"/>
                    </a:cubicBezTo>
                    <a:cubicBezTo>
                      <a:pt x="1868" y="352"/>
                      <a:pt x="1868" y="352"/>
                      <a:pt x="1868" y="352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4" name="Freeform 27">
                <a:extLst>
                  <a:ext uri="{FF2B5EF4-FFF2-40B4-BE49-F238E27FC236}">
                    <a16:creationId xmlns:a16="http://schemas.microsoft.com/office/drawing/2014/main" id="{12108B27-15DB-4DF3-97DD-7DD0B8122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077"/>
                <a:ext cx="326" cy="70"/>
              </a:xfrm>
              <a:custGeom>
                <a:avLst/>
                <a:gdLst>
                  <a:gd name="T0" fmla="*/ 1367 w 144"/>
                  <a:gd name="T1" fmla="*/ 29 h 29"/>
                  <a:gd name="T2" fmla="*/ 1193 w 144"/>
                  <a:gd name="T3" fmla="*/ 128 h 29"/>
                  <a:gd name="T4" fmla="*/ 964 w 144"/>
                  <a:gd name="T5" fmla="*/ 280 h 29"/>
                  <a:gd name="T6" fmla="*/ 604 w 144"/>
                  <a:gd name="T7" fmla="*/ 326 h 29"/>
                  <a:gd name="T8" fmla="*/ 568 w 144"/>
                  <a:gd name="T9" fmla="*/ 326 h 29"/>
                  <a:gd name="T10" fmla="*/ 349 w 144"/>
                  <a:gd name="T11" fmla="*/ 350 h 29"/>
                  <a:gd name="T12" fmla="*/ 0 w 144"/>
                  <a:gd name="T13" fmla="*/ 396 h 29"/>
                  <a:gd name="T14" fmla="*/ 0 w 144"/>
                  <a:gd name="T15" fmla="*/ 396 h 29"/>
                  <a:gd name="T16" fmla="*/ 324 w 144"/>
                  <a:gd name="T17" fmla="*/ 396 h 29"/>
                  <a:gd name="T18" fmla="*/ 568 w 144"/>
                  <a:gd name="T19" fmla="*/ 379 h 29"/>
                  <a:gd name="T20" fmla="*/ 604 w 144"/>
                  <a:gd name="T21" fmla="*/ 379 h 29"/>
                  <a:gd name="T22" fmla="*/ 973 w 144"/>
                  <a:gd name="T23" fmla="*/ 338 h 29"/>
                  <a:gd name="T24" fmla="*/ 1220 w 144"/>
                  <a:gd name="T25" fmla="*/ 181 h 29"/>
                  <a:gd name="T26" fmla="*/ 1367 w 144"/>
                  <a:gd name="T27" fmla="*/ 70 h 29"/>
                  <a:gd name="T28" fmla="*/ 1671 w 144"/>
                  <a:gd name="T29" fmla="*/ 58 h 29"/>
                  <a:gd name="T30" fmla="*/ 1671 w 144"/>
                  <a:gd name="T31" fmla="*/ 58 h 29"/>
                  <a:gd name="T32" fmla="*/ 1367 w 144"/>
                  <a:gd name="T33" fmla="*/ 29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4" h="29">
                    <a:moveTo>
                      <a:pt x="118" y="2"/>
                    </a:moveTo>
                    <a:cubicBezTo>
                      <a:pt x="113" y="4"/>
                      <a:pt x="107" y="6"/>
                      <a:pt x="103" y="9"/>
                    </a:cubicBezTo>
                    <a:cubicBezTo>
                      <a:pt x="97" y="14"/>
                      <a:pt x="91" y="18"/>
                      <a:pt x="83" y="20"/>
                    </a:cubicBezTo>
                    <a:cubicBezTo>
                      <a:pt x="74" y="23"/>
                      <a:pt x="63" y="23"/>
                      <a:pt x="52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0" y="26"/>
                      <a:pt x="9" y="29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9" y="29"/>
                      <a:pt x="19" y="29"/>
                      <a:pt x="28" y="28"/>
                    </a:cubicBezTo>
                    <a:cubicBezTo>
                      <a:pt x="49" y="27"/>
                      <a:pt x="49" y="27"/>
                      <a:pt x="49" y="27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63" y="27"/>
                      <a:pt x="74" y="27"/>
                      <a:pt x="84" y="24"/>
                    </a:cubicBezTo>
                    <a:cubicBezTo>
                      <a:pt x="93" y="22"/>
                      <a:pt x="99" y="17"/>
                      <a:pt x="105" y="13"/>
                    </a:cubicBezTo>
                    <a:cubicBezTo>
                      <a:pt x="110" y="9"/>
                      <a:pt x="114" y="6"/>
                      <a:pt x="118" y="5"/>
                    </a:cubicBezTo>
                    <a:cubicBezTo>
                      <a:pt x="124" y="3"/>
                      <a:pt x="133" y="2"/>
                      <a:pt x="144" y="4"/>
                    </a:cubicBezTo>
                    <a:cubicBezTo>
                      <a:pt x="144" y="4"/>
                      <a:pt x="144" y="4"/>
                      <a:pt x="144" y="4"/>
                    </a:cubicBezTo>
                    <a:cubicBezTo>
                      <a:pt x="132" y="2"/>
                      <a:pt x="125" y="0"/>
                      <a:pt x="118" y="2"/>
                    </a:cubicBezTo>
                    <a:close/>
                  </a:path>
                </a:pathLst>
              </a:custGeom>
              <a:solidFill>
                <a:srgbClr val="FB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5" name="Freeform 28">
                <a:extLst>
                  <a:ext uri="{FF2B5EF4-FFF2-40B4-BE49-F238E27FC236}">
                    <a16:creationId xmlns:a16="http://schemas.microsoft.com/office/drawing/2014/main" id="{EA3C064E-81CC-475F-9719-63638E64C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072"/>
                <a:ext cx="521" cy="87"/>
              </a:xfrm>
              <a:custGeom>
                <a:avLst/>
                <a:gdLst>
                  <a:gd name="T0" fmla="*/ 892 w 230"/>
                  <a:gd name="T1" fmla="*/ 450 h 36"/>
                  <a:gd name="T2" fmla="*/ 1303 w 230"/>
                  <a:gd name="T3" fmla="*/ 437 h 36"/>
                  <a:gd name="T4" fmla="*/ 1744 w 230"/>
                  <a:gd name="T5" fmla="*/ 157 h 36"/>
                  <a:gd name="T6" fmla="*/ 2673 w 230"/>
                  <a:gd name="T7" fmla="*/ 239 h 36"/>
                  <a:gd name="T8" fmla="*/ 1708 w 230"/>
                  <a:gd name="T9" fmla="*/ 87 h 36"/>
                  <a:gd name="T10" fmla="*/ 1314 w 230"/>
                  <a:gd name="T11" fmla="*/ 350 h 36"/>
                  <a:gd name="T12" fmla="*/ 908 w 230"/>
                  <a:gd name="T13" fmla="*/ 396 h 36"/>
                  <a:gd name="T14" fmla="*/ 0 w 230"/>
                  <a:gd name="T15" fmla="*/ 280 h 36"/>
                  <a:gd name="T16" fmla="*/ 560 w 230"/>
                  <a:gd name="T17" fmla="*/ 466 h 36"/>
                  <a:gd name="T18" fmla="*/ 892 w 230"/>
                  <a:gd name="T19" fmla="*/ 450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0" h="36">
                    <a:moveTo>
                      <a:pt x="77" y="32"/>
                    </a:moveTo>
                    <a:cubicBezTo>
                      <a:pt x="89" y="33"/>
                      <a:pt x="100" y="34"/>
                      <a:pt x="112" y="31"/>
                    </a:cubicBezTo>
                    <a:cubicBezTo>
                      <a:pt x="128" y="27"/>
                      <a:pt x="142" y="15"/>
                      <a:pt x="150" y="11"/>
                    </a:cubicBezTo>
                    <a:cubicBezTo>
                      <a:pt x="166" y="3"/>
                      <a:pt x="217" y="14"/>
                      <a:pt x="230" y="17"/>
                    </a:cubicBezTo>
                    <a:cubicBezTo>
                      <a:pt x="192" y="9"/>
                      <a:pt x="165" y="0"/>
                      <a:pt x="147" y="6"/>
                    </a:cubicBezTo>
                    <a:cubicBezTo>
                      <a:pt x="137" y="9"/>
                      <a:pt x="127" y="21"/>
                      <a:pt x="113" y="25"/>
                    </a:cubicBezTo>
                    <a:cubicBezTo>
                      <a:pt x="102" y="28"/>
                      <a:pt x="90" y="28"/>
                      <a:pt x="78" y="28"/>
                    </a:cubicBezTo>
                    <a:cubicBezTo>
                      <a:pt x="50" y="28"/>
                      <a:pt x="30" y="36"/>
                      <a:pt x="0" y="20"/>
                    </a:cubicBezTo>
                    <a:cubicBezTo>
                      <a:pt x="13" y="29"/>
                      <a:pt x="35" y="35"/>
                      <a:pt x="48" y="33"/>
                    </a:cubicBezTo>
                    <a:cubicBezTo>
                      <a:pt x="61" y="32"/>
                      <a:pt x="68" y="32"/>
                      <a:pt x="77" y="32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6" name="Freeform 29">
                <a:extLst>
                  <a:ext uri="{FF2B5EF4-FFF2-40B4-BE49-F238E27FC236}">
                    <a16:creationId xmlns:a16="http://schemas.microsoft.com/office/drawing/2014/main" id="{6A8F89BA-006B-467B-9BF5-75CE10C53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688"/>
                <a:ext cx="799" cy="172"/>
              </a:xfrm>
              <a:custGeom>
                <a:avLst/>
                <a:gdLst>
                  <a:gd name="T0" fmla="*/ 0 w 353"/>
                  <a:gd name="T1" fmla="*/ 0 h 71"/>
                  <a:gd name="T2" fmla="*/ 4095 w 353"/>
                  <a:gd name="T3" fmla="*/ 969 h 71"/>
                  <a:gd name="T4" fmla="*/ 0 w 353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3" h="71">
                    <a:moveTo>
                      <a:pt x="0" y="0"/>
                    </a:moveTo>
                    <a:cubicBezTo>
                      <a:pt x="31" y="7"/>
                      <a:pt x="300" y="59"/>
                      <a:pt x="353" y="68"/>
                    </a:cubicBezTo>
                    <a:cubicBezTo>
                      <a:pt x="327" y="71"/>
                      <a:pt x="56" y="26"/>
                      <a:pt x="0" y="0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7" name="Freeform 30">
                <a:extLst>
                  <a:ext uri="{FF2B5EF4-FFF2-40B4-BE49-F238E27FC236}">
                    <a16:creationId xmlns:a16="http://schemas.microsoft.com/office/drawing/2014/main" id="{8804410B-44E4-491B-A897-72F591DE4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3087"/>
                <a:ext cx="704" cy="144"/>
              </a:xfrm>
              <a:custGeom>
                <a:avLst/>
                <a:gdLst>
                  <a:gd name="T0" fmla="*/ 3608 w 311"/>
                  <a:gd name="T1" fmla="*/ 830 h 60"/>
                  <a:gd name="T2" fmla="*/ 0 w 311"/>
                  <a:gd name="T3" fmla="*/ 0 h 60"/>
                  <a:gd name="T4" fmla="*/ 3608 w 311"/>
                  <a:gd name="T5" fmla="*/ 83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1" h="60">
                    <a:moveTo>
                      <a:pt x="311" y="60"/>
                    </a:moveTo>
                    <a:cubicBezTo>
                      <a:pt x="276" y="53"/>
                      <a:pt x="33" y="8"/>
                      <a:pt x="0" y="0"/>
                    </a:cubicBezTo>
                    <a:cubicBezTo>
                      <a:pt x="31" y="1"/>
                      <a:pt x="207" y="33"/>
                      <a:pt x="311" y="60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8" name="Freeform 31">
                <a:extLst>
                  <a:ext uri="{FF2B5EF4-FFF2-40B4-BE49-F238E27FC236}">
                    <a16:creationId xmlns:a16="http://schemas.microsoft.com/office/drawing/2014/main" id="{13CDC08D-A19B-4F40-ADA9-658E09A02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717"/>
                <a:ext cx="541" cy="111"/>
              </a:xfrm>
              <a:custGeom>
                <a:avLst/>
                <a:gdLst>
                  <a:gd name="T0" fmla="*/ 0 w 239"/>
                  <a:gd name="T1" fmla="*/ 0 h 46"/>
                  <a:gd name="T2" fmla="*/ 2773 w 239"/>
                  <a:gd name="T3" fmla="*/ 647 h 46"/>
                  <a:gd name="T4" fmla="*/ 0 w 239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9" h="46">
                    <a:moveTo>
                      <a:pt x="0" y="0"/>
                    </a:moveTo>
                    <a:cubicBezTo>
                      <a:pt x="31" y="6"/>
                      <a:pt x="213" y="43"/>
                      <a:pt x="239" y="46"/>
                    </a:cubicBezTo>
                    <a:cubicBezTo>
                      <a:pt x="225" y="41"/>
                      <a:pt x="66" y="9"/>
                      <a:pt x="0" y="0"/>
                    </a:cubicBezTo>
                    <a:close/>
                  </a:path>
                </a:pathLst>
              </a:custGeom>
              <a:solidFill>
                <a:srgbClr val="FB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9" name="Freeform 32">
                <a:extLst>
                  <a:ext uri="{FF2B5EF4-FFF2-40B4-BE49-F238E27FC236}">
                    <a16:creationId xmlns:a16="http://schemas.microsoft.com/office/drawing/2014/main" id="{8ABEF62B-16A2-4775-B30E-2281EE3B3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504"/>
                <a:ext cx="150" cy="85"/>
              </a:xfrm>
              <a:custGeom>
                <a:avLst/>
                <a:gdLst>
                  <a:gd name="T0" fmla="*/ 443 w 66"/>
                  <a:gd name="T1" fmla="*/ 0 h 35"/>
                  <a:gd name="T2" fmla="*/ 620 w 66"/>
                  <a:gd name="T3" fmla="*/ 170 h 35"/>
                  <a:gd name="T4" fmla="*/ 775 w 66"/>
                  <a:gd name="T5" fmla="*/ 442 h 35"/>
                  <a:gd name="T6" fmla="*/ 414 w 66"/>
                  <a:gd name="T7" fmla="*/ 301 h 35"/>
                  <a:gd name="T8" fmla="*/ 0 w 66"/>
                  <a:gd name="T9" fmla="*/ 12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35">
                    <a:moveTo>
                      <a:pt x="38" y="0"/>
                    </a:moveTo>
                    <a:cubicBezTo>
                      <a:pt x="40" y="6"/>
                      <a:pt x="49" y="6"/>
                      <a:pt x="53" y="12"/>
                    </a:cubicBezTo>
                    <a:cubicBezTo>
                      <a:pt x="56" y="17"/>
                      <a:pt x="65" y="27"/>
                      <a:pt x="66" y="31"/>
                    </a:cubicBezTo>
                    <a:cubicBezTo>
                      <a:pt x="62" y="35"/>
                      <a:pt x="42" y="22"/>
                      <a:pt x="35" y="21"/>
                    </a:cubicBezTo>
                    <a:cubicBezTo>
                      <a:pt x="22" y="17"/>
                      <a:pt x="11" y="17"/>
                      <a:pt x="0" y="9"/>
                    </a:cubicBezTo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0" name="Freeform 33">
                <a:extLst>
                  <a:ext uri="{FF2B5EF4-FFF2-40B4-BE49-F238E27FC236}">
                    <a16:creationId xmlns:a16="http://schemas.microsoft.com/office/drawing/2014/main" id="{6A474828-2399-40D1-B05A-BD961CB90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3557"/>
                <a:ext cx="127" cy="49"/>
              </a:xfrm>
              <a:custGeom>
                <a:avLst/>
                <a:gdLst>
                  <a:gd name="T0" fmla="*/ 93 w 56"/>
                  <a:gd name="T1" fmla="*/ 0 h 20"/>
                  <a:gd name="T2" fmla="*/ 256 w 56"/>
                  <a:gd name="T3" fmla="*/ 29 h 20"/>
                  <a:gd name="T4" fmla="*/ 406 w 56"/>
                  <a:gd name="T5" fmla="*/ 103 h 20"/>
                  <a:gd name="T6" fmla="*/ 653 w 56"/>
                  <a:gd name="T7" fmla="*/ 174 h 20"/>
                  <a:gd name="T8" fmla="*/ 376 w 56"/>
                  <a:gd name="T9" fmla="*/ 282 h 20"/>
                  <a:gd name="T10" fmla="*/ 0 w 56"/>
                  <a:gd name="T11" fmla="*/ 29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0">
                    <a:moveTo>
                      <a:pt x="8" y="0"/>
                    </a:moveTo>
                    <a:cubicBezTo>
                      <a:pt x="12" y="2"/>
                      <a:pt x="17" y="1"/>
                      <a:pt x="22" y="2"/>
                    </a:cubicBezTo>
                    <a:cubicBezTo>
                      <a:pt x="27" y="3"/>
                      <a:pt x="30" y="5"/>
                      <a:pt x="35" y="7"/>
                    </a:cubicBezTo>
                    <a:cubicBezTo>
                      <a:pt x="41" y="9"/>
                      <a:pt x="52" y="6"/>
                      <a:pt x="56" y="12"/>
                    </a:cubicBezTo>
                    <a:cubicBezTo>
                      <a:pt x="54" y="17"/>
                      <a:pt x="38" y="20"/>
                      <a:pt x="32" y="19"/>
                    </a:cubicBezTo>
                    <a:cubicBezTo>
                      <a:pt x="23" y="19"/>
                      <a:pt x="6" y="8"/>
                      <a:pt x="0" y="2"/>
                    </a:cubicBezTo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1" name="Freeform 34">
                <a:extLst>
                  <a:ext uri="{FF2B5EF4-FFF2-40B4-BE49-F238E27FC236}">
                    <a16:creationId xmlns:a16="http://schemas.microsoft.com/office/drawing/2014/main" id="{8C91D673-CDDD-4058-8B38-CB60E97AE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3570"/>
                <a:ext cx="86" cy="41"/>
              </a:xfrm>
              <a:custGeom>
                <a:avLst/>
                <a:gdLst>
                  <a:gd name="T0" fmla="*/ 220 w 38"/>
                  <a:gd name="T1" fmla="*/ 0 h 17"/>
                  <a:gd name="T2" fmla="*/ 441 w 38"/>
                  <a:gd name="T3" fmla="*/ 111 h 17"/>
                  <a:gd name="T4" fmla="*/ 0 w 38"/>
                  <a:gd name="T5" fmla="*/ 23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7">
                    <a:moveTo>
                      <a:pt x="19" y="0"/>
                    </a:moveTo>
                    <a:cubicBezTo>
                      <a:pt x="24" y="8"/>
                      <a:pt x="34" y="1"/>
                      <a:pt x="38" y="8"/>
                    </a:cubicBezTo>
                    <a:cubicBezTo>
                      <a:pt x="24" y="9"/>
                      <a:pt x="14" y="12"/>
                      <a:pt x="0" y="17"/>
                    </a:cubicBezTo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2" name="Freeform 35">
                <a:extLst>
                  <a:ext uri="{FF2B5EF4-FFF2-40B4-BE49-F238E27FC236}">
                    <a16:creationId xmlns:a16="http://schemas.microsoft.com/office/drawing/2014/main" id="{9F3525E8-5540-4F21-91A4-D350C562A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509"/>
                <a:ext cx="34" cy="63"/>
              </a:xfrm>
              <a:custGeom>
                <a:avLst/>
                <a:gdLst>
                  <a:gd name="T0" fmla="*/ 45 w 15"/>
                  <a:gd name="T1" fmla="*/ 0 h 26"/>
                  <a:gd name="T2" fmla="*/ 150 w 15"/>
                  <a:gd name="T3" fmla="*/ 240 h 26"/>
                  <a:gd name="T4" fmla="*/ 0 w 15"/>
                  <a:gd name="T5" fmla="*/ 24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4" y="0"/>
                    </a:moveTo>
                    <a:cubicBezTo>
                      <a:pt x="8" y="4"/>
                      <a:pt x="15" y="10"/>
                      <a:pt x="13" y="17"/>
                    </a:cubicBezTo>
                    <a:cubicBezTo>
                      <a:pt x="10" y="26"/>
                      <a:pt x="4" y="22"/>
                      <a:pt x="0" y="17"/>
                    </a:cubicBezTo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3" name="Freeform 36">
                <a:extLst>
                  <a:ext uri="{FF2B5EF4-FFF2-40B4-BE49-F238E27FC236}">
                    <a16:creationId xmlns:a16="http://schemas.microsoft.com/office/drawing/2014/main" id="{40D222AF-0D9E-4314-97F1-A5B715C55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3533"/>
                <a:ext cx="52" cy="58"/>
              </a:xfrm>
              <a:custGeom>
                <a:avLst/>
                <a:gdLst>
                  <a:gd name="T0" fmla="*/ 219 w 23"/>
                  <a:gd name="T1" fmla="*/ 0 h 24"/>
                  <a:gd name="T2" fmla="*/ 0 w 23"/>
                  <a:gd name="T3" fmla="*/ 18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4">
                    <a:moveTo>
                      <a:pt x="19" y="0"/>
                    </a:moveTo>
                    <a:cubicBezTo>
                      <a:pt x="23" y="12"/>
                      <a:pt x="9" y="24"/>
                      <a:pt x="0" y="13"/>
                    </a:cubicBezTo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4" name="Freeform 37">
                <a:extLst>
                  <a:ext uri="{FF2B5EF4-FFF2-40B4-BE49-F238E27FC236}">
                    <a16:creationId xmlns:a16="http://schemas.microsoft.com/office/drawing/2014/main" id="{9CADC1FB-1800-4D37-95C7-CD6D7C634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3495"/>
                <a:ext cx="102" cy="89"/>
              </a:xfrm>
              <a:custGeom>
                <a:avLst/>
                <a:gdLst>
                  <a:gd name="T0" fmla="*/ 524 w 45"/>
                  <a:gd name="T1" fmla="*/ 0 h 37"/>
                  <a:gd name="T2" fmla="*/ 478 w 45"/>
                  <a:gd name="T3" fmla="*/ 267 h 37"/>
                  <a:gd name="T4" fmla="*/ 406 w 45"/>
                  <a:gd name="T5" fmla="*/ 474 h 37"/>
                  <a:gd name="T6" fmla="*/ 0 w 45"/>
                  <a:gd name="T7" fmla="*/ 37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7">
                    <a:moveTo>
                      <a:pt x="45" y="0"/>
                    </a:moveTo>
                    <a:cubicBezTo>
                      <a:pt x="42" y="7"/>
                      <a:pt x="41" y="12"/>
                      <a:pt x="41" y="19"/>
                    </a:cubicBezTo>
                    <a:cubicBezTo>
                      <a:pt x="41" y="27"/>
                      <a:pt x="43" y="30"/>
                      <a:pt x="35" y="34"/>
                    </a:cubicBezTo>
                    <a:cubicBezTo>
                      <a:pt x="29" y="37"/>
                      <a:pt x="2" y="34"/>
                      <a:pt x="0" y="27"/>
                    </a:cubicBezTo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5" name="Freeform 38">
                <a:extLst>
                  <a:ext uri="{FF2B5EF4-FFF2-40B4-BE49-F238E27FC236}">
                    <a16:creationId xmlns:a16="http://schemas.microsoft.com/office/drawing/2014/main" id="{CC1A1B4E-7539-4530-937D-6B879AA7F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3538"/>
                <a:ext cx="149" cy="374"/>
              </a:xfrm>
              <a:custGeom>
                <a:avLst/>
                <a:gdLst>
                  <a:gd name="T0" fmla="*/ 0 w 66"/>
                  <a:gd name="T1" fmla="*/ 2176 h 155"/>
                  <a:gd name="T2" fmla="*/ 531 w 66"/>
                  <a:gd name="T3" fmla="*/ 0 h 155"/>
                  <a:gd name="T4" fmla="*/ 0 w 66"/>
                  <a:gd name="T5" fmla="*/ 2176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55">
                    <a:moveTo>
                      <a:pt x="0" y="155"/>
                    </a:moveTo>
                    <a:cubicBezTo>
                      <a:pt x="66" y="101"/>
                      <a:pt x="52" y="22"/>
                      <a:pt x="46" y="0"/>
                    </a:cubicBezTo>
                    <a:cubicBezTo>
                      <a:pt x="47" y="21"/>
                      <a:pt x="53" y="99"/>
                      <a:pt x="0" y="155"/>
                    </a:cubicBezTo>
                    <a:close/>
                  </a:path>
                </a:pathLst>
              </a:custGeom>
              <a:solidFill>
                <a:srgbClr val="D69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6" name="Freeform 39">
                <a:extLst>
                  <a:ext uri="{FF2B5EF4-FFF2-40B4-BE49-F238E27FC236}">
                    <a16:creationId xmlns:a16="http://schemas.microsoft.com/office/drawing/2014/main" id="{1F16985C-36DE-4EB4-83B4-EC9BB3A4C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2321"/>
                <a:ext cx="1218" cy="213"/>
              </a:xfrm>
              <a:custGeom>
                <a:avLst/>
                <a:gdLst>
                  <a:gd name="T0" fmla="*/ 0 w 538"/>
                  <a:gd name="T1" fmla="*/ 140 h 88"/>
                  <a:gd name="T2" fmla="*/ 1159 w 538"/>
                  <a:gd name="T3" fmla="*/ 111 h 88"/>
                  <a:gd name="T4" fmla="*/ 6242 w 538"/>
                  <a:gd name="T5" fmla="*/ 1249 h 88"/>
                  <a:gd name="T6" fmla="*/ 1229 w 538"/>
                  <a:gd name="T7" fmla="*/ 259 h 88"/>
                  <a:gd name="T8" fmla="*/ 0 w 538"/>
                  <a:gd name="T9" fmla="*/ 14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8" h="88">
                    <a:moveTo>
                      <a:pt x="0" y="10"/>
                    </a:moveTo>
                    <a:cubicBezTo>
                      <a:pt x="30" y="0"/>
                      <a:pt x="76" y="2"/>
                      <a:pt x="100" y="8"/>
                    </a:cubicBezTo>
                    <a:cubicBezTo>
                      <a:pt x="124" y="14"/>
                      <a:pt x="486" y="78"/>
                      <a:pt x="538" y="88"/>
                    </a:cubicBezTo>
                    <a:cubicBezTo>
                      <a:pt x="504" y="86"/>
                      <a:pt x="126" y="22"/>
                      <a:pt x="106" y="18"/>
                    </a:cubicBezTo>
                    <a:cubicBezTo>
                      <a:pt x="86" y="14"/>
                      <a:pt x="8" y="2"/>
                      <a:pt x="0" y="10"/>
                    </a:cubicBezTo>
                    <a:close/>
                  </a:path>
                </a:pathLst>
              </a:custGeom>
              <a:solidFill>
                <a:srgbClr val="FDE4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7" name="Freeform 40">
                <a:extLst>
                  <a:ext uri="{FF2B5EF4-FFF2-40B4-BE49-F238E27FC236}">
                    <a16:creationId xmlns:a16="http://schemas.microsoft.com/office/drawing/2014/main" id="{8C25DBC3-35F2-4648-AEC1-7C054C510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" y="2437"/>
                <a:ext cx="1220" cy="326"/>
              </a:xfrm>
              <a:custGeom>
                <a:avLst/>
                <a:gdLst>
                  <a:gd name="T0" fmla="*/ 0 w 539"/>
                  <a:gd name="T1" fmla="*/ 0 h 135"/>
                  <a:gd name="T2" fmla="*/ 430 w 539"/>
                  <a:gd name="T3" fmla="*/ 181 h 135"/>
                  <a:gd name="T4" fmla="*/ 1009 w 539"/>
                  <a:gd name="T5" fmla="*/ 466 h 135"/>
                  <a:gd name="T6" fmla="*/ 1541 w 539"/>
                  <a:gd name="T7" fmla="*/ 536 h 135"/>
                  <a:gd name="T8" fmla="*/ 1890 w 539"/>
                  <a:gd name="T9" fmla="*/ 787 h 135"/>
                  <a:gd name="T10" fmla="*/ 2632 w 539"/>
                  <a:gd name="T11" fmla="*/ 787 h 135"/>
                  <a:gd name="T12" fmla="*/ 3013 w 539"/>
                  <a:gd name="T13" fmla="*/ 944 h 135"/>
                  <a:gd name="T14" fmla="*/ 3406 w 539"/>
                  <a:gd name="T15" fmla="*/ 956 h 135"/>
                  <a:gd name="T16" fmla="*/ 3662 w 539"/>
                  <a:gd name="T17" fmla="*/ 1125 h 135"/>
                  <a:gd name="T18" fmla="*/ 4047 w 539"/>
                  <a:gd name="T19" fmla="*/ 1142 h 135"/>
                  <a:gd name="T20" fmla="*/ 4581 w 539"/>
                  <a:gd name="T21" fmla="*/ 1026 h 135"/>
                  <a:gd name="T22" fmla="*/ 4765 w 539"/>
                  <a:gd name="T23" fmla="*/ 1241 h 135"/>
                  <a:gd name="T24" fmla="*/ 5195 w 539"/>
                  <a:gd name="T25" fmla="*/ 1352 h 135"/>
                  <a:gd name="T26" fmla="*/ 5564 w 539"/>
                  <a:gd name="T27" fmla="*/ 1463 h 135"/>
                  <a:gd name="T28" fmla="*/ 6249 w 539"/>
                  <a:gd name="T29" fmla="*/ 1830 h 1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39" h="135">
                    <a:moveTo>
                      <a:pt x="0" y="0"/>
                    </a:moveTo>
                    <a:cubicBezTo>
                      <a:pt x="12" y="5"/>
                      <a:pt x="25" y="6"/>
                      <a:pt x="37" y="13"/>
                    </a:cubicBezTo>
                    <a:cubicBezTo>
                      <a:pt x="55" y="23"/>
                      <a:pt x="65" y="33"/>
                      <a:pt x="87" y="33"/>
                    </a:cubicBezTo>
                    <a:cubicBezTo>
                      <a:pt x="104" y="33"/>
                      <a:pt x="117" y="29"/>
                      <a:pt x="133" y="38"/>
                    </a:cubicBezTo>
                    <a:cubicBezTo>
                      <a:pt x="143" y="44"/>
                      <a:pt x="151" y="54"/>
                      <a:pt x="163" y="56"/>
                    </a:cubicBezTo>
                    <a:cubicBezTo>
                      <a:pt x="184" y="59"/>
                      <a:pt x="205" y="47"/>
                      <a:pt x="227" y="56"/>
                    </a:cubicBezTo>
                    <a:cubicBezTo>
                      <a:pt x="239" y="61"/>
                      <a:pt x="247" y="68"/>
                      <a:pt x="260" y="67"/>
                    </a:cubicBezTo>
                    <a:cubicBezTo>
                      <a:pt x="273" y="66"/>
                      <a:pt x="281" y="65"/>
                      <a:pt x="294" y="68"/>
                    </a:cubicBezTo>
                    <a:cubicBezTo>
                      <a:pt x="307" y="70"/>
                      <a:pt x="306" y="74"/>
                      <a:pt x="316" y="80"/>
                    </a:cubicBezTo>
                    <a:cubicBezTo>
                      <a:pt x="328" y="87"/>
                      <a:pt x="337" y="85"/>
                      <a:pt x="349" y="81"/>
                    </a:cubicBezTo>
                    <a:cubicBezTo>
                      <a:pt x="362" y="77"/>
                      <a:pt x="382" y="67"/>
                      <a:pt x="395" y="73"/>
                    </a:cubicBezTo>
                    <a:cubicBezTo>
                      <a:pt x="401" y="75"/>
                      <a:pt x="405" y="84"/>
                      <a:pt x="411" y="88"/>
                    </a:cubicBezTo>
                    <a:cubicBezTo>
                      <a:pt x="422" y="95"/>
                      <a:pt x="435" y="96"/>
                      <a:pt x="448" y="96"/>
                    </a:cubicBezTo>
                    <a:cubicBezTo>
                      <a:pt x="463" y="95"/>
                      <a:pt x="469" y="94"/>
                      <a:pt x="480" y="104"/>
                    </a:cubicBezTo>
                    <a:cubicBezTo>
                      <a:pt x="488" y="111"/>
                      <a:pt x="526" y="135"/>
                      <a:pt x="539" y="13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8" name="Freeform 41">
                <a:extLst>
                  <a:ext uri="{FF2B5EF4-FFF2-40B4-BE49-F238E27FC236}">
                    <a16:creationId xmlns:a16="http://schemas.microsoft.com/office/drawing/2014/main" id="{EA55A3DB-A6D2-4C3D-B290-96A071B66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454"/>
                <a:ext cx="346" cy="113"/>
              </a:xfrm>
              <a:custGeom>
                <a:avLst/>
                <a:gdLst>
                  <a:gd name="T0" fmla="*/ 0 w 153"/>
                  <a:gd name="T1" fmla="*/ 70 h 47"/>
                  <a:gd name="T2" fmla="*/ 751 w 153"/>
                  <a:gd name="T3" fmla="*/ 209 h 47"/>
                  <a:gd name="T4" fmla="*/ 868 w 153"/>
                  <a:gd name="T5" fmla="*/ 305 h 47"/>
                  <a:gd name="T6" fmla="*/ 1029 w 153"/>
                  <a:gd name="T7" fmla="*/ 289 h 47"/>
                  <a:gd name="T8" fmla="*/ 1768 w 153"/>
                  <a:gd name="T9" fmla="*/ 65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47">
                    <a:moveTo>
                      <a:pt x="0" y="5"/>
                    </a:moveTo>
                    <a:cubicBezTo>
                      <a:pt x="22" y="3"/>
                      <a:pt x="47" y="0"/>
                      <a:pt x="65" y="15"/>
                    </a:cubicBezTo>
                    <a:cubicBezTo>
                      <a:pt x="69" y="18"/>
                      <a:pt x="70" y="21"/>
                      <a:pt x="75" y="22"/>
                    </a:cubicBezTo>
                    <a:cubicBezTo>
                      <a:pt x="79" y="23"/>
                      <a:pt x="84" y="21"/>
                      <a:pt x="89" y="21"/>
                    </a:cubicBezTo>
                    <a:cubicBezTo>
                      <a:pt x="113" y="19"/>
                      <a:pt x="132" y="38"/>
                      <a:pt x="153" y="4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9" name="Freeform 42">
                <a:extLst>
                  <a:ext uri="{FF2B5EF4-FFF2-40B4-BE49-F238E27FC236}">
                    <a16:creationId xmlns:a16="http://schemas.microsoft.com/office/drawing/2014/main" id="{1C1DDD3B-7A64-4047-9D9A-A56E731B5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2526"/>
                <a:ext cx="360" cy="29"/>
              </a:xfrm>
              <a:custGeom>
                <a:avLst/>
                <a:gdLst>
                  <a:gd name="T0" fmla="*/ 0 w 159"/>
                  <a:gd name="T1" fmla="*/ 29 h 12"/>
                  <a:gd name="T2" fmla="*/ 385 w 159"/>
                  <a:gd name="T3" fmla="*/ 12 h 12"/>
                  <a:gd name="T4" fmla="*/ 697 w 159"/>
                  <a:gd name="T5" fmla="*/ 87 h 12"/>
                  <a:gd name="T6" fmla="*/ 965 w 159"/>
                  <a:gd name="T7" fmla="*/ 58 h 12"/>
                  <a:gd name="T8" fmla="*/ 1497 w 159"/>
                  <a:gd name="T9" fmla="*/ 157 h 12"/>
                  <a:gd name="T10" fmla="*/ 1845 w 159"/>
                  <a:gd name="T11" fmla="*/ 111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12">
                    <a:moveTo>
                      <a:pt x="0" y="2"/>
                    </a:moveTo>
                    <a:cubicBezTo>
                      <a:pt x="10" y="6"/>
                      <a:pt x="22" y="0"/>
                      <a:pt x="33" y="1"/>
                    </a:cubicBezTo>
                    <a:cubicBezTo>
                      <a:pt x="42" y="2"/>
                      <a:pt x="50" y="5"/>
                      <a:pt x="60" y="6"/>
                    </a:cubicBezTo>
                    <a:cubicBezTo>
                      <a:pt x="67" y="7"/>
                      <a:pt x="75" y="5"/>
                      <a:pt x="83" y="4"/>
                    </a:cubicBezTo>
                    <a:cubicBezTo>
                      <a:pt x="99" y="3"/>
                      <a:pt x="113" y="11"/>
                      <a:pt x="129" y="11"/>
                    </a:cubicBezTo>
                    <a:cubicBezTo>
                      <a:pt x="140" y="12"/>
                      <a:pt x="151" y="11"/>
                      <a:pt x="159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0" name="Freeform 43">
                <a:extLst>
                  <a:ext uri="{FF2B5EF4-FFF2-40B4-BE49-F238E27FC236}">
                    <a16:creationId xmlns:a16="http://schemas.microsoft.com/office/drawing/2014/main" id="{1851BE3D-CAA4-45B9-9670-1EA3B1423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543"/>
                <a:ext cx="125" cy="34"/>
              </a:xfrm>
              <a:custGeom>
                <a:avLst/>
                <a:gdLst>
                  <a:gd name="T0" fmla="*/ 0 w 55"/>
                  <a:gd name="T1" fmla="*/ 0 h 14"/>
                  <a:gd name="T2" fmla="*/ 645 w 55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4">
                    <a:moveTo>
                      <a:pt x="0" y="0"/>
                    </a:moveTo>
                    <a:cubicBezTo>
                      <a:pt x="18" y="14"/>
                      <a:pt x="35" y="9"/>
                      <a:pt x="55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1" name="Freeform 44">
                <a:extLst>
                  <a:ext uri="{FF2B5EF4-FFF2-40B4-BE49-F238E27FC236}">
                    <a16:creationId xmlns:a16="http://schemas.microsoft.com/office/drawing/2014/main" id="{258A9331-6A9F-4462-9DBC-CBC604BE9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601"/>
                <a:ext cx="95" cy="24"/>
              </a:xfrm>
              <a:custGeom>
                <a:avLst/>
                <a:gdLst>
                  <a:gd name="T0" fmla="*/ 0 w 42"/>
                  <a:gd name="T1" fmla="*/ 0 h 10"/>
                  <a:gd name="T2" fmla="*/ 276 w 42"/>
                  <a:gd name="T3" fmla="*/ 139 h 10"/>
                  <a:gd name="T4" fmla="*/ 486 w 42"/>
                  <a:gd name="T5" fmla="*/ 12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0">
                    <a:moveTo>
                      <a:pt x="0" y="0"/>
                    </a:moveTo>
                    <a:cubicBezTo>
                      <a:pt x="9" y="1"/>
                      <a:pt x="15" y="9"/>
                      <a:pt x="24" y="10"/>
                    </a:cubicBezTo>
                    <a:cubicBezTo>
                      <a:pt x="30" y="10"/>
                      <a:pt x="36" y="9"/>
                      <a:pt x="42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2" name="Freeform 45">
                <a:extLst>
                  <a:ext uri="{FF2B5EF4-FFF2-40B4-BE49-F238E27FC236}">
                    <a16:creationId xmlns:a16="http://schemas.microsoft.com/office/drawing/2014/main" id="{41A4BDCD-0EA3-4D33-8CA8-971343FA7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418"/>
                <a:ext cx="132" cy="43"/>
              </a:xfrm>
              <a:custGeom>
                <a:avLst/>
                <a:gdLst>
                  <a:gd name="T0" fmla="*/ 0 w 58"/>
                  <a:gd name="T1" fmla="*/ 0 h 18"/>
                  <a:gd name="T2" fmla="*/ 414 w 58"/>
                  <a:gd name="T3" fmla="*/ 246 h 18"/>
                  <a:gd name="T4" fmla="*/ 683 w 58"/>
                  <a:gd name="T5" fmla="*/ 14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8">
                    <a:moveTo>
                      <a:pt x="0" y="0"/>
                    </a:moveTo>
                    <a:cubicBezTo>
                      <a:pt x="9" y="8"/>
                      <a:pt x="22" y="18"/>
                      <a:pt x="35" y="18"/>
                    </a:cubicBezTo>
                    <a:cubicBezTo>
                      <a:pt x="43" y="18"/>
                      <a:pt x="50" y="12"/>
                      <a:pt x="58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3" name="Freeform 46">
                <a:extLst>
                  <a:ext uri="{FF2B5EF4-FFF2-40B4-BE49-F238E27FC236}">
                    <a16:creationId xmlns:a16="http://schemas.microsoft.com/office/drawing/2014/main" id="{9A051211-D9D1-41B2-8E34-5216BEF92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2466"/>
                <a:ext cx="98" cy="39"/>
              </a:xfrm>
              <a:custGeom>
                <a:avLst/>
                <a:gdLst>
                  <a:gd name="T0" fmla="*/ 0 w 43"/>
                  <a:gd name="T1" fmla="*/ 59 h 16"/>
                  <a:gd name="T2" fmla="*/ 508 w 43"/>
                  <a:gd name="T3" fmla="*/ 23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6">
                    <a:moveTo>
                      <a:pt x="0" y="4"/>
                    </a:moveTo>
                    <a:cubicBezTo>
                      <a:pt x="15" y="0"/>
                      <a:pt x="32" y="5"/>
                      <a:pt x="43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4" name="Freeform 47">
                <a:extLst>
                  <a:ext uri="{FF2B5EF4-FFF2-40B4-BE49-F238E27FC236}">
                    <a16:creationId xmlns:a16="http://schemas.microsoft.com/office/drawing/2014/main" id="{F7E955CF-F891-4E88-9805-3594DF34F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461"/>
                <a:ext cx="132" cy="53"/>
              </a:xfrm>
              <a:custGeom>
                <a:avLst/>
                <a:gdLst>
                  <a:gd name="T0" fmla="*/ 0 w 58"/>
                  <a:gd name="T1" fmla="*/ 0 h 22"/>
                  <a:gd name="T2" fmla="*/ 683 w 58"/>
                  <a:gd name="T3" fmla="*/ 169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2">
                    <a:moveTo>
                      <a:pt x="0" y="0"/>
                    </a:moveTo>
                    <a:cubicBezTo>
                      <a:pt x="13" y="20"/>
                      <a:pt x="38" y="22"/>
                      <a:pt x="58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5" name="Freeform 48">
                <a:extLst>
                  <a:ext uri="{FF2B5EF4-FFF2-40B4-BE49-F238E27FC236}">
                    <a16:creationId xmlns:a16="http://schemas.microsoft.com/office/drawing/2014/main" id="{C4D5DF80-5811-419E-85F8-DCE3D7BA1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2464"/>
                <a:ext cx="84" cy="38"/>
              </a:xfrm>
              <a:custGeom>
                <a:avLst/>
                <a:gdLst>
                  <a:gd name="T0" fmla="*/ 0 w 37"/>
                  <a:gd name="T1" fmla="*/ 69 h 16"/>
                  <a:gd name="T2" fmla="*/ 434 w 37"/>
                  <a:gd name="T3" fmla="*/ 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6">
                    <a:moveTo>
                      <a:pt x="0" y="5"/>
                    </a:moveTo>
                    <a:cubicBezTo>
                      <a:pt x="8" y="16"/>
                      <a:pt x="27" y="0"/>
                      <a:pt x="37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6" name="Freeform 49">
                <a:extLst>
                  <a:ext uri="{FF2B5EF4-FFF2-40B4-BE49-F238E27FC236}">
                    <a16:creationId xmlns:a16="http://schemas.microsoft.com/office/drawing/2014/main" id="{65CA4F65-4544-4D36-B632-4BB9582FE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625"/>
                <a:ext cx="215" cy="39"/>
              </a:xfrm>
              <a:custGeom>
                <a:avLst/>
                <a:gdLst>
                  <a:gd name="T0" fmla="*/ 0 w 95"/>
                  <a:gd name="T1" fmla="*/ 29 h 16"/>
                  <a:gd name="T2" fmla="*/ 324 w 95"/>
                  <a:gd name="T3" fmla="*/ 100 h 16"/>
                  <a:gd name="T4" fmla="*/ 568 w 95"/>
                  <a:gd name="T5" fmla="*/ 59 h 16"/>
                  <a:gd name="T6" fmla="*/ 917 w 95"/>
                  <a:gd name="T7" fmla="*/ 119 h 16"/>
                  <a:gd name="T8" fmla="*/ 1102 w 95"/>
                  <a:gd name="T9" fmla="*/ 23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6">
                    <a:moveTo>
                      <a:pt x="0" y="2"/>
                    </a:moveTo>
                    <a:cubicBezTo>
                      <a:pt x="9" y="0"/>
                      <a:pt x="18" y="6"/>
                      <a:pt x="28" y="7"/>
                    </a:cubicBezTo>
                    <a:cubicBezTo>
                      <a:pt x="35" y="8"/>
                      <a:pt x="42" y="5"/>
                      <a:pt x="49" y="4"/>
                    </a:cubicBezTo>
                    <a:cubicBezTo>
                      <a:pt x="59" y="4"/>
                      <a:pt x="69" y="4"/>
                      <a:pt x="79" y="8"/>
                    </a:cubicBezTo>
                    <a:cubicBezTo>
                      <a:pt x="85" y="10"/>
                      <a:pt x="89" y="15"/>
                      <a:pt x="95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7" name="Freeform 50">
                <a:extLst>
                  <a:ext uri="{FF2B5EF4-FFF2-40B4-BE49-F238E27FC236}">
                    <a16:creationId xmlns:a16="http://schemas.microsoft.com/office/drawing/2014/main" id="{47405E46-CC0C-4823-A016-4D1FF64AE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618"/>
                <a:ext cx="518" cy="126"/>
              </a:xfrm>
              <a:custGeom>
                <a:avLst/>
                <a:gdLst>
                  <a:gd name="T0" fmla="*/ 0 w 229"/>
                  <a:gd name="T1" fmla="*/ 0 h 52"/>
                  <a:gd name="T2" fmla="*/ 337 w 229"/>
                  <a:gd name="T3" fmla="*/ 230 h 52"/>
                  <a:gd name="T4" fmla="*/ 588 w 229"/>
                  <a:gd name="T5" fmla="*/ 269 h 52"/>
                  <a:gd name="T6" fmla="*/ 778 w 229"/>
                  <a:gd name="T7" fmla="*/ 240 h 52"/>
                  <a:gd name="T8" fmla="*/ 1054 w 229"/>
                  <a:gd name="T9" fmla="*/ 458 h 52"/>
                  <a:gd name="T10" fmla="*/ 1459 w 229"/>
                  <a:gd name="T11" fmla="*/ 429 h 52"/>
                  <a:gd name="T12" fmla="*/ 2165 w 229"/>
                  <a:gd name="T13" fmla="*/ 669 h 52"/>
                  <a:gd name="T14" fmla="*/ 2651 w 229"/>
                  <a:gd name="T15" fmla="*/ 58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9" h="52">
                    <a:moveTo>
                      <a:pt x="0" y="0"/>
                    </a:moveTo>
                    <a:cubicBezTo>
                      <a:pt x="10" y="2"/>
                      <a:pt x="20" y="12"/>
                      <a:pt x="29" y="16"/>
                    </a:cubicBezTo>
                    <a:cubicBezTo>
                      <a:pt x="36" y="18"/>
                      <a:pt x="44" y="20"/>
                      <a:pt x="51" y="19"/>
                    </a:cubicBezTo>
                    <a:cubicBezTo>
                      <a:pt x="56" y="19"/>
                      <a:pt x="61" y="16"/>
                      <a:pt x="67" y="17"/>
                    </a:cubicBezTo>
                    <a:cubicBezTo>
                      <a:pt x="76" y="19"/>
                      <a:pt x="82" y="28"/>
                      <a:pt x="91" y="32"/>
                    </a:cubicBezTo>
                    <a:cubicBezTo>
                      <a:pt x="104" y="37"/>
                      <a:pt x="113" y="33"/>
                      <a:pt x="126" y="30"/>
                    </a:cubicBezTo>
                    <a:cubicBezTo>
                      <a:pt x="147" y="26"/>
                      <a:pt x="166" y="47"/>
                      <a:pt x="187" y="47"/>
                    </a:cubicBezTo>
                    <a:cubicBezTo>
                      <a:pt x="204" y="47"/>
                      <a:pt x="217" y="52"/>
                      <a:pt x="229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8" name="Freeform 51">
                <a:extLst>
                  <a:ext uri="{FF2B5EF4-FFF2-40B4-BE49-F238E27FC236}">
                    <a16:creationId xmlns:a16="http://schemas.microsoft.com/office/drawing/2014/main" id="{F2A4E594-4A3B-4F2F-B861-32C515BC8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705"/>
                <a:ext cx="217" cy="65"/>
              </a:xfrm>
              <a:custGeom>
                <a:avLst/>
                <a:gdLst>
                  <a:gd name="T0" fmla="*/ 0 w 96"/>
                  <a:gd name="T1" fmla="*/ 12 h 27"/>
                  <a:gd name="T2" fmla="*/ 348 w 96"/>
                  <a:gd name="T3" fmla="*/ 58 h 27"/>
                  <a:gd name="T4" fmla="*/ 649 w 96"/>
                  <a:gd name="T5" fmla="*/ 209 h 27"/>
                  <a:gd name="T6" fmla="*/ 925 w 96"/>
                  <a:gd name="T7" fmla="*/ 226 h 27"/>
                  <a:gd name="T8" fmla="*/ 1110 w 96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27">
                    <a:moveTo>
                      <a:pt x="0" y="1"/>
                    </a:moveTo>
                    <a:cubicBezTo>
                      <a:pt x="3" y="6"/>
                      <a:pt x="23" y="0"/>
                      <a:pt x="30" y="4"/>
                    </a:cubicBezTo>
                    <a:cubicBezTo>
                      <a:pt x="39" y="8"/>
                      <a:pt x="45" y="14"/>
                      <a:pt x="56" y="15"/>
                    </a:cubicBezTo>
                    <a:cubicBezTo>
                      <a:pt x="64" y="16"/>
                      <a:pt x="71" y="13"/>
                      <a:pt x="80" y="16"/>
                    </a:cubicBezTo>
                    <a:cubicBezTo>
                      <a:pt x="87" y="18"/>
                      <a:pt x="90" y="24"/>
                      <a:pt x="96" y="2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9" name="Freeform 52">
                <a:extLst>
                  <a:ext uri="{FF2B5EF4-FFF2-40B4-BE49-F238E27FC236}">
                    <a16:creationId xmlns:a16="http://schemas.microsoft.com/office/drawing/2014/main" id="{7FDFAFDC-F617-43F4-AC5A-5D7FBFF18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03"/>
                <a:ext cx="129" cy="29"/>
              </a:xfrm>
              <a:custGeom>
                <a:avLst/>
                <a:gdLst>
                  <a:gd name="T0" fmla="*/ 0 w 57"/>
                  <a:gd name="T1" fmla="*/ 0 h 12"/>
                  <a:gd name="T2" fmla="*/ 385 w 57"/>
                  <a:gd name="T3" fmla="*/ 111 h 12"/>
                  <a:gd name="T4" fmla="*/ 661 w 57"/>
                  <a:gd name="T5" fmla="*/ 8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2">
                    <a:moveTo>
                      <a:pt x="0" y="0"/>
                    </a:moveTo>
                    <a:cubicBezTo>
                      <a:pt x="13" y="5"/>
                      <a:pt x="19" y="12"/>
                      <a:pt x="33" y="8"/>
                    </a:cubicBezTo>
                    <a:cubicBezTo>
                      <a:pt x="42" y="5"/>
                      <a:pt x="48" y="4"/>
                      <a:pt x="57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0" name="Freeform 53">
                <a:extLst>
                  <a:ext uri="{FF2B5EF4-FFF2-40B4-BE49-F238E27FC236}">
                    <a16:creationId xmlns:a16="http://schemas.microsoft.com/office/drawing/2014/main" id="{D92FB26A-5443-4E76-84B8-BDEF23EEA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594"/>
                <a:ext cx="122" cy="29"/>
              </a:xfrm>
              <a:custGeom>
                <a:avLst/>
                <a:gdLst>
                  <a:gd name="T0" fmla="*/ 0 w 54"/>
                  <a:gd name="T1" fmla="*/ 87 h 12"/>
                  <a:gd name="T2" fmla="*/ 413 w 54"/>
                  <a:gd name="T3" fmla="*/ 41 h 12"/>
                  <a:gd name="T4" fmla="*/ 624 w 54"/>
                  <a:gd name="T5" fmla="*/ 16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2">
                    <a:moveTo>
                      <a:pt x="0" y="6"/>
                    </a:moveTo>
                    <a:cubicBezTo>
                      <a:pt x="11" y="1"/>
                      <a:pt x="24" y="0"/>
                      <a:pt x="36" y="3"/>
                    </a:cubicBezTo>
                    <a:cubicBezTo>
                      <a:pt x="43" y="5"/>
                      <a:pt x="48" y="10"/>
                      <a:pt x="54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1" name="Freeform 54">
                <a:extLst>
                  <a:ext uri="{FF2B5EF4-FFF2-40B4-BE49-F238E27FC236}">
                    <a16:creationId xmlns:a16="http://schemas.microsoft.com/office/drawing/2014/main" id="{86EF4B50-C086-4336-9C07-ACDB7F720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550"/>
                <a:ext cx="138" cy="46"/>
              </a:xfrm>
              <a:custGeom>
                <a:avLst/>
                <a:gdLst>
                  <a:gd name="T0" fmla="*/ 0 w 61"/>
                  <a:gd name="T1" fmla="*/ 0 h 19"/>
                  <a:gd name="T2" fmla="*/ 414 w 61"/>
                  <a:gd name="T3" fmla="*/ 269 h 19"/>
                  <a:gd name="T4" fmla="*/ 706 w 61"/>
                  <a:gd name="T5" fmla="*/ 18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9">
                    <a:moveTo>
                      <a:pt x="0" y="0"/>
                    </a:moveTo>
                    <a:cubicBezTo>
                      <a:pt x="12" y="9"/>
                      <a:pt x="20" y="18"/>
                      <a:pt x="36" y="19"/>
                    </a:cubicBezTo>
                    <a:cubicBezTo>
                      <a:pt x="46" y="19"/>
                      <a:pt x="52" y="14"/>
                      <a:pt x="61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2" name="Freeform 55">
                <a:extLst>
                  <a:ext uri="{FF2B5EF4-FFF2-40B4-BE49-F238E27FC236}">
                    <a16:creationId xmlns:a16="http://schemas.microsoft.com/office/drawing/2014/main" id="{D0E95C4A-C232-4FA0-865C-C99ACB8AA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587"/>
                <a:ext cx="111" cy="43"/>
              </a:xfrm>
              <a:custGeom>
                <a:avLst/>
                <a:gdLst>
                  <a:gd name="T0" fmla="*/ 0 w 49"/>
                  <a:gd name="T1" fmla="*/ 0 h 18"/>
                  <a:gd name="T2" fmla="*/ 267 w 49"/>
                  <a:gd name="T3" fmla="*/ 234 h 18"/>
                  <a:gd name="T4" fmla="*/ 569 w 49"/>
                  <a:gd name="T5" fmla="*/ 16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0" y="0"/>
                    </a:moveTo>
                    <a:cubicBezTo>
                      <a:pt x="5" y="9"/>
                      <a:pt x="13" y="16"/>
                      <a:pt x="23" y="17"/>
                    </a:cubicBezTo>
                    <a:cubicBezTo>
                      <a:pt x="33" y="18"/>
                      <a:pt x="40" y="11"/>
                      <a:pt x="49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3" name="Freeform 56">
                <a:extLst>
                  <a:ext uri="{FF2B5EF4-FFF2-40B4-BE49-F238E27FC236}">
                    <a16:creationId xmlns:a16="http://schemas.microsoft.com/office/drawing/2014/main" id="{223DE9C6-1A8B-420F-8A56-2053CE97C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652"/>
                <a:ext cx="156" cy="63"/>
              </a:xfrm>
              <a:custGeom>
                <a:avLst/>
                <a:gdLst>
                  <a:gd name="T0" fmla="*/ 0 w 69"/>
                  <a:gd name="T1" fmla="*/ 170 h 26"/>
                  <a:gd name="T2" fmla="*/ 798 w 69"/>
                  <a:gd name="T3" fmla="*/ 37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6">
                    <a:moveTo>
                      <a:pt x="0" y="12"/>
                    </a:moveTo>
                    <a:cubicBezTo>
                      <a:pt x="22" y="0"/>
                      <a:pt x="51" y="14"/>
                      <a:pt x="69" y="2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4" name="Freeform 57">
                <a:extLst>
                  <a:ext uri="{FF2B5EF4-FFF2-40B4-BE49-F238E27FC236}">
                    <a16:creationId xmlns:a16="http://schemas.microsoft.com/office/drawing/2014/main" id="{AF38A5A6-10A8-456D-8539-4C960C80D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671"/>
                <a:ext cx="114" cy="34"/>
              </a:xfrm>
              <a:custGeom>
                <a:avLst/>
                <a:gdLst>
                  <a:gd name="T0" fmla="*/ 0 w 50"/>
                  <a:gd name="T1" fmla="*/ 0 h 14"/>
                  <a:gd name="T2" fmla="*/ 333 w 50"/>
                  <a:gd name="T3" fmla="*/ 189 h 14"/>
                  <a:gd name="T4" fmla="*/ 593 w 50"/>
                  <a:gd name="T5" fmla="*/ 16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4">
                    <a:moveTo>
                      <a:pt x="0" y="0"/>
                    </a:moveTo>
                    <a:cubicBezTo>
                      <a:pt x="10" y="3"/>
                      <a:pt x="17" y="12"/>
                      <a:pt x="28" y="13"/>
                    </a:cubicBezTo>
                    <a:cubicBezTo>
                      <a:pt x="36" y="14"/>
                      <a:pt x="44" y="10"/>
                      <a:pt x="50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5" name="Freeform 58">
                <a:extLst>
                  <a:ext uri="{FF2B5EF4-FFF2-40B4-BE49-F238E27FC236}">
                    <a16:creationId xmlns:a16="http://schemas.microsoft.com/office/drawing/2014/main" id="{3DE90EBD-1F7D-4B11-92AF-886753C69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700"/>
                <a:ext cx="236" cy="75"/>
              </a:xfrm>
              <a:custGeom>
                <a:avLst/>
                <a:gdLst>
                  <a:gd name="T0" fmla="*/ 0 w 104"/>
                  <a:gd name="T1" fmla="*/ 181 h 31"/>
                  <a:gd name="T2" fmla="*/ 561 w 104"/>
                  <a:gd name="T3" fmla="*/ 140 h 31"/>
                  <a:gd name="T4" fmla="*/ 1216 w 104"/>
                  <a:gd name="T5" fmla="*/ 26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31">
                    <a:moveTo>
                      <a:pt x="0" y="13"/>
                    </a:moveTo>
                    <a:cubicBezTo>
                      <a:pt x="8" y="0"/>
                      <a:pt x="36" y="7"/>
                      <a:pt x="48" y="10"/>
                    </a:cubicBezTo>
                    <a:cubicBezTo>
                      <a:pt x="66" y="16"/>
                      <a:pt x="85" y="31"/>
                      <a:pt x="104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6" name="Freeform 59">
                <a:extLst>
                  <a:ext uri="{FF2B5EF4-FFF2-40B4-BE49-F238E27FC236}">
                    <a16:creationId xmlns:a16="http://schemas.microsoft.com/office/drawing/2014/main" id="{BC123E65-28B8-45C4-AE44-ED67EF142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753"/>
                <a:ext cx="148" cy="51"/>
              </a:xfrm>
              <a:custGeom>
                <a:avLst/>
                <a:gdLst>
                  <a:gd name="T0" fmla="*/ 0 w 65"/>
                  <a:gd name="T1" fmla="*/ 100 h 21"/>
                  <a:gd name="T2" fmla="*/ 565 w 65"/>
                  <a:gd name="T3" fmla="*/ 141 h 21"/>
                  <a:gd name="T4" fmla="*/ 767 w 65"/>
                  <a:gd name="T5" fmla="*/ 30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1">
                    <a:moveTo>
                      <a:pt x="0" y="7"/>
                    </a:moveTo>
                    <a:cubicBezTo>
                      <a:pt x="15" y="0"/>
                      <a:pt x="34" y="0"/>
                      <a:pt x="48" y="10"/>
                    </a:cubicBezTo>
                    <a:cubicBezTo>
                      <a:pt x="54" y="14"/>
                      <a:pt x="61" y="17"/>
                      <a:pt x="65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7" name="Freeform 60">
                <a:extLst>
                  <a:ext uri="{FF2B5EF4-FFF2-40B4-BE49-F238E27FC236}">
                    <a16:creationId xmlns:a16="http://schemas.microsoft.com/office/drawing/2014/main" id="{B2641AA3-6656-48D2-9A00-2D6B2687A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2720"/>
                <a:ext cx="122" cy="43"/>
              </a:xfrm>
              <a:custGeom>
                <a:avLst/>
                <a:gdLst>
                  <a:gd name="T0" fmla="*/ 0 w 54"/>
                  <a:gd name="T1" fmla="*/ 0 h 18"/>
                  <a:gd name="T2" fmla="*/ 368 w 54"/>
                  <a:gd name="T3" fmla="*/ 217 h 18"/>
                  <a:gd name="T4" fmla="*/ 624 w 54"/>
                  <a:gd name="T5" fmla="*/ 9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8">
                    <a:moveTo>
                      <a:pt x="0" y="0"/>
                    </a:moveTo>
                    <a:cubicBezTo>
                      <a:pt x="10" y="7"/>
                      <a:pt x="18" y="18"/>
                      <a:pt x="32" y="16"/>
                    </a:cubicBezTo>
                    <a:cubicBezTo>
                      <a:pt x="39" y="14"/>
                      <a:pt x="46" y="9"/>
                      <a:pt x="54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8" name="Freeform 61">
                <a:extLst>
                  <a:ext uri="{FF2B5EF4-FFF2-40B4-BE49-F238E27FC236}">
                    <a16:creationId xmlns:a16="http://schemas.microsoft.com/office/drawing/2014/main" id="{58F61AE4-1E8E-46D8-8D9D-C0CE0FA3D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3"/>
                <a:ext cx="783" cy="183"/>
              </a:xfrm>
              <a:custGeom>
                <a:avLst/>
                <a:gdLst>
                  <a:gd name="T0" fmla="*/ 0 w 346"/>
                  <a:gd name="T1" fmla="*/ 169 h 76"/>
                  <a:gd name="T2" fmla="*/ 625 w 346"/>
                  <a:gd name="T3" fmla="*/ 82 h 76"/>
                  <a:gd name="T4" fmla="*/ 892 w 346"/>
                  <a:gd name="T5" fmla="*/ 209 h 76"/>
                  <a:gd name="T6" fmla="*/ 1136 w 346"/>
                  <a:gd name="T7" fmla="*/ 181 h 76"/>
                  <a:gd name="T8" fmla="*/ 1532 w 346"/>
                  <a:gd name="T9" fmla="*/ 366 h 76"/>
                  <a:gd name="T10" fmla="*/ 2064 w 346"/>
                  <a:gd name="T11" fmla="*/ 366 h 76"/>
                  <a:gd name="T12" fmla="*/ 2433 w 346"/>
                  <a:gd name="T13" fmla="*/ 602 h 76"/>
                  <a:gd name="T14" fmla="*/ 2734 w 346"/>
                  <a:gd name="T15" fmla="*/ 556 h 76"/>
                  <a:gd name="T16" fmla="*/ 3046 w 346"/>
                  <a:gd name="T17" fmla="*/ 684 h 76"/>
                  <a:gd name="T18" fmla="*/ 3220 w 346"/>
                  <a:gd name="T19" fmla="*/ 795 h 76"/>
                  <a:gd name="T20" fmla="*/ 3533 w 346"/>
                  <a:gd name="T21" fmla="*/ 783 h 76"/>
                  <a:gd name="T22" fmla="*/ 3861 w 346"/>
                  <a:gd name="T23" fmla="*/ 934 h 76"/>
                  <a:gd name="T24" fmla="*/ 4010 w 346"/>
                  <a:gd name="T25" fmla="*/ 1062 h 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6" h="76">
                    <a:moveTo>
                      <a:pt x="0" y="12"/>
                    </a:moveTo>
                    <a:cubicBezTo>
                      <a:pt x="17" y="9"/>
                      <a:pt x="36" y="0"/>
                      <a:pt x="54" y="6"/>
                    </a:cubicBezTo>
                    <a:cubicBezTo>
                      <a:pt x="62" y="8"/>
                      <a:pt x="69" y="14"/>
                      <a:pt x="77" y="15"/>
                    </a:cubicBezTo>
                    <a:cubicBezTo>
                      <a:pt x="86" y="17"/>
                      <a:pt x="90" y="14"/>
                      <a:pt x="98" y="13"/>
                    </a:cubicBezTo>
                    <a:cubicBezTo>
                      <a:pt x="112" y="10"/>
                      <a:pt x="120" y="21"/>
                      <a:pt x="132" y="26"/>
                    </a:cubicBezTo>
                    <a:cubicBezTo>
                      <a:pt x="148" y="32"/>
                      <a:pt x="162" y="21"/>
                      <a:pt x="178" y="26"/>
                    </a:cubicBezTo>
                    <a:cubicBezTo>
                      <a:pt x="190" y="30"/>
                      <a:pt x="195" y="43"/>
                      <a:pt x="210" y="43"/>
                    </a:cubicBezTo>
                    <a:cubicBezTo>
                      <a:pt x="219" y="43"/>
                      <a:pt x="227" y="39"/>
                      <a:pt x="236" y="40"/>
                    </a:cubicBezTo>
                    <a:cubicBezTo>
                      <a:pt x="246" y="40"/>
                      <a:pt x="255" y="44"/>
                      <a:pt x="263" y="49"/>
                    </a:cubicBezTo>
                    <a:cubicBezTo>
                      <a:pt x="268" y="52"/>
                      <a:pt x="272" y="56"/>
                      <a:pt x="278" y="57"/>
                    </a:cubicBezTo>
                    <a:cubicBezTo>
                      <a:pt x="287" y="60"/>
                      <a:pt x="296" y="55"/>
                      <a:pt x="305" y="56"/>
                    </a:cubicBezTo>
                    <a:cubicBezTo>
                      <a:pt x="315" y="56"/>
                      <a:pt x="326" y="61"/>
                      <a:pt x="333" y="67"/>
                    </a:cubicBezTo>
                    <a:cubicBezTo>
                      <a:pt x="337" y="70"/>
                      <a:pt x="341" y="75"/>
                      <a:pt x="346" y="7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9" name="Freeform 62">
                <a:extLst>
                  <a:ext uri="{FF2B5EF4-FFF2-40B4-BE49-F238E27FC236}">
                    <a16:creationId xmlns:a16="http://schemas.microsoft.com/office/drawing/2014/main" id="{901952D9-4B32-41E9-ADD9-A446E4ADC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768"/>
                <a:ext cx="417" cy="67"/>
              </a:xfrm>
              <a:custGeom>
                <a:avLst/>
                <a:gdLst>
                  <a:gd name="T0" fmla="*/ 0 w 184"/>
                  <a:gd name="T1" fmla="*/ 98 h 28"/>
                  <a:gd name="T2" fmla="*/ 360 w 184"/>
                  <a:gd name="T3" fmla="*/ 69 h 28"/>
                  <a:gd name="T4" fmla="*/ 560 w 184"/>
                  <a:gd name="T5" fmla="*/ 194 h 28"/>
                  <a:gd name="T6" fmla="*/ 725 w 184"/>
                  <a:gd name="T7" fmla="*/ 148 h 28"/>
                  <a:gd name="T8" fmla="*/ 965 w 184"/>
                  <a:gd name="T9" fmla="*/ 165 h 28"/>
                  <a:gd name="T10" fmla="*/ 1197 w 184"/>
                  <a:gd name="T11" fmla="*/ 316 h 28"/>
                  <a:gd name="T12" fmla="*/ 1407 w 184"/>
                  <a:gd name="T13" fmla="*/ 316 h 28"/>
                  <a:gd name="T14" fmla="*/ 1675 w 184"/>
                  <a:gd name="T15" fmla="*/ 325 h 28"/>
                  <a:gd name="T16" fmla="*/ 2142 w 184"/>
                  <a:gd name="T17" fmla="*/ 235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28">
                    <a:moveTo>
                      <a:pt x="0" y="7"/>
                    </a:moveTo>
                    <a:cubicBezTo>
                      <a:pt x="11" y="6"/>
                      <a:pt x="20" y="0"/>
                      <a:pt x="31" y="5"/>
                    </a:cubicBezTo>
                    <a:cubicBezTo>
                      <a:pt x="37" y="7"/>
                      <a:pt x="41" y="13"/>
                      <a:pt x="48" y="14"/>
                    </a:cubicBezTo>
                    <a:cubicBezTo>
                      <a:pt x="52" y="14"/>
                      <a:pt x="57" y="11"/>
                      <a:pt x="62" y="11"/>
                    </a:cubicBezTo>
                    <a:cubicBezTo>
                      <a:pt x="68" y="11"/>
                      <a:pt x="77" y="11"/>
                      <a:pt x="83" y="12"/>
                    </a:cubicBezTo>
                    <a:cubicBezTo>
                      <a:pt x="91" y="14"/>
                      <a:pt x="96" y="20"/>
                      <a:pt x="103" y="23"/>
                    </a:cubicBezTo>
                    <a:cubicBezTo>
                      <a:pt x="110" y="26"/>
                      <a:pt x="115" y="25"/>
                      <a:pt x="121" y="23"/>
                    </a:cubicBezTo>
                    <a:cubicBezTo>
                      <a:pt x="130" y="20"/>
                      <a:pt x="135" y="22"/>
                      <a:pt x="144" y="24"/>
                    </a:cubicBezTo>
                    <a:cubicBezTo>
                      <a:pt x="157" y="28"/>
                      <a:pt x="174" y="25"/>
                      <a:pt x="184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0" name="Freeform 63">
                <a:extLst>
                  <a:ext uri="{FF2B5EF4-FFF2-40B4-BE49-F238E27FC236}">
                    <a16:creationId xmlns:a16="http://schemas.microsoft.com/office/drawing/2014/main" id="{D0BB39F5-B655-4EBA-87DC-DD7F5BAC8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864"/>
                <a:ext cx="516" cy="73"/>
              </a:xfrm>
              <a:custGeom>
                <a:avLst/>
                <a:gdLst>
                  <a:gd name="T0" fmla="*/ 0 w 228"/>
                  <a:gd name="T1" fmla="*/ 41 h 30"/>
                  <a:gd name="T2" fmla="*/ 394 w 228"/>
                  <a:gd name="T3" fmla="*/ 71 h 30"/>
                  <a:gd name="T4" fmla="*/ 650 w 228"/>
                  <a:gd name="T5" fmla="*/ 231 h 30"/>
                  <a:gd name="T6" fmla="*/ 917 w 228"/>
                  <a:gd name="T7" fmla="*/ 202 h 30"/>
                  <a:gd name="T8" fmla="*/ 1111 w 228"/>
                  <a:gd name="T9" fmla="*/ 141 h 30"/>
                  <a:gd name="T10" fmla="*/ 1240 w 228"/>
                  <a:gd name="T11" fmla="*/ 231 h 30"/>
                  <a:gd name="T12" fmla="*/ 1643 w 228"/>
                  <a:gd name="T13" fmla="*/ 260 h 30"/>
                  <a:gd name="T14" fmla="*/ 2019 w 228"/>
                  <a:gd name="T15" fmla="*/ 302 h 30"/>
                  <a:gd name="T16" fmla="*/ 2433 w 228"/>
                  <a:gd name="T17" fmla="*/ 401 h 30"/>
                  <a:gd name="T18" fmla="*/ 2643 w 228"/>
                  <a:gd name="T19" fmla="*/ 29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8" h="30">
                    <a:moveTo>
                      <a:pt x="0" y="3"/>
                    </a:moveTo>
                    <a:cubicBezTo>
                      <a:pt x="12" y="3"/>
                      <a:pt x="22" y="0"/>
                      <a:pt x="34" y="5"/>
                    </a:cubicBezTo>
                    <a:cubicBezTo>
                      <a:pt x="42" y="8"/>
                      <a:pt x="48" y="13"/>
                      <a:pt x="56" y="16"/>
                    </a:cubicBezTo>
                    <a:cubicBezTo>
                      <a:pt x="63" y="19"/>
                      <a:pt x="71" y="16"/>
                      <a:pt x="79" y="14"/>
                    </a:cubicBezTo>
                    <a:cubicBezTo>
                      <a:pt x="84" y="13"/>
                      <a:pt x="91" y="10"/>
                      <a:pt x="96" y="10"/>
                    </a:cubicBezTo>
                    <a:cubicBezTo>
                      <a:pt x="102" y="11"/>
                      <a:pt x="103" y="13"/>
                      <a:pt x="107" y="16"/>
                    </a:cubicBezTo>
                    <a:cubicBezTo>
                      <a:pt x="120" y="25"/>
                      <a:pt x="129" y="21"/>
                      <a:pt x="142" y="18"/>
                    </a:cubicBezTo>
                    <a:cubicBezTo>
                      <a:pt x="155" y="15"/>
                      <a:pt x="163" y="15"/>
                      <a:pt x="174" y="21"/>
                    </a:cubicBezTo>
                    <a:cubicBezTo>
                      <a:pt x="184" y="27"/>
                      <a:pt x="198" y="30"/>
                      <a:pt x="210" y="28"/>
                    </a:cubicBezTo>
                    <a:cubicBezTo>
                      <a:pt x="214" y="27"/>
                      <a:pt x="225" y="24"/>
                      <a:pt x="228" y="2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1" name="Freeform 64">
                <a:extLst>
                  <a:ext uri="{FF2B5EF4-FFF2-40B4-BE49-F238E27FC236}">
                    <a16:creationId xmlns:a16="http://schemas.microsoft.com/office/drawing/2014/main" id="{1AFD65FD-87EF-4BED-A7E9-D6891218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918"/>
                <a:ext cx="72" cy="33"/>
              </a:xfrm>
              <a:custGeom>
                <a:avLst/>
                <a:gdLst>
                  <a:gd name="T0" fmla="*/ 0 w 32"/>
                  <a:gd name="T1" fmla="*/ 78 h 14"/>
                  <a:gd name="T2" fmla="*/ 365 w 3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4">
                    <a:moveTo>
                      <a:pt x="0" y="6"/>
                    </a:moveTo>
                    <a:cubicBezTo>
                      <a:pt x="12" y="14"/>
                      <a:pt x="21" y="2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2" name="Freeform 65">
                <a:extLst>
                  <a:ext uri="{FF2B5EF4-FFF2-40B4-BE49-F238E27FC236}">
                    <a16:creationId xmlns:a16="http://schemas.microsoft.com/office/drawing/2014/main" id="{8CFDA1B9-B226-49AF-97FC-A1EFA5B85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920"/>
                <a:ext cx="122" cy="29"/>
              </a:xfrm>
              <a:custGeom>
                <a:avLst/>
                <a:gdLst>
                  <a:gd name="T0" fmla="*/ 0 w 54"/>
                  <a:gd name="T1" fmla="*/ 0 h 12"/>
                  <a:gd name="T2" fmla="*/ 382 w 54"/>
                  <a:gd name="T3" fmla="*/ 157 h 12"/>
                  <a:gd name="T4" fmla="*/ 624 w 54"/>
                  <a:gd name="T5" fmla="*/ 4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2">
                    <a:moveTo>
                      <a:pt x="0" y="0"/>
                    </a:moveTo>
                    <a:cubicBezTo>
                      <a:pt x="10" y="6"/>
                      <a:pt x="22" y="12"/>
                      <a:pt x="33" y="11"/>
                    </a:cubicBezTo>
                    <a:cubicBezTo>
                      <a:pt x="41" y="11"/>
                      <a:pt x="47" y="5"/>
                      <a:pt x="54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3" name="Freeform 66">
                <a:extLst>
                  <a:ext uri="{FF2B5EF4-FFF2-40B4-BE49-F238E27FC236}">
                    <a16:creationId xmlns:a16="http://schemas.microsoft.com/office/drawing/2014/main" id="{13596380-CA60-4D77-8DBD-BB473DF84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944"/>
                <a:ext cx="170" cy="77"/>
              </a:xfrm>
              <a:custGeom>
                <a:avLst/>
                <a:gdLst>
                  <a:gd name="T0" fmla="*/ 0 w 75"/>
                  <a:gd name="T1" fmla="*/ 0 h 32"/>
                  <a:gd name="T2" fmla="*/ 580 w 75"/>
                  <a:gd name="T3" fmla="*/ 180 h 32"/>
                  <a:gd name="T4" fmla="*/ 873 w 75"/>
                  <a:gd name="T5" fmla="*/ 44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2">
                    <a:moveTo>
                      <a:pt x="0" y="0"/>
                    </a:moveTo>
                    <a:cubicBezTo>
                      <a:pt x="11" y="13"/>
                      <a:pt x="35" y="6"/>
                      <a:pt x="50" y="13"/>
                    </a:cubicBezTo>
                    <a:cubicBezTo>
                      <a:pt x="57" y="16"/>
                      <a:pt x="71" y="25"/>
                      <a:pt x="75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4" name="Freeform 67">
                <a:extLst>
                  <a:ext uri="{FF2B5EF4-FFF2-40B4-BE49-F238E27FC236}">
                    <a16:creationId xmlns:a16="http://schemas.microsoft.com/office/drawing/2014/main" id="{826CD64A-3711-49E3-B5AA-242DF6B98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876"/>
                <a:ext cx="104" cy="25"/>
              </a:xfrm>
              <a:custGeom>
                <a:avLst/>
                <a:gdLst>
                  <a:gd name="T0" fmla="*/ 0 w 46"/>
                  <a:gd name="T1" fmla="*/ 0 h 10"/>
                  <a:gd name="T2" fmla="*/ 531 w 46"/>
                  <a:gd name="T3" fmla="*/ 1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0">
                    <a:moveTo>
                      <a:pt x="0" y="0"/>
                    </a:moveTo>
                    <a:cubicBezTo>
                      <a:pt x="15" y="10"/>
                      <a:pt x="30" y="8"/>
                      <a:pt x="46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5" name="Freeform 68">
                <a:extLst>
                  <a:ext uri="{FF2B5EF4-FFF2-40B4-BE49-F238E27FC236}">
                    <a16:creationId xmlns:a16="http://schemas.microsoft.com/office/drawing/2014/main" id="{C2A7A972-65F9-4F92-BCB6-99B0B5A3C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28"/>
                <a:ext cx="79" cy="41"/>
              </a:xfrm>
              <a:custGeom>
                <a:avLst/>
                <a:gdLst>
                  <a:gd name="T0" fmla="*/ 0 w 35"/>
                  <a:gd name="T1" fmla="*/ 0 h 17"/>
                  <a:gd name="T2" fmla="*/ 402 w 35"/>
                  <a:gd name="T3" fmla="*/ 239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14" y="4"/>
                      <a:pt x="25" y="5"/>
                      <a:pt x="35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6" name="Freeform 69">
                <a:extLst>
                  <a:ext uri="{FF2B5EF4-FFF2-40B4-BE49-F238E27FC236}">
                    <a16:creationId xmlns:a16="http://schemas.microsoft.com/office/drawing/2014/main" id="{C906F01A-076D-41EE-A857-C0B2BE016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819"/>
                <a:ext cx="134" cy="57"/>
              </a:xfrm>
              <a:custGeom>
                <a:avLst/>
                <a:gdLst>
                  <a:gd name="T0" fmla="*/ 0 w 59"/>
                  <a:gd name="T1" fmla="*/ 0 h 24"/>
                  <a:gd name="T2" fmla="*/ 341 w 59"/>
                  <a:gd name="T3" fmla="*/ 311 h 24"/>
                  <a:gd name="T4" fmla="*/ 690 w 59"/>
                  <a:gd name="T5" fmla="*/ 18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4">
                    <a:moveTo>
                      <a:pt x="0" y="0"/>
                    </a:moveTo>
                    <a:cubicBezTo>
                      <a:pt x="1" y="11"/>
                      <a:pt x="19" y="24"/>
                      <a:pt x="29" y="23"/>
                    </a:cubicBezTo>
                    <a:cubicBezTo>
                      <a:pt x="39" y="23"/>
                      <a:pt x="49" y="16"/>
                      <a:pt x="59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7" name="Freeform 70">
                <a:extLst>
                  <a:ext uri="{FF2B5EF4-FFF2-40B4-BE49-F238E27FC236}">
                    <a16:creationId xmlns:a16="http://schemas.microsoft.com/office/drawing/2014/main" id="{C86CA2CF-2C24-4A12-A7C3-8114B0C3C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845"/>
                <a:ext cx="113" cy="41"/>
              </a:xfrm>
              <a:custGeom>
                <a:avLst/>
                <a:gdLst>
                  <a:gd name="T0" fmla="*/ 0 w 50"/>
                  <a:gd name="T1" fmla="*/ 0 h 17"/>
                  <a:gd name="T2" fmla="*/ 321 w 50"/>
                  <a:gd name="T3" fmla="*/ 239 h 17"/>
                  <a:gd name="T4" fmla="*/ 576 w 50"/>
                  <a:gd name="T5" fmla="*/ 1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7">
                    <a:moveTo>
                      <a:pt x="0" y="0"/>
                    </a:moveTo>
                    <a:cubicBezTo>
                      <a:pt x="2" y="9"/>
                      <a:pt x="20" y="17"/>
                      <a:pt x="28" y="17"/>
                    </a:cubicBezTo>
                    <a:cubicBezTo>
                      <a:pt x="35" y="17"/>
                      <a:pt x="44" y="13"/>
                      <a:pt x="5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8" name="Freeform 71">
                <a:extLst>
                  <a:ext uri="{FF2B5EF4-FFF2-40B4-BE49-F238E27FC236}">
                    <a16:creationId xmlns:a16="http://schemas.microsoft.com/office/drawing/2014/main" id="{D52862F9-99C6-42C1-814B-3CA379E50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775"/>
                <a:ext cx="106" cy="39"/>
              </a:xfrm>
              <a:custGeom>
                <a:avLst/>
                <a:gdLst>
                  <a:gd name="T0" fmla="*/ 0 w 47"/>
                  <a:gd name="T1" fmla="*/ 132 h 16"/>
                  <a:gd name="T2" fmla="*/ 539 w 47"/>
                  <a:gd name="T3" fmla="*/ 23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6">
                    <a:moveTo>
                      <a:pt x="0" y="9"/>
                    </a:moveTo>
                    <a:cubicBezTo>
                      <a:pt x="18" y="0"/>
                      <a:pt x="33" y="5"/>
                      <a:pt x="47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9" name="Freeform 72">
                <a:extLst>
                  <a:ext uri="{FF2B5EF4-FFF2-40B4-BE49-F238E27FC236}">
                    <a16:creationId xmlns:a16="http://schemas.microsoft.com/office/drawing/2014/main" id="{D6D37E3B-ADFD-4B97-9C4B-1B1E22D22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840"/>
                <a:ext cx="97" cy="34"/>
              </a:xfrm>
              <a:custGeom>
                <a:avLst/>
                <a:gdLst>
                  <a:gd name="T0" fmla="*/ 0 w 43"/>
                  <a:gd name="T1" fmla="*/ 0 h 14"/>
                  <a:gd name="T2" fmla="*/ 494 w 43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4">
                    <a:moveTo>
                      <a:pt x="0" y="0"/>
                    </a:moveTo>
                    <a:cubicBezTo>
                      <a:pt x="14" y="6"/>
                      <a:pt x="27" y="14"/>
                      <a:pt x="43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0" name="Freeform 73">
                <a:extLst>
                  <a:ext uri="{FF2B5EF4-FFF2-40B4-BE49-F238E27FC236}">
                    <a16:creationId xmlns:a16="http://schemas.microsoft.com/office/drawing/2014/main" id="{F1407FA6-3FA6-45DE-A238-EE6354862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792"/>
                <a:ext cx="106" cy="27"/>
              </a:xfrm>
              <a:custGeom>
                <a:avLst/>
                <a:gdLst>
                  <a:gd name="T0" fmla="*/ 0 w 47"/>
                  <a:gd name="T1" fmla="*/ 0 h 11"/>
                  <a:gd name="T2" fmla="*/ 275 w 47"/>
                  <a:gd name="T3" fmla="*/ 150 h 11"/>
                  <a:gd name="T4" fmla="*/ 539 w 47"/>
                  <a:gd name="T5" fmla="*/ 9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1">
                    <a:moveTo>
                      <a:pt x="0" y="0"/>
                    </a:moveTo>
                    <a:cubicBezTo>
                      <a:pt x="8" y="4"/>
                      <a:pt x="14" y="9"/>
                      <a:pt x="24" y="10"/>
                    </a:cubicBezTo>
                    <a:cubicBezTo>
                      <a:pt x="32" y="11"/>
                      <a:pt x="40" y="8"/>
                      <a:pt x="47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1" name="Freeform 74">
                <a:extLst>
                  <a:ext uri="{FF2B5EF4-FFF2-40B4-BE49-F238E27FC236}">
                    <a16:creationId xmlns:a16="http://schemas.microsoft.com/office/drawing/2014/main" id="{1002130C-C9C1-454D-923A-532316D90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971"/>
                <a:ext cx="602" cy="145"/>
              </a:xfrm>
              <a:custGeom>
                <a:avLst/>
                <a:gdLst>
                  <a:gd name="T0" fmla="*/ 0 w 266"/>
                  <a:gd name="T1" fmla="*/ 0 h 60"/>
                  <a:gd name="T2" fmla="*/ 487 w 266"/>
                  <a:gd name="T3" fmla="*/ 239 h 60"/>
                  <a:gd name="T4" fmla="*/ 953 w 266"/>
                  <a:gd name="T5" fmla="*/ 256 h 60"/>
                  <a:gd name="T6" fmla="*/ 1403 w 266"/>
                  <a:gd name="T7" fmla="*/ 408 h 60"/>
                  <a:gd name="T8" fmla="*/ 2019 w 266"/>
                  <a:gd name="T9" fmla="*/ 425 h 60"/>
                  <a:gd name="T10" fmla="*/ 2351 w 266"/>
                  <a:gd name="T11" fmla="*/ 578 h 60"/>
                  <a:gd name="T12" fmla="*/ 2863 w 266"/>
                  <a:gd name="T13" fmla="*/ 677 h 60"/>
                  <a:gd name="T14" fmla="*/ 3082 w 266"/>
                  <a:gd name="T15" fmla="*/ 846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6" h="60">
                    <a:moveTo>
                      <a:pt x="0" y="0"/>
                    </a:moveTo>
                    <a:cubicBezTo>
                      <a:pt x="11" y="13"/>
                      <a:pt x="26" y="15"/>
                      <a:pt x="42" y="17"/>
                    </a:cubicBezTo>
                    <a:cubicBezTo>
                      <a:pt x="55" y="19"/>
                      <a:pt x="69" y="15"/>
                      <a:pt x="82" y="18"/>
                    </a:cubicBezTo>
                    <a:cubicBezTo>
                      <a:pt x="95" y="20"/>
                      <a:pt x="106" y="29"/>
                      <a:pt x="121" y="29"/>
                    </a:cubicBezTo>
                    <a:cubicBezTo>
                      <a:pt x="140" y="28"/>
                      <a:pt x="155" y="22"/>
                      <a:pt x="174" y="30"/>
                    </a:cubicBezTo>
                    <a:cubicBezTo>
                      <a:pt x="185" y="35"/>
                      <a:pt x="190" y="43"/>
                      <a:pt x="203" y="41"/>
                    </a:cubicBezTo>
                    <a:cubicBezTo>
                      <a:pt x="219" y="40"/>
                      <a:pt x="233" y="39"/>
                      <a:pt x="247" y="48"/>
                    </a:cubicBezTo>
                    <a:cubicBezTo>
                      <a:pt x="253" y="52"/>
                      <a:pt x="260" y="56"/>
                      <a:pt x="266" y="6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2" name="Freeform 75">
                <a:extLst>
                  <a:ext uri="{FF2B5EF4-FFF2-40B4-BE49-F238E27FC236}">
                    <a16:creationId xmlns:a16="http://schemas.microsoft.com/office/drawing/2014/main" id="{211353F0-EF0F-4A1F-9422-4F1634A1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932"/>
                <a:ext cx="127" cy="75"/>
              </a:xfrm>
              <a:custGeom>
                <a:avLst/>
                <a:gdLst>
                  <a:gd name="T0" fmla="*/ 0 w 56"/>
                  <a:gd name="T1" fmla="*/ 0 h 31"/>
                  <a:gd name="T2" fmla="*/ 442 w 56"/>
                  <a:gd name="T3" fmla="*/ 256 h 31"/>
                  <a:gd name="T4" fmla="*/ 653 w 56"/>
                  <a:gd name="T5" fmla="*/ 438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1">
                    <a:moveTo>
                      <a:pt x="0" y="0"/>
                    </a:moveTo>
                    <a:cubicBezTo>
                      <a:pt x="10" y="13"/>
                      <a:pt x="26" y="10"/>
                      <a:pt x="38" y="18"/>
                    </a:cubicBezTo>
                    <a:cubicBezTo>
                      <a:pt x="44" y="22"/>
                      <a:pt x="48" y="30"/>
                      <a:pt x="56" y="3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3" name="Freeform 76">
                <a:extLst>
                  <a:ext uri="{FF2B5EF4-FFF2-40B4-BE49-F238E27FC236}">
                    <a16:creationId xmlns:a16="http://schemas.microsoft.com/office/drawing/2014/main" id="{59529BBF-CF70-494F-AD69-AFCDBA9B5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3000"/>
                <a:ext cx="149" cy="31"/>
              </a:xfrm>
              <a:custGeom>
                <a:avLst/>
                <a:gdLst>
                  <a:gd name="T0" fmla="*/ 0 w 66"/>
                  <a:gd name="T1" fmla="*/ 79 h 13"/>
                  <a:gd name="T2" fmla="*/ 483 w 66"/>
                  <a:gd name="T3" fmla="*/ 29 h 13"/>
                  <a:gd name="T4" fmla="*/ 759 w 66"/>
                  <a:gd name="T5" fmla="*/ 17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3">
                    <a:moveTo>
                      <a:pt x="0" y="6"/>
                    </a:moveTo>
                    <a:cubicBezTo>
                      <a:pt x="14" y="4"/>
                      <a:pt x="27" y="0"/>
                      <a:pt x="42" y="2"/>
                    </a:cubicBezTo>
                    <a:cubicBezTo>
                      <a:pt x="51" y="4"/>
                      <a:pt x="58" y="8"/>
                      <a:pt x="66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4" name="Freeform 77">
                <a:extLst>
                  <a:ext uri="{FF2B5EF4-FFF2-40B4-BE49-F238E27FC236}">
                    <a16:creationId xmlns:a16="http://schemas.microsoft.com/office/drawing/2014/main" id="{54DD600E-B2DC-4D0C-ACB0-9BAFFB413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992"/>
                <a:ext cx="183" cy="25"/>
              </a:xfrm>
              <a:custGeom>
                <a:avLst/>
                <a:gdLst>
                  <a:gd name="T0" fmla="*/ 0 w 81"/>
                  <a:gd name="T1" fmla="*/ 95 h 10"/>
                  <a:gd name="T2" fmla="*/ 264 w 81"/>
                  <a:gd name="T3" fmla="*/ 33 h 10"/>
                  <a:gd name="T4" fmla="*/ 648 w 81"/>
                  <a:gd name="T5" fmla="*/ 145 h 10"/>
                  <a:gd name="T6" fmla="*/ 933 w 81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0">
                    <a:moveTo>
                      <a:pt x="0" y="6"/>
                    </a:moveTo>
                    <a:cubicBezTo>
                      <a:pt x="6" y="7"/>
                      <a:pt x="17" y="2"/>
                      <a:pt x="23" y="2"/>
                    </a:cubicBezTo>
                    <a:cubicBezTo>
                      <a:pt x="35" y="3"/>
                      <a:pt x="45" y="8"/>
                      <a:pt x="56" y="9"/>
                    </a:cubicBezTo>
                    <a:cubicBezTo>
                      <a:pt x="61" y="10"/>
                      <a:pt x="79" y="6"/>
                      <a:pt x="8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5" name="Freeform 78">
                <a:extLst>
                  <a:ext uri="{FF2B5EF4-FFF2-40B4-BE49-F238E27FC236}">
                    <a16:creationId xmlns:a16="http://schemas.microsoft.com/office/drawing/2014/main" id="{DCB0BFC8-6C53-4865-87A2-C6D3A7F44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959"/>
                <a:ext cx="143" cy="43"/>
              </a:xfrm>
              <a:custGeom>
                <a:avLst/>
                <a:gdLst>
                  <a:gd name="T0" fmla="*/ 0 w 63"/>
                  <a:gd name="T1" fmla="*/ 41 h 18"/>
                  <a:gd name="T2" fmla="*/ 202 w 63"/>
                  <a:gd name="T3" fmla="*/ 12 h 18"/>
                  <a:gd name="T4" fmla="*/ 470 w 63"/>
                  <a:gd name="T5" fmla="*/ 69 h 18"/>
                  <a:gd name="T6" fmla="*/ 738 w 63"/>
                  <a:gd name="T7" fmla="*/ 24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18">
                    <a:moveTo>
                      <a:pt x="0" y="3"/>
                    </a:moveTo>
                    <a:cubicBezTo>
                      <a:pt x="5" y="4"/>
                      <a:pt x="12" y="1"/>
                      <a:pt x="17" y="1"/>
                    </a:cubicBezTo>
                    <a:cubicBezTo>
                      <a:pt x="25" y="0"/>
                      <a:pt x="33" y="2"/>
                      <a:pt x="40" y="5"/>
                    </a:cubicBezTo>
                    <a:cubicBezTo>
                      <a:pt x="47" y="7"/>
                      <a:pt x="57" y="16"/>
                      <a:pt x="63" y="1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6" name="Freeform 79">
                <a:extLst>
                  <a:ext uri="{FF2B5EF4-FFF2-40B4-BE49-F238E27FC236}">
                    <a16:creationId xmlns:a16="http://schemas.microsoft.com/office/drawing/2014/main" id="{04D4AC8F-F471-4D6F-9F2B-6E8CAED75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934"/>
                <a:ext cx="122" cy="34"/>
              </a:xfrm>
              <a:custGeom>
                <a:avLst/>
                <a:gdLst>
                  <a:gd name="T0" fmla="*/ 0 w 54"/>
                  <a:gd name="T1" fmla="*/ 0 h 14"/>
                  <a:gd name="T2" fmla="*/ 93 w 54"/>
                  <a:gd name="T3" fmla="*/ 112 h 14"/>
                  <a:gd name="T4" fmla="*/ 321 w 54"/>
                  <a:gd name="T5" fmla="*/ 202 h 14"/>
                  <a:gd name="T6" fmla="*/ 624 w 54"/>
                  <a:gd name="T7" fmla="*/ 11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14">
                    <a:moveTo>
                      <a:pt x="0" y="0"/>
                    </a:moveTo>
                    <a:cubicBezTo>
                      <a:pt x="3" y="2"/>
                      <a:pt x="5" y="6"/>
                      <a:pt x="8" y="8"/>
                    </a:cubicBezTo>
                    <a:cubicBezTo>
                      <a:pt x="13" y="13"/>
                      <a:pt x="21" y="13"/>
                      <a:pt x="28" y="14"/>
                    </a:cubicBezTo>
                    <a:cubicBezTo>
                      <a:pt x="37" y="14"/>
                      <a:pt x="47" y="13"/>
                      <a:pt x="54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7" name="Freeform 80">
                <a:extLst>
                  <a:ext uri="{FF2B5EF4-FFF2-40B4-BE49-F238E27FC236}">
                    <a16:creationId xmlns:a16="http://schemas.microsoft.com/office/drawing/2014/main" id="{5A223088-CDC2-4196-8743-BCF720389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3026"/>
                <a:ext cx="140" cy="46"/>
              </a:xfrm>
              <a:custGeom>
                <a:avLst/>
                <a:gdLst>
                  <a:gd name="T0" fmla="*/ 0 w 62"/>
                  <a:gd name="T1" fmla="*/ 87 h 19"/>
                  <a:gd name="T2" fmla="*/ 519 w 62"/>
                  <a:gd name="T3" fmla="*/ 87 h 19"/>
                  <a:gd name="T4" fmla="*/ 714 w 62"/>
                  <a:gd name="T5" fmla="*/ 26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9">
                    <a:moveTo>
                      <a:pt x="0" y="6"/>
                    </a:moveTo>
                    <a:cubicBezTo>
                      <a:pt x="14" y="2"/>
                      <a:pt x="32" y="0"/>
                      <a:pt x="45" y="6"/>
                    </a:cubicBezTo>
                    <a:cubicBezTo>
                      <a:pt x="51" y="9"/>
                      <a:pt x="57" y="16"/>
                      <a:pt x="62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8" name="Freeform 81">
                <a:extLst>
                  <a:ext uri="{FF2B5EF4-FFF2-40B4-BE49-F238E27FC236}">
                    <a16:creationId xmlns:a16="http://schemas.microsoft.com/office/drawing/2014/main" id="{55A8369D-6CE6-43E2-9779-37D4CB381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3087"/>
                <a:ext cx="688" cy="84"/>
              </a:xfrm>
              <a:custGeom>
                <a:avLst/>
                <a:gdLst>
                  <a:gd name="T0" fmla="*/ 0 w 304"/>
                  <a:gd name="T1" fmla="*/ 41 h 35"/>
                  <a:gd name="T2" fmla="*/ 247 w 304"/>
                  <a:gd name="T3" fmla="*/ 0 h 35"/>
                  <a:gd name="T4" fmla="*/ 625 w 304"/>
                  <a:gd name="T5" fmla="*/ 41 h 35"/>
                  <a:gd name="T6" fmla="*/ 1111 w 304"/>
                  <a:gd name="T7" fmla="*/ 168 h 35"/>
                  <a:gd name="T8" fmla="*/ 1623 w 304"/>
                  <a:gd name="T9" fmla="*/ 288 h 35"/>
                  <a:gd name="T10" fmla="*/ 2064 w 304"/>
                  <a:gd name="T11" fmla="*/ 264 h 35"/>
                  <a:gd name="T12" fmla="*/ 2551 w 304"/>
                  <a:gd name="T13" fmla="*/ 456 h 35"/>
                  <a:gd name="T14" fmla="*/ 2981 w 304"/>
                  <a:gd name="T15" fmla="*/ 403 h 35"/>
                  <a:gd name="T16" fmla="*/ 3313 w 304"/>
                  <a:gd name="T17" fmla="*/ 473 h 35"/>
                  <a:gd name="T18" fmla="*/ 3524 w 304"/>
                  <a:gd name="T19" fmla="*/ 334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5">
                    <a:moveTo>
                      <a:pt x="0" y="3"/>
                    </a:moveTo>
                    <a:cubicBezTo>
                      <a:pt x="7" y="3"/>
                      <a:pt x="14" y="1"/>
                      <a:pt x="21" y="0"/>
                    </a:cubicBezTo>
                    <a:cubicBezTo>
                      <a:pt x="32" y="0"/>
                      <a:pt x="43" y="0"/>
                      <a:pt x="54" y="3"/>
                    </a:cubicBezTo>
                    <a:cubicBezTo>
                      <a:pt x="70" y="9"/>
                      <a:pt x="79" y="17"/>
                      <a:pt x="96" y="12"/>
                    </a:cubicBezTo>
                    <a:cubicBezTo>
                      <a:pt x="113" y="8"/>
                      <a:pt x="125" y="13"/>
                      <a:pt x="140" y="21"/>
                    </a:cubicBezTo>
                    <a:cubicBezTo>
                      <a:pt x="154" y="28"/>
                      <a:pt x="164" y="20"/>
                      <a:pt x="178" y="19"/>
                    </a:cubicBezTo>
                    <a:cubicBezTo>
                      <a:pt x="194" y="18"/>
                      <a:pt x="205" y="30"/>
                      <a:pt x="220" y="33"/>
                    </a:cubicBezTo>
                    <a:cubicBezTo>
                      <a:pt x="233" y="35"/>
                      <a:pt x="245" y="29"/>
                      <a:pt x="257" y="29"/>
                    </a:cubicBezTo>
                    <a:cubicBezTo>
                      <a:pt x="267" y="30"/>
                      <a:pt x="275" y="35"/>
                      <a:pt x="286" y="34"/>
                    </a:cubicBezTo>
                    <a:cubicBezTo>
                      <a:pt x="293" y="33"/>
                      <a:pt x="299" y="30"/>
                      <a:pt x="304" y="2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9" name="Freeform 82">
                <a:extLst>
                  <a:ext uri="{FF2B5EF4-FFF2-40B4-BE49-F238E27FC236}">
                    <a16:creationId xmlns:a16="http://schemas.microsoft.com/office/drawing/2014/main" id="{9F5F7983-F751-4C26-AE4A-25E914325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084"/>
                <a:ext cx="256" cy="53"/>
              </a:xfrm>
              <a:custGeom>
                <a:avLst/>
                <a:gdLst>
                  <a:gd name="T0" fmla="*/ 0 w 113"/>
                  <a:gd name="T1" fmla="*/ 58 h 22"/>
                  <a:gd name="T2" fmla="*/ 442 w 113"/>
                  <a:gd name="T3" fmla="*/ 41 h 22"/>
                  <a:gd name="T4" fmla="*/ 709 w 113"/>
                  <a:gd name="T5" fmla="*/ 140 h 22"/>
                  <a:gd name="T6" fmla="*/ 1115 w 113"/>
                  <a:gd name="T7" fmla="*/ 169 h 22"/>
                  <a:gd name="T8" fmla="*/ 1314 w 113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22">
                    <a:moveTo>
                      <a:pt x="0" y="4"/>
                    </a:moveTo>
                    <a:cubicBezTo>
                      <a:pt x="12" y="7"/>
                      <a:pt x="25" y="0"/>
                      <a:pt x="38" y="3"/>
                    </a:cubicBezTo>
                    <a:cubicBezTo>
                      <a:pt x="48" y="6"/>
                      <a:pt x="51" y="11"/>
                      <a:pt x="61" y="10"/>
                    </a:cubicBezTo>
                    <a:cubicBezTo>
                      <a:pt x="72" y="9"/>
                      <a:pt x="86" y="7"/>
                      <a:pt x="96" y="12"/>
                    </a:cubicBezTo>
                    <a:cubicBezTo>
                      <a:pt x="102" y="14"/>
                      <a:pt x="107" y="20"/>
                      <a:pt x="113" y="2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0" name="Freeform 83">
                <a:extLst>
                  <a:ext uri="{FF2B5EF4-FFF2-40B4-BE49-F238E27FC236}">
                    <a16:creationId xmlns:a16="http://schemas.microsoft.com/office/drawing/2014/main" id="{BC240AD9-F613-4E43-8269-E6AABFAFA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123"/>
                <a:ext cx="126" cy="31"/>
              </a:xfrm>
              <a:custGeom>
                <a:avLst/>
                <a:gdLst>
                  <a:gd name="T0" fmla="*/ 0 w 56"/>
                  <a:gd name="T1" fmla="*/ 0 h 13"/>
                  <a:gd name="T2" fmla="*/ 365 w 56"/>
                  <a:gd name="T3" fmla="*/ 176 h 13"/>
                  <a:gd name="T4" fmla="*/ 639 w 56"/>
                  <a:gd name="T5" fmla="*/ 10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3">
                    <a:moveTo>
                      <a:pt x="0" y="0"/>
                    </a:moveTo>
                    <a:cubicBezTo>
                      <a:pt x="11" y="6"/>
                      <a:pt x="19" y="13"/>
                      <a:pt x="32" y="13"/>
                    </a:cubicBezTo>
                    <a:cubicBezTo>
                      <a:pt x="41" y="13"/>
                      <a:pt x="48" y="8"/>
                      <a:pt x="56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1" name="Freeform 84">
                <a:extLst>
                  <a:ext uri="{FF2B5EF4-FFF2-40B4-BE49-F238E27FC236}">
                    <a16:creationId xmlns:a16="http://schemas.microsoft.com/office/drawing/2014/main" id="{E16A57D1-7F9B-4855-B075-9B23548B8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3169"/>
                <a:ext cx="692" cy="159"/>
              </a:xfrm>
              <a:custGeom>
                <a:avLst/>
                <a:gdLst>
                  <a:gd name="T0" fmla="*/ 0 w 306"/>
                  <a:gd name="T1" fmla="*/ 82 h 66"/>
                  <a:gd name="T2" fmla="*/ 369 w 306"/>
                  <a:gd name="T3" fmla="*/ 12 h 66"/>
                  <a:gd name="T4" fmla="*/ 762 w 306"/>
                  <a:gd name="T5" fmla="*/ 251 h 66"/>
                  <a:gd name="T6" fmla="*/ 1180 w 306"/>
                  <a:gd name="T7" fmla="*/ 308 h 66"/>
                  <a:gd name="T8" fmla="*/ 1735 w 306"/>
                  <a:gd name="T9" fmla="*/ 448 h 66"/>
                  <a:gd name="T10" fmla="*/ 2359 w 306"/>
                  <a:gd name="T11" fmla="*/ 436 h 66"/>
                  <a:gd name="T12" fmla="*/ 2614 w 306"/>
                  <a:gd name="T13" fmla="*/ 605 h 66"/>
                  <a:gd name="T14" fmla="*/ 2870 w 306"/>
                  <a:gd name="T15" fmla="*/ 605 h 66"/>
                  <a:gd name="T16" fmla="*/ 3329 w 306"/>
                  <a:gd name="T17" fmla="*/ 824 h 66"/>
                  <a:gd name="T18" fmla="*/ 3539 w 306"/>
                  <a:gd name="T19" fmla="*/ 911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6" h="66">
                    <a:moveTo>
                      <a:pt x="0" y="6"/>
                    </a:moveTo>
                    <a:cubicBezTo>
                      <a:pt x="10" y="2"/>
                      <a:pt x="21" y="0"/>
                      <a:pt x="32" y="1"/>
                    </a:cubicBezTo>
                    <a:cubicBezTo>
                      <a:pt x="44" y="2"/>
                      <a:pt x="55" y="12"/>
                      <a:pt x="66" y="18"/>
                    </a:cubicBezTo>
                    <a:cubicBezTo>
                      <a:pt x="79" y="25"/>
                      <a:pt x="88" y="21"/>
                      <a:pt x="102" y="22"/>
                    </a:cubicBezTo>
                    <a:cubicBezTo>
                      <a:pt x="118" y="23"/>
                      <a:pt x="133" y="32"/>
                      <a:pt x="150" y="32"/>
                    </a:cubicBezTo>
                    <a:cubicBezTo>
                      <a:pt x="169" y="33"/>
                      <a:pt x="185" y="25"/>
                      <a:pt x="204" y="31"/>
                    </a:cubicBezTo>
                    <a:cubicBezTo>
                      <a:pt x="212" y="34"/>
                      <a:pt x="218" y="40"/>
                      <a:pt x="226" y="43"/>
                    </a:cubicBezTo>
                    <a:cubicBezTo>
                      <a:pt x="234" y="47"/>
                      <a:pt x="240" y="44"/>
                      <a:pt x="248" y="43"/>
                    </a:cubicBezTo>
                    <a:cubicBezTo>
                      <a:pt x="264" y="41"/>
                      <a:pt x="275" y="53"/>
                      <a:pt x="288" y="59"/>
                    </a:cubicBezTo>
                    <a:cubicBezTo>
                      <a:pt x="292" y="61"/>
                      <a:pt x="302" y="66"/>
                      <a:pt x="306" y="6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2" name="Freeform 85">
                <a:extLst>
                  <a:ext uri="{FF2B5EF4-FFF2-40B4-BE49-F238E27FC236}">
                    <a16:creationId xmlns:a16="http://schemas.microsoft.com/office/drawing/2014/main" id="{D699679E-8431-4D8B-88C9-E679EF123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3248"/>
                <a:ext cx="127" cy="27"/>
              </a:xfrm>
              <a:custGeom>
                <a:avLst/>
                <a:gdLst>
                  <a:gd name="T0" fmla="*/ 0 w 56"/>
                  <a:gd name="T1" fmla="*/ 0 h 11"/>
                  <a:gd name="T2" fmla="*/ 349 w 56"/>
                  <a:gd name="T3" fmla="*/ 162 h 11"/>
                  <a:gd name="T4" fmla="*/ 653 w 56"/>
                  <a:gd name="T5" fmla="*/ 9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1">
                    <a:moveTo>
                      <a:pt x="0" y="0"/>
                    </a:moveTo>
                    <a:cubicBezTo>
                      <a:pt x="11" y="2"/>
                      <a:pt x="19" y="10"/>
                      <a:pt x="30" y="11"/>
                    </a:cubicBezTo>
                    <a:cubicBezTo>
                      <a:pt x="38" y="11"/>
                      <a:pt x="48" y="8"/>
                      <a:pt x="56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3" name="Freeform 86">
                <a:extLst>
                  <a:ext uri="{FF2B5EF4-FFF2-40B4-BE49-F238E27FC236}">
                    <a16:creationId xmlns:a16="http://schemas.microsoft.com/office/drawing/2014/main" id="{7465F3A9-D90B-4F95-9A28-F4F68BE48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3234"/>
                <a:ext cx="111" cy="39"/>
              </a:xfrm>
              <a:custGeom>
                <a:avLst/>
                <a:gdLst>
                  <a:gd name="T0" fmla="*/ 0 w 49"/>
                  <a:gd name="T1" fmla="*/ 41 h 16"/>
                  <a:gd name="T2" fmla="*/ 394 w 49"/>
                  <a:gd name="T3" fmla="*/ 90 h 16"/>
                  <a:gd name="T4" fmla="*/ 569 w 49"/>
                  <a:gd name="T5" fmla="*/ 23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6">
                    <a:moveTo>
                      <a:pt x="0" y="3"/>
                    </a:moveTo>
                    <a:cubicBezTo>
                      <a:pt x="12" y="3"/>
                      <a:pt x="23" y="0"/>
                      <a:pt x="34" y="6"/>
                    </a:cubicBezTo>
                    <a:cubicBezTo>
                      <a:pt x="40" y="8"/>
                      <a:pt x="43" y="14"/>
                      <a:pt x="49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4" name="Freeform 87">
                <a:extLst>
                  <a:ext uri="{FF2B5EF4-FFF2-40B4-BE49-F238E27FC236}">
                    <a16:creationId xmlns:a16="http://schemas.microsoft.com/office/drawing/2014/main" id="{61C4B4D2-0977-4C26-BBE3-B2B52D87C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3132"/>
                <a:ext cx="500" cy="114"/>
              </a:xfrm>
              <a:custGeom>
                <a:avLst/>
                <a:gdLst>
                  <a:gd name="T0" fmla="*/ 0 w 221"/>
                  <a:gd name="T1" fmla="*/ 141 h 47"/>
                  <a:gd name="T2" fmla="*/ 543 w 221"/>
                  <a:gd name="T3" fmla="*/ 129 h 47"/>
                  <a:gd name="T4" fmla="*/ 937 w 221"/>
                  <a:gd name="T5" fmla="*/ 211 h 47"/>
                  <a:gd name="T6" fmla="*/ 1330 w 221"/>
                  <a:gd name="T7" fmla="*/ 458 h 47"/>
                  <a:gd name="T8" fmla="*/ 1704 w 221"/>
                  <a:gd name="T9" fmla="*/ 512 h 47"/>
                  <a:gd name="T10" fmla="*/ 2048 w 221"/>
                  <a:gd name="T11" fmla="*/ 660 h 47"/>
                  <a:gd name="T12" fmla="*/ 2339 w 221"/>
                  <a:gd name="T13" fmla="*/ 582 h 47"/>
                  <a:gd name="T14" fmla="*/ 2466 w 221"/>
                  <a:gd name="T15" fmla="*/ 611 h 47"/>
                  <a:gd name="T16" fmla="*/ 2559 w 221"/>
                  <a:gd name="T17" fmla="*/ 599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47">
                    <a:moveTo>
                      <a:pt x="0" y="10"/>
                    </a:moveTo>
                    <a:cubicBezTo>
                      <a:pt x="14" y="3"/>
                      <a:pt x="33" y="0"/>
                      <a:pt x="47" y="9"/>
                    </a:cubicBezTo>
                    <a:cubicBezTo>
                      <a:pt x="58" y="16"/>
                      <a:pt x="69" y="15"/>
                      <a:pt x="81" y="15"/>
                    </a:cubicBezTo>
                    <a:cubicBezTo>
                      <a:pt x="94" y="15"/>
                      <a:pt x="102" y="29"/>
                      <a:pt x="115" y="32"/>
                    </a:cubicBezTo>
                    <a:cubicBezTo>
                      <a:pt x="126" y="35"/>
                      <a:pt x="136" y="30"/>
                      <a:pt x="147" y="36"/>
                    </a:cubicBezTo>
                    <a:cubicBezTo>
                      <a:pt x="158" y="41"/>
                      <a:pt x="164" y="47"/>
                      <a:pt x="177" y="46"/>
                    </a:cubicBezTo>
                    <a:cubicBezTo>
                      <a:pt x="186" y="45"/>
                      <a:pt x="194" y="40"/>
                      <a:pt x="202" y="41"/>
                    </a:cubicBezTo>
                    <a:cubicBezTo>
                      <a:pt x="206" y="41"/>
                      <a:pt x="209" y="43"/>
                      <a:pt x="213" y="43"/>
                    </a:cubicBezTo>
                    <a:cubicBezTo>
                      <a:pt x="216" y="43"/>
                      <a:pt x="219" y="41"/>
                      <a:pt x="221" y="4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5" name="Freeform 88">
                <a:extLst>
                  <a:ext uri="{FF2B5EF4-FFF2-40B4-BE49-F238E27FC236}">
                    <a16:creationId xmlns:a16="http://schemas.microsoft.com/office/drawing/2014/main" id="{4B921A74-8988-4114-BE17-0BF10A907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3239"/>
                <a:ext cx="95" cy="34"/>
              </a:xfrm>
              <a:custGeom>
                <a:avLst/>
                <a:gdLst>
                  <a:gd name="T0" fmla="*/ 0 w 42"/>
                  <a:gd name="T1" fmla="*/ 0 h 14"/>
                  <a:gd name="T2" fmla="*/ 247 w 42"/>
                  <a:gd name="T3" fmla="*/ 112 h 14"/>
                  <a:gd name="T4" fmla="*/ 486 w 42"/>
                  <a:gd name="T5" fmla="*/ 20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8" y="2"/>
                      <a:pt x="14" y="3"/>
                      <a:pt x="21" y="8"/>
                    </a:cubicBezTo>
                    <a:cubicBezTo>
                      <a:pt x="27" y="12"/>
                      <a:pt x="34" y="14"/>
                      <a:pt x="42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6" name="Freeform 89">
                <a:extLst>
                  <a:ext uri="{FF2B5EF4-FFF2-40B4-BE49-F238E27FC236}">
                    <a16:creationId xmlns:a16="http://schemas.microsoft.com/office/drawing/2014/main" id="{3447F01D-B322-484B-A37C-13B0E7E48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3171"/>
                <a:ext cx="100" cy="36"/>
              </a:xfrm>
              <a:custGeom>
                <a:avLst/>
                <a:gdLst>
                  <a:gd name="T0" fmla="*/ 0 w 44"/>
                  <a:gd name="T1" fmla="*/ 0 h 15"/>
                  <a:gd name="T2" fmla="*/ 232 w 44"/>
                  <a:gd name="T3" fmla="*/ 178 h 15"/>
                  <a:gd name="T4" fmla="*/ 516 w 44"/>
                  <a:gd name="T5" fmla="*/ 16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5">
                    <a:moveTo>
                      <a:pt x="0" y="0"/>
                    </a:moveTo>
                    <a:cubicBezTo>
                      <a:pt x="0" y="6"/>
                      <a:pt x="14" y="11"/>
                      <a:pt x="20" y="13"/>
                    </a:cubicBezTo>
                    <a:cubicBezTo>
                      <a:pt x="28" y="15"/>
                      <a:pt x="36" y="13"/>
                      <a:pt x="44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7" name="Freeform 90">
                <a:extLst>
                  <a:ext uri="{FF2B5EF4-FFF2-40B4-BE49-F238E27FC236}">
                    <a16:creationId xmlns:a16="http://schemas.microsoft.com/office/drawing/2014/main" id="{DA01487F-9DD5-4804-89A0-5D4BA26ED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210"/>
                <a:ext cx="136" cy="34"/>
              </a:xfrm>
              <a:custGeom>
                <a:avLst/>
                <a:gdLst>
                  <a:gd name="T0" fmla="*/ 0 w 60"/>
                  <a:gd name="T1" fmla="*/ 87 h 14"/>
                  <a:gd name="T2" fmla="*/ 451 w 60"/>
                  <a:gd name="T3" fmla="*/ 58 h 14"/>
                  <a:gd name="T4" fmla="*/ 698 w 60"/>
                  <a:gd name="T5" fmla="*/ 20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4">
                    <a:moveTo>
                      <a:pt x="0" y="6"/>
                    </a:moveTo>
                    <a:cubicBezTo>
                      <a:pt x="14" y="4"/>
                      <a:pt x="24" y="0"/>
                      <a:pt x="39" y="4"/>
                    </a:cubicBezTo>
                    <a:cubicBezTo>
                      <a:pt x="46" y="7"/>
                      <a:pt x="54" y="9"/>
                      <a:pt x="60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8" name="Freeform 91">
                <a:extLst>
                  <a:ext uri="{FF2B5EF4-FFF2-40B4-BE49-F238E27FC236}">
                    <a16:creationId xmlns:a16="http://schemas.microsoft.com/office/drawing/2014/main" id="{91B9398E-8A8F-472A-B917-60283E8E7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3181"/>
                <a:ext cx="132" cy="41"/>
              </a:xfrm>
              <a:custGeom>
                <a:avLst/>
                <a:gdLst>
                  <a:gd name="T0" fmla="*/ 0 w 58"/>
                  <a:gd name="T1" fmla="*/ 29 h 17"/>
                  <a:gd name="T2" fmla="*/ 259 w 58"/>
                  <a:gd name="T3" fmla="*/ 12 h 17"/>
                  <a:gd name="T4" fmla="*/ 471 w 58"/>
                  <a:gd name="T5" fmla="*/ 99 h 17"/>
                  <a:gd name="T6" fmla="*/ 683 w 58"/>
                  <a:gd name="T7" fmla="*/ 23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7">
                    <a:moveTo>
                      <a:pt x="0" y="2"/>
                    </a:moveTo>
                    <a:cubicBezTo>
                      <a:pt x="7" y="4"/>
                      <a:pt x="15" y="0"/>
                      <a:pt x="22" y="1"/>
                    </a:cubicBezTo>
                    <a:cubicBezTo>
                      <a:pt x="28" y="1"/>
                      <a:pt x="34" y="4"/>
                      <a:pt x="40" y="7"/>
                    </a:cubicBezTo>
                    <a:cubicBezTo>
                      <a:pt x="45" y="10"/>
                      <a:pt x="51" y="16"/>
                      <a:pt x="58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9" name="Freeform 92">
                <a:extLst>
                  <a:ext uri="{FF2B5EF4-FFF2-40B4-BE49-F238E27FC236}">
                    <a16:creationId xmlns:a16="http://schemas.microsoft.com/office/drawing/2014/main" id="{602C7911-406F-4D00-8047-E6BC6DB7C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3128"/>
                <a:ext cx="124" cy="29"/>
              </a:xfrm>
              <a:custGeom>
                <a:avLst/>
                <a:gdLst>
                  <a:gd name="T0" fmla="*/ 0 w 55"/>
                  <a:gd name="T1" fmla="*/ 58 h 12"/>
                  <a:gd name="T2" fmla="*/ 356 w 55"/>
                  <a:gd name="T3" fmla="*/ 41 h 12"/>
                  <a:gd name="T4" fmla="*/ 631 w 55"/>
                  <a:gd name="T5" fmla="*/ 16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2">
                    <a:moveTo>
                      <a:pt x="0" y="4"/>
                    </a:moveTo>
                    <a:cubicBezTo>
                      <a:pt x="10" y="7"/>
                      <a:pt x="21" y="0"/>
                      <a:pt x="31" y="3"/>
                    </a:cubicBezTo>
                    <a:cubicBezTo>
                      <a:pt x="40" y="5"/>
                      <a:pt x="47" y="11"/>
                      <a:pt x="55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0" name="Freeform 93">
                <a:extLst>
                  <a:ext uri="{FF2B5EF4-FFF2-40B4-BE49-F238E27FC236}">
                    <a16:creationId xmlns:a16="http://schemas.microsoft.com/office/drawing/2014/main" id="{B85194E7-D1DE-4864-9B59-EE41969C4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3043"/>
                <a:ext cx="131" cy="41"/>
              </a:xfrm>
              <a:custGeom>
                <a:avLst/>
                <a:gdLst>
                  <a:gd name="T0" fmla="*/ 0 w 58"/>
                  <a:gd name="T1" fmla="*/ 41 h 17"/>
                  <a:gd name="T2" fmla="*/ 413 w 58"/>
                  <a:gd name="T3" fmla="*/ 58 h 17"/>
                  <a:gd name="T4" fmla="*/ 669 w 58"/>
                  <a:gd name="T5" fmla="*/ 23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7">
                    <a:moveTo>
                      <a:pt x="0" y="3"/>
                    </a:moveTo>
                    <a:cubicBezTo>
                      <a:pt x="11" y="6"/>
                      <a:pt x="24" y="0"/>
                      <a:pt x="36" y="4"/>
                    </a:cubicBezTo>
                    <a:cubicBezTo>
                      <a:pt x="42" y="7"/>
                      <a:pt x="54" y="12"/>
                      <a:pt x="58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1" name="Freeform 94">
                <a:extLst>
                  <a:ext uri="{FF2B5EF4-FFF2-40B4-BE49-F238E27FC236}">
                    <a16:creationId xmlns:a16="http://schemas.microsoft.com/office/drawing/2014/main" id="{A0AE4D89-FB34-4CD2-A283-3BB86A6B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3009"/>
                <a:ext cx="140" cy="46"/>
              </a:xfrm>
              <a:custGeom>
                <a:avLst/>
                <a:gdLst>
                  <a:gd name="T0" fmla="*/ 0 w 62"/>
                  <a:gd name="T1" fmla="*/ 0 h 19"/>
                  <a:gd name="T2" fmla="*/ 429 w 62"/>
                  <a:gd name="T3" fmla="*/ 228 h 19"/>
                  <a:gd name="T4" fmla="*/ 714 w 62"/>
                  <a:gd name="T5" fmla="*/ 15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12" y="12"/>
                      <a:pt x="19" y="19"/>
                      <a:pt x="37" y="16"/>
                    </a:cubicBezTo>
                    <a:cubicBezTo>
                      <a:pt x="45" y="15"/>
                      <a:pt x="54" y="14"/>
                      <a:pt x="62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2" name="Freeform 95">
                <a:extLst>
                  <a:ext uri="{FF2B5EF4-FFF2-40B4-BE49-F238E27FC236}">
                    <a16:creationId xmlns:a16="http://schemas.microsoft.com/office/drawing/2014/main" id="{745D4062-EAA4-4534-85AF-2D617B4F1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089"/>
                <a:ext cx="127" cy="43"/>
              </a:xfrm>
              <a:custGeom>
                <a:avLst/>
                <a:gdLst>
                  <a:gd name="T0" fmla="*/ 0 w 56"/>
                  <a:gd name="T1" fmla="*/ 0 h 18"/>
                  <a:gd name="T2" fmla="*/ 376 w 56"/>
                  <a:gd name="T3" fmla="*/ 234 h 18"/>
                  <a:gd name="T4" fmla="*/ 653 w 56"/>
                  <a:gd name="T5" fmla="*/ 16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8">
                    <a:moveTo>
                      <a:pt x="0" y="0"/>
                    </a:moveTo>
                    <a:cubicBezTo>
                      <a:pt x="6" y="9"/>
                      <a:pt x="22" y="18"/>
                      <a:pt x="32" y="17"/>
                    </a:cubicBezTo>
                    <a:cubicBezTo>
                      <a:pt x="40" y="17"/>
                      <a:pt x="49" y="14"/>
                      <a:pt x="56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3" name="Freeform 96">
                <a:extLst>
                  <a:ext uri="{FF2B5EF4-FFF2-40B4-BE49-F238E27FC236}">
                    <a16:creationId xmlns:a16="http://schemas.microsoft.com/office/drawing/2014/main" id="{1F896C5F-37CE-4EC3-B188-5B0C93A3E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050"/>
                <a:ext cx="131" cy="56"/>
              </a:xfrm>
              <a:custGeom>
                <a:avLst/>
                <a:gdLst>
                  <a:gd name="T0" fmla="*/ 0 w 58"/>
                  <a:gd name="T1" fmla="*/ 0 h 23"/>
                  <a:gd name="T2" fmla="*/ 669 w 58"/>
                  <a:gd name="T3" fmla="*/ 11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3">
                    <a:moveTo>
                      <a:pt x="0" y="0"/>
                    </a:moveTo>
                    <a:cubicBezTo>
                      <a:pt x="11" y="23"/>
                      <a:pt x="40" y="13"/>
                      <a:pt x="58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4" name="Freeform 97">
                <a:extLst>
                  <a:ext uri="{FF2B5EF4-FFF2-40B4-BE49-F238E27FC236}">
                    <a16:creationId xmlns:a16="http://schemas.microsoft.com/office/drawing/2014/main" id="{87981F82-B1BE-4AE6-8FD6-B939E4795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3145"/>
                <a:ext cx="105" cy="38"/>
              </a:xfrm>
              <a:custGeom>
                <a:avLst/>
                <a:gdLst>
                  <a:gd name="T0" fmla="*/ 0 w 46"/>
                  <a:gd name="T1" fmla="*/ 119 h 16"/>
                  <a:gd name="T2" fmla="*/ 354 w 46"/>
                  <a:gd name="T3" fmla="*/ 95 h 16"/>
                  <a:gd name="T4" fmla="*/ 548 w 46"/>
                  <a:gd name="T5" fmla="*/ 21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6">
                    <a:moveTo>
                      <a:pt x="0" y="9"/>
                    </a:moveTo>
                    <a:cubicBezTo>
                      <a:pt x="12" y="7"/>
                      <a:pt x="18" y="0"/>
                      <a:pt x="30" y="7"/>
                    </a:cubicBezTo>
                    <a:cubicBezTo>
                      <a:pt x="36" y="11"/>
                      <a:pt x="40" y="12"/>
                      <a:pt x="46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5" name="Freeform 98">
                <a:extLst>
                  <a:ext uri="{FF2B5EF4-FFF2-40B4-BE49-F238E27FC236}">
                    <a16:creationId xmlns:a16="http://schemas.microsoft.com/office/drawing/2014/main" id="{564AAC91-9A08-4E11-B225-F0F0F9599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3285"/>
                <a:ext cx="65" cy="12"/>
              </a:xfrm>
              <a:custGeom>
                <a:avLst/>
                <a:gdLst>
                  <a:gd name="T0" fmla="*/ 0 w 29"/>
                  <a:gd name="T1" fmla="*/ 41 h 5"/>
                  <a:gd name="T2" fmla="*/ 327 w 2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">
                    <a:moveTo>
                      <a:pt x="0" y="3"/>
                    </a:moveTo>
                    <a:cubicBezTo>
                      <a:pt x="8" y="5"/>
                      <a:pt x="20" y="0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6" name="Freeform 99">
                <a:extLst>
                  <a:ext uri="{FF2B5EF4-FFF2-40B4-BE49-F238E27FC236}">
                    <a16:creationId xmlns:a16="http://schemas.microsoft.com/office/drawing/2014/main" id="{1BDBC2E5-2746-4398-90BA-DCC67FE17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3111"/>
                <a:ext cx="1207" cy="321"/>
              </a:xfrm>
              <a:custGeom>
                <a:avLst/>
                <a:gdLst>
                  <a:gd name="T0" fmla="*/ 0 w 533"/>
                  <a:gd name="T1" fmla="*/ 0 h 133"/>
                  <a:gd name="T2" fmla="*/ 360 w 533"/>
                  <a:gd name="T3" fmla="*/ 157 h 133"/>
                  <a:gd name="T4" fmla="*/ 938 w 533"/>
                  <a:gd name="T5" fmla="*/ 437 h 133"/>
                  <a:gd name="T6" fmla="*/ 1476 w 533"/>
                  <a:gd name="T7" fmla="*/ 507 h 133"/>
                  <a:gd name="T8" fmla="*/ 1825 w 533"/>
                  <a:gd name="T9" fmla="*/ 758 h 133"/>
                  <a:gd name="T10" fmla="*/ 2563 w 533"/>
                  <a:gd name="T11" fmla="*/ 758 h 133"/>
                  <a:gd name="T12" fmla="*/ 2948 w 533"/>
                  <a:gd name="T13" fmla="*/ 915 h 133"/>
                  <a:gd name="T14" fmla="*/ 3342 w 533"/>
                  <a:gd name="T15" fmla="*/ 927 h 133"/>
                  <a:gd name="T16" fmla="*/ 3601 w 533"/>
                  <a:gd name="T17" fmla="*/ 1096 h 133"/>
                  <a:gd name="T18" fmla="*/ 3986 w 533"/>
                  <a:gd name="T19" fmla="*/ 1113 h 133"/>
                  <a:gd name="T20" fmla="*/ 4518 w 533"/>
                  <a:gd name="T21" fmla="*/ 997 h 133"/>
                  <a:gd name="T22" fmla="*/ 4703 w 533"/>
                  <a:gd name="T23" fmla="*/ 1212 h 133"/>
                  <a:gd name="T24" fmla="*/ 5134 w 533"/>
                  <a:gd name="T25" fmla="*/ 1323 h 133"/>
                  <a:gd name="T26" fmla="*/ 5503 w 533"/>
                  <a:gd name="T27" fmla="*/ 1434 h 133"/>
                  <a:gd name="T28" fmla="*/ 6189 w 533"/>
                  <a:gd name="T29" fmla="*/ 1800 h 1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33" h="133">
                    <a:moveTo>
                      <a:pt x="0" y="0"/>
                    </a:moveTo>
                    <a:cubicBezTo>
                      <a:pt x="12" y="6"/>
                      <a:pt x="19" y="5"/>
                      <a:pt x="31" y="11"/>
                    </a:cubicBezTo>
                    <a:cubicBezTo>
                      <a:pt x="49" y="21"/>
                      <a:pt x="59" y="32"/>
                      <a:pt x="81" y="31"/>
                    </a:cubicBezTo>
                    <a:cubicBezTo>
                      <a:pt x="98" y="31"/>
                      <a:pt x="111" y="27"/>
                      <a:pt x="127" y="36"/>
                    </a:cubicBezTo>
                    <a:cubicBezTo>
                      <a:pt x="137" y="42"/>
                      <a:pt x="145" y="52"/>
                      <a:pt x="157" y="54"/>
                    </a:cubicBezTo>
                    <a:cubicBezTo>
                      <a:pt x="178" y="58"/>
                      <a:pt x="199" y="46"/>
                      <a:pt x="221" y="54"/>
                    </a:cubicBezTo>
                    <a:cubicBezTo>
                      <a:pt x="233" y="59"/>
                      <a:pt x="241" y="66"/>
                      <a:pt x="254" y="65"/>
                    </a:cubicBezTo>
                    <a:cubicBezTo>
                      <a:pt x="267" y="65"/>
                      <a:pt x="275" y="64"/>
                      <a:pt x="288" y="66"/>
                    </a:cubicBezTo>
                    <a:cubicBezTo>
                      <a:pt x="301" y="69"/>
                      <a:pt x="301" y="72"/>
                      <a:pt x="310" y="78"/>
                    </a:cubicBezTo>
                    <a:cubicBezTo>
                      <a:pt x="322" y="86"/>
                      <a:pt x="331" y="83"/>
                      <a:pt x="343" y="79"/>
                    </a:cubicBezTo>
                    <a:cubicBezTo>
                      <a:pt x="356" y="76"/>
                      <a:pt x="376" y="66"/>
                      <a:pt x="389" y="71"/>
                    </a:cubicBezTo>
                    <a:cubicBezTo>
                      <a:pt x="395" y="73"/>
                      <a:pt x="399" y="83"/>
                      <a:pt x="405" y="86"/>
                    </a:cubicBezTo>
                    <a:cubicBezTo>
                      <a:pt x="416" y="94"/>
                      <a:pt x="429" y="94"/>
                      <a:pt x="442" y="94"/>
                    </a:cubicBezTo>
                    <a:cubicBezTo>
                      <a:pt x="457" y="93"/>
                      <a:pt x="463" y="92"/>
                      <a:pt x="474" y="102"/>
                    </a:cubicBezTo>
                    <a:cubicBezTo>
                      <a:pt x="482" y="109"/>
                      <a:pt x="520" y="133"/>
                      <a:pt x="533" y="12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7" name="Freeform 100">
                <a:extLst>
                  <a:ext uri="{FF2B5EF4-FFF2-40B4-BE49-F238E27FC236}">
                    <a16:creationId xmlns:a16="http://schemas.microsoft.com/office/drawing/2014/main" id="{1226CE09-6485-4E5C-A3DA-6C5A40F51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3125"/>
                <a:ext cx="347" cy="111"/>
              </a:xfrm>
              <a:custGeom>
                <a:avLst/>
                <a:gdLst>
                  <a:gd name="T0" fmla="*/ 0 w 153"/>
                  <a:gd name="T1" fmla="*/ 70 h 46"/>
                  <a:gd name="T2" fmla="*/ 755 w 153"/>
                  <a:gd name="T3" fmla="*/ 198 h 46"/>
                  <a:gd name="T4" fmla="*/ 875 w 153"/>
                  <a:gd name="T5" fmla="*/ 297 h 46"/>
                  <a:gd name="T6" fmla="*/ 1039 w 153"/>
                  <a:gd name="T7" fmla="*/ 280 h 46"/>
                  <a:gd name="T8" fmla="*/ 1785 w 153"/>
                  <a:gd name="T9" fmla="*/ 64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46">
                    <a:moveTo>
                      <a:pt x="0" y="5"/>
                    </a:moveTo>
                    <a:cubicBezTo>
                      <a:pt x="22" y="3"/>
                      <a:pt x="47" y="0"/>
                      <a:pt x="65" y="14"/>
                    </a:cubicBezTo>
                    <a:cubicBezTo>
                      <a:pt x="69" y="17"/>
                      <a:pt x="70" y="20"/>
                      <a:pt x="75" y="21"/>
                    </a:cubicBezTo>
                    <a:cubicBezTo>
                      <a:pt x="79" y="23"/>
                      <a:pt x="84" y="21"/>
                      <a:pt x="89" y="20"/>
                    </a:cubicBezTo>
                    <a:cubicBezTo>
                      <a:pt x="113" y="18"/>
                      <a:pt x="132" y="37"/>
                      <a:pt x="153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8" name="Freeform 101">
                <a:extLst>
                  <a:ext uri="{FF2B5EF4-FFF2-40B4-BE49-F238E27FC236}">
                    <a16:creationId xmlns:a16="http://schemas.microsoft.com/office/drawing/2014/main" id="{12AC0981-38F6-4852-B953-5965FDCE7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3195"/>
                <a:ext cx="362" cy="44"/>
              </a:xfrm>
              <a:custGeom>
                <a:avLst/>
                <a:gdLst>
                  <a:gd name="T0" fmla="*/ 0 w 160"/>
                  <a:gd name="T1" fmla="*/ 29 h 18"/>
                  <a:gd name="T2" fmla="*/ 385 w 160"/>
                  <a:gd name="T3" fmla="*/ 12 h 18"/>
                  <a:gd name="T4" fmla="*/ 697 w 160"/>
                  <a:gd name="T5" fmla="*/ 103 h 18"/>
                  <a:gd name="T6" fmla="*/ 962 w 160"/>
                  <a:gd name="T7" fmla="*/ 71 h 18"/>
                  <a:gd name="T8" fmla="*/ 1496 w 160"/>
                  <a:gd name="T9" fmla="*/ 174 h 18"/>
                  <a:gd name="T10" fmla="*/ 1853 w 160"/>
                  <a:gd name="T11" fmla="*/ 22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18">
                    <a:moveTo>
                      <a:pt x="0" y="2"/>
                    </a:moveTo>
                    <a:cubicBezTo>
                      <a:pt x="10" y="6"/>
                      <a:pt x="22" y="0"/>
                      <a:pt x="33" y="1"/>
                    </a:cubicBezTo>
                    <a:cubicBezTo>
                      <a:pt x="42" y="2"/>
                      <a:pt x="50" y="6"/>
                      <a:pt x="60" y="7"/>
                    </a:cubicBezTo>
                    <a:cubicBezTo>
                      <a:pt x="68" y="8"/>
                      <a:pt x="75" y="5"/>
                      <a:pt x="83" y="5"/>
                    </a:cubicBezTo>
                    <a:cubicBezTo>
                      <a:pt x="99" y="4"/>
                      <a:pt x="113" y="11"/>
                      <a:pt x="129" y="12"/>
                    </a:cubicBezTo>
                    <a:cubicBezTo>
                      <a:pt x="140" y="12"/>
                      <a:pt x="152" y="18"/>
                      <a:pt x="160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9" name="Freeform 102">
                <a:extLst>
                  <a:ext uri="{FF2B5EF4-FFF2-40B4-BE49-F238E27FC236}">
                    <a16:creationId xmlns:a16="http://schemas.microsoft.com/office/drawing/2014/main" id="{75A42857-0BD3-4CEF-8689-9F34180DF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215"/>
                <a:ext cx="125" cy="31"/>
              </a:xfrm>
              <a:custGeom>
                <a:avLst/>
                <a:gdLst>
                  <a:gd name="T0" fmla="*/ 0 w 55"/>
                  <a:gd name="T1" fmla="*/ 0 h 13"/>
                  <a:gd name="T2" fmla="*/ 645 w 55"/>
                  <a:gd name="T3" fmla="*/ 5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3">
                    <a:moveTo>
                      <a:pt x="0" y="0"/>
                    </a:moveTo>
                    <a:cubicBezTo>
                      <a:pt x="18" y="13"/>
                      <a:pt x="35" y="9"/>
                      <a:pt x="55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0" name="Freeform 103">
                <a:extLst>
                  <a:ext uri="{FF2B5EF4-FFF2-40B4-BE49-F238E27FC236}">
                    <a16:creationId xmlns:a16="http://schemas.microsoft.com/office/drawing/2014/main" id="{6A17FDF1-9E76-46AE-B9F0-3B35EE217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3270"/>
                <a:ext cx="95" cy="27"/>
              </a:xfrm>
              <a:custGeom>
                <a:avLst/>
                <a:gdLst>
                  <a:gd name="T0" fmla="*/ 0 w 42"/>
                  <a:gd name="T1" fmla="*/ 0 h 11"/>
                  <a:gd name="T2" fmla="*/ 276 w 42"/>
                  <a:gd name="T3" fmla="*/ 150 h 11"/>
                  <a:gd name="T4" fmla="*/ 486 w 42"/>
                  <a:gd name="T5" fmla="*/ 13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1">
                    <a:moveTo>
                      <a:pt x="0" y="0"/>
                    </a:moveTo>
                    <a:cubicBezTo>
                      <a:pt x="9" y="2"/>
                      <a:pt x="15" y="9"/>
                      <a:pt x="24" y="10"/>
                    </a:cubicBezTo>
                    <a:cubicBezTo>
                      <a:pt x="30" y="11"/>
                      <a:pt x="36" y="9"/>
                      <a:pt x="42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1" name="Freeform 104">
                <a:extLst>
                  <a:ext uri="{FF2B5EF4-FFF2-40B4-BE49-F238E27FC236}">
                    <a16:creationId xmlns:a16="http://schemas.microsoft.com/office/drawing/2014/main" id="{98302B46-31AA-4F41-8E64-41BB6DECA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3135"/>
                <a:ext cx="97" cy="39"/>
              </a:xfrm>
              <a:custGeom>
                <a:avLst/>
                <a:gdLst>
                  <a:gd name="T0" fmla="*/ 0 w 43"/>
                  <a:gd name="T1" fmla="*/ 71 h 16"/>
                  <a:gd name="T2" fmla="*/ 494 w 43"/>
                  <a:gd name="T3" fmla="*/ 23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6">
                    <a:moveTo>
                      <a:pt x="0" y="5"/>
                    </a:moveTo>
                    <a:cubicBezTo>
                      <a:pt x="15" y="0"/>
                      <a:pt x="32" y="6"/>
                      <a:pt x="43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2" name="Freeform 105">
                <a:extLst>
                  <a:ext uri="{FF2B5EF4-FFF2-40B4-BE49-F238E27FC236}">
                    <a16:creationId xmlns:a16="http://schemas.microsoft.com/office/drawing/2014/main" id="{DD94155D-CC84-49F8-9877-1F0A50283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135"/>
                <a:ext cx="84" cy="36"/>
              </a:xfrm>
              <a:custGeom>
                <a:avLst/>
                <a:gdLst>
                  <a:gd name="T0" fmla="*/ 0 w 37"/>
                  <a:gd name="T1" fmla="*/ 70 h 15"/>
                  <a:gd name="T2" fmla="*/ 434 w 37"/>
                  <a:gd name="T3" fmla="*/ 1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0" y="5"/>
                    </a:moveTo>
                    <a:cubicBezTo>
                      <a:pt x="8" y="15"/>
                      <a:pt x="27" y="0"/>
                      <a:pt x="37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3" name="Freeform 106">
                <a:extLst>
                  <a:ext uri="{FF2B5EF4-FFF2-40B4-BE49-F238E27FC236}">
                    <a16:creationId xmlns:a16="http://schemas.microsoft.com/office/drawing/2014/main" id="{41E515B4-CA28-4D74-BC9C-447AA8FFC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294"/>
                <a:ext cx="215" cy="41"/>
              </a:xfrm>
              <a:custGeom>
                <a:avLst/>
                <a:gdLst>
                  <a:gd name="T0" fmla="*/ 0 w 95"/>
                  <a:gd name="T1" fmla="*/ 41 h 17"/>
                  <a:gd name="T2" fmla="*/ 324 w 95"/>
                  <a:gd name="T3" fmla="*/ 99 h 17"/>
                  <a:gd name="T4" fmla="*/ 568 w 95"/>
                  <a:gd name="T5" fmla="*/ 70 h 17"/>
                  <a:gd name="T6" fmla="*/ 917 w 95"/>
                  <a:gd name="T7" fmla="*/ 111 h 17"/>
                  <a:gd name="T8" fmla="*/ 1102 w 95"/>
                  <a:gd name="T9" fmla="*/ 23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7">
                    <a:moveTo>
                      <a:pt x="0" y="3"/>
                    </a:moveTo>
                    <a:cubicBezTo>
                      <a:pt x="9" y="0"/>
                      <a:pt x="18" y="6"/>
                      <a:pt x="28" y="7"/>
                    </a:cubicBezTo>
                    <a:cubicBezTo>
                      <a:pt x="35" y="8"/>
                      <a:pt x="42" y="5"/>
                      <a:pt x="49" y="5"/>
                    </a:cubicBezTo>
                    <a:cubicBezTo>
                      <a:pt x="59" y="4"/>
                      <a:pt x="69" y="5"/>
                      <a:pt x="79" y="8"/>
                    </a:cubicBezTo>
                    <a:cubicBezTo>
                      <a:pt x="85" y="10"/>
                      <a:pt x="89" y="15"/>
                      <a:pt x="95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4" name="Freeform 107">
                <a:extLst>
                  <a:ext uri="{FF2B5EF4-FFF2-40B4-BE49-F238E27FC236}">
                    <a16:creationId xmlns:a16="http://schemas.microsoft.com/office/drawing/2014/main" id="{7A0FF014-2D43-47AB-A1B0-DA60CCB2F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3376"/>
                <a:ext cx="217" cy="63"/>
              </a:xfrm>
              <a:custGeom>
                <a:avLst/>
                <a:gdLst>
                  <a:gd name="T0" fmla="*/ 0 w 96"/>
                  <a:gd name="T1" fmla="*/ 12 h 26"/>
                  <a:gd name="T2" fmla="*/ 348 w 96"/>
                  <a:gd name="T3" fmla="*/ 41 h 26"/>
                  <a:gd name="T4" fmla="*/ 649 w 96"/>
                  <a:gd name="T5" fmla="*/ 211 h 26"/>
                  <a:gd name="T6" fmla="*/ 925 w 96"/>
                  <a:gd name="T7" fmla="*/ 211 h 26"/>
                  <a:gd name="T8" fmla="*/ 1110 w 96"/>
                  <a:gd name="T9" fmla="*/ 37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26">
                    <a:moveTo>
                      <a:pt x="0" y="1"/>
                    </a:moveTo>
                    <a:cubicBezTo>
                      <a:pt x="3" y="5"/>
                      <a:pt x="23" y="0"/>
                      <a:pt x="30" y="3"/>
                    </a:cubicBezTo>
                    <a:cubicBezTo>
                      <a:pt x="39" y="7"/>
                      <a:pt x="45" y="14"/>
                      <a:pt x="56" y="15"/>
                    </a:cubicBezTo>
                    <a:cubicBezTo>
                      <a:pt x="64" y="15"/>
                      <a:pt x="71" y="13"/>
                      <a:pt x="80" y="15"/>
                    </a:cubicBezTo>
                    <a:cubicBezTo>
                      <a:pt x="87" y="18"/>
                      <a:pt x="90" y="23"/>
                      <a:pt x="96" y="2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5" name="Freeform 108">
                <a:extLst>
                  <a:ext uri="{FF2B5EF4-FFF2-40B4-BE49-F238E27FC236}">
                    <a16:creationId xmlns:a16="http://schemas.microsoft.com/office/drawing/2014/main" id="{5F92CB52-BAEB-4AD1-89A0-FB6EBEC3E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372"/>
                <a:ext cx="129" cy="29"/>
              </a:xfrm>
              <a:custGeom>
                <a:avLst/>
                <a:gdLst>
                  <a:gd name="T0" fmla="*/ 0 w 57"/>
                  <a:gd name="T1" fmla="*/ 0 h 12"/>
                  <a:gd name="T2" fmla="*/ 385 w 57"/>
                  <a:gd name="T3" fmla="*/ 111 h 12"/>
                  <a:gd name="T4" fmla="*/ 661 w 57"/>
                  <a:gd name="T5" fmla="*/ 8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2">
                    <a:moveTo>
                      <a:pt x="0" y="0"/>
                    </a:moveTo>
                    <a:cubicBezTo>
                      <a:pt x="13" y="6"/>
                      <a:pt x="19" y="12"/>
                      <a:pt x="33" y="8"/>
                    </a:cubicBezTo>
                    <a:cubicBezTo>
                      <a:pt x="42" y="6"/>
                      <a:pt x="48" y="4"/>
                      <a:pt x="57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6" name="Freeform 109">
                <a:extLst>
                  <a:ext uri="{FF2B5EF4-FFF2-40B4-BE49-F238E27FC236}">
                    <a16:creationId xmlns:a16="http://schemas.microsoft.com/office/drawing/2014/main" id="{FF30708F-7E24-484F-A2E7-A5534601C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3265"/>
                <a:ext cx="122" cy="27"/>
              </a:xfrm>
              <a:custGeom>
                <a:avLst/>
                <a:gdLst>
                  <a:gd name="T0" fmla="*/ 0 w 54"/>
                  <a:gd name="T1" fmla="*/ 71 h 11"/>
                  <a:gd name="T2" fmla="*/ 413 w 54"/>
                  <a:gd name="T3" fmla="*/ 42 h 11"/>
                  <a:gd name="T4" fmla="*/ 624 w 54"/>
                  <a:gd name="T5" fmla="*/ 16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1">
                    <a:moveTo>
                      <a:pt x="0" y="5"/>
                    </a:moveTo>
                    <a:cubicBezTo>
                      <a:pt x="11" y="0"/>
                      <a:pt x="24" y="0"/>
                      <a:pt x="36" y="3"/>
                    </a:cubicBezTo>
                    <a:cubicBezTo>
                      <a:pt x="43" y="4"/>
                      <a:pt x="48" y="10"/>
                      <a:pt x="54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7" name="Freeform 110">
                <a:extLst>
                  <a:ext uri="{FF2B5EF4-FFF2-40B4-BE49-F238E27FC236}">
                    <a16:creationId xmlns:a16="http://schemas.microsoft.com/office/drawing/2014/main" id="{7087B903-24B8-4AF8-B9A2-1CD16EF4D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3321"/>
                <a:ext cx="156" cy="63"/>
              </a:xfrm>
              <a:custGeom>
                <a:avLst/>
                <a:gdLst>
                  <a:gd name="T0" fmla="*/ 0 w 69"/>
                  <a:gd name="T1" fmla="*/ 170 h 26"/>
                  <a:gd name="T2" fmla="*/ 798 w 69"/>
                  <a:gd name="T3" fmla="*/ 37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6">
                    <a:moveTo>
                      <a:pt x="0" y="12"/>
                    </a:moveTo>
                    <a:cubicBezTo>
                      <a:pt x="22" y="0"/>
                      <a:pt x="51" y="14"/>
                      <a:pt x="69" y="2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8" name="Freeform 111">
                <a:extLst>
                  <a:ext uri="{FF2B5EF4-FFF2-40B4-BE49-F238E27FC236}">
                    <a16:creationId xmlns:a16="http://schemas.microsoft.com/office/drawing/2014/main" id="{814332F4-CA0F-41BF-80AF-D4C1DAD49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3340"/>
                <a:ext cx="113" cy="36"/>
              </a:xfrm>
              <a:custGeom>
                <a:avLst/>
                <a:gdLst>
                  <a:gd name="T0" fmla="*/ 0 w 50"/>
                  <a:gd name="T1" fmla="*/ 0 h 15"/>
                  <a:gd name="T2" fmla="*/ 321 w 50"/>
                  <a:gd name="T3" fmla="*/ 197 h 15"/>
                  <a:gd name="T4" fmla="*/ 576 w 50"/>
                  <a:gd name="T5" fmla="*/ 1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5">
                    <a:moveTo>
                      <a:pt x="0" y="0"/>
                    </a:moveTo>
                    <a:cubicBezTo>
                      <a:pt x="10" y="4"/>
                      <a:pt x="17" y="12"/>
                      <a:pt x="28" y="14"/>
                    </a:cubicBezTo>
                    <a:cubicBezTo>
                      <a:pt x="36" y="15"/>
                      <a:pt x="44" y="10"/>
                      <a:pt x="50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9" name="Freeform 112">
                <a:extLst>
                  <a:ext uri="{FF2B5EF4-FFF2-40B4-BE49-F238E27FC236}">
                    <a16:creationId xmlns:a16="http://schemas.microsoft.com/office/drawing/2014/main" id="{2568D6BB-EA94-4CB9-9D36-73BECEB73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3422"/>
                <a:ext cx="147" cy="53"/>
              </a:xfrm>
              <a:custGeom>
                <a:avLst/>
                <a:gdLst>
                  <a:gd name="T0" fmla="*/ 0 w 65"/>
                  <a:gd name="T1" fmla="*/ 111 h 22"/>
                  <a:gd name="T2" fmla="*/ 559 w 65"/>
                  <a:gd name="T3" fmla="*/ 157 h 22"/>
                  <a:gd name="T4" fmla="*/ 751 w 65"/>
                  <a:gd name="T5" fmla="*/ 30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8"/>
                    </a:moveTo>
                    <a:cubicBezTo>
                      <a:pt x="15" y="0"/>
                      <a:pt x="34" y="0"/>
                      <a:pt x="48" y="11"/>
                    </a:cubicBezTo>
                    <a:cubicBezTo>
                      <a:pt x="54" y="14"/>
                      <a:pt x="61" y="17"/>
                      <a:pt x="65" y="2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0" name="Freeform 113">
                <a:extLst>
                  <a:ext uri="{FF2B5EF4-FFF2-40B4-BE49-F238E27FC236}">
                    <a16:creationId xmlns:a16="http://schemas.microsoft.com/office/drawing/2014/main" id="{82769FC0-CE03-4430-8356-A7941E96F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388"/>
                <a:ext cx="123" cy="46"/>
              </a:xfrm>
              <a:custGeom>
                <a:avLst/>
                <a:gdLst>
                  <a:gd name="T0" fmla="*/ 0 w 54"/>
                  <a:gd name="T1" fmla="*/ 0 h 19"/>
                  <a:gd name="T2" fmla="*/ 378 w 54"/>
                  <a:gd name="T3" fmla="*/ 228 h 19"/>
                  <a:gd name="T4" fmla="*/ 638 w 54"/>
                  <a:gd name="T5" fmla="*/ 9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9">
                    <a:moveTo>
                      <a:pt x="0" y="0"/>
                    </a:moveTo>
                    <a:cubicBezTo>
                      <a:pt x="10" y="7"/>
                      <a:pt x="18" y="19"/>
                      <a:pt x="32" y="16"/>
                    </a:cubicBezTo>
                    <a:cubicBezTo>
                      <a:pt x="39" y="15"/>
                      <a:pt x="46" y="9"/>
                      <a:pt x="54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1" name="Freeform 114">
                <a:extLst>
                  <a:ext uri="{FF2B5EF4-FFF2-40B4-BE49-F238E27FC236}">
                    <a16:creationId xmlns:a16="http://schemas.microsoft.com/office/drawing/2014/main" id="{8418B389-4362-434A-9CE7-806E94850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3444"/>
                <a:ext cx="788" cy="193"/>
              </a:xfrm>
              <a:custGeom>
                <a:avLst/>
                <a:gdLst>
                  <a:gd name="T0" fmla="*/ 0 w 348"/>
                  <a:gd name="T1" fmla="*/ 157 h 80"/>
                  <a:gd name="T2" fmla="*/ 625 w 348"/>
                  <a:gd name="T3" fmla="*/ 70 h 80"/>
                  <a:gd name="T4" fmla="*/ 892 w 348"/>
                  <a:gd name="T5" fmla="*/ 210 h 80"/>
                  <a:gd name="T6" fmla="*/ 1139 w 348"/>
                  <a:gd name="T7" fmla="*/ 169 h 80"/>
                  <a:gd name="T8" fmla="*/ 1533 w 348"/>
                  <a:gd name="T9" fmla="*/ 350 h 80"/>
                  <a:gd name="T10" fmla="*/ 2067 w 348"/>
                  <a:gd name="T11" fmla="*/ 350 h 80"/>
                  <a:gd name="T12" fmla="*/ 2441 w 348"/>
                  <a:gd name="T13" fmla="*/ 589 h 80"/>
                  <a:gd name="T14" fmla="*/ 2738 w 348"/>
                  <a:gd name="T15" fmla="*/ 548 h 80"/>
                  <a:gd name="T16" fmla="*/ 3057 w 348"/>
                  <a:gd name="T17" fmla="*/ 676 h 80"/>
                  <a:gd name="T18" fmla="*/ 3224 w 348"/>
                  <a:gd name="T19" fmla="*/ 803 h 80"/>
                  <a:gd name="T20" fmla="*/ 3544 w 348"/>
                  <a:gd name="T21" fmla="*/ 774 h 80"/>
                  <a:gd name="T22" fmla="*/ 3865 w 348"/>
                  <a:gd name="T23" fmla="*/ 926 h 80"/>
                  <a:gd name="T24" fmla="*/ 4040 w 348"/>
                  <a:gd name="T25" fmla="*/ 1124 h 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8" h="80">
                    <a:moveTo>
                      <a:pt x="0" y="11"/>
                    </a:moveTo>
                    <a:cubicBezTo>
                      <a:pt x="17" y="9"/>
                      <a:pt x="36" y="0"/>
                      <a:pt x="54" y="5"/>
                    </a:cubicBezTo>
                    <a:cubicBezTo>
                      <a:pt x="62" y="7"/>
                      <a:pt x="69" y="13"/>
                      <a:pt x="77" y="15"/>
                    </a:cubicBezTo>
                    <a:cubicBezTo>
                      <a:pt x="86" y="16"/>
                      <a:pt x="90" y="13"/>
                      <a:pt x="98" y="12"/>
                    </a:cubicBezTo>
                    <a:cubicBezTo>
                      <a:pt x="112" y="9"/>
                      <a:pt x="120" y="20"/>
                      <a:pt x="132" y="25"/>
                    </a:cubicBezTo>
                    <a:cubicBezTo>
                      <a:pt x="148" y="31"/>
                      <a:pt x="162" y="20"/>
                      <a:pt x="178" y="25"/>
                    </a:cubicBezTo>
                    <a:cubicBezTo>
                      <a:pt x="190" y="29"/>
                      <a:pt x="195" y="42"/>
                      <a:pt x="210" y="42"/>
                    </a:cubicBezTo>
                    <a:cubicBezTo>
                      <a:pt x="219" y="42"/>
                      <a:pt x="227" y="38"/>
                      <a:pt x="236" y="39"/>
                    </a:cubicBezTo>
                    <a:cubicBezTo>
                      <a:pt x="246" y="39"/>
                      <a:pt x="255" y="43"/>
                      <a:pt x="263" y="48"/>
                    </a:cubicBezTo>
                    <a:cubicBezTo>
                      <a:pt x="268" y="51"/>
                      <a:pt x="272" y="55"/>
                      <a:pt x="278" y="57"/>
                    </a:cubicBezTo>
                    <a:cubicBezTo>
                      <a:pt x="287" y="59"/>
                      <a:pt x="296" y="55"/>
                      <a:pt x="305" y="55"/>
                    </a:cubicBezTo>
                    <a:cubicBezTo>
                      <a:pt x="315" y="55"/>
                      <a:pt x="326" y="60"/>
                      <a:pt x="333" y="66"/>
                    </a:cubicBezTo>
                    <a:cubicBezTo>
                      <a:pt x="337" y="69"/>
                      <a:pt x="343" y="79"/>
                      <a:pt x="348" y="8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2" name="Freeform 115">
                <a:extLst>
                  <a:ext uri="{FF2B5EF4-FFF2-40B4-BE49-F238E27FC236}">
                    <a16:creationId xmlns:a16="http://schemas.microsoft.com/office/drawing/2014/main" id="{928255E7-8BE4-46A0-91C1-FD3810BB9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3439"/>
                <a:ext cx="326" cy="63"/>
              </a:xfrm>
              <a:custGeom>
                <a:avLst/>
                <a:gdLst>
                  <a:gd name="T0" fmla="*/ 0 w 144"/>
                  <a:gd name="T1" fmla="*/ 99 h 26"/>
                  <a:gd name="T2" fmla="*/ 358 w 144"/>
                  <a:gd name="T3" fmla="*/ 58 h 26"/>
                  <a:gd name="T4" fmla="*/ 559 w 144"/>
                  <a:gd name="T5" fmla="*/ 182 h 26"/>
                  <a:gd name="T6" fmla="*/ 718 w 144"/>
                  <a:gd name="T7" fmla="*/ 141 h 26"/>
                  <a:gd name="T8" fmla="*/ 964 w 144"/>
                  <a:gd name="T9" fmla="*/ 170 h 26"/>
                  <a:gd name="T10" fmla="*/ 1193 w 144"/>
                  <a:gd name="T11" fmla="*/ 330 h 26"/>
                  <a:gd name="T12" fmla="*/ 1404 w 144"/>
                  <a:gd name="T13" fmla="*/ 310 h 26"/>
                  <a:gd name="T14" fmla="*/ 1671 w 144"/>
                  <a:gd name="T15" fmla="*/ 342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4" h="26">
                    <a:moveTo>
                      <a:pt x="0" y="7"/>
                    </a:moveTo>
                    <a:cubicBezTo>
                      <a:pt x="11" y="5"/>
                      <a:pt x="20" y="0"/>
                      <a:pt x="31" y="4"/>
                    </a:cubicBezTo>
                    <a:cubicBezTo>
                      <a:pt x="37" y="6"/>
                      <a:pt x="41" y="12"/>
                      <a:pt x="48" y="13"/>
                    </a:cubicBezTo>
                    <a:cubicBezTo>
                      <a:pt x="52" y="13"/>
                      <a:pt x="57" y="11"/>
                      <a:pt x="62" y="10"/>
                    </a:cubicBezTo>
                    <a:cubicBezTo>
                      <a:pt x="68" y="10"/>
                      <a:pt x="77" y="10"/>
                      <a:pt x="83" y="12"/>
                    </a:cubicBezTo>
                    <a:cubicBezTo>
                      <a:pt x="91" y="14"/>
                      <a:pt x="96" y="19"/>
                      <a:pt x="103" y="23"/>
                    </a:cubicBezTo>
                    <a:cubicBezTo>
                      <a:pt x="110" y="26"/>
                      <a:pt x="115" y="24"/>
                      <a:pt x="121" y="22"/>
                    </a:cubicBezTo>
                    <a:cubicBezTo>
                      <a:pt x="130" y="20"/>
                      <a:pt x="135" y="21"/>
                      <a:pt x="144" y="2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3" name="Freeform 116">
                <a:extLst>
                  <a:ext uri="{FF2B5EF4-FFF2-40B4-BE49-F238E27FC236}">
                    <a16:creationId xmlns:a16="http://schemas.microsoft.com/office/drawing/2014/main" id="{11ADC6FC-2D50-4467-B45D-0DBEB5F38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3589"/>
                <a:ext cx="99" cy="31"/>
              </a:xfrm>
              <a:custGeom>
                <a:avLst/>
                <a:gdLst>
                  <a:gd name="T0" fmla="*/ 0 w 44"/>
                  <a:gd name="T1" fmla="*/ 69 h 13"/>
                  <a:gd name="T2" fmla="*/ 502 w 4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3">
                    <a:moveTo>
                      <a:pt x="0" y="5"/>
                    </a:moveTo>
                    <a:cubicBezTo>
                      <a:pt x="12" y="13"/>
                      <a:pt x="33" y="2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4" name="Freeform 117">
                <a:extLst>
                  <a:ext uri="{FF2B5EF4-FFF2-40B4-BE49-F238E27FC236}">
                    <a16:creationId xmlns:a16="http://schemas.microsoft.com/office/drawing/2014/main" id="{6E5C4DAF-7D8A-4EFE-A961-2F6991EDB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3591"/>
                <a:ext cx="122" cy="29"/>
              </a:xfrm>
              <a:custGeom>
                <a:avLst/>
                <a:gdLst>
                  <a:gd name="T0" fmla="*/ 0 w 54"/>
                  <a:gd name="T1" fmla="*/ 0 h 12"/>
                  <a:gd name="T2" fmla="*/ 382 w 54"/>
                  <a:gd name="T3" fmla="*/ 157 h 12"/>
                  <a:gd name="T4" fmla="*/ 624 w 54"/>
                  <a:gd name="T5" fmla="*/ 2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2">
                    <a:moveTo>
                      <a:pt x="0" y="0"/>
                    </a:moveTo>
                    <a:cubicBezTo>
                      <a:pt x="10" y="6"/>
                      <a:pt x="22" y="12"/>
                      <a:pt x="33" y="11"/>
                    </a:cubicBezTo>
                    <a:cubicBezTo>
                      <a:pt x="41" y="10"/>
                      <a:pt x="47" y="5"/>
                      <a:pt x="54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5" name="Freeform 118">
                <a:extLst>
                  <a:ext uri="{FF2B5EF4-FFF2-40B4-BE49-F238E27FC236}">
                    <a16:creationId xmlns:a16="http://schemas.microsoft.com/office/drawing/2014/main" id="{BF75FFF6-E3CB-4A18-995B-FFC20BD0A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615"/>
                <a:ext cx="169" cy="68"/>
              </a:xfrm>
              <a:custGeom>
                <a:avLst/>
                <a:gdLst>
                  <a:gd name="T0" fmla="*/ 0 w 75"/>
                  <a:gd name="T1" fmla="*/ 0 h 28"/>
                  <a:gd name="T2" fmla="*/ 575 w 75"/>
                  <a:gd name="T3" fmla="*/ 170 h 28"/>
                  <a:gd name="T4" fmla="*/ 859 w 75"/>
                  <a:gd name="T5" fmla="*/ 40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28">
                    <a:moveTo>
                      <a:pt x="0" y="0"/>
                    </a:moveTo>
                    <a:cubicBezTo>
                      <a:pt x="11" y="12"/>
                      <a:pt x="35" y="5"/>
                      <a:pt x="50" y="12"/>
                    </a:cubicBezTo>
                    <a:cubicBezTo>
                      <a:pt x="57" y="15"/>
                      <a:pt x="71" y="21"/>
                      <a:pt x="75" y="2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6" name="Freeform 119">
                <a:extLst>
                  <a:ext uri="{FF2B5EF4-FFF2-40B4-BE49-F238E27FC236}">
                    <a16:creationId xmlns:a16="http://schemas.microsoft.com/office/drawing/2014/main" id="{7AC2B9B6-735A-4820-B2A9-03FAF3137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3545"/>
                <a:ext cx="104" cy="25"/>
              </a:xfrm>
              <a:custGeom>
                <a:avLst/>
                <a:gdLst>
                  <a:gd name="T0" fmla="*/ 0 w 46"/>
                  <a:gd name="T1" fmla="*/ 0 h 10"/>
                  <a:gd name="T2" fmla="*/ 531 w 46"/>
                  <a:gd name="T3" fmla="*/ 1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0">
                    <a:moveTo>
                      <a:pt x="0" y="0"/>
                    </a:moveTo>
                    <a:cubicBezTo>
                      <a:pt x="15" y="10"/>
                      <a:pt x="30" y="8"/>
                      <a:pt x="46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7" name="Freeform 120">
                <a:extLst>
                  <a:ext uri="{FF2B5EF4-FFF2-40B4-BE49-F238E27FC236}">
                    <a16:creationId xmlns:a16="http://schemas.microsoft.com/office/drawing/2014/main" id="{BD05763E-4B57-4DFF-887A-CE9C4A075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3509"/>
                <a:ext cx="97" cy="36"/>
              </a:xfrm>
              <a:custGeom>
                <a:avLst/>
                <a:gdLst>
                  <a:gd name="T0" fmla="*/ 0 w 43"/>
                  <a:gd name="T1" fmla="*/ 0 h 15"/>
                  <a:gd name="T2" fmla="*/ 494 w 43"/>
                  <a:gd name="T3" fmla="*/ 11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0"/>
                    </a:moveTo>
                    <a:cubicBezTo>
                      <a:pt x="14" y="7"/>
                      <a:pt x="27" y="15"/>
                      <a:pt x="43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8" name="Freeform 121">
                <a:extLst>
                  <a:ext uri="{FF2B5EF4-FFF2-40B4-BE49-F238E27FC236}">
                    <a16:creationId xmlns:a16="http://schemas.microsoft.com/office/drawing/2014/main" id="{4AAE6192-88D6-468B-9C89-D5AC44956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3461"/>
                <a:ext cx="106" cy="26"/>
              </a:xfrm>
              <a:custGeom>
                <a:avLst/>
                <a:gdLst>
                  <a:gd name="T0" fmla="*/ 0 w 47"/>
                  <a:gd name="T1" fmla="*/ 0 h 11"/>
                  <a:gd name="T2" fmla="*/ 275 w 47"/>
                  <a:gd name="T3" fmla="*/ 135 h 11"/>
                  <a:gd name="T4" fmla="*/ 539 w 47"/>
                  <a:gd name="T5" fmla="*/ 7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1">
                    <a:moveTo>
                      <a:pt x="0" y="0"/>
                    </a:moveTo>
                    <a:cubicBezTo>
                      <a:pt x="8" y="4"/>
                      <a:pt x="14" y="10"/>
                      <a:pt x="24" y="10"/>
                    </a:cubicBezTo>
                    <a:cubicBezTo>
                      <a:pt x="32" y="11"/>
                      <a:pt x="40" y="8"/>
                      <a:pt x="47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9" name="Freeform 122">
                <a:extLst>
                  <a:ext uri="{FF2B5EF4-FFF2-40B4-BE49-F238E27FC236}">
                    <a16:creationId xmlns:a16="http://schemas.microsoft.com/office/drawing/2014/main" id="{D4B7E9C5-0E2A-413A-9F78-8A1A70F1F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3640"/>
                <a:ext cx="602" cy="144"/>
              </a:xfrm>
              <a:custGeom>
                <a:avLst/>
                <a:gdLst>
                  <a:gd name="T0" fmla="*/ 0 w 266"/>
                  <a:gd name="T1" fmla="*/ 0 h 60"/>
                  <a:gd name="T2" fmla="*/ 487 w 266"/>
                  <a:gd name="T3" fmla="*/ 247 h 60"/>
                  <a:gd name="T4" fmla="*/ 953 w 266"/>
                  <a:gd name="T5" fmla="*/ 247 h 60"/>
                  <a:gd name="T6" fmla="*/ 1403 w 266"/>
                  <a:gd name="T7" fmla="*/ 403 h 60"/>
                  <a:gd name="T8" fmla="*/ 2019 w 266"/>
                  <a:gd name="T9" fmla="*/ 415 h 60"/>
                  <a:gd name="T10" fmla="*/ 2351 w 266"/>
                  <a:gd name="T11" fmla="*/ 581 h 60"/>
                  <a:gd name="T12" fmla="*/ 2863 w 266"/>
                  <a:gd name="T13" fmla="*/ 662 h 60"/>
                  <a:gd name="T14" fmla="*/ 3082 w 266"/>
                  <a:gd name="T15" fmla="*/ 83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6" h="60">
                    <a:moveTo>
                      <a:pt x="0" y="0"/>
                    </a:moveTo>
                    <a:cubicBezTo>
                      <a:pt x="11" y="13"/>
                      <a:pt x="26" y="16"/>
                      <a:pt x="42" y="18"/>
                    </a:cubicBezTo>
                    <a:cubicBezTo>
                      <a:pt x="55" y="19"/>
                      <a:pt x="69" y="15"/>
                      <a:pt x="82" y="18"/>
                    </a:cubicBezTo>
                    <a:cubicBezTo>
                      <a:pt x="95" y="20"/>
                      <a:pt x="106" y="29"/>
                      <a:pt x="121" y="29"/>
                    </a:cubicBezTo>
                    <a:cubicBezTo>
                      <a:pt x="140" y="28"/>
                      <a:pt x="155" y="22"/>
                      <a:pt x="174" y="30"/>
                    </a:cubicBezTo>
                    <a:cubicBezTo>
                      <a:pt x="185" y="36"/>
                      <a:pt x="190" y="43"/>
                      <a:pt x="203" y="42"/>
                    </a:cubicBezTo>
                    <a:cubicBezTo>
                      <a:pt x="219" y="40"/>
                      <a:pt x="233" y="40"/>
                      <a:pt x="247" y="48"/>
                    </a:cubicBezTo>
                    <a:cubicBezTo>
                      <a:pt x="253" y="52"/>
                      <a:pt x="260" y="57"/>
                      <a:pt x="266" y="6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0" name="Freeform 123">
                <a:extLst>
                  <a:ext uri="{FF2B5EF4-FFF2-40B4-BE49-F238E27FC236}">
                    <a16:creationId xmlns:a16="http://schemas.microsoft.com/office/drawing/2014/main" id="{473784D3-D18D-4195-B698-05EDA23AE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601"/>
                <a:ext cx="127" cy="77"/>
              </a:xfrm>
              <a:custGeom>
                <a:avLst/>
                <a:gdLst>
                  <a:gd name="T0" fmla="*/ 0 w 56"/>
                  <a:gd name="T1" fmla="*/ 0 h 32"/>
                  <a:gd name="T2" fmla="*/ 442 w 56"/>
                  <a:gd name="T3" fmla="*/ 248 h 32"/>
                  <a:gd name="T4" fmla="*/ 653 w 56"/>
                  <a:gd name="T5" fmla="*/ 44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2">
                    <a:moveTo>
                      <a:pt x="0" y="0"/>
                    </a:moveTo>
                    <a:cubicBezTo>
                      <a:pt x="10" y="13"/>
                      <a:pt x="26" y="10"/>
                      <a:pt x="38" y="18"/>
                    </a:cubicBezTo>
                    <a:cubicBezTo>
                      <a:pt x="44" y="22"/>
                      <a:pt x="48" y="31"/>
                      <a:pt x="56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1" name="Freeform 124">
                <a:extLst>
                  <a:ext uri="{FF2B5EF4-FFF2-40B4-BE49-F238E27FC236}">
                    <a16:creationId xmlns:a16="http://schemas.microsoft.com/office/drawing/2014/main" id="{71A4CEF8-0E69-49D0-A954-7B4D5A2E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669"/>
                <a:ext cx="150" cy="33"/>
              </a:xfrm>
              <a:custGeom>
                <a:avLst/>
                <a:gdLst>
                  <a:gd name="T0" fmla="*/ 0 w 66"/>
                  <a:gd name="T1" fmla="*/ 78 h 14"/>
                  <a:gd name="T2" fmla="*/ 491 w 66"/>
                  <a:gd name="T3" fmla="*/ 28 h 14"/>
                  <a:gd name="T4" fmla="*/ 775 w 66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4">
                    <a:moveTo>
                      <a:pt x="0" y="6"/>
                    </a:moveTo>
                    <a:cubicBezTo>
                      <a:pt x="14" y="4"/>
                      <a:pt x="27" y="0"/>
                      <a:pt x="42" y="2"/>
                    </a:cubicBezTo>
                    <a:cubicBezTo>
                      <a:pt x="51" y="4"/>
                      <a:pt x="58" y="9"/>
                      <a:pt x="66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2" name="Freeform 125">
                <a:extLst>
                  <a:ext uri="{FF2B5EF4-FFF2-40B4-BE49-F238E27FC236}">
                    <a16:creationId xmlns:a16="http://schemas.microsoft.com/office/drawing/2014/main" id="{BC158B3E-CC14-4668-9441-0296BB631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3632"/>
                <a:ext cx="143" cy="46"/>
              </a:xfrm>
              <a:custGeom>
                <a:avLst/>
                <a:gdLst>
                  <a:gd name="T0" fmla="*/ 0 w 63"/>
                  <a:gd name="T1" fmla="*/ 41 h 19"/>
                  <a:gd name="T2" fmla="*/ 202 w 63"/>
                  <a:gd name="T3" fmla="*/ 12 h 19"/>
                  <a:gd name="T4" fmla="*/ 470 w 63"/>
                  <a:gd name="T5" fmla="*/ 70 h 19"/>
                  <a:gd name="T6" fmla="*/ 738 w 63"/>
                  <a:gd name="T7" fmla="*/ 26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19">
                    <a:moveTo>
                      <a:pt x="0" y="3"/>
                    </a:moveTo>
                    <a:cubicBezTo>
                      <a:pt x="5" y="4"/>
                      <a:pt x="11" y="1"/>
                      <a:pt x="17" y="1"/>
                    </a:cubicBezTo>
                    <a:cubicBezTo>
                      <a:pt x="24" y="0"/>
                      <a:pt x="33" y="2"/>
                      <a:pt x="40" y="5"/>
                    </a:cubicBezTo>
                    <a:cubicBezTo>
                      <a:pt x="46" y="8"/>
                      <a:pt x="56" y="16"/>
                      <a:pt x="63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3" name="Freeform 126">
                <a:extLst>
                  <a:ext uri="{FF2B5EF4-FFF2-40B4-BE49-F238E27FC236}">
                    <a16:creationId xmlns:a16="http://schemas.microsoft.com/office/drawing/2014/main" id="{21D44DBC-4F81-4664-8C0B-4568F1A66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3695"/>
                <a:ext cx="141" cy="46"/>
              </a:xfrm>
              <a:custGeom>
                <a:avLst/>
                <a:gdLst>
                  <a:gd name="T0" fmla="*/ 0 w 62"/>
                  <a:gd name="T1" fmla="*/ 87 h 19"/>
                  <a:gd name="T2" fmla="*/ 528 w 62"/>
                  <a:gd name="T3" fmla="*/ 99 h 19"/>
                  <a:gd name="T4" fmla="*/ 730 w 62"/>
                  <a:gd name="T5" fmla="*/ 26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9">
                    <a:moveTo>
                      <a:pt x="0" y="6"/>
                    </a:moveTo>
                    <a:cubicBezTo>
                      <a:pt x="14" y="2"/>
                      <a:pt x="32" y="0"/>
                      <a:pt x="45" y="7"/>
                    </a:cubicBezTo>
                    <a:cubicBezTo>
                      <a:pt x="51" y="9"/>
                      <a:pt x="57" y="16"/>
                      <a:pt x="62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4" name="Freeform 127">
                <a:extLst>
                  <a:ext uri="{FF2B5EF4-FFF2-40B4-BE49-F238E27FC236}">
                    <a16:creationId xmlns:a16="http://schemas.microsoft.com/office/drawing/2014/main" id="{E7BBCA53-01DD-4519-9F29-1C9FAC1A1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3755"/>
                <a:ext cx="371" cy="63"/>
              </a:xfrm>
              <a:custGeom>
                <a:avLst/>
                <a:gdLst>
                  <a:gd name="T0" fmla="*/ 0 w 164"/>
                  <a:gd name="T1" fmla="*/ 41 h 26"/>
                  <a:gd name="T2" fmla="*/ 247 w 164"/>
                  <a:gd name="T3" fmla="*/ 12 h 26"/>
                  <a:gd name="T4" fmla="*/ 624 w 164"/>
                  <a:gd name="T5" fmla="*/ 58 h 26"/>
                  <a:gd name="T6" fmla="*/ 1111 w 164"/>
                  <a:gd name="T7" fmla="*/ 170 h 26"/>
                  <a:gd name="T8" fmla="*/ 1622 w 164"/>
                  <a:gd name="T9" fmla="*/ 300 h 26"/>
                  <a:gd name="T10" fmla="*/ 1898 w 164"/>
                  <a:gd name="T11" fmla="*/ 31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4" h="26">
                    <a:moveTo>
                      <a:pt x="0" y="3"/>
                    </a:moveTo>
                    <a:cubicBezTo>
                      <a:pt x="7" y="4"/>
                      <a:pt x="14" y="1"/>
                      <a:pt x="21" y="1"/>
                    </a:cubicBezTo>
                    <a:cubicBezTo>
                      <a:pt x="32" y="0"/>
                      <a:pt x="43" y="0"/>
                      <a:pt x="54" y="4"/>
                    </a:cubicBezTo>
                    <a:cubicBezTo>
                      <a:pt x="70" y="9"/>
                      <a:pt x="79" y="17"/>
                      <a:pt x="96" y="12"/>
                    </a:cubicBezTo>
                    <a:cubicBezTo>
                      <a:pt x="113" y="8"/>
                      <a:pt x="125" y="13"/>
                      <a:pt x="140" y="21"/>
                    </a:cubicBezTo>
                    <a:cubicBezTo>
                      <a:pt x="149" y="26"/>
                      <a:pt x="156" y="24"/>
                      <a:pt x="164" y="2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5" name="Freeform 128">
                <a:extLst>
                  <a:ext uri="{FF2B5EF4-FFF2-40B4-BE49-F238E27FC236}">
                    <a16:creationId xmlns:a16="http://schemas.microsoft.com/office/drawing/2014/main" id="{126F9B60-35A8-4ADB-B5D0-8CF168F33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3794"/>
                <a:ext cx="127" cy="32"/>
              </a:xfrm>
              <a:custGeom>
                <a:avLst/>
                <a:gdLst>
                  <a:gd name="T0" fmla="*/ 0 w 56"/>
                  <a:gd name="T1" fmla="*/ 0 h 13"/>
                  <a:gd name="T2" fmla="*/ 376 w 56"/>
                  <a:gd name="T3" fmla="*/ 194 h 13"/>
                  <a:gd name="T4" fmla="*/ 653 w 56"/>
                  <a:gd name="T5" fmla="*/ 1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3">
                    <a:moveTo>
                      <a:pt x="0" y="0"/>
                    </a:moveTo>
                    <a:cubicBezTo>
                      <a:pt x="11" y="5"/>
                      <a:pt x="19" y="13"/>
                      <a:pt x="32" y="13"/>
                    </a:cubicBezTo>
                    <a:cubicBezTo>
                      <a:pt x="41" y="12"/>
                      <a:pt x="48" y="7"/>
                      <a:pt x="56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6" name="Freeform 129">
                <a:extLst>
                  <a:ext uri="{FF2B5EF4-FFF2-40B4-BE49-F238E27FC236}">
                    <a16:creationId xmlns:a16="http://schemas.microsoft.com/office/drawing/2014/main" id="{44916D3B-2581-4AD5-8948-A21561D34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838"/>
                <a:ext cx="697" cy="159"/>
              </a:xfrm>
              <a:custGeom>
                <a:avLst/>
                <a:gdLst>
                  <a:gd name="T0" fmla="*/ 0 w 308"/>
                  <a:gd name="T1" fmla="*/ 111 h 66"/>
                  <a:gd name="T2" fmla="*/ 394 w 308"/>
                  <a:gd name="T3" fmla="*/ 12 h 66"/>
                  <a:gd name="T4" fmla="*/ 790 w 308"/>
                  <a:gd name="T5" fmla="*/ 251 h 66"/>
                  <a:gd name="T6" fmla="*/ 1204 w 308"/>
                  <a:gd name="T7" fmla="*/ 308 h 66"/>
                  <a:gd name="T8" fmla="*/ 1761 w 308"/>
                  <a:gd name="T9" fmla="*/ 465 h 66"/>
                  <a:gd name="T10" fmla="*/ 2387 w 308"/>
                  <a:gd name="T11" fmla="*/ 448 h 66"/>
                  <a:gd name="T12" fmla="*/ 2643 w 308"/>
                  <a:gd name="T13" fmla="*/ 614 h 66"/>
                  <a:gd name="T14" fmla="*/ 2899 w 308"/>
                  <a:gd name="T15" fmla="*/ 605 h 66"/>
                  <a:gd name="T16" fmla="*/ 3361 w 308"/>
                  <a:gd name="T17" fmla="*/ 824 h 66"/>
                  <a:gd name="T18" fmla="*/ 3569 w 308"/>
                  <a:gd name="T19" fmla="*/ 911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8" h="66">
                    <a:moveTo>
                      <a:pt x="0" y="8"/>
                    </a:moveTo>
                    <a:cubicBezTo>
                      <a:pt x="10" y="5"/>
                      <a:pt x="23" y="0"/>
                      <a:pt x="34" y="1"/>
                    </a:cubicBezTo>
                    <a:cubicBezTo>
                      <a:pt x="46" y="2"/>
                      <a:pt x="57" y="12"/>
                      <a:pt x="68" y="18"/>
                    </a:cubicBezTo>
                    <a:cubicBezTo>
                      <a:pt x="81" y="25"/>
                      <a:pt x="90" y="22"/>
                      <a:pt x="104" y="22"/>
                    </a:cubicBezTo>
                    <a:cubicBezTo>
                      <a:pt x="120" y="23"/>
                      <a:pt x="135" y="32"/>
                      <a:pt x="152" y="33"/>
                    </a:cubicBezTo>
                    <a:cubicBezTo>
                      <a:pt x="171" y="33"/>
                      <a:pt x="187" y="25"/>
                      <a:pt x="206" y="32"/>
                    </a:cubicBezTo>
                    <a:cubicBezTo>
                      <a:pt x="214" y="35"/>
                      <a:pt x="220" y="41"/>
                      <a:pt x="228" y="44"/>
                    </a:cubicBezTo>
                    <a:cubicBezTo>
                      <a:pt x="236" y="47"/>
                      <a:pt x="242" y="44"/>
                      <a:pt x="250" y="43"/>
                    </a:cubicBezTo>
                    <a:cubicBezTo>
                      <a:pt x="266" y="42"/>
                      <a:pt x="277" y="53"/>
                      <a:pt x="290" y="59"/>
                    </a:cubicBezTo>
                    <a:cubicBezTo>
                      <a:pt x="294" y="61"/>
                      <a:pt x="304" y="66"/>
                      <a:pt x="308" y="6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7" name="Freeform 130">
                <a:extLst>
                  <a:ext uri="{FF2B5EF4-FFF2-40B4-BE49-F238E27FC236}">
                    <a16:creationId xmlns:a16="http://schemas.microsoft.com/office/drawing/2014/main" id="{237CCDC5-9AF5-4CC8-A547-17D9C883D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920"/>
                <a:ext cx="127" cy="24"/>
              </a:xfrm>
              <a:custGeom>
                <a:avLst/>
                <a:gdLst>
                  <a:gd name="T0" fmla="*/ 0 w 56"/>
                  <a:gd name="T1" fmla="*/ 0 h 10"/>
                  <a:gd name="T2" fmla="*/ 349 w 56"/>
                  <a:gd name="T3" fmla="*/ 139 h 10"/>
                  <a:gd name="T4" fmla="*/ 653 w 56"/>
                  <a:gd name="T5" fmla="*/ 8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0">
                    <a:moveTo>
                      <a:pt x="0" y="0"/>
                    </a:moveTo>
                    <a:cubicBezTo>
                      <a:pt x="11" y="1"/>
                      <a:pt x="19" y="9"/>
                      <a:pt x="30" y="10"/>
                    </a:cubicBezTo>
                    <a:cubicBezTo>
                      <a:pt x="38" y="10"/>
                      <a:pt x="48" y="7"/>
                      <a:pt x="56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8" name="Freeform 131">
                <a:extLst>
                  <a:ext uri="{FF2B5EF4-FFF2-40B4-BE49-F238E27FC236}">
                    <a16:creationId xmlns:a16="http://schemas.microsoft.com/office/drawing/2014/main" id="{20723A18-318B-407F-9948-8D5AE4F9E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903"/>
                <a:ext cx="111" cy="41"/>
              </a:xfrm>
              <a:custGeom>
                <a:avLst/>
                <a:gdLst>
                  <a:gd name="T0" fmla="*/ 0 w 49"/>
                  <a:gd name="T1" fmla="*/ 41 h 17"/>
                  <a:gd name="T2" fmla="*/ 394 w 49"/>
                  <a:gd name="T3" fmla="*/ 82 h 17"/>
                  <a:gd name="T4" fmla="*/ 569 w 49"/>
                  <a:gd name="T5" fmla="*/ 23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7">
                    <a:moveTo>
                      <a:pt x="0" y="3"/>
                    </a:moveTo>
                    <a:cubicBezTo>
                      <a:pt x="12" y="3"/>
                      <a:pt x="23" y="0"/>
                      <a:pt x="34" y="6"/>
                    </a:cubicBezTo>
                    <a:cubicBezTo>
                      <a:pt x="40" y="9"/>
                      <a:pt x="43" y="15"/>
                      <a:pt x="49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9" name="Freeform 132">
                <a:extLst>
                  <a:ext uri="{FF2B5EF4-FFF2-40B4-BE49-F238E27FC236}">
                    <a16:creationId xmlns:a16="http://schemas.microsoft.com/office/drawing/2014/main" id="{210DD429-81DF-4AC7-877E-077E872AF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3922"/>
                <a:ext cx="95" cy="34"/>
              </a:xfrm>
              <a:custGeom>
                <a:avLst/>
                <a:gdLst>
                  <a:gd name="T0" fmla="*/ 0 w 42"/>
                  <a:gd name="T1" fmla="*/ 0 h 14"/>
                  <a:gd name="T2" fmla="*/ 256 w 42"/>
                  <a:gd name="T3" fmla="*/ 100 h 14"/>
                  <a:gd name="T4" fmla="*/ 486 w 42"/>
                  <a:gd name="T5" fmla="*/ 18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9" y="1"/>
                      <a:pt x="15" y="3"/>
                      <a:pt x="22" y="7"/>
                    </a:cubicBezTo>
                    <a:cubicBezTo>
                      <a:pt x="28" y="11"/>
                      <a:pt x="35" y="14"/>
                      <a:pt x="42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0" name="Freeform 133">
                <a:extLst>
                  <a:ext uri="{FF2B5EF4-FFF2-40B4-BE49-F238E27FC236}">
                    <a16:creationId xmlns:a16="http://schemas.microsoft.com/office/drawing/2014/main" id="{FF714066-030E-4832-ADF0-80B11ADAF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881"/>
                <a:ext cx="136" cy="31"/>
              </a:xfrm>
              <a:custGeom>
                <a:avLst/>
                <a:gdLst>
                  <a:gd name="T0" fmla="*/ 0 w 60"/>
                  <a:gd name="T1" fmla="*/ 69 h 13"/>
                  <a:gd name="T2" fmla="*/ 451 w 60"/>
                  <a:gd name="T3" fmla="*/ 57 h 13"/>
                  <a:gd name="T4" fmla="*/ 698 w 60"/>
                  <a:gd name="T5" fmla="*/ 17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3">
                    <a:moveTo>
                      <a:pt x="0" y="5"/>
                    </a:moveTo>
                    <a:cubicBezTo>
                      <a:pt x="14" y="4"/>
                      <a:pt x="24" y="0"/>
                      <a:pt x="39" y="4"/>
                    </a:cubicBezTo>
                    <a:cubicBezTo>
                      <a:pt x="46" y="6"/>
                      <a:pt x="54" y="9"/>
                      <a:pt x="60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1" name="Freeform 134">
                <a:extLst>
                  <a:ext uri="{FF2B5EF4-FFF2-40B4-BE49-F238E27FC236}">
                    <a16:creationId xmlns:a16="http://schemas.microsoft.com/office/drawing/2014/main" id="{DF22CB13-FBD2-440A-8504-98CC74016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3850"/>
                <a:ext cx="131" cy="41"/>
              </a:xfrm>
              <a:custGeom>
                <a:avLst/>
                <a:gdLst>
                  <a:gd name="T0" fmla="*/ 0 w 58"/>
                  <a:gd name="T1" fmla="*/ 41 h 17"/>
                  <a:gd name="T2" fmla="*/ 255 w 58"/>
                  <a:gd name="T3" fmla="*/ 12 h 17"/>
                  <a:gd name="T4" fmla="*/ 459 w 58"/>
                  <a:gd name="T5" fmla="*/ 99 h 17"/>
                  <a:gd name="T6" fmla="*/ 669 w 58"/>
                  <a:gd name="T7" fmla="*/ 23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7">
                    <a:moveTo>
                      <a:pt x="0" y="3"/>
                    </a:moveTo>
                    <a:cubicBezTo>
                      <a:pt x="7" y="4"/>
                      <a:pt x="15" y="0"/>
                      <a:pt x="22" y="1"/>
                    </a:cubicBezTo>
                    <a:cubicBezTo>
                      <a:pt x="28" y="2"/>
                      <a:pt x="34" y="4"/>
                      <a:pt x="40" y="7"/>
                    </a:cubicBezTo>
                    <a:cubicBezTo>
                      <a:pt x="45" y="11"/>
                      <a:pt x="51" y="16"/>
                      <a:pt x="58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2" name="Freeform 135">
                <a:extLst>
                  <a:ext uri="{FF2B5EF4-FFF2-40B4-BE49-F238E27FC236}">
                    <a16:creationId xmlns:a16="http://schemas.microsoft.com/office/drawing/2014/main" id="{A38BCF18-3868-49E4-8E87-12CC0A0A1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857"/>
                <a:ext cx="122" cy="19"/>
              </a:xfrm>
              <a:custGeom>
                <a:avLst/>
                <a:gdLst>
                  <a:gd name="T0" fmla="*/ 0 w 54"/>
                  <a:gd name="T1" fmla="*/ 0 h 8"/>
                  <a:gd name="T2" fmla="*/ 138 w 54"/>
                  <a:gd name="T3" fmla="*/ 29 h 8"/>
                  <a:gd name="T4" fmla="*/ 321 w 54"/>
                  <a:gd name="T5" fmla="*/ 69 h 8"/>
                  <a:gd name="T6" fmla="*/ 624 w 54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">
                    <a:moveTo>
                      <a:pt x="0" y="0"/>
                    </a:moveTo>
                    <a:cubicBezTo>
                      <a:pt x="3" y="4"/>
                      <a:pt x="8" y="2"/>
                      <a:pt x="12" y="2"/>
                    </a:cubicBezTo>
                    <a:cubicBezTo>
                      <a:pt x="18" y="2"/>
                      <a:pt x="22" y="4"/>
                      <a:pt x="28" y="5"/>
                    </a:cubicBezTo>
                    <a:cubicBezTo>
                      <a:pt x="39" y="8"/>
                      <a:pt x="44" y="6"/>
                      <a:pt x="54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3" name="Freeform 136">
                <a:extLst>
                  <a:ext uri="{FF2B5EF4-FFF2-40B4-BE49-F238E27FC236}">
                    <a16:creationId xmlns:a16="http://schemas.microsoft.com/office/drawing/2014/main" id="{BD5E340C-4C97-4902-91B1-48DDA7854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3714"/>
                <a:ext cx="131" cy="39"/>
              </a:xfrm>
              <a:custGeom>
                <a:avLst/>
                <a:gdLst>
                  <a:gd name="T0" fmla="*/ 0 w 58"/>
                  <a:gd name="T1" fmla="*/ 29 h 16"/>
                  <a:gd name="T2" fmla="*/ 413 w 58"/>
                  <a:gd name="T3" fmla="*/ 59 h 16"/>
                  <a:gd name="T4" fmla="*/ 669 w 58"/>
                  <a:gd name="T5" fmla="*/ 23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6">
                    <a:moveTo>
                      <a:pt x="0" y="2"/>
                    </a:moveTo>
                    <a:cubicBezTo>
                      <a:pt x="11" y="5"/>
                      <a:pt x="24" y="0"/>
                      <a:pt x="36" y="4"/>
                    </a:cubicBezTo>
                    <a:cubicBezTo>
                      <a:pt x="42" y="6"/>
                      <a:pt x="54" y="11"/>
                      <a:pt x="58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4" name="Freeform 137">
                <a:extLst>
                  <a:ext uri="{FF2B5EF4-FFF2-40B4-BE49-F238E27FC236}">
                    <a16:creationId xmlns:a16="http://schemas.microsoft.com/office/drawing/2014/main" id="{FCA492CD-4D61-46BB-A9F5-A52B8480D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760"/>
                <a:ext cx="127" cy="41"/>
              </a:xfrm>
              <a:custGeom>
                <a:avLst/>
                <a:gdLst>
                  <a:gd name="T0" fmla="*/ 0 w 56"/>
                  <a:gd name="T1" fmla="*/ 0 h 17"/>
                  <a:gd name="T2" fmla="*/ 376 w 56"/>
                  <a:gd name="T3" fmla="*/ 227 h 17"/>
                  <a:gd name="T4" fmla="*/ 653 w 56"/>
                  <a:gd name="T5" fmla="*/ 1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7">
                    <a:moveTo>
                      <a:pt x="0" y="0"/>
                    </a:moveTo>
                    <a:cubicBezTo>
                      <a:pt x="6" y="8"/>
                      <a:pt x="22" y="17"/>
                      <a:pt x="32" y="16"/>
                    </a:cubicBezTo>
                    <a:cubicBezTo>
                      <a:pt x="40" y="16"/>
                      <a:pt x="49" y="13"/>
                      <a:pt x="56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5" name="Freeform 138">
                <a:extLst>
                  <a:ext uri="{FF2B5EF4-FFF2-40B4-BE49-F238E27FC236}">
                    <a16:creationId xmlns:a16="http://schemas.microsoft.com/office/drawing/2014/main" id="{55699F6B-48CA-405A-B047-02F2FEE53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3813"/>
                <a:ext cx="120" cy="49"/>
              </a:xfrm>
              <a:custGeom>
                <a:avLst/>
                <a:gdLst>
                  <a:gd name="T0" fmla="*/ 0 w 53"/>
                  <a:gd name="T1" fmla="*/ 162 h 20"/>
                  <a:gd name="T2" fmla="*/ 405 w 53"/>
                  <a:gd name="T3" fmla="*/ 103 h 20"/>
                  <a:gd name="T4" fmla="*/ 616 w 53"/>
                  <a:gd name="T5" fmla="*/ 29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0">
                    <a:moveTo>
                      <a:pt x="0" y="11"/>
                    </a:moveTo>
                    <a:cubicBezTo>
                      <a:pt x="12" y="9"/>
                      <a:pt x="23" y="0"/>
                      <a:pt x="35" y="7"/>
                    </a:cubicBezTo>
                    <a:cubicBezTo>
                      <a:pt x="41" y="11"/>
                      <a:pt x="47" y="17"/>
                      <a:pt x="53" y="2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6" name="Freeform 139">
                <a:extLst>
                  <a:ext uri="{FF2B5EF4-FFF2-40B4-BE49-F238E27FC236}">
                    <a16:creationId xmlns:a16="http://schemas.microsoft.com/office/drawing/2014/main" id="{10030E78-D068-4EB0-97E9-D3CF72D87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3961"/>
                <a:ext cx="90" cy="7"/>
              </a:xfrm>
              <a:custGeom>
                <a:avLst/>
                <a:gdLst>
                  <a:gd name="T0" fmla="*/ 0 w 40"/>
                  <a:gd name="T1" fmla="*/ 0 h 3"/>
                  <a:gd name="T2" fmla="*/ 457 w 40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">
                    <a:moveTo>
                      <a:pt x="0" y="0"/>
                    </a:moveTo>
                    <a:cubicBezTo>
                      <a:pt x="8" y="3"/>
                      <a:pt x="32" y="2"/>
                      <a:pt x="4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7" name="Freeform 140">
                <a:extLst>
                  <a:ext uri="{FF2B5EF4-FFF2-40B4-BE49-F238E27FC236}">
                    <a16:creationId xmlns:a16="http://schemas.microsoft.com/office/drawing/2014/main" id="{85B725F4-DAE0-4F00-8A5A-B2F33FE79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3149"/>
                <a:ext cx="102" cy="53"/>
              </a:xfrm>
              <a:custGeom>
                <a:avLst/>
                <a:gdLst>
                  <a:gd name="T0" fmla="*/ 0 w 45"/>
                  <a:gd name="T1" fmla="*/ 157 h 22"/>
                  <a:gd name="T2" fmla="*/ 524 w 45"/>
                  <a:gd name="T3" fmla="*/ 30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0" y="11"/>
                    </a:moveTo>
                    <a:cubicBezTo>
                      <a:pt x="14" y="0"/>
                      <a:pt x="37" y="6"/>
                      <a:pt x="45" y="2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8" name="Freeform 141">
                <a:extLst>
                  <a:ext uri="{FF2B5EF4-FFF2-40B4-BE49-F238E27FC236}">
                    <a16:creationId xmlns:a16="http://schemas.microsoft.com/office/drawing/2014/main" id="{5AEB6A70-A526-4DD9-A5B9-EC2400622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234"/>
                <a:ext cx="111" cy="26"/>
              </a:xfrm>
              <a:custGeom>
                <a:avLst/>
                <a:gdLst>
                  <a:gd name="T0" fmla="*/ 0 w 49"/>
                  <a:gd name="T1" fmla="*/ 0 h 11"/>
                  <a:gd name="T2" fmla="*/ 369 w 49"/>
                  <a:gd name="T3" fmla="*/ 66 h 11"/>
                  <a:gd name="T4" fmla="*/ 569 w 4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1">
                    <a:moveTo>
                      <a:pt x="0" y="0"/>
                    </a:moveTo>
                    <a:cubicBezTo>
                      <a:pt x="10" y="10"/>
                      <a:pt x="20" y="11"/>
                      <a:pt x="32" y="5"/>
                    </a:cubicBezTo>
                    <a:cubicBezTo>
                      <a:pt x="38" y="2"/>
                      <a:pt x="43" y="1"/>
                      <a:pt x="4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9" name="Freeform 142">
                <a:extLst>
                  <a:ext uri="{FF2B5EF4-FFF2-40B4-BE49-F238E27FC236}">
                    <a16:creationId xmlns:a16="http://schemas.microsoft.com/office/drawing/2014/main" id="{AA5449D1-4C62-4A99-82D5-8F79D2374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3236"/>
                <a:ext cx="108" cy="41"/>
              </a:xfrm>
              <a:custGeom>
                <a:avLst/>
                <a:gdLst>
                  <a:gd name="T0" fmla="*/ 0 w 48"/>
                  <a:gd name="T1" fmla="*/ 0 h 17"/>
                  <a:gd name="T2" fmla="*/ 308 w 48"/>
                  <a:gd name="T3" fmla="*/ 227 h 17"/>
                  <a:gd name="T4" fmla="*/ 547 w 48"/>
                  <a:gd name="T5" fmla="*/ 11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0"/>
                    </a:moveTo>
                    <a:cubicBezTo>
                      <a:pt x="6" y="8"/>
                      <a:pt x="16" y="17"/>
                      <a:pt x="27" y="16"/>
                    </a:cubicBezTo>
                    <a:cubicBezTo>
                      <a:pt x="34" y="15"/>
                      <a:pt x="41" y="11"/>
                      <a:pt x="48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0" name="Freeform 143">
                <a:extLst>
                  <a:ext uri="{FF2B5EF4-FFF2-40B4-BE49-F238E27FC236}">
                    <a16:creationId xmlns:a16="http://schemas.microsoft.com/office/drawing/2014/main" id="{D7DB8797-A86E-4DFF-9AAC-8B8BA0780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299"/>
                <a:ext cx="113" cy="44"/>
              </a:xfrm>
              <a:custGeom>
                <a:avLst/>
                <a:gdLst>
                  <a:gd name="T0" fmla="*/ 0 w 50"/>
                  <a:gd name="T1" fmla="*/ 120 h 18"/>
                  <a:gd name="T2" fmla="*/ 368 w 50"/>
                  <a:gd name="T3" fmla="*/ 59 h 18"/>
                  <a:gd name="T4" fmla="*/ 576 w 50"/>
                  <a:gd name="T5" fmla="*/ 220 h 18"/>
                  <a:gd name="T6" fmla="*/ 321 w 50"/>
                  <a:gd name="T7" fmla="*/ 23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8">
                    <a:moveTo>
                      <a:pt x="0" y="8"/>
                    </a:moveTo>
                    <a:cubicBezTo>
                      <a:pt x="11" y="3"/>
                      <a:pt x="21" y="0"/>
                      <a:pt x="32" y="4"/>
                    </a:cubicBezTo>
                    <a:cubicBezTo>
                      <a:pt x="37" y="6"/>
                      <a:pt x="48" y="10"/>
                      <a:pt x="50" y="15"/>
                    </a:cubicBezTo>
                    <a:cubicBezTo>
                      <a:pt x="43" y="15"/>
                      <a:pt x="35" y="18"/>
                      <a:pt x="28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1" name="Freeform 144">
                <a:extLst>
                  <a:ext uri="{FF2B5EF4-FFF2-40B4-BE49-F238E27FC236}">
                    <a16:creationId xmlns:a16="http://schemas.microsoft.com/office/drawing/2014/main" id="{83EBB3D9-1E9E-4D77-9D4E-28E3DA283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3330"/>
                <a:ext cx="72" cy="13"/>
              </a:xfrm>
              <a:custGeom>
                <a:avLst/>
                <a:gdLst>
                  <a:gd name="T0" fmla="*/ 0 w 32"/>
                  <a:gd name="T1" fmla="*/ 34 h 5"/>
                  <a:gd name="T2" fmla="*/ 194 w 32"/>
                  <a:gd name="T3" fmla="*/ 68 h 5"/>
                  <a:gd name="T4" fmla="*/ 365 w 32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">
                    <a:moveTo>
                      <a:pt x="0" y="2"/>
                    </a:moveTo>
                    <a:cubicBezTo>
                      <a:pt x="6" y="2"/>
                      <a:pt x="11" y="5"/>
                      <a:pt x="17" y="4"/>
                    </a:cubicBezTo>
                    <a:cubicBezTo>
                      <a:pt x="22" y="3"/>
                      <a:pt x="27" y="2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2" name="Freeform 145">
                <a:extLst>
                  <a:ext uri="{FF2B5EF4-FFF2-40B4-BE49-F238E27FC236}">
                    <a16:creationId xmlns:a16="http://schemas.microsoft.com/office/drawing/2014/main" id="{02E0B670-8D34-4481-A7F9-603D57F63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3355"/>
                <a:ext cx="50" cy="12"/>
              </a:xfrm>
              <a:custGeom>
                <a:avLst/>
                <a:gdLst>
                  <a:gd name="T0" fmla="*/ 0 w 22"/>
                  <a:gd name="T1" fmla="*/ 58 h 5"/>
                  <a:gd name="T2" fmla="*/ 259 w 2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">
                    <a:moveTo>
                      <a:pt x="0" y="4"/>
                    </a:moveTo>
                    <a:cubicBezTo>
                      <a:pt x="7" y="5"/>
                      <a:pt x="17" y="0"/>
                      <a:pt x="22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3" name="Freeform 146">
                <a:extLst>
                  <a:ext uri="{FF2B5EF4-FFF2-40B4-BE49-F238E27FC236}">
                    <a16:creationId xmlns:a16="http://schemas.microsoft.com/office/drawing/2014/main" id="{008CD3EF-55D4-4321-B469-41962E687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3396"/>
                <a:ext cx="129" cy="58"/>
              </a:xfrm>
              <a:custGeom>
                <a:avLst/>
                <a:gdLst>
                  <a:gd name="T0" fmla="*/ 0 w 57"/>
                  <a:gd name="T1" fmla="*/ 0 h 24"/>
                  <a:gd name="T2" fmla="*/ 661 w 57"/>
                  <a:gd name="T3" fmla="*/ 14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4">
                    <a:moveTo>
                      <a:pt x="0" y="0"/>
                    </a:moveTo>
                    <a:cubicBezTo>
                      <a:pt x="11" y="17"/>
                      <a:pt x="40" y="24"/>
                      <a:pt x="57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4" name="Freeform 147">
                <a:extLst>
                  <a:ext uri="{FF2B5EF4-FFF2-40B4-BE49-F238E27FC236}">
                    <a16:creationId xmlns:a16="http://schemas.microsoft.com/office/drawing/2014/main" id="{EC0496F4-844D-4BC9-B420-9AD3EDBCA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495"/>
                <a:ext cx="59" cy="46"/>
              </a:xfrm>
              <a:custGeom>
                <a:avLst/>
                <a:gdLst>
                  <a:gd name="T0" fmla="*/ 0 w 26"/>
                  <a:gd name="T1" fmla="*/ 0 h 19"/>
                  <a:gd name="T2" fmla="*/ 186 w 26"/>
                  <a:gd name="T3" fmla="*/ 111 h 19"/>
                  <a:gd name="T4" fmla="*/ 304 w 26"/>
                  <a:gd name="T5" fmla="*/ 26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9">
                    <a:moveTo>
                      <a:pt x="0" y="0"/>
                    </a:moveTo>
                    <a:cubicBezTo>
                      <a:pt x="2" y="4"/>
                      <a:pt x="12" y="5"/>
                      <a:pt x="16" y="8"/>
                    </a:cubicBezTo>
                    <a:cubicBezTo>
                      <a:pt x="21" y="11"/>
                      <a:pt x="24" y="14"/>
                      <a:pt x="26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5" name="Freeform 148">
                <a:extLst>
                  <a:ext uri="{FF2B5EF4-FFF2-40B4-BE49-F238E27FC236}">
                    <a16:creationId xmlns:a16="http://schemas.microsoft.com/office/drawing/2014/main" id="{591EAF52-426B-4F07-BD02-903C19827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3497"/>
                <a:ext cx="115" cy="48"/>
              </a:xfrm>
              <a:custGeom>
                <a:avLst/>
                <a:gdLst>
                  <a:gd name="T0" fmla="*/ 0 w 51"/>
                  <a:gd name="T1" fmla="*/ 0 h 20"/>
                  <a:gd name="T2" fmla="*/ 300 w 51"/>
                  <a:gd name="T3" fmla="*/ 264 h 20"/>
                  <a:gd name="T4" fmla="*/ 584 w 51"/>
                  <a:gd name="T5" fmla="*/ 14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0">
                    <a:moveTo>
                      <a:pt x="0" y="0"/>
                    </a:moveTo>
                    <a:cubicBezTo>
                      <a:pt x="5" y="9"/>
                      <a:pt x="16" y="19"/>
                      <a:pt x="26" y="19"/>
                    </a:cubicBezTo>
                    <a:cubicBezTo>
                      <a:pt x="36" y="20"/>
                      <a:pt x="44" y="15"/>
                      <a:pt x="51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6" name="Freeform 149">
                <a:extLst>
                  <a:ext uri="{FF2B5EF4-FFF2-40B4-BE49-F238E27FC236}">
                    <a16:creationId xmlns:a16="http://schemas.microsoft.com/office/drawing/2014/main" id="{2A137AD9-FDFC-42CF-962E-FB477B92B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3538"/>
                <a:ext cx="204" cy="44"/>
              </a:xfrm>
              <a:custGeom>
                <a:avLst/>
                <a:gdLst>
                  <a:gd name="T0" fmla="*/ 0 w 90"/>
                  <a:gd name="T1" fmla="*/ 71 h 18"/>
                  <a:gd name="T2" fmla="*/ 397 w 90"/>
                  <a:gd name="T3" fmla="*/ 59 h 18"/>
                  <a:gd name="T4" fmla="*/ 560 w 90"/>
                  <a:gd name="T5" fmla="*/ 191 h 18"/>
                  <a:gd name="T6" fmla="*/ 605 w 90"/>
                  <a:gd name="T7" fmla="*/ 252 h 18"/>
                  <a:gd name="T8" fmla="*/ 848 w 90"/>
                  <a:gd name="T9" fmla="*/ 103 h 18"/>
                  <a:gd name="T10" fmla="*/ 1047 w 90"/>
                  <a:gd name="T11" fmla="*/ 7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18">
                    <a:moveTo>
                      <a:pt x="0" y="5"/>
                    </a:moveTo>
                    <a:cubicBezTo>
                      <a:pt x="10" y="0"/>
                      <a:pt x="24" y="0"/>
                      <a:pt x="34" y="4"/>
                    </a:cubicBezTo>
                    <a:cubicBezTo>
                      <a:pt x="39" y="6"/>
                      <a:pt x="43" y="9"/>
                      <a:pt x="48" y="13"/>
                    </a:cubicBezTo>
                    <a:cubicBezTo>
                      <a:pt x="49" y="15"/>
                      <a:pt x="49" y="17"/>
                      <a:pt x="52" y="17"/>
                    </a:cubicBezTo>
                    <a:cubicBezTo>
                      <a:pt x="57" y="18"/>
                      <a:pt x="68" y="9"/>
                      <a:pt x="73" y="7"/>
                    </a:cubicBezTo>
                    <a:cubicBezTo>
                      <a:pt x="79" y="5"/>
                      <a:pt x="85" y="5"/>
                      <a:pt x="9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7" name="Freeform 150">
                <a:extLst>
                  <a:ext uri="{FF2B5EF4-FFF2-40B4-BE49-F238E27FC236}">
                    <a16:creationId xmlns:a16="http://schemas.microsoft.com/office/drawing/2014/main" id="{0DE91195-05FF-46E9-A33C-8E2170C83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3584"/>
                <a:ext cx="93" cy="31"/>
              </a:xfrm>
              <a:custGeom>
                <a:avLst/>
                <a:gdLst>
                  <a:gd name="T0" fmla="*/ 0 w 41"/>
                  <a:gd name="T1" fmla="*/ 0 h 13"/>
                  <a:gd name="T2" fmla="*/ 222 w 41"/>
                  <a:gd name="T3" fmla="*/ 148 h 13"/>
                  <a:gd name="T4" fmla="*/ 479 w 41"/>
                  <a:gd name="T5" fmla="*/ 11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3">
                    <a:moveTo>
                      <a:pt x="0" y="0"/>
                    </a:moveTo>
                    <a:cubicBezTo>
                      <a:pt x="4" y="5"/>
                      <a:pt x="12" y="10"/>
                      <a:pt x="19" y="11"/>
                    </a:cubicBezTo>
                    <a:cubicBezTo>
                      <a:pt x="27" y="13"/>
                      <a:pt x="35" y="9"/>
                      <a:pt x="41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8" name="Freeform 151">
                <a:extLst>
                  <a:ext uri="{FF2B5EF4-FFF2-40B4-BE49-F238E27FC236}">
                    <a16:creationId xmlns:a16="http://schemas.microsoft.com/office/drawing/2014/main" id="{8B93925C-2793-48F1-AB7A-E1346942D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3557"/>
                <a:ext cx="97" cy="34"/>
              </a:xfrm>
              <a:custGeom>
                <a:avLst/>
                <a:gdLst>
                  <a:gd name="T0" fmla="*/ 0 w 43"/>
                  <a:gd name="T1" fmla="*/ 0 h 14"/>
                  <a:gd name="T2" fmla="*/ 239 w 43"/>
                  <a:gd name="T3" fmla="*/ 202 h 14"/>
                  <a:gd name="T4" fmla="*/ 494 w 43"/>
                  <a:gd name="T5" fmla="*/ 14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4">
                    <a:moveTo>
                      <a:pt x="0" y="0"/>
                    </a:moveTo>
                    <a:cubicBezTo>
                      <a:pt x="6" y="7"/>
                      <a:pt x="12" y="13"/>
                      <a:pt x="21" y="14"/>
                    </a:cubicBezTo>
                    <a:cubicBezTo>
                      <a:pt x="29" y="14"/>
                      <a:pt x="36" y="12"/>
                      <a:pt x="43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9" name="Freeform 152">
                <a:extLst>
                  <a:ext uri="{FF2B5EF4-FFF2-40B4-BE49-F238E27FC236}">
                    <a16:creationId xmlns:a16="http://schemas.microsoft.com/office/drawing/2014/main" id="{CC71487A-088C-46DB-957C-CA3961CE5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3618"/>
                <a:ext cx="134" cy="55"/>
              </a:xfrm>
              <a:custGeom>
                <a:avLst/>
                <a:gdLst>
                  <a:gd name="T0" fmla="*/ 0 w 59"/>
                  <a:gd name="T1" fmla="*/ 136 h 23"/>
                  <a:gd name="T2" fmla="*/ 422 w 59"/>
                  <a:gd name="T3" fmla="*/ 69 h 23"/>
                  <a:gd name="T4" fmla="*/ 690 w 59"/>
                  <a:gd name="T5" fmla="*/ 3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3">
                    <a:moveTo>
                      <a:pt x="0" y="10"/>
                    </a:moveTo>
                    <a:cubicBezTo>
                      <a:pt x="13" y="9"/>
                      <a:pt x="23" y="0"/>
                      <a:pt x="36" y="5"/>
                    </a:cubicBezTo>
                    <a:cubicBezTo>
                      <a:pt x="46" y="9"/>
                      <a:pt x="52" y="16"/>
                      <a:pt x="59" y="2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0" name="Freeform 153">
                <a:extLst>
                  <a:ext uri="{FF2B5EF4-FFF2-40B4-BE49-F238E27FC236}">
                    <a16:creationId xmlns:a16="http://schemas.microsoft.com/office/drawing/2014/main" id="{9CC9B61B-AB34-4CF8-A067-E5BA58C4B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3710"/>
                <a:ext cx="111" cy="29"/>
              </a:xfrm>
              <a:custGeom>
                <a:avLst/>
                <a:gdLst>
                  <a:gd name="T0" fmla="*/ 0 w 49"/>
                  <a:gd name="T1" fmla="*/ 0 h 12"/>
                  <a:gd name="T2" fmla="*/ 360 w 49"/>
                  <a:gd name="T3" fmla="*/ 157 h 12"/>
                  <a:gd name="T4" fmla="*/ 569 w 49"/>
                  <a:gd name="T5" fmla="*/ 11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2">
                    <a:moveTo>
                      <a:pt x="0" y="0"/>
                    </a:moveTo>
                    <a:cubicBezTo>
                      <a:pt x="10" y="7"/>
                      <a:pt x="18" y="12"/>
                      <a:pt x="31" y="11"/>
                    </a:cubicBezTo>
                    <a:cubicBezTo>
                      <a:pt x="36" y="10"/>
                      <a:pt x="44" y="6"/>
                      <a:pt x="49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1" name="Freeform 154">
                <a:extLst>
                  <a:ext uri="{FF2B5EF4-FFF2-40B4-BE49-F238E27FC236}">
                    <a16:creationId xmlns:a16="http://schemas.microsoft.com/office/drawing/2014/main" id="{D52D962B-7B2A-412E-824B-B1591C67C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3746"/>
                <a:ext cx="186" cy="53"/>
              </a:xfrm>
              <a:custGeom>
                <a:avLst/>
                <a:gdLst>
                  <a:gd name="T0" fmla="*/ 0 w 82"/>
                  <a:gd name="T1" fmla="*/ 82 h 22"/>
                  <a:gd name="T2" fmla="*/ 268 w 82"/>
                  <a:gd name="T3" fmla="*/ 29 h 22"/>
                  <a:gd name="T4" fmla="*/ 560 w 82"/>
                  <a:gd name="T5" fmla="*/ 239 h 22"/>
                  <a:gd name="T6" fmla="*/ 957 w 82"/>
                  <a:gd name="T7" fmla="*/ 21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22">
                    <a:moveTo>
                      <a:pt x="0" y="6"/>
                    </a:moveTo>
                    <a:cubicBezTo>
                      <a:pt x="8" y="5"/>
                      <a:pt x="14" y="0"/>
                      <a:pt x="23" y="2"/>
                    </a:cubicBezTo>
                    <a:cubicBezTo>
                      <a:pt x="32" y="4"/>
                      <a:pt x="39" y="13"/>
                      <a:pt x="48" y="17"/>
                    </a:cubicBezTo>
                    <a:cubicBezTo>
                      <a:pt x="60" y="22"/>
                      <a:pt x="71" y="16"/>
                      <a:pt x="82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2" name="Freeform 155">
                <a:extLst>
                  <a:ext uri="{FF2B5EF4-FFF2-40B4-BE49-F238E27FC236}">
                    <a16:creationId xmlns:a16="http://schemas.microsoft.com/office/drawing/2014/main" id="{D89E7533-9FE1-4307-89DF-8C76F559A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826"/>
                <a:ext cx="138" cy="48"/>
              </a:xfrm>
              <a:custGeom>
                <a:avLst/>
                <a:gdLst>
                  <a:gd name="T0" fmla="*/ 0 w 61"/>
                  <a:gd name="T1" fmla="*/ 98 h 20"/>
                  <a:gd name="T2" fmla="*/ 414 w 61"/>
                  <a:gd name="T3" fmla="*/ 70 h 20"/>
                  <a:gd name="T4" fmla="*/ 706 w 61"/>
                  <a:gd name="T5" fmla="*/ 27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0">
                    <a:moveTo>
                      <a:pt x="0" y="7"/>
                    </a:moveTo>
                    <a:cubicBezTo>
                      <a:pt x="14" y="7"/>
                      <a:pt x="22" y="0"/>
                      <a:pt x="36" y="5"/>
                    </a:cubicBezTo>
                    <a:cubicBezTo>
                      <a:pt x="47" y="9"/>
                      <a:pt x="53" y="11"/>
                      <a:pt x="61" y="2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3" name="Freeform 156">
                <a:extLst>
                  <a:ext uri="{FF2B5EF4-FFF2-40B4-BE49-F238E27FC236}">
                    <a16:creationId xmlns:a16="http://schemas.microsoft.com/office/drawing/2014/main" id="{FEF4D6D4-14BF-45B1-974B-C617B6DA5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3915"/>
                <a:ext cx="93" cy="46"/>
              </a:xfrm>
              <a:custGeom>
                <a:avLst/>
                <a:gdLst>
                  <a:gd name="T0" fmla="*/ 0 w 41"/>
                  <a:gd name="T1" fmla="*/ 0 h 19"/>
                  <a:gd name="T2" fmla="*/ 479 w 41"/>
                  <a:gd name="T3" fmla="*/ 21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9">
                    <a:moveTo>
                      <a:pt x="0" y="0"/>
                    </a:moveTo>
                    <a:cubicBezTo>
                      <a:pt x="0" y="13"/>
                      <a:pt x="31" y="19"/>
                      <a:pt x="41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4" name="Freeform 157">
                <a:extLst>
                  <a:ext uri="{FF2B5EF4-FFF2-40B4-BE49-F238E27FC236}">
                    <a16:creationId xmlns:a16="http://schemas.microsoft.com/office/drawing/2014/main" id="{FA190609-F00C-4F4A-9BBF-5DE0C0959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3949"/>
                <a:ext cx="106" cy="41"/>
              </a:xfrm>
              <a:custGeom>
                <a:avLst/>
                <a:gdLst>
                  <a:gd name="T0" fmla="*/ 0 w 47"/>
                  <a:gd name="T1" fmla="*/ 0 h 17"/>
                  <a:gd name="T2" fmla="*/ 539 w 47"/>
                  <a:gd name="T3" fmla="*/ 14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7">
                    <a:moveTo>
                      <a:pt x="0" y="0"/>
                    </a:moveTo>
                    <a:cubicBezTo>
                      <a:pt x="11" y="17"/>
                      <a:pt x="30" y="10"/>
                      <a:pt x="47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5" name="Freeform 158">
                <a:extLst>
                  <a:ext uri="{FF2B5EF4-FFF2-40B4-BE49-F238E27FC236}">
                    <a16:creationId xmlns:a16="http://schemas.microsoft.com/office/drawing/2014/main" id="{BD153CF2-A3BA-4FD0-91CA-D288B91B1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3898"/>
                <a:ext cx="106" cy="34"/>
              </a:xfrm>
              <a:custGeom>
                <a:avLst/>
                <a:gdLst>
                  <a:gd name="T0" fmla="*/ 0 w 47"/>
                  <a:gd name="T1" fmla="*/ 0 h 14"/>
                  <a:gd name="T2" fmla="*/ 275 w 47"/>
                  <a:gd name="T3" fmla="*/ 189 h 14"/>
                  <a:gd name="T4" fmla="*/ 539 w 47"/>
                  <a:gd name="T5" fmla="*/ 4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9" y="5"/>
                      <a:pt x="14" y="14"/>
                      <a:pt x="24" y="13"/>
                    </a:cubicBezTo>
                    <a:cubicBezTo>
                      <a:pt x="31" y="12"/>
                      <a:pt x="42" y="7"/>
                      <a:pt x="47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6" name="Freeform 159">
                <a:extLst>
                  <a:ext uri="{FF2B5EF4-FFF2-40B4-BE49-F238E27FC236}">
                    <a16:creationId xmlns:a16="http://schemas.microsoft.com/office/drawing/2014/main" id="{3F0E12EA-E741-4FD9-B876-FCD0E3B6E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3857"/>
                <a:ext cx="89" cy="24"/>
              </a:xfrm>
              <a:custGeom>
                <a:avLst/>
                <a:gdLst>
                  <a:gd name="T0" fmla="*/ 0 w 39"/>
                  <a:gd name="T1" fmla="*/ 41 h 10"/>
                  <a:gd name="T2" fmla="*/ 288 w 39"/>
                  <a:gd name="T3" fmla="*/ 12 h 10"/>
                  <a:gd name="T4" fmla="*/ 463 w 39"/>
                  <a:gd name="T5" fmla="*/ 1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0">
                    <a:moveTo>
                      <a:pt x="0" y="3"/>
                    </a:moveTo>
                    <a:cubicBezTo>
                      <a:pt x="8" y="3"/>
                      <a:pt x="16" y="0"/>
                      <a:pt x="24" y="1"/>
                    </a:cubicBezTo>
                    <a:cubicBezTo>
                      <a:pt x="30" y="2"/>
                      <a:pt x="34" y="9"/>
                      <a:pt x="39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7" name="Freeform 160">
                <a:extLst>
                  <a:ext uri="{FF2B5EF4-FFF2-40B4-BE49-F238E27FC236}">
                    <a16:creationId xmlns:a16="http://schemas.microsoft.com/office/drawing/2014/main" id="{B6C268FB-D631-497B-9355-D127F7A73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3874"/>
                <a:ext cx="122" cy="41"/>
              </a:xfrm>
              <a:custGeom>
                <a:avLst/>
                <a:gdLst>
                  <a:gd name="T0" fmla="*/ 0 w 54"/>
                  <a:gd name="T1" fmla="*/ 99 h 17"/>
                  <a:gd name="T2" fmla="*/ 624 w 54"/>
                  <a:gd name="T3" fmla="*/ 239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7">
                    <a:moveTo>
                      <a:pt x="0" y="7"/>
                    </a:moveTo>
                    <a:cubicBezTo>
                      <a:pt x="19" y="3"/>
                      <a:pt x="39" y="0"/>
                      <a:pt x="54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8" name="Freeform 161">
                <a:extLst>
                  <a:ext uri="{FF2B5EF4-FFF2-40B4-BE49-F238E27FC236}">
                    <a16:creationId xmlns:a16="http://schemas.microsoft.com/office/drawing/2014/main" id="{CC678062-22E7-4011-A785-17FC73F48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961"/>
                <a:ext cx="407" cy="140"/>
              </a:xfrm>
              <a:custGeom>
                <a:avLst/>
                <a:gdLst>
                  <a:gd name="T0" fmla="*/ 0 w 180"/>
                  <a:gd name="T1" fmla="*/ 0 h 58"/>
                  <a:gd name="T2" fmla="*/ 321 w 180"/>
                  <a:gd name="T3" fmla="*/ 251 h 58"/>
                  <a:gd name="T4" fmla="*/ 506 w 180"/>
                  <a:gd name="T5" fmla="*/ 379 h 58"/>
                  <a:gd name="T6" fmla="*/ 762 w 180"/>
                  <a:gd name="T7" fmla="*/ 565 h 58"/>
                  <a:gd name="T8" fmla="*/ 1180 w 180"/>
                  <a:gd name="T9" fmla="*/ 804 h 58"/>
                  <a:gd name="T10" fmla="*/ 1330 w 180"/>
                  <a:gd name="T11" fmla="*/ 717 h 58"/>
                  <a:gd name="T12" fmla="*/ 1492 w 180"/>
                  <a:gd name="T13" fmla="*/ 734 h 58"/>
                  <a:gd name="T14" fmla="*/ 1605 w 180"/>
                  <a:gd name="T15" fmla="*/ 758 h 58"/>
                  <a:gd name="T16" fmla="*/ 1734 w 180"/>
                  <a:gd name="T17" fmla="*/ 647 h 58"/>
                  <a:gd name="T18" fmla="*/ 2010 w 180"/>
                  <a:gd name="T19" fmla="*/ 565 h 58"/>
                  <a:gd name="T20" fmla="*/ 2080 w 180"/>
                  <a:gd name="T21" fmla="*/ 338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58">
                    <a:moveTo>
                      <a:pt x="0" y="0"/>
                    </a:moveTo>
                    <a:cubicBezTo>
                      <a:pt x="7" y="12"/>
                      <a:pt x="14" y="19"/>
                      <a:pt x="28" y="18"/>
                    </a:cubicBezTo>
                    <a:cubicBezTo>
                      <a:pt x="38" y="17"/>
                      <a:pt x="41" y="18"/>
                      <a:pt x="44" y="27"/>
                    </a:cubicBezTo>
                    <a:cubicBezTo>
                      <a:pt x="48" y="41"/>
                      <a:pt x="52" y="40"/>
                      <a:pt x="66" y="40"/>
                    </a:cubicBezTo>
                    <a:cubicBezTo>
                      <a:pt x="81" y="40"/>
                      <a:pt x="87" y="57"/>
                      <a:pt x="102" y="57"/>
                    </a:cubicBezTo>
                    <a:cubicBezTo>
                      <a:pt x="109" y="58"/>
                      <a:pt x="110" y="54"/>
                      <a:pt x="115" y="51"/>
                    </a:cubicBezTo>
                    <a:cubicBezTo>
                      <a:pt x="120" y="49"/>
                      <a:pt x="124" y="51"/>
                      <a:pt x="129" y="52"/>
                    </a:cubicBezTo>
                    <a:cubicBezTo>
                      <a:pt x="133" y="53"/>
                      <a:pt x="134" y="56"/>
                      <a:pt x="139" y="54"/>
                    </a:cubicBezTo>
                    <a:cubicBezTo>
                      <a:pt x="143" y="53"/>
                      <a:pt x="145" y="48"/>
                      <a:pt x="150" y="46"/>
                    </a:cubicBezTo>
                    <a:cubicBezTo>
                      <a:pt x="159" y="44"/>
                      <a:pt x="167" y="47"/>
                      <a:pt x="174" y="40"/>
                    </a:cubicBezTo>
                    <a:cubicBezTo>
                      <a:pt x="180" y="34"/>
                      <a:pt x="177" y="29"/>
                      <a:pt x="180" y="2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9" name="Freeform 162">
                <a:extLst>
                  <a:ext uri="{FF2B5EF4-FFF2-40B4-BE49-F238E27FC236}">
                    <a16:creationId xmlns:a16="http://schemas.microsoft.com/office/drawing/2014/main" id="{B41AE73E-0FEA-4264-A46B-9ED596E8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4004"/>
                <a:ext cx="184" cy="133"/>
              </a:xfrm>
              <a:custGeom>
                <a:avLst/>
                <a:gdLst>
                  <a:gd name="T0" fmla="*/ 0 w 81"/>
                  <a:gd name="T1" fmla="*/ 0 h 55"/>
                  <a:gd name="T2" fmla="*/ 118 w 81"/>
                  <a:gd name="T3" fmla="*/ 70 h 55"/>
                  <a:gd name="T4" fmla="*/ 175 w 81"/>
                  <a:gd name="T5" fmla="*/ 239 h 55"/>
                  <a:gd name="T6" fmla="*/ 386 w 81"/>
                  <a:gd name="T7" fmla="*/ 256 h 55"/>
                  <a:gd name="T8" fmla="*/ 516 w 81"/>
                  <a:gd name="T9" fmla="*/ 351 h 55"/>
                  <a:gd name="T10" fmla="*/ 634 w 81"/>
                  <a:gd name="T11" fmla="*/ 498 h 55"/>
                  <a:gd name="T12" fmla="*/ 820 w 81"/>
                  <a:gd name="T13" fmla="*/ 549 h 55"/>
                  <a:gd name="T14" fmla="*/ 950 w 81"/>
                  <a:gd name="T15" fmla="*/ 779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5">
                    <a:moveTo>
                      <a:pt x="0" y="0"/>
                    </a:moveTo>
                    <a:cubicBezTo>
                      <a:pt x="4" y="1"/>
                      <a:pt x="8" y="2"/>
                      <a:pt x="10" y="5"/>
                    </a:cubicBezTo>
                    <a:cubicBezTo>
                      <a:pt x="13" y="9"/>
                      <a:pt x="12" y="14"/>
                      <a:pt x="15" y="17"/>
                    </a:cubicBezTo>
                    <a:cubicBezTo>
                      <a:pt x="19" y="22"/>
                      <a:pt x="27" y="19"/>
                      <a:pt x="33" y="18"/>
                    </a:cubicBezTo>
                    <a:cubicBezTo>
                      <a:pt x="40" y="18"/>
                      <a:pt x="40" y="19"/>
                      <a:pt x="44" y="25"/>
                    </a:cubicBezTo>
                    <a:cubicBezTo>
                      <a:pt x="47" y="29"/>
                      <a:pt x="48" y="33"/>
                      <a:pt x="54" y="35"/>
                    </a:cubicBezTo>
                    <a:cubicBezTo>
                      <a:pt x="59" y="37"/>
                      <a:pt x="65" y="36"/>
                      <a:pt x="70" y="39"/>
                    </a:cubicBezTo>
                    <a:cubicBezTo>
                      <a:pt x="76" y="42"/>
                      <a:pt x="78" y="51"/>
                      <a:pt x="81" y="5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0" name="Freeform 163">
                <a:extLst>
                  <a:ext uri="{FF2B5EF4-FFF2-40B4-BE49-F238E27FC236}">
                    <a16:creationId xmlns:a16="http://schemas.microsoft.com/office/drawing/2014/main" id="{6ED5D2C2-659C-4F73-A13E-AC1496D35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4002"/>
                <a:ext cx="74" cy="55"/>
              </a:xfrm>
              <a:custGeom>
                <a:avLst/>
                <a:gdLst>
                  <a:gd name="T0" fmla="*/ 0 w 33"/>
                  <a:gd name="T1" fmla="*/ 0 h 23"/>
                  <a:gd name="T2" fmla="*/ 157 w 33"/>
                  <a:gd name="T3" fmla="*/ 246 h 23"/>
                  <a:gd name="T4" fmla="*/ 372 w 33"/>
                  <a:gd name="T5" fmla="*/ 23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5" y="5"/>
                      <a:pt x="8" y="15"/>
                      <a:pt x="14" y="18"/>
                    </a:cubicBezTo>
                    <a:cubicBezTo>
                      <a:pt x="21" y="23"/>
                      <a:pt x="26" y="16"/>
                      <a:pt x="33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1" name="Freeform 164">
                <a:extLst>
                  <a:ext uri="{FF2B5EF4-FFF2-40B4-BE49-F238E27FC236}">
                    <a16:creationId xmlns:a16="http://schemas.microsoft.com/office/drawing/2014/main" id="{BFEA0169-32EB-4B52-A72D-89B5078DC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4060"/>
                <a:ext cx="86" cy="36"/>
              </a:xfrm>
              <a:custGeom>
                <a:avLst/>
                <a:gdLst>
                  <a:gd name="T0" fmla="*/ 0 w 38"/>
                  <a:gd name="T1" fmla="*/ 0 h 15"/>
                  <a:gd name="T2" fmla="*/ 220 w 38"/>
                  <a:gd name="T3" fmla="*/ 178 h 15"/>
                  <a:gd name="T4" fmla="*/ 441 w 38"/>
                  <a:gd name="T5" fmla="*/ 16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5">
                    <a:moveTo>
                      <a:pt x="0" y="0"/>
                    </a:moveTo>
                    <a:cubicBezTo>
                      <a:pt x="7" y="5"/>
                      <a:pt x="10" y="11"/>
                      <a:pt x="19" y="13"/>
                    </a:cubicBezTo>
                    <a:cubicBezTo>
                      <a:pt x="26" y="15"/>
                      <a:pt x="31" y="12"/>
                      <a:pt x="38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2" name="Freeform 165">
                <a:extLst>
                  <a:ext uri="{FF2B5EF4-FFF2-40B4-BE49-F238E27FC236}">
                    <a16:creationId xmlns:a16="http://schemas.microsoft.com/office/drawing/2014/main" id="{4F6931CA-EEDF-47C5-8947-F15508FA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4091"/>
                <a:ext cx="213" cy="63"/>
              </a:xfrm>
              <a:custGeom>
                <a:avLst/>
                <a:gdLst>
                  <a:gd name="T0" fmla="*/ 0 w 94"/>
                  <a:gd name="T1" fmla="*/ 0 h 26"/>
                  <a:gd name="T2" fmla="*/ 247 w 94"/>
                  <a:gd name="T3" fmla="*/ 269 h 26"/>
                  <a:gd name="T4" fmla="*/ 596 w 94"/>
                  <a:gd name="T5" fmla="*/ 211 h 26"/>
                  <a:gd name="T6" fmla="*/ 746 w 94"/>
                  <a:gd name="T7" fmla="*/ 330 h 26"/>
                  <a:gd name="T8" fmla="*/ 945 w 94"/>
                  <a:gd name="T9" fmla="*/ 300 h 26"/>
                  <a:gd name="T10" fmla="*/ 1094 w 94"/>
                  <a:gd name="T11" fmla="*/ 41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26">
                    <a:moveTo>
                      <a:pt x="0" y="0"/>
                    </a:moveTo>
                    <a:cubicBezTo>
                      <a:pt x="3" y="8"/>
                      <a:pt x="12" y="17"/>
                      <a:pt x="21" y="19"/>
                    </a:cubicBezTo>
                    <a:cubicBezTo>
                      <a:pt x="31" y="21"/>
                      <a:pt x="42" y="16"/>
                      <a:pt x="51" y="15"/>
                    </a:cubicBezTo>
                    <a:cubicBezTo>
                      <a:pt x="59" y="14"/>
                      <a:pt x="59" y="19"/>
                      <a:pt x="64" y="23"/>
                    </a:cubicBezTo>
                    <a:cubicBezTo>
                      <a:pt x="70" y="26"/>
                      <a:pt x="75" y="24"/>
                      <a:pt x="81" y="21"/>
                    </a:cubicBezTo>
                    <a:cubicBezTo>
                      <a:pt x="90" y="16"/>
                      <a:pt x="89" y="10"/>
                      <a:pt x="94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3" name="Freeform 166">
                <a:extLst>
                  <a:ext uri="{FF2B5EF4-FFF2-40B4-BE49-F238E27FC236}">
                    <a16:creationId xmlns:a16="http://schemas.microsoft.com/office/drawing/2014/main" id="{5FEFEE40-2070-4B3B-A277-8744B7BF8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4101"/>
                <a:ext cx="84" cy="31"/>
              </a:xfrm>
              <a:custGeom>
                <a:avLst/>
                <a:gdLst>
                  <a:gd name="T0" fmla="*/ 0 w 37"/>
                  <a:gd name="T1" fmla="*/ 176 h 13"/>
                  <a:gd name="T2" fmla="*/ 211 w 37"/>
                  <a:gd name="T3" fmla="*/ 29 h 13"/>
                  <a:gd name="T4" fmla="*/ 434 w 3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3">
                    <a:moveTo>
                      <a:pt x="0" y="13"/>
                    </a:moveTo>
                    <a:cubicBezTo>
                      <a:pt x="7" y="9"/>
                      <a:pt x="10" y="4"/>
                      <a:pt x="18" y="2"/>
                    </a:cubicBezTo>
                    <a:cubicBezTo>
                      <a:pt x="24" y="0"/>
                      <a:pt x="32" y="2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4" name="Freeform 167">
                <a:extLst>
                  <a:ext uri="{FF2B5EF4-FFF2-40B4-BE49-F238E27FC236}">
                    <a16:creationId xmlns:a16="http://schemas.microsoft.com/office/drawing/2014/main" id="{788F7922-4ED3-4D34-842D-8BD0E3CE0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3760"/>
                <a:ext cx="222" cy="293"/>
              </a:xfrm>
              <a:custGeom>
                <a:avLst/>
                <a:gdLst>
                  <a:gd name="T0" fmla="*/ 0 w 98"/>
                  <a:gd name="T1" fmla="*/ 1678 h 121"/>
                  <a:gd name="T2" fmla="*/ 313 w 98"/>
                  <a:gd name="T3" fmla="*/ 1605 h 121"/>
                  <a:gd name="T4" fmla="*/ 467 w 98"/>
                  <a:gd name="T5" fmla="*/ 1378 h 121"/>
                  <a:gd name="T6" fmla="*/ 523 w 98"/>
                  <a:gd name="T7" fmla="*/ 1208 h 121"/>
                  <a:gd name="T8" fmla="*/ 770 w 98"/>
                  <a:gd name="T9" fmla="*/ 1049 h 121"/>
                  <a:gd name="T10" fmla="*/ 847 w 98"/>
                  <a:gd name="T11" fmla="*/ 768 h 121"/>
                  <a:gd name="T12" fmla="*/ 1058 w 98"/>
                  <a:gd name="T13" fmla="*/ 228 h 121"/>
                  <a:gd name="T14" fmla="*/ 954 w 98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21">
                    <a:moveTo>
                      <a:pt x="0" y="118"/>
                    </a:moveTo>
                    <a:cubicBezTo>
                      <a:pt x="9" y="121"/>
                      <a:pt x="19" y="117"/>
                      <a:pt x="27" y="113"/>
                    </a:cubicBezTo>
                    <a:cubicBezTo>
                      <a:pt x="33" y="109"/>
                      <a:pt x="37" y="105"/>
                      <a:pt x="40" y="97"/>
                    </a:cubicBezTo>
                    <a:cubicBezTo>
                      <a:pt x="42" y="93"/>
                      <a:pt x="42" y="88"/>
                      <a:pt x="45" y="85"/>
                    </a:cubicBezTo>
                    <a:cubicBezTo>
                      <a:pt x="50" y="80"/>
                      <a:pt x="60" y="80"/>
                      <a:pt x="66" y="74"/>
                    </a:cubicBezTo>
                    <a:cubicBezTo>
                      <a:pt x="72" y="67"/>
                      <a:pt x="70" y="61"/>
                      <a:pt x="73" y="54"/>
                    </a:cubicBezTo>
                    <a:cubicBezTo>
                      <a:pt x="79" y="39"/>
                      <a:pt x="98" y="35"/>
                      <a:pt x="91" y="16"/>
                    </a:cubicBezTo>
                    <a:cubicBezTo>
                      <a:pt x="90" y="13"/>
                      <a:pt x="82" y="0"/>
                      <a:pt x="8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5" name="Freeform 168">
                <a:extLst>
                  <a:ext uri="{FF2B5EF4-FFF2-40B4-BE49-F238E27FC236}">
                    <a16:creationId xmlns:a16="http://schemas.microsoft.com/office/drawing/2014/main" id="{FCF66108-8337-4ABE-ACB6-924D6FDFE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5" y="3768"/>
                <a:ext cx="39" cy="111"/>
              </a:xfrm>
              <a:custGeom>
                <a:avLst/>
                <a:gdLst>
                  <a:gd name="T0" fmla="*/ 110 w 17"/>
                  <a:gd name="T1" fmla="*/ 0 h 46"/>
                  <a:gd name="T2" fmla="*/ 57 w 17"/>
                  <a:gd name="T3" fmla="*/ 326 h 46"/>
                  <a:gd name="T4" fmla="*/ 25 w 17"/>
                  <a:gd name="T5" fmla="*/ 64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9" y="0"/>
                    </a:moveTo>
                    <a:cubicBezTo>
                      <a:pt x="17" y="2"/>
                      <a:pt x="7" y="18"/>
                      <a:pt x="5" y="23"/>
                    </a:cubicBezTo>
                    <a:cubicBezTo>
                      <a:pt x="0" y="32"/>
                      <a:pt x="2" y="36"/>
                      <a:pt x="2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6" name="Freeform 169">
                <a:extLst>
                  <a:ext uri="{FF2B5EF4-FFF2-40B4-BE49-F238E27FC236}">
                    <a16:creationId xmlns:a16="http://schemas.microsoft.com/office/drawing/2014/main" id="{3C8DAE0D-7840-415A-9B4F-05DA32191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3842"/>
                <a:ext cx="43" cy="75"/>
              </a:xfrm>
              <a:custGeom>
                <a:avLst/>
                <a:gdLst>
                  <a:gd name="T0" fmla="*/ 220 w 19"/>
                  <a:gd name="T1" fmla="*/ 0 h 31"/>
                  <a:gd name="T2" fmla="*/ 0 w 19"/>
                  <a:gd name="T3" fmla="*/ 43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19" y="0"/>
                    </a:moveTo>
                    <a:cubicBezTo>
                      <a:pt x="19" y="15"/>
                      <a:pt x="12" y="2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7" name="Freeform 170">
                <a:extLst>
                  <a:ext uri="{FF2B5EF4-FFF2-40B4-BE49-F238E27FC236}">
                    <a16:creationId xmlns:a16="http://schemas.microsoft.com/office/drawing/2014/main" id="{F002468B-060E-4D82-931B-7B6421402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3857"/>
                <a:ext cx="63" cy="121"/>
              </a:xfrm>
              <a:custGeom>
                <a:avLst/>
                <a:gdLst>
                  <a:gd name="T0" fmla="*/ 320 w 28"/>
                  <a:gd name="T1" fmla="*/ 41 h 50"/>
                  <a:gd name="T2" fmla="*/ 36 w 28"/>
                  <a:gd name="T3" fmla="*/ 329 h 50"/>
                  <a:gd name="T4" fmla="*/ 0 w 28"/>
                  <a:gd name="T5" fmla="*/ 709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0">
                    <a:moveTo>
                      <a:pt x="28" y="3"/>
                    </a:moveTo>
                    <a:cubicBezTo>
                      <a:pt x="19" y="0"/>
                      <a:pt x="6" y="15"/>
                      <a:pt x="3" y="23"/>
                    </a:cubicBezTo>
                    <a:cubicBezTo>
                      <a:pt x="0" y="31"/>
                      <a:pt x="0" y="41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8" name="Freeform 171">
                <a:extLst>
                  <a:ext uri="{FF2B5EF4-FFF2-40B4-BE49-F238E27FC236}">
                    <a16:creationId xmlns:a16="http://schemas.microsoft.com/office/drawing/2014/main" id="{7E65FE35-4306-4AC5-8942-FC9667A40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3951"/>
                <a:ext cx="70" cy="80"/>
              </a:xfrm>
              <a:custGeom>
                <a:avLst/>
                <a:gdLst>
                  <a:gd name="T0" fmla="*/ 0 w 31"/>
                  <a:gd name="T1" fmla="*/ 458 h 33"/>
                  <a:gd name="T2" fmla="*/ 357 w 3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3">
                    <a:moveTo>
                      <a:pt x="0" y="32"/>
                    </a:moveTo>
                    <a:cubicBezTo>
                      <a:pt x="21" y="33"/>
                      <a:pt x="26" y="16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9" name="Freeform 172">
                <a:extLst>
                  <a:ext uri="{FF2B5EF4-FFF2-40B4-BE49-F238E27FC236}">
                    <a16:creationId xmlns:a16="http://schemas.microsoft.com/office/drawing/2014/main" id="{DB5E5C16-B04F-486D-AB2C-3369014F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3997"/>
                <a:ext cx="63" cy="75"/>
              </a:xfrm>
              <a:custGeom>
                <a:avLst/>
                <a:gdLst>
                  <a:gd name="T0" fmla="*/ 320 w 28"/>
                  <a:gd name="T1" fmla="*/ 29 h 31"/>
                  <a:gd name="T2" fmla="*/ 0 w 28"/>
                  <a:gd name="T3" fmla="*/ 43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2"/>
                    </a:moveTo>
                    <a:cubicBezTo>
                      <a:pt x="14" y="0"/>
                      <a:pt x="3" y="19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0" name="Freeform 173">
                <a:extLst>
                  <a:ext uri="{FF2B5EF4-FFF2-40B4-BE49-F238E27FC236}">
                    <a16:creationId xmlns:a16="http://schemas.microsoft.com/office/drawing/2014/main" id="{CF2575F2-37AF-4E77-9C62-CADF6ECC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4065"/>
                <a:ext cx="77" cy="74"/>
              </a:xfrm>
              <a:custGeom>
                <a:avLst/>
                <a:gdLst>
                  <a:gd name="T0" fmla="*/ 0 w 34"/>
                  <a:gd name="T1" fmla="*/ 217 h 31"/>
                  <a:gd name="T2" fmla="*/ 394 w 34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1">
                    <a:moveTo>
                      <a:pt x="0" y="16"/>
                    </a:moveTo>
                    <a:cubicBezTo>
                      <a:pt x="15" y="31"/>
                      <a:pt x="29" y="16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1" name="Freeform 174">
                <a:extLst>
                  <a:ext uri="{FF2B5EF4-FFF2-40B4-BE49-F238E27FC236}">
                    <a16:creationId xmlns:a16="http://schemas.microsoft.com/office/drawing/2014/main" id="{A697291B-8E8A-4A28-B295-6AE09F34D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2" y="4096"/>
                <a:ext cx="98" cy="53"/>
              </a:xfrm>
              <a:custGeom>
                <a:avLst/>
                <a:gdLst>
                  <a:gd name="T0" fmla="*/ 0 w 43"/>
                  <a:gd name="T1" fmla="*/ 308 h 22"/>
                  <a:gd name="T2" fmla="*/ 48 w 43"/>
                  <a:gd name="T3" fmla="*/ 198 h 22"/>
                  <a:gd name="T4" fmla="*/ 212 w 43"/>
                  <a:gd name="T5" fmla="*/ 58 h 22"/>
                  <a:gd name="T6" fmla="*/ 508 w 43"/>
                  <a:gd name="T7" fmla="*/ 11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0" y="22"/>
                    </a:moveTo>
                    <a:cubicBezTo>
                      <a:pt x="3" y="19"/>
                      <a:pt x="2" y="17"/>
                      <a:pt x="4" y="14"/>
                    </a:cubicBezTo>
                    <a:cubicBezTo>
                      <a:pt x="8" y="8"/>
                      <a:pt x="12" y="6"/>
                      <a:pt x="18" y="4"/>
                    </a:cubicBezTo>
                    <a:cubicBezTo>
                      <a:pt x="28" y="0"/>
                      <a:pt x="34" y="4"/>
                      <a:pt x="43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2" name="Freeform 175">
                <a:extLst>
                  <a:ext uri="{FF2B5EF4-FFF2-40B4-BE49-F238E27FC236}">
                    <a16:creationId xmlns:a16="http://schemas.microsoft.com/office/drawing/2014/main" id="{7BBE69D1-D963-4394-9F18-51411A135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995"/>
                <a:ext cx="95" cy="45"/>
              </a:xfrm>
              <a:custGeom>
                <a:avLst/>
                <a:gdLst>
                  <a:gd name="T0" fmla="*/ 0 w 42"/>
                  <a:gd name="T1" fmla="*/ 253 h 19"/>
                  <a:gd name="T2" fmla="*/ 247 w 42"/>
                  <a:gd name="T3" fmla="*/ 95 h 19"/>
                  <a:gd name="T4" fmla="*/ 486 w 4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9">
                    <a:moveTo>
                      <a:pt x="0" y="19"/>
                    </a:moveTo>
                    <a:cubicBezTo>
                      <a:pt x="8" y="19"/>
                      <a:pt x="15" y="11"/>
                      <a:pt x="21" y="7"/>
                    </a:cubicBezTo>
                    <a:cubicBezTo>
                      <a:pt x="27" y="3"/>
                      <a:pt x="35" y="0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3" name="Freeform 176">
                <a:extLst>
                  <a:ext uri="{FF2B5EF4-FFF2-40B4-BE49-F238E27FC236}">
                    <a16:creationId xmlns:a16="http://schemas.microsoft.com/office/drawing/2014/main" id="{ECBEFCD6-451A-4112-A6EB-BC3C3BD96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4031"/>
                <a:ext cx="47" cy="84"/>
              </a:xfrm>
              <a:custGeom>
                <a:avLst/>
                <a:gdLst>
                  <a:gd name="T0" fmla="*/ 235 w 21"/>
                  <a:gd name="T1" fmla="*/ 0 h 35"/>
                  <a:gd name="T2" fmla="*/ 90 w 21"/>
                  <a:gd name="T3" fmla="*/ 235 h 35"/>
                  <a:gd name="T4" fmla="*/ 0 w 21"/>
                  <a:gd name="T5" fmla="*/ 48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7" y="7"/>
                      <a:pt x="10" y="9"/>
                      <a:pt x="8" y="17"/>
                    </a:cubicBezTo>
                    <a:cubicBezTo>
                      <a:pt x="6" y="24"/>
                      <a:pt x="7" y="32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4" name="Freeform 177">
                <a:extLst>
                  <a:ext uri="{FF2B5EF4-FFF2-40B4-BE49-F238E27FC236}">
                    <a16:creationId xmlns:a16="http://schemas.microsoft.com/office/drawing/2014/main" id="{4F9C8D07-79DE-477A-8819-49F166A3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4048"/>
                <a:ext cx="86" cy="36"/>
              </a:xfrm>
              <a:custGeom>
                <a:avLst/>
                <a:gdLst>
                  <a:gd name="T0" fmla="*/ 0 w 38"/>
                  <a:gd name="T1" fmla="*/ 70 h 15"/>
                  <a:gd name="T2" fmla="*/ 220 w 38"/>
                  <a:gd name="T3" fmla="*/ 197 h 15"/>
                  <a:gd name="T4" fmla="*/ 441 w 3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5">
                    <a:moveTo>
                      <a:pt x="0" y="5"/>
                    </a:moveTo>
                    <a:cubicBezTo>
                      <a:pt x="4" y="9"/>
                      <a:pt x="14" y="15"/>
                      <a:pt x="19" y="14"/>
                    </a:cubicBezTo>
                    <a:cubicBezTo>
                      <a:pt x="27" y="14"/>
                      <a:pt x="34" y="6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5" name="Freeform 178">
                <a:extLst>
                  <a:ext uri="{FF2B5EF4-FFF2-40B4-BE49-F238E27FC236}">
                    <a16:creationId xmlns:a16="http://schemas.microsoft.com/office/drawing/2014/main" id="{197DF349-07A7-4098-8ABF-417EF8E68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3456"/>
                <a:ext cx="86" cy="326"/>
              </a:xfrm>
              <a:custGeom>
                <a:avLst/>
                <a:gdLst>
                  <a:gd name="T0" fmla="*/ 0 w 38"/>
                  <a:gd name="T1" fmla="*/ 0 h 135"/>
                  <a:gd name="T2" fmla="*/ 267 w 38"/>
                  <a:gd name="T3" fmla="*/ 111 h 135"/>
                  <a:gd name="T4" fmla="*/ 292 w 38"/>
                  <a:gd name="T5" fmla="*/ 466 h 135"/>
                  <a:gd name="T6" fmla="*/ 369 w 38"/>
                  <a:gd name="T7" fmla="*/ 816 h 135"/>
                  <a:gd name="T8" fmla="*/ 324 w 38"/>
                  <a:gd name="T9" fmla="*/ 1113 h 135"/>
                  <a:gd name="T10" fmla="*/ 441 w 38"/>
                  <a:gd name="T11" fmla="*/ 1352 h 135"/>
                  <a:gd name="T12" fmla="*/ 349 w 38"/>
                  <a:gd name="T13" fmla="*/ 1562 h 135"/>
                  <a:gd name="T14" fmla="*/ 220 w 38"/>
                  <a:gd name="T15" fmla="*/ 1900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35">
                    <a:moveTo>
                      <a:pt x="0" y="0"/>
                    </a:moveTo>
                    <a:cubicBezTo>
                      <a:pt x="6" y="3"/>
                      <a:pt x="18" y="1"/>
                      <a:pt x="23" y="8"/>
                    </a:cubicBezTo>
                    <a:cubicBezTo>
                      <a:pt x="27" y="14"/>
                      <a:pt x="22" y="26"/>
                      <a:pt x="25" y="33"/>
                    </a:cubicBezTo>
                    <a:cubicBezTo>
                      <a:pt x="28" y="43"/>
                      <a:pt x="38" y="47"/>
                      <a:pt x="32" y="58"/>
                    </a:cubicBezTo>
                    <a:cubicBezTo>
                      <a:pt x="29" y="65"/>
                      <a:pt x="24" y="70"/>
                      <a:pt x="28" y="79"/>
                    </a:cubicBezTo>
                    <a:cubicBezTo>
                      <a:pt x="30" y="85"/>
                      <a:pt x="38" y="89"/>
                      <a:pt x="38" y="96"/>
                    </a:cubicBezTo>
                    <a:cubicBezTo>
                      <a:pt x="38" y="102"/>
                      <a:pt x="33" y="107"/>
                      <a:pt x="30" y="111"/>
                    </a:cubicBezTo>
                    <a:cubicBezTo>
                      <a:pt x="26" y="118"/>
                      <a:pt x="24" y="129"/>
                      <a:pt x="19" y="1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6" name="Freeform 179">
                <a:extLst>
                  <a:ext uri="{FF2B5EF4-FFF2-40B4-BE49-F238E27FC236}">
                    <a16:creationId xmlns:a16="http://schemas.microsoft.com/office/drawing/2014/main" id="{CCA9628B-341D-4BD9-AAB4-9432F26A5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3647"/>
                <a:ext cx="18" cy="94"/>
              </a:xfrm>
              <a:custGeom>
                <a:avLst/>
                <a:gdLst>
                  <a:gd name="T0" fmla="*/ 81 w 8"/>
                  <a:gd name="T1" fmla="*/ 0 h 39"/>
                  <a:gd name="T2" fmla="*/ 25 w 8"/>
                  <a:gd name="T3" fmla="*/ 321 h 39"/>
                  <a:gd name="T4" fmla="*/ 72 w 8"/>
                  <a:gd name="T5" fmla="*/ 547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9">
                    <a:moveTo>
                      <a:pt x="7" y="0"/>
                    </a:moveTo>
                    <a:cubicBezTo>
                      <a:pt x="8" y="9"/>
                      <a:pt x="0" y="15"/>
                      <a:pt x="2" y="23"/>
                    </a:cubicBezTo>
                    <a:cubicBezTo>
                      <a:pt x="3" y="29"/>
                      <a:pt x="8" y="32"/>
                      <a:pt x="6" y="3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7" name="Freeform 180">
                <a:extLst>
                  <a:ext uri="{FF2B5EF4-FFF2-40B4-BE49-F238E27FC236}">
                    <a16:creationId xmlns:a16="http://schemas.microsoft.com/office/drawing/2014/main" id="{7B16C2FE-8FC2-4634-AEC0-DB8C377BC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3700"/>
                <a:ext cx="43" cy="94"/>
              </a:xfrm>
              <a:custGeom>
                <a:avLst/>
                <a:gdLst>
                  <a:gd name="T0" fmla="*/ 163 w 19"/>
                  <a:gd name="T1" fmla="*/ 0 h 39"/>
                  <a:gd name="T2" fmla="*/ 220 w 19"/>
                  <a:gd name="T3" fmla="*/ 128 h 39"/>
                  <a:gd name="T4" fmla="*/ 138 w 19"/>
                  <a:gd name="T5" fmla="*/ 309 h 39"/>
                  <a:gd name="T6" fmla="*/ 0 w 19"/>
                  <a:gd name="T7" fmla="*/ 54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14" y="0"/>
                    </a:moveTo>
                    <a:cubicBezTo>
                      <a:pt x="15" y="4"/>
                      <a:pt x="18" y="6"/>
                      <a:pt x="19" y="9"/>
                    </a:cubicBezTo>
                    <a:cubicBezTo>
                      <a:pt x="19" y="14"/>
                      <a:pt x="14" y="19"/>
                      <a:pt x="12" y="22"/>
                    </a:cubicBezTo>
                    <a:cubicBezTo>
                      <a:pt x="8" y="28"/>
                      <a:pt x="3" y="33"/>
                      <a:pt x="0" y="3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8" name="Freeform 181">
                <a:extLst>
                  <a:ext uri="{FF2B5EF4-FFF2-40B4-BE49-F238E27FC236}">
                    <a16:creationId xmlns:a16="http://schemas.microsoft.com/office/drawing/2014/main" id="{871AFCB2-45C8-411F-924F-15541AED8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3" y="3690"/>
                <a:ext cx="86" cy="172"/>
              </a:xfrm>
              <a:custGeom>
                <a:avLst/>
                <a:gdLst>
                  <a:gd name="T0" fmla="*/ 220 w 38"/>
                  <a:gd name="T1" fmla="*/ 1010 h 71"/>
                  <a:gd name="T2" fmla="*/ 414 w 38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71">
                    <a:moveTo>
                      <a:pt x="19" y="71"/>
                    </a:moveTo>
                    <a:cubicBezTo>
                      <a:pt x="0" y="46"/>
                      <a:pt x="38" y="24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9" name="Freeform 182">
                <a:extLst>
                  <a:ext uri="{FF2B5EF4-FFF2-40B4-BE49-F238E27FC236}">
                    <a16:creationId xmlns:a16="http://schemas.microsoft.com/office/drawing/2014/main" id="{9A02BDF7-3394-45D0-8A42-E1F4DB7BC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3584"/>
                <a:ext cx="20" cy="89"/>
              </a:xfrm>
              <a:custGeom>
                <a:avLst/>
                <a:gdLst>
                  <a:gd name="T0" fmla="*/ 20 w 9"/>
                  <a:gd name="T1" fmla="*/ 12 h 37"/>
                  <a:gd name="T2" fmla="*/ 0 w 9"/>
                  <a:gd name="T3" fmla="*/ 0 h 37"/>
                  <a:gd name="T4" fmla="*/ 98 w 9"/>
                  <a:gd name="T5" fmla="*/ 209 h 37"/>
                  <a:gd name="T6" fmla="*/ 36 w 9"/>
                  <a:gd name="T7" fmla="*/ 51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7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4" y="5"/>
                      <a:pt x="8" y="8"/>
                      <a:pt x="9" y="15"/>
                    </a:cubicBezTo>
                    <a:cubicBezTo>
                      <a:pt x="9" y="23"/>
                      <a:pt x="4" y="29"/>
                      <a:pt x="3" y="3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0" name="Freeform 183">
                <a:extLst>
                  <a:ext uri="{FF2B5EF4-FFF2-40B4-BE49-F238E27FC236}">
                    <a16:creationId xmlns:a16="http://schemas.microsoft.com/office/drawing/2014/main" id="{3D0DE7FB-38B7-480F-935D-04A2DC851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3461"/>
                <a:ext cx="49" cy="67"/>
              </a:xfrm>
              <a:custGeom>
                <a:avLst/>
                <a:gdLst>
                  <a:gd name="T0" fmla="*/ 0 w 22"/>
                  <a:gd name="T1" fmla="*/ 0 h 28"/>
                  <a:gd name="T2" fmla="*/ 243 w 22"/>
                  <a:gd name="T3" fmla="*/ 34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8">
                    <a:moveTo>
                      <a:pt x="0" y="0"/>
                    </a:moveTo>
                    <a:cubicBezTo>
                      <a:pt x="8" y="4"/>
                      <a:pt x="12" y="28"/>
                      <a:pt x="22" y="2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1" name="Freeform 184">
                <a:extLst>
                  <a:ext uri="{FF2B5EF4-FFF2-40B4-BE49-F238E27FC236}">
                    <a16:creationId xmlns:a16="http://schemas.microsoft.com/office/drawing/2014/main" id="{81C63D40-89D2-485D-8D67-D8A20C5AD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3473"/>
                <a:ext cx="32" cy="99"/>
              </a:xfrm>
              <a:custGeom>
                <a:avLst/>
                <a:gdLst>
                  <a:gd name="T0" fmla="*/ 0 w 14"/>
                  <a:gd name="T1" fmla="*/ 0 h 41"/>
                  <a:gd name="T2" fmla="*/ 167 w 14"/>
                  <a:gd name="T3" fmla="*/ 280 h 41"/>
                  <a:gd name="T4" fmla="*/ 121 w 14"/>
                  <a:gd name="T5" fmla="*/ 57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1">
                    <a:moveTo>
                      <a:pt x="0" y="0"/>
                    </a:moveTo>
                    <a:cubicBezTo>
                      <a:pt x="1" y="9"/>
                      <a:pt x="14" y="9"/>
                      <a:pt x="14" y="20"/>
                    </a:cubicBezTo>
                    <a:cubicBezTo>
                      <a:pt x="14" y="26"/>
                      <a:pt x="12" y="36"/>
                      <a:pt x="10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2" name="Freeform 185">
                <a:extLst>
                  <a:ext uri="{FF2B5EF4-FFF2-40B4-BE49-F238E27FC236}">
                    <a16:creationId xmlns:a16="http://schemas.microsoft.com/office/drawing/2014/main" id="{C4A9CCED-357B-49B9-9AED-53CB127B4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3461"/>
                <a:ext cx="14" cy="53"/>
              </a:xfrm>
              <a:custGeom>
                <a:avLst/>
                <a:gdLst>
                  <a:gd name="T0" fmla="*/ 0 w 6"/>
                  <a:gd name="T1" fmla="*/ 308 h 22"/>
                  <a:gd name="T2" fmla="*/ 49 w 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22"/>
                    </a:moveTo>
                    <a:cubicBezTo>
                      <a:pt x="1" y="15"/>
                      <a:pt x="6" y="8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3" name="Freeform 186">
                <a:extLst>
                  <a:ext uri="{FF2B5EF4-FFF2-40B4-BE49-F238E27FC236}">
                    <a16:creationId xmlns:a16="http://schemas.microsoft.com/office/drawing/2014/main" id="{AD570106-82E2-4F96-8246-B7C79A3A7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3514"/>
                <a:ext cx="27" cy="97"/>
              </a:xfrm>
              <a:custGeom>
                <a:avLst/>
                <a:gdLst>
                  <a:gd name="T0" fmla="*/ 0 w 12"/>
                  <a:gd name="T1" fmla="*/ 0 h 40"/>
                  <a:gd name="T2" fmla="*/ 36 w 12"/>
                  <a:gd name="T3" fmla="*/ 57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0">
                    <a:moveTo>
                      <a:pt x="0" y="0"/>
                    </a:moveTo>
                    <a:cubicBezTo>
                      <a:pt x="12" y="8"/>
                      <a:pt x="10" y="29"/>
                      <a:pt x="3" y="4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4" name="Freeform 187">
                <a:extLst>
                  <a:ext uri="{FF2B5EF4-FFF2-40B4-BE49-F238E27FC236}">
                    <a16:creationId xmlns:a16="http://schemas.microsoft.com/office/drawing/2014/main" id="{D7CF2F7E-23C3-4D7D-A1B9-FEB255294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3135"/>
                <a:ext cx="326" cy="138"/>
              </a:xfrm>
              <a:custGeom>
                <a:avLst/>
                <a:gdLst>
                  <a:gd name="T0" fmla="*/ 0 w 144"/>
                  <a:gd name="T1" fmla="*/ 809 h 57"/>
                  <a:gd name="T2" fmla="*/ 186 w 144"/>
                  <a:gd name="T3" fmla="*/ 610 h 57"/>
                  <a:gd name="T4" fmla="*/ 349 w 144"/>
                  <a:gd name="T5" fmla="*/ 310 h 57"/>
                  <a:gd name="T6" fmla="*/ 616 w 144"/>
                  <a:gd name="T7" fmla="*/ 240 h 57"/>
                  <a:gd name="T8" fmla="*/ 790 w 144"/>
                  <a:gd name="T9" fmla="*/ 111 h 57"/>
                  <a:gd name="T10" fmla="*/ 1046 w 144"/>
                  <a:gd name="T11" fmla="*/ 199 h 57"/>
                  <a:gd name="T12" fmla="*/ 1266 w 144"/>
                  <a:gd name="T13" fmla="*/ 58 h 57"/>
                  <a:gd name="T14" fmla="*/ 1671 w 144"/>
                  <a:gd name="T15" fmla="*/ 29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4" h="57">
                    <a:moveTo>
                      <a:pt x="0" y="57"/>
                    </a:moveTo>
                    <a:cubicBezTo>
                      <a:pt x="6" y="52"/>
                      <a:pt x="14" y="51"/>
                      <a:pt x="16" y="43"/>
                    </a:cubicBezTo>
                    <a:cubicBezTo>
                      <a:pt x="19" y="33"/>
                      <a:pt x="20" y="27"/>
                      <a:pt x="30" y="22"/>
                    </a:cubicBezTo>
                    <a:cubicBezTo>
                      <a:pt x="37" y="19"/>
                      <a:pt x="46" y="20"/>
                      <a:pt x="53" y="17"/>
                    </a:cubicBezTo>
                    <a:cubicBezTo>
                      <a:pt x="59" y="14"/>
                      <a:pt x="61" y="8"/>
                      <a:pt x="68" y="8"/>
                    </a:cubicBezTo>
                    <a:cubicBezTo>
                      <a:pt x="76" y="9"/>
                      <a:pt x="81" y="15"/>
                      <a:pt x="90" y="14"/>
                    </a:cubicBezTo>
                    <a:cubicBezTo>
                      <a:pt x="99" y="13"/>
                      <a:pt x="101" y="7"/>
                      <a:pt x="109" y="4"/>
                    </a:cubicBezTo>
                    <a:cubicBezTo>
                      <a:pt x="122" y="0"/>
                      <a:pt x="133" y="17"/>
                      <a:pt x="144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5" name="Freeform 188">
                <a:extLst>
                  <a:ext uri="{FF2B5EF4-FFF2-40B4-BE49-F238E27FC236}">
                    <a16:creationId xmlns:a16="http://schemas.microsoft.com/office/drawing/2014/main" id="{BAF69AEC-41A6-4183-AAFA-AB2FFAC00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3244"/>
                <a:ext cx="41" cy="82"/>
              </a:xfrm>
              <a:custGeom>
                <a:avLst/>
                <a:gdLst>
                  <a:gd name="T0" fmla="*/ 0 w 18"/>
                  <a:gd name="T1" fmla="*/ 478 h 34"/>
                  <a:gd name="T2" fmla="*/ 155 w 18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4">
                    <a:moveTo>
                      <a:pt x="0" y="34"/>
                    </a:moveTo>
                    <a:cubicBezTo>
                      <a:pt x="18" y="29"/>
                      <a:pt x="11" y="1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6" name="Freeform 189">
                <a:extLst>
                  <a:ext uri="{FF2B5EF4-FFF2-40B4-BE49-F238E27FC236}">
                    <a16:creationId xmlns:a16="http://schemas.microsoft.com/office/drawing/2014/main" id="{0F514E8D-0D19-4C80-9124-7312ABF4E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3171"/>
                <a:ext cx="152" cy="109"/>
              </a:xfrm>
              <a:custGeom>
                <a:avLst/>
                <a:gdLst>
                  <a:gd name="T0" fmla="*/ 0 w 67"/>
                  <a:gd name="T1" fmla="*/ 598 h 45"/>
                  <a:gd name="T2" fmla="*/ 211 w 67"/>
                  <a:gd name="T3" fmla="*/ 499 h 45"/>
                  <a:gd name="T4" fmla="*/ 490 w 67"/>
                  <a:gd name="T5" fmla="*/ 300 h 45"/>
                  <a:gd name="T6" fmla="*/ 701 w 67"/>
                  <a:gd name="T7" fmla="*/ 182 h 45"/>
                  <a:gd name="T8" fmla="*/ 783 w 6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5">
                    <a:moveTo>
                      <a:pt x="0" y="42"/>
                    </a:moveTo>
                    <a:cubicBezTo>
                      <a:pt x="7" y="45"/>
                      <a:pt x="13" y="40"/>
                      <a:pt x="18" y="35"/>
                    </a:cubicBezTo>
                    <a:cubicBezTo>
                      <a:pt x="26" y="27"/>
                      <a:pt x="30" y="20"/>
                      <a:pt x="42" y="21"/>
                    </a:cubicBezTo>
                    <a:cubicBezTo>
                      <a:pt x="51" y="22"/>
                      <a:pt x="55" y="22"/>
                      <a:pt x="60" y="13"/>
                    </a:cubicBezTo>
                    <a:cubicBezTo>
                      <a:pt x="63" y="9"/>
                      <a:pt x="64" y="4"/>
                      <a:pt x="6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7" name="Freeform 190">
                <a:extLst>
                  <a:ext uri="{FF2B5EF4-FFF2-40B4-BE49-F238E27FC236}">
                    <a16:creationId xmlns:a16="http://schemas.microsoft.com/office/drawing/2014/main" id="{04993A46-5BAB-4721-BC3A-17AAD0A2C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3181"/>
                <a:ext cx="79" cy="63"/>
              </a:xfrm>
              <a:custGeom>
                <a:avLst/>
                <a:gdLst>
                  <a:gd name="T0" fmla="*/ 0 w 35"/>
                  <a:gd name="T1" fmla="*/ 342 h 26"/>
                  <a:gd name="T2" fmla="*/ 402 w 35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6">
                    <a:moveTo>
                      <a:pt x="0" y="24"/>
                    </a:moveTo>
                    <a:cubicBezTo>
                      <a:pt x="14" y="26"/>
                      <a:pt x="30" y="12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8" name="Freeform 191">
                <a:extLst>
                  <a:ext uri="{FF2B5EF4-FFF2-40B4-BE49-F238E27FC236}">
                    <a16:creationId xmlns:a16="http://schemas.microsoft.com/office/drawing/2014/main" id="{63BFE800-B073-404D-9CB9-D08424AA8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169"/>
                <a:ext cx="66" cy="53"/>
              </a:xfrm>
              <a:custGeom>
                <a:avLst/>
                <a:gdLst>
                  <a:gd name="T0" fmla="*/ 0 w 29"/>
                  <a:gd name="T1" fmla="*/ 308 h 22"/>
                  <a:gd name="T2" fmla="*/ 130 w 29"/>
                  <a:gd name="T3" fmla="*/ 99 h 22"/>
                  <a:gd name="T4" fmla="*/ 341 w 29"/>
                  <a:gd name="T5" fmla="*/ 1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0" y="22"/>
                    </a:moveTo>
                    <a:cubicBezTo>
                      <a:pt x="7" y="19"/>
                      <a:pt x="6" y="12"/>
                      <a:pt x="11" y="7"/>
                    </a:cubicBezTo>
                    <a:cubicBezTo>
                      <a:pt x="14" y="4"/>
                      <a:pt x="24" y="0"/>
                      <a:pt x="29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9" name="Freeform 192">
                <a:extLst>
                  <a:ext uri="{FF2B5EF4-FFF2-40B4-BE49-F238E27FC236}">
                    <a16:creationId xmlns:a16="http://schemas.microsoft.com/office/drawing/2014/main" id="{22E6474C-4EB5-46C7-9197-01179F834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3217"/>
                <a:ext cx="63" cy="22"/>
              </a:xfrm>
              <a:custGeom>
                <a:avLst/>
                <a:gdLst>
                  <a:gd name="T0" fmla="*/ 0 w 28"/>
                  <a:gd name="T1" fmla="*/ 0 h 9"/>
                  <a:gd name="T2" fmla="*/ 194 w 28"/>
                  <a:gd name="T3" fmla="*/ 29 h 9"/>
                  <a:gd name="T4" fmla="*/ 320 w 28"/>
                  <a:gd name="T5" fmla="*/ 1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cubicBezTo>
                      <a:pt x="3" y="4"/>
                      <a:pt x="12" y="0"/>
                      <a:pt x="17" y="2"/>
                    </a:cubicBezTo>
                    <a:cubicBezTo>
                      <a:pt x="21" y="3"/>
                      <a:pt x="24" y="7"/>
                      <a:pt x="28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0" name="Freeform 193">
                <a:extLst>
                  <a:ext uri="{FF2B5EF4-FFF2-40B4-BE49-F238E27FC236}">
                    <a16:creationId xmlns:a16="http://schemas.microsoft.com/office/drawing/2014/main" id="{AA8F3FC4-346D-4CF4-AC72-725B9F0B7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3210"/>
                <a:ext cx="329" cy="248"/>
              </a:xfrm>
              <a:custGeom>
                <a:avLst/>
                <a:gdLst>
                  <a:gd name="T0" fmla="*/ 0 w 145"/>
                  <a:gd name="T1" fmla="*/ 152 h 103"/>
                  <a:gd name="T2" fmla="*/ 454 w 145"/>
                  <a:gd name="T3" fmla="*/ 12 h 103"/>
                  <a:gd name="T4" fmla="*/ 617 w 145"/>
                  <a:gd name="T5" fmla="*/ 111 h 103"/>
                  <a:gd name="T6" fmla="*/ 819 w 145"/>
                  <a:gd name="T7" fmla="*/ 128 h 103"/>
                  <a:gd name="T8" fmla="*/ 1096 w 145"/>
                  <a:gd name="T9" fmla="*/ 279 h 103"/>
                  <a:gd name="T10" fmla="*/ 1180 w 145"/>
                  <a:gd name="T11" fmla="*/ 445 h 103"/>
                  <a:gd name="T12" fmla="*/ 1298 w 145"/>
                  <a:gd name="T13" fmla="*/ 515 h 103"/>
                  <a:gd name="T14" fmla="*/ 1364 w 145"/>
                  <a:gd name="T15" fmla="*/ 754 h 103"/>
                  <a:gd name="T16" fmla="*/ 1566 w 145"/>
                  <a:gd name="T17" fmla="*/ 992 h 103"/>
                  <a:gd name="T18" fmla="*/ 1647 w 145"/>
                  <a:gd name="T19" fmla="*/ 1257 h 103"/>
                  <a:gd name="T20" fmla="*/ 1693 w 145"/>
                  <a:gd name="T21" fmla="*/ 1437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103">
                    <a:moveTo>
                      <a:pt x="0" y="11"/>
                    </a:moveTo>
                    <a:cubicBezTo>
                      <a:pt x="10" y="7"/>
                      <a:pt x="28" y="0"/>
                      <a:pt x="39" y="1"/>
                    </a:cubicBezTo>
                    <a:cubicBezTo>
                      <a:pt x="44" y="2"/>
                      <a:pt x="48" y="6"/>
                      <a:pt x="53" y="8"/>
                    </a:cubicBezTo>
                    <a:cubicBezTo>
                      <a:pt x="59" y="10"/>
                      <a:pt x="64" y="10"/>
                      <a:pt x="70" y="9"/>
                    </a:cubicBezTo>
                    <a:cubicBezTo>
                      <a:pt x="81" y="8"/>
                      <a:pt x="86" y="10"/>
                      <a:pt x="94" y="20"/>
                    </a:cubicBezTo>
                    <a:cubicBezTo>
                      <a:pt x="97" y="23"/>
                      <a:pt x="98" y="28"/>
                      <a:pt x="101" y="32"/>
                    </a:cubicBezTo>
                    <a:cubicBezTo>
                      <a:pt x="104" y="35"/>
                      <a:pt x="108" y="35"/>
                      <a:pt x="111" y="37"/>
                    </a:cubicBezTo>
                    <a:cubicBezTo>
                      <a:pt x="118" y="42"/>
                      <a:pt x="116" y="46"/>
                      <a:pt x="117" y="54"/>
                    </a:cubicBezTo>
                    <a:cubicBezTo>
                      <a:pt x="119" y="64"/>
                      <a:pt x="127" y="64"/>
                      <a:pt x="134" y="71"/>
                    </a:cubicBezTo>
                    <a:cubicBezTo>
                      <a:pt x="141" y="77"/>
                      <a:pt x="139" y="82"/>
                      <a:pt x="141" y="90"/>
                    </a:cubicBezTo>
                    <a:cubicBezTo>
                      <a:pt x="142" y="95"/>
                      <a:pt x="145" y="99"/>
                      <a:pt x="145" y="10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1" name="Freeform 194">
                <a:extLst>
                  <a:ext uri="{FF2B5EF4-FFF2-40B4-BE49-F238E27FC236}">
                    <a16:creationId xmlns:a16="http://schemas.microsoft.com/office/drawing/2014/main" id="{2B98FA21-9BAC-43DE-84F3-CDDA293DC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3157"/>
                <a:ext cx="274" cy="145"/>
              </a:xfrm>
              <a:custGeom>
                <a:avLst/>
                <a:gdLst>
                  <a:gd name="T0" fmla="*/ 0 w 121"/>
                  <a:gd name="T1" fmla="*/ 58 h 60"/>
                  <a:gd name="T2" fmla="*/ 231 w 121"/>
                  <a:gd name="T3" fmla="*/ 111 h 60"/>
                  <a:gd name="T4" fmla="*/ 430 w 121"/>
                  <a:gd name="T5" fmla="*/ 0 h 60"/>
                  <a:gd name="T6" fmla="*/ 589 w 121"/>
                  <a:gd name="T7" fmla="*/ 99 h 60"/>
                  <a:gd name="T8" fmla="*/ 860 w 121"/>
                  <a:gd name="T9" fmla="*/ 128 h 60"/>
                  <a:gd name="T10" fmla="*/ 1035 w 121"/>
                  <a:gd name="T11" fmla="*/ 280 h 60"/>
                  <a:gd name="T12" fmla="*/ 1266 w 121"/>
                  <a:gd name="T13" fmla="*/ 367 h 60"/>
                  <a:gd name="T14" fmla="*/ 1379 w 121"/>
                  <a:gd name="T15" fmla="*/ 846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60">
                    <a:moveTo>
                      <a:pt x="0" y="4"/>
                    </a:moveTo>
                    <a:cubicBezTo>
                      <a:pt x="7" y="10"/>
                      <a:pt x="12" y="11"/>
                      <a:pt x="20" y="8"/>
                    </a:cubicBezTo>
                    <a:cubicBezTo>
                      <a:pt x="26" y="7"/>
                      <a:pt x="32" y="1"/>
                      <a:pt x="37" y="0"/>
                    </a:cubicBezTo>
                    <a:cubicBezTo>
                      <a:pt x="42" y="0"/>
                      <a:pt x="47" y="4"/>
                      <a:pt x="51" y="7"/>
                    </a:cubicBezTo>
                    <a:cubicBezTo>
                      <a:pt x="60" y="12"/>
                      <a:pt x="65" y="8"/>
                      <a:pt x="74" y="9"/>
                    </a:cubicBezTo>
                    <a:cubicBezTo>
                      <a:pt x="81" y="10"/>
                      <a:pt x="84" y="16"/>
                      <a:pt x="89" y="20"/>
                    </a:cubicBezTo>
                    <a:cubicBezTo>
                      <a:pt x="96" y="25"/>
                      <a:pt x="102" y="22"/>
                      <a:pt x="109" y="26"/>
                    </a:cubicBezTo>
                    <a:cubicBezTo>
                      <a:pt x="119" y="31"/>
                      <a:pt x="121" y="50"/>
                      <a:pt x="119" y="6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2" name="Freeform 195">
                <a:extLst>
                  <a:ext uri="{FF2B5EF4-FFF2-40B4-BE49-F238E27FC236}">
                    <a16:creationId xmlns:a16="http://schemas.microsoft.com/office/drawing/2014/main" id="{E9BA1B1C-13C5-476D-975F-0D456F3EA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198"/>
                <a:ext cx="95" cy="33"/>
              </a:xfrm>
              <a:custGeom>
                <a:avLst/>
                <a:gdLst>
                  <a:gd name="T0" fmla="*/ 0 w 42"/>
                  <a:gd name="T1" fmla="*/ 78 h 14"/>
                  <a:gd name="T2" fmla="*/ 337 w 42"/>
                  <a:gd name="T3" fmla="*/ 66 h 14"/>
                  <a:gd name="T4" fmla="*/ 486 w 42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6"/>
                    </a:moveTo>
                    <a:cubicBezTo>
                      <a:pt x="10" y="5"/>
                      <a:pt x="19" y="0"/>
                      <a:pt x="29" y="5"/>
                    </a:cubicBezTo>
                    <a:cubicBezTo>
                      <a:pt x="34" y="7"/>
                      <a:pt x="36" y="13"/>
                      <a:pt x="42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3" name="Freeform 196">
                <a:extLst>
                  <a:ext uri="{FF2B5EF4-FFF2-40B4-BE49-F238E27FC236}">
                    <a16:creationId xmlns:a16="http://schemas.microsoft.com/office/drawing/2014/main" id="{9F69AB09-A5FD-4523-A8BC-4E43B75AF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3236"/>
                <a:ext cx="76" cy="49"/>
              </a:xfrm>
              <a:custGeom>
                <a:avLst/>
                <a:gdLst>
                  <a:gd name="T0" fmla="*/ 0 w 34"/>
                  <a:gd name="T1" fmla="*/ 0 h 20"/>
                  <a:gd name="T2" fmla="*/ 190 w 34"/>
                  <a:gd name="T3" fmla="*/ 282 h 20"/>
                  <a:gd name="T4" fmla="*/ 380 w 34"/>
                  <a:gd name="T5" fmla="*/ 28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1" y="7"/>
                      <a:pt x="9" y="17"/>
                      <a:pt x="17" y="19"/>
                    </a:cubicBezTo>
                    <a:cubicBezTo>
                      <a:pt x="23" y="20"/>
                      <a:pt x="29" y="15"/>
                      <a:pt x="34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4" name="Freeform 197">
                <a:extLst>
                  <a:ext uri="{FF2B5EF4-FFF2-40B4-BE49-F238E27FC236}">
                    <a16:creationId xmlns:a16="http://schemas.microsoft.com/office/drawing/2014/main" id="{A0436E12-2E10-4C77-AB2F-B0B9934F2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3304"/>
                <a:ext cx="55" cy="84"/>
              </a:xfrm>
              <a:custGeom>
                <a:avLst/>
                <a:gdLst>
                  <a:gd name="T0" fmla="*/ 0 w 24"/>
                  <a:gd name="T1" fmla="*/ 0 h 35"/>
                  <a:gd name="T2" fmla="*/ 252 w 24"/>
                  <a:gd name="T3" fmla="*/ 247 h 35"/>
                  <a:gd name="T4" fmla="*/ 289 w 24"/>
                  <a:gd name="T5" fmla="*/ 48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5">
                    <a:moveTo>
                      <a:pt x="0" y="0"/>
                    </a:moveTo>
                    <a:cubicBezTo>
                      <a:pt x="8" y="6"/>
                      <a:pt x="18" y="8"/>
                      <a:pt x="21" y="18"/>
                    </a:cubicBezTo>
                    <a:cubicBezTo>
                      <a:pt x="23" y="22"/>
                      <a:pt x="24" y="30"/>
                      <a:pt x="24" y="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5" name="Freeform 198">
                <a:extLst>
                  <a:ext uri="{FF2B5EF4-FFF2-40B4-BE49-F238E27FC236}">
                    <a16:creationId xmlns:a16="http://schemas.microsoft.com/office/drawing/2014/main" id="{18AD448E-A7B8-464C-ACCF-387BE9335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3270"/>
                <a:ext cx="75" cy="203"/>
              </a:xfrm>
              <a:custGeom>
                <a:avLst/>
                <a:gdLst>
                  <a:gd name="T0" fmla="*/ 0 w 33"/>
                  <a:gd name="T1" fmla="*/ 0 h 84"/>
                  <a:gd name="T2" fmla="*/ 155 w 33"/>
                  <a:gd name="T3" fmla="*/ 379 h 84"/>
                  <a:gd name="T4" fmla="*/ 316 w 33"/>
                  <a:gd name="T5" fmla="*/ 689 h 84"/>
                  <a:gd name="T6" fmla="*/ 305 w 33"/>
                  <a:gd name="T7" fmla="*/ 817 h 84"/>
                  <a:gd name="T8" fmla="*/ 361 w 33"/>
                  <a:gd name="T9" fmla="*/ 916 h 84"/>
                  <a:gd name="T10" fmla="*/ 341 w 33"/>
                  <a:gd name="T11" fmla="*/ 1187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84">
                    <a:moveTo>
                      <a:pt x="0" y="0"/>
                    </a:moveTo>
                    <a:cubicBezTo>
                      <a:pt x="4" y="11"/>
                      <a:pt x="3" y="20"/>
                      <a:pt x="13" y="27"/>
                    </a:cubicBezTo>
                    <a:cubicBezTo>
                      <a:pt x="22" y="35"/>
                      <a:pt x="27" y="37"/>
                      <a:pt x="27" y="49"/>
                    </a:cubicBezTo>
                    <a:cubicBezTo>
                      <a:pt x="27" y="52"/>
                      <a:pt x="26" y="56"/>
                      <a:pt x="26" y="58"/>
                    </a:cubicBezTo>
                    <a:cubicBezTo>
                      <a:pt x="27" y="61"/>
                      <a:pt x="30" y="63"/>
                      <a:pt x="31" y="65"/>
                    </a:cubicBezTo>
                    <a:cubicBezTo>
                      <a:pt x="33" y="71"/>
                      <a:pt x="28" y="79"/>
                      <a:pt x="29" y="8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6" name="Freeform 199">
                <a:extLst>
                  <a:ext uri="{FF2B5EF4-FFF2-40B4-BE49-F238E27FC236}">
                    <a16:creationId xmlns:a16="http://schemas.microsoft.com/office/drawing/2014/main" id="{EEF065A2-A207-420E-B8DE-97F2E7CFF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3328"/>
                <a:ext cx="43" cy="85"/>
              </a:xfrm>
              <a:custGeom>
                <a:avLst/>
                <a:gdLst>
                  <a:gd name="T0" fmla="*/ 36 w 19"/>
                  <a:gd name="T1" fmla="*/ 0 h 35"/>
                  <a:gd name="T2" fmla="*/ 57 w 19"/>
                  <a:gd name="T3" fmla="*/ 313 h 35"/>
                  <a:gd name="T4" fmla="*/ 220 w 19"/>
                  <a:gd name="T5" fmla="*/ 50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5">
                    <a:moveTo>
                      <a:pt x="3" y="0"/>
                    </a:moveTo>
                    <a:cubicBezTo>
                      <a:pt x="2" y="7"/>
                      <a:pt x="0" y="16"/>
                      <a:pt x="5" y="22"/>
                    </a:cubicBezTo>
                    <a:cubicBezTo>
                      <a:pt x="9" y="27"/>
                      <a:pt x="15" y="30"/>
                      <a:pt x="19" y="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7" name="Freeform 200">
                <a:extLst>
                  <a:ext uri="{FF2B5EF4-FFF2-40B4-BE49-F238E27FC236}">
                    <a16:creationId xmlns:a16="http://schemas.microsoft.com/office/drawing/2014/main" id="{E74E5963-DFF4-49EA-890A-528F27DBB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3174"/>
                <a:ext cx="54" cy="38"/>
              </a:xfrm>
              <a:custGeom>
                <a:avLst/>
                <a:gdLst>
                  <a:gd name="T0" fmla="*/ 0 w 24"/>
                  <a:gd name="T1" fmla="*/ 57 h 16"/>
                  <a:gd name="T2" fmla="*/ 275 w 24"/>
                  <a:gd name="T3" fmla="*/ 21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4"/>
                    </a:moveTo>
                    <a:cubicBezTo>
                      <a:pt x="8" y="0"/>
                      <a:pt x="20" y="8"/>
                      <a:pt x="24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8" name="Freeform 201">
                <a:extLst>
                  <a:ext uri="{FF2B5EF4-FFF2-40B4-BE49-F238E27FC236}">
                    <a16:creationId xmlns:a16="http://schemas.microsoft.com/office/drawing/2014/main" id="{1399005F-395C-43C8-9449-02A338504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3186"/>
                <a:ext cx="79" cy="41"/>
              </a:xfrm>
              <a:custGeom>
                <a:avLst/>
                <a:gdLst>
                  <a:gd name="T0" fmla="*/ 0 w 35"/>
                  <a:gd name="T1" fmla="*/ 239 h 17"/>
                  <a:gd name="T2" fmla="*/ 255 w 35"/>
                  <a:gd name="T3" fmla="*/ 12 h 17"/>
                  <a:gd name="T4" fmla="*/ 402 w 35"/>
                  <a:gd name="T5" fmla="*/ 1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7">
                    <a:moveTo>
                      <a:pt x="0" y="17"/>
                    </a:moveTo>
                    <a:cubicBezTo>
                      <a:pt x="7" y="12"/>
                      <a:pt x="12" y="0"/>
                      <a:pt x="22" y="1"/>
                    </a:cubicBezTo>
                    <a:cubicBezTo>
                      <a:pt x="28" y="2"/>
                      <a:pt x="31" y="7"/>
                      <a:pt x="35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9" name="Freeform 202">
                <a:extLst>
                  <a:ext uri="{FF2B5EF4-FFF2-40B4-BE49-F238E27FC236}">
                    <a16:creationId xmlns:a16="http://schemas.microsoft.com/office/drawing/2014/main" id="{7704CE84-0DF7-41D9-B593-04BE3898A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819"/>
                <a:ext cx="90" cy="50"/>
              </a:xfrm>
              <a:custGeom>
                <a:avLst/>
                <a:gdLst>
                  <a:gd name="T0" fmla="*/ 0 w 40"/>
                  <a:gd name="T1" fmla="*/ 214 h 21"/>
                  <a:gd name="T2" fmla="*/ 457 w 40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1">
                    <a:moveTo>
                      <a:pt x="0" y="16"/>
                    </a:moveTo>
                    <a:cubicBezTo>
                      <a:pt x="8" y="0"/>
                      <a:pt x="33" y="10"/>
                      <a:pt x="40" y="2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0" name="Freeform 203">
                <a:extLst>
                  <a:ext uri="{FF2B5EF4-FFF2-40B4-BE49-F238E27FC236}">
                    <a16:creationId xmlns:a16="http://schemas.microsoft.com/office/drawing/2014/main" id="{D0A715C1-0706-4B10-ABE4-8FC3D7991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855"/>
                <a:ext cx="61" cy="26"/>
              </a:xfrm>
              <a:custGeom>
                <a:avLst/>
                <a:gdLst>
                  <a:gd name="T0" fmla="*/ 0 w 27"/>
                  <a:gd name="T1" fmla="*/ 144 h 11"/>
                  <a:gd name="T2" fmla="*/ 312 w 27"/>
                  <a:gd name="T3" fmla="*/ 9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1">
                    <a:moveTo>
                      <a:pt x="0" y="11"/>
                    </a:moveTo>
                    <a:cubicBezTo>
                      <a:pt x="5" y="0"/>
                      <a:pt x="19" y="4"/>
                      <a:pt x="27" y="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1" name="Freeform 204">
                <a:extLst>
                  <a:ext uri="{FF2B5EF4-FFF2-40B4-BE49-F238E27FC236}">
                    <a16:creationId xmlns:a16="http://schemas.microsoft.com/office/drawing/2014/main" id="{A10C3C81-E2A4-4F0F-BC30-680DF319C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915"/>
                <a:ext cx="68" cy="58"/>
              </a:xfrm>
              <a:custGeom>
                <a:avLst/>
                <a:gdLst>
                  <a:gd name="T0" fmla="*/ 36 w 30"/>
                  <a:gd name="T1" fmla="*/ 0 h 24"/>
                  <a:gd name="T2" fmla="*/ 349 w 30"/>
                  <a:gd name="T3" fmla="*/ 2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4">
                    <a:moveTo>
                      <a:pt x="3" y="0"/>
                    </a:moveTo>
                    <a:cubicBezTo>
                      <a:pt x="0" y="14"/>
                      <a:pt x="18" y="24"/>
                      <a:pt x="30" y="18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7108" name="Group 205">
              <a:extLst>
                <a:ext uri="{FF2B5EF4-FFF2-40B4-BE49-F238E27FC236}">
                  <a16:creationId xmlns:a16="http://schemas.microsoft.com/office/drawing/2014/main" id="{80B0CEAA-B56A-4D4E-BB0C-FE8BC0A3D2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" y="2415"/>
              <a:ext cx="4770" cy="1604"/>
              <a:chOff x="549" y="2415"/>
              <a:chExt cx="4770" cy="1604"/>
            </a:xfrm>
          </p:grpSpPr>
          <p:sp>
            <p:nvSpPr>
              <p:cNvPr id="47282" name="Freeform 206">
                <a:extLst>
                  <a:ext uri="{FF2B5EF4-FFF2-40B4-BE49-F238E27FC236}">
                    <a16:creationId xmlns:a16="http://schemas.microsoft.com/office/drawing/2014/main" id="{6253B621-88EF-4A8D-9F98-5D6956D69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942"/>
                <a:ext cx="36" cy="41"/>
              </a:xfrm>
              <a:custGeom>
                <a:avLst/>
                <a:gdLst>
                  <a:gd name="T0" fmla="*/ 0 w 16"/>
                  <a:gd name="T1" fmla="*/ 0 h 17"/>
                  <a:gd name="T2" fmla="*/ 182 w 16"/>
                  <a:gd name="T3" fmla="*/ 239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0" y="10"/>
                      <a:pt x="6" y="16"/>
                      <a:pt x="16" y="1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3" name="Freeform 207">
                <a:extLst>
                  <a:ext uri="{FF2B5EF4-FFF2-40B4-BE49-F238E27FC236}">
                    <a16:creationId xmlns:a16="http://schemas.microsoft.com/office/drawing/2014/main" id="{DB205A41-D937-401B-AC80-06C090AF6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864"/>
                <a:ext cx="97" cy="51"/>
              </a:xfrm>
              <a:custGeom>
                <a:avLst/>
                <a:gdLst>
                  <a:gd name="T0" fmla="*/ 0 w 43"/>
                  <a:gd name="T1" fmla="*/ 202 h 21"/>
                  <a:gd name="T2" fmla="*/ 494 w 43"/>
                  <a:gd name="T3" fmla="*/ 30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1">
                    <a:moveTo>
                      <a:pt x="0" y="14"/>
                    </a:moveTo>
                    <a:cubicBezTo>
                      <a:pt x="11" y="0"/>
                      <a:pt x="35" y="7"/>
                      <a:pt x="43" y="2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4" name="Freeform 208">
                <a:extLst>
                  <a:ext uri="{FF2B5EF4-FFF2-40B4-BE49-F238E27FC236}">
                    <a16:creationId xmlns:a16="http://schemas.microsoft.com/office/drawing/2014/main" id="{786156BD-6B7A-4676-8F55-2B1ED2EBB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901"/>
                <a:ext cx="81" cy="50"/>
              </a:xfrm>
              <a:custGeom>
                <a:avLst/>
                <a:gdLst>
                  <a:gd name="T0" fmla="*/ 0 w 36"/>
                  <a:gd name="T1" fmla="*/ 119 h 21"/>
                  <a:gd name="T2" fmla="*/ 410 w 36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1">
                    <a:moveTo>
                      <a:pt x="0" y="9"/>
                    </a:moveTo>
                    <a:cubicBezTo>
                      <a:pt x="14" y="0"/>
                      <a:pt x="28" y="7"/>
                      <a:pt x="36" y="2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5" name="Freeform 209">
                <a:extLst>
                  <a:ext uri="{FF2B5EF4-FFF2-40B4-BE49-F238E27FC236}">
                    <a16:creationId xmlns:a16="http://schemas.microsoft.com/office/drawing/2014/main" id="{C36D02F6-759F-4F08-A852-B41BE6D09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985"/>
                <a:ext cx="91" cy="39"/>
              </a:xfrm>
              <a:custGeom>
                <a:avLst/>
                <a:gdLst>
                  <a:gd name="T0" fmla="*/ 0 w 40"/>
                  <a:gd name="T1" fmla="*/ 119 h 16"/>
                  <a:gd name="T2" fmla="*/ 471 w 4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6">
                    <a:moveTo>
                      <a:pt x="0" y="8"/>
                    </a:moveTo>
                    <a:cubicBezTo>
                      <a:pt x="9" y="16"/>
                      <a:pt x="38" y="16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6" name="Freeform 210">
                <a:extLst>
                  <a:ext uri="{FF2B5EF4-FFF2-40B4-BE49-F238E27FC236}">
                    <a16:creationId xmlns:a16="http://schemas.microsoft.com/office/drawing/2014/main" id="{805FEF33-B0CA-4B7B-96DF-A750188FC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966"/>
                <a:ext cx="62" cy="29"/>
              </a:xfrm>
              <a:custGeom>
                <a:avLst/>
                <a:gdLst>
                  <a:gd name="T0" fmla="*/ 0 w 27"/>
                  <a:gd name="T1" fmla="*/ 0 h 12"/>
                  <a:gd name="T2" fmla="*/ 326 w 27"/>
                  <a:gd name="T3" fmla="*/ 1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2">
                    <a:moveTo>
                      <a:pt x="0" y="0"/>
                    </a:moveTo>
                    <a:cubicBezTo>
                      <a:pt x="3" y="11"/>
                      <a:pt x="18" y="12"/>
                      <a:pt x="27" y="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7" name="Freeform 211">
                <a:extLst>
                  <a:ext uri="{FF2B5EF4-FFF2-40B4-BE49-F238E27FC236}">
                    <a16:creationId xmlns:a16="http://schemas.microsoft.com/office/drawing/2014/main" id="{1BBC53BC-E907-4089-B270-4846FE685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000"/>
                <a:ext cx="84" cy="43"/>
              </a:xfrm>
              <a:custGeom>
                <a:avLst/>
                <a:gdLst>
                  <a:gd name="T0" fmla="*/ 0 w 37"/>
                  <a:gd name="T1" fmla="*/ 0 h 18"/>
                  <a:gd name="T2" fmla="*/ 434 w 37"/>
                  <a:gd name="T3" fmla="*/ 14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">
                    <a:moveTo>
                      <a:pt x="0" y="0"/>
                    </a:moveTo>
                    <a:cubicBezTo>
                      <a:pt x="6" y="12"/>
                      <a:pt x="24" y="18"/>
                      <a:pt x="37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8" name="Freeform 212">
                <a:extLst>
                  <a:ext uri="{FF2B5EF4-FFF2-40B4-BE49-F238E27FC236}">
                    <a16:creationId xmlns:a16="http://schemas.microsoft.com/office/drawing/2014/main" id="{E7109E48-0552-482D-8CD2-68EACF123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3012"/>
                <a:ext cx="40" cy="41"/>
              </a:xfrm>
              <a:custGeom>
                <a:avLst/>
                <a:gdLst>
                  <a:gd name="T0" fmla="*/ 0 w 18"/>
                  <a:gd name="T1" fmla="*/ 0 h 17"/>
                  <a:gd name="T2" fmla="*/ 198 w 18"/>
                  <a:gd name="T3" fmla="*/ 22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0" y="0"/>
                    </a:moveTo>
                    <a:cubicBezTo>
                      <a:pt x="3" y="8"/>
                      <a:pt x="9" y="17"/>
                      <a:pt x="18" y="1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9" name="Freeform 213">
                <a:extLst>
                  <a:ext uri="{FF2B5EF4-FFF2-40B4-BE49-F238E27FC236}">
                    <a16:creationId xmlns:a16="http://schemas.microsoft.com/office/drawing/2014/main" id="{26E7A839-8DBB-4BCC-87C3-B496DF7A7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939"/>
                <a:ext cx="90" cy="58"/>
              </a:xfrm>
              <a:custGeom>
                <a:avLst/>
                <a:gdLst>
                  <a:gd name="T0" fmla="*/ 0 w 40"/>
                  <a:gd name="T1" fmla="*/ 58 h 24"/>
                  <a:gd name="T2" fmla="*/ 218 w 40"/>
                  <a:gd name="T3" fmla="*/ 70 h 24"/>
                  <a:gd name="T4" fmla="*/ 457 w 40"/>
                  <a:gd name="T5" fmla="*/ 33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4">
                    <a:moveTo>
                      <a:pt x="0" y="4"/>
                    </a:moveTo>
                    <a:cubicBezTo>
                      <a:pt x="4" y="0"/>
                      <a:pt x="14" y="4"/>
                      <a:pt x="19" y="5"/>
                    </a:cubicBezTo>
                    <a:cubicBezTo>
                      <a:pt x="28" y="8"/>
                      <a:pt x="36" y="15"/>
                      <a:pt x="40" y="2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0" name="Freeform 214">
                <a:extLst>
                  <a:ext uri="{FF2B5EF4-FFF2-40B4-BE49-F238E27FC236}">
                    <a16:creationId xmlns:a16="http://schemas.microsoft.com/office/drawing/2014/main" id="{79248982-B306-489A-8DE0-940E0AF9A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995"/>
                <a:ext cx="50" cy="48"/>
              </a:xfrm>
              <a:custGeom>
                <a:avLst/>
                <a:gdLst>
                  <a:gd name="T0" fmla="*/ 0 w 22"/>
                  <a:gd name="T1" fmla="*/ 0 h 20"/>
                  <a:gd name="T2" fmla="*/ 259 w 22"/>
                  <a:gd name="T3" fmla="*/ 27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0">
                    <a:moveTo>
                      <a:pt x="0" y="0"/>
                    </a:moveTo>
                    <a:cubicBezTo>
                      <a:pt x="10" y="0"/>
                      <a:pt x="20" y="10"/>
                      <a:pt x="22" y="2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1" name="Freeform 215">
                <a:extLst>
                  <a:ext uri="{FF2B5EF4-FFF2-40B4-BE49-F238E27FC236}">
                    <a16:creationId xmlns:a16="http://schemas.microsoft.com/office/drawing/2014/main" id="{72B0448E-88C0-4A79-9105-D37AB3BA0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007"/>
                <a:ext cx="40" cy="51"/>
              </a:xfrm>
              <a:custGeom>
                <a:avLst/>
                <a:gdLst>
                  <a:gd name="T0" fmla="*/ 198 w 18"/>
                  <a:gd name="T1" fmla="*/ 0 h 21"/>
                  <a:gd name="T2" fmla="*/ 0 w 18"/>
                  <a:gd name="T3" fmla="*/ 30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18" y="0"/>
                    </a:moveTo>
                    <a:cubicBezTo>
                      <a:pt x="18" y="13"/>
                      <a:pt x="14" y="21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2" name="Freeform 216">
                <a:extLst>
                  <a:ext uri="{FF2B5EF4-FFF2-40B4-BE49-F238E27FC236}">
                    <a16:creationId xmlns:a16="http://schemas.microsoft.com/office/drawing/2014/main" id="{AC1B282E-26B7-49CD-9CC6-3CFC6DD04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3038"/>
                <a:ext cx="29" cy="32"/>
              </a:xfrm>
              <a:custGeom>
                <a:avLst/>
                <a:gdLst>
                  <a:gd name="T0" fmla="*/ 89 w 13"/>
                  <a:gd name="T1" fmla="*/ 0 h 13"/>
                  <a:gd name="T2" fmla="*/ 0 w 13"/>
                  <a:gd name="T3" fmla="*/ 18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cubicBezTo>
                      <a:pt x="13" y="6"/>
                      <a:pt x="6" y="13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3" name="Freeform 217">
                <a:extLst>
                  <a:ext uri="{FF2B5EF4-FFF2-40B4-BE49-F238E27FC236}">
                    <a16:creationId xmlns:a16="http://schemas.microsoft.com/office/drawing/2014/main" id="{CB1BDE6C-A6F3-43EA-A323-6F41538E7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116"/>
                <a:ext cx="123" cy="31"/>
              </a:xfrm>
              <a:custGeom>
                <a:avLst/>
                <a:gdLst>
                  <a:gd name="T0" fmla="*/ 0 w 54"/>
                  <a:gd name="T1" fmla="*/ 98 h 13"/>
                  <a:gd name="T2" fmla="*/ 378 w 54"/>
                  <a:gd name="T3" fmla="*/ 29 h 13"/>
                  <a:gd name="T4" fmla="*/ 638 w 54"/>
                  <a:gd name="T5" fmla="*/ 17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3">
                    <a:moveTo>
                      <a:pt x="0" y="7"/>
                    </a:moveTo>
                    <a:cubicBezTo>
                      <a:pt x="11" y="4"/>
                      <a:pt x="20" y="0"/>
                      <a:pt x="32" y="2"/>
                    </a:cubicBezTo>
                    <a:cubicBezTo>
                      <a:pt x="36" y="3"/>
                      <a:pt x="54" y="9"/>
                      <a:pt x="54" y="1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4" name="Freeform 218">
                <a:extLst>
                  <a:ext uri="{FF2B5EF4-FFF2-40B4-BE49-F238E27FC236}">
                    <a16:creationId xmlns:a16="http://schemas.microsoft.com/office/drawing/2014/main" id="{E136D467-09B4-465E-8AF9-ED1343603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145"/>
                <a:ext cx="77" cy="16"/>
              </a:xfrm>
              <a:custGeom>
                <a:avLst/>
                <a:gdLst>
                  <a:gd name="T0" fmla="*/ 0 w 34"/>
                  <a:gd name="T1" fmla="*/ 73 h 7"/>
                  <a:gd name="T2" fmla="*/ 394 w 34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7">
                    <a:moveTo>
                      <a:pt x="0" y="6"/>
                    </a:moveTo>
                    <a:cubicBezTo>
                      <a:pt x="9" y="1"/>
                      <a:pt x="26" y="0"/>
                      <a:pt x="34" y="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5" name="Freeform 219">
                <a:extLst>
                  <a:ext uri="{FF2B5EF4-FFF2-40B4-BE49-F238E27FC236}">
                    <a16:creationId xmlns:a16="http://schemas.microsoft.com/office/drawing/2014/main" id="{C094F661-344C-4DBB-8BF5-3D4E4E78A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251"/>
                <a:ext cx="77" cy="55"/>
              </a:xfrm>
              <a:custGeom>
                <a:avLst/>
                <a:gdLst>
                  <a:gd name="T0" fmla="*/ 36 w 34"/>
                  <a:gd name="T1" fmla="*/ 0 h 23"/>
                  <a:gd name="T2" fmla="*/ 394 w 34"/>
                  <a:gd name="T3" fmla="*/ 31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3">
                    <a:moveTo>
                      <a:pt x="3" y="0"/>
                    </a:moveTo>
                    <a:cubicBezTo>
                      <a:pt x="0" y="16"/>
                      <a:pt x="22" y="23"/>
                      <a:pt x="34" y="2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6" name="Freeform 220">
                <a:extLst>
                  <a:ext uri="{FF2B5EF4-FFF2-40B4-BE49-F238E27FC236}">
                    <a16:creationId xmlns:a16="http://schemas.microsoft.com/office/drawing/2014/main" id="{0B97B0AB-6D63-4DC3-8596-FB458270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3287"/>
                <a:ext cx="46" cy="41"/>
              </a:xfrm>
              <a:custGeom>
                <a:avLst/>
                <a:gdLst>
                  <a:gd name="T0" fmla="*/ 28 w 20"/>
                  <a:gd name="T1" fmla="*/ 0 h 17"/>
                  <a:gd name="T2" fmla="*/ 244 w 20"/>
                  <a:gd name="T3" fmla="*/ 22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" y="0"/>
                    </a:moveTo>
                    <a:cubicBezTo>
                      <a:pt x="0" y="11"/>
                      <a:pt x="9" y="17"/>
                      <a:pt x="20" y="1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7" name="Freeform 221">
                <a:extLst>
                  <a:ext uri="{FF2B5EF4-FFF2-40B4-BE49-F238E27FC236}">
                    <a16:creationId xmlns:a16="http://schemas.microsoft.com/office/drawing/2014/main" id="{B4560FA0-7BEE-4CBD-B4A5-0504402A1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222"/>
                <a:ext cx="22" cy="43"/>
              </a:xfrm>
              <a:custGeom>
                <a:avLst/>
                <a:gdLst>
                  <a:gd name="T0" fmla="*/ 0 w 10"/>
                  <a:gd name="T1" fmla="*/ 0 h 18"/>
                  <a:gd name="T2" fmla="*/ 88 w 10"/>
                  <a:gd name="T3" fmla="*/ 24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0" y="0"/>
                    </a:moveTo>
                    <a:cubicBezTo>
                      <a:pt x="10" y="2"/>
                      <a:pt x="9" y="10"/>
                      <a:pt x="8" y="18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8" name="Freeform 222">
                <a:extLst>
                  <a:ext uri="{FF2B5EF4-FFF2-40B4-BE49-F238E27FC236}">
                    <a16:creationId xmlns:a16="http://schemas.microsoft.com/office/drawing/2014/main" id="{4E224CAF-5405-4095-BC31-998A63FEB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241"/>
                <a:ext cx="32" cy="10"/>
              </a:xfrm>
              <a:custGeom>
                <a:avLst/>
                <a:gdLst>
                  <a:gd name="T0" fmla="*/ 0 w 14"/>
                  <a:gd name="T1" fmla="*/ 20 h 4"/>
                  <a:gd name="T2" fmla="*/ 167 w 14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2" y="3"/>
                      <a:pt x="10" y="0"/>
                      <a:pt x="14" y="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9" name="Freeform 223">
                <a:extLst>
                  <a:ext uri="{FF2B5EF4-FFF2-40B4-BE49-F238E27FC236}">
                    <a16:creationId xmlns:a16="http://schemas.microsoft.com/office/drawing/2014/main" id="{3BEA4EA2-5226-49EB-AB6A-B34FEBAFE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3145"/>
                <a:ext cx="91" cy="43"/>
              </a:xfrm>
              <a:custGeom>
                <a:avLst/>
                <a:gdLst>
                  <a:gd name="T0" fmla="*/ 0 w 40"/>
                  <a:gd name="T1" fmla="*/ 108 h 18"/>
                  <a:gd name="T2" fmla="*/ 471 w 40"/>
                  <a:gd name="T3" fmla="*/ 24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0" y="8"/>
                    </a:moveTo>
                    <a:cubicBezTo>
                      <a:pt x="14" y="0"/>
                      <a:pt x="30" y="8"/>
                      <a:pt x="40" y="18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0" name="Freeform 224">
                <a:extLst>
                  <a:ext uri="{FF2B5EF4-FFF2-40B4-BE49-F238E27FC236}">
                    <a16:creationId xmlns:a16="http://schemas.microsoft.com/office/drawing/2014/main" id="{DCF18DCB-C024-4363-9EAF-3F357D5E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176"/>
                <a:ext cx="68" cy="22"/>
              </a:xfrm>
              <a:custGeom>
                <a:avLst/>
                <a:gdLst>
                  <a:gd name="T0" fmla="*/ 0 w 30"/>
                  <a:gd name="T1" fmla="*/ 132 h 9"/>
                  <a:gd name="T2" fmla="*/ 349 w 30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">
                    <a:moveTo>
                      <a:pt x="0" y="9"/>
                    </a:moveTo>
                    <a:cubicBezTo>
                      <a:pt x="6" y="0"/>
                      <a:pt x="22" y="4"/>
                      <a:pt x="30" y="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1" name="Freeform 225">
                <a:extLst>
                  <a:ext uri="{FF2B5EF4-FFF2-40B4-BE49-F238E27FC236}">
                    <a16:creationId xmlns:a16="http://schemas.microsoft.com/office/drawing/2014/main" id="{30D0335E-6563-4598-BA3E-1EEC99E16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3188"/>
                <a:ext cx="102" cy="53"/>
              </a:xfrm>
              <a:custGeom>
                <a:avLst/>
                <a:gdLst>
                  <a:gd name="T0" fmla="*/ 0 w 45"/>
                  <a:gd name="T1" fmla="*/ 169 h 22"/>
                  <a:gd name="T2" fmla="*/ 524 w 45"/>
                  <a:gd name="T3" fmla="*/ 30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0" y="12"/>
                    </a:moveTo>
                    <a:cubicBezTo>
                      <a:pt x="12" y="0"/>
                      <a:pt x="36" y="11"/>
                      <a:pt x="45" y="2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2" name="Freeform 226">
                <a:extLst>
                  <a:ext uri="{FF2B5EF4-FFF2-40B4-BE49-F238E27FC236}">
                    <a16:creationId xmlns:a16="http://schemas.microsoft.com/office/drawing/2014/main" id="{0BBDE9E4-1578-4A6A-BBEF-F74DCC9AC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241"/>
                <a:ext cx="59" cy="24"/>
              </a:xfrm>
              <a:custGeom>
                <a:avLst/>
                <a:gdLst>
                  <a:gd name="T0" fmla="*/ 0 w 26"/>
                  <a:gd name="T1" fmla="*/ 41 h 10"/>
                  <a:gd name="T2" fmla="*/ 304 w 26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3"/>
                    </a:moveTo>
                    <a:cubicBezTo>
                      <a:pt x="7" y="0"/>
                      <a:pt x="22" y="2"/>
                      <a:pt x="26" y="1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3" name="Freeform 227">
                <a:extLst>
                  <a:ext uri="{FF2B5EF4-FFF2-40B4-BE49-F238E27FC236}">
                    <a16:creationId xmlns:a16="http://schemas.microsoft.com/office/drawing/2014/main" id="{72FF51E4-2289-4264-8E74-616AE03CD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405"/>
                <a:ext cx="79" cy="32"/>
              </a:xfrm>
              <a:custGeom>
                <a:avLst/>
                <a:gdLst>
                  <a:gd name="T0" fmla="*/ 0 w 35"/>
                  <a:gd name="T1" fmla="*/ 30 h 13"/>
                  <a:gd name="T2" fmla="*/ 402 w 3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2"/>
                    </a:moveTo>
                    <a:cubicBezTo>
                      <a:pt x="10" y="10"/>
                      <a:pt x="27" y="13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4" name="Freeform 228">
                <a:extLst>
                  <a:ext uri="{FF2B5EF4-FFF2-40B4-BE49-F238E27FC236}">
                    <a16:creationId xmlns:a16="http://schemas.microsoft.com/office/drawing/2014/main" id="{33D1BB4B-08B2-482B-8EDE-C3A6E1A5C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3381"/>
                <a:ext cx="77" cy="34"/>
              </a:xfrm>
              <a:custGeom>
                <a:avLst/>
                <a:gdLst>
                  <a:gd name="T0" fmla="*/ 0 w 34"/>
                  <a:gd name="T1" fmla="*/ 0 h 14"/>
                  <a:gd name="T2" fmla="*/ 394 w 34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0" y="0"/>
                    </a:moveTo>
                    <a:cubicBezTo>
                      <a:pt x="2" y="14"/>
                      <a:pt x="25" y="13"/>
                      <a:pt x="34" y="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5" name="Freeform 229">
                <a:extLst>
                  <a:ext uri="{FF2B5EF4-FFF2-40B4-BE49-F238E27FC236}">
                    <a16:creationId xmlns:a16="http://schemas.microsoft.com/office/drawing/2014/main" id="{85DE0B5F-5ED0-4AC3-9377-D49BDC1EF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316"/>
                <a:ext cx="75" cy="27"/>
              </a:xfrm>
              <a:custGeom>
                <a:avLst/>
                <a:gdLst>
                  <a:gd name="T0" fmla="*/ 0 w 33"/>
                  <a:gd name="T1" fmla="*/ 91 h 11"/>
                  <a:gd name="T2" fmla="*/ 386 w 33"/>
                  <a:gd name="T3" fmla="*/ 1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6"/>
                    </a:moveTo>
                    <a:cubicBezTo>
                      <a:pt x="8" y="1"/>
                      <a:pt x="29" y="0"/>
                      <a:pt x="33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6" name="Freeform 230">
                <a:extLst>
                  <a:ext uri="{FF2B5EF4-FFF2-40B4-BE49-F238E27FC236}">
                    <a16:creationId xmlns:a16="http://schemas.microsoft.com/office/drawing/2014/main" id="{126DC9B0-538B-44AF-9F59-ADBD3A8E6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3335"/>
                <a:ext cx="57" cy="15"/>
              </a:xfrm>
              <a:custGeom>
                <a:avLst/>
                <a:gdLst>
                  <a:gd name="T0" fmla="*/ 0 w 25"/>
                  <a:gd name="T1" fmla="*/ 95 h 6"/>
                  <a:gd name="T2" fmla="*/ 296 w 25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">
                    <a:moveTo>
                      <a:pt x="0" y="6"/>
                    </a:moveTo>
                    <a:cubicBezTo>
                      <a:pt x="6" y="0"/>
                      <a:pt x="19" y="0"/>
                      <a:pt x="25" y="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7" name="Freeform 231">
                <a:extLst>
                  <a:ext uri="{FF2B5EF4-FFF2-40B4-BE49-F238E27FC236}">
                    <a16:creationId xmlns:a16="http://schemas.microsoft.com/office/drawing/2014/main" id="{442650AE-7169-4132-BBA6-F16028BB9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3311"/>
                <a:ext cx="23" cy="65"/>
              </a:xfrm>
              <a:custGeom>
                <a:avLst/>
                <a:gdLst>
                  <a:gd name="T0" fmla="*/ 0 w 10"/>
                  <a:gd name="T1" fmla="*/ 0 h 27"/>
                  <a:gd name="T2" fmla="*/ 12 w 10"/>
                  <a:gd name="T3" fmla="*/ 376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7">
                    <a:moveTo>
                      <a:pt x="0" y="0"/>
                    </a:moveTo>
                    <a:cubicBezTo>
                      <a:pt x="9" y="5"/>
                      <a:pt x="10" y="22"/>
                      <a:pt x="1" y="2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8" name="Freeform 232">
                <a:extLst>
                  <a:ext uri="{FF2B5EF4-FFF2-40B4-BE49-F238E27FC236}">
                    <a16:creationId xmlns:a16="http://schemas.microsoft.com/office/drawing/2014/main" id="{17032578-AB0D-4FE9-89FD-9A2DEFC87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357"/>
                <a:ext cx="30" cy="17"/>
              </a:xfrm>
              <a:custGeom>
                <a:avLst/>
                <a:gdLst>
                  <a:gd name="T0" fmla="*/ 0 w 13"/>
                  <a:gd name="T1" fmla="*/ 0 h 7"/>
                  <a:gd name="T2" fmla="*/ 159 w 13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5" y="0"/>
                      <a:pt x="10" y="2"/>
                      <a:pt x="13" y="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9" name="Freeform 233">
                <a:extLst>
                  <a:ext uri="{FF2B5EF4-FFF2-40B4-BE49-F238E27FC236}">
                    <a16:creationId xmlns:a16="http://schemas.microsoft.com/office/drawing/2014/main" id="{2F422C33-928F-49AB-8597-09B5C3F81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3347"/>
                <a:ext cx="54" cy="49"/>
              </a:xfrm>
              <a:custGeom>
                <a:avLst/>
                <a:gdLst>
                  <a:gd name="T0" fmla="*/ 275 w 24"/>
                  <a:gd name="T1" fmla="*/ 0 h 20"/>
                  <a:gd name="T2" fmla="*/ 0 w 24"/>
                  <a:gd name="T3" fmla="*/ 2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0">
                    <a:moveTo>
                      <a:pt x="24" y="0"/>
                    </a:moveTo>
                    <a:cubicBezTo>
                      <a:pt x="24" y="16"/>
                      <a:pt x="14" y="18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0" name="Freeform 234">
                <a:extLst>
                  <a:ext uri="{FF2B5EF4-FFF2-40B4-BE49-F238E27FC236}">
                    <a16:creationId xmlns:a16="http://schemas.microsoft.com/office/drawing/2014/main" id="{829A844A-C0D7-4CE8-BD1C-2F5EC9895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316"/>
                <a:ext cx="32" cy="36"/>
              </a:xfrm>
              <a:custGeom>
                <a:avLst/>
                <a:gdLst>
                  <a:gd name="T0" fmla="*/ 130 w 14"/>
                  <a:gd name="T1" fmla="*/ 0 h 15"/>
                  <a:gd name="T2" fmla="*/ 0 w 14"/>
                  <a:gd name="T3" fmla="*/ 19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11" y="0"/>
                    </a:moveTo>
                    <a:cubicBezTo>
                      <a:pt x="14" y="8"/>
                      <a:pt x="8" y="15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1" name="Freeform 235">
                <a:extLst>
                  <a:ext uri="{FF2B5EF4-FFF2-40B4-BE49-F238E27FC236}">
                    <a16:creationId xmlns:a16="http://schemas.microsoft.com/office/drawing/2014/main" id="{17BE26FF-A63F-4FF7-B4B0-BD69C493D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270"/>
                <a:ext cx="74" cy="27"/>
              </a:xfrm>
              <a:custGeom>
                <a:avLst/>
                <a:gdLst>
                  <a:gd name="T0" fmla="*/ 0 w 33"/>
                  <a:gd name="T1" fmla="*/ 42 h 11"/>
                  <a:gd name="T2" fmla="*/ 372 w 33"/>
                  <a:gd name="T3" fmla="*/ 1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3"/>
                    </a:moveTo>
                    <a:cubicBezTo>
                      <a:pt x="11" y="0"/>
                      <a:pt x="24" y="0"/>
                      <a:pt x="33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2" name="Freeform 236">
                <a:extLst>
                  <a:ext uri="{FF2B5EF4-FFF2-40B4-BE49-F238E27FC236}">
                    <a16:creationId xmlns:a16="http://schemas.microsoft.com/office/drawing/2014/main" id="{A09BC39C-2621-4A9A-8E1A-5257650A2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3289"/>
                <a:ext cx="31" cy="15"/>
              </a:xfrm>
              <a:custGeom>
                <a:avLst/>
                <a:gdLst>
                  <a:gd name="T0" fmla="*/ 0 w 14"/>
                  <a:gd name="T1" fmla="*/ 95 h 6"/>
                  <a:gd name="T2" fmla="*/ 153 w 14"/>
                  <a:gd name="T3" fmla="*/ 5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4" y="1"/>
                      <a:pt x="8" y="0"/>
                      <a:pt x="14" y="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3" name="Freeform 237">
                <a:extLst>
                  <a:ext uri="{FF2B5EF4-FFF2-40B4-BE49-F238E27FC236}">
                    <a16:creationId xmlns:a16="http://schemas.microsoft.com/office/drawing/2014/main" id="{2D38DB8B-C691-42C7-BCB8-14107E427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3306"/>
                <a:ext cx="16" cy="39"/>
              </a:xfrm>
              <a:custGeom>
                <a:avLst/>
                <a:gdLst>
                  <a:gd name="T0" fmla="*/ 25 w 7"/>
                  <a:gd name="T1" fmla="*/ 0 h 16"/>
                  <a:gd name="T2" fmla="*/ 85 w 7"/>
                  <a:gd name="T3" fmla="*/ 23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2" y="0"/>
                    </a:moveTo>
                    <a:cubicBezTo>
                      <a:pt x="0" y="6"/>
                      <a:pt x="2" y="12"/>
                      <a:pt x="7" y="1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4" name="Freeform 238">
                <a:extLst>
                  <a:ext uri="{FF2B5EF4-FFF2-40B4-BE49-F238E27FC236}">
                    <a16:creationId xmlns:a16="http://schemas.microsoft.com/office/drawing/2014/main" id="{93A642E3-FA22-487A-9A3C-74F9DC64E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3335"/>
                <a:ext cx="21" cy="5"/>
              </a:xfrm>
              <a:custGeom>
                <a:avLst/>
                <a:gdLst>
                  <a:gd name="T0" fmla="*/ 114 w 9"/>
                  <a:gd name="T1" fmla="*/ 0 h 2"/>
                  <a:gd name="T2" fmla="*/ 0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5" y="0"/>
                      <a:pt x="2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5" name="Freeform 239">
                <a:extLst>
                  <a:ext uri="{FF2B5EF4-FFF2-40B4-BE49-F238E27FC236}">
                    <a16:creationId xmlns:a16="http://schemas.microsoft.com/office/drawing/2014/main" id="{0FBD9FCD-A396-4A8F-820A-D9FDA760A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3695"/>
                <a:ext cx="89" cy="29"/>
              </a:xfrm>
              <a:custGeom>
                <a:avLst/>
                <a:gdLst>
                  <a:gd name="T0" fmla="*/ 0 w 39"/>
                  <a:gd name="T1" fmla="*/ 0 h 12"/>
                  <a:gd name="T2" fmla="*/ 463 w 39"/>
                  <a:gd name="T3" fmla="*/ 9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2">
                    <a:moveTo>
                      <a:pt x="0" y="0"/>
                    </a:moveTo>
                    <a:cubicBezTo>
                      <a:pt x="5" y="12"/>
                      <a:pt x="29" y="11"/>
                      <a:pt x="39" y="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6" name="Freeform 240">
                <a:extLst>
                  <a:ext uri="{FF2B5EF4-FFF2-40B4-BE49-F238E27FC236}">
                    <a16:creationId xmlns:a16="http://schemas.microsoft.com/office/drawing/2014/main" id="{FAF3D26B-419B-4CEA-913B-603286B85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3693"/>
                <a:ext cx="45" cy="48"/>
              </a:xfrm>
              <a:custGeom>
                <a:avLst/>
                <a:gdLst>
                  <a:gd name="T0" fmla="*/ 0 w 20"/>
                  <a:gd name="T1" fmla="*/ 0 h 20"/>
                  <a:gd name="T2" fmla="*/ 227 w 20"/>
                  <a:gd name="T3" fmla="*/ 27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0">
                    <a:moveTo>
                      <a:pt x="0" y="0"/>
                    </a:moveTo>
                    <a:cubicBezTo>
                      <a:pt x="0" y="12"/>
                      <a:pt x="9" y="19"/>
                      <a:pt x="20" y="2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7" name="Freeform 241">
                <a:extLst>
                  <a:ext uri="{FF2B5EF4-FFF2-40B4-BE49-F238E27FC236}">
                    <a16:creationId xmlns:a16="http://schemas.microsoft.com/office/drawing/2014/main" id="{58E0B150-1B22-4EB1-80AC-79675BDCB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3545"/>
                <a:ext cx="79" cy="32"/>
              </a:xfrm>
              <a:custGeom>
                <a:avLst/>
                <a:gdLst>
                  <a:gd name="T0" fmla="*/ 0 w 35"/>
                  <a:gd name="T1" fmla="*/ 194 h 13"/>
                  <a:gd name="T2" fmla="*/ 402 w 35"/>
                  <a:gd name="T3" fmla="*/ 18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13"/>
                    </a:moveTo>
                    <a:cubicBezTo>
                      <a:pt x="6" y="0"/>
                      <a:pt x="27" y="4"/>
                      <a:pt x="35" y="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8" name="Freeform 242">
                <a:extLst>
                  <a:ext uri="{FF2B5EF4-FFF2-40B4-BE49-F238E27FC236}">
                    <a16:creationId xmlns:a16="http://schemas.microsoft.com/office/drawing/2014/main" id="{74CCC9DD-B3A2-4DA1-8F75-AB4B35474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567"/>
                <a:ext cx="66" cy="24"/>
              </a:xfrm>
              <a:custGeom>
                <a:avLst/>
                <a:gdLst>
                  <a:gd name="T0" fmla="*/ 0 w 29"/>
                  <a:gd name="T1" fmla="*/ 139 h 10"/>
                  <a:gd name="T2" fmla="*/ 341 w 29"/>
                  <a:gd name="T3" fmla="*/ 7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0">
                    <a:moveTo>
                      <a:pt x="0" y="10"/>
                    </a:moveTo>
                    <a:cubicBezTo>
                      <a:pt x="7" y="2"/>
                      <a:pt x="20" y="0"/>
                      <a:pt x="29" y="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9" name="Freeform 243">
                <a:extLst>
                  <a:ext uri="{FF2B5EF4-FFF2-40B4-BE49-F238E27FC236}">
                    <a16:creationId xmlns:a16="http://schemas.microsoft.com/office/drawing/2014/main" id="{0F2E189B-CA80-4301-A73B-8B3E7551F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753"/>
                <a:ext cx="83" cy="39"/>
              </a:xfrm>
              <a:custGeom>
                <a:avLst/>
                <a:gdLst>
                  <a:gd name="T0" fmla="*/ 0 w 37"/>
                  <a:gd name="T1" fmla="*/ 0 h 16"/>
                  <a:gd name="T2" fmla="*/ 417 w 37"/>
                  <a:gd name="T3" fmla="*/ 1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6">
                    <a:moveTo>
                      <a:pt x="0" y="0"/>
                    </a:moveTo>
                    <a:cubicBezTo>
                      <a:pt x="3" y="13"/>
                      <a:pt x="28" y="16"/>
                      <a:pt x="37" y="8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0" name="Freeform 244">
                <a:extLst>
                  <a:ext uri="{FF2B5EF4-FFF2-40B4-BE49-F238E27FC236}">
                    <a16:creationId xmlns:a16="http://schemas.microsoft.com/office/drawing/2014/main" id="{B17AB95B-4190-4046-891D-70450218F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3758"/>
                <a:ext cx="49" cy="36"/>
              </a:xfrm>
              <a:custGeom>
                <a:avLst/>
                <a:gdLst>
                  <a:gd name="T0" fmla="*/ 0 w 22"/>
                  <a:gd name="T1" fmla="*/ 0 h 15"/>
                  <a:gd name="T2" fmla="*/ 243 w 22"/>
                  <a:gd name="T3" fmla="*/ 19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0"/>
                    </a:moveTo>
                    <a:cubicBezTo>
                      <a:pt x="3" y="10"/>
                      <a:pt x="11" y="15"/>
                      <a:pt x="22" y="1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1" name="Freeform 245">
                <a:extLst>
                  <a:ext uri="{FF2B5EF4-FFF2-40B4-BE49-F238E27FC236}">
                    <a16:creationId xmlns:a16="http://schemas.microsoft.com/office/drawing/2014/main" id="{81E82D1A-13E0-4FE2-BFBE-6632F68EA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3690"/>
                <a:ext cx="54" cy="51"/>
              </a:xfrm>
              <a:custGeom>
                <a:avLst/>
                <a:gdLst>
                  <a:gd name="T0" fmla="*/ 0 w 24"/>
                  <a:gd name="T1" fmla="*/ 0 h 21"/>
                  <a:gd name="T2" fmla="*/ 137 w 24"/>
                  <a:gd name="T3" fmla="*/ 12 h 21"/>
                  <a:gd name="T4" fmla="*/ 263 w 24"/>
                  <a:gd name="T5" fmla="*/ 30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4" y="0"/>
                      <a:pt x="8" y="0"/>
                      <a:pt x="12" y="1"/>
                    </a:cubicBezTo>
                    <a:cubicBezTo>
                      <a:pt x="21" y="5"/>
                      <a:pt x="24" y="13"/>
                      <a:pt x="23" y="2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2" name="Freeform 246">
                <a:extLst>
                  <a:ext uri="{FF2B5EF4-FFF2-40B4-BE49-F238E27FC236}">
                    <a16:creationId xmlns:a16="http://schemas.microsoft.com/office/drawing/2014/main" id="{1E50B65F-39F3-4BB8-8003-BA5B09FAF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719"/>
                <a:ext cx="38" cy="15"/>
              </a:xfrm>
              <a:custGeom>
                <a:avLst/>
                <a:gdLst>
                  <a:gd name="T0" fmla="*/ 0 w 17"/>
                  <a:gd name="T1" fmla="*/ 33 h 6"/>
                  <a:gd name="T2" fmla="*/ 190 w 17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2"/>
                    </a:moveTo>
                    <a:cubicBezTo>
                      <a:pt x="6" y="0"/>
                      <a:pt x="12" y="1"/>
                      <a:pt x="17" y="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3" name="Freeform 247">
                <a:extLst>
                  <a:ext uri="{FF2B5EF4-FFF2-40B4-BE49-F238E27FC236}">
                    <a16:creationId xmlns:a16="http://schemas.microsoft.com/office/drawing/2014/main" id="{4020C387-BDFB-4CCF-AF16-A19B74B3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613"/>
                <a:ext cx="83" cy="29"/>
              </a:xfrm>
              <a:custGeom>
                <a:avLst/>
                <a:gdLst>
                  <a:gd name="T0" fmla="*/ 0 w 37"/>
                  <a:gd name="T1" fmla="*/ 169 h 12"/>
                  <a:gd name="T2" fmla="*/ 417 w 37"/>
                  <a:gd name="T3" fmla="*/ 11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2">
                    <a:moveTo>
                      <a:pt x="0" y="12"/>
                    </a:moveTo>
                    <a:cubicBezTo>
                      <a:pt x="7" y="0"/>
                      <a:pt x="27" y="2"/>
                      <a:pt x="37" y="8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4" name="Freeform 248">
                <a:extLst>
                  <a:ext uri="{FF2B5EF4-FFF2-40B4-BE49-F238E27FC236}">
                    <a16:creationId xmlns:a16="http://schemas.microsoft.com/office/drawing/2014/main" id="{8EB7A324-801B-4176-9AC7-E0B8F7BAF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3628"/>
                <a:ext cx="55" cy="16"/>
              </a:xfrm>
              <a:custGeom>
                <a:avLst/>
                <a:gdLst>
                  <a:gd name="T0" fmla="*/ 0 w 24"/>
                  <a:gd name="T1" fmla="*/ 85 h 7"/>
                  <a:gd name="T2" fmla="*/ 289 w 24"/>
                  <a:gd name="T3" fmla="*/ 4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6" y="0"/>
                      <a:pt x="15" y="0"/>
                      <a:pt x="24" y="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5" name="Freeform 249">
                <a:extLst>
                  <a:ext uri="{FF2B5EF4-FFF2-40B4-BE49-F238E27FC236}">
                    <a16:creationId xmlns:a16="http://schemas.microsoft.com/office/drawing/2014/main" id="{8B085578-2330-4F5E-9A5B-8767294FC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9"/>
                <a:ext cx="74" cy="22"/>
              </a:xfrm>
              <a:custGeom>
                <a:avLst/>
                <a:gdLst>
                  <a:gd name="T0" fmla="*/ 0 w 33"/>
                  <a:gd name="T1" fmla="*/ 0 h 9"/>
                  <a:gd name="T2" fmla="*/ 101 w 33"/>
                  <a:gd name="T3" fmla="*/ 103 h 9"/>
                  <a:gd name="T4" fmla="*/ 372 w 33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9">
                    <a:moveTo>
                      <a:pt x="0" y="0"/>
                    </a:moveTo>
                    <a:cubicBezTo>
                      <a:pt x="0" y="4"/>
                      <a:pt x="6" y="6"/>
                      <a:pt x="9" y="7"/>
                    </a:cubicBezTo>
                    <a:cubicBezTo>
                      <a:pt x="17" y="9"/>
                      <a:pt x="28" y="9"/>
                      <a:pt x="33" y="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6" name="Freeform 250">
                <a:extLst>
                  <a:ext uri="{FF2B5EF4-FFF2-40B4-BE49-F238E27FC236}">
                    <a16:creationId xmlns:a16="http://schemas.microsoft.com/office/drawing/2014/main" id="{95F15432-EE1A-49F7-824A-41D926DA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3789"/>
                <a:ext cx="70" cy="37"/>
              </a:xfrm>
              <a:custGeom>
                <a:avLst/>
                <a:gdLst>
                  <a:gd name="T0" fmla="*/ 0 w 31"/>
                  <a:gd name="T1" fmla="*/ 0 h 15"/>
                  <a:gd name="T2" fmla="*/ 357 w 31"/>
                  <a:gd name="T3" fmla="*/ 16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5">
                    <a:moveTo>
                      <a:pt x="0" y="0"/>
                    </a:moveTo>
                    <a:cubicBezTo>
                      <a:pt x="5" y="13"/>
                      <a:pt x="19" y="15"/>
                      <a:pt x="31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7" name="Freeform 251">
                <a:extLst>
                  <a:ext uri="{FF2B5EF4-FFF2-40B4-BE49-F238E27FC236}">
                    <a16:creationId xmlns:a16="http://schemas.microsoft.com/office/drawing/2014/main" id="{CD8BC010-94FB-47EB-950C-8FB1F46D4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3804"/>
                <a:ext cx="50" cy="31"/>
              </a:xfrm>
              <a:custGeom>
                <a:avLst/>
                <a:gdLst>
                  <a:gd name="T0" fmla="*/ 25 w 22"/>
                  <a:gd name="T1" fmla="*/ 0 h 13"/>
                  <a:gd name="T2" fmla="*/ 259 w 22"/>
                  <a:gd name="T3" fmla="*/ 17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3">
                    <a:moveTo>
                      <a:pt x="2" y="0"/>
                    </a:moveTo>
                    <a:cubicBezTo>
                      <a:pt x="0" y="11"/>
                      <a:pt x="15" y="13"/>
                      <a:pt x="22" y="1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8" name="Freeform 252">
                <a:extLst>
                  <a:ext uri="{FF2B5EF4-FFF2-40B4-BE49-F238E27FC236}">
                    <a16:creationId xmlns:a16="http://schemas.microsoft.com/office/drawing/2014/main" id="{12DDE8C6-7DA0-4464-8E7C-05B21410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3685"/>
                <a:ext cx="47" cy="70"/>
              </a:xfrm>
              <a:custGeom>
                <a:avLst/>
                <a:gdLst>
                  <a:gd name="T0" fmla="*/ 0 w 21"/>
                  <a:gd name="T1" fmla="*/ 0 h 29"/>
                  <a:gd name="T2" fmla="*/ 181 w 21"/>
                  <a:gd name="T3" fmla="*/ 128 h 29"/>
                  <a:gd name="T4" fmla="*/ 215 w 21"/>
                  <a:gd name="T5" fmla="*/ 40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9">
                    <a:moveTo>
                      <a:pt x="0" y="0"/>
                    </a:moveTo>
                    <a:cubicBezTo>
                      <a:pt x="6" y="2"/>
                      <a:pt x="12" y="4"/>
                      <a:pt x="16" y="9"/>
                    </a:cubicBezTo>
                    <a:cubicBezTo>
                      <a:pt x="21" y="15"/>
                      <a:pt x="19" y="22"/>
                      <a:pt x="19" y="2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9" name="Freeform 253">
                <a:extLst>
                  <a:ext uri="{FF2B5EF4-FFF2-40B4-BE49-F238E27FC236}">
                    <a16:creationId xmlns:a16="http://schemas.microsoft.com/office/drawing/2014/main" id="{296B88F0-6942-4427-891E-E1085490B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55"/>
                <a:ext cx="39" cy="39"/>
              </a:xfrm>
              <a:custGeom>
                <a:avLst/>
                <a:gdLst>
                  <a:gd name="T0" fmla="*/ 0 w 17"/>
                  <a:gd name="T1" fmla="*/ 0 h 16"/>
                  <a:gd name="T2" fmla="*/ 195 w 17"/>
                  <a:gd name="T3" fmla="*/ 23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9" y="0"/>
                      <a:pt x="17" y="7"/>
                      <a:pt x="16" y="1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0" name="Freeform 254">
                <a:extLst>
                  <a:ext uri="{FF2B5EF4-FFF2-40B4-BE49-F238E27FC236}">
                    <a16:creationId xmlns:a16="http://schemas.microsoft.com/office/drawing/2014/main" id="{7673B0BD-AD82-4BE0-9B5B-D2E841C57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3700"/>
                <a:ext cx="23" cy="36"/>
              </a:xfrm>
              <a:custGeom>
                <a:avLst/>
                <a:gdLst>
                  <a:gd name="T0" fmla="*/ 28 w 10"/>
                  <a:gd name="T1" fmla="*/ 0 h 15"/>
                  <a:gd name="T2" fmla="*/ 122 w 10"/>
                  <a:gd name="T3" fmla="*/ 20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2" y="0"/>
                    </a:moveTo>
                    <a:cubicBezTo>
                      <a:pt x="0" y="6"/>
                      <a:pt x="5" y="12"/>
                      <a:pt x="10" y="1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1" name="Freeform 255">
                <a:extLst>
                  <a:ext uri="{FF2B5EF4-FFF2-40B4-BE49-F238E27FC236}">
                    <a16:creationId xmlns:a16="http://schemas.microsoft.com/office/drawing/2014/main" id="{615DC338-D4B3-4E58-8332-CC7039055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719"/>
                <a:ext cx="20" cy="10"/>
              </a:xfrm>
              <a:custGeom>
                <a:avLst/>
                <a:gdLst>
                  <a:gd name="T0" fmla="*/ 98 w 9"/>
                  <a:gd name="T1" fmla="*/ 0 h 4"/>
                  <a:gd name="T2" fmla="*/ 0 w 9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0"/>
                      <a:pt x="2" y="1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2" name="Freeform 256">
                <a:extLst>
                  <a:ext uri="{FF2B5EF4-FFF2-40B4-BE49-F238E27FC236}">
                    <a16:creationId xmlns:a16="http://schemas.microsoft.com/office/drawing/2014/main" id="{7F32E892-30CB-4B68-881C-9393A3CB7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644"/>
                <a:ext cx="77" cy="44"/>
              </a:xfrm>
              <a:custGeom>
                <a:avLst/>
                <a:gdLst>
                  <a:gd name="T0" fmla="*/ 25 w 34"/>
                  <a:gd name="T1" fmla="*/ 0 h 18"/>
                  <a:gd name="T2" fmla="*/ 394 w 34"/>
                  <a:gd name="T3" fmla="*/ 19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8">
                    <a:moveTo>
                      <a:pt x="2" y="0"/>
                    </a:moveTo>
                    <a:cubicBezTo>
                      <a:pt x="0" y="15"/>
                      <a:pt x="24" y="18"/>
                      <a:pt x="34" y="1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3" name="Freeform 257">
                <a:extLst>
                  <a:ext uri="{FF2B5EF4-FFF2-40B4-BE49-F238E27FC236}">
                    <a16:creationId xmlns:a16="http://schemas.microsoft.com/office/drawing/2014/main" id="{B8F4CBEB-4FF9-4B30-A9FC-1830A720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661"/>
                <a:ext cx="25" cy="29"/>
              </a:xfrm>
              <a:custGeom>
                <a:avLst/>
                <a:gdLst>
                  <a:gd name="T0" fmla="*/ 11 w 11"/>
                  <a:gd name="T1" fmla="*/ 0 h 12"/>
                  <a:gd name="T2" fmla="*/ 130 w 11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" y="0"/>
                    </a:moveTo>
                    <a:cubicBezTo>
                      <a:pt x="0" y="6"/>
                      <a:pt x="6" y="11"/>
                      <a:pt x="11" y="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4" name="Freeform 258">
                <a:extLst>
                  <a:ext uri="{FF2B5EF4-FFF2-40B4-BE49-F238E27FC236}">
                    <a16:creationId xmlns:a16="http://schemas.microsoft.com/office/drawing/2014/main" id="{4B6E3DA7-E109-434E-848B-6BBACBA29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3381"/>
                <a:ext cx="59" cy="29"/>
              </a:xfrm>
              <a:custGeom>
                <a:avLst/>
                <a:gdLst>
                  <a:gd name="T0" fmla="*/ 0 w 26"/>
                  <a:gd name="T1" fmla="*/ 0 h 12"/>
                  <a:gd name="T2" fmla="*/ 304 w 26"/>
                  <a:gd name="T3" fmla="*/ 5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2">
                    <a:moveTo>
                      <a:pt x="0" y="0"/>
                    </a:moveTo>
                    <a:cubicBezTo>
                      <a:pt x="2" y="11"/>
                      <a:pt x="21" y="12"/>
                      <a:pt x="26" y="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5" name="Freeform 259">
                <a:extLst>
                  <a:ext uri="{FF2B5EF4-FFF2-40B4-BE49-F238E27FC236}">
                    <a16:creationId xmlns:a16="http://schemas.microsoft.com/office/drawing/2014/main" id="{89A1E9BD-E75A-44ED-84F8-CDFCB81D9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3381"/>
                <a:ext cx="43" cy="24"/>
              </a:xfrm>
              <a:custGeom>
                <a:avLst/>
                <a:gdLst>
                  <a:gd name="T0" fmla="*/ 0 w 19"/>
                  <a:gd name="T1" fmla="*/ 0 h 10"/>
                  <a:gd name="T2" fmla="*/ 220 w 19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0" y="9"/>
                      <a:pt x="13" y="10"/>
                      <a:pt x="19" y="1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6" name="Freeform 260">
                <a:extLst>
                  <a:ext uri="{FF2B5EF4-FFF2-40B4-BE49-F238E27FC236}">
                    <a16:creationId xmlns:a16="http://schemas.microsoft.com/office/drawing/2014/main" id="{D7EA69A4-0007-4B3F-8D95-CC6A1D11A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401"/>
                <a:ext cx="59" cy="31"/>
              </a:xfrm>
              <a:custGeom>
                <a:avLst/>
                <a:gdLst>
                  <a:gd name="T0" fmla="*/ 45 w 26"/>
                  <a:gd name="T1" fmla="*/ 0 h 13"/>
                  <a:gd name="T2" fmla="*/ 304 w 26"/>
                  <a:gd name="T3" fmla="*/ 11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3">
                    <a:moveTo>
                      <a:pt x="4" y="0"/>
                    </a:moveTo>
                    <a:cubicBezTo>
                      <a:pt x="0" y="11"/>
                      <a:pt x="21" y="13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7" name="Freeform 261">
                <a:extLst>
                  <a:ext uri="{FF2B5EF4-FFF2-40B4-BE49-F238E27FC236}">
                    <a16:creationId xmlns:a16="http://schemas.microsoft.com/office/drawing/2014/main" id="{6F00DA29-969E-4FDB-BD87-576512C42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3410"/>
                <a:ext cx="20" cy="29"/>
              </a:xfrm>
              <a:custGeom>
                <a:avLst/>
                <a:gdLst>
                  <a:gd name="T0" fmla="*/ 0 w 9"/>
                  <a:gd name="T1" fmla="*/ 0 h 12"/>
                  <a:gd name="T2" fmla="*/ 98 w 9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0" y="6"/>
                      <a:pt x="2" y="10"/>
                      <a:pt x="9" y="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8" name="Freeform 262">
                <a:extLst>
                  <a:ext uri="{FF2B5EF4-FFF2-40B4-BE49-F238E27FC236}">
                    <a16:creationId xmlns:a16="http://schemas.microsoft.com/office/drawing/2014/main" id="{EA39A0B1-3CF5-4148-9C2A-23D4831FA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3297"/>
                <a:ext cx="77" cy="46"/>
              </a:xfrm>
              <a:custGeom>
                <a:avLst/>
                <a:gdLst>
                  <a:gd name="T0" fmla="*/ 0 w 34"/>
                  <a:gd name="T1" fmla="*/ 29 h 19"/>
                  <a:gd name="T2" fmla="*/ 394 w 34"/>
                  <a:gd name="T3" fmla="*/ 26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9">
                    <a:moveTo>
                      <a:pt x="0" y="2"/>
                    </a:moveTo>
                    <a:cubicBezTo>
                      <a:pt x="13" y="0"/>
                      <a:pt x="29" y="5"/>
                      <a:pt x="34" y="1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9" name="Freeform 263">
                <a:extLst>
                  <a:ext uri="{FF2B5EF4-FFF2-40B4-BE49-F238E27FC236}">
                    <a16:creationId xmlns:a16="http://schemas.microsoft.com/office/drawing/2014/main" id="{7DFE18C4-4DF0-40C6-9547-5A6CDD98A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333"/>
                <a:ext cx="70" cy="31"/>
              </a:xfrm>
              <a:custGeom>
                <a:avLst/>
                <a:gdLst>
                  <a:gd name="T0" fmla="*/ 0 w 31"/>
                  <a:gd name="T1" fmla="*/ 79 h 13"/>
                  <a:gd name="T2" fmla="*/ 357 w 31"/>
                  <a:gd name="T3" fmla="*/ 17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3">
                    <a:moveTo>
                      <a:pt x="0" y="6"/>
                    </a:moveTo>
                    <a:cubicBezTo>
                      <a:pt x="9" y="0"/>
                      <a:pt x="23" y="8"/>
                      <a:pt x="31" y="1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0" name="Freeform 264">
                <a:extLst>
                  <a:ext uri="{FF2B5EF4-FFF2-40B4-BE49-F238E27FC236}">
                    <a16:creationId xmlns:a16="http://schemas.microsoft.com/office/drawing/2014/main" id="{CD575AFA-1384-45B5-B037-EBEAE2BC4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3420"/>
                <a:ext cx="88" cy="53"/>
              </a:xfrm>
              <a:custGeom>
                <a:avLst/>
                <a:gdLst>
                  <a:gd name="T0" fmla="*/ 0 w 39"/>
                  <a:gd name="T1" fmla="*/ 0 h 22"/>
                  <a:gd name="T2" fmla="*/ 449 w 39"/>
                  <a:gd name="T3" fmla="*/ 169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2">
                    <a:moveTo>
                      <a:pt x="0" y="0"/>
                    </a:moveTo>
                    <a:cubicBezTo>
                      <a:pt x="4" y="14"/>
                      <a:pt x="29" y="22"/>
                      <a:pt x="39" y="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1" name="Freeform 265">
                <a:extLst>
                  <a:ext uri="{FF2B5EF4-FFF2-40B4-BE49-F238E27FC236}">
                    <a16:creationId xmlns:a16="http://schemas.microsoft.com/office/drawing/2014/main" id="{2B99A0DA-9102-4325-ADA1-33DD17968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429"/>
                <a:ext cx="57" cy="37"/>
              </a:xfrm>
              <a:custGeom>
                <a:avLst/>
                <a:gdLst>
                  <a:gd name="T0" fmla="*/ 11 w 25"/>
                  <a:gd name="T1" fmla="*/ 0 h 15"/>
                  <a:gd name="T2" fmla="*/ 296 w 25"/>
                  <a:gd name="T3" fmla="*/ 19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5">
                    <a:moveTo>
                      <a:pt x="1" y="0"/>
                    </a:moveTo>
                    <a:cubicBezTo>
                      <a:pt x="0" y="10"/>
                      <a:pt x="18" y="15"/>
                      <a:pt x="25" y="1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2" name="Freeform 266">
                <a:extLst>
                  <a:ext uri="{FF2B5EF4-FFF2-40B4-BE49-F238E27FC236}">
                    <a16:creationId xmlns:a16="http://schemas.microsoft.com/office/drawing/2014/main" id="{765FC65A-0944-40EC-A47F-60C8C72E6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306"/>
                <a:ext cx="90" cy="27"/>
              </a:xfrm>
              <a:custGeom>
                <a:avLst/>
                <a:gdLst>
                  <a:gd name="T0" fmla="*/ 0 w 40"/>
                  <a:gd name="T1" fmla="*/ 162 h 11"/>
                  <a:gd name="T2" fmla="*/ 457 w 40"/>
                  <a:gd name="T3" fmla="*/ 9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1">
                    <a:moveTo>
                      <a:pt x="0" y="11"/>
                    </a:moveTo>
                    <a:cubicBezTo>
                      <a:pt x="9" y="0"/>
                      <a:pt x="28" y="0"/>
                      <a:pt x="40" y="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3" name="Freeform 267">
                <a:extLst>
                  <a:ext uri="{FF2B5EF4-FFF2-40B4-BE49-F238E27FC236}">
                    <a16:creationId xmlns:a16="http://schemas.microsoft.com/office/drawing/2014/main" id="{E78EB73C-106C-41C8-AF2F-28A417160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3309"/>
                <a:ext cx="39" cy="29"/>
              </a:xfrm>
              <a:custGeom>
                <a:avLst/>
                <a:gdLst>
                  <a:gd name="T0" fmla="*/ 0 w 17"/>
                  <a:gd name="T1" fmla="*/ 169 h 12"/>
                  <a:gd name="T2" fmla="*/ 204 w 1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12"/>
                    </a:moveTo>
                    <a:cubicBezTo>
                      <a:pt x="0" y="3"/>
                      <a:pt x="11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4" name="Freeform 268">
                <a:extLst>
                  <a:ext uri="{FF2B5EF4-FFF2-40B4-BE49-F238E27FC236}">
                    <a16:creationId xmlns:a16="http://schemas.microsoft.com/office/drawing/2014/main" id="{D9231EBC-844B-4282-B994-BACDBECD9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3340"/>
                <a:ext cx="16" cy="24"/>
              </a:xfrm>
              <a:custGeom>
                <a:avLst/>
                <a:gdLst>
                  <a:gd name="T0" fmla="*/ 0 w 7"/>
                  <a:gd name="T1" fmla="*/ 0 h 10"/>
                  <a:gd name="T2" fmla="*/ 57 w 7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4" y="2"/>
                      <a:pt x="7" y="5"/>
                      <a:pt x="5" y="1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5" name="Freeform 269">
                <a:extLst>
                  <a:ext uri="{FF2B5EF4-FFF2-40B4-BE49-F238E27FC236}">
                    <a16:creationId xmlns:a16="http://schemas.microsoft.com/office/drawing/2014/main" id="{5B8B01C0-F2A1-43E4-A0BE-4F559FBDD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347"/>
                <a:ext cx="21" cy="8"/>
              </a:xfrm>
              <a:custGeom>
                <a:avLst/>
                <a:gdLst>
                  <a:gd name="T0" fmla="*/ 0 w 9"/>
                  <a:gd name="T1" fmla="*/ 56 h 3"/>
                  <a:gd name="T2" fmla="*/ 114 w 9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0" y="0"/>
                      <a:pt x="7" y="0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6" name="Freeform 270">
                <a:extLst>
                  <a:ext uri="{FF2B5EF4-FFF2-40B4-BE49-F238E27FC236}">
                    <a16:creationId xmlns:a16="http://schemas.microsoft.com/office/drawing/2014/main" id="{842A3593-AE9C-477E-885D-E36388418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306"/>
                <a:ext cx="2" cy="17"/>
              </a:xfrm>
              <a:custGeom>
                <a:avLst/>
                <a:gdLst>
                  <a:gd name="T0" fmla="*/ 0 w 1"/>
                  <a:gd name="T1" fmla="*/ 0 h 7"/>
                  <a:gd name="T2" fmla="*/ 8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7" name="Freeform 271">
                <a:extLst>
                  <a:ext uri="{FF2B5EF4-FFF2-40B4-BE49-F238E27FC236}">
                    <a16:creationId xmlns:a16="http://schemas.microsoft.com/office/drawing/2014/main" id="{DF11393A-17B1-4CAE-A8C6-F491CF016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333"/>
                <a:ext cx="25" cy="36"/>
              </a:xfrm>
              <a:custGeom>
                <a:avLst/>
                <a:gdLst>
                  <a:gd name="T0" fmla="*/ 57 w 11"/>
                  <a:gd name="T1" fmla="*/ 206 h 15"/>
                  <a:gd name="T2" fmla="*/ 102 w 11"/>
                  <a:gd name="T3" fmla="*/ 98 h 15"/>
                  <a:gd name="T4" fmla="*/ 0 w 11"/>
                  <a:gd name="T5" fmla="*/ 16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5" y="15"/>
                    </a:moveTo>
                    <a:cubicBezTo>
                      <a:pt x="9" y="14"/>
                      <a:pt x="11" y="11"/>
                      <a:pt x="9" y="7"/>
                    </a:cubicBezTo>
                    <a:cubicBezTo>
                      <a:pt x="6" y="0"/>
                      <a:pt x="2" y="8"/>
                      <a:pt x="0" y="12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8" name="Freeform 272">
                <a:extLst>
                  <a:ext uri="{FF2B5EF4-FFF2-40B4-BE49-F238E27FC236}">
                    <a16:creationId xmlns:a16="http://schemas.microsoft.com/office/drawing/2014/main" id="{325A6412-091C-4543-83DF-EFC0EE020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410"/>
                <a:ext cx="34" cy="32"/>
              </a:xfrm>
              <a:custGeom>
                <a:avLst/>
                <a:gdLst>
                  <a:gd name="T0" fmla="*/ 0 w 15"/>
                  <a:gd name="T1" fmla="*/ 133 h 13"/>
                  <a:gd name="T2" fmla="*/ 45 w 15"/>
                  <a:gd name="T3" fmla="*/ 18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8" y="0"/>
                      <a:pt x="15" y="13"/>
                      <a:pt x="4" y="12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9" name="Freeform 273">
                <a:extLst>
                  <a:ext uri="{FF2B5EF4-FFF2-40B4-BE49-F238E27FC236}">
                    <a16:creationId xmlns:a16="http://schemas.microsoft.com/office/drawing/2014/main" id="{DFD25F53-D2E9-4B11-828B-E3D543866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297"/>
                <a:ext cx="1" cy="1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0" name="Freeform 274">
                <a:extLst>
                  <a:ext uri="{FF2B5EF4-FFF2-40B4-BE49-F238E27FC236}">
                    <a16:creationId xmlns:a16="http://schemas.microsoft.com/office/drawing/2014/main" id="{2BD684DD-40A0-466F-9FBE-DA0F30B84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3386"/>
                <a:ext cx="13" cy="5"/>
              </a:xfrm>
              <a:custGeom>
                <a:avLst/>
                <a:gdLst>
                  <a:gd name="T0" fmla="*/ 0 w 6"/>
                  <a:gd name="T1" fmla="*/ 33 h 2"/>
                  <a:gd name="T2" fmla="*/ 61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1" name="Freeform 275">
                <a:extLst>
                  <a:ext uri="{FF2B5EF4-FFF2-40B4-BE49-F238E27FC236}">
                    <a16:creationId xmlns:a16="http://schemas.microsoft.com/office/drawing/2014/main" id="{932957B6-46CE-4327-8ECA-15F18B431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3328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45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2" name="Freeform 276">
                <a:extLst>
                  <a:ext uri="{FF2B5EF4-FFF2-40B4-BE49-F238E27FC236}">
                    <a16:creationId xmlns:a16="http://schemas.microsoft.com/office/drawing/2014/main" id="{2A2FBB75-7611-40DC-A497-3040DDE2C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446"/>
                <a:ext cx="18" cy="20"/>
              </a:xfrm>
              <a:custGeom>
                <a:avLst/>
                <a:gdLst>
                  <a:gd name="T0" fmla="*/ 56 w 8"/>
                  <a:gd name="T1" fmla="*/ 125 h 8"/>
                  <a:gd name="T2" fmla="*/ 56 w 8"/>
                  <a:gd name="T3" fmla="*/ 0 h 8"/>
                  <a:gd name="T4" fmla="*/ 11 w 8"/>
                  <a:gd name="T5" fmla="*/ 11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5" y="8"/>
                    </a:moveTo>
                    <a:cubicBezTo>
                      <a:pt x="7" y="7"/>
                      <a:pt x="8" y="1"/>
                      <a:pt x="5" y="0"/>
                    </a:cubicBezTo>
                    <a:cubicBezTo>
                      <a:pt x="2" y="0"/>
                      <a:pt x="0" y="5"/>
                      <a:pt x="1" y="7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3" name="Freeform 277">
                <a:extLst>
                  <a:ext uri="{FF2B5EF4-FFF2-40B4-BE49-F238E27FC236}">
                    <a16:creationId xmlns:a16="http://schemas.microsoft.com/office/drawing/2014/main" id="{E29A2171-3E31-4FC0-95DC-0FDF99FCE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835"/>
                <a:ext cx="16" cy="25"/>
              </a:xfrm>
              <a:custGeom>
                <a:avLst/>
                <a:gdLst>
                  <a:gd name="T0" fmla="*/ 0 w 7"/>
                  <a:gd name="T1" fmla="*/ 83 h 10"/>
                  <a:gd name="T2" fmla="*/ 85 w 7"/>
                  <a:gd name="T3" fmla="*/ 145 h 10"/>
                  <a:gd name="T4" fmla="*/ 48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5"/>
                    </a:moveTo>
                    <a:cubicBezTo>
                      <a:pt x="2" y="7"/>
                      <a:pt x="4" y="10"/>
                      <a:pt x="7" y="9"/>
                    </a:cubicBezTo>
                    <a:cubicBezTo>
                      <a:pt x="7" y="6"/>
                      <a:pt x="6" y="1"/>
                      <a:pt x="4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4" name="Freeform 278">
                <a:extLst>
                  <a:ext uri="{FF2B5EF4-FFF2-40B4-BE49-F238E27FC236}">
                    <a16:creationId xmlns:a16="http://schemas.microsoft.com/office/drawing/2014/main" id="{8285396F-0481-4018-9595-6414B32EF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857"/>
                <a:ext cx="23" cy="27"/>
              </a:xfrm>
              <a:custGeom>
                <a:avLst/>
                <a:gdLst>
                  <a:gd name="T0" fmla="*/ 122 w 10"/>
                  <a:gd name="T1" fmla="*/ 29 h 11"/>
                  <a:gd name="T2" fmla="*/ 74 w 10"/>
                  <a:gd name="T3" fmla="*/ 162 h 11"/>
                  <a:gd name="T4" fmla="*/ 48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2"/>
                    </a:moveTo>
                    <a:cubicBezTo>
                      <a:pt x="10" y="5"/>
                      <a:pt x="10" y="10"/>
                      <a:pt x="6" y="11"/>
                    </a:cubicBezTo>
                    <a:cubicBezTo>
                      <a:pt x="0" y="11"/>
                      <a:pt x="2" y="3"/>
                      <a:pt x="4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5" name="Freeform 279">
                <a:extLst>
                  <a:ext uri="{FF2B5EF4-FFF2-40B4-BE49-F238E27FC236}">
                    <a16:creationId xmlns:a16="http://schemas.microsoft.com/office/drawing/2014/main" id="{C442A3F2-740D-4379-8C25-5475484B9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915"/>
                <a:ext cx="24" cy="22"/>
              </a:xfrm>
              <a:custGeom>
                <a:avLst/>
                <a:gdLst>
                  <a:gd name="T0" fmla="*/ 0 w 11"/>
                  <a:gd name="T1" fmla="*/ 42 h 9"/>
                  <a:gd name="T2" fmla="*/ 113 w 11"/>
                  <a:gd name="T3" fmla="*/ 71 h 9"/>
                  <a:gd name="T4" fmla="*/ 20 w 11"/>
                  <a:gd name="T5" fmla="*/ 1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3"/>
                    </a:moveTo>
                    <a:cubicBezTo>
                      <a:pt x="3" y="1"/>
                      <a:pt x="11" y="0"/>
                      <a:pt x="11" y="5"/>
                    </a:cubicBezTo>
                    <a:cubicBezTo>
                      <a:pt x="11" y="8"/>
                      <a:pt x="4" y="9"/>
                      <a:pt x="2" y="9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6" name="Freeform 280">
                <a:extLst>
                  <a:ext uri="{FF2B5EF4-FFF2-40B4-BE49-F238E27FC236}">
                    <a16:creationId xmlns:a16="http://schemas.microsoft.com/office/drawing/2014/main" id="{D91B49CA-0292-4A99-AE9D-D07E98B32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2978"/>
                <a:ext cx="11" cy="5"/>
              </a:xfrm>
              <a:custGeom>
                <a:avLst/>
                <a:gdLst>
                  <a:gd name="T0" fmla="*/ 0 w 5"/>
                  <a:gd name="T1" fmla="*/ 33 h 2"/>
                  <a:gd name="T2" fmla="*/ 53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7" name="Freeform 281">
                <a:extLst>
                  <a:ext uri="{FF2B5EF4-FFF2-40B4-BE49-F238E27FC236}">
                    <a16:creationId xmlns:a16="http://schemas.microsoft.com/office/drawing/2014/main" id="{8708A4B2-42C9-4762-B531-EB7156CED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002"/>
                <a:ext cx="25" cy="19"/>
              </a:xfrm>
              <a:custGeom>
                <a:avLst/>
                <a:gdLst>
                  <a:gd name="T0" fmla="*/ 0 w 11"/>
                  <a:gd name="T1" fmla="*/ 95 h 8"/>
                  <a:gd name="T2" fmla="*/ 82 w 11"/>
                  <a:gd name="T3" fmla="*/ 0 h 8"/>
                  <a:gd name="T4" fmla="*/ 93 w 11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7"/>
                    </a:moveTo>
                    <a:cubicBezTo>
                      <a:pt x="1" y="5"/>
                      <a:pt x="4" y="0"/>
                      <a:pt x="7" y="0"/>
                    </a:cubicBezTo>
                    <a:cubicBezTo>
                      <a:pt x="11" y="1"/>
                      <a:pt x="10" y="6"/>
                      <a:pt x="8" y="8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8" name="Freeform 282">
                <a:extLst>
                  <a:ext uri="{FF2B5EF4-FFF2-40B4-BE49-F238E27FC236}">
                    <a16:creationId xmlns:a16="http://schemas.microsoft.com/office/drawing/2014/main" id="{B355F373-C0DB-4BDA-91E8-16DF6C13A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876"/>
                <a:ext cx="32" cy="34"/>
              </a:xfrm>
              <a:custGeom>
                <a:avLst/>
                <a:gdLst>
                  <a:gd name="T0" fmla="*/ 25 w 14"/>
                  <a:gd name="T1" fmla="*/ 29 h 14"/>
                  <a:gd name="T2" fmla="*/ 85 w 1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2" y="2"/>
                    </a:moveTo>
                    <a:cubicBezTo>
                      <a:pt x="0" y="8"/>
                      <a:pt x="14" y="14"/>
                      <a:pt x="7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9" name="Freeform 283">
                <a:extLst>
                  <a:ext uri="{FF2B5EF4-FFF2-40B4-BE49-F238E27FC236}">
                    <a16:creationId xmlns:a16="http://schemas.microsoft.com/office/drawing/2014/main" id="{E8CC824E-AE36-4415-A75C-7ED70A50F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925"/>
                <a:ext cx="25" cy="31"/>
              </a:xfrm>
              <a:custGeom>
                <a:avLst/>
                <a:gdLst>
                  <a:gd name="T0" fmla="*/ 73 w 11"/>
                  <a:gd name="T1" fmla="*/ 176 h 13"/>
                  <a:gd name="T2" fmla="*/ 118 w 11"/>
                  <a:gd name="T3" fmla="*/ 29 h 13"/>
                  <a:gd name="T4" fmla="*/ 0 w 11"/>
                  <a:gd name="T5" fmla="*/ 9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6" y="13"/>
                    </a:moveTo>
                    <a:cubicBezTo>
                      <a:pt x="9" y="11"/>
                      <a:pt x="11" y="5"/>
                      <a:pt x="10" y="2"/>
                    </a:cubicBezTo>
                    <a:cubicBezTo>
                      <a:pt x="7" y="0"/>
                      <a:pt x="2" y="5"/>
                      <a:pt x="0" y="7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0" name="Freeform 284">
                <a:extLst>
                  <a:ext uri="{FF2B5EF4-FFF2-40B4-BE49-F238E27FC236}">
                    <a16:creationId xmlns:a16="http://schemas.microsoft.com/office/drawing/2014/main" id="{BBA679A6-1914-4692-BAA9-D21A121AA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980"/>
                <a:ext cx="4" cy="20"/>
              </a:xfrm>
              <a:custGeom>
                <a:avLst/>
                <a:gdLst>
                  <a:gd name="T0" fmla="*/ 0 w 2"/>
                  <a:gd name="T1" fmla="*/ 0 h 8"/>
                  <a:gd name="T2" fmla="*/ 16 w 2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1" y="3"/>
                      <a:pt x="1" y="6"/>
                      <a:pt x="2" y="8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1" name="Freeform 285">
                <a:extLst>
                  <a:ext uri="{FF2B5EF4-FFF2-40B4-BE49-F238E27FC236}">
                    <a16:creationId xmlns:a16="http://schemas.microsoft.com/office/drawing/2014/main" id="{58FC0221-D10B-423A-9422-2444A670E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002"/>
                <a:ext cx="27" cy="19"/>
              </a:xfrm>
              <a:custGeom>
                <a:avLst/>
                <a:gdLst>
                  <a:gd name="T0" fmla="*/ 0 w 12"/>
                  <a:gd name="T1" fmla="*/ 29 h 8"/>
                  <a:gd name="T2" fmla="*/ 117 w 12"/>
                  <a:gd name="T3" fmla="*/ 12 h 8"/>
                  <a:gd name="T4" fmla="*/ 81 w 12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2"/>
                    </a:moveTo>
                    <a:cubicBezTo>
                      <a:pt x="2" y="1"/>
                      <a:pt x="8" y="0"/>
                      <a:pt x="10" y="1"/>
                    </a:cubicBezTo>
                    <a:cubicBezTo>
                      <a:pt x="12" y="4"/>
                      <a:pt x="9" y="7"/>
                      <a:pt x="7" y="8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2" name="Freeform 286">
                <a:extLst>
                  <a:ext uri="{FF2B5EF4-FFF2-40B4-BE49-F238E27FC236}">
                    <a16:creationId xmlns:a16="http://schemas.microsoft.com/office/drawing/2014/main" id="{E0CF67EC-8FB3-4287-9CC8-EA9083361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3009"/>
                <a:ext cx="36" cy="32"/>
              </a:xfrm>
              <a:custGeom>
                <a:avLst/>
                <a:gdLst>
                  <a:gd name="T0" fmla="*/ 56 w 16"/>
                  <a:gd name="T1" fmla="*/ 182 h 13"/>
                  <a:gd name="T2" fmla="*/ 162 w 16"/>
                  <a:gd name="T3" fmla="*/ 62 h 13"/>
                  <a:gd name="T4" fmla="*/ 0 w 16"/>
                  <a:gd name="T5" fmla="*/ 10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5" y="12"/>
                    </a:moveTo>
                    <a:cubicBezTo>
                      <a:pt x="8" y="13"/>
                      <a:pt x="16" y="9"/>
                      <a:pt x="14" y="4"/>
                    </a:cubicBezTo>
                    <a:cubicBezTo>
                      <a:pt x="12" y="0"/>
                      <a:pt x="2" y="5"/>
                      <a:pt x="0" y="7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3" name="Freeform 287">
                <a:extLst>
                  <a:ext uri="{FF2B5EF4-FFF2-40B4-BE49-F238E27FC236}">
                    <a16:creationId xmlns:a16="http://schemas.microsoft.com/office/drawing/2014/main" id="{F8DA91F8-E35D-4D49-AFE4-4BD5204B3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004"/>
                <a:ext cx="38" cy="27"/>
              </a:xfrm>
              <a:custGeom>
                <a:avLst/>
                <a:gdLst>
                  <a:gd name="T0" fmla="*/ 190 w 17"/>
                  <a:gd name="T1" fmla="*/ 42 h 11"/>
                  <a:gd name="T2" fmla="*/ 134 w 17"/>
                  <a:gd name="T3" fmla="*/ 1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17" y="3"/>
                    </a:moveTo>
                    <a:cubicBezTo>
                      <a:pt x="9" y="0"/>
                      <a:pt x="0" y="11"/>
                      <a:pt x="12" y="11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4" name="Freeform 288">
                <a:extLst>
                  <a:ext uri="{FF2B5EF4-FFF2-40B4-BE49-F238E27FC236}">
                    <a16:creationId xmlns:a16="http://schemas.microsoft.com/office/drawing/2014/main" id="{C60C9124-5360-4108-9181-B4447363A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937"/>
                <a:ext cx="18" cy="29"/>
              </a:xfrm>
              <a:custGeom>
                <a:avLst/>
                <a:gdLst>
                  <a:gd name="T0" fmla="*/ 0 w 8"/>
                  <a:gd name="T1" fmla="*/ 0 h 12"/>
                  <a:gd name="T2" fmla="*/ 92 w 8"/>
                  <a:gd name="T3" fmla="*/ 2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0" y="9"/>
                      <a:pt x="6" y="12"/>
                      <a:pt x="8" y="2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5" name="Freeform 289">
                <a:extLst>
                  <a:ext uri="{FF2B5EF4-FFF2-40B4-BE49-F238E27FC236}">
                    <a16:creationId xmlns:a16="http://schemas.microsoft.com/office/drawing/2014/main" id="{0A234DC5-2FB9-4E7B-A862-69E7F5D0A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3024"/>
                <a:ext cx="29" cy="34"/>
              </a:xfrm>
              <a:custGeom>
                <a:avLst/>
                <a:gdLst>
                  <a:gd name="T0" fmla="*/ 89 w 13"/>
                  <a:gd name="T1" fmla="*/ 202 h 14"/>
                  <a:gd name="T2" fmla="*/ 125 w 13"/>
                  <a:gd name="T3" fmla="*/ 58 h 14"/>
                  <a:gd name="T4" fmla="*/ 0 w 13"/>
                  <a:gd name="T5" fmla="*/ 16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8" y="14"/>
                    </a:moveTo>
                    <a:cubicBezTo>
                      <a:pt x="9" y="12"/>
                      <a:pt x="13" y="7"/>
                      <a:pt x="11" y="4"/>
                    </a:cubicBezTo>
                    <a:cubicBezTo>
                      <a:pt x="8" y="0"/>
                      <a:pt x="1" y="8"/>
                      <a:pt x="0" y="11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6" name="Freeform 290">
                <a:extLst>
                  <a:ext uri="{FF2B5EF4-FFF2-40B4-BE49-F238E27FC236}">
                    <a16:creationId xmlns:a16="http://schemas.microsoft.com/office/drawing/2014/main" id="{3C6CE46B-8C3F-4E53-B3E9-C51ED455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222"/>
                <a:ext cx="14" cy="9"/>
              </a:xfrm>
              <a:custGeom>
                <a:avLst/>
                <a:gdLst>
                  <a:gd name="T0" fmla="*/ 0 w 6"/>
                  <a:gd name="T1" fmla="*/ 45 h 4"/>
                  <a:gd name="T2" fmla="*/ 77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7" name="Freeform 291">
                <a:extLst>
                  <a:ext uri="{FF2B5EF4-FFF2-40B4-BE49-F238E27FC236}">
                    <a16:creationId xmlns:a16="http://schemas.microsoft.com/office/drawing/2014/main" id="{4354F279-F83E-484A-B055-4A4DB0AC1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3149"/>
                <a:ext cx="25" cy="20"/>
              </a:xfrm>
              <a:custGeom>
                <a:avLst/>
                <a:gdLst>
                  <a:gd name="T0" fmla="*/ 130 w 11"/>
                  <a:gd name="T1" fmla="*/ 33 h 8"/>
                  <a:gd name="T2" fmla="*/ 57 w 11"/>
                  <a:gd name="T3" fmla="*/ 125 h 8"/>
                  <a:gd name="T4" fmla="*/ 36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2"/>
                    </a:moveTo>
                    <a:cubicBezTo>
                      <a:pt x="9" y="4"/>
                      <a:pt x="8" y="8"/>
                      <a:pt x="5" y="8"/>
                    </a:cubicBezTo>
                    <a:cubicBezTo>
                      <a:pt x="0" y="8"/>
                      <a:pt x="2" y="2"/>
                      <a:pt x="3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8" name="Freeform 292">
                <a:extLst>
                  <a:ext uri="{FF2B5EF4-FFF2-40B4-BE49-F238E27FC236}">
                    <a16:creationId xmlns:a16="http://schemas.microsoft.com/office/drawing/2014/main" id="{15A4B9D1-AE42-4857-A787-599C2D223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120"/>
                <a:ext cx="34" cy="27"/>
              </a:xfrm>
              <a:custGeom>
                <a:avLst/>
                <a:gdLst>
                  <a:gd name="T0" fmla="*/ 45 w 15"/>
                  <a:gd name="T1" fmla="*/ 42 h 11"/>
                  <a:gd name="T2" fmla="*/ 102 w 1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4" y="3"/>
                    </a:moveTo>
                    <a:cubicBezTo>
                      <a:pt x="0" y="10"/>
                      <a:pt x="15" y="11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9" name="Freeform 293">
                <a:extLst>
                  <a:ext uri="{FF2B5EF4-FFF2-40B4-BE49-F238E27FC236}">
                    <a16:creationId xmlns:a16="http://schemas.microsoft.com/office/drawing/2014/main" id="{C03936A6-7507-4A26-908F-44C5AAEE5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3384"/>
                <a:ext cx="20" cy="43"/>
              </a:xfrm>
              <a:custGeom>
                <a:avLst/>
                <a:gdLst>
                  <a:gd name="T0" fmla="*/ 53 w 9"/>
                  <a:gd name="T1" fmla="*/ 0 h 18"/>
                  <a:gd name="T2" fmla="*/ 89 w 9"/>
                  <a:gd name="T3" fmla="*/ 165 h 18"/>
                  <a:gd name="T4" fmla="*/ 0 w 9"/>
                  <a:gd name="T5" fmla="*/ 10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5" y="0"/>
                    </a:moveTo>
                    <a:cubicBezTo>
                      <a:pt x="4" y="3"/>
                      <a:pt x="9" y="8"/>
                      <a:pt x="8" y="12"/>
                    </a:cubicBezTo>
                    <a:cubicBezTo>
                      <a:pt x="7" y="18"/>
                      <a:pt x="0" y="13"/>
                      <a:pt x="0" y="8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0" name="Freeform 294">
                <a:extLst>
                  <a:ext uri="{FF2B5EF4-FFF2-40B4-BE49-F238E27FC236}">
                    <a16:creationId xmlns:a16="http://schemas.microsoft.com/office/drawing/2014/main" id="{C4FCDAEC-975C-4F61-9607-C3F77672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3326"/>
                <a:ext cx="25" cy="33"/>
              </a:xfrm>
              <a:custGeom>
                <a:avLst/>
                <a:gdLst>
                  <a:gd name="T0" fmla="*/ 82 w 11"/>
                  <a:gd name="T1" fmla="*/ 184 h 14"/>
                  <a:gd name="T2" fmla="*/ 102 w 11"/>
                  <a:gd name="T3" fmla="*/ 0 h 14"/>
                  <a:gd name="T4" fmla="*/ 0 w 11"/>
                  <a:gd name="T5" fmla="*/ 15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7" y="14"/>
                    </a:moveTo>
                    <a:cubicBezTo>
                      <a:pt x="7" y="10"/>
                      <a:pt x="11" y="5"/>
                      <a:pt x="9" y="0"/>
                    </a:cubicBezTo>
                    <a:cubicBezTo>
                      <a:pt x="4" y="2"/>
                      <a:pt x="1" y="7"/>
                      <a:pt x="0" y="12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1" name="Freeform 295">
                <a:extLst>
                  <a:ext uri="{FF2B5EF4-FFF2-40B4-BE49-F238E27FC236}">
                    <a16:creationId xmlns:a16="http://schemas.microsoft.com/office/drawing/2014/main" id="{4B75DD63-4530-4082-AAEB-245A0C61F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3306"/>
                <a:ext cx="41" cy="29"/>
              </a:xfrm>
              <a:custGeom>
                <a:avLst/>
                <a:gdLst>
                  <a:gd name="T0" fmla="*/ 118 w 18"/>
                  <a:gd name="T1" fmla="*/ 0 h 12"/>
                  <a:gd name="T2" fmla="*/ 57 w 18"/>
                  <a:gd name="T3" fmla="*/ 140 h 12"/>
                  <a:gd name="T4" fmla="*/ 212 w 18"/>
                  <a:gd name="T5" fmla="*/ 8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10" y="0"/>
                    </a:moveTo>
                    <a:cubicBezTo>
                      <a:pt x="8" y="2"/>
                      <a:pt x="0" y="8"/>
                      <a:pt x="5" y="10"/>
                    </a:cubicBezTo>
                    <a:cubicBezTo>
                      <a:pt x="10" y="12"/>
                      <a:pt x="14" y="6"/>
                      <a:pt x="18" y="6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2" name="Freeform 296">
                <a:extLst>
                  <a:ext uri="{FF2B5EF4-FFF2-40B4-BE49-F238E27FC236}">
                    <a16:creationId xmlns:a16="http://schemas.microsoft.com/office/drawing/2014/main" id="{EEEB9C95-32CD-49B3-9D71-89B7A5203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244"/>
                <a:ext cx="22" cy="29"/>
              </a:xfrm>
              <a:custGeom>
                <a:avLst/>
                <a:gdLst>
                  <a:gd name="T0" fmla="*/ 97 w 10"/>
                  <a:gd name="T1" fmla="*/ 0 h 12"/>
                  <a:gd name="T2" fmla="*/ 64 w 10"/>
                  <a:gd name="T3" fmla="*/ 157 h 12"/>
                  <a:gd name="T4" fmla="*/ 53 w 10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9" y="0"/>
                    </a:moveTo>
                    <a:cubicBezTo>
                      <a:pt x="9" y="3"/>
                      <a:pt x="10" y="11"/>
                      <a:pt x="6" y="11"/>
                    </a:cubicBezTo>
                    <a:cubicBezTo>
                      <a:pt x="0" y="12"/>
                      <a:pt x="3" y="3"/>
                      <a:pt x="5" y="1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3" name="Freeform 297">
                <a:extLst>
                  <a:ext uri="{FF2B5EF4-FFF2-40B4-BE49-F238E27FC236}">
                    <a16:creationId xmlns:a16="http://schemas.microsoft.com/office/drawing/2014/main" id="{498D5865-43F3-4F93-BF28-A9527D117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273"/>
                <a:ext cx="20" cy="19"/>
              </a:xfrm>
              <a:custGeom>
                <a:avLst/>
                <a:gdLst>
                  <a:gd name="T0" fmla="*/ 36 w 9"/>
                  <a:gd name="T1" fmla="*/ 0 h 8"/>
                  <a:gd name="T2" fmla="*/ 98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0" y="5"/>
                      <a:pt x="9" y="8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4" name="Freeform 298">
                <a:extLst>
                  <a:ext uri="{FF2B5EF4-FFF2-40B4-BE49-F238E27FC236}">
                    <a16:creationId xmlns:a16="http://schemas.microsoft.com/office/drawing/2014/main" id="{A9206D0E-502D-4D71-A7DD-AFA378A0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3384"/>
                <a:ext cx="7" cy="19"/>
              </a:xfrm>
              <a:custGeom>
                <a:avLst/>
                <a:gdLst>
                  <a:gd name="T0" fmla="*/ 28 w 3"/>
                  <a:gd name="T1" fmla="*/ 107 h 8"/>
                  <a:gd name="T2" fmla="*/ 0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3" y="5"/>
                      <a:pt x="3" y="1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5" name="Freeform 299">
                <a:extLst>
                  <a:ext uri="{FF2B5EF4-FFF2-40B4-BE49-F238E27FC236}">
                    <a16:creationId xmlns:a16="http://schemas.microsoft.com/office/drawing/2014/main" id="{175916D1-4B5B-44A4-9322-4FE834FB3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3202"/>
                <a:ext cx="28" cy="22"/>
              </a:xfrm>
              <a:custGeom>
                <a:avLst/>
                <a:gdLst>
                  <a:gd name="T0" fmla="*/ 0 w 12"/>
                  <a:gd name="T1" fmla="*/ 12 h 9"/>
                  <a:gd name="T2" fmla="*/ 103 w 12"/>
                  <a:gd name="T3" fmla="*/ 132 h 9"/>
                  <a:gd name="T4" fmla="*/ 114 w 1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1"/>
                    </a:moveTo>
                    <a:cubicBezTo>
                      <a:pt x="1" y="4"/>
                      <a:pt x="5" y="9"/>
                      <a:pt x="8" y="9"/>
                    </a:cubicBezTo>
                    <a:cubicBezTo>
                      <a:pt x="12" y="8"/>
                      <a:pt x="11" y="2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6" name="Freeform 300">
                <a:extLst>
                  <a:ext uri="{FF2B5EF4-FFF2-40B4-BE49-F238E27FC236}">
                    <a16:creationId xmlns:a16="http://schemas.microsoft.com/office/drawing/2014/main" id="{DC7CACF0-97D5-4BF3-A9DA-030641274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3188"/>
                <a:ext cx="16" cy="19"/>
              </a:xfrm>
              <a:custGeom>
                <a:avLst/>
                <a:gdLst>
                  <a:gd name="T0" fmla="*/ 85 w 7"/>
                  <a:gd name="T1" fmla="*/ 0 h 8"/>
                  <a:gd name="T2" fmla="*/ 0 w 7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4" y="2"/>
                      <a:pt x="3" y="5"/>
                      <a:pt x="0" y="8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7" name="Freeform 301">
                <a:extLst>
                  <a:ext uri="{FF2B5EF4-FFF2-40B4-BE49-F238E27FC236}">
                    <a16:creationId xmlns:a16="http://schemas.microsoft.com/office/drawing/2014/main" id="{0A4ECEC8-B461-49AB-9C69-8616B03CF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157"/>
                <a:ext cx="4" cy="17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0"/>
                      <a:pt x="1" y="5"/>
                      <a:pt x="2" y="7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8" name="Freeform 302">
                <a:extLst>
                  <a:ext uri="{FF2B5EF4-FFF2-40B4-BE49-F238E27FC236}">
                    <a16:creationId xmlns:a16="http://schemas.microsoft.com/office/drawing/2014/main" id="{0D10A5F7-67BB-48E5-9B6A-EB1F31298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3318"/>
                <a:ext cx="34" cy="3"/>
              </a:xfrm>
              <a:custGeom>
                <a:avLst/>
                <a:gdLst>
                  <a:gd name="T0" fmla="*/ 0 w 15"/>
                  <a:gd name="T1" fmla="*/ 0 h 1"/>
                  <a:gd name="T2" fmla="*/ 175 w 1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">
                    <a:moveTo>
                      <a:pt x="0" y="0"/>
                    </a:moveTo>
                    <a:cubicBezTo>
                      <a:pt x="5" y="1"/>
                      <a:pt x="10" y="1"/>
                      <a:pt x="15" y="1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9" name="Freeform 303">
                <a:extLst>
                  <a:ext uri="{FF2B5EF4-FFF2-40B4-BE49-F238E27FC236}">
                    <a16:creationId xmlns:a16="http://schemas.microsoft.com/office/drawing/2014/main" id="{600F301E-03D4-4B24-995F-0B933173A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3410"/>
                <a:ext cx="12" cy="12"/>
              </a:xfrm>
              <a:custGeom>
                <a:avLst/>
                <a:gdLst>
                  <a:gd name="T0" fmla="*/ 0 w 5"/>
                  <a:gd name="T1" fmla="*/ 70 h 5"/>
                  <a:gd name="T2" fmla="*/ 7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0" name="Freeform 304">
                <a:extLst>
                  <a:ext uri="{FF2B5EF4-FFF2-40B4-BE49-F238E27FC236}">
                    <a16:creationId xmlns:a16="http://schemas.microsoft.com/office/drawing/2014/main" id="{B60AABEE-6525-4299-88B9-5A87F18F1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306"/>
                <a:ext cx="27" cy="34"/>
              </a:xfrm>
              <a:custGeom>
                <a:avLst/>
                <a:gdLst>
                  <a:gd name="T0" fmla="*/ 11 w 12"/>
                  <a:gd name="T1" fmla="*/ 70 h 14"/>
                  <a:gd name="T2" fmla="*/ 72 w 12"/>
                  <a:gd name="T3" fmla="*/ 202 h 14"/>
                  <a:gd name="T4" fmla="*/ 92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" y="5"/>
                    </a:moveTo>
                    <a:cubicBezTo>
                      <a:pt x="0" y="7"/>
                      <a:pt x="3" y="14"/>
                      <a:pt x="6" y="14"/>
                    </a:cubicBezTo>
                    <a:cubicBezTo>
                      <a:pt x="12" y="13"/>
                      <a:pt x="10" y="3"/>
                      <a:pt x="8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1" name="Freeform 305">
                <a:extLst>
                  <a:ext uri="{FF2B5EF4-FFF2-40B4-BE49-F238E27FC236}">
                    <a16:creationId xmlns:a16="http://schemas.microsoft.com/office/drawing/2014/main" id="{E73C2911-417B-47EC-B80B-94D213195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316"/>
                <a:ext cx="5" cy="22"/>
              </a:xfrm>
              <a:custGeom>
                <a:avLst/>
                <a:gdLst>
                  <a:gd name="T0" fmla="*/ 20 w 2"/>
                  <a:gd name="T1" fmla="*/ 132 h 9"/>
                  <a:gd name="T2" fmla="*/ 33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9"/>
                    </a:moveTo>
                    <a:cubicBezTo>
                      <a:pt x="0" y="6"/>
                      <a:pt x="1" y="3"/>
                      <a:pt x="2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2" name="Freeform 306">
                <a:extLst>
                  <a:ext uri="{FF2B5EF4-FFF2-40B4-BE49-F238E27FC236}">
                    <a16:creationId xmlns:a16="http://schemas.microsoft.com/office/drawing/2014/main" id="{69A9E1A8-D420-4258-BDDE-7A01069FF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258"/>
                <a:ext cx="13" cy="1"/>
              </a:xfrm>
              <a:custGeom>
                <a:avLst/>
                <a:gdLst>
                  <a:gd name="T0" fmla="*/ 0 w 6"/>
                  <a:gd name="T1" fmla="*/ 0 h 1"/>
                  <a:gd name="T2" fmla="*/ 61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3" name="Freeform 307">
                <a:extLst>
                  <a:ext uri="{FF2B5EF4-FFF2-40B4-BE49-F238E27FC236}">
                    <a16:creationId xmlns:a16="http://schemas.microsoft.com/office/drawing/2014/main" id="{A5A37583-7228-4BA2-90DA-7B380A6AC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567"/>
                <a:ext cx="16" cy="22"/>
              </a:xfrm>
              <a:custGeom>
                <a:avLst/>
                <a:gdLst>
                  <a:gd name="T0" fmla="*/ 85 w 7"/>
                  <a:gd name="T1" fmla="*/ 42 h 9"/>
                  <a:gd name="T2" fmla="*/ 48 w 7"/>
                  <a:gd name="T3" fmla="*/ 132 h 9"/>
                  <a:gd name="T4" fmla="*/ 25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3"/>
                    </a:moveTo>
                    <a:cubicBezTo>
                      <a:pt x="7" y="5"/>
                      <a:pt x="7" y="8"/>
                      <a:pt x="4" y="9"/>
                    </a:cubicBezTo>
                    <a:cubicBezTo>
                      <a:pt x="0" y="9"/>
                      <a:pt x="1" y="2"/>
                      <a:pt x="2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4" name="Freeform 308">
                <a:extLst>
                  <a:ext uri="{FF2B5EF4-FFF2-40B4-BE49-F238E27FC236}">
                    <a16:creationId xmlns:a16="http://schemas.microsoft.com/office/drawing/2014/main" id="{B7CDF1D2-4FF5-43B4-AC61-8A6AB8ACA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3676"/>
                <a:ext cx="27" cy="34"/>
              </a:xfrm>
              <a:custGeom>
                <a:avLst/>
                <a:gdLst>
                  <a:gd name="T0" fmla="*/ 45 w 12"/>
                  <a:gd name="T1" fmla="*/ 41 h 14"/>
                  <a:gd name="T2" fmla="*/ 36 w 12"/>
                  <a:gd name="T3" fmla="*/ 170 h 14"/>
                  <a:gd name="T4" fmla="*/ 137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4" y="3"/>
                    </a:moveTo>
                    <a:cubicBezTo>
                      <a:pt x="1" y="4"/>
                      <a:pt x="0" y="11"/>
                      <a:pt x="3" y="12"/>
                    </a:cubicBezTo>
                    <a:cubicBezTo>
                      <a:pt x="9" y="14"/>
                      <a:pt x="11" y="4"/>
                      <a:pt x="12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5" name="Freeform 309">
                <a:extLst>
                  <a:ext uri="{FF2B5EF4-FFF2-40B4-BE49-F238E27FC236}">
                    <a16:creationId xmlns:a16="http://schemas.microsoft.com/office/drawing/2014/main" id="{83D3ED05-DF97-450E-8C01-0868C5A2E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3719"/>
                <a:ext cx="12" cy="24"/>
              </a:xfrm>
              <a:custGeom>
                <a:avLst/>
                <a:gdLst>
                  <a:gd name="T0" fmla="*/ 70 w 5"/>
                  <a:gd name="T1" fmla="*/ 0 h 10"/>
                  <a:gd name="T2" fmla="*/ 0 w 5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2"/>
                      <a:pt x="1" y="6"/>
                      <a:pt x="0" y="1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6" name="Freeform 310">
                <a:extLst>
                  <a:ext uri="{FF2B5EF4-FFF2-40B4-BE49-F238E27FC236}">
                    <a16:creationId xmlns:a16="http://schemas.microsoft.com/office/drawing/2014/main" id="{68EC35AB-88FB-4210-A415-0E836CDF3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3755"/>
                <a:ext cx="16" cy="8"/>
              </a:xfrm>
              <a:custGeom>
                <a:avLst/>
                <a:gdLst>
                  <a:gd name="T0" fmla="*/ 0 w 7"/>
                  <a:gd name="T1" fmla="*/ 56 h 3"/>
                  <a:gd name="T2" fmla="*/ 8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3"/>
                      <a:pt x="5" y="2"/>
                      <a:pt x="7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7" name="Freeform 311">
                <a:extLst>
                  <a:ext uri="{FF2B5EF4-FFF2-40B4-BE49-F238E27FC236}">
                    <a16:creationId xmlns:a16="http://schemas.microsoft.com/office/drawing/2014/main" id="{6AADEBA1-ABB1-4756-9D22-11DF2A2CF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3755"/>
                <a:ext cx="18" cy="10"/>
              </a:xfrm>
              <a:custGeom>
                <a:avLst/>
                <a:gdLst>
                  <a:gd name="T0" fmla="*/ 0 w 8"/>
                  <a:gd name="T1" fmla="*/ 63 h 4"/>
                  <a:gd name="T2" fmla="*/ 92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2"/>
                      <a:pt x="5" y="1"/>
                      <a:pt x="8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8" name="Freeform 312">
                <a:extLst>
                  <a:ext uri="{FF2B5EF4-FFF2-40B4-BE49-F238E27FC236}">
                    <a16:creationId xmlns:a16="http://schemas.microsoft.com/office/drawing/2014/main" id="{EB02C6E2-9B97-4C4B-B9DA-2C2E96E7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729"/>
                <a:ext cx="5" cy="12"/>
              </a:xfrm>
              <a:custGeom>
                <a:avLst/>
                <a:gdLst>
                  <a:gd name="T0" fmla="*/ 0 w 2"/>
                  <a:gd name="T1" fmla="*/ 70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2" y="1"/>
                      <a:pt x="2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9" name="Freeform 313">
                <a:extLst>
                  <a:ext uri="{FF2B5EF4-FFF2-40B4-BE49-F238E27FC236}">
                    <a16:creationId xmlns:a16="http://schemas.microsoft.com/office/drawing/2014/main" id="{C2E19D39-1650-4A8F-83F0-5AB39478C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666"/>
                <a:ext cx="13" cy="5"/>
              </a:xfrm>
              <a:custGeom>
                <a:avLst/>
                <a:gdLst>
                  <a:gd name="T0" fmla="*/ 0 w 6"/>
                  <a:gd name="T1" fmla="*/ 0 h 2"/>
                  <a:gd name="T2" fmla="*/ 61 w 6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2"/>
                      <a:pt x="6" y="1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0" name="Freeform 314">
                <a:extLst>
                  <a:ext uri="{FF2B5EF4-FFF2-40B4-BE49-F238E27FC236}">
                    <a16:creationId xmlns:a16="http://schemas.microsoft.com/office/drawing/2014/main" id="{F23577BF-CD45-48C7-9206-7919DA4F0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647"/>
                <a:ext cx="20" cy="7"/>
              </a:xfrm>
              <a:custGeom>
                <a:avLst/>
                <a:gdLst>
                  <a:gd name="T0" fmla="*/ 0 w 9"/>
                  <a:gd name="T1" fmla="*/ 37 h 3"/>
                  <a:gd name="T2" fmla="*/ 98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3"/>
                      <a:pt x="6" y="1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1" name="Freeform 315">
                <a:extLst>
                  <a:ext uri="{FF2B5EF4-FFF2-40B4-BE49-F238E27FC236}">
                    <a16:creationId xmlns:a16="http://schemas.microsoft.com/office/drawing/2014/main" id="{3A16DB81-067E-4DD6-BAC6-5EF8A10E1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3630"/>
                <a:ext cx="1" cy="1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2" name="Freeform 316">
                <a:extLst>
                  <a:ext uri="{FF2B5EF4-FFF2-40B4-BE49-F238E27FC236}">
                    <a16:creationId xmlns:a16="http://schemas.microsoft.com/office/drawing/2014/main" id="{39F5FEAC-15D5-4FDE-93B6-A07825437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3727"/>
                <a:ext cx="16" cy="9"/>
              </a:xfrm>
              <a:custGeom>
                <a:avLst/>
                <a:gdLst>
                  <a:gd name="T0" fmla="*/ 0 w 7"/>
                  <a:gd name="T1" fmla="*/ 45 h 4"/>
                  <a:gd name="T2" fmla="*/ 85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3"/>
                      <a:pt x="5" y="2"/>
                      <a:pt x="7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3" name="Freeform 317">
                <a:extLst>
                  <a:ext uri="{FF2B5EF4-FFF2-40B4-BE49-F238E27FC236}">
                    <a16:creationId xmlns:a16="http://schemas.microsoft.com/office/drawing/2014/main" id="{F629C8DD-BB0D-4C15-B15C-C7FC9D3B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3685"/>
                <a:ext cx="7" cy="17"/>
              </a:xfrm>
              <a:custGeom>
                <a:avLst/>
                <a:gdLst>
                  <a:gd name="T0" fmla="*/ 37 w 3"/>
                  <a:gd name="T1" fmla="*/ 0 h 7"/>
                  <a:gd name="T2" fmla="*/ 0 w 3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0" y="4"/>
                      <a:pt x="0" y="7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4" name="Freeform 318">
                <a:extLst>
                  <a:ext uri="{FF2B5EF4-FFF2-40B4-BE49-F238E27FC236}">
                    <a16:creationId xmlns:a16="http://schemas.microsoft.com/office/drawing/2014/main" id="{9D757193-4174-43D2-8919-448CB3F4F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784"/>
                <a:ext cx="20" cy="3"/>
              </a:xfrm>
              <a:custGeom>
                <a:avLst/>
                <a:gdLst>
                  <a:gd name="T0" fmla="*/ 98 w 9"/>
                  <a:gd name="T1" fmla="*/ 0 h 1"/>
                  <a:gd name="T2" fmla="*/ 0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6" y="1"/>
                      <a:pt x="3" y="1"/>
                      <a:pt x="0" y="1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5" name="Freeform 319">
                <a:extLst>
                  <a:ext uri="{FF2B5EF4-FFF2-40B4-BE49-F238E27FC236}">
                    <a16:creationId xmlns:a16="http://schemas.microsoft.com/office/drawing/2014/main" id="{7195EB07-AF56-413D-8A02-6E4BAE40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9"/>
                <a:ext cx="16" cy="7"/>
              </a:xfrm>
              <a:custGeom>
                <a:avLst/>
                <a:gdLst>
                  <a:gd name="T0" fmla="*/ 0 w 7"/>
                  <a:gd name="T1" fmla="*/ 37 h 3"/>
                  <a:gd name="T2" fmla="*/ 8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3" y="2"/>
                      <a:pt x="5" y="1"/>
                      <a:pt x="7" y="0"/>
                    </a:cubicBezTo>
                  </a:path>
                </a:pathLst>
              </a:custGeom>
              <a:noFill/>
              <a:ln w="1428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6" name="Freeform 320">
                <a:extLst>
                  <a:ext uri="{FF2B5EF4-FFF2-40B4-BE49-F238E27FC236}">
                    <a16:creationId xmlns:a16="http://schemas.microsoft.com/office/drawing/2014/main" id="{F9262235-9E36-408E-BAD8-19E0297AD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3089"/>
                <a:ext cx="2" cy="19"/>
              </a:xfrm>
              <a:custGeom>
                <a:avLst/>
                <a:gdLst>
                  <a:gd name="T0" fmla="*/ 8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7" name="Freeform 321">
                <a:extLst>
                  <a:ext uri="{FF2B5EF4-FFF2-40B4-BE49-F238E27FC236}">
                    <a16:creationId xmlns:a16="http://schemas.microsoft.com/office/drawing/2014/main" id="{E325D76A-CB92-4BD1-98AD-B22DBF357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3135"/>
                <a:ext cx="3" cy="19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8" name="Freeform 322">
                <a:extLst>
                  <a:ext uri="{FF2B5EF4-FFF2-40B4-BE49-F238E27FC236}">
                    <a16:creationId xmlns:a16="http://schemas.microsoft.com/office/drawing/2014/main" id="{6592874F-6826-4454-96DB-8EB9B4E51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3178"/>
                <a:ext cx="5" cy="17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9" name="Freeform 323">
                <a:extLst>
                  <a:ext uri="{FF2B5EF4-FFF2-40B4-BE49-F238E27FC236}">
                    <a16:creationId xmlns:a16="http://schemas.microsoft.com/office/drawing/2014/main" id="{8D7D1E96-DEB0-4941-85F8-14727EFA6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3222"/>
                <a:ext cx="2" cy="19"/>
              </a:xfrm>
              <a:custGeom>
                <a:avLst/>
                <a:gdLst>
                  <a:gd name="T0" fmla="*/ 8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0" name="Freeform 324">
                <a:extLst>
                  <a:ext uri="{FF2B5EF4-FFF2-40B4-BE49-F238E27FC236}">
                    <a16:creationId xmlns:a16="http://schemas.microsoft.com/office/drawing/2014/main" id="{117EA923-A3F6-4F39-8718-49637229C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3263"/>
                <a:ext cx="3" cy="19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1" name="Freeform 325">
                <a:extLst>
                  <a:ext uri="{FF2B5EF4-FFF2-40B4-BE49-F238E27FC236}">
                    <a16:creationId xmlns:a16="http://schemas.microsoft.com/office/drawing/2014/main" id="{07279DC2-0216-48F0-B0AF-2E86A4F9C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3297"/>
                <a:ext cx="3" cy="17"/>
              </a:xfrm>
              <a:custGeom>
                <a:avLst/>
                <a:gdLst>
                  <a:gd name="T0" fmla="*/ 0 w 1"/>
                  <a:gd name="T1" fmla="*/ 0 h 7"/>
                  <a:gd name="T2" fmla="*/ 27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1" y="5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2" name="Freeform 326">
                <a:extLst>
                  <a:ext uri="{FF2B5EF4-FFF2-40B4-BE49-F238E27FC236}">
                    <a16:creationId xmlns:a16="http://schemas.microsoft.com/office/drawing/2014/main" id="{9436FD6D-56D4-4A00-AE80-6CB055ECB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268"/>
                <a:ext cx="3" cy="14"/>
              </a:xfrm>
              <a:custGeom>
                <a:avLst/>
                <a:gdLst>
                  <a:gd name="T0" fmla="*/ 0 w 1"/>
                  <a:gd name="T1" fmla="*/ 0 h 6"/>
                  <a:gd name="T2" fmla="*/ 27 w 1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2"/>
                      <a:pt x="1" y="4"/>
                      <a:pt x="1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3" name="Freeform 327">
                <a:extLst>
                  <a:ext uri="{FF2B5EF4-FFF2-40B4-BE49-F238E27FC236}">
                    <a16:creationId xmlns:a16="http://schemas.microsoft.com/office/drawing/2014/main" id="{45C0ECA2-07AB-4258-A086-A5F2DF26E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3282"/>
                <a:ext cx="7" cy="15"/>
              </a:xfrm>
              <a:custGeom>
                <a:avLst/>
                <a:gdLst>
                  <a:gd name="T0" fmla="*/ 0 w 3"/>
                  <a:gd name="T1" fmla="*/ 95 h 6"/>
                  <a:gd name="T2" fmla="*/ 37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2" y="5"/>
                      <a:pt x="3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4" name="Freeform 328">
                <a:extLst>
                  <a:ext uri="{FF2B5EF4-FFF2-40B4-BE49-F238E27FC236}">
                    <a16:creationId xmlns:a16="http://schemas.microsoft.com/office/drawing/2014/main" id="{CE2B2E19-F96A-44AC-845E-C83A37B46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3345"/>
                <a:ext cx="7" cy="12"/>
              </a:xfrm>
              <a:custGeom>
                <a:avLst/>
                <a:gdLst>
                  <a:gd name="T0" fmla="*/ 0 w 3"/>
                  <a:gd name="T1" fmla="*/ 70 h 5"/>
                  <a:gd name="T2" fmla="*/ 3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5" name="Freeform 329">
                <a:extLst>
                  <a:ext uri="{FF2B5EF4-FFF2-40B4-BE49-F238E27FC236}">
                    <a16:creationId xmlns:a16="http://schemas.microsoft.com/office/drawing/2014/main" id="{C536FF04-22A5-44B7-8355-F418C3A8F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393"/>
                <a:ext cx="4" cy="10"/>
              </a:xfrm>
              <a:custGeom>
                <a:avLst/>
                <a:gdLst>
                  <a:gd name="T0" fmla="*/ 0 w 2"/>
                  <a:gd name="T1" fmla="*/ 63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6" name="Freeform 330">
                <a:extLst>
                  <a:ext uri="{FF2B5EF4-FFF2-40B4-BE49-F238E27FC236}">
                    <a16:creationId xmlns:a16="http://schemas.microsoft.com/office/drawing/2014/main" id="{CD4B9350-DC99-47FC-9B45-72B4155FD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3442"/>
                <a:ext cx="13" cy="21"/>
              </a:xfrm>
              <a:custGeom>
                <a:avLst/>
                <a:gdLst>
                  <a:gd name="T0" fmla="*/ 0 w 6"/>
                  <a:gd name="T1" fmla="*/ 114 h 9"/>
                  <a:gd name="T2" fmla="*/ 61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4" y="9"/>
                      <a:pt x="5" y="3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7" name="Freeform 331">
                <a:extLst>
                  <a:ext uri="{FF2B5EF4-FFF2-40B4-BE49-F238E27FC236}">
                    <a16:creationId xmlns:a16="http://schemas.microsoft.com/office/drawing/2014/main" id="{F8747E30-FA80-4867-BE72-75D7D80E5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3485"/>
                <a:ext cx="4" cy="15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2" y="2"/>
                      <a:pt x="1" y="5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8" name="Freeform 332">
                <a:extLst>
                  <a:ext uri="{FF2B5EF4-FFF2-40B4-BE49-F238E27FC236}">
                    <a16:creationId xmlns:a16="http://schemas.microsoft.com/office/drawing/2014/main" id="{89C351C2-5350-4CE6-A4EE-D722D4543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519"/>
                <a:ext cx="2" cy="19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1" y="3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9" name="Freeform 333">
                <a:extLst>
                  <a:ext uri="{FF2B5EF4-FFF2-40B4-BE49-F238E27FC236}">
                    <a16:creationId xmlns:a16="http://schemas.microsoft.com/office/drawing/2014/main" id="{43B6F2AF-C8B2-4A65-8A20-5EE209C53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557"/>
                <a:ext cx="2" cy="17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0" name="Freeform 334">
                <a:extLst>
                  <a:ext uri="{FF2B5EF4-FFF2-40B4-BE49-F238E27FC236}">
                    <a16:creationId xmlns:a16="http://schemas.microsoft.com/office/drawing/2014/main" id="{ACC2ED8F-11C7-45DE-8ABC-212299B5A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3594"/>
                <a:ext cx="2" cy="1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1" name="Freeform 335">
                <a:extLst>
                  <a:ext uri="{FF2B5EF4-FFF2-40B4-BE49-F238E27FC236}">
                    <a16:creationId xmlns:a16="http://schemas.microsoft.com/office/drawing/2014/main" id="{BB487E2C-AA82-4660-8033-8848C3212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599"/>
                <a:ext cx="5" cy="19"/>
              </a:xfrm>
              <a:custGeom>
                <a:avLst/>
                <a:gdLst>
                  <a:gd name="T0" fmla="*/ 0 w 2"/>
                  <a:gd name="T1" fmla="*/ 0 h 8"/>
                  <a:gd name="T2" fmla="*/ 20 w 2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3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2" name="Freeform 336">
                <a:extLst>
                  <a:ext uri="{FF2B5EF4-FFF2-40B4-BE49-F238E27FC236}">
                    <a16:creationId xmlns:a16="http://schemas.microsoft.com/office/drawing/2014/main" id="{2A02B6CF-F014-4B9E-BD94-B5153A911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3562"/>
                <a:ext cx="2" cy="15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1" y="4"/>
                      <a:pt x="1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3" name="Freeform 337">
                <a:extLst>
                  <a:ext uri="{FF2B5EF4-FFF2-40B4-BE49-F238E27FC236}">
                    <a16:creationId xmlns:a16="http://schemas.microsoft.com/office/drawing/2014/main" id="{EA3FFA47-C7C1-4377-BADC-39E61424F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538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2"/>
                      <a:pt x="1" y="3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4" name="Freeform 338">
                <a:extLst>
                  <a:ext uri="{FF2B5EF4-FFF2-40B4-BE49-F238E27FC236}">
                    <a16:creationId xmlns:a16="http://schemas.microsoft.com/office/drawing/2014/main" id="{4188E45D-3D59-4CB4-BC11-957EF73BB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555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5" name="Freeform 339">
                <a:extLst>
                  <a:ext uri="{FF2B5EF4-FFF2-40B4-BE49-F238E27FC236}">
                    <a16:creationId xmlns:a16="http://schemas.microsoft.com/office/drawing/2014/main" id="{E21808ED-F267-42F8-A6BE-38EFBA015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3589"/>
                <a:ext cx="4" cy="12"/>
              </a:xfrm>
              <a:custGeom>
                <a:avLst/>
                <a:gdLst>
                  <a:gd name="T0" fmla="*/ 16 w 2"/>
                  <a:gd name="T1" fmla="*/ 0 h 5"/>
                  <a:gd name="T2" fmla="*/ 0 w 2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6" name="Freeform 340">
                <a:extLst>
                  <a:ext uri="{FF2B5EF4-FFF2-40B4-BE49-F238E27FC236}">
                    <a16:creationId xmlns:a16="http://schemas.microsoft.com/office/drawing/2014/main" id="{6E2F868B-E89E-4CF5-A62B-22278045D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3596"/>
                <a:ext cx="1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7" name="Freeform 341">
                <a:extLst>
                  <a:ext uri="{FF2B5EF4-FFF2-40B4-BE49-F238E27FC236}">
                    <a16:creationId xmlns:a16="http://schemas.microsoft.com/office/drawing/2014/main" id="{BAA0DA8F-64AE-4B1D-987F-6EE687C04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3623"/>
                <a:ext cx="2" cy="14"/>
              </a:xfrm>
              <a:custGeom>
                <a:avLst/>
                <a:gdLst>
                  <a:gd name="T0" fmla="*/ 8 w 1"/>
                  <a:gd name="T1" fmla="*/ 0 h 6"/>
                  <a:gd name="T2" fmla="*/ 0 w 1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5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8" name="Freeform 342">
                <a:extLst>
                  <a:ext uri="{FF2B5EF4-FFF2-40B4-BE49-F238E27FC236}">
                    <a16:creationId xmlns:a16="http://schemas.microsoft.com/office/drawing/2014/main" id="{029AE192-A838-45ED-BA5E-77C742D8F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3698"/>
                <a:ext cx="6" cy="7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9" name="Freeform 343">
                <a:extLst>
                  <a:ext uri="{FF2B5EF4-FFF2-40B4-BE49-F238E27FC236}">
                    <a16:creationId xmlns:a16="http://schemas.microsoft.com/office/drawing/2014/main" id="{22282929-CC19-4DD4-8700-24213826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3777"/>
                <a:ext cx="7" cy="7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0" name="Freeform 344">
                <a:extLst>
                  <a:ext uri="{FF2B5EF4-FFF2-40B4-BE49-F238E27FC236}">
                    <a16:creationId xmlns:a16="http://schemas.microsoft.com/office/drawing/2014/main" id="{82AF6B77-4A09-447C-A870-D86E32C58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838"/>
                <a:ext cx="4" cy="12"/>
              </a:xfrm>
              <a:custGeom>
                <a:avLst/>
                <a:gdLst>
                  <a:gd name="T0" fmla="*/ 16 w 2"/>
                  <a:gd name="T1" fmla="*/ 0 h 5"/>
                  <a:gd name="T2" fmla="*/ 0 w 2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1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1" name="Freeform 345">
                <a:extLst>
                  <a:ext uri="{FF2B5EF4-FFF2-40B4-BE49-F238E27FC236}">
                    <a16:creationId xmlns:a16="http://schemas.microsoft.com/office/drawing/2014/main" id="{EF195BF7-F9CE-4455-916F-1F81CA8B1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864"/>
                <a:ext cx="4" cy="17"/>
              </a:xfrm>
              <a:custGeom>
                <a:avLst/>
                <a:gdLst>
                  <a:gd name="T0" fmla="*/ 16 w 2"/>
                  <a:gd name="T1" fmla="*/ 0 h 7"/>
                  <a:gd name="T2" fmla="*/ 0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3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2" name="Freeform 346">
                <a:extLst>
                  <a:ext uri="{FF2B5EF4-FFF2-40B4-BE49-F238E27FC236}">
                    <a16:creationId xmlns:a16="http://schemas.microsoft.com/office/drawing/2014/main" id="{9BB934B4-04A3-48C9-BE44-50690388F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3985"/>
                <a:ext cx="9" cy="14"/>
              </a:xfrm>
              <a:custGeom>
                <a:avLst/>
                <a:gdLst>
                  <a:gd name="T0" fmla="*/ 45 w 4"/>
                  <a:gd name="T1" fmla="*/ 0 h 6"/>
                  <a:gd name="T2" fmla="*/ 0 w 4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3" name="Freeform 347">
                <a:extLst>
                  <a:ext uri="{FF2B5EF4-FFF2-40B4-BE49-F238E27FC236}">
                    <a16:creationId xmlns:a16="http://schemas.microsoft.com/office/drawing/2014/main" id="{DDB85137-7992-4B80-902B-7077EFA12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999"/>
                <a:ext cx="2" cy="20"/>
              </a:xfrm>
              <a:custGeom>
                <a:avLst/>
                <a:gdLst>
                  <a:gd name="T0" fmla="*/ 0 w 1"/>
                  <a:gd name="T1" fmla="*/ 0 h 8"/>
                  <a:gd name="T2" fmla="*/ 8 w 1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1" y="5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4" name="Freeform 348">
                <a:extLst>
                  <a:ext uri="{FF2B5EF4-FFF2-40B4-BE49-F238E27FC236}">
                    <a16:creationId xmlns:a16="http://schemas.microsoft.com/office/drawing/2014/main" id="{15564B38-660E-4438-AD89-E62264992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3941"/>
                <a:ext cx="14" cy="20"/>
              </a:xfrm>
              <a:custGeom>
                <a:avLst/>
                <a:gdLst>
                  <a:gd name="T0" fmla="*/ 0 w 6"/>
                  <a:gd name="T1" fmla="*/ 0 h 8"/>
                  <a:gd name="T2" fmla="*/ 77 w 6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3"/>
                      <a:pt x="3" y="7"/>
                      <a:pt x="6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5" name="Freeform 349">
                <a:extLst>
                  <a:ext uri="{FF2B5EF4-FFF2-40B4-BE49-F238E27FC236}">
                    <a16:creationId xmlns:a16="http://schemas.microsoft.com/office/drawing/2014/main" id="{87355035-C657-44EF-931D-B85CA494F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3821"/>
                <a:ext cx="16" cy="7"/>
              </a:xfrm>
              <a:custGeom>
                <a:avLst/>
                <a:gdLst>
                  <a:gd name="T0" fmla="*/ 0 w 7"/>
                  <a:gd name="T1" fmla="*/ 0 h 3"/>
                  <a:gd name="T2" fmla="*/ 85 w 7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3"/>
                      <a:pt x="5" y="3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6" name="Freeform 350">
                <a:extLst>
                  <a:ext uri="{FF2B5EF4-FFF2-40B4-BE49-F238E27FC236}">
                    <a16:creationId xmlns:a16="http://schemas.microsoft.com/office/drawing/2014/main" id="{5C089C5C-AC61-4071-A85F-1D5382F36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3579"/>
                <a:ext cx="19" cy="10"/>
              </a:xfrm>
              <a:custGeom>
                <a:avLst/>
                <a:gdLst>
                  <a:gd name="T0" fmla="*/ 0 w 8"/>
                  <a:gd name="T1" fmla="*/ 63 h 4"/>
                  <a:gd name="T2" fmla="*/ 107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3" y="3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7" name="Freeform 351">
                <a:extLst>
                  <a:ext uri="{FF2B5EF4-FFF2-40B4-BE49-F238E27FC236}">
                    <a16:creationId xmlns:a16="http://schemas.microsoft.com/office/drawing/2014/main" id="{3972C612-B7AF-4E01-A3C7-BDC53D11F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405"/>
                <a:ext cx="14" cy="17"/>
              </a:xfrm>
              <a:custGeom>
                <a:avLst/>
                <a:gdLst>
                  <a:gd name="T0" fmla="*/ 0 w 6"/>
                  <a:gd name="T1" fmla="*/ 100 h 7"/>
                  <a:gd name="T2" fmla="*/ 77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4"/>
                      <a:pt x="3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8" name="Freeform 352">
                <a:extLst>
                  <a:ext uri="{FF2B5EF4-FFF2-40B4-BE49-F238E27FC236}">
                    <a16:creationId xmlns:a16="http://schemas.microsoft.com/office/drawing/2014/main" id="{E3923C08-DF9B-4A2C-87A7-01A735686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306"/>
                <a:ext cx="9" cy="17"/>
              </a:xfrm>
              <a:custGeom>
                <a:avLst/>
                <a:gdLst>
                  <a:gd name="T0" fmla="*/ 45 w 4"/>
                  <a:gd name="T1" fmla="*/ 0 h 7"/>
                  <a:gd name="T2" fmla="*/ 11 w 4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2" y="2"/>
                      <a:pt x="0" y="5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9" name="Freeform 353">
                <a:extLst>
                  <a:ext uri="{FF2B5EF4-FFF2-40B4-BE49-F238E27FC236}">
                    <a16:creationId xmlns:a16="http://schemas.microsoft.com/office/drawing/2014/main" id="{0B8FC44A-9A0F-4583-8A37-E9C6BFF5E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3270"/>
                <a:ext cx="2" cy="19"/>
              </a:xfrm>
              <a:custGeom>
                <a:avLst/>
                <a:gdLst>
                  <a:gd name="T0" fmla="*/ 8 w 1"/>
                  <a:gd name="T1" fmla="*/ 0 h 8"/>
                  <a:gd name="T2" fmla="*/ 8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0" name="Freeform 354">
                <a:extLst>
                  <a:ext uri="{FF2B5EF4-FFF2-40B4-BE49-F238E27FC236}">
                    <a16:creationId xmlns:a16="http://schemas.microsoft.com/office/drawing/2014/main" id="{5B9CB472-B762-4DB9-847F-2C2E95AD9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318"/>
                <a:ext cx="5" cy="17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3"/>
                      <a:pt x="1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1" name="Freeform 355">
                <a:extLst>
                  <a:ext uri="{FF2B5EF4-FFF2-40B4-BE49-F238E27FC236}">
                    <a16:creationId xmlns:a16="http://schemas.microsoft.com/office/drawing/2014/main" id="{FA2AC670-4E45-4A5B-B6CC-E0D32472B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3350"/>
                <a:ext cx="2" cy="19"/>
              </a:xfrm>
              <a:custGeom>
                <a:avLst/>
                <a:gdLst>
                  <a:gd name="T0" fmla="*/ 8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2" name="Freeform 356">
                <a:extLst>
                  <a:ext uri="{FF2B5EF4-FFF2-40B4-BE49-F238E27FC236}">
                    <a16:creationId xmlns:a16="http://schemas.microsoft.com/office/drawing/2014/main" id="{0CCD3CCF-4C8B-4B54-A0BE-2D65E596A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326"/>
                <a:ext cx="2" cy="21"/>
              </a:xfrm>
              <a:custGeom>
                <a:avLst/>
                <a:gdLst>
                  <a:gd name="T0" fmla="*/ 8 w 1"/>
                  <a:gd name="T1" fmla="*/ 0 h 9"/>
                  <a:gd name="T2" fmla="*/ 0 w 1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4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3" name="Freeform 357">
                <a:extLst>
                  <a:ext uri="{FF2B5EF4-FFF2-40B4-BE49-F238E27FC236}">
                    <a16:creationId xmlns:a16="http://schemas.microsoft.com/office/drawing/2014/main" id="{CB28157C-AFB0-42F6-AF64-A98140DDE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3359"/>
                <a:ext cx="4" cy="13"/>
              </a:xfrm>
              <a:custGeom>
                <a:avLst/>
                <a:gdLst>
                  <a:gd name="T0" fmla="*/ 0 w 2"/>
                  <a:gd name="T1" fmla="*/ 0 h 5"/>
                  <a:gd name="T2" fmla="*/ 16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0" y="4"/>
                      <a:pt x="2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4" name="Freeform 358">
                <a:extLst>
                  <a:ext uri="{FF2B5EF4-FFF2-40B4-BE49-F238E27FC236}">
                    <a16:creationId xmlns:a16="http://schemas.microsoft.com/office/drawing/2014/main" id="{549C3B90-6FCA-421E-A879-980097CE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3444"/>
                <a:ext cx="5" cy="12"/>
              </a:xfrm>
              <a:custGeom>
                <a:avLst/>
                <a:gdLst>
                  <a:gd name="T0" fmla="*/ 0 w 2"/>
                  <a:gd name="T1" fmla="*/ 0 h 5"/>
                  <a:gd name="T2" fmla="*/ 33 w 2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1" y="4"/>
                      <a:pt x="2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5" name="Freeform 359">
                <a:extLst>
                  <a:ext uri="{FF2B5EF4-FFF2-40B4-BE49-F238E27FC236}">
                    <a16:creationId xmlns:a16="http://schemas.microsoft.com/office/drawing/2014/main" id="{C04C7B32-FB79-42EF-8087-AE9FAD83C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3434"/>
                <a:ext cx="1" cy="15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3"/>
                      <a:pt x="0" y="5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6" name="Freeform 360">
                <a:extLst>
                  <a:ext uri="{FF2B5EF4-FFF2-40B4-BE49-F238E27FC236}">
                    <a16:creationId xmlns:a16="http://schemas.microsoft.com/office/drawing/2014/main" id="{98CD9663-90EA-489E-8D83-F77E624A2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442"/>
                <a:ext cx="1" cy="14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7" name="Freeform 361">
                <a:extLst>
                  <a:ext uri="{FF2B5EF4-FFF2-40B4-BE49-F238E27FC236}">
                    <a16:creationId xmlns:a16="http://schemas.microsoft.com/office/drawing/2014/main" id="{124CD231-6393-40DE-997C-DD74EC3A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449"/>
                <a:ext cx="4" cy="14"/>
              </a:xfrm>
              <a:custGeom>
                <a:avLst/>
                <a:gdLst>
                  <a:gd name="T0" fmla="*/ 16 w 2"/>
                  <a:gd name="T1" fmla="*/ 0 h 6"/>
                  <a:gd name="T2" fmla="*/ 0 w 2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8" name="Freeform 362">
                <a:extLst>
                  <a:ext uri="{FF2B5EF4-FFF2-40B4-BE49-F238E27FC236}">
                    <a16:creationId xmlns:a16="http://schemas.microsoft.com/office/drawing/2014/main" id="{00186074-8AB8-483D-8D45-7FDE4B288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391"/>
                <a:ext cx="6" cy="12"/>
              </a:xfrm>
              <a:custGeom>
                <a:avLst/>
                <a:gdLst>
                  <a:gd name="T0" fmla="*/ 24 w 3"/>
                  <a:gd name="T1" fmla="*/ 0 h 5"/>
                  <a:gd name="T2" fmla="*/ 0 w 3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2"/>
                      <a:pt x="2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9" name="Freeform 363">
                <a:extLst>
                  <a:ext uri="{FF2B5EF4-FFF2-40B4-BE49-F238E27FC236}">
                    <a16:creationId xmlns:a16="http://schemas.microsoft.com/office/drawing/2014/main" id="{0F263C50-6E3F-4087-B6FC-EA4053CBE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335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0" name="Freeform 364">
                <a:extLst>
                  <a:ext uri="{FF2B5EF4-FFF2-40B4-BE49-F238E27FC236}">
                    <a16:creationId xmlns:a16="http://schemas.microsoft.com/office/drawing/2014/main" id="{A969586E-2B00-40F3-B691-7E8071AB0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263"/>
                <a:ext cx="9" cy="12"/>
              </a:xfrm>
              <a:custGeom>
                <a:avLst/>
                <a:gdLst>
                  <a:gd name="T0" fmla="*/ 45 w 4"/>
                  <a:gd name="T1" fmla="*/ 0 h 5"/>
                  <a:gd name="T2" fmla="*/ 0 w 4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2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1" name="Freeform 365">
                <a:extLst>
                  <a:ext uri="{FF2B5EF4-FFF2-40B4-BE49-F238E27FC236}">
                    <a16:creationId xmlns:a16="http://schemas.microsoft.com/office/drawing/2014/main" id="{6235AF14-D5C1-4072-9CC4-1276B52CD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3157"/>
                <a:ext cx="13" cy="12"/>
              </a:xfrm>
              <a:custGeom>
                <a:avLst/>
                <a:gdLst>
                  <a:gd name="T0" fmla="*/ 0 w 6"/>
                  <a:gd name="T1" fmla="*/ 70 h 5"/>
                  <a:gd name="T2" fmla="*/ 6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2"/>
                      <a:pt x="3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2" name="Freeform 366">
                <a:extLst>
                  <a:ext uri="{FF2B5EF4-FFF2-40B4-BE49-F238E27FC236}">
                    <a16:creationId xmlns:a16="http://schemas.microsoft.com/office/drawing/2014/main" id="{757A5D7F-75ED-4EFE-BE5B-34CF83E74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3096"/>
                <a:ext cx="7" cy="22"/>
              </a:xfrm>
              <a:custGeom>
                <a:avLst/>
                <a:gdLst>
                  <a:gd name="T0" fmla="*/ 12 w 3"/>
                  <a:gd name="T1" fmla="*/ 132 h 9"/>
                  <a:gd name="T2" fmla="*/ 3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1" y="9"/>
                    </a:moveTo>
                    <a:cubicBezTo>
                      <a:pt x="0" y="7"/>
                      <a:pt x="0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3" name="Freeform 367">
                <a:extLst>
                  <a:ext uri="{FF2B5EF4-FFF2-40B4-BE49-F238E27FC236}">
                    <a16:creationId xmlns:a16="http://schemas.microsoft.com/office/drawing/2014/main" id="{BF29228E-1E90-4282-9F34-7E123FDDF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3065"/>
                <a:ext cx="9" cy="22"/>
              </a:xfrm>
              <a:custGeom>
                <a:avLst/>
                <a:gdLst>
                  <a:gd name="T0" fmla="*/ 45 w 4"/>
                  <a:gd name="T1" fmla="*/ 0 h 9"/>
                  <a:gd name="T2" fmla="*/ 0 w 4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2" y="3"/>
                      <a:pt x="2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4" name="Freeform 368">
                <a:extLst>
                  <a:ext uri="{FF2B5EF4-FFF2-40B4-BE49-F238E27FC236}">
                    <a16:creationId xmlns:a16="http://schemas.microsoft.com/office/drawing/2014/main" id="{A9B8BC2E-ED81-405D-8FE7-A40DED611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3033"/>
                <a:ext cx="5" cy="20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5" name="Freeform 369">
                <a:extLst>
                  <a:ext uri="{FF2B5EF4-FFF2-40B4-BE49-F238E27FC236}">
                    <a16:creationId xmlns:a16="http://schemas.microsoft.com/office/drawing/2014/main" id="{66E28EF9-E74A-433B-A918-8F0A44004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3029"/>
                <a:ext cx="2" cy="14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6" name="Freeform 370">
                <a:extLst>
                  <a:ext uri="{FF2B5EF4-FFF2-40B4-BE49-F238E27FC236}">
                    <a16:creationId xmlns:a16="http://schemas.microsoft.com/office/drawing/2014/main" id="{56F1034E-32B5-433F-B3CF-9636BA1CA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079"/>
                <a:ext cx="4" cy="17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3"/>
                      <a:pt x="0" y="6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7" name="Freeform 371">
                <a:extLst>
                  <a:ext uri="{FF2B5EF4-FFF2-40B4-BE49-F238E27FC236}">
                    <a16:creationId xmlns:a16="http://schemas.microsoft.com/office/drawing/2014/main" id="{63230D58-EA53-419D-A31E-C08653F5C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3084"/>
                <a:ext cx="4" cy="19"/>
              </a:xfrm>
              <a:custGeom>
                <a:avLst/>
                <a:gdLst>
                  <a:gd name="T0" fmla="*/ 16 w 2"/>
                  <a:gd name="T1" fmla="*/ 0 h 8"/>
                  <a:gd name="T2" fmla="*/ 0 w 2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3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8" name="Freeform 372">
                <a:extLst>
                  <a:ext uri="{FF2B5EF4-FFF2-40B4-BE49-F238E27FC236}">
                    <a16:creationId xmlns:a16="http://schemas.microsoft.com/office/drawing/2014/main" id="{A4E1905A-4877-4A9A-9851-3CA5EABC8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3050"/>
                <a:ext cx="3" cy="17"/>
              </a:xfrm>
              <a:custGeom>
                <a:avLst/>
                <a:gdLst>
                  <a:gd name="T0" fmla="*/ 27 w 1"/>
                  <a:gd name="T1" fmla="*/ 0 h 7"/>
                  <a:gd name="T2" fmla="*/ 0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9" name="Freeform 373">
                <a:extLst>
                  <a:ext uri="{FF2B5EF4-FFF2-40B4-BE49-F238E27FC236}">
                    <a16:creationId xmlns:a16="http://schemas.microsoft.com/office/drawing/2014/main" id="{6B3B75E3-F898-4740-BA4D-C41169A8B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3026"/>
                <a:ext cx="4" cy="22"/>
              </a:xfrm>
              <a:custGeom>
                <a:avLst/>
                <a:gdLst>
                  <a:gd name="T0" fmla="*/ 8 w 2"/>
                  <a:gd name="T1" fmla="*/ 0 h 9"/>
                  <a:gd name="T2" fmla="*/ 0 w 2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1" y="3"/>
                      <a:pt x="2" y="7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0" name="Freeform 374">
                <a:extLst>
                  <a:ext uri="{FF2B5EF4-FFF2-40B4-BE49-F238E27FC236}">
                    <a16:creationId xmlns:a16="http://schemas.microsoft.com/office/drawing/2014/main" id="{FA209EAE-6E04-443F-8C22-37E2C2AD5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036"/>
                <a:ext cx="1" cy="14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1" name="Freeform 375">
                <a:extLst>
                  <a:ext uri="{FF2B5EF4-FFF2-40B4-BE49-F238E27FC236}">
                    <a16:creationId xmlns:a16="http://schemas.microsoft.com/office/drawing/2014/main" id="{EDC15782-0186-44A4-9C74-38C2FA0B8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3033"/>
                <a:ext cx="5" cy="17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2" name="Freeform 376">
                <a:extLst>
                  <a:ext uri="{FF2B5EF4-FFF2-40B4-BE49-F238E27FC236}">
                    <a16:creationId xmlns:a16="http://schemas.microsoft.com/office/drawing/2014/main" id="{D294228D-89DE-493A-98DA-1EB5325B8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985"/>
                <a:ext cx="9" cy="12"/>
              </a:xfrm>
              <a:custGeom>
                <a:avLst/>
                <a:gdLst>
                  <a:gd name="T0" fmla="*/ 45 w 4"/>
                  <a:gd name="T1" fmla="*/ 0 h 5"/>
                  <a:gd name="T2" fmla="*/ 0 w 4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3" name="Freeform 377">
                <a:extLst>
                  <a:ext uri="{FF2B5EF4-FFF2-40B4-BE49-F238E27FC236}">
                    <a16:creationId xmlns:a16="http://schemas.microsoft.com/office/drawing/2014/main" id="{13F082D8-B958-4363-952B-2F2F3EB1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927"/>
                <a:ext cx="12" cy="17"/>
              </a:xfrm>
              <a:custGeom>
                <a:avLst/>
                <a:gdLst>
                  <a:gd name="T0" fmla="*/ 70 w 5"/>
                  <a:gd name="T1" fmla="*/ 0 h 7"/>
                  <a:gd name="T2" fmla="*/ 0 w 5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4" name="Freeform 378">
                <a:extLst>
                  <a:ext uri="{FF2B5EF4-FFF2-40B4-BE49-F238E27FC236}">
                    <a16:creationId xmlns:a16="http://schemas.microsoft.com/office/drawing/2014/main" id="{FEFDDED7-B5CD-45A4-8A7A-B9AF7DD54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831"/>
                <a:ext cx="4" cy="19"/>
              </a:xfrm>
              <a:custGeom>
                <a:avLst/>
                <a:gdLst>
                  <a:gd name="T0" fmla="*/ 8 w 2"/>
                  <a:gd name="T1" fmla="*/ 107 h 8"/>
                  <a:gd name="T2" fmla="*/ 16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8"/>
                    </a:moveTo>
                    <a:cubicBezTo>
                      <a:pt x="1" y="5"/>
                      <a:pt x="0" y="2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5" name="Freeform 379">
                <a:extLst>
                  <a:ext uri="{FF2B5EF4-FFF2-40B4-BE49-F238E27FC236}">
                    <a16:creationId xmlns:a16="http://schemas.microsoft.com/office/drawing/2014/main" id="{BD3CEB67-BF77-4E91-ADCC-C20D6121E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804"/>
                <a:ext cx="5" cy="17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0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6" name="Freeform 380">
                <a:extLst>
                  <a:ext uri="{FF2B5EF4-FFF2-40B4-BE49-F238E27FC236}">
                    <a16:creationId xmlns:a16="http://schemas.microsoft.com/office/drawing/2014/main" id="{D5E6CCED-F416-4D81-A691-D119BA40E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768"/>
                <a:ext cx="7" cy="22"/>
              </a:xfrm>
              <a:custGeom>
                <a:avLst/>
                <a:gdLst>
                  <a:gd name="T0" fmla="*/ 28 w 3"/>
                  <a:gd name="T1" fmla="*/ 0 h 9"/>
                  <a:gd name="T2" fmla="*/ 0 w 3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2" y="0"/>
                    </a:moveTo>
                    <a:cubicBezTo>
                      <a:pt x="3" y="4"/>
                      <a:pt x="2" y="7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7" name="Freeform 381">
                <a:extLst>
                  <a:ext uri="{FF2B5EF4-FFF2-40B4-BE49-F238E27FC236}">
                    <a16:creationId xmlns:a16="http://schemas.microsoft.com/office/drawing/2014/main" id="{DEEFC7DB-52F2-4158-9A75-D0ECB3346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41"/>
                <a:ext cx="3" cy="17"/>
              </a:xfrm>
              <a:custGeom>
                <a:avLst/>
                <a:gdLst>
                  <a:gd name="T0" fmla="*/ 27 w 1"/>
                  <a:gd name="T1" fmla="*/ 0 h 7"/>
                  <a:gd name="T2" fmla="*/ 27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0" y="5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8" name="Freeform 382">
                <a:extLst>
                  <a:ext uri="{FF2B5EF4-FFF2-40B4-BE49-F238E27FC236}">
                    <a16:creationId xmlns:a16="http://schemas.microsoft.com/office/drawing/2014/main" id="{817D0FF6-1B85-4F56-92EC-78CD0CFD9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710"/>
                <a:ext cx="2" cy="17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9" name="Freeform 383">
                <a:extLst>
                  <a:ext uri="{FF2B5EF4-FFF2-40B4-BE49-F238E27FC236}">
                    <a16:creationId xmlns:a16="http://schemas.microsoft.com/office/drawing/2014/main" id="{147E2C15-42DB-4466-B10D-816604F0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666"/>
                <a:ext cx="3" cy="12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0" name="Freeform 384">
                <a:extLst>
                  <a:ext uri="{FF2B5EF4-FFF2-40B4-BE49-F238E27FC236}">
                    <a16:creationId xmlns:a16="http://schemas.microsoft.com/office/drawing/2014/main" id="{1D4DADA4-E815-4B12-8FA6-E0A592BB7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621"/>
                <a:ext cx="6" cy="21"/>
              </a:xfrm>
              <a:custGeom>
                <a:avLst/>
                <a:gdLst>
                  <a:gd name="T0" fmla="*/ 8 w 3"/>
                  <a:gd name="T1" fmla="*/ 0 h 9"/>
                  <a:gd name="T2" fmla="*/ 24 w 3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1" y="0"/>
                    </a:moveTo>
                    <a:cubicBezTo>
                      <a:pt x="0" y="2"/>
                      <a:pt x="1" y="7"/>
                      <a:pt x="3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1" name="Freeform 385">
                <a:extLst>
                  <a:ext uri="{FF2B5EF4-FFF2-40B4-BE49-F238E27FC236}">
                    <a16:creationId xmlns:a16="http://schemas.microsoft.com/office/drawing/2014/main" id="{918414C4-373C-4883-8D1B-5305ADE4C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2587"/>
                <a:ext cx="7" cy="17"/>
              </a:xfrm>
              <a:custGeom>
                <a:avLst/>
                <a:gdLst>
                  <a:gd name="T0" fmla="*/ 12 w 3"/>
                  <a:gd name="T1" fmla="*/ 0 h 7"/>
                  <a:gd name="T2" fmla="*/ 37 w 3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0" y="6"/>
                      <a:pt x="3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2" name="Freeform 386">
                <a:extLst>
                  <a:ext uri="{FF2B5EF4-FFF2-40B4-BE49-F238E27FC236}">
                    <a16:creationId xmlns:a16="http://schemas.microsoft.com/office/drawing/2014/main" id="{8EF79D0A-8434-425D-BF72-5592D164B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2555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3" name="Freeform 387">
                <a:extLst>
                  <a:ext uri="{FF2B5EF4-FFF2-40B4-BE49-F238E27FC236}">
                    <a16:creationId xmlns:a16="http://schemas.microsoft.com/office/drawing/2014/main" id="{2FDAF0F0-E452-49CF-9DB5-E018BD9B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2415"/>
                <a:ext cx="3" cy="27"/>
              </a:xfrm>
              <a:custGeom>
                <a:avLst/>
                <a:gdLst>
                  <a:gd name="T0" fmla="*/ 0 w 1"/>
                  <a:gd name="T1" fmla="*/ 0 h 11"/>
                  <a:gd name="T2" fmla="*/ 0 w 1"/>
                  <a:gd name="T3" fmla="*/ 1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1" y="4"/>
                      <a:pt x="0" y="8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4" name="Freeform 388">
                <a:extLst>
                  <a:ext uri="{FF2B5EF4-FFF2-40B4-BE49-F238E27FC236}">
                    <a16:creationId xmlns:a16="http://schemas.microsoft.com/office/drawing/2014/main" id="{BA419DC2-922B-46B7-AD3F-BD35D8A6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471"/>
                <a:ext cx="2" cy="19"/>
              </a:xfrm>
              <a:custGeom>
                <a:avLst/>
                <a:gdLst>
                  <a:gd name="T0" fmla="*/ 8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5" name="Freeform 389">
                <a:extLst>
                  <a:ext uri="{FF2B5EF4-FFF2-40B4-BE49-F238E27FC236}">
                    <a16:creationId xmlns:a16="http://schemas.microsoft.com/office/drawing/2014/main" id="{BAB03E28-D0CC-4121-A382-D806BF116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524"/>
                <a:ext cx="5" cy="26"/>
              </a:xfrm>
              <a:custGeom>
                <a:avLst/>
                <a:gdLst>
                  <a:gd name="T0" fmla="*/ 33 w 2"/>
                  <a:gd name="T1" fmla="*/ 0 h 11"/>
                  <a:gd name="T2" fmla="*/ 0 w 2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2" y="4"/>
                      <a:pt x="1" y="8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6" name="Freeform 390">
                <a:extLst>
                  <a:ext uri="{FF2B5EF4-FFF2-40B4-BE49-F238E27FC236}">
                    <a16:creationId xmlns:a16="http://schemas.microsoft.com/office/drawing/2014/main" id="{CFEDC3CA-ED3F-4F16-97E1-F72E79509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579"/>
                <a:ext cx="5" cy="22"/>
              </a:xfrm>
              <a:custGeom>
                <a:avLst/>
                <a:gdLst>
                  <a:gd name="T0" fmla="*/ 20 w 2"/>
                  <a:gd name="T1" fmla="*/ 0 h 9"/>
                  <a:gd name="T2" fmla="*/ 0 w 2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2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7" name="Freeform 391">
                <a:extLst>
                  <a:ext uri="{FF2B5EF4-FFF2-40B4-BE49-F238E27FC236}">
                    <a16:creationId xmlns:a16="http://schemas.microsoft.com/office/drawing/2014/main" id="{C8DAF896-D331-40A7-BE83-882E97754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628"/>
                <a:ext cx="2" cy="26"/>
              </a:xfrm>
              <a:custGeom>
                <a:avLst/>
                <a:gdLst>
                  <a:gd name="T0" fmla="*/ 0 w 1"/>
                  <a:gd name="T1" fmla="*/ 0 h 11"/>
                  <a:gd name="T2" fmla="*/ 8 w 1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1" y="4"/>
                      <a:pt x="1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8" name="Freeform 392">
                <a:extLst>
                  <a:ext uri="{FF2B5EF4-FFF2-40B4-BE49-F238E27FC236}">
                    <a16:creationId xmlns:a16="http://schemas.microsoft.com/office/drawing/2014/main" id="{52807058-53DC-4498-AD4E-C1142E6F8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678"/>
                <a:ext cx="2" cy="25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1" y="3"/>
                      <a:pt x="0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9" name="Freeform 393">
                <a:extLst>
                  <a:ext uri="{FF2B5EF4-FFF2-40B4-BE49-F238E27FC236}">
                    <a16:creationId xmlns:a16="http://schemas.microsoft.com/office/drawing/2014/main" id="{97362466-95CA-433B-BFFD-AD94E7601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736"/>
                <a:ext cx="2" cy="1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70" name="Freeform 394">
                <a:extLst>
                  <a:ext uri="{FF2B5EF4-FFF2-40B4-BE49-F238E27FC236}">
                    <a16:creationId xmlns:a16="http://schemas.microsoft.com/office/drawing/2014/main" id="{42FA7C20-7115-4F99-9388-A7D87FD7D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782"/>
                <a:ext cx="1" cy="22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71" name="Freeform 395">
                <a:extLst>
                  <a:ext uri="{FF2B5EF4-FFF2-40B4-BE49-F238E27FC236}">
                    <a16:creationId xmlns:a16="http://schemas.microsoft.com/office/drawing/2014/main" id="{4297B035-725A-4748-9673-3D583155E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843"/>
                <a:ext cx="4" cy="26"/>
              </a:xfrm>
              <a:custGeom>
                <a:avLst/>
                <a:gdLst>
                  <a:gd name="T0" fmla="*/ 8 w 2"/>
                  <a:gd name="T1" fmla="*/ 0 h 11"/>
                  <a:gd name="T2" fmla="*/ 0 w 2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1" y="4"/>
                      <a:pt x="2" y="8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72" name="Freeform 396">
                <a:extLst>
                  <a:ext uri="{FF2B5EF4-FFF2-40B4-BE49-F238E27FC236}">
                    <a16:creationId xmlns:a16="http://schemas.microsoft.com/office/drawing/2014/main" id="{08709728-3114-4451-AD75-D1B2F767F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898"/>
                <a:ext cx="2" cy="22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73" name="Freeform 397">
                <a:extLst>
                  <a:ext uri="{FF2B5EF4-FFF2-40B4-BE49-F238E27FC236}">
                    <a16:creationId xmlns:a16="http://schemas.microsoft.com/office/drawing/2014/main" id="{0851D823-8194-4BAA-B3C4-CBFCB7819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956"/>
                <a:ext cx="4" cy="27"/>
              </a:xfrm>
              <a:custGeom>
                <a:avLst/>
                <a:gdLst>
                  <a:gd name="T0" fmla="*/ 8 w 2"/>
                  <a:gd name="T1" fmla="*/ 0 h 11"/>
                  <a:gd name="T2" fmla="*/ 0 w 2"/>
                  <a:gd name="T3" fmla="*/ 1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2" y="4"/>
                      <a:pt x="2" y="7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74" name="Freeform 398">
                <a:extLst>
                  <a:ext uri="{FF2B5EF4-FFF2-40B4-BE49-F238E27FC236}">
                    <a16:creationId xmlns:a16="http://schemas.microsoft.com/office/drawing/2014/main" id="{9E76734F-A17C-4AE4-9048-9340C8CF4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3021"/>
                <a:ext cx="5" cy="22"/>
              </a:xfrm>
              <a:custGeom>
                <a:avLst/>
                <a:gdLst>
                  <a:gd name="T0" fmla="*/ 0 w 2"/>
                  <a:gd name="T1" fmla="*/ 0 h 9"/>
                  <a:gd name="T2" fmla="*/ 20 w 2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2"/>
                      <a:pt x="2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75" name="Freeform 399">
                <a:extLst>
                  <a:ext uri="{FF2B5EF4-FFF2-40B4-BE49-F238E27FC236}">
                    <a16:creationId xmlns:a16="http://schemas.microsoft.com/office/drawing/2014/main" id="{1F4D70BF-3307-41BB-A973-69F2E9B19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3075"/>
                <a:ext cx="4" cy="24"/>
              </a:xfrm>
              <a:custGeom>
                <a:avLst/>
                <a:gdLst>
                  <a:gd name="T0" fmla="*/ 8 w 2"/>
                  <a:gd name="T1" fmla="*/ 0 h 10"/>
                  <a:gd name="T2" fmla="*/ 0 w 2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1" y="0"/>
                    </a:moveTo>
                    <a:cubicBezTo>
                      <a:pt x="2" y="4"/>
                      <a:pt x="1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76" name="Freeform 400">
                <a:extLst>
                  <a:ext uri="{FF2B5EF4-FFF2-40B4-BE49-F238E27FC236}">
                    <a16:creationId xmlns:a16="http://schemas.microsoft.com/office/drawing/2014/main" id="{E38A1D67-4D24-4F26-B663-7D4560200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3142"/>
                <a:ext cx="2" cy="19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1" y="2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77" name="Freeform 401">
                <a:extLst>
                  <a:ext uri="{FF2B5EF4-FFF2-40B4-BE49-F238E27FC236}">
                    <a16:creationId xmlns:a16="http://schemas.microsoft.com/office/drawing/2014/main" id="{3CBF234B-C2C0-4936-A98C-4D4BF17C3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3101"/>
                <a:ext cx="2" cy="22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1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78" name="Freeform 402">
                <a:extLst>
                  <a:ext uri="{FF2B5EF4-FFF2-40B4-BE49-F238E27FC236}">
                    <a16:creationId xmlns:a16="http://schemas.microsoft.com/office/drawing/2014/main" id="{556A19DC-2297-4C02-8A35-C8145FA2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3149"/>
                <a:ext cx="20" cy="22"/>
              </a:xfrm>
              <a:custGeom>
                <a:avLst/>
                <a:gdLst>
                  <a:gd name="T0" fmla="*/ 0 w 9"/>
                  <a:gd name="T1" fmla="*/ 132 h 9"/>
                  <a:gd name="T2" fmla="*/ 98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5" y="9"/>
                      <a:pt x="8" y="4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79" name="Freeform 403">
                <a:extLst>
                  <a:ext uri="{FF2B5EF4-FFF2-40B4-BE49-F238E27FC236}">
                    <a16:creationId xmlns:a16="http://schemas.microsoft.com/office/drawing/2014/main" id="{48DB5E29-086E-42FA-A9D8-C7BAF6F59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3321"/>
                <a:ext cx="22" cy="12"/>
              </a:xfrm>
              <a:custGeom>
                <a:avLst/>
                <a:gdLst>
                  <a:gd name="T0" fmla="*/ 0 w 10"/>
                  <a:gd name="T1" fmla="*/ 70 h 5"/>
                  <a:gd name="T2" fmla="*/ 106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4" y="5"/>
                      <a:pt x="7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80" name="Freeform 404">
                <a:extLst>
                  <a:ext uri="{FF2B5EF4-FFF2-40B4-BE49-F238E27FC236}">
                    <a16:creationId xmlns:a16="http://schemas.microsoft.com/office/drawing/2014/main" id="{4F3F094F-B34A-4D61-9F17-967E7252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3548"/>
                <a:ext cx="23" cy="9"/>
              </a:xfrm>
              <a:custGeom>
                <a:avLst/>
                <a:gdLst>
                  <a:gd name="T0" fmla="*/ 0 w 10"/>
                  <a:gd name="T1" fmla="*/ 25 h 4"/>
                  <a:gd name="T2" fmla="*/ 122 w 10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2"/>
                    </a:moveTo>
                    <a:cubicBezTo>
                      <a:pt x="2" y="4"/>
                      <a:pt x="7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81" name="Freeform 405">
                <a:extLst>
                  <a:ext uri="{FF2B5EF4-FFF2-40B4-BE49-F238E27FC236}">
                    <a16:creationId xmlns:a16="http://schemas.microsoft.com/office/drawing/2014/main" id="{53DE2202-8C79-42E6-8C18-A85FDE83C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3775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85 w 7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4"/>
                      <a:pt x="4" y="6"/>
                      <a:pt x="7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7109" name="Freeform 406">
              <a:extLst>
                <a:ext uri="{FF2B5EF4-FFF2-40B4-BE49-F238E27FC236}">
                  <a16:creationId xmlns:a16="http://schemas.microsoft.com/office/drawing/2014/main" id="{03F5DDCD-E595-45AE-94C2-784D52F08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3990"/>
              <a:ext cx="14" cy="17"/>
            </a:xfrm>
            <a:custGeom>
              <a:avLst/>
              <a:gdLst>
                <a:gd name="T0" fmla="*/ 0 w 6"/>
                <a:gd name="T1" fmla="*/ 0 h 7"/>
                <a:gd name="T2" fmla="*/ 77 w 6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3"/>
                    <a:pt x="4" y="5"/>
                    <a:pt x="6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0" name="Freeform 407">
              <a:extLst>
                <a:ext uri="{FF2B5EF4-FFF2-40B4-BE49-F238E27FC236}">
                  <a16:creationId xmlns:a16="http://schemas.microsoft.com/office/drawing/2014/main" id="{51407035-ACB4-46C1-A448-F1EAA3EB8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4132"/>
              <a:ext cx="7" cy="17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408">
              <a:extLst>
                <a:ext uri="{FF2B5EF4-FFF2-40B4-BE49-F238E27FC236}">
                  <a16:creationId xmlns:a16="http://schemas.microsoft.com/office/drawing/2014/main" id="{6C0FC22C-A83F-4549-A73E-FEC328017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4161"/>
              <a:ext cx="12" cy="24"/>
            </a:xfrm>
            <a:custGeom>
              <a:avLst/>
              <a:gdLst>
                <a:gd name="T0" fmla="*/ 70 w 5"/>
                <a:gd name="T1" fmla="*/ 0 h 10"/>
                <a:gd name="T2" fmla="*/ 0 w 5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3" y="3"/>
                    <a:pt x="2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409">
              <a:extLst>
                <a:ext uri="{FF2B5EF4-FFF2-40B4-BE49-F238E27FC236}">
                  <a16:creationId xmlns:a16="http://schemas.microsoft.com/office/drawing/2014/main" id="{3120A26D-FC68-44C9-9754-BE447228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3975"/>
              <a:ext cx="6" cy="10"/>
            </a:xfrm>
            <a:custGeom>
              <a:avLst/>
              <a:gdLst>
                <a:gd name="T0" fmla="*/ 24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2"/>
                    <a:pt x="1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410">
              <a:extLst>
                <a:ext uri="{FF2B5EF4-FFF2-40B4-BE49-F238E27FC236}">
                  <a16:creationId xmlns:a16="http://schemas.microsoft.com/office/drawing/2014/main" id="{1390D854-0E79-4F8C-BCEA-74503C3DA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912"/>
              <a:ext cx="9" cy="17"/>
            </a:xfrm>
            <a:custGeom>
              <a:avLst/>
              <a:gdLst>
                <a:gd name="T0" fmla="*/ 45 w 4"/>
                <a:gd name="T1" fmla="*/ 0 h 7"/>
                <a:gd name="T2" fmla="*/ 0 w 4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3" y="3"/>
                    <a:pt x="2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411">
              <a:extLst>
                <a:ext uri="{FF2B5EF4-FFF2-40B4-BE49-F238E27FC236}">
                  <a16:creationId xmlns:a16="http://schemas.microsoft.com/office/drawing/2014/main" id="{68174EE9-0CF4-41BE-A163-92F076556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857"/>
              <a:ext cx="9" cy="12"/>
            </a:xfrm>
            <a:custGeom>
              <a:avLst/>
              <a:gdLst>
                <a:gd name="T0" fmla="*/ 45 w 4"/>
                <a:gd name="T1" fmla="*/ 0 h 5"/>
                <a:gd name="T2" fmla="*/ 0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412">
              <a:extLst>
                <a:ext uri="{FF2B5EF4-FFF2-40B4-BE49-F238E27FC236}">
                  <a16:creationId xmlns:a16="http://schemas.microsoft.com/office/drawing/2014/main" id="{F010D489-7B65-4804-AF1D-F8E1C714D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804"/>
              <a:ext cx="9" cy="14"/>
            </a:xfrm>
            <a:custGeom>
              <a:avLst/>
              <a:gdLst>
                <a:gd name="T0" fmla="*/ 45 w 4"/>
                <a:gd name="T1" fmla="*/ 0 h 6"/>
                <a:gd name="T2" fmla="*/ 0 w 4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413">
              <a:extLst>
                <a:ext uri="{FF2B5EF4-FFF2-40B4-BE49-F238E27FC236}">
                  <a16:creationId xmlns:a16="http://schemas.microsoft.com/office/drawing/2014/main" id="{0D38ED7F-01E9-4A77-BD8F-362C8966C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741"/>
              <a:ext cx="9" cy="14"/>
            </a:xfrm>
            <a:custGeom>
              <a:avLst/>
              <a:gdLst>
                <a:gd name="T0" fmla="*/ 45 w 4"/>
                <a:gd name="T1" fmla="*/ 0 h 6"/>
                <a:gd name="T2" fmla="*/ 0 w 4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414">
              <a:extLst>
                <a:ext uri="{FF2B5EF4-FFF2-40B4-BE49-F238E27FC236}">
                  <a16:creationId xmlns:a16="http://schemas.microsoft.com/office/drawing/2014/main" id="{95354BD0-CC53-468C-BB99-7DB12BE68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690"/>
              <a:ext cx="9" cy="22"/>
            </a:xfrm>
            <a:custGeom>
              <a:avLst/>
              <a:gdLst>
                <a:gd name="T0" fmla="*/ 45 w 4"/>
                <a:gd name="T1" fmla="*/ 12 h 9"/>
                <a:gd name="T2" fmla="*/ 0 w 4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4" y="0"/>
                    <a:pt x="0" y="7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415">
              <a:extLst>
                <a:ext uri="{FF2B5EF4-FFF2-40B4-BE49-F238E27FC236}">
                  <a16:creationId xmlns:a16="http://schemas.microsoft.com/office/drawing/2014/main" id="{722590CB-2695-4887-BABA-6E533C46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620"/>
              <a:ext cx="9" cy="15"/>
            </a:xfrm>
            <a:custGeom>
              <a:avLst/>
              <a:gdLst>
                <a:gd name="T0" fmla="*/ 45 w 4"/>
                <a:gd name="T1" fmla="*/ 0 h 6"/>
                <a:gd name="T2" fmla="*/ 0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416">
              <a:extLst>
                <a:ext uri="{FF2B5EF4-FFF2-40B4-BE49-F238E27FC236}">
                  <a16:creationId xmlns:a16="http://schemas.microsoft.com/office/drawing/2014/main" id="{3FB0D506-3616-4B88-87B6-700CA3843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3562"/>
              <a:ext cx="11" cy="22"/>
            </a:xfrm>
            <a:custGeom>
              <a:avLst/>
              <a:gdLst>
                <a:gd name="T0" fmla="*/ 53 w 5"/>
                <a:gd name="T1" fmla="*/ 0 h 9"/>
                <a:gd name="T2" fmla="*/ 0 w 5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3"/>
                    <a:pt x="2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417">
              <a:extLst>
                <a:ext uri="{FF2B5EF4-FFF2-40B4-BE49-F238E27FC236}">
                  <a16:creationId xmlns:a16="http://schemas.microsoft.com/office/drawing/2014/main" id="{5B6DD2D0-217F-4F62-8A2C-B0E83E963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3492"/>
              <a:ext cx="6" cy="17"/>
            </a:xfrm>
            <a:custGeom>
              <a:avLst/>
              <a:gdLst>
                <a:gd name="T0" fmla="*/ 24 w 3"/>
                <a:gd name="T1" fmla="*/ 0 h 7"/>
                <a:gd name="T2" fmla="*/ 0 w 3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2"/>
                    <a:pt x="1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Freeform 418">
              <a:extLst>
                <a:ext uri="{FF2B5EF4-FFF2-40B4-BE49-F238E27FC236}">
                  <a16:creationId xmlns:a16="http://schemas.microsoft.com/office/drawing/2014/main" id="{B73DD398-C9AC-4C9A-B5A0-959E35BB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444"/>
              <a:ext cx="10" cy="17"/>
            </a:xfrm>
            <a:custGeom>
              <a:avLst/>
              <a:gdLst>
                <a:gd name="T0" fmla="*/ 63 w 4"/>
                <a:gd name="T1" fmla="*/ 0 h 7"/>
                <a:gd name="T2" fmla="*/ 0 w 4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2" y="2"/>
                    <a:pt x="0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419">
              <a:extLst>
                <a:ext uri="{FF2B5EF4-FFF2-40B4-BE49-F238E27FC236}">
                  <a16:creationId xmlns:a16="http://schemas.microsoft.com/office/drawing/2014/main" id="{DBACEB1B-2717-4B26-88E9-C14DB18B9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3388"/>
              <a:ext cx="7" cy="17"/>
            </a:xfrm>
            <a:custGeom>
              <a:avLst/>
              <a:gdLst>
                <a:gd name="T0" fmla="*/ 37 w 3"/>
                <a:gd name="T1" fmla="*/ 0 h 7"/>
                <a:gd name="T2" fmla="*/ 0 w 3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Freeform 420">
              <a:extLst>
                <a:ext uri="{FF2B5EF4-FFF2-40B4-BE49-F238E27FC236}">
                  <a16:creationId xmlns:a16="http://schemas.microsoft.com/office/drawing/2014/main" id="{30DE5F69-D74B-49C6-9204-7A1D3351E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3340"/>
              <a:ext cx="10" cy="24"/>
            </a:xfrm>
            <a:custGeom>
              <a:avLst/>
              <a:gdLst>
                <a:gd name="T0" fmla="*/ 63 w 4"/>
                <a:gd name="T1" fmla="*/ 0 h 10"/>
                <a:gd name="T2" fmla="*/ 0 w 4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3"/>
                    <a:pt x="1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421">
              <a:extLst>
                <a:ext uri="{FF2B5EF4-FFF2-40B4-BE49-F238E27FC236}">
                  <a16:creationId xmlns:a16="http://schemas.microsoft.com/office/drawing/2014/main" id="{661F2E20-ED12-4672-AC86-E16B5FE2B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3287"/>
              <a:ext cx="9" cy="17"/>
            </a:xfrm>
            <a:custGeom>
              <a:avLst/>
              <a:gdLst>
                <a:gd name="T0" fmla="*/ 45 w 4"/>
                <a:gd name="T1" fmla="*/ 0 h 7"/>
                <a:gd name="T2" fmla="*/ 0 w 4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2" y="2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422">
              <a:extLst>
                <a:ext uri="{FF2B5EF4-FFF2-40B4-BE49-F238E27FC236}">
                  <a16:creationId xmlns:a16="http://schemas.microsoft.com/office/drawing/2014/main" id="{83001F3F-5693-40B4-8991-1EB79B05F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3227"/>
              <a:ext cx="7" cy="21"/>
            </a:xfrm>
            <a:custGeom>
              <a:avLst/>
              <a:gdLst>
                <a:gd name="T0" fmla="*/ 37 w 3"/>
                <a:gd name="T1" fmla="*/ 0 h 9"/>
                <a:gd name="T2" fmla="*/ 12 w 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423">
              <a:extLst>
                <a:ext uri="{FF2B5EF4-FFF2-40B4-BE49-F238E27FC236}">
                  <a16:creationId xmlns:a16="http://schemas.microsoft.com/office/drawing/2014/main" id="{5516C516-4F91-4B26-9EFF-F58533037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3062"/>
              <a:ext cx="4222" cy="875"/>
            </a:xfrm>
            <a:custGeom>
              <a:avLst/>
              <a:gdLst>
                <a:gd name="T0" fmla="*/ 21637 w 1865"/>
                <a:gd name="T1" fmla="*/ 4955 h 362"/>
                <a:gd name="T2" fmla="*/ 20279 w 1865"/>
                <a:gd name="T3" fmla="*/ 4687 h 362"/>
                <a:gd name="T4" fmla="*/ 19955 w 1865"/>
                <a:gd name="T5" fmla="*/ 4576 h 362"/>
                <a:gd name="T6" fmla="*/ 19627 w 1865"/>
                <a:gd name="T7" fmla="*/ 4406 h 362"/>
                <a:gd name="T8" fmla="*/ 19675 w 1865"/>
                <a:gd name="T9" fmla="*/ 4423 h 362"/>
                <a:gd name="T10" fmla="*/ 19213 w 1865"/>
                <a:gd name="T11" fmla="*/ 3938 h 362"/>
                <a:gd name="T12" fmla="*/ 18819 w 1865"/>
                <a:gd name="T13" fmla="*/ 3488 h 362"/>
                <a:gd name="T14" fmla="*/ 18215 w 1865"/>
                <a:gd name="T15" fmla="*/ 3261 h 362"/>
                <a:gd name="T16" fmla="*/ 17470 w 1865"/>
                <a:gd name="T17" fmla="*/ 3261 h 362"/>
                <a:gd name="T18" fmla="*/ 16845 w 1865"/>
                <a:gd name="T19" fmla="*/ 3067 h 362"/>
                <a:gd name="T20" fmla="*/ 16127 w 1865"/>
                <a:gd name="T21" fmla="*/ 2869 h 362"/>
                <a:gd name="T22" fmla="*/ 15405 w 1865"/>
                <a:gd name="T23" fmla="*/ 2898 h 362"/>
                <a:gd name="T24" fmla="*/ 15036 w 1865"/>
                <a:gd name="T25" fmla="*/ 3092 h 362"/>
                <a:gd name="T26" fmla="*/ 14420 w 1865"/>
                <a:gd name="T27" fmla="*/ 3261 h 362"/>
                <a:gd name="T28" fmla="*/ 14420 w 1865"/>
                <a:gd name="T29" fmla="*/ 3261 h 362"/>
                <a:gd name="T30" fmla="*/ 13925 w 1865"/>
                <a:gd name="T31" fmla="*/ 3237 h 362"/>
                <a:gd name="T32" fmla="*/ 10778 w 1865"/>
                <a:gd name="T33" fmla="*/ 2502 h 362"/>
                <a:gd name="T34" fmla="*/ 10291 w 1865"/>
                <a:gd name="T35" fmla="*/ 2272 h 362"/>
                <a:gd name="T36" fmla="*/ 10235 w 1865"/>
                <a:gd name="T37" fmla="*/ 2231 h 362"/>
                <a:gd name="T38" fmla="*/ 10235 w 1865"/>
                <a:gd name="T39" fmla="*/ 2231 h 362"/>
                <a:gd name="T40" fmla="*/ 9583 w 1865"/>
                <a:gd name="T41" fmla="*/ 1876 h 362"/>
                <a:gd name="T42" fmla="*/ 8885 w 1865"/>
                <a:gd name="T43" fmla="*/ 1537 h 362"/>
                <a:gd name="T44" fmla="*/ 7980 w 1865"/>
                <a:gd name="T45" fmla="*/ 1286 h 362"/>
                <a:gd name="T46" fmla="*/ 7507 w 1865"/>
                <a:gd name="T47" fmla="*/ 1356 h 362"/>
                <a:gd name="T48" fmla="*/ 6959 w 1865"/>
                <a:gd name="T49" fmla="*/ 1455 h 362"/>
                <a:gd name="T50" fmla="*/ 6950 w 1865"/>
                <a:gd name="T51" fmla="*/ 1467 h 362"/>
                <a:gd name="T52" fmla="*/ 6728 w 1865"/>
                <a:gd name="T53" fmla="*/ 1496 h 362"/>
                <a:gd name="T54" fmla="*/ 6427 w 1865"/>
                <a:gd name="T55" fmla="*/ 1484 h 362"/>
                <a:gd name="T56" fmla="*/ 45 w 1865"/>
                <a:gd name="T57" fmla="*/ 0 h 362"/>
                <a:gd name="T58" fmla="*/ 0 w 1865"/>
                <a:gd name="T59" fmla="*/ 140 h 362"/>
                <a:gd name="T60" fmla="*/ 6601 w 1865"/>
                <a:gd name="T61" fmla="*/ 1694 h 362"/>
                <a:gd name="T62" fmla="*/ 8446 w 1865"/>
                <a:gd name="T63" fmla="*/ 2202 h 362"/>
                <a:gd name="T64" fmla="*/ 10024 w 1865"/>
                <a:gd name="T65" fmla="*/ 2482 h 362"/>
                <a:gd name="T66" fmla="*/ 14631 w 1865"/>
                <a:gd name="T67" fmla="*/ 3575 h 362"/>
                <a:gd name="T68" fmla="*/ 16773 w 1865"/>
                <a:gd name="T69" fmla="*/ 4177 h 362"/>
                <a:gd name="T70" fmla="*/ 19270 w 1865"/>
                <a:gd name="T71" fmla="*/ 4634 h 362"/>
                <a:gd name="T72" fmla="*/ 21556 w 1865"/>
                <a:gd name="T73" fmla="*/ 5112 h 3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65" h="362">
                  <a:moveTo>
                    <a:pt x="1865" y="351"/>
                  </a:moveTo>
                  <a:cubicBezTo>
                    <a:pt x="1852" y="349"/>
                    <a:pt x="1806" y="342"/>
                    <a:pt x="1748" y="332"/>
                  </a:cubicBezTo>
                  <a:cubicBezTo>
                    <a:pt x="1743" y="331"/>
                    <a:pt x="1727" y="327"/>
                    <a:pt x="1720" y="324"/>
                  </a:cubicBezTo>
                  <a:cubicBezTo>
                    <a:pt x="1709" y="319"/>
                    <a:pt x="1695" y="313"/>
                    <a:pt x="1692" y="312"/>
                  </a:cubicBezTo>
                  <a:cubicBezTo>
                    <a:pt x="1694" y="312"/>
                    <a:pt x="1695" y="312"/>
                    <a:pt x="1696" y="313"/>
                  </a:cubicBezTo>
                  <a:cubicBezTo>
                    <a:pt x="1687" y="311"/>
                    <a:pt x="1664" y="289"/>
                    <a:pt x="1656" y="279"/>
                  </a:cubicBezTo>
                  <a:cubicBezTo>
                    <a:pt x="1640" y="259"/>
                    <a:pt x="1640" y="259"/>
                    <a:pt x="1622" y="247"/>
                  </a:cubicBezTo>
                  <a:cubicBezTo>
                    <a:pt x="1604" y="235"/>
                    <a:pt x="1606" y="241"/>
                    <a:pt x="1570" y="231"/>
                  </a:cubicBezTo>
                  <a:cubicBezTo>
                    <a:pt x="1534" y="221"/>
                    <a:pt x="1534" y="229"/>
                    <a:pt x="1506" y="231"/>
                  </a:cubicBezTo>
                  <a:cubicBezTo>
                    <a:pt x="1478" y="233"/>
                    <a:pt x="1480" y="225"/>
                    <a:pt x="1452" y="217"/>
                  </a:cubicBezTo>
                  <a:cubicBezTo>
                    <a:pt x="1424" y="209"/>
                    <a:pt x="1418" y="209"/>
                    <a:pt x="1390" y="203"/>
                  </a:cubicBezTo>
                  <a:cubicBezTo>
                    <a:pt x="1362" y="197"/>
                    <a:pt x="1360" y="203"/>
                    <a:pt x="1328" y="205"/>
                  </a:cubicBezTo>
                  <a:cubicBezTo>
                    <a:pt x="1313" y="206"/>
                    <a:pt x="1304" y="211"/>
                    <a:pt x="1296" y="219"/>
                  </a:cubicBezTo>
                  <a:cubicBezTo>
                    <a:pt x="1292" y="222"/>
                    <a:pt x="1260" y="232"/>
                    <a:pt x="1243" y="231"/>
                  </a:cubicBezTo>
                  <a:cubicBezTo>
                    <a:pt x="1243" y="231"/>
                    <a:pt x="1243" y="231"/>
                    <a:pt x="1243" y="231"/>
                  </a:cubicBezTo>
                  <a:cubicBezTo>
                    <a:pt x="1242" y="233"/>
                    <a:pt x="1202" y="230"/>
                    <a:pt x="1200" y="229"/>
                  </a:cubicBezTo>
                  <a:cubicBezTo>
                    <a:pt x="1120" y="214"/>
                    <a:pt x="1028" y="196"/>
                    <a:pt x="929" y="177"/>
                  </a:cubicBezTo>
                  <a:cubicBezTo>
                    <a:pt x="914" y="173"/>
                    <a:pt x="895" y="166"/>
                    <a:pt x="887" y="161"/>
                  </a:cubicBezTo>
                  <a:cubicBezTo>
                    <a:pt x="886" y="160"/>
                    <a:pt x="884" y="159"/>
                    <a:pt x="882" y="158"/>
                  </a:cubicBezTo>
                  <a:cubicBezTo>
                    <a:pt x="882" y="158"/>
                    <a:pt x="882" y="158"/>
                    <a:pt x="882" y="158"/>
                  </a:cubicBezTo>
                  <a:cubicBezTo>
                    <a:pt x="875" y="155"/>
                    <a:pt x="850" y="142"/>
                    <a:pt x="826" y="133"/>
                  </a:cubicBezTo>
                  <a:cubicBezTo>
                    <a:pt x="800" y="123"/>
                    <a:pt x="796" y="119"/>
                    <a:pt x="766" y="109"/>
                  </a:cubicBezTo>
                  <a:cubicBezTo>
                    <a:pt x="736" y="99"/>
                    <a:pt x="722" y="89"/>
                    <a:pt x="688" y="91"/>
                  </a:cubicBezTo>
                  <a:cubicBezTo>
                    <a:pt x="671" y="92"/>
                    <a:pt x="659" y="93"/>
                    <a:pt x="647" y="96"/>
                  </a:cubicBezTo>
                  <a:cubicBezTo>
                    <a:pt x="640" y="98"/>
                    <a:pt x="611" y="104"/>
                    <a:pt x="600" y="103"/>
                  </a:cubicBezTo>
                  <a:cubicBezTo>
                    <a:pt x="599" y="104"/>
                    <a:pt x="599" y="104"/>
                    <a:pt x="599" y="104"/>
                  </a:cubicBezTo>
                  <a:cubicBezTo>
                    <a:pt x="593" y="104"/>
                    <a:pt x="586" y="105"/>
                    <a:pt x="580" y="106"/>
                  </a:cubicBezTo>
                  <a:cubicBezTo>
                    <a:pt x="572" y="106"/>
                    <a:pt x="565" y="106"/>
                    <a:pt x="554" y="105"/>
                  </a:cubicBezTo>
                  <a:cubicBezTo>
                    <a:pt x="291" y="55"/>
                    <a:pt x="59" y="11"/>
                    <a:pt x="4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4" y="21"/>
                    <a:pt x="297" y="67"/>
                    <a:pt x="569" y="120"/>
                  </a:cubicBezTo>
                  <a:cubicBezTo>
                    <a:pt x="624" y="130"/>
                    <a:pt x="673" y="146"/>
                    <a:pt x="728" y="156"/>
                  </a:cubicBezTo>
                  <a:cubicBezTo>
                    <a:pt x="771" y="165"/>
                    <a:pt x="821" y="168"/>
                    <a:pt x="864" y="176"/>
                  </a:cubicBezTo>
                  <a:cubicBezTo>
                    <a:pt x="1013" y="205"/>
                    <a:pt x="1155" y="232"/>
                    <a:pt x="1261" y="253"/>
                  </a:cubicBezTo>
                  <a:cubicBezTo>
                    <a:pt x="1357" y="271"/>
                    <a:pt x="1378" y="280"/>
                    <a:pt x="1446" y="296"/>
                  </a:cubicBezTo>
                  <a:cubicBezTo>
                    <a:pt x="1514" y="312"/>
                    <a:pt x="1577" y="314"/>
                    <a:pt x="1661" y="328"/>
                  </a:cubicBezTo>
                  <a:cubicBezTo>
                    <a:pt x="1749" y="344"/>
                    <a:pt x="1833" y="358"/>
                    <a:pt x="1858" y="36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424">
              <a:extLst>
                <a:ext uri="{FF2B5EF4-FFF2-40B4-BE49-F238E27FC236}">
                  <a16:creationId xmlns:a16="http://schemas.microsoft.com/office/drawing/2014/main" id="{592E5277-6A6F-4963-B070-CD646058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3087"/>
              <a:ext cx="4235" cy="951"/>
            </a:xfrm>
            <a:custGeom>
              <a:avLst/>
              <a:gdLst>
                <a:gd name="T0" fmla="*/ 20120 w 1871"/>
                <a:gd name="T1" fmla="*/ 4625 h 394"/>
                <a:gd name="T2" fmla="*/ 20039 w 1871"/>
                <a:gd name="T3" fmla="*/ 4615 h 394"/>
                <a:gd name="T4" fmla="*/ 20027 w 1871"/>
                <a:gd name="T5" fmla="*/ 4596 h 394"/>
                <a:gd name="T6" fmla="*/ 19955 w 1871"/>
                <a:gd name="T7" fmla="*/ 4586 h 394"/>
                <a:gd name="T8" fmla="*/ 19910 w 1871"/>
                <a:gd name="T9" fmla="*/ 4586 h 394"/>
                <a:gd name="T10" fmla="*/ 19864 w 1871"/>
                <a:gd name="T11" fmla="*/ 4567 h 394"/>
                <a:gd name="T12" fmla="*/ 19412 w 1871"/>
                <a:gd name="T13" fmla="*/ 4475 h 394"/>
                <a:gd name="T14" fmla="*/ 16917 w 1871"/>
                <a:gd name="T15" fmla="*/ 4019 h 394"/>
                <a:gd name="T16" fmla="*/ 14785 w 1871"/>
                <a:gd name="T17" fmla="*/ 3420 h 394"/>
                <a:gd name="T18" fmla="*/ 10170 w 1871"/>
                <a:gd name="T19" fmla="*/ 2336 h 394"/>
                <a:gd name="T20" fmla="*/ 8592 w 1871"/>
                <a:gd name="T21" fmla="*/ 2052 h 394"/>
                <a:gd name="T22" fmla="*/ 6747 w 1871"/>
                <a:gd name="T23" fmla="*/ 1550 h 394"/>
                <a:gd name="T24" fmla="*/ 149 w 1871"/>
                <a:gd name="T25" fmla="*/ 0 h 394"/>
                <a:gd name="T26" fmla="*/ 0 w 1871"/>
                <a:gd name="T27" fmla="*/ 647 h 394"/>
                <a:gd name="T28" fmla="*/ 36 w 1871"/>
                <a:gd name="T29" fmla="*/ 507 h 394"/>
                <a:gd name="T30" fmla="*/ 57 w 1871"/>
                <a:gd name="T31" fmla="*/ 507 h 394"/>
                <a:gd name="T32" fmla="*/ 16524 w 1871"/>
                <a:gd name="T33" fmla="*/ 4347 h 394"/>
                <a:gd name="T34" fmla="*/ 21422 w 1871"/>
                <a:gd name="T35" fmla="*/ 5412 h 394"/>
                <a:gd name="T36" fmla="*/ 21349 w 1871"/>
                <a:gd name="T37" fmla="*/ 5539 h 394"/>
                <a:gd name="T38" fmla="*/ 21698 w 1871"/>
                <a:gd name="T39" fmla="*/ 4953 h 394"/>
                <a:gd name="T40" fmla="*/ 20129 w 1871"/>
                <a:gd name="T41" fmla="*/ 4625 h 394"/>
                <a:gd name="T42" fmla="*/ 20120 w 1871"/>
                <a:gd name="T43" fmla="*/ 4625 h 39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71" h="394">
                  <a:moveTo>
                    <a:pt x="1735" y="329"/>
                  </a:moveTo>
                  <a:cubicBezTo>
                    <a:pt x="1733" y="328"/>
                    <a:pt x="1731" y="328"/>
                    <a:pt x="1728" y="328"/>
                  </a:cubicBezTo>
                  <a:cubicBezTo>
                    <a:pt x="1728" y="328"/>
                    <a:pt x="1727" y="327"/>
                    <a:pt x="1727" y="327"/>
                  </a:cubicBezTo>
                  <a:cubicBezTo>
                    <a:pt x="1725" y="327"/>
                    <a:pt x="1723" y="327"/>
                    <a:pt x="1721" y="326"/>
                  </a:cubicBezTo>
                  <a:cubicBezTo>
                    <a:pt x="1720" y="326"/>
                    <a:pt x="1719" y="326"/>
                    <a:pt x="1717" y="326"/>
                  </a:cubicBezTo>
                  <a:cubicBezTo>
                    <a:pt x="1716" y="326"/>
                    <a:pt x="1715" y="325"/>
                    <a:pt x="1713" y="325"/>
                  </a:cubicBezTo>
                  <a:cubicBezTo>
                    <a:pt x="1700" y="323"/>
                    <a:pt x="1687" y="321"/>
                    <a:pt x="1674" y="318"/>
                  </a:cubicBezTo>
                  <a:cubicBezTo>
                    <a:pt x="1590" y="304"/>
                    <a:pt x="1527" y="302"/>
                    <a:pt x="1459" y="286"/>
                  </a:cubicBezTo>
                  <a:cubicBezTo>
                    <a:pt x="1391" y="271"/>
                    <a:pt x="1370" y="262"/>
                    <a:pt x="1275" y="243"/>
                  </a:cubicBezTo>
                  <a:cubicBezTo>
                    <a:pt x="1168" y="223"/>
                    <a:pt x="1027" y="195"/>
                    <a:pt x="877" y="166"/>
                  </a:cubicBezTo>
                  <a:cubicBezTo>
                    <a:pt x="834" y="158"/>
                    <a:pt x="784" y="155"/>
                    <a:pt x="741" y="146"/>
                  </a:cubicBezTo>
                  <a:cubicBezTo>
                    <a:pt x="686" y="136"/>
                    <a:pt x="637" y="120"/>
                    <a:pt x="582" y="110"/>
                  </a:cubicBezTo>
                  <a:cubicBezTo>
                    <a:pt x="310" y="57"/>
                    <a:pt x="67" y="11"/>
                    <a:pt x="13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190" y="71"/>
                    <a:pt x="1335" y="291"/>
                    <a:pt x="1425" y="309"/>
                  </a:cubicBezTo>
                  <a:cubicBezTo>
                    <a:pt x="1521" y="329"/>
                    <a:pt x="1807" y="379"/>
                    <a:pt x="1847" y="385"/>
                  </a:cubicBezTo>
                  <a:cubicBezTo>
                    <a:pt x="1841" y="394"/>
                    <a:pt x="1841" y="394"/>
                    <a:pt x="1841" y="394"/>
                  </a:cubicBezTo>
                  <a:cubicBezTo>
                    <a:pt x="1871" y="352"/>
                    <a:pt x="1871" y="352"/>
                    <a:pt x="1871" y="352"/>
                  </a:cubicBezTo>
                  <a:cubicBezTo>
                    <a:pt x="1852" y="349"/>
                    <a:pt x="1799" y="340"/>
                    <a:pt x="1736" y="329"/>
                  </a:cubicBezTo>
                  <a:cubicBezTo>
                    <a:pt x="1736" y="329"/>
                    <a:pt x="1735" y="329"/>
                    <a:pt x="1735" y="32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425">
              <a:extLst>
                <a:ext uri="{FF2B5EF4-FFF2-40B4-BE49-F238E27FC236}">
                  <a16:creationId xmlns:a16="http://schemas.microsoft.com/office/drawing/2014/main" id="{6E1E696E-32BD-4347-A02C-68ACE7C58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497"/>
              <a:ext cx="4213" cy="969"/>
            </a:xfrm>
            <a:custGeom>
              <a:avLst/>
              <a:gdLst>
                <a:gd name="T0" fmla="*/ 20490 w 1861"/>
                <a:gd name="T1" fmla="*/ 4852 h 401"/>
                <a:gd name="T2" fmla="*/ 21592 w 1861"/>
                <a:gd name="T3" fmla="*/ 5091 h 401"/>
                <a:gd name="T4" fmla="*/ 21556 w 1861"/>
                <a:gd name="T5" fmla="*/ 4922 h 401"/>
                <a:gd name="T6" fmla="*/ 19772 w 1861"/>
                <a:gd name="T7" fmla="*/ 4514 h 401"/>
                <a:gd name="T8" fmla="*/ 17660 w 1861"/>
                <a:gd name="T9" fmla="*/ 3924 h 401"/>
                <a:gd name="T10" fmla="*/ 15487 w 1861"/>
                <a:gd name="T11" fmla="*/ 3567 h 401"/>
                <a:gd name="T12" fmla="*/ 12367 w 1861"/>
                <a:gd name="T13" fmla="*/ 2866 h 401"/>
                <a:gd name="T14" fmla="*/ 10190 w 1861"/>
                <a:gd name="T15" fmla="*/ 2259 h 401"/>
                <a:gd name="T16" fmla="*/ 7704 w 1861"/>
                <a:gd name="T17" fmla="*/ 1822 h 401"/>
                <a:gd name="T18" fmla="*/ 6010 w 1861"/>
                <a:gd name="T19" fmla="*/ 1426 h 401"/>
                <a:gd name="T20" fmla="*/ 0 w 1861"/>
                <a:gd name="T21" fmla="*/ 0 h 401"/>
                <a:gd name="T22" fmla="*/ 0 w 1861"/>
                <a:gd name="T23" fmla="*/ 169 h 401"/>
                <a:gd name="T24" fmla="*/ 6042 w 1861"/>
                <a:gd name="T25" fmla="*/ 1583 h 401"/>
                <a:gd name="T26" fmla="*/ 7509 w 1861"/>
                <a:gd name="T27" fmla="*/ 1921 h 401"/>
                <a:gd name="T28" fmla="*/ 7749 w 1861"/>
                <a:gd name="T29" fmla="*/ 2131 h 401"/>
                <a:gd name="T30" fmla="*/ 8747 w 1861"/>
                <a:gd name="T31" fmla="*/ 3006 h 401"/>
                <a:gd name="T32" fmla="*/ 9630 w 1861"/>
                <a:gd name="T33" fmla="*/ 3088 h 401"/>
                <a:gd name="T34" fmla="*/ 10393 w 1861"/>
                <a:gd name="T35" fmla="*/ 3146 h 401"/>
                <a:gd name="T36" fmla="*/ 11274 w 1861"/>
                <a:gd name="T37" fmla="*/ 3398 h 401"/>
                <a:gd name="T38" fmla="*/ 11813 w 1861"/>
                <a:gd name="T39" fmla="*/ 3376 h 401"/>
                <a:gd name="T40" fmla="*/ 12207 w 1861"/>
                <a:gd name="T41" fmla="*/ 3129 h 401"/>
                <a:gd name="T42" fmla="*/ 12458 w 1861"/>
                <a:gd name="T43" fmla="*/ 3047 h 401"/>
                <a:gd name="T44" fmla="*/ 14744 w 1861"/>
                <a:gd name="T45" fmla="*/ 3557 h 401"/>
                <a:gd name="T46" fmla="*/ 15129 w 1861"/>
                <a:gd name="T47" fmla="*/ 3866 h 401"/>
                <a:gd name="T48" fmla="*/ 15523 w 1861"/>
                <a:gd name="T49" fmla="*/ 4473 h 401"/>
                <a:gd name="T50" fmla="*/ 16415 w 1861"/>
                <a:gd name="T51" fmla="*/ 5091 h 401"/>
                <a:gd name="T52" fmla="*/ 17169 w 1861"/>
                <a:gd name="T53" fmla="*/ 5500 h 401"/>
                <a:gd name="T54" fmla="*/ 17911 w 1861"/>
                <a:gd name="T55" fmla="*/ 5488 h 401"/>
                <a:gd name="T56" fmla="*/ 18747 w 1861"/>
                <a:gd name="T57" fmla="*/ 5459 h 401"/>
                <a:gd name="T58" fmla="*/ 19378 w 1861"/>
                <a:gd name="T59" fmla="*/ 5408 h 401"/>
                <a:gd name="T60" fmla="*/ 19886 w 1861"/>
                <a:gd name="T61" fmla="*/ 4951 h 401"/>
                <a:gd name="T62" fmla="*/ 20150 w 1861"/>
                <a:gd name="T63" fmla="*/ 4898 h 401"/>
                <a:gd name="T64" fmla="*/ 20490 w 1861"/>
                <a:gd name="T65" fmla="*/ 4852 h 4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61" h="401">
                  <a:moveTo>
                    <a:pt x="1766" y="344"/>
                  </a:moveTo>
                  <a:cubicBezTo>
                    <a:pt x="1816" y="353"/>
                    <a:pt x="1849" y="359"/>
                    <a:pt x="1861" y="361"/>
                  </a:cubicBezTo>
                  <a:cubicBezTo>
                    <a:pt x="1858" y="349"/>
                    <a:pt x="1858" y="349"/>
                    <a:pt x="1858" y="349"/>
                  </a:cubicBezTo>
                  <a:cubicBezTo>
                    <a:pt x="1839" y="345"/>
                    <a:pt x="1783" y="335"/>
                    <a:pt x="1704" y="320"/>
                  </a:cubicBezTo>
                  <a:cubicBezTo>
                    <a:pt x="1651" y="311"/>
                    <a:pt x="1590" y="291"/>
                    <a:pt x="1522" y="278"/>
                  </a:cubicBezTo>
                  <a:cubicBezTo>
                    <a:pt x="1464" y="268"/>
                    <a:pt x="1400" y="265"/>
                    <a:pt x="1335" y="253"/>
                  </a:cubicBezTo>
                  <a:cubicBezTo>
                    <a:pt x="1247" y="236"/>
                    <a:pt x="1155" y="219"/>
                    <a:pt x="1066" y="203"/>
                  </a:cubicBezTo>
                  <a:cubicBezTo>
                    <a:pt x="1000" y="191"/>
                    <a:pt x="956" y="172"/>
                    <a:pt x="878" y="160"/>
                  </a:cubicBezTo>
                  <a:cubicBezTo>
                    <a:pt x="800" y="148"/>
                    <a:pt x="723" y="140"/>
                    <a:pt x="664" y="129"/>
                  </a:cubicBezTo>
                  <a:cubicBezTo>
                    <a:pt x="593" y="116"/>
                    <a:pt x="541" y="106"/>
                    <a:pt x="518" y="101"/>
                  </a:cubicBezTo>
                  <a:cubicBezTo>
                    <a:pt x="408" y="80"/>
                    <a:pt x="120" y="24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22" y="37"/>
                    <a:pt x="412" y="92"/>
                    <a:pt x="521" y="112"/>
                  </a:cubicBezTo>
                  <a:cubicBezTo>
                    <a:pt x="542" y="116"/>
                    <a:pt x="586" y="125"/>
                    <a:pt x="647" y="136"/>
                  </a:cubicBezTo>
                  <a:cubicBezTo>
                    <a:pt x="654" y="139"/>
                    <a:pt x="665" y="145"/>
                    <a:pt x="668" y="151"/>
                  </a:cubicBezTo>
                  <a:cubicBezTo>
                    <a:pt x="698" y="197"/>
                    <a:pt x="724" y="197"/>
                    <a:pt x="754" y="213"/>
                  </a:cubicBezTo>
                  <a:cubicBezTo>
                    <a:pt x="784" y="229"/>
                    <a:pt x="798" y="219"/>
                    <a:pt x="830" y="219"/>
                  </a:cubicBezTo>
                  <a:cubicBezTo>
                    <a:pt x="862" y="219"/>
                    <a:pt x="860" y="213"/>
                    <a:pt x="896" y="223"/>
                  </a:cubicBezTo>
                  <a:cubicBezTo>
                    <a:pt x="932" y="233"/>
                    <a:pt x="946" y="243"/>
                    <a:pt x="972" y="241"/>
                  </a:cubicBezTo>
                  <a:cubicBezTo>
                    <a:pt x="998" y="239"/>
                    <a:pt x="1002" y="241"/>
                    <a:pt x="1018" y="239"/>
                  </a:cubicBezTo>
                  <a:cubicBezTo>
                    <a:pt x="1031" y="238"/>
                    <a:pt x="1044" y="230"/>
                    <a:pt x="1052" y="222"/>
                  </a:cubicBezTo>
                  <a:cubicBezTo>
                    <a:pt x="1055" y="219"/>
                    <a:pt x="1065" y="216"/>
                    <a:pt x="1074" y="216"/>
                  </a:cubicBezTo>
                  <a:cubicBezTo>
                    <a:pt x="1139" y="228"/>
                    <a:pt x="1206" y="240"/>
                    <a:pt x="1271" y="252"/>
                  </a:cubicBezTo>
                  <a:cubicBezTo>
                    <a:pt x="1280" y="254"/>
                    <a:pt x="1299" y="259"/>
                    <a:pt x="1304" y="274"/>
                  </a:cubicBezTo>
                  <a:cubicBezTo>
                    <a:pt x="1311" y="290"/>
                    <a:pt x="1317" y="298"/>
                    <a:pt x="1338" y="317"/>
                  </a:cubicBezTo>
                  <a:cubicBezTo>
                    <a:pt x="1372" y="347"/>
                    <a:pt x="1380" y="347"/>
                    <a:pt x="1415" y="361"/>
                  </a:cubicBezTo>
                  <a:cubicBezTo>
                    <a:pt x="1450" y="375"/>
                    <a:pt x="1467" y="388"/>
                    <a:pt x="1480" y="390"/>
                  </a:cubicBezTo>
                  <a:cubicBezTo>
                    <a:pt x="1510" y="396"/>
                    <a:pt x="1498" y="383"/>
                    <a:pt x="1544" y="389"/>
                  </a:cubicBezTo>
                  <a:cubicBezTo>
                    <a:pt x="1589" y="395"/>
                    <a:pt x="1600" y="387"/>
                    <a:pt x="1616" y="387"/>
                  </a:cubicBezTo>
                  <a:cubicBezTo>
                    <a:pt x="1633" y="387"/>
                    <a:pt x="1658" y="401"/>
                    <a:pt x="1670" y="383"/>
                  </a:cubicBezTo>
                  <a:cubicBezTo>
                    <a:pt x="1683" y="365"/>
                    <a:pt x="1697" y="355"/>
                    <a:pt x="1714" y="351"/>
                  </a:cubicBezTo>
                  <a:cubicBezTo>
                    <a:pt x="1724" y="349"/>
                    <a:pt x="1731" y="349"/>
                    <a:pt x="1737" y="347"/>
                  </a:cubicBezTo>
                  <a:cubicBezTo>
                    <a:pt x="1741" y="346"/>
                    <a:pt x="1749" y="337"/>
                    <a:pt x="1766" y="34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426">
              <a:extLst>
                <a:ext uri="{FF2B5EF4-FFF2-40B4-BE49-F238E27FC236}">
                  <a16:creationId xmlns:a16="http://schemas.microsoft.com/office/drawing/2014/main" id="{0F80D383-3BB8-4139-AD1D-73640F03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2526"/>
              <a:ext cx="4221" cy="961"/>
            </a:xfrm>
            <a:custGeom>
              <a:avLst/>
              <a:gdLst>
                <a:gd name="T0" fmla="*/ 21078 w 1865"/>
                <a:gd name="T1" fmla="*/ 4798 h 398"/>
                <a:gd name="T2" fmla="*/ 20485 w 1865"/>
                <a:gd name="T3" fmla="*/ 4675 h 398"/>
                <a:gd name="T4" fmla="*/ 20152 w 1865"/>
                <a:gd name="T5" fmla="*/ 4716 h 398"/>
                <a:gd name="T6" fmla="*/ 19374 w 1865"/>
                <a:gd name="T7" fmla="*/ 5223 h 398"/>
                <a:gd name="T8" fmla="*/ 17914 w 1865"/>
                <a:gd name="T9" fmla="*/ 5305 h 398"/>
                <a:gd name="T10" fmla="*/ 16418 w 1865"/>
                <a:gd name="T11" fmla="*/ 4914 h 398"/>
                <a:gd name="T12" fmla="*/ 15132 w 1865"/>
                <a:gd name="T13" fmla="*/ 3689 h 398"/>
                <a:gd name="T14" fmla="*/ 13369 w 1865"/>
                <a:gd name="T15" fmla="*/ 3067 h 398"/>
                <a:gd name="T16" fmla="*/ 12984 w 1865"/>
                <a:gd name="T17" fmla="*/ 2984 h 398"/>
                <a:gd name="T18" fmla="*/ 12206 w 1865"/>
                <a:gd name="T19" fmla="*/ 2955 h 398"/>
                <a:gd name="T20" fmla="*/ 11280 w 1865"/>
                <a:gd name="T21" fmla="*/ 3223 h 398"/>
                <a:gd name="T22" fmla="*/ 9635 w 1865"/>
                <a:gd name="T23" fmla="*/ 2914 h 398"/>
                <a:gd name="T24" fmla="*/ 7756 w 1865"/>
                <a:gd name="T25" fmla="*/ 1958 h 398"/>
                <a:gd name="T26" fmla="*/ 6910 w 1865"/>
                <a:gd name="T27" fmla="*/ 1603 h 398"/>
                <a:gd name="T28" fmla="*/ 6817 w 1865"/>
                <a:gd name="T29" fmla="*/ 1591 h 398"/>
                <a:gd name="T30" fmla="*/ 6747 w 1865"/>
                <a:gd name="T31" fmla="*/ 1574 h 398"/>
                <a:gd name="T32" fmla="*/ 6609 w 1865"/>
                <a:gd name="T33" fmla="*/ 1550 h 398"/>
                <a:gd name="T34" fmla="*/ 6398 w 1865"/>
                <a:gd name="T35" fmla="*/ 1492 h 398"/>
                <a:gd name="T36" fmla="*/ 6296 w 1865"/>
                <a:gd name="T37" fmla="*/ 1463 h 398"/>
                <a:gd name="T38" fmla="*/ 6179 w 1865"/>
                <a:gd name="T39" fmla="*/ 1434 h 398"/>
                <a:gd name="T40" fmla="*/ 6131 w 1865"/>
                <a:gd name="T41" fmla="*/ 1434 h 398"/>
                <a:gd name="T42" fmla="*/ 6050 w 1865"/>
                <a:gd name="T43" fmla="*/ 1405 h 398"/>
                <a:gd name="T44" fmla="*/ 0 w 1865"/>
                <a:gd name="T45" fmla="*/ 111 h 398"/>
                <a:gd name="T46" fmla="*/ 129 w 1865"/>
                <a:gd name="T47" fmla="*/ 140 h 398"/>
                <a:gd name="T48" fmla="*/ 7525 w 1865"/>
                <a:gd name="T49" fmla="*/ 1912 h 398"/>
                <a:gd name="T50" fmla="*/ 8754 w 1865"/>
                <a:gd name="T51" fmla="*/ 2968 h 398"/>
                <a:gd name="T52" fmla="*/ 10397 w 1865"/>
                <a:gd name="T53" fmla="*/ 3112 h 398"/>
                <a:gd name="T54" fmla="*/ 11812 w 1865"/>
                <a:gd name="T55" fmla="*/ 3335 h 398"/>
                <a:gd name="T56" fmla="*/ 12371 w 1865"/>
                <a:gd name="T57" fmla="*/ 2996 h 398"/>
                <a:gd name="T58" fmla="*/ 14922 w 1865"/>
                <a:gd name="T59" fmla="*/ 3574 h 398"/>
                <a:gd name="T60" fmla="*/ 15490 w 1865"/>
                <a:gd name="T61" fmla="*/ 4407 h 398"/>
                <a:gd name="T62" fmla="*/ 17169 w 1865"/>
                <a:gd name="T63" fmla="*/ 5433 h 398"/>
                <a:gd name="T64" fmla="*/ 18749 w 1865"/>
                <a:gd name="T65" fmla="*/ 5392 h 398"/>
                <a:gd name="T66" fmla="*/ 19885 w 1865"/>
                <a:gd name="T67" fmla="*/ 4885 h 398"/>
                <a:gd name="T68" fmla="*/ 20578 w 1865"/>
                <a:gd name="T69" fmla="*/ 4827 h 398"/>
                <a:gd name="T70" fmla="*/ 21585 w 1865"/>
                <a:gd name="T71" fmla="*/ 4914 h 39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865" h="398">
                  <a:moveTo>
                    <a:pt x="1862" y="349"/>
                  </a:moveTo>
                  <a:cubicBezTo>
                    <a:pt x="1855" y="348"/>
                    <a:pt x="1840" y="345"/>
                    <a:pt x="1818" y="341"/>
                  </a:cubicBezTo>
                  <a:cubicBezTo>
                    <a:pt x="1804" y="339"/>
                    <a:pt x="1787" y="335"/>
                    <a:pt x="1767" y="332"/>
                  </a:cubicBezTo>
                  <a:cubicBezTo>
                    <a:pt x="1767" y="332"/>
                    <a:pt x="1767" y="332"/>
                    <a:pt x="1767" y="332"/>
                  </a:cubicBezTo>
                  <a:cubicBezTo>
                    <a:pt x="1763" y="331"/>
                    <a:pt x="1759" y="330"/>
                    <a:pt x="1755" y="330"/>
                  </a:cubicBezTo>
                  <a:cubicBezTo>
                    <a:pt x="1746" y="330"/>
                    <a:pt x="1741" y="335"/>
                    <a:pt x="1738" y="335"/>
                  </a:cubicBezTo>
                  <a:cubicBezTo>
                    <a:pt x="1732" y="337"/>
                    <a:pt x="1725" y="337"/>
                    <a:pt x="1715" y="339"/>
                  </a:cubicBezTo>
                  <a:cubicBezTo>
                    <a:pt x="1698" y="343"/>
                    <a:pt x="1684" y="353"/>
                    <a:pt x="1671" y="371"/>
                  </a:cubicBezTo>
                  <a:cubicBezTo>
                    <a:pt x="1659" y="389"/>
                    <a:pt x="1634" y="375"/>
                    <a:pt x="1617" y="375"/>
                  </a:cubicBezTo>
                  <a:cubicBezTo>
                    <a:pt x="1601" y="375"/>
                    <a:pt x="1590" y="383"/>
                    <a:pt x="1545" y="377"/>
                  </a:cubicBezTo>
                  <a:cubicBezTo>
                    <a:pt x="1499" y="371"/>
                    <a:pt x="1511" y="384"/>
                    <a:pt x="1481" y="378"/>
                  </a:cubicBezTo>
                  <a:cubicBezTo>
                    <a:pt x="1468" y="376"/>
                    <a:pt x="1451" y="363"/>
                    <a:pt x="1416" y="349"/>
                  </a:cubicBezTo>
                  <a:cubicBezTo>
                    <a:pt x="1381" y="335"/>
                    <a:pt x="1373" y="335"/>
                    <a:pt x="1339" y="305"/>
                  </a:cubicBezTo>
                  <a:cubicBezTo>
                    <a:pt x="1318" y="286"/>
                    <a:pt x="1312" y="278"/>
                    <a:pt x="1305" y="262"/>
                  </a:cubicBezTo>
                  <a:cubicBezTo>
                    <a:pt x="1300" y="247"/>
                    <a:pt x="1281" y="242"/>
                    <a:pt x="1272" y="240"/>
                  </a:cubicBezTo>
                  <a:cubicBezTo>
                    <a:pt x="1233" y="233"/>
                    <a:pt x="1193" y="225"/>
                    <a:pt x="1153" y="218"/>
                  </a:cubicBezTo>
                  <a:cubicBezTo>
                    <a:pt x="1146" y="217"/>
                    <a:pt x="1139" y="215"/>
                    <a:pt x="1132" y="214"/>
                  </a:cubicBezTo>
                  <a:cubicBezTo>
                    <a:pt x="1128" y="213"/>
                    <a:pt x="1124" y="212"/>
                    <a:pt x="1120" y="212"/>
                  </a:cubicBezTo>
                  <a:cubicBezTo>
                    <a:pt x="1105" y="209"/>
                    <a:pt x="1090" y="206"/>
                    <a:pt x="1075" y="204"/>
                  </a:cubicBezTo>
                  <a:cubicBezTo>
                    <a:pt x="1066" y="204"/>
                    <a:pt x="1056" y="207"/>
                    <a:pt x="1053" y="210"/>
                  </a:cubicBezTo>
                  <a:cubicBezTo>
                    <a:pt x="1045" y="218"/>
                    <a:pt x="1032" y="226"/>
                    <a:pt x="1019" y="227"/>
                  </a:cubicBezTo>
                  <a:cubicBezTo>
                    <a:pt x="1003" y="229"/>
                    <a:pt x="999" y="227"/>
                    <a:pt x="973" y="229"/>
                  </a:cubicBezTo>
                  <a:cubicBezTo>
                    <a:pt x="947" y="231"/>
                    <a:pt x="933" y="221"/>
                    <a:pt x="897" y="211"/>
                  </a:cubicBezTo>
                  <a:cubicBezTo>
                    <a:pt x="861" y="201"/>
                    <a:pt x="863" y="207"/>
                    <a:pt x="831" y="207"/>
                  </a:cubicBezTo>
                  <a:cubicBezTo>
                    <a:pt x="799" y="207"/>
                    <a:pt x="785" y="217"/>
                    <a:pt x="755" y="201"/>
                  </a:cubicBezTo>
                  <a:cubicBezTo>
                    <a:pt x="725" y="185"/>
                    <a:pt x="699" y="185"/>
                    <a:pt x="669" y="139"/>
                  </a:cubicBezTo>
                  <a:cubicBezTo>
                    <a:pt x="666" y="133"/>
                    <a:pt x="655" y="127"/>
                    <a:pt x="648" y="124"/>
                  </a:cubicBezTo>
                  <a:cubicBezTo>
                    <a:pt x="629" y="121"/>
                    <a:pt x="612" y="117"/>
                    <a:pt x="596" y="114"/>
                  </a:cubicBezTo>
                  <a:cubicBezTo>
                    <a:pt x="596" y="114"/>
                    <a:pt x="596" y="114"/>
                    <a:pt x="596" y="114"/>
                  </a:cubicBezTo>
                  <a:cubicBezTo>
                    <a:pt x="593" y="114"/>
                    <a:pt x="591" y="113"/>
                    <a:pt x="588" y="113"/>
                  </a:cubicBezTo>
                  <a:cubicBezTo>
                    <a:pt x="587" y="113"/>
                    <a:pt x="586" y="113"/>
                    <a:pt x="585" y="112"/>
                  </a:cubicBezTo>
                  <a:cubicBezTo>
                    <a:pt x="584" y="112"/>
                    <a:pt x="583" y="112"/>
                    <a:pt x="582" y="112"/>
                  </a:cubicBezTo>
                  <a:cubicBezTo>
                    <a:pt x="578" y="111"/>
                    <a:pt x="574" y="110"/>
                    <a:pt x="571" y="110"/>
                  </a:cubicBezTo>
                  <a:cubicBezTo>
                    <a:pt x="570" y="110"/>
                    <a:pt x="570" y="110"/>
                    <a:pt x="570" y="110"/>
                  </a:cubicBezTo>
                  <a:cubicBezTo>
                    <a:pt x="564" y="108"/>
                    <a:pt x="558" y="107"/>
                    <a:pt x="553" y="106"/>
                  </a:cubicBezTo>
                  <a:cubicBezTo>
                    <a:pt x="552" y="106"/>
                    <a:pt x="552" y="106"/>
                    <a:pt x="552" y="106"/>
                  </a:cubicBezTo>
                  <a:cubicBezTo>
                    <a:pt x="550" y="106"/>
                    <a:pt x="549" y="106"/>
                    <a:pt x="548" y="105"/>
                  </a:cubicBezTo>
                  <a:cubicBezTo>
                    <a:pt x="546" y="105"/>
                    <a:pt x="544" y="105"/>
                    <a:pt x="543" y="104"/>
                  </a:cubicBezTo>
                  <a:cubicBezTo>
                    <a:pt x="539" y="104"/>
                    <a:pt x="536" y="103"/>
                    <a:pt x="534" y="103"/>
                  </a:cubicBezTo>
                  <a:cubicBezTo>
                    <a:pt x="533" y="103"/>
                    <a:pt x="533" y="103"/>
                    <a:pt x="533" y="102"/>
                  </a:cubicBezTo>
                  <a:cubicBezTo>
                    <a:pt x="532" y="102"/>
                    <a:pt x="531" y="102"/>
                    <a:pt x="530" y="102"/>
                  </a:cubicBezTo>
                  <a:cubicBezTo>
                    <a:pt x="529" y="102"/>
                    <a:pt x="529" y="102"/>
                    <a:pt x="529" y="102"/>
                  </a:cubicBezTo>
                  <a:cubicBezTo>
                    <a:pt x="528" y="101"/>
                    <a:pt x="527" y="101"/>
                    <a:pt x="526" y="101"/>
                  </a:cubicBezTo>
                  <a:cubicBezTo>
                    <a:pt x="524" y="101"/>
                    <a:pt x="523" y="101"/>
                    <a:pt x="522" y="100"/>
                  </a:cubicBezTo>
                  <a:cubicBezTo>
                    <a:pt x="413" y="80"/>
                    <a:pt x="123" y="25"/>
                    <a:pt x="1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5" y="9"/>
                    <a:pt x="8" y="9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82" y="25"/>
                    <a:pt x="393" y="87"/>
                    <a:pt x="519" y="111"/>
                  </a:cubicBezTo>
                  <a:cubicBezTo>
                    <a:pt x="540" y="115"/>
                    <a:pt x="586" y="124"/>
                    <a:pt x="649" y="136"/>
                  </a:cubicBezTo>
                  <a:cubicBezTo>
                    <a:pt x="654" y="138"/>
                    <a:pt x="659" y="141"/>
                    <a:pt x="662" y="145"/>
                  </a:cubicBezTo>
                  <a:cubicBezTo>
                    <a:pt x="692" y="191"/>
                    <a:pt x="725" y="195"/>
                    <a:pt x="755" y="211"/>
                  </a:cubicBezTo>
                  <a:cubicBezTo>
                    <a:pt x="785" y="227"/>
                    <a:pt x="799" y="217"/>
                    <a:pt x="831" y="217"/>
                  </a:cubicBezTo>
                  <a:cubicBezTo>
                    <a:pt x="863" y="217"/>
                    <a:pt x="861" y="211"/>
                    <a:pt x="897" y="221"/>
                  </a:cubicBezTo>
                  <a:cubicBezTo>
                    <a:pt x="933" y="231"/>
                    <a:pt x="947" y="241"/>
                    <a:pt x="973" y="239"/>
                  </a:cubicBezTo>
                  <a:cubicBezTo>
                    <a:pt x="999" y="237"/>
                    <a:pt x="1003" y="239"/>
                    <a:pt x="1019" y="237"/>
                  </a:cubicBezTo>
                  <a:cubicBezTo>
                    <a:pt x="1032" y="236"/>
                    <a:pt x="1049" y="224"/>
                    <a:pt x="1057" y="217"/>
                  </a:cubicBezTo>
                  <a:cubicBezTo>
                    <a:pt x="1059" y="215"/>
                    <a:pt x="1062" y="213"/>
                    <a:pt x="1067" y="213"/>
                  </a:cubicBezTo>
                  <a:cubicBezTo>
                    <a:pt x="1132" y="225"/>
                    <a:pt x="1199" y="237"/>
                    <a:pt x="1265" y="250"/>
                  </a:cubicBezTo>
                  <a:cubicBezTo>
                    <a:pt x="1272" y="251"/>
                    <a:pt x="1287" y="254"/>
                    <a:pt x="1287" y="254"/>
                  </a:cubicBezTo>
                  <a:cubicBezTo>
                    <a:pt x="1292" y="257"/>
                    <a:pt x="1296" y="262"/>
                    <a:pt x="1298" y="267"/>
                  </a:cubicBezTo>
                  <a:cubicBezTo>
                    <a:pt x="1305" y="284"/>
                    <a:pt x="1314" y="293"/>
                    <a:pt x="1336" y="313"/>
                  </a:cubicBezTo>
                  <a:cubicBezTo>
                    <a:pt x="1369" y="343"/>
                    <a:pt x="1381" y="343"/>
                    <a:pt x="1416" y="357"/>
                  </a:cubicBezTo>
                  <a:cubicBezTo>
                    <a:pt x="1451" y="371"/>
                    <a:pt x="1468" y="384"/>
                    <a:pt x="1481" y="386"/>
                  </a:cubicBezTo>
                  <a:cubicBezTo>
                    <a:pt x="1511" y="392"/>
                    <a:pt x="1499" y="379"/>
                    <a:pt x="1545" y="385"/>
                  </a:cubicBezTo>
                  <a:cubicBezTo>
                    <a:pt x="1590" y="391"/>
                    <a:pt x="1601" y="383"/>
                    <a:pt x="1617" y="383"/>
                  </a:cubicBezTo>
                  <a:cubicBezTo>
                    <a:pt x="1634" y="383"/>
                    <a:pt x="1662" y="398"/>
                    <a:pt x="1674" y="380"/>
                  </a:cubicBezTo>
                  <a:cubicBezTo>
                    <a:pt x="1686" y="362"/>
                    <a:pt x="1698" y="351"/>
                    <a:pt x="1715" y="347"/>
                  </a:cubicBezTo>
                  <a:cubicBezTo>
                    <a:pt x="1725" y="345"/>
                    <a:pt x="1732" y="345"/>
                    <a:pt x="1738" y="343"/>
                  </a:cubicBezTo>
                  <a:cubicBezTo>
                    <a:pt x="1740" y="343"/>
                    <a:pt x="1751" y="339"/>
                    <a:pt x="1775" y="343"/>
                  </a:cubicBezTo>
                  <a:cubicBezTo>
                    <a:pt x="1831" y="354"/>
                    <a:pt x="1865" y="360"/>
                    <a:pt x="1865" y="360"/>
                  </a:cubicBezTo>
                  <a:lnTo>
                    <a:pt x="1862" y="349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427">
              <a:extLst>
                <a:ext uri="{FF2B5EF4-FFF2-40B4-BE49-F238E27FC236}">
                  <a16:creationId xmlns:a16="http://schemas.microsoft.com/office/drawing/2014/main" id="{2B0034BA-A05F-4775-8DF8-C4A72E73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3038"/>
              <a:ext cx="4229" cy="872"/>
            </a:xfrm>
            <a:custGeom>
              <a:avLst/>
              <a:gdLst>
                <a:gd name="T0" fmla="*/ 20122 w 1868"/>
                <a:gd name="T1" fmla="*/ 4650 h 361"/>
                <a:gd name="T2" fmla="*/ 19194 w 1868"/>
                <a:gd name="T3" fmla="*/ 3990 h 361"/>
                <a:gd name="T4" fmla="*/ 17453 w 1868"/>
                <a:gd name="T5" fmla="*/ 3314 h 361"/>
                <a:gd name="T6" fmla="*/ 15386 w 1868"/>
                <a:gd name="T7" fmla="*/ 2947 h 361"/>
                <a:gd name="T8" fmla="*/ 13991 w 1868"/>
                <a:gd name="T9" fmla="*/ 3256 h 361"/>
                <a:gd name="T10" fmla="*/ 12927 w 1868"/>
                <a:gd name="T11" fmla="*/ 3005 h 361"/>
                <a:gd name="T12" fmla="*/ 9538 w 1868"/>
                <a:gd name="T13" fmla="*/ 1901 h 361"/>
                <a:gd name="T14" fmla="*/ 7462 w 1868"/>
                <a:gd name="T15" fmla="*/ 1382 h 361"/>
                <a:gd name="T16" fmla="*/ 6407 w 1868"/>
                <a:gd name="T17" fmla="*/ 1483 h 361"/>
                <a:gd name="T18" fmla="*/ 25 w 1868"/>
                <a:gd name="T19" fmla="*/ 0 h 361"/>
                <a:gd name="T20" fmla="*/ 6683 w 1868"/>
                <a:gd name="T21" fmla="*/ 1633 h 361"/>
                <a:gd name="T22" fmla="*/ 6882 w 1868"/>
                <a:gd name="T23" fmla="*/ 1592 h 361"/>
                <a:gd name="T24" fmla="*/ 6950 w 1868"/>
                <a:gd name="T25" fmla="*/ 1592 h 361"/>
                <a:gd name="T26" fmla="*/ 6996 w 1868"/>
                <a:gd name="T27" fmla="*/ 1592 h 361"/>
                <a:gd name="T28" fmla="*/ 7077 w 1868"/>
                <a:gd name="T29" fmla="*/ 1582 h 361"/>
                <a:gd name="T30" fmla="*/ 7134 w 1868"/>
                <a:gd name="T31" fmla="*/ 1582 h 361"/>
                <a:gd name="T32" fmla="*/ 7206 w 1868"/>
                <a:gd name="T33" fmla="*/ 1563 h 361"/>
                <a:gd name="T34" fmla="*/ 7274 w 1868"/>
                <a:gd name="T35" fmla="*/ 1553 h 361"/>
                <a:gd name="T36" fmla="*/ 7335 w 1868"/>
                <a:gd name="T37" fmla="*/ 1534 h 361"/>
                <a:gd name="T38" fmla="*/ 7392 w 1868"/>
                <a:gd name="T39" fmla="*/ 1522 h 361"/>
                <a:gd name="T40" fmla="*/ 7437 w 1868"/>
                <a:gd name="T41" fmla="*/ 1505 h 361"/>
                <a:gd name="T42" fmla="*/ 7940 w 1868"/>
                <a:gd name="T43" fmla="*/ 1423 h 361"/>
                <a:gd name="T44" fmla="*/ 9594 w 1868"/>
                <a:gd name="T45" fmla="*/ 2041 h 361"/>
                <a:gd name="T46" fmla="*/ 9676 w 1868"/>
                <a:gd name="T47" fmla="*/ 2082 h 361"/>
                <a:gd name="T48" fmla="*/ 9748 w 1868"/>
                <a:gd name="T49" fmla="*/ 2130 h 361"/>
                <a:gd name="T50" fmla="*/ 9830 w 1868"/>
                <a:gd name="T51" fmla="*/ 2172 h 361"/>
                <a:gd name="T52" fmla="*/ 9898 w 1868"/>
                <a:gd name="T53" fmla="*/ 2210 h 361"/>
                <a:gd name="T54" fmla="*/ 10036 w 1868"/>
                <a:gd name="T55" fmla="*/ 2280 h 361"/>
                <a:gd name="T56" fmla="*/ 10081 w 1868"/>
                <a:gd name="T57" fmla="*/ 2312 h 361"/>
                <a:gd name="T58" fmla="*/ 10142 w 1868"/>
                <a:gd name="T59" fmla="*/ 2341 h 361"/>
                <a:gd name="T60" fmla="*/ 10163 w 1868"/>
                <a:gd name="T61" fmla="*/ 2350 h 361"/>
                <a:gd name="T62" fmla="*/ 10733 w 1868"/>
                <a:gd name="T63" fmla="*/ 2638 h 361"/>
                <a:gd name="T64" fmla="*/ 14376 w 1868"/>
                <a:gd name="T65" fmla="*/ 3413 h 361"/>
                <a:gd name="T66" fmla="*/ 14376 w 1868"/>
                <a:gd name="T67" fmla="*/ 3396 h 361"/>
                <a:gd name="T68" fmla="*/ 14992 w 1868"/>
                <a:gd name="T69" fmla="*/ 3227 h 361"/>
                <a:gd name="T70" fmla="*/ 16801 w 1868"/>
                <a:gd name="T71" fmla="*/ 3198 h 361"/>
                <a:gd name="T72" fmla="*/ 18775 w 1868"/>
                <a:gd name="T73" fmla="*/ 3623 h 361"/>
                <a:gd name="T74" fmla="*/ 19270 w 1868"/>
                <a:gd name="T75" fmla="*/ 4213 h 361"/>
                <a:gd name="T76" fmla="*/ 19379 w 1868"/>
                <a:gd name="T77" fmla="*/ 4329 h 361"/>
                <a:gd name="T78" fmla="*/ 19436 w 1868"/>
                <a:gd name="T79" fmla="*/ 4399 h 361"/>
                <a:gd name="T80" fmla="*/ 19481 w 1868"/>
                <a:gd name="T81" fmla="*/ 4440 h 361"/>
                <a:gd name="T82" fmla="*/ 19529 w 1868"/>
                <a:gd name="T83" fmla="*/ 4481 h 361"/>
                <a:gd name="T84" fmla="*/ 19574 w 1868"/>
                <a:gd name="T85" fmla="*/ 4522 h 361"/>
                <a:gd name="T86" fmla="*/ 19610 w 1868"/>
                <a:gd name="T87" fmla="*/ 4539 h 361"/>
                <a:gd name="T88" fmla="*/ 19619 w 1868"/>
                <a:gd name="T89" fmla="*/ 4551 h 361"/>
                <a:gd name="T90" fmla="*/ 21593 w 1868"/>
                <a:gd name="T91" fmla="*/ 5087 h 361"/>
                <a:gd name="T92" fmla="*/ 21675 w 1868"/>
                <a:gd name="T93" fmla="*/ 4959 h 3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68" h="361">
                  <a:moveTo>
                    <a:pt x="1868" y="352"/>
                  </a:moveTo>
                  <a:cubicBezTo>
                    <a:pt x="1856" y="351"/>
                    <a:pt x="1801" y="341"/>
                    <a:pt x="1734" y="330"/>
                  </a:cubicBezTo>
                  <a:cubicBezTo>
                    <a:pt x="1734" y="330"/>
                    <a:pt x="1734" y="330"/>
                    <a:pt x="1734" y="330"/>
                  </a:cubicBezTo>
                  <a:cubicBezTo>
                    <a:pt x="1734" y="330"/>
                    <a:pt x="1734" y="330"/>
                    <a:pt x="1734" y="329"/>
                  </a:cubicBezTo>
                  <a:cubicBezTo>
                    <a:pt x="1714" y="326"/>
                    <a:pt x="1696" y="319"/>
                    <a:pt x="1680" y="308"/>
                  </a:cubicBezTo>
                  <a:cubicBezTo>
                    <a:pt x="1670" y="300"/>
                    <a:pt x="1659" y="289"/>
                    <a:pt x="1654" y="283"/>
                  </a:cubicBezTo>
                  <a:cubicBezTo>
                    <a:pt x="1638" y="263"/>
                    <a:pt x="1638" y="263"/>
                    <a:pt x="1620" y="251"/>
                  </a:cubicBezTo>
                  <a:cubicBezTo>
                    <a:pt x="1602" y="239"/>
                    <a:pt x="1604" y="245"/>
                    <a:pt x="1568" y="235"/>
                  </a:cubicBezTo>
                  <a:cubicBezTo>
                    <a:pt x="1532" y="225"/>
                    <a:pt x="1532" y="233"/>
                    <a:pt x="1504" y="235"/>
                  </a:cubicBezTo>
                  <a:cubicBezTo>
                    <a:pt x="1476" y="237"/>
                    <a:pt x="1478" y="229"/>
                    <a:pt x="1450" y="221"/>
                  </a:cubicBezTo>
                  <a:cubicBezTo>
                    <a:pt x="1422" y="213"/>
                    <a:pt x="1416" y="213"/>
                    <a:pt x="1388" y="207"/>
                  </a:cubicBezTo>
                  <a:cubicBezTo>
                    <a:pt x="1360" y="201"/>
                    <a:pt x="1358" y="207"/>
                    <a:pt x="1326" y="209"/>
                  </a:cubicBezTo>
                  <a:cubicBezTo>
                    <a:pt x="1316" y="209"/>
                    <a:pt x="1300" y="214"/>
                    <a:pt x="1292" y="219"/>
                  </a:cubicBezTo>
                  <a:cubicBezTo>
                    <a:pt x="1288" y="221"/>
                    <a:pt x="1278" y="227"/>
                    <a:pt x="1256" y="230"/>
                  </a:cubicBezTo>
                  <a:cubicBezTo>
                    <a:pt x="1244" y="231"/>
                    <a:pt x="1226" y="234"/>
                    <a:pt x="1206" y="231"/>
                  </a:cubicBezTo>
                  <a:cubicBezTo>
                    <a:pt x="1206" y="231"/>
                    <a:pt x="1206" y="231"/>
                    <a:pt x="1206" y="231"/>
                  </a:cubicBezTo>
                  <a:cubicBezTo>
                    <a:pt x="1137" y="218"/>
                    <a:pt x="1058" y="203"/>
                    <a:pt x="973" y="186"/>
                  </a:cubicBezTo>
                  <a:cubicBezTo>
                    <a:pt x="1022" y="196"/>
                    <a:pt x="1069" y="205"/>
                    <a:pt x="1114" y="213"/>
                  </a:cubicBezTo>
                  <a:cubicBezTo>
                    <a:pt x="926" y="177"/>
                    <a:pt x="926" y="177"/>
                    <a:pt x="926" y="177"/>
                  </a:cubicBezTo>
                  <a:cubicBezTo>
                    <a:pt x="918" y="175"/>
                    <a:pt x="893" y="167"/>
                    <a:pt x="879" y="160"/>
                  </a:cubicBezTo>
                  <a:cubicBezTo>
                    <a:pt x="874" y="159"/>
                    <a:pt x="847" y="145"/>
                    <a:pt x="822" y="135"/>
                  </a:cubicBezTo>
                  <a:cubicBezTo>
                    <a:pt x="796" y="125"/>
                    <a:pt x="792" y="121"/>
                    <a:pt x="762" y="111"/>
                  </a:cubicBezTo>
                  <a:cubicBezTo>
                    <a:pt x="732" y="101"/>
                    <a:pt x="718" y="91"/>
                    <a:pt x="684" y="93"/>
                  </a:cubicBezTo>
                  <a:cubicBezTo>
                    <a:pt x="667" y="94"/>
                    <a:pt x="655" y="95"/>
                    <a:pt x="643" y="98"/>
                  </a:cubicBezTo>
                  <a:cubicBezTo>
                    <a:pt x="635" y="100"/>
                    <a:pt x="603" y="105"/>
                    <a:pt x="593" y="105"/>
                  </a:cubicBezTo>
                  <a:cubicBezTo>
                    <a:pt x="582" y="105"/>
                    <a:pt x="557" y="107"/>
                    <a:pt x="552" y="105"/>
                  </a:cubicBezTo>
                  <a:cubicBezTo>
                    <a:pt x="552" y="105"/>
                    <a:pt x="552" y="105"/>
                    <a:pt x="552" y="105"/>
                  </a:cubicBezTo>
                  <a:cubicBezTo>
                    <a:pt x="552" y="105"/>
                    <a:pt x="552" y="105"/>
                    <a:pt x="552" y="105"/>
                  </a:cubicBezTo>
                  <a:cubicBezTo>
                    <a:pt x="272" y="51"/>
                    <a:pt x="29" y="5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5" y="21"/>
                    <a:pt x="287" y="65"/>
                    <a:pt x="550" y="115"/>
                  </a:cubicBezTo>
                  <a:cubicBezTo>
                    <a:pt x="561" y="116"/>
                    <a:pt x="568" y="116"/>
                    <a:pt x="576" y="116"/>
                  </a:cubicBezTo>
                  <a:cubicBezTo>
                    <a:pt x="582" y="115"/>
                    <a:pt x="589" y="114"/>
                    <a:pt x="595" y="114"/>
                  </a:cubicBezTo>
                  <a:cubicBezTo>
                    <a:pt x="595" y="113"/>
                    <a:pt x="594" y="113"/>
                    <a:pt x="593" y="113"/>
                  </a:cubicBezTo>
                  <a:cubicBezTo>
                    <a:pt x="593" y="113"/>
                    <a:pt x="593" y="113"/>
                    <a:pt x="593" y="113"/>
                  </a:cubicBezTo>
                  <a:cubicBezTo>
                    <a:pt x="594" y="113"/>
                    <a:pt x="595" y="113"/>
                    <a:pt x="597" y="113"/>
                  </a:cubicBezTo>
                  <a:cubicBezTo>
                    <a:pt x="597" y="113"/>
                    <a:pt x="597" y="113"/>
                    <a:pt x="598" y="113"/>
                  </a:cubicBezTo>
                  <a:cubicBezTo>
                    <a:pt x="598" y="113"/>
                    <a:pt x="599" y="113"/>
                    <a:pt x="599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1" y="113"/>
                    <a:pt x="602" y="113"/>
                    <a:pt x="602" y="113"/>
                  </a:cubicBezTo>
                  <a:cubicBezTo>
                    <a:pt x="603" y="113"/>
                    <a:pt x="603" y="113"/>
                    <a:pt x="603" y="113"/>
                  </a:cubicBezTo>
                  <a:cubicBezTo>
                    <a:pt x="604" y="113"/>
                    <a:pt x="605" y="113"/>
                    <a:pt x="606" y="113"/>
                  </a:cubicBezTo>
                  <a:cubicBezTo>
                    <a:pt x="606" y="113"/>
                    <a:pt x="606" y="113"/>
                    <a:pt x="607" y="113"/>
                  </a:cubicBezTo>
                  <a:cubicBezTo>
                    <a:pt x="608" y="113"/>
                    <a:pt x="609" y="112"/>
                    <a:pt x="610" y="112"/>
                  </a:cubicBezTo>
                  <a:cubicBezTo>
                    <a:pt x="610" y="112"/>
                    <a:pt x="610" y="112"/>
                    <a:pt x="610" y="112"/>
                  </a:cubicBezTo>
                  <a:cubicBezTo>
                    <a:pt x="611" y="112"/>
                    <a:pt x="613" y="112"/>
                    <a:pt x="614" y="112"/>
                  </a:cubicBezTo>
                  <a:cubicBezTo>
                    <a:pt x="614" y="112"/>
                    <a:pt x="615" y="112"/>
                    <a:pt x="615" y="112"/>
                  </a:cubicBezTo>
                  <a:cubicBezTo>
                    <a:pt x="616" y="111"/>
                    <a:pt x="617" y="111"/>
                    <a:pt x="618" y="111"/>
                  </a:cubicBezTo>
                  <a:cubicBezTo>
                    <a:pt x="618" y="111"/>
                    <a:pt x="619" y="111"/>
                    <a:pt x="619" y="111"/>
                  </a:cubicBezTo>
                  <a:cubicBezTo>
                    <a:pt x="620" y="111"/>
                    <a:pt x="621" y="111"/>
                    <a:pt x="621" y="111"/>
                  </a:cubicBezTo>
                  <a:cubicBezTo>
                    <a:pt x="622" y="110"/>
                    <a:pt x="623" y="110"/>
                    <a:pt x="623" y="110"/>
                  </a:cubicBezTo>
                  <a:cubicBezTo>
                    <a:pt x="624" y="110"/>
                    <a:pt x="624" y="110"/>
                    <a:pt x="625" y="110"/>
                  </a:cubicBezTo>
                  <a:cubicBezTo>
                    <a:pt x="626" y="110"/>
                    <a:pt x="626" y="110"/>
                    <a:pt x="627" y="110"/>
                  </a:cubicBezTo>
                  <a:cubicBezTo>
                    <a:pt x="627" y="109"/>
                    <a:pt x="628" y="109"/>
                    <a:pt x="629" y="109"/>
                  </a:cubicBezTo>
                  <a:cubicBezTo>
                    <a:pt x="629" y="109"/>
                    <a:pt x="630" y="109"/>
                    <a:pt x="630" y="109"/>
                  </a:cubicBezTo>
                  <a:cubicBezTo>
                    <a:pt x="631" y="109"/>
                    <a:pt x="631" y="109"/>
                    <a:pt x="632" y="109"/>
                  </a:cubicBezTo>
                  <a:cubicBezTo>
                    <a:pt x="633" y="109"/>
                    <a:pt x="633" y="108"/>
                    <a:pt x="634" y="108"/>
                  </a:cubicBezTo>
                  <a:cubicBezTo>
                    <a:pt x="634" y="108"/>
                    <a:pt x="635" y="108"/>
                    <a:pt x="635" y="108"/>
                  </a:cubicBezTo>
                  <a:cubicBezTo>
                    <a:pt x="636" y="108"/>
                    <a:pt x="636" y="108"/>
                    <a:pt x="637" y="108"/>
                  </a:cubicBezTo>
                  <a:cubicBezTo>
                    <a:pt x="637" y="108"/>
                    <a:pt x="638" y="108"/>
                    <a:pt x="638" y="107"/>
                  </a:cubicBezTo>
                  <a:cubicBezTo>
                    <a:pt x="638" y="107"/>
                    <a:pt x="639" y="107"/>
                    <a:pt x="639" y="107"/>
                  </a:cubicBezTo>
                  <a:cubicBezTo>
                    <a:pt x="640" y="107"/>
                    <a:pt x="640" y="107"/>
                    <a:pt x="641" y="107"/>
                  </a:cubicBezTo>
                  <a:cubicBezTo>
                    <a:pt x="641" y="107"/>
                    <a:pt x="641" y="107"/>
                    <a:pt x="641" y="107"/>
                  </a:cubicBezTo>
                  <a:cubicBezTo>
                    <a:pt x="642" y="106"/>
                    <a:pt x="643" y="106"/>
                    <a:pt x="643" y="106"/>
                  </a:cubicBezTo>
                  <a:cubicBezTo>
                    <a:pt x="655" y="103"/>
                    <a:pt x="667" y="102"/>
                    <a:pt x="684" y="101"/>
                  </a:cubicBezTo>
                  <a:cubicBezTo>
                    <a:pt x="718" y="99"/>
                    <a:pt x="732" y="109"/>
                    <a:pt x="762" y="119"/>
                  </a:cubicBezTo>
                  <a:cubicBezTo>
                    <a:pt x="792" y="129"/>
                    <a:pt x="796" y="133"/>
                    <a:pt x="822" y="143"/>
                  </a:cubicBezTo>
                  <a:cubicBezTo>
                    <a:pt x="824" y="144"/>
                    <a:pt x="825" y="145"/>
                    <a:pt x="827" y="145"/>
                  </a:cubicBezTo>
                  <a:cubicBezTo>
                    <a:pt x="827" y="146"/>
                    <a:pt x="828" y="146"/>
                    <a:pt x="829" y="146"/>
                  </a:cubicBezTo>
                  <a:cubicBezTo>
                    <a:pt x="829" y="146"/>
                    <a:pt x="830" y="147"/>
                    <a:pt x="831" y="147"/>
                  </a:cubicBezTo>
                  <a:cubicBezTo>
                    <a:pt x="832" y="147"/>
                    <a:pt x="833" y="148"/>
                    <a:pt x="834" y="148"/>
                  </a:cubicBezTo>
                  <a:cubicBezTo>
                    <a:pt x="834" y="148"/>
                    <a:pt x="835" y="149"/>
                    <a:pt x="836" y="149"/>
                  </a:cubicBezTo>
                  <a:cubicBezTo>
                    <a:pt x="837" y="149"/>
                    <a:pt x="837" y="150"/>
                    <a:pt x="838" y="150"/>
                  </a:cubicBezTo>
                  <a:cubicBezTo>
                    <a:pt x="839" y="150"/>
                    <a:pt x="840" y="151"/>
                    <a:pt x="840" y="151"/>
                  </a:cubicBezTo>
                  <a:cubicBezTo>
                    <a:pt x="841" y="151"/>
                    <a:pt x="842" y="152"/>
                    <a:pt x="843" y="152"/>
                  </a:cubicBezTo>
                  <a:cubicBezTo>
                    <a:pt x="843" y="152"/>
                    <a:pt x="844" y="153"/>
                    <a:pt x="845" y="153"/>
                  </a:cubicBezTo>
                  <a:cubicBezTo>
                    <a:pt x="846" y="153"/>
                    <a:pt x="846" y="154"/>
                    <a:pt x="847" y="154"/>
                  </a:cubicBezTo>
                  <a:cubicBezTo>
                    <a:pt x="848" y="154"/>
                    <a:pt x="848" y="155"/>
                    <a:pt x="849" y="155"/>
                  </a:cubicBezTo>
                  <a:cubicBezTo>
                    <a:pt x="850" y="155"/>
                    <a:pt x="851" y="156"/>
                    <a:pt x="852" y="156"/>
                  </a:cubicBezTo>
                  <a:cubicBezTo>
                    <a:pt x="852" y="156"/>
                    <a:pt x="853" y="156"/>
                    <a:pt x="853" y="157"/>
                  </a:cubicBezTo>
                  <a:cubicBezTo>
                    <a:pt x="854" y="157"/>
                    <a:pt x="855" y="158"/>
                    <a:pt x="856" y="158"/>
                  </a:cubicBezTo>
                  <a:cubicBezTo>
                    <a:pt x="856" y="158"/>
                    <a:pt x="856" y="158"/>
                    <a:pt x="857" y="158"/>
                  </a:cubicBezTo>
                  <a:cubicBezTo>
                    <a:pt x="860" y="160"/>
                    <a:pt x="863" y="161"/>
                    <a:pt x="865" y="162"/>
                  </a:cubicBezTo>
                  <a:cubicBezTo>
                    <a:pt x="865" y="162"/>
                    <a:pt x="866" y="162"/>
                    <a:pt x="866" y="163"/>
                  </a:cubicBezTo>
                  <a:cubicBezTo>
                    <a:pt x="867" y="163"/>
                    <a:pt x="867" y="163"/>
                    <a:pt x="868" y="164"/>
                  </a:cubicBezTo>
                  <a:cubicBezTo>
                    <a:pt x="869" y="164"/>
                    <a:pt x="869" y="164"/>
                    <a:pt x="869" y="164"/>
                  </a:cubicBezTo>
                  <a:cubicBezTo>
                    <a:pt x="870" y="164"/>
                    <a:pt x="871" y="165"/>
                    <a:pt x="871" y="165"/>
                  </a:cubicBezTo>
                  <a:cubicBezTo>
                    <a:pt x="871" y="165"/>
                    <a:pt x="872" y="165"/>
                    <a:pt x="872" y="165"/>
                  </a:cubicBezTo>
                  <a:cubicBezTo>
                    <a:pt x="873" y="166"/>
                    <a:pt x="873" y="166"/>
                    <a:pt x="874" y="166"/>
                  </a:cubicBezTo>
                  <a:cubicBezTo>
                    <a:pt x="874" y="166"/>
                    <a:pt x="874" y="166"/>
                    <a:pt x="874" y="166"/>
                  </a:cubicBezTo>
                  <a:cubicBezTo>
                    <a:pt x="875" y="167"/>
                    <a:pt x="876" y="167"/>
                    <a:pt x="876" y="167"/>
                  </a:cubicBezTo>
                  <a:cubicBezTo>
                    <a:pt x="876" y="167"/>
                    <a:pt x="876" y="167"/>
                    <a:pt x="876" y="167"/>
                  </a:cubicBezTo>
                  <a:cubicBezTo>
                    <a:pt x="878" y="168"/>
                    <a:pt x="878" y="168"/>
                    <a:pt x="878" y="168"/>
                  </a:cubicBezTo>
                  <a:cubicBezTo>
                    <a:pt x="880" y="169"/>
                    <a:pt x="882" y="170"/>
                    <a:pt x="883" y="171"/>
                  </a:cubicBezTo>
                  <a:cubicBezTo>
                    <a:pt x="891" y="176"/>
                    <a:pt x="910" y="183"/>
                    <a:pt x="925" y="187"/>
                  </a:cubicBezTo>
                  <a:cubicBezTo>
                    <a:pt x="1024" y="206"/>
                    <a:pt x="1116" y="224"/>
                    <a:pt x="1196" y="239"/>
                  </a:cubicBezTo>
                  <a:cubicBezTo>
                    <a:pt x="1196" y="239"/>
                    <a:pt x="1196" y="239"/>
                    <a:pt x="1196" y="239"/>
                  </a:cubicBezTo>
                  <a:cubicBezTo>
                    <a:pt x="1202" y="240"/>
                    <a:pt x="1236" y="242"/>
                    <a:pt x="1239" y="242"/>
                  </a:cubicBezTo>
                  <a:cubicBezTo>
                    <a:pt x="1239" y="242"/>
                    <a:pt x="1239" y="242"/>
                    <a:pt x="1239" y="241"/>
                  </a:cubicBezTo>
                  <a:cubicBezTo>
                    <a:pt x="1239" y="241"/>
                    <a:pt x="1239" y="241"/>
                    <a:pt x="1238" y="241"/>
                  </a:cubicBezTo>
                  <a:cubicBezTo>
                    <a:pt x="1239" y="241"/>
                    <a:pt x="1239" y="241"/>
                    <a:pt x="1239" y="241"/>
                  </a:cubicBezTo>
                  <a:cubicBezTo>
                    <a:pt x="1239" y="241"/>
                    <a:pt x="1239" y="241"/>
                    <a:pt x="1239" y="241"/>
                  </a:cubicBezTo>
                  <a:cubicBezTo>
                    <a:pt x="1246" y="242"/>
                    <a:pt x="1255" y="240"/>
                    <a:pt x="1264" y="239"/>
                  </a:cubicBezTo>
                  <a:cubicBezTo>
                    <a:pt x="1277" y="237"/>
                    <a:pt x="1290" y="231"/>
                    <a:pt x="1292" y="229"/>
                  </a:cubicBezTo>
                  <a:cubicBezTo>
                    <a:pt x="1300" y="221"/>
                    <a:pt x="1309" y="216"/>
                    <a:pt x="1324" y="215"/>
                  </a:cubicBezTo>
                  <a:cubicBezTo>
                    <a:pt x="1356" y="213"/>
                    <a:pt x="1358" y="207"/>
                    <a:pt x="1386" y="213"/>
                  </a:cubicBezTo>
                  <a:cubicBezTo>
                    <a:pt x="1414" y="219"/>
                    <a:pt x="1420" y="219"/>
                    <a:pt x="1448" y="227"/>
                  </a:cubicBezTo>
                  <a:cubicBezTo>
                    <a:pt x="1476" y="235"/>
                    <a:pt x="1474" y="243"/>
                    <a:pt x="1502" y="241"/>
                  </a:cubicBezTo>
                  <a:cubicBezTo>
                    <a:pt x="1530" y="239"/>
                    <a:pt x="1530" y="231"/>
                    <a:pt x="1566" y="241"/>
                  </a:cubicBezTo>
                  <a:cubicBezTo>
                    <a:pt x="1602" y="251"/>
                    <a:pt x="1600" y="245"/>
                    <a:pt x="1618" y="257"/>
                  </a:cubicBezTo>
                  <a:cubicBezTo>
                    <a:pt x="1636" y="269"/>
                    <a:pt x="1636" y="269"/>
                    <a:pt x="1652" y="289"/>
                  </a:cubicBezTo>
                  <a:cubicBezTo>
                    <a:pt x="1653" y="290"/>
                    <a:pt x="1654" y="291"/>
                    <a:pt x="1655" y="292"/>
                  </a:cubicBezTo>
                  <a:cubicBezTo>
                    <a:pt x="1656" y="294"/>
                    <a:pt x="1658" y="296"/>
                    <a:pt x="1661" y="299"/>
                  </a:cubicBezTo>
                  <a:cubicBezTo>
                    <a:pt x="1661" y="299"/>
                    <a:pt x="1661" y="299"/>
                    <a:pt x="1661" y="299"/>
                  </a:cubicBezTo>
                  <a:cubicBezTo>
                    <a:pt x="1663" y="301"/>
                    <a:pt x="1666" y="304"/>
                    <a:pt x="1669" y="307"/>
                  </a:cubicBezTo>
                  <a:cubicBezTo>
                    <a:pt x="1669" y="307"/>
                    <a:pt x="1669" y="307"/>
                    <a:pt x="1670" y="307"/>
                  </a:cubicBezTo>
                  <a:cubicBezTo>
                    <a:pt x="1670" y="308"/>
                    <a:pt x="1671" y="309"/>
                    <a:pt x="1672" y="309"/>
                  </a:cubicBezTo>
                  <a:cubicBezTo>
                    <a:pt x="1672" y="310"/>
                    <a:pt x="1673" y="310"/>
                    <a:pt x="1674" y="311"/>
                  </a:cubicBezTo>
                  <a:cubicBezTo>
                    <a:pt x="1674" y="311"/>
                    <a:pt x="1674" y="311"/>
                    <a:pt x="1675" y="312"/>
                  </a:cubicBezTo>
                  <a:cubicBezTo>
                    <a:pt x="1675" y="312"/>
                    <a:pt x="1676" y="313"/>
                    <a:pt x="1677" y="313"/>
                  </a:cubicBezTo>
                  <a:cubicBezTo>
                    <a:pt x="1677" y="314"/>
                    <a:pt x="1677" y="314"/>
                    <a:pt x="1677" y="314"/>
                  </a:cubicBezTo>
                  <a:cubicBezTo>
                    <a:pt x="1678" y="315"/>
                    <a:pt x="1679" y="315"/>
                    <a:pt x="1679" y="315"/>
                  </a:cubicBezTo>
                  <a:cubicBezTo>
                    <a:pt x="1680" y="316"/>
                    <a:pt x="1680" y="316"/>
                    <a:pt x="1680" y="316"/>
                  </a:cubicBezTo>
                  <a:cubicBezTo>
                    <a:pt x="1681" y="317"/>
                    <a:pt x="1682" y="317"/>
                    <a:pt x="1682" y="318"/>
                  </a:cubicBezTo>
                  <a:cubicBezTo>
                    <a:pt x="1683" y="318"/>
                    <a:pt x="1683" y="318"/>
                    <a:pt x="1683" y="318"/>
                  </a:cubicBezTo>
                  <a:cubicBezTo>
                    <a:pt x="1684" y="319"/>
                    <a:pt x="1684" y="319"/>
                    <a:pt x="1685" y="319"/>
                  </a:cubicBezTo>
                  <a:cubicBezTo>
                    <a:pt x="1685" y="320"/>
                    <a:pt x="1685" y="320"/>
                    <a:pt x="1685" y="320"/>
                  </a:cubicBezTo>
                  <a:cubicBezTo>
                    <a:pt x="1686" y="320"/>
                    <a:pt x="1687" y="320"/>
                    <a:pt x="1687" y="321"/>
                  </a:cubicBezTo>
                  <a:cubicBezTo>
                    <a:pt x="1687" y="321"/>
                    <a:pt x="1688" y="321"/>
                    <a:pt x="1688" y="321"/>
                  </a:cubicBezTo>
                  <a:cubicBezTo>
                    <a:pt x="1688" y="321"/>
                    <a:pt x="1689" y="322"/>
                    <a:pt x="1689" y="322"/>
                  </a:cubicBezTo>
                  <a:cubicBezTo>
                    <a:pt x="1690" y="322"/>
                    <a:pt x="1690" y="322"/>
                    <a:pt x="1690" y="322"/>
                  </a:cubicBezTo>
                  <a:cubicBezTo>
                    <a:pt x="1690" y="322"/>
                    <a:pt x="1691" y="322"/>
                    <a:pt x="1691" y="322"/>
                  </a:cubicBezTo>
                  <a:cubicBezTo>
                    <a:pt x="1691" y="322"/>
                    <a:pt x="1692" y="323"/>
                    <a:pt x="1692" y="323"/>
                  </a:cubicBezTo>
                  <a:cubicBezTo>
                    <a:pt x="1691" y="323"/>
                    <a:pt x="1691" y="323"/>
                    <a:pt x="1691" y="323"/>
                  </a:cubicBezTo>
                  <a:cubicBezTo>
                    <a:pt x="1696" y="326"/>
                    <a:pt x="1707" y="330"/>
                    <a:pt x="1716" y="334"/>
                  </a:cubicBezTo>
                  <a:cubicBezTo>
                    <a:pt x="1723" y="337"/>
                    <a:pt x="1739" y="341"/>
                    <a:pt x="1744" y="342"/>
                  </a:cubicBezTo>
                  <a:cubicBezTo>
                    <a:pt x="1802" y="351"/>
                    <a:pt x="1848" y="359"/>
                    <a:pt x="1861" y="361"/>
                  </a:cubicBezTo>
                  <a:cubicBezTo>
                    <a:pt x="1861" y="361"/>
                    <a:pt x="1862" y="361"/>
                    <a:pt x="1862" y="361"/>
                  </a:cubicBezTo>
                  <a:cubicBezTo>
                    <a:pt x="1862" y="361"/>
                    <a:pt x="1862" y="361"/>
                    <a:pt x="1862" y="361"/>
                  </a:cubicBezTo>
                  <a:cubicBezTo>
                    <a:pt x="1868" y="352"/>
                    <a:pt x="1868" y="352"/>
                    <a:pt x="1868" y="352"/>
                  </a:cubicBezTo>
                  <a:cubicBezTo>
                    <a:pt x="1868" y="352"/>
                    <a:pt x="1868" y="352"/>
                    <a:pt x="1868" y="35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428">
              <a:extLst>
                <a:ext uri="{FF2B5EF4-FFF2-40B4-BE49-F238E27FC236}">
                  <a16:creationId xmlns:a16="http://schemas.microsoft.com/office/drawing/2014/main" id="{7CC57DCC-9DBC-4A33-9E72-288100ECC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2362"/>
              <a:ext cx="4221" cy="1034"/>
            </a:xfrm>
            <a:custGeom>
              <a:avLst/>
              <a:gdLst>
                <a:gd name="T0" fmla="*/ 21621 w 1865"/>
                <a:gd name="T1" fmla="*/ 6035 h 428"/>
                <a:gd name="T2" fmla="*/ 21356 w 1865"/>
                <a:gd name="T3" fmla="*/ 4892 h 428"/>
                <a:gd name="T4" fmla="*/ 5753 w 1865"/>
                <a:gd name="T5" fmla="*/ 1384 h 428"/>
                <a:gd name="T6" fmla="*/ 25 w 1865"/>
                <a:gd name="T7" fmla="*/ 0 h 428"/>
                <a:gd name="T8" fmla="*/ 0 w 1865"/>
                <a:gd name="T9" fmla="*/ 1075 h 428"/>
                <a:gd name="T10" fmla="*/ 93 w 1865"/>
                <a:gd name="T11" fmla="*/ 1085 h 428"/>
                <a:gd name="T12" fmla="*/ 129 w 1865"/>
                <a:gd name="T13" fmla="*/ 1097 h 4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5" h="428">
                  <a:moveTo>
                    <a:pt x="1865" y="428"/>
                  </a:moveTo>
                  <a:cubicBezTo>
                    <a:pt x="1842" y="347"/>
                    <a:pt x="1842" y="347"/>
                    <a:pt x="1842" y="347"/>
                  </a:cubicBezTo>
                  <a:cubicBezTo>
                    <a:pt x="1842" y="347"/>
                    <a:pt x="632" y="124"/>
                    <a:pt x="496" y="98"/>
                  </a:cubicBezTo>
                  <a:cubicBezTo>
                    <a:pt x="377" y="76"/>
                    <a:pt x="94" y="19"/>
                    <a:pt x="2" y="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2" y="76"/>
                    <a:pt x="5" y="77"/>
                    <a:pt x="8" y="77"/>
                  </a:cubicBezTo>
                  <a:cubicBezTo>
                    <a:pt x="9" y="78"/>
                    <a:pt x="10" y="78"/>
                    <a:pt x="11" y="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Freeform 429">
              <a:extLst>
                <a:ext uri="{FF2B5EF4-FFF2-40B4-BE49-F238E27FC236}">
                  <a16:creationId xmlns:a16="http://schemas.microsoft.com/office/drawing/2014/main" id="{92ED44E0-A006-4AB9-A74A-7649891BC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2362"/>
              <a:ext cx="4172" cy="860"/>
            </a:xfrm>
            <a:custGeom>
              <a:avLst/>
              <a:gdLst>
                <a:gd name="T0" fmla="*/ 5580 w 1843"/>
                <a:gd name="T1" fmla="*/ 1505 h 356"/>
                <a:gd name="T2" fmla="*/ 21378 w 1843"/>
                <a:gd name="T3" fmla="*/ 5020 h 356"/>
                <a:gd name="T4" fmla="*/ 21342 w 1843"/>
                <a:gd name="T5" fmla="*/ 4889 h 356"/>
                <a:gd name="T6" fmla="*/ 5729 w 1843"/>
                <a:gd name="T7" fmla="*/ 1384 h 356"/>
                <a:gd name="T8" fmla="*/ 0 w 1843"/>
                <a:gd name="T9" fmla="*/ 0 h 356"/>
                <a:gd name="T10" fmla="*/ 0 w 1843"/>
                <a:gd name="T11" fmla="*/ 169 h 356"/>
                <a:gd name="T12" fmla="*/ 5580 w 1843"/>
                <a:gd name="T13" fmla="*/ 1505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43" h="356">
                  <a:moveTo>
                    <a:pt x="481" y="107"/>
                  </a:moveTo>
                  <a:cubicBezTo>
                    <a:pt x="608" y="132"/>
                    <a:pt x="1695" y="330"/>
                    <a:pt x="1843" y="356"/>
                  </a:cubicBezTo>
                  <a:cubicBezTo>
                    <a:pt x="1840" y="347"/>
                    <a:pt x="1840" y="347"/>
                    <a:pt x="1840" y="347"/>
                  </a:cubicBezTo>
                  <a:cubicBezTo>
                    <a:pt x="1840" y="347"/>
                    <a:pt x="630" y="124"/>
                    <a:pt x="494" y="98"/>
                  </a:cubicBezTo>
                  <a:cubicBezTo>
                    <a:pt x="375" y="76"/>
                    <a:pt x="92" y="19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02" y="33"/>
                    <a:pt x="367" y="86"/>
                    <a:pt x="481" y="10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430">
              <a:extLst>
                <a:ext uri="{FF2B5EF4-FFF2-40B4-BE49-F238E27FC236}">
                  <a16:creationId xmlns:a16="http://schemas.microsoft.com/office/drawing/2014/main" id="{712FF8CF-D427-4037-940B-DF339973C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099"/>
              <a:ext cx="765" cy="1091"/>
            </a:xfrm>
            <a:custGeom>
              <a:avLst/>
              <a:gdLst>
                <a:gd name="T0" fmla="*/ 1598 w 338"/>
                <a:gd name="T1" fmla="*/ 0 h 452"/>
                <a:gd name="T2" fmla="*/ 267 w 338"/>
                <a:gd name="T3" fmla="*/ 589 h 452"/>
                <a:gd name="T4" fmla="*/ 303 w 338"/>
                <a:gd name="T5" fmla="*/ 717 h 452"/>
                <a:gd name="T6" fmla="*/ 312 w 338"/>
                <a:gd name="T7" fmla="*/ 734 h 452"/>
                <a:gd name="T8" fmla="*/ 1598 w 338"/>
                <a:gd name="T9" fmla="*/ 157 h 452"/>
                <a:gd name="T10" fmla="*/ 3800 w 338"/>
                <a:gd name="T11" fmla="*/ 3181 h 452"/>
                <a:gd name="T12" fmla="*/ 1598 w 338"/>
                <a:gd name="T13" fmla="*/ 6215 h 452"/>
                <a:gd name="T14" fmla="*/ 93 w 338"/>
                <a:gd name="T15" fmla="*/ 5361 h 452"/>
                <a:gd name="T16" fmla="*/ 72 w 338"/>
                <a:gd name="T17" fmla="*/ 5361 h 452"/>
                <a:gd name="T18" fmla="*/ 0 w 338"/>
                <a:gd name="T19" fmla="*/ 5469 h 452"/>
                <a:gd name="T20" fmla="*/ 1598 w 338"/>
                <a:gd name="T21" fmla="*/ 6355 h 452"/>
                <a:gd name="T22" fmla="*/ 3918 w 338"/>
                <a:gd name="T23" fmla="*/ 3181 h 452"/>
                <a:gd name="T24" fmla="*/ 1598 w 338"/>
                <a:gd name="T25" fmla="*/ 0 h 4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452">
                  <a:moveTo>
                    <a:pt x="138" y="0"/>
                  </a:moveTo>
                  <a:cubicBezTo>
                    <a:pt x="95" y="0"/>
                    <a:pt x="56" y="16"/>
                    <a:pt x="23" y="42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58" y="27"/>
                    <a:pt x="97" y="11"/>
                    <a:pt x="138" y="11"/>
                  </a:cubicBezTo>
                  <a:cubicBezTo>
                    <a:pt x="241" y="11"/>
                    <a:pt x="328" y="108"/>
                    <a:pt x="328" y="226"/>
                  </a:cubicBezTo>
                  <a:cubicBezTo>
                    <a:pt x="328" y="345"/>
                    <a:pt x="241" y="442"/>
                    <a:pt x="138" y="442"/>
                  </a:cubicBezTo>
                  <a:cubicBezTo>
                    <a:pt x="87" y="442"/>
                    <a:pt x="41" y="419"/>
                    <a:pt x="8" y="381"/>
                  </a:cubicBezTo>
                  <a:cubicBezTo>
                    <a:pt x="6" y="381"/>
                    <a:pt x="6" y="381"/>
                    <a:pt x="6" y="381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36" y="428"/>
                    <a:pt x="84" y="452"/>
                    <a:pt x="138" y="452"/>
                  </a:cubicBezTo>
                  <a:cubicBezTo>
                    <a:pt x="249" y="452"/>
                    <a:pt x="338" y="351"/>
                    <a:pt x="338" y="226"/>
                  </a:cubicBezTo>
                  <a:cubicBezTo>
                    <a:pt x="338" y="102"/>
                    <a:pt x="249" y="0"/>
                    <a:pt x="138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Freeform 431">
              <a:extLst>
                <a:ext uri="{FF2B5EF4-FFF2-40B4-BE49-F238E27FC236}">
                  <a16:creationId xmlns:a16="http://schemas.microsoft.com/office/drawing/2014/main" id="{A08B92F0-1527-4207-8E21-4EE6F6C20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268"/>
              <a:ext cx="544" cy="756"/>
            </a:xfrm>
            <a:custGeom>
              <a:avLst/>
              <a:gdLst>
                <a:gd name="T0" fmla="*/ 1167 w 240"/>
                <a:gd name="T1" fmla="*/ 0 h 313"/>
                <a:gd name="T2" fmla="*/ 57 w 240"/>
                <a:gd name="T3" fmla="*/ 589 h 313"/>
                <a:gd name="T4" fmla="*/ 93 w 240"/>
                <a:gd name="T5" fmla="*/ 746 h 313"/>
                <a:gd name="T6" fmla="*/ 1167 w 240"/>
                <a:gd name="T7" fmla="*/ 140 h 313"/>
                <a:gd name="T8" fmla="*/ 2677 w 240"/>
                <a:gd name="T9" fmla="*/ 2200 h 313"/>
                <a:gd name="T10" fmla="*/ 1167 w 240"/>
                <a:gd name="T11" fmla="*/ 4270 h 313"/>
                <a:gd name="T12" fmla="*/ 73 w 240"/>
                <a:gd name="T13" fmla="*/ 3623 h 313"/>
                <a:gd name="T14" fmla="*/ 0 w 240"/>
                <a:gd name="T15" fmla="*/ 3746 h 313"/>
                <a:gd name="T16" fmla="*/ 1167 w 240"/>
                <a:gd name="T17" fmla="*/ 4410 h 313"/>
                <a:gd name="T18" fmla="*/ 2795 w 240"/>
                <a:gd name="T19" fmla="*/ 2200 h 313"/>
                <a:gd name="T20" fmla="*/ 1167 w 240"/>
                <a:gd name="T21" fmla="*/ 0 h 3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0" h="313">
                  <a:moveTo>
                    <a:pt x="100" y="0"/>
                  </a:moveTo>
                  <a:cubicBezTo>
                    <a:pt x="65" y="0"/>
                    <a:pt x="31" y="15"/>
                    <a:pt x="5" y="42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32" y="26"/>
                    <a:pt x="64" y="10"/>
                    <a:pt x="100" y="10"/>
                  </a:cubicBezTo>
                  <a:cubicBezTo>
                    <a:pt x="172" y="10"/>
                    <a:pt x="230" y="75"/>
                    <a:pt x="230" y="156"/>
                  </a:cubicBezTo>
                  <a:cubicBezTo>
                    <a:pt x="230" y="238"/>
                    <a:pt x="172" y="303"/>
                    <a:pt x="100" y="303"/>
                  </a:cubicBezTo>
                  <a:cubicBezTo>
                    <a:pt x="63" y="303"/>
                    <a:pt x="30" y="286"/>
                    <a:pt x="6" y="257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6" y="296"/>
                    <a:pt x="63" y="313"/>
                    <a:pt x="100" y="313"/>
                  </a:cubicBezTo>
                  <a:cubicBezTo>
                    <a:pt x="177" y="313"/>
                    <a:pt x="240" y="243"/>
                    <a:pt x="240" y="156"/>
                  </a:cubicBezTo>
                  <a:cubicBezTo>
                    <a:pt x="240" y="70"/>
                    <a:pt x="177" y="0"/>
                    <a:pt x="100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Freeform 432">
              <a:extLst>
                <a:ext uri="{FF2B5EF4-FFF2-40B4-BE49-F238E27FC236}">
                  <a16:creationId xmlns:a16="http://schemas.microsoft.com/office/drawing/2014/main" id="{389D38D1-6E41-4454-B30E-7FFE934F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3236"/>
              <a:ext cx="587" cy="819"/>
            </a:xfrm>
            <a:custGeom>
              <a:avLst/>
              <a:gdLst>
                <a:gd name="T0" fmla="*/ 1258 w 259"/>
                <a:gd name="T1" fmla="*/ 0 h 339"/>
                <a:gd name="T2" fmla="*/ 102 w 259"/>
                <a:gd name="T3" fmla="*/ 577 h 339"/>
                <a:gd name="T4" fmla="*/ 150 w 259"/>
                <a:gd name="T5" fmla="*/ 776 h 339"/>
                <a:gd name="T6" fmla="*/ 1258 w 259"/>
                <a:gd name="T7" fmla="*/ 181 h 339"/>
                <a:gd name="T8" fmla="*/ 2887 w 259"/>
                <a:gd name="T9" fmla="*/ 2382 h 339"/>
                <a:gd name="T10" fmla="*/ 1258 w 259"/>
                <a:gd name="T11" fmla="*/ 4600 h 339"/>
                <a:gd name="T12" fmla="*/ 93 w 259"/>
                <a:gd name="T13" fmla="*/ 3933 h 339"/>
                <a:gd name="T14" fmla="*/ 0 w 259"/>
                <a:gd name="T15" fmla="*/ 4073 h 339"/>
                <a:gd name="T16" fmla="*/ 1258 w 259"/>
                <a:gd name="T17" fmla="*/ 4781 h 339"/>
                <a:gd name="T18" fmla="*/ 3014 w 259"/>
                <a:gd name="T19" fmla="*/ 2382 h 339"/>
                <a:gd name="T20" fmla="*/ 1258 w 259"/>
                <a:gd name="T21" fmla="*/ 0 h 3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9" h="339">
                  <a:moveTo>
                    <a:pt x="108" y="0"/>
                  </a:moveTo>
                  <a:cubicBezTo>
                    <a:pt x="71" y="0"/>
                    <a:pt x="36" y="15"/>
                    <a:pt x="9" y="41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39" y="28"/>
                    <a:pt x="73" y="13"/>
                    <a:pt x="108" y="13"/>
                  </a:cubicBezTo>
                  <a:cubicBezTo>
                    <a:pt x="185" y="13"/>
                    <a:pt x="248" y="83"/>
                    <a:pt x="248" y="169"/>
                  </a:cubicBezTo>
                  <a:cubicBezTo>
                    <a:pt x="248" y="256"/>
                    <a:pt x="185" y="326"/>
                    <a:pt x="108" y="326"/>
                  </a:cubicBezTo>
                  <a:cubicBezTo>
                    <a:pt x="71" y="326"/>
                    <a:pt x="34" y="309"/>
                    <a:pt x="8" y="279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9" y="321"/>
                    <a:pt x="67" y="339"/>
                    <a:pt x="108" y="339"/>
                  </a:cubicBezTo>
                  <a:cubicBezTo>
                    <a:pt x="191" y="339"/>
                    <a:pt x="259" y="263"/>
                    <a:pt x="259" y="169"/>
                  </a:cubicBezTo>
                  <a:cubicBezTo>
                    <a:pt x="259" y="76"/>
                    <a:pt x="191" y="0"/>
                    <a:pt x="108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Freeform 433">
              <a:extLst>
                <a:ext uri="{FF2B5EF4-FFF2-40B4-BE49-F238E27FC236}">
                  <a16:creationId xmlns:a16="http://schemas.microsoft.com/office/drawing/2014/main" id="{EE4276DD-8688-40B2-B2DE-9F47BB77A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3174"/>
              <a:ext cx="4181" cy="864"/>
            </a:xfrm>
            <a:custGeom>
              <a:avLst/>
              <a:gdLst>
                <a:gd name="T0" fmla="*/ 21353 w 1847"/>
                <a:gd name="T1" fmla="*/ 5032 h 358"/>
                <a:gd name="T2" fmla="*/ 21423 w 1847"/>
                <a:gd name="T3" fmla="*/ 4904 h 358"/>
                <a:gd name="T4" fmla="*/ 16532 w 1847"/>
                <a:gd name="T5" fmla="*/ 3837 h 358"/>
                <a:gd name="T6" fmla="*/ 57 w 1847"/>
                <a:gd name="T7" fmla="*/ 0 h 358"/>
                <a:gd name="T8" fmla="*/ 36 w 1847"/>
                <a:gd name="T9" fmla="*/ 0 h 358"/>
                <a:gd name="T10" fmla="*/ 0 w 1847"/>
                <a:gd name="T11" fmla="*/ 140 h 358"/>
                <a:gd name="T12" fmla="*/ 16468 w 1847"/>
                <a:gd name="T13" fmla="*/ 3989 h 358"/>
                <a:gd name="T14" fmla="*/ 21342 w 1847"/>
                <a:gd name="T15" fmla="*/ 5032 h 358"/>
                <a:gd name="T16" fmla="*/ 21353 w 1847"/>
                <a:gd name="T17" fmla="*/ 5032 h 3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7" h="358">
                  <a:moveTo>
                    <a:pt x="1841" y="358"/>
                  </a:moveTo>
                  <a:cubicBezTo>
                    <a:pt x="1847" y="349"/>
                    <a:pt x="1847" y="349"/>
                    <a:pt x="1847" y="349"/>
                  </a:cubicBezTo>
                  <a:cubicBezTo>
                    <a:pt x="1807" y="343"/>
                    <a:pt x="1521" y="293"/>
                    <a:pt x="1425" y="273"/>
                  </a:cubicBezTo>
                  <a:cubicBezTo>
                    <a:pt x="1335" y="255"/>
                    <a:pt x="190" y="35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85" y="46"/>
                    <a:pt x="1330" y="266"/>
                    <a:pt x="1420" y="284"/>
                  </a:cubicBezTo>
                  <a:cubicBezTo>
                    <a:pt x="1518" y="304"/>
                    <a:pt x="1812" y="354"/>
                    <a:pt x="1840" y="358"/>
                  </a:cubicBezTo>
                  <a:lnTo>
                    <a:pt x="1841" y="358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Freeform 434">
              <a:extLst>
                <a:ext uri="{FF2B5EF4-FFF2-40B4-BE49-F238E27FC236}">
                  <a16:creationId xmlns:a16="http://schemas.microsoft.com/office/drawing/2014/main" id="{02728AFD-1AF9-4B9F-A00C-F92A36EB2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099"/>
              <a:ext cx="765" cy="1091"/>
            </a:xfrm>
            <a:custGeom>
              <a:avLst/>
              <a:gdLst>
                <a:gd name="T0" fmla="*/ 1598 w 338"/>
                <a:gd name="T1" fmla="*/ 0 h 452"/>
                <a:gd name="T2" fmla="*/ 267 w 338"/>
                <a:gd name="T3" fmla="*/ 589 h 452"/>
                <a:gd name="T4" fmla="*/ 532 w 338"/>
                <a:gd name="T5" fmla="*/ 1731 h 452"/>
                <a:gd name="T6" fmla="*/ 1598 w 338"/>
                <a:gd name="T7" fmla="*/ 1125 h 452"/>
                <a:gd name="T8" fmla="*/ 3110 w 338"/>
                <a:gd name="T9" fmla="*/ 3181 h 452"/>
                <a:gd name="T10" fmla="*/ 1598 w 338"/>
                <a:gd name="T11" fmla="*/ 5243 h 452"/>
                <a:gd name="T12" fmla="*/ 512 w 338"/>
                <a:gd name="T13" fmla="*/ 4596 h 452"/>
                <a:gd name="T14" fmla="*/ 0 w 338"/>
                <a:gd name="T15" fmla="*/ 5469 h 452"/>
                <a:gd name="T16" fmla="*/ 1598 w 338"/>
                <a:gd name="T17" fmla="*/ 6355 h 452"/>
                <a:gd name="T18" fmla="*/ 3918 w 338"/>
                <a:gd name="T19" fmla="*/ 3181 h 452"/>
                <a:gd name="T20" fmla="*/ 1598 w 338"/>
                <a:gd name="T21" fmla="*/ 0 h 4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8" h="452">
                  <a:moveTo>
                    <a:pt x="138" y="0"/>
                  </a:moveTo>
                  <a:cubicBezTo>
                    <a:pt x="95" y="0"/>
                    <a:pt x="56" y="16"/>
                    <a:pt x="23" y="42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70" y="96"/>
                    <a:pt x="102" y="80"/>
                    <a:pt x="138" y="80"/>
                  </a:cubicBezTo>
                  <a:cubicBezTo>
                    <a:pt x="210" y="80"/>
                    <a:pt x="268" y="145"/>
                    <a:pt x="268" y="226"/>
                  </a:cubicBezTo>
                  <a:cubicBezTo>
                    <a:pt x="268" y="308"/>
                    <a:pt x="210" y="373"/>
                    <a:pt x="138" y="373"/>
                  </a:cubicBezTo>
                  <a:cubicBezTo>
                    <a:pt x="101" y="373"/>
                    <a:pt x="68" y="356"/>
                    <a:pt x="44" y="327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36" y="428"/>
                    <a:pt x="84" y="452"/>
                    <a:pt x="138" y="452"/>
                  </a:cubicBezTo>
                  <a:cubicBezTo>
                    <a:pt x="249" y="452"/>
                    <a:pt x="338" y="351"/>
                    <a:pt x="338" y="226"/>
                  </a:cubicBezTo>
                  <a:cubicBezTo>
                    <a:pt x="338" y="102"/>
                    <a:pt x="249" y="0"/>
                    <a:pt x="138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Freeform 435">
              <a:extLst>
                <a:ext uri="{FF2B5EF4-FFF2-40B4-BE49-F238E27FC236}">
                  <a16:creationId xmlns:a16="http://schemas.microsoft.com/office/drawing/2014/main" id="{CB6F540A-EE38-4A71-84E2-DA71FBAEE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292"/>
              <a:ext cx="507" cy="707"/>
            </a:xfrm>
            <a:custGeom>
              <a:avLst/>
              <a:gdLst>
                <a:gd name="T0" fmla="*/ 25 w 224"/>
                <a:gd name="T1" fmla="*/ 606 h 293"/>
                <a:gd name="T2" fmla="*/ 1091 w 224"/>
                <a:gd name="T3" fmla="*/ 0 h 293"/>
                <a:gd name="T4" fmla="*/ 2598 w 224"/>
                <a:gd name="T5" fmla="*/ 2049 h 293"/>
                <a:gd name="T6" fmla="*/ 1091 w 224"/>
                <a:gd name="T7" fmla="*/ 4117 h 293"/>
                <a:gd name="T8" fmla="*/ 0 w 224"/>
                <a:gd name="T9" fmla="*/ 3470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293">
                  <a:moveTo>
                    <a:pt x="2" y="43"/>
                  </a:moveTo>
                  <a:cubicBezTo>
                    <a:pt x="26" y="16"/>
                    <a:pt x="58" y="0"/>
                    <a:pt x="94" y="0"/>
                  </a:cubicBezTo>
                  <a:cubicBezTo>
                    <a:pt x="166" y="0"/>
                    <a:pt x="224" y="65"/>
                    <a:pt x="224" y="146"/>
                  </a:cubicBezTo>
                  <a:cubicBezTo>
                    <a:pt x="224" y="228"/>
                    <a:pt x="166" y="293"/>
                    <a:pt x="94" y="293"/>
                  </a:cubicBezTo>
                  <a:cubicBezTo>
                    <a:pt x="57" y="293"/>
                    <a:pt x="24" y="276"/>
                    <a:pt x="0" y="24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Freeform 436">
              <a:extLst>
                <a:ext uri="{FF2B5EF4-FFF2-40B4-BE49-F238E27FC236}">
                  <a16:creationId xmlns:a16="http://schemas.microsoft.com/office/drawing/2014/main" id="{73B45A01-7DE7-4D3E-A9FF-2AA69DC6F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2362"/>
              <a:ext cx="251" cy="836"/>
            </a:xfrm>
            <a:custGeom>
              <a:avLst/>
              <a:gdLst>
                <a:gd name="T0" fmla="*/ 276 w 111"/>
                <a:gd name="T1" fmla="*/ 0 h 346"/>
                <a:gd name="T2" fmla="*/ 256 w 111"/>
                <a:gd name="T3" fmla="*/ 1075 h 346"/>
                <a:gd name="T4" fmla="*/ 993 w 111"/>
                <a:gd name="T5" fmla="*/ 1254 h 346"/>
                <a:gd name="T6" fmla="*/ 1257 w 111"/>
                <a:gd name="T7" fmla="*/ 2382 h 346"/>
                <a:gd name="T8" fmla="*/ 219 w 111"/>
                <a:gd name="T9" fmla="*/ 3953 h 346"/>
                <a:gd name="T10" fmla="*/ 0 w 111"/>
                <a:gd name="T11" fmla="*/ 4881 h 3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346">
                  <a:moveTo>
                    <a:pt x="24" y="0"/>
                  </a:moveTo>
                  <a:cubicBezTo>
                    <a:pt x="22" y="76"/>
                    <a:pt x="22" y="76"/>
                    <a:pt x="22" y="76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102" y="106"/>
                    <a:pt x="108" y="134"/>
                    <a:pt x="109" y="169"/>
                  </a:cubicBezTo>
                  <a:cubicBezTo>
                    <a:pt x="111" y="227"/>
                    <a:pt x="69" y="280"/>
                    <a:pt x="19" y="280"/>
                  </a:cubicBezTo>
                  <a:cubicBezTo>
                    <a:pt x="0" y="346"/>
                    <a:pt x="0" y="346"/>
                    <a:pt x="0" y="34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Freeform 437">
              <a:extLst>
                <a:ext uri="{FF2B5EF4-FFF2-40B4-BE49-F238E27FC236}">
                  <a16:creationId xmlns:a16="http://schemas.microsoft.com/office/drawing/2014/main" id="{9E1AF7D9-9F85-4044-9FBC-AF1938109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3198"/>
              <a:ext cx="4428" cy="990"/>
            </a:xfrm>
            <a:custGeom>
              <a:avLst/>
              <a:gdLst>
                <a:gd name="T0" fmla="*/ 21361 w 1956"/>
                <a:gd name="T1" fmla="*/ 4897 h 410"/>
                <a:gd name="T2" fmla="*/ 21361 w 1956"/>
                <a:gd name="T3" fmla="*/ 4897 h 410"/>
                <a:gd name="T4" fmla="*/ 21345 w 1956"/>
                <a:gd name="T5" fmla="*/ 4897 h 410"/>
                <a:gd name="T6" fmla="*/ 16476 w 1956"/>
                <a:gd name="T7" fmla="*/ 3859 h 410"/>
                <a:gd name="T8" fmla="*/ 0 w 1956"/>
                <a:gd name="T9" fmla="*/ 0 h 410"/>
                <a:gd name="T10" fmla="*/ 1415 w 1956"/>
                <a:gd name="T11" fmla="*/ 775 h 410"/>
                <a:gd name="T12" fmla="*/ 1788 w 1956"/>
                <a:gd name="T13" fmla="*/ 874 h 410"/>
                <a:gd name="T14" fmla="*/ 17818 w 1956"/>
                <a:gd name="T15" fmla="*/ 4728 h 410"/>
                <a:gd name="T16" fmla="*/ 22692 w 1956"/>
                <a:gd name="T17" fmla="*/ 5771 h 410"/>
                <a:gd name="T18" fmla="*/ 22692 w 1956"/>
                <a:gd name="T19" fmla="*/ 5771 h 410"/>
                <a:gd name="T20" fmla="*/ 21361 w 1956"/>
                <a:gd name="T21" fmla="*/ 4897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6" h="410">
                  <a:moveTo>
                    <a:pt x="1841" y="348"/>
                  </a:moveTo>
                  <a:cubicBezTo>
                    <a:pt x="1841" y="348"/>
                    <a:pt x="1841" y="348"/>
                    <a:pt x="1841" y="348"/>
                  </a:cubicBezTo>
                  <a:cubicBezTo>
                    <a:pt x="1840" y="348"/>
                    <a:pt x="1840" y="348"/>
                    <a:pt x="1840" y="348"/>
                  </a:cubicBezTo>
                  <a:cubicBezTo>
                    <a:pt x="1812" y="344"/>
                    <a:pt x="1518" y="294"/>
                    <a:pt x="1420" y="274"/>
                  </a:cubicBezTo>
                  <a:cubicBezTo>
                    <a:pt x="1330" y="256"/>
                    <a:pt x="186" y="36"/>
                    <a:pt x="0" y="0"/>
                  </a:cubicBezTo>
                  <a:cubicBezTo>
                    <a:pt x="26" y="29"/>
                    <a:pt x="86" y="46"/>
                    <a:pt x="122" y="55"/>
                  </a:cubicBezTo>
                  <a:cubicBezTo>
                    <a:pt x="126" y="56"/>
                    <a:pt x="154" y="62"/>
                    <a:pt x="154" y="62"/>
                  </a:cubicBezTo>
                  <a:cubicBezTo>
                    <a:pt x="339" y="98"/>
                    <a:pt x="1446" y="318"/>
                    <a:pt x="1536" y="336"/>
                  </a:cubicBezTo>
                  <a:cubicBezTo>
                    <a:pt x="1634" y="356"/>
                    <a:pt x="1928" y="406"/>
                    <a:pt x="1956" y="410"/>
                  </a:cubicBezTo>
                  <a:cubicBezTo>
                    <a:pt x="1956" y="410"/>
                    <a:pt x="1956" y="410"/>
                    <a:pt x="1956" y="410"/>
                  </a:cubicBezTo>
                  <a:cubicBezTo>
                    <a:pt x="1912" y="404"/>
                    <a:pt x="1871" y="382"/>
                    <a:pt x="1841" y="34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438">
              <a:extLst>
                <a:ext uri="{FF2B5EF4-FFF2-40B4-BE49-F238E27FC236}">
                  <a16:creationId xmlns:a16="http://schemas.microsoft.com/office/drawing/2014/main" id="{991B784F-4C46-42FD-8781-1A73B9D79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99"/>
              <a:ext cx="4487" cy="901"/>
            </a:xfrm>
            <a:custGeom>
              <a:avLst/>
              <a:gdLst>
                <a:gd name="T0" fmla="*/ 22673 w 1982"/>
                <a:gd name="T1" fmla="*/ 4667 h 373"/>
                <a:gd name="T2" fmla="*/ 22996 w 1982"/>
                <a:gd name="T3" fmla="*/ 4708 h 373"/>
                <a:gd name="T4" fmla="*/ 7867 w 1982"/>
                <a:gd name="T5" fmla="*/ 1423 h 373"/>
                <a:gd name="T6" fmla="*/ 1743 w 1982"/>
                <a:gd name="T7" fmla="*/ 99 h 373"/>
                <a:gd name="T8" fmla="*/ 0 w 1982"/>
                <a:gd name="T9" fmla="*/ 367 h 373"/>
                <a:gd name="T10" fmla="*/ 0 w 1982"/>
                <a:gd name="T11" fmla="*/ 367 h 373"/>
                <a:gd name="T12" fmla="*/ 5719 w 1982"/>
                <a:gd name="T13" fmla="*/ 1751 h 373"/>
                <a:gd name="T14" fmla="*/ 21337 w 1982"/>
                <a:gd name="T15" fmla="*/ 5256 h 373"/>
                <a:gd name="T16" fmla="*/ 22673 w 1982"/>
                <a:gd name="T17" fmla="*/ 4667 h 3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2" h="373">
                  <a:moveTo>
                    <a:pt x="1954" y="331"/>
                  </a:moveTo>
                  <a:cubicBezTo>
                    <a:pt x="1964" y="331"/>
                    <a:pt x="1973" y="332"/>
                    <a:pt x="1982" y="334"/>
                  </a:cubicBezTo>
                  <a:cubicBezTo>
                    <a:pt x="1886" y="316"/>
                    <a:pt x="808" y="126"/>
                    <a:pt x="678" y="101"/>
                  </a:cubicBezTo>
                  <a:cubicBezTo>
                    <a:pt x="559" y="79"/>
                    <a:pt x="242" y="26"/>
                    <a:pt x="150" y="7"/>
                  </a:cubicBezTo>
                  <a:cubicBezTo>
                    <a:pt x="112" y="1"/>
                    <a:pt x="33" y="0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92" y="45"/>
                    <a:pt x="374" y="102"/>
                    <a:pt x="493" y="124"/>
                  </a:cubicBezTo>
                  <a:cubicBezTo>
                    <a:pt x="629" y="150"/>
                    <a:pt x="1839" y="373"/>
                    <a:pt x="1839" y="373"/>
                  </a:cubicBezTo>
                  <a:cubicBezTo>
                    <a:pt x="1872" y="347"/>
                    <a:pt x="1911" y="331"/>
                    <a:pt x="1954" y="33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Freeform 439">
              <a:extLst>
                <a:ext uri="{FF2B5EF4-FFF2-40B4-BE49-F238E27FC236}">
                  <a16:creationId xmlns:a16="http://schemas.microsoft.com/office/drawing/2014/main" id="{A42ADB51-5618-43F9-A5A3-AF00B6D4B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396"/>
              <a:ext cx="23" cy="12"/>
            </a:xfrm>
            <a:custGeom>
              <a:avLst/>
              <a:gdLst>
                <a:gd name="T0" fmla="*/ 0 w 10"/>
                <a:gd name="T1" fmla="*/ 29 h 5"/>
                <a:gd name="T2" fmla="*/ 64 w 10"/>
                <a:gd name="T3" fmla="*/ 12 h 5"/>
                <a:gd name="T4" fmla="*/ 122 w 10"/>
                <a:gd name="T5" fmla="*/ 58 h 5"/>
                <a:gd name="T6" fmla="*/ 64 w 10"/>
                <a:gd name="T7" fmla="*/ 70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Freeform 440">
              <a:extLst>
                <a:ext uri="{FF2B5EF4-FFF2-40B4-BE49-F238E27FC236}">
                  <a16:creationId xmlns:a16="http://schemas.microsoft.com/office/drawing/2014/main" id="{D83F24B0-C66B-47DC-B4D3-860A6E075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459"/>
              <a:ext cx="22" cy="12"/>
            </a:xfrm>
            <a:custGeom>
              <a:avLst/>
              <a:gdLst>
                <a:gd name="T0" fmla="*/ 0 w 10"/>
                <a:gd name="T1" fmla="*/ 29 h 5"/>
                <a:gd name="T2" fmla="*/ 53 w 10"/>
                <a:gd name="T3" fmla="*/ 12 h 5"/>
                <a:gd name="T4" fmla="*/ 97 w 10"/>
                <a:gd name="T5" fmla="*/ 58 h 5"/>
                <a:gd name="T6" fmla="*/ 44 w 10"/>
                <a:gd name="T7" fmla="*/ 70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1"/>
                    <a:pt x="3" y="0"/>
                    <a:pt x="5" y="1"/>
                  </a:cubicBezTo>
                  <a:cubicBezTo>
                    <a:pt x="8" y="1"/>
                    <a:pt x="10" y="3"/>
                    <a:pt x="9" y="4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Freeform 441">
              <a:extLst>
                <a:ext uri="{FF2B5EF4-FFF2-40B4-BE49-F238E27FC236}">
                  <a16:creationId xmlns:a16="http://schemas.microsoft.com/office/drawing/2014/main" id="{4997D876-685D-4A6F-A65F-C0C6CD23D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05"/>
              <a:ext cx="23" cy="12"/>
            </a:xfrm>
            <a:custGeom>
              <a:avLst/>
              <a:gdLst>
                <a:gd name="T0" fmla="*/ 0 w 10"/>
                <a:gd name="T1" fmla="*/ 29 h 5"/>
                <a:gd name="T2" fmla="*/ 64 w 10"/>
                <a:gd name="T3" fmla="*/ 12 h 5"/>
                <a:gd name="T4" fmla="*/ 122 w 10"/>
                <a:gd name="T5" fmla="*/ 41 h 5"/>
                <a:gd name="T6" fmla="*/ 64 w 10"/>
                <a:gd name="T7" fmla="*/ 70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442">
              <a:extLst>
                <a:ext uri="{FF2B5EF4-FFF2-40B4-BE49-F238E27FC236}">
                  <a16:creationId xmlns:a16="http://schemas.microsoft.com/office/drawing/2014/main" id="{2B931668-1F46-45CB-8878-3A31D8D6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560"/>
              <a:ext cx="23" cy="12"/>
            </a:xfrm>
            <a:custGeom>
              <a:avLst/>
              <a:gdLst>
                <a:gd name="T0" fmla="*/ 0 w 10"/>
                <a:gd name="T1" fmla="*/ 29 h 5"/>
                <a:gd name="T2" fmla="*/ 64 w 10"/>
                <a:gd name="T3" fmla="*/ 12 h 5"/>
                <a:gd name="T4" fmla="*/ 122 w 10"/>
                <a:gd name="T5" fmla="*/ 41 h 5"/>
                <a:gd name="T6" fmla="*/ 64 w 10"/>
                <a:gd name="T7" fmla="*/ 58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9" y="4"/>
                    <a:pt x="7" y="5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Freeform 443">
              <a:extLst>
                <a:ext uri="{FF2B5EF4-FFF2-40B4-BE49-F238E27FC236}">
                  <a16:creationId xmlns:a16="http://schemas.microsoft.com/office/drawing/2014/main" id="{1DDA4851-A420-4FD5-AA77-D16D0F36F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611"/>
              <a:ext cx="22" cy="12"/>
            </a:xfrm>
            <a:custGeom>
              <a:avLst/>
              <a:gdLst>
                <a:gd name="T0" fmla="*/ 0 w 10"/>
                <a:gd name="T1" fmla="*/ 29 h 5"/>
                <a:gd name="T2" fmla="*/ 53 w 10"/>
                <a:gd name="T3" fmla="*/ 12 h 5"/>
                <a:gd name="T4" fmla="*/ 106 w 10"/>
                <a:gd name="T5" fmla="*/ 41 h 5"/>
                <a:gd name="T6" fmla="*/ 53 w 10"/>
                <a:gd name="T7" fmla="*/ 58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9" y="4"/>
                    <a:pt x="7" y="5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Freeform 444">
              <a:extLst>
                <a:ext uri="{FF2B5EF4-FFF2-40B4-BE49-F238E27FC236}">
                  <a16:creationId xmlns:a16="http://schemas.microsoft.com/office/drawing/2014/main" id="{6C3E76EA-335C-4D2E-83E0-6214D6B54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657"/>
              <a:ext cx="23" cy="12"/>
            </a:xfrm>
            <a:custGeom>
              <a:avLst/>
              <a:gdLst>
                <a:gd name="T0" fmla="*/ 0 w 10"/>
                <a:gd name="T1" fmla="*/ 29 h 5"/>
                <a:gd name="T2" fmla="*/ 64 w 10"/>
                <a:gd name="T3" fmla="*/ 12 h 5"/>
                <a:gd name="T4" fmla="*/ 122 w 10"/>
                <a:gd name="T5" fmla="*/ 41 h 5"/>
                <a:gd name="T6" fmla="*/ 64 w 10"/>
                <a:gd name="T7" fmla="*/ 58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9" y="4"/>
                    <a:pt x="7" y="5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Freeform 445">
              <a:extLst>
                <a:ext uri="{FF2B5EF4-FFF2-40B4-BE49-F238E27FC236}">
                  <a16:creationId xmlns:a16="http://schemas.microsoft.com/office/drawing/2014/main" id="{260F3C73-FAC5-4A2C-93EB-ACDF6C53D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710"/>
              <a:ext cx="21" cy="12"/>
            </a:xfrm>
            <a:custGeom>
              <a:avLst/>
              <a:gdLst>
                <a:gd name="T0" fmla="*/ 0 w 9"/>
                <a:gd name="T1" fmla="*/ 29 h 5"/>
                <a:gd name="T2" fmla="*/ 65 w 9"/>
                <a:gd name="T3" fmla="*/ 12 h 5"/>
                <a:gd name="T4" fmla="*/ 114 w 9"/>
                <a:gd name="T5" fmla="*/ 58 h 5"/>
                <a:gd name="T6" fmla="*/ 49 w 9"/>
                <a:gd name="T7" fmla="*/ 70 h 5"/>
                <a:gd name="T8" fmla="*/ 0 w 9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8" y="1"/>
                    <a:pt x="9" y="3"/>
                    <a:pt x="9" y="4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Freeform 446">
              <a:extLst>
                <a:ext uri="{FF2B5EF4-FFF2-40B4-BE49-F238E27FC236}">
                  <a16:creationId xmlns:a16="http://schemas.microsoft.com/office/drawing/2014/main" id="{2330536E-B28B-4D21-9D6B-2D19306CB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765"/>
              <a:ext cx="23" cy="12"/>
            </a:xfrm>
            <a:custGeom>
              <a:avLst/>
              <a:gdLst>
                <a:gd name="T0" fmla="*/ 0 w 10"/>
                <a:gd name="T1" fmla="*/ 29 h 5"/>
                <a:gd name="T2" fmla="*/ 64 w 10"/>
                <a:gd name="T3" fmla="*/ 12 h 5"/>
                <a:gd name="T4" fmla="*/ 122 w 10"/>
                <a:gd name="T5" fmla="*/ 41 h 5"/>
                <a:gd name="T6" fmla="*/ 64 w 10"/>
                <a:gd name="T7" fmla="*/ 58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9" y="4"/>
                    <a:pt x="7" y="5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Freeform 447">
              <a:extLst>
                <a:ext uri="{FF2B5EF4-FFF2-40B4-BE49-F238E27FC236}">
                  <a16:creationId xmlns:a16="http://schemas.microsoft.com/office/drawing/2014/main" id="{EAF92094-B345-4595-9532-7031ECB28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814"/>
              <a:ext cx="20" cy="12"/>
            </a:xfrm>
            <a:custGeom>
              <a:avLst/>
              <a:gdLst>
                <a:gd name="T0" fmla="*/ 0 w 9"/>
                <a:gd name="T1" fmla="*/ 29 h 5"/>
                <a:gd name="T2" fmla="*/ 53 w 9"/>
                <a:gd name="T3" fmla="*/ 12 h 5"/>
                <a:gd name="T4" fmla="*/ 98 w 9"/>
                <a:gd name="T5" fmla="*/ 58 h 5"/>
                <a:gd name="T6" fmla="*/ 44 w 9"/>
                <a:gd name="T7" fmla="*/ 70 h 5"/>
                <a:gd name="T8" fmla="*/ 0 w 9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8" y="1"/>
                    <a:pt x="9" y="3"/>
                    <a:pt x="9" y="4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448">
              <a:extLst>
                <a:ext uri="{FF2B5EF4-FFF2-40B4-BE49-F238E27FC236}">
                  <a16:creationId xmlns:a16="http://schemas.microsoft.com/office/drawing/2014/main" id="{D374A1CC-1453-49B5-8504-C79644F4E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874"/>
              <a:ext cx="22" cy="12"/>
            </a:xfrm>
            <a:custGeom>
              <a:avLst/>
              <a:gdLst>
                <a:gd name="T0" fmla="*/ 0 w 10"/>
                <a:gd name="T1" fmla="*/ 29 h 5"/>
                <a:gd name="T2" fmla="*/ 53 w 10"/>
                <a:gd name="T3" fmla="*/ 12 h 5"/>
                <a:gd name="T4" fmla="*/ 106 w 10"/>
                <a:gd name="T5" fmla="*/ 41 h 5"/>
                <a:gd name="T6" fmla="*/ 53 w 10"/>
                <a:gd name="T7" fmla="*/ 58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9" y="4"/>
                    <a:pt x="7" y="5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449">
              <a:extLst>
                <a:ext uri="{FF2B5EF4-FFF2-40B4-BE49-F238E27FC236}">
                  <a16:creationId xmlns:a16="http://schemas.microsoft.com/office/drawing/2014/main" id="{A7A99B66-FD2D-4D3A-8939-4A3E5405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30"/>
              <a:ext cx="23" cy="12"/>
            </a:xfrm>
            <a:custGeom>
              <a:avLst/>
              <a:gdLst>
                <a:gd name="T0" fmla="*/ 12 w 10"/>
                <a:gd name="T1" fmla="*/ 29 h 5"/>
                <a:gd name="T2" fmla="*/ 74 w 10"/>
                <a:gd name="T3" fmla="*/ 12 h 5"/>
                <a:gd name="T4" fmla="*/ 122 w 10"/>
                <a:gd name="T5" fmla="*/ 41 h 5"/>
                <a:gd name="T6" fmla="*/ 64 w 10"/>
                <a:gd name="T7" fmla="*/ 58 h 5"/>
                <a:gd name="T8" fmla="*/ 12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8" y="5"/>
                    <a:pt x="5" y="4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450">
              <a:extLst>
                <a:ext uri="{FF2B5EF4-FFF2-40B4-BE49-F238E27FC236}">
                  <a16:creationId xmlns:a16="http://schemas.microsoft.com/office/drawing/2014/main" id="{DD3F3303-4240-4F4F-BB00-84051AE4B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990"/>
              <a:ext cx="20" cy="12"/>
            </a:xfrm>
            <a:custGeom>
              <a:avLst/>
              <a:gdLst>
                <a:gd name="T0" fmla="*/ 0 w 9"/>
                <a:gd name="T1" fmla="*/ 29 h 5"/>
                <a:gd name="T2" fmla="*/ 53 w 9"/>
                <a:gd name="T3" fmla="*/ 12 h 5"/>
                <a:gd name="T4" fmla="*/ 98 w 9"/>
                <a:gd name="T5" fmla="*/ 58 h 5"/>
                <a:gd name="T6" fmla="*/ 44 w 9"/>
                <a:gd name="T7" fmla="*/ 70 h 5"/>
                <a:gd name="T8" fmla="*/ 0 w 9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8" y="1"/>
                    <a:pt x="9" y="3"/>
                    <a:pt x="9" y="4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451">
              <a:extLst>
                <a:ext uri="{FF2B5EF4-FFF2-40B4-BE49-F238E27FC236}">
                  <a16:creationId xmlns:a16="http://schemas.microsoft.com/office/drawing/2014/main" id="{48F5C382-021B-419E-BD4E-5E395A48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050"/>
              <a:ext cx="22" cy="12"/>
            </a:xfrm>
            <a:custGeom>
              <a:avLst/>
              <a:gdLst>
                <a:gd name="T0" fmla="*/ 0 w 10"/>
                <a:gd name="T1" fmla="*/ 29 h 5"/>
                <a:gd name="T2" fmla="*/ 53 w 10"/>
                <a:gd name="T3" fmla="*/ 12 h 5"/>
                <a:gd name="T4" fmla="*/ 106 w 10"/>
                <a:gd name="T5" fmla="*/ 58 h 5"/>
                <a:gd name="T6" fmla="*/ 53 w 10"/>
                <a:gd name="T7" fmla="*/ 70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452">
              <a:extLst>
                <a:ext uri="{FF2B5EF4-FFF2-40B4-BE49-F238E27FC236}">
                  <a16:creationId xmlns:a16="http://schemas.microsoft.com/office/drawing/2014/main" id="{80051CC9-977A-489B-867A-C50156502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118"/>
              <a:ext cx="23" cy="12"/>
            </a:xfrm>
            <a:custGeom>
              <a:avLst/>
              <a:gdLst>
                <a:gd name="T0" fmla="*/ 12 w 10"/>
                <a:gd name="T1" fmla="*/ 12 h 5"/>
                <a:gd name="T2" fmla="*/ 74 w 10"/>
                <a:gd name="T3" fmla="*/ 0 h 5"/>
                <a:gd name="T4" fmla="*/ 122 w 10"/>
                <a:gd name="T5" fmla="*/ 41 h 5"/>
                <a:gd name="T6" fmla="*/ 64 w 10"/>
                <a:gd name="T7" fmla="*/ 58 h 5"/>
                <a:gd name="T8" fmla="*/ 12 w 10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8" y="5"/>
                    <a:pt x="5" y="4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453">
              <a:extLst>
                <a:ext uri="{FF2B5EF4-FFF2-40B4-BE49-F238E27FC236}">
                  <a16:creationId xmlns:a16="http://schemas.microsoft.com/office/drawing/2014/main" id="{AB1400F3-2C09-46DA-AC30-55AAD5808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3176"/>
              <a:ext cx="23" cy="12"/>
            </a:xfrm>
            <a:custGeom>
              <a:avLst/>
              <a:gdLst>
                <a:gd name="T0" fmla="*/ 0 w 10"/>
                <a:gd name="T1" fmla="*/ 29 h 5"/>
                <a:gd name="T2" fmla="*/ 64 w 10"/>
                <a:gd name="T3" fmla="*/ 12 h 5"/>
                <a:gd name="T4" fmla="*/ 122 w 10"/>
                <a:gd name="T5" fmla="*/ 41 h 5"/>
                <a:gd name="T6" fmla="*/ 64 w 10"/>
                <a:gd name="T7" fmla="*/ 58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9" y="4"/>
                    <a:pt x="7" y="5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454">
              <a:extLst>
                <a:ext uri="{FF2B5EF4-FFF2-40B4-BE49-F238E27FC236}">
                  <a16:creationId xmlns:a16="http://schemas.microsoft.com/office/drawing/2014/main" id="{09BFE647-BDC1-4555-A3ED-EA4BC75DB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3997"/>
              <a:ext cx="23" cy="12"/>
            </a:xfrm>
            <a:custGeom>
              <a:avLst/>
              <a:gdLst>
                <a:gd name="T0" fmla="*/ 12 w 10"/>
                <a:gd name="T1" fmla="*/ 29 h 5"/>
                <a:gd name="T2" fmla="*/ 74 w 10"/>
                <a:gd name="T3" fmla="*/ 12 h 5"/>
                <a:gd name="T4" fmla="*/ 122 w 10"/>
                <a:gd name="T5" fmla="*/ 41 h 5"/>
                <a:gd name="T6" fmla="*/ 64 w 10"/>
                <a:gd name="T7" fmla="*/ 58 h 5"/>
                <a:gd name="T8" fmla="*/ 12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8" y="5"/>
                    <a:pt x="5" y="4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455">
              <a:extLst>
                <a:ext uri="{FF2B5EF4-FFF2-40B4-BE49-F238E27FC236}">
                  <a16:creationId xmlns:a16="http://schemas.microsoft.com/office/drawing/2014/main" id="{F2B75B56-54B1-4D00-80D9-B992A703C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3946"/>
              <a:ext cx="23" cy="10"/>
            </a:xfrm>
            <a:custGeom>
              <a:avLst/>
              <a:gdLst>
                <a:gd name="T0" fmla="*/ 12 w 10"/>
                <a:gd name="T1" fmla="*/ 20 h 4"/>
                <a:gd name="T2" fmla="*/ 74 w 10"/>
                <a:gd name="T3" fmla="*/ 0 h 4"/>
                <a:gd name="T4" fmla="*/ 122 w 10"/>
                <a:gd name="T5" fmla="*/ 50 h 4"/>
                <a:gd name="T6" fmla="*/ 64 w 10"/>
                <a:gd name="T7" fmla="*/ 63 h 4"/>
                <a:gd name="T8" fmla="*/ 12 w 10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4"/>
                    <a:pt x="5" y="4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456">
              <a:extLst>
                <a:ext uri="{FF2B5EF4-FFF2-40B4-BE49-F238E27FC236}">
                  <a16:creationId xmlns:a16="http://schemas.microsoft.com/office/drawing/2014/main" id="{231A0742-8627-4562-94E5-6A184D569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886"/>
              <a:ext cx="23" cy="12"/>
            </a:xfrm>
            <a:custGeom>
              <a:avLst/>
              <a:gdLst>
                <a:gd name="T0" fmla="*/ 0 w 10"/>
                <a:gd name="T1" fmla="*/ 29 h 5"/>
                <a:gd name="T2" fmla="*/ 64 w 10"/>
                <a:gd name="T3" fmla="*/ 0 h 5"/>
                <a:gd name="T4" fmla="*/ 122 w 10"/>
                <a:gd name="T5" fmla="*/ 41 h 5"/>
                <a:gd name="T6" fmla="*/ 64 w 10"/>
                <a:gd name="T7" fmla="*/ 58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9" y="4"/>
                    <a:pt x="7" y="5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Freeform 457">
              <a:extLst>
                <a:ext uri="{FF2B5EF4-FFF2-40B4-BE49-F238E27FC236}">
                  <a16:creationId xmlns:a16="http://schemas.microsoft.com/office/drawing/2014/main" id="{B357F98E-07A0-4731-8BF2-F5ED1165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3828"/>
              <a:ext cx="20" cy="12"/>
            </a:xfrm>
            <a:custGeom>
              <a:avLst/>
              <a:gdLst>
                <a:gd name="T0" fmla="*/ 0 w 9"/>
                <a:gd name="T1" fmla="*/ 29 h 5"/>
                <a:gd name="T2" fmla="*/ 53 w 9"/>
                <a:gd name="T3" fmla="*/ 0 h 5"/>
                <a:gd name="T4" fmla="*/ 98 w 9"/>
                <a:gd name="T5" fmla="*/ 41 h 5"/>
                <a:gd name="T6" fmla="*/ 44 w 9"/>
                <a:gd name="T7" fmla="*/ 58 h 5"/>
                <a:gd name="T8" fmla="*/ 0 w 9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8" y="1"/>
                    <a:pt x="9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458">
              <a:extLst>
                <a:ext uri="{FF2B5EF4-FFF2-40B4-BE49-F238E27FC236}">
                  <a16:creationId xmlns:a16="http://schemas.microsoft.com/office/drawing/2014/main" id="{1724B6DC-0257-4C96-A685-F8A72DD4E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3772"/>
              <a:ext cx="22" cy="10"/>
            </a:xfrm>
            <a:custGeom>
              <a:avLst/>
              <a:gdLst>
                <a:gd name="T0" fmla="*/ 0 w 10"/>
                <a:gd name="T1" fmla="*/ 20 h 4"/>
                <a:gd name="T2" fmla="*/ 53 w 10"/>
                <a:gd name="T3" fmla="*/ 0 h 4"/>
                <a:gd name="T4" fmla="*/ 106 w 10"/>
                <a:gd name="T5" fmla="*/ 50 h 4"/>
                <a:gd name="T6" fmla="*/ 53 w 10"/>
                <a:gd name="T7" fmla="*/ 63 h 4"/>
                <a:gd name="T8" fmla="*/ 0 w 10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9" y="4"/>
                    <a:pt x="7" y="4"/>
                    <a:pt x="5" y="4"/>
                  </a:cubicBezTo>
                  <a:cubicBezTo>
                    <a:pt x="2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459">
              <a:extLst>
                <a:ext uri="{FF2B5EF4-FFF2-40B4-BE49-F238E27FC236}">
                  <a16:creationId xmlns:a16="http://schemas.microsoft.com/office/drawing/2014/main" id="{00A7FE77-9ABD-45FE-AB5A-1031C8EDE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719"/>
              <a:ext cx="21" cy="12"/>
            </a:xfrm>
            <a:custGeom>
              <a:avLst/>
              <a:gdLst>
                <a:gd name="T0" fmla="*/ 0 w 9"/>
                <a:gd name="T1" fmla="*/ 29 h 5"/>
                <a:gd name="T2" fmla="*/ 65 w 9"/>
                <a:gd name="T3" fmla="*/ 12 h 5"/>
                <a:gd name="T4" fmla="*/ 114 w 9"/>
                <a:gd name="T5" fmla="*/ 58 h 5"/>
                <a:gd name="T6" fmla="*/ 49 w 9"/>
                <a:gd name="T7" fmla="*/ 70 h 5"/>
                <a:gd name="T8" fmla="*/ 0 w 9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8" y="1"/>
                    <a:pt x="9" y="3"/>
                    <a:pt x="9" y="4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Freeform 460">
              <a:extLst>
                <a:ext uri="{FF2B5EF4-FFF2-40B4-BE49-F238E27FC236}">
                  <a16:creationId xmlns:a16="http://schemas.microsoft.com/office/drawing/2014/main" id="{F28162CF-6DEE-4184-8D29-719793D41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656"/>
              <a:ext cx="22" cy="13"/>
            </a:xfrm>
            <a:custGeom>
              <a:avLst/>
              <a:gdLst>
                <a:gd name="T0" fmla="*/ 9 w 10"/>
                <a:gd name="T1" fmla="*/ 34 h 5"/>
                <a:gd name="T2" fmla="*/ 64 w 10"/>
                <a:gd name="T3" fmla="*/ 21 h 5"/>
                <a:gd name="T4" fmla="*/ 106 w 10"/>
                <a:gd name="T5" fmla="*/ 68 h 5"/>
                <a:gd name="T6" fmla="*/ 53 w 10"/>
                <a:gd name="T7" fmla="*/ 88 h 5"/>
                <a:gd name="T8" fmla="*/ 9 w 10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4" name="Freeform 461">
              <a:extLst>
                <a:ext uri="{FF2B5EF4-FFF2-40B4-BE49-F238E27FC236}">
                  <a16:creationId xmlns:a16="http://schemas.microsoft.com/office/drawing/2014/main" id="{40EA91A1-F680-420C-9175-6A892790E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596"/>
              <a:ext cx="22" cy="12"/>
            </a:xfrm>
            <a:custGeom>
              <a:avLst/>
              <a:gdLst>
                <a:gd name="T0" fmla="*/ 0 w 10"/>
                <a:gd name="T1" fmla="*/ 29 h 5"/>
                <a:gd name="T2" fmla="*/ 53 w 10"/>
                <a:gd name="T3" fmla="*/ 0 h 5"/>
                <a:gd name="T4" fmla="*/ 106 w 10"/>
                <a:gd name="T5" fmla="*/ 41 h 5"/>
                <a:gd name="T6" fmla="*/ 53 w 10"/>
                <a:gd name="T7" fmla="*/ 58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9" y="4"/>
                    <a:pt x="7" y="5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5" name="Freeform 462">
              <a:extLst>
                <a:ext uri="{FF2B5EF4-FFF2-40B4-BE49-F238E27FC236}">
                  <a16:creationId xmlns:a16="http://schemas.microsoft.com/office/drawing/2014/main" id="{F0FF8DE9-4D7D-45AF-B6BC-49490F69E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536"/>
              <a:ext cx="23" cy="12"/>
            </a:xfrm>
            <a:custGeom>
              <a:avLst/>
              <a:gdLst>
                <a:gd name="T0" fmla="*/ 12 w 10"/>
                <a:gd name="T1" fmla="*/ 29 h 5"/>
                <a:gd name="T2" fmla="*/ 74 w 10"/>
                <a:gd name="T3" fmla="*/ 12 h 5"/>
                <a:gd name="T4" fmla="*/ 122 w 10"/>
                <a:gd name="T5" fmla="*/ 58 h 5"/>
                <a:gd name="T6" fmla="*/ 64 w 10"/>
                <a:gd name="T7" fmla="*/ 70 h 5"/>
                <a:gd name="T8" fmla="*/ 12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10" y="5"/>
                    <a:pt x="8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6" name="Freeform 463">
              <a:extLst>
                <a:ext uri="{FF2B5EF4-FFF2-40B4-BE49-F238E27FC236}">
                  <a16:creationId xmlns:a16="http://schemas.microsoft.com/office/drawing/2014/main" id="{200E6945-E4BE-4413-B436-408D00A0D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420"/>
              <a:ext cx="23" cy="12"/>
            </a:xfrm>
            <a:custGeom>
              <a:avLst/>
              <a:gdLst>
                <a:gd name="T0" fmla="*/ 12 w 10"/>
                <a:gd name="T1" fmla="*/ 12 h 5"/>
                <a:gd name="T2" fmla="*/ 74 w 10"/>
                <a:gd name="T3" fmla="*/ 0 h 5"/>
                <a:gd name="T4" fmla="*/ 122 w 10"/>
                <a:gd name="T5" fmla="*/ 41 h 5"/>
                <a:gd name="T6" fmla="*/ 64 w 10"/>
                <a:gd name="T7" fmla="*/ 58 h 5"/>
                <a:gd name="T8" fmla="*/ 12 w 10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8" y="5"/>
                    <a:pt x="5" y="4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7" name="Freeform 464">
              <a:extLst>
                <a:ext uri="{FF2B5EF4-FFF2-40B4-BE49-F238E27FC236}">
                  <a16:creationId xmlns:a16="http://schemas.microsoft.com/office/drawing/2014/main" id="{F16AF155-D1F9-4355-881E-EDD0870D0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367"/>
              <a:ext cx="23" cy="9"/>
            </a:xfrm>
            <a:custGeom>
              <a:avLst/>
              <a:gdLst>
                <a:gd name="T0" fmla="*/ 0 w 10"/>
                <a:gd name="T1" fmla="*/ 11 h 4"/>
                <a:gd name="T2" fmla="*/ 64 w 10"/>
                <a:gd name="T3" fmla="*/ 0 h 4"/>
                <a:gd name="T4" fmla="*/ 110 w 10"/>
                <a:gd name="T5" fmla="*/ 36 h 4"/>
                <a:gd name="T6" fmla="*/ 48 w 10"/>
                <a:gd name="T7" fmla="*/ 45 h 4"/>
                <a:gd name="T8" fmla="*/ 0 w 10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2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Freeform 465">
              <a:extLst>
                <a:ext uri="{FF2B5EF4-FFF2-40B4-BE49-F238E27FC236}">
                  <a16:creationId xmlns:a16="http://schemas.microsoft.com/office/drawing/2014/main" id="{5816E113-D61E-43A7-B74E-5F8EE259C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321"/>
              <a:ext cx="23" cy="9"/>
            </a:xfrm>
            <a:custGeom>
              <a:avLst/>
              <a:gdLst>
                <a:gd name="T0" fmla="*/ 0 w 10"/>
                <a:gd name="T1" fmla="*/ 11 h 4"/>
                <a:gd name="T2" fmla="*/ 64 w 10"/>
                <a:gd name="T3" fmla="*/ 0 h 4"/>
                <a:gd name="T4" fmla="*/ 110 w 10"/>
                <a:gd name="T5" fmla="*/ 36 h 4"/>
                <a:gd name="T6" fmla="*/ 48 w 10"/>
                <a:gd name="T7" fmla="*/ 45 h 4"/>
                <a:gd name="T8" fmla="*/ 0 w 10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2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Freeform 466">
              <a:extLst>
                <a:ext uri="{FF2B5EF4-FFF2-40B4-BE49-F238E27FC236}">
                  <a16:creationId xmlns:a16="http://schemas.microsoft.com/office/drawing/2014/main" id="{DEB7DC25-2B0A-4849-BC72-7D0873E12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3263"/>
              <a:ext cx="22" cy="12"/>
            </a:xfrm>
            <a:custGeom>
              <a:avLst/>
              <a:gdLst>
                <a:gd name="T0" fmla="*/ 0 w 10"/>
                <a:gd name="T1" fmla="*/ 29 h 5"/>
                <a:gd name="T2" fmla="*/ 53 w 10"/>
                <a:gd name="T3" fmla="*/ 12 h 5"/>
                <a:gd name="T4" fmla="*/ 97 w 10"/>
                <a:gd name="T5" fmla="*/ 41 h 5"/>
                <a:gd name="T6" fmla="*/ 44 w 10"/>
                <a:gd name="T7" fmla="*/ 58 h 5"/>
                <a:gd name="T8" fmla="*/ 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1"/>
                    <a:pt x="3" y="0"/>
                    <a:pt x="5" y="1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0" name="Freeform 467">
              <a:extLst>
                <a:ext uri="{FF2B5EF4-FFF2-40B4-BE49-F238E27FC236}">
                  <a16:creationId xmlns:a16="http://schemas.microsoft.com/office/drawing/2014/main" id="{BC3495F0-1081-4EC3-AEE2-7EE9137E2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3207"/>
              <a:ext cx="23" cy="10"/>
            </a:xfrm>
            <a:custGeom>
              <a:avLst/>
              <a:gdLst>
                <a:gd name="T0" fmla="*/ 12 w 10"/>
                <a:gd name="T1" fmla="*/ 20 h 4"/>
                <a:gd name="T2" fmla="*/ 74 w 10"/>
                <a:gd name="T3" fmla="*/ 0 h 4"/>
                <a:gd name="T4" fmla="*/ 122 w 10"/>
                <a:gd name="T5" fmla="*/ 50 h 4"/>
                <a:gd name="T6" fmla="*/ 64 w 10"/>
                <a:gd name="T7" fmla="*/ 63 h 4"/>
                <a:gd name="T8" fmla="*/ 12 w 10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8" y="4"/>
                    <a:pt x="5" y="4"/>
                  </a:cubicBezTo>
                  <a:cubicBezTo>
                    <a:pt x="2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1" name="Freeform 468">
              <a:extLst>
                <a:ext uri="{FF2B5EF4-FFF2-40B4-BE49-F238E27FC236}">
                  <a16:creationId xmlns:a16="http://schemas.microsoft.com/office/drawing/2014/main" id="{555FA2A3-E3B2-44F8-B7C6-2014CF5AB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473"/>
              <a:ext cx="23" cy="10"/>
            </a:xfrm>
            <a:custGeom>
              <a:avLst/>
              <a:gdLst>
                <a:gd name="T0" fmla="*/ 0 w 10"/>
                <a:gd name="T1" fmla="*/ 20 h 4"/>
                <a:gd name="T2" fmla="*/ 64 w 10"/>
                <a:gd name="T3" fmla="*/ 0 h 4"/>
                <a:gd name="T4" fmla="*/ 122 w 10"/>
                <a:gd name="T5" fmla="*/ 50 h 4"/>
                <a:gd name="T6" fmla="*/ 64 w 10"/>
                <a:gd name="T7" fmla="*/ 63 h 4"/>
                <a:gd name="T8" fmla="*/ 0 w 10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9" y="4"/>
                    <a:pt x="7" y="4"/>
                    <a:pt x="5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469">
              <a:extLst>
                <a:ext uri="{FF2B5EF4-FFF2-40B4-BE49-F238E27FC236}">
                  <a16:creationId xmlns:a16="http://schemas.microsoft.com/office/drawing/2014/main" id="{1A537741-5DE9-4A2E-AAC4-08B61058A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3128"/>
              <a:ext cx="23" cy="12"/>
            </a:xfrm>
            <a:custGeom>
              <a:avLst/>
              <a:gdLst>
                <a:gd name="T0" fmla="*/ 0 w 10"/>
                <a:gd name="T1" fmla="*/ 41 h 5"/>
                <a:gd name="T2" fmla="*/ 64 w 10"/>
                <a:gd name="T3" fmla="*/ 0 h 5"/>
                <a:gd name="T4" fmla="*/ 122 w 10"/>
                <a:gd name="T5" fmla="*/ 12 h 5"/>
                <a:gd name="T6" fmla="*/ 64 w 10"/>
                <a:gd name="T7" fmla="*/ 58 h 5"/>
                <a:gd name="T8" fmla="*/ 0 w 10"/>
                <a:gd name="T9" fmla="*/ 4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2"/>
                    <a:pt x="2" y="1"/>
                    <a:pt x="5" y="0"/>
                  </a:cubicBezTo>
                  <a:cubicBezTo>
                    <a:pt x="7" y="0"/>
                    <a:pt x="9" y="0"/>
                    <a:pt x="10" y="1"/>
                  </a:cubicBezTo>
                  <a:cubicBezTo>
                    <a:pt x="10" y="2"/>
                    <a:pt x="8" y="3"/>
                    <a:pt x="5" y="4"/>
                  </a:cubicBezTo>
                  <a:cubicBezTo>
                    <a:pt x="3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470">
              <a:extLst>
                <a:ext uri="{FF2B5EF4-FFF2-40B4-BE49-F238E27FC236}">
                  <a16:creationId xmlns:a16="http://schemas.microsoft.com/office/drawing/2014/main" id="{88CBECBD-3D76-4170-908F-C8ED3A5EA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3113"/>
              <a:ext cx="20" cy="12"/>
            </a:xfrm>
            <a:custGeom>
              <a:avLst/>
              <a:gdLst>
                <a:gd name="T0" fmla="*/ 0 w 9"/>
                <a:gd name="T1" fmla="*/ 29 h 5"/>
                <a:gd name="T2" fmla="*/ 53 w 9"/>
                <a:gd name="T3" fmla="*/ 12 h 5"/>
                <a:gd name="T4" fmla="*/ 98 w 9"/>
                <a:gd name="T5" fmla="*/ 41 h 5"/>
                <a:gd name="T6" fmla="*/ 44 w 9"/>
                <a:gd name="T7" fmla="*/ 70 h 5"/>
                <a:gd name="T8" fmla="*/ 0 w 9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4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471">
              <a:extLst>
                <a:ext uri="{FF2B5EF4-FFF2-40B4-BE49-F238E27FC236}">
                  <a16:creationId xmlns:a16="http://schemas.microsoft.com/office/drawing/2014/main" id="{762E7F82-6971-410B-A699-22D50A5D3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3231"/>
              <a:ext cx="18" cy="20"/>
            </a:xfrm>
            <a:custGeom>
              <a:avLst/>
              <a:gdLst>
                <a:gd name="T0" fmla="*/ 11 w 8"/>
                <a:gd name="T1" fmla="*/ 0 h 8"/>
                <a:gd name="T2" fmla="*/ 56 w 8"/>
                <a:gd name="T3" fmla="*/ 33 h 8"/>
                <a:gd name="T4" fmla="*/ 81 w 8"/>
                <a:gd name="T5" fmla="*/ 113 h 8"/>
                <a:gd name="T6" fmla="*/ 36 w 8"/>
                <a:gd name="T7" fmla="*/ 83 h 8"/>
                <a:gd name="T8" fmla="*/ 11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0"/>
                  </a:moveTo>
                  <a:cubicBezTo>
                    <a:pt x="1" y="0"/>
                    <a:pt x="3" y="0"/>
                    <a:pt x="5" y="2"/>
                  </a:cubicBezTo>
                  <a:cubicBezTo>
                    <a:pt x="7" y="4"/>
                    <a:pt x="8" y="6"/>
                    <a:pt x="7" y="7"/>
                  </a:cubicBezTo>
                  <a:cubicBezTo>
                    <a:pt x="7" y="8"/>
                    <a:pt x="5" y="7"/>
                    <a:pt x="3" y="5"/>
                  </a:cubicBezTo>
                  <a:cubicBezTo>
                    <a:pt x="1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472">
              <a:extLst>
                <a:ext uri="{FF2B5EF4-FFF2-40B4-BE49-F238E27FC236}">
                  <a16:creationId xmlns:a16="http://schemas.microsoft.com/office/drawing/2014/main" id="{30FF9916-5C52-4291-BB89-DE6EC01F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3432"/>
              <a:ext cx="14" cy="24"/>
            </a:xfrm>
            <a:custGeom>
              <a:avLst/>
              <a:gdLst>
                <a:gd name="T0" fmla="*/ 12 w 6"/>
                <a:gd name="T1" fmla="*/ 12 h 10"/>
                <a:gd name="T2" fmla="*/ 65 w 6"/>
                <a:gd name="T3" fmla="*/ 58 h 10"/>
                <a:gd name="T4" fmla="*/ 65 w 6"/>
                <a:gd name="T5" fmla="*/ 127 h 10"/>
                <a:gd name="T6" fmla="*/ 28 w 6"/>
                <a:gd name="T7" fmla="*/ 82 h 10"/>
                <a:gd name="T8" fmla="*/ 12 w 6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2" y="0"/>
                    <a:pt x="4" y="2"/>
                    <a:pt x="5" y="4"/>
                  </a:cubicBezTo>
                  <a:cubicBezTo>
                    <a:pt x="6" y="7"/>
                    <a:pt x="6" y="9"/>
                    <a:pt x="5" y="9"/>
                  </a:cubicBezTo>
                  <a:cubicBezTo>
                    <a:pt x="4" y="10"/>
                    <a:pt x="3" y="8"/>
                    <a:pt x="2" y="6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473">
              <a:extLst>
                <a:ext uri="{FF2B5EF4-FFF2-40B4-BE49-F238E27FC236}">
                  <a16:creationId xmlns:a16="http://schemas.microsoft.com/office/drawing/2014/main" id="{13B3A08A-7142-4D0B-B52F-E20DD6DE8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" y="3666"/>
              <a:ext cx="9" cy="22"/>
            </a:xfrm>
            <a:custGeom>
              <a:avLst/>
              <a:gdLst>
                <a:gd name="T0" fmla="*/ 25 w 4"/>
                <a:gd name="T1" fmla="*/ 0 h 9"/>
                <a:gd name="T2" fmla="*/ 45 w 4"/>
                <a:gd name="T3" fmla="*/ 71 h 9"/>
                <a:gd name="T4" fmla="*/ 11 w 4"/>
                <a:gd name="T5" fmla="*/ 132 h 9"/>
                <a:gd name="T6" fmla="*/ 0 w 4"/>
                <a:gd name="T7" fmla="*/ 59 h 9"/>
                <a:gd name="T8" fmla="*/ 25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3" y="0"/>
                    <a:pt x="4" y="2"/>
                    <a:pt x="4" y="5"/>
                  </a:cubicBezTo>
                  <a:cubicBezTo>
                    <a:pt x="4" y="7"/>
                    <a:pt x="2" y="9"/>
                    <a:pt x="1" y="9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474">
              <a:extLst>
                <a:ext uri="{FF2B5EF4-FFF2-40B4-BE49-F238E27FC236}">
                  <a16:creationId xmlns:a16="http://schemas.microsoft.com/office/drawing/2014/main" id="{ACCB8788-4DBA-47A0-9C86-AE408B1A6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6" y="3883"/>
              <a:ext cx="13" cy="22"/>
            </a:xfrm>
            <a:custGeom>
              <a:avLst/>
              <a:gdLst>
                <a:gd name="T0" fmla="*/ 52 w 6"/>
                <a:gd name="T1" fmla="*/ 0 h 9"/>
                <a:gd name="T2" fmla="*/ 52 w 6"/>
                <a:gd name="T3" fmla="*/ 71 h 9"/>
                <a:gd name="T4" fmla="*/ 9 w 6"/>
                <a:gd name="T5" fmla="*/ 132 h 9"/>
                <a:gd name="T6" fmla="*/ 9 w 6"/>
                <a:gd name="T7" fmla="*/ 59 h 9"/>
                <a:gd name="T8" fmla="*/ 52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6" y="1"/>
                    <a:pt x="6" y="3"/>
                    <a:pt x="5" y="5"/>
                  </a:cubicBezTo>
                  <a:cubicBezTo>
                    <a:pt x="4" y="8"/>
                    <a:pt x="2" y="9"/>
                    <a:pt x="1" y="9"/>
                  </a:cubicBezTo>
                  <a:cubicBezTo>
                    <a:pt x="0" y="9"/>
                    <a:pt x="0" y="6"/>
                    <a:pt x="1" y="4"/>
                  </a:cubicBezTo>
                  <a:cubicBezTo>
                    <a:pt x="2" y="2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475">
              <a:extLst>
                <a:ext uri="{FF2B5EF4-FFF2-40B4-BE49-F238E27FC236}">
                  <a16:creationId xmlns:a16="http://schemas.microsoft.com/office/drawing/2014/main" id="{3B8184C1-73D5-4571-A048-EE4511DCC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4062"/>
              <a:ext cx="18" cy="22"/>
            </a:xfrm>
            <a:custGeom>
              <a:avLst/>
              <a:gdLst>
                <a:gd name="T0" fmla="*/ 92 w 8"/>
                <a:gd name="T1" fmla="*/ 12 h 9"/>
                <a:gd name="T2" fmla="*/ 72 w 8"/>
                <a:gd name="T3" fmla="*/ 90 h 9"/>
                <a:gd name="T4" fmla="*/ 11 w 8"/>
                <a:gd name="T5" fmla="*/ 120 h 9"/>
                <a:gd name="T6" fmla="*/ 36 w 8"/>
                <a:gd name="T7" fmla="*/ 42 h 9"/>
                <a:gd name="T8" fmla="*/ 92 w 8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8" y="1"/>
                  </a:moveTo>
                  <a:cubicBezTo>
                    <a:pt x="8" y="2"/>
                    <a:pt x="8" y="4"/>
                    <a:pt x="6" y="6"/>
                  </a:cubicBezTo>
                  <a:cubicBezTo>
                    <a:pt x="4" y="8"/>
                    <a:pt x="2" y="9"/>
                    <a:pt x="1" y="8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476">
              <a:extLst>
                <a:ext uri="{FF2B5EF4-FFF2-40B4-BE49-F238E27FC236}">
                  <a16:creationId xmlns:a16="http://schemas.microsoft.com/office/drawing/2014/main" id="{2153CF26-311A-401D-ABBF-524F1F928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4164"/>
              <a:ext cx="23" cy="12"/>
            </a:xfrm>
            <a:custGeom>
              <a:avLst/>
              <a:gdLst>
                <a:gd name="T0" fmla="*/ 110 w 10"/>
                <a:gd name="T1" fmla="*/ 29 h 5"/>
                <a:gd name="T2" fmla="*/ 64 w 10"/>
                <a:gd name="T3" fmla="*/ 70 h 5"/>
                <a:gd name="T4" fmla="*/ 0 w 10"/>
                <a:gd name="T5" fmla="*/ 58 h 5"/>
                <a:gd name="T6" fmla="*/ 48 w 10"/>
                <a:gd name="T7" fmla="*/ 12 h 5"/>
                <a:gd name="T8" fmla="*/ 110 w 10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9" y="2"/>
                  </a:moveTo>
                  <a:cubicBezTo>
                    <a:pt x="10" y="3"/>
                    <a:pt x="8" y="4"/>
                    <a:pt x="5" y="5"/>
                  </a:cubicBezTo>
                  <a:cubicBezTo>
                    <a:pt x="3" y="5"/>
                    <a:pt x="0" y="5"/>
                    <a:pt x="0" y="4"/>
                  </a:cubicBezTo>
                  <a:cubicBezTo>
                    <a:pt x="0" y="3"/>
                    <a:pt x="2" y="1"/>
                    <a:pt x="4" y="1"/>
                  </a:cubicBezTo>
                  <a:cubicBezTo>
                    <a:pt x="7" y="0"/>
                    <a:pt x="9" y="1"/>
                    <a:pt x="9" y="2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477">
              <a:extLst>
                <a:ext uri="{FF2B5EF4-FFF2-40B4-BE49-F238E27FC236}">
                  <a16:creationId xmlns:a16="http://schemas.microsoft.com/office/drawing/2014/main" id="{7CF65710-A1D6-4DC1-AC1D-727674A14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4127"/>
              <a:ext cx="20" cy="15"/>
            </a:xfrm>
            <a:custGeom>
              <a:avLst/>
              <a:gdLst>
                <a:gd name="T0" fmla="*/ 98 w 9"/>
                <a:gd name="T1" fmla="*/ 83 h 6"/>
                <a:gd name="T2" fmla="*/ 44 w 9"/>
                <a:gd name="T3" fmla="*/ 83 h 6"/>
                <a:gd name="T4" fmla="*/ 9 w 9"/>
                <a:gd name="T5" fmla="*/ 20 h 6"/>
                <a:gd name="T6" fmla="*/ 64 w 9"/>
                <a:gd name="T7" fmla="*/ 33 h 6"/>
                <a:gd name="T8" fmla="*/ 98 w 9"/>
                <a:gd name="T9" fmla="*/ 8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2"/>
                  </a:cubicBezTo>
                  <a:cubicBezTo>
                    <a:pt x="8" y="3"/>
                    <a:pt x="9" y="4"/>
                    <a:pt x="9" y="5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478">
              <a:extLst>
                <a:ext uri="{FF2B5EF4-FFF2-40B4-BE49-F238E27FC236}">
                  <a16:creationId xmlns:a16="http://schemas.microsoft.com/office/drawing/2014/main" id="{2AFECF26-EC8B-48C1-AD47-A39196707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3444"/>
              <a:ext cx="98" cy="92"/>
            </a:xfrm>
            <a:custGeom>
              <a:avLst/>
              <a:gdLst>
                <a:gd name="T0" fmla="*/ 11 w 43"/>
                <a:gd name="T1" fmla="*/ 111 h 38"/>
                <a:gd name="T2" fmla="*/ 48 w 43"/>
                <a:gd name="T3" fmla="*/ 339 h 38"/>
                <a:gd name="T4" fmla="*/ 141 w 43"/>
                <a:gd name="T5" fmla="*/ 399 h 38"/>
                <a:gd name="T6" fmla="*/ 212 w 43"/>
                <a:gd name="T7" fmla="*/ 450 h 38"/>
                <a:gd name="T8" fmla="*/ 369 w 43"/>
                <a:gd name="T9" fmla="*/ 358 h 38"/>
                <a:gd name="T10" fmla="*/ 415 w 43"/>
                <a:gd name="T11" fmla="*/ 259 h 38"/>
                <a:gd name="T12" fmla="*/ 483 w 43"/>
                <a:gd name="T13" fmla="*/ 169 h 38"/>
                <a:gd name="T14" fmla="*/ 390 w 43"/>
                <a:gd name="T15" fmla="*/ 58 h 38"/>
                <a:gd name="T16" fmla="*/ 11 w 43"/>
                <a:gd name="T17" fmla="*/ 111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38">
                  <a:moveTo>
                    <a:pt x="1" y="8"/>
                  </a:moveTo>
                  <a:cubicBezTo>
                    <a:pt x="0" y="11"/>
                    <a:pt x="1" y="21"/>
                    <a:pt x="4" y="24"/>
                  </a:cubicBezTo>
                  <a:cubicBezTo>
                    <a:pt x="6" y="27"/>
                    <a:pt x="9" y="27"/>
                    <a:pt x="12" y="28"/>
                  </a:cubicBezTo>
                  <a:cubicBezTo>
                    <a:pt x="15" y="29"/>
                    <a:pt x="15" y="30"/>
                    <a:pt x="18" y="32"/>
                  </a:cubicBezTo>
                  <a:cubicBezTo>
                    <a:pt x="24" y="38"/>
                    <a:pt x="28" y="30"/>
                    <a:pt x="31" y="25"/>
                  </a:cubicBezTo>
                  <a:cubicBezTo>
                    <a:pt x="32" y="23"/>
                    <a:pt x="33" y="20"/>
                    <a:pt x="35" y="18"/>
                  </a:cubicBezTo>
                  <a:cubicBezTo>
                    <a:pt x="37" y="16"/>
                    <a:pt x="40" y="14"/>
                    <a:pt x="41" y="12"/>
                  </a:cubicBezTo>
                  <a:cubicBezTo>
                    <a:pt x="43" y="6"/>
                    <a:pt x="38" y="6"/>
                    <a:pt x="33" y="4"/>
                  </a:cubicBezTo>
                  <a:cubicBezTo>
                    <a:pt x="28" y="2"/>
                    <a:pt x="4" y="0"/>
                    <a:pt x="1" y="8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479">
              <a:extLst>
                <a:ext uri="{FF2B5EF4-FFF2-40B4-BE49-F238E27FC236}">
                  <a16:creationId xmlns:a16="http://schemas.microsoft.com/office/drawing/2014/main" id="{165F05C7-30AE-4C84-A7A8-D56A61391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3444"/>
              <a:ext cx="98" cy="92"/>
            </a:xfrm>
            <a:custGeom>
              <a:avLst/>
              <a:gdLst>
                <a:gd name="T0" fmla="*/ 11 w 43"/>
                <a:gd name="T1" fmla="*/ 111 h 38"/>
                <a:gd name="T2" fmla="*/ 48 w 43"/>
                <a:gd name="T3" fmla="*/ 339 h 38"/>
                <a:gd name="T4" fmla="*/ 141 w 43"/>
                <a:gd name="T5" fmla="*/ 399 h 38"/>
                <a:gd name="T6" fmla="*/ 212 w 43"/>
                <a:gd name="T7" fmla="*/ 450 h 38"/>
                <a:gd name="T8" fmla="*/ 369 w 43"/>
                <a:gd name="T9" fmla="*/ 358 h 38"/>
                <a:gd name="T10" fmla="*/ 415 w 43"/>
                <a:gd name="T11" fmla="*/ 259 h 38"/>
                <a:gd name="T12" fmla="*/ 483 w 43"/>
                <a:gd name="T13" fmla="*/ 169 h 38"/>
                <a:gd name="T14" fmla="*/ 390 w 43"/>
                <a:gd name="T15" fmla="*/ 58 h 38"/>
                <a:gd name="T16" fmla="*/ 11 w 43"/>
                <a:gd name="T17" fmla="*/ 111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38">
                  <a:moveTo>
                    <a:pt x="1" y="8"/>
                  </a:moveTo>
                  <a:cubicBezTo>
                    <a:pt x="0" y="11"/>
                    <a:pt x="1" y="21"/>
                    <a:pt x="4" y="24"/>
                  </a:cubicBezTo>
                  <a:cubicBezTo>
                    <a:pt x="6" y="27"/>
                    <a:pt x="9" y="27"/>
                    <a:pt x="12" y="28"/>
                  </a:cubicBezTo>
                  <a:cubicBezTo>
                    <a:pt x="15" y="29"/>
                    <a:pt x="15" y="30"/>
                    <a:pt x="18" y="32"/>
                  </a:cubicBezTo>
                  <a:cubicBezTo>
                    <a:pt x="24" y="38"/>
                    <a:pt x="28" y="30"/>
                    <a:pt x="31" y="25"/>
                  </a:cubicBezTo>
                  <a:cubicBezTo>
                    <a:pt x="32" y="23"/>
                    <a:pt x="33" y="20"/>
                    <a:pt x="35" y="18"/>
                  </a:cubicBezTo>
                  <a:cubicBezTo>
                    <a:pt x="37" y="16"/>
                    <a:pt x="40" y="14"/>
                    <a:pt x="41" y="12"/>
                  </a:cubicBezTo>
                  <a:cubicBezTo>
                    <a:pt x="43" y="6"/>
                    <a:pt x="38" y="6"/>
                    <a:pt x="33" y="4"/>
                  </a:cubicBezTo>
                  <a:cubicBezTo>
                    <a:pt x="28" y="2"/>
                    <a:pt x="4" y="0"/>
                    <a:pt x="1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480">
              <a:extLst>
                <a:ext uri="{FF2B5EF4-FFF2-40B4-BE49-F238E27FC236}">
                  <a16:creationId xmlns:a16="http://schemas.microsoft.com/office/drawing/2014/main" id="{92779BE8-8A1C-49B8-A657-E00567C75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500"/>
              <a:ext cx="11" cy="14"/>
            </a:xfrm>
            <a:custGeom>
              <a:avLst/>
              <a:gdLst>
                <a:gd name="T0" fmla="*/ 0 w 5"/>
                <a:gd name="T1" fmla="*/ 0 h 6"/>
                <a:gd name="T2" fmla="*/ 20 w 5"/>
                <a:gd name="T3" fmla="*/ 28 h 6"/>
                <a:gd name="T4" fmla="*/ 33 w 5"/>
                <a:gd name="T5" fmla="*/ 49 h 6"/>
                <a:gd name="T6" fmla="*/ 44 w 5"/>
                <a:gd name="T7" fmla="*/ 65 h 6"/>
                <a:gd name="T8" fmla="*/ 53 w 5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6"/>
                    <a:pt x="4" y="6"/>
                    <a:pt x="5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481">
              <a:extLst>
                <a:ext uri="{FF2B5EF4-FFF2-40B4-BE49-F238E27FC236}">
                  <a16:creationId xmlns:a16="http://schemas.microsoft.com/office/drawing/2014/main" id="{018FFD74-6CFF-4C09-8C5C-E27921C5C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461"/>
              <a:ext cx="18" cy="26"/>
            </a:xfrm>
            <a:custGeom>
              <a:avLst/>
              <a:gdLst>
                <a:gd name="T0" fmla="*/ 0 w 8"/>
                <a:gd name="T1" fmla="*/ 12 h 11"/>
                <a:gd name="T2" fmla="*/ 36 w 8"/>
                <a:gd name="T3" fmla="*/ 12 h 11"/>
                <a:gd name="T4" fmla="*/ 56 w 8"/>
                <a:gd name="T5" fmla="*/ 66 h 11"/>
                <a:gd name="T6" fmla="*/ 72 w 8"/>
                <a:gd name="T7" fmla="*/ 118 h 11"/>
                <a:gd name="T8" fmla="*/ 92 w 8"/>
                <a:gd name="T9" fmla="*/ 1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0" y="1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4" y="2"/>
                    <a:pt x="5" y="3"/>
                    <a:pt x="5" y="5"/>
                  </a:cubicBezTo>
                  <a:cubicBezTo>
                    <a:pt x="5" y="7"/>
                    <a:pt x="5" y="8"/>
                    <a:pt x="6" y="9"/>
                  </a:cubicBezTo>
                  <a:cubicBezTo>
                    <a:pt x="7" y="10"/>
                    <a:pt x="8" y="10"/>
                    <a:pt x="8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482">
              <a:extLst>
                <a:ext uri="{FF2B5EF4-FFF2-40B4-BE49-F238E27FC236}">
                  <a16:creationId xmlns:a16="http://schemas.microsoft.com/office/drawing/2014/main" id="{06A44E16-31F1-49FF-859C-A790A76CB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471"/>
              <a:ext cx="5" cy="19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57 h 8"/>
                <a:gd name="T4" fmla="*/ 20 w 2"/>
                <a:gd name="T5" fmla="*/ 78 h 8"/>
                <a:gd name="T6" fmla="*/ 0 w 2"/>
                <a:gd name="T7" fmla="*/ 10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1" y="2"/>
                    <a:pt x="2" y="3"/>
                    <a:pt x="2" y="4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7"/>
                    <a:pt x="0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483">
              <a:extLst>
                <a:ext uri="{FF2B5EF4-FFF2-40B4-BE49-F238E27FC236}">
                  <a16:creationId xmlns:a16="http://schemas.microsoft.com/office/drawing/2014/main" id="{F70FB8D6-2614-49D3-834A-144A56C74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456"/>
              <a:ext cx="18" cy="27"/>
            </a:xfrm>
            <a:custGeom>
              <a:avLst/>
              <a:gdLst>
                <a:gd name="T0" fmla="*/ 0 w 8"/>
                <a:gd name="T1" fmla="*/ 0 h 11"/>
                <a:gd name="T2" fmla="*/ 45 w 8"/>
                <a:gd name="T3" fmla="*/ 12 h 11"/>
                <a:gd name="T4" fmla="*/ 92 w 8"/>
                <a:gd name="T5" fmla="*/ 42 h 11"/>
                <a:gd name="T6" fmla="*/ 81 w 8"/>
                <a:gd name="T7" fmla="*/ 103 h 11"/>
                <a:gd name="T8" fmla="*/ 45 w 8"/>
                <a:gd name="T9" fmla="*/ 162 h 11"/>
                <a:gd name="T10" fmla="*/ 45 w 8"/>
                <a:gd name="T11" fmla="*/ 120 h 11"/>
                <a:gd name="T12" fmla="*/ 56 w 8"/>
                <a:gd name="T13" fmla="*/ 71 h 11"/>
                <a:gd name="T14" fmla="*/ 0 w 8"/>
                <a:gd name="T15" fmla="*/ 12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5" y="2"/>
                    <a:pt x="7" y="2"/>
                    <a:pt x="8" y="3"/>
                  </a:cubicBezTo>
                  <a:cubicBezTo>
                    <a:pt x="8" y="4"/>
                    <a:pt x="8" y="6"/>
                    <a:pt x="7" y="7"/>
                  </a:cubicBezTo>
                  <a:cubicBezTo>
                    <a:pt x="6" y="8"/>
                    <a:pt x="5" y="9"/>
                    <a:pt x="4" y="11"/>
                  </a:cubicBezTo>
                  <a:cubicBezTo>
                    <a:pt x="4" y="10"/>
                    <a:pt x="4" y="9"/>
                    <a:pt x="4" y="8"/>
                  </a:cubicBezTo>
                  <a:cubicBezTo>
                    <a:pt x="4" y="7"/>
                    <a:pt x="5" y="6"/>
                    <a:pt x="5" y="5"/>
                  </a:cubicBezTo>
                  <a:cubicBezTo>
                    <a:pt x="5" y="3"/>
                    <a:pt x="2" y="1"/>
                    <a:pt x="0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484">
              <a:extLst>
                <a:ext uri="{FF2B5EF4-FFF2-40B4-BE49-F238E27FC236}">
                  <a16:creationId xmlns:a16="http://schemas.microsoft.com/office/drawing/2014/main" id="{76451B9C-0BB0-4AEE-9F58-D09CCD232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490"/>
              <a:ext cx="36" cy="34"/>
            </a:xfrm>
            <a:custGeom>
              <a:avLst/>
              <a:gdLst>
                <a:gd name="T0" fmla="*/ 182 w 16"/>
                <a:gd name="T1" fmla="*/ 12 h 14"/>
                <a:gd name="T2" fmla="*/ 92 w 16"/>
                <a:gd name="T3" fmla="*/ 170 h 14"/>
                <a:gd name="T4" fmla="*/ 56 w 16"/>
                <a:gd name="T5" fmla="*/ 202 h 14"/>
                <a:gd name="T6" fmla="*/ 0 w 16"/>
                <a:gd name="T7" fmla="*/ 160 h 14"/>
                <a:gd name="T8" fmla="*/ 56 w 16"/>
                <a:gd name="T9" fmla="*/ 160 h 14"/>
                <a:gd name="T10" fmla="*/ 117 w 16"/>
                <a:gd name="T11" fmla="*/ 100 h 14"/>
                <a:gd name="T12" fmla="*/ 182 w 16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16" y="1"/>
                  </a:moveTo>
                  <a:cubicBezTo>
                    <a:pt x="13" y="5"/>
                    <a:pt x="11" y="9"/>
                    <a:pt x="8" y="12"/>
                  </a:cubicBezTo>
                  <a:cubicBezTo>
                    <a:pt x="7" y="13"/>
                    <a:pt x="6" y="14"/>
                    <a:pt x="5" y="14"/>
                  </a:cubicBezTo>
                  <a:cubicBezTo>
                    <a:pt x="3" y="14"/>
                    <a:pt x="1" y="12"/>
                    <a:pt x="0" y="11"/>
                  </a:cubicBezTo>
                  <a:cubicBezTo>
                    <a:pt x="2" y="12"/>
                    <a:pt x="3" y="12"/>
                    <a:pt x="5" y="11"/>
                  </a:cubicBezTo>
                  <a:cubicBezTo>
                    <a:pt x="7" y="10"/>
                    <a:pt x="9" y="9"/>
                    <a:pt x="10" y="7"/>
                  </a:cubicBezTo>
                  <a:cubicBezTo>
                    <a:pt x="11" y="4"/>
                    <a:pt x="14" y="3"/>
                    <a:pt x="1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485">
              <a:extLst>
                <a:ext uri="{FF2B5EF4-FFF2-40B4-BE49-F238E27FC236}">
                  <a16:creationId xmlns:a16="http://schemas.microsoft.com/office/drawing/2014/main" id="{7EB4B8F7-8A22-4E31-9207-6F5A28AC3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458"/>
              <a:ext cx="18" cy="29"/>
            </a:xfrm>
            <a:custGeom>
              <a:avLst/>
              <a:gdLst>
                <a:gd name="T0" fmla="*/ 36 w 8"/>
                <a:gd name="T1" fmla="*/ 29 h 12"/>
                <a:gd name="T2" fmla="*/ 56 w 8"/>
                <a:gd name="T3" fmla="*/ 111 h 12"/>
                <a:gd name="T4" fmla="*/ 92 w 8"/>
                <a:gd name="T5" fmla="*/ 169 h 12"/>
                <a:gd name="T6" fmla="*/ 72 w 8"/>
                <a:gd name="T7" fmla="*/ 111 h 12"/>
                <a:gd name="T8" fmla="*/ 56 w 8"/>
                <a:gd name="T9" fmla="*/ 41 h 12"/>
                <a:gd name="T10" fmla="*/ 0 w 8"/>
                <a:gd name="T11" fmla="*/ 12 h 12"/>
                <a:gd name="T12" fmla="*/ 45 w 8"/>
                <a:gd name="T13" fmla="*/ 2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2">
                  <a:moveTo>
                    <a:pt x="3" y="2"/>
                  </a:moveTo>
                  <a:cubicBezTo>
                    <a:pt x="5" y="3"/>
                    <a:pt x="4" y="6"/>
                    <a:pt x="5" y="8"/>
                  </a:cubicBezTo>
                  <a:cubicBezTo>
                    <a:pt x="5" y="10"/>
                    <a:pt x="7" y="10"/>
                    <a:pt x="8" y="12"/>
                  </a:cubicBezTo>
                  <a:cubicBezTo>
                    <a:pt x="7" y="10"/>
                    <a:pt x="7" y="9"/>
                    <a:pt x="6" y="8"/>
                  </a:cubicBezTo>
                  <a:cubicBezTo>
                    <a:pt x="6" y="6"/>
                    <a:pt x="7" y="5"/>
                    <a:pt x="5" y="3"/>
                  </a:cubicBezTo>
                  <a:cubicBezTo>
                    <a:pt x="4" y="1"/>
                    <a:pt x="2" y="0"/>
                    <a:pt x="0" y="1"/>
                  </a:cubicBezTo>
                  <a:cubicBezTo>
                    <a:pt x="2" y="1"/>
                    <a:pt x="3" y="2"/>
                    <a:pt x="4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486">
              <a:extLst>
                <a:ext uri="{FF2B5EF4-FFF2-40B4-BE49-F238E27FC236}">
                  <a16:creationId xmlns:a16="http://schemas.microsoft.com/office/drawing/2014/main" id="{8A0B9B8C-398E-4DB9-9B32-63D002A72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473"/>
              <a:ext cx="24" cy="36"/>
            </a:xfrm>
            <a:custGeom>
              <a:avLst/>
              <a:gdLst>
                <a:gd name="T0" fmla="*/ 61 w 11"/>
                <a:gd name="T1" fmla="*/ 98 h 15"/>
                <a:gd name="T2" fmla="*/ 81 w 11"/>
                <a:gd name="T3" fmla="*/ 168 h 15"/>
                <a:gd name="T4" fmla="*/ 113 w 11"/>
                <a:gd name="T5" fmla="*/ 206 h 15"/>
                <a:gd name="T6" fmla="*/ 72 w 11"/>
                <a:gd name="T7" fmla="*/ 178 h 15"/>
                <a:gd name="T8" fmla="*/ 44 w 11"/>
                <a:gd name="T9" fmla="*/ 149 h 15"/>
                <a:gd name="T10" fmla="*/ 9 w 11"/>
                <a:gd name="T11" fmla="*/ 70 h 15"/>
                <a:gd name="T12" fmla="*/ 9 w 11"/>
                <a:gd name="T13" fmla="*/ 0 h 15"/>
                <a:gd name="T14" fmla="*/ 33 w 11"/>
                <a:gd name="T15" fmla="*/ 58 h 15"/>
                <a:gd name="T16" fmla="*/ 61 w 11"/>
                <a:gd name="T17" fmla="*/ 9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5">
                  <a:moveTo>
                    <a:pt x="6" y="7"/>
                  </a:moveTo>
                  <a:cubicBezTo>
                    <a:pt x="6" y="9"/>
                    <a:pt x="6" y="11"/>
                    <a:pt x="8" y="12"/>
                  </a:cubicBezTo>
                  <a:cubicBezTo>
                    <a:pt x="9" y="13"/>
                    <a:pt x="11" y="13"/>
                    <a:pt x="11" y="15"/>
                  </a:cubicBezTo>
                  <a:cubicBezTo>
                    <a:pt x="11" y="14"/>
                    <a:pt x="8" y="14"/>
                    <a:pt x="7" y="13"/>
                  </a:cubicBezTo>
                  <a:cubicBezTo>
                    <a:pt x="6" y="13"/>
                    <a:pt x="5" y="12"/>
                    <a:pt x="4" y="11"/>
                  </a:cubicBezTo>
                  <a:cubicBezTo>
                    <a:pt x="2" y="9"/>
                    <a:pt x="2" y="7"/>
                    <a:pt x="1" y="5"/>
                  </a:cubicBezTo>
                  <a:cubicBezTo>
                    <a:pt x="1" y="4"/>
                    <a:pt x="0" y="0"/>
                    <a:pt x="1" y="0"/>
                  </a:cubicBezTo>
                  <a:cubicBezTo>
                    <a:pt x="1" y="1"/>
                    <a:pt x="2" y="3"/>
                    <a:pt x="3" y="4"/>
                  </a:cubicBezTo>
                  <a:cubicBezTo>
                    <a:pt x="5" y="5"/>
                    <a:pt x="6" y="5"/>
                    <a:pt x="6" y="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487">
              <a:extLst>
                <a:ext uri="{FF2B5EF4-FFF2-40B4-BE49-F238E27FC236}">
                  <a16:creationId xmlns:a16="http://schemas.microsoft.com/office/drawing/2014/main" id="{24865E73-332C-4AB7-BE7E-0AD7ECEF8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509"/>
              <a:ext cx="18" cy="15"/>
            </a:xfrm>
            <a:custGeom>
              <a:avLst/>
              <a:gdLst>
                <a:gd name="T0" fmla="*/ 0 w 8"/>
                <a:gd name="T1" fmla="*/ 83 h 6"/>
                <a:gd name="T2" fmla="*/ 92 w 8"/>
                <a:gd name="T3" fmla="*/ 0 h 6"/>
                <a:gd name="T4" fmla="*/ 45 w 8"/>
                <a:gd name="T5" fmla="*/ 63 h 6"/>
                <a:gd name="T6" fmla="*/ 0 w 8"/>
                <a:gd name="T7" fmla="*/ 8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4" y="6"/>
                    <a:pt x="7" y="3"/>
                    <a:pt x="8" y="0"/>
                  </a:cubicBezTo>
                  <a:cubicBezTo>
                    <a:pt x="6" y="1"/>
                    <a:pt x="6" y="3"/>
                    <a:pt x="4" y="4"/>
                  </a:cubicBezTo>
                  <a:cubicBezTo>
                    <a:pt x="3" y="5"/>
                    <a:pt x="1" y="5"/>
                    <a:pt x="0" y="5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488">
              <a:extLst>
                <a:ext uri="{FF2B5EF4-FFF2-40B4-BE49-F238E27FC236}">
                  <a16:creationId xmlns:a16="http://schemas.microsoft.com/office/drawing/2014/main" id="{01609947-F8E2-478E-B2CA-2D498225A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461"/>
              <a:ext cx="9" cy="19"/>
            </a:xfrm>
            <a:custGeom>
              <a:avLst/>
              <a:gdLst>
                <a:gd name="T0" fmla="*/ 45 w 4"/>
                <a:gd name="T1" fmla="*/ 29 h 8"/>
                <a:gd name="T2" fmla="*/ 0 w 4"/>
                <a:gd name="T3" fmla="*/ 107 h 8"/>
                <a:gd name="T4" fmla="*/ 25 w 4"/>
                <a:gd name="T5" fmla="*/ 12 h 8"/>
                <a:gd name="T6" fmla="*/ 45 w 4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4" y="2"/>
                  </a:moveTo>
                  <a:cubicBezTo>
                    <a:pt x="4" y="4"/>
                    <a:pt x="2" y="6"/>
                    <a:pt x="0" y="8"/>
                  </a:cubicBezTo>
                  <a:cubicBezTo>
                    <a:pt x="2" y="6"/>
                    <a:pt x="4" y="3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2" name="Freeform 489">
              <a:extLst>
                <a:ext uri="{FF2B5EF4-FFF2-40B4-BE49-F238E27FC236}">
                  <a16:creationId xmlns:a16="http://schemas.microsoft.com/office/drawing/2014/main" id="{F55A7C04-3262-446E-A8CF-DDBE550FD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485"/>
              <a:ext cx="20" cy="24"/>
            </a:xfrm>
            <a:custGeom>
              <a:avLst/>
              <a:gdLst>
                <a:gd name="T0" fmla="*/ 0 w 9"/>
                <a:gd name="T1" fmla="*/ 0 h 10"/>
                <a:gd name="T2" fmla="*/ 9 w 9"/>
                <a:gd name="T3" fmla="*/ 70 h 10"/>
                <a:gd name="T4" fmla="*/ 36 w 9"/>
                <a:gd name="T5" fmla="*/ 98 h 10"/>
                <a:gd name="T6" fmla="*/ 98 w 9"/>
                <a:gd name="T7" fmla="*/ 139 h 10"/>
                <a:gd name="T8" fmla="*/ 44 w 9"/>
                <a:gd name="T9" fmla="*/ 98 h 10"/>
                <a:gd name="T10" fmla="*/ 9 w 9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4" y="8"/>
                    <a:pt x="8" y="8"/>
                    <a:pt x="9" y="10"/>
                  </a:cubicBezTo>
                  <a:cubicBezTo>
                    <a:pt x="8" y="7"/>
                    <a:pt x="6" y="8"/>
                    <a:pt x="4" y="7"/>
                  </a:cubicBezTo>
                  <a:cubicBezTo>
                    <a:pt x="1" y="5"/>
                    <a:pt x="1" y="3"/>
                    <a:pt x="1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490">
              <a:extLst>
                <a:ext uri="{FF2B5EF4-FFF2-40B4-BE49-F238E27FC236}">
                  <a16:creationId xmlns:a16="http://schemas.microsoft.com/office/drawing/2014/main" id="{AA7FA0A3-7520-4AE8-9B2E-040C7E277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3454"/>
              <a:ext cx="34" cy="12"/>
            </a:xfrm>
            <a:custGeom>
              <a:avLst/>
              <a:gdLst>
                <a:gd name="T0" fmla="*/ 0 w 15"/>
                <a:gd name="T1" fmla="*/ 70 h 5"/>
                <a:gd name="T2" fmla="*/ 57 w 15"/>
                <a:gd name="T3" fmla="*/ 12 h 5"/>
                <a:gd name="T4" fmla="*/ 129 w 15"/>
                <a:gd name="T5" fmla="*/ 0 h 5"/>
                <a:gd name="T6" fmla="*/ 175 w 15"/>
                <a:gd name="T7" fmla="*/ 0 h 5"/>
                <a:gd name="T8" fmla="*/ 150 w 15"/>
                <a:gd name="T9" fmla="*/ 12 h 5"/>
                <a:gd name="T10" fmla="*/ 102 w 15"/>
                <a:gd name="T11" fmla="*/ 12 h 5"/>
                <a:gd name="T12" fmla="*/ 45 w 15"/>
                <a:gd name="T13" fmla="*/ 29 h 5"/>
                <a:gd name="T14" fmla="*/ 11 w 15"/>
                <a:gd name="T15" fmla="*/ 58 h 5"/>
                <a:gd name="T16" fmla="*/ 11 w 15"/>
                <a:gd name="T17" fmla="*/ 58 h 5"/>
                <a:gd name="T18" fmla="*/ 0 w 15"/>
                <a:gd name="T19" fmla="*/ 7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0" y="2"/>
                    <a:pt x="3" y="1"/>
                    <a:pt x="5" y="1"/>
                  </a:cubicBezTo>
                  <a:cubicBezTo>
                    <a:pt x="7" y="0"/>
                    <a:pt x="9" y="0"/>
                    <a:pt x="11" y="0"/>
                  </a:cubicBezTo>
                  <a:cubicBezTo>
                    <a:pt x="12" y="0"/>
                    <a:pt x="14" y="0"/>
                    <a:pt x="15" y="0"/>
                  </a:cubicBezTo>
                  <a:cubicBezTo>
                    <a:pt x="14" y="0"/>
                    <a:pt x="14" y="1"/>
                    <a:pt x="13" y="1"/>
                  </a:cubicBezTo>
                  <a:cubicBezTo>
                    <a:pt x="12" y="1"/>
                    <a:pt x="10" y="1"/>
                    <a:pt x="9" y="1"/>
                  </a:cubicBezTo>
                  <a:cubicBezTo>
                    <a:pt x="7" y="1"/>
                    <a:pt x="5" y="1"/>
                    <a:pt x="4" y="2"/>
                  </a:cubicBezTo>
                  <a:cubicBezTo>
                    <a:pt x="3" y="2"/>
                    <a:pt x="2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Freeform 491">
              <a:extLst>
                <a:ext uri="{FF2B5EF4-FFF2-40B4-BE49-F238E27FC236}">
                  <a16:creationId xmlns:a16="http://schemas.microsoft.com/office/drawing/2014/main" id="{F8BCA866-1F0F-4386-B868-C391C45E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3485"/>
              <a:ext cx="4" cy="5"/>
            </a:xfrm>
            <a:custGeom>
              <a:avLst/>
              <a:gdLst>
                <a:gd name="T0" fmla="*/ 16 w 2"/>
                <a:gd name="T1" fmla="*/ 0 h 2"/>
                <a:gd name="T2" fmla="*/ 8 w 2"/>
                <a:gd name="T3" fmla="*/ 20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2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492">
              <a:extLst>
                <a:ext uri="{FF2B5EF4-FFF2-40B4-BE49-F238E27FC236}">
                  <a16:creationId xmlns:a16="http://schemas.microsoft.com/office/drawing/2014/main" id="{48A52A9A-C84D-47FA-A610-7B54AD05F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471"/>
              <a:ext cx="5" cy="7"/>
            </a:xfrm>
            <a:custGeom>
              <a:avLst/>
              <a:gdLst>
                <a:gd name="T0" fmla="*/ 33 w 2"/>
                <a:gd name="T1" fmla="*/ 12 h 3"/>
                <a:gd name="T2" fmla="*/ 33 w 2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0" y="0"/>
                    <a:pt x="0" y="3"/>
                    <a:pt x="2" y="2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493">
              <a:extLst>
                <a:ext uri="{FF2B5EF4-FFF2-40B4-BE49-F238E27FC236}">
                  <a16:creationId xmlns:a16="http://schemas.microsoft.com/office/drawing/2014/main" id="{4A4DAD77-AEC9-4BD6-8B8C-F5E625048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461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494">
              <a:extLst>
                <a:ext uri="{FF2B5EF4-FFF2-40B4-BE49-F238E27FC236}">
                  <a16:creationId xmlns:a16="http://schemas.microsoft.com/office/drawing/2014/main" id="{1F25B43D-65FD-4549-A422-E490CA5F2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500"/>
              <a:ext cx="4" cy="4"/>
            </a:xfrm>
            <a:custGeom>
              <a:avLst/>
              <a:gdLst>
                <a:gd name="T0" fmla="*/ 0 w 2"/>
                <a:gd name="T1" fmla="*/ 8 h 2"/>
                <a:gd name="T2" fmla="*/ 16 w 2"/>
                <a:gd name="T3" fmla="*/ 0 h 2"/>
                <a:gd name="T4" fmla="*/ 8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1" y="2"/>
                    <a:pt x="1" y="2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495">
              <a:extLst>
                <a:ext uri="{FF2B5EF4-FFF2-40B4-BE49-F238E27FC236}">
                  <a16:creationId xmlns:a16="http://schemas.microsoft.com/office/drawing/2014/main" id="{7DC6432D-9A3A-4EC1-B4BD-4CC8A698D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495"/>
              <a:ext cx="118" cy="79"/>
            </a:xfrm>
            <a:custGeom>
              <a:avLst/>
              <a:gdLst>
                <a:gd name="T0" fmla="*/ 154 w 52"/>
                <a:gd name="T1" fmla="*/ 57 h 33"/>
                <a:gd name="T2" fmla="*/ 25 w 52"/>
                <a:gd name="T3" fmla="*/ 136 h 33"/>
                <a:gd name="T4" fmla="*/ 36 w 52"/>
                <a:gd name="T5" fmla="*/ 345 h 33"/>
                <a:gd name="T6" fmla="*/ 329 w 52"/>
                <a:gd name="T7" fmla="*/ 424 h 33"/>
                <a:gd name="T8" fmla="*/ 470 w 52"/>
                <a:gd name="T9" fmla="*/ 424 h 33"/>
                <a:gd name="T10" fmla="*/ 458 w 52"/>
                <a:gd name="T11" fmla="*/ 41 h 33"/>
                <a:gd name="T12" fmla="*/ 256 w 52"/>
                <a:gd name="T13" fmla="*/ 57 h 33"/>
                <a:gd name="T14" fmla="*/ 186 w 52"/>
                <a:gd name="T15" fmla="*/ 29 h 33"/>
                <a:gd name="T16" fmla="*/ 154 w 52"/>
                <a:gd name="T17" fmla="*/ 6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33">
                  <a:moveTo>
                    <a:pt x="13" y="4"/>
                  </a:moveTo>
                  <a:cubicBezTo>
                    <a:pt x="10" y="5"/>
                    <a:pt x="4" y="7"/>
                    <a:pt x="2" y="10"/>
                  </a:cubicBezTo>
                  <a:cubicBezTo>
                    <a:pt x="0" y="13"/>
                    <a:pt x="2" y="21"/>
                    <a:pt x="3" y="25"/>
                  </a:cubicBezTo>
                  <a:cubicBezTo>
                    <a:pt x="6" y="32"/>
                    <a:pt x="23" y="33"/>
                    <a:pt x="28" y="31"/>
                  </a:cubicBezTo>
                  <a:cubicBezTo>
                    <a:pt x="33" y="30"/>
                    <a:pt x="35" y="33"/>
                    <a:pt x="40" y="31"/>
                  </a:cubicBezTo>
                  <a:cubicBezTo>
                    <a:pt x="49" y="25"/>
                    <a:pt x="52" y="6"/>
                    <a:pt x="39" y="3"/>
                  </a:cubicBezTo>
                  <a:cubicBezTo>
                    <a:pt x="33" y="0"/>
                    <a:pt x="28" y="6"/>
                    <a:pt x="22" y="4"/>
                  </a:cubicBezTo>
                  <a:cubicBezTo>
                    <a:pt x="19" y="3"/>
                    <a:pt x="19" y="1"/>
                    <a:pt x="16" y="2"/>
                  </a:cubicBezTo>
                  <a:cubicBezTo>
                    <a:pt x="15" y="3"/>
                    <a:pt x="14" y="4"/>
                    <a:pt x="13" y="5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496">
              <a:extLst>
                <a:ext uri="{FF2B5EF4-FFF2-40B4-BE49-F238E27FC236}">
                  <a16:creationId xmlns:a16="http://schemas.microsoft.com/office/drawing/2014/main" id="{598F3FB2-6884-458F-A4E3-98344FAB0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495"/>
              <a:ext cx="118" cy="79"/>
            </a:xfrm>
            <a:custGeom>
              <a:avLst/>
              <a:gdLst>
                <a:gd name="T0" fmla="*/ 154 w 52"/>
                <a:gd name="T1" fmla="*/ 57 h 33"/>
                <a:gd name="T2" fmla="*/ 25 w 52"/>
                <a:gd name="T3" fmla="*/ 136 h 33"/>
                <a:gd name="T4" fmla="*/ 36 w 52"/>
                <a:gd name="T5" fmla="*/ 345 h 33"/>
                <a:gd name="T6" fmla="*/ 329 w 52"/>
                <a:gd name="T7" fmla="*/ 424 h 33"/>
                <a:gd name="T8" fmla="*/ 470 w 52"/>
                <a:gd name="T9" fmla="*/ 424 h 33"/>
                <a:gd name="T10" fmla="*/ 458 w 52"/>
                <a:gd name="T11" fmla="*/ 41 h 33"/>
                <a:gd name="T12" fmla="*/ 256 w 52"/>
                <a:gd name="T13" fmla="*/ 57 h 33"/>
                <a:gd name="T14" fmla="*/ 186 w 52"/>
                <a:gd name="T15" fmla="*/ 29 h 33"/>
                <a:gd name="T16" fmla="*/ 154 w 52"/>
                <a:gd name="T17" fmla="*/ 6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33">
                  <a:moveTo>
                    <a:pt x="13" y="4"/>
                  </a:moveTo>
                  <a:cubicBezTo>
                    <a:pt x="10" y="5"/>
                    <a:pt x="4" y="7"/>
                    <a:pt x="2" y="10"/>
                  </a:cubicBezTo>
                  <a:cubicBezTo>
                    <a:pt x="0" y="13"/>
                    <a:pt x="2" y="21"/>
                    <a:pt x="3" y="25"/>
                  </a:cubicBezTo>
                  <a:cubicBezTo>
                    <a:pt x="6" y="32"/>
                    <a:pt x="23" y="33"/>
                    <a:pt x="28" y="31"/>
                  </a:cubicBezTo>
                  <a:cubicBezTo>
                    <a:pt x="33" y="30"/>
                    <a:pt x="35" y="33"/>
                    <a:pt x="40" y="31"/>
                  </a:cubicBezTo>
                  <a:cubicBezTo>
                    <a:pt x="49" y="25"/>
                    <a:pt x="52" y="6"/>
                    <a:pt x="39" y="3"/>
                  </a:cubicBezTo>
                  <a:cubicBezTo>
                    <a:pt x="33" y="0"/>
                    <a:pt x="28" y="6"/>
                    <a:pt x="22" y="4"/>
                  </a:cubicBezTo>
                  <a:cubicBezTo>
                    <a:pt x="19" y="3"/>
                    <a:pt x="19" y="1"/>
                    <a:pt x="16" y="2"/>
                  </a:cubicBezTo>
                  <a:cubicBezTo>
                    <a:pt x="15" y="3"/>
                    <a:pt x="14" y="4"/>
                    <a:pt x="13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497">
              <a:extLst>
                <a:ext uri="{FF2B5EF4-FFF2-40B4-BE49-F238E27FC236}">
                  <a16:creationId xmlns:a16="http://schemas.microsoft.com/office/drawing/2014/main" id="{45F3CC98-530D-4377-9330-55FA848D6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504"/>
              <a:ext cx="12" cy="17"/>
            </a:xfrm>
            <a:custGeom>
              <a:avLst/>
              <a:gdLst>
                <a:gd name="T0" fmla="*/ 0 w 5"/>
                <a:gd name="T1" fmla="*/ 100 h 7"/>
                <a:gd name="T2" fmla="*/ 12 w 5"/>
                <a:gd name="T3" fmla="*/ 58 h 7"/>
                <a:gd name="T4" fmla="*/ 41 w 5"/>
                <a:gd name="T5" fmla="*/ 29 h 7"/>
                <a:gd name="T6" fmla="*/ 58 w 5"/>
                <a:gd name="T7" fmla="*/ 12 h 7"/>
                <a:gd name="T8" fmla="*/ 70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0" y="6"/>
                    <a:pt x="1" y="5"/>
                    <a:pt x="1" y="4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5" y="1"/>
                    <a:pt x="4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498">
              <a:extLst>
                <a:ext uri="{FF2B5EF4-FFF2-40B4-BE49-F238E27FC236}">
                  <a16:creationId xmlns:a16="http://schemas.microsoft.com/office/drawing/2014/main" id="{F5A15276-A171-4726-9082-C6B3BCA5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562"/>
              <a:ext cx="18" cy="8"/>
            </a:xfrm>
            <a:custGeom>
              <a:avLst/>
              <a:gdLst>
                <a:gd name="T0" fmla="*/ 0 w 8"/>
                <a:gd name="T1" fmla="*/ 21 h 3"/>
                <a:gd name="T2" fmla="*/ 36 w 8"/>
                <a:gd name="T3" fmla="*/ 21 h 3"/>
                <a:gd name="T4" fmla="*/ 81 w 8"/>
                <a:gd name="T5" fmla="*/ 35 h 3"/>
                <a:gd name="T6" fmla="*/ 92 w 8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499">
              <a:extLst>
                <a:ext uri="{FF2B5EF4-FFF2-40B4-BE49-F238E27FC236}">
                  <a16:creationId xmlns:a16="http://schemas.microsoft.com/office/drawing/2014/main" id="{D0D39506-66B5-4FC6-97B1-42292B9B4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516"/>
              <a:ext cx="12" cy="32"/>
            </a:xfrm>
            <a:custGeom>
              <a:avLst/>
              <a:gdLst>
                <a:gd name="T0" fmla="*/ 41 w 5"/>
                <a:gd name="T1" fmla="*/ 0 h 13"/>
                <a:gd name="T2" fmla="*/ 70 w 5"/>
                <a:gd name="T3" fmla="*/ 42 h 13"/>
                <a:gd name="T4" fmla="*/ 41 w 5"/>
                <a:gd name="T5" fmla="*/ 103 h 13"/>
                <a:gd name="T6" fmla="*/ 12 w 5"/>
                <a:gd name="T7" fmla="*/ 162 h 13"/>
                <a:gd name="T8" fmla="*/ 0 w 5"/>
                <a:gd name="T9" fmla="*/ 1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3" y="0"/>
                  </a:moveTo>
                  <a:cubicBezTo>
                    <a:pt x="4" y="1"/>
                    <a:pt x="5" y="1"/>
                    <a:pt x="5" y="3"/>
                  </a:cubicBezTo>
                  <a:cubicBezTo>
                    <a:pt x="5" y="5"/>
                    <a:pt x="4" y="6"/>
                    <a:pt x="3" y="7"/>
                  </a:cubicBezTo>
                  <a:cubicBezTo>
                    <a:pt x="2" y="8"/>
                    <a:pt x="1" y="10"/>
                    <a:pt x="1" y="11"/>
                  </a:cubicBezTo>
                  <a:cubicBezTo>
                    <a:pt x="1" y="12"/>
                    <a:pt x="1" y="12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500">
              <a:extLst>
                <a:ext uri="{FF2B5EF4-FFF2-40B4-BE49-F238E27FC236}">
                  <a16:creationId xmlns:a16="http://schemas.microsoft.com/office/drawing/2014/main" id="{A18BAB1E-F49F-42F1-AAB2-ADA18DE9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545"/>
              <a:ext cx="54" cy="25"/>
            </a:xfrm>
            <a:custGeom>
              <a:avLst/>
              <a:gdLst>
                <a:gd name="T0" fmla="*/ 0 w 24"/>
                <a:gd name="T1" fmla="*/ 33 h 10"/>
                <a:gd name="T2" fmla="*/ 45 w 24"/>
                <a:gd name="T3" fmla="*/ 113 h 10"/>
                <a:gd name="T4" fmla="*/ 117 w 24"/>
                <a:gd name="T5" fmla="*/ 145 h 10"/>
                <a:gd name="T6" fmla="*/ 194 w 24"/>
                <a:gd name="T7" fmla="*/ 145 h 10"/>
                <a:gd name="T8" fmla="*/ 275 w 24"/>
                <a:gd name="T9" fmla="*/ 145 h 10"/>
                <a:gd name="T10" fmla="*/ 254 w 24"/>
                <a:gd name="T11" fmla="*/ 125 h 10"/>
                <a:gd name="T12" fmla="*/ 239 w 24"/>
                <a:gd name="T13" fmla="*/ 125 h 10"/>
                <a:gd name="T14" fmla="*/ 173 w 24"/>
                <a:gd name="T15" fmla="*/ 113 h 10"/>
                <a:gd name="T16" fmla="*/ 56 w 24"/>
                <a:gd name="T17" fmla="*/ 63 h 10"/>
                <a:gd name="T18" fmla="*/ 11 w 24"/>
                <a:gd name="T19" fmla="*/ 33 h 10"/>
                <a:gd name="T20" fmla="*/ 11 w 24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0">
                  <a:moveTo>
                    <a:pt x="0" y="2"/>
                  </a:moveTo>
                  <a:cubicBezTo>
                    <a:pt x="1" y="4"/>
                    <a:pt x="1" y="6"/>
                    <a:pt x="4" y="7"/>
                  </a:cubicBezTo>
                  <a:cubicBezTo>
                    <a:pt x="6" y="7"/>
                    <a:pt x="8" y="8"/>
                    <a:pt x="10" y="9"/>
                  </a:cubicBezTo>
                  <a:cubicBezTo>
                    <a:pt x="12" y="9"/>
                    <a:pt x="15" y="10"/>
                    <a:pt x="17" y="9"/>
                  </a:cubicBezTo>
                  <a:cubicBezTo>
                    <a:pt x="20" y="9"/>
                    <a:pt x="22" y="10"/>
                    <a:pt x="24" y="9"/>
                  </a:cubicBezTo>
                  <a:cubicBezTo>
                    <a:pt x="23" y="9"/>
                    <a:pt x="23" y="9"/>
                    <a:pt x="22" y="8"/>
                  </a:cubicBezTo>
                  <a:cubicBezTo>
                    <a:pt x="22" y="8"/>
                    <a:pt x="21" y="8"/>
                    <a:pt x="21" y="8"/>
                  </a:cubicBezTo>
                  <a:cubicBezTo>
                    <a:pt x="18" y="9"/>
                    <a:pt x="17" y="8"/>
                    <a:pt x="15" y="7"/>
                  </a:cubicBezTo>
                  <a:cubicBezTo>
                    <a:pt x="12" y="5"/>
                    <a:pt x="8" y="5"/>
                    <a:pt x="5" y="4"/>
                  </a:cubicBezTo>
                  <a:cubicBezTo>
                    <a:pt x="4" y="4"/>
                    <a:pt x="2" y="3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501">
              <a:extLst>
                <a:ext uri="{FF2B5EF4-FFF2-40B4-BE49-F238E27FC236}">
                  <a16:creationId xmlns:a16="http://schemas.microsoft.com/office/drawing/2014/main" id="{4D02B323-8BDC-49BB-A5AA-F91BF281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509"/>
              <a:ext cx="20" cy="41"/>
            </a:xfrm>
            <a:custGeom>
              <a:avLst/>
              <a:gdLst>
                <a:gd name="T0" fmla="*/ 9 w 9"/>
                <a:gd name="T1" fmla="*/ 82 h 17"/>
                <a:gd name="T2" fmla="*/ 53 w 9"/>
                <a:gd name="T3" fmla="*/ 29 h 17"/>
                <a:gd name="T4" fmla="*/ 98 w 9"/>
                <a:gd name="T5" fmla="*/ 0 h 17"/>
                <a:gd name="T6" fmla="*/ 53 w 9"/>
                <a:gd name="T7" fmla="*/ 58 h 17"/>
                <a:gd name="T8" fmla="*/ 53 w 9"/>
                <a:gd name="T9" fmla="*/ 82 h 17"/>
                <a:gd name="T10" fmla="*/ 36 w 9"/>
                <a:gd name="T11" fmla="*/ 99 h 17"/>
                <a:gd name="T12" fmla="*/ 20 w 9"/>
                <a:gd name="T13" fmla="*/ 181 h 17"/>
                <a:gd name="T14" fmla="*/ 36 w 9"/>
                <a:gd name="T15" fmla="*/ 239 h 17"/>
                <a:gd name="T16" fmla="*/ 20 w 9"/>
                <a:gd name="T17" fmla="*/ 198 h 17"/>
                <a:gd name="T18" fmla="*/ 9 w 9"/>
                <a:gd name="T19" fmla="*/ 140 h 17"/>
                <a:gd name="T20" fmla="*/ 9 w 9"/>
                <a:gd name="T21" fmla="*/ 7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7">
                  <a:moveTo>
                    <a:pt x="1" y="6"/>
                  </a:moveTo>
                  <a:cubicBezTo>
                    <a:pt x="1" y="3"/>
                    <a:pt x="3" y="2"/>
                    <a:pt x="5" y="2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8" y="1"/>
                    <a:pt x="6" y="2"/>
                    <a:pt x="5" y="4"/>
                  </a:cubicBezTo>
                  <a:cubicBezTo>
                    <a:pt x="5" y="4"/>
                    <a:pt x="5" y="5"/>
                    <a:pt x="5" y="6"/>
                  </a:cubicBezTo>
                  <a:cubicBezTo>
                    <a:pt x="4" y="6"/>
                    <a:pt x="4" y="7"/>
                    <a:pt x="3" y="7"/>
                  </a:cubicBezTo>
                  <a:cubicBezTo>
                    <a:pt x="2" y="9"/>
                    <a:pt x="2" y="11"/>
                    <a:pt x="2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2" y="16"/>
                    <a:pt x="2" y="15"/>
                    <a:pt x="2" y="14"/>
                  </a:cubicBezTo>
                  <a:cubicBezTo>
                    <a:pt x="1" y="13"/>
                    <a:pt x="1" y="11"/>
                    <a:pt x="1" y="10"/>
                  </a:cubicBezTo>
                  <a:cubicBezTo>
                    <a:pt x="0" y="8"/>
                    <a:pt x="0" y="6"/>
                    <a:pt x="1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502">
              <a:extLst>
                <a:ext uri="{FF2B5EF4-FFF2-40B4-BE49-F238E27FC236}">
                  <a16:creationId xmlns:a16="http://schemas.microsoft.com/office/drawing/2014/main" id="{4234BBE1-BDE7-4AF3-B381-086D941FB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3502"/>
              <a:ext cx="36" cy="68"/>
            </a:xfrm>
            <a:custGeom>
              <a:avLst/>
              <a:gdLst>
                <a:gd name="T0" fmla="*/ 137 w 16"/>
                <a:gd name="T1" fmla="*/ 41 h 28"/>
                <a:gd name="T2" fmla="*/ 173 w 16"/>
                <a:gd name="T3" fmla="*/ 100 h 28"/>
                <a:gd name="T4" fmla="*/ 182 w 16"/>
                <a:gd name="T5" fmla="*/ 189 h 28"/>
                <a:gd name="T6" fmla="*/ 146 w 16"/>
                <a:gd name="T7" fmla="*/ 313 h 28"/>
                <a:gd name="T8" fmla="*/ 92 w 16"/>
                <a:gd name="T9" fmla="*/ 389 h 28"/>
                <a:gd name="T10" fmla="*/ 45 w 16"/>
                <a:gd name="T11" fmla="*/ 401 h 28"/>
                <a:gd name="T12" fmla="*/ 0 w 16"/>
                <a:gd name="T13" fmla="*/ 389 h 28"/>
                <a:gd name="T14" fmla="*/ 56 w 16"/>
                <a:gd name="T15" fmla="*/ 359 h 28"/>
                <a:gd name="T16" fmla="*/ 72 w 16"/>
                <a:gd name="T17" fmla="*/ 313 h 28"/>
                <a:gd name="T18" fmla="*/ 92 w 16"/>
                <a:gd name="T19" fmla="*/ 202 h 28"/>
                <a:gd name="T20" fmla="*/ 117 w 16"/>
                <a:gd name="T21" fmla="*/ 160 h 28"/>
                <a:gd name="T22" fmla="*/ 101 w 16"/>
                <a:gd name="T23" fmla="*/ 100 h 28"/>
                <a:gd name="T24" fmla="*/ 81 w 16"/>
                <a:gd name="T25" fmla="*/ 58 h 28"/>
                <a:gd name="T26" fmla="*/ 25 w 16"/>
                <a:gd name="T27" fmla="*/ 12 h 28"/>
                <a:gd name="T28" fmla="*/ 45 w 16"/>
                <a:gd name="T29" fmla="*/ 0 h 28"/>
                <a:gd name="T30" fmla="*/ 92 w 16"/>
                <a:gd name="T31" fmla="*/ 0 h 28"/>
                <a:gd name="T32" fmla="*/ 126 w 16"/>
                <a:gd name="T33" fmla="*/ 29 h 28"/>
                <a:gd name="T34" fmla="*/ 137 w 16"/>
                <a:gd name="T35" fmla="*/ 58 h 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" h="28">
                  <a:moveTo>
                    <a:pt x="12" y="3"/>
                  </a:moveTo>
                  <a:cubicBezTo>
                    <a:pt x="14" y="4"/>
                    <a:pt x="14" y="6"/>
                    <a:pt x="15" y="7"/>
                  </a:cubicBezTo>
                  <a:cubicBezTo>
                    <a:pt x="15" y="9"/>
                    <a:pt x="16" y="11"/>
                    <a:pt x="16" y="13"/>
                  </a:cubicBezTo>
                  <a:cubicBezTo>
                    <a:pt x="16" y="16"/>
                    <a:pt x="14" y="19"/>
                    <a:pt x="13" y="22"/>
                  </a:cubicBezTo>
                  <a:cubicBezTo>
                    <a:pt x="11" y="24"/>
                    <a:pt x="10" y="26"/>
                    <a:pt x="8" y="27"/>
                  </a:cubicBezTo>
                  <a:cubicBezTo>
                    <a:pt x="7" y="28"/>
                    <a:pt x="6" y="28"/>
                    <a:pt x="4" y="28"/>
                  </a:cubicBezTo>
                  <a:cubicBezTo>
                    <a:pt x="3" y="28"/>
                    <a:pt x="1" y="27"/>
                    <a:pt x="0" y="27"/>
                  </a:cubicBezTo>
                  <a:cubicBezTo>
                    <a:pt x="2" y="27"/>
                    <a:pt x="4" y="26"/>
                    <a:pt x="5" y="25"/>
                  </a:cubicBezTo>
                  <a:cubicBezTo>
                    <a:pt x="7" y="25"/>
                    <a:pt x="6" y="23"/>
                    <a:pt x="6" y="22"/>
                  </a:cubicBezTo>
                  <a:cubicBezTo>
                    <a:pt x="5" y="19"/>
                    <a:pt x="6" y="16"/>
                    <a:pt x="8" y="14"/>
                  </a:cubicBezTo>
                  <a:cubicBezTo>
                    <a:pt x="9" y="13"/>
                    <a:pt x="9" y="12"/>
                    <a:pt x="10" y="11"/>
                  </a:cubicBezTo>
                  <a:cubicBezTo>
                    <a:pt x="10" y="9"/>
                    <a:pt x="10" y="8"/>
                    <a:pt x="9" y="7"/>
                  </a:cubicBezTo>
                  <a:cubicBezTo>
                    <a:pt x="9" y="6"/>
                    <a:pt x="8" y="5"/>
                    <a:pt x="7" y="4"/>
                  </a:cubicBezTo>
                  <a:cubicBezTo>
                    <a:pt x="5" y="3"/>
                    <a:pt x="4" y="2"/>
                    <a:pt x="2" y="1"/>
                  </a:cubicBezTo>
                  <a:cubicBezTo>
                    <a:pt x="3" y="2"/>
                    <a:pt x="3" y="0"/>
                    <a:pt x="4" y="0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9" y="1"/>
                    <a:pt x="11" y="2"/>
                    <a:pt x="11" y="2"/>
                  </a:cubicBezTo>
                  <a:cubicBezTo>
                    <a:pt x="12" y="2"/>
                    <a:pt x="12" y="3"/>
                    <a:pt x="12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503">
              <a:extLst>
                <a:ext uri="{FF2B5EF4-FFF2-40B4-BE49-F238E27FC236}">
                  <a16:creationId xmlns:a16="http://schemas.microsoft.com/office/drawing/2014/main" id="{B513AD73-4DC5-41DF-A53F-23A9C01CB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526"/>
              <a:ext cx="32" cy="44"/>
            </a:xfrm>
            <a:custGeom>
              <a:avLst/>
              <a:gdLst>
                <a:gd name="T0" fmla="*/ 130 w 14"/>
                <a:gd name="T1" fmla="*/ 0 h 18"/>
                <a:gd name="T2" fmla="*/ 94 w 14"/>
                <a:gd name="T3" fmla="*/ 174 h 18"/>
                <a:gd name="T4" fmla="*/ 57 w 14"/>
                <a:gd name="T5" fmla="*/ 232 h 18"/>
                <a:gd name="T6" fmla="*/ 0 w 14"/>
                <a:gd name="T7" fmla="*/ 264 h 18"/>
                <a:gd name="T8" fmla="*/ 48 w 14"/>
                <a:gd name="T9" fmla="*/ 220 h 18"/>
                <a:gd name="T10" fmla="*/ 85 w 14"/>
                <a:gd name="T11" fmla="*/ 132 h 18"/>
                <a:gd name="T12" fmla="*/ 130 w 14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11" y="0"/>
                  </a:moveTo>
                  <a:cubicBezTo>
                    <a:pt x="14" y="3"/>
                    <a:pt x="10" y="9"/>
                    <a:pt x="8" y="12"/>
                  </a:cubicBezTo>
                  <a:cubicBezTo>
                    <a:pt x="7" y="13"/>
                    <a:pt x="7" y="15"/>
                    <a:pt x="5" y="16"/>
                  </a:cubicBezTo>
                  <a:cubicBezTo>
                    <a:pt x="4" y="17"/>
                    <a:pt x="1" y="18"/>
                    <a:pt x="0" y="18"/>
                  </a:cubicBezTo>
                  <a:cubicBezTo>
                    <a:pt x="1" y="16"/>
                    <a:pt x="3" y="17"/>
                    <a:pt x="4" y="15"/>
                  </a:cubicBezTo>
                  <a:cubicBezTo>
                    <a:pt x="6" y="13"/>
                    <a:pt x="5" y="11"/>
                    <a:pt x="7" y="9"/>
                  </a:cubicBezTo>
                  <a:cubicBezTo>
                    <a:pt x="9" y="8"/>
                    <a:pt x="12" y="3"/>
                    <a:pt x="11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504">
              <a:extLst>
                <a:ext uri="{FF2B5EF4-FFF2-40B4-BE49-F238E27FC236}">
                  <a16:creationId xmlns:a16="http://schemas.microsoft.com/office/drawing/2014/main" id="{F0A5BBE3-16A7-4DA9-A80F-301C8AD7F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557"/>
              <a:ext cx="45" cy="13"/>
            </a:xfrm>
            <a:custGeom>
              <a:avLst/>
              <a:gdLst>
                <a:gd name="T0" fmla="*/ 25 w 20"/>
                <a:gd name="T1" fmla="*/ 34 h 5"/>
                <a:gd name="T2" fmla="*/ 137 w 20"/>
                <a:gd name="T3" fmla="*/ 88 h 5"/>
                <a:gd name="T4" fmla="*/ 182 w 20"/>
                <a:gd name="T5" fmla="*/ 88 h 5"/>
                <a:gd name="T6" fmla="*/ 227 w 20"/>
                <a:gd name="T7" fmla="*/ 68 h 5"/>
                <a:gd name="T8" fmla="*/ 182 w 20"/>
                <a:gd name="T9" fmla="*/ 55 h 5"/>
                <a:gd name="T10" fmla="*/ 126 w 20"/>
                <a:gd name="T11" fmla="*/ 55 h 5"/>
                <a:gd name="T12" fmla="*/ 56 w 20"/>
                <a:gd name="T13" fmla="*/ 34 h 5"/>
                <a:gd name="T14" fmla="*/ 36 w 20"/>
                <a:gd name="T15" fmla="*/ 34 h 5"/>
                <a:gd name="T16" fmla="*/ 0 w 2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">
                  <a:moveTo>
                    <a:pt x="2" y="2"/>
                  </a:moveTo>
                  <a:cubicBezTo>
                    <a:pt x="4" y="5"/>
                    <a:pt x="8" y="4"/>
                    <a:pt x="12" y="5"/>
                  </a:cubicBezTo>
                  <a:cubicBezTo>
                    <a:pt x="13" y="5"/>
                    <a:pt x="14" y="5"/>
                    <a:pt x="16" y="5"/>
                  </a:cubicBezTo>
                  <a:cubicBezTo>
                    <a:pt x="17" y="5"/>
                    <a:pt x="19" y="5"/>
                    <a:pt x="20" y="4"/>
                  </a:cubicBezTo>
                  <a:cubicBezTo>
                    <a:pt x="19" y="4"/>
                    <a:pt x="18" y="3"/>
                    <a:pt x="16" y="3"/>
                  </a:cubicBezTo>
                  <a:cubicBezTo>
                    <a:pt x="15" y="3"/>
                    <a:pt x="13" y="3"/>
                    <a:pt x="11" y="3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505">
              <a:extLst>
                <a:ext uri="{FF2B5EF4-FFF2-40B4-BE49-F238E27FC236}">
                  <a16:creationId xmlns:a16="http://schemas.microsoft.com/office/drawing/2014/main" id="{7DDCDC33-95F7-4494-A431-D650A933D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502"/>
              <a:ext cx="29" cy="12"/>
            </a:xfrm>
            <a:custGeom>
              <a:avLst/>
              <a:gdLst>
                <a:gd name="T0" fmla="*/ 145 w 13"/>
                <a:gd name="T1" fmla="*/ 41 h 5"/>
                <a:gd name="T2" fmla="*/ 100 w 13"/>
                <a:gd name="T3" fmla="*/ 29 h 5"/>
                <a:gd name="T4" fmla="*/ 56 w 13"/>
                <a:gd name="T5" fmla="*/ 0 h 5"/>
                <a:gd name="T6" fmla="*/ 20 w 13"/>
                <a:gd name="T7" fmla="*/ 12 h 5"/>
                <a:gd name="T8" fmla="*/ 0 w 13"/>
                <a:gd name="T9" fmla="*/ 70 h 5"/>
                <a:gd name="T10" fmla="*/ 56 w 13"/>
                <a:gd name="T11" fmla="*/ 12 h 5"/>
                <a:gd name="T12" fmla="*/ 89 w 13"/>
                <a:gd name="T13" fmla="*/ 29 h 5"/>
                <a:gd name="T14" fmla="*/ 134 w 13"/>
                <a:gd name="T15" fmla="*/ 41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">
                  <a:moveTo>
                    <a:pt x="13" y="3"/>
                  </a:moveTo>
                  <a:cubicBezTo>
                    <a:pt x="12" y="2"/>
                    <a:pt x="11" y="2"/>
                    <a:pt x="9" y="2"/>
                  </a:cubicBezTo>
                  <a:cubicBezTo>
                    <a:pt x="8" y="1"/>
                    <a:pt x="7" y="1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4"/>
                    <a:pt x="0" y="5"/>
                  </a:cubicBezTo>
                  <a:cubicBezTo>
                    <a:pt x="2" y="4"/>
                    <a:pt x="3" y="1"/>
                    <a:pt x="5" y="1"/>
                  </a:cubicBezTo>
                  <a:cubicBezTo>
                    <a:pt x="6" y="1"/>
                    <a:pt x="7" y="2"/>
                    <a:pt x="8" y="2"/>
                  </a:cubicBezTo>
                  <a:cubicBezTo>
                    <a:pt x="9" y="2"/>
                    <a:pt x="11" y="2"/>
                    <a:pt x="12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506">
              <a:extLst>
                <a:ext uri="{FF2B5EF4-FFF2-40B4-BE49-F238E27FC236}">
                  <a16:creationId xmlns:a16="http://schemas.microsoft.com/office/drawing/2014/main" id="{0FD731E1-73AB-4FC0-9B3D-133DB8AB1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3516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33 w 2"/>
                <a:gd name="T3" fmla="*/ 27 h 1"/>
                <a:gd name="T4" fmla="*/ 20 w 2"/>
                <a:gd name="T5" fmla="*/ 0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507">
              <a:extLst>
                <a:ext uri="{FF2B5EF4-FFF2-40B4-BE49-F238E27FC236}">
                  <a16:creationId xmlns:a16="http://schemas.microsoft.com/office/drawing/2014/main" id="{711F18A7-0085-414F-9D02-A0300D362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543"/>
              <a:ext cx="7" cy="2"/>
            </a:xfrm>
            <a:custGeom>
              <a:avLst/>
              <a:gdLst>
                <a:gd name="T0" fmla="*/ 28 w 3"/>
                <a:gd name="T1" fmla="*/ 8 h 1"/>
                <a:gd name="T2" fmla="*/ 12 w 3"/>
                <a:gd name="T3" fmla="*/ 0 h 1"/>
                <a:gd name="T4" fmla="*/ 37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508">
              <a:extLst>
                <a:ext uri="{FF2B5EF4-FFF2-40B4-BE49-F238E27FC236}">
                  <a16:creationId xmlns:a16="http://schemas.microsoft.com/office/drawing/2014/main" id="{E76CD7ED-2BF7-4431-AF9D-54C1FE9ED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516"/>
              <a:ext cx="7" cy="5"/>
            </a:xfrm>
            <a:custGeom>
              <a:avLst/>
              <a:gdLst>
                <a:gd name="T0" fmla="*/ 28 w 3"/>
                <a:gd name="T1" fmla="*/ 0 h 2"/>
                <a:gd name="T2" fmla="*/ 12 w 3"/>
                <a:gd name="T3" fmla="*/ 33 h 2"/>
                <a:gd name="T4" fmla="*/ 37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Freeform 509">
              <a:extLst>
                <a:ext uri="{FF2B5EF4-FFF2-40B4-BE49-F238E27FC236}">
                  <a16:creationId xmlns:a16="http://schemas.microsoft.com/office/drawing/2014/main" id="{5BD13954-DAB7-4E23-AF34-8A0D784D3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560"/>
              <a:ext cx="5" cy="5"/>
            </a:xfrm>
            <a:custGeom>
              <a:avLst/>
              <a:gdLst>
                <a:gd name="T0" fmla="*/ 0 w 2"/>
                <a:gd name="T1" fmla="*/ 33 h 2"/>
                <a:gd name="T2" fmla="*/ 20 w 2"/>
                <a:gd name="T3" fmla="*/ 0 h 2"/>
                <a:gd name="T4" fmla="*/ 33 w 2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2"/>
                    <a:pt x="2" y="2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510">
              <a:extLst>
                <a:ext uri="{FF2B5EF4-FFF2-40B4-BE49-F238E27FC236}">
                  <a16:creationId xmlns:a16="http://schemas.microsoft.com/office/drawing/2014/main" id="{0675FE5F-3F30-4D19-999F-C849B7B40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93"/>
              <a:ext cx="91" cy="114"/>
            </a:xfrm>
            <a:custGeom>
              <a:avLst/>
              <a:gdLst>
                <a:gd name="T0" fmla="*/ 296 w 40"/>
                <a:gd name="T1" fmla="*/ 0 h 47"/>
                <a:gd name="T2" fmla="*/ 166 w 40"/>
                <a:gd name="T3" fmla="*/ 41 h 47"/>
                <a:gd name="T4" fmla="*/ 82 w 40"/>
                <a:gd name="T5" fmla="*/ 158 h 47"/>
                <a:gd name="T6" fmla="*/ 11 w 40"/>
                <a:gd name="T7" fmla="*/ 289 h 47"/>
                <a:gd name="T8" fmla="*/ 73 w 40"/>
                <a:gd name="T9" fmla="*/ 429 h 47"/>
                <a:gd name="T10" fmla="*/ 239 w 40"/>
                <a:gd name="T11" fmla="*/ 599 h 47"/>
                <a:gd name="T12" fmla="*/ 296 w 40"/>
                <a:gd name="T13" fmla="*/ 529 h 47"/>
                <a:gd name="T14" fmla="*/ 389 w 40"/>
                <a:gd name="T15" fmla="*/ 483 h 47"/>
                <a:gd name="T16" fmla="*/ 460 w 40"/>
                <a:gd name="T17" fmla="*/ 272 h 47"/>
                <a:gd name="T18" fmla="*/ 389 w 40"/>
                <a:gd name="T19" fmla="*/ 99 h 47"/>
                <a:gd name="T20" fmla="*/ 353 w 40"/>
                <a:gd name="T21" fmla="*/ 12 h 47"/>
                <a:gd name="T22" fmla="*/ 296 w 40"/>
                <a:gd name="T23" fmla="*/ 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47">
                  <a:moveTo>
                    <a:pt x="25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10" y="5"/>
                    <a:pt x="10" y="7"/>
                    <a:pt x="7" y="11"/>
                  </a:cubicBezTo>
                  <a:cubicBezTo>
                    <a:pt x="6" y="14"/>
                    <a:pt x="1" y="17"/>
                    <a:pt x="1" y="20"/>
                  </a:cubicBezTo>
                  <a:cubicBezTo>
                    <a:pt x="0" y="25"/>
                    <a:pt x="4" y="27"/>
                    <a:pt x="6" y="30"/>
                  </a:cubicBezTo>
                  <a:cubicBezTo>
                    <a:pt x="10" y="35"/>
                    <a:pt x="11" y="47"/>
                    <a:pt x="20" y="42"/>
                  </a:cubicBezTo>
                  <a:cubicBezTo>
                    <a:pt x="22" y="41"/>
                    <a:pt x="23" y="38"/>
                    <a:pt x="25" y="37"/>
                  </a:cubicBezTo>
                  <a:cubicBezTo>
                    <a:pt x="27" y="35"/>
                    <a:pt x="30" y="35"/>
                    <a:pt x="33" y="34"/>
                  </a:cubicBezTo>
                  <a:cubicBezTo>
                    <a:pt x="36" y="31"/>
                    <a:pt x="40" y="24"/>
                    <a:pt x="39" y="19"/>
                  </a:cubicBezTo>
                  <a:cubicBezTo>
                    <a:pt x="38" y="15"/>
                    <a:pt x="35" y="11"/>
                    <a:pt x="33" y="7"/>
                  </a:cubicBezTo>
                  <a:cubicBezTo>
                    <a:pt x="32" y="5"/>
                    <a:pt x="32" y="3"/>
                    <a:pt x="30" y="1"/>
                  </a:cubicBezTo>
                  <a:cubicBezTo>
                    <a:pt x="29" y="0"/>
                    <a:pt x="27" y="0"/>
                    <a:pt x="25" y="0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511">
              <a:extLst>
                <a:ext uri="{FF2B5EF4-FFF2-40B4-BE49-F238E27FC236}">
                  <a16:creationId xmlns:a16="http://schemas.microsoft.com/office/drawing/2014/main" id="{09B660AE-7B37-425D-AEF4-63D7017F6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93"/>
              <a:ext cx="91" cy="114"/>
            </a:xfrm>
            <a:custGeom>
              <a:avLst/>
              <a:gdLst>
                <a:gd name="T0" fmla="*/ 296 w 40"/>
                <a:gd name="T1" fmla="*/ 0 h 47"/>
                <a:gd name="T2" fmla="*/ 166 w 40"/>
                <a:gd name="T3" fmla="*/ 41 h 47"/>
                <a:gd name="T4" fmla="*/ 82 w 40"/>
                <a:gd name="T5" fmla="*/ 158 h 47"/>
                <a:gd name="T6" fmla="*/ 11 w 40"/>
                <a:gd name="T7" fmla="*/ 289 h 47"/>
                <a:gd name="T8" fmla="*/ 73 w 40"/>
                <a:gd name="T9" fmla="*/ 429 h 47"/>
                <a:gd name="T10" fmla="*/ 239 w 40"/>
                <a:gd name="T11" fmla="*/ 599 h 47"/>
                <a:gd name="T12" fmla="*/ 296 w 40"/>
                <a:gd name="T13" fmla="*/ 529 h 47"/>
                <a:gd name="T14" fmla="*/ 389 w 40"/>
                <a:gd name="T15" fmla="*/ 483 h 47"/>
                <a:gd name="T16" fmla="*/ 460 w 40"/>
                <a:gd name="T17" fmla="*/ 272 h 47"/>
                <a:gd name="T18" fmla="*/ 389 w 40"/>
                <a:gd name="T19" fmla="*/ 99 h 47"/>
                <a:gd name="T20" fmla="*/ 353 w 40"/>
                <a:gd name="T21" fmla="*/ 12 h 47"/>
                <a:gd name="T22" fmla="*/ 296 w 40"/>
                <a:gd name="T23" fmla="*/ 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47">
                  <a:moveTo>
                    <a:pt x="25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10" y="5"/>
                    <a:pt x="10" y="7"/>
                    <a:pt x="7" y="11"/>
                  </a:cubicBezTo>
                  <a:cubicBezTo>
                    <a:pt x="6" y="14"/>
                    <a:pt x="1" y="17"/>
                    <a:pt x="1" y="20"/>
                  </a:cubicBezTo>
                  <a:cubicBezTo>
                    <a:pt x="0" y="25"/>
                    <a:pt x="4" y="27"/>
                    <a:pt x="6" y="30"/>
                  </a:cubicBezTo>
                  <a:cubicBezTo>
                    <a:pt x="10" y="35"/>
                    <a:pt x="11" y="47"/>
                    <a:pt x="20" y="42"/>
                  </a:cubicBezTo>
                  <a:cubicBezTo>
                    <a:pt x="22" y="41"/>
                    <a:pt x="23" y="38"/>
                    <a:pt x="25" y="37"/>
                  </a:cubicBezTo>
                  <a:cubicBezTo>
                    <a:pt x="27" y="35"/>
                    <a:pt x="30" y="35"/>
                    <a:pt x="33" y="34"/>
                  </a:cubicBezTo>
                  <a:cubicBezTo>
                    <a:pt x="36" y="31"/>
                    <a:pt x="40" y="24"/>
                    <a:pt x="39" y="19"/>
                  </a:cubicBezTo>
                  <a:cubicBezTo>
                    <a:pt x="38" y="15"/>
                    <a:pt x="35" y="11"/>
                    <a:pt x="33" y="7"/>
                  </a:cubicBezTo>
                  <a:cubicBezTo>
                    <a:pt x="32" y="5"/>
                    <a:pt x="32" y="3"/>
                    <a:pt x="30" y="1"/>
                  </a:cubicBezTo>
                  <a:cubicBezTo>
                    <a:pt x="29" y="0"/>
                    <a:pt x="27" y="0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512">
              <a:extLst>
                <a:ext uri="{FF2B5EF4-FFF2-40B4-BE49-F238E27FC236}">
                  <a16:creationId xmlns:a16="http://schemas.microsoft.com/office/drawing/2014/main" id="{F5F4F5B9-A39F-4700-985C-462E83B15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451"/>
              <a:ext cx="125" cy="109"/>
            </a:xfrm>
            <a:custGeom>
              <a:avLst/>
              <a:gdLst>
                <a:gd name="T0" fmla="*/ 248 w 55"/>
                <a:gd name="T1" fmla="*/ 12 h 45"/>
                <a:gd name="T2" fmla="*/ 527 w 55"/>
                <a:gd name="T3" fmla="*/ 111 h 45"/>
                <a:gd name="T4" fmla="*/ 543 w 55"/>
                <a:gd name="T5" fmla="*/ 211 h 45"/>
                <a:gd name="T6" fmla="*/ 620 w 55"/>
                <a:gd name="T7" fmla="*/ 259 h 45"/>
                <a:gd name="T8" fmla="*/ 600 w 55"/>
                <a:gd name="T9" fmla="*/ 358 h 45"/>
                <a:gd name="T10" fmla="*/ 543 w 55"/>
                <a:gd name="T11" fmla="*/ 470 h 45"/>
                <a:gd name="T12" fmla="*/ 341 w 55"/>
                <a:gd name="T13" fmla="*/ 540 h 45"/>
                <a:gd name="T14" fmla="*/ 330 w 55"/>
                <a:gd name="T15" fmla="*/ 482 h 45"/>
                <a:gd name="T16" fmla="*/ 295 w 55"/>
                <a:gd name="T17" fmla="*/ 528 h 45"/>
                <a:gd name="T18" fmla="*/ 202 w 55"/>
                <a:gd name="T19" fmla="*/ 499 h 45"/>
                <a:gd name="T20" fmla="*/ 186 w 55"/>
                <a:gd name="T21" fmla="*/ 458 h 45"/>
                <a:gd name="T22" fmla="*/ 139 w 55"/>
                <a:gd name="T23" fmla="*/ 441 h 45"/>
                <a:gd name="T24" fmla="*/ 82 w 55"/>
                <a:gd name="T25" fmla="*/ 358 h 45"/>
                <a:gd name="T26" fmla="*/ 57 w 55"/>
                <a:gd name="T27" fmla="*/ 300 h 45"/>
                <a:gd name="T28" fmla="*/ 25 w 55"/>
                <a:gd name="T29" fmla="*/ 228 h 45"/>
                <a:gd name="T30" fmla="*/ 73 w 55"/>
                <a:gd name="T31" fmla="*/ 128 h 45"/>
                <a:gd name="T32" fmla="*/ 248 w 55"/>
                <a:gd name="T33" fmla="*/ 12 h 45"/>
                <a:gd name="T34" fmla="*/ 248 w 55"/>
                <a:gd name="T35" fmla="*/ 12 h 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45">
                  <a:moveTo>
                    <a:pt x="21" y="1"/>
                  </a:moveTo>
                  <a:cubicBezTo>
                    <a:pt x="27" y="0"/>
                    <a:pt x="44" y="0"/>
                    <a:pt x="45" y="8"/>
                  </a:cubicBezTo>
                  <a:cubicBezTo>
                    <a:pt x="45" y="12"/>
                    <a:pt x="42" y="14"/>
                    <a:pt x="46" y="15"/>
                  </a:cubicBezTo>
                  <a:cubicBezTo>
                    <a:pt x="49" y="16"/>
                    <a:pt x="51" y="14"/>
                    <a:pt x="53" y="18"/>
                  </a:cubicBezTo>
                  <a:cubicBezTo>
                    <a:pt x="55" y="22"/>
                    <a:pt x="53" y="23"/>
                    <a:pt x="51" y="25"/>
                  </a:cubicBezTo>
                  <a:cubicBezTo>
                    <a:pt x="48" y="28"/>
                    <a:pt x="47" y="30"/>
                    <a:pt x="46" y="33"/>
                  </a:cubicBezTo>
                  <a:cubicBezTo>
                    <a:pt x="43" y="37"/>
                    <a:pt x="35" y="45"/>
                    <a:pt x="29" y="38"/>
                  </a:cubicBezTo>
                  <a:cubicBezTo>
                    <a:pt x="28" y="37"/>
                    <a:pt x="29" y="35"/>
                    <a:pt x="28" y="34"/>
                  </a:cubicBezTo>
                  <a:cubicBezTo>
                    <a:pt x="26" y="33"/>
                    <a:pt x="26" y="36"/>
                    <a:pt x="25" y="37"/>
                  </a:cubicBezTo>
                  <a:cubicBezTo>
                    <a:pt x="22" y="39"/>
                    <a:pt x="19" y="39"/>
                    <a:pt x="17" y="35"/>
                  </a:cubicBezTo>
                  <a:cubicBezTo>
                    <a:pt x="16" y="34"/>
                    <a:pt x="18" y="34"/>
                    <a:pt x="16" y="32"/>
                  </a:cubicBezTo>
                  <a:cubicBezTo>
                    <a:pt x="15" y="32"/>
                    <a:pt x="13" y="32"/>
                    <a:pt x="12" y="31"/>
                  </a:cubicBezTo>
                  <a:cubicBezTo>
                    <a:pt x="7" y="30"/>
                    <a:pt x="8" y="28"/>
                    <a:pt x="7" y="25"/>
                  </a:cubicBezTo>
                  <a:cubicBezTo>
                    <a:pt x="7" y="22"/>
                    <a:pt x="7" y="23"/>
                    <a:pt x="5" y="21"/>
                  </a:cubicBezTo>
                  <a:cubicBezTo>
                    <a:pt x="4" y="19"/>
                    <a:pt x="2" y="19"/>
                    <a:pt x="2" y="16"/>
                  </a:cubicBezTo>
                  <a:cubicBezTo>
                    <a:pt x="0" y="12"/>
                    <a:pt x="3" y="11"/>
                    <a:pt x="6" y="9"/>
                  </a:cubicBezTo>
                  <a:cubicBezTo>
                    <a:pt x="12" y="7"/>
                    <a:pt x="15" y="2"/>
                    <a:pt x="21" y="1"/>
                  </a:cubicBezTo>
                  <a:cubicBezTo>
                    <a:pt x="22" y="1"/>
                    <a:pt x="21" y="1"/>
                    <a:pt x="21" y="1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Freeform 513">
              <a:extLst>
                <a:ext uri="{FF2B5EF4-FFF2-40B4-BE49-F238E27FC236}">
                  <a16:creationId xmlns:a16="http://schemas.microsoft.com/office/drawing/2014/main" id="{D280722E-2814-455B-AB65-FF553DF3F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504"/>
              <a:ext cx="41" cy="37"/>
            </a:xfrm>
            <a:custGeom>
              <a:avLst/>
              <a:gdLst>
                <a:gd name="T0" fmla="*/ 11 w 18"/>
                <a:gd name="T1" fmla="*/ 0 h 15"/>
                <a:gd name="T2" fmla="*/ 36 w 18"/>
                <a:gd name="T3" fmla="*/ 104 h 15"/>
                <a:gd name="T4" fmla="*/ 118 w 18"/>
                <a:gd name="T5" fmla="*/ 153 h 15"/>
                <a:gd name="T6" fmla="*/ 166 w 18"/>
                <a:gd name="T7" fmla="*/ 212 h 15"/>
                <a:gd name="T8" fmla="*/ 212 w 18"/>
                <a:gd name="T9" fmla="*/ 133 h 15"/>
                <a:gd name="T10" fmla="*/ 166 w 18"/>
                <a:gd name="T11" fmla="*/ 133 h 15"/>
                <a:gd name="T12" fmla="*/ 130 w 18"/>
                <a:gd name="T13" fmla="*/ 62 h 15"/>
                <a:gd name="T14" fmla="*/ 57 w 18"/>
                <a:gd name="T15" fmla="*/ 42 h 15"/>
                <a:gd name="T16" fmla="*/ 11 w 18"/>
                <a:gd name="T17" fmla="*/ 12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5">
                  <a:moveTo>
                    <a:pt x="1" y="0"/>
                  </a:moveTo>
                  <a:cubicBezTo>
                    <a:pt x="2" y="3"/>
                    <a:pt x="0" y="5"/>
                    <a:pt x="3" y="7"/>
                  </a:cubicBezTo>
                  <a:cubicBezTo>
                    <a:pt x="6" y="8"/>
                    <a:pt x="9" y="8"/>
                    <a:pt x="10" y="10"/>
                  </a:cubicBezTo>
                  <a:cubicBezTo>
                    <a:pt x="11" y="13"/>
                    <a:pt x="11" y="15"/>
                    <a:pt x="14" y="14"/>
                  </a:cubicBezTo>
                  <a:cubicBezTo>
                    <a:pt x="17" y="14"/>
                    <a:pt x="16" y="11"/>
                    <a:pt x="18" y="9"/>
                  </a:cubicBezTo>
                  <a:cubicBezTo>
                    <a:pt x="17" y="10"/>
                    <a:pt x="16" y="11"/>
                    <a:pt x="14" y="9"/>
                  </a:cubicBezTo>
                  <a:cubicBezTo>
                    <a:pt x="12" y="8"/>
                    <a:pt x="13" y="5"/>
                    <a:pt x="11" y="4"/>
                  </a:cubicBezTo>
                  <a:cubicBezTo>
                    <a:pt x="9" y="3"/>
                    <a:pt x="7" y="3"/>
                    <a:pt x="5" y="3"/>
                  </a:cubicBezTo>
                  <a:cubicBezTo>
                    <a:pt x="4" y="2"/>
                    <a:pt x="2" y="1"/>
                    <a:pt x="1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514">
              <a:extLst>
                <a:ext uri="{FF2B5EF4-FFF2-40B4-BE49-F238E27FC236}">
                  <a16:creationId xmlns:a16="http://schemas.microsoft.com/office/drawing/2014/main" id="{253C6171-3F5C-434F-8460-6C495A900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492"/>
              <a:ext cx="50" cy="56"/>
            </a:xfrm>
            <a:custGeom>
              <a:avLst/>
              <a:gdLst>
                <a:gd name="T0" fmla="*/ 0 w 22"/>
                <a:gd name="T1" fmla="*/ 290 h 23"/>
                <a:gd name="T2" fmla="*/ 93 w 22"/>
                <a:gd name="T3" fmla="*/ 290 h 23"/>
                <a:gd name="T4" fmla="*/ 166 w 22"/>
                <a:gd name="T5" fmla="*/ 173 h 23"/>
                <a:gd name="T6" fmla="*/ 202 w 22"/>
                <a:gd name="T7" fmla="*/ 131 h 23"/>
                <a:gd name="T8" fmla="*/ 248 w 22"/>
                <a:gd name="T9" fmla="*/ 71 h 23"/>
                <a:gd name="T10" fmla="*/ 211 w 22"/>
                <a:gd name="T11" fmla="*/ 0 h 23"/>
                <a:gd name="T12" fmla="*/ 186 w 22"/>
                <a:gd name="T13" fmla="*/ 90 h 23"/>
                <a:gd name="T14" fmla="*/ 118 w 22"/>
                <a:gd name="T15" fmla="*/ 173 h 23"/>
                <a:gd name="T16" fmla="*/ 73 w 22"/>
                <a:gd name="T17" fmla="*/ 290 h 23"/>
                <a:gd name="T18" fmla="*/ 0 w 22"/>
                <a:gd name="T19" fmla="*/ 302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23">
                  <a:moveTo>
                    <a:pt x="0" y="20"/>
                  </a:moveTo>
                  <a:cubicBezTo>
                    <a:pt x="0" y="23"/>
                    <a:pt x="6" y="22"/>
                    <a:pt x="8" y="20"/>
                  </a:cubicBezTo>
                  <a:cubicBezTo>
                    <a:pt x="11" y="18"/>
                    <a:pt x="12" y="15"/>
                    <a:pt x="14" y="12"/>
                  </a:cubicBezTo>
                  <a:cubicBezTo>
                    <a:pt x="15" y="11"/>
                    <a:pt x="16" y="10"/>
                    <a:pt x="17" y="9"/>
                  </a:cubicBezTo>
                  <a:cubicBezTo>
                    <a:pt x="18" y="7"/>
                    <a:pt x="20" y="6"/>
                    <a:pt x="21" y="5"/>
                  </a:cubicBezTo>
                  <a:cubicBezTo>
                    <a:pt x="22" y="1"/>
                    <a:pt x="20" y="1"/>
                    <a:pt x="18" y="0"/>
                  </a:cubicBezTo>
                  <a:cubicBezTo>
                    <a:pt x="21" y="2"/>
                    <a:pt x="18" y="4"/>
                    <a:pt x="16" y="6"/>
                  </a:cubicBezTo>
                  <a:cubicBezTo>
                    <a:pt x="13" y="8"/>
                    <a:pt x="11" y="9"/>
                    <a:pt x="10" y="12"/>
                  </a:cubicBezTo>
                  <a:cubicBezTo>
                    <a:pt x="9" y="15"/>
                    <a:pt x="8" y="18"/>
                    <a:pt x="6" y="20"/>
                  </a:cubicBezTo>
                  <a:cubicBezTo>
                    <a:pt x="4" y="22"/>
                    <a:pt x="2" y="21"/>
                    <a:pt x="0" y="2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515">
              <a:extLst>
                <a:ext uri="{FF2B5EF4-FFF2-40B4-BE49-F238E27FC236}">
                  <a16:creationId xmlns:a16="http://schemas.microsoft.com/office/drawing/2014/main" id="{4A753527-92BC-4E23-B2EE-C737ADB65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456"/>
              <a:ext cx="32" cy="24"/>
            </a:xfrm>
            <a:custGeom>
              <a:avLst/>
              <a:gdLst>
                <a:gd name="T0" fmla="*/ 37 w 14"/>
                <a:gd name="T1" fmla="*/ 0 h 10"/>
                <a:gd name="T2" fmla="*/ 130 w 14"/>
                <a:gd name="T3" fmla="*/ 139 h 10"/>
                <a:gd name="T4" fmla="*/ 94 w 14"/>
                <a:gd name="T5" fmla="*/ 41 h 10"/>
                <a:gd name="T6" fmla="*/ 48 w 14"/>
                <a:gd name="T7" fmla="*/ 29 h 10"/>
                <a:gd name="T8" fmla="*/ 37 w 14"/>
                <a:gd name="T9" fmla="*/ 12 h 10"/>
                <a:gd name="T10" fmla="*/ 0 w 14"/>
                <a:gd name="T11" fmla="*/ 12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3" y="0"/>
                  </a:moveTo>
                  <a:cubicBezTo>
                    <a:pt x="9" y="0"/>
                    <a:pt x="14" y="4"/>
                    <a:pt x="11" y="10"/>
                  </a:cubicBezTo>
                  <a:cubicBezTo>
                    <a:pt x="12" y="8"/>
                    <a:pt x="11" y="4"/>
                    <a:pt x="8" y="3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516">
              <a:extLst>
                <a:ext uri="{FF2B5EF4-FFF2-40B4-BE49-F238E27FC236}">
                  <a16:creationId xmlns:a16="http://schemas.microsoft.com/office/drawing/2014/main" id="{9866679A-85FB-474E-8923-C53A5C1E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475"/>
              <a:ext cx="39" cy="29"/>
            </a:xfrm>
            <a:custGeom>
              <a:avLst/>
              <a:gdLst>
                <a:gd name="T0" fmla="*/ 0 w 17"/>
                <a:gd name="T1" fmla="*/ 70 h 12"/>
                <a:gd name="T2" fmla="*/ 131 w 17"/>
                <a:gd name="T3" fmla="*/ 70 h 12"/>
                <a:gd name="T4" fmla="*/ 195 w 17"/>
                <a:gd name="T5" fmla="*/ 169 h 12"/>
                <a:gd name="T6" fmla="*/ 195 w 17"/>
                <a:gd name="T7" fmla="*/ 41 h 12"/>
                <a:gd name="T8" fmla="*/ 122 w 17"/>
                <a:gd name="T9" fmla="*/ 12 h 12"/>
                <a:gd name="T10" fmla="*/ 48 w 17"/>
                <a:gd name="T11" fmla="*/ 58 h 12"/>
                <a:gd name="T12" fmla="*/ 11 w 17"/>
                <a:gd name="T13" fmla="*/ 7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0" y="5"/>
                  </a:moveTo>
                  <a:cubicBezTo>
                    <a:pt x="3" y="7"/>
                    <a:pt x="7" y="3"/>
                    <a:pt x="11" y="5"/>
                  </a:cubicBezTo>
                  <a:cubicBezTo>
                    <a:pt x="13" y="5"/>
                    <a:pt x="16" y="10"/>
                    <a:pt x="16" y="12"/>
                  </a:cubicBezTo>
                  <a:cubicBezTo>
                    <a:pt x="16" y="9"/>
                    <a:pt x="17" y="5"/>
                    <a:pt x="16" y="3"/>
                  </a:cubicBezTo>
                  <a:cubicBezTo>
                    <a:pt x="14" y="0"/>
                    <a:pt x="13" y="1"/>
                    <a:pt x="10" y="1"/>
                  </a:cubicBezTo>
                  <a:cubicBezTo>
                    <a:pt x="8" y="2"/>
                    <a:pt x="7" y="3"/>
                    <a:pt x="4" y="4"/>
                  </a:cubicBezTo>
                  <a:cubicBezTo>
                    <a:pt x="3" y="4"/>
                    <a:pt x="2" y="6"/>
                    <a:pt x="1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517">
              <a:extLst>
                <a:ext uri="{FF2B5EF4-FFF2-40B4-BE49-F238E27FC236}">
                  <a16:creationId xmlns:a16="http://schemas.microsoft.com/office/drawing/2014/main" id="{4A98F2F5-4090-41C0-A198-CF1CDBA65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536"/>
              <a:ext cx="22" cy="12"/>
            </a:xfrm>
            <a:custGeom>
              <a:avLst/>
              <a:gdLst>
                <a:gd name="T0" fmla="*/ 9 w 10"/>
                <a:gd name="T1" fmla="*/ 12 h 5"/>
                <a:gd name="T2" fmla="*/ 106 w 10"/>
                <a:gd name="T3" fmla="*/ 29 h 5"/>
                <a:gd name="T4" fmla="*/ 44 w 10"/>
                <a:gd name="T5" fmla="*/ 41 h 5"/>
                <a:gd name="T6" fmla="*/ 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1" y="1"/>
                  </a:moveTo>
                  <a:cubicBezTo>
                    <a:pt x="2" y="4"/>
                    <a:pt x="8" y="5"/>
                    <a:pt x="10" y="2"/>
                  </a:cubicBezTo>
                  <a:cubicBezTo>
                    <a:pt x="8" y="3"/>
                    <a:pt x="7" y="4"/>
                    <a:pt x="4" y="3"/>
                  </a:cubicBez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518">
              <a:extLst>
                <a:ext uri="{FF2B5EF4-FFF2-40B4-BE49-F238E27FC236}">
                  <a16:creationId xmlns:a16="http://schemas.microsoft.com/office/drawing/2014/main" id="{79DF047C-F146-4CD9-BC5C-89AF38B6F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3519"/>
              <a:ext cx="20" cy="19"/>
            </a:xfrm>
            <a:custGeom>
              <a:avLst/>
              <a:gdLst>
                <a:gd name="T0" fmla="*/ 0 w 9"/>
                <a:gd name="T1" fmla="*/ 0 h 8"/>
                <a:gd name="T2" fmla="*/ 80 w 9"/>
                <a:gd name="T3" fmla="*/ 57 h 8"/>
                <a:gd name="T4" fmla="*/ 98 w 9"/>
                <a:gd name="T5" fmla="*/ 107 h 8"/>
                <a:gd name="T6" fmla="*/ 89 w 9"/>
                <a:gd name="T7" fmla="*/ 29 h 8"/>
                <a:gd name="T8" fmla="*/ 53 w 9"/>
                <a:gd name="T9" fmla="*/ 12 h 8"/>
                <a:gd name="T10" fmla="*/ 0 w 9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0" y="2"/>
                    <a:pt x="6" y="2"/>
                    <a:pt x="7" y="4"/>
                  </a:cubicBezTo>
                  <a:cubicBezTo>
                    <a:pt x="8" y="5"/>
                    <a:pt x="8" y="7"/>
                    <a:pt x="9" y="8"/>
                  </a:cubicBezTo>
                  <a:cubicBezTo>
                    <a:pt x="9" y="6"/>
                    <a:pt x="9" y="3"/>
                    <a:pt x="8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519">
              <a:extLst>
                <a:ext uri="{FF2B5EF4-FFF2-40B4-BE49-F238E27FC236}">
                  <a16:creationId xmlns:a16="http://schemas.microsoft.com/office/drawing/2014/main" id="{E54C9AB2-0655-4255-88D1-4C577DD1A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461"/>
              <a:ext cx="9" cy="22"/>
            </a:xfrm>
            <a:custGeom>
              <a:avLst/>
              <a:gdLst>
                <a:gd name="T0" fmla="*/ 0 w 4"/>
                <a:gd name="T1" fmla="*/ 0 h 9"/>
                <a:gd name="T2" fmla="*/ 25 w 4"/>
                <a:gd name="T3" fmla="*/ 132 h 9"/>
                <a:gd name="T4" fmla="*/ 0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4" y="0"/>
                    <a:pt x="4" y="7"/>
                    <a:pt x="2" y="9"/>
                  </a:cubicBezTo>
                  <a:cubicBezTo>
                    <a:pt x="2" y="7"/>
                    <a:pt x="3" y="1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520">
              <a:extLst>
                <a:ext uri="{FF2B5EF4-FFF2-40B4-BE49-F238E27FC236}">
                  <a16:creationId xmlns:a16="http://schemas.microsoft.com/office/drawing/2014/main" id="{A5840038-2F36-438A-B68C-511C78C2C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451"/>
              <a:ext cx="45" cy="24"/>
            </a:xfrm>
            <a:custGeom>
              <a:avLst/>
              <a:gdLst>
                <a:gd name="T0" fmla="*/ 0 w 20"/>
                <a:gd name="T1" fmla="*/ 139 h 10"/>
                <a:gd name="T2" fmla="*/ 101 w 20"/>
                <a:gd name="T3" fmla="*/ 41 h 10"/>
                <a:gd name="T4" fmla="*/ 227 w 20"/>
                <a:gd name="T5" fmla="*/ 29 h 10"/>
                <a:gd name="T6" fmla="*/ 146 w 20"/>
                <a:gd name="T7" fmla="*/ 29 h 10"/>
                <a:gd name="T8" fmla="*/ 101 w 20"/>
                <a:gd name="T9" fmla="*/ 82 h 10"/>
                <a:gd name="T10" fmla="*/ 56 w 20"/>
                <a:gd name="T11" fmla="*/ 98 h 10"/>
                <a:gd name="T12" fmla="*/ 0 w 20"/>
                <a:gd name="T13" fmla="*/ 13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4" y="9"/>
                    <a:pt x="6" y="5"/>
                    <a:pt x="9" y="3"/>
                  </a:cubicBezTo>
                  <a:cubicBezTo>
                    <a:pt x="11" y="2"/>
                    <a:pt x="17" y="0"/>
                    <a:pt x="20" y="2"/>
                  </a:cubicBezTo>
                  <a:cubicBezTo>
                    <a:pt x="18" y="2"/>
                    <a:pt x="15" y="2"/>
                    <a:pt x="13" y="2"/>
                  </a:cubicBezTo>
                  <a:cubicBezTo>
                    <a:pt x="11" y="3"/>
                    <a:pt x="10" y="5"/>
                    <a:pt x="9" y="6"/>
                  </a:cubicBezTo>
                  <a:cubicBezTo>
                    <a:pt x="7" y="7"/>
                    <a:pt x="6" y="7"/>
                    <a:pt x="5" y="7"/>
                  </a:cubicBezTo>
                  <a:cubicBezTo>
                    <a:pt x="3" y="8"/>
                    <a:pt x="2" y="9"/>
                    <a:pt x="0" y="1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4" name="Freeform 521">
              <a:extLst>
                <a:ext uri="{FF2B5EF4-FFF2-40B4-BE49-F238E27FC236}">
                  <a16:creationId xmlns:a16="http://schemas.microsoft.com/office/drawing/2014/main" id="{AFBD3057-D8BE-44E3-9BFB-7B33D831A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485"/>
              <a:ext cx="25" cy="15"/>
            </a:xfrm>
            <a:custGeom>
              <a:avLst/>
              <a:gdLst>
                <a:gd name="T0" fmla="*/ 0 w 11"/>
                <a:gd name="T1" fmla="*/ 63 h 6"/>
                <a:gd name="T2" fmla="*/ 130 w 11"/>
                <a:gd name="T3" fmla="*/ 95 h 6"/>
                <a:gd name="T4" fmla="*/ 82 w 11"/>
                <a:gd name="T5" fmla="*/ 63 h 6"/>
                <a:gd name="T6" fmla="*/ 25 w 11"/>
                <a:gd name="T7" fmla="*/ 6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3" y="4"/>
                    <a:pt x="11" y="0"/>
                    <a:pt x="11" y="6"/>
                  </a:cubicBezTo>
                  <a:cubicBezTo>
                    <a:pt x="10" y="4"/>
                    <a:pt x="8" y="4"/>
                    <a:pt x="7" y="4"/>
                  </a:cubicBezTo>
                  <a:cubicBezTo>
                    <a:pt x="5" y="4"/>
                    <a:pt x="4" y="4"/>
                    <a:pt x="2" y="4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522">
              <a:extLst>
                <a:ext uri="{FF2B5EF4-FFF2-40B4-BE49-F238E27FC236}">
                  <a16:creationId xmlns:a16="http://schemas.microsoft.com/office/drawing/2014/main" id="{176609E2-FA36-416B-9469-91DEA5E02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473"/>
              <a:ext cx="15" cy="19"/>
            </a:xfrm>
            <a:custGeom>
              <a:avLst/>
              <a:gdLst>
                <a:gd name="T0" fmla="*/ 0 w 7"/>
                <a:gd name="T1" fmla="*/ 12 h 8"/>
                <a:gd name="T2" fmla="*/ 28 w 7"/>
                <a:gd name="T3" fmla="*/ 57 h 8"/>
                <a:gd name="T4" fmla="*/ 51 w 7"/>
                <a:gd name="T5" fmla="*/ 78 h 8"/>
                <a:gd name="T6" fmla="*/ 69 w 7"/>
                <a:gd name="T7" fmla="*/ 95 h 8"/>
                <a:gd name="T8" fmla="*/ 19 w 7"/>
                <a:gd name="T9" fmla="*/ 69 h 8"/>
                <a:gd name="T10" fmla="*/ 0 w 7"/>
                <a:gd name="T11" fmla="*/ 29 h 8"/>
                <a:gd name="T12" fmla="*/ 0 w 7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4" y="8"/>
                    <a:pt x="4" y="7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523">
              <a:extLst>
                <a:ext uri="{FF2B5EF4-FFF2-40B4-BE49-F238E27FC236}">
                  <a16:creationId xmlns:a16="http://schemas.microsoft.com/office/drawing/2014/main" id="{4F33E67B-4723-40A1-AAE0-C36E28E3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451"/>
              <a:ext cx="125" cy="109"/>
            </a:xfrm>
            <a:custGeom>
              <a:avLst/>
              <a:gdLst>
                <a:gd name="T0" fmla="*/ 248 w 55"/>
                <a:gd name="T1" fmla="*/ 12 h 45"/>
                <a:gd name="T2" fmla="*/ 527 w 55"/>
                <a:gd name="T3" fmla="*/ 111 h 45"/>
                <a:gd name="T4" fmla="*/ 543 w 55"/>
                <a:gd name="T5" fmla="*/ 211 h 45"/>
                <a:gd name="T6" fmla="*/ 620 w 55"/>
                <a:gd name="T7" fmla="*/ 259 h 45"/>
                <a:gd name="T8" fmla="*/ 600 w 55"/>
                <a:gd name="T9" fmla="*/ 358 h 45"/>
                <a:gd name="T10" fmla="*/ 543 w 55"/>
                <a:gd name="T11" fmla="*/ 470 h 45"/>
                <a:gd name="T12" fmla="*/ 341 w 55"/>
                <a:gd name="T13" fmla="*/ 540 h 45"/>
                <a:gd name="T14" fmla="*/ 330 w 55"/>
                <a:gd name="T15" fmla="*/ 482 h 45"/>
                <a:gd name="T16" fmla="*/ 295 w 55"/>
                <a:gd name="T17" fmla="*/ 528 h 45"/>
                <a:gd name="T18" fmla="*/ 202 w 55"/>
                <a:gd name="T19" fmla="*/ 499 h 45"/>
                <a:gd name="T20" fmla="*/ 186 w 55"/>
                <a:gd name="T21" fmla="*/ 458 h 45"/>
                <a:gd name="T22" fmla="*/ 139 w 55"/>
                <a:gd name="T23" fmla="*/ 441 h 45"/>
                <a:gd name="T24" fmla="*/ 82 w 55"/>
                <a:gd name="T25" fmla="*/ 358 h 45"/>
                <a:gd name="T26" fmla="*/ 57 w 55"/>
                <a:gd name="T27" fmla="*/ 300 h 45"/>
                <a:gd name="T28" fmla="*/ 25 w 55"/>
                <a:gd name="T29" fmla="*/ 228 h 45"/>
                <a:gd name="T30" fmla="*/ 73 w 55"/>
                <a:gd name="T31" fmla="*/ 128 h 45"/>
                <a:gd name="T32" fmla="*/ 248 w 55"/>
                <a:gd name="T33" fmla="*/ 12 h 45"/>
                <a:gd name="T34" fmla="*/ 248 w 55"/>
                <a:gd name="T35" fmla="*/ 12 h 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45">
                  <a:moveTo>
                    <a:pt x="21" y="1"/>
                  </a:moveTo>
                  <a:cubicBezTo>
                    <a:pt x="27" y="0"/>
                    <a:pt x="44" y="0"/>
                    <a:pt x="45" y="8"/>
                  </a:cubicBezTo>
                  <a:cubicBezTo>
                    <a:pt x="45" y="12"/>
                    <a:pt x="42" y="14"/>
                    <a:pt x="46" y="15"/>
                  </a:cubicBezTo>
                  <a:cubicBezTo>
                    <a:pt x="49" y="16"/>
                    <a:pt x="51" y="14"/>
                    <a:pt x="53" y="18"/>
                  </a:cubicBezTo>
                  <a:cubicBezTo>
                    <a:pt x="55" y="22"/>
                    <a:pt x="53" y="23"/>
                    <a:pt x="51" y="25"/>
                  </a:cubicBezTo>
                  <a:cubicBezTo>
                    <a:pt x="48" y="28"/>
                    <a:pt x="47" y="30"/>
                    <a:pt x="46" y="33"/>
                  </a:cubicBezTo>
                  <a:cubicBezTo>
                    <a:pt x="43" y="37"/>
                    <a:pt x="35" y="45"/>
                    <a:pt x="29" y="38"/>
                  </a:cubicBezTo>
                  <a:cubicBezTo>
                    <a:pt x="28" y="37"/>
                    <a:pt x="29" y="35"/>
                    <a:pt x="28" y="34"/>
                  </a:cubicBezTo>
                  <a:cubicBezTo>
                    <a:pt x="26" y="33"/>
                    <a:pt x="26" y="36"/>
                    <a:pt x="25" y="37"/>
                  </a:cubicBezTo>
                  <a:cubicBezTo>
                    <a:pt x="22" y="39"/>
                    <a:pt x="19" y="39"/>
                    <a:pt x="17" y="35"/>
                  </a:cubicBezTo>
                  <a:cubicBezTo>
                    <a:pt x="16" y="34"/>
                    <a:pt x="18" y="34"/>
                    <a:pt x="16" y="32"/>
                  </a:cubicBezTo>
                  <a:cubicBezTo>
                    <a:pt x="15" y="32"/>
                    <a:pt x="13" y="32"/>
                    <a:pt x="12" y="31"/>
                  </a:cubicBezTo>
                  <a:cubicBezTo>
                    <a:pt x="7" y="30"/>
                    <a:pt x="8" y="28"/>
                    <a:pt x="7" y="25"/>
                  </a:cubicBezTo>
                  <a:cubicBezTo>
                    <a:pt x="7" y="22"/>
                    <a:pt x="7" y="23"/>
                    <a:pt x="5" y="21"/>
                  </a:cubicBezTo>
                  <a:cubicBezTo>
                    <a:pt x="4" y="19"/>
                    <a:pt x="2" y="19"/>
                    <a:pt x="2" y="16"/>
                  </a:cubicBezTo>
                  <a:cubicBezTo>
                    <a:pt x="0" y="12"/>
                    <a:pt x="3" y="11"/>
                    <a:pt x="6" y="9"/>
                  </a:cubicBezTo>
                  <a:cubicBezTo>
                    <a:pt x="12" y="7"/>
                    <a:pt x="15" y="2"/>
                    <a:pt x="21" y="1"/>
                  </a:cubicBezTo>
                  <a:cubicBezTo>
                    <a:pt x="22" y="1"/>
                    <a:pt x="21" y="1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524">
              <a:extLst>
                <a:ext uri="{FF2B5EF4-FFF2-40B4-BE49-F238E27FC236}">
                  <a16:creationId xmlns:a16="http://schemas.microsoft.com/office/drawing/2014/main" id="{C4F50FE8-8038-4EAD-B343-81A578312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471"/>
              <a:ext cx="7" cy="16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3"/>
                    <a:pt x="0" y="4"/>
                    <a:pt x="3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525">
              <a:extLst>
                <a:ext uri="{FF2B5EF4-FFF2-40B4-BE49-F238E27FC236}">
                  <a16:creationId xmlns:a16="http://schemas.microsoft.com/office/drawing/2014/main" id="{34F49298-D228-4D1F-90FA-6B40438B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485"/>
              <a:ext cx="39" cy="19"/>
            </a:xfrm>
            <a:custGeom>
              <a:avLst/>
              <a:gdLst>
                <a:gd name="T0" fmla="*/ 0 w 17"/>
                <a:gd name="T1" fmla="*/ 29 h 8"/>
                <a:gd name="T2" fmla="*/ 122 w 17"/>
                <a:gd name="T3" fmla="*/ 12 h 8"/>
                <a:gd name="T4" fmla="*/ 204 w 17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2"/>
                  </a:moveTo>
                  <a:cubicBezTo>
                    <a:pt x="5" y="4"/>
                    <a:pt x="6" y="0"/>
                    <a:pt x="10" y="1"/>
                  </a:cubicBezTo>
                  <a:cubicBezTo>
                    <a:pt x="14" y="1"/>
                    <a:pt x="17" y="5"/>
                    <a:pt x="17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526">
              <a:extLst>
                <a:ext uri="{FF2B5EF4-FFF2-40B4-BE49-F238E27FC236}">
                  <a16:creationId xmlns:a16="http://schemas.microsoft.com/office/drawing/2014/main" id="{6187F7C0-5A43-458B-85B7-4F87C3F98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533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527">
              <a:extLst>
                <a:ext uri="{FF2B5EF4-FFF2-40B4-BE49-F238E27FC236}">
                  <a16:creationId xmlns:a16="http://schemas.microsoft.com/office/drawing/2014/main" id="{44733034-A1A1-42D4-A4CD-B8D2BECF0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500"/>
              <a:ext cx="5" cy="4"/>
            </a:xfrm>
            <a:custGeom>
              <a:avLst/>
              <a:gdLst>
                <a:gd name="T0" fmla="*/ 20 w 2"/>
                <a:gd name="T1" fmla="*/ 16 h 2"/>
                <a:gd name="T2" fmla="*/ 33 w 2"/>
                <a:gd name="T3" fmla="*/ 0 h 2"/>
                <a:gd name="T4" fmla="*/ 0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528">
              <a:extLst>
                <a:ext uri="{FF2B5EF4-FFF2-40B4-BE49-F238E27FC236}">
                  <a16:creationId xmlns:a16="http://schemas.microsoft.com/office/drawing/2014/main" id="{E12048EB-4BC1-4323-88E9-4AF3E32F8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471"/>
              <a:ext cx="4" cy="7"/>
            </a:xfrm>
            <a:custGeom>
              <a:avLst/>
              <a:gdLst>
                <a:gd name="T0" fmla="*/ 8 w 2"/>
                <a:gd name="T1" fmla="*/ 12 h 3"/>
                <a:gd name="T2" fmla="*/ 16 w 2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0"/>
                    <a:pt x="0" y="3"/>
                    <a:pt x="2" y="1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529">
              <a:extLst>
                <a:ext uri="{FF2B5EF4-FFF2-40B4-BE49-F238E27FC236}">
                  <a16:creationId xmlns:a16="http://schemas.microsoft.com/office/drawing/2014/main" id="{16581056-D195-4734-BA97-08612853E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487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1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530">
              <a:extLst>
                <a:ext uri="{FF2B5EF4-FFF2-40B4-BE49-F238E27FC236}">
                  <a16:creationId xmlns:a16="http://schemas.microsoft.com/office/drawing/2014/main" id="{13B6856C-3F7E-4523-ACEC-00E08E8A9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536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27 w 1"/>
                <a:gd name="T3" fmla="*/ 0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Freeform 531">
              <a:extLst>
                <a:ext uri="{FF2B5EF4-FFF2-40B4-BE49-F238E27FC236}">
                  <a16:creationId xmlns:a16="http://schemas.microsoft.com/office/drawing/2014/main" id="{DD197F74-5E35-4FBE-B65B-0259A95A8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417"/>
              <a:ext cx="7" cy="20"/>
            </a:xfrm>
            <a:custGeom>
              <a:avLst/>
              <a:gdLst>
                <a:gd name="T0" fmla="*/ 12 w 3"/>
                <a:gd name="T1" fmla="*/ 20 h 8"/>
                <a:gd name="T2" fmla="*/ 12 w 3"/>
                <a:gd name="T3" fmla="*/ 63 h 8"/>
                <a:gd name="T4" fmla="*/ 12 w 3"/>
                <a:gd name="T5" fmla="*/ 125 h 8"/>
                <a:gd name="T6" fmla="*/ 37 w 3"/>
                <a:gd name="T7" fmla="*/ 50 h 8"/>
                <a:gd name="T8" fmla="*/ 0 w 3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1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2" y="7"/>
                    <a:pt x="3" y="5"/>
                    <a:pt x="3" y="3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Freeform 532">
              <a:extLst>
                <a:ext uri="{FF2B5EF4-FFF2-40B4-BE49-F238E27FC236}">
                  <a16:creationId xmlns:a16="http://schemas.microsoft.com/office/drawing/2014/main" id="{2B87EEAF-D4A2-4796-8749-0009C7CCC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3417"/>
              <a:ext cx="5" cy="22"/>
            </a:xfrm>
            <a:custGeom>
              <a:avLst/>
              <a:gdLst>
                <a:gd name="T0" fmla="*/ 20 w 2"/>
                <a:gd name="T1" fmla="*/ 132 h 9"/>
                <a:gd name="T2" fmla="*/ 0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9"/>
                  </a:moveTo>
                  <a:cubicBezTo>
                    <a:pt x="2" y="5"/>
                    <a:pt x="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6" name="Freeform 533">
              <a:extLst>
                <a:ext uri="{FF2B5EF4-FFF2-40B4-BE49-F238E27FC236}">
                  <a16:creationId xmlns:a16="http://schemas.microsoft.com/office/drawing/2014/main" id="{86553040-5697-494F-9995-B2AF19889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3434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27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534">
              <a:extLst>
                <a:ext uri="{FF2B5EF4-FFF2-40B4-BE49-F238E27FC236}">
                  <a16:creationId xmlns:a16="http://schemas.microsoft.com/office/drawing/2014/main" id="{CF8E32B0-7A1E-4D75-BD32-66D4EC00E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3417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535">
              <a:extLst>
                <a:ext uri="{FF2B5EF4-FFF2-40B4-BE49-F238E27FC236}">
                  <a16:creationId xmlns:a16="http://schemas.microsoft.com/office/drawing/2014/main" id="{9C36EC06-4E62-465A-98B2-12B7A0773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410"/>
              <a:ext cx="13" cy="15"/>
            </a:xfrm>
            <a:custGeom>
              <a:avLst/>
              <a:gdLst>
                <a:gd name="T0" fmla="*/ 0 w 6"/>
                <a:gd name="T1" fmla="*/ 95 h 6"/>
                <a:gd name="T2" fmla="*/ 6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5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536">
              <a:extLst>
                <a:ext uri="{FF2B5EF4-FFF2-40B4-BE49-F238E27FC236}">
                  <a16:creationId xmlns:a16="http://schemas.microsoft.com/office/drawing/2014/main" id="{58757863-B2C3-4B49-9F0D-B9469B230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3420"/>
              <a:ext cx="25" cy="34"/>
            </a:xfrm>
            <a:custGeom>
              <a:avLst/>
              <a:gdLst>
                <a:gd name="T0" fmla="*/ 102 w 11"/>
                <a:gd name="T1" fmla="*/ 58 h 14"/>
                <a:gd name="T2" fmla="*/ 130 w 11"/>
                <a:gd name="T3" fmla="*/ 141 h 14"/>
                <a:gd name="T4" fmla="*/ 118 w 11"/>
                <a:gd name="T5" fmla="*/ 202 h 14"/>
                <a:gd name="T6" fmla="*/ 93 w 11"/>
                <a:gd name="T7" fmla="*/ 202 h 14"/>
                <a:gd name="T8" fmla="*/ 57 w 11"/>
                <a:gd name="T9" fmla="*/ 189 h 14"/>
                <a:gd name="T10" fmla="*/ 0 w 11"/>
                <a:gd name="T11" fmla="*/ 170 h 14"/>
                <a:gd name="T12" fmla="*/ 57 w 11"/>
                <a:gd name="T13" fmla="*/ 160 h 14"/>
                <a:gd name="T14" fmla="*/ 93 w 11"/>
                <a:gd name="T15" fmla="*/ 112 h 14"/>
                <a:gd name="T16" fmla="*/ 82 w 11"/>
                <a:gd name="T17" fmla="*/ 41 h 14"/>
                <a:gd name="T18" fmla="*/ 82 w 11"/>
                <a:gd name="T19" fmla="*/ 12 h 14"/>
                <a:gd name="T20" fmla="*/ 82 w 11"/>
                <a:gd name="T21" fmla="*/ 0 h 14"/>
                <a:gd name="T22" fmla="*/ 93 w 11"/>
                <a:gd name="T23" fmla="*/ 29 h 14"/>
                <a:gd name="T24" fmla="*/ 102 w 11"/>
                <a:gd name="T25" fmla="*/ 5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14">
                  <a:moveTo>
                    <a:pt x="9" y="4"/>
                  </a:moveTo>
                  <a:cubicBezTo>
                    <a:pt x="10" y="6"/>
                    <a:pt x="11" y="8"/>
                    <a:pt x="11" y="10"/>
                  </a:cubicBezTo>
                  <a:cubicBezTo>
                    <a:pt x="11" y="11"/>
                    <a:pt x="11" y="14"/>
                    <a:pt x="10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7" y="13"/>
                    <a:pt x="6" y="13"/>
                    <a:pt x="5" y="13"/>
                  </a:cubicBezTo>
                  <a:cubicBezTo>
                    <a:pt x="4" y="13"/>
                    <a:pt x="2" y="12"/>
                    <a:pt x="0" y="12"/>
                  </a:cubicBezTo>
                  <a:cubicBezTo>
                    <a:pt x="2" y="12"/>
                    <a:pt x="3" y="12"/>
                    <a:pt x="5" y="11"/>
                  </a:cubicBezTo>
                  <a:cubicBezTo>
                    <a:pt x="7" y="11"/>
                    <a:pt x="8" y="10"/>
                    <a:pt x="8" y="8"/>
                  </a:cubicBezTo>
                  <a:cubicBezTo>
                    <a:pt x="8" y="6"/>
                    <a:pt x="8" y="4"/>
                    <a:pt x="7" y="3"/>
                  </a:cubicBezTo>
                  <a:cubicBezTo>
                    <a:pt x="7" y="2"/>
                    <a:pt x="7" y="2"/>
                    <a:pt x="7" y="1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7" y="1"/>
                    <a:pt x="8" y="2"/>
                    <a:pt x="8" y="2"/>
                  </a:cubicBezTo>
                  <a:cubicBezTo>
                    <a:pt x="8" y="3"/>
                    <a:pt x="8" y="3"/>
                    <a:pt x="9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537">
              <a:extLst>
                <a:ext uri="{FF2B5EF4-FFF2-40B4-BE49-F238E27FC236}">
                  <a16:creationId xmlns:a16="http://schemas.microsoft.com/office/drawing/2014/main" id="{742F8E64-A07F-4DC1-94F2-9AA0D5030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429"/>
              <a:ext cx="34" cy="34"/>
            </a:xfrm>
            <a:custGeom>
              <a:avLst/>
              <a:gdLst>
                <a:gd name="T0" fmla="*/ 11 w 15"/>
                <a:gd name="T1" fmla="*/ 58 h 14"/>
                <a:gd name="T2" fmla="*/ 11 w 15"/>
                <a:gd name="T3" fmla="*/ 112 h 14"/>
                <a:gd name="T4" fmla="*/ 36 w 15"/>
                <a:gd name="T5" fmla="*/ 170 h 14"/>
                <a:gd name="T6" fmla="*/ 57 w 15"/>
                <a:gd name="T7" fmla="*/ 202 h 14"/>
                <a:gd name="T8" fmla="*/ 102 w 15"/>
                <a:gd name="T9" fmla="*/ 160 h 14"/>
                <a:gd name="T10" fmla="*/ 175 w 15"/>
                <a:gd name="T11" fmla="*/ 112 h 14"/>
                <a:gd name="T12" fmla="*/ 118 w 15"/>
                <a:gd name="T13" fmla="*/ 112 h 14"/>
                <a:gd name="T14" fmla="*/ 57 w 15"/>
                <a:gd name="T15" fmla="*/ 100 h 14"/>
                <a:gd name="T16" fmla="*/ 57 w 15"/>
                <a:gd name="T17" fmla="*/ 0 h 14"/>
                <a:gd name="T18" fmla="*/ 11 w 15"/>
                <a:gd name="T19" fmla="*/ 58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4">
                  <a:moveTo>
                    <a:pt x="1" y="4"/>
                  </a:moveTo>
                  <a:cubicBezTo>
                    <a:pt x="1" y="5"/>
                    <a:pt x="0" y="7"/>
                    <a:pt x="1" y="8"/>
                  </a:cubicBezTo>
                  <a:cubicBezTo>
                    <a:pt x="2" y="10"/>
                    <a:pt x="3" y="11"/>
                    <a:pt x="3" y="12"/>
                  </a:cubicBezTo>
                  <a:cubicBezTo>
                    <a:pt x="4" y="13"/>
                    <a:pt x="4" y="14"/>
                    <a:pt x="5" y="14"/>
                  </a:cubicBezTo>
                  <a:cubicBezTo>
                    <a:pt x="7" y="14"/>
                    <a:pt x="8" y="12"/>
                    <a:pt x="9" y="11"/>
                  </a:cubicBezTo>
                  <a:cubicBezTo>
                    <a:pt x="10" y="10"/>
                    <a:pt x="13" y="8"/>
                    <a:pt x="15" y="8"/>
                  </a:cubicBezTo>
                  <a:cubicBezTo>
                    <a:pt x="13" y="9"/>
                    <a:pt x="12" y="8"/>
                    <a:pt x="10" y="8"/>
                  </a:cubicBezTo>
                  <a:cubicBezTo>
                    <a:pt x="8" y="9"/>
                    <a:pt x="7" y="9"/>
                    <a:pt x="5" y="7"/>
                  </a:cubicBezTo>
                  <a:cubicBezTo>
                    <a:pt x="4" y="5"/>
                    <a:pt x="3" y="1"/>
                    <a:pt x="5" y="0"/>
                  </a:cubicBezTo>
                  <a:cubicBezTo>
                    <a:pt x="3" y="1"/>
                    <a:pt x="2" y="2"/>
                    <a:pt x="1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538">
              <a:extLst>
                <a:ext uri="{FF2B5EF4-FFF2-40B4-BE49-F238E27FC236}">
                  <a16:creationId xmlns:a16="http://schemas.microsoft.com/office/drawing/2014/main" id="{0FB05EA7-B3D5-47B5-8669-BCAFDFAFE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401"/>
              <a:ext cx="16" cy="14"/>
            </a:xfrm>
            <a:custGeom>
              <a:avLst/>
              <a:gdLst>
                <a:gd name="T0" fmla="*/ 37 w 7"/>
                <a:gd name="T1" fmla="*/ 12 h 6"/>
                <a:gd name="T2" fmla="*/ 0 w 7"/>
                <a:gd name="T3" fmla="*/ 77 h 6"/>
                <a:gd name="T4" fmla="*/ 48 w 7"/>
                <a:gd name="T5" fmla="*/ 28 h 6"/>
                <a:gd name="T6" fmla="*/ 85 w 7"/>
                <a:gd name="T7" fmla="*/ 0 h 6"/>
                <a:gd name="T8" fmla="*/ 37 w 7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0" y="4"/>
                    <a:pt x="2" y="3"/>
                    <a:pt x="4" y="2"/>
                  </a:cubicBezTo>
                  <a:cubicBezTo>
                    <a:pt x="4" y="2"/>
                    <a:pt x="7" y="1"/>
                    <a:pt x="7" y="0"/>
                  </a:cubicBezTo>
                  <a:cubicBezTo>
                    <a:pt x="6" y="0"/>
                    <a:pt x="4" y="1"/>
                    <a:pt x="3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539">
              <a:extLst>
                <a:ext uri="{FF2B5EF4-FFF2-40B4-BE49-F238E27FC236}">
                  <a16:creationId xmlns:a16="http://schemas.microsoft.com/office/drawing/2014/main" id="{FCBD9961-BB0F-43E9-AF19-194B2C27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3434"/>
              <a:ext cx="13" cy="20"/>
            </a:xfrm>
            <a:custGeom>
              <a:avLst/>
              <a:gdLst>
                <a:gd name="T0" fmla="*/ 52 w 6"/>
                <a:gd name="T1" fmla="*/ 0 h 8"/>
                <a:gd name="T2" fmla="*/ 43 w 6"/>
                <a:gd name="T3" fmla="*/ 125 h 8"/>
                <a:gd name="T4" fmla="*/ 0 w 6"/>
                <a:gd name="T5" fmla="*/ 113 h 8"/>
                <a:gd name="T6" fmla="*/ 52 w 6"/>
                <a:gd name="T7" fmla="*/ 95 h 8"/>
                <a:gd name="T8" fmla="*/ 52 w 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cubicBezTo>
                    <a:pt x="6" y="2"/>
                    <a:pt x="6" y="6"/>
                    <a:pt x="4" y="8"/>
                  </a:cubicBezTo>
                  <a:cubicBezTo>
                    <a:pt x="3" y="7"/>
                    <a:pt x="1" y="7"/>
                    <a:pt x="0" y="7"/>
                  </a:cubicBezTo>
                  <a:cubicBezTo>
                    <a:pt x="1" y="7"/>
                    <a:pt x="3" y="7"/>
                    <a:pt x="5" y="6"/>
                  </a:cubicBezTo>
                  <a:cubicBezTo>
                    <a:pt x="5" y="5"/>
                    <a:pt x="6" y="1"/>
                    <a:pt x="5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540">
              <a:extLst>
                <a:ext uri="{FF2B5EF4-FFF2-40B4-BE49-F238E27FC236}">
                  <a16:creationId xmlns:a16="http://schemas.microsoft.com/office/drawing/2014/main" id="{1DD08FBD-5D38-4B3E-B039-047E3F59B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446"/>
              <a:ext cx="23" cy="20"/>
            </a:xfrm>
            <a:custGeom>
              <a:avLst/>
              <a:gdLst>
                <a:gd name="T0" fmla="*/ 0 w 10"/>
                <a:gd name="T1" fmla="*/ 0 h 8"/>
                <a:gd name="T2" fmla="*/ 48 w 10"/>
                <a:gd name="T3" fmla="*/ 95 h 8"/>
                <a:gd name="T4" fmla="*/ 85 w 10"/>
                <a:gd name="T5" fmla="*/ 83 h 8"/>
                <a:gd name="T6" fmla="*/ 122 w 10"/>
                <a:gd name="T7" fmla="*/ 33 h 8"/>
                <a:gd name="T8" fmla="*/ 48 w 10"/>
                <a:gd name="T9" fmla="*/ 83 h 8"/>
                <a:gd name="T10" fmla="*/ 0 w 10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1" y="2"/>
                    <a:pt x="2" y="5"/>
                    <a:pt x="4" y="6"/>
                  </a:cubicBezTo>
                  <a:cubicBezTo>
                    <a:pt x="6" y="8"/>
                    <a:pt x="6" y="7"/>
                    <a:pt x="7" y="5"/>
                  </a:cubicBezTo>
                  <a:cubicBezTo>
                    <a:pt x="7" y="4"/>
                    <a:pt x="9" y="3"/>
                    <a:pt x="10" y="2"/>
                  </a:cubicBezTo>
                  <a:cubicBezTo>
                    <a:pt x="7" y="3"/>
                    <a:pt x="6" y="5"/>
                    <a:pt x="4" y="5"/>
                  </a:cubicBez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541">
              <a:extLst>
                <a:ext uri="{FF2B5EF4-FFF2-40B4-BE49-F238E27FC236}">
                  <a16:creationId xmlns:a16="http://schemas.microsoft.com/office/drawing/2014/main" id="{8C68993F-75C9-4631-A9FD-B807F271F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507"/>
              <a:ext cx="21" cy="24"/>
            </a:xfrm>
            <a:custGeom>
              <a:avLst/>
              <a:gdLst>
                <a:gd name="T0" fmla="*/ 114 w 9"/>
                <a:gd name="T1" fmla="*/ 0 h 10"/>
                <a:gd name="T2" fmla="*/ 65 w 9"/>
                <a:gd name="T3" fmla="*/ 58 h 10"/>
                <a:gd name="T4" fmla="*/ 0 w 9"/>
                <a:gd name="T5" fmla="*/ 139 h 10"/>
                <a:gd name="T6" fmla="*/ 37 w 9"/>
                <a:gd name="T7" fmla="*/ 58 h 10"/>
                <a:gd name="T8" fmla="*/ 114 w 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8" y="2"/>
                    <a:pt x="6" y="3"/>
                    <a:pt x="5" y="4"/>
                  </a:cubicBezTo>
                  <a:cubicBezTo>
                    <a:pt x="3" y="6"/>
                    <a:pt x="1" y="8"/>
                    <a:pt x="0" y="10"/>
                  </a:cubicBezTo>
                  <a:cubicBezTo>
                    <a:pt x="2" y="8"/>
                    <a:pt x="2" y="5"/>
                    <a:pt x="3" y="4"/>
                  </a:cubicBezTo>
                  <a:cubicBezTo>
                    <a:pt x="5" y="2"/>
                    <a:pt x="8" y="1"/>
                    <a:pt x="9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542">
              <a:extLst>
                <a:ext uri="{FF2B5EF4-FFF2-40B4-BE49-F238E27FC236}">
                  <a16:creationId xmlns:a16="http://schemas.microsoft.com/office/drawing/2014/main" id="{00EB25CC-A766-47AC-8B6F-E3CB67261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483"/>
              <a:ext cx="20" cy="9"/>
            </a:xfrm>
            <a:custGeom>
              <a:avLst/>
              <a:gdLst>
                <a:gd name="T0" fmla="*/ 0 w 9"/>
                <a:gd name="T1" fmla="*/ 11 h 4"/>
                <a:gd name="T2" fmla="*/ 53 w 9"/>
                <a:gd name="T3" fmla="*/ 11 h 4"/>
                <a:gd name="T4" fmla="*/ 98 w 9"/>
                <a:gd name="T5" fmla="*/ 45 h 4"/>
                <a:gd name="T6" fmla="*/ 89 w 9"/>
                <a:gd name="T7" fmla="*/ 11 h 4"/>
                <a:gd name="T8" fmla="*/ 53 w 9"/>
                <a:gd name="T9" fmla="*/ 0 h 4"/>
                <a:gd name="T10" fmla="*/ 9 w 9"/>
                <a:gd name="T11" fmla="*/ 2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2" y="2"/>
                    <a:pt x="3" y="0"/>
                    <a:pt x="5" y="1"/>
                  </a:cubicBezTo>
                  <a:cubicBezTo>
                    <a:pt x="7" y="2"/>
                    <a:pt x="8" y="3"/>
                    <a:pt x="9" y="4"/>
                  </a:cubicBezTo>
                  <a:cubicBezTo>
                    <a:pt x="8" y="3"/>
                    <a:pt x="9" y="2"/>
                    <a:pt x="8" y="1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4" y="0"/>
                    <a:pt x="1" y="0"/>
                    <a:pt x="1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543">
              <a:extLst>
                <a:ext uri="{FF2B5EF4-FFF2-40B4-BE49-F238E27FC236}">
                  <a16:creationId xmlns:a16="http://schemas.microsoft.com/office/drawing/2014/main" id="{031C5F62-92CE-41D9-8D55-CCE4EB740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413"/>
              <a:ext cx="5" cy="4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8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544">
              <a:extLst>
                <a:ext uri="{FF2B5EF4-FFF2-40B4-BE49-F238E27FC236}">
                  <a16:creationId xmlns:a16="http://schemas.microsoft.com/office/drawing/2014/main" id="{28406CAB-E388-439B-AC61-0D24876A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507"/>
              <a:ext cx="106" cy="92"/>
            </a:xfrm>
            <a:custGeom>
              <a:avLst/>
              <a:gdLst>
                <a:gd name="T0" fmla="*/ 255 w 47"/>
                <a:gd name="T1" fmla="*/ 29 h 38"/>
                <a:gd name="T2" fmla="*/ 162 w 47"/>
                <a:gd name="T3" fmla="*/ 87 h 38"/>
                <a:gd name="T4" fmla="*/ 147 w 47"/>
                <a:gd name="T5" fmla="*/ 211 h 38"/>
                <a:gd name="T6" fmla="*/ 36 w 47"/>
                <a:gd name="T7" fmla="*/ 399 h 38"/>
                <a:gd name="T8" fmla="*/ 81 w 47"/>
                <a:gd name="T9" fmla="*/ 409 h 38"/>
                <a:gd name="T10" fmla="*/ 174 w 47"/>
                <a:gd name="T11" fmla="*/ 470 h 38"/>
                <a:gd name="T12" fmla="*/ 264 w 47"/>
                <a:gd name="T13" fmla="*/ 450 h 38"/>
                <a:gd name="T14" fmla="*/ 332 w 47"/>
                <a:gd name="T15" fmla="*/ 528 h 38"/>
                <a:gd name="T16" fmla="*/ 458 w 47"/>
                <a:gd name="T17" fmla="*/ 339 h 38"/>
                <a:gd name="T18" fmla="*/ 483 w 47"/>
                <a:gd name="T19" fmla="*/ 211 h 38"/>
                <a:gd name="T20" fmla="*/ 539 w 47"/>
                <a:gd name="T21" fmla="*/ 87 h 38"/>
                <a:gd name="T22" fmla="*/ 467 w 47"/>
                <a:gd name="T23" fmla="*/ 41 h 38"/>
                <a:gd name="T24" fmla="*/ 356 w 47"/>
                <a:gd name="T25" fmla="*/ 0 h 38"/>
                <a:gd name="T26" fmla="*/ 255 w 47"/>
                <a:gd name="T27" fmla="*/ 29 h 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" h="38">
                  <a:moveTo>
                    <a:pt x="22" y="2"/>
                  </a:moveTo>
                  <a:cubicBezTo>
                    <a:pt x="20" y="3"/>
                    <a:pt x="16" y="5"/>
                    <a:pt x="14" y="6"/>
                  </a:cubicBezTo>
                  <a:cubicBezTo>
                    <a:pt x="10" y="10"/>
                    <a:pt x="14" y="11"/>
                    <a:pt x="13" y="15"/>
                  </a:cubicBezTo>
                  <a:cubicBezTo>
                    <a:pt x="12" y="18"/>
                    <a:pt x="0" y="23"/>
                    <a:pt x="3" y="28"/>
                  </a:cubicBezTo>
                  <a:cubicBezTo>
                    <a:pt x="3" y="28"/>
                    <a:pt x="7" y="29"/>
                    <a:pt x="7" y="29"/>
                  </a:cubicBezTo>
                  <a:cubicBezTo>
                    <a:pt x="9" y="31"/>
                    <a:pt x="12" y="33"/>
                    <a:pt x="15" y="33"/>
                  </a:cubicBezTo>
                  <a:cubicBezTo>
                    <a:pt x="17" y="33"/>
                    <a:pt x="20" y="31"/>
                    <a:pt x="23" y="32"/>
                  </a:cubicBezTo>
                  <a:cubicBezTo>
                    <a:pt x="26" y="32"/>
                    <a:pt x="27" y="36"/>
                    <a:pt x="29" y="37"/>
                  </a:cubicBezTo>
                  <a:cubicBezTo>
                    <a:pt x="34" y="38"/>
                    <a:pt x="39" y="28"/>
                    <a:pt x="40" y="24"/>
                  </a:cubicBezTo>
                  <a:cubicBezTo>
                    <a:pt x="40" y="21"/>
                    <a:pt x="40" y="18"/>
                    <a:pt x="42" y="15"/>
                  </a:cubicBezTo>
                  <a:cubicBezTo>
                    <a:pt x="43" y="12"/>
                    <a:pt x="47" y="9"/>
                    <a:pt x="47" y="6"/>
                  </a:cubicBezTo>
                  <a:cubicBezTo>
                    <a:pt x="47" y="2"/>
                    <a:pt x="44" y="3"/>
                    <a:pt x="41" y="3"/>
                  </a:cubicBezTo>
                  <a:cubicBezTo>
                    <a:pt x="38" y="2"/>
                    <a:pt x="35" y="0"/>
                    <a:pt x="31" y="0"/>
                  </a:cubicBezTo>
                  <a:cubicBezTo>
                    <a:pt x="29" y="0"/>
                    <a:pt x="24" y="1"/>
                    <a:pt x="22" y="2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545">
              <a:extLst>
                <a:ext uri="{FF2B5EF4-FFF2-40B4-BE49-F238E27FC236}">
                  <a16:creationId xmlns:a16="http://schemas.microsoft.com/office/drawing/2014/main" id="{54F7B739-519F-4904-9AB7-B22EF5DAA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507"/>
              <a:ext cx="106" cy="92"/>
            </a:xfrm>
            <a:custGeom>
              <a:avLst/>
              <a:gdLst>
                <a:gd name="T0" fmla="*/ 255 w 47"/>
                <a:gd name="T1" fmla="*/ 29 h 38"/>
                <a:gd name="T2" fmla="*/ 162 w 47"/>
                <a:gd name="T3" fmla="*/ 87 h 38"/>
                <a:gd name="T4" fmla="*/ 147 w 47"/>
                <a:gd name="T5" fmla="*/ 211 h 38"/>
                <a:gd name="T6" fmla="*/ 36 w 47"/>
                <a:gd name="T7" fmla="*/ 399 h 38"/>
                <a:gd name="T8" fmla="*/ 81 w 47"/>
                <a:gd name="T9" fmla="*/ 409 h 38"/>
                <a:gd name="T10" fmla="*/ 174 w 47"/>
                <a:gd name="T11" fmla="*/ 470 h 38"/>
                <a:gd name="T12" fmla="*/ 264 w 47"/>
                <a:gd name="T13" fmla="*/ 450 h 38"/>
                <a:gd name="T14" fmla="*/ 332 w 47"/>
                <a:gd name="T15" fmla="*/ 528 h 38"/>
                <a:gd name="T16" fmla="*/ 458 w 47"/>
                <a:gd name="T17" fmla="*/ 339 h 38"/>
                <a:gd name="T18" fmla="*/ 483 w 47"/>
                <a:gd name="T19" fmla="*/ 211 h 38"/>
                <a:gd name="T20" fmla="*/ 539 w 47"/>
                <a:gd name="T21" fmla="*/ 87 h 38"/>
                <a:gd name="T22" fmla="*/ 467 w 47"/>
                <a:gd name="T23" fmla="*/ 41 h 38"/>
                <a:gd name="T24" fmla="*/ 356 w 47"/>
                <a:gd name="T25" fmla="*/ 0 h 38"/>
                <a:gd name="T26" fmla="*/ 255 w 47"/>
                <a:gd name="T27" fmla="*/ 29 h 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" h="38">
                  <a:moveTo>
                    <a:pt x="22" y="2"/>
                  </a:moveTo>
                  <a:cubicBezTo>
                    <a:pt x="20" y="3"/>
                    <a:pt x="16" y="5"/>
                    <a:pt x="14" y="6"/>
                  </a:cubicBezTo>
                  <a:cubicBezTo>
                    <a:pt x="10" y="10"/>
                    <a:pt x="14" y="11"/>
                    <a:pt x="13" y="15"/>
                  </a:cubicBezTo>
                  <a:cubicBezTo>
                    <a:pt x="12" y="18"/>
                    <a:pt x="0" y="23"/>
                    <a:pt x="3" y="28"/>
                  </a:cubicBezTo>
                  <a:cubicBezTo>
                    <a:pt x="3" y="28"/>
                    <a:pt x="7" y="29"/>
                    <a:pt x="7" y="29"/>
                  </a:cubicBezTo>
                  <a:cubicBezTo>
                    <a:pt x="9" y="31"/>
                    <a:pt x="12" y="33"/>
                    <a:pt x="15" y="33"/>
                  </a:cubicBezTo>
                  <a:cubicBezTo>
                    <a:pt x="17" y="33"/>
                    <a:pt x="20" y="31"/>
                    <a:pt x="23" y="32"/>
                  </a:cubicBezTo>
                  <a:cubicBezTo>
                    <a:pt x="26" y="32"/>
                    <a:pt x="27" y="36"/>
                    <a:pt x="29" y="37"/>
                  </a:cubicBezTo>
                  <a:cubicBezTo>
                    <a:pt x="34" y="38"/>
                    <a:pt x="39" y="28"/>
                    <a:pt x="40" y="24"/>
                  </a:cubicBezTo>
                  <a:cubicBezTo>
                    <a:pt x="40" y="21"/>
                    <a:pt x="40" y="18"/>
                    <a:pt x="42" y="15"/>
                  </a:cubicBezTo>
                  <a:cubicBezTo>
                    <a:pt x="43" y="12"/>
                    <a:pt x="47" y="9"/>
                    <a:pt x="47" y="6"/>
                  </a:cubicBezTo>
                  <a:cubicBezTo>
                    <a:pt x="47" y="2"/>
                    <a:pt x="44" y="3"/>
                    <a:pt x="41" y="3"/>
                  </a:cubicBezTo>
                  <a:cubicBezTo>
                    <a:pt x="38" y="2"/>
                    <a:pt x="35" y="0"/>
                    <a:pt x="31" y="0"/>
                  </a:cubicBezTo>
                  <a:cubicBezTo>
                    <a:pt x="29" y="0"/>
                    <a:pt x="24" y="1"/>
                    <a:pt x="22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546">
              <a:extLst>
                <a:ext uri="{FF2B5EF4-FFF2-40B4-BE49-F238E27FC236}">
                  <a16:creationId xmlns:a16="http://schemas.microsoft.com/office/drawing/2014/main" id="{54C0F3EB-1CE9-4C7F-AAA2-07B1F2B5A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533"/>
              <a:ext cx="16" cy="22"/>
            </a:xfrm>
            <a:custGeom>
              <a:avLst/>
              <a:gdLst>
                <a:gd name="T0" fmla="*/ 73 w 7"/>
                <a:gd name="T1" fmla="*/ 0 h 9"/>
                <a:gd name="T2" fmla="*/ 57 w 7"/>
                <a:gd name="T3" fmla="*/ 12 h 9"/>
                <a:gd name="T4" fmla="*/ 48 w 7"/>
                <a:gd name="T5" fmla="*/ 59 h 9"/>
                <a:gd name="T6" fmla="*/ 37 w 7"/>
                <a:gd name="T7" fmla="*/ 132 h 9"/>
                <a:gd name="T8" fmla="*/ 57 w 7"/>
                <a:gd name="T9" fmla="*/ 71 h 9"/>
                <a:gd name="T10" fmla="*/ 85 w 7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6" y="0"/>
                  </a:moveTo>
                  <a:cubicBezTo>
                    <a:pt x="6" y="0"/>
                    <a:pt x="5" y="1"/>
                    <a:pt x="5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5"/>
                    <a:pt x="0" y="8"/>
                    <a:pt x="3" y="9"/>
                  </a:cubicBezTo>
                  <a:cubicBezTo>
                    <a:pt x="2" y="7"/>
                    <a:pt x="4" y="7"/>
                    <a:pt x="5" y="5"/>
                  </a:cubicBezTo>
                  <a:cubicBezTo>
                    <a:pt x="5" y="3"/>
                    <a:pt x="5" y="2"/>
                    <a:pt x="7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547">
              <a:extLst>
                <a:ext uri="{FF2B5EF4-FFF2-40B4-BE49-F238E27FC236}">
                  <a16:creationId xmlns:a16="http://schemas.microsoft.com/office/drawing/2014/main" id="{BEE31FAB-7A2C-4D46-8551-D86C95407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528"/>
              <a:ext cx="25" cy="42"/>
            </a:xfrm>
            <a:custGeom>
              <a:avLst/>
              <a:gdLst>
                <a:gd name="T0" fmla="*/ 130 w 11"/>
                <a:gd name="T1" fmla="*/ 0 h 17"/>
                <a:gd name="T2" fmla="*/ 57 w 11"/>
                <a:gd name="T3" fmla="*/ 42 h 17"/>
                <a:gd name="T4" fmla="*/ 57 w 11"/>
                <a:gd name="T5" fmla="*/ 74 h 17"/>
                <a:gd name="T6" fmla="*/ 36 w 11"/>
                <a:gd name="T7" fmla="*/ 121 h 17"/>
                <a:gd name="T8" fmla="*/ 25 w 11"/>
                <a:gd name="T9" fmla="*/ 195 h 17"/>
                <a:gd name="T10" fmla="*/ 93 w 11"/>
                <a:gd name="T11" fmla="*/ 25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7">
                  <a:moveTo>
                    <a:pt x="11" y="0"/>
                  </a:moveTo>
                  <a:cubicBezTo>
                    <a:pt x="10" y="0"/>
                    <a:pt x="6" y="1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4" y="6"/>
                    <a:pt x="4" y="7"/>
                    <a:pt x="3" y="8"/>
                  </a:cubicBezTo>
                  <a:cubicBezTo>
                    <a:pt x="2" y="9"/>
                    <a:pt x="0" y="11"/>
                    <a:pt x="2" y="13"/>
                  </a:cubicBezTo>
                  <a:cubicBezTo>
                    <a:pt x="4" y="15"/>
                    <a:pt x="8" y="13"/>
                    <a:pt x="8" y="1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1" name="Freeform 548">
              <a:extLst>
                <a:ext uri="{FF2B5EF4-FFF2-40B4-BE49-F238E27FC236}">
                  <a16:creationId xmlns:a16="http://schemas.microsoft.com/office/drawing/2014/main" id="{A90B230D-3FCE-4FCF-998D-E43892BA2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526"/>
              <a:ext cx="5" cy="5"/>
            </a:xfrm>
            <a:custGeom>
              <a:avLst/>
              <a:gdLst>
                <a:gd name="T0" fmla="*/ 33 w 2"/>
                <a:gd name="T1" fmla="*/ 33 h 2"/>
                <a:gd name="T2" fmla="*/ 20 w 2"/>
                <a:gd name="T3" fmla="*/ 0 h 2"/>
                <a:gd name="T4" fmla="*/ 20 w 2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1" y="2"/>
                    <a:pt x="1" y="2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549">
              <a:extLst>
                <a:ext uri="{FF2B5EF4-FFF2-40B4-BE49-F238E27FC236}">
                  <a16:creationId xmlns:a16="http://schemas.microsoft.com/office/drawing/2014/main" id="{5AA0C7CE-449E-46E8-8CC3-B1125705E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3562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0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550">
              <a:extLst>
                <a:ext uri="{FF2B5EF4-FFF2-40B4-BE49-F238E27FC236}">
                  <a16:creationId xmlns:a16="http://schemas.microsoft.com/office/drawing/2014/main" id="{9F5242EA-5ACB-4B7E-8A06-64E29435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555"/>
              <a:ext cx="46" cy="29"/>
            </a:xfrm>
            <a:custGeom>
              <a:avLst/>
              <a:gdLst>
                <a:gd name="T0" fmla="*/ 28 w 20"/>
                <a:gd name="T1" fmla="*/ 70 h 12"/>
                <a:gd name="T2" fmla="*/ 48 w 20"/>
                <a:gd name="T3" fmla="*/ 111 h 12"/>
                <a:gd name="T4" fmla="*/ 122 w 20"/>
                <a:gd name="T5" fmla="*/ 157 h 12"/>
                <a:gd name="T6" fmla="*/ 170 w 20"/>
                <a:gd name="T7" fmla="*/ 169 h 12"/>
                <a:gd name="T8" fmla="*/ 244 w 20"/>
                <a:gd name="T9" fmla="*/ 157 h 12"/>
                <a:gd name="T10" fmla="*/ 216 w 20"/>
                <a:gd name="T11" fmla="*/ 140 h 12"/>
                <a:gd name="T12" fmla="*/ 216 w 20"/>
                <a:gd name="T13" fmla="*/ 87 h 12"/>
                <a:gd name="T14" fmla="*/ 159 w 20"/>
                <a:gd name="T15" fmla="*/ 41 h 12"/>
                <a:gd name="T16" fmla="*/ 147 w 20"/>
                <a:gd name="T17" fmla="*/ 12 h 12"/>
                <a:gd name="T18" fmla="*/ 131 w 20"/>
                <a:gd name="T19" fmla="*/ 0 h 12"/>
                <a:gd name="T20" fmla="*/ 48 w 20"/>
                <a:gd name="T21" fmla="*/ 58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2">
                  <a:moveTo>
                    <a:pt x="2" y="5"/>
                  </a:moveTo>
                  <a:cubicBezTo>
                    <a:pt x="0" y="7"/>
                    <a:pt x="3" y="7"/>
                    <a:pt x="4" y="8"/>
                  </a:cubicBezTo>
                  <a:cubicBezTo>
                    <a:pt x="6" y="9"/>
                    <a:pt x="8" y="9"/>
                    <a:pt x="10" y="11"/>
                  </a:cubicBezTo>
                  <a:cubicBezTo>
                    <a:pt x="11" y="12"/>
                    <a:pt x="12" y="12"/>
                    <a:pt x="14" y="12"/>
                  </a:cubicBezTo>
                  <a:cubicBezTo>
                    <a:pt x="16" y="11"/>
                    <a:pt x="18" y="11"/>
                    <a:pt x="20" y="11"/>
                  </a:cubicBezTo>
                  <a:cubicBezTo>
                    <a:pt x="20" y="11"/>
                    <a:pt x="19" y="10"/>
                    <a:pt x="18" y="10"/>
                  </a:cubicBezTo>
                  <a:cubicBezTo>
                    <a:pt x="18" y="9"/>
                    <a:pt x="18" y="8"/>
                    <a:pt x="18" y="6"/>
                  </a:cubicBezTo>
                  <a:cubicBezTo>
                    <a:pt x="18" y="3"/>
                    <a:pt x="15" y="4"/>
                    <a:pt x="13" y="3"/>
                  </a:cubicBezTo>
                  <a:cubicBezTo>
                    <a:pt x="12" y="3"/>
                    <a:pt x="13" y="2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8" y="1"/>
                    <a:pt x="6" y="2"/>
                    <a:pt x="4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551">
              <a:extLst>
                <a:ext uri="{FF2B5EF4-FFF2-40B4-BE49-F238E27FC236}">
                  <a16:creationId xmlns:a16="http://schemas.microsoft.com/office/drawing/2014/main" id="{D6CB2E94-94C5-4DE3-94BE-94016F23A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3516"/>
              <a:ext cx="49" cy="80"/>
            </a:xfrm>
            <a:custGeom>
              <a:avLst/>
              <a:gdLst>
                <a:gd name="T0" fmla="*/ 189 w 22"/>
                <a:gd name="T1" fmla="*/ 128 h 33"/>
                <a:gd name="T2" fmla="*/ 145 w 22"/>
                <a:gd name="T3" fmla="*/ 272 h 33"/>
                <a:gd name="T4" fmla="*/ 118 w 22"/>
                <a:gd name="T5" fmla="*/ 359 h 33"/>
                <a:gd name="T6" fmla="*/ 100 w 22"/>
                <a:gd name="T7" fmla="*/ 412 h 33"/>
                <a:gd name="T8" fmla="*/ 45 w 22"/>
                <a:gd name="T9" fmla="*/ 441 h 33"/>
                <a:gd name="T10" fmla="*/ 36 w 22"/>
                <a:gd name="T11" fmla="*/ 412 h 33"/>
                <a:gd name="T12" fmla="*/ 0 w 22"/>
                <a:gd name="T13" fmla="*/ 383 h 33"/>
                <a:gd name="T14" fmla="*/ 20 w 22"/>
                <a:gd name="T15" fmla="*/ 383 h 33"/>
                <a:gd name="T16" fmla="*/ 45 w 22"/>
                <a:gd name="T17" fmla="*/ 400 h 33"/>
                <a:gd name="T18" fmla="*/ 89 w 22"/>
                <a:gd name="T19" fmla="*/ 359 h 33"/>
                <a:gd name="T20" fmla="*/ 100 w 22"/>
                <a:gd name="T21" fmla="*/ 330 h 33"/>
                <a:gd name="T22" fmla="*/ 100 w 22"/>
                <a:gd name="T23" fmla="*/ 281 h 33"/>
                <a:gd name="T24" fmla="*/ 118 w 22"/>
                <a:gd name="T25" fmla="*/ 211 h 33"/>
                <a:gd name="T26" fmla="*/ 145 w 22"/>
                <a:gd name="T27" fmla="*/ 158 h 33"/>
                <a:gd name="T28" fmla="*/ 178 w 22"/>
                <a:gd name="T29" fmla="*/ 112 h 33"/>
                <a:gd name="T30" fmla="*/ 223 w 22"/>
                <a:gd name="T31" fmla="*/ 0 h 33"/>
                <a:gd name="T32" fmla="*/ 198 w 22"/>
                <a:gd name="T33" fmla="*/ 99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" h="33">
                  <a:moveTo>
                    <a:pt x="17" y="9"/>
                  </a:moveTo>
                  <a:cubicBezTo>
                    <a:pt x="14" y="12"/>
                    <a:pt x="14" y="16"/>
                    <a:pt x="13" y="19"/>
                  </a:cubicBezTo>
                  <a:cubicBezTo>
                    <a:pt x="13" y="21"/>
                    <a:pt x="12" y="23"/>
                    <a:pt x="11" y="25"/>
                  </a:cubicBezTo>
                  <a:cubicBezTo>
                    <a:pt x="11" y="26"/>
                    <a:pt x="10" y="27"/>
                    <a:pt x="9" y="29"/>
                  </a:cubicBezTo>
                  <a:cubicBezTo>
                    <a:pt x="8" y="30"/>
                    <a:pt x="6" y="33"/>
                    <a:pt x="4" y="31"/>
                  </a:cubicBezTo>
                  <a:cubicBezTo>
                    <a:pt x="4" y="31"/>
                    <a:pt x="3" y="30"/>
                    <a:pt x="3" y="29"/>
                  </a:cubicBezTo>
                  <a:cubicBezTo>
                    <a:pt x="2" y="28"/>
                    <a:pt x="1" y="27"/>
                    <a:pt x="0" y="27"/>
                  </a:cubicBezTo>
                  <a:cubicBezTo>
                    <a:pt x="0" y="27"/>
                    <a:pt x="1" y="27"/>
                    <a:pt x="2" y="27"/>
                  </a:cubicBezTo>
                  <a:cubicBezTo>
                    <a:pt x="3" y="27"/>
                    <a:pt x="3" y="28"/>
                    <a:pt x="4" y="28"/>
                  </a:cubicBezTo>
                  <a:cubicBezTo>
                    <a:pt x="6" y="29"/>
                    <a:pt x="7" y="27"/>
                    <a:pt x="8" y="25"/>
                  </a:cubicBezTo>
                  <a:cubicBezTo>
                    <a:pt x="9" y="25"/>
                    <a:pt x="9" y="24"/>
                    <a:pt x="9" y="23"/>
                  </a:cubicBezTo>
                  <a:cubicBezTo>
                    <a:pt x="9" y="21"/>
                    <a:pt x="9" y="21"/>
                    <a:pt x="9" y="20"/>
                  </a:cubicBezTo>
                  <a:cubicBezTo>
                    <a:pt x="8" y="18"/>
                    <a:pt x="10" y="16"/>
                    <a:pt x="11" y="15"/>
                  </a:cubicBezTo>
                  <a:cubicBezTo>
                    <a:pt x="11" y="13"/>
                    <a:pt x="12" y="12"/>
                    <a:pt x="13" y="11"/>
                  </a:cubicBezTo>
                  <a:cubicBezTo>
                    <a:pt x="14" y="10"/>
                    <a:pt x="15" y="9"/>
                    <a:pt x="16" y="8"/>
                  </a:cubicBezTo>
                  <a:cubicBezTo>
                    <a:pt x="18" y="6"/>
                    <a:pt x="19" y="3"/>
                    <a:pt x="20" y="0"/>
                  </a:cubicBezTo>
                  <a:cubicBezTo>
                    <a:pt x="22" y="2"/>
                    <a:pt x="19" y="6"/>
                    <a:pt x="18" y="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552">
              <a:extLst>
                <a:ext uri="{FF2B5EF4-FFF2-40B4-BE49-F238E27FC236}">
                  <a16:creationId xmlns:a16="http://schemas.microsoft.com/office/drawing/2014/main" id="{84319263-B9CA-4F3B-8AB9-8B70C1672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531"/>
              <a:ext cx="15" cy="31"/>
            </a:xfrm>
            <a:custGeom>
              <a:avLst/>
              <a:gdLst>
                <a:gd name="T0" fmla="*/ 60 w 7"/>
                <a:gd name="T1" fmla="*/ 0 h 13"/>
                <a:gd name="T2" fmla="*/ 51 w 7"/>
                <a:gd name="T3" fmla="*/ 29 h 13"/>
                <a:gd name="T4" fmla="*/ 28 w 7"/>
                <a:gd name="T5" fmla="*/ 69 h 13"/>
                <a:gd name="T6" fmla="*/ 9 w 7"/>
                <a:gd name="T7" fmla="*/ 107 h 13"/>
                <a:gd name="T8" fmla="*/ 9 w 7"/>
                <a:gd name="T9" fmla="*/ 148 h 13"/>
                <a:gd name="T10" fmla="*/ 9 w 7"/>
                <a:gd name="T11" fmla="*/ 176 h 13"/>
                <a:gd name="T12" fmla="*/ 0 w 7"/>
                <a:gd name="T13" fmla="*/ 107 h 13"/>
                <a:gd name="T14" fmla="*/ 28 w 7"/>
                <a:gd name="T15" fmla="*/ 57 h 13"/>
                <a:gd name="T16" fmla="*/ 51 w 7"/>
                <a:gd name="T17" fmla="*/ 12 h 13"/>
                <a:gd name="T18" fmla="*/ 69 w 7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3">
                  <a:moveTo>
                    <a:pt x="6" y="0"/>
                  </a:moveTo>
                  <a:cubicBezTo>
                    <a:pt x="6" y="1"/>
                    <a:pt x="5" y="1"/>
                    <a:pt x="5" y="2"/>
                  </a:cubicBezTo>
                  <a:cubicBezTo>
                    <a:pt x="4" y="3"/>
                    <a:pt x="4" y="4"/>
                    <a:pt x="3" y="5"/>
                  </a:cubicBezTo>
                  <a:cubicBezTo>
                    <a:pt x="3" y="6"/>
                    <a:pt x="2" y="7"/>
                    <a:pt x="1" y="8"/>
                  </a:cubicBezTo>
                  <a:cubicBezTo>
                    <a:pt x="1" y="9"/>
                    <a:pt x="1" y="10"/>
                    <a:pt x="1" y="11"/>
                  </a:cubicBezTo>
                  <a:cubicBezTo>
                    <a:pt x="0" y="12"/>
                    <a:pt x="1" y="12"/>
                    <a:pt x="1" y="13"/>
                  </a:cubicBezTo>
                  <a:cubicBezTo>
                    <a:pt x="0" y="11"/>
                    <a:pt x="0" y="10"/>
                    <a:pt x="0" y="8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2"/>
                    <a:pt x="4" y="1"/>
                    <a:pt x="5" y="1"/>
                  </a:cubicBezTo>
                  <a:cubicBezTo>
                    <a:pt x="6" y="0"/>
                    <a:pt x="7" y="0"/>
                    <a:pt x="7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553">
              <a:extLst>
                <a:ext uri="{FF2B5EF4-FFF2-40B4-BE49-F238E27FC236}">
                  <a16:creationId xmlns:a16="http://schemas.microsoft.com/office/drawing/2014/main" id="{400CC5A8-5D74-45B4-AFF1-F4AE94503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548"/>
              <a:ext cx="14" cy="22"/>
            </a:xfrm>
            <a:custGeom>
              <a:avLst/>
              <a:gdLst>
                <a:gd name="T0" fmla="*/ 77 w 6"/>
                <a:gd name="T1" fmla="*/ 0 h 9"/>
                <a:gd name="T2" fmla="*/ 37 w 6"/>
                <a:gd name="T3" fmla="*/ 42 h 9"/>
                <a:gd name="T4" fmla="*/ 0 w 6"/>
                <a:gd name="T5" fmla="*/ 90 h 9"/>
                <a:gd name="T6" fmla="*/ 49 w 6"/>
                <a:gd name="T7" fmla="*/ 10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5" y="1"/>
                    <a:pt x="4" y="2"/>
                    <a:pt x="3" y="3"/>
                  </a:cubicBezTo>
                  <a:cubicBezTo>
                    <a:pt x="2" y="4"/>
                    <a:pt x="0" y="4"/>
                    <a:pt x="0" y="6"/>
                  </a:cubicBezTo>
                  <a:cubicBezTo>
                    <a:pt x="0" y="8"/>
                    <a:pt x="3" y="9"/>
                    <a:pt x="4" y="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554">
              <a:extLst>
                <a:ext uri="{FF2B5EF4-FFF2-40B4-BE49-F238E27FC236}">
                  <a16:creationId xmlns:a16="http://schemas.microsoft.com/office/drawing/2014/main" id="{63B995FB-5A89-4F32-A7AE-A2B033089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538"/>
              <a:ext cx="14" cy="39"/>
            </a:xfrm>
            <a:custGeom>
              <a:avLst/>
              <a:gdLst>
                <a:gd name="T0" fmla="*/ 77 w 6"/>
                <a:gd name="T1" fmla="*/ 0 h 16"/>
                <a:gd name="T2" fmla="*/ 12 w 6"/>
                <a:gd name="T3" fmla="*/ 232 h 16"/>
                <a:gd name="T4" fmla="*/ 12 w 6"/>
                <a:gd name="T5" fmla="*/ 119 h 16"/>
                <a:gd name="T6" fmla="*/ 77 w 6"/>
                <a:gd name="T7" fmla="*/ 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3" y="5"/>
                    <a:pt x="3" y="11"/>
                    <a:pt x="1" y="16"/>
                  </a:cubicBezTo>
                  <a:cubicBezTo>
                    <a:pt x="3" y="13"/>
                    <a:pt x="0" y="11"/>
                    <a:pt x="1" y="8"/>
                  </a:cubicBezTo>
                  <a:cubicBezTo>
                    <a:pt x="2" y="6"/>
                    <a:pt x="3" y="3"/>
                    <a:pt x="6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555">
              <a:extLst>
                <a:ext uri="{FF2B5EF4-FFF2-40B4-BE49-F238E27FC236}">
                  <a16:creationId xmlns:a16="http://schemas.microsoft.com/office/drawing/2014/main" id="{DFC4D8C5-D226-47D7-AF06-C36967151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3574"/>
              <a:ext cx="31" cy="10"/>
            </a:xfrm>
            <a:custGeom>
              <a:avLst/>
              <a:gdLst>
                <a:gd name="T0" fmla="*/ 20 w 14"/>
                <a:gd name="T1" fmla="*/ 0 h 4"/>
                <a:gd name="T2" fmla="*/ 53 w 14"/>
                <a:gd name="T3" fmla="*/ 20 h 4"/>
                <a:gd name="T4" fmla="*/ 78 w 14"/>
                <a:gd name="T5" fmla="*/ 50 h 4"/>
                <a:gd name="T6" fmla="*/ 153 w 14"/>
                <a:gd name="T7" fmla="*/ 33 h 4"/>
                <a:gd name="T8" fmla="*/ 78 w 14"/>
                <a:gd name="T9" fmla="*/ 20 h 4"/>
                <a:gd name="T10" fmla="*/ 35 w 14"/>
                <a:gd name="T11" fmla="*/ 0 h 4"/>
                <a:gd name="T12" fmla="*/ 0 w 1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">
                  <a:moveTo>
                    <a:pt x="2" y="0"/>
                  </a:moveTo>
                  <a:cubicBezTo>
                    <a:pt x="3" y="1"/>
                    <a:pt x="4" y="1"/>
                    <a:pt x="5" y="1"/>
                  </a:cubicBezTo>
                  <a:cubicBezTo>
                    <a:pt x="6" y="2"/>
                    <a:pt x="6" y="3"/>
                    <a:pt x="7" y="3"/>
                  </a:cubicBezTo>
                  <a:cubicBezTo>
                    <a:pt x="10" y="4"/>
                    <a:pt x="12" y="3"/>
                    <a:pt x="14" y="2"/>
                  </a:cubicBezTo>
                  <a:cubicBezTo>
                    <a:pt x="12" y="3"/>
                    <a:pt x="9" y="2"/>
                    <a:pt x="7" y="1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556">
              <a:extLst>
                <a:ext uri="{FF2B5EF4-FFF2-40B4-BE49-F238E27FC236}">
                  <a16:creationId xmlns:a16="http://schemas.microsoft.com/office/drawing/2014/main" id="{044E792C-AC61-446F-A68C-0D6DE3A73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555"/>
              <a:ext cx="20" cy="19"/>
            </a:xfrm>
            <a:custGeom>
              <a:avLst/>
              <a:gdLst>
                <a:gd name="T0" fmla="*/ 0 w 9"/>
                <a:gd name="T1" fmla="*/ 0 h 8"/>
                <a:gd name="T2" fmla="*/ 64 w 9"/>
                <a:gd name="T3" fmla="*/ 107 h 8"/>
                <a:gd name="T4" fmla="*/ 36 w 9"/>
                <a:gd name="T5" fmla="*/ 69 h 8"/>
                <a:gd name="T6" fmla="*/ 9 w 9"/>
                <a:gd name="T7" fmla="*/ 40 h 8"/>
                <a:gd name="T8" fmla="*/ 0 w 9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0" y="4"/>
                    <a:pt x="9" y="3"/>
                    <a:pt x="6" y="8"/>
                  </a:cubicBezTo>
                  <a:cubicBezTo>
                    <a:pt x="6" y="5"/>
                    <a:pt x="5" y="6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557">
              <a:extLst>
                <a:ext uri="{FF2B5EF4-FFF2-40B4-BE49-F238E27FC236}">
                  <a16:creationId xmlns:a16="http://schemas.microsoft.com/office/drawing/2014/main" id="{74ACED72-A967-436F-8C5F-7B6A10CDA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509"/>
              <a:ext cx="36" cy="10"/>
            </a:xfrm>
            <a:custGeom>
              <a:avLst/>
              <a:gdLst>
                <a:gd name="T0" fmla="*/ 0 w 16"/>
                <a:gd name="T1" fmla="*/ 63 h 4"/>
                <a:gd name="T2" fmla="*/ 36 w 16"/>
                <a:gd name="T3" fmla="*/ 50 h 4"/>
                <a:gd name="T4" fmla="*/ 81 w 16"/>
                <a:gd name="T5" fmla="*/ 20 h 4"/>
                <a:gd name="T6" fmla="*/ 182 w 16"/>
                <a:gd name="T7" fmla="*/ 33 h 4"/>
                <a:gd name="T8" fmla="*/ 137 w 16"/>
                <a:gd name="T9" fmla="*/ 33 h 4"/>
                <a:gd name="T10" fmla="*/ 101 w 16"/>
                <a:gd name="T11" fmla="*/ 33 h 4"/>
                <a:gd name="T12" fmla="*/ 56 w 16"/>
                <a:gd name="T13" fmla="*/ 33 h 4"/>
                <a:gd name="T14" fmla="*/ 11 w 16"/>
                <a:gd name="T15" fmla="*/ 63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1" y="4"/>
                    <a:pt x="2" y="3"/>
                    <a:pt x="3" y="3"/>
                  </a:cubicBezTo>
                  <a:cubicBezTo>
                    <a:pt x="4" y="2"/>
                    <a:pt x="5" y="1"/>
                    <a:pt x="7" y="1"/>
                  </a:cubicBezTo>
                  <a:cubicBezTo>
                    <a:pt x="10" y="1"/>
                    <a:pt x="13" y="0"/>
                    <a:pt x="16" y="2"/>
                  </a:cubicBezTo>
                  <a:cubicBezTo>
                    <a:pt x="15" y="1"/>
                    <a:pt x="13" y="2"/>
                    <a:pt x="12" y="2"/>
                  </a:cubicBezTo>
                  <a:cubicBezTo>
                    <a:pt x="11" y="2"/>
                    <a:pt x="10" y="1"/>
                    <a:pt x="9" y="2"/>
                  </a:cubicBezTo>
                  <a:cubicBezTo>
                    <a:pt x="7" y="2"/>
                    <a:pt x="6" y="2"/>
                    <a:pt x="5" y="2"/>
                  </a:cubicBezTo>
                  <a:cubicBezTo>
                    <a:pt x="4" y="3"/>
                    <a:pt x="2" y="3"/>
                    <a:pt x="1" y="4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558">
              <a:extLst>
                <a:ext uri="{FF2B5EF4-FFF2-40B4-BE49-F238E27FC236}">
                  <a16:creationId xmlns:a16="http://schemas.microsoft.com/office/drawing/2014/main" id="{1F41E2CF-CCE7-4FA8-A0B6-9634CCC6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3461"/>
              <a:ext cx="127" cy="109"/>
            </a:xfrm>
            <a:custGeom>
              <a:avLst/>
              <a:gdLst>
                <a:gd name="T0" fmla="*/ 442 w 56"/>
                <a:gd name="T1" fmla="*/ 70 h 45"/>
                <a:gd name="T2" fmla="*/ 150 w 56"/>
                <a:gd name="T3" fmla="*/ 111 h 45"/>
                <a:gd name="T4" fmla="*/ 118 w 56"/>
                <a:gd name="T5" fmla="*/ 199 h 45"/>
                <a:gd name="T6" fmla="*/ 36 w 56"/>
                <a:gd name="T7" fmla="*/ 228 h 45"/>
                <a:gd name="T8" fmla="*/ 45 w 56"/>
                <a:gd name="T9" fmla="*/ 339 h 45"/>
                <a:gd name="T10" fmla="*/ 82 w 56"/>
                <a:gd name="T11" fmla="*/ 458 h 45"/>
                <a:gd name="T12" fmla="*/ 256 w 56"/>
                <a:gd name="T13" fmla="*/ 569 h 45"/>
                <a:gd name="T14" fmla="*/ 293 w 56"/>
                <a:gd name="T15" fmla="*/ 511 h 45"/>
                <a:gd name="T16" fmla="*/ 313 w 56"/>
                <a:gd name="T17" fmla="*/ 569 h 45"/>
                <a:gd name="T18" fmla="*/ 406 w 56"/>
                <a:gd name="T19" fmla="*/ 569 h 45"/>
                <a:gd name="T20" fmla="*/ 422 w 56"/>
                <a:gd name="T21" fmla="*/ 528 h 45"/>
                <a:gd name="T22" fmla="*/ 479 w 56"/>
                <a:gd name="T23" fmla="*/ 511 h 45"/>
                <a:gd name="T24" fmla="*/ 551 w 56"/>
                <a:gd name="T25" fmla="*/ 441 h 45"/>
                <a:gd name="T26" fmla="*/ 581 w 56"/>
                <a:gd name="T27" fmla="*/ 380 h 45"/>
                <a:gd name="T28" fmla="*/ 628 w 56"/>
                <a:gd name="T29" fmla="*/ 339 h 45"/>
                <a:gd name="T30" fmla="*/ 581 w 56"/>
                <a:gd name="T31" fmla="*/ 228 h 45"/>
                <a:gd name="T32" fmla="*/ 442 w 56"/>
                <a:gd name="T33" fmla="*/ 70 h 45"/>
                <a:gd name="T34" fmla="*/ 442 w 56"/>
                <a:gd name="T35" fmla="*/ 70 h 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45">
                  <a:moveTo>
                    <a:pt x="38" y="5"/>
                  </a:moveTo>
                  <a:cubicBezTo>
                    <a:pt x="32" y="3"/>
                    <a:pt x="15" y="0"/>
                    <a:pt x="13" y="8"/>
                  </a:cubicBezTo>
                  <a:cubicBezTo>
                    <a:pt x="12" y="11"/>
                    <a:pt x="15" y="14"/>
                    <a:pt x="10" y="14"/>
                  </a:cubicBezTo>
                  <a:cubicBezTo>
                    <a:pt x="7" y="15"/>
                    <a:pt x="5" y="13"/>
                    <a:pt x="3" y="16"/>
                  </a:cubicBezTo>
                  <a:cubicBezTo>
                    <a:pt x="0" y="19"/>
                    <a:pt x="2" y="21"/>
                    <a:pt x="4" y="24"/>
                  </a:cubicBezTo>
                  <a:cubicBezTo>
                    <a:pt x="6" y="26"/>
                    <a:pt x="6" y="29"/>
                    <a:pt x="7" y="32"/>
                  </a:cubicBezTo>
                  <a:cubicBezTo>
                    <a:pt x="9" y="37"/>
                    <a:pt x="15" y="45"/>
                    <a:pt x="22" y="40"/>
                  </a:cubicBezTo>
                  <a:cubicBezTo>
                    <a:pt x="24" y="39"/>
                    <a:pt x="23" y="37"/>
                    <a:pt x="25" y="36"/>
                  </a:cubicBezTo>
                  <a:cubicBezTo>
                    <a:pt x="27" y="36"/>
                    <a:pt x="26" y="39"/>
                    <a:pt x="27" y="40"/>
                  </a:cubicBezTo>
                  <a:cubicBezTo>
                    <a:pt x="29" y="42"/>
                    <a:pt x="33" y="43"/>
                    <a:pt x="35" y="40"/>
                  </a:cubicBezTo>
                  <a:cubicBezTo>
                    <a:pt x="37" y="38"/>
                    <a:pt x="35" y="38"/>
                    <a:pt x="36" y="37"/>
                  </a:cubicBezTo>
                  <a:cubicBezTo>
                    <a:pt x="37" y="36"/>
                    <a:pt x="40" y="37"/>
                    <a:pt x="41" y="36"/>
                  </a:cubicBezTo>
                  <a:cubicBezTo>
                    <a:pt x="46" y="36"/>
                    <a:pt x="46" y="34"/>
                    <a:pt x="47" y="31"/>
                  </a:cubicBezTo>
                  <a:cubicBezTo>
                    <a:pt x="48" y="28"/>
                    <a:pt x="47" y="29"/>
                    <a:pt x="50" y="27"/>
                  </a:cubicBezTo>
                  <a:cubicBezTo>
                    <a:pt x="51" y="26"/>
                    <a:pt x="53" y="26"/>
                    <a:pt x="54" y="24"/>
                  </a:cubicBezTo>
                  <a:cubicBezTo>
                    <a:pt x="56" y="20"/>
                    <a:pt x="54" y="18"/>
                    <a:pt x="50" y="16"/>
                  </a:cubicBezTo>
                  <a:cubicBezTo>
                    <a:pt x="46" y="13"/>
                    <a:pt x="44" y="7"/>
                    <a:pt x="38" y="5"/>
                  </a:cubicBezTo>
                  <a:cubicBezTo>
                    <a:pt x="37" y="4"/>
                    <a:pt x="38" y="5"/>
                    <a:pt x="38" y="5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559">
              <a:extLst>
                <a:ext uri="{FF2B5EF4-FFF2-40B4-BE49-F238E27FC236}">
                  <a16:creationId xmlns:a16="http://schemas.microsoft.com/office/drawing/2014/main" id="{D847F369-4CED-454C-ACF6-80429A06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3528"/>
              <a:ext cx="43" cy="32"/>
            </a:xfrm>
            <a:custGeom>
              <a:avLst/>
              <a:gdLst>
                <a:gd name="T0" fmla="*/ 220 w 19"/>
                <a:gd name="T1" fmla="*/ 0 h 13"/>
                <a:gd name="T2" fmla="*/ 174 w 19"/>
                <a:gd name="T3" fmla="*/ 91 h 13"/>
                <a:gd name="T4" fmla="*/ 81 w 19"/>
                <a:gd name="T5" fmla="*/ 121 h 13"/>
                <a:gd name="T6" fmla="*/ 36 w 19"/>
                <a:gd name="T7" fmla="*/ 182 h 13"/>
                <a:gd name="T8" fmla="*/ 0 w 19"/>
                <a:gd name="T9" fmla="*/ 91 h 13"/>
                <a:gd name="T10" fmla="*/ 45 w 19"/>
                <a:gd name="T11" fmla="*/ 103 h 13"/>
                <a:gd name="T12" fmla="*/ 93 w 19"/>
                <a:gd name="T13" fmla="*/ 30 h 13"/>
                <a:gd name="T14" fmla="*/ 163 w 19"/>
                <a:gd name="T15" fmla="*/ 30 h 13"/>
                <a:gd name="T16" fmla="*/ 220 w 19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7" y="3"/>
                    <a:pt x="18" y="5"/>
                    <a:pt x="15" y="6"/>
                  </a:cubicBezTo>
                  <a:cubicBezTo>
                    <a:pt x="12" y="7"/>
                    <a:pt x="9" y="6"/>
                    <a:pt x="7" y="8"/>
                  </a:cubicBezTo>
                  <a:cubicBezTo>
                    <a:pt x="6" y="10"/>
                    <a:pt x="6" y="13"/>
                    <a:pt x="3" y="12"/>
                  </a:cubicBezTo>
                  <a:cubicBezTo>
                    <a:pt x="0" y="11"/>
                    <a:pt x="1" y="8"/>
                    <a:pt x="0" y="6"/>
                  </a:cubicBezTo>
                  <a:cubicBezTo>
                    <a:pt x="1" y="6"/>
                    <a:pt x="2" y="8"/>
                    <a:pt x="4" y="7"/>
                  </a:cubicBezTo>
                  <a:cubicBezTo>
                    <a:pt x="6" y="5"/>
                    <a:pt x="6" y="3"/>
                    <a:pt x="8" y="2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6" y="2"/>
                    <a:pt x="17" y="1"/>
                    <a:pt x="19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560">
              <a:extLst>
                <a:ext uri="{FF2B5EF4-FFF2-40B4-BE49-F238E27FC236}">
                  <a16:creationId xmlns:a16="http://schemas.microsoft.com/office/drawing/2014/main" id="{B945F347-2395-4E18-A4E5-384AE8B0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500"/>
              <a:ext cx="43" cy="62"/>
            </a:xfrm>
            <a:custGeom>
              <a:avLst/>
              <a:gdLst>
                <a:gd name="T0" fmla="*/ 220 w 19"/>
                <a:gd name="T1" fmla="*/ 312 h 26"/>
                <a:gd name="T2" fmla="*/ 118 w 19"/>
                <a:gd name="T3" fmla="*/ 284 h 26"/>
                <a:gd name="T4" fmla="*/ 72 w 19"/>
                <a:gd name="T5" fmla="*/ 176 h 26"/>
                <a:gd name="T6" fmla="*/ 36 w 19"/>
                <a:gd name="T7" fmla="*/ 107 h 26"/>
                <a:gd name="T8" fmla="*/ 11 w 19"/>
                <a:gd name="T9" fmla="*/ 57 h 26"/>
                <a:gd name="T10" fmla="*/ 45 w 19"/>
                <a:gd name="T11" fmla="*/ 0 h 26"/>
                <a:gd name="T12" fmla="*/ 57 w 19"/>
                <a:gd name="T13" fmla="*/ 79 h 26"/>
                <a:gd name="T14" fmla="*/ 118 w 19"/>
                <a:gd name="T15" fmla="*/ 176 h 26"/>
                <a:gd name="T16" fmla="*/ 149 w 19"/>
                <a:gd name="T17" fmla="*/ 296 h 26"/>
                <a:gd name="T18" fmla="*/ 210 w 19"/>
                <a:gd name="T19" fmla="*/ 312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26">
                  <a:moveTo>
                    <a:pt x="19" y="23"/>
                  </a:moveTo>
                  <a:cubicBezTo>
                    <a:pt x="17" y="26"/>
                    <a:pt x="11" y="23"/>
                    <a:pt x="10" y="21"/>
                  </a:cubicBezTo>
                  <a:cubicBezTo>
                    <a:pt x="8" y="18"/>
                    <a:pt x="7" y="16"/>
                    <a:pt x="6" y="13"/>
                  </a:cubicBezTo>
                  <a:cubicBezTo>
                    <a:pt x="5" y="11"/>
                    <a:pt x="4" y="10"/>
                    <a:pt x="3" y="8"/>
                  </a:cubicBezTo>
                  <a:cubicBezTo>
                    <a:pt x="2" y="7"/>
                    <a:pt x="1" y="5"/>
                    <a:pt x="1" y="4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" y="1"/>
                    <a:pt x="4" y="4"/>
                    <a:pt x="5" y="6"/>
                  </a:cubicBezTo>
                  <a:cubicBezTo>
                    <a:pt x="7" y="8"/>
                    <a:pt x="9" y="10"/>
                    <a:pt x="10" y="13"/>
                  </a:cubicBezTo>
                  <a:cubicBezTo>
                    <a:pt x="11" y="16"/>
                    <a:pt x="10" y="20"/>
                    <a:pt x="13" y="22"/>
                  </a:cubicBezTo>
                  <a:cubicBezTo>
                    <a:pt x="14" y="24"/>
                    <a:pt x="16" y="23"/>
                    <a:pt x="18" y="2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561">
              <a:extLst>
                <a:ext uri="{FF2B5EF4-FFF2-40B4-BE49-F238E27FC236}">
                  <a16:creationId xmlns:a16="http://schemas.microsoft.com/office/drawing/2014/main" id="{68A0F50A-E2E0-49BC-9200-4452C19AC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468"/>
              <a:ext cx="31" cy="22"/>
            </a:xfrm>
            <a:custGeom>
              <a:avLst/>
              <a:gdLst>
                <a:gd name="T0" fmla="*/ 133 w 14"/>
                <a:gd name="T1" fmla="*/ 12 h 9"/>
                <a:gd name="T2" fmla="*/ 9 w 14"/>
                <a:gd name="T3" fmla="*/ 132 h 9"/>
                <a:gd name="T4" fmla="*/ 64 w 14"/>
                <a:gd name="T5" fmla="*/ 29 h 9"/>
                <a:gd name="T6" fmla="*/ 109 w 14"/>
                <a:gd name="T7" fmla="*/ 29 h 9"/>
                <a:gd name="T8" fmla="*/ 133 w 14"/>
                <a:gd name="T9" fmla="*/ 12 h 9"/>
                <a:gd name="T10" fmla="*/ 153 w 14"/>
                <a:gd name="T11" fmla="*/ 2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">
                  <a:moveTo>
                    <a:pt x="12" y="1"/>
                  </a:moveTo>
                  <a:cubicBezTo>
                    <a:pt x="6" y="0"/>
                    <a:pt x="0" y="2"/>
                    <a:pt x="1" y="9"/>
                  </a:cubicBezTo>
                  <a:cubicBezTo>
                    <a:pt x="1" y="6"/>
                    <a:pt x="3" y="3"/>
                    <a:pt x="6" y="2"/>
                  </a:cubicBezTo>
                  <a:cubicBezTo>
                    <a:pt x="7" y="2"/>
                    <a:pt x="9" y="2"/>
                    <a:pt x="10" y="2"/>
                  </a:cubicBezTo>
                  <a:cubicBezTo>
                    <a:pt x="11" y="2"/>
                    <a:pt x="11" y="1"/>
                    <a:pt x="12" y="1"/>
                  </a:cubicBezTo>
                  <a:cubicBezTo>
                    <a:pt x="12" y="1"/>
                    <a:pt x="13" y="2"/>
                    <a:pt x="14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562">
              <a:extLst>
                <a:ext uri="{FF2B5EF4-FFF2-40B4-BE49-F238E27FC236}">
                  <a16:creationId xmlns:a16="http://schemas.microsoft.com/office/drawing/2014/main" id="{F19238C5-04B7-42FC-96F9-3596C5619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3492"/>
              <a:ext cx="39" cy="27"/>
            </a:xfrm>
            <a:custGeom>
              <a:avLst/>
              <a:gdLst>
                <a:gd name="T0" fmla="*/ 204 w 17"/>
                <a:gd name="T1" fmla="*/ 120 h 11"/>
                <a:gd name="T2" fmla="*/ 73 w 17"/>
                <a:gd name="T3" fmla="*/ 71 h 11"/>
                <a:gd name="T4" fmla="*/ 0 w 17"/>
                <a:gd name="T5" fmla="*/ 162 h 11"/>
                <a:gd name="T6" fmla="*/ 25 w 17"/>
                <a:gd name="T7" fmla="*/ 29 h 11"/>
                <a:gd name="T8" fmla="*/ 85 w 17"/>
                <a:gd name="T9" fmla="*/ 29 h 11"/>
                <a:gd name="T10" fmla="*/ 158 w 17"/>
                <a:gd name="T11" fmla="*/ 71 h 11"/>
                <a:gd name="T12" fmla="*/ 195 w 17"/>
                <a:gd name="T13" fmla="*/ 12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1">
                  <a:moveTo>
                    <a:pt x="17" y="8"/>
                  </a:moveTo>
                  <a:cubicBezTo>
                    <a:pt x="13" y="9"/>
                    <a:pt x="10" y="4"/>
                    <a:pt x="6" y="5"/>
                  </a:cubicBezTo>
                  <a:cubicBezTo>
                    <a:pt x="4" y="5"/>
                    <a:pt x="0" y="9"/>
                    <a:pt x="0" y="11"/>
                  </a:cubicBezTo>
                  <a:cubicBezTo>
                    <a:pt x="0" y="9"/>
                    <a:pt x="0" y="5"/>
                    <a:pt x="2" y="2"/>
                  </a:cubicBezTo>
                  <a:cubicBezTo>
                    <a:pt x="4" y="0"/>
                    <a:pt x="4" y="1"/>
                    <a:pt x="7" y="2"/>
                  </a:cubicBezTo>
                  <a:cubicBezTo>
                    <a:pt x="10" y="3"/>
                    <a:pt x="11" y="4"/>
                    <a:pt x="13" y="5"/>
                  </a:cubicBezTo>
                  <a:cubicBezTo>
                    <a:pt x="14" y="6"/>
                    <a:pt x="15" y="8"/>
                    <a:pt x="16" y="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563">
              <a:extLst>
                <a:ext uri="{FF2B5EF4-FFF2-40B4-BE49-F238E27FC236}">
                  <a16:creationId xmlns:a16="http://schemas.microsoft.com/office/drawing/2014/main" id="{D2D31043-ABBA-4C8D-98DA-F53305832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550"/>
              <a:ext cx="23" cy="10"/>
            </a:xfrm>
            <a:custGeom>
              <a:avLst/>
              <a:gdLst>
                <a:gd name="T0" fmla="*/ 110 w 10"/>
                <a:gd name="T1" fmla="*/ 20 h 4"/>
                <a:gd name="T2" fmla="*/ 0 w 10"/>
                <a:gd name="T3" fmla="*/ 0 h 4"/>
                <a:gd name="T4" fmla="*/ 74 w 10"/>
                <a:gd name="T5" fmla="*/ 33 h 4"/>
                <a:gd name="T6" fmla="*/ 122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9" y="1"/>
                  </a:moveTo>
                  <a:cubicBezTo>
                    <a:pt x="7" y="4"/>
                    <a:pt x="2" y="4"/>
                    <a:pt x="0" y="0"/>
                  </a:cubicBezTo>
                  <a:cubicBezTo>
                    <a:pt x="2" y="2"/>
                    <a:pt x="3" y="3"/>
                    <a:pt x="6" y="2"/>
                  </a:cubicBezTo>
                  <a:cubicBezTo>
                    <a:pt x="8" y="1"/>
                    <a:pt x="8" y="0"/>
                    <a:pt x="1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564">
              <a:extLst>
                <a:ext uri="{FF2B5EF4-FFF2-40B4-BE49-F238E27FC236}">
                  <a16:creationId xmlns:a16="http://schemas.microsoft.com/office/drawing/2014/main" id="{14F63A71-C2B1-42E1-BE44-38E969B89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541"/>
              <a:ext cx="23" cy="14"/>
            </a:xfrm>
            <a:custGeom>
              <a:avLst/>
              <a:gdLst>
                <a:gd name="T0" fmla="*/ 122 w 10"/>
                <a:gd name="T1" fmla="*/ 0 h 6"/>
                <a:gd name="T2" fmla="*/ 28 w 10"/>
                <a:gd name="T3" fmla="*/ 37 h 6"/>
                <a:gd name="T4" fmla="*/ 0 w 10"/>
                <a:gd name="T5" fmla="*/ 77 h 6"/>
                <a:gd name="T6" fmla="*/ 28 w 10"/>
                <a:gd name="T7" fmla="*/ 12 h 6"/>
                <a:gd name="T8" fmla="*/ 64 w 10"/>
                <a:gd name="T9" fmla="*/ 12 h 6"/>
                <a:gd name="T10" fmla="*/ 122 w 10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10" y="2"/>
                    <a:pt x="4" y="2"/>
                    <a:pt x="2" y="3"/>
                  </a:cubicBezTo>
                  <a:cubicBezTo>
                    <a:pt x="1" y="4"/>
                    <a:pt x="1" y="6"/>
                    <a:pt x="0" y="6"/>
                  </a:cubicBezTo>
                  <a:cubicBezTo>
                    <a:pt x="1" y="5"/>
                    <a:pt x="1" y="2"/>
                    <a:pt x="2" y="1"/>
                  </a:cubicBezTo>
                  <a:cubicBezTo>
                    <a:pt x="3" y="0"/>
                    <a:pt x="5" y="1"/>
                    <a:pt x="5" y="1"/>
                  </a:cubicBezTo>
                  <a:cubicBezTo>
                    <a:pt x="7" y="1"/>
                    <a:pt x="9" y="1"/>
                    <a:pt x="1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565">
              <a:extLst>
                <a:ext uri="{FF2B5EF4-FFF2-40B4-BE49-F238E27FC236}">
                  <a16:creationId xmlns:a16="http://schemas.microsoft.com/office/drawing/2014/main" id="{8D176B17-D60B-4D2D-84E4-5C6018ED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471"/>
              <a:ext cx="11" cy="21"/>
            </a:xfrm>
            <a:custGeom>
              <a:avLst/>
              <a:gdLst>
                <a:gd name="T0" fmla="*/ 53 w 5"/>
                <a:gd name="T1" fmla="*/ 12 h 9"/>
                <a:gd name="T2" fmla="*/ 9 w 5"/>
                <a:gd name="T3" fmla="*/ 114 h 9"/>
                <a:gd name="T4" fmla="*/ 53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1"/>
                  </a:moveTo>
                  <a:cubicBezTo>
                    <a:pt x="1" y="0"/>
                    <a:pt x="0" y="6"/>
                    <a:pt x="1" y="9"/>
                  </a:cubicBezTo>
                  <a:cubicBezTo>
                    <a:pt x="1" y="7"/>
                    <a:pt x="2" y="0"/>
                    <a:pt x="5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566">
              <a:extLst>
                <a:ext uri="{FF2B5EF4-FFF2-40B4-BE49-F238E27FC236}">
                  <a16:creationId xmlns:a16="http://schemas.microsoft.com/office/drawing/2014/main" id="{D184920B-8C3E-4F11-8BE4-23EE8664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468"/>
              <a:ext cx="39" cy="32"/>
            </a:xfrm>
            <a:custGeom>
              <a:avLst/>
              <a:gdLst>
                <a:gd name="T0" fmla="*/ 204 w 17"/>
                <a:gd name="T1" fmla="*/ 194 h 13"/>
                <a:gd name="T2" fmla="*/ 122 w 17"/>
                <a:gd name="T3" fmla="*/ 74 h 13"/>
                <a:gd name="T4" fmla="*/ 0 w 17"/>
                <a:gd name="T5" fmla="*/ 12 h 13"/>
                <a:gd name="T6" fmla="*/ 73 w 17"/>
                <a:gd name="T7" fmla="*/ 42 h 13"/>
                <a:gd name="T8" fmla="*/ 122 w 17"/>
                <a:gd name="T9" fmla="*/ 103 h 13"/>
                <a:gd name="T10" fmla="*/ 158 w 17"/>
                <a:gd name="T11" fmla="*/ 153 h 13"/>
                <a:gd name="T12" fmla="*/ 204 w 17"/>
                <a:gd name="T13" fmla="*/ 194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3">
                  <a:moveTo>
                    <a:pt x="17" y="13"/>
                  </a:moveTo>
                  <a:cubicBezTo>
                    <a:pt x="14" y="11"/>
                    <a:pt x="13" y="7"/>
                    <a:pt x="10" y="5"/>
                  </a:cubicBezTo>
                  <a:cubicBezTo>
                    <a:pt x="8" y="3"/>
                    <a:pt x="3" y="0"/>
                    <a:pt x="0" y="1"/>
                  </a:cubicBezTo>
                  <a:cubicBezTo>
                    <a:pt x="2" y="2"/>
                    <a:pt x="4" y="2"/>
                    <a:pt x="6" y="3"/>
                  </a:cubicBezTo>
                  <a:cubicBezTo>
                    <a:pt x="8" y="4"/>
                    <a:pt x="9" y="6"/>
                    <a:pt x="10" y="7"/>
                  </a:cubicBezTo>
                  <a:cubicBezTo>
                    <a:pt x="11" y="8"/>
                    <a:pt x="12" y="9"/>
                    <a:pt x="13" y="10"/>
                  </a:cubicBezTo>
                  <a:cubicBezTo>
                    <a:pt x="15" y="10"/>
                    <a:pt x="16" y="11"/>
                    <a:pt x="17" y="1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567">
              <a:extLst>
                <a:ext uri="{FF2B5EF4-FFF2-40B4-BE49-F238E27FC236}">
                  <a16:creationId xmlns:a16="http://schemas.microsoft.com/office/drawing/2014/main" id="{58469164-A813-4260-97A0-93F98CBAF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502"/>
              <a:ext cx="25" cy="14"/>
            </a:xfrm>
            <a:custGeom>
              <a:avLst/>
              <a:gdLst>
                <a:gd name="T0" fmla="*/ 130 w 11"/>
                <a:gd name="T1" fmla="*/ 77 h 6"/>
                <a:gd name="T2" fmla="*/ 0 w 11"/>
                <a:gd name="T3" fmla="*/ 77 h 6"/>
                <a:gd name="T4" fmla="*/ 57 w 11"/>
                <a:gd name="T5" fmla="*/ 65 h 6"/>
                <a:gd name="T6" fmla="*/ 118 w 11"/>
                <a:gd name="T7" fmla="*/ 6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9" y="6"/>
                    <a:pt x="2" y="0"/>
                    <a:pt x="0" y="6"/>
                  </a:cubicBezTo>
                  <a:cubicBezTo>
                    <a:pt x="1" y="4"/>
                    <a:pt x="3" y="4"/>
                    <a:pt x="5" y="5"/>
                  </a:cubicBezTo>
                  <a:cubicBezTo>
                    <a:pt x="7" y="5"/>
                    <a:pt x="8" y="5"/>
                    <a:pt x="10" y="5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568">
              <a:extLst>
                <a:ext uri="{FF2B5EF4-FFF2-40B4-BE49-F238E27FC236}">
                  <a16:creationId xmlns:a16="http://schemas.microsoft.com/office/drawing/2014/main" id="{45F09D87-8C50-43F2-B094-047357092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3485"/>
              <a:ext cx="20" cy="17"/>
            </a:xfrm>
            <a:custGeom>
              <a:avLst/>
              <a:gdLst>
                <a:gd name="T0" fmla="*/ 89 w 9"/>
                <a:gd name="T1" fmla="*/ 12 h 7"/>
                <a:gd name="T2" fmla="*/ 53 w 9"/>
                <a:gd name="T3" fmla="*/ 41 h 7"/>
                <a:gd name="T4" fmla="*/ 20 w 9"/>
                <a:gd name="T5" fmla="*/ 70 h 7"/>
                <a:gd name="T6" fmla="*/ 0 w 9"/>
                <a:gd name="T7" fmla="*/ 87 h 7"/>
                <a:gd name="T8" fmla="*/ 53 w 9"/>
                <a:gd name="T9" fmla="*/ 58 h 7"/>
                <a:gd name="T10" fmla="*/ 89 w 9"/>
                <a:gd name="T11" fmla="*/ 29 h 7"/>
                <a:gd name="T12" fmla="*/ 98 w 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8" y="1"/>
                  </a:moveTo>
                  <a:cubicBezTo>
                    <a:pt x="7" y="2"/>
                    <a:pt x="6" y="3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5"/>
                    <a:pt x="0" y="6"/>
                  </a:cubicBezTo>
                  <a:cubicBezTo>
                    <a:pt x="3" y="7"/>
                    <a:pt x="4" y="6"/>
                    <a:pt x="5" y="4"/>
                  </a:cubicBezTo>
                  <a:cubicBezTo>
                    <a:pt x="6" y="3"/>
                    <a:pt x="7" y="3"/>
                    <a:pt x="8" y="2"/>
                  </a:cubicBezTo>
                  <a:cubicBezTo>
                    <a:pt x="8" y="1"/>
                    <a:pt x="8" y="0"/>
                    <a:pt x="9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569">
              <a:extLst>
                <a:ext uri="{FF2B5EF4-FFF2-40B4-BE49-F238E27FC236}">
                  <a16:creationId xmlns:a16="http://schemas.microsoft.com/office/drawing/2014/main" id="{30F5AE4D-D12B-4DE8-B99A-5B6F91BBF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3461"/>
              <a:ext cx="127" cy="109"/>
            </a:xfrm>
            <a:custGeom>
              <a:avLst/>
              <a:gdLst>
                <a:gd name="T0" fmla="*/ 442 w 56"/>
                <a:gd name="T1" fmla="*/ 70 h 45"/>
                <a:gd name="T2" fmla="*/ 150 w 56"/>
                <a:gd name="T3" fmla="*/ 111 h 45"/>
                <a:gd name="T4" fmla="*/ 118 w 56"/>
                <a:gd name="T5" fmla="*/ 199 h 45"/>
                <a:gd name="T6" fmla="*/ 36 w 56"/>
                <a:gd name="T7" fmla="*/ 228 h 45"/>
                <a:gd name="T8" fmla="*/ 45 w 56"/>
                <a:gd name="T9" fmla="*/ 339 h 45"/>
                <a:gd name="T10" fmla="*/ 82 w 56"/>
                <a:gd name="T11" fmla="*/ 458 h 45"/>
                <a:gd name="T12" fmla="*/ 256 w 56"/>
                <a:gd name="T13" fmla="*/ 569 h 45"/>
                <a:gd name="T14" fmla="*/ 293 w 56"/>
                <a:gd name="T15" fmla="*/ 511 h 45"/>
                <a:gd name="T16" fmla="*/ 313 w 56"/>
                <a:gd name="T17" fmla="*/ 569 h 45"/>
                <a:gd name="T18" fmla="*/ 406 w 56"/>
                <a:gd name="T19" fmla="*/ 569 h 45"/>
                <a:gd name="T20" fmla="*/ 422 w 56"/>
                <a:gd name="T21" fmla="*/ 528 h 45"/>
                <a:gd name="T22" fmla="*/ 479 w 56"/>
                <a:gd name="T23" fmla="*/ 511 h 45"/>
                <a:gd name="T24" fmla="*/ 551 w 56"/>
                <a:gd name="T25" fmla="*/ 441 h 45"/>
                <a:gd name="T26" fmla="*/ 581 w 56"/>
                <a:gd name="T27" fmla="*/ 380 h 45"/>
                <a:gd name="T28" fmla="*/ 628 w 56"/>
                <a:gd name="T29" fmla="*/ 339 h 45"/>
                <a:gd name="T30" fmla="*/ 581 w 56"/>
                <a:gd name="T31" fmla="*/ 228 h 45"/>
                <a:gd name="T32" fmla="*/ 442 w 56"/>
                <a:gd name="T33" fmla="*/ 70 h 45"/>
                <a:gd name="T34" fmla="*/ 442 w 56"/>
                <a:gd name="T35" fmla="*/ 70 h 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45">
                  <a:moveTo>
                    <a:pt x="38" y="5"/>
                  </a:moveTo>
                  <a:cubicBezTo>
                    <a:pt x="32" y="3"/>
                    <a:pt x="15" y="0"/>
                    <a:pt x="13" y="8"/>
                  </a:cubicBezTo>
                  <a:cubicBezTo>
                    <a:pt x="12" y="11"/>
                    <a:pt x="15" y="14"/>
                    <a:pt x="10" y="14"/>
                  </a:cubicBezTo>
                  <a:cubicBezTo>
                    <a:pt x="7" y="15"/>
                    <a:pt x="5" y="13"/>
                    <a:pt x="3" y="16"/>
                  </a:cubicBezTo>
                  <a:cubicBezTo>
                    <a:pt x="0" y="19"/>
                    <a:pt x="2" y="21"/>
                    <a:pt x="4" y="24"/>
                  </a:cubicBezTo>
                  <a:cubicBezTo>
                    <a:pt x="6" y="26"/>
                    <a:pt x="6" y="29"/>
                    <a:pt x="7" y="32"/>
                  </a:cubicBezTo>
                  <a:cubicBezTo>
                    <a:pt x="9" y="37"/>
                    <a:pt x="15" y="45"/>
                    <a:pt x="22" y="40"/>
                  </a:cubicBezTo>
                  <a:cubicBezTo>
                    <a:pt x="24" y="39"/>
                    <a:pt x="23" y="37"/>
                    <a:pt x="25" y="36"/>
                  </a:cubicBezTo>
                  <a:cubicBezTo>
                    <a:pt x="27" y="36"/>
                    <a:pt x="26" y="39"/>
                    <a:pt x="27" y="40"/>
                  </a:cubicBezTo>
                  <a:cubicBezTo>
                    <a:pt x="29" y="42"/>
                    <a:pt x="33" y="43"/>
                    <a:pt x="35" y="40"/>
                  </a:cubicBezTo>
                  <a:cubicBezTo>
                    <a:pt x="37" y="38"/>
                    <a:pt x="35" y="38"/>
                    <a:pt x="36" y="37"/>
                  </a:cubicBezTo>
                  <a:cubicBezTo>
                    <a:pt x="37" y="36"/>
                    <a:pt x="40" y="37"/>
                    <a:pt x="41" y="36"/>
                  </a:cubicBezTo>
                  <a:cubicBezTo>
                    <a:pt x="46" y="36"/>
                    <a:pt x="46" y="34"/>
                    <a:pt x="47" y="31"/>
                  </a:cubicBezTo>
                  <a:cubicBezTo>
                    <a:pt x="48" y="28"/>
                    <a:pt x="47" y="29"/>
                    <a:pt x="50" y="27"/>
                  </a:cubicBezTo>
                  <a:cubicBezTo>
                    <a:pt x="51" y="26"/>
                    <a:pt x="53" y="26"/>
                    <a:pt x="54" y="24"/>
                  </a:cubicBezTo>
                  <a:cubicBezTo>
                    <a:pt x="56" y="20"/>
                    <a:pt x="54" y="18"/>
                    <a:pt x="50" y="16"/>
                  </a:cubicBezTo>
                  <a:cubicBezTo>
                    <a:pt x="46" y="13"/>
                    <a:pt x="44" y="7"/>
                    <a:pt x="38" y="5"/>
                  </a:cubicBezTo>
                  <a:cubicBezTo>
                    <a:pt x="37" y="4"/>
                    <a:pt x="38" y="5"/>
                    <a:pt x="38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570">
              <a:extLst>
                <a:ext uri="{FF2B5EF4-FFF2-40B4-BE49-F238E27FC236}">
                  <a16:creationId xmlns:a16="http://schemas.microsoft.com/office/drawing/2014/main" id="{A70FDBDB-A3C2-4766-85D5-13CE89420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480"/>
              <a:ext cx="11" cy="15"/>
            </a:xfrm>
            <a:custGeom>
              <a:avLst/>
              <a:gdLst>
                <a:gd name="T0" fmla="*/ 53 w 5"/>
                <a:gd name="T1" fmla="*/ 0 h 6"/>
                <a:gd name="T2" fmla="*/ 0 w 5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3"/>
                    <a:pt x="3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571">
              <a:extLst>
                <a:ext uri="{FF2B5EF4-FFF2-40B4-BE49-F238E27FC236}">
                  <a16:creationId xmlns:a16="http://schemas.microsoft.com/office/drawing/2014/main" id="{C02330AC-D88E-474F-ABF0-63536A96F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3504"/>
              <a:ext cx="41" cy="15"/>
            </a:xfrm>
            <a:custGeom>
              <a:avLst/>
              <a:gdLst>
                <a:gd name="T0" fmla="*/ 212 w 18"/>
                <a:gd name="T1" fmla="*/ 50 h 6"/>
                <a:gd name="T2" fmla="*/ 109 w 18"/>
                <a:gd name="T3" fmla="*/ 0 h 6"/>
                <a:gd name="T4" fmla="*/ 0 w 18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">
                  <a:moveTo>
                    <a:pt x="18" y="3"/>
                  </a:moveTo>
                  <a:cubicBezTo>
                    <a:pt x="13" y="5"/>
                    <a:pt x="13" y="1"/>
                    <a:pt x="9" y="0"/>
                  </a:cubicBezTo>
                  <a:cubicBezTo>
                    <a:pt x="5" y="0"/>
                    <a:pt x="1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5" name="Freeform 572">
              <a:extLst>
                <a:ext uri="{FF2B5EF4-FFF2-40B4-BE49-F238E27FC236}">
                  <a16:creationId xmlns:a16="http://schemas.microsoft.com/office/drawing/2014/main" id="{696E8930-EE6D-42EC-A0ED-888DC6B66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3548"/>
              <a:ext cx="13" cy="5"/>
            </a:xfrm>
            <a:custGeom>
              <a:avLst/>
              <a:gdLst>
                <a:gd name="T0" fmla="*/ 61 w 6"/>
                <a:gd name="T1" fmla="*/ 0 h 2"/>
                <a:gd name="T2" fmla="*/ 0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6" name="Freeform 573">
              <a:extLst>
                <a:ext uri="{FF2B5EF4-FFF2-40B4-BE49-F238E27FC236}">
                  <a16:creationId xmlns:a16="http://schemas.microsoft.com/office/drawing/2014/main" id="{9B28D682-74ED-4EEE-A8A3-45649B213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351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0 h 2"/>
                <a:gd name="T4" fmla="*/ 33 w 2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574">
              <a:extLst>
                <a:ext uri="{FF2B5EF4-FFF2-40B4-BE49-F238E27FC236}">
                  <a16:creationId xmlns:a16="http://schemas.microsoft.com/office/drawing/2014/main" id="{86416B89-CC0E-49D6-8B23-706D14CC3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480"/>
              <a:ext cx="4" cy="10"/>
            </a:xfrm>
            <a:custGeom>
              <a:avLst/>
              <a:gdLst>
                <a:gd name="T0" fmla="*/ 0 w 2"/>
                <a:gd name="T1" fmla="*/ 20 h 4"/>
                <a:gd name="T2" fmla="*/ 0 w 2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2" y="0"/>
                    <a:pt x="1" y="4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Freeform 575">
              <a:extLst>
                <a:ext uri="{FF2B5EF4-FFF2-40B4-BE49-F238E27FC236}">
                  <a16:creationId xmlns:a16="http://schemas.microsoft.com/office/drawing/2014/main" id="{35109B79-E9FC-468E-B3C8-DC06E49C6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3509"/>
              <a:ext cx="5" cy="7"/>
            </a:xfrm>
            <a:custGeom>
              <a:avLst/>
              <a:gdLst>
                <a:gd name="T0" fmla="*/ 33 w 2"/>
                <a:gd name="T1" fmla="*/ 12 h 3"/>
                <a:gd name="T2" fmla="*/ 20 w 2"/>
                <a:gd name="T3" fmla="*/ 37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9" name="Freeform 576">
              <a:extLst>
                <a:ext uri="{FF2B5EF4-FFF2-40B4-BE49-F238E27FC236}">
                  <a16:creationId xmlns:a16="http://schemas.microsoft.com/office/drawing/2014/main" id="{FE448FB0-4808-4309-BE10-9671D6C24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3550"/>
              <a:ext cx="4" cy="3"/>
            </a:xfrm>
            <a:custGeom>
              <a:avLst/>
              <a:gdLst>
                <a:gd name="T0" fmla="*/ 8 w 2"/>
                <a:gd name="T1" fmla="*/ 27 h 1"/>
                <a:gd name="T2" fmla="*/ 0 w 2"/>
                <a:gd name="T3" fmla="*/ 0 h 1"/>
                <a:gd name="T4" fmla="*/ 16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4763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577">
              <a:extLst>
                <a:ext uri="{FF2B5EF4-FFF2-40B4-BE49-F238E27FC236}">
                  <a16:creationId xmlns:a16="http://schemas.microsoft.com/office/drawing/2014/main" id="{7D9EABC4-8596-487A-81AD-25F61170E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500"/>
              <a:ext cx="18" cy="9"/>
            </a:xfrm>
            <a:custGeom>
              <a:avLst/>
              <a:gdLst>
                <a:gd name="T0" fmla="*/ 0 w 8"/>
                <a:gd name="T1" fmla="*/ 45 h 4"/>
                <a:gd name="T2" fmla="*/ 92 w 8"/>
                <a:gd name="T3" fmla="*/ 25 h 4"/>
                <a:gd name="T4" fmla="*/ 0 w 8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0"/>
                    <a:pt x="8" y="2"/>
                  </a:cubicBezTo>
                  <a:cubicBezTo>
                    <a:pt x="6" y="0"/>
                    <a:pt x="1" y="1"/>
                    <a:pt x="0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578">
              <a:extLst>
                <a:ext uri="{FF2B5EF4-FFF2-40B4-BE49-F238E27FC236}">
                  <a16:creationId xmlns:a16="http://schemas.microsoft.com/office/drawing/2014/main" id="{2D93B6B4-1F65-441F-94A5-3097245AC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3516"/>
              <a:ext cx="9" cy="25"/>
            </a:xfrm>
            <a:custGeom>
              <a:avLst/>
              <a:gdLst>
                <a:gd name="T0" fmla="*/ 0 w 4"/>
                <a:gd name="T1" fmla="*/ 33 h 10"/>
                <a:gd name="T2" fmla="*/ 11 w 4"/>
                <a:gd name="T3" fmla="*/ 50 h 10"/>
                <a:gd name="T4" fmla="*/ 25 w 4"/>
                <a:gd name="T5" fmla="*/ 95 h 10"/>
                <a:gd name="T6" fmla="*/ 45 w 4"/>
                <a:gd name="T7" fmla="*/ 158 h 10"/>
                <a:gd name="T8" fmla="*/ 36 w 4"/>
                <a:gd name="T9" fmla="*/ 63 h 10"/>
                <a:gd name="T10" fmla="*/ 0 w 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0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7"/>
                    <a:pt x="3" y="9"/>
                    <a:pt x="4" y="10"/>
                  </a:cubicBezTo>
                  <a:cubicBezTo>
                    <a:pt x="3" y="8"/>
                    <a:pt x="4" y="6"/>
                    <a:pt x="3" y="4"/>
                  </a:cubicBezTo>
                  <a:cubicBezTo>
                    <a:pt x="3" y="2"/>
                    <a:pt x="0" y="2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C72FCA33-0380-4A2A-A099-BA7F83C969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From Atheroma</a:t>
            </a:r>
            <a:br>
              <a:rPr lang="fr-FR" altLang="x-none" sz="2600"/>
            </a:br>
            <a:r>
              <a:rPr lang="fr-FR" altLang="x-none" sz="2600"/>
              <a:t>To Thrombus (4)</a:t>
            </a:r>
          </a:p>
        </p:txBody>
      </p:sp>
      <p:grpSp>
        <p:nvGrpSpPr>
          <p:cNvPr id="48130" name="Atheroma-to-Thrombus-Progression">
            <a:extLst>
              <a:ext uri="{FF2B5EF4-FFF2-40B4-BE49-F238E27FC236}">
                <a16:creationId xmlns:a16="http://schemas.microsoft.com/office/drawing/2014/main" id="{8085A1FC-E58A-4F51-8E83-A6D4DF4FF805}"/>
              </a:ext>
            </a:extLst>
          </p:cNvPr>
          <p:cNvGrpSpPr>
            <a:grpSpLocks/>
          </p:cNvGrpSpPr>
          <p:nvPr/>
        </p:nvGrpSpPr>
        <p:grpSpPr bwMode="auto">
          <a:xfrm>
            <a:off x="2471738" y="1622425"/>
            <a:ext cx="7246937" cy="2238375"/>
            <a:chOff x="598" y="821"/>
            <a:chExt cx="4565" cy="1410"/>
          </a:xfrm>
        </p:grpSpPr>
        <p:grpSp>
          <p:nvGrpSpPr>
            <p:cNvPr id="112518" name="Group 4">
              <a:extLst>
                <a:ext uri="{FF2B5EF4-FFF2-40B4-BE49-F238E27FC236}">
                  <a16:creationId xmlns:a16="http://schemas.microsoft.com/office/drawing/2014/main" id="{FFBC7749-3C5F-4A93-A6E1-46E1AA596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" y="985"/>
              <a:ext cx="4565" cy="988"/>
              <a:chOff x="598" y="985"/>
              <a:chExt cx="4565" cy="988"/>
            </a:xfrm>
          </p:grpSpPr>
          <p:sp>
            <p:nvSpPr>
              <p:cNvPr id="112527" name="Freeform 5">
                <a:extLst>
                  <a:ext uri="{FF2B5EF4-FFF2-40B4-BE49-F238E27FC236}">
                    <a16:creationId xmlns:a16="http://schemas.microsoft.com/office/drawing/2014/main" id="{17D4ACB4-DEF8-46E3-82F3-7A00E60D7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985"/>
                <a:ext cx="1114" cy="986"/>
              </a:xfrm>
              <a:custGeom>
                <a:avLst/>
                <a:gdLst>
                  <a:gd name="T0" fmla="*/ 8 w 925"/>
                  <a:gd name="T1" fmla="*/ 36 h 815"/>
                  <a:gd name="T2" fmla="*/ 2 w 925"/>
                  <a:gd name="T3" fmla="*/ 36 h 815"/>
                  <a:gd name="T4" fmla="*/ 2 w 925"/>
                  <a:gd name="T5" fmla="*/ 323 h 815"/>
                  <a:gd name="T6" fmla="*/ 313 w 925"/>
                  <a:gd name="T7" fmla="*/ 740 h 815"/>
                  <a:gd name="T8" fmla="*/ 2 w 925"/>
                  <a:gd name="T9" fmla="*/ 1155 h 815"/>
                  <a:gd name="T10" fmla="*/ 2 w 925"/>
                  <a:gd name="T11" fmla="*/ 1443 h 815"/>
                  <a:gd name="T12" fmla="*/ 0 w 925"/>
                  <a:gd name="T13" fmla="*/ 1443 h 815"/>
                  <a:gd name="T14" fmla="*/ 8 w 925"/>
                  <a:gd name="T15" fmla="*/ 1443 h 815"/>
                  <a:gd name="T16" fmla="*/ 1591 w 925"/>
                  <a:gd name="T17" fmla="*/ 762 h 815"/>
                  <a:gd name="T18" fmla="*/ 8 w 925"/>
                  <a:gd name="T19" fmla="*/ 36 h 8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5" h="815">
                    <a:moveTo>
                      <a:pt x="5" y="21"/>
                    </a:moveTo>
                    <a:cubicBezTo>
                      <a:pt x="4" y="21"/>
                      <a:pt x="3" y="21"/>
                      <a:pt x="2" y="21"/>
                    </a:cubicBezTo>
                    <a:cubicBezTo>
                      <a:pt x="2" y="183"/>
                      <a:pt x="2" y="183"/>
                      <a:pt x="2" y="183"/>
                    </a:cubicBezTo>
                    <a:cubicBezTo>
                      <a:pt x="100" y="184"/>
                      <a:pt x="179" y="289"/>
                      <a:pt x="179" y="418"/>
                    </a:cubicBezTo>
                    <a:cubicBezTo>
                      <a:pt x="179" y="547"/>
                      <a:pt x="100" y="652"/>
                      <a:pt x="2" y="652"/>
                    </a:cubicBezTo>
                    <a:cubicBezTo>
                      <a:pt x="2" y="815"/>
                      <a:pt x="2" y="815"/>
                      <a:pt x="2" y="815"/>
                    </a:cubicBezTo>
                    <a:cubicBezTo>
                      <a:pt x="0" y="815"/>
                      <a:pt x="0" y="815"/>
                      <a:pt x="0" y="815"/>
                    </a:cubicBezTo>
                    <a:cubicBezTo>
                      <a:pt x="2" y="815"/>
                      <a:pt x="3" y="815"/>
                      <a:pt x="5" y="815"/>
                    </a:cubicBezTo>
                    <a:cubicBezTo>
                      <a:pt x="163" y="815"/>
                      <a:pt x="925" y="807"/>
                      <a:pt x="911" y="431"/>
                    </a:cubicBezTo>
                    <a:cubicBezTo>
                      <a:pt x="895" y="0"/>
                      <a:pt x="163" y="21"/>
                      <a:pt x="5" y="2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28" name="Freeform 6">
                <a:extLst>
                  <a:ext uri="{FF2B5EF4-FFF2-40B4-BE49-F238E27FC236}">
                    <a16:creationId xmlns:a16="http://schemas.microsoft.com/office/drawing/2014/main" id="{EF64B39E-8AFB-482F-AEF5-CEC71320B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1598"/>
                <a:ext cx="1075" cy="272"/>
              </a:xfrm>
              <a:custGeom>
                <a:avLst/>
                <a:gdLst>
                  <a:gd name="T0" fmla="*/ 0 w 893"/>
                  <a:gd name="T1" fmla="*/ 280 h 225"/>
                  <a:gd name="T2" fmla="*/ 300 w 893"/>
                  <a:gd name="T3" fmla="*/ 96 h 225"/>
                  <a:gd name="T4" fmla="*/ 474 w 893"/>
                  <a:gd name="T5" fmla="*/ 75 h 225"/>
                  <a:gd name="T6" fmla="*/ 742 w 893"/>
                  <a:gd name="T7" fmla="*/ 96 h 225"/>
                  <a:gd name="T8" fmla="*/ 1010 w 893"/>
                  <a:gd name="T9" fmla="*/ 73 h 225"/>
                  <a:gd name="T10" fmla="*/ 1185 w 893"/>
                  <a:gd name="T11" fmla="*/ 57 h 225"/>
                  <a:gd name="T12" fmla="*/ 1358 w 893"/>
                  <a:gd name="T13" fmla="*/ 33 h 225"/>
                  <a:gd name="T14" fmla="*/ 1470 w 893"/>
                  <a:gd name="T15" fmla="*/ 18 h 225"/>
                  <a:gd name="T16" fmla="*/ 1448 w 893"/>
                  <a:gd name="T17" fmla="*/ 175 h 225"/>
                  <a:gd name="T18" fmla="*/ 1258 w 893"/>
                  <a:gd name="T19" fmla="*/ 336 h 225"/>
                  <a:gd name="T20" fmla="*/ 912 w 893"/>
                  <a:gd name="T21" fmla="*/ 398 h 225"/>
                  <a:gd name="T22" fmla="*/ 371 w 893"/>
                  <a:gd name="T23" fmla="*/ 355 h 225"/>
                  <a:gd name="T24" fmla="*/ 164 w 893"/>
                  <a:gd name="T25" fmla="*/ 336 h 225"/>
                  <a:gd name="T26" fmla="*/ 16 w 893"/>
                  <a:gd name="T27" fmla="*/ 291 h 2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3" h="225">
                    <a:moveTo>
                      <a:pt x="0" y="159"/>
                    </a:moveTo>
                    <a:cubicBezTo>
                      <a:pt x="61" y="126"/>
                      <a:pt x="79" y="149"/>
                      <a:pt x="172" y="54"/>
                    </a:cubicBezTo>
                    <a:cubicBezTo>
                      <a:pt x="205" y="21"/>
                      <a:pt x="233" y="34"/>
                      <a:pt x="272" y="42"/>
                    </a:cubicBezTo>
                    <a:cubicBezTo>
                      <a:pt x="323" y="51"/>
                      <a:pt x="373" y="53"/>
                      <a:pt x="425" y="54"/>
                    </a:cubicBezTo>
                    <a:cubicBezTo>
                      <a:pt x="478" y="56"/>
                      <a:pt x="528" y="58"/>
                      <a:pt x="579" y="41"/>
                    </a:cubicBezTo>
                    <a:cubicBezTo>
                      <a:pt x="613" y="31"/>
                      <a:pt x="644" y="40"/>
                      <a:pt x="679" y="32"/>
                    </a:cubicBezTo>
                    <a:cubicBezTo>
                      <a:pt x="706" y="26"/>
                      <a:pt x="751" y="25"/>
                      <a:pt x="778" y="18"/>
                    </a:cubicBezTo>
                    <a:cubicBezTo>
                      <a:pt x="804" y="12"/>
                      <a:pt x="826" y="13"/>
                      <a:pt x="842" y="10"/>
                    </a:cubicBezTo>
                    <a:cubicBezTo>
                      <a:pt x="893" y="0"/>
                      <a:pt x="841" y="66"/>
                      <a:pt x="830" y="99"/>
                    </a:cubicBezTo>
                    <a:cubicBezTo>
                      <a:pt x="815" y="143"/>
                      <a:pt x="760" y="171"/>
                      <a:pt x="721" y="190"/>
                    </a:cubicBezTo>
                    <a:cubicBezTo>
                      <a:pt x="660" y="220"/>
                      <a:pt x="591" y="224"/>
                      <a:pt x="523" y="225"/>
                    </a:cubicBezTo>
                    <a:cubicBezTo>
                      <a:pt x="419" y="225"/>
                      <a:pt x="316" y="206"/>
                      <a:pt x="213" y="201"/>
                    </a:cubicBezTo>
                    <a:cubicBezTo>
                      <a:pt x="173" y="200"/>
                      <a:pt x="132" y="201"/>
                      <a:pt x="94" y="190"/>
                    </a:cubicBezTo>
                    <a:cubicBezTo>
                      <a:pt x="83" y="187"/>
                      <a:pt x="19" y="166"/>
                      <a:pt x="9" y="165"/>
                    </a:cubicBezTo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29" name="Freeform 7">
                <a:extLst>
                  <a:ext uri="{FF2B5EF4-FFF2-40B4-BE49-F238E27FC236}">
                    <a16:creationId xmlns:a16="http://schemas.microsoft.com/office/drawing/2014/main" id="{06870D48-F959-46D3-B0B3-47962436D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1654"/>
                <a:ext cx="966" cy="188"/>
              </a:xfrm>
              <a:custGeom>
                <a:avLst/>
                <a:gdLst>
                  <a:gd name="T0" fmla="*/ 0 w 802"/>
                  <a:gd name="T1" fmla="*/ 173 h 155"/>
                  <a:gd name="T2" fmla="*/ 199 w 802"/>
                  <a:gd name="T3" fmla="*/ 125 h 155"/>
                  <a:gd name="T4" fmla="*/ 599 w 802"/>
                  <a:gd name="T5" fmla="*/ 108 h 155"/>
                  <a:gd name="T6" fmla="*/ 921 w 802"/>
                  <a:gd name="T7" fmla="*/ 110 h 155"/>
                  <a:gd name="T8" fmla="*/ 1171 w 802"/>
                  <a:gd name="T9" fmla="*/ 98 h 155"/>
                  <a:gd name="T10" fmla="*/ 1297 w 802"/>
                  <a:gd name="T11" fmla="*/ 72 h 155"/>
                  <a:gd name="T12" fmla="*/ 1374 w 802"/>
                  <a:gd name="T13" fmla="*/ 103 h 155"/>
                  <a:gd name="T14" fmla="*/ 950 w 802"/>
                  <a:gd name="T15" fmla="*/ 229 h 155"/>
                  <a:gd name="T16" fmla="*/ 478 w 802"/>
                  <a:gd name="T17" fmla="*/ 267 h 155"/>
                  <a:gd name="T18" fmla="*/ 70 w 802"/>
                  <a:gd name="T19" fmla="*/ 240 h 1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2" h="155">
                    <a:moveTo>
                      <a:pt x="0" y="97"/>
                    </a:moveTo>
                    <a:cubicBezTo>
                      <a:pt x="40" y="96"/>
                      <a:pt x="77" y="78"/>
                      <a:pt x="114" y="70"/>
                    </a:cubicBezTo>
                    <a:cubicBezTo>
                      <a:pt x="182" y="55"/>
                      <a:pt x="274" y="59"/>
                      <a:pt x="343" y="60"/>
                    </a:cubicBezTo>
                    <a:cubicBezTo>
                      <a:pt x="417" y="62"/>
                      <a:pt x="454" y="75"/>
                      <a:pt x="527" y="62"/>
                    </a:cubicBezTo>
                    <a:cubicBezTo>
                      <a:pt x="547" y="59"/>
                      <a:pt x="616" y="58"/>
                      <a:pt x="670" y="55"/>
                    </a:cubicBezTo>
                    <a:cubicBezTo>
                      <a:pt x="713" y="53"/>
                      <a:pt x="734" y="55"/>
                      <a:pt x="742" y="40"/>
                    </a:cubicBezTo>
                    <a:cubicBezTo>
                      <a:pt x="763" y="0"/>
                      <a:pt x="802" y="32"/>
                      <a:pt x="786" y="58"/>
                    </a:cubicBezTo>
                    <a:cubicBezTo>
                      <a:pt x="762" y="100"/>
                      <a:pt x="585" y="119"/>
                      <a:pt x="544" y="129"/>
                    </a:cubicBezTo>
                    <a:cubicBezTo>
                      <a:pt x="457" y="152"/>
                      <a:pt x="363" y="155"/>
                      <a:pt x="274" y="149"/>
                    </a:cubicBezTo>
                    <a:cubicBezTo>
                      <a:pt x="197" y="144"/>
                      <a:pt x="116" y="152"/>
                      <a:pt x="40" y="134"/>
                    </a:cubicBezTo>
                  </a:path>
                </a:pathLst>
              </a:custGeom>
              <a:solidFill>
                <a:srgbClr val="BF1C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30" name="Freeform 8">
                <a:extLst>
                  <a:ext uri="{FF2B5EF4-FFF2-40B4-BE49-F238E27FC236}">
                    <a16:creationId xmlns:a16="http://schemas.microsoft.com/office/drawing/2014/main" id="{F35D9A0E-BF94-4993-BB52-0E12F5ADA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011"/>
                <a:ext cx="352" cy="960"/>
              </a:xfrm>
              <a:custGeom>
                <a:avLst/>
                <a:gdLst>
                  <a:gd name="T0" fmla="*/ 8 w 292"/>
                  <a:gd name="T1" fmla="*/ 0 h 794"/>
                  <a:gd name="T2" fmla="*/ 2 w 292"/>
                  <a:gd name="T3" fmla="*/ 0 h 794"/>
                  <a:gd name="T4" fmla="*/ 2 w 292"/>
                  <a:gd name="T5" fmla="*/ 287 h 794"/>
                  <a:gd name="T6" fmla="*/ 313 w 292"/>
                  <a:gd name="T7" fmla="*/ 701 h 794"/>
                  <a:gd name="T8" fmla="*/ 2 w 292"/>
                  <a:gd name="T9" fmla="*/ 1116 h 794"/>
                  <a:gd name="T10" fmla="*/ 2 w 292"/>
                  <a:gd name="T11" fmla="*/ 1404 h 794"/>
                  <a:gd name="T12" fmla="*/ 0 w 292"/>
                  <a:gd name="T13" fmla="*/ 1404 h 794"/>
                  <a:gd name="T14" fmla="*/ 8 w 292"/>
                  <a:gd name="T15" fmla="*/ 1404 h 794"/>
                  <a:gd name="T16" fmla="*/ 511 w 292"/>
                  <a:gd name="T17" fmla="*/ 701 h 794"/>
                  <a:gd name="T18" fmla="*/ 8 w 292"/>
                  <a:gd name="T19" fmla="*/ 0 h 7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2" h="794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100" y="163"/>
                      <a:pt x="179" y="268"/>
                      <a:pt x="179" y="397"/>
                    </a:cubicBezTo>
                    <a:cubicBezTo>
                      <a:pt x="179" y="526"/>
                      <a:pt x="100" y="631"/>
                      <a:pt x="2" y="631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3" y="794"/>
                      <a:pt x="5" y="794"/>
                    </a:cubicBezTo>
                    <a:cubicBezTo>
                      <a:pt x="163" y="794"/>
                      <a:pt x="292" y="616"/>
                      <a:pt x="292" y="397"/>
                    </a:cubicBezTo>
                    <a:cubicBezTo>
                      <a:pt x="292" y="178"/>
                      <a:pt x="163" y="0"/>
                      <a:pt x="5" y="0"/>
                    </a:cubicBezTo>
                    <a:close/>
                  </a:path>
                </a:pathLst>
              </a:custGeom>
              <a:solidFill>
                <a:srgbClr val="723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31" name="Rectangle 9">
                <a:extLst>
                  <a:ext uri="{FF2B5EF4-FFF2-40B4-BE49-F238E27FC236}">
                    <a16:creationId xmlns:a16="http://schemas.microsoft.com/office/drawing/2014/main" id="{CC725C5C-5470-4D0A-9531-1A7D984C5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164"/>
                <a:ext cx="844" cy="43"/>
              </a:xfrm>
              <a:prstGeom prst="rect">
                <a:avLst/>
              </a:pr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32" name="Rectangle 10">
                <a:extLst>
                  <a:ext uri="{FF2B5EF4-FFF2-40B4-BE49-F238E27FC236}">
                    <a16:creationId xmlns:a16="http://schemas.microsoft.com/office/drawing/2014/main" id="{3751839E-E731-45F0-B7F2-D5BF60C86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9" y="1774"/>
                <a:ext cx="846" cy="43"/>
              </a:xfrm>
              <a:prstGeom prst="rect">
                <a:avLst/>
              </a:pr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33" name="Freeform 11">
                <a:extLst>
                  <a:ext uri="{FF2B5EF4-FFF2-40B4-BE49-F238E27FC236}">
                    <a16:creationId xmlns:a16="http://schemas.microsoft.com/office/drawing/2014/main" id="{B2D7A4A5-D00F-46E5-8DAD-6FB97C84D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1011"/>
                <a:ext cx="216" cy="960"/>
              </a:xfrm>
              <a:custGeom>
                <a:avLst/>
                <a:gdLst>
                  <a:gd name="T0" fmla="*/ 8 w 179"/>
                  <a:gd name="T1" fmla="*/ 0 h 794"/>
                  <a:gd name="T2" fmla="*/ 2 w 179"/>
                  <a:gd name="T3" fmla="*/ 0 h 794"/>
                  <a:gd name="T4" fmla="*/ 2 w 179"/>
                  <a:gd name="T5" fmla="*/ 287 h 794"/>
                  <a:gd name="T6" fmla="*/ 315 w 179"/>
                  <a:gd name="T7" fmla="*/ 701 h 794"/>
                  <a:gd name="T8" fmla="*/ 2 w 179"/>
                  <a:gd name="T9" fmla="*/ 1116 h 794"/>
                  <a:gd name="T10" fmla="*/ 2 w 179"/>
                  <a:gd name="T11" fmla="*/ 1404 h 794"/>
                  <a:gd name="T12" fmla="*/ 0 w 179"/>
                  <a:gd name="T13" fmla="*/ 1404 h 794"/>
                  <a:gd name="T14" fmla="*/ 8 w 179"/>
                  <a:gd name="T15" fmla="*/ 1404 h 7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9" h="794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100" y="163"/>
                      <a:pt x="179" y="268"/>
                      <a:pt x="179" y="397"/>
                    </a:cubicBezTo>
                    <a:cubicBezTo>
                      <a:pt x="179" y="526"/>
                      <a:pt x="100" y="631"/>
                      <a:pt x="2" y="631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3" y="794"/>
                      <a:pt x="5" y="794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34" name="Freeform 12">
                <a:extLst>
                  <a:ext uri="{FF2B5EF4-FFF2-40B4-BE49-F238E27FC236}">
                    <a16:creationId xmlns:a16="http://schemas.microsoft.com/office/drawing/2014/main" id="{F10A3DC6-C9F3-4578-BF17-990690EAE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1149"/>
                <a:ext cx="138" cy="115"/>
              </a:xfrm>
              <a:custGeom>
                <a:avLst/>
                <a:gdLst>
                  <a:gd name="T0" fmla="*/ 0 w 115"/>
                  <a:gd name="T1" fmla="*/ 85 h 95"/>
                  <a:gd name="T2" fmla="*/ 199 w 115"/>
                  <a:gd name="T3" fmla="*/ 86 h 95"/>
                  <a:gd name="T4" fmla="*/ 0 w 115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95">
                    <a:moveTo>
                      <a:pt x="0" y="48"/>
                    </a:moveTo>
                    <a:cubicBezTo>
                      <a:pt x="0" y="48"/>
                      <a:pt x="61" y="0"/>
                      <a:pt x="115" y="49"/>
                    </a:cubicBezTo>
                    <a:cubicBezTo>
                      <a:pt x="115" y="49"/>
                      <a:pt x="48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35" name="Oval 13">
                <a:extLst>
                  <a:ext uri="{FF2B5EF4-FFF2-40B4-BE49-F238E27FC236}">
                    <a16:creationId xmlns:a16="http://schemas.microsoft.com/office/drawing/2014/main" id="{C59EBC84-5F4C-469C-B8FF-0DBF65792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1" y="1189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36" name="Freeform 14">
                <a:extLst>
                  <a:ext uri="{FF2B5EF4-FFF2-40B4-BE49-F238E27FC236}">
                    <a16:creationId xmlns:a16="http://schemas.microsoft.com/office/drawing/2014/main" id="{7F6AF3AF-27FA-40E6-AD04-842BB903E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143"/>
                <a:ext cx="102" cy="122"/>
              </a:xfrm>
              <a:custGeom>
                <a:avLst/>
                <a:gdLst>
                  <a:gd name="T0" fmla="*/ 0 w 85"/>
                  <a:gd name="T1" fmla="*/ 95 h 101"/>
                  <a:gd name="T2" fmla="*/ 146 w 85"/>
                  <a:gd name="T3" fmla="*/ 93 h 101"/>
                  <a:gd name="T4" fmla="*/ 0 w 85"/>
                  <a:gd name="T5" fmla="*/ 95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1">
                    <a:moveTo>
                      <a:pt x="0" y="54"/>
                    </a:moveTo>
                    <a:cubicBezTo>
                      <a:pt x="0" y="54"/>
                      <a:pt x="44" y="0"/>
                      <a:pt x="85" y="53"/>
                    </a:cubicBezTo>
                    <a:cubicBezTo>
                      <a:pt x="85" y="53"/>
                      <a:pt x="49" y="101"/>
                      <a:pt x="0" y="54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37" name="Oval 15">
                <a:extLst>
                  <a:ext uri="{FF2B5EF4-FFF2-40B4-BE49-F238E27FC236}">
                    <a16:creationId xmlns:a16="http://schemas.microsoft.com/office/drawing/2014/main" id="{228D314E-6540-4E19-B263-BC630FB02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3" y="1197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38" name="Freeform 16">
                <a:extLst>
                  <a:ext uri="{FF2B5EF4-FFF2-40B4-BE49-F238E27FC236}">
                    <a16:creationId xmlns:a16="http://schemas.microsoft.com/office/drawing/2014/main" id="{1560E423-888D-4A42-BA85-214CD370B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148"/>
                <a:ext cx="108" cy="116"/>
              </a:xfrm>
              <a:custGeom>
                <a:avLst/>
                <a:gdLst>
                  <a:gd name="T0" fmla="*/ 0 w 89"/>
                  <a:gd name="T1" fmla="*/ 86 h 96"/>
                  <a:gd name="T2" fmla="*/ 159 w 89"/>
                  <a:gd name="T3" fmla="*/ 85 h 96"/>
                  <a:gd name="T4" fmla="*/ 0 w 89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6">
                    <a:moveTo>
                      <a:pt x="0" y="49"/>
                    </a:moveTo>
                    <a:cubicBezTo>
                      <a:pt x="0" y="49"/>
                      <a:pt x="35" y="0"/>
                      <a:pt x="89" y="48"/>
                    </a:cubicBezTo>
                    <a:cubicBezTo>
                      <a:pt x="89" y="48"/>
                      <a:pt x="49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39" name="Oval 17">
                <a:extLst>
                  <a:ext uri="{FF2B5EF4-FFF2-40B4-BE49-F238E27FC236}">
                    <a16:creationId xmlns:a16="http://schemas.microsoft.com/office/drawing/2014/main" id="{EF84AD66-F384-449C-BE43-6DF9E3D70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" y="1195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40" name="Freeform 18">
                <a:extLst>
                  <a:ext uri="{FF2B5EF4-FFF2-40B4-BE49-F238E27FC236}">
                    <a16:creationId xmlns:a16="http://schemas.microsoft.com/office/drawing/2014/main" id="{A52F4330-1D93-4FF6-97C3-6C95DA904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149"/>
                <a:ext cx="134" cy="113"/>
              </a:xfrm>
              <a:custGeom>
                <a:avLst/>
                <a:gdLst>
                  <a:gd name="T0" fmla="*/ 0 w 112"/>
                  <a:gd name="T1" fmla="*/ 83 h 94"/>
                  <a:gd name="T2" fmla="*/ 191 w 112"/>
                  <a:gd name="T3" fmla="*/ 84 h 94"/>
                  <a:gd name="T4" fmla="*/ 0 w 112"/>
                  <a:gd name="T5" fmla="*/ 83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94">
                    <a:moveTo>
                      <a:pt x="0" y="47"/>
                    </a:moveTo>
                    <a:cubicBezTo>
                      <a:pt x="0" y="47"/>
                      <a:pt x="57" y="0"/>
                      <a:pt x="112" y="48"/>
                    </a:cubicBezTo>
                    <a:cubicBezTo>
                      <a:pt x="112" y="48"/>
                      <a:pt x="49" y="94"/>
                      <a:pt x="0" y="4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41" name="Oval 19">
                <a:extLst>
                  <a:ext uri="{FF2B5EF4-FFF2-40B4-BE49-F238E27FC236}">
                    <a16:creationId xmlns:a16="http://schemas.microsoft.com/office/drawing/2014/main" id="{C8466FE4-D20B-4B0E-99D9-1B757C248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1" y="1187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42" name="Freeform 20">
                <a:extLst>
                  <a:ext uri="{FF2B5EF4-FFF2-40B4-BE49-F238E27FC236}">
                    <a16:creationId xmlns:a16="http://schemas.microsoft.com/office/drawing/2014/main" id="{D9DFCFE6-A6B9-4F52-A475-FD49CF8DA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149"/>
                <a:ext cx="110" cy="115"/>
              </a:xfrm>
              <a:custGeom>
                <a:avLst/>
                <a:gdLst>
                  <a:gd name="T0" fmla="*/ 0 w 91"/>
                  <a:gd name="T1" fmla="*/ 85 h 95"/>
                  <a:gd name="T2" fmla="*/ 161 w 91"/>
                  <a:gd name="T3" fmla="*/ 86 h 95"/>
                  <a:gd name="T4" fmla="*/ 0 w 91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95">
                    <a:moveTo>
                      <a:pt x="0" y="48"/>
                    </a:moveTo>
                    <a:cubicBezTo>
                      <a:pt x="0" y="48"/>
                      <a:pt x="36" y="0"/>
                      <a:pt x="91" y="49"/>
                    </a:cubicBezTo>
                    <a:cubicBezTo>
                      <a:pt x="91" y="49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43" name="Oval 21">
                <a:extLst>
                  <a:ext uri="{FF2B5EF4-FFF2-40B4-BE49-F238E27FC236}">
                    <a16:creationId xmlns:a16="http://schemas.microsoft.com/office/drawing/2014/main" id="{A07ACCA9-723B-402A-AD30-10C015DEA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1201"/>
                <a:ext cx="34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44" name="Freeform 22">
                <a:extLst>
                  <a:ext uri="{FF2B5EF4-FFF2-40B4-BE49-F238E27FC236}">
                    <a16:creationId xmlns:a16="http://schemas.microsoft.com/office/drawing/2014/main" id="{467E581B-1557-4BB7-90E7-5A290E9F1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149"/>
                <a:ext cx="132" cy="116"/>
              </a:xfrm>
              <a:custGeom>
                <a:avLst/>
                <a:gdLst>
                  <a:gd name="T0" fmla="*/ 0 w 110"/>
                  <a:gd name="T1" fmla="*/ 86 h 96"/>
                  <a:gd name="T2" fmla="*/ 190 w 110"/>
                  <a:gd name="T3" fmla="*/ 85 h 96"/>
                  <a:gd name="T4" fmla="*/ 0 w 110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96">
                    <a:moveTo>
                      <a:pt x="0" y="49"/>
                    </a:moveTo>
                    <a:cubicBezTo>
                      <a:pt x="0" y="49"/>
                      <a:pt x="56" y="0"/>
                      <a:pt x="110" y="48"/>
                    </a:cubicBezTo>
                    <a:cubicBezTo>
                      <a:pt x="110" y="48"/>
                      <a:pt x="48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45" name="Oval 23">
                <a:extLst>
                  <a:ext uri="{FF2B5EF4-FFF2-40B4-BE49-F238E27FC236}">
                    <a16:creationId xmlns:a16="http://schemas.microsoft.com/office/drawing/2014/main" id="{F16659A0-7EA9-468F-9EEC-6148C6A70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1191"/>
                <a:ext cx="34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46" name="Freeform 24">
                <a:extLst>
                  <a:ext uri="{FF2B5EF4-FFF2-40B4-BE49-F238E27FC236}">
                    <a16:creationId xmlns:a16="http://schemas.microsoft.com/office/drawing/2014/main" id="{54E1D2B3-F472-4A77-9500-13EFFC75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149"/>
                <a:ext cx="121" cy="115"/>
              </a:xfrm>
              <a:custGeom>
                <a:avLst/>
                <a:gdLst>
                  <a:gd name="T0" fmla="*/ 0 w 100"/>
                  <a:gd name="T1" fmla="*/ 85 h 95"/>
                  <a:gd name="T2" fmla="*/ 177 w 100"/>
                  <a:gd name="T3" fmla="*/ 85 h 95"/>
                  <a:gd name="T4" fmla="*/ 0 w 100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95">
                    <a:moveTo>
                      <a:pt x="0" y="48"/>
                    </a:moveTo>
                    <a:cubicBezTo>
                      <a:pt x="0" y="48"/>
                      <a:pt x="46" y="0"/>
                      <a:pt x="100" y="48"/>
                    </a:cubicBezTo>
                    <a:cubicBezTo>
                      <a:pt x="100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47" name="Oval 25">
                <a:extLst>
                  <a:ext uri="{FF2B5EF4-FFF2-40B4-BE49-F238E27FC236}">
                    <a16:creationId xmlns:a16="http://schemas.microsoft.com/office/drawing/2014/main" id="{5A65ADB5-2B39-41CB-B9CA-C0D6C6CF1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196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48" name="Freeform 26">
                <a:extLst>
                  <a:ext uri="{FF2B5EF4-FFF2-40B4-BE49-F238E27FC236}">
                    <a16:creationId xmlns:a16="http://schemas.microsoft.com/office/drawing/2014/main" id="{6F3DFCC2-AA34-4DCD-85E7-D9BF25AB9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1727"/>
                <a:ext cx="89" cy="114"/>
              </a:xfrm>
              <a:custGeom>
                <a:avLst/>
                <a:gdLst>
                  <a:gd name="T0" fmla="*/ 0 w 74"/>
                  <a:gd name="T1" fmla="*/ 69 h 94"/>
                  <a:gd name="T2" fmla="*/ 129 w 74"/>
                  <a:gd name="T3" fmla="*/ 69 h 94"/>
                  <a:gd name="T4" fmla="*/ 0 w 74"/>
                  <a:gd name="T5" fmla="*/ 69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94">
                    <a:moveTo>
                      <a:pt x="0" y="39"/>
                    </a:moveTo>
                    <a:cubicBezTo>
                      <a:pt x="0" y="39"/>
                      <a:pt x="40" y="0"/>
                      <a:pt x="74" y="39"/>
                    </a:cubicBezTo>
                    <a:cubicBezTo>
                      <a:pt x="74" y="39"/>
                      <a:pt x="36" y="94"/>
                      <a:pt x="0" y="3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49" name="Oval 27">
                <a:extLst>
                  <a:ext uri="{FF2B5EF4-FFF2-40B4-BE49-F238E27FC236}">
                    <a16:creationId xmlns:a16="http://schemas.microsoft.com/office/drawing/2014/main" id="{68C349E7-0D8D-4401-95C8-486D05C84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766"/>
                <a:ext cx="34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50" name="Freeform 28">
                <a:extLst>
                  <a:ext uri="{FF2B5EF4-FFF2-40B4-BE49-F238E27FC236}">
                    <a16:creationId xmlns:a16="http://schemas.microsoft.com/office/drawing/2014/main" id="{631248F9-8BB7-4E10-A36C-F30AB8890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716"/>
                <a:ext cx="127" cy="115"/>
              </a:xfrm>
              <a:custGeom>
                <a:avLst/>
                <a:gdLst>
                  <a:gd name="T0" fmla="*/ 0 w 106"/>
                  <a:gd name="T1" fmla="*/ 85 h 95"/>
                  <a:gd name="T2" fmla="*/ 182 w 106"/>
                  <a:gd name="T3" fmla="*/ 85 h 95"/>
                  <a:gd name="T4" fmla="*/ 0 w 106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95">
                    <a:moveTo>
                      <a:pt x="0" y="48"/>
                    </a:moveTo>
                    <a:cubicBezTo>
                      <a:pt x="0" y="48"/>
                      <a:pt x="52" y="0"/>
                      <a:pt x="106" y="48"/>
                    </a:cubicBezTo>
                    <a:cubicBezTo>
                      <a:pt x="106" y="48"/>
                      <a:pt x="48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51" name="Oval 29">
                <a:extLst>
                  <a:ext uri="{FF2B5EF4-FFF2-40B4-BE49-F238E27FC236}">
                    <a16:creationId xmlns:a16="http://schemas.microsoft.com/office/drawing/2014/main" id="{B8C51A32-DD2D-4CFB-B9AE-ADF37E91E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2" y="1766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52" name="Freeform 30">
                <a:extLst>
                  <a:ext uri="{FF2B5EF4-FFF2-40B4-BE49-F238E27FC236}">
                    <a16:creationId xmlns:a16="http://schemas.microsoft.com/office/drawing/2014/main" id="{FA290CE2-5516-4D0B-9CDD-7782655AF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716"/>
                <a:ext cx="146" cy="115"/>
              </a:xfrm>
              <a:custGeom>
                <a:avLst/>
                <a:gdLst>
                  <a:gd name="T0" fmla="*/ 0 w 121"/>
                  <a:gd name="T1" fmla="*/ 85 h 95"/>
                  <a:gd name="T2" fmla="*/ 212 w 121"/>
                  <a:gd name="T3" fmla="*/ 85 h 95"/>
                  <a:gd name="T4" fmla="*/ 0 w 121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95">
                    <a:moveTo>
                      <a:pt x="0" y="48"/>
                    </a:moveTo>
                    <a:cubicBezTo>
                      <a:pt x="0" y="48"/>
                      <a:pt x="66" y="0"/>
                      <a:pt x="121" y="48"/>
                    </a:cubicBezTo>
                    <a:cubicBezTo>
                      <a:pt x="121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53" name="Oval 31">
                <a:extLst>
                  <a:ext uri="{FF2B5EF4-FFF2-40B4-BE49-F238E27FC236}">
                    <a16:creationId xmlns:a16="http://schemas.microsoft.com/office/drawing/2014/main" id="{E6D0F313-32D0-4C27-BE61-F9A050307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7" y="1765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54" name="Freeform 32">
                <a:extLst>
                  <a:ext uri="{FF2B5EF4-FFF2-40B4-BE49-F238E27FC236}">
                    <a16:creationId xmlns:a16="http://schemas.microsoft.com/office/drawing/2014/main" id="{485E04D0-337C-4714-96BE-BA7271BA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716"/>
                <a:ext cx="108" cy="115"/>
              </a:xfrm>
              <a:custGeom>
                <a:avLst/>
                <a:gdLst>
                  <a:gd name="T0" fmla="*/ 0 w 90"/>
                  <a:gd name="T1" fmla="*/ 85 h 95"/>
                  <a:gd name="T2" fmla="*/ 156 w 90"/>
                  <a:gd name="T3" fmla="*/ 85 h 95"/>
                  <a:gd name="T4" fmla="*/ 0 w 90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95">
                    <a:moveTo>
                      <a:pt x="0" y="48"/>
                    </a:moveTo>
                    <a:cubicBezTo>
                      <a:pt x="0" y="48"/>
                      <a:pt x="36" y="0"/>
                      <a:pt x="90" y="48"/>
                    </a:cubicBezTo>
                    <a:cubicBezTo>
                      <a:pt x="90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55" name="Oval 33">
                <a:extLst>
                  <a:ext uri="{FF2B5EF4-FFF2-40B4-BE49-F238E27FC236}">
                    <a16:creationId xmlns:a16="http://schemas.microsoft.com/office/drawing/2014/main" id="{6BC17A55-9926-4B3D-9E4E-2598C27D8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6" y="1756"/>
                <a:ext cx="34" cy="17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56" name="Freeform 34">
                <a:extLst>
                  <a:ext uri="{FF2B5EF4-FFF2-40B4-BE49-F238E27FC236}">
                    <a16:creationId xmlns:a16="http://schemas.microsoft.com/office/drawing/2014/main" id="{B0F50D31-E7EA-4B70-8E6A-61F8969AE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693"/>
                <a:ext cx="122" cy="139"/>
              </a:xfrm>
              <a:custGeom>
                <a:avLst/>
                <a:gdLst>
                  <a:gd name="T0" fmla="*/ 0 w 101"/>
                  <a:gd name="T1" fmla="*/ 118 h 115"/>
                  <a:gd name="T2" fmla="*/ 178 w 101"/>
                  <a:gd name="T3" fmla="*/ 118 h 115"/>
                  <a:gd name="T4" fmla="*/ 0 w 101"/>
                  <a:gd name="T5" fmla="*/ 118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115">
                    <a:moveTo>
                      <a:pt x="0" y="67"/>
                    </a:moveTo>
                    <a:cubicBezTo>
                      <a:pt x="0" y="67"/>
                      <a:pt x="39" y="0"/>
                      <a:pt x="101" y="67"/>
                    </a:cubicBezTo>
                    <a:cubicBezTo>
                      <a:pt x="101" y="67"/>
                      <a:pt x="49" y="115"/>
                      <a:pt x="0" y="6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57" name="Oval 35">
                <a:extLst>
                  <a:ext uri="{FF2B5EF4-FFF2-40B4-BE49-F238E27FC236}">
                    <a16:creationId xmlns:a16="http://schemas.microsoft.com/office/drawing/2014/main" id="{4BD190DD-7BE1-45D5-9137-716B85142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1766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58" name="Freeform 36">
                <a:extLst>
                  <a:ext uri="{FF2B5EF4-FFF2-40B4-BE49-F238E27FC236}">
                    <a16:creationId xmlns:a16="http://schemas.microsoft.com/office/drawing/2014/main" id="{5A05E225-634A-49F8-9B80-5D141E073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716"/>
                <a:ext cx="132" cy="104"/>
              </a:xfrm>
              <a:custGeom>
                <a:avLst/>
                <a:gdLst>
                  <a:gd name="T0" fmla="*/ 0 w 110"/>
                  <a:gd name="T1" fmla="*/ 85 h 86"/>
                  <a:gd name="T2" fmla="*/ 190 w 110"/>
                  <a:gd name="T3" fmla="*/ 85 h 86"/>
                  <a:gd name="T4" fmla="*/ 0 w 110"/>
                  <a:gd name="T5" fmla="*/ 85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86">
                    <a:moveTo>
                      <a:pt x="0" y="48"/>
                    </a:moveTo>
                    <a:cubicBezTo>
                      <a:pt x="0" y="48"/>
                      <a:pt x="56" y="0"/>
                      <a:pt x="110" y="48"/>
                    </a:cubicBezTo>
                    <a:cubicBezTo>
                      <a:pt x="110" y="48"/>
                      <a:pt x="52" y="86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59" name="Oval 37">
                <a:extLst>
                  <a:ext uri="{FF2B5EF4-FFF2-40B4-BE49-F238E27FC236}">
                    <a16:creationId xmlns:a16="http://schemas.microsoft.com/office/drawing/2014/main" id="{74077EDB-6FF0-4E40-B068-3DB9F3C05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7" y="1763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60" name="Freeform 38">
                <a:extLst>
                  <a:ext uri="{FF2B5EF4-FFF2-40B4-BE49-F238E27FC236}">
                    <a16:creationId xmlns:a16="http://schemas.microsoft.com/office/drawing/2014/main" id="{48971135-D561-4473-9BA2-58AAB006D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6"/>
                <a:ext cx="121" cy="115"/>
              </a:xfrm>
              <a:custGeom>
                <a:avLst/>
                <a:gdLst>
                  <a:gd name="T0" fmla="*/ 0 w 100"/>
                  <a:gd name="T1" fmla="*/ 85 h 95"/>
                  <a:gd name="T2" fmla="*/ 177 w 100"/>
                  <a:gd name="T3" fmla="*/ 85 h 95"/>
                  <a:gd name="T4" fmla="*/ 0 w 100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95">
                    <a:moveTo>
                      <a:pt x="0" y="48"/>
                    </a:moveTo>
                    <a:cubicBezTo>
                      <a:pt x="0" y="48"/>
                      <a:pt x="46" y="0"/>
                      <a:pt x="100" y="48"/>
                    </a:cubicBezTo>
                    <a:cubicBezTo>
                      <a:pt x="100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61" name="Oval 39">
                <a:extLst>
                  <a:ext uri="{FF2B5EF4-FFF2-40B4-BE49-F238E27FC236}">
                    <a16:creationId xmlns:a16="http://schemas.microsoft.com/office/drawing/2014/main" id="{630DB7B5-113E-4639-894C-B1BE18096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66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62" name="Freeform 40">
                <a:extLst>
                  <a:ext uri="{FF2B5EF4-FFF2-40B4-BE49-F238E27FC236}">
                    <a16:creationId xmlns:a16="http://schemas.microsoft.com/office/drawing/2014/main" id="{1719152B-6891-4A4C-A2B6-33A0CA9EA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700"/>
                <a:ext cx="113" cy="107"/>
              </a:xfrm>
              <a:custGeom>
                <a:avLst/>
                <a:gdLst>
                  <a:gd name="T0" fmla="*/ 0 w 94"/>
                  <a:gd name="T1" fmla="*/ 109 h 88"/>
                  <a:gd name="T2" fmla="*/ 163 w 94"/>
                  <a:gd name="T3" fmla="*/ 44 h 88"/>
                  <a:gd name="T4" fmla="*/ 0 w 94"/>
                  <a:gd name="T5" fmla="*/ 109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88">
                    <a:moveTo>
                      <a:pt x="0" y="61"/>
                    </a:moveTo>
                    <a:cubicBezTo>
                      <a:pt x="0" y="61"/>
                      <a:pt x="26" y="0"/>
                      <a:pt x="94" y="25"/>
                    </a:cubicBezTo>
                    <a:cubicBezTo>
                      <a:pt x="94" y="25"/>
                      <a:pt x="63" y="88"/>
                      <a:pt x="0" y="61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63" name="Freeform 41">
                <a:extLst>
                  <a:ext uri="{FF2B5EF4-FFF2-40B4-BE49-F238E27FC236}">
                    <a16:creationId xmlns:a16="http://schemas.microsoft.com/office/drawing/2014/main" id="{EDD73FB9-1114-40A3-AE97-5E3C4F1D6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1742"/>
                <a:ext cx="36" cy="24"/>
              </a:xfrm>
              <a:custGeom>
                <a:avLst/>
                <a:gdLst>
                  <a:gd name="T0" fmla="*/ 50 w 30"/>
                  <a:gd name="T1" fmla="*/ 8 h 20"/>
                  <a:gd name="T2" fmla="*/ 31 w 30"/>
                  <a:gd name="T3" fmla="*/ 29 h 20"/>
                  <a:gd name="T4" fmla="*/ 2 w 30"/>
                  <a:gd name="T5" fmla="*/ 26 h 20"/>
                  <a:gd name="T6" fmla="*/ 20 w 30"/>
                  <a:gd name="T7" fmla="*/ 6 h 20"/>
                  <a:gd name="T8" fmla="*/ 50 w 30"/>
                  <a:gd name="T9" fmla="*/ 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29" y="5"/>
                    </a:moveTo>
                    <a:cubicBezTo>
                      <a:pt x="30" y="9"/>
                      <a:pt x="25" y="14"/>
                      <a:pt x="18" y="17"/>
                    </a:cubicBezTo>
                    <a:cubicBezTo>
                      <a:pt x="10" y="20"/>
                      <a:pt x="3" y="19"/>
                      <a:pt x="2" y="15"/>
                    </a:cubicBezTo>
                    <a:cubicBezTo>
                      <a:pt x="0" y="12"/>
                      <a:pt x="5" y="6"/>
                      <a:pt x="12" y="3"/>
                    </a:cubicBezTo>
                    <a:cubicBezTo>
                      <a:pt x="20" y="0"/>
                      <a:pt x="27" y="1"/>
                      <a:pt x="29" y="5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64" name="Freeform 42">
                <a:extLst>
                  <a:ext uri="{FF2B5EF4-FFF2-40B4-BE49-F238E27FC236}">
                    <a16:creationId xmlns:a16="http://schemas.microsoft.com/office/drawing/2014/main" id="{CFC35C76-AEF4-4982-809C-716635654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634"/>
                <a:ext cx="85" cy="97"/>
              </a:xfrm>
              <a:custGeom>
                <a:avLst/>
                <a:gdLst>
                  <a:gd name="T0" fmla="*/ 19 w 71"/>
                  <a:gd name="T1" fmla="*/ 143 h 80"/>
                  <a:gd name="T2" fmla="*/ 122 w 71"/>
                  <a:gd name="T3" fmla="*/ 0 h 80"/>
                  <a:gd name="T4" fmla="*/ 19 w 71"/>
                  <a:gd name="T5" fmla="*/ 143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80">
                    <a:moveTo>
                      <a:pt x="11" y="80"/>
                    </a:moveTo>
                    <a:cubicBezTo>
                      <a:pt x="11" y="80"/>
                      <a:pt x="0" y="7"/>
                      <a:pt x="71" y="0"/>
                    </a:cubicBezTo>
                    <a:cubicBezTo>
                      <a:pt x="71" y="0"/>
                      <a:pt x="69" y="70"/>
                      <a:pt x="11" y="80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65" name="Freeform 43">
                <a:extLst>
                  <a:ext uri="{FF2B5EF4-FFF2-40B4-BE49-F238E27FC236}">
                    <a16:creationId xmlns:a16="http://schemas.microsoft.com/office/drawing/2014/main" id="{A1E9E284-BF3E-45D5-8991-AB8754577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1669"/>
                <a:ext cx="26" cy="31"/>
              </a:xfrm>
              <a:custGeom>
                <a:avLst/>
                <a:gdLst>
                  <a:gd name="T0" fmla="*/ 31 w 22"/>
                  <a:gd name="T1" fmla="*/ 2 h 26"/>
                  <a:gd name="T2" fmla="*/ 28 w 22"/>
                  <a:gd name="T3" fmla="*/ 29 h 26"/>
                  <a:gd name="T4" fmla="*/ 6 w 22"/>
                  <a:gd name="T5" fmla="*/ 42 h 26"/>
                  <a:gd name="T6" fmla="*/ 9 w 22"/>
                  <a:gd name="T7" fmla="*/ 16 h 26"/>
                  <a:gd name="T8" fmla="*/ 31 w 22"/>
                  <a:gd name="T9" fmla="*/ 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">
                    <a:moveTo>
                      <a:pt x="19" y="2"/>
                    </a:moveTo>
                    <a:cubicBezTo>
                      <a:pt x="22" y="5"/>
                      <a:pt x="21" y="11"/>
                      <a:pt x="17" y="17"/>
                    </a:cubicBezTo>
                    <a:cubicBezTo>
                      <a:pt x="12" y="23"/>
                      <a:pt x="6" y="26"/>
                      <a:pt x="3" y="24"/>
                    </a:cubicBezTo>
                    <a:cubicBezTo>
                      <a:pt x="0" y="22"/>
                      <a:pt x="1" y="15"/>
                      <a:pt x="6" y="9"/>
                    </a:cubicBezTo>
                    <a:cubicBezTo>
                      <a:pt x="10" y="3"/>
                      <a:pt x="16" y="0"/>
                      <a:pt x="19" y="2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66" name="Freeform 44">
                <a:extLst>
                  <a:ext uri="{FF2B5EF4-FFF2-40B4-BE49-F238E27FC236}">
                    <a16:creationId xmlns:a16="http://schemas.microsoft.com/office/drawing/2014/main" id="{99B5B720-0B9F-4B8A-918E-46F19B45A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538"/>
                <a:ext cx="76" cy="96"/>
              </a:xfrm>
              <a:custGeom>
                <a:avLst/>
                <a:gdLst>
                  <a:gd name="T0" fmla="*/ 42 w 63"/>
                  <a:gd name="T1" fmla="*/ 142 h 79"/>
                  <a:gd name="T2" fmla="*/ 78 w 63"/>
                  <a:gd name="T3" fmla="*/ 0 h 79"/>
                  <a:gd name="T4" fmla="*/ 42 w 63"/>
                  <a:gd name="T5" fmla="*/ 142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79">
                    <a:moveTo>
                      <a:pt x="24" y="79"/>
                    </a:moveTo>
                    <a:cubicBezTo>
                      <a:pt x="24" y="79"/>
                      <a:pt x="0" y="31"/>
                      <a:pt x="45" y="0"/>
                    </a:cubicBezTo>
                    <a:cubicBezTo>
                      <a:pt x="63" y="35"/>
                      <a:pt x="28" y="76"/>
                      <a:pt x="24" y="79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67" name="Freeform 45">
                <a:extLst>
                  <a:ext uri="{FF2B5EF4-FFF2-40B4-BE49-F238E27FC236}">
                    <a16:creationId xmlns:a16="http://schemas.microsoft.com/office/drawing/2014/main" id="{BA3A549E-C48E-4E92-9CEC-875288F17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577"/>
                <a:ext cx="20" cy="33"/>
              </a:xfrm>
              <a:custGeom>
                <a:avLst/>
                <a:gdLst>
                  <a:gd name="T0" fmla="*/ 19 w 17"/>
                  <a:gd name="T1" fmla="*/ 1 h 27"/>
                  <a:gd name="T2" fmla="*/ 25 w 17"/>
                  <a:gd name="T3" fmla="*/ 27 h 27"/>
                  <a:gd name="T4" fmla="*/ 8 w 17"/>
                  <a:gd name="T5" fmla="*/ 48 h 27"/>
                  <a:gd name="T6" fmla="*/ 2 w 17"/>
                  <a:gd name="T7" fmla="*/ 22 h 27"/>
                  <a:gd name="T8" fmla="*/ 19 w 17"/>
                  <a:gd name="T9" fmla="*/ 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12" y="1"/>
                    </a:moveTo>
                    <a:cubicBezTo>
                      <a:pt x="15" y="2"/>
                      <a:pt x="17" y="9"/>
                      <a:pt x="15" y="15"/>
                    </a:cubicBezTo>
                    <a:cubicBezTo>
                      <a:pt x="13" y="22"/>
                      <a:pt x="8" y="27"/>
                      <a:pt x="5" y="26"/>
                    </a:cubicBezTo>
                    <a:cubicBezTo>
                      <a:pt x="1" y="25"/>
                      <a:pt x="0" y="19"/>
                      <a:pt x="2" y="12"/>
                    </a:cubicBezTo>
                    <a:cubicBezTo>
                      <a:pt x="4" y="5"/>
                      <a:pt x="8" y="0"/>
                      <a:pt x="12" y="1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68" name="Freeform 46">
                <a:extLst>
                  <a:ext uri="{FF2B5EF4-FFF2-40B4-BE49-F238E27FC236}">
                    <a16:creationId xmlns:a16="http://schemas.microsoft.com/office/drawing/2014/main" id="{34F1EE44-003B-47AD-92E1-F227D12D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416"/>
                <a:ext cx="98" cy="122"/>
              </a:xfrm>
              <a:custGeom>
                <a:avLst/>
                <a:gdLst>
                  <a:gd name="T0" fmla="*/ 69 w 81"/>
                  <a:gd name="T1" fmla="*/ 178 h 101"/>
                  <a:gd name="T2" fmla="*/ 60 w 81"/>
                  <a:gd name="T3" fmla="*/ 0 h 101"/>
                  <a:gd name="T4" fmla="*/ 69 w 81"/>
                  <a:gd name="T5" fmla="*/ 178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01">
                    <a:moveTo>
                      <a:pt x="39" y="101"/>
                    </a:moveTo>
                    <a:cubicBezTo>
                      <a:pt x="39" y="101"/>
                      <a:pt x="0" y="40"/>
                      <a:pt x="34" y="0"/>
                    </a:cubicBezTo>
                    <a:cubicBezTo>
                      <a:pt x="34" y="0"/>
                      <a:pt x="81" y="56"/>
                      <a:pt x="39" y="101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69" name="Oval 47">
                <a:extLst>
                  <a:ext uri="{FF2B5EF4-FFF2-40B4-BE49-F238E27FC236}">
                    <a16:creationId xmlns:a16="http://schemas.microsoft.com/office/drawing/2014/main" id="{E3ED5FAE-CE26-4C6B-BBD4-30DBB34D9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1471"/>
                <a:ext cx="15" cy="30"/>
              </a:xfrm>
              <a:prstGeom prst="ellipse">
                <a:avLst/>
              </a:pr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570" name="Freeform 48">
                <a:extLst>
                  <a:ext uri="{FF2B5EF4-FFF2-40B4-BE49-F238E27FC236}">
                    <a16:creationId xmlns:a16="http://schemas.microsoft.com/office/drawing/2014/main" id="{8F7EBD90-390C-4159-8078-B24B6F6BC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336"/>
                <a:ext cx="81" cy="80"/>
              </a:xfrm>
              <a:custGeom>
                <a:avLst/>
                <a:gdLst>
                  <a:gd name="T0" fmla="*/ 77 w 67"/>
                  <a:gd name="T1" fmla="*/ 118 h 66"/>
                  <a:gd name="T2" fmla="*/ 41 w 67"/>
                  <a:gd name="T3" fmla="*/ 0 h 66"/>
                  <a:gd name="T4" fmla="*/ 77 w 67"/>
                  <a:gd name="T5" fmla="*/ 118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6">
                    <a:moveTo>
                      <a:pt x="44" y="66"/>
                    </a:moveTo>
                    <a:cubicBezTo>
                      <a:pt x="44" y="66"/>
                      <a:pt x="0" y="57"/>
                      <a:pt x="23" y="0"/>
                    </a:cubicBezTo>
                    <a:cubicBezTo>
                      <a:pt x="23" y="0"/>
                      <a:pt x="67" y="7"/>
                      <a:pt x="44" y="66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71" name="Freeform 49">
                <a:extLst>
                  <a:ext uri="{FF2B5EF4-FFF2-40B4-BE49-F238E27FC236}">
                    <a16:creationId xmlns:a16="http://schemas.microsoft.com/office/drawing/2014/main" id="{C8D10A30-D0F0-4B66-B675-8B397B14A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368"/>
                <a:ext cx="18" cy="30"/>
              </a:xfrm>
              <a:custGeom>
                <a:avLst/>
                <a:gdLst>
                  <a:gd name="T0" fmla="*/ 7 w 15"/>
                  <a:gd name="T1" fmla="*/ 1 h 25"/>
                  <a:gd name="T2" fmla="*/ 23 w 15"/>
                  <a:gd name="T3" fmla="*/ 20 h 25"/>
                  <a:gd name="T4" fmla="*/ 17 w 15"/>
                  <a:gd name="T5" fmla="*/ 43 h 25"/>
                  <a:gd name="T6" fmla="*/ 1 w 15"/>
                  <a:gd name="T7" fmla="*/ 24 h 25"/>
                  <a:gd name="T8" fmla="*/ 7 w 15"/>
                  <a:gd name="T9" fmla="*/ 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4" y="1"/>
                    </a:moveTo>
                    <a:cubicBezTo>
                      <a:pt x="8" y="0"/>
                      <a:pt x="12" y="5"/>
                      <a:pt x="13" y="12"/>
                    </a:cubicBezTo>
                    <a:cubicBezTo>
                      <a:pt x="15" y="18"/>
                      <a:pt x="13" y="24"/>
                      <a:pt x="10" y="25"/>
                    </a:cubicBezTo>
                    <a:cubicBezTo>
                      <a:pt x="7" y="25"/>
                      <a:pt x="3" y="21"/>
                      <a:pt x="1" y="14"/>
                    </a:cubicBezTo>
                    <a:cubicBezTo>
                      <a:pt x="0" y="8"/>
                      <a:pt x="1" y="2"/>
                      <a:pt x="4" y="1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72" name="Freeform 50">
                <a:extLst>
                  <a:ext uri="{FF2B5EF4-FFF2-40B4-BE49-F238E27FC236}">
                    <a16:creationId xmlns:a16="http://schemas.microsoft.com/office/drawing/2014/main" id="{0BADCA81-0BEA-4643-9C8C-F49204007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261"/>
                <a:ext cx="79" cy="90"/>
              </a:xfrm>
              <a:custGeom>
                <a:avLst/>
                <a:gdLst>
                  <a:gd name="T0" fmla="*/ 104 w 66"/>
                  <a:gd name="T1" fmla="*/ 111 h 74"/>
                  <a:gd name="T2" fmla="*/ 31 w 66"/>
                  <a:gd name="T3" fmla="*/ 0 h 74"/>
                  <a:gd name="T4" fmla="*/ 104 w 66"/>
                  <a:gd name="T5" fmla="*/ 111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74">
                    <a:moveTo>
                      <a:pt x="61" y="62"/>
                    </a:moveTo>
                    <a:cubicBezTo>
                      <a:pt x="61" y="62"/>
                      <a:pt x="0" y="74"/>
                      <a:pt x="18" y="0"/>
                    </a:cubicBezTo>
                    <a:cubicBezTo>
                      <a:pt x="18" y="0"/>
                      <a:pt x="66" y="4"/>
                      <a:pt x="61" y="62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73" name="Freeform 51">
                <a:extLst>
                  <a:ext uri="{FF2B5EF4-FFF2-40B4-BE49-F238E27FC236}">
                    <a16:creationId xmlns:a16="http://schemas.microsoft.com/office/drawing/2014/main" id="{19CF16E4-7179-4EAA-BAA1-87E23F194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283"/>
                <a:ext cx="28" cy="28"/>
              </a:xfrm>
              <a:custGeom>
                <a:avLst/>
                <a:gdLst>
                  <a:gd name="T0" fmla="*/ 6 w 23"/>
                  <a:gd name="T1" fmla="*/ 2 h 23"/>
                  <a:gd name="T2" fmla="*/ 28 w 23"/>
                  <a:gd name="T3" fmla="*/ 13 h 23"/>
                  <a:gd name="T4" fmla="*/ 35 w 23"/>
                  <a:gd name="T5" fmla="*/ 35 h 23"/>
                  <a:gd name="T6" fmla="*/ 13 w 23"/>
                  <a:gd name="T7" fmla="*/ 28 h 23"/>
                  <a:gd name="T8" fmla="*/ 6 w 23"/>
                  <a:gd name="T9" fmla="*/ 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3" y="2"/>
                    </a:moveTo>
                    <a:cubicBezTo>
                      <a:pt x="5" y="0"/>
                      <a:pt x="11" y="2"/>
                      <a:pt x="16" y="7"/>
                    </a:cubicBezTo>
                    <a:cubicBezTo>
                      <a:pt x="21" y="12"/>
                      <a:pt x="23" y="18"/>
                      <a:pt x="20" y="20"/>
                    </a:cubicBezTo>
                    <a:cubicBezTo>
                      <a:pt x="18" y="23"/>
                      <a:pt x="12" y="21"/>
                      <a:pt x="7" y="16"/>
                    </a:cubicBezTo>
                    <a:cubicBezTo>
                      <a:pt x="2" y="11"/>
                      <a:pt x="0" y="5"/>
                      <a:pt x="3" y="2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74" name="Freeform 52">
                <a:extLst>
                  <a:ext uri="{FF2B5EF4-FFF2-40B4-BE49-F238E27FC236}">
                    <a16:creationId xmlns:a16="http://schemas.microsoft.com/office/drawing/2014/main" id="{26E75AE9-1BD7-4444-8CD5-AC755D317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171"/>
                <a:ext cx="127" cy="107"/>
              </a:xfrm>
              <a:custGeom>
                <a:avLst/>
                <a:gdLst>
                  <a:gd name="T0" fmla="*/ 182 w 106"/>
                  <a:gd name="T1" fmla="*/ 130 h 89"/>
                  <a:gd name="T2" fmla="*/ 0 w 106"/>
                  <a:gd name="T3" fmla="*/ 52 h 89"/>
                  <a:gd name="T4" fmla="*/ 182 w 106"/>
                  <a:gd name="T5" fmla="*/ 13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89">
                    <a:moveTo>
                      <a:pt x="106" y="75"/>
                    </a:moveTo>
                    <a:cubicBezTo>
                      <a:pt x="106" y="75"/>
                      <a:pt x="31" y="89"/>
                      <a:pt x="0" y="30"/>
                    </a:cubicBezTo>
                    <a:cubicBezTo>
                      <a:pt x="0" y="30"/>
                      <a:pt x="66" y="0"/>
                      <a:pt x="106" y="75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75" name="Freeform 53">
                <a:extLst>
                  <a:ext uri="{FF2B5EF4-FFF2-40B4-BE49-F238E27FC236}">
                    <a16:creationId xmlns:a16="http://schemas.microsoft.com/office/drawing/2014/main" id="{ECA86E0C-8BC9-4B33-955F-BA857A57B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212"/>
                <a:ext cx="36" cy="24"/>
              </a:xfrm>
              <a:custGeom>
                <a:avLst/>
                <a:gdLst>
                  <a:gd name="T0" fmla="*/ 2 w 30"/>
                  <a:gd name="T1" fmla="*/ 6 h 20"/>
                  <a:gd name="T2" fmla="*/ 34 w 30"/>
                  <a:gd name="T3" fmla="*/ 7 h 20"/>
                  <a:gd name="T4" fmla="*/ 49 w 30"/>
                  <a:gd name="T5" fmla="*/ 29 h 20"/>
                  <a:gd name="T6" fmla="*/ 20 w 30"/>
                  <a:gd name="T7" fmla="*/ 29 h 20"/>
                  <a:gd name="T8" fmla="*/ 2 w 30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2" y="3"/>
                    </a:moveTo>
                    <a:cubicBezTo>
                      <a:pt x="4" y="0"/>
                      <a:pt x="11" y="0"/>
                      <a:pt x="19" y="4"/>
                    </a:cubicBezTo>
                    <a:cubicBezTo>
                      <a:pt x="26" y="7"/>
                      <a:pt x="30" y="13"/>
                      <a:pt x="28" y="17"/>
                    </a:cubicBezTo>
                    <a:cubicBezTo>
                      <a:pt x="26" y="20"/>
                      <a:pt x="19" y="20"/>
                      <a:pt x="12" y="17"/>
                    </a:cubicBezTo>
                    <a:cubicBezTo>
                      <a:pt x="5" y="13"/>
                      <a:pt x="0" y="7"/>
                      <a:pt x="2" y="3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76" name="Line 54">
                <a:extLst>
                  <a:ext uri="{FF2B5EF4-FFF2-40B4-BE49-F238E27FC236}">
                    <a16:creationId xmlns:a16="http://schemas.microsoft.com/office/drawing/2014/main" id="{D6FFA928-7DF5-41EF-BEC0-8C4D145B4F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45" y="1013"/>
                <a:ext cx="1" cy="19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77" name="Line 55">
                <a:extLst>
                  <a:ext uri="{FF2B5EF4-FFF2-40B4-BE49-F238E27FC236}">
                    <a16:creationId xmlns:a16="http://schemas.microsoft.com/office/drawing/2014/main" id="{943A168B-3BAA-4BD1-BDA8-B7081952A8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45" y="1164"/>
                <a:ext cx="1" cy="43"/>
              </a:xfrm>
              <a:prstGeom prst="lin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78" name="Freeform 56">
                <a:extLst>
                  <a:ext uri="{FF2B5EF4-FFF2-40B4-BE49-F238E27FC236}">
                    <a16:creationId xmlns:a16="http://schemas.microsoft.com/office/drawing/2014/main" id="{25A7F87B-BCD2-41D5-8D2D-35E711763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1204"/>
                <a:ext cx="81" cy="33"/>
              </a:xfrm>
              <a:custGeom>
                <a:avLst/>
                <a:gdLst>
                  <a:gd name="T0" fmla="*/ 0 w 67"/>
                  <a:gd name="T1" fmla="*/ 0 h 27"/>
                  <a:gd name="T2" fmla="*/ 118 w 67"/>
                  <a:gd name="T3" fmla="*/ 27 h 27"/>
                  <a:gd name="T4" fmla="*/ 0 w 67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7">
                    <a:moveTo>
                      <a:pt x="0" y="0"/>
                    </a:moveTo>
                    <a:cubicBezTo>
                      <a:pt x="0" y="0"/>
                      <a:pt x="28" y="27"/>
                      <a:pt x="67" y="15"/>
                    </a:cubicBezTo>
                    <a:cubicBezTo>
                      <a:pt x="67" y="15"/>
                      <a:pt x="34" y="1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79" name="Freeform 57">
                <a:extLst>
                  <a:ext uri="{FF2B5EF4-FFF2-40B4-BE49-F238E27FC236}">
                    <a16:creationId xmlns:a16="http://schemas.microsoft.com/office/drawing/2014/main" id="{9F307CB1-FB0C-4303-9AB7-BA1FC816F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207"/>
                <a:ext cx="47" cy="22"/>
              </a:xfrm>
              <a:custGeom>
                <a:avLst/>
                <a:gdLst>
                  <a:gd name="T0" fmla="*/ 0 w 39"/>
                  <a:gd name="T1" fmla="*/ 0 h 18"/>
                  <a:gd name="T2" fmla="*/ 69 w 39"/>
                  <a:gd name="T3" fmla="*/ 32 h 18"/>
                  <a:gd name="T4" fmla="*/ 0 w 3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">
                    <a:moveTo>
                      <a:pt x="0" y="0"/>
                    </a:moveTo>
                    <a:cubicBezTo>
                      <a:pt x="0" y="0"/>
                      <a:pt x="11" y="18"/>
                      <a:pt x="39" y="17"/>
                    </a:cubicBezTo>
                    <a:cubicBezTo>
                      <a:pt x="39" y="17"/>
                      <a:pt x="3" y="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80" name="Freeform 58">
                <a:extLst>
                  <a:ext uri="{FF2B5EF4-FFF2-40B4-BE49-F238E27FC236}">
                    <a16:creationId xmlns:a16="http://schemas.microsoft.com/office/drawing/2014/main" id="{95E3D433-769D-440A-8978-ED74DB2CC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204"/>
                <a:ext cx="38" cy="22"/>
              </a:xfrm>
              <a:custGeom>
                <a:avLst/>
                <a:gdLst>
                  <a:gd name="T0" fmla="*/ 0 w 31"/>
                  <a:gd name="T1" fmla="*/ 0 h 18"/>
                  <a:gd name="T2" fmla="*/ 58 w 31"/>
                  <a:gd name="T3" fmla="*/ 33 h 18"/>
                  <a:gd name="T4" fmla="*/ 0 w 3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8">
                    <a:moveTo>
                      <a:pt x="0" y="0"/>
                    </a:moveTo>
                    <a:cubicBezTo>
                      <a:pt x="0" y="0"/>
                      <a:pt x="15" y="16"/>
                      <a:pt x="31" y="18"/>
                    </a:cubicBezTo>
                    <a:cubicBezTo>
                      <a:pt x="31" y="18"/>
                      <a:pt x="1" y="4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81" name="Freeform 59">
                <a:extLst>
                  <a:ext uri="{FF2B5EF4-FFF2-40B4-BE49-F238E27FC236}">
                    <a16:creationId xmlns:a16="http://schemas.microsoft.com/office/drawing/2014/main" id="{2DBE1920-F71A-4F64-A7BA-366CC9702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1204"/>
                <a:ext cx="58" cy="26"/>
              </a:xfrm>
              <a:custGeom>
                <a:avLst/>
                <a:gdLst>
                  <a:gd name="T0" fmla="*/ 0 w 48"/>
                  <a:gd name="T1" fmla="*/ 0 h 21"/>
                  <a:gd name="T2" fmla="*/ 85 w 48"/>
                  <a:gd name="T3" fmla="*/ 33 h 21"/>
                  <a:gd name="T4" fmla="*/ 0 w 4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1">
                    <a:moveTo>
                      <a:pt x="0" y="0"/>
                    </a:moveTo>
                    <a:cubicBezTo>
                      <a:pt x="0" y="0"/>
                      <a:pt x="22" y="21"/>
                      <a:pt x="48" y="18"/>
                    </a:cubicBezTo>
                    <a:cubicBezTo>
                      <a:pt x="48" y="18"/>
                      <a:pt x="11" y="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82" name="Freeform 60">
                <a:extLst>
                  <a:ext uri="{FF2B5EF4-FFF2-40B4-BE49-F238E27FC236}">
                    <a16:creationId xmlns:a16="http://schemas.microsoft.com/office/drawing/2014/main" id="{0B109DF0-8593-4B73-B3A2-5604CEBE0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206"/>
                <a:ext cx="34" cy="19"/>
              </a:xfrm>
              <a:custGeom>
                <a:avLst/>
                <a:gdLst>
                  <a:gd name="T0" fmla="*/ 0 w 28"/>
                  <a:gd name="T1" fmla="*/ 0 h 16"/>
                  <a:gd name="T2" fmla="*/ 50 w 28"/>
                  <a:gd name="T3" fmla="*/ 27 h 16"/>
                  <a:gd name="T4" fmla="*/ 0 w 2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cubicBezTo>
                      <a:pt x="0" y="0"/>
                      <a:pt x="12" y="14"/>
                      <a:pt x="28" y="16"/>
                    </a:cubicBezTo>
                    <a:cubicBezTo>
                      <a:pt x="28" y="16"/>
                      <a:pt x="2" y="4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83" name="Freeform 61">
                <a:extLst>
                  <a:ext uri="{FF2B5EF4-FFF2-40B4-BE49-F238E27FC236}">
                    <a16:creationId xmlns:a16="http://schemas.microsoft.com/office/drawing/2014/main" id="{E7F2CE25-B8F1-43F9-99B2-1111FEB4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207"/>
                <a:ext cx="72" cy="29"/>
              </a:xfrm>
              <a:custGeom>
                <a:avLst/>
                <a:gdLst>
                  <a:gd name="T0" fmla="*/ 0 w 60"/>
                  <a:gd name="T1" fmla="*/ 0 h 24"/>
                  <a:gd name="T2" fmla="*/ 103 w 60"/>
                  <a:gd name="T3" fmla="*/ 28 h 24"/>
                  <a:gd name="T4" fmla="*/ 0 w 6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4">
                    <a:moveTo>
                      <a:pt x="0" y="0"/>
                    </a:moveTo>
                    <a:cubicBezTo>
                      <a:pt x="0" y="0"/>
                      <a:pt x="26" y="24"/>
                      <a:pt x="60" y="16"/>
                    </a:cubicBezTo>
                    <a:cubicBezTo>
                      <a:pt x="60" y="16"/>
                      <a:pt x="14" y="14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84" name="Freeform 62">
                <a:extLst>
                  <a:ext uri="{FF2B5EF4-FFF2-40B4-BE49-F238E27FC236}">
                    <a16:creationId xmlns:a16="http://schemas.microsoft.com/office/drawing/2014/main" id="{9753A5E1-53AC-4045-9A25-5CA49A4E6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204"/>
                <a:ext cx="62" cy="28"/>
              </a:xfrm>
              <a:custGeom>
                <a:avLst/>
                <a:gdLst>
                  <a:gd name="T0" fmla="*/ 0 w 52"/>
                  <a:gd name="T1" fmla="*/ 0 h 23"/>
                  <a:gd name="T2" fmla="*/ 88 w 52"/>
                  <a:gd name="T3" fmla="*/ 34 h 23"/>
                  <a:gd name="T4" fmla="*/ 0 w 52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3">
                    <a:moveTo>
                      <a:pt x="0" y="0"/>
                    </a:moveTo>
                    <a:cubicBezTo>
                      <a:pt x="0" y="0"/>
                      <a:pt x="16" y="23"/>
                      <a:pt x="52" y="19"/>
                    </a:cubicBezTo>
                    <a:cubicBezTo>
                      <a:pt x="52" y="19"/>
                      <a:pt x="23" y="2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85" name="Freeform 63">
                <a:extLst>
                  <a:ext uri="{FF2B5EF4-FFF2-40B4-BE49-F238E27FC236}">
                    <a16:creationId xmlns:a16="http://schemas.microsoft.com/office/drawing/2014/main" id="{1B22FCD4-EBCF-4C1D-8377-5625D6BF9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1774"/>
                <a:ext cx="40" cy="29"/>
              </a:xfrm>
              <a:custGeom>
                <a:avLst/>
                <a:gdLst>
                  <a:gd name="T0" fmla="*/ 0 w 33"/>
                  <a:gd name="T1" fmla="*/ 0 h 24"/>
                  <a:gd name="T2" fmla="*/ 58 w 33"/>
                  <a:gd name="T3" fmla="*/ 33 h 24"/>
                  <a:gd name="T4" fmla="*/ 0 w 33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4">
                    <a:moveTo>
                      <a:pt x="0" y="0"/>
                    </a:moveTo>
                    <a:cubicBezTo>
                      <a:pt x="0" y="0"/>
                      <a:pt x="9" y="24"/>
                      <a:pt x="33" y="18"/>
                    </a:cubicBezTo>
                    <a:cubicBezTo>
                      <a:pt x="33" y="18"/>
                      <a:pt x="2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86" name="Freeform 64">
                <a:extLst>
                  <a:ext uri="{FF2B5EF4-FFF2-40B4-BE49-F238E27FC236}">
                    <a16:creationId xmlns:a16="http://schemas.microsoft.com/office/drawing/2014/main" id="{275D3E45-6FB3-4ABF-A196-A82E3B6FD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1773"/>
                <a:ext cx="54" cy="24"/>
              </a:xfrm>
              <a:custGeom>
                <a:avLst/>
                <a:gdLst>
                  <a:gd name="T0" fmla="*/ 0 w 45"/>
                  <a:gd name="T1" fmla="*/ 0 h 20"/>
                  <a:gd name="T2" fmla="*/ 78 w 45"/>
                  <a:gd name="T3" fmla="*/ 28 h 20"/>
                  <a:gd name="T4" fmla="*/ 0 w 45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0">
                    <a:moveTo>
                      <a:pt x="0" y="0"/>
                    </a:moveTo>
                    <a:cubicBezTo>
                      <a:pt x="0" y="0"/>
                      <a:pt x="17" y="20"/>
                      <a:pt x="45" y="16"/>
                    </a:cubicBezTo>
                    <a:cubicBezTo>
                      <a:pt x="45" y="16"/>
                      <a:pt x="5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87" name="Freeform 65">
                <a:extLst>
                  <a:ext uri="{FF2B5EF4-FFF2-40B4-BE49-F238E27FC236}">
                    <a16:creationId xmlns:a16="http://schemas.microsoft.com/office/drawing/2014/main" id="{4435AEC9-1041-41CC-BB6C-A4E564E29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1775"/>
                <a:ext cx="58" cy="23"/>
              </a:xfrm>
              <a:custGeom>
                <a:avLst/>
                <a:gdLst>
                  <a:gd name="T0" fmla="*/ 0 w 48"/>
                  <a:gd name="T1" fmla="*/ 0 h 19"/>
                  <a:gd name="T2" fmla="*/ 85 w 48"/>
                  <a:gd name="T3" fmla="*/ 27 h 19"/>
                  <a:gd name="T4" fmla="*/ 0 w 48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9">
                    <a:moveTo>
                      <a:pt x="0" y="0"/>
                    </a:moveTo>
                    <a:cubicBezTo>
                      <a:pt x="0" y="0"/>
                      <a:pt x="17" y="19"/>
                      <a:pt x="48" y="15"/>
                    </a:cubicBezTo>
                    <a:cubicBezTo>
                      <a:pt x="48" y="15"/>
                      <a:pt x="9" y="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88" name="Freeform 66">
                <a:extLst>
                  <a:ext uri="{FF2B5EF4-FFF2-40B4-BE49-F238E27FC236}">
                    <a16:creationId xmlns:a16="http://schemas.microsoft.com/office/drawing/2014/main" id="{B4090B7E-C5E6-450D-B628-C8499F3FB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773"/>
                <a:ext cx="65" cy="33"/>
              </a:xfrm>
              <a:custGeom>
                <a:avLst/>
                <a:gdLst>
                  <a:gd name="T0" fmla="*/ 0 w 54"/>
                  <a:gd name="T1" fmla="*/ 0 h 27"/>
                  <a:gd name="T2" fmla="*/ 94 w 54"/>
                  <a:gd name="T3" fmla="*/ 32 h 27"/>
                  <a:gd name="T4" fmla="*/ 0 w 5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7">
                    <a:moveTo>
                      <a:pt x="0" y="0"/>
                    </a:moveTo>
                    <a:cubicBezTo>
                      <a:pt x="0" y="0"/>
                      <a:pt x="25" y="27"/>
                      <a:pt x="54" y="17"/>
                    </a:cubicBezTo>
                    <a:cubicBezTo>
                      <a:pt x="54" y="17"/>
                      <a:pt x="33" y="22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89" name="Freeform 67">
                <a:extLst>
                  <a:ext uri="{FF2B5EF4-FFF2-40B4-BE49-F238E27FC236}">
                    <a16:creationId xmlns:a16="http://schemas.microsoft.com/office/drawing/2014/main" id="{C92A32E8-805E-4100-B390-D3833C15B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771"/>
                <a:ext cx="67" cy="33"/>
              </a:xfrm>
              <a:custGeom>
                <a:avLst/>
                <a:gdLst>
                  <a:gd name="T0" fmla="*/ 0 w 55"/>
                  <a:gd name="T1" fmla="*/ 0 h 28"/>
                  <a:gd name="T2" fmla="*/ 100 w 55"/>
                  <a:gd name="T3" fmla="*/ 31 h 28"/>
                  <a:gd name="T4" fmla="*/ 0 w 5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8">
                    <a:moveTo>
                      <a:pt x="0" y="0"/>
                    </a:moveTo>
                    <a:cubicBezTo>
                      <a:pt x="0" y="0"/>
                      <a:pt x="24" y="28"/>
                      <a:pt x="55" y="19"/>
                    </a:cubicBezTo>
                    <a:cubicBezTo>
                      <a:pt x="55" y="19"/>
                      <a:pt x="19" y="1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90" name="Freeform 68">
                <a:extLst>
                  <a:ext uri="{FF2B5EF4-FFF2-40B4-BE49-F238E27FC236}">
                    <a16:creationId xmlns:a16="http://schemas.microsoft.com/office/drawing/2014/main" id="{A3B09170-FFB5-4B08-82AB-1584600B5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773"/>
                <a:ext cx="68" cy="22"/>
              </a:xfrm>
              <a:custGeom>
                <a:avLst/>
                <a:gdLst>
                  <a:gd name="T0" fmla="*/ 0 w 56"/>
                  <a:gd name="T1" fmla="*/ 0 h 18"/>
                  <a:gd name="T2" fmla="*/ 101 w 56"/>
                  <a:gd name="T3" fmla="*/ 26 h 18"/>
                  <a:gd name="T4" fmla="*/ 0 w 5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8">
                    <a:moveTo>
                      <a:pt x="0" y="0"/>
                    </a:moveTo>
                    <a:cubicBezTo>
                      <a:pt x="0" y="0"/>
                      <a:pt x="26" y="18"/>
                      <a:pt x="56" y="14"/>
                    </a:cubicBezTo>
                    <a:cubicBezTo>
                      <a:pt x="56" y="14"/>
                      <a:pt x="9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91" name="Freeform 69">
                <a:extLst>
                  <a:ext uri="{FF2B5EF4-FFF2-40B4-BE49-F238E27FC236}">
                    <a16:creationId xmlns:a16="http://schemas.microsoft.com/office/drawing/2014/main" id="{47E08646-1A1B-4E22-B47B-4AF88126D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75"/>
                <a:ext cx="70" cy="28"/>
              </a:xfrm>
              <a:custGeom>
                <a:avLst/>
                <a:gdLst>
                  <a:gd name="T0" fmla="*/ 0 w 58"/>
                  <a:gd name="T1" fmla="*/ 0 h 23"/>
                  <a:gd name="T2" fmla="*/ 101 w 58"/>
                  <a:gd name="T3" fmla="*/ 23 h 23"/>
                  <a:gd name="T4" fmla="*/ 0 w 5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3">
                    <a:moveTo>
                      <a:pt x="0" y="0"/>
                    </a:moveTo>
                    <a:cubicBezTo>
                      <a:pt x="0" y="0"/>
                      <a:pt x="29" y="23"/>
                      <a:pt x="58" y="13"/>
                    </a:cubicBezTo>
                    <a:cubicBezTo>
                      <a:pt x="58" y="13"/>
                      <a:pt x="24" y="1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92" name="Freeform 70">
                <a:extLst>
                  <a:ext uri="{FF2B5EF4-FFF2-40B4-BE49-F238E27FC236}">
                    <a16:creationId xmlns:a16="http://schemas.microsoft.com/office/drawing/2014/main" id="{9A9F1B50-394D-4C82-9134-FA4DA0C6A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244"/>
                <a:ext cx="69" cy="20"/>
              </a:xfrm>
              <a:custGeom>
                <a:avLst/>
                <a:gdLst>
                  <a:gd name="T0" fmla="*/ 98 w 58"/>
                  <a:gd name="T1" fmla="*/ 14 h 16"/>
                  <a:gd name="T2" fmla="*/ 0 w 58"/>
                  <a:gd name="T3" fmla="*/ 0 h 16"/>
                  <a:gd name="T4" fmla="*/ 98 w 58"/>
                  <a:gd name="T5" fmla="*/ 1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6">
                    <a:moveTo>
                      <a:pt x="58" y="7"/>
                    </a:moveTo>
                    <a:cubicBezTo>
                      <a:pt x="58" y="7"/>
                      <a:pt x="21" y="16"/>
                      <a:pt x="0" y="0"/>
                    </a:cubicBezTo>
                    <a:cubicBezTo>
                      <a:pt x="0" y="0"/>
                      <a:pt x="27" y="8"/>
                      <a:pt x="58" y="7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93" name="Freeform 71">
                <a:extLst>
                  <a:ext uri="{FF2B5EF4-FFF2-40B4-BE49-F238E27FC236}">
                    <a16:creationId xmlns:a16="http://schemas.microsoft.com/office/drawing/2014/main" id="{82A29E45-D3B6-4D68-989A-D95F993C3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318"/>
                <a:ext cx="38" cy="16"/>
              </a:xfrm>
              <a:custGeom>
                <a:avLst/>
                <a:gdLst>
                  <a:gd name="T0" fmla="*/ 53 w 32"/>
                  <a:gd name="T1" fmla="*/ 18 h 13"/>
                  <a:gd name="T2" fmla="*/ 0 w 32"/>
                  <a:gd name="T3" fmla="*/ 0 h 13"/>
                  <a:gd name="T4" fmla="*/ 53 w 32"/>
                  <a:gd name="T5" fmla="*/ 1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3">
                    <a:moveTo>
                      <a:pt x="32" y="10"/>
                    </a:moveTo>
                    <a:cubicBezTo>
                      <a:pt x="32" y="10"/>
                      <a:pt x="7" y="13"/>
                      <a:pt x="0" y="0"/>
                    </a:cubicBezTo>
                    <a:cubicBezTo>
                      <a:pt x="0" y="0"/>
                      <a:pt x="18" y="11"/>
                      <a:pt x="32" y="1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94" name="Freeform 72">
                <a:extLst>
                  <a:ext uri="{FF2B5EF4-FFF2-40B4-BE49-F238E27FC236}">
                    <a16:creationId xmlns:a16="http://schemas.microsoft.com/office/drawing/2014/main" id="{47671C04-A35C-44B5-B67C-238D672BE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379"/>
                <a:ext cx="27" cy="30"/>
              </a:xfrm>
              <a:custGeom>
                <a:avLst/>
                <a:gdLst>
                  <a:gd name="T0" fmla="*/ 38 w 23"/>
                  <a:gd name="T1" fmla="*/ 43 h 25"/>
                  <a:gd name="T2" fmla="*/ 0 w 23"/>
                  <a:gd name="T3" fmla="*/ 0 h 25"/>
                  <a:gd name="T4" fmla="*/ 38 w 23"/>
                  <a:gd name="T5" fmla="*/ 4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5">
                    <a:moveTo>
                      <a:pt x="23" y="25"/>
                    </a:moveTo>
                    <a:cubicBezTo>
                      <a:pt x="23" y="25"/>
                      <a:pt x="2" y="22"/>
                      <a:pt x="0" y="0"/>
                    </a:cubicBezTo>
                    <a:cubicBezTo>
                      <a:pt x="0" y="0"/>
                      <a:pt x="10" y="23"/>
                      <a:pt x="23" y="25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95" name="Freeform 73">
                <a:extLst>
                  <a:ext uri="{FF2B5EF4-FFF2-40B4-BE49-F238E27FC236}">
                    <a16:creationId xmlns:a16="http://schemas.microsoft.com/office/drawing/2014/main" id="{C17B8BB7-0C15-423E-9A32-C47B9E478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479"/>
                <a:ext cx="17" cy="50"/>
              </a:xfrm>
              <a:custGeom>
                <a:avLst/>
                <a:gdLst>
                  <a:gd name="T0" fmla="*/ 25 w 14"/>
                  <a:gd name="T1" fmla="*/ 74 h 41"/>
                  <a:gd name="T2" fmla="*/ 0 w 14"/>
                  <a:gd name="T3" fmla="*/ 0 h 41"/>
                  <a:gd name="T4" fmla="*/ 25 w 14"/>
                  <a:gd name="T5" fmla="*/ 7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1">
                    <a:moveTo>
                      <a:pt x="14" y="41"/>
                    </a:moveTo>
                    <a:cubicBezTo>
                      <a:pt x="14" y="41"/>
                      <a:pt x="0" y="18"/>
                      <a:pt x="0" y="0"/>
                    </a:cubicBezTo>
                    <a:lnTo>
                      <a:pt x="14" y="41"/>
                    </a:ln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96" name="Freeform 74">
                <a:extLst>
                  <a:ext uri="{FF2B5EF4-FFF2-40B4-BE49-F238E27FC236}">
                    <a16:creationId xmlns:a16="http://schemas.microsoft.com/office/drawing/2014/main" id="{AA0C2AE9-7CA9-4987-AB10-D8615020D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546"/>
                <a:ext cx="22" cy="29"/>
              </a:xfrm>
              <a:custGeom>
                <a:avLst/>
                <a:gdLst>
                  <a:gd name="T0" fmla="*/ 29 w 19"/>
                  <a:gd name="T1" fmla="*/ 0 h 24"/>
                  <a:gd name="T2" fmla="*/ 0 w 19"/>
                  <a:gd name="T3" fmla="*/ 42 h 24"/>
                  <a:gd name="T4" fmla="*/ 29 w 1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4">
                    <a:moveTo>
                      <a:pt x="19" y="0"/>
                    </a:moveTo>
                    <a:cubicBezTo>
                      <a:pt x="19" y="0"/>
                      <a:pt x="0" y="13"/>
                      <a:pt x="0" y="24"/>
                    </a:cubicBezTo>
                    <a:cubicBezTo>
                      <a:pt x="0" y="24"/>
                      <a:pt x="13" y="2"/>
                      <a:pt x="19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97" name="Freeform 75">
                <a:extLst>
                  <a:ext uri="{FF2B5EF4-FFF2-40B4-BE49-F238E27FC236}">
                    <a16:creationId xmlns:a16="http://schemas.microsoft.com/office/drawing/2014/main" id="{3CD77D97-9BF7-4B07-8B37-5144CD0C1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671"/>
                <a:ext cx="17" cy="52"/>
              </a:xfrm>
              <a:custGeom>
                <a:avLst/>
                <a:gdLst>
                  <a:gd name="T0" fmla="*/ 7 w 14"/>
                  <a:gd name="T1" fmla="*/ 76 h 43"/>
                  <a:gd name="T2" fmla="*/ 25 w 14"/>
                  <a:gd name="T3" fmla="*/ 0 h 43"/>
                  <a:gd name="T4" fmla="*/ 7 w 14"/>
                  <a:gd name="T5" fmla="*/ 76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3">
                    <a:moveTo>
                      <a:pt x="4" y="43"/>
                    </a:moveTo>
                    <a:cubicBezTo>
                      <a:pt x="4" y="43"/>
                      <a:pt x="1" y="8"/>
                      <a:pt x="14" y="0"/>
                    </a:cubicBezTo>
                    <a:cubicBezTo>
                      <a:pt x="14" y="0"/>
                      <a:pt x="0" y="32"/>
                      <a:pt x="4" y="43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98" name="Freeform 76">
                <a:extLst>
                  <a:ext uri="{FF2B5EF4-FFF2-40B4-BE49-F238E27FC236}">
                    <a16:creationId xmlns:a16="http://schemas.microsoft.com/office/drawing/2014/main" id="{EBC5779A-718F-43AA-B009-7E5B30C10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734"/>
                <a:ext cx="36" cy="39"/>
              </a:xfrm>
              <a:custGeom>
                <a:avLst/>
                <a:gdLst>
                  <a:gd name="T0" fmla="*/ 0 w 30"/>
                  <a:gd name="T1" fmla="*/ 59 h 32"/>
                  <a:gd name="T2" fmla="*/ 52 w 30"/>
                  <a:gd name="T3" fmla="*/ 0 h 32"/>
                  <a:gd name="T4" fmla="*/ 0 w 30"/>
                  <a:gd name="T5" fmla="*/ 5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0" y="32"/>
                    </a:moveTo>
                    <a:cubicBezTo>
                      <a:pt x="0" y="32"/>
                      <a:pt x="14" y="4"/>
                      <a:pt x="30" y="0"/>
                    </a:cubicBezTo>
                    <a:cubicBezTo>
                      <a:pt x="30" y="0"/>
                      <a:pt x="0" y="27"/>
                      <a:pt x="0" y="32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99" name="Freeform 77">
                <a:extLst>
                  <a:ext uri="{FF2B5EF4-FFF2-40B4-BE49-F238E27FC236}">
                    <a16:creationId xmlns:a16="http://schemas.microsoft.com/office/drawing/2014/main" id="{E0D21857-EC8A-4D25-B7AA-EFF16A85C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" y="1149"/>
                <a:ext cx="138" cy="115"/>
              </a:xfrm>
              <a:custGeom>
                <a:avLst/>
                <a:gdLst>
                  <a:gd name="T0" fmla="*/ 0 w 115"/>
                  <a:gd name="T1" fmla="*/ 84 h 95"/>
                  <a:gd name="T2" fmla="*/ 199 w 115"/>
                  <a:gd name="T3" fmla="*/ 85 h 95"/>
                  <a:gd name="T4" fmla="*/ 0 w 115"/>
                  <a:gd name="T5" fmla="*/ 8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95">
                    <a:moveTo>
                      <a:pt x="0" y="47"/>
                    </a:moveTo>
                    <a:cubicBezTo>
                      <a:pt x="0" y="47"/>
                      <a:pt x="61" y="0"/>
                      <a:pt x="115" y="48"/>
                    </a:cubicBezTo>
                    <a:cubicBezTo>
                      <a:pt x="115" y="48"/>
                      <a:pt x="48" y="95"/>
                      <a:pt x="0" y="4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00" name="Freeform 78">
                <a:extLst>
                  <a:ext uri="{FF2B5EF4-FFF2-40B4-BE49-F238E27FC236}">
                    <a16:creationId xmlns:a16="http://schemas.microsoft.com/office/drawing/2014/main" id="{46E1522D-C309-4ECD-9334-6FCDC3D70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1143"/>
                <a:ext cx="103" cy="121"/>
              </a:xfrm>
              <a:custGeom>
                <a:avLst/>
                <a:gdLst>
                  <a:gd name="T0" fmla="*/ 0 w 85"/>
                  <a:gd name="T1" fmla="*/ 93 h 100"/>
                  <a:gd name="T2" fmla="*/ 151 w 85"/>
                  <a:gd name="T3" fmla="*/ 93 h 100"/>
                  <a:gd name="T4" fmla="*/ 0 w 85"/>
                  <a:gd name="T5" fmla="*/ 9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0">
                    <a:moveTo>
                      <a:pt x="0" y="53"/>
                    </a:moveTo>
                    <a:cubicBezTo>
                      <a:pt x="0" y="53"/>
                      <a:pt x="44" y="0"/>
                      <a:pt x="85" y="53"/>
                    </a:cubicBezTo>
                    <a:cubicBezTo>
                      <a:pt x="85" y="53"/>
                      <a:pt x="49" y="100"/>
                      <a:pt x="0" y="5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01" name="Freeform 79">
                <a:extLst>
                  <a:ext uri="{FF2B5EF4-FFF2-40B4-BE49-F238E27FC236}">
                    <a16:creationId xmlns:a16="http://schemas.microsoft.com/office/drawing/2014/main" id="{8D4FBC8D-FC73-4AFA-81FE-373E47236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146"/>
                <a:ext cx="107" cy="118"/>
              </a:xfrm>
              <a:custGeom>
                <a:avLst/>
                <a:gdLst>
                  <a:gd name="T0" fmla="*/ 0 w 89"/>
                  <a:gd name="T1" fmla="*/ 89 h 97"/>
                  <a:gd name="T2" fmla="*/ 155 w 89"/>
                  <a:gd name="T3" fmla="*/ 89 h 97"/>
                  <a:gd name="T4" fmla="*/ 0 w 89"/>
                  <a:gd name="T5" fmla="*/ 89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7">
                    <a:moveTo>
                      <a:pt x="0" y="49"/>
                    </a:moveTo>
                    <a:cubicBezTo>
                      <a:pt x="0" y="49"/>
                      <a:pt x="35" y="0"/>
                      <a:pt x="89" y="49"/>
                    </a:cubicBezTo>
                    <a:cubicBezTo>
                      <a:pt x="89" y="49"/>
                      <a:pt x="49" y="97"/>
                      <a:pt x="0" y="4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02" name="Freeform 80">
                <a:extLst>
                  <a:ext uri="{FF2B5EF4-FFF2-40B4-BE49-F238E27FC236}">
                    <a16:creationId xmlns:a16="http://schemas.microsoft.com/office/drawing/2014/main" id="{675B624C-CB7D-4AB9-9BCA-3269E79AA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148"/>
                <a:ext cx="135" cy="113"/>
              </a:xfrm>
              <a:custGeom>
                <a:avLst/>
                <a:gdLst>
                  <a:gd name="T0" fmla="*/ 0 w 112"/>
                  <a:gd name="T1" fmla="*/ 83 h 94"/>
                  <a:gd name="T2" fmla="*/ 196 w 112"/>
                  <a:gd name="T3" fmla="*/ 85 h 94"/>
                  <a:gd name="T4" fmla="*/ 0 w 112"/>
                  <a:gd name="T5" fmla="*/ 83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94">
                    <a:moveTo>
                      <a:pt x="0" y="47"/>
                    </a:moveTo>
                    <a:cubicBezTo>
                      <a:pt x="0" y="47"/>
                      <a:pt x="58" y="0"/>
                      <a:pt x="112" y="49"/>
                    </a:cubicBezTo>
                    <a:cubicBezTo>
                      <a:pt x="112" y="49"/>
                      <a:pt x="49" y="94"/>
                      <a:pt x="0" y="4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03" name="Freeform 81">
                <a:extLst>
                  <a:ext uri="{FF2B5EF4-FFF2-40B4-BE49-F238E27FC236}">
                    <a16:creationId xmlns:a16="http://schemas.microsoft.com/office/drawing/2014/main" id="{68B5D21E-DAA8-4BCF-A87C-D99B87EBE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149"/>
                <a:ext cx="108" cy="115"/>
              </a:xfrm>
              <a:custGeom>
                <a:avLst/>
                <a:gdLst>
                  <a:gd name="T0" fmla="*/ 0 w 90"/>
                  <a:gd name="T1" fmla="*/ 84 h 95"/>
                  <a:gd name="T2" fmla="*/ 156 w 90"/>
                  <a:gd name="T3" fmla="*/ 85 h 95"/>
                  <a:gd name="T4" fmla="*/ 0 w 90"/>
                  <a:gd name="T5" fmla="*/ 8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95">
                    <a:moveTo>
                      <a:pt x="0" y="47"/>
                    </a:moveTo>
                    <a:cubicBezTo>
                      <a:pt x="0" y="47"/>
                      <a:pt x="36" y="0"/>
                      <a:pt x="90" y="48"/>
                    </a:cubicBezTo>
                    <a:cubicBezTo>
                      <a:pt x="90" y="48"/>
                      <a:pt x="48" y="95"/>
                      <a:pt x="0" y="4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04" name="Freeform 82">
                <a:extLst>
                  <a:ext uri="{FF2B5EF4-FFF2-40B4-BE49-F238E27FC236}">
                    <a16:creationId xmlns:a16="http://schemas.microsoft.com/office/drawing/2014/main" id="{6CD8F711-6044-4C14-926F-9F0E7498C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148"/>
                <a:ext cx="132" cy="116"/>
              </a:xfrm>
              <a:custGeom>
                <a:avLst/>
                <a:gdLst>
                  <a:gd name="T0" fmla="*/ 0 w 110"/>
                  <a:gd name="T1" fmla="*/ 86 h 96"/>
                  <a:gd name="T2" fmla="*/ 190 w 110"/>
                  <a:gd name="T3" fmla="*/ 86 h 96"/>
                  <a:gd name="T4" fmla="*/ 0 w 110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96">
                    <a:moveTo>
                      <a:pt x="0" y="49"/>
                    </a:moveTo>
                    <a:cubicBezTo>
                      <a:pt x="0" y="49"/>
                      <a:pt x="56" y="0"/>
                      <a:pt x="110" y="49"/>
                    </a:cubicBezTo>
                    <a:cubicBezTo>
                      <a:pt x="110" y="49"/>
                      <a:pt x="49" y="96"/>
                      <a:pt x="0" y="4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05" name="Freeform 83">
                <a:extLst>
                  <a:ext uri="{FF2B5EF4-FFF2-40B4-BE49-F238E27FC236}">
                    <a16:creationId xmlns:a16="http://schemas.microsoft.com/office/drawing/2014/main" id="{873BBC10-4C66-4B9A-96BA-78E4F43D1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148"/>
                <a:ext cx="121" cy="116"/>
              </a:xfrm>
              <a:custGeom>
                <a:avLst/>
                <a:gdLst>
                  <a:gd name="T0" fmla="*/ 0 w 100"/>
                  <a:gd name="T1" fmla="*/ 85 h 96"/>
                  <a:gd name="T2" fmla="*/ 177 w 100"/>
                  <a:gd name="T3" fmla="*/ 86 h 96"/>
                  <a:gd name="T4" fmla="*/ 0 w 100"/>
                  <a:gd name="T5" fmla="*/ 85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96">
                    <a:moveTo>
                      <a:pt x="0" y="48"/>
                    </a:moveTo>
                    <a:cubicBezTo>
                      <a:pt x="0" y="48"/>
                      <a:pt x="46" y="0"/>
                      <a:pt x="100" y="49"/>
                    </a:cubicBezTo>
                    <a:cubicBezTo>
                      <a:pt x="100" y="49"/>
                      <a:pt x="49" y="96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06" name="Freeform 84">
                <a:extLst>
                  <a:ext uri="{FF2B5EF4-FFF2-40B4-BE49-F238E27FC236}">
                    <a16:creationId xmlns:a16="http://schemas.microsoft.com/office/drawing/2014/main" id="{91DD4AEA-3057-4999-8125-E16A5D3D0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" y="1726"/>
                <a:ext cx="89" cy="114"/>
              </a:xfrm>
              <a:custGeom>
                <a:avLst/>
                <a:gdLst>
                  <a:gd name="T0" fmla="*/ 0 w 74"/>
                  <a:gd name="T1" fmla="*/ 72 h 94"/>
                  <a:gd name="T2" fmla="*/ 129 w 74"/>
                  <a:gd name="T3" fmla="*/ 69 h 94"/>
                  <a:gd name="T4" fmla="*/ 0 w 74"/>
                  <a:gd name="T5" fmla="*/ 72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94">
                    <a:moveTo>
                      <a:pt x="0" y="40"/>
                    </a:moveTo>
                    <a:cubicBezTo>
                      <a:pt x="0" y="40"/>
                      <a:pt x="40" y="0"/>
                      <a:pt x="74" y="39"/>
                    </a:cubicBezTo>
                    <a:cubicBezTo>
                      <a:pt x="74" y="39"/>
                      <a:pt x="36" y="94"/>
                      <a:pt x="0" y="4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07" name="Freeform 85">
                <a:extLst>
                  <a:ext uri="{FF2B5EF4-FFF2-40B4-BE49-F238E27FC236}">
                    <a16:creationId xmlns:a16="http://schemas.microsoft.com/office/drawing/2014/main" id="{C573F255-CB3A-4359-AC48-AF0AD278F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1715"/>
                <a:ext cx="128" cy="116"/>
              </a:xfrm>
              <a:custGeom>
                <a:avLst/>
                <a:gdLst>
                  <a:gd name="T0" fmla="*/ 0 w 106"/>
                  <a:gd name="T1" fmla="*/ 85 h 96"/>
                  <a:gd name="T2" fmla="*/ 187 w 106"/>
                  <a:gd name="T3" fmla="*/ 85 h 96"/>
                  <a:gd name="T4" fmla="*/ 0 w 106"/>
                  <a:gd name="T5" fmla="*/ 85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96">
                    <a:moveTo>
                      <a:pt x="0" y="48"/>
                    </a:moveTo>
                    <a:cubicBezTo>
                      <a:pt x="0" y="48"/>
                      <a:pt x="52" y="0"/>
                      <a:pt x="106" y="48"/>
                    </a:cubicBezTo>
                    <a:cubicBezTo>
                      <a:pt x="106" y="48"/>
                      <a:pt x="49" y="96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08" name="Freeform 86">
                <a:extLst>
                  <a:ext uri="{FF2B5EF4-FFF2-40B4-BE49-F238E27FC236}">
                    <a16:creationId xmlns:a16="http://schemas.microsoft.com/office/drawing/2014/main" id="{9A616B6A-09DB-4FDD-B89D-643A20508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1715"/>
                <a:ext cx="145" cy="116"/>
              </a:xfrm>
              <a:custGeom>
                <a:avLst/>
                <a:gdLst>
                  <a:gd name="T0" fmla="*/ 0 w 121"/>
                  <a:gd name="T1" fmla="*/ 85 h 96"/>
                  <a:gd name="T2" fmla="*/ 209 w 121"/>
                  <a:gd name="T3" fmla="*/ 86 h 96"/>
                  <a:gd name="T4" fmla="*/ 0 w 121"/>
                  <a:gd name="T5" fmla="*/ 85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96">
                    <a:moveTo>
                      <a:pt x="0" y="48"/>
                    </a:moveTo>
                    <a:cubicBezTo>
                      <a:pt x="0" y="48"/>
                      <a:pt x="66" y="0"/>
                      <a:pt x="121" y="49"/>
                    </a:cubicBezTo>
                    <a:cubicBezTo>
                      <a:pt x="121" y="49"/>
                      <a:pt x="49" y="96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09" name="Freeform 87">
                <a:extLst>
                  <a:ext uri="{FF2B5EF4-FFF2-40B4-BE49-F238E27FC236}">
                    <a16:creationId xmlns:a16="http://schemas.microsoft.com/office/drawing/2014/main" id="{F0606D0D-15F5-4605-94EE-02B573306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716"/>
                <a:ext cx="107" cy="115"/>
              </a:xfrm>
              <a:custGeom>
                <a:avLst/>
                <a:gdLst>
                  <a:gd name="T0" fmla="*/ 0 w 89"/>
                  <a:gd name="T1" fmla="*/ 85 h 95"/>
                  <a:gd name="T2" fmla="*/ 155 w 89"/>
                  <a:gd name="T3" fmla="*/ 85 h 95"/>
                  <a:gd name="T4" fmla="*/ 0 w 89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5">
                    <a:moveTo>
                      <a:pt x="0" y="48"/>
                    </a:moveTo>
                    <a:cubicBezTo>
                      <a:pt x="0" y="48"/>
                      <a:pt x="35" y="0"/>
                      <a:pt x="89" y="48"/>
                    </a:cubicBezTo>
                    <a:cubicBezTo>
                      <a:pt x="89" y="48"/>
                      <a:pt x="48" y="95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10" name="Freeform 88">
                <a:extLst>
                  <a:ext uri="{FF2B5EF4-FFF2-40B4-BE49-F238E27FC236}">
                    <a16:creationId xmlns:a16="http://schemas.microsoft.com/office/drawing/2014/main" id="{577D7013-35F8-4DC7-87BF-9FC643894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692"/>
                <a:ext cx="122" cy="139"/>
              </a:xfrm>
              <a:custGeom>
                <a:avLst/>
                <a:gdLst>
                  <a:gd name="T0" fmla="*/ 0 w 101"/>
                  <a:gd name="T1" fmla="*/ 120 h 115"/>
                  <a:gd name="T2" fmla="*/ 178 w 101"/>
                  <a:gd name="T3" fmla="*/ 118 h 115"/>
                  <a:gd name="T4" fmla="*/ 0 w 101"/>
                  <a:gd name="T5" fmla="*/ 120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115">
                    <a:moveTo>
                      <a:pt x="0" y="68"/>
                    </a:moveTo>
                    <a:cubicBezTo>
                      <a:pt x="0" y="68"/>
                      <a:pt x="39" y="0"/>
                      <a:pt x="101" y="67"/>
                    </a:cubicBezTo>
                    <a:cubicBezTo>
                      <a:pt x="101" y="67"/>
                      <a:pt x="49" y="115"/>
                      <a:pt x="0" y="6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11" name="Freeform 89">
                <a:extLst>
                  <a:ext uri="{FF2B5EF4-FFF2-40B4-BE49-F238E27FC236}">
                    <a16:creationId xmlns:a16="http://schemas.microsoft.com/office/drawing/2014/main" id="{FB60FEF2-5DBC-43DF-868E-4F5DA45D7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715"/>
                <a:ext cx="132" cy="105"/>
              </a:xfrm>
              <a:custGeom>
                <a:avLst/>
                <a:gdLst>
                  <a:gd name="T0" fmla="*/ 0 w 110"/>
                  <a:gd name="T1" fmla="*/ 84 h 87"/>
                  <a:gd name="T2" fmla="*/ 190 w 110"/>
                  <a:gd name="T3" fmla="*/ 86 h 87"/>
                  <a:gd name="T4" fmla="*/ 0 w 110"/>
                  <a:gd name="T5" fmla="*/ 84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87">
                    <a:moveTo>
                      <a:pt x="0" y="48"/>
                    </a:moveTo>
                    <a:cubicBezTo>
                      <a:pt x="0" y="48"/>
                      <a:pt x="56" y="0"/>
                      <a:pt x="110" y="49"/>
                    </a:cubicBezTo>
                    <a:cubicBezTo>
                      <a:pt x="110" y="49"/>
                      <a:pt x="52" y="87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12" name="Freeform 90">
                <a:extLst>
                  <a:ext uri="{FF2B5EF4-FFF2-40B4-BE49-F238E27FC236}">
                    <a16:creationId xmlns:a16="http://schemas.microsoft.com/office/drawing/2014/main" id="{A43632C4-086F-43C7-9AAA-9DC5527A6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5"/>
                <a:ext cx="122" cy="116"/>
              </a:xfrm>
              <a:custGeom>
                <a:avLst/>
                <a:gdLst>
                  <a:gd name="T0" fmla="*/ 0 w 101"/>
                  <a:gd name="T1" fmla="*/ 86 h 96"/>
                  <a:gd name="T2" fmla="*/ 178 w 101"/>
                  <a:gd name="T3" fmla="*/ 86 h 96"/>
                  <a:gd name="T4" fmla="*/ 0 w 101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96">
                    <a:moveTo>
                      <a:pt x="0" y="49"/>
                    </a:moveTo>
                    <a:cubicBezTo>
                      <a:pt x="0" y="49"/>
                      <a:pt x="46" y="0"/>
                      <a:pt x="101" y="49"/>
                    </a:cubicBezTo>
                    <a:cubicBezTo>
                      <a:pt x="101" y="49"/>
                      <a:pt x="49" y="96"/>
                      <a:pt x="0" y="4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13" name="Freeform 91">
                <a:extLst>
                  <a:ext uri="{FF2B5EF4-FFF2-40B4-BE49-F238E27FC236}">
                    <a16:creationId xmlns:a16="http://schemas.microsoft.com/office/drawing/2014/main" id="{EF9957EC-BFA4-493E-A635-3E892116A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699"/>
                <a:ext cx="112" cy="107"/>
              </a:xfrm>
              <a:custGeom>
                <a:avLst/>
                <a:gdLst>
                  <a:gd name="T0" fmla="*/ 0 w 93"/>
                  <a:gd name="T1" fmla="*/ 111 h 88"/>
                  <a:gd name="T2" fmla="*/ 163 w 93"/>
                  <a:gd name="T3" fmla="*/ 47 h 88"/>
                  <a:gd name="T4" fmla="*/ 0 w 93"/>
                  <a:gd name="T5" fmla="*/ 111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88">
                    <a:moveTo>
                      <a:pt x="0" y="62"/>
                    </a:moveTo>
                    <a:cubicBezTo>
                      <a:pt x="0" y="62"/>
                      <a:pt x="25" y="0"/>
                      <a:pt x="93" y="26"/>
                    </a:cubicBezTo>
                    <a:cubicBezTo>
                      <a:pt x="93" y="26"/>
                      <a:pt x="62" y="88"/>
                      <a:pt x="0" y="6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14" name="Freeform 92">
                <a:extLst>
                  <a:ext uri="{FF2B5EF4-FFF2-40B4-BE49-F238E27FC236}">
                    <a16:creationId xmlns:a16="http://schemas.microsoft.com/office/drawing/2014/main" id="{6AB73F14-BD2B-4044-BA30-7E666008E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1633"/>
                <a:ext cx="87" cy="98"/>
              </a:xfrm>
              <a:custGeom>
                <a:avLst/>
                <a:gdLst>
                  <a:gd name="T0" fmla="*/ 22 w 72"/>
                  <a:gd name="T1" fmla="*/ 144 h 81"/>
                  <a:gd name="T2" fmla="*/ 127 w 72"/>
                  <a:gd name="T3" fmla="*/ 0 h 81"/>
                  <a:gd name="T4" fmla="*/ 22 w 72"/>
                  <a:gd name="T5" fmla="*/ 144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81">
                    <a:moveTo>
                      <a:pt x="12" y="81"/>
                    </a:moveTo>
                    <a:cubicBezTo>
                      <a:pt x="12" y="81"/>
                      <a:pt x="0" y="8"/>
                      <a:pt x="72" y="0"/>
                    </a:cubicBezTo>
                    <a:cubicBezTo>
                      <a:pt x="72" y="0"/>
                      <a:pt x="69" y="70"/>
                      <a:pt x="12" y="8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15" name="Freeform 93">
                <a:extLst>
                  <a:ext uri="{FF2B5EF4-FFF2-40B4-BE49-F238E27FC236}">
                    <a16:creationId xmlns:a16="http://schemas.microsoft.com/office/drawing/2014/main" id="{BCA2196E-68F7-4895-98EF-133A8E557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537"/>
                <a:ext cx="76" cy="96"/>
              </a:xfrm>
              <a:custGeom>
                <a:avLst/>
                <a:gdLst>
                  <a:gd name="T0" fmla="*/ 43 w 63"/>
                  <a:gd name="T1" fmla="*/ 142 h 79"/>
                  <a:gd name="T2" fmla="*/ 78 w 63"/>
                  <a:gd name="T3" fmla="*/ 0 h 79"/>
                  <a:gd name="T4" fmla="*/ 43 w 63"/>
                  <a:gd name="T5" fmla="*/ 142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79">
                    <a:moveTo>
                      <a:pt x="25" y="79"/>
                    </a:moveTo>
                    <a:cubicBezTo>
                      <a:pt x="25" y="79"/>
                      <a:pt x="0" y="31"/>
                      <a:pt x="45" y="0"/>
                    </a:cubicBezTo>
                    <a:cubicBezTo>
                      <a:pt x="63" y="35"/>
                      <a:pt x="28" y="77"/>
                      <a:pt x="25" y="7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16" name="Freeform 94">
                <a:extLst>
                  <a:ext uri="{FF2B5EF4-FFF2-40B4-BE49-F238E27FC236}">
                    <a16:creationId xmlns:a16="http://schemas.microsoft.com/office/drawing/2014/main" id="{9DAF015F-AF1A-499D-A619-EF00A1E8F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1416"/>
                <a:ext cx="96" cy="121"/>
              </a:xfrm>
              <a:custGeom>
                <a:avLst/>
                <a:gdLst>
                  <a:gd name="T0" fmla="*/ 66 w 80"/>
                  <a:gd name="T1" fmla="*/ 177 h 100"/>
                  <a:gd name="T2" fmla="*/ 58 w 80"/>
                  <a:gd name="T3" fmla="*/ 0 h 100"/>
                  <a:gd name="T4" fmla="*/ 66 w 80"/>
                  <a:gd name="T5" fmla="*/ 177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00">
                    <a:moveTo>
                      <a:pt x="38" y="100"/>
                    </a:moveTo>
                    <a:cubicBezTo>
                      <a:pt x="38" y="100"/>
                      <a:pt x="0" y="40"/>
                      <a:pt x="33" y="0"/>
                    </a:cubicBezTo>
                    <a:cubicBezTo>
                      <a:pt x="33" y="0"/>
                      <a:pt x="80" y="56"/>
                      <a:pt x="38" y="10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17" name="Freeform 95">
                <a:extLst>
                  <a:ext uri="{FF2B5EF4-FFF2-40B4-BE49-F238E27FC236}">
                    <a16:creationId xmlns:a16="http://schemas.microsoft.com/office/drawing/2014/main" id="{D1E48767-B6B6-4F90-84C8-F53564630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336"/>
                <a:ext cx="80" cy="80"/>
              </a:xfrm>
              <a:custGeom>
                <a:avLst/>
                <a:gdLst>
                  <a:gd name="T0" fmla="*/ 75 w 67"/>
                  <a:gd name="T1" fmla="*/ 118 h 66"/>
                  <a:gd name="T2" fmla="*/ 38 w 67"/>
                  <a:gd name="T3" fmla="*/ 0 h 66"/>
                  <a:gd name="T4" fmla="*/ 75 w 67"/>
                  <a:gd name="T5" fmla="*/ 118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6">
                    <a:moveTo>
                      <a:pt x="44" y="66"/>
                    </a:moveTo>
                    <a:cubicBezTo>
                      <a:pt x="44" y="66"/>
                      <a:pt x="0" y="57"/>
                      <a:pt x="23" y="0"/>
                    </a:cubicBezTo>
                    <a:cubicBezTo>
                      <a:pt x="23" y="0"/>
                      <a:pt x="67" y="7"/>
                      <a:pt x="44" y="6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18" name="Freeform 96">
                <a:extLst>
                  <a:ext uri="{FF2B5EF4-FFF2-40B4-BE49-F238E27FC236}">
                    <a16:creationId xmlns:a16="http://schemas.microsoft.com/office/drawing/2014/main" id="{4C6DF616-169E-43EB-A94B-F33F01F9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261"/>
                <a:ext cx="78" cy="89"/>
              </a:xfrm>
              <a:custGeom>
                <a:avLst/>
                <a:gdLst>
                  <a:gd name="T0" fmla="*/ 103 w 65"/>
                  <a:gd name="T1" fmla="*/ 113 h 73"/>
                  <a:gd name="T2" fmla="*/ 29 w 65"/>
                  <a:gd name="T3" fmla="*/ 0 h 73"/>
                  <a:gd name="T4" fmla="*/ 103 w 65"/>
                  <a:gd name="T5" fmla="*/ 11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73">
                    <a:moveTo>
                      <a:pt x="60" y="62"/>
                    </a:moveTo>
                    <a:cubicBezTo>
                      <a:pt x="60" y="62"/>
                      <a:pt x="0" y="73"/>
                      <a:pt x="17" y="0"/>
                    </a:cubicBezTo>
                    <a:cubicBezTo>
                      <a:pt x="17" y="0"/>
                      <a:pt x="65" y="4"/>
                      <a:pt x="60" y="6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19" name="Freeform 97">
                <a:extLst>
                  <a:ext uri="{FF2B5EF4-FFF2-40B4-BE49-F238E27FC236}">
                    <a16:creationId xmlns:a16="http://schemas.microsoft.com/office/drawing/2014/main" id="{034D09C8-E821-4F56-88CB-0F9D88745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169"/>
                <a:ext cx="128" cy="109"/>
              </a:xfrm>
              <a:custGeom>
                <a:avLst/>
                <a:gdLst>
                  <a:gd name="T0" fmla="*/ 187 w 106"/>
                  <a:gd name="T1" fmla="*/ 134 h 90"/>
                  <a:gd name="T2" fmla="*/ 0 w 106"/>
                  <a:gd name="T3" fmla="*/ 53 h 90"/>
                  <a:gd name="T4" fmla="*/ 187 w 106"/>
                  <a:gd name="T5" fmla="*/ 134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90">
                    <a:moveTo>
                      <a:pt x="106" y="76"/>
                    </a:moveTo>
                    <a:cubicBezTo>
                      <a:pt x="106" y="76"/>
                      <a:pt x="31" y="90"/>
                      <a:pt x="0" y="30"/>
                    </a:cubicBezTo>
                    <a:cubicBezTo>
                      <a:pt x="0" y="30"/>
                      <a:pt x="66" y="0"/>
                      <a:pt x="106" y="7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20" name="Rectangle 98">
                <a:extLst>
                  <a:ext uri="{FF2B5EF4-FFF2-40B4-BE49-F238E27FC236}">
                    <a16:creationId xmlns:a16="http://schemas.microsoft.com/office/drawing/2014/main" id="{4795FCE4-EB83-4625-84A9-F0E9BB4BA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011"/>
                <a:ext cx="844" cy="161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621" name="Freeform 99">
                <a:extLst>
                  <a:ext uri="{FF2B5EF4-FFF2-40B4-BE49-F238E27FC236}">
                    <a16:creationId xmlns:a16="http://schemas.microsoft.com/office/drawing/2014/main" id="{EC2FD8C5-5611-45CA-9C9F-AA181D17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011"/>
                <a:ext cx="354" cy="960"/>
              </a:xfrm>
              <a:custGeom>
                <a:avLst/>
                <a:gdLst>
                  <a:gd name="T0" fmla="*/ 12 w 294"/>
                  <a:gd name="T1" fmla="*/ 0 h 794"/>
                  <a:gd name="T2" fmla="*/ 7 w 294"/>
                  <a:gd name="T3" fmla="*/ 0 h 794"/>
                  <a:gd name="T4" fmla="*/ 7 w 294"/>
                  <a:gd name="T5" fmla="*/ 0 h 794"/>
                  <a:gd name="T6" fmla="*/ 0 w 294"/>
                  <a:gd name="T7" fmla="*/ 0 h 794"/>
                  <a:gd name="T8" fmla="*/ 0 w 294"/>
                  <a:gd name="T9" fmla="*/ 236 h 794"/>
                  <a:gd name="T10" fmla="*/ 0 w 294"/>
                  <a:gd name="T11" fmla="*/ 236 h 794"/>
                  <a:gd name="T12" fmla="*/ 367 w 294"/>
                  <a:gd name="T13" fmla="*/ 700 h 794"/>
                  <a:gd name="T14" fmla="*/ 0 w 294"/>
                  <a:gd name="T15" fmla="*/ 1167 h 794"/>
                  <a:gd name="T16" fmla="*/ 0 w 294"/>
                  <a:gd name="T17" fmla="*/ 1167 h 794"/>
                  <a:gd name="T18" fmla="*/ 0 w 294"/>
                  <a:gd name="T19" fmla="*/ 1404 h 794"/>
                  <a:gd name="T20" fmla="*/ 2 w 294"/>
                  <a:gd name="T21" fmla="*/ 1404 h 794"/>
                  <a:gd name="T22" fmla="*/ 12 w 294"/>
                  <a:gd name="T23" fmla="*/ 1404 h 794"/>
                  <a:gd name="T24" fmla="*/ 513 w 294"/>
                  <a:gd name="T25" fmla="*/ 701 h 794"/>
                  <a:gd name="T26" fmla="*/ 12 w 294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116" y="133"/>
                      <a:pt x="210" y="251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4" y="794"/>
                      <a:pt x="5" y="794"/>
                      <a:pt x="7" y="794"/>
                    </a:cubicBezTo>
                    <a:cubicBezTo>
                      <a:pt x="165" y="794"/>
                      <a:pt x="294" y="616"/>
                      <a:pt x="294" y="397"/>
                    </a:cubicBezTo>
                    <a:cubicBezTo>
                      <a:pt x="294" y="178"/>
                      <a:pt x="165" y="0"/>
                      <a:pt x="7" y="0"/>
                    </a:cubicBezTo>
                    <a:close/>
                  </a:path>
                </a:pathLst>
              </a:custGeom>
              <a:solidFill>
                <a:srgbClr val="BC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22" name="Rectangle 100">
                <a:extLst>
                  <a:ext uri="{FF2B5EF4-FFF2-40B4-BE49-F238E27FC236}">
                    <a16:creationId xmlns:a16="http://schemas.microsoft.com/office/drawing/2014/main" id="{003EC5FF-768F-4185-AF12-69B8BE0D5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083"/>
                <a:ext cx="844" cy="89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623" name="Rectangle 101">
                <a:extLst>
                  <a:ext uri="{FF2B5EF4-FFF2-40B4-BE49-F238E27FC236}">
                    <a16:creationId xmlns:a16="http://schemas.microsoft.com/office/drawing/2014/main" id="{EC7C0209-934A-4AEB-930F-E0A9E3CAE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809"/>
                <a:ext cx="844" cy="164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624" name="Rectangle 102">
                <a:extLst>
                  <a:ext uri="{FF2B5EF4-FFF2-40B4-BE49-F238E27FC236}">
                    <a16:creationId xmlns:a16="http://schemas.microsoft.com/office/drawing/2014/main" id="{8D749F3D-85E8-4F7E-8DC2-75DD0A9D4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809"/>
                <a:ext cx="844" cy="90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625" name="Freeform 103">
                <a:extLst>
                  <a:ext uri="{FF2B5EF4-FFF2-40B4-BE49-F238E27FC236}">
                    <a16:creationId xmlns:a16="http://schemas.microsoft.com/office/drawing/2014/main" id="{ED9354A9-B273-4707-ACC4-CF41C6BE8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083"/>
                <a:ext cx="313" cy="816"/>
              </a:xfrm>
              <a:custGeom>
                <a:avLst/>
                <a:gdLst>
                  <a:gd name="T0" fmla="*/ 24 w 260"/>
                  <a:gd name="T1" fmla="*/ 0 h 674"/>
                  <a:gd name="T2" fmla="*/ 0 w 260"/>
                  <a:gd name="T3" fmla="*/ 0 h 674"/>
                  <a:gd name="T4" fmla="*/ 0 w 260"/>
                  <a:gd name="T5" fmla="*/ 130 h 674"/>
                  <a:gd name="T6" fmla="*/ 0 w 260"/>
                  <a:gd name="T7" fmla="*/ 130 h 674"/>
                  <a:gd name="T8" fmla="*/ 367 w 260"/>
                  <a:gd name="T9" fmla="*/ 597 h 674"/>
                  <a:gd name="T10" fmla="*/ 0 w 260"/>
                  <a:gd name="T11" fmla="*/ 1064 h 674"/>
                  <a:gd name="T12" fmla="*/ 0 w 260"/>
                  <a:gd name="T13" fmla="*/ 1064 h 674"/>
                  <a:gd name="T14" fmla="*/ 0 w 260"/>
                  <a:gd name="T15" fmla="*/ 1196 h 674"/>
                  <a:gd name="T16" fmla="*/ 24 w 260"/>
                  <a:gd name="T17" fmla="*/ 1196 h 674"/>
                  <a:gd name="T18" fmla="*/ 454 w 260"/>
                  <a:gd name="T19" fmla="*/ 599 h 674"/>
                  <a:gd name="T20" fmla="*/ 24 w 260"/>
                  <a:gd name="T21" fmla="*/ 0 h 6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674">
                    <a:moveTo>
                      <a:pt x="14" y="0"/>
                    </a:moveTo>
                    <a:cubicBezTo>
                      <a:pt x="9" y="0"/>
                      <a:pt x="5" y="0"/>
                      <a:pt x="0" y="0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6"/>
                    </a:cubicBezTo>
                    <a:cubicBezTo>
                      <a:pt x="210" y="482"/>
                      <a:pt x="116" y="600"/>
                      <a:pt x="0" y="600"/>
                    </a:cubicBezTo>
                    <a:cubicBezTo>
                      <a:pt x="0" y="600"/>
                      <a:pt x="0" y="600"/>
                      <a:pt x="0" y="600"/>
                    </a:cubicBezTo>
                    <a:cubicBezTo>
                      <a:pt x="0" y="674"/>
                      <a:pt x="0" y="674"/>
                      <a:pt x="0" y="674"/>
                    </a:cubicBezTo>
                    <a:cubicBezTo>
                      <a:pt x="5" y="674"/>
                      <a:pt x="9" y="674"/>
                      <a:pt x="14" y="674"/>
                    </a:cubicBezTo>
                    <a:cubicBezTo>
                      <a:pt x="142" y="674"/>
                      <a:pt x="260" y="524"/>
                      <a:pt x="260" y="338"/>
                    </a:cubicBezTo>
                    <a:cubicBezTo>
                      <a:pt x="260" y="151"/>
                      <a:pt x="142" y="0"/>
                      <a:pt x="14" y="0"/>
                    </a:cubicBezTo>
                    <a:close/>
                  </a:path>
                </a:pathLst>
              </a:custGeom>
              <a:solidFill>
                <a:srgbClr val="CC7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26" name="Rectangle 104">
                <a:extLst>
                  <a:ext uri="{FF2B5EF4-FFF2-40B4-BE49-F238E27FC236}">
                    <a16:creationId xmlns:a16="http://schemas.microsoft.com/office/drawing/2014/main" id="{D4EFB1E9-EA67-46EE-90AD-E61BF5E65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809"/>
                <a:ext cx="844" cy="90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627" name="Freeform 105">
                <a:extLst>
                  <a:ext uri="{FF2B5EF4-FFF2-40B4-BE49-F238E27FC236}">
                    <a16:creationId xmlns:a16="http://schemas.microsoft.com/office/drawing/2014/main" id="{3EB73EB2-C31D-43DB-868A-CAF2BC50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1014"/>
                <a:ext cx="155" cy="40"/>
              </a:xfrm>
              <a:custGeom>
                <a:avLst/>
                <a:gdLst>
                  <a:gd name="T0" fmla="*/ 0 w 129"/>
                  <a:gd name="T1" fmla="*/ 28 h 33"/>
                  <a:gd name="T2" fmla="*/ 59 w 129"/>
                  <a:gd name="T3" fmla="*/ 2 h 33"/>
                  <a:gd name="T4" fmla="*/ 123 w 129"/>
                  <a:gd name="T5" fmla="*/ 1 h 33"/>
                  <a:gd name="T6" fmla="*/ 180 w 129"/>
                  <a:gd name="T7" fmla="*/ 19 h 33"/>
                  <a:gd name="T8" fmla="*/ 223 w 129"/>
                  <a:gd name="T9" fmla="*/ 27 h 33"/>
                  <a:gd name="T10" fmla="*/ 162 w 129"/>
                  <a:gd name="T11" fmla="*/ 48 h 33"/>
                  <a:gd name="T12" fmla="*/ 87 w 129"/>
                  <a:gd name="T13" fmla="*/ 57 h 33"/>
                  <a:gd name="T14" fmla="*/ 26 w 129"/>
                  <a:gd name="T15" fmla="*/ 41 h 33"/>
                  <a:gd name="T16" fmla="*/ 2 w 129"/>
                  <a:gd name="T17" fmla="*/ 34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9" h="33">
                    <a:moveTo>
                      <a:pt x="0" y="16"/>
                    </a:moveTo>
                    <a:cubicBezTo>
                      <a:pt x="13" y="12"/>
                      <a:pt x="20" y="4"/>
                      <a:pt x="34" y="2"/>
                    </a:cubicBezTo>
                    <a:cubicBezTo>
                      <a:pt x="46" y="0"/>
                      <a:pt x="59" y="0"/>
                      <a:pt x="71" y="1"/>
                    </a:cubicBezTo>
                    <a:cubicBezTo>
                      <a:pt x="83" y="3"/>
                      <a:pt x="93" y="9"/>
                      <a:pt x="104" y="11"/>
                    </a:cubicBezTo>
                    <a:cubicBezTo>
                      <a:pt x="112" y="13"/>
                      <a:pt x="121" y="14"/>
                      <a:pt x="129" y="15"/>
                    </a:cubicBezTo>
                    <a:cubicBezTo>
                      <a:pt x="116" y="16"/>
                      <a:pt x="105" y="23"/>
                      <a:pt x="93" y="27"/>
                    </a:cubicBezTo>
                    <a:cubicBezTo>
                      <a:pt x="79" y="32"/>
                      <a:pt x="64" y="33"/>
                      <a:pt x="50" y="32"/>
                    </a:cubicBezTo>
                    <a:cubicBezTo>
                      <a:pt x="37" y="31"/>
                      <a:pt x="27" y="26"/>
                      <a:pt x="15" y="23"/>
                    </a:cubicBezTo>
                    <a:cubicBezTo>
                      <a:pt x="11" y="21"/>
                      <a:pt x="6" y="21"/>
                      <a:pt x="2" y="1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28" name="Freeform 106">
                <a:extLst>
                  <a:ext uri="{FF2B5EF4-FFF2-40B4-BE49-F238E27FC236}">
                    <a16:creationId xmlns:a16="http://schemas.microsoft.com/office/drawing/2014/main" id="{CCE48F05-8F95-4A86-BD12-88AC48CF9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1017"/>
                <a:ext cx="135" cy="34"/>
              </a:xfrm>
              <a:custGeom>
                <a:avLst/>
                <a:gdLst>
                  <a:gd name="T0" fmla="*/ 0 w 112"/>
                  <a:gd name="T1" fmla="*/ 22 h 28"/>
                  <a:gd name="T2" fmla="*/ 43 w 112"/>
                  <a:gd name="T3" fmla="*/ 7 h 28"/>
                  <a:gd name="T4" fmla="*/ 104 w 112"/>
                  <a:gd name="T5" fmla="*/ 1 h 28"/>
                  <a:gd name="T6" fmla="*/ 196 w 112"/>
                  <a:gd name="T7" fmla="*/ 18 h 28"/>
                  <a:gd name="T8" fmla="*/ 69 w 112"/>
                  <a:gd name="T9" fmla="*/ 40 h 28"/>
                  <a:gd name="T10" fmla="*/ 0 w 112"/>
                  <a:gd name="T11" fmla="*/ 2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0" y="12"/>
                    </a:moveTo>
                    <a:cubicBezTo>
                      <a:pt x="7" y="15"/>
                      <a:pt x="18" y="7"/>
                      <a:pt x="25" y="4"/>
                    </a:cubicBezTo>
                    <a:cubicBezTo>
                      <a:pt x="36" y="0"/>
                      <a:pt x="47" y="1"/>
                      <a:pt x="59" y="1"/>
                    </a:cubicBezTo>
                    <a:cubicBezTo>
                      <a:pt x="79" y="1"/>
                      <a:pt x="94" y="0"/>
                      <a:pt x="112" y="10"/>
                    </a:cubicBezTo>
                    <a:cubicBezTo>
                      <a:pt x="89" y="21"/>
                      <a:pt x="64" y="28"/>
                      <a:pt x="39" y="22"/>
                    </a:cubicBezTo>
                    <a:cubicBezTo>
                      <a:pt x="26" y="18"/>
                      <a:pt x="14" y="14"/>
                      <a:pt x="0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29" name="Freeform 107">
                <a:extLst>
                  <a:ext uri="{FF2B5EF4-FFF2-40B4-BE49-F238E27FC236}">
                    <a16:creationId xmlns:a16="http://schemas.microsoft.com/office/drawing/2014/main" id="{ABDF81B1-E8DD-442B-A34C-EBBFF1171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1047"/>
                <a:ext cx="167" cy="32"/>
              </a:xfrm>
              <a:custGeom>
                <a:avLst/>
                <a:gdLst>
                  <a:gd name="T0" fmla="*/ 50 w 138"/>
                  <a:gd name="T1" fmla="*/ 11 h 26"/>
                  <a:gd name="T2" fmla="*/ 25 w 138"/>
                  <a:gd name="T3" fmla="*/ 22 h 26"/>
                  <a:gd name="T4" fmla="*/ 0 w 138"/>
                  <a:gd name="T5" fmla="*/ 32 h 26"/>
                  <a:gd name="T6" fmla="*/ 96 w 138"/>
                  <a:gd name="T7" fmla="*/ 41 h 26"/>
                  <a:gd name="T8" fmla="*/ 159 w 138"/>
                  <a:gd name="T9" fmla="*/ 47 h 26"/>
                  <a:gd name="T10" fmla="*/ 244 w 13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26">
                    <a:moveTo>
                      <a:pt x="28" y="6"/>
                    </a:moveTo>
                    <a:cubicBezTo>
                      <a:pt x="22" y="3"/>
                      <a:pt x="19" y="10"/>
                      <a:pt x="14" y="12"/>
                    </a:cubicBezTo>
                    <a:cubicBezTo>
                      <a:pt x="10" y="15"/>
                      <a:pt x="4" y="15"/>
                      <a:pt x="0" y="17"/>
                    </a:cubicBezTo>
                    <a:cubicBezTo>
                      <a:pt x="15" y="24"/>
                      <a:pt x="38" y="20"/>
                      <a:pt x="54" y="22"/>
                    </a:cubicBezTo>
                    <a:cubicBezTo>
                      <a:pt x="67" y="24"/>
                      <a:pt x="77" y="26"/>
                      <a:pt x="89" y="25"/>
                    </a:cubicBezTo>
                    <a:cubicBezTo>
                      <a:pt x="109" y="24"/>
                      <a:pt x="125" y="12"/>
                      <a:pt x="13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30" name="Freeform 108">
                <a:extLst>
                  <a:ext uri="{FF2B5EF4-FFF2-40B4-BE49-F238E27FC236}">
                    <a16:creationId xmlns:a16="http://schemas.microsoft.com/office/drawing/2014/main" id="{11EC3C1C-6A4D-4531-8C59-6DAB03652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1067"/>
                <a:ext cx="55" cy="15"/>
              </a:xfrm>
              <a:custGeom>
                <a:avLst/>
                <a:gdLst>
                  <a:gd name="T0" fmla="*/ 82 w 45"/>
                  <a:gd name="T1" fmla="*/ 1 h 13"/>
                  <a:gd name="T2" fmla="*/ 0 w 45"/>
                  <a:gd name="T3" fmla="*/ 2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45" y="1"/>
                    </a:moveTo>
                    <a:cubicBezTo>
                      <a:pt x="28" y="0"/>
                      <a:pt x="14" y="5"/>
                      <a:pt x="0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31" name="Freeform 109">
                <a:extLst>
                  <a:ext uri="{FF2B5EF4-FFF2-40B4-BE49-F238E27FC236}">
                    <a16:creationId xmlns:a16="http://schemas.microsoft.com/office/drawing/2014/main" id="{BB66C33F-A6A2-4444-97E2-E0669F0FB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013"/>
                <a:ext cx="141" cy="44"/>
              </a:xfrm>
              <a:custGeom>
                <a:avLst/>
                <a:gdLst>
                  <a:gd name="T0" fmla="*/ 0 w 117"/>
                  <a:gd name="T1" fmla="*/ 22 h 36"/>
                  <a:gd name="T2" fmla="*/ 78 w 117"/>
                  <a:gd name="T3" fmla="*/ 1 h 36"/>
                  <a:gd name="T4" fmla="*/ 134 w 117"/>
                  <a:gd name="T5" fmla="*/ 13 h 36"/>
                  <a:gd name="T6" fmla="*/ 205 w 117"/>
                  <a:gd name="T7" fmla="*/ 24 h 36"/>
                  <a:gd name="T8" fmla="*/ 83 w 117"/>
                  <a:gd name="T9" fmla="*/ 60 h 36"/>
                  <a:gd name="T10" fmla="*/ 0 w 117"/>
                  <a:gd name="T11" fmla="*/ 27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6">
                    <a:moveTo>
                      <a:pt x="0" y="12"/>
                    </a:moveTo>
                    <a:cubicBezTo>
                      <a:pt x="15" y="4"/>
                      <a:pt x="29" y="0"/>
                      <a:pt x="45" y="1"/>
                    </a:cubicBezTo>
                    <a:cubicBezTo>
                      <a:pt x="56" y="2"/>
                      <a:pt x="65" y="5"/>
                      <a:pt x="76" y="7"/>
                    </a:cubicBezTo>
                    <a:cubicBezTo>
                      <a:pt x="89" y="11"/>
                      <a:pt x="106" y="8"/>
                      <a:pt x="117" y="13"/>
                    </a:cubicBezTo>
                    <a:cubicBezTo>
                      <a:pt x="97" y="24"/>
                      <a:pt x="71" y="36"/>
                      <a:pt x="47" y="33"/>
                    </a:cubicBezTo>
                    <a:cubicBezTo>
                      <a:pt x="33" y="31"/>
                      <a:pt x="11" y="24"/>
                      <a:pt x="0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32" name="Freeform 110">
                <a:extLst>
                  <a:ext uri="{FF2B5EF4-FFF2-40B4-BE49-F238E27FC236}">
                    <a16:creationId xmlns:a16="http://schemas.microsoft.com/office/drawing/2014/main" id="{2F1C19F7-B2F7-4202-9FE3-BCCC1CA61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052"/>
                <a:ext cx="147" cy="29"/>
              </a:xfrm>
              <a:custGeom>
                <a:avLst/>
                <a:gdLst>
                  <a:gd name="T0" fmla="*/ 0 w 122"/>
                  <a:gd name="T1" fmla="*/ 27 h 24"/>
                  <a:gd name="T2" fmla="*/ 41 w 122"/>
                  <a:gd name="T3" fmla="*/ 28 h 24"/>
                  <a:gd name="T4" fmla="*/ 74 w 122"/>
                  <a:gd name="T5" fmla="*/ 33 h 24"/>
                  <a:gd name="T6" fmla="*/ 122 w 122"/>
                  <a:gd name="T7" fmla="*/ 41 h 24"/>
                  <a:gd name="T8" fmla="*/ 213 w 12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24">
                    <a:moveTo>
                      <a:pt x="0" y="15"/>
                    </a:moveTo>
                    <a:cubicBezTo>
                      <a:pt x="7" y="17"/>
                      <a:pt x="16" y="15"/>
                      <a:pt x="23" y="16"/>
                    </a:cubicBezTo>
                    <a:cubicBezTo>
                      <a:pt x="30" y="18"/>
                      <a:pt x="35" y="18"/>
                      <a:pt x="42" y="18"/>
                    </a:cubicBezTo>
                    <a:cubicBezTo>
                      <a:pt x="52" y="19"/>
                      <a:pt x="61" y="23"/>
                      <a:pt x="70" y="23"/>
                    </a:cubicBezTo>
                    <a:cubicBezTo>
                      <a:pt x="89" y="24"/>
                      <a:pt x="107" y="9"/>
                      <a:pt x="122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33" name="Freeform 111">
                <a:extLst>
                  <a:ext uri="{FF2B5EF4-FFF2-40B4-BE49-F238E27FC236}">
                    <a16:creationId xmlns:a16="http://schemas.microsoft.com/office/drawing/2014/main" id="{8C5D59A2-B772-4FE2-B68E-6AF87D615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1022"/>
                <a:ext cx="163" cy="60"/>
              </a:xfrm>
              <a:custGeom>
                <a:avLst/>
                <a:gdLst>
                  <a:gd name="T0" fmla="*/ 0 w 135"/>
                  <a:gd name="T1" fmla="*/ 44 h 50"/>
                  <a:gd name="T2" fmla="*/ 69 w 135"/>
                  <a:gd name="T3" fmla="*/ 71 h 50"/>
                  <a:gd name="T4" fmla="*/ 111 w 135"/>
                  <a:gd name="T5" fmla="*/ 85 h 50"/>
                  <a:gd name="T6" fmla="*/ 177 w 135"/>
                  <a:gd name="T7" fmla="*/ 66 h 50"/>
                  <a:gd name="T8" fmla="*/ 238 w 135"/>
                  <a:gd name="T9" fmla="*/ 26 h 50"/>
                  <a:gd name="T10" fmla="*/ 180 w 135"/>
                  <a:gd name="T11" fmla="*/ 23 h 50"/>
                  <a:gd name="T12" fmla="*/ 128 w 135"/>
                  <a:gd name="T13" fmla="*/ 14 h 50"/>
                  <a:gd name="T14" fmla="*/ 78 w 135"/>
                  <a:gd name="T15" fmla="*/ 14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50">
                    <a:moveTo>
                      <a:pt x="0" y="26"/>
                    </a:moveTo>
                    <a:cubicBezTo>
                      <a:pt x="13" y="30"/>
                      <a:pt x="27" y="35"/>
                      <a:pt x="39" y="41"/>
                    </a:cubicBezTo>
                    <a:cubicBezTo>
                      <a:pt x="47" y="44"/>
                      <a:pt x="54" y="48"/>
                      <a:pt x="63" y="49"/>
                    </a:cubicBezTo>
                    <a:cubicBezTo>
                      <a:pt x="76" y="50"/>
                      <a:pt x="89" y="44"/>
                      <a:pt x="101" y="38"/>
                    </a:cubicBezTo>
                    <a:cubicBezTo>
                      <a:pt x="111" y="33"/>
                      <a:pt x="129" y="25"/>
                      <a:pt x="135" y="15"/>
                    </a:cubicBezTo>
                    <a:cubicBezTo>
                      <a:pt x="125" y="12"/>
                      <a:pt x="113" y="14"/>
                      <a:pt x="102" y="13"/>
                    </a:cubicBezTo>
                    <a:cubicBezTo>
                      <a:pt x="93" y="12"/>
                      <a:pt x="83" y="11"/>
                      <a:pt x="73" y="8"/>
                    </a:cubicBezTo>
                    <a:cubicBezTo>
                      <a:pt x="65" y="6"/>
                      <a:pt x="53" y="0"/>
                      <a:pt x="45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34" name="Freeform 112">
                <a:extLst>
                  <a:ext uri="{FF2B5EF4-FFF2-40B4-BE49-F238E27FC236}">
                    <a16:creationId xmlns:a16="http://schemas.microsoft.com/office/drawing/2014/main" id="{91048695-044F-4AEF-9AFE-57F7A3FD7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012"/>
                <a:ext cx="90" cy="21"/>
              </a:xfrm>
              <a:custGeom>
                <a:avLst/>
                <a:gdLst>
                  <a:gd name="T0" fmla="*/ 0 w 75"/>
                  <a:gd name="T1" fmla="*/ 32 h 17"/>
                  <a:gd name="T2" fmla="*/ 80 w 75"/>
                  <a:gd name="T3" fmla="*/ 15 h 17"/>
                  <a:gd name="T4" fmla="*/ 130 w 7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7">
                    <a:moveTo>
                      <a:pt x="0" y="17"/>
                    </a:moveTo>
                    <a:cubicBezTo>
                      <a:pt x="17" y="17"/>
                      <a:pt x="30" y="12"/>
                      <a:pt x="47" y="8"/>
                    </a:cubicBezTo>
                    <a:cubicBezTo>
                      <a:pt x="55" y="5"/>
                      <a:pt x="68" y="4"/>
                      <a:pt x="7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35" name="Freeform 113">
                <a:extLst>
                  <a:ext uri="{FF2B5EF4-FFF2-40B4-BE49-F238E27FC236}">
                    <a16:creationId xmlns:a16="http://schemas.microsoft.com/office/drawing/2014/main" id="{AE01EEDF-B3FA-4268-B200-0BA20EBF4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031"/>
                <a:ext cx="142" cy="31"/>
              </a:xfrm>
              <a:custGeom>
                <a:avLst/>
                <a:gdLst>
                  <a:gd name="T0" fmla="*/ 0 w 118"/>
                  <a:gd name="T1" fmla="*/ 47 h 25"/>
                  <a:gd name="T2" fmla="*/ 102 w 118"/>
                  <a:gd name="T3" fmla="*/ 9 h 25"/>
                  <a:gd name="T4" fmla="*/ 165 w 118"/>
                  <a:gd name="T5" fmla="*/ 17 h 25"/>
                  <a:gd name="T6" fmla="*/ 206 w 118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25">
                    <a:moveTo>
                      <a:pt x="0" y="25"/>
                    </a:moveTo>
                    <a:cubicBezTo>
                      <a:pt x="22" y="16"/>
                      <a:pt x="34" y="0"/>
                      <a:pt x="59" y="5"/>
                    </a:cubicBezTo>
                    <a:cubicBezTo>
                      <a:pt x="71" y="7"/>
                      <a:pt x="83" y="8"/>
                      <a:pt x="95" y="9"/>
                    </a:cubicBezTo>
                    <a:cubicBezTo>
                      <a:pt x="103" y="11"/>
                      <a:pt x="111" y="15"/>
                      <a:pt x="118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36" name="Freeform 114">
                <a:extLst>
                  <a:ext uri="{FF2B5EF4-FFF2-40B4-BE49-F238E27FC236}">
                    <a16:creationId xmlns:a16="http://schemas.microsoft.com/office/drawing/2014/main" id="{3F26E9AB-69A7-4D03-9027-ACB5FA4CF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052"/>
                <a:ext cx="147" cy="28"/>
              </a:xfrm>
              <a:custGeom>
                <a:avLst/>
                <a:gdLst>
                  <a:gd name="T0" fmla="*/ 213 w 122"/>
                  <a:gd name="T1" fmla="*/ 0 h 23"/>
                  <a:gd name="T2" fmla="*/ 128 w 122"/>
                  <a:gd name="T3" fmla="*/ 40 h 23"/>
                  <a:gd name="T4" fmla="*/ 86 w 122"/>
                  <a:gd name="T5" fmla="*/ 40 h 23"/>
                  <a:gd name="T6" fmla="*/ 40 w 122"/>
                  <a:gd name="T7" fmla="*/ 28 h 23"/>
                  <a:gd name="T8" fmla="*/ 0 w 122"/>
                  <a:gd name="T9" fmla="*/ 2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23">
                    <a:moveTo>
                      <a:pt x="122" y="0"/>
                    </a:moveTo>
                    <a:cubicBezTo>
                      <a:pt x="107" y="7"/>
                      <a:pt x="90" y="20"/>
                      <a:pt x="73" y="22"/>
                    </a:cubicBezTo>
                    <a:cubicBezTo>
                      <a:pt x="65" y="23"/>
                      <a:pt x="57" y="23"/>
                      <a:pt x="49" y="22"/>
                    </a:cubicBezTo>
                    <a:cubicBezTo>
                      <a:pt x="40" y="21"/>
                      <a:pt x="31" y="18"/>
                      <a:pt x="22" y="16"/>
                    </a:cubicBezTo>
                    <a:cubicBezTo>
                      <a:pt x="15" y="15"/>
                      <a:pt x="7" y="11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37" name="Freeform 115">
                <a:extLst>
                  <a:ext uri="{FF2B5EF4-FFF2-40B4-BE49-F238E27FC236}">
                    <a16:creationId xmlns:a16="http://schemas.microsoft.com/office/drawing/2014/main" id="{C201768A-8994-4E27-8B31-48540A55D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013"/>
                <a:ext cx="64" cy="27"/>
              </a:xfrm>
              <a:custGeom>
                <a:avLst/>
                <a:gdLst>
                  <a:gd name="T0" fmla="*/ 0 w 53"/>
                  <a:gd name="T1" fmla="*/ 41 h 22"/>
                  <a:gd name="T2" fmla="*/ 65 w 53"/>
                  <a:gd name="T3" fmla="*/ 14 h 22"/>
                  <a:gd name="T4" fmla="*/ 93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0" y="22"/>
                    </a:moveTo>
                    <a:cubicBezTo>
                      <a:pt x="15" y="21"/>
                      <a:pt x="25" y="15"/>
                      <a:pt x="37" y="7"/>
                    </a:cubicBezTo>
                    <a:cubicBezTo>
                      <a:pt x="42" y="3"/>
                      <a:pt x="47" y="1"/>
                      <a:pt x="5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38" name="Freeform 116">
                <a:extLst>
                  <a:ext uri="{FF2B5EF4-FFF2-40B4-BE49-F238E27FC236}">
                    <a16:creationId xmlns:a16="http://schemas.microsoft.com/office/drawing/2014/main" id="{6728B4F1-3F52-4774-877A-3F0F05BBB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1013"/>
                <a:ext cx="125" cy="20"/>
              </a:xfrm>
              <a:custGeom>
                <a:avLst/>
                <a:gdLst>
                  <a:gd name="T0" fmla="*/ 0 w 104"/>
                  <a:gd name="T1" fmla="*/ 14 h 16"/>
                  <a:gd name="T2" fmla="*/ 97 w 104"/>
                  <a:gd name="T3" fmla="*/ 8 h 16"/>
                  <a:gd name="T4" fmla="*/ 180 w 104"/>
                  <a:gd name="T5" fmla="*/ 3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6">
                    <a:moveTo>
                      <a:pt x="0" y="7"/>
                    </a:moveTo>
                    <a:cubicBezTo>
                      <a:pt x="20" y="1"/>
                      <a:pt x="36" y="0"/>
                      <a:pt x="56" y="4"/>
                    </a:cubicBezTo>
                    <a:cubicBezTo>
                      <a:pt x="71" y="8"/>
                      <a:pt x="88" y="16"/>
                      <a:pt x="104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39" name="Freeform 117">
                <a:extLst>
                  <a:ext uri="{FF2B5EF4-FFF2-40B4-BE49-F238E27FC236}">
                    <a16:creationId xmlns:a16="http://schemas.microsoft.com/office/drawing/2014/main" id="{386404F6-5595-428E-AC9C-B37D27575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033"/>
                <a:ext cx="108" cy="19"/>
              </a:xfrm>
              <a:custGeom>
                <a:avLst/>
                <a:gdLst>
                  <a:gd name="T0" fmla="*/ 156 w 90"/>
                  <a:gd name="T1" fmla="*/ 0 h 16"/>
                  <a:gd name="T2" fmla="*/ 106 w 90"/>
                  <a:gd name="T3" fmla="*/ 15 h 16"/>
                  <a:gd name="T4" fmla="*/ 50 w 90"/>
                  <a:gd name="T5" fmla="*/ 25 h 16"/>
                  <a:gd name="T6" fmla="*/ 0 w 90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6">
                    <a:moveTo>
                      <a:pt x="90" y="0"/>
                    </a:moveTo>
                    <a:cubicBezTo>
                      <a:pt x="81" y="0"/>
                      <a:pt x="69" y="6"/>
                      <a:pt x="61" y="9"/>
                    </a:cubicBezTo>
                    <a:cubicBezTo>
                      <a:pt x="50" y="13"/>
                      <a:pt x="40" y="14"/>
                      <a:pt x="29" y="15"/>
                    </a:cubicBezTo>
                    <a:cubicBezTo>
                      <a:pt x="19" y="16"/>
                      <a:pt x="10" y="16"/>
                      <a:pt x="0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40" name="Freeform 118">
                <a:extLst>
                  <a:ext uri="{FF2B5EF4-FFF2-40B4-BE49-F238E27FC236}">
                    <a16:creationId xmlns:a16="http://schemas.microsoft.com/office/drawing/2014/main" id="{6BB2FFD6-9CE1-47A4-9CF4-DF9C69F95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046"/>
                <a:ext cx="110" cy="34"/>
              </a:xfrm>
              <a:custGeom>
                <a:avLst/>
                <a:gdLst>
                  <a:gd name="T0" fmla="*/ 0 w 92"/>
                  <a:gd name="T1" fmla="*/ 0 h 28"/>
                  <a:gd name="T2" fmla="*/ 50 w 92"/>
                  <a:gd name="T3" fmla="*/ 11 h 28"/>
                  <a:gd name="T4" fmla="*/ 103 w 92"/>
                  <a:gd name="T5" fmla="*/ 33 h 28"/>
                  <a:gd name="T6" fmla="*/ 158 w 92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28">
                    <a:moveTo>
                      <a:pt x="0" y="0"/>
                    </a:moveTo>
                    <a:cubicBezTo>
                      <a:pt x="3" y="5"/>
                      <a:pt x="22" y="3"/>
                      <a:pt x="29" y="6"/>
                    </a:cubicBezTo>
                    <a:cubicBezTo>
                      <a:pt x="39" y="9"/>
                      <a:pt x="49" y="14"/>
                      <a:pt x="60" y="18"/>
                    </a:cubicBezTo>
                    <a:cubicBezTo>
                      <a:pt x="69" y="21"/>
                      <a:pt x="82" y="28"/>
                      <a:pt x="92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41" name="Freeform 119">
                <a:extLst>
                  <a:ext uri="{FF2B5EF4-FFF2-40B4-BE49-F238E27FC236}">
                    <a16:creationId xmlns:a16="http://schemas.microsoft.com/office/drawing/2014/main" id="{358D20B8-36B1-461E-9314-EBE8C3BAF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013"/>
                <a:ext cx="78" cy="20"/>
              </a:xfrm>
              <a:custGeom>
                <a:avLst/>
                <a:gdLst>
                  <a:gd name="T0" fmla="*/ 0 w 65"/>
                  <a:gd name="T1" fmla="*/ 31 h 16"/>
                  <a:gd name="T2" fmla="*/ 113 w 6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6">
                    <a:moveTo>
                      <a:pt x="0" y="16"/>
                    </a:moveTo>
                    <a:cubicBezTo>
                      <a:pt x="22" y="12"/>
                      <a:pt x="42" y="0"/>
                      <a:pt x="6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42" name="Freeform 120">
                <a:extLst>
                  <a:ext uri="{FF2B5EF4-FFF2-40B4-BE49-F238E27FC236}">
                    <a16:creationId xmlns:a16="http://schemas.microsoft.com/office/drawing/2014/main" id="{2533EA50-831F-455C-9552-2AB9E8D3C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029"/>
                <a:ext cx="98" cy="27"/>
              </a:xfrm>
              <a:custGeom>
                <a:avLst/>
                <a:gdLst>
                  <a:gd name="T0" fmla="*/ 0 w 82"/>
                  <a:gd name="T1" fmla="*/ 2 h 22"/>
                  <a:gd name="T2" fmla="*/ 111 w 82"/>
                  <a:gd name="T3" fmla="*/ 34 h 22"/>
                  <a:gd name="T4" fmla="*/ 139 w 82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2">
                    <a:moveTo>
                      <a:pt x="0" y="2"/>
                    </a:moveTo>
                    <a:cubicBezTo>
                      <a:pt x="23" y="0"/>
                      <a:pt x="43" y="13"/>
                      <a:pt x="65" y="19"/>
                    </a:cubicBezTo>
                    <a:cubicBezTo>
                      <a:pt x="76" y="22"/>
                      <a:pt x="82" y="11"/>
                      <a:pt x="81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43" name="Freeform 121">
                <a:extLst>
                  <a:ext uri="{FF2B5EF4-FFF2-40B4-BE49-F238E27FC236}">
                    <a16:creationId xmlns:a16="http://schemas.microsoft.com/office/drawing/2014/main" id="{9C6216DB-D903-4ACF-B631-B1C411478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052"/>
                <a:ext cx="87" cy="24"/>
              </a:xfrm>
              <a:custGeom>
                <a:avLst/>
                <a:gdLst>
                  <a:gd name="T0" fmla="*/ 126 w 72"/>
                  <a:gd name="T1" fmla="*/ 0 h 20"/>
                  <a:gd name="T2" fmla="*/ 127 w 72"/>
                  <a:gd name="T3" fmla="*/ 23 h 20"/>
                  <a:gd name="T4" fmla="*/ 51 w 72"/>
                  <a:gd name="T5" fmla="*/ 17 h 20"/>
                  <a:gd name="T6" fmla="*/ 0 w 72"/>
                  <a:gd name="T7" fmla="*/ 1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0">
                    <a:moveTo>
                      <a:pt x="71" y="0"/>
                    </a:moveTo>
                    <a:cubicBezTo>
                      <a:pt x="70" y="4"/>
                      <a:pt x="70" y="9"/>
                      <a:pt x="72" y="13"/>
                    </a:cubicBezTo>
                    <a:cubicBezTo>
                      <a:pt x="62" y="20"/>
                      <a:pt x="39" y="12"/>
                      <a:pt x="29" y="10"/>
                    </a:cubicBezTo>
                    <a:cubicBezTo>
                      <a:pt x="21" y="8"/>
                      <a:pt x="8" y="3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44" name="Freeform 122">
                <a:extLst>
                  <a:ext uri="{FF2B5EF4-FFF2-40B4-BE49-F238E27FC236}">
                    <a16:creationId xmlns:a16="http://schemas.microsoft.com/office/drawing/2014/main" id="{C4B02B85-33DD-41E8-9450-7D0643BD9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070"/>
                <a:ext cx="11" cy="23"/>
              </a:xfrm>
              <a:custGeom>
                <a:avLst/>
                <a:gdLst>
                  <a:gd name="T0" fmla="*/ 0 w 9"/>
                  <a:gd name="T1" fmla="*/ 0 h 19"/>
                  <a:gd name="T2" fmla="*/ 2 w 9"/>
                  <a:gd name="T3" fmla="*/ 3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0" y="0"/>
                    </a:moveTo>
                    <a:cubicBezTo>
                      <a:pt x="7" y="5"/>
                      <a:pt x="9" y="14"/>
                      <a:pt x="2" y="1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45" name="Freeform 123">
                <a:extLst>
                  <a:ext uri="{FF2B5EF4-FFF2-40B4-BE49-F238E27FC236}">
                    <a16:creationId xmlns:a16="http://schemas.microsoft.com/office/drawing/2014/main" id="{0C0526F9-49D0-42E2-A4A3-AA4AE6BEF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042"/>
                <a:ext cx="65" cy="62"/>
              </a:xfrm>
              <a:custGeom>
                <a:avLst/>
                <a:gdLst>
                  <a:gd name="T0" fmla="*/ 20 w 54"/>
                  <a:gd name="T1" fmla="*/ 0 h 51"/>
                  <a:gd name="T2" fmla="*/ 69 w 54"/>
                  <a:gd name="T3" fmla="*/ 35 h 51"/>
                  <a:gd name="T4" fmla="*/ 87 w 54"/>
                  <a:gd name="T5" fmla="*/ 50 h 51"/>
                  <a:gd name="T6" fmla="*/ 71 w 54"/>
                  <a:gd name="T7" fmla="*/ 84 h 51"/>
                  <a:gd name="T8" fmla="*/ 20 w 54"/>
                  <a:gd name="T9" fmla="*/ 75 h 51"/>
                  <a:gd name="T10" fmla="*/ 0 w 54"/>
                  <a:gd name="T11" fmla="*/ 6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51">
                    <a:moveTo>
                      <a:pt x="12" y="0"/>
                    </a:moveTo>
                    <a:cubicBezTo>
                      <a:pt x="20" y="8"/>
                      <a:pt x="29" y="14"/>
                      <a:pt x="39" y="20"/>
                    </a:cubicBezTo>
                    <a:cubicBezTo>
                      <a:pt x="43" y="23"/>
                      <a:pt x="47" y="24"/>
                      <a:pt x="50" y="28"/>
                    </a:cubicBezTo>
                    <a:cubicBezTo>
                      <a:pt x="54" y="36"/>
                      <a:pt x="48" y="44"/>
                      <a:pt x="41" y="47"/>
                    </a:cubicBezTo>
                    <a:cubicBezTo>
                      <a:pt x="34" y="51"/>
                      <a:pt x="20" y="44"/>
                      <a:pt x="12" y="42"/>
                    </a:cubicBezTo>
                    <a:cubicBezTo>
                      <a:pt x="8" y="41"/>
                      <a:pt x="3" y="40"/>
                      <a:pt x="0" y="3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46" name="Freeform 124">
                <a:extLst>
                  <a:ext uri="{FF2B5EF4-FFF2-40B4-BE49-F238E27FC236}">
                    <a16:creationId xmlns:a16="http://schemas.microsoft.com/office/drawing/2014/main" id="{BC025B38-B826-4DD8-B4CF-575E0758E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087"/>
                <a:ext cx="51" cy="25"/>
              </a:xfrm>
              <a:custGeom>
                <a:avLst/>
                <a:gdLst>
                  <a:gd name="T0" fmla="*/ 0 w 42"/>
                  <a:gd name="T1" fmla="*/ 0 h 21"/>
                  <a:gd name="T2" fmla="*/ 30 w 42"/>
                  <a:gd name="T3" fmla="*/ 21 h 21"/>
                  <a:gd name="T4" fmla="*/ 57 w 42"/>
                  <a:gd name="T5" fmla="*/ 35 h 21"/>
                  <a:gd name="T6" fmla="*/ 75 w 42"/>
                  <a:gd name="T7" fmla="*/ 1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1">
                    <a:moveTo>
                      <a:pt x="0" y="0"/>
                    </a:moveTo>
                    <a:cubicBezTo>
                      <a:pt x="1" y="7"/>
                      <a:pt x="13" y="10"/>
                      <a:pt x="17" y="13"/>
                    </a:cubicBezTo>
                    <a:cubicBezTo>
                      <a:pt x="22" y="17"/>
                      <a:pt x="26" y="21"/>
                      <a:pt x="32" y="20"/>
                    </a:cubicBezTo>
                    <a:cubicBezTo>
                      <a:pt x="41" y="19"/>
                      <a:pt x="41" y="13"/>
                      <a:pt x="42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47" name="Freeform 125">
                <a:extLst>
                  <a:ext uri="{FF2B5EF4-FFF2-40B4-BE49-F238E27FC236}">
                    <a16:creationId xmlns:a16="http://schemas.microsoft.com/office/drawing/2014/main" id="{891D9B55-535D-4FF0-AD70-C185128C8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102"/>
                <a:ext cx="14" cy="38"/>
              </a:xfrm>
              <a:custGeom>
                <a:avLst/>
                <a:gdLst>
                  <a:gd name="T0" fmla="*/ 2 w 12"/>
                  <a:gd name="T1" fmla="*/ 0 h 32"/>
                  <a:gd name="T2" fmla="*/ 0 w 12"/>
                  <a:gd name="T3" fmla="*/ 5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2" y="0"/>
                    </a:moveTo>
                    <a:cubicBezTo>
                      <a:pt x="9" y="9"/>
                      <a:pt x="12" y="26"/>
                      <a:pt x="0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48" name="Freeform 126">
                <a:extLst>
                  <a:ext uri="{FF2B5EF4-FFF2-40B4-BE49-F238E27FC236}">
                    <a16:creationId xmlns:a16="http://schemas.microsoft.com/office/drawing/2014/main" id="{FC41CC56-172C-4BAD-AC14-DE8E69055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108"/>
                <a:ext cx="78" cy="66"/>
              </a:xfrm>
              <a:custGeom>
                <a:avLst/>
                <a:gdLst>
                  <a:gd name="T0" fmla="*/ 16 w 65"/>
                  <a:gd name="T1" fmla="*/ 34 h 55"/>
                  <a:gd name="T2" fmla="*/ 42 w 65"/>
                  <a:gd name="T3" fmla="*/ 71 h 55"/>
                  <a:gd name="T4" fmla="*/ 88 w 65"/>
                  <a:gd name="T5" fmla="*/ 77 h 55"/>
                  <a:gd name="T6" fmla="*/ 50 w 6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5">
                    <a:moveTo>
                      <a:pt x="9" y="19"/>
                    </a:moveTo>
                    <a:cubicBezTo>
                      <a:pt x="0" y="24"/>
                      <a:pt x="21" y="39"/>
                      <a:pt x="24" y="41"/>
                    </a:cubicBezTo>
                    <a:cubicBezTo>
                      <a:pt x="33" y="50"/>
                      <a:pt x="40" y="55"/>
                      <a:pt x="51" y="44"/>
                    </a:cubicBezTo>
                    <a:cubicBezTo>
                      <a:pt x="65" y="31"/>
                      <a:pt x="41" y="8"/>
                      <a:pt x="2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49" name="Freeform 127">
                <a:extLst>
                  <a:ext uri="{FF2B5EF4-FFF2-40B4-BE49-F238E27FC236}">
                    <a16:creationId xmlns:a16="http://schemas.microsoft.com/office/drawing/2014/main" id="{45B13841-084C-4363-A631-BF2992C09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168"/>
                <a:ext cx="5" cy="6"/>
              </a:xfrm>
              <a:custGeom>
                <a:avLst/>
                <a:gdLst>
                  <a:gd name="T0" fmla="*/ 8 w 4"/>
                  <a:gd name="T1" fmla="*/ 0 h 5"/>
                  <a:gd name="T2" fmla="*/ 1 w 4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1"/>
                      <a:pt x="0" y="2"/>
                      <a:pt x="1" y="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0" name="Freeform 128">
                <a:extLst>
                  <a:ext uri="{FF2B5EF4-FFF2-40B4-BE49-F238E27FC236}">
                    <a16:creationId xmlns:a16="http://schemas.microsoft.com/office/drawing/2014/main" id="{7FCE73B1-C552-4870-A1E7-A459D3A2F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143"/>
                <a:ext cx="23" cy="14"/>
              </a:xfrm>
              <a:custGeom>
                <a:avLst/>
                <a:gdLst>
                  <a:gd name="T0" fmla="*/ 0 w 19"/>
                  <a:gd name="T1" fmla="*/ 18 h 12"/>
                  <a:gd name="T2" fmla="*/ 34 w 19"/>
                  <a:gd name="T3" fmla="*/ 1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0" y="11"/>
                    </a:moveTo>
                    <a:cubicBezTo>
                      <a:pt x="5" y="12"/>
                      <a:pt x="15" y="0"/>
                      <a:pt x="19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1" name="Freeform 129">
                <a:extLst>
                  <a:ext uri="{FF2B5EF4-FFF2-40B4-BE49-F238E27FC236}">
                    <a16:creationId xmlns:a16="http://schemas.microsoft.com/office/drawing/2014/main" id="{E9F6FE96-AD63-4EA1-810F-40775E290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156"/>
                <a:ext cx="24" cy="73"/>
              </a:xfrm>
              <a:custGeom>
                <a:avLst/>
                <a:gdLst>
                  <a:gd name="T0" fmla="*/ 0 w 20"/>
                  <a:gd name="T1" fmla="*/ 0 h 60"/>
                  <a:gd name="T2" fmla="*/ 12 w 20"/>
                  <a:gd name="T3" fmla="*/ 33 h 60"/>
                  <a:gd name="T4" fmla="*/ 31 w 20"/>
                  <a:gd name="T5" fmla="*/ 69 h 60"/>
                  <a:gd name="T6" fmla="*/ 6 w 20"/>
                  <a:gd name="T7" fmla="*/ 108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0" y="6"/>
                      <a:pt x="4" y="12"/>
                      <a:pt x="7" y="18"/>
                    </a:cubicBezTo>
                    <a:cubicBezTo>
                      <a:pt x="10" y="25"/>
                      <a:pt x="17" y="32"/>
                      <a:pt x="18" y="39"/>
                    </a:cubicBezTo>
                    <a:cubicBezTo>
                      <a:pt x="20" y="51"/>
                      <a:pt x="10" y="54"/>
                      <a:pt x="3" y="6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2" name="Freeform 130">
                <a:extLst>
                  <a:ext uri="{FF2B5EF4-FFF2-40B4-BE49-F238E27FC236}">
                    <a16:creationId xmlns:a16="http://schemas.microsoft.com/office/drawing/2014/main" id="{8D64B505-A45E-4C5C-BD10-6D053C63B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202"/>
                <a:ext cx="37" cy="31"/>
              </a:xfrm>
              <a:custGeom>
                <a:avLst/>
                <a:gdLst>
                  <a:gd name="T0" fmla="*/ 0 w 31"/>
                  <a:gd name="T1" fmla="*/ 0 h 26"/>
                  <a:gd name="T2" fmla="*/ 53 w 31"/>
                  <a:gd name="T3" fmla="*/ 2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4" y="9"/>
                      <a:pt x="23" y="26"/>
                      <a:pt x="31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3" name="Freeform 131">
                <a:extLst>
                  <a:ext uri="{FF2B5EF4-FFF2-40B4-BE49-F238E27FC236}">
                    <a16:creationId xmlns:a16="http://schemas.microsoft.com/office/drawing/2014/main" id="{56C66EDF-C931-48B3-B716-5558F4F03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210"/>
                <a:ext cx="30" cy="77"/>
              </a:xfrm>
              <a:custGeom>
                <a:avLst/>
                <a:gdLst>
                  <a:gd name="T0" fmla="*/ 0 w 25"/>
                  <a:gd name="T1" fmla="*/ 0 h 63"/>
                  <a:gd name="T2" fmla="*/ 43 w 25"/>
                  <a:gd name="T3" fmla="*/ 75 h 63"/>
                  <a:gd name="T4" fmla="*/ 19 w 25"/>
                  <a:gd name="T5" fmla="*/ 11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3">
                    <a:moveTo>
                      <a:pt x="0" y="0"/>
                    </a:moveTo>
                    <a:cubicBezTo>
                      <a:pt x="2" y="16"/>
                      <a:pt x="25" y="23"/>
                      <a:pt x="25" y="41"/>
                    </a:cubicBezTo>
                    <a:cubicBezTo>
                      <a:pt x="25" y="51"/>
                      <a:pt x="19" y="59"/>
                      <a:pt x="11" y="6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4" name="Freeform 132">
                <a:extLst>
                  <a:ext uri="{FF2B5EF4-FFF2-40B4-BE49-F238E27FC236}">
                    <a16:creationId xmlns:a16="http://schemas.microsoft.com/office/drawing/2014/main" id="{FE9C6925-1854-489F-A0DB-501440A43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262"/>
                <a:ext cx="38" cy="46"/>
              </a:xfrm>
              <a:custGeom>
                <a:avLst/>
                <a:gdLst>
                  <a:gd name="T0" fmla="*/ 0 w 31"/>
                  <a:gd name="T1" fmla="*/ 0 h 38"/>
                  <a:gd name="T2" fmla="*/ 58 w 31"/>
                  <a:gd name="T3" fmla="*/ 5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6" y="11"/>
                      <a:pt x="16" y="38"/>
                      <a:pt x="31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5" name="Freeform 133">
                <a:extLst>
                  <a:ext uri="{FF2B5EF4-FFF2-40B4-BE49-F238E27FC236}">
                    <a16:creationId xmlns:a16="http://schemas.microsoft.com/office/drawing/2014/main" id="{7F2AB44F-F3E5-44C1-B717-8DCDAE3C7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294"/>
                <a:ext cx="47" cy="65"/>
              </a:xfrm>
              <a:custGeom>
                <a:avLst/>
                <a:gdLst>
                  <a:gd name="T0" fmla="*/ 17 w 39"/>
                  <a:gd name="T1" fmla="*/ 0 h 54"/>
                  <a:gd name="T2" fmla="*/ 35 w 39"/>
                  <a:gd name="T3" fmla="*/ 84 h 54"/>
                  <a:gd name="T4" fmla="*/ 0 w 39"/>
                  <a:gd name="T5" fmla="*/ 7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4">
                    <a:moveTo>
                      <a:pt x="10" y="0"/>
                    </a:moveTo>
                    <a:cubicBezTo>
                      <a:pt x="13" y="11"/>
                      <a:pt x="39" y="38"/>
                      <a:pt x="20" y="48"/>
                    </a:cubicBezTo>
                    <a:cubicBezTo>
                      <a:pt x="9" y="54"/>
                      <a:pt x="4" y="47"/>
                      <a:pt x="0" y="4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6" name="Freeform 134">
                <a:extLst>
                  <a:ext uri="{FF2B5EF4-FFF2-40B4-BE49-F238E27FC236}">
                    <a16:creationId xmlns:a16="http://schemas.microsoft.com/office/drawing/2014/main" id="{C95FC641-81BE-4AD0-993B-157C8CA15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51"/>
                <a:ext cx="29" cy="64"/>
              </a:xfrm>
              <a:custGeom>
                <a:avLst/>
                <a:gdLst>
                  <a:gd name="T0" fmla="*/ 0 w 24"/>
                  <a:gd name="T1" fmla="*/ 0 h 53"/>
                  <a:gd name="T2" fmla="*/ 7 w 24"/>
                  <a:gd name="T3" fmla="*/ 63 h 53"/>
                  <a:gd name="T4" fmla="*/ 19 w 24"/>
                  <a:gd name="T5" fmla="*/ 91 h 53"/>
                  <a:gd name="T6" fmla="*/ 40 w 24"/>
                  <a:gd name="T7" fmla="*/ 69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3">
                    <a:moveTo>
                      <a:pt x="0" y="0"/>
                    </a:moveTo>
                    <a:cubicBezTo>
                      <a:pt x="1" y="12"/>
                      <a:pt x="2" y="25"/>
                      <a:pt x="4" y="36"/>
                    </a:cubicBezTo>
                    <a:cubicBezTo>
                      <a:pt x="4" y="42"/>
                      <a:pt x="6" y="49"/>
                      <a:pt x="11" y="51"/>
                    </a:cubicBezTo>
                    <a:cubicBezTo>
                      <a:pt x="18" y="53"/>
                      <a:pt x="24" y="45"/>
                      <a:pt x="22" y="3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7" name="Freeform 135">
                <a:extLst>
                  <a:ext uri="{FF2B5EF4-FFF2-40B4-BE49-F238E27FC236}">
                    <a16:creationId xmlns:a16="http://schemas.microsoft.com/office/drawing/2014/main" id="{AF5FAE45-ABC2-4C37-981E-0DF38268A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404"/>
                <a:ext cx="31" cy="105"/>
              </a:xfrm>
              <a:custGeom>
                <a:avLst/>
                <a:gdLst>
                  <a:gd name="T0" fmla="*/ 23 w 26"/>
                  <a:gd name="T1" fmla="*/ 10 h 87"/>
                  <a:gd name="T2" fmla="*/ 1 w 26"/>
                  <a:gd name="T3" fmla="*/ 57 h 87"/>
                  <a:gd name="T4" fmla="*/ 8 w 26"/>
                  <a:gd name="T5" fmla="*/ 127 h 87"/>
                  <a:gd name="T6" fmla="*/ 32 w 26"/>
                  <a:gd name="T7" fmla="*/ 129 h 87"/>
                  <a:gd name="T8" fmla="*/ 43 w 26"/>
                  <a:gd name="T9" fmla="*/ 59 h 87"/>
                  <a:gd name="T10" fmla="*/ 24 w 26"/>
                  <a:gd name="T11" fmla="*/ 12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87">
                    <a:moveTo>
                      <a:pt x="13" y="6"/>
                    </a:moveTo>
                    <a:cubicBezTo>
                      <a:pt x="3" y="0"/>
                      <a:pt x="1" y="26"/>
                      <a:pt x="1" y="32"/>
                    </a:cubicBezTo>
                    <a:cubicBezTo>
                      <a:pt x="0" y="45"/>
                      <a:pt x="3" y="59"/>
                      <a:pt x="5" y="72"/>
                    </a:cubicBezTo>
                    <a:cubicBezTo>
                      <a:pt x="8" y="86"/>
                      <a:pt x="14" y="87"/>
                      <a:pt x="19" y="74"/>
                    </a:cubicBezTo>
                    <a:cubicBezTo>
                      <a:pt x="24" y="62"/>
                      <a:pt x="25" y="47"/>
                      <a:pt x="25" y="34"/>
                    </a:cubicBezTo>
                    <a:cubicBezTo>
                      <a:pt x="25" y="23"/>
                      <a:pt x="26" y="10"/>
                      <a:pt x="14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8" name="Freeform 136">
                <a:extLst>
                  <a:ext uri="{FF2B5EF4-FFF2-40B4-BE49-F238E27FC236}">
                    <a16:creationId xmlns:a16="http://schemas.microsoft.com/office/drawing/2014/main" id="{8100254E-2958-4565-8710-00810F682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494"/>
                <a:ext cx="24" cy="9"/>
              </a:xfrm>
              <a:custGeom>
                <a:avLst/>
                <a:gdLst>
                  <a:gd name="T0" fmla="*/ 0 w 20"/>
                  <a:gd name="T1" fmla="*/ 11 h 8"/>
                  <a:gd name="T2" fmla="*/ 35 w 20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5" y="2"/>
                      <a:pt x="12" y="0"/>
                      <a:pt x="20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59" name="Freeform 137">
                <a:extLst>
                  <a:ext uri="{FF2B5EF4-FFF2-40B4-BE49-F238E27FC236}">
                    <a16:creationId xmlns:a16="http://schemas.microsoft.com/office/drawing/2014/main" id="{5F62670F-CA70-4E20-BC1A-220E5680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506"/>
                <a:ext cx="25" cy="82"/>
              </a:xfrm>
              <a:custGeom>
                <a:avLst/>
                <a:gdLst>
                  <a:gd name="T0" fmla="*/ 36 w 21"/>
                  <a:gd name="T1" fmla="*/ 0 h 68"/>
                  <a:gd name="T2" fmla="*/ 35 w 21"/>
                  <a:gd name="T3" fmla="*/ 71 h 68"/>
                  <a:gd name="T4" fmla="*/ 0 w 21"/>
                  <a:gd name="T5" fmla="*/ 119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8">
                    <a:moveTo>
                      <a:pt x="21" y="0"/>
                    </a:moveTo>
                    <a:cubicBezTo>
                      <a:pt x="15" y="11"/>
                      <a:pt x="20" y="30"/>
                      <a:pt x="20" y="41"/>
                    </a:cubicBezTo>
                    <a:cubicBezTo>
                      <a:pt x="20" y="57"/>
                      <a:pt x="15" y="65"/>
                      <a:pt x="0" y="6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60" name="Freeform 138">
                <a:extLst>
                  <a:ext uri="{FF2B5EF4-FFF2-40B4-BE49-F238E27FC236}">
                    <a16:creationId xmlns:a16="http://schemas.microsoft.com/office/drawing/2014/main" id="{B8F48463-4E8B-4207-BCE7-A43D08DED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1570"/>
                <a:ext cx="18" cy="41"/>
              </a:xfrm>
              <a:custGeom>
                <a:avLst/>
                <a:gdLst>
                  <a:gd name="T0" fmla="*/ 6 w 15"/>
                  <a:gd name="T1" fmla="*/ 0 h 34"/>
                  <a:gd name="T2" fmla="*/ 26 w 15"/>
                  <a:gd name="T3" fmla="*/ 5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3" y="0"/>
                    </a:moveTo>
                    <a:cubicBezTo>
                      <a:pt x="1" y="9"/>
                      <a:pt x="0" y="34"/>
                      <a:pt x="15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61" name="Freeform 139">
                <a:extLst>
                  <a:ext uri="{FF2B5EF4-FFF2-40B4-BE49-F238E27FC236}">
                    <a16:creationId xmlns:a16="http://schemas.microsoft.com/office/drawing/2014/main" id="{581C1528-E59F-4B30-8151-94515B4BA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630"/>
                <a:ext cx="38" cy="24"/>
              </a:xfrm>
              <a:custGeom>
                <a:avLst/>
                <a:gdLst>
                  <a:gd name="T0" fmla="*/ 0 w 32"/>
                  <a:gd name="T1" fmla="*/ 0 h 20"/>
                  <a:gd name="T2" fmla="*/ 53 w 32"/>
                  <a:gd name="T3" fmla="*/ 2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0">
                    <a:moveTo>
                      <a:pt x="0" y="0"/>
                    </a:moveTo>
                    <a:cubicBezTo>
                      <a:pt x="0" y="7"/>
                      <a:pt x="29" y="20"/>
                      <a:pt x="32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62" name="Freeform 140">
                <a:extLst>
                  <a:ext uri="{FF2B5EF4-FFF2-40B4-BE49-F238E27FC236}">
                    <a16:creationId xmlns:a16="http://schemas.microsoft.com/office/drawing/2014/main" id="{078CCB88-969C-4F4F-BEFD-14AFF28D3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896"/>
                <a:ext cx="75" cy="49"/>
              </a:xfrm>
              <a:custGeom>
                <a:avLst/>
                <a:gdLst>
                  <a:gd name="T0" fmla="*/ 0 w 62"/>
                  <a:gd name="T1" fmla="*/ 65 h 40"/>
                  <a:gd name="T2" fmla="*/ 36 w 62"/>
                  <a:gd name="T3" fmla="*/ 67 h 40"/>
                  <a:gd name="T4" fmla="*/ 76 w 62"/>
                  <a:gd name="T5" fmla="*/ 72 h 40"/>
                  <a:gd name="T6" fmla="*/ 104 w 62"/>
                  <a:gd name="T7" fmla="*/ 44 h 40"/>
                  <a:gd name="T8" fmla="*/ 88 w 6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0">
                    <a:moveTo>
                      <a:pt x="0" y="35"/>
                    </a:moveTo>
                    <a:cubicBezTo>
                      <a:pt x="7" y="38"/>
                      <a:pt x="14" y="37"/>
                      <a:pt x="21" y="37"/>
                    </a:cubicBezTo>
                    <a:cubicBezTo>
                      <a:pt x="28" y="37"/>
                      <a:pt x="37" y="40"/>
                      <a:pt x="43" y="39"/>
                    </a:cubicBezTo>
                    <a:cubicBezTo>
                      <a:pt x="53" y="37"/>
                      <a:pt x="55" y="33"/>
                      <a:pt x="59" y="24"/>
                    </a:cubicBezTo>
                    <a:cubicBezTo>
                      <a:pt x="62" y="16"/>
                      <a:pt x="62" y="1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63" name="Freeform 141">
                <a:extLst>
                  <a:ext uri="{FF2B5EF4-FFF2-40B4-BE49-F238E27FC236}">
                    <a16:creationId xmlns:a16="http://schemas.microsoft.com/office/drawing/2014/main" id="{F8C158CC-B8A7-47FF-98D2-8E968CD33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907"/>
                <a:ext cx="66" cy="41"/>
              </a:xfrm>
              <a:custGeom>
                <a:avLst/>
                <a:gdLst>
                  <a:gd name="T0" fmla="*/ 0 w 55"/>
                  <a:gd name="T1" fmla="*/ 49 h 34"/>
                  <a:gd name="T2" fmla="*/ 95 w 55"/>
                  <a:gd name="T3" fmla="*/ 4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34">
                    <a:moveTo>
                      <a:pt x="0" y="28"/>
                    </a:moveTo>
                    <a:cubicBezTo>
                      <a:pt x="14" y="34"/>
                      <a:pt x="51" y="0"/>
                      <a:pt x="55" y="2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64" name="Freeform 142">
                <a:extLst>
                  <a:ext uri="{FF2B5EF4-FFF2-40B4-BE49-F238E27FC236}">
                    <a16:creationId xmlns:a16="http://schemas.microsoft.com/office/drawing/2014/main" id="{4AC04DFE-5219-4C5C-8C26-BFC91A202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882"/>
                <a:ext cx="75" cy="47"/>
              </a:xfrm>
              <a:custGeom>
                <a:avLst/>
                <a:gdLst>
                  <a:gd name="T0" fmla="*/ 48 w 62"/>
                  <a:gd name="T1" fmla="*/ 66 h 39"/>
                  <a:gd name="T2" fmla="*/ 104 w 62"/>
                  <a:gd name="T3" fmla="*/ 40 h 39"/>
                  <a:gd name="T4" fmla="*/ 96 w 62"/>
                  <a:gd name="T5" fmla="*/ 2 h 39"/>
                  <a:gd name="T6" fmla="*/ 40 w 62"/>
                  <a:gd name="T7" fmla="*/ 27 h 39"/>
                  <a:gd name="T8" fmla="*/ 0 w 62"/>
                  <a:gd name="T9" fmla="*/ 4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39">
                    <a:moveTo>
                      <a:pt x="27" y="38"/>
                    </a:moveTo>
                    <a:cubicBezTo>
                      <a:pt x="39" y="39"/>
                      <a:pt x="54" y="34"/>
                      <a:pt x="59" y="22"/>
                    </a:cubicBezTo>
                    <a:cubicBezTo>
                      <a:pt x="62" y="16"/>
                      <a:pt x="61" y="4"/>
                      <a:pt x="54" y="2"/>
                    </a:cubicBezTo>
                    <a:cubicBezTo>
                      <a:pt x="46" y="0"/>
                      <a:pt x="29" y="12"/>
                      <a:pt x="22" y="15"/>
                    </a:cubicBezTo>
                    <a:cubicBezTo>
                      <a:pt x="14" y="18"/>
                      <a:pt x="7" y="23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65" name="Freeform 143">
                <a:extLst>
                  <a:ext uri="{FF2B5EF4-FFF2-40B4-BE49-F238E27FC236}">
                    <a16:creationId xmlns:a16="http://schemas.microsoft.com/office/drawing/2014/main" id="{8EA88F8C-ADDA-4C90-BA1B-9F344650A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844"/>
                <a:ext cx="31" cy="45"/>
              </a:xfrm>
              <a:custGeom>
                <a:avLst/>
                <a:gdLst>
                  <a:gd name="T0" fmla="*/ 0 w 26"/>
                  <a:gd name="T1" fmla="*/ 61 h 37"/>
                  <a:gd name="T2" fmla="*/ 23 w 26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7">
                    <a:moveTo>
                      <a:pt x="0" y="34"/>
                    </a:moveTo>
                    <a:cubicBezTo>
                      <a:pt x="19" y="37"/>
                      <a:pt x="26" y="10"/>
                      <a:pt x="1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66" name="Freeform 144">
                <a:extLst>
                  <a:ext uri="{FF2B5EF4-FFF2-40B4-BE49-F238E27FC236}">
                    <a16:creationId xmlns:a16="http://schemas.microsoft.com/office/drawing/2014/main" id="{DD1E98FA-8B63-4DFB-9F29-52FB238D1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837"/>
                <a:ext cx="65" cy="44"/>
              </a:xfrm>
              <a:custGeom>
                <a:avLst/>
                <a:gdLst>
                  <a:gd name="T0" fmla="*/ 0 w 54"/>
                  <a:gd name="T1" fmla="*/ 66 h 36"/>
                  <a:gd name="T2" fmla="*/ 76 w 54"/>
                  <a:gd name="T3" fmla="*/ 13 h 36"/>
                  <a:gd name="T4" fmla="*/ 84 w 54"/>
                  <a:gd name="T5" fmla="*/ 4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6">
                    <a:moveTo>
                      <a:pt x="0" y="36"/>
                    </a:moveTo>
                    <a:cubicBezTo>
                      <a:pt x="12" y="27"/>
                      <a:pt x="24" y="0"/>
                      <a:pt x="43" y="7"/>
                    </a:cubicBezTo>
                    <a:cubicBezTo>
                      <a:pt x="50" y="9"/>
                      <a:pt x="54" y="18"/>
                      <a:pt x="48" y="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67" name="Freeform 145">
                <a:extLst>
                  <a:ext uri="{FF2B5EF4-FFF2-40B4-BE49-F238E27FC236}">
                    <a16:creationId xmlns:a16="http://schemas.microsoft.com/office/drawing/2014/main" id="{FB77FBEF-491A-4743-B317-BD260C13F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77"/>
                <a:ext cx="53" cy="70"/>
              </a:xfrm>
              <a:custGeom>
                <a:avLst/>
                <a:gdLst>
                  <a:gd name="T0" fmla="*/ 1 w 44"/>
                  <a:gd name="T1" fmla="*/ 101 h 58"/>
                  <a:gd name="T2" fmla="*/ 42 w 44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58">
                    <a:moveTo>
                      <a:pt x="1" y="58"/>
                    </a:moveTo>
                    <a:cubicBezTo>
                      <a:pt x="0" y="47"/>
                      <a:pt x="44" y="6"/>
                      <a:pt x="2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68" name="Freeform 146">
                <a:extLst>
                  <a:ext uri="{FF2B5EF4-FFF2-40B4-BE49-F238E27FC236}">
                    <a16:creationId xmlns:a16="http://schemas.microsoft.com/office/drawing/2014/main" id="{081C5A87-CBEF-4D7E-81FA-5F803FB00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746"/>
                <a:ext cx="65" cy="104"/>
              </a:xfrm>
              <a:custGeom>
                <a:avLst/>
                <a:gdLst>
                  <a:gd name="T0" fmla="*/ 19 w 54"/>
                  <a:gd name="T1" fmla="*/ 62 h 86"/>
                  <a:gd name="T2" fmla="*/ 83 w 54"/>
                  <a:gd name="T3" fmla="*/ 16 h 86"/>
                  <a:gd name="T4" fmla="*/ 65 w 54"/>
                  <a:gd name="T5" fmla="*/ 65 h 86"/>
                  <a:gd name="T6" fmla="*/ 0 w 54"/>
                  <a:gd name="T7" fmla="*/ 15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6">
                    <a:moveTo>
                      <a:pt x="11" y="35"/>
                    </a:moveTo>
                    <a:cubicBezTo>
                      <a:pt x="13" y="32"/>
                      <a:pt x="35" y="0"/>
                      <a:pt x="47" y="9"/>
                    </a:cubicBezTo>
                    <a:cubicBezTo>
                      <a:pt x="54" y="14"/>
                      <a:pt x="40" y="33"/>
                      <a:pt x="37" y="37"/>
                    </a:cubicBezTo>
                    <a:cubicBezTo>
                      <a:pt x="28" y="52"/>
                      <a:pt x="14" y="77"/>
                      <a:pt x="0" y="8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69" name="Freeform 147">
                <a:extLst>
                  <a:ext uri="{FF2B5EF4-FFF2-40B4-BE49-F238E27FC236}">
                    <a16:creationId xmlns:a16="http://schemas.microsoft.com/office/drawing/2014/main" id="{94581A67-0F5F-49D2-8A8B-AB6ADA689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746"/>
                <a:ext cx="22" cy="17"/>
              </a:xfrm>
              <a:custGeom>
                <a:avLst/>
                <a:gdLst>
                  <a:gd name="T0" fmla="*/ 0 w 18"/>
                  <a:gd name="T1" fmla="*/ 25 h 14"/>
                  <a:gd name="T2" fmla="*/ 33 w 18"/>
                  <a:gd name="T3" fmla="*/ 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5" y="8"/>
                      <a:pt x="10" y="0"/>
                      <a:pt x="18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70" name="Freeform 148">
                <a:extLst>
                  <a:ext uri="{FF2B5EF4-FFF2-40B4-BE49-F238E27FC236}">
                    <a16:creationId xmlns:a16="http://schemas.microsoft.com/office/drawing/2014/main" id="{738C05C8-C1D7-4E79-9398-921426052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691"/>
                <a:ext cx="30" cy="64"/>
              </a:xfrm>
              <a:custGeom>
                <a:avLst/>
                <a:gdLst>
                  <a:gd name="T0" fmla="*/ 0 w 25"/>
                  <a:gd name="T1" fmla="*/ 93 h 53"/>
                  <a:gd name="T2" fmla="*/ 17 w 25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0" y="53"/>
                    </a:moveTo>
                    <a:cubicBezTo>
                      <a:pt x="7" y="39"/>
                      <a:pt x="25" y="12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71" name="Freeform 149">
                <a:extLst>
                  <a:ext uri="{FF2B5EF4-FFF2-40B4-BE49-F238E27FC236}">
                    <a16:creationId xmlns:a16="http://schemas.microsoft.com/office/drawing/2014/main" id="{7F500280-D720-4A96-800E-22D835138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625"/>
                <a:ext cx="55" cy="123"/>
              </a:xfrm>
              <a:custGeom>
                <a:avLst/>
                <a:gdLst>
                  <a:gd name="T0" fmla="*/ 0 w 45"/>
                  <a:gd name="T1" fmla="*/ 108 h 101"/>
                  <a:gd name="T2" fmla="*/ 51 w 45"/>
                  <a:gd name="T3" fmla="*/ 41 h 101"/>
                  <a:gd name="T4" fmla="*/ 13 w 45"/>
                  <a:gd name="T5" fmla="*/ 183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1">
                    <a:moveTo>
                      <a:pt x="0" y="60"/>
                    </a:moveTo>
                    <a:cubicBezTo>
                      <a:pt x="1" y="49"/>
                      <a:pt x="11" y="0"/>
                      <a:pt x="28" y="23"/>
                    </a:cubicBezTo>
                    <a:cubicBezTo>
                      <a:pt x="45" y="47"/>
                      <a:pt x="16" y="81"/>
                      <a:pt x="7" y="10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72" name="Freeform 150">
                <a:extLst>
                  <a:ext uri="{FF2B5EF4-FFF2-40B4-BE49-F238E27FC236}">
                    <a16:creationId xmlns:a16="http://schemas.microsoft.com/office/drawing/2014/main" id="{8B641133-8988-4512-8FC4-A64B767BD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1916"/>
                <a:ext cx="120" cy="54"/>
              </a:xfrm>
              <a:custGeom>
                <a:avLst/>
                <a:gdLst>
                  <a:gd name="T0" fmla="*/ 0 w 100"/>
                  <a:gd name="T1" fmla="*/ 19 h 45"/>
                  <a:gd name="T2" fmla="*/ 102 w 100"/>
                  <a:gd name="T3" fmla="*/ 6 h 45"/>
                  <a:gd name="T4" fmla="*/ 173 w 100"/>
                  <a:gd name="T5" fmla="*/ 35 h 45"/>
                  <a:gd name="T6" fmla="*/ 80 w 100"/>
                  <a:gd name="T7" fmla="*/ 78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45">
                    <a:moveTo>
                      <a:pt x="0" y="11"/>
                    </a:moveTo>
                    <a:cubicBezTo>
                      <a:pt x="18" y="4"/>
                      <a:pt x="40" y="0"/>
                      <a:pt x="59" y="3"/>
                    </a:cubicBezTo>
                    <a:cubicBezTo>
                      <a:pt x="74" y="5"/>
                      <a:pt x="86" y="13"/>
                      <a:pt x="100" y="20"/>
                    </a:cubicBezTo>
                    <a:cubicBezTo>
                      <a:pt x="81" y="23"/>
                      <a:pt x="66" y="44"/>
                      <a:pt x="47" y="4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73" name="Freeform 151">
                <a:extLst>
                  <a:ext uri="{FF2B5EF4-FFF2-40B4-BE49-F238E27FC236}">
                    <a16:creationId xmlns:a16="http://schemas.microsoft.com/office/drawing/2014/main" id="{EF3C8F52-196E-4E22-BC2C-5950625E9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1900"/>
                <a:ext cx="82" cy="31"/>
              </a:xfrm>
              <a:custGeom>
                <a:avLst/>
                <a:gdLst>
                  <a:gd name="T0" fmla="*/ 0 w 68"/>
                  <a:gd name="T1" fmla="*/ 32 h 26"/>
                  <a:gd name="T2" fmla="*/ 84 w 68"/>
                  <a:gd name="T3" fmla="*/ 30 h 26"/>
                  <a:gd name="T4" fmla="*/ 119 w 6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6">
                    <a:moveTo>
                      <a:pt x="0" y="19"/>
                    </a:moveTo>
                    <a:cubicBezTo>
                      <a:pt x="13" y="26"/>
                      <a:pt x="37" y="26"/>
                      <a:pt x="48" y="18"/>
                    </a:cubicBezTo>
                    <a:cubicBezTo>
                      <a:pt x="56" y="13"/>
                      <a:pt x="62" y="6"/>
                      <a:pt x="6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74" name="Freeform 152">
                <a:extLst>
                  <a:ext uri="{FF2B5EF4-FFF2-40B4-BE49-F238E27FC236}">
                    <a16:creationId xmlns:a16="http://schemas.microsoft.com/office/drawing/2014/main" id="{B9B1D9A4-4A79-4A84-B650-1C8C4E693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1901"/>
                <a:ext cx="35" cy="17"/>
              </a:xfrm>
              <a:custGeom>
                <a:avLst/>
                <a:gdLst>
                  <a:gd name="T0" fmla="*/ 51 w 29"/>
                  <a:gd name="T1" fmla="*/ 25 h 14"/>
                  <a:gd name="T2" fmla="*/ 16 w 29"/>
                  <a:gd name="T3" fmla="*/ 13 h 14"/>
                  <a:gd name="T4" fmla="*/ 0 w 2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4">
                    <a:moveTo>
                      <a:pt x="29" y="14"/>
                    </a:moveTo>
                    <a:cubicBezTo>
                      <a:pt x="23" y="11"/>
                      <a:pt x="15" y="11"/>
                      <a:pt x="9" y="7"/>
                    </a:cubicBezTo>
                    <a:cubicBezTo>
                      <a:pt x="6" y="6"/>
                      <a:pt x="2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75" name="Freeform 153">
                <a:extLst>
                  <a:ext uri="{FF2B5EF4-FFF2-40B4-BE49-F238E27FC236}">
                    <a16:creationId xmlns:a16="http://schemas.microsoft.com/office/drawing/2014/main" id="{060685C7-BB3C-4857-ABE2-72746BB7A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910"/>
                <a:ext cx="123" cy="40"/>
              </a:xfrm>
              <a:custGeom>
                <a:avLst/>
                <a:gdLst>
                  <a:gd name="T0" fmla="*/ 21 w 102"/>
                  <a:gd name="T1" fmla="*/ 23 h 33"/>
                  <a:gd name="T2" fmla="*/ 101 w 102"/>
                  <a:gd name="T3" fmla="*/ 1 h 33"/>
                  <a:gd name="T4" fmla="*/ 178 w 102"/>
                  <a:gd name="T5" fmla="*/ 19 h 33"/>
                  <a:gd name="T6" fmla="*/ 113 w 102"/>
                  <a:gd name="T7" fmla="*/ 42 h 33"/>
                  <a:gd name="T8" fmla="*/ 52 w 102"/>
                  <a:gd name="T9" fmla="*/ 57 h 33"/>
                  <a:gd name="T10" fmla="*/ 0 w 102"/>
                  <a:gd name="T11" fmla="*/ 4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33">
                    <a:moveTo>
                      <a:pt x="12" y="13"/>
                    </a:moveTo>
                    <a:cubicBezTo>
                      <a:pt x="27" y="12"/>
                      <a:pt x="42" y="3"/>
                      <a:pt x="58" y="1"/>
                    </a:cubicBezTo>
                    <a:cubicBezTo>
                      <a:pt x="71" y="0"/>
                      <a:pt x="90" y="5"/>
                      <a:pt x="102" y="11"/>
                    </a:cubicBezTo>
                    <a:cubicBezTo>
                      <a:pt x="91" y="10"/>
                      <a:pt x="75" y="21"/>
                      <a:pt x="65" y="24"/>
                    </a:cubicBezTo>
                    <a:cubicBezTo>
                      <a:pt x="54" y="28"/>
                      <a:pt x="41" y="31"/>
                      <a:pt x="30" y="32"/>
                    </a:cubicBezTo>
                    <a:cubicBezTo>
                      <a:pt x="18" y="33"/>
                      <a:pt x="10" y="29"/>
                      <a:pt x="0" y="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76" name="Freeform 154">
                <a:extLst>
                  <a:ext uri="{FF2B5EF4-FFF2-40B4-BE49-F238E27FC236}">
                    <a16:creationId xmlns:a16="http://schemas.microsoft.com/office/drawing/2014/main" id="{759638D3-C093-43CA-BDE6-72E7B0405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1947"/>
                <a:ext cx="84" cy="23"/>
              </a:xfrm>
              <a:custGeom>
                <a:avLst/>
                <a:gdLst>
                  <a:gd name="T0" fmla="*/ 0 w 70"/>
                  <a:gd name="T1" fmla="*/ 0 h 19"/>
                  <a:gd name="T2" fmla="*/ 89 w 70"/>
                  <a:gd name="T3" fmla="*/ 25 h 19"/>
                  <a:gd name="T4" fmla="*/ 121 w 70"/>
                  <a:gd name="T5" fmla="*/ 3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9">
                    <a:moveTo>
                      <a:pt x="0" y="0"/>
                    </a:moveTo>
                    <a:cubicBezTo>
                      <a:pt x="19" y="0"/>
                      <a:pt x="35" y="7"/>
                      <a:pt x="52" y="14"/>
                    </a:cubicBezTo>
                    <a:cubicBezTo>
                      <a:pt x="58" y="16"/>
                      <a:pt x="65" y="16"/>
                      <a:pt x="70" y="1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77" name="Freeform 155">
                <a:extLst>
                  <a:ext uri="{FF2B5EF4-FFF2-40B4-BE49-F238E27FC236}">
                    <a16:creationId xmlns:a16="http://schemas.microsoft.com/office/drawing/2014/main" id="{F244CE2F-D417-4480-AD54-1482BA6F2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918"/>
                <a:ext cx="104" cy="55"/>
              </a:xfrm>
              <a:custGeom>
                <a:avLst/>
                <a:gdLst>
                  <a:gd name="T0" fmla="*/ 0 w 86"/>
                  <a:gd name="T1" fmla="*/ 2 h 45"/>
                  <a:gd name="T2" fmla="*/ 64 w 86"/>
                  <a:gd name="T3" fmla="*/ 6 h 45"/>
                  <a:gd name="T4" fmla="*/ 152 w 86"/>
                  <a:gd name="T5" fmla="*/ 7 h 45"/>
                  <a:gd name="T6" fmla="*/ 100 w 86"/>
                  <a:gd name="T7" fmla="*/ 59 h 45"/>
                  <a:gd name="T8" fmla="*/ 75 w 86"/>
                  <a:gd name="T9" fmla="*/ 8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5">
                    <a:moveTo>
                      <a:pt x="0" y="2"/>
                    </a:moveTo>
                    <a:cubicBezTo>
                      <a:pt x="5" y="11"/>
                      <a:pt x="27" y="4"/>
                      <a:pt x="36" y="3"/>
                    </a:cubicBezTo>
                    <a:cubicBezTo>
                      <a:pt x="54" y="0"/>
                      <a:pt x="68" y="0"/>
                      <a:pt x="86" y="4"/>
                    </a:cubicBezTo>
                    <a:cubicBezTo>
                      <a:pt x="74" y="12"/>
                      <a:pt x="67" y="22"/>
                      <a:pt x="57" y="32"/>
                    </a:cubicBezTo>
                    <a:cubicBezTo>
                      <a:pt x="53" y="37"/>
                      <a:pt x="48" y="43"/>
                      <a:pt x="42" y="4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78" name="Freeform 156">
                <a:extLst>
                  <a:ext uri="{FF2B5EF4-FFF2-40B4-BE49-F238E27FC236}">
                    <a16:creationId xmlns:a16="http://schemas.microsoft.com/office/drawing/2014/main" id="{F00A1B15-7156-4604-B334-574171760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1900"/>
                <a:ext cx="56" cy="27"/>
              </a:xfrm>
              <a:custGeom>
                <a:avLst/>
                <a:gdLst>
                  <a:gd name="T0" fmla="*/ 0 w 47"/>
                  <a:gd name="T1" fmla="*/ 41 h 22"/>
                  <a:gd name="T2" fmla="*/ 80 w 47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2">
                    <a:moveTo>
                      <a:pt x="0" y="22"/>
                    </a:moveTo>
                    <a:cubicBezTo>
                      <a:pt x="18" y="19"/>
                      <a:pt x="31" y="6"/>
                      <a:pt x="4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79" name="Freeform 157">
                <a:extLst>
                  <a:ext uri="{FF2B5EF4-FFF2-40B4-BE49-F238E27FC236}">
                    <a16:creationId xmlns:a16="http://schemas.microsoft.com/office/drawing/2014/main" id="{8AFA7D73-E026-4FB8-8F41-FBB1CB38C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899"/>
                <a:ext cx="152" cy="34"/>
              </a:xfrm>
              <a:custGeom>
                <a:avLst/>
                <a:gdLst>
                  <a:gd name="T0" fmla="*/ 0 w 126"/>
                  <a:gd name="T1" fmla="*/ 2 h 28"/>
                  <a:gd name="T2" fmla="*/ 94 w 126"/>
                  <a:gd name="T3" fmla="*/ 41 h 28"/>
                  <a:gd name="T4" fmla="*/ 147 w 126"/>
                  <a:gd name="T5" fmla="*/ 47 h 28"/>
                  <a:gd name="T6" fmla="*/ 193 w 126"/>
                  <a:gd name="T7" fmla="*/ 22 h 28"/>
                  <a:gd name="T8" fmla="*/ 221 w 12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28">
                    <a:moveTo>
                      <a:pt x="0" y="2"/>
                    </a:moveTo>
                    <a:cubicBezTo>
                      <a:pt x="18" y="9"/>
                      <a:pt x="36" y="17"/>
                      <a:pt x="54" y="23"/>
                    </a:cubicBezTo>
                    <a:cubicBezTo>
                      <a:pt x="63" y="26"/>
                      <a:pt x="74" y="28"/>
                      <a:pt x="84" y="26"/>
                    </a:cubicBezTo>
                    <a:cubicBezTo>
                      <a:pt x="93" y="24"/>
                      <a:pt x="101" y="17"/>
                      <a:pt x="110" y="12"/>
                    </a:cubicBezTo>
                    <a:cubicBezTo>
                      <a:pt x="115" y="8"/>
                      <a:pt x="122" y="4"/>
                      <a:pt x="12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80" name="Freeform 158">
                <a:extLst>
                  <a:ext uri="{FF2B5EF4-FFF2-40B4-BE49-F238E27FC236}">
                    <a16:creationId xmlns:a16="http://schemas.microsoft.com/office/drawing/2014/main" id="{FB026E02-795A-4910-A227-8D7F72AA7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917"/>
                <a:ext cx="43" cy="6"/>
              </a:xfrm>
              <a:custGeom>
                <a:avLst/>
                <a:gdLst>
                  <a:gd name="T0" fmla="*/ 0 w 36"/>
                  <a:gd name="T1" fmla="*/ 8 h 5"/>
                  <a:gd name="T2" fmla="*/ 38 w 36"/>
                  <a:gd name="T3" fmla="*/ 6 h 5"/>
                  <a:gd name="T4" fmla="*/ 61 w 36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">
                    <a:moveTo>
                      <a:pt x="0" y="5"/>
                    </a:moveTo>
                    <a:cubicBezTo>
                      <a:pt x="8" y="5"/>
                      <a:pt x="15" y="5"/>
                      <a:pt x="23" y="3"/>
                    </a:cubicBezTo>
                    <a:cubicBezTo>
                      <a:pt x="27" y="2"/>
                      <a:pt x="31" y="0"/>
                      <a:pt x="36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81" name="Freeform 159">
                <a:extLst>
                  <a:ext uri="{FF2B5EF4-FFF2-40B4-BE49-F238E27FC236}">
                    <a16:creationId xmlns:a16="http://schemas.microsoft.com/office/drawing/2014/main" id="{AB1E6DC0-5766-4519-A954-B27576531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931"/>
                <a:ext cx="116" cy="32"/>
              </a:xfrm>
              <a:custGeom>
                <a:avLst/>
                <a:gdLst>
                  <a:gd name="T0" fmla="*/ 0 w 96"/>
                  <a:gd name="T1" fmla="*/ 15 h 26"/>
                  <a:gd name="T2" fmla="*/ 115 w 96"/>
                  <a:gd name="T3" fmla="*/ 41 h 26"/>
                  <a:gd name="T4" fmla="*/ 169 w 96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6">
                    <a:moveTo>
                      <a:pt x="0" y="8"/>
                    </a:moveTo>
                    <a:cubicBezTo>
                      <a:pt x="20" y="11"/>
                      <a:pt x="45" y="26"/>
                      <a:pt x="65" y="22"/>
                    </a:cubicBezTo>
                    <a:cubicBezTo>
                      <a:pt x="76" y="20"/>
                      <a:pt x="88" y="6"/>
                      <a:pt x="9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82" name="Freeform 160">
                <a:extLst>
                  <a:ext uri="{FF2B5EF4-FFF2-40B4-BE49-F238E27FC236}">
                    <a16:creationId xmlns:a16="http://schemas.microsoft.com/office/drawing/2014/main" id="{96D691C4-C8DF-41FD-B034-C0387ECA7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950"/>
                <a:ext cx="131" cy="19"/>
              </a:xfrm>
              <a:custGeom>
                <a:avLst/>
                <a:gdLst>
                  <a:gd name="T0" fmla="*/ 0 w 109"/>
                  <a:gd name="T1" fmla="*/ 8 h 16"/>
                  <a:gd name="T2" fmla="*/ 75 w 109"/>
                  <a:gd name="T3" fmla="*/ 2 h 16"/>
                  <a:gd name="T4" fmla="*/ 135 w 109"/>
                  <a:gd name="T5" fmla="*/ 6 h 16"/>
                  <a:gd name="T6" fmla="*/ 189 w 109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6">
                    <a:moveTo>
                      <a:pt x="0" y="5"/>
                    </a:moveTo>
                    <a:cubicBezTo>
                      <a:pt x="15" y="8"/>
                      <a:pt x="28" y="4"/>
                      <a:pt x="43" y="2"/>
                    </a:cubicBezTo>
                    <a:cubicBezTo>
                      <a:pt x="56" y="0"/>
                      <a:pt x="64" y="0"/>
                      <a:pt x="77" y="3"/>
                    </a:cubicBezTo>
                    <a:cubicBezTo>
                      <a:pt x="87" y="6"/>
                      <a:pt x="98" y="15"/>
                      <a:pt x="109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83" name="Freeform 161">
                <a:extLst>
                  <a:ext uri="{FF2B5EF4-FFF2-40B4-BE49-F238E27FC236}">
                    <a16:creationId xmlns:a16="http://schemas.microsoft.com/office/drawing/2014/main" id="{973764D2-B913-4490-A1B4-354FE0792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05"/>
                <a:ext cx="113" cy="49"/>
              </a:xfrm>
              <a:custGeom>
                <a:avLst/>
                <a:gdLst>
                  <a:gd name="T0" fmla="*/ 0 w 94"/>
                  <a:gd name="T1" fmla="*/ 14 h 41"/>
                  <a:gd name="T2" fmla="*/ 84 w 94"/>
                  <a:gd name="T3" fmla="*/ 23 h 41"/>
                  <a:gd name="T4" fmla="*/ 163 w 94"/>
                  <a:gd name="T5" fmla="*/ 35 h 41"/>
                  <a:gd name="T6" fmla="*/ 72 w 94"/>
                  <a:gd name="T7" fmla="*/ 61 h 41"/>
                  <a:gd name="T8" fmla="*/ 36 w 94"/>
                  <a:gd name="T9" fmla="*/ 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41">
                    <a:moveTo>
                      <a:pt x="0" y="8"/>
                    </a:moveTo>
                    <a:cubicBezTo>
                      <a:pt x="11" y="0"/>
                      <a:pt x="36" y="10"/>
                      <a:pt x="48" y="13"/>
                    </a:cubicBezTo>
                    <a:cubicBezTo>
                      <a:pt x="63" y="17"/>
                      <a:pt x="79" y="16"/>
                      <a:pt x="94" y="20"/>
                    </a:cubicBezTo>
                    <a:cubicBezTo>
                      <a:pt x="77" y="21"/>
                      <a:pt x="59" y="31"/>
                      <a:pt x="42" y="36"/>
                    </a:cubicBezTo>
                    <a:cubicBezTo>
                      <a:pt x="35" y="38"/>
                      <a:pt x="27" y="38"/>
                      <a:pt x="21" y="4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84" name="Freeform 162">
                <a:extLst>
                  <a:ext uri="{FF2B5EF4-FFF2-40B4-BE49-F238E27FC236}">
                    <a16:creationId xmlns:a16="http://schemas.microsoft.com/office/drawing/2014/main" id="{AA456A4B-CD49-4171-8BF9-583274771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901"/>
                <a:ext cx="58" cy="24"/>
              </a:xfrm>
              <a:custGeom>
                <a:avLst/>
                <a:gdLst>
                  <a:gd name="T0" fmla="*/ 0 w 48"/>
                  <a:gd name="T1" fmla="*/ 31 h 20"/>
                  <a:gd name="T2" fmla="*/ 85 w 48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0">
                    <a:moveTo>
                      <a:pt x="0" y="18"/>
                    </a:moveTo>
                    <a:cubicBezTo>
                      <a:pt x="19" y="20"/>
                      <a:pt x="33" y="8"/>
                      <a:pt x="4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85" name="Freeform 163">
                <a:extLst>
                  <a:ext uri="{FF2B5EF4-FFF2-40B4-BE49-F238E27FC236}">
                    <a16:creationId xmlns:a16="http://schemas.microsoft.com/office/drawing/2014/main" id="{808E4743-FEEB-4FF9-BF8E-711DCC7B7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934"/>
                <a:ext cx="159" cy="35"/>
              </a:xfrm>
              <a:custGeom>
                <a:avLst/>
                <a:gdLst>
                  <a:gd name="T0" fmla="*/ 0 w 132"/>
                  <a:gd name="T1" fmla="*/ 6 h 29"/>
                  <a:gd name="T2" fmla="*/ 51 w 132"/>
                  <a:gd name="T3" fmla="*/ 0 h 29"/>
                  <a:gd name="T4" fmla="*/ 120 w 132"/>
                  <a:gd name="T5" fmla="*/ 16 h 29"/>
                  <a:gd name="T6" fmla="*/ 183 w 132"/>
                  <a:gd name="T7" fmla="*/ 41 h 29"/>
                  <a:gd name="T8" fmla="*/ 211 w 132"/>
                  <a:gd name="T9" fmla="*/ 42 h 29"/>
                  <a:gd name="T10" fmla="*/ 231 w 132"/>
                  <a:gd name="T11" fmla="*/ 5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29">
                    <a:moveTo>
                      <a:pt x="0" y="3"/>
                    </a:moveTo>
                    <a:cubicBezTo>
                      <a:pt x="10" y="2"/>
                      <a:pt x="19" y="0"/>
                      <a:pt x="29" y="0"/>
                    </a:cubicBezTo>
                    <a:cubicBezTo>
                      <a:pt x="43" y="0"/>
                      <a:pt x="55" y="4"/>
                      <a:pt x="69" y="9"/>
                    </a:cubicBezTo>
                    <a:cubicBezTo>
                      <a:pt x="81" y="14"/>
                      <a:pt x="93" y="21"/>
                      <a:pt x="105" y="23"/>
                    </a:cubicBezTo>
                    <a:cubicBezTo>
                      <a:pt x="110" y="24"/>
                      <a:pt x="115" y="23"/>
                      <a:pt x="120" y="24"/>
                    </a:cubicBezTo>
                    <a:cubicBezTo>
                      <a:pt x="124" y="26"/>
                      <a:pt x="127" y="29"/>
                      <a:pt x="132" y="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86" name="Freeform 164">
                <a:extLst>
                  <a:ext uri="{FF2B5EF4-FFF2-40B4-BE49-F238E27FC236}">
                    <a16:creationId xmlns:a16="http://schemas.microsoft.com/office/drawing/2014/main" id="{CD76D5BE-C8F0-471E-890A-043F153D2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901"/>
                <a:ext cx="94" cy="55"/>
              </a:xfrm>
              <a:custGeom>
                <a:avLst/>
                <a:gdLst>
                  <a:gd name="T0" fmla="*/ 0 w 78"/>
                  <a:gd name="T1" fmla="*/ 66 h 45"/>
                  <a:gd name="T2" fmla="*/ 105 w 78"/>
                  <a:gd name="T3" fmla="*/ 20 h 45"/>
                  <a:gd name="T4" fmla="*/ 136 w 78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45">
                    <a:moveTo>
                      <a:pt x="0" y="36"/>
                    </a:moveTo>
                    <a:cubicBezTo>
                      <a:pt x="19" y="45"/>
                      <a:pt x="46" y="22"/>
                      <a:pt x="60" y="11"/>
                    </a:cubicBezTo>
                    <a:cubicBezTo>
                      <a:pt x="65" y="7"/>
                      <a:pt x="71" y="2"/>
                      <a:pt x="7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87" name="Freeform 165">
                <a:extLst>
                  <a:ext uri="{FF2B5EF4-FFF2-40B4-BE49-F238E27FC236}">
                    <a16:creationId xmlns:a16="http://schemas.microsoft.com/office/drawing/2014/main" id="{6CD073FE-0047-4BA0-BDD6-FA5037D1B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906"/>
                <a:ext cx="108" cy="12"/>
              </a:xfrm>
              <a:custGeom>
                <a:avLst/>
                <a:gdLst>
                  <a:gd name="T0" fmla="*/ 156 w 90"/>
                  <a:gd name="T1" fmla="*/ 12 h 10"/>
                  <a:gd name="T2" fmla="*/ 101 w 90"/>
                  <a:gd name="T3" fmla="*/ 16 h 10"/>
                  <a:gd name="T4" fmla="*/ 49 w 90"/>
                  <a:gd name="T5" fmla="*/ 8 h 10"/>
                  <a:gd name="T6" fmla="*/ 0 w 90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0">
                    <a:moveTo>
                      <a:pt x="90" y="7"/>
                    </a:moveTo>
                    <a:cubicBezTo>
                      <a:pt x="82" y="6"/>
                      <a:pt x="68" y="10"/>
                      <a:pt x="58" y="9"/>
                    </a:cubicBezTo>
                    <a:cubicBezTo>
                      <a:pt x="48" y="8"/>
                      <a:pt x="38" y="6"/>
                      <a:pt x="28" y="5"/>
                    </a:cubicBezTo>
                    <a:cubicBezTo>
                      <a:pt x="20" y="4"/>
                      <a:pt x="7" y="0"/>
                      <a:pt x="0" y="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88" name="Freeform 166">
                <a:extLst>
                  <a:ext uri="{FF2B5EF4-FFF2-40B4-BE49-F238E27FC236}">
                    <a16:creationId xmlns:a16="http://schemas.microsoft.com/office/drawing/2014/main" id="{D2A3FB3E-E51D-471D-9927-5662D3057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918"/>
                <a:ext cx="146" cy="22"/>
              </a:xfrm>
              <a:custGeom>
                <a:avLst/>
                <a:gdLst>
                  <a:gd name="T0" fmla="*/ 212 w 121"/>
                  <a:gd name="T1" fmla="*/ 33 h 18"/>
                  <a:gd name="T2" fmla="*/ 195 w 121"/>
                  <a:gd name="T3" fmla="*/ 27 h 18"/>
                  <a:gd name="T4" fmla="*/ 139 w 121"/>
                  <a:gd name="T5" fmla="*/ 9 h 18"/>
                  <a:gd name="T6" fmla="*/ 69 w 121"/>
                  <a:gd name="T7" fmla="*/ 7 h 18"/>
                  <a:gd name="T8" fmla="*/ 0 w 121"/>
                  <a:gd name="T9" fmla="*/ 2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18">
                    <a:moveTo>
                      <a:pt x="121" y="18"/>
                    </a:moveTo>
                    <a:cubicBezTo>
                      <a:pt x="117" y="18"/>
                      <a:pt x="115" y="16"/>
                      <a:pt x="111" y="15"/>
                    </a:cubicBezTo>
                    <a:cubicBezTo>
                      <a:pt x="101" y="11"/>
                      <a:pt x="90" y="8"/>
                      <a:pt x="79" y="5"/>
                    </a:cubicBezTo>
                    <a:cubicBezTo>
                      <a:pt x="65" y="2"/>
                      <a:pt x="53" y="0"/>
                      <a:pt x="39" y="4"/>
                    </a:cubicBezTo>
                    <a:cubicBezTo>
                      <a:pt x="26" y="7"/>
                      <a:pt x="13" y="13"/>
                      <a:pt x="0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89" name="Freeform 167">
                <a:extLst>
                  <a:ext uri="{FF2B5EF4-FFF2-40B4-BE49-F238E27FC236}">
                    <a16:creationId xmlns:a16="http://schemas.microsoft.com/office/drawing/2014/main" id="{A6143188-0EB9-4FFF-8079-3C258B81C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952"/>
                <a:ext cx="52" cy="21"/>
              </a:xfrm>
              <a:custGeom>
                <a:avLst/>
                <a:gdLst>
                  <a:gd name="T0" fmla="*/ 76 w 43"/>
                  <a:gd name="T1" fmla="*/ 0 h 17"/>
                  <a:gd name="T2" fmla="*/ 0 w 43"/>
                  <a:gd name="T3" fmla="*/ 3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">
                    <a:moveTo>
                      <a:pt x="43" y="0"/>
                    </a:moveTo>
                    <a:cubicBezTo>
                      <a:pt x="26" y="1"/>
                      <a:pt x="15" y="12"/>
                      <a:pt x="0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90" name="Freeform 168">
                <a:extLst>
                  <a:ext uri="{FF2B5EF4-FFF2-40B4-BE49-F238E27FC236}">
                    <a16:creationId xmlns:a16="http://schemas.microsoft.com/office/drawing/2014/main" id="{647D656F-F6A2-4E4B-AA7A-E5950E131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1086"/>
                <a:ext cx="63" cy="41"/>
              </a:xfrm>
              <a:custGeom>
                <a:avLst/>
                <a:gdLst>
                  <a:gd name="T0" fmla="*/ 25 w 52"/>
                  <a:gd name="T1" fmla="*/ 0 h 34"/>
                  <a:gd name="T2" fmla="*/ 12 w 52"/>
                  <a:gd name="T3" fmla="*/ 36 h 34"/>
                  <a:gd name="T4" fmla="*/ 23 w 52"/>
                  <a:gd name="T5" fmla="*/ 54 h 34"/>
                  <a:gd name="T6" fmla="*/ 57 w 52"/>
                  <a:gd name="T7" fmla="*/ 57 h 34"/>
                  <a:gd name="T8" fmla="*/ 90 w 52"/>
                  <a:gd name="T9" fmla="*/ 42 h 34"/>
                  <a:gd name="T10" fmla="*/ 82 w 52"/>
                  <a:gd name="T11" fmla="*/ 8 h 34"/>
                  <a:gd name="T12" fmla="*/ 57 w 52"/>
                  <a:gd name="T13" fmla="*/ 1 h 34"/>
                  <a:gd name="T14" fmla="*/ 25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0"/>
                    </a:moveTo>
                    <a:cubicBezTo>
                      <a:pt x="0" y="0"/>
                      <a:pt x="5" y="12"/>
                      <a:pt x="7" y="21"/>
                    </a:cubicBezTo>
                    <a:cubicBezTo>
                      <a:pt x="8" y="25"/>
                      <a:pt x="9" y="29"/>
                      <a:pt x="13" y="31"/>
                    </a:cubicBezTo>
                    <a:cubicBezTo>
                      <a:pt x="18" y="34"/>
                      <a:pt x="26" y="33"/>
                      <a:pt x="32" y="32"/>
                    </a:cubicBezTo>
                    <a:cubicBezTo>
                      <a:pt x="38" y="31"/>
                      <a:pt x="48" y="31"/>
                      <a:pt x="50" y="24"/>
                    </a:cubicBezTo>
                    <a:cubicBezTo>
                      <a:pt x="52" y="19"/>
                      <a:pt x="50" y="8"/>
                      <a:pt x="46" y="5"/>
                    </a:cubicBezTo>
                    <a:cubicBezTo>
                      <a:pt x="43" y="1"/>
                      <a:pt x="36" y="1"/>
                      <a:pt x="32" y="1"/>
                    </a:cubicBezTo>
                    <a:cubicBezTo>
                      <a:pt x="26" y="0"/>
                      <a:pt x="20" y="0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91" name="Freeform 169">
                <a:extLst>
                  <a:ext uri="{FF2B5EF4-FFF2-40B4-BE49-F238E27FC236}">
                    <a16:creationId xmlns:a16="http://schemas.microsoft.com/office/drawing/2014/main" id="{C6998888-A8CE-4866-962A-D58D38CDD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1121"/>
                <a:ext cx="58" cy="31"/>
              </a:xfrm>
              <a:custGeom>
                <a:avLst/>
                <a:gdLst>
                  <a:gd name="T0" fmla="*/ 36 w 48"/>
                  <a:gd name="T1" fmla="*/ 8 h 26"/>
                  <a:gd name="T2" fmla="*/ 18 w 48"/>
                  <a:gd name="T3" fmla="*/ 6 h 26"/>
                  <a:gd name="T4" fmla="*/ 1 w 48"/>
                  <a:gd name="T5" fmla="*/ 10 h 26"/>
                  <a:gd name="T6" fmla="*/ 1 w 48"/>
                  <a:gd name="T7" fmla="*/ 27 h 26"/>
                  <a:gd name="T8" fmla="*/ 23 w 48"/>
                  <a:gd name="T9" fmla="*/ 43 h 26"/>
                  <a:gd name="T10" fmla="*/ 68 w 48"/>
                  <a:gd name="T11" fmla="*/ 42 h 26"/>
                  <a:gd name="T12" fmla="*/ 82 w 48"/>
                  <a:gd name="T13" fmla="*/ 17 h 26"/>
                  <a:gd name="T14" fmla="*/ 73 w 48"/>
                  <a:gd name="T15" fmla="*/ 0 h 26"/>
                  <a:gd name="T16" fmla="*/ 51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3"/>
                    </a:cubicBezTo>
                    <a:cubicBezTo>
                      <a:pt x="8" y="3"/>
                      <a:pt x="2" y="4"/>
                      <a:pt x="1" y="6"/>
                    </a:cubicBezTo>
                    <a:cubicBezTo>
                      <a:pt x="0" y="8"/>
                      <a:pt x="0" y="15"/>
                      <a:pt x="1" y="16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1" y="25"/>
                      <a:pt x="29" y="26"/>
                      <a:pt x="38" y="24"/>
                    </a:cubicBezTo>
                    <a:cubicBezTo>
                      <a:pt x="47" y="22"/>
                      <a:pt x="48" y="19"/>
                      <a:pt x="46" y="10"/>
                    </a:cubicBezTo>
                    <a:cubicBezTo>
                      <a:pt x="46" y="6"/>
                      <a:pt x="45" y="0"/>
                      <a:pt x="41" y="0"/>
                    </a:cubicBezTo>
                    <a:cubicBezTo>
                      <a:pt x="38" y="0"/>
                      <a:pt x="32" y="3"/>
                      <a:pt x="2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92" name="Freeform 170">
                <a:extLst>
                  <a:ext uri="{FF2B5EF4-FFF2-40B4-BE49-F238E27FC236}">
                    <a16:creationId xmlns:a16="http://schemas.microsoft.com/office/drawing/2014/main" id="{F8E07D2C-7315-432A-AA19-A83C2A7FE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1085"/>
                <a:ext cx="65" cy="31"/>
              </a:xfrm>
              <a:custGeom>
                <a:avLst/>
                <a:gdLst>
                  <a:gd name="T0" fmla="*/ 20 w 54"/>
                  <a:gd name="T1" fmla="*/ 2 h 26"/>
                  <a:gd name="T2" fmla="*/ 1 w 54"/>
                  <a:gd name="T3" fmla="*/ 12 h 26"/>
                  <a:gd name="T4" fmla="*/ 1 w 54"/>
                  <a:gd name="T5" fmla="*/ 35 h 26"/>
                  <a:gd name="T6" fmla="*/ 26 w 54"/>
                  <a:gd name="T7" fmla="*/ 43 h 26"/>
                  <a:gd name="T8" fmla="*/ 69 w 54"/>
                  <a:gd name="T9" fmla="*/ 43 h 26"/>
                  <a:gd name="T10" fmla="*/ 94 w 54"/>
                  <a:gd name="T11" fmla="*/ 29 h 26"/>
                  <a:gd name="T12" fmla="*/ 87 w 54"/>
                  <a:gd name="T13" fmla="*/ 7 h 26"/>
                  <a:gd name="T14" fmla="*/ 61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2" y="2"/>
                    </a:moveTo>
                    <a:cubicBezTo>
                      <a:pt x="9" y="1"/>
                      <a:pt x="2" y="4"/>
                      <a:pt x="1" y="7"/>
                    </a:cubicBezTo>
                    <a:cubicBezTo>
                      <a:pt x="0" y="10"/>
                      <a:pt x="0" y="17"/>
                      <a:pt x="1" y="20"/>
                    </a:cubicBezTo>
                    <a:cubicBezTo>
                      <a:pt x="3" y="25"/>
                      <a:pt x="10" y="25"/>
                      <a:pt x="15" y="25"/>
                    </a:cubicBezTo>
                    <a:cubicBezTo>
                      <a:pt x="23" y="26"/>
                      <a:pt x="32" y="26"/>
                      <a:pt x="39" y="25"/>
                    </a:cubicBezTo>
                    <a:cubicBezTo>
                      <a:pt x="44" y="25"/>
                      <a:pt x="54" y="23"/>
                      <a:pt x="54" y="17"/>
                    </a:cubicBezTo>
                    <a:cubicBezTo>
                      <a:pt x="54" y="14"/>
                      <a:pt x="52" y="7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93" name="Freeform 171">
                <a:extLst>
                  <a:ext uri="{FF2B5EF4-FFF2-40B4-BE49-F238E27FC236}">
                    <a16:creationId xmlns:a16="http://schemas.microsoft.com/office/drawing/2014/main" id="{8EDE96EE-D438-4D28-829F-B574AFBF7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" y="1149"/>
                <a:ext cx="8" cy="22"/>
              </a:xfrm>
              <a:custGeom>
                <a:avLst/>
                <a:gdLst>
                  <a:gd name="T0" fmla="*/ 10 w 7"/>
                  <a:gd name="T1" fmla="*/ 6 h 18"/>
                  <a:gd name="T2" fmla="*/ 1 w 7"/>
                  <a:gd name="T3" fmla="*/ 13 h 18"/>
                  <a:gd name="T4" fmla="*/ 1 w 7"/>
                  <a:gd name="T5" fmla="*/ 32 h 18"/>
                  <a:gd name="T6" fmla="*/ 3 w 7"/>
                  <a:gd name="T7" fmla="*/ 3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8">
                    <a:moveTo>
                      <a:pt x="7" y="3"/>
                    </a:moveTo>
                    <a:cubicBezTo>
                      <a:pt x="4" y="0"/>
                      <a:pt x="1" y="5"/>
                      <a:pt x="1" y="7"/>
                    </a:cubicBezTo>
                    <a:cubicBezTo>
                      <a:pt x="0" y="10"/>
                      <a:pt x="1" y="14"/>
                      <a:pt x="1" y="17"/>
                    </a:cubicBezTo>
                    <a:cubicBezTo>
                      <a:pt x="2" y="17"/>
                      <a:pt x="2" y="18"/>
                      <a:pt x="3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94" name="Freeform 172">
                <a:extLst>
                  <a:ext uri="{FF2B5EF4-FFF2-40B4-BE49-F238E27FC236}">
                    <a16:creationId xmlns:a16="http://schemas.microsoft.com/office/drawing/2014/main" id="{5FD589ED-53B7-4C88-8CDE-DEAA620DB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" y="1149"/>
                <a:ext cx="23" cy="20"/>
              </a:xfrm>
              <a:custGeom>
                <a:avLst/>
                <a:gdLst>
                  <a:gd name="T0" fmla="*/ 0 w 19"/>
                  <a:gd name="T1" fmla="*/ 0 h 17"/>
                  <a:gd name="T2" fmla="*/ 30 w 19"/>
                  <a:gd name="T3" fmla="*/ 11 h 17"/>
                  <a:gd name="T4" fmla="*/ 25 w 1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8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95" name="Freeform 173">
                <a:extLst>
                  <a:ext uri="{FF2B5EF4-FFF2-40B4-BE49-F238E27FC236}">
                    <a16:creationId xmlns:a16="http://schemas.microsoft.com/office/drawing/2014/main" id="{23DB1FDB-8519-453C-A60F-CE7590AA0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1114"/>
                <a:ext cx="72" cy="34"/>
              </a:xfrm>
              <a:custGeom>
                <a:avLst/>
                <a:gdLst>
                  <a:gd name="T0" fmla="*/ 12 w 60"/>
                  <a:gd name="T1" fmla="*/ 1 h 28"/>
                  <a:gd name="T2" fmla="*/ 1 w 60"/>
                  <a:gd name="T3" fmla="*/ 15 h 28"/>
                  <a:gd name="T4" fmla="*/ 2 w 60"/>
                  <a:gd name="T5" fmla="*/ 27 h 28"/>
                  <a:gd name="T6" fmla="*/ 28 w 60"/>
                  <a:gd name="T7" fmla="*/ 47 h 28"/>
                  <a:gd name="T8" fmla="*/ 60 w 60"/>
                  <a:gd name="T9" fmla="*/ 35 h 28"/>
                  <a:gd name="T10" fmla="*/ 95 w 60"/>
                  <a:gd name="T11" fmla="*/ 25 h 28"/>
                  <a:gd name="T12" fmla="*/ 86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2"/>
                      <a:pt x="2" y="6"/>
                      <a:pt x="1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4" y="23"/>
                      <a:pt x="5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9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96" name="Freeform 174">
                <a:extLst>
                  <a:ext uri="{FF2B5EF4-FFF2-40B4-BE49-F238E27FC236}">
                    <a16:creationId xmlns:a16="http://schemas.microsoft.com/office/drawing/2014/main" id="{C96DC94B-2647-4383-99EA-776FA13F3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" y="1145"/>
                <a:ext cx="3" cy="7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97" name="Freeform 175">
                <a:extLst>
                  <a:ext uri="{FF2B5EF4-FFF2-40B4-BE49-F238E27FC236}">
                    <a16:creationId xmlns:a16="http://schemas.microsoft.com/office/drawing/2014/main" id="{EE9C7104-D7DB-492A-816F-478FE225F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1128"/>
                <a:ext cx="17" cy="43"/>
              </a:xfrm>
              <a:custGeom>
                <a:avLst/>
                <a:gdLst>
                  <a:gd name="T0" fmla="*/ 0 w 14"/>
                  <a:gd name="T1" fmla="*/ 0 h 35"/>
                  <a:gd name="T2" fmla="*/ 19 w 14"/>
                  <a:gd name="T3" fmla="*/ 52 h 35"/>
                  <a:gd name="T4" fmla="*/ 7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6" y="9"/>
                      <a:pt x="14" y="17"/>
                      <a:pt x="11" y="28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98" name="Freeform 176">
                <a:extLst>
                  <a:ext uri="{FF2B5EF4-FFF2-40B4-BE49-F238E27FC236}">
                    <a16:creationId xmlns:a16="http://schemas.microsoft.com/office/drawing/2014/main" id="{351C1BEA-4069-4EE9-8629-080C4EE7D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085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3 w 59"/>
                  <a:gd name="T5" fmla="*/ 35 h 20"/>
                  <a:gd name="T6" fmla="*/ 83 w 59"/>
                  <a:gd name="T7" fmla="*/ 29 h 20"/>
                  <a:gd name="T8" fmla="*/ 101 w 59"/>
                  <a:gd name="T9" fmla="*/ 23 h 20"/>
                  <a:gd name="T10" fmla="*/ 95 w 59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1"/>
                      <a:pt x="5" y="14"/>
                    </a:cubicBezTo>
                    <a:cubicBezTo>
                      <a:pt x="9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7"/>
                      <a:pt x="56" y="18"/>
                      <a:pt x="58" y="13"/>
                    </a:cubicBezTo>
                    <a:cubicBezTo>
                      <a:pt x="59" y="9"/>
                      <a:pt x="59" y="3"/>
                      <a:pt x="5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99" name="Freeform 177">
                <a:extLst>
                  <a:ext uri="{FF2B5EF4-FFF2-40B4-BE49-F238E27FC236}">
                    <a16:creationId xmlns:a16="http://schemas.microsoft.com/office/drawing/2014/main" id="{A095AFB8-47D5-4D27-8BCB-A42A74D23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127"/>
                <a:ext cx="54" cy="44"/>
              </a:xfrm>
              <a:custGeom>
                <a:avLst/>
                <a:gdLst>
                  <a:gd name="T0" fmla="*/ 8 w 45"/>
                  <a:gd name="T1" fmla="*/ 65 h 36"/>
                  <a:gd name="T2" fmla="*/ 6 w 45"/>
                  <a:gd name="T3" fmla="*/ 26 h 36"/>
                  <a:gd name="T4" fmla="*/ 2 w 45"/>
                  <a:gd name="T5" fmla="*/ 13 h 36"/>
                  <a:gd name="T6" fmla="*/ 36 w 45"/>
                  <a:gd name="T7" fmla="*/ 2 h 36"/>
                  <a:gd name="T8" fmla="*/ 67 w 45"/>
                  <a:gd name="T9" fmla="*/ 2 h 36"/>
                  <a:gd name="T10" fmla="*/ 78 w 45"/>
                  <a:gd name="T11" fmla="*/ 33 h 36"/>
                  <a:gd name="T12" fmla="*/ 70 w 45"/>
                  <a:gd name="T13" fmla="*/ 6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29"/>
                      <a:pt x="4" y="21"/>
                      <a:pt x="3" y="14"/>
                    </a:cubicBezTo>
                    <a:cubicBezTo>
                      <a:pt x="2" y="12"/>
                      <a:pt x="0" y="9"/>
                      <a:pt x="2" y="7"/>
                    </a:cubicBezTo>
                    <a:cubicBezTo>
                      <a:pt x="6" y="3"/>
                      <a:pt x="17" y="3"/>
                      <a:pt x="21" y="2"/>
                    </a:cubicBezTo>
                    <a:cubicBezTo>
                      <a:pt x="26" y="1"/>
                      <a:pt x="34" y="0"/>
                      <a:pt x="39" y="2"/>
                    </a:cubicBezTo>
                    <a:cubicBezTo>
                      <a:pt x="45" y="5"/>
                      <a:pt x="45" y="13"/>
                      <a:pt x="45" y="18"/>
                    </a:cubicBezTo>
                    <a:cubicBezTo>
                      <a:pt x="45" y="23"/>
                      <a:pt x="45" y="33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00" name="Freeform 178">
                <a:extLst>
                  <a:ext uri="{FF2B5EF4-FFF2-40B4-BE49-F238E27FC236}">
                    <a16:creationId xmlns:a16="http://schemas.microsoft.com/office/drawing/2014/main" id="{4F958FE6-D89B-4B08-9F49-24F69A430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082"/>
                <a:ext cx="61" cy="32"/>
              </a:xfrm>
              <a:custGeom>
                <a:avLst/>
                <a:gdLst>
                  <a:gd name="T0" fmla="*/ 7 w 51"/>
                  <a:gd name="T1" fmla="*/ 2 h 26"/>
                  <a:gd name="T2" fmla="*/ 8 w 51"/>
                  <a:gd name="T3" fmla="*/ 38 h 26"/>
                  <a:gd name="T4" fmla="*/ 33 w 51"/>
                  <a:gd name="T5" fmla="*/ 38 h 26"/>
                  <a:gd name="T6" fmla="*/ 59 w 51"/>
                  <a:gd name="T7" fmla="*/ 41 h 26"/>
                  <a:gd name="T8" fmla="*/ 75 w 51"/>
                  <a:gd name="T9" fmla="*/ 48 h 26"/>
                  <a:gd name="T10" fmla="*/ 87 w 51"/>
                  <a:gd name="T11" fmla="*/ 32 h 26"/>
                  <a:gd name="T12" fmla="*/ 73 w 51"/>
                  <a:gd name="T13" fmla="*/ 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6">
                    <a:moveTo>
                      <a:pt x="4" y="2"/>
                    </a:moveTo>
                    <a:cubicBezTo>
                      <a:pt x="3" y="6"/>
                      <a:pt x="0" y="18"/>
                      <a:pt x="5" y="20"/>
                    </a:cubicBezTo>
                    <a:cubicBezTo>
                      <a:pt x="8" y="22"/>
                      <a:pt x="16" y="21"/>
                      <a:pt x="19" y="20"/>
                    </a:cubicBezTo>
                    <a:cubicBezTo>
                      <a:pt x="25" y="20"/>
                      <a:pt x="29" y="19"/>
                      <a:pt x="34" y="22"/>
                    </a:cubicBezTo>
                    <a:cubicBezTo>
                      <a:pt x="37" y="23"/>
                      <a:pt x="40" y="26"/>
                      <a:pt x="44" y="26"/>
                    </a:cubicBezTo>
                    <a:cubicBezTo>
                      <a:pt x="49" y="26"/>
                      <a:pt x="51" y="22"/>
                      <a:pt x="51" y="17"/>
                    </a:cubicBezTo>
                    <a:cubicBezTo>
                      <a:pt x="51" y="14"/>
                      <a:pt x="49" y="0"/>
                      <a:pt x="43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01" name="Freeform 179">
                <a:extLst>
                  <a:ext uri="{FF2B5EF4-FFF2-40B4-BE49-F238E27FC236}">
                    <a16:creationId xmlns:a16="http://schemas.microsoft.com/office/drawing/2014/main" id="{A2471E73-24B6-44CD-AD19-E75AC34C0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103"/>
                <a:ext cx="58" cy="34"/>
              </a:xfrm>
              <a:custGeom>
                <a:avLst/>
                <a:gdLst>
                  <a:gd name="T0" fmla="*/ 10 w 48"/>
                  <a:gd name="T1" fmla="*/ 9 h 28"/>
                  <a:gd name="T2" fmla="*/ 2 w 48"/>
                  <a:gd name="T3" fmla="*/ 18 h 28"/>
                  <a:gd name="T4" fmla="*/ 6 w 48"/>
                  <a:gd name="T5" fmla="*/ 41 h 28"/>
                  <a:gd name="T6" fmla="*/ 48 w 48"/>
                  <a:gd name="T7" fmla="*/ 41 h 28"/>
                  <a:gd name="T8" fmla="*/ 83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6" y="5"/>
                    </a:moveTo>
                    <a:cubicBezTo>
                      <a:pt x="5" y="4"/>
                      <a:pt x="2" y="8"/>
                      <a:pt x="2" y="10"/>
                    </a:cubicBezTo>
                    <a:cubicBezTo>
                      <a:pt x="0" y="13"/>
                      <a:pt x="1" y="20"/>
                      <a:pt x="3" y="23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3"/>
                      <a:pt x="45" y="23"/>
                      <a:pt x="47" y="14"/>
                    </a:cubicBezTo>
                    <a:cubicBezTo>
                      <a:pt x="48" y="11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02" name="Freeform 180">
                <a:extLst>
                  <a:ext uri="{FF2B5EF4-FFF2-40B4-BE49-F238E27FC236}">
                    <a16:creationId xmlns:a16="http://schemas.microsoft.com/office/drawing/2014/main" id="{F6E5D1EC-7CBF-4333-8E07-41F3B3E0D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086"/>
                <a:ext cx="63" cy="41"/>
              </a:xfrm>
              <a:custGeom>
                <a:avLst/>
                <a:gdLst>
                  <a:gd name="T0" fmla="*/ 23 w 52"/>
                  <a:gd name="T1" fmla="*/ 0 h 34"/>
                  <a:gd name="T2" fmla="*/ 12 w 52"/>
                  <a:gd name="T3" fmla="*/ 36 h 34"/>
                  <a:gd name="T4" fmla="*/ 23 w 52"/>
                  <a:gd name="T5" fmla="*/ 54 h 34"/>
                  <a:gd name="T6" fmla="*/ 57 w 52"/>
                  <a:gd name="T7" fmla="*/ 57 h 34"/>
                  <a:gd name="T8" fmla="*/ 90 w 52"/>
                  <a:gd name="T9" fmla="*/ 42 h 34"/>
                  <a:gd name="T10" fmla="*/ 82 w 52"/>
                  <a:gd name="T11" fmla="*/ 8 h 34"/>
                  <a:gd name="T12" fmla="*/ 57 w 52"/>
                  <a:gd name="T13" fmla="*/ 1 h 34"/>
                  <a:gd name="T14" fmla="*/ 25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3" y="0"/>
                    </a:moveTo>
                    <a:cubicBezTo>
                      <a:pt x="0" y="0"/>
                      <a:pt x="5" y="12"/>
                      <a:pt x="7" y="21"/>
                    </a:cubicBezTo>
                    <a:cubicBezTo>
                      <a:pt x="8" y="25"/>
                      <a:pt x="9" y="29"/>
                      <a:pt x="13" y="31"/>
                    </a:cubicBezTo>
                    <a:cubicBezTo>
                      <a:pt x="18" y="34"/>
                      <a:pt x="26" y="33"/>
                      <a:pt x="32" y="32"/>
                    </a:cubicBezTo>
                    <a:cubicBezTo>
                      <a:pt x="38" y="31"/>
                      <a:pt x="48" y="31"/>
                      <a:pt x="50" y="24"/>
                    </a:cubicBezTo>
                    <a:cubicBezTo>
                      <a:pt x="52" y="19"/>
                      <a:pt x="50" y="8"/>
                      <a:pt x="46" y="5"/>
                    </a:cubicBezTo>
                    <a:cubicBezTo>
                      <a:pt x="43" y="1"/>
                      <a:pt x="36" y="1"/>
                      <a:pt x="32" y="1"/>
                    </a:cubicBezTo>
                    <a:cubicBezTo>
                      <a:pt x="26" y="0"/>
                      <a:pt x="20" y="0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03" name="Freeform 181">
                <a:extLst>
                  <a:ext uri="{FF2B5EF4-FFF2-40B4-BE49-F238E27FC236}">
                    <a16:creationId xmlns:a16="http://schemas.microsoft.com/office/drawing/2014/main" id="{CBAD083A-95AE-4A66-9353-4BC9FA310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121"/>
                <a:ext cx="58" cy="31"/>
              </a:xfrm>
              <a:custGeom>
                <a:avLst/>
                <a:gdLst>
                  <a:gd name="T0" fmla="*/ 36 w 48"/>
                  <a:gd name="T1" fmla="*/ 8 h 26"/>
                  <a:gd name="T2" fmla="*/ 18 w 48"/>
                  <a:gd name="T3" fmla="*/ 6 h 26"/>
                  <a:gd name="T4" fmla="*/ 1 w 48"/>
                  <a:gd name="T5" fmla="*/ 10 h 26"/>
                  <a:gd name="T6" fmla="*/ 1 w 48"/>
                  <a:gd name="T7" fmla="*/ 27 h 26"/>
                  <a:gd name="T8" fmla="*/ 22 w 48"/>
                  <a:gd name="T9" fmla="*/ 43 h 26"/>
                  <a:gd name="T10" fmla="*/ 68 w 48"/>
                  <a:gd name="T11" fmla="*/ 42 h 26"/>
                  <a:gd name="T12" fmla="*/ 82 w 48"/>
                  <a:gd name="T13" fmla="*/ 17 h 26"/>
                  <a:gd name="T14" fmla="*/ 70 w 48"/>
                  <a:gd name="T15" fmla="*/ 0 h 26"/>
                  <a:gd name="T16" fmla="*/ 51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3"/>
                    </a:cubicBezTo>
                    <a:cubicBezTo>
                      <a:pt x="8" y="3"/>
                      <a:pt x="2" y="4"/>
                      <a:pt x="1" y="6"/>
                    </a:cubicBezTo>
                    <a:cubicBezTo>
                      <a:pt x="0" y="8"/>
                      <a:pt x="0" y="15"/>
                      <a:pt x="1" y="16"/>
                    </a:cubicBezTo>
                    <a:cubicBezTo>
                      <a:pt x="2" y="24"/>
                      <a:pt x="6" y="25"/>
                      <a:pt x="12" y="25"/>
                    </a:cubicBezTo>
                    <a:cubicBezTo>
                      <a:pt x="21" y="25"/>
                      <a:pt x="29" y="26"/>
                      <a:pt x="38" y="24"/>
                    </a:cubicBezTo>
                    <a:cubicBezTo>
                      <a:pt x="47" y="22"/>
                      <a:pt x="48" y="19"/>
                      <a:pt x="46" y="10"/>
                    </a:cubicBezTo>
                    <a:cubicBezTo>
                      <a:pt x="46" y="6"/>
                      <a:pt x="45" y="0"/>
                      <a:pt x="40" y="0"/>
                    </a:cubicBezTo>
                    <a:cubicBezTo>
                      <a:pt x="38" y="0"/>
                      <a:pt x="32" y="3"/>
                      <a:pt x="2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04" name="Freeform 182">
                <a:extLst>
                  <a:ext uri="{FF2B5EF4-FFF2-40B4-BE49-F238E27FC236}">
                    <a16:creationId xmlns:a16="http://schemas.microsoft.com/office/drawing/2014/main" id="{02DE8906-6565-445A-A69A-A9ADC165D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085"/>
                <a:ext cx="65" cy="31"/>
              </a:xfrm>
              <a:custGeom>
                <a:avLst/>
                <a:gdLst>
                  <a:gd name="T0" fmla="*/ 20 w 54"/>
                  <a:gd name="T1" fmla="*/ 2 h 26"/>
                  <a:gd name="T2" fmla="*/ 1 w 54"/>
                  <a:gd name="T3" fmla="*/ 12 h 26"/>
                  <a:gd name="T4" fmla="*/ 1 w 54"/>
                  <a:gd name="T5" fmla="*/ 35 h 26"/>
                  <a:gd name="T6" fmla="*/ 26 w 54"/>
                  <a:gd name="T7" fmla="*/ 43 h 26"/>
                  <a:gd name="T8" fmla="*/ 69 w 54"/>
                  <a:gd name="T9" fmla="*/ 43 h 26"/>
                  <a:gd name="T10" fmla="*/ 94 w 54"/>
                  <a:gd name="T11" fmla="*/ 29 h 26"/>
                  <a:gd name="T12" fmla="*/ 87 w 54"/>
                  <a:gd name="T13" fmla="*/ 7 h 26"/>
                  <a:gd name="T14" fmla="*/ 61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2" y="2"/>
                    </a:moveTo>
                    <a:cubicBezTo>
                      <a:pt x="9" y="1"/>
                      <a:pt x="2" y="4"/>
                      <a:pt x="1" y="7"/>
                    </a:cubicBezTo>
                    <a:cubicBezTo>
                      <a:pt x="0" y="10"/>
                      <a:pt x="0" y="17"/>
                      <a:pt x="1" y="20"/>
                    </a:cubicBezTo>
                    <a:cubicBezTo>
                      <a:pt x="3" y="25"/>
                      <a:pt x="10" y="25"/>
                      <a:pt x="15" y="25"/>
                    </a:cubicBezTo>
                    <a:cubicBezTo>
                      <a:pt x="23" y="26"/>
                      <a:pt x="31" y="26"/>
                      <a:pt x="39" y="25"/>
                    </a:cubicBezTo>
                    <a:cubicBezTo>
                      <a:pt x="44" y="25"/>
                      <a:pt x="54" y="23"/>
                      <a:pt x="54" y="17"/>
                    </a:cubicBezTo>
                    <a:cubicBezTo>
                      <a:pt x="54" y="14"/>
                      <a:pt x="52" y="7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05" name="Freeform 183">
                <a:extLst>
                  <a:ext uri="{FF2B5EF4-FFF2-40B4-BE49-F238E27FC236}">
                    <a16:creationId xmlns:a16="http://schemas.microsoft.com/office/drawing/2014/main" id="{38F3793F-A4E9-4412-B461-7D8CB7B91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149"/>
                <a:ext cx="23" cy="20"/>
              </a:xfrm>
              <a:custGeom>
                <a:avLst/>
                <a:gdLst>
                  <a:gd name="T0" fmla="*/ 0 w 19"/>
                  <a:gd name="T1" fmla="*/ 0 h 17"/>
                  <a:gd name="T2" fmla="*/ 30 w 19"/>
                  <a:gd name="T3" fmla="*/ 11 h 17"/>
                  <a:gd name="T4" fmla="*/ 25 w 1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8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06" name="Freeform 184">
                <a:extLst>
                  <a:ext uri="{FF2B5EF4-FFF2-40B4-BE49-F238E27FC236}">
                    <a16:creationId xmlns:a16="http://schemas.microsoft.com/office/drawing/2014/main" id="{76DCF5B2-EE38-4216-B19C-EC0CE15A4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114"/>
                <a:ext cx="72" cy="34"/>
              </a:xfrm>
              <a:custGeom>
                <a:avLst/>
                <a:gdLst>
                  <a:gd name="T0" fmla="*/ 12 w 60"/>
                  <a:gd name="T1" fmla="*/ 1 h 28"/>
                  <a:gd name="T2" fmla="*/ 1 w 60"/>
                  <a:gd name="T3" fmla="*/ 15 h 28"/>
                  <a:gd name="T4" fmla="*/ 1 w 60"/>
                  <a:gd name="T5" fmla="*/ 27 h 28"/>
                  <a:gd name="T6" fmla="*/ 26 w 60"/>
                  <a:gd name="T7" fmla="*/ 47 h 28"/>
                  <a:gd name="T8" fmla="*/ 60 w 60"/>
                  <a:gd name="T9" fmla="*/ 35 h 28"/>
                  <a:gd name="T10" fmla="*/ 95 w 60"/>
                  <a:gd name="T11" fmla="*/ 25 h 28"/>
                  <a:gd name="T12" fmla="*/ 86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2"/>
                      <a:pt x="2" y="6"/>
                      <a:pt x="1" y="8"/>
                    </a:cubicBezTo>
                    <a:cubicBezTo>
                      <a:pt x="0" y="11"/>
                      <a:pt x="0" y="12"/>
                      <a:pt x="1" y="15"/>
                    </a:cubicBezTo>
                    <a:cubicBezTo>
                      <a:pt x="4" y="23"/>
                      <a:pt x="5" y="28"/>
                      <a:pt x="15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9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07" name="Freeform 185">
                <a:extLst>
                  <a:ext uri="{FF2B5EF4-FFF2-40B4-BE49-F238E27FC236}">
                    <a16:creationId xmlns:a16="http://schemas.microsoft.com/office/drawing/2014/main" id="{D03B7D03-B299-419B-8276-D297D5ABC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145"/>
                <a:ext cx="4" cy="7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08" name="Freeform 186">
                <a:extLst>
                  <a:ext uri="{FF2B5EF4-FFF2-40B4-BE49-F238E27FC236}">
                    <a16:creationId xmlns:a16="http://schemas.microsoft.com/office/drawing/2014/main" id="{36861201-6EAB-4DFE-9394-D1C3082A4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128"/>
                <a:ext cx="17" cy="43"/>
              </a:xfrm>
              <a:custGeom>
                <a:avLst/>
                <a:gdLst>
                  <a:gd name="T0" fmla="*/ 0 w 14"/>
                  <a:gd name="T1" fmla="*/ 0 h 35"/>
                  <a:gd name="T2" fmla="*/ 19 w 14"/>
                  <a:gd name="T3" fmla="*/ 52 h 35"/>
                  <a:gd name="T4" fmla="*/ 7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5" y="9"/>
                      <a:pt x="14" y="17"/>
                      <a:pt x="11" y="28"/>
                    </a:cubicBezTo>
                    <a:cubicBezTo>
                      <a:pt x="9" y="31"/>
                      <a:pt x="7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09" name="Freeform 187">
                <a:extLst>
                  <a:ext uri="{FF2B5EF4-FFF2-40B4-BE49-F238E27FC236}">
                    <a16:creationId xmlns:a16="http://schemas.microsoft.com/office/drawing/2014/main" id="{E83CC67A-39CD-4E89-9339-F7DF376FD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085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3 w 59"/>
                  <a:gd name="T5" fmla="*/ 35 h 20"/>
                  <a:gd name="T6" fmla="*/ 83 w 59"/>
                  <a:gd name="T7" fmla="*/ 29 h 20"/>
                  <a:gd name="T8" fmla="*/ 100 w 59"/>
                  <a:gd name="T9" fmla="*/ 23 h 20"/>
                  <a:gd name="T10" fmla="*/ 95 w 59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1"/>
                      <a:pt x="5" y="14"/>
                    </a:cubicBezTo>
                    <a:cubicBezTo>
                      <a:pt x="8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7"/>
                      <a:pt x="56" y="18"/>
                      <a:pt x="57" y="13"/>
                    </a:cubicBezTo>
                    <a:cubicBezTo>
                      <a:pt x="59" y="9"/>
                      <a:pt x="58" y="3"/>
                      <a:pt x="5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10" name="Freeform 188">
                <a:extLst>
                  <a:ext uri="{FF2B5EF4-FFF2-40B4-BE49-F238E27FC236}">
                    <a16:creationId xmlns:a16="http://schemas.microsoft.com/office/drawing/2014/main" id="{B900E8CE-0EFE-4BB5-88C3-748796C14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127"/>
                <a:ext cx="54" cy="44"/>
              </a:xfrm>
              <a:custGeom>
                <a:avLst/>
                <a:gdLst>
                  <a:gd name="T0" fmla="*/ 8 w 45"/>
                  <a:gd name="T1" fmla="*/ 65 h 36"/>
                  <a:gd name="T2" fmla="*/ 6 w 45"/>
                  <a:gd name="T3" fmla="*/ 26 h 36"/>
                  <a:gd name="T4" fmla="*/ 2 w 45"/>
                  <a:gd name="T5" fmla="*/ 13 h 36"/>
                  <a:gd name="T6" fmla="*/ 36 w 45"/>
                  <a:gd name="T7" fmla="*/ 2 h 36"/>
                  <a:gd name="T8" fmla="*/ 67 w 45"/>
                  <a:gd name="T9" fmla="*/ 2 h 36"/>
                  <a:gd name="T10" fmla="*/ 78 w 45"/>
                  <a:gd name="T11" fmla="*/ 33 h 36"/>
                  <a:gd name="T12" fmla="*/ 70 w 45"/>
                  <a:gd name="T13" fmla="*/ 6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29"/>
                      <a:pt x="4" y="21"/>
                      <a:pt x="3" y="14"/>
                    </a:cubicBezTo>
                    <a:cubicBezTo>
                      <a:pt x="2" y="12"/>
                      <a:pt x="0" y="9"/>
                      <a:pt x="2" y="7"/>
                    </a:cubicBezTo>
                    <a:cubicBezTo>
                      <a:pt x="6" y="3"/>
                      <a:pt x="16" y="3"/>
                      <a:pt x="21" y="2"/>
                    </a:cubicBezTo>
                    <a:cubicBezTo>
                      <a:pt x="26" y="1"/>
                      <a:pt x="34" y="0"/>
                      <a:pt x="39" y="2"/>
                    </a:cubicBezTo>
                    <a:cubicBezTo>
                      <a:pt x="45" y="5"/>
                      <a:pt x="45" y="13"/>
                      <a:pt x="45" y="18"/>
                    </a:cubicBezTo>
                    <a:cubicBezTo>
                      <a:pt x="45" y="23"/>
                      <a:pt x="44" y="33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11" name="Freeform 189">
                <a:extLst>
                  <a:ext uri="{FF2B5EF4-FFF2-40B4-BE49-F238E27FC236}">
                    <a16:creationId xmlns:a16="http://schemas.microsoft.com/office/drawing/2014/main" id="{B59FA208-C5D6-4B1B-B5FC-542DCCCA8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103"/>
                <a:ext cx="57" cy="34"/>
              </a:xfrm>
              <a:custGeom>
                <a:avLst/>
                <a:gdLst>
                  <a:gd name="T0" fmla="*/ 10 w 48"/>
                  <a:gd name="T1" fmla="*/ 9 h 28"/>
                  <a:gd name="T2" fmla="*/ 1 w 48"/>
                  <a:gd name="T3" fmla="*/ 18 h 28"/>
                  <a:gd name="T4" fmla="*/ 6 w 48"/>
                  <a:gd name="T5" fmla="*/ 41 h 28"/>
                  <a:gd name="T6" fmla="*/ 45 w 48"/>
                  <a:gd name="T7" fmla="*/ 41 h 28"/>
                  <a:gd name="T8" fmla="*/ 80 w 48"/>
                  <a:gd name="T9" fmla="*/ 25 h 28"/>
                  <a:gd name="T10" fmla="*/ 70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6" y="5"/>
                    </a:moveTo>
                    <a:cubicBezTo>
                      <a:pt x="5" y="4"/>
                      <a:pt x="2" y="8"/>
                      <a:pt x="1" y="10"/>
                    </a:cubicBezTo>
                    <a:cubicBezTo>
                      <a:pt x="0" y="13"/>
                      <a:pt x="0" y="20"/>
                      <a:pt x="3" y="23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3"/>
                      <a:pt x="44" y="23"/>
                      <a:pt x="47" y="14"/>
                    </a:cubicBezTo>
                    <a:cubicBezTo>
                      <a:pt x="48" y="11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12" name="Freeform 190">
                <a:extLst>
                  <a:ext uri="{FF2B5EF4-FFF2-40B4-BE49-F238E27FC236}">
                    <a16:creationId xmlns:a16="http://schemas.microsoft.com/office/drawing/2014/main" id="{8559EED3-B772-48B7-B033-6105AC6A8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106"/>
                <a:ext cx="7" cy="10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13" name="Freeform 191">
                <a:extLst>
                  <a:ext uri="{FF2B5EF4-FFF2-40B4-BE49-F238E27FC236}">
                    <a16:creationId xmlns:a16="http://schemas.microsoft.com/office/drawing/2014/main" id="{30E20D9C-642C-4A37-BAA1-4D30AD1AC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112"/>
                <a:ext cx="74" cy="27"/>
              </a:xfrm>
              <a:custGeom>
                <a:avLst/>
                <a:gdLst>
                  <a:gd name="T0" fmla="*/ 73 w 62"/>
                  <a:gd name="T1" fmla="*/ 2 h 22"/>
                  <a:gd name="T2" fmla="*/ 95 w 62"/>
                  <a:gd name="T3" fmla="*/ 31 h 22"/>
                  <a:gd name="T4" fmla="*/ 76 w 62"/>
                  <a:gd name="T5" fmla="*/ 38 h 22"/>
                  <a:gd name="T6" fmla="*/ 47 w 62"/>
                  <a:gd name="T7" fmla="*/ 39 h 22"/>
                  <a:gd name="T8" fmla="*/ 14 w 62"/>
                  <a:gd name="T9" fmla="*/ 38 h 22"/>
                  <a:gd name="T10" fmla="*/ 0 w 62"/>
                  <a:gd name="T11" fmla="*/ 3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2">
                    <a:moveTo>
                      <a:pt x="43" y="2"/>
                    </a:moveTo>
                    <a:cubicBezTo>
                      <a:pt x="50" y="0"/>
                      <a:pt x="62" y="9"/>
                      <a:pt x="56" y="16"/>
                    </a:cubicBezTo>
                    <a:cubicBezTo>
                      <a:pt x="54" y="19"/>
                      <a:pt x="48" y="20"/>
                      <a:pt x="45" y="20"/>
                    </a:cubicBezTo>
                    <a:cubicBezTo>
                      <a:pt x="39" y="22"/>
                      <a:pt x="34" y="21"/>
                      <a:pt x="28" y="21"/>
                    </a:cubicBezTo>
                    <a:cubicBezTo>
                      <a:pt x="21" y="21"/>
                      <a:pt x="14" y="20"/>
                      <a:pt x="8" y="20"/>
                    </a:cubicBezTo>
                    <a:cubicBezTo>
                      <a:pt x="5" y="19"/>
                      <a:pt x="0" y="21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14" name="Freeform 192">
                <a:extLst>
                  <a:ext uri="{FF2B5EF4-FFF2-40B4-BE49-F238E27FC236}">
                    <a16:creationId xmlns:a16="http://schemas.microsoft.com/office/drawing/2014/main" id="{3E1F9BA6-9099-43BA-97B2-FC4A156FF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085"/>
                <a:ext cx="51" cy="35"/>
              </a:xfrm>
              <a:custGeom>
                <a:avLst/>
                <a:gdLst>
                  <a:gd name="T0" fmla="*/ 8 w 43"/>
                  <a:gd name="T1" fmla="*/ 1 h 29"/>
                  <a:gd name="T2" fmla="*/ 6 w 43"/>
                  <a:gd name="T3" fmla="*/ 23 h 29"/>
                  <a:gd name="T4" fmla="*/ 30 w 43"/>
                  <a:gd name="T5" fmla="*/ 48 h 29"/>
                  <a:gd name="T6" fmla="*/ 71 w 43"/>
                  <a:gd name="T7" fmla="*/ 30 h 29"/>
                  <a:gd name="T8" fmla="*/ 63 w 43"/>
                  <a:gd name="T9" fmla="*/ 6 h 29"/>
                  <a:gd name="T10" fmla="*/ 62 w 43"/>
                  <a:gd name="T11" fmla="*/ 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9">
                    <a:moveTo>
                      <a:pt x="5" y="1"/>
                    </a:moveTo>
                    <a:cubicBezTo>
                      <a:pt x="0" y="0"/>
                      <a:pt x="2" y="11"/>
                      <a:pt x="3" y="13"/>
                    </a:cubicBezTo>
                    <a:cubicBezTo>
                      <a:pt x="6" y="22"/>
                      <a:pt x="5" y="29"/>
                      <a:pt x="18" y="27"/>
                    </a:cubicBezTo>
                    <a:cubicBezTo>
                      <a:pt x="24" y="27"/>
                      <a:pt x="43" y="26"/>
                      <a:pt x="43" y="17"/>
                    </a:cubicBezTo>
                    <a:cubicBezTo>
                      <a:pt x="43" y="12"/>
                      <a:pt x="40" y="7"/>
                      <a:pt x="38" y="3"/>
                    </a:cubicBezTo>
                    <a:cubicBezTo>
                      <a:pt x="37" y="2"/>
                      <a:pt x="37" y="2"/>
                      <a:pt x="37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15" name="Freeform 193">
                <a:extLst>
                  <a:ext uri="{FF2B5EF4-FFF2-40B4-BE49-F238E27FC236}">
                    <a16:creationId xmlns:a16="http://schemas.microsoft.com/office/drawing/2014/main" id="{4A21A05C-B4D0-42D2-BA01-959011130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137"/>
                <a:ext cx="8" cy="12"/>
              </a:xfrm>
              <a:custGeom>
                <a:avLst/>
                <a:gdLst>
                  <a:gd name="T0" fmla="*/ 10 w 7"/>
                  <a:gd name="T1" fmla="*/ 0 h 10"/>
                  <a:gd name="T2" fmla="*/ 0 w 7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3" y="0"/>
                      <a:pt x="1" y="6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16" name="Freeform 194">
                <a:extLst>
                  <a:ext uri="{FF2B5EF4-FFF2-40B4-BE49-F238E27FC236}">
                    <a16:creationId xmlns:a16="http://schemas.microsoft.com/office/drawing/2014/main" id="{A71FE934-C08A-438C-997D-EDF834801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137"/>
                <a:ext cx="13" cy="32"/>
              </a:xfrm>
              <a:custGeom>
                <a:avLst/>
                <a:gdLst>
                  <a:gd name="T0" fmla="*/ 1 w 11"/>
                  <a:gd name="T1" fmla="*/ 0 h 27"/>
                  <a:gd name="T2" fmla="*/ 0 w 11"/>
                  <a:gd name="T3" fmla="*/ 4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" y="0"/>
                    </a:moveTo>
                    <a:cubicBezTo>
                      <a:pt x="10" y="7"/>
                      <a:pt x="11" y="23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17" name="Freeform 195">
                <a:extLst>
                  <a:ext uri="{FF2B5EF4-FFF2-40B4-BE49-F238E27FC236}">
                    <a16:creationId xmlns:a16="http://schemas.microsoft.com/office/drawing/2014/main" id="{665E4ACD-0BD5-41F6-A347-49D2CFB31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119"/>
                <a:ext cx="3" cy="4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18" name="Freeform 196">
                <a:extLst>
                  <a:ext uri="{FF2B5EF4-FFF2-40B4-BE49-F238E27FC236}">
                    <a16:creationId xmlns:a16="http://schemas.microsoft.com/office/drawing/2014/main" id="{C35539F2-6577-4F30-849F-E71F82A47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110"/>
                <a:ext cx="54" cy="39"/>
              </a:xfrm>
              <a:custGeom>
                <a:avLst/>
                <a:gdLst>
                  <a:gd name="T0" fmla="*/ 0 w 45"/>
                  <a:gd name="T1" fmla="*/ 56 h 32"/>
                  <a:gd name="T2" fmla="*/ 24 w 45"/>
                  <a:gd name="T3" fmla="*/ 56 h 32"/>
                  <a:gd name="T4" fmla="*/ 52 w 45"/>
                  <a:gd name="T5" fmla="*/ 49 h 32"/>
                  <a:gd name="T6" fmla="*/ 78 w 45"/>
                  <a:gd name="T7" fmla="*/ 35 h 32"/>
                  <a:gd name="T8" fmla="*/ 55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1"/>
                    </a:moveTo>
                    <a:cubicBezTo>
                      <a:pt x="5" y="31"/>
                      <a:pt x="9" y="32"/>
                      <a:pt x="14" y="31"/>
                    </a:cubicBezTo>
                    <a:cubicBezTo>
                      <a:pt x="20" y="29"/>
                      <a:pt x="24" y="27"/>
                      <a:pt x="30" y="27"/>
                    </a:cubicBezTo>
                    <a:cubicBezTo>
                      <a:pt x="36" y="27"/>
                      <a:pt x="45" y="29"/>
                      <a:pt x="45" y="20"/>
                    </a:cubicBezTo>
                    <a:cubicBezTo>
                      <a:pt x="45" y="16"/>
                      <a:pt x="36" y="0"/>
                      <a:pt x="32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19" name="Freeform 197">
                <a:extLst>
                  <a:ext uri="{FF2B5EF4-FFF2-40B4-BE49-F238E27FC236}">
                    <a16:creationId xmlns:a16="http://schemas.microsoft.com/office/drawing/2014/main" id="{7BB91733-BEEF-45C6-8EA1-DE701B53F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086"/>
                <a:ext cx="55" cy="35"/>
              </a:xfrm>
              <a:custGeom>
                <a:avLst/>
                <a:gdLst>
                  <a:gd name="T0" fmla="*/ 78 w 46"/>
                  <a:gd name="T1" fmla="*/ 1 h 29"/>
                  <a:gd name="T2" fmla="*/ 75 w 46"/>
                  <a:gd name="T3" fmla="*/ 0 h 29"/>
                  <a:gd name="T4" fmla="*/ 67 w 46"/>
                  <a:gd name="T5" fmla="*/ 40 h 29"/>
                  <a:gd name="T6" fmla="*/ 29 w 46"/>
                  <a:gd name="T7" fmla="*/ 49 h 29"/>
                  <a:gd name="T8" fmla="*/ 0 w 46"/>
                  <a:gd name="T9" fmla="*/ 5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9">
                    <a:moveTo>
                      <a:pt x="45" y="1"/>
                    </a:moveTo>
                    <a:cubicBezTo>
                      <a:pt x="45" y="0"/>
                      <a:pt x="45" y="0"/>
                      <a:pt x="44" y="0"/>
                    </a:cubicBezTo>
                    <a:cubicBezTo>
                      <a:pt x="42" y="7"/>
                      <a:pt x="46" y="17"/>
                      <a:pt x="39" y="22"/>
                    </a:cubicBezTo>
                    <a:cubicBezTo>
                      <a:pt x="32" y="27"/>
                      <a:pt x="24" y="29"/>
                      <a:pt x="17" y="28"/>
                    </a:cubicBezTo>
                    <a:cubicBezTo>
                      <a:pt x="11" y="28"/>
                      <a:pt x="6" y="28"/>
                      <a:pt x="0" y="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20" name="Freeform 198">
                <a:extLst>
                  <a:ext uri="{FF2B5EF4-FFF2-40B4-BE49-F238E27FC236}">
                    <a16:creationId xmlns:a16="http://schemas.microsoft.com/office/drawing/2014/main" id="{0191A5C8-E788-417F-BCA6-7723990C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1140"/>
                <a:ext cx="18" cy="32"/>
              </a:xfrm>
              <a:custGeom>
                <a:avLst/>
                <a:gdLst>
                  <a:gd name="T0" fmla="*/ 0 w 15"/>
                  <a:gd name="T1" fmla="*/ 1 h 26"/>
                  <a:gd name="T2" fmla="*/ 24 w 15"/>
                  <a:gd name="T3" fmla="*/ 27 h 26"/>
                  <a:gd name="T4" fmla="*/ 20 w 15"/>
                  <a:gd name="T5" fmla="*/ 4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0" y="1"/>
                    </a:moveTo>
                    <a:cubicBezTo>
                      <a:pt x="8" y="0"/>
                      <a:pt x="15" y="6"/>
                      <a:pt x="14" y="15"/>
                    </a:cubicBezTo>
                    <a:cubicBezTo>
                      <a:pt x="14" y="19"/>
                      <a:pt x="12" y="22"/>
                      <a:pt x="12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21" name="Freeform 199">
                <a:extLst>
                  <a:ext uri="{FF2B5EF4-FFF2-40B4-BE49-F238E27FC236}">
                    <a16:creationId xmlns:a16="http://schemas.microsoft.com/office/drawing/2014/main" id="{D60D6A7F-096D-4120-A1D9-6BE4CD011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112"/>
                <a:ext cx="61" cy="50"/>
              </a:xfrm>
              <a:custGeom>
                <a:avLst/>
                <a:gdLst>
                  <a:gd name="T0" fmla="*/ 44 w 51"/>
                  <a:gd name="T1" fmla="*/ 0 h 41"/>
                  <a:gd name="T2" fmla="*/ 45 w 51"/>
                  <a:gd name="T3" fmla="*/ 67 h 41"/>
                  <a:gd name="T4" fmla="*/ 16 w 51"/>
                  <a:gd name="T5" fmla="*/ 61 h 41"/>
                  <a:gd name="T6" fmla="*/ 1 w 51"/>
                  <a:gd name="T7" fmla="*/ 5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1">
                    <a:moveTo>
                      <a:pt x="26" y="0"/>
                    </a:moveTo>
                    <a:cubicBezTo>
                      <a:pt x="27" y="7"/>
                      <a:pt x="51" y="41"/>
                      <a:pt x="27" y="37"/>
                    </a:cubicBezTo>
                    <a:cubicBezTo>
                      <a:pt x="21" y="36"/>
                      <a:pt x="15" y="34"/>
                      <a:pt x="9" y="34"/>
                    </a:cubicBezTo>
                    <a:cubicBezTo>
                      <a:pt x="6" y="34"/>
                      <a:pt x="0" y="36"/>
                      <a:pt x="1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22" name="Freeform 200">
                <a:extLst>
                  <a:ext uri="{FF2B5EF4-FFF2-40B4-BE49-F238E27FC236}">
                    <a16:creationId xmlns:a16="http://schemas.microsoft.com/office/drawing/2014/main" id="{F9B4922A-6B16-4764-8316-C6084A0C0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085"/>
                <a:ext cx="73" cy="42"/>
              </a:xfrm>
              <a:custGeom>
                <a:avLst/>
                <a:gdLst>
                  <a:gd name="T0" fmla="*/ 0 w 61"/>
                  <a:gd name="T1" fmla="*/ 8 h 35"/>
                  <a:gd name="T2" fmla="*/ 28 w 61"/>
                  <a:gd name="T3" fmla="*/ 49 h 35"/>
                  <a:gd name="T4" fmla="*/ 63 w 61"/>
                  <a:gd name="T5" fmla="*/ 52 h 35"/>
                  <a:gd name="T6" fmla="*/ 89 w 61"/>
                  <a:gd name="T7" fmla="*/ 53 h 35"/>
                  <a:gd name="T8" fmla="*/ 90 w 61"/>
                  <a:gd name="T9" fmla="*/ 8 h 35"/>
                  <a:gd name="T10" fmla="*/ 75 w 61"/>
                  <a:gd name="T11" fmla="*/ 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5">
                    <a:moveTo>
                      <a:pt x="0" y="5"/>
                    </a:moveTo>
                    <a:cubicBezTo>
                      <a:pt x="4" y="16"/>
                      <a:pt x="2" y="26"/>
                      <a:pt x="16" y="28"/>
                    </a:cubicBezTo>
                    <a:cubicBezTo>
                      <a:pt x="23" y="28"/>
                      <a:pt x="30" y="28"/>
                      <a:pt x="37" y="30"/>
                    </a:cubicBezTo>
                    <a:cubicBezTo>
                      <a:pt x="43" y="32"/>
                      <a:pt x="47" y="35"/>
                      <a:pt x="52" y="31"/>
                    </a:cubicBezTo>
                    <a:cubicBezTo>
                      <a:pt x="61" y="24"/>
                      <a:pt x="61" y="13"/>
                      <a:pt x="53" y="5"/>
                    </a:cubicBezTo>
                    <a:cubicBezTo>
                      <a:pt x="51" y="3"/>
                      <a:pt x="47" y="0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23" name="Freeform 201">
                <a:extLst>
                  <a:ext uri="{FF2B5EF4-FFF2-40B4-BE49-F238E27FC236}">
                    <a16:creationId xmlns:a16="http://schemas.microsoft.com/office/drawing/2014/main" id="{8F6F69EB-F3AD-4543-9442-99CEEF9EE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135"/>
                <a:ext cx="68" cy="34"/>
              </a:xfrm>
              <a:custGeom>
                <a:avLst/>
                <a:gdLst>
                  <a:gd name="T0" fmla="*/ 6 w 57"/>
                  <a:gd name="T1" fmla="*/ 49 h 28"/>
                  <a:gd name="T2" fmla="*/ 2 w 57"/>
                  <a:gd name="T3" fmla="*/ 18 h 28"/>
                  <a:gd name="T4" fmla="*/ 44 w 57"/>
                  <a:gd name="T5" fmla="*/ 1 h 28"/>
                  <a:gd name="T6" fmla="*/ 68 w 57"/>
                  <a:gd name="T7" fmla="*/ 7 h 28"/>
                  <a:gd name="T8" fmla="*/ 88 w 57"/>
                  <a:gd name="T9" fmla="*/ 16 h 28"/>
                  <a:gd name="T10" fmla="*/ 97 w 57"/>
                  <a:gd name="T11" fmla="*/ 5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8">
                    <a:moveTo>
                      <a:pt x="3" y="27"/>
                    </a:moveTo>
                    <a:cubicBezTo>
                      <a:pt x="0" y="24"/>
                      <a:pt x="0" y="14"/>
                      <a:pt x="2" y="10"/>
                    </a:cubicBezTo>
                    <a:cubicBezTo>
                      <a:pt x="5" y="4"/>
                      <a:pt x="19" y="1"/>
                      <a:pt x="26" y="1"/>
                    </a:cubicBezTo>
                    <a:cubicBezTo>
                      <a:pt x="32" y="0"/>
                      <a:pt x="35" y="2"/>
                      <a:pt x="40" y="4"/>
                    </a:cubicBezTo>
                    <a:cubicBezTo>
                      <a:pt x="45" y="5"/>
                      <a:pt x="49" y="5"/>
                      <a:pt x="52" y="9"/>
                    </a:cubicBezTo>
                    <a:cubicBezTo>
                      <a:pt x="56" y="14"/>
                      <a:pt x="55" y="22"/>
                      <a:pt x="57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24" name="Freeform 202">
                <a:extLst>
                  <a:ext uri="{FF2B5EF4-FFF2-40B4-BE49-F238E27FC236}">
                    <a16:creationId xmlns:a16="http://schemas.microsoft.com/office/drawing/2014/main" id="{DEDB9FAC-36DF-43DB-8E11-60B023437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085"/>
                <a:ext cx="61" cy="35"/>
              </a:xfrm>
              <a:custGeom>
                <a:avLst/>
                <a:gdLst>
                  <a:gd name="T0" fmla="*/ 2 w 51"/>
                  <a:gd name="T1" fmla="*/ 0 h 29"/>
                  <a:gd name="T2" fmla="*/ 8 w 51"/>
                  <a:gd name="T3" fmla="*/ 40 h 29"/>
                  <a:gd name="T4" fmla="*/ 60 w 51"/>
                  <a:gd name="T5" fmla="*/ 41 h 29"/>
                  <a:gd name="T6" fmla="*/ 86 w 51"/>
                  <a:gd name="T7" fmla="*/ 23 h 29"/>
                  <a:gd name="T8" fmla="*/ 75 w 51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9">
                    <a:moveTo>
                      <a:pt x="2" y="0"/>
                    </a:moveTo>
                    <a:cubicBezTo>
                      <a:pt x="0" y="5"/>
                      <a:pt x="2" y="18"/>
                      <a:pt x="5" y="22"/>
                    </a:cubicBezTo>
                    <a:cubicBezTo>
                      <a:pt x="11" y="29"/>
                      <a:pt x="28" y="24"/>
                      <a:pt x="35" y="23"/>
                    </a:cubicBezTo>
                    <a:cubicBezTo>
                      <a:pt x="42" y="22"/>
                      <a:pt x="50" y="21"/>
                      <a:pt x="50" y="13"/>
                    </a:cubicBezTo>
                    <a:cubicBezTo>
                      <a:pt x="51" y="9"/>
                      <a:pt x="48" y="3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25" name="Freeform 203">
                <a:extLst>
                  <a:ext uri="{FF2B5EF4-FFF2-40B4-BE49-F238E27FC236}">
                    <a16:creationId xmlns:a16="http://schemas.microsoft.com/office/drawing/2014/main" id="{21C42AB1-6DEF-49FF-A583-2412D04B6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114"/>
                <a:ext cx="6" cy="12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2" y="6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26" name="Freeform 204">
                <a:extLst>
                  <a:ext uri="{FF2B5EF4-FFF2-40B4-BE49-F238E27FC236}">
                    <a16:creationId xmlns:a16="http://schemas.microsoft.com/office/drawing/2014/main" id="{27B695FF-2F9A-40F1-B8FE-415CFFF42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117"/>
                <a:ext cx="8" cy="33"/>
              </a:xfrm>
              <a:custGeom>
                <a:avLst/>
                <a:gdLst>
                  <a:gd name="T0" fmla="*/ 0 w 7"/>
                  <a:gd name="T1" fmla="*/ 1 h 27"/>
                  <a:gd name="T2" fmla="*/ 9 w 7"/>
                  <a:gd name="T3" fmla="*/ 27 h 27"/>
                  <a:gd name="T4" fmla="*/ 0 w 7"/>
                  <a:gd name="T5" fmla="*/ 4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7">
                    <a:moveTo>
                      <a:pt x="0" y="1"/>
                    </a:moveTo>
                    <a:cubicBezTo>
                      <a:pt x="7" y="0"/>
                      <a:pt x="6" y="11"/>
                      <a:pt x="6" y="15"/>
                    </a:cubicBezTo>
                    <a:cubicBezTo>
                      <a:pt x="6" y="18"/>
                      <a:pt x="4" y="27"/>
                      <a:pt x="0" y="2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27" name="Freeform 205">
                <a:extLst>
                  <a:ext uri="{FF2B5EF4-FFF2-40B4-BE49-F238E27FC236}">
                    <a16:creationId xmlns:a16="http://schemas.microsoft.com/office/drawing/2014/main" id="{B945CDD6-D3EC-4CFB-A09A-C3411E0EB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108"/>
                <a:ext cx="66" cy="36"/>
              </a:xfrm>
              <a:custGeom>
                <a:avLst/>
                <a:gdLst>
                  <a:gd name="T0" fmla="*/ 80 w 55"/>
                  <a:gd name="T1" fmla="*/ 0 h 30"/>
                  <a:gd name="T2" fmla="*/ 94 w 55"/>
                  <a:gd name="T3" fmla="*/ 10 h 30"/>
                  <a:gd name="T4" fmla="*/ 92 w 55"/>
                  <a:gd name="T5" fmla="*/ 36 h 30"/>
                  <a:gd name="T6" fmla="*/ 85 w 55"/>
                  <a:gd name="T7" fmla="*/ 44 h 30"/>
                  <a:gd name="T8" fmla="*/ 59 w 55"/>
                  <a:gd name="T9" fmla="*/ 50 h 30"/>
                  <a:gd name="T10" fmla="*/ 20 w 55"/>
                  <a:gd name="T11" fmla="*/ 50 h 30"/>
                  <a:gd name="T12" fmla="*/ 0 w 55"/>
                  <a:gd name="T13" fmla="*/ 4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0">
                    <a:moveTo>
                      <a:pt x="47" y="0"/>
                    </a:moveTo>
                    <a:cubicBezTo>
                      <a:pt x="50" y="2"/>
                      <a:pt x="53" y="2"/>
                      <a:pt x="54" y="6"/>
                    </a:cubicBezTo>
                    <a:cubicBezTo>
                      <a:pt x="55" y="9"/>
                      <a:pt x="54" y="17"/>
                      <a:pt x="53" y="21"/>
                    </a:cubicBezTo>
                    <a:cubicBezTo>
                      <a:pt x="52" y="25"/>
                      <a:pt x="54" y="24"/>
                      <a:pt x="49" y="26"/>
                    </a:cubicBezTo>
                    <a:cubicBezTo>
                      <a:pt x="44" y="28"/>
                      <a:pt x="39" y="28"/>
                      <a:pt x="34" y="29"/>
                    </a:cubicBezTo>
                    <a:cubicBezTo>
                      <a:pt x="27" y="29"/>
                      <a:pt x="19" y="29"/>
                      <a:pt x="12" y="29"/>
                    </a:cubicBezTo>
                    <a:cubicBezTo>
                      <a:pt x="9" y="29"/>
                      <a:pt x="2" y="30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28" name="Freeform 206">
                <a:extLst>
                  <a:ext uri="{FF2B5EF4-FFF2-40B4-BE49-F238E27FC236}">
                    <a16:creationId xmlns:a16="http://schemas.microsoft.com/office/drawing/2014/main" id="{65FEF8C6-4426-43A5-8A1E-1E1D1E074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114"/>
                <a:ext cx="5" cy="7"/>
              </a:xfrm>
              <a:custGeom>
                <a:avLst/>
                <a:gdLst>
                  <a:gd name="T0" fmla="*/ 8 w 4"/>
                  <a:gd name="T1" fmla="*/ 0 h 6"/>
                  <a:gd name="T2" fmla="*/ 0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3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29" name="Freeform 207">
                <a:extLst>
                  <a:ext uri="{FF2B5EF4-FFF2-40B4-BE49-F238E27FC236}">
                    <a16:creationId xmlns:a16="http://schemas.microsoft.com/office/drawing/2014/main" id="{7310B4F4-9405-47E5-B081-561A87B88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138"/>
                <a:ext cx="11" cy="33"/>
              </a:xfrm>
              <a:custGeom>
                <a:avLst/>
                <a:gdLst>
                  <a:gd name="T0" fmla="*/ 0 w 9"/>
                  <a:gd name="T1" fmla="*/ 2 h 27"/>
                  <a:gd name="T2" fmla="*/ 11 w 9"/>
                  <a:gd name="T3" fmla="*/ 6 h 27"/>
                  <a:gd name="T4" fmla="*/ 13 w 9"/>
                  <a:gd name="T5" fmla="*/ 27 h 27"/>
                  <a:gd name="T6" fmla="*/ 7 w 9"/>
                  <a:gd name="T7" fmla="*/ 4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7">
                    <a:moveTo>
                      <a:pt x="0" y="2"/>
                    </a:moveTo>
                    <a:cubicBezTo>
                      <a:pt x="2" y="0"/>
                      <a:pt x="4" y="2"/>
                      <a:pt x="6" y="3"/>
                    </a:cubicBezTo>
                    <a:cubicBezTo>
                      <a:pt x="9" y="7"/>
                      <a:pt x="8" y="11"/>
                      <a:pt x="7" y="15"/>
                    </a:cubicBezTo>
                    <a:cubicBezTo>
                      <a:pt x="7" y="19"/>
                      <a:pt x="9" y="25"/>
                      <a:pt x="4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30" name="Freeform 208">
                <a:extLst>
                  <a:ext uri="{FF2B5EF4-FFF2-40B4-BE49-F238E27FC236}">
                    <a16:creationId xmlns:a16="http://schemas.microsoft.com/office/drawing/2014/main" id="{D439233C-28A9-4558-A115-5AEC985DB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086"/>
                <a:ext cx="72" cy="34"/>
              </a:xfrm>
              <a:custGeom>
                <a:avLst/>
                <a:gdLst>
                  <a:gd name="T0" fmla="*/ 0 w 60"/>
                  <a:gd name="T1" fmla="*/ 41 h 28"/>
                  <a:gd name="T2" fmla="*/ 20 w 60"/>
                  <a:gd name="T3" fmla="*/ 50 h 28"/>
                  <a:gd name="T4" fmla="*/ 49 w 60"/>
                  <a:gd name="T5" fmla="*/ 43 h 28"/>
                  <a:gd name="T6" fmla="*/ 98 w 60"/>
                  <a:gd name="T7" fmla="*/ 40 h 28"/>
                  <a:gd name="T8" fmla="*/ 98 w 60"/>
                  <a:gd name="T9" fmla="*/ 11 h 28"/>
                  <a:gd name="T10" fmla="*/ 86 w 60"/>
                  <a:gd name="T11" fmla="*/ 1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4" y="26"/>
                      <a:pt x="7" y="28"/>
                      <a:pt x="12" y="28"/>
                    </a:cubicBezTo>
                    <a:cubicBezTo>
                      <a:pt x="18" y="28"/>
                      <a:pt x="23" y="24"/>
                      <a:pt x="28" y="24"/>
                    </a:cubicBezTo>
                    <a:cubicBezTo>
                      <a:pt x="35" y="23"/>
                      <a:pt x="52" y="27"/>
                      <a:pt x="57" y="22"/>
                    </a:cubicBezTo>
                    <a:cubicBezTo>
                      <a:pt x="60" y="19"/>
                      <a:pt x="59" y="10"/>
                      <a:pt x="57" y="6"/>
                    </a:cubicBezTo>
                    <a:cubicBezTo>
                      <a:pt x="56" y="1"/>
                      <a:pt x="55" y="0"/>
                      <a:pt x="50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31" name="Freeform 209">
                <a:extLst>
                  <a:ext uri="{FF2B5EF4-FFF2-40B4-BE49-F238E27FC236}">
                    <a16:creationId xmlns:a16="http://schemas.microsoft.com/office/drawing/2014/main" id="{C548A45C-33AB-42B6-811F-2F8AA40EA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138"/>
                <a:ext cx="66" cy="33"/>
              </a:xfrm>
              <a:custGeom>
                <a:avLst/>
                <a:gdLst>
                  <a:gd name="T0" fmla="*/ 0 w 55"/>
                  <a:gd name="T1" fmla="*/ 16 h 27"/>
                  <a:gd name="T2" fmla="*/ 37 w 55"/>
                  <a:gd name="T3" fmla="*/ 1 h 27"/>
                  <a:gd name="T4" fmla="*/ 79 w 55"/>
                  <a:gd name="T5" fmla="*/ 11 h 27"/>
                  <a:gd name="T6" fmla="*/ 86 w 55"/>
                  <a:gd name="T7" fmla="*/ 4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7">
                    <a:moveTo>
                      <a:pt x="0" y="9"/>
                    </a:moveTo>
                    <a:cubicBezTo>
                      <a:pt x="2" y="3"/>
                      <a:pt x="17" y="2"/>
                      <a:pt x="22" y="1"/>
                    </a:cubicBezTo>
                    <a:cubicBezTo>
                      <a:pt x="29" y="0"/>
                      <a:pt x="40" y="2"/>
                      <a:pt x="46" y="6"/>
                    </a:cubicBezTo>
                    <a:cubicBezTo>
                      <a:pt x="52" y="9"/>
                      <a:pt x="55" y="21"/>
                      <a:pt x="5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32" name="Freeform 210">
                <a:extLst>
                  <a:ext uri="{FF2B5EF4-FFF2-40B4-BE49-F238E27FC236}">
                    <a16:creationId xmlns:a16="http://schemas.microsoft.com/office/drawing/2014/main" id="{54C294A8-D4AC-437D-8ABF-40B3034C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110"/>
                <a:ext cx="17" cy="44"/>
              </a:xfrm>
              <a:custGeom>
                <a:avLst/>
                <a:gdLst>
                  <a:gd name="T0" fmla="*/ 11 w 14"/>
                  <a:gd name="T1" fmla="*/ 0 h 36"/>
                  <a:gd name="T2" fmla="*/ 16 w 14"/>
                  <a:gd name="T3" fmla="*/ 42 h 36"/>
                  <a:gd name="T4" fmla="*/ 0 w 14"/>
                  <a:gd name="T5" fmla="*/ 6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6" y="0"/>
                    </a:moveTo>
                    <a:cubicBezTo>
                      <a:pt x="14" y="3"/>
                      <a:pt x="10" y="17"/>
                      <a:pt x="9" y="23"/>
                    </a:cubicBezTo>
                    <a:cubicBezTo>
                      <a:pt x="9" y="29"/>
                      <a:pt x="8" y="36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33" name="Freeform 211">
                <a:extLst>
                  <a:ext uri="{FF2B5EF4-FFF2-40B4-BE49-F238E27FC236}">
                    <a16:creationId xmlns:a16="http://schemas.microsoft.com/office/drawing/2014/main" id="{AD153C33-75D2-43C3-8A78-6CA03CCBD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121"/>
                <a:ext cx="61" cy="48"/>
              </a:xfrm>
              <a:custGeom>
                <a:avLst/>
                <a:gdLst>
                  <a:gd name="T0" fmla="*/ 72 w 51"/>
                  <a:gd name="T1" fmla="*/ 70 h 40"/>
                  <a:gd name="T2" fmla="*/ 81 w 51"/>
                  <a:gd name="T3" fmla="*/ 41 h 40"/>
                  <a:gd name="T4" fmla="*/ 78 w 51"/>
                  <a:gd name="T5" fmla="*/ 8 h 40"/>
                  <a:gd name="T6" fmla="*/ 44 w 51"/>
                  <a:gd name="T7" fmla="*/ 12 h 40"/>
                  <a:gd name="T8" fmla="*/ 16 w 51"/>
                  <a:gd name="T9" fmla="*/ 8 h 40"/>
                  <a:gd name="T10" fmla="*/ 0 w 51"/>
                  <a:gd name="T11" fmla="*/ 6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0">
                    <a:moveTo>
                      <a:pt x="42" y="40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8" y="18"/>
                      <a:pt x="49" y="9"/>
                      <a:pt x="45" y="5"/>
                    </a:cubicBezTo>
                    <a:cubicBezTo>
                      <a:pt x="41" y="0"/>
                      <a:pt x="32" y="6"/>
                      <a:pt x="26" y="7"/>
                    </a:cubicBezTo>
                    <a:cubicBezTo>
                      <a:pt x="20" y="7"/>
                      <a:pt x="15" y="6"/>
                      <a:pt x="9" y="5"/>
                    </a:cubicBezTo>
                    <a:cubicBezTo>
                      <a:pt x="7" y="4"/>
                      <a:pt x="1" y="5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34" name="Freeform 212">
                <a:extLst>
                  <a:ext uri="{FF2B5EF4-FFF2-40B4-BE49-F238E27FC236}">
                    <a16:creationId xmlns:a16="http://schemas.microsoft.com/office/drawing/2014/main" id="{3548DEF5-0BFB-4BE2-9213-7726BD9E8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086"/>
                <a:ext cx="14" cy="41"/>
              </a:xfrm>
              <a:custGeom>
                <a:avLst/>
                <a:gdLst>
                  <a:gd name="T0" fmla="*/ 17 w 11"/>
                  <a:gd name="T1" fmla="*/ 0 h 34"/>
                  <a:gd name="T2" fmla="*/ 10 w 11"/>
                  <a:gd name="T3" fmla="*/ 43 h 34"/>
                  <a:gd name="T4" fmla="*/ 0 w 11"/>
                  <a:gd name="T5" fmla="*/ 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8" y="0"/>
                    </a:moveTo>
                    <a:cubicBezTo>
                      <a:pt x="8" y="9"/>
                      <a:pt x="11" y="18"/>
                      <a:pt x="5" y="25"/>
                    </a:cubicBezTo>
                    <a:cubicBezTo>
                      <a:pt x="2" y="28"/>
                      <a:pt x="0" y="29"/>
                      <a:pt x="0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35" name="Freeform 213">
                <a:extLst>
                  <a:ext uri="{FF2B5EF4-FFF2-40B4-BE49-F238E27FC236}">
                    <a16:creationId xmlns:a16="http://schemas.microsoft.com/office/drawing/2014/main" id="{3EA35616-21DB-4695-A5B0-F975433CA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1100"/>
                <a:ext cx="27" cy="20"/>
              </a:xfrm>
              <a:custGeom>
                <a:avLst/>
                <a:gdLst>
                  <a:gd name="T0" fmla="*/ 2 w 22"/>
                  <a:gd name="T1" fmla="*/ 0 h 16"/>
                  <a:gd name="T2" fmla="*/ 1 w 22"/>
                  <a:gd name="T3" fmla="*/ 20 h 16"/>
                  <a:gd name="T4" fmla="*/ 17 w 22"/>
                  <a:gd name="T5" fmla="*/ 29 h 16"/>
                  <a:gd name="T6" fmla="*/ 33 w 22"/>
                  <a:gd name="T7" fmla="*/ 30 h 16"/>
                  <a:gd name="T8" fmla="*/ 41 w 22"/>
                  <a:gd name="T9" fmla="*/ 2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2" y="0"/>
                    </a:moveTo>
                    <a:cubicBezTo>
                      <a:pt x="0" y="2"/>
                      <a:pt x="0" y="8"/>
                      <a:pt x="1" y="10"/>
                    </a:cubicBezTo>
                    <a:cubicBezTo>
                      <a:pt x="2" y="14"/>
                      <a:pt x="5" y="15"/>
                      <a:pt x="9" y="14"/>
                    </a:cubicBezTo>
                    <a:cubicBezTo>
                      <a:pt x="12" y="14"/>
                      <a:pt x="16" y="16"/>
                      <a:pt x="18" y="15"/>
                    </a:cubicBezTo>
                    <a:cubicBezTo>
                      <a:pt x="20" y="15"/>
                      <a:pt x="21" y="14"/>
                      <a:pt x="22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36" name="Freeform 214">
                <a:extLst>
                  <a:ext uri="{FF2B5EF4-FFF2-40B4-BE49-F238E27FC236}">
                    <a16:creationId xmlns:a16="http://schemas.microsoft.com/office/drawing/2014/main" id="{B95C7A63-2535-484C-9E80-C3CF53363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115"/>
                <a:ext cx="17" cy="16"/>
              </a:xfrm>
              <a:custGeom>
                <a:avLst/>
                <a:gdLst>
                  <a:gd name="T0" fmla="*/ 25 w 14"/>
                  <a:gd name="T1" fmla="*/ 7 h 13"/>
                  <a:gd name="T2" fmla="*/ 2 w 14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14" y="4"/>
                    </a:moveTo>
                    <a:cubicBezTo>
                      <a:pt x="10" y="0"/>
                      <a:pt x="0" y="8"/>
                      <a:pt x="2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37" name="Freeform 215">
                <a:extLst>
                  <a:ext uri="{FF2B5EF4-FFF2-40B4-BE49-F238E27FC236}">
                    <a16:creationId xmlns:a16="http://schemas.microsoft.com/office/drawing/2014/main" id="{37016230-0202-45D2-88B7-DF7C83149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1814"/>
                <a:ext cx="63" cy="41"/>
              </a:xfrm>
              <a:custGeom>
                <a:avLst/>
                <a:gdLst>
                  <a:gd name="T0" fmla="*/ 25 w 52"/>
                  <a:gd name="T1" fmla="*/ 0 h 34"/>
                  <a:gd name="T2" fmla="*/ 12 w 52"/>
                  <a:gd name="T3" fmla="*/ 36 h 34"/>
                  <a:gd name="T4" fmla="*/ 23 w 52"/>
                  <a:gd name="T5" fmla="*/ 54 h 34"/>
                  <a:gd name="T6" fmla="*/ 57 w 52"/>
                  <a:gd name="T7" fmla="*/ 57 h 34"/>
                  <a:gd name="T8" fmla="*/ 90 w 52"/>
                  <a:gd name="T9" fmla="*/ 42 h 34"/>
                  <a:gd name="T10" fmla="*/ 82 w 52"/>
                  <a:gd name="T11" fmla="*/ 7 h 34"/>
                  <a:gd name="T12" fmla="*/ 57 w 52"/>
                  <a:gd name="T13" fmla="*/ 1 h 34"/>
                  <a:gd name="T14" fmla="*/ 25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0"/>
                    </a:moveTo>
                    <a:cubicBezTo>
                      <a:pt x="0" y="0"/>
                      <a:pt x="5" y="12"/>
                      <a:pt x="7" y="21"/>
                    </a:cubicBezTo>
                    <a:cubicBezTo>
                      <a:pt x="8" y="25"/>
                      <a:pt x="9" y="29"/>
                      <a:pt x="13" y="31"/>
                    </a:cubicBezTo>
                    <a:cubicBezTo>
                      <a:pt x="18" y="34"/>
                      <a:pt x="26" y="33"/>
                      <a:pt x="32" y="32"/>
                    </a:cubicBezTo>
                    <a:cubicBezTo>
                      <a:pt x="38" y="31"/>
                      <a:pt x="48" y="31"/>
                      <a:pt x="50" y="24"/>
                    </a:cubicBezTo>
                    <a:cubicBezTo>
                      <a:pt x="52" y="19"/>
                      <a:pt x="50" y="8"/>
                      <a:pt x="46" y="4"/>
                    </a:cubicBezTo>
                    <a:cubicBezTo>
                      <a:pt x="43" y="1"/>
                      <a:pt x="36" y="1"/>
                      <a:pt x="32" y="1"/>
                    </a:cubicBezTo>
                    <a:cubicBezTo>
                      <a:pt x="26" y="0"/>
                      <a:pt x="20" y="0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38" name="Freeform 216">
                <a:extLst>
                  <a:ext uri="{FF2B5EF4-FFF2-40B4-BE49-F238E27FC236}">
                    <a16:creationId xmlns:a16="http://schemas.microsoft.com/office/drawing/2014/main" id="{EC3B3F1A-7230-49AA-9174-0E31B326B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1849"/>
                <a:ext cx="58" cy="32"/>
              </a:xfrm>
              <a:custGeom>
                <a:avLst/>
                <a:gdLst>
                  <a:gd name="T0" fmla="*/ 36 w 48"/>
                  <a:gd name="T1" fmla="*/ 9 h 26"/>
                  <a:gd name="T2" fmla="*/ 18 w 48"/>
                  <a:gd name="T3" fmla="*/ 6 h 26"/>
                  <a:gd name="T4" fmla="*/ 1 w 48"/>
                  <a:gd name="T5" fmla="*/ 11 h 26"/>
                  <a:gd name="T6" fmla="*/ 1 w 48"/>
                  <a:gd name="T7" fmla="*/ 31 h 26"/>
                  <a:gd name="T8" fmla="*/ 23 w 48"/>
                  <a:gd name="T9" fmla="*/ 47 h 26"/>
                  <a:gd name="T10" fmla="*/ 68 w 48"/>
                  <a:gd name="T11" fmla="*/ 46 h 26"/>
                  <a:gd name="T12" fmla="*/ 82 w 48"/>
                  <a:gd name="T13" fmla="*/ 18 h 26"/>
                  <a:gd name="T14" fmla="*/ 73 w 48"/>
                  <a:gd name="T15" fmla="*/ 0 h 26"/>
                  <a:gd name="T16" fmla="*/ 51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4"/>
                      <a:pt x="14" y="3"/>
                      <a:pt x="10" y="3"/>
                    </a:cubicBezTo>
                    <a:cubicBezTo>
                      <a:pt x="8" y="3"/>
                      <a:pt x="2" y="4"/>
                      <a:pt x="1" y="6"/>
                    </a:cubicBezTo>
                    <a:cubicBezTo>
                      <a:pt x="0" y="8"/>
                      <a:pt x="0" y="15"/>
                      <a:pt x="1" y="16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1" y="25"/>
                      <a:pt x="29" y="26"/>
                      <a:pt x="38" y="24"/>
                    </a:cubicBezTo>
                    <a:cubicBezTo>
                      <a:pt x="47" y="22"/>
                      <a:pt x="48" y="18"/>
                      <a:pt x="46" y="10"/>
                    </a:cubicBezTo>
                    <a:cubicBezTo>
                      <a:pt x="46" y="6"/>
                      <a:pt x="45" y="0"/>
                      <a:pt x="41" y="0"/>
                    </a:cubicBezTo>
                    <a:cubicBezTo>
                      <a:pt x="38" y="0"/>
                      <a:pt x="32" y="3"/>
                      <a:pt x="2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39" name="Freeform 217">
                <a:extLst>
                  <a:ext uri="{FF2B5EF4-FFF2-40B4-BE49-F238E27FC236}">
                    <a16:creationId xmlns:a16="http://schemas.microsoft.com/office/drawing/2014/main" id="{795849F7-418F-4B83-A4E8-988C915BF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1813"/>
                <a:ext cx="65" cy="31"/>
              </a:xfrm>
              <a:custGeom>
                <a:avLst/>
                <a:gdLst>
                  <a:gd name="T0" fmla="*/ 20 w 54"/>
                  <a:gd name="T1" fmla="*/ 2 h 26"/>
                  <a:gd name="T2" fmla="*/ 1 w 54"/>
                  <a:gd name="T3" fmla="*/ 12 h 26"/>
                  <a:gd name="T4" fmla="*/ 1 w 54"/>
                  <a:gd name="T5" fmla="*/ 35 h 26"/>
                  <a:gd name="T6" fmla="*/ 26 w 54"/>
                  <a:gd name="T7" fmla="*/ 43 h 26"/>
                  <a:gd name="T8" fmla="*/ 69 w 54"/>
                  <a:gd name="T9" fmla="*/ 43 h 26"/>
                  <a:gd name="T10" fmla="*/ 94 w 54"/>
                  <a:gd name="T11" fmla="*/ 29 h 26"/>
                  <a:gd name="T12" fmla="*/ 87 w 54"/>
                  <a:gd name="T13" fmla="*/ 7 h 26"/>
                  <a:gd name="T14" fmla="*/ 61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1" y="20"/>
                    </a:cubicBezTo>
                    <a:cubicBezTo>
                      <a:pt x="3" y="25"/>
                      <a:pt x="10" y="25"/>
                      <a:pt x="15" y="25"/>
                    </a:cubicBezTo>
                    <a:cubicBezTo>
                      <a:pt x="23" y="25"/>
                      <a:pt x="32" y="26"/>
                      <a:pt x="39" y="25"/>
                    </a:cubicBezTo>
                    <a:cubicBezTo>
                      <a:pt x="44" y="25"/>
                      <a:pt x="54" y="23"/>
                      <a:pt x="54" y="17"/>
                    </a:cubicBezTo>
                    <a:cubicBezTo>
                      <a:pt x="54" y="14"/>
                      <a:pt x="52" y="7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40" name="Freeform 218">
                <a:extLst>
                  <a:ext uri="{FF2B5EF4-FFF2-40B4-BE49-F238E27FC236}">
                    <a16:creationId xmlns:a16="http://schemas.microsoft.com/office/drawing/2014/main" id="{4795D1D6-AA06-4212-9081-9373877A6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" y="1877"/>
                <a:ext cx="8" cy="22"/>
              </a:xfrm>
              <a:custGeom>
                <a:avLst/>
                <a:gdLst>
                  <a:gd name="T0" fmla="*/ 10 w 7"/>
                  <a:gd name="T1" fmla="*/ 6 h 18"/>
                  <a:gd name="T2" fmla="*/ 1 w 7"/>
                  <a:gd name="T3" fmla="*/ 13 h 18"/>
                  <a:gd name="T4" fmla="*/ 1 w 7"/>
                  <a:gd name="T5" fmla="*/ 32 h 18"/>
                  <a:gd name="T6" fmla="*/ 3 w 7"/>
                  <a:gd name="T7" fmla="*/ 3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8">
                    <a:moveTo>
                      <a:pt x="7" y="3"/>
                    </a:moveTo>
                    <a:cubicBezTo>
                      <a:pt x="4" y="0"/>
                      <a:pt x="1" y="5"/>
                      <a:pt x="1" y="7"/>
                    </a:cubicBezTo>
                    <a:cubicBezTo>
                      <a:pt x="0" y="10"/>
                      <a:pt x="1" y="14"/>
                      <a:pt x="1" y="17"/>
                    </a:cubicBezTo>
                    <a:cubicBezTo>
                      <a:pt x="2" y="17"/>
                      <a:pt x="2" y="18"/>
                      <a:pt x="3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41" name="Freeform 219">
                <a:extLst>
                  <a:ext uri="{FF2B5EF4-FFF2-40B4-BE49-F238E27FC236}">
                    <a16:creationId xmlns:a16="http://schemas.microsoft.com/office/drawing/2014/main" id="{6BD01E48-FD6F-430E-8674-7E84C458E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" y="1877"/>
                <a:ext cx="23" cy="21"/>
              </a:xfrm>
              <a:custGeom>
                <a:avLst/>
                <a:gdLst>
                  <a:gd name="T0" fmla="*/ 0 w 19"/>
                  <a:gd name="T1" fmla="*/ 0 h 17"/>
                  <a:gd name="T2" fmla="*/ 30 w 19"/>
                  <a:gd name="T3" fmla="*/ 14 h 17"/>
                  <a:gd name="T4" fmla="*/ 25 w 19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8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42" name="Freeform 220">
                <a:extLst>
                  <a:ext uri="{FF2B5EF4-FFF2-40B4-BE49-F238E27FC236}">
                    <a16:creationId xmlns:a16="http://schemas.microsoft.com/office/drawing/2014/main" id="{B534163C-FE53-4DD5-8AD2-D52EC2051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1842"/>
                <a:ext cx="72" cy="34"/>
              </a:xfrm>
              <a:custGeom>
                <a:avLst/>
                <a:gdLst>
                  <a:gd name="T0" fmla="*/ 12 w 60"/>
                  <a:gd name="T1" fmla="*/ 1 h 28"/>
                  <a:gd name="T2" fmla="*/ 1 w 60"/>
                  <a:gd name="T3" fmla="*/ 15 h 28"/>
                  <a:gd name="T4" fmla="*/ 2 w 60"/>
                  <a:gd name="T5" fmla="*/ 27 h 28"/>
                  <a:gd name="T6" fmla="*/ 28 w 60"/>
                  <a:gd name="T7" fmla="*/ 47 h 28"/>
                  <a:gd name="T8" fmla="*/ 60 w 60"/>
                  <a:gd name="T9" fmla="*/ 35 h 28"/>
                  <a:gd name="T10" fmla="*/ 95 w 60"/>
                  <a:gd name="T11" fmla="*/ 25 h 28"/>
                  <a:gd name="T12" fmla="*/ 86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1"/>
                      <a:pt x="2" y="5"/>
                      <a:pt x="1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4" y="23"/>
                      <a:pt x="5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9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43" name="Freeform 221">
                <a:extLst>
                  <a:ext uri="{FF2B5EF4-FFF2-40B4-BE49-F238E27FC236}">
                    <a16:creationId xmlns:a16="http://schemas.microsoft.com/office/drawing/2014/main" id="{B2FF1C45-1009-4954-BAC9-3725414F3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" y="1873"/>
                <a:ext cx="3" cy="8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44" name="Freeform 222">
                <a:extLst>
                  <a:ext uri="{FF2B5EF4-FFF2-40B4-BE49-F238E27FC236}">
                    <a16:creationId xmlns:a16="http://schemas.microsoft.com/office/drawing/2014/main" id="{3602093C-42AE-40EF-92BE-5B0C34256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1856"/>
                <a:ext cx="17" cy="43"/>
              </a:xfrm>
              <a:custGeom>
                <a:avLst/>
                <a:gdLst>
                  <a:gd name="T0" fmla="*/ 0 w 14"/>
                  <a:gd name="T1" fmla="*/ 0 h 35"/>
                  <a:gd name="T2" fmla="*/ 19 w 14"/>
                  <a:gd name="T3" fmla="*/ 52 h 35"/>
                  <a:gd name="T4" fmla="*/ 7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6" y="9"/>
                      <a:pt x="14" y="16"/>
                      <a:pt x="11" y="28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45" name="Freeform 223">
                <a:extLst>
                  <a:ext uri="{FF2B5EF4-FFF2-40B4-BE49-F238E27FC236}">
                    <a16:creationId xmlns:a16="http://schemas.microsoft.com/office/drawing/2014/main" id="{F7B0601E-99A6-4BA0-B8D1-5C26483A4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813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3 w 59"/>
                  <a:gd name="T5" fmla="*/ 35 h 20"/>
                  <a:gd name="T6" fmla="*/ 83 w 59"/>
                  <a:gd name="T7" fmla="*/ 29 h 20"/>
                  <a:gd name="T8" fmla="*/ 101 w 59"/>
                  <a:gd name="T9" fmla="*/ 20 h 20"/>
                  <a:gd name="T10" fmla="*/ 95 w 59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1"/>
                      <a:pt x="5" y="14"/>
                    </a:cubicBezTo>
                    <a:cubicBezTo>
                      <a:pt x="9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9"/>
                      <a:pt x="59" y="2"/>
                      <a:pt x="5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46" name="Freeform 224">
                <a:extLst>
                  <a:ext uri="{FF2B5EF4-FFF2-40B4-BE49-F238E27FC236}">
                    <a16:creationId xmlns:a16="http://schemas.microsoft.com/office/drawing/2014/main" id="{D5C1D9A4-6812-493A-92CD-CC4EE89CB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855"/>
                <a:ext cx="54" cy="43"/>
              </a:xfrm>
              <a:custGeom>
                <a:avLst/>
                <a:gdLst>
                  <a:gd name="T0" fmla="*/ 8 w 45"/>
                  <a:gd name="T1" fmla="*/ 65 h 35"/>
                  <a:gd name="T2" fmla="*/ 6 w 45"/>
                  <a:gd name="T3" fmla="*/ 26 h 35"/>
                  <a:gd name="T4" fmla="*/ 2 w 45"/>
                  <a:gd name="T5" fmla="*/ 14 h 35"/>
                  <a:gd name="T6" fmla="*/ 36 w 45"/>
                  <a:gd name="T7" fmla="*/ 2 h 35"/>
                  <a:gd name="T8" fmla="*/ 67 w 45"/>
                  <a:gd name="T9" fmla="*/ 2 h 35"/>
                  <a:gd name="T10" fmla="*/ 78 w 45"/>
                  <a:gd name="T11" fmla="*/ 33 h 35"/>
                  <a:gd name="T12" fmla="*/ 70 w 45"/>
                  <a:gd name="T13" fmla="*/ 6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5">
                    <a:moveTo>
                      <a:pt x="5" y="35"/>
                    </a:moveTo>
                    <a:cubicBezTo>
                      <a:pt x="1" y="29"/>
                      <a:pt x="4" y="21"/>
                      <a:pt x="3" y="14"/>
                    </a:cubicBezTo>
                    <a:cubicBezTo>
                      <a:pt x="2" y="12"/>
                      <a:pt x="0" y="9"/>
                      <a:pt x="2" y="7"/>
                    </a:cubicBezTo>
                    <a:cubicBezTo>
                      <a:pt x="6" y="3"/>
                      <a:pt x="17" y="3"/>
                      <a:pt x="21" y="2"/>
                    </a:cubicBezTo>
                    <a:cubicBezTo>
                      <a:pt x="26" y="1"/>
                      <a:pt x="34" y="0"/>
                      <a:pt x="39" y="2"/>
                    </a:cubicBezTo>
                    <a:cubicBezTo>
                      <a:pt x="45" y="5"/>
                      <a:pt x="45" y="12"/>
                      <a:pt x="45" y="18"/>
                    </a:cubicBezTo>
                    <a:cubicBezTo>
                      <a:pt x="45" y="23"/>
                      <a:pt x="45" y="33"/>
                      <a:pt x="4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47" name="Freeform 225">
                <a:extLst>
                  <a:ext uri="{FF2B5EF4-FFF2-40B4-BE49-F238E27FC236}">
                    <a16:creationId xmlns:a16="http://schemas.microsoft.com/office/drawing/2014/main" id="{92A08163-C574-4CF8-ACC9-BFF845776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810"/>
                <a:ext cx="61" cy="32"/>
              </a:xfrm>
              <a:custGeom>
                <a:avLst/>
                <a:gdLst>
                  <a:gd name="T0" fmla="*/ 7 w 51"/>
                  <a:gd name="T1" fmla="*/ 2 h 26"/>
                  <a:gd name="T2" fmla="*/ 8 w 51"/>
                  <a:gd name="T3" fmla="*/ 38 h 26"/>
                  <a:gd name="T4" fmla="*/ 33 w 51"/>
                  <a:gd name="T5" fmla="*/ 38 h 26"/>
                  <a:gd name="T6" fmla="*/ 59 w 51"/>
                  <a:gd name="T7" fmla="*/ 41 h 26"/>
                  <a:gd name="T8" fmla="*/ 75 w 51"/>
                  <a:gd name="T9" fmla="*/ 48 h 26"/>
                  <a:gd name="T10" fmla="*/ 87 w 51"/>
                  <a:gd name="T11" fmla="*/ 32 h 26"/>
                  <a:gd name="T12" fmla="*/ 73 w 51"/>
                  <a:gd name="T13" fmla="*/ 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6">
                    <a:moveTo>
                      <a:pt x="4" y="2"/>
                    </a:moveTo>
                    <a:cubicBezTo>
                      <a:pt x="3" y="6"/>
                      <a:pt x="0" y="18"/>
                      <a:pt x="5" y="20"/>
                    </a:cubicBezTo>
                    <a:cubicBezTo>
                      <a:pt x="8" y="22"/>
                      <a:pt x="16" y="21"/>
                      <a:pt x="19" y="20"/>
                    </a:cubicBezTo>
                    <a:cubicBezTo>
                      <a:pt x="25" y="20"/>
                      <a:pt x="29" y="19"/>
                      <a:pt x="34" y="22"/>
                    </a:cubicBezTo>
                    <a:cubicBezTo>
                      <a:pt x="37" y="23"/>
                      <a:pt x="40" y="26"/>
                      <a:pt x="44" y="26"/>
                    </a:cubicBezTo>
                    <a:cubicBezTo>
                      <a:pt x="49" y="25"/>
                      <a:pt x="51" y="21"/>
                      <a:pt x="51" y="17"/>
                    </a:cubicBezTo>
                    <a:cubicBezTo>
                      <a:pt x="51" y="14"/>
                      <a:pt x="49" y="0"/>
                      <a:pt x="43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48" name="Freeform 226">
                <a:extLst>
                  <a:ext uri="{FF2B5EF4-FFF2-40B4-BE49-F238E27FC236}">
                    <a16:creationId xmlns:a16="http://schemas.microsoft.com/office/drawing/2014/main" id="{3FBDAAB5-6BE8-4E98-A717-8D16E482B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831"/>
                <a:ext cx="58" cy="34"/>
              </a:xfrm>
              <a:custGeom>
                <a:avLst/>
                <a:gdLst>
                  <a:gd name="T0" fmla="*/ 10 w 48"/>
                  <a:gd name="T1" fmla="*/ 9 h 28"/>
                  <a:gd name="T2" fmla="*/ 2 w 48"/>
                  <a:gd name="T3" fmla="*/ 18 h 28"/>
                  <a:gd name="T4" fmla="*/ 6 w 48"/>
                  <a:gd name="T5" fmla="*/ 41 h 28"/>
                  <a:gd name="T6" fmla="*/ 48 w 48"/>
                  <a:gd name="T7" fmla="*/ 41 h 28"/>
                  <a:gd name="T8" fmla="*/ 83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6" y="5"/>
                    </a:moveTo>
                    <a:cubicBezTo>
                      <a:pt x="5" y="4"/>
                      <a:pt x="2" y="8"/>
                      <a:pt x="2" y="10"/>
                    </a:cubicBezTo>
                    <a:cubicBezTo>
                      <a:pt x="0" y="13"/>
                      <a:pt x="1" y="20"/>
                      <a:pt x="3" y="23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3"/>
                      <a:pt x="45" y="23"/>
                      <a:pt x="47" y="14"/>
                    </a:cubicBezTo>
                    <a:cubicBezTo>
                      <a:pt x="48" y="11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49" name="Freeform 227">
                <a:extLst>
                  <a:ext uri="{FF2B5EF4-FFF2-40B4-BE49-F238E27FC236}">
                    <a16:creationId xmlns:a16="http://schemas.microsoft.com/office/drawing/2014/main" id="{2E72B10B-C7A5-4053-9ADD-AED387EF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814"/>
                <a:ext cx="63" cy="41"/>
              </a:xfrm>
              <a:custGeom>
                <a:avLst/>
                <a:gdLst>
                  <a:gd name="T0" fmla="*/ 23 w 52"/>
                  <a:gd name="T1" fmla="*/ 0 h 34"/>
                  <a:gd name="T2" fmla="*/ 12 w 52"/>
                  <a:gd name="T3" fmla="*/ 36 h 34"/>
                  <a:gd name="T4" fmla="*/ 23 w 52"/>
                  <a:gd name="T5" fmla="*/ 54 h 34"/>
                  <a:gd name="T6" fmla="*/ 57 w 52"/>
                  <a:gd name="T7" fmla="*/ 57 h 34"/>
                  <a:gd name="T8" fmla="*/ 90 w 52"/>
                  <a:gd name="T9" fmla="*/ 42 h 34"/>
                  <a:gd name="T10" fmla="*/ 82 w 52"/>
                  <a:gd name="T11" fmla="*/ 7 h 34"/>
                  <a:gd name="T12" fmla="*/ 57 w 52"/>
                  <a:gd name="T13" fmla="*/ 1 h 34"/>
                  <a:gd name="T14" fmla="*/ 25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3" y="0"/>
                    </a:moveTo>
                    <a:cubicBezTo>
                      <a:pt x="0" y="0"/>
                      <a:pt x="5" y="12"/>
                      <a:pt x="7" y="21"/>
                    </a:cubicBezTo>
                    <a:cubicBezTo>
                      <a:pt x="8" y="25"/>
                      <a:pt x="9" y="29"/>
                      <a:pt x="13" y="31"/>
                    </a:cubicBezTo>
                    <a:cubicBezTo>
                      <a:pt x="18" y="34"/>
                      <a:pt x="26" y="33"/>
                      <a:pt x="32" y="32"/>
                    </a:cubicBezTo>
                    <a:cubicBezTo>
                      <a:pt x="38" y="31"/>
                      <a:pt x="48" y="31"/>
                      <a:pt x="50" y="24"/>
                    </a:cubicBezTo>
                    <a:cubicBezTo>
                      <a:pt x="52" y="19"/>
                      <a:pt x="50" y="8"/>
                      <a:pt x="46" y="4"/>
                    </a:cubicBezTo>
                    <a:cubicBezTo>
                      <a:pt x="43" y="1"/>
                      <a:pt x="36" y="1"/>
                      <a:pt x="32" y="1"/>
                    </a:cubicBezTo>
                    <a:cubicBezTo>
                      <a:pt x="26" y="0"/>
                      <a:pt x="20" y="0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0" name="Freeform 228">
                <a:extLst>
                  <a:ext uri="{FF2B5EF4-FFF2-40B4-BE49-F238E27FC236}">
                    <a16:creationId xmlns:a16="http://schemas.microsoft.com/office/drawing/2014/main" id="{5B554A47-998F-4412-803A-3E7DC295A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849"/>
                <a:ext cx="58" cy="32"/>
              </a:xfrm>
              <a:custGeom>
                <a:avLst/>
                <a:gdLst>
                  <a:gd name="T0" fmla="*/ 36 w 48"/>
                  <a:gd name="T1" fmla="*/ 9 h 26"/>
                  <a:gd name="T2" fmla="*/ 18 w 48"/>
                  <a:gd name="T3" fmla="*/ 6 h 26"/>
                  <a:gd name="T4" fmla="*/ 1 w 48"/>
                  <a:gd name="T5" fmla="*/ 11 h 26"/>
                  <a:gd name="T6" fmla="*/ 1 w 48"/>
                  <a:gd name="T7" fmla="*/ 31 h 26"/>
                  <a:gd name="T8" fmla="*/ 22 w 48"/>
                  <a:gd name="T9" fmla="*/ 47 h 26"/>
                  <a:gd name="T10" fmla="*/ 68 w 48"/>
                  <a:gd name="T11" fmla="*/ 46 h 26"/>
                  <a:gd name="T12" fmla="*/ 82 w 48"/>
                  <a:gd name="T13" fmla="*/ 18 h 26"/>
                  <a:gd name="T14" fmla="*/ 70 w 48"/>
                  <a:gd name="T15" fmla="*/ 0 h 26"/>
                  <a:gd name="T16" fmla="*/ 51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4"/>
                      <a:pt x="14" y="3"/>
                      <a:pt x="10" y="3"/>
                    </a:cubicBezTo>
                    <a:cubicBezTo>
                      <a:pt x="8" y="3"/>
                      <a:pt x="2" y="4"/>
                      <a:pt x="1" y="6"/>
                    </a:cubicBezTo>
                    <a:cubicBezTo>
                      <a:pt x="0" y="8"/>
                      <a:pt x="0" y="15"/>
                      <a:pt x="1" y="16"/>
                    </a:cubicBezTo>
                    <a:cubicBezTo>
                      <a:pt x="2" y="24"/>
                      <a:pt x="6" y="25"/>
                      <a:pt x="12" y="25"/>
                    </a:cubicBezTo>
                    <a:cubicBezTo>
                      <a:pt x="21" y="25"/>
                      <a:pt x="29" y="26"/>
                      <a:pt x="38" y="24"/>
                    </a:cubicBezTo>
                    <a:cubicBezTo>
                      <a:pt x="47" y="22"/>
                      <a:pt x="48" y="18"/>
                      <a:pt x="46" y="10"/>
                    </a:cubicBezTo>
                    <a:cubicBezTo>
                      <a:pt x="46" y="6"/>
                      <a:pt x="45" y="0"/>
                      <a:pt x="40" y="0"/>
                    </a:cubicBezTo>
                    <a:cubicBezTo>
                      <a:pt x="38" y="0"/>
                      <a:pt x="32" y="3"/>
                      <a:pt x="2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1" name="Freeform 229">
                <a:extLst>
                  <a:ext uri="{FF2B5EF4-FFF2-40B4-BE49-F238E27FC236}">
                    <a16:creationId xmlns:a16="http://schemas.microsoft.com/office/drawing/2014/main" id="{1C1C39CA-F696-4680-9BF2-00A98BF30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13"/>
                <a:ext cx="65" cy="31"/>
              </a:xfrm>
              <a:custGeom>
                <a:avLst/>
                <a:gdLst>
                  <a:gd name="T0" fmla="*/ 20 w 54"/>
                  <a:gd name="T1" fmla="*/ 2 h 26"/>
                  <a:gd name="T2" fmla="*/ 1 w 54"/>
                  <a:gd name="T3" fmla="*/ 12 h 26"/>
                  <a:gd name="T4" fmla="*/ 1 w 54"/>
                  <a:gd name="T5" fmla="*/ 35 h 26"/>
                  <a:gd name="T6" fmla="*/ 26 w 54"/>
                  <a:gd name="T7" fmla="*/ 43 h 26"/>
                  <a:gd name="T8" fmla="*/ 69 w 54"/>
                  <a:gd name="T9" fmla="*/ 43 h 26"/>
                  <a:gd name="T10" fmla="*/ 94 w 54"/>
                  <a:gd name="T11" fmla="*/ 29 h 26"/>
                  <a:gd name="T12" fmla="*/ 87 w 54"/>
                  <a:gd name="T13" fmla="*/ 7 h 26"/>
                  <a:gd name="T14" fmla="*/ 61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1" y="20"/>
                    </a:cubicBezTo>
                    <a:cubicBezTo>
                      <a:pt x="3" y="25"/>
                      <a:pt x="10" y="25"/>
                      <a:pt x="15" y="25"/>
                    </a:cubicBezTo>
                    <a:cubicBezTo>
                      <a:pt x="23" y="25"/>
                      <a:pt x="31" y="26"/>
                      <a:pt x="39" y="25"/>
                    </a:cubicBezTo>
                    <a:cubicBezTo>
                      <a:pt x="44" y="25"/>
                      <a:pt x="54" y="23"/>
                      <a:pt x="54" y="17"/>
                    </a:cubicBezTo>
                    <a:cubicBezTo>
                      <a:pt x="54" y="14"/>
                      <a:pt x="52" y="7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2" name="Freeform 230">
                <a:extLst>
                  <a:ext uri="{FF2B5EF4-FFF2-40B4-BE49-F238E27FC236}">
                    <a16:creationId xmlns:a16="http://schemas.microsoft.com/office/drawing/2014/main" id="{4BAD9645-B86C-4D1D-A9BD-3A8B1123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877"/>
                <a:ext cx="23" cy="21"/>
              </a:xfrm>
              <a:custGeom>
                <a:avLst/>
                <a:gdLst>
                  <a:gd name="T0" fmla="*/ 0 w 19"/>
                  <a:gd name="T1" fmla="*/ 0 h 17"/>
                  <a:gd name="T2" fmla="*/ 30 w 19"/>
                  <a:gd name="T3" fmla="*/ 14 h 17"/>
                  <a:gd name="T4" fmla="*/ 25 w 19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8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3" name="Freeform 231">
                <a:extLst>
                  <a:ext uri="{FF2B5EF4-FFF2-40B4-BE49-F238E27FC236}">
                    <a16:creationId xmlns:a16="http://schemas.microsoft.com/office/drawing/2014/main" id="{2A98EA67-1E96-4F48-BC5B-A0B72EFD4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42"/>
                <a:ext cx="72" cy="34"/>
              </a:xfrm>
              <a:custGeom>
                <a:avLst/>
                <a:gdLst>
                  <a:gd name="T0" fmla="*/ 12 w 60"/>
                  <a:gd name="T1" fmla="*/ 1 h 28"/>
                  <a:gd name="T2" fmla="*/ 1 w 60"/>
                  <a:gd name="T3" fmla="*/ 15 h 28"/>
                  <a:gd name="T4" fmla="*/ 1 w 60"/>
                  <a:gd name="T5" fmla="*/ 27 h 28"/>
                  <a:gd name="T6" fmla="*/ 26 w 60"/>
                  <a:gd name="T7" fmla="*/ 47 h 28"/>
                  <a:gd name="T8" fmla="*/ 60 w 60"/>
                  <a:gd name="T9" fmla="*/ 35 h 28"/>
                  <a:gd name="T10" fmla="*/ 95 w 60"/>
                  <a:gd name="T11" fmla="*/ 25 h 28"/>
                  <a:gd name="T12" fmla="*/ 86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1"/>
                      <a:pt x="2" y="5"/>
                      <a:pt x="1" y="8"/>
                    </a:cubicBezTo>
                    <a:cubicBezTo>
                      <a:pt x="0" y="11"/>
                      <a:pt x="0" y="12"/>
                      <a:pt x="1" y="15"/>
                    </a:cubicBezTo>
                    <a:cubicBezTo>
                      <a:pt x="4" y="23"/>
                      <a:pt x="5" y="28"/>
                      <a:pt x="15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9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4" name="Freeform 232">
                <a:extLst>
                  <a:ext uri="{FF2B5EF4-FFF2-40B4-BE49-F238E27FC236}">
                    <a16:creationId xmlns:a16="http://schemas.microsoft.com/office/drawing/2014/main" id="{DE1DF6B7-C3C9-4BF3-A519-1227B6986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873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5" name="Freeform 233">
                <a:extLst>
                  <a:ext uri="{FF2B5EF4-FFF2-40B4-BE49-F238E27FC236}">
                    <a16:creationId xmlns:a16="http://schemas.microsoft.com/office/drawing/2014/main" id="{50BDB3F0-7661-470E-A232-D26BF46D1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856"/>
                <a:ext cx="17" cy="43"/>
              </a:xfrm>
              <a:custGeom>
                <a:avLst/>
                <a:gdLst>
                  <a:gd name="T0" fmla="*/ 0 w 14"/>
                  <a:gd name="T1" fmla="*/ 0 h 35"/>
                  <a:gd name="T2" fmla="*/ 19 w 14"/>
                  <a:gd name="T3" fmla="*/ 52 h 35"/>
                  <a:gd name="T4" fmla="*/ 7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5" y="9"/>
                      <a:pt x="14" y="16"/>
                      <a:pt x="11" y="28"/>
                    </a:cubicBezTo>
                    <a:cubicBezTo>
                      <a:pt x="9" y="31"/>
                      <a:pt x="7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6" name="Freeform 234">
                <a:extLst>
                  <a:ext uri="{FF2B5EF4-FFF2-40B4-BE49-F238E27FC236}">
                    <a16:creationId xmlns:a16="http://schemas.microsoft.com/office/drawing/2014/main" id="{64E25244-250B-424F-AA54-AD15E3067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813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3 w 59"/>
                  <a:gd name="T5" fmla="*/ 35 h 20"/>
                  <a:gd name="T6" fmla="*/ 83 w 59"/>
                  <a:gd name="T7" fmla="*/ 29 h 20"/>
                  <a:gd name="T8" fmla="*/ 100 w 59"/>
                  <a:gd name="T9" fmla="*/ 20 h 20"/>
                  <a:gd name="T10" fmla="*/ 95 w 59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1"/>
                      <a:pt x="5" y="14"/>
                    </a:cubicBezTo>
                    <a:cubicBezTo>
                      <a:pt x="8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7" y="12"/>
                    </a:cubicBezTo>
                    <a:cubicBezTo>
                      <a:pt x="59" y="9"/>
                      <a:pt x="58" y="2"/>
                      <a:pt x="5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7" name="Freeform 235">
                <a:extLst>
                  <a:ext uri="{FF2B5EF4-FFF2-40B4-BE49-F238E27FC236}">
                    <a16:creationId xmlns:a16="http://schemas.microsoft.com/office/drawing/2014/main" id="{845C2EB9-4066-4DA1-8B6B-D4410AB51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855"/>
                <a:ext cx="54" cy="43"/>
              </a:xfrm>
              <a:custGeom>
                <a:avLst/>
                <a:gdLst>
                  <a:gd name="T0" fmla="*/ 8 w 45"/>
                  <a:gd name="T1" fmla="*/ 65 h 35"/>
                  <a:gd name="T2" fmla="*/ 6 w 45"/>
                  <a:gd name="T3" fmla="*/ 26 h 35"/>
                  <a:gd name="T4" fmla="*/ 2 w 45"/>
                  <a:gd name="T5" fmla="*/ 14 h 35"/>
                  <a:gd name="T6" fmla="*/ 36 w 45"/>
                  <a:gd name="T7" fmla="*/ 2 h 35"/>
                  <a:gd name="T8" fmla="*/ 67 w 45"/>
                  <a:gd name="T9" fmla="*/ 2 h 35"/>
                  <a:gd name="T10" fmla="*/ 78 w 45"/>
                  <a:gd name="T11" fmla="*/ 33 h 35"/>
                  <a:gd name="T12" fmla="*/ 70 w 45"/>
                  <a:gd name="T13" fmla="*/ 6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5">
                    <a:moveTo>
                      <a:pt x="5" y="35"/>
                    </a:moveTo>
                    <a:cubicBezTo>
                      <a:pt x="1" y="29"/>
                      <a:pt x="4" y="21"/>
                      <a:pt x="3" y="14"/>
                    </a:cubicBezTo>
                    <a:cubicBezTo>
                      <a:pt x="2" y="12"/>
                      <a:pt x="0" y="9"/>
                      <a:pt x="2" y="7"/>
                    </a:cubicBezTo>
                    <a:cubicBezTo>
                      <a:pt x="6" y="3"/>
                      <a:pt x="16" y="3"/>
                      <a:pt x="21" y="2"/>
                    </a:cubicBezTo>
                    <a:cubicBezTo>
                      <a:pt x="26" y="1"/>
                      <a:pt x="34" y="0"/>
                      <a:pt x="39" y="2"/>
                    </a:cubicBezTo>
                    <a:cubicBezTo>
                      <a:pt x="45" y="5"/>
                      <a:pt x="45" y="12"/>
                      <a:pt x="45" y="18"/>
                    </a:cubicBezTo>
                    <a:cubicBezTo>
                      <a:pt x="45" y="23"/>
                      <a:pt x="44" y="33"/>
                      <a:pt x="4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8" name="Freeform 236">
                <a:extLst>
                  <a:ext uri="{FF2B5EF4-FFF2-40B4-BE49-F238E27FC236}">
                    <a16:creationId xmlns:a16="http://schemas.microsoft.com/office/drawing/2014/main" id="{7A0945B1-4E87-4DFB-880C-76B9B3532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831"/>
                <a:ext cx="57" cy="34"/>
              </a:xfrm>
              <a:custGeom>
                <a:avLst/>
                <a:gdLst>
                  <a:gd name="T0" fmla="*/ 10 w 48"/>
                  <a:gd name="T1" fmla="*/ 9 h 28"/>
                  <a:gd name="T2" fmla="*/ 1 w 48"/>
                  <a:gd name="T3" fmla="*/ 18 h 28"/>
                  <a:gd name="T4" fmla="*/ 6 w 48"/>
                  <a:gd name="T5" fmla="*/ 41 h 28"/>
                  <a:gd name="T6" fmla="*/ 45 w 48"/>
                  <a:gd name="T7" fmla="*/ 41 h 28"/>
                  <a:gd name="T8" fmla="*/ 80 w 48"/>
                  <a:gd name="T9" fmla="*/ 25 h 28"/>
                  <a:gd name="T10" fmla="*/ 70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6" y="5"/>
                    </a:moveTo>
                    <a:cubicBezTo>
                      <a:pt x="5" y="4"/>
                      <a:pt x="2" y="8"/>
                      <a:pt x="1" y="10"/>
                    </a:cubicBezTo>
                    <a:cubicBezTo>
                      <a:pt x="0" y="13"/>
                      <a:pt x="0" y="20"/>
                      <a:pt x="3" y="23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3"/>
                      <a:pt x="44" y="23"/>
                      <a:pt x="47" y="14"/>
                    </a:cubicBezTo>
                    <a:cubicBezTo>
                      <a:pt x="48" y="11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9" name="Freeform 237">
                <a:extLst>
                  <a:ext uri="{FF2B5EF4-FFF2-40B4-BE49-F238E27FC236}">
                    <a16:creationId xmlns:a16="http://schemas.microsoft.com/office/drawing/2014/main" id="{22C93503-1BDB-4613-9BA6-41CAE27A3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835"/>
                <a:ext cx="7" cy="9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60" name="Freeform 238">
                <a:extLst>
                  <a:ext uri="{FF2B5EF4-FFF2-40B4-BE49-F238E27FC236}">
                    <a16:creationId xmlns:a16="http://schemas.microsoft.com/office/drawing/2014/main" id="{139F7B83-8A04-4F59-B5A7-B06D17CB2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841"/>
                <a:ext cx="74" cy="26"/>
              </a:xfrm>
              <a:custGeom>
                <a:avLst/>
                <a:gdLst>
                  <a:gd name="T0" fmla="*/ 73 w 62"/>
                  <a:gd name="T1" fmla="*/ 2 h 22"/>
                  <a:gd name="T2" fmla="*/ 95 w 62"/>
                  <a:gd name="T3" fmla="*/ 26 h 22"/>
                  <a:gd name="T4" fmla="*/ 76 w 62"/>
                  <a:gd name="T5" fmla="*/ 33 h 22"/>
                  <a:gd name="T6" fmla="*/ 47 w 62"/>
                  <a:gd name="T7" fmla="*/ 35 h 22"/>
                  <a:gd name="T8" fmla="*/ 14 w 62"/>
                  <a:gd name="T9" fmla="*/ 31 h 22"/>
                  <a:gd name="T10" fmla="*/ 0 w 62"/>
                  <a:gd name="T11" fmla="*/ 3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2">
                    <a:moveTo>
                      <a:pt x="43" y="2"/>
                    </a:moveTo>
                    <a:cubicBezTo>
                      <a:pt x="50" y="0"/>
                      <a:pt x="62" y="9"/>
                      <a:pt x="56" y="16"/>
                    </a:cubicBezTo>
                    <a:cubicBezTo>
                      <a:pt x="54" y="19"/>
                      <a:pt x="48" y="20"/>
                      <a:pt x="45" y="20"/>
                    </a:cubicBezTo>
                    <a:cubicBezTo>
                      <a:pt x="39" y="22"/>
                      <a:pt x="34" y="21"/>
                      <a:pt x="28" y="21"/>
                    </a:cubicBezTo>
                    <a:cubicBezTo>
                      <a:pt x="21" y="21"/>
                      <a:pt x="14" y="20"/>
                      <a:pt x="8" y="19"/>
                    </a:cubicBezTo>
                    <a:cubicBezTo>
                      <a:pt x="5" y="19"/>
                      <a:pt x="0" y="21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61" name="Freeform 239">
                <a:extLst>
                  <a:ext uri="{FF2B5EF4-FFF2-40B4-BE49-F238E27FC236}">
                    <a16:creationId xmlns:a16="http://schemas.microsoft.com/office/drawing/2014/main" id="{23A03C1A-05E2-4020-BE28-BCCE044A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813"/>
                <a:ext cx="51" cy="35"/>
              </a:xfrm>
              <a:custGeom>
                <a:avLst/>
                <a:gdLst>
                  <a:gd name="T0" fmla="*/ 8 w 43"/>
                  <a:gd name="T1" fmla="*/ 1 h 29"/>
                  <a:gd name="T2" fmla="*/ 6 w 43"/>
                  <a:gd name="T3" fmla="*/ 23 h 29"/>
                  <a:gd name="T4" fmla="*/ 30 w 43"/>
                  <a:gd name="T5" fmla="*/ 48 h 29"/>
                  <a:gd name="T6" fmla="*/ 71 w 43"/>
                  <a:gd name="T7" fmla="*/ 30 h 29"/>
                  <a:gd name="T8" fmla="*/ 63 w 43"/>
                  <a:gd name="T9" fmla="*/ 6 h 29"/>
                  <a:gd name="T10" fmla="*/ 62 w 43"/>
                  <a:gd name="T11" fmla="*/ 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9">
                    <a:moveTo>
                      <a:pt x="5" y="1"/>
                    </a:moveTo>
                    <a:cubicBezTo>
                      <a:pt x="0" y="0"/>
                      <a:pt x="2" y="11"/>
                      <a:pt x="3" y="13"/>
                    </a:cubicBezTo>
                    <a:cubicBezTo>
                      <a:pt x="6" y="22"/>
                      <a:pt x="5" y="29"/>
                      <a:pt x="18" y="27"/>
                    </a:cubicBezTo>
                    <a:cubicBezTo>
                      <a:pt x="24" y="26"/>
                      <a:pt x="43" y="26"/>
                      <a:pt x="43" y="17"/>
                    </a:cubicBezTo>
                    <a:cubicBezTo>
                      <a:pt x="43" y="12"/>
                      <a:pt x="40" y="7"/>
                      <a:pt x="38" y="3"/>
                    </a:cubicBezTo>
                    <a:cubicBezTo>
                      <a:pt x="37" y="2"/>
                      <a:pt x="37" y="2"/>
                      <a:pt x="37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62" name="Freeform 240">
                <a:extLst>
                  <a:ext uri="{FF2B5EF4-FFF2-40B4-BE49-F238E27FC236}">
                    <a16:creationId xmlns:a16="http://schemas.microsoft.com/office/drawing/2014/main" id="{E7B2569E-F1D5-43E7-8F65-8B22B26D8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865"/>
                <a:ext cx="8" cy="12"/>
              </a:xfrm>
              <a:custGeom>
                <a:avLst/>
                <a:gdLst>
                  <a:gd name="T0" fmla="*/ 10 w 7"/>
                  <a:gd name="T1" fmla="*/ 0 h 10"/>
                  <a:gd name="T2" fmla="*/ 0 w 7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3" y="0"/>
                      <a:pt x="1" y="6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63" name="Freeform 241">
                <a:extLst>
                  <a:ext uri="{FF2B5EF4-FFF2-40B4-BE49-F238E27FC236}">
                    <a16:creationId xmlns:a16="http://schemas.microsoft.com/office/drawing/2014/main" id="{FBB3C93D-CF94-49EF-8013-38705E4A9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865"/>
                <a:ext cx="13" cy="33"/>
              </a:xfrm>
              <a:custGeom>
                <a:avLst/>
                <a:gdLst>
                  <a:gd name="T0" fmla="*/ 1 w 11"/>
                  <a:gd name="T1" fmla="*/ 0 h 27"/>
                  <a:gd name="T2" fmla="*/ 0 w 11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" y="0"/>
                    </a:moveTo>
                    <a:cubicBezTo>
                      <a:pt x="10" y="7"/>
                      <a:pt x="11" y="23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64" name="Freeform 242">
                <a:extLst>
                  <a:ext uri="{FF2B5EF4-FFF2-40B4-BE49-F238E27FC236}">
                    <a16:creationId xmlns:a16="http://schemas.microsoft.com/office/drawing/2014/main" id="{FA32EA67-A457-41D9-944B-750495417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847"/>
                <a:ext cx="3" cy="5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65" name="Freeform 243">
                <a:extLst>
                  <a:ext uri="{FF2B5EF4-FFF2-40B4-BE49-F238E27FC236}">
                    <a16:creationId xmlns:a16="http://schemas.microsoft.com/office/drawing/2014/main" id="{4760DD71-9820-4E1F-924C-449B01AB1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838"/>
                <a:ext cx="54" cy="39"/>
              </a:xfrm>
              <a:custGeom>
                <a:avLst/>
                <a:gdLst>
                  <a:gd name="T0" fmla="*/ 0 w 45"/>
                  <a:gd name="T1" fmla="*/ 55 h 32"/>
                  <a:gd name="T2" fmla="*/ 24 w 45"/>
                  <a:gd name="T3" fmla="*/ 56 h 32"/>
                  <a:gd name="T4" fmla="*/ 52 w 45"/>
                  <a:gd name="T5" fmla="*/ 49 h 32"/>
                  <a:gd name="T6" fmla="*/ 78 w 45"/>
                  <a:gd name="T7" fmla="*/ 35 h 32"/>
                  <a:gd name="T8" fmla="*/ 55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9" y="32"/>
                      <a:pt x="14" y="31"/>
                    </a:cubicBezTo>
                    <a:cubicBezTo>
                      <a:pt x="20" y="29"/>
                      <a:pt x="24" y="27"/>
                      <a:pt x="30" y="27"/>
                    </a:cubicBezTo>
                    <a:cubicBezTo>
                      <a:pt x="36" y="27"/>
                      <a:pt x="45" y="28"/>
                      <a:pt x="45" y="20"/>
                    </a:cubicBezTo>
                    <a:cubicBezTo>
                      <a:pt x="45" y="16"/>
                      <a:pt x="36" y="0"/>
                      <a:pt x="32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66" name="Freeform 244">
                <a:extLst>
                  <a:ext uri="{FF2B5EF4-FFF2-40B4-BE49-F238E27FC236}">
                    <a16:creationId xmlns:a16="http://schemas.microsoft.com/office/drawing/2014/main" id="{E6024B35-ACC2-4A4F-9319-6CB90FE1E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814"/>
                <a:ext cx="55" cy="35"/>
              </a:xfrm>
              <a:custGeom>
                <a:avLst/>
                <a:gdLst>
                  <a:gd name="T0" fmla="*/ 78 w 46"/>
                  <a:gd name="T1" fmla="*/ 1 h 29"/>
                  <a:gd name="T2" fmla="*/ 75 w 46"/>
                  <a:gd name="T3" fmla="*/ 0 h 29"/>
                  <a:gd name="T4" fmla="*/ 67 w 46"/>
                  <a:gd name="T5" fmla="*/ 40 h 29"/>
                  <a:gd name="T6" fmla="*/ 29 w 46"/>
                  <a:gd name="T7" fmla="*/ 49 h 29"/>
                  <a:gd name="T8" fmla="*/ 0 w 46"/>
                  <a:gd name="T9" fmla="*/ 5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9">
                    <a:moveTo>
                      <a:pt x="45" y="1"/>
                    </a:moveTo>
                    <a:cubicBezTo>
                      <a:pt x="45" y="0"/>
                      <a:pt x="45" y="0"/>
                      <a:pt x="44" y="0"/>
                    </a:cubicBezTo>
                    <a:cubicBezTo>
                      <a:pt x="42" y="7"/>
                      <a:pt x="46" y="17"/>
                      <a:pt x="39" y="22"/>
                    </a:cubicBezTo>
                    <a:cubicBezTo>
                      <a:pt x="32" y="27"/>
                      <a:pt x="24" y="28"/>
                      <a:pt x="17" y="28"/>
                    </a:cubicBezTo>
                    <a:cubicBezTo>
                      <a:pt x="11" y="28"/>
                      <a:pt x="6" y="28"/>
                      <a:pt x="0" y="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67" name="Freeform 245">
                <a:extLst>
                  <a:ext uri="{FF2B5EF4-FFF2-40B4-BE49-F238E27FC236}">
                    <a16:creationId xmlns:a16="http://schemas.microsoft.com/office/drawing/2014/main" id="{F8128B0B-6655-4A13-B03E-3E133B7DC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1869"/>
                <a:ext cx="18" cy="31"/>
              </a:xfrm>
              <a:custGeom>
                <a:avLst/>
                <a:gdLst>
                  <a:gd name="T0" fmla="*/ 0 w 15"/>
                  <a:gd name="T1" fmla="*/ 0 h 26"/>
                  <a:gd name="T2" fmla="*/ 24 w 15"/>
                  <a:gd name="T3" fmla="*/ 25 h 26"/>
                  <a:gd name="T4" fmla="*/ 20 w 15"/>
                  <a:gd name="T5" fmla="*/ 4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8" y="0"/>
                      <a:pt x="15" y="6"/>
                      <a:pt x="14" y="15"/>
                    </a:cubicBezTo>
                    <a:cubicBezTo>
                      <a:pt x="14" y="19"/>
                      <a:pt x="12" y="22"/>
                      <a:pt x="12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68" name="Freeform 246">
                <a:extLst>
                  <a:ext uri="{FF2B5EF4-FFF2-40B4-BE49-F238E27FC236}">
                    <a16:creationId xmlns:a16="http://schemas.microsoft.com/office/drawing/2014/main" id="{D19F3078-AC9A-4A25-878D-4B7A36C2A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841"/>
                <a:ext cx="61" cy="49"/>
              </a:xfrm>
              <a:custGeom>
                <a:avLst/>
                <a:gdLst>
                  <a:gd name="T0" fmla="*/ 44 w 51"/>
                  <a:gd name="T1" fmla="*/ 0 h 41"/>
                  <a:gd name="T2" fmla="*/ 45 w 51"/>
                  <a:gd name="T3" fmla="*/ 63 h 41"/>
                  <a:gd name="T4" fmla="*/ 16 w 51"/>
                  <a:gd name="T5" fmla="*/ 59 h 41"/>
                  <a:gd name="T6" fmla="*/ 1 w 51"/>
                  <a:gd name="T7" fmla="*/ 5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1">
                    <a:moveTo>
                      <a:pt x="26" y="0"/>
                    </a:moveTo>
                    <a:cubicBezTo>
                      <a:pt x="27" y="7"/>
                      <a:pt x="51" y="41"/>
                      <a:pt x="27" y="37"/>
                    </a:cubicBezTo>
                    <a:cubicBezTo>
                      <a:pt x="21" y="36"/>
                      <a:pt x="15" y="34"/>
                      <a:pt x="9" y="34"/>
                    </a:cubicBezTo>
                    <a:cubicBezTo>
                      <a:pt x="6" y="34"/>
                      <a:pt x="0" y="35"/>
                      <a:pt x="1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69" name="Freeform 247">
                <a:extLst>
                  <a:ext uri="{FF2B5EF4-FFF2-40B4-BE49-F238E27FC236}">
                    <a16:creationId xmlns:a16="http://schemas.microsoft.com/office/drawing/2014/main" id="{1782DC5E-B6DB-43B5-BBB1-C252BEE4A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813"/>
                <a:ext cx="73" cy="42"/>
              </a:xfrm>
              <a:custGeom>
                <a:avLst/>
                <a:gdLst>
                  <a:gd name="T0" fmla="*/ 0 w 61"/>
                  <a:gd name="T1" fmla="*/ 8 h 35"/>
                  <a:gd name="T2" fmla="*/ 28 w 61"/>
                  <a:gd name="T3" fmla="*/ 49 h 35"/>
                  <a:gd name="T4" fmla="*/ 63 w 61"/>
                  <a:gd name="T5" fmla="*/ 52 h 35"/>
                  <a:gd name="T6" fmla="*/ 89 w 61"/>
                  <a:gd name="T7" fmla="*/ 53 h 35"/>
                  <a:gd name="T8" fmla="*/ 90 w 61"/>
                  <a:gd name="T9" fmla="*/ 8 h 35"/>
                  <a:gd name="T10" fmla="*/ 75 w 61"/>
                  <a:gd name="T11" fmla="*/ 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5">
                    <a:moveTo>
                      <a:pt x="0" y="5"/>
                    </a:moveTo>
                    <a:cubicBezTo>
                      <a:pt x="4" y="16"/>
                      <a:pt x="2" y="26"/>
                      <a:pt x="16" y="28"/>
                    </a:cubicBezTo>
                    <a:cubicBezTo>
                      <a:pt x="23" y="28"/>
                      <a:pt x="30" y="28"/>
                      <a:pt x="37" y="30"/>
                    </a:cubicBezTo>
                    <a:cubicBezTo>
                      <a:pt x="43" y="32"/>
                      <a:pt x="47" y="35"/>
                      <a:pt x="52" y="31"/>
                    </a:cubicBezTo>
                    <a:cubicBezTo>
                      <a:pt x="61" y="24"/>
                      <a:pt x="61" y="12"/>
                      <a:pt x="53" y="5"/>
                    </a:cubicBezTo>
                    <a:cubicBezTo>
                      <a:pt x="51" y="3"/>
                      <a:pt x="47" y="0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70" name="Freeform 248">
                <a:extLst>
                  <a:ext uri="{FF2B5EF4-FFF2-40B4-BE49-F238E27FC236}">
                    <a16:creationId xmlns:a16="http://schemas.microsoft.com/office/drawing/2014/main" id="{672BC22A-9DC8-4B42-B53B-1E47170A9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864"/>
                <a:ext cx="68" cy="34"/>
              </a:xfrm>
              <a:custGeom>
                <a:avLst/>
                <a:gdLst>
                  <a:gd name="T0" fmla="*/ 6 w 57"/>
                  <a:gd name="T1" fmla="*/ 49 h 28"/>
                  <a:gd name="T2" fmla="*/ 2 w 57"/>
                  <a:gd name="T3" fmla="*/ 18 h 28"/>
                  <a:gd name="T4" fmla="*/ 44 w 57"/>
                  <a:gd name="T5" fmla="*/ 1 h 28"/>
                  <a:gd name="T6" fmla="*/ 68 w 57"/>
                  <a:gd name="T7" fmla="*/ 7 h 28"/>
                  <a:gd name="T8" fmla="*/ 88 w 57"/>
                  <a:gd name="T9" fmla="*/ 16 h 28"/>
                  <a:gd name="T10" fmla="*/ 97 w 57"/>
                  <a:gd name="T11" fmla="*/ 5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8">
                    <a:moveTo>
                      <a:pt x="3" y="27"/>
                    </a:moveTo>
                    <a:cubicBezTo>
                      <a:pt x="0" y="24"/>
                      <a:pt x="0" y="14"/>
                      <a:pt x="2" y="10"/>
                    </a:cubicBezTo>
                    <a:cubicBezTo>
                      <a:pt x="5" y="4"/>
                      <a:pt x="19" y="1"/>
                      <a:pt x="26" y="1"/>
                    </a:cubicBezTo>
                    <a:cubicBezTo>
                      <a:pt x="32" y="0"/>
                      <a:pt x="35" y="2"/>
                      <a:pt x="40" y="4"/>
                    </a:cubicBezTo>
                    <a:cubicBezTo>
                      <a:pt x="45" y="5"/>
                      <a:pt x="49" y="4"/>
                      <a:pt x="52" y="9"/>
                    </a:cubicBezTo>
                    <a:cubicBezTo>
                      <a:pt x="56" y="14"/>
                      <a:pt x="55" y="22"/>
                      <a:pt x="57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71" name="Freeform 249">
                <a:extLst>
                  <a:ext uri="{FF2B5EF4-FFF2-40B4-BE49-F238E27FC236}">
                    <a16:creationId xmlns:a16="http://schemas.microsoft.com/office/drawing/2014/main" id="{B291A83B-E9D8-42D9-B571-3A8B889D4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813"/>
                <a:ext cx="61" cy="35"/>
              </a:xfrm>
              <a:custGeom>
                <a:avLst/>
                <a:gdLst>
                  <a:gd name="T0" fmla="*/ 2 w 51"/>
                  <a:gd name="T1" fmla="*/ 0 h 29"/>
                  <a:gd name="T2" fmla="*/ 8 w 51"/>
                  <a:gd name="T3" fmla="*/ 40 h 29"/>
                  <a:gd name="T4" fmla="*/ 60 w 51"/>
                  <a:gd name="T5" fmla="*/ 41 h 29"/>
                  <a:gd name="T6" fmla="*/ 86 w 51"/>
                  <a:gd name="T7" fmla="*/ 23 h 29"/>
                  <a:gd name="T8" fmla="*/ 75 w 51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9">
                    <a:moveTo>
                      <a:pt x="2" y="0"/>
                    </a:moveTo>
                    <a:cubicBezTo>
                      <a:pt x="0" y="5"/>
                      <a:pt x="2" y="18"/>
                      <a:pt x="5" y="22"/>
                    </a:cubicBezTo>
                    <a:cubicBezTo>
                      <a:pt x="11" y="29"/>
                      <a:pt x="28" y="24"/>
                      <a:pt x="35" y="23"/>
                    </a:cubicBezTo>
                    <a:cubicBezTo>
                      <a:pt x="42" y="22"/>
                      <a:pt x="50" y="21"/>
                      <a:pt x="50" y="13"/>
                    </a:cubicBezTo>
                    <a:cubicBezTo>
                      <a:pt x="51" y="9"/>
                      <a:pt x="48" y="3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72" name="Freeform 250">
                <a:extLst>
                  <a:ext uri="{FF2B5EF4-FFF2-40B4-BE49-F238E27FC236}">
                    <a16:creationId xmlns:a16="http://schemas.microsoft.com/office/drawing/2014/main" id="{9A7F11E7-6CDB-4083-AF0E-CC6AC06E1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842"/>
                <a:ext cx="6" cy="12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2" y="6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73" name="Freeform 251">
                <a:extLst>
                  <a:ext uri="{FF2B5EF4-FFF2-40B4-BE49-F238E27FC236}">
                    <a16:creationId xmlns:a16="http://schemas.microsoft.com/office/drawing/2014/main" id="{4F691144-BE2C-41C5-A649-AA0C67EAE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846"/>
                <a:ext cx="8" cy="32"/>
              </a:xfrm>
              <a:custGeom>
                <a:avLst/>
                <a:gdLst>
                  <a:gd name="T0" fmla="*/ 0 w 7"/>
                  <a:gd name="T1" fmla="*/ 1 h 27"/>
                  <a:gd name="T2" fmla="*/ 9 w 7"/>
                  <a:gd name="T3" fmla="*/ 25 h 27"/>
                  <a:gd name="T4" fmla="*/ 0 w 7"/>
                  <a:gd name="T5" fmla="*/ 3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7">
                    <a:moveTo>
                      <a:pt x="0" y="1"/>
                    </a:moveTo>
                    <a:cubicBezTo>
                      <a:pt x="7" y="0"/>
                      <a:pt x="6" y="11"/>
                      <a:pt x="6" y="15"/>
                    </a:cubicBezTo>
                    <a:cubicBezTo>
                      <a:pt x="6" y="18"/>
                      <a:pt x="4" y="27"/>
                      <a:pt x="0" y="2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74" name="Freeform 252">
                <a:extLst>
                  <a:ext uri="{FF2B5EF4-FFF2-40B4-BE49-F238E27FC236}">
                    <a16:creationId xmlns:a16="http://schemas.microsoft.com/office/drawing/2014/main" id="{82A451CE-F5CD-4112-BF1A-4597C76EA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836"/>
                <a:ext cx="66" cy="36"/>
              </a:xfrm>
              <a:custGeom>
                <a:avLst/>
                <a:gdLst>
                  <a:gd name="T0" fmla="*/ 80 w 55"/>
                  <a:gd name="T1" fmla="*/ 0 h 30"/>
                  <a:gd name="T2" fmla="*/ 94 w 55"/>
                  <a:gd name="T3" fmla="*/ 10 h 30"/>
                  <a:gd name="T4" fmla="*/ 92 w 55"/>
                  <a:gd name="T5" fmla="*/ 36 h 30"/>
                  <a:gd name="T6" fmla="*/ 85 w 55"/>
                  <a:gd name="T7" fmla="*/ 44 h 30"/>
                  <a:gd name="T8" fmla="*/ 59 w 55"/>
                  <a:gd name="T9" fmla="*/ 50 h 30"/>
                  <a:gd name="T10" fmla="*/ 20 w 55"/>
                  <a:gd name="T11" fmla="*/ 50 h 30"/>
                  <a:gd name="T12" fmla="*/ 0 w 55"/>
                  <a:gd name="T13" fmla="*/ 4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0">
                    <a:moveTo>
                      <a:pt x="47" y="0"/>
                    </a:moveTo>
                    <a:cubicBezTo>
                      <a:pt x="50" y="2"/>
                      <a:pt x="53" y="2"/>
                      <a:pt x="54" y="6"/>
                    </a:cubicBezTo>
                    <a:cubicBezTo>
                      <a:pt x="55" y="9"/>
                      <a:pt x="54" y="17"/>
                      <a:pt x="53" y="21"/>
                    </a:cubicBezTo>
                    <a:cubicBezTo>
                      <a:pt x="52" y="25"/>
                      <a:pt x="54" y="24"/>
                      <a:pt x="49" y="26"/>
                    </a:cubicBezTo>
                    <a:cubicBezTo>
                      <a:pt x="44" y="28"/>
                      <a:pt x="39" y="28"/>
                      <a:pt x="34" y="29"/>
                    </a:cubicBezTo>
                    <a:cubicBezTo>
                      <a:pt x="27" y="29"/>
                      <a:pt x="19" y="29"/>
                      <a:pt x="12" y="29"/>
                    </a:cubicBezTo>
                    <a:cubicBezTo>
                      <a:pt x="9" y="29"/>
                      <a:pt x="2" y="30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75" name="Freeform 253">
                <a:extLst>
                  <a:ext uri="{FF2B5EF4-FFF2-40B4-BE49-F238E27FC236}">
                    <a16:creationId xmlns:a16="http://schemas.microsoft.com/office/drawing/2014/main" id="{FE58E6BF-062F-431E-8F5A-8D6566659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842"/>
                <a:ext cx="5" cy="7"/>
              </a:xfrm>
              <a:custGeom>
                <a:avLst/>
                <a:gdLst>
                  <a:gd name="T0" fmla="*/ 8 w 4"/>
                  <a:gd name="T1" fmla="*/ 0 h 6"/>
                  <a:gd name="T2" fmla="*/ 0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3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76" name="Freeform 254">
                <a:extLst>
                  <a:ext uri="{FF2B5EF4-FFF2-40B4-BE49-F238E27FC236}">
                    <a16:creationId xmlns:a16="http://schemas.microsoft.com/office/drawing/2014/main" id="{C0D1C74B-15B5-4FCF-B9FF-7D5FADB15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866"/>
                <a:ext cx="11" cy="33"/>
              </a:xfrm>
              <a:custGeom>
                <a:avLst/>
                <a:gdLst>
                  <a:gd name="T0" fmla="*/ 0 w 9"/>
                  <a:gd name="T1" fmla="*/ 2 h 27"/>
                  <a:gd name="T2" fmla="*/ 11 w 9"/>
                  <a:gd name="T3" fmla="*/ 6 h 27"/>
                  <a:gd name="T4" fmla="*/ 13 w 9"/>
                  <a:gd name="T5" fmla="*/ 27 h 27"/>
                  <a:gd name="T6" fmla="*/ 7 w 9"/>
                  <a:gd name="T7" fmla="*/ 4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7">
                    <a:moveTo>
                      <a:pt x="0" y="2"/>
                    </a:moveTo>
                    <a:cubicBezTo>
                      <a:pt x="2" y="0"/>
                      <a:pt x="4" y="2"/>
                      <a:pt x="6" y="3"/>
                    </a:cubicBezTo>
                    <a:cubicBezTo>
                      <a:pt x="9" y="7"/>
                      <a:pt x="8" y="11"/>
                      <a:pt x="7" y="15"/>
                    </a:cubicBezTo>
                    <a:cubicBezTo>
                      <a:pt x="7" y="19"/>
                      <a:pt x="9" y="25"/>
                      <a:pt x="4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77" name="Freeform 255">
                <a:extLst>
                  <a:ext uri="{FF2B5EF4-FFF2-40B4-BE49-F238E27FC236}">
                    <a16:creationId xmlns:a16="http://schemas.microsoft.com/office/drawing/2014/main" id="{31B1387C-C84A-4E00-8C9C-A510F709B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814"/>
                <a:ext cx="72" cy="34"/>
              </a:xfrm>
              <a:custGeom>
                <a:avLst/>
                <a:gdLst>
                  <a:gd name="T0" fmla="*/ 0 w 60"/>
                  <a:gd name="T1" fmla="*/ 41 h 28"/>
                  <a:gd name="T2" fmla="*/ 20 w 60"/>
                  <a:gd name="T3" fmla="*/ 50 h 28"/>
                  <a:gd name="T4" fmla="*/ 49 w 60"/>
                  <a:gd name="T5" fmla="*/ 43 h 28"/>
                  <a:gd name="T6" fmla="*/ 98 w 60"/>
                  <a:gd name="T7" fmla="*/ 40 h 28"/>
                  <a:gd name="T8" fmla="*/ 98 w 60"/>
                  <a:gd name="T9" fmla="*/ 11 h 28"/>
                  <a:gd name="T10" fmla="*/ 86 w 60"/>
                  <a:gd name="T11" fmla="*/ 1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4" y="26"/>
                      <a:pt x="7" y="28"/>
                      <a:pt x="12" y="28"/>
                    </a:cubicBezTo>
                    <a:cubicBezTo>
                      <a:pt x="18" y="28"/>
                      <a:pt x="23" y="24"/>
                      <a:pt x="28" y="24"/>
                    </a:cubicBezTo>
                    <a:cubicBezTo>
                      <a:pt x="35" y="23"/>
                      <a:pt x="52" y="27"/>
                      <a:pt x="57" y="22"/>
                    </a:cubicBezTo>
                    <a:cubicBezTo>
                      <a:pt x="60" y="19"/>
                      <a:pt x="59" y="10"/>
                      <a:pt x="57" y="6"/>
                    </a:cubicBezTo>
                    <a:cubicBezTo>
                      <a:pt x="56" y="1"/>
                      <a:pt x="55" y="0"/>
                      <a:pt x="50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78" name="Freeform 256">
                <a:extLst>
                  <a:ext uri="{FF2B5EF4-FFF2-40B4-BE49-F238E27FC236}">
                    <a16:creationId xmlns:a16="http://schemas.microsoft.com/office/drawing/2014/main" id="{B54F57CE-56F6-4373-B46F-72F77F814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866"/>
                <a:ext cx="66" cy="33"/>
              </a:xfrm>
              <a:custGeom>
                <a:avLst/>
                <a:gdLst>
                  <a:gd name="T0" fmla="*/ 0 w 55"/>
                  <a:gd name="T1" fmla="*/ 16 h 27"/>
                  <a:gd name="T2" fmla="*/ 37 w 55"/>
                  <a:gd name="T3" fmla="*/ 1 h 27"/>
                  <a:gd name="T4" fmla="*/ 79 w 55"/>
                  <a:gd name="T5" fmla="*/ 9 h 27"/>
                  <a:gd name="T6" fmla="*/ 86 w 55"/>
                  <a:gd name="T7" fmla="*/ 4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7">
                    <a:moveTo>
                      <a:pt x="0" y="9"/>
                    </a:moveTo>
                    <a:cubicBezTo>
                      <a:pt x="2" y="2"/>
                      <a:pt x="17" y="2"/>
                      <a:pt x="22" y="1"/>
                    </a:cubicBezTo>
                    <a:cubicBezTo>
                      <a:pt x="29" y="0"/>
                      <a:pt x="40" y="2"/>
                      <a:pt x="46" y="5"/>
                    </a:cubicBezTo>
                    <a:cubicBezTo>
                      <a:pt x="52" y="9"/>
                      <a:pt x="55" y="21"/>
                      <a:pt x="5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79" name="Freeform 257">
                <a:extLst>
                  <a:ext uri="{FF2B5EF4-FFF2-40B4-BE49-F238E27FC236}">
                    <a16:creationId xmlns:a16="http://schemas.microsoft.com/office/drawing/2014/main" id="{EE55482B-04C4-462B-864A-BF46B62D6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838"/>
                <a:ext cx="17" cy="43"/>
              </a:xfrm>
              <a:custGeom>
                <a:avLst/>
                <a:gdLst>
                  <a:gd name="T0" fmla="*/ 11 w 14"/>
                  <a:gd name="T1" fmla="*/ 0 h 35"/>
                  <a:gd name="T2" fmla="*/ 16 w 14"/>
                  <a:gd name="T3" fmla="*/ 42 h 35"/>
                  <a:gd name="T4" fmla="*/ 0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6" y="0"/>
                    </a:moveTo>
                    <a:cubicBezTo>
                      <a:pt x="14" y="3"/>
                      <a:pt x="10" y="17"/>
                      <a:pt x="9" y="23"/>
                    </a:cubicBezTo>
                    <a:cubicBezTo>
                      <a:pt x="9" y="29"/>
                      <a:pt x="8" y="35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80" name="Freeform 258">
                <a:extLst>
                  <a:ext uri="{FF2B5EF4-FFF2-40B4-BE49-F238E27FC236}">
                    <a16:creationId xmlns:a16="http://schemas.microsoft.com/office/drawing/2014/main" id="{FA87A990-0C95-4540-9339-9F3599FC1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849"/>
                <a:ext cx="61" cy="49"/>
              </a:xfrm>
              <a:custGeom>
                <a:avLst/>
                <a:gdLst>
                  <a:gd name="T0" fmla="*/ 72 w 51"/>
                  <a:gd name="T1" fmla="*/ 74 h 40"/>
                  <a:gd name="T2" fmla="*/ 81 w 51"/>
                  <a:gd name="T3" fmla="*/ 42 h 40"/>
                  <a:gd name="T4" fmla="*/ 78 w 51"/>
                  <a:gd name="T5" fmla="*/ 9 h 40"/>
                  <a:gd name="T6" fmla="*/ 44 w 51"/>
                  <a:gd name="T7" fmla="*/ 13 h 40"/>
                  <a:gd name="T8" fmla="*/ 16 w 51"/>
                  <a:gd name="T9" fmla="*/ 9 h 40"/>
                  <a:gd name="T10" fmla="*/ 0 w 51"/>
                  <a:gd name="T11" fmla="*/ 6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0">
                    <a:moveTo>
                      <a:pt x="42" y="40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8" y="18"/>
                      <a:pt x="49" y="9"/>
                      <a:pt x="45" y="5"/>
                    </a:cubicBezTo>
                    <a:cubicBezTo>
                      <a:pt x="41" y="0"/>
                      <a:pt x="32" y="6"/>
                      <a:pt x="26" y="7"/>
                    </a:cubicBezTo>
                    <a:cubicBezTo>
                      <a:pt x="20" y="7"/>
                      <a:pt x="15" y="6"/>
                      <a:pt x="9" y="5"/>
                    </a:cubicBezTo>
                    <a:cubicBezTo>
                      <a:pt x="7" y="4"/>
                      <a:pt x="1" y="5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81" name="Freeform 259">
                <a:extLst>
                  <a:ext uri="{FF2B5EF4-FFF2-40B4-BE49-F238E27FC236}">
                    <a16:creationId xmlns:a16="http://schemas.microsoft.com/office/drawing/2014/main" id="{F2D99BE0-0A0F-4E9F-87CC-9AAFAFE82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814"/>
                <a:ext cx="14" cy="41"/>
              </a:xfrm>
              <a:custGeom>
                <a:avLst/>
                <a:gdLst>
                  <a:gd name="T0" fmla="*/ 17 w 11"/>
                  <a:gd name="T1" fmla="*/ 0 h 34"/>
                  <a:gd name="T2" fmla="*/ 10 w 11"/>
                  <a:gd name="T3" fmla="*/ 43 h 34"/>
                  <a:gd name="T4" fmla="*/ 0 w 11"/>
                  <a:gd name="T5" fmla="*/ 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8" y="0"/>
                    </a:moveTo>
                    <a:cubicBezTo>
                      <a:pt x="8" y="8"/>
                      <a:pt x="11" y="18"/>
                      <a:pt x="5" y="25"/>
                    </a:cubicBezTo>
                    <a:cubicBezTo>
                      <a:pt x="2" y="28"/>
                      <a:pt x="0" y="29"/>
                      <a:pt x="0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82" name="Freeform 260">
                <a:extLst>
                  <a:ext uri="{FF2B5EF4-FFF2-40B4-BE49-F238E27FC236}">
                    <a16:creationId xmlns:a16="http://schemas.microsoft.com/office/drawing/2014/main" id="{408A4313-4AEE-43DB-AB56-AC113764F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1829"/>
                <a:ext cx="27" cy="18"/>
              </a:xfrm>
              <a:custGeom>
                <a:avLst/>
                <a:gdLst>
                  <a:gd name="T0" fmla="*/ 2 w 22"/>
                  <a:gd name="T1" fmla="*/ 0 h 15"/>
                  <a:gd name="T2" fmla="*/ 1 w 22"/>
                  <a:gd name="T3" fmla="*/ 17 h 15"/>
                  <a:gd name="T4" fmla="*/ 17 w 22"/>
                  <a:gd name="T5" fmla="*/ 24 h 15"/>
                  <a:gd name="T6" fmla="*/ 33 w 22"/>
                  <a:gd name="T7" fmla="*/ 26 h 15"/>
                  <a:gd name="T8" fmla="*/ 41 w 22"/>
                  <a:gd name="T9" fmla="*/ 2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2" y="0"/>
                    </a:moveTo>
                    <a:cubicBezTo>
                      <a:pt x="0" y="2"/>
                      <a:pt x="0" y="7"/>
                      <a:pt x="1" y="10"/>
                    </a:cubicBezTo>
                    <a:cubicBezTo>
                      <a:pt x="2" y="14"/>
                      <a:pt x="5" y="15"/>
                      <a:pt x="9" y="14"/>
                    </a:cubicBezTo>
                    <a:cubicBezTo>
                      <a:pt x="12" y="14"/>
                      <a:pt x="16" y="15"/>
                      <a:pt x="18" y="15"/>
                    </a:cubicBezTo>
                    <a:cubicBezTo>
                      <a:pt x="20" y="15"/>
                      <a:pt x="21" y="14"/>
                      <a:pt x="22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83" name="Freeform 261">
                <a:extLst>
                  <a:ext uri="{FF2B5EF4-FFF2-40B4-BE49-F238E27FC236}">
                    <a16:creationId xmlns:a16="http://schemas.microsoft.com/office/drawing/2014/main" id="{8172D3FF-90D1-4D61-97BA-51473D0B4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843"/>
                <a:ext cx="17" cy="16"/>
              </a:xfrm>
              <a:custGeom>
                <a:avLst/>
                <a:gdLst>
                  <a:gd name="T0" fmla="*/ 25 w 14"/>
                  <a:gd name="T1" fmla="*/ 6 h 13"/>
                  <a:gd name="T2" fmla="*/ 2 w 14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0" y="0"/>
                      <a:pt x="0" y="7"/>
                      <a:pt x="2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84" name="Oval 262">
                <a:extLst>
                  <a:ext uri="{FF2B5EF4-FFF2-40B4-BE49-F238E27FC236}">
                    <a16:creationId xmlns:a16="http://schemas.microsoft.com/office/drawing/2014/main" id="{B21A9259-975A-419B-83D7-1E8641786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8" y="1027"/>
                <a:ext cx="27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785" name="Oval 263">
                <a:extLst>
                  <a:ext uri="{FF2B5EF4-FFF2-40B4-BE49-F238E27FC236}">
                    <a16:creationId xmlns:a16="http://schemas.microsoft.com/office/drawing/2014/main" id="{61856A6B-F5EF-4F10-B31C-F90BBAA3F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1940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786" name="Oval 264">
                <a:extLst>
                  <a:ext uri="{FF2B5EF4-FFF2-40B4-BE49-F238E27FC236}">
                    <a16:creationId xmlns:a16="http://schemas.microsoft.com/office/drawing/2014/main" id="{F215692B-02AD-4B94-85DE-AC1FDC2D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7" y="195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787" name="Oval 265">
                <a:extLst>
                  <a:ext uri="{FF2B5EF4-FFF2-40B4-BE49-F238E27FC236}">
                    <a16:creationId xmlns:a16="http://schemas.microsoft.com/office/drawing/2014/main" id="{8161E2D1-CE1D-451C-A4AF-7D5FB2452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8" y="1921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788" name="Oval 266">
                <a:extLst>
                  <a:ext uri="{FF2B5EF4-FFF2-40B4-BE49-F238E27FC236}">
                    <a16:creationId xmlns:a16="http://schemas.microsoft.com/office/drawing/2014/main" id="{01561EFB-F0B4-41D1-A4B5-A7D033811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" y="1941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789" name="Oval 267">
                <a:extLst>
                  <a:ext uri="{FF2B5EF4-FFF2-40B4-BE49-F238E27FC236}">
                    <a16:creationId xmlns:a16="http://schemas.microsoft.com/office/drawing/2014/main" id="{28F38FE1-6442-43B1-A772-02541B1EF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1930"/>
                <a:ext cx="28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790" name="Oval 268">
                <a:extLst>
                  <a:ext uri="{FF2B5EF4-FFF2-40B4-BE49-F238E27FC236}">
                    <a16:creationId xmlns:a16="http://schemas.microsoft.com/office/drawing/2014/main" id="{A62A5EF6-AAE0-455B-8115-53FB70764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" y="190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791" name="Oval 269">
                <a:extLst>
                  <a:ext uri="{FF2B5EF4-FFF2-40B4-BE49-F238E27FC236}">
                    <a16:creationId xmlns:a16="http://schemas.microsoft.com/office/drawing/2014/main" id="{078423F8-43A9-49C7-BFF9-F16A9AC95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1925"/>
                <a:ext cx="28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792" name="Oval 270">
                <a:extLst>
                  <a:ext uri="{FF2B5EF4-FFF2-40B4-BE49-F238E27FC236}">
                    <a16:creationId xmlns:a16="http://schemas.microsoft.com/office/drawing/2014/main" id="{D3CF932E-168D-43DF-ACB6-EB8F862B5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1948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793" name="Oval 271">
                <a:extLst>
                  <a:ext uri="{FF2B5EF4-FFF2-40B4-BE49-F238E27FC236}">
                    <a16:creationId xmlns:a16="http://schemas.microsoft.com/office/drawing/2014/main" id="{9884F4C8-6F7D-4559-AEBF-A8441E073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922"/>
                <a:ext cx="27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794" name="Oval 272">
                <a:extLst>
                  <a:ext uri="{FF2B5EF4-FFF2-40B4-BE49-F238E27FC236}">
                    <a16:creationId xmlns:a16="http://schemas.microsoft.com/office/drawing/2014/main" id="{6DACBFD3-67AB-472B-93A0-A484698B3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910"/>
                <a:ext cx="27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795" name="Oval 273">
                <a:extLst>
                  <a:ext uri="{FF2B5EF4-FFF2-40B4-BE49-F238E27FC236}">
                    <a16:creationId xmlns:a16="http://schemas.microsoft.com/office/drawing/2014/main" id="{92855C0E-32BC-47DA-BEE1-8E760655B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1944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796" name="Freeform 274">
                <a:extLst>
                  <a:ext uri="{FF2B5EF4-FFF2-40B4-BE49-F238E27FC236}">
                    <a16:creationId xmlns:a16="http://schemas.microsoft.com/office/drawing/2014/main" id="{38CF4188-3FDC-4DBA-AC88-2E034294E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905"/>
                <a:ext cx="29" cy="16"/>
              </a:xfrm>
              <a:custGeom>
                <a:avLst/>
                <a:gdLst>
                  <a:gd name="T0" fmla="*/ 41 w 24"/>
                  <a:gd name="T1" fmla="*/ 7 h 13"/>
                  <a:gd name="T2" fmla="*/ 23 w 24"/>
                  <a:gd name="T3" fmla="*/ 22 h 13"/>
                  <a:gd name="T4" fmla="*/ 1 w 24"/>
                  <a:gd name="T5" fmla="*/ 17 h 13"/>
                  <a:gd name="T6" fmla="*/ 19 w 24"/>
                  <a:gd name="T7" fmla="*/ 1 h 13"/>
                  <a:gd name="T8" fmla="*/ 41 w 24"/>
                  <a:gd name="T9" fmla="*/ 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23" y="4"/>
                    </a:moveTo>
                    <a:cubicBezTo>
                      <a:pt x="24" y="7"/>
                      <a:pt x="19" y="10"/>
                      <a:pt x="13" y="12"/>
                    </a:cubicBezTo>
                    <a:cubicBezTo>
                      <a:pt x="7" y="13"/>
                      <a:pt x="2" y="12"/>
                      <a:pt x="1" y="9"/>
                    </a:cubicBezTo>
                    <a:cubicBezTo>
                      <a:pt x="0" y="6"/>
                      <a:pt x="5" y="3"/>
                      <a:pt x="11" y="1"/>
                    </a:cubicBezTo>
                    <a:cubicBezTo>
                      <a:pt x="17" y="0"/>
                      <a:pt x="23" y="1"/>
                      <a:pt x="23" y="4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97" name="Freeform 275">
                <a:extLst>
                  <a:ext uri="{FF2B5EF4-FFF2-40B4-BE49-F238E27FC236}">
                    <a16:creationId xmlns:a16="http://schemas.microsoft.com/office/drawing/2014/main" id="{1BA5661D-EBA4-4B4B-AD0F-4255CBB7B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794"/>
                <a:ext cx="25" cy="23"/>
              </a:xfrm>
              <a:custGeom>
                <a:avLst/>
                <a:gdLst>
                  <a:gd name="T0" fmla="*/ 32 w 21"/>
                  <a:gd name="T1" fmla="*/ 2 h 19"/>
                  <a:gd name="T2" fmla="*/ 24 w 21"/>
                  <a:gd name="T3" fmla="*/ 25 h 19"/>
                  <a:gd name="T4" fmla="*/ 2 w 21"/>
                  <a:gd name="T5" fmla="*/ 30 h 19"/>
                  <a:gd name="T6" fmla="*/ 12 w 21"/>
                  <a:gd name="T7" fmla="*/ 10 h 19"/>
                  <a:gd name="T8" fmla="*/ 32 w 21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19" y="2"/>
                    </a:moveTo>
                    <a:cubicBezTo>
                      <a:pt x="21" y="4"/>
                      <a:pt x="19" y="9"/>
                      <a:pt x="14" y="14"/>
                    </a:cubicBezTo>
                    <a:cubicBezTo>
                      <a:pt x="9" y="18"/>
                      <a:pt x="3" y="19"/>
                      <a:pt x="2" y="17"/>
                    </a:cubicBezTo>
                    <a:cubicBezTo>
                      <a:pt x="0" y="15"/>
                      <a:pt x="2" y="10"/>
                      <a:pt x="7" y="6"/>
                    </a:cubicBezTo>
                    <a:cubicBezTo>
                      <a:pt x="12" y="2"/>
                      <a:pt x="17" y="0"/>
                      <a:pt x="19" y="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98" name="Freeform 276">
                <a:extLst>
                  <a:ext uri="{FF2B5EF4-FFF2-40B4-BE49-F238E27FC236}">
                    <a16:creationId xmlns:a16="http://schemas.microsoft.com/office/drawing/2014/main" id="{9B788839-CF16-4AC9-A6B6-BE4AC5FB7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606"/>
                <a:ext cx="18" cy="28"/>
              </a:xfrm>
              <a:custGeom>
                <a:avLst/>
                <a:gdLst>
                  <a:gd name="T0" fmla="*/ 23 w 15"/>
                  <a:gd name="T1" fmla="*/ 1 h 23"/>
                  <a:gd name="T2" fmla="*/ 20 w 15"/>
                  <a:gd name="T3" fmla="*/ 26 h 23"/>
                  <a:gd name="T4" fmla="*/ 2 w 15"/>
                  <a:gd name="T5" fmla="*/ 40 h 23"/>
                  <a:gd name="T6" fmla="*/ 6 w 15"/>
                  <a:gd name="T7" fmla="*/ 16 h 23"/>
                  <a:gd name="T8" fmla="*/ 23 w 15"/>
                  <a:gd name="T9" fmla="*/ 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13" y="1"/>
                    </a:moveTo>
                    <a:cubicBezTo>
                      <a:pt x="15" y="2"/>
                      <a:pt x="15" y="8"/>
                      <a:pt x="12" y="14"/>
                    </a:cubicBezTo>
                    <a:cubicBezTo>
                      <a:pt x="9" y="20"/>
                      <a:pt x="5" y="23"/>
                      <a:pt x="2" y="22"/>
                    </a:cubicBezTo>
                    <a:cubicBezTo>
                      <a:pt x="0" y="20"/>
                      <a:pt x="0" y="15"/>
                      <a:pt x="3" y="9"/>
                    </a:cubicBezTo>
                    <a:cubicBezTo>
                      <a:pt x="6" y="3"/>
                      <a:pt x="10" y="0"/>
                      <a:pt x="13" y="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99" name="Freeform 277">
                <a:extLst>
                  <a:ext uri="{FF2B5EF4-FFF2-40B4-BE49-F238E27FC236}">
                    <a16:creationId xmlns:a16="http://schemas.microsoft.com/office/drawing/2014/main" id="{BA7E29E2-8FF6-42CD-9CD3-0C8214EDD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299"/>
                <a:ext cx="19" cy="28"/>
              </a:xfrm>
              <a:custGeom>
                <a:avLst/>
                <a:gdLst>
                  <a:gd name="T0" fmla="*/ 24 w 16"/>
                  <a:gd name="T1" fmla="*/ 39 h 23"/>
                  <a:gd name="T2" fmla="*/ 6 w 16"/>
                  <a:gd name="T3" fmla="*/ 26 h 23"/>
                  <a:gd name="T4" fmla="*/ 2 w 16"/>
                  <a:gd name="T5" fmla="*/ 1 h 23"/>
                  <a:gd name="T6" fmla="*/ 21 w 16"/>
                  <a:gd name="T7" fmla="*/ 16 h 23"/>
                  <a:gd name="T8" fmla="*/ 24 w 16"/>
                  <a:gd name="T9" fmla="*/ 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4" y="21"/>
                    </a:moveTo>
                    <a:cubicBezTo>
                      <a:pt x="11" y="23"/>
                      <a:pt x="7" y="19"/>
                      <a:pt x="3" y="14"/>
                    </a:cubicBezTo>
                    <a:cubicBezTo>
                      <a:pt x="0" y="8"/>
                      <a:pt x="0" y="3"/>
                      <a:pt x="2" y="1"/>
                    </a:cubicBezTo>
                    <a:cubicBezTo>
                      <a:pt x="5" y="0"/>
                      <a:pt x="9" y="3"/>
                      <a:pt x="13" y="9"/>
                    </a:cubicBezTo>
                    <a:cubicBezTo>
                      <a:pt x="16" y="14"/>
                      <a:pt x="16" y="20"/>
                      <a:pt x="14" y="2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00" name="Freeform 278">
                <a:extLst>
                  <a:ext uri="{FF2B5EF4-FFF2-40B4-BE49-F238E27FC236}">
                    <a16:creationId xmlns:a16="http://schemas.microsoft.com/office/drawing/2014/main" id="{D0EF0AB5-00B5-477C-9050-40C677647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167"/>
                <a:ext cx="19" cy="28"/>
              </a:xfrm>
              <a:custGeom>
                <a:avLst/>
                <a:gdLst>
                  <a:gd name="T0" fmla="*/ 24 w 16"/>
                  <a:gd name="T1" fmla="*/ 40 h 23"/>
                  <a:gd name="T2" fmla="*/ 7 w 16"/>
                  <a:gd name="T3" fmla="*/ 26 h 23"/>
                  <a:gd name="T4" fmla="*/ 2 w 16"/>
                  <a:gd name="T5" fmla="*/ 2 h 23"/>
                  <a:gd name="T6" fmla="*/ 21 w 16"/>
                  <a:gd name="T7" fmla="*/ 16 h 23"/>
                  <a:gd name="T8" fmla="*/ 24 w 16"/>
                  <a:gd name="T9" fmla="*/ 4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4" y="22"/>
                    </a:moveTo>
                    <a:cubicBezTo>
                      <a:pt x="11" y="23"/>
                      <a:pt x="7" y="20"/>
                      <a:pt x="4" y="14"/>
                    </a:cubicBezTo>
                    <a:cubicBezTo>
                      <a:pt x="0" y="9"/>
                      <a:pt x="0" y="3"/>
                      <a:pt x="2" y="2"/>
                    </a:cubicBezTo>
                    <a:cubicBezTo>
                      <a:pt x="5" y="0"/>
                      <a:pt x="10" y="4"/>
                      <a:pt x="13" y="9"/>
                    </a:cubicBezTo>
                    <a:cubicBezTo>
                      <a:pt x="16" y="15"/>
                      <a:pt x="16" y="20"/>
                      <a:pt x="14" y="2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01" name="Freeform 279">
                <a:extLst>
                  <a:ext uri="{FF2B5EF4-FFF2-40B4-BE49-F238E27FC236}">
                    <a16:creationId xmlns:a16="http://schemas.microsoft.com/office/drawing/2014/main" id="{AD911E1E-87BA-4FBA-B18B-FC64A76F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062"/>
                <a:ext cx="19" cy="26"/>
              </a:xfrm>
              <a:custGeom>
                <a:avLst/>
                <a:gdLst>
                  <a:gd name="T0" fmla="*/ 21 w 16"/>
                  <a:gd name="T1" fmla="*/ 35 h 22"/>
                  <a:gd name="T2" fmla="*/ 6 w 16"/>
                  <a:gd name="T3" fmla="*/ 24 h 22"/>
                  <a:gd name="T4" fmla="*/ 2 w 16"/>
                  <a:gd name="T5" fmla="*/ 1 h 22"/>
                  <a:gd name="T6" fmla="*/ 20 w 16"/>
                  <a:gd name="T7" fmla="*/ 13 h 22"/>
                  <a:gd name="T8" fmla="*/ 21 w 16"/>
                  <a:gd name="T9" fmla="*/ 3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3" y="21"/>
                    </a:moveTo>
                    <a:cubicBezTo>
                      <a:pt x="11" y="22"/>
                      <a:pt x="6" y="19"/>
                      <a:pt x="3" y="14"/>
                    </a:cubicBezTo>
                    <a:cubicBezTo>
                      <a:pt x="0" y="8"/>
                      <a:pt x="0" y="2"/>
                      <a:pt x="2" y="1"/>
                    </a:cubicBezTo>
                    <a:cubicBezTo>
                      <a:pt x="5" y="0"/>
                      <a:pt x="9" y="3"/>
                      <a:pt x="12" y="8"/>
                    </a:cubicBezTo>
                    <a:cubicBezTo>
                      <a:pt x="15" y="14"/>
                      <a:pt x="16" y="20"/>
                      <a:pt x="13" y="2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02" name="Oval 280">
                <a:extLst>
                  <a:ext uri="{FF2B5EF4-FFF2-40B4-BE49-F238E27FC236}">
                    <a16:creationId xmlns:a16="http://schemas.microsoft.com/office/drawing/2014/main" id="{85F506DD-EEB2-490C-A56E-84D7743E9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8" y="1052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03" name="Oval 281">
                <a:extLst>
                  <a:ext uri="{FF2B5EF4-FFF2-40B4-BE49-F238E27FC236}">
                    <a16:creationId xmlns:a16="http://schemas.microsoft.com/office/drawing/2014/main" id="{BFEABFA4-3D82-477B-AA4A-E74CEF678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3" y="1024"/>
                <a:ext cx="27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04" name="Oval 282">
                <a:extLst>
                  <a:ext uri="{FF2B5EF4-FFF2-40B4-BE49-F238E27FC236}">
                    <a16:creationId xmlns:a16="http://schemas.microsoft.com/office/drawing/2014/main" id="{46F96499-887E-4682-8F3A-97EE3914C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3" y="1060"/>
                <a:ext cx="28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05" name="Oval 283">
                <a:extLst>
                  <a:ext uri="{FF2B5EF4-FFF2-40B4-BE49-F238E27FC236}">
                    <a16:creationId xmlns:a16="http://schemas.microsoft.com/office/drawing/2014/main" id="{B216CFBD-96BA-4FC9-9192-84815F8C6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1021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06" name="Oval 284">
                <a:extLst>
                  <a:ext uri="{FF2B5EF4-FFF2-40B4-BE49-F238E27FC236}">
                    <a16:creationId xmlns:a16="http://schemas.microsoft.com/office/drawing/2014/main" id="{68BAA97C-0EE5-4095-8FF6-89804B7D8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6" y="1062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07" name="Oval 285">
                <a:extLst>
                  <a:ext uri="{FF2B5EF4-FFF2-40B4-BE49-F238E27FC236}">
                    <a16:creationId xmlns:a16="http://schemas.microsoft.com/office/drawing/2014/main" id="{B2E25B68-265F-478B-9EF2-ACC977CE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3" y="1036"/>
                <a:ext cx="28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08" name="Oval 286">
                <a:extLst>
                  <a:ext uri="{FF2B5EF4-FFF2-40B4-BE49-F238E27FC236}">
                    <a16:creationId xmlns:a16="http://schemas.microsoft.com/office/drawing/2014/main" id="{FBBA4B6F-3299-4C64-B043-DE8B8DE13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057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09" name="Oval 287">
                <a:extLst>
                  <a:ext uri="{FF2B5EF4-FFF2-40B4-BE49-F238E27FC236}">
                    <a16:creationId xmlns:a16="http://schemas.microsoft.com/office/drawing/2014/main" id="{9779DD7D-713F-4FA5-99A1-F5D59F5D0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1017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10" name="Oval 288">
                <a:extLst>
                  <a:ext uri="{FF2B5EF4-FFF2-40B4-BE49-F238E27FC236}">
                    <a16:creationId xmlns:a16="http://schemas.microsoft.com/office/drawing/2014/main" id="{7775BD17-2CE6-4BC0-95F2-116F7CE98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6" y="1029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11" name="Oval 289">
                <a:extLst>
                  <a:ext uri="{FF2B5EF4-FFF2-40B4-BE49-F238E27FC236}">
                    <a16:creationId xmlns:a16="http://schemas.microsoft.com/office/drawing/2014/main" id="{E9945586-2B38-438A-BC77-6A739DBFC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" y="1057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12" name="Oval 290">
                <a:extLst>
                  <a:ext uri="{FF2B5EF4-FFF2-40B4-BE49-F238E27FC236}">
                    <a16:creationId xmlns:a16="http://schemas.microsoft.com/office/drawing/2014/main" id="{884510A1-8395-47D4-A885-B2351954A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1045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13" name="Rectangle 291">
                <a:extLst>
                  <a:ext uri="{FF2B5EF4-FFF2-40B4-BE49-F238E27FC236}">
                    <a16:creationId xmlns:a16="http://schemas.microsoft.com/office/drawing/2014/main" id="{E4236EDC-13ED-4A3A-B469-68EA5DD7E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810"/>
                <a:ext cx="844" cy="89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14" name="Rectangle 292">
                <a:extLst>
                  <a:ext uri="{FF2B5EF4-FFF2-40B4-BE49-F238E27FC236}">
                    <a16:creationId xmlns:a16="http://schemas.microsoft.com/office/drawing/2014/main" id="{A677A6AD-F528-418B-8CC0-8BCEA0840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083"/>
                <a:ext cx="844" cy="89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15" name="Rectangle 293">
                <a:extLst>
                  <a:ext uri="{FF2B5EF4-FFF2-40B4-BE49-F238E27FC236}">
                    <a16:creationId xmlns:a16="http://schemas.microsoft.com/office/drawing/2014/main" id="{DE7C11E0-2772-4FF3-A7B3-1D814CF6B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011"/>
                <a:ext cx="844" cy="161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16" name="Rectangle 294">
                <a:extLst>
                  <a:ext uri="{FF2B5EF4-FFF2-40B4-BE49-F238E27FC236}">
                    <a16:creationId xmlns:a16="http://schemas.microsoft.com/office/drawing/2014/main" id="{74E03A10-F6C1-4B2C-B71E-B8031EEFC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809"/>
                <a:ext cx="844" cy="164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17" name="Freeform 295">
                <a:extLst>
                  <a:ext uri="{FF2B5EF4-FFF2-40B4-BE49-F238E27FC236}">
                    <a16:creationId xmlns:a16="http://schemas.microsoft.com/office/drawing/2014/main" id="{9A95E56E-4BB2-437E-ADA6-6365F5CCB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801"/>
                <a:ext cx="101" cy="42"/>
              </a:xfrm>
              <a:custGeom>
                <a:avLst/>
                <a:gdLst>
                  <a:gd name="T0" fmla="*/ 0 w 84"/>
                  <a:gd name="T1" fmla="*/ 60 h 35"/>
                  <a:gd name="T2" fmla="*/ 28 w 84"/>
                  <a:gd name="T3" fmla="*/ 58 h 35"/>
                  <a:gd name="T4" fmla="*/ 73 w 84"/>
                  <a:gd name="T5" fmla="*/ 36 h 35"/>
                  <a:gd name="T6" fmla="*/ 145 w 84"/>
                  <a:gd name="T7" fmla="*/ 7 h 35"/>
                  <a:gd name="T8" fmla="*/ 83 w 84"/>
                  <a:gd name="T9" fmla="*/ 10 h 35"/>
                  <a:gd name="T10" fmla="*/ 42 w 84"/>
                  <a:gd name="T11" fmla="*/ 1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5">
                    <a:moveTo>
                      <a:pt x="0" y="35"/>
                    </a:moveTo>
                    <a:cubicBezTo>
                      <a:pt x="1" y="34"/>
                      <a:pt x="12" y="33"/>
                      <a:pt x="16" y="33"/>
                    </a:cubicBezTo>
                    <a:cubicBezTo>
                      <a:pt x="27" y="31"/>
                      <a:pt x="33" y="27"/>
                      <a:pt x="42" y="21"/>
                    </a:cubicBezTo>
                    <a:cubicBezTo>
                      <a:pt x="54" y="14"/>
                      <a:pt x="74" y="12"/>
                      <a:pt x="84" y="4"/>
                    </a:cubicBezTo>
                    <a:cubicBezTo>
                      <a:pt x="74" y="0"/>
                      <a:pt x="58" y="6"/>
                      <a:pt x="47" y="6"/>
                    </a:cubicBezTo>
                    <a:cubicBezTo>
                      <a:pt x="39" y="6"/>
                      <a:pt x="31" y="7"/>
                      <a:pt x="24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18" name="Freeform 296">
                <a:extLst>
                  <a:ext uri="{FF2B5EF4-FFF2-40B4-BE49-F238E27FC236}">
                    <a16:creationId xmlns:a16="http://schemas.microsoft.com/office/drawing/2014/main" id="{0A3C1274-E0EF-4A38-B29B-BBB03CBE5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825"/>
                <a:ext cx="105" cy="48"/>
              </a:xfrm>
              <a:custGeom>
                <a:avLst/>
                <a:gdLst>
                  <a:gd name="T0" fmla="*/ 0 w 87"/>
                  <a:gd name="T1" fmla="*/ 31 h 40"/>
                  <a:gd name="T2" fmla="*/ 69 w 87"/>
                  <a:gd name="T3" fmla="*/ 24 h 40"/>
                  <a:gd name="T4" fmla="*/ 153 w 87"/>
                  <a:gd name="T5" fmla="*/ 0 h 40"/>
                  <a:gd name="T6" fmla="*/ 7 w 87"/>
                  <a:gd name="T7" fmla="*/ 7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0">
                    <a:moveTo>
                      <a:pt x="0" y="18"/>
                    </a:moveTo>
                    <a:cubicBezTo>
                      <a:pt x="12" y="13"/>
                      <a:pt x="26" y="16"/>
                      <a:pt x="39" y="14"/>
                    </a:cubicBezTo>
                    <a:cubicBezTo>
                      <a:pt x="53" y="12"/>
                      <a:pt x="76" y="9"/>
                      <a:pt x="87" y="0"/>
                    </a:cubicBezTo>
                    <a:cubicBezTo>
                      <a:pt x="73" y="28"/>
                      <a:pt x="32" y="38"/>
                      <a:pt x="4" y="4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19" name="Freeform 297">
                <a:extLst>
                  <a:ext uri="{FF2B5EF4-FFF2-40B4-BE49-F238E27FC236}">
                    <a16:creationId xmlns:a16="http://schemas.microsoft.com/office/drawing/2014/main" id="{86F3654D-134D-43B8-A504-5321C66B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1765"/>
                <a:ext cx="64" cy="62"/>
              </a:xfrm>
              <a:custGeom>
                <a:avLst/>
                <a:gdLst>
                  <a:gd name="T0" fmla="*/ 0 w 53"/>
                  <a:gd name="T1" fmla="*/ 56 h 52"/>
                  <a:gd name="T2" fmla="*/ 93 w 53"/>
                  <a:gd name="T3" fmla="*/ 0 h 52"/>
                  <a:gd name="T4" fmla="*/ 1 w 53"/>
                  <a:gd name="T5" fmla="*/ 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2">
                    <a:moveTo>
                      <a:pt x="0" y="33"/>
                    </a:moveTo>
                    <a:cubicBezTo>
                      <a:pt x="18" y="33"/>
                      <a:pt x="41" y="13"/>
                      <a:pt x="53" y="0"/>
                    </a:cubicBezTo>
                    <a:cubicBezTo>
                      <a:pt x="40" y="17"/>
                      <a:pt x="22" y="45"/>
                      <a:pt x="1" y="5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20" name="Freeform 298">
                <a:extLst>
                  <a:ext uri="{FF2B5EF4-FFF2-40B4-BE49-F238E27FC236}">
                    <a16:creationId xmlns:a16="http://schemas.microsoft.com/office/drawing/2014/main" id="{5F498AFC-4C5C-4D1C-B231-7D6474577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711"/>
                <a:ext cx="23" cy="55"/>
              </a:xfrm>
              <a:custGeom>
                <a:avLst/>
                <a:gdLst>
                  <a:gd name="T0" fmla="*/ 0 w 19"/>
                  <a:gd name="T1" fmla="*/ 82 h 45"/>
                  <a:gd name="T2" fmla="*/ 34 w 19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0" y="45"/>
                    </a:moveTo>
                    <a:cubicBezTo>
                      <a:pt x="9" y="34"/>
                      <a:pt x="17" y="14"/>
                      <a:pt x="1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21" name="Freeform 299">
                <a:extLst>
                  <a:ext uri="{FF2B5EF4-FFF2-40B4-BE49-F238E27FC236}">
                    <a16:creationId xmlns:a16="http://schemas.microsoft.com/office/drawing/2014/main" id="{611C0B49-F992-4EF2-A2FA-378BFCFAC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1841"/>
                <a:ext cx="102" cy="37"/>
              </a:xfrm>
              <a:custGeom>
                <a:avLst/>
                <a:gdLst>
                  <a:gd name="T0" fmla="*/ 0 w 85"/>
                  <a:gd name="T1" fmla="*/ 42 h 31"/>
                  <a:gd name="T2" fmla="*/ 70 w 85"/>
                  <a:gd name="T3" fmla="*/ 32 h 31"/>
                  <a:gd name="T4" fmla="*/ 146 w 85"/>
                  <a:gd name="T5" fmla="*/ 0 h 31"/>
                  <a:gd name="T6" fmla="*/ 86 w 85"/>
                  <a:gd name="T7" fmla="*/ 5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31">
                    <a:moveTo>
                      <a:pt x="0" y="24"/>
                    </a:moveTo>
                    <a:cubicBezTo>
                      <a:pt x="11" y="19"/>
                      <a:pt x="27" y="22"/>
                      <a:pt x="40" y="19"/>
                    </a:cubicBezTo>
                    <a:cubicBezTo>
                      <a:pt x="54" y="16"/>
                      <a:pt x="74" y="9"/>
                      <a:pt x="85" y="0"/>
                    </a:cubicBezTo>
                    <a:cubicBezTo>
                      <a:pt x="77" y="10"/>
                      <a:pt x="60" y="24"/>
                      <a:pt x="50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22" name="Freeform 300">
                <a:extLst>
                  <a:ext uri="{FF2B5EF4-FFF2-40B4-BE49-F238E27FC236}">
                    <a16:creationId xmlns:a16="http://schemas.microsoft.com/office/drawing/2014/main" id="{623DA947-21D5-46DE-A0A8-6878D7469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767"/>
                <a:ext cx="62" cy="77"/>
              </a:xfrm>
              <a:custGeom>
                <a:avLst/>
                <a:gdLst>
                  <a:gd name="T0" fmla="*/ 1 w 51"/>
                  <a:gd name="T1" fmla="*/ 112 h 64"/>
                  <a:gd name="T2" fmla="*/ 91 w 51"/>
                  <a:gd name="T3" fmla="*/ 0 h 64"/>
                  <a:gd name="T4" fmla="*/ 32 w 51"/>
                  <a:gd name="T5" fmla="*/ 41 h 64"/>
                  <a:gd name="T6" fmla="*/ 0 w 51"/>
                  <a:gd name="T7" fmla="*/ 54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64">
                    <a:moveTo>
                      <a:pt x="1" y="64"/>
                    </a:moveTo>
                    <a:cubicBezTo>
                      <a:pt x="21" y="47"/>
                      <a:pt x="36" y="21"/>
                      <a:pt x="51" y="0"/>
                    </a:cubicBezTo>
                    <a:cubicBezTo>
                      <a:pt x="39" y="7"/>
                      <a:pt x="29" y="17"/>
                      <a:pt x="17" y="23"/>
                    </a:cubicBezTo>
                    <a:cubicBezTo>
                      <a:pt x="11" y="26"/>
                      <a:pt x="6" y="28"/>
                      <a:pt x="0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23" name="Freeform 301">
                <a:extLst>
                  <a:ext uri="{FF2B5EF4-FFF2-40B4-BE49-F238E27FC236}">
                    <a16:creationId xmlns:a16="http://schemas.microsoft.com/office/drawing/2014/main" id="{B8C47CB2-DB95-4C51-8AC0-C8B2F443B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667"/>
                <a:ext cx="82" cy="104"/>
              </a:xfrm>
              <a:custGeom>
                <a:avLst/>
                <a:gdLst>
                  <a:gd name="T0" fmla="*/ 0 w 68"/>
                  <a:gd name="T1" fmla="*/ 106 h 86"/>
                  <a:gd name="T2" fmla="*/ 58 w 68"/>
                  <a:gd name="T3" fmla="*/ 53 h 86"/>
                  <a:gd name="T4" fmla="*/ 119 w 68"/>
                  <a:gd name="T5" fmla="*/ 0 h 86"/>
                  <a:gd name="T6" fmla="*/ 63 w 68"/>
                  <a:gd name="T7" fmla="*/ 111 h 86"/>
                  <a:gd name="T8" fmla="*/ 33 w 68"/>
                  <a:gd name="T9" fmla="*/ 15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6">
                    <a:moveTo>
                      <a:pt x="0" y="60"/>
                    </a:moveTo>
                    <a:cubicBezTo>
                      <a:pt x="12" y="51"/>
                      <a:pt x="20" y="39"/>
                      <a:pt x="33" y="30"/>
                    </a:cubicBezTo>
                    <a:cubicBezTo>
                      <a:pt x="46" y="23"/>
                      <a:pt x="60" y="13"/>
                      <a:pt x="68" y="0"/>
                    </a:cubicBezTo>
                    <a:cubicBezTo>
                      <a:pt x="62" y="20"/>
                      <a:pt x="45" y="43"/>
                      <a:pt x="36" y="63"/>
                    </a:cubicBezTo>
                    <a:cubicBezTo>
                      <a:pt x="31" y="72"/>
                      <a:pt x="27" y="81"/>
                      <a:pt x="18" y="8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24" name="Freeform 302">
                <a:extLst>
                  <a:ext uri="{FF2B5EF4-FFF2-40B4-BE49-F238E27FC236}">
                    <a16:creationId xmlns:a16="http://schemas.microsoft.com/office/drawing/2014/main" id="{39290BB3-C138-4C0A-9B6E-CCFEA688B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566"/>
                <a:ext cx="50" cy="116"/>
              </a:xfrm>
              <a:custGeom>
                <a:avLst/>
                <a:gdLst>
                  <a:gd name="T0" fmla="*/ 27 w 42"/>
                  <a:gd name="T1" fmla="*/ 169 h 96"/>
                  <a:gd name="T2" fmla="*/ 62 w 42"/>
                  <a:gd name="T3" fmla="*/ 86 h 96"/>
                  <a:gd name="T4" fmla="*/ 64 w 42"/>
                  <a:gd name="T5" fmla="*/ 0 h 96"/>
                  <a:gd name="T6" fmla="*/ 18 w 42"/>
                  <a:gd name="T7" fmla="*/ 92 h 96"/>
                  <a:gd name="T8" fmla="*/ 0 w 42"/>
                  <a:gd name="T9" fmla="*/ 118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96">
                    <a:moveTo>
                      <a:pt x="16" y="96"/>
                    </a:moveTo>
                    <a:cubicBezTo>
                      <a:pt x="25" y="82"/>
                      <a:pt x="33" y="65"/>
                      <a:pt x="37" y="49"/>
                    </a:cubicBezTo>
                    <a:cubicBezTo>
                      <a:pt x="42" y="32"/>
                      <a:pt x="38" y="17"/>
                      <a:pt x="38" y="0"/>
                    </a:cubicBezTo>
                    <a:cubicBezTo>
                      <a:pt x="29" y="17"/>
                      <a:pt x="23" y="37"/>
                      <a:pt x="11" y="52"/>
                    </a:cubicBezTo>
                    <a:cubicBezTo>
                      <a:pt x="7" y="57"/>
                      <a:pt x="1" y="60"/>
                      <a:pt x="0" y="6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25" name="Freeform 303">
                <a:extLst>
                  <a:ext uri="{FF2B5EF4-FFF2-40B4-BE49-F238E27FC236}">
                    <a16:creationId xmlns:a16="http://schemas.microsoft.com/office/drawing/2014/main" id="{B69800FD-B854-4A77-BA47-487F3B5F7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566"/>
                <a:ext cx="45" cy="120"/>
              </a:xfrm>
              <a:custGeom>
                <a:avLst/>
                <a:gdLst>
                  <a:gd name="T0" fmla="*/ 23 w 37"/>
                  <a:gd name="T1" fmla="*/ 67 h 99"/>
                  <a:gd name="T2" fmla="*/ 52 w 37"/>
                  <a:gd name="T3" fmla="*/ 0 h 99"/>
                  <a:gd name="T4" fmla="*/ 50 w 37"/>
                  <a:gd name="T5" fmla="*/ 110 h 99"/>
                  <a:gd name="T6" fmla="*/ 32 w 37"/>
                  <a:gd name="T7" fmla="*/ 141 h 99"/>
                  <a:gd name="T8" fmla="*/ 0 w 37"/>
                  <a:gd name="T9" fmla="*/ 17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9">
                    <a:moveTo>
                      <a:pt x="13" y="37"/>
                    </a:moveTo>
                    <a:cubicBezTo>
                      <a:pt x="19" y="26"/>
                      <a:pt x="26" y="12"/>
                      <a:pt x="29" y="0"/>
                    </a:cubicBezTo>
                    <a:cubicBezTo>
                      <a:pt x="32" y="20"/>
                      <a:pt x="37" y="43"/>
                      <a:pt x="28" y="62"/>
                    </a:cubicBezTo>
                    <a:cubicBezTo>
                      <a:pt x="25" y="68"/>
                      <a:pt x="21" y="74"/>
                      <a:pt x="17" y="79"/>
                    </a:cubicBezTo>
                    <a:cubicBezTo>
                      <a:pt x="12" y="86"/>
                      <a:pt x="4" y="92"/>
                      <a:pt x="0" y="9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26" name="Freeform 304">
                <a:extLst>
                  <a:ext uri="{FF2B5EF4-FFF2-40B4-BE49-F238E27FC236}">
                    <a16:creationId xmlns:a16="http://schemas.microsoft.com/office/drawing/2014/main" id="{E4F2F441-A2A4-4C5C-A7ED-58348EB32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696"/>
                <a:ext cx="16" cy="72"/>
              </a:xfrm>
              <a:custGeom>
                <a:avLst/>
                <a:gdLst>
                  <a:gd name="T0" fmla="*/ 25 w 13"/>
                  <a:gd name="T1" fmla="*/ 0 h 60"/>
                  <a:gd name="T2" fmla="*/ 0 w 13"/>
                  <a:gd name="T3" fmla="*/ 103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0">
                    <a:moveTo>
                      <a:pt x="13" y="0"/>
                    </a:moveTo>
                    <a:cubicBezTo>
                      <a:pt x="10" y="18"/>
                      <a:pt x="9" y="43"/>
                      <a:pt x="0" y="6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27" name="Freeform 305">
                <a:extLst>
                  <a:ext uri="{FF2B5EF4-FFF2-40B4-BE49-F238E27FC236}">
                    <a16:creationId xmlns:a16="http://schemas.microsoft.com/office/drawing/2014/main" id="{A95AC189-4851-4419-812C-6588AF298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784"/>
                <a:ext cx="47" cy="29"/>
              </a:xfrm>
              <a:custGeom>
                <a:avLst/>
                <a:gdLst>
                  <a:gd name="T0" fmla="*/ 0 w 39"/>
                  <a:gd name="T1" fmla="*/ 42 h 24"/>
                  <a:gd name="T2" fmla="*/ 69 w 39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4">
                    <a:moveTo>
                      <a:pt x="0" y="24"/>
                    </a:moveTo>
                    <a:cubicBezTo>
                      <a:pt x="7" y="13"/>
                      <a:pt x="26" y="4"/>
                      <a:pt x="3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28" name="Freeform 306">
                <a:extLst>
                  <a:ext uri="{FF2B5EF4-FFF2-40B4-BE49-F238E27FC236}">
                    <a16:creationId xmlns:a16="http://schemas.microsoft.com/office/drawing/2014/main" id="{78A0F24C-936C-493C-86F8-8721BFF62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494"/>
                <a:ext cx="17" cy="75"/>
              </a:xfrm>
              <a:custGeom>
                <a:avLst/>
                <a:gdLst>
                  <a:gd name="T0" fmla="*/ 25 w 14"/>
                  <a:gd name="T1" fmla="*/ 110 h 62"/>
                  <a:gd name="T2" fmla="*/ 0 w 14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2">
                    <a:moveTo>
                      <a:pt x="14" y="62"/>
                    </a:moveTo>
                    <a:cubicBezTo>
                      <a:pt x="14" y="39"/>
                      <a:pt x="14" y="19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29" name="Freeform 307">
                <a:extLst>
                  <a:ext uri="{FF2B5EF4-FFF2-40B4-BE49-F238E27FC236}">
                    <a16:creationId xmlns:a16="http://schemas.microsoft.com/office/drawing/2014/main" id="{D3CE7361-0710-4AF7-B244-7334307E3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432"/>
                <a:ext cx="31" cy="139"/>
              </a:xfrm>
              <a:custGeom>
                <a:avLst/>
                <a:gdLst>
                  <a:gd name="T0" fmla="*/ 2 w 26"/>
                  <a:gd name="T1" fmla="*/ 167 h 115"/>
                  <a:gd name="T2" fmla="*/ 10 w 26"/>
                  <a:gd name="T3" fmla="*/ 76 h 115"/>
                  <a:gd name="T4" fmla="*/ 29 w 26"/>
                  <a:gd name="T5" fmla="*/ 0 h 115"/>
                  <a:gd name="T6" fmla="*/ 43 w 26"/>
                  <a:gd name="T7" fmla="*/ 135 h 115"/>
                  <a:gd name="T8" fmla="*/ 35 w 26"/>
                  <a:gd name="T9" fmla="*/ 203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15">
                    <a:moveTo>
                      <a:pt x="2" y="94"/>
                    </a:moveTo>
                    <a:cubicBezTo>
                      <a:pt x="2" y="76"/>
                      <a:pt x="0" y="61"/>
                      <a:pt x="6" y="43"/>
                    </a:cubicBezTo>
                    <a:cubicBezTo>
                      <a:pt x="11" y="29"/>
                      <a:pt x="12" y="14"/>
                      <a:pt x="17" y="0"/>
                    </a:cubicBezTo>
                    <a:cubicBezTo>
                      <a:pt x="23" y="24"/>
                      <a:pt x="24" y="53"/>
                      <a:pt x="25" y="77"/>
                    </a:cubicBezTo>
                    <a:cubicBezTo>
                      <a:pt x="26" y="91"/>
                      <a:pt x="19" y="103"/>
                      <a:pt x="20" y="1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30" name="Freeform 308">
                <a:extLst>
                  <a:ext uri="{FF2B5EF4-FFF2-40B4-BE49-F238E27FC236}">
                    <a16:creationId xmlns:a16="http://schemas.microsoft.com/office/drawing/2014/main" id="{3BF8D36C-8269-42BB-A329-7407A9966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431"/>
                <a:ext cx="16" cy="58"/>
              </a:xfrm>
              <a:custGeom>
                <a:avLst/>
                <a:gdLst>
                  <a:gd name="T0" fmla="*/ 1 w 13"/>
                  <a:gd name="T1" fmla="*/ 85 h 48"/>
                  <a:gd name="T2" fmla="*/ 25 w 13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8">
                    <a:moveTo>
                      <a:pt x="1" y="48"/>
                    </a:moveTo>
                    <a:cubicBezTo>
                      <a:pt x="0" y="31"/>
                      <a:pt x="8" y="16"/>
                      <a:pt x="1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31" name="Freeform 309">
                <a:extLst>
                  <a:ext uri="{FF2B5EF4-FFF2-40B4-BE49-F238E27FC236}">
                    <a16:creationId xmlns:a16="http://schemas.microsoft.com/office/drawing/2014/main" id="{B7B7E944-40F7-41C8-8867-F9EEA0903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331"/>
                <a:ext cx="41" cy="103"/>
              </a:xfrm>
              <a:custGeom>
                <a:avLst/>
                <a:gdLst>
                  <a:gd name="T0" fmla="*/ 42 w 34"/>
                  <a:gd name="T1" fmla="*/ 151 h 85"/>
                  <a:gd name="T2" fmla="*/ 17 w 34"/>
                  <a:gd name="T3" fmla="*/ 69 h 85"/>
                  <a:gd name="T4" fmla="*/ 0 w 34"/>
                  <a:gd name="T5" fmla="*/ 0 h 85"/>
                  <a:gd name="T6" fmla="*/ 59 w 34"/>
                  <a:gd name="T7" fmla="*/ 61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85">
                    <a:moveTo>
                      <a:pt x="24" y="85"/>
                    </a:moveTo>
                    <a:cubicBezTo>
                      <a:pt x="23" y="67"/>
                      <a:pt x="18" y="55"/>
                      <a:pt x="10" y="39"/>
                    </a:cubicBezTo>
                    <a:cubicBezTo>
                      <a:pt x="4" y="27"/>
                      <a:pt x="4" y="13"/>
                      <a:pt x="0" y="0"/>
                    </a:cubicBezTo>
                    <a:cubicBezTo>
                      <a:pt x="8" y="14"/>
                      <a:pt x="29" y="19"/>
                      <a:pt x="34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32" name="Freeform 310">
                <a:extLst>
                  <a:ext uri="{FF2B5EF4-FFF2-40B4-BE49-F238E27FC236}">
                    <a16:creationId xmlns:a16="http://schemas.microsoft.com/office/drawing/2014/main" id="{4A513AE5-55D0-4D98-9784-DD386A594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350"/>
                <a:ext cx="22" cy="53"/>
              </a:xfrm>
              <a:custGeom>
                <a:avLst/>
                <a:gdLst>
                  <a:gd name="T0" fmla="*/ 33 w 18"/>
                  <a:gd name="T1" fmla="*/ 41 h 44"/>
                  <a:gd name="T2" fmla="*/ 0 w 18"/>
                  <a:gd name="T3" fmla="*/ 0 h 44"/>
                  <a:gd name="T4" fmla="*/ 6 w 18"/>
                  <a:gd name="T5" fmla="*/ 7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4">
                    <a:moveTo>
                      <a:pt x="18" y="23"/>
                    </a:moveTo>
                    <a:cubicBezTo>
                      <a:pt x="11" y="18"/>
                      <a:pt x="6" y="7"/>
                      <a:pt x="0" y="0"/>
                    </a:cubicBezTo>
                    <a:cubicBezTo>
                      <a:pt x="0" y="15"/>
                      <a:pt x="3" y="29"/>
                      <a:pt x="3" y="4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33" name="Freeform 311">
                <a:extLst>
                  <a:ext uri="{FF2B5EF4-FFF2-40B4-BE49-F238E27FC236}">
                    <a16:creationId xmlns:a16="http://schemas.microsoft.com/office/drawing/2014/main" id="{D4B67CCA-F4CF-4B70-9618-12B772D80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256"/>
                <a:ext cx="56" cy="95"/>
              </a:xfrm>
              <a:custGeom>
                <a:avLst/>
                <a:gdLst>
                  <a:gd name="T0" fmla="*/ 58 w 47"/>
                  <a:gd name="T1" fmla="*/ 141 h 78"/>
                  <a:gd name="T2" fmla="*/ 0 w 47"/>
                  <a:gd name="T3" fmla="*/ 0 h 78"/>
                  <a:gd name="T4" fmla="*/ 80 w 47"/>
                  <a:gd name="T5" fmla="*/ 107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78">
                    <a:moveTo>
                      <a:pt x="34" y="78"/>
                    </a:moveTo>
                    <a:cubicBezTo>
                      <a:pt x="24" y="52"/>
                      <a:pt x="7" y="28"/>
                      <a:pt x="0" y="0"/>
                    </a:cubicBezTo>
                    <a:cubicBezTo>
                      <a:pt x="20" y="13"/>
                      <a:pt x="42" y="37"/>
                      <a:pt x="47" y="5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34" name="Freeform 312">
                <a:extLst>
                  <a:ext uri="{FF2B5EF4-FFF2-40B4-BE49-F238E27FC236}">
                    <a16:creationId xmlns:a16="http://schemas.microsoft.com/office/drawing/2014/main" id="{70E738E1-0BDC-416F-9EE8-DBF1BCBCA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237"/>
                <a:ext cx="35" cy="65"/>
              </a:xfrm>
              <a:custGeom>
                <a:avLst/>
                <a:gdLst>
                  <a:gd name="T0" fmla="*/ 17 w 29"/>
                  <a:gd name="T1" fmla="*/ 94 h 54"/>
                  <a:gd name="T2" fmla="*/ 1 w 29"/>
                  <a:gd name="T3" fmla="*/ 0 h 54"/>
                  <a:gd name="T4" fmla="*/ 51 w 29"/>
                  <a:gd name="T5" fmla="*/ 65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4">
                    <a:moveTo>
                      <a:pt x="10" y="54"/>
                    </a:moveTo>
                    <a:cubicBezTo>
                      <a:pt x="4" y="39"/>
                      <a:pt x="0" y="16"/>
                      <a:pt x="1" y="0"/>
                    </a:cubicBezTo>
                    <a:cubicBezTo>
                      <a:pt x="8" y="13"/>
                      <a:pt x="28" y="22"/>
                      <a:pt x="29" y="3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35" name="Freeform 313">
                <a:extLst>
                  <a:ext uri="{FF2B5EF4-FFF2-40B4-BE49-F238E27FC236}">
                    <a16:creationId xmlns:a16="http://schemas.microsoft.com/office/drawing/2014/main" id="{02286ED9-FF83-41FD-A79F-54851B5EC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173"/>
                <a:ext cx="105" cy="80"/>
              </a:xfrm>
              <a:custGeom>
                <a:avLst/>
                <a:gdLst>
                  <a:gd name="T0" fmla="*/ 153 w 87"/>
                  <a:gd name="T1" fmla="*/ 103 h 66"/>
                  <a:gd name="T2" fmla="*/ 68 w 87"/>
                  <a:gd name="T3" fmla="*/ 35 h 66"/>
                  <a:gd name="T4" fmla="*/ 0 w 87"/>
                  <a:gd name="T5" fmla="*/ 0 h 66"/>
                  <a:gd name="T6" fmla="*/ 45 w 87"/>
                  <a:gd name="T7" fmla="*/ 47 h 66"/>
                  <a:gd name="T8" fmla="*/ 76 w 87"/>
                  <a:gd name="T9" fmla="*/ 91 h 66"/>
                  <a:gd name="T10" fmla="*/ 110 w 87"/>
                  <a:gd name="T11" fmla="*/ 118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66">
                    <a:moveTo>
                      <a:pt x="87" y="58"/>
                    </a:moveTo>
                    <a:cubicBezTo>
                      <a:pt x="76" y="38"/>
                      <a:pt x="57" y="27"/>
                      <a:pt x="38" y="20"/>
                    </a:cubicBezTo>
                    <a:cubicBezTo>
                      <a:pt x="24" y="15"/>
                      <a:pt x="13" y="5"/>
                      <a:pt x="0" y="0"/>
                    </a:cubicBezTo>
                    <a:cubicBezTo>
                      <a:pt x="6" y="11"/>
                      <a:pt x="18" y="16"/>
                      <a:pt x="26" y="26"/>
                    </a:cubicBezTo>
                    <a:cubicBezTo>
                      <a:pt x="32" y="34"/>
                      <a:pt x="37" y="43"/>
                      <a:pt x="43" y="51"/>
                    </a:cubicBezTo>
                    <a:cubicBezTo>
                      <a:pt x="49" y="58"/>
                      <a:pt x="55" y="61"/>
                      <a:pt x="62" y="6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36" name="Freeform 314">
                <a:extLst>
                  <a:ext uri="{FF2B5EF4-FFF2-40B4-BE49-F238E27FC236}">
                    <a16:creationId xmlns:a16="http://schemas.microsoft.com/office/drawing/2014/main" id="{1FF8536E-C764-43FF-A8E7-D2B8299CC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125"/>
                <a:ext cx="92" cy="69"/>
              </a:xfrm>
              <a:custGeom>
                <a:avLst/>
                <a:gdLst>
                  <a:gd name="T0" fmla="*/ 91 w 76"/>
                  <a:gd name="T1" fmla="*/ 102 h 57"/>
                  <a:gd name="T2" fmla="*/ 0 w 76"/>
                  <a:gd name="T3" fmla="*/ 0 h 57"/>
                  <a:gd name="T4" fmla="*/ 93 w 76"/>
                  <a:gd name="T5" fmla="*/ 42 h 57"/>
                  <a:gd name="T6" fmla="*/ 134 w 76"/>
                  <a:gd name="T7" fmla="*/ 75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57">
                    <a:moveTo>
                      <a:pt x="51" y="57"/>
                    </a:moveTo>
                    <a:cubicBezTo>
                      <a:pt x="24" y="49"/>
                      <a:pt x="23" y="13"/>
                      <a:pt x="0" y="0"/>
                    </a:cubicBezTo>
                    <a:cubicBezTo>
                      <a:pt x="16" y="10"/>
                      <a:pt x="37" y="15"/>
                      <a:pt x="53" y="24"/>
                    </a:cubicBezTo>
                    <a:cubicBezTo>
                      <a:pt x="61" y="28"/>
                      <a:pt x="69" y="39"/>
                      <a:pt x="76" y="4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37" name="Freeform 315">
                <a:extLst>
                  <a:ext uri="{FF2B5EF4-FFF2-40B4-BE49-F238E27FC236}">
                    <a16:creationId xmlns:a16="http://schemas.microsoft.com/office/drawing/2014/main" id="{DDFC01CC-C2CA-4893-AB95-939F3BA1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171"/>
                <a:ext cx="94" cy="55"/>
              </a:xfrm>
              <a:custGeom>
                <a:avLst/>
                <a:gdLst>
                  <a:gd name="T0" fmla="*/ 136 w 78"/>
                  <a:gd name="T1" fmla="*/ 79 h 46"/>
                  <a:gd name="T2" fmla="*/ 70 w 78"/>
                  <a:gd name="T3" fmla="*/ 28 h 46"/>
                  <a:gd name="T4" fmla="*/ 0 w 78"/>
                  <a:gd name="T5" fmla="*/ 1 h 46"/>
                  <a:gd name="T6" fmla="*/ 34 w 78"/>
                  <a:gd name="T7" fmla="*/ 3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6">
                    <a:moveTo>
                      <a:pt x="78" y="46"/>
                    </a:moveTo>
                    <a:cubicBezTo>
                      <a:pt x="64" y="36"/>
                      <a:pt x="56" y="24"/>
                      <a:pt x="40" y="16"/>
                    </a:cubicBezTo>
                    <a:cubicBezTo>
                      <a:pt x="29" y="10"/>
                      <a:pt x="13" y="0"/>
                      <a:pt x="0" y="1"/>
                    </a:cubicBezTo>
                    <a:cubicBezTo>
                      <a:pt x="6" y="4"/>
                      <a:pt x="14" y="13"/>
                      <a:pt x="19" y="2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38" name="Freeform 316">
                <a:extLst>
                  <a:ext uri="{FF2B5EF4-FFF2-40B4-BE49-F238E27FC236}">
                    <a16:creationId xmlns:a16="http://schemas.microsoft.com/office/drawing/2014/main" id="{0960244B-4D0A-4879-B991-FB7AA8877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253"/>
                <a:ext cx="1" cy="39"/>
              </a:xfrm>
              <a:custGeom>
                <a:avLst/>
                <a:gdLst>
                  <a:gd name="T0" fmla="*/ 0 w 1"/>
                  <a:gd name="T1" fmla="*/ 0 h 32"/>
                  <a:gd name="T2" fmla="*/ 0 w 1"/>
                  <a:gd name="T3" fmla="*/ 5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2">
                    <a:moveTo>
                      <a:pt x="0" y="0"/>
                    </a:moveTo>
                    <a:cubicBezTo>
                      <a:pt x="0" y="11"/>
                      <a:pt x="1" y="21"/>
                      <a:pt x="0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39" name="Freeform 317">
                <a:extLst>
                  <a:ext uri="{FF2B5EF4-FFF2-40B4-BE49-F238E27FC236}">
                    <a16:creationId xmlns:a16="http://schemas.microsoft.com/office/drawing/2014/main" id="{B35C4AE0-E586-479E-AC53-85B5DD1F1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143"/>
                <a:ext cx="123" cy="34"/>
              </a:xfrm>
              <a:custGeom>
                <a:avLst/>
                <a:gdLst>
                  <a:gd name="T0" fmla="*/ 178 w 102"/>
                  <a:gd name="T1" fmla="*/ 50 h 28"/>
                  <a:gd name="T2" fmla="*/ 66 w 102"/>
                  <a:gd name="T3" fmla="*/ 2 h 28"/>
                  <a:gd name="T4" fmla="*/ 0 w 102"/>
                  <a:gd name="T5" fmla="*/ 1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8">
                    <a:moveTo>
                      <a:pt x="102" y="28"/>
                    </a:moveTo>
                    <a:cubicBezTo>
                      <a:pt x="83" y="13"/>
                      <a:pt x="63" y="4"/>
                      <a:pt x="38" y="2"/>
                    </a:cubicBezTo>
                    <a:cubicBezTo>
                      <a:pt x="31" y="1"/>
                      <a:pt x="3" y="0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40" name="Freeform 318">
                <a:extLst>
                  <a:ext uri="{FF2B5EF4-FFF2-40B4-BE49-F238E27FC236}">
                    <a16:creationId xmlns:a16="http://schemas.microsoft.com/office/drawing/2014/main" id="{B64530C0-D6A6-4AB7-BBEE-8C140DC32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154"/>
                <a:ext cx="74" cy="21"/>
              </a:xfrm>
              <a:custGeom>
                <a:avLst/>
                <a:gdLst>
                  <a:gd name="T0" fmla="*/ 109 w 61"/>
                  <a:gd name="T1" fmla="*/ 29 h 18"/>
                  <a:gd name="T2" fmla="*/ 0 w 61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8">
                    <a:moveTo>
                      <a:pt x="61" y="18"/>
                    </a:moveTo>
                    <a:cubicBezTo>
                      <a:pt x="39" y="11"/>
                      <a:pt x="18" y="17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41" name="Freeform 319">
                <a:extLst>
                  <a:ext uri="{FF2B5EF4-FFF2-40B4-BE49-F238E27FC236}">
                    <a16:creationId xmlns:a16="http://schemas.microsoft.com/office/drawing/2014/main" id="{78E402C5-16E0-4E31-9886-78215C6E4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108"/>
                <a:ext cx="102" cy="34"/>
              </a:xfrm>
              <a:custGeom>
                <a:avLst/>
                <a:gdLst>
                  <a:gd name="T0" fmla="*/ 146 w 85"/>
                  <a:gd name="T1" fmla="*/ 28 h 28"/>
                  <a:gd name="T2" fmla="*/ 107 w 85"/>
                  <a:gd name="T3" fmla="*/ 2 h 28"/>
                  <a:gd name="T4" fmla="*/ 59 w 85"/>
                  <a:gd name="T5" fmla="*/ 2 h 28"/>
                  <a:gd name="T6" fmla="*/ 0 w 85"/>
                  <a:gd name="T7" fmla="*/ 13 h 28"/>
                  <a:gd name="T8" fmla="*/ 80 w 85"/>
                  <a:gd name="T9" fmla="*/ 5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28">
                    <a:moveTo>
                      <a:pt x="85" y="16"/>
                    </a:moveTo>
                    <a:cubicBezTo>
                      <a:pt x="76" y="11"/>
                      <a:pt x="72" y="5"/>
                      <a:pt x="62" y="2"/>
                    </a:cubicBezTo>
                    <a:cubicBezTo>
                      <a:pt x="52" y="0"/>
                      <a:pt x="44" y="0"/>
                      <a:pt x="34" y="2"/>
                    </a:cubicBezTo>
                    <a:cubicBezTo>
                      <a:pt x="23" y="4"/>
                      <a:pt x="12" y="6"/>
                      <a:pt x="0" y="7"/>
                    </a:cubicBezTo>
                    <a:cubicBezTo>
                      <a:pt x="13" y="17"/>
                      <a:pt x="33" y="19"/>
                      <a:pt x="47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42" name="Freeform 320">
                <a:extLst>
                  <a:ext uri="{FF2B5EF4-FFF2-40B4-BE49-F238E27FC236}">
                    <a16:creationId xmlns:a16="http://schemas.microsoft.com/office/drawing/2014/main" id="{938ED32E-79E8-4A3D-A81E-2A1C8E79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085"/>
                <a:ext cx="45" cy="23"/>
              </a:xfrm>
              <a:custGeom>
                <a:avLst/>
                <a:gdLst>
                  <a:gd name="T0" fmla="*/ 67 w 37"/>
                  <a:gd name="T1" fmla="*/ 34 h 19"/>
                  <a:gd name="T2" fmla="*/ 0 w 37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37" y="19"/>
                    </a:moveTo>
                    <a:cubicBezTo>
                      <a:pt x="23" y="18"/>
                      <a:pt x="13" y="4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43" name="Freeform 321">
                <a:extLst>
                  <a:ext uri="{FF2B5EF4-FFF2-40B4-BE49-F238E27FC236}">
                    <a16:creationId xmlns:a16="http://schemas.microsoft.com/office/drawing/2014/main" id="{6EB0558C-8939-4658-854A-A755C53FB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083"/>
                <a:ext cx="313" cy="816"/>
              </a:xfrm>
              <a:custGeom>
                <a:avLst/>
                <a:gdLst>
                  <a:gd name="T0" fmla="*/ 24 w 260"/>
                  <a:gd name="T1" fmla="*/ 0 h 674"/>
                  <a:gd name="T2" fmla="*/ 0 w 260"/>
                  <a:gd name="T3" fmla="*/ 0 h 674"/>
                  <a:gd name="T4" fmla="*/ 0 w 260"/>
                  <a:gd name="T5" fmla="*/ 130 h 674"/>
                  <a:gd name="T6" fmla="*/ 0 w 260"/>
                  <a:gd name="T7" fmla="*/ 130 h 674"/>
                  <a:gd name="T8" fmla="*/ 367 w 260"/>
                  <a:gd name="T9" fmla="*/ 597 h 674"/>
                  <a:gd name="T10" fmla="*/ 0 w 260"/>
                  <a:gd name="T11" fmla="*/ 1064 h 674"/>
                  <a:gd name="T12" fmla="*/ 0 w 260"/>
                  <a:gd name="T13" fmla="*/ 1064 h 674"/>
                  <a:gd name="T14" fmla="*/ 0 w 260"/>
                  <a:gd name="T15" fmla="*/ 1196 h 674"/>
                  <a:gd name="T16" fmla="*/ 24 w 260"/>
                  <a:gd name="T17" fmla="*/ 1196 h 674"/>
                  <a:gd name="T18" fmla="*/ 454 w 260"/>
                  <a:gd name="T19" fmla="*/ 599 h 674"/>
                  <a:gd name="T20" fmla="*/ 24 w 260"/>
                  <a:gd name="T21" fmla="*/ 0 h 6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674">
                    <a:moveTo>
                      <a:pt x="14" y="0"/>
                    </a:moveTo>
                    <a:cubicBezTo>
                      <a:pt x="9" y="0"/>
                      <a:pt x="5" y="0"/>
                      <a:pt x="0" y="0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6"/>
                    </a:cubicBezTo>
                    <a:cubicBezTo>
                      <a:pt x="210" y="482"/>
                      <a:pt x="116" y="600"/>
                      <a:pt x="0" y="600"/>
                    </a:cubicBezTo>
                    <a:cubicBezTo>
                      <a:pt x="0" y="600"/>
                      <a:pt x="0" y="600"/>
                      <a:pt x="0" y="600"/>
                    </a:cubicBezTo>
                    <a:cubicBezTo>
                      <a:pt x="0" y="674"/>
                      <a:pt x="0" y="674"/>
                      <a:pt x="0" y="674"/>
                    </a:cubicBezTo>
                    <a:cubicBezTo>
                      <a:pt x="5" y="674"/>
                      <a:pt x="9" y="674"/>
                      <a:pt x="14" y="674"/>
                    </a:cubicBezTo>
                    <a:cubicBezTo>
                      <a:pt x="142" y="674"/>
                      <a:pt x="260" y="524"/>
                      <a:pt x="260" y="338"/>
                    </a:cubicBezTo>
                    <a:cubicBezTo>
                      <a:pt x="260" y="151"/>
                      <a:pt x="142" y="0"/>
                      <a:pt x="1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44" name="Freeform 322">
                <a:extLst>
                  <a:ext uri="{FF2B5EF4-FFF2-40B4-BE49-F238E27FC236}">
                    <a16:creationId xmlns:a16="http://schemas.microsoft.com/office/drawing/2014/main" id="{D8A8E652-C26A-43AB-B940-35D45D11E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011"/>
                <a:ext cx="354" cy="960"/>
              </a:xfrm>
              <a:custGeom>
                <a:avLst/>
                <a:gdLst>
                  <a:gd name="T0" fmla="*/ 12 w 294"/>
                  <a:gd name="T1" fmla="*/ 0 h 794"/>
                  <a:gd name="T2" fmla="*/ 7 w 294"/>
                  <a:gd name="T3" fmla="*/ 0 h 794"/>
                  <a:gd name="T4" fmla="*/ 7 w 294"/>
                  <a:gd name="T5" fmla="*/ 0 h 794"/>
                  <a:gd name="T6" fmla="*/ 0 w 294"/>
                  <a:gd name="T7" fmla="*/ 0 h 794"/>
                  <a:gd name="T8" fmla="*/ 0 w 294"/>
                  <a:gd name="T9" fmla="*/ 236 h 794"/>
                  <a:gd name="T10" fmla="*/ 0 w 294"/>
                  <a:gd name="T11" fmla="*/ 236 h 794"/>
                  <a:gd name="T12" fmla="*/ 367 w 294"/>
                  <a:gd name="T13" fmla="*/ 700 h 794"/>
                  <a:gd name="T14" fmla="*/ 0 w 294"/>
                  <a:gd name="T15" fmla="*/ 1167 h 794"/>
                  <a:gd name="T16" fmla="*/ 0 w 294"/>
                  <a:gd name="T17" fmla="*/ 1167 h 794"/>
                  <a:gd name="T18" fmla="*/ 0 w 294"/>
                  <a:gd name="T19" fmla="*/ 1404 h 794"/>
                  <a:gd name="T20" fmla="*/ 2 w 294"/>
                  <a:gd name="T21" fmla="*/ 1404 h 794"/>
                  <a:gd name="T22" fmla="*/ 12 w 294"/>
                  <a:gd name="T23" fmla="*/ 1404 h 794"/>
                  <a:gd name="T24" fmla="*/ 513 w 294"/>
                  <a:gd name="T25" fmla="*/ 701 h 794"/>
                  <a:gd name="T26" fmla="*/ 12 w 294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116" y="133"/>
                      <a:pt x="210" y="251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4" y="794"/>
                      <a:pt x="5" y="794"/>
                      <a:pt x="7" y="794"/>
                    </a:cubicBezTo>
                    <a:cubicBezTo>
                      <a:pt x="165" y="794"/>
                      <a:pt x="294" y="616"/>
                      <a:pt x="294" y="397"/>
                    </a:cubicBezTo>
                    <a:cubicBezTo>
                      <a:pt x="294" y="178"/>
                      <a:pt x="165" y="0"/>
                      <a:pt x="7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45" name="Oval 323">
                <a:extLst>
                  <a:ext uri="{FF2B5EF4-FFF2-40B4-BE49-F238E27FC236}">
                    <a16:creationId xmlns:a16="http://schemas.microsoft.com/office/drawing/2014/main" id="{E33CF538-6C3A-48DC-81E3-4EF1196DF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1871"/>
                <a:ext cx="24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46" name="Oval 324">
                <a:extLst>
                  <a:ext uri="{FF2B5EF4-FFF2-40B4-BE49-F238E27FC236}">
                    <a16:creationId xmlns:a16="http://schemas.microsoft.com/office/drawing/2014/main" id="{99DBA3B7-1DF5-4A17-BDDF-03726167C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3" y="1149"/>
                <a:ext cx="24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47" name="Oval 325">
                <a:extLst>
                  <a:ext uri="{FF2B5EF4-FFF2-40B4-BE49-F238E27FC236}">
                    <a16:creationId xmlns:a16="http://schemas.microsoft.com/office/drawing/2014/main" id="{12A00A58-69AC-4B67-A79B-A571BEE8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0" y="1123"/>
                <a:ext cx="25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48" name="Oval 326">
                <a:extLst>
                  <a:ext uri="{FF2B5EF4-FFF2-40B4-BE49-F238E27FC236}">
                    <a16:creationId xmlns:a16="http://schemas.microsoft.com/office/drawing/2014/main" id="{DE1BB747-838C-49AA-987F-01C52A12F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" y="1096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49" name="Oval 327">
                <a:extLst>
                  <a:ext uri="{FF2B5EF4-FFF2-40B4-BE49-F238E27FC236}">
                    <a16:creationId xmlns:a16="http://schemas.microsoft.com/office/drawing/2014/main" id="{7AEA3677-961B-4654-9E31-111FD0802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1121"/>
                <a:ext cx="24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50" name="Oval 328">
                <a:extLst>
                  <a:ext uri="{FF2B5EF4-FFF2-40B4-BE49-F238E27FC236}">
                    <a16:creationId xmlns:a16="http://schemas.microsoft.com/office/drawing/2014/main" id="{9C53C8FC-5E85-46CF-9EC9-26F268652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0" y="1102"/>
                <a:ext cx="24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51" name="Oval 329">
                <a:extLst>
                  <a:ext uri="{FF2B5EF4-FFF2-40B4-BE49-F238E27FC236}">
                    <a16:creationId xmlns:a16="http://schemas.microsoft.com/office/drawing/2014/main" id="{8399F413-6C4D-4791-ACC7-D3613FB6C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146"/>
                <a:ext cx="25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52" name="Oval 330">
                <a:extLst>
                  <a:ext uri="{FF2B5EF4-FFF2-40B4-BE49-F238E27FC236}">
                    <a16:creationId xmlns:a16="http://schemas.microsoft.com/office/drawing/2014/main" id="{FF08DF9A-1950-4661-8744-710B60A27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1" y="1093"/>
                <a:ext cx="24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53" name="Oval 331">
                <a:extLst>
                  <a:ext uri="{FF2B5EF4-FFF2-40B4-BE49-F238E27FC236}">
                    <a16:creationId xmlns:a16="http://schemas.microsoft.com/office/drawing/2014/main" id="{B64D8B9E-AC46-47FC-A28B-EB89DB25D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3" y="1093"/>
                <a:ext cx="24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54" name="Oval 332">
                <a:extLst>
                  <a:ext uri="{FF2B5EF4-FFF2-40B4-BE49-F238E27FC236}">
                    <a16:creationId xmlns:a16="http://schemas.microsoft.com/office/drawing/2014/main" id="{AEDF10F4-AAE8-4E58-8609-27F2FD4EA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9" y="1824"/>
                <a:ext cx="25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55" name="Oval 333">
                <a:extLst>
                  <a:ext uri="{FF2B5EF4-FFF2-40B4-BE49-F238E27FC236}">
                    <a16:creationId xmlns:a16="http://schemas.microsoft.com/office/drawing/2014/main" id="{649E754D-8B66-4316-9816-D5FCDF7FC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3" y="1881"/>
                <a:ext cx="24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56" name="Oval 334">
                <a:extLst>
                  <a:ext uri="{FF2B5EF4-FFF2-40B4-BE49-F238E27FC236}">
                    <a16:creationId xmlns:a16="http://schemas.microsoft.com/office/drawing/2014/main" id="{5AEF2094-617A-43A0-A338-BA1C74941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1819"/>
                <a:ext cx="24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57" name="Oval 335">
                <a:extLst>
                  <a:ext uri="{FF2B5EF4-FFF2-40B4-BE49-F238E27FC236}">
                    <a16:creationId xmlns:a16="http://schemas.microsoft.com/office/drawing/2014/main" id="{C9FDF418-1599-4DBF-B6D7-97DFB131E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1847"/>
                <a:ext cx="24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58" name="Oval 336">
                <a:extLst>
                  <a:ext uri="{FF2B5EF4-FFF2-40B4-BE49-F238E27FC236}">
                    <a16:creationId xmlns:a16="http://schemas.microsoft.com/office/drawing/2014/main" id="{4B723618-E03E-4539-A9A4-08FB7510E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2" y="1824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59" name="Oval 337">
                <a:extLst>
                  <a:ext uri="{FF2B5EF4-FFF2-40B4-BE49-F238E27FC236}">
                    <a16:creationId xmlns:a16="http://schemas.microsoft.com/office/drawing/2014/main" id="{6DC3007F-2897-4C3B-9308-29C21188D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879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60" name="Oval 338">
                <a:extLst>
                  <a:ext uri="{FF2B5EF4-FFF2-40B4-BE49-F238E27FC236}">
                    <a16:creationId xmlns:a16="http://schemas.microsoft.com/office/drawing/2014/main" id="{A964BBBB-EFAC-4C32-A97B-07A205E26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0" y="1825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61" name="Oval 339">
                <a:extLst>
                  <a:ext uri="{FF2B5EF4-FFF2-40B4-BE49-F238E27FC236}">
                    <a16:creationId xmlns:a16="http://schemas.microsoft.com/office/drawing/2014/main" id="{B52EBC32-F447-487D-87CD-AAD5FC85C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1" y="1815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62" name="Freeform 340">
                <a:extLst>
                  <a:ext uri="{FF2B5EF4-FFF2-40B4-BE49-F238E27FC236}">
                    <a16:creationId xmlns:a16="http://schemas.microsoft.com/office/drawing/2014/main" id="{B277282B-B4CE-4967-B42E-C76A9B0E4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819"/>
                <a:ext cx="23" cy="19"/>
              </a:xfrm>
              <a:custGeom>
                <a:avLst/>
                <a:gdLst>
                  <a:gd name="T0" fmla="*/ 33 w 19"/>
                  <a:gd name="T1" fmla="*/ 2 h 16"/>
                  <a:gd name="T2" fmla="*/ 23 w 19"/>
                  <a:gd name="T3" fmla="*/ 20 h 16"/>
                  <a:gd name="T4" fmla="*/ 2 w 19"/>
                  <a:gd name="T5" fmla="*/ 24 h 16"/>
                  <a:gd name="T6" fmla="*/ 12 w 19"/>
                  <a:gd name="T7" fmla="*/ 7 h 16"/>
                  <a:gd name="T8" fmla="*/ 33 w 19"/>
                  <a:gd name="T9" fmla="*/ 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8" y="2"/>
                    </a:moveTo>
                    <a:cubicBezTo>
                      <a:pt x="19" y="4"/>
                      <a:pt x="17" y="9"/>
                      <a:pt x="13" y="12"/>
                    </a:cubicBezTo>
                    <a:cubicBezTo>
                      <a:pt x="8" y="15"/>
                      <a:pt x="3" y="16"/>
                      <a:pt x="2" y="14"/>
                    </a:cubicBezTo>
                    <a:cubicBezTo>
                      <a:pt x="0" y="12"/>
                      <a:pt x="2" y="7"/>
                      <a:pt x="7" y="4"/>
                    </a:cubicBezTo>
                    <a:cubicBezTo>
                      <a:pt x="11" y="0"/>
                      <a:pt x="16" y="0"/>
                      <a:pt x="18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63" name="Freeform 341">
                <a:extLst>
                  <a:ext uri="{FF2B5EF4-FFF2-40B4-BE49-F238E27FC236}">
                    <a16:creationId xmlns:a16="http://schemas.microsoft.com/office/drawing/2014/main" id="{E54BD4A7-9ADD-4515-A3BA-2CB0F056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739"/>
                <a:ext cx="24" cy="19"/>
              </a:xfrm>
              <a:custGeom>
                <a:avLst/>
                <a:gdLst>
                  <a:gd name="T0" fmla="*/ 31 w 20"/>
                  <a:gd name="T1" fmla="*/ 2 h 16"/>
                  <a:gd name="T2" fmla="*/ 23 w 20"/>
                  <a:gd name="T3" fmla="*/ 20 h 16"/>
                  <a:gd name="T4" fmla="*/ 2 w 20"/>
                  <a:gd name="T5" fmla="*/ 24 h 16"/>
                  <a:gd name="T6" fmla="*/ 12 w 20"/>
                  <a:gd name="T7" fmla="*/ 7 h 16"/>
                  <a:gd name="T8" fmla="*/ 31 w 20"/>
                  <a:gd name="T9" fmla="*/ 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8" y="2"/>
                    </a:moveTo>
                    <a:cubicBezTo>
                      <a:pt x="20" y="4"/>
                      <a:pt x="17" y="9"/>
                      <a:pt x="13" y="12"/>
                    </a:cubicBezTo>
                    <a:cubicBezTo>
                      <a:pt x="9" y="15"/>
                      <a:pt x="4" y="16"/>
                      <a:pt x="2" y="14"/>
                    </a:cubicBezTo>
                    <a:cubicBezTo>
                      <a:pt x="0" y="12"/>
                      <a:pt x="2" y="7"/>
                      <a:pt x="7" y="4"/>
                    </a:cubicBezTo>
                    <a:cubicBezTo>
                      <a:pt x="11" y="1"/>
                      <a:pt x="16" y="0"/>
                      <a:pt x="18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64" name="Freeform 342">
                <a:extLst>
                  <a:ext uri="{FF2B5EF4-FFF2-40B4-BE49-F238E27FC236}">
                    <a16:creationId xmlns:a16="http://schemas.microsoft.com/office/drawing/2014/main" id="{780AA765-5BEF-4932-A2C6-08586818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651"/>
                <a:ext cx="18" cy="24"/>
              </a:xfrm>
              <a:custGeom>
                <a:avLst/>
                <a:gdLst>
                  <a:gd name="T0" fmla="*/ 20 w 15"/>
                  <a:gd name="T1" fmla="*/ 1 h 20"/>
                  <a:gd name="T2" fmla="*/ 20 w 15"/>
                  <a:gd name="T3" fmla="*/ 20 h 20"/>
                  <a:gd name="T4" fmla="*/ 2 w 15"/>
                  <a:gd name="T5" fmla="*/ 34 h 20"/>
                  <a:gd name="T6" fmla="*/ 6 w 15"/>
                  <a:gd name="T7" fmla="*/ 12 h 20"/>
                  <a:gd name="T8" fmla="*/ 20 w 15"/>
                  <a:gd name="T9" fmla="*/ 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2" y="1"/>
                    </a:moveTo>
                    <a:cubicBezTo>
                      <a:pt x="15" y="2"/>
                      <a:pt x="14" y="7"/>
                      <a:pt x="12" y="12"/>
                    </a:cubicBezTo>
                    <a:cubicBezTo>
                      <a:pt x="9" y="17"/>
                      <a:pt x="5" y="20"/>
                      <a:pt x="2" y="19"/>
                    </a:cubicBezTo>
                    <a:cubicBezTo>
                      <a:pt x="0" y="17"/>
                      <a:pt x="0" y="12"/>
                      <a:pt x="3" y="7"/>
                    </a:cubicBezTo>
                    <a:cubicBezTo>
                      <a:pt x="5" y="3"/>
                      <a:pt x="10" y="0"/>
                      <a:pt x="12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65" name="Freeform 343">
                <a:extLst>
                  <a:ext uri="{FF2B5EF4-FFF2-40B4-BE49-F238E27FC236}">
                    <a16:creationId xmlns:a16="http://schemas.microsoft.com/office/drawing/2014/main" id="{7926E089-1579-4161-BFD3-224FB5CFF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622"/>
                <a:ext cx="14" cy="25"/>
              </a:xfrm>
              <a:custGeom>
                <a:avLst/>
                <a:gdLst>
                  <a:gd name="T0" fmla="*/ 13 w 12"/>
                  <a:gd name="T1" fmla="*/ 0 h 21"/>
                  <a:gd name="T2" fmla="*/ 18 w 12"/>
                  <a:gd name="T3" fmla="*/ 18 h 21"/>
                  <a:gd name="T4" fmla="*/ 7 w 12"/>
                  <a:gd name="T5" fmla="*/ 35 h 21"/>
                  <a:gd name="T6" fmla="*/ 1 w 12"/>
                  <a:gd name="T7" fmla="*/ 15 h 21"/>
                  <a:gd name="T8" fmla="*/ 13 w 12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1">
                    <a:moveTo>
                      <a:pt x="8" y="0"/>
                    </a:moveTo>
                    <a:cubicBezTo>
                      <a:pt x="11" y="1"/>
                      <a:pt x="12" y="6"/>
                      <a:pt x="11" y="11"/>
                    </a:cubicBezTo>
                    <a:cubicBezTo>
                      <a:pt x="10" y="17"/>
                      <a:pt x="7" y="21"/>
                      <a:pt x="4" y="20"/>
                    </a:cubicBezTo>
                    <a:cubicBezTo>
                      <a:pt x="1" y="19"/>
                      <a:pt x="0" y="15"/>
                      <a:pt x="1" y="9"/>
                    </a:cubicBezTo>
                    <a:cubicBezTo>
                      <a:pt x="2" y="4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66" name="Freeform 344">
                <a:extLst>
                  <a:ext uri="{FF2B5EF4-FFF2-40B4-BE49-F238E27FC236}">
                    <a16:creationId xmlns:a16="http://schemas.microsoft.com/office/drawing/2014/main" id="{C7F4A2FB-0511-4BAC-95A0-E9B246403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515"/>
                <a:ext cx="14" cy="26"/>
              </a:xfrm>
              <a:custGeom>
                <a:avLst/>
                <a:gdLst>
                  <a:gd name="T0" fmla="*/ 10 w 11"/>
                  <a:gd name="T1" fmla="*/ 0 h 21"/>
                  <a:gd name="T2" fmla="*/ 23 w 11"/>
                  <a:gd name="T3" fmla="*/ 21 h 21"/>
                  <a:gd name="T4" fmla="*/ 13 w 11"/>
                  <a:gd name="T5" fmla="*/ 40 h 21"/>
                  <a:gd name="T6" fmla="*/ 0 w 11"/>
                  <a:gd name="T7" fmla="*/ 21 h 21"/>
                  <a:gd name="T8" fmla="*/ 10 w 11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1">
                    <a:moveTo>
                      <a:pt x="5" y="0"/>
                    </a:moveTo>
                    <a:cubicBezTo>
                      <a:pt x="8" y="0"/>
                      <a:pt x="11" y="5"/>
                      <a:pt x="11" y="11"/>
                    </a:cubicBezTo>
                    <a:cubicBezTo>
                      <a:pt x="11" y="16"/>
                      <a:pt x="8" y="21"/>
                      <a:pt x="6" y="21"/>
                    </a:cubicBezTo>
                    <a:cubicBezTo>
                      <a:pt x="3" y="21"/>
                      <a:pt x="1" y="16"/>
                      <a:pt x="0" y="11"/>
                    </a:cubicBezTo>
                    <a:cubicBezTo>
                      <a:pt x="0" y="5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67" name="Freeform 345">
                <a:extLst>
                  <a:ext uri="{FF2B5EF4-FFF2-40B4-BE49-F238E27FC236}">
                    <a16:creationId xmlns:a16="http://schemas.microsoft.com/office/drawing/2014/main" id="{C5E74580-5D12-4606-8D47-2D44E1068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414"/>
                <a:ext cx="17" cy="25"/>
              </a:xfrm>
              <a:custGeom>
                <a:avLst/>
                <a:gdLst>
                  <a:gd name="T0" fmla="*/ 6 w 14"/>
                  <a:gd name="T1" fmla="*/ 1 h 21"/>
                  <a:gd name="T2" fmla="*/ 22 w 14"/>
                  <a:gd name="T3" fmla="*/ 15 h 21"/>
                  <a:gd name="T4" fmla="*/ 18 w 14"/>
                  <a:gd name="T5" fmla="*/ 35 h 21"/>
                  <a:gd name="T6" fmla="*/ 2 w 14"/>
                  <a:gd name="T7" fmla="*/ 20 h 21"/>
                  <a:gd name="T8" fmla="*/ 6 w 14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3" y="1"/>
                    </a:moveTo>
                    <a:cubicBezTo>
                      <a:pt x="6" y="0"/>
                      <a:pt x="10" y="3"/>
                      <a:pt x="12" y="9"/>
                    </a:cubicBezTo>
                    <a:cubicBezTo>
                      <a:pt x="14" y="14"/>
                      <a:pt x="13" y="19"/>
                      <a:pt x="10" y="20"/>
                    </a:cubicBezTo>
                    <a:cubicBezTo>
                      <a:pt x="8" y="21"/>
                      <a:pt x="4" y="17"/>
                      <a:pt x="2" y="12"/>
                    </a:cubicBezTo>
                    <a:cubicBezTo>
                      <a:pt x="0" y="7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68" name="Freeform 346">
                <a:extLst>
                  <a:ext uri="{FF2B5EF4-FFF2-40B4-BE49-F238E27FC236}">
                    <a16:creationId xmlns:a16="http://schemas.microsoft.com/office/drawing/2014/main" id="{3DB637F8-8A9A-48DE-A365-B41FB498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292"/>
                <a:ext cx="17" cy="25"/>
              </a:xfrm>
              <a:custGeom>
                <a:avLst/>
                <a:gdLst>
                  <a:gd name="T0" fmla="*/ 7 w 14"/>
                  <a:gd name="T1" fmla="*/ 1 h 21"/>
                  <a:gd name="T2" fmla="*/ 22 w 14"/>
                  <a:gd name="T3" fmla="*/ 15 h 21"/>
                  <a:gd name="T4" fmla="*/ 19 w 14"/>
                  <a:gd name="T5" fmla="*/ 35 h 21"/>
                  <a:gd name="T6" fmla="*/ 2 w 14"/>
                  <a:gd name="T7" fmla="*/ 21 h 21"/>
                  <a:gd name="T8" fmla="*/ 7 w 14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4" y="1"/>
                    </a:moveTo>
                    <a:cubicBezTo>
                      <a:pt x="6" y="0"/>
                      <a:pt x="10" y="4"/>
                      <a:pt x="12" y="9"/>
                    </a:cubicBezTo>
                    <a:cubicBezTo>
                      <a:pt x="14" y="14"/>
                      <a:pt x="13" y="20"/>
                      <a:pt x="11" y="20"/>
                    </a:cubicBezTo>
                    <a:cubicBezTo>
                      <a:pt x="8" y="21"/>
                      <a:pt x="4" y="18"/>
                      <a:pt x="2" y="13"/>
                    </a:cubicBezTo>
                    <a:cubicBezTo>
                      <a:pt x="0" y="7"/>
                      <a:pt x="1" y="2"/>
                      <a:pt x="4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69" name="Freeform 347">
                <a:extLst>
                  <a:ext uri="{FF2B5EF4-FFF2-40B4-BE49-F238E27FC236}">
                    <a16:creationId xmlns:a16="http://schemas.microsoft.com/office/drawing/2014/main" id="{DF9A0265-495B-40C9-9EF7-3024A52EF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221"/>
                <a:ext cx="20" cy="23"/>
              </a:xfrm>
              <a:custGeom>
                <a:avLst/>
                <a:gdLst>
                  <a:gd name="T0" fmla="*/ 2 w 17"/>
                  <a:gd name="T1" fmla="*/ 2 h 19"/>
                  <a:gd name="T2" fmla="*/ 19 w 17"/>
                  <a:gd name="T3" fmla="*/ 10 h 19"/>
                  <a:gd name="T4" fmla="*/ 25 w 17"/>
                  <a:gd name="T5" fmla="*/ 30 h 19"/>
                  <a:gd name="T6" fmla="*/ 8 w 17"/>
                  <a:gd name="T7" fmla="*/ 23 h 19"/>
                  <a:gd name="T8" fmla="*/ 2 w 17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2" y="2"/>
                    </a:moveTo>
                    <a:cubicBezTo>
                      <a:pt x="4" y="0"/>
                      <a:pt x="9" y="2"/>
                      <a:pt x="12" y="6"/>
                    </a:cubicBezTo>
                    <a:cubicBezTo>
                      <a:pt x="16" y="11"/>
                      <a:pt x="17" y="16"/>
                      <a:pt x="15" y="17"/>
                    </a:cubicBezTo>
                    <a:cubicBezTo>
                      <a:pt x="13" y="19"/>
                      <a:pt x="8" y="17"/>
                      <a:pt x="5" y="13"/>
                    </a:cubicBezTo>
                    <a:cubicBezTo>
                      <a:pt x="1" y="8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70" name="Freeform 348">
                <a:extLst>
                  <a:ext uri="{FF2B5EF4-FFF2-40B4-BE49-F238E27FC236}">
                    <a16:creationId xmlns:a16="http://schemas.microsoft.com/office/drawing/2014/main" id="{8F99B1C3-507D-4ED4-A327-D8BCD4482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126"/>
                <a:ext cx="26" cy="19"/>
              </a:xfrm>
              <a:custGeom>
                <a:avLst/>
                <a:gdLst>
                  <a:gd name="T0" fmla="*/ 2 w 21"/>
                  <a:gd name="T1" fmla="*/ 2 h 16"/>
                  <a:gd name="T2" fmla="*/ 25 w 21"/>
                  <a:gd name="T3" fmla="*/ 6 h 16"/>
                  <a:gd name="T4" fmla="*/ 37 w 21"/>
                  <a:gd name="T5" fmla="*/ 21 h 16"/>
                  <a:gd name="T6" fmla="*/ 15 w 21"/>
                  <a:gd name="T7" fmla="*/ 20 h 16"/>
                  <a:gd name="T8" fmla="*/ 2 w 21"/>
                  <a:gd name="T9" fmla="*/ 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" y="2"/>
                    </a:moveTo>
                    <a:cubicBezTo>
                      <a:pt x="3" y="0"/>
                      <a:pt x="8" y="0"/>
                      <a:pt x="13" y="3"/>
                    </a:cubicBezTo>
                    <a:cubicBezTo>
                      <a:pt x="18" y="6"/>
                      <a:pt x="21" y="11"/>
                      <a:pt x="19" y="13"/>
                    </a:cubicBezTo>
                    <a:cubicBezTo>
                      <a:pt x="18" y="16"/>
                      <a:pt x="13" y="15"/>
                      <a:pt x="8" y="12"/>
                    </a:cubicBezTo>
                    <a:cubicBezTo>
                      <a:pt x="3" y="9"/>
                      <a:pt x="0" y="5"/>
                      <a:pt x="2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71" name="Freeform 349">
                <a:extLst>
                  <a:ext uri="{FF2B5EF4-FFF2-40B4-BE49-F238E27FC236}">
                    <a16:creationId xmlns:a16="http://schemas.microsoft.com/office/drawing/2014/main" id="{4DBF669F-7928-4C81-A6C6-459603AB0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163"/>
                <a:ext cx="24" cy="20"/>
              </a:xfrm>
              <a:custGeom>
                <a:avLst/>
                <a:gdLst>
                  <a:gd name="T0" fmla="*/ 1 w 20"/>
                  <a:gd name="T1" fmla="*/ 6 h 16"/>
                  <a:gd name="T2" fmla="*/ 20 w 20"/>
                  <a:gd name="T3" fmla="*/ 8 h 16"/>
                  <a:gd name="T4" fmla="*/ 31 w 20"/>
                  <a:gd name="T5" fmla="*/ 25 h 16"/>
                  <a:gd name="T6" fmla="*/ 12 w 20"/>
                  <a:gd name="T7" fmla="*/ 24 h 16"/>
                  <a:gd name="T8" fmla="*/ 1 w 20"/>
                  <a:gd name="T9" fmla="*/ 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" y="3"/>
                    </a:moveTo>
                    <a:cubicBezTo>
                      <a:pt x="3" y="0"/>
                      <a:pt x="8" y="1"/>
                      <a:pt x="12" y="4"/>
                    </a:cubicBezTo>
                    <a:cubicBezTo>
                      <a:pt x="17" y="7"/>
                      <a:pt x="20" y="11"/>
                      <a:pt x="18" y="13"/>
                    </a:cubicBezTo>
                    <a:cubicBezTo>
                      <a:pt x="17" y="16"/>
                      <a:pt x="12" y="15"/>
                      <a:pt x="7" y="12"/>
                    </a:cubicBezTo>
                    <a:cubicBezTo>
                      <a:pt x="2" y="9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72" name="Freeform 350">
                <a:extLst>
                  <a:ext uri="{FF2B5EF4-FFF2-40B4-BE49-F238E27FC236}">
                    <a16:creationId xmlns:a16="http://schemas.microsoft.com/office/drawing/2014/main" id="{F14607C7-DAC6-4D1C-9571-741C3BC08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151"/>
                <a:ext cx="25" cy="16"/>
              </a:xfrm>
              <a:custGeom>
                <a:avLst/>
                <a:gdLst>
                  <a:gd name="T0" fmla="*/ 0 w 21"/>
                  <a:gd name="T1" fmla="*/ 7 h 13"/>
                  <a:gd name="T2" fmla="*/ 18 w 21"/>
                  <a:gd name="T3" fmla="*/ 1 h 13"/>
                  <a:gd name="T4" fmla="*/ 35 w 21"/>
                  <a:gd name="T5" fmla="*/ 17 h 13"/>
                  <a:gd name="T6" fmla="*/ 15 w 21"/>
                  <a:gd name="T7" fmla="*/ 21 h 13"/>
                  <a:gd name="T8" fmla="*/ 0 w 21"/>
                  <a:gd name="T9" fmla="*/ 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1" y="1"/>
                      <a:pt x="6" y="0"/>
                      <a:pt x="11" y="1"/>
                    </a:cubicBezTo>
                    <a:cubicBezTo>
                      <a:pt x="17" y="3"/>
                      <a:pt x="21" y="6"/>
                      <a:pt x="20" y="9"/>
                    </a:cubicBezTo>
                    <a:cubicBezTo>
                      <a:pt x="19" y="11"/>
                      <a:pt x="14" y="13"/>
                      <a:pt x="9" y="11"/>
                    </a:cubicBezTo>
                    <a:cubicBezTo>
                      <a:pt x="3" y="10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73" name="Freeform 351">
                <a:extLst>
                  <a:ext uri="{FF2B5EF4-FFF2-40B4-BE49-F238E27FC236}">
                    <a16:creationId xmlns:a16="http://schemas.microsoft.com/office/drawing/2014/main" id="{112A8ED2-B2C4-477B-83E7-850FBE026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244"/>
                <a:ext cx="516" cy="40"/>
              </a:xfrm>
              <a:custGeom>
                <a:avLst/>
                <a:gdLst>
                  <a:gd name="T0" fmla="*/ 0 w 428"/>
                  <a:gd name="T1" fmla="*/ 0 h 33"/>
                  <a:gd name="T2" fmla="*/ 344 w 428"/>
                  <a:gd name="T3" fmla="*/ 25 h 33"/>
                  <a:gd name="T4" fmla="*/ 750 w 428"/>
                  <a:gd name="T5" fmla="*/ 2 h 33"/>
                  <a:gd name="T6" fmla="*/ 511 w 428"/>
                  <a:gd name="T7" fmla="*/ 56 h 33"/>
                  <a:gd name="T8" fmla="*/ 283 w 428"/>
                  <a:gd name="T9" fmla="*/ 56 h 33"/>
                  <a:gd name="T10" fmla="*/ 100 w 428"/>
                  <a:gd name="T11" fmla="*/ 42 h 33"/>
                  <a:gd name="T12" fmla="*/ 12 w 428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8" h="33">
                    <a:moveTo>
                      <a:pt x="0" y="0"/>
                    </a:moveTo>
                    <a:cubicBezTo>
                      <a:pt x="46" y="30"/>
                      <a:pt x="142" y="11"/>
                      <a:pt x="196" y="14"/>
                    </a:cubicBezTo>
                    <a:cubicBezTo>
                      <a:pt x="274" y="17"/>
                      <a:pt x="351" y="4"/>
                      <a:pt x="428" y="2"/>
                    </a:cubicBezTo>
                    <a:cubicBezTo>
                      <a:pt x="381" y="17"/>
                      <a:pt x="344" y="31"/>
                      <a:pt x="292" y="31"/>
                    </a:cubicBezTo>
                    <a:cubicBezTo>
                      <a:pt x="249" y="31"/>
                      <a:pt x="205" y="33"/>
                      <a:pt x="162" y="31"/>
                    </a:cubicBezTo>
                    <a:cubicBezTo>
                      <a:pt x="128" y="29"/>
                      <a:pt x="90" y="32"/>
                      <a:pt x="57" y="24"/>
                    </a:cubicBezTo>
                    <a:cubicBezTo>
                      <a:pt x="37" y="19"/>
                      <a:pt x="25" y="5"/>
                      <a:pt x="7" y="0"/>
                    </a:cubicBezTo>
                  </a:path>
                </a:pathLst>
              </a:custGeom>
              <a:solidFill>
                <a:srgbClr val="F98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74" name="Freeform 352">
                <a:extLst>
                  <a:ext uri="{FF2B5EF4-FFF2-40B4-BE49-F238E27FC236}">
                    <a16:creationId xmlns:a16="http://schemas.microsoft.com/office/drawing/2014/main" id="{513BEB6A-9C68-48F4-9B3F-7AF5F8A8B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273"/>
                <a:ext cx="300" cy="11"/>
              </a:xfrm>
              <a:custGeom>
                <a:avLst/>
                <a:gdLst>
                  <a:gd name="T0" fmla="*/ 1 w 249"/>
                  <a:gd name="T1" fmla="*/ 9 h 9"/>
                  <a:gd name="T2" fmla="*/ 86 w 249"/>
                  <a:gd name="T3" fmla="*/ 11 h 9"/>
                  <a:gd name="T4" fmla="*/ 224 w 249"/>
                  <a:gd name="T5" fmla="*/ 13 h 9"/>
                  <a:gd name="T6" fmla="*/ 435 w 249"/>
                  <a:gd name="T7" fmla="*/ 1 h 9"/>
                  <a:gd name="T8" fmla="*/ 310 w 249"/>
                  <a:gd name="T9" fmla="*/ 2 h 9"/>
                  <a:gd name="T10" fmla="*/ 184 w 249"/>
                  <a:gd name="T11" fmla="*/ 2 h 9"/>
                  <a:gd name="T12" fmla="*/ 57 w 249"/>
                  <a:gd name="T13" fmla="*/ 7 h 9"/>
                  <a:gd name="T14" fmla="*/ 0 w 249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9" h="9">
                    <a:moveTo>
                      <a:pt x="1" y="5"/>
                    </a:moveTo>
                    <a:cubicBezTo>
                      <a:pt x="17" y="5"/>
                      <a:pt x="33" y="6"/>
                      <a:pt x="49" y="6"/>
                    </a:cubicBezTo>
                    <a:cubicBezTo>
                      <a:pt x="75" y="7"/>
                      <a:pt x="102" y="6"/>
                      <a:pt x="128" y="7"/>
                    </a:cubicBezTo>
                    <a:cubicBezTo>
                      <a:pt x="169" y="9"/>
                      <a:pt x="212" y="6"/>
                      <a:pt x="249" y="1"/>
                    </a:cubicBezTo>
                    <a:cubicBezTo>
                      <a:pt x="225" y="0"/>
                      <a:pt x="201" y="2"/>
                      <a:pt x="177" y="2"/>
                    </a:cubicBezTo>
                    <a:cubicBezTo>
                      <a:pt x="153" y="3"/>
                      <a:pt x="129" y="2"/>
                      <a:pt x="105" y="2"/>
                    </a:cubicBezTo>
                    <a:cubicBezTo>
                      <a:pt x="80" y="2"/>
                      <a:pt x="56" y="4"/>
                      <a:pt x="32" y="4"/>
                    </a:cubicBezTo>
                    <a:cubicBezTo>
                      <a:pt x="22" y="4"/>
                      <a:pt x="8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75" name="Line 353">
                <a:extLst>
                  <a:ext uri="{FF2B5EF4-FFF2-40B4-BE49-F238E27FC236}">
                    <a16:creationId xmlns:a16="http://schemas.microsoft.com/office/drawing/2014/main" id="{B746C528-6EC5-4E06-BDD9-28BA0A5899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45" y="1778"/>
                <a:ext cx="1" cy="193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76" name="Line 354">
                <a:extLst>
                  <a:ext uri="{FF2B5EF4-FFF2-40B4-BE49-F238E27FC236}">
                    <a16:creationId xmlns:a16="http://schemas.microsoft.com/office/drawing/2014/main" id="{390C8850-725B-49F2-A389-4AD66C6091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45" y="1011"/>
                <a:ext cx="1" cy="19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77" name="Freeform 355">
                <a:extLst>
                  <a:ext uri="{FF2B5EF4-FFF2-40B4-BE49-F238E27FC236}">
                    <a16:creationId xmlns:a16="http://schemas.microsoft.com/office/drawing/2014/main" id="{714C4BCA-DE2B-48CE-892D-65C03681D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335"/>
                <a:ext cx="93" cy="319"/>
              </a:xfrm>
              <a:custGeom>
                <a:avLst/>
                <a:gdLst>
                  <a:gd name="T0" fmla="*/ 0 w 77"/>
                  <a:gd name="T1" fmla="*/ 0 h 264"/>
                  <a:gd name="T2" fmla="*/ 0 w 77"/>
                  <a:gd name="T3" fmla="*/ 465 h 264"/>
                  <a:gd name="T4" fmla="*/ 0 w 77"/>
                  <a:gd name="T5" fmla="*/ 0 h 2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264">
                    <a:moveTo>
                      <a:pt x="0" y="0"/>
                    </a:moveTo>
                    <a:cubicBezTo>
                      <a:pt x="0" y="0"/>
                      <a:pt x="65" y="112"/>
                      <a:pt x="0" y="264"/>
                    </a:cubicBezTo>
                    <a:cubicBezTo>
                      <a:pt x="0" y="264"/>
                      <a:pt x="77" y="13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78" name="Freeform 356">
                <a:extLst>
                  <a:ext uri="{FF2B5EF4-FFF2-40B4-BE49-F238E27FC236}">
                    <a16:creationId xmlns:a16="http://schemas.microsoft.com/office/drawing/2014/main" id="{A2D32D8F-450D-4101-9AA8-2341066D0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985"/>
                <a:ext cx="1114" cy="986"/>
              </a:xfrm>
              <a:custGeom>
                <a:avLst/>
                <a:gdLst>
                  <a:gd name="T0" fmla="*/ 1591 w 925"/>
                  <a:gd name="T1" fmla="*/ 762 h 815"/>
                  <a:gd name="T2" fmla="*/ 7 w 925"/>
                  <a:gd name="T3" fmla="*/ 36 h 815"/>
                  <a:gd name="T4" fmla="*/ 2 w 925"/>
                  <a:gd name="T5" fmla="*/ 36 h 815"/>
                  <a:gd name="T6" fmla="*/ 2 w 925"/>
                  <a:gd name="T7" fmla="*/ 323 h 815"/>
                  <a:gd name="T8" fmla="*/ 6 w 925"/>
                  <a:gd name="T9" fmla="*/ 323 h 815"/>
                  <a:gd name="T10" fmla="*/ 179 w 925"/>
                  <a:gd name="T11" fmla="*/ 409 h 815"/>
                  <a:gd name="T12" fmla="*/ 187 w 925"/>
                  <a:gd name="T13" fmla="*/ 406 h 815"/>
                  <a:gd name="T14" fmla="*/ 260 w 925"/>
                  <a:gd name="T15" fmla="*/ 518 h 815"/>
                  <a:gd name="T16" fmla="*/ 263 w 925"/>
                  <a:gd name="T17" fmla="*/ 515 h 815"/>
                  <a:gd name="T18" fmla="*/ 299 w 925"/>
                  <a:gd name="T19" fmla="*/ 630 h 815"/>
                  <a:gd name="T20" fmla="*/ 299 w 925"/>
                  <a:gd name="T21" fmla="*/ 630 h 815"/>
                  <a:gd name="T22" fmla="*/ 306 w 925"/>
                  <a:gd name="T23" fmla="*/ 802 h 815"/>
                  <a:gd name="T24" fmla="*/ 306 w 925"/>
                  <a:gd name="T25" fmla="*/ 809 h 815"/>
                  <a:gd name="T26" fmla="*/ 271 w 925"/>
                  <a:gd name="T27" fmla="*/ 942 h 815"/>
                  <a:gd name="T28" fmla="*/ 269 w 925"/>
                  <a:gd name="T29" fmla="*/ 947 h 815"/>
                  <a:gd name="T30" fmla="*/ 169 w 925"/>
                  <a:gd name="T31" fmla="*/ 1089 h 815"/>
                  <a:gd name="T32" fmla="*/ 169 w 925"/>
                  <a:gd name="T33" fmla="*/ 1089 h 815"/>
                  <a:gd name="T34" fmla="*/ 169 w 925"/>
                  <a:gd name="T35" fmla="*/ 1089 h 815"/>
                  <a:gd name="T36" fmla="*/ 2 w 925"/>
                  <a:gd name="T37" fmla="*/ 1153 h 815"/>
                  <a:gd name="T38" fmla="*/ 8 w 925"/>
                  <a:gd name="T39" fmla="*/ 1155 h 815"/>
                  <a:gd name="T40" fmla="*/ 2 w 925"/>
                  <a:gd name="T41" fmla="*/ 1155 h 815"/>
                  <a:gd name="T42" fmla="*/ 2 w 925"/>
                  <a:gd name="T43" fmla="*/ 1443 h 815"/>
                  <a:gd name="T44" fmla="*/ 0 w 925"/>
                  <a:gd name="T45" fmla="*/ 1443 h 815"/>
                  <a:gd name="T46" fmla="*/ 7 w 925"/>
                  <a:gd name="T47" fmla="*/ 1443 h 815"/>
                  <a:gd name="T48" fmla="*/ 1591 w 925"/>
                  <a:gd name="T49" fmla="*/ 762 h 8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25" h="815">
                    <a:moveTo>
                      <a:pt x="911" y="431"/>
                    </a:moveTo>
                    <a:cubicBezTo>
                      <a:pt x="895" y="0"/>
                      <a:pt x="163" y="21"/>
                      <a:pt x="4" y="21"/>
                    </a:cubicBezTo>
                    <a:cubicBezTo>
                      <a:pt x="3" y="21"/>
                      <a:pt x="3" y="21"/>
                      <a:pt x="2" y="21"/>
                    </a:cubicBezTo>
                    <a:cubicBezTo>
                      <a:pt x="2" y="183"/>
                      <a:pt x="2" y="183"/>
                      <a:pt x="2" y="183"/>
                    </a:cubicBezTo>
                    <a:cubicBezTo>
                      <a:pt x="2" y="183"/>
                      <a:pt x="2" y="183"/>
                      <a:pt x="3" y="183"/>
                    </a:cubicBezTo>
                    <a:cubicBezTo>
                      <a:pt x="30" y="234"/>
                      <a:pt x="89" y="232"/>
                      <a:pt x="103" y="231"/>
                    </a:cubicBezTo>
                    <a:cubicBezTo>
                      <a:pt x="104" y="231"/>
                      <a:pt x="106" y="229"/>
                      <a:pt x="107" y="230"/>
                    </a:cubicBezTo>
                    <a:cubicBezTo>
                      <a:pt x="93" y="294"/>
                      <a:pt x="141" y="294"/>
                      <a:pt x="149" y="293"/>
                    </a:cubicBezTo>
                    <a:cubicBezTo>
                      <a:pt x="149" y="294"/>
                      <a:pt x="149" y="290"/>
                      <a:pt x="150" y="291"/>
                    </a:cubicBezTo>
                    <a:cubicBezTo>
                      <a:pt x="130" y="343"/>
                      <a:pt x="166" y="355"/>
                      <a:pt x="171" y="356"/>
                    </a:cubicBezTo>
                    <a:cubicBezTo>
                      <a:pt x="171" y="356"/>
                      <a:pt x="171" y="355"/>
                      <a:pt x="171" y="356"/>
                    </a:cubicBezTo>
                    <a:cubicBezTo>
                      <a:pt x="142" y="391"/>
                      <a:pt x="169" y="442"/>
                      <a:pt x="175" y="453"/>
                    </a:cubicBezTo>
                    <a:cubicBezTo>
                      <a:pt x="175" y="454"/>
                      <a:pt x="175" y="456"/>
                      <a:pt x="175" y="457"/>
                    </a:cubicBezTo>
                    <a:cubicBezTo>
                      <a:pt x="139" y="484"/>
                      <a:pt x="151" y="522"/>
                      <a:pt x="155" y="532"/>
                    </a:cubicBezTo>
                    <a:cubicBezTo>
                      <a:pt x="154" y="533"/>
                      <a:pt x="154" y="534"/>
                      <a:pt x="154" y="535"/>
                    </a:cubicBezTo>
                    <a:cubicBezTo>
                      <a:pt x="85" y="544"/>
                      <a:pt x="96" y="614"/>
                      <a:pt x="96" y="615"/>
                    </a:cubicBezTo>
                    <a:cubicBezTo>
                      <a:pt x="96" y="615"/>
                      <a:pt x="96" y="615"/>
                      <a:pt x="96" y="615"/>
                    </a:cubicBezTo>
                    <a:cubicBezTo>
                      <a:pt x="96" y="615"/>
                      <a:pt x="96" y="615"/>
                      <a:pt x="96" y="615"/>
                    </a:cubicBezTo>
                    <a:cubicBezTo>
                      <a:pt x="28" y="590"/>
                      <a:pt x="2" y="651"/>
                      <a:pt x="2" y="651"/>
                    </a:cubicBezTo>
                    <a:cubicBezTo>
                      <a:pt x="3" y="651"/>
                      <a:pt x="4" y="652"/>
                      <a:pt x="5" y="652"/>
                    </a:cubicBezTo>
                    <a:cubicBezTo>
                      <a:pt x="4" y="652"/>
                      <a:pt x="3" y="652"/>
                      <a:pt x="2" y="652"/>
                    </a:cubicBezTo>
                    <a:cubicBezTo>
                      <a:pt x="2" y="815"/>
                      <a:pt x="2" y="815"/>
                      <a:pt x="2" y="815"/>
                    </a:cubicBezTo>
                    <a:cubicBezTo>
                      <a:pt x="0" y="815"/>
                      <a:pt x="0" y="815"/>
                      <a:pt x="0" y="815"/>
                    </a:cubicBezTo>
                    <a:cubicBezTo>
                      <a:pt x="1" y="815"/>
                      <a:pt x="3" y="815"/>
                      <a:pt x="4" y="815"/>
                    </a:cubicBezTo>
                    <a:cubicBezTo>
                      <a:pt x="163" y="815"/>
                      <a:pt x="925" y="807"/>
                      <a:pt x="911" y="43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79" name="Freeform 357">
                <a:extLst>
                  <a:ext uri="{FF2B5EF4-FFF2-40B4-BE49-F238E27FC236}">
                    <a16:creationId xmlns:a16="http://schemas.microsoft.com/office/drawing/2014/main" id="{0C16AFC7-D0C6-4E6C-8D8F-6BEA8306F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540"/>
                <a:ext cx="1097" cy="336"/>
              </a:xfrm>
              <a:custGeom>
                <a:avLst/>
                <a:gdLst>
                  <a:gd name="T0" fmla="*/ 1540 w 911"/>
                  <a:gd name="T1" fmla="*/ 15 h 278"/>
                  <a:gd name="T2" fmla="*/ 1380 w 911"/>
                  <a:gd name="T3" fmla="*/ 35 h 278"/>
                  <a:gd name="T4" fmla="*/ 1013 w 911"/>
                  <a:gd name="T5" fmla="*/ 75 h 278"/>
                  <a:gd name="T6" fmla="*/ 464 w 911"/>
                  <a:gd name="T7" fmla="*/ 97 h 278"/>
                  <a:gd name="T8" fmla="*/ 258 w 911"/>
                  <a:gd name="T9" fmla="*/ 103 h 278"/>
                  <a:gd name="T10" fmla="*/ 267 w 911"/>
                  <a:gd name="T11" fmla="*/ 131 h 278"/>
                  <a:gd name="T12" fmla="*/ 265 w 911"/>
                  <a:gd name="T13" fmla="*/ 134 h 278"/>
                  <a:gd name="T14" fmla="*/ 164 w 911"/>
                  <a:gd name="T15" fmla="*/ 273 h 278"/>
                  <a:gd name="T16" fmla="*/ 164 w 911"/>
                  <a:gd name="T17" fmla="*/ 273 h 278"/>
                  <a:gd name="T18" fmla="*/ 164 w 911"/>
                  <a:gd name="T19" fmla="*/ 273 h 278"/>
                  <a:gd name="T20" fmla="*/ 0 w 911"/>
                  <a:gd name="T21" fmla="*/ 341 h 278"/>
                  <a:gd name="T22" fmla="*/ 6 w 911"/>
                  <a:gd name="T23" fmla="*/ 344 h 278"/>
                  <a:gd name="T24" fmla="*/ 0 w 911"/>
                  <a:gd name="T25" fmla="*/ 344 h 278"/>
                  <a:gd name="T26" fmla="*/ 0 w 911"/>
                  <a:gd name="T27" fmla="*/ 418 h 278"/>
                  <a:gd name="T28" fmla="*/ 70 w 911"/>
                  <a:gd name="T29" fmla="*/ 434 h 278"/>
                  <a:gd name="T30" fmla="*/ 647 w 911"/>
                  <a:gd name="T31" fmla="*/ 469 h 278"/>
                  <a:gd name="T32" fmla="*/ 990 w 911"/>
                  <a:gd name="T33" fmla="*/ 441 h 278"/>
                  <a:gd name="T34" fmla="*/ 1311 w 911"/>
                  <a:gd name="T35" fmla="*/ 337 h 278"/>
                  <a:gd name="T36" fmla="*/ 1468 w 911"/>
                  <a:gd name="T37" fmla="*/ 189 h 278"/>
                  <a:gd name="T38" fmla="*/ 1540 w 911"/>
                  <a:gd name="T39" fmla="*/ 15 h 27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11" h="278">
                    <a:moveTo>
                      <a:pt x="882" y="8"/>
                    </a:moveTo>
                    <a:cubicBezTo>
                      <a:pt x="855" y="15"/>
                      <a:pt x="827" y="22"/>
                      <a:pt x="791" y="20"/>
                    </a:cubicBezTo>
                    <a:cubicBezTo>
                      <a:pt x="708" y="17"/>
                      <a:pt x="643" y="34"/>
                      <a:pt x="580" y="42"/>
                    </a:cubicBezTo>
                    <a:cubicBezTo>
                      <a:pt x="485" y="54"/>
                      <a:pt x="354" y="57"/>
                      <a:pt x="266" y="55"/>
                    </a:cubicBezTo>
                    <a:cubicBezTo>
                      <a:pt x="239" y="54"/>
                      <a:pt x="173" y="50"/>
                      <a:pt x="148" y="58"/>
                    </a:cubicBezTo>
                    <a:cubicBezTo>
                      <a:pt x="150" y="65"/>
                      <a:pt x="152" y="71"/>
                      <a:pt x="153" y="74"/>
                    </a:cubicBezTo>
                    <a:cubicBezTo>
                      <a:pt x="152" y="75"/>
                      <a:pt x="152" y="75"/>
                      <a:pt x="152" y="76"/>
                    </a:cubicBezTo>
                    <a:cubicBezTo>
                      <a:pt x="83" y="85"/>
                      <a:pt x="94" y="154"/>
                      <a:pt x="94" y="155"/>
                    </a:cubicBezTo>
                    <a:cubicBezTo>
                      <a:pt x="94" y="155"/>
                      <a:pt x="95" y="155"/>
                      <a:pt x="94" y="155"/>
                    </a:cubicBezTo>
                    <a:cubicBezTo>
                      <a:pt x="94" y="155"/>
                      <a:pt x="94" y="155"/>
                      <a:pt x="94" y="155"/>
                    </a:cubicBezTo>
                    <a:cubicBezTo>
                      <a:pt x="26" y="129"/>
                      <a:pt x="0" y="193"/>
                      <a:pt x="0" y="193"/>
                    </a:cubicBezTo>
                    <a:cubicBezTo>
                      <a:pt x="1" y="194"/>
                      <a:pt x="2" y="194"/>
                      <a:pt x="3" y="195"/>
                    </a:cubicBezTo>
                    <a:cubicBezTo>
                      <a:pt x="2" y="195"/>
                      <a:pt x="1" y="195"/>
                      <a:pt x="0" y="195"/>
                    </a:cubicBezTo>
                    <a:cubicBezTo>
                      <a:pt x="0" y="237"/>
                      <a:pt x="0" y="237"/>
                      <a:pt x="0" y="237"/>
                    </a:cubicBezTo>
                    <a:cubicBezTo>
                      <a:pt x="13" y="241"/>
                      <a:pt x="27" y="244"/>
                      <a:pt x="40" y="246"/>
                    </a:cubicBezTo>
                    <a:cubicBezTo>
                      <a:pt x="148" y="268"/>
                      <a:pt x="259" y="278"/>
                      <a:pt x="370" y="266"/>
                    </a:cubicBezTo>
                    <a:cubicBezTo>
                      <a:pt x="435" y="258"/>
                      <a:pt x="501" y="258"/>
                      <a:pt x="567" y="250"/>
                    </a:cubicBezTo>
                    <a:cubicBezTo>
                      <a:pt x="633" y="242"/>
                      <a:pt x="692" y="221"/>
                      <a:pt x="751" y="191"/>
                    </a:cubicBezTo>
                    <a:cubicBezTo>
                      <a:pt x="796" y="169"/>
                      <a:pt x="820" y="154"/>
                      <a:pt x="840" y="107"/>
                    </a:cubicBezTo>
                    <a:cubicBezTo>
                      <a:pt x="851" y="80"/>
                      <a:pt x="911" y="0"/>
                      <a:pt x="882" y="8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80" name="Rectangle 358">
                <a:extLst>
                  <a:ext uri="{FF2B5EF4-FFF2-40B4-BE49-F238E27FC236}">
                    <a16:creationId xmlns:a16="http://schemas.microsoft.com/office/drawing/2014/main" id="{5BF3161B-3FE9-42AC-9547-73BD484BC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2" y="1164"/>
                <a:ext cx="844" cy="43"/>
              </a:xfrm>
              <a:prstGeom prst="rect">
                <a:avLst/>
              </a:pr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81" name="Freeform 359">
                <a:extLst>
                  <a:ext uri="{FF2B5EF4-FFF2-40B4-BE49-F238E27FC236}">
                    <a16:creationId xmlns:a16="http://schemas.microsoft.com/office/drawing/2014/main" id="{0FFF36B7-C359-48F3-A845-432B85C4D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618"/>
                <a:ext cx="1024" cy="195"/>
              </a:xfrm>
              <a:custGeom>
                <a:avLst/>
                <a:gdLst>
                  <a:gd name="T0" fmla="*/ 1408 w 850"/>
                  <a:gd name="T1" fmla="*/ 7 h 161"/>
                  <a:gd name="T2" fmla="*/ 1257 w 850"/>
                  <a:gd name="T3" fmla="*/ 25 h 161"/>
                  <a:gd name="T4" fmla="*/ 1022 w 850"/>
                  <a:gd name="T5" fmla="*/ 68 h 161"/>
                  <a:gd name="T6" fmla="*/ 693 w 850"/>
                  <a:gd name="T7" fmla="*/ 109 h 161"/>
                  <a:gd name="T8" fmla="*/ 293 w 850"/>
                  <a:gd name="T9" fmla="*/ 125 h 161"/>
                  <a:gd name="T10" fmla="*/ 164 w 850"/>
                  <a:gd name="T11" fmla="*/ 144 h 161"/>
                  <a:gd name="T12" fmla="*/ 165 w 850"/>
                  <a:gd name="T13" fmla="*/ 159 h 161"/>
                  <a:gd name="T14" fmla="*/ 164 w 850"/>
                  <a:gd name="T15" fmla="*/ 160 h 161"/>
                  <a:gd name="T16" fmla="*/ 165 w 850"/>
                  <a:gd name="T17" fmla="*/ 160 h 161"/>
                  <a:gd name="T18" fmla="*/ 122 w 850"/>
                  <a:gd name="T19" fmla="*/ 150 h 161"/>
                  <a:gd name="T20" fmla="*/ 78 w 850"/>
                  <a:gd name="T21" fmla="*/ 153 h 161"/>
                  <a:gd name="T22" fmla="*/ 1 w 850"/>
                  <a:gd name="T23" fmla="*/ 222 h 161"/>
                  <a:gd name="T24" fmla="*/ 0 w 850"/>
                  <a:gd name="T25" fmla="*/ 262 h 161"/>
                  <a:gd name="T26" fmla="*/ 572 w 850"/>
                  <a:gd name="T27" fmla="*/ 266 h 161"/>
                  <a:gd name="T28" fmla="*/ 1043 w 850"/>
                  <a:gd name="T29" fmla="*/ 230 h 161"/>
                  <a:gd name="T30" fmla="*/ 1467 w 850"/>
                  <a:gd name="T31" fmla="*/ 104 h 161"/>
                  <a:gd name="T32" fmla="*/ 1408 w 850"/>
                  <a:gd name="T33" fmla="*/ 7 h 1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50" h="161">
                    <a:moveTo>
                      <a:pt x="805" y="4"/>
                    </a:moveTo>
                    <a:cubicBezTo>
                      <a:pt x="787" y="5"/>
                      <a:pt x="744" y="10"/>
                      <a:pt x="719" y="14"/>
                    </a:cubicBezTo>
                    <a:cubicBezTo>
                      <a:pt x="681" y="20"/>
                      <a:pt x="620" y="32"/>
                      <a:pt x="584" y="38"/>
                    </a:cubicBezTo>
                    <a:cubicBezTo>
                      <a:pt x="511" y="51"/>
                      <a:pt x="471" y="63"/>
                      <a:pt x="396" y="61"/>
                    </a:cubicBezTo>
                    <a:cubicBezTo>
                      <a:pt x="327" y="60"/>
                      <a:pt x="235" y="55"/>
                      <a:pt x="168" y="70"/>
                    </a:cubicBezTo>
                    <a:cubicBezTo>
                      <a:pt x="149" y="74"/>
                      <a:pt x="122" y="78"/>
                      <a:pt x="94" y="81"/>
                    </a:cubicBezTo>
                    <a:cubicBezTo>
                      <a:pt x="94" y="86"/>
                      <a:pt x="95" y="89"/>
                      <a:pt x="95" y="89"/>
                    </a:cubicBezTo>
                    <a:cubicBezTo>
                      <a:pt x="95" y="90"/>
                      <a:pt x="95" y="90"/>
                      <a:pt x="94" y="90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86" y="86"/>
                      <a:pt x="77" y="84"/>
                      <a:pt x="70" y="84"/>
                    </a:cubicBezTo>
                    <a:cubicBezTo>
                      <a:pt x="58" y="84"/>
                      <a:pt x="53" y="84"/>
                      <a:pt x="45" y="86"/>
                    </a:cubicBezTo>
                    <a:cubicBezTo>
                      <a:pt x="14" y="95"/>
                      <a:pt x="1" y="125"/>
                      <a:pt x="1" y="125"/>
                    </a:cubicBezTo>
                    <a:cubicBezTo>
                      <a:pt x="0" y="127"/>
                      <a:pt x="0" y="147"/>
                      <a:pt x="0" y="147"/>
                    </a:cubicBezTo>
                    <a:cubicBezTo>
                      <a:pt x="82" y="161"/>
                      <a:pt x="254" y="145"/>
                      <a:pt x="327" y="150"/>
                    </a:cubicBezTo>
                    <a:cubicBezTo>
                      <a:pt x="417" y="156"/>
                      <a:pt x="510" y="152"/>
                      <a:pt x="597" y="130"/>
                    </a:cubicBezTo>
                    <a:cubicBezTo>
                      <a:pt x="639" y="120"/>
                      <a:pt x="815" y="100"/>
                      <a:pt x="839" y="59"/>
                    </a:cubicBezTo>
                    <a:cubicBezTo>
                      <a:pt x="850" y="41"/>
                      <a:pt x="847" y="0"/>
                      <a:pt x="805" y="4"/>
                    </a:cubicBezTo>
                    <a:close/>
                  </a:path>
                </a:pathLst>
              </a:custGeom>
              <a:solidFill>
                <a:srgbClr val="BF1C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82" name="Freeform 360">
                <a:extLst>
                  <a:ext uri="{FF2B5EF4-FFF2-40B4-BE49-F238E27FC236}">
                    <a16:creationId xmlns:a16="http://schemas.microsoft.com/office/drawing/2014/main" id="{5A2B2060-B0D8-4AB2-AD52-702F07405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674"/>
                <a:ext cx="843" cy="143"/>
              </a:xfrm>
              <a:custGeom>
                <a:avLst/>
                <a:gdLst>
                  <a:gd name="T0" fmla="*/ 1222 w 700"/>
                  <a:gd name="T1" fmla="*/ 210 h 118"/>
                  <a:gd name="T2" fmla="*/ 0 w 700"/>
                  <a:gd name="T3" fmla="*/ 210 h 118"/>
                  <a:gd name="T4" fmla="*/ 0 w 700"/>
                  <a:gd name="T5" fmla="*/ 148 h 118"/>
                  <a:gd name="T6" fmla="*/ 1222 w 700"/>
                  <a:gd name="T7" fmla="*/ 0 h 118"/>
                  <a:gd name="T8" fmla="*/ 1222 w 700"/>
                  <a:gd name="T9" fmla="*/ 210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0" h="118">
                    <a:moveTo>
                      <a:pt x="700" y="118"/>
                    </a:moveTo>
                    <a:cubicBezTo>
                      <a:pt x="0" y="118"/>
                      <a:pt x="0" y="118"/>
                      <a:pt x="0" y="118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0" y="83"/>
                      <a:pt x="635" y="51"/>
                      <a:pt x="700" y="0"/>
                    </a:cubicBezTo>
                    <a:lnTo>
                      <a:pt x="700" y="118"/>
                    </a:lnTo>
                    <a:close/>
                  </a:path>
                </a:pathLst>
              </a:cu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83" name="Freeform 361">
                <a:extLst>
                  <a:ext uri="{FF2B5EF4-FFF2-40B4-BE49-F238E27FC236}">
                    <a16:creationId xmlns:a16="http://schemas.microsoft.com/office/drawing/2014/main" id="{C6F01913-4C28-4EDA-9392-0D585B053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1011"/>
                <a:ext cx="351" cy="960"/>
              </a:xfrm>
              <a:custGeom>
                <a:avLst/>
                <a:gdLst>
                  <a:gd name="T0" fmla="*/ 8 w 291"/>
                  <a:gd name="T1" fmla="*/ 0 h 794"/>
                  <a:gd name="T2" fmla="*/ 2 w 291"/>
                  <a:gd name="T3" fmla="*/ 0 h 794"/>
                  <a:gd name="T4" fmla="*/ 2 w 291"/>
                  <a:gd name="T5" fmla="*/ 287 h 794"/>
                  <a:gd name="T6" fmla="*/ 315 w 291"/>
                  <a:gd name="T7" fmla="*/ 701 h 794"/>
                  <a:gd name="T8" fmla="*/ 2 w 291"/>
                  <a:gd name="T9" fmla="*/ 970 h 794"/>
                  <a:gd name="T10" fmla="*/ 2 w 291"/>
                  <a:gd name="T11" fmla="*/ 1404 h 794"/>
                  <a:gd name="T12" fmla="*/ 0 w 291"/>
                  <a:gd name="T13" fmla="*/ 1404 h 794"/>
                  <a:gd name="T14" fmla="*/ 8 w 291"/>
                  <a:gd name="T15" fmla="*/ 1404 h 794"/>
                  <a:gd name="T16" fmla="*/ 510 w 291"/>
                  <a:gd name="T17" fmla="*/ 701 h 794"/>
                  <a:gd name="T18" fmla="*/ 8 w 291"/>
                  <a:gd name="T19" fmla="*/ 0 h 7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1" h="794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100" y="163"/>
                      <a:pt x="179" y="268"/>
                      <a:pt x="179" y="397"/>
                    </a:cubicBezTo>
                    <a:cubicBezTo>
                      <a:pt x="179" y="526"/>
                      <a:pt x="100" y="547"/>
                      <a:pt x="2" y="548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1" y="794"/>
                      <a:pt x="3" y="794"/>
                      <a:pt x="5" y="794"/>
                    </a:cubicBezTo>
                    <a:cubicBezTo>
                      <a:pt x="163" y="794"/>
                      <a:pt x="291" y="616"/>
                      <a:pt x="291" y="397"/>
                    </a:cubicBezTo>
                    <a:cubicBezTo>
                      <a:pt x="291" y="178"/>
                      <a:pt x="163" y="0"/>
                      <a:pt x="5" y="0"/>
                    </a:cubicBezTo>
                    <a:close/>
                  </a:path>
                </a:pathLst>
              </a:custGeom>
              <a:solidFill>
                <a:srgbClr val="723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84" name="Freeform 362">
                <a:extLst>
                  <a:ext uri="{FF2B5EF4-FFF2-40B4-BE49-F238E27FC236}">
                    <a16:creationId xmlns:a16="http://schemas.microsoft.com/office/drawing/2014/main" id="{FC343D1F-C8FB-4720-9991-A04DD39B9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148"/>
                <a:ext cx="107" cy="116"/>
              </a:xfrm>
              <a:custGeom>
                <a:avLst/>
                <a:gdLst>
                  <a:gd name="T0" fmla="*/ 0 w 89"/>
                  <a:gd name="T1" fmla="*/ 86 h 96"/>
                  <a:gd name="T2" fmla="*/ 155 w 89"/>
                  <a:gd name="T3" fmla="*/ 86 h 96"/>
                  <a:gd name="T4" fmla="*/ 0 w 89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6">
                    <a:moveTo>
                      <a:pt x="0" y="49"/>
                    </a:moveTo>
                    <a:cubicBezTo>
                      <a:pt x="0" y="49"/>
                      <a:pt x="35" y="0"/>
                      <a:pt x="89" y="49"/>
                    </a:cubicBezTo>
                    <a:cubicBezTo>
                      <a:pt x="89" y="49"/>
                      <a:pt x="49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85" name="Oval 363">
                <a:extLst>
                  <a:ext uri="{FF2B5EF4-FFF2-40B4-BE49-F238E27FC236}">
                    <a16:creationId xmlns:a16="http://schemas.microsoft.com/office/drawing/2014/main" id="{0C24A0BE-0AF9-435C-AAE7-ACD1456A7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86" name="Freeform 364">
                <a:extLst>
                  <a:ext uri="{FF2B5EF4-FFF2-40B4-BE49-F238E27FC236}">
                    <a16:creationId xmlns:a16="http://schemas.microsoft.com/office/drawing/2014/main" id="{A6D1E3CF-3ED0-4321-AC66-E2B6D1CB4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149"/>
                <a:ext cx="135" cy="115"/>
              </a:xfrm>
              <a:custGeom>
                <a:avLst/>
                <a:gdLst>
                  <a:gd name="T0" fmla="*/ 0 w 112"/>
                  <a:gd name="T1" fmla="*/ 85 h 95"/>
                  <a:gd name="T2" fmla="*/ 196 w 112"/>
                  <a:gd name="T3" fmla="*/ 85 h 95"/>
                  <a:gd name="T4" fmla="*/ 0 w 112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95">
                    <a:moveTo>
                      <a:pt x="0" y="48"/>
                    </a:moveTo>
                    <a:cubicBezTo>
                      <a:pt x="0" y="48"/>
                      <a:pt x="57" y="0"/>
                      <a:pt x="112" y="48"/>
                    </a:cubicBezTo>
                    <a:cubicBezTo>
                      <a:pt x="112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87" name="Oval 365">
                <a:extLst>
                  <a:ext uri="{FF2B5EF4-FFF2-40B4-BE49-F238E27FC236}">
                    <a16:creationId xmlns:a16="http://schemas.microsoft.com/office/drawing/2014/main" id="{CEDE542B-C738-42FD-9D32-89AA4B232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88" name="Freeform 366">
                <a:extLst>
                  <a:ext uri="{FF2B5EF4-FFF2-40B4-BE49-F238E27FC236}">
                    <a16:creationId xmlns:a16="http://schemas.microsoft.com/office/drawing/2014/main" id="{466F4C2C-6C6C-4741-AE25-313AF3765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144"/>
                <a:ext cx="101" cy="120"/>
              </a:xfrm>
              <a:custGeom>
                <a:avLst/>
                <a:gdLst>
                  <a:gd name="T0" fmla="*/ 0 w 84"/>
                  <a:gd name="T1" fmla="*/ 92 h 99"/>
                  <a:gd name="T2" fmla="*/ 145 w 84"/>
                  <a:gd name="T3" fmla="*/ 92 h 99"/>
                  <a:gd name="T4" fmla="*/ 0 w 84"/>
                  <a:gd name="T5" fmla="*/ 92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9">
                    <a:moveTo>
                      <a:pt x="0" y="52"/>
                    </a:moveTo>
                    <a:cubicBezTo>
                      <a:pt x="0" y="52"/>
                      <a:pt x="44" y="0"/>
                      <a:pt x="84" y="52"/>
                    </a:cubicBezTo>
                    <a:cubicBezTo>
                      <a:pt x="84" y="52"/>
                      <a:pt x="48" y="99"/>
                      <a:pt x="0" y="52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89" name="Oval 367">
                <a:extLst>
                  <a:ext uri="{FF2B5EF4-FFF2-40B4-BE49-F238E27FC236}">
                    <a16:creationId xmlns:a16="http://schemas.microsoft.com/office/drawing/2014/main" id="{A92A44D1-9C17-40EF-9792-791E82A69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90" name="Freeform 368">
                <a:extLst>
                  <a:ext uri="{FF2B5EF4-FFF2-40B4-BE49-F238E27FC236}">
                    <a16:creationId xmlns:a16="http://schemas.microsoft.com/office/drawing/2014/main" id="{9E06C0D2-A9D3-4A59-B483-EDE94455B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60"/>
                <a:ext cx="129" cy="92"/>
              </a:xfrm>
              <a:custGeom>
                <a:avLst/>
                <a:gdLst>
                  <a:gd name="T0" fmla="*/ 0 w 107"/>
                  <a:gd name="T1" fmla="*/ 69 h 76"/>
                  <a:gd name="T2" fmla="*/ 188 w 107"/>
                  <a:gd name="T3" fmla="*/ 68 h 76"/>
                  <a:gd name="T4" fmla="*/ 0 w 107"/>
                  <a:gd name="T5" fmla="*/ 69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76">
                    <a:moveTo>
                      <a:pt x="0" y="39"/>
                    </a:moveTo>
                    <a:cubicBezTo>
                      <a:pt x="0" y="39"/>
                      <a:pt x="54" y="0"/>
                      <a:pt x="107" y="38"/>
                    </a:cubicBezTo>
                    <a:cubicBezTo>
                      <a:pt x="107" y="38"/>
                      <a:pt x="62" y="76"/>
                      <a:pt x="0" y="3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91" name="Oval 369">
                <a:extLst>
                  <a:ext uri="{FF2B5EF4-FFF2-40B4-BE49-F238E27FC236}">
                    <a16:creationId xmlns:a16="http://schemas.microsoft.com/office/drawing/2014/main" id="{51303C93-9F80-4BB9-B8EF-CF63948E0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6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92" name="Freeform 370">
                <a:extLst>
                  <a:ext uri="{FF2B5EF4-FFF2-40B4-BE49-F238E27FC236}">
                    <a16:creationId xmlns:a16="http://schemas.microsoft.com/office/drawing/2014/main" id="{76191C92-EB2F-479E-9042-470EE3D01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149"/>
                <a:ext cx="132" cy="113"/>
              </a:xfrm>
              <a:custGeom>
                <a:avLst/>
                <a:gdLst>
                  <a:gd name="T0" fmla="*/ 0 w 109"/>
                  <a:gd name="T1" fmla="*/ 83 h 94"/>
                  <a:gd name="T2" fmla="*/ 194 w 109"/>
                  <a:gd name="T3" fmla="*/ 84 h 94"/>
                  <a:gd name="T4" fmla="*/ 0 w 109"/>
                  <a:gd name="T5" fmla="*/ 83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94">
                    <a:moveTo>
                      <a:pt x="0" y="47"/>
                    </a:moveTo>
                    <a:cubicBezTo>
                      <a:pt x="0" y="47"/>
                      <a:pt x="55" y="0"/>
                      <a:pt x="109" y="48"/>
                    </a:cubicBezTo>
                    <a:cubicBezTo>
                      <a:pt x="109" y="48"/>
                      <a:pt x="48" y="94"/>
                      <a:pt x="0" y="4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93" name="Oval 371">
                <a:extLst>
                  <a:ext uri="{FF2B5EF4-FFF2-40B4-BE49-F238E27FC236}">
                    <a16:creationId xmlns:a16="http://schemas.microsoft.com/office/drawing/2014/main" id="{83DF2D16-53AB-4C77-BBE2-895886CF6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94" name="Freeform 372">
                <a:extLst>
                  <a:ext uri="{FF2B5EF4-FFF2-40B4-BE49-F238E27FC236}">
                    <a16:creationId xmlns:a16="http://schemas.microsoft.com/office/drawing/2014/main" id="{3A1FF686-0A6F-4086-AA63-324339BEF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150"/>
                <a:ext cx="104" cy="114"/>
              </a:xfrm>
              <a:custGeom>
                <a:avLst/>
                <a:gdLst>
                  <a:gd name="T0" fmla="*/ 0 w 87"/>
                  <a:gd name="T1" fmla="*/ 84 h 94"/>
                  <a:gd name="T2" fmla="*/ 148 w 87"/>
                  <a:gd name="T3" fmla="*/ 84 h 94"/>
                  <a:gd name="T4" fmla="*/ 0 w 87"/>
                  <a:gd name="T5" fmla="*/ 84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94">
                    <a:moveTo>
                      <a:pt x="0" y="47"/>
                    </a:moveTo>
                    <a:cubicBezTo>
                      <a:pt x="0" y="47"/>
                      <a:pt x="41" y="0"/>
                      <a:pt x="87" y="47"/>
                    </a:cubicBezTo>
                    <a:cubicBezTo>
                      <a:pt x="87" y="47"/>
                      <a:pt x="49" y="94"/>
                      <a:pt x="0" y="4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95" name="Oval 373">
                <a:extLst>
                  <a:ext uri="{FF2B5EF4-FFF2-40B4-BE49-F238E27FC236}">
                    <a16:creationId xmlns:a16="http://schemas.microsoft.com/office/drawing/2014/main" id="{220E91EC-76A1-46D3-9289-3C367C22D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96" name="Freeform 374">
                <a:extLst>
                  <a:ext uri="{FF2B5EF4-FFF2-40B4-BE49-F238E27FC236}">
                    <a16:creationId xmlns:a16="http://schemas.microsoft.com/office/drawing/2014/main" id="{D30EC8D1-0601-4338-BCF3-2F75B97D5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149"/>
                <a:ext cx="138" cy="115"/>
              </a:xfrm>
              <a:custGeom>
                <a:avLst/>
                <a:gdLst>
                  <a:gd name="T0" fmla="*/ 0 w 114"/>
                  <a:gd name="T1" fmla="*/ 85 h 95"/>
                  <a:gd name="T2" fmla="*/ 202 w 114"/>
                  <a:gd name="T3" fmla="*/ 85 h 95"/>
                  <a:gd name="T4" fmla="*/ 0 w 114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95">
                    <a:moveTo>
                      <a:pt x="0" y="48"/>
                    </a:moveTo>
                    <a:cubicBezTo>
                      <a:pt x="0" y="48"/>
                      <a:pt x="60" y="0"/>
                      <a:pt x="114" y="48"/>
                    </a:cubicBezTo>
                    <a:cubicBezTo>
                      <a:pt x="114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97" name="Oval 375">
                <a:extLst>
                  <a:ext uri="{FF2B5EF4-FFF2-40B4-BE49-F238E27FC236}">
                    <a16:creationId xmlns:a16="http://schemas.microsoft.com/office/drawing/2014/main" id="{2FB7D3E8-D03A-4A99-9B7E-9AD7346BE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898" name="Freeform 376">
                <a:extLst>
                  <a:ext uri="{FF2B5EF4-FFF2-40B4-BE49-F238E27FC236}">
                    <a16:creationId xmlns:a16="http://schemas.microsoft.com/office/drawing/2014/main" id="{64E208E2-7EDF-47E8-8B7F-43FB5125E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710"/>
                <a:ext cx="152" cy="117"/>
              </a:xfrm>
              <a:custGeom>
                <a:avLst/>
                <a:gdLst>
                  <a:gd name="T0" fmla="*/ 0 w 126"/>
                  <a:gd name="T1" fmla="*/ 93 h 97"/>
                  <a:gd name="T2" fmla="*/ 221 w 126"/>
                  <a:gd name="T3" fmla="*/ 78 h 97"/>
                  <a:gd name="T4" fmla="*/ 0 w 126"/>
                  <a:gd name="T5" fmla="*/ 93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97">
                    <a:moveTo>
                      <a:pt x="0" y="53"/>
                    </a:moveTo>
                    <a:cubicBezTo>
                      <a:pt x="0" y="53"/>
                      <a:pt x="69" y="0"/>
                      <a:pt x="126" y="45"/>
                    </a:cubicBezTo>
                    <a:cubicBezTo>
                      <a:pt x="126" y="45"/>
                      <a:pt x="51" y="97"/>
                      <a:pt x="0" y="53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99" name="Freeform 377">
                <a:extLst>
                  <a:ext uri="{FF2B5EF4-FFF2-40B4-BE49-F238E27FC236}">
                    <a16:creationId xmlns:a16="http://schemas.microsoft.com/office/drawing/2014/main" id="{AAF70498-79A5-4F34-AD57-602D036E6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1762"/>
                <a:ext cx="35" cy="18"/>
              </a:xfrm>
              <a:custGeom>
                <a:avLst/>
                <a:gdLst>
                  <a:gd name="T0" fmla="*/ 51 w 29"/>
                  <a:gd name="T1" fmla="*/ 12 h 15"/>
                  <a:gd name="T2" fmla="*/ 27 w 29"/>
                  <a:gd name="T3" fmla="*/ 26 h 15"/>
                  <a:gd name="T4" fmla="*/ 0 w 29"/>
                  <a:gd name="T5" fmla="*/ 14 h 15"/>
                  <a:gd name="T6" fmla="*/ 25 w 29"/>
                  <a:gd name="T7" fmla="*/ 0 h 15"/>
                  <a:gd name="T8" fmla="*/ 51 w 29"/>
                  <a:gd name="T9" fmla="*/ 1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5">
                    <a:moveTo>
                      <a:pt x="29" y="7"/>
                    </a:moveTo>
                    <a:cubicBezTo>
                      <a:pt x="29" y="11"/>
                      <a:pt x="23" y="14"/>
                      <a:pt x="15" y="15"/>
                    </a:cubicBezTo>
                    <a:cubicBezTo>
                      <a:pt x="7" y="15"/>
                      <a:pt x="0" y="12"/>
                      <a:pt x="0" y="8"/>
                    </a:cubicBezTo>
                    <a:cubicBezTo>
                      <a:pt x="0" y="4"/>
                      <a:pt x="6" y="1"/>
                      <a:pt x="14" y="0"/>
                    </a:cubicBezTo>
                    <a:cubicBezTo>
                      <a:pt x="22" y="0"/>
                      <a:pt x="28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00" name="Freeform 378">
                <a:extLst>
                  <a:ext uri="{FF2B5EF4-FFF2-40B4-BE49-F238E27FC236}">
                    <a16:creationId xmlns:a16="http://schemas.microsoft.com/office/drawing/2014/main" id="{F7CE9684-C315-433A-BB83-B30C32215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705"/>
                <a:ext cx="89" cy="119"/>
              </a:xfrm>
              <a:custGeom>
                <a:avLst/>
                <a:gdLst>
                  <a:gd name="T0" fmla="*/ 0 w 74"/>
                  <a:gd name="T1" fmla="*/ 90 h 98"/>
                  <a:gd name="T2" fmla="*/ 129 w 74"/>
                  <a:gd name="T3" fmla="*/ 81 h 98"/>
                  <a:gd name="T4" fmla="*/ 0 w 74"/>
                  <a:gd name="T5" fmla="*/ 9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98">
                    <a:moveTo>
                      <a:pt x="0" y="50"/>
                    </a:moveTo>
                    <a:cubicBezTo>
                      <a:pt x="0" y="50"/>
                      <a:pt x="25" y="0"/>
                      <a:pt x="74" y="45"/>
                    </a:cubicBezTo>
                    <a:cubicBezTo>
                      <a:pt x="74" y="45"/>
                      <a:pt x="33" y="98"/>
                      <a:pt x="0" y="50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01" name="Freeform 379">
                <a:extLst>
                  <a:ext uri="{FF2B5EF4-FFF2-40B4-BE49-F238E27FC236}">
                    <a16:creationId xmlns:a16="http://schemas.microsoft.com/office/drawing/2014/main" id="{DA4D5902-F06A-408A-A232-84702B0B4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754"/>
                <a:ext cx="35" cy="19"/>
              </a:xfrm>
              <a:custGeom>
                <a:avLst/>
                <a:gdLst>
                  <a:gd name="T0" fmla="*/ 51 w 29"/>
                  <a:gd name="T1" fmla="*/ 12 h 16"/>
                  <a:gd name="T2" fmla="*/ 27 w 29"/>
                  <a:gd name="T3" fmla="*/ 25 h 16"/>
                  <a:gd name="T4" fmla="*/ 0 w 29"/>
                  <a:gd name="T5" fmla="*/ 15 h 16"/>
                  <a:gd name="T6" fmla="*/ 25 w 29"/>
                  <a:gd name="T7" fmla="*/ 1 h 16"/>
                  <a:gd name="T8" fmla="*/ 51 w 29"/>
                  <a:gd name="T9" fmla="*/ 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29" y="7"/>
                    </a:moveTo>
                    <a:cubicBezTo>
                      <a:pt x="29" y="11"/>
                      <a:pt x="23" y="15"/>
                      <a:pt x="15" y="15"/>
                    </a:cubicBezTo>
                    <a:cubicBezTo>
                      <a:pt x="7" y="16"/>
                      <a:pt x="0" y="13"/>
                      <a:pt x="0" y="9"/>
                    </a:cubicBezTo>
                    <a:cubicBezTo>
                      <a:pt x="0" y="5"/>
                      <a:pt x="6" y="1"/>
                      <a:pt x="14" y="1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02" name="Freeform 380">
                <a:extLst>
                  <a:ext uri="{FF2B5EF4-FFF2-40B4-BE49-F238E27FC236}">
                    <a16:creationId xmlns:a16="http://schemas.microsoft.com/office/drawing/2014/main" id="{066FD557-6ECC-48B8-9E32-6DB875641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706"/>
                <a:ext cx="120" cy="95"/>
              </a:xfrm>
              <a:custGeom>
                <a:avLst/>
                <a:gdLst>
                  <a:gd name="T0" fmla="*/ 0 w 100"/>
                  <a:gd name="T1" fmla="*/ 77 h 78"/>
                  <a:gd name="T2" fmla="*/ 173 w 100"/>
                  <a:gd name="T3" fmla="*/ 67 h 78"/>
                  <a:gd name="T4" fmla="*/ 0 w 100"/>
                  <a:gd name="T5" fmla="*/ 77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78">
                    <a:moveTo>
                      <a:pt x="0" y="43"/>
                    </a:moveTo>
                    <a:cubicBezTo>
                      <a:pt x="0" y="43"/>
                      <a:pt x="48" y="0"/>
                      <a:pt x="100" y="37"/>
                    </a:cubicBezTo>
                    <a:cubicBezTo>
                      <a:pt x="100" y="37"/>
                      <a:pt x="46" y="78"/>
                      <a:pt x="0" y="43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03" name="Freeform 381">
                <a:extLst>
                  <a:ext uri="{FF2B5EF4-FFF2-40B4-BE49-F238E27FC236}">
                    <a16:creationId xmlns:a16="http://schemas.microsoft.com/office/drawing/2014/main" id="{A4D87532-9002-45E1-9171-BBB23155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746"/>
                <a:ext cx="36" cy="20"/>
              </a:xfrm>
              <a:custGeom>
                <a:avLst/>
                <a:gdLst>
                  <a:gd name="T0" fmla="*/ 50 w 30"/>
                  <a:gd name="T1" fmla="*/ 14 h 16"/>
                  <a:gd name="T2" fmla="*/ 26 w 30"/>
                  <a:gd name="T3" fmla="*/ 30 h 16"/>
                  <a:gd name="T4" fmla="*/ 0 w 30"/>
                  <a:gd name="T5" fmla="*/ 18 h 16"/>
                  <a:gd name="T6" fmla="*/ 24 w 30"/>
                  <a:gd name="T7" fmla="*/ 0 h 16"/>
                  <a:gd name="T8" fmla="*/ 50 w 30"/>
                  <a:gd name="T9" fmla="*/ 1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29" y="7"/>
                    </a:moveTo>
                    <a:cubicBezTo>
                      <a:pt x="30" y="11"/>
                      <a:pt x="23" y="15"/>
                      <a:pt x="15" y="15"/>
                    </a:cubicBezTo>
                    <a:cubicBezTo>
                      <a:pt x="7" y="16"/>
                      <a:pt x="1" y="13"/>
                      <a:pt x="0" y="9"/>
                    </a:cubicBezTo>
                    <a:cubicBezTo>
                      <a:pt x="0" y="5"/>
                      <a:pt x="6" y="1"/>
                      <a:pt x="14" y="0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04" name="Freeform 382">
                <a:extLst>
                  <a:ext uri="{FF2B5EF4-FFF2-40B4-BE49-F238E27FC236}">
                    <a16:creationId xmlns:a16="http://schemas.microsoft.com/office/drawing/2014/main" id="{C31F3987-385B-49B0-BAF3-6B77EE840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683"/>
                <a:ext cx="102" cy="118"/>
              </a:xfrm>
              <a:custGeom>
                <a:avLst/>
                <a:gdLst>
                  <a:gd name="T0" fmla="*/ 0 w 85"/>
                  <a:gd name="T1" fmla="*/ 100 h 97"/>
                  <a:gd name="T2" fmla="*/ 146 w 85"/>
                  <a:gd name="T3" fmla="*/ 84 h 97"/>
                  <a:gd name="T4" fmla="*/ 0 w 85"/>
                  <a:gd name="T5" fmla="*/ 100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97">
                    <a:moveTo>
                      <a:pt x="0" y="55"/>
                    </a:moveTo>
                    <a:cubicBezTo>
                      <a:pt x="0" y="55"/>
                      <a:pt x="32" y="0"/>
                      <a:pt x="85" y="47"/>
                    </a:cubicBezTo>
                    <a:cubicBezTo>
                      <a:pt x="85" y="47"/>
                      <a:pt x="54" y="97"/>
                      <a:pt x="0" y="55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05" name="Freeform 383">
                <a:extLst>
                  <a:ext uri="{FF2B5EF4-FFF2-40B4-BE49-F238E27FC236}">
                    <a16:creationId xmlns:a16="http://schemas.microsoft.com/office/drawing/2014/main" id="{C6616395-1B30-4B81-8908-44A2E28A3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734"/>
                <a:ext cx="36" cy="21"/>
              </a:xfrm>
              <a:custGeom>
                <a:avLst/>
                <a:gdLst>
                  <a:gd name="T0" fmla="*/ 50 w 30"/>
                  <a:gd name="T1" fmla="*/ 14 h 17"/>
                  <a:gd name="T2" fmla="*/ 28 w 30"/>
                  <a:gd name="T3" fmla="*/ 31 h 17"/>
                  <a:gd name="T4" fmla="*/ 0 w 30"/>
                  <a:gd name="T5" fmla="*/ 19 h 17"/>
                  <a:gd name="T6" fmla="*/ 24 w 30"/>
                  <a:gd name="T7" fmla="*/ 1 h 17"/>
                  <a:gd name="T8" fmla="*/ 50 w 30"/>
                  <a:gd name="T9" fmla="*/ 1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29" y="7"/>
                    </a:moveTo>
                    <a:cubicBezTo>
                      <a:pt x="30" y="11"/>
                      <a:pt x="24" y="15"/>
                      <a:pt x="16" y="16"/>
                    </a:cubicBezTo>
                    <a:cubicBezTo>
                      <a:pt x="8" y="17"/>
                      <a:pt x="1" y="14"/>
                      <a:pt x="0" y="10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06" name="Freeform 384">
                <a:extLst>
                  <a:ext uri="{FF2B5EF4-FFF2-40B4-BE49-F238E27FC236}">
                    <a16:creationId xmlns:a16="http://schemas.microsoft.com/office/drawing/2014/main" id="{F12ECDD2-7958-489E-BF5A-717E069E8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686"/>
                <a:ext cx="139" cy="105"/>
              </a:xfrm>
              <a:custGeom>
                <a:avLst/>
                <a:gdLst>
                  <a:gd name="T0" fmla="*/ 0 w 115"/>
                  <a:gd name="T1" fmla="*/ 78 h 87"/>
                  <a:gd name="T2" fmla="*/ 203 w 115"/>
                  <a:gd name="T3" fmla="*/ 58 h 87"/>
                  <a:gd name="T4" fmla="*/ 0 w 115"/>
                  <a:gd name="T5" fmla="*/ 78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87">
                    <a:moveTo>
                      <a:pt x="0" y="45"/>
                    </a:moveTo>
                    <a:cubicBezTo>
                      <a:pt x="0" y="45"/>
                      <a:pt x="64" y="0"/>
                      <a:pt x="115" y="33"/>
                    </a:cubicBezTo>
                    <a:cubicBezTo>
                      <a:pt x="115" y="33"/>
                      <a:pt x="53" y="87"/>
                      <a:pt x="0" y="45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07" name="Freeform 385">
                <a:extLst>
                  <a:ext uri="{FF2B5EF4-FFF2-40B4-BE49-F238E27FC236}">
                    <a16:creationId xmlns:a16="http://schemas.microsoft.com/office/drawing/2014/main" id="{7E8FCF72-EC0D-4A10-A925-FD6CFEFEC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722"/>
                <a:ext cx="37" cy="20"/>
              </a:xfrm>
              <a:custGeom>
                <a:avLst/>
                <a:gdLst>
                  <a:gd name="T0" fmla="*/ 54 w 30"/>
                  <a:gd name="T1" fmla="*/ 14 h 16"/>
                  <a:gd name="T2" fmla="*/ 31 w 30"/>
                  <a:gd name="T3" fmla="*/ 31 h 16"/>
                  <a:gd name="T4" fmla="*/ 0 w 30"/>
                  <a:gd name="T5" fmla="*/ 20 h 16"/>
                  <a:gd name="T6" fmla="*/ 26 w 30"/>
                  <a:gd name="T7" fmla="*/ 1 h 16"/>
                  <a:gd name="T8" fmla="*/ 54 w 30"/>
                  <a:gd name="T9" fmla="*/ 1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29" y="7"/>
                    </a:moveTo>
                    <a:cubicBezTo>
                      <a:pt x="30" y="11"/>
                      <a:pt x="24" y="15"/>
                      <a:pt x="16" y="16"/>
                    </a:cubicBezTo>
                    <a:cubicBezTo>
                      <a:pt x="8" y="16"/>
                      <a:pt x="1" y="14"/>
                      <a:pt x="0" y="10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08" name="Freeform 386">
                <a:extLst>
                  <a:ext uri="{FF2B5EF4-FFF2-40B4-BE49-F238E27FC236}">
                    <a16:creationId xmlns:a16="http://schemas.microsoft.com/office/drawing/2014/main" id="{5A688060-23B3-4945-BA9C-0D030360E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662"/>
                <a:ext cx="107" cy="112"/>
              </a:xfrm>
              <a:custGeom>
                <a:avLst/>
                <a:gdLst>
                  <a:gd name="T0" fmla="*/ 0 w 89"/>
                  <a:gd name="T1" fmla="*/ 93 h 93"/>
                  <a:gd name="T2" fmla="*/ 155 w 89"/>
                  <a:gd name="T3" fmla="*/ 70 h 93"/>
                  <a:gd name="T4" fmla="*/ 0 w 89"/>
                  <a:gd name="T5" fmla="*/ 93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3">
                    <a:moveTo>
                      <a:pt x="0" y="53"/>
                    </a:moveTo>
                    <a:cubicBezTo>
                      <a:pt x="0" y="53"/>
                      <a:pt x="28" y="0"/>
                      <a:pt x="89" y="40"/>
                    </a:cubicBezTo>
                    <a:cubicBezTo>
                      <a:pt x="89" y="40"/>
                      <a:pt x="55" y="93"/>
                      <a:pt x="0" y="53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09" name="Freeform 387">
                <a:extLst>
                  <a:ext uri="{FF2B5EF4-FFF2-40B4-BE49-F238E27FC236}">
                    <a16:creationId xmlns:a16="http://schemas.microsoft.com/office/drawing/2014/main" id="{61A0E49E-3BE6-4C60-9F86-156FDD528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708"/>
                <a:ext cx="36" cy="20"/>
              </a:xfrm>
              <a:custGeom>
                <a:avLst/>
                <a:gdLst>
                  <a:gd name="T0" fmla="*/ 50 w 30"/>
                  <a:gd name="T1" fmla="*/ 9 h 17"/>
                  <a:gd name="T2" fmla="*/ 28 w 30"/>
                  <a:gd name="T3" fmla="*/ 26 h 17"/>
                  <a:gd name="T4" fmla="*/ 1 w 30"/>
                  <a:gd name="T5" fmla="*/ 16 h 17"/>
                  <a:gd name="T6" fmla="*/ 24 w 30"/>
                  <a:gd name="T7" fmla="*/ 1 h 17"/>
                  <a:gd name="T8" fmla="*/ 50 w 30"/>
                  <a:gd name="T9" fmla="*/ 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29" y="6"/>
                    </a:moveTo>
                    <a:cubicBezTo>
                      <a:pt x="30" y="10"/>
                      <a:pt x="24" y="14"/>
                      <a:pt x="16" y="16"/>
                    </a:cubicBezTo>
                    <a:cubicBezTo>
                      <a:pt x="8" y="17"/>
                      <a:pt x="1" y="14"/>
                      <a:pt x="1" y="10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2" y="0"/>
                      <a:pt x="29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10" name="Freeform 388">
                <a:extLst>
                  <a:ext uri="{FF2B5EF4-FFF2-40B4-BE49-F238E27FC236}">
                    <a16:creationId xmlns:a16="http://schemas.microsoft.com/office/drawing/2014/main" id="{4584DEF3-689C-4D77-A017-C8B9D5784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36"/>
                <a:ext cx="130" cy="112"/>
              </a:xfrm>
              <a:custGeom>
                <a:avLst/>
                <a:gdLst>
                  <a:gd name="T0" fmla="*/ 0 w 108"/>
                  <a:gd name="T1" fmla="*/ 110 h 92"/>
                  <a:gd name="T2" fmla="*/ 188 w 108"/>
                  <a:gd name="T3" fmla="*/ 56 h 92"/>
                  <a:gd name="T4" fmla="*/ 0 w 108"/>
                  <a:gd name="T5" fmla="*/ 11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92">
                    <a:moveTo>
                      <a:pt x="0" y="61"/>
                    </a:moveTo>
                    <a:cubicBezTo>
                      <a:pt x="0" y="61"/>
                      <a:pt x="42" y="0"/>
                      <a:pt x="108" y="31"/>
                    </a:cubicBezTo>
                    <a:cubicBezTo>
                      <a:pt x="108" y="31"/>
                      <a:pt x="60" y="92"/>
                      <a:pt x="0" y="61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11" name="Freeform 389">
                <a:extLst>
                  <a:ext uri="{FF2B5EF4-FFF2-40B4-BE49-F238E27FC236}">
                    <a16:creationId xmlns:a16="http://schemas.microsoft.com/office/drawing/2014/main" id="{39DAEEE1-134E-4809-BD13-6C6D315B6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81"/>
                <a:ext cx="36" cy="22"/>
              </a:xfrm>
              <a:custGeom>
                <a:avLst/>
                <a:gdLst>
                  <a:gd name="T0" fmla="*/ 50 w 30"/>
                  <a:gd name="T1" fmla="*/ 9 h 18"/>
                  <a:gd name="T2" fmla="*/ 31 w 30"/>
                  <a:gd name="T3" fmla="*/ 29 h 18"/>
                  <a:gd name="T4" fmla="*/ 2 w 30"/>
                  <a:gd name="T5" fmla="*/ 24 h 18"/>
                  <a:gd name="T6" fmla="*/ 23 w 30"/>
                  <a:gd name="T7" fmla="*/ 2 h 18"/>
                  <a:gd name="T8" fmla="*/ 50 w 30"/>
                  <a:gd name="T9" fmla="*/ 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29" y="5"/>
                    </a:moveTo>
                    <a:cubicBezTo>
                      <a:pt x="30" y="9"/>
                      <a:pt x="25" y="14"/>
                      <a:pt x="18" y="16"/>
                    </a:cubicBezTo>
                    <a:cubicBezTo>
                      <a:pt x="10" y="18"/>
                      <a:pt x="3" y="17"/>
                      <a:pt x="2" y="13"/>
                    </a:cubicBezTo>
                    <a:cubicBezTo>
                      <a:pt x="0" y="9"/>
                      <a:pt x="6" y="4"/>
                      <a:pt x="13" y="2"/>
                    </a:cubicBezTo>
                    <a:cubicBezTo>
                      <a:pt x="21" y="0"/>
                      <a:pt x="28" y="1"/>
                      <a:pt x="29" y="5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12" name="Freeform 390">
                <a:extLst>
                  <a:ext uri="{FF2B5EF4-FFF2-40B4-BE49-F238E27FC236}">
                    <a16:creationId xmlns:a16="http://schemas.microsoft.com/office/drawing/2014/main" id="{2D40D1E7-2DA9-4FF3-AAAD-4098D5950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10"/>
                <a:ext cx="120" cy="113"/>
              </a:xfrm>
              <a:custGeom>
                <a:avLst/>
                <a:gdLst>
                  <a:gd name="T0" fmla="*/ 0 w 99"/>
                  <a:gd name="T1" fmla="*/ 94 h 94"/>
                  <a:gd name="T2" fmla="*/ 176 w 99"/>
                  <a:gd name="T3" fmla="*/ 70 h 94"/>
                  <a:gd name="T4" fmla="*/ 0 w 99"/>
                  <a:gd name="T5" fmla="*/ 94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94">
                    <a:moveTo>
                      <a:pt x="0" y="54"/>
                    </a:moveTo>
                    <a:cubicBezTo>
                      <a:pt x="0" y="54"/>
                      <a:pt x="39" y="0"/>
                      <a:pt x="99" y="40"/>
                    </a:cubicBezTo>
                    <a:cubicBezTo>
                      <a:pt x="99" y="40"/>
                      <a:pt x="55" y="94"/>
                      <a:pt x="0" y="54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13" name="Freeform 391">
                <a:extLst>
                  <a:ext uri="{FF2B5EF4-FFF2-40B4-BE49-F238E27FC236}">
                    <a16:creationId xmlns:a16="http://schemas.microsoft.com/office/drawing/2014/main" id="{DFDD5CEA-D525-4ADE-90F4-0B9BD82C4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657"/>
                <a:ext cx="36" cy="20"/>
              </a:xfrm>
              <a:custGeom>
                <a:avLst/>
                <a:gdLst>
                  <a:gd name="T0" fmla="*/ 52 w 30"/>
                  <a:gd name="T1" fmla="*/ 9 h 17"/>
                  <a:gd name="T2" fmla="*/ 28 w 30"/>
                  <a:gd name="T3" fmla="*/ 26 h 17"/>
                  <a:gd name="T4" fmla="*/ 1 w 30"/>
                  <a:gd name="T5" fmla="*/ 16 h 17"/>
                  <a:gd name="T6" fmla="*/ 24 w 30"/>
                  <a:gd name="T7" fmla="*/ 1 h 17"/>
                  <a:gd name="T8" fmla="*/ 52 w 30"/>
                  <a:gd name="T9" fmla="*/ 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30" y="6"/>
                    </a:moveTo>
                    <a:cubicBezTo>
                      <a:pt x="30" y="10"/>
                      <a:pt x="24" y="15"/>
                      <a:pt x="16" y="16"/>
                    </a:cubicBezTo>
                    <a:cubicBezTo>
                      <a:pt x="8" y="17"/>
                      <a:pt x="1" y="14"/>
                      <a:pt x="1" y="10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2" y="0"/>
                      <a:pt x="29" y="2"/>
                      <a:pt x="30" y="6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14" name="Freeform 392">
                <a:extLst>
                  <a:ext uri="{FF2B5EF4-FFF2-40B4-BE49-F238E27FC236}">
                    <a16:creationId xmlns:a16="http://schemas.microsoft.com/office/drawing/2014/main" id="{6A766D0D-FD3A-4D7E-B91A-E33508327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588"/>
                <a:ext cx="75" cy="72"/>
              </a:xfrm>
              <a:custGeom>
                <a:avLst/>
                <a:gdLst>
                  <a:gd name="T0" fmla="*/ 0 w 63"/>
                  <a:gd name="T1" fmla="*/ 101 h 60"/>
                  <a:gd name="T2" fmla="*/ 106 w 63"/>
                  <a:gd name="T3" fmla="*/ 6 h 60"/>
                  <a:gd name="T4" fmla="*/ 0 w 63"/>
                  <a:gd name="T5" fmla="*/ 101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60">
                    <a:moveTo>
                      <a:pt x="0" y="58"/>
                    </a:moveTo>
                    <a:cubicBezTo>
                      <a:pt x="0" y="58"/>
                      <a:pt x="8" y="0"/>
                      <a:pt x="63" y="3"/>
                    </a:cubicBezTo>
                    <a:cubicBezTo>
                      <a:pt x="63" y="3"/>
                      <a:pt x="54" y="60"/>
                      <a:pt x="0" y="58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15" name="Freeform 393">
                <a:extLst>
                  <a:ext uri="{FF2B5EF4-FFF2-40B4-BE49-F238E27FC236}">
                    <a16:creationId xmlns:a16="http://schemas.microsoft.com/office/drawing/2014/main" id="{2335A1D7-0D39-4580-9F3D-CBFDA6133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612"/>
                <a:ext cx="28" cy="25"/>
              </a:xfrm>
              <a:custGeom>
                <a:avLst/>
                <a:gdLst>
                  <a:gd name="T0" fmla="*/ 35 w 23"/>
                  <a:gd name="T1" fmla="*/ 2 h 21"/>
                  <a:gd name="T2" fmla="*/ 27 w 23"/>
                  <a:gd name="T3" fmla="*/ 25 h 21"/>
                  <a:gd name="T4" fmla="*/ 2 w 23"/>
                  <a:gd name="T5" fmla="*/ 30 h 21"/>
                  <a:gd name="T6" fmla="*/ 13 w 23"/>
                  <a:gd name="T7" fmla="*/ 10 h 21"/>
                  <a:gd name="T8" fmla="*/ 35 w 23"/>
                  <a:gd name="T9" fmla="*/ 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1">
                    <a:moveTo>
                      <a:pt x="20" y="2"/>
                    </a:moveTo>
                    <a:cubicBezTo>
                      <a:pt x="23" y="5"/>
                      <a:pt x="20" y="11"/>
                      <a:pt x="15" y="15"/>
                    </a:cubicBezTo>
                    <a:cubicBezTo>
                      <a:pt x="10" y="20"/>
                      <a:pt x="4" y="21"/>
                      <a:pt x="2" y="18"/>
                    </a:cubicBezTo>
                    <a:cubicBezTo>
                      <a:pt x="0" y="16"/>
                      <a:pt x="2" y="10"/>
                      <a:pt x="7" y="6"/>
                    </a:cubicBezTo>
                    <a:cubicBezTo>
                      <a:pt x="12" y="1"/>
                      <a:pt x="18" y="0"/>
                      <a:pt x="20" y="2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16" name="Freeform 394">
                <a:extLst>
                  <a:ext uri="{FF2B5EF4-FFF2-40B4-BE49-F238E27FC236}">
                    <a16:creationId xmlns:a16="http://schemas.microsoft.com/office/drawing/2014/main" id="{282EE30E-45BA-4B81-A104-DAFDAB2E9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21"/>
                <a:ext cx="89" cy="71"/>
              </a:xfrm>
              <a:custGeom>
                <a:avLst/>
                <a:gdLst>
                  <a:gd name="T0" fmla="*/ 55 w 74"/>
                  <a:gd name="T1" fmla="*/ 106 h 58"/>
                  <a:gd name="T2" fmla="*/ 79 w 74"/>
                  <a:gd name="T3" fmla="*/ 0 h 58"/>
                  <a:gd name="T4" fmla="*/ 55 w 74"/>
                  <a:gd name="T5" fmla="*/ 106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58">
                    <a:moveTo>
                      <a:pt x="32" y="58"/>
                    </a:moveTo>
                    <a:cubicBezTo>
                      <a:pt x="32" y="58"/>
                      <a:pt x="0" y="23"/>
                      <a:pt x="46" y="0"/>
                    </a:cubicBezTo>
                    <a:cubicBezTo>
                      <a:pt x="46" y="0"/>
                      <a:pt x="74" y="26"/>
                      <a:pt x="32" y="58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17" name="Freeform 395">
                <a:extLst>
                  <a:ext uri="{FF2B5EF4-FFF2-40B4-BE49-F238E27FC236}">
                    <a16:creationId xmlns:a16="http://schemas.microsoft.com/office/drawing/2014/main" id="{9D1C3AFC-90DF-47B3-9F65-BA88F163C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1536"/>
                <a:ext cx="16" cy="26"/>
              </a:xfrm>
              <a:custGeom>
                <a:avLst/>
                <a:gdLst>
                  <a:gd name="T0" fmla="*/ 17 w 13"/>
                  <a:gd name="T1" fmla="*/ 0 h 22"/>
                  <a:gd name="T2" fmla="*/ 22 w 13"/>
                  <a:gd name="T3" fmla="*/ 20 h 22"/>
                  <a:gd name="T4" fmla="*/ 9 w 13"/>
                  <a:gd name="T5" fmla="*/ 37 h 22"/>
                  <a:gd name="T6" fmla="*/ 1 w 13"/>
                  <a:gd name="T7" fmla="*/ 17 h 22"/>
                  <a:gd name="T8" fmla="*/ 17 w 13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9" y="0"/>
                    </a:moveTo>
                    <a:cubicBezTo>
                      <a:pt x="12" y="1"/>
                      <a:pt x="13" y="6"/>
                      <a:pt x="12" y="12"/>
                    </a:cubicBezTo>
                    <a:cubicBezTo>
                      <a:pt x="11" y="18"/>
                      <a:pt x="8" y="22"/>
                      <a:pt x="5" y="22"/>
                    </a:cubicBezTo>
                    <a:cubicBezTo>
                      <a:pt x="2" y="21"/>
                      <a:pt x="0" y="16"/>
                      <a:pt x="1" y="10"/>
                    </a:cubicBezTo>
                    <a:cubicBezTo>
                      <a:pt x="2" y="4"/>
                      <a:pt x="6" y="0"/>
                      <a:pt x="9" y="0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18" name="Freeform 396">
                <a:extLst>
                  <a:ext uri="{FF2B5EF4-FFF2-40B4-BE49-F238E27FC236}">
                    <a16:creationId xmlns:a16="http://schemas.microsoft.com/office/drawing/2014/main" id="{64831775-3CAA-4100-BAE1-B324BA77D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1410"/>
                <a:ext cx="78" cy="111"/>
              </a:xfrm>
              <a:custGeom>
                <a:avLst/>
                <a:gdLst>
                  <a:gd name="T0" fmla="*/ 53 w 65"/>
                  <a:gd name="T1" fmla="*/ 162 h 92"/>
                  <a:gd name="T2" fmla="*/ 46 w 65"/>
                  <a:gd name="T3" fmla="*/ 0 h 92"/>
                  <a:gd name="T4" fmla="*/ 53 w 65"/>
                  <a:gd name="T5" fmla="*/ 162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92">
                    <a:moveTo>
                      <a:pt x="31" y="92"/>
                    </a:moveTo>
                    <a:cubicBezTo>
                      <a:pt x="31" y="92"/>
                      <a:pt x="0" y="37"/>
                      <a:pt x="27" y="0"/>
                    </a:cubicBezTo>
                    <a:cubicBezTo>
                      <a:pt x="27" y="0"/>
                      <a:pt x="65" y="51"/>
                      <a:pt x="31" y="92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19" name="Freeform 397">
                <a:extLst>
                  <a:ext uri="{FF2B5EF4-FFF2-40B4-BE49-F238E27FC236}">
                    <a16:creationId xmlns:a16="http://schemas.microsoft.com/office/drawing/2014/main" id="{306112BD-1527-461F-AF04-426F8F7DA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442"/>
                <a:ext cx="15" cy="26"/>
              </a:xfrm>
              <a:custGeom>
                <a:avLst/>
                <a:gdLst>
                  <a:gd name="T0" fmla="*/ 10 w 12"/>
                  <a:gd name="T1" fmla="*/ 0 h 22"/>
                  <a:gd name="T2" fmla="*/ 24 w 12"/>
                  <a:gd name="T3" fmla="*/ 18 h 22"/>
                  <a:gd name="T4" fmla="*/ 14 w 12"/>
                  <a:gd name="T5" fmla="*/ 37 h 22"/>
                  <a:gd name="T6" fmla="*/ 1 w 12"/>
                  <a:gd name="T7" fmla="*/ 18 h 22"/>
                  <a:gd name="T8" fmla="*/ 10 w 12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2">
                    <a:moveTo>
                      <a:pt x="5" y="0"/>
                    </a:moveTo>
                    <a:cubicBezTo>
                      <a:pt x="8" y="0"/>
                      <a:pt x="11" y="5"/>
                      <a:pt x="12" y="11"/>
                    </a:cubicBezTo>
                    <a:cubicBezTo>
                      <a:pt x="12" y="17"/>
                      <a:pt x="10" y="21"/>
                      <a:pt x="7" y="22"/>
                    </a:cubicBezTo>
                    <a:cubicBezTo>
                      <a:pt x="4" y="22"/>
                      <a:pt x="1" y="17"/>
                      <a:pt x="1" y="11"/>
                    </a:cubicBezTo>
                    <a:cubicBezTo>
                      <a:pt x="0" y="6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20" name="Freeform 398">
                <a:extLst>
                  <a:ext uri="{FF2B5EF4-FFF2-40B4-BE49-F238E27FC236}">
                    <a16:creationId xmlns:a16="http://schemas.microsoft.com/office/drawing/2014/main" id="{554D6CB1-8254-4257-A459-C5E2FCECC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329"/>
                <a:ext cx="58" cy="81"/>
              </a:xfrm>
              <a:custGeom>
                <a:avLst/>
                <a:gdLst>
                  <a:gd name="T0" fmla="*/ 57 w 48"/>
                  <a:gd name="T1" fmla="*/ 118 h 67"/>
                  <a:gd name="T2" fmla="*/ 12 w 48"/>
                  <a:gd name="T3" fmla="*/ 0 h 67"/>
                  <a:gd name="T4" fmla="*/ 57 w 48"/>
                  <a:gd name="T5" fmla="*/ 118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67">
                    <a:moveTo>
                      <a:pt x="32" y="67"/>
                    </a:moveTo>
                    <a:cubicBezTo>
                      <a:pt x="32" y="67"/>
                      <a:pt x="0" y="44"/>
                      <a:pt x="7" y="0"/>
                    </a:cubicBezTo>
                    <a:cubicBezTo>
                      <a:pt x="7" y="0"/>
                      <a:pt x="48" y="18"/>
                      <a:pt x="32" y="67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21" name="Freeform 399">
                <a:extLst>
                  <a:ext uri="{FF2B5EF4-FFF2-40B4-BE49-F238E27FC236}">
                    <a16:creationId xmlns:a16="http://schemas.microsoft.com/office/drawing/2014/main" id="{87E20EAF-61E3-48E2-A0C3-96B748681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358"/>
                <a:ext cx="15" cy="25"/>
              </a:xfrm>
              <a:custGeom>
                <a:avLst/>
                <a:gdLst>
                  <a:gd name="T0" fmla="*/ 3 w 13"/>
                  <a:gd name="T1" fmla="*/ 1 h 21"/>
                  <a:gd name="T2" fmla="*/ 17 w 13"/>
                  <a:gd name="T3" fmla="*/ 15 h 21"/>
                  <a:gd name="T4" fmla="*/ 14 w 13"/>
                  <a:gd name="T5" fmla="*/ 35 h 21"/>
                  <a:gd name="T6" fmla="*/ 1 w 13"/>
                  <a:gd name="T7" fmla="*/ 20 h 21"/>
                  <a:gd name="T8" fmla="*/ 3 w 13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3" y="1"/>
                    </a:moveTo>
                    <a:cubicBezTo>
                      <a:pt x="6" y="0"/>
                      <a:pt x="10" y="4"/>
                      <a:pt x="11" y="9"/>
                    </a:cubicBezTo>
                    <a:cubicBezTo>
                      <a:pt x="13" y="14"/>
                      <a:pt x="12" y="19"/>
                      <a:pt x="9" y="20"/>
                    </a:cubicBezTo>
                    <a:cubicBezTo>
                      <a:pt x="6" y="21"/>
                      <a:pt x="3" y="17"/>
                      <a:pt x="1" y="12"/>
                    </a:cubicBezTo>
                    <a:cubicBezTo>
                      <a:pt x="0" y="6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22" name="Freeform 400">
                <a:extLst>
                  <a:ext uri="{FF2B5EF4-FFF2-40B4-BE49-F238E27FC236}">
                    <a16:creationId xmlns:a16="http://schemas.microsoft.com/office/drawing/2014/main" id="{BCE3061C-598D-49FA-9427-A8F442345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255"/>
                <a:ext cx="81" cy="80"/>
              </a:xfrm>
              <a:custGeom>
                <a:avLst/>
                <a:gdLst>
                  <a:gd name="T0" fmla="*/ 110 w 67"/>
                  <a:gd name="T1" fmla="*/ 107 h 66"/>
                  <a:gd name="T2" fmla="*/ 27 w 67"/>
                  <a:gd name="T3" fmla="*/ 0 h 66"/>
                  <a:gd name="T4" fmla="*/ 110 w 67"/>
                  <a:gd name="T5" fmla="*/ 107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6">
                    <a:moveTo>
                      <a:pt x="62" y="60"/>
                    </a:moveTo>
                    <a:cubicBezTo>
                      <a:pt x="62" y="60"/>
                      <a:pt x="0" y="66"/>
                      <a:pt x="15" y="0"/>
                    </a:cubicBezTo>
                    <a:cubicBezTo>
                      <a:pt x="15" y="0"/>
                      <a:pt x="67" y="8"/>
                      <a:pt x="62" y="60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23" name="Freeform 401">
                <a:extLst>
                  <a:ext uri="{FF2B5EF4-FFF2-40B4-BE49-F238E27FC236}">
                    <a16:creationId xmlns:a16="http://schemas.microsoft.com/office/drawing/2014/main" id="{217C6A46-19F4-494D-89F3-F47F0AB45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279"/>
                <a:ext cx="24" cy="25"/>
              </a:xfrm>
              <a:custGeom>
                <a:avLst/>
                <a:gdLst>
                  <a:gd name="T0" fmla="*/ 2 w 20"/>
                  <a:gd name="T1" fmla="*/ 5 h 20"/>
                  <a:gd name="T2" fmla="*/ 24 w 20"/>
                  <a:gd name="T3" fmla="*/ 13 h 20"/>
                  <a:gd name="T4" fmla="*/ 31 w 20"/>
                  <a:gd name="T5" fmla="*/ 36 h 20"/>
                  <a:gd name="T6" fmla="*/ 10 w 20"/>
                  <a:gd name="T7" fmla="*/ 29 h 20"/>
                  <a:gd name="T8" fmla="*/ 2 w 20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2" y="2"/>
                    </a:moveTo>
                    <a:cubicBezTo>
                      <a:pt x="4" y="0"/>
                      <a:pt x="10" y="2"/>
                      <a:pt x="14" y="6"/>
                    </a:cubicBezTo>
                    <a:cubicBezTo>
                      <a:pt x="18" y="10"/>
                      <a:pt x="20" y="16"/>
                      <a:pt x="18" y="18"/>
                    </a:cubicBezTo>
                    <a:cubicBezTo>
                      <a:pt x="16" y="20"/>
                      <a:pt x="10" y="18"/>
                      <a:pt x="6" y="14"/>
                    </a:cubicBezTo>
                    <a:cubicBezTo>
                      <a:pt x="1" y="10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24" name="Freeform 402">
                <a:extLst>
                  <a:ext uri="{FF2B5EF4-FFF2-40B4-BE49-F238E27FC236}">
                    <a16:creationId xmlns:a16="http://schemas.microsoft.com/office/drawing/2014/main" id="{CA805EA3-DF22-4D4E-8624-F6DAEC674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179"/>
                <a:ext cx="118" cy="99"/>
              </a:xfrm>
              <a:custGeom>
                <a:avLst/>
                <a:gdLst>
                  <a:gd name="T0" fmla="*/ 171 w 98"/>
                  <a:gd name="T1" fmla="*/ 111 h 82"/>
                  <a:gd name="T2" fmla="*/ 0 w 98"/>
                  <a:gd name="T3" fmla="*/ 41 h 82"/>
                  <a:gd name="T4" fmla="*/ 171 w 98"/>
                  <a:gd name="T5" fmla="*/ 111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82">
                    <a:moveTo>
                      <a:pt x="98" y="63"/>
                    </a:moveTo>
                    <a:cubicBezTo>
                      <a:pt x="98" y="63"/>
                      <a:pt x="30" y="82"/>
                      <a:pt x="0" y="23"/>
                    </a:cubicBezTo>
                    <a:cubicBezTo>
                      <a:pt x="0" y="23"/>
                      <a:pt x="74" y="0"/>
                      <a:pt x="98" y="63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25" name="Freeform 403">
                <a:extLst>
                  <a:ext uri="{FF2B5EF4-FFF2-40B4-BE49-F238E27FC236}">
                    <a16:creationId xmlns:a16="http://schemas.microsoft.com/office/drawing/2014/main" id="{B3B5FE4C-F035-47CD-98D3-C7F667867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212"/>
                <a:ext cx="35" cy="24"/>
              </a:xfrm>
              <a:custGeom>
                <a:avLst/>
                <a:gdLst>
                  <a:gd name="T0" fmla="*/ 2 w 29"/>
                  <a:gd name="T1" fmla="*/ 6 h 20"/>
                  <a:gd name="T2" fmla="*/ 33 w 29"/>
                  <a:gd name="T3" fmla="*/ 7 h 20"/>
                  <a:gd name="T4" fmla="*/ 49 w 29"/>
                  <a:gd name="T5" fmla="*/ 29 h 20"/>
                  <a:gd name="T6" fmla="*/ 19 w 29"/>
                  <a:gd name="T7" fmla="*/ 29 h 20"/>
                  <a:gd name="T8" fmla="*/ 2 w 29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2" y="3"/>
                    </a:moveTo>
                    <a:cubicBezTo>
                      <a:pt x="4" y="0"/>
                      <a:pt x="11" y="0"/>
                      <a:pt x="18" y="4"/>
                    </a:cubicBezTo>
                    <a:cubicBezTo>
                      <a:pt x="25" y="7"/>
                      <a:pt x="29" y="13"/>
                      <a:pt x="28" y="17"/>
                    </a:cubicBezTo>
                    <a:cubicBezTo>
                      <a:pt x="26" y="20"/>
                      <a:pt x="18" y="20"/>
                      <a:pt x="11" y="17"/>
                    </a:cubicBezTo>
                    <a:cubicBezTo>
                      <a:pt x="4" y="13"/>
                      <a:pt x="0" y="7"/>
                      <a:pt x="2" y="3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26" name="Freeform 404">
                <a:extLst>
                  <a:ext uri="{FF2B5EF4-FFF2-40B4-BE49-F238E27FC236}">
                    <a16:creationId xmlns:a16="http://schemas.microsoft.com/office/drawing/2014/main" id="{F08F932C-7D1A-4838-A004-799A906F4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1728"/>
                <a:ext cx="302" cy="73"/>
              </a:xfrm>
              <a:custGeom>
                <a:avLst/>
                <a:gdLst>
                  <a:gd name="T0" fmla="*/ 437 w 251"/>
                  <a:gd name="T1" fmla="*/ 0 h 60"/>
                  <a:gd name="T2" fmla="*/ 226 w 251"/>
                  <a:gd name="T3" fmla="*/ 41 h 60"/>
                  <a:gd name="T4" fmla="*/ 0 w 251"/>
                  <a:gd name="T5" fmla="*/ 83 h 60"/>
                  <a:gd name="T6" fmla="*/ 437 w 251"/>
                  <a:gd name="T7" fmla="*/ 95 h 60"/>
                  <a:gd name="T8" fmla="*/ 437 w 251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1" h="60">
                    <a:moveTo>
                      <a:pt x="251" y="0"/>
                    </a:moveTo>
                    <a:cubicBezTo>
                      <a:pt x="251" y="0"/>
                      <a:pt x="190" y="7"/>
                      <a:pt x="130" y="23"/>
                    </a:cubicBezTo>
                    <a:cubicBezTo>
                      <a:pt x="87" y="36"/>
                      <a:pt x="53" y="40"/>
                      <a:pt x="0" y="46"/>
                    </a:cubicBezTo>
                    <a:cubicBezTo>
                      <a:pt x="0" y="46"/>
                      <a:pt x="186" y="60"/>
                      <a:pt x="251" y="53"/>
                    </a:cubicBezTo>
                    <a:lnTo>
                      <a:pt x="251" y="0"/>
                    </a:ln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27" name="Freeform 405">
                <a:extLst>
                  <a:ext uri="{FF2B5EF4-FFF2-40B4-BE49-F238E27FC236}">
                    <a16:creationId xmlns:a16="http://schemas.microsoft.com/office/drawing/2014/main" id="{77B9DC29-B030-4D1D-8DE7-77960FE86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13"/>
                <a:ext cx="177" cy="179"/>
              </a:xfrm>
              <a:custGeom>
                <a:avLst/>
                <a:gdLst>
                  <a:gd name="T0" fmla="*/ 0 w 147"/>
                  <a:gd name="T1" fmla="*/ 168 h 148"/>
                  <a:gd name="T2" fmla="*/ 0 w 147"/>
                  <a:gd name="T3" fmla="*/ 261 h 148"/>
                  <a:gd name="T4" fmla="*/ 225 w 147"/>
                  <a:gd name="T5" fmla="*/ 125 h 148"/>
                  <a:gd name="T6" fmla="*/ 0 w 147"/>
                  <a:gd name="T7" fmla="*/ 168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8">
                    <a:moveTo>
                      <a:pt x="0" y="95"/>
                    </a:move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48"/>
                      <a:pt x="112" y="139"/>
                      <a:pt x="129" y="70"/>
                    </a:cubicBezTo>
                    <a:cubicBezTo>
                      <a:pt x="147" y="0"/>
                      <a:pt x="66" y="106"/>
                      <a:pt x="0" y="95"/>
                    </a:cubicBezTo>
                    <a:close/>
                  </a:path>
                </a:pathLst>
              </a:custGeom>
              <a:solidFill>
                <a:srgbClr val="DB9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28" name="Line 406">
                <a:extLst>
                  <a:ext uri="{FF2B5EF4-FFF2-40B4-BE49-F238E27FC236}">
                    <a16:creationId xmlns:a16="http://schemas.microsoft.com/office/drawing/2014/main" id="{788A7BAD-2D5B-44E2-8417-61A30FCE74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8" y="1012"/>
                <a:ext cx="1" cy="195"/>
              </a:xfrm>
              <a:prstGeom prst="lin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29" name="Freeform 407">
                <a:extLst>
                  <a:ext uri="{FF2B5EF4-FFF2-40B4-BE49-F238E27FC236}">
                    <a16:creationId xmlns:a16="http://schemas.microsoft.com/office/drawing/2014/main" id="{E94504FB-CCD9-408C-B723-E2D979ECC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1728"/>
                <a:ext cx="302" cy="73"/>
              </a:xfrm>
              <a:custGeom>
                <a:avLst/>
                <a:gdLst>
                  <a:gd name="T0" fmla="*/ 437 w 251"/>
                  <a:gd name="T1" fmla="*/ 0 h 60"/>
                  <a:gd name="T2" fmla="*/ 226 w 251"/>
                  <a:gd name="T3" fmla="*/ 41 h 60"/>
                  <a:gd name="T4" fmla="*/ 0 w 251"/>
                  <a:gd name="T5" fmla="*/ 83 h 60"/>
                  <a:gd name="T6" fmla="*/ 437 w 251"/>
                  <a:gd name="T7" fmla="*/ 95 h 60"/>
                  <a:gd name="T8" fmla="*/ 437 w 251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1" h="60">
                    <a:moveTo>
                      <a:pt x="251" y="0"/>
                    </a:moveTo>
                    <a:cubicBezTo>
                      <a:pt x="251" y="0"/>
                      <a:pt x="190" y="7"/>
                      <a:pt x="130" y="23"/>
                    </a:cubicBezTo>
                    <a:cubicBezTo>
                      <a:pt x="87" y="36"/>
                      <a:pt x="53" y="40"/>
                      <a:pt x="0" y="46"/>
                    </a:cubicBezTo>
                    <a:cubicBezTo>
                      <a:pt x="0" y="46"/>
                      <a:pt x="186" y="60"/>
                      <a:pt x="251" y="53"/>
                    </a:cubicBezTo>
                    <a:lnTo>
                      <a:pt x="251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30" name="Freeform 408">
                <a:extLst>
                  <a:ext uri="{FF2B5EF4-FFF2-40B4-BE49-F238E27FC236}">
                    <a16:creationId xmlns:a16="http://schemas.microsoft.com/office/drawing/2014/main" id="{BE9795F4-4979-49E2-B0C2-58AED3C78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13"/>
                <a:ext cx="177" cy="179"/>
              </a:xfrm>
              <a:custGeom>
                <a:avLst/>
                <a:gdLst>
                  <a:gd name="T0" fmla="*/ 0 w 147"/>
                  <a:gd name="T1" fmla="*/ 168 h 148"/>
                  <a:gd name="T2" fmla="*/ 0 w 147"/>
                  <a:gd name="T3" fmla="*/ 261 h 148"/>
                  <a:gd name="T4" fmla="*/ 225 w 147"/>
                  <a:gd name="T5" fmla="*/ 125 h 148"/>
                  <a:gd name="T6" fmla="*/ 0 w 147"/>
                  <a:gd name="T7" fmla="*/ 168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8">
                    <a:moveTo>
                      <a:pt x="0" y="95"/>
                    </a:move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48"/>
                      <a:pt x="112" y="139"/>
                      <a:pt x="129" y="70"/>
                    </a:cubicBezTo>
                    <a:cubicBezTo>
                      <a:pt x="147" y="0"/>
                      <a:pt x="66" y="106"/>
                      <a:pt x="0" y="9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31" name="Line 409">
                <a:extLst>
                  <a:ext uri="{FF2B5EF4-FFF2-40B4-BE49-F238E27FC236}">
                    <a16:creationId xmlns:a16="http://schemas.microsoft.com/office/drawing/2014/main" id="{FB5F4886-DA9E-46CF-B8A2-49B3AE0DE2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8" y="1674"/>
                <a:ext cx="1" cy="297"/>
              </a:xfrm>
              <a:prstGeom prst="lin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32" name="Line 410">
                <a:extLst>
                  <a:ext uri="{FF2B5EF4-FFF2-40B4-BE49-F238E27FC236}">
                    <a16:creationId xmlns:a16="http://schemas.microsoft.com/office/drawing/2014/main" id="{EA25F63D-4561-452C-83BF-808543268F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3" y="1158"/>
                <a:ext cx="1" cy="50"/>
              </a:xfrm>
              <a:prstGeom prst="lin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33" name="Line 411">
                <a:extLst>
                  <a:ext uri="{FF2B5EF4-FFF2-40B4-BE49-F238E27FC236}">
                    <a16:creationId xmlns:a16="http://schemas.microsoft.com/office/drawing/2014/main" id="{CB84EE58-E7FE-48DE-A400-F61EA14FAC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43" y="1774"/>
                <a:ext cx="1" cy="38"/>
              </a:xfrm>
              <a:prstGeom prst="lin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34" name="Freeform 412">
                <a:extLst>
                  <a:ext uri="{FF2B5EF4-FFF2-40B4-BE49-F238E27FC236}">
                    <a16:creationId xmlns:a16="http://schemas.microsoft.com/office/drawing/2014/main" id="{C66F0713-DE94-4074-A4C9-5B267CE28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148"/>
                <a:ext cx="107" cy="116"/>
              </a:xfrm>
              <a:custGeom>
                <a:avLst/>
                <a:gdLst>
                  <a:gd name="T0" fmla="*/ 0 w 89"/>
                  <a:gd name="T1" fmla="*/ 85 h 96"/>
                  <a:gd name="T2" fmla="*/ 155 w 89"/>
                  <a:gd name="T3" fmla="*/ 85 h 96"/>
                  <a:gd name="T4" fmla="*/ 0 w 89"/>
                  <a:gd name="T5" fmla="*/ 85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6">
                    <a:moveTo>
                      <a:pt x="0" y="48"/>
                    </a:moveTo>
                    <a:cubicBezTo>
                      <a:pt x="0" y="48"/>
                      <a:pt x="35" y="0"/>
                      <a:pt x="89" y="48"/>
                    </a:cubicBezTo>
                    <a:cubicBezTo>
                      <a:pt x="89" y="48"/>
                      <a:pt x="49" y="96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35" name="Freeform 413">
                <a:extLst>
                  <a:ext uri="{FF2B5EF4-FFF2-40B4-BE49-F238E27FC236}">
                    <a16:creationId xmlns:a16="http://schemas.microsoft.com/office/drawing/2014/main" id="{8FCE4F1F-F8A9-417D-AB00-2E8458241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148"/>
                <a:ext cx="135" cy="114"/>
              </a:xfrm>
              <a:custGeom>
                <a:avLst/>
                <a:gdLst>
                  <a:gd name="T0" fmla="*/ 0 w 112"/>
                  <a:gd name="T1" fmla="*/ 84 h 95"/>
                  <a:gd name="T2" fmla="*/ 196 w 112"/>
                  <a:gd name="T3" fmla="*/ 85 h 95"/>
                  <a:gd name="T4" fmla="*/ 0 w 112"/>
                  <a:gd name="T5" fmla="*/ 8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95">
                    <a:moveTo>
                      <a:pt x="0" y="48"/>
                    </a:moveTo>
                    <a:cubicBezTo>
                      <a:pt x="0" y="48"/>
                      <a:pt x="57" y="0"/>
                      <a:pt x="112" y="49"/>
                    </a:cubicBezTo>
                    <a:cubicBezTo>
                      <a:pt x="112" y="49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36" name="Freeform 414">
                <a:extLst>
                  <a:ext uri="{FF2B5EF4-FFF2-40B4-BE49-F238E27FC236}">
                    <a16:creationId xmlns:a16="http://schemas.microsoft.com/office/drawing/2014/main" id="{0CF87B67-35D2-4DA5-8ED0-9048EDA80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143"/>
                <a:ext cx="101" cy="121"/>
              </a:xfrm>
              <a:custGeom>
                <a:avLst/>
                <a:gdLst>
                  <a:gd name="T0" fmla="*/ 0 w 84"/>
                  <a:gd name="T1" fmla="*/ 92 h 100"/>
                  <a:gd name="T2" fmla="*/ 145 w 84"/>
                  <a:gd name="T3" fmla="*/ 92 h 100"/>
                  <a:gd name="T4" fmla="*/ 0 w 84"/>
                  <a:gd name="T5" fmla="*/ 92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00">
                    <a:moveTo>
                      <a:pt x="0" y="52"/>
                    </a:moveTo>
                    <a:cubicBezTo>
                      <a:pt x="0" y="52"/>
                      <a:pt x="44" y="0"/>
                      <a:pt x="84" y="52"/>
                    </a:cubicBezTo>
                    <a:cubicBezTo>
                      <a:pt x="84" y="52"/>
                      <a:pt x="48" y="100"/>
                      <a:pt x="0" y="5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37" name="Freeform 415">
                <a:extLst>
                  <a:ext uri="{FF2B5EF4-FFF2-40B4-BE49-F238E27FC236}">
                    <a16:creationId xmlns:a16="http://schemas.microsoft.com/office/drawing/2014/main" id="{4F18BA3A-B9D3-4C62-AF26-6982B1E50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60"/>
                <a:ext cx="129" cy="92"/>
              </a:xfrm>
              <a:custGeom>
                <a:avLst/>
                <a:gdLst>
                  <a:gd name="T0" fmla="*/ 0 w 107"/>
                  <a:gd name="T1" fmla="*/ 68 h 76"/>
                  <a:gd name="T2" fmla="*/ 188 w 107"/>
                  <a:gd name="T3" fmla="*/ 68 h 76"/>
                  <a:gd name="T4" fmla="*/ 0 w 107"/>
                  <a:gd name="T5" fmla="*/ 68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76">
                    <a:moveTo>
                      <a:pt x="0" y="38"/>
                    </a:moveTo>
                    <a:cubicBezTo>
                      <a:pt x="0" y="38"/>
                      <a:pt x="54" y="0"/>
                      <a:pt x="107" y="38"/>
                    </a:cubicBezTo>
                    <a:cubicBezTo>
                      <a:pt x="107" y="38"/>
                      <a:pt x="62" y="76"/>
                      <a:pt x="0" y="3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38" name="Freeform 416">
                <a:extLst>
                  <a:ext uri="{FF2B5EF4-FFF2-40B4-BE49-F238E27FC236}">
                    <a16:creationId xmlns:a16="http://schemas.microsoft.com/office/drawing/2014/main" id="{735098A2-688A-4014-A0E4-1EAA10046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148"/>
                <a:ext cx="132" cy="114"/>
              </a:xfrm>
              <a:custGeom>
                <a:avLst/>
                <a:gdLst>
                  <a:gd name="T0" fmla="*/ 0 w 109"/>
                  <a:gd name="T1" fmla="*/ 84 h 95"/>
                  <a:gd name="T2" fmla="*/ 194 w 109"/>
                  <a:gd name="T3" fmla="*/ 85 h 95"/>
                  <a:gd name="T4" fmla="*/ 0 w 109"/>
                  <a:gd name="T5" fmla="*/ 8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95">
                    <a:moveTo>
                      <a:pt x="0" y="48"/>
                    </a:moveTo>
                    <a:cubicBezTo>
                      <a:pt x="0" y="48"/>
                      <a:pt x="55" y="0"/>
                      <a:pt x="109" y="49"/>
                    </a:cubicBezTo>
                    <a:cubicBezTo>
                      <a:pt x="109" y="49"/>
                      <a:pt x="48" y="95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39" name="Freeform 417">
                <a:extLst>
                  <a:ext uri="{FF2B5EF4-FFF2-40B4-BE49-F238E27FC236}">
                    <a16:creationId xmlns:a16="http://schemas.microsoft.com/office/drawing/2014/main" id="{10407564-D0C2-4225-9468-02B0B541B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149"/>
                <a:ext cx="104" cy="115"/>
              </a:xfrm>
              <a:custGeom>
                <a:avLst/>
                <a:gdLst>
                  <a:gd name="T0" fmla="*/ 0 w 87"/>
                  <a:gd name="T1" fmla="*/ 84 h 95"/>
                  <a:gd name="T2" fmla="*/ 148 w 87"/>
                  <a:gd name="T3" fmla="*/ 84 h 95"/>
                  <a:gd name="T4" fmla="*/ 0 w 87"/>
                  <a:gd name="T5" fmla="*/ 8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95">
                    <a:moveTo>
                      <a:pt x="0" y="47"/>
                    </a:moveTo>
                    <a:cubicBezTo>
                      <a:pt x="0" y="47"/>
                      <a:pt x="41" y="0"/>
                      <a:pt x="87" y="47"/>
                    </a:cubicBezTo>
                    <a:cubicBezTo>
                      <a:pt x="87" y="47"/>
                      <a:pt x="49" y="95"/>
                      <a:pt x="0" y="4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40" name="Freeform 418">
                <a:extLst>
                  <a:ext uri="{FF2B5EF4-FFF2-40B4-BE49-F238E27FC236}">
                    <a16:creationId xmlns:a16="http://schemas.microsoft.com/office/drawing/2014/main" id="{85E3DE19-9F91-4467-82D5-77AA1A6D0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148"/>
                <a:ext cx="138" cy="116"/>
              </a:xfrm>
              <a:custGeom>
                <a:avLst/>
                <a:gdLst>
                  <a:gd name="T0" fmla="*/ 0 w 114"/>
                  <a:gd name="T1" fmla="*/ 85 h 96"/>
                  <a:gd name="T2" fmla="*/ 202 w 114"/>
                  <a:gd name="T3" fmla="*/ 86 h 96"/>
                  <a:gd name="T4" fmla="*/ 0 w 114"/>
                  <a:gd name="T5" fmla="*/ 85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96">
                    <a:moveTo>
                      <a:pt x="0" y="48"/>
                    </a:moveTo>
                    <a:cubicBezTo>
                      <a:pt x="0" y="48"/>
                      <a:pt x="60" y="0"/>
                      <a:pt x="114" y="49"/>
                    </a:cubicBezTo>
                    <a:cubicBezTo>
                      <a:pt x="114" y="49"/>
                      <a:pt x="49" y="96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41" name="Freeform 419">
                <a:extLst>
                  <a:ext uri="{FF2B5EF4-FFF2-40B4-BE49-F238E27FC236}">
                    <a16:creationId xmlns:a16="http://schemas.microsoft.com/office/drawing/2014/main" id="{6122D811-D118-4626-BE01-A0AE8BD60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710"/>
                <a:ext cx="152" cy="117"/>
              </a:xfrm>
              <a:custGeom>
                <a:avLst/>
                <a:gdLst>
                  <a:gd name="T0" fmla="*/ 0 w 126"/>
                  <a:gd name="T1" fmla="*/ 93 h 97"/>
                  <a:gd name="T2" fmla="*/ 221 w 126"/>
                  <a:gd name="T3" fmla="*/ 78 h 97"/>
                  <a:gd name="T4" fmla="*/ 0 w 126"/>
                  <a:gd name="T5" fmla="*/ 93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97">
                    <a:moveTo>
                      <a:pt x="0" y="53"/>
                    </a:moveTo>
                    <a:cubicBezTo>
                      <a:pt x="0" y="53"/>
                      <a:pt x="69" y="0"/>
                      <a:pt x="126" y="45"/>
                    </a:cubicBezTo>
                    <a:cubicBezTo>
                      <a:pt x="126" y="45"/>
                      <a:pt x="51" y="97"/>
                      <a:pt x="0" y="5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42" name="Freeform 420">
                <a:extLst>
                  <a:ext uri="{FF2B5EF4-FFF2-40B4-BE49-F238E27FC236}">
                    <a16:creationId xmlns:a16="http://schemas.microsoft.com/office/drawing/2014/main" id="{4A0B49D1-2D3C-493F-8B5D-C31C8F2D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704"/>
                <a:ext cx="89" cy="119"/>
              </a:xfrm>
              <a:custGeom>
                <a:avLst/>
                <a:gdLst>
                  <a:gd name="T0" fmla="*/ 0 w 74"/>
                  <a:gd name="T1" fmla="*/ 90 h 98"/>
                  <a:gd name="T2" fmla="*/ 129 w 74"/>
                  <a:gd name="T3" fmla="*/ 81 h 98"/>
                  <a:gd name="T4" fmla="*/ 0 w 74"/>
                  <a:gd name="T5" fmla="*/ 9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98">
                    <a:moveTo>
                      <a:pt x="0" y="50"/>
                    </a:moveTo>
                    <a:cubicBezTo>
                      <a:pt x="0" y="50"/>
                      <a:pt x="25" y="0"/>
                      <a:pt x="74" y="45"/>
                    </a:cubicBezTo>
                    <a:cubicBezTo>
                      <a:pt x="74" y="45"/>
                      <a:pt x="33" y="98"/>
                      <a:pt x="0" y="5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43" name="Freeform 421">
                <a:extLst>
                  <a:ext uri="{FF2B5EF4-FFF2-40B4-BE49-F238E27FC236}">
                    <a16:creationId xmlns:a16="http://schemas.microsoft.com/office/drawing/2014/main" id="{044D7EF7-CA86-4B8C-A1B7-89B12EBF6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706"/>
                <a:ext cx="120" cy="95"/>
              </a:xfrm>
              <a:custGeom>
                <a:avLst/>
                <a:gdLst>
                  <a:gd name="T0" fmla="*/ 0 w 100"/>
                  <a:gd name="T1" fmla="*/ 77 h 78"/>
                  <a:gd name="T2" fmla="*/ 173 w 100"/>
                  <a:gd name="T3" fmla="*/ 67 h 78"/>
                  <a:gd name="T4" fmla="*/ 0 w 100"/>
                  <a:gd name="T5" fmla="*/ 77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78">
                    <a:moveTo>
                      <a:pt x="0" y="43"/>
                    </a:moveTo>
                    <a:cubicBezTo>
                      <a:pt x="0" y="43"/>
                      <a:pt x="48" y="0"/>
                      <a:pt x="100" y="37"/>
                    </a:cubicBezTo>
                    <a:cubicBezTo>
                      <a:pt x="100" y="37"/>
                      <a:pt x="46" y="78"/>
                      <a:pt x="0" y="4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44" name="Freeform 422">
                <a:extLst>
                  <a:ext uri="{FF2B5EF4-FFF2-40B4-BE49-F238E27FC236}">
                    <a16:creationId xmlns:a16="http://schemas.microsoft.com/office/drawing/2014/main" id="{F123ADAD-0662-4185-A1B0-1A18DC4F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683"/>
                <a:ext cx="102" cy="118"/>
              </a:xfrm>
              <a:custGeom>
                <a:avLst/>
                <a:gdLst>
                  <a:gd name="T0" fmla="*/ 0 w 85"/>
                  <a:gd name="T1" fmla="*/ 100 h 97"/>
                  <a:gd name="T2" fmla="*/ 146 w 85"/>
                  <a:gd name="T3" fmla="*/ 83 h 97"/>
                  <a:gd name="T4" fmla="*/ 0 w 85"/>
                  <a:gd name="T5" fmla="*/ 100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97">
                    <a:moveTo>
                      <a:pt x="0" y="55"/>
                    </a:moveTo>
                    <a:cubicBezTo>
                      <a:pt x="0" y="55"/>
                      <a:pt x="32" y="0"/>
                      <a:pt x="85" y="46"/>
                    </a:cubicBezTo>
                    <a:cubicBezTo>
                      <a:pt x="85" y="46"/>
                      <a:pt x="54" y="97"/>
                      <a:pt x="0" y="5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45" name="Freeform 423">
                <a:extLst>
                  <a:ext uri="{FF2B5EF4-FFF2-40B4-BE49-F238E27FC236}">
                    <a16:creationId xmlns:a16="http://schemas.microsoft.com/office/drawing/2014/main" id="{433EA8EE-3DAB-4557-9C11-9CA5761C4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685"/>
                <a:ext cx="139" cy="105"/>
              </a:xfrm>
              <a:custGeom>
                <a:avLst/>
                <a:gdLst>
                  <a:gd name="T0" fmla="*/ 0 w 115"/>
                  <a:gd name="T1" fmla="*/ 78 h 87"/>
                  <a:gd name="T2" fmla="*/ 203 w 115"/>
                  <a:gd name="T3" fmla="*/ 58 h 87"/>
                  <a:gd name="T4" fmla="*/ 0 w 115"/>
                  <a:gd name="T5" fmla="*/ 78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87">
                    <a:moveTo>
                      <a:pt x="0" y="45"/>
                    </a:moveTo>
                    <a:cubicBezTo>
                      <a:pt x="0" y="45"/>
                      <a:pt x="64" y="0"/>
                      <a:pt x="115" y="33"/>
                    </a:cubicBezTo>
                    <a:cubicBezTo>
                      <a:pt x="115" y="33"/>
                      <a:pt x="53" y="87"/>
                      <a:pt x="0" y="4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46" name="Freeform 424">
                <a:extLst>
                  <a:ext uri="{FF2B5EF4-FFF2-40B4-BE49-F238E27FC236}">
                    <a16:creationId xmlns:a16="http://schemas.microsoft.com/office/drawing/2014/main" id="{5BBF86E7-822B-4268-88F1-F4B3DB671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660"/>
                <a:ext cx="107" cy="113"/>
              </a:xfrm>
              <a:custGeom>
                <a:avLst/>
                <a:gdLst>
                  <a:gd name="T0" fmla="*/ 0 w 89"/>
                  <a:gd name="T1" fmla="*/ 95 h 93"/>
                  <a:gd name="T2" fmla="*/ 155 w 89"/>
                  <a:gd name="T3" fmla="*/ 73 h 93"/>
                  <a:gd name="T4" fmla="*/ 0 w 89"/>
                  <a:gd name="T5" fmla="*/ 95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3">
                    <a:moveTo>
                      <a:pt x="0" y="53"/>
                    </a:moveTo>
                    <a:cubicBezTo>
                      <a:pt x="0" y="53"/>
                      <a:pt x="28" y="0"/>
                      <a:pt x="89" y="40"/>
                    </a:cubicBezTo>
                    <a:cubicBezTo>
                      <a:pt x="89" y="40"/>
                      <a:pt x="55" y="93"/>
                      <a:pt x="0" y="5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47" name="Freeform 425">
                <a:extLst>
                  <a:ext uri="{FF2B5EF4-FFF2-40B4-BE49-F238E27FC236}">
                    <a16:creationId xmlns:a16="http://schemas.microsoft.com/office/drawing/2014/main" id="{D88B1CB1-82E2-4CBD-9D4D-4F8F0E963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36"/>
                <a:ext cx="130" cy="112"/>
              </a:xfrm>
              <a:custGeom>
                <a:avLst/>
                <a:gdLst>
                  <a:gd name="T0" fmla="*/ 0 w 108"/>
                  <a:gd name="T1" fmla="*/ 108 h 92"/>
                  <a:gd name="T2" fmla="*/ 188 w 108"/>
                  <a:gd name="T3" fmla="*/ 56 h 92"/>
                  <a:gd name="T4" fmla="*/ 0 w 108"/>
                  <a:gd name="T5" fmla="*/ 10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92">
                    <a:moveTo>
                      <a:pt x="0" y="60"/>
                    </a:moveTo>
                    <a:cubicBezTo>
                      <a:pt x="0" y="60"/>
                      <a:pt x="42" y="0"/>
                      <a:pt x="108" y="31"/>
                    </a:cubicBezTo>
                    <a:cubicBezTo>
                      <a:pt x="108" y="31"/>
                      <a:pt x="60" y="92"/>
                      <a:pt x="0" y="6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48" name="Freeform 426">
                <a:extLst>
                  <a:ext uri="{FF2B5EF4-FFF2-40B4-BE49-F238E27FC236}">
                    <a16:creationId xmlns:a16="http://schemas.microsoft.com/office/drawing/2014/main" id="{F3D40725-50F0-4340-99D2-54F6C09F5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08"/>
                <a:ext cx="120" cy="114"/>
              </a:xfrm>
              <a:custGeom>
                <a:avLst/>
                <a:gdLst>
                  <a:gd name="T0" fmla="*/ 0 w 99"/>
                  <a:gd name="T1" fmla="*/ 96 h 94"/>
                  <a:gd name="T2" fmla="*/ 176 w 99"/>
                  <a:gd name="T3" fmla="*/ 74 h 94"/>
                  <a:gd name="T4" fmla="*/ 0 w 99"/>
                  <a:gd name="T5" fmla="*/ 96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94">
                    <a:moveTo>
                      <a:pt x="0" y="54"/>
                    </a:moveTo>
                    <a:cubicBezTo>
                      <a:pt x="0" y="54"/>
                      <a:pt x="39" y="0"/>
                      <a:pt x="99" y="41"/>
                    </a:cubicBezTo>
                    <a:cubicBezTo>
                      <a:pt x="99" y="41"/>
                      <a:pt x="55" y="94"/>
                      <a:pt x="0" y="5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49" name="Freeform 427">
                <a:extLst>
                  <a:ext uri="{FF2B5EF4-FFF2-40B4-BE49-F238E27FC236}">
                    <a16:creationId xmlns:a16="http://schemas.microsoft.com/office/drawing/2014/main" id="{E8AD58BD-142F-4221-A338-DA04D78A9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587"/>
                <a:ext cx="75" cy="72"/>
              </a:xfrm>
              <a:custGeom>
                <a:avLst/>
                <a:gdLst>
                  <a:gd name="T0" fmla="*/ 0 w 63"/>
                  <a:gd name="T1" fmla="*/ 101 h 60"/>
                  <a:gd name="T2" fmla="*/ 106 w 63"/>
                  <a:gd name="T3" fmla="*/ 7 h 60"/>
                  <a:gd name="T4" fmla="*/ 0 w 63"/>
                  <a:gd name="T5" fmla="*/ 101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60">
                    <a:moveTo>
                      <a:pt x="0" y="58"/>
                    </a:moveTo>
                    <a:cubicBezTo>
                      <a:pt x="0" y="58"/>
                      <a:pt x="8" y="0"/>
                      <a:pt x="63" y="4"/>
                    </a:cubicBezTo>
                    <a:cubicBezTo>
                      <a:pt x="63" y="4"/>
                      <a:pt x="54" y="60"/>
                      <a:pt x="0" y="5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50" name="Freeform 428">
                <a:extLst>
                  <a:ext uri="{FF2B5EF4-FFF2-40B4-BE49-F238E27FC236}">
                    <a16:creationId xmlns:a16="http://schemas.microsoft.com/office/drawing/2014/main" id="{E3D02F83-CBFC-41DF-AF35-A680A85B9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21"/>
                <a:ext cx="89" cy="71"/>
              </a:xfrm>
              <a:custGeom>
                <a:avLst/>
                <a:gdLst>
                  <a:gd name="T0" fmla="*/ 55 w 74"/>
                  <a:gd name="T1" fmla="*/ 106 h 58"/>
                  <a:gd name="T2" fmla="*/ 79 w 74"/>
                  <a:gd name="T3" fmla="*/ 0 h 58"/>
                  <a:gd name="T4" fmla="*/ 55 w 74"/>
                  <a:gd name="T5" fmla="*/ 106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58">
                    <a:moveTo>
                      <a:pt x="32" y="58"/>
                    </a:moveTo>
                    <a:cubicBezTo>
                      <a:pt x="32" y="58"/>
                      <a:pt x="0" y="22"/>
                      <a:pt x="46" y="0"/>
                    </a:cubicBezTo>
                    <a:cubicBezTo>
                      <a:pt x="46" y="0"/>
                      <a:pt x="74" y="26"/>
                      <a:pt x="32" y="5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51" name="Freeform 429">
                <a:extLst>
                  <a:ext uri="{FF2B5EF4-FFF2-40B4-BE49-F238E27FC236}">
                    <a16:creationId xmlns:a16="http://schemas.microsoft.com/office/drawing/2014/main" id="{C8E09A83-E0B3-4B9A-8FA2-5679C5987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1410"/>
                <a:ext cx="78" cy="111"/>
              </a:xfrm>
              <a:custGeom>
                <a:avLst/>
                <a:gdLst>
                  <a:gd name="T0" fmla="*/ 53 w 65"/>
                  <a:gd name="T1" fmla="*/ 162 h 92"/>
                  <a:gd name="T2" fmla="*/ 46 w 65"/>
                  <a:gd name="T3" fmla="*/ 0 h 92"/>
                  <a:gd name="T4" fmla="*/ 53 w 65"/>
                  <a:gd name="T5" fmla="*/ 162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92">
                    <a:moveTo>
                      <a:pt x="31" y="92"/>
                    </a:moveTo>
                    <a:cubicBezTo>
                      <a:pt x="31" y="92"/>
                      <a:pt x="0" y="36"/>
                      <a:pt x="27" y="0"/>
                    </a:cubicBezTo>
                    <a:cubicBezTo>
                      <a:pt x="27" y="0"/>
                      <a:pt x="65" y="51"/>
                      <a:pt x="31" y="9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52" name="Freeform 430">
                <a:extLst>
                  <a:ext uri="{FF2B5EF4-FFF2-40B4-BE49-F238E27FC236}">
                    <a16:creationId xmlns:a16="http://schemas.microsoft.com/office/drawing/2014/main" id="{823EAA3D-2E40-4222-9227-ECE29D784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328"/>
                <a:ext cx="58" cy="82"/>
              </a:xfrm>
              <a:custGeom>
                <a:avLst/>
                <a:gdLst>
                  <a:gd name="T0" fmla="*/ 57 w 48"/>
                  <a:gd name="T1" fmla="*/ 119 h 68"/>
                  <a:gd name="T2" fmla="*/ 12 w 48"/>
                  <a:gd name="T3" fmla="*/ 0 h 68"/>
                  <a:gd name="T4" fmla="*/ 57 w 48"/>
                  <a:gd name="T5" fmla="*/ 119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68">
                    <a:moveTo>
                      <a:pt x="32" y="68"/>
                    </a:moveTo>
                    <a:cubicBezTo>
                      <a:pt x="32" y="68"/>
                      <a:pt x="0" y="45"/>
                      <a:pt x="7" y="0"/>
                    </a:cubicBezTo>
                    <a:cubicBezTo>
                      <a:pt x="7" y="0"/>
                      <a:pt x="48" y="18"/>
                      <a:pt x="32" y="6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53" name="Freeform 431">
                <a:extLst>
                  <a:ext uri="{FF2B5EF4-FFF2-40B4-BE49-F238E27FC236}">
                    <a16:creationId xmlns:a16="http://schemas.microsoft.com/office/drawing/2014/main" id="{A1D9C0E6-AF97-4D8B-ADCF-33C4549B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255"/>
                <a:ext cx="81" cy="79"/>
              </a:xfrm>
              <a:custGeom>
                <a:avLst/>
                <a:gdLst>
                  <a:gd name="T0" fmla="*/ 110 w 67"/>
                  <a:gd name="T1" fmla="*/ 108 h 65"/>
                  <a:gd name="T2" fmla="*/ 27 w 67"/>
                  <a:gd name="T3" fmla="*/ 0 h 65"/>
                  <a:gd name="T4" fmla="*/ 110 w 67"/>
                  <a:gd name="T5" fmla="*/ 10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5">
                    <a:moveTo>
                      <a:pt x="62" y="60"/>
                    </a:moveTo>
                    <a:cubicBezTo>
                      <a:pt x="62" y="60"/>
                      <a:pt x="0" y="65"/>
                      <a:pt x="15" y="0"/>
                    </a:cubicBezTo>
                    <a:cubicBezTo>
                      <a:pt x="15" y="0"/>
                      <a:pt x="67" y="8"/>
                      <a:pt x="62" y="6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54" name="Freeform 432">
                <a:extLst>
                  <a:ext uri="{FF2B5EF4-FFF2-40B4-BE49-F238E27FC236}">
                    <a16:creationId xmlns:a16="http://schemas.microsoft.com/office/drawing/2014/main" id="{7511BD28-5B33-449F-83B4-A8A3BEE08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179"/>
                <a:ext cx="118" cy="99"/>
              </a:xfrm>
              <a:custGeom>
                <a:avLst/>
                <a:gdLst>
                  <a:gd name="T0" fmla="*/ 171 w 98"/>
                  <a:gd name="T1" fmla="*/ 111 h 82"/>
                  <a:gd name="T2" fmla="*/ 0 w 98"/>
                  <a:gd name="T3" fmla="*/ 40 h 82"/>
                  <a:gd name="T4" fmla="*/ 171 w 98"/>
                  <a:gd name="T5" fmla="*/ 111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82">
                    <a:moveTo>
                      <a:pt x="98" y="63"/>
                    </a:moveTo>
                    <a:cubicBezTo>
                      <a:pt x="98" y="63"/>
                      <a:pt x="30" y="82"/>
                      <a:pt x="0" y="22"/>
                    </a:cubicBezTo>
                    <a:cubicBezTo>
                      <a:pt x="0" y="22"/>
                      <a:pt x="74" y="0"/>
                      <a:pt x="98" y="6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55" name="Freeform 433">
                <a:extLst>
                  <a:ext uri="{FF2B5EF4-FFF2-40B4-BE49-F238E27FC236}">
                    <a16:creationId xmlns:a16="http://schemas.microsoft.com/office/drawing/2014/main" id="{52E16BD0-70A8-4E5F-A3F1-F585F7EF5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204"/>
                <a:ext cx="49" cy="22"/>
              </a:xfrm>
              <a:custGeom>
                <a:avLst/>
                <a:gdLst>
                  <a:gd name="T0" fmla="*/ 0 w 41"/>
                  <a:gd name="T1" fmla="*/ 0 h 18"/>
                  <a:gd name="T2" fmla="*/ 71 w 41"/>
                  <a:gd name="T3" fmla="*/ 33 h 18"/>
                  <a:gd name="T4" fmla="*/ 0 w 4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8">
                    <a:moveTo>
                      <a:pt x="0" y="0"/>
                    </a:moveTo>
                    <a:cubicBezTo>
                      <a:pt x="0" y="0"/>
                      <a:pt x="10" y="18"/>
                      <a:pt x="41" y="18"/>
                    </a:cubicBezTo>
                    <a:cubicBezTo>
                      <a:pt x="41" y="18"/>
                      <a:pt x="5" y="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56" name="Freeform 434">
                <a:extLst>
                  <a:ext uri="{FF2B5EF4-FFF2-40B4-BE49-F238E27FC236}">
                    <a16:creationId xmlns:a16="http://schemas.microsoft.com/office/drawing/2014/main" id="{409AE1E5-2B87-4488-9779-EA9ACC5A8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207"/>
                <a:ext cx="57" cy="20"/>
              </a:xfrm>
              <a:custGeom>
                <a:avLst/>
                <a:gdLst>
                  <a:gd name="T0" fmla="*/ 0 w 47"/>
                  <a:gd name="T1" fmla="*/ 0 h 17"/>
                  <a:gd name="T2" fmla="*/ 84 w 47"/>
                  <a:gd name="T3" fmla="*/ 25 h 17"/>
                  <a:gd name="T4" fmla="*/ 0 w 4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7">
                    <a:moveTo>
                      <a:pt x="0" y="0"/>
                    </a:moveTo>
                    <a:cubicBezTo>
                      <a:pt x="0" y="0"/>
                      <a:pt x="16" y="17"/>
                      <a:pt x="47" y="15"/>
                    </a:cubicBezTo>
                    <a:cubicBezTo>
                      <a:pt x="47" y="15"/>
                      <a:pt x="12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57" name="Freeform 435">
                <a:extLst>
                  <a:ext uri="{FF2B5EF4-FFF2-40B4-BE49-F238E27FC236}">
                    <a16:creationId xmlns:a16="http://schemas.microsoft.com/office/drawing/2014/main" id="{BC5335EE-9B94-4E3F-929A-63EDBB7C4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206"/>
                <a:ext cx="49" cy="21"/>
              </a:xfrm>
              <a:custGeom>
                <a:avLst/>
                <a:gdLst>
                  <a:gd name="T0" fmla="*/ 0 w 41"/>
                  <a:gd name="T1" fmla="*/ 0 h 18"/>
                  <a:gd name="T2" fmla="*/ 71 w 41"/>
                  <a:gd name="T3" fmla="*/ 27 h 18"/>
                  <a:gd name="T4" fmla="*/ 0 w 4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8">
                    <a:moveTo>
                      <a:pt x="0" y="0"/>
                    </a:moveTo>
                    <a:cubicBezTo>
                      <a:pt x="0" y="0"/>
                      <a:pt x="18" y="18"/>
                      <a:pt x="41" y="17"/>
                    </a:cubicBezTo>
                    <a:cubicBezTo>
                      <a:pt x="41" y="17"/>
                      <a:pt x="11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58" name="Freeform 436">
                <a:extLst>
                  <a:ext uri="{FF2B5EF4-FFF2-40B4-BE49-F238E27FC236}">
                    <a16:creationId xmlns:a16="http://schemas.microsoft.com/office/drawing/2014/main" id="{F3A2DD41-EBB2-475F-88F3-C11D8B6C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207"/>
                <a:ext cx="51" cy="13"/>
              </a:xfrm>
              <a:custGeom>
                <a:avLst/>
                <a:gdLst>
                  <a:gd name="T0" fmla="*/ 0 w 43"/>
                  <a:gd name="T1" fmla="*/ 0 h 11"/>
                  <a:gd name="T2" fmla="*/ 71 w 43"/>
                  <a:gd name="T3" fmla="*/ 18 h 11"/>
                  <a:gd name="T4" fmla="*/ 0 w 4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cubicBezTo>
                      <a:pt x="0" y="0"/>
                      <a:pt x="26" y="11"/>
                      <a:pt x="43" y="11"/>
                    </a:cubicBezTo>
                    <a:cubicBezTo>
                      <a:pt x="43" y="11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59" name="Freeform 437">
                <a:extLst>
                  <a:ext uri="{FF2B5EF4-FFF2-40B4-BE49-F238E27FC236}">
                    <a16:creationId xmlns:a16="http://schemas.microsoft.com/office/drawing/2014/main" id="{CE097A57-C4DB-4641-92A6-3CB5E154E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206"/>
                <a:ext cx="50" cy="20"/>
              </a:xfrm>
              <a:custGeom>
                <a:avLst/>
                <a:gdLst>
                  <a:gd name="T0" fmla="*/ 0 w 42"/>
                  <a:gd name="T1" fmla="*/ 0 h 17"/>
                  <a:gd name="T2" fmla="*/ 71 w 42"/>
                  <a:gd name="T3" fmla="*/ 28 h 17"/>
                  <a:gd name="T4" fmla="*/ 0 w 4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7">
                    <a:moveTo>
                      <a:pt x="0" y="0"/>
                    </a:moveTo>
                    <a:cubicBezTo>
                      <a:pt x="0" y="0"/>
                      <a:pt x="11" y="16"/>
                      <a:pt x="42" y="17"/>
                    </a:cubicBezTo>
                    <a:cubicBezTo>
                      <a:pt x="42" y="17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60" name="Freeform 438">
                <a:extLst>
                  <a:ext uri="{FF2B5EF4-FFF2-40B4-BE49-F238E27FC236}">
                    <a16:creationId xmlns:a16="http://schemas.microsoft.com/office/drawing/2014/main" id="{30EC499D-603D-4625-B4FC-849577DEE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207"/>
                <a:ext cx="46" cy="19"/>
              </a:xfrm>
              <a:custGeom>
                <a:avLst/>
                <a:gdLst>
                  <a:gd name="T0" fmla="*/ 0 w 38"/>
                  <a:gd name="T1" fmla="*/ 0 h 16"/>
                  <a:gd name="T2" fmla="*/ 68 w 38"/>
                  <a:gd name="T3" fmla="*/ 25 h 16"/>
                  <a:gd name="T4" fmla="*/ 0 w 3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6">
                    <a:moveTo>
                      <a:pt x="0" y="0"/>
                    </a:moveTo>
                    <a:cubicBezTo>
                      <a:pt x="0" y="0"/>
                      <a:pt x="15" y="16"/>
                      <a:pt x="38" y="15"/>
                    </a:cubicBezTo>
                    <a:cubicBezTo>
                      <a:pt x="38" y="15"/>
                      <a:pt x="8" y="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61" name="Freeform 439">
                <a:extLst>
                  <a:ext uri="{FF2B5EF4-FFF2-40B4-BE49-F238E27FC236}">
                    <a16:creationId xmlns:a16="http://schemas.microsoft.com/office/drawing/2014/main" id="{C70AFB6F-FD78-43B3-9AD5-0901A82EB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1207"/>
                <a:ext cx="51" cy="20"/>
              </a:xfrm>
              <a:custGeom>
                <a:avLst/>
                <a:gdLst>
                  <a:gd name="T0" fmla="*/ 0 w 43"/>
                  <a:gd name="T1" fmla="*/ 0 h 17"/>
                  <a:gd name="T2" fmla="*/ 71 w 43"/>
                  <a:gd name="T3" fmla="*/ 26 h 17"/>
                  <a:gd name="T4" fmla="*/ 0 w 4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7">
                    <a:moveTo>
                      <a:pt x="0" y="0"/>
                    </a:moveTo>
                    <a:cubicBezTo>
                      <a:pt x="0" y="0"/>
                      <a:pt x="12" y="17"/>
                      <a:pt x="43" y="16"/>
                    </a:cubicBezTo>
                    <a:cubicBezTo>
                      <a:pt x="43" y="16"/>
                      <a:pt x="8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62" name="Freeform 440">
                <a:extLst>
                  <a:ext uri="{FF2B5EF4-FFF2-40B4-BE49-F238E27FC236}">
                    <a16:creationId xmlns:a16="http://schemas.microsoft.com/office/drawing/2014/main" id="{E1253CA3-0D22-47BD-B3CA-71E0AA744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219"/>
                <a:ext cx="27" cy="30"/>
              </a:xfrm>
              <a:custGeom>
                <a:avLst/>
                <a:gdLst>
                  <a:gd name="T0" fmla="*/ 0 w 22"/>
                  <a:gd name="T1" fmla="*/ 0 h 25"/>
                  <a:gd name="T2" fmla="*/ 41 w 22"/>
                  <a:gd name="T3" fmla="*/ 43 h 25"/>
                  <a:gd name="T4" fmla="*/ 0 w 2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5">
                    <a:moveTo>
                      <a:pt x="0" y="0"/>
                    </a:moveTo>
                    <a:cubicBezTo>
                      <a:pt x="0" y="0"/>
                      <a:pt x="17" y="11"/>
                      <a:pt x="22" y="25"/>
                    </a:cubicBezTo>
                    <a:cubicBezTo>
                      <a:pt x="22" y="25"/>
                      <a:pt x="6" y="3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63" name="Freeform 441">
                <a:extLst>
                  <a:ext uri="{FF2B5EF4-FFF2-40B4-BE49-F238E27FC236}">
                    <a16:creationId xmlns:a16="http://schemas.microsoft.com/office/drawing/2014/main" id="{C193EF0A-25D5-4704-A870-1CFF899EE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305"/>
                <a:ext cx="42" cy="18"/>
              </a:xfrm>
              <a:custGeom>
                <a:avLst/>
                <a:gdLst>
                  <a:gd name="T0" fmla="*/ 60 w 35"/>
                  <a:gd name="T1" fmla="*/ 26 h 15"/>
                  <a:gd name="T2" fmla="*/ 0 w 35"/>
                  <a:gd name="T3" fmla="*/ 0 h 15"/>
                  <a:gd name="T4" fmla="*/ 60 w 35"/>
                  <a:gd name="T5" fmla="*/ 2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5">
                    <a:moveTo>
                      <a:pt x="35" y="15"/>
                    </a:moveTo>
                    <a:cubicBezTo>
                      <a:pt x="35" y="15"/>
                      <a:pt x="9" y="15"/>
                      <a:pt x="0" y="0"/>
                    </a:cubicBezTo>
                    <a:cubicBezTo>
                      <a:pt x="0" y="0"/>
                      <a:pt x="16" y="13"/>
                      <a:pt x="35" y="15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64" name="Freeform 442">
                <a:extLst>
                  <a:ext uri="{FF2B5EF4-FFF2-40B4-BE49-F238E27FC236}">
                    <a16:creationId xmlns:a16="http://schemas.microsoft.com/office/drawing/2014/main" id="{EA9CBE78-CD3F-415F-8D8D-A2C398BC4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368"/>
                <a:ext cx="5" cy="32"/>
              </a:xfrm>
              <a:custGeom>
                <a:avLst/>
                <a:gdLst>
                  <a:gd name="T0" fmla="*/ 0 w 4"/>
                  <a:gd name="T1" fmla="*/ 0 h 27"/>
                  <a:gd name="T2" fmla="*/ 0 w 4"/>
                  <a:gd name="T3" fmla="*/ 45 h 27"/>
                  <a:gd name="T4" fmla="*/ 0 w 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0" y="0"/>
                      <a:pt x="4" y="18"/>
                      <a:pt x="0" y="27"/>
                    </a:cubicBezTo>
                    <a:cubicBezTo>
                      <a:pt x="0" y="27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65" name="Freeform 443">
                <a:extLst>
                  <a:ext uri="{FF2B5EF4-FFF2-40B4-BE49-F238E27FC236}">
                    <a16:creationId xmlns:a16="http://schemas.microsoft.com/office/drawing/2014/main" id="{73A7A40E-6AF7-4F93-B6A8-B50CCA9D2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460"/>
                <a:ext cx="14" cy="50"/>
              </a:xfrm>
              <a:custGeom>
                <a:avLst/>
                <a:gdLst>
                  <a:gd name="T0" fmla="*/ 0 w 12"/>
                  <a:gd name="T1" fmla="*/ 0 h 42"/>
                  <a:gd name="T2" fmla="*/ 19 w 12"/>
                  <a:gd name="T3" fmla="*/ 71 h 42"/>
                  <a:gd name="T4" fmla="*/ 0 w 12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2">
                    <a:moveTo>
                      <a:pt x="0" y="0"/>
                    </a:moveTo>
                    <a:cubicBezTo>
                      <a:pt x="0" y="0"/>
                      <a:pt x="3" y="28"/>
                      <a:pt x="12" y="42"/>
                    </a:cubicBezTo>
                    <a:cubicBezTo>
                      <a:pt x="12" y="42"/>
                      <a:pt x="1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66" name="Freeform 444">
                <a:extLst>
                  <a:ext uri="{FF2B5EF4-FFF2-40B4-BE49-F238E27FC236}">
                    <a16:creationId xmlns:a16="http://schemas.microsoft.com/office/drawing/2014/main" id="{869EDD34-D622-4CE0-BFB4-B43A366BC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546"/>
                <a:ext cx="14" cy="38"/>
              </a:xfrm>
              <a:custGeom>
                <a:avLst/>
                <a:gdLst>
                  <a:gd name="T0" fmla="*/ 13 w 12"/>
                  <a:gd name="T1" fmla="*/ 0 h 32"/>
                  <a:gd name="T2" fmla="*/ 19 w 12"/>
                  <a:gd name="T3" fmla="*/ 53 h 32"/>
                  <a:gd name="T4" fmla="*/ 13 w 1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2">
                    <a:moveTo>
                      <a:pt x="8" y="0"/>
                    </a:moveTo>
                    <a:cubicBezTo>
                      <a:pt x="8" y="0"/>
                      <a:pt x="0" y="15"/>
                      <a:pt x="12" y="32"/>
                    </a:cubicBezTo>
                    <a:cubicBezTo>
                      <a:pt x="12" y="32"/>
                      <a:pt x="3" y="12"/>
                      <a:pt x="8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67" name="Freeform 445">
                <a:extLst>
                  <a:ext uri="{FF2B5EF4-FFF2-40B4-BE49-F238E27FC236}">
                    <a16:creationId xmlns:a16="http://schemas.microsoft.com/office/drawing/2014/main" id="{9F1CA30B-2901-459C-891F-22E7B1DB6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637"/>
                <a:ext cx="38" cy="15"/>
              </a:xfrm>
              <a:custGeom>
                <a:avLst/>
                <a:gdLst>
                  <a:gd name="T0" fmla="*/ 0 w 32"/>
                  <a:gd name="T1" fmla="*/ 23 h 12"/>
                  <a:gd name="T2" fmla="*/ 53 w 32"/>
                  <a:gd name="T3" fmla="*/ 0 h 12"/>
                  <a:gd name="T4" fmla="*/ 0 w 32"/>
                  <a:gd name="T5" fmla="*/ 2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0" y="11"/>
                    </a:moveTo>
                    <a:cubicBezTo>
                      <a:pt x="0" y="11"/>
                      <a:pt x="20" y="12"/>
                      <a:pt x="32" y="0"/>
                    </a:cubicBezTo>
                    <a:cubicBezTo>
                      <a:pt x="32" y="0"/>
                      <a:pt x="8" y="12"/>
                      <a:pt x="0" y="11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68" name="Freeform 446">
                <a:extLst>
                  <a:ext uri="{FF2B5EF4-FFF2-40B4-BE49-F238E27FC236}">
                    <a16:creationId xmlns:a16="http://schemas.microsoft.com/office/drawing/2014/main" id="{3716471E-6274-4B09-B03E-D9CC1704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659"/>
                <a:ext cx="50" cy="26"/>
              </a:xfrm>
              <a:custGeom>
                <a:avLst/>
                <a:gdLst>
                  <a:gd name="T0" fmla="*/ 74 w 41"/>
                  <a:gd name="T1" fmla="*/ 0 h 21"/>
                  <a:gd name="T2" fmla="*/ 0 w 41"/>
                  <a:gd name="T3" fmla="*/ 40 h 21"/>
                  <a:gd name="T4" fmla="*/ 74 w 41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1">
                    <a:moveTo>
                      <a:pt x="41" y="0"/>
                    </a:moveTo>
                    <a:cubicBezTo>
                      <a:pt x="41" y="0"/>
                      <a:pt x="30" y="20"/>
                      <a:pt x="0" y="21"/>
                    </a:cubicBezTo>
                    <a:cubicBezTo>
                      <a:pt x="0" y="21"/>
                      <a:pt x="31" y="12"/>
                      <a:pt x="41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69" name="Freeform 447">
                <a:extLst>
                  <a:ext uri="{FF2B5EF4-FFF2-40B4-BE49-F238E27FC236}">
                    <a16:creationId xmlns:a16="http://schemas.microsoft.com/office/drawing/2014/main" id="{20EA3981-5363-496B-9543-D40C67EE3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1708"/>
                <a:ext cx="62" cy="15"/>
              </a:xfrm>
              <a:custGeom>
                <a:avLst/>
                <a:gdLst>
                  <a:gd name="T0" fmla="*/ 0 w 52"/>
                  <a:gd name="T1" fmla="*/ 0 h 13"/>
                  <a:gd name="T2" fmla="*/ 88 w 52"/>
                  <a:gd name="T3" fmla="*/ 2 h 13"/>
                  <a:gd name="T4" fmla="*/ 0 w 5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3">
                    <a:moveTo>
                      <a:pt x="0" y="0"/>
                    </a:moveTo>
                    <a:cubicBezTo>
                      <a:pt x="0" y="0"/>
                      <a:pt x="33" y="13"/>
                      <a:pt x="52" y="2"/>
                    </a:cubicBezTo>
                    <a:cubicBezTo>
                      <a:pt x="52" y="2"/>
                      <a:pt x="19" y="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70" name="Freeform 448">
                <a:extLst>
                  <a:ext uri="{FF2B5EF4-FFF2-40B4-BE49-F238E27FC236}">
                    <a16:creationId xmlns:a16="http://schemas.microsoft.com/office/drawing/2014/main" id="{D71250F4-A650-4D63-8708-09DA63F65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723"/>
                <a:ext cx="52" cy="22"/>
              </a:xfrm>
              <a:custGeom>
                <a:avLst/>
                <a:gdLst>
                  <a:gd name="T0" fmla="*/ 0 w 43"/>
                  <a:gd name="T1" fmla="*/ 0 h 18"/>
                  <a:gd name="T2" fmla="*/ 76 w 43"/>
                  <a:gd name="T3" fmla="*/ 20 h 18"/>
                  <a:gd name="T4" fmla="*/ 0 w 4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8">
                    <a:moveTo>
                      <a:pt x="0" y="0"/>
                    </a:moveTo>
                    <a:cubicBezTo>
                      <a:pt x="0" y="0"/>
                      <a:pt x="18" y="18"/>
                      <a:pt x="43" y="11"/>
                    </a:cubicBezTo>
                    <a:cubicBezTo>
                      <a:pt x="43" y="11"/>
                      <a:pt x="9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71" name="Freeform 449">
                <a:extLst>
                  <a:ext uri="{FF2B5EF4-FFF2-40B4-BE49-F238E27FC236}">
                    <a16:creationId xmlns:a16="http://schemas.microsoft.com/office/drawing/2014/main" id="{EADE887E-34AC-485F-846B-205EAA91E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740"/>
                <a:ext cx="59" cy="21"/>
              </a:xfrm>
              <a:custGeom>
                <a:avLst/>
                <a:gdLst>
                  <a:gd name="T0" fmla="*/ 0 w 49"/>
                  <a:gd name="T1" fmla="*/ 0 h 17"/>
                  <a:gd name="T2" fmla="*/ 85 w 49"/>
                  <a:gd name="T3" fmla="*/ 21 h 17"/>
                  <a:gd name="T4" fmla="*/ 0 w 4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7">
                    <a:moveTo>
                      <a:pt x="0" y="0"/>
                    </a:moveTo>
                    <a:cubicBezTo>
                      <a:pt x="0" y="0"/>
                      <a:pt x="17" y="17"/>
                      <a:pt x="49" y="11"/>
                    </a:cubicBezTo>
                    <a:cubicBezTo>
                      <a:pt x="49" y="11"/>
                      <a:pt x="14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72" name="Freeform 450">
                <a:extLst>
                  <a:ext uri="{FF2B5EF4-FFF2-40B4-BE49-F238E27FC236}">
                    <a16:creationId xmlns:a16="http://schemas.microsoft.com/office/drawing/2014/main" id="{5591888F-1572-4C78-9F25-B0D10E84A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749"/>
                <a:ext cx="47" cy="17"/>
              </a:xfrm>
              <a:custGeom>
                <a:avLst/>
                <a:gdLst>
                  <a:gd name="T0" fmla="*/ 0 w 39"/>
                  <a:gd name="T1" fmla="*/ 0 h 14"/>
                  <a:gd name="T2" fmla="*/ 69 w 39"/>
                  <a:gd name="T3" fmla="*/ 22 h 14"/>
                  <a:gd name="T4" fmla="*/ 0 w 3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4">
                    <a:moveTo>
                      <a:pt x="0" y="0"/>
                    </a:moveTo>
                    <a:cubicBezTo>
                      <a:pt x="0" y="0"/>
                      <a:pt x="13" y="14"/>
                      <a:pt x="39" y="12"/>
                    </a:cubicBezTo>
                    <a:cubicBezTo>
                      <a:pt x="39" y="12"/>
                      <a:pt x="6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73" name="Freeform 451">
                <a:extLst>
                  <a:ext uri="{FF2B5EF4-FFF2-40B4-BE49-F238E27FC236}">
                    <a16:creationId xmlns:a16="http://schemas.microsoft.com/office/drawing/2014/main" id="{754DF405-0F4E-4863-A0A7-CB98DFF1D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758"/>
                <a:ext cx="53" cy="15"/>
              </a:xfrm>
              <a:custGeom>
                <a:avLst/>
                <a:gdLst>
                  <a:gd name="T0" fmla="*/ 0 w 44"/>
                  <a:gd name="T1" fmla="*/ 0 h 12"/>
                  <a:gd name="T2" fmla="*/ 77 w 44"/>
                  <a:gd name="T3" fmla="*/ 18 h 12"/>
                  <a:gd name="T4" fmla="*/ 0 w 4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2">
                    <a:moveTo>
                      <a:pt x="0" y="0"/>
                    </a:moveTo>
                    <a:cubicBezTo>
                      <a:pt x="0" y="0"/>
                      <a:pt x="20" y="12"/>
                      <a:pt x="44" y="9"/>
                    </a:cubicBezTo>
                    <a:cubicBezTo>
                      <a:pt x="44" y="9"/>
                      <a:pt x="13" y="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74" name="Freeform 452">
                <a:extLst>
                  <a:ext uri="{FF2B5EF4-FFF2-40B4-BE49-F238E27FC236}">
                    <a16:creationId xmlns:a16="http://schemas.microsoft.com/office/drawing/2014/main" id="{0CA0DB81-2150-405A-BE13-7EEADE21B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763"/>
                <a:ext cx="53" cy="28"/>
              </a:xfrm>
              <a:custGeom>
                <a:avLst/>
                <a:gdLst>
                  <a:gd name="T0" fmla="*/ 77 w 44"/>
                  <a:gd name="T1" fmla="*/ 0 h 23"/>
                  <a:gd name="T2" fmla="*/ 0 w 44"/>
                  <a:gd name="T3" fmla="*/ 27 h 23"/>
                  <a:gd name="T4" fmla="*/ 77 w 44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3">
                    <a:moveTo>
                      <a:pt x="44" y="0"/>
                    </a:moveTo>
                    <a:cubicBezTo>
                      <a:pt x="44" y="0"/>
                      <a:pt x="28" y="23"/>
                      <a:pt x="0" y="15"/>
                    </a:cubicBezTo>
                    <a:cubicBezTo>
                      <a:pt x="0" y="15"/>
                      <a:pt x="28" y="17"/>
                      <a:pt x="44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75" name="Freeform 453">
                <a:extLst>
                  <a:ext uri="{FF2B5EF4-FFF2-40B4-BE49-F238E27FC236}">
                    <a16:creationId xmlns:a16="http://schemas.microsoft.com/office/drawing/2014/main" id="{8201D051-6B10-42B2-AA05-6D1DC4EA4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774"/>
                <a:ext cx="70" cy="26"/>
              </a:xfrm>
              <a:custGeom>
                <a:avLst/>
                <a:gdLst>
                  <a:gd name="T0" fmla="*/ 0 w 58"/>
                  <a:gd name="T1" fmla="*/ 0 h 21"/>
                  <a:gd name="T2" fmla="*/ 101 w 58"/>
                  <a:gd name="T3" fmla="*/ 24 h 21"/>
                  <a:gd name="T4" fmla="*/ 0 w 5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1">
                    <a:moveTo>
                      <a:pt x="0" y="0"/>
                    </a:moveTo>
                    <a:cubicBezTo>
                      <a:pt x="0" y="0"/>
                      <a:pt x="23" y="21"/>
                      <a:pt x="58" y="12"/>
                    </a:cubicBezTo>
                    <a:cubicBezTo>
                      <a:pt x="58" y="12"/>
                      <a:pt x="14" y="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76" name="Rectangle 454">
                <a:extLst>
                  <a:ext uri="{FF2B5EF4-FFF2-40B4-BE49-F238E27FC236}">
                    <a16:creationId xmlns:a16="http://schemas.microsoft.com/office/drawing/2014/main" id="{B35CBB81-B662-4E92-8C81-000A14F6E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011"/>
                <a:ext cx="845" cy="160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977" name="Freeform 455">
                <a:extLst>
                  <a:ext uri="{FF2B5EF4-FFF2-40B4-BE49-F238E27FC236}">
                    <a16:creationId xmlns:a16="http://schemas.microsoft.com/office/drawing/2014/main" id="{61355C6D-890E-4E95-B0EB-51D9F7834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011"/>
                <a:ext cx="352" cy="960"/>
              </a:xfrm>
              <a:custGeom>
                <a:avLst/>
                <a:gdLst>
                  <a:gd name="T0" fmla="*/ 12 w 293"/>
                  <a:gd name="T1" fmla="*/ 0 h 794"/>
                  <a:gd name="T2" fmla="*/ 7 w 293"/>
                  <a:gd name="T3" fmla="*/ 0 h 794"/>
                  <a:gd name="T4" fmla="*/ 7 w 293"/>
                  <a:gd name="T5" fmla="*/ 0 h 794"/>
                  <a:gd name="T6" fmla="*/ 0 w 293"/>
                  <a:gd name="T7" fmla="*/ 0 h 794"/>
                  <a:gd name="T8" fmla="*/ 0 w 293"/>
                  <a:gd name="T9" fmla="*/ 233 h 794"/>
                  <a:gd name="T10" fmla="*/ 0 w 293"/>
                  <a:gd name="T11" fmla="*/ 233 h 794"/>
                  <a:gd name="T12" fmla="*/ 364 w 293"/>
                  <a:gd name="T13" fmla="*/ 700 h 794"/>
                  <a:gd name="T14" fmla="*/ 0 w 293"/>
                  <a:gd name="T15" fmla="*/ 1167 h 794"/>
                  <a:gd name="T16" fmla="*/ 0 w 293"/>
                  <a:gd name="T17" fmla="*/ 1167 h 794"/>
                  <a:gd name="T18" fmla="*/ 0 w 293"/>
                  <a:gd name="T19" fmla="*/ 1404 h 794"/>
                  <a:gd name="T20" fmla="*/ 2 w 293"/>
                  <a:gd name="T21" fmla="*/ 1404 h 794"/>
                  <a:gd name="T22" fmla="*/ 12 w 293"/>
                  <a:gd name="T23" fmla="*/ 1404 h 794"/>
                  <a:gd name="T24" fmla="*/ 508 w 293"/>
                  <a:gd name="T25" fmla="*/ 701 h 794"/>
                  <a:gd name="T26" fmla="*/ 12 w 293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3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16" y="132"/>
                      <a:pt x="210" y="250"/>
                      <a:pt x="210" y="396"/>
                    </a:cubicBezTo>
                    <a:cubicBezTo>
                      <a:pt x="210" y="541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3" y="794"/>
                      <a:pt x="5" y="794"/>
                      <a:pt x="7" y="794"/>
                    </a:cubicBezTo>
                    <a:cubicBezTo>
                      <a:pt x="165" y="794"/>
                      <a:pt x="293" y="616"/>
                      <a:pt x="293" y="397"/>
                    </a:cubicBezTo>
                    <a:cubicBezTo>
                      <a:pt x="293" y="178"/>
                      <a:pt x="165" y="0"/>
                      <a:pt x="7" y="0"/>
                    </a:cubicBezTo>
                    <a:close/>
                  </a:path>
                </a:pathLst>
              </a:custGeom>
              <a:solidFill>
                <a:srgbClr val="BC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78" name="Rectangle 456">
                <a:extLst>
                  <a:ext uri="{FF2B5EF4-FFF2-40B4-BE49-F238E27FC236}">
                    <a16:creationId xmlns:a16="http://schemas.microsoft.com/office/drawing/2014/main" id="{4D2161C5-E2FC-490B-996A-D2356CC20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083"/>
                <a:ext cx="845" cy="88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979" name="Rectangle 457">
                <a:extLst>
                  <a:ext uri="{FF2B5EF4-FFF2-40B4-BE49-F238E27FC236}">
                    <a16:creationId xmlns:a16="http://schemas.microsoft.com/office/drawing/2014/main" id="{D58E69E4-BA85-4495-BA43-6AF32EEF9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809"/>
                <a:ext cx="845" cy="162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980" name="Rectangle 458">
                <a:extLst>
                  <a:ext uri="{FF2B5EF4-FFF2-40B4-BE49-F238E27FC236}">
                    <a16:creationId xmlns:a16="http://schemas.microsoft.com/office/drawing/2014/main" id="{D19AFCA8-EEAA-4EBC-A56E-AAF1A399C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809"/>
                <a:ext cx="845" cy="89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981" name="Freeform 459">
                <a:extLst>
                  <a:ext uri="{FF2B5EF4-FFF2-40B4-BE49-F238E27FC236}">
                    <a16:creationId xmlns:a16="http://schemas.microsoft.com/office/drawing/2014/main" id="{153F3C1F-DB3B-4D9D-9A53-F58E8A052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082"/>
                <a:ext cx="311" cy="817"/>
              </a:xfrm>
              <a:custGeom>
                <a:avLst/>
                <a:gdLst>
                  <a:gd name="T0" fmla="*/ 23 w 259"/>
                  <a:gd name="T1" fmla="*/ 0 h 675"/>
                  <a:gd name="T2" fmla="*/ 0 w 259"/>
                  <a:gd name="T3" fmla="*/ 1 h 675"/>
                  <a:gd name="T4" fmla="*/ 0 w 259"/>
                  <a:gd name="T5" fmla="*/ 130 h 675"/>
                  <a:gd name="T6" fmla="*/ 0 w 259"/>
                  <a:gd name="T7" fmla="*/ 130 h 675"/>
                  <a:gd name="T8" fmla="*/ 364 w 259"/>
                  <a:gd name="T9" fmla="*/ 598 h 675"/>
                  <a:gd name="T10" fmla="*/ 0 w 259"/>
                  <a:gd name="T11" fmla="*/ 1065 h 675"/>
                  <a:gd name="T12" fmla="*/ 0 w 259"/>
                  <a:gd name="T13" fmla="*/ 1065 h 675"/>
                  <a:gd name="T14" fmla="*/ 0 w 259"/>
                  <a:gd name="T15" fmla="*/ 1197 h 675"/>
                  <a:gd name="T16" fmla="*/ 23 w 259"/>
                  <a:gd name="T17" fmla="*/ 1197 h 675"/>
                  <a:gd name="T18" fmla="*/ 448 w 259"/>
                  <a:gd name="T19" fmla="*/ 599 h 675"/>
                  <a:gd name="T20" fmla="*/ 23 w 259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675">
                    <a:moveTo>
                      <a:pt x="13" y="0"/>
                    </a:moveTo>
                    <a:cubicBezTo>
                      <a:pt x="9" y="0"/>
                      <a:pt x="4" y="1"/>
                      <a:pt x="0" y="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7"/>
                    </a:cubicBezTo>
                    <a:cubicBezTo>
                      <a:pt x="210" y="483"/>
                      <a:pt x="116" y="601"/>
                      <a:pt x="0" y="601"/>
                    </a:cubicBezTo>
                    <a:cubicBezTo>
                      <a:pt x="0" y="601"/>
                      <a:pt x="0" y="601"/>
                      <a:pt x="0" y="601"/>
                    </a:cubicBezTo>
                    <a:cubicBezTo>
                      <a:pt x="0" y="675"/>
                      <a:pt x="0" y="675"/>
                      <a:pt x="0" y="675"/>
                    </a:cubicBezTo>
                    <a:cubicBezTo>
                      <a:pt x="4" y="675"/>
                      <a:pt x="9" y="675"/>
                      <a:pt x="13" y="675"/>
                    </a:cubicBezTo>
                    <a:cubicBezTo>
                      <a:pt x="142" y="675"/>
                      <a:pt x="259" y="525"/>
                      <a:pt x="259" y="338"/>
                    </a:cubicBezTo>
                    <a:cubicBezTo>
                      <a:pt x="259" y="152"/>
                      <a:pt x="142" y="0"/>
                      <a:pt x="13" y="0"/>
                    </a:cubicBezTo>
                    <a:close/>
                  </a:path>
                </a:pathLst>
              </a:custGeom>
              <a:solidFill>
                <a:srgbClr val="CC7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82" name="Rectangle 460">
                <a:extLst>
                  <a:ext uri="{FF2B5EF4-FFF2-40B4-BE49-F238E27FC236}">
                    <a16:creationId xmlns:a16="http://schemas.microsoft.com/office/drawing/2014/main" id="{E1F9934C-4D72-4C56-96B1-F22D6FB7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809"/>
                <a:ext cx="845" cy="89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983" name="Freeform 461">
                <a:extLst>
                  <a:ext uri="{FF2B5EF4-FFF2-40B4-BE49-F238E27FC236}">
                    <a16:creationId xmlns:a16="http://schemas.microsoft.com/office/drawing/2014/main" id="{64CD99D4-64CB-4373-80AA-15F9F27B0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014"/>
                <a:ext cx="155" cy="40"/>
              </a:xfrm>
              <a:custGeom>
                <a:avLst/>
                <a:gdLst>
                  <a:gd name="T0" fmla="*/ 0 w 128"/>
                  <a:gd name="T1" fmla="*/ 28 h 33"/>
                  <a:gd name="T2" fmla="*/ 61 w 128"/>
                  <a:gd name="T3" fmla="*/ 1 h 33"/>
                  <a:gd name="T4" fmla="*/ 126 w 128"/>
                  <a:gd name="T5" fmla="*/ 1 h 33"/>
                  <a:gd name="T6" fmla="*/ 183 w 128"/>
                  <a:gd name="T7" fmla="*/ 19 h 33"/>
                  <a:gd name="T8" fmla="*/ 228 w 128"/>
                  <a:gd name="T9" fmla="*/ 27 h 33"/>
                  <a:gd name="T10" fmla="*/ 166 w 128"/>
                  <a:gd name="T11" fmla="*/ 48 h 33"/>
                  <a:gd name="T12" fmla="*/ 86 w 128"/>
                  <a:gd name="T13" fmla="*/ 57 h 33"/>
                  <a:gd name="T14" fmla="*/ 27 w 128"/>
                  <a:gd name="T15" fmla="*/ 40 h 33"/>
                  <a:gd name="T16" fmla="*/ 2 w 128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8" h="33">
                    <a:moveTo>
                      <a:pt x="0" y="16"/>
                    </a:moveTo>
                    <a:cubicBezTo>
                      <a:pt x="12" y="12"/>
                      <a:pt x="20" y="3"/>
                      <a:pt x="34" y="1"/>
                    </a:cubicBezTo>
                    <a:cubicBezTo>
                      <a:pt x="46" y="0"/>
                      <a:pt x="59" y="0"/>
                      <a:pt x="71" y="1"/>
                    </a:cubicBezTo>
                    <a:cubicBezTo>
                      <a:pt x="83" y="3"/>
                      <a:pt x="92" y="9"/>
                      <a:pt x="103" y="11"/>
                    </a:cubicBezTo>
                    <a:cubicBezTo>
                      <a:pt x="112" y="13"/>
                      <a:pt x="121" y="13"/>
                      <a:pt x="128" y="15"/>
                    </a:cubicBezTo>
                    <a:cubicBezTo>
                      <a:pt x="116" y="16"/>
                      <a:pt x="104" y="23"/>
                      <a:pt x="93" y="27"/>
                    </a:cubicBezTo>
                    <a:cubicBezTo>
                      <a:pt x="79" y="32"/>
                      <a:pt x="64" y="33"/>
                      <a:pt x="49" y="32"/>
                    </a:cubicBezTo>
                    <a:cubicBezTo>
                      <a:pt x="37" y="31"/>
                      <a:pt x="27" y="26"/>
                      <a:pt x="15" y="22"/>
                    </a:cubicBezTo>
                    <a:cubicBezTo>
                      <a:pt x="10" y="21"/>
                      <a:pt x="5" y="21"/>
                      <a:pt x="2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84" name="Freeform 462">
                <a:extLst>
                  <a:ext uri="{FF2B5EF4-FFF2-40B4-BE49-F238E27FC236}">
                    <a16:creationId xmlns:a16="http://schemas.microsoft.com/office/drawing/2014/main" id="{952848C1-AC05-4401-9AEC-8C87F3420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016"/>
                <a:ext cx="134" cy="35"/>
              </a:xfrm>
              <a:custGeom>
                <a:avLst/>
                <a:gdLst>
                  <a:gd name="T0" fmla="*/ 0 w 111"/>
                  <a:gd name="T1" fmla="*/ 21 h 29"/>
                  <a:gd name="T2" fmla="*/ 43 w 111"/>
                  <a:gd name="T3" fmla="*/ 8 h 29"/>
                  <a:gd name="T4" fmla="*/ 104 w 111"/>
                  <a:gd name="T5" fmla="*/ 1 h 29"/>
                  <a:gd name="T6" fmla="*/ 196 w 111"/>
                  <a:gd name="T7" fmla="*/ 17 h 29"/>
                  <a:gd name="T8" fmla="*/ 69 w 111"/>
                  <a:gd name="T9" fmla="*/ 40 h 29"/>
                  <a:gd name="T10" fmla="*/ 0 w 111"/>
                  <a:gd name="T11" fmla="*/ 2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29">
                    <a:moveTo>
                      <a:pt x="0" y="12"/>
                    </a:moveTo>
                    <a:cubicBezTo>
                      <a:pt x="7" y="16"/>
                      <a:pt x="18" y="7"/>
                      <a:pt x="25" y="5"/>
                    </a:cubicBezTo>
                    <a:cubicBezTo>
                      <a:pt x="36" y="0"/>
                      <a:pt x="47" y="1"/>
                      <a:pt x="59" y="1"/>
                    </a:cubicBezTo>
                    <a:cubicBezTo>
                      <a:pt x="78" y="1"/>
                      <a:pt x="94" y="1"/>
                      <a:pt x="111" y="10"/>
                    </a:cubicBezTo>
                    <a:cubicBezTo>
                      <a:pt x="89" y="21"/>
                      <a:pt x="63" y="29"/>
                      <a:pt x="39" y="22"/>
                    </a:cubicBezTo>
                    <a:cubicBezTo>
                      <a:pt x="26" y="19"/>
                      <a:pt x="14" y="15"/>
                      <a:pt x="0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85" name="Freeform 463">
                <a:extLst>
                  <a:ext uri="{FF2B5EF4-FFF2-40B4-BE49-F238E27FC236}">
                    <a16:creationId xmlns:a16="http://schemas.microsoft.com/office/drawing/2014/main" id="{A3FD5B3B-B7FB-4F2A-9908-AD3DA2690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046"/>
                <a:ext cx="166" cy="33"/>
              </a:xfrm>
              <a:custGeom>
                <a:avLst/>
                <a:gdLst>
                  <a:gd name="T0" fmla="*/ 49 w 138"/>
                  <a:gd name="T1" fmla="*/ 13 h 27"/>
                  <a:gd name="T2" fmla="*/ 24 w 138"/>
                  <a:gd name="T3" fmla="*/ 24 h 27"/>
                  <a:gd name="T4" fmla="*/ 0 w 138"/>
                  <a:gd name="T5" fmla="*/ 33 h 27"/>
                  <a:gd name="T6" fmla="*/ 94 w 138"/>
                  <a:gd name="T7" fmla="*/ 42 h 27"/>
                  <a:gd name="T8" fmla="*/ 155 w 138"/>
                  <a:gd name="T9" fmla="*/ 48 h 27"/>
                  <a:gd name="T10" fmla="*/ 241 w 138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27">
                    <a:moveTo>
                      <a:pt x="28" y="7"/>
                    </a:moveTo>
                    <a:cubicBezTo>
                      <a:pt x="21" y="4"/>
                      <a:pt x="19" y="10"/>
                      <a:pt x="14" y="13"/>
                    </a:cubicBezTo>
                    <a:cubicBezTo>
                      <a:pt x="10" y="16"/>
                      <a:pt x="4" y="15"/>
                      <a:pt x="0" y="18"/>
                    </a:cubicBezTo>
                    <a:cubicBezTo>
                      <a:pt x="14" y="25"/>
                      <a:pt x="38" y="21"/>
                      <a:pt x="54" y="23"/>
                    </a:cubicBezTo>
                    <a:cubicBezTo>
                      <a:pt x="66" y="24"/>
                      <a:pt x="76" y="27"/>
                      <a:pt x="89" y="26"/>
                    </a:cubicBezTo>
                    <a:cubicBezTo>
                      <a:pt x="109" y="25"/>
                      <a:pt x="124" y="13"/>
                      <a:pt x="13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86" name="Freeform 464">
                <a:extLst>
                  <a:ext uri="{FF2B5EF4-FFF2-40B4-BE49-F238E27FC236}">
                    <a16:creationId xmlns:a16="http://schemas.microsoft.com/office/drawing/2014/main" id="{F6E78F44-3916-4680-9BE5-73AD27505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067"/>
                <a:ext cx="53" cy="14"/>
              </a:xfrm>
              <a:custGeom>
                <a:avLst/>
                <a:gdLst>
                  <a:gd name="T0" fmla="*/ 77 w 44"/>
                  <a:gd name="T1" fmla="*/ 1 h 12"/>
                  <a:gd name="T2" fmla="*/ 0 w 44"/>
                  <a:gd name="T3" fmla="*/ 1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">
                    <a:moveTo>
                      <a:pt x="44" y="1"/>
                    </a:moveTo>
                    <a:cubicBezTo>
                      <a:pt x="28" y="0"/>
                      <a:pt x="13" y="5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87" name="Freeform 465">
                <a:extLst>
                  <a:ext uri="{FF2B5EF4-FFF2-40B4-BE49-F238E27FC236}">
                    <a16:creationId xmlns:a16="http://schemas.microsoft.com/office/drawing/2014/main" id="{58121B11-3A87-42D5-9EBB-1FC01F215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013"/>
                <a:ext cx="141" cy="44"/>
              </a:xfrm>
              <a:custGeom>
                <a:avLst/>
                <a:gdLst>
                  <a:gd name="T0" fmla="*/ 0 w 117"/>
                  <a:gd name="T1" fmla="*/ 20 h 36"/>
                  <a:gd name="T2" fmla="*/ 77 w 117"/>
                  <a:gd name="T3" fmla="*/ 1 h 36"/>
                  <a:gd name="T4" fmla="*/ 134 w 117"/>
                  <a:gd name="T5" fmla="*/ 13 h 36"/>
                  <a:gd name="T6" fmla="*/ 205 w 117"/>
                  <a:gd name="T7" fmla="*/ 22 h 36"/>
                  <a:gd name="T8" fmla="*/ 83 w 117"/>
                  <a:gd name="T9" fmla="*/ 60 h 36"/>
                  <a:gd name="T10" fmla="*/ 0 w 117"/>
                  <a:gd name="T11" fmla="*/ 2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6">
                    <a:moveTo>
                      <a:pt x="0" y="11"/>
                    </a:moveTo>
                    <a:cubicBezTo>
                      <a:pt x="14" y="4"/>
                      <a:pt x="28" y="0"/>
                      <a:pt x="44" y="1"/>
                    </a:cubicBezTo>
                    <a:cubicBezTo>
                      <a:pt x="55" y="1"/>
                      <a:pt x="65" y="4"/>
                      <a:pt x="76" y="7"/>
                    </a:cubicBezTo>
                    <a:cubicBezTo>
                      <a:pt x="89" y="10"/>
                      <a:pt x="105" y="8"/>
                      <a:pt x="117" y="12"/>
                    </a:cubicBezTo>
                    <a:cubicBezTo>
                      <a:pt x="97" y="23"/>
                      <a:pt x="71" y="36"/>
                      <a:pt x="47" y="33"/>
                    </a:cubicBezTo>
                    <a:cubicBezTo>
                      <a:pt x="33" y="31"/>
                      <a:pt x="11" y="24"/>
                      <a:pt x="0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88" name="Freeform 466">
                <a:extLst>
                  <a:ext uri="{FF2B5EF4-FFF2-40B4-BE49-F238E27FC236}">
                    <a16:creationId xmlns:a16="http://schemas.microsoft.com/office/drawing/2014/main" id="{0F7E8251-881E-403D-B677-31286A7F8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052"/>
                <a:ext cx="146" cy="28"/>
              </a:xfrm>
              <a:custGeom>
                <a:avLst/>
                <a:gdLst>
                  <a:gd name="T0" fmla="*/ 0 w 121"/>
                  <a:gd name="T1" fmla="*/ 27 h 23"/>
                  <a:gd name="T2" fmla="*/ 41 w 121"/>
                  <a:gd name="T3" fmla="*/ 28 h 23"/>
                  <a:gd name="T4" fmla="*/ 71 w 121"/>
                  <a:gd name="T5" fmla="*/ 33 h 23"/>
                  <a:gd name="T6" fmla="*/ 122 w 121"/>
                  <a:gd name="T7" fmla="*/ 41 h 23"/>
                  <a:gd name="T8" fmla="*/ 212 w 12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23">
                    <a:moveTo>
                      <a:pt x="0" y="15"/>
                    </a:moveTo>
                    <a:cubicBezTo>
                      <a:pt x="7" y="17"/>
                      <a:pt x="16" y="15"/>
                      <a:pt x="23" y="16"/>
                    </a:cubicBezTo>
                    <a:cubicBezTo>
                      <a:pt x="29" y="17"/>
                      <a:pt x="35" y="18"/>
                      <a:pt x="41" y="18"/>
                    </a:cubicBezTo>
                    <a:cubicBezTo>
                      <a:pt x="51" y="18"/>
                      <a:pt x="60" y="22"/>
                      <a:pt x="70" y="23"/>
                    </a:cubicBezTo>
                    <a:cubicBezTo>
                      <a:pt x="88" y="23"/>
                      <a:pt x="106" y="8"/>
                      <a:pt x="12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89" name="Freeform 467">
                <a:extLst>
                  <a:ext uri="{FF2B5EF4-FFF2-40B4-BE49-F238E27FC236}">
                    <a16:creationId xmlns:a16="http://schemas.microsoft.com/office/drawing/2014/main" id="{E3865DD7-7283-4A62-B647-C3AB91B7D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022"/>
                <a:ext cx="163" cy="59"/>
              </a:xfrm>
              <a:custGeom>
                <a:avLst/>
                <a:gdLst>
                  <a:gd name="T0" fmla="*/ 0 w 135"/>
                  <a:gd name="T1" fmla="*/ 45 h 49"/>
                  <a:gd name="T2" fmla="*/ 68 w 135"/>
                  <a:gd name="T3" fmla="*/ 70 h 49"/>
                  <a:gd name="T4" fmla="*/ 111 w 135"/>
                  <a:gd name="T5" fmla="*/ 85 h 49"/>
                  <a:gd name="T6" fmla="*/ 176 w 135"/>
                  <a:gd name="T7" fmla="*/ 66 h 49"/>
                  <a:gd name="T8" fmla="*/ 238 w 135"/>
                  <a:gd name="T9" fmla="*/ 26 h 49"/>
                  <a:gd name="T10" fmla="*/ 180 w 135"/>
                  <a:gd name="T11" fmla="*/ 23 h 49"/>
                  <a:gd name="T12" fmla="*/ 128 w 135"/>
                  <a:gd name="T13" fmla="*/ 14 h 49"/>
                  <a:gd name="T14" fmla="*/ 78 w 135"/>
                  <a:gd name="T15" fmla="*/ 12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49">
                    <a:moveTo>
                      <a:pt x="0" y="26"/>
                    </a:moveTo>
                    <a:cubicBezTo>
                      <a:pt x="13" y="30"/>
                      <a:pt x="26" y="35"/>
                      <a:pt x="38" y="40"/>
                    </a:cubicBezTo>
                    <a:cubicBezTo>
                      <a:pt x="47" y="44"/>
                      <a:pt x="54" y="48"/>
                      <a:pt x="63" y="49"/>
                    </a:cubicBezTo>
                    <a:cubicBezTo>
                      <a:pt x="75" y="49"/>
                      <a:pt x="89" y="44"/>
                      <a:pt x="100" y="38"/>
                    </a:cubicBezTo>
                    <a:cubicBezTo>
                      <a:pt x="110" y="33"/>
                      <a:pt x="129" y="25"/>
                      <a:pt x="135" y="15"/>
                    </a:cubicBezTo>
                    <a:cubicBezTo>
                      <a:pt x="124" y="11"/>
                      <a:pt x="113" y="14"/>
                      <a:pt x="102" y="13"/>
                    </a:cubicBezTo>
                    <a:cubicBezTo>
                      <a:pt x="92" y="12"/>
                      <a:pt x="82" y="10"/>
                      <a:pt x="73" y="8"/>
                    </a:cubicBezTo>
                    <a:cubicBezTo>
                      <a:pt x="65" y="6"/>
                      <a:pt x="53" y="0"/>
                      <a:pt x="45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90" name="Freeform 468">
                <a:extLst>
                  <a:ext uri="{FF2B5EF4-FFF2-40B4-BE49-F238E27FC236}">
                    <a16:creationId xmlns:a16="http://schemas.microsoft.com/office/drawing/2014/main" id="{E3D3A0E8-3F15-41C6-ABF1-474DE5653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1011"/>
                <a:ext cx="91" cy="22"/>
              </a:xfrm>
              <a:custGeom>
                <a:avLst/>
                <a:gdLst>
                  <a:gd name="T0" fmla="*/ 0 w 76"/>
                  <a:gd name="T1" fmla="*/ 33 h 18"/>
                  <a:gd name="T2" fmla="*/ 80 w 76"/>
                  <a:gd name="T3" fmla="*/ 15 h 18"/>
                  <a:gd name="T4" fmla="*/ 131 w 7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18">
                    <a:moveTo>
                      <a:pt x="0" y="18"/>
                    </a:moveTo>
                    <a:cubicBezTo>
                      <a:pt x="18" y="18"/>
                      <a:pt x="31" y="13"/>
                      <a:pt x="47" y="8"/>
                    </a:cubicBezTo>
                    <a:cubicBezTo>
                      <a:pt x="56" y="6"/>
                      <a:pt x="68" y="5"/>
                      <a:pt x="7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91" name="Freeform 469">
                <a:extLst>
                  <a:ext uri="{FF2B5EF4-FFF2-40B4-BE49-F238E27FC236}">
                    <a16:creationId xmlns:a16="http://schemas.microsoft.com/office/drawing/2014/main" id="{4D3BAF5F-7095-439C-8ADE-C0FC74A21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1030"/>
                <a:ext cx="142" cy="30"/>
              </a:xfrm>
              <a:custGeom>
                <a:avLst/>
                <a:gdLst>
                  <a:gd name="T0" fmla="*/ 0 w 118"/>
                  <a:gd name="T1" fmla="*/ 43 h 25"/>
                  <a:gd name="T2" fmla="*/ 102 w 118"/>
                  <a:gd name="T3" fmla="*/ 8 h 25"/>
                  <a:gd name="T4" fmla="*/ 165 w 118"/>
                  <a:gd name="T5" fmla="*/ 17 h 25"/>
                  <a:gd name="T6" fmla="*/ 206 w 118"/>
                  <a:gd name="T7" fmla="*/ 2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25">
                    <a:moveTo>
                      <a:pt x="0" y="25"/>
                    </a:moveTo>
                    <a:cubicBezTo>
                      <a:pt x="21" y="17"/>
                      <a:pt x="34" y="0"/>
                      <a:pt x="59" y="5"/>
                    </a:cubicBezTo>
                    <a:cubicBezTo>
                      <a:pt x="71" y="8"/>
                      <a:pt x="83" y="8"/>
                      <a:pt x="95" y="10"/>
                    </a:cubicBezTo>
                    <a:cubicBezTo>
                      <a:pt x="103" y="11"/>
                      <a:pt x="110" y="15"/>
                      <a:pt x="118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92" name="Freeform 470">
                <a:extLst>
                  <a:ext uri="{FF2B5EF4-FFF2-40B4-BE49-F238E27FC236}">
                    <a16:creationId xmlns:a16="http://schemas.microsoft.com/office/drawing/2014/main" id="{3203A4C1-9AF1-46B5-B5C2-CAD39B2AA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051"/>
                <a:ext cx="147" cy="29"/>
              </a:xfrm>
              <a:custGeom>
                <a:avLst/>
                <a:gdLst>
                  <a:gd name="T0" fmla="*/ 213 w 122"/>
                  <a:gd name="T1" fmla="*/ 0 h 24"/>
                  <a:gd name="T2" fmla="*/ 127 w 122"/>
                  <a:gd name="T3" fmla="*/ 41 h 24"/>
                  <a:gd name="T4" fmla="*/ 86 w 122"/>
                  <a:gd name="T5" fmla="*/ 41 h 24"/>
                  <a:gd name="T6" fmla="*/ 40 w 122"/>
                  <a:gd name="T7" fmla="*/ 30 h 24"/>
                  <a:gd name="T8" fmla="*/ 0 w 122"/>
                  <a:gd name="T9" fmla="*/ 2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24">
                    <a:moveTo>
                      <a:pt x="122" y="0"/>
                    </a:moveTo>
                    <a:cubicBezTo>
                      <a:pt x="106" y="8"/>
                      <a:pt x="90" y="21"/>
                      <a:pt x="72" y="23"/>
                    </a:cubicBezTo>
                    <a:cubicBezTo>
                      <a:pt x="65" y="24"/>
                      <a:pt x="56" y="23"/>
                      <a:pt x="49" y="23"/>
                    </a:cubicBezTo>
                    <a:cubicBezTo>
                      <a:pt x="40" y="22"/>
                      <a:pt x="31" y="19"/>
                      <a:pt x="22" y="17"/>
                    </a:cubicBezTo>
                    <a:cubicBezTo>
                      <a:pt x="15" y="15"/>
                      <a:pt x="7" y="12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93" name="Freeform 471">
                <a:extLst>
                  <a:ext uri="{FF2B5EF4-FFF2-40B4-BE49-F238E27FC236}">
                    <a16:creationId xmlns:a16="http://schemas.microsoft.com/office/drawing/2014/main" id="{94DCD5F6-E18E-433E-907D-B90817BAB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013"/>
                <a:ext cx="64" cy="27"/>
              </a:xfrm>
              <a:custGeom>
                <a:avLst/>
                <a:gdLst>
                  <a:gd name="T0" fmla="*/ 0 w 53"/>
                  <a:gd name="T1" fmla="*/ 41 h 22"/>
                  <a:gd name="T2" fmla="*/ 65 w 53"/>
                  <a:gd name="T3" fmla="*/ 11 h 22"/>
                  <a:gd name="T4" fmla="*/ 93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0" y="22"/>
                    </a:moveTo>
                    <a:cubicBezTo>
                      <a:pt x="15" y="20"/>
                      <a:pt x="25" y="15"/>
                      <a:pt x="37" y="6"/>
                    </a:cubicBezTo>
                    <a:cubicBezTo>
                      <a:pt x="42" y="3"/>
                      <a:pt x="47" y="0"/>
                      <a:pt x="5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94" name="Freeform 472">
                <a:extLst>
                  <a:ext uri="{FF2B5EF4-FFF2-40B4-BE49-F238E27FC236}">
                    <a16:creationId xmlns:a16="http://schemas.microsoft.com/office/drawing/2014/main" id="{F2C8B182-48AB-49AD-9045-9A1CE340E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013"/>
                <a:ext cx="127" cy="20"/>
              </a:xfrm>
              <a:custGeom>
                <a:avLst/>
                <a:gdLst>
                  <a:gd name="T0" fmla="*/ 0 w 105"/>
                  <a:gd name="T1" fmla="*/ 13 h 16"/>
                  <a:gd name="T2" fmla="*/ 99 w 105"/>
                  <a:gd name="T3" fmla="*/ 8 h 16"/>
                  <a:gd name="T4" fmla="*/ 186 w 105"/>
                  <a:gd name="T5" fmla="*/ 3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16">
                    <a:moveTo>
                      <a:pt x="0" y="6"/>
                    </a:moveTo>
                    <a:cubicBezTo>
                      <a:pt x="20" y="1"/>
                      <a:pt x="36" y="0"/>
                      <a:pt x="56" y="4"/>
                    </a:cubicBezTo>
                    <a:cubicBezTo>
                      <a:pt x="72" y="8"/>
                      <a:pt x="89" y="16"/>
                      <a:pt x="105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95" name="Freeform 473">
                <a:extLst>
                  <a:ext uri="{FF2B5EF4-FFF2-40B4-BE49-F238E27FC236}">
                    <a16:creationId xmlns:a16="http://schemas.microsoft.com/office/drawing/2014/main" id="{B2821AFF-B855-4E6B-ABB0-DC31F65EA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031"/>
                <a:ext cx="108" cy="20"/>
              </a:xfrm>
              <a:custGeom>
                <a:avLst/>
                <a:gdLst>
                  <a:gd name="T0" fmla="*/ 156 w 90"/>
                  <a:gd name="T1" fmla="*/ 1 h 16"/>
                  <a:gd name="T2" fmla="*/ 103 w 90"/>
                  <a:gd name="T3" fmla="*/ 20 h 16"/>
                  <a:gd name="T4" fmla="*/ 49 w 90"/>
                  <a:gd name="T5" fmla="*/ 30 h 16"/>
                  <a:gd name="T6" fmla="*/ 0 w 90"/>
                  <a:gd name="T7" fmla="*/ 3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6">
                    <a:moveTo>
                      <a:pt x="90" y="1"/>
                    </a:moveTo>
                    <a:cubicBezTo>
                      <a:pt x="81" y="0"/>
                      <a:pt x="69" y="7"/>
                      <a:pt x="60" y="10"/>
                    </a:cubicBezTo>
                    <a:cubicBezTo>
                      <a:pt x="49" y="14"/>
                      <a:pt x="40" y="14"/>
                      <a:pt x="28" y="15"/>
                    </a:cubicBezTo>
                    <a:cubicBezTo>
                      <a:pt x="19" y="16"/>
                      <a:pt x="10" y="16"/>
                      <a:pt x="0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96" name="Freeform 474">
                <a:extLst>
                  <a:ext uri="{FF2B5EF4-FFF2-40B4-BE49-F238E27FC236}">
                    <a16:creationId xmlns:a16="http://schemas.microsoft.com/office/drawing/2014/main" id="{1EBFFBDD-E905-46FD-A7CA-F7720F68F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046"/>
                <a:ext cx="112" cy="34"/>
              </a:xfrm>
              <a:custGeom>
                <a:avLst/>
                <a:gdLst>
                  <a:gd name="T0" fmla="*/ 0 w 93"/>
                  <a:gd name="T1" fmla="*/ 0 h 28"/>
                  <a:gd name="T2" fmla="*/ 51 w 93"/>
                  <a:gd name="T3" fmla="*/ 9 h 28"/>
                  <a:gd name="T4" fmla="*/ 105 w 93"/>
                  <a:gd name="T5" fmla="*/ 33 h 28"/>
                  <a:gd name="T6" fmla="*/ 163 w 93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28">
                    <a:moveTo>
                      <a:pt x="0" y="0"/>
                    </a:moveTo>
                    <a:cubicBezTo>
                      <a:pt x="4" y="5"/>
                      <a:pt x="23" y="3"/>
                      <a:pt x="29" y="5"/>
                    </a:cubicBezTo>
                    <a:cubicBezTo>
                      <a:pt x="40" y="9"/>
                      <a:pt x="50" y="14"/>
                      <a:pt x="60" y="18"/>
                    </a:cubicBezTo>
                    <a:cubicBezTo>
                      <a:pt x="69" y="21"/>
                      <a:pt x="83" y="27"/>
                      <a:pt x="93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97" name="Freeform 475">
                <a:extLst>
                  <a:ext uri="{FF2B5EF4-FFF2-40B4-BE49-F238E27FC236}">
                    <a16:creationId xmlns:a16="http://schemas.microsoft.com/office/drawing/2014/main" id="{C2A9CFFC-DB84-49D3-BBB1-F8D81F801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013"/>
                <a:ext cx="80" cy="20"/>
              </a:xfrm>
              <a:custGeom>
                <a:avLst/>
                <a:gdLst>
                  <a:gd name="T0" fmla="*/ 0 w 66"/>
                  <a:gd name="T1" fmla="*/ 31 h 16"/>
                  <a:gd name="T2" fmla="*/ 118 w 6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6">
                    <a:moveTo>
                      <a:pt x="0" y="16"/>
                    </a:moveTo>
                    <a:cubicBezTo>
                      <a:pt x="23" y="12"/>
                      <a:pt x="43" y="0"/>
                      <a:pt x="6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98" name="Freeform 476">
                <a:extLst>
                  <a:ext uri="{FF2B5EF4-FFF2-40B4-BE49-F238E27FC236}">
                    <a16:creationId xmlns:a16="http://schemas.microsoft.com/office/drawing/2014/main" id="{E96F6C07-2172-415B-9BA7-E458DD146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029"/>
                <a:ext cx="99" cy="27"/>
              </a:xfrm>
              <a:custGeom>
                <a:avLst/>
                <a:gdLst>
                  <a:gd name="T0" fmla="*/ 0 w 82"/>
                  <a:gd name="T1" fmla="*/ 1 h 22"/>
                  <a:gd name="T2" fmla="*/ 117 w 82"/>
                  <a:gd name="T3" fmla="*/ 33 h 22"/>
                  <a:gd name="T4" fmla="*/ 142 w 82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2">
                    <a:moveTo>
                      <a:pt x="0" y="1"/>
                    </a:moveTo>
                    <a:cubicBezTo>
                      <a:pt x="24" y="0"/>
                      <a:pt x="44" y="12"/>
                      <a:pt x="66" y="18"/>
                    </a:cubicBezTo>
                    <a:cubicBezTo>
                      <a:pt x="77" y="22"/>
                      <a:pt x="82" y="11"/>
                      <a:pt x="81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99" name="Freeform 477">
                <a:extLst>
                  <a:ext uri="{FF2B5EF4-FFF2-40B4-BE49-F238E27FC236}">
                    <a16:creationId xmlns:a16="http://schemas.microsoft.com/office/drawing/2014/main" id="{E9EC0385-C455-4A44-A8FF-FD92151E0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052"/>
                <a:ext cx="87" cy="23"/>
              </a:xfrm>
              <a:custGeom>
                <a:avLst/>
                <a:gdLst>
                  <a:gd name="T0" fmla="*/ 127 w 72"/>
                  <a:gd name="T1" fmla="*/ 0 h 19"/>
                  <a:gd name="T2" fmla="*/ 127 w 72"/>
                  <a:gd name="T3" fmla="*/ 22 h 19"/>
                  <a:gd name="T4" fmla="*/ 53 w 72"/>
                  <a:gd name="T5" fmla="*/ 18 h 19"/>
                  <a:gd name="T6" fmla="*/ 0 w 72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9">
                    <a:moveTo>
                      <a:pt x="72" y="0"/>
                    </a:moveTo>
                    <a:cubicBezTo>
                      <a:pt x="70" y="3"/>
                      <a:pt x="71" y="9"/>
                      <a:pt x="72" y="12"/>
                    </a:cubicBezTo>
                    <a:cubicBezTo>
                      <a:pt x="63" y="19"/>
                      <a:pt x="40" y="12"/>
                      <a:pt x="30" y="10"/>
                    </a:cubicBezTo>
                    <a:cubicBezTo>
                      <a:pt x="21" y="8"/>
                      <a:pt x="8" y="2"/>
                      <a:pt x="0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00" name="Freeform 478">
                <a:extLst>
                  <a:ext uri="{FF2B5EF4-FFF2-40B4-BE49-F238E27FC236}">
                    <a16:creationId xmlns:a16="http://schemas.microsoft.com/office/drawing/2014/main" id="{246BEB65-6DE3-4877-97A0-22CE3554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070"/>
                <a:ext cx="10" cy="22"/>
              </a:xfrm>
              <a:custGeom>
                <a:avLst/>
                <a:gdLst>
                  <a:gd name="T0" fmla="*/ 0 w 8"/>
                  <a:gd name="T1" fmla="*/ 0 h 18"/>
                  <a:gd name="T2" fmla="*/ 1 w 8"/>
                  <a:gd name="T3" fmla="*/ 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7" y="5"/>
                      <a:pt x="8" y="14"/>
                      <a:pt x="1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01" name="Freeform 479">
                <a:extLst>
                  <a:ext uri="{FF2B5EF4-FFF2-40B4-BE49-F238E27FC236}">
                    <a16:creationId xmlns:a16="http://schemas.microsoft.com/office/drawing/2014/main" id="{006342E2-B82D-409D-9F11-9179892FD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042"/>
                <a:ext cx="65" cy="62"/>
              </a:xfrm>
              <a:custGeom>
                <a:avLst/>
                <a:gdLst>
                  <a:gd name="T0" fmla="*/ 20 w 54"/>
                  <a:gd name="T1" fmla="*/ 0 h 51"/>
                  <a:gd name="T2" fmla="*/ 69 w 54"/>
                  <a:gd name="T3" fmla="*/ 35 h 51"/>
                  <a:gd name="T4" fmla="*/ 87 w 54"/>
                  <a:gd name="T5" fmla="*/ 50 h 51"/>
                  <a:gd name="T6" fmla="*/ 71 w 54"/>
                  <a:gd name="T7" fmla="*/ 84 h 51"/>
                  <a:gd name="T8" fmla="*/ 20 w 54"/>
                  <a:gd name="T9" fmla="*/ 75 h 51"/>
                  <a:gd name="T10" fmla="*/ 0 w 54"/>
                  <a:gd name="T11" fmla="*/ 6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51">
                    <a:moveTo>
                      <a:pt x="12" y="0"/>
                    </a:moveTo>
                    <a:cubicBezTo>
                      <a:pt x="20" y="8"/>
                      <a:pt x="29" y="14"/>
                      <a:pt x="39" y="20"/>
                    </a:cubicBezTo>
                    <a:cubicBezTo>
                      <a:pt x="42" y="23"/>
                      <a:pt x="47" y="24"/>
                      <a:pt x="50" y="28"/>
                    </a:cubicBezTo>
                    <a:cubicBezTo>
                      <a:pt x="54" y="36"/>
                      <a:pt x="48" y="44"/>
                      <a:pt x="41" y="47"/>
                    </a:cubicBezTo>
                    <a:cubicBezTo>
                      <a:pt x="34" y="51"/>
                      <a:pt x="20" y="44"/>
                      <a:pt x="12" y="42"/>
                    </a:cubicBezTo>
                    <a:cubicBezTo>
                      <a:pt x="7" y="41"/>
                      <a:pt x="3" y="40"/>
                      <a:pt x="0" y="3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02" name="Freeform 480">
                <a:extLst>
                  <a:ext uri="{FF2B5EF4-FFF2-40B4-BE49-F238E27FC236}">
                    <a16:creationId xmlns:a16="http://schemas.microsoft.com/office/drawing/2014/main" id="{ABFB86E3-1FCE-403B-A8D6-7D18DFBD6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087"/>
                <a:ext cx="50" cy="25"/>
              </a:xfrm>
              <a:custGeom>
                <a:avLst/>
                <a:gdLst>
                  <a:gd name="T0" fmla="*/ 0 w 42"/>
                  <a:gd name="T1" fmla="*/ 0 h 21"/>
                  <a:gd name="T2" fmla="*/ 29 w 42"/>
                  <a:gd name="T3" fmla="*/ 21 h 21"/>
                  <a:gd name="T4" fmla="*/ 54 w 42"/>
                  <a:gd name="T5" fmla="*/ 35 h 21"/>
                  <a:gd name="T6" fmla="*/ 71 w 42"/>
                  <a:gd name="T7" fmla="*/ 1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1">
                    <a:moveTo>
                      <a:pt x="0" y="0"/>
                    </a:moveTo>
                    <a:cubicBezTo>
                      <a:pt x="0" y="6"/>
                      <a:pt x="13" y="10"/>
                      <a:pt x="17" y="13"/>
                    </a:cubicBezTo>
                    <a:cubicBezTo>
                      <a:pt x="22" y="16"/>
                      <a:pt x="25" y="21"/>
                      <a:pt x="32" y="20"/>
                    </a:cubicBezTo>
                    <a:cubicBezTo>
                      <a:pt x="41" y="19"/>
                      <a:pt x="41" y="13"/>
                      <a:pt x="42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03" name="Freeform 481">
                <a:extLst>
                  <a:ext uri="{FF2B5EF4-FFF2-40B4-BE49-F238E27FC236}">
                    <a16:creationId xmlns:a16="http://schemas.microsoft.com/office/drawing/2014/main" id="{70BA9936-710E-4C8B-B4BE-E929262E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102"/>
                <a:ext cx="16" cy="38"/>
              </a:xfrm>
              <a:custGeom>
                <a:avLst/>
                <a:gdLst>
                  <a:gd name="T0" fmla="*/ 6 w 13"/>
                  <a:gd name="T1" fmla="*/ 0 h 32"/>
                  <a:gd name="T2" fmla="*/ 0 w 13"/>
                  <a:gd name="T3" fmla="*/ 5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3" y="0"/>
                    </a:moveTo>
                    <a:cubicBezTo>
                      <a:pt x="10" y="9"/>
                      <a:pt x="13" y="26"/>
                      <a:pt x="0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04" name="Freeform 482">
                <a:extLst>
                  <a:ext uri="{FF2B5EF4-FFF2-40B4-BE49-F238E27FC236}">
                    <a16:creationId xmlns:a16="http://schemas.microsoft.com/office/drawing/2014/main" id="{3F24DA86-51E9-4F4F-BECA-BE7D0CFA6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108"/>
                <a:ext cx="78" cy="66"/>
              </a:xfrm>
              <a:custGeom>
                <a:avLst/>
                <a:gdLst>
                  <a:gd name="T0" fmla="*/ 16 w 65"/>
                  <a:gd name="T1" fmla="*/ 34 h 55"/>
                  <a:gd name="T2" fmla="*/ 41 w 65"/>
                  <a:gd name="T3" fmla="*/ 71 h 55"/>
                  <a:gd name="T4" fmla="*/ 88 w 65"/>
                  <a:gd name="T5" fmla="*/ 77 h 55"/>
                  <a:gd name="T6" fmla="*/ 50 w 6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5">
                    <a:moveTo>
                      <a:pt x="9" y="19"/>
                    </a:moveTo>
                    <a:cubicBezTo>
                      <a:pt x="0" y="24"/>
                      <a:pt x="20" y="39"/>
                      <a:pt x="23" y="41"/>
                    </a:cubicBezTo>
                    <a:cubicBezTo>
                      <a:pt x="33" y="49"/>
                      <a:pt x="39" y="55"/>
                      <a:pt x="51" y="44"/>
                    </a:cubicBezTo>
                    <a:cubicBezTo>
                      <a:pt x="65" y="31"/>
                      <a:pt x="41" y="8"/>
                      <a:pt x="2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05" name="Freeform 483">
                <a:extLst>
                  <a:ext uri="{FF2B5EF4-FFF2-40B4-BE49-F238E27FC236}">
                    <a16:creationId xmlns:a16="http://schemas.microsoft.com/office/drawing/2014/main" id="{E8E13FB1-DD48-40C0-AC7A-26C9887BE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167"/>
                <a:ext cx="5" cy="7"/>
              </a:xfrm>
              <a:custGeom>
                <a:avLst/>
                <a:gdLst>
                  <a:gd name="T0" fmla="*/ 8 w 4"/>
                  <a:gd name="T1" fmla="*/ 0 h 6"/>
                  <a:gd name="T2" fmla="*/ 0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1" y="1"/>
                      <a:pt x="0" y="3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06" name="Freeform 484">
                <a:extLst>
                  <a:ext uri="{FF2B5EF4-FFF2-40B4-BE49-F238E27FC236}">
                    <a16:creationId xmlns:a16="http://schemas.microsoft.com/office/drawing/2014/main" id="{CA0DB9D1-1F3A-4DE1-826C-16F9D0463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143"/>
                <a:ext cx="24" cy="14"/>
              </a:xfrm>
              <a:custGeom>
                <a:avLst/>
                <a:gdLst>
                  <a:gd name="T0" fmla="*/ 0 w 20"/>
                  <a:gd name="T1" fmla="*/ 18 h 12"/>
                  <a:gd name="T2" fmla="*/ 35 w 20"/>
                  <a:gd name="T3" fmla="*/ 1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0" y="11"/>
                    </a:moveTo>
                    <a:cubicBezTo>
                      <a:pt x="6" y="12"/>
                      <a:pt x="16" y="0"/>
                      <a:pt x="20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07" name="Freeform 485">
                <a:extLst>
                  <a:ext uri="{FF2B5EF4-FFF2-40B4-BE49-F238E27FC236}">
                    <a16:creationId xmlns:a16="http://schemas.microsoft.com/office/drawing/2014/main" id="{BEBD1840-CBBE-4037-8C48-D83D71B01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155"/>
                <a:ext cx="23" cy="74"/>
              </a:xfrm>
              <a:custGeom>
                <a:avLst/>
                <a:gdLst>
                  <a:gd name="T0" fmla="*/ 0 w 19"/>
                  <a:gd name="T1" fmla="*/ 0 h 61"/>
                  <a:gd name="T2" fmla="*/ 10 w 19"/>
                  <a:gd name="T3" fmla="*/ 34 h 61"/>
                  <a:gd name="T4" fmla="*/ 33 w 19"/>
                  <a:gd name="T5" fmla="*/ 72 h 61"/>
                  <a:gd name="T6" fmla="*/ 6 w 19"/>
                  <a:gd name="T7" fmla="*/ 109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61">
                    <a:moveTo>
                      <a:pt x="0" y="0"/>
                    </a:moveTo>
                    <a:cubicBezTo>
                      <a:pt x="0" y="7"/>
                      <a:pt x="3" y="13"/>
                      <a:pt x="6" y="19"/>
                    </a:cubicBezTo>
                    <a:cubicBezTo>
                      <a:pt x="9" y="25"/>
                      <a:pt x="17" y="33"/>
                      <a:pt x="18" y="40"/>
                    </a:cubicBezTo>
                    <a:cubicBezTo>
                      <a:pt x="19" y="52"/>
                      <a:pt x="10" y="55"/>
                      <a:pt x="3" y="6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08" name="Freeform 486">
                <a:extLst>
                  <a:ext uri="{FF2B5EF4-FFF2-40B4-BE49-F238E27FC236}">
                    <a16:creationId xmlns:a16="http://schemas.microsoft.com/office/drawing/2014/main" id="{1DD4F7A8-F14C-41CB-8FF7-4858A75D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202"/>
                <a:ext cx="37" cy="31"/>
              </a:xfrm>
              <a:custGeom>
                <a:avLst/>
                <a:gdLst>
                  <a:gd name="T0" fmla="*/ 0 w 31"/>
                  <a:gd name="T1" fmla="*/ 0 h 26"/>
                  <a:gd name="T2" fmla="*/ 53 w 31"/>
                  <a:gd name="T3" fmla="*/ 2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4" y="9"/>
                      <a:pt x="23" y="26"/>
                      <a:pt x="31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09" name="Freeform 487">
                <a:extLst>
                  <a:ext uri="{FF2B5EF4-FFF2-40B4-BE49-F238E27FC236}">
                    <a16:creationId xmlns:a16="http://schemas.microsoft.com/office/drawing/2014/main" id="{20FEE346-8069-4222-9440-F5174D301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209"/>
                <a:ext cx="30" cy="78"/>
              </a:xfrm>
              <a:custGeom>
                <a:avLst/>
                <a:gdLst>
                  <a:gd name="T0" fmla="*/ 0 w 25"/>
                  <a:gd name="T1" fmla="*/ 0 h 64"/>
                  <a:gd name="T2" fmla="*/ 43 w 25"/>
                  <a:gd name="T3" fmla="*/ 76 h 64"/>
                  <a:gd name="T4" fmla="*/ 20 w 25"/>
                  <a:gd name="T5" fmla="*/ 11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4">
                    <a:moveTo>
                      <a:pt x="0" y="0"/>
                    </a:moveTo>
                    <a:cubicBezTo>
                      <a:pt x="2" y="17"/>
                      <a:pt x="25" y="24"/>
                      <a:pt x="25" y="42"/>
                    </a:cubicBezTo>
                    <a:cubicBezTo>
                      <a:pt x="25" y="51"/>
                      <a:pt x="19" y="59"/>
                      <a:pt x="12" y="6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10" name="Freeform 488">
                <a:extLst>
                  <a:ext uri="{FF2B5EF4-FFF2-40B4-BE49-F238E27FC236}">
                    <a16:creationId xmlns:a16="http://schemas.microsoft.com/office/drawing/2014/main" id="{18C748B4-8EFC-47D3-8845-B9A91573C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262"/>
                <a:ext cx="37" cy="46"/>
              </a:xfrm>
              <a:custGeom>
                <a:avLst/>
                <a:gdLst>
                  <a:gd name="T0" fmla="*/ 0 w 31"/>
                  <a:gd name="T1" fmla="*/ 0 h 38"/>
                  <a:gd name="T2" fmla="*/ 53 w 31"/>
                  <a:gd name="T3" fmla="*/ 48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5" y="10"/>
                      <a:pt x="15" y="38"/>
                      <a:pt x="31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11" name="Freeform 489">
                <a:extLst>
                  <a:ext uri="{FF2B5EF4-FFF2-40B4-BE49-F238E27FC236}">
                    <a16:creationId xmlns:a16="http://schemas.microsoft.com/office/drawing/2014/main" id="{4A13C18E-DBEE-4FC9-9805-C48C023EC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293"/>
                <a:ext cx="46" cy="65"/>
              </a:xfrm>
              <a:custGeom>
                <a:avLst/>
                <a:gdLst>
                  <a:gd name="T0" fmla="*/ 18 w 38"/>
                  <a:gd name="T1" fmla="*/ 0 h 54"/>
                  <a:gd name="T2" fmla="*/ 34 w 38"/>
                  <a:gd name="T3" fmla="*/ 85 h 54"/>
                  <a:gd name="T4" fmla="*/ 0 w 38"/>
                  <a:gd name="T5" fmla="*/ 7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4">
                    <a:moveTo>
                      <a:pt x="10" y="0"/>
                    </a:moveTo>
                    <a:cubicBezTo>
                      <a:pt x="13" y="12"/>
                      <a:pt x="38" y="39"/>
                      <a:pt x="19" y="49"/>
                    </a:cubicBezTo>
                    <a:cubicBezTo>
                      <a:pt x="9" y="54"/>
                      <a:pt x="4" y="48"/>
                      <a:pt x="0" y="4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12" name="Freeform 490">
                <a:extLst>
                  <a:ext uri="{FF2B5EF4-FFF2-40B4-BE49-F238E27FC236}">
                    <a16:creationId xmlns:a16="http://schemas.microsoft.com/office/drawing/2014/main" id="{1CF574C3-F19D-4BA8-95FA-D3CD3B070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351"/>
                <a:ext cx="27" cy="63"/>
              </a:xfrm>
              <a:custGeom>
                <a:avLst/>
                <a:gdLst>
                  <a:gd name="T0" fmla="*/ 0 w 23"/>
                  <a:gd name="T1" fmla="*/ 0 h 52"/>
                  <a:gd name="T2" fmla="*/ 6 w 23"/>
                  <a:gd name="T3" fmla="*/ 64 h 52"/>
                  <a:gd name="T4" fmla="*/ 18 w 23"/>
                  <a:gd name="T5" fmla="*/ 91 h 52"/>
                  <a:gd name="T6" fmla="*/ 34 w 23"/>
                  <a:gd name="T7" fmla="*/ 6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52">
                    <a:moveTo>
                      <a:pt x="0" y="0"/>
                    </a:moveTo>
                    <a:cubicBezTo>
                      <a:pt x="1" y="12"/>
                      <a:pt x="2" y="24"/>
                      <a:pt x="3" y="36"/>
                    </a:cubicBezTo>
                    <a:cubicBezTo>
                      <a:pt x="4" y="41"/>
                      <a:pt x="5" y="49"/>
                      <a:pt x="11" y="51"/>
                    </a:cubicBezTo>
                    <a:cubicBezTo>
                      <a:pt x="17" y="52"/>
                      <a:pt x="23" y="45"/>
                      <a:pt x="21" y="3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13" name="Freeform 491">
                <a:extLst>
                  <a:ext uri="{FF2B5EF4-FFF2-40B4-BE49-F238E27FC236}">
                    <a16:creationId xmlns:a16="http://schemas.microsoft.com/office/drawing/2014/main" id="{5AF12362-6EF4-4059-9790-038A0D9A9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404"/>
                <a:ext cx="31" cy="105"/>
              </a:xfrm>
              <a:custGeom>
                <a:avLst/>
                <a:gdLst>
                  <a:gd name="T0" fmla="*/ 25 w 25"/>
                  <a:gd name="T1" fmla="*/ 10 h 87"/>
                  <a:gd name="T2" fmla="*/ 0 w 25"/>
                  <a:gd name="T3" fmla="*/ 54 h 87"/>
                  <a:gd name="T4" fmla="*/ 9 w 25"/>
                  <a:gd name="T5" fmla="*/ 127 h 87"/>
                  <a:gd name="T6" fmla="*/ 37 w 25"/>
                  <a:gd name="T7" fmla="*/ 129 h 87"/>
                  <a:gd name="T8" fmla="*/ 47 w 25"/>
                  <a:gd name="T9" fmla="*/ 59 h 87"/>
                  <a:gd name="T10" fmla="*/ 26 w 25"/>
                  <a:gd name="T11" fmla="*/ 12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7">
                    <a:moveTo>
                      <a:pt x="13" y="6"/>
                    </a:moveTo>
                    <a:cubicBezTo>
                      <a:pt x="3" y="0"/>
                      <a:pt x="1" y="26"/>
                      <a:pt x="0" y="31"/>
                    </a:cubicBezTo>
                    <a:cubicBezTo>
                      <a:pt x="0" y="45"/>
                      <a:pt x="3" y="59"/>
                      <a:pt x="5" y="72"/>
                    </a:cubicBezTo>
                    <a:cubicBezTo>
                      <a:pt x="7" y="85"/>
                      <a:pt x="14" y="87"/>
                      <a:pt x="19" y="74"/>
                    </a:cubicBezTo>
                    <a:cubicBezTo>
                      <a:pt x="24" y="62"/>
                      <a:pt x="24" y="47"/>
                      <a:pt x="25" y="34"/>
                    </a:cubicBezTo>
                    <a:cubicBezTo>
                      <a:pt x="25" y="22"/>
                      <a:pt x="25" y="10"/>
                      <a:pt x="14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14" name="Freeform 492">
                <a:extLst>
                  <a:ext uri="{FF2B5EF4-FFF2-40B4-BE49-F238E27FC236}">
                    <a16:creationId xmlns:a16="http://schemas.microsoft.com/office/drawing/2014/main" id="{978A1575-BF7B-41EA-94F8-1A20031CA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492"/>
                <a:ext cx="23" cy="11"/>
              </a:xfrm>
              <a:custGeom>
                <a:avLst/>
                <a:gdLst>
                  <a:gd name="T0" fmla="*/ 0 w 19"/>
                  <a:gd name="T1" fmla="*/ 16 h 9"/>
                  <a:gd name="T2" fmla="*/ 34 w 19"/>
                  <a:gd name="T3" fmla="*/ 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9"/>
                    </a:moveTo>
                    <a:cubicBezTo>
                      <a:pt x="5" y="2"/>
                      <a:pt x="12" y="0"/>
                      <a:pt x="19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15" name="Freeform 493">
                <a:extLst>
                  <a:ext uri="{FF2B5EF4-FFF2-40B4-BE49-F238E27FC236}">
                    <a16:creationId xmlns:a16="http://schemas.microsoft.com/office/drawing/2014/main" id="{FE65603D-27A6-49CA-8D80-E4BEAF276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506"/>
                <a:ext cx="25" cy="82"/>
              </a:xfrm>
              <a:custGeom>
                <a:avLst/>
                <a:gdLst>
                  <a:gd name="T0" fmla="*/ 36 w 21"/>
                  <a:gd name="T1" fmla="*/ 0 h 68"/>
                  <a:gd name="T2" fmla="*/ 35 w 21"/>
                  <a:gd name="T3" fmla="*/ 71 h 68"/>
                  <a:gd name="T4" fmla="*/ 0 w 21"/>
                  <a:gd name="T5" fmla="*/ 119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8">
                    <a:moveTo>
                      <a:pt x="21" y="0"/>
                    </a:moveTo>
                    <a:cubicBezTo>
                      <a:pt x="15" y="10"/>
                      <a:pt x="20" y="30"/>
                      <a:pt x="20" y="41"/>
                    </a:cubicBezTo>
                    <a:cubicBezTo>
                      <a:pt x="20" y="57"/>
                      <a:pt x="15" y="65"/>
                      <a:pt x="0" y="6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16" name="Freeform 494">
                <a:extLst>
                  <a:ext uri="{FF2B5EF4-FFF2-40B4-BE49-F238E27FC236}">
                    <a16:creationId xmlns:a16="http://schemas.microsoft.com/office/drawing/2014/main" id="{50F4977D-9583-4E25-A2DA-B37F4D601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570"/>
                <a:ext cx="18" cy="40"/>
              </a:xfrm>
              <a:custGeom>
                <a:avLst/>
                <a:gdLst>
                  <a:gd name="T0" fmla="*/ 6 w 15"/>
                  <a:gd name="T1" fmla="*/ 0 h 33"/>
                  <a:gd name="T2" fmla="*/ 26 w 15"/>
                  <a:gd name="T3" fmla="*/ 5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3">
                    <a:moveTo>
                      <a:pt x="3" y="0"/>
                    </a:moveTo>
                    <a:cubicBezTo>
                      <a:pt x="1" y="9"/>
                      <a:pt x="0" y="33"/>
                      <a:pt x="15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17" name="Freeform 495">
                <a:extLst>
                  <a:ext uri="{FF2B5EF4-FFF2-40B4-BE49-F238E27FC236}">
                    <a16:creationId xmlns:a16="http://schemas.microsoft.com/office/drawing/2014/main" id="{337B27AE-6EA0-4AEE-A2EA-B0D056D05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630"/>
                <a:ext cx="39" cy="24"/>
              </a:xfrm>
              <a:custGeom>
                <a:avLst/>
                <a:gdLst>
                  <a:gd name="T0" fmla="*/ 1 w 32"/>
                  <a:gd name="T1" fmla="*/ 0 h 20"/>
                  <a:gd name="T2" fmla="*/ 59 w 32"/>
                  <a:gd name="T3" fmla="*/ 2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0">
                    <a:moveTo>
                      <a:pt x="1" y="0"/>
                    </a:moveTo>
                    <a:cubicBezTo>
                      <a:pt x="0" y="7"/>
                      <a:pt x="29" y="20"/>
                      <a:pt x="32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18" name="Freeform 496">
                <a:extLst>
                  <a:ext uri="{FF2B5EF4-FFF2-40B4-BE49-F238E27FC236}">
                    <a16:creationId xmlns:a16="http://schemas.microsoft.com/office/drawing/2014/main" id="{649DA33D-1EE7-414E-888F-DCF7789B1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895"/>
                <a:ext cx="75" cy="50"/>
              </a:xfrm>
              <a:custGeom>
                <a:avLst/>
                <a:gdLst>
                  <a:gd name="T0" fmla="*/ 0 w 62"/>
                  <a:gd name="T1" fmla="*/ 66 h 41"/>
                  <a:gd name="T2" fmla="*/ 35 w 62"/>
                  <a:gd name="T3" fmla="*/ 68 h 41"/>
                  <a:gd name="T4" fmla="*/ 76 w 62"/>
                  <a:gd name="T5" fmla="*/ 73 h 41"/>
                  <a:gd name="T6" fmla="*/ 103 w 62"/>
                  <a:gd name="T7" fmla="*/ 45 h 41"/>
                  <a:gd name="T8" fmla="*/ 86 w 62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1">
                    <a:moveTo>
                      <a:pt x="0" y="36"/>
                    </a:moveTo>
                    <a:cubicBezTo>
                      <a:pt x="6" y="39"/>
                      <a:pt x="14" y="38"/>
                      <a:pt x="20" y="38"/>
                    </a:cubicBezTo>
                    <a:cubicBezTo>
                      <a:pt x="27" y="38"/>
                      <a:pt x="36" y="41"/>
                      <a:pt x="43" y="40"/>
                    </a:cubicBezTo>
                    <a:cubicBezTo>
                      <a:pt x="52" y="38"/>
                      <a:pt x="55" y="33"/>
                      <a:pt x="58" y="25"/>
                    </a:cubicBezTo>
                    <a:cubicBezTo>
                      <a:pt x="62" y="17"/>
                      <a:pt x="61" y="1"/>
                      <a:pt x="4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19" name="Freeform 497">
                <a:extLst>
                  <a:ext uri="{FF2B5EF4-FFF2-40B4-BE49-F238E27FC236}">
                    <a16:creationId xmlns:a16="http://schemas.microsoft.com/office/drawing/2014/main" id="{3BE4DC73-3F5E-4AAF-815F-CD552390E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907"/>
                <a:ext cx="67" cy="41"/>
              </a:xfrm>
              <a:custGeom>
                <a:avLst/>
                <a:gdLst>
                  <a:gd name="T0" fmla="*/ 0 w 56"/>
                  <a:gd name="T1" fmla="*/ 49 h 34"/>
                  <a:gd name="T2" fmla="*/ 96 w 56"/>
                  <a:gd name="T3" fmla="*/ 4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4">
                    <a:moveTo>
                      <a:pt x="0" y="28"/>
                    </a:moveTo>
                    <a:cubicBezTo>
                      <a:pt x="15" y="34"/>
                      <a:pt x="52" y="0"/>
                      <a:pt x="56" y="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20" name="Freeform 498">
                <a:extLst>
                  <a:ext uri="{FF2B5EF4-FFF2-40B4-BE49-F238E27FC236}">
                    <a16:creationId xmlns:a16="http://schemas.microsoft.com/office/drawing/2014/main" id="{A53ACCD9-E029-4FB1-8090-D629BDD7F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1881"/>
                <a:ext cx="74" cy="48"/>
              </a:xfrm>
              <a:custGeom>
                <a:avLst/>
                <a:gdLst>
                  <a:gd name="T0" fmla="*/ 45 w 62"/>
                  <a:gd name="T1" fmla="*/ 67 h 40"/>
                  <a:gd name="T2" fmla="*/ 100 w 62"/>
                  <a:gd name="T3" fmla="*/ 41 h 40"/>
                  <a:gd name="T4" fmla="*/ 91 w 62"/>
                  <a:gd name="T5" fmla="*/ 6 h 40"/>
                  <a:gd name="T6" fmla="*/ 36 w 62"/>
                  <a:gd name="T7" fmla="*/ 28 h 40"/>
                  <a:gd name="T8" fmla="*/ 0 w 62"/>
                  <a:gd name="T9" fmla="*/ 4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0">
                    <a:moveTo>
                      <a:pt x="27" y="39"/>
                    </a:moveTo>
                    <a:cubicBezTo>
                      <a:pt x="38" y="40"/>
                      <a:pt x="54" y="34"/>
                      <a:pt x="59" y="23"/>
                    </a:cubicBezTo>
                    <a:cubicBezTo>
                      <a:pt x="62" y="17"/>
                      <a:pt x="61" y="5"/>
                      <a:pt x="54" y="3"/>
                    </a:cubicBezTo>
                    <a:cubicBezTo>
                      <a:pt x="46" y="0"/>
                      <a:pt x="29" y="13"/>
                      <a:pt x="21" y="16"/>
                    </a:cubicBezTo>
                    <a:cubicBezTo>
                      <a:pt x="14" y="19"/>
                      <a:pt x="6" y="23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21" name="Freeform 499">
                <a:extLst>
                  <a:ext uri="{FF2B5EF4-FFF2-40B4-BE49-F238E27FC236}">
                    <a16:creationId xmlns:a16="http://schemas.microsoft.com/office/drawing/2014/main" id="{C63F76A1-5C3B-442D-8EE2-B348BA346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843"/>
                <a:ext cx="33" cy="46"/>
              </a:xfrm>
              <a:custGeom>
                <a:avLst/>
                <a:gdLst>
                  <a:gd name="T0" fmla="*/ 0 w 27"/>
                  <a:gd name="T1" fmla="*/ 61 h 38"/>
                  <a:gd name="T2" fmla="*/ 26 w 27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0" y="34"/>
                    </a:moveTo>
                    <a:cubicBezTo>
                      <a:pt x="19" y="38"/>
                      <a:pt x="27" y="11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22" name="Freeform 500">
                <a:extLst>
                  <a:ext uri="{FF2B5EF4-FFF2-40B4-BE49-F238E27FC236}">
                    <a16:creationId xmlns:a16="http://schemas.microsoft.com/office/drawing/2014/main" id="{98BF36CB-E3A2-4604-986A-237847642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837"/>
                <a:ext cx="65" cy="44"/>
              </a:xfrm>
              <a:custGeom>
                <a:avLst/>
                <a:gdLst>
                  <a:gd name="T0" fmla="*/ 0 w 54"/>
                  <a:gd name="T1" fmla="*/ 66 h 36"/>
                  <a:gd name="T2" fmla="*/ 73 w 54"/>
                  <a:gd name="T3" fmla="*/ 11 h 36"/>
                  <a:gd name="T4" fmla="*/ 84 w 54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6">
                    <a:moveTo>
                      <a:pt x="0" y="36"/>
                    </a:moveTo>
                    <a:cubicBezTo>
                      <a:pt x="11" y="27"/>
                      <a:pt x="23" y="0"/>
                      <a:pt x="42" y="6"/>
                    </a:cubicBezTo>
                    <a:cubicBezTo>
                      <a:pt x="50" y="9"/>
                      <a:pt x="54" y="18"/>
                      <a:pt x="48" y="2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23" name="Freeform 501">
                <a:extLst>
                  <a:ext uri="{FF2B5EF4-FFF2-40B4-BE49-F238E27FC236}">
                    <a16:creationId xmlns:a16="http://schemas.microsoft.com/office/drawing/2014/main" id="{943C91F1-6329-4A86-A175-E8C94E1C4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777"/>
                <a:ext cx="53" cy="70"/>
              </a:xfrm>
              <a:custGeom>
                <a:avLst/>
                <a:gdLst>
                  <a:gd name="T0" fmla="*/ 1 w 44"/>
                  <a:gd name="T1" fmla="*/ 101 h 58"/>
                  <a:gd name="T2" fmla="*/ 42 w 44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58">
                    <a:moveTo>
                      <a:pt x="1" y="58"/>
                    </a:moveTo>
                    <a:cubicBezTo>
                      <a:pt x="0" y="47"/>
                      <a:pt x="44" y="6"/>
                      <a:pt x="2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24" name="Freeform 502">
                <a:extLst>
                  <a:ext uri="{FF2B5EF4-FFF2-40B4-BE49-F238E27FC236}">
                    <a16:creationId xmlns:a16="http://schemas.microsoft.com/office/drawing/2014/main" id="{DF718196-A97B-4390-B25E-C759045A8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746"/>
                <a:ext cx="67" cy="104"/>
              </a:xfrm>
              <a:custGeom>
                <a:avLst/>
                <a:gdLst>
                  <a:gd name="T0" fmla="*/ 19 w 55"/>
                  <a:gd name="T1" fmla="*/ 62 h 86"/>
                  <a:gd name="T2" fmla="*/ 86 w 55"/>
                  <a:gd name="T3" fmla="*/ 16 h 86"/>
                  <a:gd name="T4" fmla="*/ 68 w 55"/>
                  <a:gd name="T5" fmla="*/ 65 h 86"/>
                  <a:gd name="T6" fmla="*/ 0 w 55"/>
                  <a:gd name="T7" fmla="*/ 15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86">
                    <a:moveTo>
                      <a:pt x="11" y="35"/>
                    </a:moveTo>
                    <a:cubicBezTo>
                      <a:pt x="13" y="32"/>
                      <a:pt x="36" y="0"/>
                      <a:pt x="48" y="9"/>
                    </a:cubicBezTo>
                    <a:cubicBezTo>
                      <a:pt x="55" y="14"/>
                      <a:pt x="41" y="32"/>
                      <a:pt x="38" y="37"/>
                    </a:cubicBezTo>
                    <a:cubicBezTo>
                      <a:pt x="28" y="52"/>
                      <a:pt x="15" y="77"/>
                      <a:pt x="0" y="8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25" name="Freeform 503">
                <a:extLst>
                  <a:ext uri="{FF2B5EF4-FFF2-40B4-BE49-F238E27FC236}">
                    <a16:creationId xmlns:a16="http://schemas.microsoft.com/office/drawing/2014/main" id="{68EF19AB-D965-49D2-99CB-98A63CF61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746"/>
                <a:ext cx="22" cy="16"/>
              </a:xfrm>
              <a:custGeom>
                <a:avLst/>
                <a:gdLst>
                  <a:gd name="T0" fmla="*/ 0 w 18"/>
                  <a:gd name="T1" fmla="*/ 25 h 13"/>
                  <a:gd name="T2" fmla="*/ 33 w 18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5" y="8"/>
                      <a:pt x="9" y="0"/>
                      <a:pt x="18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26" name="Freeform 504">
                <a:extLst>
                  <a:ext uri="{FF2B5EF4-FFF2-40B4-BE49-F238E27FC236}">
                    <a16:creationId xmlns:a16="http://schemas.microsoft.com/office/drawing/2014/main" id="{E0C89DD3-0D8D-4A30-9859-63566CBC1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690"/>
                <a:ext cx="30" cy="65"/>
              </a:xfrm>
              <a:custGeom>
                <a:avLst/>
                <a:gdLst>
                  <a:gd name="T0" fmla="*/ 0 w 25"/>
                  <a:gd name="T1" fmla="*/ 94 h 54"/>
                  <a:gd name="T2" fmla="*/ 17 w 25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4">
                    <a:moveTo>
                      <a:pt x="0" y="54"/>
                    </a:moveTo>
                    <a:cubicBezTo>
                      <a:pt x="6" y="40"/>
                      <a:pt x="25" y="13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27" name="Freeform 505">
                <a:extLst>
                  <a:ext uri="{FF2B5EF4-FFF2-40B4-BE49-F238E27FC236}">
                    <a16:creationId xmlns:a16="http://schemas.microsoft.com/office/drawing/2014/main" id="{A0CD2058-3266-489B-B55E-78BBB3485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624"/>
                <a:ext cx="54" cy="124"/>
              </a:xfrm>
              <a:custGeom>
                <a:avLst/>
                <a:gdLst>
                  <a:gd name="T0" fmla="*/ 0 w 45"/>
                  <a:gd name="T1" fmla="*/ 109 h 102"/>
                  <a:gd name="T2" fmla="*/ 50 w 45"/>
                  <a:gd name="T3" fmla="*/ 43 h 102"/>
                  <a:gd name="T4" fmla="*/ 12 w 45"/>
                  <a:gd name="T5" fmla="*/ 184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2">
                    <a:moveTo>
                      <a:pt x="0" y="61"/>
                    </a:moveTo>
                    <a:cubicBezTo>
                      <a:pt x="1" y="50"/>
                      <a:pt x="12" y="0"/>
                      <a:pt x="29" y="24"/>
                    </a:cubicBezTo>
                    <a:cubicBezTo>
                      <a:pt x="45" y="47"/>
                      <a:pt x="17" y="81"/>
                      <a:pt x="7" y="10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28" name="Freeform 506">
                <a:extLst>
                  <a:ext uri="{FF2B5EF4-FFF2-40B4-BE49-F238E27FC236}">
                    <a16:creationId xmlns:a16="http://schemas.microsoft.com/office/drawing/2014/main" id="{D65E5CF7-494D-4D7B-B770-17DA2A561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916"/>
                <a:ext cx="121" cy="54"/>
              </a:xfrm>
              <a:custGeom>
                <a:avLst/>
                <a:gdLst>
                  <a:gd name="T0" fmla="*/ 0 w 100"/>
                  <a:gd name="T1" fmla="*/ 17 h 45"/>
                  <a:gd name="T2" fmla="*/ 104 w 100"/>
                  <a:gd name="T3" fmla="*/ 6 h 45"/>
                  <a:gd name="T4" fmla="*/ 177 w 100"/>
                  <a:gd name="T5" fmla="*/ 34 h 45"/>
                  <a:gd name="T6" fmla="*/ 83 w 100"/>
                  <a:gd name="T7" fmla="*/ 78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45">
                    <a:moveTo>
                      <a:pt x="0" y="10"/>
                    </a:moveTo>
                    <a:cubicBezTo>
                      <a:pt x="17" y="3"/>
                      <a:pt x="40" y="0"/>
                      <a:pt x="59" y="3"/>
                    </a:cubicBezTo>
                    <a:cubicBezTo>
                      <a:pt x="74" y="5"/>
                      <a:pt x="86" y="13"/>
                      <a:pt x="100" y="19"/>
                    </a:cubicBezTo>
                    <a:cubicBezTo>
                      <a:pt x="81" y="23"/>
                      <a:pt x="66" y="44"/>
                      <a:pt x="47" y="4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29" name="Freeform 507">
                <a:extLst>
                  <a:ext uri="{FF2B5EF4-FFF2-40B4-BE49-F238E27FC236}">
                    <a16:creationId xmlns:a16="http://schemas.microsoft.com/office/drawing/2014/main" id="{6990CC49-E30E-4241-8CAA-072F503F2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899"/>
                <a:ext cx="82" cy="32"/>
              </a:xfrm>
              <a:custGeom>
                <a:avLst/>
                <a:gdLst>
                  <a:gd name="T0" fmla="*/ 0 w 68"/>
                  <a:gd name="T1" fmla="*/ 32 h 27"/>
                  <a:gd name="T2" fmla="*/ 84 w 68"/>
                  <a:gd name="T3" fmla="*/ 32 h 27"/>
                  <a:gd name="T4" fmla="*/ 119 w 6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7">
                    <a:moveTo>
                      <a:pt x="0" y="19"/>
                    </a:moveTo>
                    <a:cubicBezTo>
                      <a:pt x="12" y="27"/>
                      <a:pt x="37" y="27"/>
                      <a:pt x="48" y="19"/>
                    </a:cubicBezTo>
                    <a:cubicBezTo>
                      <a:pt x="55" y="14"/>
                      <a:pt x="62" y="6"/>
                      <a:pt x="6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30" name="Freeform 508">
                <a:extLst>
                  <a:ext uri="{FF2B5EF4-FFF2-40B4-BE49-F238E27FC236}">
                    <a16:creationId xmlns:a16="http://schemas.microsoft.com/office/drawing/2014/main" id="{B73BCF9B-E488-44AE-8B8F-74CB1E29B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901"/>
                <a:ext cx="33" cy="17"/>
              </a:xfrm>
              <a:custGeom>
                <a:avLst/>
                <a:gdLst>
                  <a:gd name="T0" fmla="*/ 46 w 28"/>
                  <a:gd name="T1" fmla="*/ 25 h 14"/>
                  <a:gd name="T2" fmla="*/ 15 w 28"/>
                  <a:gd name="T3" fmla="*/ 13 h 14"/>
                  <a:gd name="T4" fmla="*/ 0 w 2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28" y="14"/>
                    </a:moveTo>
                    <a:cubicBezTo>
                      <a:pt x="22" y="10"/>
                      <a:pt x="15" y="11"/>
                      <a:pt x="9" y="7"/>
                    </a:cubicBezTo>
                    <a:cubicBezTo>
                      <a:pt x="6" y="5"/>
                      <a:pt x="2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31" name="Freeform 509">
                <a:extLst>
                  <a:ext uri="{FF2B5EF4-FFF2-40B4-BE49-F238E27FC236}">
                    <a16:creationId xmlns:a16="http://schemas.microsoft.com/office/drawing/2014/main" id="{AD88DCEB-30EC-42F7-8300-3ACDF1412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910"/>
                <a:ext cx="124" cy="40"/>
              </a:xfrm>
              <a:custGeom>
                <a:avLst/>
                <a:gdLst>
                  <a:gd name="T0" fmla="*/ 20 w 103"/>
                  <a:gd name="T1" fmla="*/ 23 h 33"/>
                  <a:gd name="T2" fmla="*/ 102 w 103"/>
                  <a:gd name="T3" fmla="*/ 1 h 33"/>
                  <a:gd name="T4" fmla="*/ 179 w 103"/>
                  <a:gd name="T5" fmla="*/ 18 h 33"/>
                  <a:gd name="T6" fmla="*/ 113 w 103"/>
                  <a:gd name="T7" fmla="*/ 42 h 33"/>
                  <a:gd name="T8" fmla="*/ 52 w 103"/>
                  <a:gd name="T9" fmla="*/ 57 h 33"/>
                  <a:gd name="T10" fmla="*/ 0 w 103"/>
                  <a:gd name="T11" fmla="*/ 4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33">
                    <a:moveTo>
                      <a:pt x="12" y="13"/>
                    </a:moveTo>
                    <a:cubicBezTo>
                      <a:pt x="28" y="12"/>
                      <a:pt x="43" y="3"/>
                      <a:pt x="59" y="1"/>
                    </a:cubicBezTo>
                    <a:cubicBezTo>
                      <a:pt x="72" y="0"/>
                      <a:pt x="91" y="5"/>
                      <a:pt x="103" y="10"/>
                    </a:cubicBezTo>
                    <a:cubicBezTo>
                      <a:pt x="92" y="10"/>
                      <a:pt x="76" y="20"/>
                      <a:pt x="65" y="24"/>
                    </a:cubicBezTo>
                    <a:cubicBezTo>
                      <a:pt x="54" y="27"/>
                      <a:pt x="42" y="31"/>
                      <a:pt x="30" y="32"/>
                    </a:cubicBezTo>
                    <a:cubicBezTo>
                      <a:pt x="19" y="33"/>
                      <a:pt x="10" y="29"/>
                      <a:pt x="0" y="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32" name="Freeform 510">
                <a:extLst>
                  <a:ext uri="{FF2B5EF4-FFF2-40B4-BE49-F238E27FC236}">
                    <a16:creationId xmlns:a16="http://schemas.microsoft.com/office/drawing/2014/main" id="{7043F0A1-E2B5-4F26-A18D-9686DA28F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46"/>
                <a:ext cx="86" cy="24"/>
              </a:xfrm>
              <a:custGeom>
                <a:avLst/>
                <a:gdLst>
                  <a:gd name="T0" fmla="*/ 0 w 71"/>
                  <a:gd name="T1" fmla="*/ 1 h 20"/>
                  <a:gd name="T2" fmla="*/ 92 w 71"/>
                  <a:gd name="T3" fmla="*/ 24 h 20"/>
                  <a:gd name="T4" fmla="*/ 126 w 71"/>
                  <a:gd name="T5" fmla="*/ 3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0">
                    <a:moveTo>
                      <a:pt x="0" y="1"/>
                    </a:moveTo>
                    <a:cubicBezTo>
                      <a:pt x="19" y="0"/>
                      <a:pt x="35" y="8"/>
                      <a:pt x="52" y="14"/>
                    </a:cubicBezTo>
                    <a:cubicBezTo>
                      <a:pt x="59" y="17"/>
                      <a:pt x="65" y="17"/>
                      <a:pt x="71" y="2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33" name="Freeform 511">
                <a:extLst>
                  <a:ext uri="{FF2B5EF4-FFF2-40B4-BE49-F238E27FC236}">
                    <a16:creationId xmlns:a16="http://schemas.microsoft.com/office/drawing/2014/main" id="{7A323BE5-5E17-4BB3-8BFC-9AA334117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917"/>
                <a:ext cx="103" cy="56"/>
              </a:xfrm>
              <a:custGeom>
                <a:avLst/>
                <a:gdLst>
                  <a:gd name="T0" fmla="*/ 0 w 85"/>
                  <a:gd name="T1" fmla="*/ 6 h 46"/>
                  <a:gd name="T2" fmla="*/ 62 w 85"/>
                  <a:gd name="T3" fmla="*/ 6 h 46"/>
                  <a:gd name="T4" fmla="*/ 151 w 85"/>
                  <a:gd name="T5" fmla="*/ 9 h 46"/>
                  <a:gd name="T6" fmla="*/ 102 w 85"/>
                  <a:gd name="T7" fmla="*/ 60 h 46"/>
                  <a:gd name="T8" fmla="*/ 75 w 85"/>
                  <a:gd name="T9" fmla="*/ 8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46">
                    <a:moveTo>
                      <a:pt x="0" y="3"/>
                    </a:moveTo>
                    <a:cubicBezTo>
                      <a:pt x="5" y="12"/>
                      <a:pt x="27" y="5"/>
                      <a:pt x="35" y="3"/>
                    </a:cubicBezTo>
                    <a:cubicBezTo>
                      <a:pt x="54" y="0"/>
                      <a:pt x="68" y="0"/>
                      <a:pt x="85" y="5"/>
                    </a:cubicBezTo>
                    <a:cubicBezTo>
                      <a:pt x="73" y="13"/>
                      <a:pt x="66" y="22"/>
                      <a:pt x="57" y="33"/>
                    </a:cubicBezTo>
                    <a:cubicBezTo>
                      <a:pt x="52" y="37"/>
                      <a:pt x="48" y="44"/>
                      <a:pt x="42" y="4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34" name="Freeform 512">
                <a:extLst>
                  <a:ext uri="{FF2B5EF4-FFF2-40B4-BE49-F238E27FC236}">
                    <a16:creationId xmlns:a16="http://schemas.microsoft.com/office/drawing/2014/main" id="{FE523778-6B68-4F9F-8447-47B9C0956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899"/>
                <a:ext cx="55" cy="28"/>
              </a:xfrm>
              <a:custGeom>
                <a:avLst/>
                <a:gdLst>
                  <a:gd name="T0" fmla="*/ 0 w 46"/>
                  <a:gd name="T1" fmla="*/ 41 h 23"/>
                  <a:gd name="T2" fmla="*/ 79 w 4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23"/>
                    </a:moveTo>
                    <a:cubicBezTo>
                      <a:pt x="17" y="20"/>
                      <a:pt x="30" y="7"/>
                      <a:pt x="4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35" name="Freeform 513">
                <a:extLst>
                  <a:ext uri="{FF2B5EF4-FFF2-40B4-BE49-F238E27FC236}">
                    <a16:creationId xmlns:a16="http://schemas.microsoft.com/office/drawing/2014/main" id="{CE7BCD1C-6C4B-4A83-9BD2-1AE9665C4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1899"/>
                <a:ext cx="152" cy="34"/>
              </a:xfrm>
              <a:custGeom>
                <a:avLst/>
                <a:gdLst>
                  <a:gd name="T0" fmla="*/ 0 w 126"/>
                  <a:gd name="T1" fmla="*/ 1 h 28"/>
                  <a:gd name="T2" fmla="*/ 94 w 126"/>
                  <a:gd name="T3" fmla="*/ 41 h 28"/>
                  <a:gd name="T4" fmla="*/ 147 w 126"/>
                  <a:gd name="T5" fmla="*/ 47 h 28"/>
                  <a:gd name="T6" fmla="*/ 191 w 126"/>
                  <a:gd name="T7" fmla="*/ 19 h 28"/>
                  <a:gd name="T8" fmla="*/ 221 w 12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28">
                    <a:moveTo>
                      <a:pt x="0" y="1"/>
                    </a:moveTo>
                    <a:cubicBezTo>
                      <a:pt x="17" y="9"/>
                      <a:pt x="36" y="16"/>
                      <a:pt x="54" y="23"/>
                    </a:cubicBezTo>
                    <a:cubicBezTo>
                      <a:pt x="63" y="26"/>
                      <a:pt x="74" y="28"/>
                      <a:pt x="84" y="26"/>
                    </a:cubicBezTo>
                    <a:cubicBezTo>
                      <a:pt x="93" y="24"/>
                      <a:pt x="101" y="16"/>
                      <a:pt x="109" y="11"/>
                    </a:cubicBezTo>
                    <a:cubicBezTo>
                      <a:pt x="115" y="8"/>
                      <a:pt x="121" y="4"/>
                      <a:pt x="12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36" name="Freeform 514">
                <a:extLst>
                  <a:ext uri="{FF2B5EF4-FFF2-40B4-BE49-F238E27FC236}">
                    <a16:creationId xmlns:a16="http://schemas.microsoft.com/office/drawing/2014/main" id="{7E80DADC-AF4F-498A-935B-9580A0DDF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917"/>
                <a:ext cx="43" cy="6"/>
              </a:xfrm>
              <a:custGeom>
                <a:avLst/>
                <a:gdLst>
                  <a:gd name="T0" fmla="*/ 0 w 36"/>
                  <a:gd name="T1" fmla="*/ 8 h 5"/>
                  <a:gd name="T2" fmla="*/ 37 w 36"/>
                  <a:gd name="T3" fmla="*/ 6 h 5"/>
                  <a:gd name="T4" fmla="*/ 61 w 36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">
                    <a:moveTo>
                      <a:pt x="0" y="5"/>
                    </a:moveTo>
                    <a:cubicBezTo>
                      <a:pt x="8" y="5"/>
                      <a:pt x="14" y="5"/>
                      <a:pt x="22" y="3"/>
                    </a:cubicBezTo>
                    <a:cubicBezTo>
                      <a:pt x="27" y="2"/>
                      <a:pt x="31" y="0"/>
                      <a:pt x="36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37" name="Freeform 515">
                <a:extLst>
                  <a:ext uri="{FF2B5EF4-FFF2-40B4-BE49-F238E27FC236}">
                    <a16:creationId xmlns:a16="http://schemas.microsoft.com/office/drawing/2014/main" id="{F6E67D81-A7AB-4BF8-BE6E-70B1CADF0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931"/>
                <a:ext cx="116" cy="31"/>
              </a:xfrm>
              <a:custGeom>
                <a:avLst/>
                <a:gdLst>
                  <a:gd name="T0" fmla="*/ 0 w 96"/>
                  <a:gd name="T1" fmla="*/ 15 h 25"/>
                  <a:gd name="T2" fmla="*/ 115 w 96"/>
                  <a:gd name="T3" fmla="*/ 40 h 25"/>
                  <a:gd name="T4" fmla="*/ 169 w 9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5">
                    <a:moveTo>
                      <a:pt x="0" y="8"/>
                    </a:moveTo>
                    <a:cubicBezTo>
                      <a:pt x="20" y="10"/>
                      <a:pt x="45" y="25"/>
                      <a:pt x="65" y="21"/>
                    </a:cubicBezTo>
                    <a:cubicBezTo>
                      <a:pt x="75" y="19"/>
                      <a:pt x="87" y="6"/>
                      <a:pt x="9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38" name="Freeform 516">
                <a:extLst>
                  <a:ext uri="{FF2B5EF4-FFF2-40B4-BE49-F238E27FC236}">
                    <a16:creationId xmlns:a16="http://schemas.microsoft.com/office/drawing/2014/main" id="{2EE4430D-0624-4B66-B84B-DB2D0CBEE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950"/>
                <a:ext cx="131" cy="19"/>
              </a:xfrm>
              <a:custGeom>
                <a:avLst/>
                <a:gdLst>
                  <a:gd name="T0" fmla="*/ 0 w 109"/>
                  <a:gd name="T1" fmla="*/ 8 h 16"/>
                  <a:gd name="T2" fmla="*/ 72 w 109"/>
                  <a:gd name="T3" fmla="*/ 2 h 16"/>
                  <a:gd name="T4" fmla="*/ 131 w 109"/>
                  <a:gd name="T5" fmla="*/ 6 h 16"/>
                  <a:gd name="T6" fmla="*/ 189 w 109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6">
                    <a:moveTo>
                      <a:pt x="0" y="5"/>
                    </a:moveTo>
                    <a:cubicBezTo>
                      <a:pt x="14" y="8"/>
                      <a:pt x="28" y="4"/>
                      <a:pt x="42" y="2"/>
                    </a:cubicBezTo>
                    <a:cubicBezTo>
                      <a:pt x="55" y="0"/>
                      <a:pt x="64" y="0"/>
                      <a:pt x="76" y="3"/>
                    </a:cubicBezTo>
                    <a:cubicBezTo>
                      <a:pt x="87" y="6"/>
                      <a:pt x="98" y="15"/>
                      <a:pt x="109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39" name="Freeform 517">
                <a:extLst>
                  <a:ext uri="{FF2B5EF4-FFF2-40B4-BE49-F238E27FC236}">
                    <a16:creationId xmlns:a16="http://schemas.microsoft.com/office/drawing/2014/main" id="{9AF496A6-3AF9-4359-974B-1A05CFCAF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904"/>
                <a:ext cx="115" cy="50"/>
              </a:xfrm>
              <a:custGeom>
                <a:avLst/>
                <a:gdLst>
                  <a:gd name="T0" fmla="*/ 0 w 95"/>
                  <a:gd name="T1" fmla="*/ 14 h 42"/>
                  <a:gd name="T2" fmla="*/ 85 w 95"/>
                  <a:gd name="T3" fmla="*/ 24 h 42"/>
                  <a:gd name="T4" fmla="*/ 168 w 95"/>
                  <a:gd name="T5" fmla="*/ 35 h 42"/>
                  <a:gd name="T6" fmla="*/ 75 w 95"/>
                  <a:gd name="T7" fmla="*/ 62 h 42"/>
                  <a:gd name="T8" fmla="*/ 40 w 95"/>
                  <a:gd name="T9" fmla="*/ 7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42">
                    <a:moveTo>
                      <a:pt x="0" y="8"/>
                    </a:moveTo>
                    <a:cubicBezTo>
                      <a:pt x="12" y="0"/>
                      <a:pt x="37" y="11"/>
                      <a:pt x="48" y="14"/>
                    </a:cubicBezTo>
                    <a:cubicBezTo>
                      <a:pt x="63" y="18"/>
                      <a:pt x="80" y="17"/>
                      <a:pt x="95" y="20"/>
                    </a:cubicBezTo>
                    <a:cubicBezTo>
                      <a:pt x="77" y="22"/>
                      <a:pt x="59" y="32"/>
                      <a:pt x="42" y="37"/>
                    </a:cubicBezTo>
                    <a:cubicBezTo>
                      <a:pt x="36" y="39"/>
                      <a:pt x="27" y="39"/>
                      <a:pt x="22" y="4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40" name="Freeform 518">
                <a:extLst>
                  <a:ext uri="{FF2B5EF4-FFF2-40B4-BE49-F238E27FC236}">
                    <a16:creationId xmlns:a16="http://schemas.microsoft.com/office/drawing/2014/main" id="{378925EE-1FB4-4F37-8CB1-B3BDB6496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900"/>
                <a:ext cx="58" cy="25"/>
              </a:xfrm>
              <a:custGeom>
                <a:avLst/>
                <a:gdLst>
                  <a:gd name="T0" fmla="*/ 0 w 48"/>
                  <a:gd name="T1" fmla="*/ 32 h 21"/>
                  <a:gd name="T2" fmla="*/ 85 w 4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1">
                    <a:moveTo>
                      <a:pt x="0" y="19"/>
                    </a:moveTo>
                    <a:cubicBezTo>
                      <a:pt x="18" y="21"/>
                      <a:pt x="33" y="9"/>
                      <a:pt x="4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41" name="Freeform 519">
                <a:extLst>
                  <a:ext uri="{FF2B5EF4-FFF2-40B4-BE49-F238E27FC236}">
                    <a16:creationId xmlns:a16="http://schemas.microsoft.com/office/drawing/2014/main" id="{A5D3FE8B-283D-4BF1-8F8F-EBE4D72BB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934"/>
                <a:ext cx="158" cy="35"/>
              </a:xfrm>
              <a:custGeom>
                <a:avLst/>
                <a:gdLst>
                  <a:gd name="T0" fmla="*/ 0 w 131"/>
                  <a:gd name="T1" fmla="*/ 2 h 29"/>
                  <a:gd name="T2" fmla="*/ 49 w 131"/>
                  <a:gd name="T3" fmla="*/ 0 h 29"/>
                  <a:gd name="T4" fmla="*/ 119 w 131"/>
                  <a:gd name="T5" fmla="*/ 16 h 29"/>
                  <a:gd name="T6" fmla="*/ 185 w 131"/>
                  <a:gd name="T7" fmla="*/ 41 h 29"/>
                  <a:gd name="T8" fmla="*/ 210 w 131"/>
                  <a:gd name="T9" fmla="*/ 42 h 29"/>
                  <a:gd name="T10" fmla="*/ 230 w 131"/>
                  <a:gd name="T11" fmla="*/ 5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29">
                    <a:moveTo>
                      <a:pt x="0" y="2"/>
                    </a:moveTo>
                    <a:cubicBezTo>
                      <a:pt x="10" y="2"/>
                      <a:pt x="19" y="0"/>
                      <a:pt x="28" y="0"/>
                    </a:cubicBezTo>
                    <a:cubicBezTo>
                      <a:pt x="43" y="0"/>
                      <a:pt x="55" y="4"/>
                      <a:pt x="68" y="9"/>
                    </a:cubicBezTo>
                    <a:cubicBezTo>
                      <a:pt x="81" y="13"/>
                      <a:pt x="92" y="20"/>
                      <a:pt x="105" y="23"/>
                    </a:cubicBezTo>
                    <a:cubicBezTo>
                      <a:pt x="109" y="24"/>
                      <a:pt x="115" y="23"/>
                      <a:pt x="119" y="24"/>
                    </a:cubicBezTo>
                    <a:cubicBezTo>
                      <a:pt x="124" y="25"/>
                      <a:pt x="127" y="29"/>
                      <a:pt x="131" y="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42" name="Freeform 520">
                <a:extLst>
                  <a:ext uri="{FF2B5EF4-FFF2-40B4-BE49-F238E27FC236}">
                    <a16:creationId xmlns:a16="http://schemas.microsoft.com/office/drawing/2014/main" id="{8DAA75EF-D5D2-4493-8A05-9C441417F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901"/>
                <a:ext cx="93" cy="55"/>
              </a:xfrm>
              <a:custGeom>
                <a:avLst/>
                <a:gdLst>
                  <a:gd name="T0" fmla="*/ 0 w 77"/>
                  <a:gd name="T1" fmla="*/ 66 h 45"/>
                  <a:gd name="T2" fmla="*/ 104 w 77"/>
                  <a:gd name="T3" fmla="*/ 20 h 45"/>
                  <a:gd name="T4" fmla="*/ 135 w 7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5">
                    <a:moveTo>
                      <a:pt x="0" y="36"/>
                    </a:moveTo>
                    <a:cubicBezTo>
                      <a:pt x="19" y="45"/>
                      <a:pt x="45" y="22"/>
                      <a:pt x="59" y="11"/>
                    </a:cubicBezTo>
                    <a:cubicBezTo>
                      <a:pt x="65" y="6"/>
                      <a:pt x="71" y="2"/>
                      <a:pt x="7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43" name="Freeform 521">
                <a:extLst>
                  <a:ext uri="{FF2B5EF4-FFF2-40B4-BE49-F238E27FC236}">
                    <a16:creationId xmlns:a16="http://schemas.microsoft.com/office/drawing/2014/main" id="{BE94F652-8496-499C-888D-78B16F49C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906"/>
                <a:ext cx="108" cy="12"/>
              </a:xfrm>
              <a:custGeom>
                <a:avLst/>
                <a:gdLst>
                  <a:gd name="T0" fmla="*/ 156 w 90"/>
                  <a:gd name="T1" fmla="*/ 10 h 10"/>
                  <a:gd name="T2" fmla="*/ 102 w 90"/>
                  <a:gd name="T3" fmla="*/ 16 h 10"/>
                  <a:gd name="T4" fmla="*/ 49 w 90"/>
                  <a:gd name="T5" fmla="*/ 8 h 10"/>
                  <a:gd name="T6" fmla="*/ 0 w 90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0">
                    <a:moveTo>
                      <a:pt x="90" y="6"/>
                    </a:moveTo>
                    <a:cubicBezTo>
                      <a:pt x="82" y="6"/>
                      <a:pt x="69" y="10"/>
                      <a:pt x="59" y="9"/>
                    </a:cubicBezTo>
                    <a:cubicBezTo>
                      <a:pt x="48" y="8"/>
                      <a:pt x="39" y="6"/>
                      <a:pt x="28" y="5"/>
                    </a:cubicBezTo>
                    <a:cubicBezTo>
                      <a:pt x="20" y="4"/>
                      <a:pt x="8" y="0"/>
                      <a:pt x="0" y="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44" name="Freeform 522">
                <a:extLst>
                  <a:ext uri="{FF2B5EF4-FFF2-40B4-BE49-F238E27FC236}">
                    <a16:creationId xmlns:a16="http://schemas.microsoft.com/office/drawing/2014/main" id="{EFB1E872-288A-4C81-9CF7-C935D99CB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18"/>
                <a:ext cx="147" cy="22"/>
              </a:xfrm>
              <a:custGeom>
                <a:avLst/>
                <a:gdLst>
                  <a:gd name="T0" fmla="*/ 213 w 122"/>
                  <a:gd name="T1" fmla="*/ 33 h 18"/>
                  <a:gd name="T2" fmla="*/ 196 w 122"/>
                  <a:gd name="T3" fmla="*/ 26 h 18"/>
                  <a:gd name="T4" fmla="*/ 137 w 122"/>
                  <a:gd name="T5" fmla="*/ 9 h 18"/>
                  <a:gd name="T6" fmla="*/ 70 w 122"/>
                  <a:gd name="T7" fmla="*/ 6 h 18"/>
                  <a:gd name="T8" fmla="*/ 0 w 122"/>
                  <a:gd name="T9" fmla="*/ 2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8">
                    <a:moveTo>
                      <a:pt x="122" y="18"/>
                    </a:moveTo>
                    <a:cubicBezTo>
                      <a:pt x="118" y="18"/>
                      <a:pt x="116" y="16"/>
                      <a:pt x="112" y="14"/>
                    </a:cubicBezTo>
                    <a:cubicBezTo>
                      <a:pt x="101" y="11"/>
                      <a:pt x="90" y="8"/>
                      <a:pt x="79" y="5"/>
                    </a:cubicBezTo>
                    <a:cubicBezTo>
                      <a:pt x="65" y="2"/>
                      <a:pt x="54" y="0"/>
                      <a:pt x="40" y="3"/>
                    </a:cubicBezTo>
                    <a:cubicBezTo>
                      <a:pt x="26" y="7"/>
                      <a:pt x="14" y="13"/>
                      <a:pt x="0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45" name="Freeform 523">
                <a:extLst>
                  <a:ext uri="{FF2B5EF4-FFF2-40B4-BE49-F238E27FC236}">
                    <a16:creationId xmlns:a16="http://schemas.microsoft.com/office/drawing/2014/main" id="{9373A98B-4E7A-4FA5-A87A-8027884BD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951"/>
                <a:ext cx="53" cy="22"/>
              </a:xfrm>
              <a:custGeom>
                <a:avLst/>
                <a:gdLst>
                  <a:gd name="T0" fmla="*/ 77 w 44"/>
                  <a:gd name="T1" fmla="*/ 0 h 18"/>
                  <a:gd name="T2" fmla="*/ 0 w 44"/>
                  <a:gd name="T3" fmla="*/ 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8">
                    <a:moveTo>
                      <a:pt x="44" y="0"/>
                    </a:moveTo>
                    <a:cubicBezTo>
                      <a:pt x="27" y="1"/>
                      <a:pt x="15" y="13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46" name="Freeform 524">
                <a:extLst>
                  <a:ext uri="{FF2B5EF4-FFF2-40B4-BE49-F238E27FC236}">
                    <a16:creationId xmlns:a16="http://schemas.microsoft.com/office/drawing/2014/main" id="{1FC10BFF-59B4-4AEC-80D3-67A873615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1085"/>
                <a:ext cx="62" cy="42"/>
              </a:xfrm>
              <a:custGeom>
                <a:avLst/>
                <a:gdLst>
                  <a:gd name="T0" fmla="*/ 24 w 52"/>
                  <a:gd name="T1" fmla="*/ 1 h 35"/>
                  <a:gd name="T2" fmla="*/ 14 w 52"/>
                  <a:gd name="T3" fmla="*/ 37 h 35"/>
                  <a:gd name="T4" fmla="*/ 24 w 52"/>
                  <a:gd name="T5" fmla="*/ 55 h 35"/>
                  <a:gd name="T6" fmla="*/ 54 w 52"/>
                  <a:gd name="T7" fmla="*/ 58 h 35"/>
                  <a:gd name="T8" fmla="*/ 87 w 52"/>
                  <a:gd name="T9" fmla="*/ 43 h 35"/>
                  <a:gd name="T10" fmla="*/ 80 w 52"/>
                  <a:gd name="T11" fmla="*/ 8 h 35"/>
                  <a:gd name="T12" fmla="*/ 56 w 52"/>
                  <a:gd name="T13" fmla="*/ 1 h 35"/>
                  <a:gd name="T14" fmla="*/ 25 w 52"/>
                  <a:gd name="T15" fmla="*/ 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14" y="1"/>
                    </a:moveTo>
                    <a:cubicBezTo>
                      <a:pt x="0" y="0"/>
                      <a:pt x="6" y="13"/>
                      <a:pt x="8" y="22"/>
                    </a:cubicBezTo>
                    <a:cubicBezTo>
                      <a:pt x="9" y="26"/>
                      <a:pt x="10" y="30"/>
                      <a:pt x="14" y="32"/>
                    </a:cubicBezTo>
                    <a:cubicBezTo>
                      <a:pt x="19" y="35"/>
                      <a:pt x="27" y="34"/>
                      <a:pt x="32" y="33"/>
                    </a:cubicBezTo>
                    <a:cubicBezTo>
                      <a:pt x="38" y="32"/>
                      <a:pt x="49" y="32"/>
                      <a:pt x="51" y="25"/>
                    </a:cubicBezTo>
                    <a:cubicBezTo>
                      <a:pt x="52" y="20"/>
                      <a:pt x="51" y="9"/>
                      <a:pt x="47" y="5"/>
                    </a:cubicBezTo>
                    <a:cubicBezTo>
                      <a:pt x="44" y="2"/>
                      <a:pt x="37" y="2"/>
                      <a:pt x="33" y="1"/>
                    </a:cubicBezTo>
                    <a:cubicBezTo>
                      <a:pt x="27" y="1"/>
                      <a:pt x="21" y="1"/>
                      <a:pt x="1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47" name="Freeform 525">
                <a:extLst>
                  <a:ext uri="{FF2B5EF4-FFF2-40B4-BE49-F238E27FC236}">
                    <a16:creationId xmlns:a16="http://schemas.microsoft.com/office/drawing/2014/main" id="{974FA807-9877-48FD-8259-ED5942F8E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120"/>
                <a:ext cx="59" cy="31"/>
              </a:xfrm>
              <a:custGeom>
                <a:avLst/>
                <a:gdLst>
                  <a:gd name="T0" fmla="*/ 36 w 49"/>
                  <a:gd name="T1" fmla="*/ 8 h 26"/>
                  <a:gd name="T2" fmla="*/ 19 w 49"/>
                  <a:gd name="T3" fmla="*/ 7 h 26"/>
                  <a:gd name="T4" fmla="*/ 1 w 49"/>
                  <a:gd name="T5" fmla="*/ 12 h 26"/>
                  <a:gd name="T6" fmla="*/ 1 w 49"/>
                  <a:gd name="T7" fmla="*/ 29 h 26"/>
                  <a:gd name="T8" fmla="*/ 23 w 49"/>
                  <a:gd name="T9" fmla="*/ 44 h 26"/>
                  <a:gd name="T10" fmla="*/ 66 w 49"/>
                  <a:gd name="T11" fmla="*/ 43 h 26"/>
                  <a:gd name="T12" fmla="*/ 83 w 49"/>
                  <a:gd name="T13" fmla="*/ 19 h 26"/>
                  <a:gd name="T14" fmla="*/ 71 w 49"/>
                  <a:gd name="T15" fmla="*/ 1 h 26"/>
                  <a:gd name="T16" fmla="*/ 52 w 49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6">
                    <a:moveTo>
                      <a:pt x="21" y="5"/>
                    </a:moveTo>
                    <a:cubicBezTo>
                      <a:pt x="18" y="5"/>
                      <a:pt x="14" y="3"/>
                      <a:pt x="11" y="4"/>
                    </a:cubicBezTo>
                    <a:cubicBezTo>
                      <a:pt x="9" y="4"/>
                      <a:pt x="2" y="5"/>
                      <a:pt x="1" y="7"/>
                    </a:cubicBezTo>
                    <a:cubicBezTo>
                      <a:pt x="0" y="8"/>
                      <a:pt x="1" y="16"/>
                      <a:pt x="1" y="17"/>
                    </a:cubicBezTo>
                    <a:cubicBezTo>
                      <a:pt x="2" y="24"/>
                      <a:pt x="6" y="26"/>
                      <a:pt x="13" y="26"/>
                    </a:cubicBezTo>
                    <a:cubicBezTo>
                      <a:pt x="22" y="26"/>
                      <a:pt x="30" y="26"/>
                      <a:pt x="38" y="25"/>
                    </a:cubicBezTo>
                    <a:cubicBezTo>
                      <a:pt x="48" y="23"/>
                      <a:pt x="49" y="19"/>
                      <a:pt x="47" y="11"/>
                    </a:cubicBezTo>
                    <a:cubicBezTo>
                      <a:pt x="46" y="7"/>
                      <a:pt x="46" y="1"/>
                      <a:pt x="41" y="1"/>
                    </a:cubicBezTo>
                    <a:cubicBezTo>
                      <a:pt x="39" y="0"/>
                      <a:pt x="32" y="3"/>
                      <a:pt x="3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48" name="Freeform 526">
                <a:extLst>
                  <a:ext uri="{FF2B5EF4-FFF2-40B4-BE49-F238E27FC236}">
                    <a16:creationId xmlns:a16="http://schemas.microsoft.com/office/drawing/2014/main" id="{0C6F7EEC-8D8D-4D77-9429-8A998B6C5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085"/>
                <a:ext cx="66" cy="30"/>
              </a:xfrm>
              <a:custGeom>
                <a:avLst/>
                <a:gdLst>
                  <a:gd name="T0" fmla="*/ 20 w 55"/>
                  <a:gd name="T1" fmla="*/ 2 h 25"/>
                  <a:gd name="T2" fmla="*/ 2 w 55"/>
                  <a:gd name="T3" fmla="*/ 12 h 25"/>
                  <a:gd name="T4" fmla="*/ 2 w 55"/>
                  <a:gd name="T5" fmla="*/ 35 h 25"/>
                  <a:gd name="T6" fmla="*/ 28 w 55"/>
                  <a:gd name="T7" fmla="*/ 43 h 25"/>
                  <a:gd name="T8" fmla="*/ 70 w 55"/>
                  <a:gd name="T9" fmla="*/ 43 h 25"/>
                  <a:gd name="T10" fmla="*/ 95 w 55"/>
                  <a:gd name="T11" fmla="*/ 29 h 25"/>
                  <a:gd name="T12" fmla="*/ 88 w 55"/>
                  <a:gd name="T13" fmla="*/ 7 h 25"/>
                  <a:gd name="T14" fmla="*/ 62 w 55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12" y="2"/>
                    </a:moveTo>
                    <a:cubicBezTo>
                      <a:pt x="9" y="0"/>
                      <a:pt x="3" y="4"/>
                      <a:pt x="2" y="7"/>
                    </a:cubicBezTo>
                    <a:cubicBezTo>
                      <a:pt x="0" y="10"/>
                      <a:pt x="1" y="17"/>
                      <a:pt x="2" y="20"/>
                    </a:cubicBezTo>
                    <a:cubicBezTo>
                      <a:pt x="4" y="25"/>
                      <a:pt x="10" y="24"/>
                      <a:pt x="16" y="25"/>
                    </a:cubicBezTo>
                    <a:cubicBezTo>
                      <a:pt x="24" y="25"/>
                      <a:pt x="32" y="25"/>
                      <a:pt x="40" y="25"/>
                    </a:cubicBezTo>
                    <a:cubicBezTo>
                      <a:pt x="45" y="24"/>
                      <a:pt x="54" y="23"/>
                      <a:pt x="55" y="17"/>
                    </a:cubicBezTo>
                    <a:cubicBezTo>
                      <a:pt x="55" y="14"/>
                      <a:pt x="53" y="6"/>
                      <a:pt x="51" y="4"/>
                    </a:cubicBezTo>
                    <a:cubicBezTo>
                      <a:pt x="47" y="0"/>
                      <a:pt x="40" y="2"/>
                      <a:pt x="36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49" name="Freeform 527">
                <a:extLst>
                  <a:ext uri="{FF2B5EF4-FFF2-40B4-BE49-F238E27FC236}">
                    <a16:creationId xmlns:a16="http://schemas.microsoft.com/office/drawing/2014/main" id="{4B444F47-EBD0-4E78-A3D1-A19F04249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149"/>
                <a:ext cx="8" cy="20"/>
              </a:xfrm>
              <a:custGeom>
                <a:avLst/>
                <a:gdLst>
                  <a:gd name="T0" fmla="*/ 10 w 7"/>
                  <a:gd name="T1" fmla="*/ 2 h 17"/>
                  <a:gd name="T2" fmla="*/ 1 w 7"/>
                  <a:gd name="T3" fmla="*/ 11 h 17"/>
                  <a:gd name="T4" fmla="*/ 1 w 7"/>
                  <a:gd name="T5" fmla="*/ 28 h 17"/>
                  <a:gd name="T6" fmla="*/ 3 w 7"/>
                  <a:gd name="T7" fmla="*/ 2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7" y="2"/>
                    </a:moveTo>
                    <a:cubicBezTo>
                      <a:pt x="4" y="0"/>
                      <a:pt x="1" y="5"/>
                      <a:pt x="1" y="7"/>
                    </a:cubicBezTo>
                    <a:cubicBezTo>
                      <a:pt x="0" y="10"/>
                      <a:pt x="0" y="14"/>
                      <a:pt x="1" y="17"/>
                    </a:cubicBezTo>
                    <a:cubicBezTo>
                      <a:pt x="1" y="17"/>
                      <a:pt x="2" y="17"/>
                      <a:pt x="3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50" name="Freeform 528">
                <a:extLst>
                  <a:ext uri="{FF2B5EF4-FFF2-40B4-BE49-F238E27FC236}">
                    <a16:creationId xmlns:a16="http://schemas.microsoft.com/office/drawing/2014/main" id="{9E48CA29-57D9-4613-BB24-2C8B6E994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149"/>
                <a:ext cx="24" cy="20"/>
              </a:xfrm>
              <a:custGeom>
                <a:avLst/>
                <a:gdLst>
                  <a:gd name="T0" fmla="*/ 0 w 20"/>
                  <a:gd name="T1" fmla="*/ 0 h 17"/>
                  <a:gd name="T2" fmla="*/ 31 w 20"/>
                  <a:gd name="T3" fmla="*/ 11 h 17"/>
                  <a:gd name="T4" fmla="*/ 24 w 20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7" y="0"/>
                      <a:pt x="15" y="1"/>
                      <a:pt x="18" y="7"/>
                    </a:cubicBezTo>
                    <a:cubicBezTo>
                      <a:pt x="20" y="11"/>
                      <a:pt x="19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51" name="Freeform 529">
                <a:extLst>
                  <a:ext uri="{FF2B5EF4-FFF2-40B4-BE49-F238E27FC236}">
                    <a16:creationId xmlns:a16="http://schemas.microsoft.com/office/drawing/2014/main" id="{B4CDF353-41C7-46B2-864D-6671331D4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114"/>
                <a:ext cx="73" cy="34"/>
              </a:xfrm>
              <a:custGeom>
                <a:avLst/>
                <a:gdLst>
                  <a:gd name="T0" fmla="*/ 15 w 60"/>
                  <a:gd name="T1" fmla="*/ 1 h 28"/>
                  <a:gd name="T2" fmla="*/ 2 w 60"/>
                  <a:gd name="T3" fmla="*/ 13 h 28"/>
                  <a:gd name="T4" fmla="*/ 2 w 60"/>
                  <a:gd name="T5" fmla="*/ 27 h 28"/>
                  <a:gd name="T6" fmla="*/ 28 w 60"/>
                  <a:gd name="T7" fmla="*/ 47 h 28"/>
                  <a:gd name="T8" fmla="*/ 66 w 60"/>
                  <a:gd name="T9" fmla="*/ 35 h 28"/>
                  <a:gd name="T10" fmla="*/ 101 w 60"/>
                  <a:gd name="T11" fmla="*/ 25 h 28"/>
                  <a:gd name="T12" fmla="*/ 91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8" y="1"/>
                    </a:moveTo>
                    <a:cubicBezTo>
                      <a:pt x="5" y="1"/>
                      <a:pt x="3" y="5"/>
                      <a:pt x="2" y="7"/>
                    </a:cubicBezTo>
                    <a:cubicBezTo>
                      <a:pt x="0" y="11"/>
                      <a:pt x="1" y="11"/>
                      <a:pt x="2" y="15"/>
                    </a:cubicBezTo>
                    <a:cubicBezTo>
                      <a:pt x="5" y="22"/>
                      <a:pt x="6" y="28"/>
                      <a:pt x="16" y="26"/>
                    </a:cubicBezTo>
                    <a:cubicBezTo>
                      <a:pt x="23" y="24"/>
                      <a:pt x="29" y="21"/>
                      <a:pt x="36" y="20"/>
                    </a:cubicBezTo>
                    <a:cubicBezTo>
                      <a:pt x="41" y="19"/>
                      <a:pt x="51" y="18"/>
                      <a:pt x="56" y="14"/>
                    </a:cubicBezTo>
                    <a:cubicBezTo>
                      <a:pt x="60" y="10"/>
                      <a:pt x="58" y="0"/>
                      <a:pt x="5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52" name="Freeform 530">
                <a:extLst>
                  <a:ext uri="{FF2B5EF4-FFF2-40B4-BE49-F238E27FC236}">
                    <a16:creationId xmlns:a16="http://schemas.microsoft.com/office/drawing/2014/main" id="{294156C2-0942-4011-B296-412D18FC3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145"/>
                <a:ext cx="3" cy="7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53" name="Freeform 531">
                <a:extLst>
                  <a:ext uri="{FF2B5EF4-FFF2-40B4-BE49-F238E27FC236}">
                    <a16:creationId xmlns:a16="http://schemas.microsoft.com/office/drawing/2014/main" id="{5F1D513D-8AF3-4B6F-B144-684FA4C4F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128"/>
                <a:ext cx="17" cy="43"/>
              </a:xfrm>
              <a:custGeom>
                <a:avLst/>
                <a:gdLst>
                  <a:gd name="T0" fmla="*/ 0 w 14"/>
                  <a:gd name="T1" fmla="*/ 0 h 35"/>
                  <a:gd name="T2" fmla="*/ 18 w 14"/>
                  <a:gd name="T3" fmla="*/ 50 h 35"/>
                  <a:gd name="T4" fmla="*/ 6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5" y="8"/>
                      <a:pt x="14" y="16"/>
                      <a:pt x="10" y="27"/>
                    </a:cubicBezTo>
                    <a:cubicBezTo>
                      <a:pt x="9" y="31"/>
                      <a:pt x="7" y="34"/>
                      <a:pt x="3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54" name="Freeform 532">
                <a:extLst>
                  <a:ext uri="{FF2B5EF4-FFF2-40B4-BE49-F238E27FC236}">
                    <a16:creationId xmlns:a16="http://schemas.microsoft.com/office/drawing/2014/main" id="{65CAAD2C-9B48-45B8-929E-DFD759FD3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085"/>
                <a:ext cx="70" cy="24"/>
              </a:xfrm>
              <a:custGeom>
                <a:avLst/>
                <a:gdLst>
                  <a:gd name="T0" fmla="*/ 7 w 58"/>
                  <a:gd name="T1" fmla="*/ 0 h 20"/>
                  <a:gd name="T2" fmla="*/ 7 w 58"/>
                  <a:gd name="T3" fmla="*/ 24 h 20"/>
                  <a:gd name="T4" fmla="*/ 43 w 58"/>
                  <a:gd name="T5" fmla="*/ 35 h 20"/>
                  <a:gd name="T6" fmla="*/ 83 w 58"/>
                  <a:gd name="T7" fmla="*/ 29 h 20"/>
                  <a:gd name="T8" fmla="*/ 100 w 58"/>
                  <a:gd name="T9" fmla="*/ 20 h 20"/>
                  <a:gd name="T10" fmla="*/ 97 w 5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4" y="0"/>
                    </a:moveTo>
                    <a:cubicBezTo>
                      <a:pt x="0" y="4"/>
                      <a:pt x="2" y="10"/>
                      <a:pt x="4" y="14"/>
                    </a:cubicBezTo>
                    <a:cubicBezTo>
                      <a:pt x="8" y="20"/>
                      <a:pt x="18" y="20"/>
                      <a:pt x="25" y="20"/>
                    </a:cubicBezTo>
                    <a:cubicBezTo>
                      <a:pt x="33" y="20"/>
                      <a:pt x="39" y="18"/>
                      <a:pt x="47" y="17"/>
                    </a:cubicBezTo>
                    <a:cubicBezTo>
                      <a:pt x="52" y="16"/>
                      <a:pt x="56" y="17"/>
                      <a:pt x="57" y="12"/>
                    </a:cubicBezTo>
                    <a:cubicBezTo>
                      <a:pt x="58" y="9"/>
                      <a:pt x="58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55" name="Freeform 533">
                <a:extLst>
                  <a:ext uri="{FF2B5EF4-FFF2-40B4-BE49-F238E27FC236}">
                    <a16:creationId xmlns:a16="http://schemas.microsoft.com/office/drawing/2014/main" id="{613B9E96-EF25-455C-902C-AD283A5BB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1126"/>
                <a:ext cx="54" cy="43"/>
              </a:xfrm>
              <a:custGeom>
                <a:avLst/>
                <a:gdLst>
                  <a:gd name="T0" fmla="*/ 8 w 45"/>
                  <a:gd name="T1" fmla="*/ 61 h 36"/>
                  <a:gd name="T2" fmla="*/ 6 w 45"/>
                  <a:gd name="T3" fmla="*/ 26 h 36"/>
                  <a:gd name="T4" fmla="*/ 2 w 45"/>
                  <a:gd name="T5" fmla="*/ 12 h 36"/>
                  <a:gd name="T6" fmla="*/ 36 w 45"/>
                  <a:gd name="T7" fmla="*/ 6 h 36"/>
                  <a:gd name="T8" fmla="*/ 67 w 45"/>
                  <a:gd name="T9" fmla="*/ 6 h 36"/>
                  <a:gd name="T10" fmla="*/ 78 w 45"/>
                  <a:gd name="T11" fmla="*/ 32 h 36"/>
                  <a:gd name="T12" fmla="*/ 70 w 45"/>
                  <a:gd name="T13" fmla="*/ 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2" y="12"/>
                      <a:pt x="0" y="10"/>
                      <a:pt x="2" y="7"/>
                    </a:cubicBezTo>
                    <a:cubicBezTo>
                      <a:pt x="5" y="4"/>
                      <a:pt x="16" y="3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4" y="6"/>
                      <a:pt x="45" y="13"/>
                      <a:pt x="45" y="19"/>
                    </a:cubicBezTo>
                    <a:cubicBezTo>
                      <a:pt x="44" y="24"/>
                      <a:pt x="44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56" name="Freeform 534">
                <a:extLst>
                  <a:ext uri="{FF2B5EF4-FFF2-40B4-BE49-F238E27FC236}">
                    <a16:creationId xmlns:a16="http://schemas.microsoft.com/office/drawing/2014/main" id="{F7090999-5EF5-499E-9DA1-D8F246E7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081"/>
                <a:ext cx="61" cy="33"/>
              </a:xfrm>
              <a:custGeom>
                <a:avLst/>
                <a:gdLst>
                  <a:gd name="T0" fmla="*/ 6 w 51"/>
                  <a:gd name="T1" fmla="*/ 6 h 27"/>
                  <a:gd name="T2" fmla="*/ 8 w 51"/>
                  <a:gd name="T3" fmla="*/ 39 h 27"/>
                  <a:gd name="T4" fmla="*/ 33 w 51"/>
                  <a:gd name="T5" fmla="*/ 39 h 27"/>
                  <a:gd name="T6" fmla="*/ 56 w 51"/>
                  <a:gd name="T7" fmla="*/ 42 h 27"/>
                  <a:gd name="T8" fmla="*/ 75 w 51"/>
                  <a:gd name="T9" fmla="*/ 49 h 27"/>
                  <a:gd name="T10" fmla="*/ 87 w 51"/>
                  <a:gd name="T11" fmla="*/ 33 h 27"/>
                  <a:gd name="T12" fmla="*/ 73 w 51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7">
                    <a:moveTo>
                      <a:pt x="3" y="3"/>
                    </a:moveTo>
                    <a:cubicBezTo>
                      <a:pt x="2" y="7"/>
                      <a:pt x="0" y="18"/>
                      <a:pt x="5" y="21"/>
                    </a:cubicBezTo>
                    <a:cubicBezTo>
                      <a:pt x="8" y="23"/>
                      <a:pt x="16" y="21"/>
                      <a:pt x="19" y="21"/>
                    </a:cubicBezTo>
                    <a:cubicBezTo>
                      <a:pt x="24" y="21"/>
                      <a:pt x="29" y="20"/>
                      <a:pt x="33" y="23"/>
                    </a:cubicBezTo>
                    <a:cubicBezTo>
                      <a:pt x="37" y="24"/>
                      <a:pt x="40" y="27"/>
                      <a:pt x="44" y="27"/>
                    </a:cubicBezTo>
                    <a:cubicBezTo>
                      <a:pt x="48" y="26"/>
                      <a:pt x="51" y="22"/>
                      <a:pt x="51" y="18"/>
                    </a:cubicBezTo>
                    <a:cubicBezTo>
                      <a:pt x="51" y="15"/>
                      <a:pt x="49" y="0"/>
                      <a:pt x="43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57" name="Freeform 535">
                <a:extLst>
                  <a:ext uri="{FF2B5EF4-FFF2-40B4-BE49-F238E27FC236}">
                    <a16:creationId xmlns:a16="http://schemas.microsoft.com/office/drawing/2014/main" id="{5F272FFC-52AA-4A0A-832C-820FFBB03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103"/>
                <a:ext cx="58" cy="34"/>
              </a:xfrm>
              <a:custGeom>
                <a:avLst/>
                <a:gdLst>
                  <a:gd name="T0" fmla="*/ 8 w 48"/>
                  <a:gd name="T1" fmla="*/ 9 h 28"/>
                  <a:gd name="T2" fmla="*/ 1 w 48"/>
                  <a:gd name="T3" fmla="*/ 18 h 28"/>
                  <a:gd name="T4" fmla="*/ 6 w 48"/>
                  <a:gd name="T5" fmla="*/ 40 h 28"/>
                  <a:gd name="T6" fmla="*/ 48 w 48"/>
                  <a:gd name="T7" fmla="*/ 41 h 28"/>
                  <a:gd name="T8" fmla="*/ 83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5" y="4"/>
                      <a:pt x="2" y="8"/>
                      <a:pt x="1" y="10"/>
                    </a:cubicBezTo>
                    <a:cubicBezTo>
                      <a:pt x="0" y="13"/>
                      <a:pt x="0" y="20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4" y="23"/>
                      <a:pt x="44" y="22"/>
                      <a:pt x="47" y="14"/>
                    </a:cubicBezTo>
                    <a:cubicBezTo>
                      <a:pt x="47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58" name="Freeform 536">
                <a:extLst>
                  <a:ext uri="{FF2B5EF4-FFF2-40B4-BE49-F238E27FC236}">
                    <a16:creationId xmlns:a16="http://schemas.microsoft.com/office/drawing/2014/main" id="{8804BE5F-3408-4423-99C7-05791972E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085"/>
                <a:ext cx="63" cy="42"/>
              </a:xfrm>
              <a:custGeom>
                <a:avLst/>
                <a:gdLst>
                  <a:gd name="T0" fmla="*/ 25 w 52"/>
                  <a:gd name="T1" fmla="*/ 1 h 35"/>
                  <a:gd name="T2" fmla="*/ 15 w 52"/>
                  <a:gd name="T3" fmla="*/ 37 h 35"/>
                  <a:gd name="T4" fmla="*/ 23 w 52"/>
                  <a:gd name="T5" fmla="*/ 55 h 35"/>
                  <a:gd name="T6" fmla="*/ 57 w 52"/>
                  <a:gd name="T7" fmla="*/ 58 h 35"/>
                  <a:gd name="T8" fmla="*/ 91 w 52"/>
                  <a:gd name="T9" fmla="*/ 43 h 35"/>
                  <a:gd name="T10" fmla="*/ 84 w 52"/>
                  <a:gd name="T11" fmla="*/ 8 h 35"/>
                  <a:gd name="T12" fmla="*/ 58 w 52"/>
                  <a:gd name="T13" fmla="*/ 1 h 35"/>
                  <a:gd name="T14" fmla="*/ 27 w 52"/>
                  <a:gd name="T15" fmla="*/ 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14" y="1"/>
                    </a:moveTo>
                    <a:cubicBezTo>
                      <a:pt x="0" y="0"/>
                      <a:pt x="6" y="13"/>
                      <a:pt x="8" y="22"/>
                    </a:cubicBezTo>
                    <a:cubicBezTo>
                      <a:pt x="9" y="26"/>
                      <a:pt x="9" y="30"/>
                      <a:pt x="13" y="32"/>
                    </a:cubicBezTo>
                    <a:cubicBezTo>
                      <a:pt x="18" y="35"/>
                      <a:pt x="27" y="34"/>
                      <a:pt x="32" y="33"/>
                    </a:cubicBezTo>
                    <a:cubicBezTo>
                      <a:pt x="38" y="32"/>
                      <a:pt x="49" y="32"/>
                      <a:pt x="51" y="25"/>
                    </a:cubicBezTo>
                    <a:cubicBezTo>
                      <a:pt x="52" y="20"/>
                      <a:pt x="51" y="9"/>
                      <a:pt x="47" y="5"/>
                    </a:cubicBezTo>
                    <a:cubicBezTo>
                      <a:pt x="44" y="2"/>
                      <a:pt x="37" y="2"/>
                      <a:pt x="33" y="1"/>
                    </a:cubicBezTo>
                    <a:cubicBezTo>
                      <a:pt x="27" y="1"/>
                      <a:pt x="21" y="1"/>
                      <a:pt x="1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59" name="Freeform 537">
                <a:extLst>
                  <a:ext uri="{FF2B5EF4-FFF2-40B4-BE49-F238E27FC236}">
                    <a16:creationId xmlns:a16="http://schemas.microsoft.com/office/drawing/2014/main" id="{0E940979-B29E-4253-AF4F-C0F779C80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120"/>
                <a:ext cx="59" cy="31"/>
              </a:xfrm>
              <a:custGeom>
                <a:avLst/>
                <a:gdLst>
                  <a:gd name="T0" fmla="*/ 36 w 49"/>
                  <a:gd name="T1" fmla="*/ 8 h 26"/>
                  <a:gd name="T2" fmla="*/ 17 w 49"/>
                  <a:gd name="T3" fmla="*/ 7 h 26"/>
                  <a:gd name="T4" fmla="*/ 1 w 49"/>
                  <a:gd name="T5" fmla="*/ 12 h 26"/>
                  <a:gd name="T6" fmla="*/ 1 w 49"/>
                  <a:gd name="T7" fmla="*/ 29 h 26"/>
                  <a:gd name="T8" fmla="*/ 23 w 49"/>
                  <a:gd name="T9" fmla="*/ 44 h 26"/>
                  <a:gd name="T10" fmla="*/ 66 w 49"/>
                  <a:gd name="T11" fmla="*/ 43 h 26"/>
                  <a:gd name="T12" fmla="*/ 83 w 49"/>
                  <a:gd name="T13" fmla="*/ 19 h 26"/>
                  <a:gd name="T14" fmla="*/ 71 w 49"/>
                  <a:gd name="T15" fmla="*/ 1 h 26"/>
                  <a:gd name="T16" fmla="*/ 52 w 49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6">
                    <a:moveTo>
                      <a:pt x="21" y="5"/>
                    </a:moveTo>
                    <a:cubicBezTo>
                      <a:pt x="18" y="5"/>
                      <a:pt x="14" y="3"/>
                      <a:pt x="10" y="4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1" y="16"/>
                      <a:pt x="1" y="17"/>
                    </a:cubicBezTo>
                    <a:cubicBezTo>
                      <a:pt x="2" y="24"/>
                      <a:pt x="6" y="26"/>
                      <a:pt x="13" y="26"/>
                    </a:cubicBezTo>
                    <a:cubicBezTo>
                      <a:pt x="22" y="26"/>
                      <a:pt x="30" y="26"/>
                      <a:pt x="38" y="25"/>
                    </a:cubicBezTo>
                    <a:cubicBezTo>
                      <a:pt x="48" y="23"/>
                      <a:pt x="49" y="19"/>
                      <a:pt x="47" y="11"/>
                    </a:cubicBezTo>
                    <a:cubicBezTo>
                      <a:pt x="46" y="7"/>
                      <a:pt x="46" y="1"/>
                      <a:pt x="41" y="1"/>
                    </a:cubicBezTo>
                    <a:cubicBezTo>
                      <a:pt x="39" y="0"/>
                      <a:pt x="32" y="3"/>
                      <a:pt x="3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60" name="Freeform 538">
                <a:extLst>
                  <a:ext uri="{FF2B5EF4-FFF2-40B4-BE49-F238E27FC236}">
                    <a16:creationId xmlns:a16="http://schemas.microsoft.com/office/drawing/2014/main" id="{2493DEFB-F03D-4346-8D7A-619755B99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085"/>
                <a:ext cx="67" cy="30"/>
              </a:xfrm>
              <a:custGeom>
                <a:avLst/>
                <a:gdLst>
                  <a:gd name="T0" fmla="*/ 22 w 55"/>
                  <a:gd name="T1" fmla="*/ 2 h 25"/>
                  <a:gd name="T2" fmla="*/ 2 w 55"/>
                  <a:gd name="T3" fmla="*/ 12 h 25"/>
                  <a:gd name="T4" fmla="*/ 2 w 55"/>
                  <a:gd name="T5" fmla="*/ 35 h 25"/>
                  <a:gd name="T6" fmla="*/ 28 w 55"/>
                  <a:gd name="T7" fmla="*/ 43 h 25"/>
                  <a:gd name="T8" fmla="*/ 73 w 55"/>
                  <a:gd name="T9" fmla="*/ 43 h 25"/>
                  <a:gd name="T10" fmla="*/ 100 w 55"/>
                  <a:gd name="T11" fmla="*/ 29 h 25"/>
                  <a:gd name="T12" fmla="*/ 90 w 55"/>
                  <a:gd name="T13" fmla="*/ 7 h 25"/>
                  <a:gd name="T14" fmla="*/ 63 w 55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12" y="2"/>
                    </a:moveTo>
                    <a:cubicBezTo>
                      <a:pt x="9" y="0"/>
                      <a:pt x="3" y="4"/>
                      <a:pt x="2" y="7"/>
                    </a:cubicBezTo>
                    <a:cubicBezTo>
                      <a:pt x="0" y="10"/>
                      <a:pt x="1" y="17"/>
                      <a:pt x="2" y="20"/>
                    </a:cubicBezTo>
                    <a:cubicBezTo>
                      <a:pt x="4" y="25"/>
                      <a:pt x="10" y="24"/>
                      <a:pt x="16" y="25"/>
                    </a:cubicBezTo>
                    <a:cubicBezTo>
                      <a:pt x="23" y="25"/>
                      <a:pt x="32" y="25"/>
                      <a:pt x="40" y="25"/>
                    </a:cubicBezTo>
                    <a:cubicBezTo>
                      <a:pt x="45" y="24"/>
                      <a:pt x="54" y="23"/>
                      <a:pt x="55" y="17"/>
                    </a:cubicBezTo>
                    <a:cubicBezTo>
                      <a:pt x="55" y="14"/>
                      <a:pt x="53" y="6"/>
                      <a:pt x="50" y="4"/>
                    </a:cubicBezTo>
                    <a:cubicBezTo>
                      <a:pt x="47" y="0"/>
                      <a:pt x="40" y="2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61" name="Freeform 539">
                <a:extLst>
                  <a:ext uri="{FF2B5EF4-FFF2-40B4-BE49-F238E27FC236}">
                    <a16:creationId xmlns:a16="http://schemas.microsoft.com/office/drawing/2014/main" id="{55D6B418-D1DB-48D0-B6C9-240FC8DDC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149"/>
                <a:ext cx="24" cy="20"/>
              </a:xfrm>
              <a:custGeom>
                <a:avLst/>
                <a:gdLst>
                  <a:gd name="T0" fmla="*/ 0 w 20"/>
                  <a:gd name="T1" fmla="*/ 0 h 17"/>
                  <a:gd name="T2" fmla="*/ 29 w 20"/>
                  <a:gd name="T3" fmla="*/ 11 h 17"/>
                  <a:gd name="T4" fmla="*/ 24 w 20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6" y="0"/>
                      <a:pt x="15" y="1"/>
                      <a:pt x="17" y="7"/>
                    </a:cubicBezTo>
                    <a:cubicBezTo>
                      <a:pt x="20" y="11"/>
                      <a:pt x="19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62" name="Freeform 540">
                <a:extLst>
                  <a:ext uri="{FF2B5EF4-FFF2-40B4-BE49-F238E27FC236}">
                    <a16:creationId xmlns:a16="http://schemas.microsoft.com/office/drawing/2014/main" id="{B038DDFE-263E-4AD6-B4BA-F43F8F189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114"/>
                <a:ext cx="73" cy="34"/>
              </a:xfrm>
              <a:custGeom>
                <a:avLst/>
                <a:gdLst>
                  <a:gd name="T0" fmla="*/ 13 w 60"/>
                  <a:gd name="T1" fmla="*/ 1 h 28"/>
                  <a:gd name="T2" fmla="*/ 2 w 60"/>
                  <a:gd name="T3" fmla="*/ 13 h 28"/>
                  <a:gd name="T4" fmla="*/ 2 w 60"/>
                  <a:gd name="T5" fmla="*/ 27 h 28"/>
                  <a:gd name="T6" fmla="*/ 28 w 60"/>
                  <a:gd name="T7" fmla="*/ 47 h 28"/>
                  <a:gd name="T8" fmla="*/ 66 w 60"/>
                  <a:gd name="T9" fmla="*/ 35 h 28"/>
                  <a:gd name="T10" fmla="*/ 100 w 60"/>
                  <a:gd name="T11" fmla="*/ 25 h 28"/>
                  <a:gd name="T12" fmla="*/ 91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5" y="1"/>
                      <a:pt x="3" y="5"/>
                      <a:pt x="2" y="7"/>
                    </a:cubicBezTo>
                    <a:cubicBezTo>
                      <a:pt x="0" y="11"/>
                      <a:pt x="1" y="11"/>
                      <a:pt x="2" y="15"/>
                    </a:cubicBezTo>
                    <a:cubicBezTo>
                      <a:pt x="5" y="22"/>
                      <a:pt x="6" y="28"/>
                      <a:pt x="16" y="26"/>
                    </a:cubicBezTo>
                    <a:cubicBezTo>
                      <a:pt x="23" y="24"/>
                      <a:pt x="29" y="21"/>
                      <a:pt x="36" y="20"/>
                    </a:cubicBezTo>
                    <a:cubicBezTo>
                      <a:pt x="41" y="19"/>
                      <a:pt x="51" y="18"/>
                      <a:pt x="55" y="14"/>
                    </a:cubicBezTo>
                    <a:cubicBezTo>
                      <a:pt x="60" y="10"/>
                      <a:pt x="58" y="0"/>
                      <a:pt x="5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63" name="Freeform 541">
                <a:extLst>
                  <a:ext uri="{FF2B5EF4-FFF2-40B4-BE49-F238E27FC236}">
                    <a16:creationId xmlns:a16="http://schemas.microsoft.com/office/drawing/2014/main" id="{EABCE800-8BCF-485C-8E16-2AB688EA1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145"/>
                <a:ext cx="4" cy="7"/>
              </a:xfrm>
              <a:custGeom>
                <a:avLst/>
                <a:gdLst>
                  <a:gd name="T0" fmla="*/ 4 w 4"/>
                  <a:gd name="T1" fmla="*/ 0 h 6"/>
                  <a:gd name="T2" fmla="*/ 1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0" y="5"/>
                      <a:pt x="1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64" name="Freeform 542">
                <a:extLst>
                  <a:ext uri="{FF2B5EF4-FFF2-40B4-BE49-F238E27FC236}">
                    <a16:creationId xmlns:a16="http://schemas.microsoft.com/office/drawing/2014/main" id="{D78DEB66-0769-4D0B-BD84-D65A27228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128"/>
                <a:ext cx="18" cy="43"/>
              </a:xfrm>
              <a:custGeom>
                <a:avLst/>
                <a:gdLst>
                  <a:gd name="T0" fmla="*/ 0 w 15"/>
                  <a:gd name="T1" fmla="*/ 0 h 35"/>
                  <a:gd name="T2" fmla="*/ 19 w 15"/>
                  <a:gd name="T3" fmla="*/ 50 h 35"/>
                  <a:gd name="T4" fmla="*/ 7 w 15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5">
                    <a:moveTo>
                      <a:pt x="0" y="0"/>
                    </a:moveTo>
                    <a:cubicBezTo>
                      <a:pt x="6" y="8"/>
                      <a:pt x="15" y="16"/>
                      <a:pt x="11" y="27"/>
                    </a:cubicBezTo>
                    <a:cubicBezTo>
                      <a:pt x="10" y="31"/>
                      <a:pt x="8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65" name="Freeform 543">
                <a:extLst>
                  <a:ext uri="{FF2B5EF4-FFF2-40B4-BE49-F238E27FC236}">
                    <a16:creationId xmlns:a16="http://schemas.microsoft.com/office/drawing/2014/main" id="{A74939A4-98A3-4D52-98C2-385EDCFAF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085"/>
                <a:ext cx="70" cy="24"/>
              </a:xfrm>
              <a:custGeom>
                <a:avLst/>
                <a:gdLst>
                  <a:gd name="T0" fmla="*/ 7 w 58"/>
                  <a:gd name="T1" fmla="*/ 0 h 20"/>
                  <a:gd name="T2" fmla="*/ 7 w 58"/>
                  <a:gd name="T3" fmla="*/ 24 h 20"/>
                  <a:gd name="T4" fmla="*/ 43 w 58"/>
                  <a:gd name="T5" fmla="*/ 35 h 20"/>
                  <a:gd name="T6" fmla="*/ 83 w 58"/>
                  <a:gd name="T7" fmla="*/ 29 h 20"/>
                  <a:gd name="T8" fmla="*/ 100 w 58"/>
                  <a:gd name="T9" fmla="*/ 20 h 20"/>
                  <a:gd name="T10" fmla="*/ 94 w 5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4" y="0"/>
                    </a:moveTo>
                    <a:cubicBezTo>
                      <a:pt x="0" y="4"/>
                      <a:pt x="2" y="10"/>
                      <a:pt x="4" y="14"/>
                    </a:cubicBezTo>
                    <a:cubicBezTo>
                      <a:pt x="8" y="20"/>
                      <a:pt x="18" y="20"/>
                      <a:pt x="25" y="20"/>
                    </a:cubicBezTo>
                    <a:cubicBezTo>
                      <a:pt x="32" y="20"/>
                      <a:pt x="39" y="18"/>
                      <a:pt x="47" y="17"/>
                    </a:cubicBezTo>
                    <a:cubicBezTo>
                      <a:pt x="52" y="16"/>
                      <a:pt x="55" y="17"/>
                      <a:pt x="57" y="12"/>
                    </a:cubicBezTo>
                    <a:cubicBezTo>
                      <a:pt x="58" y="9"/>
                      <a:pt x="58" y="2"/>
                      <a:pt x="5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66" name="Freeform 544">
                <a:extLst>
                  <a:ext uri="{FF2B5EF4-FFF2-40B4-BE49-F238E27FC236}">
                    <a16:creationId xmlns:a16="http://schemas.microsoft.com/office/drawing/2014/main" id="{871452ED-E44F-4D70-AD4E-37B15879D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126"/>
                <a:ext cx="54" cy="43"/>
              </a:xfrm>
              <a:custGeom>
                <a:avLst/>
                <a:gdLst>
                  <a:gd name="T0" fmla="*/ 8 w 45"/>
                  <a:gd name="T1" fmla="*/ 61 h 36"/>
                  <a:gd name="T2" fmla="*/ 2 w 45"/>
                  <a:gd name="T3" fmla="*/ 26 h 36"/>
                  <a:gd name="T4" fmla="*/ 2 w 45"/>
                  <a:gd name="T5" fmla="*/ 12 h 36"/>
                  <a:gd name="T6" fmla="*/ 36 w 45"/>
                  <a:gd name="T7" fmla="*/ 6 h 36"/>
                  <a:gd name="T8" fmla="*/ 66 w 45"/>
                  <a:gd name="T9" fmla="*/ 6 h 36"/>
                  <a:gd name="T10" fmla="*/ 77 w 45"/>
                  <a:gd name="T11" fmla="*/ 32 h 36"/>
                  <a:gd name="T12" fmla="*/ 70 w 45"/>
                  <a:gd name="T13" fmla="*/ 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1" y="30"/>
                      <a:pt x="4" y="21"/>
                      <a:pt x="2" y="15"/>
                    </a:cubicBezTo>
                    <a:cubicBezTo>
                      <a:pt x="2" y="12"/>
                      <a:pt x="0" y="10"/>
                      <a:pt x="2" y="7"/>
                    </a:cubicBezTo>
                    <a:cubicBezTo>
                      <a:pt x="5" y="4"/>
                      <a:pt x="16" y="3"/>
                      <a:pt x="21" y="3"/>
                    </a:cubicBezTo>
                    <a:cubicBezTo>
                      <a:pt x="26" y="2"/>
                      <a:pt x="34" y="0"/>
                      <a:pt x="38" y="3"/>
                    </a:cubicBezTo>
                    <a:cubicBezTo>
                      <a:pt x="44" y="6"/>
                      <a:pt x="45" y="13"/>
                      <a:pt x="44" y="19"/>
                    </a:cubicBezTo>
                    <a:cubicBezTo>
                      <a:pt x="44" y="24"/>
                      <a:pt x="44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67" name="Freeform 545">
                <a:extLst>
                  <a:ext uri="{FF2B5EF4-FFF2-40B4-BE49-F238E27FC236}">
                    <a16:creationId xmlns:a16="http://schemas.microsoft.com/office/drawing/2014/main" id="{7988A117-8AF8-4021-9A23-3C2980774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103"/>
                <a:ext cx="58" cy="34"/>
              </a:xfrm>
              <a:custGeom>
                <a:avLst/>
                <a:gdLst>
                  <a:gd name="T0" fmla="*/ 8 w 48"/>
                  <a:gd name="T1" fmla="*/ 9 h 28"/>
                  <a:gd name="T2" fmla="*/ 1 w 48"/>
                  <a:gd name="T3" fmla="*/ 18 h 28"/>
                  <a:gd name="T4" fmla="*/ 6 w 48"/>
                  <a:gd name="T5" fmla="*/ 40 h 28"/>
                  <a:gd name="T6" fmla="*/ 48 w 48"/>
                  <a:gd name="T7" fmla="*/ 41 h 28"/>
                  <a:gd name="T8" fmla="*/ 82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4" y="4"/>
                      <a:pt x="2" y="8"/>
                      <a:pt x="1" y="10"/>
                    </a:cubicBezTo>
                    <a:cubicBezTo>
                      <a:pt x="0" y="13"/>
                      <a:pt x="0" y="20"/>
                      <a:pt x="3" y="22"/>
                    </a:cubicBezTo>
                    <a:cubicBezTo>
                      <a:pt x="7" y="28"/>
                      <a:pt x="21" y="23"/>
                      <a:pt x="27" y="23"/>
                    </a:cubicBezTo>
                    <a:cubicBezTo>
                      <a:pt x="34" y="23"/>
                      <a:pt x="44" y="22"/>
                      <a:pt x="46" y="14"/>
                    </a:cubicBezTo>
                    <a:cubicBezTo>
                      <a:pt x="47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68" name="Freeform 546">
                <a:extLst>
                  <a:ext uri="{FF2B5EF4-FFF2-40B4-BE49-F238E27FC236}">
                    <a16:creationId xmlns:a16="http://schemas.microsoft.com/office/drawing/2014/main" id="{A370191A-4D84-40A5-917F-9AF268C3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106"/>
                <a:ext cx="7" cy="10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69" name="Freeform 547">
                <a:extLst>
                  <a:ext uri="{FF2B5EF4-FFF2-40B4-BE49-F238E27FC236}">
                    <a16:creationId xmlns:a16="http://schemas.microsoft.com/office/drawing/2014/main" id="{BF54C306-B2AB-498F-92EF-6EE800128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112"/>
                <a:ext cx="76" cy="27"/>
              </a:xfrm>
              <a:custGeom>
                <a:avLst/>
                <a:gdLst>
                  <a:gd name="T0" fmla="*/ 77 w 63"/>
                  <a:gd name="T1" fmla="*/ 2 h 22"/>
                  <a:gd name="T2" fmla="*/ 100 w 63"/>
                  <a:gd name="T3" fmla="*/ 31 h 22"/>
                  <a:gd name="T4" fmla="*/ 80 w 63"/>
                  <a:gd name="T5" fmla="*/ 38 h 22"/>
                  <a:gd name="T6" fmla="*/ 49 w 63"/>
                  <a:gd name="T7" fmla="*/ 39 h 22"/>
                  <a:gd name="T8" fmla="*/ 14 w 63"/>
                  <a:gd name="T9" fmla="*/ 34 h 22"/>
                  <a:gd name="T10" fmla="*/ 0 w 63"/>
                  <a:gd name="T11" fmla="*/ 3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2">
                    <a:moveTo>
                      <a:pt x="44" y="2"/>
                    </a:moveTo>
                    <a:cubicBezTo>
                      <a:pt x="50" y="0"/>
                      <a:pt x="63" y="8"/>
                      <a:pt x="57" y="16"/>
                    </a:cubicBezTo>
                    <a:cubicBezTo>
                      <a:pt x="55" y="19"/>
                      <a:pt x="49" y="19"/>
                      <a:pt x="46" y="20"/>
                    </a:cubicBezTo>
                    <a:cubicBezTo>
                      <a:pt x="40" y="22"/>
                      <a:pt x="35" y="21"/>
                      <a:pt x="28" y="21"/>
                    </a:cubicBezTo>
                    <a:cubicBezTo>
                      <a:pt x="22" y="20"/>
                      <a:pt x="15" y="20"/>
                      <a:pt x="8" y="19"/>
                    </a:cubicBezTo>
                    <a:cubicBezTo>
                      <a:pt x="6" y="19"/>
                      <a:pt x="1" y="20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70" name="Freeform 548">
                <a:extLst>
                  <a:ext uri="{FF2B5EF4-FFF2-40B4-BE49-F238E27FC236}">
                    <a16:creationId xmlns:a16="http://schemas.microsoft.com/office/drawing/2014/main" id="{1ABF8682-E15A-4DE2-9206-58E4B9C71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085"/>
                <a:ext cx="51" cy="34"/>
              </a:xfrm>
              <a:custGeom>
                <a:avLst/>
                <a:gdLst>
                  <a:gd name="T0" fmla="*/ 8 w 43"/>
                  <a:gd name="T1" fmla="*/ 1 h 28"/>
                  <a:gd name="T2" fmla="*/ 6 w 43"/>
                  <a:gd name="T3" fmla="*/ 23 h 28"/>
                  <a:gd name="T4" fmla="*/ 28 w 43"/>
                  <a:gd name="T5" fmla="*/ 49 h 28"/>
                  <a:gd name="T6" fmla="*/ 71 w 43"/>
                  <a:gd name="T7" fmla="*/ 30 h 28"/>
                  <a:gd name="T8" fmla="*/ 63 w 43"/>
                  <a:gd name="T9" fmla="*/ 2 h 28"/>
                  <a:gd name="T10" fmla="*/ 60 w 43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8">
                    <a:moveTo>
                      <a:pt x="5" y="1"/>
                    </a:moveTo>
                    <a:cubicBezTo>
                      <a:pt x="0" y="0"/>
                      <a:pt x="2" y="10"/>
                      <a:pt x="3" y="13"/>
                    </a:cubicBezTo>
                    <a:cubicBezTo>
                      <a:pt x="6" y="22"/>
                      <a:pt x="5" y="28"/>
                      <a:pt x="17" y="27"/>
                    </a:cubicBezTo>
                    <a:cubicBezTo>
                      <a:pt x="23" y="26"/>
                      <a:pt x="43" y="26"/>
                      <a:pt x="43" y="17"/>
                    </a:cubicBezTo>
                    <a:cubicBezTo>
                      <a:pt x="43" y="12"/>
                      <a:pt x="40" y="7"/>
                      <a:pt x="38" y="2"/>
                    </a:cubicBezTo>
                    <a:cubicBezTo>
                      <a:pt x="37" y="2"/>
                      <a:pt x="37" y="2"/>
                      <a:pt x="36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71" name="Freeform 549">
                <a:extLst>
                  <a:ext uri="{FF2B5EF4-FFF2-40B4-BE49-F238E27FC236}">
                    <a16:creationId xmlns:a16="http://schemas.microsoft.com/office/drawing/2014/main" id="{D205639D-8DC5-4DFE-95E2-ECB5D1F09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137"/>
                <a:ext cx="9" cy="11"/>
              </a:xfrm>
              <a:custGeom>
                <a:avLst/>
                <a:gdLst>
                  <a:gd name="T0" fmla="*/ 11 w 8"/>
                  <a:gd name="T1" fmla="*/ 0 h 9"/>
                  <a:gd name="T2" fmla="*/ 0 w 8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4" y="0"/>
                      <a:pt x="1" y="6"/>
                      <a:pt x="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72" name="Freeform 550">
                <a:extLst>
                  <a:ext uri="{FF2B5EF4-FFF2-40B4-BE49-F238E27FC236}">
                    <a16:creationId xmlns:a16="http://schemas.microsoft.com/office/drawing/2014/main" id="{759BE239-1FE7-4250-8252-4F0284617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137"/>
                <a:ext cx="13" cy="32"/>
              </a:xfrm>
              <a:custGeom>
                <a:avLst/>
                <a:gdLst>
                  <a:gd name="T0" fmla="*/ 1 w 11"/>
                  <a:gd name="T1" fmla="*/ 0 h 27"/>
                  <a:gd name="T2" fmla="*/ 0 w 11"/>
                  <a:gd name="T3" fmla="*/ 4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" y="0"/>
                    </a:moveTo>
                    <a:cubicBezTo>
                      <a:pt x="9" y="7"/>
                      <a:pt x="11" y="23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73" name="Freeform 551">
                <a:extLst>
                  <a:ext uri="{FF2B5EF4-FFF2-40B4-BE49-F238E27FC236}">
                    <a16:creationId xmlns:a16="http://schemas.microsoft.com/office/drawing/2014/main" id="{3A17587C-4366-424C-B898-4CEEB5B76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119"/>
                <a:ext cx="3" cy="3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74" name="Freeform 552">
                <a:extLst>
                  <a:ext uri="{FF2B5EF4-FFF2-40B4-BE49-F238E27FC236}">
                    <a16:creationId xmlns:a16="http://schemas.microsoft.com/office/drawing/2014/main" id="{30E7BB6E-2529-4833-B683-B4553031E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110"/>
                <a:ext cx="54" cy="39"/>
              </a:xfrm>
              <a:custGeom>
                <a:avLst/>
                <a:gdLst>
                  <a:gd name="T0" fmla="*/ 0 w 45"/>
                  <a:gd name="T1" fmla="*/ 55 h 32"/>
                  <a:gd name="T2" fmla="*/ 24 w 45"/>
                  <a:gd name="T3" fmla="*/ 55 h 32"/>
                  <a:gd name="T4" fmla="*/ 50 w 45"/>
                  <a:gd name="T5" fmla="*/ 49 h 32"/>
                  <a:gd name="T6" fmla="*/ 78 w 45"/>
                  <a:gd name="T7" fmla="*/ 35 h 32"/>
                  <a:gd name="T8" fmla="*/ 53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9" y="32"/>
                      <a:pt x="14" y="30"/>
                    </a:cubicBezTo>
                    <a:cubicBezTo>
                      <a:pt x="19" y="29"/>
                      <a:pt x="23" y="27"/>
                      <a:pt x="29" y="27"/>
                    </a:cubicBezTo>
                    <a:cubicBezTo>
                      <a:pt x="35" y="26"/>
                      <a:pt x="44" y="28"/>
                      <a:pt x="45" y="20"/>
                    </a:cubicBezTo>
                    <a:cubicBezTo>
                      <a:pt x="45" y="16"/>
                      <a:pt x="36" y="0"/>
                      <a:pt x="31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75" name="Freeform 553">
                <a:extLst>
                  <a:ext uri="{FF2B5EF4-FFF2-40B4-BE49-F238E27FC236}">
                    <a16:creationId xmlns:a16="http://schemas.microsoft.com/office/drawing/2014/main" id="{105C15D0-F7AC-4565-997E-F6F12F3FE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086"/>
                <a:ext cx="54" cy="35"/>
              </a:xfrm>
              <a:custGeom>
                <a:avLst/>
                <a:gdLst>
                  <a:gd name="T0" fmla="*/ 78 w 45"/>
                  <a:gd name="T1" fmla="*/ 0 h 29"/>
                  <a:gd name="T2" fmla="*/ 77 w 45"/>
                  <a:gd name="T3" fmla="*/ 0 h 29"/>
                  <a:gd name="T4" fmla="*/ 66 w 45"/>
                  <a:gd name="T5" fmla="*/ 40 h 29"/>
                  <a:gd name="T6" fmla="*/ 28 w 45"/>
                  <a:gd name="T7" fmla="*/ 49 h 29"/>
                  <a:gd name="T8" fmla="*/ 0 w 45"/>
                  <a:gd name="T9" fmla="*/ 5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0"/>
                    </a:moveTo>
                    <a:cubicBezTo>
                      <a:pt x="44" y="0"/>
                      <a:pt x="45" y="0"/>
                      <a:pt x="44" y="0"/>
                    </a:cubicBezTo>
                    <a:cubicBezTo>
                      <a:pt x="41" y="7"/>
                      <a:pt x="45" y="16"/>
                      <a:pt x="38" y="22"/>
                    </a:cubicBezTo>
                    <a:cubicBezTo>
                      <a:pt x="32" y="27"/>
                      <a:pt x="24" y="28"/>
                      <a:pt x="16" y="28"/>
                    </a:cubicBezTo>
                    <a:cubicBezTo>
                      <a:pt x="10" y="28"/>
                      <a:pt x="5" y="28"/>
                      <a:pt x="0" y="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76" name="Freeform 554">
                <a:extLst>
                  <a:ext uri="{FF2B5EF4-FFF2-40B4-BE49-F238E27FC236}">
                    <a16:creationId xmlns:a16="http://schemas.microsoft.com/office/drawing/2014/main" id="{BDA27C04-806E-41C0-8C4C-2645F2460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140"/>
                <a:ext cx="17" cy="32"/>
              </a:xfrm>
              <a:custGeom>
                <a:avLst/>
                <a:gdLst>
                  <a:gd name="T0" fmla="*/ 0 w 14"/>
                  <a:gd name="T1" fmla="*/ 0 h 26"/>
                  <a:gd name="T2" fmla="*/ 25 w 14"/>
                  <a:gd name="T3" fmla="*/ 26 h 26"/>
                  <a:gd name="T4" fmla="*/ 19 w 14"/>
                  <a:gd name="T5" fmla="*/ 4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0" y="0"/>
                    </a:moveTo>
                    <a:cubicBezTo>
                      <a:pt x="8" y="0"/>
                      <a:pt x="14" y="6"/>
                      <a:pt x="14" y="14"/>
                    </a:cubicBezTo>
                    <a:cubicBezTo>
                      <a:pt x="14" y="19"/>
                      <a:pt x="12" y="22"/>
                      <a:pt x="11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77" name="Freeform 555">
                <a:extLst>
                  <a:ext uri="{FF2B5EF4-FFF2-40B4-BE49-F238E27FC236}">
                    <a16:creationId xmlns:a16="http://schemas.microsoft.com/office/drawing/2014/main" id="{63294173-9C01-44F7-B3FA-D57354743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111"/>
                <a:ext cx="61" cy="51"/>
              </a:xfrm>
              <a:custGeom>
                <a:avLst/>
                <a:gdLst>
                  <a:gd name="T0" fmla="*/ 43 w 51"/>
                  <a:gd name="T1" fmla="*/ 0 h 42"/>
                  <a:gd name="T2" fmla="*/ 45 w 51"/>
                  <a:gd name="T3" fmla="*/ 68 h 42"/>
                  <a:gd name="T4" fmla="*/ 16 w 51"/>
                  <a:gd name="T5" fmla="*/ 63 h 42"/>
                  <a:gd name="T6" fmla="*/ 0 w 51"/>
                  <a:gd name="T7" fmla="*/ 5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25" y="0"/>
                    </a:moveTo>
                    <a:cubicBezTo>
                      <a:pt x="27" y="8"/>
                      <a:pt x="51" y="42"/>
                      <a:pt x="27" y="38"/>
                    </a:cubicBezTo>
                    <a:cubicBezTo>
                      <a:pt x="21" y="37"/>
                      <a:pt x="15" y="35"/>
                      <a:pt x="9" y="35"/>
                    </a:cubicBezTo>
                    <a:cubicBezTo>
                      <a:pt x="6" y="35"/>
                      <a:pt x="0" y="36"/>
                      <a:pt x="0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78" name="Freeform 556">
                <a:extLst>
                  <a:ext uri="{FF2B5EF4-FFF2-40B4-BE49-F238E27FC236}">
                    <a16:creationId xmlns:a16="http://schemas.microsoft.com/office/drawing/2014/main" id="{776E670B-3458-468F-B30E-3B7B4B2C4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085"/>
                <a:ext cx="72" cy="41"/>
              </a:xfrm>
              <a:custGeom>
                <a:avLst/>
                <a:gdLst>
                  <a:gd name="T0" fmla="*/ 0 w 60"/>
                  <a:gd name="T1" fmla="*/ 8 h 34"/>
                  <a:gd name="T2" fmla="*/ 28 w 60"/>
                  <a:gd name="T3" fmla="*/ 48 h 34"/>
                  <a:gd name="T4" fmla="*/ 64 w 60"/>
                  <a:gd name="T5" fmla="*/ 52 h 34"/>
                  <a:gd name="T6" fmla="*/ 89 w 60"/>
                  <a:gd name="T7" fmla="*/ 52 h 34"/>
                  <a:gd name="T8" fmla="*/ 92 w 60"/>
                  <a:gd name="T9" fmla="*/ 8 h 34"/>
                  <a:gd name="T10" fmla="*/ 74 w 60"/>
                  <a:gd name="T11" fmla="*/ 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4">
                    <a:moveTo>
                      <a:pt x="0" y="5"/>
                    </a:moveTo>
                    <a:cubicBezTo>
                      <a:pt x="4" y="16"/>
                      <a:pt x="2" y="26"/>
                      <a:pt x="16" y="27"/>
                    </a:cubicBezTo>
                    <a:cubicBezTo>
                      <a:pt x="23" y="28"/>
                      <a:pt x="30" y="28"/>
                      <a:pt x="37" y="30"/>
                    </a:cubicBezTo>
                    <a:cubicBezTo>
                      <a:pt x="42" y="32"/>
                      <a:pt x="47" y="34"/>
                      <a:pt x="52" y="30"/>
                    </a:cubicBezTo>
                    <a:cubicBezTo>
                      <a:pt x="60" y="23"/>
                      <a:pt x="60" y="12"/>
                      <a:pt x="53" y="5"/>
                    </a:cubicBezTo>
                    <a:cubicBezTo>
                      <a:pt x="51" y="3"/>
                      <a:pt x="47" y="0"/>
                      <a:pt x="43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79" name="Freeform 557">
                <a:extLst>
                  <a:ext uri="{FF2B5EF4-FFF2-40B4-BE49-F238E27FC236}">
                    <a16:creationId xmlns:a16="http://schemas.microsoft.com/office/drawing/2014/main" id="{05273026-0CFA-4FC0-8340-E57E5B0C8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135"/>
                <a:ext cx="69" cy="33"/>
              </a:xfrm>
              <a:custGeom>
                <a:avLst/>
                <a:gdLst>
                  <a:gd name="T0" fmla="*/ 7 w 58"/>
                  <a:gd name="T1" fmla="*/ 49 h 27"/>
                  <a:gd name="T2" fmla="*/ 6 w 58"/>
                  <a:gd name="T3" fmla="*/ 18 h 27"/>
                  <a:gd name="T4" fmla="*/ 45 w 58"/>
                  <a:gd name="T5" fmla="*/ 1 h 27"/>
                  <a:gd name="T6" fmla="*/ 69 w 58"/>
                  <a:gd name="T7" fmla="*/ 6 h 27"/>
                  <a:gd name="T8" fmla="*/ 89 w 58"/>
                  <a:gd name="T9" fmla="*/ 16 h 27"/>
                  <a:gd name="T10" fmla="*/ 98 w 58"/>
                  <a:gd name="T11" fmla="*/ 4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7">
                    <a:moveTo>
                      <a:pt x="4" y="27"/>
                    </a:moveTo>
                    <a:cubicBezTo>
                      <a:pt x="0" y="24"/>
                      <a:pt x="1" y="14"/>
                      <a:pt x="3" y="10"/>
                    </a:cubicBezTo>
                    <a:cubicBezTo>
                      <a:pt x="6" y="3"/>
                      <a:pt x="20" y="1"/>
                      <a:pt x="27" y="1"/>
                    </a:cubicBezTo>
                    <a:cubicBezTo>
                      <a:pt x="33" y="0"/>
                      <a:pt x="35" y="1"/>
                      <a:pt x="41" y="3"/>
                    </a:cubicBezTo>
                    <a:cubicBezTo>
                      <a:pt x="45" y="5"/>
                      <a:pt x="50" y="4"/>
                      <a:pt x="53" y="9"/>
                    </a:cubicBezTo>
                    <a:cubicBezTo>
                      <a:pt x="57" y="14"/>
                      <a:pt x="56" y="22"/>
                      <a:pt x="58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80" name="Freeform 558">
                <a:extLst>
                  <a:ext uri="{FF2B5EF4-FFF2-40B4-BE49-F238E27FC236}">
                    <a16:creationId xmlns:a16="http://schemas.microsoft.com/office/drawing/2014/main" id="{317A8488-395E-4125-916E-3572604E1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085"/>
                <a:ext cx="60" cy="34"/>
              </a:xfrm>
              <a:custGeom>
                <a:avLst/>
                <a:gdLst>
                  <a:gd name="T0" fmla="*/ 2 w 50"/>
                  <a:gd name="T1" fmla="*/ 0 h 28"/>
                  <a:gd name="T2" fmla="*/ 8 w 50"/>
                  <a:gd name="T3" fmla="*/ 40 h 28"/>
                  <a:gd name="T4" fmla="*/ 60 w 50"/>
                  <a:gd name="T5" fmla="*/ 41 h 28"/>
                  <a:gd name="T6" fmla="*/ 86 w 50"/>
                  <a:gd name="T7" fmla="*/ 23 h 28"/>
                  <a:gd name="T8" fmla="*/ 77 w 50"/>
                  <a:gd name="T9" fmla="*/ 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8">
                    <a:moveTo>
                      <a:pt x="2" y="0"/>
                    </a:moveTo>
                    <a:cubicBezTo>
                      <a:pt x="0" y="5"/>
                      <a:pt x="1" y="18"/>
                      <a:pt x="5" y="22"/>
                    </a:cubicBezTo>
                    <a:cubicBezTo>
                      <a:pt x="11" y="28"/>
                      <a:pt x="27" y="24"/>
                      <a:pt x="35" y="23"/>
                    </a:cubicBezTo>
                    <a:cubicBezTo>
                      <a:pt x="41" y="22"/>
                      <a:pt x="49" y="21"/>
                      <a:pt x="50" y="13"/>
                    </a:cubicBezTo>
                    <a:cubicBezTo>
                      <a:pt x="50" y="9"/>
                      <a:pt x="48" y="3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81" name="Freeform 559">
                <a:extLst>
                  <a:ext uri="{FF2B5EF4-FFF2-40B4-BE49-F238E27FC236}">
                    <a16:creationId xmlns:a16="http://schemas.microsoft.com/office/drawing/2014/main" id="{791725A3-F4FF-43C0-877C-FA7CF5E3B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114"/>
                <a:ext cx="6" cy="12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2" y="6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82" name="Freeform 560">
                <a:extLst>
                  <a:ext uri="{FF2B5EF4-FFF2-40B4-BE49-F238E27FC236}">
                    <a16:creationId xmlns:a16="http://schemas.microsoft.com/office/drawing/2014/main" id="{51B6A846-BFCA-433B-B2B2-21EB38669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117"/>
                <a:ext cx="7" cy="32"/>
              </a:xfrm>
              <a:custGeom>
                <a:avLst/>
                <a:gdLst>
                  <a:gd name="T0" fmla="*/ 0 w 6"/>
                  <a:gd name="T1" fmla="*/ 0 h 26"/>
                  <a:gd name="T2" fmla="*/ 9 w 6"/>
                  <a:gd name="T3" fmla="*/ 27 h 26"/>
                  <a:gd name="T4" fmla="*/ 0 w 6"/>
                  <a:gd name="T5" fmla="*/ 3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6" y="0"/>
                      <a:pt x="5" y="11"/>
                      <a:pt x="6" y="15"/>
                    </a:cubicBezTo>
                    <a:cubicBezTo>
                      <a:pt x="6" y="18"/>
                      <a:pt x="4" y="26"/>
                      <a:pt x="0" y="2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83" name="Freeform 561">
                <a:extLst>
                  <a:ext uri="{FF2B5EF4-FFF2-40B4-BE49-F238E27FC236}">
                    <a16:creationId xmlns:a16="http://schemas.microsoft.com/office/drawing/2014/main" id="{56060500-0D8A-40EB-8C9E-3DA67116A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106"/>
                <a:ext cx="66" cy="38"/>
              </a:xfrm>
              <a:custGeom>
                <a:avLst/>
                <a:gdLst>
                  <a:gd name="T0" fmla="*/ 80 w 55"/>
                  <a:gd name="T1" fmla="*/ 0 h 31"/>
                  <a:gd name="T2" fmla="*/ 94 w 55"/>
                  <a:gd name="T3" fmla="*/ 13 h 31"/>
                  <a:gd name="T4" fmla="*/ 92 w 55"/>
                  <a:gd name="T5" fmla="*/ 39 h 31"/>
                  <a:gd name="T6" fmla="*/ 85 w 55"/>
                  <a:gd name="T7" fmla="*/ 49 h 31"/>
                  <a:gd name="T8" fmla="*/ 58 w 55"/>
                  <a:gd name="T9" fmla="*/ 54 h 31"/>
                  <a:gd name="T10" fmla="*/ 20 w 55"/>
                  <a:gd name="T11" fmla="*/ 55 h 31"/>
                  <a:gd name="T12" fmla="*/ 0 w 55"/>
                  <a:gd name="T13" fmla="*/ 5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1">
                    <a:moveTo>
                      <a:pt x="47" y="0"/>
                    </a:moveTo>
                    <a:cubicBezTo>
                      <a:pt x="50" y="3"/>
                      <a:pt x="53" y="3"/>
                      <a:pt x="54" y="7"/>
                    </a:cubicBezTo>
                    <a:cubicBezTo>
                      <a:pt x="55" y="10"/>
                      <a:pt x="54" y="18"/>
                      <a:pt x="53" y="21"/>
                    </a:cubicBezTo>
                    <a:cubicBezTo>
                      <a:pt x="52" y="26"/>
                      <a:pt x="54" y="24"/>
                      <a:pt x="49" y="27"/>
                    </a:cubicBezTo>
                    <a:cubicBezTo>
                      <a:pt x="44" y="29"/>
                      <a:pt x="39" y="29"/>
                      <a:pt x="33" y="29"/>
                    </a:cubicBezTo>
                    <a:cubicBezTo>
                      <a:pt x="26" y="30"/>
                      <a:pt x="19" y="30"/>
                      <a:pt x="12" y="30"/>
                    </a:cubicBezTo>
                    <a:cubicBezTo>
                      <a:pt x="9" y="30"/>
                      <a:pt x="2" y="31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84" name="Freeform 562">
                <a:extLst>
                  <a:ext uri="{FF2B5EF4-FFF2-40B4-BE49-F238E27FC236}">
                    <a16:creationId xmlns:a16="http://schemas.microsoft.com/office/drawing/2014/main" id="{24F874A2-C8BA-4FBA-B9CB-3B67D154F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112"/>
                <a:ext cx="5" cy="8"/>
              </a:xfrm>
              <a:custGeom>
                <a:avLst/>
                <a:gdLst>
                  <a:gd name="T0" fmla="*/ 8 w 4"/>
                  <a:gd name="T1" fmla="*/ 0 h 6"/>
                  <a:gd name="T2" fmla="*/ 0 w 4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85" name="Freeform 563">
                <a:extLst>
                  <a:ext uri="{FF2B5EF4-FFF2-40B4-BE49-F238E27FC236}">
                    <a16:creationId xmlns:a16="http://schemas.microsoft.com/office/drawing/2014/main" id="{8348F849-F04D-409B-BAE6-D7962D9E0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138"/>
                <a:ext cx="11" cy="31"/>
              </a:xfrm>
              <a:custGeom>
                <a:avLst/>
                <a:gdLst>
                  <a:gd name="T0" fmla="*/ 0 w 9"/>
                  <a:gd name="T1" fmla="*/ 2 h 26"/>
                  <a:gd name="T2" fmla="*/ 9 w 9"/>
                  <a:gd name="T3" fmla="*/ 6 h 26"/>
                  <a:gd name="T4" fmla="*/ 13 w 9"/>
                  <a:gd name="T5" fmla="*/ 25 h 26"/>
                  <a:gd name="T6" fmla="*/ 7 w 9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6">
                    <a:moveTo>
                      <a:pt x="0" y="2"/>
                    </a:moveTo>
                    <a:cubicBezTo>
                      <a:pt x="1" y="0"/>
                      <a:pt x="4" y="1"/>
                      <a:pt x="5" y="3"/>
                    </a:cubicBezTo>
                    <a:cubicBezTo>
                      <a:pt x="9" y="7"/>
                      <a:pt x="7" y="10"/>
                      <a:pt x="7" y="15"/>
                    </a:cubicBezTo>
                    <a:cubicBezTo>
                      <a:pt x="7" y="18"/>
                      <a:pt x="8" y="25"/>
                      <a:pt x="4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86" name="Freeform 564">
                <a:extLst>
                  <a:ext uri="{FF2B5EF4-FFF2-40B4-BE49-F238E27FC236}">
                    <a16:creationId xmlns:a16="http://schemas.microsoft.com/office/drawing/2014/main" id="{FAB8DFF8-EFF5-43D6-951D-CB7DD9144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086"/>
                <a:ext cx="72" cy="34"/>
              </a:xfrm>
              <a:custGeom>
                <a:avLst/>
                <a:gdLst>
                  <a:gd name="T0" fmla="*/ 0 w 60"/>
                  <a:gd name="T1" fmla="*/ 41 h 28"/>
                  <a:gd name="T2" fmla="*/ 20 w 60"/>
                  <a:gd name="T3" fmla="*/ 50 h 28"/>
                  <a:gd name="T4" fmla="*/ 49 w 60"/>
                  <a:gd name="T5" fmla="*/ 41 h 28"/>
                  <a:gd name="T6" fmla="*/ 98 w 60"/>
                  <a:gd name="T7" fmla="*/ 40 h 28"/>
                  <a:gd name="T8" fmla="*/ 98 w 60"/>
                  <a:gd name="T9" fmla="*/ 11 h 28"/>
                  <a:gd name="T10" fmla="*/ 86 w 6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4" y="26"/>
                      <a:pt x="6" y="28"/>
                      <a:pt x="12" y="28"/>
                    </a:cubicBezTo>
                    <a:cubicBezTo>
                      <a:pt x="17" y="28"/>
                      <a:pt x="22" y="24"/>
                      <a:pt x="28" y="23"/>
                    </a:cubicBezTo>
                    <a:cubicBezTo>
                      <a:pt x="34" y="23"/>
                      <a:pt x="51" y="27"/>
                      <a:pt x="57" y="22"/>
                    </a:cubicBezTo>
                    <a:cubicBezTo>
                      <a:pt x="60" y="18"/>
                      <a:pt x="58" y="10"/>
                      <a:pt x="57" y="6"/>
                    </a:cubicBezTo>
                    <a:cubicBezTo>
                      <a:pt x="56" y="1"/>
                      <a:pt x="55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87" name="Freeform 565">
                <a:extLst>
                  <a:ext uri="{FF2B5EF4-FFF2-40B4-BE49-F238E27FC236}">
                    <a16:creationId xmlns:a16="http://schemas.microsoft.com/office/drawing/2014/main" id="{50AE9EFD-0B3E-411E-82EA-3A79B3735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138"/>
                <a:ext cx="65" cy="31"/>
              </a:xfrm>
              <a:custGeom>
                <a:avLst/>
                <a:gdLst>
                  <a:gd name="T0" fmla="*/ 0 w 54"/>
                  <a:gd name="T1" fmla="*/ 14 h 26"/>
                  <a:gd name="T2" fmla="*/ 36 w 54"/>
                  <a:gd name="T3" fmla="*/ 1 h 26"/>
                  <a:gd name="T4" fmla="*/ 79 w 54"/>
                  <a:gd name="T5" fmla="*/ 8 h 26"/>
                  <a:gd name="T6" fmla="*/ 87 w 54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0" y="8"/>
                    </a:moveTo>
                    <a:cubicBezTo>
                      <a:pt x="1" y="2"/>
                      <a:pt x="16" y="2"/>
                      <a:pt x="21" y="1"/>
                    </a:cubicBezTo>
                    <a:cubicBezTo>
                      <a:pt x="29" y="0"/>
                      <a:pt x="39" y="1"/>
                      <a:pt x="46" y="5"/>
                    </a:cubicBezTo>
                    <a:cubicBezTo>
                      <a:pt x="51" y="9"/>
                      <a:pt x="54" y="21"/>
                      <a:pt x="50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88" name="Freeform 566">
                <a:extLst>
                  <a:ext uri="{FF2B5EF4-FFF2-40B4-BE49-F238E27FC236}">
                    <a16:creationId xmlns:a16="http://schemas.microsoft.com/office/drawing/2014/main" id="{2EE9785E-331A-4E0B-9C55-33A24C14A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110"/>
                <a:ext cx="16" cy="42"/>
              </a:xfrm>
              <a:custGeom>
                <a:avLst/>
                <a:gdLst>
                  <a:gd name="T0" fmla="*/ 11 w 13"/>
                  <a:gd name="T1" fmla="*/ 0 h 35"/>
                  <a:gd name="T2" fmla="*/ 17 w 13"/>
                  <a:gd name="T3" fmla="*/ 37 h 35"/>
                  <a:gd name="T4" fmla="*/ 0 w 13"/>
                  <a:gd name="T5" fmla="*/ 6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5">
                    <a:moveTo>
                      <a:pt x="6" y="0"/>
                    </a:moveTo>
                    <a:cubicBezTo>
                      <a:pt x="13" y="3"/>
                      <a:pt x="9" y="16"/>
                      <a:pt x="9" y="22"/>
                    </a:cubicBezTo>
                    <a:cubicBezTo>
                      <a:pt x="8" y="28"/>
                      <a:pt x="8" y="35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89" name="Freeform 567">
                <a:extLst>
                  <a:ext uri="{FF2B5EF4-FFF2-40B4-BE49-F238E27FC236}">
                    <a16:creationId xmlns:a16="http://schemas.microsoft.com/office/drawing/2014/main" id="{5F1905B1-2F17-4694-9D37-F07DBB837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121"/>
                <a:ext cx="61" cy="47"/>
              </a:xfrm>
              <a:custGeom>
                <a:avLst/>
                <a:gdLst>
                  <a:gd name="T0" fmla="*/ 72 w 51"/>
                  <a:gd name="T1" fmla="*/ 69 h 39"/>
                  <a:gd name="T2" fmla="*/ 81 w 51"/>
                  <a:gd name="T3" fmla="*/ 41 h 39"/>
                  <a:gd name="T4" fmla="*/ 78 w 51"/>
                  <a:gd name="T5" fmla="*/ 8 h 39"/>
                  <a:gd name="T6" fmla="*/ 44 w 51"/>
                  <a:gd name="T7" fmla="*/ 10 h 39"/>
                  <a:gd name="T8" fmla="*/ 16 w 51"/>
                  <a:gd name="T9" fmla="*/ 8 h 39"/>
                  <a:gd name="T10" fmla="*/ 0 w 51"/>
                  <a:gd name="T11" fmla="*/ 6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42" y="39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7" y="18"/>
                      <a:pt x="48" y="9"/>
                      <a:pt x="45" y="5"/>
                    </a:cubicBezTo>
                    <a:cubicBezTo>
                      <a:pt x="40" y="0"/>
                      <a:pt x="32" y="6"/>
                      <a:pt x="26" y="6"/>
                    </a:cubicBezTo>
                    <a:cubicBezTo>
                      <a:pt x="20" y="7"/>
                      <a:pt x="15" y="6"/>
                      <a:pt x="9" y="5"/>
                    </a:cubicBezTo>
                    <a:cubicBezTo>
                      <a:pt x="6" y="4"/>
                      <a:pt x="1" y="5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90" name="Freeform 568">
                <a:extLst>
                  <a:ext uri="{FF2B5EF4-FFF2-40B4-BE49-F238E27FC236}">
                    <a16:creationId xmlns:a16="http://schemas.microsoft.com/office/drawing/2014/main" id="{7B757BDF-430E-49B3-BEE1-2580B737A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085"/>
                <a:ext cx="12" cy="41"/>
              </a:xfrm>
              <a:custGeom>
                <a:avLst/>
                <a:gdLst>
                  <a:gd name="T0" fmla="*/ 14 w 10"/>
                  <a:gd name="T1" fmla="*/ 0 h 34"/>
                  <a:gd name="T2" fmla="*/ 7 w 10"/>
                  <a:gd name="T3" fmla="*/ 45 h 34"/>
                  <a:gd name="T4" fmla="*/ 0 w 10"/>
                  <a:gd name="T5" fmla="*/ 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4">
                    <a:moveTo>
                      <a:pt x="8" y="0"/>
                    </a:moveTo>
                    <a:cubicBezTo>
                      <a:pt x="8" y="9"/>
                      <a:pt x="10" y="19"/>
                      <a:pt x="4" y="26"/>
                    </a:cubicBezTo>
                    <a:cubicBezTo>
                      <a:pt x="2" y="29"/>
                      <a:pt x="0" y="30"/>
                      <a:pt x="0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91" name="Freeform 569">
                <a:extLst>
                  <a:ext uri="{FF2B5EF4-FFF2-40B4-BE49-F238E27FC236}">
                    <a16:creationId xmlns:a16="http://schemas.microsoft.com/office/drawing/2014/main" id="{ED05FB8B-4E5F-439A-A88E-AD17AB0D0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100"/>
                <a:ext cx="27" cy="19"/>
              </a:xfrm>
              <a:custGeom>
                <a:avLst/>
                <a:gdLst>
                  <a:gd name="T0" fmla="*/ 2 w 22"/>
                  <a:gd name="T1" fmla="*/ 0 h 15"/>
                  <a:gd name="T2" fmla="*/ 1 w 22"/>
                  <a:gd name="T3" fmla="*/ 20 h 15"/>
                  <a:gd name="T4" fmla="*/ 17 w 22"/>
                  <a:gd name="T5" fmla="*/ 29 h 15"/>
                  <a:gd name="T6" fmla="*/ 33 w 22"/>
                  <a:gd name="T7" fmla="*/ 30 h 15"/>
                  <a:gd name="T8" fmla="*/ 41 w 22"/>
                  <a:gd name="T9" fmla="*/ 2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2" y="0"/>
                    </a:moveTo>
                    <a:cubicBezTo>
                      <a:pt x="0" y="1"/>
                      <a:pt x="0" y="7"/>
                      <a:pt x="1" y="10"/>
                    </a:cubicBezTo>
                    <a:cubicBezTo>
                      <a:pt x="2" y="14"/>
                      <a:pt x="5" y="14"/>
                      <a:pt x="9" y="14"/>
                    </a:cubicBezTo>
                    <a:cubicBezTo>
                      <a:pt x="12" y="14"/>
                      <a:pt x="16" y="15"/>
                      <a:pt x="18" y="15"/>
                    </a:cubicBezTo>
                    <a:cubicBezTo>
                      <a:pt x="20" y="15"/>
                      <a:pt x="20" y="13"/>
                      <a:pt x="22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92" name="Freeform 570">
                <a:extLst>
                  <a:ext uri="{FF2B5EF4-FFF2-40B4-BE49-F238E27FC236}">
                    <a16:creationId xmlns:a16="http://schemas.microsoft.com/office/drawing/2014/main" id="{D92D0E17-2C1B-4FEF-B88B-AAA03D05C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115"/>
                <a:ext cx="15" cy="16"/>
              </a:xfrm>
              <a:custGeom>
                <a:avLst/>
                <a:gdLst>
                  <a:gd name="T0" fmla="*/ 20 w 13"/>
                  <a:gd name="T1" fmla="*/ 6 h 13"/>
                  <a:gd name="T2" fmla="*/ 2 w 13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3" y="3"/>
                    </a:moveTo>
                    <a:cubicBezTo>
                      <a:pt x="9" y="0"/>
                      <a:pt x="0" y="7"/>
                      <a:pt x="2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93" name="Freeform 571">
                <a:extLst>
                  <a:ext uri="{FF2B5EF4-FFF2-40B4-BE49-F238E27FC236}">
                    <a16:creationId xmlns:a16="http://schemas.microsoft.com/office/drawing/2014/main" id="{CC229979-3BA3-4B31-876B-757F0D811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1813"/>
                <a:ext cx="62" cy="41"/>
              </a:xfrm>
              <a:custGeom>
                <a:avLst/>
                <a:gdLst>
                  <a:gd name="T0" fmla="*/ 24 w 52"/>
                  <a:gd name="T1" fmla="*/ 1 h 34"/>
                  <a:gd name="T2" fmla="*/ 14 w 52"/>
                  <a:gd name="T3" fmla="*/ 40 h 34"/>
                  <a:gd name="T4" fmla="*/ 24 w 52"/>
                  <a:gd name="T5" fmla="*/ 57 h 34"/>
                  <a:gd name="T6" fmla="*/ 54 w 52"/>
                  <a:gd name="T7" fmla="*/ 58 h 34"/>
                  <a:gd name="T8" fmla="*/ 87 w 52"/>
                  <a:gd name="T9" fmla="*/ 43 h 34"/>
                  <a:gd name="T10" fmla="*/ 80 w 52"/>
                  <a:gd name="T11" fmla="*/ 8 h 34"/>
                  <a:gd name="T12" fmla="*/ 56 w 52"/>
                  <a:gd name="T13" fmla="*/ 1 h 34"/>
                  <a:gd name="T14" fmla="*/ 25 w 52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1"/>
                    </a:moveTo>
                    <a:cubicBezTo>
                      <a:pt x="0" y="0"/>
                      <a:pt x="6" y="13"/>
                      <a:pt x="8" y="22"/>
                    </a:cubicBezTo>
                    <a:cubicBezTo>
                      <a:pt x="9" y="26"/>
                      <a:pt x="10" y="30"/>
                      <a:pt x="14" y="32"/>
                    </a:cubicBezTo>
                    <a:cubicBezTo>
                      <a:pt x="19" y="34"/>
                      <a:pt x="27" y="34"/>
                      <a:pt x="32" y="33"/>
                    </a:cubicBezTo>
                    <a:cubicBezTo>
                      <a:pt x="38" y="32"/>
                      <a:pt x="49" y="31"/>
                      <a:pt x="51" y="25"/>
                    </a:cubicBezTo>
                    <a:cubicBezTo>
                      <a:pt x="52" y="20"/>
                      <a:pt x="51" y="9"/>
                      <a:pt x="47" y="5"/>
                    </a:cubicBezTo>
                    <a:cubicBezTo>
                      <a:pt x="44" y="2"/>
                      <a:pt x="37" y="2"/>
                      <a:pt x="33" y="1"/>
                    </a:cubicBezTo>
                    <a:cubicBezTo>
                      <a:pt x="27" y="1"/>
                      <a:pt x="21" y="1"/>
                      <a:pt x="1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94" name="Freeform 572">
                <a:extLst>
                  <a:ext uri="{FF2B5EF4-FFF2-40B4-BE49-F238E27FC236}">
                    <a16:creationId xmlns:a16="http://schemas.microsoft.com/office/drawing/2014/main" id="{50CA7E0B-BB5A-41E6-B1DF-13E130D66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848"/>
                <a:ext cx="59" cy="31"/>
              </a:xfrm>
              <a:custGeom>
                <a:avLst/>
                <a:gdLst>
                  <a:gd name="T0" fmla="*/ 36 w 49"/>
                  <a:gd name="T1" fmla="*/ 8 h 26"/>
                  <a:gd name="T2" fmla="*/ 19 w 49"/>
                  <a:gd name="T3" fmla="*/ 7 h 26"/>
                  <a:gd name="T4" fmla="*/ 1 w 49"/>
                  <a:gd name="T5" fmla="*/ 12 h 26"/>
                  <a:gd name="T6" fmla="*/ 1 w 49"/>
                  <a:gd name="T7" fmla="*/ 29 h 26"/>
                  <a:gd name="T8" fmla="*/ 23 w 49"/>
                  <a:gd name="T9" fmla="*/ 44 h 26"/>
                  <a:gd name="T10" fmla="*/ 66 w 49"/>
                  <a:gd name="T11" fmla="*/ 43 h 26"/>
                  <a:gd name="T12" fmla="*/ 83 w 49"/>
                  <a:gd name="T13" fmla="*/ 19 h 26"/>
                  <a:gd name="T14" fmla="*/ 71 w 49"/>
                  <a:gd name="T15" fmla="*/ 0 h 26"/>
                  <a:gd name="T16" fmla="*/ 52 w 49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6">
                    <a:moveTo>
                      <a:pt x="21" y="5"/>
                    </a:moveTo>
                    <a:cubicBezTo>
                      <a:pt x="18" y="5"/>
                      <a:pt x="14" y="3"/>
                      <a:pt x="11" y="4"/>
                    </a:cubicBezTo>
                    <a:cubicBezTo>
                      <a:pt x="9" y="4"/>
                      <a:pt x="2" y="5"/>
                      <a:pt x="1" y="7"/>
                    </a:cubicBezTo>
                    <a:cubicBezTo>
                      <a:pt x="0" y="8"/>
                      <a:pt x="1" y="15"/>
                      <a:pt x="1" y="17"/>
                    </a:cubicBezTo>
                    <a:cubicBezTo>
                      <a:pt x="2" y="24"/>
                      <a:pt x="6" y="25"/>
                      <a:pt x="13" y="26"/>
                    </a:cubicBezTo>
                    <a:cubicBezTo>
                      <a:pt x="22" y="26"/>
                      <a:pt x="30" y="26"/>
                      <a:pt x="38" y="25"/>
                    </a:cubicBezTo>
                    <a:cubicBezTo>
                      <a:pt x="48" y="23"/>
                      <a:pt x="49" y="19"/>
                      <a:pt x="47" y="11"/>
                    </a:cubicBezTo>
                    <a:cubicBezTo>
                      <a:pt x="46" y="7"/>
                      <a:pt x="46" y="1"/>
                      <a:pt x="41" y="0"/>
                    </a:cubicBezTo>
                    <a:cubicBezTo>
                      <a:pt x="39" y="0"/>
                      <a:pt x="32" y="3"/>
                      <a:pt x="3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95" name="Freeform 573">
                <a:extLst>
                  <a:ext uri="{FF2B5EF4-FFF2-40B4-BE49-F238E27FC236}">
                    <a16:creationId xmlns:a16="http://schemas.microsoft.com/office/drawing/2014/main" id="{D454A7C3-B3AB-41B0-97E9-B5C332CD6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813"/>
                <a:ext cx="66" cy="30"/>
              </a:xfrm>
              <a:custGeom>
                <a:avLst/>
                <a:gdLst>
                  <a:gd name="T0" fmla="*/ 20 w 55"/>
                  <a:gd name="T1" fmla="*/ 2 h 25"/>
                  <a:gd name="T2" fmla="*/ 2 w 55"/>
                  <a:gd name="T3" fmla="*/ 12 h 25"/>
                  <a:gd name="T4" fmla="*/ 2 w 55"/>
                  <a:gd name="T5" fmla="*/ 35 h 25"/>
                  <a:gd name="T6" fmla="*/ 28 w 55"/>
                  <a:gd name="T7" fmla="*/ 43 h 25"/>
                  <a:gd name="T8" fmla="*/ 70 w 55"/>
                  <a:gd name="T9" fmla="*/ 43 h 25"/>
                  <a:gd name="T10" fmla="*/ 95 w 55"/>
                  <a:gd name="T11" fmla="*/ 29 h 25"/>
                  <a:gd name="T12" fmla="*/ 88 w 55"/>
                  <a:gd name="T13" fmla="*/ 7 h 25"/>
                  <a:gd name="T14" fmla="*/ 62 w 55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12" y="2"/>
                    </a:moveTo>
                    <a:cubicBezTo>
                      <a:pt x="9" y="0"/>
                      <a:pt x="3" y="4"/>
                      <a:pt x="2" y="7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4" y="25"/>
                      <a:pt x="10" y="24"/>
                      <a:pt x="16" y="25"/>
                    </a:cubicBezTo>
                    <a:cubicBezTo>
                      <a:pt x="24" y="25"/>
                      <a:pt x="32" y="25"/>
                      <a:pt x="40" y="25"/>
                    </a:cubicBezTo>
                    <a:cubicBezTo>
                      <a:pt x="45" y="24"/>
                      <a:pt x="54" y="23"/>
                      <a:pt x="55" y="17"/>
                    </a:cubicBezTo>
                    <a:cubicBezTo>
                      <a:pt x="55" y="14"/>
                      <a:pt x="53" y="6"/>
                      <a:pt x="51" y="4"/>
                    </a:cubicBezTo>
                    <a:cubicBezTo>
                      <a:pt x="47" y="0"/>
                      <a:pt x="40" y="1"/>
                      <a:pt x="36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96" name="Freeform 574">
                <a:extLst>
                  <a:ext uri="{FF2B5EF4-FFF2-40B4-BE49-F238E27FC236}">
                    <a16:creationId xmlns:a16="http://schemas.microsoft.com/office/drawing/2014/main" id="{4575FB39-9DA1-48E0-BC52-7806F79E8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877"/>
                <a:ext cx="8" cy="21"/>
              </a:xfrm>
              <a:custGeom>
                <a:avLst/>
                <a:gdLst>
                  <a:gd name="T0" fmla="*/ 10 w 7"/>
                  <a:gd name="T1" fmla="*/ 2 h 17"/>
                  <a:gd name="T2" fmla="*/ 1 w 7"/>
                  <a:gd name="T3" fmla="*/ 14 h 17"/>
                  <a:gd name="T4" fmla="*/ 1 w 7"/>
                  <a:gd name="T5" fmla="*/ 32 h 17"/>
                  <a:gd name="T6" fmla="*/ 3 w 7"/>
                  <a:gd name="T7" fmla="*/ 3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7" y="2"/>
                    </a:moveTo>
                    <a:cubicBezTo>
                      <a:pt x="4" y="0"/>
                      <a:pt x="1" y="5"/>
                      <a:pt x="1" y="7"/>
                    </a:cubicBezTo>
                    <a:cubicBezTo>
                      <a:pt x="0" y="10"/>
                      <a:pt x="0" y="14"/>
                      <a:pt x="1" y="17"/>
                    </a:cubicBezTo>
                    <a:cubicBezTo>
                      <a:pt x="1" y="17"/>
                      <a:pt x="2" y="17"/>
                      <a:pt x="3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97" name="Freeform 575">
                <a:extLst>
                  <a:ext uri="{FF2B5EF4-FFF2-40B4-BE49-F238E27FC236}">
                    <a16:creationId xmlns:a16="http://schemas.microsoft.com/office/drawing/2014/main" id="{2DF4144C-09E1-4834-AEB9-4FDFF92D3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877"/>
                <a:ext cx="24" cy="19"/>
              </a:xfrm>
              <a:custGeom>
                <a:avLst/>
                <a:gdLst>
                  <a:gd name="T0" fmla="*/ 0 w 20"/>
                  <a:gd name="T1" fmla="*/ 0 h 16"/>
                  <a:gd name="T2" fmla="*/ 31 w 20"/>
                  <a:gd name="T3" fmla="*/ 12 h 16"/>
                  <a:gd name="T4" fmla="*/ 24 w 20"/>
                  <a:gd name="T5" fmla="*/ 2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7" y="0"/>
                      <a:pt x="15" y="0"/>
                      <a:pt x="18" y="7"/>
                    </a:cubicBezTo>
                    <a:cubicBezTo>
                      <a:pt x="20" y="11"/>
                      <a:pt x="19" y="16"/>
                      <a:pt x="14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98" name="Freeform 576">
                <a:extLst>
                  <a:ext uri="{FF2B5EF4-FFF2-40B4-BE49-F238E27FC236}">
                    <a16:creationId xmlns:a16="http://schemas.microsoft.com/office/drawing/2014/main" id="{2E0D8239-8428-4BC3-A78E-83A90C493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842"/>
                <a:ext cx="73" cy="34"/>
              </a:xfrm>
              <a:custGeom>
                <a:avLst/>
                <a:gdLst>
                  <a:gd name="T0" fmla="*/ 15 w 60"/>
                  <a:gd name="T1" fmla="*/ 1 h 28"/>
                  <a:gd name="T2" fmla="*/ 2 w 60"/>
                  <a:gd name="T3" fmla="*/ 13 h 28"/>
                  <a:gd name="T4" fmla="*/ 2 w 60"/>
                  <a:gd name="T5" fmla="*/ 25 h 28"/>
                  <a:gd name="T6" fmla="*/ 28 w 60"/>
                  <a:gd name="T7" fmla="*/ 47 h 28"/>
                  <a:gd name="T8" fmla="*/ 66 w 60"/>
                  <a:gd name="T9" fmla="*/ 35 h 28"/>
                  <a:gd name="T10" fmla="*/ 101 w 60"/>
                  <a:gd name="T11" fmla="*/ 25 h 28"/>
                  <a:gd name="T12" fmla="*/ 91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8" y="1"/>
                    </a:moveTo>
                    <a:cubicBezTo>
                      <a:pt x="5" y="1"/>
                      <a:pt x="3" y="5"/>
                      <a:pt x="2" y="7"/>
                    </a:cubicBezTo>
                    <a:cubicBezTo>
                      <a:pt x="0" y="11"/>
                      <a:pt x="1" y="11"/>
                      <a:pt x="2" y="14"/>
                    </a:cubicBezTo>
                    <a:cubicBezTo>
                      <a:pt x="5" y="22"/>
                      <a:pt x="6" y="28"/>
                      <a:pt x="16" y="26"/>
                    </a:cubicBezTo>
                    <a:cubicBezTo>
                      <a:pt x="23" y="24"/>
                      <a:pt x="29" y="21"/>
                      <a:pt x="36" y="20"/>
                    </a:cubicBezTo>
                    <a:cubicBezTo>
                      <a:pt x="41" y="19"/>
                      <a:pt x="51" y="18"/>
                      <a:pt x="56" y="14"/>
                    </a:cubicBezTo>
                    <a:cubicBezTo>
                      <a:pt x="60" y="9"/>
                      <a:pt x="58" y="0"/>
                      <a:pt x="5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99" name="Freeform 577">
                <a:extLst>
                  <a:ext uri="{FF2B5EF4-FFF2-40B4-BE49-F238E27FC236}">
                    <a16:creationId xmlns:a16="http://schemas.microsoft.com/office/drawing/2014/main" id="{9D50F3E4-D72C-495A-8CDA-FC576DF8A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873"/>
                <a:ext cx="3" cy="8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00" name="Freeform 578">
                <a:extLst>
                  <a:ext uri="{FF2B5EF4-FFF2-40B4-BE49-F238E27FC236}">
                    <a16:creationId xmlns:a16="http://schemas.microsoft.com/office/drawing/2014/main" id="{9D3D4AF0-AA8E-4195-A44E-4034BF6D4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855"/>
                <a:ext cx="17" cy="44"/>
              </a:xfrm>
              <a:custGeom>
                <a:avLst/>
                <a:gdLst>
                  <a:gd name="T0" fmla="*/ 0 w 14"/>
                  <a:gd name="T1" fmla="*/ 0 h 36"/>
                  <a:gd name="T2" fmla="*/ 18 w 14"/>
                  <a:gd name="T3" fmla="*/ 51 h 36"/>
                  <a:gd name="T4" fmla="*/ 6 w 14"/>
                  <a:gd name="T5" fmla="*/ 6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cubicBezTo>
                      <a:pt x="5" y="9"/>
                      <a:pt x="14" y="17"/>
                      <a:pt x="10" y="28"/>
                    </a:cubicBezTo>
                    <a:cubicBezTo>
                      <a:pt x="9" y="32"/>
                      <a:pt x="7" y="35"/>
                      <a:pt x="3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01" name="Freeform 579">
                <a:extLst>
                  <a:ext uri="{FF2B5EF4-FFF2-40B4-BE49-F238E27FC236}">
                    <a16:creationId xmlns:a16="http://schemas.microsoft.com/office/drawing/2014/main" id="{0C3E6F0C-10B6-4F2C-93F7-A144951C2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813"/>
                <a:ext cx="70" cy="24"/>
              </a:xfrm>
              <a:custGeom>
                <a:avLst/>
                <a:gdLst>
                  <a:gd name="T0" fmla="*/ 7 w 58"/>
                  <a:gd name="T1" fmla="*/ 0 h 20"/>
                  <a:gd name="T2" fmla="*/ 7 w 58"/>
                  <a:gd name="T3" fmla="*/ 24 h 20"/>
                  <a:gd name="T4" fmla="*/ 43 w 58"/>
                  <a:gd name="T5" fmla="*/ 35 h 20"/>
                  <a:gd name="T6" fmla="*/ 83 w 58"/>
                  <a:gd name="T7" fmla="*/ 29 h 20"/>
                  <a:gd name="T8" fmla="*/ 100 w 58"/>
                  <a:gd name="T9" fmla="*/ 20 h 20"/>
                  <a:gd name="T10" fmla="*/ 97 w 5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4" y="0"/>
                    </a:moveTo>
                    <a:cubicBezTo>
                      <a:pt x="0" y="4"/>
                      <a:pt x="2" y="10"/>
                      <a:pt x="4" y="14"/>
                    </a:cubicBezTo>
                    <a:cubicBezTo>
                      <a:pt x="8" y="20"/>
                      <a:pt x="18" y="20"/>
                      <a:pt x="25" y="20"/>
                    </a:cubicBezTo>
                    <a:cubicBezTo>
                      <a:pt x="33" y="20"/>
                      <a:pt x="39" y="18"/>
                      <a:pt x="47" y="17"/>
                    </a:cubicBezTo>
                    <a:cubicBezTo>
                      <a:pt x="52" y="16"/>
                      <a:pt x="56" y="17"/>
                      <a:pt x="57" y="12"/>
                    </a:cubicBezTo>
                    <a:cubicBezTo>
                      <a:pt x="58" y="8"/>
                      <a:pt x="58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02" name="Freeform 580">
                <a:extLst>
                  <a:ext uri="{FF2B5EF4-FFF2-40B4-BE49-F238E27FC236}">
                    <a16:creationId xmlns:a16="http://schemas.microsoft.com/office/drawing/2014/main" id="{9E89C30D-D6F2-4FE7-8A6A-80D635001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1854"/>
                <a:ext cx="54" cy="44"/>
              </a:xfrm>
              <a:custGeom>
                <a:avLst/>
                <a:gdLst>
                  <a:gd name="T0" fmla="*/ 8 w 45"/>
                  <a:gd name="T1" fmla="*/ 65 h 36"/>
                  <a:gd name="T2" fmla="*/ 6 w 45"/>
                  <a:gd name="T3" fmla="*/ 27 h 36"/>
                  <a:gd name="T4" fmla="*/ 2 w 45"/>
                  <a:gd name="T5" fmla="*/ 13 h 36"/>
                  <a:gd name="T6" fmla="*/ 36 w 45"/>
                  <a:gd name="T7" fmla="*/ 6 h 36"/>
                  <a:gd name="T8" fmla="*/ 67 w 45"/>
                  <a:gd name="T9" fmla="*/ 6 h 36"/>
                  <a:gd name="T10" fmla="*/ 78 w 45"/>
                  <a:gd name="T11" fmla="*/ 34 h 36"/>
                  <a:gd name="T12" fmla="*/ 70 w 45"/>
                  <a:gd name="T13" fmla="*/ 6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2" y="12"/>
                      <a:pt x="0" y="10"/>
                      <a:pt x="2" y="7"/>
                    </a:cubicBezTo>
                    <a:cubicBezTo>
                      <a:pt x="5" y="4"/>
                      <a:pt x="16" y="3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4" y="6"/>
                      <a:pt x="45" y="13"/>
                      <a:pt x="45" y="19"/>
                    </a:cubicBezTo>
                    <a:cubicBezTo>
                      <a:pt x="44" y="23"/>
                      <a:pt x="44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03" name="Freeform 581">
                <a:extLst>
                  <a:ext uri="{FF2B5EF4-FFF2-40B4-BE49-F238E27FC236}">
                    <a16:creationId xmlns:a16="http://schemas.microsoft.com/office/drawing/2014/main" id="{AE2E52E3-981C-4ADB-BCD9-46A7FE97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809"/>
                <a:ext cx="61" cy="33"/>
              </a:xfrm>
              <a:custGeom>
                <a:avLst/>
                <a:gdLst>
                  <a:gd name="T0" fmla="*/ 6 w 51"/>
                  <a:gd name="T1" fmla="*/ 6 h 27"/>
                  <a:gd name="T2" fmla="*/ 8 w 51"/>
                  <a:gd name="T3" fmla="*/ 39 h 27"/>
                  <a:gd name="T4" fmla="*/ 33 w 51"/>
                  <a:gd name="T5" fmla="*/ 39 h 27"/>
                  <a:gd name="T6" fmla="*/ 56 w 51"/>
                  <a:gd name="T7" fmla="*/ 42 h 27"/>
                  <a:gd name="T8" fmla="*/ 75 w 51"/>
                  <a:gd name="T9" fmla="*/ 49 h 27"/>
                  <a:gd name="T10" fmla="*/ 87 w 51"/>
                  <a:gd name="T11" fmla="*/ 33 h 27"/>
                  <a:gd name="T12" fmla="*/ 73 w 51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7">
                    <a:moveTo>
                      <a:pt x="3" y="3"/>
                    </a:moveTo>
                    <a:cubicBezTo>
                      <a:pt x="2" y="7"/>
                      <a:pt x="0" y="18"/>
                      <a:pt x="5" y="21"/>
                    </a:cubicBezTo>
                    <a:cubicBezTo>
                      <a:pt x="8" y="23"/>
                      <a:pt x="16" y="21"/>
                      <a:pt x="19" y="21"/>
                    </a:cubicBezTo>
                    <a:cubicBezTo>
                      <a:pt x="24" y="20"/>
                      <a:pt x="29" y="20"/>
                      <a:pt x="33" y="23"/>
                    </a:cubicBezTo>
                    <a:cubicBezTo>
                      <a:pt x="37" y="24"/>
                      <a:pt x="40" y="27"/>
                      <a:pt x="44" y="27"/>
                    </a:cubicBezTo>
                    <a:cubicBezTo>
                      <a:pt x="48" y="26"/>
                      <a:pt x="51" y="22"/>
                      <a:pt x="51" y="18"/>
                    </a:cubicBezTo>
                    <a:cubicBezTo>
                      <a:pt x="51" y="15"/>
                      <a:pt x="49" y="0"/>
                      <a:pt x="43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04" name="Freeform 582">
                <a:extLst>
                  <a:ext uri="{FF2B5EF4-FFF2-40B4-BE49-F238E27FC236}">
                    <a16:creationId xmlns:a16="http://schemas.microsoft.com/office/drawing/2014/main" id="{9842877D-6EB1-42D5-951E-BB645C970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831"/>
                <a:ext cx="58" cy="34"/>
              </a:xfrm>
              <a:custGeom>
                <a:avLst/>
                <a:gdLst>
                  <a:gd name="T0" fmla="*/ 8 w 48"/>
                  <a:gd name="T1" fmla="*/ 9 h 28"/>
                  <a:gd name="T2" fmla="*/ 1 w 48"/>
                  <a:gd name="T3" fmla="*/ 18 h 28"/>
                  <a:gd name="T4" fmla="*/ 6 w 48"/>
                  <a:gd name="T5" fmla="*/ 40 h 28"/>
                  <a:gd name="T6" fmla="*/ 48 w 48"/>
                  <a:gd name="T7" fmla="*/ 41 h 28"/>
                  <a:gd name="T8" fmla="*/ 83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5" y="4"/>
                      <a:pt x="2" y="8"/>
                      <a:pt x="1" y="10"/>
                    </a:cubicBezTo>
                    <a:cubicBezTo>
                      <a:pt x="0" y="13"/>
                      <a:pt x="0" y="19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4" y="22"/>
                      <a:pt x="44" y="22"/>
                      <a:pt x="47" y="14"/>
                    </a:cubicBezTo>
                    <a:cubicBezTo>
                      <a:pt x="47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05" name="Freeform 583">
                <a:extLst>
                  <a:ext uri="{FF2B5EF4-FFF2-40B4-BE49-F238E27FC236}">
                    <a16:creationId xmlns:a16="http://schemas.microsoft.com/office/drawing/2014/main" id="{DFF503B0-5D95-4035-9E3B-65E291690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813"/>
                <a:ext cx="63" cy="41"/>
              </a:xfrm>
              <a:custGeom>
                <a:avLst/>
                <a:gdLst>
                  <a:gd name="T0" fmla="*/ 25 w 52"/>
                  <a:gd name="T1" fmla="*/ 1 h 34"/>
                  <a:gd name="T2" fmla="*/ 15 w 52"/>
                  <a:gd name="T3" fmla="*/ 40 h 34"/>
                  <a:gd name="T4" fmla="*/ 23 w 52"/>
                  <a:gd name="T5" fmla="*/ 57 h 34"/>
                  <a:gd name="T6" fmla="*/ 57 w 52"/>
                  <a:gd name="T7" fmla="*/ 58 h 34"/>
                  <a:gd name="T8" fmla="*/ 91 w 52"/>
                  <a:gd name="T9" fmla="*/ 43 h 34"/>
                  <a:gd name="T10" fmla="*/ 84 w 52"/>
                  <a:gd name="T11" fmla="*/ 8 h 34"/>
                  <a:gd name="T12" fmla="*/ 58 w 52"/>
                  <a:gd name="T13" fmla="*/ 1 h 34"/>
                  <a:gd name="T14" fmla="*/ 27 w 52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1"/>
                    </a:moveTo>
                    <a:cubicBezTo>
                      <a:pt x="0" y="0"/>
                      <a:pt x="6" y="13"/>
                      <a:pt x="8" y="22"/>
                    </a:cubicBezTo>
                    <a:cubicBezTo>
                      <a:pt x="9" y="26"/>
                      <a:pt x="9" y="30"/>
                      <a:pt x="13" y="32"/>
                    </a:cubicBezTo>
                    <a:cubicBezTo>
                      <a:pt x="18" y="34"/>
                      <a:pt x="27" y="34"/>
                      <a:pt x="32" y="33"/>
                    </a:cubicBezTo>
                    <a:cubicBezTo>
                      <a:pt x="38" y="32"/>
                      <a:pt x="49" y="31"/>
                      <a:pt x="51" y="25"/>
                    </a:cubicBezTo>
                    <a:cubicBezTo>
                      <a:pt x="52" y="20"/>
                      <a:pt x="51" y="9"/>
                      <a:pt x="47" y="5"/>
                    </a:cubicBezTo>
                    <a:cubicBezTo>
                      <a:pt x="44" y="2"/>
                      <a:pt x="37" y="2"/>
                      <a:pt x="33" y="1"/>
                    </a:cubicBezTo>
                    <a:cubicBezTo>
                      <a:pt x="27" y="1"/>
                      <a:pt x="21" y="1"/>
                      <a:pt x="1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06" name="Freeform 584">
                <a:extLst>
                  <a:ext uri="{FF2B5EF4-FFF2-40B4-BE49-F238E27FC236}">
                    <a16:creationId xmlns:a16="http://schemas.microsoft.com/office/drawing/2014/main" id="{A85FB416-EB1D-4C57-A7F4-2B8B41717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848"/>
                <a:ext cx="59" cy="31"/>
              </a:xfrm>
              <a:custGeom>
                <a:avLst/>
                <a:gdLst>
                  <a:gd name="T0" fmla="*/ 36 w 49"/>
                  <a:gd name="T1" fmla="*/ 8 h 26"/>
                  <a:gd name="T2" fmla="*/ 17 w 49"/>
                  <a:gd name="T3" fmla="*/ 7 h 26"/>
                  <a:gd name="T4" fmla="*/ 1 w 49"/>
                  <a:gd name="T5" fmla="*/ 12 h 26"/>
                  <a:gd name="T6" fmla="*/ 1 w 49"/>
                  <a:gd name="T7" fmla="*/ 29 h 26"/>
                  <a:gd name="T8" fmla="*/ 23 w 49"/>
                  <a:gd name="T9" fmla="*/ 44 h 26"/>
                  <a:gd name="T10" fmla="*/ 66 w 49"/>
                  <a:gd name="T11" fmla="*/ 43 h 26"/>
                  <a:gd name="T12" fmla="*/ 83 w 49"/>
                  <a:gd name="T13" fmla="*/ 19 h 26"/>
                  <a:gd name="T14" fmla="*/ 71 w 49"/>
                  <a:gd name="T15" fmla="*/ 0 h 26"/>
                  <a:gd name="T16" fmla="*/ 52 w 49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6">
                    <a:moveTo>
                      <a:pt x="21" y="5"/>
                    </a:moveTo>
                    <a:cubicBezTo>
                      <a:pt x="18" y="5"/>
                      <a:pt x="14" y="3"/>
                      <a:pt x="10" y="4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1" y="15"/>
                      <a:pt x="1" y="17"/>
                    </a:cubicBezTo>
                    <a:cubicBezTo>
                      <a:pt x="2" y="24"/>
                      <a:pt x="6" y="25"/>
                      <a:pt x="13" y="26"/>
                    </a:cubicBezTo>
                    <a:cubicBezTo>
                      <a:pt x="22" y="26"/>
                      <a:pt x="30" y="26"/>
                      <a:pt x="38" y="25"/>
                    </a:cubicBezTo>
                    <a:cubicBezTo>
                      <a:pt x="48" y="23"/>
                      <a:pt x="49" y="19"/>
                      <a:pt x="47" y="11"/>
                    </a:cubicBezTo>
                    <a:cubicBezTo>
                      <a:pt x="46" y="7"/>
                      <a:pt x="46" y="1"/>
                      <a:pt x="41" y="0"/>
                    </a:cubicBezTo>
                    <a:cubicBezTo>
                      <a:pt x="39" y="0"/>
                      <a:pt x="32" y="3"/>
                      <a:pt x="3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07" name="Freeform 585">
                <a:extLst>
                  <a:ext uri="{FF2B5EF4-FFF2-40B4-BE49-F238E27FC236}">
                    <a16:creationId xmlns:a16="http://schemas.microsoft.com/office/drawing/2014/main" id="{0FA12E1D-03B7-44ED-9FBB-4C640C6D0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813"/>
                <a:ext cx="67" cy="30"/>
              </a:xfrm>
              <a:custGeom>
                <a:avLst/>
                <a:gdLst>
                  <a:gd name="T0" fmla="*/ 22 w 55"/>
                  <a:gd name="T1" fmla="*/ 2 h 25"/>
                  <a:gd name="T2" fmla="*/ 2 w 55"/>
                  <a:gd name="T3" fmla="*/ 12 h 25"/>
                  <a:gd name="T4" fmla="*/ 2 w 55"/>
                  <a:gd name="T5" fmla="*/ 35 h 25"/>
                  <a:gd name="T6" fmla="*/ 28 w 55"/>
                  <a:gd name="T7" fmla="*/ 43 h 25"/>
                  <a:gd name="T8" fmla="*/ 73 w 55"/>
                  <a:gd name="T9" fmla="*/ 43 h 25"/>
                  <a:gd name="T10" fmla="*/ 100 w 55"/>
                  <a:gd name="T11" fmla="*/ 29 h 25"/>
                  <a:gd name="T12" fmla="*/ 90 w 55"/>
                  <a:gd name="T13" fmla="*/ 7 h 25"/>
                  <a:gd name="T14" fmla="*/ 63 w 55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12" y="2"/>
                    </a:moveTo>
                    <a:cubicBezTo>
                      <a:pt x="9" y="0"/>
                      <a:pt x="3" y="4"/>
                      <a:pt x="2" y="7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4" y="25"/>
                      <a:pt x="10" y="24"/>
                      <a:pt x="16" y="25"/>
                    </a:cubicBezTo>
                    <a:cubicBezTo>
                      <a:pt x="23" y="25"/>
                      <a:pt x="32" y="25"/>
                      <a:pt x="40" y="25"/>
                    </a:cubicBezTo>
                    <a:cubicBezTo>
                      <a:pt x="45" y="24"/>
                      <a:pt x="54" y="23"/>
                      <a:pt x="55" y="17"/>
                    </a:cubicBezTo>
                    <a:cubicBezTo>
                      <a:pt x="55" y="14"/>
                      <a:pt x="53" y="6"/>
                      <a:pt x="50" y="4"/>
                    </a:cubicBezTo>
                    <a:cubicBezTo>
                      <a:pt x="47" y="0"/>
                      <a:pt x="40" y="1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08" name="Freeform 586">
                <a:extLst>
                  <a:ext uri="{FF2B5EF4-FFF2-40B4-BE49-F238E27FC236}">
                    <a16:creationId xmlns:a16="http://schemas.microsoft.com/office/drawing/2014/main" id="{307E1F6F-C7EF-4F1F-BE71-719B6A12C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877"/>
                <a:ext cx="24" cy="19"/>
              </a:xfrm>
              <a:custGeom>
                <a:avLst/>
                <a:gdLst>
                  <a:gd name="T0" fmla="*/ 0 w 20"/>
                  <a:gd name="T1" fmla="*/ 0 h 16"/>
                  <a:gd name="T2" fmla="*/ 29 w 20"/>
                  <a:gd name="T3" fmla="*/ 12 h 16"/>
                  <a:gd name="T4" fmla="*/ 24 w 20"/>
                  <a:gd name="T5" fmla="*/ 2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0"/>
                      <a:pt x="15" y="0"/>
                      <a:pt x="17" y="7"/>
                    </a:cubicBezTo>
                    <a:cubicBezTo>
                      <a:pt x="20" y="11"/>
                      <a:pt x="19" y="16"/>
                      <a:pt x="14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09" name="Freeform 587">
                <a:extLst>
                  <a:ext uri="{FF2B5EF4-FFF2-40B4-BE49-F238E27FC236}">
                    <a16:creationId xmlns:a16="http://schemas.microsoft.com/office/drawing/2014/main" id="{67B7181D-A2E9-4A62-9DEE-3298E4935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842"/>
                <a:ext cx="73" cy="34"/>
              </a:xfrm>
              <a:custGeom>
                <a:avLst/>
                <a:gdLst>
                  <a:gd name="T0" fmla="*/ 13 w 60"/>
                  <a:gd name="T1" fmla="*/ 1 h 28"/>
                  <a:gd name="T2" fmla="*/ 2 w 60"/>
                  <a:gd name="T3" fmla="*/ 13 h 28"/>
                  <a:gd name="T4" fmla="*/ 2 w 60"/>
                  <a:gd name="T5" fmla="*/ 25 h 28"/>
                  <a:gd name="T6" fmla="*/ 28 w 60"/>
                  <a:gd name="T7" fmla="*/ 47 h 28"/>
                  <a:gd name="T8" fmla="*/ 66 w 60"/>
                  <a:gd name="T9" fmla="*/ 35 h 28"/>
                  <a:gd name="T10" fmla="*/ 100 w 60"/>
                  <a:gd name="T11" fmla="*/ 25 h 28"/>
                  <a:gd name="T12" fmla="*/ 91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5" y="1"/>
                      <a:pt x="3" y="5"/>
                      <a:pt x="2" y="7"/>
                    </a:cubicBezTo>
                    <a:cubicBezTo>
                      <a:pt x="0" y="11"/>
                      <a:pt x="1" y="11"/>
                      <a:pt x="2" y="14"/>
                    </a:cubicBezTo>
                    <a:cubicBezTo>
                      <a:pt x="5" y="22"/>
                      <a:pt x="6" y="28"/>
                      <a:pt x="16" y="26"/>
                    </a:cubicBezTo>
                    <a:cubicBezTo>
                      <a:pt x="23" y="24"/>
                      <a:pt x="29" y="21"/>
                      <a:pt x="36" y="20"/>
                    </a:cubicBezTo>
                    <a:cubicBezTo>
                      <a:pt x="41" y="19"/>
                      <a:pt x="51" y="18"/>
                      <a:pt x="55" y="14"/>
                    </a:cubicBezTo>
                    <a:cubicBezTo>
                      <a:pt x="60" y="9"/>
                      <a:pt x="58" y="0"/>
                      <a:pt x="5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10" name="Freeform 588">
                <a:extLst>
                  <a:ext uri="{FF2B5EF4-FFF2-40B4-BE49-F238E27FC236}">
                    <a16:creationId xmlns:a16="http://schemas.microsoft.com/office/drawing/2014/main" id="{91150417-F08B-4217-A380-4F7021E61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873"/>
                <a:ext cx="4" cy="8"/>
              </a:xfrm>
              <a:custGeom>
                <a:avLst/>
                <a:gdLst>
                  <a:gd name="T0" fmla="*/ 4 w 4"/>
                  <a:gd name="T1" fmla="*/ 0 h 6"/>
                  <a:gd name="T2" fmla="*/ 1 w 4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0" y="5"/>
                      <a:pt x="1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11" name="Freeform 589">
                <a:extLst>
                  <a:ext uri="{FF2B5EF4-FFF2-40B4-BE49-F238E27FC236}">
                    <a16:creationId xmlns:a16="http://schemas.microsoft.com/office/drawing/2014/main" id="{A351B45C-4BB7-43FD-846B-71E498858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855"/>
                <a:ext cx="18" cy="44"/>
              </a:xfrm>
              <a:custGeom>
                <a:avLst/>
                <a:gdLst>
                  <a:gd name="T0" fmla="*/ 0 w 15"/>
                  <a:gd name="T1" fmla="*/ 0 h 36"/>
                  <a:gd name="T2" fmla="*/ 19 w 15"/>
                  <a:gd name="T3" fmla="*/ 51 h 36"/>
                  <a:gd name="T4" fmla="*/ 7 w 15"/>
                  <a:gd name="T5" fmla="*/ 6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6">
                    <a:moveTo>
                      <a:pt x="0" y="0"/>
                    </a:moveTo>
                    <a:cubicBezTo>
                      <a:pt x="6" y="9"/>
                      <a:pt x="15" y="17"/>
                      <a:pt x="11" y="28"/>
                    </a:cubicBezTo>
                    <a:cubicBezTo>
                      <a:pt x="10" y="32"/>
                      <a:pt x="8" y="35"/>
                      <a:pt x="4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12" name="Freeform 590">
                <a:extLst>
                  <a:ext uri="{FF2B5EF4-FFF2-40B4-BE49-F238E27FC236}">
                    <a16:creationId xmlns:a16="http://schemas.microsoft.com/office/drawing/2014/main" id="{6C1EC843-E0C7-42D4-B47B-BB13E39BE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13"/>
                <a:ext cx="70" cy="24"/>
              </a:xfrm>
              <a:custGeom>
                <a:avLst/>
                <a:gdLst>
                  <a:gd name="T0" fmla="*/ 7 w 58"/>
                  <a:gd name="T1" fmla="*/ 0 h 20"/>
                  <a:gd name="T2" fmla="*/ 7 w 58"/>
                  <a:gd name="T3" fmla="*/ 24 h 20"/>
                  <a:gd name="T4" fmla="*/ 43 w 58"/>
                  <a:gd name="T5" fmla="*/ 35 h 20"/>
                  <a:gd name="T6" fmla="*/ 83 w 58"/>
                  <a:gd name="T7" fmla="*/ 29 h 20"/>
                  <a:gd name="T8" fmla="*/ 100 w 58"/>
                  <a:gd name="T9" fmla="*/ 20 h 20"/>
                  <a:gd name="T10" fmla="*/ 94 w 5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4" y="0"/>
                    </a:moveTo>
                    <a:cubicBezTo>
                      <a:pt x="0" y="4"/>
                      <a:pt x="2" y="10"/>
                      <a:pt x="4" y="14"/>
                    </a:cubicBezTo>
                    <a:cubicBezTo>
                      <a:pt x="8" y="20"/>
                      <a:pt x="18" y="20"/>
                      <a:pt x="25" y="20"/>
                    </a:cubicBezTo>
                    <a:cubicBezTo>
                      <a:pt x="32" y="20"/>
                      <a:pt x="39" y="18"/>
                      <a:pt x="47" y="17"/>
                    </a:cubicBezTo>
                    <a:cubicBezTo>
                      <a:pt x="52" y="16"/>
                      <a:pt x="55" y="17"/>
                      <a:pt x="57" y="12"/>
                    </a:cubicBezTo>
                    <a:cubicBezTo>
                      <a:pt x="58" y="8"/>
                      <a:pt x="58" y="2"/>
                      <a:pt x="5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13" name="Freeform 591">
                <a:extLst>
                  <a:ext uri="{FF2B5EF4-FFF2-40B4-BE49-F238E27FC236}">
                    <a16:creationId xmlns:a16="http://schemas.microsoft.com/office/drawing/2014/main" id="{1752E8ED-CE1B-4726-8D67-A85A57773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854"/>
                <a:ext cx="54" cy="44"/>
              </a:xfrm>
              <a:custGeom>
                <a:avLst/>
                <a:gdLst>
                  <a:gd name="T0" fmla="*/ 8 w 45"/>
                  <a:gd name="T1" fmla="*/ 65 h 36"/>
                  <a:gd name="T2" fmla="*/ 2 w 45"/>
                  <a:gd name="T3" fmla="*/ 27 h 36"/>
                  <a:gd name="T4" fmla="*/ 2 w 45"/>
                  <a:gd name="T5" fmla="*/ 13 h 36"/>
                  <a:gd name="T6" fmla="*/ 36 w 45"/>
                  <a:gd name="T7" fmla="*/ 6 h 36"/>
                  <a:gd name="T8" fmla="*/ 66 w 45"/>
                  <a:gd name="T9" fmla="*/ 6 h 36"/>
                  <a:gd name="T10" fmla="*/ 77 w 45"/>
                  <a:gd name="T11" fmla="*/ 34 h 36"/>
                  <a:gd name="T12" fmla="*/ 70 w 45"/>
                  <a:gd name="T13" fmla="*/ 6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30"/>
                      <a:pt x="4" y="21"/>
                      <a:pt x="2" y="15"/>
                    </a:cubicBezTo>
                    <a:cubicBezTo>
                      <a:pt x="2" y="12"/>
                      <a:pt x="0" y="10"/>
                      <a:pt x="2" y="7"/>
                    </a:cubicBezTo>
                    <a:cubicBezTo>
                      <a:pt x="5" y="4"/>
                      <a:pt x="16" y="3"/>
                      <a:pt x="21" y="3"/>
                    </a:cubicBezTo>
                    <a:cubicBezTo>
                      <a:pt x="26" y="2"/>
                      <a:pt x="34" y="0"/>
                      <a:pt x="38" y="3"/>
                    </a:cubicBezTo>
                    <a:cubicBezTo>
                      <a:pt x="44" y="6"/>
                      <a:pt x="45" y="13"/>
                      <a:pt x="44" y="19"/>
                    </a:cubicBezTo>
                    <a:cubicBezTo>
                      <a:pt x="44" y="23"/>
                      <a:pt x="44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14" name="Freeform 592">
                <a:extLst>
                  <a:ext uri="{FF2B5EF4-FFF2-40B4-BE49-F238E27FC236}">
                    <a16:creationId xmlns:a16="http://schemas.microsoft.com/office/drawing/2014/main" id="{19DE3650-1916-4D60-B1F1-DEA784639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831"/>
                <a:ext cx="58" cy="34"/>
              </a:xfrm>
              <a:custGeom>
                <a:avLst/>
                <a:gdLst>
                  <a:gd name="T0" fmla="*/ 8 w 48"/>
                  <a:gd name="T1" fmla="*/ 9 h 28"/>
                  <a:gd name="T2" fmla="*/ 1 w 48"/>
                  <a:gd name="T3" fmla="*/ 18 h 28"/>
                  <a:gd name="T4" fmla="*/ 6 w 48"/>
                  <a:gd name="T5" fmla="*/ 40 h 28"/>
                  <a:gd name="T6" fmla="*/ 48 w 48"/>
                  <a:gd name="T7" fmla="*/ 41 h 28"/>
                  <a:gd name="T8" fmla="*/ 82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4" y="4"/>
                      <a:pt x="2" y="8"/>
                      <a:pt x="1" y="10"/>
                    </a:cubicBezTo>
                    <a:cubicBezTo>
                      <a:pt x="0" y="13"/>
                      <a:pt x="0" y="19"/>
                      <a:pt x="3" y="22"/>
                    </a:cubicBezTo>
                    <a:cubicBezTo>
                      <a:pt x="7" y="28"/>
                      <a:pt x="21" y="23"/>
                      <a:pt x="27" y="23"/>
                    </a:cubicBezTo>
                    <a:cubicBezTo>
                      <a:pt x="34" y="22"/>
                      <a:pt x="44" y="22"/>
                      <a:pt x="46" y="14"/>
                    </a:cubicBezTo>
                    <a:cubicBezTo>
                      <a:pt x="47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15" name="Freeform 593">
                <a:extLst>
                  <a:ext uri="{FF2B5EF4-FFF2-40B4-BE49-F238E27FC236}">
                    <a16:creationId xmlns:a16="http://schemas.microsoft.com/office/drawing/2014/main" id="{F1A28E0C-CF19-4DA0-99F4-AC9E02FCD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835"/>
                <a:ext cx="7" cy="9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16" name="Freeform 594">
                <a:extLst>
                  <a:ext uri="{FF2B5EF4-FFF2-40B4-BE49-F238E27FC236}">
                    <a16:creationId xmlns:a16="http://schemas.microsoft.com/office/drawing/2014/main" id="{D3B47623-5ADA-44CD-9456-BEDFAE826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841"/>
                <a:ext cx="76" cy="26"/>
              </a:xfrm>
              <a:custGeom>
                <a:avLst/>
                <a:gdLst>
                  <a:gd name="T0" fmla="*/ 77 w 63"/>
                  <a:gd name="T1" fmla="*/ 2 h 22"/>
                  <a:gd name="T2" fmla="*/ 100 w 63"/>
                  <a:gd name="T3" fmla="*/ 26 h 22"/>
                  <a:gd name="T4" fmla="*/ 80 w 63"/>
                  <a:gd name="T5" fmla="*/ 33 h 22"/>
                  <a:gd name="T6" fmla="*/ 49 w 63"/>
                  <a:gd name="T7" fmla="*/ 35 h 22"/>
                  <a:gd name="T8" fmla="*/ 14 w 63"/>
                  <a:gd name="T9" fmla="*/ 31 h 22"/>
                  <a:gd name="T10" fmla="*/ 0 w 63"/>
                  <a:gd name="T11" fmla="*/ 3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2">
                    <a:moveTo>
                      <a:pt x="44" y="2"/>
                    </a:moveTo>
                    <a:cubicBezTo>
                      <a:pt x="50" y="0"/>
                      <a:pt x="63" y="8"/>
                      <a:pt x="57" y="16"/>
                    </a:cubicBezTo>
                    <a:cubicBezTo>
                      <a:pt x="55" y="19"/>
                      <a:pt x="49" y="19"/>
                      <a:pt x="46" y="20"/>
                    </a:cubicBezTo>
                    <a:cubicBezTo>
                      <a:pt x="40" y="22"/>
                      <a:pt x="35" y="21"/>
                      <a:pt x="28" y="21"/>
                    </a:cubicBezTo>
                    <a:cubicBezTo>
                      <a:pt x="22" y="20"/>
                      <a:pt x="15" y="20"/>
                      <a:pt x="8" y="19"/>
                    </a:cubicBezTo>
                    <a:cubicBezTo>
                      <a:pt x="6" y="19"/>
                      <a:pt x="1" y="20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17" name="Freeform 595">
                <a:extLst>
                  <a:ext uri="{FF2B5EF4-FFF2-40B4-BE49-F238E27FC236}">
                    <a16:creationId xmlns:a16="http://schemas.microsoft.com/office/drawing/2014/main" id="{0833758E-1337-4776-A014-1BAEC3DAC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813"/>
                <a:ext cx="51" cy="34"/>
              </a:xfrm>
              <a:custGeom>
                <a:avLst/>
                <a:gdLst>
                  <a:gd name="T0" fmla="*/ 8 w 43"/>
                  <a:gd name="T1" fmla="*/ 1 h 28"/>
                  <a:gd name="T2" fmla="*/ 6 w 43"/>
                  <a:gd name="T3" fmla="*/ 23 h 28"/>
                  <a:gd name="T4" fmla="*/ 28 w 43"/>
                  <a:gd name="T5" fmla="*/ 49 h 28"/>
                  <a:gd name="T6" fmla="*/ 71 w 43"/>
                  <a:gd name="T7" fmla="*/ 30 h 28"/>
                  <a:gd name="T8" fmla="*/ 63 w 43"/>
                  <a:gd name="T9" fmla="*/ 2 h 28"/>
                  <a:gd name="T10" fmla="*/ 60 w 43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8">
                    <a:moveTo>
                      <a:pt x="5" y="1"/>
                    </a:moveTo>
                    <a:cubicBezTo>
                      <a:pt x="0" y="0"/>
                      <a:pt x="2" y="10"/>
                      <a:pt x="3" y="13"/>
                    </a:cubicBezTo>
                    <a:cubicBezTo>
                      <a:pt x="6" y="22"/>
                      <a:pt x="5" y="28"/>
                      <a:pt x="17" y="27"/>
                    </a:cubicBezTo>
                    <a:cubicBezTo>
                      <a:pt x="23" y="26"/>
                      <a:pt x="43" y="26"/>
                      <a:pt x="43" y="17"/>
                    </a:cubicBezTo>
                    <a:cubicBezTo>
                      <a:pt x="43" y="12"/>
                      <a:pt x="40" y="7"/>
                      <a:pt x="38" y="2"/>
                    </a:cubicBezTo>
                    <a:cubicBezTo>
                      <a:pt x="37" y="1"/>
                      <a:pt x="37" y="2"/>
                      <a:pt x="36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18" name="Freeform 596">
                <a:extLst>
                  <a:ext uri="{FF2B5EF4-FFF2-40B4-BE49-F238E27FC236}">
                    <a16:creationId xmlns:a16="http://schemas.microsoft.com/office/drawing/2014/main" id="{7C67272D-ED1B-4B2C-B764-2BFFA9D0B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865"/>
                <a:ext cx="9" cy="11"/>
              </a:xfrm>
              <a:custGeom>
                <a:avLst/>
                <a:gdLst>
                  <a:gd name="T0" fmla="*/ 11 w 8"/>
                  <a:gd name="T1" fmla="*/ 0 h 9"/>
                  <a:gd name="T2" fmla="*/ 0 w 8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4" y="0"/>
                      <a:pt x="1" y="6"/>
                      <a:pt x="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19" name="Freeform 597">
                <a:extLst>
                  <a:ext uri="{FF2B5EF4-FFF2-40B4-BE49-F238E27FC236}">
                    <a16:creationId xmlns:a16="http://schemas.microsoft.com/office/drawing/2014/main" id="{C7AA43E0-9C6D-4354-845B-92BE10870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865"/>
                <a:ext cx="13" cy="33"/>
              </a:xfrm>
              <a:custGeom>
                <a:avLst/>
                <a:gdLst>
                  <a:gd name="T0" fmla="*/ 1 w 11"/>
                  <a:gd name="T1" fmla="*/ 0 h 27"/>
                  <a:gd name="T2" fmla="*/ 0 w 11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" y="0"/>
                    </a:moveTo>
                    <a:cubicBezTo>
                      <a:pt x="9" y="7"/>
                      <a:pt x="11" y="23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20" name="Freeform 598">
                <a:extLst>
                  <a:ext uri="{FF2B5EF4-FFF2-40B4-BE49-F238E27FC236}">
                    <a16:creationId xmlns:a16="http://schemas.microsoft.com/office/drawing/2014/main" id="{587D321A-5A5C-4470-9C8A-A019E0EA0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847"/>
                <a:ext cx="3" cy="3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21" name="Freeform 599">
                <a:extLst>
                  <a:ext uri="{FF2B5EF4-FFF2-40B4-BE49-F238E27FC236}">
                    <a16:creationId xmlns:a16="http://schemas.microsoft.com/office/drawing/2014/main" id="{082A9CC5-0463-4B86-AA83-4B87261C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838"/>
                <a:ext cx="54" cy="39"/>
              </a:xfrm>
              <a:custGeom>
                <a:avLst/>
                <a:gdLst>
                  <a:gd name="T0" fmla="*/ 0 w 45"/>
                  <a:gd name="T1" fmla="*/ 55 h 32"/>
                  <a:gd name="T2" fmla="*/ 24 w 45"/>
                  <a:gd name="T3" fmla="*/ 55 h 32"/>
                  <a:gd name="T4" fmla="*/ 50 w 45"/>
                  <a:gd name="T5" fmla="*/ 48 h 32"/>
                  <a:gd name="T6" fmla="*/ 78 w 45"/>
                  <a:gd name="T7" fmla="*/ 35 h 32"/>
                  <a:gd name="T8" fmla="*/ 53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9" y="32"/>
                      <a:pt x="14" y="30"/>
                    </a:cubicBezTo>
                    <a:cubicBezTo>
                      <a:pt x="19" y="28"/>
                      <a:pt x="23" y="27"/>
                      <a:pt x="29" y="26"/>
                    </a:cubicBezTo>
                    <a:cubicBezTo>
                      <a:pt x="35" y="26"/>
                      <a:pt x="44" y="28"/>
                      <a:pt x="45" y="20"/>
                    </a:cubicBezTo>
                    <a:cubicBezTo>
                      <a:pt x="45" y="16"/>
                      <a:pt x="36" y="0"/>
                      <a:pt x="31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22" name="Freeform 600">
                <a:extLst>
                  <a:ext uri="{FF2B5EF4-FFF2-40B4-BE49-F238E27FC236}">
                    <a16:creationId xmlns:a16="http://schemas.microsoft.com/office/drawing/2014/main" id="{34875C5F-BD5B-450B-AA58-4003E708D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813"/>
                <a:ext cx="54" cy="36"/>
              </a:xfrm>
              <a:custGeom>
                <a:avLst/>
                <a:gdLst>
                  <a:gd name="T0" fmla="*/ 78 w 45"/>
                  <a:gd name="T1" fmla="*/ 1 h 30"/>
                  <a:gd name="T2" fmla="*/ 77 w 45"/>
                  <a:gd name="T3" fmla="*/ 1 h 30"/>
                  <a:gd name="T4" fmla="*/ 66 w 45"/>
                  <a:gd name="T5" fmla="*/ 41 h 30"/>
                  <a:gd name="T6" fmla="*/ 28 w 45"/>
                  <a:gd name="T7" fmla="*/ 50 h 30"/>
                  <a:gd name="T8" fmla="*/ 0 w 45"/>
                  <a:gd name="T9" fmla="*/ 5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0">
                    <a:moveTo>
                      <a:pt x="45" y="1"/>
                    </a:moveTo>
                    <a:cubicBezTo>
                      <a:pt x="44" y="1"/>
                      <a:pt x="45" y="0"/>
                      <a:pt x="44" y="1"/>
                    </a:cubicBezTo>
                    <a:cubicBezTo>
                      <a:pt x="41" y="8"/>
                      <a:pt x="45" y="17"/>
                      <a:pt x="38" y="23"/>
                    </a:cubicBezTo>
                    <a:cubicBezTo>
                      <a:pt x="32" y="27"/>
                      <a:pt x="24" y="29"/>
                      <a:pt x="16" y="29"/>
                    </a:cubicBezTo>
                    <a:cubicBezTo>
                      <a:pt x="10" y="29"/>
                      <a:pt x="5" y="29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23" name="Freeform 601">
                <a:extLst>
                  <a:ext uri="{FF2B5EF4-FFF2-40B4-BE49-F238E27FC236}">
                    <a16:creationId xmlns:a16="http://schemas.microsoft.com/office/drawing/2014/main" id="{9BB1DD69-53B9-4BCB-9AE2-E5F5C456B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869"/>
                <a:ext cx="17" cy="31"/>
              </a:xfrm>
              <a:custGeom>
                <a:avLst/>
                <a:gdLst>
                  <a:gd name="T0" fmla="*/ 0 w 14"/>
                  <a:gd name="T1" fmla="*/ 0 h 26"/>
                  <a:gd name="T2" fmla="*/ 25 w 14"/>
                  <a:gd name="T3" fmla="*/ 24 h 26"/>
                  <a:gd name="T4" fmla="*/ 19 w 14"/>
                  <a:gd name="T5" fmla="*/ 4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0" y="0"/>
                    </a:moveTo>
                    <a:cubicBezTo>
                      <a:pt x="8" y="0"/>
                      <a:pt x="14" y="6"/>
                      <a:pt x="14" y="14"/>
                    </a:cubicBezTo>
                    <a:cubicBezTo>
                      <a:pt x="14" y="19"/>
                      <a:pt x="12" y="22"/>
                      <a:pt x="11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24" name="Freeform 602">
                <a:extLst>
                  <a:ext uri="{FF2B5EF4-FFF2-40B4-BE49-F238E27FC236}">
                    <a16:creationId xmlns:a16="http://schemas.microsoft.com/office/drawing/2014/main" id="{4049A6A9-B005-481F-A672-4282C34A7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840"/>
                <a:ext cx="61" cy="50"/>
              </a:xfrm>
              <a:custGeom>
                <a:avLst/>
                <a:gdLst>
                  <a:gd name="T0" fmla="*/ 43 w 51"/>
                  <a:gd name="T1" fmla="*/ 0 h 42"/>
                  <a:gd name="T2" fmla="*/ 45 w 51"/>
                  <a:gd name="T3" fmla="*/ 64 h 42"/>
                  <a:gd name="T4" fmla="*/ 16 w 51"/>
                  <a:gd name="T5" fmla="*/ 60 h 42"/>
                  <a:gd name="T6" fmla="*/ 0 w 51"/>
                  <a:gd name="T7" fmla="*/ 54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25" y="0"/>
                    </a:moveTo>
                    <a:cubicBezTo>
                      <a:pt x="27" y="8"/>
                      <a:pt x="51" y="42"/>
                      <a:pt x="27" y="38"/>
                    </a:cubicBezTo>
                    <a:cubicBezTo>
                      <a:pt x="21" y="37"/>
                      <a:pt x="15" y="35"/>
                      <a:pt x="9" y="35"/>
                    </a:cubicBezTo>
                    <a:cubicBezTo>
                      <a:pt x="6" y="35"/>
                      <a:pt x="0" y="36"/>
                      <a:pt x="0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25" name="Freeform 603">
                <a:extLst>
                  <a:ext uri="{FF2B5EF4-FFF2-40B4-BE49-F238E27FC236}">
                    <a16:creationId xmlns:a16="http://schemas.microsoft.com/office/drawing/2014/main" id="{F46066D8-34B9-4FF6-B7F8-FE0DECE18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813"/>
                <a:ext cx="72" cy="41"/>
              </a:xfrm>
              <a:custGeom>
                <a:avLst/>
                <a:gdLst>
                  <a:gd name="T0" fmla="*/ 0 w 60"/>
                  <a:gd name="T1" fmla="*/ 7 h 34"/>
                  <a:gd name="T2" fmla="*/ 28 w 60"/>
                  <a:gd name="T3" fmla="*/ 48 h 34"/>
                  <a:gd name="T4" fmla="*/ 64 w 60"/>
                  <a:gd name="T5" fmla="*/ 52 h 34"/>
                  <a:gd name="T6" fmla="*/ 89 w 60"/>
                  <a:gd name="T7" fmla="*/ 52 h 34"/>
                  <a:gd name="T8" fmla="*/ 92 w 60"/>
                  <a:gd name="T9" fmla="*/ 8 h 34"/>
                  <a:gd name="T10" fmla="*/ 74 w 60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4">
                    <a:moveTo>
                      <a:pt x="0" y="4"/>
                    </a:moveTo>
                    <a:cubicBezTo>
                      <a:pt x="4" y="15"/>
                      <a:pt x="2" y="26"/>
                      <a:pt x="16" y="27"/>
                    </a:cubicBezTo>
                    <a:cubicBezTo>
                      <a:pt x="23" y="28"/>
                      <a:pt x="30" y="28"/>
                      <a:pt x="37" y="30"/>
                    </a:cubicBezTo>
                    <a:cubicBezTo>
                      <a:pt x="42" y="32"/>
                      <a:pt x="47" y="34"/>
                      <a:pt x="52" y="30"/>
                    </a:cubicBezTo>
                    <a:cubicBezTo>
                      <a:pt x="60" y="23"/>
                      <a:pt x="60" y="12"/>
                      <a:pt x="53" y="5"/>
                    </a:cubicBezTo>
                    <a:cubicBezTo>
                      <a:pt x="51" y="3"/>
                      <a:pt x="47" y="0"/>
                      <a:pt x="4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26" name="Freeform 604">
                <a:extLst>
                  <a:ext uri="{FF2B5EF4-FFF2-40B4-BE49-F238E27FC236}">
                    <a16:creationId xmlns:a16="http://schemas.microsoft.com/office/drawing/2014/main" id="{082F6B75-39BA-46B4-9E8C-137766354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864"/>
                <a:ext cx="69" cy="32"/>
              </a:xfrm>
              <a:custGeom>
                <a:avLst/>
                <a:gdLst>
                  <a:gd name="T0" fmla="*/ 7 w 58"/>
                  <a:gd name="T1" fmla="*/ 45 h 27"/>
                  <a:gd name="T2" fmla="*/ 6 w 58"/>
                  <a:gd name="T3" fmla="*/ 17 h 27"/>
                  <a:gd name="T4" fmla="*/ 45 w 58"/>
                  <a:gd name="T5" fmla="*/ 0 h 27"/>
                  <a:gd name="T6" fmla="*/ 69 w 58"/>
                  <a:gd name="T7" fmla="*/ 6 h 27"/>
                  <a:gd name="T8" fmla="*/ 89 w 58"/>
                  <a:gd name="T9" fmla="*/ 15 h 27"/>
                  <a:gd name="T10" fmla="*/ 98 w 58"/>
                  <a:gd name="T11" fmla="*/ 4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7">
                    <a:moveTo>
                      <a:pt x="4" y="27"/>
                    </a:moveTo>
                    <a:cubicBezTo>
                      <a:pt x="0" y="24"/>
                      <a:pt x="1" y="14"/>
                      <a:pt x="3" y="10"/>
                    </a:cubicBezTo>
                    <a:cubicBezTo>
                      <a:pt x="6" y="3"/>
                      <a:pt x="20" y="1"/>
                      <a:pt x="27" y="0"/>
                    </a:cubicBezTo>
                    <a:cubicBezTo>
                      <a:pt x="33" y="0"/>
                      <a:pt x="35" y="1"/>
                      <a:pt x="41" y="3"/>
                    </a:cubicBezTo>
                    <a:cubicBezTo>
                      <a:pt x="45" y="5"/>
                      <a:pt x="50" y="4"/>
                      <a:pt x="53" y="9"/>
                    </a:cubicBezTo>
                    <a:cubicBezTo>
                      <a:pt x="57" y="14"/>
                      <a:pt x="56" y="21"/>
                      <a:pt x="58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27" name="Freeform 605">
                <a:extLst>
                  <a:ext uri="{FF2B5EF4-FFF2-40B4-BE49-F238E27FC236}">
                    <a16:creationId xmlns:a16="http://schemas.microsoft.com/office/drawing/2014/main" id="{BC091985-1659-494F-AB32-0913E6FE7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813"/>
                <a:ext cx="60" cy="34"/>
              </a:xfrm>
              <a:custGeom>
                <a:avLst/>
                <a:gdLst>
                  <a:gd name="T0" fmla="*/ 2 w 50"/>
                  <a:gd name="T1" fmla="*/ 0 h 28"/>
                  <a:gd name="T2" fmla="*/ 8 w 50"/>
                  <a:gd name="T3" fmla="*/ 40 h 28"/>
                  <a:gd name="T4" fmla="*/ 60 w 50"/>
                  <a:gd name="T5" fmla="*/ 41 h 28"/>
                  <a:gd name="T6" fmla="*/ 86 w 50"/>
                  <a:gd name="T7" fmla="*/ 23 h 28"/>
                  <a:gd name="T8" fmla="*/ 77 w 50"/>
                  <a:gd name="T9" fmla="*/ 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8">
                    <a:moveTo>
                      <a:pt x="2" y="0"/>
                    </a:moveTo>
                    <a:cubicBezTo>
                      <a:pt x="0" y="5"/>
                      <a:pt x="1" y="18"/>
                      <a:pt x="5" y="22"/>
                    </a:cubicBezTo>
                    <a:cubicBezTo>
                      <a:pt x="11" y="28"/>
                      <a:pt x="27" y="24"/>
                      <a:pt x="35" y="23"/>
                    </a:cubicBezTo>
                    <a:cubicBezTo>
                      <a:pt x="41" y="22"/>
                      <a:pt x="49" y="21"/>
                      <a:pt x="50" y="13"/>
                    </a:cubicBezTo>
                    <a:cubicBezTo>
                      <a:pt x="50" y="9"/>
                      <a:pt x="48" y="3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28" name="Freeform 606">
                <a:extLst>
                  <a:ext uri="{FF2B5EF4-FFF2-40B4-BE49-F238E27FC236}">
                    <a16:creationId xmlns:a16="http://schemas.microsoft.com/office/drawing/2014/main" id="{3EAA8E07-69F9-4FE3-8F9F-E46160A06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842"/>
                <a:ext cx="6" cy="12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2" y="6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29" name="Freeform 607">
                <a:extLst>
                  <a:ext uri="{FF2B5EF4-FFF2-40B4-BE49-F238E27FC236}">
                    <a16:creationId xmlns:a16="http://schemas.microsoft.com/office/drawing/2014/main" id="{2D135272-4418-4A6D-9F2B-DA51DAA2E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46"/>
                <a:ext cx="7" cy="31"/>
              </a:xfrm>
              <a:custGeom>
                <a:avLst/>
                <a:gdLst>
                  <a:gd name="T0" fmla="*/ 0 w 6"/>
                  <a:gd name="T1" fmla="*/ 0 h 26"/>
                  <a:gd name="T2" fmla="*/ 9 w 6"/>
                  <a:gd name="T3" fmla="*/ 25 h 26"/>
                  <a:gd name="T4" fmla="*/ 0 w 6"/>
                  <a:gd name="T5" fmla="*/ 3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6" y="0"/>
                      <a:pt x="5" y="11"/>
                      <a:pt x="6" y="15"/>
                    </a:cubicBezTo>
                    <a:cubicBezTo>
                      <a:pt x="6" y="18"/>
                      <a:pt x="4" y="26"/>
                      <a:pt x="0" y="2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30" name="Freeform 608">
                <a:extLst>
                  <a:ext uri="{FF2B5EF4-FFF2-40B4-BE49-F238E27FC236}">
                    <a16:creationId xmlns:a16="http://schemas.microsoft.com/office/drawing/2014/main" id="{EC876F5D-EDCF-43DB-B265-7105FBD2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835"/>
                <a:ext cx="66" cy="37"/>
              </a:xfrm>
              <a:custGeom>
                <a:avLst/>
                <a:gdLst>
                  <a:gd name="T0" fmla="*/ 80 w 55"/>
                  <a:gd name="T1" fmla="*/ 0 h 31"/>
                  <a:gd name="T2" fmla="*/ 94 w 55"/>
                  <a:gd name="T3" fmla="*/ 12 h 31"/>
                  <a:gd name="T4" fmla="*/ 92 w 55"/>
                  <a:gd name="T5" fmla="*/ 36 h 31"/>
                  <a:gd name="T6" fmla="*/ 85 w 55"/>
                  <a:gd name="T7" fmla="*/ 44 h 31"/>
                  <a:gd name="T8" fmla="*/ 58 w 55"/>
                  <a:gd name="T9" fmla="*/ 50 h 31"/>
                  <a:gd name="T10" fmla="*/ 20 w 55"/>
                  <a:gd name="T11" fmla="*/ 51 h 31"/>
                  <a:gd name="T12" fmla="*/ 0 w 55"/>
                  <a:gd name="T13" fmla="*/ 47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1">
                    <a:moveTo>
                      <a:pt x="47" y="0"/>
                    </a:moveTo>
                    <a:cubicBezTo>
                      <a:pt x="50" y="3"/>
                      <a:pt x="53" y="3"/>
                      <a:pt x="54" y="7"/>
                    </a:cubicBezTo>
                    <a:cubicBezTo>
                      <a:pt x="55" y="10"/>
                      <a:pt x="54" y="18"/>
                      <a:pt x="53" y="21"/>
                    </a:cubicBezTo>
                    <a:cubicBezTo>
                      <a:pt x="52" y="26"/>
                      <a:pt x="54" y="24"/>
                      <a:pt x="49" y="26"/>
                    </a:cubicBezTo>
                    <a:cubicBezTo>
                      <a:pt x="44" y="29"/>
                      <a:pt x="39" y="29"/>
                      <a:pt x="33" y="29"/>
                    </a:cubicBezTo>
                    <a:cubicBezTo>
                      <a:pt x="26" y="30"/>
                      <a:pt x="19" y="29"/>
                      <a:pt x="12" y="30"/>
                    </a:cubicBezTo>
                    <a:cubicBezTo>
                      <a:pt x="9" y="30"/>
                      <a:pt x="2" y="31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31" name="Freeform 609">
                <a:extLst>
                  <a:ext uri="{FF2B5EF4-FFF2-40B4-BE49-F238E27FC236}">
                    <a16:creationId xmlns:a16="http://schemas.microsoft.com/office/drawing/2014/main" id="{0CA85FCA-6EF5-4CF7-9836-36F6DCA8E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841"/>
                <a:ext cx="5" cy="7"/>
              </a:xfrm>
              <a:custGeom>
                <a:avLst/>
                <a:gdLst>
                  <a:gd name="T0" fmla="*/ 8 w 4"/>
                  <a:gd name="T1" fmla="*/ 0 h 6"/>
                  <a:gd name="T2" fmla="*/ 0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32" name="Freeform 610">
                <a:extLst>
                  <a:ext uri="{FF2B5EF4-FFF2-40B4-BE49-F238E27FC236}">
                    <a16:creationId xmlns:a16="http://schemas.microsoft.com/office/drawing/2014/main" id="{00DAC6AE-C31E-4CD3-A3A7-C632D0A3A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866"/>
                <a:ext cx="11" cy="32"/>
              </a:xfrm>
              <a:custGeom>
                <a:avLst/>
                <a:gdLst>
                  <a:gd name="T0" fmla="*/ 0 w 9"/>
                  <a:gd name="T1" fmla="*/ 2 h 26"/>
                  <a:gd name="T2" fmla="*/ 9 w 9"/>
                  <a:gd name="T3" fmla="*/ 6 h 26"/>
                  <a:gd name="T4" fmla="*/ 13 w 9"/>
                  <a:gd name="T5" fmla="*/ 27 h 26"/>
                  <a:gd name="T6" fmla="*/ 7 w 9"/>
                  <a:gd name="T7" fmla="*/ 4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6">
                    <a:moveTo>
                      <a:pt x="0" y="2"/>
                    </a:moveTo>
                    <a:cubicBezTo>
                      <a:pt x="1" y="0"/>
                      <a:pt x="4" y="1"/>
                      <a:pt x="5" y="3"/>
                    </a:cubicBezTo>
                    <a:cubicBezTo>
                      <a:pt x="9" y="6"/>
                      <a:pt x="7" y="10"/>
                      <a:pt x="7" y="15"/>
                    </a:cubicBezTo>
                    <a:cubicBezTo>
                      <a:pt x="7" y="18"/>
                      <a:pt x="8" y="25"/>
                      <a:pt x="4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33" name="Freeform 611">
                <a:extLst>
                  <a:ext uri="{FF2B5EF4-FFF2-40B4-BE49-F238E27FC236}">
                    <a16:creationId xmlns:a16="http://schemas.microsoft.com/office/drawing/2014/main" id="{CB5F580A-3BB4-453F-ADEC-485ABF5FF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814"/>
                <a:ext cx="72" cy="34"/>
              </a:xfrm>
              <a:custGeom>
                <a:avLst/>
                <a:gdLst>
                  <a:gd name="T0" fmla="*/ 0 w 60"/>
                  <a:gd name="T1" fmla="*/ 41 h 28"/>
                  <a:gd name="T2" fmla="*/ 20 w 60"/>
                  <a:gd name="T3" fmla="*/ 50 h 28"/>
                  <a:gd name="T4" fmla="*/ 49 w 60"/>
                  <a:gd name="T5" fmla="*/ 41 h 28"/>
                  <a:gd name="T6" fmla="*/ 98 w 60"/>
                  <a:gd name="T7" fmla="*/ 40 h 28"/>
                  <a:gd name="T8" fmla="*/ 98 w 60"/>
                  <a:gd name="T9" fmla="*/ 9 h 28"/>
                  <a:gd name="T10" fmla="*/ 86 w 6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4" y="25"/>
                      <a:pt x="6" y="28"/>
                      <a:pt x="12" y="28"/>
                    </a:cubicBezTo>
                    <a:cubicBezTo>
                      <a:pt x="17" y="28"/>
                      <a:pt x="22" y="24"/>
                      <a:pt x="28" y="23"/>
                    </a:cubicBezTo>
                    <a:cubicBezTo>
                      <a:pt x="34" y="23"/>
                      <a:pt x="51" y="27"/>
                      <a:pt x="57" y="22"/>
                    </a:cubicBezTo>
                    <a:cubicBezTo>
                      <a:pt x="60" y="18"/>
                      <a:pt x="58" y="10"/>
                      <a:pt x="57" y="5"/>
                    </a:cubicBezTo>
                    <a:cubicBezTo>
                      <a:pt x="56" y="1"/>
                      <a:pt x="55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34" name="Freeform 612">
                <a:extLst>
                  <a:ext uri="{FF2B5EF4-FFF2-40B4-BE49-F238E27FC236}">
                    <a16:creationId xmlns:a16="http://schemas.microsoft.com/office/drawing/2014/main" id="{BC7172EF-C3E2-464F-85A5-23C401CC0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866"/>
                <a:ext cx="65" cy="32"/>
              </a:xfrm>
              <a:custGeom>
                <a:avLst/>
                <a:gdLst>
                  <a:gd name="T0" fmla="*/ 0 w 54"/>
                  <a:gd name="T1" fmla="*/ 15 h 26"/>
                  <a:gd name="T2" fmla="*/ 36 w 54"/>
                  <a:gd name="T3" fmla="*/ 1 h 26"/>
                  <a:gd name="T4" fmla="*/ 79 w 54"/>
                  <a:gd name="T5" fmla="*/ 9 h 26"/>
                  <a:gd name="T6" fmla="*/ 87 w 54"/>
                  <a:gd name="T7" fmla="*/ 4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0" y="8"/>
                    </a:moveTo>
                    <a:cubicBezTo>
                      <a:pt x="1" y="2"/>
                      <a:pt x="16" y="1"/>
                      <a:pt x="21" y="1"/>
                    </a:cubicBezTo>
                    <a:cubicBezTo>
                      <a:pt x="29" y="0"/>
                      <a:pt x="39" y="1"/>
                      <a:pt x="46" y="5"/>
                    </a:cubicBezTo>
                    <a:cubicBezTo>
                      <a:pt x="51" y="9"/>
                      <a:pt x="54" y="21"/>
                      <a:pt x="50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35" name="Freeform 613">
                <a:extLst>
                  <a:ext uri="{FF2B5EF4-FFF2-40B4-BE49-F238E27FC236}">
                    <a16:creationId xmlns:a16="http://schemas.microsoft.com/office/drawing/2014/main" id="{5D1DC4EE-71F4-43DE-AA6A-E6BF3F283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838"/>
                <a:ext cx="16" cy="43"/>
              </a:xfrm>
              <a:custGeom>
                <a:avLst/>
                <a:gdLst>
                  <a:gd name="T0" fmla="*/ 11 w 13"/>
                  <a:gd name="T1" fmla="*/ 0 h 35"/>
                  <a:gd name="T2" fmla="*/ 17 w 13"/>
                  <a:gd name="T3" fmla="*/ 41 h 35"/>
                  <a:gd name="T4" fmla="*/ 0 w 13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5">
                    <a:moveTo>
                      <a:pt x="6" y="0"/>
                    </a:moveTo>
                    <a:cubicBezTo>
                      <a:pt x="13" y="3"/>
                      <a:pt x="9" y="16"/>
                      <a:pt x="9" y="22"/>
                    </a:cubicBezTo>
                    <a:cubicBezTo>
                      <a:pt x="8" y="28"/>
                      <a:pt x="8" y="35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36" name="Freeform 614">
                <a:extLst>
                  <a:ext uri="{FF2B5EF4-FFF2-40B4-BE49-F238E27FC236}">
                    <a16:creationId xmlns:a16="http://schemas.microsoft.com/office/drawing/2014/main" id="{7D558939-6324-459E-9CD8-7E445EE55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849"/>
                <a:ext cx="61" cy="47"/>
              </a:xfrm>
              <a:custGeom>
                <a:avLst/>
                <a:gdLst>
                  <a:gd name="T0" fmla="*/ 72 w 51"/>
                  <a:gd name="T1" fmla="*/ 69 h 39"/>
                  <a:gd name="T2" fmla="*/ 81 w 51"/>
                  <a:gd name="T3" fmla="*/ 41 h 39"/>
                  <a:gd name="T4" fmla="*/ 78 w 51"/>
                  <a:gd name="T5" fmla="*/ 8 h 39"/>
                  <a:gd name="T6" fmla="*/ 44 w 51"/>
                  <a:gd name="T7" fmla="*/ 10 h 39"/>
                  <a:gd name="T8" fmla="*/ 16 w 51"/>
                  <a:gd name="T9" fmla="*/ 7 h 39"/>
                  <a:gd name="T10" fmla="*/ 0 w 51"/>
                  <a:gd name="T11" fmla="*/ 6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42" y="39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7" y="18"/>
                      <a:pt x="48" y="9"/>
                      <a:pt x="45" y="5"/>
                    </a:cubicBezTo>
                    <a:cubicBezTo>
                      <a:pt x="40" y="0"/>
                      <a:pt x="32" y="6"/>
                      <a:pt x="26" y="6"/>
                    </a:cubicBezTo>
                    <a:cubicBezTo>
                      <a:pt x="20" y="7"/>
                      <a:pt x="15" y="6"/>
                      <a:pt x="9" y="4"/>
                    </a:cubicBezTo>
                    <a:cubicBezTo>
                      <a:pt x="6" y="4"/>
                      <a:pt x="1" y="5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37" name="Freeform 615">
                <a:extLst>
                  <a:ext uri="{FF2B5EF4-FFF2-40B4-BE49-F238E27FC236}">
                    <a16:creationId xmlns:a16="http://schemas.microsoft.com/office/drawing/2014/main" id="{918B6EF2-84B5-4F0E-A19D-5B0C015EE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813"/>
                <a:ext cx="12" cy="41"/>
              </a:xfrm>
              <a:custGeom>
                <a:avLst/>
                <a:gdLst>
                  <a:gd name="T0" fmla="*/ 14 w 10"/>
                  <a:gd name="T1" fmla="*/ 0 h 34"/>
                  <a:gd name="T2" fmla="*/ 7 w 10"/>
                  <a:gd name="T3" fmla="*/ 45 h 34"/>
                  <a:gd name="T4" fmla="*/ 0 w 10"/>
                  <a:gd name="T5" fmla="*/ 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4">
                    <a:moveTo>
                      <a:pt x="8" y="0"/>
                    </a:moveTo>
                    <a:cubicBezTo>
                      <a:pt x="8" y="9"/>
                      <a:pt x="10" y="19"/>
                      <a:pt x="4" y="26"/>
                    </a:cubicBezTo>
                    <a:cubicBezTo>
                      <a:pt x="2" y="29"/>
                      <a:pt x="0" y="30"/>
                      <a:pt x="0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38" name="Freeform 616">
                <a:extLst>
                  <a:ext uri="{FF2B5EF4-FFF2-40B4-BE49-F238E27FC236}">
                    <a16:creationId xmlns:a16="http://schemas.microsoft.com/office/drawing/2014/main" id="{593DDD8E-C84C-4738-9734-F65EEF580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829"/>
                <a:ext cx="27" cy="18"/>
              </a:xfrm>
              <a:custGeom>
                <a:avLst/>
                <a:gdLst>
                  <a:gd name="T0" fmla="*/ 2 w 22"/>
                  <a:gd name="T1" fmla="*/ 0 h 15"/>
                  <a:gd name="T2" fmla="*/ 1 w 22"/>
                  <a:gd name="T3" fmla="*/ 17 h 15"/>
                  <a:gd name="T4" fmla="*/ 17 w 22"/>
                  <a:gd name="T5" fmla="*/ 24 h 15"/>
                  <a:gd name="T6" fmla="*/ 33 w 22"/>
                  <a:gd name="T7" fmla="*/ 26 h 15"/>
                  <a:gd name="T8" fmla="*/ 41 w 22"/>
                  <a:gd name="T9" fmla="*/ 2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2" y="0"/>
                    </a:moveTo>
                    <a:cubicBezTo>
                      <a:pt x="0" y="1"/>
                      <a:pt x="0" y="7"/>
                      <a:pt x="1" y="10"/>
                    </a:cubicBezTo>
                    <a:cubicBezTo>
                      <a:pt x="2" y="14"/>
                      <a:pt x="5" y="14"/>
                      <a:pt x="9" y="14"/>
                    </a:cubicBezTo>
                    <a:cubicBezTo>
                      <a:pt x="12" y="14"/>
                      <a:pt x="16" y="15"/>
                      <a:pt x="18" y="15"/>
                    </a:cubicBezTo>
                    <a:cubicBezTo>
                      <a:pt x="20" y="14"/>
                      <a:pt x="20" y="13"/>
                      <a:pt x="22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39" name="Freeform 617">
                <a:extLst>
                  <a:ext uri="{FF2B5EF4-FFF2-40B4-BE49-F238E27FC236}">
                    <a16:creationId xmlns:a16="http://schemas.microsoft.com/office/drawing/2014/main" id="{F32D4A16-ECBE-482B-99D9-9D2C92DA5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843"/>
                <a:ext cx="15" cy="15"/>
              </a:xfrm>
              <a:custGeom>
                <a:avLst/>
                <a:gdLst>
                  <a:gd name="T0" fmla="*/ 20 w 13"/>
                  <a:gd name="T1" fmla="*/ 6 h 12"/>
                  <a:gd name="T2" fmla="*/ 2 w 13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3"/>
                    </a:moveTo>
                    <a:cubicBezTo>
                      <a:pt x="9" y="0"/>
                      <a:pt x="0" y="7"/>
                      <a:pt x="2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40" name="Oval 618">
                <a:extLst>
                  <a:ext uri="{FF2B5EF4-FFF2-40B4-BE49-F238E27FC236}">
                    <a16:creationId xmlns:a16="http://schemas.microsoft.com/office/drawing/2014/main" id="{6399F98E-613C-40B4-BA32-4D57580D5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102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41" name="Oval 619">
                <a:extLst>
                  <a:ext uri="{FF2B5EF4-FFF2-40B4-BE49-F238E27FC236}">
                    <a16:creationId xmlns:a16="http://schemas.microsoft.com/office/drawing/2014/main" id="{D11E159A-168B-471F-9DA5-870AF4CB6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940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42" name="Oval 620">
                <a:extLst>
                  <a:ext uri="{FF2B5EF4-FFF2-40B4-BE49-F238E27FC236}">
                    <a16:creationId xmlns:a16="http://schemas.microsoft.com/office/drawing/2014/main" id="{B3388BE5-E701-4E4B-870D-889802C8B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0" y="195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43" name="Oval 621">
                <a:extLst>
                  <a:ext uri="{FF2B5EF4-FFF2-40B4-BE49-F238E27FC236}">
                    <a16:creationId xmlns:a16="http://schemas.microsoft.com/office/drawing/2014/main" id="{0104DBBC-0183-48FF-BFF4-3CC5FCF51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1919"/>
                <a:ext cx="27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44" name="Oval 622">
                <a:extLst>
                  <a:ext uri="{FF2B5EF4-FFF2-40B4-BE49-F238E27FC236}">
                    <a16:creationId xmlns:a16="http://schemas.microsoft.com/office/drawing/2014/main" id="{56DA55EC-4629-4FFC-9620-7871C4EBB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4" y="1941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45" name="Oval 623">
                <a:extLst>
                  <a:ext uri="{FF2B5EF4-FFF2-40B4-BE49-F238E27FC236}">
                    <a16:creationId xmlns:a16="http://schemas.microsoft.com/office/drawing/2014/main" id="{98616859-2987-47FF-8819-C518DB916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30"/>
                <a:ext cx="28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46" name="Oval 624">
                <a:extLst>
                  <a:ext uri="{FF2B5EF4-FFF2-40B4-BE49-F238E27FC236}">
                    <a16:creationId xmlns:a16="http://schemas.microsoft.com/office/drawing/2014/main" id="{EB5B6276-57EE-4150-8358-2583249D2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0" y="1906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47" name="Oval 625">
                <a:extLst>
                  <a:ext uri="{FF2B5EF4-FFF2-40B4-BE49-F238E27FC236}">
                    <a16:creationId xmlns:a16="http://schemas.microsoft.com/office/drawing/2014/main" id="{2E1975B6-74B1-4AC5-82E7-EA36C4ECE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1925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48" name="Oval 626">
                <a:extLst>
                  <a:ext uri="{FF2B5EF4-FFF2-40B4-BE49-F238E27FC236}">
                    <a16:creationId xmlns:a16="http://schemas.microsoft.com/office/drawing/2014/main" id="{45AABA81-DA1A-443D-943D-3F0766019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948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49" name="Oval 627">
                <a:extLst>
                  <a:ext uri="{FF2B5EF4-FFF2-40B4-BE49-F238E27FC236}">
                    <a16:creationId xmlns:a16="http://schemas.microsoft.com/office/drawing/2014/main" id="{EBFE0D33-2DCE-43ED-A186-4DD461A4F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4" y="1922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50" name="Oval 628">
                <a:extLst>
                  <a:ext uri="{FF2B5EF4-FFF2-40B4-BE49-F238E27FC236}">
                    <a16:creationId xmlns:a16="http://schemas.microsoft.com/office/drawing/2014/main" id="{44275461-6795-4429-A8A2-7EDC748EE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910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51" name="Oval 629">
                <a:extLst>
                  <a:ext uri="{FF2B5EF4-FFF2-40B4-BE49-F238E27FC236}">
                    <a16:creationId xmlns:a16="http://schemas.microsoft.com/office/drawing/2014/main" id="{2BAB8F01-0B3C-448F-ACDA-702DB5668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1" y="1942"/>
                <a:ext cx="28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52" name="Freeform 630">
                <a:extLst>
                  <a:ext uri="{FF2B5EF4-FFF2-40B4-BE49-F238E27FC236}">
                    <a16:creationId xmlns:a16="http://schemas.microsoft.com/office/drawing/2014/main" id="{CE69565C-ADA0-4C8B-B96A-BB258BFA5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905"/>
                <a:ext cx="29" cy="16"/>
              </a:xfrm>
              <a:custGeom>
                <a:avLst/>
                <a:gdLst>
                  <a:gd name="T0" fmla="*/ 41 w 24"/>
                  <a:gd name="T1" fmla="*/ 7 h 13"/>
                  <a:gd name="T2" fmla="*/ 23 w 24"/>
                  <a:gd name="T3" fmla="*/ 21 h 13"/>
                  <a:gd name="T4" fmla="*/ 1 w 24"/>
                  <a:gd name="T5" fmla="*/ 17 h 13"/>
                  <a:gd name="T6" fmla="*/ 18 w 24"/>
                  <a:gd name="T7" fmla="*/ 1 h 13"/>
                  <a:gd name="T8" fmla="*/ 41 w 24"/>
                  <a:gd name="T9" fmla="*/ 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23" y="4"/>
                    </a:moveTo>
                    <a:cubicBezTo>
                      <a:pt x="24" y="6"/>
                      <a:pt x="19" y="10"/>
                      <a:pt x="13" y="11"/>
                    </a:cubicBezTo>
                    <a:cubicBezTo>
                      <a:pt x="7" y="13"/>
                      <a:pt x="1" y="12"/>
                      <a:pt x="1" y="9"/>
                    </a:cubicBezTo>
                    <a:cubicBezTo>
                      <a:pt x="0" y="6"/>
                      <a:pt x="4" y="3"/>
                      <a:pt x="10" y="1"/>
                    </a:cubicBezTo>
                    <a:cubicBezTo>
                      <a:pt x="17" y="0"/>
                      <a:pt x="22" y="1"/>
                      <a:pt x="23" y="4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53" name="Freeform 631">
                <a:extLst>
                  <a:ext uri="{FF2B5EF4-FFF2-40B4-BE49-F238E27FC236}">
                    <a16:creationId xmlns:a16="http://schemas.microsoft.com/office/drawing/2014/main" id="{144A7136-7222-415D-BA4E-5AECAFF4E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794"/>
                <a:ext cx="26" cy="23"/>
              </a:xfrm>
              <a:custGeom>
                <a:avLst/>
                <a:gdLst>
                  <a:gd name="T0" fmla="*/ 33 w 22"/>
                  <a:gd name="T1" fmla="*/ 2 h 19"/>
                  <a:gd name="T2" fmla="*/ 24 w 22"/>
                  <a:gd name="T3" fmla="*/ 23 h 19"/>
                  <a:gd name="T4" fmla="*/ 2 w 22"/>
                  <a:gd name="T5" fmla="*/ 30 h 19"/>
                  <a:gd name="T6" fmla="*/ 11 w 22"/>
                  <a:gd name="T7" fmla="*/ 8 h 19"/>
                  <a:gd name="T8" fmla="*/ 33 w 22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20" y="2"/>
                    </a:moveTo>
                    <a:cubicBezTo>
                      <a:pt x="22" y="4"/>
                      <a:pt x="19" y="9"/>
                      <a:pt x="14" y="13"/>
                    </a:cubicBezTo>
                    <a:cubicBezTo>
                      <a:pt x="10" y="17"/>
                      <a:pt x="4" y="19"/>
                      <a:pt x="2" y="17"/>
                    </a:cubicBezTo>
                    <a:cubicBezTo>
                      <a:pt x="0" y="15"/>
                      <a:pt x="3" y="10"/>
                      <a:pt x="7" y="5"/>
                    </a:cubicBezTo>
                    <a:cubicBezTo>
                      <a:pt x="12" y="1"/>
                      <a:pt x="18" y="0"/>
                      <a:pt x="20" y="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54" name="Freeform 632">
                <a:extLst>
                  <a:ext uri="{FF2B5EF4-FFF2-40B4-BE49-F238E27FC236}">
                    <a16:creationId xmlns:a16="http://schemas.microsoft.com/office/drawing/2014/main" id="{424B03A0-AFD1-4CC9-95BA-266F3E4BF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606"/>
                <a:ext cx="19" cy="28"/>
              </a:xfrm>
              <a:custGeom>
                <a:avLst/>
                <a:gdLst>
                  <a:gd name="T0" fmla="*/ 21 w 16"/>
                  <a:gd name="T1" fmla="*/ 1 h 23"/>
                  <a:gd name="T2" fmla="*/ 21 w 16"/>
                  <a:gd name="T3" fmla="*/ 26 h 23"/>
                  <a:gd name="T4" fmla="*/ 6 w 16"/>
                  <a:gd name="T5" fmla="*/ 39 h 23"/>
                  <a:gd name="T6" fmla="*/ 7 w 16"/>
                  <a:gd name="T7" fmla="*/ 16 h 23"/>
                  <a:gd name="T8" fmla="*/ 21 w 16"/>
                  <a:gd name="T9" fmla="*/ 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3" y="1"/>
                    </a:moveTo>
                    <a:cubicBezTo>
                      <a:pt x="16" y="2"/>
                      <a:pt x="16" y="8"/>
                      <a:pt x="13" y="14"/>
                    </a:cubicBezTo>
                    <a:cubicBezTo>
                      <a:pt x="10" y="19"/>
                      <a:pt x="6" y="23"/>
                      <a:pt x="3" y="21"/>
                    </a:cubicBezTo>
                    <a:cubicBezTo>
                      <a:pt x="0" y="20"/>
                      <a:pt x="1" y="15"/>
                      <a:pt x="4" y="9"/>
                    </a:cubicBezTo>
                    <a:cubicBezTo>
                      <a:pt x="6" y="3"/>
                      <a:pt x="11" y="0"/>
                      <a:pt x="13" y="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55" name="Freeform 633">
                <a:extLst>
                  <a:ext uri="{FF2B5EF4-FFF2-40B4-BE49-F238E27FC236}">
                    <a16:creationId xmlns:a16="http://schemas.microsoft.com/office/drawing/2014/main" id="{E7AA4FF0-3115-4AE5-84AF-95D36ACE3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299"/>
                <a:ext cx="21" cy="28"/>
              </a:xfrm>
              <a:custGeom>
                <a:avLst/>
                <a:gdLst>
                  <a:gd name="T0" fmla="*/ 26 w 17"/>
                  <a:gd name="T1" fmla="*/ 39 h 23"/>
                  <a:gd name="T2" fmla="*/ 7 w 17"/>
                  <a:gd name="T3" fmla="*/ 26 h 23"/>
                  <a:gd name="T4" fmla="*/ 6 w 17"/>
                  <a:gd name="T5" fmla="*/ 1 h 23"/>
                  <a:gd name="T6" fmla="*/ 25 w 17"/>
                  <a:gd name="T7" fmla="*/ 16 h 23"/>
                  <a:gd name="T8" fmla="*/ 26 w 17"/>
                  <a:gd name="T9" fmla="*/ 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14" y="21"/>
                    </a:moveTo>
                    <a:cubicBezTo>
                      <a:pt x="12" y="23"/>
                      <a:pt x="7" y="19"/>
                      <a:pt x="4" y="14"/>
                    </a:cubicBezTo>
                    <a:cubicBezTo>
                      <a:pt x="1" y="8"/>
                      <a:pt x="0" y="2"/>
                      <a:pt x="3" y="1"/>
                    </a:cubicBezTo>
                    <a:cubicBezTo>
                      <a:pt x="6" y="0"/>
                      <a:pt x="10" y="3"/>
                      <a:pt x="13" y="9"/>
                    </a:cubicBezTo>
                    <a:cubicBezTo>
                      <a:pt x="16" y="14"/>
                      <a:pt x="17" y="20"/>
                      <a:pt x="14" y="2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56" name="Freeform 634">
                <a:extLst>
                  <a:ext uri="{FF2B5EF4-FFF2-40B4-BE49-F238E27FC236}">
                    <a16:creationId xmlns:a16="http://schemas.microsoft.com/office/drawing/2014/main" id="{2D4E6BCF-9A1C-4749-A767-A2406B46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167"/>
                <a:ext cx="19" cy="28"/>
              </a:xfrm>
              <a:custGeom>
                <a:avLst/>
                <a:gdLst>
                  <a:gd name="T0" fmla="*/ 21 w 16"/>
                  <a:gd name="T1" fmla="*/ 39 h 23"/>
                  <a:gd name="T2" fmla="*/ 6 w 16"/>
                  <a:gd name="T3" fmla="*/ 26 h 23"/>
                  <a:gd name="T4" fmla="*/ 2 w 16"/>
                  <a:gd name="T5" fmla="*/ 1 h 23"/>
                  <a:gd name="T6" fmla="*/ 20 w 16"/>
                  <a:gd name="T7" fmla="*/ 16 h 23"/>
                  <a:gd name="T8" fmla="*/ 21 w 16"/>
                  <a:gd name="T9" fmla="*/ 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3" y="21"/>
                    </a:moveTo>
                    <a:cubicBezTo>
                      <a:pt x="11" y="23"/>
                      <a:pt x="6" y="19"/>
                      <a:pt x="3" y="14"/>
                    </a:cubicBezTo>
                    <a:cubicBezTo>
                      <a:pt x="0" y="8"/>
                      <a:pt x="0" y="3"/>
                      <a:pt x="2" y="1"/>
                    </a:cubicBezTo>
                    <a:cubicBezTo>
                      <a:pt x="5" y="0"/>
                      <a:pt x="9" y="3"/>
                      <a:pt x="12" y="9"/>
                    </a:cubicBezTo>
                    <a:cubicBezTo>
                      <a:pt x="15" y="14"/>
                      <a:pt x="16" y="20"/>
                      <a:pt x="13" y="2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57" name="Freeform 635">
                <a:extLst>
                  <a:ext uri="{FF2B5EF4-FFF2-40B4-BE49-F238E27FC236}">
                    <a16:creationId xmlns:a16="http://schemas.microsoft.com/office/drawing/2014/main" id="{C064F3FD-C685-4E24-A232-1C269E39B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060"/>
                <a:ext cx="19" cy="28"/>
              </a:xfrm>
              <a:custGeom>
                <a:avLst/>
                <a:gdLst>
                  <a:gd name="T0" fmla="*/ 24 w 16"/>
                  <a:gd name="T1" fmla="*/ 40 h 23"/>
                  <a:gd name="T2" fmla="*/ 7 w 16"/>
                  <a:gd name="T3" fmla="*/ 26 h 23"/>
                  <a:gd name="T4" fmla="*/ 6 w 16"/>
                  <a:gd name="T5" fmla="*/ 2 h 23"/>
                  <a:gd name="T6" fmla="*/ 21 w 16"/>
                  <a:gd name="T7" fmla="*/ 16 h 23"/>
                  <a:gd name="T8" fmla="*/ 24 w 16"/>
                  <a:gd name="T9" fmla="*/ 4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4" y="22"/>
                    </a:moveTo>
                    <a:cubicBezTo>
                      <a:pt x="11" y="23"/>
                      <a:pt x="7" y="20"/>
                      <a:pt x="4" y="14"/>
                    </a:cubicBezTo>
                    <a:cubicBezTo>
                      <a:pt x="1" y="9"/>
                      <a:pt x="0" y="3"/>
                      <a:pt x="3" y="2"/>
                    </a:cubicBezTo>
                    <a:cubicBezTo>
                      <a:pt x="5" y="0"/>
                      <a:pt x="10" y="4"/>
                      <a:pt x="13" y="9"/>
                    </a:cubicBezTo>
                    <a:cubicBezTo>
                      <a:pt x="16" y="15"/>
                      <a:pt x="16" y="20"/>
                      <a:pt x="14" y="2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58" name="Oval 636">
                <a:extLst>
                  <a:ext uri="{FF2B5EF4-FFF2-40B4-BE49-F238E27FC236}">
                    <a16:creationId xmlns:a16="http://schemas.microsoft.com/office/drawing/2014/main" id="{B4F98669-6D04-469C-BFF0-5D47B2A0F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052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59" name="Oval 637">
                <a:extLst>
                  <a:ext uri="{FF2B5EF4-FFF2-40B4-BE49-F238E27FC236}">
                    <a16:creationId xmlns:a16="http://schemas.microsoft.com/office/drawing/2014/main" id="{616F0D0F-03F8-4D51-8A1C-84B4DB0C4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5" y="1024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60" name="Oval 638">
                <a:extLst>
                  <a:ext uri="{FF2B5EF4-FFF2-40B4-BE49-F238E27FC236}">
                    <a16:creationId xmlns:a16="http://schemas.microsoft.com/office/drawing/2014/main" id="{F2175031-4820-4E5F-AFB7-25ACA5DF5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060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61" name="Oval 639">
                <a:extLst>
                  <a:ext uri="{FF2B5EF4-FFF2-40B4-BE49-F238E27FC236}">
                    <a16:creationId xmlns:a16="http://schemas.microsoft.com/office/drawing/2014/main" id="{E2D98624-BFB0-403F-9D25-91F400B6E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8" y="1021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62" name="Oval 640">
                <a:extLst>
                  <a:ext uri="{FF2B5EF4-FFF2-40B4-BE49-F238E27FC236}">
                    <a16:creationId xmlns:a16="http://schemas.microsoft.com/office/drawing/2014/main" id="{B7396ED9-5070-439D-A6BF-DA8EBB886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9" y="1062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63" name="Oval 641">
                <a:extLst>
                  <a:ext uri="{FF2B5EF4-FFF2-40B4-BE49-F238E27FC236}">
                    <a16:creationId xmlns:a16="http://schemas.microsoft.com/office/drawing/2014/main" id="{7BC426D5-A2BF-41F4-91BE-C8EDC65F3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6" y="1036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64" name="Oval 642">
                <a:extLst>
                  <a:ext uri="{FF2B5EF4-FFF2-40B4-BE49-F238E27FC236}">
                    <a16:creationId xmlns:a16="http://schemas.microsoft.com/office/drawing/2014/main" id="{DAA2526B-C348-4902-94A0-DA4DF2F84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05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65" name="Oval 643">
                <a:extLst>
                  <a:ext uri="{FF2B5EF4-FFF2-40B4-BE49-F238E27FC236}">
                    <a16:creationId xmlns:a16="http://schemas.microsoft.com/office/drawing/2014/main" id="{A3BFA404-3DA0-4E42-AC92-BC058A2BF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101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66" name="Oval 644">
                <a:extLst>
                  <a:ext uri="{FF2B5EF4-FFF2-40B4-BE49-F238E27FC236}">
                    <a16:creationId xmlns:a16="http://schemas.microsoft.com/office/drawing/2014/main" id="{7E8F39EB-0B5C-4319-B0F9-EC148F8A9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9" y="1029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67" name="Oval 645">
                <a:extLst>
                  <a:ext uri="{FF2B5EF4-FFF2-40B4-BE49-F238E27FC236}">
                    <a16:creationId xmlns:a16="http://schemas.microsoft.com/office/drawing/2014/main" id="{E12C024A-DAB7-4803-A5D2-7AD374326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105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68" name="Oval 646">
                <a:extLst>
                  <a:ext uri="{FF2B5EF4-FFF2-40B4-BE49-F238E27FC236}">
                    <a16:creationId xmlns:a16="http://schemas.microsoft.com/office/drawing/2014/main" id="{3266F71F-2BAC-47C5-8E1A-9877FC24D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" y="1045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69" name="Rectangle 647">
                <a:extLst>
                  <a:ext uri="{FF2B5EF4-FFF2-40B4-BE49-F238E27FC236}">
                    <a16:creationId xmlns:a16="http://schemas.microsoft.com/office/drawing/2014/main" id="{C29693CB-E747-432B-913F-E3F590168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810"/>
                <a:ext cx="843" cy="89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70" name="Rectangle 648">
                <a:extLst>
                  <a:ext uri="{FF2B5EF4-FFF2-40B4-BE49-F238E27FC236}">
                    <a16:creationId xmlns:a16="http://schemas.microsoft.com/office/drawing/2014/main" id="{5527A0B5-C9B5-46AB-BF50-CC889EADE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083"/>
                <a:ext cx="845" cy="88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71" name="Rectangle 649">
                <a:extLst>
                  <a:ext uri="{FF2B5EF4-FFF2-40B4-BE49-F238E27FC236}">
                    <a16:creationId xmlns:a16="http://schemas.microsoft.com/office/drawing/2014/main" id="{AA236DC2-B062-4376-B5EF-B764E758F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011"/>
                <a:ext cx="845" cy="160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72" name="Rectangle 650">
                <a:extLst>
                  <a:ext uri="{FF2B5EF4-FFF2-40B4-BE49-F238E27FC236}">
                    <a16:creationId xmlns:a16="http://schemas.microsoft.com/office/drawing/2014/main" id="{01137405-6A3C-4184-9205-DA69A04A2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809"/>
                <a:ext cx="845" cy="162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173" name="Freeform 651">
                <a:extLst>
                  <a:ext uri="{FF2B5EF4-FFF2-40B4-BE49-F238E27FC236}">
                    <a16:creationId xmlns:a16="http://schemas.microsoft.com/office/drawing/2014/main" id="{D7FB12AE-0B6F-446E-815C-2E80198FF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801"/>
                <a:ext cx="100" cy="42"/>
              </a:xfrm>
              <a:custGeom>
                <a:avLst/>
                <a:gdLst>
                  <a:gd name="T0" fmla="*/ 0 w 83"/>
                  <a:gd name="T1" fmla="*/ 60 h 35"/>
                  <a:gd name="T2" fmla="*/ 28 w 83"/>
                  <a:gd name="T3" fmla="*/ 55 h 35"/>
                  <a:gd name="T4" fmla="*/ 73 w 83"/>
                  <a:gd name="T5" fmla="*/ 36 h 35"/>
                  <a:gd name="T6" fmla="*/ 145 w 83"/>
                  <a:gd name="T7" fmla="*/ 7 h 35"/>
                  <a:gd name="T8" fmla="*/ 83 w 83"/>
                  <a:gd name="T9" fmla="*/ 8 h 35"/>
                  <a:gd name="T10" fmla="*/ 41 w 83"/>
                  <a:gd name="T11" fmla="*/ 1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35">
                    <a:moveTo>
                      <a:pt x="0" y="35"/>
                    </a:moveTo>
                    <a:cubicBezTo>
                      <a:pt x="0" y="34"/>
                      <a:pt x="11" y="33"/>
                      <a:pt x="16" y="32"/>
                    </a:cubicBezTo>
                    <a:cubicBezTo>
                      <a:pt x="26" y="30"/>
                      <a:pt x="32" y="26"/>
                      <a:pt x="42" y="21"/>
                    </a:cubicBezTo>
                    <a:cubicBezTo>
                      <a:pt x="54" y="14"/>
                      <a:pt x="73" y="11"/>
                      <a:pt x="83" y="4"/>
                    </a:cubicBezTo>
                    <a:cubicBezTo>
                      <a:pt x="74" y="0"/>
                      <a:pt x="58" y="5"/>
                      <a:pt x="47" y="5"/>
                    </a:cubicBezTo>
                    <a:cubicBezTo>
                      <a:pt x="39" y="5"/>
                      <a:pt x="31" y="7"/>
                      <a:pt x="23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74" name="Freeform 652">
                <a:extLst>
                  <a:ext uri="{FF2B5EF4-FFF2-40B4-BE49-F238E27FC236}">
                    <a16:creationId xmlns:a16="http://schemas.microsoft.com/office/drawing/2014/main" id="{D14955A3-A5AF-4756-85C2-2F9F17A26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825"/>
                <a:ext cx="103" cy="47"/>
              </a:xfrm>
              <a:custGeom>
                <a:avLst/>
                <a:gdLst>
                  <a:gd name="T0" fmla="*/ 0 w 86"/>
                  <a:gd name="T1" fmla="*/ 33 h 39"/>
                  <a:gd name="T2" fmla="*/ 67 w 86"/>
                  <a:gd name="T3" fmla="*/ 24 h 39"/>
                  <a:gd name="T4" fmla="*/ 147 w 86"/>
                  <a:gd name="T5" fmla="*/ 0 h 39"/>
                  <a:gd name="T6" fmla="*/ 7 w 86"/>
                  <a:gd name="T7" fmla="*/ 6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39">
                    <a:moveTo>
                      <a:pt x="0" y="18"/>
                    </a:moveTo>
                    <a:cubicBezTo>
                      <a:pt x="12" y="13"/>
                      <a:pt x="26" y="16"/>
                      <a:pt x="39" y="14"/>
                    </a:cubicBezTo>
                    <a:cubicBezTo>
                      <a:pt x="52" y="12"/>
                      <a:pt x="76" y="9"/>
                      <a:pt x="86" y="0"/>
                    </a:cubicBezTo>
                    <a:cubicBezTo>
                      <a:pt x="73" y="28"/>
                      <a:pt x="32" y="38"/>
                      <a:pt x="4" y="3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75" name="Freeform 653">
                <a:extLst>
                  <a:ext uri="{FF2B5EF4-FFF2-40B4-BE49-F238E27FC236}">
                    <a16:creationId xmlns:a16="http://schemas.microsoft.com/office/drawing/2014/main" id="{8EBB43DA-0663-425F-8E27-22D854B3F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765"/>
                <a:ext cx="64" cy="62"/>
              </a:xfrm>
              <a:custGeom>
                <a:avLst/>
                <a:gdLst>
                  <a:gd name="T0" fmla="*/ 0 w 53"/>
                  <a:gd name="T1" fmla="*/ 54 h 52"/>
                  <a:gd name="T2" fmla="*/ 93 w 53"/>
                  <a:gd name="T3" fmla="*/ 0 h 52"/>
                  <a:gd name="T4" fmla="*/ 1 w 53"/>
                  <a:gd name="T5" fmla="*/ 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2">
                    <a:moveTo>
                      <a:pt x="0" y="32"/>
                    </a:moveTo>
                    <a:cubicBezTo>
                      <a:pt x="18" y="32"/>
                      <a:pt x="42" y="13"/>
                      <a:pt x="53" y="0"/>
                    </a:cubicBezTo>
                    <a:cubicBezTo>
                      <a:pt x="40" y="16"/>
                      <a:pt x="22" y="44"/>
                      <a:pt x="1" y="5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76" name="Freeform 654">
                <a:extLst>
                  <a:ext uri="{FF2B5EF4-FFF2-40B4-BE49-F238E27FC236}">
                    <a16:creationId xmlns:a16="http://schemas.microsoft.com/office/drawing/2014/main" id="{5520A557-7A07-43FB-A5B0-F504FA276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711"/>
                <a:ext cx="23" cy="55"/>
              </a:xfrm>
              <a:custGeom>
                <a:avLst/>
                <a:gdLst>
                  <a:gd name="T0" fmla="*/ 0 w 19"/>
                  <a:gd name="T1" fmla="*/ 82 h 45"/>
                  <a:gd name="T2" fmla="*/ 34 w 19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0" y="45"/>
                    </a:moveTo>
                    <a:cubicBezTo>
                      <a:pt x="8" y="33"/>
                      <a:pt x="17" y="13"/>
                      <a:pt x="1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77" name="Freeform 655">
                <a:extLst>
                  <a:ext uri="{FF2B5EF4-FFF2-40B4-BE49-F238E27FC236}">
                    <a16:creationId xmlns:a16="http://schemas.microsoft.com/office/drawing/2014/main" id="{56CEBC48-EEFB-4A15-87A6-9411EC765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1841"/>
                <a:ext cx="104" cy="37"/>
              </a:xfrm>
              <a:custGeom>
                <a:avLst/>
                <a:gdLst>
                  <a:gd name="T0" fmla="*/ 0 w 86"/>
                  <a:gd name="T1" fmla="*/ 38 h 31"/>
                  <a:gd name="T2" fmla="*/ 73 w 86"/>
                  <a:gd name="T3" fmla="*/ 32 h 31"/>
                  <a:gd name="T4" fmla="*/ 152 w 86"/>
                  <a:gd name="T5" fmla="*/ 0 h 31"/>
                  <a:gd name="T6" fmla="*/ 88 w 86"/>
                  <a:gd name="T7" fmla="*/ 5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31">
                    <a:moveTo>
                      <a:pt x="0" y="23"/>
                    </a:moveTo>
                    <a:cubicBezTo>
                      <a:pt x="12" y="19"/>
                      <a:pt x="28" y="22"/>
                      <a:pt x="41" y="19"/>
                    </a:cubicBezTo>
                    <a:cubicBezTo>
                      <a:pt x="55" y="16"/>
                      <a:pt x="75" y="9"/>
                      <a:pt x="86" y="0"/>
                    </a:cubicBezTo>
                    <a:cubicBezTo>
                      <a:pt x="77" y="10"/>
                      <a:pt x="61" y="24"/>
                      <a:pt x="50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78" name="Freeform 656">
                <a:extLst>
                  <a:ext uri="{FF2B5EF4-FFF2-40B4-BE49-F238E27FC236}">
                    <a16:creationId xmlns:a16="http://schemas.microsoft.com/office/drawing/2014/main" id="{6BFA40B4-C71E-4D5E-B438-1E32BDA30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767"/>
                <a:ext cx="60" cy="77"/>
              </a:xfrm>
              <a:custGeom>
                <a:avLst/>
                <a:gdLst>
                  <a:gd name="T0" fmla="*/ 1 w 50"/>
                  <a:gd name="T1" fmla="*/ 112 h 64"/>
                  <a:gd name="T2" fmla="*/ 86 w 50"/>
                  <a:gd name="T3" fmla="*/ 0 h 64"/>
                  <a:gd name="T4" fmla="*/ 28 w 50"/>
                  <a:gd name="T5" fmla="*/ 41 h 64"/>
                  <a:gd name="T6" fmla="*/ 0 w 50"/>
                  <a:gd name="T7" fmla="*/ 52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64">
                    <a:moveTo>
                      <a:pt x="1" y="64"/>
                    </a:moveTo>
                    <a:cubicBezTo>
                      <a:pt x="21" y="47"/>
                      <a:pt x="36" y="21"/>
                      <a:pt x="50" y="0"/>
                    </a:cubicBezTo>
                    <a:cubicBezTo>
                      <a:pt x="39" y="7"/>
                      <a:pt x="29" y="17"/>
                      <a:pt x="16" y="23"/>
                    </a:cubicBezTo>
                    <a:cubicBezTo>
                      <a:pt x="11" y="26"/>
                      <a:pt x="5" y="27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79" name="Freeform 657">
                <a:extLst>
                  <a:ext uri="{FF2B5EF4-FFF2-40B4-BE49-F238E27FC236}">
                    <a16:creationId xmlns:a16="http://schemas.microsoft.com/office/drawing/2014/main" id="{DA8FD144-1BF7-46A5-8D4D-378B2652A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667"/>
                <a:ext cx="82" cy="104"/>
              </a:xfrm>
              <a:custGeom>
                <a:avLst/>
                <a:gdLst>
                  <a:gd name="T0" fmla="*/ 0 w 68"/>
                  <a:gd name="T1" fmla="*/ 106 h 86"/>
                  <a:gd name="T2" fmla="*/ 58 w 68"/>
                  <a:gd name="T3" fmla="*/ 53 h 86"/>
                  <a:gd name="T4" fmla="*/ 119 w 68"/>
                  <a:gd name="T5" fmla="*/ 0 h 86"/>
                  <a:gd name="T6" fmla="*/ 62 w 68"/>
                  <a:gd name="T7" fmla="*/ 110 h 86"/>
                  <a:gd name="T8" fmla="*/ 33 w 68"/>
                  <a:gd name="T9" fmla="*/ 15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6">
                    <a:moveTo>
                      <a:pt x="0" y="60"/>
                    </a:moveTo>
                    <a:cubicBezTo>
                      <a:pt x="12" y="50"/>
                      <a:pt x="19" y="38"/>
                      <a:pt x="33" y="30"/>
                    </a:cubicBezTo>
                    <a:cubicBezTo>
                      <a:pt x="45" y="22"/>
                      <a:pt x="60" y="13"/>
                      <a:pt x="68" y="0"/>
                    </a:cubicBezTo>
                    <a:cubicBezTo>
                      <a:pt x="62" y="20"/>
                      <a:pt x="45" y="43"/>
                      <a:pt x="35" y="62"/>
                    </a:cubicBezTo>
                    <a:cubicBezTo>
                      <a:pt x="31" y="71"/>
                      <a:pt x="27" y="81"/>
                      <a:pt x="18" y="8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80" name="Freeform 658">
                <a:extLst>
                  <a:ext uri="{FF2B5EF4-FFF2-40B4-BE49-F238E27FC236}">
                    <a16:creationId xmlns:a16="http://schemas.microsoft.com/office/drawing/2014/main" id="{686A0053-EACC-46C0-B4C7-019D83974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566"/>
                <a:ext cx="49" cy="116"/>
              </a:xfrm>
              <a:custGeom>
                <a:avLst/>
                <a:gdLst>
                  <a:gd name="T0" fmla="*/ 27 w 41"/>
                  <a:gd name="T1" fmla="*/ 169 h 96"/>
                  <a:gd name="T2" fmla="*/ 63 w 41"/>
                  <a:gd name="T3" fmla="*/ 86 h 96"/>
                  <a:gd name="T4" fmla="*/ 63 w 41"/>
                  <a:gd name="T5" fmla="*/ 0 h 96"/>
                  <a:gd name="T6" fmla="*/ 19 w 41"/>
                  <a:gd name="T7" fmla="*/ 91 h 96"/>
                  <a:gd name="T8" fmla="*/ 0 w 41"/>
                  <a:gd name="T9" fmla="*/ 118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6">
                    <a:moveTo>
                      <a:pt x="16" y="96"/>
                    </a:moveTo>
                    <a:cubicBezTo>
                      <a:pt x="25" y="82"/>
                      <a:pt x="33" y="65"/>
                      <a:pt x="37" y="49"/>
                    </a:cubicBezTo>
                    <a:cubicBezTo>
                      <a:pt x="41" y="32"/>
                      <a:pt x="37" y="17"/>
                      <a:pt x="37" y="0"/>
                    </a:cubicBezTo>
                    <a:cubicBezTo>
                      <a:pt x="28" y="17"/>
                      <a:pt x="22" y="36"/>
                      <a:pt x="11" y="51"/>
                    </a:cubicBezTo>
                    <a:cubicBezTo>
                      <a:pt x="7" y="56"/>
                      <a:pt x="1" y="60"/>
                      <a:pt x="0" y="6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81" name="Freeform 659">
                <a:extLst>
                  <a:ext uri="{FF2B5EF4-FFF2-40B4-BE49-F238E27FC236}">
                    <a16:creationId xmlns:a16="http://schemas.microsoft.com/office/drawing/2014/main" id="{A4AFC73E-3FD3-46AE-8812-45451D7C8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565"/>
                <a:ext cx="46" cy="121"/>
              </a:xfrm>
              <a:custGeom>
                <a:avLst/>
                <a:gdLst>
                  <a:gd name="T0" fmla="*/ 23 w 38"/>
                  <a:gd name="T1" fmla="*/ 68 h 100"/>
                  <a:gd name="T2" fmla="*/ 53 w 38"/>
                  <a:gd name="T3" fmla="*/ 0 h 100"/>
                  <a:gd name="T4" fmla="*/ 50 w 38"/>
                  <a:gd name="T5" fmla="*/ 110 h 100"/>
                  <a:gd name="T6" fmla="*/ 33 w 38"/>
                  <a:gd name="T7" fmla="*/ 142 h 100"/>
                  <a:gd name="T8" fmla="*/ 0 w 38"/>
                  <a:gd name="T9" fmla="*/ 177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00">
                    <a:moveTo>
                      <a:pt x="13" y="38"/>
                    </a:moveTo>
                    <a:cubicBezTo>
                      <a:pt x="20" y="27"/>
                      <a:pt x="26" y="13"/>
                      <a:pt x="30" y="0"/>
                    </a:cubicBezTo>
                    <a:cubicBezTo>
                      <a:pt x="33" y="21"/>
                      <a:pt x="38" y="44"/>
                      <a:pt x="28" y="62"/>
                    </a:cubicBezTo>
                    <a:cubicBezTo>
                      <a:pt x="25" y="68"/>
                      <a:pt x="22" y="75"/>
                      <a:pt x="18" y="80"/>
                    </a:cubicBezTo>
                    <a:cubicBezTo>
                      <a:pt x="13" y="87"/>
                      <a:pt x="5" y="92"/>
                      <a:pt x="0" y="10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82" name="Freeform 660">
                <a:extLst>
                  <a:ext uri="{FF2B5EF4-FFF2-40B4-BE49-F238E27FC236}">
                    <a16:creationId xmlns:a16="http://schemas.microsoft.com/office/drawing/2014/main" id="{F0871001-7B3B-4173-97E0-44E16FF18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694"/>
                <a:ext cx="16" cy="74"/>
              </a:xfrm>
              <a:custGeom>
                <a:avLst/>
                <a:gdLst>
                  <a:gd name="T0" fmla="*/ 25 w 13"/>
                  <a:gd name="T1" fmla="*/ 0 h 61"/>
                  <a:gd name="T2" fmla="*/ 0 w 13"/>
                  <a:gd name="T3" fmla="*/ 109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1">
                    <a:moveTo>
                      <a:pt x="13" y="0"/>
                    </a:moveTo>
                    <a:cubicBezTo>
                      <a:pt x="10" y="19"/>
                      <a:pt x="9" y="44"/>
                      <a:pt x="0" y="6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83" name="Freeform 661">
                <a:extLst>
                  <a:ext uri="{FF2B5EF4-FFF2-40B4-BE49-F238E27FC236}">
                    <a16:creationId xmlns:a16="http://schemas.microsoft.com/office/drawing/2014/main" id="{DDAA8A7A-0EE9-4EE7-BC6A-5422849E6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784"/>
                <a:ext cx="46" cy="28"/>
              </a:xfrm>
              <a:custGeom>
                <a:avLst/>
                <a:gdLst>
                  <a:gd name="T0" fmla="*/ 0 w 38"/>
                  <a:gd name="T1" fmla="*/ 41 h 23"/>
                  <a:gd name="T2" fmla="*/ 68 w 3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3">
                    <a:moveTo>
                      <a:pt x="0" y="23"/>
                    </a:moveTo>
                    <a:cubicBezTo>
                      <a:pt x="7" y="13"/>
                      <a:pt x="26" y="4"/>
                      <a:pt x="3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84" name="Freeform 662">
                <a:extLst>
                  <a:ext uri="{FF2B5EF4-FFF2-40B4-BE49-F238E27FC236}">
                    <a16:creationId xmlns:a16="http://schemas.microsoft.com/office/drawing/2014/main" id="{2D01D367-E2D1-4BE2-824A-85EF4083B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494"/>
                <a:ext cx="17" cy="75"/>
              </a:xfrm>
              <a:custGeom>
                <a:avLst/>
                <a:gdLst>
                  <a:gd name="T0" fmla="*/ 23 w 14"/>
                  <a:gd name="T1" fmla="*/ 110 h 62"/>
                  <a:gd name="T2" fmla="*/ 0 w 14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2">
                    <a:moveTo>
                      <a:pt x="13" y="62"/>
                    </a:moveTo>
                    <a:cubicBezTo>
                      <a:pt x="14" y="39"/>
                      <a:pt x="13" y="19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85" name="Freeform 663">
                <a:extLst>
                  <a:ext uri="{FF2B5EF4-FFF2-40B4-BE49-F238E27FC236}">
                    <a16:creationId xmlns:a16="http://schemas.microsoft.com/office/drawing/2014/main" id="{2F3B29F5-379E-40D4-A3FA-007B77435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432"/>
                <a:ext cx="30" cy="139"/>
              </a:xfrm>
              <a:custGeom>
                <a:avLst/>
                <a:gdLst>
                  <a:gd name="T0" fmla="*/ 1 w 25"/>
                  <a:gd name="T1" fmla="*/ 167 h 115"/>
                  <a:gd name="T2" fmla="*/ 10 w 25"/>
                  <a:gd name="T3" fmla="*/ 76 h 115"/>
                  <a:gd name="T4" fmla="*/ 29 w 25"/>
                  <a:gd name="T5" fmla="*/ 0 h 115"/>
                  <a:gd name="T6" fmla="*/ 43 w 25"/>
                  <a:gd name="T7" fmla="*/ 135 h 115"/>
                  <a:gd name="T8" fmla="*/ 35 w 25"/>
                  <a:gd name="T9" fmla="*/ 203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5">
                    <a:moveTo>
                      <a:pt x="1" y="94"/>
                    </a:moveTo>
                    <a:cubicBezTo>
                      <a:pt x="2" y="76"/>
                      <a:pt x="0" y="61"/>
                      <a:pt x="6" y="43"/>
                    </a:cubicBezTo>
                    <a:cubicBezTo>
                      <a:pt x="11" y="29"/>
                      <a:pt x="12" y="14"/>
                      <a:pt x="17" y="0"/>
                    </a:cubicBezTo>
                    <a:cubicBezTo>
                      <a:pt x="23" y="24"/>
                      <a:pt x="24" y="53"/>
                      <a:pt x="25" y="77"/>
                    </a:cubicBezTo>
                    <a:cubicBezTo>
                      <a:pt x="25" y="90"/>
                      <a:pt x="19" y="103"/>
                      <a:pt x="20" y="1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86" name="Freeform 664">
                <a:extLst>
                  <a:ext uri="{FF2B5EF4-FFF2-40B4-BE49-F238E27FC236}">
                    <a16:creationId xmlns:a16="http://schemas.microsoft.com/office/drawing/2014/main" id="{41E29FD1-A6C2-483F-A4C1-B59B895AB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431"/>
                <a:ext cx="16" cy="58"/>
              </a:xfrm>
              <a:custGeom>
                <a:avLst/>
                <a:gdLst>
                  <a:gd name="T0" fmla="*/ 1 w 13"/>
                  <a:gd name="T1" fmla="*/ 85 h 48"/>
                  <a:gd name="T2" fmla="*/ 25 w 13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8">
                    <a:moveTo>
                      <a:pt x="1" y="48"/>
                    </a:moveTo>
                    <a:cubicBezTo>
                      <a:pt x="0" y="30"/>
                      <a:pt x="8" y="15"/>
                      <a:pt x="1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87" name="Freeform 665">
                <a:extLst>
                  <a:ext uri="{FF2B5EF4-FFF2-40B4-BE49-F238E27FC236}">
                    <a16:creationId xmlns:a16="http://schemas.microsoft.com/office/drawing/2014/main" id="{2E3B9FD3-2DC6-4F8D-BCFE-87AAAAB7E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330"/>
                <a:ext cx="41" cy="104"/>
              </a:xfrm>
              <a:custGeom>
                <a:avLst/>
                <a:gdLst>
                  <a:gd name="T0" fmla="*/ 42 w 34"/>
                  <a:gd name="T1" fmla="*/ 152 h 86"/>
                  <a:gd name="T2" fmla="*/ 17 w 34"/>
                  <a:gd name="T3" fmla="*/ 70 h 86"/>
                  <a:gd name="T4" fmla="*/ 0 w 34"/>
                  <a:gd name="T5" fmla="*/ 0 h 86"/>
                  <a:gd name="T6" fmla="*/ 59 w 34"/>
                  <a:gd name="T7" fmla="*/ 6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86">
                    <a:moveTo>
                      <a:pt x="24" y="86"/>
                    </a:moveTo>
                    <a:cubicBezTo>
                      <a:pt x="23" y="68"/>
                      <a:pt x="17" y="56"/>
                      <a:pt x="10" y="40"/>
                    </a:cubicBezTo>
                    <a:cubicBezTo>
                      <a:pt x="3" y="27"/>
                      <a:pt x="3" y="14"/>
                      <a:pt x="0" y="0"/>
                    </a:cubicBezTo>
                    <a:cubicBezTo>
                      <a:pt x="7" y="15"/>
                      <a:pt x="29" y="19"/>
                      <a:pt x="3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88" name="Freeform 666">
                <a:extLst>
                  <a:ext uri="{FF2B5EF4-FFF2-40B4-BE49-F238E27FC236}">
                    <a16:creationId xmlns:a16="http://schemas.microsoft.com/office/drawing/2014/main" id="{6E390F95-75B3-4BEB-84C2-82B39AB36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350"/>
                <a:ext cx="21" cy="52"/>
              </a:xfrm>
              <a:custGeom>
                <a:avLst/>
                <a:gdLst>
                  <a:gd name="T0" fmla="*/ 32 w 17"/>
                  <a:gd name="T1" fmla="*/ 41 h 43"/>
                  <a:gd name="T2" fmla="*/ 0 w 17"/>
                  <a:gd name="T3" fmla="*/ 0 h 43"/>
                  <a:gd name="T4" fmla="*/ 6 w 17"/>
                  <a:gd name="T5" fmla="*/ 76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3">
                    <a:moveTo>
                      <a:pt x="17" y="23"/>
                    </a:moveTo>
                    <a:cubicBezTo>
                      <a:pt x="11" y="18"/>
                      <a:pt x="5" y="7"/>
                      <a:pt x="0" y="0"/>
                    </a:cubicBezTo>
                    <a:cubicBezTo>
                      <a:pt x="0" y="15"/>
                      <a:pt x="3" y="29"/>
                      <a:pt x="3" y="4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89" name="Freeform 667">
                <a:extLst>
                  <a:ext uri="{FF2B5EF4-FFF2-40B4-BE49-F238E27FC236}">
                    <a16:creationId xmlns:a16="http://schemas.microsoft.com/office/drawing/2014/main" id="{1CF34704-09DF-43EF-A3BF-B3984CE30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256"/>
                <a:ext cx="57" cy="94"/>
              </a:xfrm>
              <a:custGeom>
                <a:avLst/>
                <a:gdLst>
                  <a:gd name="T0" fmla="*/ 62 w 47"/>
                  <a:gd name="T1" fmla="*/ 140 h 77"/>
                  <a:gd name="T2" fmla="*/ 0 w 47"/>
                  <a:gd name="T3" fmla="*/ 0 h 77"/>
                  <a:gd name="T4" fmla="*/ 84 w 47"/>
                  <a:gd name="T5" fmla="*/ 107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77">
                    <a:moveTo>
                      <a:pt x="35" y="77"/>
                    </a:moveTo>
                    <a:cubicBezTo>
                      <a:pt x="24" y="51"/>
                      <a:pt x="8" y="27"/>
                      <a:pt x="0" y="0"/>
                    </a:cubicBezTo>
                    <a:cubicBezTo>
                      <a:pt x="21" y="13"/>
                      <a:pt x="43" y="37"/>
                      <a:pt x="47" y="5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90" name="Freeform 668">
                <a:extLst>
                  <a:ext uri="{FF2B5EF4-FFF2-40B4-BE49-F238E27FC236}">
                    <a16:creationId xmlns:a16="http://schemas.microsoft.com/office/drawing/2014/main" id="{7079B603-4F59-41C3-AF3F-84095E748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237"/>
                <a:ext cx="34" cy="64"/>
              </a:xfrm>
              <a:custGeom>
                <a:avLst/>
                <a:gdLst>
                  <a:gd name="T0" fmla="*/ 18 w 28"/>
                  <a:gd name="T1" fmla="*/ 93 h 53"/>
                  <a:gd name="T2" fmla="*/ 1 w 28"/>
                  <a:gd name="T3" fmla="*/ 0 h 53"/>
                  <a:gd name="T4" fmla="*/ 50 w 28"/>
                  <a:gd name="T5" fmla="*/ 65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3">
                    <a:moveTo>
                      <a:pt x="10" y="53"/>
                    </a:moveTo>
                    <a:cubicBezTo>
                      <a:pt x="3" y="39"/>
                      <a:pt x="0" y="16"/>
                      <a:pt x="1" y="0"/>
                    </a:cubicBezTo>
                    <a:cubicBezTo>
                      <a:pt x="7" y="13"/>
                      <a:pt x="28" y="21"/>
                      <a:pt x="28" y="3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91" name="Freeform 669">
                <a:extLst>
                  <a:ext uri="{FF2B5EF4-FFF2-40B4-BE49-F238E27FC236}">
                    <a16:creationId xmlns:a16="http://schemas.microsoft.com/office/drawing/2014/main" id="{62921109-C16A-4F1F-B1DC-AF472D2A0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173"/>
                <a:ext cx="105" cy="80"/>
              </a:xfrm>
              <a:custGeom>
                <a:avLst/>
                <a:gdLst>
                  <a:gd name="T0" fmla="*/ 153 w 87"/>
                  <a:gd name="T1" fmla="*/ 102 h 66"/>
                  <a:gd name="T2" fmla="*/ 65 w 87"/>
                  <a:gd name="T3" fmla="*/ 35 h 66"/>
                  <a:gd name="T4" fmla="*/ 0 w 87"/>
                  <a:gd name="T5" fmla="*/ 0 h 66"/>
                  <a:gd name="T6" fmla="*/ 43 w 87"/>
                  <a:gd name="T7" fmla="*/ 44 h 66"/>
                  <a:gd name="T8" fmla="*/ 76 w 87"/>
                  <a:gd name="T9" fmla="*/ 91 h 66"/>
                  <a:gd name="T10" fmla="*/ 107 w 87"/>
                  <a:gd name="T11" fmla="*/ 118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66">
                    <a:moveTo>
                      <a:pt x="87" y="57"/>
                    </a:moveTo>
                    <a:cubicBezTo>
                      <a:pt x="76" y="38"/>
                      <a:pt x="57" y="27"/>
                      <a:pt x="37" y="20"/>
                    </a:cubicBezTo>
                    <a:cubicBezTo>
                      <a:pt x="24" y="15"/>
                      <a:pt x="12" y="5"/>
                      <a:pt x="0" y="0"/>
                    </a:cubicBezTo>
                    <a:cubicBezTo>
                      <a:pt x="5" y="10"/>
                      <a:pt x="18" y="16"/>
                      <a:pt x="25" y="25"/>
                    </a:cubicBezTo>
                    <a:cubicBezTo>
                      <a:pt x="32" y="33"/>
                      <a:pt x="37" y="42"/>
                      <a:pt x="43" y="51"/>
                    </a:cubicBezTo>
                    <a:cubicBezTo>
                      <a:pt x="48" y="58"/>
                      <a:pt x="55" y="61"/>
                      <a:pt x="61" y="6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92" name="Freeform 670">
                <a:extLst>
                  <a:ext uri="{FF2B5EF4-FFF2-40B4-BE49-F238E27FC236}">
                    <a16:creationId xmlns:a16="http://schemas.microsoft.com/office/drawing/2014/main" id="{21518FD6-43B1-4CDC-9FCC-B0CD37DCD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123"/>
                <a:ext cx="92" cy="71"/>
              </a:xfrm>
              <a:custGeom>
                <a:avLst/>
                <a:gdLst>
                  <a:gd name="T0" fmla="*/ 91 w 76"/>
                  <a:gd name="T1" fmla="*/ 106 h 58"/>
                  <a:gd name="T2" fmla="*/ 0 w 76"/>
                  <a:gd name="T3" fmla="*/ 0 h 58"/>
                  <a:gd name="T4" fmla="*/ 93 w 76"/>
                  <a:gd name="T5" fmla="*/ 47 h 58"/>
                  <a:gd name="T6" fmla="*/ 134 w 76"/>
                  <a:gd name="T7" fmla="*/ 76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58">
                    <a:moveTo>
                      <a:pt x="51" y="58"/>
                    </a:moveTo>
                    <a:cubicBezTo>
                      <a:pt x="24" y="49"/>
                      <a:pt x="23" y="14"/>
                      <a:pt x="0" y="0"/>
                    </a:cubicBezTo>
                    <a:cubicBezTo>
                      <a:pt x="16" y="11"/>
                      <a:pt x="37" y="15"/>
                      <a:pt x="53" y="25"/>
                    </a:cubicBezTo>
                    <a:cubicBezTo>
                      <a:pt x="60" y="29"/>
                      <a:pt x="69" y="39"/>
                      <a:pt x="76" y="4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93" name="Freeform 671">
                <a:extLst>
                  <a:ext uri="{FF2B5EF4-FFF2-40B4-BE49-F238E27FC236}">
                    <a16:creationId xmlns:a16="http://schemas.microsoft.com/office/drawing/2014/main" id="{29D34379-F282-4009-8D3D-E308D3E5A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1171"/>
                <a:ext cx="94" cy="55"/>
              </a:xfrm>
              <a:custGeom>
                <a:avLst/>
                <a:gdLst>
                  <a:gd name="T0" fmla="*/ 136 w 78"/>
                  <a:gd name="T1" fmla="*/ 79 h 46"/>
                  <a:gd name="T2" fmla="*/ 69 w 78"/>
                  <a:gd name="T3" fmla="*/ 28 h 46"/>
                  <a:gd name="T4" fmla="*/ 0 w 78"/>
                  <a:gd name="T5" fmla="*/ 1 h 46"/>
                  <a:gd name="T6" fmla="*/ 33 w 78"/>
                  <a:gd name="T7" fmla="*/ 3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6">
                    <a:moveTo>
                      <a:pt x="78" y="46"/>
                    </a:moveTo>
                    <a:cubicBezTo>
                      <a:pt x="64" y="36"/>
                      <a:pt x="56" y="24"/>
                      <a:pt x="39" y="16"/>
                    </a:cubicBezTo>
                    <a:cubicBezTo>
                      <a:pt x="28" y="10"/>
                      <a:pt x="13" y="0"/>
                      <a:pt x="0" y="1"/>
                    </a:cubicBezTo>
                    <a:cubicBezTo>
                      <a:pt x="6" y="4"/>
                      <a:pt x="14" y="13"/>
                      <a:pt x="18" y="2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94" name="Freeform 672">
                <a:extLst>
                  <a:ext uri="{FF2B5EF4-FFF2-40B4-BE49-F238E27FC236}">
                    <a16:creationId xmlns:a16="http://schemas.microsoft.com/office/drawing/2014/main" id="{6ECABB5A-4413-4AFF-9F9A-350FA1F3A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253"/>
                <a:ext cx="3" cy="37"/>
              </a:xfrm>
              <a:custGeom>
                <a:avLst/>
                <a:gdLst>
                  <a:gd name="T0" fmla="*/ 0 w 2"/>
                  <a:gd name="T1" fmla="*/ 0 h 31"/>
                  <a:gd name="T2" fmla="*/ 0 w 2"/>
                  <a:gd name="T3" fmla="*/ 5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0" y="0"/>
                    </a:moveTo>
                    <a:cubicBezTo>
                      <a:pt x="1" y="10"/>
                      <a:pt x="2" y="21"/>
                      <a:pt x="0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95" name="Freeform 673">
                <a:extLst>
                  <a:ext uri="{FF2B5EF4-FFF2-40B4-BE49-F238E27FC236}">
                    <a16:creationId xmlns:a16="http://schemas.microsoft.com/office/drawing/2014/main" id="{7478F3AC-854D-4A97-8127-AA296E3ED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143"/>
                <a:ext cx="123" cy="32"/>
              </a:xfrm>
              <a:custGeom>
                <a:avLst/>
                <a:gdLst>
                  <a:gd name="T0" fmla="*/ 178 w 102"/>
                  <a:gd name="T1" fmla="*/ 45 h 27"/>
                  <a:gd name="T2" fmla="*/ 66 w 102"/>
                  <a:gd name="T3" fmla="*/ 2 h 27"/>
                  <a:gd name="T4" fmla="*/ 0 w 102"/>
                  <a:gd name="T5" fmla="*/ 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7">
                    <a:moveTo>
                      <a:pt x="102" y="27"/>
                    </a:moveTo>
                    <a:cubicBezTo>
                      <a:pt x="83" y="13"/>
                      <a:pt x="62" y="4"/>
                      <a:pt x="38" y="2"/>
                    </a:cubicBezTo>
                    <a:cubicBezTo>
                      <a:pt x="30" y="1"/>
                      <a:pt x="2" y="0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96" name="Freeform 674">
                <a:extLst>
                  <a:ext uri="{FF2B5EF4-FFF2-40B4-BE49-F238E27FC236}">
                    <a16:creationId xmlns:a16="http://schemas.microsoft.com/office/drawing/2014/main" id="{7E019925-A656-481E-9486-DDEA93577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154"/>
                <a:ext cx="74" cy="20"/>
              </a:xfrm>
              <a:custGeom>
                <a:avLst/>
                <a:gdLst>
                  <a:gd name="T0" fmla="*/ 109 w 61"/>
                  <a:gd name="T1" fmla="*/ 28 h 17"/>
                  <a:gd name="T2" fmla="*/ 0 w 6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7">
                    <a:moveTo>
                      <a:pt x="61" y="17"/>
                    </a:moveTo>
                    <a:cubicBezTo>
                      <a:pt x="39" y="11"/>
                      <a:pt x="18" y="16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97" name="Freeform 675">
                <a:extLst>
                  <a:ext uri="{FF2B5EF4-FFF2-40B4-BE49-F238E27FC236}">
                    <a16:creationId xmlns:a16="http://schemas.microsoft.com/office/drawing/2014/main" id="{7E812FEE-D652-41D3-9A06-7136B141E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108"/>
                <a:ext cx="101" cy="34"/>
              </a:xfrm>
              <a:custGeom>
                <a:avLst/>
                <a:gdLst>
                  <a:gd name="T0" fmla="*/ 145 w 84"/>
                  <a:gd name="T1" fmla="*/ 27 h 28"/>
                  <a:gd name="T2" fmla="*/ 106 w 84"/>
                  <a:gd name="T3" fmla="*/ 2 h 28"/>
                  <a:gd name="T4" fmla="*/ 59 w 84"/>
                  <a:gd name="T5" fmla="*/ 2 h 28"/>
                  <a:gd name="T6" fmla="*/ 0 w 84"/>
                  <a:gd name="T7" fmla="*/ 11 h 28"/>
                  <a:gd name="T8" fmla="*/ 83 w 84"/>
                  <a:gd name="T9" fmla="*/ 5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28">
                    <a:moveTo>
                      <a:pt x="84" y="15"/>
                    </a:moveTo>
                    <a:cubicBezTo>
                      <a:pt x="76" y="11"/>
                      <a:pt x="71" y="4"/>
                      <a:pt x="61" y="2"/>
                    </a:cubicBezTo>
                    <a:cubicBezTo>
                      <a:pt x="51" y="0"/>
                      <a:pt x="43" y="0"/>
                      <a:pt x="34" y="2"/>
                    </a:cubicBezTo>
                    <a:cubicBezTo>
                      <a:pt x="23" y="4"/>
                      <a:pt x="11" y="6"/>
                      <a:pt x="0" y="6"/>
                    </a:cubicBezTo>
                    <a:cubicBezTo>
                      <a:pt x="13" y="17"/>
                      <a:pt x="33" y="19"/>
                      <a:pt x="47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98" name="Freeform 676">
                <a:extLst>
                  <a:ext uri="{FF2B5EF4-FFF2-40B4-BE49-F238E27FC236}">
                    <a16:creationId xmlns:a16="http://schemas.microsoft.com/office/drawing/2014/main" id="{537A6632-695B-4D04-8632-D4CC49C4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085"/>
                <a:ext cx="45" cy="23"/>
              </a:xfrm>
              <a:custGeom>
                <a:avLst/>
                <a:gdLst>
                  <a:gd name="T0" fmla="*/ 63 w 38"/>
                  <a:gd name="T1" fmla="*/ 34 h 19"/>
                  <a:gd name="T2" fmla="*/ 0 w 38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">
                    <a:moveTo>
                      <a:pt x="38" y="19"/>
                    </a:moveTo>
                    <a:cubicBezTo>
                      <a:pt x="23" y="18"/>
                      <a:pt x="13" y="4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99" name="Freeform 677">
                <a:extLst>
                  <a:ext uri="{FF2B5EF4-FFF2-40B4-BE49-F238E27FC236}">
                    <a16:creationId xmlns:a16="http://schemas.microsoft.com/office/drawing/2014/main" id="{2E9CE5D6-6964-4CDD-B7CC-96C0340CB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082"/>
                <a:ext cx="311" cy="817"/>
              </a:xfrm>
              <a:custGeom>
                <a:avLst/>
                <a:gdLst>
                  <a:gd name="T0" fmla="*/ 23 w 259"/>
                  <a:gd name="T1" fmla="*/ 0 h 675"/>
                  <a:gd name="T2" fmla="*/ 0 w 259"/>
                  <a:gd name="T3" fmla="*/ 1 h 675"/>
                  <a:gd name="T4" fmla="*/ 0 w 259"/>
                  <a:gd name="T5" fmla="*/ 130 h 675"/>
                  <a:gd name="T6" fmla="*/ 0 w 259"/>
                  <a:gd name="T7" fmla="*/ 130 h 675"/>
                  <a:gd name="T8" fmla="*/ 364 w 259"/>
                  <a:gd name="T9" fmla="*/ 598 h 675"/>
                  <a:gd name="T10" fmla="*/ 0 w 259"/>
                  <a:gd name="T11" fmla="*/ 1065 h 675"/>
                  <a:gd name="T12" fmla="*/ 0 w 259"/>
                  <a:gd name="T13" fmla="*/ 1065 h 675"/>
                  <a:gd name="T14" fmla="*/ 0 w 259"/>
                  <a:gd name="T15" fmla="*/ 1197 h 675"/>
                  <a:gd name="T16" fmla="*/ 23 w 259"/>
                  <a:gd name="T17" fmla="*/ 1197 h 675"/>
                  <a:gd name="T18" fmla="*/ 448 w 259"/>
                  <a:gd name="T19" fmla="*/ 599 h 675"/>
                  <a:gd name="T20" fmla="*/ 23 w 259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675">
                    <a:moveTo>
                      <a:pt x="13" y="0"/>
                    </a:moveTo>
                    <a:cubicBezTo>
                      <a:pt x="9" y="0"/>
                      <a:pt x="4" y="1"/>
                      <a:pt x="0" y="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7"/>
                    </a:cubicBezTo>
                    <a:cubicBezTo>
                      <a:pt x="210" y="483"/>
                      <a:pt x="116" y="601"/>
                      <a:pt x="0" y="601"/>
                    </a:cubicBezTo>
                    <a:cubicBezTo>
                      <a:pt x="0" y="601"/>
                      <a:pt x="0" y="601"/>
                      <a:pt x="0" y="601"/>
                    </a:cubicBezTo>
                    <a:cubicBezTo>
                      <a:pt x="0" y="675"/>
                      <a:pt x="0" y="675"/>
                      <a:pt x="0" y="675"/>
                    </a:cubicBezTo>
                    <a:cubicBezTo>
                      <a:pt x="4" y="675"/>
                      <a:pt x="9" y="675"/>
                      <a:pt x="13" y="675"/>
                    </a:cubicBezTo>
                    <a:cubicBezTo>
                      <a:pt x="142" y="675"/>
                      <a:pt x="259" y="525"/>
                      <a:pt x="259" y="338"/>
                    </a:cubicBezTo>
                    <a:cubicBezTo>
                      <a:pt x="259" y="152"/>
                      <a:pt x="142" y="0"/>
                      <a:pt x="13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00" name="Freeform 678">
                <a:extLst>
                  <a:ext uri="{FF2B5EF4-FFF2-40B4-BE49-F238E27FC236}">
                    <a16:creationId xmlns:a16="http://schemas.microsoft.com/office/drawing/2014/main" id="{0D822F79-C3DA-4546-84F9-E7CA1FB46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011"/>
                <a:ext cx="352" cy="960"/>
              </a:xfrm>
              <a:custGeom>
                <a:avLst/>
                <a:gdLst>
                  <a:gd name="T0" fmla="*/ 12 w 293"/>
                  <a:gd name="T1" fmla="*/ 0 h 794"/>
                  <a:gd name="T2" fmla="*/ 7 w 293"/>
                  <a:gd name="T3" fmla="*/ 0 h 794"/>
                  <a:gd name="T4" fmla="*/ 7 w 293"/>
                  <a:gd name="T5" fmla="*/ 0 h 794"/>
                  <a:gd name="T6" fmla="*/ 0 w 293"/>
                  <a:gd name="T7" fmla="*/ 0 h 794"/>
                  <a:gd name="T8" fmla="*/ 0 w 293"/>
                  <a:gd name="T9" fmla="*/ 233 h 794"/>
                  <a:gd name="T10" fmla="*/ 0 w 293"/>
                  <a:gd name="T11" fmla="*/ 233 h 794"/>
                  <a:gd name="T12" fmla="*/ 364 w 293"/>
                  <a:gd name="T13" fmla="*/ 700 h 794"/>
                  <a:gd name="T14" fmla="*/ 0 w 293"/>
                  <a:gd name="T15" fmla="*/ 1167 h 794"/>
                  <a:gd name="T16" fmla="*/ 0 w 293"/>
                  <a:gd name="T17" fmla="*/ 1167 h 794"/>
                  <a:gd name="T18" fmla="*/ 0 w 293"/>
                  <a:gd name="T19" fmla="*/ 1404 h 794"/>
                  <a:gd name="T20" fmla="*/ 2 w 293"/>
                  <a:gd name="T21" fmla="*/ 1404 h 794"/>
                  <a:gd name="T22" fmla="*/ 12 w 293"/>
                  <a:gd name="T23" fmla="*/ 1404 h 794"/>
                  <a:gd name="T24" fmla="*/ 508 w 293"/>
                  <a:gd name="T25" fmla="*/ 701 h 794"/>
                  <a:gd name="T26" fmla="*/ 12 w 293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3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16" y="132"/>
                      <a:pt x="210" y="250"/>
                      <a:pt x="210" y="396"/>
                    </a:cubicBezTo>
                    <a:cubicBezTo>
                      <a:pt x="210" y="541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3" y="794"/>
                      <a:pt x="5" y="794"/>
                      <a:pt x="7" y="794"/>
                    </a:cubicBezTo>
                    <a:cubicBezTo>
                      <a:pt x="165" y="794"/>
                      <a:pt x="293" y="616"/>
                      <a:pt x="293" y="397"/>
                    </a:cubicBezTo>
                    <a:cubicBezTo>
                      <a:pt x="293" y="178"/>
                      <a:pt x="165" y="0"/>
                      <a:pt x="7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01" name="Oval 679">
                <a:extLst>
                  <a:ext uri="{FF2B5EF4-FFF2-40B4-BE49-F238E27FC236}">
                    <a16:creationId xmlns:a16="http://schemas.microsoft.com/office/drawing/2014/main" id="{348878B0-BB1A-4DEE-A686-DFF1E21A1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1871"/>
                <a:ext cx="24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02" name="Oval 680">
                <a:extLst>
                  <a:ext uri="{FF2B5EF4-FFF2-40B4-BE49-F238E27FC236}">
                    <a16:creationId xmlns:a16="http://schemas.microsoft.com/office/drawing/2014/main" id="{D89FFA2F-2E0E-4422-AC32-B2459647E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5" y="1148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03" name="Oval 681">
                <a:extLst>
                  <a:ext uri="{FF2B5EF4-FFF2-40B4-BE49-F238E27FC236}">
                    <a16:creationId xmlns:a16="http://schemas.microsoft.com/office/drawing/2014/main" id="{385CFC4D-7376-4550-927D-C952B7CA1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3" y="1123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04" name="Oval 682">
                <a:extLst>
                  <a:ext uri="{FF2B5EF4-FFF2-40B4-BE49-F238E27FC236}">
                    <a16:creationId xmlns:a16="http://schemas.microsoft.com/office/drawing/2014/main" id="{1ED16CFE-D2CE-4B92-A6FF-275A739DC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096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05" name="Oval 683">
                <a:extLst>
                  <a:ext uri="{FF2B5EF4-FFF2-40B4-BE49-F238E27FC236}">
                    <a16:creationId xmlns:a16="http://schemas.microsoft.com/office/drawing/2014/main" id="{6FACF735-2194-4EB4-A06A-6C0914274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120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06" name="Oval 684">
                <a:extLst>
                  <a:ext uri="{FF2B5EF4-FFF2-40B4-BE49-F238E27FC236}">
                    <a16:creationId xmlns:a16="http://schemas.microsoft.com/office/drawing/2014/main" id="{5DE16D38-64FF-4B21-89ED-B7EE3B7D0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100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07" name="Oval 685">
                <a:extLst>
                  <a:ext uri="{FF2B5EF4-FFF2-40B4-BE49-F238E27FC236}">
                    <a16:creationId xmlns:a16="http://schemas.microsoft.com/office/drawing/2014/main" id="{F6F1FB5F-0D4D-4BCA-BC63-8736BD1DC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8" y="1146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08" name="Oval 686">
                <a:extLst>
                  <a:ext uri="{FF2B5EF4-FFF2-40B4-BE49-F238E27FC236}">
                    <a16:creationId xmlns:a16="http://schemas.microsoft.com/office/drawing/2014/main" id="{393152E6-FC16-4932-9E11-4E4300CA8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092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09" name="Oval 687">
                <a:extLst>
                  <a:ext uri="{FF2B5EF4-FFF2-40B4-BE49-F238E27FC236}">
                    <a16:creationId xmlns:a16="http://schemas.microsoft.com/office/drawing/2014/main" id="{F462E9BA-AF08-435B-B3FC-CD135288D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092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10" name="Oval 688">
                <a:extLst>
                  <a:ext uri="{FF2B5EF4-FFF2-40B4-BE49-F238E27FC236}">
                    <a16:creationId xmlns:a16="http://schemas.microsoft.com/office/drawing/2014/main" id="{9D6BFE54-A81D-464D-A644-D27F7261C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824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11" name="Oval 689">
                <a:extLst>
                  <a:ext uri="{FF2B5EF4-FFF2-40B4-BE49-F238E27FC236}">
                    <a16:creationId xmlns:a16="http://schemas.microsoft.com/office/drawing/2014/main" id="{CC19D3DD-2B22-4976-A455-4CB30823E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6" y="1879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12" name="Oval 690">
                <a:extLst>
                  <a:ext uri="{FF2B5EF4-FFF2-40B4-BE49-F238E27FC236}">
                    <a16:creationId xmlns:a16="http://schemas.microsoft.com/office/drawing/2014/main" id="{8877A274-5AB6-411D-9483-AA37D2C84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818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13" name="Oval 691">
                <a:extLst>
                  <a:ext uri="{FF2B5EF4-FFF2-40B4-BE49-F238E27FC236}">
                    <a16:creationId xmlns:a16="http://schemas.microsoft.com/office/drawing/2014/main" id="{B197F0D3-B958-499C-9B33-AEF9A920E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1846"/>
                <a:ext cx="25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14" name="Oval 692">
                <a:extLst>
                  <a:ext uri="{FF2B5EF4-FFF2-40B4-BE49-F238E27FC236}">
                    <a16:creationId xmlns:a16="http://schemas.microsoft.com/office/drawing/2014/main" id="{19113A4E-E1F8-44D5-80D2-E82C4C83E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824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15" name="Oval 693">
                <a:extLst>
                  <a:ext uri="{FF2B5EF4-FFF2-40B4-BE49-F238E27FC236}">
                    <a16:creationId xmlns:a16="http://schemas.microsoft.com/office/drawing/2014/main" id="{94039704-2FB7-4714-B0D7-F0542FBAD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878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16" name="Oval 694">
                <a:extLst>
                  <a:ext uri="{FF2B5EF4-FFF2-40B4-BE49-F238E27FC236}">
                    <a16:creationId xmlns:a16="http://schemas.microsoft.com/office/drawing/2014/main" id="{C5804DA0-AC45-462C-BFAF-0F815682C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3" y="1825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17" name="Oval 695">
                <a:extLst>
                  <a:ext uri="{FF2B5EF4-FFF2-40B4-BE49-F238E27FC236}">
                    <a16:creationId xmlns:a16="http://schemas.microsoft.com/office/drawing/2014/main" id="{F7A6E0E1-E7F5-4F61-9060-D75D7A7A3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815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18" name="Freeform 696">
                <a:extLst>
                  <a:ext uri="{FF2B5EF4-FFF2-40B4-BE49-F238E27FC236}">
                    <a16:creationId xmlns:a16="http://schemas.microsoft.com/office/drawing/2014/main" id="{6A028EF6-282D-4E52-97EE-92008A6A1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1818"/>
                <a:ext cx="23" cy="20"/>
              </a:xfrm>
              <a:custGeom>
                <a:avLst/>
                <a:gdLst>
                  <a:gd name="T0" fmla="*/ 30 w 19"/>
                  <a:gd name="T1" fmla="*/ 2 h 17"/>
                  <a:gd name="T2" fmla="*/ 22 w 19"/>
                  <a:gd name="T3" fmla="*/ 21 h 17"/>
                  <a:gd name="T4" fmla="*/ 1 w 19"/>
                  <a:gd name="T5" fmla="*/ 25 h 17"/>
                  <a:gd name="T6" fmla="*/ 10 w 19"/>
                  <a:gd name="T7" fmla="*/ 8 h 17"/>
                  <a:gd name="T8" fmla="*/ 30 w 19"/>
                  <a:gd name="T9" fmla="*/ 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17" y="2"/>
                    </a:moveTo>
                    <a:cubicBezTo>
                      <a:pt x="19" y="5"/>
                      <a:pt x="17" y="9"/>
                      <a:pt x="12" y="13"/>
                    </a:cubicBezTo>
                    <a:cubicBezTo>
                      <a:pt x="8" y="16"/>
                      <a:pt x="3" y="17"/>
                      <a:pt x="1" y="15"/>
                    </a:cubicBezTo>
                    <a:cubicBezTo>
                      <a:pt x="0" y="13"/>
                      <a:pt x="2" y="8"/>
                      <a:pt x="6" y="5"/>
                    </a:cubicBezTo>
                    <a:cubicBezTo>
                      <a:pt x="11" y="1"/>
                      <a:pt x="16" y="0"/>
                      <a:pt x="17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19" name="Freeform 697">
                <a:extLst>
                  <a:ext uri="{FF2B5EF4-FFF2-40B4-BE49-F238E27FC236}">
                    <a16:creationId xmlns:a16="http://schemas.microsoft.com/office/drawing/2014/main" id="{46183F59-C0D4-4384-A4C7-963AD1F10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738"/>
                <a:ext cx="23" cy="20"/>
              </a:xfrm>
              <a:custGeom>
                <a:avLst/>
                <a:gdLst>
                  <a:gd name="T0" fmla="*/ 33 w 19"/>
                  <a:gd name="T1" fmla="*/ 2 h 17"/>
                  <a:gd name="T2" fmla="*/ 23 w 19"/>
                  <a:gd name="T3" fmla="*/ 21 h 17"/>
                  <a:gd name="T4" fmla="*/ 2 w 19"/>
                  <a:gd name="T5" fmla="*/ 25 h 17"/>
                  <a:gd name="T6" fmla="*/ 10 w 19"/>
                  <a:gd name="T7" fmla="*/ 8 h 17"/>
                  <a:gd name="T8" fmla="*/ 33 w 19"/>
                  <a:gd name="T9" fmla="*/ 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18" y="2"/>
                    </a:moveTo>
                    <a:cubicBezTo>
                      <a:pt x="19" y="5"/>
                      <a:pt x="17" y="9"/>
                      <a:pt x="13" y="13"/>
                    </a:cubicBezTo>
                    <a:cubicBezTo>
                      <a:pt x="8" y="16"/>
                      <a:pt x="3" y="17"/>
                      <a:pt x="2" y="15"/>
                    </a:cubicBezTo>
                    <a:cubicBezTo>
                      <a:pt x="0" y="13"/>
                      <a:pt x="2" y="8"/>
                      <a:pt x="6" y="5"/>
                    </a:cubicBezTo>
                    <a:cubicBezTo>
                      <a:pt x="11" y="1"/>
                      <a:pt x="16" y="0"/>
                      <a:pt x="18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20" name="Freeform 698">
                <a:extLst>
                  <a:ext uri="{FF2B5EF4-FFF2-40B4-BE49-F238E27FC236}">
                    <a16:creationId xmlns:a16="http://schemas.microsoft.com/office/drawing/2014/main" id="{1B07AAAE-A2D5-47FD-AC6E-66CAA2DC4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650"/>
                <a:ext cx="18" cy="25"/>
              </a:xfrm>
              <a:custGeom>
                <a:avLst/>
                <a:gdLst>
                  <a:gd name="T0" fmla="*/ 23 w 15"/>
                  <a:gd name="T1" fmla="*/ 2 h 21"/>
                  <a:gd name="T2" fmla="*/ 20 w 15"/>
                  <a:gd name="T3" fmla="*/ 21 h 21"/>
                  <a:gd name="T4" fmla="*/ 6 w 15"/>
                  <a:gd name="T5" fmla="*/ 32 h 21"/>
                  <a:gd name="T6" fmla="*/ 6 w 15"/>
                  <a:gd name="T7" fmla="*/ 14 h 21"/>
                  <a:gd name="T8" fmla="*/ 23 w 15"/>
                  <a:gd name="T9" fmla="*/ 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3" y="2"/>
                    </a:moveTo>
                    <a:cubicBezTo>
                      <a:pt x="15" y="3"/>
                      <a:pt x="15" y="8"/>
                      <a:pt x="12" y="13"/>
                    </a:cubicBezTo>
                    <a:cubicBezTo>
                      <a:pt x="10" y="18"/>
                      <a:pt x="5" y="21"/>
                      <a:pt x="3" y="19"/>
                    </a:cubicBezTo>
                    <a:cubicBezTo>
                      <a:pt x="0" y="18"/>
                      <a:pt x="1" y="13"/>
                      <a:pt x="3" y="8"/>
                    </a:cubicBezTo>
                    <a:cubicBezTo>
                      <a:pt x="6" y="3"/>
                      <a:pt x="10" y="0"/>
                      <a:pt x="13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21" name="Freeform 699">
                <a:extLst>
                  <a:ext uri="{FF2B5EF4-FFF2-40B4-BE49-F238E27FC236}">
                    <a16:creationId xmlns:a16="http://schemas.microsoft.com/office/drawing/2014/main" id="{5304D7CA-B552-4639-A2F1-B48058E52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621"/>
                <a:ext cx="14" cy="25"/>
              </a:xfrm>
              <a:custGeom>
                <a:avLst/>
                <a:gdLst>
                  <a:gd name="T0" fmla="*/ 13 w 12"/>
                  <a:gd name="T1" fmla="*/ 1 h 21"/>
                  <a:gd name="T2" fmla="*/ 18 w 12"/>
                  <a:gd name="T3" fmla="*/ 20 h 21"/>
                  <a:gd name="T4" fmla="*/ 7 w 12"/>
                  <a:gd name="T5" fmla="*/ 36 h 21"/>
                  <a:gd name="T6" fmla="*/ 1 w 12"/>
                  <a:gd name="T7" fmla="*/ 17 h 21"/>
                  <a:gd name="T8" fmla="*/ 13 w 12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1">
                    <a:moveTo>
                      <a:pt x="8" y="1"/>
                    </a:moveTo>
                    <a:cubicBezTo>
                      <a:pt x="10" y="1"/>
                      <a:pt x="12" y="6"/>
                      <a:pt x="11" y="12"/>
                    </a:cubicBezTo>
                    <a:cubicBezTo>
                      <a:pt x="10" y="17"/>
                      <a:pt x="6" y="21"/>
                      <a:pt x="4" y="21"/>
                    </a:cubicBezTo>
                    <a:cubicBezTo>
                      <a:pt x="1" y="20"/>
                      <a:pt x="0" y="15"/>
                      <a:pt x="1" y="10"/>
                    </a:cubicBezTo>
                    <a:cubicBezTo>
                      <a:pt x="2" y="4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22" name="Freeform 700">
                <a:extLst>
                  <a:ext uri="{FF2B5EF4-FFF2-40B4-BE49-F238E27FC236}">
                    <a16:creationId xmlns:a16="http://schemas.microsoft.com/office/drawing/2014/main" id="{2110D1FB-91B2-4A77-BA24-A25A6C395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515"/>
                <a:ext cx="12" cy="26"/>
              </a:xfrm>
              <a:custGeom>
                <a:avLst/>
                <a:gdLst>
                  <a:gd name="T0" fmla="*/ 8 w 10"/>
                  <a:gd name="T1" fmla="*/ 0 h 21"/>
                  <a:gd name="T2" fmla="*/ 17 w 10"/>
                  <a:gd name="T3" fmla="*/ 19 h 21"/>
                  <a:gd name="T4" fmla="*/ 8 w 10"/>
                  <a:gd name="T5" fmla="*/ 38 h 21"/>
                  <a:gd name="T6" fmla="*/ 0 w 10"/>
                  <a:gd name="T7" fmla="*/ 19 h 21"/>
                  <a:gd name="T8" fmla="*/ 8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5" y="0"/>
                    </a:moveTo>
                    <a:cubicBezTo>
                      <a:pt x="8" y="0"/>
                      <a:pt x="10" y="5"/>
                      <a:pt x="10" y="10"/>
                    </a:cubicBezTo>
                    <a:cubicBezTo>
                      <a:pt x="10" y="16"/>
                      <a:pt x="8" y="20"/>
                      <a:pt x="5" y="20"/>
                    </a:cubicBezTo>
                    <a:cubicBezTo>
                      <a:pt x="2" y="21"/>
                      <a:pt x="0" y="16"/>
                      <a:pt x="0" y="10"/>
                    </a:cubicBezTo>
                    <a:cubicBezTo>
                      <a:pt x="0" y="5"/>
                      <a:pt x="2" y="0"/>
                      <a:pt x="5" y="0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23" name="Freeform 701">
                <a:extLst>
                  <a:ext uri="{FF2B5EF4-FFF2-40B4-BE49-F238E27FC236}">
                    <a16:creationId xmlns:a16="http://schemas.microsoft.com/office/drawing/2014/main" id="{B7812EAF-1F8C-46AB-911B-91003BB71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412"/>
                <a:ext cx="15" cy="26"/>
              </a:xfrm>
              <a:custGeom>
                <a:avLst/>
                <a:gdLst>
                  <a:gd name="T0" fmla="*/ 3 w 13"/>
                  <a:gd name="T1" fmla="*/ 1 h 21"/>
                  <a:gd name="T2" fmla="*/ 17 w 13"/>
                  <a:gd name="T3" fmla="*/ 17 h 21"/>
                  <a:gd name="T4" fmla="*/ 16 w 13"/>
                  <a:gd name="T5" fmla="*/ 40 h 21"/>
                  <a:gd name="T6" fmla="*/ 2 w 13"/>
                  <a:gd name="T7" fmla="*/ 25 h 21"/>
                  <a:gd name="T8" fmla="*/ 3 w 13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3" y="1"/>
                    </a:moveTo>
                    <a:cubicBezTo>
                      <a:pt x="6" y="0"/>
                      <a:pt x="9" y="4"/>
                      <a:pt x="11" y="9"/>
                    </a:cubicBezTo>
                    <a:cubicBezTo>
                      <a:pt x="13" y="15"/>
                      <a:pt x="13" y="20"/>
                      <a:pt x="10" y="21"/>
                    </a:cubicBezTo>
                    <a:cubicBezTo>
                      <a:pt x="7" y="21"/>
                      <a:pt x="4" y="18"/>
                      <a:pt x="2" y="13"/>
                    </a:cubicBezTo>
                    <a:cubicBezTo>
                      <a:pt x="0" y="7"/>
                      <a:pt x="0" y="2"/>
                      <a:pt x="3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24" name="Freeform 702">
                <a:extLst>
                  <a:ext uri="{FF2B5EF4-FFF2-40B4-BE49-F238E27FC236}">
                    <a16:creationId xmlns:a16="http://schemas.microsoft.com/office/drawing/2014/main" id="{E45CBEA4-E175-42AA-AC30-EF95C69D1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292"/>
                <a:ext cx="15" cy="25"/>
              </a:xfrm>
              <a:custGeom>
                <a:avLst/>
                <a:gdLst>
                  <a:gd name="T0" fmla="*/ 3 w 13"/>
                  <a:gd name="T1" fmla="*/ 1 h 21"/>
                  <a:gd name="T2" fmla="*/ 18 w 13"/>
                  <a:gd name="T3" fmla="*/ 15 h 21"/>
                  <a:gd name="T4" fmla="*/ 16 w 13"/>
                  <a:gd name="T5" fmla="*/ 35 h 21"/>
                  <a:gd name="T6" fmla="*/ 2 w 13"/>
                  <a:gd name="T7" fmla="*/ 20 h 21"/>
                  <a:gd name="T8" fmla="*/ 3 w 13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3" y="1"/>
                    </a:moveTo>
                    <a:cubicBezTo>
                      <a:pt x="6" y="0"/>
                      <a:pt x="10" y="4"/>
                      <a:pt x="12" y="9"/>
                    </a:cubicBezTo>
                    <a:cubicBezTo>
                      <a:pt x="13" y="14"/>
                      <a:pt x="13" y="19"/>
                      <a:pt x="10" y="20"/>
                    </a:cubicBezTo>
                    <a:cubicBezTo>
                      <a:pt x="8" y="21"/>
                      <a:pt x="4" y="18"/>
                      <a:pt x="2" y="12"/>
                    </a:cubicBezTo>
                    <a:cubicBezTo>
                      <a:pt x="0" y="7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25" name="Freeform 703">
                <a:extLst>
                  <a:ext uri="{FF2B5EF4-FFF2-40B4-BE49-F238E27FC236}">
                    <a16:creationId xmlns:a16="http://schemas.microsoft.com/office/drawing/2014/main" id="{7D450D78-0525-4CBE-821D-E1DE3823A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221"/>
                <a:ext cx="22" cy="23"/>
              </a:xfrm>
              <a:custGeom>
                <a:avLst/>
                <a:gdLst>
                  <a:gd name="T0" fmla="*/ 6 w 18"/>
                  <a:gd name="T1" fmla="*/ 1 h 19"/>
                  <a:gd name="T2" fmla="*/ 24 w 18"/>
                  <a:gd name="T3" fmla="*/ 10 h 19"/>
                  <a:gd name="T4" fmla="*/ 29 w 18"/>
                  <a:gd name="T5" fmla="*/ 30 h 19"/>
                  <a:gd name="T6" fmla="*/ 9 w 18"/>
                  <a:gd name="T7" fmla="*/ 23 h 19"/>
                  <a:gd name="T8" fmla="*/ 6 w 18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9">
                    <a:moveTo>
                      <a:pt x="3" y="1"/>
                    </a:moveTo>
                    <a:cubicBezTo>
                      <a:pt x="5" y="0"/>
                      <a:pt x="9" y="2"/>
                      <a:pt x="13" y="6"/>
                    </a:cubicBezTo>
                    <a:cubicBezTo>
                      <a:pt x="17" y="10"/>
                      <a:pt x="18" y="15"/>
                      <a:pt x="16" y="17"/>
                    </a:cubicBezTo>
                    <a:cubicBezTo>
                      <a:pt x="13" y="19"/>
                      <a:pt x="9" y="17"/>
                      <a:pt x="5" y="13"/>
                    </a:cubicBezTo>
                    <a:cubicBezTo>
                      <a:pt x="2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26" name="Freeform 704">
                <a:extLst>
                  <a:ext uri="{FF2B5EF4-FFF2-40B4-BE49-F238E27FC236}">
                    <a16:creationId xmlns:a16="http://schemas.microsoft.com/office/drawing/2014/main" id="{81991E44-8A86-43ED-A2D0-03E43D94B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126"/>
                <a:ext cx="24" cy="18"/>
              </a:xfrm>
              <a:custGeom>
                <a:avLst/>
                <a:gdLst>
                  <a:gd name="T0" fmla="*/ 2 w 20"/>
                  <a:gd name="T1" fmla="*/ 2 h 15"/>
                  <a:gd name="T2" fmla="*/ 23 w 20"/>
                  <a:gd name="T3" fmla="*/ 6 h 15"/>
                  <a:gd name="T4" fmla="*/ 34 w 20"/>
                  <a:gd name="T5" fmla="*/ 23 h 15"/>
                  <a:gd name="T6" fmla="*/ 12 w 20"/>
                  <a:gd name="T7" fmla="*/ 20 h 15"/>
                  <a:gd name="T8" fmla="*/ 2 w 20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" y="2"/>
                    </a:moveTo>
                    <a:cubicBezTo>
                      <a:pt x="3" y="0"/>
                      <a:pt x="8" y="0"/>
                      <a:pt x="13" y="3"/>
                    </a:cubicBezTo>
                    <a:cubicBezTo>
                      <a:pt x="18" y="6"/>
                      <a:pt x="20" y="11"/>
                      <a:pt x="19" y="13"/>
                    </a:cubicBezTo>
                    <a:cubicBezTo>
                      <a:pt x="17" y="15"/>
                      <a:pt x="12" y="15"/>
                      <a:pt x="7" y="12"/>
                    </a:cubicBezTo>
                    <a:cubicBezTo>
                      <a:pt x="3" y="9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27" name="Freeform 705">
                <a:extLst>
                  <a:ext uri="{FF2B5EF4-FFF2-40B4-BE49-F238E27FC236}">
                    <a16:creationId xmlns:a16="http://schemas.microsoft.com/office/drawing/2014/main" id="{52623ABE-F9DB-49BD-95D0-A83420E8F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163"/>
                <a:ext cx="24" cy="18"/>
              </a:xfrm>
              <a:custGeom>
                <a:avLst/>
                <a:gdLst>
                  <a:gd name="T0" fmla="*/ 2 w 20"/>
                  <a:gd name="T1" fmla="*/ 2 h 15"/>
                  <a:gd name="T2" fmla="*/ 23 w 20"/>
                  <a:gd name="T3" fmla="*/ 6 h 15"/>
                  <a:gd name="T4" fmla="*/ 34 w 20"/>
                  <a:gd name="T5" fmla="*/ 23 h 15"/>
                  <a:gd name="T6" fmla="*/ 14 w 20"/>
                  <a:gd name="T7" fmla="*/ 20 h 15"/>
                  <a:gd name="T8" fmla="*/ 2 w 20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" y="2"/>
                    </a:moveTo>
                    <a:cubicBezTo>
                      <a:pt x="3" y="0"/>
                      <a:pt x="8" y="0"/>
                      <a:pt x="13" y="3"/>
                    </a:cubicBezTo>
                    <a:cubicBezTo>
                      <a:pt x="18" y="6"/>
                      <a:pt x="20" y="11"/>
                      <a:pt x="19" y="13"/>
                    </a:cubicBezTo>
                    <a:cubicBezTo>
                      <a:pt x="17" y="15"/>
                      <a:pt x="12" y="15"/>
                      <a:pt x="8" y="12"/>
                    </a:cubicBezTo>
                    <a:cubicBezTo>
                      <a:pt x="3" y="9"/>
                      <a:pt x="0" y="5"/>
                      <a:pt x="2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28" name="Freeform 706">
                <a:extLst>
                  <a:ext uri="{FF2B5EF4-FFF2-40B4-BE49-F238E27FC236}">
                    <a16:creationId xmlns:a16="http://schemas.microsoft.com/office/drawing/2014/main" id="{5C548CA9-230D-4A97-9F66-327BD2687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151"/>
                <a:ext cx="26" cy="15"/>
              </a:xfrm>
              <a:custGeom>
                <a:avLst/>
                <a:gdLst>
                  <a:gd name="T0" fmla="*/ 1 w 21"/>
                  <a:gd name="T1" fmla="*/ 8 h 12"/>
                  <a:gd name="T2" fmla="*/ 24 w 21"/>
                  <a:gd name="T3" fmla="*/ 1 h 12"/>
                  <a:gd name="T4" fmla="*/ 40 w 21"/>
                  <a:gd name="T5" fmla="*/ 16 h 12"/>
                  <a:gd name="T6" fmla="*/ 19 w 21"/>
                  <a:gd name="T7" fmla="*/ 23 h 12"/>
                  <a:gd name="T8" fmla="*/ 1 w 21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2" y="1"/>
                      <a:pt x="6" y="0"/>
                      <a:pt x="12" y="1"/>
                    </a:cubicBezTo>
                    <a:cubicBezTo>
                      <a:pt x="17" y="2"/>
                      <a:pt x="21" y="6"/>
                      <a:pt x="21" y="8"/>
                    </a:cubicBezTo>
                    <a:cubicBezTo>
                      <a:pt x="20" y="11"/>
                      <a:pt x="15" y="12"/>
                      <a:pt x="10" y="11"/>
                    </a:cubicBezTo>
                    <a:cubicBezTo>
                      <a:pt x="4" y="10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29" name="Line 707">
                <a:extLst>
                  <a:ext uri="{FF2B5EF4-FFF2-40B4-BE49-F238E27FC236}">
                    <a16:creationId xmlns:a16="http://schemas.microsoft.com/office/drawing/2014/main" id="{81664B4D-2207-4785-AA08-EA870550FB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6" y="1013"/>
                <a:ext cx="1" cy="19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30" name="Line 708">
                <a:extLst>
                  <a:ext uri="{FF2B5EF4-FFF2-40B4-BE49-F238E27FC236}">
                    <a16:creationId xmlns:a16="http://schemas.microsoft.com/office/drawing/2014/main" id="{9195488B-BCE0-4475-AF54-1A242437AF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8" y="1674"/>
                <a:ext cx="1" cy="297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31" name="Freeform 709">
                <a:extLst>
                  <a:ext uri="{FF2B5EF4-FFF2-40B4-BE49-F238E27FC236}">
                    <a16:creationId xmlns:a16="http://schemas.microsoft.com/office/drawing/2014/main" id="{1085D44F-63FC-467C-B12A-3E64772EB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1244"/>
                <a:ext cx="515" cy="40"/>
              </a:xfrm>
              <a:custGeom>
                <a:avLst/>
                <a:gdLst>
                  <a:gd name="T0" fmla="*/ 0 w 428"/>
                  <a:gd name="T1" fmla="*/ 0 h 33"/>
                  <a:gd name="T2" fmla="*/ 342 w 428"/>
                  <a:gd name="T3" fmla="*/ 25 h 33"/>
                  <a:gd name="T4" fmla="*/ 746 w 428"/>
                  <a:gd name="T5" fmla="*/ 2 h 33"/>
                  <a:gd name="T6" fmla="*/ 508 w 428"/>
                  <a:gd name="T7" fmla="*/ 56 h 33"/>
                  <a:gd name="T8" fmla="*/ 283 w 428"/>
                  <a:gd name="T9" fmla="*/ 56 h 33"/>
                  <a:gd name="T10" fmla="*/ 100 w 428"/>
                  <a:gd name="T11" fmla="*/ 42 h 33"/>
                  <a:gd name="T12" fmla="*/ 12 w 428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8" h="33">
                    <a:moveTo>
                      <a:pt x="0" y="0"/>
                    </a:moveTo>
                    <a:cubicBezTo>
                      <a:pt x="46" y="29"/>
                      <a:pt x="142" y="11"/>
                      <a:pt x="196" y="14"/>
                    </a:cubicBezTo>
                    <a:cubicBezTo>
                      <a:pt x="274" y="17"/>
                      <a:pt x="351" y="4"/>
                      <a:pt x="428" y="2"/>
                    </a:cubicBezTo>
                    <a:cubicBezTo>
                      <a:pt x="381" y="17"/>
                      <a:pt x="343" y="31"/>
                      <a:pt x="292" y="31"/>
                    </a:cubicBezTo>
                    <a:cubicBezTo>
                      <a:pt x="249" y="31"/>
                      <a:pt x="205" y="33"/>
                      <a:pt x="162" y="31"/>
                    </a:cubicBezTo>
                    <a:cubicBezTo>
                      <a:pt x="127" y="29"/>
                      <a:pt x="90" y="32"/>
                      <a:pt x="57" y="24"/>
                    </a:cubicBezTo>
                    <a:cubicBezTo>
                      <a:pt x="37" y="19"/>
                      <a:pt x="25" y="5"/>
                      <a:pt x="7" y="0"/>
                    </a:cubicBezTo>
                  </a:path>
                </a:pathLst>
              </a:custGeom>
              <a:solidFill>
                <a:srgbClr val="F98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32" name="Freeform 710">
                <a:extLst>
                  <a:ext uri="{FF2B5EF4-FFF2-40B4-BE49-F238E27FC236}">
                    <a16:creationId xmlns:a16="http://schemas.microsoft.com/office/drawing/2014/main" id="{66889A8B-C118-44CE-A1C3-91E54B6BE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273"/>
                <a:ext cx="299" cy="11"/>
              </a:xfrm>
              <a:custGeom>
                <a:avLst/>
                <a:gdLst>
                  <a:gd name="T0" fmla="*/ 1 w 248"/>
                  <a:gd name="T1" fmla="*/ 9 h 9"/>
                  <a:gd name="T2" fmla="*/ 86 w 248"/>
                  <a:gd name="T3" fmla="*/ 11 h 9"/>
                  <a:gd name="T4" fmla="*/ 224 w 248"/>
                  <a:gd name="T5" fmla="*/ 13 h 9"/>
                  <a:gd name="T6" fmla="*/ 434 w 248"/>
                  <a:gd name="T7" fmla="*/ 0 h 9"/>
                  <a:gd name="T8" fmla="*/ 309 w 248"/>
                  <a:gd name="T9" fmla="*/ 2 h 9"/>
                  <a:gd name="T10" fmla="*/ 184 w 248"/>
                  <a:gd name="T11" fmla="*/ 2 h 9"/>
                  <a:gd name="T12" fmla="*/ 54 w 248"/>
                  <a:gd name="T13" fmla="*/ 7 h 9"/>
                  <a:gd name="T14" fmla="*/ 0 w 248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8" h="9">
                    <a:moveTo>
                      <a:pt x="1" y="5"/>
                    </a:moveTo>
                    <a:cubicBezTo>
                      <a:pt x="17" y="5"/>
                      <a:pt x="33" y="5"/>
                      <a:pt x="49" y="6"/>
                    </a:cubicBezTo>
                    <a:cubicBezTo>
                      <a:pt x="75" y="7"/>
                      <a:pt x="102" y="6"/>
                      <a:pt x="128" y="7"/>
                    </a:cubicBezTo>
                    <a:cubicBezTo>
                      <a:pt x="169" y="9"/>
                      <a:pt x="211" y="6"/>
                      <a:pt x="248" y="0"/>
                    </a:cubicBezTo>
                    <a:cubicBezTo>
                      <a:pt x="225" y="0"/>
                      <a:pt x="200" y="2"/>
                      <a:pt x="176" y="2"/>
                    </a:cubicBezTo>
                    <a:cubicBezTo>
                      <a:pt x="153" y="2"/>
                      <a:pt x="128" y="2"/>
                      <a:pt x="105" y="2"/>
                    </a:cubicBezTo>
                    <a:cubicBezTo>
                      <a:pt x="80" y="2"/>
                      <a:pt x="56" y="3"/>
                      <a:pt x="31" y="4"/>
                    </a:cubicBezTo>
                    <a:cubicBezTo>
                      <a:pt x="22" y="4"/>
                      <a:pt x="8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33" name="Freeform 711">
                <a:extLst>
                  <a:ext uri="{FF2B5EF4-FFF2-40B4-BE49-F238E27FC236}">
                    <a16:creationId xmlns:a16="http://schemas.microsoft.com/office/drawing/2014/main" id="{99B69904-2727-45ED-B694-AF569BD9C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987"/>
                <a:ext cx="1114" cy="986"/>
              </a:xfrm>
              <a:custGeom>
                <a:avLst/>
                <a:gdLst>
                  <a:gd name="T0" fmla="*/ 1591 w 925"/>
                  <a:gd name="T1" fmla="*/ 762 h 815"/>
                  <a:gd name="T2" fmla="*/ 8 w 925"/>
                  <a:gd name="T3" fmla="*/ 36 h 815"/>
                  <a:gd name="T4" fmla="*/ 2 w 925"/>
                  <a:gd name="T5" fmla="*/ 36 h 815"/>
                  <a:gd name="T6" fmla="*/ 2 w 925"/>
                  <a:gd name="T7" fmla="*/ 323 h 815"/>
                  <a:gd name="T8" fmla="*/ 7 w 925"/>
                  <a:gd name="T9" fmla="*/ 323 h 815"/>
                  <a:gd name="T10" fmla="*/ 175 w 925"/>
                  <a:gd name="T11" fmla="*/ 398 h 815"/>
                  <a:gd name="T12" fmla="*/ 177 w 925"/>
                  <a:gd name="T13" fmla="*/ 397 h 815"/>
                  <a:gd name="T14" fmla="*/ 257 w 925"/>
                  <a:gd name="T15" fmla="*/ 504 h 815"/>
                  <a:gd name="T16" fmla="*/ 258 w 925"/>
                  <a:gd name="T17" fmla="*/ 507 h 815"/>
                  <a:gd name="T18" fmla="*/ 299 w 925"/>
                  <a:gd name="T19" fmla="*/ 618 h 815"/>
                  <a:gd name="T20" fmla="*/ 300 w 925"/>
                  <a:gd name="T21" fmla="*/ 625 h 815"/>
                  <a:gd name="T22" fmla="*/ 310 w 925"/>
                  <a:gd name="T23" fmla="*/ 777 h 815"/>
                  <a:gd name="T24" fmla="*/ 310 w 925"/>
                  <a:gd name="T25" fmla="*/ 784 h 815"/>
                  <a:gd name="T26" fmla="*/ 283 w 925"/>
                  <a:gd name="T27" fmla="*/ 881 h 815"/>
                  <a:gd name="T28" fmla="*/ 282 w 925"/>
                  <a:gd name="T29" fmla="*/ 881 h 815"/>
                  <a:gd name="T30" fmla="*/ 178 w 925"/>
                  <a:gd name="T31" fmla="*/ 979 h 815"/>
                  <a:gd name="T32" fmla="*/ 178 w 925"/>
                  <a:gd name="T33" fmla="*/ 974 h 815"/>
                  <a:gd name="T34" fmla="*/ 2 w 925"/>
                  <a:gd name="T35" fmla="*/ 1007 h 815"/>
                  <a:gd name="T36" fmla="*/ 2 w 925"/>
                  <a:gd name="T37" fmla="*/ 1007 h 815"/>
                  <a:gd name="T38" fmla="*/ 2 w 925"/>
                  <a:gd name="T39" fmla="*/ 1007 h 815"/>
                  <a:gd name="T40" fmla="*/ 2 w 925"/>
                  <a:gd name="T41" fmla="*/ 1443 h 815"/>
                  <a:gd name="T42" fmla="*/ 0 w 925"/>
                  <a:gd name="T43" fmla="*/ 1443 h 815"/>
                  <a:gd name="T44" fmla="*/ 8 w 925"/>
                  <a:gd name="T45" fmla="*/ 1443 h 815"/>
                  <a:gd name="T46" fmla="*/ 1591 w 925"/>
                  <a:gd name="T47" fmla="*/ 762 h 81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25" h="815">
                    <a:moveTo>
                      <a:pt x="911" y="431"/>
                    </a:moveTo>
                    <a:cubicBezTo>
                      <a:pt x="895" y="0"/>
                      <a:pt x="163" y="21"/>
                      <a:pt x="5" y="21"/>
                    </a:cubicBezTo>
                    <a:cubicBezTo>
                      <a:pt x="4" y="21"/>
                      <a:pt x="3" y="21"/>
                      <a:pt x="2" y="21"/>
                    </a:cubicBezTo>
                    <a:cubicBezTo>
                      <a:pt x="2" y="183"/>
                      <a:pt x="2" y="183"/>
                      <a:pt x="2" y="183"/>
                    </a:cubicBezTo>
                    <a:cubicBezTo>
                      <a:pt x="3" y="183"/>
                      <a:pt x="3" y="183"/>
                      <a:pt x="4" y="183"/>
                    </a:cubicBezTo>
                    <a:cubicBezTo>
                      <a:pt x="31" y="235"/>
                      <a:pt x="87" y="228"/>
                      <a:pt x="100" y="225"/>
                    </a:cubicBezTo>
                    <a:cubicBezTo>
                      <a:pt x="100" y="226"/>
                      <a:pt x="100" y="224"/>
                      <a:pt x="101" y="224"/>
                    </a:cubicBezTo>
                    <a:cubicBezTo>
                      <a:pt x="89" y="281"/>
                      <a:pt x="136" y="285"/>
                      <a:pt x="147" y="285"/>
                    </a:cubicBezTo>
                    <a:cubicBezTo>
                      <a:pt x="147" y="286"/>
                      <a:pt x="147" y="285"/>
                      <a:pt x="148" y="286"/>
                    </a:cubicBezTo>
                    <a:cubicBezTo>
                      <a:pt x="143" y="321"/>
                      <a:pt x="164" y="342"/>
                      <a:pt x="171" y="349"/>
                    </a:cubicBezTo>
                    <a:cubicBezTo>
                      <a:pt x="171" y="350"/>
                      <a:pt x="172" y="352"/>
                      <a:pt x="172" y="353"/>
                    </a:cubicBezTo>
                    <a:cubicBezTo>
                      <a:pt x="152" y="385"/>
                      <a:pt x="171" y="428"/>
                      <a:pt x="177" y="439"/>
                    </a:cubicBezTo>
                    <a:cubicBezTo>
                      <a:pt x="177" y="441"/>
                      <a:pt x="177" y="442"/>
                      <a:pt x="177" y="443"/>
                    </a:cubicBezTo>
                    <a:cubicBezTo>
                      <a:pt x="141" y="462"/>
                      <a:pt x="156" y="489"/>
                      <a:pt x="162" y="498"/>
                    </a:cubicBezTo>
                    <a:cubicBezTo>
                      <a:pt x="161" y="499"/>
                      <a:pt x="162" y="497"/>
                      <a:pt x="161" y="498"/>
                    </a:cubicBezTo>
                    <a:cubicBezTo>
                      <a:pt x="114" y="496"/>
                      <a:pt x="103" y="544"/>
                      <a:pt x="102" y="553"/>
                    </a:cubicBezTo>
                    <a:cubicBezTo>
                      <a:pt x="101" y="554"/>
                      <a:pt x="102" y="550"/>
                      <a:pt x="102" y="550"/>
                    </a:cubicBezTo>
                    <a:cubicBezTo>
                      <a:pt x="42" y="512"/>
                      <a:pt x="2" y="569"/>
                      <a:pt x="2" y="569"/>
                    </a:cubicBezTo>
                    <a:cubicBezTo>
                      <a:pt x="2" y="569"/>
                      <a:pt x="2" y="569"/>
                      <a:pt x="2" y="569"/>
                    </a:cubicBezTo>
                    <a:cubicBezTo>
                      <a:pt x="2" y="569"/>
                      <a:pt x="2" y="569"/>
                      <a:pt x="2" y="569"/>
                    </a:cubicBezTo>
                    <a:cubicBezTo>
                      <a:pt x="2" y="815"/>
                      <a:pt x="2" y="815"/>
                      <a:pt x="2" y="815"/>
                    </a:cubicBezTo>
                    <a:cubicBezTo>
                      <a:pt x="0" y="815"/>
                      <a:pt x="0" y="815"/>
                      <a:pt x="0" y="815"/>
                    </a:cubicBezTo>
                    <a:cubicBezTo>
                      <a:pt x="2" y="815"/>
                      <a:pt x="3" y="815"/>
                      <a:pt x="5" y="815"/>
                    </a:cubicBezTo>
                    <a:cubicBezTo>
                      <a:pt x="163" y="815"/>
                      <a:pt x="925" y="807"/>
                      <a:pt x="911" y="43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34" name="Freeform 712">
                <a:extLst>
                  <a:ext uri="{FF2B5EF4-FFF2-40B4-BE49-F238E27FC236}">
                    <a16:creationId xmlns:a16="http://schemas.microsoft.com/office/drawing/2014/main" id="{42F12F19-CC45-4520-8D80-79D97DB6D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460"/>
                <a:ext cx="1027" cy="317"/>
              </a:xfrm>
              <a:custGeom>
                <a:avLst/>
                <a:gdLst>
                  <a:gd name="T0" fmla="*/ 1464 w 853"/>
                  <a:gd name="T1" fmla="*/ 48 h 262"/>
                  <a:gd name="T2" fmla="*/ 1328 w 853"/>
                  <a:gd name="T3" fmla="*/ 33 h 262"/>
                  <a:gd name="T4" fmla="*/ 1114 w 853"/>
                  <a:gd name="T5" fmla="*/ 70 h 262"/>
                  <a:gd name="T6" fmla="*/ 883 w 853"/>
                  <a:gd name="T7" fmla="*/ 99 h 262"/>
                  <a:gd name="T8" fmla="*/ 551 w 853"/>
                  <a:gd name="T9" fmla="*/ 92 h 262"/>
                  <a:gd name="T10" fmla="*/ 326 w 853"/>
                  <a:gd name="T11" fmla="*/ 125 h 262"/>
                  <a:gd name="T12" fmla="*/ 265 w 853"/>
                  <a:gd name="T13" fmla="*/ 145 h 262"/>
                  <a:gd name="T14" fmla="*/ 279 w 853"/>
                  <a:gd name="T15" fmla="*/ 188 h 262"/>
                  <a:gd name="T16" fmla="*/ 277 w 853"/>
                  <a:gd name="T17" fmla="*/ 188 h 262"/>
                  <a:gd name="T18" fmla="*/ 173 w 853"/>
                  <a:gd name="T19" fmla="*/ 287 h 262"/>
                  <a:gd name="T20" fmla="*/ 173 w 853"/>
                  <a:gd name="T21" fmla="*/ 281 h 262"/>
                  <a:gd name="T22" fmla="*/ 0 w 853"/>
                  <a:gd name="T23" fmla="*/ 313 h 262"/>
                  <a:gd name="T24" fmla="*/ 0 w 853"/>
                  <a:gd name="T25" fmla="*/ 315 h 262"/>
                  <a:gd name="T26" fmla="*/ 0 w 853"/>
                  <a:gd name="T27" fmla="*/ 315 h 262"/>
                  <a:gd name="T28" fmla="*/ 0 w 853"/>
                  <a:gd name="T29" fmla="*/ 438 h 262"/>
                  <a:gd name="T30" fmla="*/ 144 w 853"/>
                  <a:gd name="T31" fmla="*/ 454 h 262"/>
                  <a:gd name="T32" fmla="*/ 720 w 853"/>
                  <a:gd name="T33" fmla="*/ 446 h 262"/>
                  <a:gd name="T34" fmla="*/ 1121 w 853"/>
                  <a:gd name="T35" fmla="*/ 396 h 262"/>
                  <a:gd name="T36" fmla="*/ 1428 w 853"/>
                  <a:gd name="T37" fmla="*/ 243 h 262"/>
                  <a:gd name="T38" fmla="*/ 1464 w 853"/>
                  <a:gd name="T39" fmla="*/ 48 h 2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53" h="262">
                    <a:moveTo>
                      <a:pt x="839" y="27"/>
                    </a:moveTo>
                    <a:cubicBezTo>
                      <a:pt x="833" y="8"/>
                      <a:pt x="799" y="0"/>
                      <a:pt x="761" y="18"/>
                    </a:cubicBezTo>
                    <a:cubicBezTo>
                      <a:pt x="729" y="34"/>
                      <a:pt x="669" y="29"/>
                      <a:pt x="638" y="40"/>
                    </a:cubicBezTo>
                    <a:cubicBezTo>
                      <a:pt x="574" y="62"/>
                      <a:pt x="535" y="55"/>
                      <a:pt x="506" y="56"/>
                    </a:cubicBezTo>
                    <a:cubicBezTo>
                      <a:pt x="443" y="57"/>
                      <a:pt x="379" y="53"/>
                      <a:pt x="316" y="52"/>
                    </a:cubicBezTo>
                    <a:cubicBezTo>
                      <a:pt x="273" y="51"/>
                      <a:pt x="228" y="57"/>
                      <a:pt x="187" y="70"/>
                    </a:cubicBezTo>
                    <a:cubicBezTo>
                      <a:pt x="175" y="74"/>
                      <a:pt x="163" y="78"/>
                      <a:pt x="152" y="82"/>
                    </a:cubicBezTo>
                    <a:cubicBezTo>
                      <a:pt x="151" y="96"/>
                      <a:pt x="157" y="103"/>
                      <a:pt x="160" y="106"/>
                    </a:cubicBezTo>
                    <a:cubicBezTo>
                      <a:pt x="159" y="107"/>
                      <a:pt x="159" y="105"/>
                      <a:pt x="159" y="106"/>
                    </a:cubicBezTo>
                    <a:cubicBezTo>
                      <a:pt x="112" y="105"/>
                      <a:pt x="101" y="153"/>
                      <a:pt x="100" y="162"/>
                    </a:cubicBezTo>
                    <a:cubicBezTo>
                      <a:pt x="99" y="162"/>
                      <a:pt x="100" y="159"/>
                      <a:pt x="100" y="159"/>
                    </a:cubicBezTo>
                    <a:cubicBezTo>
                      <a:pt x="40" y="121"/>
                      <a:pt x="0" y="177"/>
                      <a:pt x="0" y="177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30" y="254"/>
                      <a:pt x="62" y="256"/>
                      <a:pt x="83" y="256"/>
                    </a:cubicBezTo>
                    <a:cubicBezTo>
                      <a:pt x="194" y="254"/>
                      <a:pt x="302" y="262"/>
                      <a:pt x="413" y="252"/>
                    </a:cubicBezTo>
                    <a:cubicBezTo>
                      <a:pt x="490" y="245"/>
                      <a:pt x="566" y="240"/>
                      <a:pt x="642" y="223"/>
                    </a:cubicBezTo>
                    <a:cubicBezTo>
                      <a:pt x="701" y="210"/>
                      <a:pt x="776" y="183"/>
                      <a:pt x="818" y="137"/>
                    </a:cubicBezTo>
                    <a:cubicBezTo>
                      <a:pt x="848" y="105"/>
                      <a:pt x="853" y="70"/>
                      <a:pt x="839" y="27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35" name="Freeform 713">
                <a:extLst>
                  <a:ext uri="{FF2B5EF4-FFF2-40B4-BE49-F238E27FC236}">
                    <a16:creationId xmlns:a16="http://schemas.microsoft.com/office/drawing/2014/main" id="{63F49F63-4EB4-422D-8297-2A90CDAD9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489"/>
                <a:ext cx="1081" cy="233"/>
              </a:xfrm>
              <a:custGeom>
                <a:avLst/>
                <a:gdLst>
                  <a:gd name="T0" fmla="*/ 1541 w 898"/>
                  <a:gd name="T1" fmla="*/ 170 h 193"/>
                  <a:gd name="T2" fmla="*/ 1286 w 898"/>
                  <a:gd name="T3" fmla="*/ 52 h 193"/>
                  <a:gd name="T4" fmla="*/ 1095 w 898"/>
                  <a:gd name="T5" fmla="*/ 111 h 193"/>
                  <a:gd name="T6" fmla="*/ 773 w 898"/>
                  <a:gd name="T7" fmla="*/ 153 h 193"/>
                  <a:gd name="T8" fmla="*/ 368 w 898"/>
                  <a:gd name="T9" fmla="*/ 190 h 193"/>
                  <a:gd name="T10" fmla="*/ 187 w 898"/>
                  <a:gd name="T11" fmla="*/ 202 h 193"/>
                  <a:gd name="T12" fmla="*/ 171 w 898"/>
                  <a:gd name="T13" fmla="*/ 244 h 193"/>
                  <a:gd name="T14" fmla="*/ 171 w 898"/>
                  <a:gd name="T15" fmla="*/ 238 h 193"/>
                  <a:gd name="T16" fmla="*/ 6 w 898"/>
                  <a:gd name="T17" fmla="*/ 261 h 193"/>
                  <a:gd name="T18" fmla="*/ 0 w 898"/>
                  <a:gd name="T19" fmla="*/ 298 h 193"/>
                  <a:gd name="T20" fmla="*/ 648 w 898"/>
                  <a:gd name="T21" fmla="*/ 330 h 193"/>
                  <a:gd name="T22" fmla="*/ 1118 w 898"/>
                  <a:gd name="T23" fmla="*/ 296 h 193"/>
                  <a:gd name="T24" fmla="*/ 1541 w 898"/>
                  <a:gd name="T25" fmla="*/ 170 h 1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8" h="193">
                    <a:moveTo>
                      <a:pt x="883" y="97"/>
                    </a:moveTo>
                    <a:cubicBezTo>
                      <a:pt x="898" y="70"/>
                      <a:pt x="836" y="0"/>
                      <a:pt x="737" y="30"/>
                    </a:cubicBezTo>
                    <a:cubicBezTo>
                      <a:pt x="701" y="41"/>
                      <a:pt x="664" y="56"/>
                      <a:pt x="628" y="63"/>
                    </a:cubicBezTo>
                    <a:cubicBezTo>
                      <a:pt x="555" y="75"/>
                      <a:pt x="517" y="89"/>
                      <a:pt x="443" y="87"/>
                    </a:cubicBezTo>
                    <a:cubicBezTo>
                      <a:pt x="373" y="86"/>
                      <a:pt x="279" y="93"/>
                      <a:pt x="211" y="108"/>
                    </a:cubicBezTo>
                    <a:cubicBezTo>
                      <a:pt x="174" y="116"/>
                      <a:pt x="159" y="112"/>
                      <a:pt x="107" y="114"/>
                    </a:cubicBezTo>
                    <a:cubicBezTo>
                      <a:pt x="101" y="124"/>
                      <a:pt x="99" y="134"/>
                      <a:pt x="98" y="138"/>
                    </a:cubicBezTo>
                    <a:cubicBezTo>
                      <a:pt x="97" y="139"/>
                      <a:pt x="99" y="135"/>
                      <a:pt x="98" y="135"/>
                    </a:cubicBezTo>
                    <a:cubicBezTo>
                      <a:pt x="51" y="105"/>
                      <a:pt x="16" y="135"/>
                      <a:pt x="3" y="148"/>
                    </a:cubicBezTo>
                    <a:cubicBezTo>
                      <a:pt x="0" y="170"/>
                      <a:pt x="0" y="170"/>
                      <a:pt x="0" y="170"/>
                    </a:cubicBezTo>
                    <a:cubicBezTo>
                      <a:pt x="76" y="188"/>
                      <a:pt x="294" y="182"/>
                      <a:pt x="371" y="187"/>
                    </a:cubicBezTo>
                    <a:cubicBezTo>
                      <a:pt x="460" y="193"/>
                      <a:pt x="554" y="190"/>
                      <a:pt x="641" y="168"/>
                    </a:cubicBezTo>
                    <a:cubicBezTo>
                      <a:pt x="682" y="157"/>
                      <a:pt x="858" y="138"/>
                      <a:pt x="883" y="97"/>
                    </a:cubicBezTo>
                    <a:close/>
                  </a:path>
                </a:pathLst>
              </a:custGeom>
              <a:solidFill>
                <a:srgbClr val="BF1C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36" name="Freeform 714">
                <a:extLst>
                  <a:ext uri="{FF2B5EF4-FFF2-40B4-BE49-F238E27FC236}">
                    <a16:creationId xmlns:a16="http://schemas.microsoft.com/office/drawing/2014/main" id="{A51C7F96-CEE3-49D2-9C0E-A23A25CD9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012"/>
                <a:ext cx="352" cy="961"/>
              </a:xfrm>
              <a:custGeom>
                <a:avLst/>
                <a:gdLst>
                  <a:gd name="T0" fmla="*/ 8 w 292"/>
                  <a:gd name="T1" fmla="*/ 0 h 794"/>
                  <a:gd name="T2" fmla="*/ 2 w 292"/>
                  <a:gd name="T3" fmla="*/ 0 h 794"/>
                  <a:gd name="T4" fmla="*/ 2 w 292"/>
                  <a:gd name="T5" fmla="*/ 287 h 794"/>
                  <a:gd name="T6" fmla="*/ 282 w 292"/>
                  <a:gd name="T7" fmla="*/ 556 h 794"/>
                  <a:gd name="T8" fmla="*/ 2 w 292"/>
                  <a:gd name="T9" fmla="*/ 834 h 794"/>
                  <a:gd name="T10" fmla="*/ 2 w 292"/>
                  <a:gd name="T11" fmla="*/ 1408 h 794"/>
                  <a:gd name="T12" fmla="*/ 0 w 292"/>
                  <a:gd name="T13" fmla="*/ 1408 h 794"/>
                  <a:gd name="T14" fmla="*/ 8 w 292"/>
                  <a:gd name="T15" fmla="*/ 1408 h 794"/>
                  <a:gd name="T16" fmla="*/ 511 w 292"/>
                  <a:gd name="T17" fmla="*/ 704 h 794"/>
                  <a:gd name="T18" fmla="*/ 8 w 292"/>
                  <a:gd name="T19" fmla="*/ 0 h 7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2" h="794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100" y="163"/>
                      <a:pt x="161" y="259"/>
                      <a:pt x="161" y="313"/>
                    </a:cubicBezTo>
                    <a:cubicBezTo>
                      <a:pt x="161" y="382"/>
                      <a:pt x="100" y="469"/>
                      <a:pt x="2" y="470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3" y="794"/>
                      <a:pt x="5" y="794"/>
                    </a:cubicBezTo>
                    <a:cubicBezTo>
                      <a:pt x="163" y="794"/>
                      <a:pt x="292" y="616"/>
                      <a:pt x="292" y="397"/>
                    </a:cubicBezTo>
                    <a:cubicBezTo>
                      <a:pt x="292" y="178"/>
                      <a:pt x="163" y="0"/>
                      <a:pt x="5" y="0"/>
                    </a:cubicBezTo>
                    <a:close/>
                  </a:path>
                </a:pathLst>
              </a:custGeom>
              <a:solidFill>
                <a:srgbClr val="723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37" name="Rectangle 715">
                <a:extLst>
                  <a:ext uri="{FF2B5EF4-FFF2-40B4-BE49-F238E27FC236}">
                    <a16:creationId xmlns:a16="http://schemas.microsoft.com/office/drawing/2014/main" id="{E3686B1B-3F2A-463A-8F76-24E50AD77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166"/>
                <a:ext cx="844" cy="42"/>
              </a:xfrm>
              <a:prstGeom prst="rect">
                <a:avLst/>
              </a:pr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38" name="Freeform 716">
                <a:extLst>
                  <a:ext uri="{FF2B5EF4-FFF2-40B4-BE49-F238E27FC236}">
                    <a16:creationId xmlns:a16="http://schemas.microsoft.com/office/drawing/2014/main" id="{E7CC92A9-EF0C-4937-A42F-EB37BE97A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581"/>
                <a:ext cx="842" cy="237"/>
              </a:xfrm>
              <a:custGeom>
                <a:avLst/>
                <a:gdLst>
                  <a:gd name="T0" fmla="*/ 1218 w 700"/>
                  <a:gd name="T1" fmla="*/ 347 h 196"/>
                  <a:gd name="T2" fmla="*/ 0 w 700"/>
                  <a:gd name="T3" fmla="*/ 347 h 196"/>
                  <a:gd name="T4" fmla="*/ 0 w 700"/>
                  <a:gd name="T5" fmla="*/ 138 h 196"/>
                  <a:gd name="T6" fmla="*/ 1218 w 700"/>
                  <a:gd name="T7" fmla="*/ 0 h 196"/>
                  <a:gd name="T8" fmla="*/ 1218 w 700"/>
                  <a:gd name="T9" fmla="*/ 347 h 1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0" h="196">
                    <a:moveTo>
                      <a:pt x="700" y="196"/>
                    </a:moveTo>
                    <a:cubicBezTo>
                      <a:pt x="0" y="196"/>
                      <a:pt x="0" y="196"/>
                      <a:pt x="0" y="196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635" y="51"/>
                      <a:pt x="700" y="0"/>
                    </a:cubicBezTo>
                    <a:lnTo>
                      <a:pt x="700" y="196"/>
                    </a:lnTo>
                    <a:close/>
                  </a:path>
                </a:pathLst>
              </a:cu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39" name="Freeform 717">
                <a:extLst>
                  <a:ext uri="{FF2B5EF4-FFF2-40B4-BE49-F238E27FC236}">
                    <a16:creationId xmlns:a16="http://schemas.microsoft.com/office/drawing/2014/main" id="{DA367762-9C81-4AD4-ADFC-28F380611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1149"/>
                <a:ext cx="109" cy="116"/>
              </a:xfrm>
              <a:custGeom>
                <a:avLst/>
                <a:gdLst>
                  <a:gd name="T0" fmla="*/ 0 w 90"/>
                  <a:gd name="T1" fmla="*/ 86 h 96"/>
                  <a:gd name="T2" fmla="*/ 160 w 90"/>
                  <a:gd name="T3" fmla="*/ 85 h 96"/>
                  <a:gd name="T4" fmla="*/ 0 w 90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96">
                    <a:moveTo>
                      <a:pt x="0" y="49"/>
                    </a:moveTo>
                    <a:cubicBezTo>
                      <a:pt x="0" y="49"/>
                      <a:pt x="35" y="0"/>
                      <a:pt x="90" y="48"/>
                    </a:cubicBezTo>
                    <a:cubicBezTo>
                      <a:pt x="90" y="48"/>
                      <a:pt x="49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40" name="Oval 718">
                <a:extLst>
                  <a:ext uri="{FF2B5EF4-FFF2-40B4-BE49-F238E27FC236}">
                    <a16:creationId xmlns:a16="http://schemas.microsoft.com/office/drawing/2014/main" id="{2E451554-2A0D-464A-9475-6BDF1F7FB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200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41" name="Freeform 719">
                <a:extLst>
                  <a:ext uri="{FF2B5EF4-FFF2-40B4-BE49-F238E27FC236}">
                    <a16:creationId xmlns:a16="http://schemas.microsoft.com/office/drawing/2014/main" id="{B5D4A6A2-3F5B-4B84-B944-F951BE492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143"/>
                <a:ext cx="101" cy="121"/>
              </a:xfrm>
              <a:custGeom>
                <a:avLst/>
                <a:gdLst>
                  <a:gd name="T0" fmla="*/ 0 w 84"/>
                  <a:gd name="T1" fmla="*/ 93 h 100"/>
                  <a:gd name="T2" fmla="*/ 145 w 84"/>
                  <a:gd name="T3" fmla="*/ 96 h 100"/>
                  <a:gd name="T4" fmla="*/ 0 w 84"/>
                  <a:gd name="T5" fmla="*/ 9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00">
                    <a:moveTo>
                      <a:pt x="0" y="53"/>
                    </a:moveTo>
                    <a:cubicBezTo>
                      <a:pt x="0" y="53"/>
                      <a:pt x="46" y="0"/>
                      <a:pt x="84" y="54"/>
                    </a:cubicBezTo>
                    <a:cubicBezTo>
                      <a:pt x="84" y="54"/>
                      <a:pt x="48" y="100"/>
                      <a:pt x="0" y="53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42" name="Oval 720">
                <a:extLst>
                  <a:ext uri="{FF2B5EF4-FFF2-40B4-BE49-F238E27FC236}">
                    <a16:creationId xmlns:a16="http://schemas.microsoft.com/office/drawing/2014/main" id="{BC4A3F6D-D39A-4D0F-A91D-A0421A661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3" y="1200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43" name="Freeform 721">
                <a:extLst>
                  <a:ext uri="{FF2B5EF4-FFF2-40B4-BE49-F238E27FC236}">
                    <a16:creationId xmlns:a16="http://schemas.microsoft.com/office/drawing/2014/main" id="{FFC96DDF-42E9-4541-BF64-2F3CD0E41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150"/>
                <a:ext cx="142" cy="115"/>
              </a:xfrm>
              <a:custGeom>
                <a:avLst/>
                <a:gdLst>
                  <a:gd name="T0" fmla="*/ 0 w 118"/>
                  <a:gd name="T1" fmla="*/ 85 h 95"/>
                  <a:gd name="T2" fmla="*/ 206 w 118"/>
                  <a:gd name="T3" fmla="*/ 85 h 95"/>
                  <a:gd name="T4" fmla="*/ 0 w 118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95">
                    <a:moveTo>
                      <a:pt x="0" y="48"/>
                    </a:moveTo>
                    <a:cubicBezTo>
                      <a:pt x="0" y="48"/>
                      <a:pt x="63" y="0"/>
                      <a:pt x="118" y="48"/>
                    </a:cubicBezTo>
                    <a:cubicBezTo>
                      <a:pt x="118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44" name="Oval 722">
                <a:extLst>
                  <a:ext uri="{FF2B5EF4-FFF2-40B4-BE49-F238E27FC236}">
                    <a16:creationId xmlns:a16="http://schemas.microsoft.com/office/drawing/2014/main" id="{F350B35F-30CF-4A4A-BD2C-C255550E5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3" y="1200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45" name="Freeform 723">
                <a:extLst>
                  <a:ext uri="{FF2B5EF4-FFF2-40B4-BE49-F238E27FC236}">
                    <a16:creationId xmlns:a16="http://schemas.microsoft.com/office/drawing/2014/main" id="{493339E1-EFBB-4C6B-9720-EF5CDF556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150"/>
                <a:ext cx="131" cy="115"/>
              </a:xfrm>
              <a:custGeom>
                <a:avLst/>
                <a:gdLst>
                  <a:gd name="T0" fmla="*/ 0 w 109"/>
                  <a:gd name="T1" fmla="*/ 85 h 95"/>
                  <a:gd name="T2" fmla="*/ 189 w 109"/>
                  <a:gd name="T3" fmla="*/ 85 h 95"/>
                  <a:gd name="T4" fmla="*/ 0 w 109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95">
                    <a:moveTo>
                      <a:pt x="0" y="48"/>
                    </a:moveTo>
                    <a:cubicBezTo>
                      <a:pt x="0" y="48"/>
                      <a:pt x="55" y="0"/>
                      <a:pt x="109" y="48"/>
                    </a:cubicBezTo>
                    <a:cubicBezTo>
                      <a:pt x="109" y="48"/>
                      <a:pt x="48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46" name="Oval 724">
                <a:extLst>
                  <a:ext uri="{FF2B5EF4-FFF2-40B4-BE49-F238E27FC236}">
                    <a16:creationId xmlns:a16="http://schemas.microsoft.com/office/drawing/2014/main" id="{55D43668-1E47-430D-8742-2B453EFFF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200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47" name="Freeform 725">
                <a:extLst>
                  <a:ext uri="{FF2B5EF4-FFF2-40B4-BE49-F238E27FC236}">
                    <a16:creationId xmlns:a16="http://schemas.microsoft.com/office/drawing/2014/main" id="{127B9F00-FBAC-46AB-BE7D-B178FFBC7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149"/>
                <a:ext cx="135" cy="116"/>
              </a:xfrm>
              <a:custGeom>
                <a:avLst/>
                <a:gdLst>
                  <a:gd name="T0" fmla="*/ 0 w 112"/>
                  <a:gd name="T1" fmla="*/ 86 h 96"/>
                  <a:gd name="T2" fmla="*/ 196 w 112"/>
                  <a:gd name="T3" fmla="*/ 86 h 96"/>
                  <a:gd name="T4" fmla="*/ 0 w 112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96">
                    <a:moveTo>
                      <a:pt x="0" y="49"/>
                    </a:moveTo>
                    <a:cubicBezTo>
                      <a:pt x="0" y="49"/>
                      <a:pt x="57" y="0"/>
                      <a:pt x="112" y="49"/>
                    </a:cubicBezTo>
                    <a:cubicBezTo>
                      <a:pt x="112" y="49"/>
                      <a:pt x="49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48" name="Oval 726">
                <a:extLst>
                  <a:ext uri="{FF2B5EF4-FFF2-40B4-BE49-F238E27FC236}">
                    <a16:creationId xmlns:a16="http://schemas.microsoft.com/office/drawing/2014/main" id="{3193324A-17F1-4940-8DAC-771AD4158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1200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49" name="Freeform 727">
                <a:extLst>
                  <a:ext uri="{FF2B5EF4-FFF2-40B4-BE49-F238E27FC236}">
                    <a16:creationId xmlns:a16="http://schemas.microsoft.com/office/drawing/2014/main" id="{D151A8A9-1EA6-4612-A3EC-47C98B751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150"/>
                <a:ext cx="107" cy="115"/>
              </a:xfrm>
              <a:custGeom>
                <a:avLst/>
                <a:gdLst>
                  <a:gd name="T0" fmla="*/ 0 w 89"/>
                  <a:gd name="T1" fmla="*/ 85 h 95"/>
                  <a:gd name="T2" fmla="*/ 155 w 89"/>
                  <a:gd name="T3" fmla="*/ 85 h 95"/>
                  <a:gd name="T4" fmla="*/ 0 w 89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5">
                    <a:moveTo>
                      <a:pt x="0" y="48"/>
                    </a:moveTo>
                    <a:cubicBezTo>
                      <a:pt x="0" y="48"/>
                      <a:pt x="35" y="0"/>
                      <a:pt x="89" y="48"/>
                    </a:cubicBezTo>
                    <a:cubicBezTo>
                      <a:pt x="89" y="48"/>
                      <a:pt x="48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50" name="Oval 728">
                <a:extLst>
                  <a:ext uri="{FF2B5EF4-FFF2-40B4-BE49-F238E27FC236}">
                    <a16:creationId xmlns:a16="http://schemas.microsoft.com/office/drawing/2014/main" id="{0E246EDF-7B3D-4AA5-82E6-9ABFF07BA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200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51" name="Freeform 729">
                <a:extLst>
                  <a:ext uri="{FF2B5EF4-FFF2-40B4-BE49-F238E27FC236}">
                    <a16:creationId xmlns:a16="http://schemas.microsoft.com/office/drawing/2014/main" id="{749CD58C-84C6-4CE8-B0B8-ED9B64762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150"/>
                <a:ext cx="121" cy="115"/>
              </a:xfrm>
              <a:custGeom>
                <a:avLst/>
                <a:gdLst>
                  <a:gd name="T0" fmla="*/ 0 w 100"/>
                  <a:gd name="T1" fmla="*/ 85 h 95"/>
                  <a:gd name="T2" fmla="*/ 177 w 100"/>
                  <a:gd name="T3" fmla="*/ 85 h 95"/>
                  <a:gd name="T4" fmla="*/ 0 w 100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95">
                    <a:moveTo>
                      <a:pt x="0" y="48"/>
                    </a:moveTo>
                    <a:cubicBezTo>
                      <a:pt x="0" y="48"/>
                      <a:pt x="46" y="0"/>
                      <a:pt x="100" y="48"/>
                    </a:cubicBezTo>
                    <a:cubicBezTo>
                      <a:pt x="100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52" name="Oval 730">
                <a:extLst>
                  <a:ext uri="{FF2B5EF4-FFF2-40B4-BE49-F238E27FC236}">
                    <a16:creationId xmlns:a16="http://schemas.microsoft.com/office/drawing/2014/main" id="{86268C02-C13A-43B6-B323-9F01B337C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200"/>
                <a:ext cx="35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53" name="Freeform 731">
                <a:extLst>
                  <a:ext uri="{FF2B5EF4-FFF2-40B4-BE49-F238E27FC236}">
                    <a16:creationId xmlns:a16="http://schemas.microsoft.com/office/drawing/2014/main" id="{653BB288-5B39-4735-A7F8-D43FAE810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616"/>
                <a:ext cx="93" cy="113"/>
              </a:xfrm>
              <a:custGeom>
                <a:avLst/>
                <a:gdLst>
                  <a:gd name="T0" fmla="*/ 0 w 78"/>
                  <a:gd name="T1" fmla="*/ 85 h 94"/>
                  <a:gd name="T2" fmla="*/ 132 w 78"/>
                  <a:gd name="T3" fmla="*/ 78 h 94"/>
                  <a:gd name="T4" fmla="*/ 0 w 78"/>
                  <a:gd name="T5" fmla="*/ 85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94">
                    <a:moveTo>
                      <a:pt x="0" y="49"/>
                    </a:moveTo>
                    <a:cubicBezTo>
                      <a:pt x="0" y="49"/>
                      <a:pt x="35" y="0"/>
                      <a:pt x="78" y="45"/>
                    </a:cubicBezTo>
                    <a:cubicBezTo>
                      <a:pt x="78" y="45"/>
                      <a:pt x="51" y="94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54" name="Freeform 732">
                <a:extLst>
                  <a:ext uri="{FF2B5EF4-FFF2-40B4-BE49-F238E27FC236}">
                    <a16:creationId xmlns:a16="http://schemas.microsoft.com/office/drawing/2014/main" id="{20381292-68EA-4D48-B6B3-68B8CD36B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664"/>
                <a:ext cx="35" cy="18"/>
              </a:xfrm>
              <a:custGeom>
                <a:avLst/>
                <a:gdLst>
                  <a:gd name="T0" fmla="*/ 51 w 29"/>
                  <a:gd name="T1" fmla="*/ 12 h 15"/>
                  <a:gd name="T2" fmla="*/ 27 w 29"/>
                  <a:gd name="T3" fmla="*/ 26 h 15"/>
                  <a:gd name="T4" fmla="*/ 0 w 29"/>
                  <a:gd name="T5" fmla="*/ 14 h 15"/>
                  <a:gd name="T6" fmla="*/ 25 w 29"/>
                  <a:gd name="T7" fmla="*/ 0 h 15"/>
                  <a:gd name="T8" fmla="*/ 51 w 29"/>
                  <a:gd name="T9" fmla="*/ 1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5">
                    <a:moveTo>
                      <a:pt x="29" y="7"/>
                    </a:moveTo>
                    <a:cubicBezTo>
                      <a:pt x="29" y="11"/>
                      <a:pt x="23" y="15"/>
                      <a:pt x="15" y="15"/>
                    </a:cubicBezTo>
                    <a:cubicBezTo>
                      <a:pt x="7" y="15"/>
                      <a:pt x="0" y="12"/>
                      <a:pt x="0" y="8"/>
                    </a:cubicBezTo>
                    <a:cubicBezTo>
                      <a:pt x="0" y="4"/>
                      <a:pt x="6" y="1"/>
                      <a:pt x="14" y="0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55" name="Freeform 733">
                <a:extLst>
                  <a:ext uri="{FF2B5EF4-FFF2-40B4-BE49-F238E27FC236}">
                    <a16:creationId xmlns:a16="http://schemas.microsoft.com/office/drawing/2014/main" id="{340C16F2-0CCD-4BDB-988D-6D5607DD4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610"/>
                <a:ext cx="122" cy="113"/>
              </a:xfrm>
              <a:custGeom>
                <a:avLst/>
                <a:gdLst>
                  <a:gd name="T0" fmla="*/ 0 w 101"/>
                  <a:gd name="T1" fmla="*/ 87 h 94"/>
                  <a:gd name="T2" fmla="*/ 178 w 101"/>
                  <a:gd name="T3" fmla="*/ 78 h 94"/>
                  <a:gd name="T4" fmla="*/ 0 w 101"/>
                  <a:gd name="T5" fmla="*/ 87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94">
                    <a:moveTo>
                      <a:pt x="0" y="50"/>
                    </a:moveTo>
                    <a:cubicBezTo>
                      <a:pt x="0" y="50"/>
                      <a:pt x="44" y="0"/>
                      <a:pt x="101" y="45"/>
                    </a:cubicBezTo>
                    <a:cubicBezTo>
                      <a:pt x="101" y="45"/>
                      <a:pt x="51" y="94"/>
                      <a:pt x="0" y="50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56" name="Freeform 734">
                <a:extLst>
                  <a:ext uri="{FF2B5EF4-FFF2-40B4-BE49-F238E27FC236}">
                    <a16:creationId xmlns:a16="http://schemas.microsoft.com/office/drawing/2014/main" id="{91C7CD8F-A0CF-4D18-BD53-19B83C888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1658"/>
                <a:ext cx="35" cy="18"/>
              </a:xfrm>
              <a:custGeom>
                <a:avLst/>
                <a:gdLst>
                  <a:gd name="T0" fmla="*/ 51 w 29"/>
                  <a:gd name="T1" fmla="*/ 12 h 15"/>
                  <a:gd name="T2" fmla="*/ 27 w 29"/>
                  <a:gd name="T3" fmla="*/ 26 h 15"/>
                  <a:gd name="T4" fmla="*/ 0 w 29"/>
                  <a:gd name="T5" fmla="*/ 14 h 15"/>
                  <a:gd name="T6" fmla="*/ 25 w 29"/>
                  <a:gd name="T7" fmla="*/ 0 h 15"/>
                  <a:gd name="T8" fmla="*/ 51 w 29"/>
                  <a:gd name="T9" fmla="*/ 1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5">
                    <a:moveTo>
                      <a:pt x="29" y="7"/>
                    </a:moveTo>
                    <a:cubicBezTo>
                      <a:pt x="29" y="11"/>
                      <a:pt x="23" y="14"/>
                      <a:pt x="15" y="15"/>
                    </a:cubicBezTo>
                    <a:cubicBezTo>
                      <a:pt x="7" y="15"/>
                      <a:pt x="1" y="12"/>
                      <a:pt x="0" y="8"/>
                    </a:cubicBezTo>
                    <a:cubicBezTo>
                      <a:pt x="0" y="4"/>
                      <a:pt x="6" y="1"/>
                      <a:pt x="14" y="0"/>
                    </a:cubicBezTo>
                    <a:cubicBezTo>
                      <a:pt x="22" y="0"/>
                      <a:pt x="29" y="2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57" name="Freeform 735">
                <a:extLst>
                  <a:ext uri="{FF2B5EF4-FFF2-40B4-BE49-F238E27FC236}">
                    <a16:creationId xmlns:a16="http://schemas.microsoft.com/office/drawing/2014/main" id="{6E2B7C36-D6F8-45CC-B256-C0A62EF62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604"/>
                <a:ext cx="128" cy="110"/>
              </a:xfrm>
              <a:custGeom>
                <a:avLst/>
                <a:gdLst>
                  <a:gd name="T0" fmla="*/ 0 w 106"/>
                  <a:gd name="T1" fmla="*/ 88 h 91"/>
                  <a:gd name="T2" fmla="*/ 187 w 106"/>
                  <a:gd name="T3" fmla="*/ 75 h 91"/>
                  <a:gd name="T4" fmla="*/ 0 w 106"/>
                  <a:gd name="T5" fmla="*/ 88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91">
                    <a:moveTo>
                      <a:pt x="0" y="50"/>
                    </a:moveTo>
                    <a:cubicBezTo>
                      <a:pt x="0" y="50"/>
                      <a:pt x="51" y="0"/>
                      <a:pt x="106" y="42"/>
                    </a:cubicBezTo>
                    <a:cubicBezTo>
                      <a:pt x="106" y="42"/>
                      <a:pt x="50" y="91"/>
                      <a:pt x="0" y="50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58" name="Freeform 736">
                <a:extLst>
                  <a:ext uri="{FF2B5EF4-FFF2-40B4-BE49-F238E27FC236}">
                    <a16:creationId xmlns:a16="http://schemas.microsoft.com/office/drawing/2014/main" id="{371472FE-E2FA-4AF5-BDCD-873F3776B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650"/>
                <a:ext cx="33" cy="19"/>
              </a:xfrm>
              <a:custGeom>
                <a:avLst/>
                <a:gdLst>
                  <a:gd name="T0" fmla="*/ 45 w 28"/>
                  <a:gd name="T1" fmla="*/ 12 h 16"/>
                  <a:gd name="T2" fmla="*/ 24 w 28"/>
                  <a:gd name="T3" fmla="*/ 25 h 16"/>
                  <a:gd name="T4" fmla="*/ 0 w 28"/>
                  <a:gd name="T5" fmla="*/ 15 h 16"/>
                  <a:gd name="T6" fmla="*/ 21 w 28"/>
                  <a:gd name="T7" fmla="*/ 1 h 16"/>
                  <a:gd name="T8" fmla="*/ 45 w 28"/>
                  <a:gd name="T9" fmla="*/ 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6">
                    <a:moveTo>
                      <a:pt x="27" y="7"/>
                    </a:moveTo>
                    <a:cubicBezTo>
                      <a:pt x="28" y="11"/>
                      <a:pt x="22" y="14"/>
                      <a:pt x="14" y="15"/>
                    </a:cubicBezTo>
                    <a:cubicBezTo>
                      <a:pt x="7" y="16"/>
                      <a:pt x="0" y="13"/>
                      <a:pt x="0" y="9"/>
                    </a:cubicBezTo>
                    <a:cubicBezTo>
                      <a:pt x="0" y="5"/>
                      <a:pt x="5" y="2"/>
                      <a:pt x="13" y="1"/>
                    </a:cubicBezTo>
                    <a:cubicBezTo>
                      <a:pt x="21" y="0"/>
                      <a:pt x="27" y="3"/>
                      <a:pt x="27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59" name="Freeform 737">
                <a:extLst>
                  <a:ext uri="{FF2B5EF4-FFF2-40B4-BE49-F238E27FC236}">
                    <a16:creationId xmlns:a16="http://schemas.microsoft.com/office/drawing/2014/main" id="{652A8E6A-BFC4-42D2-9272-F1BD4E43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592"/>
                <a:ext cx="130" cy="114"/>
              </a:xfrm>
              <a:custGeom>
                <a:avLst/>
                <a:gdLst>
                  <a:gd name="T0" fmla="*/ 0 w 108"/>
                  <a:gd name="T1" fmla="*/ 89 h 95"/>
                  <a:gd name="T2" fmla="*/ 188 w 108"/>
                  <a:gd name="T3" fmla="*/ 74 h 95"/>
                  <a:gd name="T4" fmla="*/ 0 w 108"/>
                  <a:gd name="T5" fmla="*/ 89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95">
                    <a:moveTo>
                      <a:pt x="0" y="52"/>
                    </a:moveTo>
                    <a:cubicBezTo>
                      <a:pt x="0" y="52"/>
                      <a:pt x="52" y="0"/>
                      <a:pt x="108" y="43"/>
                    </a:cubicBezTo>
                    <a:cubicBezTo>
                      <a:pt x="108" y="43"/>
                      <a:pt x="51" y="95"/>
                      <a:pt x="0" y="52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60" name="Freeform 738">
                <a:extLst>
                  <a:ext uri="{FF2B5EF4-FFF2-40B4-BE49-F238E27FC236}">
                    <a16:creationId xmlns:a16="http://schemas.microsoft.com/office/drawing/2014/main" id="{C8E9D90E-1573-4829-BEC9-D9DE49521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639"/>
                <a:ext cx="33" cy="18"/>
              </a:xfrm>
              <a:custGeom>
                <a:avLst/>
                <a:gdLst>
                  <a:gd name="T0" fmla="*/ 46 w 28"/>
                  <a:gd name="T1" fmla="*/ 12 h 15"/>
                  <a:gd name="T2" fmla="*/ 25 w 28"/>
                  <a:gd name="T3" fmla="*/ 26 h 15"/>
                  <a:gd name="T4" fmla="*/ 0 w 28"/>
                  <a:gd name="T5" fmla="*/ 16 h 15"/>
                  <a:gd name="T6" fmla="*/ 24 w 28"/>
                  <a:gd name="T7" fmla="*/ 1 h 15"/>
                  <a:gd name="T8" fmla="*/ 46 w 28"/>
                  <a:gd name="T9" fmla="*/ 1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5">
                    <a:moveTo>
                      <a:pt x="28" y="7"/>
                    </a:moveTo>
                    <a:cubicBezTo>
                      <a:pt x="28" y="11"/>
                      <a:pt x="22" y="14"/>
                      <a:pt x="15" y="15"/>
                    </a:cubicBezTo>
                    <a:cubicBezTo>
                      <a:pt x="7" y="15"/>
                      <a:pt x="0" y="13"/>
                      <a:pt x="0" y="9"/>
                    </a:cubicBezTo>
                    <a:cubicBezTo>
                      <a:pt x="0" y="5"/>
                      <a:pt x="6" y="1"/>
                      <a:pt x="14" y="1"/>
                    </a:cubicBezTo>
                    <a:cubicBezTo>
                      <a:pt x="21" y="0"/>
                      <a:pt x="28" y="3"/>
                      <a:pt x="28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61" name="Freeform 739">
                <a:extLst>
                  <a:ext uri="{FF2B5EF4-FFF2-40B4-BE49-F238E27FC236}">
                    <a16:creationId xmlns:a16="http://schemas.microsoft.com/office/drawing/2014/main" id="{9F809624-91E3-44E9-BED5-1F1EC0F00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583"/>
                <a:ext cx="114" cy="110"/>
              </a:xfrm>
              <a:custGeom>
                <a:avLst/>
                <a:gdLst>
                  <a:gd name="T0" fmla="*/ 0 w 95"/>
                  <a:gd name="T1" fmla="*/ 91 h 91"/>
                  <a:gd name="T2" fmla="*/ 164 w 95"/>
                  <a:gd name="T3" fmla="*/ 73 h 91"/>
                  <a:gd name="T4" fmla="*/ 0 w 95"/>
                  <a:gd name="T5" fmla="*/ 91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91">
                    <a:moveTo>
                      <a:pt x="0" y="51"/>
                    </a:moveTo>
                    <a:cubicBezTo>
                      <a:pt x="0" y="51"/>
                      <a:pt x="35" y="0"/>
                      <a:pt x="95" y="41"/>
                    </a:cubicBezTo>
                    <a:cubicBezTo>
                      <a:pt x="95" y="41"/>
                      <a:pt x="54" y="91"/>
                      <a:pt x="0" y="51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62" name="Freeform 740">
                <a:extLst>
                  <a:ext uri="{FF2B5EF4-FFF2-40B4-BE49-F238E27FC236}">
                    <a16:creationId xmlns:a16="http://schemas.microsoft.com/office/drawing/2014/main" id="{E1C13445-8768-45E8-8A50-41607F614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628"/>
                <a:ext cx="36" cy="19"/>
              </a:xfrm>
              <a:custGeom>
                <a:avLst/>
                <a:gdLst>
                  <a:gd name="T0" fmla="*/ 50 w 30"/>
                  <a:gd name="T1" fmla="*/ 10 h 16"/>
                  <a:gd name="T2" fmla="*/ 28 w 30"/>
                  <a:gd name="T3" fmla="*/ 25 h 16"/>
                  <a:gd name="T4" fmla="*/ 1 w 30"/>
                  <a:gd name="T5" fmla="*/ 17 h 16"/>
                  <a:gd name="T6" fmla="*/ 24 w 30"/>
                  <a:gd name="T7" fmla="*/ 1 h 16"/>
                  <a:gd name="T8" fmla="*/ 50 w 30"/>
                  <a:gd name="T9" fmla="*/ 1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29" y="6"/>
                    </a:moveTo>
                    <a:cubicBezTo>
                      <a:pt x="30" y="10"/>
                      <a:pt x="24" y="14"/>
                      <a:pt x="16" y="15"/>
                    </a:cubicBezTo>
                    <a:cubicBezTo>
                      <a:pt x="8" y="16"/>
                      <a:pt x="1" y="14"/>
                      <a:pt x="1" y="10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2" y="0"/>
                      <a:pt x="29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63" name="Freeform 741">
                <a:extLst>
                  <a:ext uri="{FF2B5EF4-FFF2-40B4-BE49-F238E27FC236}">
                    <a16:creationId xmlns:a16="http://schemas.microsoft.com/office/drawing/2014/main" id="{8E7A18A4-804B-4694-82BE-E16A77C92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565"/>
                <a:ext cx="136" cy="117"/>
              </a:xfrm>
              <a:custGeom>
                <a:avLst/>
                <a:gdLst>
                  <a:gd name="T0" fmla="*/ 0 w 113"/>
                  <a:gd name="T1" fmla="*/ 99 h 97"/>
                  <a:gd name="T2" fmla="*/ 197 w 113"/>
                  <a:gd name="T3" fmla="*/ 71 h 97"/>
                  <a:gd name="T4" fmla="*/ 0 w 113"/>
                  <a:gd name="T5" fmla="*/ 99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97">
                    <a:moveTo>
                      <a:pt x="0" y="56"/>
                    </a:moveTo>
                    <a:cubicBezTo>
                      <a:pt x="0" y="56"/>
                      <a:pt x="53" y="0"/>
                      <a:pt x="113" y="41"/>
                    </a:cubicBezTo>
                    <a:cubicBezTo>
                      <a:pt x="113" y="41"/>
                      <a:pt x="54" y="97"/>
                      <a:pt x="0" y="56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64" name="Freeform 742">
                <a:extLst>
                  <a:ext uri="{FF2B5EF4-FFF2-40B4-BE49-F238E27FC236}">
                    <a16:creationId xmlns:a16="http://schemas.microsoft.com/office/drawing/2014/main" id="{72622F78-9030-4DE6-AB6B-539007B56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613"/>
                <a:ext cx="36" cy="20"/>
              </a:xfrm>
              <a:custGeom>
                <a:avLst/>
                <a:gdLst>
                  <a:gd name="T0" fmla="*/ 50 w 30"/>
                  <a:gd name="T1" fmla="*/ 13 h 16"/>
                  <a:gd name="T2" fmla="*/ 28 w 30"/>
                  <a:gd name="T3" fmla="*/ 30 h 16"/>
                  <a:gd name="T4" fmla="*/ 1 w 30"/>
                  <a:gd name="T5" fmla="*/ 20 h 16"/>
                  <a:gd name="T6" fmla="*/ 24 w 30"/>
                  <a:gd name="T7" fmla="*/ 1 h 16"/>
                  <a:gd name="T8" fmla="*/ 50 w 30"/>
                  <a:gd name="T9" fmla="*/ 1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29" y="6"/>
                    </a:moveTo>
                    <a:cubicBezTo>
                      <a:pt x="30" y="10"/>
                      <a:pt x="24" y="14"/>
                      <a:pt x="16" y="15"/>
                    </a:cubicBezTo>
                    <a:cubicBezTo>
                      <a:pt x="8" y="16"/>
                      <a:pt x="1" y="14"/>
                      <a:pt x="1" y="10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2" y="0"/>
                      <a:pt x="29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65" name="Freeform 743">
                <a:extLst>
                  <a:ext uri="{FF2B5EF4-FFF2-40B4-BE49-F238E27FC236}">
                    <a16:creationId xmlns:a16="http://schemas.microsoft.com/office/drawing/2014/main" id="{B50CF59A-403B-43E1-95BB-2889B7DFB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544"/>
                <a:ext cx="119" cy="108"/>
              </a:xfrm>
              <a:custGeom>
                <a:avLst/>
                <a:gdLst>
                  <a:gd name="T0" fmla="*/ 0 w 99"/>
                  <a:gd name="T1" fmla="*/ 103 h 89"/>
                  <a:gd name="T2" fmla="*/ 172 w 99"/>
                  <a:gd name="T3" fmla="*/ 56 h 89"/>
                  <a:gd name="T4" fmla="*/ 0 w 99"/>
                  <a:gd name="T5" fmla="*/ 103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89">
                    <a:moveTo>
                      <a:pt x="0" y="58"/>
                    </a:moveTo>
                    <a:cubicBezTo>
                      <a:pt x="0" y="58"/>
                      <a:pt x="33" y="0"/>
                      <a:pt x="99" y="31"/>
                    </a:cubicBezTo>
                    <a:cubicBezTo>
                      <a:pt x="99" y="31"/>
                      <a:pt x="61" y="89"/>
                      <a:pt x="0" y="5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66" name="Freeform 744">
                <a:extLst>
                  <a:ext uri="{FF2B5EF4-FFF2-40B4-BE49-F238E27FC236}">
                    <a16:creationId xmlns:a16="http://schemas.microsoft.com/office/drawing/2014/main" id="{93109FF3-DAB5-4112-8FDC-A2A889CD3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589"/>
                <a:ext cx="36" cy="22"/>
              </a:xfrm>
              <a:custGeom>
                <a:avLst/>
                <a:gdLst>
                  <a:gd name="T0" fmla="*/ 50 w 30"/>
                  <a:gd name="T1" fmla="*/ 9 h 18"/>
                  <a:gd name="T2" fmla="*/ 31 w 30"/>
                  <a:gd name="T3" fmla="*/ 29 h 18"/>
                  <a:gd name="T4" fmla="*/ 2 w 30"/>
                  <a:gd name="T5" fmla="*/ 24 h 18"/>
                  <a:gd name="T6" fmla="*/ 23 w 30"/>
                  <a:gd name="T7" fmla="*/ 2 h 18"/>
                  <a:gd name="T8" fmla="*/ 50 w 30"/>
                  <a:gd name="T9" fmla="*/ 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29" y="5"/>
                    </a:moveTo>
                    <a:cubicBezTo>
                      <a:pt x="30" y="9"/>
                      <a:pt x="25" y="14"/>
                      <a:pt x="18" y="16"/>
                    </a:cubicBezTo>
                    <a:cubicBezTo>
                      <a:pt x="10" y="18"/>
                      <a:pt x="3" y="17"/>
                      <a:pt x="2" y="13"/>
                    </a:cubicBezTo>
                    <a:cubicBezTo>
                      <a:pt x="0" y="9"/>
                      <a:pt x="6" y="4"/>
                      <a:pt x="13" y="2"/>
                    </a:cubicBezTo>
                    <a:cubicBezTo>
                      <a:pt x="21" y="0"/>
                      <a:pt x="28" y="1"/>
                      <a:pt x="29" y="5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67" name="Freeform 745">
                <a:extLst>
                  <a:ext uri="{FF2B5EF4-FFF2-40B4-BE49-F238E27FC236}">
                    <a16:creationId xmlns:a16="http://schemas.microsoft.com/office/drawing/2014/main" id="{06B418AD-9E11-4B85-9580-12D415A53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497"/>
                <a:ext cx="127" cy="119"/>
              </a:xfrm>
              <a:custGeom>
                <a:avLst/>
                <a:gdLst>
                  <a:gd name="T0" fmla="*/ 0 w 106"/>
                  <a:gd name="T1" fmla="*/ 125 h 98"/>
                  <a:gd name="T2" fmla="*/ 182 w 106"/>
                  <a:gd name="T3" fmla="*/ 49 h 98"/>
                  <a:gd name="T4" fmla="*/ 0 w 106"/>
                  <a:gd name="T5" fmla="*/ 125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98">
                    <a:moveTo>
                      <a:pt x="0" y="70"/>
                    </a:moveTo>
                    <a:cubicBezTo>
                      <a:pt x="0" y="70"/>
                      <a:pt x="38" y="0"/>
                      <a:pt x="106" y="27"/>
                    </a:cubicBezTo>
                    <a:cubicBezTo>
                      <a:pt x="106" y="27"/>
                      <a:pt x="62" y="98"/>
                      <a:pt x="0" y="70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68" name="Freeform 746">
                <a:extLst>
                  <a:ext uri="{FF2B5EF4-FFF2-40B4-BE49-F238E27FC236}">
                    <a16:creationId xmlns:a16="http://schemas.microsoft.com/office/drawing/2014/main" id="{A3698909-3323-48D2-9B4E-00CB58F66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550"/>
                <a:ext cx="36" cy="25"/>
              </a:xfrm>
              <a:custGeom>
                <a:avLst/>
                <a:gdLst>
                  <a:gd name="T0" fmla="*/ 49 w 30"/>
                  <a:gd name="T1" fmla="*/ 10 h 20"/>
                  <a:gd name="T2" fmla="*/ 29 w 30"/>
                  <a:gd name="T3" fmla="*/ 33 h 20"/>
                  <a:gd name="T4" fmla="*/ 1 w 30"/>
                  <a:gd name="T5" fmla="*/ 30 h 20"/>
                  <a:gd name="T6" fmla="*/ 20 w 30"/>
                  <a:gd name="T7" fmla="*/ 6 h 20"/>
                  <a:gd name="T8" fmla="*/ 49 w 30"/>
                  <a:gd name="T9" fmla="*/ 1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28" y="5"/>
                    </a:moveTo>
                    <a:cubicBezTo>
                      <a:pt x="30" y="9"/>
                      <a:pt x="25" y="14"/>
                      <a:pt x="17" y="17"/>
                    </a:cubicBezTo>
                    <a:cubicBezTo>
                      <a:pt x="10" y="20"/>
                      <a:pt x="2" y="19"/>
                      <a:pt x="1" y="15"/>
                    </a:cubicBezTo>
                    <a:cubicBezTo>
                      <a:pt x="0" y="11"/>
                      <a:pt x="5" y="6"/>
                      <a:pt x="12" y="3"/>
                    </a:cubicBezTo>
                    <a:cubicBezTo>
                      <a:pt x="20" y="0"/>
                      <a:pt x="27" y="1"/>
                      <a:pt x="28" y="5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69" name="Freeform 747">
                <a:extLst>
                  <a:ext uri="{FF2B5EF4-FFF2-40B4-BE49-F238E27FC236}">
                    <a16:creationId xmlns:a16="http://schemas.microsoft.com/office/drawing/2014/main" id="{303FB745-B5F2-446E-9F04-D66F10416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446"/>
                <a:ext cx="97" cy="84"/>
              </a:xfrm>
              <a:custGeom>
                <a:avLst/>
                <a:gdLst>
                  <a:gd name="T0" fmla="*/ 34 w 80"/>
                  <a:gd name="T1" fmla="*/ 124 h 69"/>
                  <a:gd name="T2" fmla="*/ 115 w 80"/>
                  <a:gd name="T3" fmla="*/ 0 h 69"/>
                  <a:gd name="T4" fmla="*/ 34 w 80"/>
                  <a:gd name="T5" fmla="*/ 124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69">
                    <a:moveTo>
                      <a:pt x="19" y="69"/>
                    </a:moveTo>
                    <a:cubicBezTo>
                      <a:pt x="19" y="69"/>
                      <a:pt x="0" y="10"/>
                      <a:pt x="64" y="0"/>
                    </a:cubicBezTo>
                    <a:cubicBezTo>
                      <a:pt x="64" y="0"/>
                      <a:pt x="80" y="58"/>
                      <a:pt x="19" y="69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70" name="Freeform 748">
                <a:extLst>
                  <a:ext uri="{FF2B5EF4-FFF2-40B4-BE49-F238E27FC236}">
                    <a16:creationId xmlns:a16="http://schemas.microsoft.com/office/drawing/2014/main" id="{AB5A81BA-0071-4F07-926E-3D0013E74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479"/>
                <a:ext cx="27" cy="34"/>
              </a:xfrm>
              <a:custGeom>
                <a:avLst/>
                <a:gdLst>
                  <a:gd name="T0" fmla="*/ 32 w 23"/>
                  <a:gd name="T1" fmla="*/ 2 h 28"/>
                  <a:gd name="T2" fmla="*/ 27 w 23"/>
                  <a:gd name="T3" fmla="*/ 33 h 28"/>
                  <a:gd name="T4" fmla="*/ 6 w 23"/>
                  <a:gd name="T5" fmla="*/ 44 h 28"/>
                  <a:gd name="T6" fmla="*/ 8 w 23"/>
                  <a:gd name="T7" fmla="*/ 18 h 28"/>
                  <a:gd name="T8" fmla="*/ 32 w 23"/>
                  <a:gd name="T9" fmla="*/ 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20" y="2"/>
                    </a:moveTo>
                    <a:cubicBezTo>
                      <a:pt x="23" y="5"/>
                      <a:pt x="22" y="12"/>
                      <a:pt x="17" y="18"/>
                    </a:cubicBezTo>
                    <a:cubicBezTo>
                      <a:pt x="13" y="24"/>
                      <a:pt x="6" y="28"/>
                      <a:pt x="3" y="25"/>
                    </a:cubicBezTo>
                    <a:cubicBezTo>
                      <a:pt x="0" y="23"/>
                      <a:pt x="1" y="16"/>
                      <a:pt x="5" y="10"/>
                    </a:cubicBezTo>
                    <a:cubicBezTo>
                      <a:pt x="10" y="3"/>
                      <a:pt x="16" y="0"/>
                      <a:pt x="20" y="2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71" name="Freeform 749">
                <a:extLst>
                  <a:ext uri="{FF2B5EF4-FFF2-40B4-BE49-F238E27FC236}">
                    <a16:creationId xmlns:a16="http://schemas.microsoft.com/office/drawing/2014/main" id="{72365AE3-42B2-4CF8-96DB-0AF44F72F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339"/>
                <a:ext cx="97" cy="107"/>
              </a:xfrm>
              <a:custGeom>
                <a:avLst/>
                <a:gdLst>
                  <a:gd name="T0" fmla="*/ 69 w 80"/>
                  <a:gd name="T1" fmla="*/ 155 h 89"/>
                  <a:gd name="T2" fmla="*/ 72 w 80"/>
                  <a:gd name="T3" fmla="*/ 0 h 89"/>
                  <a:gd name="T4" fmla="*/ 69 w 80"/>
                  <a:gd name="T5" fmla="*/ 155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89">
                    <a:moveTo>
                      <a:pt x="39" y="89"/>
                    </a:moveTo>
                    <a:cubicBezTo>
                      <a:pt x="39" y="89"/>
                      <a:pt x="0" y="47"/>
                      <a:pt x="40" y="0"/>
                    </a:cubicBezTo>
                    <a:cubicBezTo>
                      <a:pt x="40" y="0"/>
                      <a:pt x="80" y="39"/>
                      <a:pt x="39" y="89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72" name="Freeform 750">
                <a:extLst>
                  <a:ext uri="{FF2B5EF4-FFF2-40B4-BE49-F238E27FC236}">
                    <a16:creationId xmlns:a16="http://schemas.microsoft.com/office/drawing/2014/main" id="{87EEE887-D106-43F5-BCCA-D505BAC97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379"/>
                <a:ext cx="16" cy="30"/>
              </a:xfrm>
              <a:custGeom>
                <a:avLst/>
                <a:gdLst>
                  <a:gd name="T0" fmla="*/ 15 w 13"/>
                  <a:gd name="T1" fmla="*/ 0 h 25"/>
                  <a:gd name="T2" fmla="*/ 25 w 13"/>
                  <a:gd name="T3" fmla="*/ 23 h 25"/>
                  <a:gd name="T4" fmla="*/ 9 w 13"/>
                  <a:gd name="T5" fmla="*/ 43 h 25"/>
                  <a:gd name="T6" fmla="*/ 0 w 13"/>
                  <a:gd name="T7" fmla="*/ 20 h 25"/>
                  <a:gd name="T8" fmla="*/ 15 w 13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5">
                    <a:moveTo>
                      <a:pt x="8" y="0"/>
                    </a:moveTo>
                    <a:cubicBezTo>
                      <a:pt x="11" y="0"/>
                      <a:pt x="13" y="6"/>
                      <a:pt x="13" y="13"/>
                    </a:cubicBezTo>
                    <a:cubicBezTo>
                      <a:pt x="12" y="20"/>
                      <a:pt x="9" y="25"/>
                      <a:pt x="5" y="25"/>
                    </a:cubicBezTo>
                    <a:cubicBezTo>
                      <a:pt x="2" y="24"/>
                      <a:pt x="0" y="19"/>
                      <a:pt x="0" y="12"/>
                    </a:cubicBezTo>
                    <a:cubicBezTo>
                      <a:pt x="1" y="5"/>
                      <a:pt x="4" y="0"/>
                      <a:pt x="8" y="0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73" name="Freeform 751">
                <a:extLst>
                  <a:ext uri="{FF2B5EF4-FFF2-40B4-BE49-F238E27FC236}">
                    <a16:creationId xmlns:a16="http://schemas.microsoft.com/office/drawing/2014/main" id="{E9159549-1C4E-42F9-B25A-442E19A24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238"/>
                <a:ext cx="115" cy="102"/>
              </a:xfrm>
              <a:custGeom>
                <a:avLst/>
                <a:gdLst>
                  <a:gd name="T0" fmla="*/ 160 w 95"/>
                  <a:gd name="T1" fmla="*/ 151 h 84"/>
                  <a:gd name="T2" fmla="*/ 30 w 95"/>
                  <a:gd name="T3" fmla="*/ 0 h 84"/>
                  <a:gd name="T4" fmla="*/ 160 w 95"/>
                  <a:gd name="T5" fmla="*/ 151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84">
                    <a:moveTo>
                      <a:pt x="90" y="84"/>
                    </a:moveTo>
                    <a:cubicBezTo>
                      <a:pt x="90" y="84"/>
                      <a:pt x="0" y="74"/>
                      <a:pt x="17" y="0"/>
                    </a:cubicBezTo>
                    <a:cubicBezTo>
                      <a:pt x="17" y="0"/>
                      <a:pt x="95" y="25"/>
                      <a:pt x="90" y="84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74" name="Freeform 752">
                <a:extLst>
                  <a:ext uri="{FF2B5EF4-FFF2-40B4-BE49-F238E27FC236}">
                    <a16:creationId xmlns:a16="http://schemas.microsoft.com/office/drawing/2014/main" id="{B0D492AD-9503-4DCF-B12B-E31D81585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284"/>
                <a:ext cx="28" cy="28"/>
              </a:xfrm>
              <a:custGeom>
                <a:avLst/>
                <a:gdLst>
                  <a:gd name="T0" fmla="*/ 6 w 23"/>
                  <a:gd name="T1" fmla="*/ 6 h 23"/>
                  <a:gd name="T2" fmla="*/ 28 w 23"/>
                  <a:gd name="T3" fmla="*/ 13 h 23"/>
                  <a:gd name="T4" fmla="*/ 39 w 23"/>
                  <a:gd name="T5" fmla="*/ 39 h 23"/>
                  <a:gd name="T6" fmla="*/ 13 w 23"/>
                  <a:gd name="T7" fmla="*/ 28 h 23"/>
                  <a:gd name="T8" fmla="*/ 6 w 23"/>
                  <a:gd name="T9" fmla="*/ 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3" y="3"/>
                    </a:moveTo>
                    <a:cubicBezTo>
                      <a:pt x="5" y="0"/>
                      <a:pt x="11" y="2"/>
                      <a:pt x="16" y="7"/>
                    </a:cubicBezTo>
                    <a:cubicBezTo>
                      <a:pt x="21" y="12"/>
                      <a:pt x="23" y="18"/>
                      <a:pt x="21" y="21"/>
                    </a:cubicBezTo>
                    <a:cubicBezTo>
                      <a:pt x="18" y="23"/>
                      <a:pt x="12" y="21"/>
                      <a:pt x="7" y="16"/>
                    </a:cubicBezTo>
                    <a:cubicBezTo>
                      <a:pt x="2" y="11"/>
                      <a:pt x="0" y="5"/>
                      <a:pt x="3" y="3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75" name="Freeform 753">
                <a:extLst>
                  <a:ext uri="{FF2B5EF4-FFF2-40B4-BE49-F238E27FC236}">
                    <a16:creationId xmlns:a16="http://schemas.microsoft.com/office/drawing/2014/main" id="{AEB64970-617B-45C8-8305-09FD117B0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162"/>
                <a:ext cx="96" cy="117"/>
              </a:xfrm>
              <a:custGeom>
                <a:avLst/>
                <a:gdLst>
                  <a:gd name="T0" fmla="*/ 138 w 80"/>
                  <a:gd name="T1" fmla="*/ 111 h 97"/>
                  <a:gd name="T2" fmla="*/ 0 w 80"/>
                  <a:gd name="T3" fmla="*/ 66 h 97"/>
                  <a:gd name="T4" fmla="*/ 138 w 80"/>
                  <a:gd name="T5" fmla="*/ 111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97">
                    <a:moveTo>
                      <a:pt x="80" y="63"/>
                    </a:moveTo>
                    <a:cubicBezTo>
                      <a:pt x="80" y="63"/>
                      <a:pt x="30" y="97"/>
                      <a:pt x="0" y="38"/>
                    </a:cubicBezTo>
                    <a:cubicBezTo>
                      <a:pt x="0" y="38"/>
                      <a:pt x="56" y="0"/>
                      <a:pt x="80" y="63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76" name="Freeform 754">
                <a:extLst>
                  <a:ext uri="{FF2B5EF4-FFF2-40B4-BE49-F238E27FC236}">
                    <a16:creationId xmlns:a16="http://schemas.microsoft.com/office/drawing/2014/main" id="{10B1F43A-9F29-4DAC-8B5B-74C8ED1D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213"/>
                <a:ext cx="36" cy="24"/>
              </a:xfrm>
              <a:custGeom>
                <a:avLst/>
                <a:gdLst>
                  <a:gd name="T0" fmla="*/ 2 w 30"/>
                  <a:gd name="T1" fmla="*/ 6 h 20"/>
                  <a:gd name="T2" fmla="*/ 31 w 30"/>
                  <a:gd name="T3" fmla="*/ 7 h 20"/>
                  <a:gd name="T4" fmla="*/ 49 w 30"/>
                  <a:gd name="T5" fmla="*/ 29 h 20"/>
                  <a:gd name="T6" fmla="*/ 20 w 30"/>
                  <a:gd name="T7" fmla="*/ 29 h 20"/>
                  <a:gd name="T8" fmla="*/ 2 w 30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2" y="3"/>
                    </a:moveTo>
                    <a:cubicBezTo>
                      <a:pt x="4" y="0"/>
                      <a:pt x="11" y="0"/>
                      <a:pt x="18" y="4"/>
                    </a:cubicBezTo>
                    <a:cubicBezTo>
                      <a:pt x="26" y="7"/>
                      <a:pt x="30" y="13"/>
                      <a:pt x="28" y="17"/>
                    </a:cubicBezTo>
                    <a:cubicBezTo>
                      <a:pt x="26" y="20"/>
                      <a:pt x="19" y="20"/>
                      <a:pt x="12" y="17"/>
                    </a:cubicBezTo>
                    <a:cubicBezTo>
                      <a:pt x="5" y="13"/>
                      <a:pt x="0" y="7"/>
                      <a:pt x="2" y="3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77" name="Line 755">
                <a:extLst>
                  <a:ext uri="{FF2B5EF4-FFF2-40B4-BE49-F238E27FC236}">
                    <a16:creationId xmlns:a16="http://schemas.microsoft.com/office/drawing/2014/main" id="{D5348FA1-FFE7-434A-B39E-5E9D8E9610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6" y="1014"/>
                <a:ext cx="1" cy="19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78" name="Freeform 756">
                <a:extLst>
                  <a:ext uri="{FF2B5EF4-FFF2-40B4-BE49-F238E27FC236}">
                    <a16:creationId xmlns:a16="http://schemas.microsoft.com/office/drawing/2014/main" id="{BC78D76E-0870-4777-91DC-B2A53F24C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635"/>
                <a:ext cx="843" cy="159"/>
              </a:xfrm>
              <a:custGeom>
                <a:avLst/>
                <a:gdLst>
                  <a:gd name="T0" fmla="*/ 909 w 700"/>
                  <a:gd name="T1" fmla="*/ 35 h 131"/>
                  <a:gd name="T2" fmla="*/ 420 w 700"/>
                  <a:gd name="T3" fmla="*/ 102 h 131"/>
                  <a:gd name="T4" fmla="*/ 0 w 700"/>
                  <a:gd name="T5" fmla="*/ 140 h 131"/>
                  <a:gd name="T6" fmla="*/ 0 w 700"/>
                  <a:gd name="T7" fmla="*/ 234 h 131"/>
                  <a:gd name="T8" fmla="*/ 1222 w 700"/>
                  <a:gd name="T9" fmla="*/ 234 h 131"/>
                  <a:gd name="T10" fmla="*/ 1222 w 700"/>
                  <a:gd name="T11" fmla="*/ 0 h 131"/>
                  <a:gd name="T12" fmla="*/ 909 w 700"/>
                  <a:gd name="T13" fmla="*/ 35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131">
                    <a:moveTo>
                      <a:pt x="521" y="20"/>
                    </a:moveTo>
                    <a:cubicBezTo>
                      <a:pt x="444" y="30"/>
                      <a:pt x="349" y="53"/>
                      <a:pt x="241" y="57"/>
                    </a:cubicBezTo>
                    <a:cubicBezTo>
                      <a:pt x="171" y="62"/>
                      <a:pt x="90" y="69"/>
                      <a:pt x="0" y="78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700" y="131"/>
                      <a:pt x="700" y="131"/>
                      <a:pt x="700" y="131"/>
                    </a:cubicBezTo>
                    <a:cubicBezTo>
                      <a:pt x="700" y="0"/>
                      <a:pt x="700" y="0"/>
                      <a:pt x="700" y="0"/>
                    </a:cubicBezTo>
                    <a:cubicBezTo>
                      <a:pt x="700" y="0"/>
                      <a:pt x="630" y="5"/>
                      <a:pt x="521" y="20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79" name="Freeform 757">
                <a:extLst>
                  <a:ext uri="{FF2B5EF4-FFF2-40B4-BE49-F238E27FC236}">
                    <a16:creationId xmlns:a16="http://schemas.microsoft.com/office/drawing/2014/main" id="{FD2408D8-6D69-4DFD-8467-405CBBCD5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513"/>
                <a:ext cx="214" cy="281"/>
              </a:xfrm>
              <a:custGeom>
                <a:avLst/>
                <a:gdLst>
                  <a:gd name="T0" fmla="*/ 0 w 178"/>
                  <a:gd name="T1" fmla="*/ 179 h 232"/>
                  <a:gd name="T2" fmla="*/ 0 w 178"/>
                  <a:gd name="T3" fmla="*/ 412 h 232"/>
                  <a:gd name="T4" fmla="*/ 280 w 178"/>
                  <a:gd name="T5" fmla="*/ 104 h 232"/>
                  <a:gd name="T6" fmla="*/ 0 w 178"/>
                  <a:gd name="T7" fmla="*/ 179 h 2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8" h="232">
                    <a:moveTo>
                      <a:pt x="0" y="101"/>
                    </a:moveTo>
                    <a:cubicBezTo>
                      <a:pt x="0" y="232"/>
                      <a:pt x="0" y="232"/>
                      <a:pt x="0" y="232"/>
                    </a:cubicBezTo>
                    <a:cubicBezTo>
                      <a:pt x="0" y="232"/>
                      <a:pt x="178" y="211"/>
                      <a:pt x="161" y="59"/>
                    </a:cubicBezTo>
                    <a:cubicBezTo>
                      <a:pt x="154" y="0"/>
                      <a:pt x="107" y="119"/>
                      <a:pt x="0" y="101"/>
                    </a:cubicBezTo>
                    <a:close/>
                  </a:path>
                </a:pathLst>
              </a:custGeom>
              <a:solidFill>
                <a:srgbClr val="DB9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80" name="Line 758">
                <a:extLst>
                  <a:ext uri="{FF2B5EF4-FFF2-40B4-BE49-F238E27FC236}">
                    <a16:creationId xmlns:a16="http://schemas.microsoft.com/office/drawing/2014/main" id="{F8CA2481-C115-4934-8698-A2BA3F3428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6" y="1579"/>
                <a:ext cx="1" cy="39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81" name="Freeform 759">
                <a:extLst>
                  <a:ext uri="{FF2B5EF4-FFF2-40B4-BE49-F238E27FC236}">
                    <a16:creationId xmlns:a16="http://schemas.microsoft.com/office/drawing/2014/main" id="{EA4E6126-DEA8-4145-B575-530BE5F44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634"/>
                <a:ext cx="843" cy="158"/>
              </a:xfrm>
              <a:custGeom>
                <a:avLst/>
                <a:gdLst>
                  <a:gd name="T0" fmla="*/ 909 w 700"/>
                  <a:gd name="T1" fmla="*/ 35 h 131"/>
                  <a:gd name="T2" fmla="*/ 420 w 700"/>
                  <a:gd name="T3" fmla="*/ 100 h 131"/>
                  <a:gd name="T4" fmla="*/ 0 w 700"/>
                  <a:gd name="T5" fmla="*/ 136 h 131"/>
                  <a:gd name="T6" fmla="*/ 0 w 700"/>
                  <a:gd name="T7" fmla="*/ 230 h 131"/>
                  <a:gd name="T8" fmla="*/ 1222 w 700"/>
                  <a:gd name="T9" fmla="*/ 230 h 131"/>
                  <a:gd name="T10" fmla="*/ 1222 w 700"/>
                  <a:gd name="T11" fmla="*/ 0 h 131"/>
                  <a:gd name="T12" fmla="*/ 909 w 700"/>
                  <a:gd name="T13" fmla="*/ 35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131">
                    <a:moveTo>
                      <a:pt x="521" y="20"/>
                    </a:moveTo>
                    <a:cubicBezTo>
                      <a:pt x="444" y="30"/>
                      <a:pt x="349" y="53"/>
                      <a:pt x="241" y="57"/>
                    </a:cubicBezTo>
                    <a:cubicBezTo>
                      <a:pt x="171" y="62"/>
                      <a:pt x="90" y="69"/>
                      <a:pt x="0" y="78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700" y="131"/>
                      <a:pt x="700" y="131"/>
                      <a:pt x="700" y="131"/>
                    </a:cubicBezTo>
                    <a:cubicBezTo>
                      <a:pt x="700" y="0"/>
                      <a:pt x="700" y="0"/>
                      <a:pt x="700" y="0"/>
                    </a:cubicBezTo>
                    <a:cubicBezTo>
                      <a:pt x="700" y="0"/>
                      <a:pt x="630" y="5"/>
                      <a:pt x="521" y="2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82" name="Freeform 760">
                <a:extLst>
                  <a:ext uri="{FF2B5EF4-FFF2-40B4-BE49-F238E27FC236}">
                    <a16:creationId xmlns:a16="http://schemas.microsoft.com/office/drawing/2014/main" id="{97BD8AE9-1362-411F-9621-4C544D088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512"/>
                <a:ext cx="214" cy="280"/>
              </a:xfrm>
              <a:custGeom>
                <a:avLst/>
                <a:gdLst>
                  <a:gd name="T0" fmla="*/ 0 w 178"/>
                  <a:gd name="T1" fmla="*/ 177 h 232"/>
                  <a:gd name="T2" fmla="*/ 0 w 178"/>
                  <a:gd name="T3" fmla="*/ 408 h 232"/>
                  <a:gd name="T4" fmla="*/ 280 w 178"/>
                  <a:gd name="T5" fmla="*/ 104 h 232"/>
                  <a:gd name="T6" fmla="*/ 0 w 178"/>
                  <a:gd name="T7" fmla="*/ 177 h 2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8" h="232">
                    <a:moveTo>
                      <a:pt x="0" y="101"/>
                    </a:moveTo>
                    <a:cubicBezTo>
                      <a:pt x="0" y="232"/>
                      <a:pt x="0" y="232"/>
                      <a:pt x="0" y="232"/>
                    </a:cubicBezTo>
                    <a:cubicBezTo>
                      <a:pt x="0" y="232"/>
                      <a:pt x="178" y="211"/>
                      <a:pt x="161" y="59"/>
                    </a:cubicBezTo>
                    <a:cubicBezTo>
                      <a:pt x="154" y="0"/>
                      <a:pt x="107" y="119"/>
                      <a:pt x="0" y="10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83" name="Line 761">
                <a:extLst>
                  <a:ext uri="{FF2B5EF4-FFF2-40B4-BE49-F238E27FC236}">
                    <a16:creationId xmlns:a16="http://schemas.microsoft.com/office/drawing/2014/main" id="{A62D8BA6-369E-4DFE-9280-943EF6FF8B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2" y="1167"/>
                <a:ext cx="1" cy="40"/>
              </a:xfrm>
              <a:prstGeom prst="lin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84" name="Freeform 762">
                <a:extLst>
                  <a:ext uri="{FF2B5EF4-FFF2-40B4-BE49-F238E27FC236}">
                    <a16:creationId xmlns:a16="http://schemas.microsoft.com/office/drawing/2014/main" id="{2ECDB725-7CA1-4D9B-B019-5960336CB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675"/>
                <a:ext cx="479" cy="99"/>
              </a:xfrm>
              <a:custGeom>
                <a:avLst/>
                <a:gdLst>
                  <a:gd name="T0" fmla="*/ 520 w 398"/>
                  <a:gd name="T1" fmla="*/ 6 h 82"/>
                  <a:gd name="T2" fmla="*/ 669 w 398"/>
                  <a:gd name="T3" fmla="*/ 72 h 82"/>
                  <a:gd name="T4" fmla="*/ 172 w 398"/>
                  <a:gd name="T5" fmla="*/ 112 h 82"/>
                  <a:gd name="T6" fmla="*/ 520 w 398"/>
                  <a:gd name="T7" fmla="*/ 6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8" h="82">
                    <a:moveTo>
                      <a:pt x="298" y="3"/>
                    </a:moveTo>
                    <a:cubicBezTo>
                      <a:pt x="298" y="3"/>
                      <a:pt x="398" y="0"/>
                      <a:pt x="384" y="41"/>
                    </a:cubicBezTo>
                    <a:cubicBezTo>
                      <a:pt x="370" y="82"/>
                      <a:pt x="154" y="53"/>
                      <a:pt x="99" y="64"/>
                    </a:cubicBezTo>
                    <a:cubicBezTo>
                      <a:pt x="44" y="75"/>
                      <a:pt x="0" y="28"/>
                      <a:pt x="298" y="3"/>
                    </a:cubicBezTo>
                    <a:close/>
                  </a:path>
                </a:pathLst>
              </a:custGeom>
              <a:solidFill>
                <a:srgbClr val="F9E9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85" name="Oval 763">
                <a:extLst>
                  <a:ext uri="{FF2B5EF4-FFF2-40B4-BE49-F238E27FC236}">
                    <a16:creationId xmlns:a16="http://schemas.microsoft.com/office/drawing/2014/main" id="{B5EE3E0B-2986-4EC1-932F-B5B0A8A91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709"/>
                <a:ext cx="86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86" name="Rectangle 764">
                <a:extLst>
                  <a:ext uri="{FF2B5EF4-FFF2-40B4-BE49-F238E27FC236}">
                    <a16:creationId xmlns:a16="http://schemas.microsoft.com/office/drawing/2014/main" id="{A6945CA5-DB23-430C-848D-032A3E6CE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011"/>
                <a:ext cx="844" cy="160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87" name="Freeform 765">
                <a:extLst>
                  <a:ext uri="{FF2B5EF4-FFF2-40B4-BE49-F238E27FC236}">
                    <a16:creationId xmlns:a16="http://schemas.microsoft.com/office/drawing/2014/main" id="{6264BC0D-94DB-4111-B934-BE71CBB70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011"/>
                <a:ext cx="352" cy="960"/>
              </a:xfrm>
              <a:custGeom>
                <a:avLst/>
                <a:gdLst>
                  <a:gd name="T0" fmla="*/ 12 w 293"/>
                  <a:gd name="T1" fmla="*/ 0 h 794"/>
                  <a:gd name="T2" fmla="*/ 7 w 293"/>
                  <a:gd name="T3" fmla="*/ 0 h 794"/>
                  <a:gd name="T4" fmla="*/ 7 w 293"/>
                  <a:gd name="T5" fmla="*/ 0 h 794"/>
                  <a:gd name="T6" fmla="*/ 0 w 293"/>
                  <a:gd name="T7" fmla="*/ 0 h 794"/>
                  <a:gd name="T8" fmla="*/ 0 w 293"/>
                  <a:gd name="T9" fmla="*/ 233 h 794"/>
                  <a:gd name="T10" fmla="*/ 0 w 293"/>
                  <a:gd name="T11" fmla="*/ 233 h 794"/>
                  <a:gd name="T12" fmla="*/ 364 w 293"/>
                  <a:gd name="T13" fmla="*/ 700 h 794"/>
                  <a:gd name="T14" fmla="*/ 0 w 293"/>
                  <a:gd name="T15" fmla="*/ 1167 h 794"/>
                  <a:gd name="T16" fmla="*/ 0 w 293"/>
                  <a:gd name="T17" fmla="*/ 1167 h 794"/>
                  <a:gd name="T18" fmla="*/ 0 w 293"/>
                  <a:gd name="T19" fmla="*/ 1404 h 794"/>
                  <a:gd name="T20" fmla="*/ 2 w 293"/>
                  <a:gd name="T21" fmla="*/ 1404 h 794"/>
                  <a:gd name="T22" fmla="*/ 12 w 293"/>
                  <a:gd name="T23" fmla="*/ 1404 h 794"/>
                  <a:gd name="T24" fmla="*/ 508 w 293"/>
                  <a:gd name="T25" fmla="*/ 701 h 794"/>
                  <a:gd name="T26" fmla="*/ 12 w 293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3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16" y="132"/>
                      <a:pt x="210" y="250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4" y="794"/>
                      <a:pt x="5" y="794"/>
                      <a:pt x="7" y="794"/>
                    </a:cubicBezTo>
                    <a:cubicBezTo>
                      <a:pt x="165" y="794"/>
                      <a:pt x="293" y="616"/>
                      <a:pt x="293" y="397"/>
                    </a:cubicBezTo>
                    <a:cubicBezTo>
                      <a:pt x="293" y="178"/>
                      <a:pt x="165" y="0"/>
                      <a:pt x="7" y="0"/>
                    </a:cubicBezTo>
                    <a:close/>
                  </a:path>
                </a:pathLst>
              </a:custGeom>
              <a:solidFill>
                <a:srgbClr val="BC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88" name="Rectangle 766">
                <a:extLst>
                  <a:ext uri="{FF2B5EF4-FFF2-40B4-BE49-F238E27FC236}">
                    <a16:creationId xmlns:a16="http://schemas.microsoft.com/office/drawing/2014/main" id="{A6C141B9-AA99-4631-A93F-ED8D38A02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083"/>
                <a:ext cx="844" cy="88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89" name="Rectangle 767">
                <a:extLst>
                  <a:ext uri="{FF2B5EF4-FFF2-40B4-BE49-F238E27FC236}">
                    <a16:creationId xmlns:a16="http://schemas.microsoft.com/office/drawing/2014/main" id="{EA46B125-B9E7-401F-BF37-9B8BE5B11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809"/>
                <a:ext cx="844" cy="162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90" name="Rectangle 768">
                <a:extLst>
                  <a:ext uri="{FF2B5EF4-FFF2-40B4-BE49-F238E27FC236}">
                    <a16:creationId xmlns:a16="http://schemas.microsoft.com/office/drawing/2014/main" id="{7B0A5C9B-E664-4472-9ABB-37FAE892F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809"/>
                <a:ext cx="844" cy="90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91" name="Freeform 769">
                <a:extLst>
                  <a:ext uri="{FF2B5EF4-FFF2-40B4-BE49-F238E27FC236}">
                    <a16:creationId xmlns:a16="http://schemas.microsoft.com/office/drawing/2014/main" id="{4642BD3E-58B6-41AC-B4B9-B884958AB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082"/>
                <a:ext cx="313" cy="817"/>
              </a:xfrm>
              <a:custGeom>
                <a:avLst/>
                <a:gdLst>
                  <a:gd name="T0" fmla="*/ 23 w 260"/>
                  <a:gd name="T1" fmla="*/ 0 h 675"/>
                  <a:gd name="T2" fmla="*/ 0 w 260"/>
                  <a:gd name="T3" fmla="*/ 1 h 675"/>
                  <a:gd name="T4" fmla="*/ 0 w 260"/>
                  <a:gd name="T5" fmla="*/ 130 h 675"/>
                  <a:gd name="T6" fmla="*/ 0 w 260"/>
                  <a:gd name="T7" fmla="*/ 130 h 675"/>
                  <a:gd name="T8" fmla="*/ 367 w 260"/>
                  <a:gd name="T9" fmla="*/ 598 h 675"/>
                  <a:gd name="T10" fmla="*/ 0 w 260"/>
                  <a:gd name="T11" fmla="*/ 1065 h 675"/>
                  <a:gd name="T12" fmla="*/ 0 w 260"/>
                  <a:gd name="T13" fmla="*/ 1065 h 675"/>
                  <a:gd name="T14" fmla="*/ 0 w 260"/>
                  <a:gd name="T15" fmla="*/ 1197 h 675"/>
                  <a:gd name="T16" fmla="*/ 23 w 260"/>
                  <a:gd name="T17" fmla="*/ 1197 h 675"/>
                  <a:gd name="T18" fmla="*/ 454 w 260"/>
                  <a:gd name="T19" fmla="*/ 599 h 675"/>
                  <a:gd name="T20" fmla="*/ 23 w 260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675">
                    <a:moveTo>
                      <a:pt x="13" y="0"/>
                    </a:moveTo>
                    <a:cubicBezTo>
                      <a:pt x="9" y="0"/>
                      <a:pt x="4" y="1"/>
                      <a:pt x="0" y="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7"/>
                    </a:cubicBezTo>
                    <a:cubicBezTo>
                      <a:pt x="210" y="483"/>
                      <a:pt x="116" y="601"/>
                      <a:pt x="0" y="601"/>
                    </a:cubicBezTo>
                    <a:cubicBezTo>
                      <a:pt x="0" y="601"/>
                      <a:pt x="0" y="601"/>
                      <a:pt x="0" y="601"/>
                    </a:cubicBezTo>
                    <a:cubicBezTo>
                      <a:pt x="0" y="675"/>
                      <a:pt x="0" y="675"/>
                      <a:pt x="0" y="675"/>
                    </a:cubicBezTo>
                    <a:cubicBezTo>
                      <a:pt x="4" y="675"/>
                      <a:pt x="9" y="675"/>
                      <a:pt x="13" y="675"/>
                    </a:cubicBezTo>
                    <a:cubicBezTo>
                      <a:pt x="142" y="675"/>
                      <a:pt x="260" y="525"/>
                      <a:pt x="260" y="338"/>
                    </a:cubicBezTo>
                    <a:cubicBezTo>
                      <a:pt x="260" y="152"/>
                      <a:pt x="142" y="0"/>
                      <a:pt x="13" y="0"/>
                    </a:cubicBezTo>
                    <a:close/>
                  </a:path>
                </a:pathLst>
              </a:custGeom>
              <a:solidFill>
                <a:srgbClr val="CC7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92" name="Rectangle 770">
                <a:extLst>
                  <a:ext uri="{FF2B5EF4-FFF2-40B4-BE49-F238E27FC236}">
                    <a16:creationId xmlns:a16="http://schemas.microsoft.com/office/drawing/2014/main" id="{9D839F31-CD8C-40C3-BDCC-B332CC3B4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809"/>
                <a:ext cx="844" cy="90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293" name="Freeform 771">
                <a:extLst>
                  <a:ext uri="{FF2B5EF4-FFF2-40B4-BE49-F238E27FC236}">
                    <a16:creationId xmlns:a16="http://schemas.microsoft.com/office/drawing/2014/main" id="{2034318A-102A-4C95-B2AE-4EC12B245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014"/>
                <a:ext cx="155" cy="40"/>
              </a:xfrm>
              <a:custGeom>
                <a:avLst/>
                <a:gdLst>
                  <a:gd name="T0" fmla="*/ 0 w 129"/>
                  <a:gd name="T1" fmla="*/ 28 h 33"/>
                  <a:gd name="T2" fmla="*/ 59 w 129"/>
                  <a:gd name="T3" fmla="*/ 1 h 33"/>
                  <a:gd name="T4" fmla="*/ 123 w 129"/>
                  <a:gd name="T5" fmla="*/ 1 h 33"/>
                  <a:gd name="T6" fmla="*/ 180 w 129"/>
                  <a:gd name="T7" fmla="*/ 19 h 33"/>
                  <a:gd name="T8" fmla="*/ 223 w 129"/>
                  <a:gd name="T9" fmla="*/ 27 h 33"/>
                  <a:gd name="T10" fmla="*/ 162 w 129"/>
                  <a:gd name="T11" fmla="*/ 48 h 33"/>
                  <a:gd name="T12" fmla="*/ 87 w 129"/>
                  <a:gd name="T13" fmla="*/ 57 h 33"/>
                  <a:gd name="T14" fmla="*/ 26 w 129"/>
                  <a:gd name="T15" fmla="*/ 40 h 33"/>
                  <a:gd name="T16" fmla="*/ 2 w 129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9" h="33">
                    <a:moveTo>
                      <a:pt x="0" y="16"/>
                    </a:moveTo>
                    <a:cubicBezTo>
                      <a:pt x="12" y="12"/>
                      <a:pt x="20" y="3"/>
                      <a:pt x="34" y="1"/>
                    </a:cubicBezTo>
                    <a:cubicBezTo>
                      <a:pt x="46" y="0"/>
                      <a:pt x="59" y="0"/>
                      <a:pt x="71" y="1"/>
                    </a:cubicBezTo>
                    <a:cubicBezTo>
                      <a:pt x="83" y="3"/>
                      <a:pt x="92" y="9"/>
                      <a:pt x="104" y="11"/>
                    </a:cubicBezTo>
                    <a:cubicBezTo>
                      <a:pt x="112" y="13"/>
                      <a:pt x="121" y="13"/>
                      <a:pt x="129" y="15"/>
                    </a:cubicBezTo>
                    <a:cubicBezTo>
                      <a:pt x="116" y="16"/>
                      <a:pt x="105" y="23"/>
                      <a:pt x="93" y="27"/>
                    </a:cubicBezTo>
                    <a:cubicBezTo>
                      <a:pt x="79" y="32"/>
                      <a:pt x="64" y="33"/>
                      <a:pt x="50" y="32"/>
                    </a:cubicBezTo>
                    <a:cubicBezTo>
                      <a:pt x="37" y="31"/>
                      <a:pt x="27" y="26"/>
                      <a:pt x="15" y="22"/>
                    </a:cubicBezTo>
                    <a:cubicBezTo>
                      <a:pt x="10" y="21"/>
                      <a:pt x="5" y="21"/>
                      <a:pt x="2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94" name="Freeform 772">
                <a:extLst>
                  <a:ext uri="{FF2B5EF4-FFF2-40B4-BE49-F238E27FC236}">
                    <a16:creationId xmlns:a16="http://schemas.microsoft.com/office/drawing/2014/main" id="{5DEAF5CD-D2D9-4AE9-A0EF-DC59B2731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016"/>
                <a:ext cx="134" cy="35"/>
              </a:xfrm>
              <a:custGeom>
                <a:avLst/>
                <a:gdLst>
                  <a:gd name="T0" fmla="*/ 0 w 111"/>
                  <a:gd name="T1" fmla="*/ 21 h 29"/>
                  <a:gd name="T2" fmla="*/ 43 w 111"/>
                  <a:gd name="T3" fmla="*/ 8 h 29"/>
                  <a:gd name="T4" fmla="*/ 104 w 111"/>
                  <a:gd name="T5" fmla="*/ 1 h 29"/>
                  <a:gd name="T6" fmla="*/ 196 w 111"/>
                  <a:gd name="T7" fmla="*/ 17 h 29"/>
                  <a:gd name="T8" fmla="*/ 69 w 111"/>
                  <a:gd name="T9" fmla="*/ 40 h 29"/>
                  <a:gd name="T10" fmla="*/ 0 w 111"/>
                  <a:gd name="T11" fmla="*/ 2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29">
                    <a:moveTo>
                      <a:pt x="0" y="12"/>
                    </a:moveTo>
                    <a:cubicBezTo>
                      <a:pt x="7" y="16"/>
                      <a:pt x="18" y="7"/>
                      <a:pt x="25" y="5"/>
                    </a:cubicBezTo>
                    <a:cubicBezTo>
                      <a:pt x="36" y="0"/>
                      <a:pt x="47" y="1"/>
                      <a:pt x="59" y="1"/>
                    </a:cubicBezTo>
                    <a:cubicBezTo>
                      <a:pt x="78" y="1"/>
                      <a:pt x="94" y="1"/>
                      <a:pt x="111" y="10"/>
                    </a:cubicBezTo>
                    <a:cubicBezTo>
                      <a:pt x="89" y="21"/>
                      <a:pt x="64" y="29"/>
                      <a:pt x="39" y="22"/>
                    </a:cubicBezTo>
                    <a:cubicBezTo>
                      <a:pt x="26" y="19"/>
                      <a:pt x="14" y="15"/>
                      <a:pt x="0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95" name="Freeform 773">
                <a:extLst>
                  <a:ext uri="{FF2B5EF4-FFF2-40B4-BE49-F238E27FC236}">
                    <a16:creationId xmlns:a16="http://schemas.microsoft.com/office/drawing/2014/main" id="{23513C4C-E31C-41F6-B040-1F8AED489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046"/>
                <a:ext cx="166" cy="33"/>
              </a:xfrm>
              <a:custGeom>
                <a:avLst/>
                <a:gdLst>
                  <a:gd name="T0" fmla="*/ 49 w 138"/>
                  <a:gd name="T1" fmla="*/ 13 h 27"/>
                  <a:gd name="T2" fmla="*/ 24 w 138"/>
                  <a:gd name="T3" fmla="*/ 24 h 27"/>
                  <a:gd name="T4" fmla="*/ 0 w 138"/>
                  <a:gd name="T5" fmla="*/ 33 h 27"/>
                  <a:gd name="T6" fmla="*/ 94 w 138"/>
                  <a:gd name="T7" fmla="*/ 42 h 27"/>
                  <a:gd name="T8" fmla="*/ 155 w 138"/>
                  <a:gd name="T9" fmla="*/ 48 h 27"/>
                  <a:gd name="T10" fmla="*/ 241 w 138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27">
                    <a:moveTo>
                      <a:pt x="28" y="7"/>
                    </a:moveTo>
                    <a:cubicBezTo>
                      <a:pt x="21" y="4"/>
                      <a:pt x="19" y="10"/>
                      <a:pt x="14" y="13"/>
                    </a:cubicBezTo>
                    <a:cubicBezTo>
                      <a:pt x="10" y="16"/>
                      <a:pt x="4" y="15"/>
                      <a:pt x="0" y="18"/>
                    </a:cubicBezTo>
                    <a:cubicBezTo>
                      <a:pt x="14" y="25"/>
                      <a:pt x="38" y="21"/>
                      <a:pt x="54" y="23"/>
                    </a:cubicBezTo>
                    <a:cubicBezTo>
                      <a:pt x="66" y="24"/>
                      <a:pt x="77" y="27"/>
                      <a:pt x="89" y="26"/>
                    </a:cubicBezTo>
                    <a:cubicBezTo>
                      <a:pt x="109" y="25"/>
                      <a:pt x="124" y="13"/>
                      <a:pt x="13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96" name="Freeform 774">
                <a:extLst>
                  <a:ext uri="{FF2B5EF4-FFF2-40B4-BE49-F238E27FC236}">
                    <a16:creationId xmlns:a16="http://schemas.microsoft.com/office/drawing/2014/main" id="{5FC2E983-867A-4895-8713-96A6A76F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1067"/>
                <a:ext cx="55" cy="14"/>
              </a:xfrm>
              <a:custGeom>
                <a:avLst/>
                <a:gdLst>
                  <a:gd name="T0" fmla="*/ 82 w 45"/>
                  <a:gd name="T1" fmla="*/ 1 h 12"/>
                  <a:gd name="T2" fmla="*/ 0 w 45"/>
                  <a:gd name="T3" fmla="*/ 1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2">
                    <a:moveTo>
                      <a:pt x="45" y="1"/>
                    </a:moveTo>
                    <a:cubicBezTo>
                      <a:pt x="28" y="0"/>
                      <a:pt x="14" y="5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97" name="Freeform 775">
                <a:extLst>
                  <a:ext uri="{FF2B5EF4-FFF2-40B4-BE49-F238E27FC236}">
                    <a16:creationId xmlns:a16="http://schemas.microsoft.com/office/drawing/2014/main" id="{E7456E06-2A61-4BA5-A6A2-496F697ED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013"/>
                <a:ext cx="141" cy="44"/>
              </a:xfrm>
              <a:custGeom>
                <a:avLst/>
                <a:gdLst>
                  <a:gd name="T0" fmla="*/ 0 w 117"/>
                  <a:gd name="T1" fmla="*/ 20 h 36"/>
                  <a:gd name="T2" fmla="*/ 77 w 117"/>
                  <a:gd name="T3" fmla="*/ 1 h 36"/>
                  <a:gd name="T4" fmla="*/ 134 w 117"/>
                  <a:gd name="T5" fmla="*/ 13 h 36"/>
                  <a:gd name="T6" fmla="*/ 205 w 117"/>
                  <a:gd name="T7" fmla="*/ 22 h 36"/>
                  <a:gd name="T8" fmla="*/ 83 w 117"/>
                  <a:gd name="T9" fmla="*/ 60 h 36"/>
                  <a:gd name="T10" fmla="*/ 0 w 117"/>
                  <a:gd name="T11" fmla="*/ 2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6">
                    <a:moveTo>
                      <a:pt x="0" y="11"/>
                    </a:moveTo>
                    <a:cubicBezTo>
                      <a:pt x="14" y="4"/>
                      <a:pt x="28" y="0"/>
                      <a:pt x="44" y="1"/>
                    </a:cubicBezTo>
                    <a:cubicBezTo>
                      <a:pt x="56" y="1"/>
                      <a:pt x="65" y="4"/>
                      <a:pt x="76" y="7"/>
                    </a:cubicBezTo>
                    <a:cubicBezTo>
                      <a:pt x="89" y="10"/>
                      <a:pt x="105" y="8"/>
                      <a:pt x="117" y="12"/>
                    </a:cubicBezTo>
                    <a:cubicBezTo>
                      <a:pt x="97" y="23"/>
                      <a:pt x="71" y="36"/>
                      <a:pt x="47" y="33"/>
                    </a:cubicBezTo>
                    <a:cubicBezTo>
                      <a:pt x="33" y="31"/>
                      <a:pt x="11" y="24"/>
                      <a:pt x="0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98" name="Freeform 776">
                <a:extLst>
                  <a:ext uri="{FF2B5EF4-FFF2-40B4-BE49-F238E27FC236}">
                    <a16:creationId xmlns:a16="http://schemas.microsoft.com/office/drawing/2014/main" id="{C21B4648-9B35-4D0B-B201-633F7288A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052"/>
                <a:ext cx="147" cy="28"/>
              </a:xfrm>
              <a:custGeom>
                <a:avLst/>
                <a:gdLst>
                  <a:gd name="T0" fmla="*/ 0 w 122"/>
                  <a:gd name="T1" fmla="*/ 27 h 23"/>
                  <a:gd name="T2" fmla="*/ 41 w 122"/>
                  <a:gd name="T3" fmla="*/ 28 h 23"/>
                  <a:gd name="T4" fmla="*/ 71 w 122"/>
                  <a:gd name="T5" fmla="*/ 33 h 23"/>
                  <a:gd name="T6" fmla="*/ 122 w 122"/>
                  <a:gd name="T7" fmla="*/ 41 h 23"/>
                  <a:gd name="T8" fmla="*/ 213 w 122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23">
                    <a:moveTo>
                      <a:pt x="0" y="15"/>
                    </a:moveTo>
                    <a:cubicBezTo>
                      <a:pt x="7" y="17"/>
                      <a:pt x="16" y="15"/>
                      <a:pt x="23" y="16"/>
                    </a:cubicBezTo>
                    <a:cubicBezTo>
                      <a:pt x="29" y="17"/>
                      <a:pt x="35" y="18"/>
                      <a:pt x="41" y="18"/>
                    </a:cubicBezTo>
                    <a:cubicBezTo>
                      <a:pt x="51" y="18"/>
                      <a:pt x="60" y="22"/>
                      <a:pt x="70" y="23"/>
                    </a:cubicBezTo>
                    <a:cubicBezTo>
                      <a:pt x="88" y="23"/>
                      <a:pt x="106" y="8"/>
                      <a:pt x="122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99" name="Freeform 777">
                <a:extLst>
                  <a:ext uri="{FF2B5EF4-FFF2-40B4-BE49-F238E27FC236}">
                    <a16:creationId xmlns:a16="http://schemas.microsoft.com/office/drawing/2014/main" id="{B9FDC2BB-E5FD-4727-A5F6-78EA5EB2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022"/>
                <a:ext cx="163" cy="59"/>
              </a:xfrm>
              <a:custGeom>
                <a:avLst/>
                <a:gdLst>
                  <a:gd name="T0" fmla="*/ 0 w 135"/>
                  <a:gd name="T1" fmla="*/ 45 h 49"/>
                  <a:gd name="T2" fmla="*/ 69 w 135"/>
                  <a:gd name="T3" fmla="*/ 70 h 49"/>
                  <a:gd name="T4" fmla="*/ 111 w 135"/>
                  <a:gd name="T5" fmla="*/ 85 h 49"/>
                  <a:gd name="T6" fmla="*/ 176 w 135"/>
                  <a:gd name="T7" fmla="*/ 66 h 49"/>
                  <a:gd name="T8" fmla="*/ 238 w 135"/>
                  <a:gd name="T9" fmla="*/ 26 h 49"/>
                  <a:gd name="T10" fmla="*/ 180 w 135"/>
                  <a:gd name="T11" fmla="*/ 23 h 49"/>
                  <a:gd name="T12" fmla="*/ 128 w 135"/>
                  <a:gd name="T13" fmla="*/ 14 h 49"/>
                  <a:gd name="T14" fmla="*/ 78 w 135"/>
                  <a:gd name="T15" fmla="*/ 12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49">
                    <a:moveTo>
                      <a:pt x="0" y="26"/>
                    </a:moveTo>
                    <a:cubicBezTo>
                      <a:pt x="13" y="30"/>
                      <a:pt x="26" y="35"/>
                      <a:pt x="39" y="40"/>
                    </a:cubicBezTo>
                    <a:cubicBezTo>
                      <a:pt x="47" y="44"/>
                      <a:pt x="54" y="48"/>
                      <a:pt x="63" y="49"/>
                    </a:cubicBezTo>
                    <a:cubicBezTo>
                      <a:pt x="76" y="49"/>
                      <a:pt x="89" y="44"/>
                      <a:pt x="100" y="38"/>
                    </a:cubicBezTo>
                    <a:cubicBezTo>
                      <a:pt x="110" y="33"/>
                      <a:pt x="129" y="25"/>
                      <a:pt x="135" y="15"/>
                    </a:cubicBezTo>
                    <a:cubicBezTo>
                      <a:pt x="125" y="11"/>
                      <a:pt x="113" y="14"/>
                      <a:pt x="102" y="13"/>
                    </a:cubicBezTo>
                    <a:cubicBezTo>
                      <a:pt x="92" y="12"/>
                      <a:pt x="82" y="10"/>
                      <a:pt x="73" y="8"/>
                    </a:cubicBezTo>
                    <a:cubicBezTo>
                      <a:pt x="65" y="6"/>
                      <a:pt x="53" y="0"/>
                      <a:pt x="45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00" name="Freeform 778">
                <a:extLst>
                  <a:ext uri="{FF2B5EF4-FFF2-40B4-BE49-F238E27FC236}">
                    <a16:creationId xmlns:a16="http://schemas.microsoft.com/office/drawing/2014/main" id="{8F033B3E-E27D-4BE5-83CC-CD0DDA74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011"/>
                <a:ext cx="91" cy="22"/>
              </a:xfrm>
              <a:custGeom>
                <a:avLst/>
                <a:gdLst>
                  <a:gd name="T0" fmla="*/ 0 w 76"/>
                  <a:gd name="T1" fmla="*/ 33 h 18"/>
                  <a:gd name="T2" fmla="*/ 81 w 76"/>
                  <a:gd name="T3" fmla="*/ 15 h 18"/>
                  <a:gd name="T4" fmla="*/ 131 w 7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18">
                    <a:moveTo>
                      <a:pt x="0" y="18"/>
                    </a:moveTo>
                    <a:cubicBezTo>
                      <a:pt x="18" y="18"/>
                      <a:pt x="31" y="13"/>
                      <a:pt x="48" y="8"/>
                    </a:cubicBezTo>
                    <a:cubicBezTo>
                      <a:pt x="56" y="6"/>
                      <a:pt x="68" y="5"/>
                      <a:pt x="7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01" name="Freeform 779">
                <a:extLst>
                  <a:ext uri="{FF2B5EF4-FFF2-40B4-BE49-F238E27FC236}">
                    <a16:creationId xmlns:a16="http://schemas.microsoft.com/office/drawing/2014/main" id="{D9CCAEE1-9246-45FB-892A-AF3477269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030"/>
                <a:ext cx="142" cy="30"/>
              </a:xfrm>
              <a:custGeom>
                <a:avLst/>
                <a:gdLst>
                  <a:gd name="T0" fmla="*/ 0 w 118"/>
                  <a:gd name="T1" fmla="*/ 43 h 25"/>
                  <a:gd name="T2" fmla="*/ 102 w 118"/>
                  <a:gd name="T3" fmla="*/ 8 h 25"/>
                  <a:gd name="T4" fmla="*/ 165 w 118"/>
                  <a:gd name="T5" fmla="*/ 17 h 25"/>
                  <a:gd name="T6" fmla="*/ 206 w 118"/>
                  <a:gd name="T7" fmla="*/ 2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25">
                    <a:moveTo>
                      <a:pt x="0" y="25"/>
                    </a:moveTo>
                    <a:cubicBezTo>
                      <a:pt x="21" y="17"/>
                      <a:pt x="34" y="0"/>
                      <a:pt x="59" y="5"/>
                    </a:cubicBezTo>
                    <a:cubicBezTo>
                      <a:pt x="71" y="8"/>
                      <a:pt x="83" y="8"/>
                      <a:pt x="95" y="10"/>
                    </a:cubicBezTo>
                    <a:cubicBezTo>
                      <a:pt x="103" y="11"/>
                      <a:pt x="111" y="15"/>
                      <a:pt x="118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02" name="Freeform 780">
                <a:extLst>
                  <a:ext uri="{FF2B5EF4-FFF2-40B4-BE49-F238E27FC236}">
                    <a16:creationId xmlns:a16="http://schemas.microsoft.com/office/drawing/2014/main" id="{AA75DCD2-3225-4B14-B4A5-8C73B548D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051"/>
                <a:ext cx="147" cy="29"/>
              </a:xfrm>
              <a:custGeom>
                <a:avLst/>
                <a:gdLst>
                  <a:gd name="T0" fmla="*/ 213 w 122"/>
                  <a:gd name="T1" fmla="*/ 0 h 24"/>
                  <a:gd name="T2" fmla="*/ 128 w 122"/>
                  <a:gd name="T3" fmla="*/ 41 h 24"/>
                  <a:gd name="T4" fmla="*/ 86 w 122"/>
                  <a:gd name="T5" fmla="*/ 41 h 24"/>
                  <a:gd name="T6" fmla="*/ 40 w 122"/>
                  <a:gd name="T7" fmla="*/ 30 h 24"/>
                  <a:gd name="T8" fmla="*/ 0 w 122"/>
                  <a:gd name="T9" fmla="*/ 2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24">
                    <a:moveTo>
                      <a:pt x="122" y="0"/>
                    </a:moveTo>
                    <a:cubicBezTo>
                      <a:pt x="106" y="8"/>
                      <a:pt x="90" y="21"/>
                      <a:pt x="73" y="23"/>
                    </a:cubicBezTo>
                    <a:cubicBezTo>
                      <a:pt x="65" y="24"/>
                      <a:pt x="56" y="23"/>
                      <a:pt x="49" y="23"/>
                    </a:cubicBezTo>
                    <a:cubicBezTo>
                      <a:pt x="40" y="22"/>
                      <a:pt x="31" y="19"/>
                      <a:pt x="22" y="17"/>
                    </a:cubicBezTo>
                    <a:cubicBezTo>
                      <a:pt x="15" y="15"/>
                      <a:pt x="7" y="12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03" name="Freeform 781">
                <a:extLst>
                  <a:ext uri="{FF2B5EF4-FFF2-40B4-BE49-F238E27FC236}">
                    <a16:creationId xmlns:a16="http://schemas.microsoft.com/office/drawing/2014/main" id="{983B926F-97A3-41DF-AC8B-C40E1C176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013"/>
                <a:ext cx="64" cy="27"/>
              </a:xfrm>
              <a:custGeom>
                <a:avLst/>
                <a:gdLst>
                  <a:gd name="T0" fmla="*/ 0 w 53"/>
                  <a:gd name="T1" fmla="*/ 41 h 22"/>
                  <a:gd name="T2" fmla="*/ 65 w 53"/>
                  <a:gd name="T3" fmla="*/ 11 h 22"/>
                  <a:gd name="T4" fmla="*/ 93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0" y="22"/>
                    </a:moveTo>
                    <a:cubicBezTo>
                      <a:pt x="15" y="20"/>
                      <a:pt x="25" y="15"/>
                      <a:pt x="37" y="6"/>
                    </a:cubicBezTo>
                    <a:cubicBezTo>
                      <a:pt x="42" y="3"/>
                      <a:pt x="47" y="0"/>
                      <a:pt x="5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04" name="Freeform 782">
                <a:extLst>
                  <a:ext uri="{FF2B5EF4-FFF2-40B4-BE49-F238E27FC236}">
                    <a16:creationId xmlns:a16="http://schemas.microsoft.com/office/drawing/2014/main" id="{0F38BAB6-844E-4D87-AD1A-F72D80F3D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013"/>
                <a:ext cx="125" cy="20"/>
              </a:xfrm>
              <a:custGeom>
                <a:avLst/>
                <a:gdLst>
                  <a:gd name="T0" fmla="*/ 0 w 104"/>
                  <a:gd name="T1" fmla="*/ 13 h 16"/>
                  <a:gd name="T2" fmla="*/ 97 w 104"/>
                  <a:gd name="T3" fmla="*/ 8 h 16"/>
                  <a:gd name="T4" fmla="*/ 180 w 104"/>
                  <a:gd name="T5" fmla="*/ 3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6">
                    <a:moveTo>
                      <a:pt x="0" y="6"/>
                    </a:moveTo>
                    <a:cubicBezTo>
                      <a:pt x="19" y="1"/>
                      <a:pt x="35" y="0"/>
                      <a:pt x="56" y="4"/>
                    </a:cubicBezTo>
                    <a:cubicBezTo>
                      <a:pt x="71" y="8"/>
                      <a:pt x="88" y="16"/>
                      <a:pt x="104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05" name="Freeform 783">
                <a:extLst>
                  <a:ext uri="{FF2B5EF4-FFF2-40B4-BE49-F238E27FC236}">
                    <a16:creationId xmlns:a16="http://schemas.microsoft.com/office/drawing/2014/main" id="{32661826-F512-4FE7-A37B-F99182411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031"/>
                <a:ext cx="108" cy="20"/>
              </a:xfrm>
              <a:custGeom>
                <a:avLst/>
                <a:gdLst>
                  <a:gd name="T0" fmla="*/ 156 w 90"/>
                  <a:gd name="T1" fmla="*/ 1 h 16"/>
                  <a:gd name="T2" fmla="*/ 103 w 90"/>
                  <a:gd name="T3" fmla="*/ 20 h 16"/>
                  <a:gd name="T4" fmla="*/ 50 w 90"/>
                  <a:gd name="T5" fmla="*/ 30 h 16"/>
                  <a:gd name="T6" fmla="*/ 0 w 90"/>
                  <a:gd name="T7" fmla="*/ 3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6">
                    <a:moveTo>
                      <a:pt x="90" y="1"/>
                    </a:moveTo>
                    <a:cubicBezTo>
                      <a:pt x="81" y="0"/>
                      <a:pt x="69" y="7"/>
                      <a:pt x="60" y="10"/>
                    </a:cubicBezTo>
                    <a:cubicBezTo>
                      <a:pt x="50" y="14"/>
                      <a:pt x="40" y="14"/>
                      <a:pt x="29" y="15"/>
                    </a:cubicBezTo>
                    <a:cubicBezTo>
                      <a:pt x="19" y="16"/>
                      <a:pt x="10" y="16"/>
                      <a:pt x="0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06" name="Freeform 784">
                <a:extLst>
                  <a:ext uri="{FF2B5EF4-FFF2-40B4-BE49-F238E27FC236}">
                    <a16:creationId xmlns:a16="http://schemas.microsoft.com/office/drawing/2014/main" id="{05D15884-7958-4A6B-B08B-D13BFB7EA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046"/>
                <a:ext cx="112" cy="34"/>
              </a:xfrm>
              <a:custGeom>
                <a:avLst/>
                <a:gdLst>
                  <a:gd name="T0" fmla="*/ 0 w 93"/>
                  <a:gd name="T1" fmla="*/ 0 h 28"/>
                  <a:gd name="T2" fmla="*/ 52 w 93"/>
                  <a:gd name="T3" fmla="*/ 9 h 28"/>
                  <a:gd name="T4" fmla="*/ 106 w 93"/>
                  <a:gd name="T5" fmla="*/ 33 h 28"/>
                  <a:gd name="T6" fmla="*/ 163 w 93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28">
                    <a:moveTo>
                      <a:pt x="0" y="0"/>
                    </a:moveTo>
                    <a:cubicBezTo>
                      <a:pt x="4" y="5"/>
                      <a:pt x="23" y="3"/>
                      <a:pt x="30" y="5"/>
                    </a:cubicBezTo>
                    <a:cubicBezTo>
                      <a:pt x="40" y="9"/>
                      <a:pt x="50" y="14"/>
                      <a:pt x="61" y="18"/>
                    </a:cubicBezTo>
                    <a:cubicBezTo>
                      <a:pt x="69" y="21"/>
                      <a:pt x="83" y="27"/>
                      <a:pt x="93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07" name="Freeform 785">
                <a:extLst>
                  <a:ext uri="{FF2B5EF4-FFF2-40B4-BE49-F238E27FC236}">
                    <a16:creationId xmlns:a16="http://schemas.microsoft.com/office/drawing/2014/main" id="{2E1520B9-AE8B-47C9-AD78-E1842A777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013"/>
                <a:ext cx="78" cy="20"/>
              </a:xfrm>
              <a:custGeom>
                <a:avLst/>
                <a:gdLst>
                  <a:gd name="T0" fmla="*/ 0 w 65"/>
                  <a:gd name="T1" fmla="*/ 31 h 16"/>
                  <a:gd name="T2" fmla="*/ 113 w 6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6">
                    <a:moveTo>
                      <a:pt x="0" y="16"/>
                    </a:moveTo>
                    <a:cubicBezTo>
                      <a:pt x="22" y="12"/>
                      <a:pt x="42" y="0"/>
                      <a:pt x="6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08" name="Freeform 786">
                <a:extLst>
                  <a:ext uri="{FF2B5EF4-FFF2-40B4-BE49-F238E27FC236}">
                    <a16:creationId xmlns:a16="http://schemas.microsoft.com/office/drawing/2014/main" id="{5E59D070-DCC1-476D-A05F-CC147D2F7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029"/>
                <a:ext cx="100" cy="27"/>
              </a:xfrm>
              <a:custGeom>
                <a:avLst/>
                <a:gdLst>
                  <a:gd name="T0" fmla="*/ 0 w 83"/>
                  <a:gd name="T1" fmla="*/ 1 h 22"/>
                  <a:gd name="T2" fmla="*/ 116 w 83"/>
                  <a:gd name="T3" fmla="*/ 33 h 22"/>
                  <a:gd name="T4" fmla="*/ 143 w 83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22">
                    <a:moveTo>
                      <a:pt x="0" y="1"/>
                    </a:moveTo>
                    <a:cubicBezTo>
                      <a:pt x="24" y="0"/>
                      <a:pt x="44" y="12"/>
                      <a:pt x="66" y="18"/>
                    </a:cubicBezTo>
                    <a:cubicBezTo>
                      <a:pt x="77" y="22"/>
                      <a:pt x="83" y="11"/>
                      <a:pt x="82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09" name="Freeform 787">
                <a:extLst>
                  <a:ext uri="{FF2B5EF4-FFF2-40B4-BE49-F238E27FC236}">
                    <a16:creationId xmlns:a16="http://schemas.microsoft.com/office/drawing/2014/main" id="{45C543E4-00BB-4E6F-BCBF-DAC814B69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052"/>
                <a:ext cx="87" cy="23"/>
              </a:xfrm>
              <a:custGeom>
                <a:avLst/>
                <a:gdLst>
                  <a:gd name="T0" fmla="*/ 127 w 72"/>
                  <a:gd name="T1" fmla="*/ 0 h 19"/>
                  <a:gd name="T2" fmla="*/ 127 w 72"/>
                  <a:gd name="T3" fmla="*/ 22 h 19"/>
                  <a:gd name="T4" fmla="*/ 53 w 72"/>
                  <a:gd name="T5" fmla="*/ 18 h 19"/>
                  <a:gd name="T6" fmla="*/ 0 w 72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9">
                    <a:moveTo>
                      <a:pt x="72" y="0"/>
                    </a:moveTo>
                    <a:cubicBezTo>
                      <a:pt x="70" y="3"/>
                      <a:pt x="71" y="9"/>
                      <a:pt x="72" y="12"/>
                    </a:cubicBezTo>
                    <a:cubicBezTo>
                      <a:pt x="63" y="19"/>
                      <a:pt x="40" y="12"/>
                      <a:pt x="30" y="10"/>
                    </a:cubicBezTo>
                    <a:cubicBezTo>
                      <a:pt x="22" y="8"/>
                      <a:pt x="8" y="2"/>
                      <a:pt x="0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10" name="Freeform 788">
                <a:extLst>
                  <a:ext uri="{FF2B5EF4-FFF2-40B4-BE49-F238E27FC236}">
                    <a16:creationId xmlns:a16="http://schemas.microsoft.com/office/drawing/2014/main" id="{62C4FAD3-9B23-4131-BCA3-833CCDE45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070"/>
                <a:ext cx="10" cy="22"/>
              </a:xfrm>
              <a:custGeom>
                <a:avLst/>
                <a:gdLst>
                  <a:gd name="T0" fmla="*/ 0 w 8"/>
                  <a:gd name="T1" fmla="*/ 0 h 18"/>
                  <a:gd name="T2" fmla="*/ 1 w 8"/>
                  <a:gd name="T3" fmla="*/ 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7" y="5"/>
                      <a:pt x="8" y="14"/>
                      <a:pt x="1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11" name="Freeform 789">
                <a:extLst>
                  <a:ext uri="{FF2B5EF4-FFF2-40B4-BE49-F238E27FC236}">
                    <a16:creationId xmlns:a16="http://schemas.microsoft.com/office/drawing/2014/main" id="{93D730F4-EE94-468A-8C5F-8D34B8CDC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042"/>
                <a:ext cx="65" cy="62"/>
              </a:xfrm>
              <a:custGeom>
                <a:avLst/>
                <a:gdLst>
                  <a:gd name="T0" fmla="*/ 20 w 54"/>
                  <a:gd name="T1" fmla="*/ 0 h 51"/>
                  <a:gd name="T2" fmla="*/ 69 w 54"/>
                  <a:gd name="T3" fmla="*/ 35 h 51"/>
                  <a:gd name="T4" fmla="*/ 87 w 54"/>
                  <a:gd name="T5" fmla="*/ 50 h 51"/>
                  <a:gd name="T6" fmla="*/ 71 w 54"/>
                  <a:gd name="T7" fmla="*/ 84 h 51"/>
                  <a:gd name="T8" fmla="*/ 20 w 54"/>
                  <a:gd name="T9" fmla="*/ 75 h 51"/>
                  <a:gd name="T10" fmla="*/ 0 w 54"/>
                  <a:gd name="T11" fmla="*/ 6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51">
                    <a:moveTo>
                      <a:pt x="12" y="0"/>
                    </a:moveTo>
                    <a:cubicBezTo>
                      <a:pt x="20" y="8"/>
                      <a:pt x="29" y="14"/>
                      <a:pt x="39" y="20"/>
                    </a:cubicBezTo>
                    <a:cubicBezTo>
                      <a:pt x="43" y="23"/>
                      <a:pt x="47" y="24"/>
                      <a:pt x="50" y="28"/>
                    </a:cubicBezTo>
                    <a:cubicBezTo>
                      <a:pt x="54" y="36"/>
                      <a:pt x="48" y="44"/>
                      <a:pt x="41" y="47"/>
                    </a:cubicBezTo>
                    <a:cubicBezTo>
                      <a:pt x="34" y="51"/>
                      <a:pt x="20" y="44"/>
                      <a:pt x="12" y="42"/>
                    </a:cubicBezTo>
                    <a:cubicBezTo>
                      <a:pt x="7" y="41"/>
                      <a:pt x="3" y="40"/>
                      <a:pt x="0" y="3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12" name="Freeform 790">
                <a:extLst>
                  <a:ext uri="{FF2B5EF4-FFF2-40B4-BE49-F238E27FC236}">
                    <a16:creationId xmlns:a16="http://schemas.microsoft.com/office/drawing/2014/main" id="{C4B66C49-66DB-4B7E-9CD0-10A905382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087"/>
                <a:ext cx="50" cy="25"/>
              </a:xfrm>
              <a:custGeom>
                <a:avLst/>
                <a:gdLst>
                  <a:gd name="T0" fmla="*/ 0 w 42"/>
                  <a:gd name="T1" fmla="*/ 0 h 21"/>
                  <a:gd name="T2" fmla="*/ 29 w 42"/>
                  <a:gd name="T3" fmla="*/ 21 h 21"/>
                  <a:gd name="T4" fmla="*/ 54 w 42"/>
                  <a:gd name="T5" fmla="*/ 35 h 21"/>
                  <a:gd name="T6" fmla="*/ 71 w 42"/>
                  <a:gd name="T7" fmla="*/ 1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1">
                    <a:moveTo>
                      <a:pt x="0" y="0"/>
                    </a:moveTo>
                    <a:cubicBezTo>
                      <a:pt x="0" y="6"/>
                      <a:pt x="13" y="10"/>
                      <a:pt x="17" y="13"/>
                    </a:cubicBezTo>
                    <a:cubicBezTo>
                      <a:pt x="22" y="16"/>
                      <a:pt x="26" y="21"/>
                      <a:pt x="32" y="20"/>
                    </a:cubicBezTo>
                    <a:cubicBezTo>
                      <a:pt x="41" y="19"/>
                      <a:pt x="41" y="13"/>
                      <a:pt x="42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13" name="Freeform 791">
                <a:extLst>
                  <a:ext uri="{FF2B5EF4-FFF2-40B4-BE49-F238E27FC236}">
                    <a16:creationId xmlns:a16="http://schemas.microsoft.com/office/drawing/2014/main" id="{A5F5BAA9-270C-4198-83BB-327CD419A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102"/>
                <a:ext cx="14" cy="38"/>
              </a:xfrm>
              <a:custGeom>
                <a:avLst/>
                <a:gdLst>
                  <a:gd name="T0" fmla="*/ 2 w 12"/>
                  <a:gd name="T1" fmla="*/ 0 h 32"/>
                  <a:gd name="T2" fmla="*/ 0 w 12"/>
                  <a:gd name="T3" fmla="*/ 5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2" y="0"/>
                    </a:moveTo>
                    <a:cubicBezTo>
                      <a:pt x="9" y="9"/>
                      <a:pt x="12" y="26"/>
                      <a:pt x="0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14" name="Freeform 792">
                <a:extLst>
                  <a:ext uri="{FF2B5EF4-FFF2-40B4-BE49-F238E27FC236}">
                    <a16:creationId xmlns:a16="http://schemas.microsoft.com/office/drawing/2014/main" id="{825E5675-B116-461A-B4D4-E399F5712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1108"/>
                <a:ext cx="78" cy="66"/>
              </a:xfrm>
              <a:custGeom>
                <a:avLst/>
                <a:gdLst>
                  <a:gd name="T0" fmla="*/ 16 w 65"/>
                  <a:gd name="T1" fmla="*/ 34 h 55"/>
                  <a:gd name="T2" fmla="*/ 41 w 65"/>
                  <a:gd name="T3" fmla="*/ 71 h 55"/>
                  <a:gd name="T4" fmla="*/ 88 w 65"/>
                  <a:gd name="T5" fmla="*/ 77 h 55"/>
                  <a:gd name="T6" fmla="*/ 50 w 6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5">
                    <a:moveTo>
                      <a:pt x="9" y="19"/>
                    </a:moveTo>
                    <a:cubicBezTo>
                      <a:pt x="0" y="24"/>
                      <a:pt x="21" y="39"/>
                      <a:pt x="23" y="41"/>
                    </a:cubicBezTo>
                    <a:cubicBezTo>
                      <a:pt x="33" y="49"/>
                      <a:pt x="39" y="55"/>
                      <a:pt x="51" y="44"/>
                    </a:cubicBezTo>
                    <a:cubicBezTo>
                      <a:pt x="65" y="31"/>
                      <a:pt x="41" y="8"/>
                      <a:pt x="2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15" name="Freeform 793">
                <a:extLst>
                  <a:ext uri="{FF2B5EF4-FFF2-40B4-BE49-F238E27FC236}">
                    <a16:creationId xmlns:a16="http://schemas.microsoft.com/office/drawing/2014/main" id="{4F213937-F602-4CDE-8B91-4444DCDB2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167"/>
                <a:ext cx="5" cy="7"/>
              </a:xfrm>
              <a:custGeom>
                <a:avLst/>
                <a:gdLst>
                  <a:gd name="T0" fmla="*/ 8 w 4"/>
                  <a:gd name="T1" fmla="*/ 0 h 6"/>
                  <a:gd name="T2" fmla="*/ 1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1" y="1"/>
                      <a:pt x="0" y="3"/>
                      <a:pt x="1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16" name="Freeform 794">
                <a:extLst>
                  <a:ext uri="{FF2B5EF4-FFF2-40B4-BE49-F238E27FC236}">
                    <a16:creationId xmlns:a16="http://schemas.microsoft.com/office/drawing/2014/main" id="{71B012C2-1878-4D54-85CB-0945FE2CF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143"/>
                <a:ext cx="24" cy="14"/>
              </a:xfrm>
              <a:custGeom>
                <a:avLst/>
                <a:gdLst>
                  <a:gd name="T0" fmla="*/ 0 w 20"/>
                  <a:gd name="T1" fmla="*/ 18 h 12"/>
                  <a:gd name="T2" fmla="*/ 35 w 20"/>
                  <a:gd name="T3" fmla="*/ 1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0" y="11"/>
                    </a:moveTo>
                    <a:cubicBezTo>
                      <a:pt x="6" y="12"/>
                      <a:pt x="16" y="0"/>
                      <a:pt x="20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17" name="Freeform 795">
                <a:extLst>
                  <a:ext uri="{FF2B5EF4-FFF2-40B4-BE49-F238E27FC236}">
                    <a16:creationId xmlns:a16="http://schemas.microsoft.com/office/drawing/2014/main" id="{C455B529-A519-4D0F-8D0A-3D7D35F67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155"/>
                <a:ext cx="24" cy="74"/>
              </a:xfrm>
              <a:custGeom>
                <a:avLst/>
                <a:gdLst>
                  <a:gd name="T0" fmla="*/ 0 w 20"/>
                  <a:gd name="T1" fmla="*/ 0 h 61"/>
                  <a:gd name="T2" fmla="*/ 10 w 20"/>
                  <a:gd name="T3" fmla="*/ 34 h 61"/>
                  <a:gd name="T4" fmla="*/ 31 w 20"/>
                  <a:gd name="T5" fmla="*/ 72 h 61"/>
                  <a:gd name="T6" fmla="*/ 6 w 20"/>
                  <a:gd name="T7" fmla="*/ 109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1">
                    <a:moveTo>
                      <a:pt x="0" y="0"/>
                    </a:moveTo>
                    <a:cubicBezTo>
                      <a:pt x="0" y="7"/>
                      <a:pt x="3" y="13"/>
                      <a:pt x="6" y="19"/>
                    </a:cubicBezTo>
                    <a:cubicBezTo>
                      <a:pt x="9" y="25"/>
                      <a:pt x="17" y="33"/>
                      <a:pt x="18" y="40"/>
                    </a:cubicBezTo>
                    <a:cubicBezTo>
                      <a:pt x="20" y="52"/>
                      <a:pt x="10" y="55"/>
                      <a:pt x="3" y="6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18" name="Freeform 796">
                <a:extLst>
                  <a:ext uri="{FF2B5EF4-FFF2-40B4-BE49-F238E27FC236}">
                    <a16:creationId xmlns:a16="http://schemas.microsoft.com/office/drawing/2014/main" id="{E77DBE57-11A3-4953-B961-128ECF5F3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202"/>
                <a:ext cx="37" cy="31"/>
              </a:xfrm>
              <a:custGeom>
                <a:avLst/>
                <a:gdLst>
                  <a:gd name="T0" fmla="*/ 0 w 31"/>
                  <a:gd name="T1" fmla="*/ 0 h 26"/>
                  <a:gd name="T2" fmla="*/ 53 w 31"/>
                  <a:gd name="T3" fmla="*/ 2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4" y="9"/>
                      <a:pt x="23" y="26"/>
                      <a:pt x="31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19" name="Freeform 797">
                <a:extLst>
                  <a:ext uri="{FF2B5EF4-FFF2-40B4-BE49-F238E27FC236}">
                    <a16:creationId xmlns:a16="http://schemas.microsoft.com/office/drawing/2014/main" id="{9AC334D3-DE8C-4703-8E11-C7CBDB3EF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209"/>
                <a:ext cx="30" cy="78"/>
              </a:xfrm>
              <a:custGeom>
                <a:avLst/>
                <a:gdLst>
                  <a:gd name="T0" fmla="*/ 0 w 25"/>
                  <a:gd name="T1" fmla="*/ 0 h 64"/>
                  <a:gd name="T2" fmla="*/ 42 w 25"/>
                  <a:gd name="T3" fmla="*/ 76 h 64"/>
                  <a:gd name="T4" fmla="*/ 19 w 25"/>
                  <a:gd name="T5" fmla="*/ 11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4">
                    <a:moveTo>
                      <a:pt x="0" y="0"/>
                    </a:moveTo>
                    <a:cubicBezTo>
                      <a:pt x="2" y="17"/>
                      <a:pt x="24" y="24"/>
                      <a:pt x="24" y="42"/>
                    </a:cubicBezTo>
                    <a:cubicBezTo>
                      <a:pt x="25" y="51"/>
                      <a:pt x="19" y="59"/>
                      <a:pt x="11" y="6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20" name="Freeform 798">
                <a:extLst>
                  <a:ext uri="{FF2B5EF4-FFF2-40B4-BE49-F238E27FC236}">
                    <a16:creationId xmlns:a16="http://schemas.microsoft.com/office/drawing/2014/main" id="{D8C5CB05-4B53-4D70-A18D-CF1253A0C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262"/>
                <a:ext cx="38" cy="46"/>
              </a:xfrm>
              <a:custGeom>
                <a:avLst/>
                <a:gdLst>
                  <a:gd name="T0" fmla="*/ 0 w 31"/>
                  <a:gd name="T1" fmla="*/ 0 h 38"/>
                  <a:gd name="T2" fmla="*/ 58 w 31"/>
                  <a:gd name="T3" fmla="*/ 5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5" y="10"/>
                      <a:pt x="15" y="38"/>
                      <a:pt x="31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21" name="Freeform 799">
                <a:extLst>
                  <a:ext uri="{FF2B5EF4-FFF2-40B4-BE49-F238E27FC236}">
                    <a16:creationId xmlns:a16="http://schemas.microsoft.com/office/drawing/2014/main" id="{3E233B66-071F-49B7-BFD9-D877FA2DE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293"/>
                <a:ext cx="47" cy="65"/>
              </a:xfrm>
              <a:custGeom>
                <a:avLst/>
                <a:gdLst>
                  <a:gd name="T0" fmla="*/ 17 w 39"/>
                  <a:gd name="T1" fmla="*/ 0 h 54"/>
                  <a:gd name="T2" fmla="*/ 34 w 39"/>
                  <a:gd name="T3" fmla="*/ 85 h 54"/>
                  <a:gd name="T4" fmla="*/ 0 w 39"/>
                  <a:gd name="T5" fmla="*/ 7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4">
                    <a:moveTo>
                      <a:pt x="10" y="0"/>
                    </a:moveTo>
                    <a:cubicBezTo>
                      <a:pt x="13" y="12"/>
                      <a:pt x="39" y="39"/>
                      <a:pt x="19" y="49"/>
                    </a:cubicBezTo>
                    <a:cubicBezTo>
                      <a:pt x="9" y="54"/>
                      <a:pt x="4" y="48"/>
                      <a:pt x="0" y="4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22" name="Freeform 800">
                <a:extLst>
                  <a:ext uri="{FF2B5EF4-FFF2-40B4-BE49-F238E27FC236}">
                    <a16:creationId xmlns:a16="http://schemas.microsoft.com/office/drawing/2014/main" id="{F97EB785-DD82-4786-9C7C-0CBC0EC47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351"/>
                <a:ext cx="29" cy="63"/>
              </a:xfrm>
              <a:custGeom>
                <a:avLst/>
                <a:gdLst>
                  <a:gd name="T0" fmla="*/ 0 w 24"/>
                  <a:gd name="T1" fmla="*/ 0 h 52"/>
                  <a:gd name="T2" fmla="*/ 6 w 24"/>
                  <a:gd name="T3" fmla="*/ 64 h 52"/>
                  <a:gd name="T4" fmla="*/ 19 w 24"/>
                  <a:gd name="T5" fmla="*/ 91 h 52"/>
                  <a:gd name="T6" fmla="*/ 36 w 24"/>
                  <a:gd name="T7" fmla="*/ 6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1" y="12"/>
                      <a:pt x="2" y="24"/>
                      <a:pt x="3" y="36"/>
                    </a:cubicBezTo>
                    <a:cubicBezTo>
                      <a:pt x="4" y="41"/>
                      <a:pt x="5" y="49"/>
                      <a:pt x="11" y="51"/>
                    </a:cubicBezTo>
                    <a:cubicBezTo>
                      <a:pt x="18" y="52"/>
                      <a:pt x="24" y="45"/>
                      <a:pt x="21" y="3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23" name="Freeform 801">
                <a:extLst>
                  <a:ext uri="{FF2B5EF4-FFF2-40B4-BE49-F238E27FC236}">
                    <a16:creationId xmlns:a16="http://schemas.microsoft.com/office/drawing/2014/main" id="{D94CC339-9E5F-4535-97DD-402299562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404"/>
                <a:ext cx="31" cy="105"/>
              </a:xfrm>
              <a:custGeom>
                <a:avLst/>
                <a:gdLst>
                  <a:gd name="T0" fmla="*/ 25 w 25"/>
                  <a:gd name="T1" fmla="*/ 10 h 87"/>
                  <a:gd name="T2" fmla="*/ 1 w 25"/>
                  <a:gd name="T3" fmla="*/ 54 h 87"/>
                  <a:gd name="T4" fmla="*/ 9 w 25"/>
                  <a:gd name="T5" fmla="*/ 127 h 87"/>
                  <a:gd name="T6" fmla="*/ 37 w 25"/>
                  <a:gd name="T7" fmla="*/ 129 h 87"/>
                  <a:gd name="T8" fmla="*/ 47 w 25"/>
                  <a:gd name="T9" fmla="*/ 59 h 87"/>
                  <a:gd name="T10" fmla="*/ 26 w 25"/>
                  <a:gd name="T11" fmla="*/ 12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7">
                    <a:moveTo>
                      <a:pt x="13" y="6"/>
                    </a:moveTo>
                    <a:cubicBezTo>
                      <a:pt x="3" y="0"/>
                      <a:pt x="1" y="26"/>
                      <a:pt x="1" y="31"/>
                    </a:cubicBezTo>
                    <a:cubicBezTo>
                      <a:pt x="0" y="45"/>
                      <a:pt x="3" y="59"/>
                      <a:pt x="5" y="72"/>
                    </a:cubicBezTo>
                    <a:cubicBezTo>
                      <a:pt x="7" y="85"/>
                      <a:pt x="14" y="87"/>
                      <a:pt x="19" y="74"/>
                    </a:cubicBezTo>
                    <a:cubicBezTo>
                      <a:pt x="24" y="62"/>
                      <a:pt x="24" y="47"/>
                      <a:pt x="25" y="34"/>
                    </a:cubicBezTo>
                    <a:cubicBezTo>
                      <a:pt x="25" y="22"/>
                      <a:pt x="25" y="10"/>
                      <a:pt x="14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24" name="Freeform 802">
                <a:extLst>
                  <a:ext uri="{FF2B5EF4-FFF2-40B4-BE49-F238E27FC236}">
                    <a16:creationId xmlns:a16="http://schemas.microsoft.com/office/drawing/2014/main" id="{3802451F-868B-4EA7-92B8-C55F8A068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92"/>
                <a:ext cx="24" cy="11"/>
              </a:xfrm>
              <a:custGeom>
                <a:avLst/>
                <a:gdLst>
                  <a:gd name="T0" fmla="*/ 0 w 20"/>
                  <a:gd name="T1" fmla="*/ 16 h 9"/>
                  <a:gd name="T2" fmla="*/ 35 w 20"/>
                  <a:gd name="T3" fmla="*/ 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9"/>
                    </a:moveTo>
                    <a:cubicBezTo>
                      <a:pt x="5" y="2"/>
                      <a:pt x="12" y="0"/>
                      <a:pt x="20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25" name="Freeform 803">
                <a:extLst>
                  <a:ext uri="{FF2B5EF4-FFF2-40B4-BE49-F238E27FC236}">
                    <a16:creationId xmlns:a16="http://schemas.microsoft.com/office/drawing/2014/main" id="{AA5ACF05-C8C4-435A-9974-ED963C892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506"/>
                <a:ext cx="25" cy="82"/>
              </a:xfrm>
              <a:custGeom>
                <a:avLst/>
                <a:gdLst>
                  <a:gd name="T0" fmla="*/ 36 w 21"/>
                  <a:gd name="T1" fmla="*/ 0 h 68"/>
                  <a:gd name="T2" fmla="*/ 35 w 21"/>
                  <a:gd name="T3" fmla="*/ 71 h 68"/>
                  <a:gd name="T4" fmla="*/ 0 w 21"/>
                  <a:gd name="T5" fmla="*/ 119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8">
                    <a:moveTo>
                      <a:pt x="21" y="0"/>
                    </a:moveTo>
                    <a:cubicBezTo>
                      <a:pt x="15" y="10"/>
                      <a:pt x="20" y="30"/>
                      <a:pt x="20" y="41"/>
                    </a:cubicBezTo>
                    <a:cubicBezTo>
                      <a:pt x="20" y="57"/>
                      <a:pt x="15" y="65"/>
                      <a:pt x="0" y="6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26" name="Freeform 804">
                <a:extLst>
                  <a:ext uri="{FF2B5EF4-FFF2-40B4-BE49-F238E27FC236}">
                    <a16:creationId xmlns:a16="http://schemas.microsoft.com/office/drawing/2014/main" id="{20727BC6-01F4-4A2D-ABBC-4C5971D77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1570"/>
                <a:ext cx="18" cy="40"/>
              </a:xfrm>
              <a:custGeom>
                <a:avLst/>
                <a:gdLst>
                  <a:gd name="T0" fmla="*/ 6 w 15"/>
                  <a:gd name="T1" fmla="*/ 0 h 33"/>
                  <a:gd name="T2" fmla="*/ 26 w 15"/>
                  <a:gd name="T3" fmla="*/ 5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3">
                    <a:moveTo>
                      <a:pt x="3" y="0"/>
                    </a:moveTo>
                    <a:cubicBezTo>
                      <a:pt x="1" y="9"/>
                      <a:pt x="0" y="33"/>
                      <a:pt x="15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27" name="Freeform 805">
                <a:extLst>
                  <a:ext uri="{FF2B5EF4-FFF2-40B4-BE49-F238E27FC236}">
                    <a16:creationId xmlns:a16="http://schemas.microsoft.com/office/drawing/2014/main" id="{74B6E33A-CA6B-4698-8D0F-8C8174167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630"/>
                <a:ext cx="39" cy="24"/>
              </a:xfrm>
              <a:custGeom>
                <a:avLst/>
                <a:gdLst>
                  <a:gd name="T0" fmla="*/ 1 w 32"/>
                  <a:gd name="T1" fmla="*/ 0 h 20"/>
                  <a:gd name="T2" fmla="*/ 59 w 32"/>
                  <a:gd name="T3" fmla="*/ 2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0">
                    <a:moveTo>
                      <a:pt x="1" y="0"/>
                    </a:moveTo>
                    <a:cubicBezTo>
                      <a:pt x="0" y="7"/>
                      <a:pt x="29" y="20"/>
                      <a:pt x="32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28" name="Freeform 806">
                <a:extLst>
                  <a:ext uri="{FF2B5EF4-FFF2-40B4-BE49-F238E27FC236}">
                    <a16:creationId xmlns:a16="http://schemas.microsoft.com/office/drawing/2014/main" id="{D95A0A8E-3D36-48AA-B337-4E1656963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895"/>
                <a:ext cx="75" cy="50"/>
              </a:xfrm>
              <a:custGeom>
                <a:avLst/>
                <a:gdLst>
                  <a:gd name="T0" fmla="*/ 0 w 62"/>
                  <a:gd name="T1" fmla="*/ 66 h 41"/>
                  <a:gd name="T2" fmla="*/ 35 w 62"/>
                  <a:gd name="T3" fmla="*/ 68 h 41"/>
                  <a:gd name="T4" fmla="*/ 76 w 62"/>
                  <a:gd name="T5" fmla="*/ 73 h 41"/>
                  <a:gd name="T6" fmla="*/ 104 w 62"/>
                  <a:gd name="T7" fmla="*/ 45 h 41"/>
                  <a:gd name="T8" fmla="*/ 88 w 62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1">
                    <a:moveTo>
                      <a:pt x="0" y="36"/>
                    </a:moveTo>
                    <a:cubicBezTo>
                      <a:pt x="6" y="39"/>
                      <a:pt x="14" y="38"/>
                      <a:pt x="20" y="38"/>
                    </a:cubicBezTo>
                    <a:cubicBezTo>
                      <a:pt x="27" y="38"/>
                      <a:pt x="36" y="41"/>
                      <a:pt x="43" y="40"/>
                    </a:cubicBezTo>
                    <a:cubicBezTo>
                      <a:pt x="52" y="38"/>
                      <a:pt x="55" y="33"/>
                      <a:pt x="59" y="25"/>
                    </a:cubicBezTo>
                    <a:cubicBezTo>
                      <a:pt x="62" y="17"/>
                      <a:pt x="61" y="1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29" name="Freeform 807">
                <a:extLst>
                  <a:ext uri="{FF2B5EF4-FFF2-40B4-BE49-F238E27FC236}">
                    <a16:creationId xmlns:a16="http://schemas.microsoft.com/office/drawing/2014/main" id="{59BC940A-1504-4AF6-BC0C-F0BF1DB1F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907"/>
                <a:ext cx="67" cy="41"/>
              </a:xfrm>
              <a:custGeom>
                <a:avLst/>
                <a:gdLst>
                  <a:gd name="T0" fmla="*/ 0 w 56"/>
                  <a:gd name="T1" fmla="*/ 49 h 34"/>
                  <a:gd name="T2" fmla="*/ 96 w 56"/>
                  <a:gd name="T3" fmla="*/ 4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4">
                    <a:moveTo>
                      <a:pt x="0" y="28"/>
                    </a:moveTo>
                    <a:cubicBezTo>
                      <a:pt x="15" y="34"/>
                      <a:pt x="52" y="0"/>
                      <a:pt x="56" y="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30" name="Freeform 808">
                <a:extLst>
                  <a:ext uri="{FF2B5EF4-FFF2-40B4-BE49-F238E27FC236}">
                    <a16:creationId xmlns:a16="http://schemas.microsoft.com/office/drawing/2014/main" id="{1728A51D-6A51-434B-A03B-25031A668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881"/>
                <a:ext cx="75" cy="48"/>
              </a:xfrm>
              <a:custGeom>
                <a:avLst/>
                <a:gdLst>
                  <a:gd name="T0" fmla="*/ 48 w 62"/>
                  <a:gd name="T1" fmla="*/ 67 h 40"/>
                  <a:gd name="T2" fmla="*/ 104 w 62"/>
                  <a:gd name="T3" fmla="*/ 41 h 40"/>
                  <a:gd name="T4" fmla="*/ 96 w 62"/>
                  <a:gd name="T5" fmla="*/ 6 h 40"/>
                  <a:gd name="T6" fmla="*/ 40 w 62"/>
                  <a:gd name="T7" fmla="*/ 28 h 40"/>
                  <a:gd name="T8" fmla="*/ 0 w 62"/>
                  <a:gd name="T9" fmla="*/ 4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0">
                    <a:moveTo>
                      <a:pt x="27" y="39"/>
                    </a:moveTo>
                    <a:cubicBezTo>
                      <a:pt x="39" y="40"/>
                      <a:pt x="54" y="34"/>
                      <a:pt x="59" y="23"/>
                    </a:cubicBezTo>
                    <a:cubicBezTo>
                      <a:pt x="62" y="17"/>
                      <a:pt x="61" y="5"/>
                      <a:pt x="54" y="3"/>
                    </a:cubicBezTo>
                    <a:cubicBezTo>
                      <a:pt x="46" y="0"/>
                      <a:pt x="29" y="13"/>
                      <a:pt x="22" y="16"/>
                    </a:cubicBezTo>
                    <a:cubicBezTo>
                      <a:pt x="14" y="19"/>
                      <a:pt x="6" y="23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31" name="Freeform 809">
                <a:extLst>
                  <a:ext uri="{FF2B5EF4-FFF2-40B4-BE49-F238E27FC236}">
                    <a16:creationId xmlns:a16="http://schemas.microsoft.com/office/drawing/2014/main" id="{674DD279-FFD6-4F9F-B377-1139CF210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843"/>
                <a:ext cx="32" cy="46"/>
              </a:xfrm>
              <a:custGeom>
                <a:avLst/>
                <a:gdLst>
                  <a:gd name="T0" fmla="*/ 0 w 27"/>
                  <a:gd name="T1" fmla="*/ 61 h 38"/>
                  <a:gd name="T2" fmla="*/ 24 w 27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0" y="34"/>
                    </a:moveTo>
                    <a:cubicBezTo>
                      <a:pt x="20" y="38"/>
                      <a:pt x="27" y="11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32" name="Freeform 810">
                <a:extLst>
                  <a:ext uri="{FF2B5EF4-FFF2-40B4-BE49-F238E27FC236}">
                    <a16:creationId xmlns:a16="http://schemas.microsoft.com/office/drawing/2014/main" id="{F82D3A04-8734-411B-BD24-EBDB7517B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837"/>
                <a:ext cx="65" cy="44"/>
              </a:xfrm>
              <a:custGeom>
                <a:avLst/>
                <a:gdLst>
                  <a:gd name="T0" fmla="*/ 0 w 54"/>
                  <a:gd name="T1" fmla="*/ 66 h 36"/>
                  <a:gd name="T2" fmla="*/ 76 w 54"/>
                  <a:gd name="T3" fmla="*/ 11 h 36"/>
                  <a:gd name="T4" fmla="*/ 84 w 54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6">
                    <a:moveTo>
                      <a:pt x="0" y="36"/>
                    </a:moveTo>
                    <a:cubicBezTo>
                      <a:pt x="11" y="27"/>
                      <a:pt x="24" y="0"/>
                      <a:pt x="43" y="6"/>
                    </a:cubicBezTo>
                    <a:cubicBezTo>
                      <a:pt x="50" y="9"/>
                      <a:pt x="54" y="18"/>
                      <a:pt x="48" y="2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33" name="Freeform 811">
                <a:extLst>
                  <a:ext uri="{FF2B5EF4-FFF2-40B4-BE49-F238E27FC236}">
                    <a16:creationId xmlns:a16="http://schemas.microsoft.com/office/drawing/2014/main" id="{36D7CA95-E4BF-4A48-BA80-52A5CA178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777"/>
                <a:ext cx="53" cy="70"/>
              </a:xfrm>
              <a:custGeom>
                <a:avLst/>
                <a:gdLst>
                  <a:gd name="T0" fmla="*/ 1 w 44"/>
                  <a:gd name="T1" fmla="*/ 101 h 58"/>
                  <a:gd name="T2" fmla="*/ 42 w 44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58">
                    <a:moveTo>
                      <a:pt x="1" y="58"/>
                    </a:moveTo>
                    <a:cubicBezTo>
                      <a:pt x="0" y="47"/>
                      <a:pt x="44" y="6"/>
                      <a:pt x="2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34" name="Freeform 812">
                <a:extLst>
                  <a:ext uri="{FF2B5EF4-FFF2-40B4-BE49-F238E27FC236}">
                    <a16:creationId xmlns:a16="http://schemas.microsoft.com/office/drawing/2014/main" id="{5C54644D-C9B0-47C1-A2BD-F7B7975D9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746"/>
                <a:ext cx="65" cy="104"/>
              </a:xfrm>
              <a:custGeom>
                <a:avLst/>
                <a:gdLst>
                  <a:gd name="T0" fmla="*/ 17 w 54"/>
                  <a:gd name="T1" fmla="*/ 62 h 86"/>
                  <a:gd name="T2" fmla="*/ 83 w 54"/>
                  <a:gd name="T3" fmla="*/ 16 h 86"/>
                  <a:gd name="T4" fmla="*/ 65 w 54"/>
                  <a:gd name="T5" fmla="*/ 65 h 86"/>
                  <a:gd name="T6" fmla="*/ 0 w 54"/>
                  <a:gd name="T7" fmla="*/ 15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6">
                    <a:moveTo>
                      <a:pt x="10" y="35"/>
                    </a:moveTo>
                    <a:cubicBezTo>
                      <a:pt x="13" y="32"/>
                      <a:pt x="35" y="0"/>
                      <a:pt x="47" y="9"/>
                    </a:cubicBezTo>
                    <a:cubicBezTo>
                      <a:pt x="54" y="14"/>
                      <a:pt x="40" y="32"/>
                      <a:pt x="37" y="37"/>
                    </a:cubicBezTo>
                    <a:cubicBezTo>
                      <a:pt x="27" y="52"/>
                      <a:pt x="14" y="77"/>
                      <a:pt x="0" y="8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35" name="Freeform 813">
                <a:extLst>
                  <a:ext uri="{FF2B5EF4-FFF2-40B4-BE49-F238E27FC236}">
                    <a16:creationId xmlns:a16="http://schemas.microsoft.com/office/drawing/2014/main" id="{D6C92218-CA18-4FA5-A0E6-1FCD26BA4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746"/>
                <a:ext cx="22" cy="16"/>
              </a:xfrm>
              <a:custGeom>
                <a:avLst/>
                <a:gdLst>
                  <a:gd name="T0" fmla="*/ 0 w 18"/>
                  <a:gd name="T1" fmla="*/ 25 h 13"/>
                  <a:gd name="T2" fmla="*/ 33 w 18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5" y="8"/>
                      <a:pt x="10" y="0"/>
                      <a:pt x="18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36" name="Freeform 814">
                <a:extLst>
                  <a:ext uri="{FF2B5EF4-FFF2-40B4-BE49-F238E27FC236}">
                    <a16:creationId xmlns:a16="http://schemas.microsoft.com/office/drawing/2014/main" id="{D1B10C0D-722F-46E3-A28A-76A7ABCB0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690"/>
                <a:ext cx="30" cy="65"/>
              </a:xfrm>
              <a:custGeom>
                <a:avLst/>
                <a:gdLst>
                  <a:gd name="T0" fmla="*/ 0 w 25"/>
                  <a:gd name="T1" fmla="*/ 94 h 54"/>
                  <a:gd name="T2" fmla="*/ 17 w 25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4">
                    <a:moveTo>
                      <a:pt x="0" y="54"/>
                    </a:moveTo>
                    <a:cubicBezTo>
                      <a:pt x="6" y="40"/>
                      <a:pt x="25" y="13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37" name="Freeform 815">
                <a:extLst>
                  <a:ext uri="{FF2B5EF4-FFF2-40B4-BE49-F238E27FC236}">
                    <a16:creationId xmlns:a16="http://schemas.microsoft.com/office/drawing/2014/main" id="{55563E17-F561-4971-BA16-C2FEC9B2B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624"/>
                <a:ext cx="56" cy="124"/>
              </a:xfrm>
              <a:custGeom>
                <a:avLst/>
                <a:gdLst>
                  <a:gd name="T0" fmla="*/ 0 w 46"/>
                  <a:gd name="T1" fmla="*/ 109 h 102"/>
                  <a:gd name="T2" fmla="*/ 52 w 46"/>
                  <a:gd name="T3" fmla="*/ 43 h 102"/>
                  <a:gd name="T4" fmla="*/ 15 w 46"/>
                  <a:gd name="T5" fmla="*/ 184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02">
                    <a:moveTo>
                      <a:pt x="0" y="61"/>
                    </a:moveTo>
                    <a:cubicBezTo>
                      <a:pt x="1" y="50"/>
                      <a:pt x="12" y="0"/>
                      <a:pt x="29" y="24"/>
                    </a:cubicBezTo>
                    <a:cubicBezTo>
                      <a:pt x="46" y="47"/>
                      <a:pt x="17" y="81"/>
                      <a:pt x="8" y="10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38" name="Freeform 816">
                <a:extLst>
                  <a:ext uri="{FF2B5EF4-FFF2-40B4-BE49-F238E27FC236}">
                    <a16:creationId xmlns:a16="http://schemas.microsoft.com/office/drawing/2014/main" id="{D22D1EA5-1439-4BF5-8248-80F536333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916"/>
                <a:ext cx="120" cy="54"/>
              </a:xfrm>
              <a:custGeom>
                <a:avLst/>
                <a:gdLst>
                  <a:gd name="T0" fmla="*/ 0 w 100"/>
                  <a:gd name="T1" fmla="*/ 17 h 45"/>
                  <a:gd name="T2" fmla="*/ 102 w 100"/>
                  <a:gd name="T3" fmla="*/ 6 h 45"/>
                  <a:gd name="T4" fmla="*/ 173 w 100"/>
                  <a:gd name="T5" fmla="*/ 34 h 45"/>
                  <a:gd name="T6" fmla="*/ 80 w 100"/>
                  <a:gd name="T7" fmla="*/ 78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45">
                    <a:moveTo>
                      <a:pt x="0" y="10"/>
                    </a:moveTo>
                    <a:cubicBezTo>
                      <a:pt x="18" y="3"/>
                      <a:pt x="40" y="0"/>
                      <a:pt x="59" y="3"/>
                    </a:cubicBezTo>
                    <a:cubicBezTo>
                      <a:pt x="74" y="5"/>
                      <a:pt x="86" y="13"/>
                      <a:pt x="100" y="19"/>
                    </a:cubicBezTo>
                    <a:cubicBezTo>
                      <a:pt x="81" y="23"/>
                      <a:pt x="66" y="44"/>
                      <a:pt x="47" y="4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39" name="Freeform 817">
                <a:extLst>
                  <a:ext uri="{FF2B5EF4-FFF2-40B4-BE49-F238E27FC236}">
                    <a16:creationId xmlns:a16="http://schemas.microsoft.com/office/drawing/2014/main" id="{4E219FCE-274A-4B3D-8764-ABF544D09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1899"/>
                <a:ext cx="82" cy="32"/>
              </a:xfrm>
              <a:custGeom>
                <a:avLst/>
                <a:gdLst>
                  <a:gd name="T0" fmla="*/ 0 w 68"/>
                  <a:gd name="T1" fmla="*/ 32 h 27"/>
                  <a:gd name="T2" fmla="*/ 84 w 68"/>
                  <a:gd name="T3" fmla="*/ 32 h 27"/>
                  <a:gd name="T4" fmla="*/ 119 w 6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7">
                    <a:moveTo>
                      <a:pt x="0" y="19"/>
                    </a:moveTo>
                    <a:cubicBezTo>
                      <a:pt x="12" y="27"/>
                      <a:pt x="37" y="27"/>
                      <a:pt x="48" y="19"/>
                    </a:cubicBezTo>
                    <a:cubicBezTo>
                      <a:pt x="56" y="14"/>
                      <a:pt x="62" y="6"/>
                      <a:pt x="6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40" name="Freeform 818">
                <a:extLst>
                  <a:ext uri="{FF2B5EF4-FFF2-40B4-BE49-F238E27FC236}">
                    <a16:creationId xmlns:a16="http://schemas.microsoft.com/office/drawing/2014/main" id="{6EEA1D91-363B-4D49-B1F0-A09D733AE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1901"/>
                <a:ext cx="33" cy="17"/>
              </a:xfrm>
              <a:custGeom>
                <a:avLst/>
                <a:gdLst>
                  <a:gd name="T0" fmla="*/ 46 w 28"/>
                  <a:gd name="T1" fmla="*/ 25 h 14"/>
                  <a:gd name="T2" fmla="*/ 15 w 28"/>
                  <a:gd name="T3" fmla="*/ 13 h 14"/>
                  <a:gd name="T4" fmla="*/ 0 w 2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28" y="14"/>
                    </a:moveTo>
                    <a:cubicBezTo>
                      <a:pt x="22" y="10"/>
                      <a:pt x="15" y="11"/>
                      <a:pt x="9" y="7"/>
                    </a:cubicBezTo>
                    <a:cubicBezTo>
                      <a:pt x="6" y="5"/>
                      <a:pt x="2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41" name="Freeform 819">
                <a:extLst>
                  <a:ext uri="{FF2B5EF4-FFF2-40B4-BE49-F238E27FC236}">
                    <a16:creationId xmlns:a16="http://schemas.microsoft.com/office/drawing/2014/main" id="{D3AA7CF6-5952-4597-A7BB-B12DF914B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910"/>
                <a:ext cx="123" cy="40"/>
              </a:xfrm>
              <a:custGeom>
                <a:avLst/>
                <a:gdLst>
                  <a:gd name="T0" fmla="*/ 21 w 102"/>
                  <a:gd name="T1" fmla="*/ 23 h 33"/>
                  <a:gd name="T2" fmla="*/ 101 w 102"/>
                  <a:gd name="T3" fmla="*/ 1 h 33"/>
                  <a:gd name="T4" fmla="*/ 178 w 102"/>
                  <a:gd name="T5" fmla="*/ 18 h 33"/>
                  <a:gd name="T6" fmla="*/ 113 w 102"/>
                  <a:gd name="T7" fmla="*/ 42 h 33"/>
                  <a:gd name="T8" fmla="*/ 51 w 102"/>
                  <a:gd name="T9" fmla="*/ 57 h 33"/>
                  <a:gd name="T10" fmla="*/ 0 w 102"/>
                  <a:gd name="T11" fmla="*/ 4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33">
                    <a:moveTo>
                      <a:pt x="12" y="13"/>
                    </a:moveTo>
                    <a:cubicBezTo>
                      <a:pt x="27" y="12"/>
                      <a:pt x="42" y="3"/>
                      <a:pt x="58" y="1"/>
                    </a:cubicBezTo>
                    <a:cubicBezTo>
                      <a:pt x="71" y="0"/>
                      <a:pt x="90" y="5"/>
                      <a:pt x="102" y="10"/>
                    </a:cubicBezTo>
                    <a:cubicBezTo>
                      <a:pt x="91" y="10"/>
                      <a:pt x="75" y="20"/>
                      <a:pt x="65" y="24"/>
                    </a:cubicBezTo>
                    <a:cubicBezTo>
                      <a:pt x="53" y="27"/>
                      <a:pt x="41" y="31"/>
                      <a:pt x="29" y="32"/>
                    </a:cubicBezTo>
                    <a:cubicBezTo>
                      <a:pt x="18" y="33"/>
                      <a:pt x="9" y="29"/>
                      <a:pt x="0" y="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42" name="Freeform 820">
                <a:extLst>
                  <a:ext uri="{FF2B5EF4-FFF2-40B4-BE49-F238E27FC236}">
                    <a16:creationId xmlns:a16="http://schemas.microsoft.com/office/drawing/2014/main" id="{359168F1-0562-4966-8953-DEDC9C43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946"/>
                <a:ext cx="84" cy="24"/>
              </a:xfrm>
              <a:custGeom>
                <a:avLst/>
                <a:gdLst>
                  <a:gd name="T0" fmla="*/ 0 w 70"/>
                  <a:gd name="T1" fmla="*/ 1 h 20"/>
                  <a:gd name="T2" fmla="*/ 88 w 70"/>
                  <a:gd name="T3" fmla="*/ 24 h 20"/>
                  <a:gd name="T4" fmla="*/ 121 w 70"/>
                  <a:gd name="T5" fmla="*/ 3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0">
                    <a:moveTo>
                      <a:pt x="0" y="1"/>
                    </a:moveTo>
                    <a:cubicBezTo>
                      <a:pt x="18" y="0"/>
                      <a:pt x="34" y="8"/>
                      <a:pt x="51" y="14"/>
                    </a:cubicBezTo>
                    <a:cubicBezTo>
                      <a:pt x="58" y="17"/>
                      <a:pt x="64" y="17"/>
                      <a:pt x="70" y="2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43" name="Freeform 821">
                <a:extLst>
                  <a:ext uri="{FF2B5EF4-FFF2-40B4-BE49-F238E27FC236}">
                    <a16:creationId xmlns:a16="http://schemas.microsoft.com/office/drawing/2014/main" id="{3CBAC043-41A9-42C0-8A86-56E578F1B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917"/>
                <a:ext cx="103" cy="56"/>
              </a:xfrm>
              <a:custGeom>
                <a:avLst/>
                <a:gdLst>
                  <a:gd name="T0" fmla="*/ 0 w 85"/>
                  <a:gd name="T1" fmla="*/ 6 h 46"/>
                  <a:gd name="T2" fmla="*/ 62 w 85"/>
                  <a:gd name="T3" fmla="*/ 6 h 46"/>
                  <a:gd name="T4" fmla="*/ 151 w 85"/>
                  <a:gd name="T5" fmla="*/ 9 h 46"/>
                  <a:gd name="T6" fmla="*/ 102 w 85"/>
                  <a:gd name="T7" fmla="*/ 60 h 46"/>
                  <a:gd name="T8" fmla="*/ 75 w 85"/>
                  <a:gd name="T9" fmla="*/ 8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46">
                    <a:moveTo>
                      <a:pt x="0" y="3"/>
                    </a:moveTo>
                    <a:cubicBezTo>
                      <a:pt x="5" y="12"/>
                      <a:pt x="27" y="5"/>
                      <a:pt x="35" y="3"/>
                    </a:cubicBezTo>
                    <a:cubicBezTo>
                      <a:pt x="54" y="0"/>
                      <a:pt x="68" y="0"/>
                      <a:pt x="85" y="5"/>
                    </a:cubicBezTo>
                    <a:cubicBezTo>
                      <a:pt x="74" y="13"/>
                      <a:pt x="66" y="22"/>
                      <a:pt x="57" y="33"/>
                    </a:cubicBezTo>
                    <a:cubicBezTo>
                      <a:pt x="53" y="37"/>
                      <a:pt x="48" y="44"/>
                      <a:pt x="42" y="4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44" name="Freeform 822">
                <a:extLst>
                  <a:ext uri="{FF2B5EF4-FFF2-40B4-BE49-F238E27FC236}">
                    <a16:creationId xmlns:a16="http://schemas.microsoft.com/office/drawing/2014/main" id="{E3AC9E66-40FB-49F1-8751-DA2F3D30C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899"/>
                <a:ext cx="55" cy="28"/>
              </a:xfrm>
              <a:custGeom>
                <a:avLst/>
                <a:gdLst>
                  <a:gd name="T0" fmla="*/ 0 w 46"/>
                  <a:gd name="T1" fmla="*/ 41 h 23"/>
                  <a:gd name="T2" fmla="*/ 79 w 4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23"/>
                    </a:moveTo>
                    <a:cubicBezTo>
                      <a:pt x="18" y="20"/>
                      <a:pt x="31" y="7"/>
                      <a:pt x="4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45" name="Freeform 823">
                <a:extLst>
                  <a:ext uri="{FF2B5EF4-FFF2-40B4-BE49-F238E27FC236}">
                    <a16:creationId xmlns:a16="http://schemas.microsoft.com/office/drawing/2014/main" id="{0B738722-761F-4302-BA43-48E4DF2EA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899"/>
                <a:ext cx="152" cy="34"/>
              </a:xfrm>
              <a:custGeom>
                <a:avLst/>
                <a:gdLst>
                  <a:gd name="T0" fmla="*/ 0 w 126"/>
                  <a:gd name="T1" fmla="*/ 1 h 28"/>
                  <a:gd name="T2" fmla="*/ 94 w 126"/>
                  <a:gd name="T3" fmla="*/ 41 h 28"/>
                  <a:gd name="T4" fmla="*/ 147 w 126"/>
                  <a:gd name="T5" fmla="*/ 47 h 28"/>
                  <a:gd name="T6" fmla="*/ 191 w 126"/>
                  <a:gd name="T7" fmla="*/ 19 h 28"/>
                  <a:gd name="T8" fmla="*/ 221 w 12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28">
                    <a:moveTo>
                      <a:pt x="0" y="1"/>
                    </a:moveTo>
                    <a:cubicBezTo>
                      <a:pt x="17" y="9"/>
                      <a:pt x="36" y="16"/>
                      <a:pt x="54" y="23"/>
                    </a:cubicBezTo>
                    <a:cubicBezTo>
                      <a:pt x="63" y="26"/>
                      <a:pt x="74" y="28"/>
                      <a:pt x="84" y="26"/>
                    </a:cubicBezTo>
                    <a:cubicBezTo>
                      <a:pt x="93" y="24"/>
                      <a:pt x="101" y="16"/>
                      <a:pt x="109" y="11"/>
                    </a:cubicBezTo>
                    <a:cubicBezTo>
                      <a:pt x="115" y="8"/>
                      <a:pt x="121" y="4"/>
                      <a:pt x="12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46" name="Freeform 824">
                <a:extLst>
                  <a:ext uri="{FF2B5EF4-FFF2-40B4-BE49-F238E27FC236}">
                    <a16:creationId xmlns:a16="http://schemas.microsoft.com/office/drawing/2014/main" id="{23355F6A-EE05-4E3F-88C4-4BF0BB91C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917"/>
                <a:ext cx="43" cy="6"/>
              </a:xfrm>
              <a:custGeom>
                <a:avLst/>
                <a:gdLst>
                  <a:gd name="T0" fmla="*/ 0 w 36"/>
                  <a:gd name="T1" fmla="*/ 8 h 5"/>
                  <a:gd name="T2" fmla="*/ 38 w 36"/>
                  <a:gd name="T3" fmla="*/ 6 h 5"/>
                  <a:gd name="T4" fmla="*/ 61 w 36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">
                    <a:moveTo>
                      <a:pt x="0" y="5"/>
                    </a:moveTo>
                    <a:cubicBezTo>
                      <a:pt x="8" y="5"/>
                      <a:pt x="15" y="5"/>
                      <a:pt x="23" y="3"/>
                    </a:cubicBezTo>
                    <a:cubicBezTo>
                      <a:pt x="27" y="2"/>
                      <a:pt x="31" y="0"/>
                      <a:pt x="36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47" name="Freeform 825">
                <a:extLst>
                  <a:ext uri="{FF2B5EF4-FFF2-40B4-BE49-F238E27FC236}">
                    <a16:creationId xmlns:a16="http://schemas.microsoft.com/office/drawing/2014/main" id="{A915CD73-77E8-4035-A2FC-9D99BC524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1931"/>
                <a:ext cx="116" cy="31"/>
              </a:xfrm>
              <a:custGeom>
                <a:avLst/>
                <a:gdLst>
                  <a:gd name="T0" fmla="*/ 0 w 96"/>
                  <a:gd name="T1" fmla="*/ 15 h 25"/>
                  <a:gd name="T2" fmla="*/ 115 w 96"/>
                  <a:gd name="T3" fmla="*/ 40 h 25"/>
                  <a:gd name="T4" fmla="*/ 169 w 9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5">
                    <a:moveTo>
                      <a:pt x="0" y="8"/>
                    </a:moveTo>
                    <a:cubicBezTo>
                      <a:pt x="20" y="10"/>
                      <a:pt x="45" y="25"/>
                      <a:pt x="65" y="21"/>
                    </a:cubicBezTo>
                    <a:cubicBezTo>
                      <a:pt x="75" y="19"/>
                      <a:pt x="88" y="6"/>
                      <a:pt x="9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48" name="Freeform 826">
                <a:extLst>
                  <a:ext uri="{FF2B5EF4-FFF2-40B4-BE49-F238E27FC236}">
                    <a16:creationId xmlns:a16="http://schemas.microsoft.com/office/drawing/2014/main" id="{6A70CEFB-6411-436D-9E5D-CAD378099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950"/>
                <a:ext cx="131" cy="19"/>
              </a:xfrm>
              <a:custGeom>
                <a:avLst/>
                <a:gdLst>
                  <a:gd name="T0" fmla="*/ 0 w 109"/>
                  <a:gd name="T1" fmla="*/ 8 h 16"/>
                  <a:gd name="T2" fmla="*/ 75 w 109"/>
                  <a:gd name="T3" fmla="*/ 2 h 16"/>
                  <a:gd name="T4" fmla="*/ 131 w 109"/>
                  <a:gd name="T5" fmla="*/ 6 h 16"/>
                  <a:gd name="T6" fmla="*/ 189 w 109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6">
                    <a:moveTo>
                      <a:pt x="0" y="5"/>
                    </a:moveTo>
                    <a:cubicBezTo>
                      <a:pt x="14" y="8"/>
                      <a:pt x="28" y="4"/>
                      <a:pt x="43" y="2"/>
                    </a:cubicBezTo>
                    <a:cubicBezTo>
                      <a:pt x="55" y="0"/>
                      <a:pt x="64" y="0"/>
                      <a:pt x="76" y="3"/>
                    </a:cubicBezTo>
                    <a:cubicBezTo>
                      <a:pt x="87" y="6"/>
                      <a:pt x="98" y="15"/>
                      <a:pt x="109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49" name="Freeform 827">
                <a:extLst>
                  <a:ext uri="{FF2B5EF4-FFF2-40B4-BE49-F238E27FC236}">
                    <a16:creationId xmlns:a16="http://schemas.microsoft.com/office/drawing/2014/main" id="{02815434-2963-4026-AEF9-A8FD3BD55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904"/>
                <a:ext cx="113" cy="50"/>
              </a:xfrm>
              <a:custGeom>
                <a:avLst/>
                <a:gdLst>
                  <a:gd name="T0" fmla="*/ 0 w 94"/>
                  <a:gd name="T1" fmla="*/ 14 h 42"/>
                  <a:gd name="T2" fmla="*/ 83 w 94"/>
                  <a:gd name="T3" fmla="*/ 24 h 42"/>
                  <a:gd name="T4" fmla="*/ 163 w 94"/>
                  <a:gd name="T5" fmla="*/ 35 h 42"/>
                  <a:gd name="T6" fmla="*/ 72 w 94"/>
                  <a:gd name="T7" fmla="*/ 62 h 42"/>
                  <a:gd name="T8" fmla="*/ 36 w 94"/>
                  <a:gd name="T9" fmla="*/ 7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42">
                    <a:moveTo>
                      <a:pt x="0" y="8"/>
                    </a:moveTo>
                    <a:cubicBezTo>
                      <a:pt x="11" y="0"/>
                      <a:pt x="36" y="11"/>
                      <a:pt x="47" y="14"/>
                    </a:cubicBezTo>
                    <a:cubicBezTo>
                      <a:pt x="62" y="18"/>
                      <a:pt x="79" y="17"/>
                      <a:pt x="94" y="20"/>
                    </a:cubicBezTo>
                    <a:cubicBezTo>
                      <a:pt x="76" y="22"/>
                      <a:pt x="58" y="32"/>
                      <a:pt x="42" y="37"/>
                    </a:cubicBezTo>
                    <a:cubicBezTo>
                      <a:pt x="35" y="39"/>
                      <a:pt x="26" y="39"/>
                      <a:pt x="21" y="4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50" name="Freeform 828">
                <a:extLst>
                  <a:ext uri="{FF2B5EF4-FFF2-40B4-BE49-F238E27FC236}">
                    <a16:creationId xmlns:a16="http://schemas.microsoft.com/office/drawing/2014/main" id="{E7EA40AA-4552-4E95-AE0A-DCA46D658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900"/>
                <a:ext cx="58" cy="25"/>
              </a:xfrm>
              <a:custGeom>
                <a:avLst/>
                <a:gdLst>
                  <a:gd name="T0" fmla="*/ 0 w 48"/>
                  <a:gd name="T1" fmla="*/ 32 h 21"/>
                  <a:gd name="T2" fmla="*/ 85 w 4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1">
                    <a:moveTo>
                      <a:pt x="0" y="19"/>
                    </a:moveTo>
                    <a:cubicBezTo>
                      <a:pt x="18" y="21"/>
                      <a:pt x="33" y="9"/>
                      <a:pt x="4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51" name="Freeform 829">
                <a:extLst>
                  <a:ext uri="{FF2B5EF4-FFF2-40B4-BE49-F238E27FC236}">
                    <a16:creationId xmlns:a16="http://schemas.microsoft.com/office/drawing/2014/main" id="{1F863F9A-290C-4C7B-9F3D-ADD3378F2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934"/>
                <a:ext cx="159" cy="35"/>
              </a:xfrm>
              <a:custGeom>
                <a:avLst/>
                <a:gdLst>
                  <a:gd name="T0" fmla="*/ 0 w 132"/>
                  <a:gd name="T1" fmla="*/ 2 h 29"/>
                  <a:gd name="T2" fmla="*/ 51 w 132"/>
                  <a:gd name="T3" fmla="*/ 0 h 29"/>
                  <a:gd name="T4" fmla="*/ 120 w 132"/>
                  <a:gd name="T5" fmla="*/ 16 h 29"/>
                  <a:gd name="T6" fmla="*/ 183 w 132"/>
                  <a:gd name="T7" fmla="*/ 41 h 29"/>
                  <a:gd name="T8" fmla="*/ 211 w 132"/>
                  <a:gd name="T9" fmla="*/ 42 h 29"/>
                  <a:gd name="T10" fmla="*/ 231 w 132"/>
                  <a:gd name="T11" fmla="*/ 5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29">
                    <a:moveTo>
                      <a:pt x="0" y="2"/>
                    </a:moveTo>
                    <a:cubicBezTo>
                      <a:pt x="10" y="2"/>
                      <a:pt x="19" y="0"/>
                      <a:pt x="29" y="0"/>
                    </a:cubicBezTo>
                    <a:cubicBezTo>
                      <a:pt x="43" y="0"/>
                      <a:pt x="55" y="4"/>
                      <a:pt x="69" y="9"/>
                    </a:cubicBezTo>
                    <a:cubicBezTo>
                      <a:pt x="81" y="13"/>
                      <a:pt x="92" y="20"/>
                      <a:pt x="105" y="23"/>
                    </a:cubicBezTo>
                    <a:cubicBezTo>
                      <a:pt x="110" y="24"/>
                      <a:pt x="115" y="23"/>
                      <a:pt x="120" y="24"/>
                    </a:cubicBezTo>
                    <a:cubicBezTo>
                      <a:pt x="124" y="25"/>
                      <a:pt x="127" y="29"/>
                      <a:pt x="132" y="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52" name="Freeform 830">
                <a:extLst>
                  <a:ext uri="{FF2B5EF4-FFF2-40B4-BE49-F238E27FC236}">
                    <a16:creationId xmlns:a16="http://schemas.microsoft.com/office/drawing/2014/main" id="{C3EB6BA5-E83A-4FF1-8068-39C43B523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901"/>
                <a:ext cx="94" cy="55"/>
              </a:xfrm>
              <a:custGeom>
                <a:avLst/>
                <a:gdLst>
                  <a:gd name="T0" fmla="*/ 0 w 78"/>
                  <a:gd name="T1" fmla="*/ 66 h 45"/>
                  <a:gd name="T2" fmla="*/ 104 w 78"/>
                  <a:gd name="T3" fmla="*/ 20 h 45"/>
                  <a:gd name="T4" fmla="*/ 136 w 78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45">
                    <a:moveTo>
                      <a:pt x="0" y="36"/>
                    </a:moveTo>
                    <a:cubicBezTo>
                      <a:pt x="19" y="45"/>
                      <a:pt x="46" y="22"/>
                      <a:pt x="59" y="11"/>
                    </a:cubicBezTo>
                    <a:cubicBezTo>
                      <a:pt x="65" y="7"/>
                      <a:pt x="71" y="2"/>
                      <a:pt x="7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53" name="Freeform 831">
                <a:extLst>
                  <a:ext uri="{FF2B5EF4-FFF2-40B4-BE49-F238E27FC236}">
                    <a16:creationId xmlns:a16="http://schemas.microsoft.com/office/drawing/2014/main" id="{6445DB2D-BA09-42C1-94D4-EB7526D45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906"/>
                <a:ext cx="109" cy="12"/>
              </a:xfrm>
              <a:custGeom>
                <a:avLst/>
                <a:gdLst>
                  <a:gd name="T0" fmla="*/ 157 w 91"/>
                  <a:gd name="T1" fmla="*/ 10 h 10"/>
                  <a:gd name="T2" fmla="*/ 102 w 91"/>
                  <a:gd name="T3" fmla="*/ 16 h 10"/>
                  <a:gd name="T4" fmla="*/ 50 w 91"/>
                  <a:gd name="T5" fmla="*/ 8 h 10"/>
                  <a:gd name="T6" fmla="*/ 0 w 91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0">
                    <a:moveTo>
                      <a:pt x="91" y="6"/>
                    </a:moveTo>
                    <a:cubicBezTo>
                      <a:pt x="82" y="6"/>
                      <a:pt x="69" y="10"/>
                      <a:pt x="59" y="9"/>
                    </a:cubicBezTo>
                    <a:cubicBezTo>
                      <a:pt x="49" y="8"/>
                      <a:pt x="39" y="6"/>
                      <a:pt x="29" y="5"/>
                    </a:cubicBezTo>
                    <a:cubicBezTo>
                      <a:pt x="21" y="4"/>
                      <a:pt x="8" y="0"/>
                      <a:pt x="0" y="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54" name="Freeform 832">
                <a:extLst>
                  <a:ext uri="{FF2B5EF4-FFF2-40B4-BE49-F238E27FC236}">
                    <a16:creationId xmlns:a16="http://schemas.microsoft.com/office/drawing/2014/main" id="{1A3C5124-7A9F-4154-B9A6-A7F1FBF7F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918"/>
                <a:ext cx="147" cy="22"/>
              </a:xfrm>
              <a:custGeom>
                <a:avLst/>
                <a:gdLst>
                  <a:gd name="T0" fmla="*/ 213 w 122"/>
                  <a:gd name="T1" fmla="*/ 33 h 18"/>
                  <a:gd name="T2" fmla="*/ 196 w 122"/>
                  <a:gd name="T3" fmla="*/ 26 h 18"/>
                  <a:gd name="T4" fmla="*/ 137 w 122"/>
                  <a:gd name="T5" fmla="*/ 9 h 18"/>
                  <a:gd name="T6" fmla="*/ 70 w 122"/>
                  <a:gd name="T7" fmla="*/ 6 h 18"/>
                  <a:gd name="T8" fmla="*/ 0 w 122"/>
                  <a:gd name="T9" fmla="*/ 2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8">
                    <a:moveTo>
                      <a:pt x="122" y="18"/>
                    </a:moveTo>
                    <a:cubicBezTo>
                      <a:pt x="118" y="18"/>
                      <a:pt x="116" y="16"/>
                      <a:pt x="112" y="14"/>
                    </a:cubicBezTo>
                    <a:cubicBezTo>
                      <a:pt x="102" y="11"/>
                      <a:pt x="90" y="8"/>
                      <a:pt x="79" y="5"/>
                    </a:cubicBezTo>
                    <a:cubicBezTo>
                      <a:pt x="66" y="2"/>
                      <a:pt x="54" y="0"/>
                      <a:pt x="40" y="3"/>
                    </a:cubicBezTo>
                    <a:cubicBezTo>
                      <a:pt x="27" y="7"/>
                      <a:pt x="14" y="13"/>
                      <a:pt x="0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55" name="Freeform 833">
                <a:extLst>
                  <a:ext uri="{FF2B5EF4-FFF2-40B4-BE49-F238E27FC236}">
                    <a16:creationId xmlns:a16="http://schemas.microsoft.com/office/drawing/2014/main" id="{52CEA462-0139-458B-90AD-7CF9C35EF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951"/>
                <a:ext cx="53" cy="22"/>
              </a:xfrm>
              <a:custGeom>
                <a:avLst/>
                <a:gdLst>
                  <a:gd name="T0" fmla="*/ 77 w 44"/>
                  <a:gd name="T1" fmla="*/ 0 h 18"/>
                  <a:gd name="T2" fmla="*/ 0 w 44"/>
                  <a:gd name="T3" fmla="*/ 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8">
                    <a:moveTo>
                      <a:pt x="44" y="0"/>
                    </a:moveTo>
                    <a:cubicBezTo>
                      <a:pt x="27" y="1"/>
                      <a:pt x="15" y="13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56" name="Freeform 834">
                <a:extLst>
                  <a:ext uri="{FF2B5EF4-FFF2-40B4-BE49-F238E27FC236}">
                    <a16:creationId xmlns:a16="http://schemas.microsoft.com/office/drawing/2014/main" id="{49338C08-F237-4698-BF2C-0472EA99A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085"/>
                <a:ext cx="64" cy="42"/>
              </a:xfrm>
              <a:custGeom>
                <a:avLst/>
                <a:gdLst>
                  <a:gd name="T0" fmla="*/ 25 w 53"/>
                  <a:gd name="T1" fmla="*/ 1 h 35"/>
                  <a:gd name="T2" fmla="*/ 14 w 53"/>
                  <a:gd name="T3" fmla="*/ 37 h 35"/>
                  <a:gd name="T4" fmla="*/ 25 w 53"/>
                  <a:gd name="T5" fmla="*/ 55 h 35"/>
                  <a:gd name="T6" fmla="*/ 58 w 53"/>
                  <a:gd name="T7" fmla="*/ 58 h 35"/>
                  <a:gd name="T8" fmla="*/ 91 w 53"/>
                  <a:gd name="T9" fmla="*/ 43 h 35"/>
                  <a:gd name="T10" fmla="*/ 83 w 53"/>
                  <a:gd name="T11" fmla="*/ 8 h 35"/>
                  <a:gd name="T12" fmla="*/ 58 w 53"/>
                  <a:gd name="T13" fmla="*/ 1 h 35"/>
                  <a:gd name="T14" fmla="*/ 27 w 53"/>
                  <a:gd name="T15" fmla="*/ 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5">
                    <a:moveTo>
                      <a:pt x="14" y="1"/>
                    </a:moveTo>
                    <a:cubicBezTo>
                      <a:pt x="0" y="0"/>
                      <a:pt x="6" y="13"/>
                      <a:pt x="8" y="22"/>
                    </a:cubicBezTo>
                    <a:cubicBezTo>
                      <a:pt x="9" y="26"/>
                      <a:pt x="10" y="30"/>
                      <a:pt x="14" y="32"/>
                    </a:cubicBezTo>
                    <a:cubicBezTo>
                      <a:pt x="19" y="35"/>
                      <a:pt x="27" y="34"/>
                      <a:pt x="33" y="33"/>
                    </a:cubicBezTo>
                    <a:cubicBezTo>
                      <a:pt x="39" y="32"/>
                      <a:pt x="49" y="32"/>
                      <a:pt x="51" y="25"/>
                    </a:cubicBezTo>
                    <a:cubicBezTo>
                      <a:pt x="53" y="20"/>
                      <a:pt x="51" y="9"/>
                      <a:pt x="47" y="5"/>
                    </a:cubicBezTo>
                    <a:cubicBezTo>
                      <a:pt x="44" y="2"/>
                      <a:pt x="37" y="2"/>
                      <a:pt x="33" y="1"/>
                    </a:cubicBezTo>
                    <a:cubicBezTo>
                      <a:pt x="27" y="1"/>
                      <a:pt x="21" y="1"/>
                      <a:pt x="1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57" name="Freeform 835">
                <a:extLst>
                  <a:ext uri="{FF2B5EF4-FFF2-40B4-BE49-F238E27FC236}">
                    <a16:creationId xmlns:a16="http://schemas.microsoft.com/office/drawing/2014/main" id="{F7D240B0-E4CE-495D-8B59-95BE670E5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1120"/>
                <a:ext cx="58" cy="31"/>
              </a:xfrm>
              <a:custGeom>
                <a:avLst/>
                <a:gdLst>
                  <a:gd name="T0" fmla="*/ 36 w 48"/>
                  <a:gd name="T1" fmla="*/ 8 h 26"/>
                  <a:gd name="T2" fmla="*/ 18 w 48"/>
                  <a:gd name="T3" fmla="*/ 7 h 26"/>
                  <a:gd name="T4" fmla="*/ 1 w 48"/>
                  <a:gd name="T5" fmla="*/ 12 h 26"/>
                  <a:gd name="T6" fmla="*/ 0 w 48"/>
                  <a:gd name="T7" fmla="*/ 29 h 26"/>
                  <a:gd name="T8" fmla="*/ 22 w 48"/>
                  <a:gd name="T9" fmla="*/ 44 h 26"/>
                  <a:gd name="T10" fmla="*/ 68 w 48"/>
                  <a:gd name="T11" fmla="*/ 43 h 26"/>
                  <a:gd name="T12" fmla="*/ 82 w 48"/>
                  <a:gd name="T13" fmla="*/ 19 h 26"/>
                  <a:gd name="T14" fmla="*/ 70 w 48"/>
                  <a:gd name="T15" fmla="*/ 1 h 26"/>
                  <a:gd name="T16" fmla="*/ 51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3" y="3"/>
                      <a:pt x="10" y="4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0" y="16"/>
                      <a:pt x="0" y="17"/>
                    </a:cubicBezTo>
                    <a:cubicBezTo>
                      <a:pt x="1" y="24"/>
                      <a:pt x="6" y="26"/>
                      <a:pt x="12" y="26"/>
                    </a:cubicBezTo>
                    <a:cubicBezTo>
                      <a:pt x="21" y="26"/>
                      <a:pt x="29" y="26"/>
                      <a:pt x="38" y="25"/>
                    </a:cubicBezTo>
                    <a:cubicBezTo>
                      <a:pt x="47" y="23"/>
                      <a:pt x="48" y="19"/>
                      <a:pt x="46" y="11"/>
                    </a:cubicBezTo>
                    <a:cubicBezTo>
                      <a:pt x="46" y="7"/>
                      <a:pt x="45" y="1"/>
                      <a:pt x="40" y="1"/>
                    </a:cubicBezTo>
                    <a:cubicBezTo>
                      <a:pt x="38" y="0"/>
                      <a:pt x="31" y="3"/>
                      <a:pt x="2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58" name="Freeform 836">
                <a:extLst>
                  <a:ext uri="{FF2B5EF4-FFF2-40B4-BE49-F238E27FC236}">
                    <a16:creationId xmlns:a16="http://schemas.microsoft.com/office/drawing/2014/main" id="{1537BDCD-2D18-45C4-87E7-9C5C3A4E3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085"/>
                <a:ext cx="65" cy="30"/>
              </a:xfrm>
              <a:custGeom>
                <a:avLst/>
                <a:gdLst>
                  <a:gd name="T0" fmla="*/ 20 w 54"/>
                  <a:gd name="T1" fmla="*/ 2 h 25"/>
                  <a:gd name="T2" fmla="*/ 1 w 54"/>
                  <a:gd name="T3" fmla="*/ 12 h 25"/>
                  <a:gd name="T4" fmla="*/ 1 w 54"/>
                  <a:gd name="T5" fmla="*/ 35 h 25"/>
                  <a:gd name="T6" fmla="*/ 26 w 54"/>
                  <a:gd name="T7" fmla="*/ 43 h 25"/>
                  <a:gd name="T8" fmla="*/ 69 w 54"/>
                  <a:gd name="T9" fmla="*/ 43 h 25"/>
                  <a:gd name="T10" fmla="*/ 94 w 54"/>
                  <a:gd name="T11" fmla="*/ 29 h 25"/>
                  <a:gd name="T12" fmla="*/ 87 w 54"/>
                  <a:gd name="T13" fmla="*/ 7 h 25"/>
                  <a:gd name="T14" fmla="*/ 61 w 54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12" y="2"/>
                    </a:moveTo>
                    <a:cubicBezTo>
                      <a:pt x="8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1" y="20"/>
                    </a:cubicBezTo>
                    <a:cubicBezTo>
                      <a:pt x="3" y="25"/>
                      <a:pt x="10" y="24"/>
                      <a:pt x="15" y="25"/>
                    </a:cubicBezTo>
                    <a:cubicBezTo>
                      <a:pt x="23" y="25"/>
                      <a:pt x="31" y="25"/>
                      <a:pt x="39" y="25"/>
                    </a:cubicBezTo>
                    <a:cubicBezTo>
                      <a:pt x="44" y="24"/>
                      <a:pt x="54" y="23"/>
                      <a:pt x="54" y="17"/>
                    </a:cubicBezTo>
                    <a:cubicBezTo>
                      <a:pt x="54" y="14"/>
                      <a:pt x="52" y="6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59" name="Freeform 837">
                <a:extLst>
                  <a:ext uri="{FF2B5EF4-FFF2-40B4-BE49-F238E27FC236}">
                    <a16:creationId xmlns:a16="http://schemas.microsoft.com/office/drawing/2014/main" id="{DE5243CD-DEF2-4FE0-BD65-462C31676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149"/>
                <a:ext cx="8" cy="20"/>
              </a:xfrm>
              <a:custGeom>
                <a:avLst/>
                <a:gdLst>
                  <a:gd name="T0" fmla="*/ 10 w 7"/>
                  <a:gd name="T1" fmla="*/ 2 h 17"/>
                  <a:gd name="T2" fmla="*/ 1 w 7"/>
                  <a:gd name="T3" fmla="*/ 11 h 17"/>
                  <a:gd name="T4" fmla="*/ 1 w 7"/>
                  <a:gd name="T5" fmla="*/ 28 h 17"/>
                  <a:gd name="T6" fmla="*/ 3 w 7"/>
                  <a:gd name="T7" fmla="*/ 2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7" y="2"/>
                    </a:moveTo>
                    <a:cubicBezTo>
                      <a:pt x="4" y="0"/>
                      <a:pt x="1" y="5"/>
                      <a:pt x="1" y="7"/>
                    </a:cubicBezTo>
                    <a:cubicBezTo>
                      <a:pt x="0" y="10"/>
                      <a:pt x="1" y="14"/>
                      <a:pt x="1" y="17"/>
                    </a:cubicBezTo>
                    <a:cubicBezTo>
                      <a:pt x="1" y="17"/>
                      <a:pt x="2" y="17"/>
                      <a:pt x="3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60" name="Freeform 838">
                <a:extLst>
                  <a:ext uri="{FF2B5EF4-FFF2-40B4-BE49-F238E27FC236}">
                    <a16:creationId xmlns:a16="http://schemas.microsoft.com/office/drawing/2014/main" id="{DDEFE4BE-8CF5-4EC3-A2A5-0EF959C4F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1149"/>
                <a:ext cx="23" cy="20"/>
              </a:xfrm>
              <a:custGeom>
                <a:avLst/>
                <a:gdLst>
                  <a:gd name="T0" fmla="*/ 0 w 19"/>
                  <a:gd name="T1" fmla="*/ 0 h 17"/>
                  <a:gd name="T2" fmla="*/ 30 w 19"/>
                  <a:gd name="T3" fmla="*/ 11 h 17"/>
                  <a:gd name="T4" fmla="*/ 23 w 1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8" y="16"/>
                      <a:pt x="13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61" name="Freeform 839">
                <a:extLst>
                  <a:ext uri="{FF2B5EF4-FFF2-40B4-BE49-F238E27FC236}">
                    <a16:creationId xmlns:a16="http://schemas.microsoft.com/office/drawing/2014/main" id="{8226F73E-9861-43DA-A7CB-6ED3AFC94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114"/>
                <a:ext cx="72" cy="34"/>
              </a:xfrm>
              <a:custGeom>
                <a:avLst/>
                <a:gdLst>
                  <a:gd name="T0" fmla="*/ 12 w 60"/>
                  <a:gd name="T1" fmla="*/ 1 h 28"/>
                  <a:gd name="T2" fmla="*/ 1 w 60"/>
                  <a:gd name="T3" fmla="*/ 13 h 28"/>
                  <a:gd name="T4" fmla="*/ 1 w 60"/>
                  <a:gd name="T5" fmla="*/ 27 h 28"/>
                  <a:gd name="T6" fmla="*/ 26 w 60"/>
                  <a:gd name="T7" fmla="*/ 47 h 28"/>
                  <a:gd name="T8" fmla="*/ 60 w 60"/>
                  <a:gd name="T9" fmla="*/ 35 h 28"/>
                  <a:gd name="T10" fmla="*/ 95 w 60"/>
                  <a:gd name="T11" fmla="*/ 25 h 28"/>
                  <a:gd name="T12" fmla="*/ 86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1"/>
                      <a:pt x="2" y="5"/>
                      <a:pt x="1" y="7"/>
                    </a:cubicBezTo>
                    <a:cubicBezTo>
                      <a:pt x="0" y="11"/>
                      <a:pt x="0" y="11"/>
                      <a:pt x="1" y="15"/>
                    </a:cubicBezTo>
                    <a:cubicBezTo>
                      <a:pt x="4" y="22"/>
                      <a:pt x="5" y="28"/>
                      <a:pt x="15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8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62" name="Freeform 840">
                <a:extLst>
                  <a:ext uri="{FF2B5EF4-FFF2-40B4-BE49-F238E27FC236}">
                    <a16:creationId xmlns:a16="http://schemas.microsoft.com/office/drawing/2014/main" id="{FC11D14F-9BCF-4492-91D4-0CC0117B3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1145"/>
                <a:ext cx="3" cy="7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63" name="Freeform 841">
                <a:extLst>
                  <a:ext uri="{FF2B5EF4-FFF2-40B4-BE49-F238E27FC236}">
                    <a16:creationId xmlns:a16="http://schemas.microsoft.com/office/drawing/2014/main" id="{E2C06047-E9DD-45CF-969A-9A4DAC85D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128"/>
                <a:ext cx="17" cy="43"/>
              </a:xfrm>
              <a:custGeom>
                <a:avLst/>
                <a:gdLst>
                  <a:gd name="T0" fmla="*/ 0 w 14"/>
                  <a:gd name="T1" fmla="*/ 0 h 35"/>
                  <a:gd name="T2" fmla="*/ 18 w 14"/>
                  <a:gd name="T3" fmla="*/ 50 h 35"/>
                  <a:gd name="T4" fmla="*/ 6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5" y="8"/>
                      <a:pt x="14" y="16"/>
                      <a:pt x="10" y="27"/>
                    </a:cubicBezTo>
                    <a:cubicBezTo>
                      <a:pt x="9" y="31"/>
                      <a:pt x="7" y="34"/>
                      <a:pt x="3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64" name="Freeform 842">
                <a:extLst>
                  <a:ext uri="{FF2B5EF4-FFF2-40B4-BE49-F238E27FC236}">
                    <a16:creationId xmlns:a16="http://schemas.microsoft.com/office/drawing/2014/main" id="{C16C3037-50C8-4B1A-8F17-019B7B7BF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085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3 w 59"/>
                  <a:gd name="T5" fmla="*/ 35 h 20"/>
                  <a:gd name="T6" fmla="*/ 83 w 59"/>
                  <a:gd name="T7" fmla="*/ 29 h 20"/>
                  <a:gd name="T8" fmla="*/ 100 w 59"/>
                  <a:gd name="T9" fmla="*/ 20 h 20"/>
                  <a:gd name="T10" fmla="*/ 95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8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7" y="12"/>
                    </a:cubicBezTo>
                    <a:cubicBezTo>
                      <a:pt x="59" y="9"/>
                      <a:pt x="58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65" name="Freeform 843">
                <a:extLst>
                  <a:ext uri="{FF2B5EF4-FFF2-40B4-BE49-F238E27FC236}">
                    <a16:creationId xmlns:a16="http://schemas.microsoft.com/office/drawing/2014/main" id="{26FA6BD0-ABCF-4E26-B755-BEFAB348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126"/>
                <a:ext cx="54" cy="43"/>
              </a:xfrm>
              <a:custGeom>
                <a:avLst/>
                <a:gdLst>
                  <a:gd name="T0" fmla="*/ 8 w 45"/>
                  <a:gd name="T1" fmla="*/ 61 h 36"/>
                  <a:gd name="T2" fmla="*/ 6 w 45"/>
                  <a:gd name="T3" fmla="*/ 26 h 36"/>
                  <a:gd name="T4" fmla="*/ 2 w 45"/>
                  <a:gd name="T5" fmla="*/ 12 h 36"/>
                  <a:gd name="T6" fmla="*/ 36 w 45"/>
                  <a:gd name="T7" fmla="*/ 6 h 36"/>
                  <a:gd name="T8" fmla="*/ 67 w 45"/>
                  <a:gd name="T9" fmla="*/ 6 h 36"/>
                  <a:gd name="T10" fmla="*/ 78 w 45"/>
                  <a:gd name="T11" fmla="*/ 32 h 36"/>
                  <a:gd name="T12" fmla="*/ 70 w 45"/>
                  <a:gd name="T13" fmla="*/ 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2" y="12"/>
                      <a:pt x="0" y="10"/>
                      <a:pt x="2" y="7"/>
                    </a:cubicBezTo>
                    <a:cubicBezTo>
                      <a:pt x="6" y="4"/>
                      <a:pt x="16" y="3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4" y="6"/>
                      <a:pt x="45" y="13"/>
                      <a:pt x="45" y="19"/>
                    </a:cubicBezTo>
                    <a:cubicBezTo>
                      <a:pt x="45" y="24"/>
                      <a:pt x="44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66" name="Freeform 844">
                <a:extLst>
                  <a:ext uri="{FF2B5EF4-FFF2-40B4-BE49-F238E27FC236}">
                    <a16:creationId xmlns:a16="http://schemas.microsoft.com/office/drawing/2014/main" id="{645E7C04-BA84-4523-A268-54645C56B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081"/>
                <a:ext cx="61" cy="33"/>
              </a:xfrm>
              <a:custGeom>
                <a:avLst/>
                <a:gdLst>
                  <a:gd name="T0" fmla="*/ 7 w 51"/>
                  <a:gd name="T1" fmla="*/ 6 h 27"/>
                  <a:gd name="T2" fmla="*/ 8 w 51"/>
                  <a:gd name="T3" fmla="*/ 39 h 27"/>
                  <a:gd name="T4" fmla="*/ 33 w 51"/>
                  <a:gd name="T5" fmla="*/ 39 h 27"/>
                  <a:gd name="T6" fmla="*/ 59 w 51"/>
                  <a:gd name="T7" fmla="*/ 42 h 27"/>
                  <a:gd name="T8" fmla="*/ 75 w 51"/>
                  <a:gd name="T9" fmla="*/ 49 h 27"/>
                  <a:gd name="T10" fmla="*/ 87 w 51"/>
                  <a:gd name="T11" fmla="*/ 33 h 27"/>
                  <a:gd name="T12" fmla="*/ 73 w 51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7">
                    <a:moveTo>
                      <a:pt x="4" y="3"/>
                    </a:moveTo>
                    <a:cubicBezTo>
                      <a:pt x="3" y="7"/>
                      <a:pt x="0" y="18"/>
                      <a:pt x="5" y="21"/>
                    </a:cubicBezTo>
                    <a:cubicBezTo>
                      <a:pt x="8" y="23"/>
                      <a:pt x="16" y="21"/>
                      <a:pt x="19" y="21"/>
                    </a:cubicBezTo>
                    <a:cubicBezTo>
                      <a:pt x="24" y="21"/>
                      <a:pt x="29" y="20"/>
                      <a:pt x="34" y="23"/>
                    </a:cubicBezTo>
                    <a:cubicBezTo>
                      <a:pt x="37" y="24"/>
                      <a:pt x="40" y="27"/>
                      <a:pt x="44" y="27"/>
                    </a:cubicBezTo>
                    <a:cubicBezTo>
                      <a:pt x="48" y="26"/>
                      <a:pt x="51" y="22"/>
                      <a:pt x="51" y="18"/>
                    </a:cubicBezTo>
                    <a:cubicBezTo>
                      <a:pt x="51" y="15"/>
                      <a:pt x="49" y="0"/>
                      <a:pt x="43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67" name="Freeform 845">
                <a:extLst>
                  <a:ext uri="{FF2B5EF4-FFF2-40B4-BE49-F238E27FC236}">
                    <a16:creationId xmlns:a16="http://schemas.microsoft.com/office/drawing/2014/main" id="{256F8BCB-3EFF-418D-A5A5-27EA3E16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103"/>
                <a:ext cx="58" cy="34"/>
              </a:xfrm>
              <a:custGeom>
                <a:avLst/>
                <a:gdLst>
                  <a:gd name="T0" fmla="*/ 8 w 48"/>
                  <a:gd name="T1" fmla="*/ 9 h 28"/>
                  <a:gd name="T2" fmla="*/ 1 w 48"/>
                  <a:gd name="T3" fmla="*/ 18 h 28"/>
                  <a:gd name="T4" fmla="*/ 6 w 48"/>
                  <a:gd name="T5" fmla="*/ 40 h 28"/>
                  <a:gd name="T6" fmla="*/ 48 w 48"/>
                  <a:gd name="T7" fmla="*/ 41 h 28"/>
                  <a:gd name="T8" fmla="*/ 83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5" y="4"/>
                      <a:pt x="2" y="8"/>
                      <a:pt x="1" y="10"/>
                    </a:cubicBezTo>
                    <a:cubicBezTo>
                      <a:pt x="0" y="13"/>
                      <a:pt x="0" y="20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3"/>
                      <a:pt x="44" y="23"/>
                      <a:pt x="47" y="14"/>
                    </a:cubicBezTo>
                    <a:cubicBezTo>
                      <a:pt x="47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68" name="Freeform 846">
                <a:extLst>
                  <a:ext uri="{FF2B5EF4-FFF2-40B4-BE49-F238E27FC236}">
                    <a16:creationId xmlns:a16="http://schemas.microsoft.com/office/drawing/2014/main" id="{302379FE-0452-4952-9E12-AEF9B2226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085"/>
                <a:ext cx="64" cy="42"/>
              </a:xfrm>
              <a:custGeom>
                <a:avLst/>
                <a:gdLst>
                  <a:gd name="T0" fmla="*/ 25 w 53"/>
                  <a:gd name="T1" fmla="*/ 1 h 35"/>
                  <a:gd name="T2" fmla="*/ 14 w 53"/>
                  <a:gd name="T3" fmla="*/ 37 h 35"/>
                  <a:gd name="T4" fmla="*/ 25 w 53"/>
                  <a:gd name="T5" fmla="*/ 55 h 35"/>
                  <a:gd name="T6" fmla="*/ 57 w 53"/>
                  <a:gd name="T7" fmla="*/ 58 h 35"/>
                  <a:gd name="T8" fmla="*/ 91 w 53"/>
                  <a:gd name="T9" fmla="*/ 43 h 35"/>
                  <a:gd name="T10" fmla="*/ 83 w 53"/>
                  <a:gd name="T11" fmla="*/ 8 h 35"/>
                  <a:gd name="T12" fmla="*/ 58 w 53"/>
                  <a:gd name="T13" fmla="*/ 1 h 35"/>
                  <a:gd name="T14" fmla="*/ 27 w 53"/>
                  <a:gd name="T15" fmla="*/ 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5">
                    <a:moveTo>
                      <a:pt x="14" y="1"/>
                    </a:moveTo>
                    <a:cubicBezTo>
                      <a:pt x="0" y="0"/>
                      <a:pt x="6" y="13"/>
                      <a:pt x="8" y="22"/>
                    </a:cubicBezTo>
                    <a:cubicBezTo>
                      <a:pt x="9" y="26"/>
                      <a:pt x="10" y="30"/>
                      <a:pt x="14" y="32"/>
                    </a:cubicBezTo>
                    <a:cubicBezTo>
                      <a:pt x="19" y="35"/>
                      <a:pt x="27" y="34"/>
                      <a:pt x="32" y="33"/>
                    </a:cubicBezTo>
                    <a:cubicBezTo>
                      <a:pt x="38" y="32"/>
                      <a:pt x="49" y="32"/>
                      <a:pt x="51" y="25"/>
                    </a:cubicBezTo>
                    <a:cubicBezTo>
                      <a:pt x="53" y="20"/>
                      <a:pt x="51" y="9"/>
                      <a:pt x="47" y="5"/>
                    </a:cubicBezTo>
                    <a:cubicBezTo>
                      <a:pt x="44" y="2"/>
                      <a:pt x="37" y="2"/>
                      <a:pt x="33" y="1"/>
                    </a:cubicBezTo>
                    <a:cubicBezTo>
                      <a:pt x="27" y="1"/>
                      <a:pt x="21" y="1"/>
                      <a:pt x="1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69" name="Freeform 847">
                <a:extLst>
                  <a:ext uri="{FF2B5EF4-FFF2-40B4-BE49-F238E27FC236}">
                    <a16:creationId xmlns:a16="http://schemas.microsoft.com/office/drawing/2014/main" id="{1AE87DEE-AE18-4B39-9C85-A82D04398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120"/>
                <a:ext cx="59" cy="31"/>
              </a:xfrm>
              <a:custGeom>
                <a:avLst/>
                <a:gdLst>
                  <a:gd name="T0" fmla="*/ 36 w 49"/>
                  <a:gd name="T1" fmla="*/ 8 h 26"/>
                  <a:gd name="T2" fmla="*/ 19 w 49"/>
                  <a:gd name="T3" fmla="*/ 7 h 26"/>
                  <a:gd name="T4" fmla="*/ 1 w 49"/>
                  <a:gd name="T5" fmla="*/ 12 h 26"/>
                  <a:gd name="T6" fmla="*/ 1 w 49"/>
                  <a:gd name="T7" fmla="*/ 29 h 26"/>
                  <a:gd name="T8" fmla="*/ 23 w 49"/>
                  <a:gd name="T9" fmla="*/ 44 h 26"/>
                  <a:gd name="T10" fmla="*/ 66 w 49"/>
                  <a:gd name="T11" fmla="*/ 43 h 26"/>
                  <a:gd name="T12" fmla="*/ 83 w 49"/>
                  <a:gd name="T13" fmla="*/ 19 h 26"/>
                  <a:gd name="T14" fmla="*/ 71 w 49"/>
                  <a:gd name="T15" fmla="*/ 1 h 26"/>
                  <a:gd name="T16" fmla="*/ 52 w 49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6">
                    <a:moveTo>
                      <a:pt x="21" y="5"/>
                    </a:moveTo>
                    <a:cubicBezTo>
                      <a:pt x="18" y="5"/>
                      <a:pt x="14" y="3"/>
                      <a:pt x="11" y="4"/>
                    </a:cubicBezTo>
                    <a:cubicBezTo>
                      <a:pt x="9" y="4"/>
                      <a:pt x="2" y="5"/>
                      <a:pt x="1" y="7"/>
                    </a:cubicBezTo>
                    <a:cubicBezTo>
                      <a:pt x="0" y="8"/>
                      <a:pt x="1" y="16"/>
                      <a:pt x="1" y="17"/>
                    </a:cubicBezTo>
                    <a:cubicBezTo>
                      <a:pt x="2" y="24"/>
                      <a:pt x="6" y="26"/>
                      <a:pt x="13" y="26"/>
                    </a:cubicBezTo>
                    <a:cubicBezTo>
                      <a:pt x="22" y="26"/>
                      <a:pt x="30" y="26"/>
                      <a:pt x="38" y="25"/>
                    </a:cubicBezTo>
                    <a:cubicBezTo>
                      <a:pt x="48" y="23"/>
                      <a:pt x="49" y="19"/>
                      <a:pt x="47" y="11"/>
                    </a:cubicBezTo>
                    <a:cubicBezTo>
                      <a:pt x="46" y="7"/>
                      <a:pt x="46" y="1"/>
                      <a:pt x="41" y="1"/>
                    </a:cubicBezTo>
                    <a:cubicBezTo>
                      <a:pt x="39" y="0"/>
                      <a:pt x="32" y="3"/>
                      <a:pt x="3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70" name="Freeform 848">
                <a:extLst>
                  <a:ext uri="{FF2B5EF4-FFF2-40B4-BE49-F238E27FC236}">
                    <a16:creationId xmlns:a16="http://schemas.microsoft.com/office/drawing/2014/main" id="{CF7E6B32-3D39-4280-8A59-A14D721A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085"/>
                <a:ext cx="67" cy="30"/>
              </a:xfrm>
              <a:custGeom>
                <a:avLst/>
                <a:gdLst>
                  <a:gd name="T0" fmla="*/ 22 w 55"/>
                  <a:gd name="T1" fmla="*/ 2 h 25"/>
                  <a:gd name="T2" fmla="*/ 2 w 55"/>
                  <a:gd name="T3" fmla="*/ 12 h 25"/>
                  <a:gd name="T4" fmla="*/ 2 w 55"/>
                  <a:gd name="T5" fmla="*/ 35 h 25"/>
                  <a:gd name="T6" fmla="*/ 28 w 55"/>
                  <a:gd name="T7" fmla="*/ 43 h 25"/>
                  <a:gd name="T8" fmla="*/ 73 w 55"/>
                  <a:gd name="T9" fmla="*/ 43 h 25"/>
                  <a:gd name="T10" fmla="*/ 100 w 55"/>
                  <a:gd name="T11" fmla="*/ 29 h 25"/>
                  <a:gd name="T12" fmla="*/ 93 w 55"/>
                  <a:gd name="T13" fmla="*/ 7 h 25"/>
                  <a:gd name="T14" fmla="*/ 66 w 55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12" y="2"/>
                    </a:moveTo>
                    <a:cubicBezTo>
                      <a:pt x="9" y="0"/>
                      <a:pt x="3" y="4"/>
                      <a:pt x="2" y="7"/>
                    </a:cubicBezTo>
                    <a:cubicBezTo>
                      <a:pt x="0" y="10"/>
                      <a:pt x="1" y="17"/>
                      <a:pt x="2" y="20"/>
                    </a:cubicBezTo>
                    <a:cubicBezTo>
                      <a:pt x="4" y="25"/>
                      <a:pt x="10" y="24"/>
                      <a:pt x="16" y="25"/>
                    </a:cubicBezTo>
                    <a:cubicBezTo>
                      <a:pt x="24" y="25"/>
                      <a:pt x="32" y="25"/>
                      <a:pt x="40" y="25"/>
                    </a:cubicBezTo>
                    <a:cubicBezTo>
                      <a:pt x="45" y="24"/>
                      <a:pt x="54" y="23"/>
                      <a:pt x="55" y="17"/>
                    </a:cubicBezTo>
                    <a:cubicBezTo>
                      <a:pt x="55" y="14"/>
                      <a:pt x="53" y="6"/>
                      <a:pt x="51" y="4"/>
                    </a:cubicBezTo>
                    <a:cubicBezTo>
                      <a:pt x="47" y="0"/>
                      <a:pt x="40" y="2"/>
                      <a:pt x="36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71" name="Freeform 849">
                <a:extLst>
                  <a:ext uri="{FF2B5EF4-FFF2-40B4-BE49-F238E27FC236}">
                    <a16:creationId xmlns:a16="http://schemas.microsoft.com/office/drawing/2014/main" id="{D8CA9EF2-4248-4726-AC61-A49819B50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149"/>
                <a:ext cx="23" cy="20"/>
              </a:xfrm>
              <a:custGeom>
                <a:avLst/>
                <a:gdLst>
                  <a:gd name="T0" fmla="*/ 0 w 19"/>
                  <a:gd name="T1" fmla="*/ 0 h 17"/>
                  <a:gd name="T2" fmla="*/ 30 w 19"/>
                  <a:gd name="T3" fmla="*/ 11 h 17"/>
                  <a:gd name="T4" fmla="*/ 23 w 1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8" y="16"/>
                      <a:pt x="13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72" name="Freeform 850">
                <a:extLst>
                  <a:ext uri="{FF2B5EF4-FFF2-40B4-BE49-F238E27FC236}">
                    <a16:creationId xmlns:a16="http://schemas.microsoft.com/office/drawing/2014/main" id="{BFA0737B-9FE4-4C7B-930E-8947AB0A9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114"/>
                <a:ext cx="71" cy="34"/>
              </a:xfrm>
              <a:custGeom>
                <a:avLst/>
                <a:gdLst>
                  <a:gd name="T0" fmla="*/ 12 w 59"/>
                  <a:gd name="T1" fmla="*/ 1 h 28"/>
                  <a:gd name="T2" fmla="*/ 1 w 59"/>
                  <a:gd name="T3" fmla="*/ 13 h 28"/>
                  <a:gd name="T4" fmla="*/ 1 w 59"/>
                  <a:gd name="T5" fmla="*/ 27 h 28"/>
                  <a:gd name="T6" fmla="*/ 26 w 59"/>
                  <a:gd name="T7" fmla="*/ 47 h 28"/>
                  <a:gd name="T8" fmla="*/ 61 w 59"/>
                  <a:gd name="T9" fmla="*/ 35 h 28"/>
                  <a:gd name="T10" fmla="*/ 95 w 59"/>
                  <a:gd name="T11" fmla="*/ 25 h 28"/>
                  <a:gd name="T12" fmla="*/ 87 w 59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8">
                    <a:moveTo>
                      <a:pt x="7" y="1"/>
                    </a:moveTo>
                    <a:cubicBezTo>
                      <a:pt x="4" y="1"/>
                      <a:pt x="2" y="5"/>
                      <a:pt x="1" y="7"/>
                    </a:cubicBezTo>
                    <a:cubicBezTo>
                      <a:pt x="0" y="11"/>
                      <a:pt x="0" y="11"/>
                      <a:pt x="1" y="15"/>
                    </a:cubicBezTo>
                    <a:cubicBezTo>
                      <a:pt x="4" y="22"/>
                      <a:pt x="5" y="28"/>
                      <a:pt x="15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0" y="19"/>
                      <a:pt x="50" y="18"/>
                      <a:pt x="55" y="14"/>
                    </a:cubicBezTo>
                    <a:cubicBezTo>
                      <a:pt x="59" y="10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73" name="Freeform 851">
                <a:extLst>
                  <a:ext uri="{FF2B5EF4-FFF2-40B4-BE49-F238E27FC236}">
                    <a16:creationId xmlns:a16="http://schemas.microsoft.com/office/drawing/2014/main" id="{DE34219A-58E9-4642-BF41-C752A3E0B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145"/>
                <a:ext cx="4" cy="7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74" name="Freeform 852">
                <a:extLst>
                  <a:ext uri="{FF2B5EF4-FFF2-40B4-BE49-F238E27FC236}">
                    <a16:creationId xmlns:a16="http://schemas.microsoft.com/office/drawing/2014/main" id="{8570BB14-52EA-49E1-9A6C-D51E34388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128"/>
                <a:ext cx="17" cy="43"/>
              </a:xfrm>
              <a:custGeom>
                <a:avLst/>
                <a:gdLst>
                  <a:gd name="T0" fmla="*/ 0 w 14"/>
                  <a:gd name="T1" fmla="*/ 0 h 35"/>
                  <a:gd name="T2" fmla="*/ 18 w 14"/>
                  <a:gd name="T3" fmla="*/ 50 h 35"/>
                  <a:gd name="T4" fmla="*/ 6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5" y="8"/>
                      <a:pt x="14" y="16"/>
                      <a:pt x="10" y="27"/>
                    </a:cubicBezTo>
                    <a:cubicBezTo>
                      <a:pt x="9" y="31"/>
                      <a:pt x="7" y="34"/>
                      <a:pt x="3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75" name="Freeform 853">
                <a:extLst>
                  <a:ext uri="{FF2B5EF4-FFF2-40B4-BE49-F238E27FC236}">
                    <a16:creationId xmlns:a16="http://schemas.microsoft.com/office/drawing/2014/main" id="{823699D9-7C27-498A-9C96-98710A73F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085"/>
                <a:ext cx="70" cy="24"/>
              </a:xfrm>
              <a:custGeom>
                <a:avLst/>
                <a:gdLst>
                  <a:gd name="T0" fmla="*/ 7 w 58"/>
                  <a:gd name="T1" fmla="*/ 0 h 20"/>
                  <a:gd name="T2" fmla="*/ 7 w 58"/>
                  <a:gd name="T3" fmla="*/ 24 h 20"/>
                  <a:gd name="T4" fmla="*/ 43 w 58"/>
                  <a:gd name="T5" fmla="*/ 35 h 20"/>
                  <a:gd name="T6" fmla="*/ 83 w 58"/>
                  <a:gd name="T7" fmla="*/ 29 h 20"/>
                  <a:gd name="T8" fmla="*/ 100 w 58"/>
                  <a:gd name="T9" fmla="*/ 20 h 20"/>
                  <a:gd name="T10" fmla="*/ 97 w 5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4" y="0"/>
                    </a:moveTo>
                    <a:cubicBezTo>
                      <a:pt x="0" y="4"/>
                      <a:pt x="2" y="10"/>
                      <a:pt x="4" y="14"/>
                    </a:cubicBezTo>
                    <a:cubicBezTo>
                      <a:pt x="8" y="20"/>
                      <a:pt x="18" y="20"/>
                      <a:pt x="25" y="20"/>
                    </a:cubicBezTo>
                    <a:cubicBezTo>
                      <a:pt x="33" y="20"/>
                      <a:pt x="39" y="18"/>
                      <a:pt x="47" y="17"/>
                    </a:cubicBezTo>
                    <a:cubicBezTo>
                      <a:pt x="52" y="16"/>
                      <a:pt x="56" y="17"/>
                      <a:pt x="57" y="12"/>
                    </a:cubicBezTo>
                    <a:cubicBezTo>
                      <a:pt x="58" y="9"/>
                      <a:pt x="58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76" name="Freeform 854">
                <a:extLst>
                  <a:ext uri="{FF2B5EF4-FFF2-40B4-BE49-F238E27FC236}">
                    <a16:creationId xmlns:a16="http://schemas.microsoft.com/office/drawing/2014/main" id="{77818AB6-E5E8-4721-BAE5-9CFC06E2A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126"/>
                <a:ext cx="54" cy="43"/>
              </a:xfrm>
              <a:custGeom>
                <a:avLst/>
                <a:gdLst>
                  <a:gd name="T0" fmla="*/ 8 w 45"/>
                  <a:gd name="T1" fmla="*/ 61 h 36"/>
                  <a:gd name="T2" fmla="*/ 6 w 45"/>
                  <a:gd name="T3" fmla="*/ 26 h 36"/>
                  <a:gd name="T4" fmla="*/ 2 w 45"/>
                  <a:gd name="T5" fmla="*/ 12 h 36"/>
                  <a:gd name="T6" fmla="*/ 36 w 45"/>
                  <a:gd name="T7" fmla="*/ 6 h 36"/>
                  <a:gd name="T8" fmla="*/ 67 w 45"/>
                  <a:gd name="T9" fmla="*/ 6 h 36"/>
                  <a:gd name="T10" fmla="*/ 78 w 45"/>
                  <a:gd name="T11" fmla="*/ 32 h 36"/>
                  <a:gd name="T12" fmla="*/ 70 w 45"/>
                  <a:gd name="T13" fmla="*/ 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2" y="12"/>
                      <a:pt x="0" y="10"/>
                      <a:pt x="2" y="7"/>
                    </a:cubicBezTo>
                    <a:cubicBezTo>
                      <a:pt x="5" y="4"/>
                      <a:pt x="16" y="3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4" y="6"/>
                      <a:pt x="45" y="13"/>
                      <a:pt x="45" y="19"/>
                    </a:cubicBezTo>
                    <a:cubicBezTo>
                      <a:pt x="44" y="24"/>
                      <a:pt x="44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77" name="Freeform 855">
                <a:extLst>
                  <a:ext uri="{FF2B5EF4-FFF2-40B4-BE49-F238E27FC236}">
                    <a16:creationId xmlns:a16="http://schemas.microsoft.com/office/drawing/2014/main" id="{F9075369-1BA5-4CF1-82C0-2778EE2C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103"/>
                <a:ext cx="57" cy="34"/>
              </a:xfrm>
              <a:custGeom>
                <a:avLst/>
                <a:gdLst>
                  <a:gd name="T0" fmla="*/ 8 w 48"/>
                  <a:gd name="T1" fmla="*/ 9 h 28"/>
                  <a:gd name="T2" fmla="*/ 1 w 48"/>
                  <a:gd name="T3" fmla="*/ 18 h 28"/>
                  <a:gd name="T4" fmla="*/ 6 w 48"/>
                  <a:gd name="T5" fmla="*/ 40 h 28"/>
                  <a:gd name="T6" fmla="*/ 45 w 48"/>
                  <a:gd name="T7" fmla="*/ 41 h 28"/>
                  <a:gd name="T8" fmla="*/ 80 w 48"/>
                  <a:gd name="T9" fmla="*/ 25 h 28"/>
                  <a:gd name="T10" fmla="*/ 70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5" y="4"/>
                      <a:pt x="2" y="8"/>
                      <a:pt x="1" y="10"/>
                    </a:cubicBezTo>
                    <a:cubicBezTo>
                      <a:pt x="0" y="13"/>
                      <a:pt x="0" y="20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3"/>
                      <a:pt x="44" y="23"/>
                      <a:pt x="47" y="14"/>
                    </a:cubicBezTo>
                    <a:cubicBezTo>
                      <a:pt x="47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78" name="Freeform 856">
                <a:extLst>
                  <a:ext uri="{FF2B5EF4-FFF2-40B4-BE49-F238E27FC236}">
                    <a16:creationId xmlns:a16="http://schemas.microsoft.com/office/drawing/2014/main" id="{4A25F9DF-2D6A-47BF-8DB5-5D81F1BD1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106"/>
                <a:ext cx="7" cy="10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79" name="Freeform 857">
                <a:extLst>
                  <a:ext uri="{FF2B5EF4-FFF2-40B4-BE49-F238E27FC236}">
                    <a16:creationId xmlns:a16="http://schemas.microsoft.com/office/drawing/2014/main" id="{72762C86-332C-4B40-99B9-0716FD0A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112"/>
                <a:ext cx="74" cy="27"/>
              </a:xfrm>
              <a:custGeom>
                <a:avLst/>
                <a:gdLst>
                  <a:gd name="T0" fmla="*/ 73 w 62"/>
                  <a:gd name="T1" fmla="*/ 2 h 22"/>
                  <a:gd name="T2" fmla="*/ 95 w 62"/>
                  <a:gd name="T3" fmla="*/ 31 h 22"/>
                  <a:gd name="T4" fmla="*/ 76 w 62"/>
                  <a:gd name="T5" fmla="*/ 38 h 22"/>
                  <a:gd name="T6" fmla="*/ 47 w 62"/>
                  <a:gd name="T7" fmla="*/ 39 h 22"/>
                  <a:gd name="T8" fmla="*/ 12 w 62"/>
                  <a:gd name="T9" fmla="*/ 34 h 22"/>
                  <a:gd name="T10" fmla="*/ 0 w 62"/>
                  <a:gd name="T11" fmla="*/ 3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2">
                    <a:moveTo>
                      <a:pt x="43" y="2"/>
                    </a:moveTo>
                    <a:cubicBezTo>
                      <a:pt x="50" y="0"/>
                      <a:pt x="62" y="8"/>
                      <a:pt x="56" y="16"/>
                    </a:cubicBezTo>
                    <a:cubicBezTo>
                      <a:pt x="54" y="19"/>
                      <a:pt x="48" y="19"/>
                      <a:pt x="45" y="20"/>
                    </a:cubicBezTo>
                    <a:cubicBezTo>
                      <a:pt x="39" y="22"/>
                      <a:pt x="34" y="21"/>
                      <a:pt x="28" y="21"/>
                    </a:cubicBezTo>
                    <a:cubicBezTo>
                      <a:pt x="21" y="20"/>
                      <a:pt x="14" y="20"/>
                      <a:pt x="7" y="19"/>
                    </a:cubicBezTo>
                    <a:cubicBezTo>
                      <a:pt x="5" y="19"/>
                      <a:pt x="0" y="20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80" name="Freeform 858">
                <a:extLst>
                  <a:ext uri="{FF2B5EF4-FFF2-40B4-BE49-F238E27FC236}">
                    <a16:creationId xmlns:a16="http://schemas.microsoft.com/office/drawing/2014/main" id="{10C4424A-C8F2-454A-8514-D4CC9F663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085"/>
                <a:ext cx="51" cy="34"/>
              </a:xfrm>
              <a:custGeom>
                <a:avLst/>
                <a:gdLst>
                  <a:gd name="T0" fmla="*/ 8 w 43"/>
                  <a:gd name="T1" fmla="*/ 1 h 28"/>
                  <a:gd name="T2" fmla="*/ 6 w 43"/>
                  <a:gd name="T3" fmla="*/ 23 h 28"/>
                  <a:gd name="T4" fmla="*/ 30 w 43"/>
                  <a:gd name="T5" fmla="*/ 49 h 28"/>
                  <a:gd name="T6" fmla="*/ 71 w 43"/>
                  <a:gd name="T7" fmla="*/ 30 h 28"/>
                  <a:gd name="T8" fmla="*/ 63 w 43"/>
                  <a:gd name="T9" fmla="*/ 2 h 28"/>
                  <a:gd name="T10" fmla="*/ 60 w 43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8">
                    <a:moveTo>
                      <a:pt x="5" y="1"/>
                    </a:moveTo>
                    <a:cubicBezTo>
                      <a:pt x="0" y="0"/>
                      <a:pt x="2" y="10"/>
                      <a:pt x="3" y="13"/>
                    </a:cubicBezTo>
                    <a:cubicBezTo>
                      <a:pt x="6" y="22"/>
                      <a:pt x="5" y="28"/>
                      <a:pt x="18" y="27"/>
                    </a:cubicBezTo>
                    <a:cubicBezTo>
                      <a:pt x="24" y="26"/>
                      <a:pt x="43" y="26"/>
                      <a:pt x="43" y="17"/>
                    </a:cubicBezTo>
                    <a:cubicBezTo>
                      <a:pt x="43" y="12"/>
                      <a:pt x="40" y="7"/>
                      <a:pt x="38" y="2"/>
                    </a:cubicBezTo>
                    <a:cubicBezTo>
                      <a:pt x="37" y="2"/>
                      <a:pt x="37" y="2"/>
                      <a:pt x="36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81" name="Freeform 859">
                <a:extLst>
                  <a:ext uri="{FF2B5EF4-FFF2-40B4-BE49-F238E27FC236}">
                    <a16:creationId xmlns:a16="http://schemas.microsoft.com/office/drawing/2014/main" id="{8106535B-A002-4B30-BD4C-A929DDE42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137"/>
                <a:ext cx="9" cy="11"/>
              </a:xfrm>
              <a:custGeom>
                <a:avLst/>
                <a:gdLst>
                  <a:gd name="T0" fmla="*/ 11 w 8"/>
                  <a:gd name="T1" fmla="*/ 0 h 9"/>
                  <a:gd name="T2" fmla="*/ 0 w 8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4" y="0"/>
                      <a:pt x="1" y="6"/>
                      <a:pt x="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82" name="Freeform 860">
                <a:extLst>
                  <a:ext uri="{FF2B5EF4-FFF2-40B4-BE49-F238E27FC236}">
                    <a16:creationId xmlns:a16="http://schemas.microsoft.com/office/drawing/2014/main" id="{2B745E0E-2762-4174-BF60-7991BDD50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137"/>
                <a:ext cx="13" cy="32"/>
              </a:xfrm>
              <a:custGeom>
                <a:avLst/>
                <a:gdLst>
                  <a:gd name="T0" fmla="*/ 1 w 11"/>
                  <a:gd name="T1" fmla="*/ 0 h 27"/>
                  <a:gd name="T2" fmla="*/ 0 w 11"/>
                  <a:gd name="T3" fmla="*/ 4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" y="0"/>
                    </a:moveTo>
                    <a:cubicBezTo>
                      <a:pt x="9" y="7"/>
                      <a:pt x="11" y="23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83" name="Freeform 861">
                <a:extLst>
                  <a:ext uri="{FF2B5EF4-FFF2-40B4-BE49-F238E27FC236}">
                    <a16:creationId xmlns:a16="http://schemas.microsoft.com/office/drawing/2014/main" id="{D6F1563A-BE3B-4A5E-9863-D1CF1945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119"/>
                <a:ext cx="3" cy="3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84" name="Freeform 862">
                <a:extLst>
                  <a:ext uri="{FF2B5EF4-FFF2-40B4-BE49-F238E27FC236}">
                    <a16:creationId xmlns:a16="http://schemas.microsoft.com/office/drawing/2014/main" id="{09389E97-7EB2-4286-B053-F8A4E984D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110"/>
                <a:ext cx="54" cy="39"/>
              </a:xfrm>
              <a:custGeom>
                <a:avLst/>
                <a:gdLst>
                  <a:gd name="T0" fmla="*/ 0 w 45"/>
                  <a:gd name="T1" fmla="*/ 55 h 32"/>
                  <a:gd name="T2" fmla="*/ 24 w 45"/>
                  <a:gd name="T3" fmla="*/ 55 h 32"/>
                  <a:gd name="T4" fmla="*/ 50 w 45"/>
                  <a:gd name="T5" fmla="*/ 49 h 32"/>
                  <a:gd name="T6" fmla="*/ 78 w 45"/>
                  <a:gd name="T7" fmla="*/ 35 h 32"/>
                  <a:gd name="T8" fmla="*/ 53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9" y="32"/>
                      <a:pt x="14" y="30"/>
                    </a:cubicBezTo>
                    <a:cubicBezTo>
                      <a:pt x="19" y="29"/>
                      <a:pt x="24" y="27"/>
                      <a:pt x="29" y="27"/>
                    </a:cubicBezTo>
                    <a:cubicBezTo>
                      <a:pt x="35" y="26"/>
                      <a:pt x="45" y="28"/>
                      <a:pt x="45" y="20"/>
                    </a:cubicBezTo>
                    <a:cubicBezTo>
                      <a:pt x="45" y="16"/>
                      <a:pt x="36" y="0"/>
                      <a:pt x="31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85" name="Freeform 863">
                <a:extLst>
                  <a:ext uri="{FF2B5EF4-FFF2-40B4-BE49-F238E27FC236}">
                    <a16:creationId xmlns:a16="http://schemas.microsoft.com/office/drawing/2014/main" id="{0134B305-EFDF-443C-9015-78765D1EA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086"/>
                <a:ext cx="55" cy="35"/>
              </a:xfrm>
              <a:custGeom>
                <a:avLst/>
                <a:gdLst>
                  <a:gd name="T0" fmla="*/ 78 w 46"/>
                  <a:gd name="T1" fmla="*/ 0 h 29"/>
                  <a:gd name="T2" fmla="*/ 75 w 46"/>
                  <a:gd name="T3" fmla="*/ 0 h 29"/>
                  <a:gd name="T4" fmla="*/ 65 w 46"/>
                  <a:gd name="T5" fmla="*/ 40 h 29"/>
                  <a:gd name="T6" fmla="*/ 28 w 46"/>
                  <a:gd name="T7" fmla="*/ 49 h 29"/>
                  <a:gd name="T8" fmla="*/ 0 w 46"/>
                  <a:gd name="T9" fmla="*/ 5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9">
                    <a:moveTo>
                      <a:pt x="45" y="0"/>
                    </a:moveTo>
                    <a:cubicBezTo>
                      <a:pt x="45" y="0"/>
                      <a:pt x="45" y="0"/>
                      <a:pt x="44" y="0"/>
                    </a:cubicBezTo>
                    <a:cubicBezTo>
                      <a:pt x="42" y="7"/>
                      <a:pt x="46" y="16"/>
                      <a:pt x="38" y="22"/>
                    </a:cubicBezTo>
                    <a:cubicBezTo>
                      <a:pt x="32" y="27"/>
                      <a:pt x="24" y="28"/>
                      <a:pt x="16" y="28"/>
                    </a:cubicBezTo>
                    <a:cubicBezTo>
                      <a:pt x="11" y="28"/>
                      <a:pt x="6" y="28"/>
                      <a:pt x="0" y="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86" name="Freeform 864">
                <a:extLst>
                  <a:ext uri="{FF2B5EF4-FFF2-40B4-BE49-F238E27FC236}">
                    <a16:creationId xmlns:a16="http://schemas.microsoft.com/office/drawing/2014/main" id="{8076E3B5-846A-40CC-806C-CBCB2F216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140"/>
                <a:ext cx="17" cy="32"/>
              </a:xfrm>
              <a:custGeom>
                <a:avLst/>
                <a:gdLst>
                  <a:gd name="T0" fmla="*/ 0 w 14"/>
                  <a:gd name="T1" fmla="*/ 0 h 26"/>
                  <a:gd name="T2" fmla="*/ 25 w 14"/>
                  <a:gd name="T3" fmla="*/ 26 h 26"/>
                  <a:gd name="T4" fmla="*/ 22 w 14"/>
                  <a:gd name="T5" fmla="*/ 4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0" y="0"/>
                    </a:moveTo>
                    <a:cubicBezTo>
                      <a:pt x="8" y="0"/>
                      <a:pt x="14" y="6"/>
                      <a:pt x="14" y="14"/>
                    </a:cubicBezTo>
                    <a:cubicBezTo>
                      <a:pt x="14" y="19"/>
                      <a:pt x="12" y="22"/>
                      <a:pt x="12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87" name="Freeform 865">
                <a:extLst>
                  <a:ext uri="{FF2B5EF4-FFF2-40B4-BE49-F238E27FC236}">
                    <a16:creationId xmlns:a16="http://schemas.microsoft.com/office/drawing/2014/main" id="{960278F9-870E-4416-BFE1-C987A9DFB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111"/>
                <a:ext cx="61" cy="51"/>
              </a:xfrm>
              <a:custGeom>
                <a:avLst/>
                <a:gdLst>
                  <a:gd name="T0" fmla="*/ 43 w 51"/>
                  <a:gd name="T1" fmla="*/ 0 h 42"/>
                  <a:gd name="T2" fmla="*/ 45 w 51"/>
                  <a:gd name="T3" fmla="*/ 68 h 42"/>
                  <a:gd name="T4" fmla="*/ 16 w 51"/>
                  <a:gd name="T5" fmla="*/ 63 h 42"/>
                  <a:gd name="T6" fmla="*/ 0 w 51"/>
                  <a:gd name="T7" fmla="*/ 5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25" y="0"/>
                    </a:moveTo>
                    <a:cubicBezTo>
                      <a:pt x="27" y="8"/>
                      <a:pt x="51" y="42"/>
                      <a:pt x="27" y="38"/>
                    </a:cubicBezTo>
                    <a:cubicBezTo>
                      <a:pt x="21" y="37"/>
                      <a:pt x="15" y="35"/>
                      <a:pt x="9" y="35"/>
                    </a:cubicBezTo>
                    <a:cubicBezTo>
                      <a:pt x="6" y="35"/>
                      <a:pt x="0" y="36"/>
                      <a:pt x="0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88" name="Freeform 866">
                <a:extLst>
                  <a:ext uri="{FF2B5EF4-FFF2-40B4-BE49-F238E27FC236}">
                    <a16:creationId xmlns:a16="http://schemas.microsoft.com/office/drawing/2014/main" id="{5F297E98-D45B-4FC5-B0F2-E5EBFE318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085"/>
                <a:ext cx="73" cy="41"/>
              </a:xfrm>
              <a:custGeom>
                <a:avLst/>
                <a:gdLst>
                  <a:gd name="T0" fmla="*/ 0 w 61"/>
                  <a:gd name="T1" fmla="*/ 8 h 34"/>
                  <a:gd name="T2" fmla="*/ 28 w 61"/>
                  <a:gd name="T3" fmla="*/ 48 h 34"/>
                  <a:gd name="T4" fmla="*/ 63 w 61"/>
                  <a:gd name="T5" fmla="*/ 52 h 34"/>
                  <a:gd name="T6" fmla="*/ 89 w 61"/>
                  <a:gd name="T7" fmla="*/ 52 h 34"/>
                  <a:gd name="T8" fmla="*/ 90 w 61"/>
                  <a:gd name="T9" fmla="*/ 8 h 34"/>
                  <a:gd name="T10" fmla="*/ 73 w 61"/>
                  <a:gd name="T11" fmla="*/ 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4">
                    <a:moveTo>
                      <a:pt x="0" y="5"/>
                    </a:moveTo>
                    <a:cubicBezTo>
                      <a:pt x="4" y="16"/>
                      <a:pt x="2" y="26"/>
                      <a:pt x="16" y="27"/>
                    </a:cubicBezTo>
                    <a:cubicBezTo>
                      <a:pt x="23" y="28"/>
                      <a:pt x="30" y="28"/>
                      <a:pt x="37" y="30"/>
                    </a:cubicBezTo>
                    <a:cubicBezTo>
                      <a:pt x="42" y="32"/>
                      <a:pt x="47" y="34"/>
                      <a:pt x="52" y="30"/>
                    </a:cubicBezTo>
                    <a:cubicBezTo>
                      <a:pt x="61" y="23"/>
                      <a:pt x="61" y="12"/>
                      <a:pt x="53" y="5"/>
                    </a:cubicBezTo>
                    <a:cubicBezTo>
                      <a:pt x="51" y="3"/>
                      <a:pt x="47" y="0"/>
                      <a:pt x="43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89" name="Freeform 867">
                <a:extLst>
                  <a:ext uri="{FF2B5EF4-FFF2-40B4-BE49-F238E27FC236}">
                    <a16:creationId xmlns:a16="http://schemas.microsoft.com/office/drawing/2014/main" id="{B82384D8-4BC4-407B-809B-1FEC05E0E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135"/>
                <a:ext cx="69" cy="33"/>
              </a:xfrm>
              <a:custGeom>
                <a:avLst/>
                <a:gdLst>
                  <a:gd name="T0" fmla="*/ 7 w 58"/>
                  <a:gd name="T1" fmla="*/ 49 h 27"/>
                  <a:gd name="T2" fmla="*/ 6 w 58"/>
                  <a:gd name="T3" fmla="*/ 18 h 27"/>
                  <a:gd name="T4" fmla="*/ 45 w 58"/>
                  <a:gd name="T5" fmla="*/ 1 h 27"/>
                  <a:gd name="T6" fmla="*/ 69 w 58"/>
                  <a:gd name="T7" fmla="*/ 6 h 27"/>
                  <a:gd name="T8" fmla="*/ 89 w 58"/>
                  <a:gd name="T9" fmla="*/ 16 h 27"/>
                  <a:gd name="T10" fmla="*/ 98 w 58"/>
                  <a:gd name="T11" fmla="*/ 4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7">
                    <a:moveTo>
                      <a:pt x="4" y="27"/>
                    </a:moveTo>
                    <a:cubicBezTo>
                      <a:pt x="0" y="24"/>
                      <a:pt x="1" y="14"/>
                      <a:pt x="3" y="10"/>
                    </a:cubicBezTo>
                    <a:cubicBezTo>
                      <a:pt x="6" y="3"/>
                      <a:pt x="20" y="1"/>
                      <a:pt x="27" y="1"/>
                    </a:cubicBezTo>
                    <a:cubicBezTo>
                      <a:pt x="33" y="0"/>
                      <a:pt x="35" y="1"/>
                      <a:pt x="41" y="3"/>
                    </a:cubicBezTo>
                    <a:cubicBezTo>
                      <a:pt x="46" y="5"/>
                      <a:pt x="50" y="4"/>
                      <a:pt x="53" y="9"/>
                    </a:cubicBezTo>
                    <a:cubicBezTo>
                      <a:pt x="57" y="14"/>
                      <a:pt x="56" y="22"/>
                      <a:pt x="58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90" name="Freeform 868">
                <a:extLst>
                  <a:ext uri="{FF2B5EF4-FFF2-40B4-BE49-F238E27FC236}">
                    <a16:creationId xmlns:a16="http://schemas.microsoft.com/office/drawing/2014/main" id="{2FF3A986-FDF1-4A27-8231-29F841501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085"/>
                <a:ext cx="61" cy="34"/>
              </a:xfrm>
              <a:custGeom>
                <a:avLst/>
                <a:gdLst>
                  <a:gd name="T0" fmla="*/ 2 w 51"/>
                  <a:gd name="T1" fmla="*/ 0 h 28"/>
                  <a:gd name="T2" fmla="*/ 8 w 51"/>
                  <a:gd name="T3" fmla="*/ 40 h 28"/>
                  <a:gd name="T4" fmla="*/ 60 w 51"/>
                  <a:gd name="T5" fmla="*/ 41 h 28"/>
                  <a:gd name="T6" fmla="*/ 86 w 51"/>
                  <a:gd name="T7" fmla="*/ 23 h 28"/>
                  <a:gd name="T8" fmla="*/ 75 w 51"/>
                  <a:gd name="T9" fmla="*/ 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2" y="0"/>
                    </a:moveTo>
                    <a:cubicBezTo>
                      <a:pt x="0" y="5"/>
                      <a:pt x="1" y="18"/>
                      <a:pt x="5" y="22"/>
                    </a:cubicBezTo>
                    <a:cubicBezTo>
                      <a:pt x="11" y="28"/>
                      <a:pt x="27" y="24"/>
                      <a:pt x="35" y="23"/>
                    </a:cubicBezTo>
                    <a:cubicBezTo>
                      <a:pt x="41" y="22"/>
                      <a:pt x="50" y="21"/>
                      <a:pt x="50" y="13"/>
                    </a:cubicBezTo>
                    <a:cubicBezTo>
                      <a:pt x="51" y="9"/>
                      <a:pt x="48" y="3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91" name="Freeform 869">
                <a:extLst>
                  <a:ext uri="{FF2B5EF4-FFF2-40B4-BE49-F238E27FC236}">
                    <a16:creationId xmlns:a16="http://schemas.microsoft.com/office/drawing/2014/main" id="{BF7AA484-C254-4F7F-96D2-6F57A1929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114"/>
                <a:ext cx="6" cy="12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2" y="6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92" name="Freeform 870">
                <a:extLst>
                  <a:ext uri="{FF2B5EF4-FFF2-40B4-BE49-F238E27FC236}">
                    <a16:creationId xmlns:a16="http://schemas.microsoft.com/office/drawing/2014/main" id="{E0D9B35A-37CB-4196-AAC7-9A70D984B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117"/>
                <a:ext cx="8" cy="32"/>
              </a:xfrm>
              <a:custGeom>
                <a:avLst/>
                <a:gdLst>
                  <a:gd name="T0" fmla="*/ 0 w 7"/>
                  <a:gd name="T1" fmla="*/ 0 h 26"/>
                  <a:gd name="T2" fmla="*/ 9 w 7"/>
                  <a:gd name="T3" fmla="*/ 27 h 26"/>
                  <a:gd name="T4" fmla="*/ 0 w 7"/>
                  <a:gd name="T5" fmla="*/ 3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7" y="0"/>
                      <a:pt x="5" y="11"/>
                      <a:pt x="6" y="15"/>
                    </a:cubicBezTo>
                    <a:cubicBezTo>
                      <a:pt x="6" y="18"/>
                      <a:pt x="4" y="26"/>
                      <a:pt x="0" y="2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93" name="Freeform 871">
                <a:extLst>
                  <a:ext uri="{FF2B5EF4-FFF2-40B4-BE49-F238E27FC236}">
                    <a16:creationId xmlns:a16="http://schemas.microsoft.com/office/drawing/2014/main" id="{0759310E-0653-465D-B871-66F25DB1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106"/>
                <a:ext cx="66" cy="38"/>
              </a:xfrm>
              <a:custGeom>
                <a:avLst/>
                <a:gdLst>
                  <a:gd name="T0" fmla="*/ 80 w 55"/>
                  <a:gd name="T1" fmla="*/ 0 h 31"/>
                  <a:gd name="T2" fmla="*/ 94 w 55"/>
                  <a:gd name="T3" fmla="*/ 13 h 31"/>
                  <a:gd name="T4" fmla="*/ 92 w 55"/>
                  <a:gd name="T5" fmla="*/ 39 h 31"/>
                  <a:gd name="T6" fmla="*/ 85 w 55"/>
                  <a:gd name="T7" fmla="*/ 49 h 31"/>
                  <a:gd name="T8" fmla="*/ 59 w 55"/>
                  <a:gd name="T9" fmla="*/ 54 h 31"/>
                  <a:gd name="T10" fmla="*/ 20 w 55"/>
                  <a:gd name="T11" fmla="*/ 55 h 31"/>
                  <a:gd name="T12" fmla="*/ 0 w 55"/>
                  <a:gd name="T13" fmla="*/ 5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1">
                    <a:moveTo>
                      <a:pt x="47" y="0"/>
                    </a:moveTo>
                    <a:cubicBezTo>
                      <a:pt x="50" y="3"/>
                      <a:pt x="53" y="3"/>
                      <a:pt x="54" y="7"/>
                    </a:cubicBezTo>
                    <a:cubicBezTo>
                      <a:pt x="55" y="10"/>
                      <a:pt x="54" y="18"/>
                      <a:pt x="53" y="21"/>
                    </a:cubicBezTo>
                    <a:cubicBezTo>
                      <a:pt x="52" y="26"/>
                      <a:pt x="54" y="24"/>
                      <a:pt x="49" y="27"/>
                    </a:cubicBezTo>
                    <a:cubicBezTo>
                      <a:pt x="44" y="29"/>
                      <a:pt x="39" y="29"/>
                      <a:pt x="34" y="29"/>
                    </a:cubicBezTo>
                    <a:cubicBezTo>
                      <a:pt x="26" y="30"/>
                      <a:pt x="19" y="30"/>
                      <a:pt x="12" y="30"/>
                    </a:cubicBezTo>
                    <a:cubicBezTo>
                      <a:pt x="9" y="30"/>
                      <a:pt x="2" y="31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94" name="Freeform 872">
                <a:extLst>
                  <a:ext uri="{FF2B5EF4-FFF2-40B4-BE49-F238E27FC236}">
                    <a16:creationId xmlns:a16="http://schemas.microsoft.com/office/drawing/2014/main" id="{E90F747A-9BBB-47C0-964F-DA11DA9D6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112"/>
                <a:ext cx="5" cy="8"/>
              </a:xfrm>
              <a:custGeom>
                <a:avLst/>
                <a:gdLst>
                  <a:gd name="T0" fmla="*/ 8 w 4"/>
                  <a:gd name="T1" fmla="*/ 0 h 6"/>
                  <a:gd name="T2" fmla="*/ 0 w 4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95" name="Freeform 873">
                <a:extLst>
                  <a:ext uri="{FF2B5EF4-FFF2-40B4-BE49-F238E27FC236}">
                    <a16:creationId xmlns:a16="http://schemas.microsoft.com/office/drawing/2014/main" id="{916F3FEC-6E8C-45FF-BC90-C247671D7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138"/>
                <a:ext cx="11" cy="31"/>
              </a:xfrm>
              <a:custGeom>
                <a:avLst/>
                <a:gdLst>
                  <a:gd name="T0" fmla="*/ 0 w 9"/>
                  <a:gd name="T1" fmla="*/ 2 h 26"/>
                  <a:gd name="T2" fmla="*/ 9 w 9"/>
                  <a:gd name="T3" fmla="*/ 6 h 26"/>
                  <a:gd name="T4" fmla="*/ 13 w 9"/>
                  <a:gd name="T5" fmla="*/ 25 h 26"/>
                  <a:gd name="T6" fmla="*/ 7 w 9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6">
                    <a:moveTo>
                      <a:pt x="0" y="2"/>
                    </a:moveTo>
                    <a:cubicBezTo>
                      <a:pt x="1" y="0"/>
                      <a:pt x="4" y="1"/>
                      <a:pt x="5" y="3"/>
                    </a:cubicBezTo>
                    <a:cubicBezTo>
                      <a:pt x="9" y="7"/>
                      <a:pt x="7" y="10"/>
                      <a:pt x="7" y="15"/>
                    </a:cubicBezTo>
                    <a:cubicBezTo>
                      <a:pt x="7" y="18"/>
                      <a:pt x="9" y="25"/>
                      <a:pt x="4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96" name="Freeform 874">
                <a:extLst>
                  <a:ext uri="{FF2B5EF4-FFF2-40B4-BE49-F238E27FC236}">
                    <a16:creationId xmlns:a16="http://schemas.microsoft.com/office/drawing/2014/main" id="{D0724895-4A58-4583-9E89-1089FD820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086"/>
                <a:ext cx="72" cy="34"/>
              </a:xfrm>
              <a:custGeom>
                <a:avLst/>
                <a:gdLst>
                  <a:gd name="T0" fmla="*/ 0 w 60"/>
                  <a:gd name="T1" fmla="*/ 41 h 28"/>
                  <a:gd name="T2" fmla="*/ 20 w 60"/>
                  <a:gd name="T3" fmla="*/ 50 h 28"/>
                  <a:gd name="T4" fmla="*/ 49 w 60"/>
                  <a:gd name="T5" fmla="*/ 41 h 28"/>
                  <a:gd name="T6" fmla="*/ 98 w 60"/>
                  <a:gd name="T7" fmla="*/ 40 h 28"/>
                  <a:gd name="T8" fmla="*/ 98 w 60"/>
                  <a:gd name="T9" fmla="*/ 11 h 28"/>
                  <a:gd name="T10" fmla="*/ 86 w 6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4" y="26"/>
                      <a:pt x="7" y="28"/>
                      <a:pt x="12" y="28"/>
                    </a:cubicBezTo>
                    <a:cubicBezTo>
                      <a:pt x="18" y="28"/>
                      <a:pt x="22" y="24"/>
                      <a:pt x="28" y="23"/>
                    </a:cubicBezTo>
                    <a:cubicBezTo>
                      <a:pt x="35" y="23"/>
                      <a:pt x="52" y="27"/>
                      <a:pt x="57" y="22"/>
                    </a:cubicBezTo>
                    <a:cubicBezTo>
                      <a:pt x="60" y="18"/>
                      <a:pt x="58" y="10"/>
                      <a:pt x="57" y="6"/>
                    </a:cubicBezTo>
                    <a:cubicBezTo>
                      <a:pt x="56" y="1"/>
                      <a:pt x="55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97" name="Freeform 875">
                <a:extLst>
                  <a:ext uri="{FF2B5EF4-FFF2-40B4-BE49-F238E27FC236}">
                    <a16:creationId xmlns:a16="http://schemas.microsoft.com/office/drawing/2014/main" id="{248C3755-F005-46B9-A35E-5F0FF031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138"/>
                <a:ext cx="65" cy="31"/>
              </a:xfrm>
              <a:custGeom>
                <a:avLst/>
                <a:gdLst>
                  <a:gd name="T0" fmla="*/ 0 w 54"/>
                  <a:gd name="T1" fmla="*/ 14 h 26"/>
                  <a:gd name="T2" fmla="*/ 37 w 54"/>
                  <a:gd name="T3" fmla="*/ 1 h 26"/>
                  <a:gd name="T4" fmla="*/ 79 w 54"/>
                  <a:gd name="T5" fmla="*/ 8 h 26"/>
                  <a:gd name="T6" fmla="*/ 87 w 54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0" y="8"/>
                    </a:moveTo>
                    <a:cubicBezTo>
                      <a:pt x="2" y="2"/>
                      <a:pt x="17" y="2"/>
                      <a:pt x="22" y="1"/>
                    </a:cubicBezTo>
                    <a:cubicBezTo>
                      <a:pt x="29" y="0"/>
                      <a:pt x="39" y="1"/>
                      <a:pt x="46" y="5"/>
                    </a:cubicBezTo>
                    <a:cubicBezTo>
                      <a:pt x="52" y="9"/>
                      <a:pt x="54" y="21"/>
                      <a:pt x="50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98" name="Freeform 876">
                <a:extLst>
                  <a:ext uri="{FF2B5EF4-FFF2-40B4-BE49-F238E27FC236}">
                    <a16:creationId xmlns:a16="http://schemas.microsoft.com/office/drawing/2014/main" id="{1D1E56D0-64B6-47BB-AB57-873C17AA9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110"/>
                <a:ext cx="16" cy="42"/>
              </a:xfrm>
              <a:custGeom>
                <a:avLst/>
                <a:gdLst>
                  <a:gd name="T0" fmla="*/ 11 w 13"/>
                  <a:gd name="T1" fmla="*/ 0 h 35"/>
                  <a:gd name="T2" fmla="*/ 17 w 13"/>
                  <a:gd name="T3" fmla="*/ 37 h 35"/>
                  <a:gd name="T4" fmla="*/ 0 w 13"/>
                  <a:gd name="T5" fmla="*/ 6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5">
                    <a:moveTo>
                      <a:pt x="6" y="0"/>
                    </a:moveTo>
                    <a:cubicBezTo>
                      <a:pt x="13" y="3"/>
                      <a:pt x="10" y="16"/>
                      <a:pt x="9" y="22"/>
                    </a:cubicBezTo>
                    <a:cubicBezTo>
                      <a:pt x="9" y="28"/>
                      <a:pt x="8" y="35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99" name="Freeform 877">
                <a:extLst>
                  <a:ext uri="{FF2B5EF4-FFF2-40B4-BE49-F238E27FC236}">
                    <a16:creationId xmlns:a16="http://schemas.microsoft.com/office/drawing/2014/main" id="{50E45753-F507-4627-9907-807276B3E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121"/>
                <a:ext cx="61" cy="47"/>
              </a:xfrm>
              <a:custGeom>
                <a:avLst/>
                <a:gdLst>
                  <a:gd name="T0" fmla="*/ 72 w 51"/>
                  <a:gd name="T1" fmla="*/ 69 h 39"/>
                  <a:gd name="T2" fmla="*/ 81 w 51"/>
                  <a:gd name="T3" fmla="*/ 41 h 39"/>
                  <a:gd name="T4" fmla="*/ 78 w 51"/>
                  <a:gd name="T5" fmla="*/ 8 h 39"/>
                  <a:gd name="T6" fmla="*/ 44 w 51"/>
                  <a:gd name="T7" fmla="*/ 10 h 39"/>
                  <a:gd name="T8" fmla="*/ 16 w 51"/>
                  <a:gd name="T9" fmla="*/ 8 h 39"/>
                  <a:gd name="T10" fmla="*/ 0 w 51"/>
                  <a:gd name="T11" fmla="*/ 6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42" y="39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8" y="18"/>
                      <a:pt x="49" y="9"/>
                      <a:pt x="45" y="5"/>
                    </a:cubicBezTo>
                    <a:cubicBezTo>
                      <a:pt x="40" y="0"/>
                      <a:pt x="32" y="6"/>
                      <a:pt x="26" y="6"/>
                    </a:cubicBezTo>
                    <a:cubicBezTo>
                      <a:pt x="20" y="7"/>
                      <a:pt x="15" y="6"/>
                      <a:pt x="9" y="5"/>
                    </a:cubicBezTo>
                    <a:cubicBezTo>
                      <a:pt x="6" y="4"/>
                      <a:pt x="1" y="5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00" name="Freeform 878">
                <a:extLst>
                  <a:ext uri="{FF2B5EF4-FFF2-40B4-BE49-F238E27FC236}">
                    <a16:creationId xmlns:a16="http://schemas.microsoft.com/office/drawing/2014/main" id="{E136C53E-F667-46F4-BD27-1D0104B9C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085"/>
                <a:ext cx="12" cy="41"/>
              </a:xfrm>
              <a:custGeom>
                <a:avLst/>
                <a:gdLst>
                  <a:gd name="T0" fmla="*/ 14 w 10"/>
                  <a:gd name="T1" fmla="*/ 0 h 34"/>
                  <a:gd name="T2" fmla="*/ 8 w 10"/>
                  <a:gd name="T3" fmla="*/ 45 h 34"/>
                  <a:gd name="T4" fmla="*/ 0 w 10"/>
                  <a:gd name="T5" fmla="*/ 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4">
                    <a:moveTo>
                      <a:pt x="8" y="0"/>
                    </a:moveTo>
                    <a:cubicBezTo>
                      <a:pt x="8" y="9"/>
                      <a:pt x="10" y="19"/>
                      <a:pt x="5" y="26"/>
                    </a:cubicBezTo>
                    <a:cubicBezTo>
                      <a:pt x="2" y="29"/>
                      <a:pt x="0" y="30"/>
                      <a:pt x="0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01" name="Freeform 879">
                <a:extLst>
                  <a:ext uri="{FF2B5EF4-FFF2-40B4-BE49-F238E27FC236}">
                    <a16:creationId xmlns:a16="http://schemas.microsoft.com/office/drawing/2014/main" id="{A384507B-E808-47BC-B57D-8135033A6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100"/>
                <a:ext cx="27" cy="19"/>
              </a:xfrm>
              <a:custGeom>
                <a:avLst/>
                <a:gdLst>
                  <a:gd name="T0" fmla="*/ 2 w 22"/>
                  <a:gd name="T1" fmla="*/ 0 h 15"/>
                  <a:gd name="T2" fmla="*/ 1 w 22"/>
                  <a:gd name="T3" fmla="*/ 20 h 15"/>
                  <a:gd name="T4" fmla="*/ 17 w 22"/>
                  <a:gd name="T5" fmla="*/ 29 h 15"/>
                  <a:gd name="T6" fmla="*/ 33 w 22"/>
                  <a:gd name="T7" fmla="*/ 30 h 15"/>
                  <a:gd name="T8" fmla="*/ 41 w 22"/>
                  <a:gd name="T9" fmla="*/ 2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2" y="0"/>
                    </a:moveTo>
                    <a:cubicBezTo>
                      <a:pt x="0" y="1"/>
                      <a:pt x="0" y="7"/>
                      <a:pt x="1" y="10"/>
                    </a:cubicBezTo>
                    <a:cubicBezTo>
                      <a:pt x="2" y="14"/>
                      <a:pt x="5" y="14"/>
                      <a:pt x="9" y="14"/>
                    </a:cubicBezTo>
                    <a:cubicBezTo>
                      <a:pt x="12" y="14"/>
                      <a:pt x="16" y="15"/>
                      <a:pt x="18" y="15"/>
                    </a:cubicBezTo>
                    <a:cubicBezTo>
                      <a:pt x="20" y="15"/>
                      <a:pt x="21" y="13"/>
                      <a:pt x="22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02" name="Freeform 880">
                <a:extLst>
                  <a:ext uri="{FF2B5EF4-FFF2-40B4-BE49-F238E27FC236}">
                    <a16:creationId xmlns:a16="http://schemas.microsoft.com/office/drawing/2014/main" id="{3D481A00-B5D0-4498-8183-596035E07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115"/>
                <a:ext cx="17" cy="16"/>
              </a:xfrm>
              <a:custGeom>
                <a:avLst/>
                <a:gdLst>
                  <a:gd name="T0" fmla="*/ 25 w 14"/>
                  <a:gd name="T1" fmla="*/ 6 h 13"/>
                  <a:gd name="T2" fmla="*/ 2 w 14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0" y="0"/>
                      <a:pt x="0" y="7"/>
                      <a:pt x="2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03" name="Freeform 881">
                <a:extLst>
                  <a:ext uri="{FF2B5EF4-FFF2-40B4-BE49-F238E27FC236}">
                    <a16:creationId xmlns:a16="http://schemas.microsoft.com/office/drawing/2014/main" id="{0FB4BDDE-C8C9-470E-BD59-3AA51D5D4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813"/>
                <a:ext cx="64" cy="41"/>
              </a:xfrm>
              <a:custGeom>
                <a:avLst/>
                <a:gdLst>
                  <a:gd name="T0" fmla="*/ 25 w 53"/>
                  <a:gd name="T1" fmla="*/ 1 h 34"/>
                  <a:gd name="T2" fmla="*/ 14 w 53"/>
                  <a:gd name="T3" fmla="*/ 40 h 34"/>
                  <a:gd name="T4" fmla="*/ 25 w 53"/>
                  <a:gd name="T5" fmla="*/ 57 h 34"/>
                  <a:gd name="T6" fmla="*/ 58 w 53"/>
                  <a:gd name="T7" fmla="*/ 58 h 34"/>
                  <a:gd name="T8" fmla="*/ 91 w 53"/>
                  <a:gd name="T9" fmla="*/ 43 h 34"/>
                  <a:gd name="T10" fmla="*/ 83 w 53"/>
                  <a:gd name="T11" fmla="*/ 8 h 34"/>
                  <a:gd name="T12" fmla="*/ 58 w 53"/>
                  <a:gd name="T13" fmla="*/ 1 h 34"/>
                  <a:gd name="T14" fmla="*/ 27 w 53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4">
                    <a:moveTo>
                      <a:pt x="14" y="1"/>
                    </a:moveTo>
                    <a:cubicBezTo>
                      <a:pt x="0" y="0"/>
                      <a:pt x="6" y="13"/>
                      <a:pt x="8" y="22"/>
                    </a:cubicBezTo>
                    <a:cubicBezTo>
                      <a:pt x="9" y="26"/>
                      <a:pt x="10" y="30"/>
                      <a:pt x="14" y="32"/>
                    </a:cubicBezTo>
                    <a:cubicBezTo>
                      <a:pt x="19" y="34"/>
                      <a:pt x="27" y="34"/>
                      <a:pt x="33" y="33"/>
                    </a:cubicBezTo>
                    <a:cubicBezTo>
                      <a:pt x="39" y="32"/>
                      <a:pt x="49" y="31"/>
                      <a:pt x="51" y="25"/>
                    </a:cubicBezTo>
                    <a:cubicBezTo>
                      <a:pt x="53" y="20"/>
                      <a:pt x="51" y="9"/>
                      <a:pt x="47" y="5"/>
                    </a:cubicBezTo>
                    <a:cubicBezTo>
                      <a:pt x="44" y="2"/>
                      <a:pt x="37" y="2"/>
                      <a:pt x="33" y="1"/>
                    </a:cubicBezTo>
                    <a:cubicBezTo>
                      <a:pt x="27" y="1"/>
                      <a:pt x="21" y="1"/>
                      <a:pt x="1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04" name="Freeform 882">
                <a:extLst>
                  <a:ext uri="{FF2B5EF4-FFF2-40B4-BE49-F238E27FC236}">
                    <a16:creationId xmlns:a16="http://schemas.microsoft.com/office/drawing/2014/main" id="{D5955EB2-E445-43E7-8B1F-A54C40674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1848"/>
                <a:ext cx="58" cy="31"/>
              </a:xfrm>
              <a:custGeom>
                <a:avLst/>
                <a:gdLst>
                  <a:gd name="T0" fmla="*/ 36 w 48"/>
                  <a:gd name="T1" fmla="*/ 8 h 26"/>
                  <a:gd name="T2" fmla="*/ 18 w 48"/>
                  <a:gd name="T3" fmla="*/ 7 h 26"/>
                  <a:gd name="T4" fmla="*/ 1 w 48"/>
                  <a:gd name="T5" fmla="*/ 12 h 26"/>
                  <a:gd name="T6" fmla="*/ 0 w 48"/>
                  <a:gd name="T7" fmla="*/ 29 h 26"/>
                  <a:gd name="T8" fmla="*/ 22 w 48"/>
                  <a:gd name="T9" fmla="*/ 44 h 26"/>
                  <a:gd name="T10" fmla="*/ 68 w 48"/>
                  <a:gd name="T11" fmla="*/ 43 h 26"/>
                  <a:gd name="T12" fmla="*/ 82 w 48"/>
                  <a:gd name="T13" fmla="*/ 19 h 26"/>
                  <a:gd name="T14" fmla="*/ 70 w 48"/>
                  <a:gd name="T15" fmla="*/ 0 h 26"/>
                  <a:gd name="T16" fmla="*/ 51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3" y="3"/>
                      <a:pt x="10" y="4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0" y="15"/>
                      <a:pt x="0" y="17"/>
                    </a:cubicBezTo>
                    <a:cubicBezTo>
                      <a:pt x="1" y="24"/>
                      <a:pt x="6" y="25"/>
                      <a:pt x="12" y="26"/>
                    </a:cubicBezTo>
                    <a:cubicBezTo>
                      <a:pt x="21" y="26"/>
                      <a:pt x="29" y="26"/>
                      <a:pt x="38" y="25"/>
                    </a:cubicBezTo>
                    <a:cubicBezTo>
                      <a:pt x="47" y="23"/>
                      <a:pt x="48" y="19"/>
                      <a:pt x="46" y="11"/>
                    </a:cubicBezTo>
                    <a:cubicBezTo>
                      <a:pt x="46" y="7"/>
                      <a:pt x="45" y="1"/>
                      <a:pt x="40" y="0"/>
                    </a:cubicBezTo>
                    <a:cubicBezTo>
                      <a:pt x="38" y="0"/>
                      <a:pt x="31" y="3"/>
                      <a:pt x="2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05" name="Freeform 883">
                <a:extLst>
                  <a:ext uri="{FF2B5EF4-FFF2-40B4-BE49-F238E27FC236}">
                    <a16:creationId xmlns:a16="http://schemas.microsoft.com/office/drawing/2014/main" id="{F7A3F0E6-694A-4079-8EC2-ABB28108B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813"/>
                <a:ext cx="65" cy="30"/>
              </a:xfrm>
              <a:custGeom>
                <a:avLst/>
                <a:gdLst>
                  <a:gd name="T0" fmla="*/ 20 w 54"/>
                  <a:gd name="T1" fmla="*/ 2 h 25"/>
                  <a:gd name="T2" fmla="*/ 1 w 54"/>
                  <a:gd name="T3" fmla="*/ 12 h 25"/>
                  <a:gd name="T4" fmla="*/ 1 w 54"/>
                  <a:gd name="T5" fmla="*/ 35 h 25"/>
                  <a:gd name="T6" fmla="*/ 26 w 54"/>
                  <a:gd name="T7" fmla="*/ 43 h 25"/>
                  <a:gd name="T8" fmla="*/ 69 w 54"/>
                  <a:gd name="T9" fmla="*/ 43 h 25"/>
                  <a:gd name="T10" fmla="*/ 94 w 54"/>
                  <a:gd name="T11" fmla="*/ 29 h 25"/>
                  <a:gd name="T12" fmla="*/ 87 w 54"/>
                  <a:gd name="T13" fmla="*/ 7 h 25"/>
                  <a:gd name="T14" fmla="*/ 61 w 54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12" y="2"/>
                    </a:moveTo>
                    <a:cubicBezTo>
                      <a:pt x="8" y="0"/>
                      <a:pt x="2" y="4"/>
                      <a:pt x="1" y="7"/>
                    </a:cubicBezTo>
                    <a:cubicBezTo>
                      <a:pt x="0" y="10"/>
                      <a:pt x="0" y="16"/>
                      <a:pt x="1" y="20"/>
                    </a:cubicBezTo>
                    <a:cubicBezTo>
                      <a:pt x="3" y="25"/>
                      <a:pt x="10" y="24"/>
                      <a:pt x="15" y="25"/>
                    </a:cubicBezTo>
                    <a:cubicBezTo>
                      <a:pt x="23" y="25"/>
                      <a:pt x="31" y="25"/>
                      <a:pt x="39" y="25"/>
                    </a:cubicBezTo>
                    <a:cubicBezTo>
                      <a:pt x="44" y="24"/>
                      <a:pt x="54" y="23"/>
                      <a:pt x="54" y="17"/>
                    </a:cubicBezTo>
                    <a:cubicBezTo>
                      <a:pt x="54" y="14"/>
                      <a:pt x="52" y="6"/>
                      <a:pt x="50" y="4"/>
                    </a:cubicBezTo>
                    <a:cubicBezTo>
                      <a:pt x="46" y="0"/>
                      <a:pt x="40" y="1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06" name="Freeform 884">
                <a:extLst>
                  <a:ext uri="{FF2B5EF4-FFF2-40B4-BE49-F238E27FC236}">
                    <a16:creationId xmlns:a16="http://schemas.microsoft.com/office/drawing/2014/main" id="{B6C24B21-AE17-43F3-9BA2-4AD96D8F5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877"/>
                <a:ext cx="8" cy="21"/>
              </a:xfrm>
              <a:custGeom>
                <a:avLst/>
                <a:gdLst>
                  <a:gd name="T0" fmla="*/ 10 w 7"/>
                  <a:gd name="T1" fmla="*/ 2 h 17"/>
                  <a:gd name="T2" fmla="*/ 1 w 7"/>
                  <a:gd name="T3" fmla="*/ 14 h 17"/>
                  <a:gd name="T4" fmla="*/ 1 w 7"/>
                  <a:gd name="T5" fmla="*/ 32 h 17"/>
                  <a:gd name="T6" fmla="*/ 3 w 7"/>
                  <a:gd name="T7" fmla="*/ 3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7" y="2"/>
                    </a:moveTo>
                    <a:cubicBezTo>
                      <a:pt x="4" y="0"/>
                      <a:pt x="1" y="5"/>
                      <a:pt x="1" y="7"/>
                    </a:cubicBezTo>
                    <a:cubicBezTo>
                      <a:pt x="0" y="10"/>
                      <a:pt x="1" y="14"/>
                      <a:pt x="1" y="17"/>
                    </a:cubicBezTo>
                    <a:cubicBezTo>
                      <a:pt x="1" y="17"/>
                      <a:pt x="2" y="17"/>
                      <a:pt x="3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07" name="Freeform 885">
                <a:extLst>
                  <a:ext uri="{FF2B5EF4-FFF2-40B4-BE49-F238E27FC236}">
                    <a16:creationId xmlns:a16="http://schemas.microsoft.com/office/drawing/2014/main" id="{A583F9D4-2C4C-4AFD-BB98-382B4F600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1877"/>
                <a:ext cx="23" cy="19"/>
              </a:xfrm>
              <a:custGeom>
                <a:avLst/>
                <a:gdLst>
                  <a:gd name="T0" fmla="*/ 0 w 19"/>
                  <a:gd name="T1" fmla="*/ 0 h 16"/>
                  <a:gd name="T2" fmla="*/ 30 w 19"/>
                  <a:gd name="T3" fmla="*/ 12 h 16"/>
                  <a:gd name="T4" fmla="*/ 23 w 19"/>
                  <a:gd name="T5" fmla="*/ 2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6" y="0"/>
                      <a:pt x="14" y="0"/>
                      <a:pt x="17" y="7"/>
                    </a:cubicBezTo>
                    <a:cubicBezTo>
                      <a:pt x="19" y="11"/>
                      <a:pt x="18" y="16"/>
                      <a:pt x="13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08" name="Freeform 886">
                <a:extLst>
                  <a:ext uri="{FF2B5EF4-FFF2-40B4-BE49-F238E27FC236}">
                    <a16:creationId xmlns:a16="http://schemas.microsoft.com/office/drawing/2014/main" id="{7B28E380-9D72-46BD-B122-201310C4C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842"/>
                <a:ext cx="72" cy="34"/>
              </a:xfrm>
              <a:custGeom>
                <a:avLst/>
                <a:gdLst>
                  <a:gd name="T0" fmla="*/ 12 w 60"/>
                  <a:gd name="T1" fmla="*/ 1 h 28"/>
                  <a:gd name="T2" fmla="*/ 1 w 60"/>
                  <a:gd name="T3" fmla="*/ 13 h 28"/>
                  <a:gd name="T4" fmla="*/ 1 w 60"/>
                  <a:gd name="T5" fmla="*/ 25 h 28"/>
                  <a:gd name="T6" fmla="*/ 26 w 60"/>
                  <a:gd name="T7" fmla="*/ 47 h 28"/>
                  <a:gd name="T8" fmla="*/ 60 w 60"/>
                  <a:gd name="T9" fmla="*/ 35 h 28"/>
                  <a:gd name="T10" fmla="*/ 95 w 60"/>
                  <a:gd name="T11" fmla="*/ 25 h 28"/>
                  <a:gd name="T12" fmla="*/ 86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1"/>
                      <a:pt x="2" y="5"/>
                      <a:pt x="1" y="7"/>
                    </a:cubicBezTo>
                    <a:cubicBezTo>
                      <a:pt x="0" y="11"/>
                      <a:pt x="0" y="11"/>
                      <a:pt x="1" y="14"/>
                    </a:cubicBezTo>
                    <a:cubicBezTo>
                      <a:pt x="4" y="22"/>
                      <a:pt x="5" y="28"/>
                      <a:pt x="15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8"/>
                      <a:pt x="55" y="14"/>
                    </a:cubicBezTo>
                    <a:cubicBezTo>
                      <a:pt x="60" y="9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09" name="Freeform 887">
                <a:extLst>
                  <a:ext uri="{FF2B5EF4-FFF2-40B4-BE49-F238E27FC236}">
                    <a16:creationId xmlns:a16="http://schemas.microsoft.com/office/drawing/2014/main" id="{342F594F-E608-44D8-BC9E-FCDC89C41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1873"/>
                <a:ext cx="3" cy="8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10" name="Freeform 888">
                <a:extLst>
                  <a:ext uri="{FF2B5EF4-FFF2-40B4-BE49-F238E27FC236}">
                    <a16:creationId xmlns:a16="http://schemas.microsoft.com/office/drawing/2014/main" id="{FF648B59-AE56-4215-8D68-A3D1CD00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855"/>
                <a:ext cx="17" cy="44"/>
              </a:xfrm>
              <a:custGeom>
                <a:avLst/>
                <a:gdLst>
                  <a:gd name="T0" fmla="*/ 0 w 14"/>
                  <a:gd name="T1" fmla="*/ 0 h 36"/>
                  <a:gd name="T2" fmla="*/ 18 w 14"/>
                  <a:gd name="T3" fmla="*/ 51 h 36"/>
                  <a:gd name="T4" fmla="*/ 6 w 14"/>
                  <a:gd name="T5" fmla="*/ 6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cubicBezTo>
                      <a:pt x="5" y="9"/>
                      <a:pt x="14" y="17"/>
                      <a:pt x="10" y="28"/>
                    </a:cubicBezTo>
                    <a:cubicBezTo>
                      <a:pt x="9" y="32"/>
                      <a:pt x="7" y="35"/>
                      <a:pt x="3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11" name="Freeform 889">
                <a:extLst>
                  <a:ext uri="{FF2B5EF4-FFF2-40B4-BE49-F238E27FC236}">
                    <a16:creationId xmlns:a16="http://schemas.microsoft.com/office/drawing/2014/main" id="{C23A5EBD-3199-493F-B2D4-CC98713B4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813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3 w 59"/>
                  <a:gd name="T5" fmla="*/ 35 h 20"/>
                  <a:gd name="T6" fmla="*/ 83 w 59"/>
                  <a:gd name="T7" fmla="*/ 29 h 20"/>
                  <a:gd name="T8" fmla="*/ 100 w 59"/>
                  <a:gd name="T9" fmla="*/ 20 h 20"/>
                  <a:gd name="T10" fmla="*/ 95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8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7" y="12"/>
                    </a:cubicBezTo>
                    <a:cubicBezTo>
                      <a:pt x="59" y="8"/>
                      <a:pt x="58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12" name="Freeform 890">
                <a:extLst>
                  <a:ext uri="{FF2B5EF4-FFF2-40B4-BE49-F238E27FC236}">
                    <a16:creationId xmlns:a16="http://schemas.microsoft.com/office/drawing/2014/main" id="{DE07556A-3BFC-46C2-B10F-37C0D6896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854"/>
                <a:ext cx="54" cy="44"/>
              </a:xfrm>
              <a:custGeom>
                <a:avLst/>
                <a:gdLst>
                  <a:gd name="T0" fmla="*/ 8 w 45"/>
                  <a:gd name="T1" fmla="*/ 65 h 36"/>
                  <a:gd name="T2" fmla="*/ 6 w 45"/>
                  <a:gd name="T3" fmla="*/ 27 h 36"/>
                  <a:gd name="T4" fmla="*/ 2 w 45"/>
                  <a:gd name="T5" fmla="*/ 13 h 36"/>
                  <a:gd name="T6" fmla="*/ 36 w 45"/>
                  <a:gd name="T7" fmla="*/ 6 h 36"/>
                  <a:gd name="T8" fmla="*/ 67 w 45"/>
                  <a:gd name="T9" fmla="*/ 6 h 36"/>
                  <a:gd name="T10" fmla="*/ 78 w 45"/>
                  <a:gd name="T11" fmla="*/ 34 h 36"/>
                  <a:gd name="T12" fmla="*/ 70 w 45"/>
                  <a:gd name="T13" fmla="*/ 6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2" y="12"/>
                      <a:pt x="0" y="10"/>
                      <a:pt x="2" y="7"/>
                    </a:cubicBezTo>
                    <a:cubicBezTo>
                      <a:pt x="6" y="4"/>
                      <a:pt x="16" y="3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4" y="6"/>
                      <a:pt x="45" y="13"/>
                      <a:pt x="45" y="19"/>
                    </a:cubicBezTo>
                    <a:cubicBezTo>
                      <a:pt x="45" y="23"/>
                      <a:pt x="44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13" name="Freeform 891">
                <a:extLst>
                  <a:ext uri="{FF2B5EF4-FFF2-40B4-BE49-F238E27FC236}">
                    <a16:creationId xmlns:a16="http://schemas.microsoft.com/office/drawing/2014/main" id="{F1BFB6EA-CDE1-4F8E-995F-C8D7AFC97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809"/>
                <a:ext cx="61" cy="33"/>
              </a:xfrm>
              <a:custGeom>
                <a:avLst/>
                <a:gdLst>
                  <a:gd name="T0" fmla="*/ 7 w 51"/>
                  <a:gd name="T1" fmla="*/ 6 h 27"/>
                  <a:gd name="T2" fmla="*/ 8 w 51"/>
                  <a:gd name="T3" fmla="*/ 39 h 27"/>
                  <a:gd name="T4" fmla="*/ 33 w 51"/>
                  <a:gd name="T5" fmla="*/ 39 h 27"/>
                  <a:gd name="T6" fmla="*/ 59 w 51"/>
                  <a:gd name="T7" fmla="*/ 42 h 27"/>
                  <a:gd name="T8" fmla="*/ 75 w 51"/>
                  <a:gd name="T9" fmla="*/ 49 h 27"/>
                  <a:gd name="T10" fmla="*/ 87 w 51"/>
                  <a:gd name="T11" fmla="*/ 33 h 27"/>
                  <a:gd name="T12" fmla="*/ 73 w 51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7">
                    <a:moveTo>
                      <a:pt x="4" y="3"/>
                    </a:moveTo>
                    <a:cubicBezTo>
                      <a:pt x="3" y="7"/>
                      <a:pt x="0" y="18"/>
                      <a:pt x="5" y="21"/>
                    </a:cubicBezTo>
                    <a:cubicBezTo>
                      <a:pt x="8" y="23"/>
                      <a:pt x="16" y="21"/>
                      <a:pt x="19" y="21"/>
                    </a:cubicBezTo>
                    <a:cubicBezTo>
                      <a:pt x="24" y="20"/>
                      <a:pt x="29" y="20"/>
                      <a:pt x="34" y="23"/>
                    </a:cubicBezTo>
                    <a:cubicBezTo>
                      <a:pt x="37" y="24"/>
                      <a:pt x="40" y="27"/>
                      <a:pt x="44" y="27"/>
                    </a:cubicBezTo>
                    <a:cubicBezTo>
                      <a:pt x="48" y="26"/>
                      <a:pt x="51" y="22"/>
                      <a:pt x="51" y="18"/>
                    </a:cubicBezTo>
                    <a:cubicBezTo>
                      <a:pt x="51" y="15"/>
                      <a:pt x="49" y="0"/>
                      <a:pt x="43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14" name="Freeform 892">
                <a:extLst>
                  <a:ext uri="{FF2B5EF4-FFF2-40B4-BE49-F238E27FC236}">
                    <a16:creationId xmlns:a16="http://schemas.microsoft.com/office/drawing/2014/main" id="{92232E8B-203E-4A31-AF0A-0C5048350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831"/>
                <a:ext cx="58" cy="34"/>
              </a:xfrm>
              <a:custGeom>
                <a:avLst/>
                <a:gdLst>
                  <a:gd name="T0" fmla="*/ 8 w 48"/>
                  <a:gd name="T1" fmla="*/ 9 h 28"/>
                  <a:gd name="T2" fmla="*/ 1 w 48"/>
                  <a:gd name="T3" fmla="*/ 18 h 28"/>
                  <a:gd name="T4" fmla="*/ 6 w 48"/>
                  <a:gd name="T5" fmla="*/ 40 h 28"/>
                  <a:gd name="T6" fmla="*/ 48 w 48"/>
                  <a:gd name="T7" fmla="*/ 41 h 28"/>
                  <a:gd name="T8" fmla="*/ 83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5" y="4"/>
                      <a:pt x="2" y="8"/>
                      <a:pt x="1" y="10"/>
                    </a:cubicBezTo>
                    <a:cubicBezTo>
                      <a:pt x="0" y="13"/>
                      <a:pt x="0" y="19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2"/>
                      <a:pt x="44" y="22"/>
                      <a:pt x="47" y="14"/>
                    </a:cubicBezTo>
                    <a:cubicBezTo>
                      <a:pt x="47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15" name="Freeform 893">
                <a:extLst>
                  <a:ext uri="{FF2B5EF4-FFF2-40B4-BE49-F238E27FC236}">
                    <a16:creationId xmlns:a16="http://schemas.microsoft.com/office/drawing/2014/main" id="{5B4A4961-F12B-4088-B349-0799FCABA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813"/>
                <a:ext cx="64" cy="41"/>
              </a:xfrm>
              <a:custGeom>
                <a:avLst/>
                <a:gdLst>
                  <a:gd name="T0" fmla="*/ 25 w 53"/>
                  <a:gd name="T1" fmla="*/ 1 h 34"/>
                  <a:gd name="T2" fmla="*/ 14 w 53"/>
                  <a:gd name="T3" fmla="*/ 40 h 34"/>
                  <a:gd name="T4" fmla="*/ 25 w 53"/>
                  <a:gd name="T5" fmla="*/ 57 h 34"/>
                  <a:gd name="T6" fmla="*/ 57 w 53"/>
                  <a:gd name="T7" fmla="*/ 58 h 34"/>
                  <a:gd name="T8" fmla="*/ 91 w 53"/>
                  <a:gd name="T9" fmla="*/ 43 h 34"/>
                  <a:gd name="T10" fmla="*/ 83 w 53"/>
                  <a:gd name="T11" fmla="*/ 8 h 34"/>
                  <a:gd name="T12" fmla="*/ 58 w 53"/>
                  <a:gd name="T13" fmla="*/ 1 h 34"/>
                  <a:gd name="T14" fmla="*/ 27 w 53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4">
                    <a:moveTo>
                      <a:pt x="14" y="1"/>
                    </a:moveTo>
                    <a:cubicBezTo>
                      <a:pt x="0" y="0"/>
                      <a:pt x="6" y="13"/>
                      <a:pt x="8" y="22"/>
                    </a:cubicBezTo>
                    <a:cubicBezTo>
                      <a:pt x="9" y="26"/>
                      <a:pt x="10" y="30"/>
                      <a:pt x="14" y="32"/>
                    </a:cubicBezTo>
                    <a:cubicBezTo>
                      <a:pt x="19" y="34"/>
                      <a:pt x="27" y="34"/>
                      <a:pt x="32" y="33"/>
                    </a:cubicBezTo>
                    <a:cubicBezTo>
                      <a:pt x="38" y="32"/>
                      <a:pt x="49" y="31"/>
                      <a:pt x="51" y="25"/>
                    </a:cubicBezTo>
                    <a:cubicBezTo>
                      <a:pt x="53" y="20"/>
                      <a:pt x="51" y="9"/>
                      <a:pt x="47" y="5"/>
                    </a:cubicBezTo>
                    <a:cubicBezTo>
                      <a:pt x="44" y="2"/>
                      <a:pt x="37" y="2"/>
                      <a:pt x="33" y="1"/>
                    </a:cubicBezTo>
                    <a:cubicBezTo>
                      <a:pt x="27" y="1"/>
                      <a:pt x="21" y="1"/>
                      <a:pt x="1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16" name="Freeform 894">
                <a:extLst>
                  <a:ext uri="{FF2B5EF4-FFF2-40B4-BE49-F238E27FC236}">
                    <a16:creationId xmlns:a16="http://schemas.microsoft.com/office/drawing/2014/main" id="{FF38BC74-3F1D-4A02-AAF0-600FA77B0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848"/>
                <a:ext cx="59" cy="31"/>
              </a:xfrm>
              <a:custGeom>
                <a:avLst/>
                <a:gdLst>
                  <a:gd name="T0" fmla="*/ 36 w 49"/>
                  <a:gd name="T1" fmla="*/ 8 h 26"/>
                  <a:gd name="T2" fmla="*/ 19 w 49"/>
                  <a:gd name="T3" fmla="*/ 7 h 26"/>
                  <a:gd name="T4" fmla="*/ 1 w 49"/>
                  <a:gd name="T5" fmla="*/ 12 h 26"/>
                  <a:gd name="T6" fmla="*/ 1 w 49"/>
                  <a:gd name="T7" fmla="*/ 29 h 26"/>
                  <a:gd name="T8" fmla="*/ 23 w 49"/>
                  <a:gd name="T9" fmla="*/ 44 h 26"/>
                  <a:gd name="T10" fmla="*/ 66 w 49"/>
                  <a:gd name="T11" fmla="*/ 43 h 26"/>
                  <a:gd name="T12" fmla="*/ 83 w 49"/>
                  <a:gd name="T13" fmla="*/ 19 h 26"/>
                  <a:gd name="T14" fmla="*/ 71 w 49"/>
                  <a:gd name="T15" fmla="*/ 0 h 26"/>
                  <a:gd name="T16" fmla="*/ 52 w 49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6">
                    <a:moveTo>
                      <a:pt x="21" y="5"/>
                    </a:moveTo>
                    <a:cubicBezTo>
                      <a:pt x="18" y="5"/>
                      <a:pt x="14" y="3"/>
                      <a:pt x="11" y="4"/>
                    </a:cubicBezTo>
                    <a:cubicBezTo>
                      <a:pt x="9" y="4"/>
                      <a:pt x="2" y="5"/>
                      <a:pt x="1" y="7"/>
                    </a:cubicBezTo>
                    <a:cubicBezTo>
                      <a:pt x="0" y="8"/>
                      <a:pt x="1" y="15"/>
                      <a:pt x="1" y="17"/>
                    </a:cubicBezTo>
                    <a:cubicBezTo>
                      <a:pt x="2" y="24"/>
                      <a:pt x="6" y="25"/>
                      <a:pt x="13" y="26"/>
                    </a:cubicBezTo>
                    <a:cubicBezTo>
                      <a:pt x="22" y="26"/>
                      <a:pt x="30" y="26"/>
                      <a:pt x="38" y="25"/>
                    </a:cubicBezTo>
                    <a:cubicBezTo>
                      <a:pt x="48" y="23"/>
                      <a:pt x="49" y="19"/>
                      <a:pt x="47" y="11"/>
                    </a:cubicBezTo>
                    <a:cubicBezTo>
                      <a:pt x="46" y="7"/>
                      <a:pt x="46" y="1"/>
                      <a:pt x="41" y="0"/>
                    </a:cubicBezTo>
                    <a:cubicBezTo>
                      <a:pt x="39" y="0"/>
                      <a:pt x="32" y="3"/>
                      <a:pt x="3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17" name="Freeform 895">
                <a:extLst>
                  <a:ext uri="{FF2B5EF4-FFF2-40B4-BE49-F238E27FC236}">
                    <a16:creationId xmlns:a16="http://schemas.microsoft.com/office/drawing/2014/main" id="{4E622FC7-2FD0-4D33-A8FB-603AB691B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813"/>
                <a:ext cx="67" cy="30"/>
              </a:xfrm>
              <a:custGeom>
                <a:avLst/>
                <a:gdLst>
                  <a:gd name="T0" fmla="*/ 22 w 55"/>
                  <a:gd name="T1" fmla="*/ 2 h 25"/>
                  <a:gd name="T2" fmla="*/ 2 w 55"/>
                  <a:gd name="T3" fmla="*/ 12 h 25"/>
                  <a:gd name="T4" fmla="*/ 2 w 55"/>
                  <a:gd name="T5" fmla="*/ 35 h 25"/>
                  <a:gd name="T6" fmla="*/ 28 w 55"/>
                  <a:gd name="T7" fmla="*/ 43 h 25"/>
                  <a:gd name="T8" fmla="*/ 73 w 55"/>
                  <a:gd name="T9" fmla="*/ 43 h 25"/>
                  <a:gd name="T10" fmla="*/ 100 w 55"/>
                  <a:gd name="T11" fmla="*/ 29 h 25"/>
                  <a:gd name="T12" fmla="*/ 93 w 55"/>
                  <a:gd name="T13" fmla="*/ 7 h 25"/>
                  <a:gd name="T14" fmla="*/ 66 w 55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12" y="2"/>
                    </a:moveTo>
                    <a:cubicBezTo>
                      <a:pt x="9" y="0"/>
                      <a:pt x="3" y="4"/>
                      <a:pt x="2" y="7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4" y="25"/>
                      <a:pt x="10" y="24"/>
                      <a:pt x="16" y="25"/>
                    </a:cubicBezTo>
                    <a:cubicBezTo>
                      <a:pt x="24" y="25"/>
                      <a:pt x="32" y="25"/>
                      <a:pt x="40" y="25"/>
                    </a:cubicBezTo>
                    <a:cubicBezTo>
                      <a:pt x="45" y="24"/>
                      <a:pt x="54" y="23"/>
                      <a:pt x="55" y="17"/>
                    </a:cubicBezTo>
                    <a:cubicBezTo>
                      <a:pt x="55" y="14"/>
                      <a:pt x="53" y="6"/>
                      <a:pt x="51" y="4"/>
                    </a:cubicBezTo>
                    <a:cubicBezTo>
                      <a:pt x="47" y="0"/>
                      <a:pt x="40" y="1"/>
                      <a:pt x="36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18" name="Freeform 896">
                <a:extLst>
                  <a:ext uri="{FF2B5EF4-FFF2-40B4-BE49-F238E27FC236}">
                    <a16:creationId xmlns:a16="http://schemas.microsoft.com/office/drawing/2014/main" id="{5A67F013-D15D-4A2B-8D58-97ABD3ACB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877"/>
                <a:ext cx="23" cy="19"/>
              </a:xfrm>
              <a:custGeom>
                <a:avLst/>
                <a:gdLst>
                  <a:gd name="T0" fmla="*/ 0 w 19"/>
                  <a:gd name="T1" fmla="*/ 0 h 16"/>
                  <a:gd name="T2" fmla="*/ 30 w 19"/>
                  <a:gd name="T3" fmla="*/ 12 h 16"/>
                  <a:gd name="T4" fmla="*/ 23 w 19"/>
                  <a:gd name="T5" fmla="*/ 2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6" y="0"/>
                      <a:pt x="14" y="0"/>
                      <a:pt x="17" y="7"/>
                    </a:cubicBezTo>
                    <a:cubicBezTo>
                      <a:pt x="19" y="11"/>
                      <a:pt x="18" y="16"/>
                      <a:pt x="13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19" name="Freeform 897">
                <a:extLst>
                  <a:ext uri="{FF2B5EF4-FFF2-40B4-BE49-F238E27FC236}">
                    <a16:creationId xmlns:a16="http://schemas.microsoft.com/office/drawing/2014/main" id="{A2AE9432-1863-430A-8697-AC5C3A49B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842"/>
                <a:ext cx="71" cy="34"/>
              </a:xfrm>
              <a:custGeom>
                <a:avLst/>
                <a:gdLst>
                  <a:gd name="T0" fmla="*/ 12 w 59"/>
                  <a:gd name="T1" fmla="*/ 1 h 28"/>
                  <a:gd name="T2" fmla="*/ 1 w 59"/>
                  <a:gd name="T3" fmla="*/ 13 h 28"/>
                  <a:gd name="T4" fmla="*/ 1 w 59"/>
                  <a:gd name="T5" fmla="*/ 25 h 28"/>
                  <a:gd name="T6" fmla="*/ 26 w 59"/>
                  <a:gd name="T7" fmla="*/ 47 h 28"/>
                  <a:gd name="T8" fmla="*/ 61 w 59"/>
                  <a:gd name="T9" fmla="*/ 35 h 28"/>
                  <a:gd name="T10" fmla="*/ 95 w 59"/>
                  <a:gd name="T11" fmla="*/ 25 h 28"/>
                  <a:gd name="T12" fmla="*/ 87 w 59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8">
                    <a:moveTo>
                      <a:pt x="7" y="1"/>
                    </a:moveTo>
                    <a:cubicBezTo>
                      <a:pt x="4" y="1"/>
                      <a:pt x="2" y="5"/>
                      <a:pt x="1" y="7"/>
                    </a:cubicBezTo>
                    <a:cubicBezTo>
                      <a:pt x="0" y="11"/>
                      <a:pt x="0" y="11"/>
                      <a:pt x="1" y="14"/>
                    </a:cubicBezTo>
                    <a:cubicBezTo>
                      <a:pt x="4" y="22"/>
                      <a:pt x="5" y="28"/>
                      <a:pt x="15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0" y="19"/>
                      <a:pt x="50" y="18"/>
                      <a:pt x="55" y="14"/>
                    </a:cubicBezTo>
                    <a:cubicBezTo>
                      <a:pt x="59" y="9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20" name="Freeform 898">
                <a:extLst>
                  <a:ext uri="{FF2B5EF4-FFF2-40B4-BE49-F238E27FC236}">
                    <a16:creationId xmlns:a16="http://schemas.microsoft.com/office/drawing/2014/main" id="{3877BE10-88AC-4A0F-A276-C53DA5C88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873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21" name="Freeform 899">
                <a:extLst>
                  <a:ext uri="{FF2B5EF4-FFF2-40B4-BE49-F238E27FC236}">
                    <a16:creationId xmlns:a16="http://schemas.microsoft.com/office/drawing/2014/main" id="{3BFE240C-83F7-4795-B464-FFE0AB0B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855"/>
                <a:ext cx="17" cy="44"/>
              </a:xfrm>
              <a:custGeom>
                <a:avLst/>
                <a:gdLst>
                  <a:gd name="T0" fmla="*/ 0 w 14"/>
                  <a:gd name="T1" fmla="*/ 0 h 36"/>
                  <a:gd name="T2" fmla="*/ 18 w 14"/>
                  <a:gd name="T3" fmla="*/ 51 h 36"/>
                  <a:gd name="T4" fmla="*/ 6 w 14"/>
                  <a:gd name="T5" fmla="*/ 6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cubicBezTo>
                      <a:pt x="5" y="9"/>
                      <a:pt x="14" y="17"/>
                      <a:pt x="10" y="28"/>
                    </a:cubicBezTo>
                    <a:cubicBezTo>
                      <a:pt x="9" y="32"/>
                      <a:pt x="7" y="35"/>
                      <a:pt x="3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22" name="Freeform 900">
                <a:extLst>
                  <a:ext uri="{FF2B5EF4-FFF2-40B4-BE49-F238E27FC236}">
                    <a16:creationId xmlns:a16="http://schemas.microsoft.com/office/drawing/2014/main" id="{E44748F5-B977-40EC-AE39-8315EAF18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813"/>
                <a:ext cx="70" cy="24"/>
              </a:xfrm>
              <a:custGeom>
                <a:avLst/>
                <a:gdLst>
                  <a:gd name="T0" fmla="*/ 7 w 58"/>
                  <a:gd name="T1" fmla="*/ 0 h 20"/>
                  <a:gd name="T2" fmla="*/ 7 w 58"/>
                  <a:gd name="T3" fmla="*/ 24 h 20"/>
                  <a:gd name="T4" fmla="*/ 43 w 58"/>
                  <a:gd name="T5" fmla="*/ 35 h 20"/>
                  <a:gd name="T6" fmla="*/ 83 w 58"/>
                  <a:gd name="T7" fmla="*/ 29 h 20"/>
                  <a:gd name="T8" fmla="*/ 100 w 58"/>
                  <a:gd name="T9" fmla="*/ 20 h 20"/>
                  <a:gd name="T10" fmla="*/ 97 w 5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4" y="0"/>
                    </a:moveTo>
                    <a:cubicBezTo>
                      <a:pt x="0" y="4"/>
                      <a:pt x="2" y="10"/>
                      <a:pt x="4" y="14"/>
                    </a:cubicBezTo>
                    <a:cubicBezTo>
                      <a:pt x="8" y="20"/>
                      <a:pt x="18" y="20"/>
                      <a:pt x="25" y="20"/>
                    </a:cubicBezTo>
                    <a:cubicBezTo>
                      <a:pt x="33" y="20"/>
                      <a:pt x="39" y="18"/>
                      <a:pt x="47" y="17"/>
                    </a:cubicBezTo>
                    <a:cubicBezTo>
                      <a:pt x="52" y="16"/>
                      <a:pt x="56" y="17"/>
                      <a:pt x="57" y="12"/>
                    </a:cubicBezTo>
                    <a:cubicBezTo>
                      <a:pt x="58" y="8"/>
                      <a:pt x="58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23" name="Freeform 901">
                <a:extLst>
                  <a:ext uri="{FF2B5EF4-FFF2-40B4-BE49-F238E27FC236}">
                    <a16:creationId xmlns:a16="http://schemas.microsoft.com/office/drawing/2014/main" id="{D78A9AF3-1127-4915-8B64-3EE895CB8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854"/>
                <a:ext cx="54" cy="44"/>
              </a:xfrm>
              <a:custGeom>
                <a:avLst/>
                <a:gdLst>
                  <a:gd name="T0" fmla="*/ 8 w 45"/>
                  <a:gd name="T1" fmla="*/ 65 h 36"/>
                  <a:gd name="T2" fmla="*/ 6 w 45"/>
                  <a:gd name="T3" fmla="*/ 27 h 36"/>
                  <a:gd name="T4" fmla="*/ 2 w 45"/>
                  <a:gd name="T5" fmla="*/ 13 h 36"/>
                  <a:gd name="T6" fmla="*/ 36 w 45"/>
                  <a:gd name="T7" fmla="*/ 6 h 36"/>
                  <a:gd name="T8" fmla="*/ 67 w 45"/>
                  <a:gd name="T9" fmla="*/ 6 h 36"/>
                  <a:gd name="T10" fmla="*/ 78 w 45"/>
                  <a:gd name="T11" fmla="*/ 34 h 36"/>
                  <a:gd name="T12" fmla="*/ 70 w 45"/>
                  <a:gd name="T13" fmla="*/ 6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2" y="12"/>
                      <a:pt x="0" y="10"/>
                      <a:pt x="2" y="7"/>
                    </a:cubicBezTo>
                    <a:cubicBezTo>
                      <a:pt x="5" y="4"/>
                      <a:pt x="16" y="3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4" y="6"/>
                      <a:pt x="45" y="13"/>
                      <a:pt x="45" y="19"/>
                    </a:cubicBezTo>
                    <a:cubicBezTo>
                      <a:pt x="44" y="23"/>
                      <a:pt x="44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24" name="Freeform 902">
                <a:extLst>
                  <a:ext uri="{FF2B5EF4-FFF2-40B4-BE49-F238E27FC236}">
                    <a16:creationId xmlns:a16="http://schemas.microsoft.com/office/drawing/2014/main" id="{3E750301-FA1D-4AA9-A02F-CACFBA011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831"/>
                <a:ext cx="57" cy="34"/>
              </a:xfrm>
              <a:custGeom>
                <a:avLst/>
                <a:gdLst>
                  <a:gd name="T0" fmla="*/ 8 w 48"/>
                  <a:gd name="T1" fmla="*/ 9 h 28"/>
                  <a:gd name="T2" fmla="*/ 1 w 48"/>
                  <a:gd name="T3" fmla="*/ 18 h 28"/>
                  <a:gd name="T4" fmla="*/ 6 w 48"/>
                  <a:gd name="T5" fmla="*/ 40 h 28"/>
                  <a:gd name="T6" fmla="*/ 45 w 48"/>
                  <a:gd name="T7" fmla="*/ 41 h 28"/>
                  <a:gd name="T8" fmla="*/ 80 w 48"/>
                  <a:gd name="T9" fmla="*/ 25 h 28"/>
                  <a:gd name="T10" fmla="*/ 70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5" y="4"/>
                      <a:pt x="2" y="8"/>
                      <a:pt x="1" y="10"/>
                    </a:cubicBezTo>
                    <a:cubicBezTo>
                      <a:pt x="0" y="13"/>
                      <a:pt x="0" y="19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2"/>
                      <a:pt x="44" y="22"/>
                      <a:pt x="47" y="14"/>
                    </a:cubicBezTo>
                    <a:cubicBezTo>
                      <a:pt x="47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25" name="Freeform 903">
                <a:extLst>
                  <a:ext uri="{FF2B5EF4-FFF2-40B4-BE49-F238E27FC236}">
                    <a16:creationId xmlns:a16="http://schemas.microsoft.com/office/drawing/2014/main" id="{B56CD3C7-6EF1-44DF-A576-9FCF3935C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835"/>
                <a:ext cx="7" cy="9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26" name="Freeform 904">
                <a:extLst>
                  <a:ext uri="{FF2B5EF4-FFF2-40B4-BE49-F238E27FC236}">
                    <a16:creationId xmlns:a16="http://schemas.microsoft.com/office/drawing/2014/main" id="{84CDF745-DB22-4723-82E2-B9D11B748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841"/>
                <a:ext cx="74" cy="26"/>
              </a:xfrm>
              <a:custGeom>
                <a:avLst/>
                <a:gdLst>
                  <a:gd name="T0" fmla="*/ 73 w 62"/>
                  <a:gd name="T1" fmla="*/ 2 h 22"/>
                  <a:gd name="T2" fmla="*/ 95 w 62"/>
                  <a:gd name="T3" fmla="*/ 26 h 22"/>
                  <a:gd name="T4" fmla="*/ 76 w 62"/>
                  <a:gd name="T5" fmla="*/ 33 h 22"/>
                  <a:gd name="T6" fmla="*/ 47 w 62"/>
                  <a:gd name="T7" fmla="*/ 35 h 22"/>
                  <a:gd name="T8" fmla="*/ 12 w 62"/>
                  <a:gd name="T9" fmla="*/ 31 h 22"/>
                  <a:gd name="T10" fmla="*/ 0 w 62"/>
                  <a:gd name="T11" fmla="*/ 3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2">
                    <a:moveTo>
                      <a:pt x="43" y="2"/>
                    </a:moveTo>
                    <a:cubicBezTo>
                      <a:pt x="50" y="0"/>
                      <a:pt x="62" y="8"/>
                      <a:pt x="56" y="16"/>
                    </a:cubicBezTo>
                    <a:cubicBezTo>
                      <a:pt x="54" y="19"/>
                      <a:pt x="48" y="19"/>
                      <a:pt x="45" y="20"/>
                    </a:cubicBezTo>
                    <a:cubicBezTo>
                      <a:pt x="39" y="22"/>
                      <a:pt x="34" y="21"/>
                      <a:pt x="28" y="21"/>
                    </a:cubicBezTo>
                    <a:cubicBezTo>
                      <a:pt x="21" y="20"/>
                      <a:pt x="14" y="20"/>
                      <a:pt x="7" y="19"/>
                    </a:cubicBezTo>
                    <a:cubicBezTo>
                      <a:pt x="5" y="19"/>
                      <a:pt x="0" y="20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27" name="Freeform 905">
                <a:extLst>
                  <a:ext uri="{FF2B5EF4-FFF2-40B4-BE49-F238E27FC236}">
                    <a16:creationId xmlns:a16="http://schemas.microsoft.com/office/drawing/2014/main" id="{BED7D616-2EEC-42B8-B2BC-365E53380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813"/>
                <a:ext cx="51" cy="34"/>
              </a:xfrm>
              <a:custGeom>
                <a:avLst/>
                <a:gdLst>
                  <a:gd name="T0" fmla="*/ 8 w 43"/>
                  <a:gd name="T1" fmla="*/ 1 h 28"/>
                  <a:gd name="T2" fmla="*/ 6 w 43"/>
                  <a:gd name="T3" fmla="*/ 23 h 28"/>
                  <a:gd name="T4" fmla="*/ 30 w 43"/>
                  <a:gd name="T5" fmla="*/ 49 h 28"/>
                  <a:gd name="T6" fmla="*/ 71 w 43"/>
                  <a:gd name="T7" fmla="*/ 30 h 28"/>
                  <a:gd name="T8" fmla="*/ 63 w 43"/>
                  <a:gd name="T9" fmla="*/ 2 h 28"/>
                  <a:gd name="T10" fmla="*/ 60 w 43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8">
                    <a:moveTo>
                      <a:pt x="5" y="1"/>
                    </a:moveTo>
                    <a:cubicBezTo>
                      <a:pt x="0" y="0"/>
                      <a:pt x="2" y="10"/>
                      <a:pt x="3" y="13"/>
                    </a:cubicBezTo>
                    <a:cubicBezTo>
                      <a:pt x="6" y="22"/>
                      <a:pt x="5" y="28"/>
                      <a:pt x="18" y="27"/>
                    </a:cubicBezTo>
                    <a:cubicBezTo>
                      <a:pt x="24" y="26"/>
                      <a:pt x="43" y="26"/>
                      <a:pt x="43" y="17"/>
                    </a:cubicBezTo>
                    <a:cubicBezTo>
                      <a:pt x="43" y="12"/>
                      <a:pt x="40" y="7"/>
                      <a:pt x="38" y="2"/>
                    </a:cubicBezTo>
                    <a:cubicBezTo>
                      <a:pt x="37" y="1"/>
                      <a:pt x="37" y="2"/>
                      <a:pt x="36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28" name="Freeform 906">
                <a:extLst>
                  <a:ext uri="{FF2B5EF4-FFF2-40B4-BE49-F238E27FC236}">
                    <a16:creationId xmlns:a16="http://schemas.microsoft.com/office/drawing/2014/main" id="{D55CF478-C5C9-4A4D-9D7D-88BC096CD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865"/>
                <a:ext cx="9" cy="11"/>
              </a:xfrm>
              <a:custGeom>
                <a:avLst/>
                <a:gdLst>
                  <a:gd name="T0" fmla="*/ 11 w 8"/>
                  <a:gd name="T1" fmla="*/ 0 h 9"/>
                  <a:gd name="T2" fmla="*/ 0 w 8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4" y="0"/>
                      <a:pt x="1" y="6"/>
                      <a:pt x="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29" name="Freeform 907">
                <a:extLst>
                  <a:ext uri="{FF2B5EF4-FFF2-40B4-BE49-F238E27FC236}">
                    <a16:creationId xmlns:a16="http://schemas.microsoft.com/office/drawing/2014/main" id="{129B4770-4440-42C1-B474-08DFC0CAB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865"/>
                <a:ext cx="13" cy="33"/>
              </a:xfrm>
              <a:custGeom>
                <a:avLst/>
                <a:gdLst>
                  <a:gd name="T0" fmla="*/ 1 w 11"/>
                  <a:gd name="T1" fmla="*/ 0 h 27"/>
                  <a:gd name="T2" fmla="*/ 0 w 11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" y="0"/>
                    </a:moveTo>
                    <a:cubicBezTo>
                      <a:pt x="9" y="7"/>
                      <a:pt x="11" y="23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30" name="Freeform 908">
                <a:extLst>
                  <a:ext uri="{FF2B5EF4-FFF2-40B4-BE49-F238E27FC236}">
                    <a16:creationId xmlns:a16="http://schemas.microsoft.com/office/drawing/2014/main" id="{94115819-81FB-4151-8CA3-E54915CE9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847"/>
                <a:ext cx="3" cy="3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31" name="Freeform 909">
                <a:extLst>
                  <a:ext uri="{FF2B5EF4-FFF2-40B4-BE49-F238E27FC236}">
                    <a16:creationId xmlns:a16="http://schemas.microsoft.com/office/drawing/2014/main" id="{7D22FCB2-64C3-4602-B63C-79C2EA88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838"/>
                <a:ext cx="54" cy="39"/>
              </a:xfrm>
              <a:custGeom>
                <a:avLst/>
                <a:gdLst>
                  <a:gd name="T0" fmla="*/ 0 w 45"/>
                  <a:gd name="T1" fmla="*/ 55 h 32"/>
                  <a:gd name="T2" fmla="*/ 24 w 45"/>
                  <a:gd name="T3" fmla="*/ 55 h 32"/>
                  <a:gd name="T4" fmla="*/ 50 w 45"/>
                  <a:gd name="T5" fmla="*/ 48 h 32"/>
                  <a:gd name="T6" fmla="*/ 78 w 45"/>
                  <a:gd name="T7" fmla="*/ 35 h 32"/>
                  <a:gd name="T8" fmla="*/ 53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9" y="32"/>
                      <a:pt x="14" y="30"/>
                    </a:cubicBezTo>
                    <a:cubicBezTo>
                      <a:pt x="19" y="28"/>
                      <a:pt x="24" y="27"/>
                      <a:pt x="29" y="26"/>
                    </a:cubicBezTo>
                    <a:cubicBezTo>
                      <a:pt x="35" y="26"/>
                      <a:pt x="45" y="28"/>
                      <a:pt x="45" y="20"/>
                    </a:cubicBezTo>
                    <a:cubicBezTo>
                      <a:pt x="45" y="16"/>
                      <a:pt x="36" y="0"/>
                      <a:pt x="31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32" name="Freeform 910">
                <a:extLst>
                  <a:ext uri="{FF2B5EF4-FFF2-40B4-BE49-F238E27FC236}">
                    <a16:creationId xmlns:a16="http://schemas.microsoft.com/office/drawing/2014/main" id="{F7D08AD6-3C27-45D5-9BD9-CD9EE10B7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813"/>
                <a:ext cx="55" cy="36"/>
              </a:xfrm>
              <a:custGeom>
                <a:avLst/>
                <a:gdLst>
                  <a:gd name="T0" fmla="*/ 78 w 46"/>
                  <a:gd name="T1" fmla="*/ 1 h 30"/>
                  <a:gd name="T2" fmla="*/ 75 w 46"/>
                  <a:gd name="T3" fmla="*/ 1 h 30"/>
                  <a:gd name="T4" fmla="*/ 65 w 46"/>
                  <a:gd name="T5" fmla="*/ 41 h 30"/>
                  <a:gd name="T6" fmla="*/ 28 w 46"/>
                  <a:gd name="T7" fmla="*/ 50 h 30"/>
                  <a:gd name="T8" fmla="*/ 0 w 46"/>
                  <a:gd name="T9" fmla="*/ 5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0">
                    <a:moveTo>
                      <a:pt x="45" y="1"/>
                    </a:moveTo>
                    <a:cubicBezTo>
                      <a:pt x="45" y="1"/>
                      <a:pt x="45" y="0"/>
                      <a:pt x="44" y="1"/>
                    </a:cubicBezTo>
                    <a:cubicBezTo>
                      <a:pt x="42" y="8"/>
                      <a:pt x="46" y="17"/>
                      <a:pt x="38" y="23"/>
                    </a:cubicBezTo>
                    <a:cubicBezTo>
                      <a:pt x="32" y="27"/>
                      <a:pt x="24" y="29"/>
                      <a:pt x="16" y="29"/>
                    </a:cubicBezTo>
                    <a:cubicBezTo>
                      <a:pt x="11" y="29"/>
                      <a:pt x="6" y="29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33" name="Freeform 911">
                <a:extLst>
                  <a:ext uri="{FF2B5EF4-FFF2-40B4-BE49-F238E27FC236}">
                    <a16:creationId xmlns:a16="http://schemas.microsoft.com/office/drawing/2014/main" id="{2A1474E6-BB15-4DED-8588-C2398CC9C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869"/>
                <a:ext cx="17" cy="31"/>
              </a:xfrm>
              <a:custGeom>
                <a:avLst/>
                <a:gdLst>
                  <a:gd name="T0" fmla="*/ 0 w 14"/>
                  <a:gd name="T1" fmla="*/ 0 h 26"/>
                  <a:gd name="T2" fmla="*/ 25 w 14"/>
                  <a:gd name="T3" fmla="*/ 24 h 26"/>
                  <a:gd name="T4" fmla="*/ 22 w 14"/>
                  <a:gd name="T5" fmla="*/ 4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0" y="0"/>
                    </a:moveTo>
                    <a:cubicBezTo>
                      <a:pt x="8" y="0"/>
                      <a:pt x="14" y="6"/>
                      <a:pt x="14" y="14"/>
                    </a:cubicBezTo>
                    <a:cubicBezTo>
                      <a:pt x="14" y="19"/>
                      <a:pt x="12" y="22"/>
                      <a:pt x="12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34" name="Freeform 912">
                <a:extLst>
                  <a:ext uri="{FF2B5EF4-FFF2-40B4-BE49-F238E27FC236}">
                    <a16:creationId xmlns:a16="http://schemas.microsoft.com/office/drawing/2014/main" id="{11218A6F-231A-4F80-B81E-2795AA477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840"/>
                <a:ext cx="61" cy="50"/>
              </a:xfrm>
              <a:custGeom>
                <a:avLst/>
                <a:gdLst>
                  <a:gd name="T0" fmla="*/ 43 w 51"/>
                  <a:gd name="T1" fmla="*/ 0 h 42"/>
                  <a:gd name="T2" fmla="*/ 45 w 51"/>
                  <a:gd name="T3" fmla="*/ 64 h 42"/>
                  <a:gd name="T4" fmla="*/ 16 w 51"/>
                  <a:gd name="T5" fmla="*/ 60 h 42"/>
                  <a:gd name="T6" fmla="*/ 0 w 51"/>
                  <a:gd name="T7" fmla="*/ 54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25" y="0"/>
                    </a:moveTo>
                    <a:cubicBezTo>
                      <a:pt x="27" y="8"/>
                      <a:pt x="51" y="42"/>
                      <a:pt x="27" y="38"/>
                    </a:cubicBezTo>
                    <a:cubicBezTo>
                      <a:pt x="21" y="37"/>
                      <a:pt x="15" y="35"/>
                      <a:pt x="9" y="35"/>
                    </a:cubicBezTo>
                    <a:cubicBezTo>
                      <a:pt x="6" y="35"/>
                      <a:pt x="0" y="36"/>
                      <a:pt x="0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35" name="Freeform 913">
                <a:extLst>
                  <a:ext uri="{FF2B5EF4-FFF2-40B4-BE49-F238E27FC236}">
                    <a16:creationId xmlns:a16="http://schemas.microsoft.com/office/drawing/2014/main" id="{B63F2B00-B500-4CD6-BB56-C921B8C9A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813"/>
                <a:ext cx="73" cy="41"/>
              </a:xfrm>
              <a:custGeom>
                <a:avLst/>
                <a:gdLst>
                  <a:gd name="T0" fmla="*/ 0 w 61"/>
                  <a:gd name="T1" fmla="*/ 7 h 34"/>
                  <a:gd name="T2" fmla="*/ 28 w 61"/>
                  <a:gd name="T3" fmla="*/ 48 h 34"/>
                  <a:gd name="T4" fmla="*/ 63 w 61"/>
                  <a:gd name="T5" fmla="*/ 52 h 34"/>
                  <a:gd name="T6" fmla="*/ 89 w 61"/>
                  <a:gd name="T7" fmla="*/ 52 h 34"/>
                  <a:gd name="T8" fmla="*/ 90 w 61"/>
                  <a:gd name="T9" fmla="*/ 8 h 34"/>
                  <a:gd name="T10" fmla="*/ 73 w 61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4">
                    <a:moveTo>
                      <a:pt x="0" y="4"/>
                    </a:moveTo>
                    <a:cubicBezTo>
                      <a:pt x="4" y="15"/>
                      <a:pt x="2" y="26"/>
                      <a:pt x="16" y="27"/>
                    </a:cubicBezTo>
                    <a:cubicBezTo>
                      <a:pt x="23" y="28"/>
                      <a:pt x="30" y="28"/>
                      <a:pt x="37" y="30"/>
                    </a:cubicBezTo>
                    <a:cubicBezTo>
                      <a:pt x="42" y="32"/>
                      <a:pt x="47" y="34"/>
                      <a:pt x="52" y="30"/>
                    </a:cubicBezTo>
                    <a:cubicBezTo>
                      <a:pt x="61" y="23"/>
                      <a:pt x="61" y="12"/>
                      <a:pt x="53" y="5"/>
                    </a:cubicBezTo>
                    <a:cubicBezTo>
                      <a:pt x="51" y="3"/>
                      <a:pt x="47" y="0"/>
                      <a:pt x="4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36" name="Freeform 914">
                <a:extLst>
                  <a:ext uri="{FF2B5EF4-FFF2-40B4-BE49-F238E27FC236}">
                    <a16:creationId xmlns:a16="http://schemas.microsoft.com/office/drawing/2014/main" id="{321599B1-40B1-43F0-9C2B-86CF94D17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864"/>
                <a:ext cx="69" cy="32"/>
              </a:xfrm>
              <a:custGeom>
                <a:avLst/>
                <a:gdLst>
                  <a:gd name="T0" fmla="*/ 7 w 58"/>
                  <a:gd name="T1" fmla="*/ 45 h 27"/>
                  <a:gd name="T2" fmla="*/ 6 w 58"/>
                  <a:gd name="T3" fmla="*/ 17 h 27"/>
                  <a:gd name="T4" fmla="*/ 45 w 58"/>
                  <a:gd name="T5" fmla="*/ 0 h 27"/>
                  <a:gd name="T6" fmla="*/ 69 w 58"/>
                  <a:gd name="T7" fmla="*/ 6 h 27"/>
                  <a:gd name="T8" fmla="*/ 89 w 58"/>
                  <a:gd name="T9" fmla="*/ 15 h 27"/>
                  <a:gd name="T10" fmla="*/ 98 w 58"/>
                  <a:gd name="T11" fmla="*/ 4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7">
                    <a:moveTo>
                      <a:pt x="4" y="27"/>
                    </a:moveTo>
                    <a:cubicBezTo>
                      <a:pt x="0" y="24"/>
                      <a:pt x="1" y="14"/>
                      <a:pt x="3" y="10"/>
                    </a:cubicBezTo>
                    <a:cubicBezTo>
                      <a:pt x="6" y="3"/>
                      <a:pt x="20" y="1"/>
                      <a:pt x="27" y="0"/>
                    </a:cubicBezTo>
                    <a:cubicBezTo>
                      <a:pt x="33" y="0"/>
                      <a:pt x="35" y="1"/>
                      <a:pt x="41" y="3"/>
                    </a:cubicBezTo>
                    <a:cubicBezTo>
                      <a:pt x="46" y="5"/>
                      <a:pt x="50" y="4"/>
                      <a:pt x="53" y="9"/>
                    </a:cubicBezTo>
                    <a:cubicBezTo>
                      <a:pt x="57" y="14"/>
                      <a:pt x="56" y="21"/>
                      <a:pt x="58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37" name="Freeform 915">
                <a:extLst>
                  <a:ext uri="{FF2B5EF4-FFF2-40B4-BE49-F238E27FC236}">
                    <a16:creationId xmlns:a16="http://schemas.microsoft.com/office/drawing/2014/main" id="{835DFC5F-80D9-4006-AC42-F1DFB5807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813"/>
                <a:ext cx="61" cy="34"/>
              </a:xfrm>
              <a:custGeom>
                <a:avLst/>
                <a:gdLst>
                  <a:gd name="T0" fmla="*/ 2 w 51"/>
                  <a:gd name="T1" fmla="*/ 0 h 28"/>
                  <a:gd name="T2" fmla="*/ 8 w 51"/>
                  <a:gd name="T3" fmla="*/ 40 h 28"/>
                  <a:gd name="T4" fmla="*/ 60 w 51"/>
                  <a:gd name="T5" fmla="*/ 41 h 28"/>
                  <a:gd name="T6" fmla="*/ 86 w 51"/>
                  <a:gd name="T7" fmla="*/ 23 h 28"/>
                  <a:gd name="T8" fmla="*/ 75 w 51"/>
                  <a:gd name="T9" fmla="*/ 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2" y="0"/>
                    </a:moveTo>
                    <a:cubicBezTo>
                      <a:pt x="0" y="5"/>
                      <a:pt x="1" y="18"/>
                      <a:pt x="5" y="22"/>
                    </a:cubicBezTo>
                    <a:cubicBezTo>
                      <a:pt x="11" y="28"/>
                      <a:pt x="27" y="24"/>
                      <a:pt x="35" y="23"/>
                    </a:cubicBezTo>
                    <a:cubicBezTo>
                      <a:pt x="41" y="22"/>
                      <a:pt x="50" y="21"/>
                      <a:pt x="50" y="13"/>
                    </a:cubicBezTo>
                    <a:cubicBezTo>
                      <a:pt x="51" y="9"/>
                      <a:pt x="48" y="3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38" name="Freeform 916">
                <a:extLst>
                  <a:ext uri="{FF2B5EF4-FFF2-40B4-BE49-F238E27FC236}">
                    <a16:creationId xmlns:a16="http://schemas.microsoft.com/office/drawing/2014/main" id="{EFCA4825-6CF8-4D9E-92CE-07ACABF4F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842"/>
                <a:ext cx="6" cy="12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2" y="6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39" name="Freeform 917">
                <a:extLst>
                  <a:ext uri="{FF2B5EF4-FFF2-40B4-BE49-F238E27FC236}">
                    <a16:creationId xmlns:a16="http://schemas.microsoft.com/office/drawing/2014/main" id="{BBB4BCD6-210E-42DC-9F39-06974803B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846"/>
                <a:ext cx="8" cy="31"/>
              </a:xfrm>
              <a:custGeom>
                <a:avLst/>
                <a:gdLst>
                  <a:gd name="T0" fmla="*/ 0 w 7"/>
                  <a:gd name="T1" fmla="*/ 0 h 26"/>
                  <a:gd name="T2" fmla="*/ 9 w 7"/>
                  <a:gd name="T3" fmla="*/ 25 h 26"/>
                  <a:gd name="T4" fmla="*/ 0 w 7"/>
                  <a:gd name="T5" fmla="*/ 3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7" y="0"/>
                      <a:pt x="5" y="11"/>
                      <a:pt x="6" y="15"/>
                    </a:cubicBezTo>
                    <a:cubicBezTo>
                      <a:pt x="6" y="18"/>
                      <a:pt x="4" y="26"/>
                      <a:pt x="0" y="2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40" name="Freeform 918">
                <a:extLst>
                  <a:ext uri="{FF2B5EF4-FFF2-40B4-BE49-F238E27FC236}">
                    <a16:creationId xmlns:a16="http://schemas.microsoft.com/office/drawing/2014/main" id="{54206DCF-14DD-4EE5-98C5-A354D78A3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835"/>
                <a:ext cx="66" cy="37"/>
              </a:xfrm>
              <a:custGeom>
                <a:avLst/>
                <a:gdLst>
                  <a:gd name="T0" fmla="*/ 80 w 55"/>
                  <a:gd name="T1" fmla="*/ 0 h 31"/>
                  <a:gd name="T2" fmla="*/ 94 w 55"/>
                  <a:gd name="T3" fmla="*/ 12 h 31"/>
                  <a:gd name="T4" fmla="*/ 92 w 55"/>
                  <a:gd name="T5" fmla="*/ 36 h 31"/>
                  <a:gd name="T6" fmla="*/ 85 w 55"/>
                  <a:gd name="T7" fmla="*/ 44 h 31"/>
                  <a:gd name="T8" fmla="*/ 59 w 55"/>
                  <a:gd name="T9" fmla="*/ 50 h 31"/>
                  <a:gd name="T10" fmla="*/ 20 w 55"/>
                  <a:gd name="T11" fmla="*/ 51 h 31"/>
                  <a:gd name="T12" fmla="*/ 0 w 55"/>
                  <a:gd name="T13" fmla="*/ 47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1">
                    <a:moveTo>
                      <a:pt x="47" y="0"/>
                    </a:moveTo>
                    <a:cubicBezTo>
                      <a:pt x="50" y="3"/>
                      <a:pt x="53" y="3"/>
                      <a:pt x="54" y="7"/>
                    </a:cubicBezTo>
                    <a:cubicBezTo>
                      <a:pt x="55" y="10"/>
                      <a:pt x="54" y="18"/>
                      <a:pt x="53" y="21"/>
                    </a:cubicBezTo>
                    <a:cubicBezTo>
                      <a:pt x="52" y="26"/>
                      <a:pt x="54" y="24"/>
                      <a:pt x="49" y="26"/>
                    </a:cubicBezTo>
                    <a:cubicBezTo>
                      <a:pt x="44" y="29"/>
                      <a:pt x="39" y="29"/>
                      <a:pt x="34" y="29"/>
                    </a:cubicBezTo>
                    <a:cubicBezTo>
                      <a:pt x="26" y="30"/>
                      <a:pt x="19" y="29"/>
                      <a:pt x="12" y="30"/>
                    </a:cubicBezTo>
                    <a:cubicBezTo>
                      <a:pt x="9" y="30"/>
                      <a:pt x="2" y="31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41" name="Freeform 919">
                <a:extLst>
                  <a:ext uri="{FF2B5EF4-FFF2-40B4-BE49-F238E27FC236}">
                    <a16:creationId xmlns:a16="http://schemas.microsoft.com/office/drawing/2014/main" id="{1F9B3167-CFCF-4DAD-8CAD-2F32EA7A5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841"/>
                <a:ext cx="5" cy="7"/>
              </a:xfrm>
              <a:custGeom>
                <a:avLst/>
                <a:gdLst>
                  <a:gd name="T0" fmla="*/ 8 w 4"/>
                  <a:gd name="T1" fmla="*/ 0 h 6"/>
                  <a:gd name="T2" fmla="*/ 0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42" name="Freeform 920">
                <a:extLst>
                  <a:ext uri="{FF2B5EF4-FFF2-40B4-BE49-F238E27FC236}">
                    <a16:creationId xmlns:a16="http://schemas.microsoft.com/office/drawing/2014/main" id="{D4FBBF90-B452-426D-B0DE-B86CBC509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866"/>
                <a:ext cx="11" cy="32"/>
              </a:xfrm>
              <a:custGeom>
                <a:avLst/>
                <a:gdLst>
                  <a:gd name="T0" fmla="*/ 0 w 9"/>
                  <a:gd name="T1" fmla="*/ 2 h 26"/>
                  <a:gd name="T2" fmla="*/ 9 w 9"/>
                  <a:gd name="T3" fmla="*/ 6 h 26"/>
                  <a:gd name="T4" fmla="*/ 13 w 9"/>
                  <a:gd name="T5" fmla="*/ 27 h 26"/>
                  <a:gd name="T6" fmla="*/ 7 w 9"/>
                  <a:gd name="T7" fmla="*/ 4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6">
                    <a:moveTo>
                      <a:pt x="0" y="2"/>
                    </a:moveTo>
                    <a:cubicBezTo>
                      <a:pt x="1" y="0"/>
                      <a:pt x="4" y="1"/>
                      <a:pt x="5" y="3"/>
                    </a:cubicBezTo>
                    <a:cubicBezTo>
                      <a:pt x="9" y="6"/>
                      <a:pt x="7" y="10"/>
                      <a:pt x="7" y="15"/>
                    </a:cubicBezTo>
                    <a:cubicBezTo>
                      <a:pt x="7" y="18"/>
                      <a:pt x="9" y="25"/>
                      <a:pt x="4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43" name="Freeform 921">
                <a:extLst>
                  <a:ext uri="{FF2B5EF4-FFF2-40B4-BE49-F238E27FC236}">
                    <a16:creationId xmlns:a16="http://schemas.microsoft.com/office/drawing/2014/main" id="{E55C8ED9-E09B-4655-830E-04F8AB85C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814"/>
                <a:ext cx="72" cy="34"/>
              </a:xfrm>
              <a:custGeom>
                <a:avLst/>
                <a:gdLst>
                  <a:gd name="T0" fmla="*/ 0 w 60"/>
                  <a:gd name="T1" fmla="*/ 41 h 28"/>
                  <a:gd name="T2" fmla="*/ 20 w 60"/>
                  <a:gd name="T3" fmla="*/ 50 h 28"/>
                  <a:gd name="T4" fmla="*/ 49 w 60"/>
                  <a:gd name="T5" fmla="*/ 41 h 28"/>
                  <a:gd name="T6" fmla="*/ 98 w 60"/>
                  <a:gd name="T7" fmla="*/ 40 h 28"/>
                  <a:gd name="T8" fmla="*/ 98 w 60"/>
                  <a:gd name="T9" fmla="*/ 9 h 28"/>
                  <a:gd name="T10" fmla="*/ 86 w 6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4" y="25"/>
                      <a:pt x="7" y="28"/>
                      <a:pt x="12" y="28"/>
                    </a:cubicBezTo>
                    <a:cubicBezTo>
                      <a:pt x="18" y="28"/>
                      <a:pt x="22" y="24"/>
                      <a:pt x="28" y="23"/>
                    </a:cubicBezTo>
                    <a:cubicBezTo>
                      <a:pt x="35" y="23"/>
                      <a:pt x="52" y="27"/>
                      <a:pt x="57" y="22"/>
                    </a:cubicBezTo>
                    <a:cubicBezTo>
                      <a:pt x="60" y="18"/>
                      <a:pt x="58" y="10"/>
                      <a:pt x="57" y="5"/>
                    </a:cubicBezTo>
                    <a:cubicBezTo>
                      <a:pt x="56" y="1"/>
                      <a:pt x="55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44" name="Freeform 922">
                <a:extLst>
                  <a:ext uri="{FF2B5EF4-FFF2-40B4-BE49-F238E27FC236}">
                    <a16:creationId xmlns:a16="http://schemas.microsoft.com/office/drawing/2014/main" id="{A9E00FF0-050F-42C3-B886-817EAAF35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866"/>
                <a:ext cx="65" cy="32"/>
              </a:xfrm>
              <a:custGeom>
                <a:avLst/>
                <a:gdLst>
                  <a:gd name="T0" fmla="*/ 0 w 54"/>
                  <a:gd name="T1" fmla="*/ 15 h 26"/>
                  <a:gd name="T2" fmla="*/ 37 w 54"/>
                  <a:gd name="T3" fmla="*/ 1 h 26"/>
                  <a:gd name="T4" fmla="*/ 79 w 54"/>
                  <a:gd name="T5" fmla="*/ 9 h 26"/>
                  <a:gd name="T6" fmla="*/ 87 w 54"/>
                  <a:gd name="T7" fmla="*/ 4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0" y="8"/>
                    </a:moveTo>
                    <a:cubicBezTo>
                      <a:pt x="2" y="2"/>
                      <a:pt x="17" y="1"/>
                      <a:pt x="22" y="1"/>
                    </a:cubicBezTo>
                    <a:cubicBezTo>
                      <a:pt x="29" y="0"/>
                      <a:pt x="39" y="1"/>
                      <a:pt x="46" y="5"/>
                    </a:cubicBezTo>
                    <a:cubicBezTo>
                      <a:pt x="52" y="9"/>
                      <a:pt x="54" y="21"/>
                      <a:pt x="50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45" name="Freeform 923">
                <a:extLst>
                  <a:ext uri="{FF2B5EF4-FFF2-40B4-BE49-F238E27FC236}">
                    <a16:creationId xmlns:a16="http://schemas.microsoft.com/office/drawing/2014/main" id="{D4BC7E0C-B374-487C-A30B-88E74C034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838"/>
                <a:ext cx="16" cy="43"/>
              </a:xfrm>
              <a:custGeom>
                <a:avLst/>
                <a:gdLst>
                  <a:gd name="T0" fmla="*/ 11 w 13"/>
                  <a:gd name="T1" fmla="*/ 0 h 35"/>
                  <a:gd name="T2" fmla="*/ 17 w 13"/>
                  <a:gd name="T3" fmla="*/ 41 h 35"/>
                  <a:gd name="T4" fmla="*/ 0 w 13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5">
                    <a:moveTo>
                      <a:pt x="6" y="0"/>
                    </a:moveTo>
                    <a:cubicBezTo>
                      <a:pt x="13" y="3"/>
                      <a:pt x="10" y="16"/>
                      <a:pt x="9" y="22"/>
                    </a:cubicBezTo>
                    <a:cubicBezTo>
                      <a:pt x="9" y="28"/>
                      <a:pt x="8" y="35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46" name="Freeform 924">
                <a:extLst>
                  <a:ext uri="{FF2B5EF4-FFF2-40B4-BE49-F238E27FC236}">
                    <a16:creationId xmlns:a16="http://schemas.microsoft.com/office/drawing/2014/main" id="{305F4062-3BF3-4568-A733-1D73605E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849"/>
                <a:ext cx="61" cy="47"/>
              </a:xfrm>
              <a:custGeom>
                <a:avLst/>
                <a:gdLst>
                  <a:gd name="T0" fmla="*/ 72 w 51"/>
                  <a:gd name="T1" fmla="*/ 69 h 39"/>
                  <a:gd name="T2" fmla="*/ 81 w 51"/>
                  <a:gd name="T3" fmla="*/ 41 h 39"/>
                  <a:gd name="T4" fmla="*/ 78 w 51"/>
                  <a:gd name="T5" fmla="*/ 8 h 39"/>
                  <a:gd name="T6" fmla="*/ 44 w 51"/>
                  <a:gd name="T7" fmla="*/ 10 h 39"/>
                  <a:gd name="T8" fmla="*/ 16 w 51"/>
                  <a:gd name="T9" fmla="*/ 7 h 39"/>
                  <a:gd name="T10" fmla="*/ 0 w 51"/>
                  <a:gd name="T11" fmla="*/ 6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42" y="39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8" y="18"/>
                      <a:pt x="49" y="9"/>
                      <a:pt x="45" y="5"/>
                    </a:cubicBezTo>
                    <a:cubicBezTo>
                      <a:pt x="40" y="0"/>
                      <a:pt x="32" y="6"/>
                      <a:pt x="26" y="6"/>
                    </a:cubicBezTo>
                    <a:cubicBezTo>
                      <a:pt x="20" y="7"/>
                      <a:pt x="15" y="6"/>
                      <a:pt x="9" y="4"/>
                    </a:cubicBezTo>
                    <a:cubicBezTo>
                      <a:pt x="6" y="4"/>
                      <a:pt x="1" y="5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47" name="Freeform 925">
                <a:extLst>
                  <a:ext uri="{FF2B5EF4-FFF2-40B4-BE49-F238E27FC236}">
                    <a16:creationId xmlns:a16="http://schemas.microsoft.com/office/drawing/2014/main" id="{D25D13D6-FC8A-422C-9B6C-C0DE7233A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813"/>
                <a:ext cx="12" cy="41"/>
              </a:xfrm>
              <a:custGeom>
                <a:avLst/>
                <a:gdLst>
                  <a:gd name="T0" fmla="*/ 14 w 10"/>
                  <a:gd name="T1" fmla="*/ 0 h 34"/>
                  <a:gd name="T2" fmla="*/ 8 w 10"/>
                  <a:gd name="T3" fmla="*/ 45 h 34"/>
                  <a:gd name="T4" fmla="*/ 0 w 10"/>
                  <a:gd name="T5" fmla="*/ 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4">
                    <a:moveTo>
                      <a:pt x="8" y="0"/>
                    </a:moveTo>
                    <a:cubicBezTo>
                      <a:pt x="8" y="9"/>
                      <a:pt x="10" y="19"/>
                      <a:pt x="5" y="26"/>
                    </a:cubicBezTo>
                    <a:cubicBezTo>
                      <a:pt x="2" y="29"/>
                      <a:pt x="0" y="30"/>
                      <a:pt x="0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48" name="Freeform 926">
                <a:extLst>
                  <a:ext uri="{FF2B5EF4-FFF2-40B4-BE49-F238E27FC236}">
                    <a16:creationId xmlns:a16="http://schemas.microsoft.com/office/drawing/2014/main" id="{D57CA7AF-F853-4A56-B73B-83C50F04E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829"/>
                <a:ext cx="27" cy="18"/>
              </a:xfrm>
              <a:custGeom>
                <a:avLst/>
                <a:gdLst>
                  <a:gd name="T0" fmla="*/ 2 w 22"/>
                  <a:gd name="T1" fmla="*/ 0 h 15"/>
                  <a:gd name="T2" fmla="*/ 1 w 22"/>
                  <a:gd name="T3" fmla="*/ 17 h 15"/>
                  <a:gd name="T4" fmla="*/ 17 w 22"/>
                  <a:gd name="T5" fmla="*/ 24 h 15"/>
                  <a:gd name="T6" fmla="*/ 33 w 22"/>
                  <a:gd name="T7" fmla="*/ 26 h 15"/>
                  <a:gd name="T8" fmla="*/ 41 w 22"/>
                  <a:gd name="T9" fmla="*/ 2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2" y="0"/>
                    </a:moveTo>
                    <a:cubicBezTo>
                      <a:pt x="0" y="1"/>
                      <a:pt x="0" y="7"/>
                      <a:pt x="1" y="10"/>
                    </a:cubicBezTo>
                    <a:cubicBezTo>
                      <a:pt x="2" y="14"/>
                      <a:pt x="5" y="14"/>
                      <a:pt x="9" y="14"/>
                    </a:cubicBezTo>
                    <a:cubicBezTo>
                      <a:pt x="12" y="14"/>
                      <a:pt x="16" y="15"/>
                      <a:pt x="18" y="15"/>
                    </a:cubicBezTo>
                    <a:cubicBezTo>
                      <a:pt x="20" y="14"/>
                      <a:pt x="21" y="13"/>
                      <a:pt x="22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49" name="Freeform 927">
                <a:extLst>
                  <a:ext uri="{FF2B5EF4-FFF2-40B4-BE49-F238E27FC236}">
                    <a16:creationId xmlns:a16="http://schemas.microsoft.com/office/drawing/2014/main" id="{096160A5-C24B-497B-A406-3F4FF59AA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843"/>
                <a:ext cx="17" cy="15"/>
              </a:xfrm>
              <a:custGeom>
                <a:avLst/>
                <a:gdLst>
                  <a:gd name="T0" fmla="*/ 25 w 14"/>
                  <a:gd name="T1" fmla="*/ 6 h 12"/>
                  <a:gd name="T2" fmla="*/ 2 w 14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3"/>
                    </a:moveTo>
                    <a:cubicBezTo>
                      <a:pt x="10" y="0"/>
                      <a:pt x="0" y="7"/>
                      <a:pt x="2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50" name="Oval 928">
                <a:extLst>
                  <a:ext uri="{FF2B5EF4-FFF2-40B4-BE49-F238E27FC236}">
                    <a16:creationId xmlns:a16="http://schemas.microsoft.com/office/drawing/2014/main" id="{68D4D9B5-75F1-40CC-A90A-E5F4C0E9F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102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51" name="Oval 929">
                <a:extLst>
                  <a:ext uri="{FF2B5EF4-FFF2-40B4-BE49-F238E27FC236}">
                    <a16:creationId xmlns:a16="http://schemas.microsoft.com/office/drawing/2014/main" id="{86EF07D6-0D47-4852-A32C-64C7BFEE8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1940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52" name="Oval 930">
                <a:extLst>
                  <a:ext uri="{FF2B5EF4-FFF2-40B4-BE49-F238E27FC236}">
                    <a16:creationId xmlns:a16="http://schemas.microsoft.com/office/drawing/2014/main" id="{9873328F-06BF-486E-B758-64059E6D3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195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53" name="Oval 931">
                <a:extLst>
                  <a:ext uri="{FF2B5EF4-FFF2-40B4-BE49-F238E27FC236}">
                    <a16:creationId xmlns:a16="http://schemas.microsoft.com/office/drawing/2014/main" id="{FE29A42E-CE97-4B6F-B92E-2D202AD6C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1919"/>
                <a:ext cx="27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54" name="Oval 932">
                <a:extLst>
                  <a:ext uri="{FF2B5EF4-FFF2-40B4-BE49-F238E27FC236}">
                    <a16:creationId xmlns:a16="http://schemas.microsoft.com/office/drawing/2014/main" id="{F0D2CDA2-0756-4FED-9FF8-1A556932A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941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55" name="Oval 933">
                <a:extLst>
                  <a:ext uri="{FF2B5EF4-FFF2-40B4-BE49-F238E27FC236}">
                    <a16:creationId xmlns:a16="http://schemas.microsoft.com/office/drawing/2014/main" id="{AD2202EE-DE46-4454-A828-C157C7220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1930"/>
                <a:ext cx="28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56" name="Oval 934">
                <a:extLst>
                  <a:ext uri="{FF2B5EF4-FFF2-40B4-BE49-F238E27FC236}">
                    <a16:creationId xmlns:a16="http://schemas.microsoft.com/office/drawing/2014/main" id="{AE8B57C1-A7F4-48D0-B3B5-984A17DFD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1906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57" name="Oval 935">
                <a:extLst>
                  <a:ext uri="{FF2B5EF4-FFF2-40B4-BE49-F238E27FC236}">
                    <a16:creationId xmlns:a16="http://schemas.microsoft.com/office/drawing/2014/main" id="{47BD996A-17EA-40BD-B6B3-7F16CFA92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2" y="1925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58" name="Oval 936">
                <a:extLst>
                  <a:ext uri="{FF2B5EF4-FFF2-40B4-BE49-F238E27FC236}">
                    <a16:creationId xmlns:a16="http://schemas.microsoft.com/office/drawing/2014/main" id="{478751C0-5752-4100-B34C-007EE6243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1948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59" name="Oval 937">
                <a:extLst>
                  <a:ext uri="{FF2B5EF4-FFF2-40B4-BE49-F238E27FC236}">
                    <a16:creationId xmlns:a16="http://schemas.microsoft.com/office/drawing/2014/main" id="{1213D73C-DA0D-42D1-A12E-2CB351B75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1922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60" name="Oval 938">
                <a:extLst>
                  <a:ext uri="{FF2B5EF4-FFF2-40B4-BE49-F238E27FC236}">
                    <a16:creationId xmlns:a16="http://schemas.microsoft.com/office/drawing/2014/main" id="{AAAF76B7-CB2F-473D-B40E-06D970D27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1910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61" name="Oval 939">
                <a:extLst>
                  <a:ext uri="{FF2B5EF4-FFF2-40B4-BE49-F238E27FC236}">
                    <a16:creationId xmlns:a16="http://schemas.microsoft.com/office/drawing/2014/main" id="{20995E3D-A136-49D7-BF1C-241F14530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942"/>
                <a:ext cx="28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62" name="Freeform 940">
                <a:extLst>
                  <a:ext uri="{FF2B5EF4-FFF2-40B4-BE49-F238E27FC236}">
                    <a16:creationId xmlns:a16="http://schemas.microsoft.com/office/drawing/2014/main" id="{7143022F-F955-481B-AD12-A37348175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905"/>
                <a:ext cx="29" cy="16"/>
              </a:xfrm>
              <a:custGeom>
                <a:avLst/>
                <a:gdLst>
                  <a:gd name="T0" fmla="*/ 41 w 24"/>
                  <a:gd name="T1" fmla="*/ 7 h 13"/>
                  <a:gd name="T2" fmla="*/ 23 w 24"/>
                  <a:gd name="T3" fmla="*/ 21 h 13"/>
                  <a:gd name="T4" fmla="*/ 1 w 24"/>
                  <a:gd name="T5" fmla="*/ 17 h 13"/>
                  <a:gd name="T6" fmla="*/ 19 w 24"/>
                  <a:gd name="T7" fmla="*/ 1 h 13"/>
                  <a:gd name="T8" fmla="*/ 41 w 24"/>
                  <a:gd name="T9" fmla="*/ 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23" y="4"/>
                    </a:moveTo>
                    <a:cubicBezTo>
                      <a:pt x="24" y="6"/>
                      <a:pt x="19" y="10"/>
                      <a:pt x="13" y="11"/>
                    </a:cubicBezTo>
                    <a:cubicBezTo>
                      <a:pt x="7" y="13"/>
                      <a:pt x="1" y="12"/>
                      <a:pt x="1" y="9"/>
                    </a:cubicBezTo>
                    <a:cubicBezTo>
                      <a:pt x="0" y="6"/>
                      <a:pt x="4" y="3"/>
                      <a:pt x="11" y="1"/>
                    </a:cubicBezTo>
                    <a:cubicBezTo>
                      <a:pt x="17" y="0"/>
                      <a:pt x="22" y="1"/>
                      <a:pt x="23" y="4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63" name="Freeform 941">
                <a:extLst>
                  <a:ext uri="{FF2B5EF4-FFF2-40B4-BE49-F238E27FC236}">
                    <a16:creationId xmlns:a16="http://schemas.microsoft.com/office/drawing/2014/main" id="{60007B19-0856-4C65-8F1B-57A033820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794"/>
                <a:ext cx="26" cy="23"/>
              </a:xfrm>
              <a:custGeom>
                <a:avLst/>
                <a:gdLst>
                  <a:gd name="T0" fmla="*/ 33 w 22"/>
                  <a:gd name="T1" fmla="*/ 2 h 19"/>
                  <a:gd name="T2" fmla="*/ 24 w 22"/>
                  <a:gd name="T3" fmla="*/ 23 h 19"/>
                  <a:gd name="T4" fmla="*/ 2 w 22"/>
                  <a:gd name="T5" fmla="*/ 30 h 19"/>
                  <a:gd name="T6" fmla="*/ 13 w 22"/>
                  <a:gd name="T7" fmla="*/ 8 h 19"/>
                  <a:gd name="T8" fmla="*/ 33 w 22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20" y="2"/>
                    </a:moveTo>
                    <a:cubicBezTo>
                      <a:pt x="22" y="4"/>
                      <a:pt x="19" y="9"/>
                      <a:pt x="14" y="13"/>
                    </a:cubicBezTo>
                    <a:cubicBezTo>
                      <a:pt x="10" y="17"/>
                      <a:pt x="4" y="19"/>
                      <a:pt x="2" y="17"/>
                    </a:cubicBezTo>
                    <a:cubicBezTo>
                      <a:pt x="0" y="15"/>
                      <a:pt x="3" y="10"/>
                      <a:pt x="8" y="5"/>
                    </a:cubicBezTo>
                    <a:cubicBezTo>
                      <a:pt x="12" y="1"/>
                      <a:pt x="18" y="0"/>
                      <a:pt x="20" y="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64" name="Freeform 942">
                <a:extLst>
                  <a:ext uri="{FF2B5EF4-FFF2-40B4-BE49-F238E27FC236}">
                    <a16:creationId xmlns:a16="http://schemas.microsoft.com/office/drawing/2014/main" id="{C72976DE-CEE2-43AA-B6A5-450BEB4C8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606"/>
                <a:ext cx="19" cy="28"/>
              </a:xfrm>
              <a:custGeom>
                <a:avLst/>
                <a:gdLst>
                  <a:gd name="T0" fmla="*/ 25 w 15"/>
                  <a:gd name="T1" fmla="*/ 1 h 23"/>
                  <a:gd name="T2" fmla="*/ 24 w 15"/>
                  <a:gd name="T3" fmla="*/ 26 h 23"/>
                  <a:gd name="T4" fmla="*/ 5 w 15"/>
                  <a:gd name="T5" fmla="*/ 39 h 23"/>
                  <a:gd name="T6" fmla="*/ 6 w 15"/>
                  <a:gd name="T7" fmla="*/ 16 h 23"/>
                  <a:gd name="T8" fmla="*/ 25 w 15"/>
                  <a:gd name="T9" fmla="*/ 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13" y="1"/>
                    </a:moveTo>
                    <a:cubicBezTo>
                      <a:pt x="15" y="2"/>
                      <a:pt x="15" y="8"/>
                      <a:pt x="12" y="14"/>
                    </a:cubicBezTo>
                    <a:cubicBezTo>
                      <a:pt x="9" y="19"/>
                      <a:pt x="5" y="23"/>
                      <a:pt x="2" y="21"/>
                    </a:cubicBezTo>
                    <a:cubicBezTo>
                      <a:pt x="0" y="20"/>
                      <a:pt x="0" y="15"/>
                      <a:pt x="3" y="9"/>
                    </a:cubicBezTo>
                    <a:cubicBezTo>
                      <a:pt x="6" y="3"/>
                      <a:pt x="10" y="0"/>
                      <a:pt x="13" y="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65" name="Freeform 943">
                <a:extLst>
                  <a:ext uri="{FF2B5EF4-FFF2-40B4-BE49-F238E27FC236}">
                    <a16:creationId xmlns:a16="http://schemas.microsoft.com/office/drawing/2014/main" id="{C015A0CB-198B-4F01-A20C-F75E963CD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299"/>
                <a:ext cx="19" cy="28"/>
              </a:xfrm>
              <a:custGeom>
                <a:avLst/>
                <a:gdLst>
                  <a:gd name="T0" fmla="*/ 21 w 16"/>
                  <a:gd name="T1" fmla="*/ 39 h 23"/>
                  <a:gd name="T2" fmla="*/ 6 w 16"/>
                  <a:gd name="T3" fmla="*/ 26 h 23"/>
                  <a:gd name="T4" fmla="*/ 2 w 16"/>
                  <a:gd name="T5" fmla="*/ 1 h 23"/>
                  <a:gd name="T6" fmla="*/ 20 w 16"/>
                  <a:gd name="T7" fmla="*/ 16 h 23"/>
                  <a:gd name="T8" fmla="*/ 21 w 16"/>
                  <a:gd name="T9" fmla="*/ 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3" y="21"/>
                    </a:moveTo>
                    <a:cubicBezTo>
                      <a:pt x="11" y="23"/>
                      <a:pt x="6" y="19"/>
                      <a:pt x="3" y="14"/>
                    </a:cubicBezTo>
                    <a:cubicBezTo>
                      <a:pt x="0" y="8"/>
                      <a:pt x="0" y="2"/>
                      <a:pt x="2" y="1"/>
                    </a:cubicBezTo>
                    <a:cubicBezTo>
                      <a:pt x="5" y="0"/>
                      <a:pt x="9" y="3"/>
                      <a:pt x="12" y="9"/>
                    </a:cubicBezTo>
                    <a:cubicBezTo>
                      <a:pt x="15" y="14"/>
                      <a:pt x="16" y="20"/>
                      <a:pt x="13" y="2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66" name="Freeform 944">
                <a:extLst>
                  <a:ext uri="{FF2B5EF4-FFF2-40B4-BE49-F238E27FC236}">
                    <a16:creationId xmlns:a16="http://schemas.microsoft.com/office/drawing/2014/main" id="{9F608156-61B6-4004-9243-86B0518AA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167"/>
                <a:ext cx="19" cy="28"/>
              </a:xfrm>
              <a:custGeom>
                <a:avLst/>
                <a:gdLst>
                  <a:gd name="T0" fmla="*/ 24 w 16"/>
                  <a:gd name="T1" fmla="*/ 39 h 23"/>
                  <a:gd name="T2" fmla="*/ 6 w 16"/>
                  <a:gd name="T3" fmla="*/ 26 h 23"/>
                  <a:gd name="T4" fmla="*/ 2 w 16"/>
                  <a:gd name="T5" fmla="*/ 1 h 23"/>
                  <a:gd name="T6" fmla="*/ 20 w 16"/>
                  <a:gd name="T7" fmla="*/ 16 h 23"/>
                  <a:gd name="T8" fmla="*/ 24 w 16"/>
                  <a:gd name="T9" fmla="*/ 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4" y="21"/>
                    </a:moveTo>
                    <a:cubicBezTo>
                      <a:pt x="11" y="23"/>
                      <a:pt x="6" y="19"/>
                      <a:pt x="3" y="14"/>
                    </a:cubicBezTo>
                    <a:cubicBezTo>
                      <a:pt x="0" y="8"/>
                      <a:pt x="0" y="3"/>
                      <a:pt x="2" y="1"/>
                    </a:cubicBezTo>
                    <a:cubicBezTo>
                      <a:pt x="5" y="0"/>
                      <a:pt x="9" y="3"/>
                      <a:pt x="12" y="9"/>
                    </a:cubicBezTo>
                    <a:cubicBezTo>
                      <a:pt x="16" y="14"/>
                      <a:pt x="16" y="20"/>
                      <a:pt x="14" y="2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67" name="Freeform 945">
                <a:extLst>
                  <a:ext uri="{FF2B5EF4-FFF2-40B4-BE49-F238E27FC236}">
                    <a16:creationId xmlns:a16="http://schemas.microsoft.com/office/drawing/2014/main" id="{1C929D3B-BFD6-4547-8C85-0CA665FF5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060"/>
                <a:ext cx="20" cy="28"/>
              </a:xfrm>
              <a:custGeom>
                <a:avLst/>
                <a:gdLst>
                  <a:gd name="T0" fmla="*/ 22 w 17"/>
                  <a:gd name="T1" fmla="*/ 40 h 23"/>
                  <a:gd name="T2" fmla="*/ 7 w 17"/>
                  <a:gd name="T3" fmla="*/ 26 h 23"/>
                  <a:gd name="T4" fmla="*/ 6 w 17"/>
                  <a:gd name="T5" fmla="*/ 2 h 23"/>
                  <a:gd name="T6" fmla="*/ 21 w 17"/>
                  <a:gd name="T7" fmla="*/ 16 h 23"/>
                  <a:gd name="T8" fmla="*/ 22 w 17"/>
                  <a:gd name="T9" fmla="*/ 4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14" y="22"/>
                    </a:moveTo>
                    <a:cubicBezTo>
                      <a:pt x="12" y="23"/>
                      <a:pt x="7" y="20"/>
                      <a:pt x="4" y="14"/>
                    </a:cubicBezTo>
                    <a:cubicBezTo>
                      <a:pt x="1" y="9"/>
                      <a:pt x="0" y="3"/>
                      <a:pt x="3" y="2"/>
                    </a:cubicBezTo>
                    <a:cubicBezTo>
                      <a:pt x="5" y="0"/>
                      <a:pt x="10" y="4"/>
                      <a:pt x="13" y="9"/>
                    </a:cubicBezTo>
                    <a:cubicBezTo>
                      <a:pt x="16" y="15"/>
                      <a:pt x="17" y="20"/>
                      <a:pt x="14" y="2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68" name="Oval 946">
                <a:extLst>
                  <a:ext uri="{FF2B5EF4-FFF2-40B4-BE49-F238E27FC236}">
                    <a16:creationId xmlns:a16="http://schemas.microsoft.com/office/drawing/2014/main" id="{668319C2-EA6F-4500-B64F-60C65B126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052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69" name="Oval 947">
                <a:extLst>
                  <a:ext uri="{FF2B5EF4-FFF2-40B4-BE49-F238E27FC236}">
                    <a16:creationId xmlns:a16="http://schemas.microsoft.com/office/drawing/2014/main" id="{C9B628B6-5EE3-4FDD-A059-13318E69B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024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70" name="Oval 948">
                <a:extLst>
                  <a:ext uri="{FF2B5EF4-FFF2-40B4-BE49-F238E27FC236}">
                    <a16:creationId xmlns:a16="http://schemas.microsoft.com/office/drawing/2014/main" id="{8BC830C0-47DD-43E2-81B0-FFEC4AD75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060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71" name="Oval 949">
                <a:extLst>
                  <a:ext uri="{FF2B5EF4-FFF2-40B4-BE49-F238E27FC236}">
                    <a16:creationId xmlns:a16="http://schemas.microsoft.com/office/drawing/2014/main" id="{84052C41-C952-4EE3-BB0A-EA04A8A79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021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72" name="Oval 950">
                <a:extLst>
                  <a:ext uri="{FF2B5EF4-FFF2-40B4-BE49-F238E27FC236}">
                    <a16:creationId xmlns:a16="http://schemas.microsoft.com/office/drawing/2014/main" id="{72FAED88-5153-4816-9C95-9BA885EBC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1062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73" name="Oval 951">
                <a:extLst>
                  <a:ext uri="{FF2B5EF4-FFF2-40B4-BE49-F238E27FC236}">
                    <a16:creationId xmlns:a16="http://schemas.microsoft.com/office/drawing/2014/main" id="{827DD972-41B3-4301-8887-2178D2E1C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036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74" name="Oval 952">
                <a:extLst>
                  <a:ext uri="{FF2B5EF4-FFF2-40B4-BE49-F238E27FC236}">
                    <a16:creationId xmlns:a16="http://schemas.microsoft.com/office/drawing/2014/main" id="{C4D20377-FDAA-4A60-B443-B2FD18ECC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105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75" name="Oval 953">
                <a:extLst>
                  <a:ext uri="{FF2B5EF4-FFF2-40B4-BE49-F238E27FC236}">
                    <a16:creationId xmlns:a16="http://schemas.microsoft.com/office/drawing/2014/main" id="{BC99FE35-94AD-4C77-9DB4-04B404CB9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101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76" name="Oval 954">
                <a:extLst>
                  <a:ext uri="{FF2B5EF4-FFF2-40B4-BE49-F238E27FC236}">
                    <a16:creationId xmlns:a16="http://schemas.microsoft.com/office/drawing/2014/main" id="{8BB28DDC-E48F-4AA2-ACD6-94D7794CC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029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77" name="Oval 955">
                <a:extLst>
                  <a:ext uri="{FF2B5EF4-FFF2-40B4-BE49-F238E27FC236}">
                    <a16:creationId xmlns:a16="http://schemas.microsoft.com/office/drawing/2014/main" id="{E47311E5-4140-4AAD-81AF-E411958E8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05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78" name="Oval 956">
                <a:extLst>
                  <a:ext uri="{FF2B5EF4-FFF2-40B4-BE49-F238E27FC236}">
                    <a16:creationId xmlns:a16="http://schemas.microsoft.com/office/drawing/2014/main" id="{69CC344C-E95C-42CF-BB5F-71385FCEA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045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79" name="Rectangle 957">
                <a:extLst>
                  <a:ext uri="{FF2B5EF4-FFF2-40B4-BE49-F238E27FC236}">
                    <a16:creationId xmlns:a16="http://schemas.microsoft.com/office/drawing/2014/main" id="{11F39592-B735-40F9-9BB3-F9813CCAB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810"/>
                <a:ext cx="844" cy="89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80" name="Rectangle 958">
                <a:extLst>
                  <a:ext uri="{FF2B5EF4-FFF2-40B4-BE49-F238E27FC236}">
                    <a16:creationId xmlns:a16="http://schemas.microsoft.com/office/drawing/2014/main" id="{7E018535-80BC-495F-84EA-C27EA2805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083"/>
                <a:ext cx="844" cy="88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81" name="Rectangle 959">
                <a:extLst>
                  <a:ext uri="{FF2B5EF4-FFF2-40B4-BE49-F238E27FC236}">
                    <a16:creationId xmlns:a16="http://schemas.microsoft.com/office/drawing/2014/main" id="{7138FE83-8349-4909-BAB3-A753E55A3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011"/>
                <a:ext cx="844" cy="160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82" name="Rectangle 960">
                <a:extLst>
                  <a:ext uri="{FF2B5EF4-FFF2-40B4-BE49-F238E27FC236}">
                    <a16:creationId xmlns:a16="http://schemas.microsoft.com/office/drawing/2014/main" id="{11F5F061-ABCA-475E-A14B-2F08F8C79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809"/>
                <a:ext cx="844" cy="162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483" name="Freeform 961">
                <a:extLst>
                  <a:ext uri="{FF2B5EF4-FFF2-40B4-BE49-F238E27FC236}">
                    <a16:creationId xmlns:a16="http://schemas.microsoft.com/office/drawing/2014/main" id="{ADE91B03-F078-4971-9374-1F255C1D2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801"/>
                <a:ext cx="101" cy="42"/>
              </a:xfrm>
              <a:custGeom>
                <a:avLst/>
                <a:gdLst>
                  <a:gd name="T0" fmla="*/ 0 w 84"/>
                  <a:gd name="T1" fmla="*/ 60 h 35"/>
                  <a:gd name="T2" fmla="*/ 28 w 84"/>
                  <a:gd name="T3" fmla="*/ 55 h 35"/>
                  <a:gd name="T4" fmla="*/ 73 w 84"/>
                  <a:gd name="T5" fmla="*/ 36 h 35"/>
                  <a:gd name="T6" fmla="*/ 145 w 84"/>
                  <a:gd name="T7" fmla="*/ 7 h 35"/>
                  <a:gd name="T8" fmla="*/ 83 w 84"/>
                  <a:gd name="T9" fmla="*/ 8 h 35"/>
                  <a:gd name="T10" fmla="*/ 41 w 84"/>
                  <a:gd name="T11" fmla="*/ 1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5">
                    <a:moveTo>
                      <a:pt x="0" y="35"/>
                    </a:moveTo>
                    <a:cubicBezTo>
                      <a:pt x="1" y="34"/>
                      <a:pt x="11" y="33"/>
                      <a:pt x="16" y="32"/>
                    </a:cubicBezTo>
                    <a:cubicBezTo>
                      <a:pt x="27" y="30"/>
                      <a:pt x="32" y="26"/>
                      <a:pt x="42" y="21"/>
                    </a:cubicBezTo>
                    <a:cubicBezTo>
                      <a:pt x="54" y="14"/>
                      <a:pt x="73" y="11"/>
                      <a:pt x="84" y="4"/>
                    </a:cubicBezTo>
                    <a:cubicBezTo>
                      <a:pt x="74" y="0"/>
                      <a:pt x="58" y="5"/>
                      <a:pt x="47" y="5"/>
                    </a:cubicBezTo>
                    <a:cubicBezTo>
                      <a:pt x="39" y="5"/>
                      <a:pt x="31" y="7"/>
                      <a:pt x="23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84" name="Freeform 962">
                <a:extLst>
                  <a:ext uri="{FF2B5EF4-FFF2-40B4-BE49-F238E27FC236}">
                    <a16:creationId xmlns:a16="http://schemas.microsoft.com/office/drawing/2014/main" id="{F9349E6D-D73D-460D-8C38-B0CF560D1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825"/>
                <a:ext cx="103" cy="47"/>
              </a:xfrm>
              <a:custGeom>
                <a:avLst/>
                <a:gdLst>
                  <a:gd name="T0" fmla="*/ 0 w 86"/>
                  <a:gd name="T1" fmla="*/ 33 h 39"/>
                  <a:gd name="T2" fmla="*/ 67 w 86"/>
                  <a:gd name="T3" fmla="*/ 24 h 39"/>
                  <a:gd name="T4" fmla="*/ 147 w 86"/>
                  <a:gd name="T5" fmla="*/ 0 h 39"/>
                  <a:gd name="T6" fmla="*/ 7 w 86"/>
                  <a:gd name="T7" fmla="*/ 6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39">
                    <a:moveTo>
                      <a:pt x="0" y="18"/>
                    </a:moveTo>
                    <a:cubicBezTo>
                      <a:pt x="12" y="13"/>
                      <a:pt x="26" y="16"/>
                      <a:pt x="39" y="14"/>
                    </a:cubicBezTo>
                    <a:cubicBezTo>
                      <a:pt x="53" y="12"/>
                      <a:pt x="76" y="9"/>
                      <a:pt x="86" y="0"/>
                    </a:cubicBezTo>
                    <a:cubicBezTo>
                      <a:pt x="73" y="28"/>
                      <a:pt x="32" y="38"/>
                      <a:pt x="4" y="3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85" name="Freeform 963">
                <a:extLst>
                  <a:ext uri="{FF2B5EF4-FFF2-40B4-BE49-F238E27FC236}">
                    <a16:creationId xmlns:a16="http://schemas.microsoft.com/office/drawing/2014/main" id="{B2AF90C0-FCB6-4C9D-A9B7-2BC0FFCEE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765"/>
                <a:ext cx="64" cy="62"/>
              </a:xfrm>
              <a:custGeom>
                <a:avLst/>
                <a:gdLst>
                  <a:gd name="T0" fmla="*/ 0 w 53"/>
                  <a:gd name="T1" fmla="*/ 54 h 52"/>
                  <a:gd name="T2" fmla="*/ 93 w 53"/>
                  <a:gd name="T3" fmla="*/ 0 h 52"/>
                  <a:gd name="T4" fmla="*/ 1 w 53"/>
                  <a:gd name="T5" fmla="*/ 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2">
                    <a:moveTo>
                      <a:pt x="0" y="32"/>
                    </a:moveTo>
                    <a:cubicBezTo>
                      <a:pt x="18" y="32"/>
                      <a:pt x="41" y="13"/>
                      <a:pt x="53" y="0"/>
                    </a:cubicBezTo>
                    <a:cubicBezTo>
                      <a:pt x="39" y="16"/>
                      <a:pt x="22" y="44"/>
                      <a:pt x="1" y="5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86" name="Freeform 964">
                <a:extLst>
                  <a:ext uri="{FF2B5EF4-FFF2-40B4-BE49-F238E27FC236}">
                    <a16:creationId xmlns:a16="http://schemas.microsoft.com/office/drawing/2014/main" id="{CDA28265-450B-4332-A12A-DF7885D88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1711"/>
                <a:ext cx="23" cy="55"/>
              </a:xfrm>
              <a:custGeom>
                <a:avLst/>
                <a:gdLst>
                  <a:gd name="T0" fmla="*/ 0 w 19"/>
                  <a:gd name="T1" fmla="*/ 82 h 45"/>
                  <a:gd name="T2" fmla="*/ 34 w 19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0" y="45"/>
                    </a:moveTo>
                    <a:cubicBezTo>
                      <a:pt x="8" y="33"/>
                      <a:pt x="17" y="13"/>
                      <a:pt x="1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87" name="Freeform 965">
                <a:extLst>
                  <a:ext uri="{FF2B5EF4-FFF2-40B4-BE49-F238E27FC236}">
                    <a16:creationId xmlns:a16="http://schemas.microsoft.com/office/drawing/2014/main" id="{FF5B13C2-405E-4A39-B72A-59066E0B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841"/>
                <a:ext cx="102" cy="37"/>
              </a:xfrm>
              <a:custGeom>
                <a:avLst/>
                <a:gdLst>
                  <a:gd name="T0" fmla="*/ 0 w 85"/>
                  <a:gd name="T1" fmla="*/ 38 h 31"/>
                  <a:gd name="T2" fmla="*/ 70 w 85"/>
                  <a:gd name="T3" fmla="*/ 32 h 31"/>
                  <a:gd name="T4" fmla="*/ 146 w 85"/>
                  <a:gd name="T5" fmla="*/ 0 h 31"/>
                  <a:gd name="T6" fmla="*/ 86 w 85"/>
                  <a:gd name="T7" fmla="*/ 5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31">
                    <a:moveTo>
                      <a:pt x="0" y="23"/>
                    </a:moveTo>
                    <a:cubicBezTo>
                      <a:pt x="11" y="19"/>
                      <a:pt x="27" y="22"/>
                      <a:pt x="40" y="19"/>
                    </a:cubicBezTo>
                    <a:cubicBezTo>
                      <a:pt x="54" y="16"/>
                      <a:pt x="74" y="9"/>
                      <a:pt x="85" y="0"/>
                    </a:cubicBezTo>
                    <a:cubicBezTo>
                      <a:pt x="76" y="10"/>
                      <a:pt x="60" y="24"/>
                      <a:pt x="50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88" name="Freeform 966">
                <a:extLst>
                  <a:ext uri="{FF2B5EF4-FFF2-40B4-BE49-F238E27FC236}">
                    <a16:creationId xmlns:a16="http://schemas.microsoft.com/office/drawing/2014/main" id="{A61A9709-7E0E-49A2-93D7-E1B7672A2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767"/>
                <a:ext cx="61" cy="77"/>
              </a:xfrm>
              <a:custGeom>
                <a:avLst/>
                <a:gdLst>
                  <a:gd name="T0" fmla="*/ 1 w 51"/>
                  <a:gd name="T1" fmla="*/ 112 h 64"/>
                  <a:gd name="T2" fmla="*/ 87 w 51"/>
                  <a:gd name="T3" fmla="*/ 0 h 64"/>
                  <a:gd name="T4" fmla="*/ 29 w 51"/>
                  <a:gd name="T5" fmla="*/ 41 h 64"/>
                  <a:gd name="T6" fmla="*/ 0 w 51"/>
                  <a:gd name="T7" fmla="*/ 52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64">
                    <a:moveTo>
                      <a:pt x="1" y="64"/>
                    </a:moveTo>
                    <a:cubicBezTo>
                      <a:pt x="21" y="47"/>
                      <a:pt x="36" y="21"/>
                      <a:pt x="51" y="0"/>
                    </a:cubicBezTo>
                    <a:cubicBezTo>
                      <a:pt x="39" y="7"/>
                      <a:pt x="29" y="17"/>
                      <a:pt x="17" y="23"/>
                    </a:cubicBezTo>
                    <a:cubicBezTo>
                      <a:pt x="11" y="26"/>
                      <a:pt x="5" y="27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89" name="Freeform 967">
                <a:extLst>
                  <a:ext uri="{FF2B5EF4-FFF2-40B4-BE49-F238E27FC236}">
                    <a16:creationId xmlns:a16="http://schemas.microsoft.com/office/drawing/2014/main" id="{8ECAA925-2C65-4D3D-B2EF-5BE31971F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1667"/>
                <a:ext cx="82" cy="104"/>
              </a:xfrm>
              <a:custGeom>
                <a:avLst/>
                <a:gdLst>
                  <a:gd name="T0" fmla="*/ 0 w 68"/>
                  <a:gd name="T1" fmla="*/ 106 h 86"/>
                  <a:gd name="T2" fmla="*/ 58 w 68"/>
                  <a:gd name="T3" fmla="*/ 53 h 86"/>
                  <a:gd name="T4" fmla="*/ 119 w 68"/>
                  <a:gd name="T5" fmla="*/ 0 h 86"/>
                  <a:gd name="T6" fmla="*/ 62 w 68"/>
                  <a:gd name="T7" fmla="*/ 110 h 86"/>
                  <a:gd name="T8" fmla="*/ 33 w 68"/>
                  <a:gd name="T9" fmla="*/ 15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6">
                    <a:moveTo>
                      <a:pt x="0" y="60"/>
                    </a:moveTo>
                    <a:cubicBezTo>
                      <a:pt x="12" y="50"/>
                      <a:pt x="20" y="38"/>
                      <a:pt x="33" y="30"/>
                    </a:cubicBezTo>
                    <a:cubicBezTo>
                      <a:pt x="46" y="22"/>
                      <a:pt x="60" y="13"/>
                      <a:pt x="68" y="0"/>
                    </a:cubicBezTo>
                    <a:cubicBezTo>
                      <a:pt x="62" y="20"/>
                      <a:pt x="45" y="43"/>
                      <a:pt x="35" y="62"/>
                    </a:cubicBezTo>
                    <a:cubicBezTo>
                      <a:pt x="31" y="71"/>
                      <a:pt x="27" y="81"/>
                      <a:pt x="18" y="8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90" name="Freeform 968">
                <a:extLst>
                  <a:ext uri="{FF2B5EF4-FFF2-40B4-BE49-F238E27FC236}">
                    <a16:creationId xmlns:a16="http://schemas.microsoft.com/office/drawing/2014/main" id="{BB8C5A82-C417-4ACE-ADE7-4BDEDF46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566"/>
                <a:ext cx="50" cy="116"/>
              </a:xfrm>
              <a:custGeom>
                <a:avLst/>
                <a:gdLst>
                  <a:gd name="T0" fmla="*/ 27 w 42"/>
                  <a:gd name="T1" fmla="*/ 169 h 96"/>
                  <a:gd name="T2" fmla="*/ 62 w 42"/>
                  <a:gd name="T3" fmla="*/ 86 h 96"/>
                  <a:gd name="T4" fmla="*/ 62 w 42"/>
                  <a:gd name="T5" fmla="*/ 0 h 96"/>
                  <a:gd name="T6" fmla="*/ 18 w 42"/>
                  <a:gd name="T7" fmla="*/ 91 h 96"/>
                  <a:gd name="T8" fmla="*/ 0 w 42"/>
                  <a:gd name="T9" fmla="*/ 118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96">
                    <a:moveTo>
                      <a:pt x="16" y="96"/>
                    </a:moveTo>
                    <a:cubicBezTo>
                      <a:pt x="25" y="82"/>
                      <a:pt x="33" y="65"/>
                      <a:pt x="37" y="49"/>
                    </a:cubicBezTo>
                    <a:cubicBezTo>
                      <a:pt x="42" y="32"/>
                      <a:pt x="37" y="17"/>
                      <a:pt x="37" y="0"/>
                    </a:cubicBezTo>
                    <a:cubicBezTo>
                      <a:pt x="28" y="17"/>
                      <a:pt x="22" y="36"/>
                      <a:pt x="11" y="51"/>
                    </a:cubicBezTo>
                    <a:cubicBezTo>
                      <a:pt x="7" y="56"/>
                      <a:pt x="1" y="60"/>
                      <a:pt x="0" y="6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91" name="Freeform 969">
                <a:extLst>
                  <a:ext uri="{FF2B5EF4-FFF2-40B4-BE49-F238E27FC236}">
                    <a16:creationId xmlns:a16="http://schemas.microsoft.com/office/drawing/2014/main" id="{0C516220-FC3B-4348-A533-D19FBB78F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565"/>
                <a:ext cx="46" cy="121"/>
              </a:xfrm>
              <a:custGeom>
                <a:avLst/>
                <a:gdLst>
                  <a:gd name="T0" fmla="*/ 25 w 38"/>
                  <a:gd name="T1" fmla="*/ 68 h 100"/>
                  <a:gd name="T2" fmla="*/ 53 w 38"/>
                  <a:gd name="T3" fmla="*/ 0 h 100"/>
                  <a:gd name="T4" fmla="*/ 51 w 38"/>
                  <a:gd name="T5" fmla="*/ 110 h 100"/>
                  <a:gd name="T6" fmla="*/ 33 w 38"/>
                  <a:gd name="T7" fmla="*/ 142 h 100"/>
                  <a:gd name="T8" fmla="*/ 0 w 38"/>
                  <a:gd name="T9" fmla="*/ 177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00">
                    <a:moveTo>
                      <a:pt x="14" y="38"/>
                    </a:moveTo>
                    <a:cubicBezTo>
                      <a:pt x="20" y="27"/>
                      <a:pt x="27" y="13"/>
                      <a:pt x="30" y="0"/>
                    </a:cubicBezTo>
                    <a:cubicBezTo>
                      <a:pt x="33" y="21"/>
                      <a:pt x="38" y="44"/>
                      <a:pt x="29" y="62"/>
                    </a:cubicBezTo>
                    <a:cubicBezTo>
                      <a:pt x="26" y="68"/>
                      <a:pt x="22" y="75"/>
                      <a:pt x="18" y="80"/>
                    </a:cubicBezTo>
                    <a:cubicBezTo>
                      <a:pt x="13" y="87"/>
                      <a:pt x="5" y="92"/>
                      <a:pt x="0" y="10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92" name="Freeform 970">
                <a:extLst>
                  <a:ext uri="{FF2B5EF4-FFF2-40B4-BE49-F238E27FC236}">
                    <a16:creationId xmlns:a16="http://schemas.microsoft.com/office/drawing/2014/main" id="{31A96E86-C7B9-4D0A-A972-39D8436EE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694"/>
                <a:ext cx="16" cy="74"/>
              </a:xfrm>
              <a:custGeom>
                <a:avLst/>
                <a:gdLst>
                  <a:gd name="T0" fmla="*/ 25 w 13"/>
                  <a:gd name="T1" fmla="*/ 0 h 61"/>
                  <a:gd name="T2" fmla="*/ 0 w 13"/>
                  <a:gd name="T3" fmla="*/ 109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1">
                    <a:moveTo>
                      <a:pt x="13" y="0"/>
                    </a:moveTo>
                    <a:cubicBezTo>
                      <a:pt x="10" y="19"/>
                      <a:pt x="9" y="44"/>
                      <a:pt x="0" y="6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93" name="Freeform 971">
                <a:extLst>
                  <a:ext uri="{FF2B5EF4-FFF2-40B4-BE49-F238E27FC236}">
                    <a16:creationId xmlns:a16="http://schemas.microsoft.com/office/drawing/2014/main" id="{824EFFC1-6D5A-47AB-A482-865BDA69F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784"/>
                <a:ext cx="47" cy="28"/>
              </a:xfrm>
              <a:custGeom>
                <a:avLst/>
                <a:gdLst>
                  <a:gd name="T0" fmla="*/ 0 w 39"/>
                  <a:gd name="T1" fmla="*/ 41 h 23"/>
                  <a:gd name="T2" fmla="*/ 69 w 3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3">
                    <a:moveTo>
                      <a:pt x="0" y="23"/>
                    </a:moveTo>
                    <a:cubicBezTo>
                      <a:pt x="7" y="13"/>
                      <a:pt x="26" y="4"/>
                      <a:pt x="3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94" name="Freeform 972">
                <a:extLst>
                  <a:ext uri="{FF2B5EF4-FFF2-40B4-BE49-F238E27FC236}">
                    <a16:creationId xmlns:a16="http://schemas.microsoft.com/office/drawing/2014/main" id="{587C689E-D087-4D8C-8F63-648CAADD1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494"/>
                <a:ext cx="17" cy="75"/>
              </a:xfrm>
              <a:custGeom>
                <a:avLst/>
                <a:gdLst>
                  <a:gd name="T0" fmla="*/ 25 w 14"/>
                  <a:gd name="T1" fmla="*/ 110 h 62"/>
                  <a:gd name="T2" fmla="*/ 0 w 14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2">
                    <a:moveTo>
                      <a:pt x="14" y="62"/>
                    </a:moveTo>
                    <a:cubicBezTo>
                      <a:pt x="14" y="39"/>
                      <a:pt x="14" y="19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95" name="Freeform 973">
                <a:extLst>
                  <a:ext uri="{FF2B5EF4-FFF2-40B4-BE49-F238E27FC236}">
                    <a16:creationId xmlns:a16="http://schemas.microsoft.com/office/drawing/2014/main" id="{0C0E1143-E1FC-40BD-9461-86A90A40D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432"/>
                <a:ext cx="31" cy="139"/>
              </a:xfrm>
              <a:custGeom>
                <a:avLst/>
                <a:gdLst>
                  <a:gd name="T0" fmla="*/ 2 w 26"/>
                  <a:gd name="T1" fmla="*/ 167 h 115"/>
                  <a:gd name="T2" fmla="*/ 10 w 26"/>
                  <a:gd name="T3" fmla="*/ 76 h 115"/>
                  <a:gd name="T4" fmla="*/ 29 w 26"/>
                  <a:gd name="T5" fmla="*/ 0 h 115"/>
                  <a:gd name="T6" fmla="*/ 43 w 26"/>
                  <a:gd name="T7" fmla="*/ 135 h 115"/>
                  <a:gd name="T8" fmla="*/ 35 w 26"/>
                  <a:gd name="T9" fmla="*/ 203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15">
                    <a:moveTo>
                      <a:pt x="2" y="94"/>
                    </a:moveTo>
                    <a:cubicBezTo>
                      <a:pt x="2" y="76"/>
                      <a:pt x="0" y="61"/>
                      <a:pt x="6" y="43"/>
                    </a:cubicBezTo>
                    <a:cubicBezTo>
                      <a:pt x="11" y="29"/>
                      <a:pt x="12" y="14"/>
                      <a:pt x="17" y="0"/>
                    </a:cubicBezTo>
                    <a:cubicBezTo>
                      <a:pt x="23" y="24"/>
                      <a:pt x="24" y="53"/>
                      <a:pt x="25" y="77"/>
                    </a:cubicBezTo>
                    <a:cubicBezTo>
                      <a:pt x="26" y="90"/>
                      <a:pt x="19" y="103"/>
                      <a:pt x="20" y="1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96" name="Freeform 974">
                <a:extLst>
                  <a:ext uri="{FF2B5EF4-FFF2-40B4-BE49-F238E27FC236}">
                    <a16:creationId xmlns:a16="http://schemas.microsoft.com/office/drawing/2014/main" id="{6999EB45-1363-4920-B363-5169A4333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431"/>
                <a:ext cx="16" cy="58"/>
              </a:xfrm>
              <a:custGeom>
                <a:avLst/>
                <a:gdLst>
                  <a:gd name="T0" fmla="*/ 1 w 13"/>
                  <a:gd name="T1" fmla="*/ 85 h 48"/>
                  <a:gd name="T2" fmla="*/ 25 w 13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8">
                    <a:moveTo>
                      <a:pt x="1" y="48"/>
                    </a:moveTo>
                    <a:cubicBezTo>
                      <a:pt x="0" y="30"/>
                      <a:pt x="8" y="15"/>
                      <a:pt x="1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97" name="Freeform 975">
                <a:extLst>
                  <a:ext uri="{FF2B5EF4-FFF2-40B4-BE49-F238E27FC236}">
                    <a16:creationId xmlns:a16="http://schemas.microsoft.com/office/drawing/2014/main" id="{7974CF6C-9E2D-4301-BF9E-F8C8290EA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330"/>
                <a:ext cx="41" cy="104"/>
              </a:xfrm>
              <a:custGeom>
                <a:avLst/>
                <a:gdLst>
                  <a:gd name="T0" fmla="*/ 42 w 34"/>
                  <a:gd name="T1" fmla="*/ 152 h 86"/>
                  <a:gd name="T2" fmla="*/ 17 w 34"/>
                  <a:gd name="T3" fmla="*/ 70 h 86"/>
                  <a:gd name="T4" fmla="*/ 0 w 34"/>
                  <a:gd name="T5" fmla="*/ 0 h 86"/>
                  <a:gd name="T6" fmla="*/ 59 w 34"/>
                  <a:gd name="T7" fmla="*/ 6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86">
                    <a:moveTo>
                      <a:pt x="24" y="86"/>
                    </a:moveTo>
                    <a:cubicBezTo>
                      <a:pt x="23" y="68"/>
                      <a:pt x="17" y="56"/>
                      <a:pt x="10" y="40"/>
                    </a:cubicBezTo>
                    <a:cubicBezTo>
                      <a:pt x="4" y="27"/>
                      <a:pt x="3" y="14"/>
                      <a:pt x="0" y="0"/>
                    </a:cubicBezTo>
                    <a:cubicBezTo>
                      <a:pt x="8" y="15"/>
                      <a:pt x="29" y="19"/>
                      <a:pt x="3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98" name="Freeform 976">
                <a:extLst>
                  <a:ext uri="{FF2B5EF4-FFF2-40B4-BE49-F238E27FC236}">
                    <a16:creationId xmlns:a16="http://schemas.microsoft.com/office/drawing/2014/main" id="{6F0B9FA2-8FB1-4530-98A3-E75A175EB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350"/>
                <a:ext cx="21" cy="52"/>
              </a:xfrm>
              <a:custGeom>
                <a:avLst/>
                <a:gdLst>
                  <a:gd name="T0" fmla="*/ 32 w 17"/>
                  <a:gd name="T1" fmla="*/ 41 h 43"/>
                  <a:gd name="T2" fmla="*/ 0 w 17"/>
                  <a:gd name="T3" fmla="*/ 0 h 43"/>
                  <a:gd name="T4" fmla="*/ 6 w 17"/>
                  <a:gd name="T5" fmla="*/ 76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3">
                    <a:moveTo>
                      <a:pt x="17" y="23"/>
                    </a:moveTo>
                    <a:cubicBezTo>
                      <a:pt x="11" y="18"/>
                      <a:pt x="5" y="7"/>
                      <a:pt x="0" y="0"/>
                    </a:cubicBezTo>
                    <a:cubicBezTo>
                      <a:pt x="0" y="15"/>
                      <a:pt x="3" y="29"/>
                      <a:pt x="3" y="4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99" name="Freeform 977">
                <a:extLst>
                  <a:ext uri="{FF2B5EF4-FFF2-40B4-BE49-F238E27FC236}">
                    <a16:creationId xmlns:a16="http://schemas.microsoft.com/office/drawing/2014/main" id="{3A4F3C7D-CC03-41AD-BF68-8F0D138CC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1256"/>
                <a:ext cx="56" cy="94"/>
              </a:xfrm>
              <a:custGeom>
                <a:avLst/>
                <a:gdLst>
                  <a:gd name="T0" fmla="*/ 61 w 46"/>
                  <a:gd name="T1" fmla="*/ 140 h 77"/>
                  <a:gd name="T2" fmla="*/ 0 w 46"/>
                  <a:gd name="T3" fmla="*/ 0 h 77"/>
                  <a:gd name="T4" fmla="*/ 83 w 46"/>
                  <a:gd name="T5" fmla="*/ 107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77">
                    <a:moveTo>
                      <a:pt x="34" y="77"/>
                    </a:moveTo>
                    <a:cubicBezTo>
                      <a:pt x="23" y="51"/>
                      <a:pt x="7" y="27"/>
                      <a:pt x="0" y="0"/>
                    </a:cubicBezTo>
                    <a:cubicBezTo>
                      <a:pt x="20" y="13"/>
                      <a:pt x="42" y="37"/>
                      <a:pt x="46" y="5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00" name="Freeform 978">
                <a:extLst>
                  <a:ext uri="{FF2B5EF4-FFF2-40B4-BE49-F238E27FC236}">
                    <a16:creationId xmlns:a16="http://schemas.microsoft.com/office/drawing/2014/main" id="{2F28D603-E3CB-472A-9661-35BEACC31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237"/>
                <a:ext cx="35" cy="64"/>
              </a:xfrm>
              <a:custGeom>
                <a:avLst/>
                <a:gdLst>
                  <a:gd name="T0" fmla="*/ 17 w 29"/>
                  <a:gd name="T1" fmla="*/ 93 h 53"/>
                  <a:gd name="T2" fmla="*/ 1 w 29"/>
                  <a:gd name="T3" fmla="*/ 0 h 53"/>
                  <a:gd name="T4" fmla="*/ 51 w 29"/>
                  <a:gd name="T5" fmla="*/ 65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3">
                    <a:moveTo>
                      <a:pt x="10" y="53"/>
                    </a:moveTo>
                    <a:cubicBezTo>
                      <a:pt x="3" y="39"/>
                      <a:pt x="0" y="16"/>
                      <a:pt x="1" y="0"/>
                    </a:cubicBezTo>
                    <a:cubicBezTo>
                      <a:pt x="8" y="13"/>
                      <a:pt x="28" y="21"/>
                      <a:pt x="29" y="3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01" name="Freeform 979">
                <a:extLst>
                  <a:ext uri="{FF2B5EF4-FFF2-40B4-BE49-F238E27FC236}">
                    <a16:creationId xmlns:a16="http://schemas.microsoft.com/office/drawing/2014/main" id="{6245594F-4929-4B83-B9CF-52AD26985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173"/>
                <a:ext cx="105" cy="80"/>
              </a:xfrm>
              <a:custGeom>
                <a:avLst/>
                <a:gdLst>
                  <a:gd name="T0" fmla="*/ 153 w 87"/>
                  <a:gd name="T1" fmla="*/ 102 h 66"/>
                  <a:gd name="T2" fmla="*/ 65 w 87"/>
                  <a:gd name="T3" fmla="*/ 35 h 66"/>
                  <a:gd name="T4" fmla="*/ 0 w 87"/>
                  <a:gd name="T5" fmla="*/ 0 h 66"/>
                  <a:gd name="T6" fmla="*/ 45 w 87"/>
                  <a:gd name="T7" fmla="*/ 44 h 66"/>
                  <a:gd name="T8" fmla="*/ 76 w 87"/>
                  <a:gd name="T9" fmla="*/ 91 h 66"/>
                  <a:gd name="T10" fmla="*/ 107 w 87"/>
                  <a:gd name="T11" fmla="*/ 118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66">
                    <a:moveTo>
                      <a:pt x="87" y="57"/>
                    </a:moveTo>
                    <a:cubicBezTo>
                      <a:pt x="76" y="38"/>
                      <a:pt x="57" y="27"/>
                      <a:pt x="37" y="20"/>
                    </a:cubicBezTo>
                    <a:cubicBezTo>
                      <a:pt x="24" y="15"/>
                      <a:pt x="13" y="5"/>
                      <a:pt x="0" y="0"/>
                    </a:cubicBezTo>
                    <a:cubicBezTo>
                      <a:pt x="6" y="10"/>
                      <a:pt x="18" y="16"/>
                      <a:pt x="26" y="25"/>
                    </a:cubicBezTo>
                    <a:cubicBezTo>
                      <a:pt x="32" y="33"/>
                      <a:pt x="37" y="42"/>
                      <a:pt x="43" y="51"/>
                    </a:cubicBezTo>
                    <a:cubicBezTo>
                      <a:pt x="48" y="58"/>
                      <a:pt x="55" y="61"/>
                      <a:pt x="61" y="6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02" name="Freeform 980">
                <a:extLst>
                  <a:ext uri="{FF2B5EF4-FFF2-40B4-BE49-F238E27FC236}">
                    <a16:creationId xmlns:a16="http://schemas.microsoft.com/office/drawing/2014/main" id="{B084A00A-492E-4F24-8B04-E5884B6BE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123"/>
                <a:ext cx="92" cy="71"/>
              </a:xfrm>
              <a:custGeom>
                <a:avLst/>
                <a:gdLst>
                  <a:gd name="T0" fmla="*/ 91 w 76"/>
                  <a:gd name="T1" fmla="*/ 106 h 58"/>
                  <a:gd name="T2" fmla="*/ 0 w 76"/>
                  <a:gd name="T3" fmla="*/ 0 h 58"/>
                  <a:gd name="T4" fmla="*/ 93 w 76"/>
                  <a:gd name="T5" fmla="*/ 47 h 58"/>
                  <a:gd name="T6" fmla="*/ 134 w 76"/>
                  <a:gd name="T7" fmla="*/ 76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58">
                    <a:moveTo>
                      <a:pt x="51" y="58"/>
                    </a:moveTo>
                    <a:cubicBezTo>
                      <a:pt x="24" y="49"/>
                      <a:pt x="23" y="14"/>
                      <a:pt x="0" y="0"/>
                    </a:cubicBezTo>
                    <a:cubicBezTo>
                      <a:pt x="16" y="11"/>
                      <a:pt x="37" y="15"/>
                      <a:pt x="53" y="25"/>
                    </a:cubicBezTo>
                    <a:cubicBezTo>
                      <a:pt x="60" y="29"/>
                      <a:pt x="69" y="39"/>
                      <a:pt x="76" y="4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03" name="Freeform 981">
                <a:extLst>
                  <a:ext uri="{FF2B5EF4-FFF2-40B4-BE49-F238E27FC236}">
                    <a16:creationId xmlns:a16="http://schemas.microsoft.com/office/drawing/2014/main" id="{9AF5DE92-475A-433A-B77A-ADB060678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171"/>
                <a:ext cx="94" cy="55"/>
              </a:xfrm>
              <a:custGeom>
                <a:avLst/>
                <a:gdLst>
                  <a:gd name="T0" fmla="*/ 136 w 78"/>
                  <a:gd name="T1" fmla="*/ 79 h 46"/>
                  <a:gd name="T2" fmla="*/ 70 w 78"/>
                  <a:gd name="T3" fmla="*/ 28 h 46"/>
                  <a:gd name="T4" fmla="*/ 0 w 78"/>
                  <a:gd name="T5" fmla="*/ 1 h 46"/>
                  <a:gd name="T6" fmla="*/ 34 w 78"/>
                  <a:gd name="T7" fmla="*/ 3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6">
                    <a:moveTo>
                      <a:pt x="78" y="46"/>
                    </a:moveTo>
                    <a:cubicBezTo>
                      <a:pt x="64" y="36"/>
                      <a:pt x="56" y="24"/>
                      <a:pt x="40" y="16"/>
                    </a:cubicBezTo>
                    <a:cubicBezTo>
                      <a:pt x="28" y="10"/>
                      <a:pt x="13" y="0"/>
                      <a:pt x="0" y="1"/>
                    </a:cubicBezTo>
                    <a:cubicBezTo>
                      <a:pt x="6" y="4"/>
                      <a:pt x="14" y="13"/>
                      <a:pt x="19" y="2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04" name="Freeform 982">
                <a:extLst>
                  <a:ext uri="{FF2B5EF4-FFF2-40B4-BE49-F238E27FC236}">
                    <a16:creationId xmlns:a16="http://schemas.microsoft.com/office/drawing/2014/main" id="{8312E9D1-BAF6-4AEA-A87A-64EEC46BB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253"/>
                <a:ext cx="3" cy="37"/>
              </a:xfrm>
              <a:custGeom>
                <a:avLst/>
                <a:gdLst>
                  <a:gd name="T0" fmla="*/ 0 w 2"/>
                  <a:gd name="T1" fmla="*/ 0 h 31"/>
                  <a:gd name="T2" fmla="*/ 0 w 2"/>
                  <a:gd name="T3" fmla="*/ 5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0" y="0"/>
                    </a:moveTo>
                    <a:cubicBezTo>
                      <a:pt x="1" y="10"/>
                      <a:pt x="2" y="21"/>
                      <a:pt x="0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05" name="Freeform 983">
                <a:extLst>
                  <a:ext uri="{FF2B5EF4-FFF2-40B4-BE49-F238E27FC236}">
                    <a16:creationId xmlns:a16="http://schemas.microsoft.com/office/drawing/2014/main" id="{F459DFE4-4FB8-4A48-86E6-3E74F48B5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143"/>
                <a:ext cx="123" cy="32"/>
              </a:xfrm>
              <a:custGeom>
                <a:avLst/>
                <a:gdLst>
                  <a:gd name="T0" fmla="*/ 178 w 102"/>
                  <a:gd name="T1" fmla="*/ 45 h 27"/>
                  <a:gd name="T2" fmla="*/ 66 w 102"/>
                  <a:gd name="T3" fmla="*/ 2 h 27"/>
                  <a:gd name="T4" fmla="*/ 0 w 102"/>
                  <a:gd name="T5" fmla="*/ 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7">
                    <a:moveTo>
                      <a:pt x="102" y="27"/>
                    </a:moveTo>
                    <a:cubicBezTo>
                      <a:pt x="83" y="13"/>
                      <a:pt x="62" y="4"/>
                      <a:pt x="38" y="2"/>
                    </a:cubicBezTo>
                    <a:cubicBezTo>
                      <a:pt x="30" y="1"/>
                      <a:pt x="2" y="0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06" name="Freeform 984">
                <a:extLst>
                  <a:ext uri="{FF2B5EF4-FFF2-40B4-BE49-F238E27FC236}">
                    <a16:creationId xmlns:a16="http://schemas.microsoft.com/office/drawing/2014/main" id="{A3F07C9F-835A-4E04-95DE-E8389C9CF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154"/>
                <a:ext cx="74" cy="20"/>
              </a:xfrm>
              <a:custGeom>
                <a:avLst/>
                <a:gdLst>
                  <a:gd name="T0" fmla="*/ 109 w 61"/>
                  <a:gd name="T1" fmla="*/ 28 h 17"/>
                  <a:gd name="T2" fmla="*/ 0 w 6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7">
                    <a:moveTo>
                      <a:pt x="61" y="17"/>
                    </a:moveTo>
                    <a:cubicBezTo>
                      <a:pt x="39" y="11"/>
                      <a:pt x="18" y="16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07" name="Freeform 985">
                <a:extLst>
                  <a:ext uri="{FF2B5EF4-FFF2-40B4-BE49-F238E27FC236}">
                    <a16:creationId xmlns:a16="http://schemas.microsoft.com/office/drawing/2014/main" id="{3018A5CE-9653-444B-8987-EF6F18CC0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108"/>
                <a:ext cx="102" cy="34"/>
              </a:xfrm>
              <a:custGeom>
                <a:avLst/>
                <a:gdLst>
                  <a:gd name="T0" fmla="*/ 146 w 85"/>
                  <a:gd name="T1" fmla="*/ 27 h 28"/>
                  <a:gd name="T2" fmla="*/ 106 w 85"/>
                  <a:gd name="T3" fmla="*/ 2 h 28"/>
                  <a:gd name="T4" fmla="*/ 59 w 85"/>
                  <a:gd name="T5" fmla="*/ 2 h 28"/>
                  <a:gd name="T6" fmla="*/ 0 w 85"/>
                  <a:gd name="T7" fmla="*/ 11 h 28"/>
                  <a:gd name="T8" fmla="*/ 80 w 85"/>
                  <a:gd name="T9" fmla="*/ 5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28">
                    <a:moveTo>
                      <a:pt x="85" y="15"/>
                    </a:moveTo>
                    <a:cubicBezTo>
                      <a:pt x="76" y="11"/>
                      <a:pt x="72" y="4"/>
                      <a:pt x="61" y="2"/>
                    </a:cubicBezTo>
                    <a:cubicBezTo>
                      <a:pt x="52" y="0"/>
                      <a:pt x="44" y="0"/>
                      <a:pt x="34" y="2"/>
                    </a:cubicBezTo>
                    <a:cubicBezTo>
                      <a:pt x="23" y="4"/>
                      <a:pt x="12" y="6"/>
                      <a:pt x="0" y="6"/>
                    </a:cubicBezTo>
                    <a:cubicBezTo>
                      <a:pt x="13" y="17"/>
                      <a:pt x="33" y="19"/>
                      <a:pt x="47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08" name="Freeform 986">
                <a:extLst>
                  <a:ext uri="{FF2B5EF4-FFF2-40B4-BE49-F238E27FC236}">
                    <a16:creationId xmlns:a16="http://schemas.microsoft.com/office/drawing/2014/main" id="{20910EAB-A51D-4074-A0B4-704E7194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085"/>
                <a:ext cx="45" cy="23"/>
              </a:xfrm>
              <a:custGeom>
                <a:avLst/>
                <a:gdLst>
                  <a:gd name="T0" fmla="*/ 63 w 38"/>
                  <a:gd name="T1" fmla="*/ 34 h 19"/>
                  <a:gd name="T2" fmla="*/ 0 w 38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">
                    <a:moveTo>
                      <a:pt x="38" y="19"/>
                    </a:moveTo>
                    <a:cubicBezTo>
                      <a:pt x="24" y="18"/>
                      <a:pt x="13" y="4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09" name="Freeform 987">
                <a:extLst>
                  <a:ext uri="{FF2B5EF4-FFF2-40B4-BE49-F238E27FC236}">
                    <a16:creationId xmlns:a16="http://schemas.microsoft.com/office/drawing/2014/main" id="{019DA84D-82A0-48A2-926D-D8CD5EC86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082"/>
                <a:ext cx="313" cy="817"/>
              </a:xfrm>
              <a:custGeom>
                <a:avLst/>
                <a:gdLst>
                  <a:gd name="T0" fmla="*/ 23 w 260"/>
                  <a:gd name="T1" fmla="*/ 0 h 675"/>
                  <a:gd name="T2" fmla="*/ 0 w 260"/>
                  <a:gd name="T3" fmla="*/ 1 h 675"/>
                  <a:gd name="T4" fmla="*/ 0 w 260"/>
                  <a:gd name="T5" fmla="*/ 130 h 675"/>
                  <a:gd name="T6" fmla="*/ 0 w 260"/>
                  <a:gd name="T7" fmla="*/ 130 h 675"/>
                  <a:gd name="T8" fmla="*/ 367 w 260"/>
                  <a:gd name="T9" fmla="*/ 598 h 675"/>
                  <a:gd name="T10" fmla="*/ 0 w 260"/>
                  <a:gd name="T11" fmla="*/ 1065 h 675"/>
                  <a:gd name="T12" fmla="*/ 0 w 260"/>
                  <a:gd name="T13" fmla="*/ 1065 h 675"/>
                  <a:gd name="T14" fmla="*/ 0 w 260"/>
                  <a:gd name="T15" fmla="*/ 1197 h 675"/>
                  <a:gd name="T16" fmla="*/ 23 w 260"/>
                  <a:gd name="T17" fmla="*/ 1197 h 675"/>
                  <a:gd name="T18" fmla="*/ 454 w 260"/>
                  <a:gd name="T19" fmla="*/ 599 h 675"/>
                  <a:gd name="T20" fmla="*/ 23 w 260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675">
                    <a:moveTo>
                      <a:pt x="13" y="0"/>
                    </a:moveTo>
                    <a:cubicBezTo>
                      <a:pt x="9" y="0"/>
                      <a:pt x="4" y="1"/>
                      <a:pt x="0" y="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7"/>
                    </a:cubicBezTo>
                    <a:cubicBezTo>
                      <a:pt x="210" y="483"/>
                      <a:pt x="116" y="601"/>
                      <a:pt x="0" y="601"/>
                    </a:cubicBezTo>
                    <a:cubicBezTo>
                      <a:pt x="0" y="601"/>
                      <a:pt x="0" y="601"/>
                      <a:pt x="0" y="601"/>
                    </a:cubicBezTo>
                    <a:cubicBezTo>
                      <a:pt x="0" y="675"/>
                      <a:pt x="0" y="675"/>
                      <a:pt x="0" y="675"/>
                    </a:cubicBezTo>
                    <a:cubicBezTo>
                      <a:pt x="4" y="675"/>
                      <a:pt x="9" y="675"/>
                      <a:pt x="13" y="675"/>
                    </a:cubicBezTo>
                    <a:cubicBezTo>
                      <a:pt x="142" y="675"/>
                      <a:pt x="260" y="525"/>
                      <a:pt x="260" y="338"/>
                    </a:cubicBezTo>
                    <a:cubicBezTo>
                      <a:pt x="260" y="152"/>
                      <a:pt x="142" y="0"/>
                      <a:pt x="13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10" name="Freeform 988">
                <a:extLst>
                  <a:ext uri="{FF2B5EF4-FFF2-40B4-BE49-F238E27FC236}">
                    <a16:creationId xmlns:a16="http://schemas.microsoft.com/office/drawing/2014/main" id="{78B4E29A-C904-4B4B-B2F4-77852561D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011"/>
                <a:ext cx="352" cy="960"/>
              </a:xfrm>
              <a:custGeom>
                <a:avLst/>
                <a:gdLst>
                  <a:gd name="T0" fmla="*/ 12 w 293"/>
                  <a:gd name="T1" fmla="*/ 0 h 794"/>
                  <a:gd name="T2" fmla="*/ 7 w 293"/>
                  <a:gd name="T3" fmla="*/ 0 h 794"/>
                  <a:gd name="T4" fmla="*/ 7 w 293"/>
                  <a:gd name="T5" fmla="*/ 0 h 794"/>
                  <a:gd name="T6" fmla="*/ 0 w 293"/>
                  <a:gd name="T7" fmla="*/ 0 h 794"/>
                  <a:gd name="T8" fmla="*/ 0 w 293"/>
                  <a:gd name="T9" fmla="*/ 233 h 794"/>
                  <a:gd name="T10" fmla="*/ 0 w 293"/>
                  <a:gd name="T11" fmla="*/ 233 h 794"/>
                  <a:gd name="T12" fmla="*/ 364 w 293"/>
                  <a:gd name="T13" fmla="*/ 700 h 794"/>
                  <a:gd name="T14" fmla="*/ 0 w 293"/>
                  <a:gd name="T15" fmla="*/ 1167 h 794"/>
                  <a:gd name="T16" fmla="*/ 0 w 293"/>
                  <a:gd name="T17" fmla="*/ 1167 h 794"/>
                  <a:gd name="T18" fmla="*/ 0 w 293"/>
                  <a:gd name="T19" fmla="*/ 1404 h 794"/>
                  <a:gd name="T20" fmla="*/ 2 w 293"/>
                  <a:gd name="T21" fmla="*/ 1404 h 794"/>
                  <a:gd name="T22" fmla="*/ 12 w 293"/>
                  <a:gd name="T23" fmla="*/ 1404 h 794"/>
                  <a:gd name="T24" fmla="*/ 508 w 293"/>
                  <a:gd name="T25" fmla="*/ 701 h 794"/>
                  <a:gd name="T26" fmla="*/ 12 w 293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3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16" y="132"/>
                      <a:pt x="210" y="250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4" y="794"/>
                      <a:pt x="5" y="794"/>
                      <a:pt x="7" y="794"/>
                    </a:cubicBezTo>
                    <a:cubicBezTo>
                      <a:pt x="165" y="794"/>
                      <a:pt x="293" y="616"/>
                      <a:pt x="293" y="397"/>
                    </a:cubicBezTo>
                    <a:cubicBezTo>
                      <a:pt x="293" y="178"/>
                      <a:pt x="165" y="0"/>
                      <a:pt x="7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11" name="Oval 989">
                <a:extLst>
                  <a:ext uri="{FF2B5EF4-FFF2-40B4-BE49-F238E27FC236}">
                    <a16:creationId xmlns:a16="http://schemas.microsoft.com/office/drawing/2014/main" id="{ACFED09A-5D34-452C-B219-1111200E5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1" y="1871"/>
                <a:ext cx="24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12" name="Oval 990">
                <a:extLst>
                  <a:ext uri="{FF2B5EF4-FFF2-40B4-BE49-F238E27FC236}">
                    <a16:creationId xmlns:a16="http://schemas.microsoft.com/office/drawing/2014/main" id="{3670D4C9-D5D9-4C2D-8F57-46702EB7D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148"/>
                <a:ext cx="25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13" name="Oval 991">
                <a:extLst>
                  <a:ext uri="{FF2B5EF4-FFF2-40B4-BE49-F238E27FC236}">
                    <a16:creationId xmlns:a16="http://schemas.microsoft.com/office/drawing/2014/main" id="{44A56DB6-2269-4F76-A439-4F8948AB0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123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14" name="Oval 992">
                <a:extLst>
                  <a:ext uri="{FF2B5EF4-FFF2-40B4-BE49-F238E27FC236}">
                    <a16:creationId xmlns:a16="http://schemas.microsoft.com/office/drawing/2014/main" id="{3EF5A44E-7E55-4122-8729-9F8686BD8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9" y="1096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15" name="Oval 993">
                <a:extLst>
                  <a:ext uri="{FF2B5EF4-FFF2-40B4-BE49-F238E27FC236}">
                    <a16:creationId xmlns:a16="http://schemas.microsoft.com/office/drawing/2014/main" id="{722F6CA1-E380-4AFE-ABF4-B259EFD41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120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16" name="Oval 994">
                <a:extLst>
                  <a:ext uri="{FF2B5EF4-FFF2-40B4-BE49-F238E27FC236}">
                    <a16:creationId xmlns:a16="http://schemas.microsoft.com/office/drawing/2014/main" id="{FDB2FDAF-C7E6-473D-9C5A-BC50E0204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100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17" name="Oval 995">
                <a:extLst>
                  <a:ext uri="{FF2B5EF4-FFF2-40B4-BE49-F238E27FC236}">
                    <a16:creationId xmlns:a16="http://schemas.microsoft.com/office/drawing/2014/main" id="{AF4890E1-3A24-46E6-A84E-613A098145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146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18" name="Oval 996">
                <a:extLst>
                  <a:ext uri="{FF2B5EF4-FFF2-40B4-BE49-F238E27FC236}">
                    <a16:creationId xmlns:a16="http://schemas.microsoft.com/office/drawing/2014/main" id="{C47F71BE-47E4-460B-BDAE-84CAC0BA7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1" y="1092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19" name="Oval 997">
                <a:extLst>
                  <a:ext uri="{FF2B5EF4-FFF2-40B4-BE49-F238E27FC236}">
                    <a16:creationId xmlns:a16="http://schemas.microsoft.com/office/drawing/2014/main" id="{C117CA9D-7FCE-4DD8-8055-BA9D4A74B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092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20" name="Oval 998">
                <a:extLst>
                  <a:ext uri="{FF2B5EF4-FFF2-40B4-BE49-F238E27FC236}">
                    <a16:creationId xmlns:a16="http://schemas.microsoft.com/office/drawing/2014/main" id="{5C6BF49F-CAB6-4D59-92F3-9F7E9537A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824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21" name="Oval 999">
                <a:extLst>
                  <a:ext uri="{FF2B5EF4-FFF2-40B4-BE49-F238E27FC236}">
                    <a16:creationId xmlns:a16="http://schemas.microsoft.com/office/drawing/2014/main" id="{F34018E2-4EFD-4CC3-B3FA-2407F269C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879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22" name="Oval 1000">
                <a:extLst>
                  <a:ext uri="{FF2B5EF4-FFF2-40B4-BE49-F238E27FC236}">
                    <a16:creationId xmlns:a16="http://schemas.microsoft.com/office/drawing/2014/main" id="{0F56F695-CBFC-470D-B533-FC34B834D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2" y="1818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23" name="Oval 1001">
                <a:extLst>
                  <a:ext uri="{FF2B5EF4-FFF2-40B4-BE49-F238E27FC236}">
                    <a16:creationId xmlns:a16="http://schemas.microsoft.com/office/drawing/2014/main" id="{9B17F513-D72B-4F14-9EFF-2AFF59141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1846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24" name="Oval 1002">
                <a:extLst>
                  <a:ext uri="{FF2B5EF4-FFF2-40B4-BE49-F238E27FC236}">
                    <a16:creationId xmlns:a16="http://schemas.microsoft.com/office/drawing/2014/main" id="{847448B5-5EB2-4FD8-BCE0-FFD9C7BE4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1824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25" name="Oval 1003">
                <a:extLst>
                  <a:ext uri="{FF2B5EF4-FFF2-40B4-BE49-F238E27FC236}">
                    <a16:creationId xmlns:a16="http://schemas.microsoft.com/office/drawing/2014/main" id="{F6E1092A-4E3E-43F5-A82A-1DB8E2283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1878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26" name="Oval 1004">
                <a:extLst>
                  <a:ext uri="{FF2B5EF4-FFF2-40B4-BE49-F238E27FC236}">
                    <a16:creationId xmlns:a16="http://schemas.microsoft.com/office/drawing/2014/main" id="{DF5ABD62-99E4-4CB2-B1C5-A9FEF7FAD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" y="1825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27" name="Oval 1005">
                <a:extLst>
                  <a:ext uri="{FF2B5EF4-FFF2-40B4-BE49-F238E27FC236}">
                    <a16:creationId xmlns:a16="http://schemas.microsoft.com/office/drawing/2014/main" id="{5DB7B683-26B1-4BC3-AC61-7035404C6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1815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28" name="Freeform 1006">
                <a:extLst>
                  <a:ext uri="{FF2B5EF4-FFF2-40B4-BE49-F238E27FC236}">
                    <a16:creationId xmlns:a16="http://schemas.microsoft.com/office/drawing/2014/main" id="{A716E96F-8A32-4D90-8DD2-F0D4C32D0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818"/>
                <a:ext cx="23" cy="20"/>
              </a:xfrm>
              <a:custGeom>
                <a:avLst/>
                <a:gdLst>
                  <a:gd name="T0" fmla="*/ 30 w 19"/>
                  <a:gd name="T1" fmla="*/ 2 h 17"/>
                  <a:gd name="T2" fmla="*/ 23 w 19"/>
                  <a:gd name="T3" fmla="*/ 21 h 17"/>
                  <a:gd name="T4" fmla="*/ 1 w 19"/>
                  <a:gd name="T5" fmla="*/ 25 h 17"/>
                  <a:gd name="T6" fmla="*/ 10 w 19"/>
                  <a:gd name="T7" fmla="*/ 8 h 17"/>
                  <a:gd name="T8" fmla="*/ 30 w 19"/>
                  <a:gd name="T9" fmla="*/ 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17" y="2"/>
                    </a:moveTo>
                    <a:cubicBezTo>
                      <a:pt x="19" y="5"/>
                      <a:pt x="17" y="9"/>
                      <a:pt x="13" y="13"/>
                    </a:cubicBezTo>
                    <a:cubicBezTo>
                      <a:pt x="8" y="16"/>
                      <a:pt x="3" y="17"/>
                      <a:pt x="1" y="15"/>
                    </a:cubicBezTo>
                    <a:cubicBezTo>
                      <a:pt x="0" y="13"/>
                      <a:pt x="2" y="8"/>
                      <a:pt x="6" y="5"/>
                    </a:cubicBezTo>
                    <a:cubicBezTo>
                      <a:pt x="11" y="1"/>
                      <a:pt x="16" y="0"/>
                      <a:pt x="17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29" name="Freeform 1007">
                <a:extLst>
                  <a:ext uri="{FF2B5EF4-FFF2-40B4-BE49-F238E27FC236}">
                    <a16:creationId xmlns:a16="http://schemas.microsoft.com/office/drawing/2014/main" id="{009850C0-046D-4467-A98C-63A2B79A6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738"/>
                <a:ext cx="23" cy="20"/>
              </a:xfrm>
              <a:custGeom>
                <a:avLst/>
                <a:gdLst>
                  <a:gd name="T0" fmla="*/ 33 w 19"/>
                  <a:gd name="T1" fmla="*/ 2 h 17"/>
                  <a:gd name="T2" fmla="*/ 23 w 19"/>
                  <a:gd name="T3" fmla="*/ 21 h 17"/>
                  <a:gd name="T4" fmla="*/ 2 w 19"/>
                  <a:gd name="T5" fmla="*/ 25 h 17"/>
                  <a:gd name="T6" fmla="*/ 12 w 19"/>
                  <a:gd name="T7" fmla="*/ 8 h 17"/>
                  <a:gd name="T8" fmla="*/ 33 w 19"/>
                  <a:gd name="T9" fmla="*/ 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18" y="2"/>
                    </a:moveTo>
                    <a:cubicBezTo>
                      <a:pt x="19" y="5"/>
                      <a:pt x="17" y="9"/>
                      <a:pt x="13" y="13"/>
                    </a:cubicBezTo>
                    <a:cubicBezTo>
                      <a:pt x="8" y="16"/>
                      <a:pt x="3" y="17"/>
                      <a:pt x="2" y="15"/>
                    </a:cubicBezTo>
                    <a:cubicBezTo>
                      <a:pt x="0" y="13"/>
                      <a:pt x="2" y="8"/>
                      <a:pt x="7" y="5"/>
                    </a:cubicBezTo>
                    <a:cubicBezTo>
                      <a:pt x="11" y="1"/>
                      <a:pt x="16" y="0"/>
                      <a:pt x="18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30" name="Freeform 1008">
                <a:extLst>
                  <a:ext uri="{FF2B5EF4-FFF2-40B4-BE49-F238E27FC236}">
                    <a16:creationId xmlns:a16="http://schemas.microsoft.com/office/drawing/2014/main" id="{3EB5C84E-8247-4EB9-8106-7BD3E151E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650"/>
                <a:ext cx="16" cy="25"/>
              </a:xfrm>
              <a:custGeom>
                <a:avLst/>
                <a:gdLst>
                  <a:gd name="T0" fmla="*/ 18 w 14"/>
                  <a:gd name="T1" fmla="*/ 2 h 21"/>
                  <a:gd name="T2" fmla="*/ 17 w 14"/>
                  <a:gd name="T3" fmla="*/ 21 h 21"/>
                  <a:gd name="T4" fmla="*/ 2 w 14"/>
                  <a:gd name="T5" fmla="*/ 32 h 21"/>
                  <a:gd name="T6" fmla="*/ 3 w 14"/>
                  <a:gd name="T7" fmla="*/ 14 h 21"/>
                  <a:gd name="T8" fmla="*/ 18 w 14"/>
                  <a:gd name="T9" fmla="*/ 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2" y="2"/>
                    </a:moveTo>
                    <a:cubicBezTo>
                      <a:pt x="14" y="3"/>
                      <a:pt x="14" y="8"/>
                      <a:pt x="11" y="13"/>
                    </a:cubicBezTo>
                    <a:cubicBezTo>
                      <a:pt x="9" y="18"/>
                      <a:pt x="4" y="21"/>
                      <a:pt x="2" y="19"/>
                    </a:cubicBezTo>
                    <a:cubicBezTo>
                      <a:pt x="0" y="18"/>
                      <a:pt x="0" y="13"/>
                      <a:pt x="3" y="8"/>
                    </a:cubicBezTo>
                    <a:cubicBezTo>
                      <a:pt x="5" y="3"/>
                      <a:pt x="9" y="0"/>
                      <a:pt x="12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31" name="Freeform 1009">
                <a:extLst>
                  <a:ext uri="{FF2B5EF4-FFF2-40B4-BE49-F238E27FC236}">
                    <a16:creationId xmlns:a16="http://schemas.microsoft.com/office/drawing/2014/main" id="{C9CB39F4-5416-49C4-BBD3-2E38774EA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621"/>
                <a:ext cx="14" cy="25"/>
              </a:xfrm>
              <a:custGeom>
                <a:avLst/>
                <a:gdLst>
                  <a:gd name="T0" fmla="*/ 13 w 12"/>
                  <a:gd name="T1" fmla="*/ 1 h 21"/>
                  <a:gd name="T2" fmla="*/ 18 w 12"/>
                  <a:gd name="T3" fmla="*/ 20 h 21"/>
                  <a:gd name="T4" fmla="*/ 7 w 12"/>
                  <a:gd name="T5" fmla="*/ 36 h 21"/>
                  <a:gd name="T6" fmla="*/ 1 w 12"/>
                  <a:gd name="T7" fmla="*/ 17 h 21"/>
                  <a:gd name="T8" fmla="*/ 13 w 12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1">
                    <a:moveTo>
                      <a:pt x="8" y="1"/>
                    </a:moveTo>
                    <a:cubicBezTo>
                      <a:pt x="11" y="1"/>
                      <a:pt x="12" y="6"/>
                      <a:pt x="11" y="12"/>
                    </a:cubicBezTo>
                    <a:cubicBezTo>
                      <a:pt x="10" y="17"/>
                      <a:pt x="7" y="21"/>
                      <a:pt x="4" y="21"/>
                    </a:cubicBezTo>
                    <a:cubicBezTo>
                      <a:pt x="1" y="20"/>
                      <a:pt x="0" y="15"/>
                      <a:pt x="1" y="10"/>
                    </a:cubicBezTo>
                    <a:cubicBezTo>
                      <a:pt x="2" y="4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32" name="Freeform 1010">
                <a:extLst>
                  <a:ext uri="{FF2B5EF4-FFF2-40B4-BE49-F238E27FC236}">
                    <a16:creationId xmlns:a16="http://schemas.microsoft.com/office/drawing/2014/main" id="{F8C828DD-457D-499C-944B-8FF2BDD18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515"/>
                <a:ext cx="12" cy="26"/>
              </a:xfrm>
              <a:custGeom>
                <a:avLst/>
                <a:gdLst>
                  <a:gd name="T0" fmla="*/ 8 w 10"/>
                  <a:gd name="T1" fmla="*/ 0 h 21"/>
                  <a:gd name="T2" fmla="*/ 17 w 10"/>
                  <a:gd name="T3" fmla="*/ 19 h 21"/>
                  <a:gd name="T4" fmla="*/ 8 w 10"/>
                  <a:gd name="T5" fmla="*/ 38 h 21"/>
                  <a:gd name="T6" fmla="*/ 0 w 10"/>
                  <a:gd name="T7" fmla="*/ 19 h 21"/>
                  <a:gd name="T8" fmla="*/ 8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5" y="0"/>
                    </a:moveTo>
                    <a:cubicBezTo>
                      <a:pt x="8" y="0"/>
                      <a:pt x="10" y="5"/>
                      <a:pt x="10" y="10"/>
                    </a:cubicBezTo>
                    <a:cubicBezTo>
                      <a:pt x="10" y="16"/>
                      <a:pt x="8" y="20"/>
                      <a:pt x="5" y="20"/>
                    </a:cubicBezTo>
                    <a:cubicBezTo>
                      <a:pt x="3" y="21"/>
                      <a:pt x="0" y="16"/>
                      <a:pt x="0" y="10"/>
                    </a:cubicBezTo>
                    <a:cubicBezTo>
                      <a:pt x="0" y="5"/>
                      <a:pt x="2" y="0"/>
                      <a:pt x="5" y="0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33" name="Freeform 1011">
                <a:extLst>
                  <a:ext uri="{FF2B5EF4-FFF2-40B4-BE49-F238E27FC236}">
                    <a16:creationId xmlns:a16="http://schemas.microsoft.com/office/drawing/2014/main" id="{0D7490E7-2E11-4131-A070-89F3D3C96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412"/>
                <a:ext cx="16" cy="26"/>
              </a:xfrm>
              <a:custGeom>
                <a:avLst/>
                <a:gdLst>
                  <a:gd name="T0" fmla="*/ 6 w 13"/>
                  <a:gd name="T1" fmla="*/ 1 h 21"/>
                  <a:gd name="T2" fmla="*/ 22 w 13"/>
                  <a:gd name="T3" fmla="*/ 17 h 21"/>
                  <a:gd name="T4" fmla="*/ 18 w 13"/>
                  <a:gd name="T5" fmla="*/ 40 h 21"/>
                  <a:gd name="T6" fmla="*/ 2 w 13"/>
                  <a:gd name="T7" fmla="*/ 25 h 21"/>
                  <a:gd name="T8" fmla="*/ 6 w 13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3" y="1"/>
                    </a:moveTo>
                    <a:cubicBezTo>
                      <a:pt x="6" y="0"/>
                      <a:pt x="10" y="4"/>
                      <a:pt x="12" y="9"/>
                    </a:cubicBezTo>
                    <a:cubicBezTo>
                      <a:pt x="13" y="15"/>
                      <a:pt x="13" y="20"/>
                      <a:pt x="10" y="21"/>
                    </a:cubicBezTo>
                    <a:cubicBezTo>
                      <a:pt x="8" y="21"/>
                      <a:pt x="4" y="18"/>
                      <a:pt x="2" y="13"/>
                    </a:cubicBezTo>
                    <a:cubicBezTo>
                      <a:pt x="0" y="7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34" name="Freeform 1012">
                <a:extLst>
                  <a:ext uri="{FF2B5EF4-FFF2-40B4-BE49-F238E27FC236}">
                    <a16:creationId xmlns:a16="http://schemas.microsoft.com/office/drawing/2014/main" id="{CF19D009-5CC4-4DCF-9487-3DE5D0C9B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292"/>
                <a:ext cx="17" cy="25"/>
              </a:xfrm>
              <a:custGeom>
                <a:avLst/>
                <a:gdLst>
                  <a:gd name="T0" fmla="*/ 6 w 14"/>
                  <a:gd name="T1" fmla="*/ 1 h 21"/>
                  <a:gd name="T2" fmla="*/ 22 w 14"/>
                  <a:gd name="T3" fmla="*/ 15 h 21"/>
                  <a:gd name="T4" fmla="*/ 18 w 14"/>
                  <a:gd name="T5" fmla="*/ 35 h 21"/>
                  <a:gd name="T6" fmla="*/ 2 w 14"/>
                  <a:gd name="T7" fmla="*/ 20 h 21"/>
                  <a:gd name="T8" fmla="*/ 6 w 14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3" y="1"/>
                    </a:moveTo>
                    <a:cubicBezTo>
                      <a:pt x="6" y="0"/>
                      <a:pt x="10" y="4"/>
                      <a:pt x="12" y="9"/>
                    </a:cubicBezTo>
                    <a:cubicBezTo>
                      <a:pt x="14" y="14"/>
                      <a:pt x="13" y="19"/>
                      <a:pt x="10" y="20"/>
                    </a:cubicBezTo>
                    <a:cubicBezTo>
                      <a:pt x="8" y="21"/>
                      <a:pt x="4" y="18"/>
                      <a:pt x="2" y="12"/>
                    </a:cubicBezTo>
                    <a:cubicBezTo>
                      <a:pt x="0" y="7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35" name="Freeform 1013">
                <a:extLst>
                  <a:ext uri="{FF2B5EF4-FFF2-40B4-BE49-F238E27FC236}">
                    <a16:creationId xmlns:a16="http://schemas.microsoft.com/office/drawing/2014/main" id="{994BBE78-75B0-4189-8D39-C800B8086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221"/>
                <a:ext cx="20" cy="23"/>
              </a:xfrm>
              <a:custGeom>
                <a:avLst/>
                <a:gdLst>
                  <a:gd name="T0" fmla="*/ 2 w 17"/>
                  <a:gd name="T1" fmla="*/ 1 h 19"/>
                  <a:gd name="T2" fmla="*/ 19 w 17"/>
                  <a:gd name="T3" fmla="*/ 10 h 19"/>
                  <a:gd name="T4" fmla="*/ 25 w 17"/>
                  <a:gd name="T5" fmla="*/ 30 h 19"/>
                  <a:gd name="T6" fmla="*/ 7 w 17"/>
                  <a:gd name="T7" fmla="*/ 23 h 19"/>
                  <a:gd name="T8" fmla="*/ 2 w 17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2" y="1"/>
                    </a:moveTo>
                    <a:cubicBezTo>
                      <a:pt x="4" y="0"/>
                      <a:pt x="9" y="2"/>
                      <a:pt x="12" y="6"/>
                    </a:cubicBezTo>
                    <a:cubicBezTo>
                      <a:pt x="16" y="10"/>
                      <a:pt x="17" y="15"/>
                      <a:pt x="15" y="17"/>
                    </a:cubicBezTo>
                    <a:cubicBezTo>
                      <a:pt x="13" y="19"/>
                      <a:pt x="8" y="17"/>
                      <a:pt x="4" y="13"/>
                    </a:cubicBezTo>
                    <a:cubicBezTo>
                      <a:pt x="1" y="8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36" name="Freeform 1014">
                <a:extLst>
                  <a:ext uri="{FF2B5EF4-FFF2-40B4-BE49-F238E27FC236}">
                    <a16:creationId xmlns:a16="http://schemas.microsoft.com/office/drawing/2014/main" id="{CCFA6591-7287-4E8F-A8F3-239C06797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126"/>
                <a:ext cx="24" cy="18"/>
              </a:xfrm>
              <a:custGeom>
                <a:avLst/>
                <a:gdLst>
                  <a:gd name="T0" fmla="*/ 2 w 20"/>
                  <a:gd name="T1" fmla="*/ 2 h 15"/>
                  <a:gd name="T2" fmla="*/ 23 w 20"/>
                  <a:gd name="T3" fmla="*/ 6 h 15"/>
                  <a:gd name="T4" fmla="*/ 34 w 20"/>
                  <a:gd name="T5" fmla="*/ 23 h 15"/>
                  <a:gd name="T6" fmla="*/ 14 w 20"/>
                  <a:gd name="T7" fmla="*/ 20 h 15"/>
                  <a:gd name="T8" fmla="*/ 2 w 20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" y="2"/>
                    </a:moveTo>
                    <a:cubicBezTo>
                      <a:pt x="3" y="0"/>
                      <a:pt x="8" y="0"/>
                      <a:pt x="13" y="3"/>
                    </a:cubicBezTo>
                    <a:cubicBezTo>
                      <a:pt x="18" y="6"/>
                      <a:pt x="20" y="11"/>
                      <a:pt x="19" y="13"/>
                    </a:cubicBezTo>
                    <a:cubicBezTo>
                      <a:pt x="17" y="15"/>
                      <a:pt x="12" y="15"/>
                      <a:pt x="8" y="12"/>
                    </a:cubicBezTo>
                    <a:cubicBezTo>
                      <a:pt x="3" y="9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37" name="Freeform 1015">
                <a:extLst>
                  <a:ext uri="{FF2B5EF4-FFF2-40B4-BE49-F238E27FC236}">
                    <a16:creationId xmlns:a16="http://schemas.microsoft.com/office/drawing/2014/main" id="{9B111561-2393-4EC7-BB8D-AD23836D2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163"/>
                <a:ext cx="25" cy="18"/>
              </a:xfrm>
              <a:custGeom>
                <a:avLst/>
                <a:gdLst>
                  <a:gd name="T0" fmla="*/ 2 w 21"/>
                  <a:gd name="T1" fmla="*/ 2 h 15"/>
                  <a:gd name="T2" fmla="*/ 21 w 21"/>
                  <a:gd name="T3" fmla="*/ 6 h 15"/>
                  <a:gd name="T4" fmla="*/ 32 w 21"/>
                  <a:gd name="T5" fmla="*/ 23 h 15"/>
                  <a:gd name="T6" fmla="*/ 14 w 21"/>
                  <a:gd name="T7" fmla="*/ 20 h 15"/>
                  <a:gd name="T8" fmla="*/ 2 w 21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" y="2"/>
                    </a:moveTo>
                    <a:cubicBezTo>
                      <a:pt x="3" y="0"/>
                      <a:pt x="8" y="0"/>
                      <a:pt x="13" y="3"/>
                    </a:cubicBezTo>
                    <a:cubicBezTo>
                      <a:pt x="18" y="6"/>
                      <a:pt x="21" y="11"/>
                      <a:pt x="19" y="13"/>
                    </a:cubicBezTo>
                    <a:cubicBezTo>
                      <a:pt x="18" y="15"/>
                      <a:pt x="13" y="15"/>
                      <a:pt x="8" y="12"/>
                    </a:cubicBezTo>
                    <a:cubicBezTo>
                      <a:pt x="3" y="9"/>
                      <a:pt x="0" y="5"/>
                      <a:pt x="2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38" name="Freeform 1016">
                <a:extLst>
                  <a:ext uri="{FF2B5EF4-FFF2-40B4-BE49-F238E27FC236}">
                    <a16:creationId xmlns:a16="http://schemas.microsoft.com/office/drawing/2014/main" id="{4E88DD9E-19E0-4916-9B6B-6C38BCC4F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151"/>
                <a:ext cx="26" cy="15"/>
              </a:xfrm>
              <a:custGeom>
                <a:avLst/>
                <a:gdLst>
                  <a:gd name="T0" fmla="*/ 1 w 21"/>
                  <a:gd name="T1" fmla="*/ 8 h 12"/>
                  <a:gd name="T2" fmla="*/ 24 w 21"/>
                  <a:gd name="T3" fmla="*/ 1 h 12"/>
                  <a:gd name="T4" fmla="*/ 40 w 21"/>
                  <a:gd name="T5" fmla="*/ 16 h 12"/>
                  <a:gd name="T6" fmla="*/ 19 w 21"/>
                  <a:gd name="T7" fmla="*/ 23 h 12"/>
                  <a:gd name="T8" fmla="*/ 1 w 21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2" y="1"/>
                      <a:pt x="7" y="0"/>
                      <a:pt x="12" y="1"/>
                    </a:cubicBezTo>
                    <a:cubicBezTo>
                      <a:pt x="18" y="2"/>
                      <a:pt x="21" y="6"/>
                      <a:pt x="21" y="8"/>
                    </a:cubicBezTo>
                    <a:cubicBezTo>
                      <a:pt x="20" y="11"/>
                      <a:pt x="15" y="12"/>
                      <a:pt x="10" y="11"/>
                    </a:cubicBezTo>
                    <a:cubicBezTo>
                      <a:pt x="4" y="10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39" name="Freeform 1017">
                <a:extLst>
                  <a:ext uri="{FF2B5EF4-FFF2-40B4-BE49-F238E27FC236}">
                    <a16:creationId xmlns:a16="http://schemas.microsoft.com/office/drawing/2014/main" id="{D78C4330-EBA8-436C-B552-DE29C8E9C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1148"/>
                <a:ext cx="109" cy="116"/>
              </a:xfrm>
              <a:custGeom>
                <a:avLst/>
                <a:gdLst>
                  <a:gd name="T0" fmla="*/ 0 w 90"/>
                  <a:gd name="T1" fmla="*/ 86 h 96"/>
                  <a:gd name="T2" fmla="*/ 160 w 90"/>
                  <a:gd name="T3" fmla="*/ 85 h 96"/>
                  <a:gd name="T4" fmla="*/ 0 w 90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96">
                    <a:moveTo>
                      <a:pt x="0" y="49"/>
                    </a:moveTo>
                    <a:cubicBezTo>
                      <a:pt x="0" y="49"/>
                      <a:pt x="35" y="0"/>
                      <a:pt x="90" y="48"/>
                    </a:cubicBezTo>
                    <a:cubicBezTo>
                      <a:pt x="90" y="48"/>
                      <a:pt x="49" y="96"/>
                      <a:pt x="0" y="4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40" name="Freeform 1018">
                <a:extLst>
                  <a:ext uri="{FF2B5EF4-FFF2-40B4-BE49-F238E27FC236}">
                    <a16:creationId xmlns:a16="http://schemas.microsoft.com/office/drawing/2014/main" id="{CB81CCCE-710B-4274-8280-412EB97F4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142"/>
                <a:ext cx="101" cy="120"/>
              </a:xfrm>
              <a:custGeom>
                <a:avLst/>
                <a:gdLst>
                  <a:gd name="T0" fmla="*/ 0 w 84"/>
                  <a:gd name="T1" fmla="*/ 92 h 100"/>
                  <a:gd name="T2" fmla="*/ 145 w 84"/>
                  <a:gd name="T3" fmla="*/ 94 h 100"/>
                  <a:gd name="T4" fmla="*/ 0 w 84"/>
                  <a:gd name="T5" fmla="*/ 92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00">
                    <a:moveTo>
                      <a:pt x="0" y="53"/>
                    </a:moveTo>
                    <a:cubicBezTo>
                      <a:pt x="0" y="53"/>
                      <a:pt x="46" y="0"/>
                      <a:pt x="84" y="54"/>
                    </a:cubicBezTo>
                    <a:cubicBezTo>
                      <a:pt x="84" y="54"/>
                      <a:pt x="48" y="100"/>
                      <a:pt x="0" y="5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41" name="Freeform 1019">
                <a:extLst>
                  <a:ext uri="{FF2B5EF4-FFF2-40B4-BE49-F238E27FC236}">
                    <a16:creationId xmlns:a16="http://schemas.microsoft.com/office/drawing/2014/main" id="{EA58D6F6-BB62-46D8-8CD2-F230506C5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149"/>
                <a:ext cx="142" cy="115"/>
              </a:xfrm>
              <a:custGeom>
                <a:avLst/>
                <a:gdLst>
                  <a:gd name="T0" fmla="*/ 0 w 118"/>
                  <a:gd name="T1" fmla="*/ 85 h 95"/>
                  <a:gd name="T2" fmla="*/ 206 w 118"/>
                  <a:gd name="T3" fmla="*/ 85 h 95"/>
                  <a:gd name="T4" fmla="*/ 0 w 118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95">
                    <a:moveTo>
                      <a:pt x="0" y="48"/>
                    </a:moveTo>
                    <a:cubicBezTo>
                      <a:pt x="0" y="48"/>
                      <a:pt x="63" y="0"/>
                      <a:pt x="118" y="48"/>
                    </a:cubicBezTo>
                    <a:cubicBezTo>
                      <a:pt x="118" y="48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42" name="Freeform 1020">
                <a:extLst>
                  <a:ext uri="{FF2B5EF4-FFF2-40B4-BE49-F238E27FC236}">
                    <a16:creationId xmlns:a16="http://schemas.microsoft.com/office/drawing/2014/main" id="{D319AFAC-4AE0-40AC-A105-E753A1F11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149"/>
                <a:ext cx="131" cy="115"/>
              </a:xfrm>
              <a:custGeom>
                <a:avLst/>
                <a:gdLst>
                  <a:gd name="T0" fmla="*/ 0 w 109"/>
                  <a:gd name="T1" fmla="*/ 85 h 95"/>
                  <a:gd name="T2" fmla="*/ 189 w 109"/>
                  <a:gd name="T3" fmla="*/ 85 h 95"/>
                  <a:gd name="T4" fmla="*/ 0 w 109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95">
                    <a:moveTo>
                      <a:pt x="0" y="48"/>
                    </a:moveTo>
                    <a:cubicBezTo>
                      <a:pt x="0" y="48"/>
                      <a:pt x="55" y="0"/>
                      <a:pt x="109" y="48"/>
                    </a:cubicBezTo>
                    <a:cubicBezTo>
                      <a:pt x="109" y="48"/>
                      <a:pt x="48" y="95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43" name="Freeform 1021">
                <a:extLst>
                  <a:ext uri="{FF2B5EF4-FFF2-40B4-BE49-F238E27FC236}">
                    <a16:creationId xmlns:a16="http://schemas.microsoft.com/office/drawing/2014/main" id="{A8312C74-DECF-4B89-8EF1-57DAC8017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148"/>
                <a:ext cx="135" cy="116"/>
              </a:xfrm>
              <a:custGeom>
                <a:avLst/>
                <a:gdLst>
                  <a:gd name="T0" fmla="*/ 0 w 112"/>
                  <a:gd name="T1" fmla="*/ 86 h 96"/>
                  <a:gd name="T2" fmla="*/ 196 w 112"/>
                  <a:gd name="T3" fmla="*/ 86 h 96"/>
                  <a:gd name="T4" fmla="*/ 0 w 112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96">
                    <a:moveTo>
                      <a:pt x="0" y="49"/>
                    </a:moveTo>
                    <a:cubicBezTo>
                      <a:pt x="0" y="49"/>
                      <a:pt x="58" y="0"/>
                      <a:pt x="112" y="49"/>
                    </a:cubicBezTo>
                    <a:cubicBezTo>
                      <a:pt x="112" y="49"/>
                      <a:pt x="49" y="96"/>
                      <a:pt x="0" y="4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44" name="Freeform 1022">
                <a:extLst>
                  <a:ext uri="{FF2B5EF4-FFF2-40B4-BE49-F238E27FC236}">
                    <a16:creationId xmlns:a16="http://schemas.microsoft.com/office/drawing/2014/main" id="{8AE82000-A861-4708-A10D-223A1F560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149"/>
                <a:ext cx="107" cy="115"/>
              </a:xfrm>
              <a:custGeom>
                <a:avLst/>
                <a:gdLst>
                  <a:gd name="T0" fmla="*/ 0 w 89"/>
                  <a:gd name="T1" fmla="*/ 85 h 95"/>
                  <a:gd name="T2" fmla="*/ 155 w 89"/>
                  <a:gd name="T3" fmla="*/ 85 h 95"/>
                  <a:gd name="T4" fmla="*/ 0 w 89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5">
                    <a:moveTo>
                      <a:pt x="0" y="48"/>
                    </a:moveTo>
                    <a:cubicBezTo>
                      <a:pt x="0" y="48"/>
                      <a:pt x="35" y="0"/>
                      <a:pt x="89" y="48"/>
                    </a:cubicBezTo>
                    <a:cubicBezTo>
                      <a:pt x="89" y="48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45" name="Freeform 1023">
                <a:extLst>
                  <a:ext uri="{FF2B5EF4-FFF2-40B4-BE49-F238E27FC236}">
                    <a16:creationId xmlns:a16="http://schemas.microsoft.com/office/drawing/2014/main" id="{A767F5D0-9088-4003-9CC6-C4B71D1A1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149"/>
                <a:ext cx="121" cy="115"/>
              </a:xfrm>
              <a:custGeom>
                <a:avLst/>
                <a:gdLst>
                  <a:gd name="T0" fmla="*/ 0 w 100"/>
                  <a:gd name="T1" fmla="*/ 85 h 95"/>
                  <a:gd name="T2" fmla="*/ 177 w 100"/>
                  <a:gd name="T3" fmla="*/ 85 h 95"/>
                  <a:gd name="T4" fmla="*/ 0 w 100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95">
                    <a:moveTo>
                      <a:pt x="0" y="48"/>
                    </a:moveTo>
                    <a:cubicBezTo>
                      <a:pt x="0" y="48"/>
                      <a:pt x="46" y="0"/>
                      <a:pt x="100" y="48"/>
                    </a:cubicBezTo>
                    <a:cubicBezTo>
                      <a:pt x="100" y="48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46" name="Freeform 1024">
                <a:extLst>
                  <a:ext uri="{FF2B5EF4-FFF2-40B4-BE49-F238E27FC236}">
                    <a16:creationId xmlns:a16="http://schemas.microsoft.com/office/drawing/2014/main" id="{5FB7A6FD-37B3-4DBC-8960-57D921C12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615"/>
                <a:ext cx="93" cy="113"/>
              </a:xfrm>
              <a:custGeom>
                <a:avLst/>
                <a:gdLst>
                  <a:gd name="T0" fmla="*/ 0 w 78"/>
                  <a:gd name="T1" fmla="*/ 85 h 94"/>
                  <a:gd name="T2" fmla="*/ 132 w 78"/>
                  <a:gd name="T3" fmla="*/ 78 h 94"/>
                  <a:gd name="T4" fmla="*/ 0 w 78"/>
                  <a:gd name="T5" fmla="*/ 85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94">
                    <a:moveTo>
                      <a:pt x="0" y="49"/>
                    </a:moveTo>
                    <a:cubicBezTo>
                      <a:pt x="0" y="49"/>
                      <a:pt x="35" y="0"/>
                      <a:pt x="78" y="45"/>
                    </a:cubicBezTo>
                    <a:cubicBezTo>
                      <a:pt x="78" y="45"/>
                      <a:pt x="51" y="94"/>
                      <a:pt x="0" y="4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47" name="Freeform 1025">
                <a:extLst>
                  <a:ext uri="{FF2B5EF4-FFF2-40B4-BE49-F238E27FC236}">
                    <a16:creationId xmlns:a16="http://schemas.microsoft.com/office/drawing/2014/main" id="{A507B8EB-E3C9-4AE3-85BB-A426F6BEF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608"/>
                <a:ext cx="122" cy="114"/>
              </a:xfrm>
              <a:custGeom>
                <a:avLst/>
                <a:gdLst>
                  <a:gd name="T0" fmla="*/ 0 w 101"/>
                  <a:gd name="T1" fmla="*/ 90 h 94"/>
                  <a:gd name="T2" fmla="*/ 178 w 101"/>
                  <a:gd name="T3" fmla="*/ 81 h 94"/>
                  <a:gd name="T4" fmla="*/ 0 w 101"/>
                  <a:gd name="T5" fmla="*/ 9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94">
                    <a:moveTo>
                      <a:pt x="0" y="50"/>
                    </a:moveTo>
                    <a:cubicBezTo>
                      <a:pt x="0" y="50"/>
                      <a:pt x="44" y="0"/>
                      <a:pt x="101" y="45"/>
                    </a:cubicBezTo>
                    <a:cubicBezTo>
                      <a:pt x="101" y="45"/>
                      <a:pt x="51" y="94"/>
                      <a:pt x="0" y="5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48" name="Freeform 1026">
                <a:extLst>
                  <a:ext uri="{FF2B5EF4-FFF2-40B4-BE49-F238E27FC236}">
                    <a16:creationId xmlns:a16="http://schemas.microsoft.com/office/drawing/2014/main" id="{DD1BC4D1-7671-41E0-A601-BD56B3F3F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602"/>
                <a:ext cx="128" cy="110"/>
              </a:xfrm>
              <a:custGeom>
                <a:avLst/>
                <a:gdLst>
                  <a:gd name="T0" fmla="*/ 0 w 106"/>
                  <a:gd name="T1" fmla="*/ 88 h 91"/>
                  <a:gd name="T2" fmla="*/ 187 w 106"/>
                  <a:gd name="T3" fmla="*/ 75 h 91"/>
                  <a:gd name="T4" fmla="*/ 0 w 106"/>
                  <a:gd name="T5" fmla="*/ 88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91">
                    <a:moveTo>
                      <a:pt x="0" y="50"/>
                    </a:moveTo>
                    <a:cubicBezTo>
                      <a:pt x="0" y="50"/>
                      <a:pt x="51" y="0"/>
                      <a:pt x="106" y="42"/>
                    </a:cubicBezTo>
                    <a:cubicBezTo>
                      <a:pt x="106" y="42"/>
                      <a:pt x="50" y="91"/>
                      <a:pt x="0" y="5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49" name="Freeform 1027">
                <a:extLst>
                  <a:ext uri="{FF2B5EF4-FFF2-40B4-BE49-F238E27FC236}">
                    <a16:creationId xmlns:a16="http://schemas.microsoft.com/office/drawing/2014/main" id="{A71C1087-F623-4AA9-8145-31AA6AF36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590"/>
                <a:ext cx="130" cy="115"/>
              </a:xfrm>
              <a:custGeom>
                <a:avLst/>
                <a:gdLst>
                  <a:gd name="T0" fmla="*/ 0 w 108"/>
                  <a:gd name="T1" fmla="*/ 92 h 95"/>
                  <a:gd name="T2" fmla="*/ 188 w 108"/>
                  <a:gd name="T3" fmla="*/ 76 h 95"/>
                  <a:gd name="T4" fmla="*/ 0 w 108"/>
                  <a:gd name="T5" fmla="*/ 92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95">
                    <a:moveTo>
                      <a:pt x="0" y="52"/>
                    </a:moveTo>
                    <a:cubicBezTo>
                      <a:pt x="0" y="52"/>
                      <a:pt x="52" y="0"/>
                      <a:pt x="108" y="43"/>
                    </a:cubicBezTo>
                    <a:cubicBezTo>
                      <a:pt x="108" y="43"/>
                      <a:pt x="51" y="95"/>
                      <a:pt x="0" y="5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50" name="Freeform 1028">
                <a:extLst>
                  <a:ext uri="{FF2B5EF4-FFF2-40B4-BE49-F238E27FC236}">
                    <a16:creationId xmlns:a16="http://schemas.microsoft.com/office/drawing/2014/main" id="{4160487E-7B59-4736-957B-33E84F9F0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582"/>
                <a:ext cx="114" cy="110"/>
              </a:xfrm>
              <a:custGeom>
                <a:avLst/>
                <a:gdLst>
                  <a:gd name="T0" fmla="*/ 0 w 95"/>
                  <a:gd name="T1" fmla="*/ 91 h 91"/>
                  <a:gd name="T2" fmla="*/ 164 w 95"/>
                  <a:gd name="T3" fmla="*/ 73 h 91"/>
                  <a:gd name="T4" fmla="*/ 0 w 95"/>
                  <a:gd name="T5" fmla="*/ 91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91">
                    <a:moveTo>
                      <a:pt x="0" y="51"/>
                    </a:moveTo>
                    <a:cubicBezTo>
                      <a:pt x="0" y="51"/>
                      <a:pt x="35" y="0"/>
                      <a:pt x="95" y="41"/>
                    </a:cubicBezTo>
                    <a:cubicBezTo>
                      <a:pt x="95" y="41"/>
                      <a:pt x="54" y="91"/>
                      <a:pt x="0" y="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51" name="Freeform 1029">
                <a:extLst>
                  <a:ext uri="{FF2B5EF4-FFF2-40B4-BE49-F238E27FC236}">
                    <a16:creationId xmlns:a16="http://schemas.microsoft.com/office/drawing/2014/main" id="{02CE6C0B-4128-4BF9-8571-DFDCD80A4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564"/>
                <a:ext cx="136" cy="117"/>
              </a:xfrm>
              <a:custGeom>
                <a:avLst/>
                <a:gdLst>
                  <a:gd name="T0" fmla="*/ 0 w 113"/>
                  <a:gd name="T1" fmla="*/ 99 h 97"/>
                  <a:gd name="T2" fmla="*/ 197 w 113"/>
                  <a:gd name="T3" fmla="*/ 71 h 97"/>
                  <a:gd name="T4" fmla="*/ 0 w 113"/>
                  <a:gd name="T5" fmla="*/ 99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97">
                    <a:moveTo>
                      <a:pt x="0" y="56"/>
                    </a:moveTo>
                    <a:cubicBezTo>
                      <a:pt x="0" y="56"/>
                      <a:pt x="53" y="0"/>
                      <a:pt x="113" y="41"/>
                    </a:cubicBezTo>
                    <a:cubicBezTo>
                      <a:pt x="113" y="41"/>
                      <a:pt x="54" y="97"/>
                      <a:pt x="0" y="5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52" name="Freeform 1030">
                <a:extLst>
                  <a:ext uri="{FF2B5EF4-FFF2-40B4-BE49-F238E27FC236}">
                    <a16:creationId xmlns:a16="http://schemas.microsoft.com/office/drawing/2014/main" id="{9B2D4F74-EF94-46A6-9B26-D1C74F8D4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543"/>
                <a:ext cx="119" cy="108"/>
              </a:xfrm>
              <a:custGeom>
                <a:avLst/>
                <a:gdLst>
                  <a:gd name="T0" fmla="*/ 0 w 99"/>
                  <a:gd name="T1" fmla="*/ 103 h 89"/>
                  <a:gd name="T2" fmla="*/ 172 w 99"/>
                  <a:gd name="T3" fmla="*/ 56 h 89"/>
                  <a:gd name="T4" fmla="*/ 0 w 99"/>
                  <a:gd name="T5" fmla="*/ 103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89">
                    <a:moveTo>
                      <a:pt x="0" y="58"/>
                    </a:moveTo>
                    <a:cubicBezTo>
                      <a:pt x="0" y="58"/>
                      <a:pt x="33" y="0"/>
                      <a:pt x="99" y="31"/>
                    </a:cubicBezTo>
                    <a:cubicBezTo>
                      <a:pt x="99" y="31"/>
                      <a:pt x="61" y="89"/>
                      <a:pt x="0" y="5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53" name="Freeform 1031">
                <a:extLst>
                  <a:ext uri="{FF2B5EF4-FFF2-40B4-BE49-F238E27FC236}">
                    <a16:creationId xmlns:a16="http://schemas.microsoft.com/office/drawing/2014/main" id="{1E98B387-BF9D-48BC-9BE6-1ACEDBF02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496"/>
                <a:ext cx="127" cy="119"/>
              </a:xfrm>
              <a:custGeom>
                <a:avLst/>
                <a:gdLst>
                  <a:gd name="T0" fmla="*/ 0 w 106"/>
                  <a:gd name="T1" fmla="*/ 125 h 98"/>
                  <a:gd name="T2" fmla="*/ 182 w 106"/>
                  <a:gd name="T3" fmla="*/ 49 h 98"/>
                  <a:gd name="T4" fmla="*/ 0 w 106"/>
                  <a:gd name="T5" fmla="*/ 125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98">
                    <a:moveTo>
                      <a:pt x="0" y="70"/>
                    </a:moveTo>
                    <a:cubicBezTo>
                      <a:pt x="0" y="70"/>
                      <a:pt x="38" y="0"/>
                      <a:pt x="106" y="27"/>
                    </a:cubicBezTo>
                    <a:cubicBezTo>
                      <a:pt x="106" y="27"/>
                      <a:pt x="62" y="98"/>
                      <a:pt x="0" y="7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54" name="Freeform 1032">
                <a:extLst>
                  <a:ext uri="{FF2B5EF4-FFF2-40B4-BE49-F238E27FC236}">
                    <a16:creationId xmlns:a16="http://schemas.microsoft.com/office/drawing/2014/main" id="{3C0E9716-E461-4D5D-B2EE-7CC61BB2B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445"/>
                <a:ext cx="98" cy="84"/>
              </a:xfrm>
              <a:custGeom>
                <a:avLst/>
                <a:gdLst>
                  <a:gd name="T0" fmla="*/ 34 w 81"/>
                  <a:gd name="T1" fmla="*/ 124 h 69"/>
                  <a:gd name="T2" fmla="*/ 113 w 81"/>
                  <a:gd name="T3" fmla="*/ 0 h 69"/>
                  <a:gd name="T4" fmla="*/ 34 w 81"/>
                  <a:gd name="T5" fmla="*/ 124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69">
                    <a:moveTo>
                      <a:pt x="19" y="69"/>
                    </a:moveTo>
                    <a:cubicBezTo>
                      <a:pt x="19" y="69"/>
                      <a:pt x="0" y="10"/>
                      <a:pt x="64" y="0"/>
                    </a:cubicBezTo>
                    <a:cubicBezTo>
                      <a:pt x="64" y="0"/>
                      <a:pt x="81" y="58"/>
                      <a:pt x="19" y="6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55" name="Freeform 1033">
                <a:extLst>
                  <a:ext uri="{FF2B5EF4-FFF2-40B4-BE49-F238E27FC236}">
                    <a16:creationId xmlns:a16="http://schemas.microsoft.com/office/drawing/2014/main" id="{1134F5E0-5E48-4DE3-B63A-13C12FD35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337"/>
                <a:ext cx="97" cy="108"/>
              </a:xfrm>
              <a:custGeom>
                <a:avLst/>
                <a:gdLst>
                  <a:gd name="T0" fmla="*/ 69 w 80"/>
                  <a:gd name="T1" fmla="*/ 159 h 89"/>
                  <a:gd name="T2" fmla="*/ 72 w 80"/>
                  <a:gd name="T3" fmla="*/ 0 h 89"/>
                  <a:gd name="T4" fmla="*/ 69 w 80"/>
                  <a:gd name="T5" fmla="*/ 159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89">
                    <a:moveTo>
                      <a:pt x="39" y="89"/>
                    </a:moveTo>
                    <a:cubicBezTo>
                      <a:pt x="39" y="89"/>
                      <a:pt x="0" y="47"/>
                      <a:pt x="40" y="0"/>
                    </a:cubicBezTo>
                    <a:cubicBezTo>
                      <a:pt x="40" y="0"/>
                      <a:pt x="80" y="39"/>
                      <a:pt x="39" y="8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56" name="Freeform 1034">
                <a:extLst>
                  <a:ext uri="{FF2B5EF4-FFF2-40B4-BE49-F238E27FC236}">
                    <a16:creationId xmlns:a16="http://schemas.microsoft.com/office/drawing/2014/main" id="{26D2219C-82DD-4D91-9793-65582430C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237"/>
                <a:ext cx="116" cy="102"/>
              </a:xfrm>
              <a:custGeom>
                <a:avLst/>
                <a:gdLst>
                  <a:gd name="T0" fmla="*/ 160 w 96"/>
                  <a:gd name="T1" fmla="*/ 151 h 84"/>
                  <a:gd name="T2" fmla="*/ 30 w 96"/>
                  <a:gd name="T3" fmla="*/ 0 h 84"/>
                  <a:gd name="T4" fmla="*/ 160 w 96"/>
                  <a:gd name="T5" fmla="*/ 151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84">
                    <a:moveTo>
                      <a:pt x="90" y="84"/>
                    </a:moveTo>
                    <a:cubicBezTo>
                      <a:pt x="90" y="84"/>
                      <a:pt x="0" y="74"/>
                      <a:pt x="17" y="0"/>
                    </a:cubicBezTo>
                    <a:cubicBezTo>
                      <a:pt x="17" y="0"/>
                      <a:pt x="96" y="25"/>
                      <a:pt x="90" y="8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57" name="Freeform 1035">
                <a:extLst>
                  <a:ext uri="{FF2B5EF4-FFF2-40B4-BE49-F238E27FC236}">
                    <a16:creationId xmlns:a16="http://schemas.microsoft.com/office/drawing/2014/main" id="{4E6A91B6-BBFB-4096-A4D4-A58A91FBF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161"/>
                <a:ext cx="96" cy="117"/>
              </a:xfrm>
              <a:custGeom>
                <a:avLst/>
                <a:gdLst>
                  <a:gd name="T0" fmla="*/ 138 w 80"/>
                  <a:gd name="T1" fmla="*/ 111 h 97"/>
                  <a:gd name="T2" fmla="*/ 0 w 80"/>
                  <a:gd name="T3" fmla="*/ 66 h 97"/>
                  <a:gd name="T4" fmla="*/ 138 w 80"/>
                  <a:gd name="T5" fmla="*/ 111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97">
                    <a:moveTo>
                      <a:pt x="80" y="63"/>
                    </a:moveTo>
                    <a:cubicBezTo>
                      <a:pt x="80" y="63"/>
                      <a:pt x="30" y="97"/>
                      <a:pt x="0" y="38"/>
                    </a:cubicBezTo>
                    <a:cubicBezTo>
                      <a:pt x="0" y="38"/>
                      <a:pt x="56" y="0"/>
                      <a:pt x="80" y="6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58" name="Line 1036">
                <a:extLst>
                  <a:ext uri="{FF2B5EF4-FFF2-40B4-BE49-F238E27FC236}">
                    <a16:creationId xmlns:a16="http://schemas.microsoft.com/office/drawing/2014/main" id="{3034DD61-9A50-4F25-BA4C-F4175F6916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82" y="1674"/>
                <a:ext cx="1" cy="143"/>
              </a:xfrm>
              <a:prstGeom prst="lin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59" name="Freeform 1037">
                <a:extLst>
                  <a:ext uri="{FF2B5EF4-FFF2-40B4-BE49-F238E27FC236}">
                    <a16:creationId xmlns:a16="http://schemas.microsoft.com/office/drawing/2014/main" id="{FF11ABA5-EB07-4DC9-BCD6-1E77BBA1A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206"/>
                <a:ext cx="47" cy="21"/>
              </a:xfrm>
              <a:custGeom>
                <a:avLst/>
                <a:gdLst>
                  <a:gd name="T0" fmla="*/ 0 w 39"/>
                  <a:gd name="T1" fmla="*/ 0 h 18"/>
                  <a:gd name="T2" fmla="*/ 69 w 39"/>
                  <a:gd name="T3" fmla="*/ 27 h 18"/>
                  <a:gd name="T4" fmla="*/ 0 w 3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">
                    <a:moveTo>
                      <a:pt x="0" y="0"/>
                    </a:moveTo>
                    <a:cubicBezTo>
                      <a:pt x="0" y="0"/>
                      <a:pt x="14" y="18"/>
                      <a:pt x="39" y="17"/>
                    </a:cubicBezTo>
                    <a:cubicBezTo>
                      <a:pt x="39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60" name="Freeform 1038">
                <a:extLst>
                  <a:ext uri="{FF2B5EF4-FFF2-40B4-BE49-F238E27FC236}">
                    <a16:creationId xmlns:a16="http://schemas.microsoft.com/office/drawing/2014/main" id="{BABDED7E-A357-47E7-9F77-6F4D05378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1206"/>
                <a:ext cx="54" cy="25"/>
              </a:xfrm>
              <a:custGeom>
                <a:avLst/>
                <a:gdLst>
                  <a:gd name="T0" fmla="*/ 0 w 45"/>
                  <a:gd name="T1" fmla="*/ 0 h 21"/>
                  <a:gd name="T2" fmla="*/ 78 w 45"/>
                  <a:gd name="T3" fmla="*/ 30 h 21"/>
                  <a:gd name="T4" fmla="*/ 0 w 4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1">
                    <a:moveTo>
                      <a:pt x="0" y="0"/>
                    </a:moveTo>
                    <a:cubicBezTo>
                      <a:pt x="0" y="0"/>
                      <a:pt x="20" y="21"/>
                      <a:pt x="45" y="18"/>
                    </a:cubicBezTo>
                    <a:cubicBezTo>
                      <a:pt x="45" y="18"/>
                      <a:pt x="6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61" name="Freeform 1039">
                <a:extLst>
                  <a:ext uri="{FF2B5EF4-FFF2-40B4-BE49-F238E27FC236}">
                    <a16:creationId xmlns:a16="http://schemas.microsoft.com/office/drawing/2014/main" id="{CD9B3245-FE75-4C8C-BC6E-D0BDB9A89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208"/>
                <a:ext cx="70" cy="25"/>
              </a:xfrm>
              <a:custGeom>
                <a:avLst/>
                <a:gdLst>
                  <a:gd name="T0" fmla="*/ 0 w 58"/>
                  <a:gd name="T1" fmla="*/ 0 h 21"/>
                  <a:gd name="T2" fmla="*/ 101 w 58"/>
                  <a:gd name="T3" fmla="*/ 27 h 21"/>
                  <a:gd name="T4" fmla="*/ 0 w 5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1">
                    <a:moveTo>
                      <a:pt x="0" y="0"/>
                    </a:moveTo>
                    <a:cubicBezTo>
                      <a:pt x="0" y="0"/>
                      <a:pt x="25" y="21"/>
                      <a:pt x="58" y="16"/>
                    </a:cubicBezTo>
                    <a:cubicBezTo>
                      <a:pt x="58" y="16"/>
                      <a:pt x="12" y="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62" name="Freeform 1040">
                <a:extLst>
                  <a:ext uri="{FF2B5EF4-FFF2-40B4-BE49-F238E27FC236}">
                    <a16:creationId xmlns:a16="http://schemas.microsoft.com/office/drawing/2014/main" id="{EE4670A8-723F-4F26-BD71-52A09608F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208"/>
                <a:ext cx="71" cy="27"/>
              </a:xfrm>
              <a:custGeom>
                <a:avLst/>
                <a:gdLst>
                  <a:gd name="T0" fmla="*/ 0 w 59"/>
                  <a:gd name="T1" fmla="*/ 0 h 22"/>
                  <a:gd name="T2" fmla="*/ 102 w 59"/>
                  <a:gd name="T3" fmla="*/ 26 h 22"/>
                  <a:gd name="T4" fmla="*/ 0 w 59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0" y="0"/>
                      <a:pt x="31" y="22"/>
                      <a:pt x="59" y="14"/>
                    </a:cubicBezTo>
                    <a:cubicBezTo>
                      <a:pt x="59" y="14"/>
                      <a:pt x="20" y="16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63" name="Freeform 1041">
                <a:extLst>
                  <a:ext uri="{FF2B5EF4-FFF2-40B4-BE49-F238E27FC236}">
                    <a16:creationId xmlns:a16="http://schemas.microsoft.com/office/drawing/2014/main" id="{126F3124-22DA-46E2-B800-02D651764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207"/>
                <a:ext cx="80" cy="28"/>
              </a:xfrm>
              <a:custGeom>
                <a:avLst/>
                <a:gdLst>
                  <a:gd name="T0" fmla="*/ 0 w 66"/>
                  <a:gd name="T1" fmla="*/ 0 h 23"/>
                  <a:gd name="T2" fmla="*/ 118 w 66"/>
                  <a:gd name="T3" fmla="*/ 23 h 23"/>
                  <a:gd name="T4" fmla="*/ 0 w 6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0"/>
                    </a:moveTo>
                    <a:cubicBezTo>
                      <a:pt x="0" y="0"/>
                      <a:pt x="24" y="23"/>
                      <a:pt x="66" y="13"/>
                    </a:cubicBezTo>
                    <a:cubicBezTo>
                      <a:pt x="66" y="13"/>
                      <a:pt x="20" y="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64" name="Freeform 1042">
                <a:extLst>
                  <a:ext uri="{FF2B5EF4-FFF2-40B4-BE49-F238E27FC236}">
                    <a16:creationId xmlns:a16="http://schemas.microsoft.com/office/drawing/2014/main" id="{D57FA838-8AD7-4A79-9E4D-63BC1B827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206"/>
                <a:ext cx="62" cy="33"/>
              </a:xfrm>
              <a:custGeom>
                <a:avLst/>
                <a:gdLst>
                  <a:gd name="T0" fmla="*/ 0 w 51"/>
                  <a:gd name="T1" fmla="*/ 0 h 28"/>
                  <a:gd name="T2" fmla="*/ 91 w 51"/>
                  <a:gd name="T3" fmla="*/ 26 h 28"/>
                  <a:gd name="T4" fmla="*/ 0 w 51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8">
                    <a:moveTo>
                      <a:pt x="0" y="0"/>
                    </a:moveTo>
                    <a:cubicBezTo>
                      <a:pt x="0" y="0"/>
                      <a:pt x="27" y="28"/>
                      <a:pt x="51" y="16"/>
                    </a:cubicBezTo>
                    <a:cubicBezTo>
                      <a:pt x="51" y="16"/>
                      <a:pt x="12" y="12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65" name="Freeform 1043">
                <a:extLst>
                  <a:ext uri="{FF2B5EF4-FFF2-40B4-BE49-F238E27FC236}">
                    <a16:creationId xmlns:a16="http://schemas.microsoft.com/office/drawing/2014/main" id="{1EA417F1-337F-4BAD-B775-AC364F82E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208"/>
                <a:ext cx="60" cy="24"/>
              </a:xfrm>
              <a:custGeom>
                <a:avLst/>
                <a:gdLst>
                  <a:gd name="T0" fmla="*/ 0 w 50"/>
                  <a:gd name="T1" fmla="*/ 0 h 20"/>
                  <a:gd name="T2" fmla="*/ 86 w 50"/>
                  <a:gd name="T3" fmla="*/ 23 h 20"/>
                  <a:gd name="T4" fmla="*/ 0 w 5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0">
                    <a:moveTo>
                      <a:pt x="0" y="0"/>
                    </a:moveTo>
                    <a:cubicBezTo>
                      <a:pt x="0" y="0"/>
                      <a:pt x="25" y="20"/>
                      <a:pt x="50" y="13"/>
                    </a:cubicBezTo>
                    <a:cubicBezTo>
                      <a:pt x="50" y="13"/>
                      <a:pt x="8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66" name="Freeform 1044">
                <a:extLst>
                  <a:ext uri="{FF2B5EF4-FFF2-40B4-BE49-F238E27FC236}">
                    <a16:creationId xmlns:a16="http://schemas.microsoft.com/office/drawing/2014/main" id="{2CE33005-2A5C-4B94-86A8-3089038DE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01"/>
                <a:ext cx="28" cy="31"/>
              </a:xfrm>
              <a:custGeom>
                <a:avLst/>
                <a:gdLst>
                  <a:gd name="T0" fmla="*/ 0 w 23"/>
                  <a:gd name="T1" fmla="*/ 0 h 26"/>
                  <a:gd name="T2" fmla="*/ 41 w 23"/>
                  <a:gd name="T3" fmla="*/ 44 h 26"/>
                  <a:gd name="T4" fmla="*/ 0 w 2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">
                    <a:moveTo>
                      <a:pt x="0" y="0"/>
                    </a:moveTo>
                    <a:cubicBezTo>
                      <a:pt x="0" y="0"/>
                      <a:pt x="20" y="10"/>
                      <a:pt x="23" y="26"/>
                    </a:cubicBezTo>
                    <a:cubicBezTo>
                      <a:pt x="23" y="26"/>
                      <a:pt x="11" y="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67" name="Freeform 1045">
                <a:extLst>
                  <a:ext uri="{FF2B5EF4-FFF2-40B4-BE49-F238E27FC236}">
                    <a16:creationId xmlns:a16="http://schemas.microsoft.com/office/drawing/2014/main" id="{58ACD75C-CF40-41CA-9348-A2C4BB4A3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270"/>
                <a:ext cx="34" cy="61"/>
              </a:xfrm>
              <a:custGeom>
                <a:avLst/>
                <a:gdLst>
                  <a:gd name="T0" fmla="*/ 50 w 28"/>
                  <a:gd name="T1" fmla="*/ 87 h 51"/>
                  <a:gd name="T2" fmla="*/ 0 w 28"/>
                  <a:gd name="T3" fmla="*/ 0 h 51"/>
                  <a:gd name="T4" fmla="*/ 50 w 28"/>
                  <a:gd name="T5" fmla="*/ 87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1">
                    <a:moveTo>
                      <a:pt x="28" y="51"/>
                    </a:moveTo>
                    <a:cubicBezTo>
                      <a:pt x="28" y="51"/>
                      <a:pt x="24" y="11"/>
                      <a:pt x="0" y="0"/>
                    </a:cubicBezTo>
                    <a:cubicBezTo>
                      <a:pt x="0" y="0"/>
                      <a:pt x="21" y="21"/>
                      <a:pt x="28" y="51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68" name="Freeform 1046">
                <a:extLst>
                  <a:ext uri="{FF2B5EF4-FFF2-40B4-BE49-F238E27FC236}">
                    <a16:creationId xmlns:a16="http://schemas.microsoft.com/office/drawing/2014/main" id="{F80D4680-BDA6-4254-B1BC-A573A2824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360"/>
                <a:ext cx="24" cy="74"/>
              </a:xfrm>
              <a:custGeom>
                <a:avLst/>
                <a:gdLst>
                  <a:gd name="T0" fmla="*/ 35 w 20"/>
                  <a:gd name="T1" fmla="*/ 109 h 61"/>
                  <a:gd name="T2" fmla="*/ 23 w 20"/>
                  <a:gd name="T3" fmla="*/ 0 h 61"/>
                  <a:gd name="T4" fmla="*/ 35 w 20"/>
                  <a:gd name="T5" fmla="*/ 109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1">
                    <a:moveTo>
                      <a:pt x="20" y="61"/>
                    </a:moveTo>
                    <a:cubicBezTo>
                      <a:pt x="20" y="61"/>
                      <a:pt x="0" y="39"/>
                      <a:pt x="13" y="0"/>
                    </a:cubicBezTo>
                    <a:cubicBezTo>
                      <a:pt x="13" y="0"/>
                      <a:pt x="9" y="41"/>
                      <a:pt x="20" y="61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69" name="Freeform 1047">
                <a:extLst>
                  <a:ext uri="{FF2B5EF4-FFF2-40B4-BE49-F238E27FC236}">
                    <a16:creationId xmlns:a16="http://schemas.microsoft.com/office/drawing/2014/main" id="{7A679E0F-68E7-4837-8EA8-192828951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455"/>
                <a:ext cx="29" cy="54"/>
              </a:xfrm>
              <a:custGeom>
                <a:avLst/>
                <a:gdLst>
                  <a:gd name="T0" fmla="*/ 30 w 24"/>
                  <a:gd name="T1" fmla="*/ 0 h 45"/>
                  <a:gd name="T2" fmla="*/ 0 w 24"/>
                  <a:gd name="T3" fmla="*/ 78 h 45"/>
                  <a:gd name="T4" fmla="*/ 30 w 24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5">
                    <a:moveTo>
                      <a:pt x="17" y="0"/>
                    </a:moveTo>
                    <a:cubicBezTo>
                      <a:pt x="17" y="0"/>
                      <a:pt x="24" y="25"/>
                      <a:pt x="0" y="45"/>
                    </a:cubicBezTo>
                    <a:cubicBezTo>
                      <a:pt x="0" y="45"/>
                      <a:pt x="17" y="19"/>
                      <a:pt x="17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70" name="Freeform 1048">
                <a:extLst>
                  <a:ext uri="{FF2B5EF4-FFF2-40B4-BE49-F238E27FC236}">
                    <a16:creationId xmlns:a16="http://schemas.microsoft.com/office/drawing/2014/main" id="{396AE703-66D1-4C0E-8804-644677701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571"/>
                <a:ext cx="65" cy="24"/>
              </a:xfrm>
              <a:custGeom>
                <a:avLst/>
                <a:gdLst>
                  <a:gd name="T0" fmla="*/ 0 w 54"/>
                  <a:gd name="T1" fmla="*/ 10 h 20"/>
                  <a:gd name="T2" fmla="*/ 94 w 54"/>
                  <a:gd name="T3" fmla="*/ 0 h 20"/>
                  <a:gd name="T4" fmla="*/ 0 w 54"/>
                  <a:gd name="T5" fmla="*/ 1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0">
                    <a:moveTo>
                      <a:pt x="0" y="6"/>
                    </a:moveTo>
                    <a:cubicBezTo>
                      <a:pt x="0" y="6"/>
                      <a:pt x="24" y="20"/>
                      <a:pt x="54" y="0"/>
                    </a:cubicBezTo>
                    <a:cubicBezTo>
                      <a:pt x="54" y="0"/>
                      <a:pt x="23" y="14"/>
                      <a:pt x="0" y="6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71" name="Freeform 1049">
                <a:extLst>
                  <a:ext uri="{FF2B5EF4-FFF2-40B4-BE49-F238E27FC236}">
                    <a16:creationId xmlns:a16="http://schemas.microsoft.com/office/drawing/2014/main" id="{504E3DBC-DB8E-4678-A749-436E8BCB7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610"/>
                <a:ext cx="66" cy="19"/>
              </a:xfrm>
              <a:custGeom>
                <a:avLst/>
                <a:gdLst>
                  <a:gd name="T0" fmla="*/ 0 w 55"/>
                  <a:gd name="T1" fmla="*/ 2 h 16"/>
                  <a:gd name="T2" fmla="*/ 0 w 55"/>
                  <a:gd name="T3" fmla="*/ 2 h 16"/>
                  <a:gd name="T4" fmla="*/ 95 w 55"/>
                  <a:gd name="T5" fmla="*/ 0 h 16"/>
                  <a:gd name="T6" fmla="*/ 0 w 55"/>
                  <a:gd name="T7" fmla="*/ 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6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27" y="16"/>
                      <a:pt x="55" y="0"/>
                    </a:cubicBezTo>
                    <a:cubicBezTo>
                      <a:pt x="55" y="0"/>
                      <a:pt x="31" y="10"/>
                      <a:pt x="0" y="2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72" name="Freeform 1050">
                <a:extLst>
                  <a:ext uri="{FF2B5EF4-FFF2-40B4-BE49-F238E27FC236}">
                    <a16:creationId xmlns:a16="http://schemas.microsoft.com/office/drawing/2014/main" id="{0F1493B3-F172-4CBE-AC15-56F6F93CD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630"/>
                <a:ext cx="63" cy="22"/>
              </a:xfrm>
              <a:custGeom>
                <a:avLst/>
                <a:gdLst>
                  <a:gd name="T0" fmla="*/ 0 w 52"/>
                  <a:gd name="T1" fmla="*/ 0 h 18"/>
                  <a:gd name="T2" fmla="*/ 92 w 52"/>
                  <a:gd name="T3" fmla="*/ 16 h 18"/>
                  <a:gd name="T4" fmla="*/ 0 w 5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8">
                    <a:moveTo>
                      <a:pt x="0" y="0"/>
                    </a:moveTo>
                    <a:cubicBezTo>
                      <a:pt x="0" y="0"/>
                      <a:pt x="25" y="18"/>
                      <a:pt x="52" y="9"/>
                    </a:cubicBezTo>
                    <a:cubicBezTo>
                      <a:pt x="52" y="9"/>
                      <a:pt x="12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73" name="Freeform 1051">
                <a:extLst>
                  <a:ext uri="{FF2B5EF4-FFF2-40B4-BE49-F238E27FC236}">
                    <a16:creationId xmlns:a16="http://schemas.microsoft.com/office/drawing/2014/main" id="{128571FF-59A3-49F5-AF33-C1DCAEEB0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642"/>
                <a:ext cx="59" cy="18"/>
              </a:xfrm>
              <a:custGeom>
                <a:avLst/>
                <a:gdLst>
                  <a:gd name="T0" fmla="*/ 0 w 49"/>
                  <a:gd name="T1" fmla="*/ 0 h 15"/>
                  <a:gd name="T2" fmla="*/ 85 w 49"/>
                  <a:gd name="T3" fmla="*/ 16 h 15"/>
                  <a:gd name="T4" fmla="*/ 0 w 4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5">
                    <a:moveTo>
                      <a:pt x="0" y="0"/>
                    </a:moveTo>
                    <a:cubicBezTo>
                      <a:pt x="0" y="0"/>
                      <a:pt x="21" y="15"/>
                      <a:pt x="49" y="9"/>
                    </a:cubicBezTo>
                    <a:cubicBezTo>
                      <a:pt x="49" y="9"/>
                      <a:pt x="13" y="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74" name="Freeform 1052">
                <a:extLst>
                  <a:ext uri="{FF2B5EF4-FFF2-40B4-BE49-F238E27FC236}">
                    <a16:creationId xmlns:a16="http://schemas.microsoft.com/office/drawing/2014/main" id="{E18F1405-0531-4F3F-9382-44ECCED2C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653"/>
                <a:ext cx="70" cy="28"/>
              </a:xfrm>
              <a:custGeom>
                <a:avLst/>
                <a:gdLst>
                  <a:gd name="T0" fmla="*/ 0 w 58"/>
                  <a:gd name="T1" fmla="*/ 0 h 23"/>
                  <a:gd name="T2" fmla="*/ 101 w 58"/>
                  <a:gd name="T3" fmla="*/ 16 h 23"/>
                  <a:gd name="T4" fmla="*/ 0 w 5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3">
                    <a:moveTo>
                      <a:pt x="0" y="0"/>
                    </a:moveTo>
                    <a:cubicBezTo>
                      <a:pt x="0" y="0"/>
                      <a:pt x="34" y="23"/>
                      <a:pt x="58" y="9"/>
                    </a:cubicBezTo>
                    <a:cubicBezTo>
                      <a:pt x="58" y="9"/>
                      <a:pt x="12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75" name="Freeform 1053">
                <a:extLst>
                  <a:ext uri="{FF2B5EF4-FFF2-40B4-BE49-F238E27FC236}">
                    <a16:creationId xmlns:a16="http://schemas.microsoft.com/office/drawing/2014/main" id="{23C05383-1FB6-4E7B-BF3A-0443693BF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662"/>
                <a:ext cx="63" cy="23"/>
              </a:xfrm>
              <a:custGeom>
                <a:avLst/>
                <a:gdLst>
                  <a:gd name="T0" fmla="*/ 0 w 52"/>
                  <a:gd name="T1" fmla="*/ 0 h 19"/>
                  <a:gd name="T2" fmla="*/ 92 w 52"/>
                  <a:gd name="T3" fmla="*/ 18 h 19"/>
                  <a:gd name="T4" fmla="*/ 0 w 5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9">
                    <a:moveTo>
                      <a:pt x="0" y="0"/>
                    </a:moveTo>
                    <a:cubicBezTo>
                      <a:pt x="0" y="0"/>
                      <a:pt x="27" y="19"/>
                      <a:pt x="52" y="10"/>
                    </a:cubicBezTo>
                    <a:cubicBezTo>
                      <a:pt x="52" y="10"/>
                      <a:pt x="17" y="12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76" name="Freeform 1054">
                <a:extLst>
                  <a:ext uri="{FF2B5EF4-FFF2-40B4-BE49-F238E27FC236}">
                    <a16:creationId xmlns:a16="http://schemas.microsoft.com/office/drawing/2014/main" id="{001362CA-9D0E-483D-B03F-EC1F294CB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669"/>
                <a:ext cx="61" cy="25"/>
              </a:xfrm>
              <a:custGeom>
                <a:avLst/>
                <a:gdLst>
                  <a:gd name="T0" fmla="*/ 0 w 51"/>
                  <a:gd name="T1" fmla="*/ 0 h 21"/>
                  <a:gd name="T2" fmla="*/ 87 w 51"/>
                  <a:gd name="T3" fmla="*/ 18 h 21"/>
                  <a:gd name="T4" fmla="*/ 0 w 51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1">
                    <a:moveTo>
                      <a:pt x="0" y="0"/>
                    </a:moveTo>
                    <a:cubicBezTo>
                      <a:pt x="0" y="0"/>
                      <a:pt x="30" y="21"/>
                      <a:pt x="51" y="11"/>
                    </a:cubicBezTo>
                    <a:cubicBezTo>
                      <a:pt x="51" y="11"/>
                      <a:pt x="14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77" name="Freeform 1055">
                <a:extLst>
                  <a:ext uri="{FF2B5EF4-FFF2-40B4-BE49-F238E27FC236}">
                    <a16:creationId xmlns:a16="http://schemas.microsoft.com/office/drawing/2014/main" id="{156559C3-58B1-4C1C-9B06-C481E058F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673"/>
                <a:ext cx="49" cy="23"/>
              </a:xfrm>
              <a:custGeom>
                <a:avLst/>
                <a:gdLst>
                  <a:gd name="T0" fmla="*/ 0 w 41"/>
                  <a:gd name="T1" fmla="*/ 0 h 19"/>
                  <a:gd name="T2" fmla="*/ 71 w 41"/>
                  <a:gd name="T3" fmla="*/ 28 h 19"/>
                  <a:gd name="T4" fmla="*/ 0 w 4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9">
                    <a:moveTo>
                      <a:pt x="0" y="0"/>
                    </a:moveTo>
                    <a:cubicBezTo>
                      <a:pt x="0" y="0"/>
                      <a:pt x="22" y="19"/>
                      <a:pt x="41" y="16"/>
                    </a:cubicBezTo>
                    <a:cubicBezTo>
                      <a:pt x="41" y="16"/>
                      <a:pt x="8" y="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78" name="Line 1056">
                <a:extLst>
                  <a:ext uri="{FF2B5EF4-FFF2-40B4-BE49-F238E27FC236}">
                    <a16:creationId xmlns:a16="http://schemas.microsoft.com/office/drawing/2014/main" id="{308C179D-EDA7-4101-8B91-96BCE9B804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6" y="1011"/>
                <a:ext cx="1" cy="19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79" name="Line 1057">
                <a:extLst>
                  <a:ext uri="{FF2B5EF4-FFF2-40B4-BE49-F238E27FC236}">
                    <a16:creationId xmlns:a16="http://schemas.microsoft.com/office/drawing/2014/main" id="{E205D1A2-8423-4B65-8AA5-D69FEF00F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4" y="1577"/>
                <a:ext cx="1" cy="39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80" name="Freeform 1058">
                <a:extLst>
                  <a:ext uri="{FF2B5EF4-FFF2-40B4-BE49-F238E27FC236}">
                    <a16:creationId xmlns:a16="http://schemas.microsoft.com/office/drawing/2014/main" id="{AAA31875-ABE5-4F5C-9A32-89F9D0C67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244"/>
                <a:ext cx="517" cy="40"/>
              </a:xfrm>
              <a:custGeom>
                <a:avLst/>
                <a:gdLst>
                  <a:gd name="T0" fmla="*/ 0 w 429"/>
                  <a:gd name="T1" fmla="*/ 0 h 33"/>
                  <a:gd name="T2" fmla="*/ 345 w 429"/>
                  <a:gd name="T3" fmla="*/ 25 h 33"/>
                  <a:gd name="T4" fmla="*/ 751 w 429"/>
                  <a:gd name="T5" fmla="*/ 2 h 33"/>
                  <a:gd name="T6" fmla="*/ 512 w 429"/>
                  <a:gd name="T7" fmla="*/ 56 h 33"/>
                  <a:gd name="T8" fmla="*/ 283 w 429"/>
                  <a:gd name="T9" fmla="*/ 56 h 33"/>
                  <a:gd name="T10" fmla="*/ 100 w 429"/>
                  <a:gd name="T11" fmla="*/ 42 h 33"/>
                  <a:gd name="T12" fmla="*/ 12 w 429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9" h="33">
                    <a:moveTo>
                      <a:pt x="0" y="0"/>
                    </a:moveTo>
                    <a:cubicBezTo>
                      <a:pt x="47" y="29"/>
                      <a:pt x="143" y="11"/>
                      <a:pt x="197" y="14"/>
                    </a:cubicBezTo>
                    <a:cubicBezTo>
                      <a:pt x="274" y="17"/>
                      <a:pt x="351" y="4"/>
                      <a:pt x="429" y="2"/>
                    </a:cubicBezTo>
                    <a:cubicBezTo>
                      <a:pt x="381" y="17"/>
                      <a:pt x="344" y="31"/>
                      <a:pt x="293" y="31"/>
                    </a:cubicBezTo>
                    <a:cubicBezTo>
                      <a:pt x="249" y="31"/>
                      <a:pt x="206" y="33"/>
                      <a:pt x="162" y="31"/>
                    </a:cubicBezTo>
                    <a:cubicBezTo>
                      <a:pt x="128" y="29"/>
                      <a:pt x="91" y="32"/>
                      <a:pt x="57" y="24"/>
                    </a:cubicBezTo>
                    <a:cubicBezTo>
                      <a:pt x="37" y="19"/>
                      <a:pt x="25" y="5"/>
                      <a:pt x="7" y="0"/>
                    </a:cubicBezTo>
                  </a:path>
                </a:pathLst>
              </a:custGeom>
              <a:solidFill>
                <a:srgbClr val="F98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81" name="Freeform 1059">
                <a:extLst>
                  <a:ext uri="{FF2B5EF4-FFF2-40B4-BE49-F238E27FC236}">
                    <a16:creationId xmlns:a16="http://schemas.microsoft.com/office/drawing/2014/main" id="{5FB0DFC8-F7CB-45A3-8A19-DC62281C6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273"/>
                <a:ext cx="299" cy="11"/>
              </a:xfrm>
              <a:custGeom>
                <a:avLst/>
                <a:gdLst>
                  <a:gd name="T0" fmla="*/ 1 w 248"/>
                  <a:gd name="T1" fmla="*/ 9 h 9"/>
                  <a:gd name="T2" fmla="*/ 86 w 248"/>
                  <a:gd name="T3" fmla="*/ 11 h 9"/>
                  <a:gd name="T4" fmla="*/ 222 w 248"/>
                  <a:gd name="T5" fmla="*/ 13 h 9"/>
                  <a:gd name="T6" fmla="*/ 434 w 248"/>
                  <a:gd name="T7" fmla="*/ 0 h 9"/>
                  <a:gd name="T8" fmla="*/ 309 w 248"/>
                  <a:gd name="T9" fmla="*/ 2 h 9"/>
                  <a:gd name="T10" fmla="*/ 184 w 248"/>
                  <a:gd name="T11" fmla="*/ 2 h 9"/>
                  <a:gd name="T12" fmla="*/ 54 w 248"/>
                  <a:gd name="T13" fmla="*/ 7 h 9"/>
                  <a:gd name="T14" fmla="*/ 0 w 248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8" h="9">
                    <a:moveTo>
                      <a:pt x="1" y="5"/>
                    </a:moveTo>
                    <a:cubicBezTo>
                      <a:pt x="17" y="5"/>
                      <a:pt x="33" y="5"/>
                      <a:pt x="49" y="6"/>
                    </a:cubicBezTo>
                    <a:cubicBezTo>
                      <a:pt x="75" y="7"/>
                      <a:pt x="101" y="6"/>
                      <a:pt x="127" y="7"/>
                    </a:cubicBezTo>
                    <a:cubicBezTo>
                      <a:pt x="168" y="9"/>
                      <a:pt x="211" y="6"/>
                      <a:pt x="248" y="0"/>
                    </a:cubicBezTo>
                    <a:cubicBezTo>
                      <a:pt x="224" y="0"/>
                      <a:pt x="200" y="2"/>
                      <a:pt x="176" y="2"/>
                    </a:cubicBezTo>
                    <a:cubicBezTo>
                      <a:pt x="153" y="2"/>
                      <a:pt x="128" y="2"/>
                      <a:pt x="105" y="2"/>
                    </a:cubicBezTo>
                    <a:cubicBezTo>
                      <a:pt x="80" y="2"/>
                      <a:pt x="56" y="3"/>
                      <a:pt x="31" y="4"/>
                    </a:cubicBezTo>
                    <a:cubicBezTo>
                      <a:pt x="22" y="4"/>
                      <a:pt x="7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82" name="Freeform 1060">
                <a:extLst>
                  <a:ext uri="{FF2B5EF4-FFF2-40B4-BE49-F238E27FC236}">
                    <a16:creationId xmlns:a16="http://schemas.microsoft.com/office/drawing/2014/main" id="{7368561D-66D5-4B83-9290-9E0D4E3B7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985"/>
                <a:ext cx="1115" cy="986"/>
              </a:xfrm>
              <a:custGeom>
                <a:avLst/>
                <a:gdLst>
                  <a:gd name="T0" fmla="*/ 1592 w 926"/>
                  <a:gd name="T1" fmla="*/ 762 h 815"/>
                  <a:gd name="T2" fmla="*/ 8 w 926"/>
                  <a:gd name="T3" fmla="*/ 36 h 815"/>
                  <a:gd name="T4" fmla="*/ 2 w 926"/>
                  <a:gd name="T5" fmla="*/ 36 h 815"/>
                  <a:gd name="T6" fmla="*/ 2 w 926"/>
                  <a:gd name="T7" fmla="*/ 322 h 815"/>
                  <a:gd name="T8" fmla="*/ 1 w 926"/>
                  <a:gd name="T9" fmla="*/ 323 h 815"/>
                  <a:gd name="T10" fmla="*/ 142 w 926"/>
                  <a:gd name="T11" fmla="*/ 375 h 815"/>
                  <a:gd name="T12" fmla="*/ 142 w 926"/>
                  <a:gd name="T13" fmla="*/ 370 h 815"/>
                  <a:gd name="T14" fmla="*/ 264 w 926"/>
                  <a:gd name="T15" fmla="*/ 521 h 815"/>
                  <a:gd name="T16" fmla="*/ 264 w 926"/>
                  <a:gd name="T17" fmla="*/ 517 h 815"/>
                  <a:gd name="T18" fmla="*/ 264 w 926"/>
                  <a:gd name="T19" fmla="*/ 674 h 815"/>
                  <a:gd name="T20" fmla="*/ 267 w 926"/>
                  <a:gd name="T21" fmla="*/ 674 h 815"/>
                  <a:gd name="T22" fmla="*/ 262 w 926"/>
                  <a:gd name="T23" fmla="*/ 671 h 815"/>
                  <a:gd name="T24" fmla="*/ 185 w 926"/>
                  <a:gd name="T25" fmla="*/ 792 h 815"/>
                  <a:gd name="T26" fmla="*/ 185 w 926"/>
                  <a:gd name="T27" fmla="*/ 790 h 815"/>
                  <a:gd name="T28" fmla="*/ 0 w 926"/>
                  <a:gd name="T29" fmla="*/ 871 h 815"/>
                  <a:gd name="T30" fmla="*/ 2 w 926"/>
                  <a:gd name="T31" fmla="*/ 872 h 815"/>
                  <a:gd name="T32" fmla="*/ 2 w 926"/>
                  <a:gd name="T33" fmla="*/ 1443 h 815"/>
                  <a:gd name="T34" fmla="*/ 0 w 926"/>
                  <a:gd name="T35" fmla="*/ 1443 h 815"/>
                  <a:gd name="T36" fmla="*/ 8 w 926"/>
                  <a:gd name="T37" fmla="*/ 1443 h 815"/>
                  <a:gd name="T38" fmla="*/ 1592 w 926"/>
                  <a:gd name="T39" fmla="*/ 762 h 8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26" h="815">
                    <a:moveTo>
                      <a:pt x="912" y="431"/>
                    </a:moveTo>
                    <a:cubicBezTo>
                      <a:pt x="896" y="0"/>
                      <a:pt x="163" y="21"/>
                      <a:pt x="5" y="21"/>
                    </a:cubicBezTo>
                    <a:cubicBezTo>
                      <a:pt x="4" y="21"/>
                      <a:pt x="3" y="21"/>
                      <a:pt x="2" y="21"/>
                    </a:cubicBezTo>
                    <a:cubicBezTo>
                      <a:pt x="2" y="182"/>
                      <a:pt x="2" y="182"/>
                      <a:pt x="2" y="182"/>
                    </a:cubicBezTo>
                    <a:cubicBezTo>
                      <a:pt x="1" y="183"/>
                      <a:pt x="1" y="183"/>
                      <a:pt x="1" y="183"/>
                    </a:cubicBezTo>
                    <a:cubicBezTo>
                      <a:pt x="29" y="237"/>
                      <a:pt x="74" y="216"/>
                      <a:pt x="81" y="212"/>
                    </a:cubicBezTo>
                    <a:cubicBezTo>
                      <a:pt x="82" y="212"/>
                      <a:pt x="80" y="209"/>
                      <a:pt x="81" y="209"/>
                    </a:cubicBezTo>
                    <a:cubicBezTo>
                      <a:pt x="66" y="275"/>
                      <a:pt x="137" y="292"/>
                      <a:pt x="151" y="294"/>
                    </a:cubicBezTo>
                    <a:cubicBezTo>
                      <a:pt x="151" y="295"/>
                      <a:pt x="151" y="292"/>
                      <a:pt x="151" y="292"/>
                    </a:cubicBezTo>
                    <a:cubicBezTo>
                      <a:pt x="117" y="336"/>
                      <a:pt x="147" y="375"/>
                      <a:pt x="151" y="380"/>
                    </a:cubicBezTo>
                    <a:cubicBezTo>
                      <a:pt x="151" y="380"/>
                      <a:pt x="153" y="380"/>
                      <a:pt x="153" y="380"/>
                    </a:cubicBezTo>
                    <a:cubicBezTo>
                      <a:pt x="153" y="380"/>
                      <a:pt x="151" y="379"/>
                      <a:pt x="150" y="379"/>
                    </a:cubicBezTo>
                    <a:cubicBezTo>
                      <a:pt x="95" y="388"/>
                      <a:pt x="103" y="436"/>
                      <a:pt x="106" y="447"/>
                    </a:cubicBezTo>
                    <a:cubicBezTo>
                      <a:pt x="105" y="447"/>
                      <a:pt x="107" y="446"/>
                      <a:pt x="106" y="446"/>
                    </a:cubicBezTo>
                    <a:cubicBezTo>
                      <a:pt x="40" y="422"/>
                      <a:pt x="0" y="492"/>
                      <a:pt x="0" y="492"/>
                    </a:cubicBezTo>
                    <a:cubicBezTo>
                      <a:pt x="1" y="493"/>
                      <a:pt x="2" y="493"/>
                      <a:pt x="2" y="493"/>
                    </a:cubicBezTo>
                    <a:cubicBezTo>
                      <a:pt x="2" y="815"/>
                      <a:pt x="2" y="815"/>
                      <a:pt x="2" y="815"/>
                    </a:cubicBezTo>
                    <a:cubicBezTo>
                      <a:pt x="0" y="815"/>
                      <a:pt x="0" y="815"/>
                      <a:pt x="0" y="815"/>
                    </a:cubicBezTo>
                    <a:cubicBezTo>
                      <a:pt x="2" y="815"/>
                      <a:pt x="3" y="815"/>
                      <a:pt x="5" y="815"/>
                    </a:cubicBezTo>
                    <a:cubicBezTo>
                      <a:pt x="163" y="815"/>
                      <a:pt x="926" y="807"/>
                      <a:pt x="912" y="43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83" name="Freeform 1061">
                <a:extLst>
                  <a:ext uri="{FF2B5EF4-FFF2-40B4-BE49-F238E27FC236}">
                    <a16:creationId xmlns:a16="http://schemas.microsoft.com/office/drawing/2014/main" id="{966BA737-3F49-40BE-9B60-77A2A9C5A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396"/>
                <a:ext cx="1014" cy="336"/>
              </a:xfrm>
              <a:custGeom>
                <a:avLst/>
                <a:gdLst>
                  <a:gd name="T0" fmla="*/ 196 w 842"/>
                  <a:gd name="T1" fmla="*/ 450 h 278"/>
                  <a:gd name="T2" fmla="*/ 531 w 842"/>
                  <a:gd name="T3" fmla="*/ 479 h 278"/>
                  <a:gd name="T4" fmla="*/ 761 w 842"/>
                  <a:gd name="T5" fmla="*/ 442 h 278"/>
                  <a:gd name="T6" fmla="*/ 972 w 842"/>
                  <a:gd name="T7" fmla="*/ 415 h 278"/>
                  <a:gd name="T8" fmla="*/ 1215 w 842"/>
                  <a:gd name="T9" fmla="*/ 355 h 278"/>
                  <a:gd name="T10" fmla="*/ 1342 w 842"/>
                  <a:gd name="T11" fmla="*/ 278 h 278"/>
                  <a:gd name="T12" fmla="*/ 1422 w 842"/>
                  <a:gd name="T13" fmla="*/ 34 h 278"/>
                  <a:gd name="T14" fmla="*/ 1342 w 842"/>
                  <a:gd name="T15" fmla="*/ 22 h 278"/>
                  <a:gd name="T16" fmla="*/ 1162 w 842"/>
                  <a:gd name="T17" fmla="*/ 33 h 278"/>
                  <a:gd name="T18" fmla="*/ 918 w 842"/>
                  <a:gd name="T19" fmla="*/ 62 h 278"/>
                  <a:gd name="T20" fmla="*/ 623 w 842"/>
                  <a:gd name="T21" fmla="*/ 73 h 278"/>
                  <a:gd name="T22" fmla="*/ 349 w 842"/>
                  <a:gd name="T23" fmla="*/ 91 h 278"/>
                  <a:gd name="T24" fmla="*/ 194 w 842"/>
                  <a:gd name="T25" fmla="*/ 108 h 278"/>
                  <a:gd name="T26" fmla="*/ 183 w 842"/>
                  <a:gd name="T27" fmla="*/ 189 h 278"/>
                  <a:gd name="T28" fmla="*/ 183 w 842"/>
                  <a:gd name="T29" fmla="*/ 189 h 278"/>
                  <a:gd name="T30" fmla="*/ 0 w 842"/>
                  <a:gd name="T31" fmla="*/ 271 h 278"/>
                  <a:gd name="T32" fmla="*/ 1 w 842"/>
                  <a:gd name="T33" fmla="*/ 272 h 278"/>
                  <a:gd name="T34" fmla="*/ 1 w 842"/>
                  <a:gd name="T35" fmla="*/ 388 h 278"/>
                  <a:gd name="T36" fmla="*/ 196 w 842"/>
                  <a:gd name="T37" fmla="*/ 450 h 2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42" h="278">
                    <a:moveTo>
                      <a:pt x="112" y="255"/>
                    </a:moveTo>
                    <a:cubicBezTo>
                      <a:pt x="178" y="266"/>
                      <a:pt x="237" y="278"/>
                      <a:pt x="304" y="271"/>
                    </a:cubicBezTo>
                    <a:cubicBezTo>
                      <a:pt x="348" y="266"/>
                      <a:pt x="392" y="256"/>
                      <a:pt x="436" y="251"/>
                    </a:cubicBezTo>
                    <a:cubicBezTo>
                      <a:pt x="476" y="247"/>
                      <a:pt x="516" y="241"/>
                      <a:pt x="556" y="235"/>
                    </a:cubicBezTo>
                    <a:cubicBezTo>
                      <a:pt x="605" y="228"/>
                      <a:pt x="649" y="212"/>
                      <a:pt x="696" y="201"/>
                    </a:cubicBezTo>
                    <a:cubicBezTo>
                      <a:pt x="729" y="193"/>
                      <a:pt x="746" y="186"/>
                      <a:pt x="768" y="157"/>
                    </a:cubicBezTo>
                    <a:cubicBezTo>
                      <a:pt x="797" y="117"/>
                      <a:pt x="775" y="48"/>
                      <a:pt x="815" y="19"/>
                    </a:cubicBezTo>
                    <a:cubicBezTo>
                      <a:pt x="842" y="0"/>
                      <a:pt x="792" y="9"/>
                      <a:pt x="768" y="12"/>
                    </a:cubicBezTo>
                    <a:cubicBezTo>
                      <a:pt x="716" y="17"/>
                      <a:pt x="698" y="10"/>
                      <a:pt x="665" y="18"/>
                    </a:cubicBezTo>
                    <a:cubicBezTo>
                      <a:pt x="616" y="30"/>
                      <a:pt x="577" y="32"/>
                      <a:pt x="526" y="35"/>
                    </a:cubicBezTo>
                    <a:cubicBezTo>
                      <a:pt x="468" y="39"/>
                      <a:pt x="416" y="39"/>
                      <a:pt x="356" y="41"/>
                    </a:cubicBezTo>
                    <a:cubicBezTo>
                      <a:pt x="309" y="43"/>
                      <a:pt x="247" y="43"/>
                      <a:pt x="200" y="51"/>
                    </a:cubicBezTo>
                    <a:cubicBezTo>
                      <a:pt x="172" y="56"/>
                      <a:pt x="140" y="62"/>
                      <a:pt x="111" y="61"/>
                    </a:cubicBezTo>
                    <a:cubicBezTo>
                      <a:pt x="98" y="78"/>
                      <a:pt x="103" y="101"/>
                      <a:pt x="105" y="107"/>
                    </a:cubicBezTo>
                    <a:cubicBezTo>
                      <a:pt x="105" y="108"/>
                      <a:pt x="106" y="107"/>
                      <a:pt x="105" y="107"/>
                    </a:cubicBezTo>
                    <a:cubicBezTo>
                      <a:pt x="39" y="83"/>
                      <a:pt x="0" y="153"/>
                      <a:pt x="0" y="153"/>
                    </a:cubicBezTo>
                    <a:cubicBezTo>
                      <a:pt x="0" y="153"/>
                      <a:pt x="1" y="153"/>
                      <a:pt x="1" y="154"/>
                    </a:cubicBezTo>
                    <a:cubicBezTo>
                      <a:pt x="1" y="220"/>
                      <a:pt x="1" y="220"/>
                      <a:pt x="1" y="220"/>
                    </a:cubicBezTo>
                    <a:cubicBezTo>
                      <a:pt x="32" y="242"/>
                      <a:pt x="74" y="249"/>
                      <a:pt x="112" y="255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84" name="Freeform 1062">
                <a:extLst>
                  <a:ext uri="{FF2B5EF4-FFF2-40B4-BE49-F238E27FC236}">
                    <a16:creationId xmlns:a16="http://schemas.microsoft.com/office/drawing/2014/main" id="{0E5394C0-1324-4622-A7A3-8268356952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7" y="1410"/>
                <a:ext cx="1023" cy="232"/>
              </a:xfrm>
              <a:custGeom>
                <a:avLst/>
                <a:gdLst>
                  <a:gd name="T0" fmla="*/ 1323 w 850"/>
                  <a:gd name="T1" fmla="*/ 30 h 192"/>
                  <a:gd name="T2" fmla="*/ 1198 w 850"/>
                  <a:gd name="T3" fmla="*/ 44 h 192"/>
                  <a:gd name="T4" fmla="*/ 962 w 850"/>
                  <a:gd name="T5" fmla="*/ 100 h 192"/>
                  <a:gd name="T6" fmla="*/ 674 w 850"/>
                  <a:gd name="T7" fmla="*/ 138 h 192"/>
                  <a:gd name="T8" fmla="*/ 266 w 850"/>
                  <a:gd name="T9" fmla="*/ 155 h 192"/>
                  <a:gd name="T10" fmla="*/ 173 w 850"/>
                  <a:gd name="T11" fmla="*/ 155 h 192"/>
                  <a:gd name="T12" fmla="*/ 178 w 850"/>
                  <a:gd name="T13" fmla="*/ 168 h 192"/>
                  <a:gd name="T14" fmla="*/ 113 w 850"/>
                  <a:gd name="T15" fmla="*/ 161 h 192"/>
                  <a:gd name="T16" fmla="*/ 97 w 850"/>
                  <a:gd name="T17" fmla="*/ 163 h 192"/>
                  <a:gd name="T18" fmla="*/ 0 w 850"/>
                  <a:gd name="T19" fmla="*/ 239 h 192"/>
                  <a:gd name="T20" fmla="*/ 0 w 850"/>
                  <a:gd name="T21" fmla="*/ 306 h 192"/>
                  <a:gd name="T22" fmla="*/ 538 w 850"/>
                  <a:gd name="T23" fmla="*/ 307 h 192"/>
                  <a:gd name="T24" fmla="*/ 1009 w 850"/>
                  <a:gd name="T25" fmla="*/ 273 h 192"/>
                  <a:gd name="T26" fmla="*/ 1430 w 850"/>
                  <a:gd name="T27" fmla="*/ 149 h 192"/>
                  <a:gd name="T28" fmla="*/ 1323 w 850"/>
                  <a:gd name="T29" fmla="*/ 30 h 192"/>
                  <a:gd name="T30" fmla="*/ 178 w 850"/>
                  <a:gd name="T31" fmla="*/ 169 h 192"/>
                  <a:gd name="T32" fmla="*/ 178 w 850"/>
                  <a:gd name="T33" fmla="*/ 169 h 192"/>
                  <a:gd name="T34" fmla="*/ 178 w 850"/>
                  <a:gd name="T35" fmla="*/ 169 h 1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50" h="192">
                    <a:moveTo>
                      <a:pt x="759" y="17"/>
                    </a:moveTo>
                    <a:cubicBezTo>
                      <a:pt x="741" y="20"/>
                      <a:pt x="716" y="18"/>
                      <a:pt x="687" y="25"/>
                    </a:cubicBezTo>
                    <a:cubicBezTo>
                      <a:pt x="650" y="34"/>
                      <a:pt x="589" y="51"/>
                      <a:pt x="552" y="57"/>
                    </a:cubicBezTo>
                    <a:cubicBezTo>
                      <a:pt x="479" y="70"/>
                      <a:pt x="458" y="68"/>
                      <a:pt x="386" y="78"/>
                    </a:cubicBezTo>
                    <a:cubicBezTo>
                      <a:pt x="317" y="89"/>
                      <a:pt x="221" y="73"/>
                      <a:pt x="153" y="88"/>
                    </a:cubicBezTo>
                    <a:cubicBezTo>
                      <a:pt x="134" y="93"/>
                      <a:pt x="122" y="88"/>
                      <a:pt x="100" y="88"/>
                    </a:cubicBezTo>
                    <a:cubicBezTo>
                      <a:pt x="101" y="91"/>
                      <a:pt x="101" y="94"/>
                      <a:pt x="102" y="95"/>
                    </a:cubicBezTo>
                    <a:cubicBezTo>
                      <a:pt x="89" y="90"/>
                      <a:pt x="76" y="89"/>
                      <a:pt x="65" y="91"/>
                    </a:cubicBezTo>
                    <a:cubicBezTo>
                      <a:pt x="63" y="91"/>
                      <a:pt x="60" y="92"/>
                      <a:pt x="56" y="93"/>
                    </a:cubicBezTo>
                    <a:cubicBezTo>
                      <a:pt x="27" y="100"/>
                      <a:pt x="7" y="125"/>
                      <a:pt x="0" y="136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75" y="192"/>
                      <a:pt x="231" y="169"/>
                      <a:pt x="308" y="174"/>
                    </a:cubicBezTo>
                    <a:cubicBezTo>
                      <a:pt x="397" y="181"/>
                      <a:pt x="491" y="177"/>
                      <a:pt x="578" y="155"/>
                    </a:cubicBezTo>
                    <a:cubicBezTo>
                      <a:pt x="619" y="144"/>
                      <a:pt x="795" y="125"/>
                      <a:pt x="820" y="84"/>
                    </a:cubicBezTo>
                    <a:cubicBezTo>
                      <a:pt x="833" y="62"/>
                      <a:pt x="850" y="0"/>
                      <a:pt x="759" y="17"/>
                    </a:cubicBezTo>
                    <a:close/>
                    <a:moveTo>
                      <a:pt x="102" y="96"/>
                    </a:moveTo>
                    <a:cubicBezTo>
                      <a:pt x="102" y="96"/>
                      <a:pt x="102" y="96"/>
                      <a:pt x="102" y="96"/>
                    </a:cubicBezTo>
                    <a:cubicBezTo>
                      <a:pt x="102" y="96"/>
                      <a:pt x="102" y="96"/>
                      <a:pt x="102" y="96"/>
                    </a:cubicBezTo>
                    <a:close/>
                  </a:path>
                </a:pathLst>
              </a:custGeom>
              <a:solidFill>
                <a:srgbClr val="BF1C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85" name="Freeform 1063">
                <a:extLst>
                  <a:ext uri="{FF2B5EF4-FFF2-40B4-BE49-F238E27FC236}">
                    <a16:creationId xmlns:a16="http://schemas.microsoft.com/office/drawing/2014/main" id="{B2D0D48C-5767-4993-8D58-7DF1E902B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011"/>
                <a:ext cx="352" cy="960"/>
              </a:xfrm>
              <a:custGeom>
                <a:avLst/>
                <a:gdLst>
                  <a:gd name="T0" fmla="*/ 8 w 292"/>
                  <a:gd name="T1" fmla="*/ 0 h 794"/>
                  <a:gd name="T2" fmla="*/ 2 w 292"/>
                  <a:gd name="T3" fmla="*/ 0 h 794"/>
                  <a:gd name="T4" fmla="*/ 2 w 292"/>
                  <a:gd name="T5" fmla="*/ 287 h 794"/>
                  <a:gd name="T6" fmla="*/ 239 w 292"/>
                  <a:gd name="T7" fmla="*/ 480 h 794"/>
                  <a:gd name="T8" fmla="*/ 2 w 292"/>
                  <a:gd name="T9" fmla="*/ 687 h 794"/>
                  <a:gd name="T10" fmla="*/ 2 w 292"/>
                  <a:gd name="T11" fmla="*/ 1404 h 794"/>
                  <a:gd name="T12" fmla="*/ 0 w 292"/>
                  <a:gd name="T13" fmla="*/ 1404 h 794"/>
                  <a:gd name="T14" fmla="*/ 8 w 292"/>
                  <a:gd name="T15" fmla="*/ 1404 h 794"/>
                  <a:gd name="T16" fmla="*/ 511 w 292"/>
                  <a:gd name="T17" fmla="*/ 701 h 794"/>
                  <a:gd name="T18" fmla="*/ 8 w 292"/>
                  <a:gd name="T19" fmla="*/ 0 h 7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2" h="794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100" y="163"/>
                      <a:pt x="138" y="230"/>
                      <a:pt x="136" y="271"/>
                    </a:cubicBezTo>
                    <a:cubicBezTo>
                      <a:pt x="134" y="339"/>
                      <a:pt x="100" y="388"/>
                      <a:pt x="2" y="389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4" y="794"/>
                      <a:pt x="5" y="794"/>
                    </a:cubicBezTo>
                    <a:cubicBezTo>
                      <a:pt x="163" y="794"/>
                      <a:pt x="292" y="616"/>
                      <a:pt x="292" y="397"/>
                    </a:cubicBezTo>
                    <a:cubicBezTo>
                      <a:pt x="292" y="178"/>
                      <a:pt x="163" y="0"/>
                      <a:pt x="5" y="0"/>
                    </a:cubicBezTo>
                    <a:close/>
                  </a:path>
                </a:pathLst>
              </a:custGeom>
              <a:solidFill>
                <a:srgbClr val="723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86" name="Rectangle 1064">
                <a:extLst>
                  <a:ext uri="{FF2B5EF4-FFF2-40B4-BE49-F238E27FC236}">
                    <a16:creationId xmlns:a16="http://schemas.microsoft.com/office/drawing/2014/main" id="{505A74D7-4CE6-4E37-B6BE-6AF3DD9A2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164"/>
                <a:ext cx="844" cy="43"/>
              </a:xfrm>
              <a:prstGeom prst="rect">
                <a:avLst/>
              </a:pr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87" name="Freeform 1065">
                <a:extLst>
                  <a:ext uri="{FF2B5EF4-FFF2-40B4-BE49-F238E27FC236}">
                    <a16:creationId xmlns:a16="http://schemas.microsoft.com/office/drawing/2014/main" id="{AFF9954F-88AB-4B9A-A363-A3DEAD322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78"/>
                <a:ext cx="844" cy="339"/>
              </a:xfrm>
              <a:custGeom>
                <a:avLst/>
                <a:gdLst>
                  <a:gd name="T0" fmla="*/ 1223 w 701"/>
                  <a:gd name="T1" fmla="*/ 496 h 280"/>
                  <a:gd name="T2" fmla="*/ 0 w 701"/>
                  <a:gd name="T3" fmla="*/ 496 h 280"/>
                  <a:gd name="T4" fmla="*/ 0 w 701"/>
                  <a:gd name="T5" fmla="*/ 149 h 280"/>
                  <a:gd name="T6" fmla="*/ 1223 w 701"/>
                  <a:gd name="T7" fmla="*/ 0 h 280"/>
                  <a:gd name="T8" fmla="*/ 1223 w 701"/>
                  <a:gd name="T9" fmla="*/ 496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1" h="280">
                    <a:moveTo>
                      <a:pt x="701" y="280"/>
                    </a:moveTo>
                    <a:cubicBezTo>
                      <a:pt x="0" y="280"/>
                      <a:pt x="0" y="280"/>
                      <a:pt x="0" y="280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457" y="74"/>
                      <a:pt x="701" y="0"/>
                    </a:cubicBezTo>
                    <a:lnTo>
                      <a:pt x="701" y="280"/>
                    </a:lnTo>
                    <a:close/>
                  </a:path>
                </a:pathLst>
              </a:cu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88" name="Freeform 1066">
                <a:extLst>
                  <a:ext uri="{FF2B5EF4-FFF2-40B4-BE49-F238E27FC236}">
                    <a16:creationId xmlns:a16="http://schemas.microsoft.com/office/drawing/2014/main" id="{26AE8EA7-C9CC-4213-8344-45264C2B9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150"/>
                <a:ext cx="83" cy="114"/>
              </a:xfrm>
              <a:custGeom>
                <a:avLst/>
                <a:gdLst>
                  <a:gd name="T0" fmla="*/ 0 w 69"/>
                  <a:gd name="T1" fmla="*/ 84 h 94"/>
                  <a:gd name="T2" fmla="*/ 120 w 69"/>
                  <a:gd name="T3" fmla="*/ 82 h 94"/>
                  <a:gd name="T4" fmla="*/ 0 w 69"/>
                  <a:gd name="T5" fmla="*/ 84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94">
                    <a:moveTo>
                      <a:pt x="0" y="47"/>
                    </a:moveTo>
                    <a:cubicBezTo>
                      <a:pt x="0" y="47"/>
                      <a:pt x="28" y="0"/>
                      <a:pt x="69" y="46"/>
                    </a:cubicBezTo>
                    <a:cubicBezTo>
                      <a:pt x="69" y="46"/>
                      <a:pt x="48" y="94"/>
                      <a:pt x="0" y="4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89" name="Oval 1067">
                <a:extLst>
                  <a:ext uri="{FF2B5EF4-FFF2-40B4-BE49-F238E27FC236}">
                    <a16:creationId xmlns:a16="http://schemas.microsoft.com/office/drawing/2014/main" id="{406F00D7-9221-42EB-9E89-CA06961A1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5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90" name="Freeform 1068">
                <a:extLst>
                  <a:ext uri="{FF2B5EF4-FFF2-40B4-BE49-F238E27FC236}">
                    <a16:creationId xmlns:a16="http://schemas.microsoft.com/office/drawing/2014/main" id="{B38CF772-FA19-4DCF-824C-6D9FA66B9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168"/>
                <a:ext cx="127" cy="96"/>
              </a:xfrm>
              <a:custGeom>
                <a:avLst/>
                <a:gdLst>
                  <a:gd name="T0" fmla="*/ 0 w 106"/>
                  <a:gd name="T1" fmla="*/ 56 h 79"/>
                  <a:gd name="T2" fmla="*/ 182 w 106"/>
                  <a:gd name="T3" fmla="*/ 56 h 79"/>
                  <a:gd name="T4" fmla="*/ 0 w 106"/>
                  <a:gd name="T5" fmla="*/ 56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9">
                    <a:moveTo>
                      <a:pt x="0" y="31"/>
                    </a:moveTo>
                    <a:cubicBezTo>
                      <a:pt x="0" y="31"/>
                      <a:pt x="53" y="0"/>
                      <a:pt x="106" y="31"/>
                    </a:cubicBezTo>
                    <a:cubicBezTo>
                      <a:pt x="106" y="31"/>
                      <a:pt x="48" y="79"/>
                      <a:pt x="0" y="31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91" name="Oval 1069">
                <a:extLst>
                  <a:ext uri="{FF2B5EF4-FFF2-40B4-BE49-F238E27FC236}">
                    <a16:creationId xmlns:a16="http://schemas.microsoft.com/office/drawing/2014/main" id="{C2AE95AE-B505-435D-9C85-2C887B36E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92" name="Freeform 1070">
                <a:extLst>
                  <a:ext uri="{FF2B5EF4-FFF2-40B4-BE49-F238E27FC236}">
                    <a16:creationId xmlns:a16="http://schemas.microsoft.com/office/drawing/2014/main" id="{43DF24FB-C676-4841-BBAF-D61FCDD23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149"/>
                <a:ext cx="150" cy="113"/>
              </a:xfrm>
              <a:custGeom>
                <a:avLst/>
                <a:gdLst>
                  <a:gd name="T0" fmla="*/ 0 w 124"/>
                  <a:gd name="T1" fmla="*/ 83 h 94"/>
                  <a:gd name="T2" fmla="*/ 219 w 124"/>
                  <a:gd name="T3" fmla="*/ 84 h 94"/>
                  <a:gd name="T4" fmla="*/ 0 w 124"/>
                  <a:gd name="T5" fmla="*/ 83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94">
                    <a:moveTo>
                      <a:pt x="0" y="47"/>
                    </a:moveTo>
                    <a:cubicBezTo>
                      <a:pt x="0" y="47"/>
                      <a:pt x="70" y="0"/>
                      <a:pt x="124" y="48"/>
                    </a:cubicBezTo>
                    <a:cubicBezTo>
                      <a:pt x="124" y="48"/>
                      <a:pt x="48" y="94"/>
                      <a:pt x="0" y="4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93" name="Oval 1071">
                <a:extLst>
                  <a:ext uri="{FF2B5EF4-FFF2-40B4-BE49-F238E27FC236}">
                    <a16:creationId xmlns:a16="http://schemas.microsoft.com/office/drawing/2014/main" id="{47F076D0-F75F-4329-8133-35B4C12A1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94" name="Freeform 1072">
                <a:extLst>
                  <a:ext uri="{FF2B5EF4-FFF2-40B4-BE49-F238E27FC236}">
                    <a16:creationId xmlns:a16="http://schemas.microsoft.com/office/drawing/2014/main" id="{560C4AF8-A7E2-4A1F-9625-F5391E783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148"/>
                <a:ext cx="102" cy="116"/>
              </a:xfrm>
              <a:custGeom>
                <a:avLst/>
                <a:gdLst>
                  <a:gd name="T0" fmla="*/ 0 w 85"/>
                  <a:gd name="T1" fmla="*/ 86 h 96"/>
                  <a:gd name="T2" fmla="*/ 146 w 85"/>
                  <a:gd name="T3" fmla="*/ 85 h 96"/>
                  <a:gd name="T4" fmla="*/ 0 w 85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96">
                    <a:moveTo>
                      <a:pt x="0" y="49"/>
                    </a:moveTo>
                    <a:cubicBezTo>
                      <a:pt x="0" y="49"/>
                      <a:pt x="31" y="0"/>
                      <a:pt x="85" y="48"/>
                    </a:cubicBezTo>
                    <a:cubicBezTo>
                      <a:pt x="85" y="48"/>
                      <a:pt x="49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95" name="Oval 1073">
                <a:extLst>
                  <a:ext uri="{FF2B5EF4-FFF2-40B4-BE49-F238E27FC236}">
                    <a16:creationId xmlns:a16="http://schemas.microsoft.com/office/drawing/2014/main" id="{3AB1364C-B5DB-4FDA-91B8-828CEDC4E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96" name="Freeform 1074">
                <a:extLst>
                  <a:ext uri="{FF2B5EF4-FFF2-40B4-BE49-F238E27FC236}">
                    <a16:creationId xmlns:a16="http://schemas.microsoft.com/office/drawing/2014/main" id="{CB0B5F5C-2268-4090-90A9-63399CAD7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149"/>
                <a:ext cx="140" cy="115"/>
              </a:xfrm>
              <a:custGeom>
                <a:avLst/>
                <a:gdLst>
                  <a:gd name="T0" fmla="*/ 0 w 116"/>
                  <a:gd name="T1" fmla="*/ 84 h 95"/>
                  <a:gd name="T2" fmla="*/ 204 w 116"/>
                  <a:gd name="T3" fmla="*/ 85 h 95"/>
                  <a:gd name="T4" fmla="*/ 0 w 116"/>
                  <a:gd name="T5" fmla="*/ 8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95">
                    <a:moveTo>
                      <a:pt x="0" y="47"/>
                    </a:moveTo>
                    <a:cubicBezTo>
                      <a:pt x="0" y="47"/>
                      <a:pt x="62" y="0"/>
                      <a:pt x="116" y="48"/>
                    </a:cubicBezTo>
                    <a:cubicBezTo>
                      <a:pt x="116" y="48"/>
                      <a:pt x="49" y="95"/>
                      <a:pt x="0" y="4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97" name="Oval 1075">
                <a:extLst>
                  <a:ext uri="{FF2B5EF4-FFF2-40B4-BE49-F238E27FC236}">
                    <a16:creationId xmlns:a16="http://schemas.microsoft.com/office/drawing/2014/main" id="{00009FAF-00D7-46E9-8D7C-348B97977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598" name="Freeform 1076">
                <a:extLst>
                  <a:ext uri="{FF2B5EF4-FFF2-40B4-BE49-F238E27FC236}">
                    <a16:creationId xmlns:a16="http://schemas.microsoft.com/office/drawing/2014/main" id="{4F9DDFC8-6FE9-41EC-8CFC-6AA8F60C5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148"/>
                <a:ext cx="141" cy="116"/>
              </a:xfrm>
              <a:custGeom>
                <a:avLst/>
                <a:gdLst>
                  <a:gd name="T0" fmla="*/ 0 w 117"/>
                  <a:gd name="T1" fmla="*/ 86 h 96"/>
                  <a:gd name="T2" fmla="*/ 205 w 117"/>
                  <a:gd name="T3" fmla="*/ 86 h 96"/>
                  <a:gd name="T4" fmla="*/ 0 w 117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96">
                    <a:moveTo>
                      <a:pt x="0" y="49"/>
                    </a:moveTo>
                    <a:cubicBezTo>
                      <a:pt x="0" y="49"/>
                      <a:pt x="63" y="0"/>
                      <a:pt x="117" y="49"/>
                    </a:cubicBezTo>
                    <a:cubicBezTo>
                      <a:pt x="117" y="49"/>
                      <a:pt x="49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99" name="Oval 1077">
                <a:extLst>
                  <a:ext uri="{FF2B5EF4-FFF2-40B4-BE49-F238E27FC236}">
                    <a16:creationId xmlns:a16="http://schemas.microsoft.com/office/drawing/2014/main" id="{B9DE85A6-59D1-49C0-9B9C-12B47DF23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9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600" name="Freeform 1078">
                <a:extLst>
                  <a:ext uri="{FF2B5EF4-FFF2-40B4-BE49-F238E27FC236}">
                    <a16:creationId xmlns:a16="http://schemas.microsoft.com/office/drawing/2014/main" id="{12CEAFE3-C0A4-463F-9566-E5C5EEF68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149"/>
                <a:ext cx="99" cy="115"/>
              </a:xfrm>
              <a:custGeom>
                <a:avLst/>
                <a:gdLst>
                  <a:gd name="T0" fmla="*/ 0 w 83"/>
                  <a:gd name="T1" fmla="*/ 85 h 95"/>
                  <a:gd name="T2" fmla="*/ 141 w 83"/>
                  <a:gd name="T3" fmla="*/ 85 h 95"/>
                  <a:gd name="T4" fmla="*/ 0 w 83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95">
                    <a:moveTo>
                      <a:pt x="0" y="48"/>
                    </a:moveTo>
                    <a:cubicBezTo>
                      <a:pt x="0" y="48"/>
                      <a:pt x="47" y="0"/>
                      <a:pt x="83" y="48"/>
                    </a:cubicBezTo>
                    <a:cubicBezTo>
                      <a:pt x="83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01" name="Oval 1079">
                <a:extLst>
                  <a:ext uri="{FF2B5EF4-FFF2-40B4-BE49-F238E27FC236}">
                    <a16:creationId xmlns:a16="http://schemas.microsoft.com/office/drawing/2014/main" id="{1BDC1089-D033-44C9-B2EF-4023F4B8E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9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602" name="Freeform 1080">
                <a:extLst>
                  <a:ext uri="{FF2B5EF4-FFF2-40B4-BE49-F238E27FC236}">
                    <a16:creationId xmlns:a16="http://schemas.microsoft.com/office/drawing/2014/main" id="{E3894332-FF3C-46DC-A1FE-BB209B629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520"/>
                <a:ext cx="121" cy="115"/>
              </a:xfrm>
              <a:custGeom>
                <a:avLst/>
                <a:gdLst>
                  <a:gd name="T0" fmla="*/ 0 w 100"/>
                  <a:gd name="T1" fmla="*/ 90 h 95"/>
                  <a:gd name="T2" fmla="*/ 177 w 100"/>
                  <a:gd name="T3" fmla="*/ 82 h 95"/>
                  <a:gd name="T4" fmla="*/ 0 w 100"/>
                  <a:gd name="T5" fmla="*/ 9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95">
                    <a:moveTo>
                      <a:pt x="0" y="50"/>
                    </a:moveTo>
                    <a:cubicBezTo>
                      <a:pt x="0" y="50"/>
                      <a:pt x="44" y="0"/>
                      <a:pt x="100" y="46"/>
                    </a:cubicBezTo>
                    <a:cubicBezTo>
                      <a:pt x="100" y="46"/>
                      <a:pt x="51" y="95"/>
                      <a:pt x="0" y="50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03" name="Freeform 1081">
                <a:extLst>
                  <a:ext uri="{FF2B5EF4-FFF2-40B4-BE49-F238E27FC236}">
                    <a16:creationId xmlns:a16="http://schemas.microsoft.com/office/drawing/2014/main" id="{55E8E470-1552-41D1-8C25-85D0B1952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1569"/>
                <a:ext cx="36" cy="19"/>
              </a:xfrm>
              <a:custGeom>
                <a:avLst/>
                <a:gdLst>
                  <a:gd name="T0" fmla="*/ 50 w 30"/>
                  <a:gd name="T1" fmla="*/ 12 h 16"/>
                  <a:gd name="T2" fmla="*/ 26 w 30"/>
                  <a:gd name="T3" fmla="*/ 25 h 16"/>
                  <a:gd name="T4" fmla="*/ 1 w 30"/>
                  <a:gd name="T5" fmla="*/ 15 h 16"/>
                  <a:gd name="T6" fmla="*/ 26 w 30"/>
                  <a:gd name="T7" fmla="*/ 1 h 16"/>
                  <a:gd name="T8" fmla="*/ 50 w 30"/>
                  <a:gd name="T9" fmla="*/ 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29" y="7"/>
                    </a:moveTo>
                    <a:cubicBezTo>
                      <a:pt x="30" y="11"/>
                      <a:pt x="23" y="15"/>
                      <a:pt x="15" y="15"/>
                    </a:cubicBezTo>
                    <a:cubicBezTo>
                      <a:pt x="7" y="16"/>
                      <a:pt x="1" y="13"/>
                      <a:pt x="1" y="9"/>
                    </a:cubicBezTo>
                    <a:cubicBezTo>
                      <a:pt x="0" y="5"/>
                      <a:pt x="7" y="1"/>
                      <a:pt x="15" y="1"/>
                    </a:cubicBezTo>
                    <a:cubicBezTo>
                      <a:pt x="23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04" name="Freeform 1082">
                <a:extLst>
                  <a:ext uri="{FF2B5EF4-FFF2-40B4-BE49-F238E27FC236}">
                    <a16:creationId xmlns:a16="http://schemas.microsoft.com/office/drawing/2014/main" id="{374AA0B1-1ABF-4700-8A7B-C27304C1E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1512"/>
                <a:ext cx="137" cy="116"/>
              </a:xfrm>
              <a:custGeom>
                <a:avLst/>
                <a:gdLst>
                  <a:gd name="T0" fmla="*/ 0 w 114"/>
                  <a:gd name="T1" fmla="*/ 93 h 96"/>
                  <a:gd name="T2" fmla="*/ 198 w 114"/>
                  <a:gd name="T3" fmla="*/ 79 h 96"/>
                  <a:gd name="T4" fmla="*/ 0 w 114"/>
                  <a:gd name="T5" fmla="*/ 93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96">
                    <a:moveTo>
                      <a:pt x="0" y="53"/>
                    </a:moveTo>
                    <a:cubicBezTo>
                      <a:pt x="0" y="53"/>
                      <a:pt x="57" y="0"/>
                      <a:pt x="114" y="45"/>
                    </a:cubicBezTo>
                    <a:cubicBezTo>
                      <a:pt x="114" y="45"/>
                      <a:pt x="52" y="96"/>
                      <a:pt x="0" y="53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05" name="Freeform 1083">
                <a:extLst>
                  <a:ext uri="{FF2B5EF4-FFF2-40B4-BE49-F238E27FC236}">
                    <a16:creationId xmlns:a16="http://schemas.microsoft.com/office/drawing/2014/main" id="{A463E429-272E-41BF-B974-9D73BE956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562"/>
                <a:ext cx="36" cy="20"/>
              </a:xfrm>
              <a:custGeom>
                <a:avLst/>
                <a:gdLst>
                  <a:gd name="T0" fmla="*/ 50 w 30"/>
                  <a:gd name="T1" fmla="*/ 14 h 16"/>
                  <a:gd name="T2" fmla="*/ 26 w 30"/>
                  <a:gd name="T3" fmla="*/ 30 h 16"/>
                  <a:gd name="T4" fmla="*/ 1 w 30"/>
                  <a:gd name="T5" fmla="*/ 18 h 16"/>
                  <a:gd name="T6" fmla="*/ 24 w 30"/>
                  <a:gd name="T7" fmla="*/ 1 h 16"/>
                  <a:gd name="T8" fmla="*/ 50 w 30"/>
                  <a:gd name="T9" fmla="*/ 1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29" y="7"/>
                    </a:moveTo>
                    <a:cubicBezTo>
                      <a:pt x="30" y="11"/>
                      <a:pt x="23" y="15"/>
                      <a:pt x="15" y="15"/>
                    </a:cubicBezTo>
                    <a:cubicBezTo>
                      <a:pt x="7" y="16"/>
                      <a:pt x="1" y="13"/>
                      <a:pt x="1" y="9"/>
                    </a:cubicBezTo>
                    <a:cubicBezTo>
                      <a:pt x="0" y="5"/>
                      <a:pt x="6" y="1"/>
                      <a:pt x="14" y="1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06" name="Freeform 1084">
                <a:extLst>
                  <a:ext uri="{FF2B5EF4-FFF2-40B4-BE49-F238E27FC236}">
                    <a16:creationId xmlns:a16="http://schemas.microsoft.com/office/drawing/2014/main" id="{4A87AE53-5B56-4300-97CD-BF94C5FA2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508"/>
                <a:ext cx="97" cy="113"/>
              </a:xfrm>
              <a:custGeom>
                <a:avLst/>
                <a:gdLst>
                  <a:gd name="T0" fmla="*/ 0 w 81"/>
                  <a:gd name="T1" fmla="*/ 85 h 93"/>
                  <a:gd name="T2" fmla="*/ 139 w 81"/>
                  <a:gd name="T3" fmla="*/ 75 h 93"/>
                  <a:gd name="T4" fmla="*/ 0 w 81"/>
                  <a:gd name="T5" fmla="*/ 85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93">
                    <a:moveTo>
                      <a:pt x="0" y="48"/>
                    </a:moveTo>
                    <a:cubicBezTo>
                      <a:pt x="0" y="48"/>
                      <a:pt x="26" y="0"/>
                      <a:pt x="81" y="42"/>
                    </a:cubicBezTo>
                    <a:cubicBezTo>
                      <a:pt x="81" y="42"/>
                      <a:pt x="36" y="93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07" name="Freeform 1085">
                <a:extLst>
                  <a:ext uri="{FF2B5EF4-FFF2-40B4-BE49-F238E27FC236}">
                    <a16:creationId xmlns:a16="http://schemas.microsoft.com/office/drawing/2014/main" id="{34109131-81E9-410A-AD64-7FE0E9C21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555"/>
                <a:ext cx="33" cy="18"/>
              </a:xfrm>
              <a:custGeom>
                <a:avLst/>
                <a:gdLst>
                  <a:gd name="T0" fmla="*/ 46 w 28"/>
                  <a:gd name="T1" fmla="*/ 10 h 15"/>
                  <a:gd name="T2" fmla="*/ 24 w 28"/>
                  <a:gd name="T3" fmla="*/ 24 h 15"/>
                  <a:gd name="T4" fmla="*/ 0 w 28"/>
                  <a:gd name="T5" fmla="*/ 14 h 15"/>
                  <a:gd name="T6" fmla="*/ 21 w 28"/>
                  <a:gd name="T7" fmla="*/ 0 h 15"/>
                  <a:gd name="T8" fmla="*/ 46 w 28"/>
                  <a:gd name="T9" fmla="*/ 1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5">
                    <a:moveTo>
                      <a:pt x="28" y="6"/>
                    </a:moveTo>
                    <a:cubicBezTo>
                      <a:pt x="28" y="10"/>
                      <a:pt x="22" y="14"/>
                      <a:pt x="14" y="14"/>
                    </a:cubicBezTo>
                    <a:cubicBezTo>
                      <a:pt x="7" y="15"/>
                      <a:pt x="0" y="12"/>
                      <a:pt x="0" y="8"/>
                    </a:cubicBezTo>
                    <a:cubicBezTo>
                      <a:pt x="0" y="5"/>
                      <a:pt x="6" y="1"/>
                      <a:pt x="13" y="0"/>
                    </a:cubicBezTo>
                    <a:cubicBezTo>
                      <a:pt x="21" y="0"/>
                      <a:pt x="27" y="2"/>
                      <a:pt x="28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08" name="Freeform 1086">
                <a:extLst>
                  <a:ext uri="{FF2B5EF4-FFF2-40B4-BE49-F238E27FC236}">
                    <a16:creationId xmlns:a16="http://schemas.microsoft.com/office/drawing/2014/main" id="{C8091D59-3E28-4663-9E33-D7E9D0D44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510"/>
                <a:ext cx="120" cy="90"/>
              </a:xfrm>
              <a:custGeom>
                <a:avLst/>
                <a:gdLst>
                  <a:gd name="T0" fmla="*/ 0 w 100"/>
                  <a:gd name="T1" fmla="*/ 73 h 74"/>
                  <a:gd name="T2" fmla="*/ 173 w 100"/>
                  <a:gd name="T3" fmla="*/ 54 h 74"/>
                  <a:gd name="T4" fmla="*/ 0 w 100"/>
                  <a:gd name="T5" fmla="*/ 73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74">
                    <a:moveTo>
                      <a:pt x="0" y="40"/>
                    </a:moveTo>
                    <a:cubicBezTo>
                      <a:pt x="0" y="40"/>
                      <a:pt x="40" y="0"/>
                      <a:pt x="100" y="30"/>
                    </a:cubicBezTo>
                    <a:cubicBezTo>
                      <a:pt x="100" y="30"/>
                      <a:pt x="48" y="74"/>
                      <a:pt x="0" y="40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09" name="Freeform 1087">
                <a:extLst>
                  <a:ext uri="{FF2B5EF4-FFF2-40B4-BE49-F238E27FC236}">
                    <a16:creationId xmlns:a16="http://schemas.microsoft.com/office/drawing/2014/main" id="{309748DD-2146-4E51-A311-DC736BCF2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540"/>
                <a:ext cx="34" cy="19"/>
              </a:xfrm>
              <a:custGeom>
                <a:avLst/>
                <a:gdLst>
                  <a:gd name="T0" fmla="*/ 47 w 29"/>
                  <a:gd name="T1" fmla="*/ 10 h 16"/>
                  <a:gd name="T2" fmla="*/ 25 w 29"/>
                  <a:gd name="T3" fmla="*/ 25 h 16"/>
                  <a:gd name="T4" fmla="*/ 1 w 29"/>
                  <a:gd name="T5" fmla="*/ 15 h 16"/>
                  <a:gd name="T6" fmla="*/ 22 w 29"/>
                  <a:gd name="T7" fmla="*/ 1 h 16"/>
                  <a:gd name="T8" fmla="*/ 47 w 29"/>
                  <a:gd name="T9" fmla="*/ 1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29" y="6"/>
                    </a:moveTo>
                    <a:cubicBezTo>
                      <a:pt x="29" y="10"/>
                      <a:pt x="23" y="14"/>
                      <a:pt x="15" y="15"/>
                    </a:cubicBezTo>
                    <a:cubicBezTo>
                      <a:pt x="8" y="16"/>
                      <a:pt x="1" y="13"/>
                      <a:pt x="1" y="9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2" y="0"/>
                      <a:pt x="28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10" name="Freeform 1088">
                <a:extLst>
                  <a:ext uri="{FF2B5EF4-FFF2-40B4-BE49-F238E27FC236}">
                    <a16:creationId xmlns:a16="http://schemas.microsoft.com/office/drawing/2014/main" id="{5C4C6A53-D65C-4720-B7D9-2D6F30FE1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472"/>
                <a:ext cx="104" cy="123"/>
              </a:xfrm>
              <a:custGeom>
                <a:avLst/>
                <a:gdLst>
                  <a:gd name="T0" fmla="*/ 0 w 86"/>
                  <a:gd name="T1" fmla="*/ 109 h 102"/>
                  <a:gd name="T2" fmla="*/ 152 w 86"/>
                  <a:gd name="T3" fmla="*/ 87 h 102"/>
                  <a:gd name="T4" fmla="*/ 0 w 86"/>
                  <a:gd name="T5" fmla="*/ 109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02">
                    <a:moveTo>
                      <a:pt x="0" y="62"/>
                    </a:moveTo>
                    <a:cubicBezTo>
                      <a:pt x="0" y="62"/>
                      <a:pt x="33" y="0"/>
                      <a:pt x="86" y="50"/>
                    </a:cubicBezTo>
                    <a:cubicBezTo>
                      <a:pt x="86" y="50"/>
                      <a:pt x="54" y="102"/>
                      <a:pt x="0" y="62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11" name="Freeform 1089">
                <a:extLst>
                  <a:ext uri="{FF2B5EF4-FFF2-40B4-BE49-F238E27FC236}">
                    <a16:creationId xmlns:a16="http://schemas.microsoft.com/office/drawing/2014/main" id="{EAE6B294-A700-4463-BE82-C53135350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537"/>
                <a:ext cx="36" cy="21"/>
              </a:xfrm>
              <a:custGeom>
                <a:avLst/>
                <a:gdLst>
                  <a:gd name="T0" fmla="*/ 50 w 30"/>
                  <a:gd name="T1" fmla="*/ 14 h 17"/>
                  <a:gd name="T2" fmla="*/ 28 w 30"/>
                  <a:gd name="T3" fmla="*/ 31 h 17"/>
                  <a:gd name="T4" fmla="*/ 1 w 30"/>
                  <a:gd name="T5" fmla="*/ 19 h 17"/>
                  <a:gd name="T6" fmla="*/ 24 w 30"/>
                  <a:gd name="T7" fmla="*/ 1 h 17"/>
                  <a:gd name="T8" fmla="*/ 50 w 30"/>
                  <a:gd name="T9" fmla="*/ 1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29" y="7"/>
                    </a:moveTo>
                    <a:cubicBezTo>
                      <a:pt x="30" y="11"/>
                      <a:pt x="24" y="15"/>
                      <a:pt x="16" y="16"/>
                    </a:cubicBezTo>
                    <a:cubicBezTo>
                      <a:pt x="8" y="17"/>
                      <a:pt x="1" y="14"/>
                      <a:pt x="1" y="10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12" name="Freeform 1090">
                <a:extLst>
                  <a:ext uri="{FF2B5EF4-FFF2-40B4-BE49-F238E27FC236}">
                    <a16:creationId xmlns:a16="http://schemas.microsoft.com/office/drawing/2014/main" id="{AB854255-9EC4-4956-9399-6B94A6D82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461"/>
                <a:ext cx="142" cy="120"/>
              </a:xfrm>
              <a:custGeom>
                <a:avLst/>
                <a:gdLst>
                  <a:gd name="T0" fmla="*/ 0 w 118"/>
                  <a:gd name="T1" fmla="*/ 105 h 99"/>
                  <a:gd name="T2" fmla="*/ 206 w 118"/>
                  <a:gd name="T3" fmla="*/ 70 h 99"/>
                  <a:gd name="T4" fmla="*/ 0 w 118"/>
                  <a:gd name="T5" fmla="*/ 105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99">
                    <a:moveTo>
                      <a:pt x="0" y="59"/>
                    </a:moveTo>
                    <a:cubicBezTo>
                      <a:pt x="0" y="59"/>
                      <a:pt x="54" y="0"/>
                      <a:pt x="118" y="40"/>
                    </a:cubicBezTo>
                    <a:cubicBezTo>
                      <a:pt x="118" y="40"/>
                      <a:pt x="57" y="99"/>
                      <a:pt x="0" y="5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13" name="Freeform 1091">
                <a:extLst>
                  <a:ext uri="{FF2B5EF4-FFF2-40B4-BE49-F238E27FC236}">
                    <a16:creationId xmlns:a16="http://schemas.microsoft.com/office/drawing/2014/main" id="{98697884-FEBC-453B-A3BA-756C8B78D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519"/>
                <a:ext cx="38" cy="22"/>
              </a:xfrm>
              <a:custGeom>
                <a:avLst/>
                <a:gdLst>
                  <a:gd name="T0" fmla="*/ 55 w 31"/>
                  <a:gd name="T1" fmla="*/ 11 h 18"/>
                  <a:gd name="T2" fmla="*/ 32 w 31"/>
                  <a:gd name="T3" fmla="*/ 32 h 18"/>
                  <a:gd name="T4" fmla="*/ 1 w 31"/>
                  <a:gd name="T5" fmla="*/ 22 h 18"/>
                  <a:gd name="T6" fmla="*/ 26 w 31"/>
                  <a:gd name="T7" fmla="*/ 1 h 18"/>
                  <a:gd name="T8" fmla="*/ 55 w 31"/>
                  <a:gd name="T9" fmla="*/ 1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30" y="6"/>
                    </a:moveTo>
                    <a:cubicBezTo>
                      <a:pt x="31" y="11"/>
                      <a:pt x="25" y="15"/>
                      <a:pt x="17" y="17"/>
                    </a:cubicBezTo>
                    <a:cubicBezTo>
                      <a:pt x="9" y="18"/>
                      <a:pt x="2" y="16"/>
                      <a:pt x="1" y="12"/>
                    </a:cubicBezTo>
                    <a:cubicBezTo>
                      <a:pt x="0" y="8"/>
                      <a:pt x="6" y="3"/>
                      <a:pt x="14" y="1"/>
                    </a:cubicBezTo>
                    <a:cubicBezTo>
                      <a:pt x="22" y="0"/>
                      <a:pt x="29" y="2"/>
                      <a:pt x="30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14" name="Freeform 1092">
                <a:extLst>
                  <a:ext uri="{FF2B5EF4-FFF2-40B4-BE49-F238E27FC236}">
                    <a16:creationId xmlns:a16="http://schemas.microsoft.com/office/drawing/2014/main" id="{53A17896-DBB4-41FD-A2D6-28A329D28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438"/>
                <a:ext cx="125" cy="132"/>
              </a:xfrm>
              <a:custGeom>
                <a:avLst/>
                <a:gdLst>
                  <a:gd name="T0" fmla="*/ 2 w 104"/>
                  <a:gd name="T1" fmla="*/ 104 h 109"/>
                  <a:gd name="T2" fmla="*/ 180 w 104"/>
                  <a:gd name="T3" fmla="*/ 58 h 109"/>
                  <a:gd name="T4" fmla="*/ 2 w 104"/>
                  <a:gd name="T5" fmla="*/ 104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09">
                    <a:moveTo>
                      <a:pt x="2" y="59"/>
                    </a:moveTo>
                    <a:cubicBezTo>
                      <a:pt x="2" y="59"/>
                      <a:pt x="39" y="0"/>
                      <a:pt x="104" y="33"/>
                    </a:cubicBezTo>
                    <a:cubicBezTo>
                      <a:pt x="69" y="109"/>
                      <a:pt x="0" y="57"/>
                      <a:pt x="2" y="5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15" name="Freeform 1093">
                <a:extLst>
                  <a:ext uri="{FF2B5EF4-FFF2-40B4-BE49-F238E27FC236}">
                    <a16:creationId xmlns:a16="http://schemas.microsoft.com/office/drawing/2014/main" id="{CE846A7E-AE96-4DFF-BBA2-2C9419320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492"/>
                <a:ext cx="36" cy="23"/>
              </a:xfrm>
              <a:custGeom>
                <a:avLst/>
                <a:gdLst>
                  <a:gd name="T0" fmla="*/ 50 w 30"/>
                  <a:gd name="T1" fmla="*/ 10 h 19"/>
                  <a:gd name="T2" fmla="*/ 29 w 30"/>
                  <a:gd name="T3" fmla="*/ 28 h 19"/>
                  <a:gd name="T4" fmla="*/ 1 w 30"/>
                  <a:gd name="T5" fmla="*/ 23 h 19"/>
                  <a:gd name="T6" fmla="*/ 23 w 30"/>
                  <a:gd name="T7" fmla="*/ 2 h 19"/>
                  <a:gd name="T8" fmla="*/ 50 w 30"/>
                  <a:gd name="T9" fmla="*/ 1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29" y="6"/>
                    </a:moveTo>
                    <a:cubicBezTo>
                      <a:pt x="30" y="10"/>
                      <a:pt x="24" y="14"/>
                      <a:pt x="17" y="16"/>
                    </a:cubicBezTo>
                    <a:cubicBezTo>
                      <a:pt x="9" y="19"/>
                      <a:pt x="2" y="17"/>
                      <a:pt x="1" y="13"/>
                    </a:cubicBezTo>
                    <a:cubicBezTo>
                      <a:pt x="0" y="9"/>
                      <a:pt x="5" y="4"/>
                      <a:pt x="13" y="2"/>
                    </a:cubicBezTo>
                    <a:cubicBezTo>
                      <a:pt x="21" y="0"/>
                      <a:pt x="28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16" name="Freeform 1094">
                <a:extLst>
                  <a:ext uri="{FF2B5EF4-FFF2-40B4-BE49-F238E27FC236}">
                    <a16:creationId xmlns:a16="http://schemas.microsoft.com/office/drawing/2014/main" id="{71F3D47F-B9C6-4872-871A-91EDFB15E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411"/>
                <a:ext cx="115" cy="107"/>
              </a:xfrm>
              <a:custGeom>
                <a:avLst/>
                <a:gdLst>
                  <a:gd name="T0" fmla="*/ 0 w 95"/>
                  <a:gd name="T1" fmla="*/ 101 h 88"/>
                  <a:gd name="T2" fmla="*/ 168 w 95"/>
                  <a:gd name="T3" fmla="*/ 61 h 88"/>
                  <a:gd name="T4" fmla="*/ 0 w 95"/>
                  <a:gd name="T5" fmla="*/ 101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88">
                    <a:moveTo>
                      <a:pt x="0" y="56"/>
                    </a:moveTo>
                    <a:cubicBezTo>
                      <a:pt x="0" y="56"/>
                      <a:pt x="39" y="0"/>
                      <a:pt x="95" y="34"/>
                    </a:cubicBezTo>
                    <a:cubicBezTo>
                      <a:pt x="95" y="34"/>
                      <a:pt x="54" y="88"/>
                      <a:pt x="0" y="56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17" name="Freeform 1095">
                <a:extLst>
                  <a:ext uri="{FF2B5EF4-FFF2-40B4-BE49-F238E27FC236}">
                    <a16:creationId xmlns:a16="http://schemas.microsoft.com/office/drawing/2014/main" id="{1EF288DD-7E11-47DC-8C40-5CEBC783E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455"/>
                <a:ext cx="36" cy="20"/>
              </a:xfrm>
              <a:custGeom>
                <a:avLst/>
                <a:gdLst>
                  <a:gd name="T0" fmla="*/ 50 w 30"/>
                  <a:gd name="T1" fmla="*/ 8 h 17"/>
                  <a:gd name="T2" fmla="*/ 29 w 30"/>
                  <a:gd name="T3" fmla="*/ 25 h 17"/>
                  <a:gd name="T4" fmla="*/ 1 w 30"/>
                  <a:gd name="T5" fmla="*/ 19 h 17"/>
                  <a:gd name="T6" fmla="*/ 23 w 30"/>
                  <a:gd name="T7" fmla="*/ 1 h 17"/>
                  <a:gd name="T8" fmla="*/ 50 w 30"/>
                  <a:gd name="T9" fmla="*/ 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29" y="5"/>
                    </a:moveTo>
                    <a:cubicBezTo>
                      <a:pt x="30" y="9"/>
                      <a:pt x="24" y="14"/>
                      <a:pt x="17" y="15"/>
                    </a:cubicBezTo>
                    <a:cubicBezTo>
                      <a:pt x="9" y="17"/>
                      <a:pt x="2" y="16"/>
                      <a:pt x="1" y="12"/>
                    </a:cubicBezTo>
                    <a:cubicBezTo>
                      <a:pt x="0" y="8"/>
                      <a:pt x="6" y="3"/>
                      <a:pt x="13" y="1"/>
                    </a:cubicBezTo>
                    <a:cubicBezTo>
                      <a:pt x="21" y="0"/>
                      <a:pt x="28" y="1"/>
                      <a:pt x="29" y="5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18" name="Freeform 1096">
                <a:extLst>
                  <a:ext uri="{FF2B5EF4-FFF2-40B4-BE49-F238E27FC236}">
                    <a16:creationId xmlns:a16="http://schemas.microsoft.com/office/drawing/2014/main" id="{07C22120-6139-4F8F-8C97-8385C2AE9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354"/>
                <a:ext cx="103" cy="97"/>
              </a:xfrm>
              <a:custGeom>
                <a:avLst/>
                <a:gdLst>
                  <a:gd name="T0" fmla="*/ 40 w 85"/>
                  <a:gd name="T1" fmla="*/ 143 h 80"/>
                  <a:gd name="T2" fmla="*/ 109 w 85"/>
                  <a:gd name="T3" fmla="*/ 0 h 80"/>
                  <a:gd name="T4" fmla="*/ 40 w 85"/>
                  <a:gd name="T5" fmla="*/ 143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80">
                    <a:moveTo>
                      <a:pt x="22" y="80"/>
                    </a:moveTo>
                    <a:cubicBezTo>
                      <a:pt x="22" y="80"/>
                      <a:pt x="0" y="29"/>
                      <a:pt x="61" y="0"/>
                    </a:cubicBezTo>
                    <a:cubicBezTo>
                      <a:pt x="61" y="0"/>
                      <a:pt x="85" y="49"/>
                      <a:pt x="22" y="80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19" name="Freeform 1097">
                <a:extLst>
                  <a:ext uri="{FF2B5EF4-FFF2-40B4-BE49-F238E27FC236}">
                    <a16:creationId xmlns:a16="http://schemas.microsoft.com/office/drawing/2014/main" id="{E43F16C9-EC98-4407-A285-458BFD1C5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383"/>
                <a:ext cx="24" cy="34"/>
              </a:xfrm>
              <a:custGeom>
                <a:avLst/>
                <a:gdLst>
                  <a:gd name="T0" fmla="*/ 29 w 20"/>
                  <a:gd name="T1" fmla="*/ 2 h 28"/>
                  <a:gd name="T2" fmla="*/ 28 w 20"/>
                  <a:gd name="T3" fmla="*/ 30 h 28"/>
                  <a:gd name="T4" fmla="*/ 7 w 20"/>
                  <a:gd name="T5" fmla="*/ 47 h 28"/>
                  <a:gd name="T6" fmla="*/ 7 w 20"/>
                  <a:gd name="T7" fmla="*/ 18 h 28"/>
                  <a:gd name="T8" fmla="*/ 29 w 20"/>
                  <a:gd name="T9" fmla="*/ 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8">
                    <a:moveTo>
                      <a:pt x="17" y="2"/>
                    </a:moveTo>
                    <a:cubicBezTo>
                      <a:pt x="20" y="4"/>
                      <a:pt x="20" y="11"/>
                      <a:pt x="16" y="17"/>
                    </a:cubicBezTo>
                    <a:cubicBezTo>
                      <a:pt x="13" y="24"/>
                      <a:pt x="7" y="28"/>
                      <a:pt x="4" y="26"/>
                    </a:cubicBezTo>
                    <a:cubicBezTo>
                      <a:pt x="0" y="24"/>
                      <a:pt x="1" y="17"/>
                      <a:pt x="4" y="10"/>
                    </a:cubicBezTo>
                    <a:cubicBezTo>
                      <a:pt x="8" y="4"/>
                      <a:pt x="14" y="0"/>
                      <a:pt x="17" y="2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20" name="Freeform 1098">
                <a:extLst>
                  <a:ext uri="{FF2B5EF4-FFF2-40B4-BE49-F238E27FC236}">
                    <a16:creationId xmlns:a16="http://schemas.microsoft.com/office/drawing/2014/main" id="{BA52E1D3-209C-4A86-A5C2-C618A6B6F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239"/>
                <a:ext cx="76" cy="115"/>
              </a:xfrm>
              <a:custGeom>
                <a:avLst/>
                <a:gdLst>
                  <a:gd name="T0" fmla="*/ 77 w 63"/>
                  <a:gd name="T1" fmla="*/ 168 h 95"/>
                  <a:gd name="T2" fmla="*/ 6 w 63"/>
                  <a:gd name="T3" fmla="*/ 0 h 95"/>
                  <a:gd name="T4" fmla="*/ 77 w 63"/>
                  <a:gd name="T5" fmla="*/ 168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95">
                    <a:moveTo>
                      <a:pt x="44" y="95"/>
                    </a:moveTo>
                    <a:cubicBezTo>
                      <a:pt x="44" y="95"/>
                      <a:pt x="0" y="82"/>
                      <a:pt x="3" y="0"/>
                    </a:cubicBezTo>
                    <a:cubicBezTo>
                      <a:pt x="3" y="0"/>
                      <a:pt x="63" y="39"/>
                      <a:pt x="44" y="95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21" name="Freeform 1099">
                <a:extLst>
                  <a:ext uri="{FF2B5EF4-FFF2-40B4-BE49-F238E27FC236}">
                    <a16:creationId xmlns:a16="http://schemas.microsoft.com/office/drawing/2014/main" id="{8D421EA0-3D0D-4087-993B-16B0014C6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281"/>
                <a:ext cx="24" cy="30"/>
              </a:xfrm>
              <a:custGeom>
                <a:avLst/>
                <a:gdLst>
                  <a:gd name="T0" fmla="*/ 6 w 20"/>
                  <a:gd name="T1" fmla="*/ 2 h 25"/>
                  <a:gd name="T2" fmla="*/ 26 w 20"/>
                  <a:gd name="T3" fmla="*/ 16 h 25"/>
                  <a:gd name="T4" fmla="*/ 29 w 20"/>
                  <a:gd name="T5" fmla="*/ 41 h 25"/>
                  <a:gd name="T6" fmla="*/ 7 w 20"/>
                  <a:gd name="T7" fmla="*/ 28 h 25"/>
                  <a:gd name="T8" fmla="*/ 6 w 20"/>
                  <a:gd name="T9" fmla="*/ 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3" y="2"/>
                    </a:moveTo>
                    <a:cubicBezTo>
                      <a:pt x="6" y="0"/>
                      <a:pt x="12" y="3"/>
                      <a:pt x="15" y="9"/>
                    </a:cubicBezTo>
                    <a:cubicBezTo>
                      <a:pt x="19" y="15"/>
                      <a:pt x="20" y="21"/>
                      <a:pt x="17" y="23"/>
                    </a:cubicBezTo>
                    <a:cubicBezTo>
                      <a:pt x="14" y="25"/>
                      <a:pt x="8" y="22"/>
                      <a:pt x="4" y="16"/>
                    </a:cubicBezTo>
                    <a:cubicBezTo>
                      <a:pt x="1" y="10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22" name="Freeform 1100">
                <a:extLst>
                  <a:ext uri="{FF2B5EF4-FFF2-40B4-BE49-F238E27FC236}">
                    <a16:creationId xmlns:a16="http://schemas.microsoft.com/office/drawing/2014/main" id="{43CE65E4-7C6C-48DA-8737-32EF91D84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167"/>
                <a:ext cx="109" cy="108"/>
              </a:xfrm>
              <a:custGeom>
                <a:avLst/>
                <a:gdLst>
                  <a:gd name="T0" fmla="*/ 157 w 91"/>
                  <a:gd name="T1" fmla="*/ 110 h 89"/>
                  <a:gd name="T2" fmla="*/ 0 w 91"/>
                  <a:gd name="T3" fmla="*/ 56 h 89"/>
                  <a:gd name="T4" fmla="*/ 157 w 91"/>
                  <a:gd name="T5" fmla="*/ 11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89">
                    <a:moveTo>
                      <a:pt x="91" y="62"/>
                    </a:moveTo>
                    <a:cubicBezTo>
                      <a:pt x="91" y="62"/>
                      <a:pt x="33" y="89"/>
                      <a:pt x="0" y="31"/>
                    </a:cubicBezTo>
                    <a:cubicBezTo>
                      <a:pt x="0" y="31"/>
                      <a:pt x="65" y="0"/>
                      <a:pt x="91" y="62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23" name="Freeform 1101">
                <a:extLst>
                  <a:ext uri="{FF2B5EF4-FFF2-40B4-BE49-F238E27FC236}">
                    <a16:creationId xmlns:a16="http://schemas.microsoft.com/office/drawing/2014/main" id="{B9AA83CF-8790-4D5A-B97D-571478FAF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208"/>
                <a:ext cx="37" cy="24"/>
              </a:xfrm>
              <a:custGeom>
                <a:avLst/>
                <a:gdLst>
                  <a:gd name="T0" fmla="*/ 2 w 30"/>
                  <a:gd name="T1" fmla="*/ 7 h 20"/>
                  <a:gd name="T2" fmla="*/ 33 w 30"/>
                  <a:gd name="T3" fmla="*/ 6 h 20"/>
                  <a:gd name="T4" fmla="*/ 53 w 30"/>
                  <a:gd name="T5" fmla="*/ 28 h 20"/>
                  <a:gd name="T6" fmla="*/ 23 w 30"/>
                  <a:gd name="T7" fmla="*/ 28 h 20"/>
                  <a:gd name="T8" fmla="*/ 2 w 30"/>
                  <a:gd name="T9" fmla="*/ 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2" y="4"/>
                    </a:moveTo>
                    <a:cubicBezTo>
                      <a:pt x="4" y="0"/>
                      <a:pt x="11" y="0"/>
                      <a:pt x="18" y="3"/>
                    </a:cubicBezTo>
                    <a:cubicBezTo>
                      <a:pt x="26" y="6"/>
                      <a:pt x="30" y="12"/>
                      <a:pt x="28" y="16"/>
                    </a:cubicBezTo>
                    <a:cubicBezTo>
                      <a:pt x="27" y="19"/>
                      <a:pt x="19" y="20"/>
                      <a:pt x="12" y="16"/>
                    </a:cubicBezTo>
                    <a:cubicBezTo>
                      <a:pt x="5" y="13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24" name="Line 1102">
                <a:extLst>
                  <a:ext uri="{FF2B5EF4-FFF2-40B4-BE49-F238E27FC236}">
                    <a16:creationId xmlns:a16="http://schemas.microsoft.com/office/drawing/2014/main" id="{5840847E-9608-4A7A-B8EB-E5DBCC5F7A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8" y="1012"/>
                <a:ext cx="1" cy="195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25" name="Freeform 1103">
                <a:extLst>
                  <a:ext uri="{FF2B5EF4-FFF2-40B4-BE49-F238E27FC236}">
                    <a16:creationId xmlns:a16="http://schemas.microsoft.com/office/drawing/2014/main" id="{20F4704D-394B-46FE-92D2-D70B0B150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546"/>
                <a:ext cx="843" cy="246"/>
              </a:xfrm>
              <a:custGeom>
                <a:avLst/>
                <a:gdLst>
                  <a:gd name="T0" fmla="*/ 965 w 700"/>
                  <a:gd name="T1" fmla="*/ 57 h 204"/>
                  <a:gd name="T2" fmla="*/ 418 w 700"/>
                  <a:gd name="T3" fmla="*/ 118 h 204"/>
                  <a:gd name="T4" fmla="*/ 0 w 700"/>
                  <a:gd name="T5" fmla="*/ 128 h 204"/>
                  <a:gd name="T6" fmla="*/ 0 w 700"/>
                  <a:gd name="T7" fmla="*/ 358 h 204"/>
                  <a:gd name="T8" fmla="*/ 1222 w 700"/>
                  <a:gd name="T9" fmla="*/ 358 h 204"/>
                  <a:gd name="T10" fmla="*/ 1222 w 700"/>
                  <a:gd name="T11" fmla="*/ 0 h 204"/>
                  <a:gd name="T12" fmla="*/ 965 w 700"/>
                  <a:gd name="T13" fmla="*/ 57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204">
                    <a:moveTo>
                      <a:pt x="552" y="32"/>
                    </a:moveTo>
                    <a:cubicBezTo>
                      <a:pt x="480" y="49"/>
                      <a:pt x="376" y="58"/>
                      <a:pt x="239" y="67"/>
                    </a:cubicBezTo>
                    <a:cubicBezTo>
                      <a:pt x="168" y="73"/>
                      <a:pt x="84" y="65"/>
                      <a:pt x="0" y="73"/>
                    </a:cubicBezTo>
                    <a:cubicBezTo>
                      <a:pt x="0" y="204"/>
                      <a:pt x="0" y="204"/>
                      <a:pt x="0" y="204"/>
                    </a:cubicBezTo>
                    <a:cubicBezTo>
                      <a:pt x="700" y="204"/>
                      <a:pt x="700" y="204"/>
                      <a:pt x="700" y="204"/>
                    </a:cubicBezTo>
                    <a:cubicBezTo>
                      <a:pt x="700" y="0"/>
                      <a:pt x="700" y="0"/>
                      <a:pt x="700" y="0"/>
                    </a:cubicBezTo>
                    <a:cubicBezTo>
                      <a:pt x="700" y="0"/>
                      <a:pt x="656" y="7"/>
                      <a:pt x="552" y="32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26" name="Freeform 1104">
                <a:extLst>
                  <a:ext uri="{FF2B5EF4-FFF2-40B4-BE49-F238E27FC236}">
                    <a16:creationId xmlns:a16="http://schemas.microsoft.com/office/drawing/2014/main" id="{FBEA539E-035F-476A-856E-66199F277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333"/>
                <a:ext cx="248" cy="459"/>
              </a:xfrm>
              <a:custGeom>
                <a:avLst/>
                <a:gdLst>
                  <a:gd name="T0" fmla="*/ 0 w 206"/>
                  <a:gd name="T1" fmla="*/ 310 h 380"/>
                  <a:gd name="T2" fmla="*/ 0 w 206"/>
                  <a:gd name="T3" fmla="*/ 669 h 380"/>
                  <a:gd name="T4" fmla="*/ 318 w 206"/>
                  <a:gd name="T5" fmla="*/ 230 h 380"/>
                  <a:gd name="T6" fmla="*/ 0 w 206"/>
                  <a:gd name="T7" fmla="*/ 310 h 3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6" h="380">
                    <a:moveTo>
                      <a:pt x="0" y="176"/>
                    </a:moveTo>
                    <a:cubicBezTo>
                      <a:pt x="0" y="380"/>
                      <a:pt x="0" y="380"/>
                      <a:pt x="0" y="380"/>
                    </a:cubicBezTo>
                    <a:cubicBezTo>
                      <a:pt x="0" y="380"/>
                      <a:pt x="206" y="358"/>
                      <a:pt x="182" y="130"/>
                    </a:cubicBezTo>
                    <a:cubicBezTo>
                      <a:pt x="168" y="0"/>
                      <a:pt x="156" y="179"/>
                      <a:pt x="0" y="176"/>
                    </a:cubicBezTo>
                    <a:close/>
                  </a:path>
                </a:pathLst>
              </a:custGeom>
              <a:solidFill>
                <a:srgbClr val="DB9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27" name="Line 1105">
                <a:extLst>
                  <a:ext uri="{FF2B5EF4-FFF2-40B4-BE49-F238E27FC236}">
                    <a16:creationId xmlns:a16="http://schemas.microsoft.com/office/drawing/2014/main" id="{BB55447E-C9A7-48D7-BF89-14401CA5EB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8" y="1478"/>
                <a:ext cx="1" cy="493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28" name="Line 1106">
                <a:extLst>
                  <a:ext uri="{FF2B5EF4-FFF2-40B4-BE49-F238E27FC236}">
                    <a16:creationId xmlns:a16="http://schemas.microsoft.com/office/drawing/2014/main" id="{103B4B1A-1A29-4CF8-B90C-3B22F5244E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4" y="1164"/>
                <a:ext cx="1" cy="43"/>
              </a:xfrm>
              <a:prstGeom prst="lin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29" name="Freeform 1107">
                <a:extLst>
                  <a:ext uri="{FF2B5EF4-FFF2-40B4-BE49-F238E27FC236}">
                    <a16:creationId xmlns:a16="http://schemas.microsoft.com/office/drawing/2014/main" id="{66F50908-309C-480D-BF97-E2C6371AD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546"/>
                <a:ext cx="843" cy="246"/>
              </a:xfrm>
              <a:custGeom>
                <a:avLst/>
                <a:gdLst>
                  <a:gd name="T0" fmla="*/ 965 w 700"/>
                  <a:gd name="T1" fmla="*/ 57 h 204"/>
                  <a:gd name="T2" fmla="*/ 418 w 700"/>
                  <a:gd name="T3" fmla="*/ 118 h 204"/>
                  <a:gd name="T4" fmla="*/ 0 w 700"/>
                  <a:gd name="T5" fmla="*/ 128 h 204"/>
                  <a:gd name="T6" fmla="*/ 0 w 700"/>
                  <a:gd name="T7" fmla="*/ 358 h 204"/>
                  <a:gd name="T8" fmla="*/ 1222 w 700"/>
                  <a:gd name="T9" fmla="*/ 358 h 204"/>
                  <a:gd name="T10" fmla="*/ 1222 w 700"/>
                  <a:gd name="T11" fmla="*/ 0 h 204"/>
                  <a:gd name="T12" fmla="*/ 965 w 700"/>
                  <a:gd name="T13" fmla="*/ 57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204">
                    <a:moveTo>
                      <a:pt x="552" y="32"/>
                    </a:moveTo>
                    <a:cubicBezTo>
                      <a:pt x="480" y="49"/>
                      <a:pt x="376" y="58"/>
                      <a:pt x="239" y="67"/>
                    </a:cubicBezTo>
                    <a:cubicBezTo>
                      <a:pt x="168" y="73"/>
                      <a:pt x="84" y="65"/>
                      <a:pt x="0" y="73"/>
                    </a:cubicBezTo>
                    <a:cubicBezTo>
                      <a:pt x="0" y="204"/>
                      <a:pt x="0" y="204"/>
                      <a:pt x="0" y="204"/>
                    </a:cubicBezTo>
                    <a:cubicBezTo>
                      <a:pt x="700" y="204"/>
                      <a:pt x="700" y="204"/>
                      <a:pt x="700" y="204"/>
                    </a:cubicBezTo>
                    <a:cubicBezTo>
                      <a:pt x="700" y="0"/>
                      <a:pt x="700" y="0"/>
                      <a:pt x="700" y="0"/>
                    </a:cubicBezTo>
                    <a:cubicBezTo>
                      <a:pt x="700" y="0"/>
                      <a:pt x="656" y="7"/>
                      <a:pt x="552" y="3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30" name="Freeform 1108">
                <a:extLst>
                  <a:ext uri="{FF2B5EF4-FFF2-40B4-BE49-F238E27FC236}">
                    <a16:creationId xmlns:a16="http://schemas.microsoft.com/office/drawing/2014/main" id="{C20F2789-0A82-4B4C-8A63-62D33F357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333"/>
                <a:ext cx="248" cy="459"/>
              </a:xfrm>
              <a:custGeom>
                <a:avLst/>
                <a:gdLst>
                  <a:gd name="T0" fmla="*/ 0 w 206"/>
                  <a:gd name="T1" fmla="*/ 310 h 380"/>
                  <a:gd name="T2" fmla="*/ 0 w 206"/>
                  <a:gd name="T3" fmla="*/ 669 h 380"/>
                  <a:gd name="T4" fmla="*/ 318 w 206"/>
                  <a:gd name="T5" fmla="*/ 230 h 380"/>
                  <a:gd name="T6" fmla="*/ 0 w 206"/>
                  <a:gd name="T7" fmla="*/ 310 h 3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6" h="380">
                    <a:moveTo>
                      <a:pt x="0" y="176"/>
                    </a:moveTo>
                    <a:cubicBezTo>
                      <a:pt x="0" y="380"/>
                      <a:pt x="0" y="380"/>
                      <a:pt x="0" y="380"/>
                    </a:cubicBezTo>
                    <a:cubicBezTo>
                      <a:pt x="0" y="380"/>
                      <a:pt x="206" y="358"/>
                      <a:pt x="182" y="130"/>
                    </a:cubicBezTo>
                    <a:cubicBezTo>
                      <a:pt x="168" y="0"/>
                      <a:pt x="156" y="179"/>
                      <a:pt x="0" y="176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31" name="Freeform 1109">
                <a:extLst>
                  <a:ext uri="{FF2B5EF4-FFF2-40B4-BE49-F238E27FC236}">
                    <a16:creationId xmlns:a16="http://schemas.microsoft.com/office/drawing/2014/main" id="{D968ABCB-852D-4EA5-AA6E-15F797C27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611"/>
                <a:ext cx="674" cy="156"/>
              </a:xfrm>
              <a:custGeom>
                <a:avLst/>
                <a:gdLst>
                  <a:gd name="T0" fmla="*/ 846 w 560"/>
                  <a:gd name="T1" fmla="*/ 10 h 129"/>
                  <a:gd name="T2" fmla="*/ 932 w 560"/>
                  <a:gd name="T3" fmla="*/ 161 h 129"/>
                  <a:gd name="T4" fmla="*/ 195 w 560"/>
                  <a:gd name="T5" fmla="*/ 195 h 129"/>
                  <a:gd name="T6" fmla="*/ 102 w 560"/>
                  <a:gd name="T7" fmla="*/ 91 h 129"/>
                  <a:gd name="T8" fmla="*/ 846 w 560"/>
                  <a:gd name="T9" fmla="*/ 1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0" h="129">
                    <a:moveTo>
                      <a:pt x="485" y="6"/>
                    </a:moveTo>
                    <a:cubicBezTo>
                      <a:pt x="485" y="6"/>
                      <a:pt x="560" y="53"/>
                      <a:pt x="534" y="91"/>
                    </a:cubicBezTo>
                    <a:cubicBezTo>
                      <a:pt x="509" y="129"/>
                      <a:pt x="174" y="91"/>
                      <a:pt x="112" y="110"/>
                    </a:cubicBezTo>
                    <a:cubicBezTo>
                      <a:pt x="51" y="129"/>
                      <a:pt x="0" y="64"/>
                      <a:pt x="59" y="51"/>
                    </a:cubicBezTo>
                    <a:cubicBezTo>
                      <a:pt x="118" y="38"/>
                      <a:pt x="360" y="0"/>
                      <a:pt x="485" y="6"/>
                    </a:cubicBezTo>
                    <a:close/>
                  </a:path>
                </a:pathLst>
              </a:custGeom>
              <a:solidFill>
                <a:srgbClr val="F9E9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32" name="Oval 1110">
                <a:extLst>
                  <a:ext uri="{FF2B5EF4-FFF2-40B4-BE49-F238E27FC236}">
                    <a16:creationId xmlns:a16="http://schemas.microsoft.com/office/drawing/2014/main" id="{9298ECDF-E181-482D-930A-CAFFB7D47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" y="1668"/>
                <a:ext cx="123" cy="5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633" name="Rectangle 1111">
                <a:extLst>
                  <a:ext uri="{FF2B5EF4-FFF2-40B4-BE49-F238E27FC236}">
                    <a16:creationId xmlns:a16="http://schemas.microsoft.com/office/drawing/2014/main" id="{B74BC8D7-7B56-4ED2-B876-1E2FDD357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011"/>
                <a:ext cx="844" cy="160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634" name="Freeform 1112">
                <a:extLst>
                  <a:ext uri="{FF2B5EF4-FFF2-40B4-BE49-F238E27FC236}">
                    <a16:creationId xmlns:a16="http://schemas.microsoft.com/office/drawing/2014/main" id="{0C8D8099-2139-4C62-A824-21A782F1A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011"/>
                <a:ext cx="355" cy="960"/>
              </a:xfrm>
              <a:custGeom>
                <a:avLst/>
                <a:gdLst>
                  <a:gd name="T0" fmla="*/ 12 w 294"/>
                  <a:gd name="T1" fmla="*/ 0 h 794"/>
                  <a:gd name="T2" fmla="*/ 7 w 294"/>
                  <a:gd name="T3" fmla="*/ 0 h 794"/>
                  <a:gd name="T4" fmla="*/ 7 w 294"/>
                  <a:gd name="T5" fmla="*/ 0 h 794"/>
                  <a:gd name="T6" fmla="*/ 0 w 294"/>
                  <a:gd name="T7" fmla="*/ 0 h 794"/>
                  <a:gd name="T8" fmla="*/ 0 w 294"/>
                  <a:gd name="T9" fmla="*/ 233 h 794"/>
                  <a:gd name="T10" fmla="*/ 0 w 294"/>
                  <a:gd name="T11" fmla="*/ 233 h 794"/>
                  <a:gd name="T12" fmla="*/ 371 w 294"/>
                  <a:gd name="T13" fmla="*/ 700 h 794"/>
                  <a:gd name="T14" fmla="*/ 0 w 294"/>
                  <a:gd name="T15" fmla="*/ 1167 h 794"/>
                  <a:gd name="T16" fmla="*/ 0 w 294"/>
                  <a:gd name="T17" fmla="*/ 1167 h 794"/>
                  <a:gd name="T18" fmla="*/ 0 w 294"/>
                  <a:gd name="T19" fmla="*/ 1404 h 794"/>
                  <a:gd name="T20" fmla="*/ 2 w 294"/>
                  <a:gd name="T21" fmla="*/ 1404 h 794"/>
                  <a:gd name="T22" fmla="*/ 12 w 294"/>
                  <a:gd name="T23" fmla="*/ 1404 h 794"/>
                  <a:gd name="T24" fmla="*/ 518 w 294"/>
                  <a:gd name="T25" fmla="*/ 701 h 794"/>
                  <a:gd name="T26" fmla="*/ 12 w 294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16" y="132"/>
                      <a:pt x="210" y="250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4" y="794"/>
                      <a:pt x="5" y="794"/>
                      <a:pt x="7" y="794"/>
                    </a:cubicBezTo>
                    <a:cubicBezTo>
                      <a:pt x="165" y="794"/>
                      <a:pt x="294" y="616"/>
                      <a:pt x="294" y="397"/>
                    </a:cubicBezTo>
                    <a:cubicBezTo>
                      <a:pt x="294" y="178"/>
                      <a:pt x="165" y="0"/>
                      <a:pt x="7" y="0"/>
                    </a:cubicBezTo>
                    <a:close/>
                  </a:path>
                </a:pathLst>
              </a:custGeom>
              <a:solidFill>
                <a:srgbClr val="BC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35" name="Rectangle 1113">
                <a:extLst>
                  <a:ext uri="{FF2B5EF4-FFF2-40B4-BE49-F238E27FC236}">
                    <a16:creationId xmlns:a16="http://schemas.microsoft.com/office/drawing/2014/main" id="{CC173B7F-76DB-4745-9115-BDED9E115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083"/>
                <a:ext cx="844" cy="88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636" name="Rectangle 1114">
                <a:extLst>
                  <a:ext uri="{FF2B5EF4-FFF2-40B4-BE49-F238E27FC236}">
                    <a16:creationId xmlns:a16="http://schemas.microsoft.com/office/drawing/2014/main" id="{09B1ADFC-516F-48CF-B0B3-C0D827CF0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809"/>
                <a:ext cx="844" cy="162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637" name="Rectangle 1115">
                <a:extLst>
                  <a:ext uri="{FF2B5EF4-FFF2-40B4-BE49-F238E27FC236}">
                    <a16:creationId xmlns:a16="http://schemas.microsoft.com/office/drawing/2014/main" id="{9E888B43-AE89-4A15-BC80-85DF7653B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809"/>
                <a:ext cx="844" cy="90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638" name="Freeform 1116">
                <a:extLst>
                  <a:ext uri="{FF2B5EF4-FFF2-40B4-BE49-F238E27FC236}">
                    <a16:creationId xmlns:a16="http://schemas.microsoft.com/office/drawing/2014/main" id="{BEDE8BCD-63FC-4C1E-89A3-8FAC02760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082"/>
                <a:ext cx="314" cy="817"/>
              </a:xfrm>
              <a:custGeom>
                <a:avLst/>
                <a:gdLst>
                  <a:gd name="T0" fmla="*/ 25 w 260"/>
                  <a:gd name="T1" fmla="*/ 0 h 675"/>
                  <a:gd name="T2" fmla="*/ 0 w 260"/>
                  <a:gd name="T3" fmla="*/ 1 h 675"/>
                  <a:gd name="T4" fmla="*/ 0 w 260"/>
                  <a:gd name="T5" fmla="*/ 130 h 675"/>
                  <a:gd name="T6" fmla="*/ 0 w 260"/>
                  <a:gd name="T7" fmla="*/ 130 h 675"/>
                  <a:gd name="T8" fmla="*/ 371 w 260"/>
                  <a:gd name="T9" fmla="*/ 598 h 675"/>
                  <a:gd name="T10" fmla="*/ 0 w 260"/>
                  <a:gd name="T11" fmla="*/ 1065 h 675"/>
                  <a:gd name="T12" fmla="*/ 0 w 260"/>
                  <a:gd name="T13" fmla="*/ 1065 h 675"/>
                  <a:gd name="T14" fmla="*/ 0 w 260"/>
                  <a:gd name="T15" fmla="*/ 1197 h 675"/>
                  <a:gd name="T16" fmla="*/ 25 w 260"/>
                  <a:gd name="T17" fmla="*/ 1197 h 675"/>
                  <a:gd name="T18" fmla="*/ 458 w 260"/>
                  <a:gd name="T19" fmla="*/ 599 h 675"/>
                  <a:gd name="T20" fmla="*/ 25 w 260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675">
                    <a:moveTo>
                      <a:pt x="14" y="0"/>
                    </a:moveTo>
                    <a:cubicBezTo>
                      <a:pt x="9" y="0"/>
                      <a:pt x="5" y="1"/>
                      <a:pt x="0" y="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7"/>
                    </a:cubicBezTo>
                    <a:cubicBezTo>
                      <a:pt x="210" y="483"/>
                      <a:pt x="116" y="601"/>
                      <a:pt x="0" y="601"/>
                    </a:cubicBezTo>
                    <a:cubicBezTo>
                      <a:pt x="0" y="601"/>
                      <a:pt x="0" y="601"/>
                      <a:pt x="0" y="601"/>
                    </a:cubicBezTo>
                    <a:cubicBezTo>
                      <a:pt x="0" y="675"/>
                      <a:pt x="0" y="675"/>
                      <a:pt x="0" y="675"/>
                    </a:cubicBezTo>
                    <a:cubicBezTo>
                      <a:pt x="5" y="675"/>
                      <a:pt x="9" y="675"/>
                      <a:pt x="14" y="675"/>
                    </a:cubicBezTo>
                    <a:cubicBezTo>
                      <a:pt x="142" y="675"/>
                      <a:pt x="260" y="525"/>
                      <a:pt x="260" y="338"/>
                    </a:cubicBezTo>
                    <a:cubicBezTo>
                      <a:pt x="260" y="152"/>
                      <a:pt x="142" y="0"/>
                      <a:pt x="14" y="0"/>
                    </a:cubicBezTo>
                    <a:close/>
                  </a:path>
                </a:pathLst>
              </a:custGeom>
              <a:solidFill>
                <a:srgbClr val="CC7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39" name="Rectangle 1117">
                <a:extLst>
                  <a:ext uri="{FF2B5EF4-FFF2-40B4-BE49-F238E27FC236}">
                    <a16:creationId xmlns:a16="http://schemas.microsoft.com/office/drawing/2014/main" id="{A99F87F4-3629-46A8-81E0-BC9CF65E8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809"/>
                <a:ext cx="844" cy="90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640" name="Freeform 1118">
                <a:extLst>
                  <a:ext uri="{FF2B5EF4-FFF2-40B4-BE49-F238E27FC236}">
                    <a16:creationId xmlns:a16="http://schemas.microsoft.com/office/drawing/2014/main" id="{CD846C8D-15B6-4E25-B6DF-DF80CA006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014"/>
                <a:ext cx="154" cy="40"/>
              </a:xfrm>
              <a:custGeom>
                <a:avLst/>
                <a:gdLst>
                  <a:gd name="T0" fmla="*/ 0 w 128"/>
                  <a:gd name="T1" fmla="*/ 28 h 33"/>
                  <a:gd name="T2" fmla="*/ 58 w 128"/>
                  <a:gd name="T3" fmla="*/ 1 h 33"/>
                  <a:gd name="T4" fmla="*/ 123 w 128"/>
                  <a:gd name="T5" fmla="*/ 1 h 33"/>
                  <a:gd name="T6" fmla="*/ 179 w 128"/>
                  <a:gd name="T7" fmla="*/ 19 h 33"/>
                  <a:gd name="T8" fmla="*/ 223 w 128"/>
                  <a:gd name="T9" fmla="*/ 27 h 33"/>
                  <a:gd name="T10" fmla="*/ 161 w 128"/>
                  <a:gd name="T11" fmla="*/ 48 h 33"/>
                  <a:gd name="T12" fmla="*/ 85 w 128"/>
                  <a:gd name="T13" fmla="*/ 57 h 33"/>
                  <a:gd name="T14" fmla="*/ 24 w 128"/>
                  <a:gd name="T15" fmla="*/ 40 h 33"/>
                  <a:gd name="T16" fmla="*/ 1 w 128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8" h="33">
                    <a:moveTo>
                      <a:pt x="0" y="16"/>
                    </a:moveTo>
                    <a:cubicBezTo>
                      <a:pt x="12" y="12"/>
                      <a:pt x="19" y="3"/>
                      <a:pt x="33" y="1"/>
                    </a:cubicBezTo>
                    <a:cubicBezTo>
                      <a:pt x="45" y="0"/>
                      <a:pt x="58" y="0"/>
                      <a:pt x="71" y="1"/>
                    </a:cubicBezTo>
                    <a:cubicBezTo>
                      <a:pt x="82" y="3"/>
                      <a:pt x="92" y="9"/>
                      <a:pt x="103" y="11"/>
                    </a:cubicBezTo>
                    <a:cubicBezTo>
                      <a:pt x="111" y="13"/>
                      <a:pt x="120" y="13"/>
                      <a:pt x="128" y="15"/>
                    </a:cubicBezTo>
                    <a:cubicBezTo>
                      <a:pt x="115" y="16"/>
                      <a:pt x="104" y="23"/>
                      <a:pt x="92" y="27"/>
                    </a:cubicBezTo>
                    <a:cubicBezTo>
                      <a:pt x="78" y="32"/>
                      <a:pt x="63" y="33"/>
                      <a:pt x="49" y="32"/>
                    </a:cubicBezTo>
                    <a:cubicBezTo>
                      <a:pt x="37" y="31"/>
                      <a:pt x="26" y="26"/>
                      <a:pt x="14" y="22"/>
                    </a:cubicBezTo>
                    <a:cubicBezTo>
                      <a:pt x="10" y="21"/>
                      <a:pt x="5" y="21"/>
                      <a:pt x="1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41" name="Freeform 1119">
                <a:extLst>
                  <a:ext uri="{FF2B5EF4-FFF2-40B4-BE49-F238E27FC236}">
                    <a16:creationId xmlns:a16="http://schemas.microsoft.com/office/drawing/2014/main" id="{A3DF94B2-0456-4CE4-BAE1-581A6F122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016"/>
                <a:ext cx="135" cy="35"/>
              </a:xfrm>
              <a:custGeom>
                <a:avLst/>
                <a:gdLst>
                  <a:gd name="T0" fmla="*/ 0 w 112"/>
                  <a:gd name="T1" fmla="*/ 21 h 29"/>
                  <a:gd name="T2" fmla="*/ 43 w 112"/>
                  <a:gd name="T3" fmla="*/ 8 h 29"/>
                  <a:gd name="T4" fmla="*/ 104 w 112"/>
                  <a:gd name="T5" fmla="*/ 1 h 29"/>
                  <a:gd name="T6" fmla="*/ 196 w 112"/>
                  <a:gd name="T7" fmla="*/ 17 h 29"/>
                  <a:gd name="T8" fmla="*/ 69 w 112"/>
                  <a:gd name="T9" fmla="*/ 40 h 29"/>
                  <a:gd name="T10" fmla="*/ 0 w 112"/>
                  <a:gd name="T11" fmla="*/ 2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9">
                    <a:moveTo>
                      <a:pt x="0" y="12"/>
                    </a:moveTo>
                    <a:cubicBezTo>
                      <a:pt x="7" y="16"/>
                      <a:pt x="18" y="7"/>
                      <a:pt x="25" y="5"/>
                    </a:cubicBezTo>
                    <a:cubicBezTo>
                      <a:pt x="36" y="0"/>
                      <a:pt x="47" y="1"/>
                      <a:pt x="59" y="1"/>
                    </a:cubicBezTo>
                    <a:cubicBezTo>
                      <a:pt x="79" y="1"/>
                      <a:pt x="94" y="1"/>
                      <a:pt x="112" y="10"/>
                    </a:cubicBezTo>
                    <a:cubicBezTo>
                      <a:pt x="89" y="21"/>
                      <a:pt x="64" y="29"/>
                      <a:pt x="39" y="22"/>
                    </a:cubicBezTo>
                    <a:cubicBezTo>
                      <a:pt x="26" y="19"/>
                      <a:pt x="14" y="15"/>
                      <a:pt x="0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42" name="Freeform 1120">
                <a:extLst>
                  <a:ext uri="{FF2B5EF4-FFF2-40B4-BE49-F238E27FC236}">
                    <a16:creationId xmlns:a16="http://schemas.microsoft.com/office/drawing/2014/main" id="{47946350-0524-4490-BA01-A33F0911E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046"/>
                <a:ext cx="166" cy="33"/>
              </a:xfrm>
              <a:custGeom>
                <a:avLst/>
                <a:gdLst>
                  <a:gd name="T0" fmla="*/ 49 w 138"/>
                  <a:gd name="T1" fmla="*/ 13 h 27"/>
                  <a:gd name="T2" fmla="*/ 24 w 138"/>
                  <a:gd name="T3" fmla="*/ 24 h 27"/>
                  <a:gd name="T4" fmla="*/ 0 w 138"/>
                  <a:gd name="T5" fmla="*/ 33 h 27"/>
                  <a:gd name="T6" fmla="*/ 94 w 138"/>
                  <a:gd name="T7" fmla="*/ 42 h 27"/>
                  <a:gd name="T8" fmla="*/ 156 w 138"/>
                  <a:gd name="T9" fmla="*/ 48 h 27"/>
                  <a:gd name="T10" fmla="*/ 241 w 138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27">
                    <a:moveTo>
                      <a:pt x="28" y="7"/>
                    </a:moveTo>
                    <a:cubicBezTo>
                      <a:pt x="22" y="4"/>
                      <a:pt x="19" y="10"/>
                      <a:pt x="14" y="13"/>
                    </a:cubicBezTo>
                    <a:cubicBezTo>
                      <a:pt x="10" y="16"/>
                      <a:pt x="4" y="15"/>
                      <a:pt x="0" y="18"/>
                    </a:cubicBezTo>
                    <a:cubicBezTo>
                      <a:pt x="15" y="25"/>
                      <a:pt x="38" y="21"/>
                      <a:pt x="54" y="23"/>
                    </a:cubicBezTo>
                    <a:cubicBezTo>
                      <a:pt x="67" y="24"/>
                      <a:pt x="77" y="27"/>
                      <a:pt x="90" y="26"/>
                    </a:cubicBezTo>
                    <a:cubicBezTo>
                      <a:pt x="109" y="25"/>
                      <a:pt x="125" y="13"/>
                      <a:pt x="13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43" name="Freeform 1121">
                <a:extLst>
                  <a:ext uri="{FF2B5EF4-FFF2-40B4-BE49-F238E27FC236}">
                    <a16:creationId xmlns:a16="http://schemas.microsoft.com/office/drawing/2014/main" id="{F1188BF9-6805-4FDF-B206-BB4A04169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067"/>
                <a:ext cx="54" cy="14"/>
              </a:xfrm>
              <a:custGeom>
                <a:avLst/>
                <a:gdLst>
                  <a:gd name="T0" fmla="*/ 78 w 45"/>
                  <a:gd name="T1" fmla="*/ 1 h 12"/>
                  <a:gd name="T2" fmla="*/ 0 w 45"/>
                  <a:gd name="T3" fmla="*/ 1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2">
                    <a:moveTo>
                      <a:pt x="45" y="1"/>
                    </a:moveTo>
                    <a:cubicBezTo>
                      <a:pt x="28" y="0"/>
                      <a:pt x="14" y="5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44" name="Freeform 1122">
                <a:extLst>
                  <a:ext uri="{FF2B5EF4-FFF2-40B4-BE49-F238E27FC236}">
                    <a16:creationId xmlns:a16="http://schemas.microsoft.com/office/drawing/2014/main" id="{A73FF04A-94E6-4D29-A299-78B0349CB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013"/>
                <a:ext cx="141" cy="44"/>
              </a:xfrm>
              <a:custGeom>
                <a:avLst/>
                <a:gdLst>
                  <a:gd name="T0" fmla="*/ 0 w 117"/>
                  <a:gd name="T1" fmla="*/ 20 h 36"/>
                  <a:gd name="T2" fmla="*/ 78 w 117"/>
                  <a:gd name="T3" fmla="*/ 1 h 36"/>
                  <a:gd name="T4" fmla="*/ 134 w 117"/>
                  <a:gd name="T5" fmla="*/ 13 h 36"/>
                  <a:gd name="T6" fmla="*/ 205 w 117"/>
                  <a:gd name="T7" fmla="*/ 22 h 36"/>
                  <a:gd name="T8" fmla="*/ 83 w 117"/>
                  <a:gd name="T9" fmla="*/ 60 h 36"/>
                  <a:gd name="T10" fmla="*/ 0 w 117"/>
                  <a:gd name="T11" fmla="*/ 2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6">
                    <a:moveTo>
                      <a:pt x="0" y="11"/>
                    </a:moveTo>
                    <a:cubicBezTo>
                      <a:pt x="15" y="4"/>
                      <a:pt x="29" y="0"/>
                      <a:pt x="45" y="1"/>
                    </a:cubicBezTo>
                    <a:cubicBezTo>
                      <a:pt x="56" y="1"/>
                      <a:pt x="65" y="4"/>
                      <a:pt x="76" y="7"/>
                    </a:cubicBezTo>
                    <a:cubicBezTo>
                      <a:pt x="89" y="10"/>
                      <a:pt x="106" y="8"/>
                      <a:pt x="117" y="12"/>
                    </a:cubicBezTo>
                    <a:cubicBezTo>
                      <a:pt x="97" y="23"/>
                      <a:pt x="71" y="36"/>
                      <a:pt x="47" y="33"/>
                    </a:cubicBezTo>
                    <a:cubicBezTo>
                      <a:pt x="33" y="31"/>
                      <a:pt x="11" y="24"/>
                      <a:pt x="0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45" name="Freeform 1123">
                <a:extLst>
                  <a:ext uri="{FF2B5EF4-FFF2-40B4-BE49-F238E27FC236}">
                    <a16:creationId xmlns:a16="http://schemas.microsoft.com/office/drawing/2014/main" id="{CD69CCC6-6D99-41FB-9EBC-6FA063212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052"/>
                <a:ext cx="146" cy="28"/>
              </a:xfrm>
              <a:custGeom>
                <a:avLst/>
                <a:gdLst>
                  <a:gd name="T0" fmla="*/ 0 w 121"/>
                  <a:gd name="T1" fmla="*/ 27 h 23"/>
                  <a:gd name="T2" fmla="*/ 40 w 121"/>
                  <a:gd name="T3" fmla="*/ 28 h 23"/>
                  <a:gd name="T4" fmla="*/ 71 w 121"/>
                  <a:gd name="T5" fmla="*/ 33 h 23"/>
                  <a:gd name="T6" fmla="*/ 121 w 121"/>
                  <a:gd name="T7" fmla="*/ 41 h 23"/>
                  <a:gd name="T8" fmla="*/ 212 w 12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23">
                    <a:moveTo>
                      <a:pt x="0" y="15"/>
                    </a:moveTo>
                    <a:cubicBezTo>
                      <a:pt x="6" y="17"/>
                      <a:pt x="16" y="15"/>
                      <a:pt x="22" y="16"/>
                    </a:cubicBezTo>
                    <a:cubicBezTo>
                      <a:pt x="29" y="17"/>
                      <a:pt x="34" y="18"/>
                      <a:pt x="41" y="18"/>
                    </a:cubicBezTo>
                    <a:cubicBezTo>
                      <a:pt x="51" y="18"/>
                      <a:pt x="60" y="22"/>
                      <a:pt x="69" y="23"/>
                    </a:cubicBezTo>
                    <a:cubicBezTo>
                      <a:pt x="88" y="23"/>
                      <a:pt x="106" y="8"/>
                      <a:pt x="12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46" name="Freeform 1124">
                <a:extLst>
                  <a:ext uri="{FF2B5EF4-FFF2-40B4-BE49-F238E27FC236}">
                    <a16:creationId xmlns:a16="http://schemas.microsoft.com/office/drawing/2014/main" id="{87CE0BE0-FD53-44AE-A7D6-B63D3E326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022"/>
                <a:ext cx="163" cy="59"/>
              </a:xfrm>
              <a:custGeom>
                <a:avLst/>
                <a:gdLst>
                  <a:gd name="T0" fmla="*/ 0 w 135"/>
                  <a:gd name="T1" fmla="*/ 45 h 49"/>
                  <a:gd name="T2" fmla="*/ 69 w 135"/>
                  <a:gd name="T3" fmla="*/ 70 h 49"/>
                  <a:gd name="T4" fmla="*/ 111 w 135"/>
                  <a:gd name="T5" fmla="*/ 85 h 49"/>
                  <a:gd name="T6" fmla="*/ 177 w 135"/>
                  <a:gd name="T7" fmla="*/ 66 h 49"/>
                  <a:gd name="T8" fmla="*/ 238 w 135"/>
                  <a:gd name="T9" fmla="*/ 26 h 49"/>
                  <a:gd name="T10" fmla="*/ 180 w 135"/>
                  <a:gd name="T11" fmla="*/ 23 h 49"/>
                  <a:gd name="T12" fmla="*/ 128 w 135"/>
                  <a:gd name="T13" fmla="*/ 14 h 49"/>
                  <a:gd name="T14" fmla="*/ 78 w 135"/>
                  <a:gd name="T15" fmla="*/ 12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49">
                    <a:moveTo>
                      <a:pt x="0" y="26"/>
                    </a:moveTo>
                    <a:cubicBezTo>
                      <a:pt x="13" y="30"/>
                      <a:pt x="27" y="35"/>
                      <a:pt x="39" y="40"/>
                    </a:cubicBezTo>
                    <a:cubicBezTo>
                      <a:pt x="47" y="44"/>
                      <a:pt x="54" y="48"/>
                      <a:pt x="63" y="49"/>
                    </a:cubicBezTo>
                    <a:cubicBezTo>
                      <a:pt x="76" y="49"/>
                      <a:pt x="89" y="44"/>
                      <a:pt x="101" y="38"/>
                    </a:cubicBezTo>
                    <a:cubicBezTo>
                      <a:pt x="111" y="33"/>
                      <a:pt x="130" y="25"/>
                      <a:pt x="135" y="15"/>
                    </a:cubicBezTo>
                    <a:cubicBezTo>
                      <a:pt x="125" y="11"/>
                      <a:pt x="113" y="14"/>
                      <a:pt x="102" y="13"/>
                    </a:cubicBezTo>
                    <a:cubicBezTo>
                      <a:pt x="93" y="12"/>
                      <a:pt x="83" y="10"/>
                      <a:pt x="73" y="8"/>
                    </a:cubicBezTo>
                    <a:cubicBezTo>
                      <a:pt x="65" y="6"/>
                      <a:pt x="53" y="0"/>
                      <a:pt x="45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47" name="Freeform 1125">
                <a:extLst>
                  <a:ext uri="{FF2B5EF4-FFF2-40B4-BE49-F238E27FC236}">
                    <a16:creationId xmlns:a16="http://schemas.microsoft.com/office/drawing/2014/main" id="{D3108815-28F6-4968-814C-A3A7DD888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011"/>
                <a:ext cx="90" cy="22"/>
              </a:xfrm>
              <a:custGeom>
                <a:avLst/>
                <a:gdLst>
                  <a:gd name="T0" fmla="*/ 0 w 75"/>
                  <a:gd name="T1" fmla="*/ 33 h 18"/>
                  <a:gd name="T2" fmla="*/ 80 w 75"/>
                  <a:gd name="T3" fmla="*/ 15 h 18"/>
                  <a:gd name="T4" fmla="*/ 130 w 75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8">
                    <a:moveTo>
                      <a:pt x="0" y="18"/>
                    </a:moveTo>
                    <a:cubicBezTo>
                      <a:pt x="17" y="18"/>
                      <a:pt x="30" y="13"/>
                      <a:pt x="47" y="8"/>
                    </a:cubicBezTo>
                    <a:cubicBezTo>
                      <a:pt x="55" y="6"/>
                      <a:pt x="68" y="5"/>
                      <a:pt x="7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48" name="Freeform 1126">
                <a:extLst>
                  <a:ext uri="{FF2B5EF4-FFF2-40B4-BE49-F238E27FC236}">
                    <a16:creationId xmlns:a16="http://schemas.microsoft.com/office/drawing/2014/main" id="{F0B60312-8AF4-4E5F-90E3-CE4C6E4FA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030"/>
                <a:ext cx="142" cy="30"/>
              </a:xfrm>
              <a:custGeom>
                <a:avLst/>
                <a:gdLst>
                  <a:gd name="T0" fmla="*/ 0 w 118"/>
                  <a:gd name="T1" fmla="*/ 43 h 25"/>
                  <a:gd name="T2" fmla="*/ 102 w 118"/>
                  <a:gd name="T3" fmla="*/ 8 h 25"/>
                  <a:gd name="T4" fmla="*/ 165 w 118"/>
                  <a:gd name="T5" fmla="*/ 17 h 25"/>
                  <a:gd name="T6" fmla="*/ 206 w 118"/>
                  <a:gd name="T7" fmla="*/ 2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25">
                    <a:moveTo>
                      <a:pt x="0" y="25"/>
                    </a:moveTo>
                    <a:cubicBezTo>
                      <a:pt x="22" y="17"/>
                      <a:pt x="34" y="0"/>
                      <a:pt x="59" y="5"/>
                    </a:cubicBezTo>
                    <a:cubicBezTo>
                      <a:pt x="72" y="8"/>
                      <a:pt x="83" y="8"/>
                      <a:pt x="95" y="10"/>
                    </a:cubicBezTo>
                    <a:cubicBezTo>
                      <a:pt x="103" y="11"/>
                      <a:pt x="111" y="15"/>
                      <a:pt x="118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49" name="Freeform 1127">
                <a:extLst>
                  <a:ext uri="{FF2B5EF4-FFF2-40B4-BE49-F238E27FC236}">
                    <a16:creationId xmlns:a16="http://schemas.microsoft.com/office/drawing/2014/main" id="{5134C2F9-F972-4805-B7C8-DE40C3144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051"/>
                <a:ext cx="147" cy="29"/>
              </a:xfrm>
              <a:custGeom>
                <a:avLst/>
                <a:gdLst>
                  <a:gd name="T0" fmla="*/ 213 w 122"/>
                  <a:gd name="T1" fmla="*/ 0 h 24"/>
                  <a:gd name="T2" fmla="*/ 128 w 122"/>
                  <a:gd name="T3" fmla="*/ 41 h 24"/>
                  <a:gd name="T4" fmla="*/ 86 w 122"/>
                  <a:gd name="T5" fmla="*/ 41 h 24"/>
                  <a:gd name="T6" fmla="*/ 40 w 122"/>
                  <a:gd name="T7" fmla="*/ 30 h 24"/>
                  <a:gd name="T8" fmla="*/ 0 w 122"/>
                  <a:gd name="T9" fmla="*/ 2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24">
                    <a:moveTo>
                      <a:pt x="122" y="0"/>
                    </a:moveTo>
                    <a:cubicBezTo>
                      <a:pt x="107" y="8"/>
                      <a:pt x="90" y="21"/>
                      <a:pt x="73" y="23"/>
                    </a:cubicBezTo>
                    <a:cubicBezTo>
                      <a:pt x="66" y="24"/>
                      <a:pt x="57" y="23"/>
                      <a:pt x="49" y="23"/>
                    </a:cubicBezTo>
                    <a:cubicBezTo>
                      <a:pt x="40" y="22"/>
                      <a:pt x="31" y="19"/>
                      <a:pt x="22" y="17"/>
                    </a:cubicBezTo>
                    <a:cubicBezTo>
                      <a:pt x="15" y="15"/>
                      <a:pt x="7" y="12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50" name="Freeform 1128">
                <a:extLst>
                  <a:ext uri="{FF2B5EF4-FFF2-40B4-BE49-F238E27FC236}">
                    <a16:creationId xmlns:a16="http://schemas.microsoft.com/office/drawing/2014/main" id="{67026467-9728-44AF-94BE-8A5A967BA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013"/>
                <a:ext cx="64" cy="27"/>
              </a:xfrm>
              <a:custGeom>
                <a:avLst/>
                <a:gdLst>
                  <a:gd name="T0" fmla="*/ 0 w 53"/>
                  <a:gd name="T1" fmla="*/ 41 h 22"/>
                  <a:gd name="T2" fmla="*/ 65 w 53"/>
                  <a:gd name="T3" fmla="*/ 11 h 22"/>
                  <a:gd name="T4" fmla="*/ 93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0" y="22"/>
                    </a:moveTo>
                    <a:cubicBezTo>
                      <a:pt x="15" y="20"/>
                      <a:pt x="25" y="15"/>
                      <a:pt x="37" y="6"/>
                    </a:cubicBezTo>
                    <a:cubicBezTo>
                      <a:pt x="42" y="3"/>
                      <a:pt x="47" y="0"/>
                      <a:pt x="5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51" name="Freeform 1129">
                <a:extLst>
                  <a:ext uri="{FF2B5EF4-FFF2-40B4-BE49-F238E27FC236}">
                    <a16:creationId xmlns:a16="http://schemas.microsoft.com/office/drawing/2014/main" id="{965DDDAC-DBD4-4C9B-AD5B-7ACCEB82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013"/>
                <a:ext cx="125" cy="20"/>
              </a:xfrm>
              <a:custGeom>
                <a:avLst/>
                <a:gdLst>
                  <a:gd name="T0" fmla="*/ 0 w 104"/>
                  <a:gd name="T1" fmla="*/ 13 h 16"/>
                  <a:gd name="T2" fmla="*/ 97 w 104"/>
                  <a:gd name="T3" fmla="*/ 8 h 16"/>
                  <a:gd name="T4" fmla="*/ 180 w 104"/>
                  <a:gd name="T5" fmla="*/ 3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6">
                    <a:moveTo>
                      <a:pt x="0" y="6"/>
                    </a:moveTo>
                    <a:cubicBezTo>
                      <a:pt x="20" y="1"/>
                      <a:pt x="36" y="0"/>
                      <a:pt x="56" y="4"/>
                    </a:cubicBezTo>
                    <a:cubicBezTo>
                      <a:pt x="72" y="8"/>
                      <a:pt x="88" y="16"/>
                      <a:pt x="104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52" name="Freeform 1130">
                <a:extLst>
                  <a:ext uri="{FF2B5EF4-FFF2-40B4-BE49-F238E27FC236}">
                    <a16:creationId xmlns:a16="http://schemas.microsoft.com/office/drawing/2014/main" id="{F383C228-942E-48DE-8652-96D9C0D40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1031"/>
                <a:ext cx="108" cy="20"/>
              </a:xfrm>
              <a:custGeom>
                <a:avLst/>
                <a:gdLst>
                  <a:gd name="T0" fmla="*/ 156 w 90"/>
                  <a:gd name="T1" fmla="*/ 1 h 16"/>
                  <a:gd name="T2" fmla="*/ 106 w 90"/>
                  <a:gd name="T3" fmla="*/ 20 h 16"/>
                  <a:gd name="T4" fmla="*/ 50 w 90"/>
                  <a:gd name="T5" fmla="*/ 30 h 16"/>
                  <a:gd name="T6" fmla="*/ 0 w 90"/>
                  <a:gd name="T7" fmla="*/ 3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6">
                    <a:moveTo>
                      <a:pt x="90" y="1"/>
                    </a:moveTo>
                    <a:cubicBezTo>
                      <a:pt x="81" y="0"/>
                      <a:pt x="69" y="7"/>
                      <a:pt x="61" y="10"/>
                    </a:cubicBezTo>
                    <a:cubicBezTo>
                      <a:pt x="50" y="14"/>
                      <a:pt x="40" y="14"/>
                      <a:pt x="29" y="15"/>
                    </a:cubicBezTo>
                    <a:cubicBezTo>
                      <a:pt x="19" y="16"/>
                      <a:pt x="10" y="16"/>
                      <a:pt x="0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53" name="Freeform 1131">
                <a:extLst>
                  <a:ext uri="{FF2B5EF4-FFF2-40B4-BE49-F238E27FC236}">
                    <a16:creationId xmlns:a16="http://schemas.microsoft.com/office/drawing/2014/main" id="{0CBE8859-0B44-424C-9F91-9297EF50B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046"/>
                <a:ext cx="111" cy="34"/>
              </a:xfrm>
              <a:custGeom>
                <a:avLst/>
                <a:gdLst>
                  <a:gd name="T0" fmla="*/ 0 w 92"/>
                  <a:gd name="T1" fmla="*/ 0 h 28"/>
                  <a:gd name="T2" fmla="*/ 51 w 92"/>
                  <a:gd name="T3" fmla="*/ 9 h 28"/>
                  <a:gd name="T4" fmla="*/ 105 w 92"/>
                  <a:gd name="T5" fmla="*/ 33 h 28"/>
                  <a:gd name="T6" fmla="*/ 162 w 92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28">
                    <a:moveTo>
                      <a:pt x="0" y="0"/>
                    </a:moveTo>
                    <a:cubicBezTo>
                      <a:pt x="3" y="5"/>
                      <a:pt x="22" y="3"/>
                      <a:pt x="29" y="5"/>
                    </a:cubicBezTo>
                    <a:cubicBezTo>
                      <a:pt x="39" y="9"/>
                      <a:pt x="49" y="14"/>
                      <a:pt x="60" y="18"/>
                    </a:cubicBezTo>
                    <a:cubicBezTo>
                      <a:pt x="69" y="21"/>
                      <a:pt x="83" y="27"/>
                      <a:pt x="92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54" name="Freeform 1132">
                <a:extLst>
                  <a:ext uri="{FF2B5EF4-FFF2-40B4-BE49-F238E27FC236}">
                    <a16:creationId xmlns:a16="http://schemas.microsoft.com/office/drawing/2014/main" id="{5BE38A55-E25C-4293-8241-565A925D3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013"/>
                <a:ext cx="79" cy="20"/>
              </a:xfrm>
              <a:custGeom>
                <a:avLst/>
                <a:gdLst>
                  <a:gd name="T0" fmla="*/ 0 w 65"/>
                  <a:gd name="T1" fmla="*/ 31 h 16"/>
                  <a:gd name="T2" fmla="*/ 117 w 6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6">
                    <a:moveTo>
                      <a:pt x="0" y="16"/>
                    </a:moveTo>
                    <a:cubicBezTo>
                      <a:pt x="22" y="12"/>
                      <a:pt x="42" y="0"/>
                      <a:pt x="6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55" name="Freeform 1133">
                <a:extLst>
                  <a:ext uri="{FF2B5EF4-FFF2-40B4-BE49-F238E27FC236}">
                    <a16:creationId xmlns:a16="http://schemas.microsoft.com/office/drawing/2014/main" id="{AD3D2743-28C0-4491-83A4-B58A28B1B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029"/>
                <a:ext cx="98" cy="27"/>
              </a:xfrm>
              <a:custGeom>
                <a:avLst/>
                <a:gdLst>
                  <a:gd name="T0" fmla="*/ 0 w 82"/>
                  <a:gd name="T1" fmla="*/ 1 h 22"/>
                  <a:gd name="T2" fmla="*/ 111 w 82"/>
                  <a:gd name="T3" fmla="*/ 33 h 22"/>
                  <a:gd name="T4" fmla="*/ 139 w 82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2">
                    <a:moveTo>
                      <a:pt x="0" y="1"/>
                    </a:moveTo>
                    <a:cubicBezTo>
                      <a:pt x="23" y="0"/>
                      <a:pt x="43" y="12"/>
                      <a:pt x="65" y="18"/>
                    </a:cubicBezTo>
                    <a:cubicBezTo>
                      <a:pt x="76" y="22"/>
                      <a:pt x="82" y="11"/>
                      <a:pt x="81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56" name="Freeform 1134">
                <a:extLst>
                  <a:ext uri="{FF2B5EF4-FFF2-40B4-BE49-F238E27FC236}">
                    <a16:creationId xmlns:a16="http://schemas.microsoft.com/office/drawing/2014/main" id="{F4AC1A7E-6BA8-4682-8697-93D5C8B2C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052"/>
                <a:ext cx="87" cy="23"/>
              </a:xfrm>
              <a:custGeom>
                <a:avLst/>
                <a:gdLst>
                  <a:gd name="T0" fmla="*/ 126 w 72"/>
                  <a:gd name="T1" fmla="*/ 0 h 19"/>
                  <a:gd name="T2" fmla="*/ 127 w 72"/>
                  <a:gd name="T3" fmla="*/ 22 h 19"/>
                  <a:gd name="T4" fmla="*/ 51 w 72"/>
                  <a:gd name="T5" fmla="*/ 18 h 19"/>
                  <a:gd name="T6" fmla="*/ 0 w 72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9">
                    <a:moveTo>
                      <a:pt x="71" y="0"/>
                    </a:moveTo>
                    <a:cubicBezTo>
                      <a:pt x="70" y="3"/>
                      <a:pt x="70" y="9"/>
                      <a:pt x="72" y="12"/>
                    </a:cubicBezTo>
                    <a:cubicBezTo>
                      <a:pt x="62" y="19"/>
                      <a:pt x="40" y="12"/>
                      <a:pt x="29" y="10"/>
                    </a:cubicBezTo>
                    <a:cubicBezTo>
                      <a:pt x="21" y="8"/>
                      <a:pt x="8" y="2"/>
                      <a:pt x="0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57" name="Freeform 1135">
                <a:extLst>
                  <a:ext uri="{FF2B5EF4-FFF2-40B4-BE49-F238E27FC236}">
                    <a16:creationId xmlns:a16="http://schemas.microsoft.com/office/drawing/2014/main" id="{BE7B43CA-B9FF-4529-91EC-48C3CDD9E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070"/>
                <a:ext cx="10" cy="22"/>
              </a:xfrm>
              <a:custGeom>
                <a:avLst/>
                <a:gdLst>
                  <a:gd name="T0" fmla="*/ 0 w 8"/>
                  <a:gd name="T1" fmla="*/ 0 h 18"/>
                  <a:gd name="T2" fmla="*/ 1 w 8"/>
                  <a:gd name="T3" fmla="*/ 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6" y="5"/>
                      <a:pt x="8" y="14"/>
                      <a:pt x="1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58" name="Freeform 1136">
                <a:extLst>
                  <a:ext uri="{FF2B5EF4-FFF2-40B4-BE49-F238E27FC236}">
                    <a16:creationId xmlns:a16="http://schemas.microsoft.com/office/drawing/2014/main" id="{08996F96-6BC3-4740-997A-7A4974FAB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042"/>
                <a:ext cx="67" cy="62"/>
              </a:xfrm>
              <a:custGeom>
                <a:avLst/>
                <a:gdLst>
                  <a:gd name="T0" fmla="*/ 22 w 55"/>
                  <a:gd name="T1" fmla="*/ 0 h 51"/>
                  <a:gd name="T2" fmla="*/ 71 w 55"/>
                  <a:gd name="T3" fmla="*/ 35 h 51"/>
                  <a:gd name="T4" fmla="*/ 90 w 55"/>
                  <a:gd name="T5" fmla="*/ 50 h 51"/>
                  <a:gd name="T6" fmla="*/ 74 w 55"/>
                  <a:gd name="T7" fmla="*/ 84 h 51"/>
                  <a:gd name="T8" fmla="*/ 23 w 55"/>
                  <a:gd name="T9" fmla="*/ 75 h 51"/>
                  <a:gd name="T10" fmla="*/ 0 w 55"/>
                  <a:gd name="T11" fmla="*/ 6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51">
                    <a:moveTo>
                      <a:pt x="12" y="0"/>
                    </a:moveTo>
                    <a:cubicBezTo>
                      <a:pt x="20" y="8"/>
                      <a:pt x="29" y="14"/>
                      <a:pt x="39" y="20"/>
                    </a:cubicBezTo>
                    <a:cubicBezTo>
                      <a:pt x="43" y="23"/>
                      <a:pt x="47" y="24"/>
                      <a:pt x="50" y="28"/>
                    </a:cubicBezTo>
                    <a:cubicBezTo>
                      <a:pt x="55" y="36"/>
                      <a:pt x="48" y="44"/>
                      <a:pt x="41" y="47"/>
                    </a:cubicBezTo>
                    <a:cubicBezTo>
                      <a:pt x="34" y="51"/>
                      <a:pt x="20" y="44"/>
                      <a:pt x="13" y="42"/>
                    </a:cubicBezTo>
                    <a:cubicBezTo>
                      <a:pt x="8" y="41"/>
                      <a:pt x="3" y="40"/>
                      <a:pt x="0" y="3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59" name="Freeform 1137">
                <a:extLst>
                  <a:ext uri="{FF2B5EF4-FFF2-40B4-BE49-F238E27FC236}">
                    <a16:creationId xmlns:a16="http://schemas.microsoft.com/office/drawing/2014/main" id="{F7770A24-EC0C-4D77-998C-7312BC3E4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087"/>
                <a:ext cx="49" cy="25"/>
              </a:xfrm>
              <a:custGeom>
                <a:avLst/>
                <a:gdLst>
                  <a:gd name="T0" fmla="*/ 0 w 41"/>
                  <a:gd name="T1" fmla="*/ 0 h 21"/>
                  <a:gd name="T2" fmla="*/ 29 w 41"/>
                  <a:gd name="T3" fmla="*/ 21 h 21"/>
                  <a:gd name="T4" fmla="*/ 53 w 41"/>
                  <a:gd name="T5" fmla="*/ 35 h 21"/>
                  <a:gd name="T6" fmla="*/ 71 w 41"/>
                  <a:gd name="T7" fmla="*/ 1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0" y="6"/>
                      <a:pt x="12" y="10"/>
                      <a:pt x="17" y="13"/>
                    </a:cubicBezTo>
                    <a:cubicBezTo>
                      <a:pt x="21" y="16"/>
                      <a:pt x="25" y="21"/>
                      <a:pt x="31" y="20"/>
                    </a:cubicBezTo>
                    <a:cubicBezTo>
                      <a:pt x="40" y="19"/>
                      <a:pt x="40" y="13"/>
                      <a:pt x="41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60" name="Freeform 1138">
                <a:extLst>
                  <a:ext uri="{FF2B5EF4-FFF2-40B4-BE49-F238E27FC236}">
                    <a16:creationId xmlns:a16="http://schemas.microsoft.com/office/drawing/2014/main" id="{09109AEB-0B55-43F7-8ECF-C91399B16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102"/>
                <a:ext cx="15" cy="38"/>
              </a:xfrm>
              <a:custGeom>
                <a:avLst/>
                <a:gdLst>
                  <a:gd name="T0" fmla="*/ 5 w 12"/>
                  <a:gd name="T1" fmla="*/ 0 h 32"/>
                  <a:gd name="T2" fmla="*/ 0 w 12"/>
                  <a:gd name="T3" fmla="*/ 5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2" y="0"/>
                    </a:moveTo>
                    <a:cubicBezTo>
                      <a:pt x="9" y="9"/>
                      <a:pt x="12" y="26"/>
                      <a:pt x="0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61" name="Freeform 1139">
                <a:extLst>
                  <a:ext uri="{FF2B5EF4-FFF2-40B4-BE49-F238E27FC236}">
                    <a16:creationId xmlns:a16="http://schemas.microsoft.com/office/drawing/2014/main" id="{0E5DB695-7B35-409F-A413-CFD57519D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108"/>
                <a:ext cx="78" cy="66"/>
              </a:xfrm>
              <a:custGeom>
                <a:avLst/>
                <a:gdLst>
                  <a:gd name="T0" fmla="*/ 16 w 65"/>
                  <a:gd name="T1" fmla="*/ 34 h 55"/>
                  <a:gd name="T2" fmla="*/ 42 w 65"/>
                  <a:gd name="T3" fmla="*/ 71 h 55"/>
                  <a:gd name="T4" fmla="*/ 88 w 65"/>
                  <a:gd name="T5" fmla="*/ 77 h 55"/>
                  <a:gd name="T6" fmla="*/ 50 w 6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5">
                    <a:moveTo>
                      <a:pt x="9" y="19"/>
                    </a:moveTo>
                    <a:cubicBezTo>
                      <a:pt x="0" y="24"/>
                      <a:pt x="21" y="39"/>
                      <a:pt x="24" y="41"/>
                    </a:cubicBezTo>
                    <a:cubicBezTo>
                      <a:pt x="34" y="49"/>
                      <a:pt x="40" y="55"/>
                      <a:pt x="51" y="44"/>
                    </a:cubicBezTo>
                    <a:cubicBezTo>
                      <a:pt x="65" y="31"/>
                      <a:pt x="41" y="8"/>
                      <a:pt x="2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62" name="Freeform 1140">
                <a:extLst>
                  <a:ext uri="{FF2B5EF4-FFF2-40B4-BE49-F238E27FC236}">
                    <a16:creationId xmlns:a16="http://schemas.microsoft.com/office/drawing/2014/main" id="{8D07C3B7-6CE1-427F-B1BA-D372C010C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167"/>
                <a:ext cx="4" cy="7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3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63" name="Freeform 1141">
                <a:extLst>
                  <a:ext uri="{FF2B5EF4-FFF2-40B4-BE49-F238E27FC236}">
                    <a16:creationId xmlns:a16="http://schemas.microsoft.com/office/drawing/2014/main" id="{6E5C4CA6-D276-49BD-BE82-478D9E363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143"/>
                <a:ext cx="23" cy="14"/>
              </a:xfrm>
              <a:custGeom>
                <a:avLst/>
                <a:gdLst>
                  <a:gd name="T0" fmla="*/ 0 w 19"/>
                  <a:gd name="T1" fmla="*/ 18 h 12"/>
                  <a:gd name="T2" fmla="*/ 34 w 19"/>
                  <a:gd name="T3" fmla="*/ 1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0" y="11"/>
                    </a:moveTo>
                    <a:cubicBezTo>
                      <a:pt x="5" y="12"/>
                      <a:pt x="15" y="0"/>
                      <a:pt x="19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64" name="Freeform 1142">
                <a:extLst>
                  <a:ext uri="{FF2B5EF4-FFF2-40B4-BE49-F238E27FC236}">
                    <a16:creationId xmlns:a16="http://schemas.microsoft.com/office/drawing/2014/main" id="{61A3AE03-DC28-4469-86B6-2F7742C82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155"/>
                <a:ext cx="24" cy="74"/>
              </a:xfrm>
              <a:custGeom>
                <a:avLst/>
                <a:gdLst>
                  <a:gd name="T0" fmla="*/ 0 w 20"/>
                  <a:gd name="T1" fmla="*/ 0 h 61"/>
                  <a:gd name="T2" fmla="*/ 12 w 20"/>
                  <a:gd name="T3" fmla="*/ 34 h 61"/>
                  <a:gd name="T4" fmla="*/ 31 w 20"/>
                  <a:gd name="T5" fmla="*/ 72 h 61"/>
                  <a:gd name="T6" fmla="*/ 6 w 20"/>
                  <a:gd name="T7" fmla="*/ 109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1">
                    <a:moveTo>
                      <a:pt x="0" y="0"/>
                    </a:moveTo>
                    <a:cubicBezTo>
                      <a:pt x="0" y="7"/>
                      <a:pt x="4" y="13"/>
                      <a:pt x="7" y="19"/>
                    </a:cubicBezTo>
                    <a:cubicBezTo>
                      <a:pt x="10" y="25"/>
                      <a:pt x="17" y="33"/>
                      <a:pt x="18" y="40"/>
                    </a:cubicBezTo>
                    <a:cubicBezTo>
                      <a:pt x="20" y="52"/>
                      <a:pt x="11" y="55"/>
                      <a:pt x="3" y="6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65" name="Freeform 1143">
                <a:extLst>
                  <a:ext uri="{FF2B5EF4-FFF2-40B4-BE49-F238E27FC236}">
                    <a16:creationId xmlns:a16="http://schemas.microsoft.com/office/drawing/2014/main" id="{CB354A08-0BBD-42C7-BF6F-CEEF593E3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202"/>
                <a:ext cx="36" cy="31"/>
              </a:xfrm>
              <a:custGeom>
                <a:avLst/>
                <a:gdLst>
                  <a:gd name="T0" fmla="*/ 0 w 30"/>
                  <a:gd name="T1" fmla="*/ 0 h 26"/>
                  <a:gd name="T2" fmla="*/ 52 w 30"/>
                  <a:gd name="T3" fmla="*/ 2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6">
                    <a:moveTo>
                      <a:pt x="0" y="0"/>
                    </a:moveTo>
                    <a:cubicBezTo>
                      <a:pt x="3" y="9"/>
                      <a:pt x="22" y="26"/>
                      <a:pt x="30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66" name="Freeform 1144">
                <a:extLst>
                  <a:ext uri="{FF2B5EF4-FFF2-40B4-BE49-F238E27FC236}">
                    <a16:creationId xmlns:a16="http://schemas.microsoft.com/office/drawing/2014/main" id="{FE806C70-CA05-445A-A5E0-41819054A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209"/>
                <a:ext cx="30" cy="78"/>
              </a:xfrm>
              <a:custGeom>
                <a:avLst/>
                <a:gdLst>
                  <a:gd name="T0" fmla="*/ 0 w 25"/>
                  <a:gd name="T1" fmla="*/ 0 h 64"/>
                  <a:gd name="T2" fmla="*/ 43 w 25"/>
                  <a:gd name="T3" fmla="*/ 76 h 64"/>
                  <a:gd name="T4" fmla="*/ 19 w 25"/>
                  <a:gd name="T5" fmla="*/ 11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4">
                    <a:moveTo>
                      <a:pt x="0" y="0"/>
                    </a:moveTo>
                    <a:cubicBezTo>
                      <a:pt x="2" y="17"/>
                      <a:pt x="25" y="24"/>
                      <a:pt x="25" y="42"/>
                    </a:cubicBezTo>
                    <a:cubicBezTo>
                      <a:pt x="25" y="51"/>
                      <a:pt x="19" y="59"/>
                      <a:pt x="11" y="6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67" name="Freeform 1145">
                <a:extLst>
                  <a:ext uri="{FF2B5EF4-FFF2-40B4-BE49-F238E27FC236}">
                    <a16:creationId xmlns:a16="http://schemas.microsoft.com/office/drawing/2014/main" id="{8DF07EA6-9BB1-4929-B574-668DF9AA3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262"/>
                <a:ext cx="37" cy="46"/>
              </a:xfrm>
              <a:custGeom>
                <a:avLst/>
                <a:gdLst>
                  <a:gd name="T0" fmla="*/ 0 w 31"/>
                  <a:gd name="T1" fmla="*/ 0 h 38"/>
                  <a:gd name="T2" fmla="*/ 53 w 31"/>
                  <a:gd name="T3" fmla="*/ 5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6" y="10"/>
                      <a:pt x="16" y="38"/>
                      <a:pt x="31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68" name="Freeform 1146">
                <a:extLst>
                  <a:ext uri="{FF2B5EF4-FFF2-40B4-BE49-F238E27FC236}">
                    <a16:creationId xmlns:a16="http://schemas.microsoft.com/office/drawing/2014/main" id="{E2223469-A6EA-4FE3-A69D-8E9AFD68D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293"/>
                <a:ext cx="47" cy="65"/>
              </a:xfrm>
              <a:custGeom>
                <a:avLst/>
                <a:gdLst>
                  <a:gd name="T0" fmla="*/ 17 w 39"/>
                  <a:gd name="T1" fmla="*/ 0 h 54"/>
                  <a:gd name="T2" fmla="*/ 35 w 39"/>
                  <a:gd name="T3" fmla="*/ 85 h 54"/>
                  <a:gd name="T4" fmla="*/ 0 w 39"/>
                  <a:gd name="T5" fmla="*/ 7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4">
                    <a:moveTo>
                      <a:pt x="10" y="0"/>
                    </a:moveTo>
                    <a:cubicBezTo>
                      <a:pt x="13" y="12"/>
                      <a:pt x="39" y="39"/>
                      <a:pt x="20" y="49"/>
                    </a:cubicBezTo>
                    <a:cubicBezTo>
                      <a:pt x="9" y="54"/>
                      <a:pt x="4" y="48"/>
                      <a:pt x="0" y="4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69" name="Freeform 1147">
                <a:extLst>
                  <a:ext uri="{FF2B5EF4-FFF2-40B4-BE49-F238E27FC236}">
                    <a16:creationId xmlns:a16="http://schemas.microsoft.com/office/drawing/2014/main" id="{1DAAE8CE-30B2-4F7E-A35B-3042D20CF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351"/>
                <a:ext cx="28" cy="63"/>
              </a:xfrm>
              <a:custGeom>
                <a:avLst/>
                <a:gdLst>
                  <a:gd name="T0" fmla="*/ 0 w 24"/>
                  <a:gd name="T1" fmla="*/ 0 h 52"/>
                  <a:gd name="T2" fmla="*/ 7 w 24"/>
                  <a:gd name="T3" fmla="*/ 64 h 52"/>
                  <a:gd name="T4" fmla="*/ 19 w 24"/>
                  <a:gd name="T5" fmla="*/ 91 h 52"/>
                  <a:gd name="T6" fmla="*/ 35 w 24"/>
                  <a:gd name="T7" fmla="*/ 6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1" y="12"/>
                      <a:pt x="2" y="24"/>
                      <a:pt x="4" y="36"/>
                    </a:cubicBezTo>
                    <a:cubicBezTo>
                      <a:pt x="4" y="41"/>
                      <a:pt x="6" y="49"/>
                      <a:pt x="12" y="51"/>
                    </a:cubicBezTo>
                    <a:cubicBezTo>
                      <a:pt x="18" y="52"/>
                      <a:pt x="24" y="45"/>
                      <a:pt x="22" y="3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0" name="Freeform 1148">
                <a:extLst>
                  <a:ext uri="{FF2B5EF4-FFF2-40B4-BE49-F238E27FC236}">
                    <a16:creationId xmlns:a16="http://schemas.microsoft.com/office/drawing/2014/main" id="{2088B3D0-53B0-49E2-94E5-C4C7A89B5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404"/>
                <a:ext cx="32" cy="105"/>
              </a:xfrm>
              <a:custGeom>
                <a:avLst/>
                <a:gdLst>
                  <a:gd name="T0" fmla="*/ 25 w 26"/>
                  <a:gd name="T1" fmla="*/ 10 h 87"/>
                  <a:gd name="T2" fmla="*/ 1 w 26"/>
                  <a:gd name="T3" fmla="*/ 54 h 87"/>
                  <a:gd name="T4" fmla="*/ 9 w 26"/>
                  <a:gd name="T5" fmla="*/ 127 h 87"/>
                  <a:gd name="T6" fmla="*/ 34 w 26"/>
                  <a:gd name="T7" fmla="*/ 129 h 87"/>
                  <a:gd name="T8" fmla="*/ 47 w 26"/>
                  <a:gd name="T9" fmla="*/ 59 h 87"/>
                  <a:gd name="T10" fmla="*/ 26 w 26"/>
                  <a:gd name="T11" fmla="*/ 12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87">
                    <a:moveTo>
                      <a:pt x="13" y="6"/>
                    </a:moveTo>
                    <a:cubicBezTo>
                      <a:pt x="3" y="0"/>
                      <a:pt x="1" y="26"/>
                      <a:pt x="1" y="31"/>
                    </a:cubicBezTo>
                    <a:cubicBezTo>
                      <a:pt x="0" y="45"/>
                      <a:pt x="3" y="59"/>
                      <a:pt x="5" y="72"/>
                    </a:cubicBezTo>
                    <a:cubicBezTo>
                      <a:pt x="8" y="85"/>
                      <a:pt x="14" y="87"/>
                      <a:pt x="19" y="74"/>
                    </a:cubicBezTo>
                    <a:cubicBezTo>
                      <a:pt x="24" y="62"/>
                      <a:pt x="25" y="47"/>
                      <a:pt x="25" y="34"/>
                    </a:cubicBezTo>
                    <a:cubicBezTo>
                      <a:pt x="26" y="22"/>
                      <a:pt x="26" y="10"/>
                      <a:pt x="14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1" name="Freeform 1149">
                <a:extLst>
                  <a:ext uri="{FF2B5EF4-FFF2-40B4-BE49-F238E27FC236}">
                    <a16:creationId xmlns:a16="http://schemas.microsoft.com/office/drawing/2014/main" id="{EF6725FC-53D6-4182-B995-A960557EF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492"/>
                <a:ext cx="24" cy="11"/>
              </a:xfrm>
              <a:custGeom>
                <a:avLst/>
                <a:gdLst>
                  <a:gd name="T0" fmla="*/ 0 w 20"/>
                  <a:gd name="T1" fmla="*/ 16 h 9"/>
                  <a:gd name="T2" fmla="*/ 35 w 20"/>
                  <a:gd name="T3" fmla="*/ 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9"/>
                    </a:moveTo>
                    <a:cubicBezTo>
                      <a:pt x="5" y="2"/>
                      <a:pt x="12" y="0"/>
                      <a:pt x="20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2" name="Freeform 1150">
                <a:extLst>
                  <a:ext uri="{FF2B5EF4-FFF2-40B4-BE49-F238E27FC236}">
                    <a16:creationId xmlns:a16="http://schemas.microsoft.com/office/drawing/2014/main" id="{0AC279D6-4FFF-4AD3-BDE9-BE92247F8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506"/>
                <a:ext cx="25" cy="82"/>
              </a:xfrm>
              <a:custGeom>
                <a:avLst/>
                <a:gdLst>
                  <a:gd name="T0" fmla="*/ 36 w 21"/>
                  <a:gd name="T1" fmla="*/ 0 h 68"/>
                  <a:gd name="T2" fmla="*/ 35 w 21"/>
                  <a:gd name="T3" fmla="*/ 71 h 68"/>
                  <a:gd name="T4" fmla="*/ 0 w 21"/>
                  <a:gd name="T5" fmla="*/ 119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8">
                    <a:moveTo>
                      <a:pt x="21" y="0"/>
                    </a:moveTo>
                    <a:cubicBezTo>
                      <a:pt x="15" y="10"/>
                      <a:pt x="20" y="30"/>
                      <a:pt x="20" y="41"/>
                    </a:cubicBezTo>
                    <a:cubicBezTo>
                      <a:pt x="20" y="57"/>
                      <a:pt x="15" y="65"/>
                      <a:pt x="0" y="6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3" name="Freeform 1151">
                <a:extLst>
                  <a:ext uri="{FF2B5EF4-FFF2-40B4-BE49-F238E27FC236}">
                    <a16:creationId xmlns:a16="http://schemas.microsoft.com/office/drawing/2014/main" id="{AB2AA64D-E354-4DBD-823A-20ABE8F10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70"/>
                <a:ext cx="18" cy="40"/>
              </a:xfrm>
              <a:custGeom>
                <a:avLst/>
                <a:gdLst>
                  <a:gd name="T0" fmla="*/ 6 w 15"/>
                  <a:gd name="T1" fmla="*/ 0 h 33"/>
                  <a:gd name="T2" fmla="*/ 26 w 15"/>
                  <a:gd name="T3" fmla="*/ 5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3">
                    <a:moveTo>
                      <a:pt x="3" y="0"/>
                    </a:moveTo>
                    <a:cubicBezTo>
                      <a:pt x="1" y="9"/>
                      <a:pt x="0" y="33"/>
                      <a:pt x="15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4" name="Freeform 1152">
                <a:extLst>
                  <a:ext uri="{FF2B5EF4-FFF2-40B4-BE49-F238E27FC236}">
                    <a16:creationId xmlns:a16="http://schemas.microsoft.com/office/drawing/2014/main" id="{71B01C51-4084-4B78-AE5D-4685ADA13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630"/>
                <a:ext cx="39" cy="24"/>
              </a:xfrm>
              <a:custGeom>
                <a:avLst/>
                <a:gdLst>
                  <a:gd name="T0" fmla="*/ 0 w 32"/>
                  <a:gd name="T1" fmla="*/ 0 h 20"/>
                  <a:gd name="T2" fmla="*/ 59 w 32"/>
                  <a:gd name="T3" fmla="*/ 2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0">
                    <a:moveTo>
                      <a:pt x="0" y="0"/>
                    </a:moveTo>
                    <a:cubicBezTo>
                      <a:pt x="0" y="7"/>
                      <a:pt x="29" y="20"/>
                      <a:pt x="32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5" name="Freeform 1153">
                <a:extLst>
                  <a:ext uri="{FF2B5EF4-FFF2-40B4-BE49-F238E27FC236}">
                    <a16:creationId xmlns:a16="http://schemas.microsoft.com/office/drawing/2014/main" id="{30B61AB2-1443-48C2-A657-633B94348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895"/>
                <a:ext cx="74" cy="50"/>
              </a:xfrm>
              <a:custGeom>
                <a:avLst/>
                <a:gdLst>
                  <a:gd name="T0" fmla="*/ 0 w 62"/>
                  <a:gd name="T1" fmla="*/ 66 h 41"/>
                  <a:gd name="T2" fmla="*/ 35 w 62"/>
                  <a:gd name="T3" fmla="*/ 68 h 41"/>
                  <a:gd name="T4" fmla="*/ 73 w 62"/>
                  <a:gd name="T5" fmla="*/ 73 h 41"/>
                  <a:gd name="T6" fmla="*/ 98 w 62"/>
                  <a:gd name="T7" fmla="*/ 45 h 41"/>
                  <a:gd name="T8" fmla="*/ 82 w 62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1">
                    <a:moveTo>
                      <a:pt x="0" y="36"/>
                    </a:moveTo>
                    <a:cubicBezTo>
                      <a:pt x="6" y="39"/>
                      <a:pt x="13" y="38"/>
                      <a:pt x="20" y="38"/>
                    </a:cubicBezTo>
                    <a:cubicBezTo>
                      <a:pt x="27" y="38"/>
                      <a:pt x="36" y="41"/>
                      <a:pt x="43" y="40"/>
                    </a:cubicBezTo>
                    <a:cubicBezTo>
                      <a:pt x="52" y="38"/>
                      <a:pt x="54" y="33"/>
                      <a:pt x="58" y="25"/>
                    </a:cubicBezTo>
                    <a:cubicBezTo>
                      <a:pt x="62" y="17"/>
                      <a:pt x="61" y="1"/>
                      <a:pt x="4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6" name="Freeform 1154">
                <a:extLst>
                  <a:ext uri="{FF2B5EF4-FFF2-40B4-BE49-F238E27FC236}">
                    <a16:creationId xmlns:a16="http://schemas.microsoft.com/office/drawing/2014/main" id="{BAAC7539-A1F2-4EA9-94E3-0CFCBFB61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907"/>
                <a:ext cx="66" cy="41"/>
              </a:xfrm>
              <a:custGeom>
                <a:avLst/>
                <a:gdLst>
                  <a:gd name="T0" fmla="*/ 0 w 55"/>
                  <a:gd name="T1" fmla="*/ 49 h 34"/>
                  <a:gd name="T2" fmla="*/ 95 w 55"/>
                  <a:gd name="T3" fmla="*/ 4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34">
                    <a:moveTo>
                      <a:pt x="0" y="28"/>
                    </a:moveTo>
                    <a:cubicBezTo>
                      <a:pt x="14" y="34"/>
                      <a:pt x="51" y="0"/>
                      <a:pt x="55" y="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7" name="Freeform 1155">
                <a:extLst>
                  <a:ext uri="{FF2B5EF4-FFF2-40B4-BE49-F238E27FC236}">
                    <a16:creationId xmlns:a16="http://schemas.microsoft.com/office/drawing/2014/main" id="{35CBAD78-BBB3-4238-93DB-00FDCCAC1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1881"/>
                <a:ext cx="74" cy="48"/>
              </a:xfrm>
              <a:custGeom>
                <a:avLst/>
                <a:gdLst>
                  <a:gd name="T0" fmla="*/ 45 w 62"/>
                  <a:gd name="T1" fmla="*/ 67 h 40"/>
                  <a:gd name="T2" fmla="*/ 103 w 62"/>
                  <a:gd name="T3" fmla="*/ 41 h 40"/>
                  <a:gd name="T4" fmla="*/ 91 w 62"/>
                  <a:gd name="T5" fmla="*/ 6 h 40"/>
                  <a:gd name="T6" fmla="*/ 37 w 62"/>
                  <a:gd name="T7" fmla="*/ 28 h 40"/>
                  <a:gd name="T8" fmla="*/ 0 w 62"/>
                  <a:gd name="T9" fmla="*/ 4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0">
                    <a:moveTo>
                      <a:pt x="27" y="39"/>
                    </a:moveTo>
                    <a:cubicBezTo>
                      <a:pt x="39" y="40"/>
                      <a:pt x="54" y="34"/>
                      <a:pt x="60" y="23"/>
                    </a:cubicBezTo>
                    <a:cubicBezTo>
                      <a:pt x="62" y="17"/>
                      <a:pt x="62" y="5"/>
                      <a:pt x="54" y="3"/>
                    </a:cubicBezTo>
                    <a:cubicBezTo>
                      <a:pt x="46" y="0"/>
                      <a:pt x="29" y="13"/>
                      <a:pt x="22" y="16"/>
                    </a:cubicBezTo>
                    <a:cubicBezTo>
                      <a:pt x="14" y="19"/>
                      <a:pt x="7" y="23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8" name="Freeform 1156">
                <a:extLst>
                  <a:ext uri="{FF2B5EF4-FFF2-40B4-BE49-F238E27FC236}">
                    <a16:creationId xmlns:a16="http://schemas.microsoft.com/office/drawing/2014/main" id="{472C791E-218F-4EDA-894B-93FFB483D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843"/>
                <a:ext cx="31" cy="46"/>
              </a:xfrm>
              <a:custGeom>
                <a:avLst/>
                <a:gdLst>
                  <a:gd name="T0" fmla="*/ 0 w 26"/>
                  <a:gd name="T1" fmla="*/ 61 h 38"/>
                  <a:gd name="T2" fmla="*/ 23 w 26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8">
                    <a:moveTo>
                      <a:pt x="0" y="34"/>
                    </a:moveTo>
                    <a:cubicBezTo>
                      <a:pt x="19" y="38"/>
                      <a:pt x="26" y="11"/>
                      <a:pt x="1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79" name="Freeform 1157">
                <a:extLst>
                  <a:ext uri="{FF2B5EF4-FFF2-40B4-BE49-F238E27FC236}">
                    <a16:creationId xmlns:a16="http://schemas.microsoft.com/office/drawing/2014/main" id="{55952566-D6F3-4D16-83C1-9A5551356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837"/>
                <a:ext cx="65" cy="44"/>
              </a:xfrm>
              <a:custGeom>
                <a:avLst/>
                <a:gdLst>
                  <a:gd name="T0" fmla="*/ 0 w 54"/>
                  <a:gd name="T1" fmla="*/ 66 h 36"/>
                  <a:gd name="T2" fmla="*/ 76 w 54"/>
                  <a:gd name="T3" fmla="*/ 11 h 36"/>
                  <a:gd name="T4" fmla="*/ 84 w 54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6">
                    <a:moveTo>
                      <a:pt x="0" y="36"/>
                    </a:moveTo>
                    <a:cubicBezTo>
                      <a:pt x="12" y="27"/>
                      <a:pt x="24" y="0"/>
                      <a:pt x="43" y="6"/>
                    </a:cubicBezTo>
                    <a:cubicBezTo>
                      <a:pt x="50" y="9"/>
                      <a:pt x="54" y="18"/>
                      <a:pt x="48" y="2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0" name="Freeform 1158">
                <a:extLst>
                  <a:ext uri="{FF2B5EF4-FFF2-40B4-BE49-F238E27FC236}">
                    <a16:creationId xmlns:a16="http://schemas.microsoft.com/office/drawing/2014/main" id="{355A2AAD-0A7E-41FB-B8B1-3ECD7FD7D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777"/>
                <a:ext cx="53" cy="70"/>
              </a:xfrm>
              <a:custGeom>
                <a:avLst/>
                <a:gdLst>
                  <a:gd name="T0" fmla="*/ 1 w 44"/>
                  <a:gd name="T1" fmla="*/ 101 h 58"/>
                  <a:gd name="T2" fmla="*/ 42 w 44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58">
                    <a:moveTo>
                      <a:pt x="1" y="58"/>
                    </a:moveTo>
                    <a:cubicBezTo>
                      <a:pt x="0" y="47"/>
                      <a:pt x="44" y="6"/>
                      <a:pt x="2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1" name="Freeform 1159">
                <a:extLst>
                  <a:ext uri="{FF2B5EF4-FFF2-40B4-BE49-F238E27FC236}">
                    <a16:creationId xmlns:a16="http://schemas.microsoft.com/office/drawing/2014/main" id="{01DD9BED-5140-40EE-B1F6-056009657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746"/>
                <a:ext cx="65" cy="104"/>
              </a:xfrm>
              <a:custGeom>
                <a:avLst/>
                <a:gdLst>
                  <a:gd name="T0" fmla="*/ 19 w 54"/>
                  <a:gd name="T1" fmla="*/ 62 h 86"/>
                  <a:gd name="T2" fmla="*/ 83 w 54"/>
                  <a:gd name="T3" fmla="*/ 16 h 86"/>
                  <a:gd name="T4" fmla="*/ 65 w 54"/>
                  <a:gd name="T5" fmla="*/ 65 h 86"/>
                  <a:gd name="T6" fmla="*/ 0 w 54"/>
                  <a:gd name="T7" fmla="*/ 15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6">
                    <a:moveTo>
                      <a:pt x="11" y="35"/>
                    </a:moveTo>
                    <a:cubicBezTo>
                      <a:pt x="13" y="32"/>
                      <a:pt x="36" y="0"/>
                      <a:pt x="47" y="9"/>
                    </a:cubicBezTo>
                    <a:cubicBezTo>
                      <a:pt x="54" y="14"/>
                      <a:pt x="40" y="32"/>
                      <a:pt x="37" y="37"/>
                    </a:cubicBezTo>
                    <a:cubicBezTo>
                      <a:pt x="28" y="52"/>
                      <a:pt x="14" y="77"/>
                      <a:pt x="0" y="8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2" name="Freeform 1160">
                <a:extLst>
                  <a:ext uri="{FF2B5EF4-FFF2-40B4-BE49-F238E27FC236}">
                    <a16:creationId xmlns:a16="http://schemas.microsoft.com/office/drawing/2014/main" id="{B5D2F2F6-9C2A-4C4A-A83B-0718F3E86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746"/>
                <a:ext cx="22" cy="16"/>
              </a:xfrm>
              <a:custGeom>
                <a:avLst/>
                <a:gdLst>
                  <a:gd name="T0" fmla="*/ 0 w 18"/>
                  <a:gd name="T1" fmla="*/ 25 h 13"/>
                  <a:gd name="T2" fmla="*/ 33 w 18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5" y="8"/>
                      <a:pt x="10" y="0"/>
                      <a:pt x="18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3" name="Freeform 1161">
                <a:extLst>
                  <a:ext uri="{FF2B5EF4-FFF2-40B4-BE49-F238E27FC236}">
                    <a16:creationId xmlns:a16="http://schemas.microsoft.com/office/drawing/2014/main" id="{3727A84F-4B81-4FFE-8E98-4D9950F6C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90"/>
                <a:ext cx="30" cy="65"/>
              </a:xfrm>
              <a:custGeom>
                <a:avLst/>
                <a:gdLst>
                  <a:gd name="T0" fmla="*/ 0 w 25"/>
                  <a:gd name="T1" fmla="*/ 94 h 54"/>
                  <a:gd name="T2" fmla="*/ 17 w 25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4">
                    <a:moveTo>
                      <a:pt x="0" y="54"/>
                    </a:moveTo>
                    <a:cubicBezTo>
                      <a:pt x="7" y="40"/>
                      <a:pt x="25" y="13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4" name="Freeform 1162">
                <a:extLst>
                  <a:ext uri="{FF2B5EF4-FFF2-40B4-BE49-F238E27FC236}">
                    <a16:creationId xmlns:a16="http://schemas.microsoft.com/office/drawing/2014/main" id="{D1979BCA-EB77-4F28-AC84-2E7560881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624"/>
                <a:ext cx="54" cy="124"/>
              </a:xfrm>
              <a:custGeom>
                <a:avLst/>
                <a:gdLst>
                  <a:gd name="T0" fmla="*/ 0 w 45"/>
                  <a:gd name="T1" fmla="*/ 109 h 102"/>
                  <a:gd name="T2" fmla="*/ 49 w 45"/>
                  <a:gd name="T3" fmla="*/ 43 h 102"/>
                  <a:gd name="T4" fmla="*/ 12 w 45"/>
                  <a:gd name="T5" fmla="*/ 184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2">
                    <a:moveTo>
                      <a:pt x="0" y="61"/>
                    </a:moveTo>
                    <a:cubicBezTo>
                      <a:pt x="1" y="50"/>
                      <a:pt x="11" y="0"/>
                      <a:pt x="28" y="24"/>
                    </a:cubicBezTo>
                    <a:cubicBezTo>
                      <a:pt x="45" y="47"/>
                      <a:pt x="16" y="81"/>
                      <a:pt x="7" y="10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5" name="Freeform 1163">
                <a:extLst>
                  <a:ext uri="{FF2B5EF4-FFF2-40B4-BE49-F238E27FC236}">
                    <a16:creationId xmlns:a16="http://schemas.microsoft.com/office/drawing/2014/main" id="{1CCE7A1D-D6F1-4ACD-97DB-15B02E51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916"/>
                <a:ext cx="121" cy="54"/>
              </a:xfrm>
              <a:custGeom>
                <a:avLst/>
                <a:gdLst>
                  <a:gd name="T0" fmla="*/ 0 w 100"/>
                  <a:gd name="T1" fmla="*/ 17 h 45"/>
                  <a:gd name="T2" fmla="*/ 104 w 100"/>
                  <a:gd name="T3" fmla="*/ 6 h 45"/>
                  <a:gd name="T4" fmla="*/ 177 w 100"/>
                  <a:gd name="T5" fmla="*/ 34 h 45"/>
                  <a:gd name="T6" fmla="*/ 83 w 100"/>
                  <a:gd name="T7" fmla="*/ 78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45">
                    <a:moveTo>
                      <a:pt x="0" y="10"/>
                    </a:moveTo>
                    <a:cubicBezTo>
                      <a:pt x="18" y="3"/>
                      <a:pt x="40" y="0"/>
                      <a:pt x="59" y="3"/>
                    </a:cubicBezTo>
                    <a:cubicBezTo>
                      <a:pt x="74" y="5"/>
                      <a:pt x="87" y="13"/>
                      <a:pt x="100" y="19"/>
                    </a:cubicBezTo>
                    <a:cubicBezTo>
                      <a:pt x="81" y="23"/>
                      <a:pt x="66" y="44"/>
                      <a:pt x="47" y="4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6" name="Freeform 1164">
                <a:extLst>
                  <a:ext uri="{FF2B5EF4-FFF2-40B4-BE49-F238E27FC236}">
                    <a16:creationId xmlns:a16="http://schemas.microsoft.com/office/drawing/2014/main" id="{4BB1D317-1C88-4BCD-94DB-70923C992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899"/>
                <a:ext cx="81" cy="32"/>
              </a:xfrm>
              <a:custGeom>
                <a:avLst/>
                <a:gdLst>
                  <a:gd name="T0" fmla="*/ 0 w 67"/>
                  <a:gd name="T1" fmla="*/ 32 h 27"/>
                  <a:gd name="T2" fmla="*/ 85 w 67"/>
                  <a:gd name="T3" fmla="*/ 32 h 27"/>
                  <a:gd name="T4" fmla="*/ 118 w 67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7">
                    <a:moveTo>
                      <a:pt x="0" y="19"/>
                    </a:moveTo>
                    <a:cubicBezTo>
                      <a:pt x="12" y="27"/>
                      <a:pt x="36" y="27"/>
                      <a:pt x="48" y="19"/>
                    </a:cubicBezTo>
                    <a:cubicBezTo>
                      <a:pt x="55" y="14"/>
                      <a:pt x="61" y="6"/>
                      <a:pt x="6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7" name="Freeform 1165">
                <a:extLst>
                  <a:ext uri="{FF2B5EF4-FFF2-40B4-BE49-F238E27FC236}">
                    <a16:creationId xmlns:a16="http://schemas.microsoft.com/office/drawing/2014/main" id="{F818AF9F-16C1-4960-B0D4-89EBC28C8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901"/>
                <a:ext cx="35" cy="17"/>
              </a:xfrm>
              <a:custGeom>
                <a:avLst/>
                <a:gdLst>
                  <a:gd name="T0" fmla="*/ 51 w 29"/>
                  <a:gd name="T1" fmla="*/ 25 h 14"/>
                  <a:gd name="T2" fmla="*/ 16 w 29"/>
                  <a:gd name="T3" fmla="*/ 13 h 14"/>
                  <a:gd name="T4" fmla="*/ 0 w 2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4">
                    <a:moveTo>
                      <a:pt x="29" y="14"/>
                    </a:moveTo>
                    <a:cubicBezTo>
                      <a:pt x="23" y="10"/>
                      <a:pt x="15" y="11"/>
                      <a:pt x="9" y="7"/>
                    </a:cubicBezTo>
                    <a:cubicBezTo>
                      <a:pt x="6" y="5"/>
                      <a:pt x="2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8" name="Freeform 1166">
                <a:extLst>
                  <a:ext uri="{FF2B5EF4-FFF2-40B4-BE49-F238E27FC236}">
                    <a16:creationId xmlns:a16="http://schemas.microsoft.com/office/drawing/2014/main" id="{803554BE-5818-4F45-8100-E0F902C16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1910"/>
                <a:ext cx="122" cy="40"/>
              </a:xfrm>
              <a:custGeom>
                <a:avLst/>
                <a:gdLst>
                  <a:gd name="T0" fmla="*/ 20 w 102"/>
                  <a:gd name="T1" fmla="*/ 23 h 33"/>
                  <a:gd name="T2" fmla="*/ 99 w 102"/>
                  <a:gd name="T3" fmla="*/ 1 h 33"/>
                  <a:gd name="T4" fmla="*/ 175 w 102"/>
                  <a:gd name="T5" fmla="*/ 18 h 33"/>
                  <a:gd name="T6" fmla="*/ 111 w 102"/>
                  <a:gd name="T7" fmla="*/ 42 h 33"/>
                  <a:gd name="T8" fmla="*/ 51 w 102"/>
                  <a:gd name="T9" fmla="*/ 57 h 33"/>
                  <a:gd name="T10" fmla="*/ 0 w 102"/>
                  <a:gd name="T11" fmla="*/ 4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33">
                    <a:moveTo>
                      <a:pt x="12" y="13"/>
                    </a:moveTo>
                    <a:cubicBezTo>
                      <a:pt x="28" y="12"/>
                      <a:pt x="42" y="3"/>
                      <a:pt x="58" y="1"/>
                    </a:cubicBezTo>
                    <a:cubicBezTo>
                      <a:pt x="71" y="0"/>
                      <a:pt x="91" y="5"/>
                      <a:pt x="102" y="10"/>
                    </a:cubicBezTo>
                    <a:cubicBezTo>
                      <a:pt x="91" y="10"/>
                      <a:pt x="75" y="20"/>
                      <a:pt x="65" y="24"/>
                    </a:cubicBezTo>
                    <a:cubicBezTo>
                      <a:pt x="54" y="27"/>
                      <a:pt x="41" y="31"/>
                      <a:pt x="30" y="32"/>
                    </a:cubicBezTo>
                    <a:cubicBezTo>
                      <a:pt x="18" y="33"/>
                      <a:pt x="10" y="29"/>
                      <a:pt x="0" y="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89" name="Freeform 1167">
                <a:extLst>
                  <a:ext uri="{FF2B5EF4-FFF2-40B4-BE49-F238E27FC236}">
                    <a16:creationId xmlns:a16="http://schemas.microsoft.com/office/drawing/2014/main" id="{67C79189-94B1-455A-8BB6-8F1D69EE4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946"/>
                <a:ext cx="85" cy="24"/>
              </a:xfrm>
              <a:custGeom>
                <a:avLst/>
                <a:gdLst>
                  <a:gd name="T0" fmla="*/ 0 w 70"/>
                  <a:gd name="T1" fmla="*/ 1 h 20"/>
                  <a:gd name="T2" fmla="*/ 93 w 70"/>
                  <a:gd name="T3" fmla="*/ 24 h 20"/>
                  <a:gd name="T4" fmla="*/ 125 w 70"/>
                  <a:gd name="T5" fmla="*/ 3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0">
                    <a:moveTo>
                      <a:pt x="0" y="1"/>
                    </a:moveTo>
                    <a:cubicBezTo>
                      <a:pt x="19" y="0"/>
                      <a:pt x="35" y="8"/>
                      <a:pt x="52" y="14"/>
                    </a:cubicBezTo>
                    <a:cubicBezTo>
                      <a:pt x="58" y="17"/>
                      <a:pt x="65" y="17"/>
                      <a:pt x="70" y="2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90" name="Freeform 1168">
                <a:extLst>
                  <a:ext uri="{FF2B5EF4-FFF2-40B4-BE49-F238E27FC236}">
                    <a16:creationId xmlns:a16="http://schemas.microsoft.com/office/drawing/2014/main" id="{F5E2FA5C-98FF-465E-ADDB-8565EEBC6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917"/>
                <a:ext cx="104" cy="56"/>
              </a:xfrm>
              <a:custGeom>
                <a:avLst/>
                <a:gdLst>
                  <a:gd name="T0" fmla="*/ 0 w 86"/>
                  <a:gd name="T1" fmla="*/ 6 h 46"/>
                  <a:gd name="T2" fmla="*/ 64 w 86"/>
                  <a:gd name="T3" fmla="*/ 6 h 46"/>
                  <a:gd name="T4" fmla="*/ 152 w 86"/>
                  <a:gd name="T5" fmla="*/ 9 h 46"/>
                  <a:gd name="T6" fmla="*/ 100 w 86"/>
                  <a:gd name="T7" fmla="*/ 60 h 46"/>
                  <a:gd name="T8" fmla="*/ 75 w 86"/>
                  <a:gd name="T9" fmla="*/ 8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6">
                    <a:moveTo>
                      <a:pt x="0" y="3"/>
                    </a:moveTo>
                    <a:cubicBezTo>
                      <a:pt x="6" y="12"/>
                      <a:pt x="27" y="5"/>
                      <a:pt x="36" y="3"/>
                    </a:cubicBezTo>
                    <a:cubicBezTo>
                      <a:pt x="54" y="0"/>
                      <a:pt x="68" y="0"/>
                      <a:pt x="86" y="5"/>
                    </a:cubicBezTo>
                    <a:cubicBezTo>
                      <a:pt x="74" y="13"/>
                      <a:pt x="67" y="22"/>
                      <a:pt x="57" y="33"/>
                    </a:cubicBezTo>
                    <a:cubicBezTo>
                      <a:pt x="53" y="37"/>
                      <a:pt x="48" y="44"/>
                      <a:pt x="42" y="4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91" name="Freeform 1169">
                <a:extLst>
                  <a:ext uri="{FF2B5EF4-FFF2-40B4-BE49-F238E27FC236}">
                    <a16:creationId xmlns:a16="http://schemas.microsoft.com/office/drawing/2014/main" id="{E597A067-A0DF-46F6-BD16-27A6DC7D1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99"/>
                <a:ext cx="57" cy="28"/>
              </a:xfrm>
              <a:custGeom>
                <a:avLst/>
                <a:gdLst>
                  <a:gd name="T0" fmla="*/ 0 w 47"/>
                  <a:gd name="T1" fmla="*/ 41 h 23"/>
                  <a:gd name="T2" fmla="*/ 84 w 4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3">
                    <a:moveTo>
                      <a:pt x="0" y="23"/>
                    </a:moveTo>
                    <a:cubicBezTo>
                      <a:pt x="18" y="20"/>
                      <a:pt x="31" y="7"/>
                      <a:pt x="4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92" name="Freeform 1170">
                <a:extLst>
                  <a:ext uri="{FF2B5EF4-FFF2-40B4-BE49-F238E27FC236}">
                    <a16:creationId xmlns:a16="http://schemas.microsoft.com/office/drawing/2014/main" id="{577AD193-E1AA-46FB-9567-6B765DBF5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899"/>
                <a:ext cx="152" cy="34"/>
              </a:xfrm>
              <a:custGeom>
                <a:avLst/>
                <a:gdLst>
                  <a:gd name="T0" fmla="*/ 0 w 126"/>
                  <a:gd name="T1" fmla="*/ 1 h 28"/>
                  <a:gd name="T2" fmla="*/ 94 w 126"/>
                  <a:gd name="T3" fmla="*/ 41 h 28"/>
                  <a:gd name="T4" fmla="*/ 147 w 126"/>
                  <a:gd name="T5" fmla="*/ 47 h 28"/>
                  <a:gd name="T6" fmla="*/ 193 w 126"/>
                  <a:gd name="T7" fmla="*/ 19 h 28"/>
                  <a:gd name="T8" fmla="*/ 221 w 12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28">
                    <a:moveTo>
                      <a:pt x="0" y="1"/>
                    </a:moveTo>
                    <a:cubicBezTo>
                      <a:pt x="18" y="9"/>
                      <a:pt x="36" y="16"/>
                      <a:pt x="54" y="23"/>
                    </a:cubicBezTo>
                    <a:cubicBezTo>
                      <a:pt x="63" y="26"/>
                      <a:pt x="74" y="28"/>
                      <a:pt x="84" y="26"/>
                    </a:cubicBezTo>
                    <a:cubicBezTo>
                      <a:pt x="93" y="24"/>
                      <a:pt x="102" y="16"/>
                      <a:pt x="110" y="11"/>
                    </a:cubicBezTo>
                    <a:cubicBezTo>
                      <a:pt x="116" y="8"/>
                      <a:pt x="122" y="4"/>
                      <a:pt x="12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93" name="Freeform 1171">
                <a:extLst>
                  <a:ext uri="{FF2B5EF4-FFF2-40B4-BE49-F238E27FC236}">
                    <a16:creationId xmlns:a16="http://schemas.microsoft.com/office/drawing/2014/main" id="{587D8767-02E7-466D-B163-4D3705A4A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917"/>
                <a:ext cx="43" cy="6"/>
              </a:xfrm>
              <a:custGeom>
                <a:avLst/>
                <a:gdLst>
                  <a:gd name="T0" fmla="*/ 0 w 36"/>
                  <a:gd name="T1" fmla="*/ 8 h 5"/>
                  <a:gd name="T2" fmla="*/ 38 w 36"/>
                  <a:gd name="T3" fmla="*/ 6 h 5"/>
                  <a:gd name="T4" fmla="*/ 61 w 36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">
                    <a:moveTo>
                      <a:pt x="0" y="5"/>
                    </a:moveTo>
                    <a:cubicBezTo>
                      <a:pt x="8" y="5"/>
                      <a:pt x="15" y="5"/>
                      <a:pt x="23" y="3"/>
                    </a:cubicBezTo>
                    <a:cubicBezTo>
                      <a:pt x="27" y="2"/>
                      <a:pt x="32" y="0"/>
                      <a:pt x="36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94" name="Freeform 1172">
                <a:extLst>
                  <a:ext uri="{FF2B5EF4-FFF2-40B4-BE49-F238E27FC236}">
                    <a16:creationId xmlns:a16="http://schemas.microsoft.com/office/drawing/2014/main" id="{D8C94D75-50BD-4E66-B27F-7DBD13565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931"/>
                <a:ext cx="116" cy="31"/>
              </a:xfrm>
              <a:custGeom>
                <a:avLst/>
                <a:gdLst>
                  <a:gd name="T0" fmla="*/ 0 w 96"/>
                  <a:gd name="T1" fmla="*/ 15 h 25"/>
                  <a:gd name="T2" fmla="*/ 115 w 96"/>
                  <a:gd name="T3" fmla="*/ 40 h 25"/>
                  <a:gd name="T4" fmla="*/ 169 w 9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5">
                    <a:moveTo>
                      <a:pt x="0" y="8"/>
                    </a:moveTo>
                    <a:cubicBezTo>
                      <a:pt x="20" y="10"/>
                      <a:pt x="45" y="25"/>
                      <a:pt x="65" y="21"/>
                    </a:cubicBezTo>
                    <a:cubicBezTo>
                      <a:pt x="76" y="19"/>
                      <a:pt x="88" y="6"/>
                      <a:pt x="9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95" name="Freeform 1173">
                <a:extLst>
                  <a:ext uri="{FF2B5EF4-FFF2-40B4-BE49-F238E27FC236}">
                    <a16:creationId xmlns:a16="http://schemas.microsoft.com/office/drawing/2014/main" id="{B3BCCFF5-E6AF-40DE-850D-E5720B4FD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950"/>
                <a:ext cx="131" cy="19"/>
              </a:xfrm>
              <a:custGeom>
                <a:avLst/>
                <a:gdLst>
                  <a:gd name="T0" fmla="*/ 0 w 109"/>
                  <a:gd name="T1" fmla="*/ 8 h 16"/>
                  <a:gd name="T2" fmla="*/ 75 w 109"/>
                  <a:gd name="T3" fmla="*/ 2 h 16"/>
                  <a:gd name="T4" fmla="*/ 135 w 109"/>
                  <a:gd name="T5" fmla="*/ 6 h 16"/>
                  <a:gd name="T6" fmla="*/ 189 w 109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6">
                    <a:moveTo>
                      <a:pt x="0" y="5"/>
                    </a:moveTo>
                    <a:cubicBezTo>
                      <a:pt x="15" y="8"/>
                      <a:pt x="28" y="4"/>
                      <a:pt x="43" y="2"/>
                    </a:cubicBezTo>
                    <a:cubicBezTo>
                      <a:pt x="56" y="0"/>
                      <a:pt x="64" y="0"/>
                      <a:pt x="77" y="3"/>
                    </a:cubicBezTo>
                    <a:cubicBezTo>
                      <a:pt x="88" y="6"/>
                      <a:pt x="98" y="15"/>
                      <a:pt x="109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96" name="Freeform 1174">
                <a:extLst>
                  <a:ext uri="{FF2B5EF4-FFF2-40B4-BE49-F238E27FC236}">
                    <a16:creationId xmlns:a16="http://schemas.microsoft.com/office/drawing/2014/main" id="{4C142082-35EC-44AB-AA85-486B8851F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904"/>
                <a:ext cx="114" cy="50"/>
              </a:xfrm>
              <a:custGeom>
                <a:avLst/>
                <a:gdLst>
                  <a:gd name="T0" fmla="*/ 0 w 94"/>
                  <a:gd name="T1" fmla="*/ 14 h 42"/>
                  <a:gd name="T2" fmla="*/ 85 w 94"/>
                  <a:gd name="T3" fmla="*/ 24 h 42"/>
                  <a:gd name="T4" fmla="*/ 167 w 94"/>
                  <a:gd name="T5" fmla="*/ 35 h 42"/>
                  <a:gd name="T6" fmla="*/ 75 w 94"/>
                  <a:gd name="T7" fmla="*/ 62 h 42"/>
                  <a:gd name="T8" fmla="*/ 36 w 94"/>
                  <a:gd name="T9" fmla="*/ 7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42">
                    <a:moveTo>
                      <a:pt x="0" y="8"/>
                    </a:moveTo>
                    <a:cubicBezTo>
                      <a:pt x="11" y="0"/>
                      <a:pt x="36" y="11"/>
                      <a:pt x="48" y="14"/>
                    </a:cubicBezTo>
                    <a:cubicBezTo>
                      <a:pt x="63" y="18"/>
                      <a:pt x="79" y="17"/>
                      <a:pt x="94" y="20"/>
                    </a:cubicBezTo>
                    <a:cubicBezTo>
                      <a:pt x="77" y="22"/>
                      <a:pt x="59" y="32"/>
                      <a:pt x="42" y="37"/>
                    </a:cubicBezTo>
                    <a:cubicBezTo>
                      <a:pt x="36" y="39"/>
                      <a:pt x="27" y="39"/>
                      <a:pt x="21" y="4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97" name="Freeform 1175">
                <a:extLst>
                  <a:ext uri="{FF2B5EF4-FFF2-40B4-BE49-F238E27FC236}">
                    <a16:creationId xmlns:a16="http://schemas.microsoft.com/office/drawing/2014/main" id="{47184B8D-30EF-4353-8B67-399633382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900"/>
                <a:ext cx="58" cy="25"/>
              </a:xfrm>
              <a:custGeom>
                <a:avLst/>
                <a:gdLst>
                  <a:gd name="T0" fmla="*/ 0 w 48"/>
                  <a:gd name="T1" fmla="*/ 32 h 21"/>
                  <a:gd name="T2" fmla="*/ 85 w 4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1">
                    <a:moveTo>
                      <a:pt x="0" y="19"/>
                    </a:moveTo>
                    <a:cubicBezTo>
                      <a:pt x="19" y="21"/>
                      <a:pt x="33" y="9"/>
                      <a:pt x="4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98" name="Freeform 1176">
                <a:extLst>
                  <a:ext uri="{FF2B5EF4-FFF2-40B4-BE49-F238E27FC236}">
                    <a16:creationId xmlns:a16="http://schemas.microsoft.com/office/drawing/2014/main" id="{36FCF218-FDCB-4551-BA72-A7DCF91C2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934"/>
                <a:ext cx="157" cy="35"/>
              </a:xfrm>
              <a:custGeom>
                <a:avLst/>
                <a:gdLst>
                  <a:gd name="T0" fmla="*/ 0 w 131"/>
                  <a:gd name="T1" fmla="*/ 2 h 29"/>
                  <a:gd name="T2" fmla="*/ 49 w 131"/>
                  <a:gd name="T3" fmla="*/ 0 h 29"/>
                  <a:gd name="T4" fmla="*/ 116 w 131"/>
                  <a:gd name="T5" fmla="*/ 16 h 29"/>
                  <a:gd name="T6" fmla="*/ 180 w 131"/>
                  <a:gd name="T7" fmla="*/ 41 h 29"/>
                  <a:gd name="T8" fmla="*/ 205 w 131"/>
                  <a:gd name="T9" fmla="*/ 42 h 29"/>
                  <a:gd name="T10" fmla="*/ 225 w 131"/>
                  <a:gd name="T11" fmla="*/ 5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29">
                    <a:moveTo>
                      <a:pt x="0" y="2"/>
                    </a:moveTo>
                    <a:cubicBezTo>
                      <a:pt x="9" y="2"/>
                      <a:pt x="18" y="0"/>
                      <a:pt x="28" y="0"/>
                    </a:cubicBezTo>
                    <a:cubicBezTo>
                      <a:pt x="42" y="0"/>
                      <a:pt x="54" y="4"/>
                      <a:pt x="68" y="9"/>
                    </a:cubicBezTo>
                    <a:cubicBezTo>
                      <a:pt x="80" y="13"/>
                      <a:pt x="92" y="20"/>
                      <a:pt x="104" y="23"/>
                    </a:cubicBezTo>
                    <a:cubicBezTo>
                      <a:pt x="109" y="24"/>
                      <a:pt x="114" y="23"/>
                      <a:pt x="119" y="24"/>
                    </a:cubicBezTo>
                    <a:cubicBezTo>
                      <a:pt x="123" y="25"/>
                      <a:pt x="126" y="29"/>
                      <a:pt x="131" y="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99" name="Freeform 1177">
                <a:extLst>
                  <a:ext uri="{FF2B5EF4-FFF2-40B4-BE49-F238E27FC236}">
                    <a16:creationId xmlns:a16="http://schemas.microsoft.com/office/drawing/2014/main" id="{67AEB4CD-6F9F-43B8-B6DC-99E39975E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1"/>
                <a:ext cx="93" cy="55"/>
              </a:xfrm>
              <a:custGeom>
                <a:avLst/>
                <a:gdLst>
                  <a:gd name="T0" fmla="*/ 0 w 77"/>
                  <a:gd name="T1" fmla="*/ 66 h 45"/>
                  <a:gd name="T2" fmla="*/ 104 w 77"/>
                  <a:gd name="T3" fmla="*/ 20 h 45"/>
                  <a:gd name="T4" fmla="*/ 135 w 7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5">
                    <a:moveTo>
                      <a:pt x="0" y="36"/>
                    </a:moveTo>
                    <a:cubicBezTo>
                      <a:pt x="18" y="45"/>
                      <a:pt x="45" y="22"/>
                      <a:pt x="59" y="11"/>
                    </a:cubicBezTo>
                    <a:cubicBezTo>
                      <a:pt x="64" y="7"/>
                      <a:pt x="70" y="2"/>
                      <a:pt x="7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00" name="Freeform 1178">
                <a:extLst>
                  <a:ext uri="{FF2B5EF4-FFF2-40B4-BE49-F238E27FC236}">
                    <a16:creationId xmlns:a16="http://schemas.microsoft.com/office/drawing/2014/main" id="{988651FF-12A8-4B82-9266-C579368D8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906"/>
                <a:ext cx="108" cy="12"/>
              </a:xfrm>
              <a:custGeom>
                <a:avLst/>
                <a:gdLst>
                  <a:gd name="T0" fmla="*/ 156 w 90"/>
                  <a:gd name="T1" fmla="*/ 10 h 10"/>
                  <a:gd name="T2" fmla="*/ 101 w 90"/>
                  <a:gd name="T3" fmla="*/ 16 h 10"/>
                  <a:gd name="T4" fmla="*/ 49 w 90"/>
                  <a:gd name="T5" fmla="*/ 8 h 10"/>
                  <a:gd name="T6" fmla="*/ 0 w 90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0">
                    <a:moveTo>
                      <a:pt x="90" y="6"/>
                    </a:moveTo>
                    <a:cubicBezTo>
                      <a:pt x="82" y="6"/>
                      <a:pt x="68" y="10"/>
                      <a:pt x="58" y="9"/>
                    </a:cubicBezTo>
                    <a:cubicBezTo>
                      <a:pt x="48" y="8"/>
                      <a:pt x="38" y="6"/>
                      <a:pt x="28" y="5"/>
                    </a:cubicBezTo>
                    <a:cubicBezTo>
                      <a:pt x="20" y="4"/>
                      <a:pt x="7" y="0"/>
                      <a:pt x="0" y="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01" name="Freeform 1179">
                <a:extLst>
                  <a:ext uri="{FF2B5EF4-FFF2-40B4-BE49-F238E27FC236}">
                    <a16:creationId xmlns:a16="http://schemas.microsoft.com/office/drawing/2014/main" id="{8D7FD293-91BE-4DED-91CA-FE1E2502E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918"/>
                <a:ext cx="147" cy="22"/>
              </a:xfrm>
              <a:custGeom>
                <a:avLst/>
                <a:gdLst>
                  <a:gd name="T0" fmla="*/ 213 w 122"/>
                  <a:gd name="T1" fmla="*/ 33 h 18"/>
                  <a:gd name="T2" fmla="*/ 194 w 122"/>
                  <a:gd name="T3" fmla="*/ 26 h 18"/>
                  <a:gd name="T4" fmla="*/ 137 w 122"/>
                  <a:gd name="T5" fmla="*/ 9 h 18"/>
                  <a:gd name="T6" fmla="*/ 69 w 122"/>
                  <a:gd name="T7" fmla="*/ 6 h 18"/>
                  <a:gd name="T8" fmla="*/ 0 w 122"/>
                  <a:gd name="T9" fmla="*/ 2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8">
                    <a:moveTo>
                      <a:pt x="122" y="18"/>
                    </a:moveTo>
                    <a:cubicBezTo>
                      <a:pt x="117" y="18"/>
                      <a:pt x="115" y="16"/>
                      <a:pt x="111" y="14"/>
                    </a:cubicBezTo>
                    <a:cubicBezTo>
                      <a:pt x="101" y="11"/>
                      <a:pt x="90" y="8"/>
                      <a:pt x="79" y="5"/>
                    </a:cubicBezTo>
                    <a:cubicBezTo>
                      <a:pt x="65" y="2"/>
                      <a:pt x="53" y="0"/>
                      <a:pt x="39" y="3"/>
                    </a:cubicBezTo>
                    <a:cubicBezTo>
                      <a:pt x="26" y="7"/>
                      <a:pt x="14" y="13"/>
                      <a:pt x="0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02" name="Freeform 1180">
                <a:extLst>
                  <a:ext uri="{FF2B5EF4-FFF2-40B4-BE49-F238E27FC236}">
                    <a16:creationId xmlns:a16="http://schemas.microsoft.com/office/drawing/2014/main" id="{37122AD6-E894-43AD-B0F8-37E77162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51"/>
                <a:ext cx="53" cy="22"/>
              </a:xfrm>
              <a:custGeom>
                <a:avLst/>
                <a:gdLst>
                  <a:gd name="T0" fmla="*/ 77 w 44"/>
                  <a:gd name="T1" fmla="*/ 0 h 18"/>
                  <a:gd name="T2" fmla="*/ 0 w 44"/>
                  <a:gd name="T3" fmla="*/ 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8">
                    <a:moveTo>
                      <a:pt x="44" y="0"/>
                    </a:moveTo>
                    <a:cubicBezTo>
                      <a:pt x="26" y="1"/>
                      <a:pt x="15" y="13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03" name="Freeform 1181">
                <a:extLst>
                  <a:ext uri="{FF2B5EF4-FFF2-40B4-BE49-F238E27FC236}">
                    <a16:creationId xmlns:a16="http://schemas.microsoft.com/office/drawing/2014/main" id="{4A0BDE3D-4B96-46CB-8C47-922DDC17F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085"/>
                <a:ext cx="63" cy="42"/>
              </a:xfrm>
              <a:custGeom>
                <a:avLst/>
                <a:gdLst>
                  <a:gd name="T0" fmla="*/ 25 w 52"/>
                  <a:gd name="T1" fmla="*/ 1 h 35"/>
                  <a:gd name="T2" fmla="*/ 15 w 52"/>
                  <a:gd name="T3" fmla="*/ 37 h 35"/>
                  <a:gd name="T4" fmla="*/ 23 w 52"/>
                  <a:gd name="T5" fmla="*/ 55 h 35"/>
                  <a:gd name="T6" fmla="*/ 57 w 52"/>
                  <a:gd name="T7" fmla="*/ 58 h 35"/>
                  <a:gd name="T8" fmla="*/ 91 w 52"/>
                  <a:gd name="T9" fmla="*/ 43 h 35"/>
                  <a:gd name="T10" fmla="*/ 82 w 52"/>
                  <a:gd name="T11" fmla="*/ 8 h 35"/>
                  <a:gd name="T12" fmla="*/ 57 w 52"/>
                  <a:gd name="T13" fmla="*/ 1 h 35"/>
                  <a:gd name="T14" fmla="*/ 25 w 52"/>
                  <a:gd name="T15" fmla="*/ 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14" y="1"/>
                    </a:moveTo>
                    <a:cubicBezTo>
                      <a:pt x="0" y="0"/>
                      <a:pt x="5" y="13"/>
                      <a:pt x="8" y="22"/>
                    </a:cubicBezTo>
                    <a:cubicBezTo>
                      <a:pt x="9" y="26"/>
                      <a:pt x="9" y="30"/>
                      <a:pt x="13" y="32"/>
                    </a:cubicBezTo>
                    <a:cubicBezTo>
                      <a:pt x="18" y="35"/>
                      <a:pt x="26" y="34"/>
                      <a:pt x="32" y="33"/>
                    </a:cubicBezTo>
                    <a:cubicBezTo>
                      <a:pt x="38" y="32"/>
                      <a:pt x="49" y="32"/>
                      <a:pt x="51" y="25"/>
                    </a:cubicBezTo>
                    <a:cubicBezTo>
                      <a:pt x="52" y="20"/>
                      <a:pt x="50" y="9"/>
                      <a:pt x="46" y="5"/>
                    </a:cubicBezTo>
                    <a:cubicBezTo>
                      <a:pt x="43" y="2"/>
                      <a:pt x="36" y="2"/>
                      <a:pt x="32" y="1"/>
                    </a:cubicBezTo>
                    <a:cubicBezTo>
                      <a:pt x="26" y="1"/>
                      <a:pt x="20" y="1"/>
                      <a:pt x="1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04" name="Freeform 1182">
                <a:extLst>
                  <a:ext uri="{FF2B5EF4-FFF2-40B4-BE49-F238E27FC236}">
                    <a16:creationId xmlns:a16="http://schemas.microsoft.com/office/drawing/2014/main" id="{3F21FDE1-A0AA-4948-AF58-E4AFAB5F1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120"/>
                <a:ext cx="58" cy="31"/>
              </a:xfrm>
              <a:custGeom>
                <a:avLst/>
                <a:gdLst>
                  <a:gd name="T0" fmla="*/ 36 w 48"/>
                  <a:gd name="T1" fmla="*/ 8 h 26"/>
                  <a:gd name="T2" fmla="*/ 18 w 48"/>
                  <a:gd name="T3" fmla="*/ 7 h 26"/>
                  <a:gd name="T4" fmla="*/ 1 w 48"/>
                  <a:gd name="T5" fmla="*/ 12 h 26"/>
                  <a:gd name="T6" fmla="*/ 1 w 48"/>
                  <a:gd name="T7" fmla="*/ 29 h 26"/>
                  <a:gd name="T8" fmla="*/ 23 w 48"/>
                  <a:gd name="T9" fmla="*/ 44 h 26"/>
                  <a:gd name="T10" fmla="*/ 68 w 48"/>
                  <a:gd name="T11" fmla="*/ 43 h 26"/>
                  <a:gd name="T12" fmla="*/ 83 w 48"/>
                  <a:gd name="T13" fmla="*/ 19 h 26"/>
                  <a:gd name="T14" fmla="*/ 73 w 48"/>
                  <a:gd name="T15" fmla="*/ 1 h 26"/>
                  <a:gd name="T16" fmla="*/ 51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4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0" y="16"/>
                      <a:pt x="1" y="17"/>
                    </a:cubicBezTo>
                    <a:cubicBezTo>
                      <a:pt x="2" y="24"/>
                      <a:pt x="6" y="26"/>
                      <a:pt x="13" y="26"/>
                    </a:cubicBezTo>
                    <a:cubicBezTo>
                      <a:pt x="21" y="26"/>
                      <a:pt x="29" y="26"/>
                      <a:pt x="38" y="25"/>
                    </a:cubicBezTo>
                    <a:cubicBezTo>
                      <a:pt x="47" y="23"/>
                      <a:pt x="48" y="19"/>
                      <a:pt x="47" y="11"/>
                    </a:cubicBezTo>
                    <a:cubicBezTo>
                      <a:pt x="46" y="7"/>
                      <a:pt x="46" y="1"/>
                      <a:pt x="41" y="1"/>
                    </a:cubicBezTo>
                    <a:cubicBezTo>
                      <a:pt x="38" y="0"/>
                      <a:pt x="32" y="3"/>
                      <a:pt x="2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05" name="Freeform 1183">
                <a:extLst>
                  <a:ext uri="{FF2B5EF4-FFF2-40B4-BE49-F238E27FC236}">
                    <a16:creationId xmlns:a16="http://schemas.microsoft.com/office/drawing/2014/main" id="{100F16AF-1503-465C-9F7C-E2F27B5A0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085"/>
                <a:ext cx="65" cy="30"/>
              </a:xfrm>
              <a:custGeom>
                <a:avLst/>
                <a:gdLst>
                  <a:gd name="T0" fmla="*/ 20 w 54"/>
                  <a:gd name="T1" fmla="*/ 2 h 25"/>
                  <a:gd name="T2" fmla="*/ 1 w 54"/>
                  <a:gd name="T3" fmla="*/ 12 h 25"/>
                  <a:gd name="T4" fmla="*/ 1 w 54"/>
                  <a:gd name="T5" fmla="*/ 35 h 25"/>
                  <a:gd name="T6" fmla="*/ 26 w 54"/>
                  <a:gd name="T7" fmla="*/ 43 h 25"/>
                  <a:gd name="T8" fmla="*/ 70 w 54"/>
                  <a:gd name="T9" fmla="*/ 43 h 25"/>
                  <a:gd name="T10" fmla="*/ 94 w 54"/>
                  <a:gd name="T11" fmla="*/ 29 h 25"/>
                  <a:gd name="T12" fmla="*/ 87 w 54"/>
                  <a:gd name="T13" fmla="*/ 7 h 25"/>
                  <a:gd name="T14" fmla="*/ 61 w 54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1" y="20"/>
                    </a:cubicBezTo>
                    <a:cubicBezTo>
                      <a:pt x="4" y="25"/>
                      <a:pt x="10" y="24"/>
                      <a:pt x="15" y="25"/>
                    </a:cubicBezTo>
                    <a:cubicBezTo>
                      <a:pt x="23" y="25"/>
                      <a:pt x="32" y="25"/>
                      <a:pt x="40" y="25"/>
                    </a:cubicBezTo>
                    <a:cubicBezTo>
                      <a:pt x="44" y="24"/>
                      <a:pt x="54" y="23"/>
                      <a:pt x="54" y="17"/>
                    </a:cubicBezTo>
                    <a:cubicBezTo>
                      <a:pt x="54" y="14"/>
                      <a:pt x="52" y="6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06" name="Freeform 1184">
                <a:extLst>
                  <a:ext uri="{FF2B5EF4-FFF2-40B4-BE49-F238E27FC236}">
                    <a16:creationId xmlns:a16="http://schemas.microsoft.com/office/drawing/2014/main" id="{431A2400-BBDF-4EA7-8F2B-0CF13A939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149"/>
                <a:ext cx="8" cy="20"/>
              </a:xfrm>
              <a:custGeom>
                <a:avLst/>
                <a:gdLst>
                  <a:gd name="T0" fmla="*/ 10 w 7"/>
                  <a:gd name="T1" fmla="*/ 2 h 17"/>
                  <a:gd name="T2" fmla="*/ 1 w 7"/>
                  <a:gd name="T3" fmla="*/ 11 h 17"/>
                  <a:gd name="T4" fmla="*/ 1 w 7"/>
                  <a:gd name="T5" fmla="*/ 28 h 17"/>
                  <a:gd name="T6" fmla="*/ 3 w 7"/>
                  <a:gd name="T7" fmla="*/ 2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7" y="2"/>
                    </a:moveTo>
                    <a:cubicBezTo>
                      <a:pt x="4" y="0"/>
                      <a:pt x="2" y="5"/>
                      <a:pt x="1" y="7"/>
                    </a:cubicBezTo>
                    <a:cubicBezTo>
                      <a:pt x="0" y="10"/>
                      <a:pt x="1" y="14"/>
                      <a:pt x="1" y="17"/>
                    </a:cubicBezTo>
                    <a:cubicBezTo>
                      <a:pt x="2" y="17"/>
                      <a:pt x="2" y="17"/>
                      <a:pt x="3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07" name="Freeform 1185">
                <a:extLst>
                  <a:ext uri="{FF2B5EF4-FFF2-40B4-BE49-F238E27FC236}">
                    <a16:creationId xmlns:a16="http://schemas.microsoft.com/office/drawing/2014/main" id="{D732D918-A834-4B81-A4BA-990662D8A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1149"/>
                <a:ext cx="23" cy="20"/>
              </a:xfrm>
              <a:custGeom>
                <a:avLst/>
                <a:gdLst>
                  <a:gd name="T0" fmla="*/ 0 w 19"/>
                  <a:gd name="T1" fmla="*/ 0 h 17"/>
                  <a:gd name="T2" fmla="*/ 30 w 19"/>
                  <a:gd name="T3" fmla="*/ 11 h 17"/>
                  <a:gd name="T4" fmla="*/ 25 w 1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9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08" name="Freeform 1186">
                <a:extLst>
                  <a:ext uri="{FF2B5EF4-FFF2-40B4-BE49-F238E27FC236}">
                    <a16:creationId xmlns:a16="http://schemas.microsoft.com/office/drawing/2014/main" id="{BC732FB6-EFF1-46BA-956C-E5A8F4EAB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114"/>
                <a:ext cx="73" cy="34"/>
              </a:xfrm>
              <a:custGeom>
                <a:avLst/>
                <a:gdLst>
                  <a:gd name="T0" fmla="*/ 13 w 60"/>
                  <a:gd name="T1" fmla="*/ 1 h 28"/>
                  <a:gd name="T2" fmla="*/ 1 w 60"/>
                  <a:gd name="T3" fmla="*/ 13 h 28"/>
                  <a:gd name="T4" fmla="*/ 2 w 60"/>
                  <a:gd name="T5" fmla="*/ 27 h 28"/>
                  <a:gd name="T6" fmla="*/ 28 w 60"/>
                  <a:gd name="T7" fmla="*/ 47 h 28"/>
                  <a:gd name="T8" fmla="*/ 63 w 60"/>
                  <a:gd name="T9" fmla="*/ 35 h 28"/>
                  <a:gd name="T10" fmla="*/ 100 w 60"/>
                  <a:gd name="T11" fmla="*/ 25 h 28"/>
                  <a:gd name="T12" fmla="*/ 90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1"/>
                      <a:pt x="2" y="5"/>
                      <a:pt x="1" y="7"/>
                    </a:cubicBezTo>
                    <a:cubicBezTo>
                      <a:pt x="0" y="11"/>
                      <a:pt x="1" y="11"/>
                      <a:pt x="2" y="15"/>
                    </a:cubicBezTo>
                    <a:cubicBezTo>
                      <a:pt x="4" y="22"/>
                      <a:pt x="5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8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09" name="Freeform 1187">
                <a:extLst>
                  <a:ext uri="{FF2B5EF4-FFF2-40B4-BE49-F238E27FC236}">
                    <a16:creationId xmlns:a16="http://schemas.microsoft.com/office/drawing/2014/main" id="{70E232CF-ABAF-462F-AB8D-1BB7D6C04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145"/>
                <a:ext cx="3" cy="7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10" name="Freeform 1188">
                <a:extLst>
                  <a:ext uri="{FF2B5EF4-FFF2-40B4-BE49-F238E27FC236}">
                    <a16:creationId xmlns:a16="http://schemas.microsoft.com/office/drawing/2014/main" id="{E8E0B339-B1F3-4D00-AD54-8AA60AD25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128"/>
                <a:ext cx="17" cy="43"/>
              </a:xfrm>
              <a:custGeom>
                <a:avLst/>
                <a:gdLst>
                  <a:gd name="T0" fmla="*/ 0 w 14"/>
                  <a:gd name="T1" fmla="*/ 0 h 35"/>
                  <a:gd name="T2" fmla="*/ 19 w 14"/>
                  <a:gd name="T3" fmla="*/ 50 h 35"/>
                  <a:gd name="T4" fmla="*/ 7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6" y="8"/>
                      <a:pt x="14" y="16"/>
                      <a:pt x="11" y="27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11" name="Freeform 1189">
                <a:extLst>
                  <a:ext uri="{FF2B5EF4-FFF2-40B4-BE49-F238E27FC236}">
                    <a16:creationId xmlns:a16="http://schemas.microsoft.com/office/drawing/2014/main" id="{DCDFAAEA-18EB-4386-A6D0-137C27DE4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085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3 w 59"/>
                  <a:gd name="T5" fmla="*/ 35 h 20"/>
                  <a:gd name="T6" fmla="*/ 83 w 59"/>
                  <a:gd name="T7" fmla="*/ 29 h 20"/>
                  <a:gd name="T8" fmla="*/ 101 w 59"/>
                  <a:gd name="T9" fmla="*/ 20 h 20"/>
                  <a:gd name="T10" fmla="*/ 95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9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9"/>
                      <a:pt x="59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12" name="Freeform 1190">
                <a:extLst>
                  <a:ext uri="{FF2B5EF4-FFF2-40B4-BE49-F238E27FC236}">
                    <a16:creationId xmlns:a16="http://schemas.microsoft.com/office/drawing/2014/main" id="{C43DE159-8E6E-4993-8FEE-32338D289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126"/>
                <a:ext cx="55" cy="43"/>
              </a:xfrm>
              <a:custGeom>
                <a:avLst/>
                <a:gdLst>
                  <a:gd name="T0" fmla="*/ 9 w 45"/>
                  <a:gd name="T1" fmla="*/ 61 h 36"/>
                  <a:gd name="T2" fmla="*/ 6 w 45"/>
                  <a:gd name="T3" fmla="*/ 26 h 36"/>
                  <a:gd name="T4" fmla="*/ 6 w 45"/>
                  <a:gd name="T5" fmla="*/ 12 h 36"/>
                  <a:gd name="T6" fmla="*/ 39 w 45"/>
                  <a:gd name="T7" fmla="*/ 6 h 36"/>
                  <a:gd name="T8" fmla="*/ 72 w 45"/>
                  <a:gd name="T9" fmla="*/ 6 h 36"/>
                  <a:gd name="T10" fmla="*/ 82 w 45"/>
                  <a:gd name="T11" fmla="*/ 32 h 36"/>
                  <a:gd name="T12" fmla="*/ 73 w 45"/>
                  <a:gd name="T13" fmla="*/ 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3" y="12"/>
                      <a:pt x="0" y="10"/>
                      <a:pt x="3" y="7"/>
                    </a:cubicBezTo>
                    <a:cubicBezTo>
                      <a:pt x="6" y="4"/>
                      <a:pt x="17" y="3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5" y="6"/>
                      <a:pt x="45" y="13"/>
                      <a:pt x="45" y="19"/>
                    </a:cubicBezTo>
                    <a:cubicBezTo>
                      <a:pt x="45" y="24"/>
                      <a:pt x="45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13" name="Freeform 1191">
                <a:extLst>
                  <a:ext uri="{FF2B5EF4-FFF2-40B4-BE49-F238E27FC236}">
                    <a16:creationId xmlns:a16="http://schemas.microsoft.com/office/drawing/2014/main" id="{A36E7F88-482B-4165-A1FD-EBBF25B0C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081"/>
                <a:ext cx="62" cy="33"/>
              </a:xfrm>
              <a:custGeom>
                <a:avLst/>
                <a:gdLst>
                  <a:gd name="T0" fmla="*/ 7 w 51"/>
                  <a:gd name="T1" fmla="*/ 6 h 27"/>
                  <a:gd name="T2" fmla="*/ 9 w 51"/>
                  <a:gd name="T3" fmla="*/ 39 h 27"/>
                  <a:gd name="T4" fmla="*/ 35 w 51"/>
                  <a:gd name="T5" fmla="*/ 39 h 27"/>
                  <a:gd name="T6" fmla="*/ 61 w 51"/>
                  <a:gd name="T7" fmla="*/ 42 h 27"/>
                  <a:gd name="T8" fmla="*/ 78 w 51"/>
                  <a:gd name="T9" fmla="*/ 49 h 27"/>
                  <a:gd name="T10" fmla="*/ 91 w 51"/>
                  <a:gd name="T11" fmla="*/ 33 h 27"/>
                  <a:gd name="T12" fmla="*/ 77 w 51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7">
                    <a:moveTo>
                      <a:pt x="4" y="3"/>
                    </a:moveTo>
                    <a:cubicBezTo>
                      <a:pt x="3" y="7"/>
                      <a:pt x="0" y="18"/>
                      <a:pt x="5" y="21"/>
                    </a:cubicBezTo>
                    <a:cubicBezTo>
                      <a:pt x="8" y="23"/>
                      <a:pt x="16" y="21"/>
                      <a:pt x="20" y="21"/>
                    </a:cubicBezTo>
                    <a:cubicBezTo>
                      <a:pt x="25" y="21"/>
                      <a:pt x="29" y="20"/>
                      <a:pt x="34" y="23"/>
                    </a:cubicBezTo>
                    <a:cubicBezTo>
                      <a:pt x="37" y="24"/>
                      <a:pt x="40" y="27"/>
                      <a:pt x="44" y="27"/>
                    </a:cubicBezTo>
                    <a:cubicBezTo>
                      <a:pt x="49" y="26"/>
                      <a:pt x="51" y="22"/>
                      <a:pt x="51" y="18"/>
                    </a:cubicBezTo>
                    <a:cubicBezTo>
                      <a:pt x="51" y="15"/>
                      <a:pt x="49" y="0"/>
                      <a:pt x="43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14" name="Freeform 1192">
                <a:extLst>
                  <a:ext uri="{FF2B5EF4-FFF2-40B4-BE49-F238E27FC236}">
                    <a16:creationId xmlns:a16="http://schemas.microsoft.com/office/drawing/2014/main" id="{7111750C-5720-4EDB-90E5-8291E0640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103"/>
                <a:ext cx="58" cy="34"/>
              </a:xfrm>
              <a:custGeom>
                <a:avLst/>
                <a:gdLst>
                  <a:gd name="T0" fmla="*/ 10 w 48"/>
                  <a:gd name="T1" fmla="*/ 9 h 28"/>
                  <a:gd name="T2" fmla="*/ 2 w 48"/>
                  <a:gd name="T3" fmla="*/ 18 h 28"/>
                  <a:gd name="T4" fmla="*/ 6 w 48"/>
                  <a:gd name="T5" fmla="*/ 40 h 28"/>
                  <a:gd name="T6" fmla="*/ 48 w 48"/>
                  <a:gd name="T7" fmla="*/ 41 h 28"/>
                  <a:gd name="T8" fmla="*/ 83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6" y="5"/>
                    </a:moveTo>
                    <a:cubicBezTo>
                      <a:pt x="5" y="4"/>
                      <a:pt x="2" y="8"/>
                      <a:pt x="2" y="10"/>
                    </a:cubicBezTo>
                    <a:cubicBezTo>
                      <a:pt x="0" y="13"/>
                      <a:pt x="1" y="20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3"/>
                      <a:pt x="45" y="23"/>
                      <a:pt x="47" y="14"/>
                    </a:cubicBezTo>
                    <a:cubicBezTo>
                      <a:pt x="48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15" name="Freeform 1193">
                <a:extLst>
                  <a:ext uri="{FF2B5EF4-FFF2-40B4-BE49-F238E27FC236}">
                    <a16:creationId xmlns:a16="http://schemas.microsoft.com/office/drawing/2014/main" id="{C3F4A886-F222-4F95-AC75-13D181A85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085"/>
                <a:ext cx="63" cy="42"/>
              </a:xfrm>
              <a:custGeom>
                <a:avLst/>
                <a:gdLst>
                  <a:gd name="T0" fmla="*/ 23 w 52"/>
                  <a:gd name="T1" fmla="*/ 1 h 35"/>
                  <a:gd name="T2" fmla="*/ 12 w 52"/>
                  <a:gd name="T3" fmla="*/ 37 h 35"/>
                  <a:gd name="T4" fmla="*/ 23 w 52"/>
                  <a:gd name="T5" fmla="*/ 55 h 35"/>
                  <a:gd name="T6" fmla="*/ 57 w 52"/>
                  <a:gd name="T7" fmla="*/ 58 h 35"/>
                  <a:gd name="T8" fmla="*/ 90 w 52"/>
                  <a:gd name="T9" fmla="*/ 43 h 35"/>
                  <a:gd name="T10" fmla="*/ 82 w 52"/>
                  <a:gd name="T11" fmla="*/ 8 h 35"/>
                  <a:gd name="T12" fmla="*/ 57 w 52"/>
                  <a:gd name="T13" fmla="*/ 1 h 35"/>
                  <a:gd name="T14" fmla="*/ 25 w 52"/>
                  <a:gd name="T15" fmla="*/ 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13" y="1"/>
                    </a:moveTo>
                    <a:cubicBezTo>
                      <a:pt x="0" y="0"/>
                      <a:pt x="5" y="13"/>
                      <a:pt x="7" y="22"/>
                    </a:cubicBezTo>
                    <a:cubicBezTo>
                      <a:pt x="8" y="26"/>
                      <a:pt x="9" y="30"/>
                      <a:pt x="13" y="32"/>
                    </a:cubicBezTo>
                    <a:cubicBezTo>
                      <a:pt x="18" y="35"/>
                      <a:pt x="26" y="34"/>
                      <a:pt x="32" y="33"/>
                    </a:cubicBezTo>
                    <a:cubicBezTo>
                      <a:pt x="38" y="32"/>
                      <a:pt x="48" y="32"/>
                      <a:pt x="50" y="25"/>
                    </a:cubicBezTo>
                    <a:cubicBezTo>
                      <a:pt x="52" y="20"/>
                      <a:pt x="50" y="9"/>
                      <a:pt x="46" y="5"/>
                    </a:cubicBezTo>
                    <a:cubicBezTo>
                      <a:pt x="43" y="2"/>
                      <a:pt x="36" y="2"/>
                      <a:pt x="32" y="1"/>
                    </a:cubicBezTo>
                    <a:cubicBezTo>
                      <a:pt x="26" y="1"/>
                      <a:pt x="20" y="1"/>
                      <a:pt x="1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16" name="Freeform 1194">
                <a:extLst>
                  <a:ext uri="{FF2B5EF4-FFF2-40B4-BE49-F238E27FC236}">
                    <a16:creationId xmlns:a16="http://schemas.microsoft.com/office/drawing/2014/main" id="{DD261F21-B254-4650-BDF2-8AC2EAC15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120"/>
                <a:ext cx="58" cy="31"/>
              </a:xfrm>
              <a:custGeom>
                <a:avLst/>
                <a:gdLst>
                  <a:gd name="T0" fmla="*/ 36 w 48"/>
                  <a:gd name="T1" fmla="*/ 8 h 26"/>
                  <a:gd name="T2" fmla="*/ 18 w 48"/>
                  <a:gd name="T3" fmla="*/ 7 h 26"/>
                  <a:gd name="T4" fmla="*/ 1 w 48"/>
                  <a:gd name="T5" fmla="*/ 12 h 26"/>
                  <a:gd name="T6" fmla="*/ 1 w 48"/>
                  <a:gd name="T7" fmla="*/ 29 h 26"/>
                  <a:gd name="T8" fmla="*/ 23 w 48"/>
                  <a:gd name="T9" fmla="*/ 44 h 26"/>
                  <a:gd name="T10" fmla="*/ 68 w 48"/>
                  <a:gd name="T11" fmla="*/ 43 h 26"/>
                  <a:gd name="T12" fmla="*/ 82 w 48"/>
                  <a:gd name="T13" fmla="*/ 19 h 26"/>
                  <a:gd name="T14" fmla="*/ 70 w 48"/>
                  <a:gd name="T15" fmla="*/ 1 h 26"/>
                  <a:gd name="T16" fmla="*/ 51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4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0" y="16"/>
                      <a:pt x="1" y="17"/>
                    </a:cubicBezTo>
                    <a:cubicBezTo>
                      <a:pt x="2" y="24"/>
                      <a:pt x="6" y="26"/>
                      <a:pt x="13" y="26"/>
                    </a:cubicBezTo>
                    <a:cubicBezTo>
                      <a:pt x="21" y="26"/>
                      <a:pt x="29" y="26"/>
                      <a:pt x="38" y="25"/>
                    </a:cubicBezTo>
                    <a:cubicBezTo>
                      <a:pt x="47" y="23"/>
                      <a:pt x="48" y="19"/>
                      <a:pt x="46" y="11"/>
                    </a:cubicBezTo>
                    <a:cubicBezTo>
                      <a:pt x="46" y="7"/>
                      <a:pt x="45" y="1"/>
                      <a:pt x="40" y="1"/>
                    </a:cubicBezTo>
                    <a:cubicBezTo>
                      <a:pt x="38" y="0"/>
                      <a:pt x="32" y="3"/>
                      <a:pt x="2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17" name="Freeform 1195">
                <a:extLst>
                  <a:ext uri="{FF2B5EF4-FFF2-40B4-BE49-F238E27FC236}">
                    <a16:creationId xmlns:a16="http://schemas.microsoft.com/office/drawing/2014/main" id="{7B7B38E8-ABDC-490E-BFAF-A1B4C7CC5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085"/>
                <a:ext cx="65" cy="30"/>
              </a:xfrm>
              <a:custGeom>
                <a:avLst/>
                <a:gdLst>
                  <a:gd name="T0" fmla="*/ 20 w 54"/>
                  <a:gd name="T1" fmla="*/ 2 h 25"/>
                  <a:gd name="T2" fmla="*/ 1 w 54"/>
                  <a:gd name="T3" fmla="*/ 12 h 25"/>
                  <a:gd name="T4" fmla="*/ 1 w 54"/>
                  <a:gd name="T5" fmla="*/ 35 h 25"/>
                  <a:gd name="T6" fmla="*/ 26 w 54"/>
                  <a:gd name="T7" fmla="*/ 43 h 25"/>
                  <a:gd name="T8" fmla="*/ 69 w 54"/>
                  <a:gd name="T9" fmla="*/ 43 h 25"/>
                  <a:gd name="T10" fmla="*/ 94 w 54"/>
                  <a:gd name="T11" fmla="*/ 29 h 25"/>
                  <a:gd name="T12" fmla="*/ 87 w 54"/>
                  <a:gd name="T13" fmla="*/ 7 h 25"/>
                  <a:gd name="T14" fmla="*/ 61 w 54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1" y="20"/>
                    </a:cubicBezTo>
                    <a:cubicBezTo>
                      <a:pt x="3" y="25"/>
                      <a:pt x="10" y="24"/>
                      <a:pt x="15" y="25"/>
                    </a:cubicBezTo>
                    <a:cubicBezTo>
                      <a:pt x="23" y="25"/>
                      <a:pt x="32" y="25"/>
                      <a:pt x="39" y="25"/>
                    </a:cubicBezTo>
                    <a:cubicBezTo>
                      <a:pt x="44" y="24"/>
                      <a:pt x="54" y="23"/>
                      <a:pt x="54" y="17"/>
                    </a:cubicBezTo>
                    <a:cubicBezTo>
                      <a:pt x="54" y="14"/>
                      <a:pt x="52" y="6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18" name="Freeform 1196">
                <a:extLst>
                  <a:ext uri="{FF2B5EF4-FFF2-40B4-BE49-F238E27FC236}">
                    <a16:creationId xmlns:a16="http://schemas.microsoft.com/office/drawing/2014/main" id="{21B865CF-6218-4DAE-8778-06A4E285A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149"/>
                <a:ext cx="23" cy="20"/>
              </a:xfrm>
              <a:custGeom>
                <a:avLst/>
                <a:gdLst>
                  <a:gd name="T0" fmla="*/ 0 w 19"/>
                  <a:gd name="T1" fmla="*/ 0 h 17"/>
                  <a:gd name="T2" fmla="*/ 30 w 19"/>
                  <a:gd name="T3" fmla="*/ 11 h 17"/>
                  <a:gd name="T4" fmla="*/ 25 w 1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8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19" name="Freeform 1197">
                <a:extLst>
                  <a:ext uri="{FF2B5EF4-FFF2-40B4-BE49-F238E27FC236}">
                    <a16:creationId xmlns:a16="http://schemas.microsoft.com/office/drawing/2014/main" id="{47DB6B63-C6FD-41C9-935D-AAFC8ECBD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114"/>
                <a:ext cx="72" cy="34"/>
              </a:xfrm>
              <a:custGeom>
                <a:avLst/>
                <a:gdLst>
                  <a:gd name="T0" fmla="*/ 12 w 60"/>
                  <a:gd name="T1" fmla="*/ 1 h 28"/>
                  <a:gd name="T2" fmla="*/ 1 w 60"/>
                  <a:gd name="T3" fmla="*/ 13 h 28"/>
                  <a:gd name="T4" fmla="*/ 2 w 60"/>
                  <a:gd name="T5" fmla="*/ 27 h 28"/>
                  <a:gd name="T6" fmla="*/ 26 w 60"/>
                  <a:gd name="T7" fmla="*/ 47 h 28"/>
                  <a:gd name="T8" fmla="*/ 60 w 60"/>
                  <a:gd name="T9" fmla="*/ 35 h 28"/>
                  <a:gd name="T10" fmla="*/ 95 w 60"/>
                  <a:gd name="T11" fmla="*/ 25 h 28"/>
                  <a:gd name="T12" fmla="*/ 86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1"/>
                      <a:pt x="2" y="5"/>
                      <a:pt x="1" y="7"/>
                    </a:cubicBezTo>
                    <a:cubicBezTo>
                      <a:pt x="0" y="11"/>
                      <a:pt x="0" y="11"/>
                      <a:pt x="2" y="15"/>
                    </a:cubicBezTo>
                    <a:cubicBezTo>
                      <a:pt x="4" y="22"/>
                      <a:pt x="5" y="28"/>
                      <a:pt x="15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8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20" name="Freeform 1198">
                <a:extLst>
                  <a:ext uri="{FF2B5EF4-FFF2-40B4-BE49-F238E27FC236}">
                    <a16:creationId xmlns:a16="http://schemas.microsoft.com/office/drawing/2014/main" id="{B8900C70-630B-419A-B98B-318DD31A8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1145"/>
                <a:ext cx="3" cy="7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21" name="Freeform 1199">
                <a:extLst>
                  <a:ext uri="{FF2B5EF4-FFF2-40B4-BE49-F238E27FC236}">
                    <a16:creationId xmlns:a16="http://schemas.microsoft.com/office/drawing/2014/main" id="{3E1768EF-1AC4-41F4-90CC-F09B7C426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128"/>
                <a:ext cx="17" cy="43"/>
              </a:xfrm>
              <a:custGeom>
                <a:avLst/>
                <a:gdLst>
                  <a:gd name="T0" fmla="*/ 0 w 14"/>
                  <a:gd name="T1" fmla="*/ 0 h 35"/>
                  <a:gd name="T2" fmla="*/ 19 w 14"/>
                  <a:gd name="T3" fmla="*/ 50 h 35"/>
                  <a:gd name="T4" fmla="*/ 7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6" y="8"/>
                      <a:pt x="14" y="16"/>
                      <a:pt x="11" y="27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22" name="Freeform 1200">
                <a:extLst>
                  <a:ext uri="{FF2B5EF4-FFF2-40B4-BE49-F238E27FC236}">
                    <a16:creationId xmlns:a16="http://schemas.microsoft.com/office/drawing/2014/main" id="{0F2912F1-C210-4509-A74C-C221A6AC1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085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3 w 59"/>
                  <a:gd name="T5" fmla="*/ 35 h 20"/>
                  <a:gd name="T6" fmla="*/ 83 w 59"/>
                  <a:gd name="T7" fmla="*/ 29 h 20"/>
                  <a:gd name="T8" fmla="*/ 100 w 59"/>
                  <a:gd name="T9" fmla="*/ 20 h 20"/>
                  <a:gd name="T10" fmla="*/ 95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8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7" y="12"/>
                    </a:cubicBezTo>
                    <a:cubicBezTo>
                      <a:pt x="59" y="9"/>
                      <a:pt x="59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23" name="Freeform 1201">
                <a:extLst>
                  <a:ext uri="{FF2B5EF4-FFF2-40B4-BE49-F238E27FC236}">
                    <a16:creationId xmlns:a16="http://schemas.microsoft.com/office/drawing/2014/main" id="{6398A5DE-C79D-4E27-B3E6-D54C7063C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126"/>
                <a:ext cx="54" cy="43"/>
              </a:xfrm>
              <a:custGeom>
                <a:avLst/>
                <a:gdLst>
                  <a:gd name="T0" fmla="*/ 8 w 45"/>
                  <a:gd name="T1" fmla="*/ 61 h 36"/>
                  <a:gd name="T2" fmla="*/ 6 w 45"/>
                  <a:gd name="T3" fmla="*/ 26 h 36"/>
                  <a:gd name="T4" fmla="*/ 2 w 45"/>
                  <a:gd name="T5" fmla="*/ 12 h 36"/>
                  <a:gd name="T6" fmla="*/ 36 w 45"/>
                  <a:gd name="T7" fmla="*/ 6 h 36"/>
                  <a:gd name="T8" fmla="*/ 67 w 45"/>
                  <a:gd name="T9" fmla="*/ 6 h 36"/>
                  <a:gd name="T10" fmla="*/ 78 w 45"/>
                  <a:gd name="T11" fmla="*/ 32 h 36"/>
                  <a:gd name="T12" fmla="*/ 70 w 45"/>
                  <a:gd name="T13" fmla="*/ 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2" y="12"/>
                      <a:pt x="0" y="10"/>
                      <a:pt x="2" y="7"/>
                    </a:cubicBezTo>
                    <a:cubicBezTo>
                      <a:pt x="6" y="4"/>
                      <a:pt x="17" y="3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5" y="6"/>
                      <a:pt x="45" y="13"/>
                      <a:pt x="45" y="19"/>
                    </a:cubicBezTo>
                    <a:cubicBezTo>
                      <a:pt x="45" y="24"/>
                      <a:pt x="44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24" name="Freeform 1202">
                <a:extLst>
                  <a:ext uri="{FF2B5EF4-FFF2-40B4-BE49-F238E27FC236}">
                    <a16:creationId xmlns:a16="http://schemas.microsoft.com/office/drawing/2014/main" id="{584257A9-4AE6-4436-9768-76E3CBE1A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103"/>
                <a:ext cx="58" cy="34"/>
              </a:xfrm>
              <a:custGeom>
                <a:avLst/>
                <a:gdLst>
                  <a:gd name="T0" fmla="*/ 10 w 48"/>
                  <a:gd name="T1" fmla="*/ 9 h 28"/>
                  <a:gd name="T2" fmla="*/ 1 w 48"/>
                  <a:gd name="T3" fmla="*/ 18 h 28"/>
                  <a:gd name="T4" fmla="*/ 6 w 48"/>
                  <a:gd name="T5" fmla="*/ 40 h 28"/>
                  <a:gd name="T6" fmla="*/ 48 w 48"/>
                  <a:gd name="T7" fmla="*/ 41 h 28"/>
                  <a:gd name="T8" fmla="*/ 83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6" y="5"/>
                    </a:moveTo>
                    <a:cubicBezTo>
                      <a:pt x="5" y="4"/>
                      <a:pt x="2" y="8"/>
                      <a:pt x="1" y="10"/>
                    </a:cubicBezTo>
                    <a:cubicBezTo>
                      <a:pt x="0" y="13"/>
                      <a:pt x="0" y="20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3"/>
                      <a:pt x="44" y="23"/>
                      <a:pt x="47" y="14"/>
                    </a:cubicBezTo>
                    <a:cubicBezTo>
                      <a:pt x="48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25" name="Freeform 1203">
                <a:extLst>
                  <a:ext uri="{FF2B5EF4-FFF2-40B4-BE49-F238E27FC236}">
                    <a16:creationId xmlns:a16="http://schemas.microsoft.com/office/drawing/2014/main" id="{2DCA0181-10C3-4F1B-84BC-F89CC294E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106"/>
                <a:ext cx="7" cy="10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26" name="Freeform 1204">
                <a:extLst>
                  <a:ext uri="{FF2B5EF4-FFF2-40B4-BE49-F238E27FC236}">
                    <a16:creationId xmlns:a16="http://schemas.microsoft.com/office/drawing/2014/main" id="{18E1437E-E846-4101-977C-EC2044697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112"/>
                <a:ext cx="75" cy="27"/>
              </a:xfrm>
              <a:custGeom>
                <a:avLst/>
                <a:gdLst>
                  <a:gd name="T0" fmla="*/ 76 w 62"/>
                  <a:gd name="T1" fmla="*/ 2 h 22"/>
                  <a:gd name="T2" fmla="*/ 99 w 62"/>
                  <a:gd name="T3" fmla="*/ 31 h 22"/>
                  <a:gd name="T4" fmla="*/ 82 w 62"/>
                  <a:gd name="T5" fmla="*/ 38 h 22"/>
                  <a:gd name="T6" fmla="*/ 50 w 62"/>
                  <a:gd name="T7" fmla="*/ 39 h 22"/>
                  <a:gd name="T8" fmla="*/ 15 w 62"/>
                  <a:gd name="T9" fmla="*/ 34 h 22"/>
                  <a:gd name="T10" fmla="*/ 0 w 62"/>
                  <a:gd name="T11" fmla="*/ 3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2">
                    <a:moveTo>
                      <a:pt x="43" y="2"/>
                    </a:moveTo>
                    <a:cubicBezTo>
                      <a:pt x="50" y="0"/>
                      <a:pt x="62" y="8"/>
                      <a:pt x="56" y="16"/>
                    </a:cubicBezTo>
                    <a:cubicBezTo>
                      <a:pt x="54" y="19"/>
                      <a:pt x="49" y="19"/>
                      <a:pt x="46" y="20"/>
                    </a:cubicBezTo>
                    <a:cubicBezTo>
                      <a:pt x="39" y="22"/>
                      <a:pt x="34" y="21"/>
                      <a:pt x="28" y="21"/>
                    </a:cubicBezTo>
                    <a:cubicBezTo>
                      <a:pt x="21" y="20"/>
                      <a:pt x="14" y="20"/>
                      <a:pt x="8" y="19"/>
                    </a:cubicBezTo>
                    <a:cubicBezTo>
                      <a:pt x="5" y="19"/>
                      <a:pt x="0" y="20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27" name="Freeform 1205">
                <a:extLst>
                  <a:ext uri="{FF2B5EF4-FFF2-40B4-BE49-F238E27FC236}">
                    <a16:creationId xmlns:a16="http://schemas.microsoft.com/office/drawing/2014/main" id="{4FD19DAC-A222-4EA0-92E4-CA7CCE148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085"/>
                <a:ext cx="52" cy="34"/>
              </a:xfrm>
              <a:custGeom>
                <a:avLst/>
                <a:gdLst>
                  <a:gd name="T0" fmla="*/ 8 w 43"/>
                  <a:gd name="T1" fmla="*/ 1 h 28"/>
                  <a:gd name="T2" fmla="*/ 6 w 43"/>
                  <a:gd name="T3" fmla="*/ 23 h 28"/>
                  <a:gd name="T4" fmla="*/ 33 w 43"/>
                  <a:gd name="T5" fmla="*/ 49 h 28"/>
                  <a:gd name="T6" fmla="*/ 76 w 43"/>
                  <a:gd name="T7" fmla="*/ 30 h 28"/>
                  <a:gd name="T8" fmla="*/ 68 w 43"/>
                  <a:gd name="T9" fmla="*/ 2 h 28"/>
                  <a:gd name="T10" fmla="*/ 65 w 43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8">
                    <a:moveTo>
                      <a:pt x="5" y="1"/>
                    </a:moveTo>
                    <a:cubicBezTo>
                      <a:pt x="0" y="0"/>
                      <a:pt x="2" y="10"/>
                      <a:pt x="3" y="13"/>
                    </a:cubicBezTo>
                    <a:cubicBezTo>
                      <a:pt x="6" y="22"/>
                      <a:pt x="5" y="28"/>
                      <a:pt x="18" y="27"/>
                    </a:cubicBezTo>
                    <a:cubicBezTo>
                      <a:pt x="24" y="26"/>
                      <a:pt x="43" y="26"/>
                      <a:pt x="43" y="17"/>
                    </a:cubicBezTo>
                    <a:cubicBezTo>
                      <a:pt x="43" y="12"/>
                      <a:pt x="40" y="7"/>
                      <a:pt x="38" y="2"/>
                    </a:cubicBezTo>
                    <a:cubicBezTo>
                      <a:pt x="37" y="2"/>
                      <a:pt x="37" y="2"/>
                      <a:pt x="37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28" name="Freeform 1206">
                <a:extLst>
                  <a:ext uri="{FF2B5EF4-FFF2-40B4-BE49-F238E27FC236}">
                    <a16:creationId xmlns:a16="http://schemas.microsoft.com/office/drawing/2014/main" id="{315A9E42-682C-41E6-859C-C3226A134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137"/>
                <a:ext cx="8" cy="11"/>
              </a:xfrm>
              <a:custGeom>
                <a:avLst/>
                <a:gdLst>
                  <a:gd name="T0" fmla="*/ 10 w 7"/>
                  <a:gd name="T1" fmla="*/ 0 h 9"/>
                  <a:gd name="T2" fmla="*/ 0 w 7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3" y="0"/>
                      <a:pt x="1" y="6"/>
                      <a:pt x="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29" name="Freeform 1207">
                <a:extLst>
                  <a:ext uri="{FF2B5EF4-FFF2-40B4-BE49-F238E27FC236}">
                    <a16:creationId xmlns:a16="http://schemas.microsoft.com/office/drawing/2014/main" id="{55F736E2-4C7B-4824-B042-4501F6E70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137"/>
                <a:ext cx="14" cy="32"/>
              </a:xfrm>
              <a:custGeom>
                <a:avLst/>
                <a:gdLst>
                  <a:gd name="T0" fmla="*/ 1 w 12"/>
                  <a:gd name="T1" fmla="*/ 0 h 27"/>
                  <a:gd name="T2" fmla="*/ 0 w 12"/>
                  <a:gd name="T3" fmla="*/ 4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1" y="0"/>
                    </a:moveTo>
                    <a:cubicBezTo>
                      <a:pt x="10" y="7"/>
                      <a:pt x="12" y="23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30" name="Freeform 1208">
                <a:extLst>
                  <a:ext uri="{FF2B5EF4-FFF2-40B4-BE49-F238E27FC236}">
                    <a16:creationId xmlns:a16="http://schemas.microsoft.com/office/drawing/2014/main" id="{075687C0-7FC5-4EC3-87D0-89DE7495A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119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31" name="Freeform 1209">
                <a:extLst>
                  <a:ext uri="{FF2B5EF4-FFF2-40B4-BE49-F238E27FC236}">
                    <a16:creationId xmlns:a16="http://schemas.microsoft.com/office/drawing/2014/main" id="{FA7549FB-958B-4411-85D9-AD87C4934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110"/>
                <a:ext cx="54" cy="39"/>
              </a:xfrm>
              <a:custGeom>
                <a:avLst/>
                <a:gdLst>
                  <a:gd name="T0" fmla="*/ 0 w 45"/>
                  <a:gd name="T1" fmla="*/ 55 h 32"/>
                  <a:gd name="T2" fmla="*/ 24 w 45"/>
                  <a:gd name="T3" fmla="*/ 55 h 32"/>
                  <a:gd name="T4" fmla="*/ 52 w 45"/>
                  <a:gd name="T5" fmla="*/ 49 h 32"/>
                  <a:gd name="T6" fmla="*/ 78 w 45"/>
                  <a:gd name="T7" fmla="*/ 35 h 32"/>
                  <a:gd name="T8" fmla="*/ 55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9" y="32"/>
                      <a:pt x="14" y="30"/>
                    </a:cubicBezTo>
                    <a:cubicBezTo>
                      <a:pt x="20" y="29"/>
                      <a:pt x="24" y="27"/>
                      <a:pt x="30" y="27"/>
                    </a:cubicBezTo>
                    <a:cubicBezTo>
                      <a:pt x="36" y="26"/>
                      <a:pt x="45" y="28"/>
                      <a:pt x="45" y="20"/>
                    </a:cubicBezTo>
                    <a:cubicBezTo>
                      <a:pt x="45" y="16"/>
                      <a:pt x="37" y="0"/>
                      <a:pt x="32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32" name="Freeform 1210">
                <a:extLst>
                  <a:ext uri="{FF2B5EF4-FFF2-40B4-BE49-F238E27FC236}">
                    <a16:creationId xmlns:a16="http://schemas.microsoft.com/office/drawing/2014/main" id="{323A39D2-9F08-44FF-8301-C6D325A35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086"/>
                <a:ext cx="56" cy="35"/>
              </a:xfrm>
              <a:custGeom>
                <a:avLst/>
                <a:gdLst>
                  <a:gd name="T0" fmla="*/ 82 w 46"/>
                  <a:gd name="T1" fmla="*/ 0 h 29"/>
                  <a:gd name="T2" fmla="*/ 80 w 46"/>
                  <a:gd name="T3" fmla="*/ 0 h 29"/>
                  <a:gd name="T4" fmla="*/ 69 w 46"/>
                  <a:gd name="T5" fmla="*/ 40 h 29"/>
                  <a:gd name="T6" fmla="*/ 32 w 46"/>
                  <a:gd name="T7" fmla="*/ 49 h 29"/>
                  <a:gd name="T8" fmla="*/ 0 w 46"/>
                  <a:gd name="T9" fmla="*/ 5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9">
                    <a:moveTo>
                      <a:pt x="45" y="0"/>
                    </a:moveTo>
                    <a:cubicBezTo>
                      <a:pt x="45" y="0"/>
                      <a:pt x="45" y="0"/>
                      <a:pt x="44" y="0"/>
                    </a:cubicBezTo>
                    <a:cubicBezTo>
                      <a:pt x="42" y="7"/>
                      <a:pt x="46" y="16"/>
                      <a:pt x="39" y="22"/>
                    </a:cubicBezTo>
                    <a:cubicBezTo>
                      <a:pt x="32" y="27"/>
                      <a:pt x="24" y="28"/>
                      <a:pt x="17" y="28"/>
                    </a:cubicBezTo>
                    <a:cubicBezTo>
                      <a:pt x="11" y="28"/>
                      <a:pt x="6" y="28"/>
                      <a:pt x="0" y="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33" name="Freeform 1211">
                <a:extLst>
                  <a:ext uri="{FF2B5EF4-FFF2-40B4-BE49-F238E27FC236}">
                    <a16:creationId xmlns:a16="http://schemas.microsoft.com/office/drawing/2014/main" id="{7C9D7703-3215-4C35-8AFE-B4BCFEE00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140"/>
                <a:ext cx="18" cy="32"/>
              </a:xfrm>
              <a:custGeom>
                <a:avLst/>
                <a:gdLst>
                  <a:gd name="T0" fmla="*/ 0 w 15"/>
                  <a:gd name="T1" fmla="*/ 0 h 26"/>
                  <a:gd name="T2" fmla="*/ 26 w 15"/>
                  <a:gd name="T3" fmla="*/ 26 h 26"/>
                  <a:gd name="T4" fmla="*/ 20 w 15"/>
                  <a:gd name="T5" fmla="*/ 4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8" y="0"/>
                      <a:pt x="15" y="6"/>
                      <a:pt x="15" y="14"/>
                    </a:cubicBezTo>
                    <a:cubicBezTo>
                      <a:pt x="15" y="19"/>
                      <a:pt x="12" y="22"/>
                      <a:pt x="12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34" name="Freeform 1212">
                <a:extLst>
                  <a:ext uri="{FF2B5EF4-FFF2-40B4-BE49-F238E27FC236}">
                    <a16:creationId xmlns:a16="http://schemas.microsoft.com/office/drawing/2014/main" id="{DFC3E972-2855-49FE-9DA3-0571B1DB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111"/>
                <a:ext cx="61" cy="51"/>
              </a:xfrm>
              <a:custGeom>
                <a:avLst/>
                <a:gdLst>
                  <a:gd name="T0" fmla="*/ 44 w 51"/>
                  <a:gd name="T1" fmla="*/ 0 h 42"/>
                  <a:gd name="T2" fmla="*/ 45 w 51"/>
                  <a:gd name="T3" fmla="*/ 68 h 42"/>
                  <a:gd name="T4" fmla="*/ 16 w 51"/>
                  <a:gd name="T5" fmla="*/ 63 h 42"/>
                  <a:gd name="T6" fmla="*/ 1 w 51"/>
                  <a:gd name="T7" fmla="*/ 5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26" y="0"/>
                    </a:moveTo>
                    <a:cubicBezTo>
                      <a:pt x="27" y="8"/>
                      <a:pt x="51" y="42"/>
                      <a:pt x="27" y="38"/>
                    </a:cubicBezTo>
                    <a:cubicBezTo>
                      <a:pt x="21" y="37"/>
                      <a:pt x="16" y="35"/>
                      <a:pt x="9" y="35"/>
                    </a:cubicBezTo>
                    <a:cubicBezTo>
                      <a:pt x="6" y="35"/>
                      <a:pt x="0" y="36"/>
                      <a:pt x="1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35" name="Freeform 1213">
                <a:extLst>
                  <a:ext uri="{FF2B5EF4-FFF2-40B4-BE49-F238E27FC236}">
                    <a16:creationId xmlns:a16="http://schemas.microsoft.com/office/drawing/2014/main" id="{BDC45A5C-5530-4F36-9E38-E6214F168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085"/>
                <a:ext cx="73" cy="41"/>
              </a:xfrm>
              <a:custGeom>
                <a:avLst/>
                <a:gdLst>
                  <a:gd name="T0" fmla="*/ 0 w 61"/>
                  <a:gd name="T1" fmla="*/ 8 h 34"/>
                  <a:gd name="T2" fmla="*/ 28 w 61"/>
                  <a:gd name="T3" fmla="*/ 48 h 34"/>
                  <a:gd name="T4" fmla="*/ 63 w 61"/>
                  <a:gd name="T5" fmla="*/ 52 h 34"/>
                  <a:gd name="T6" fmla="*/ 89 w 61"/>
                  <a:gd name="T7" fmla="*/ 52 h 34"/>
                  <a:gd name="T8" fmla="*/ 90 w 61"/>
                  <a:gd name="T9" fmla="*/ 8 h 34"/>
                  <a:gd name="T10" fmla="*/ 75 w 61"/>
                  <a:gd name="T11" fmla="*/ 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4">
                    <a:moveTo>
                      <a:pt x="0" y="5"/>
                    </a:moveTo>
                    <a:cubicBezTo>
                      <a:pt x="4" y="16"/>
                      <a:pt x="2" y="26"/>
                      <a:pt x="16" y="27"/>
                    </a:cubicBezTo>
                    <a:cubicBezTo>
                      <a:pt x="24" y="28"/>
                      <a:pt x="30" y="28"/>
                      <a:pt x="37" y="30"/>
                    </a:cubicBezTo>
                    <a:cubicBezTo>
                      <a:pt x="43" y="32"/>
                      <a:pt x="48" y="34"/>
                      <a:pt x="52" y="30"/>
                    </a:cubicBezTo>
                    <a:cubicBezTo>
                      <a:pt x="61" y="23"/>
                      <a:pt x="61" y="12"/>
                      <a:pt x="53" y="5"/>
                    </a:cubicBezTo>
                    <a:cubicBezTo>
                      <a:pt x="51" y="3"/>
                      <a:pt x="47" y="0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36" name="Freeform 1214">
                <a:extLst>
                  <a:ext uri="{FF2B5EF4-FFF2-40B4-BE49-F238E27FC236}">
                    <a16:creationId xmlns:a16="http://schemas.microsoft.com/office/drawing/2014/main" id="{C719B820-EB47-4A51-A5DC-D633BE5B1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135"/>
                <a:ext cx="68" cy="33"/>
              </a:xfrm>
              <a:custGeom>
                <a:avLst/>
                <a:gdLst>
                  <a:gd name="T0" fmla="*/ 6 w 57"/>
                  <a:gd name="T1" fmla="*/ 49 h 27"/>
                  <a:gd name="T2" fmla="*/ 2 w 57"/>
                  <a:gd name="T3" fmla="*/ 18 h 27"/>
                  <a:gd name="T4" fmla="*/ 44 w 57"/>
                  <a:gd name="T5" fmla="*/ 1 h 27"/>
                  <a:gd name="T6" fmla="*/ 68 w 57"/>
                  <a:gd name="T7" fmla="*/ 6 h 27"/>
                  <a:gd name="T8" fmla="*/ 88 w 57"/>
                  <a:gd name="T9" fmla="*/ 16 h 27"/>
                  <a:gd name="T10" fmla="*/ 97 w 57"/>
                  <a:gd name="T11" fmla="*/ 4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7">
                    <a:moveTo>
                      <a:pt x="3" y="27"/>
                    </a:moveTo>
                    <a:cubicBezTo>
                      <a:pt x="0" y="24"/>
                      <a:pt x="0" y="14"/>
                      <a:pt x="2" y="10"/>
                    </a:cubicBezTo>
                    <a:cubicBezTo>
                      <a:pt x="5" y="3"/>
                      <a:pt x="19" y="1"/>
                      <a:pt x="26" y="1"/>
                    </a:cubicBezTo>
                    <a:cubicBezTo>
                      <a:pt x="32" y="0"/>
                      <a:pt x="35" y="1"/>
                      <a:pt x="40" y="3"/>
                    </a:cubicBezTo>
                    <a:cubicBezTo>
                      <a:pt x="45" y="5"/>
                      <a:pt x="49" y="4"/>
                      <a:pt x="52" y="9"/>
                    </a:cubicBezTo>
                    <a:cubicBezTo>
                      <a:pt x="56" y="14"/>
                      <a:pt x="55" y="22"/>
                      <a:pt x="57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37" name="Freeform 1215">
                <a:extLst>
                  <a:ext uri="{FF2B5EF4-FFF2-40B4-BE49-F238E27FC236}">
                    <a16:creationId xmlns:a16="http://schemas.microsoft.com/office/drawing/2014/main" id="{B950C0F8-346E-4B9D-8C23-650FC717C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085"/>
                <a:ext cx="62" cy="34"/>
              </a:xfrm>
              <a:custGeom>
                <a:avLst/>
                <a:gdLst>
                  <a:gd name="T0" fmla="*/ 2 w 51"/>
                  <a:gd name="T1" fmla="*/ 0 h 28"/>
                  <a:gd name="T2" fmla="*/ 11 w 51"/>
                  <a:gd name="T3" fmla="*/ 40 h 28"/>
                  <a:gd name="T4" fmla="*/ 63 w 51"/>
                  <a:gd name="T5" fmla="*/ 41 h 28"/>
                  <a:gd name="T6" fmla="*/ 90 w 51"/>
                  <a:gd name="T7" fmla="*/ 23 h 28"/>
                  <a:gd name="T8" fmla="*/ 78 w 51"/>
                  <a:gd name="T9" fmla="*/ 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2" y="0"/>
                    </a:moveTo>
                    <a:cubicBezTo>
                      <a:pt x="0" y="5"/>
                      <a:pt x="2" y="18"/>
                      <a:pt x="6" y="22"/>
                    </a:cubicBezTo>
                    <a:cubicBezTo>
                      <a:pt x="11" y="28"/>
                      <a:pt x="28" y="24"/>
                      <a:pt x="35" y="23"/>
                    </a:cubicBezTo>
                    <a:cubicBezTo>
                      <a:pt x="42" y="22"/>
                      <a:pt x="50" y="21"/>
                      <a:pt x="50" y="13"/>
                    </a:cubicBezTo>
                    <a:cubicBezTo>
                      <a:pt x="51" y="9"/>
                      <a:pt x="48" y="3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38" name="Freeform 1216">
                <a:extLst>
                  <a:ext uri="{FF2B5EF4-FFF2-40B4-BE49-F238E27FC236}">
                    <a16:creationId xmlns:a16="http://schemas.microsoft.com/office/drawing/2014/main" id="{FD700A80-B33A-42B1-8B1C-C9BE3204F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114"/>
                <a:ext cx="6" cy="12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2" y="6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39" name="Freeform 1217">
                <a:extLst>
                  <a:ext uri="{FF2B5EF4-FFF2-40B4-BE49-F238E27FC236}">
                    <a16:creationId xmlns:a16="http://schemas.microsoft.com/office/drawing/2014/main" id="{53A1B959-E025-4D2C-82C5-946459EE4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117"/>
                <a:ext cx="8" cy="32"/>
              </a:xfrm>
              <a:custGeom>
                <a:avLst/>
                <a:gdLst>
                  <a:gd name="T0" fmla="*/ 0 w 7"/>
                  <a:gd name="T1" fmla="*/ 0 h 26"/>
                  <a:gd name="T2" fmla="*/ 9 w 7"/>
                  <a:gd name="T3" fmla="*/ 27 h 26"/>
                  <a:gd name="T4" fmla="*/ 0 w 7"/>
                  <a:gd name="T5" fmla="*/ 3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7" y="0"/>
                      <a:pt x="6" y="11"/>
                      <a:pt x="6" y="15"/>
                    </a:cubicBezTo>
                    <a:cubicBezTo>
                      <a:pt x="6" y="18"/>
                      <a:pt x="4" y="26"/>
                      <a:pt x="0" y="2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40" name="Freeform 1218">
                <a:extLst>
                  <a:ext uri="{FF2B5EF4-FFF2-40B4-BE49-F238E27FC236}">
                    <a16:creationId xmlns:a16="http://schemas.microsoft.com/office/drawing/2014/main" id="{258A4941-C24F-47B6-A9C4-4D865E016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106"/>
                <a:ext cx="66" cy="38"/>
              </a:xfrm>
              <a:custGeom>
                <a:avLst/>
                <a:gdLst>
                  <a:gd name="T0" fmla="*/ 80 w 55"/>
                  <a:gd name="T1" fmla="*/ 0 h 31"/>
                  <a:gd name="T2" fmla="*/ 94 w 55"/>
                  <a:gd name="T3" fmla="*/ 13 h 31"/>
                  <a:gd name="T4" fmla="*/ 92 w 55"/>
                  <a:gd name="T5" fmla="*/ 39 h 31"/>
                  <a:gd name="T6" fmla="*/ 85 w 55"/>
                  <a:gd name="T7" fmla="*/ 49 h 31"/>
                  <a:gd name="T8" fmla="*/ 59 w 55"/>
                  <a:gd name="T9" fmla="*/ 54 h 31"/>
                  <a:gd name="T10" fmla="*/ 20 w 55"/>
                  <a:gd name="T11" fmla="*/ 55 h 31"/>
                  <a:gd name="T12" fmla="*/ 0 w 55"/>
                  <a:gd name="T13" fmla="*/ 5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1">
                    <a:moveTo>
                      <a:pt x="47" y="0"/>
                    </a:moveTo>
                    <a:cubicBezTo>
                      <a:pt x="50" y="3"/>
                      <a:pt x="53" y="3"/>
                      <a:pt x="54" y="7"/>
                    </a:cubicBezTo>
                    <a:cubicBezTo>
                      <a:pt x="55" y="10"/>
                      <a:pt x="54" y="18"/>
                      <a:pt x="53" y="21"/>
                    </a:cubicBezTo>
                    <a:cubicBezTo>
                      <a:pt x="53" y="26"/>
                      <a:pt x="54" y="24"/>
                      <a:pt x="49" y="27"/>
                    </a:cubicBezTo>
                    <a:cubicBezTo>
                      <a:pt x="44" y="29"/>
                      <a:pt x="39" y="29"/>
                      <a:pt x="34" y="29"/>
                    </a:cubicBezTo>
                    <a:cubicBezTo>
                      <a:pt x="27" y="30"/>
                      <a:pt x="20" y="30"/>
                      <a:pt x="12" y="30"/>
                    </a:cubicBezTo>
                    <a:cubicBezTo>
                      <a:pt x="9" y="30"/>
                      <a:pt x="3" y="31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41" name="Freeform 1219">
                <a:extLst>
                  <a:ext uri="{FF2B5EF4-FFF2-40B4-BE49-F238E27FC236}">
                    <a16:creationId xmlns:a16="http://schemas.microsoft.com/office/drawing/2014/main" id="{4F9E2022-9A47-4E6A-9AA0-AF6481655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112"/>
                <a:ext cx="5" cy="8"/>
              </a:xfrm>
              <a:custGeom>
                <a:avLst/>
                <a:gdLst>
                  <a:gd name="T0" fmla="*/ 8 w 4"/>
                  <a:gd name="T1" fmla="*/ 0 h 6"/>
                  <a:gd name="T2" fmla="*/ 0 w 4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42" name="Freeform 1220">
                <a:extLst>
                  <a:ext uri="{FF2B5EF4-FFF2-40B4-BE49-F238E27FC236}">
                    <a16:creationId xmlns:a16="http://schemas.microsoft.com/office/drawing/2014/main" id="{69418DAD-66C2-4C65-9ACA-0D2F4C63A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138"/>
                <a:ext cx="11" cy="31"/>
              </a:xfrm>
              <a:custGeom>
                <a:avLst/>
                <a:gdLst>
                  <a:gd name="T0" fmla="*/ 0 w 9"/>
                  <a:gd name="T1" fmla="*/ 2 h 26"/>
                  <a:gd name="T2" fmla="*/ 11 w 9"/>
                  <a:gd name="T3" fmla="*/ 6 h 26"/>
                  <a:gd name="T4" fmla="*/ 13 w 9"/>
                  <a:gd name="T5" fmla="*/ 25 h 26"/>
                  <a:gd name="T6" fmla="*/ 7 w 9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6">
                    <a:moveTo>
                      <a:pt x="0" y="2"/>
                    </a:moveTo>
                    <a:cubicBezTo>
                      <a:pt x="2" y="0"/>
                      <a:pt x="4" y="1"/>
                      <a:pt x="6" y="3"/>
                    </a:cubicBezTo>
                    <a:cubicBezTo>
                      <a:pt x="9" y="7"/>
                      <a:pt x="8" y="10"/>
                      <a:pt x="7" y="15"/>
                    </a:cubicBezTo>
                    <a:cubicBezTo>
                      <a:pt x="7" y="18"/>
                      <a:pt x="9" y="25"/>
                      <a:pt x="4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43" name="Freeform 1221">
                <a:extLst>
                  <a:ext uri="{FF2B5EF4-FFF2-40B4-BE49-F238E27FC236}">
                    <a16:creationId xmlns:a16="http://schemas.microsoft.com/office/drawing/2014/main" id="{9ECA29BF-26E1-4A68-B0CA-70AB66E10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086"/>
                <a:ext cx="72" cy="34"/>
              </a:xfrm>
              <a:custGeom>
                <a:avLst/>
                <a:gdLst>
                  <a:gd name="T0" fmla="*/ 0 w 60"/>
                  <a:gd name="T1" fmla="*/ 41 h 28"/>
                  <a:gd name="T2" fmla="*/ 20 w 60"/>
                  <a:gd name="T3" fmla="*/ 50 h 28"/>
                  <a:gd name="T4" fmla="*/ 50 w 60"/>
                  <a:gd name="T5" fmla="*/ 41 h 28"/>
                  <a:gd name="T6" fmla="*/ 98 w 60"/>
                  <a:gd name="T7" fmla="*/ 40 h 28"/>
                  <a:gd name="T8" fmla="*/ 98 w 60"/>
                  <a:gd name="T9" fmla="*/ 11 h 28"/>
                  <a:gd name="T10" fmla="*/ 86 w 6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4" y="26"/>
                      <a:pt x="7" y="28"/>
                      <a:pt x="12" y="28"/>
                    </a:cubicBezTo>
                    <a:cubicBezTo>
                      <a:pt x="18" y="28"/>
                      <a:pt x="23" y="24"/>
                      <a:pt x="29" y="23"/>
                    </a:cubicBezTo>
                    <a:cubicBezTo>
                      <a:pt x="35" y="23"/>
                      <a:pt x="52" y="27"/>
                      <a:pt x="57" y="22"/>
                    </a:cubicBezTo>
                    <a:cubicBezTo>
                      <a:pt x="60" y="18"/>
                      <a:pt x="59" y="10"/>
                      <a:pt x="57" y="6"/>
                    </a:cubicBezTo>
                    <a:cubicBezTo>
                      <a:pt x="56" y="1"/>
                      <a:pt x="55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44" name="Freeform 1222">
                <a:extLst>
                  <a:ext uri="{FF2B5EF4-FFF2-40B4-BE49-F238E27FC236}">
                    <a16:creationId xmlns:a16="http://schemas.microsoft.com/office/drawing/2014/main" id="{79318BEB-9F80-48EE-AB98-9460EEE36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138"/>
                <a:ext cx="66" cy="31"/>
              </a:xfrm>
              <a:custGeom>
                <a:avLst/>
                <a:gdLst>
                  <a:gd name="T0" fmla="*/ 0 w 55"/>
                  <a:gd name="T1" fmla="*/ 14 h 26"/>
                  <a:gd name="T2" fmla="*/ 37 w 55"/>
                  <a:gd name="T3" fmla="*/ 1 h 26"/>
                  <a:gd name="T4" fmla="*/ 79 w 55"/>
                  <a:gd name="T5" fmla="*/ 8 h 26"/>
                  <a:gd name="T6" fmla="*/ 86 w 55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6">
                    <a:moveTo>
                      <a:pt x="0" y="8"/>
                    </a:moveTo>
                    <a:cubicBezTo>
                      <a:pt x="2" y="2"/>
                      <a:pt x="17" y="2"/>
                      <a:pt x="22" y="1"/>
                    </a:cubicBezTo>
                    <a:cubicBezTo>
                      <a:pt x="29" y="0"/>
                      <a:pt x="40" y="1"/>
                      <a:pt x="46" y="5"/>
                    </a:cubicBezTo>
                    <a:cubicBezTo>
                      <a:pt x="52" y="9"/>
                      <a:pt x="55" y="21"/>
                      <a:pt x="50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45" name="Freeform 1223">
                <a:extLst>
                  <a:ext uri="{FF2B5EF4-FFF2-40B4-BE49-F238E27FC236}">
                    <a16:creationId xmlns:a16="http://schemas.microsoft.com/office/drawing/2014/main" id="{B1436BCA-9B33-41A3-A36B-D767BE68F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110"/>
                <a:ext cx="17" cy="42"/>
              </a:xfrm>
              <a:custGeom>
                <a:avLst/>
                <a:gdLst>
                  <a:gd name="T0" fmla="*/ 11 w 14"/>
                  <a:gd name="T1" fmla="*/ 0 h 35"/>
                  <a:gd name="T2" fmla="*/ 16 w 14"/>
                  <a:gd name="T3" fmla="*/ 37 h 35"/>
                  <a:gd name="T4" fmla="*/ 0 w 14"/>
                  <a:gd name="T5" fmla="*/ 6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6" y="0"/>
                    </a:moveTo>
                    <a:cubicBezTo>
                      <a:pt x="14" y="3"/>
                      <a:pt x="10" y="16"/>
                      <a:pt x="9" y="22"/>
                    </a:cubicBezTo>
                    <a:cubicBezTo>
                      <a:pt x="9" y="28"/>
                      <a:pt x="8" y="35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46" name="Freeform 1224">
                <a:extLst>
                  <a:ext uri="{FF2B5EF4-FFF2-40B4-BE49-F238E27FC236}">
                    <a16:creationId xmlns:a16="http://schemas.microsoft.com/office/drawing/2014/main" id="{6EB7C943-1703-4B96-AC24-09AB34346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121"/>
                <a:ext cx="61" cy="47"/>
              </a:xfrm>
              <a:custGeom>
                <a:avLst/>
                <a:gdLst>
                  <a:gd name="T0" fmla="*/ 72 w 51"/>
                  <a:gd name="T1" fmla="*/ 69 h 39"/>
                  <a:gd name="T2" fmla="*/ 81 w 51"/>
                  <a:gd name="T3" fmla="*/ 41 h 39"/>
                  <a:gd name="T4" fmla="*/ 78 w 51"/>
                  <a:gd name="T5" fmla="*/ 8 h 39"/>
                  <a:gd name="T6" fmla="*/ 44 w 51"/>
                  <a:gd name="T7" fmla="*/ 10 h 39"/>
                  <a:gd name="T8" fmla="*/ 16 w 51"/>
                  <a:gd name="T9" fmla="*/ 8 h 39"/>
                  <a:gd name="T10" fmla="*/ 0 w 51"/>
                  <a:gd name="T11" fmla="*/ 6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42" y="39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8" y="18"/>
                      <a:pt x="49" y="9"/>
                      <a:pt x="45" y="5"/>
                    </a:cubicBezTo>
                    <a:cubicBezTo>
                      <a:pt x="41" y="0"/>
                      <a:pt x="32" y="6"/>
                      <a:pt x="26" y="6"/>
                    </a:cubicBezTo>
                    <a:cubicBezTo>
                      <a:pt x="20" y="7"/>
                      <a:pt x="15" y="6"/>
                      <a:pt x="9" y="5"/>
                    </a:cubicBezTo>
                    <a:cubicBezTo>
                      <a:pt x="7" y="4"/>
                      <a:pt x="1" y="5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47" name="Freeform 1225">
                <a:extLst>
                  <a:ext uri="{FF2B5EF4-FFF2-40B4-BE49-F238E27FC236}">
                    <a16:creationId xmlns:a16="http://schemas.microsoft.com/office/drawing/2014/main" id="{8B75810C-983F-4D8D-B600-9C193FABA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085"/>
                <a:ext cx="14" cy="41"/>
              </a:xfrm>
              <a:custGeom>
                <a:avLst/>
                <a:gdLst>
                  <a:gd name="T0" fmla="*/ 17 w 11"/>
                  <a:gd name="T1" fmla="*/ 0 h 34"/>
                  <a:gd name="T2" fmla="*/ 10 w 11"/>
                  <a:gd name="T3" fmla="*/ 45 h 34"/>
                  <a:gd name="T4" fmla="*/ 0 w 11"/>
                  <a:gd name="T5" fmla="*/ 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8" y="0"/>
                    </a:moveTo>
                    <a:cubicBezTo>
                      <a:pt x="8" y="9"/>
                      <a:pt x="11" y="19"/>
                      <a:pt x="5" y="26"/>
                    </a:cubicBezTo>
                    <a:cubicBezTo>
                      <a:pt x="3" y="29"/>
                      <a:pt x="0" y="30"/>
                      <a:pt x="0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48" name="Freeform 1226">
                <a:extLst>
                  <a:ext uri="{FF2B5EF4-FFF2-40B4-BE49-F238E27FC236}">
                    <a16:creationId xmlns:a16="http://schemas.microsoft.com/office/drawing/2014/main" id="{52936950-3BF2-4131-8E71-9F3C95A69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100"/>
                <a:ext cx="26" cy="19"/>
              </a:xfrm>
              <a:custGeom>
                <a:avLst/>
                <a:gdLst>
                  <a:gd name="T0" fmla="*/ 1 w 21"/>
                  <a:gd name="T1" fmla="*/ 0 h 15"/>
                  <a:gd name="T2" fmla="*/ 0 w 21"/>
                  <a:gd name="T3" fmla="*/ 20 h 15"/>
                  <a:gd name="T4" fmla="*/ 17 w 21"/>
                  <a:gd name="T5" fmla="*/ 29 h 15"/>
                  <a:gd name="T6" fmla="*/ 33 w 21"/>
                  <a:gd name="T7" fmla="*/ 30 h 15"/>
                  <a:gd name="T8" fmla="*/ 40 w 21"/>
                  <a:gd name="T9" fmla="*/ 2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" y="0"/>
                    </a:moveTo>
                    <a:cubicBezTo>
                      <a:pt x="0" y="1"/>
                      <a:pt x="0" y="7"/>
                      <a:pt x="0" y="10"/>
                    </a:cubicBezTo>
                    <a:cubicBezTo>
                      <a:pt x="1" y="14"/>
                      <a:pt x="4" y="14"/>
                      <a:pt x="9" y="14"/>
                    </a:cubicBezTo>
                    <a:cubicBezTo>
                      <a:pt x="11" y="14"/>
                      <a:pt x="15" y="15"/>
                      <a:pt x="18" y="15"/>
                    </a:cubicBezTo>
                    <a:cubicBezTo>
                      <a:pt x="19" y="15"/>
                      <a:pt x="20" y="13"/>
                      <a:pt x="21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49" name="Freeform 1227">
                <a:extLst>
                  <a:ext uri="{FF2B5EF4-FFF2-40B4-BE49-F238E27FC236}">
                    <a16:creationId xmlns:a16="http://schemas.microsoft.com/office/drawing/2014/main" id="{BB6CCED5-B815-4AD5-AA5B-0C96FCDB7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115"/>
                <a:ext cx="16" cy="16"/>
              </a:xfrm>
              <a:custGeom>
                <a:avLst/>
                <a:gdLst>
                  <a:gd name="T0" fmla="*/ 21 w 14"/>
                  <a:gd name="T1" fmla="*/ 6 h 13"/>
                  <a:gd name="T2" fmla="*/ 2 w 14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0" y="0"/>
                      <a:pt x="0" y="7"/>
                      <a:pt x="2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50" name="Freeform 1228">
                <a:extLst>
                  <a:ext uri="{FF2B5EF4-FFF2-40B4-BE49-F238E27FC236}">
                    <a16:creationId xmlns:a16="http://schemas.microsoft.com/office/drawing/2014/main" id="{847A318D-7EDD-4F77-B849-004745F61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813"/>
                <a:ext cx="63" cy="41"/>
              </a:xfrm>
              <a:custGeom>
                <a:avLst/>
                <a:gdLst>
                  <a:gd name="T0" fmla="*/ 25 w 52"/>
                  <a:gd name="T1" fmla="*/ 1 h 34"/>
                  <a:gd name="T2" fmla="*/ 15 w 52"/>
                  <a:gd name="T3" fmla="*/ 40 h 34"/>
                  <a:gd name="T4" fmla="*/ 23 w 52"/>
                  <a:gd name="T5" fmla="*/ 57 h 34"/>
                  <a:gd name="T6" fmla="*/ 57 w 52"/>
                  <a:gd name="T7" fmla="*/ 58 h 34"/>
                  <a:gd name="T8" fmla="*/ 91 w 52"/>
                  <a:gd name="T9" fmla="*/ 43 h 34"/>
                  <a:gd name="T10" fmla="*/ 82 w 52"/>
                  <a:gd name="T11" fmla="*/ 8 h 34"/>
                  <a:gd name="T12" fmla="*/ 57 w 52"/>
                  <a:gd name="T13" fmla="*/ 1 h 34"/>
                  <a:gd name="T14" fmla="*/ 25 w 52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1"/>
                    </a:moveTo>
                    <a:cubicBezTo>
                      <a:pt x="0" y="0"/>
                      <a:pt x="5" y="13"/>
                      <a:pt x="8" y="22"/>
                    </a:cubicBezTo>
                    <a:cubicBezTo>
                      <a:pt x="9" y="26"/>
                      <a:pt x="9" y="30"/>
                      <a:pt x="13" y="32"/>
                    </a:cubicBezTo>
                    <a:cubicBezTo>
                      <a:pt x="18" y="34"/>
                      <a:pt x="26" y="34"/>
                      <a:pt x="32" y="33"/>
                    </a:cubicBezTo>
                    <a:cubicBezTo>
                      <a:pt x="38" y="32"/>
                      <a:pt x="49" y="31"/>
                      <a:pt x="51" y="25"/>
                    </a:cubicBezTo>
                    <a:cubicBezTo>
                      <a:pt x="52" y="20"/>
                      <a:pt x="50" y="9"/>
                      <a:pt x="46" y="5"/>
                    </a:cubicBezTo>
                    <a:cubicBezTo>
                      <a:pt x="43" y="2"/>
                      <a:pt x="36" y="2"/>
                      <a:pt x="32" y="1"/>
                    </a:cubicBezTo>
                    <a:cubicBezTo>
                      <a:pt x="26" y="1"/>
                      <a:pt x="20" y="1"/>
                      <a:pt x="1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51" name="Freeform 1229">
                <a:extLst>
                  <a:ext uri="{FF2B5EF4-FFF2-40B4-BE49-F238E27FC236}">
                    <a16:creationId xmlns:a16="http://schemas.microsoft.com/office/drawing/2014/main" id="{44737839-0ED7-4751-AEC0-C961B51F6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848"/>
                <a:ext cx="58" cy="31"/>
              </a:xfrm>
              <a:custGeom>
                <a:avLst/>
                <a:gdLst>
                  <a:gd name="T0" fmla="*/ 36 w 48"/>
                  <a:gd name="T1" fmla="*/ 8 h 26"/>
                  <a:gd name="T2" fmla="*/ 18 w 48"/>
                  <a:gd name="T3" fmla="*/ 7 h 26"/>
                  <a:gd name="T4" fmla="*/ 1 w 48"/>
                  <a:gd name="T5" fmla="*/ 12 h 26"/>
                  <a:gd name="T6" fmla="*/ 1 w 48"/>
                  <a:gd name="T7" fmla="*/ 29 h 26"/>
                  <a:gd name="T8" fmla="*/ 23 w 48"/>
                  <a:gd name="T9" fmla="*/ 44 h 26"/>
                  <a:gd name="T10" fmla="*/ 68 w 48"/>
                  <a:gd name="T11" fmla="*/ 43 h 26"/>
                  <a:gd name="T12" fmla="*/ 83 w 48"/>
                  <a:gd name="T13" fmla="*/ 19 h 26"/>
                  <a:gd name="T14" fmla="*/ 73 w 48"/>
                  <a:gd name="T15" fmla="*/ 0 h 26"/>
                  <a:gd name="T16" fmla="*/ 51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4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0" y="15"/>
                      <a:pt x="1" y="17"/>
                    </a:cubicBezTo>
                    <a:cubicBezTo>
                      <a:pt x="2" y="24"/>
                      <a:pt x="6" y="25"/>
                      <a:pt x="13" y="26"/>
                    </a:cubicBezTo>
                    <a:cubicBezTo>
                      <a:pt x="21" y="26"/>
                      <a:pt x="29" y="26"/>
                      <a:pt x="38" y="25"/>
                    </a:cubicBezTo>
                    <a:cubicBezTo>
                      <a:pt x="47" y="23"/>
                      <a:pt x="48" y="19"/>
                      <a:pt x="47" y="11"/>
                    </a:cubicBezTo>
                    <a:cubicBezTo>
                      <a:pt x="46" y="7"/>
                      <a:pt x="46" y="1"/>
                      <a:pt x="41" y="0"/>
                    </a:cubicBezTo>
                    <a:cubicBezTo>
                      <a:pt x="38" y="0"/>
                      <a:pt x="32" y="3"/>
                      <a:pt x="2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52" name="Freeform 1230">
                <a:extLst>
                  <a:ext uri="{FF2B5EF4-FFF2-40B4-BE49-F238E27FC236}">
                    <a16:creationId xmlns:a16="http://schemas.microsoft.com/office/drawing/2014/main" id="{17150FAC-7AC7-4CB9-A078-E94E099A4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813"/>
                <a:ext cx="65" cy="30"/>
              </a:xfrm>
              <a:custGeom>
                <a:avLst/>
                <a:gdLst>
                  <a:gd name="T0" fmla="*/ 20 w 54"/>
                  <a:gd name="T1" fmla="*/ 2 h 25"/>
                  <a:gd name="T2" fmla="*/ 1 w 54"/>
                  <a:gd name="T3" fmla="*/ 12 h 25"/>
                  <a:gd name="T4" fmla="*/ 1 w 54"/>
                  <a:gd name="T5" fmla="*/ 35 h 25"/>
                  <a:gd name="T6" fmla="*/ 26 w 54"/>
                  <a:gd name="T7" fmla="*/ 43 h 25"/>
                  <a:gd name="T8" fmla="*/ 70 w 54"/>
                  <a:gd name="T9" fmla="*/ 43 h 25"/>
                  <a:gd name="T10" fmla="*/ 94 w 54"/>
                  <a:gd name="T11" fmla="*/ 29 h 25"/>
                  <a:gd name="T12" fmla="*/ 87 w 54"/>
                  <a:gd name="T13" fmla="*/ 7 h 25"/>
                  <a:gd name="T14" fmla="*/ 61 w 54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6"/>
                      <a:pt x="1" y="20"/>
                    </a:cubicBezTo>
                    <a:cubicBezTo>
                      <a:pt x="4" y="25"/>
                      <a:pt x="10" y="24"/>
                      <a:pt x="15" y="25"/>
                    </a:cubicBezTo>
                    <a:cubicBezTo>
                      <a:pt x="23" y="25"/>
                      <a:pt x="32" y="25"/>
                      <a:pt x="40" y="25"/>
                    </a:cubicBezTo>
                    <a:cubicBezTo>
                      <a:pt x="44" y="24"/>
                      <a:pt x="54" y="23"/>
                      <a:pt x="54" y="17"/>
                    </a:cubicBezTo>
                    <a:cubicBezTo>
                      <a:pt x="54" y="14"/>
                      <a:pt x="52" y="6"/>
                      <a:pt x="50" y="4"/>
                    </a:cubicBezTo>
                    <a:cubicBezTo>
                      <a:pt x="46" y="0"/>
                      <a:pt x="40" y="1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53" name="Freeform 1231">
                <a:extLst>
                  <a:ext uri="{FF2B5EF4-FFF2-40B4-BE49-F238E27FC236}">
                    <a16:creationId xmlns:a16="http://schemas.microsoft.com/office/drawing/2014/main" id="{51EED0E6-B020-40B9-91EA-6AC3EF3A8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877"/>
                <a:ext cx="8" cy="21"/>
              </a:xfrm>
              <a:custGeom>
                <a:avLst/>
                <a:gdLst>
                  <a:gd name="T0" fmla="*/ 10 w 7"/>
                  <a:gd name="T1" fmla="*/ 2 h 17"/>
                  <a:gd name="T2" fmla="*/ 1 w 7"/>
                  <a:gd name="T3" fmla="*/ 14 h 17"/>
                  <a:gd name="T4" fmla="*/ 1 w 7"/>
                  <a:gd name="T5" fmla="*/ 32 h 17"/>
                  <a:gd name="T6" fmla="*/ 3 w 7"/>
                  <a:gd name="T7" fmla="*/ 3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7" y="2"/>
                    </a:moveTo>
                    <a:cubicBezTo>
                      <a:pt x="4" y="0"/>
                      <a:pt x="2" y="5"/>
                      <a:pt x="1" y="7"/>
                    </a:cubicBezTo>
                    <a:cubicBezTo>
                      <a:pt x="0" y="10"/>
                      <a:pt x="1" y="14"/>
                      <a:pt x="1" y="17"/>
                    </a:cubicBezTo>
                    <a:cubicBezTo>
                      <a:pt x="2" y="17"/>
                      <a:pt x="2" y="17"/>
                      <a:pt x="3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54" name="Freeform 1232">
                <a:extLst>
                  <a:ext uri="{FF2B5EF4-FFF2-40B4-BE49-F238E27FC236}">
                    <a16:creationId xmlns:a16="http://schemas.microsoft.com/office/drawing/2014/main" id="{7813ADB8-B540-44DF-B5BF-6327A7FB2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1877"/>
                <a:ext cx="23" cy="19"/>
              </a:xfrm>
              <a:custGeom>
                <a:avLst/>
                <a:gdLst>
                  <a:gd name="T0" fmla="*/ 0 w 19"/>
                  <a:gd name="T1" fmla="*/ 0 h 16"/>
                  <a:gd name="T2" fmla="*/ 30 w 19"/>
                  <a:gd name="T3" fmla="*/ 12 h 16"/>
                  <a:gd name="T4" fmla="*/ 25 w 19"/>
                  <a:gd name="T5" fmla="*/ 2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6" y="0"/>
                      <a:pt x="14" y="0"/>
                      <a:pt x="17" y="7"/>
                    </a:cubicBezTo>
                    <a:cubicBezTo>
                      <a:pt x="19" y="11"/>
                      <a:pt x="19" y="16"/>
                      <a:pt x="14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55" name="Freeform 1233">
                <a:extLst>
                  <a:ext uri="{FF2B5EF4-FFF2-40B4-BE49-F238E27FC236}">
                    <a16:creationId xmlns:a16="http://schemas.microsoft.com/office/drawing/2014/main" id="{02B7C6F9-E150-4C26-8C03-2196CF6E1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842"/>
                <a:ext cx="73" cy="34"/>
              </a:xfrm>
              <a:custGeom>
                <a:avLst/>
                <a:gdLst>
                  <a:gd name="T0" fmla="*/ 13 w 60"/>
                  <a:gd name="T1" fmla="*/ 1 h 28"/>
                  <a:gd name="T2" fmla="*/ 1 w 60"/>
                  <a:gd name="T3" fmla="*/ 13 h 28"/>
                  <a:gd name="T4" fmla="*/ 2 w 60"/>
                  <a:gd name="T5" fmla="*/ 25 h 28"/>
                  <a:gd name="T6" fmla="*/ 28 w 60"/>
                  <a:gd name="T7" fmla="*/ 47 h 28"/>
                  <a:gd name="T8" fmla="*/ 63 w 60"/>
                  <a:gd name="T9" fmla="*/ 35 h 28"/>
                  <a:gd name="T10" fmla="*/ 100 w 60"/>
                  <a:gd name="T11" fmla="*/ 25 h 28"/>
                  <a:gd name="T12" fmla="*/ 90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1"/>
                      <a:pt x="2" y="5"/>
                      <a:pt x="1" y="7"/>
                    </a:cubicBezTo>
                    <a:cubicBezTo>
                      <a:pt x="0" y="11"/>
                      <a:pt x="1" y="11"/>
                      <a:pt x="2" y="14"/>
                    </a:cubicBezTo>
                    <a:cubicBezTo>
                      <a:pt x="4" y="22"/>
                      <a:pt x="5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8"/>
                      <a:pt x="55" y="14"/>
                    </a:cubicBezTo>
                    <a:cubicBezTo>
                      <a:pt x="60" y="9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56" name="Freeform 1234">
                <a:extLst>
                  <a:ext uri="{FF2B5EF4-FFF2-40B4-BE49-F238E27FC236}">
                    <a16:creationId xmlns:a16="http://schemas.microsoft.com/office/drawing/2014/main" id="{5241CDA1-43E2-422A-8FD6-6DD868BB8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873"/>
                <a:ext cx="3" cy="8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57" name="Freeform 1235">
                <a:extLst>
                  <a:ext uri="{FF2B5EF4-FFF2-40B4-BE49-F238E27FC236}">
                    <a16:creationId xmlns:a16="http://schemas.microsoft.com/office/drawing/2014/main" id="{27443B20-EA53-4894-8D29-D6C19D555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855"/>
                <a:ext cx="17" cy="44"/>
              </a:xfrm>
              <a:custGeom>
                <a:avLst/>
                <a:gdLst>
                  <a:gd name="T0" fmla="*/ 0 w 14"/>
                  <a:gd name="T1" fmla="*/ 0 h 36"/>
                  <a:gd name="T2" fmla="*/ 19 w 14"/>
                  <a:gd name="T3" fmla="*/ 51 h 36"/>
                  <a:gd name="T4" fmla="*/ 7 w 14"/>
                  <a:gd name="T5" fmla="*/ 6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cubicBezTo>
                      <a:pt x="6" y="9"/>
                      <a:pt x="14" y="17"/>
                      <a:pt x="11" y="28"/>
                    </a:cubicBezTo>
                    <a:cubicBezTo>
                      <a:pt x="10" y="32"/>
                      <a:pt x="7" y="35"/>
                      <a:pt x="4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58" name="Freeform 1236">
                <a:extLst>
                  <a:ext uri="{FF2B5EF4-FFF2-40B4-BE49-F238E27FC236}">
                    <a16:creationId xmlns:a16="http://schemas.microsoft.com/office/drawing/2014/main" id="{9B3492A1-11F5-4A77-8158-EA0E1746A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813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3 w 59"/>
                  <a:gd name="T5" fmla="*/ 35 h 20"/>
                  <a:gd name="T6" fmla="*/ 83 w 59"/>
                  <a:gd name="T7" fmla="*/ 29 h 20"/>
                  <a:gd name="T8" fmla="*/ 101 w 59"/>
                  <a:gd name="T9" fmla="*/ 20 h 20"/>
                  <a:gd name="T10" fmla="*/ 95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9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8"/>
                      <a:pt x="59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59" name="Freeform 1237">
                <a:extLst>
                  <a:ext uri="{FF2B5EF4-FFF2-40B4-BE49-F238E27FC236}">
                    <a16:creationId xmlns:a16="http://schemas.microsoft.com/office/drawing/2014/main" id="{44A45B8B-542C-4600-9AE1-9BE21F7F1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854"/>
                <a:ext cx="55" cy="44"/>
              </a:xfrm>
              <a:custGeom>
                <a:avLst/>
                <a:gdLst>
                  <a:gd name="T0" fmla="*/ 9 w 45"/>
                  <a:gd name="T1" fmla="*/ 65 h 36"/>
                  <a:gd name="T2" fmla="*/ 6 w 45"/>
                  <a:gd name="T3" fmla="*/ 27 h 36"/>
                  <a:gd name="T4" fmla="*/ 6 w 45"/>
                  <a:gd name="T5" fmla="*/ 13 h 36"/>
                  <a:gd name="T6" fmla="*/ 39 w 45"/>
                  <a:gd name="T7" fmla="*/ 6 h 36"/>
                  <a:gd name="T8" fmla="*/ 72 w 45"/>
                  <a:gd name="T9" fmla="*/ 6 h 36"/>
                  <a:gd name="T10" fmla="*/ 82 w 45"/>
                  <a:gd name="T11" fmla="*/ 34 h 36"/>
                  <a:gd name="T12" fmla="*/ 73 w 45"/>
                  <a:gd name="T13" fmla="*/ 6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3" y="12"/>
                      <a:pt x="0" y="10"/>
                      <a:pt x="3" y="7"/>
                    </a:cubicBezTo>
                    <a:cubicBezTo>
                      <a:pt x="6" y="4"/>
                      <a:pt x="17" y="3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5" y="6"/>
                      <a:pt x="45" y="13"/>
                      <a:pt x="45" y="19"/>
                    </a:cubicBezTo>
                    <a:cubicBezTo>
                      <a:pt x="45" y="23"/>
                      <a:pt x="45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60" name="Freeform 1238">
                <a:extLst>
                  <a:ext uri="{FF2B5EF4-FFF2-40B4-BE49-F238E27FC236}">
                    <a16:creationId xmlns:a16="http://schemas.microsoft.com/office/drawing/2014/main" id="{46037105-0296-4FF9-8062-E7C06DB04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809"/>
                <a:ext cx="62" cy="33"/>
              </a:xfrm>
              <a:custGeom>
                <a:avLst/>
                <a:gdLst>
                  <a:gd name="T0" fmla="*/ 7 w 51"/>
                  <a:gd name="T1" fmla="*/ 6 h 27"/>
                  <a:gd name="T2" fmla="*/ 9 w 51"/>
                  <a:gd name="T3" fmla="*/ 39 h 27"/>
                  <a:gd name="T4" fmla="*/ 35 w 51"/>
                  <a:gd name="T5" fmla="*/ 39 h 27"/>
                  <a:gd name="T6" fmla="*/ 61 w 51"/>
                  <a:gd name="T7" fmla="*/ 42 h 27"/>
                  <a:gd name="T8" fmla="*/ 78 w 51"/>
                  <a:gd name="T9" fmla="*/ 49 h 27"/>
                  <a:gd name="T10" fmla="*/ 91 w 51"/>
                  <a:gd name="T11" fmla="*/ 33 h 27"/>
                  <a:gd name="T12" fmla="*/ 77 w 51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7">
                    <a:moveTo>
                      <a:pt x="4" y="3"/>
                    </a:moveTo>
                    <a:cubicBezTo>
                      <a:pt x="3" y="7"/>
                      <a:pt x="0" y="18"/>
                      <a:pt x="5" y="21"/>
                    </a:cubicBezTo>
                    <a:cubicBezTo>
                      <a:pt x="8" y="23"/>
                      <a:pt x="16" y="21"/>
                      <a:pt x="20" y="21"/>
                    </a:cubicBezTo>
                    <a:cubicBezTo>
                      <a:pt x="25" y="20"/>
                      <a:pt x="29" y="20"/>
                      <a:pt x="34" y="23"/>
                    </a:cubicBezTo>
                    <a:cubicBezTo>
                      <a:pt x="37" y="24"/>
                      <a:pt x="40" y="27"/>
                      <a:pt x="44" y="27"/>
                    </a:cubicBezTo>
                    <a:cubicBezTo>
                      <a:pt x="49" y="26"/>
                      <a:pt x="51" y="22"/>
                      <a:pt x="51" y="18"/>
                    </a:cubicBezTo>
                    <a:cubicBezTo>
                      <a:pt x="51" y="15"/>
                      <a:pt x="49" y="0"/>
                      <a:pt x="43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61" name="Freeform 1239">
                <a:extLst>
                  <a:ext uri="{FF2B5EF4-FFF2-40B4-BE49-F238E27FC236}">
                    <a16:creationId xmlns:a16="http://schemas.microsoft.com/office/drawing/2014/main" id="{7587D9A0-0356-4BB3-9E86-7A833CF13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831"/>
                <a:ext cx="58" cy="34"/>
              </a:xfrm>
              <a:custGeom>
                <a:avLst/>
                <a:gdLst>
                  <a:gd name="T0" fmla="*/ 10 w 48"/>
                  <a:gd name="T1" fmla="*/ 9 h 28"/>
                  <a:gd name="T2" fmla="*/ 2 w 48"/>
                  <a:gd name="T3" fmla="*/ 18 h 28"/>
                  <a:gd name="T4" fmla="*/ 6 w 48"/>
                  <a:gd name="T5" fmla="*/ 40 h 28"/>
                  <a:gd name="T6" fmla="*/ 48 w 48"/>
                  <a:gd name="T7" fmla="*/ 41 h 28"/>
                  <a:gd name="T8" fmla="*/ 83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6" y="5"/>
                    </a:moveTo>
                    <a:cubicBezTo>
                      <a:pt x="5" y="4"/>
                      <a:pt x="2" y="8"/>
                      <a:pt x="2" y="10"/>
                    </a:cubicBezTo>
                    <a:cubicBezTo>
                      <a:pt x="0" y="13"/>
                      <a:pt x="1" y="19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2"/>
                      <a:pt x="45" y="22"/>
                      <a:pt x="47" y="14"/>
                    </a:cubicBezTo>
                    <a:cubicBezTo>
                      <a:pt x="48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62" name="Freeform 1240">
                <a:extLst>
                  <a:ext uri="{FF2B5EF4-FFF2-40B4-BE49-F238E27FC236}">
                    <a16:creationId xmlns:a16="http://schemas.microsoft.com/office/drawing/2014/main" id="{8433A7D4-6FD7-4F29-929E-03FBAA3CA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813"/>
                <a:ext cx="63" cy="41"/>
              </a:xfrm>
              <a:custGeom>
                <a:avLst/>
                <a:gdLst>
                  <a:gd name="T0" fmla="*/ 23 w 52"/>
                  <a:gd name="T1" fmla="*/ 1 h 34"/>
                  <a:gd name="T2" fmla="*/ 12 w 52"/>
                  <a:gd name="T3" fmla="*/ 40 h 34"/>
                  <a:gd name="T4" fmla="*/ 23 w 52"/>
                  <a:gd name="T5" fmla="*/ 57 h 34"/>
                  <a:gd name="T6" fmla="*/ 57 w 52"/>
                  <a:gd name="T7" fmla="*/ 58 h 34"/>
                  <a:gd name="T8" fmla="*/ 90 w 52"/>
                  <a:gd name="T9" fmla="*/ 43 h 34"/>
                  <a:gd name="T10" fmla="*/ 82 w 52"/>
                  <a:gd name="T11" fmla="*/ 8 h 34"/>
                  <a:gd name="T12" fmla="*/ 57 w 52"/>
                  <a:gd name="T13" fmla="*/ 1 h 34"/>
                  <a:gd name="T14" fmla="*/ 25 w 52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3" y="1"/>
                    </a:moveTo>
                    <a:cubicBezTo>
                      <a:pt x="0" y="0"/>
                      <a:pt x="5" y="13"/>
                      <a:pt x="7" y="22"/>
                    </a:cubicBezTo>
                    <a:cubicBezTo>
                      <a:pt x="8" y="26"/>
                      <a:pt x="9" y="30"/>
                      <a:pt x="13" y="32"/>
                    </a:cubicBezTo>
                    <a:cubicBezTo>
                      <a:pt x="18" y="34"/>
                      <a:pt x="26" y="34"/>
                      <a:pt x="32" y="33"/>
                    </a:cubicBezTo>
                    <a:cubicBezTo>
                      <a:pt x="38" y="32"/>
                      <a:pt x="48" y="31"/>
                      <a:pt x="50" y="25"/>
                    </a:cubicBezTo>
                    <a:cubicBezTo>
                      <a:pt x="52" y="20"/>
                      <a:pt x="50" y="9"/>
                      <a:pt x="46" y="5"/>
                    </a:cubicBezTo>
                    <a:cubicBezTo>
                      <a:pt x="43" y="2"/>
                      <a:pt x="36" y="2"/>
                      <a:pt x="32" y="1"/>
                    </a:cubicBezTo>
                    <a:cubicBezTo>
                      <a:pt x="26" y="1"/>
                      <a:pt x="20" y="1"/>
                      <a:pt x="1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63" name="Freeform 1241">
                <a:extLst>
                  <a:ext uri="{FF2B5EF4-FFF2-40B4-BE49-F238E27FC236}">
                    <a16:creationId xmlns:a16="http://schemas.microsoft.com/office/drawing/2014/main" id="{33EB0BCF-2F40-456E-B8CC-BA01EAD0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848"/>
                <a:ext cx="58" cy="31"/>
              </a:xfrm>
              <a:custGeom>
                <a:avLst/>
                <a:gdLst>
                  <a:gd name="T0" fmla="*/ 36 w 48"/>
                  <a:gd name="T1" fmla="*/ 8 h 26"/>
                  <a:gd name="T2" fmla="*/ 18 w 48"/>
                  <a:gd name="T3" fmla="*/ 7 h 26"/>
                  <a:gd name="T4" fmla="*/ 1 w 48"/>
                  <a:gd name="T5" fmla="*/ 12 h 26"/>
                  <a:gd name="T6" fmla="*/ 1 w 48"/>
                  <a:gd name="T7" fmla="*/ 29 h 26"/>
                  <a:gd name="T8" fmla="*/ 23 w 48"/>
                  <a:gd name="T9" fmla="*/ 44 h 26"/>
                  <a:gd name="T10" fmla="*/ 68 w 48"/>
                  <a:gd name="T11" fmla="*/ 43 h 26"/>
                  <a:gd name="T12" fmla="*/ 82 w 48"/>
                  <a:gd name="T13" fmla="*/ 19 h 26"/>
                  <a:gd name="T14" fmla="*/ 70 w 48"/>
                  <a:gd name="T15" fmla="*/ 0 h 26"/>
                  <a:gd name="T16" fmla="*/ 51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4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0" y="15"/>
                      <a:pt x="1" y="17"/>
                    </a:cubicBezTo>
                    <a:cubicBezTo>
                      <a:pt x="2" y="24"/>
                      <a:pt x="6" y="25"/>
                      <a:pt x="13" y="26"/>
                    </a:cubicBezTo>
                    <a:cubicBezTo>
                      <a:pt x="21" y="26"/>
                      <a:pt x="29" y="26"/>
                      <a:pt x="38" y="25"/>
                    </a:cubicBezTo>
                    <a:cubicBezTo>
                      <a:pt x="47" y="23"/>
                      <a:pt x="48" y="19"/>
                      <a:pt x="46" y="11"/>
                    </a:cubicBezTo>
                    <a:cubicBezTo>
                      <a:pt x="46" y="7"/>
                      <a:pt x="45" y="1"/>
                      <a:pt x="40" y="0"/>
                    </a:cubicBezTo>
                    <a:cubicBezTo>
                      <a:pt x="38" y="0"/>
                      <a:pt x="32" y="3"/>
                      <a:pt x="2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64" name="Freeform 1242">
                <a:extLst>
                  <a:ext uri="{FF2B5EF4-FFF2-40B4-BE49-F238E27FC236}">
                    <a16:creationId xmlns:a16="http://schemas.microsoft.com/office/drawing/2014/main" id="{E978B33D-BC7E-4EE6-AA21-B4F08748C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813"/>
                <a:ext cx="65" cy="30"/>
              </a:xfrm>
              <a:custGeom>
                <a:avLst/>
                <a:gdLst>
                  <a:gd name="T0" fmla="*/ 20 w 54"/>
                  <a:gd name="T1" fmla="*/ 2 h 25"/>
                  <a:gd name="T2" fmla="*/ 1 w 54"/>
                  <a:gd name="T3" fmla="*/ 12 h 25"/>
                  <a:gd name="T4" fmla="*/ 1 w 54"/>
                  <a:gd name="T5" fmla="*/ 35 h 25"/>
                  <a:gd name="T6" fmla="*/ 26 w 54"/>
                  <a:gd name="T7" fmla="*/ 43 h 25"/>
                  <a:gd name="T8" fmla="*/ 69 w 54"/>
                  <a:gd name="T9" fmla="*/ 43 h 25"/>
                  <a:gd name="T10" fmla="*/ 94 w 54"/>
                  <a:gd name="T11" fmla="*/ 29 h 25"/>
                  <a:gd name="T12" fmla="*/ 87 w 54"/>
                  <a:gd name="T13" fmla="*/ 7 h 25"/>
                  <a:gd name="T14" fmla="*/ 61 w 54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6"/>
                      <a:pt x="1" y="20"/>
                    </a:cubicBezTo>
                    <a:cubicBezTo>
                      <a:pt x="3" y="25"/>
                      <a:pt x="10" y="24"/>
                      <a:pt x="15" y="25"/>
                    </a:cubicBezTo>
                    <a:cubicBezTo>
                      <a:pt x="23" y="25"/>
                      <a:pt x="32" y="25"/>
                      <a:pt x="39" y="25"/>
                    </a:cubicBezTo>
                    <a:cubicBezTo>
                      <a:pt x="44" y="24"/>
                      <a:pt x="54" y="23"/>
                      <a:pt x="54" y="17"/>
                    </a:cubicBezTo>
                    <a:cubicBezTo>
                      <a:pt x="54" y="14"/>
                      <a:pt x="52" y="6"/>
                      <a:pt x="50" y="4"/>
                    </a:cubicBezTo>
                    <a:cubicBezTo>
                      <a:pt x="46" y="0"/>
                      <a:pt x="40" y="1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65" name="Freeform 1243">
                <a:extLst>
                  <a:ext uri="{FF2B5EF4-FFF2-40B4-BE49-F238E27FC236}">
                    <a16:creationId xmlns:a16="http://schemas.microsoft.com/office/drawing/2014/main" id="{EED1C4C2-D159-43F5-8494-451A2DE02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877"/>
                <a:ext cx="23" cy="19"/>
              </a:xfrm>
              <a:custGeom>
                <a:avLst/>
                <a:gdLst>
                  <a:gd name="T0" fmla="*/ 0 w 19"/>
                  <a:gd name="T1" fmla="*/ 0 h 16"/>
                  <a:gd name="T2" fmla="*/ 30 w 19"/>
                  <a:gd name="T3" fmla="*/ 12 h 16"/>
                  <a:gd name="T4" fmla="*/ 25 w 19"/>
                  <a:gd name="T5" fmla="*/ 2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6" y="0"/>
                      <a:pt x="14" y="0"/>
                      <a:pt x="17" y="7"/>
                    </a:cubicBezTo>
                    <a:cubicBezTo>
                      <a:pt x="19" y="11"/>
                      <a:pt x="18" y="16"/>
                      <a:pt x="14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66" name="Freeform 1244">
                <a:extLst>
                  <a:ext uri="{FF2B5EF4-FFF2-40B4-BE49-F238E27FC236}">
                    <a16:creationId xmlns:a16="http://schemas.microsoft.com/office/drawing/2014/main" id="{F61B96FE-607F-4611-8CC3-471DDF7F2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842"/>
                <a:ext cx="72" cy="34"/>
              </a:xfrm>
              <a:custGeom>
                <a:avLst/>
                <a:gdLst>
                  <a:gd name="T0" fmla="*/ 12 w 60"/>
                  <a:gd name="T1" fmla="*/ 1 h 28"/>
                  <a:gd name="T2" fmla="*/ 1 w 60"/>
                  <a:gd name="T3" fmla="*/ 13 h 28"/>
                  <a:gd name="T4" fmla="*/ 2 w 60"/>
                  <a:gd name="T5" fmla="*/ 25 h 28"/>
                  <a:gd name="T6" fmla="*/ 26 w 60"/>
                  <a:gd name="T7" fmla="*/ 47 h 28"/>
                  <a:gd name="T8" fmla="*/ 60 w 60"/>
                  <a:gd name="T9" fmla="*/ 35 h 28"/>
                  <a:gd name="T10" fmla="*/ 95 w 60"/>
                  <a:gd name="T11" fmla="*/ 25 h 28"/>
                  <a:gd name="T12" fmla="*/ 86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1"/>
                      <a:pt x="2" y="5"/>
                      <a:pt x="1" y="7"/>
                    </a:cubicBezTo>
                    <a:cubicBezTo>
                      <a:pt x="0" y="11"/>
                      <a:pt x="0" y="11"/>
                      <a:pt x="2" y="14"/>
                    </a:cubicBezTo>
                    <a:cubicBezTo>
                      <a:pt x="4" y="22"/>
                      <a:pt x="5" y="28"/>
                      <a:pt x="15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8"/>
                      <a:pt x="55" y="14"/>
                    </a:cubicBezTo>
                    <a:cubicBezTo>
                      <a:pt x="60" y="9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67" name="Freeform 1245">
                <a:extLst>
                  <a:ext uri="{FF2B5EF4-FFF2-40B4-BE49-F238E27FC236}">
                    <a16:creationId xmlns:a16="http://schemas.microsoft.com/office/drawing/2014/main" id="{77DA3D4D-2BE2-4D60-8440-EF1E97A3D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1873"/>
                <a:ext cx="3" cy="8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68" name="Freeform 1246">
                <a:extLst>
                  <a:ext uri="{FF2B5EF4-FFF2-40B4-BE49-F238E27FC236}">
                    <a16:creationId xmlns:a16="http://schemas.microsoft.com/office/drawing/2014/main" id="{7A4C798E-3391-4E9E-AA68-43B320551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855"/>
                <a:ext cx="17" cy="44"/>
              </a:xfrm>
              <a:custGeom>
                <a:avLst/>
                <a:gdLst>
                  <a:gd name="T0" fmla="*/ 0 w 14"/>
                  <a:gd name="T1" fmla="*/ 0 h 36"/>
                  <a:gd name="T2" fmla="*/ 19 w 14"/>
                  <a:gd name="T3" fmla="*/ 51 h 36"/>
                  <a:gd name="T4" fmla="*/ 7 w 14"/>
                  <a:gd name="T5" fmla="*/ 6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cubicBezTo>
                      <a:pt x="6" y="9"/>
                      <a:pt x="14" y="17"/>
                      <a:pt x="11" y="28"/>
                    </a:cubicBezTo>
                    <a:cubicBezTo>
                      <a:pt x="10" y="32"/>
                      <a:pt x="7" y="35"/>
                      <a:pt x="4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69" name="Freeform 1247">
                <a:extLst>
                  <a:ext uri="{FF2B5EF4-FFF2-40B4-BE49-F238E27FC236}">
                    <a16:creationId xmlns:a16="http://schemas.microsoft.com/office/drawing/2014/main" id="{424405CD-B510-43F5-81FB-B3CA5DFCB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813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3 w 59"/>
                  <a:gd name="T5" fmla="*/ 35 h 20"/>
                  <a:gd name="T6" fmla="*/ 83 w 59"/>
                  <a:gd name="T7" fmla="*/ 29 h 20"/>
                  <a:gd name="T8" fmla="*/ 100 w 59"/>
                  <a:gd name="T9" fmla="*/ 20 h 20"/>
                  <a:gd name="T10" fmla="*/ 95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8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7" y="12"/>
                    </a:cubicBezTo>
                    <a:cubicBezTo>
                      <a:pt x="59" y="8"/>
                      <a:pt x="59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70" name="Freeform 1248">
                <a:extLst>
                  <a:ext uri="{FF2B5EF4-FFF2-40B4-BE49-F238E27FC236}">
                    <a16:creationId xmlns:a16="http://schemas.microsoft.com/office/drawing/2014/main" id="{0E52C23E-7253-4774-9D66-0AB172BAD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854"/>
                <a:ext cx="54" cy="44"/>
              </a:xfrm>
              <a:custGeom>
                <a:avLst/>
                <a:gdLst>
                  <a:gd name="T0" fmla="*/ 8 w 45"/>
                  <a:gd name="T1" fmla="*/ 65 h 36"/>
                  <a:gd name="T2" fmla="*/ 6 w 45"/>
                  <a:gd name="T3" fmla="*/ 27 h 36"/>
                  <a:gd name="T4" fmla="*/ 2 w 45"/>
                  <a:gd name="T5" fmla="*/ 13 h 36"/>
                  <a:gd name="T6" fmla="*/ 36 w 45"/>
                  <a:gd name="T7" fmla="*/ 6 h 36"/>
                  <a:gd name="T8" fmla="*/ 67 w 45"/>
                  <a:gd name="T9" fmla="*/ 6 h 36"/>
                  <a:gd name="T10" fmla="*/ 78 w 45"/>
                  <a:gd name="T11" fmla="*/ 34 h 36"/>
                  <a:gd name="T12" fmla="*/ 70 w 45"/>
                  <a:gd name="T13" fmla="*/ 6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2" y="12"/>
                      <a:pt x="0" y="10"/>
                      <a:pt x="2" y="7"/>
                    </a:cubicBezTo>
                    <a:cubicBezTo>
                      <a:pt x="6" y="4"/>
                      <a:pt x="17" y="3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5" y="6"/>
                      <a:pt x="45" y="13"/>
                      <a:pt x="45" y="19"/>
                    </a:cubicBezTo>
                    <a:cubicBezTo>
                      <a:pt x="45" y="23"/>
                      <a:pt x="44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71" name="Freeform 1249">
                <a:extLst>
                  <a:ext uri="{FF2B5EF4-FFF2-40B4-BE49-F238E27FC236}">
                    <a16:creationId xmlns:a16="http://schemas.microsoft.com/office/drawing/2014/main" id="{5A623162-7DAB-4889-BC17-32DDCBD04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831"/>
                <a:ext cx="58" cy="34"/>
              </a:xfrm>
              <a:custGeom>
                <a:avLst/>
                <a:gdLst>
                  <a:gd name="T0" fmla="*/ 10 w 48"/>
                  <a:gd name="T1" fmla="*/ 9 h 28"/>
                  <a:gd name="T2" fmla="*/ 1 w 48"/>
                  <a:gd name="T3" fmla="*/ 18 h 28"/>
                  <a:gd name="T4" fmla="*/ 6 w 48"/>
                  <a:gd name="T5" fmla="*/ 40 h 28"/>
                  <a:gd name="T6" fmla="*/ 48 w 48"/>
                  <a:gd name="T7" fmla="*/ 41 h 28"/>
                  <a:gd name="T8" fmla="*/ 83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6" y="5"/>
                    </a:moveTo>
                    <a:cubicBezTo>
                      <a:pt x="5" y="4"/>
                      <a:pt x="2" y="8"/>
                      <a:pt x="1" y="10"/>
                    </a:cubicBezTo>
                    <a:cubicBezTo>
                      <a:pt x="0" y="13"/>
                      <a:pt x="0" y="19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2"/>
                      <a:pt x="44" y="22"/>
                      <a:pt x="47" y="14"/>
                    </a:cubicBezTo>
                    <a:cubicBezTo>
                      <a:pt x="48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72" name="Freeform 1250">
                <a:extLst>
                  <a:ext uri="{FF2B5EF4-FFF2-40B4-BE49-F238E27FC236}">
                    <a16:creationId xmlns:a16="http://schemas.microsoft.com/office/drawing/2014/main" id="{37C2D614-903B-453B-B7C5-DCC5024F0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835"/>
                <a:ext cx="7" cy="9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73" name="Freeform 1251">
                <a:extLst>
                  <a:ext uri="{FF2B5EF4-FFF2-40B4-BE49-F238E27FC236}">
                    <a16:creationId xmlns:a16="http://schemas.microsoft.com/office/drawing/2014/main" id="{C4ABD477-5540-4F96-8BAD-BF14ED3D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841"/>
                <a:ext cx="75" cy="26"/>
              </a:xfrm>
              <a:custGeom>
                <a:avLst/>
                <a:gdLst>
                  <a:gd name="T0" fmla="*/ 76 w 62"/>
                  <a:gd name="T1" fmla="*/ 2 h 22"/>
                  <a:gd name="T2" fmla="*/ 99 w 62"/>
                  <a:gd name="T3" fmla="*/ 26 h 22"/>
                  <a:gd name="T4" fmla="*/ 82 w 62"/>
                  <a:gd name="T5" fmla="*/ 33 h 22"/>
                  <a:gd name="T6" fmla="*/ 50 w 62"/>
                  <a:gd name="T7" fmla="*/ 35 h 22"/>
                  <a:gd name="T8" fmla="*/ 15 w 62"/>
                  <a:gd name="T9" fmla="*/ 31 h 22"/>
                  <a:gd name="T10" fmla="*/ 0 w 62"/>
                  <a:gd name="T11" fmla="*/ 3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2">
                    <a:moveTo>
                      <a:pt x="43" y="2"/>
                    </a:moveTo>
                    <a:cubicBezTo>
                      <a:pt x="50" y="0"/>
                      <a:pt x="62" y="8"/>
                      <a:pt x="56" y="16"/>
                    </a:cubicBezTo>
                    <a:cubicBezTo>
                      <a:pt x="54" y="19"/>
                      <a:pt x="49" y="19"/>
                      <a:pt x="46" y="20"/>
                    </a:cubicBezTo>
                    <a:cubicBezTo>
                      <a:pt x="39" y="22"/>
                      <a:pt x="34" y="21"/>
                      <a:pt x="28" y="21"/>
                    </a:cubicBezTo>
                    <a:cubicBezTo>
                      <a:pt x="21" y="20"/>
                      <a:pt x="14" y="20"/>
                      <a:pt x="8" y="19"/>
                    </a:cubicBezTo>
                    <a:cubicBezTo>
                      <a:pt x="5" y="19"/>
                      <a:pt x="0" y="20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74" name="Freeform 1252">
                <a:extLst>
                  <a:ext uri="{FF2B5EF4-FFF2-40B4-BE49-F238E27FC236}">
                    <a16:creationId xmlns:a16="http://schemas.microsoft.com/office/drawing/2014/main" id="{F387D947-5A30-4B91-A3DA-D0CDFA7DF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813"/>
                <a:ext cx="52" cy="34"/>
              </a:xfrm>
              <a:custGeom>
                <a:avLst/>
                <a:gdLst>
                  <a:gd name="T0" fmla="*/ 8 w 43"/>
                  <a:gd name="T1" fmla="*/ 1 h 28"/>
                  <a:gd name="T2" fmla="*/ 6 w 43"/>
                  <a:gd name="T3" fmla="*/ 23 h 28"/>
                  <a:gd name="T4" fmla="*/ 33 w 43"/>
                  <a:gd name="T5" fmla="*/ 49 h 28"/>
                  <a:gd name="T6" fmla="*/ 76 w 43"/>
                  <a:gd name="T7" fmla="*/ 30 h 28"/>
                  <a:gd name="T8" fmla="*/ 68 w 43"/>
                  <a:gd name="T9" fmla="*/ 2 h 28"/>
                  <a:gd name="T10" fmla="*/ 65 w 43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8">
                    <a:moveTo>
                      <a:pt x="5" y="1"/>
                    </a:moveTo>
                    <a:cubicBezTo>
                      <a:pt x="0" y="0"/>
                      <a:pt x="2" y="10"/>
                      <a:pt x="3" y="13"/>
                    </a:cubicBezTo>
                    <a:cubicBezTo>
                      <a:pt x="6" y="22"/>
                      <a:pt x="5" y="28"/>
                      <a:pt x="18" y="27"/>
                    </a:cubicBezTo>
                    <a:cubicBezTo>
                      <a:pt x="24" y="26"/>
                      <a:pt x="43" y="26"/>
                      <a:pt x="43" y="17"/>
                    </a:cubicBezTo>
                    <a:cubicBezTo>
                      <a:pt x="43" y="12"/>
                      <a:pt x="40" y="7"/>
                      <a:pt x="38" y="2"/>
                    </a:cubicBezTo>
                    <a:cubicBezTo>
                      <a:pt x="37" y="1"/>
                      <a:pt x="37" y="2"/>
                      <a:pt x="37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75" name="Freeform 1253">
                <a:extLst>
                  <a:ext uri="{FF2B5EF4-FFF2-40B4-BE49-F238E27FC236}">
                    <a16:creationId xmlns:a16="http://schemas.microsoft.com/office/drawing/2014/main" id="{889297A3-6E87-44DB-A09B-889DBF87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865"/>
                <a:ext cx="8" cy="11"/>
              </a:xfrm>
              <a:custGeom>
                <a:avLst/>
                <a:gdLst>
                  <a:gd name="T0" fmla="*/ 10 w 7"/>
                  <a:gd name="T1" fmla="*/ 0 h 9"/>
                  <a:gd name="T2" fmla="*/ 0 w 7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3" y="0"/>
                      <a:pt x="1" y="6"/>
                      <a:pt x="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76" name="Freeform 1254">
                <a:extLst>
                  <a:ext uri="{FF2B5EF4-FFF2-40B4-BE49-F238E27FC236}">
                    <a16:creationId xmlns:a16="http://schemas.microsoft.com/office/drawing/2014/main" id="{C95B02AD-74E8-4031-92F6-65E5E6111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865"/>
                <a:ext cx="14" cy="33"/>
              </a:xfrm>
              <a:custGeom>
                <a:avLst/>
                <a:gdLst>
                  <a:gd name="T0" fmla="*/ 1 w 12"/>
                  <a:gd name="T1" fmla="*/ 0 h 27"/>
                  <a:gd name="T2" fmla="*/ 0 w 12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1" y="0"/>
                    </a:moveTo>
                    <a:cubicBezTo>
                      <a:pt x="10" y="7"/>
                      <a:pt x="12" y="23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77" name="Freeform 1255">
                <a:extLst>
                  <a:ext uri="{FF2B5EF4-FFF2-40B4-BE49-F238E27FC236}">
                    <a16:creationId xmlns:a16="http://schemas.microsoft.com/office/drawing/2014/main" id="{CC5D7337-D11C-44D4-9E17-B0DA79062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84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78" name="Freeform 1256">
                <a:extLst>
                  <a:ext uri="{FF2B5EF4-FFF2-40B4-BE49-F238E27FC236}">
                    <a16:creationId xmlns:a16="http://schemas.microsoft.com/office/drawing/2014/main" id="{D3AC0E61-3188-42FB-BF55-180394D0C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838"/>
                <a:ext cx="54" cy="39"/>
              </a:xfrm>
              <a:custGeom>
                <a:avLst/>
                <a:gdLst>
                  <a:gd name="T0" fmla="*/ 0 w 45"/>
                  <a:gd name="T1" fmla="*/ 55 h 32"/>
                  <a:gd name="T2" fmla="*/ 24 w 45"/>
                  <a:gd name="T3" fmla="*/ 55 h 32"/>
                  <a:gd name="T4" fmla="*/ 52 w 45"/>
                  <a:gd name="T5" fmla="*/ 48 h 32"/>
                  <a:gd name="T6" fmla="*/ 78 w 45"/>
                  <a:gd name="T7" fmla="*/ 35 h 32"/>
                  <a:gd name="T8" fmla="*/ 55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9" y="32"/>
                      <a:pt x="14" y="30"/>
                    </a:cubicBezTo>
                    <a:cubicBezTo>
                      <a:pt x="20" y="28"/>
                      <a:pt x="24" y="27"/>
                      <a:pt x="30" y="26"/>
                    </a:cubicBezTo>
                    <a:cubicBezTo>
                      <a:pt x="36" y="26"/>
                      <a:pt x="45" y="28"/>
                      <a:pt x="45" y="20"/>
                    </a:cubicBezTo>
                    <a:cubicBezTo>
                      <a:pt x="45" y="16"/>
                      <a:pt x="37" y="0"/>
                      <a:pt x="32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79" name="Freeform 1257">
                <a:extLst>
                  <a:ext uri="{FF2B5EF4-FFF2-40B4-BE49-F238E27FC236}">
                    <a16:creationId xmlns:a16="http://schemas.microsoft.com/office/drawing/2014/main" id="{B6338966-27E6-443A-B1C1-A58EE045D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813"/>
                <a:ext cx="56" cy="36"/>
              </a:xfrm>
              <a:custGeom>
                <a:avLst/>
                <a:gdLst>
                  <a:gd name="T0" fmla="*/ 82 w 46"/>
                  <a:gd name="T1" fmla="*/ 1 h 30"/>
                  <a:gd name="T2" fmla="*/ 80 w 46"/>
                  <a:gd name="T3" fmla="*/ 1 h 30"/>
                  <a:gd name="T4" fmla="*/ 69 w 46"/>
                  <a:gd name="T5" fmla="*/ 41 h 30"/>
                  <a:gd name="T6" fmla="*/ 32 w 46"/>
                  <a:gd name="T7" fmla="*/ 50 h 30"/>
                  <a:gd name="T8" fmla="*/ 0 w 46"/>
                  <a:gd name="T9" fmla="*/ 5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0">
                    <a:moveTo>
                      <a:pt x="45" y="1"/>
                    </a:moveTo>
                    <a:cubicBezTo>
                      <a:pt x="45" y="1"/>
                      <a:pt x="45" y="0"/>
                      <a:pt x="44" y="1"/>
                    </a:cubicBezTo>
                    <a:cubicBezTo>
                      <a:pt x="42" y="8"/>
                      <a:pt x="46" y="17"/>
                      <a:pt x="39" y="23"/>
                    </a:cubicBezTo>
                    <a:cubicBezTo>
                      <a:pt x="32" y="27"/>
                      <a:pt x="24" y="29"/>
                      <a:pt x="17" y="29"/>
                    </a:cubicBezTo>
                    <a:cubicBezTo>
                      <a:pt x="11" y="29"/>
                      <a:pt x="6" y="29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80" name="Freeform 1258">
                <a:extLst>
                  <a:ext uri="{FF2B5EF4-FFF2-40B4-BE49-F238E27FC236}">
                    <a16:creationId xmlns:a16="http://schemas.microsoft.com/office/drawing/2014/main" id="{EFDEA5B6-F162-4A01-9AA9-2EA699C3A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869"/>
                <a:ext cx="18" cy="31"/>
              </a:xfrm>
              <a:custGeom>
                <a:avLst/>
                <a:gdLst>
                  <a:gd name="T0" fmla="*/ 0 w 15"/>
                  <a:gd name="T1" fmla="*/ 0 h 26"/>
                  <a:gd name="T2" fmla="*/ 26 w 15"/>
                  <a:gd name="T3" fmla="*/ 24 h 26"/>
                  <a:gd name="T4" fmla="*/ 20 w 15"/>
                  <a:gd name="T5" fmla="*/ 4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8" y="0"/>
                      <a:pt x="15" y="6"/>
                      <a:pt x="15" y="14"/>
                    </a:cubicBezTo>
                    <a:cubicBezTo>
                      <a:pt x="15" y="19"/>
                      <a:pt x="12" y="22"/>
                      <a:pt x="12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81" name="Freeform 1259">
                <a:extLst>
                  <a:ext uri="{FF2B5EF4-FFF2-40B4-BE49-F238E27FC236}">
                    <a16:creationId xmlns:a16="http://schemas.microsoft.com/office/drawing/2014/main" id="{686DB68C-8A3E-4782-845C-FF9F0F85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840"/>
                <a:ext cx="61" cy="50"/>
              </a:xfrm>
              <a:custGeom>
                <a:avLst/>
                <a:gdLst>
                  <a:gd name="T0" fmla="*/ 44 w 51"/>
                  <a:gd name="T1" fmla="*/ 0 h 42"/>
                  <a:gd name="T2" fmla="*/ 45 w 51"/>
                  <a:gd name="T3" fmla="*/ 64 h 42"/>
                  <a:gd name="T4" fmla="*/ 16 w 51"/>
                  <a:gd name="T5" fmla="*/ 60 h 42"/>
                  <a:gd name="T6" fmla="*/ 1 w 51"/>
                  <a:gd name="T7" fmla="*/ 54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26" y="0"/>
                    </a:moveTo>
                    <a:cubicBezTo>
                      <a:pt x="27" y="8"/>
                      <a:pt x="51" y="42"/>
                      <a:pt x="27" y="38"/>
                    </a:cubicBezTo>
                    <a:cubicBezTo>
                      <a:pt x="21" y="37"/>
                      <a:pt x="16" y="35"/>
                      <a:pt x="9" y="35"/>
                    </a:cubicBezTo>
                    <a:cubicBezTo>
                      <a:pt x="6" y="35"/>
                      <a:pt x="0" y="36"/>
                      <a:pt x="1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82" name="Freeform 1260">
                <a:extLst>
                  <a:ext uri="{FF2B5EF4-FFF2-40B4-BE49-F238E27FC236}">
                    <a16:creationId xmlns:a16="http://schemas.microsoft.com/office/drawing/2014/main" id="{D2925D7F-B8A7-4B96-B12D-2CED0AFE5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813"/>
                <a:ext cx="73" cy="41"/>
              </a:xfrm>
              <a:custGeom>
                <a:avLst/>
                <a:gdLst>
                  <a:gd name="T0" fmla="*/ 0 w 61"/>
                  <a:gd name="T1" fmla="*/ 7 h 34"/>
                  <a:gd name="T2" fmla="*/ 28 w 61"/>
                  <a:gd name="T3" fmla="*/ 48 h 34"/>
                  <a:gd name="T4" fmla="*/ 63 w 61"/>
                  <a:gd name="T5" fmla="*/ 52 h 34"/>
                  <a:gd name="T6" fmla="*/ 89 w 61"/>
                  <a:gd name="T7" fmla="*/ 52 h 34"/>
                  <a:gd name="T8" fmla="*/ 90 w 61"/>
                  <a:gd name="T9" fmla="*/ 8 h 34"/>
                  <a:gd name="T10" fmla="*/ 75 w 61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4">
                    <a:moveTo>
                      <a:pt x="0" y="4"/>
                    </a:moveTo>
                    <a:cubicBezTo>
                      <a:pt x="4" y="15"/>
                      <a:pt x="2" y="26"/>
                      <a:pt x="16" y="27"/>
                    </a:cubicBezTo>
                    <a:cubicBezTo>
                      <a:pt x="24" y="28"/>
                      <a:pt x="30" y="28"/>
                      <a:pt x="37" y="30"/>
                    </a:cubicBezTo>
                    <a:cubicBezTo>
                      <a:pt x="43" y="32"/>
                      <a:pt x="48" y="34"/>
                      <a:pt x="52" y="30"/>
                    </a:cubicBezTo>
                    <a:cubicBezTo>
                      <a:pt x="61" y="23"/>
                      <a:pt x="61" y="12"/>
                      <a:pt x="53" y="5"/>
                    </a:cubicBezTo>
                    <a:cubicBezTo>
                      <a:pt x="51" y="3"/>
                      <a:pt x="47" y="0"/>
                      <a:pt x="4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83" name="Freeform 1261">
                <a:extLst>
                  <a:ext uri="{FF2B5EF4-FFF2-40B4-BE49-F238E27FC236}">
                    <a16:creationId xmlns:a16="http://schemas.microsoft.com/office/drawing/2014/main" id="{D2604EF0-17BF-4D74-BC8B-29638C638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864"/>
                <a:ext cx="68" cy="32"/>
              </a:xfrm>
              <a:custGeom>
                <a:avLst/>
                <a:gdLst>
                  <a:gd name="T0" fmla="*/ 6 w 57"/>
                  <a:gd name="T1" fmla="*/ 45 h 27"/>
                  <a:gd name="T2" fmla="*/ 2 w 57"/>
                  <a:gd name="T3" fmla="*/ 17 h 27"/>
                  <a:gd name="T4" fmla="*/ 44 w 57"/>
                  <a:gd name="T5" fmla="*/ 0 h 27"/>
                  <a:gd name="T6" fmla="*/ 68 w 57"/>
                  <a:gd name="T7" fmla="*/ 6 h 27"/>
                  <a:gd name="T8" fmla="*/ 88 w 57"/>
                  <a:gd name="T9" fmla="*/ 15 h 27"/>
                  <a:gd name="T10" fmla="*/ 97 w 57"/>
                  <a:gd name="T11" fmla="*/ 4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7">
                    <a:moveTo>
                      <a:pt x="3" y="27"/>
                    </a:moveTo>
                    <a:cubicBezTo>
                      <a:pt x="0" y="24"/>
                      <a:pt x="0" y="14"/>
                      <a:pt x="2" y="10"/>
                    </a:cubicBezTo>
                    <a:cubicBezTo>
                      <a:pt x="5" y="3"/>
                      <a:pt x="19" y="1"/>
                      <a:pt x="26" y="0"/>
                    </a:cubicBezTo>
                    <a:cubicBezTo>
                      <a:pt x="32" y="0"/>
                      <a:pt x="35" y="1"/>
                      <a:pt x="40" y="3"/>
                    </a:cubicBezTo>
                    <a:cubicBezTo>
                      <a:pt x="45" y="5"/>
                      <a:pt x="49" y="4"/>
                      <a:pt x="52" y="9"/>
                    </a:cubicBezTo>
                    <a:cubicBezTo>
                      <a:pt x="56" y="14"/>
                      <a:pt x="55" y="21"/>
                      <a:pt x="57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84" name="Freeform 1262">
                <a:extLst>
                  <a:ext uri="{FF2B5EF4-FFF2-40B4-BE49-F238E27FC236}">
                    <a16:creationId xmlns:a16="http://schemas.microsoft.com/office/drawing/2014/main" id="{BE0349B4-C60D-4BF3-B331-8A23654BE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813"/>
                <a:ext cx="62" cy="34"/>
              </a:xfrm>
              <a:custGeom>
                <a:avLst/>
                <a:gdLst>
                  <a:gd name="T0" fmla="*/ 2 w 51"/>
                  <a:gd name="T1" fmla="*/ 0 h 28"/>
                  <a:gd name="T2" fmla="*/ 11 w 51"/>
                  <a:gd name="T3" fmla="*/ 40 h 28"/>
                  <a:gd name="T4" fmla="*/ 63 w 51"/>
                  <a:gd name="T5" fmla="*/ 41 h 28"/>
                  <a:gd name="T6" fmla="*/ 90 w 51"/>
                  <a:gd name="T7" fmla="*/ 23 h 28"/>
                  <a:gd name="T8" fmla="*/ 78 w 51"/>
                  <a:gd name="T9" fmla="*/ 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2" y="0"/>
                    </a:moveTo>
                    <a:cubicBezTo>
                      <a:pt x="0" y="5"/>
                      <a:pt x="2" y="18"/>
                      <a:pt x="6" y="22"/>
                    </a:cubicBezTo>
                    <a:cubicBezTo>
                      <a:pt x="11" y="28"/>
                      <a:pt x="28" y="24"/>
                      <a:pt x="35" y="23"/>
                    </a:cubicBezTo>
                    <a:cubicBezTo>
                      <a:pt x="42" y="22"/>
                      <a:pt x="50" y="21"/>
                      <a:pt x="50" y="13"/>
                    </a:cubicBezTo>
                    <a:cubicBezTo>
                      <a:pt x="51" y="9"/>
                      <a:pt x="48" y="3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85" name="Freeform 1263">
                <a:extLst>
                  <a:ext uri="{FF2B5EF4-FFF2-40B4-BE49-F238E27FC236}">
                    <a16:creationId xmlns:a16="http://schemas.microsoft.com/office/drawing/2014/main" id="{C7F21C19-C06D-4172-B124-FA5BFE798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842"/>
                <a:ext cx="6" cy="12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2" y="6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86" name="Freeform 1264">
                <a:extLst>
                  <a:ext uri="{FF2B5EF4-FFF2-40B4-BE49-F238E27FC236}">
                    <a16:creationId xmlns:a16="http://schemas.microsoft.com/office/drawing/2014/main" id="{F610579E-4552-4EDA-B296-08E0CB118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846"/>
                <a:ext cx="8" cy="31"/>
              </a:xfrm>
              <a:custGeom>
                <a:avLst/>
                <a:gdLst>
                  <a:gd name="T0" fmla="*/ 0 w 7"/>
                  <a:gd name="T1" fmla="*/ 0 h 26"/>
                  <a:gd name="T2" fmla="*/ 9 w 7"/>
                  <a:gd name="T3" fmla="*/ 25 h 26"/>
                  <a:gd name="T4" fmla="*/ 0 w 7"/>
                  <a:gd name="T5" fmla="*/ 3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7" y="0"/>
                      <a:pt x="6" y="11"/>
                      <a:pt x="6" y="15"/>
                    </a:cubicBezTo>
                    <a:cubicBezTo>
                      <a:pt x="6" y="18"/>
                      <a:pt x="4" y="26"/>
                      <a:pt x="0" y="2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87" name="Freeform 1265">
                <a:extLst>
                  <a:ext uri="{FF2B5EF4-FFF2-40B4-BE49-F238E27FC236}">
                    <a16:creationId xmlns:a16="http://schemas.microsoft.com/office/drawing/2014/main" id="{ED0E7E87-AADA-4B65-B01D-C97FF34C8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835"/>
                <a:ext cx="66" cy="37"/>
              </a:xfrm>
              <a:custGeom>
                <a:avLst/>
                <a:gdLst>
                  <a:gd name="T0" fmla="*/ 80 w 55"/>
                  <a:gd name="T1" fmla="*/ 0 h 31"/>
                  <a:gd name="T2" fmla="*/ 94 w 55"/>
                  <a:gd name="T3" fmla="*/ 12 h 31"/>
                  <a:gd name="T4" fmla="*/ 92 w 55"/>
                  <a:gd name="T5" fmla="*/ 36 h 31"/>
                  <a:gd name="T6" fmla="*/ 85 w 55"/>
                  <a:gd name="T7" fmla="*/ 44 h 31"/>
                  <a:gd name="T8" fmla="*/ 59 w 55"/>
                  <a:gd name="T9" fmla="*/ 50 h 31"/>
                  <a:gd name="T10" fmla="*/ 20 w 55"/>
                  <a:gd name="T11" fmla="*/ 51 h 31"/>
                  <a:gd name="T12" fmla="*/ 0 w 55"/>
                  <a:gd name="T13" fmla="*/ 47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1">
                    <a:moveTo>
                      <a:pt x="47" y="0"/>
                    </a:moveTo>
                    <a:cubicBezTo>
                      <a:pt x="50" y="3"/>
                      <a:pt x="53" y="3"/>
                      <a:pt x="54" y="7"/>
                    </a:cubicBezTo>
                    <a:cubicBezTo>
                      <a:pt x="55" y="10"/>
                      <a:pt x="54" y="18"/>
                      <a:pt x="53" y="21"/>
                    </a:cubicBezTo>
                    <a:cubicBezTo>
                      <a:pt x="53" y="26"/>
                      <a:pt x="54" y="24"/>
                      <a:pt x="49" y="26"/>
                    </a:cubicBezTo>
                    <a:cubicBezTo>
                      <a:pt x="44" y="29"/>
                      <a:pt x="39" y="29"/>
                      <a:pt x="34" y="29"/>
                    </a:cubicBezTo>
                    <a:cubicBezTo>
                      <a:pt x="27" y="30"/>
                      <a:pt x="20" y="29"/>
                      <a:pt x="12" y="30"/>
                    </a:cubicBezTo>
                    <a:cubicBezTo>
                      <a:pt x="9" y="30"/>
                      <a:pt x="3" y="31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88" name="Freeform 1266">
                <a:extLst>
                  <a:ext uri="{FF2B5EF4-FFF2-40B4-BE49-F238E27FC236}">
                    <a16:creationId xmlns:a16="http://schemas.microsoft.com/office/drawing/2014/main" id="{1A2AE552-6D1C-4731-8D2B-8E01922BF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841"/>
                <a:ext cx="5" cy="7"/>
              </a:xfrm>
              <a:custGeom>
                <a:avLst/>
                <a:gdLst>
                  <a:gd name="T0" fmla="*/ 8 w 4"/>
                  <a:gd name="T1" fmla="*/ 0 h 6"/>
                  <a:gd name="T2" fmla="*/ 0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89" name="Freeform 1267">
                <a:extLst>
                  <a:ext uri="{FF2B5EF4-FFF2-40B4-BE49-F238E27FC236}">
                    <a16:creationId xmlns:a16="http://schemas.microsoft.com/office/drawing/2014/main" id="{059DB752-7A53-495E-9F17-649C1820F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866"/>
                <a:ext cx="11" cy="32"/>
              </a:xfrm>
              <a:custGeom>
                <a:avLst/>
                <a:gdLst>
                  <a:gd name="T0" fmla="*/ 0 w 9"/>
                  <a:gd name="T1" fmla="*/ 2 h 26"/>
                  <a:gd name="T2" fmla="*/ 11 w 9"/>
                  <a:gd name="T3" fmla="*/ 6 h 26"/>
                  <a:gd name="T4" fmla="*/ 13 w 9"/>
                  <a:gd name="T5" fmla="*/ 27 h 26"/>
                  <a:gd name="T6" fmla="*/ 7 w 9"/>
                  <a:gd name="T7" fmla="*/ 4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6">
                    <a:moveTo>
                      <a:pt x="0" y="2"/>
                    </a:moveTo>
                    <a:cubicBezTo>
                      <a:pt x="2" y="0"/>
                      <a:pt x="4" y="1"/>
                      <a:pt x="6" y="3"/>
                    </a:cubicBezTo>
                    <a:cubicBezTo>
                      <a:pt x="9" y="6"/>
                      <a:pt x="8" y="10"/>
                      <a:pt x="7" y="15"/>
                    </a:cubicBezTo>
                    <a:cubicBezTo>
                      <a:pt x="7" y="18"/>
                      <a:pt x="9" y="25"/>
                      <a:pt x="4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90" name="Freeform 1268">
                <a:extLst>
                  <a:ext uri="{FF2B5EF4-FFF2-40B4-BE49-F238E27FC236}">
                    <a16:creationId xmlns:a16="http://schemas.microsoft.com/office/drawing/2014/main" id="{8DFECD55-33DD-41BF-9C35-697CA14A3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814"/>
                <a:ext cx="72" cy="34"/>
              </a:xfrm>
              <a:custGeom>
                <a:avLst/>
                <a:gdLst>
                  <a:gd name="T0" fmla="*/ 0 w 60"/>
                  <a:gd name="T1" fmla="*/ 41 h 28"/>
                  <a:gd name="T2" fmla="*/ 20 w 60"/>
                  <a:gd name="T3" fmla="*/ 50 h 28"/>
                  <a:gd name="T4" fmla="*/ 50 w 60"/>
                  <a:gd name="T5" fmla="*/ 41 h 28"/>
                  <a:gd name="T6" fmla="*/ 98 w 60"/>
                  <a:gd name="T7" fmla="*/ 40 h 28"/>
                  <a:gd name="T8" fmla="*/ 98 w 60"/>
                  <a:gd name="T9" fmla="*/ 9 h 28"/>
                  <a:gd name="T10" fmla="*/ 86 w 6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4" y="25"/>
                      <a:pt x="7" y="28"/>
                      <a:pt x="12" y="28"/>
                    </a:cubicBezTo>
                    <a:cubicBezTo>
                      <a:pt x="18" y="28"/>
                      <a:pt x="23" y="24"/>
                      <a:pt x="29" y="23"/>
                    </a:cubicBezTo>
                    <a:cubicBezTo>
                      <a:pt x="35" y="23"/>
                      <a:pt x="52" y="27"/>
                      <a:pt x="57" y="22"/>
                    </a:cubicBezTo>
                    <a:cubicBezTo>
                      <a:pt x="60" y="18"/>
                      <a:pt x="59" y="10"/>
                      <a:pt x="57" y="5"/>
                    </a:cubicBezTo>
                    <a:cubicBezTo>
                      <a:pt x="56" y="1"/>
                      <a:pt x="55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91" name="Freeform 1269">
                <a:extLst>
                  <a:ext uri="{FF2B5EF4-FFF2-40B4-BE49-F238E27FC236}">
                    <a16:creationId xmlns:a16="http://schemas.microsoft.com/office/drawing/2014/main" id="{CC918F91-D5E7-4FD2-B3A8-24B78E75B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866"/>
                <a:ext cx="66" cy="32"/>
              </a:xfrm>
              <a:custGeom>
                <a:avLst/>
                <a:gdLst>
                  <a:gd name="T0" fmla="*/ 0 w 55"/>
                  <a:gd name="T1" fmla="*/ 15 h 26"/>
                  <a:gd name="T2" fmla="*/ 37 w 55"/>
                  <a:gd name="T3" fmla="*/ 1 h 26"/>
                  <a:gd name="T4" fmla="*/ 79 w 55"/>
                  <a:gd name="T5" fmla="*/ 9 h 26"/>
                  <a:gd name="T6" fmla="*/ 86 w 55"/>
                  <a:gd name="T7" fmla="*/ 4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6">
                    <a:moveTo>
                      <a:pt x="0" y="8"/>
                    </a:moveTo>
                    <a:cubicBezTo>
                      <a:pt x="2" y="2"/>
                      <a:pt x="17" y="1"/>
                      <a:pt x="22" y="1"/>
                    </a:cubicBezTo>
                    <a:cubicBezTo>
                      <a:pt x="29" y="0"/>
                      <a:pt x="40" y="1"/>
                      <a:pt x="46" y="5"/>
                    </a:cubicBezTo>
                    <a:cubicBezTo>
                      <a:pt x="52" y="9"/>
                      <a:pt x="55" y="21"/>
                      <a:pt x="50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92" name="Freeform 1270">
                <a:extLst>
                  <a:ext uri="{FF2B5EF4-FFF2-40B4-BE49-F238E27FC236}">
                    <a16:creationId xmlns:a16="http://schemas.microsoft.com/office/drawing/2014/main" id="{C2795A5F-39B4-4885-B759-443DFBC04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38"/>
                <a:ext cx="17" cy="43"/>
              </a:xfrm>
              <a:custGeom>
                <a:avLst/>
                <a:gdLst>
                  <a:gd name="T0" fmla="*/ 11 w 14"/>
                  <a:gd name="T1" fmla="*/ 0 h 35"/>
                  <a:gd name="T2" fmla="*/ 16 w 14"/>
                  <a:gd name="T3" fmla="*/ 41 h 35"/>
                  <a:gd name="T4" fmla="*/ 0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6" y="0"/>
                    </a:moveTo>
                    <a:cubicBezTo>
                      <a:pt x="14" y="3"/>
                      <a:pt x="10" y="16"/>
                      <a:pt x="9" y="22"/>
                    </a:cubicBezTo>
                    <a:cubicBezTo>
                      <a:pt x="9" y="28"/>
                      <a:pt x="8" y="35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93" name="Freeform 1271">
                <a:extLst>
                  <a:ext uri="{FF2B5EF4-FFF2-40B4-BE49-F238E27FC236}">
                    <a16:creationId xmlns:a16="http://schemas.microsoft.com/office/drawing/2014/main" id="{CDB82B30-07B7-49D9-AC4B-0593280C2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849"/>
                <a:ext cx="61" cy="47"/>
              </a:xfrm>
              <a:custGeom>
                <a:avLst/>
                <a:gdLst>
                  <a:gd name="T0" fmla="*/ 72 w 51"/>
                  <a:gd name="T1" fmla="*/ 69 h 39"/>
                  <a:gd name="T2" fmla="*/ 81 w 51"/>
                  <a:gd name="T3" fmla="*/ 41 h 39"/>
                  <a:gd name="T4" fmla="*/ 78 w 51"/>
                  <a:gd name="T5" fmla="*/ 8 h 39"/>
                  <a:gd name="T6" fmla="*/ 44 w 51"/>
                  <a:gd name="T7" fmla="*/ 10 h 39"/>
                  <a:gd name="T8" fmla="*/ 16 w 51"/>
                  <a:gd name="T9" fmla="*/ 7 h 39"/>
                  <a:gd name="T10" fmla="*/ 0 w 51"/>
                  <a:gd name="T11" fmla="*/ 6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42" y="39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8" y="18"/>
                      <a:pt x="49" y="9"/>
                      <a:pt x="45" y="5"/>
                    </a:cubicBezTo>
                    <a:cubicBezTo>
                      <a:pt x="41" y="0"/>
                      <a:pt x="32" y="6"/>
                      <a:pt x="26" y="6"/>
                    </a:cubicBezTo>
                    <a:cubicBezTo>
                      <a:pt x="20" y="7"/>
                      <a:pt x="15" y="6"/>
                      <a:pt x="9" y="4"/>
                    </a:cubicBezTo>
                    <a:cubicBezTo>
                      <a:pt x="7" y="4"/>
                      <a:pt x="1" y="5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94" name="Freeform 1272">
                <a:extLst>
                  <a:ext uri="{FF2B5EF4-FFF2-40B4-BE49-F238E27FC236}">
                    <a16:creationId xmlns:a16="http://schemas.microsoft.com/office/drawing/2014/main" id="{A21AB3A6-BEDD-44AF-A6AF-48ADF6469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813"/>
                <a:ext cx="14" cy="41"/>
              </a:xfrm>
              <a:custGeom>
                <a:avLst/>
                <a:gdLst>
                  <a:gd name="T0" fmla="*/ 17 w 11"/>
                  <a:gd name="T1" fmla="*/ 0 h 34"/>
                  <a:gd name="T2" fmla="*/ 10 w 11"/>
                  <a:gd name="T3" fmla="*/ 45 h 34"/>
                  <a:gd name="T4" fmla="*/ 0 w 11"/>
                  <a:gd name="T5" fmla="*/ 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8" y="0"/>
                    </a:moveTo>
                    <a:cubicBezTo>
                      <a:pt x="8" y="9"/>
                      <a:pt x="11" y="19"/>
                      <a:pt x="5" y="26"/>
                    </a:cubicBezTo>
                    <a:cubicBezTo>
                      <a:pt x="3" y="29"/>
                      <a:pt x="0" y="30"/>
                      <a:pt x="0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95" name="Freeform 1273">
                <a:extLst>
                  <a:ext uri="{FF2B5EF4-FFF2-40B4-BE49-F238E27FC236}">
                    <a16:creationId xmlns:a16="http://schemas.microsoft.com/office/drawing/2014/main" id="{1C1EF28F-EAF8-4712-95FD-3979821AC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829"/>
                <a:ext cx="26" cy="18"/>
              </a:xfrm>
              <a:custGeom>
                <a:avLst/>
                <a:gdLst>
                  <a:gd name="T0" fmla="*/ 1 w 21"/>
                  <a:gd name="T1" fmla="*/ 0 h 15"/>
                  <a:gd name="T2" fmla="*/ 0 w 21"/>
                  <a:gd name="T3" fmla="*/ 17 h 15"/>
                  <a:gd name="T4" fmla="*/ 17 w 21"/>
                  <a:gd name="T5" fmla="*/ 24 h 15"/>
                  <a:gd name="T6" fmla="*/ 33 w 21"/>
                  <a:gd name="T7" fmla="*/ 26 h 15"/>
                  <a:gd name="T8" fmla="*/ 40 w 21"/>
                  <a:gd name="T9" fmla="*/ 2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" y="0"/>
                    </a:moveTo>
                    <a:cubicBezTo>
                      <a:pt x="0" y="1"/>
                      <a:pt x="0" y="7"/>
                      <a:pt x="0" y="10"/>
                    </a:cubicBezTo>
                    <a:cubicBezTo>
                      <a:pt x="1" y="14"/>
                      <a:pt x="4" y="14"/>
                      <a:pt x="9" y="14"/>
                    </a:cubicBezTo>
                    <a:cubicBezTo>
                      <a:pt x="11" y="14"/>
                      <a:pt x="15" y="15"/>
                      <a:pt x="18" y="15"/>
                    </a:cubicBezTo>
                    <a:cubicBezTo>
                      <a:pt x="19" y="14"/>
                      <a:pt x="20" y="13"/>
                      <a:pt x="21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96" name="Freeform 1274">
                <a:extLst>
                  <a:ext uri="{FF2B5EF4-FFF2-40B4-BE49-F238E27FC236}">
                    <a16:creationId xmlns:a16="http://schemas.microsoft.com/office/drawing/2014/main" id="{C2C37412-342B-48B7-A2E6-333C2A523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843"/>
                <a:ext cx="16" cy="15"/>
              </a:xfrm>
              <a:custGeom>
                <a:avLst/>
                <a:gdLst>
                  <a:gd name="T0" fmla="*/ 21 w 14"/>
                  <a:gd name="T1" fmla="*/ 6 h 12"/>
                  <a:gd name="T2" fmla="*/ 2 w 14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3"/>
                    </a:moveTo>
                    <a:cubicBezTo>
                      <a:pt x="10" y="0"/>
                      <a:pt x="0" y="7"/>
                      <a:pt x="2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97" name="Oval 1275">
                <a:extLst>
                  <a:ext uri="{FF2B5EF4-FFF2-40B4-BE49-F238E27FC236}">
                    <a16:creationId xmlns:a16="http://schemas.microsoft.com/office/drawing/2014/main" id="{C9AD93E7-0310-4CA1-9D39-A2EB2F8D9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02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798" name="Oval 1276">
                <a:extLst>
                  <a:ext uri="{FF2B5EF4-FFF2-40B4-BE49-F238E27FC236}">
                    <a16:creationId xmlns:a16="http://schemas.microsoft.com/office/drawing/2014/main" id="{564DB599-BD38-43AF-8928-6DCEEDC16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1940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799" name="Oval 1277">
                <a:extLst>
                  <a:ext uri="{FF2B5EF4-FFF2-40B4-BE49-F238E27FC236}">
                    <a16:creationId xmlns:a16="http://schemas.microsoft.com/office/drawing/2014/main" id="{4B85E24D-0879-4812-8697-6E40B37EC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195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00" name="Oval 1278">
                <a:extLst>
                  <a:ext uri="{FF2B5EF4-FFF2-40B4-BE49-F238E27FC236}">
                    <a16:creationId xmlns:a16="http://schemas.microsoft.com/office/drawing/2014/main" id="{908D003D-DD29-477F-BF7D-9D78CBD9D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1919"/>
                <a:ext cx="27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01" name="Oval 1279">
                <a:extLst>
                  <a:ext uri="{FF2B5EF4-FFF2-40B4-BE49-F238E27FC236}">
                    <a16:creationId xmlns:a16="http://schemas.microsoft.com/office/drawing/2014/main" id="{9EF31051-31F2-4909-B7C1-9965AE604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1941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02" name="Oval 1280">
                <a:extLst>
                  <a:ext uri="{FF2B5EF4-FFF2-40B4-BE49-F238E27FC236}">
                    <a16:creationId xmlns:a16="http://schemas.microsoft.com/office/drawing/2014/main" id="{64C75369-63E4-40EB-A2AE-AED8CF3B0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1930"/>
                <a:ext cx="28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03" name="Oval 1281">
                <a:extLst>
                  <a:ext uri="{FF2B5EF4-FFF2-40B4-BE49-F238E27FC236}">
                    <a16:creationId xmlns:a16="http://schemas.microsoft.com/office/drawing/2014/main" id="{536823B8-9CC9-44AB-89F2-1A1D9679B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1906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04" name="Oval 1282">
                <a:extLst>
                  <a:ext uri="{FF2B5EF4-FFF2-40B4-BE49-F238E27FC236}">
                    <a16:creationId xmlns:a16="http://schemas.microsoft.com/office/drawing/2014/main" id="{6E5A4ADC-F3D3-4310-ACF5-9F9D0CCE9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1925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05" name="Oval 1283">
                <a:extLst>
                  <a:ext uri="{FF2B5EF4-FFF2-40B4-BE49-F238E27FC236}">
                    <a16:creationId xmlns:a16="http://schemas.microsoft.com/office/drawing/2014/main" id="{4B29F8C0-7ECD-415E-9100-C558F66DE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1948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06" name="Oval 1284">
                <a:extLst>
                  <a:ext uri="{FF2B5EF4-FFF2-40B4-BE49-F238E27FC236}">
                    <a16:creationId xmlns:a16="http://schemas.microsoft.com/office/drawing/2014/main" id="{92DD8B97-21BF-49D2-87EA-759BA6CAE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1922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07" name="Oval 1285">
                <a:extLst>
                  <a:ext uri="{FF2B5EF4-FFF2-40B4-BE49-F238E27FC236}">
                    <a16:creationId xmlns:a16="http://schemas.microsoft.com/office/drawing/2014/main" id="{74B466F7-5B4F-4FD4-8FEC-36EF47614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0" y="1910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08" name="Oval 1286">
                <a:extLst>
                  <a:ext uri="{FF2B5EF4-FFF2-40B4-BE49-F238E27FC236}">
                    <a16:creationId xmlns:a16="http://schemas.microsoft.com/office/drawing/2014/main" id="{B50E2CF3-5DB7-4EF4-92D4-4ED13A788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2" y="1942"/>
                <a:ext cx="28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09" name="Freeform 1287">
                <a:extLst>
                  <a:ext uri="{FF2B5EF4-FFF2-40B4-BE49-F238E27FC236}">
                    <a16:creationId xmlns:a16="http://schemas.microsoft.com/office/drawing/2014/main" id="{27B88188-961C-431B-AF9B-BB2B2C1CE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905"/>
                <a:ext cx="29" cy="16"/>
              </a:xfrm>
              <a:custGeom>
                <a:avLst/>
                <a:gdLst>
                  <a:gd name="T0" fmla="*/ 41 w 24"/>
                  <a:gd name="T1" fmla="*/ 7 h 13"/>
                  <a:gd name="T2" fmla="*/ 23 w 24"/>
                  <a:gd name="T3" fmla="*/ 21 h 13"/>
                  <a:gd name="T4" fmla="*/ 1 w 24"/>
                  <a:gd name="T5" fmla="*/ 17 h 13"/>
                  <a:gd name="T6" fmla="*/ 19 w 24"/>
                  <a:gd name="T7" fmla="*/ 1 h 13"/>
                  <a:gd name="T8" fmla="*/ 41 w 24"/>
                  <a:gd name="T9" fmla="*/ 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23" y="4"/>
                    </a:moveTo>
                    <a:cubicBezTo>
                      <a:pt x="24" y="6"/>
                      <a:pt x="20" y="10"/>
                      <a:pt x="13" y="11"/>
                    </a:cubicBezTo>
                    <a:cubicBezTo>
                      <a:pt x="7" y="13"/>
                      <a:pt x="2" y="12"/>
                      <a:pt x="1" y="9"/>
                    </a:cubicBezTo>
                    <a:cubicBezTo>
                      <a:pt x="0" y="6"/>
                      <a:pt x="5" y="3"/>
                      <a:pt x="11" y="1"/>
                    </a:cubicBezTo>
                    <a:cubicBezTo>
                      <a:pt x="17" y="0"/>
                      <a:pt x="23" y="1"/>
                      <a:pt x="23" y="4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10" name="Freeform 1288">
                <a:extLst>
                  <a:ext uri="{FF2B5EF4-FFF2-40B4-BE49-F238E27FC236}">
                    <a16:creationId xmlns:a16="http://schemas.microsoft.com/office/drawing/2014/main" id="{A1A5936F-7BFC-4548-B1DF-AB669B7FB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794"/>
                <a:ext cx="25" cy="23"/>
              </a:xfrm>
              <a:custGeom>
                <a:avLst/>
                <a:gdLst>
                  <a:gd name="T0" fmla="*/ 32 w 21"/>
                  <a:gd name="T1" fmla="*/ 2 h 19"/>
                  <a:gd name="T2" fmla="*/ 24 w 21"/>
                  <a:gd name="T3" fmla="*/ 23 h 19"/>
                  <a:gd name="T4" fmla="*/ 2 w 21"/>
                  <a:gd name="T5" fmla="*/ 30 h 19"/>
                  <a:gd name="T6" fmla="*/ 12 w 21"/>
                  <a:gd name="T7" fmla="*/ 8 h 19"/>
                  <a:gd name="T8" fmla="*/ 32 w 21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19" y="2"/>
                    </a:moveTo>
                    <a:cubicBezTo>
                      <a:pt x="21" y="4"/>
                      <a:pt x="19" y="9"/>
                      <a:pt x="14" y="13"/>
                    </a:cubicBezTo>
                    <a:cubicBezTo>
                      <a:pt x="9" y="17"/>
                      <a:pt x="4" y="19"/>
                      <a:pt x="2" y="17"/>
                    </a:cubicBezTo>
                    <a:cubicBezTo>
                      <a:pt x="0" y="15"/>
                      <a:pt x="2" y="10"/>
                      <a:pt x="7" y="5"/>
                    </a:cubicBezTo>
                    <a:cubicBezTo>
                      <a:pt x="12" y="1"/>
                      <a:pt x="17" y="0"/>
                      <a:pt x="19" y="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11" name="Freeform 1289">
                <a:extLst>
                  <a:ext uri="{FF2B5EF4-FFF2-40B4-BE49-F238E27FC236}">
                    <a16:creationId xmlns:a16="http://schemas.microsoft.com/office/drawing/2014/main" id="{BB1EBFB2-1240-4242-A716-5DD415E5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606"/>
                <a:ext cx="18" cy="28"/>
              </a:xfrm>
              <a:custGeom>
                <a:avLst/>
                <a:gdLst>
                  <a:gd name="T0" fmla="*/ 23 w 15"/>
                  <a:gd name="T1" fmla="*/ 1 h 23"/>
                  <a:gd name="T2" fmla="*/ 20 w 15"/>
                  <a:gd name="T3" fmla="*/ 26 h 23"/>
                  <a:gd name="T4" fmla="*/ 6 w 15"/>
                  <a:gd name="T5" fmla="*/ 39 h 23"/>
                  <a:gd name="T6" fmla="*/ 6 w 15"/>
                  <a:gd name="T7" fmla="*/ 16 h 23"/>
                  <a:gd name="T8" fmla="*/ 23 w 15"/>
                  <a:gd name="T9" fmla="*/ 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13" y="1"/>
                    </a:moveTo>
                    <a:cubicBezTo>
                      <a:pt x="15" y="2"/>
                      <a:pt x="15" y="8"/>
                      <a:pt x="12" y="14"/>
                    </a:cubicBezTo>
                    <a:cubicBezTo>
                      <a:pt x="9" y="19"/>
                      <a:pt x="5" y="23"/>
                      <a:pt x="3" y="21"/>
                    </a:cubicBezTo>
                    <a:cubicBezTo>
                      <a:pt x="0" y="20"/>
                      <a:pt x="0" y="15"/>
                      <a:pt x="3" y="9"/>
                    </a:cubicBezTo>
                    <a:cubicBezTo>
                      <a:pt x="6" y="3"/>
                      <a:pt x="10" y="0"/>
                      <a:pt x="13" y="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12" name="Freeform 1290">
                <a:extLst>
                  <a:ext uri="{FF2B5EF4-FFF2-40B4-BE49-F238E27FC236}">
                    <a16:creationId xmlns:a16="http://schemas.microsoft.com/office/drawing/2014/main" id="{7E0A3E0F-2533-4E38-827F-FFFA31EA7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299"/>
                <a:ext cx="20" cy="28"/>
              </a:xfrm>
              <a:custGeom>
                <a:avLst/>
                <a:gdLst>
                  <a:gd name="T0" fmla="*/ 29 w 16"/>
                  <a:gd name="T1" fmla="*/ 39 h 23"/>
                  <a:gd name="T2" fmla="*/ 6 w 16"/>
                  <a:gd name="T3" fmla="*/ 26 h 23"/>
                  <a:gd name="T4" fmla="*/ 5 w 16"/>
                  <a:gd name="T5" fmla="*/ 1 h 23"/>
                  <a:gd name="T6" fmla="*/ 25 w 16"/>
                  <a:gd name="T7" fmla="*/ 16 h 23"/>
                  <a:gd name="T8" fmla="*/ 29 w 16"/>
                  <a:gd name="T9" fmla="*/ 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4" y="21"/>
                    </a:moveTo>
                    <a:cubicBezTo>
                      <a:pt x="11" y="23"/>
                      <a:pt x="7" y="19"/>
                      <a:pt x="3" y="14"/>
                    </a:cubicBezTo>
                    <a:cubicBezTo>
                      <a:pt x="0" y="8"/>
                      <a:pt x="0" y="2"/>
                      <a:pt x="2" y="1"/>
                    </a:cubicBezTo>
                    <a:cubicBezTo>
                      <a:pt x="5" y="0"/>
                      <a:pt x="10" y="3"/>
                      <a:pt x="13" y="9"/>
                    </a:cubicBezTo>
                    <a:cubicBezTo>
                      <a:pt x="16" y="14"/>
                      <a:pt x="16" y="20"/>
                      <a:pt x="14" y="2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13" name="Freeform 1291">
                <a:extLst>
                  <a:ext uri="{FF2B5EF4-FFF2-40B4-BE49-F238E27FC236}">
                    <a16:creationId xmlns:a16="http://schemas.microsoft.com/office/drawing/2014/main" id="{17471C7B-62FB-4D6A-8A83-27FB497C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167"/>
                <a:ext cx="19" cy="28"/>
              </a:xfrm>
              <a:custGeom>
                <a:avLst/>
                <a:gdLst>
                  <a:gd name="T0" fmla="*/ 24 w 16"/>
                  <a:gd name="T1" fmla="*/ 39 h 23"/>
                  <a:gd name="T2" fmla="*/ 7 w 16"/>
                  <a:gd name="T3" fmla="*/ 26 h 23"/>
                  <a:gd name="T4" fmla="*/ 6 w 16"/>
                  <a:gd name="T5" fmla="*/ 1 h 23"/>
                  <a:gd name="T6" fmla="*/ 21 w 16"/>
                  <a:gd name="T7" fmla="*/ 16 h 23"/>
                  <a:gd name="T8" fmla="*/ 24 w 16"/>
                  <a:gd name="T9" fmla="*/ 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4" y="21"/>
                    </a:moveTo>
                    <a:cubicBezTo>
                      <a:pt x="11" y="23"/>
                      <a:pt x="7" y="19"/>
                      <a:pt x="4" y="14"/>
                    </a:cubicBezTo>
                    <a:cubicBezTo>
                      <a:pt x="0" y="8"/>
                      <a:pt x="0" y="3"/>
                      <a:pt x="3" y="1"/>
                    </a:cubicBezTo>
                    <a:cubicBezTo>
                      <a:pt x="5" y="0"/>
                      <a:pt x="10" y="3"/>
                      <a:pt x="13" y="9"/>
                    </a:cubicBezTo>
                    <a:cubicBezTo>
                      <a:pt x="16" y="14"/>
                      <a:pt x="16" y="20"/>
                      <a:pt x="14" y="2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14" name="Freeform 1292">
                <a:extLst>
                  <a:ext uri="{FF2B5EF4-FFF2-40B4-BE49-F238E27FC236}">
                    <a16:creationId xmlns:a16="http://schemas.microsoft.com/office/drawing/2014/main" id="{2D3D1207-A3F3-4807-9610-943623B86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060"/>
                <a:ext cx="19" cy="28"/>
              </a:xfrm>
              <a:custGeom>
                <a:avLst/>
                <a:gdLst>
                  <a:gd name="T0" fmla="*/ 21 w 16"/>
                  <a:gd name="T1" fmla="*/ 40 h 23"/>
                  <a:gd name="T2" fmla="*/ 6 w 16"/>
                  <a:gd name="T3" fmla="*/ 26 h 23"/>
                  <a:gd name="T4" fmla="*/ 2 w 16"/>
                  <a:gd name="T5" fmla="*/ 2 h 23"/>
                  <a:gd name="T6" fmla="*/ 20 w 16"/>
                  <a:gd name="T7" fmla="*/ 16 h 23"/>
                  <a:gd name="T8" fmla="*/ 21 w 16"/>
                  <a:gd name="T9" fmla="*/ 4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3" y="22"/>
                    </a:moveTo>
                    <a:cubicBezTo>
                      <a:pt x="11" y="23"/>
                      <a:pt x="6" y="20"/>
                      <a:pt x="3" y="14"/>
                    </a:cubicBezTo>
                    <a:cubicBezTo>
                      <a:pt x="0" y="9"/>
                      <a:pt x="0" y="3"/>
                      <a:pt x="2" y="2"/>
                    </a:cubicBezTo>
                    <a:cubicBezTo>
                      <a:pt x="5" y="0"/>
                      <a:pt x="9" y="4"/>
                      <a:pt x="12" y="9"/>
                    </a:cubicBezTo>
                    <a:cubicBezTo>
                      <a:pt x="15" y="15"/>
                      <a:pt x="16" y="20"/>
                      <a:pt x="13" y="2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15" name="Oval 1293">
                <a:extLst>
                  <a:ext uri="{FF2B5EF4-FFF2-40B4-BE49-F238E27FC236}">
                    <a16:creationId xmlns:a16="http://schemas.microsoft.com/office/drawing/2014/main" id="{7BD153F3-9278-48F4-88CD-46B50FCC3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1052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16" name="Oval 1294">
                <a:extLst>
                  <a:ext uri="{FF2B5EF4-FFF2-40B4-BE49-F238E27FC236}">
                    <a16:creationId xmlns:a16="http://schemas.microsoft.com/office/drawing/2014/main" id="{67D03AE2-E2D4-425C-8029-D5444257E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1024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17" name="Oval 1295">
                <a:extLst>
                  <a:ext uri="{FF2B5EF4-FFF2-40B4-BE49-F238E27FC236}">
                    <a16:creationId xmlns:a16="http://schemas.microsoft.com/office/drawing/2014/main" id="{A997B87F-5FFC-477C-A4EC-0E78A0D05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1060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18" name="Oval 1296">
                <a:extLst>
                  <a:ext uri="{FF2B5EF4-FFF2-40B4-BE49-F238E27FC236}">
                    <a16:creationId xmlns:a16="http://schemas.microsoft.com/office/drawing/2014/main" id="{036E266D-55A3-43DE-96A3-6B3236AEA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1021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19" name="Oval 1297">
                <a:extLst>
                  <a:ext uri="{FF2B5EF4-FFF2-40B4-BE49-F238E27FC236}">
                    <a16:creationId xmlns:a16="http://schemas.microsoft.com/office/drawing/2014/main" id="{58D8EA96-7D93-44D4-9751-94BC0ECF5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1062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20" name="Oval 1298">
                <a:extLst>
                  <a:ext uri="{FF2B5EF4-FFF2-40B4-BE49-F238E27FC236}">
                    <a16:creationId xmlns:a16="http://schemas.microsoft.com/office/drawing/2014/main" id="{021B1735-0212-4F96-90F4-559FFFA7F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7" y="1036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21" name="Oval 1299">
                <a:extLst>
                  <a:ext uri="{FF2B5EF4-FFF2-40B4-BE49-F238E27FC236}">
                    <a16:creationId xmlns:a16="http://schemas.microsoft.com/office/drawing/2014/main" id="{01E86FD6-A658-43CE-BA45-09B4B5225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0" y="105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22" name="Oval 1300">
                <a:extLst>
                  <a:ext uri="{FF2B5EF4-FFF2-40B4-BE49-F238E27FC236}">
                    <a16:creationId xmlns:a16="http://schemas.microsoft.com/office/drawing/2014/main" id="{3398AE9E-AD24-4CC1-9723-57DA4F960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5" y="1017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23" name="Oval 1301">
                <a:extLst>
                  <a:ext uri="{FF2B5EF4-FFF2-40B4-BE49-F238E27FC236}">
                    <a16:creationId xmlns:a16="http://schemas.microsoft.com/office/drawing/2014/main" id="{1958599B-B0F5-433A-86B5-1C7AD71C9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1029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24" name="Oval 1302">
                <a:extLst>
                  <a:ext uri="{FF2B5EF4-FFF2-40B4-BE49-F238E27FC236}">
                    <a16:creationId xmlns:a16="http://schemas.microsoft.com/office/drawing/2014/main" id="{DA0AB104-145A-447D-B31C-FCEC1BEF0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3" y="1057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25" name="Oval 1303">
                <a:extLst>
                  <a:ext uri="{FF2B5EF4-FFF2-40B4-BE49-F238E27FC236}">
                    <a16:creationId xmlns:a16="http://schemas.microsoft.com/office/drawing/2014/main" id="{53579758-0A03-4082-BA38-6475D219A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1045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26" name="Rectangle 1304">
                <a:extLst>
                  <a:ext uri="{FF2B5EF4-FFF2-40B4-BE49-F238E27FC236}">
                    <a16:creationId xmlns:a16="http://schemas.microsoft.com/office/drawing/2014/main" id="{18956AB8-DB7C-4749-B570-2D11DA2C2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810"/>
                <a:ext cx="844" cy="89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27" name="Rectangle 1305">
                <a:extLst>
                  <a:ext uri="{FF2B5EF4-FFF2-40B4-BE49-F238E27FC236}">
                    <a16:creationId xmlns:a16="http://schemas.microsoft.com/office/drawing/2014/main" id="{903F1D0B-7520-41A6-AA73-0E24DFCC0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083"/>
                <a:ext cx="844" cy="88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28" name="Rectangle 1306">
                <a:extLst>
                  <a:ext uri="{FF2B5EF4-FFF2-40B4-BE49-F238E27FC236}">
                    <a16:creationId xmlns:a16="http://schemas.microsoft.com/office/drawing/2014/main" id="{D11F3234-D261-4BA6-95D5-A9F8EB385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011"/>
                <a:ext cx="844" cy="160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29" name="Rectangle 1307">
                <a:extLst>
                  <a:ext uri="{FF2B5EF4-FFF2-40B4-BE49-F238E27FC236}">
                    <a16:creationId xmlns:a16="http://schemas.microsoft.com/office/drawing/2014/main" id="{CB0DA211-3966-4639-A827-8A878ECA1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809"/>
                <a:ext cx="844" cy="162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30" name="Freeform 1308">
                <a:extLst>
                  <a:ext uri="{FF2B5EF4-FFF2-40B4-BE49-F238E27FC236}">
                    <a16:creationId xmlns:a16="http://schemas.microsoft.com/office/drawing/2014/main" id="{42D3F729-5BEE-45E4-B6F8-8862EED1D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801"/>
                <a:ext cx="101" cy="42"/>
              </a:xfrm>
              <a:custGeom>
                <a:avLst/>
                <a:gdLst>
                  <a:gd name="T0" fmla="*/ 0 w 84"/>
                  <a:gd name="T1" fmla="*/ 60 h 35"/>
                  <a:gd name="T2" fmla="*/ 28 w 84"/>
                  <a:gd name="T3" fmla="*/ 55 h 35"/>
                  <a:gd name="T4" fmla="*/ 73 w 84"/>
                  <a:gd name="T5" fmla="*/ 36 h 35"/>
                  <a:gd name="T6" fmla="*/ 145 w 84"/>
                  <a:gd name="T7" fmla="*/ 7 h 35"/>
                  <a:gd name="T8" fmla="*/ 83 w 84"/>
                  <a:gd name="T9" fmla="*/ 8 h 35"/>
                  <a:gd name="T10" fmla="*/ 42 w 84"/>
                  <a:gd name="T11" fmla="*/ 1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5">
                    <a:moveTo>
                      <a:pt x="0" y="35"/>
                    </a:moveTo>
                    <a:cubicBezTo>
                      <a:pt x="1" y="34"/>
                      <a:pt x="12" y="33"/>
                      <a:pt x="16" y="32"/>
                    </a:cubicBezTo>
                    <a:cubicBezTo>
                      <a:pt x="27" y="30"/>
                      <a:pt x="33" y="26"/>
                      <a:pt x="42" y="21"/>
                    </a:cubicBezTo>
                    <a:cubicBezTo>
                      <a:pt x="54" y="14"/>
                      <a:pt x="74" y="11"/>
                      <a:pt x="84" y="4"/>
                    </a:cubicBezTo>
                    <a:cubicBezTo>
                      <a:pt x="74" y="0"/>
                      <a:pt x="58" y="5"/>
                      <a:pt x="47" y="5"/>
                    </a:cubicBezTo>
                    <a:cubicBezTo>
                      <a:pt x="39" y="5"/>
                      <a:pt x="31" y="7"/>
                      <a:pt x="24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31" name="Freeform 1309">
                <a:extLst>
                  <a:ext uri="{FF2B5EF4-FFF2-40B4-BE49-F238E27FC236}">
                    <a16:creationId xmlns:a16="http://schemas.microsoft.com/office/drawing/2014/main" id="{75B49245-8FDF-4DA1-89CA-01B740C4F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825"/>
                <a:ext cx="104" cy="47"/>
              </a:xfrm>
              <a:custGeom>
                <a:avLst/>
                <a:gdLst>
                  <a:gd name="T0" fmla="*/ 0 w 87"/>
                  <a:gd name="T1" fmla="*/ 33 h 39"/>
                  <a:gd name="T2" fmla="*/ 67 w 87"/>
                  <a:gd name="T3" fmla="*/ 24 h 39"/>
                  <a:gd name="T4" fmla="*/ 148 w 87"/>
                  <a:gd name="T5" fmla="*/ 0 h 39"/>
                  <a:gd name="T6" fmla="*/ 7 w 87"/>
                  <a:gd name="T7" fmla="*/ 6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39">
                    <a:moveTo>
                      <a:pt x="0" y="18"/>
                    </a:moveTo>
                    <a:cubicBezTo>
                      <a:pt x="12" y="13"/>
                      <a:pt x="26" y="16"/>
                      <a:pt x="39" y="14"/>
                    </a:cubicBezTo>
                    <a:cubicBezTo>
                      <a:pt x="53" y="12"/>
                      <a:pt x="76" y="9"/>
                      <a:pt x="87" y="0"/>
                    </a:cubicBezTo>
                    <a:cubicBezTo>
                      <a:pt x="73" y="28"/>
                      <a:pt x="32" y="38"/>
                      <a:pt x="4" y="3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32" name="Freeform 1310">
                <a:extLst>
                  <a:ext uri="{FF2B5EF4-FFF2-40B4-BE49-F238E27FC236}">
                    <a16:creationId xmlns:a16="http://schemas.microsoft.com/office/drawing/2014/main" id="{773F8C1A-BC88-4E53-B258-76F5F026F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65"/>
                <a:ext cx="63" cy="62"/>
              </a:xfrm>
              <a:custGeom>
                <a:avLst/>
                <a:gdLst>
                  <a:gd name="T0" fmla="*/ 0 w 53"/>
                  <a:gd name="T1" fmla="*/ 54 h 52"/>
                  <a:gd name="T2" fmla="*/ 89 w 53"/>
                  <a:gd name="T3" fmla="*/ 0 h 52"/>
                  <a:gd name="T4" fmla="*/ 1 w 53"/>
                  <a:gd name="T5" fmla="*/ 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2">
                    <a:moveTo>
                      <a:pt x="0" y="32"/>
                    </a:moveTo>
                    <a:cubicBezTo>
                      <a:pt x="18" y="32"/>
                      <a:pt x="41" y="13"/>
                      <a:pt x="53" y="0"/>
                    </a:cubicBezTo>
                    <a:cubicBezTo>
                      <a:pt x="40" y="16"/>
                      <a:pt x="22" y="44"/>
                      <a:pt x="1" y="5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33" name="Freeform 1311">
                <a:extLst>
                  <a:ext uri="{FF2B5EF4-FFF2-40B4-BE49-F238E27FC236}">
                    <a16:creationId xmlns:a16="http://schemas.microsoft.com/office/drawing/2014/main" id="{2BC562FB-1C9C-4228-B7F6-71E29531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711"/>
                <a:ext cx="23" cy="55"/>
              </a:xfrm>
              <a:custGeom>
                <a:avLst/>
                <a:gdLst>
                  <a:gd name="T0" fmla="*/ 0 w 19"/>
                  <a:gd name="T1" fmla="*/ 82 h 45"/>
                  <a:gd name="T2" fmla="*/ 34 w 19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0" y="45"/>
                    </a:moveTo>
                    <a:cubicBezTo>
                      <a:pt x="9" y="33"/>
                      <a:pt x="17" y="13"/>
                      <a:pt x="1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34" name="Freeform 1312">
                <a:extLst>
                  <a:ext uri="{FF2B5EF4-FFF2-40B4-BE49-F238E27FC236}">
                    <a16:creationId xmlns:a16="http://schemas.microsoft.com/office/drawing/2014/main" id="{0827E32F-62E3-48F4-AC2B-D72BB946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841"/>
                <a:ext cx="102" cy="37"/>
              </a:xfrm>
              <a:custGeom>
                <a:avLst/>
                <a:gdLst>
                  <a:gd name="T0" fmla="*/ 0 w 85"/>
                  <a:gd name="T1" fmla="*/ 38 h 31"/>
                  <a:gd name="T2" fmla="*/ 70 w 85"/>
                  <a:gd name="T3" fmla="*/ 32 h 31"/>
                  <a:gd name="T4" fmla="*/ 146 w 85"/>
                  <a:gd name="T5" fmla="*/ 0 h 31"/>
                  <a:gd name="T6" fmla="*/ 86 w 85"/>
                  <a:gd name="T7" fmla="*/ 5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31">
                    <a:moveTo>
                      <a:pt x="0" y="23"/>
                    </a:moveTo>
                    <a:cubicBezTo>
                      <a:pt x="11" y="19"/>
                      <a:pt x="27" y="22"/>
                      <a:pt x="40" y="19"/>
                    </a:cubicBezTo>
                    <a:cubicBezTo>
                      <a:pt x="54" y="16"/>
                      <a:pt x="74" y="9"/>
                      <a:pt x="85" y="0"/>
                    </a:cubicBezTo>
                    <a:cubicBezTo>
                      <a:pt x="77" y="10"/>
                      <a:pt x="60" y="24"/>
                      <a:pt x="50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35" name="Freeform 1313">
                <a:extLst>
                  <a:ext uri="{FF2B5EF4-FFF2-40B4-BE49-F238E27FC236}">
                    <a16:creationId xmlns:a16="http://schemas.microsoft.com/office/drawing/2014/main" id="{7A2EFC1F-1B0A-4312-B671-7CB430F69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767"/>
                <a:ext cx="60" cy="77"/>
              </a:xfrm>
              <a:custGeom>
                <a:avLst/>
                <a:gdLst>
                  <a:gd name="T0" fmla="*/ 1 w 50"/>
                  <a:gd name="T1" fmla="*/ 112 h 64"/>
                  <a:gd name="T2" fmla="*/ 86 w 50"/>
                  <a:gd name="T3" fmla="*/ 0 h 64"/>
                  <a:gd name="T4" fmla="*/ 28 w 50"/>
                  <a:gd name="T5" fmla="*/ 41 h 64"/>
                  <a:gd name="T6" fmla="*/ 0 w 50"/>
                  <a:gd name="T7" fmla="*/ 52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64">
                    <a:moveTo>
                      <a:pt x="1" y="64"/>
                    </a:moveTo>
                    <a:cubicBezTo>
                      <a:pt x="20" y="47"/>
                      <a:pt x="35" y="21"/>
                      <a:pt x="50" y="0"/>
                    </a:cubicBezTo>
                    <a:cubicBezTo>
                      <a:pt x="38" y="7"/>
                      <a:pt x="28" y="17"/>
                      <a:pt x="16" y="23"/>
                    </a:cubicBezTo>
                    <a:cubicBezTo>
                      <a:pt x="10" y="26"/>
                      <a:pt x="5" y="27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36" name="Freeform 1314">
                <a:extLst>
                  <a:ext uri="{FF2B5EF4-FFF2-40B4-BE49-F238E27FC236}">
                    <a16:creationId xmlns:a16="http://schemas.microsoft.com/office/drawing/2014/main" id="{9B8AA95A-F77A-41E9-87B2-E4493C00D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667"/>
                <a:ext cx="82" cy="104"/>
              </a:xfrm>
              <a:custGeom>
                <a:avLst/>
                <a:gdLst>
                  <a:gd name="T0" fmla="*/ 0 w 68"/>
                  <a:gd name="T1" fmla="*/ 106 h 86"/>
                  <a:gd name="T2" fmla="*/ 58 w 68"/>
                  <a:gd name="T3" fmla="*/ 53 h 86"/>
                  <a:gd name="T4" fmla="*/ 119 w 68"/>
                  <a:gd name="T5" fmla="*/ 0 h 86"/>
                  <a:gd name="T6" fmla="*/ 63 w 68"/>
                  <a:gd name="T7" fmla="*/ 110 h 86"/>
                  <a:gd name="T8" fmla="*/ 34 w 68"/>
                  <a:gd name="T9" fmla="*/ 15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6">
                    <a:moveTo>
                      <a:pt x="0" y="60"/>
                    </a:moveTo>
                    <a:cubicBezTo>
                      <a:pt x="12" y="50"/>
                      <a:pt x="20" y="38"/>
                      <a:pt x="33" y="30"/>
                    </a:cubicBezTo>
                    <a:cubicBezTo>
                      <a:pt x="46" y="22"/>
                      <a:pt x="60" y="13"/>
                      <a:pt x="68" y="0"/>
                    </a:cubicBezTo>
                    <a:cubicBezTo>
                      <a:pt x="62" y="20"/>
                      <a:pt x="45" y="43"/>
                      <a:pt x="36" y="62"/>
                    </a:cubicBezTo>
                    <a:cubicBezTo>
                      <a:pt x="31" y="71"/>
                      <a:pt x="27" y="81"/>
                      <a:pt x="19" y="8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37" name="Freeform 1315">
                <a:extLst>
                  <a:ext uri="{FF2B5EF4-FFF2-40B4-BE49-F238E27FC236}">
                    <a16:creationId xmlns:a16="http://schemas.microsoft.com/office/drawing/2014/main" id="{70409007-38B2-41EF-A000-39D50C804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566"/>
                <a:ext cx="50" cy="116"/>
              </a:xfrm>
              <a:custGeom>
                <a:avLst/>
                <a:gdLst>
                  <a:gd name="T0" fmla="*/ 27 w 42"/>
                  <a:gd name="T1" fmla="*/ 169 h 96"/>
                  <a:gd name="T2" fmla="*/ 62 w 42"/>
                  <a:gd name="T3" fmla="*/ 86 h 96"/>
                  <a:gd name="T4" fmla="*/ 64 w 42"/>
                  <a:gd name="T5" fmla="*/ 0 h 96"/>
                  <a:gd name="T6" fmla="*/ 18 w 42"/>
                  <a:gd name="T7" fmla="*/ 91 h 96"/>
                  <a:gd name="T8" fmla="*/ 0 w 42"/>
                  <a:gd name="T9" fmla="*/ 118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96">
                    <a:moveTo>
                      <a:pt x="16" y="96"/>
                    </a:moveTo>
                    <a:cubicBezTo>
                      <a:pt x="25" y="82"/>
                      <a:pt x="33" y="65"/>
                      <a:pt x="37" y="49"/>
                    </a:cubicBezTo>
                    <a:cubicBezTo>
                      <a:pt x="42" y="32"/>
                      <a:pt x="38" y="17"/>
                      <a:pt x="38" y="0"/>
                    </a:cubicBezTo>
                    <a:cubicBezTo>
                      <a:pt x="29" y="17"/>
                      <a:pt x="23" y="36"/>
                      <a:pt x="11" y="51"/>
                    </a:cubicBezTo>
                    <a:cubicBezTo>
                      <a:pt x="7" y="56"/>
                      <a:pt x="1" y="60"/>
                      <a:pt x="0" y="6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38" name="Freeform 1316">
                <a:extLst>
                  <a:ext uri="{FF2B5EF4-FFF2-40B4-BE49-F238E27FC236}">
                    <a16:creationId xmlns:a16="http://schemas.microsoft.com/office/drawing/2014/main" id="{133F6EF5-4C54-4AC4-82F6-9CB7F5416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565"/>
                <a:ext cx="45" cy="121"/>
              </a:xfrm>
              <a:custGeom>
                <a:avLst/>
                <a:gdLst>
                  <a:gd name="T0" fmla="*/ 23 w 37"/>
                  <a:gd name="T1" fmla="*/ 68 h 100"/>
                  <a:gd name="T2" fmla="*/ 52 w 37"/>
                  <a:gd name="T3" fmla="*/ 0 h 100"/>
                  <a:gd name="T4" fmla="*/ 50 w 37"/>
                  <a:gd name="T5" fmla="*/ 110 h 100"/>
                  <a:gd name="T6" fmla="*/ 32 w 37"/>
                  <a:gd name="T7" fmla="*/ 142 h 100"/>
                  <a:gd name="T8" fmla="*/ 0 w 37"/>
                  <a:gd name="T9" fmla="*/ 177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00">
                    <a:moveTo>
                      <a:pt x="13" y="38"/>
                    </a:moveTo>
                    <a:cubicBezTo>
                      <a:pt x="19" y="27"/>
                      <a:pt x="26" y="13"/>
                      <a:pt x="29" y="0"/>
                    </a:cubicBezTo>
                    <a:cubicBezTo>
                      <a:pt x="33" y="21"/>
                      <a:pt x="37" y="44"/>
                      <a:pt x="28" y="62"/>
                    </a:cubicBezTo>
                    <a:cubicBezTo>
                      <a:pt x="25" y="68"/>
                      <a:pt x="21" y="75"/>
                      <a:pt x="17" y="80"/>
                    </a:cubicBezTo>
                    <a:cubicBezTo>
                      <a:pt x="12" y="87"/>
                      <a:pt x="4" y="92"/>
                      <a:pt x="0" y="10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39" name="Freeform 1317">
                <a:extLst>
                  <a:ext uri="{FF2B5EF4-FFF2-40B4-BE49-F238E27FC236}">
                    <a16:creationId xmlns:a16="http://schemas.microsoft.com/office/drawing/2014/main" id="{65FC9D34-F1EC-45D8-9A17-8A47EF754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694"/>
                <a:ext cx="16" cy="74"/>
              </a:xfrm>
              <a:custGeom>
                <a:avLst/>
                <a:gdLst>
                  <a:gd name="T0" fmla="*/ 25 w 13"/>
                  <a:gd name="T1" fmla="*/ 0 h 61"/>
                  <a:gd name="T2" fmla="*/ 0 w 13"/>
                  <a:gd name="T3" fmla="*/ 109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1">
                    <a:moveTo>
                      <a:pt x="13" y="0"/>
                    </a:moveTo>
                    <a:cubicBezTo>
                      <a:pt x="10" y="19"/>
                      <a:pt x="9" y="44"/>
                      <a:pt x="0" y="6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40" name="Freeform 1318">
                <a:extLst>
                  <a:ext uri="{FF2B5EF4-FFF2-40B4-BE49-F238E27FC236}">
                    <a16:creationId xmlns:a16="http://schemas.microsoft.com/office/drawing/2014/main" id="{56DB5C3D-9ED7-4B16-BAB0-5FE2C3B96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84"/>
                <a:ext cx="47" cy="28"/>
              </a:xfrm>
              <a:custGeom>
                <a:avLst/>
                <a:gdLst>
                  <a:gd name="T0" fmla="*/ 0 w 39"/>
                  <a:gd name="T1" fmla="*/ 41 h 23"/>
                  <a:gd name="T2" fmla="*/ 69 w 3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3">
                    <a:moveTo>
                      <a:pt x="0" y="23"/>
                    </a:moveTo>
                    <a:cubicBezTo>
                      <a:pt x="7" y="13"/>
                      <a:pt x="27" y="4"/>
                      <a:pt x="3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41" name="Freeform 1319">
                <a:extLst>
                  <a:ext uri="{FF2B5EF4-FFF2-40B4-BE49-F238E27FC236}">
                    <a16:creationId xmlns:a16="http://schemas.microsoft.com/office/drawing/2014/main" id="{2BAA15AB-88FF-4009-BF41-3AEE1EB23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494"/>
                <a:ext cx="17" cy="75"/>
              </a:xfrm>
              <a:custGeom>
                <a:avLst/>
                <a:gdLst>
                  <a:gd name="T0" fmla="*/ 23 w 14"/>
                  <a:gd name="T1" fmla="*/ 110 h 62"/>
                  <a:gd name="T2" fmla="*/ 0 w 14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2">
                    <a:moveTo>
                      <a:pt x="13" y="62"/>
                    </a:moveTo>
                    <a:cubicBezTo>
                      <a:pt x="14" y="39"/>
                      <a:pt x="13" y="19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42" name="Freeform 1320">
                <a:extLst>
                  <a:ext uri="{FF2B5EF4-FFF2-40B4-BE49-F238E27FC236}">
                    <a16:creationId xmlns:a16="http://schemas.microsoft.com/office/drawing/2014/main" id="{14B476E1-C6E1-4930-8B2B-653D77771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432"/>
                <a:ext cx="30" cy="139"/>
              </a:xfrm>
              <a:custGeom>
                <a:avLst/>
                <a:gdLst>
                  <a:gd name="T0" fmla="*/ 1 w 25"/>
                  <a:gd name="T1" fmla="*/ 167 h 115"/>
                  <a:gd name="T2" fmla="*/ 8 w 25"/>
                  <a:gd name="T3" fmla="*/ 76 h 115"/>
                  <a:gd name="T4" fmla="*/ 28 w 25"/>
                  <a:gd name="T5" fmla="*/ 0 h 115"/>
                  <a:gd name="T6" fmla="*/ 42 w 25"/>
                  <a:gd name="T7" fmla="*/ 135 h 115"/>
                  <a:gd name="T8" fmla="*/ 34 w 25"/>
                  <a:gd name="T9" fmla="*/ 203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5">
                    <a:moveTo>
                      <a:pt x="1" y="94"/>
                    </a:moveTo>
                    <a:cubicBezTo>
                      <a:pt x="1" y="76"/>
                      <a:pt x="0" y="61"/>
                      <a:pt x="5" y="43"/>
                    </a:cubicBezTo>
                    <a:cubicBezTo>
                      <a:pt x="10" y="29"/>
                      <a:pt x="11" y="14"/>
                      <a:pt x="16" y="0"/>
                    </a:cubicBezTo>
                    <a:cubicBezTo>
                      <a:pt x="22" y="24"/>
                      <a:pt x="23" y="53"/>
                      <a:pt x="24" y="77"/>
                    </a:cubicBezTo>
                    <a:cubicBezTo>
                      <a:pt x="25" y="90"/>
                      <a:pt x="18" y="103"/>
                      <a:pt x="19" y="1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43" name="Freeform 1321">
                <a:extLst>
                  <a:ext uri="{FF2B5EF4-FFF2-40B4-BE49-F238E27FC236}">
                    <a16:creationId xmlns:a16="http://schemas.microsoft.com/office/drawing/2014/main" id="{8873566E-8E11-4770-8992-4605D1CC8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431"/>
                <a:ext cx="17" cy="58"/>
              </a:xfrm>
              <a:custGeom>
                <a:avLst/>
                <a:gdLst>
                  <a:gd name="T0" fmla="*/ 1 w 14"/>
                  <a:gd name="T1" fmla="*/ 85 h 48"/>
                  <a:gd name="T2" fmla="*/ 25 w 14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8">
                    <a:moveTo>
                      <a:pt x="1" y="48"/>
                    </a:moveTo>
                    <a:cubicBezTo>
                      <a:pt x="0" y="30"/>
                      <a:pt x="8" y="15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44" name="Freeform 1322">
                <a:extLst>
                  <a:ext uri="{FF2B5EF4-FFF2-40B4-BE49-F238E27FC236}">
                    <a16:creationId xmlns:a16="http://schemas.microsoft.com/office/drawing/2014/main" id="{F5EF1FFB-E888-4199-B60F-3E885CAE4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330"/>
                <a:ext cx="40" cy="104"/>
              </a:xfrm>
              <a:custGeom>
                <a:avLst/>
                <a:gdLst>
                  <a:gd name="T0" fmla="*/ 39 w 34"/>
                  <a:gd name="T1" fmla="*/ 152 h 86"/>
                  <a:gd name="T2" fmla="*/ 16 w 34"/>
                  <a:gd name="T3" fmla="*/ 70 h 86"/>
                  <a:gd name="T4" fmla="*/ 0 w 34"/>
                  <a:gd name="T5" fmla="*/ 0 h 86"/>
                  <a:gd name="T6" fmla="*/ 55 w 34"/>
                  <a:gd name="T7" fmla="*/ 6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86">
                    <a:moveTo>
                      <a:pt x="24" y="86"/>
                    </a:moveTo>
                    <a:cubicBezTo>
                      <a:pt x="23" y="68"/>
                      <a:pt x="18" y="56"/>
                      <a:pt x="10" y="40"/>
                    </a:cubicBezTo>
                    <a:cubicBezTo>
                      <a:pt x="4" y="27"/>
                      <a:pt x="4" y="14"/>
                      <a:pt x="0" y="0"/>
                    </a:cubicBezTo>
                    <a:cubicBezTo>
                      <a:pt x="8" y="15"/>
                      <a:pt x="29" y="19"/>
                      <a:pt x="3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45" name="Freeform 1323">
                <a:extLst>
                  <a:ext uri="{FF2B5EF4-FFF2-40B4-BE49-F238E27FC236}">
                    <a16:creationId xmlns:a16="http://schemas.microsoft.com/office/drawing/2014/main" id="{565EDA87-3737-409B-8215-44DF88DE0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350"/>
                <a:ext cx="22" cy="52"/>
              </a:xfrm>
              <a:custGeom>
                <a:avLst/>
                <a:gdLst>
                  <a:gd name="T0" fmla="*/ 33 w 18"/>
                  <a:gd name="T1" fmla="*/ 41 h 43"/>
                  <a:gd name="T2" fmla="*/ 0 w 18"/>
                  <a:gd name="T3" fmla="*/ 0 h 43"/>
                  <a:gd name="T4" fmla="*/ 6 w 18"/>
                  <a:gd name="T5" fmla="*/ 76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18" y="23"/>
                    </a:moveTo>
                    <a:cubicBezTo>
                      <a:pt x="11" y="18"/>
                      <a:pt x="6" y="7"/>
                      <a:pt x="0" y="0"/>
                    </a:cubicBezTo>
                    <a:cubicBezTo>
                      <a:pt x="0" y="15"/>
                      <a:pt x="3" y="29"/>
                      <a:pt x="3" y="4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46" name="Freeform 1324">
                <a:extLst>
                  <a:ext uri="{FF2B5EF4-FFF2-40B4-BE49-F238E27FC236}">
                    <a16:creationId xmlns:a16="http://schemas.microsoft.com/office/drawing/2014/main" id="{7F227F37-EFBA-4CE8-8F4D-FB5BA2413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256"/>
                <a:ext cx="57" cy="94"/>
              </a:xfrm>
              <a:custGeom>
                <a:avLst/>
                <a:gdLst>
                  <a:gd name="T0" fmla="*/ 61 w 47"/>
                  <a:gd name="T1" fmla="*/ 140 h 77"/>
                  <a:gd name="T2" fmla="*/ 0 w 47"/>
                  <a:gd name="T3" fmla="*/ 0 h 77"/>
                  <a:gd name="T4" fmla="*/ 84 w 47"/>
                  <a:gd name="T5" fmla="*/ 107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77">
                    <a:moveTo>
                      <a:pt x="34" y="77"/>
                    </a:moveTo>
                    <a:cubicBezTo>
                      <a:pt x="24" y="51"/>
                      <a:pt x="7" y="27"/>
                      <a:pt x="0" y="0"/>
                    </a:cubicBezTo>
                    <a:cubicBezTo>
                      <a:pt x="20" y="13"/>
                      <a:pt x="42" y="37"/>
                      <a:pt x="47" y="5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47" name="Freeform 1325">
                <a:extLst>
                  <a:ext uri="{FF2B5EF4-FFF2-40B4-BE49-F238E27FC236}">
                    <a16:creationId xmlns:a16="http://schemas.microsoft.com/office/drawing/2014/main" id="{538E3238-F4E8-4988-ABD2-489FAC591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237"/>
                <a:ext cx="34" cy="64"/>
              </a:xfrm>
              <a:custGeom>
                <a:avLst/>
                <a:gdLst>
                  <a:gd name="T0" fmla="*/ 16 w 28"/>
                  <a:gd name="T1" fmla="*/ 93 h 53"/>
                  <a:gd name="T2" fmla="*/ 0 w 28"/>
                  <a:gd name="T3" fmla="*/ 0 h 53"/>
                  <a:gd name="T4" fmla="*/ 50 w 28"/>
                  <a:gd name="T5" fmla="*/ 65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3">
                    <a:moveTo>
                      <a:pt x="9" y="53"/>
                    </a:moveTo>
                    <a:cubicBezTo>
                      <a:pt x="3" y="39"/>
                      <a:pt x="0" y="16"/>
                      <a:pt x="0" y="0"/>
                    </a:cubicBezTo>
                    <a:cubicBezTo>
                      <a:pt x="7" y="13"/>
                      <a:pt x="28" y="21"/>
                      <a:pt x="28" y="3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48" name="Freeform 1326">
                <a:extLst>
                  <a:ext uri="{FF2B5EF4-FFF2-40B4-BE49-F238E27FC236}">
                    <a16:creationId xmlns:a16="http://schemas.microsoft.com/office/drawing/2014/main" id="{02609CC0-A64A-4D43-B736-BA6F5DD5D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173"/>
                <a:ext cx="105" cy="80"/>
              </a:xfrm>
              <a:custGeom>
                <a:avLst/>
                <a:gdLst>
                  <a:gd name="T0" fmla="*/ 153 w 87"/>
                  <a:gd name="T1" fmla="*/ 102 h 66"/>
                  <a:gd name="T2" fmla="*/ 68 w 87"/>
                  <a:gd name="T3" fmla="*/ 35 h 66"/>
                  <a:gd name="T4" fmla="*/ 0 w 87"/>
                  <a:gd name="T5" fmla="*/ 0 h 66"/>
                  <a:gd name="T6" fmla="*/ 45 w 87"/>
                  <a:gd name="T7" fmla="*/ 44 h 66"/>
                  <a:gd name="T8" fmla="*/ 76 w 87"/>
                  <a:gd name="T9" fmla="*/ 91 h 66"/>
                  <a:gd name="T10" fmla="*/ 110 w 87"/>
                  <a:gd name="T11" fmla="*/ 118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66">
                    <a:moveTo>
                      <a:pt x="87" y="57"/>
                    </a:moveTo>
                    <a:cubicBezTo>
                      <a:pt x="76" y="38"/>
                      <a:pt x="57" y="27"/>
                      <a:pt x="38" y="20"/>
                    </a:cubicBezTo>
                    <a:cubicBezTo>
                      <a:pt x="25" y="15"/>
                      <a:pt x="13" y="5"/>
                      <a:pt x="0" y="0"/>
                    </a:cubicBezTo>
                    <a:cubicBezTo>
                      <a:pt x="6" y="10"/>
                      <a:pt x="18" y="16"/>
                      <a:pt x="26" y="25"/>
                    </a:cubicBezTo>
                    <a:cubicBezTo>
                      <a:pt x="32" y="33"/>
                      <a:pt x="37" y="42"/>
                      <a:pt x="43" y="51"/>
                    </a:cubicBezTo>
                    <a:cubicBezTo>
                      <a:pt x="49" y="58"/>
                      <a:pt x="55" y="61"/>
                      <a:pt x="62" y="6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49" name="Freeform 1327">
                <a:extLst>
                  <a:ext uri="{FF2B5EF4-FFF2-40B4-BE49-F238E27FC236}">
                    <a16:creationId xmlns:a16="http://schemas.microsoft.com/office/drawing/2014/main" id="{AAE53AE0-A199-4F7C-9C25-0DEA5C2BD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123"/>
                <a:ext cx="93" cy="71"/>
              </a:xfrm>
              <a:custGeom>
                <a:avLst/>
                <a:gdLst>
                  <a:gd name="T0" fmla="*/ 91 w 77"/>
                  <a:gd name="T1" fmla="*/ 106 h 58"/>
                  <a:gd name="T2" fmla="*/ 0 w 77"/>
                  <a:gd name="T3" fmla="*/ 0 h 58"/>
                  <a:gd name="T4" fmla="*/ 93 w 77"/>
                  <a:gd name="T5" fmla="*/ 47 h 58"/>
                  <a:gd name="T6" fmla="*/ 135 w 77"/>
                  <a:gd name="T7" fmla="*/ 76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58">
                    <a:moveTo>
                      <a:pt x="51" y="58"/>
                    </a:moveTo>
                    <a:cubicBezTo>
                      <a:pt x="24" y="49"/>
                      <a:pt x="23" y="14"/>
                      <a:pt x="0" y="0"/>
                    </a:cubicBezTo>
                    <a:cubicBezTo>
                      <a:pt x="16" y="11"/>
                      <a:pt x="37" y="15"/>
                      <a:pt x="53" y="25"/>
                    </a:cubicBezTo>
                    <a:cubicBezTo>
                      <a:pt x="61" y="29"/>
                      <a:pt x="69" y="39"/>
                      <a:pt x="77" y="4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50" name="Freeform 1328">
                <a:extLst>
                  <a:ext uri="{FF2B5EF4-FFF2-40B4-BE49-F238E27FC236}">
                    <a16:creationId xmlns:a16="http://schemas.microsoft.com/office/drawing/2014/main" id="{AD0CC496-C21B-4D18-9EBA-CCA3720B4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1171"/>
                <a:ext cx="94" cy="55"/>
              </a:xfrm>
              <a:custGeom>
                <a:avLst/>
                <a:gdLst>
                  <a:gd name="T0" fmla="*/ 136 w 78"/>
                  <a:gd name="T1" fmla="*/ 79 h 46"/>
                  <a:gd name="T2" fmla="*/ 70 w 78"/>
                  <a:gd name="T3" fmla="*/ 28 h 46"/>
                  <a:gd name="T4" fmla="*/ 0 w 78"/>
                  <a:gd name="T5" fmla="*/ 1 h 46"/>
                  <a:gd name="T6" fmla="*/ 34 w 78"/>
                  <a:gd name="T7" fmla="*/ 3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6">
                    <a:moveTo>
                      <a:pt x="78" y="46"/>
                    </a:moveTo>
                    <a:cubicBezTo>
                      <a:pt x="64" y="36"/>
                      <a:pt x="56" y="24"/>
                      <a:pt x="40" y="16"/>
                    </a:cubicBezTo>
                    <a:cubicBezTo>
                      <a:pt x="29" y="10"/>
                      <a:pt x="13" y="0"/>
                      <a:pt x="0" y="1"/>
                    </a:cubicBezTo>
                    <a:cubicBezTo>
                      <a:pt x="6" y="4"/>
                      <a:pt x="14" y="13"/>
                      <a:pt x="19" y="2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51" name="Freeform 1329">
                <a:extLst>
                  <a:ext uri="{FF2B5EF4-FFF2-40B4-BE49-F238E27FC236}">
                    <a16:creationId xmlns:a16="http://schemas.microsoft.com/office/drawing/2014/main" id="{B124CAA9-29C9-41C5-89CC-B75D2FD67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253"/>
                <a:ext cx="2" cy="37"/>
              </a:xfrm>
              <a:custGeom>
                <a:avLst/>
                <a:gdLst>
                  <a:gd name="T0" fmla="*/ 0 w 1"/>
                  <a:gd name="T1" fmla="*/ 0 h 31"/>
                  <a:gd name="T2" fmla="*/ 0 w 1"/>
                  <a:gd name="T3" fmla="*/ 5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1">
                    <a:moveTo>
                      <a:pt x="0" y="0"/>
                    </a:moveTo>
                    <a:cubicBezTo>
                      <a:pt x="0" y="10"/>
                      <a:pt x="1" y="21"/>
                      <a:pt x="0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52" name="Freeform 1330">
                <a:extLst>
                  <a:ext uri="{FF2B5EF4-FFF2-40B4-BE49-F238E27FC236}">
                    <a16:creationId xmlns:a16="http://schemas.microsoft.com/office/drawing/2014/main" id="{26BA9B7C-B41A-4D68-907B-F990942C1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143"/>
                <a:ext cx="123" cy="32"/>
              </a:xfrm>
              <a:custGeom>
                <a:avLst/>
                <a:gdLst>
                  <a:gd name="T0" fmla="*/ 178 w 102"/>
                  <a:gd name="T1" fmla="*/ 45 h 27"/>
                  <a:gd name="T2" fmla="*/ 66 w 102"/>
                  <a:gd name="T3" fmla="*/ 2 h 27"/>
                  <a:gd name="T4" fmla="*/ 0 w 102"/>
                  <a:gd name="T5" fmla="*/ 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7">
                    <a:moveTo>
                      <a:pt x="102" y="27"/>
                    </a:moveTo>
                    <a:cubicBezTo>
                      <a:pt x="83" y="13"/>
                      <a:pt x="63" y="4"/>
                      <a:pt x="38" y="2"/>
                    </a:cubicBezTo>
                    <a:cubicBezTo>
                      <a:pt x="31" y="1"/>
                      <a:pt x="3" y="0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53" name="Freeform 1331">
                <a:extLst>
                  <a:ext uri="{FF2B5EF4-FFF2-40B4-BE49-F238E27FC236}">
                    <a16:creationId xmlns:a16="http://schemas.microsoft.com/office/drawing/2014/main" id="{7695F873-ADB3-4D3A-8B5E-25E6C1B7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154"/>
                <a:ext cx="74" cy="20"/>
              </a:xfrm>
              <a:custGeom>
                <a:avLst/>
                <a:gdLst>
                  <a:gd name="T0" fmla="*/ 109 w 61"/>
                  <a:gd name="T1" fmla="*/ 28 h 17"/>
                  <a:gd name="T2" fmla="*/ 0 w 6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7">
                    <a:moveTo>
                      <a:pt x="61" y="17"/>
                    </a:moveTo>
                    <a:cubicBezTo>
                      <a:pt x="39" y="11"/>
                      <a:pt x="19" y="16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54" name="Freeform 1332">
                <a:extLst>
                  <a:ext uri="{FF2B5EF4-FFF2-40B4-BE49-F238E27FC236}">
                    <a16:creationId xmlns:a16="http://schemas.microsoft.com/office/drawing/2014/main" id="{B9AD8CCC-0207-4225-9770-1DA1DBE01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108"/>
                <a:ext cx="102" cy="34"/>
              </a:xfrm>
              <a:custGeom>
                <a:avLst/>
                <a:gdLst>
                  <a:gd name="T0" fmla="*/ 146 w 85"/>
                  <a:gd name="T1" fmla="*/ 27 h 28"/>
                  <a:gd name="T2" fmla="*/ 107 w 85"/>
                  <a:gd name="T3" fmla="*/ 2 h 28"/>
                  <a:gd name="T4" fmla="*/ 59 w 85"/>
                  <a:gd name="T5" fmla="*/ 2 h 28"/>
                  <a:gd name="T6" fmla="*/ 0 w 85"/>
                  <a:gd name="T7" fmla="*/ 11 h 28"/>
                  <a:gd name="T8" fmla="*/ 80 w 85"/>
                  <a:gd name="T9" fmla="*/ 5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28">
                    <a:moveTo>
                      <a:pt x="85" y="15"/>
                    </a:moveTo>
                    <a:cubicBezTo>
                      <a:pt x="77" y="11"/>
                      <a:pt x="72" y="4"/>
                      <a:pt x="62" y="2"/>
                    </a:cubicBezTo>
                    <a:cubicBezTo>
                      <a:pt x="52" y="0"/>
                      <a:pt x="44" y="0"/>
                      <a:pt x="34" y="2"/>
                    </a:cubicBezTo>
                    <a:cubicBezTo>
                      <a:pt x="23" y="4"/>
                      <a:pt x="12" y="6"/>
                      <a:pt x="0" y="6"/>
                    </a:cubicBezTo>
                    <a:cubicBezTo>
                      <a:pt x="13" y="17"/>
                      <a:pt x="33" y="19"/>
                      <a:pt x="47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55" name="Freeform 1333">
                <a:extLst>
                  <a:ext uri="{FF2B5EF4-FFF2-40B4-BE49-F238E27FC236}">
                    <a16:creationId xmlns:a16="http://schemas.microsoft.com/office/drawing/2014/main" id="{8978D033-E5A2-4989-800D-37876CC00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085"/>
                <a:ext cx="44" cy="23"/>
              </a:xfrm>
              <a:custGeom>
                <a:avLst/>
                <a:gdLst>
                  <a:gd name="T0" fmla="*/ 62 w 37"/>
                  <a:gd name="T1" fmla="*/ 34 h 19"/>
                  <a:gd name="T2" fmla="*/ 0 w 37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37" y="19"/>
                    </a:moveTo>
                    <a:cubicBezTo>
                      <a:pt x="23" y="18"/>
                      <a:pt x="13" y="4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56" name="Freeform 1334">
                <a:extLst>
                  <a:ext uri="{FF2B5EF4-FFF2-40B4-BE49-F238E27FC236}">
                    <a16:creationId xmlns:a16="http://schemas.microsoft.com/office/drawing/2014/main" id="{B0C154C4-D52B-409A-ADB7-9DC378EE1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082"/>
                <a:ext cx="314" cy="817"/>
              </a:xfrm>
              <a:custGeom>
                <a:avLst/>
                <a:gdLst>
                  <a:gd name="T0" fmla="*/ 25 w 260"/>
                  <a:gd name="T1" fmla="*/ 0 h 675"/>
                  <a:gd name="T2" fmla="*/ 0 w 260"/>
                  <a:gd name="T3" fmla="*/ 1 h 675"/>
                  <a:gd name="T4" fmla="*/ 0 w 260"/>
                  <a:gd name="T5" fmla="*/ 130 h 675"/>
                  <a:gd name="T6" fmla="*/ 0 w 260"/>
                  <a:gd name="T7" fmla="*/ 130 h 675"/>
                  <a:gd name="T8" fmla="*/ 371 w 260"/>
                  <a:gd name="T9" fmla="*/ 598 h 675"/>
                  <a:gd name="T10" fmla="*/ 0 w 260"/>
                  <a:gd name="T11" fmla="*/ 1065 h 675"/>
                  <a:gd name="T12" fmla="*/ 0 w 260"/>
                  <a:gd name="T13" fmla="*/ 1065 h 675"/>
                  <a:gd name="T14" fmla="*/ 0 w 260"/>
                  <a:gd name="T15" fmla="*/ 1197 h 675"/>
                  <a:gd name="T16" fmla="*/ 25 w 260"/>
                  <a:gd name="T17" fmla="*/ 1197 h 675"/>
                  <a:gd name="T18" fmla="*/ 458 w 260"/>
                  <a:gd name="T19" fmla="*/ 599 h 675"/>
                  <a:gd name="T20" fmla="*/ 25 w 260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675">
                    <a:moveTo>
                      <a:pt x="14" y="0"/>
                    </a:moveTo>
                    <a:cubicBezTo>
                      <a:pt x="9" y="0"/>
                      <a:pt x="5" y="1"/>
                      <a:pt x="0" y="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7"/>
                    </a:cubicBezTo>
                    <a:cubicBezTo>
                      <a:pt x="210" y="483"/>
                      <a:pt x="116" y="601"/>
                      <a:pt x="0" y="601"/>
                    </a:cubicBezTo>
                    <a:cubicBezTo>
                      <a:pt x="0" y="601"/>
                      <a:pt x="0" y="601"/>
                      <a:pt x="0" y="601"/>
                    </a:cubicBezTo>
                    <a:cubicBezTo>
                      <a:pt x="0" y="675"/>
                      <a:pt x="0" y="675"/>
                      <a:pt x="0" y="675"/>
                    </a:cubicBezTo>
                    <a:cubicBezTo>
                      <a:pt x="5" y="675"/>
                      <a:pt x="9" y="675"/>
                      <a:pt x="14" y="675"/>
                    </a:cubicBezTo>
                    <a:cubicBezTo>
                      <a:pt x="142" y="675"/>
                      <a:pt x="260" y="525"/>
                      <a:pt x="260" y="338"/>
                    </a:cubicBezTo>
                    <a:cubicBezTo>
                      <a:pt x="260" y="152"/>
                      <a:pt x="142" y="0"/>
                      <a:pt x="1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57" name="Freeform 1335">
                <a:extLst>
                  <a:ext uri="{FF2B5EF4-FFF2-40B4-BE49-F238E27FC236}">
                    <a16:creationId xmlns:a16="http://schemas.microsoft.com/office/drawing/2014/main" id="{500BC46F-C798-422F-B69D-9C03A9B69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011"/>
                <a:ext cx="355" cy="960"/>
              </a:xfrm>
              <a:custGeom>
                <a:avLst/>
                <a:gdLst>
                  <a:gd name="T0" fmla="*/ 12 w 294"/>
                  <a:gd name="T1" fmla="*/ 0 h 794"/>
                  <a:gd name="T2" fmla="*/ 7 w 294"/>
                  <a:gd name="T3" fmla="*/ 0 h 794"/>
                  <a:gd name="T4" fmla="*/ 7 w 294"/>
                  <a:gd name="T5" fmla="*/ 0 h 794"/>
                  <a:gd name="T6" fmla="*/ 0 w 294"/>
                  <a:gd name="T7" fmla="*/ 0 h 794"/>
                  <a:gd name="T8" fmla="*/ 0 w 294"/>
                  <a:gd name="T9" fmla="*/ 233 h 794"/>
                  <a:gd name="T10" fmla="*/ 0 w 294"/>
                  <a:gd name="T11" fmla="*/ 233 h 794"/>
                  <a:gd name="T12" fmla="*/ 371 w 294"/>
                  <a:gd name="T13" fmla="*/ 700 h 794"/>
                  <a:gd name="T14" fmla="*/ 0 w 294"/>
                  <a:gd name="T15" fmla="*/ 1167 h 794"/>
                  <a:gd name="T16" fmla="*/ 0 w 294"/>
                  <a:gd name="T17" fmla="*/ 1167 h 794"/>
                  <a:gd name="T18" fmla="*/ 0 w 294"/>
                  <a:gd name="T19" fmla="*/ 1404 h 794"/>
                  <a:gd name="T20" fmla="*/ 2 w 294"/>
                  <a:gd name="T21" fmla="*/ 1404 h 794"/>
                  <a:gd name="T22" fmla="*/ 12 w 294"/>
                  <a:gd name="T23" fmla="*/ 1404 h 794"/>
                  <a:gd name="T24" fmla="*/ 518 w 294"/>
                  <a:gd name="T25" fmla="*/ 701 h 794"/>
                  <a:gd name="T26" fmla="*/ 12 w 294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16" y="132"/>
                      <a:pt x="210" y="250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4" y="794"/>
                      <a:pt x="5" y="794"/>
                      <a:pt x="7" y="794"/>
                    </a:cubicBezTo>
                    <a:cubicBezTo>
                      <a:pt x="165" y="794"/>
                      <a:pt x="294" y="616"/>
                      <a:pt x="294" y="397"/>
                    </a:cubicBezTo>
                    <a:cubicBezTo>
                      <a:pt x="294" y="178"/>
                      <a:pt x="165" y="0"/>
                      <a:pt x="7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58" name="Oval 1336">
                <a:extLst>
                  <a:ext uri="{FF2B5EF4-FFF2-40B4-BE49-F238E27FC236}">
                    <a16:creationId xmlns:a16="http://schemas.microsoft.com/office/drawing/2014/main" id="{CB65B242-BE95-4BBF-9753-894754252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1871"/>
                <a:ext cx="24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59" name="Oval 1337">
                <a:extLst>
                  <a:ext uri="{FF2B5EF4-FFF2-40B4-BE49-F238E27FC236}">
                    <a16:creationId xmlns:a16="http://schemas.microsoft.com/office/drawing/2014/main" id="{EBA8F873-EB1B-4B43-8F45-DDB977A82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1148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60" name="Oval 1338">
                <a:extLst>
                  <a:ext uri="{FF2B5EF4-FFF2-40B4-BE49-F238E27FC236}">
                    <a16:creationId xmlns:a16="http://schemas.microsoft.com/office/drawing/2014/main" id="{F6D481A1-9C2A-41AC-8DE5-D38D1C08B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123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61" name="Oval 1339">
                <a:extLst>
                  <a:ext uri="{FF2B5EF4-FFF2-40B4-BE49-F238E27FC236}">
                    <a16:creationId xmlns:a16="http://schemas.microsoft.com/office/drawing/2014/main" id="{2BD795CE-44B3-4BB0-8EFA-E3A3D29BE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1096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62" name="Oval 1340">
                <a:extLst>
                  <a:ext uri="{FF2B5EF4-FFF2-40B4-BE49-F238E27FC236}">
                    <a16:creationId xmlns:a16="http://schemas.microsoft.com/office/drawing/2014/main" id="{3D550442-5D37-4737-B804-F8B58A75D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1120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63" name="Oval 1341">
                <a:extLst>
                  <a:ext uri="{FF2B5EF4-FFF2-40B4-BE49-F238E27FC236}">
                    <a16:creationId xmlns:a16="http://schemas.microsoft.com/office/drawing/2014/main" id="{84C8914E-2885-41DA-AD63-480D403A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1100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64" name="Oval 1342">
                <a:extLst>
                  <a:ext uri="{FF2B5EF4-FFF2-40B4-BE49-F238E27FC236}">
                    <a16:creationId xmlns:a16="http://schemas.microsoft.com/office/drawing/2014/main" id="{08C8012C-D133-4ADD-9FE6-23BDD307E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1146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65" name="Oval 1343">
                <a:extLst>
                  <a:ext uri="{FF2B5EF4-FFF2-40B4-BE49-F238E27FC236}">
                    <a16:creationId xmlns:a16="http://schemas.microsoft.com/office/drawing/2014/main" id="{3A08165B-CBE0-4459-82F9-4B425DA67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1092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66" name="Oval 1344">
                <a:extLst>
                  <a:ext uri="{FF2B5EF4-FFF2-40B4-BE49-F238E27FC236}">
                    <a16:creationId xmlns:a16="http://schemas.microsoft.com/office/drawing/2014/main" id="{ACA3CB63-EB54-4A58-BAB0-06F431F2E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1092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67" name="Oval 1345">
                <a:extLst>
                  <a:ext uri="{FF2B5EF4-FFF2-40B4-BE49-F238E27FC236}">
                    <a16:creationId xmlns:a16="http://schemas.microsoft.com/office/drawing/2014/main" id="{4B08E0B6-FCC2-4E9D-A762-6A9875C8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3" y="1824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68" name="Oval 1346">
                <a:extLst>
                  <a:ext uri="{FF2B5EF4-FFF2-40B4-BE49-F238E27FC236}">
                    <a16:creationId xmlns:a16="http://schemas.microsoft.com/office/drawing/2014/main" id="{08CE8D8F-06DA-4C99-9F66-3DB6E53A3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1879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69" name="Oval 1347">
                <a:extLst>
                  <a:ext uri="{FF2B5EF4-FFF2-40B4-BE49-F238E27FC236}">
                    <a16:creationId xmlns:a16="http://schemas.microsoft.com/office/drawing/2014/main" id="{D0E596E2-9EBC-4404-A699-7DD207333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1818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70" name="Oval 1348">
                <a:extLst>
                  <a:ext uri="{FF2B5EF4-FFF2-40B4-BE49-F238E27FC236}">
                    <a16:creationId xmlns:a16="http://schemas.microsoft.com/office/drawing/2014/main" id="{BCDA48EF-01DE-4906-8EA2-F5C95F023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7" y="1846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71" name="Oval 1349">
                <a:extLst>
                  <a:ext uri="{FF2B5EF4-FFF2-40B4-BE49-F238E27FC236}">
                    <a16:creationId xmlns:a16="http://schemas.microsoft.com/office/drawing/2014/main" id="{20AD0363-2234-429E-A44C-9B05340F6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6" y="1824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72" name="Oval 1350">
                <a:extLst>
                  <a:ext uri="{FF2B5EF4-FFF2-40B4-BE49-F238E27FC236}">
                    <a16:creationId xmlns:a16="http://schemas.microsoft.com/office/drawing/2014/main" id="{FB79C7C7-98DE-4BDC-8B28-6EE57DDE6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1" y="1878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73" name="Oval 1351">
                <a:extLst>
                  <a:ext uri="{FF2B5EF4-FFF2-40B4-BE49-F238E27FC236}">
                    <a16:creationId xmlns:a16="http://schemas.microsoft.com/office/drawing/2014/main" id="{FDC310A4-D660-44D5-B381-C61C12330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1825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74" name="Oval 1352">
                <a:extLst>
                  <a:ext uri="{FF2B5EF4-FFF2-40B4-BE49-F238E27FC236}">
                    <a16:creationId xmlns:a16="http://schemas.microsoft.com/office/drawing/2014/main" id="{6C494F57-78D0-4278-8FC5-A39095E8E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1815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875" name="Freeform 1353">
                <a:extLst>
                  <a:ext uri="{FF2B5EF4-FFF2-40B4-BE49-F238E27FC236}">
                    <a16:creationId xmlns:a16="http://schemas.microsoft.com/office/drawing/2014/main" id="{C8F16BC0-D89D-467E-9BE7-8ADE6165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818"/>
                <a:ext cx="23" cy="20"/>
              </a:xfrm>
              <a:custGeom>
                <a:avLst/>
                <a:gdLst>
                  <a:gd name="T0" fmla="*/ 33 w 19"/>
                  <a:gd name="T1" fmla="*/ 2 h 17"/>
                  <a:gd name="T2" fmla="*/ 23 w 19"/>
                  <a:gd name="T3" fmla="*/ 21 h 17"/>
                  <a:gd name="T4" fmla="*/ 2 w 19"/>
                  <a:gd name="T5" fmla="*/ 25 h 17"/>
                  <a:gd name="T6" fmla="*/ 12 w 19"/>
                  <a:gd name="T7" fmla="*/ 8 h 17"/>
                  <a:gd name="T8" fmla="*/ 33 w 19"/>
                  <a:gd name="T9" fmla="*/ 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18" y="2"/>
                    </a:moveTo>
                    <a:cubicBezTo>
                      <a:pt x="19" y="5"/>
                      <a:pt x="17" y="9"/>
                      <a:pt x="13" y="13"/>
                    </a:cubicBezTo>
                    <a:cubicBezTo>
                      <a:pt x="8" y="16"/>
                      <a:pt x="3" y="17"/>
                      <a:pt x="2" y="15"/>
                    </a:cubicBezTo>
                    <a:cubicBezTo>
                      <a:pt x="0" y="13"/>
                      <a:pt x="2" y="8"/>
                      <a:pt x="7" y="5"/>
                    </a:cubicBezTo>
                    <a:cubicBezTo>
                      <a:pt x="11" y="1"/>
                      <a:pt x="16" y="0"/>
                      <a:pt x="18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76" name="Freeform 1354">
                <a:extLst>
                  <a:ext uri="{FF2B5EF4-FFF2-40B4-BE49-F238E27FC236}">
                    <a16:creationId xmlns:a16="http://schemas.microsoft.com/office/drawing/2014/main" id="{EFAC99A1-7310-4372-ACE2-1D20561F4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38"/>
                <a:ext cx="24" cy="20"/>
              </a:xfrm>
              <a:custGeom>
                <a:avLst/>
                <a:gdLst>
                  <a:gd name="T0" fmla="*/ 31 w 20"/>
                  <a:gd name="T1" fmla="*/ 2 h 17"/>
                  <a:gd name="T2" fmla="*/ 23 w 20"/>
                  <a:gd name="T3" fmla="*/ 21 h 17"/>
                  <a:gd name="T4" fmla="*/ 2 w 20"/>
                  <a:gd name="T5" fmla="*/ 25 h 17"/>
                  <a:gd name="T6" fmla="*/ 12 w 20"/>
                  <a:gd name="T7" fmla="*/ 8 h 17"/>
                  <a:gd name="T8" fmla="*/ 31 w 20"/>
                  <a:gd name="T9" fmla="*/ 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8" y="2"/>
                    </a:moveTo>
                    <a:cubicBezTo>
                      <a:pt x="20" y="5"/>
                      <a:pt x="18" y="9"/>
                      <a:pt x="13" y="13"/>
                    </a:cubicBezTo>
                    <a:cubicBezTo>
                      <a:pt x="9" y="16"/>
                      <a:pt x="4" y="17"/>
                      <a:pt x="2" y="15"/>
                    </a:cubicBezTo>
                    <a:cubicBezTo>
                      <a:pt x="0" y="13"/>
                      <a:pt x="2" y="8"/>
                      <a:pt x="7" y="5"/>
                    </a:cubicBezTo>
                    <a:cubicBezTo>
                      <a:pt x="11" y="1"/>
                      <a:pt x="16" y="0"/>
                      <a:pt x="18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77" name="Freeform 1355">
                <a:extLst>
                  <a:ext uri="{FF2B5EF4-FFF2-40B4-BE49-F238E27FC236}">
                    <a16:creationId xmlns:a16="http://schemas.microsoft.com/office/drawing/2014/main" id="{66BEA7E0-B9EB-4548-AE3E-AFD6A8C01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650"/>
                <a:ext cx="19" cy="25"/>
              </a:xfrm>
              <a:custGeom>
                <a:avLst/>
                <a:gdLst>
                  <a:gd name="T0" fmla="*/ 24 w 15"/>
                  <a:gd name="T1" fmla="*/ 2 h 21"/>
                  <a:gd name="T2" fmla="*/ 24 w 15"/>
                  <a:gd name="T3" fmla="*/ 21 h 21"/>
                  <a:gd name="T4" fmla="*/ 5 w 15"/>
                  <a:gd name="T5" fmla="*/ 32 h 21"/>
                  <a:gd name="T6" fmla="*/ 6 w 15"/>
                  <a:gd name="T7" fmla="*/ 14 h 21"/>
                  <a:gd name="T8" fmla="*/ 24 w 15"/>
                  <a:gd name="T9" fmla="*/ 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2" y="2"/>
                    </a:moveTo>
                    <a:cubicBezTo>
                      <a:pt x="15" y="3"/>
                      <a:pt x="14" y="8"/>
                      <a:pt x="12" y="13"/>
                    </a:cubicBezTo>
                    <a:cubicBezTo>
                      <a:pt x="9" y="18"/>
                      <a:pt x="5" y="21"/>
                      <a:pt x="2" y="19"/>
                    </a:cubicBezTo>
                    <a:cubicBezTo>
                      <a:pt x="0" y="18"/>
                      <a:pt x="0" y="13"/>
                      <a:pt x="3" y="8"/>
                    </a:cubicBezTo>
                    <a:cubicBezTo>
                      <a:pt x="6" y="3"/>
                      <a:pt x="10" y="0"/>
                      <a:pt x="12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78" name="Freeform 1356">
                <a:extLst>
                  <a:ext uri="{FF2B5EF4-FFF2-40B4-BE49-F238E27FC236}">
                    <a16:creationId xmlns:a16="http://schemas.microsoft.com/office/drawing/2014/main" id="{C5EC6A8B-EFBC-4CFA-ABC7-8DA8D8AF5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621"/>
                <a:ext cx="14" cy="25"/>
              </a:xfrm>
              <a:custGeom>
                <a:avLst/>
                <a:gdLst>
                  <a:gd name="T0" fmla="*/ 13 w 12"/>
                  <a:gd name="T1" fmla="*/ 1 h 21"/>
                  <a:gd name="T2" fmla="*/ 18 w 12"/>
                  <a:gd name="T3" fmla="*/ 20 h 21"/>
                  <a:gd name="T4" fmla="*/ 7 w 12"/>
                  <a:gd name="T5" fmla="*/ 36 h 21"/>
                  <a:gd name="T6" fmla="*/ 1 w 12"/>
                  <a:gd name="T7" fmla="*/ 17 h 21"/>
                  <a:gd name="T8" fmla="*/ 13 w 12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1">
                    <a:moveTo>
                      <a:pt x="8" y="1"/>
                    </a:moveTo>
                    <a:cubicBezTo>
                      <a:pt x="11" y="1"/>
                      <a:pt x="12" y="6"/>
                      <a:pt x="11" y="12"/>
                    </a:cubicBezTo>
                    <a:cubicBezTo>
                      <a:pt x="10" y="17"/>
                      <a:pt x="7" y="21"/>
                      <a:pt x="4" y="21"/>
                    </a:cubicBezTo>
                    <a:cubicBezTo>
                      <a:pt x="1" y="20"/>
                      <a:pt x="0" y="15"/>
                      <a:pt x="1" y="10"/>
                    </a:cubicBezTo>
                    <a:cubicBezTo>
                      <a:pt x="2" y="4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79" name="Freeform 1357">
                <a:extLst>
                  <a:ext uri="{FF2B5EF4-FFF2-40B4-BE49-F238E27FC236}">
                    <a16:creationId xmlns:a16="http://schemas.microsoft.com/office/drawing/2014/main" id="{4C3BBFB5-6A3D-4350-8D33-24399A589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15"/>
                <a:ext cx="13" cy="26"/>
              </a:xfrm>
              <a:custGeom>
                <a:avLst/>
                <a:gdLst>
                  <a:gd name="T0" fmla="*/ 9 w 11"/>
                  <a:gd name="T1" fmla="*/ 0 h 21"/>
                  <a:gd name="T2" fmla="*/ 18 w 11"/>
                  <a:gd name="T3" fmla="*/ 19 h 21"/>
                  <a:gd name="T4" fmla="*/ 9 w 11"/>
                  <a:gd name="T5" fmla="*/ 38 h 21"/>
                  <a:gd name="T6" fmla="*/ 1 w 11"/>
                  <a:gd name="T7" fmla="*/ 19 h 21"/>
                  <a:gd name="T8" fmla="*/ 9 w 11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cubicBezTo>
                      <a:pt x="8" y="0"/>
                      <a:pt x="11" y="5"/>
                      <a:pt x="11" y="10"/>
                    </a:cubicBezTo>
                    <a:cubicBezTo>
                      <a:pt x="11" y="16"/>
                      <a:pt x="9" y="20"/>
                      <a:pt x="6" y="20"/>
                    </a:cubicBezTo>
                    <a:cubicBezTo>
                      <a:pt x="3" y="21"/>
                      <a:pt x="1" y="16"/>
                      <a:pt x="1" y="10"/>
                    </a:cubicBezTo>
                    <a:cubicBezTo>
                      <a:pt x="0" y="5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80" name="Freeform 1358">
                <a:extLst>
                  <a:ext uri="{FF2B5EF4-FFF2-40B4-BE49-F238E27FC236}">
                    <a16:creationId xmlns:a16="http://schemas.microsoft.com/office/drawing/2014/main" id="{094E34C1-7968-4486-AE14-0656FAA4A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412"/>
                <a:ext cx="17" cy="26"/>
              </a:xfrm>
              <a:custGeom>
                <a:avLst/>
                <a:gdLst>
                  <a:gd name="T0" fmla="*/ 7 w 14"/>
                  <a:gd name="T1" fmla="*/ 1 h 21"/>
                  <a:gd name="T2" fmla="*/ 22 w 14"/>
                  <a:gd name="T3" fmla="*/ 17 h 21"/>
                  <a:gd name="T4" fmla="*/ 18 w 14"/>
                  <a:gd name="T5" fmla="*/ 40 h 21"/>
                  <a:gd name="T6" fmla="*/ 2 w 14"/>
                  <a:gd name="T7" fmla="*/ 25 h 21"/>
                  <a:gd name="T8" fmla="*/ 7 w 14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4" y="1"/>
                    </a:moveTo>
                    <a:cubicBezTo>
                      <a:pt x="6" y="0"/>
                      <a:pt x="10" y="4"/>
                      <a:pt x="12" y="9"/>
                    </a:cubicBezTo>
                    <a:cubicBezTo>
                      <a:pt x="14" y="15"/>
                      <a:pt x="13" y="20"/>
                      <a:pt x="10" y="21"/>
                    </a:cubicBezTo>
                    <a:cubicBezTo>
                      <a:pt x="8" y="21"/>
                      <a:pt x="4" y="18"/>
                      <a:pt x="2" y="13"/>
                    </a:cubicBezTo>
                    <a:cubicBezTo>
                      <a:pt x="0" y="7"/>
                      <a:pt x="1" y="2"/>
                      <a:pt x="4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81" name="Freeform 1359">
                <a:extLst>
                  <a:ext uri="{FF2B5EF4-FFF2-40B4-BE49-F238E27FC236}">
                    <a16:creationId xmlns:a16="http://schemas.microsoft.com/office/drawing/2014/main" id="{0697845A-5D26-4EB8-A934-05E1B8A21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292"/>
                <a:ext cx="15" cy="25"/>
              </a:xfrm>
              <a:custGeom>
                <a:avLst/>
                <a:gdLst>
                  <a:gd name="T0" fmla="*/ 3 w 13"/>
                  <a:gd name="T1" fmla="*/ 1 h 21"/>
                  <a:gd name="T2" fmla="*/ 17 w 13"/>
                  <a:gd name="T3" fmla="*/ 15 h 21"/>
                  <a:gd name="T4" fmla="*/ 16 w 13"/>
                  <a:gd name="T5" fmla="*/ 35 h 21"/>
                  <a:gd name="T6" fmla="*/ 1 w 13"/>
                  <a:gd name="T7" fmla="*/ 20 h 21"/>
                  <a:gd name="T8" fmla="*/ 3 w 13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3" y="1"/>
                    </a:moveTo>
                    <a:cubicBezTo>
                      <a:pt x="5" y="0"/>
                      <a:pt x="9" y="4"/>
                      <a:pt x="11" y="9"/>
                    </a:cubicBezTo>
                    <a:cubicBezTo>
                      <a:pt x="13" y="14"/>
                      <a:pt x="12" y="19"/>
                      <a:pt x="10" y="20"/>
                    </a:cubicBezTo>
                    <a:cubicBezTo>
                      <a:pt x="7" y="21"/>
                      <a:pt x="3" y="18"/>
                      <a:pt x="1" y="12"/>
                    </a:cubicBezTo>
                    <a:cubicBezTo>
                      <a:pt x="0" y="7"/>
                      <a:pt x="0" y="2"/>
                      <a:pt x="3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82" name="Freeform 1360">
                <a:extLst>
                  <a:ext uri="{FF2B5EF4-FFF2-40B4-BE49-F238E27FC236}">
                    <a16:creationId xmlns:a16="http://schemas.microsoft.com/office/drawing/2014/main" id="{57276A11-14A7-4095-AD2B-AAFC0D001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221"/>
                <a:ext cx="20" cy="23"/>
              </a:xfrm>
              <a:custGeom>
                <a:avLst/>
                <a:gdLst>
                  <a:gd name="T0" fmla="*/ 2 w 17"/>
                  <a:gd name="T1" fmla="*/ 1 h 19"/>
                  <a:gd name="T2" fmla="*/ 19 w 17"/>
                  <a:gd name="T3" fmla="*/ 10 h 19"/>
                  <a:gd name="T4" fmla="*/ 25 w 17"/>
                  <a:gd name="T5" fmla="*/ 30 h 19"/>
                  <a:gd name="T6" fmla="*/ 8 w 17"/>
                  <a:gd name="T7" fmla="*/ 23 h 19"/>
                  <a:gd name="T8" fmla="*/ 2 w 17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2" y="1"/>
                    </a:moveTo>
                    <a:cubicBezTo>
                      <a:pt x="4" y="0"/>
                      <a:pt x="9" y="2"/>
                      <a:pt x="12" y="6"/>
                    </a:cubicBezTo>
                    <a:cubicBezTo>
                      <a:pt x="16" y="10"/>
                      <a:pt x="17" y="15"/>
                      <a:pt x="15" y="17"/>
                    </a:cubicBezTo>
                    <a:cubicBezTo>
                      <a:pt x="13" y="19"/>
                      <a:pt x="8" y="17"/>
                      <a:pt x="5" y="13"/>
                    </a:cubicBezTo>
                    <a:cubicBezTo>
                      <a:pt x="1" y="8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83" name="Freeform 1361">
                <a:extLst>
                  <a:ext uri="{FF2B5EF4-FFF2-40B4-BE49-F238E27FC236}">
                    <a16:creationId xmlns:a16="http://schemas.microsoft.com/office/drawing/2014/main" id="{2338D940-FC1F-4AF6-A404-BB8F0E4FF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126"/>
                <a:ext cx="24" cy="18"/>
              </a:xfrm>
              <a:custGeom>
                <a:avLst/>
                <a:gdLst>
                  <a:gd name="T0" fmla="*/ 1 w 20"/>
                  <a:gd name="T1" fmla="*/ 2 h 15"/>
                  <a:gd name="T2" fmla="*/ 20 w 20"/>
                  <a:gd name="T3" fmla="*/ 6 h 15"/>
                  <a:gd name="T4" fmla="*/ 31 w 20"/>
                  <a:gd name="T5" fmla="*/ 23 h 15"/>
                  <a:gd name="T6" fmla="*/ 12 w 20"/>
                  <a:gd name="T7" fmla="*/ 20 h 15"/>
                  <a:gd name="T8" fmla="*/ 1 w 20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1" y="2"/>
                    </a:moveTo>
                    <a:cubicBezTo>
                      <a:pt x="2" y="0"/>
                      <a:pt x="8" y="0"/>
                      <a:pt x="12" y="3"/>
                    </a:cubicBezTo>
                    <a:cubicBezTo>
                      <a:pt x="17" y="6"/>
                      <a:pt x="20" y="11"/>
                      <a:pt x="18" y="13"/>
                    </a:cubicBezTo>
                    <a:cubicBezTo>
                      <a:pt x="17" y="15"/>
                      <a:pt x="12" y="15"/>
                      <a:pt x="7" y="12"/>
                    </a:cubicBezTo>
                    <a:cubicBezTo>
                      <a:pt x="2" y="9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84" name="Freeform 1362">
                <a:extLst>
                  <a:ext uri="{FF2B5EF4-FFF2-40B4-BE49-F238E27FC236}">
                    <a16:creationId xmlns:a16="http://schemas.microsoft.com/office/drawing/2014/main" id="{48A66D08-25CF-4ED2-9B6B-5368A9DE3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163"/>
                <a:ext cx="24" cy="18"/>
              </a:xfrm>
              <a:custGeom>
                <a:avLst/>
                <a:gdLst>
                  <a:gd name="T0" fmla="*/ 1 w 20"/>
                  <a:gd name="T1" fmla="*/ 2 h 15"/>
                  <a:gd name="T2" fmla="*/ 20 w 20"/>
                  <a:gd name="T3" fmla="*/ 6 h 15"/>
                  <a:gd name="T4" fmla="*/ 31 w 20"/>
                  <a:gd name="T5" fmla="*/ 23 h 15"/>
                  <a:gd name="T6" fmla="*/ 12 w 20"/>
                  <a:gd name="T7" fmla="*/ 20 h 15"/>
                  <a:gd name="T8" fmla="*/ 1 w 20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1" y="2"/>
                    </a:moveTo>
                    <a:cubicBezTo>
                      <a:pt x="3" y="0"/>
                      <a:pt x="8" y="0"/>
                      <a:pt x="12" y="3"/>
                    </a:cubicBezTo>
                    <a:cubicBezTo>
                      <a:pt x="17" y="6"/>
                      <a:pt x="20" y="11"/>
                      <a:pt x="18" y="13"/>
                    </a:cubicBezTo>
                    <a:cubicBezTo>
                      <a:pt x="17" y="15"/>
                      <a:pt x="12" y="15"/>
                      <a:pt x="7" y="12"/>
                    </a:cubicBezTo>
                    <a:cubicBezTo>
                      <a:pt x="2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85" name="Freeform 1363">
                <a:extLst>
                  <a:ext uri="{FF2B5EF4-FFF2-40B4-BE49-F238E27FC236}">
                    <a16:creationId xmlns:a16="http://schemas.microsoft.com/office/drawing/2014/main" id="{388FF8BF-B681-444E-BED5-206971710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151"/>
                <a:ext cx="26" cy="15"/>
              </a:xfrm>
              <a:custGeom>
                <a:avLst/>
                <a:gdLst>
                  <a:gd name="T0" fmla="*/ 0 w 21"/>
                  <a:gd name="T1" fmla="*/ 8 h 12"/>
                  <a:gd name="T2" fmla="*/ 21 w 21"/>
                  <a:gd name="T3" fmla="*/ 1 h 12"/>
                  <a:gd name="T4" fmla="*/ 38 w 21"/>
                  <a:gd name="T5" fmla="*/ 16 h 12"/>
                  <a:gd name="T6" fmla="*/ 17 w 21"/>
                  <a:gd name="T7" fmla="*/ 23 h 12"/>
                  <a:gd name="T8" fmla="*/ 0 w 21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0" y="4"/>
                    </a:moveTo>
                    <a:cubicBezTo>
                      <a:pt x="1" y="1"/>
                      <a:pt x="6" y="0"/>
                      <a:pt x="11" y="1"/>
                    </a:cubicBezTo>
                    <a:cubicBezTo>
                      <a:pt x="17" y="2"/>
                      <a:pt x="21" y="6"/>
                      <a:pt x="20" y="8"/>
                    </a:cubicBezTo>
                    <a:cubicBezTo>
                      <a:pt x="19" y="11"/>
                      <a:pt x="14" y="12"/>
                      <a:pt x="9" y="11"/>
                    </a:cubicBezTo>
                    <a:cubicBezTo>
                      <a:pt x="4" y="10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86" name="Freeform 1364">
                <a:extLst>
                  <a:ext uri="{FF2B5EF4-FFF2-40B4-BE49-F238E27FC236}">
                    <a16:creationId xmlns:a16="http://schemas.microsoft.com/office/drawing/2014/main" id="{8FCA87DB-A0F4-4F99-8C1A-C883F640A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150"/>
                <a:ext cx="83" cy="114"/>
              </a:xfrm>
              <a:custGeom>
                <a:avLst/>
                <a:gdLst>
                  <a:gd name="T0" fmla="*/ 0 w 69"/>
                  <a:gd name="T1" fmla="*/ 84 h 94"/>
                  <a:gd name="T2" fmla="*/ 120 w 69"/>
                  <a:gd name="T3" fmla="*/ 82 h 94"/>
                  <a:gd name="T4" fmla="*/ 0 w 69"/>
                  <a:gd name="T5" fmla="*/ 84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94">
                    <a:moveTo>
                      <a:pt x="0" y="47"/>
                    </a:moveTo>
                    <a:cubicBezTo>
                      <a:pt x="0" y="47"/>
                      <a:pt x="28" y="0"/>
                      <a:pt x="69" y="46"/>
                    </a:cubicBezTo>
                    <a:cubicBezTo>
                      <a:pt x="69" y="46"/>
                      <a:pt x="49" y="94"/>
                      <a:pt x="0" y="4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87" name="Freeform 1365">
                <a:extLst>
                  <a:ext uri="{FF2B5EF4-FFF2-40B4-BE49-F238E27FC236}">
                    <a16:creationId xmlns:a16="http://schemas.microsoft.com/office/drawing/2014/main" id="{21D7D649-ED06-4D36-B55B-46510A48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168"/>
                <a:ext cx="127" cy="94"/>
              </a:xfrm>
              <a:custGeom>
                <a:avLst/>
                <a:gdLst>
                  <a:gd name="T0" fmla="*/ 0 w 106"/>
                  <a:gd name="T1" fmla="*/ 54 h 78"/>
                  <a:gd name="T2" fmla="*/ 182 w 106"/>
                  <a:gd name="T3" fmla="*/ 54 h 78"/>
                  <a:gd name="T4" fmla="*/ 0 w 106"/>
                  <a:gd name="T5" fmla="*/ 54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8">
                    <a:moveTo>
                      <a:pt x="0" y="31"/>
                    </a:moveTo>
                    <a:cubicBezTo>
                      <a:pt x="0" y="31"/>
                      <a:pt x="54" y="0"/>
                      <a:pt x="106" y="31"/>
                    </a:cubicBezTo>
                    <a:cubicBezTo>
                      <a:pt x="106" y="31"/>
                      <a:pt x="49" y="78"/>
                      <a:pt x="0" y="3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88" name="Freeform 1366">
                <a:extLst>
                  <a:ext uri="{FF2B5EF4-FFF2-40B4-BE49-F238E27FC236}">
                    <a16:creationId xmlns:a16="http://schemas.microsoft.com/office/drawing/2014/main" id="{C20EC91F-8349-4571-BCE3-1783A5025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148"/>
                <a:ext cx="151" cy="114"/>
              </a:xfrm>
              <a:custGeom>
                <a:avLst/>
                <a:gdLst>
                  <a:gd name="T0" fmla="*/ 0 w 125"/>
                  <a:gd name="T1" fmla="*/ 84 h 95"/>
                  <a:gd name="T2" fmla="*/ 220 w 125"/>
                  <a:gd name="T3" fmla="*/ 85 h 95"/>
                  <a:gd name="T4" fmla="*/ 0 w 125"/>
                  <a:gd name="T5" fmla="*/ 8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95">
                    <a:moveTo>
                      <a:pt x="0" y="48"/>
                    </a:moveTo>
                    <a:cubicBezTo>
                      <a:pt x="0" y="48"/>
                      <a:pt x="71" y="0"/>
                      <a:pt x="125" y="49"/>
                    </a:cubicBezTo>
                    <a:cubicBezTo>
                      <a:pt x="125" y="49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89" name="Freeform 1367">
                <a:extLst>
                  <a:ext uri="{FF2B5EF4-FFF2-40B4-BE49-F238E27FC236}">
                    <a16:creationId xmlns:a16="http://schemas.microsoft.com/office/drawing/2014/main" id="{4EB5D70E-4D33-4CBD-A985-0F0ABA8AF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148"/>
                <a:ext cx="101" cy="116"/>
              </a:xfrm>
              <a:custGeom>
                <a:avLst/>
                <a:gdLst>
                  <a:gd name="T0" fmla="*/ 0 w 84"/>
                  <a:gd name="T1" fmla="*/ 86 h 96"/>
                  <a:gd name="T2" fmla="*/ 145 w 84"/>
                  <a:gd name="T3" fmla="*/ 85 h 96"/>
                  <a:gd name="T4" fmla="*/ 0 w 84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6">
                    <a:moveTo>
                      <a:pt x="0" y="49"/>
                    </a:moveTo>
                    <a:cubicBezTo>
                      <a:pt x="0" y="49"/>
                      <a:pt x="30" y="0"/>
                      <a:pt x="84" y="48"/>
                    </a:cubicBezTo>
                    <a:cubicBezTo>
                      <a:pt x="84" y="48"/>
                      <a:pt x="49" y="96"/>
                      <a:pt x="0" y="4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90" name="Freeform 1368">
                <a:extLst>
                  <a:ext uri="{FF2B5EF4-FFF2-40B4-BE49-F238E27FC236}">
                    <a16:creationId xmlns:a16="http://schemas.microsoft.com/office/drawing/2014/main" id="{C8D78D92-A566-47A8-96E0-AFB33E136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148"/>
                <a:ext cx="140" cy="114"/>
              </a:xfrm>
              <a:custGeom>
                <a:avLst/>
                <a:gdLst>
                  <a:gd name="T0" fmla="*/ 0 w 116"/>
                  <a:gd name="T1" fmla="*/ 84 h 95"/>
                  <a:gd name="T2" fmla="*/ 204 w 116"/>
                  <a:gd name="T3" fmla="*/ 85 h 95"/>
                  <a:gd name="T4" fmla="*/ 0 w 116"/>
                  <a:gd name="T5" fmla="*/ 8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95">
                    <a:moveTo>
                      <a:pt x="0" y="48"/>
                    </a:moveTo>
                    <a:cubicBezTo>
                      <a:pt x="0" y="48"/>
                      <a:pt x="62" y="0"/>
                      <a:pt x="116" y="49"/>
                    </a:cubicBezTo>
                    <a:cubicBezTo>
                      <a:pt x="116" y="49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91" name="Freeform 1369">
                <a:extLst>
                  <a:ext uri="{FF2B5EF4-FFF2-40B4-BE49-F238E27FC236}">
                    <a16:creationId xmlns:a16="http://schemas.microsoft.com/office/drawing/2014/main" id="{0BEF6DDB-F2B8-47A0-971E-C08795AE6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148"/>
                <a:ext cx="142" cy="116"/>
              </a:xfrm>
              <a:custGeom>
                <a:avLst/>
                <a:gdLst>
                  <a:gd name="T0" fmla="*/ 0 w 118"/>
                  <a:gd name="T1" fmla="*/ 86 h 96"/>
                  <a:gd name="T2" fmla="*/ 206 w 118"/>
                  <a:gd name="T3" fmla="*/ 86 h 96"/>
                  <a:gd name="T4" fmla="*/ 0 w 118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96">
                    <a:moveTo>
                      <a:pt x="0" y="49"/>
                    </a:moveTo>
                    <a:cubicBezTo>
                      <a:pt x="0" y="49"/>
                      <a:pt x="64" y="0"/>
                      <a:pt x="118" y="49"/>
                    </a:cubicBezTo>
                    <a:cubicBezTo>
                      <a:pt x="118" y="49"/>
                      <a:pt x="49" y="96"/>
                      <a:pt x="0" y="4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92" name="Freeform 1370">
                <a:extLst>
                  <a:ext uri="{FF2B5EF4-FFF2-40B4-BE49-F238E27FC236}">
                    <a16:creationId xmlns:a16="http://schemas.microsoft.com/office/drawing/2014/main" id="{4DE6AA5B-C1CE-4DA0-9ECF-87D4E23C8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149"/>
                <a:ext cx="100" cy="115"/>
              </a:xfrm>
              <a:custGeom>
                <a:avLst/>
                <a:gdLst>
                  <a:gd name="T0" fmla="*/ 0 w 83"/>
                  <a:gd name="T1" fmla="*/ 85 h 95"/>
                  <a:gd name="T2" fmla="*/ 145 w 83"/>
                  <a:gd name="T3" fmla="*/ 85 h 95"/>
                  <a:gd name="T4" fmla="*/ 0 w 83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95">
                    <a:moveTo>
                      <a:pt x="0" y="48"/>
                    </a:moveTo>
                    <a:cubicBezTo>
                      <a:pt x="0" y="48"/>
                      <a:pt x="46" y="0"/>
                      <a:pt x="83" y="48"/>
                    </a:cubicBezTo>
                    <a:cubicBezTo>
                      <a:pt x="83" y="48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93" name="Freeform 1371">
                <a:extLst>
                  <a:ext uri="{FF2B5EF4-FFF2-40B4-BE49-F238E27FC236}">
                    <a16:creationId xmlns:a16="http://schemas.microsoft.com/office/drawing/2014/main" id="{7D932295-8D7B-4F81-BE1E-5E3D2F38E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519"/>
                <a:ext cx="120" cy="115"/>
              </a:xfrm>
              <a:custGeom>
                <a:avLst/>
                <a:gdLst>
                  <a:gd name="T0" fmla="*/ 0 w 100"/>
                  <a:gd name="T1" fmla="*/ 90 h 95"/>
                  <a:gd name="T2" fmla="*/ 173 w 100"/>
                  <a:gd name="T3" fmla="*/ 82 h 95"/>
                  <a:gd name="T4" fmla="*/ 0 w 100"/>
                  <a:gd name="T5" fmla="*/ 9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95">
                    <a:moveTo>
                      <a:pt x="0" y="50"/>
                    </a:moveTo>
                    <a:cubicBezTo>
                      <a:pt x="0" y="50"/>
                      <a:pt x="44" y="0"/>
                      <a:pt x="100" y="46"/>
                    </a:cubicBezTo>
                    <a:cubicBezTo>
                      <a:pt x="100" y="46"/>
                      <a:pt x="50" y="95"/>
                      <a:pt x="0" y="5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94" name="Freeform 1372">
                <a:extLst>
                  <a:ext uri="{FF2B5EF4-FFF2-40B4-BE49-F238E27FC236}">
                    <a16:creationId xmlns:a16="http://schemas.microsoft.com/office/drawing/2014/main" id="{7FE996D1-AF99-4F83-A996-D8476F81F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512"/>
                <a:ext cx="137" cy="116"/>
              </a:xfrm>
              <a:custGeom>
                <a:avLst/>
                <a:gdLst>
                  <a:gd name="T0" fmla="*/ 0 w 114"/>
                  <a:gd name="T1" fmla="*/ 92 h 96"/>
                  <a:gd name="T2" fmla="*/ 198 w 114"/>
                  <a:gd name="T3" fmla="*/ 77 h 96"/>
                  <a:gd name="T4" fmla="*/ 0 w 114"/>
                  <a:gd name="T5" fmla="*/ 92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96">
                    <a:moveTo>
                      <a:pt x="0" y="52"/>
                    </a:moveTo>
                    <a:cubicBezTo>
                      <a:pt x="0" y="52"/>
                      <a:pt x="57" y="0"/>
                      <a:pt x="114" y="44"/>
                    </a:cubicBezTo>
                    <a:cubicBezTo>
                      <a:pt x="114" y="44"/>
                      <a:pt x="51" y="96"/>
                      <a:pt x="0" y="5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95" name="Freeform 1373">
                <a:extLst>
                  <a:ext uri="{FF2B5EF4-FFF2-40B4-BE49-F238E27FC236}">
                    <a16:creationId xmlns:a16="http://schemas.microsoft.com/office/drawing/2014/main" id="{E34DF832-A8D5-437F-8B42-2C8F450D5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508"/>
                <a:ext cx="96" cy="113"/>
              </a:xfrm>
              <a:custGeom>
                <a:avLst/>
                <a:gdLst>
                  <a:gd name="T0" fmla="*/ 0 w 80"/>
                  <a:gd name="T1" fmla="*/ 84 h 93"/>
                  <a:gd name="T2" fmla="*/ 138 w 80"/>
                  <a:gd name="T3" fmla="*/ 75 h 93"/>
                  <a:gd name="T4" fmla="*/ 0 w 80"/>
                  <a:gd name="T5" fmla="*/ 8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93">
                    <a:moveTo>
                      <a:pt x="0" y="47"/>
                    </a:moveTo>
                    <a:cubicBezTo>
                      <a:pt x="0" y="47"/>
                      <a:pt x="25" y="0"/>
                      <a:pt x="80" y="42"/>
                    </a:cubicBezTo>
                    <a:cubicBezTo>
                      <a:pt x="80" y="42"/>
                      <a:pt x="36" y="93"/>
                      <a:pt x="0" y="4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96" name="Freeform 1374">
                <a:extLst>
                  <a:ext uri="{FF2B5EF4-FFF2-40B4-BE49-F238E27FC236}">
                    <a16:creationId xmlns:a16="http://schemas.microsoft.com/office/drawing/2014/main" id="{5B681E3D-7F2C-4701-BFC4-80A23F14C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509"/>
                <a:ext cx="121" cy="90"/>
              </a:xfrm>
              <a:custGeom>
                <a:avLst/>
                <a:gdLst>
                  <a:gd name="T0" fmla="*/ 0 w 101"/>
                  <a:gd name="T1" fmla="*/ 74 h 74"/>
                  <a:gd name="T2" fmla="*/ 174 w 101"/>
                  <a:gd name="T3" fmla="*/ 54 h 74"/>
                  <a:gd name="T4" fmla="*/ 0 w 101"/>
                  <a:gd name="T5" fmla="*/ 74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74">
                    <a:moveTo>
                      <a:pt x="0" y="41"/>
                    </a:moveTo>
                    <a:cubicBezTo>
                      <a:pt x="0" y="41"/>
                      <a:pt x="41" y="0"/>
                      <a:pt x="101" y="30"/>
                    </a:cubicBezTo>
                    <a:cubicBezTo>
                      <a:pt x="101" y="30"/>
                      <a:pt x="49" y="74"/>
                      <a:pt x="0" y="4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97" name="Freeform 1375">
                <a:extLst>
                  <a:ext uri="{FF2B5EF4-FFF2-40B4-BE49-F238E27FC236}">
                    <a16:creationId xmlns:a16="http://schemas.microsoft.com/office/drawing/2014/main" id="{3A41EB8D-4842-4B93-B980-98E1C88A3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471"/>
                <a:ext cx="103" cy="124"/>
              </a:xfrm>
              <a:custGeom>
                <a:avLst/>
                <a:gdLst>
                  <a:gd name="T0" fmla="*/ 0 w 85"/>
                  <a:gd name="T1" fmla="*/ 108 h 103"/>
                  <a:gd name="T2" fmla="*/ 151 w 85"/>
                  <a:gd name="T3" fmla="*/ 88 h 103"/>
                  <a:gd name="T4" fmla="*/ 0 w 85"/>
                  <a:gd name="T5" fmla="*/ 108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3">
                    <a:moveTo>
                      <a:pt x="0" y="62"/>
                    </a:moveTo>
                    <a:cubicBezTo>
                      <a:pt x="0" y="62"/>
                      <a:pt x="33" y="0"/>
                      <a:pt x="85" y="51"/>
                    </a:cubicBezTo>
                    <a:cubicBezTo>
                      <a:pt x="85" y="51"/>
                      <a:pt x="54" y="103"/>
                      <a:pt x="0" y="6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98" name="Freeform 1376">
                <a:extLst>
                  <a:ext uri="{FF2B5EF4-FFF2-40B4-BE49-F238E27FC236}">
                    <a16:creationId xmlns:a16="http://schemas.microsoft.com/office/drawing/2014/main" id="{49238BED-AFBD-4C63-B744-293F2426D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460"/>
                <a:ext cx="142" cy="121"/>
              </a:xfrm>
              <a:custGeom>
                <a:avLst/>
                <a:gdLst>
                  <a:gd name="T0" fmla="*/ 0 w 118"/>
                  <a:gd name="T1" fmla="*/ 106 h 100"/>
                  <a:gd name="T2" fmla="*/ 206 w 118"/>
                  <a:gd name="T3" fmla="*/ 70 h 100"/>
                  <a:gd name="T4" fmla="*/ 0 w 118"/>
                  <a:gd name="T5" fmla="*/ 106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100">
                    <a:moveTo>
                      <a:pt x="0" y="60"/>
                    </a:moveTo>
                    <a:cubicBezTo>
                      <a:pt x="0" y="60"/>
                      <a:pt x="55" y="0"/>
                      <a:pt x="118" y="40"/>
                    </a:cubicBezTo>
                    <a:cubicBezTo>
                      <a:pt x="118" y="40"/>
                      <a:pt x="58" y="100"/>
                      <a:pt x="0" y="6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99" name="Freeform 1377">
                <a:extLst>
                  <a:ext uri="{FF2B5EF4-FFF2-40B4-BE49-F238E27FC236}">
                    <a16:creationId xmlns:a16="http://schemas.microsoft.com/office/drawing/2014/main" id="{825FDA44-78FF-4BA4-9D59-25C4A4BCD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438"/>
                <a:ext cx="125" cy="132"/>
              </a:xfrm>
              <a:custGeom>
                <a:avLst/>
                <a:gdLst>
                  <a:gd name="T0" fmla="*/ 2 w 104"/>
                  <a:gd name="T1" fmla="*/ 103 h 109"/>
                  <a:gd name="T2" fmla="*/ 180 w 104"/>
                  <a:gd name="T3" fmla="*/ 58 h 109"/>
                  <a:gd name="T4" fmla="*/ 2 w 104"/>
                  <a:gd name="T5" fmla="*/ 103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09">
                    <a:moveTo>
                      <a:pt x="2" y="58"/>
                    </a:moveTo>
                    <a:cubicBezTo>
                      <a:pt x="2" y="58"/>
                      <a:pt x="40" y="0"/>
                      <a:pt x="104" y="33"/>
                    </a:cubicBezTo>
                    <a:cubicBezTo>
                      <a:pt x="70" y="109"/>
                      <a:pt x="0" y="57"/>
                      <a:pt x="2" y="5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00" name="Freeform 1378">
                <a:extLst>
                  <a:ext uri="{FF2B5EF4-FFF2-40B4-BE49-F238E27FC236}">
                    <a16:creationId xmlns:a16="http://schemas.microsoft.com/office/drawing/2014/main" id="{84D050B8-C3F0-4632-A196-AC9F9187C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411"/>
                <a:ext cx="115" cy="106"/>
              </a:xfrm>
              <a:custGeom>
                <a:avLst/>
                <a:gdLst>
                  <a:gd name="T0" fmla="*/ 0 w 95"/>
                  <a:gd name="T1" fmla="*/ 101 h 87"/>
                  <a:gd name="T2" fmla="*/ 168 w 95"/>
                  <a:gd name="T3" fmla="*/ 61 h 87"/>
                  <a:gd name="T4" fmla="*/ 0 w 95"/>
                  <a:gd name="T5" fmla="*/ 101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87">
                    <a:moveTo>
                      <a:pt x="0" y="56"/>
                    </a:moveTo>
                    <a:cubicBezTo>
                      <a:pt x="0" y="56"/>
                      <a:pt x="40" y="0"/>
                      <a:pt x="95" y="34"/>
                    </a:cubicBezTo>
                    <a:cubicBezTo>
                      <a:pt x="95" y="34"/>
                      <a:pt x="55" y="87"/>
                      <a:pt x="0" y="5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01" name="Freeform 1379">
                <a:extLst>
                  <a:ext uri="{FF2B5EF4-FFF2-40B4-BE49-F238E27FC236}">
                    <a16:creationId xmlns:a16="http://schemas.microsoft.com/office/drawing/2014/main" id="{CAF9EA3C-CF15-4089-AB12-3B4DA0293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354"/>
                <a:ext cx="101" cy="97"/>
              </a:xfrm>
              <a:custGeom>
                <a:avLst/>
                <a:gdLst>
                  <a:gd name="T0" fmla="*/ 37 w 84"/>
                  <a:gd name="T1" fmla="*/ 143 h 80"/>
                  <a:gd name="T2" fmla="*/ 105 w 84"/>
                  <a:gd name="T3" fmla="*/ 0 h 80"/>
                  <a:gd name="T4" fmla="*/ 37 w 84"/>
                  <a:gd name="T5" fmla="*/ 143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80">
                    <a:moveTo>
                      <a:pt x="22" y="80"/>
                    </a:moveTo>
                    <a:cubicBezTo>
                      <a:pt x="22" y="80"/>
                      <a:pt x="0" y="29"/>
                      <a:pt x="60" y="0"/>
                    </a:cubicBezTo>
                    <a:cubicBezTo>
                      <a:pt x="60" y="0"/>
                      <a:pt x="84" y="49"/>
                      <a:pt x="22" y="8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02" name="Freeform 1380">
                <a:extLst>
                  <a:ext uri="{FF2B5EF4-FFF2-40B4-BE49-F238E27FC236}">
                    <a16:creationId xmlns:a16="http://schemas.microsoft.com/office/drawing/2014/main" id="{E693E02B-2DDF-443C-B874-4EDAE7E50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239"/>
                <a:ext cx="77" cy="115"/>
              </a:xfrm>
              <a:custGeom>
                <a:avLst/>
                <a:gdLst>
                  <a:gd name="T0" fmla="*/ 77 w 64"/>
                  <a:gd name="T1" fmla="*/ 168 h 95"/>
                  <a:gd name="T2" fmla="*/ 7 w 64"/>
                  <a:gd name="T3" fmla="*/ 0 h 95"/>
                  <a:gd name="T4" fmla="*/ 77 w 64"/>
                  <a:gd name="T5" fmla="*/ 168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95">
                    <a:moveTo>
                      <a:pt x="44" y="95"/>
                    </a:moveTo>
                    <a:cubicBezTo>
                      <a:pt x="44" y="95"/>
                      <a:pt x="0" y="81"/>
                      <a:pt x="4" y="0"/>
                    </a:cubicBezTo>
                    <a:cubicBezTo>
                      <a:pt x="4" y="0"/>
                      <a:pt x="64" y="38"/>
                      <a:pt x="44" y="9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03" name="Freeform 1381">
                <a:extLst>
                  <a:ext uri="{FF2B5EF4-FFF2-40B4-BE49-F238E27FC236}">
                    <a16:creationId xmlns:a16="http://schemas.microsoft.com/office/drawing/2014/main" id="{8926FBBB-ABBE-410A-B591-DF4479AE0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166"/>
                <a:ext cx="111" cy="109"/>
              </a:xfrm>
              <a:custGeom>
                <a:avLst/>
                <a:gdLst>
                  <a:gd name="T0" fmla="*/ 162 w 92"/>
                  <a:gd name="T1" fmla="*/ 110 h 90"/>
                  <a:gd name="T2" fmla="*/ 0 w 92"/>
                  <a:gd name="T3" fmla="*/ 57 h 90"/>
                  <a:gd name="T4" fmla="*/ 162 w 92"/>
                  <a:gd name="T5" fmla="*/ 11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90">
                    <a:moveTo>
                      <a:pt x="92" y="62"/>
                    </a:moveTo>
                    <a:cubicBezTo>
                      <a:pt x="92" y="62"/>
                      <a:pt x="33" y="90"/>
                      <a:pt x="0" y="32"/>
                    </a:cubicBezTo>
                    <a:cubicBezTo>
                      <a:pt x="0" y="32"/>
                      <a:pt x="65" y="0"/>
                      <a:pt x="92" y="6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04" name="Line 1382">
                <a:extLst>
                  <a:ext uri="{FF2B5EF4-FFF2-40B4-BE49-F238E27FC236}">
                    <a16:creationId xmlns:a16="http://schemas.microsoft.com/office/drawing/2014/main" id="{055A3310-0770-4A42-9945-2ADB4DCFDF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4" y="1579"/>
                <a:ext cx="1" cy="238"/>
              </a:xfrm>
              <a:prstGeom prst="lin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05" name="Freeform 1383">
                <a:extLst>
                  <a:ext uri="{FF2B5EF4-FFF2-40B4-BE49-F238E27FC236}">
                    <a16:creationId xmlns:a16="http://schemas.microsoft.com/office/drawing/2014/main" id="{7997CA04-8D39-4E5C-9DCF-74DEF3E3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206"/>
                <a:ext cx="57" cy="33"/>
              </a:xfrm>
              <a:custGeom>
                <a:avLst/>
                <a:gdLst>
                  <a:gd name="T0" fmla="*/ 0 w 47"/>
                  <a:gd name="T1" fmla="*/ 0 h 28"/>
                  <a:gd name="T2" fmla="*/ 84 w 47"/>
                  <a:gd name="T3" fmla="*/ 25 h 28"/>
                  <a:gd name="T4" fmla="*/ 0 w 4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8">
                    <a:moveTo>
                      <a:pt x="0" y="0"/>
                    </a:moveTo>
                    <a:cubicBezTo>
                      <a:pt x="0" y="0"/>
                      <a:pt x="24" y="28"/>
                      <a:pt x="47" y="15"/>
                    </a:cubicBezTo>
                    <a:cubicBezTo>
                      <a:pt x="47" y="15"/>
                      <a:pt x="7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06" name="Freeform 1384">
                <a:extLst>
                  <a:ext uri="{FF2B5EF4-FFF2-40B4-BE49-F238E27FC236}">
                    <a16:creationId xmlns:a16="http://schemas.microsoft.com/office/drawing/2014/main" id="{F7D7EE58-3B08-4C19-A70A-5754060B8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207"/>
                <a:ext cx="77" cy="34"/>
              </a:xfrm>
              <a:custGeom>
                <a:avLst/>
                <a:gdLst>
                  <a:gd name="T0" fmla="*/ 0 w 64"/>
                  <a:gd name="T1" fmla="*/ 0 h 28"/>
                  <a:gd name="T2" fmla="*/ 112 w 64"/>
                  <a:gd name="T3" fmla="*/ 22 h 28"/>
                  <a:gd name="T4" fmla="*/ 0 w 64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8">
                    <a:moveTo>
                      <a:pt x="0" y="0"/>
                    </a:moveTo>
                    <a:cubicBezTo>
                      <a:pt x="0" y="0"/>
                      <a:pt x="25" y="28"/>
                      <a:pt x="64" y="12"/>
                    </a:cubicBezTo>
                    <a:cubicBezTo>
                      <a:pt x="64" y="12"/>
                      <a:pt x="22" y="17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07" name="Freeform 1385">
                <a:extLst>
                  <a:ext uri="{FF2B5EF4-FFF2-40B4-BE49-F238E27FC236}">
                    <a16:creationId xmlns:a16="http://schemas.microsoft.com/office/drawing/2014/main" id="{0E798107-BFC6-4C45-AC9C-4380ED7C6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206"/>
                <a:ext cx="90" cy="32"/>
              </a:xfrm>
              <a:custGeom>
                <a:avLst/>
                <a:gdLst>
                  <a:gd name="T0" fmla="*/ 0 w 75"/>
                  <a:gd name="T1" fmla="*/ 0 h 27"/>
                  <a:gd name="T2" fmla="*/ 130 w 75"/>
                  <a:gd name="T3" fmla="*/ 21 h 27"/>
                  <a:gd name="T4" fmla="*/ 0 w 7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27">
                    <a:moveTo>
                      <a:pt x="0" y="0"/>
                    </a:moveTo>
                    <a:cubicBezTo>
                      <a:pt x="0" y="0"/>
                      <a:pt x="32" y="27"/>
                      <a:pt x="75" y="13"/>
                    </a:cubicBezTo>
                    <a:cubicBezTo>
                      <a:pt x="75" y="13"/>
                      <a:pt x="25" y="17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08" name="Freeform 1386">
                <a:extLst>
                  <a:ext uri="{FF2B5EF4-FFF2-40B4-BE49-F238E27FC236}">
                    <a16:creationId xmlns:a16="http://schemas.microsoft.com/office/drawing/2014/main" id="{E90217C3-F824-4748-AE2D-D7404AEF1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204"/>
                <a:ext cx="59" cy="32"/>
              </a:xfrm>
              <a:custGeom>
                <a:avLst/>
                <a:gdLst>
                  <a:gd name="T0" fmla="*/ 0 w 49"/>
                  <a:gd name="T1" fmla="*/ 0 h 26"/>
                  <a:gd name="T2" fmla="*/ 85 w 49"/>
                  <a:gd name="T3" fmla="*/ 32 h 26"/>
                  <a:gd name="T4" fmla="*/ 0 w 4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6">
                    <a:moveTo>
                      <a:pt x="0" y="0"/>
                    </a:moveTo>
                    <a:cubicBezTo>
                      <a:pt x="0" y="0"/>
                      <a:pt x="19" y="26"/>
                      <a:pt x="49" y="17"/>
                    </a:cubicBezTo>
                    <a:cubicBezTo>
                      <a:pt x="49" y="17"/>
                      <a:pt x="6" y="14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09" name="Freeform 1387">
                <a:extLst>
                  <a:ext uri="{FF2B5EF4-FFF2-40B4-BE49-F238E27FC236}">
                    <a16:creationId xmlns:a16="http://schemas.microsoft.com/office/drawing/2014/main" id="{3376DF71-ED8F-4EA4-A26B-E7AF0D8CC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206"/>
                <a:ext cx="70" cy="26"/>
              </a:xfrm>
              <a:custGeom>
                <a:avLst/>
                <a:gdLst>
                  <a:gd name="T0" fmla="*/ 0 w 58"/>
                  <a:gd name="T1" fmla="*/ 0 h 22"/>
                  <a:gd name="T2" fmla="*/ 101 w 58"/>
                  <a:gd name="T3" fmla="*/ 26 h 22"/>
                  <a:gd name="T4" fmla="*/ 0 w 5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2">
                    <a:moveTo>
                      <a:pt x="0" y="0"/>
                    </a:moveTo>
                    <a:cubicBezTo>
                      <a:pt x="0" y="0"/>
                      <a:pt x="20" y="22"/>
                      <a:pt x="58" y="16"/>
                    </a:cubicBezTo>
                    <a:cubicBezTo>
                      <a:pt x="58" y="16"/>
                      <a:pt x="13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10" name="Freeform 1388">
                <a:extLst>
                  <a:ext uri="{FF2B5EF4-FFF2-40B4-BE49-F238E27FC236}">
                    <a16:creationId xmlns:a16="http://schemas.microsoft.com/office/drawing/2014/main" id="{9DEE8655-3071-487D-AEF0-9272C8F1B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208"/>
                <a:ext cx="66" cy="27"/>
              </a:xfrm>
              <a:custGeom>
                <a:avLst/>
                <a:gdLst>
                  <a:gd name="T0" fmla="*/ 0 w 55"/>
                  <a:gd name="T1" fmla="*/ 0 h 22"/>
                  <a:gd name="T2" fmla="*/ 95 w 55"/>
                  <a:gd name="T3" fmla="*/ 27 h 22"/>
                  <a:gd name="T4" fmla="*/ 0 w 5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2">
                    <a:moveTo>
                      <a:pt x="0" y="0"/>
                    </a:moveTo>
                    <a:cubicBezTo>
                      <a:pt x="0" y="0"/>
                      <a:pt x="29" y="22"/>
                      <a:pt x="55" y="15"/>
                    </a:cubicBezTo>
                    <a:cubicBezTo>
                      <a:pt x="55" y="15"/>
                      <a:pt x="9" y="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11" name="Freeform 1389">
                <a:extLst>
                  <a:ext uri="{FF2B5EF4-FFF2-40B4-BE49-F238E27FC236}">
                    <a16:creationId xmlns:a16="http://schemas.microsoft.com/office/drawing/2014/main" id="{90210B9E-633C-4860-8AD4-ED87CE87B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206"/>
                <a:ext cx="64" cy="31"/>
              </a:xfrm>
              <a:custGeom>
                <a:avLst/>
                <a:gdLst>
                  <a:gd name="T0" fmla="*/ 0 w 53"/>
                  <a:gd name="T1" fmla="*/ 0 h 26"/>
                  <a:gd name="T2" fmla="*/ 93 w 53"/>
                  <a:gd name="T3" fmla="*/ 25 h 26"/>
                  <a:gd name="T4" fmla="*/ 0 w 5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6">
                    <a:moveTo>
                      <a:pt x="0" y="0"/>
                    </a:moveTo>
                    <a:cubicBezTo>
                      <a:pt x="0" y="0"/>
                      <a:pt x="22" y="26"/>
                      <a:pt x="53" y="15"/>
                    </a:cubicBezTo>
                    <a:cubicBezTo>
                      <a:pt x="53" y="15"/>
                      <a:pt x="23" y="1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12" name="Freeform 1390">
                <a:extLst>
                  <a:ext uri="{FF2B5EF4-FFF2-40B4-BE49-F238E27FC236}">
                    <a16:creationId xmlns:a16="http://schemas.microsoft.com/office/drawing/2014/main" id="{DECC5921-0CD6-40A6-84F0-BFF9C0458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208"/>
                <a:ext cx="50" cy="38"/>
              </a:xfrm>
              <a:custGeom>
                <a:avLst/>
                <a:gdLst>
                  <a:gd name="T0" fmla="*/ 0 w 42"/>
                  <a:gd name="T1" fmla="*/ 0 h 31"/>
                  <a:gd name="T2" fmla="*/ 71 w 42"/>
                  <a:gd name="T3" fmla="*/ 58 h 31"/>
                  <a:gd name="T4" fmla="*/ 0 w 42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1">
                    <a:moveTo>
                      <a:pt x="0" y="0"/>
                    </a:moveTo>
                    <a:cubicBezTo>
                      <a:pt x="0" y="0"/>
                      <a:pt x="6" y="25"/>
                      <a:pt x="42" y="31"/>
                    </a:cubicBezTo>
                    <a:cubicBezTo>
                      <a:pt x="42" y="31"/>
                      <a:pt x="6" y="17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13" name="Freeform 1391">
                <a:extLst>
                  <a:ext uri="{FF2B5EF4-FFF2-40B4-BE49-F238E27FC236}">
                    <a16:creationId xmlns:a16="http://schemas.microsoft.com/office/drawing/2014/main" id="{A131A5D1-F8FA-4B26-A43C-1FFC0D109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246"/>
                <a:ext cx="36" cy="52"/>
              </a:xfrm>
              <a:custGeom>
                <a:avLst/>
                <a:gdLst>
                  <a:gd name="T0" fmla="*/ 0 w 30"/>
                  <a:gd name="T1" fmla="*/ 0 h 43"/>
                  <a:gd name="T2" fmla="*/ 52 w 30"/>
                  <a:gd name="T3" fmla="*/ 76 h 43"/>
                  <a:gd name="T4" fmla="*/ 0 w 3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0" y="0"/>
                    </a:moveTo>
                    <a:cubicBezTo>
                      <a:pt x="0" y="0"/>
                      <a:pt x="21" y="15"/>
                      <a:pt x="30" y="43"/>
                    </a:cubicBezTo>
                    <a:cubicBezTo>
                      <a:pt x="30" y="43"/>
                      <a:pt x="10" y="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14" name="Freeform 1392">
                <a:extLst>
                  <a:ext uri="{FF2B5EF4-FFF2-40B4-BE49-F238E27FC236}">
                    <a16:creationId xmlns:a16="http://schemas.microsoft.com/office/drawing/2014/main" id="{884386E4-F42F-4330-AA50-3A3D83CF0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386"/>
                <a:ext cx="18" cy="58"/>
              </a:xfrm>
              <a:custGeom>
                <a:avLst/>
                <a:gdLst>
                  <a:gd name="T0" fmla="*/ 12 w 15"/>
                  <a:gd name="T1" fmla="*/ 85 h 48"/>
                  <a:gd name="T2" fmla="*/ 26 w 15"/>
                  <a:gd name="T3" fmla="*/ 0 h 48"/>
                  <a:gd name="T4" fmla="*/ 12 w 15"/>
                  <a:gd name="T5" fmla="*/ 8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8">
                    <a:moveTo>
                      <a:pt x="7" y="48"/>
                    </a:moveTo>
                    <a:cubicBezTo>
                      <a:pt x="7" y="48"/>
                      <a:pt x="0" y="13"/>
                      <a:pt x="15" y="0"/>
                    </a:cubicBezTo>
                    <a:cubicBezTo>
                      <a:pt x="15" y="0"/>
                      <a:pt x="1" y="38"/>
                      <a:pt x="7" y="48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15" name="Freeform 1393">
                <a:extLst>
                  <a:ext uri="{FF2B5EF4-FFF2-40B4-BE49-F238E27FC236}">
                    <a16:creationId xmlns:a16="http://schemas.microsoft.com/office/drawing/2014/main" id="{DB6984A6-AD53-4262-B75A-58B2E9891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478"/>
                <a:ext cx="66" cy="22"/>
              </a:xfrm>
              <a:custGeom>
                <a:avLst/>
                <a:gdLst>
                  <a:gd name="T0" fmla="*/ 0 w 55"/>
                  <a:gd name="T1" fmla="*/ 0 h 18"/>
                  <a:gd name="T2" fmla="*/ 95 w 55"/>
                  <a:gd name="T3" fmla="*/ 1 h 18"/>
                  <a:gd name="T4" fmla="*/ 0 w 55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8">
                    <a:moveTo>
                      <a:pt x="0" y="0"/>
                    </a:moveTo>
                    <a:cubicBezTo>
                      <a:pt x="0" y="0"/>
                      <a:pt x="30" y="18"/>
                      <a:pt x="55" y="1"/>
                    </a:cubicBezTo>
                    <a:cubicBezTo>
                      <a:pt x="55" y="1"/>
                      <a:pt x="15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16" name="Freeform 1394">
                <a:extLst>
                  <a:ext uri="{FF2B5EF4-FFF2-40B4-BE49-F238E27FC236}">
                    <a16:creationId xmlns:a16="http://schemas.microsoft.com/office/drawing/2014/main" id="{C4FAD6EF-73B4-4ED5-BD5D-15F3DEBBE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506"/>
                <a:ext cx="70" cy="31"/>
              </a:xfrm>
              <a:custGeom>
                <a:avLst/>
                <a:gdLst>
                  <a:gd name="T0" fmla="*/ 0 w 58"/>
                  <a:gd name="T1" fmla="*/ 0 h 26"/>
                  <a:gd name="T2" fmla="*/ 101 w 58"/>
                  <a:gd name="T3" fmla="*/ 19 h 26"/>
                  <a:gd name="T4" fmla="*/ 0 w 5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6">
                    <a:moveTo>
                      <a:pt x="0" y="0"/>
                    </a:moveTo>
                    <a:cubicBezTo>
                      <a:pt x="0" y="0"/>
                      <a:pt x="37" y="26"/>
                      <a:pt x="58" y="11"/>
                    </a:cubicBezTo>
                    <a:cubicBezTo>
                      <a:pt x="58" y="11"/>
                      <a:pt x="19" y="17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17" name="Freeform 1395">
                <a:extLst>
                  <a:ext uri="{FF2B5EF4-FFF2-40B4-BE49-F238E27FC236}">
                    <a16:creationId xmlns:a16="http://schemas.microsoft.com/office/drawing/2014/main" id="{B847B60F-75AC-4A86-B1FE-51A2ACC26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531"/>
                <a:ext cx="59" cy="16"/>
              </a:xfrm>
              <a:custGeom>
                <a:avLst/>
                <a:gdLst>
                  <a:gd name="T0" fmla="*/ 0 w 49"/>
                  <a:gd name="T1" fmla="*/ 0 h 13"/>
                  <a:gd name="T2" fmla="*/ 85 w 49"/>
                  <a:gd name="T3" fmla="*/ 15 h 13"/>
                  <a:gd name="T4" fmla="*/ 0 w 4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3">
                    <a:moveTo>
                      <a:pt x="0" y="0"/>
                    </a:moveTo>
                    <a:cubicBezTo>
                      <a:pt x="0" y="0"/>
                      <a:pt x="23" y="13"/>
                      <a:pt x="49" y="8"/>
                    </a:cubicBezTo>
                    <a:cubicBezTo>
                      <a:pt x="49" y="8"/>
                      <a:pt x="7" y="5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18" name="Freeform 1396">
                <a:extLst>
                  <a:ext uri="{FF2B5EF4-FFF2-40B4-BE49-F238E27FC236}">
                    <a16:creationId xmlns:a16="http://schemas.microsoft.com/office/drawing/2014/main" id="{4308D772-2857-4059-A06D-9433FF76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544"/>
                <a:ext cx="47" cy="21"/>
              </a:xfrm>
              <a:custGeom>
                <a:avLst/>
                <a:gdLst>
                  <a:gd name="T0" fmla="*/ 0 w 39"/>
                  <a:gd name="T1" fmla="*/ 0 h 17"/>
                  <a:gd name="T2" fmla="*/ 69 w 39"/>
                  <a:gd name="T3" fmla="*/ 26 h 17"/>
                  <a:gd name="T4" fmla="*/ 0 w 3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7">
                    <a:moveTo>
                      <a:pt x="0" y="0"/>
                    </a:moveTo>
                    <a:cubicBezTo>
                      <a:pt x="0" y="0"/>
                      <a:pt x="22" y="17"/>
                      <a:pt x="39" y="14"/>
                    </a:cubicBezTo>
                    <a:cubicBezTo>
                      <a:pt x="39" y="14"/>
                      <a:pt x="5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19" name="Freeform 1397">
                <a:extLst>
                  <a:ext uri="{FF2B5EF4-FFF2-40B4-BE49-F238E27FC236}">
                    <a16:creationId xmlns:a16="http://schemas.microsoft.com/office/drawing/2014/main" id="{F7300342-D21F-437C-8364-F6487E00B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565"/>
                <a:ext cx="59" cy="34"/>
              </a:xfrm>
              <a:custGeom>
                <a:avLst/>
                <a:gdLst>
                  <a:gd name="T0" fmla="*/ 0 w 49"/>
                  <a:gd name="T1" fmla="*/ 0 h 28"/>
                  <a:gd name="T2" fmla="*/ 85 w 49"/>
                  <a:gd name="T3" fmla="*/ 16 h 28"/>
                  <a:gd name="T4" fmla="*/ 0 w 49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8">
                    <a:moveTo>
                      <a:pt x="0" y="0"/>
                    </a:moveTo>
                    <a:cubicBezTo>
                      <a:pt x="0" y="0"/>
                      <a:pt x="21" y="28"/>
                      <a:pt x="49" y="9"/>
                    </a:cubicBezTo>
                    <a:cubicBezTo>
                      <a:pt x="49" y="9"/>
                      <a:pt x="19" y="16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20" name="Freeform 1398">
                <a:extLst>
                  <a:ext uri="{FF2B5EF4-FFF2-40B4-BE49-F238E27FC236}">
                    <a16:creationId xmlns:a16="http://schemas.microsoft.com/office/drawing/2014/main" id="{A3C78611-F050-4A64-8B2C-751246632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575"/>
                <a:ext cx="71" cy="31"/>
              </a:xfrm>
              <a:custGeom>
                <a:avLst/>
                <a:gdLst>
                  <a:gd name="T0" fmla="*/ 0 w 59"/>
                  <a:gd name="T1" fmla="*/ 0 h 26"/>
                  <a:gd name="T2" fmla="*/ 102 w 59"/>
                  <a:gd name="T3" fmla="*/ 23 h 26"/>
                  <a:gd name="T4" fmla="*/ 0 w 5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6">
                    <a:moveTo>
                      <a:pt x="0" y="0"/>
                    </a:moveTo>
                    <a:cubicBezTo>
                      <a:pt x="0" y="0"/>
                      <a:pt x="25" y="26"/>
                      <a:pt x="59" y="13"/>
                    </a:cubicBezTo>
                    <a:cubicBezTo>
                      <a:pt x="59" y="13"/>
                      <a:pt x="13" y="13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21" name="Freeform 1399">
                <a:extLst>
                  <a:ext uri="{FF2B5EF4-FFF2-40B4-BE49-F238E27FC236}">
                    <a16:creationId xmlns:a16="http://schemas.microsoft.com/office/drawing/2014/main" id="{89E948C1-227E-4C40-83E0-CE82D0D93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578"/>
                <a:ext cx="63" cy="27"/>
              </a:xfrm>
              <a:custGeom>
                <a:avLst/>
                <a:gdLst>
                  <a:gd name="T0" fmla="*/ 0 w 52"/>
                  <a:gd name="T1" fmla="*/ 0 h 22"/>
                  <a:gd name="T2" fmla="*/ 92 w 52"/>
                  <a:gd name="T3" fmla="*/ 26 h 22"/>
                  <a:gd name="T4" fmla="*/ 0 w 5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2">
                    <a:moveTo>
                      <a:pt x="0" y="0"/>
                    </a:moveTo>
                    <a:cubicBezTo>
                      <a:pt x="0" y="0"/>
                      <a:pt x="23" y="22"/>
                      <a:pt x="52" y="14"/>
                    </a:cubicBezTo>
                    <a:cubicBezTo>
                      <a:pt x="52" y="14"/>
                      <a:pt x="9" y="7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22" name="Freeform 1400">
                <a:extLst>
                  <a:ext uri="{FF2B5EF4-FFF2-40B4-BE49-F238E27FC236}">
                    <a16:creationId xmlns:a16="http://schemas.microsoft.com/office/drawing/2014/main" id="{2D7F945E-4121-46EA-A5C8-7F890449F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1559"/>
                <a:ext cx="82" cy="28"/>
              </a:xfrm>
              <a:custGeom>
                <a:avLst/>
                <a:gdLst>
                  <a:gd name="T0" fmla="*/ 0 w 68"/>
                  <a:gd name="T1" fmla="*/ 0 h 23"/>
                  <a:gd name="T2" fmla="*/ 119 w 68"/>
                  <a:gd name="T3" fmla="*/ 2 h 23"/>
                  <a:gd name="T4" fmla="*/ 0 w 6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3">
                    <a:moveTo>
                      <a:pt x="0" y="0"/>
                    </a:moveTo>
                    <a:cubicBezTo>
                      <a:pt x="0" y="0"/>
                      <a:pt x="28" y="23"/>
                      <a:pt x="68" y="2"/>
                    </a:cubicBezTo>
                    <a:cubicBezTo>
                      <a:pt x="68" y="2"/>
                      <a:pt x="42" y="12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23" name="Line 1401">
                <a:extLst>
                  <a:ext uri="{FF2B5EF4-FFF2-40B4-BE49-F238E27FC236}">
                    <a16:creationId xmlns:a16="http://schemas.microsoft.com/office/drawing/2014/main" id="{3D04EC48-AFC1-4B4E-9970-F198683DBC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8" y="1011"/>
                <a:ext cx="1" cy="193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24" name="Line 1402">
                <a:extLst>
                  <a:ext uri="{FF2B5EF4-FFF2-40B4-BE49-F238E27FC236}">
                    <a16:creationId xmlns:a16="http://schemas.microsoft.com/office/drawing/2014/main" id="{47D38B30-1E4B-45AF-92AB-49FA423051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8" y="1479"/>
                <a:ext cx="1" cy="492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25" name="Freeform 1403">
                <a:extLst>
                  <a:ext uri="{FF2B5EF4-FFF2-40B4-BE49-F238E27FC236}">
                    <a16:creationId xmlns:a16="http://schemas.microsoft.com/office/drawing/2014/main" id="{57B99622-3DA8-409A-98A0-84C626578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244"/>
                <a:ext cx="517" cy="40"/>
              </a:xfrm>
              <a:custGeom>
                <a:avLst/>
                <a:gdLst>
                  <a:gd name="T0" fmla="*/ 0 w 429"/>
                  <a:gd name="T1" fmla="*/ 0 h 33"/>
                  <a:gd name="T2" fmla="*/ 345 w 429"/>
                  <a:gd name="T3" fmla="*/ 25 h 33"/>
                  <a:gd name="T4" fmla="*/ 751 w 429"/>
                  <a:gd name="T5" fmla="*/ 2 h 33"/>
                  <a:gd name="T6" fmla="*/ 512 w 429"/>
                  <a:gd name="T7" fmla="*/ 56 h 33"/>
                  <a:gd name="T8" fmla="*/ 283 w 429"/>
                  <a:gd name="T9" fmla="*/ 56 h 33"/>
                  <a:gd name="T10" fmla="*/ 100 w 429"/>
                  <a:gd name="T11" fmla="*/ 42 h 33"/>
                  <a:gd name="T12" fmla="*/ 12 w 429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9" h="33">
                    <a:moveTo>
                      <a:pt x="0" y="0"/>
                    </a:moveTo>
                    <a:cubicBezTo>
                      <a:pt x="47" y="29"/>
                      <a:pt x="143" y="11"/>
                      <a:pt x="197" y="14"/>
                    </a:cubicBezTo>
                    <a:cubicBezTo>
                      <a:pt x="274" y="17"/>
                      <a:pt x="351" y="4"/>
                      <a:pt x="429" y="2"/>
                    </a:cubicBezTo>
                    <a:cubicBezTo>
                      <a:pt x="381" y="17"/>
                      <a:pt x="344" y="31"/>
                      <a:pt x="293" y="31"/>
                    </a:cubicBezTo>
                    <a:cubicBezTo>
                      <a:pt x="249" y="31"/>
                      <a:pt x="206" y="33"/>
                      <a:pt x="162" y="31"/>
                    </a:cubicBezTo>
                    <a:cubicBezTo>
                      <a:pt x="128" y="29"/>
                      <a:pt x="91" y="32"/>
                      <a:pt x="57" y="24"/>
                    </a:cubicBezTo>
                    <a:cubicBezTo>
                      <a:pt x="37" y="19"/>
                      <a:pt x="25" y="5"/>
                      <a:pt x="7" y="0"/>
                    </a:cubicBezTo>
                  </a:path>
                </a:pathLst>
              </a:custGeom>
              <a:solidFill>
                <a:srgbClr val="F98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26" name="Freeform 1404">
                <a:extLst>
                  <a:ext uri="{FF2B5EF4-FFF2-40B4-BE49-F238E27FC236}">
                    <a16:creationId xmlns:a16="http://schemas.microsoft.com/office/drawing/2014/main" id="{03DDB0C7-8DF9-4B02-97E2-04A43326A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273"/>
                <a:ext cx="299" cy="11"/>
              </a:xfrm>
              <a:custGeom>
                <a:avLst/>
                <a:gdLst>
                  <a:gd name="T0" fmla="*/ 1 w 248"/>
                  <a:gd name="T1" fmla="*/ 9 h 9"/>
                  <a:gd name="T2" fmla="*/ 86 w 248"/>
                  <a:gd name="T3" fmla="*/ 11 h 9"/>
                  <a:gd name="T4" fmla="*/ 222 w 248"/>
                  <a:gd name="T5" fmla="*/ 13 h 9"/>
                  <a:gd name="T6" fmla="*/ 434 w 248"/>
                  <a:gd name="T7" fmla="*/ 0 h 9"/>
                  <a:gd name="T8" fmla="*/ 309 w 248"/>
                  <a:gd name="T9" fmla="*/ 2 h 9"/>
                  <a:gd name="T10" fmla="*/ 184 w 248"/>
                  <a:gd name="T11" fmla="*/ 2 h 9"/>
                  <a:gd name="T12" fmla="*/ 54 w 248"/>
                  <a:gd name="T13" fmla="*/ 7 h 9"/>
                  <a:gd name="T14" fmla="*/ 0 w 248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8" h="9">
                    <a:moveTo>
                      <a:pt x="1" y="5"/>
                    </a:moveTo>
                    <a:cubicBezTo>
                      <a:pt x="17" y="5"/>
                      <a:pt x="33" y="5"/>
                      <a:pt x="49" y="6"/>
                    </a:cubicBezTo>
                    <a:cubicBezTo>
                      <a:pt x="75" y="7"/>
                      <a:pt x="101" y="6"/>
                      <a:pt x="127" y="7"/>
                    </a:cubicBezTo>
                    <a:cubicBezTo>
                      <a:pt x="168" y="9"/>
                      <a:pt x="211" y="6"/>
                      <a:pt x="248" y="0"/>
                    </a:cubicBezTo>
                    <a:cubicBezTo>
                      <a:pt x="224" y="0"/>
                      <a:pt x="200" y="2"/>
                      <a:pt x="176" y="2"/>
                    </a:cubicBezTo>
                    <a:cubicBezTo>
                      <a:pt x="153" y="2"/>
                      <a:pt x="128" y="2"/>
                      <a:pt x="105" y="2"/>
                    </a:cubicBezTo>
                    <a:cubicBezTo>
                      <a:pt x="80" y="2"/>
                      <a:pt x="56" y="3"/>
                      <a:pt x="31" y="4"/>
                    </a:cubicBezTo>
                    <a:cubicBezTo>
                      <a:pt x="22" y="4"/>
                      <a:pt x="7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27" name="Freeform 1405">
                <a:extLst>
                  <a:ext uri="{FF2B5EF4-FFF2-40B4-BE49-F238E27FC236}">
                    <a16:creationId xmlns:a16="http://schemas.microsoft.com/office/drawing/2014/main" id="{E28170F6-C6A4-4EBE-B0AC-7A61FD088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985"/>
                <a:ext cx="1114" cy="986"/>
              </a:xfrm>
              <a:custGeom>
                <a:avLst/>
                <a:gdLst>
                  <a:gd name="T0" fmla="*/ 1591 w 925"/>
                  <a:gd name="T1" fmla="*/ 762 h 815"/>
                  <a:gd name="T2" fmla="*/ 7 w 925"/>
                  <a:gd name="T3" fmla="*/ 36 h 815"/>
                  <a:gd name="T4" fmla="*/ 1 w 925"/>
                  <a:gd name="T5" fmla="*/ 36 h 815"/>
                  <a:gd name="T6" fmla="*/ 1 w 925"/>
                  <a:gd name="T7" fmla="*/ 323 h 815"/>
                  <a:gd name="T8" fmla="*/ 8 w 925"/>
                  <a:gd name="T9" fmla="*/ 327 h 815"/>
                  <a:gd name="T10" fmla="*/ 6 w 925"/>
                  <a:gd name="T11" fmla="*/ 327 h 815"/>
                  <a:gd name="T12" fmla="*/ 164 w 925"/>
                  <a:gd name="T13" fmla="*/ 382 h 815"/>
                  <a:gd name="T14" fmla="*/ 164 w 925"/>
                  <a:gd name="T15" fmla="*/ 382 h 815"/>
                  <a:gd name="T16" fmla="*/ 236 w 925"/>
                  <a:gd name="T17" fmla="*/ 542 h 815"/>
                  <a:gd name="T18" fmla="*/ 229 w 925"/>
                  <a:gd name="T19" fmla="*/ 540 h 815"/>
                  <a:gd name="T20" fmla="*/ 165 w 925"/>
                  <a:gd name="T21" fmla="*/ 684 h 815"/>
                  <a:gd name="T22" fmla="*/ 163 w 925"/>
                  <a:gd name="T23" fmla="*/ 686 h 815"/>
                  <a:gd name="T24" fmla="*/ 2 w 925"/>
                  <a:gd name="T25" fmla="*/ 726 h 815"/>
                  <a:gd name="T26" fmla="*/ 1 w 925"/>
                  <a:gd name="T27" fmla="*/ 726 h 815"/>
                  <a:gd name="T28" fmla="*/ 1 w 925"/>
                  <a:gd name="T29" fmla="*/ 727 h 815"/>
                  <a:gd name="T30" fmla="*/ 1 w 925"/>
                  <a:gd name="T31" fmla="*/ 727 h 815"/>
                  <a:gd name="T32" fmla="*/ 1 w 925"/>
                  <a:gd name="T33" fmla="*/ 728 h 815"/>
                  <a:gd name="T34" fmla="*/ 1 w 925"/>
                  <a:gd name="T35" fmla="*/ 1443 h 815"/>
                  <a:gd name="T36" fmla="*/ 0 w 925"/>
                  <a:gd name="T37" fmla="*/ 1443 h 815"/>
                  <a:gd name="T38" fmla="*/ 7 w 925"/>
                  <a:gd name="T39" fmla="*/ 1443 h 815"/>
                  <a:gd name="T40" fmla="*/ 1591 w 925"/>
                  <a:gd name="T41" fmla="*/ 762 h 8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5" h="815">
                    <a:moveTo>
                      <a:pt x="911" y="431"/>
                    </a:moveTo>
                    <a:cubicBezTo>
                      <a:pt x="895" y="0"/>
                      <a:pt x="163" y="21"/>
                      <a:pt x="4" y="21"/>
                    </a:cubicBezTo>
                    <a:cubicBezTo>
                      <a:pt x="3" y="21"/>
                      <a:pt x="2" y="21"/>
                      <a:pt x="1" y="21"/>
                    </a:cubicBezTo>
                    <a:cubicBezTo>
                      <a:pt x="1" y="183"/>
                      <a:pt x="1" y="183"/>
                      <a:pt x="1" y="183"/>
                    </a:cubicBezTo>
                    <a:cubicBezTo>
                      <a:pt x="2" y="183"/>
                      <a:pt x="3" y="184"/>
                      <a:pt x="5" y="184"/>
                    </a:cubicBezTo>
                    <a:cubicBezTo>
                      <a:pt x="3" y="184"/>
                      <a:pt x="3" y="184"/>
                      <a:pt x="3" y="184"/>
                    </a:cubicBezTo>
                    <a:cubicBezTo>
                      <a:pt x="35" y="241"/>
                      <a:pt x="91" y="217"/>
                      <a:pt x="94" y="216"/>
                    </a:cubicBezTo>
                    <a:cubicBezTo>
                      <a:pt x="94" y="216"/>
                      <a:pt x="93" y="215"/>
                      <a:pt x="94" y="216"/>
                    </a:cubicBezTo>
                    <a:cubicBezTo>
                      <a:pt x="91" y="295"/>
                      <a:pt x="135" y="307"/>
                      <a:pt x="135" y="306"/>
                    </a:cubicBezTo>
                    <a:cubicBezTo>
                      <a:pt x="135" y="307"/>
                      <a:pt x="131" y="305"/>
                      <a:pt x="131" y="305"/>
                    </a:cubicBezTo>
                    <a:cubicBezTo>
                      <a:pt x="78" y="331"/>
                      <a:pt x="92" y="377"/>
                      <a:pt x="95" y="386"/>
                    </a:cubicBezTo>
                    <a:cubicBezTo>
                      <a:pt x="95" y="387"/>
                      <a:pt x="94" y="387"/>
                      <a:pt x="93" y="388"/>
                    </a:cubicBezTo>
                    <a:cubicBezTo>
                      <a:pt x="45" y="360"/>
                      <a:pt x="9" y="401"/>
                      <a:pt x="2" y="410"/>
                    </a:cubicBezTo>
                    <a:cubicBezTo>
                      <a:pt x="2" y="410"/>
                      <a:pt x="2" y="410"/>
                      <a:pt x="1" y="410"/>
                    </a:cubicBezTo>
                    <a:cubicBezTo>
                      <a:pt x="1" y="411"/>
                      <a:pt x="1" y="411"/>
                      <a:pt x="1" y="411"/>
                    </a:cubicBezTo>
                    <a:cubicBezTo>
                      <a:pt x="1" y="411"/>
                      <a:pt x="1" y="411"/>
                      <a:pt x="1" y="411"/>
                    </a:cubicBezTo>
                    <a:cubicBezTo>
                      <a:pt x="1" y="411"/>
                      <a:pt x="1" y="411"/>
                      <a:pt x="1" y="412"/>
                    </a:cubicBezTo>
                    <a:cubicBezTo>
                      <a:pt x="1" y="815"/>
                      <a:pt x="1" y="815"/>
                      <a:pt x="1" y="815"/>
                    </a:cubicBezTo>
                    <a:cubicBezTo>
                      <a:pt x="0" y="815"/>
                      <a:pt x="0" y="815"/>
                      <a:pt x="0" y="815"/>
                    </a:cubicBezTo>
                    <a:cubicBezTo>
                      <a:pt x="1" y="815"/>
                      <a:pt x="3" y="815"/>
                      <a:pt x="4" y="815"/>
                    </a:cubicBezTo>
                    <a:cubicBezTo>
                      <a:pt x="163" y="815"/>
                      <a:pt x="925" y="807"/>
                      <a:pt x="911" y="43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28" name="Freeform 1406">
                <a:extLst>
                  <a:ext uri="{FF2B5EF4-FFF2-40B4-BE49-F238E27FC236}">
                    <a16:creationId xmlns:a16="http://schemas.microsoft.com/office/drawing/2014/main" id="{51114AA7-8703-4313-BCD3-2D11696C8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086"/>
                <a:ext cx="562" cy="403"/>
              </a:xfrm>
              <a:custGeom>
                <a:avLst/>
                <a:gdLst>
                  <a:gd name="T0" fmla="*/ 84 w 467"/>
                  <a:gd name="T1" fmla="*/ 85 h 333"/>
                  <a:gd name="T2" fmla="*/ 20 w 467"/>
                  <a:gd name="T3" fmla="*/ 154 h 333"/>
                  <a:gd name="T4" fmla="*/ 19 w 467"/>
                  <a:gd name="T5" fmla="*/ 242 h 333"/>
                  <a:gd name="T6" fmla="*/ 114 w 467"/>
                  <a:gd name="T7" fmla="*/ 363 h 333"/>
                  <a:gd name="T8" fmla="*/ 177 w 467"/>
                  <a:gd name="T9" fmla="*/ 416 h 333"/>
                  <a:gd name="T10" fmla="*/ 276 w 467"/>
                  <a:gd name="T11" fmla="*/ 474 h 333"/>
                  <a:gd name="T12" fmla="*/ 491 w 467"/>
                  <a:gd name="T13" fmla="*/ 566 h 333"/>
                  <a:gd name="T14" fmla="*/ 682 w 467"/>
                  <a:gd name="T15" fmla="*/ 566 h 333"/>
                  <a:gd name="T16" fmla="*/ 781 w 467"/>
                  <a:gd name="T17" fmla="*/ 488 h 333"/>
                  <a:gd name="T18" fmla="*/ 805 w 467"/>
                  <a:gd name="T19" fmla="*/ 336 h 333"/>
                  <a:gd name="T20" fmla="*/ 643 w 467"/>
                  <a:gd name="T21" fmla="*/ 82 h 333"/>
                  <a:gd name="T22" fmla="*/ 276 w 467"/>
                  <a:gd name="T23" fmla="*/ 25 h 333"/>
                  <a:gd name="T24" fmla="*/ 144 w 467"/>
                  <a:gd name="T25" fmla="*/ 74 h 333"/>
                  <a:gd name="T26" fmla="*/ 143 w 467"/>
                  <a:gd name="T27" fmla="*/ 74 h 3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7" h="333">
                    <a:moveTo>
                      <a:pt x="48" y="48"/>
                    </a:moveTo>
                    <a:cubicBezTo>
                      <a:pt x="31" y="56"/>
                      <a:pt x="22" y="73"/>
                      <a:pt x="12" y="87"/>
                    </a:cubicBezTo>
                    <a:cubicBezTo>
                      <a:pt x="0" y="104"/>
                      <a:pt x="0" y="117"/>
                      <a:pt x="11" y="136"/>
                    </a:cubicBezTo>
                    <a:cubicBezTo>
                      <a:pt x="27" y="162"/>
                      <a:pt x="44" y="184"/>
                      <a:pt x="66" y="205"/>
                    </a:cubicBezTo>
                    <a:cubicBezTo>
                      <a:pt x="78" y="215"/>
                      <a:pt x="88" y="226"/>
                      <a:pt x="101" y="235"/>
                    </a:cubicBezTo>
                    <a:cubicBezTo>
                      <a:pt x="120" y="247"/>
                      <a:pt x="139" y="258"/>
                      <a:pt x="158" y="268"/>
                    </a:cubicBezTo>
                    <a:cubicBezTo>
                      <a:pt x="199" y="289"/>
                      <a:pt x="236" y="310"/>
                      <a:pt x="282" y="320"/>
                    </a:cubicBezTo>
                    <a:cubicBezTo>
                      <a:pt x="316" y="327"/>
                      <a:pt x="357" y="333"/>
                      <a:pt x="391" y="320"/>
                    </a:cubicBezTo>
                    <a:cubicBezTo>
                      <a:pt x="413" y="311"/>
                      <a:pt x="434" y="294"/>
                      <a:pt x="448" y="275"/>
                    </a:cubicBezTo>
                    <a:cubicBezTo>
                      <a:pt x="467" y="250"/>
                      <a:pt x="466" y="219"/>
                      <a:pt x="462" y="190"/>
                    </a:cubicBezTo>
                    <a:cubicBezTo>
                      <a:pt x="455" y="129"/>
                      <a:pt x="425" y="74"/>
                      <a:pt x="369" y="46"/>
                    </a:cubicBezTo>
                    <a:cubicBezTo>
                      <a:pt x="304" y="14"/>
                      <a:pt x="230" y="0"/>
                      <a:pt x="158" y="14"/>
                    </a:cubicBezTo>
                    <a:cubicBezTo>
                      <a:pt x="131" y="20"/>
                      <a:pt x="109" y="34"/>
                      <a:pt x="83" y="41"/>
                    </a:cubicBezTo>
                    <a:cubicBezTo>
                      <a:pt x="82" y="41"/>
                      <a:pt x="82" y="41"/>
                      <a:pt x="82" y="41"/>
                    </a:cubicBezTo>
                  </a:path>
                </a:pathLst>
              </a:custGeom>
              <a:solidFill>
                <a:srgbClr val="BC5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29" name="Freeform 1407">
                <a:extLst>
                  <a:ext uri="{FF2B5EF4-FFF2-40B4-BE49-F238E27FC236}">
                    <a16:creationId xmlns:a16="http://schemas.microsoft.com/office/drawing/2014/main" id="{1B57F512-2E5B-496E-B35D-DC67FA217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131"/>
                <a:ext cx="512" cy="320"/>
              </a:xfrm>
              <a:custGeom>
                <a:avLst/>
                <a:gdLst>
                  <a:gd name="T0" fmla="*/ 707 w 425"/>
                  <a:gd name="T1" fmla="*/ 330 h 265"/>
                  <a:gd name="T2" fmla="*/ 565 w 425"/>
                  <a:gd name="T3" fmla="*/ 325 h 265"/>
                  <a:gd name="T4" fmla="*/ 399 w 425"/>
                  <a:gd name="T5" fmla="*/ 316 h 265"/>
                  <a:gd name="T6" fmla="*/ 340 w 425"/>
                  <a:gd name="T7" fmla="*/ 283 h 265"/>
                  <a:gd name="T8" fmla="*/ 311 w 425"/>
                  <a:gd name="T9" fmla="*/ 211 h 265"/>
                  <a:gd name="T10" fmla="*/ 393 w 425"/>
                  <a:gd name="T11" fmla="*/ 171 h 265"/>
                  <a:gd name="T12" fmla="*/ 473 w 425"/>
                  <a:gd name="T13" fmla="*/ 175 h 265"/>
                  <a:gd name="T14" fmla="*/ 563 w 425"/>
                  <a:gd name="T15" fmla="*/ 141 h 265"/>
                  <a:gd name="T16" fmla="*/ 714 w 425"/>
                  <a:gd name="T17" fmla="*/ 99 h 265"/>
                  <a:gd name="T18" fmla="*/ 441 w 425"/>
                  <a:gd name="T19" fmla="*/ 1 h 265"/>
                  <a:gd name="T20" fmla="*/ 296 w 425"/>
                  <a:gd name="T21" fmla="*/ 12 h 265"/>
                  <a:gd name="T22" fmla="*/ 154 w 425"/>
                  <a:gd name="T23" fmla="*/ 23 h 265"/>
                  <a:gd name="T24" fmla="*/ 83 w 425"/>
                  <a:gd name="T25" fmla="*/ 34 h 265"/>
                  <a:gd name="T26" fmla="*/ 6 w 425"/>
                  <a:gd name="T27" fmla="*/ 97 h 265"/>
                  <a:gd name="T28" fmla="*/ 34 w 425"/>
                  <a:gd name="T29" fmla="*/ 223 h 265"/>
                  <a:gd name="T30" fmla="*/ 164 w 425"/>
                  <a:gd name="T31" fmla="*/ 359 h 265"/>
                  <a:gd name="T32" fmla="*/ 345 w 425"/>
                  <a:gd name="T33" fmla="*/ 443 h 265"/>
                  <a:gd name="T34" fmla="*/ 587 w 425"/>
                  <a:gd name="T35" fmla="*/ 441 h 265"/>
                  <a:gd name="T36" fmla="*/ 701 w 425"/>
                  <a:gd name="T37" fmla="*/ 385 h 265"/>
                  <a:gd name="T38" fmla="*/ 725 w 425"/>
                  <a:gd name="T39" fmla="*/ 331 h 2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5" h="265">
                    <a:moveTo>
                      <a:pt x="404" y="187"/>
                    </a:moveTo>
                    <a:cubicBezTo>
                      <a:pt x="387" y="171"/>
                      <a:pt x="350" y="163"/>
                      <a:pt x="323" y="185"/>
                    </a:cubicBezTo>
                    <a:cubicBezTo>
                      <a:pt x="298" y="206"/>
                      <a:pt x="276" y="164"/>
                      <a:pt x="228" y="180"/>
                    </a:cubicBezTo>
                    <a:cubicBezTo>
                      <a:pt x="216" y="184"/>
                      <a:pt x="204" y="172"/>
                      <a:pt x="194" y="161"/>
                    </a:cubicBezTo>
                    <a:cubicBezTo>
                      <a:pt x="187" y="152"/>
                      <a:pt x="176" y="132"/>
                      <a:pt x="178" y="120"/>
                    </a:cubicBezTo>
                    <a:cubicBezTo>
                      <a:pt x="180" y="97"/>
                      <a:pt x="207" y="97"/>
                      <a:pt x="225" y="98"/>
                    </a:cubicBezTo>
                    <a:cubicBezTo>
                      <a:pt x="257" y="100"/>
                      <a:pt x="238" y="97"/>
                      <a:pt x="271" y="99"/>
                    </a:cubicBezTo>
                    <a:cubicBezTo>
                      <a:pt x="291" y="99"/>
                      <a:pt x="303" y="72"/>
                      <a:pt x="322" y="80"/>
                    </a:cubicBezTo>
                    <a:cubicBezTo>
                      <a:pt x="370" y="101"/>
                      <a:pt x="425" y="81"/>
                      <a:pt x="408" y="56"/>
                    </a:cubicBezTo>
                    <a:cubicBezTo>
                      <a:pt x="375" y="4"/>
                      <a:pt x="307" y="2"/>
                      <a:pt x="252" y="1"/>
                    </a:cubicBezTo>
                    <a:cubicBezTo>
                      <a:pt x="224" y="0"/>
                      <a:pt x="197" y="6"/>
                      <a:pt x="169" y="7"/>
                    </a:cubicBezTo>
                    <a:cubicBezTo>
                      <a:pt x="141" y="7"/>
                      <a:pt x="116" y="8"/>
                      <a:pt x="88" y="13"/>
                    </a:cubicBezTo>
                    <a:cubicBezTo>
                      <a:pt x="63" y="18"/>
                      <a:pt x="72" y="12"/>
                      <a:pt x="47" y="19"/>
                    </a:cubicBezTo>
                    <a:cubicBezTo>
                      <a:pt x="33" y="23"/>
                      <a:pt x="5" y="41"/>
                      <a:pt x="3" y="55"/>
                    </a:cubicBezTo>
                    <a:cubicBezTo>
                      <a:pt x="0" y="80"/>
                      <a:pt x="5" y="107"/>
                      <a:pt x="19" y="127"/>
                    </a:cubicBezTo>
                    <a:cubicBezTo>
                      <a:pt x="40" y="157"/>
                      <a:pt x="64" y="183"/>
                      <a:pt x="94" y="204"/>
                    </a:cubicBezTo>
                    <a:cubicBezTo>
                      <a:pt x="124" y="226"/>
                      <a:pt x="162" y="242"/>
                      <a:pt x="197" y="252"/>
                    </a:cubicBezTo>
                    <a:cubicBezTo>
                      <a:pt x="243" y="265"/>
                      <a:pt x="289" y="257"/>
                      <a:pt x="335" y="250"/>
                    </a:cubicBezTo>
                    <a:cubicBezTo>
                      <a:pt x="362" y="245"/>
                      <a:pt x="383" y="242"/>
                      <a:pt x="401" y="219"/>
                    </a:cubicBezTo>
                    <a:cubicBezTo>
                      <a:pt x="408" y="209"/>
                      <a:pt x="409" y="198"/>
                      <a:pt x="415" y="188"/>
                    </a:cubicBezTo>
                  </a:path>
                </a:pathLst>
              </a:custGeom>
              <a:solidFill>
                <a:srgbClr val="B14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30" name="Freeform 1408">
                <a:extLst>
                  <a:ext uri="{FF2B5EF4-FFF2-40B4-BE49-F238E27FC236}">
                    <a16:creationId xmlns:a16="http://schemas.microsoft.com/office/drawing/2014/main" id="{C0EBCB17-6809-4B3D-AFA4-7CF74F9FF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133"/>
                <a:ext cx="512" cy="322"/>
              </a:xfrm>
              <a:custGeom>
                <a:avLst/>
                <a:gdLst>
                  <a:gd name="T0" fmla="*/ 707 w 425"/>
                  <a:gd name="T1" fmla="*/ 332 h 266"/>
                  <a:gd name="T2" fmla="*/ 604 w 425"/>
                  <a:gd name="T3" fmla="*/ 329 h 266"/>
                  <a:gd name="T4" fmla="*/ 408 w 425"/>
                  <a:gd name="T5" fmla="*/ 329 h 266"/>
                  <a:gd name="T6" fmla="*/ 341 w 425"/>
                  <a:gd name="T7" fmla="*/ 287 h 266"/>
                  <a:gd name="T8" fmla="*/ 247 w 425"/>
                  <a:gd name="T9" fmla="*/ 188 h 266"/>
                  <a:gd name="T10" fmla="*/ 324 w 425"/>
                  <a:gd name="T11" fmla="*/ 154 h 266"/>
                  <a:gd name="T12" fmla="*/ 446 w 425"/>
                  <a:gd name="T13" fmla="*/ 140 h 266"/>
                  <a:gd name="T14" fmla="*/ 583 w 425"/>
                  <a:gd name="T15" fmla="*/ 125 h 266"/>
                  <a:gd name="T16" fmla="*/ 716 w 425"/>
                  <a:gd name="T17" fmla="*/ 99 h 266"/>
                  <a:gd name="T18" fmla="*/ 442 w 425"/>
                  <a:gd name="T19" fmla="*/ 1 h 266"/>
                  <a:gd name="T20" fmla="*/ 296 w 425"/>
                  <a:gd name="T21" fmla="*/ 12 h 266"/>
                  <a:gd name="T22" fmla="*/ 155 w 425"/>
                  <a:gd name="T23" fmla="*/ 23 h 266"/>
                  <a:gd name="T24" fmla="*/ 84 w 425"/>
                  <a:gd name="T25" fmla="*/ 35 h 266"/>
                  <a:gd name="T26" fmla="*/ 7 w 425"/>
                  <a:gd name="T27" fmla="*/ 99 h 266"/>
                  <a:gd name="T28" fmla="*/ 34 w 425"/>
                  <a:gd name="T29" fmla="*/ 225 h 266"/>
                  <a:gd name="T30" fmla="*/ 165 w 425"/>
                  <a:gd name="T31" fmla="*/ 363 h 266"/>
                  <a:gd name="T32" fmla="*/ 347 w 425"/>
                  <a:gd name="T33" fmla="*/ 448 h 266"/>
                  <a:gd name="T34" fmla="*/ 588 w 425"/>
                  <a:gd name="T35" fmla="*/ 444 h 266"/>
                  <a:gd name="T36" fmla="*/ 701 w 425"/>
                  <a:gd name="T37" fmla="*/ 390 h 266"/>
                  <a:gd name="T38" fmla="*/ 728 w 425"/>
                  <a:gd name="T39" fmla="*/ 335 h 2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5" h="266">
                    <a:moveTo>
                      <a:pt x="404" y="187"/>
                    </a:moveTo>
                    <a:cubicBezTo>
                      <a:pt x="411" y="174"/>
                      <a:pt x="371" y="164"/>
                      <a:pt x="345" y="186"/>
                    </a:cubicBezTo>
                    <a:cubicBezTo>
                      <a:pt x="319" y="207"/>
                      <a:pt x="309" y="166"/>
                      <a:pt x="233" y="186"/>
                    </a:cubicBezTo>
                    <a:cubicBezTo>
                      <a:pt x="220" y="189"/>
                      <a:pt x="205" y="173"/>
                      <a:pt x="195" y="162"/>
                    </a:cubicBezTo>
                    <a:cubicBezTo>
                      <a:pt x="188" y="153"/>
                      <a:pt x="140" y="118"/>
                      <a:pt x="141" y="106"/>
                    </a:cubicBezTo>
                    <a:cubicBezTo>
                      <a:pt x="143" y="83"/>
                      <a:pt x="167" y="86"/>
                      <a:pt x="185" y="87"/>
                    </a:cubicBezTo>
                    <a:cubicBezTo>
                      <a:pt x="217" y="88"/>
                      <a:pt x="223" y="77"/>
                      <a:pt x="255" y="79"/>
                    </a:cubicBezTo>
                    <a:cubicBezTo>
                      <a:pt x="275" y="80"/>
                      <a:pt x="273" y="111"/>
                      <a:pt x="334" y="70"/>
                    </a:cubicBezTo>
                    <a:cubicBezTo>
                      <a:pt x="378" y="41"/>
                      <a:pt x="425" y="81"/>
                      <a:pt x="409" y="56"/>
                    </a:cubicBezTo>
                    <a:cubicBezTo>
                      <a:pt x="376" y="5"/>
                      <a:pt x="308" y="2"/>
                      <a:pt x="253" y="1"/>
                    </a:cubicBezTo>
                    <a:cubicBezTo>
                      <a:pt x="225" y="0"/>
                      <a:pt x="197" y="7"/>
                      <a:pt x="169" y="7"/>
                    </a:cubicBezTo>
                    <a:cubicBezTo>
                      <a:pt x="142" y="7"/>
                      <a:pt x="116" y="8"/>
                      <a:pt x="89" y="13"/>
                    </a:cubicBezTo>
                    <a:cubicBezTo>
                      <a:pt x="64" y="19"/>
                      <a:pt x="73" y="13"/>
                      <a:pt x="48" y="20"/>
                    </a:cubicBezTo>
                    <a:cubicBezTo>
                      <a:pt x="34" y="23"/>
                      <a:pt x="6" y="41"/>
                      <a:pt x="4" y="56"/>
                    </a:cubicBezTo>
                    <a:cubicBezTo>
                      <a:pt x="0" y="80"/>
                      <a:pt x="6" y="108"/>
                      <a:pt x="19" y="127"/>
                    </a:cubicBezTo>
                    <a:cubicBezTo>
                      <a:pt x="41" y="157"/>
                      <a:pt x="65" y="183"/>
                      <a:pt x="95" y="205"/>
                    </a:cubicBezTo>
                    <a:cubicBezTo>
                      <a:pt x="124" y="226"/>
                      <a:pt x="163" y="243"/>
                      <a:pt x="198" y="253"/>
                    </a:cubicBezTo>
                    <a:cubicBezTo>
                      <a:pt x="243" y="266"/>
                      <a:pt x="290" y="257"/>
                      <a:pt x="336" y="250"/>
                    </a:cubicBezTo>
                    <a:cubicBezTo>
                      <a:pt x="363" y="246"/>
                      <a:pt x="384" y="242"/>
                      <a:pt x="401" y="220"/>
                    </a:cubicBezTo>
                    <a:cubicBezTo>
                      <a:pt x="409" y="210"/>
                      <a:pt x="410" y="199"/>
                      <a:pt x="416" y="189"/>
                    </a:cubicBezTo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31" name="Freeform 1409">
                <a:extLst>
                  <a:ext uri="{FF2B5EF4-FFF2-40B4-BE49-F238E27FC236}">
                    <a16:creationId xmlns:a16="http://schemas.microsoft.com/office/drawing/2014/main" id="{CF5E91A1-181C-4AF2-9594-F7C55CC7F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011"/>
                <a:ext cx="350" cy="960"/>
              </a:xfrm>
              <a:custGeom>
                <a:avLst/>
                <a:gdLst>
                  <a:gd name="T0" fmla="*/ 7 w 291"/>
                  <a:gd name="T1" fmla="*/ 0 h 794"/>
                  <a:gd name="T2" fmla="*/ 1 w 291"/>
                  <a:gd name="T3" fmla="*/ 0 h 794"/>
                  <a:gd name="T4" fmla="*/ 1 w 291"/>
                  <a:gd name="T5" fmla="*/ 287 h 794"/>
                  <a:gd name="T6" fmla="*/ 195 w 291"/>
                  <a:gd name="T7" fmla="*/ 417 h 794"/>
                  <a:gd name="T8" fmla="*/ 1 w 291"/>
                  <a:gd name="T9" fmla="*/ 544 h 794"/>
                  <a:gd name="T10" fmla="*/ 1 w 291"/>
                  <a:gd name="T11" fmla="*/ 1404 h 794"/>
                  <a:gd name="T12" fmla="*/ 0 w 291"/>
                  <a:gd name="T13" fmla="*/ 1404 h 794"/>
                  <a:gd name="T14" fmla="*/ 7 w 291"/>
                  <a:gd name="T15" fmla="*/ 1404 h 794"/>
                  <a:gd name="T16" fmla="*/ 506 w 291"/>
                  <a:gd name="T17" fmla="*/ 701 h 794"/>
                  <a:gd name="T18" fmla="*/ 7 w 291"/>
                  <a:gd name="T19" fmla="*/ 0 h 7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1" h="794">
                    <a:moveTo>
                      <a:pt x="4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162"/>
                      <a:pt x="1" y="162"/>
                      <a:pt x="1" y="162"/>
                    </a:cubicBezTo>
                    <a:cubicBezTo>
                      <a:pt x="100" y="163"/>
                      <a:pt x="113" y="212"/>
                      <a:pt x="112" y="236"/>
                    </a:cubicBezTo>
                    <a:cubicBezTo>
                      <a:pt x="111" y="271"/>
                      <a:pt x="100" y="307"/>
                      <a:pt x="1" y="308"/>
                    </a:cubicBezTo>
                    <a:cubicBezTo>
                      <a:pt x="1" y="794"/>
                      <a:pt x="1" y="794"/>
                      <a:pt x="1" y="794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1" y="794"/>
                      <a:pt x="3" y="794"/>
                      <a:pt x="4" y="794"/>
                    </a:cubicBezTo>
                    <a:cubicBezTo>
                      <a:pt x="163" y="794"/>
                      <a:pt x="291" y="616"/>
                      <a:pt x="291" y="397"/>
                    </a:cubicBezTo>
                    <a:cubicBezTo>
                      <a:pt x="291" y="178"/>
                      <a:pt x="163" y="0"/>
                      <a:pt x="4" y="0"/>
                    </a:cubicBezTo>
                    <a:close/>
                  </a:path>
                </a:pathLst>
              </a:custGeom>
              <a:solidFill>
                <a:srgbClr val="723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32" name="Freeform 1410">
                <a:extLst>
                  <a:ext uri="{FF2B5EF4-FFF2-40B4-BE49-F238E27FC236}">
                    <a16:creationId xmlns:a16="http://schemas.microsoft.com/office/drawing/2014/main" id="{CF4A5406-783A-48F8-A909-673662BF2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149"/>
                <a:ext cx="600" cy="469"/>
              </a:xfrm>
              <a:custGeom>
                <a:avLst/>
                <a:gdLst>
                  <a:gd name="T0" fmla="*/ 17 w 498"/>
                  <a:gd name="T1" fmla="*/ 635 h 388"/>
                  <a:gd name="T2" fmla="*/ 364 w 498"/>
                  <a:gd name="T3" fmla="*/ 618 h 388"/>
                  <a:gd name="T4" fmla="*/ 700 w 498"/>
                  <a:gd name="T5" fmla="*/ 363 h 388"/>
                  <a:gd name="T6" fmla="*/ 465 w 498"/>
                  <a:gd name="T7" fmla="*/ 79 h 388"/>
                  <a:gd name="T8" fmla="*/ 545 w 498"/>
                  <a:gd name="T9" fmla="*/ 302 h 388"/>
                  <a:gd name="T10" fmla="*/ 378 w 498"/>
                  <a:gd name="T11" fmla="*/ 334 h 388"/>
                  <a:gd name="T12" fmla="*/ 224 w 498"/>
                  <a:gd name="T13" fmla="*/ 364 h 388"/>
                  <a:gd name="T14" fmla="*/ 161 w 498"/>
                  <a:gd name="T15" fmla="*/ 376 h 388"/>
                  <a:gd name="T16" fmla="*/ 164 w 498"/>
                  <a:gd name="T17" fmla="*/ 442 h 388"/>
                  <a:gd name="T18" fmla="*/ 164 w 498"/>
                  <a:gd name="T19" fmla="*/ 436 h 388"/>
                  <a:gd name="T20" fmla="*/ 1 w 498"/>
                  <a:gd name="T21" fmla="*/ 474 h 388"/>
                  <a:gd name="T22" fmla="*/ 0 w 498"/>
                  <a:gd name="T23" fmla="*/ 484 h 388"/>
                  <a:gd name="T24" fmla="*/ 0 w 498"/>
                  <a:gd name="T25" fmla="*/ 488 h 388"/>
                  <a:gd name="T26" fmla="*/ 0 w 498"/>
                  <a:gd name="T27" fmla="*/ 625 h 388"/>
                  <a:gd name="T28" fmla="*/ 17 w 498"/>
                  <a:gd name="T29" fmla="*/ 635 h 38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8" h="388">
                    <a:moveTo>
                      <a:pt x="10" y="359"/>
                    </a:moveTo>
                    <a:cubicBezTo>
                      <a:pt x="75" y="388"/>
                      <a:pt x="144" y="373"/>
                      <a:pt x="208" y="350"/>
                    </a:cubicBezTo>
                    <a:cubicBezTo>
                      <a:pt x="285" y="322"/>
                      <a:pt x="359" y="280"/>
                      <a:pt x="400" y="205"/>
                    </a:cubicBezTo>
                    <a:cubicBezTo>
                      <a:pt x="414" y="181"/>
                      <a:pt x="498" y="0"/>
                      <a:pt x="266" y="45"/>
                    </a:cubicBezTo>
                    <a:cubicBezTo>
                      <a:pt x="237" y="51"/>
                      <a:pt x="443" y="113"/>
                      <a:pt x="311" y="171"/>
                    </a:cubicBezTo>
                    <a:cubicBezTo>
                      <a:pt x="284" y="183"/>
                      <a:pt x="246" y="182"/>
                      <a:pt x="217" y="189"/>
                    </a:cubicBezTo>
                    <a:cubicBezTo>
                      <a:pt x="188" y="196"/>
                      <a:pt x="155" y="195"/>
                      <a:pt x="128" y="206"/>
                    </a:cubicBezTo>
                    <a:cubicBezTo>
                      <a:pt x="116" y="210"/>
                      <a:pt x="104" y="211"/>
                      <a:pt x="92" y="213"/>
                    </a:cubicBezTo>
                    <a:cubicBezTo>
                      <a:pt x="87" y="229"/>
                      <a:pt x="92" y="246"/>
                      <a:pt x="94" y="251"/>
                    </a:cubicBezTo>
                    <a:cubicBezTo>
                      <a:pt x="93" y="251"/>
                      <a:pt x="95" y="247"/>
                      <a:pt x="94" y="247"/>
                    </a:cubicBezTo>
                    <a:cubicBezTo>
                      <a:pt x="43" y="220"/>
                      <a:pt x="8" y="260"/>
                      <a:pt x="1" y="268"/>
                    </a:cubicBezTo>
                    <a:cubicBezTo>
                      <a:pt x="1" y="268"/>
                      <a:pt x="1" y="274"/>
                      <a:pt x="0" y="274"/>
                    </a:cubicBezTo>
                    <a:cubicBezTo>
                      <a:pt x="0" y="276"/>
                      <a:pt x="0" y="276"/>
                      <a:pt x="0" y="276"/>
                    </a:cubicBezTo>
                    <a:cubicBezTo>
                      <a:pt x="0" y="276"/>
                      <a:pt x="0" y="354"/>
                      <a:pt x="0" y="354"/>
                    </a:cubicBezTo>
                    <a:cubicBezTo>
                      <a:pt x="3" y="356"/>
                      <a:pt x="6" y="358"/>
                      <a:pt x="10" y="359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33" name="Freeform 1411">
                <a:extLst>
                  <a:ext uri="{FF2B5EF4-FFF2-40B4-BE49-F238E27FC236}">
                    <a16:creationId xmlns:a16="http://schemas.microsoft.com/office/drawing/2014/main" id="{CE73B514-30D3-44F9-8DE7-94181FFAC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117"/>
                <a:ext cx="543" cy="433"/>
              </a:xfrm>
              <a:custGeom>
                <a:avLst/>
                <a:gdLst>
                  <a:gd name="T0" fmla="*/ 489 w 451"/>
                  <a:gd name="T1" fmla="*/ 545 h 358"/>
                  <a:gd name="T2" fmla="*/ 633 w 451"/>
                  <a:gd name="T3" fmla="*/ 460 h 358"/>
                  <a:gd name="T4" fmla="*/ 772 w 451"/>
                  <a:gd name="T5" fmla="*/ 244 h 358"/>
                  <a:gd name="T6" fmla="*/ 639 w 451"/>
                  <a:gd name="T7" fmla="*/ 160 h 358"/>
                  <a:gd name="T8" fmla="*/ 656 w 451"/>
                  <a:gd name="T9" fmla="*/ 230 h 358"/>
                  <a:gd name="T10" fmla="*/ 504 w 451"/>
                  <a:gd name="T11" fmla="*/ 377 h 358"/>
                  <a:gd name="T12" fmla="*/ 311 w 451"/>
                  <a:gd name="T13" fmla="*/ 428 h 358"/>
                  <a:gd name="T14" fmla="*/ 157 w 451"/>
                  <a:gd name="T15" fmla="*/ 454 h 358"/>
                  <a:gd name="T16" fmla="*/ 161 w 451"/>
                  <a:gd name="T17" fmla="*/ 481 h 358"/>
                  <a:gd name="T18" fmla="*/ 161 w 451"/>
                  <a:gd name="T19" fmla="*/ 481 h 358"/>
                  <a:gd name="T20" fmla="*/ 0 w 451"/>
                  <a:gd name="T21" fmla="*/ 524 h 358"/>
                  <a:gd name="T22" fmla="*/ 0 w 451"/>
                  <a:gd name="T23" fmla="*/ 524 h 358"/>
                  <a:gd name="T24" fmla="*/ 0 w 451"/>
                  <a:gd name="T25" fmla="*/ 602 h 358"/>
                  <a:gd name="T26" fmla="*/ 489 w 451"/>
                  <a:gd name="T27" fmla="*/ 545 h 3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51" h="358">
                    <a:moveTo>
                      <a:pt x="280" y="308"/>
                    </a:moveTo>
                    <a:cubicBezTo>
                      <a:pt x="312" y="296"/>
                      <a:pt x="341" y="286"/>
                      <a:pt x="363" y="260"/>
                    </a:cubicBezTo>
                    <a:cubicBezTo>
                      <a:pt x="372" y="249"/>
                      <a:pt x="451" y="158"/>
                      <a:pt x="442" y="138"/>
                    </a:cubicBezTo>
                    <a:cubicBezTo>
                      <a:pt x="378" y="0"/>
                      <a:pt x="261" y="23"/>
                      <a:pt x="366" y="90"/>
                    </a:cubicBezTo>
                    <a:cubicBezTo>
                      <a:pt x="378" y="97"/>
                      <a:pt x="347" y="113"/>
                      <a:pt x="376" y="130"/>
                    </a:cubicBezTo>
                    <a:cubicBezTo>
                      <a:pt x="410" y="148"/>
                      <a:pt x="342" y="199"/>
                      <a:pt x="289" y="213"/>
                    </a:cubicBezTo>
                    <a:cubicBezTo>
                      <a:pt x="254" y="221"/>
                      <a:pt x="211" y="228"/>
                      <a:pt x="178" y="242"/>
                    </a:cubicBezTo>
                    <a:cubicBezTo>
                      <a:pt x="159" y="250"/>
                      <a:pt x="123" y="254"/>
                      <a:pt x="90" y="256"/>
                    </a:cubicBezTo>
                    <a:cubicBezTo>
                      <a:pt x="90" y="264"/>
                      <a:pt x="91" y="270"/>
                      <a:pt x="92" y="272"/>
                    </a:cubicBezTo>
                    <a:cubicBezTo>
                      <a:pt x="92" y="273"/>
                      <a:pt x="93" y="272"/>
                      <a:pt x="92" y="272"/>
                    </a:cubicBezTo>
                    <a:cubicBezTo>
                      <a:pt x="44" y="244"/>
                      <a:pt x="7" y="287"/>
                      <a:pt x="0" y="296"/>
                    </a:cubicBezTo>
                    <a:cubicBezTo>
                      <a:pt x="0" y="296"/>
                      <a:pt x="0" y="296"/>
                      <a:pt x="0" y="296"/>
                    </a:cubicBezTo>
                    <a:cubicBezTo>
                      <a:pt x="0" y="341"/>
                      <a:pt x="0" y="341"/>
                      <a:pt x="0" y="341"/>
                    </a:cubicBezTo>
                    <a:cubicBezTo>
                      <a:pt x="49" y="358"/>
                      <a:pt x="231" y="325"/>
                      <a:pt x="280" y="308"/>
                    </a:cubicBezTo>
                    <a:close/>
                  </a:path>
                </a:pathLst>
              </a:custGeom>
              <a:solidFill>
                <a:srgbClr val="BF1C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34" name="Rectangle 1412">
                <a:extLst>
                  <a:ext uri="{FF2B5EF4-FFF2-40B4-BE49-F238E27FC236}">
                    <a16:creationId xmlns:a16="http://schemas.microsoft.com/office/drawing/2014/main" id="{2954B13A-E274-4FC0-9D4D-AA036BED2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1164"/>
                <a:ext cx="844" cy="43"/>
              </a:xfrm>
              <a:prstGeom prst="rect">
                <a:avLst/>
              </a:pr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35" name="Freeform 1413">
                <a:extLst>
                  <a:ext uri="{FF2B5EF4-FFF2-40B4-BE49-F238E27FC236}">
                    <a16:creationId xmlns:a16="http://schemas.microsoft.com/office/drawing/2014/main" id="{A85BF7EE-C2A8-410B-B74D-C23D47D2C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336"/>
                <a:ext cx="843" cy="481"/>
              </a:xfrm>
              <a:custGeom>
                <a:avLst/>
                <a:gdLst>
                  <a:gd name="T0" fmla="*/ 1222 w 700"/>
                  <a:gd name="T1" fmla="*/ 706 h 397"/>
                  <a:gd name="T2" fmla="*/ 0 w 700"/>
                  <a:gd name="T3" fmla="*/ 706 h 397"/>
                  <a:gd name="T4" fmla="*/ 0 w 700"/>
                  <a:gd name="T5" fmla="*/ 213 h 397"/>
                  <a:gd name="T6" fmla="*/ 737 w 700"/>
                  <a:gd name="T7" fmla="*/ 0 h 397"/>
                  <a:gd name="T8" fmla="*/ 1222 w 700"/>
                  <a:gd name="T9" fmla="*/ 69 h 397"/>
                  <a:gd name="T10" fmla="*/ 1222 w 700"/>
                  <a:gd name="T11" fmla="*/ 706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0" h="397">
                    <a:moveTo>
                      <a:pt x="700" y="397"/>
                    </a:moveTo>
                    <a:cubicBezTo>
                      <a:pt x="0" y="397"/>
                      <a:pt x="0" y="397"/>
                      <a:pt x="0" y="397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09" y="113"/>
                      <a:pt x="309" y="68"/>
                      <a:pt x="422" y="0"/>
                    </a:cubicBezTo>
                    <a:cubicBezTo>
                      <a:pt x="506" y="33"/>
                      <a:pt x="594" y="39"/>
                      <a:pt x="700" y="39"/>
                    </a:cubicBezTo>
                    <a:lnTo>
                      <a:pt x="700" y="397"/>
                    </a:lnTo>
                    <a:close/>
                  </a:path>
                </a:pathLst>
              </a:cu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36" name="Freeform 1414">
                <a:extLst>
                  <a:ext uri="{FF2B5EF4-FFF2-40B4-BE49-F238E27FC236}">
                    <a16:creationId xmlns:a16="http://schemas.microsoft.com/office/drawing/2014/main" id="{0CEF1305-E5AE-4C7B-866C-E5C55DEDC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146"/>
                <a:ext cx="101" cy="118"/>
              </a:xfrm>
              <a:custGeom>
                <a:avLst/>
                <a:gdLst>
                  <a:gd name="T0" fmla="*/ 0 w 84"/>
                  <a:gd name="T1" fmla="*/ 90 h 97"/>
                  <a:gd name="T2" fmla="*/ 145 w 84"/>
                  <a:gd name="T3" fmla="*/ 86 h 97"/>
                  <a:gd name="T4" fmla="*/ 0 w 84"/>
                  <a:gd name="T5" fmla="*/ 90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7">
                    <a:moveTo>
                      <a:pt x="0" y="50"/>
                    </a:moveTo>
                    <a:cubicBezTo>
                      <a:pt x="0" y="50"/>
                      <a:pt x="30" y="0"/>
                      <a:pt x="84" y="48"/>
                    </a:cubicBezTo>
                    <a:cubicBezTo>
                      <a:pt x="84" y="48"/>
                      <a:pt x="49" y="97"/>
                      <a:pt x="0" y="50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37" name="Oval 1415">
                <a:extLst>
                  <a:ext uri="{FF2B5EF4-FFF2-40B4-BE49-F238E27FC236}">
                    <a16:creationId xmlns:a16="http://schemas.microsoft.com/office/drawing/2014/main" id="{EBDAF004-1874-4547-94BB-0C4881C96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38" name="Freeform 1416">
                <a:extLst>
                  <a:ext uri="{FF2B5EF4-FFF2-40B4-BE49-F238E27FC236}">
                    <a16:creationId xmlns:a16="http://schemas.microsoft.com/office/drawing/2014/main" id="{817B9E3B-5668-42FD-98D4-ED95DEBA5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161"/>
                <a:ext cx="141" cy="101"/>
              </a:xfrm>
              <a:custGeom>
                <a:avLst/>
                <a:gdLst>
                  <a:gd name="T0" fmla="*/ 0 w 117"/>
                  <a:gd name="T1" fmla="*/ 64 h 84"/>
                  <a:gd name="T2" fmla="*/ 205 w 117"/>
                  <a:gd name="T3" fmla="*/ 66 h 84"/>
                  <a:gd name="T4" fmla="*/ 0 w 117"/>
                  <a:gd name="T5" fmla="*/ 64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84">
                    <a:moveTo>
                      <a:pt x="0" y="37"/>
                    </a:moveTo>
                    <a:cubicBezTo>
                      <a:pt x="0" y="37"/>
                      <a:pt x="62" y="0"/>
                      <a:pt x="117" y="38"/>
                    </a:cubicBezTo>
                    <a:cubicBezTo>
                      <a:pt x="117" y="38"/>
                      <a:pt x="59" y="84"/>
                      <a:pt x="0" y="3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39" name="Oval 1417">
                <a:extLst>
                  <a:ext uri="{FF2B5EF4-FFF2-40B4-BE49-F238E27FC236}">
                    <a16:creationId xmlns:a16="http://schemas.microsoft.com/office/drawing/2014/main" id="{1938A7D1-5687-4E82-91C4-E9EEBAD95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40" name="Freeform 1418">
                <a:extLst>
                  <a:ext uri="{FF2B5EF4-FFF2-40B4-BE49-F238E27FC236}">
                    <a16:creationId xmlns:a16="http://schemas.microsoft.com/office/drawing/2014/main" id="{F1B120AF-321A-4710-9CF3-0F1AF8CE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148"/>
                <a:ext cx="103" cy="116"/>
              </a:xfrm>
              <a:custGeom>
                <a:avLst/>
                <a:gdLst>
                  <a:gd name="T0" fmla="*/ 0 w 86"/>
                  <a:gd name="T1" fmla="*/ 86 h 96"/>
                  <a:gd name="T2" fmla="*/ 147 w 86"/>
                  <a:gd name="T3" fmla="*/ 86 h 96"/>
                  <a:gd name="T4" fmla="*/ 0 w 86"/>
                  <a:gd name="T5" fmla="*/ 8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96">
                    <a:moveTo>
                      <a:pt x="0" y="49"/>
                    </a:moveTo>
                    <a:cubicBezTo>
                      <a:pt x="0" y="49"/>
                      <a:pt x="32" y="0"/>
                      <a:pt x="86" y="49"/>
                    </a:cubicBezTo>
                    <a:cubicBezTo>
                      <a:pt x="86" y="49"/>
                      <a:pt x="49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41" name="Oval 1419">
                <a:extLst>
                  <a:ext uri="{FF2B5EF4-FFF2-40B4-BE49-F238E27FC236}">
                    <a16:creationId xmlns:a16="http://schemas.microsoft.com/office/drawing/2014/main" id="{4CF7D2E0-B147-4363-BEA9-FB72B1A9D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9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42" name="Freeform 1420">
                <a:extLst>
                  <a:ext uri="{FF2B5EF4-FFF2-40B4-BE49-F238E27FC236}">
                    <a16:creationId xmlns:a16="http://schemas.microsoft.com/office/drawing/2014/main" id="{38C78BF3-39A8-4937-9E44-0E79A9DF2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149"/>
                <a:ext cx="129" cy="115"/>
              </a:xfrm>
              <a:custGeom>
                <a:avLst/>
                <a:gdLst>
                  <a:gd name="T0" fmla="*/ 0 w 107"/>
                  <a:gd name="T1" fmla="*/ 85 h 95"/>
                  <a:gd name="T2" fmla="*/ 188 w 107"/>
                  <a:gd name="T3" fmla="*/ 85 h 95"/>
                  <a:gd name="T4" fmla="*/ 0 w 107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95">
                    <a:moveTo>
                      <a:pt x="0" y="48"/>
                    </a:moveTo>
                    <a:cubicBezTo>
                      <a:pt x="0" y="48"/>
                      <a:pt x="53" y="0"/>
                      <a:pt x="107" y="48"/>
                    </a:cubicBezTo>
                    <a:cubicBezTo>
                      <a:pt x="107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43" name="Oval 1421">
                <a:extLst>
                  <a:ext uri="{FF2B5EF4-FFF2-40B4-BE49-F238E27FC236}">
                    <a16:creationId xmlns:a16="http://schemas.microsoft.com/office/drawing/2014/main" id="{5C3A25E5-AAE9-4E6F-BD0A-17196B052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44" name="Freeform 1422">
                <a:extLst>
                  <a:ext uri="{FF2B5EF4-FFF2-40B4-BE49-F238E27FC236}">
                    <a16:creationId xmlns:a16="http://schemas.microsoft.com/office/drawing/2014/main" id="{4C69006F-2854-434B-95E5-08DA41A8C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1149"/>
                <a:ext cx="130" cy="115"/>
              </a:xfrm>
              <a:custGeom>
                <a:avLst/>
                <a:gdLst>
                  <a:gd name="T0" fmla="*/ 0 w 108"/>
                  <a:gd name="T1" fmla="*/ 85 h 95"/>
                  <a:gd name="T2" fmla="*/ 188 w 108"/>
                  <a:gd name="T3" fmla="*/ 85 h 95"/>
                  <a:gd name="T4" fmla="*/ 0 w 108"/>
                  <a:gd name="T5" fmla="*/ 8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95">
                    <a:moveTo>
                      <a:pt x="0" y="48"/>
                    </a:moveTo>
                    <a:cubicBezTo>
                      <a:pt x="0" y="48"/>
                      <a:pt x="54" y="0"/>
                      <a:pt x="108" y="48"/>
                    </a:cubicBezTo>
                    <a:cubicBezTo>
                      <a:pt x="108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45" name="Oval 1423">
                <a:extLst>
                  <a:ext uri="{FF2B5EF4-FFF2-40B4-BE49-F238E27FC236}">
                    <a16:creationId xmlns:a16="http://schemas.microsoft.com/office/drawing/2014/main" id="{69251D41-B04C-4FEB-9AC0-BC315B94C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46" name="Freeform 1424">
                <a:extLst>
                  <a:ext uri="{FF2B5EF4-FFF2-40B4-BE49-F238E27FC236}">
                    <a16:creationId xmlns:a16="http://schemas.microsoft.com/office/drawing/2014/main" id="{CFD7EAC8-FCBA-446B-8ADE-E0BB40CEC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155"/>
                <a:ext cx="141" cy="98"/>
              </a:xfrm>
              <a:custGeom>
                <a:avLst/>
                <a:gdLst>
                  <a:gd name="T0" fmla="*/ 0 w 117"/>
                  <a:gd name="T1" fmla="*/ 76 h 81"/>
                  <a:gd name="T2" fmla="*/ 205 w 117"/>
                  <a:gd name="T3" fmla="*/ 76 h 81"/>
                  <a:gd name="T4" fmla="*/ 0 w 117"/>
                  <a:gd name="T5" fmla="*/ 76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81">
                    <a:moveTo>
                      <a:pt x="0" y="43"/>
                    </a:moveTo>
                    <a:cubicBezTo>
                      <a:pt x="0" y="43"/>
                      <a:pt x="64" y="0"/>
                      <a:pt x="117" y="43"/>
                    </a:cubicBezTo>
                    <a:cubicBezTo>
                      <a:pt x="117" y="43"/>
                      <a:pt x="53" y="81"/>
                      <a:pt x="0" y="43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47" name="Oval 1425">
                <a:extLst>
                  <a:ext uri="{FF2B5EF4-FFF2-40B4-BE49-F238E27FC236}">
                    <a16:creationId xmlns:a16="http://schemas.microsoft.com/office/drawing/2014/main" id="{19823186-09C6-461E-A162-C24BED93B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48" name="Freeform 1426">
                <a:extLst>
                  <a:ext uri="{FF2B5EF4-FFF2-40B4-BE49-F238E27FC236}">
                    <a16:creationId xmlns:a16="http://schemas.microsoft.com/office/drawing/2014/main" id="{72CB380C-FE1B-40FB-B5C3-161C5D21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1149"/>
                <a:ext cx="101" cy="128"/>
              </a:xfrm>
              <a:custGeom>
                <a:avLst/>
                <a:gdLst>
                  <a:gd name="T0" fmla="*/ 0 w 84"/>
                  <a:gd name="T1" fmla="*/ 85 h 106"/>
                  <a:gd name="T2" fmla="*/ 145 w 84"/>
                  <a:gd name="T3" fmla="*/ 85 h 106"/>
                  <a:gd name="T4" fmla="*/ 0 w 84"/>
                  <a:gd name="T5" fmla="*/ 85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06">
                    <a:moveTo>
                      <a:pt x="0" y="48"/>
                    </a:moveTo>
                    <a:cubicBezTo>
                      <a:pt x="0" y="48"/>
                      <a:pt x="29" y="0"/>
                      <a:pt x="84" y="48"/>
                    </a:cubicBezTo>
                    <a:cubicBezTo>
                      <a:pt x="84" y="48"/>
                      <a:pt x="31" y="106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49" name="Oval 1427">
                <a:extLst>
                  <a:ext uri="{FF2B5EF4-FFF2-40B4-BE49-F238E27FC236}">
                    <a16:creationId xmlns:a16="http://schemas.microsoft.com/office/drawing/2014/main" id="{1A820763-88A3-4698-BE9E-ABEF987AC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2" y="1198"/>
                <a:ext cx="35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50" name="Freeform 1428">
                <a:extLst>
                  <a:ext uri="{FF2B5EF4-FFF2-40B4-BE49-F238E27FC236}">
                    <a16:creationId xmlns:a16="http://schemas.microsoft.com/office/drawing/2014/main" id="{4704D541-45D8-4BBA-BE32-6FD1CFC98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416"/>
                <a:ext cx="105" cy="119"/>
              </a:xfrm>
              <a:custGeom>
                <a:avLst/>
                <a:gdLst>
                  <a:gd name="T0" fmla="*/ 0 w 87"/>
                  <a:gd name="T1" fmla="*/ 97 h 98"/>
                  <a:gd name="T2" fmla="*/ 153 w 87"/>
                  <a:gd name="T3" fmla="*/ 87 h 98"/>
                  <a:gd name="T4" fmla="*/ 0 w 87"/>
                  <a:gd name="T5" fmla="*/ 97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98">
                    <a:moveTo>
                      <a:pt x="0" y="54"/>
                    </a:moveTo>
                    <a:cubicBezTo>
                      <a:pt x="0" y="54"/>
                      <a:pt x="39" y="0"/>
                      <a:pt x="87" y="49"/>
                    </a:cubicBezTo>
                    <a:cubicBezTo>
                      <a:pt x="87" y="49"/>
                      <a:pt x="52" y="98"/>
                      <a:pt x="0" y="54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51" name="Freeform 1429">
                <a:extLst>
                  <a:ext uri="{FF2B5EF4-FFF2-40B4-BE49-F238E27FC236}">
                    <a16:creationId xmlns:a16="http://schemas.microsoft.com/office/drawing/2014/main" id="{82C5BD88-CDA0-40AB-8013-E63FBBC41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469"/>
                <a:ext cx="35" cy="18"/>
              </a:xfrm>
              <a:custGeom>
                <a:avLst/>
                <a:gdLst>
                  <a:gd name="T0" fmla="*/ 51 w 29"/>
                  <a:gd name="T1" fmla="*/ 12 h 15"/>
                  <a:gd name="T2" fmla="*/ 27 w 29"/>
                  <a:gd name="T3" fmla="*/ 26 h 15"/>
                  <a:gd name="T4" fmla="*/ 0 w 29"/>
                  <a:gd name="T5" fmla="*/ 14 h 15"/>
                  <a:gd name="T6" fmla="*/ 25 w 29"/>
                  <a:gd name="T7" fmla="*/ 0 h 15"/>
                  <a:gd name="T8" fmla="*/ 51 w 29"/>
                  <a:gd name="T9" fmla="*/ 1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5">
                    <a:moveTo>
                      <a:pt x="29" y="7"/>
                    </a:moveTo>
                    <a:cubicBezTo>
                      <a:pt x="29" y="11"/>
                      <a:pt x="23" y="14"/>
                      <a:pt x="15" y="15"/>
                    </a:cubicBezTo>
                    <a:cubicBezTo>
                      <a:pt x="7" y="15"/>
                      <a:pt x="0" y="12"/>
                      <a:pt x="0" y="8"/>
                    </a:cubicBezTo>
                    <a:cubicBezTo>
                      <a:pt x="0" y="4"/>
                      <a:pt x="6" y="1"/>
                      <a:pt x="14" y="0"/>
                    </a:cubicBezTo>
                    <a:cubicBezTo>
                      <a:pt x="22" y="0"/>
                      <a:pt x="29" y="2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52" name="Freeform 1430">
                <a:extLst>
                  <a:ext uri="{FF2B5EF4-FFF2-40B4-BE49-F238E27FC236}">
                    <a16:creationId xmlns:a16="http://schemas.microsoft.com/office/drawing/2014/main" id="{142B85E2-63ED-4411-973E-9A5827AC6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406"/>
                <a:ext cx="134" cy="114"/>
              </a:xfrm>
              <a:custGeom>
                <a:avLst/>
                <a:gdLst>
                  <a:gd name="T0" fmla="*/ 0 w 111"/>
                  <a:gd name="T1" fmla="*/ 102 h 94"/>
                  <a:gd name="T2" fmla="*/ 196 w 111"/>
                  <a:gd name="T3" fmla="*/ 68 h 94"/>
                  <a:gd name="T4" fmla="*/ 0 w 111"/>
                  <a:gd name="T5" fmla="*/ 102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94">
                    <a:moveTo>
                      <a:pt x="0" y="57"/>
                    </a:moveTo>
                    <a:cubicBezTo>
                      <a:pt x="0" y="57"/>
                      <a:pt x="49" y="0"/>
                      <a:pt x="111" y="38"/>
                    </a:cubicBezTo>
                    <a:cubicBezTo>
                      <a:pt x="111" y="38"/>
                      <a:pt x="57" y="94"/>
                      <a:pt x="0" y="5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53" name="Freeform 1431">
                <a:extLst>
                  <a:ext uri="{FF2B5EF4-FFF2-40B4-BE49-F238E27FC236}">
                    <a16:creationId xmlns:a16="http://schemas.microsoft.com/office/drawing/2014/main" id="{4B5C916E-C3D7-4D45-AF14-B74B0DB2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454"/>
                <a:ext cx="37" cy="20"/>
              </a:xfrm>
              <a:custGeom>
                <a:avLst/>
                <a:gdLst>
                  <a:gd name="T0" fmla="*/ 54 w 30"/>
                  <a:gd name="T1" fmla="*/ 9 h 17"/>
                  <a:gd name="T2" fmla="*/ 31 w 30"/>
                  <a:gd name="T3" fmla="*/ 25 h 17"/>
                  <a:gd name="T4" fmla="*/ 0 w 30"/>
                  <a:gd name="T5" fmla="*/ 18 h 17"/>
                  <a:gd name="T6" fmla="*/ 25 w 30"/>
                  <a:gd name="T7" fmla="*/ 1 h 17"/>
                  <a:gd name="T8" fmla="*/ 54 w 30"/>
                  <a:gd name="T9" fmla="*/ 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29" y="6"/>
                    </a:moveTo>
                    <a:cubicBezTo>
                      <a:pt x="30" y="10"/>
                      <a:pt x="24" y="14"/>
                      <a:pt x="16" y="15"/>
                    </a:cubicBezTo>
                    <a:cubicBezTo>
                      <a:pt x="8" y="17"/>
                      <a:pt x="1" y="15"/>
                      <a:pt x="0" y="11"/>
                    </a:cubicBezTo>
                    <a:cubicBezTo>
                      <a:pt x="0" y="7"/>
                      <a:pt x="6" y="3"/>
                      <a:pt x="13" y="1"/>
                    </a:cubicBezTo>
                    <a:cubicBezTo>
                      <a:pt x="21" y="0"/>
                      <a:pt x="28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54" name="Freeform 1432">
                <a:extLst>
                  <a:ext uri="{FF2B5EF4-FFF2-40B4-BE49-F238E27FC236}">
                    <a16:creationId xmlns:a16="http://schemas.microsoft.com/office/drawing/2014/main" id="{C8D7D163-258A-41F1-97E2-4F4FD6D1D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373"/>
                <a:ext cx="93" cy="135"/>
              </a:xfrm>
              <a:custGeom>
                <a:avLst/>
                <a:gdLst>
                  <a:gd name="T0" fmla="*/ 0 w 77"/>
                  <a:gd name="T1" fmla="*/ 116 h 112"/>
                  <a:gd name="T2" fmla="*/ 135 w 77"/>
                  <a:gd name="T3" fmla="*/ 76 h 112"/>
                  <a:gd name="T4" fmla="*/ 0 w 77"/>
                  <a:gd name="T5" fmla="*/ 1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12">
                    <a:moveTo>
                      <a:pt x="0" y="66"/>
                    </a:moveTo>
                    <a:cubicBezTo>
                      <a:pt x="0" y="66"/>
                      <a:pt x="12" y="0"/>
                      <a:pt x="77" y="43"/>
                    </a:cubicBezTo>
                    <a:cubicBezTo>
                      <a:pt x="77" y="43"/>
                      <a:pt x="55" y="112"/>
                      <a:pt x="0" y="66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55" name="Freeform 1433">
                <a:extLst>
                  <a:ext uri="{FF2B5EF4-FFF2-40B4-BE49-F238E27FC236}">
                    <a16:creationId xmlns:a16="http://schemas.microsoft.com/office/drawing/2014/main" id="{8D9830EE-B879-470B-AD89-559621039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426"/>
                <a:ext cx="35" cy="22"/>
              </a:xfrm>
              <a:custGeom>
                <a:avLst/>
                <a:gdLst>
                  <a:gd name="T0" fmla="*/ 49 w 29"/>
                  <a:gd name="T1" fmla="*/ 9 h 18"/>
                  <a:gd name="T2" fmla="*/ 28 w 29"/>
                  <a:gd name="T3" fmla="*/ 29 h 18"/>
                  <a:gd name="T4" fmla="*/ 1 w 29"/>
                  <a:gd name="T5" fmla="*/ 24 h 18"/>
                  <a:gd name="T6" fmla="*/ 21 w 29"/>
                  <a:gd name="T7" fmla="*/ 2 h 18"/>
                  <a:gd name="T8" fmla="*/ 49 w 29"/>
                  <a:gd name="T9" fmla="*/ 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8">
                    <a:moveTo>
                      <a:pt x="28" y="5"/>
                    </a:moveTo>
                    <a:cubicBezTo>
                      <a:pt x="29" y="9"/>
                      <a:pt x="24" y="14"/>
                      <a:pt x="16" y="16"/>
                    </a:cubicBezTo>
                    <a:cubicBezTo>
                      <a:pt x="9" y="18"/>
                      <a:pt x="2" y="17"/>
                      <a:pt x="1" y="13"/>
                    </a:cubicBezTo>
                    <a:cubicBezTo>
                      <a:pt x="0" y="9"/>
                      <a:pt x="5" y="4"/>
                      <a:pt x="12" y="2"/>
                    </a:cubicBezTo>
                    <a:cubicBezTo>
                      <a:pt x="20" y="0"/>
                      <a:pt x="27" y="1"/>
                      <a:pt x="28" y="5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56" name="Freeform 1434">
                <a:extLst>
                  <a:ext uri="{FF2B5EF4-FFF2-40B4-BE49-F238E27FC236}">
                    <a16:creationId xmlns:a16="http://schemas.microsoft.com/office/drawing/2014/main" id="{AADE15AE-4E0C-4013-A435-D0B61C000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342"/>
                <a:ext cx="125" cy="108"/>
              </a:xfrm>
              <a:custGeom>
                <a:avLst/>
                <a:gdLst>
                  <a:gd name="T0" fmla="*/ 0 w 104"/>
                  <a:gd name="T1" fmla="*/ 123 h 89"/>
                  <a:gd name="T2" fmla="*/ 180 w 104"/>
                  <a:gd name="T3" fmla="*/ 35 h 89"/>
                  <a:gd name="T4" fmla="*/ 0 w 104"/>
                  <a:gd name="T5" fmla="*/ 123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89">
                    <a:moveTo>
                      <a:pt x="0" y="68"/>
                    </a:moveTo>
                    <a:cubicBezTo>
                      <a:pt x="0" y="68"/>
                      <a:pt x="36" y="0"/>
                      <a:pt x="104" y="20"/>
                    </a:cubicBezTo>
                    <a:cubicBezTo>
                      <a:pt x="104" y="20"/>
                      <a:pt x="63" y="89"/>
                      <a:pt x="0" y="6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57" name="Freeform 1435">
                <a:extLst>
                  <a:ext uri="{FF2B5EF4-FFF2-40B4-BE49-F238E27FC236}">
                    <a16:creationId xmlns:a16="http://schemas.microsoft.com/office/drawing/2014/main" id="{04DC3322-6928-4D8B-A81E-00ED2CD1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379"/>
                <a:ext cx="35" cy="24"/>
              </a:xfrm>
              <a:custGeom>
                <a:avLst/>
                <a:gdLst>
                  <a:gd name="T0" fmla="*/ 48 w 29"/>
                  <a:gd name="T1" fmla="*/ 7 h 20"/>
                  <a:gd name="T2" fmla="*/ 30 w 29"/>
                  <a:gd name="T3" fmla="*/ 28 h 20"/>
                  <a:gd name="T4" fmla="*/ 1 w 29"/>
                  <a:gd name="T5" fmla="*/ 28 h 20"/>
                  <a:gd name="T6" fmla="*/ 19 w 29"/>
                  <a:gd name="T7" fmla="*/ 7 h 20"/>
                  <a:gd name="T8" fmla="*/ 48 w 29"/>
                  <a:gd name="T9" fmla="*/ 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27" y="4"/>
                    </a:moveTo>
                    <a:cubicBezTo>
                      <a:pt x="29" y="7"/>
                      <a:pt x="24" y="13"/>
                      <a:pt x="17" y="16"/>
                    </a:cubicBezTo>
                    <a:cubicBezTo>
                      <a:pt x="10" y="20"/>
                      <a:pt x="3" y="20"/>
                      <a:pt x="1" y="16"/>
                    </a:cubicBezTo>
                    <a:cubicBezTo>
                      <a:pt x="0" y="13"/>
                      <a:pt x="4" y="7"/>
                      <a:pt x="11" y="4"/>
                    </a:cubicBezTo>
                    <a:cubicBezTo>
                      <a:pt x="18" y="0"/>
                      <a:pt x="25" y="0"/>
                      <a:pt x="27" y="4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58" name="Freeform 1436">
                <a:extLst>
                  <a:ext uri="{FF2B5EF4-FFF2-40B4-BE49-F238E27FC236}">
                    <a16:creationId xmlns:a16="http://schemas.microsoft.com/office/drawing/2014/main" id="{8755156B-8CED-4F6B-9BF4-20C23CB09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308"/>
                <a:ext cx="111" cy="121"/>
              </a:xfrm>
              <a:custGeom>
                <a:avLst/>
                <a:gdLst>
                  <a:gd name="T0" fmla="*/ 0 w 92"/>
                  <a:gd name="T1" fmla="*/ 77 h 100"/>
                  <a:gd name="T2" fmla="*/ 162 w 92"/>
                  <a:gd name="T3" fmla="*/ 103 h 100"/>
                  <a:gd name="T4" fmla="*/ 0 w 92"/>
                  <a:gd name="T5" fmla="*/ 77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00">
                    <a:moveTo>
                      <a:pt x="0" y="44"/>
                    </a:moveTo>
                    <a:cubicBezTo>
                      <a:pt x="0" y="44"/>
                      <a:pt x="44" y="0"/>
                      <a:pt x="92" y="58"/>
                    </a:cubicBezTo>
                    <a:cubicBezTo>
                      <a:pt x="92" y="58"/>
                      <a:pt x="43" y="100"/>
                      <a:pt x="0" y="44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59" name="Freeform 1437">
                <a:extLst>
                  <a:ext uri="{FF2B5EF4-FFF2-40B4-BE49-F238E27FC236}">
                    <a16:creationId xmlns:a16="http://schemas.microsoft.com/office/drawing/2014/main" id="{5CD3DDA4-80F2-4696-B958-383CF7C10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368"/>
                <a:ext cx="37" cy="20"/>
              </a:xfrm>
              <a:custGeom>
                <a:avLst/>
                <a:gdLst>
                  <a:gd name="T0" fmla="*/ 51 w 31"/>
                  <a:gd name="T1" fmla="*/ 18 h 17"/>
                  <a:gd name="T2" fmla="*/ 25 w 31"/>
                  <a:gd name="T3" fmla="*/ 26 h 17"/>
                  <a:gd name="T4" fmla="*/ 1 w 31"/>
                  <a:gd name="T5" fmla="*/ 11 h 17"/>
                  <a:gd name="T6" fmla="*/ 29 w 31"/>
                  <a:gd name="T7" fmla="*/ 1 h 17"/>
                  <a:gd name="T8" fmla="*/ 51 w 31"/>
                  <a:gd name="T9" fmla="*/ 1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7">
                    <a:moveTo>
                      <a:pt x="30" y="11"/>
                    </a:moveTo>
                    <a:cubicBezTo>
                      <a:pt x="29" y="15"/>
                      <a:pt x="23" y="17"/>
                      <a:pt x="15" y="16"/>
                    </a:cubicBezTo>
                    <a:cubicBezTo>
                      <a:pt x="6" y="15"/>
                      <a:pt x="0" y="11"/>
                      <a:pt x="1" y="7"/>
                    </a:cubicBezTo>
                    <a:cubicBezTo>
                      <a:pt x="2" y="3"/>
                      <a:pt x="8" y="0"/>
                      <a:pt x="17" y="1"/>
                    </a:cubicBezTo>
                    <a:cubicBezTo>
                      <a:pt x="25" y="2"/>
                      <a:pt x="31" y="6"/>
                      <a:pt x="30" y="11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60" name="Freeform 1438">
                <a:extLst>
                  <a:ext uri="{FF2B5EF4-FFF2-40B4-BE49-F238E27FC236}">
                    <a16:creationId xmlns:a16="http://schemas.microsoft.com/office/drawing/2014/main" id="{254C82FD-E4E1-413A-A249-D81D3A438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324"/>
                <a:ext cx="137" cy="114"/>
              </a:xfrm>
              <a:custGeom>
                <a:avLst/>
                <a:gdLst>
                  <a:gd name="T0" fmla="*/ 0 w 114"/>
                  <a:gd name="T1" fmla="*/ 81 h 94"/>
                  <a:gd name="T2" fmla="*/ 198 w 114"/>
                  <a:gd name="T3" fmla="*/ 90 h 94"/>
                  <a:gd name="T4" fmla="*/ 0 w 114"/>
                  <a:gd name="T5" fmla="*/ 81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94">
                    <a:moveTo>
                      <a:pt x="0" y="45"/>
                    </a:moveTo>
                    <a:cubicBezTo>
                      <a:pt x="0" y="45"/>
                      <a:pt x="62" y="0"/>
                      <a:pt x="114" y="50"/>
                    </a:cubicBezTo>
                    <a:cubicBezTo>
                      <a:pt x="114" y="50"/>
                      <a:pt x="47" y="94"/>
                      <a:pt x="0" y="45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61" name="Freeform 1439">
                <a:extLst>
                  <a:ext uri="{FF2B5EF4-FFF2-40B4-BE49-F238E27FC236}">
                    <a16:creationId xmlns:a16="http://schemas.microsoft.com/office/drawing/2014/main" id="{94DF88AE-95CD-4476-811F-2EBAE8D44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1382"/>
                <a:ext cx="35" cy="18"/>
              </a:xfrm>
              <a:custGeom>
                <a:avLst/>
                <a:gdLst>
                  <a:gd name="T0" fmla="*/ 51 w 29"/>
                  <a:gd name="T1" fmla="*/ 14 h 15"/>
                  <a:gd name="T2" fmla="*/ 25 w 29"/>
                  <a:gd name="T3" fmla="*/ 24 h 15"/>
                  <a:gd name="T4" fmla="*/ 0 w 29"/>
                  <a:gd name="T5" fmla="*/ 12 h 15"/>
                  <a:gd name="T6" fmla="*/ 27 w 29"/>
                  <a:gd name="T7" fmla="*/ 0 h 15"/>
                  <a:gd name="T8" fmla="*/ 51 w 29"/>
                  <a:gd name="T9" fmla="*/ 1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5">
                    <a:moveTo>
                      <a:pt x="29" y="8"/>
                    </a:moveTo>
                    <a:cubicBezTo>
                      <a:pt x="29" y="12"/>
                      <a:pt x="22" y="15"/>
                      <a:pt x="14" y="14"/>
                    </a:cubicBezTo>
                    <a:cubicBezTo>
                      <a:pt x="6" y="14"/>
                      <a:pt x="0" y="11"/>
                      <a:pt x="0" y="7"/>
                    </a:cubicBezTo>
                    <a:cubicBezTo>
                      <a:pt x="0" y="3"/>
                      <a:pt x="7" y="0"/>
                      <a:pt x="15" y="0"/>
                    </a:cubicBezTo>
                    <a:cubicBezTo>
                      <a:pt x="23" y="0"/>
                      <a:pt x="29" y="4"/>
                      <a:pt x="29" y="8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62" name="Freeform 1440">
                <a:extLst>
                  <a:ext uri="{FF2B5EF4-FFF2-40B4-BE49-F238E27FC236}">
                    <a16:creationId xmlns:a16="http://schemas.microsoft.com/office/drawing/2014/main" id="{DE31CC80-E7B9-4DA6-B9F0-A7980C625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316"/>
                <a:ext cx="110" cy="109"/>
              </a:xfrm>
              <a:custGeom>
                <a:avLst/>
                <a:gdLst>
                  <a:gd name="T0" fmla="*/ 0 w 91"/>
                  <a:gd name="T1" fmla="*/ 103 h 90"/>
                  <a:gd name="T2" fmla="*/ 161 w 91"/>
                  <a:gd name="T3" fmla="*/ 61 h 90"/>
                  <a:gd name="T4" fmla="*/ 0 w 91"/>
                  <a:gd name="T5" fmla="*/ 103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90">
                    <a:moveTo>
                      <a:pt x="0" y="58"/>
                    </a:moveTo>
                    <a:cubicBezTo>
                      <a:pt x="0" y="58"/>
                      <a:pt x="36" y="0"/>
                      <a:pt x="91" y="34"/>
                    </a:cubicBezTo>
                    <a:cubicBezTo>
                      <a:pt x="91" y="34"/>
                      <a:pt x="54" y="90"/>
                      <a:pt x="0" y="58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63" name="Freeform 1441">
                <a:extLst>
                  <a:ext uri="{FF2B5EF4-FFF2-40B4-BE49-F238E27FC236}">
                    <a16:creationId xmlns:a16="http://schemas.microsoft.com/office/drawing/2014/main" id="{09108D1B-190C-48C7-9B4D-9932E99F8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1362"/>
                <a:ext cx="36" cy="20"/>
              </a:xfrm>
              <a:custGeom>
                <a:avLst/>
                <a:gdLst>
                  <a:gd name="T0" fmla="*/ 50 w 30"/>
                  <a:gd name="T1" fmla="*/ 8 h 17"/>
                  <a:gd name="T2" fmla="*/ 29 w 30"/>
                  <a:gd name="T3" fmla="*/ 26 h 17"/>
                  <a:gd name="T4" fmla="*/ 1 w 30"/>
                  <a:gd name="T5" fmla="*/ 19 h 17"/>
                  <a:gd name="T6" fmla="*/ 23 w 30"/>
                  <a:gd name="T7" fmla="*/ 2 h 17"/>
                  <a:gd name="T8" fmla="*/ 50 w 30"/>
                  <a:gd name="T9" fmla="*/ 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29" y="5"/>
                    </a:moveTo>
                    <a:cubicBezTo>
                      <a:pt x="30" y="9"/>
                      <a:pt x="24" y="14"/>
                      <a:pt x="17" y="16"/>
                    </a:cubicBezTo>
                    <a:cubicBezTo>
                      <a:pt x="9" y="17"/>
                      <a:pt x="2" y="16"/>
                      <a:pt x="1" y="12"/>
                    </a:cubicBezTo>
                    <a:cubicBezTo>
                      <a:pt x="0" y="8"/>
                      <a:pt x="5" y="3"/>
                      <a:pt x="13" y="2"/>
                    </a:cubicBezTo>
                    <a:cubicBezTo>
                      <a:pt x="21" y="0"/>
                      <a:pt x="28" y="1"/>
                      <a:pt x="29" y="5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64" name="Freeform 1442">
                <a:extLst>
                  <a:ext uri="{FF2B5EF4-FFF2-40B4-BE49-F238E27FC236}">
                    <a16:creationId xmlns:a16="http://schemas.microsoft.com/office/drawing/2014/main" id="{70B7E673-722B-46A5-9F42-5CE98D8AA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242"/>
                <a:ext cx="109" cy="116"/>
              </a:xfrm>
              <a:custGeom>
                <a:avLst/>
                <a:gdLst>
                  <a:gd name="T0" fmla="*/ 50 w 91"/>
                  <a:gd name="T1" fmla="*/ 169 h 96"/>
                  <a:gd name="T2" fmla="*/ 55 w 91"/>
                  <a:gd name="T3" fmla="*/ 0 h 96"/>
                  <a:gd name="T4" fmla="*/ 50 w 91"/>
                  <a:gd name="T5" fmla="*/ 16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96">
                    <a:moveTo>
                      <a:pt x="29" y="96"/>
                    </a:moveTo>
                    <a:cubicBezTo>
                      <a:pt x="29" y="96"/>
                      <a:pt x="0" y="58"/>
                      <a:pt x="32" y="0"/>
                    </a:cubicBezTo>
                    <a:cubicBezTo>
                      <a:pt x="32" y="0"/>
                      <a:pt x="91" y="50"/>
                      <a:pt x="29" y="96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65" name="Freeform 1443">
                <a:extLst>
                  <a:ext uri="{FF2B5EF4-FFF2-40B4-BE49-F238E27FC236}">
                    <a16:creationId xmlns:a16="http://schemas.microsoft.com/office/drawing/2014/main" id="{A3F76A48-07C5-436D-93DD-748929C15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1285"/>
                <a:ext cx="18" cy="33"/>
              </a:xfrm>
              <a:custGeom>
                <a:avLst/>
                <a:gdLst>
                  <a:gd name="T0" fmla="*/ 16 w 15"/>
                  <a:gd name="T1" fmla="*/ 0 h 27"/>
                  <a:gd name="T2" fmla="*/ 24 w 15"/>
                  <a:gd name="T3" fmla="*/ 26 h 27"/>
                  <a:gd name="T4" fmla="*/ 10 w 15"/>
                  <a:gd name="T5" fmla="*/ 49 h 27"/>
                  <a:gd name="T6" fmla="*/ 1 w 15"/>
                  <a:gd name="T7" fmla="*/ 24 h 27"/>
                  <a:gd name="T8" fmla="*/ 16 w 15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9" y="0"/>
                    </a:moveTo>
                    <a:cubicBezTo>
                      <a:pt x="12" y="1"/>
                      <a:pt x="15" y="7"/>
                      <a:pt x="14" y="14"/>
                    </a:cubicBezTo>
                    <a:cubicBezTo>
                      <a:pt x="14" y="22"/>
                      <a:pt x="10" y="27"/>
                      <a:pt x="6" y="27"/>
                    </a:cubicBezTo>
                    <a:cubicBezTo>
                      <a:pt x="3" y="27"/>
                      <a:pt x="0" y="20"/>
                      <a:pt x="1" y="13"/>
                    </a:cubicBezTo>
                    <a:cubicBezTo>
                      <a:pt x="1" y="6"/>
                      <a:pt x="5" y="0"/>
                      <a:pt x="9" y="0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66" name="Freeform 1444">
                <a:extLst>
                  <a:ext uri="{FF2B5EF4-FFF2-40B4-BE49-F238E27FC236}">
                    <a16:creationId xmlns:a16="http://schemas.microsoft.com/office/drawing/2014/main" id="{EF43729C-80A8-479D-8CF6-961016B60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183"/>
                <a:ext cx="109" cy="82"/>
              </a:xfrm>
              <a:custGeom>
                <a:avLst/>
                <a:gdLst>
                  <a:gd name="T0" fmla="*/ 157 w 91"/>
                  <a:gd name="T1" fmla="*/ 86 h 68"/>
                  <a:gd name="T2" fmla="*/ 0 w 91"/>
                  <a:gd name="T3" fmla="*/ 33 h 68"/>
                  <a:gd name="T4" fmla="*/ 157 w 91"/>
                  <a:gd name="T5" fmla="*/ 86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68">
                    <a:moveTo>
                      <a:pt x="91" y="49"/>
                    </a:moveTo>
                    <a:cubicBezTo>
                      <a:pt x="91" y="49"/>
                      <a:pt x="35" y="68"/>
                      <a:pt x="0" y="18"/>
                    </a:cubicBezTo>
                    <a:cubicBezTo>
                      <a:pt x="0" y="18"/>
                      <a:pt x="65" y="0"/>
                      <a:pt x="91" y="49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67" name="Freeform 1445">
                <a:extLst>
                  <a:ext uri="{FF2B5EF4-FFF2-40B4-BE49-F238E27FC236}">
                    <a16:creationId xmlns:a16="http://schemas.microsoft.com/office/drawing/2014/main" id="{FF3026DE-A077-4182-8518-C1A0C0871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208"/>
                <a:ext cx="35" cy="24"/>
              </a:xfrm>
              <a:custGeom>
                <a:avLst/>
                <a:gdLst>
                  <a:gd name="T0" fmla="*/ 1 w 29"/>
                  <a:gd name="T1" fmla="*/ 7 h 20"/>
                  <a:gd name="T2" fmla="*/ 33 w 29"/>
                  <a:gd name="T3" fmla="*/ 6 h 20"/>
                  <a:gd name="T4" fmla="*/ 49 w 29"/>
                  <a:gd name="T5" fmla="*/ 28 h 20"/>
                  <a:gd name="T6" fmla="*/ 19 w 29"/>
                  <a:gd name="T7" fmla="*/ 28 h 20"/>
                  <a:gd name="T8" fmla="*/ 1 w 29"/>
                  <a:gd name="T9" fmla="*/ 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1" y="4"/>
                    </a:moveTo>
                    <a:cubicBezTo>
                      <a:pt x="3" y="0"/>
                      <a:pt x="10" y="0"/>
                      <a:pt x="18" y="3"/>
                    </a:cubicBezTo>
                    <a:cubicBezTo>
                      <a:pt x="25" y="6"/>
                      <a:pt x="29" y="12"/>
                      <a:pt x="28" y="16"/>
                    </a:cubicBezTo>
                    <a:cubicBezTo>
                      <a:pt x="26" y="20"/>
                      <a:pt x="19" y="20"/>
                      <a:pt x="11" y="16"/>
                    </a:cubicBezTo>
                    <a:cubicBezTo>
                      <a:pt x="4" y="13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68" name="Line 1446">
                <a:extLst>
                  <a:ext uri="{FF2B5EF4-FFF2-40B4-BE49-F238E27FC236}">
                    <a16:creationId xmlns:a16="http://schemas.microsoft.com/office/drawing/2014/main" id="{52E3C304-A5FE-413D-BD92-705CD643AE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10" y="1013"/>
                <a:ext cx="1" cy="19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69" name="Freeform 1447">
                <a:extLst>
                  <a:ext uri="{FF2B5EF4-FFF2-40B4-BE49-F238E27FC236}">
                    <a16:creationId xmlns:a16="http://schemas.microsoft.com/office/drawing/2014/main" id="{512F9DB3-1EDC-4571-9529-D955511C1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306"/>
                <a:ext cx="843" cy="486"/>
              </a:xfrm>
              <a:custGeom>
                <a:avLst/>
                <a:gdLst>
                  <a:gd name="T0" fmla="*/ 276 w 700"/>
                  <a:gd name="T1" fmla="*/ 319 h 402"/>
                  <a:gd name="T2" fmla="*/ 0 w 700"/>
                  <a:gd name="T3" fmla="*/ 349 h 402"/>
                  <a:gd name="T4" fmla="*/ 0 w 700"/>
                  <a:gd name="T5" fmla="*/ 711 h 402"/>
                  <a:gd name="T6" fmla="*/ 1222 w 700"/>
                  <a:gd name="T7" fmla="*/ 711 h 402"/>
                  <a:gd name="T8" fmla="*/ 1222 w 700"/>
                  <a:gd name="T9" fmla="*/ 197 h 402"/>
                  <a:gd name="T10" fmla="*/ 856 w 700"/>
                  <a:gd name="T11" fmla="*/ 44 h 402"/>
                  <a:gd name="T12" fmla="*/ 802 w 700"/>
                  <a:gd name="T13" fmla="*/ 7 h 402"/>
                  <a:gd name="T14" fmla="*/ 721 w 700"/>
                  <a:gd name="T15" fmla="*/ 0 h 402"/>
                  <a:gd name="T16" fmla="*/ 688 w 700"/>
                  <a:gd name="T17" fmla="*/ 35 h 402"/>
                  <a:gd name="T18" fmla="*/ 666 w 700"/>
                  <a:gd name="T19" fmla="*/ 45 h 402"/>
                  <a:gd name="T20" fmla="*/ 276 w 700"/>
                  <a:gd name="T21" fmla="*/ 319 h 4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0" h="402">
                    <a:moveTo>
                      <a:pt x="158" y="180"/>
                    </a:moveTo>
                    <a:cubicBezTo>
                      <a:pt x="116" y="187"/>
                      <a:pt x="69" y="184"/>
                      <a:pt x="0" y="198"/>
                    </a:cubicBezTo>
                    <a:cubicBezTo>
                      <a:pt x="0" y="402"/>
                      <a:pt x="0" y="402"/>
                      <a:pt x="0" y="402"/>
                    </a:cubicBezTo>
                    <a:cubicBezTo>
                      <a:pt x="700" y="402"/>
                      <a:pt x="700" y="402"/>
                      <a:pt x="700" y="402"/>
                    </a:cubicBezTo>
                    <a:cubicBezTo>
                      <a:pt x="700" y="112"/>
                      <a:pt x="700" y="112"/>
                      <a:pt x="700" y="112"/>
                    </a:cubicBezTo>
                    <a:cubicBezTo>
                      <a:pt x="700" y="112"/>
                      <a:pt x="483" y="109"/>
                      <a:pt x="490" y="25"/>
                    </a:cubicBezTo>
                    <a:cubicBezTo>
                      <a:pt x="459" y="4"/>
                      <a:pt x="459" y="4"/>
                      <a:pt x="459" y="4"/>
                    </a:cubicBezTo>
                    <a:cubicBezTo>
                      <a:pt x="413" y="0"/>
                      <a:pt x="413" y="0"/>
                      <a:pt x="413" y="0"/>
                    </a:cubicBezTo>
                    <a:cubicBezTo>
                      <a:pt x="394" y="20"/>
                      <a:pt x="394" y="20"/>
                      <a:pt x="394" y="20"/>
                    </a:cubicBezTo>
                    <a:cubicBezTo>
                      <a:pt x="381" y="26"/>
                      <a:pt x="381" y="26"/>
                      <a:pt x="381" y="26"/>
                    </a:cubicBezTo>
                    <a:cubicBezTo>
                      <a:pt x="381" y="26"/>
                      <a:pt x="407" y="135"/>
                      <a:pt x="158" y="180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70" name="Freeform 1448">
                <a:extLst>
                  <a:ext uri="{FF2B5EF4-FFF2-40B4-BE49-F238E27FC236}">
                    <a16:creationId xmlns:a16="http://schemas.microsoft.com/office/drawing/2014/main" id="{F31F0CBB-16F8-4FD3-BA97-B57F9629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1293"/>
                <a:ext cx="242" cy="499"/>
              </a:xfrm>
              <a:custGeom>
                <a:avLst/>
                <a:gdLst>
                  <a:gd name="T0" fmla="*/ 0 w 201"/>
                  <a:gd name="T1" fmla="*/ 217 h 413"/>
                  <a:gd name="T2" fmla="*/ 0 w 201"/>
                  <a:gd name="T3" fmla="*/ 729 h 413"/>
                  <a:gd name="T4" fmla="*/ 326 w 201"/>
                  <a:gd name="T5" fmla="*/ 248 h 413"/>
                  <a:gd name="T6" fmla="*/ 0 w 201"/>
                  <a:gd name="T7" fmla="*/ 217 h 4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1" h="413">
                    <a:moveTo>
                      <a:pt x="0" y="123"/>
                    </a:moveTo>
                    <a:cubicBezTo>
                      <a:pt x="0" y="413"/>
                      <a:pt x="0" y="413"/>
                      <a:pt x="0" y="413"/>
                    </a:cubicBezTo>
                    <a:cubicBezTo>
                      <a:pt x="0" y="413"/>
                      <a:pt x="201" y="369"/>
                      <a:pt x="187" y="141"/>
                    </a:cubicBezTo>
                    <a:cubicBezTo>
                      <a:pt x="178" y="0"/>
                      <a:pt x="109" y="104"/>
                      <a:pt x="0" y="123"/>
                    </a:cubicBezTo>
                    <a:close/>
                  </a:path>
                </a:pathLst>
              </a:custGeom>
              <a:solidFill>
                <a:srgbClr val="DB9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71" name="Line 1449">
                <a:extLst>
                  <a:ext uri="{FF2B5EF4-FFF2-40B4-BE49-F238E27FC236}">
                    <a16:creationId xmlns:a16="http://schemas.microsoft.com/office/drawing/2014/main" id="{2E86D41F-1C3E-4C05-A21D-DDA73714BF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10" y="1385"/>
                <a:ext cx="1" cy="58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72" name="Line 1450">
                <a:extLst>
                  <a:ext uri="{FF2B5EF4-FFF2-40B4-BE49-F238E27FC236}">
                    <a16:creationId xmlns:a16="http://schemas.microsoft.com/office/drawing/2014/main" id="{2DC836C8-E6FF-4339-8A3E-ECFA3B86C5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66" y="1164"/>
                <a:ext cx="1" cy="43"/>
              </a:xfrm>
              <a:prstGeom prst="lin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73" name="Freeform 1451">
                <a:extLst>
                  <a:ext uri="{FF2B5EF4-FFF2-40B4-BE49-F238E27FC236}">
                    <a16:creationId xmlns:a16="http://schemas.microsoft.com/office/drawing/2014/main" id="{1A4A8604-66E2-4BEF-9198-83223BA5C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293"/>
                <a:ext cx="154" cy="113"/>
              </a:xfrm>
              <a:custGeom>
                <a:avLst/>
                <a:gdLst>
                  <a:gd name="T0" fmla="*/ 79 w 128"/>
                  <a:gd name="T1" fmla="*/ 6 h 94"/>
                  <a:gd name="T2" fmla="*/ 17 w 128"/>
                  <a:gd name="T3" fmla="*/ 19 h 94"/>
                  <a:gd name="T4" fmla="*/ 0 w 128"/>
                  <a:gd name="T5" fmla="*/ 136 h 94"/>
                  <a:gd name="T6" fmla="*/ 83 w 128"/>
                  <a:gd name="T7" fmla="*/ 129 h 94"/>
                  <a:gd name="T8" fmla="*/ 130 w 128"/>
                  <a:gd name="T9" fmla="*/ 119 h 94"/>
                  <a:gd name="T10" fmla="*/ 223 w 128"/>
                  <a:gd name="T11" fmla="*/ 126 h 94"/>
                  <a:gd name="T12" fmla="*/ 194 w 128"/>
                  <a:gd name="T13" fmla="*/ 84 h 94"/>
                  <a:gd name="T14" fmla="*/ 128 w 128"/>
                  <a:gd name="T15" fmla="*/ 0 h 94"/>
                  <a:gd name="T16" fmla="*/ 79 w 128"/>
                  <a:gd name="T17" fmla="*/ 6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8" h="94">
                    <a:moveTo>
                      <a:pt x="46" y="3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2" y="58"/>
                      <a:pt x="0" y="78"/>
                    </a:cubicBezTo>
                    <a:cubicBezTo>
                      <a:pt x="0" y="78"/>
                      <a:pt x="54" y="94"/>
                      <a:pt x="47" y="74"/>
                    </a:cubicBezTo>
                    <a:cubicBezTo>
                      <a:pt x="47" y="74"/>
                      <a:pt x="66" y="73"/>
                      <a:pt x="75" y="68"/>
                    </a:cubicBezTo>
                    <a:cubicBezTo>
                      <a:pt x="75" y="68"/>
                      <a:pt x="92" y="88"/>
                      <a:pt x="128" y="72"/>
                    </a:cubicBezTo>
                    <a:cubicBezTo>
                      <a:pt x="111" y="48"/>
                      <a:pt x="111" y="48"/>
                      <a:pt x="111" y="48"/>
                    </a:cubicBezTo>
                    <a:cubicBezTo>
                      <a:pt x="73" y="0"/>
                      <a:pt x="73" y="0"/>
                      <a:pt x="73" y="0"/>
                    </a:cubicBezTo>
                    <a:lnTo>
                      <a:pt x="46" y="3"/>
                    </a:lnTo>
                    <a:close/>
                  </a:path>
                </a:pathLst>
              </a:custGeom>
              <a:solidFill>
                <a:srgbClr val="FCC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74" name="Freeform 1452">
                <a:extLst>
                  <a:ext uri="{FF2B5EF4-FFF2-40B4-BE49-F238E27FC236}">
                    <a16:creationId xmlns:a16="http://schemas.microsoft.com/office/drawing/2014/main" id="{C66376CD-A533-495F-B062-C7525739A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36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75" name="Freeform 1453">
                <a:extLst>
                  <a:ext uri="{FF2B5EF4-FFF2-40B4-BE49-F238E27FC236}">
                    <a16:creationId xmlns:a16="http://schemas.microsoft.com/office/drawing/2014/main" id="{71B845CF-BD55-4445-A887-7748AE0BC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364"/>
                <a:ext cx="842" cy="428"/>
              </a:xfrm>
              <a:custGeom>
                <a:avLst/>
                <a:gdLst>
                  <a:gd name="T0" fmla="*/ 665 w 699"/>
                  <a:gd name="T1" fmla="*/ 2 h 354"/>
                  <a:gd name="T2" fmla="*/ 276 w 699"/>
                  <a:gd name="T3" fmla="*/ 233 h 354"/>
                  <a:gd name="T4" fmla="*/ 0 w 699"/>
                  <a:gd name="T5" fmla="*/ 265 h 354"/>
                  <a:gd name="T6" fmla="*/ 0 w 699"/>
                  <a:gd name="T7" fmla="*/ 625 h 354"/>
                  <a:gd name="T8" fmla="*/ 1221 w 699"/>
                  <a:gd name="T9" fmla="*/ 625 h 354"/>
                  <a:gd name="T10" fmla="*/ 1221 w 699"/>
                  <a:gd name="T11" fmla="*/ 112 h 354"/>
                  <a:gd name="T12" fmla="*/ 862 w 699"/>
                  <a:gd name="T13" fmla="*/ 0 h 3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9" h="354">
                    <a:moveTo>
                      <a:pt x="380" y="2"/>
                    </a:moveTo>
                    <a:cubicBezTo>
                      <a:pt x="372" y="37"/>
                      <a:pt x="334" y="100"/>
                      <a:pt x="158" y="132"/>
                    </a:cubicBezTo>
                    <a:cubicBezTo>
                      <a:pt x="115" y="140"/>
                      <a:pt x="69" y="136"/>
                      <a:pt x="0" y="15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699" y="354"/>
                      <a:pt x="699" y="354"/>
                      <a:pt x="699" y="354"/>
                    </a:cubicBezTo>
                    <a:cubicBezTo>
                      <a:pt x="699" y="64"/>
                      <a:pt x="699" y="64"/>
                      <a:pt x="699" y="64"/>
                    </a:cubicBezTo>
                    <a:cubicBezTo>
                      <a:pt x="699" y="64"/>
                      <a:pt x="523" y="62"/>
                      <a:pt x="493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76" name="Freeform 1454">
                <a:extLst>
                  <a:ext uri="{FF2B5EF4-FFF2-40B4-BE49-F238E27FC236}">
                    <a16:creationId xmlns:a16="http://schemas.microsoft.com/office/drawing/2014/main" id="{D53B8741-070B-4363-AF8F-AC8F7935C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293"/>
                <a:ext cx="243" cy="499"/>
              </a:xfrm>
              <a:custGeom>
                <a:avLst/>
                <a:gdLst>
                  <a:gd name="T0" fmla="*/ 0 w 202"/>
                  <a:gd name="T1" fmla="*/ 217 h 413"/>
                  <a:gd name="T2" fmla="*/ 0 w 202"/>
                  <a:gd name="T3" fmla="*/ 729 h 413"/>
                  <a:gd name="T4" fmla="*/ 326 w 202"/>
                  <a:gd name="T5" fmla="*/ 248 h 413"/>
                  <a:gd name="T6" fmla="*/ 0 w 202"/>
                  <a:gd name="T7" fmla="*/ 217 h 4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2" h="413">
                    <a:moveTo>
                      <a:pt x="0" y="123"/>
                    </a:moveTo>
                    <a:cubicBezTo>
                      <a:pt x="0" y="413"/>
                      <a:pt x="0" y="413"/>
                      <a:pt x="0" y="413"/>
                    </a:cubicBezTo>
                    <a:cubicBezTo>
                      <a:pt x="0" y="413"/>
                      <a:pt x="202" y="369"/>
                      <a:pt x="187" y="141"/>
                    </a:cubicBezTo>
                    <a:cubicBezTo>
                      <a:pt x="178" y="0"/>
                      <a:pt x="109" y="105"/>
                      <a:pt x="0" y="12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77" name="Freeform 1455">
                <a:extLst>
                  <a:ext uri="{FF2B5EF4-FFF2-40B4-BE49-F238E27FC236}">
                    <a16:creationId xmlns:a16="http://schemas.microsoft.com/office/drawing/2014/main" id="{A40EBC13-ADC7-4246-8DE3-9D25D36AA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392"/>
                <a:ext cx="778" cy="445"/>
              </a:xfrm>
              <a:custGeom>
                <a:avLst/>
                <a:gdLst>
                  <a:gd name="T0" fmla="*/ 535 w 646"/>
                  <a:gd name="T1" fmla="*/ 99 h 368"/>
                  <a:gd name="T2" fmla="*/ 744 w 646"/>
                  <a:gd name="T3" fmla="*/ 73 h 368"/>
                  <a:gd name="T4" fmla="*/ 960 w 646"/>
                  <a:gd name="T5" fmla="*/ 457 h 368"/>
                  <a:gd name="T6" fmla="*/ 198 w 646"/>
                  <a:gd name="T7" fmla="*/ 493 h 368"/>
                  <a:gd name="T8" fmla="*/ 300 w 646"/>
                  <a:gd name="T9" fmla="*/ 260 h 368"/>
                  <a:gd name="T10" fmla="*/ 535 w 646"/>
                  <a:gd name="T11" fmla="*/ 99 h 3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68">
                    <a:moveTo>
                      <a:pt x="306" y="56"/>
                    </a:moveTo>
                    <a:cubicBezTo>
                      <a:pt x="306" y="56"/>
                      <a:pt x="367" y="0"/>
                      <a:pt x="426" y="41"/>
                    </a:cubicBezTo>
                    <a:cubicBezTo>
                      <a:pt x="484" y="81"/>
                      <a:pt x="646" y="150"/>
                      <a:pt x="550" y="259"/>
                    </a:cubicBezTo>
                    <a:cubicBezTo>
                      <a:pt x="453" y="368"/>
                      <a:pt x="192" y="236"/>
                      <a:pt x="113" y="279"/>
                    </a:cubicBezTo>
                    <a:cubicBezTo>
                      <a:pt x="35" y="322"/>
                      <a:pt x="0" y="178"/>
                      <a:pt x="172" y="147"/>
                    </a:cubicBezTo>
                    <a:cubicBezTo>
                      <a:pt x="228" y="137"/>
                      <a:pt x="306" y="56"/>
                      <a:pt x="306" y="56"/>
                    </a:cubicBezTo>
                    <a:close/>
                  </a:path>
                </a:pathLst>
              </a:custGeom>
              <a:solidFill>
                <a:srgbClr val="F9E9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78" name="Oval 1456">
                <a:extLst>
                  <a:ext uri="{FF2B5EF4-FFF2-40B4-BE49-F238E27FC236}">
                    <a16:creationId xmlns:a16="http://schemas.microsoft.com/office/drawing/2014/main" id="{C1051E6C-1AD2-4383-9B18-D4E3C3175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1587"/>
                <a:ext cx="181" cy="9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79" name="Rectangle 1457">
                <a:extLst>
                  <a:ext uri="{FF2B5EF4-FFF2-40B4-BE49-F238E27FC236}">
                    <a16:creationId xmlns:a16="http://schemas.microsoft.com/office/drawing/2014/main" id="{4ACD8BC2-7517-48ED-AC62-73892A0CB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011"/>
                <a:ext cx="844" cy="160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80" name="Freeform 1458">
                <a:extLst>
                  <a:ext uri="{FF2B5EF4-FFF2-40B4-BE49-F238E27FC236}">
                    <a16:creationId xmlns:a16="http://schemas.microsoft.com/office/drawing/2014/main" id="{BA9E94FF-B87E-4DD9-B7F7-6D41B51F9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011"/>
                <a:ext cx="354" cy="960"/>
              </a:xfrm>
              <a:custGeom>
                <a:avLst/>
                <a:gdLst>
                  <a:gd name="T0" fmla="*/ 12 w 294"/>
                  <a:gd name="T1" fmla="*/ 0 h 794"/>
                  <a:gd name="T2" fmla="*/ 7 w 294"/>
                  <a:gd name="T3" fmla="*/ 0 h 794"/>
                  <a:gd name="T4" fmla="*/ 7 w 294"/>
                  <a:gd name="T5" fmla="*/ 0 h 794"/>
                  <a:gd name="T6" fmla="*/ 0 w 294"/>
                  <a:gd name="T7" fmla="*/ 0 h 794"/>
                  <a:gd name="T8" fmla="*/ 0 w 294"/>
                  <a:gd name="T9" fmla="*/ 233 h 794"/>
                  <a:gd name="T10" fmla="*/ 0 w 294"/>
                  <a:gd name="T11" fmla="*/ 233 h 794"/>
                  <a:gd name="T12" fmla="*/ 367 w 294"/>
                  <a:gd name="T13" fmla="*/ 700 h 794"/>
                  <a:gd name="T14" fmla="*/ 0 w 294"/>
                  <a:gd name="T15" fmla="*/ 1167 h 794"/>
                  <a:gd name="T16" fmla="*/ 0 w 294"/>
                  <a:gd name="T17" fmla="*/ 1167 h 794"/>
                  <a:gd name="T18" fmla="*/ 0 w 294"/>
                  <a:gd name="T19" fmla="*/ 1404 h 794"/>
                  <a:gd name="T20" fmla="*/ 2 w 294"/>
                  <a:gd name="T21" fmla="*/ 1404 h 794"/>
                  <a:gd name="T22" fmla="*/ 12 w 294"/>
                  <a:gd name="T23" fmla="*/ 1404 h 794"/>
                  <a:gd name="T24" fmla="*/ 513 w 294"/>
                  <a:gd name="T25" fmla="*/ 701 h 794"/>
                  <a:gd name="T26" fmla="*/ 12 w 294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16" y="132"/>
                      <a:pt x="210" y="250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4" y="794"/>
                      <a:pt x="6" y="794"/>
                      <a:pt x="7" y="794"/>
                    </a:cubicBezTo>
                    <a:cubicBezTo>
                      <a:pt x="165" y="794"/>
                      <a:pt x="294" y="616"/>
                      <a:pt x="294" y="397"/>
                    </a:cubicBezTo>
                    <a:cubicBezTo>
                      <a:pt x="294" y="178"/>
                      <a:pt x="165" y="0"/>
                      <a:pt x="7" y="0"/>
                    </a:cubicBezTo>
                    <a:close/>
                  </a:path>
                </a:pathLst>
              </a:custGeom>
              <a:solidFill>
                <a:srgbClr val="BC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81" name="Rectangle 1459">
                <a:extLst>
                  <a:ext uri="{FF2B5EF4-FFF2-40B4-BE49-F238E27FC236}">
                    <a16:creationId xmlns:a16="http://schemas.microsoft.com/office/drawing/2014/main" id="{030016E9-F97D-4C36-AB88-D7AF91E47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083"/>
                <a:ext cx="844" cy="88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82" name="Rectangle 1460">
                <a:extLst>
                  <a:ext uri="{FF2B5EF4-FFF2-40B4-BE49-F238E27FC236}">
                    <a16:creationId xmlns:a16="http://schemas.microsoft.com/office/drawing/2014/main" id="{7EED4BE6-5878-4936-92E4-CEF2D7469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809"/>
                <a:ext cx="844" cy="162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83" name="Rectangle 1461">
                <a:extLst>
                  <a:ext uri="{FF2B5EF4-FFF2-40B4-BE49-F238E27FC236}">
                    <a16:creationId xmlns:a16="http://schemas.microsoft.com/office/drawing/2014/main" id="{CE5BE6CD-1812-40B5-A0EA-44CC2DA04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809"/>
                <a:ext cx="844" cy="90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84" name="Freeform 1462">
                <a:extLst>
                  <a:ext uri="{FF2B5EF4-FFF2-40B4-BE49-F238E27FC236}">
                    <a16:creationId xmlns:a16="http://schemas.microsoft.com/office/drawing/2014/main" id="{263FAB0B-C8A2-460D-8CA6-AAD2DC080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082"/>
                <a:ext cx="313" cy="817"/>
              </a:xfrm>
              <a:custGeom>
                <a:avLst/>
                <a:gdLst>
                  <a:gd name="T0" fmla="*/ 24 w 260"/>
                  <a:gd name="T1" fmla="*/ 0 h 675"/>
                  <a:gd name="T2" fmla="*/ 0 w 260"/>
                  <a:gd name="T3" fmla="*/ 1 h 675"/>
                  <a:gd name="T4" fmla="*/ 0 w 260"/>
                  <a:gd name="T5" fmla="*/ 130 h 675"/>
                  <a:gd name="T6" fmla="*/ 0 w 260"/>
                  <a:gd name="T7" fmla="*/ 130 h 675"/>
                  <a:gd name="T8" fmla="*/ 367 w 260"/>
                  <a:gd name="T9" fmla="*/ 598 h 675"/>
                  <a:gd name="T10" fmla="*/ 0 w 260"/>
                  <a:gd name="T11" fmla="*/ 1065 h 675"/>
                  <a:gd name="T12" fmla="*/ 0 w 260"/>
                  <a:gd name="T13" fmla="*/ 1065 h 675"/>
                  <a:gd name="T14" fmla="*/ 0 w 260"/>
                  <a:gd name="T15" fmla="*/ 1197 h 675"/>
                  <a:gd name="T16" fmla="*/ 24 w 260"/>
                  <a:gd name="T17" fmla="*/ 1197 h 675"/>
                  <a:gd name="T18" fmla="*/ 454 w 260"/>
                  <a:gd name="T19" fmla="*/ 599 h 675"/>
                  <a:gd name="T20" fmla="*/ 24 w 260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675">
                    <a:moveTo>
                      <a:pt x="14" y="0"/>
                    </a:moveTo>
                    <a:cubicBezTo>
                      <a:pt x="9" y="0"/>
                      <a:pt x="5" y="1"/>
                      <a:pt x="0" y="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7"/>
                    </a:cubicBezTo>
                    <a:cubicBezTo>
                      <a:pt x="210" y="483"/>
                      <a:pt x="116" y="601"/>
                      <a:pt x="0" y="601"/>
                    </a:cubicBezTo>
                    <a:cubicBezTo>
                      <a:pt x="0" y="601"/>
                      <a:pt x="0" y="601"/>
                      <a:pt x="0" y="601"/>
                    </a:cubicBezTo>
                    <a:cubicBezTo>
                      <a:pt x="0" y="675"/>
                      <a:pt x="0" y="675"/>
                      <a:pt x="0" y="675"/>
                    </a:cubicBezTo>
                    <a:cubicBezTo>
                      <a:pt x="5" y="675"/>
                      <a:pt x="9" y="675"/>
                      <a:pt x="14" y="675"/>
                    </a:cubicBezTo>
                    <a:cubicBezTo>
                      <a:pt x="142" y="675"/>
                      <a:pt x="260" y="525"/>
                      <a:pt x="260" y="338"/>
                    </a:cubicBezTo>
                    <a:cubicBezTo>
                      <a:pt x="260" y="152"/>
                      <a:pt x="142" y="0"/>
                      <a:pt x="14" y="0"/>
                    </a:cubicBezTo>
                    <a:close/>
                  </a:path>
                </a:pathLst>
              </a:custGeom>
              <a:solidFill>
                <a:srgbClr val="CC7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85" name="Rectangle 1463">
                <a:extLst>
                  <a:ext uri="{FF2B5EF4-FFF2-40B4-BE49-F238E27FC236}">
                    <a16:creationId xmlns:a16="http://schemas.microsoft.com/office/drawing/2014/main" id="{7616B466-5ADA-4712-B59F-CCA06C5FB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809"/>
                <a:ext cx="844" cy="90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3986" name="Freeform 1464">
                <a:extLst>
                  <a:ext uri="{FF2B5EF4-FFF2-40B4-BE49-F238E27FC236}">
                    <a16:creationId xmlns:a16="http://schemas.microsoft.com/office/drawing/2014/main" id="{788B8904-788D-45AA-882B-F2E5503CF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014"/>
                <a:ext cx="154" cy="40"/>
              </a:xfrm>
              <a:custGeom>
                <a:avLst/>
                <a:gdLst>
                  <a:gd name="T0" fmla="*/ 0 w 128"/>
                  <a:gd name="T1" fmla="*/ 28 h 33"/>
                  <a:gd name="T2" fmla="*/ 58 w 128"/>
                  <a:gd name="T3" fmla="*/ 1 h 33"/>
                  <a:gd name="T4" fmla="*/ 123 w 128"/>
                  <a:gd name="T5" fmla="*/ 1 h 33"/>
                  <a:gd name="T6" fmla="*/ 179 w 128"/>
                  <a:gd name="T7" fmla="*/ 19 h 33"/>
                  <a:gd name="T8" fmla="*/ 223 w 128"/>
                  <a:gd name="T9" fmla="*/ 27 h 33"/>
                  <a:gd name="T10" fmla="*/ 161 w 128"/>
                  <a:gd name="T11" fmla="*/ 48 h 33"/>
                  <a:gd name="T12" fmla="*/ 85 w 128"/>
                  <a:gd name="T13" fmla="*/ 57 h 33"/>
                  <a:gd name="T14" fmla="*/ 24 w 128"/>
                  <a:gd name="T15" fmla="*/ 40 h 33"/>
                  <a:gd name="T16" fmla="*/ 1 w 128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8" h="33">
                    <a:moveTo>
                      <a:pt x="0" y="16"/>
                    </a:moveTo>
                    <a:cubicBezTo>
                      <a:pt x="12" y="12"/>
                      <a:pt x="19" y="3"/>
                      <a:pt x="33" y="1"/>
                    </a:cubicBezTo>
                    <a:cubicBezTo>
                      <a:pt x="45" y="0"/>
                      <a:pt x="58" y="0"/>
                      <a:pt x="71" y="1"/>
                    </a:cubicBezTo>
                    <a:cubicBezTo>
                      <a:pt x="82" y="3"/>
                      <a:pt x="92" y="9"/>
                      <a:pt x="103" y="11"/>
                    </a:cubicBezTo>
                    <a:cubicBezTo>
                      <a:pt x="111" y="13"/>
                      <a:pt x="120" y="13"/>
                      <a:pt x="128" y="15"/>
                    </a:cubicBezTo>
                    <a:cubicBezTo>
                      <a:pt x="115" y="16"/>
                      <a:pt x="104" y="23"/>
                      <a:pt x="92" y="27"/>
                    </a:cubicBezTo>
                    <a:cubicBezTo>
                      <a:pt x="79" y="32"/>
                      <a:pt x="63" y="33"/>
                      <a:pt x="49" y="32"/>
                    </a:cubicBezTo>
                    <a:cubicBezTo>
                      <a:pt x="37" y="31"/>
                      <a:pt x="26" y="26"/>
                      <a:pt x="14" y="22"/>
                    </a:cubicBezTo>
                    <a:cubicBezTo>
                      <a:pt x="10" y="21"/>
                      <a:pt x="5" y="21"/>
                      <a:pt x="1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87" name="Freeform 1465">
                <a:extLst>
                  <a:ext uri="{FF2B5EF4-FFF2-40B4-BE49-F238E27FC236}">
                    <a16:creationId xmlns:a16="http://schemas.microsoft.com/office/drawing/2014/main" id="{C7811FC1-58C1-4A03-8E38-9E5E52044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016"/>
                <a:ext cx="135" cy="35"/>
              </a:xfrm>
              <a:custGeom>
                <a:avLst/>
                <a:gdLst>
                  <a:gd name="T0" fmla="*/ 0 w 112"/>
                  <a:gd name="T1" fmla="*/ 21 h 29"/>
                  <a:gd name="T2" fmla="*/ 43 w 112"/>
                  <a:gd name="T3" fmla="*/ 8 h 29"/>
                  <a:gd name="T4" fmla="*/ 104 w 112"/>
                  <a:gd name="T5" fmla="*/ 1 h 29"/>
                  <a:gd name="T6" fmla="*/ 196 w 112"/>
                  <a:gd name="T7" fmla="*/ 17 h 29"/>
                  <a:gd name="T8" fmla="*/ 69 w 112"/>
                  <a:gd name="T9" fmla="*/ 40 h 29"/>
                  <a:gd name="T10" fmla="*/ 0 w 112"/>
                  <a:gd name="T11" fmla="*/ 2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9">
                    <a:moveTo>
                      <a:pt x="0" y="12"/>
                    </a:moveTo>
                    <a:cubicBezTo>
                      <a:pt x="7" y="16"/>
                      <a:pt x="19" y="7"/>
                      <a:pt x="25" y="5"/>
                    </a:cubicBezTo>
                    <a:cubicBezTo>
                      <a:pt x="37" y="0"/>
                      <a:pt x="48" y="1"/>
                      <a:pt x="59" y="1"/>
                    </a:cubicBezTo>
                    <a:cubicBezTo>
                      <a:pt x="79" y="1"/>
                      <a:pt x="95" y="1"/>
                      <a:pt x="112" y="10"/>
                    </a:cubicBezTo>
                    <a:cubicBezTo>
                      <a:pt x="89" y="21"/>
                      <a:pt x="64" y="29"/>
                      <a:pt x="39" y="22"/>
                    </a:cubicBezTo>
                    <a:cubicBezTo>
                      <a:pt x="26" y="19"/>
                      <a:pt x="14" y="15"/>
                      <a:pt x="0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88" name="Freeform 1466">
                <a:extLst>
                  <a:ext uri="{FF2B5EF4-FFF2-40B4-BE49-F238E27FC236}">
                    <a16:creationId xmlns:a16="http://schemas.microsoft.com/office/drawing/2014/main" id="{95139091-1FB5-4293-83DC-7F2E794AE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046"/>
                <a:ext cx="165" cy="33"/>
              </a:xfrm>
              <a:custGeom>
                <a:avLst/>
                <a:gdLst>
                  <a:gd name="T0" fmla="*/ 48 w 137"/>
                  <a:gd name="T1" fmla="*/ 13 h 27"/>
                  <a:gd name="T2" fmla="*/ 24 w 137"/>
                  <a:gd name="T3" fmla="*/ 24 h 27"/>
                  <a:gd name="T4" fmla="*/ 0 w 137"/>
                  <a:gd name="T5" fmla="*/ 33 h 27"/>
                  <a:gd name="T6" fmla="*/ 93 w 137"/>
                  <a:gd name="T7" fmla="*/ 42 h 27"/>
                  <a:gd name="T8" fmla="*/ 155 w 137"/>
                  <a:gd name="T9" fmla="*/ 48 h 27"/>
                  <a:gd name="T10" fmla="*/ 240 w 137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27">
                    <a:moveTo>
                      <a:pt x="27" y="7"/>
                    </a:moveTo>
                    <a:cubicBezTo>
                      <a:pt x="21" y="4"/>
                      <a:pt x="18" y="10"/>
                      <a:pt x="14" y="13"/>
                    </a:cubicBezTo>
                    <a:cubicBezTo>
                      <a:pt x="9" y="16"/>
                      <a:pt x="3" y="15"/>
                      <a:pt x="0" y="18"/>
                    </a:cubicBezTo>
                    <a:cubicBezTo>
                      <a:pt x="14" y="25"/>
                      <a:pt x="37" y="21"/>
                      <a:pt x="53" y="23"/>
                    </a:cubicBezTo>
                    <a:cubicBezTo>
                      <a:pt x="66" y="24"/>
                      <a:pt x="76" y="27"/>
                      <a:pt x="89" y="26"/>
                    </a:cubicBezTo>
                    <a:cubicBezTo>
                      <a:pt x="109" y="25"/>
                      <a:pt x="124" y="13"/>
                      <a:pt x="13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89" name="Freeform 1467">
                <a:extLst>
                  <a:ext uri="{FF2B5EF4-FFF2-40B4-BE49-F238E27FC236}">
                    <a16:creationId xmlns:a16="http://schemas.microsoft.com/office/drawing/2014/main" id="{615A5785-DFB2-4821-848A-20776EFE2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067"/>
                <a:ext cx="54" cy="14"/>
              </a:xfrm>
              <a:custGeom>
                <a:avLst/>
                <a:gdLst>
                  <a:gd name="T0" fmla="*/ 78 w 45"/>
                  <a:gd name="T1" fmla="*/ 1 h 12"/>
                  <a:gd name="T2" fmla="*/ 0 w 45"/>
                  <a:gd name="T3" fmla="*/ 1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2">
                    <a:moveTo>
                      <a:pt x="45" y="1"/>
                    </a:moveTo>
                    <a:cubicBezTo>
                      <a:pt x="29" y="0"/>
                      <a:pt x="14" y="5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90" name="Freeform 1468">
                <a:extLst>
                  <a:ext uri="{FF2B5EF4-FFF2-40B4-BE49-F238E27FC236}">
                    <a16:creationId xmlns:a16="http://schemas.microsoft.com/office/drawing/2014/main" id="{F2462618-E70E-467A-BD25-682DD752B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013"/>
                <a:ext cx="141" cy="44"/>
              </a:xfrm>
              <a:custGeom>
                <a:avLst/>
                <a:gdLst>
                  <a:gd name="T0" fmla="*/ 0 w 117"/>
                  <a:gd name="T1" fmla="*/ 20 h 36"/>
                  <a:gd name="T2" fmla="*/ 77 w 117"/>
                  <a:gd name="T3" fmla="*/ 1 h 36"/>
                  <a:gd name="T4" fmla="*/ 130 w 117"/>
                  <a:gd name="T5" fmla="*/ 13 h 36"/>
                  <a:gd name="T6" fmla="*/ 205 w 117"/>
                  <a:gd name="T7" fmla="*/ 22 h 36"/>
                  <a:gd name="T8" fmla="*/ 80 w 117"/>
                  <a:gd name="T9" fmla="*/ 60 h 36"/>
                  <a:gd name="T10" fmla="*/ 0 w 117"/>
                  <a:gd name="T11" fmla="*/ 2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6">
                    <a:moveTo>
                      <a:pt x="0" y="11"/>
                    </a:moveTo>
                    <a:cubicBezTo>
                      <a:pt x="14" y="4"/>
                      <a:pt x="28" y="0"/>
                      <a:pt x="44" y="1"/>
                    </a:cubicBezTo>
                    <a:cubicBezTo>
                      <a:pt x="55" y="1"/>
                      <a:pt x="64" y="4"/>
                      <a:pt x="75" y="7"/>
                    </a:cubicBezTo>
                    <a:cubicBezTo>
                      <a:pt x="88" y="10"/>
                      <a:pt x="105" y="8"/>
                      <a:pt x="117" y="12"/>
                    </a:cubicBezTo>
                    <a:cubicBezTo>
                      <a:pt x="96" y="23"/>
                      <a:pt x="70" y="36"/>
                      <a:pt x="46" y="33"/>
                    </a:cubicBezTo>
                    <a:cubicBezTo>
                      <a:pt x="32" y="31"/>
                      <a:pt x="10" y="24"/>
                      <a:pt x="0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91" name="Freeform 1469">
                <a:extLst>
                  <a:ext uri="{FF2B5EF4-FFF2-40B4-BE49-F238E27FC236}">
                    <a16:creationId xmlns:a16="http://schemas.microsoft.com/office/drawing/2014/main" id="{61A11AE6-F066-49BA-B6E5-6B2D0F29C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052"/>
                <a:ext cx="145" cy="28"/>
              </a:xfrm>
              <a:custGeom>
                <a:avLst/>
                <a:gdLst>
                  <a:gd name="T0" fmla="*/ 0 w 121"/>
                  <a:gd name="T1" fmla="*/ 27 h 23"/>
                  <a:gd name="T2" fmla="*/ 41 w 121"/>
                  <a:gd name="T3" fmla="*/ 28 h 23"/>
                  <a:gd name="T4" fmla="*/ 71 w 121"/>
                  <a:gd name="T5" fmla="*/ 33 h 23"/>
                  <a:gd name="T6" fmla="*/ 121 w 121"/>
                  <a:gd name="T7" fmla="*/ 41 h 23"/>
                  <a:gd name="T8" fmla="*/ 209 w 12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23">
                    <a:moveTo>
                      <a:pt x="0" y="15"/>
                    </a:moveTo>
                    <a:cubicBezTo>
                      <a:pt x="6" y="17"/>
                      <a:pt x="16" y="15"/>
                      <a:pt x="23" y="16"/>
                    </a:cubicBezTo>
                    <a:cubicBezTo>
                      <a:pt x="29" y="17"/>
                      <a:pt x="35" y="18"/>
                      <a:pt x="41" y="18"/>
                    </a:cubicBezTo>
                    <a:cubicBezTo>
                      <a:pt x="51" y="18"/>
                      <a:pt x="60" y="22"/>
                      <a:pt x="70" y="23"/>
                    </a:cubicBezTo>
                    <a:cubicBezTo>
                      <a:pt x="88" y="23"/>
                      <a:pt x="106" y="8"/>
                      <a:pt x="12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92" name="Freeform 1470">
                <a:extLst>
                  <a:ext uri="{FF2B5EF4-FFF2-40B4-BE49-F238E27FC236}">
                    <a16:creationId xmlns:a16="http://schemas.microsoft.com/office/drawing/2014/main" id="{E14094F6-3B76-41D4-8CCC-0112EF77D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022"/>
                <a:ext cx="161" cy="59"/>
              </a:xfrm>
              <a:custGeom>
                <a:avLst/>
                <a:gdLst>
                  <a:gd name="T0" fmla="*/ 0 w 134"/>
                  <a:gd name="T1" fmla="*/ 45 h 49"/>
                  <a:gd name="T2" fmla="*/ 66 w 134"/>
                  <a:gd name="T3" fmla="*/ 70 h 49"/>
                  <a:gd name="T4" fmla="*/ 107 w 134"/>
                  <a:gd name="T5" fmla="*/ 85 h 49"/>
                  <a:gd name="T6" fmla="*/ 173 w 134"/>
                  <a:gd name="T7" fmla="*/ 66 h 49"/>
                  <a:gd name="T8" fmla="*/ 232 w 134"/>
                  <a:gd name="T9" fmla="*/ 26 h 49"/>
                  <a:gd name="T10" fmla="*/ 174 w 134"/>
                  <a:gd name="T11" fmla="*/ 23 h 49"/>
                  <a:gd name="T12" fmla="*/ 127 w 134"/>
                  <a:gd name="T13" fmla="*/ 14 h 49"/>
                  <a:gd name="T14" fmla="*/ 77 w 134"/>
                  <a:gd name="T15" fmla="*/ 12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49">
                    <a:moveTo>
                      <a:pt x="0" y="26"/>
                    </a:moveTo>
                    <a:cubicBezTo>
                      <a:pt x="12" y="30"/>
                      <a:pt x="26" y="35"/>
                      <a:pt x="38" y="40"/>
                    </a:cubicBezTo>
                    <a:cubicBezTo>
                      <a:pt x="46" y="44"/>
                      <a:pt x="53" y="48"/>
                      <a:pt x="62" y="49"/>
                    </a:cubicBezTo>
                    <a:cubicBezTo>
                      <a:pt x="75" y="49"/>
                      <a:pt x="88" y="44"/>
                      <a:pt x="100" y="38"/>
                    </a:cubicBezTo>
                    <a:cubicBezTo>
                      <a:pt x="110" y="33"/>
                      <a:pt x="129" y="25"/>
                      <a:pt x="134" y="15"/>
                    </a:cubicBezTo>
                    <a:cubicBezTo>
                      <a:pt x="124" y="11"/>
                      <a:pt x="112" y="14"/>
                      <a:pt x="101" y="13"/>
                    </a:cubicBezTo>
                    <a:cubicBezTo>
                      <a:pt x="92" y="12"/>
                      <a:pt x="82" y="10"/>
                      <a:pt x="73" y="8"/>
                    </a:cubicBezTo>
                    <a:cubicBezTo>
                      <a:pt x="64" y="6"/>
                      <a:pt x="52" y="0"/>
                      <a:pt x="44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93" name="Freeform 1471">
                <a:extLst>
                  <a:ext uri="{FF2B5EF4-FFF2-40B4-BE49-F238E27FC236}">
                    <a16:creationId xmlns:a16="http://schemas.microsoft.com/office/drawing/2014/main" id="{B3001207-061C-4E53-91BF-1C294DF34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1011"/>
                <a:ext cx="91" cy="22"/>
              </a:xfrm>
              <a:custGeom>
                <a:avLst/>
                <a:gdLst>
                  <a:gd name="T0" fmla="*/ 0 w 75"/>
                  <a:gd name="T1" fmla="*/ 33 h 18"/>
                  <a:gd name="T2" fmla="*/ 84 w 75"/>
                  <a:gd name="T3" fmla="*/ 15 h 18"/>
                  <a:gd name="T4" fmla="*/ 133 w 75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8">
                    <a:moveTo>
                      <a:pt x="0" y="18"/>
                    </a:moveTo>
                    <a:cubicBezTo>
                      <a:pt x="17" y="18"/>
                      <a:pt x="31" y="13"/>
                      <a:pt x="47" y="8"/>
                    </a:cubicBezTo>
                    <a:cubicBezTo>
                      <a:pt x="56" y="6"/>
                      <a:pt x="68" y="5"/>
                      <a:pt x="7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94" name="Freeform 1472">
                <a:extLst>
                  <a:ext uri="{FF2B5EF4-FFF2-40B4-BE49-F238E27FC236}">
                    <a16:creationId xmlns:a16="http://schemas.microsoft.com/office/drawing/2014/main" id="{6C408C3A-859C-420F-800C-497ED78B1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030"/>
                <a:ext cx="142" cy="30"/>
              </a:xfrm>
              <a:custGeom>
                <a:avLst/>
                <a:gdLst>
                  <a:gd name="T0" fmla="*/ 0 w 118"/>
                  <a:gd name="T1" fmla="*/ 43 h 25"/>
                  <a:gd name="T2" fmla="*/ 102 w 118"/>
                  <a:gd name="T3" fmla="*/ 8 h 25"/>
                  <a:gd name="T4" fmla="*/ 168 w 118"/>
                  <a:gd name="T5" fmla="*/ 17 h 25"/>
                  <a:gd name="T6" fmla="*/ 206 w 118"/>
                  <a:gd name="T7" fmla="*/ 2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25">
                    <a:moveTo>
                      <a:pt x="0" y="25"/>
                    </a:moveTo>
                    <a:cubicBezTo>
                      <a:pt x="22" y="17"/>
                      <a:pt x="35" y="0"/>
                      <a:pt x="59" y="5"/>
                    </a:cubicBezTo>
                    <a:cubicBezTo>
                      <a:pt x="72" y="8"/>
                      <a:pt x="83" y="8"/>
                      <a:pt x="96" y="10"/>
                    </a:cubicBezTo>
                    <a:cubicBezTo>
                      <a:pt x="104" y="11"/>
                      <a:pt x="111" y="15"/>
                      <a:pt x="118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95" name="Freeform 1473">
                <a:extLst>
                  <a:ext uri="{FF2B5EF4-FFF2-40B4-BE49-F238E27FC236}">
                    <a16:creationId xmlns:a16="http://schemas.microsoft.com/office/drawing/2014/main" id="{440ADA38-9B77-4F89-A847-501456061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051"/>
                <a:ext cx="146" cy="29"/>
              </a:xfrm>
              <a:custGeom>
                <a:avLst/>
                <a:gdLst>
                  <a:gd name="T0" fmla="*/ 209 w 122"/>
                  <a:gd name="T1" fmla="*/ 0 h 24"/>
                  <a:gd name="T2" fmla="*/ 124 w 122"/>
                  <a:gd name="T3" fmla="*/ 41 h 24"/>
                  <a:gd name="T4" fmla="*/ 85 w 122"/>
                  <a:gd name="T5" fmla="*/ 41 h 24"/>
                  <a:gd name="T6" fmla="*/ 37 w 122"/>
                  <a:gd name="T7" fmla="*/ 30 h 24"/>
                  <a:gd name="T8" fmla="*/ 0 w 122"/>
                  <a:gd name="T9" fmla="*/ 2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24">
                    <a:moveTo>
                      <a:pt x="122" y="0"/>
                    </a:moveTo>
                    <a:cubicBezTo>
                      <a:pt x="107" y="8"/>
                      <a:pt x="90" y="21"/>
                      <a:pt x="73" y="23"/>
                    </a:cubicBezTo>
                    <a:cubicBezTo>
                      <a:pt x="66" y="24"/>
                      <a:pt x="57" y="23"/>
                      <a:pt x="49" y="23"/>
                    </a:cubicBezTo>
                    <a:cubicBezTo>
                      <a:pt x="40" y="22"/>
                      <a:pt x="31" y="19"/>
                      <a:pt x="22" y="17"/>
                    </a:cubicBezTo>
                    <a:cubicBezTo>
                      <a:pt x="15" y="15"/>
                      <a:pt x="7" y="12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96" name="Freeform 1474">
                <a:extLst>
                  <a:ext uri="{FF2B5EF4-FFF2-40B4-BE49-F238E27FC236}">
                    <a16:creationId xmlns:a16="http://schemas.microsoft.com/office/drawing/2014/main" id="{BC2D7206-6548-44A8-BD1B-D589458CD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1013"/>
                <a:ext cx="64" cy="27"/>
              </a:xfrm>
              <a:custGeom>
                <a:avLst/>
                <a:gdLst>
                  <a:gd name="T0" fmla="*/ 0 w 53"/>
                  <a:gd name="T1" fmla="*/ 41 h 22"/>
                  <a:gd name="T2" fmla="*/ 65 w 53"/>
                  <a:gd name="T3" fmla="*/ 11 h 22"/>
                  <a:gd name="T4" fmla="*/ 93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0" y="22"/>
                    </a:moveTo>
                    <a:cubicBezTo>
                      <a:pt x="16" y="20"/>
                      <a:pt x="25" y="15"/>
                      <a:pt x="37" y="6"/>
                    </a:cubicBezTo>
                    <a:cubicBezTo>
                      <a:pt x="42" y="3"/>
                      <a:pt x="47" y="0"/>
                      <a:pt x="5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97" name="Freeform 1475">
                <a:extLst>
                  <a:ext uri="{FF2B5EF4-FFF2-40B4-BE49-F238E27FC236}">
                    <a16:creationId xmlns:a16="http://schemas.microsoft.com/office/drawing/2014/main" id="{3F0DA141-01FF-4C65-A2EF-A70C7BC6C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013"/>
                <a:ext cx="125" cy="20"/>
              </a:xfrm>
              <a:custGeom>
                <a:avLst/>
                <a:gdLst>
                  <a:gd name="T0" fmla="*/ 0 w 104"/>
                  <a:gd name="T1" fmla="*/ 13 h 16"/>
                  <a:gd name="T2" fmla="*/ 97 w 104"/>
                  <a:gd name="T3" fmla="*/ 8 h 16"/>
                  <a:gd name="T4" fmla="*/ 180 w 104"/>
                  <a:gd name="T5" fmla="*/ 3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6">
                    <a:moveTo>
                      <a:pt x="0" y="6"/>
                    </a:moveTo>
                    <a:cubicBezTo>
                      <a:pt x="20" y="1"/>
                      <a:pt x="36" y="0"/>
                      <a:pt x="56" y="4"/>
                    </a:cubicBezTo>
                    <a:cubicBezTo>
                      <a:pt x="72" y="8"/>
                      <a:pt x="88" y="16"/>
                      <a:pt x="104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98" name="Freeform 1476">
                <a:extLst>
                  <a:ext uri="{FF2B5EF4-FFF2-40B4-BE49-F238E27FC236}">
                    <a16:creationId xmlns:a16="http://schemas.microsoft.com/office/drawing/2014/main" id="{6FE9AB77-FF2D-4903-9C20-6BBE93876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031"/>
                <a:ext cx="109" cy="20"/>
              </a:xfrm>
              <a:custGeom>
                <a:avLst/>
                <a:gdLst>
                  <a:gd name="T0" fmla="*/ 160 w 90"/>
                  <a:gd name="T1" fmla="*/ 1 h 16"/>
                  <a:gd name="T2" fmla="*/ 107 w 90"/>
                  <a:gd name="T3" fmla="*/ 20 h 16"/>
                  <a:gd name="T4" fmla="*/ 50 w 90"/>
                  <a:gd name="T5" fmla="*/ 30 h 16"/>
                  <a:gd name="T6" fmla="*/ 0 w 90"/>
                  <a:gd name="T7" fmla="*/ 3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6">
                    <a:moveTo>
                      <a:pt x="90" y="1"/>
                    </a:moveTo>
                    <a:cubicBezTo>
                      <a:pt x="81" y="0"/>
                      <a:pt x="68" y="7"/>
                      <a:pt x="60" y="10"/>
                    </a:cubicBezTo>
                    <a:cubicBezTo>
                      <a:pt x="49" y="14"/>
                      <a:pt x="39" y="14"/>
                      <a:pt x="28" y="15"/>
                    </a:cubicBezTo>
                    <a:cubicBezTo>
                      <a:pt x="19" y="16"/>
                      <a:pt x="9" y="16"/>
                      <a:pt x="0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99" name="Freeform 1477">
                <a:extLst>
                  <a:ext uri="{FF2B5EF4-FFF2-40B4-BE49-F238E27FC236}">
                    <a16:creationId xmlns:a16="http://schemas.microsoft.com/office/drawing/2014/main" id="{DFDE5B41-DA6B-49F5-A77E-ABFBCD355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046"/>
                <a:ext cx="111" cy="34"/>
              </a:xfrm>
              <a:custGeom>
                <a:avLst/>
                <a:gdLst>
                  <a:gd name="T0" fmla="*/ 0 w 92"/>
                  <a:gd name="T1" fmla="*/ 0 h 28"/>
                  <a:gd name="T2" fmla="*/ 51 w 92"/>
                  <a:gd name="T3" fmla="*/ 9 h 28"/>
                  <a:gd name="T4" fmla="*/ 105 w 92"/>
                  <a:gd name="T5" fmla="*/ 33 h 28"/>
                  <a:gd name="T6" fmla="*/ 162 w 92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28">
                    <a:moveTo>
                      <a:pt x="0" y="0"/>
                    </a:moveTo>
                    <a:cubicBezTo>
                      <a:pt x="3" y="5"/>
                      <a:pt x="23" y="3"/>
                      <a:pt x="29" y="5"/>
                    </a:cubicBezTo>
                    <a:cubicBezTo>
                      <a:pt x="39" y="9"/>
                      <a:pt x="50" y="14"/>
                      <a:pt x="60" y="18"/>
                    </a:cubicBezTo>
                    <a:cubicBezTo>
                      <a:pt x="69" y="21"/>
                      <a:pt x="83" y="27"/>
                      <a:pt x="92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00" name="Freeform 1478">
                <a:extLst>
                  <a:ext uri="{FF2B5EF4-FFF2-40B4-BE49-F238E27FC236}">
                    <a16:creationId xmlns:a16="http://schemas.microsoft.com/office/drawing/2014/main" id="{60B341DE-087C-480A-B878-21163FF44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013"/>
                <a:ext cx="78" cy="20"/>
              </a:xfrm>
              <a:custGeom>
                <a:avLst/>
                <a:gdLst>
                  <a:gd name="T0" fmla="*/ 0 w 65"/>
                  <a:gd name="T1" fmla="*/ 31 h 16"/>
                  <a:gd name="T2" fmla="*/ 113 w 6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6">
                    <a:moveTo>
                      <a:pt x="0" y="16"/>
                    </a:moveTo>
                    <a:cubicBezTo>
                      <a:pt x="22" y="12"/>
                      <a:pt x="42" y="0"/>
                      <a:pt x="6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01" name="Freeform 1479">
                <a:extLst>
                  <a:ext uri="{FF2B5EF4-FFF2-40B4-BE49-F238E27FC236}">
                    <a16:creationId xmlns:a16="http://schemas.microsoft.com/office/drawing/2014/main" id="{B44BBD4B-551B-46B5-8DCB-389A59DEF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029"/>
                <a:ext cx="99" cy="27"/>
              </a:xfrm>
              <a:custGeom>
                <a:avLst/>
                <a:gdLst>
                  <a:gd name="T0" fmla="*/ 0 w 82"/>
                  <a:gd name="T1" fmla="*/ 1 h 22"/>
                  <a:gd name="T2" fmla="*/ 113 w 82"/>
                  <a:gd name="T3" fmla="*/ 33 h 22"/>
                  <a:gd name="T4" fmla="*/ 142 w 82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2">
                    <a:moveTo>
                      <a:pt x="0" y="1"/>
                    </a:moveTo>
                    <a:cubicBezTo>
                      <a:pt x="23" y="0"/>
                      <a:pt x="44" y="12"/>
                      <a:pt x="65" y="18"/>
                    </a:cubicBezTo>
                    <a:cubicBezTo>
                      <a:pt x="76" y="22"/>
                      <a:pt x="82" y="11"/>
                      <a:pt x="81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02" name="Freeform 1480">
                <a:extLst>
                  <a:ext uri="{FF2B5EF4-FFF2-40B4-BE49-F238E27FC236}">
                    <a16:creationId xmlns:a16="http://schemas.microsoft.com/office/drawing/2014/main" id="{146B7B86-0F81-4081-8C90-9B868BC87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052"/>
                <a:ext cx="86" cy="23"/>
              </a:xfrm>
              <a:custGeom>
                <a:avLst/>
                <a:gdLst>
                  <a:gd name="T0" fmla="*/ 122 w 72"/>
                  <a:gd name="T1" fmla="*/ 0 h 19"/>
                  <a:gd name="T2" fmla="*/ 123 w 72"/>
                  <a:gd name="T3" fmla="*/ 22 h 19"/>
                  <a:gd name="T4" fmla="*/ 50 w 72"/>
                  <a:gd name="T5" fmla="*/ 18 h 19"/>
                  <a:gd name="T6" fmla="*/ 0 w 72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9">
                    <a:moveTo>
                      <a:pt x="71" y="0"/>
                    </a:moveTo>
                    <a:cubicBezTo>
                      <a:pt x="70" y="3"/>
                      <a:pt x="70" y="9"/>
                      <a:pt x="72" y="12"/>
                    </a:cubicBezTo>
                    <a:cubicBezTo>
                      <a:pt x="63" y="19"/>
                      <a:pt x="40" y="12"/>
                      <a:pt x="29" y="10"/>
                    </a:cubicBezTo>
                    <a:cubicBezTo>
                      <a:pt x="21" y="8"/>
                      <a:pt x="8" y="2"/>
                      <a:pt x="0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03" name="Freeform 1481">
                <a:extLst>
                  <a:ext uri="{FF2B5EF4-FFF2-40B4-BE49-F238E27FC236}">
                    <a16:creationId xmlns:a16="http://schemas.microsoft.com/office/drawing/2014/main" id="{B9DF520E-54D0-43C5-8E57-B932B02FA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070"/>
                <a:ext cx="9" cy="22"/>
              </a:xfrm>
              <a:custGeom>
                <a:avLst/>
                <a:gdLst>
                  <a:gd name="T0" fmla="*/ 0 w 8"/>
                  <a:gd name="T1" fmla="*/ 0 h 18"/>
                  <a:gd name="T2" fmla="*/ 1 w 8"/>
                  <a:gd name="T3" fmla="*/ 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6" y="5"/>
                      <a:pt x="8" y="14"/>
                      <a:pt x="1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04" name="Freeform 1482">
                <a:extLst>
                  <a:ext uri="{FF2B5EF4-FFF2-40B4-BE49-F238E27FC236}">
                    <a16:creationId xmlns:a16="http://schemas.microsoft.com/office/drawing/2014/main" id="{9B786C34-FA6D-4766-BD92-B445EDC05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042"/>
                <a:ext cx="66" cy="62"/>
              </a:xfrm>
              <a:custGeom>
                <a:avLst/>
                <a:gdLst>
                  <a:gd name="T0" fmla="*/ 20 w 55"/>
                  <a:gd name="T1" fmla="*/ 0 h 51"/>
                  <a:gd name="T2" fmla="*/ 67 w 55"/>
                  <a:gd name="T3" fmla="*/ 35 h 51"/>
                  <a:gd name="T4" fmla="*/ 86 w 55"/>
                  <a:gd name="T5" fmla="*/ 50 h 51"/>
                  <a:gd name="T6" fmla="*/ 71 w 55"/>
                  <a:gd name="T7" fmla="*/ 84 h 51"/>
                  <a:gd name="T8" fmla="*/ 23 w 55"/>
                  <a:gd name="T9" fmla="*/ 75 h 51"/>
                  <a:gd name="T10" fmla="*/ 0 w 55"/>
                  <a:gd name="T11" fmla="*/ 6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51">
                    <a:moveTo>
                      <a:pt x="12" y="0"/>
                    </a:moveTo>
                    <a:cubicBezTo>
                      <a:pt x="21" y="8"/>
                      <a:pt x="29" y="14"/>
                      <a:pt x="39" y="20"/>
                    </a:cubicBezTo>
                    <a:cubicBezTo>
                      <a:pt x="43" y="23"/>
                      <a:pt x="48" y="24"/>
                      <a:pt x="50" y="28"/>
                    </a:cubicBezTo>
                    <a:cubicBezTo>
                      <a:pt x="55" y="36"/>
                      <a:pt x="48" y="44"/>
                      <a:pt x="41" y="47"/>
                    </a:cubicBezTo>
                    <a:cubicBezTo>
                      <a:pt x="34" y="51"/>
                      <a:pt x="20" y="44"/>
                      <a:pt x="13" y="42"/>
                    </a:cubicBezTo>
                    <a:cubicBezTo>
                      <a:pt x="8" y="41"/>
                      <a:pt x="4" y="40"/>
                      <a:pt x="0" y="3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05" name="Freeform 1483">
                <a:extLst>
                  <a:ext uri="{FF2B5EF4-FFF2-40B4-BE49-F238E27FC236}">
                    <a16:creationId xmlns:a16="http://schemas.microsoft.com/office/drawing/2014/main" id="{AE7287B5-9FC5-4D41-932F-ECB2F7728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087"/>
                <a:ext cx="50" cy="25"/>
              </a:xfrm>
              <a:custGeom>
                <a:avLst/>
                <a:gdLst>
                  <a:gd name="T0" fmla="*/ 0 w 41"/>
                  <a:gd name="T1" fmla="*/ 0 h 21"/>
                  <a:gd name="T2" fmla="*/ 32 w 41"/>
                  <a:gd name="T3" fmla="*/ 21 h 21"/>
                  <a:gd name="T4" fmla="*/ 56 w 41"/>
                  <a:gd name="T5" fmla="*/ 35 h 21"/>
                  <a:gd name="T6" fmla="*/ 74 w 41"/>
                  <a:gd name="T7" fmla="*/ 1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0" y="6"/>
                      <a:pt x="12" y="10"/>
                      <a:pt x="17" y="13"/>
                    </a:cubicBezTo>
                    <a:cubicBezTo>
                      <a:pt x="22" y="16"/>
                      <a:pt x="25" y="21"/>
                      <a:pt x="31" y="20"/>
                    </a:cubicBezTo>
                    <a:cubicBezTo>
                      <a:pt x="40" y="19"/>
                      <a:pt x="40" y="13"/>
                      <a:pt x="41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06" name="Freeform 1484">
                <a:extLst>
                  <a:ext uri="{FF2B5EF4-FFF2-40B4-BE49-F238E27FC236}">
                    <a16:creationId xmlns:a16="http://schemas.microsoft.com/office/drawing/2014/main" id="{921F02DB-AF95-4C21-9FAB-9E7987F36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102"/>
                <a:ext cx="14" cy="38"/>
              </a:xfrm>
              <a:custGeom>
                <a:avLst/>
                <a:gdLst>
                  <a:gd name="T0" fmla="*/ 2 w 12"/>
                  <a:gd name="T1" fmla="*/ 0 h 32"/>
                  <a:gd name="T2" fmla="*/ 0 w 12"/>
                  <a:gd name="T3" fmla="*/ 5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2" y="0"/>
                    </a:moveTo>
                    <a:cubicBezTo>
                      <a:pt x="9" y="9"/>
                      <a:pt x="12" y="26"/>
                      <a:pt x="0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07" name="Freeform 1485">
                <a:extLst>
                  <a:ext uri="{FF2B5EF4-FFF2-40B4-BE49-F238E27FC236}">
                    <a16:creationId xmlns:a16="http://schemas.microsoft.com/office/drawing/2014/main" id="{CC5509CD-FD24-421A-A77C-58415652E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1108"/>
                <a:ext cx="78" cy="66"/>
              </a:xfrm>
              <a:custGeom>
                <a:avLst/>
                <a:gdLst>
                  <a:gd name="T0" fmla="*/ 17 w 65"/>
                  <a:gd name="T1" fmla="*/ 34 h 55"/>
                  <a:gd name="T2" fmla="*/ 42 w 65"/>
                  <a:gd name="T3" fmla="*/ 71 h 55"/>
                  <a:gd name="T4" fmla="*/ 88 w 65"/>
                  <a:gd name="T5" fmla="*/ 77 h 55"/>
                  <a:gd name="T6" fmla="*/ 50 w 6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5">
                    <a:moveTo>
                      <a:pt x="10" y="19"/>
                    </a:moveTo>
                    <a:cubicBezTo>
                      <a:pt x="0" y="24"/>
                      <a:pt x="21" y="39"/>
                      <a:pt x="24" y="41"/>
                    </a:cubicBezTo>
                    <a:cubicBezTo>
                      <a:pt x="34" y="49"/>
                      <a:pt x="40" y="55"/>
                      <a:pt x="51" y="44"/>
                    </a:cubicBezTo>
                    <a:cubicBezTo>
                      <a:pt x="65" y="31"/>
                      <a:pt x="41" y="8"/>
                      <a:pt x="2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08" name="Freeform 1486">
                <a:extLst>
                  <a:ext uri="{FF2B5EF4-FFF2-40B4-BE49-F238E27FC236}">
                    <a16:creationId xmlns:a16="http://schemas.microsoft.com/office/drawing/2014/main" id="{2116AD08-617F-48EC-8538-228EAA45A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1167"/>
                <a:ext cx="3" cy="7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3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09" name="Freeform 1487">
                <a:extLst>
                  <a:ext uri="{FF2B5EF4-FFF2-40B4-BE49-F238E27FC236}">
                    <a16:creationId xmlns:a16="http://schemas.microsoft.com/office/drawing/2014/main" id="{44F34D35-66F7-4F1A-9B68-402F6AE18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1143"/>
                <a:ext cx="22" cy="14"/>
              </a:xfrm>
              <a:custGeom>
                <a:avLst/>
                <a:gdLst>
                  <a:gd name="T0" fmla="*/ 0 w 19"/>
                  <a:gd name="T1" fmla="*/ 18 h 12"/>
                  <a:gd name="T2" fmla="*/ 29 w 19"/>
                  <a:gd name="T3" fmla="*/ 1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0" y="11"/>
                    </a:moveTo>
                    <a:cubicBezTo>
                      <a:pt x="5" y="12"/>
                      <a:pt x="15" y="0"/>
                      <a:pt x="19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10" name="Freeform 1488">
                <a:extLst>
                  <a:ext uri="{FF2B5EF4-FFF2-40B4-BE49-F238E27FC236}">
                    <a16:creationId xmlns:a16="http://schemas.microsoft.com/office/drawing/2014/main" id="{45393207-FA97-471D-A9E9-E63205F6D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155"/>
                <a:ext cx="24" cy="74"/>
              </a:xfrm>
              <a:custGeom>
                <a:avLst/>
                <a:gdLst>
                  <a:gd name="T0" fmla="*/ 0 w 20"/>
                  <a:gd name="T1" fmla="*/ 0 h 61"/>
                  <a:gd name="T2" fmla="*/ 12 w 20"/>
                  <a:gd name="T3" fmla="*/ 34 h 61"/>
                  <a:gd name="T4" fmla="*/ 31 w 20"/>
                  <a:gd name="T5" fmla="*/ 72 h 61"/>
                  <a:gd name="T6" fmla="*/ 7 w 20"/>
                  <a:gd name="T7" fmla="*/ 109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1">
                    <a:moveTo>
                      <a:pt x="0" y="0"/>
                    </a:moveTo>
                    <a:cubicBezTo>
                      <a:pt x="1" y="7"/>
                      <a:pt x="4" y="13"/>
                      <a:pt x="7" y="19"/>
                    </a:cubicBezTo>
                    <a:cubicBezTo>
                      <a:pt x="10" y="25"/>
                      <a:pt x="17" y="33"/>
                      <a:pt x="18" y="40"/>
                    </a:cubicBezTo>
                    <a:cubicBezTo>
                      <a:pt x="20" y="52"/>
                      <a:pt x="11" y="55"/>
                      <a:pt x="4" y="6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11" name="Freeform 1489">
                <a:extLst>
                  <a:ext uri="{FF2B5EF4-FFF2-40B4-BE49-F238E27FC236}">
                    <a16:creationId xmlns:a16="http://schemas.microsoft.com/office/drawing/2014/main" id="{ACA16E68-E999-400F-97BE-CF251FDB5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1202"/>
                <a:ext cx="38" cy="31"/>
              </a:xfrm>
              <a:custGeom>
                <a:avLst/>
                <a:gdLst>
                  <a:gd name="T0" fmla="*/ 0 w 31"/>
                  <a:gd name="T1" fmla="*/ 0 h 26"/>
                  <a:gd name="T2" fmla="*/ 58 w 31"/>
                  <a:gd name="T3" fmla="*/ 2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3" y="9"/>
                      <a:pt x="23" y="26"/>
                      <a:pt x="31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12" name="Freeform 1490">
                <a:extLst>
                  <a:ext uri="{FF2B5EF4-FFF2-40B4-BE49-F238E27FC236}">
                    <a16:creationId xmlns:a16="http://schemas.microsoft.com/office/drawing/2014/main" id="{1DC34C2E-3037-4CCA-86EE-7D071DC66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209"/>
                <a:ext cx="31" cy="78"/>
              </a:xfrm>
              <a:custGeom>
                <a:avLst/>
                <a:gdLst>
                  <a:gd name="T0" fmla="*/ 0 w 25"/>
                  <a:gd name="T1" fmla="*/ 0 h 64"/>
                  <a:gd name="T2" fmla="*/ 47 w 25"/>
                  <a:gd name="T3" fmla="*/ 76 h 64"/>
                  <a:gd name="T4" fmla="*/ 21 w 25"/>
                  <a:gd name="T5" fmla="*/ 11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4">
                    <a:moveTo>
                      <a:pt x="0" y="0"/>
                    </a:moveTo>
                    <a:cubicBezTo>
                      <a:pt x="2" y="17"/>
                      <a:pt x="25" y="24"/>
                      <a:pt x="25" y="42"/>
                    </a:cubicBezTo>
                    <a:cubicBezTo>
                      <a:pt x="25" y="51"/>
                      <a:pt x="19" y="59"/>
                      <a:pt x="11" y="6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13" name="Freeform 1491">
                <a:extLst>
                  <a:ext uri="{FF2B5EF4-FFF2-40B4-BE49-F238E27FC236}">
                    <a16:creationId xmlns:a16="http://schemas.microsoft.com/office/drawing/2014/main" id="{A18D094B-CFDD-44FC-9582-BF3DD6CDC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1262"/>
                <a:ext cx="36" cy="46"/>
              </a:xfrm>
              <a:custGeom>
                <a:avLst/>
                <a:gdLst>
                  <a:gd name="T0" fmla="*/ 0 w 30"/>
                  <a:gd name="T1" fmla="*/ 0 h 38"/>
                  <a:gd name="T2" fmla="*/ 52 w 30"/>
                  <a:gd name="T3" fmla="*/ 5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8">
                    <a:moveTo>
                      <a:pt x="0" y="0"/>
                    </a:moveTo>
                    <a:cubicBezTo>
                      <a:pt x="5" y="10"/>
                      <a:pt x="15" y="38"/>
                      <a:pt x="3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14" name="Freeform 1492">
                <a:extLst>
                  <a:ext uri="{FF2B5EF4-FFF2-40B4-BE49-F238E27FC236}">
                    <a16:creationId xmlns:a16="http://schemas.microsoft.com/office/drawing/2014/main" id="{94145E5D-F0FF-47CD-A9DA-AB55BD760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1293"/>
                <a:ext cx="45" cy="65"/>
              </a:xfrm>
              <a:custGeom>
                <a:avLst/>
                <a:gdLst>
                  <a:gd name="T0" fmla="*/ 17 w 38"/>
                  <a:gd name="T1" fmla="*/ 0 h 54"/>
                  <a:gd name="T2" fmla="*/ 32 w 38"/>
                  <a:gd name="T3" fmla="*/ 85 h 54"/>
                  <a:gd name="T4" fmla="*/ 0 w 38"/>
                  <a:gd name="T5" fmla="*/ 7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4">
                    <a:moveTo>
                      <a:pt x="10" y="0"/>
                    </a:moveTo>
                    <a:cubicBezTo>
                      <a:pt x="12" y="12"/>
                      <a:pt x="38" y="39"/>
                      <a:pt x="19" y="49"/>
                    </a:cubicBezTo>
                    <a:cubicBezTo>
                      <a:pt x="9" y="54"/>
                      <a:pt x="4" y="48"/>
                      <a:pt x="0" y="4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15" name="Freeform 1493">
                <a:extLst>
                  <a:ext uri="{FF2B5EF4-FFF2-40B4-BE49-F238E27FC236}">
                    <a16:creationId xmlns:a16="http://schemas.microsoft.com/office/drawing/2014/main" id="{89E329DD-22A7-45E1-BAA5-30D2660B4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1351"/>
                <a:ext cx="29" cy="63"/>
              </a:xfrm>
              <a:custGeom>
                <a:avLst/>
                <a:gdLst>
                  <a:gd name="T0" fmla="*/ 0 w 24"/>
                  <a:gd name="T1" fmla="*/ 0 h 52"/>
                  <a:gd name="T2" fmla="*/ 7 w 24"/>
                  <a:gd name="T3" fmla="*/ 64 h 52"/>
                  <a:gd name="T4" fmla="*/ 22 w 24"/>
                  <a:gd name="T5" fmla="*/ 91 h 52"/>
                  <a:gd name="T6" fmla="*/ 40 w 24"/>
                  <a:gd name="T7" fmla="*/ 6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1" y="12"/>
                      <a:pt x="3" y="24"/>
                      <a:pt x="4" y="36"/>
                    </a:cubicBezTo>
                    <a:cubicBezTo>
                      <a:pt x="4" y="41"/>
                      <a:pt x="6" y="49"/>
                      <a:pt x="12" y="51"/>
                    </a:cubicBezTo>
                    <a:cubicBezTo>
                      <a:pt x="18" y="52"/>
                      <a:pt x="24" y="45"/>
                      <a:pt x="22" y="3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16" name="Freeform 1494">
                <a:extLst>
                  <a:ext uri="{FF2B5EF4-FFF2-40B4-BE49-F238E27FC236}">
                    <a16:creationId xmlns:a16="http://schemas.microsoft.com/office/drawing/2014/main" id="{34A76F3F-5391-4CA3-B13A-E1D186648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1404"/>
                <a:ext cx="31" cy="105"/>
              </a:xfrm>
              <a:custGeom>
                <a:avLst/>
                <a:gdLst>
                  <a:gd name="T0" fmla="*/ 23 w 26"/>
                  <a:gd name="T1" fmla="*/ 10 h 87"/>
                  <a:gd name="T2" fmla="*/ 1 w 26"/>
                  <a:gd name="T3" fmla="*/ 54 h 87"/>
                  <a:gd name="T4" fmla="*/ 10 w 26"/>
                  <a:gd name="T5" fmla="*/ 127 h 87"/>
                  <a:gd name="T6" fmla="*/ 35 w 26"/>
                  <a:gd name="T7" fmla="*/ 129 h 87"/>
                  <a:gd name="T8" fmla="*/ 43 w 26"/>
                  <a:gd name="T9" fmla="*/ 59 h 87"/>
                  <a:gd name="T10" fmla="*/ 24 w 26"/>
                  <a:gd name="T11" fmla="*/ 12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87">
                    <a:moveTo>
                      <a:pt x="13" y="6"/>
                    </a:moveTo>
                    <a:cubicBezTo>
                      <a:pt x="4" y="0"/>
                      <a:pt x="1" y="26"/>
                      <a:pt x="1" y="31"/>
                    </a:cubicBezTo>
                    <a:cubicBezTo>
                      <a:pt x="0" y="45"/>
                      <a:pt x="3" y="59"/>
                      <a:pt x="6" y="72"/>
                    </a:cubicBezTo>
                    <a:cubicBezTo>
                      <a:pt x="8" y="85"/>
                      <a:pt x="15" y="87"/>
                      <a:pt x="20" y="74"/>
                    </a:cubicBezTo>
                    <a:cubicBezTo>
                      <a:pt x="24" y="62"/>
                      <a:pt x="25" y="47"/>
                      <a:pt x="25" y="34"/>
                    </a:cubicBezTo>
                    <a:cubicBezTo>
                      <a:pt x="26" y="22"/>
                      <a:pt x="26" y="10"/>
                      <a:pt x="14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17" name="Freeform 1495">
                <a:extLst>
                  <a:ext uri="{FF2B5EF4-FFF2-40B4-BE49-F238E27FC236}">
                    <a16:creationId xmlns:a16="http://schemas.microsoft.com/office/drawing/2014/main" id="{0FE38CA3-53DA-426C-ADE3-C93FAC386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492"/>
                <a:ext cx="24" cy="11"/>
              </a:xfrm>
              <a:custGeom>
                <a:avLst/>
                <a:gdLst>
                  <a:gd name="T0" fmla="*/ 0 w 20"/>
                  <a:gd name="T1" fmla="*/ 16 h 9"/>
                  <a:gd name="T2" fmla="*/ 35 w 20"/>
                  <a:gd name="T3" fmla="*/ 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9"/>
                    </a:moveTo>
                    <a:cubicBezTo>
                      <a:pt x="5" y="2"/>
                      <a:pt x="13" y="0"/>
                      <a:pt x="20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18" name="Freeform 1496">
                <a:extLst>
                  <a:ext uri="{FF2B5EF4-FFF2-40B4-BE49-F238E27FC236}">
                    <a16:creationId xmlns:a16="http://schemas.microsoft.com/office/drawing/2014/main" id="{EA39F6A8-67E9-4B04-B305-49BA857A8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1506"/>
                <a:ext cx="24" cy="82"/>
              </a:xfrm>
              <a:custGeom>
                <a:avLst/>
                <a:gdLst>
                  <a:gd name="T0" fmla="*/ 35 w 20"/>
                  <a:gd name="T1" fmla="*/ 0 h 68"/>
                  <a:gd name="T2" fmla="*/ 34 w 20"/>
                  <a:gd name="T3" fmla="*/ 71 h 68"/>
                  <a:gd name="T4" fmla="*/ 0 w 20"/>
                  <a:gd name="T5" fmla="*/ 119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8">
                    <a:moveTo>
                      <a:pt x="20" y="0"/>
                    </a:moveTo>
                    <a:cubicBezTo>
                      <a:pt x="15" y="10"/>
                      <a:pt x="19" y="30"/>
                      <a:pt x="19" y="41"/>
                    </a:cubicBezTo>
                    <a:cubicBezTo>
                      <a:pt x="19" y="57"/>
                      <a:pt x="15" y="65"/>
                      <a:pt x="0" y="6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19" name="Freeform 1497">
                <a:extLst>
                  <a:ext uri="{FF2B5EF4-FFF2-40B4-BE49-F238E27FC236}">
                    <a16:creationId xmlns:a16="http://schemas.microsoft.com/office/drawing/2014/main" id="{A9AA1B05-33D3-4052-AF6B-497E1219A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2" y="1570"/>
                <a:ext cx="19" cy="40"/>
              </a:xfrm>
              <a:custGeom>
                <a:avLst/>
                <a:gdLst>
                  <a:gd name="T0" fmla="*/ 6 w 16"/>
                  <a:gd name="T1" fmla="*/ 0 h 33"/>
                  <a:gd name="T2" fmla="*/ 27 w 16"/>
                  <a:gd name="T3" fmla="*/ 5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3">
                    <a:moveTo>
                      <a:pt x="3" y="0"/>
                    </a:moveTo>
                    <a:cubicBezTo>
                      <a:pt x="2" y="9"/>
                      <a:pt x="0" y="33"/>
                      <a:pt x="16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20" name="Freeform 1498">
                <a:extLst>
                  <a:ext uri="{FF2B5EF4-FFF2-40B4-BE49-F238E27FC236}">
                    <a16:creationId xmlns:a16="http://schemas.microsoft.com/office/drawing/2014/main" id="{FA9CB4A9-B545-48EA-85E6-0CED143B3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1630"/>
                <a:ext cx="39" cy="24"/>
              </a:xfrm>
              <a:custGeom>
                <a:avLst/>
                <a:gdLst>
                  <a:gd name="T0" fmla="*/ 0 w 32"/>
                  <a:gd name="T1" fmla="*/ 0 h 20"/>
                  <a:gd name="T2" fmla="*/ 59 w 32"/>
                  <a:gd name="T3" fmla="*/ 2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0">
                    <a:moveTo>
                      <a:pt x="0" y="0"/>
                    </a:moveTo>
                    <a:cubicBezTo>
                      <a:pt x="0" y="7"/>
                      <a:pt x="29" y="20"/>
                      <a:pt x="32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21" name="Freeform 1499">
                <a:extLst>
                  <a:ext uri="{FF2B5EF4-FFF2-40B4-BE49-F238E27FC236}">
                    <a16:creationId xmlns:a16="http://schemas.microsoft.com/office/drawing/2014/main" id="{FA9D265E-82B5-491D-9829-AC83BEF67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895"/>
                <a:ext cx="75" cy="50"/>
              </a:xfrm>
              <a:custGeom>
                <a:avLst/>
                <a:gdLst>
                  <a:gd name="T0" fmla="*/ 0 w 62"/>
                  <a:gd name="T1" fmla="*/ 66 h 41"/>
                  <a:gd name="T2" fmla="*/ 35 w 62"/>
                  <a:gd name="T3" fmla="*/ 68 h 41"/>
                  <a:gd name="T4" fmla="*/ 76 w 62"/>
                  <a:gd name="T5" fmla="*/ 73 h 41"/>
                  <a:gd name="T6" fmla="*/ 103 w 62"/>
                  <a:gd name="T7" fmla="*/ 45 h 41"/>
                  <a:gd name="T8" fmla="*/ 86 w 62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1">
                    <a:moveTo>
                      <a:pt x="0" y="36"/>
                    </a:moveTo>
                    <a:cubicBezTo>
                      <a:pt x="6" y="39"/>
                      <a:pt x="13" y="38"/>
                      <a:pt x="20" y="38"/>
                    </a:cubicBezTo>
                    <a:cubicBezTo>
                      <a:pt x="27" y="38"/>
                      <a:pt x="36" y="41"/>
                      <a:pt x="43" y="40"/>
                    </a:cubicBezTo>
                    <a:cubicBezTo>
                      <a:pt x="52" y="38"/>
                      <a:pt x="54" y="33"/>
                      <a:pt x="58" y="25"/>
                    </a:cubicBezTo>
                    <a:cubicBezTo>
                      <a:pt x="62" y="17"/>
                      <a:pt x="61" y="1"/>
                      <a:pt x="4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22" name="Freeform 1500">
                <a:extLst>
                  <a:ext uri="{FF2B5EF4-FFF2-40B4-BE49-F238E27FC236}">
                    <a16:creationId xmlns:a16="http://schemas.microsoft.com/office/drawing/2014/main" id="{08FB0753-43E3-4B32-90CF-20BDCCB14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907"/>
                <a:ext cx="66" cy="41"/>
              </a:xfrm>
              <a:custGeom>
                <a:avLst/>
                <a:gdLst>
                  <a:gd name="T0" fmla="*/ 0 w 55"/>
                  <a:gd name="T1" fmla="*/ 49 h 34"/>
                  <a:gd name="T2" fmla="*/ 95 w 55"/>
                  <a:gd name="T3" fmla="*/ 4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34">
                    <a:moveTo>
                      <a:pt x="0" y="28"/>
                    </a:moveTo>
                    <a:cubicBezTo>
                      <a:pt x="14" y="34"/>
                      <a:pt x="51" y="0"/>
                      <a:pt x="55" y="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23" name="Freeform 1501">
                <a:extLst>
                  <a:ext uri="{FF2B5EF4-FFF2-40B4-BE49-F238E27FC236}">
                    <a16:creationId xmlns:a16="http://schemas.microsoft.com/office/drawing/2014/main" id="{268FA0A9-73A6-4605-B76D-DAC509A7A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881"/>
                <a:ext cx="75" cy="48"/>
              </a:xfrm>
              <a:custGeom>
                <a:avLst/>
                <a:gdLst>
                  <a:gd name="T0" fmla="*/ 46 w 62"/>
                  <a:gd name="T1" fmla="*/ 67 h 40"/>
                  <a:gd name="T2" fmla="*/ 104 w 62"/>
                  <a:gd name="T3" fmla="*/ 41 h 40"/>
                  <a:gd name="T4" fmla="*/ 93 w 62"/>
                  <a:gd name="T5" fmla="*/ 6 h 40"/>
                  <a:gd name="T6" fmla="*/ 36 w 62"/>
                  <a:gd name="T7" fmla="*/ 28 h 40"/>
                  <a:gd name="T8" fmla="*/ 0 w 62"/>
                  <a:gd name="T9" fmla="*/ 4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0">
                    <a:moveTo>
                      <a:pt x="26" y="39"/>
                    </a:moveTo>
                    <a:cubicBezTo>
                      <a:pt x="38" y="40"/>
                      <a:pt x="54" y="34"/>
                      <a:pt x="59" y="23"/>
                    </a:cubicBezTo>
                    <a:cubicBezTo>
                      <a:pt x="62" y="17"/>
                      <a:pt x="61" y="5"/>
                      <a:pt x="53" y="3"/>
                    </a:cubicBezTo>
                    <a:cubicBezTo>
                      <a:pt x="46" y="0"/>
                      <a:pt x="28" y="13"/>
                      <a:pt x="21" y="16"/>
                    </a:cubicBezTo>
                    <a:cubicBezTo>
                      <a:pt x="14" y="19"/>
                      <a:pt x="6" y="23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24" name="Freeform 1502">
                <a:extLst>
                  <a:ext uri="{FF2B5EF4-FFF2-40B4-BE49-F238E27FC236}">
                    <a16:creationId xmlns:a16="http://schemas.microsoft.com/office/drawing/2014/main" id="{72D156EF-167F-4247-B3A4-31BD3D244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1843"/>
                <a:ext cx="31" cy="46"/>
              </a:xfrm>
              <a:custGeom>
                <a:avLst/>
                <a:gdLst>
                  <a:gd name="T0" fmla="*/ 0 w 26"/>
                  <a:gd name="T1" fmla="*/ 61 h 38"/>
                  <a:gd name="T2" fmla="*/ 23 w 26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8">
                    <a:moveTo>
                      <a:pt x="0" y="34"/>
                    </a:moveTo>
                    <a:cubicBezTo>
                      <a:pt x="19" y="38"/>
                      <a:pt x="26" y="11"/>
                      <a:pt x="1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25" name="Freeform 1503">
                <a:extLst>
                  <a:ext uri="{FF2B5EF4-FFF2-40B4-BE49-F238E27FC236}">
                    <a16:creationId xmlns:a16="http://schemas.microsoft.com/office/drawing/2014/main" id="{DC4A7E38-70DD-4756-AE15-F177D2165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1837"/>
                <a:ext cx="65" cy="44"/>
              </a:xfrm>
              <a:custGeom>
                <a:avLst/>
                <a:gdLst>
                  <a:gd name="T0" fmla="*/ 0 w 54"/>
                  <a:gd name="T1" fmla="*/ 66 h 36"/>
                  <a:gd name="T2" fmla="*/ 76 w 54"/>
                  <a:gd name="T3" fmla="*/ 11 h 36"/>
                  <a:gd name="T4" fmla="*/ 85 w 54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6">
                    <a:moveTo>
                      <a:pt x="0" y="36"/>
                    </a:moveTo>
                    <a:cubicBezTo>
                      <a:pt x="12" y="27"/>
                      <a:pt x="24" y="0"/>
                      <a:pt x="43" y="6"/>
                    </a:cubicBezTo>
                    <a:cubicBezTo>
                      <a:pt x="50" y="9"/>
                      <a:pt x="54" y="18"/>
                      <a:pt x="49" y="2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26" name="Freeform 1504">
                <a:extLst>
                  <a:ext uri="{FF2B5EF4-FFF2-40B4-BE49-F238E27FC236}">
                    <a16:creationId xmlns:a16="http://schemas.microsoft.com/office/drawing/2014/main" id="{A0B5C62B-8243-4DD0-94B9-7238F5AE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1777"/>
                <a:ext cx="52" cy="70"/>
              </a:xfrm>
              <a:custGeom>
                <a:avLst/>
                <a:gdLst>
                  <a:gd name="T0" fmla="*/ 0 w 43"/>
                  <a:gd name="T1" fmla="*/ 101 h 58"/>
                  <a:gd name="T2" fmla="*/ 41 w 43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8">
                    <a:moveTo>
                      <a:pt x="0" y="58"/>
                    </a:moveTo>
                    <a:cubicBezTo>
                      <a:pt x="0" y="47"/>
                      <a:pt x="43" y="6"/>
                      <a:pt x="2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27" name="Freeform 1505">
                <a:extLst>
                  <a:ext uri="{FF2B5EF4-FFF2-40B4-BE49-F238E27FC236}">
                    <a16:creationId xmlns:a16="http://schemas.microsoft.com/office/drawing/2014/main" id="{855273F8-F34A-4D07-AB4E-CC17FD083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1746"/>
                <a:ext cx="65" cy="104"/>
              </a:xfrm>
              <a:custGeom>
                <a:avLst/>
                <a:gdLst>
                  <a:gd name="T0" fmla="*/ 19 w 54"/>
                  <a:gd name="T1" fmla="*/ 62 h 86"/>
                  <a:gd name="T2" fmla="*/ 83 w 54"/>
                  <a:gd name="T3" fmla="*/ 16 h 86"/>
                  <a:gd name="T4" fmla="*/ 65 w 54"/>
                  <a:gd name="T5" fmla="*/ 65 h 86"/>
                  <a:gd name="T6" fmla="*/ 0 w 54"/>
                  <a:gd name="T7" fmla="*/ 15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6">
                    <a:moveTo>
                      <a:pt x="11" y="35"/>
                    </a:moveTo>
                    <a:cubicBezTo>
                      <a:pt x="13" y="32"/>
                      <a:pt x="36" y="0"/>
                      <a:pt x="47" y="9"/>
                    </a:cubicBezTo>
                    <a:cubicBezTo>
                      <a:pt x="54" y="14"/>
                      <a:pt x="40" y="32"/>
                      <a:pt x="37" y="37"/>
                    </a:cubicBezTo>
                    <a:cubicBezTo>
                      <a:pt x="28" y="52"/>
                      <a:pt x="14" y="77"/>
                      <a:pt x="0" y="8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28" name="Freeform 1506">
                <a:extLst>
                  <a:ext uri="{FF2B5EF4-FFF2-40B4-BE49-F238E27FC236}">
                    <a16:creationId xmlns:a16="http://schemas.microsoft.com/office/drawing/2014/main" id="{DA688863-9FB0-4809-9C88-8E1317F0E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746"/>
                <a:ext cx="21" cy="16"/>
              </a:xfrm>
              <a:custGeom>
                <a:avLst/>
                <a:gdLst>
                  <a:gd name="T0" fmla="*/ 0 w 18"/>
                  <a:gd name="T1" fmla="*/ 25 h 13"/>
                  <a:gd name="T2" fmla="*/ 29 w 18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5" y="8"/>
                      <a:pt x="10" y="0"/>
                      <a:pt x="18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29" name="Freeform 1507">
                <a:extLst>
                  <a:ext uri="{FF2B5EF4-FFF2-40B4-BE49-F238E27FC236}">
                    <a16:creationId xmlns:a16="http://schemas.microsoft.com/office/drawing/2014/main" id="{9406CA0D-F8A1-48AB-A243-7D3F48A4B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1690"/>
                <a:ext cx="29" cy="65"/>
              </a:xfrm>
              <a:custGeom>
                <a:avLst/>
                <a:gdLst>
                  <a:gd name="T0" fmla="*/ 0 w 24"/>
                  <a:gd name="T1" fmla="*/ 94 h 54"/>
                  <a:gd name="T2" fmla="*/ 16 w 24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4">
                    <a:moveTo>
                      <a:pt x="0" y="54"/>
                    </a:moveTo>
                    <a:cubicBezTo>
                      <a:pt x="6" y="40"/>
                      <a:pt x="24" y="13"/>
                      <a:pt x="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30" name="Freeform 1508">
                <a:extLst>
                  <a:ext uri="{FF2B5EF4-FFF2-40B4-BE49-F238E27FC236}">
                    <a16:creationId xmlns:a16="http://schemas.microsoft.com/office/drawing/2014/main" id="{640C0EB4-D45A-4752-8ED0-6C071C7DD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1624"/>
                <a:ext cx="54" cy="124"/>
              </a:xfrm>
              <a:custGeom>
                <a:avLst/>
                <a:gdLst>
                  <a:gd name="T0" fmla="*/ 0 w 45"/>
                  <a:gd name="T1" fmla="*/ 109 h 102"/>
                  <a:gd name="T2" fmla="*/ 49 w 45"/>
                  <a:gd name="T3" fmla="*/ 43 h 102"/>
                  <a:gd name="T4" fmla="*/ 12 w 45"/>
                  <a:gd name="T5" fmla="*/ 184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2">
                    <a:moveTo>
                      <a:pt x="0" y="61"/>
                    </a:moveTo>
                    <a:cubicBezTo>
                      <a:pt x="1" y="50"/>
                      <a:pt x="12" y="0"/>
                      <a:pt x="28" y="24"/>
                    </a:cubicBezTo>
                    <a:cubicBezTo>
                      <a:pt x="45" y="47"/>
                      <a:pt x="17" y="81"/>
                      <a:pt x="7" y="10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31" name="Freeform 1509">
                <a:extLst>
                  <a:ext uri="{FF2B5EF4-FFF2-40B4-BE49-F238E27FC236}">
                    <a16:creationId xmlns:a16="http://schemas.microsoft.com/office/drawing/2014/main" id="{EB6BD080-78FF-4B39-9FDF-62E115936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916"/>
                <a:ext cx="120" cy="54"/>
              </a:xfrm>
              <a:custGeom>
                <a:avLst/>
                <a:gdLst>
                  <a:gd name="T0" fmla="*/ 0 w 100"/>
                  <a:gd name="T1" fmla="*/ 17 h 45"/>
                  <a:gd name="T2" fmla="*/ 102 w 100"/>
                  <a:gd name="T3" fmla="*/ 6 h 45"/>
                  <a:gd name="T4" fmla="*/ 173 w 100"/>
                  <a:gd name="T5" fmla="*/ 34 h 45"/>
                  <a:gd name="T6" fmla="*/ 80 w 100"/>
                  <a:gd name="T7" fmla="*/ 78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45">
                    <a:moveTo>
                      <a:pt x="0" y="10"/>
                    </a:moveTo>
                    <a:cubicBezTo>
                      <a:pt x="18" y="3"/>
                      <a:pt x="40" y="0"/>
                      <a:pt x="59" y="3"/>
                    </a:cubicBezTo>
                    <a:cubicBezTo>
                      <a:pt x="74" y="5"/>
                      <a:pt x="87" y="13"/>
                      <a:pt x="100" y="19"/>
                    </a:cubicBezTo>
                    <a:cubicBezTo>
                      <a:pt x="81" y="23"/>
                      <a:pt x="66" y="44"/>
                      <a:pt x="47" y="4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32" name="Freeform 1510">
                <a:extLst>
                  <a:ext uri="{FF2B5EF4-FFF2-40B4-BE49-F238E27FC236}">
                    <a16:creationId xmlns:a16="http://schemas.microsoft.com/office/drawing/2014/main" id="{AA1D171E-78A9-467B-86CD-95A168BCA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899"/>
                <a:ext cx="82" cy="32"/>
              </a:xfrm>
              <a:custGeom>
                <a:avLst/>
                <a:gdLst>
                  <a:gd name="T0" fmla="*/ 0 w 68"/>
                  <a:gd name="T1" fmla="*/ 32 h 27"/>
                  <a:gd name="T2" fmla="*/ 84 w 68"/>
                  <a:gd name="T3" fmla="*/ 32 h 27"/>
                  <a:gd name="T4" fmla="*/ 119 w 6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7">
                    <a:moveTo>
                      <a:pt x="0" y="19"/>
                    </a:moveTo>
                    <a:cubicBezTo>
                      <a:pt x="12" y="27"/>
                      <a:pt x="36" y="27"/>
                      <a:pt x="48" y="19"/>
                    </a:cubicBezTo>
                    <a:cubicBezTo>
                      <a:pt x="55" y="14"/>
                      <a:pt x="61" y="6"/>
                      <a:pt x="6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33" name="Freeform 1511">
                <a:extLst>
                  <a:ext uri="{FF2B5EF4-FFF2-40B4-BE49-F238E27FC236}">
                    <a16:creationId xmlns:a16="http://schemas.microsoft.com/office/drawing/2014/main" id="{E2D5A794-27F3-4990-A5A5-864985520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901"/>
                <a:ext cx="35" cy="17"/>
              </a:xfrm>
              <a:custGeom>
                <a:avLst/>
                <a:gdLst>
                  <a:gd name="T0" fmla="*/ 51 w 29"/>
                  <a:gd name="T1" fmla="*/ 25 h 14"/>
                  <a:gd name="T2" fmla="*/ 16 w 29"/>
                  <a:gd name="T3" fmla="*/ 13 h 14"/>
                  <a:gd name="T4" fmla="*/ 0 w 2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4">
                    <a:moveTo>
                      <a:pt x="29" y="14"/>
                    </a:moveTo>
                    <a:cubicBezTo>
                      <a:pt x="23" y="10"/>
                      <a:pt x="15" y="11"/>
                      <a:pt x="9" y="7"/>
                    </a:cubicBezTo>
                    <a:cubicBezTo>
                      <a:pt x="6" y="5"/>
                      <a:pt x="2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34" name="Freeform 1512">
                <a:extLst>
                  <a:ext uri="{FF2B5EF4-FFF2-40B4-BE49-F238E27FC236}">
                    <a16:creationId xmlns:a16="http://schemas.microsoft.com/office/drawing/2014/main" id="{CA180A2D-3472-4362-A428-53E1A06E3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910"/>
                <a:ext cx="123" cy="40"/>
              </a:xfrm>
              <a:custGeom>
                <a:avLst/>
                <a:gdLst>
                  <a:gd name="T0" fmla="*/ 21 w 102"/>
                  <a:gd name="T1" fmla="*/ 23 h 33"/>
                  <a:gd name="T2" fmla="*/ 101 w 102"/>
                  <a:gd name="T3" fmla="*/ 1 h 33"/>
                  <a:gd name="T4" fmla="*/ 178 w 102"/>
                  <a:gd name="T5" fmla="*/ 18 h 33"/>
                  <a:gd name="T6" fmla="*/ 113 w 102"/>
                  <a:gd name="T7" fmla="*/ 42 h 33"/>
                  <a:gd name="T8" fmla="*/ 52 w 102"/>
                  <a:gd name="T9" fmla="*/ 57 h 33"/>
                  <a:gd name="T10" fmla="*/ 0 w 102"/>
                  <a:gd name="T11" fmla="*/ 4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33">
                    <a:moveTo>
                      <a:pt x="12" y="13"/>
                    </a:moveTo>
                    <a:cubicBezTo>
                      <a:pt x="28" y="12"/>
                      <a:pt x="42" y="3"/>
                      <a:pt x="58" y="1"/>
                    </a:cubicBezTo>
                    <a:cubicBezTo>
                      <a:pt x="71" y="0"/>
                      <a:pt x="91" y="5"/>
                      <a:pt x="102" y="10"/>
                    </a:cubicBezTo>
                    <a:cubicBezTo>
                      <a:pt x="91" y="10"/>
                      <a:pt x="76" y="20"/>
                      <a:pt x="65" y="24"/>
                    </a:cubicBezTo>
                    <a:cubicBezTo>
                      <a:pt x="54" y="27"/>
                      <a:pt x="42" y="31"/>
                      <a:pt x="30" y="32"/>
                    </a:cubicBezTo>
                    <a:cubicBezTo>
                      <a:pt x="18" y="33"/>
                      <a:pt x="10" y="29"/>
                      <a:pt x="0" y="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35" name="Freeform 1513">
                <a:extLst>
                  <a:ext uri="{FF2B5EF4-FFF2-40B4-BE49-F238E27FC236}">
                    <a16:creationId xmlns:a16="http://schemas.microsoft.com/office/drawing/2014/main" id="{416104FB-817B-4DA7-A704-8D5A92646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946"/>
                <a:ext cx="84" cy="24"/>
              </a:xfrm>
              <a:custGeom>
                <a:avLst/>
                <a:gdLst>
                  <a:gd name="T0" fmla="*/ 0 w 70"/>
                  <a:gd name="T1" fmla="*/ 1 h 20"/>
                  <a:gd name="T2" fmla="*/ 89 w 70"/>
                  <a:gd name="T3" fmla="*/ 24 h 20"/>
                  <a:gd name="T4" fmla="*/ 121 w 70"/>
                  <a:gd name="T5" fmla="*/ 3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0">
                    <a:moveTo>
                      <a:pt x="0" y="1"/>
                    </a:moveTo>
                    <a:cubicBezTo>
                      <a:pt x="19" y="0"/>
                      <a:pt x="35" y="8"/>
                      <a:pt x="52" y="14"/>
                    </a:cubicBezTo>
                    <a:cubicBezTo>
                      <a:pt x="58" y="17"/>
                      <a:pt x="65" y="17"/>
                      <a:pt x="70" y="2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36" name="Freeform 1514">
                <a:extLst>
                  <a:ext uri="{FF2B5EF4-FFF2-40B4-BE49-F238E27FC236}">
                    <a16:creationId xmlns:a16="http://schemas.microsoft.com/office/drawing/2014/main" id="{56CA109C-FF44-4091-BD09-D43089366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917"/>
                <a:ext cx="103" cy="56"/>
              </a:xfrm>
              <a:custGeom>
                <a:avLst/>
                <a:gdLst>
                  <a:gd name="T0" fmla="*/ 0 w 86"/>
                  <a:gd name="T1" fmla="*/ 6 h 46"/>
                  <a:gd name="T2" fmla="*/ 61 w 86"/>
                  <a:gd name="T3" fmla="*/ 6 h 46"/>
                  <a:gd name="T4" fmla="*/ 147 w 86"/>
                  <a:gd name="T5" fmla="*/ 9 h 46"/>
                  <a:gd name="T6" fmla="*/ 97 w 86"/>
                  <a:gd name="T7" fmla="*/ 60 h 46"/>
                  <a:gd name="T8" fmla="*/ 72 w 86"/>
                  <a:gd name="T9" fmla="*/ 8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6">
                    <a:moveTo>
                      <a:pt x="0" y="3"/>
                    </a:moveTo>
                    <a:cubicBezTo>
                      <a:pt x="6" y="12"/>
                      <a:pt x="27" y="5"/>
                      <a:pt x="36" y="3"/>
                    </a:cubicBezTo>
                    <a:cubicBezTo>
                      <a:pt x="54" y="0"/>
                      <a:pt x="68" y="0"/>
                      <a:pt x="86" y="5"/>
                    </a:cubicBezTo>
                    <a:cubicBezTo>
                      <a:pt x="74" y="13"/>
                      <a:pt x="67" y="22"/>
                      <a:pt x="57" y="33"/>
                    </a:cubicBezTo>
                    <a:cubicBezTo>
                      <a:pt x="53" y="37"/>
                      <a:pt x="48" y="44"/>
                      <a:pt x="42" y="4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37" name="Freeform 1515">
                <a:extLst>
                  <a:ext uri="{FF2B5EF4-FFF2-40B4-BE49-F238E27FC236}">
                    <a16:creationId xmlns:a16="http://schemas.microsoft.com/office/drawing/2014/main" id="{7944ED27-47BF-4BED-A149-DB800B7C0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899"/>
                <a:ext cx="57" cy="28"/>
              </a:xfrm>
              <a:custGeom>
                <a:avLst/>
                <a:gdLst>
                  <a:gd name="T0" fmla="*/ 0 w 47"/>
                  <a:gd name="T1" fmla="*/ 41 h 23"/>
                  <a:gd name="T2" fmla="*/ 84 w 4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3">
                    <a:moveTo>
                      <a:pt x="0" y="23"/>
                    </a:moveTo>
                    <a:cubicBezTo>
                      <a:pt x="18" y="20"/>
                      <a:pt x="31" y="7"/>
                      <a:pt x="4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38" name="Freeform 1516">
                <a:extLst>
                  <a:ext uri="{FF2B5EF4-FFF2-40B4-BE49-F238E27FC236}">
                    <a16:creationId xmlns:a16="http://schemas.microsoft.com/office/drawing/2014/main" id="{B10D67E1-11A9-4DF3-997B-B9429D444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899"/>
                <a:ext cx="152" cy="34"/>
              </a:xfrm>
              <a:custGeom>
                <a:avLst/>
                <a:gdLst>
                  <a:gd name="T0" fmla="*/ 0 w 126"/>
                  <a:gd name="T1" fmla="*/ 1 h 28"/>
                  <a:gd name="T2" fmla="*/ 94 w 126"/>
                  <a:gd name="T3" fmla="*/ 41 h 28"/>
                  <a:gd name="T4" fmla="*/ 147 w 126"/>
                  <a:gd name="T5" fmla="*/ 47 h 28"/>
                  <a:gd name="T6" fmla="*/ 193 w 126"/>
                  <a:gd name="T7" fmla="*/ 19 h 28"/>
                  <a:gd name="T8" fmla="*/ 221 w 12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28">
                    <a:moveTo>
                      <a:pt x="0" y="1"/>
                    </a:moveTo>
                    <a:cubicBezTo>
                      <a:pt x="18" y="9"/>
                      <a:pt x="36" y="16"/>
                      <a:pt x="54" y="23"/>
                    </a:cubicBezTo>
                    <a:cubicBezTo>
                      <a:pt x="63" y="26"/>
                      <a:pt x="74" y="28"/>
                      <a:pt x="84" y="26"/>
                    </a:cubicBezTo>
                    <a:cubicBezTo>
                      <a:pt x="94" y="24"/>
                      <a:pt x="102" y="16"/>
                      <a:pt x="110" y="11"/>
                    </a:cubicBezTo>
                    <a:cubicBezTo>
                      <a:pt x="116" y="8"/>
                      <a:pt x="122" y="4"/>
                      <a:pt x="12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39" name="Freeform 1517">
                <a:extLst>
                  <a:ext uri="{FF2B5EF4-FFF2-40B4-BE49-F238E27FC236}">
                    <a16:creationId xmlns:a16="http://schemas.microsoft.com/office/drawing/2014/main" id="{5E796016-9225-4464-939C-05F811EC1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917"/>
                <a:ext cx="44" cy="6"/>
              </a:xfrm>
              <a:custGeom>
                <a:avLst/>
                <a:gdLst>
                  <a:gd name="T0" fmla="*/ 0 w 36"/>
                  <a:gd name="T1" fmla="*/ 8 h 5"/>
                  <a:gd name="T2" fmla="*/ 42 w 36"/>
                  <a:gd name="T3" fmla="*/ 6 h 5"/>
                  <a:gd name="T4" fmla="*/ 66 w 36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">
                    <a:moveTo>
                      <a:pt x="0" y="5"/>
                    </a:moveTo>
                    <a:cubicBezTo>
                      <a:pt x="9" y="5"/>
                      <a:pt x="15" y="5"/>
                      <a:pt x="23" y="3"/>
                    </a:cubicBezTo>
                    <a:cubicBezTo>
                      <a:pt x="27" y="2"/>
                      <a:pt x="32" y="0"/>
                      <a:pt x="36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40" name="Freeform 1518">
                <a:extLst>
                  <a:ext uri="{FF2B5EF4-FFF2-40B4-BE49-F238E27FC236}">
                    <a16:creationId xmlns:a16="http://schemas.microsoft.com/office/drawing/2014/main" id="{F0D91BDC-66BA-4A32-A438-DDBCD3D6C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931"/>
                <a:ext cx="115" cy="31"/>
              </a:xfrm>
              <a:custGeom>
                <a:avLst/>
                <a:gdLst>
                  <a:gd name="T0" fmla="*/ 0 w 96"/>
                  <a:gd name="T1" fmla="*/ 15 h 25"/>
                  <a:gd name="T2" fmla="*/ 114 w 96"/>
                  <a:gd name="T3" fmla="*/ 40 h 25"/>
                  <a:gd name="T4" fmla="*/ 165 w 9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5">
                    <a:moveTo>
                      <a:pt x="0" y="8"/>
                    </a:moveTo>
                    <a:cubicBezTo>
                      <a:pt x="20" y="10"/>
                      <a:pt x="45" y="25"/>
                      <a:pt x="66" y="21"/>
                    </a:cubicBezTo>
                    <a:cubicBezTo>
                      <a:pt x="76" y="19"/>
                      <a:pt x="88" y="6"/>
                      <a:pt x="9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41" name="Freeform 1519">
                <a:extLst>
                  <a:ext uri="{FF2B5EF4-FFF2-40B4-BE49-F238E27FC236}">
                    <a16:creationId xmlns:a16="http://schemas.microsoft.com/office/drawing/2014/main" id="{1273CADC-39DE-4C20-8D27-89B1EE382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1950"/>
                <a:ext cx="132" cy="19"/>
              </a:xfrm>
              <a:custGeom>
                <a:avLst/>
                <a:gdLst>
                  <a:gd name="T0" fmla="*/ 0 w 109"/>
                  <a:gd name="T1" fmla="*/ 8 h 16"/>
                  <a:gd name="T2" fmla="*/ 76 w 109"/>
                  <a:gd name="T3" fmla="*/ 2 h 16"/>
                  <a:gd name="T4" fmla="*/ 137 w 109"/>
                  <a:gd name="T5" fmla="*/ 6 h 16"/>
                  <a:gd name="T6" fmla="*/ 194 w 109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6">
                    <a:moveTo>
                      <a:pt x="0" y="5"/>
                    </a:moveTo>
                    <a:cubicBezTo>
                      <a:pt x="15" y="8"/>
                      <a:pt x="29" y="4"/>
                      <a:pt x="43" y="2"/>
                    </a:cubicBezTo>
                    <a:cubicBezTo>
                      <a:pt x="56" y="0"/>
                      <a:pt x="65" y="0"/>
                      <a:pt x="77" y="3"/>
                    </a:cubicBezTo>
                    <a:cubicBezTo>
                      <a:pt x="88" y="6"/>
                      <a:pt x="99" y="15"/>
                      <a:pt x="109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42" name="Freeform 1520">
                <a:extLst>
                  <a:ext uri="{FF2B5EF4-FFF2-40B4-BE49-F238E27FC236}">
                    <a16:creationId xmlns:a16="http://schemas.microsoft.com/office/drawing/2014/main" id="{5E787F78-704C-4BD5-BF8C-4739F5AFA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904"/>
                <a:ext cx="113" cy="50"/>
              </a:xfrm>
              <a:custGeom>
                <a:avLst/>
                <a:gdLst>
                  <a:gd name="T0" fmla="*/ 0 w 94"/>
                  <a:gd name="T1" fmla="*/ 14 h 42"/>
                  <a:gd name="T2" fmla="*/ 84 w 94"/>
                  <a:gd name="T3" fmla="*/ 24 h 42"/>
                  <a:gd name="T4" fmla="*/ 163 w 94"/>
                  <a:gd name="T5" fmla="*/ 35 h 42"/>
                  <a:gd name="T6" fmla="*/ 72 w 94"/>
                  <a:gd name="T7" fmla="*/ 62 h 42"/>
                  <a:gd name="T8" fmla="*/ 36 w 94"/>
                  <a:gd name="T9" fmla="*/ 7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42">
                    <a:moveTo>
                      <a:pt x="0" y="8"/>
                    </a:moveTo>
                    <a:cubicBezTo>
                      <a:pt x="11" y="0"/>
                      <a:pt x="36" y="11"/>
                      <a:pt x="48" y="14"/>
                    </a:cubicBezTo>
                    <a:cubicBezTo>
                      <a:pt x="63" y="18"/>
                      <a:pt x="79" y="17"/>
                      <a:pt x="94" y="20"/>
                    </a:cubicBezTo>
                    <a:cubicBezTo>
                      <a:pt x="77" y="22"/>
                      <a:pt x="59" y="32"/>
                      <a:pt x="42" y="37"/>
                    </a:cubicBezTo>
                    <a:cubicBezTo>
                      <a:pt x="36" y="39"/>
                      <a:pt x="27" y="39"/>
                      <a:pt x="21" y="4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43" name="Freeform 1521">
                <a:extLst>
                  <a:ext uri="{FF2B5EF4-FFF2-40B4-BE49-F238E27FC236}">
                    <a16:creationId xmlns:a16="http://schemas.microsoft.com/office/drawing/2014/main" id="{04E0EF3F-31A8-44E5-AEAE-40E203D26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1900"/>
                <a:ext cx="58" cy="25"/>
              </a:xfrm>
              <a:custGeom>
                <a:avLst/>
                <a:gdLst>
                  <a:gd name="T0" fmla="*/ 0 w 48"/>
                  <a:gd name="T1" fmla="*/ 32 h 21"/>
                  <a:gd name="T2" fmla="*/ 85 w 4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1">
                    <a:moveTo>
                      <a:pt x="0" y="19"/>
                    </a:moveTo>
                    <a:cubicBezTo>
                      <a:pt x="19" y="21"/>
                      <a:pt x="33" y="9"/>
                      <a:pt x="4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44" name="Freeform 1522">
                <a:extLst>
                  <a:ext uri="{FF2B5EF4-FFF2-40B4-BE49-F238E27FC236}">
                    <a16:creationId xmlns:a16="http://schemas.microsoft.com/office/drawing/2014/main" id="{FC008588-7DCD-4692-893C-C4D8A1847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934"/>
                <a:ext cx="158" cy="35"/>
              </a:xfrm>
              <a:custGeom>
                <a:avLst/>
                <a:gdLst>
                  <a:gd name="T0" fmla="*/ 0 w 131"/>
                  <a:gd name="T1" fmla="*/ 2 h 29"/>
                  <a:gd name="T2" fmla="*/ 49 w 131"/>
                  <a:gd name="T3" fmla="*/ 0 h 29"/>
                  <a:gd name="T4" fmla="*/ 119 w 131"/>
                  <a:gd name="T5" fmla="*/ 16 h 29"/>
                  <a:gd name="T6" fmla="*/ 182 w 131"/>
                  <a:gd name="T7" fmla="*/ 41 h 29"/>
                  <a:gd name="T8" fmla="*/ 210 w 131"/>
                  <a:gd name="T9" fmla="*/ 42 h 29"/>
                  <a:gd name="T10" fmla="*/ 230 w 131"/>
                  <a:gd name="T11" fmla="*/ 5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29">
                    <a:moveTo>
                      <a:pt x="0" y="2"/>
                    </a:moveTo>
                    <a:cubicBezTo>
                      <a:pt x="9" y="2"/>
                      <a:pt x="18" y="0"/>
                      <a:pt x="28" y="0"/>
                    </a:cubicBezTo>
                    <a:cubicBezTo>
                      <a:pt x="42" y="0"/>
                      <a:pt x="55" y="4"/>
                      <a:pt x="68" y="9"/>
                    </a:cubicBezTo>
                    <a:cubicBezTo>
                      <a:pt x="80" y="13"/>
                      <a:pt x="92" y="20"/>
                      <a:pt x="104" y="23"/>
                    </a:cubicBezTo>
                    <a:cubicBezTo>
                      <a:pt x="109" y="24"/>
                      <a:pt x="115" y="23"/>
                      <a:pt x="119" y="24"/>
                    </a:cubicBezTo>
                    <a:cubicBezTo>
                      <a:pt x="123" y="25"/>
                      <a:pt x="126" y="29"/>
                      <a:pt x="131" y="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45" name="Freeform 1523">
                <a:extLst>
                  <a:ext uri="{FF2B5EF4-FFF2-40B4-BE49-F238E27FC236}">
                    <a16:creationId xmlns:a16="http://schemas.microsoft.com/office/drawing/2014/main" id="{6FE5648D-6244-4299-AFEE-F49ECA0F3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1901"/>
                <a:ext cx="93" cy="55"/>
              </a:xfrm>
              <a:custGeom>
                <a:avLst/>
                <a:gdLst>
                  <a:gd name="T0" fmla="*/ 0 w 77"/>
                  <a:gd name="T1" fmla="*/ 66 h 45"/>
                  <a:gd name="T2" fmla="*/ 104 w 77"/>
                  <a:gd name="T3" fmla="*/ 20 h 45"/>
                  <a:gd name="T4" fmla="*/ 135 w 7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5">
                    <a:moveTo>
                      <a:pt x="0" y="36"/>
                    </a:moveTo>
                    <a:cubicBezTo>
                      <a:pt x="18" y="45"/>
                      <a:pt x="45" y="22"/>
                      <a:pt x="59" y="11"/>
                    </a:cubicBezTo>
                    <a:cubicBezTo>
                      <a:pt x="64" y="7"/>
                      <a:pt x="70" y="2"/>
                      <a:pt x="7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46" name="Freeform 1524">
                <a:extLst>
                  <a:ext uri="{FF2B5EF4-FFF2-40B4-BE49-F238E27FC236}">
                    <a16:creationId xmlns:a16="http://schemas.microsoft.com/office/drawing/2014/main" id="{4E5A1FAC-7FFC-406D-9C6F-E93A2A9CA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906"/>
                <a:ext cx="109" cy="12"/>
              </a:xfrm>
              <a:custGeom>
                <a:avLst/>
                <a:gdLst>
                  <a:gd name="T0" fmla="*/ 160 w 90"/>
                  <a:gd name="T1" fmla="*/ 10 h 10"/>
                  <a:gd name="T2" fmla="*/ 103 w 90"/>
                  <a:gd name="T3" fmla="*/ 16 h 10"/>
                  <a:gd name="T4" fmla="*/ 50 w 90"/>
                  <a:gd name="T5" fmla="*/ 8 h 10"/>
                  <a:gd name="T6" fmla="*/ 0 w 90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0">
                    <a:moveTo>
                      <a:pt x="90" y="6"/>
                    </a:moveTo>
                    <a:cubicBezTo>
                      <a:pt x="82" y="6"/>
                      <a:pt x="68" y="10"/>
                      <a:pt x="58" y="9"/>
                    </a:cubicBezTo>
                    <a:cubicBezTo>
                      <a:pt x="48" y="8"/>
                      <a:pt x="38" y="6"/>
                      <a:pt x="28" y="5"/>
                    </a:cubicBezTo>
                    <a:cubicBezTo>
                      <a:pt x="20" y="4"/>
                      <a:pt x="7" y="0"/>
                      <a:pt x="0" y="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47" name="Freeform 1525">
                <a:extLst>
                  <a:ext uri="{FF2B5EF4-FFF2-40B4-BE49-F238E27FC236}">
                    <a16:creationId xmlns:a16="http://schemas.microsoft.com/office/drawing/2014/main" id="{04D47E5A-3460-4393-B984-6DFEF85CC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1918"/>
                <a:ext cx="147" cy="22"/>
              </a:xfrm>
              <a:custGeom>
                <a:avLst/>
                <a:gdLst>
                  <a:gd name="T0" fmla="*/ 213 w 122"/>
                  <a:gd name="T1" fmla="*/ 33 h 18"/>
                  <a:gd name="T2" fmla="*/ 194 w 122"/>
                  <a:gd name="T3" fmla="*/ 26 h 18"/>
                  <a:gd name="T4" fmla="*/ 137 w 122"/>
                  <a:gd name="T5" fmla="*/ 9 h 18"/>
                  <a:gd name="T6" fmla="*/ 69 w 122"/>
                  <a:gd name="T7" fmla="*/ 6 h 18"/>
                  <a:gd name="T8" fmla="*/ 0 w 122"/>
                  <a:gd name="T9" fmla="*/ 2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8">
                    <a:moveTo>
                      <a:pt x="122" y="18"/>
                    </a:moveTo>
                    <a:cubicBezTo>
                      <a:pt x="118" y="18"/>
                      <a:pt x="115" y="16"/>
                      <a:pt x="111" y="14"/>
                    </a:cubicBezTo>
                    <a:cubicBezTo>
                      <a:pt x="101" y="11"/>
                      <a:pt x="90" y="8"/>
                      <a:pt x="79" y="5"/>
                    </a:cubicBezTo>
                    <a:cubicBezTo>
                      <a:pt x="65" y="2"/>
                      <a:pt x="53" y="0"/>
                      <a:pt x="39" y="3"/>
                    </a:cubicBezTo>
                    <a:cubicBezTo>
                      <a:pt x="26" y="7"/>
                      <a:pt x="14" y="13"/>
                      <a:pt x="0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48" name="Freeform 1526">
                <a:extLst>
                  <a:ext uri="{FF2B5EF4-FFF2-40B4-BE49-F238E27FC236}">
                    <a16:creationId xmlns:a16="http://schemas.microsoft.com/office/drawing/2014/main" id="{C0F5451C-5B7C-4DEC-A3C2-9A861DC57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951"/>
                <a:ext cx="53" cy="22"/>
              </a:xfrm>
              <a:custGeom>
                <a:avLst/>
                <a:gdLst>
                  <a:gd name="T0" fmla="*/ 77 w 44"/>
                  <a:gd name="T1" fmla="*/ 0 h 18"/>
                  <a:gd name="T2" fmla="*/ 0 w 44"/>
                  <a:gd name="T3" fmla="*/ 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8">
                    <a:moveTo>
                      <a:pt x="44" y="0"/>
                    </a:moveTo>
                    <a:cubicBezTo>
                      <a:pt x="26" y="1"/>
                      <a:pt x="15" y="13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49" name="Freeform 1527">
                <a:extLst>
                  <a:ext uri="{FF2B5EF4-FFF2-40B4-BE49-F238E27FC236}">
                    <a16:creationId xmlns:a16="http://schemas.microsoft.com/office/drawing/2014/main" id="{2357F7E5-87C7-4037-99E9-338FC877C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085"/>
                <a:ext cx="63" cy="42"/>
              </a:xfrm>
              <a:custGeom>
                <a:avLst/>
                <a:gdLst>
                  <a:gd name="T0" fmla="*/ 25 w 52"/>
                  <a:gd name="T1" fmla="*/ 1 h 35"/>
                  <a:gd name="T2" fmla="*/ 15 w 52"/>
                  <a:gd name="T3" fmla="*/ 37 h 35"/>
                  <a:gd name="T4" fmla="*/ 23 w 52"/>
                  <a:gd name="T5" fmla="*/ 55 h 35"/>
                  <a:gd name="T6" fmla="*/ 57 w 52"/>
                  <a:gd name="T7" fmla="*/ 58 h 35"/>
                  <a:gd name="T8" fmla="*/ 91 w 52"/>
                  <a:gd name="T9" fmla="*/ 43 h 35"/>
                  <a:gd name="T10" fmla="*/ 82 w 52"/>
                  <a:gd name="T11" fmla="*/ 8 h 35"/>
                  <a:gd name="T12" fmla="*/ 57 w 52"/>
                  <a:gd name="T13" fmla="*/ 1 h 35"/>
                  <a:gd name="T14" fmla="*/ 25 w 52"/>
                  <a:gd name="T15" fmla="*/ 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14" y="1"/>
                    </a:moveTo>
                    <a:cubicBezTo>
                      <a:pt x="0" y="0"/>
                      <a:pt x="5" y="13"/>
                      <a:pt x="8" y="22"/>
                    </a:cubicBezTo>
                    <a:cubicBezTo>
                      <a:pt x="9" y="26"/>
                      <a:pt x="9" y="30"/>
                      <a:pt x="13" y="32"/>
                    </a:cubicBezTo>
                    <a:cubicBezTo>
                      <a:pt x="18" y="35"/>
                      <a:pt x="27" y="34"/>
                      <a:pt x="32" y="33"/>
                    </a:cubicBezTo>
                    <a:cubicBezTo>
                      <a:pt x="38" y="32"/>
                      <a:pt x="49" y="32"/>
                      <a:pt x="51" y="25"/>
                    </a:cubicBezTo>
                    <a:cubicBezTo>
                      <a:pt x="52" y="20"/>
                      <a:pt x="50" y="9"/>
                      <a:pt x="46" y="5"/>
                    </a:cubicBezTo>
                    <a:cubicBezTo>
                      <a:pt x="43" y="2"/>
                      <a:pt x="37" y="2"/>
                      <a:pt x="32" y="1"/>
                    </a:cubicBezTo>
                    <a:cubicBezTo>
                      <a:pt x="27" y="1"/>
                      <a:pt x="20" y="1"/>
                      <a:pt x="1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50" name="Freeform 1528">
                <a:extLst>
                  <a:ext uri="{FF2B5EF4-FFF2-40B4-BE49-F238E27FC236}">
                    <a16:creationId xmlns:a16="http://schemas.microsoft.com/office/drawing/2014/main" id="{6CD701AE-AAA7-40CE-AE83-8E077A5D3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120"/>
                <a:ext cx="58" cy="31"/>
              </a:xfrm>
              <a:custGeom>
                <a:avLst/>
                <a:gdLst>
                  <a:gd name="T0" fmla="*/ 36 w 48"/>
                  <a:gd name="T1" fmla="*/ 8 h 26"/>
                  <a:gd name="T2" fmla="*/ 18 w 48"/>
                  <a:gd name="T3" fmla="*/ 7 h 26"/>
                  <a:gd name="T4" fmla="*/ 1 w 48"/>
                  <a:gd name="T5" fmla="*/ 12 h 26"/>
                  <a:gd name="T6" fmla="*/ 1 w 48"/>
                  <a:gd name="T7" fmla="*/ 29 h 26"/>
                  <a:gd name="T8" fmla="*/ 23 w 48"/>
                  <a:gd name="T9" fmla="*/ 44 h 26"/>
                  <a:gd name="T10" fmla="*/ 68 w 48"/>
                  <a:gd name="T11" fmla="*/ 43 h 26"/>
                  <a:gd name="T12" fmla="*/ 83 w 48"/>
                  <a:gd name="T13" fmla="*/ 19 h 26"/>
                  <a:gd name="T14" fmla="*/ 73 w 48"/>
                  <a:gd name="T15" fmla="*/ 1 h 26"/>
                  <a:gd name="T16" fmla="*/ 53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4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1" y="16"/>
                      <a:pt x="1" y="17"/>
                    </a:cubicBezTo>
                    <a:cubicBezTo>
                      <a:pt x="2" y="24"/>
                      <a:pt x="6" y="26"/>
                      <a:pt x="13" y="26"/>
                    </a:cubicBezTo>
                    <a:cubicBezTo>
                      <a:pt x="21" y="26"/>
                      <a:pt x="30" y="26"/>
                      <a:pt x="38" y="25"/>
                    </a:cubicBezTo>
                    <a:cubicBezTo>
                      <a:pt x="47" y="23"/>
                      <a:pt x="48" y="19"/>
                      <a:pt x="47" y="11"/>
                    </a:cubicBezTo>
                    <a:cubicBezTo>
                      <a:pt x="46" y="7"/>
                      <a:pt x="46" y="1"/>
                      <a:pt x="41" y="1"/>
                    </a:cubicBezTo>
                    <a:cubicBezTo>
                      <a:pt x="38" y="0"/>
                      <a:pt x="32" y="3"/>
                      <a:pt x="3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51" name="Freeform 1529">
                <a:extLst>
                  <a:ext uri="{FF2B5EF4-FFF2-40B4-BE49-F238E27FC236}">
                    <a16:creationId xmlns:a16="http://schemas.microsoft.com/office/drawing/2014/main" id="{8C326AEC-43DE-4553-B3BE-E49698C53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085"/>
                <a:ext cx="65" cy="30"/>
              </a:xfrm>
              <a:custGeom>
                <a:avLst/>
                <a:gdLst>
                  <a:gd name="T0" fmla="*/ 20 w 54"/>
                  <a:gd name="T1" fmla="*/ 2 h 25"/>
                  <a:gd name="T2" fmla="*/ 1 w 54"/>
                  <a:gd name="T3" fmla="*/ 12 h 25"/>
                  <a:gd name="T4" fmla="*/ 2 w 54"/>
                  <a:gd name="T5" fmla="*/ 35 h 25"/>
                  <a:gd name="T6" fmla="*/ 26 w 54"/>
                  <a:gd name="T7" fmla="*/ 43 h 25"/>
                  <a:gd name="T8" fmla="*/ 70 w 54"/>
                  <a:gd name="T9" fmla="*/ 43 h 25"/>
                  <a:gd name="T10" fmla="*/ 94 w 54"/>
                  <a:gd name="T11" fmla="*/ 29 h 25"/>
                  <a:gd name="T12" fmla="*/ 87 w 54"/>
                  <a:gd name="T13" fmla="*/ 7 h 25"/>
                  <a:gd name="T14" fmla="*/ 61 w 54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2" y="20"/>
                    </a:cubicBezTo>
                    <a:cubicBezTo>
                      <a:pt x="4" y="25"/>
                      <a:pt x="10" y="24"/>
                      <a:pt x="15" y="25"/>
                    </a:cubicBezTo>
                    <a:cubicBezTo>
                      <a:pt x="23" y="25"/>
                      <a:pt x="32" y="25"/>
                      <a:pt x="40" y="25"/>
                    </a:cubicBezTo>
                    <a:cubicBezTo>
                      <a:pt x="44" y="24"/>
                      <a:pt x="54" y="23"/>
                      <a:pt x="54" y="17"/>
                    </a:cubicBezTo>
                    <a:cubicBezTo>
                      <a:pt x="54" y="14"/>
                      <a:pt x="53" y="6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52" name="Freeform 1530">
                <a:extLst>
                  <a:ext uri="{FF2B5EF4-FFF2-40B4-BE49-F238E27FC236}">
                    <a16:creationId xmlns:a16="http://schemas.microsoft.com/office/drawing/2014/main" id="{D9CE4540-E9AC-4217-BE54-9D302C8C9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149"/>
                <a:ext cx="9" cy="20"/>
              </a:xfrm>
              <a:custGeom>
                <a:avLst/>
                <a:gdLst>
                  <a:gd name="T0" fmla="*/ 15 w 7"/>
                  <a:gd name="T1" fmla="*/ 2 h 17"/>
                  <a:gd name="T2" fmla="*/ 1 w 7"/>
                  <a:gd name="T3" fmla="*/ 11 h 17"/>
                  <a:gd name="T4" fmla="*/ 1 w 7"/>
                  <a:gd name="T5" fmla="*/ 28 h 17"/>
                  <a:gd name="T6" fmla="*/ 6 w 7"/>
                  <a:gd name="T7" fmla="*/ 2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7" y="2"/>
                    </a:moveTo>
                    <a:cubicBezTo>
                      <a:pt x="4" y="0"/>
                      <a:pt x="2" y="5"/>
                      <a:pt x="1" y="7"/>
                    </a:cubicBezTo>
                    <a:cubicBezTo>
                      <a:pt x="0" y="10"/>
                      <a:pt x="1" y="14"/>
                      <a:pt x="1" y="17"/>
                    </a:cubicBezTo>
                    <a:cubicBezTo>
                      <a:pt x="2" y="17"/>
                      <a:pt x="3" y="17"/>
                      <a:pt x="3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53" name="Freeform 1531">
                <a:extLst>
                  <a:ext uri="{FF2B5EF4-FFF2-40B4-BE49-F238E27FC236}">
                    <a16:creationId xmlns:a16="http://schemas.microsoft.com/office/drawing/2014/main" id="{7F3E8434-BA43-485D-9D48-4A167BD72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149"/>
                <a:ext cx="23" cy="20"/>
              </a:xfrm>
              <a:custGeom>
                <a:avLst/>
                <a:gdLst>
                  <a:gd name="T0" fmla="*/ 0 w 19"/>
                  <a:gd name="T1" fmla="*/ 0 h 17"/>
                  <a:gd name="T2" fmla="*/ 30 w 19"/>
                  <a:gd name="T3" fmla="*/ 11 h 17"/>
                  <a:gd name="T4" fmla="*/ 25 w 1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9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54" name="Freeform 1532">
                <a:extLst>
                  <a:ext uri="{FF2B5EF4-FFF2-40B4-BE49-F238E27FC236}">
                    <a16:creationId xmlns:a16="http://schemas.microsoft.com/office/drawing/2014/main" id="{D67BD0D0-F433-483B-9EF3-377183F79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114"/>
                <a:ext cx="72" cy="34"/>
              </a:xfrm>
              <a:custGeom>
                <a:avLst/>
                <a:gdLst>
                  <a:gd name="T0" fmla="*/ 12 w 60"/>
                  <a:gd name="T1" fmla="*/ 1 h 28"/>
                  <a:gd name="T2" fmla="*/ 1 w 60"/>
                  <a:gd name="T3" fmla="*/ 13 h 28"/>
                  <a:gd name="T4" fmla="*/ 2 w 60"/>
                  <a:gd name="T5" fmla="*/ 27 h 28"/>
                  <a:gd name="T6" fmla="*/ 28 w 60"/>
                  <a:gd name="T7" fmla="*/ 47 h 28"/>
                  <a:gd name="T8" fmla="*/ 60 w 60"/>
                  <a:gd name="T9" fmla="*/ 35 h 28"/>
                  <a:gd name="T10" fmla="*/ 95 w 60"/>
                  <a:gd name="T11" fmla="*/ 25 h 28"/>
                  <a:gd name="T12" fmla="*/ 86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5" y="1"/>
                      <a:pt x="2" y="5"/>
                      <a:pt x="1" y="7"/>
                    </a:cubicBezTo>
                    <a:cubicBezTo>
                      <a:pt x="0" y="11"/>
                      <a:pt x="1" y="11"/>
                      <a:pt x="2" y="15"/>
                    </a:cubicBezTo>
                    <a:cubicBezTo>
                      <a:pt x="4" y="22"/>
                      <a:pt x="6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1" y="18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55" name="Freeform 1533">
                <a:extLst>
                  <a:ext uri="{FF2B5EF4-FFF2-40B4-BE49-F238E27FC236}">
                    <a16:creationId xmlns:a16="http://schemas.microsoft.com/office/drawing/2014/main" id="{A0B26D58-4487-40C6-85CF-C22F3ABEB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145"/>
                <a:ext cx="5" cy="7"/>
              </a:xfrm>
              <a:custGeom>
                <a:avLst/>
                <a:gdLst>
                  <a:gd name="T0" fmla="*/ 8 w 4"/>
                  <a:gd name="T1" fmla="*/ 0 h 6"/>
                  <a:gd name="T2" fmla="*/ 0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56" name="Freeform 1534">
                <a:extLst>
                  <a:ext uri="{FF2B5EF4-FFF2-40B4-BE49-F238E27FC236}">
                    <a16:creationId xmlns:a16="http://schemas.microsoft.com/office/drawing/2014/main" id="{9B6246EB-48F9-4243-B180-9AE60C08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1128"/>
                <a:ext cx="18" cy="43"/>
              </a:xfrm>
              <a:custGeom>
                <a:avLst/>
                <a:gdLst>
                  <a:gd name="T0" fmla="*/ 0 w 15"/>
                  <a:gd name="T1" fmla="*/ 0 h 35"/>
                  <a:gd name="T2" fmla="*/ 19 w 15"/>
                  <a:gd name="T3" fmla="*/ 50 h 35"/>
                  <a:gd name="T4" fmla="*/ 7 w 15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5">
                    <a:moveTo>
                      <a:pt x="0" y="0"/>
                    </a:moveTo>
                    <a:cubicBezTo>
                      <a:pt x="6" y="8"/>
                      <a:pt x="15" y="16"/>
                      <a:pt x="11" y="27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57" name="Freeform 1535">
                <a:extLst>
                  <a:ext uri="{FF2B5EF4-FFF2-40B4-BE49-F238E27FC236}">
                    <a16:creationId xmlns:a16="http://schemas.microsoft.com/office/drawing/2014/main" id="{E89EE5C8-DE99-4D3B-873C-445C8427F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085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5 w 59"/>
                  <a:gd name="T5" fmla="*/ 35 h 20"/>
                  <a:gd name="T6" fmla="*/ 83 w 59"/>
                  <a:gd name="T7" fmla="*/ 29 h 20"/>
                  <a:gd name="T8" fmla="*/ 101 w 59"/>
                  <a:gd name="T9" fmla="*/ 20 h 20"/>
                  <a:gd name="T10" fmla="*/ 95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9" y="20"/>
                      <a:pt x="19" y="20"/>
                      <a:pt x="26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9"/>
                      <a:pt x="59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58" name="Freeform 1536">
                <a:extLst>
                  <a:ext uri="{FF2B5EF4-FFF2-40B4-BE49-F238E27FC236}">
                    <a16:creationId xmlns:a16="http://schemas.microsoft.com/office/drawing/2014/main" id="{F5CA9FA3-C895-4054-B945-E8FE441CD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126"/>
                <a:ext cx="54" cy="43"/>
              </a:xfrm>
              <a:custGeom>
                <a:avLst/>
                <a:gdLst>
                  <a:gd name="T0" fmla="*/ 8 w 45"/>
                  <a:gd name="T1" fmla="*/ 61 h 36"/>
                  <a:gd name="T2" fmla="*/ 6 w 45"/>
                  <a:gd name="T3" fmla="*/ 26 h 36"/>
                  <a:gd name="T4" fmla="*/ 6 w 45"/>
                  <a:gd name="T5" fmla="*/ 12 h 36"/>
                  <a:gd name="T6" fmla="*/ 37 w 45"/>
                  <a:gd name="T7" fmla="*/ 6 h 36"/>
                  <a:gd name="T8" fmla="*/ 67 w 45"/>
                  <a:gd name="T9" fmla="*/ 6 h 36"/>
                  <a:gd name="T10" fmla="*/ 78 w 45"/>
                  <a:gd name="T11" fmla="*/ 32 h 36"/>
                  <a:gd name="T12" fmla="*/ 70 w 45"/>
                  <a:gd name="T13" fmla="*/ 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2" y="30"/>
                      <a:pt x="4" y="21"/>
                      <a:pt x="3" y="15"/>
                    </a:cubicBezTo>
                    <a:cubicBezTo>
                      <a:pt x="3" y="12"/>
                      <a:pt x="0" y="10"/>
                      <a:pt x="3" y="7"/>
                    </a:cubicBezTo>
                    <a:cubicBezTo>
                      <a:pt x="6" y="4"/>
                      <a:pt x="17" y="3"/>
                      <a:pt x="22" y="3"/>
                    </a:cubicBezTo>
                    <a:cubicBezTo>
                      <a:pt x="27" y="2"/>
                      <a:pt x="34" y="0"/>
                      <a:pt x="39" y="3"/>
                    </a:cubicBezTo>
                    <a:cubicBezTo>
                      <a:pt x="45" y="6"/>
                      <a:pt x="45" y="13"/>
                      <a:pt x="45" y="19"/>
                    </a:cubicBezTo>
                    <a:cubicBezTo>
                      <a:pt x="45" y="24"/>
                      <a:pt x="45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59" name="Freeform 1537">
                <a:extLst>
                  <a:ext uri="{FF2B5EF4-FFF2-40B4-BE49-F238E27FC236}">
                    <a16:creationId xmlns:a16="http://schemas.microsoft.com/office/drawing/2014/main" id="{640A5397-1CA2-4B12-9A19-2FABDC566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081"/>
                <a:ext cx="62" cy="33"/>
              </a:xfrm>
              <a:custGeom>
                <a:avLst/>
                <a:gdLst>
                  <a:gd name="T0" fmla="*/ 6 w 51"/>
                  <a:gd name="T1" fmla="*/ 6 h 27"/>
                  <a:gd name="T2" fmla="*/ 7 w 51"/>
                  <a:gd name="T3" fmla="*/ 39 h 27"/>
                  <a:gd name="T4" fmla="*/ 34 w 51"/>
                  <a:gd name="T5" fmla="*/ 39 h 27"/>
                  <a:gd name="T6" fmla="*/ 60 w 51"/>
                  <a:gd name="T7" fmla="*/ 42 h 27"/>
                  <a:gd name="T8" fmla="*/ 77 w 51"/>
                  <a:gd name="T9" fmla="*/ 49 h 27"/>
                  <a:gd name="T10" fmla="*/ 90 w 51"/>
                  <a:gd name="T11" fmla="*/ 33 h 27"/>
                  <a:gd name="T12" fmla="*/ 77 w 51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7">
                    <a:moveTo>
                      <a:pt x="3" y="3"/>
                    </a:moveTo>
                    <a:cubicBezTo>
                      <a:pt x="2" y="7"/>
                      <a:pt x="0" y="18"/>
                      <a:pt x="4" y="21"/>
                    </a:cubicBezTo>
                    <a:cubicBezTo>
                      <a:pt x="7" y="23"/>
                      <a:pt x="15" y="21"/>
                      <a:pt x="19" y="21"/>
                    </a:cubicBezTo>
                    <a:cubicBezTo>
                      <a:pt x="24" y="21"/>
                      <a:pt x="28" y="20"/>
                      <a:pt x="33" y="23"/>
                    </a:cubicBezTo>
                    <a:cubicBezTo>
                      <a:pt x="36" y="24"/>
                      <a:pt x="39" y="27"/>
                      <a:pt x="43" y="27"/>
                    </a:cubicBezTo>
                    <a:cubicBezTo>
                      <a:pt x="48" y="26"/>
                      <a:pt x="51" y="22"/>
                      <a:pt x="50" y="18"/>
                    </a:cubicBezTo>
                    <a:cubicBezTo>
                      <a:pt x="50" y="15"/>
                      <a:pt x="48" y="0"/>
                      <a:pt x="43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60" name="Freeform 1538">
                <a:extLst>
                  <a:ext uri="{FF2B5EF4-FFF2-40B4-BE49-F238E27FC236}">
                    <a16:creationId xmlns:a16="http://schemas.microsoft.com/office/drawing/2014/main" id="{0C1BB361-C2AC-4DCD-BD07-D1A32021A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103"/>
                <a:ext cx="58" cy="34"/>
              </a:xfrm>
              <a:custGeom>
                <a:avLst/>
                <a:gdLst>
                  <a:gd name="T0" fmla="*/ 8 w 48"/>
                  <a:gd name="T1" fmla="*/ 9 h 28"/>
                  <a:gd name="T2" fmla="*/ 1 w 48"/>
                  <a:gd name="T3" fmla="*/ 18 h 28"/>
                  <a:gd name="T4" fmla="*/ 2 w 48"/>
                  <a:gd name="T5" fmla="*/ 40 h 28"/>
                  <a:gd name="T6" fmla="*/ 45 w 48"/>
                  <a:gd name="T7" fmla="*/ 41 h 28"/>
                  <a:gd name="T8" fmla="*/ 82 w 48"/>
                  <a:gd name="T9" fmla="*/ 25 h 28"/>
                  <a:gd name="T10" fmla="*/ 73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4" y="4"/>
                      <a:pt x="1" y="8"/>
                      <a:pt x="1" y="10"/>
                    </a:cubicBezTo>
                    <a:cubicBezTo>
                      <a:pt x="0" y="13"/>
                      <a:pt x="0" y="20"/>
                      <a:pt x="2" y="22"/>
                    </a:cubicBezTo>
                    <a:cubicBezTo>
                      <a:pt x="7" y="28"/>
                      <a:pt x="20" y="23"/>
                      <a:pt x="26" y="23"/>
                    </a:cubicBezTo>
                    <a:cubicBezTo>
                      <a:pt x="34" y="23"/>
                      <a:pt x="44" y="23"/>
                      <a:pt x="46" y="14"/>
                    </a:cubicBezTo>
                    <a:cubicBezTo>
                      <a:pt x="47" y="10"/>
                      <a:pt x="48" y="0"/>
                      <a:pt x="41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61" name="Freeform 1539">
                <a:extLst>
                  <a:ext uri="{FF2B5EF4-FFF2-40B4-BE49-F238E27FC236}">
                    <a16:creationId xmlns:a16="http://schemas.microsoft.com/office/drawing/2014/main" id="{1A044611-264F-4430-8318-A0BFE6E4A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085"/>
                <a:ext cx="62" cy="42"/>
              </a:xfrm>
              <a:custGeom>
                <a:avLst/>
                <a:gdLst>
                  <a:gd name="T0" fmla="*/ 24 w 52"/>
                  <a:gd name="T1" fmla="*/ 1 h 35"/>
                  <a:gd name="T2" fmla="*/ 12 w 52"/>
                  <a:gd name="T3" fmla="*/ 37 h 35"/>
                  <a:gd name="T4" fmla="*/ 23 w 52"/>
                  <a:gd name="T5" fmla="*/ 55 h 35"/>
                  <a:gd name="T6" fmla="*/ 54 w 52"/>
                  <a:gd name="T7" fmla="*/ 58 h 35"/>
                  <a:gd name="T8" fmla="*/ 87 w 52"/>
                  <a:gd name="T9" fmla="*/ 43 h 35"/>
                  <a:gd name="T10" fmla="*/ 79 w 52"/>
                  <a:gd name="T11" fmla="*/ 8 h 35"/>
                  <a:gd name="T12" fmla="*/ 54 w 52"/>
                  <a:gd name="T13" fmla="*/ 1 h 35"/>
                  <a:gd name="T14" fmla="*/ 24 w 52"/>
                  <a:gd name="T15" fmla="*/ 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14" y="1"/>
                    </a:moveTo>
                    <a:cubicBezTo>
                      <a:pt x="0" y="0"/>
                      <a:pt x="5" y="13"/>
                      <a:pt x="7" y="22"/>
                    </a:cubicBezTo>
                    <a:cubicBezTo>
                      <a:pt x="9" y="26"/>
                      <a:pt x="9" y="30"/>
                      <a:pt x="13" y="32"/>
                    </a:cubicBezTo>
                    <a:cubicBezTo>
                      <a:pt x="18" y="35"/>
                      <a:pt x="26" y="34"/>
                      <a:pt x="32" y="33"/>
                    </a:cubicBezTo>
                    <a:cubicBezTo>
                      <a:pt x="38" y="32"/>
                      <a:pt x="49" y="32"/>
                      <a:pt x="51" y="25"/>
                    </a:cubicBezTo>
                    <a:cubicBezTo>
                      <a:pt x="52" y="20"/>
                      <a:pt x="50" y="9"/>
                      <a:pt x="46" y="5"/>
                    </a:cubicBezTo>
                    <a:cubicBezTo>
                      <a:pt x="43" y="2"/>
                      <a:pt x="36" y="2"/>
                      <a:pt x="32" y="1"/>
                    </a:cubicBezTo>
                    <a:cubicBezTo>
                      <a:pt x="26" y="1"/>
                      <a:pt x="20" y="1"/>
                      <a:pt x="1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62" name="Freeform 1540">
                <a:extLst>
                  <a:ext uri="{FF2B5EF4-FFF2-40B4-BE49-F238E27FC236}">
                    <a16:creationId xmlns:a16="http://schemas.microsoft.com/office/drawing/2014/main" id="{6809C57F-5B0C-4070-9F23-C56002D44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120"/>
                <a:ext cx="57" cy="31"/>
              </a:xfrm>
              <a:custGeom>
                <a:avLst/>
                <a:gdLst>
                  <a:gd name="T0" fmla="*/ 36 w 48"/>
                  <a:gd name="T1" fmla="*/ 8 h 26"/>
                  <a:gd name="T2" fmla="*/ 17 w 48"/>
                  <a:gd name="T3" fmla="*/ 7 h 26"/>
                  <a:gd name="T4" fmla="*/ 1 w 48"/>
                  <a:gd name="T5" fmla="*/ 12 h 26"/>
                  <a:gd name="T6" fmla="*/ 1 w 48"/>
                  <a:gd name="T7" fmla="*/ 29 h 26"/>
                  <a:gd name="T8" fmla="*/ 21 w 48"/>
                  <a:gd name="T9" fmla="*/ 44 h 26"/>
                  <a:gd name="T10" fmla="*/ 63 w 48"/>
                  <a:gd name="T11" fmla="*/ 43 h 26"/>
                  <a:gd name="T12" fmla="*/ 80 w 48"/>
                  <a:gd name="T13" fmla="*/ 19 h 26"/>
                  <a:gd name="T14" fmla="*/ 69 w 48"/>
                  <a:gd name="T15" fmla="*/ 1 h 26"/>
                  <a:gd name="T16" fmla="*/ 48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4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0" y="16"/>
                      <a:pt x="1" y="17"/>
                    </a:cubicBezTo>
                    <a:cubicBezTo>
                      <a:pt x="2" y="24"/>
                      <a:pt x="6" y="26"/>
                      <a:pt x="13" y="26"/>
                    </a:cubicBezTo>
                    <a:cubicBezTo>
                      <a:pt x="21" y="26"/>
                      <a:pt x="29" y="26"/>
                      <a:pt x="38" y="25"/>
                    </a:cubicBezTo>
                    <a:cubicBezTo>
                      <a:pt x="47" y="23"/>
                      <a:pt x="48" y="19"/>
                      <a:pt x="47" y="11"/>
                    </a:cubicBezTo>
                    <a:cubicBezTo>
                      <a:pt x="46" y="7"/>
                      <a:pt x="46" y="1"/>
                      <a:pt x="41" y="1"/>
                    </a:cubicBezTo>
                    <a:cubicBezTo>
                      <a:pt x="38" y="0"/>
                      <a:pt x="32" y="3"/>
                      <a:pt x="2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63" name="Freeform 1541">
                <a:extLst>
                  <a:ext uri="{FF2B5EF4-FFF2-40B4-BE49-F238E27FC236}">
                    <a16:creationId xmlns:a16="http://schemas.microsoft.com/office/drawing/2014/main" id="{A3385A3A-88AD-4F29-AB63-00A99C355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085"/>
                <a:ext cx="65" cy="30"/>
              </a:xfrm>
              <a:custGeom>
                <a:avLst/>
                <a:gdLst>
                  <a:gd name="T0" fmla="*/ 20 w 54"/>
                  <a:gd name="T1" fmla="*/ 2 h 25"/>
                  <a:gd name="T2" fmla="*/ 1 w 54"/>
                  <a:gd name="T3" fmla="*/ 12 h 25"/>
                  <a:gd name="T4" fmla="*/ 1 w 54"/>
                  <a:gd name="T5" fmla="*/ 35 h 25"/>
                  <a:gd name="T6" fmla="*/ 26 w 54"/>
                  <a:gd name="T7" fmla="*/ 43 h 25"/>
                  <a:gd name="T8" fmla="*/ 70 w 54"/>
                  <a:gd name="T9" fmla="*/ 43 h 25"/>
                  <a:gd name="T10" fmla="*/ 94 w 54"/>
                  <a:gd name="T11" fmla="*/ 29 h 25"/>
                  <a:gd name="T12" fmla="*/ 87 w 54"/>
                  <a:gd name="T13" fmla="*/ 7 h 25"/>
                  <a:gd name="T14" fmla="*/ 61 w 54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1" y="20"/>
                    </a:cubicBezTo>
                    <a:cubicBezTo>
                      <a:pt x="4" y="25"/>
                      <a:pt x="10" y="24"/>
                      <a:pt x="15" y="25"/>
                    </a:cubicBezTo>
                    <a:cubicBezTo>
                      <a:pt x="23" y="25"/>
                      <a:pt x="32" y="25"/>
                      <a:pt x="40" y="25"/>
                    </a:cubicBezTo>
                    <a:cubicBezTo>
                      <a:pt x="44" y="24"/>
                      <a:pt x="54" y="23"/>
                      <a:pt x="54" y="17"/>
                    </a:cubicBezTo>
                    <a:cubicBezTo>
                      <a:pt x="54" y="14"/>
                      <a:pt x="52" y="6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64" name="Freeform 1542">
                <a:extLst>
                  <a:ext uri="{FF2B5EF4-FFF2-40B4-BE49-F238E27FC236}">
                    <a16:creationId xmlns:a16="http://schemas.microsoft.com/office/drawing/2014/main" id="{3736308F-2DE1-4039-8327-92A067D99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149"/>
                <a:ext cx="23" cy="20"/>
              </a:xfrm>
              <a:custGeom>
                <a:avLst/>
                <a:gdLst>
                  <a:gd name="T0" fmla="*/ 0 w 19"/>
                  <a:gd name="T1" fmla="*/ 0 h 17"/>
                  <a:gd name="T2" fmla="*/ 30 w 19"/>
                  <a:gd name="T3" fmla="*/ 11 h 17"/>
                  <a:gd name="T4" fmla="*/ 25 w 1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9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65" name="Freeform 1543">
                <a:extLst>
                  <a:ext uri="{FF2B5EF4-FFF2-40B4-BE49-F238E27FC236}">
                    <a16:creationId xmlns:a16="http://schemas.microsoft.com/office/drawing/2014/main" id="{176C3BAF-66DE-4631-BE3B-0DF749A86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114"/>
                <a:ext cx="72" cy="34"/>
              </a:xfrm>
              <a:custGeom>
                <a:avLst/>
                <a:gdLst>
                  <a:gd name="T0" fmla="*/ 12 w 60"/>
                  <a:gd name="T1" fmla="*/ 1 h 28"/>
                  <a:gd name="T2" fmla="*/ 1 w 60"/>
                  <a:gd name="T3" fmla="*/ 13 h 28"/>
                  <a:gd name="T4" fmla="*/ 2 w 60"/>
                  <a:gd name="T5" fmla="*/ 27 h 28"/>
                  <a:gd name="T6" fmla="*/ 28 w 60"/>
                  <a:gd name="T7" fmla="*/ 47 h 28"/>
                  <a:gd name="T8" fmla="*/ 60 w 60"/>
                  <a:gd name="T9" fmla="*/ 35 h 28"/>
                  <a:gd name="T10" fmla="*/ 95 w 60"/>
                  <a:gd name="T11" fmla="*/ 25 h 28"/>
                  <a:gd name="T12" fmla="*/ 86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1"/>
                      <a:pt x="2" y="5"/>
                      <a:pt x="1" y="7"/>
                    </a:cubicBezTo>
                    <a:cubicBezTo>
                      <a:pt x="0" y="11"/>
                      <a:pt x="1" y="11"/>
                      <a:pt x="2" y="15"/>
                    </a:cubicBezTo>
                    <a:cubicBezTo>
                      <a:pt x="4" y="22"/>
                      <a:pt x="5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8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66" name="Freeform 1544">
                <a:extLst>
                  <a:ext uri="{FF2B5EF4-FFF2-40B4-BE49-F238E27FC236}">
                    <a16:creationId xmlns:a16="http://schemas.microsoft.com/office/drawing/2014/main" id="{94E05A64-2A23-430E-806C-ADF0C48C1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145"/>
                <a:ext cx="4" cy="7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67" name="Freeform 1545">
                <a:extLst>
                  <a:ext uri="{FF2B5EF4-FFF2-40B4-BE49-F238E27FC236}">
                    <a16:creationId xmlns:a16="http://schemas.microsoft.com/office/drawing/2014/main" id="{58C2596B-64FA-40D0-A38D-05FA64F94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128"/>
                <a:ext cx="17" cy="43"/>
              </a:xfrm>
              <a:custGeom>
                <a:avLst/>
                <a:gdLst>
                  <a:gd name="T0" fmla="*/ 0 w 14"/>
                  <a:gd name="T1" fmla="*/ 0 h 35"/>
                  <a:gd name="T2" fmla="*/ 19 w 14"/>
                  <a:gd name="T3" fmla="*/ 50 h 35"/>
                  <a:gd name="T4" fmla="*/ 7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6" y="8"/>
                      <a:pt x="14" y="16"/>
                      <a:pt x="11" y="27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68" name="Freeform 1546">
                <a:extLst>
                  <a:ext uri="{FF2B5EF4-FFF2-40B4-BE49-F238E27FC236}">
                    <a16:creationId xmlns:a16="http://schemas.microsoft.com/office/drawing/2014/main" id="{85D0C834-20A6-4DC2-85B7-220B7E667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085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3 w 59"/>
                  <a:gd name="T5" fmla="*/ 35 h 20"/>
                  <a:gd name="T6" fmla="*/ 83 w 59"/>
                  <a:gd name="T7" fmla="*/ 29 h 20"/>
                  <a:gd name="T8" fmla="*/ 101 w 59"/>
                  <a:gd name="T9" fmla="*/ 20 h 20"/>
                  <a:gd name="T10" fmla="*/ 95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9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9"/>
                      <a:pt x="59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69" name="Freeform 1547">
                <a:extLst>
                  <a:ext uri="{FF2B5EF4-FFF2-40B4-BE49-F238E27FC236}">
                    <a16:creationId xmlns:a16="http://schemas.microsoft.com/office/drawing/2014/main" id="{9914118A-ADFA-4FD5-90BA-D58D22951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1126"/>
                <a:ext cx="54" cy="43"/>
              </a:xfrm>
              <a:custGeom>
                <a:avLst/>
                <a:gdLst>
                  <a:gd name="T0" fmla="*/ 8 w 45"/>
                  <a:gd name="T1" fmla="*/ 61 h 36"/>
                  <a:gd name="T2" fmla="*/ 6 w 45"/>
                  <a:gd name="T3" fmla="*/ 26 h 36"/>
                  <a:gd name="T4" fmla="*/ 6 w 45"/>
                  <a:gd name="T5" fmla="*/ 12 h 36"/>
                  <a:gd name="T6" fmla="*/ 36 w 45"/>
                  <a:gd name="T7" fmla="*/ 6 h 36"/>
                  <a:gd name="T8" fmla="*/ 67 w 45"/>
                  <a:gd name="T9" fmla="*/ 6 h 36"/>
                  <a:gd name="T10" fmla="*/ 78 w 45"/>
                  <a:gd name="T11" fmla="*/ 32 h 36"/>
                  <a:gd name="T12" fmla="*/ 70 w 45"/>
                  <a:gd name="T13" fmla="*/ 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3" y="12"/>
                      <a:pt x="0" y="10"/>
                      <a:pt x="3" y="7"/>
                    </a:cubicBezTo>
                    <a:cubicBezTo>
                      <a:pt x="6" y="4"/>
                      <a:pt x="17" y="3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5" y="6"/>
                      <a:pt x="45" y="13"/>
                      <a:pt x="45" y="19"/>
                    </a:cubicBezTo>
                    <a:cubicBezTo>
                      <a:pt x="45" y="24"/>
                      <a:pt x="45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70" name="Freeform 1548">
                <a:extLst>
                  <a:ext uri="{FF2B5EF4-FFF2-40B4-BE49-F238E27FC236}">
                    <a16:creationId xmlns:a16="http://schemas.microsoft.com/office/drawing/2014/main" id="{61E7A0C6-8209-4E34-A18D-3584538C2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103"/>
                <a:ext cx="58" cy="34"/>
              </a:xfrm>
              <a:custGeom>
                <a:avLst/>
                <a:gdLst>
                  <a:gd name="T0" fmla="*/ 10 w 48"/>
                  <a:gd name="T1" fmla="*/ 9 h 28"/>
                  <a:gd name="T2" fmla="*/ 2 w 48"/>
                  <a:gd name="T3" fmla="*/ 18 h 28"/>
                  <a:gd name="T4" fmla="*/ 6 w 48"/>
                  <a:gd name="T5" fmla="*/ 40 h 28"/>
                  <a:gd name="T6" fmla="*/ 48 w 48"/>
                  <a:gd name="T7" fmla="*/ 41 h 28"/>
                  <a:gd name="T8" fmla="*/ 83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6" y="5"/>
                    </a:moveTo>
                    <a:cubicBezTo>
                      <a:pt x="5" y="4"/>
                      <a:pt x="2" y="8"/>
                      <a:pt x="2" y="10"/>
                    </a:cubicBezTo>
                    <a:cubicBezTo>
                      <a:pt x="0" y="13"/>
                      <a:pt x="1" y="20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3"/>
                      <a:pt x="45" y="23"/>
                      <a:pt x="47" y="14"/>
                    </a:cubicBezTo>
                    <a:cubicBezTo>
                      <a:pt x="48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71" name="Freeform 1549">
                <a:extLst>
                  <a:ext uri="{FF2B5EF4-FFF2-40B4-BE49-F238E27FC236}">
                    <a16:creationId xmlns:a16="http://schemas.microsoft.com/office/drawing/2014/main" id="{845045BD-02E9-466F-A9D6-35150EB92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106"/>
                <a:ext cx="7" cy="10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72" name="Freeform 1550">
                <a:extLst>
                  <a:ext uri="{FF2B5EF4-FFF2-40B4-BE49-F238E27FC236}">
                    <a16:creationId xmlns:a16="http://schemas.microsoft.com/office/drawing/2014/main" id="{7A571881-B5EF-49E5-A852-865B5BFC0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112"/>
                <a:ext cx="76" cy="27"/>
              </a:xfrm>
              <a:custGeom>
                <a:avLst/>
                <a:gdLst>
                  <a:gd name="T0" fmla="*/ 76 w 63"/>
                  <a:gd name="T1" fmla="*/ 2 h 22"/>
                  <a:gd name="T2" fmla="*/ 99 w 63"/>
                  <a:gd name="T3" fmla="*/ 31 h 22"/>
                  <a:gd name="T4" fmla="*/ 80 w 63"/>
                  <a:gd name="T5" fmla="*/ 38 h 22"/>
                  <a:gd name="T6" fmla="*/ 49 w 63"/>
                  <a:gd name="T7" fmla="*/ 39 h 22"/>
                  <a:gd name="T8" fmla="*/ 14 w 63"/>
                  <a:gd name="T9" fmla="*/ 34 h 22"/>
                  <a:gd name="T10" fmla="*/ 0 w 63"/>
                  <a:gd name="T11" fmla="*/ 3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2">
                    <a:moveTo>
                      <a:pt x="43" y="2"/>
                    </a:moveTo>
                    <a:cubicBezTo>
                      <a:pt x="50" y="0"/>
                      <a:pt x="63" y="8"/>
                      <a:pt x="56" y="16"/>
                    </a:cubicBezTo>
                    <a:cubicBezTo>
                      <a:pt x="54" y="19"/>
                      <a:pt x="49" y="19"/>
                      <a:pt x="46" y="20"/>
                    </a:cubicBezTo>
                    <a:cubicBezTo>
                      <a:pt x="39" y="22"/>
                      <a:pt x="34" y="21"/>
                      <a:pt x="28" y="21"/>
                    </a:cubicBezTo>
                    <a:cubicBezTo>
                      <a:pt x="21" y="20"/>
                      <a:pt x="15" y="20"/>
                      <a:pt x="8" y="19"/>
                    </a:cubicBezTo>
                    <a:cubicBezTo>
                      <a:pt x="5" y="19"/>
                      <a:pt x="1" y="20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73" name="Freeform 1551">
                <a:extLst>
                  <a:ext uri="{FF2B5EF4-FFF2-40B4-BE49-F238E27FC236}">
                    <a16:creationId xmlns:a16="http://schemas.microsoft.com/office/drawing/2014/main" id="{B592FB3F-B25B-456E-950C-B23B9CA21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085"/>
                <a:ext cx="52" cy="34"/>
              </a:xfrm>
              <a:custGeom>
                <a:avLst/>
                <a:gdLst>
                  <a:gd name="T0" fmla="*/ 7 w 43"/>
                  <a:gd name="T1" fmla="*/ 1 h 28"/>
                  <a:gd name="T2" fmla="*/ 2 w 43"/>
                  <a:gd name="T3" fmla="*/ 23 h 28"/>
                  <a:gd name="T4" fmla="*/ 30 w 43"/>
                  <a:gd name="T5" fmla="*/ 49 h 28"/>
                  <a:gd name="T6" fmla="*/ 75 w 43"/>
                  <a:gd name="T7" fmla="*/ 30 h 28"/>
                  <a:gd name="T8" fmla="*/ 65 w 43"/>
                  <a:gd name="T9" fmla="*/ 2 h 28"/>
                  <a:gd name="T10" fmla="*/ 64 w 43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8">
                    <a:moveTo>
                      <a:pt x="4" y="1"/>
                    </a:moveTo>
                    <a:cubicBezTo>
                      <a:pt x="0" y="0"/>
                      <a:pt x="1" y="10"/>
                      <a:pt x="2" y="13"/>
                    </a:cubicBezTo>
                    <a:cubicBezTo>
                      <a:pt x="5" y="22"/>
                      <a:pt x="5" y="28"/>
                      <a:pt x="17" y="27"/>
                    </a:cubicBezTo>
                    <a:cubicBezTo>
                      <a:pt x="23" y="26"/>
                      <a:pt x="43" y="26"/>
                      <a:pt x="42" y="17"/>
                    </a:cubicBezTo>
                    <a:cubicBezTo>
                      <a:pt x="42" y="12"/>
                      <a:pt x="39" y="7"/>
                      <a:pt x="37" y="2"/>
                    </a:cubicBezTo>
                    <a:cubicBezTo>
                      <a:pt x="36" y="2"/>
                      <a:pt x="36" y="2"/>
                      <a:pt x="36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74" name="Freeform 1552">
                <a:extLst>
                  <a:ext uri="{FF2B5EF4-FFF2-40B4-BE49-F238E27FC236}">
                    <a16:creationId xmlns:a16="http://schemas.microsoft.com/office/drawing/2014/main" id="{A459B47F-1D1C-4594-BBEF-6C0E917A2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137"/>
                <a:ext cx="9" cy="11"/>
              </a:xfrm>
              <a:custGeom>
                <a:avLst/>
                <a:gdLst>
                  <a:gd name="T0" fmla="*/ 15 w 7"/>
                  <a:gd name="T1" fmla="*/ 0 h 9"/>
                  <a:gd name="T2" fmla="*/ 0 w 7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3" y="0"/>
                      <a:pt x="1" y="6"/>
                      <a:pt x="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75" name="Freeform 1553">
                <a:extLst>
                  <a:ext uri="{FF2B5EF4-FFF2-40B4-BE49-F238E27FC236}">
                    <a16:creationId xmlns:a16="http://schemas.microsoft.com/office/drawing/2014/main" id="{7FC05E6A-F111-4C20-AB03-00881B1A2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37"/>
                <a:ext cx="15" cy="32"/>
              </a:xfrm>
              <a:custGeom>
                <a:avLst/>
                <a:gdLst>
                  <a:gd name="T0" fmla="*/ 1 w 12"/>
                  <a:gd name="T1" fmla="*/ 0 h 27"/>
                  <a:gd name="T2" fmla="*/ 0 w 12"/>
                  <a:gd name="T3" fmla="*/ 4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1" y="0"/>
                    </a:moveTo>
                    <a:cubicBezTo>
                      <a:pt x="10" y="7"/>
                      <a:pt x="12" y="23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76" name="Freeform 1554">
                <a:extLst>
                  <a:ext uri="{FF2B5EF4-FFF2-40B4-BE49-F238E27FC236}">
                    <a16:creationId xmlns:a16="http://schemas.microsoft.com/office/drawing/2014/main" id="{5AF4289E-2257-4CE9-8EF7-9D40B64D4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119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77" name="Freeform 1555">
                <a:extLst>
                  <a:ext uri="{FF2B5EF4-FFF2-40B4-BE49-F238E27FC236}">
                    <a16:creationId xmlns:a16="http://schemas.microsoft.com/office/drawing/2014/main" id="{6593469C-2BC4-45A2-BA5A-68B28A66A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110"/>
                <a:ext cx="54" cy="39"/>
              </a:xfrm>
              <a:custGeom>
                <a:avLst/>
                <a:gdLst>
                  <a:gd name="T0" fmla="*/ 0 w 45"/>
                  <a:gd name="T1" fmla="*/ 55 h 32"/>
                  <a:gd name="T2" fmla="*/ 24 w 45"/>
                  <a:gd name="T3" fmla="*/ 55 h 32"/>
                  <a:gd name="T4" fmla="*/ 52 w 45"/>
                  <a:gd name="T5" fmla="*/ 49 h 32"/>
                  <a:gd name="T6" fmla="*/ 78 w 45"/>
                  <a:gd name="T7" fmla="*/ 35 h 32"/>
                  <a:gd name="T8" fmla="*/ 55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9" y="32"/>
                      <a:pt x="14" y="30"/>
                    </a:cubicBezTo>
                    <a:cubicBezTo>
                      <a:pt x="20" y="29"/>
                      <a:pt x="24" y="27"/>
                      <a:pt x="30" y="27"/>
                    </a:cubicBezTo>
                    <a:cubicBezTo>
                      <a:pt x="36" y="26"/>
                      <a:pt x="45" y="28"/>
                      <a:pt x="45" y="20"/>
                    </a:cubicBezTo>
                    <a:cubicBezTo>
                      <a:pt x="45" y="16"/>
                      <a:pt x="37" y="0"/>
                      <a:pt x="32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78" name="Freeform 1556">
                <a:extLst>
                  <a:ext uri="{FF2B5EF4-FFF2-40B4-BE49-F238E27FC236}">
                    <a16:creationId xmlns:a16="http://schemas.microsoft.com/office/drawing/2014/main" id="{1B04104C-5B2F-46DA-9EAD-424ACFD78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086"/>
                <a:ext cx="54" cy="35"/>
              </a:xfrm>
              <a:custGeom>
                <a:avLst/>
                <a:gdLst>
                  <a:gd name="T0" fmla="*/ 77 w 45"/>
                  <a:gd name="T1" fmla="*/ 0 h 29"/>
                  <a:gd name="T2" fmla="*/ 74 w 45"/>
                  <a:gd name="T3" fmla="*/ 0 h 29"/>
                  <a:gd name="T4" fmla="*/ 66 w 45"/>
                  <a:gd name="T5" fmla="*/ 40 h 29"/>
                  <a:gd name="T6" fmla="*/ 28 w 45"/>
                  <a:gd name="T7" fmla="*/ 49 h 29"/>
                  <a:gd name="T8" fmla="*/ 0 w 45"/>
                  <a:gd name="T9" fmla="*/ 5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4" y="0"/>
                    </a:moveTo>
                    <a:cubicBezTo>
                      <a:pt x="44" y="0"/>
                      <a:pt x="44" y="0"/>
                      <a:pt x="43" y="0"/>
                    </a:cubicBezTo>
                    <a:cubicBezTo>
                      <a:pt x="41" y="7"/>
                      <a:pt x="45" y="16"/>
                      <a:pt x="38" y="22"/>
                    </a:cubicBezTo>
                    <a:cubicBezTo>
                      <a:pt x="31" y="27"/>
                      <a:pt x="24" y="28"/>
                      <a:pt x="16" y="28"/>
                    </a:cubicBezTo>
                    <a:cubicBezTo>
                      <a:pt x="10" y="28"/>
                      <a:pt x="5" y="28"/>
                      <a:pt x="0" y="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79" name="Freeform 1557">
                <a:extLst>
                  <a:ext uri="{FF2B5EF4-FFF2-40B4-BE49-F238E27FC236}">
                    <a16:creationId xmlns:a16="http://schemas.microsoft.com/office/drawing/2014/main" id="{166C1893-98C2-4B06-A9A3-132E48FC0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140"/>
                <a:ext cx="18" cy="32"/>
              </a:xfrm>
              <a:custGeom>
                <a:avLst/>
                <a:gdLst>
                  <a:gd name="T0" fmla="*/ 0 w 15"/>
                  <a:gd name="T1" fmla="*/ 0 h 26"/>
                  <a:gd name="T2" fmla="*/ 26 w 15"/>
                  <a:gd name="T3" fmla="*/ 26 h 26"/>
                  <a:gd name="T4" fmla="*/ 20 w 15"/>
                  <a:gd name="T5" fmla="*/ 4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9" y="0"/>
                      <a:pt x="15" y="6"/>
                      <a:pt x="15" y="14"/>
                    </a:cubicBezTo>
                    <a:cubicBezTo>
                      <a:pt x="15" y="19"/>
                      <a:pt x="12" y="22"/>
                      <a:pt x="12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80" name="Freeform 1558">
                <a:extLst>
                  <a:ext uri="{FF2B5EF4-FFF2-40B4-BE49-F238E27FC236}">
                    <a16:creationId xmlns:a16="http://schemas.microsoft.com/office/drawing/2014/main" id="{84B3B675-EDD4-4B28-B995-4898CB5CD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111"/>
                <a:ext cx="61" cy="51"/>
              </a:xfrm>
              <a:custGeom>
                <a:avLst/>
                <a:gdLst>
                  <a:gd name="T0" fmla="*/ 44 w 51"/>
                  <a:gd name="T1" fmla="*/ 0 h 42"/>
                  <a:gd name="T2" fmla="*/ 45 w 51"/>
                  <a:gd name="T3" fmla="*/ 68 h 42"/>
                  <a:gd name="T4" fmla="*/ 16 w 51"/>
                  <a:gd name="T5" fmla="*/ 63 h 42"/>
                  <a:gd name="T6" fmla="*/ 1 w 51"/>
                  <a:gd name="T7" fmla="*/ 5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26" y="0"/>
                    </a:moveTo>
                    <a:cubicBezTo>
                      <a:pt x="27" y="8"/>
                      <a:pt x="51" y="42"/>
                      <a:pt x="27" y="38"/>
                    </a:cubicBezTo>
                    <a:cubicBezTo>
                      <a:pt x="21" y="37"/>
                      <a:pt x="16" y="35"/>
                      <a:pt x="9" y="35"/>
                    </a:cubicBezTo>
                    <a:cubicBezTo>
                      <a:pt x="6" y="35"/>
                      <a:pt x="0" y="36"/>
                      <a:pt x="1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81" name="Freeform 1559">
                <a:extLst>
                  <a:ext uri="{FF2B5EF4-FFF2-40B4-BE49-F238E27FC236}">
                    <a16:creationId xmlns:a16="http://schemas.microsoft.com/office/drawing/2014/main" id="{4AC51F7F-ABBC-42BC-A03B-EB64133DF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085"/>
                <a:ext cx="74" cy="41"/>
              </a:xfrm>
              <a:custGeom>
                <a:avLst/>
                <a:gdLst>
                  <a:gd name="T0" fmla="*/ 0 w 61"/>
                  <a:gd name="T1" fmla="*/ 8 h 34"/>
                  <a:gd name="T2" fmla="*/ 30 w 61"/>
                  <a:gd name="T3" fmla="*/ 48 h 34"/>
                  <a:gd name="T4" fmla="*/ 67 w 61"/>
                  <a:gd name="T5" fmla="*/ 52 h 34"/>
                  <a:gd name="T6" fmla="*/ 95 w 61"/>
                  <a:gd name="T7" fmla="*/ 52 h 34"/>
                  <a:gd name="T8" fmla="*/ 95 w 61"/>
                  <a:gd name="T9" fmla="*/ 8 h 34"/>
                  <a:gd name="T10" fmla="*/ 78 w 61"/>
                  <a:gd name="T11" fmla="*/ 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4">
                    <a:moveTo>
                      <a:pt x="0" y="5"/>
                    </a:moveTo>
                    <a:cubicBezTo>
                      <a:pt x="4" y="16"/>
                      <a:pt x="2" y="26"/>
                      <a:pt x="17" y="27"/>
                    </a:cubicBezTo>
                    <a:cubicBezTo>
                      <a:pt x="24" y="28"/>
                      <a:pt x="30" y="28"/>
                      <a:pt x="37" y="30"/>
                    </a:cubicBezTo>
                    <a:cubicBezTo>
                      <a:pt x="43" y="32"/>
                      <a:pt x="48" y="34"/>
                      <a:pt x="53" y="30"/>
                    </a:cubicBezTo>
                    <a:cubicBezTo>
                      <a:pt x="61" y="23"/>
                      <a:pt x="61" y="12"/>
                      <a:pt x="53" y="5"/>
                    </a:cubicBezTo>
                    <a:cubicBezTo>
                      <a:pt x="51" y="3"/>
                      <a:pt x="47" y="0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82" name="Freeform 1560">
                <a:extLst>
                  <a:ext uri="{FF2B5EF4-FFF2-40B4-BE49-F238E27FC236}">
                    <a16:creationId xmlns:a16="http://schemas.microsoft.com/office/drawing/2014/main" id="{9F79101B-BF50-4B1C-A73A-B9B56E007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135"/>
                <a:ext cx="69" cy="33"/>
              </a:xfrm>
              <a:custGeom>
                <a:avLst/>
                <a:gdLst>
                  <a:gd name="T0" fmla="*/ 6 w 57"/>
                  <a:gd name="T1" fmla="*/ 49 h 27"/>
                  <a:gd name="T2" fmla="*/ 2 w 57"/>
                  <a:gd name="T3" fmla="*/ 18 h 27"/>
                  <a:gd name="T4" fmla="*/ 46 w 57"/>
                  <a:gd name="T5" fmla="*/ 1 h 27"/>
                  <a:gd name="T6" fmla="*/ 70 w 57"/>
                  <a:gd name="T7" fmla="*/ 6 h 27"/>
                  <a:gd name="T8" fmla="*/ 93 w 57"/>
                  <a:gd name="T9" fmla="*/ 16 h 27"/>
                  <a:gd name="T10" fmla="*/ 102 w 57"/>
                  <a:gd name="T11" fmla="*/ 4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7">
                    <a:moveTo>
                      <a:pt x="3" y="27"/>
                    </a:moveTo>
                    <a:cubicBezTo>
                      <a:pt x="0" y="24"/>
                      <a:pt x="0" y="14"/>
                      <a:pt x="2" y="10"/>
                    </a:cubicBezTo>
                    <a:cubicBezTo>
                      <a:pt x="5" y="3"/>
                      <a:pt x="19" y="1"/>
                      <a:pt x="26" y="1"/>
                    </a:cubicBezTo>
                    <a:cubicBezTo>
                      <a:pt x="32" y="0"/>
                      <a:pt x="35" y="1"/>
                      <a:pt x="40" y="3"/>
                    </a:cubicBezTo>
                    <a:cubicBezTo>
                      <a:pt x="45" y="5"/>
                      <a:pt x="49" y="4"/>
                      <a:pt x="53" y="9"/>
                    </a:cubicBezTo>
                    <a:cubicBezTo>
                      <a:pt x="56" y="14"/>
                      <a:pt x="55" y="22"/>
                      <a:pt x="57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83" name="Freeform 1561">
                <a:extLst>
                  <a:ext uri="{FF2B5EF4-FFF2-40B4-BE49-F238E27FC236}">
                    <a16:creationId xmlns:a16="http://schemas.microsoft.com/office/drawing/2014/main" id="{BAD90761-7FCA-4D64-AD60-80B2B022A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085"/>
                <a:ext cx="61" cy="34"/>
              </a:xfrm>
              <a:custGeom>
                <a:avLst/>
                <a:gdLst>
                  <a:gd name="T0" fmla="*/ 2 w 51"/>
                  <a:gd name="T1" fmla="*/ 0 h 28"/>
                  <a:gd name="T2" fmla="*/ 10 w 51"/>
                  <a:gd name="T3" fmla="*/ 40 h 28"/>
                  <a:gd name="T4" fmla="*/ 60 w 51"/>
                  <a:gd name="T5" fmla="*/ 41 h 28"/>
                  <a:gd name="T6" fmla="*/ 87 w 51"/>
                  <a:gd name="T7" fmla="*/ 23 h 28"/>
                  <a:gd name="T8" fmla="*/ 75 w 51"/>
                  <a:gd name="T9" fmla="*/ 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2" y="0"/>
                    </a:moveTo>
                    <a:cubicBezTo>
                      <a:pt x="0" y="5"/>
                      <a:pt x="2" y="18"/>
                      <a:pt x="6" y="22"/>
                    </a:cubicBezTo>
                    <a:cubicBezTo>
                      <a:pt x="11" y="28"/>
                      <a:pt x="28" y="24"/>
                      <a:pt x="35" y="23"/>
                    </a:cubicBezTo>
                    <a:cubicBezTo>
                      <a:pt x="42" y="22"/>
                      <a:pt x="50" y="21"/>
                      <a:pt x="51" y="13"/>
                    </a:cubicBezTo>
                    <a:cubicBezTo>
                      <a:pt x="51" y="9"/>
                      <a:pt x="48" y="3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84" name="Freeform 1562">
                <a:extLst>
                  <a:ext uri="{FF2B5EF4-FFF2-40B4-BE49-F238E27FC236}">
                    <a16:creationId xmlns:a16="http://schemas.microsoft.com/office/drawing/2014/main" id="{7C223009-1590-4F50-B628-9C83772D6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1114"/>
                <a:ext cx="6" cy="12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1" y="3"/>
                      <a:pt x="2" y="6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85" name="Freeform 1563">
                <a:extLst>
                  <a:ext uri="{FF2B5EF4-FFF2-40B4-BE49-F238E27FC236}">
                    <a16:creationId xmlns:a16="http://schemas.microsoft.com/office/drawing/2014/main" id="{E812409C-D89F-4296-86BB-46D4BA243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117"/>
                <a:ext cx="9" cy="32"/>
              </a:xfrm>
              <a:custGeom>
                <a:avLst/>
                <a:gdLst>
                  <a:gd name="T0" fmla="*/ 1 w 7"/>
                  <a:gd name="T1" fmla="*/ 0 h 26"/>
                  <a:gd name="T2" fmla="*/ 13 w 7"/>
                  <a:gd name="T3" fmla="*/ 27 h 26"/>
                  <a:gd name="T4" fmla="*/ 0 w 7"/>
                  <a:gd name="T5" fmla="*/ 3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1" y="0"/>
                    </a:moveTo>
                    <a:cubicBezTo>
                      <a:pt x="7" y="0"/>
                      <a:pt x="6" y="11"/>
                      <a:pt x="6" y="15"/>
                    </a:cubicBezTo>
                    <a:cubicBezTo>
                      <a:pt x="6" y="18"/>
                      <a:pt x="4" y="26"/>
                      <a:pt x="0" y="2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86" name="Freeform 1564">
                <a:extLst>
                  <a:ext uri="{FF2B5EF4-FFF2-40B4-BE49-F238E27FC236}">
                    <a16:creationId xmlns:a16="http://schemas.microsoft.com/office/drawing/2014/main" id="{4047AC88-4346-44EE-B9C2-931F378AD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106"/>
                <a:ext cx="67" cy="38"/>
              </a:xfrm>
              <a:custGeom>
                <a:avLst/>
                <a:gdLst>
                  <a:gd name="T0" fmla="*/ 84 w 55"/>
                  <a:gd name="T1" fmla="*/ 0 h 31"/>
                  <a:gd name="T2" fmla="*/ 97 w 55"/>
                  <a:gd name="T3" fmla="*/ 13 h 31"/>
                  <a:gd name="T4" fmla="*/ 96 w 55"/>
                  <a:gd name="T5" fmla="*/ 39 h 31"/>
                  <a:gd name="T6" fmla="*/ 86 w 55"/>
                  <a:gd name="T7" fmla="*/ 49 h 31"/>
                  <a:gd name="T8" fmla="*/ 60 w 55"/>
                  <a:gd name="T9" fmla="*/ 54 h 31"/>
                  <a:gd name="T10" fmla="*/ 22 w 55"/>
                  <a:gd name="T11" fmla="*/ 55 h 31"/>
                  <a:gd name="T12" fmla="*/ 0 w 55"/>
                  <a:gd name="T13" fmla="*/ 5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1">
                    <a:moveTo>
                      <a:pt x="47" y="0"/>
                    </a:moveTo>
                    <a:cubicBezTo>
                      <a:pt x="49" y="3"/>
                      <a:pt x="52" y="3"/>
                      <a:pt x="54" y="7"/>
                    </a:cubicBezTo>
                    <a:cubicBezTo>
                      <a:pt x="55" y="10"/>
                      <a:pt x="53" y="18"/>
                      <a:pt x="53" y="21"/>
                    </a:cubicBezTo>
                    <a:cubicBezTo>
                      <a:pt x="52" y="26"/>
                      <a:pt x="53" y="24"/>
                      <a:pt x="48" y="27"/>
                    </a:cubicBezTo>
                    <a:cubicBezTo>
                      <a:pt x="43" y="29"/>
                      <a:pt x="38" y="29"/>
                      <a:pt x="33" y="29"/>
                    </a:cubicBezTo>
                    <a:cubicBezTo>
                      <a:pt x="26" y="30"/>
                      <a:pt x="19" y="30"/>
                      <a:pt x="12" y="30"/>
                    </a:cubicBezTo>
                    <a:cubicBezTo>
                      <a:pt x="8" y="30"/>
                      <a:pt x="2" y="31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87" name="Freeform 1565">
                <a:extLst>
                  <a:ext uri="{FF2B5EF4-FFF2-40B4-BE49-F238E27FC236}">
                    <a16:creationId xmlns:a16="http://schemas.microsoft.com/office/drawing/2014/main" id="{4E2848FA-F3FF-4186-AD7D-070EA5373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112"/>
                <a:ext cx="6" cy="8"/>
              </a:xfrm>
              <a:custGeom>
                <a:avLst/>
                <a:gdLst>
                  <a:gd name="T0" fmla="*/ 8 w 5"/>
                  <a:gd name="T1" fmla="*/ 0 h 6"/>
                  <a:gd name="T2" fmla="*/ 0 w 5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88" name="Freeform 1566">
                <a:extLst>
                  <a:ext uri="{FF2B5EF4-FFF2-40B4-BE49-F238E27FC236}">
                    <a16:creationId xmlns:a16="http://schemas.microsoft.com/office/drawing/2014/main" id="{FA5C189D-24E6-4F24-BDB2-6DB07139B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138"/>
                <a:ext cx="10" cy="31"/>
              </a:xfrm>
              <a:custGeom>
                <a:avLst/>
                <a:gdLst>
                  <a:gd name="T0" fmla="*/ 0 w 8"/>
                  <a:gd name="T1" fmla="*/ 2 h 26"/>
                  <a:gd name="T2" fmla="*/ 10 w 8"/>
                  <a:gd name="T3" fmla="*/ 6 h 26"/>
                  <a:gd name="T4" fmla="*/ 14 w 8"/>
                  <a:gd name="T5" fmla="*/ 25 h 26"/>
                  <a:gd name="T6" fmla="*/ 8 w 8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6">
                    <a:moveTo>
                      <a:pt x="0" y="2"/>
                    </a:moveTo>
                    <a:cubicBezTo>
                      <a:pt x="1" y="0"/>
                      <a:pt x="3" y="1"/>
                      <a:pt x="5" y="3"/>
                    </a:cubicBezTo>
                    <a:cubicBezTo>
                      <a:pt x="8" y="7"/>
                      <a:pt x="7" y="10"/>
                      <a:pt x="7" y="15"/>
                    </a:cubicBezTo>
                    <a:cubicBezTo>
                      <a:pt x="6" y="18"/>
                      <a:pt x="8" y="25"/>
                      <a:pt x="4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89" name="Freeform 1567">
                <a:extLst>
                  <a:ext uri="{FF2B5EF4-FFF2-40B4-BE49-F238E27FC236}">
                    <a16:creationId xmlns:a16="http://schemas.microsoft.com/office/drawing/2014/main" id="{DA6B28D2-A291-4A5F-9131-5E6A1FDB3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1086"/>
                <a:ext cx="72" cy="34"/>
              </a:xfrm>
              <a:custGeom>
                <a:avLst/>
                <a:gdLst>
                  <a:gd name="T0" fmla="*/ 0 w 60"/>
                  <a:gd name="T1" fmla="*/ 41 h 28"/>
                  <a:gd name="T2" fmla="*/ 19 w 60"/>
                  <a:gd name="T3" fmla="*/ 50 h 28"/>
                  <a:gd name="T4" fmla="*/ 49 w 60"/>
                  <a:gd name="T5" fmla="*/ 41 h 28"/>
                  <a:gd name="T6" fmla="*/ 96 w 60"/>
                  <a:gd name="T7" fmla="*/ 40 h 28"/>
                  <a:gd name="T8" fmla="*/ 98 w 60"/>
                  <a:gd name="T9" fmla="*/ 11 h 28"/>
                  <a:gd name="T10" fmla="*/ 86 w 6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3" y="26"/>
                      <a:pt x="6" y="28"/>
                      <a:pt x="11" y="28"/>
                    </a:cubicBezTo>
                    <a:cubicBezTo>
                      <a:pt x="17" y="28"/>
                      <a:pt x="22" y="24"/>
                      <a:pt x="28" y="23"/>
                    </a:cubicBezTo>
                    <a:cubicBezTo>
                      <a:pt x="34" y="23"/>
                      <a:pt x="51" y="27"/>
                      <a:pt x="56" y="22"/>
                    </a:cubicBezTo>
                    <a:cubicBezTo>
                      <a:pt x="60" y="18"/>
                      <a:pt x="58" y="10"/>
                      <a:pt x="57" y="6"/>
                    </a:cubicBezTo>
                    <a:cubicBezTo>
                      <a:pt x="55" y="1"/>
                      <a:pt x="55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90" name="Freeform 1568">
                <a:extLst>
                  <a:ext uri="{FF2B5EF4-FFF2-40B4-BE49-F238E27FC236}">
                    <a16:creationId xmlns:a16="http://schemas.microsoft.com/office/drawing/2014/main" id="{27D6DF5D-C9F4-4010-9E17-AA23C4C59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138"/>
                <a:ext cx="65" cy="31"/>
              </a:xfrm>
              <a:custGeom>
                <a:avLst/>
                <a:gdLst>
                  <a:gd name="T0" fmla="*/ 0 w 54"/>
                  <a:gd name="T1" fmla="*/ 14 h 26"/>
                  <a:gd name="T2" fmla="*/ 36 w 54"/>
                  <a:gd name="T3" fmla="*/ 1 h 26"/>
                  <a:gd name="T4" fmla="*/ 78 w 54"/>
                  <a:gd name="T5" fmla="*/ 8 h 26"/>
                  <a:gd name="T6" fmla="*/ 87 w 54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0" y="8"/>
                    </a:moveTo>
                    <a:cubicBezTo>
                      <a:pt x="1" y="2"/>
                      <a:pt x="16" y="2"/>
                      <a:pt x="21" y="1"/>
                    </a:cubicBezTo>
                    <a:cubicBezTo>
                      <a:pt x="28" y="0"/>
                      <a:pt x="39" y="1"/>
                      <a:pt x="45" y="5"/>
                    </a:cubicBezTo>
                    <a:cubicBezTo>
                      <a:pt x="51" y="9"/>
                      <a:pt x="54" y="21"/>
                      <a:pt x="50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91" name="Freeform 1569">
                <a:extLst>
                  <a:ext uri="{FF2B5EF4-FFF2-40B4-BE49-F238E27FC236}">
                    <a16:creationId xmlns:a16="http://schemas.microsoft.com/office/drawing/2014/main" id="{AC110BDB-3ED2-4E99-89AC-AE4166126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110"/>
                <a:ext cx="15" cy="42"/>
              </a:xfrm>
              <a:custGeom>
                <a:avLst/>
                <a:gdLst>
                  <a:gd name="T0" fmla="*/ 9 w 13"/>
                  <a:gd name="T1" fmla="*/ 0 h 35"/>
                  <a:gd name="T2" fmla="*/ 12 w 13"/>
                  <a:gd name="T3" fmla="*/ 37 h 35"/>
                  <a:gd name="T4" fmla="*/ 0 w 13"/>
                  <a:gd name="T5" fmla="*/ 6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5">
                    <a:moveTo>
                      <a:pt x="6" y="0"/>
                    </a:moveTo>
                    <a:cubicBezTo>
                      <a:pt x="13" y="3"/>
                      <a:pt x="9" y="16"/>
                      <a:pt x="8" y="22"/>
                    </a:cubicBezTo>
                    <a:cubicBezTo>
                      <a:pt x="8" y="28"/>
                      <a:pt x="7" y="35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92" name="Freeform 1570">
                <a:extLst>
                  <a:ext uri="{FF2B5EF4-FFF2-40B4-BE49-F238E27FC236}">
                    <a16:creationId xmlns:a16="http://schemas.microsoft.com/office/drawing/2014/main" id="{A95A5CFE-E3CB-46AD-890A-93C00E69D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121"/>
                <a:ext cx="61" cy="47"/>
              </a:xfrm>
              <a:custGeom>
                <a:avLst/>
                <a:gdLst>
                  <a:gd name="T0" fmla="*/ 73 w 51"/>
                  <a:gd name="T1" fmla="*/ 69 h 39"/>
                  <a:gd name="T2" fmla="*/ 81 w 51"/>
                  <a:gd name="T3" fmla="*/ 41 h 39"/>
                  <a:gd name="T4" fmla="*/ 78 w 51"/>
                  <a:gd name="T5" fmla="*/ 8 h 39"/>
                  <a:gd name="T6" fmla="*/ 45 w 51"/>
                  <a:gd name="T7" fmla="*/ 10 h 39"/>
                  <a:gd name="T8" fmla="*/ 16 w 51"/>
                  <a:gd name="T9" fmla="*/ 8 h 39"/>
                  <a:gd name="T10" fmla="*/ 0 w 51"/>
                  <a:gd name="T11" fmla="*/ 6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43" y="39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8" y="18"/>
                      <a:pt x="49" y="9"/>
                      <a:pt x="45" y="5"/>
                    </a:cubicBezTo>
                    <a:cubicBezTo>
                      <a:pt x="41" y="0"/>
                      <a:pt x="32" y="6"/>
                      <a:pt x="27" y="6"/>
                    </a:cubicBezTo>
                    <a:cubicBezTo>
                      <a:pt x="20" y="7"/>
                      <a:pt x="15" y="6"/>
                      <a:pt x="9" y="5"/>
                    </a:cubicBezTo>
                    <a:cubicBezTo>
                      <a:pt x="7" y="4"/>
                      <a:pt x="1" y="5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93" name="Freeform 1571">
                <a:extLst>
                  <a:ext uri="{FF2B5EF4-FFF2-40B4-BE49-F238E27FC236}">
                    <a16:creationId xmlns:a16="http://schemas.microsoft.com/office/drawing/2014/main" id="{23384D7F-7866-4933-AB19-A8FED4FCB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085"/>
                <a:ext cx="13" cy="41"/>
              </a:xfrm>
              <a:custGeom>
                <a:avLst/>
                <a:gdLst>
                  <a:gd name="T0" fmla="*/ 13 w 11"/>
                  <a:gd name="T1" fmla="*/ 0 h 34"/>
                  <a:gd name="T2" fmla="*/ 8 w 11"/>
                  <a:gd name="T3" fmla="*/ 45 h 34"/>
                  <a:gd name="T4" fmla="*/ 0 w 11"/>
                  <a:gd name="T5" fmla="*/ 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8" y="0"/>
                    </a:moveTo>
                    <a:cubicBezTo>
                      <a:pt x="9" y="9"/>
                      <a:pt x="11" y="19"/>
                      <a:pt x="5" y="26"/>
                    </a:cubicBezTo>
                    <a:cubicBezTo>
                      <a:pt x="3" y="29"/>
                      <a:pt x="1" y="30"/>
                      <a:pt x="0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94" name="Freeform 1572">
                <a:extLst>
                  <a:ext uri="{FF2B5EF4-FFF2-40B4-BE49-F238E27FC236}">
                    <a16:creationId xmlns:a16="http://schemas.microsoft.com/office/drawing/2014/main" id="{F3280349-BDC9-453E-8663-C13F25152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1100"/>
                <a:ext cx="26" cy="19"/>
              </a:xfrm>
              <a:custGeom>
                <a:avLst/>
                <a:gdLst>
                  <a:gd name="T0" fmla="*/ 2 w 22"/>
                  <a:gd name="T1" fmla="*/ 0 h 15"/>
                  <a:gd name="T2" fmla="*/ 0 w 22"/>
                  <a:gd name="T3" fmla="*/ 20 h 15"/>
                  <a:gd name="T4" fmla="*/ 15 w 22"/>
                  <a:gd name="T5" fmla="*/ 29 h 15"/>
                  <a:gd name="T6" fmla="*/ 30 w 22"/>
                  <a:gd name="T7" fmla="*/ 30 h 15"/>
                  <a:gd name="T8" fmla="*/ 37 w 22"/>
                  <a:gd name="T9" fmla="*/ 2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2" y="0"/>
                    </a:moveTo>
                    <a:cubicBezTo>
                      <a:pt x="0" y="1"/>
                      <a:pt x="0" y="7"/>
                      <a:pt x="0" y="10"/>
                    </a:cubicBezTo>
                    <a:cubicBezTo>
                      <a:pt x="1" y="14"/>
                      <a:pt x="5" y="14"/>
                      <a:pt x="9" y="14"/>
                    </a:cubicBezTo>
                    <a:cubicBezTo>
                      <a:pt x="11" y="14"/>
                      <a:pt x="15" y="15"/>
                      <a:pt x="18" y="15"/>
                    </a:cubicBezTo>
                    <a:cubicBezTo>
                      <a:pt x="19" y="15"/>
                      <a:pt x="20" y="13"/>
                      <a:pt x="22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95" name="Freeform 1573">
                <a:extLst>
                  <a:ext uri="{FF2B5EF4-FFF2-40B4-BE49-F238E27FC236}">
                    <a16:creationId xmlns:a16="http://schemas.microsoft.com/office/drawing/2014/main" id="{759BB9F9-9481-4128-B30A-CD6F4976B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115"/>
                <a:ext cx="17" cy="16"/>
              </a:xfrm>
              <a:custGeom>
                <a:avLst/>
                <a:gdLst>
                  <a:gd name="T0" fmla="*/ 25 w 14"/>
                  <a:gd name="T1" fmla="*/ 6 h 13"/>
                  <a:gd name="T2" fmla="*/ 2 w 14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0" y="0"/>
                      <a:pt x="0" y="7"/>
                      <a:pt x="2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96" name="Freeform 1574">
                <a:extLst>
                  <a:ext uri="{FF2B5EF4-FFF2-40B4-BE49-F238E27FC236}">
                    <a16:creationId xmlns:a16="http://schemas.microsoft.com/office/drawing/2014/main" id="{2185C0EF-640F-49C4-A025-75D8BE78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813"/>
                <a:ext cx="63" cy="41"/>
              </a:xfrm>
              <a:custGeom>
                <a:avLst/>
                <a:gdLst>
                  <a:gd name="T0" fmla="*/ 25 w 52"/>
                  <a:gd name="T1" fmla="*/ 1 h 34"/>
                  <a:gd name="T2" fmla="*/ 15 w 52"/>
                  <a:gd name="T3" fmla="*/ 40 h 34"/>
                  <a:gd name="T4" fmla="*/ 23 w 52"/>
                  <a:gd name="T5" fmla="*/ 57 h 34"/>
                  <a:gd name="T6" fmla="*/ 57 w 52"/>
                  <a:gd name="T7" fmla="*/ 58 h 34"/>
                  <a:gd name="T8" fmla="*/ 91 w 52"/>
                  <a:gd name="T9" fmla="*/ 43 h 34"/>
                  <a:gd name="T10" fmla="*/ 82 w 52"/>
                  <a:gd name="T11" fmla="*/ 8 h 34"/>
                  <a:gd name="T12" fmla="*/ 57 w 52"/>
                  <a:gd name="T13" fmla="*/ 1 h 34"/>
                  <a:gd name="T14" fmla="*/ 25 w 52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1"/>
                    </a:moveTo>
                    <a:cubicBezTo>
                      <a:pt x="0" y="0"/>
                      <a:pt x="5" y="13"/>
                      <a:pt x="8" y="22"/>
                    </a:cubicBezTo>
                    <a:cubicBezTo>
                      <a:pt x="9" y="26"/>
                      <a:pt x="9" y="30"/>
                      <a:pt x="13" y="32"/>
                    </a:cubicBezTo>
                    <a:cubicBezTo>
                      <a:pt x="18" y="34"/>
                      <a:pt x="27" y="34"/>
                      <a:pt x="32" y="33"/>
                    </a:cubicBezTo>
                    <a:cubicBezTo>
                      <a:pt x="38" y="32"/>
                      <a:pt x="49" y="31"/>
                      <a:pt x="51" y="25"/>
                    </a:cubicBezTo>
                    <a:cubicBezTo>
                      <a:pt x="52" y="20"/>
                      <a:pt x="50" y="9"/>
                      <a:pt x="46" y="5"/>
                    </a:cubicBezTo>
                    <a:cubicBezTo>
                      <a:pt x="43" y="2"/>
                      <a:pt x="37" y="2"/>
                      <a:pt x="32" y="1"/>
                    </a:cubicBezTo>
                    <a:cubicBezTo>
                      <a:pt x="27" y="1"/>
                      <a:pt x="20" y="1"/>
                      <a:pt x="1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97" name="Freeform 1575">
                <a:extLst>
                  <a:ext uri="{FF2B5EF4-FFF2-40B4-BE49-F238E27FC236}">
                    <a16:creationId xmlns:a16="http://schemas.microsoft.com/office/drawing/2014/main" id="{C6F307F8-CF15-4322-8FEF-B18788288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848"/>
                <a:ext cx="58" cy="31"/>
              </a:xfrm>
              <a:custGeom>
                <a:avLst/>
                <a:gdLst>
                  <a:gd name="T0" fmla="*/ 36 w 48"/>
                  <a:gd name="T1" fmla="*/ 8 h 26"/>
                  <a:gd name="T2" fmla="*/ 18 w 48"/>
                  <a:gd name="T3" fmla="*/ 7 h 26"/>
                  <a:gd name="T4" fmla="*/ 1 w 48"/>
                  <a:gd name="T5" fmla="*/ 12 h 26"/>
                  <a:gd name="T6" fmla="*/ 1 w 48"/>
                  <a:gd name="T7" fmla="*/ 29 h 26"/>
                  <a:gd name="T8" fmla="*/ 23 w 48"/>
                  <a:gd name="T9" fmla="*/ 44 h 26"/>
                  <a:gd name="T10" fmla="*/ 68 w 48"/>
                  <a:gd name="T11" fmla="*/ 43 h 26"/>
                  <a:gd name="T12" fmla="*/ 83 w 48"/>
                  <a:gd name="T13" fmla="*/ 19 h 26"/>
                  <a:gd name="T14" fmla="*/ 73 w 48"/>
                  <a:gd name="T15" fmla="*/ 0 h 26"/>
                  <a:gd name="T16" fmla="*/ 53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4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1" y="15"/>
                      <a:pt x="1" y="17"/>
                    </a:cubicBezTo>
                    <a:cubicBezTo>
                      <a:pt x="2" y="24"/>
                      <a:pt x="6" y="25"/>
                      <a:pt x="13" y="26"/>
                    </a:cubicBezTo>
                    <a:cubicBezTo>
                      <a:pt x="21" y="26"/>
                      <a:pt x="30" y="26"/>
                      <a:pt x="38" y="25"/>
                    </a:cubicBezTo>
                    <a:cubicBezTo>
                      <a:pt x="47" y="23"/>
                      <a:pt x="48" y="19"/>
                      <a:pt x="47" y="11"/>
                    </a:cubicBezTo>
                    <a:cubicBezTo>
                      <a:pt x="46" y="7"/>
                      <a:pt x="46" y="1"/>
                      <a:pt x="41" y="0"/>
                    </a:cubicBezTo>
                    <a:cubicBezTo>
                      <a:pt x="38" y="0"/>
                      <a:pt x="32" y="3"/>
                      <a:pt x="3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98" name="Freeform 1576">
                <a:extLst>
                  <a:ext uri="{FF2B5EF4-FFF2-40B4-BE49-F238E27FC236}">
                    <a16:creationId xmlns:a16="http://schemas.microsoft.com/office/drawing/2014/main" id="{21A5AD17-4742-4BC0-8B14-594B1535C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813"/>
                <a:ext cx="65" cy="30"/>
              </a:xfrm>
              <a:custGeom>
                <a:avLst/>
                <a:gdLst>
                  <a:gd name="T0" fmla="*/ 20 w 54"/>
                  <a:gd name="T1" fmla="*/ 2 h 25"/>
                  <a:gd name="T2" fmla="*/ 1 w 54"/>
                  <a:gd name="T3" fmla="*/ 12 h 25"/>
                  <a:gd name="T4" fmla="*/ 2 w 54"/>
                  <a:gd name="T5" fmla="*/ 35 h 25"/>
                  <a:gd name="T6" fmla="*/ 26 w 54"/>
                  <a:gd name="T7" fmla="*/ 43 h 25"/>
                  <a:gd name="T8" fmla="*/ 70 w 54"/>
                  <a:gd name="T9" fmla="*/ 43 h 25"/>
                  <a:gd name="T10" fmla="*/ 94 w 54"/>
                  <a:gd name="T11" fmla="*/ 29 h 25"/>
                  <a:gd name="T12" fmla="*/ 87 w 54"/>
                  <a:gd name="T13" fmla="*/ 7 h 25"/>
                  <a:gd name="T14" fmla="*/ 61 w 54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6"/>
                      <a:pt x="2" y="20"/>
                    </a:cubicBezTo>
                    <a:cubicBezTo>
                      <a:pt x="4" y="25"/>
                      <a:pt x="10" y="24"/>
                      <a:pt x="15" y="25"/>
                    </a:cubicBezTo>
                    <a:cubicBezTo>
                      <a:pt x="23" y="25"/>
                      <a:pt x="32" y="25"/>
                      <a:pt x="40" y="25"/>
                    </a:cubicBezTo>
                    <a:cubicBezTo>
                      <a:pt x="44" y="24"/>
                      <a:pt x="54" y="23"/>
                      <a:pt x="54" y="17"/>
                    </a:cubicBezTo>
                    <a:cubicBezTo>
                      <a:pt x="54" y="14"/>
                      <a:pt x="53" y="6"/>
                      <a:pt x="50" y="4"/>
                    </a:cubicBezTo>
                    <a:cubicBezTo>
                      <a:pt x="46" y="0"/>
                      <a:pt x="40" y="1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99" name="Freeform 1577">
                <a:extLst>
                  <a:ext uri="{FF2B5EF4-FFF2-40B4-BE49-F238E27FC236}">
                    <a16:creationId xmlns:a16="http://schemas.microsoft.com/office/drawing/2014/main" id="{830BA1FE-EC48-48F0-9FFD-F1743F126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877"/>
                <a:ext cx="9" cy="21"/>
              </a:xfrm>
              <a:custGeom>
                <a:avLst/>
                <a:gdLst>
                  <a:gd name="T0" fmla="*/ 15 w 7"/>
                  <a:gd name="T1" fmla="*/ 2 h 17"/>
                  <a:gd name="T2" fmla="*/ 1 w 7"/>
                  <a:gd name="T3" fmla="*/ 14 h 17"/>
                  <a:gd name="T4" fmla="*/ 1 w 7"/>
                  <a:gd name="T5" fmla="*/ 32 h 17"/>
                  <a:gd name="T6" fmla="*/ 6 w 7"/>
                  <a:gd name="T7" fmla="*/ 3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7" y="2"/>
                    </a:moveTo>
                    <a:cubicBezTo>
                      <a:pt x="4" y="0"/>
                      <a:pt x="2" y="5"/>
                      <a:pt x="1" y="7"/>
                    </a:cubicBezTo>
                    <a:cubicBezTo>
                      <a:pt x="0" y="10"/>
                      <a:pt x="1" y="14"/>
                      <a:pt x="1" y="17"/>
                    </a:cubicBezTo>
                    <a:cubicBezTo>
                      <a:pt x="2" y="17"/>
                      <a:pt x="3" y="17"/>
                      <a:pt x="3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00" name="Freeform 1578">
                <a:extLst>
                  <a:ext uri="{FF2B5EF4-FFF2-40B4-BE49-F238E27FC236}">
                    <a16:creationId xmlns:a16="http://schemas.microsoft.com/office/drawing/2014/main" id="{FAF19DFE-9255-4F2D-8E94-B0740029B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877"/>
                <a:ext cx="23" cy="19"/>
              </a:xfrm>
              <a:custGeom>
                <a:avLst/>
                <a:gdLst>
                  <a:gd name="T0" fmla="*/ 0 w 19"/>
                  <a:gd name="T1" fmla="*/ 0 h 16"/>
                  <a:gd name="T2" fmla="*/ 30 w 19"/>
                  <a:gd name="T3" fmla="*/ 12 h 16"/>
                  <a:gd name="T4" fmla="*/ 25 w 19"/>
                  <a:gd name="T5" fmla="*/ 2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6" y="0"/>
                      <a:pt x="14" y="0"/>
                      <a:pt x="17" y="7"/>
                    </a:cubicBezTo>
                    <a:cubicBezTo>
                      <a:pt x="19" y="11"/>
                      <a:pt x="19" y="16"/>
                      <a:pt x="14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01" name="Freeform 1579">
                <a:extLst>
                  <a:ext uri="{FF2B5EF4-FFF2-40B4-BE49-F238E27FC236}">
                    <a16:creationId xmlns:a16="http://schemas.microsoft.com/office/drawing/2014/main" id="{8E38760D-BA9A-4FBD-92BC-78DA42AE9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842"/>
                <a:ext cx="72" cy="34"/>
              </a:xfrm>
              <a:custGeom>
                <a:avLst/>
                <a:gdLst>
                  <a:gd name="T0" fmla="*/ 12 w 60"/>
                  <a:gd name="T1" fmla="*/ 1 h 28"/>
                  <a:gd name="T2" fmla="*/ 1 w 60"/>
                  <a:gd name="T3" fmla="*/ 13 h 28"/>
                  <a:gd name="T4" fmla="*/ 2 w 60"/>
                  <a:gd name="T5" fmla="*/ 25 h 28"/>
                  <a:gd name="T6" fmla="*/ 28 w 60"/>
                  <a:gd name="T7" fmla="*/ 47 h 28"/>
                  <a:gd name="T8" fmla="*/ 60 w 60"/>
                  <a:gd name="T9" fmla="*/ 35 h 28"/>
                  <a:gd name="T10" fmla="*/ 95 w 60"/>
                  <a:gd name="T11" fmla="*/ 25 h 28"/>
                  <a:gd name="T12" fmla="*/ 86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5" y="1"/>
                      <a:pt x="2" y="5"/>
                      <a:pt x="1" y="7"/>
                    </a:cubicBezTo>
                    <a:cubicBezTo>
                      <a:pt x="0" y="11"/>
                      <a:pt x="1" y="11"/>
                      <a:pt x="2" y="14"/>
                    </a:cubicBezTo>
                    <a:cubicBezTo>
                      <a:pt x="4" y="22"/>
                      <a:pt x="6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1" y="18"/>
                      <a:pt x="55" y="14"/>
                    </a:cubicBezTo>
                    <a:cubicBezTo>
                      <a:pt x="60" y="9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02" name="Freeform 1580">
                <a:extLst>
                  <a:ext uri="{FF2B5EF4-FFF2-40B4-BE49-F238E27FC236}">
                    <a16:creationId xmlns:a16="http://schemas.microsoft.com/office/drawing/2014/main" id="{8663790E-F5F1-4679-BD46-8529A7F0C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873"/>
                <a:ext cx="5" cy="8"/>
              </a:xfrm>
              <a:custGeom>
                <a:avLst/>
                <a:gdLst>
                  <a:gd name="T0" fmla="*/ 8 w 4"/>
                  <a:gd name="T1" fmla="*/ 0 h 6"/>
                  <a:gd name="T2" fmla="*/ 0 w 4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03" name="Freeform 1581">
                <a:extLst>
                  <a:ext uri="{FF2B5EF4-FFF2-40B4-BE49-F238E27FC236}">
                    <a16:creationId xmlns:a16="http://schemas.microsoft.com/office/drawing/2014/main" id="{F3057FDB-62A5-4CBA-B102-53D06D754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1855"/>
                <a:ext cx="18" cy="44"/>
              </a:xfrm>
              <a:custGeom>
                <a:avLst/>
                <a:gdLst>
                  <a:gd name="T0" fmla="*/ 0 w 15"/>
                  <a:gd name="T1" fmla="*/ 0 h 36"/>
                  <a:gd name="T2" fmla="*/ 19 w 15"/>
                  <a:gd name="T3" fmla="*/ 51 h 36"/>
                  <a:gd name="T4" fmla="*/ 7 w 15"/>
                  <a:gd name="T5" fmla="*/ 6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6">
                    <a:moveTo>
                      <a:pt x="0" y="0"/>
                    </a:moveTo>
                    <a:cubicBezTo>
                      <a:pt x="6" y="9"/>
                      <a:pt x="15" y="17"/>
                      <a:pt x="11" y="28"/>
                    </a:cubicBezTo>
                    <a:cubicBezTo>
                      <a:pt x="10" y="32"/>
                      <a:pt x="7" y="35"/>
                      <a:pt x="4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04" name="Freeform 1582">
                <a:extLst>
                  <a:ext uri="{FF2B5EF4-FFF2-40B4-BE49-F238E27FC236}">
                    <a16:creationId xmlns:a16="http://schemas.microsoft.com/office/drawing/2014/main" id="{CDBD2916-AAB3-4DD0-8393-853A4AF7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813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5 w 59"/>
                  <a:gd name="T5" fmla="*/ 35 h 20"/>
                  <a:gd name="T6" fmla="*/ 83 w 59"/>
                  <a:gd name="T7" fmla="*/ 29 h 20"/>
                  <a:gd name="T8" fmla="*/ 101 w 59"/>
                  <a:gd name="T9" fmla="*/ 20 h 20"/>
                  <a:gd name="T10" fmla="*/ 95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9" y="20"/>
                      <a:pt x="19" y="20"/>
                      <a:pt x="26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8"/>
                      <a:pt x="59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05" name="Freeform 1583">
                <a:extLst>
                  <a:ext uri="{FF2B5EF4-FFF2-40B4-BE49-F238E27FC236}">
                    <a16:creationId xmlns:a16="http://schemas.microsoft.com/office/drawing/2014/main" id="{E9A04286-2233-4EAD-8606-2C489C999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854"/>
                <a:ext cx="54" cy="44"/>
              </a:xfrm>
              <a:custGeom>
                <a:avLst/>
                <a:gdLst>
                  <a:gd name="T0" fmla="*/ 8 w 45"/>
                  <a:gd name="T1" fmla="*/ 65 h 36"/>
                  <a:gd name="T2" fmla="*/ 6 w 45"/>
                  <a:gd name="T3" fmla="*/ 27 h 36"/>
                  <a:gd name="T4" fmla="*/ 6 w 45"/>
                  <a:gd name="T5" fmla="*/ 13 h 36"/>
                  <a:gd name="T6" fmla="*/ 37 w 45"/>
                  <a:gd name="T7" fmla="*/ 6 h 36"/>
                  <a:gd name="T8" fmla="*/ 67 w 45"/>
                  <a:gd name="T9" fmla="*/ 6 h 36"/>
                  <a:gd name="T10" fmla="*/ 78 w 45"/>
                  <a:gd name="T11" fmla="*/ 34 h 36"/>
                  <a:gd name="T12" fmla="*/ 70 w 45"/>
                  <a:gd name="T13" fmla="*/ 6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2" y="30"/>
                      <a:pt x="4" y="21"/>
                      <a:pt x="3" y="15"/>
                    </a:cubicBezTo>
                    <a:cubicBezTo>
                      <a:pt x="3" y="12"/>
                      <a:pt x="0" y="10"/>
                      <a:pt x="3" y="7"/>
                    </a:cubicBezTo>
                    <a:cubicBezTo>
                      <a:pt x="6" y="4"/>
                      <a:pt x="17" y="3"/>
                      <a:pt x="22" y="3"/>
                    </a:cubicBezTo>
                    <a:cubicBezTo>
                      <a:pt x="27" y="2"/>
                      <a:pt x="34" y="0"/>
                      <a:pt x="39" y="3"/>
                    </a:cubicBezTo>
                    <a:cubicBezTo>
                      <a:pt x="45" y="6"/>
                      <a:pt x="45" y="13"/>
                      <a:pt x="45" y="19"/>
                    </a:cubicBezTo>
                    <a:cubicBezTo>
                      <a:pt x="45" y="23"/>
                      <a:pt x="45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06" name="Freeform 1584">
                <a:extLst>
                  <a:ext uri="{FF2B5EF4-FFF2-40B4-BE49-F238E27FC236}">
                    <a16:creationId xmlns:a16="http://schemas.microsoft.com/office/drawing/2014/main" id="{EFE1C52F-3F5C-4312-9570-C265F1662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809"/>
                <a:ext cx="62" cy="33"/>
              </a:xfrm>
              <a:custGeom>
                <a:avLst/>
                <a:gdLst>
                  <a:gd name="T0" fmla="*/ 6 w 51"/>
                  <a:gd name="T1" fmla="*/ 6 h 27"/>
                  <a:gd name="T2" fmla="*/ 7 w 51"/>
                  <a:gd name="T3" fmla="*/ 39 h 27"/>
                  <a:gd name="T4" fmla="*/ 34 w 51"/>
                  <a:gd name="T5" fmla="*/ 39 h 27"/>
                  <a:gd name="T6" fmla="*/ 60 w 51"/>
                  <a:gd name="T7" fmla="*/ 42 h 27"/>
                  <a:gd name="T8" fmla="*/ 77 w 51"/>
                  <a:gd name="T9" fmla="*/ 49 h 27"/>
                  <a:gd name="T10" fmla="*/ 90 w 51"/>
                  <a:gd name="T11" fmla="*/ 33 h 27"/>
                  <a:gd name="T12" fmla="*/ 77 w 51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7">
                    <a:moveTo>
                      <a:pt x="3" y="3"/>
                    </a:moveTo>
                    <a:cubicBezTo>
                      <a:pt x="2" y="7"/>
                      <a:pt x="0" y="18"/>
                      <a:pt x="4" y="21"/>
                    </a:cubicBezTo>
                    <a:cubicBezTo>
                      <a:pt x="7" y="23"/>
                      <a:pt x="15" y="21"/>
                      <a:pt x="19" y="21"/>
                    </a:cubicBezTo>
                    <a:cubicBezTo>
                      <a:pt x="24" y="20"/>
                      <a:pt x="28" y="20"/>
                      <a:pt x="33" y="23"/>
                    </a:cubicBezTo>
                    <a:cubicBezTo>
                      <a:pt x="36" y="24"/>
                      <a:pt x="39" y="27"/>
                      <a:pt x="43" y="27"/>
                    </a:cubicBezTo>
                    <a:cubicBezTo>
                      <a:pt x="48" y="26"/>
                      <a:pt x="51" y="22"/>
                      <a:pt x="50" y="18"/>
                    </a:cubicBezTo>
                    <a:cubicBezTo>
                      <a:pt x="50" y="15"/>
                      <a:pt x="48" y="0"/>
                      <a:pt x="43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07" name="Freeform 1585">
                <a:extLst>
                  <a:ext uri="{FF2B5EF4-FFF2-40B4-BE49-F238E27FC236}">
                    <a16:creationId xmlns:a16="http://schemas.microsoft.com/office/drawing/2014/main" id="{C362CA51-8E4B-47BC-B168-5EE0C7C91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831"/>
                <a:ext cx="58" cy="34"/>
              </a:xfrm>
              <a:custGeom>
                <a:avLst/>
                <a:gdLst>
                  <a:gd name="T0" fmla="*/ 8 w 48"/>
                  <a:gd name="T1" fmla="*/ 9 h 28"/>
                  <a:gd name="T2" fmla="*/ 1 w 48"/>
                  <a:gd name="T3" fmla="*/ 18 h 28"/>
                  <a:gd name="T4" fmla="*/ 2 w 48"/>
                  <a:gd name="T5" fmla="*/ 40 h 28"/>
                  <a:gd name="T6" fmla="*/ 45 w 48"/>
                  <a:gd name="T7" fmla="*/ 41 h 28"/>
                  <a:gd name="T8" fmla="*/ 82 w 48"/>
                  <a:gd name="T9" fmla="*/ 25 h 28"/>
                  <a:gd name="T10" fmla="*/ 73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4" y="4"/>
                      <a:pt x="1" y="8"/>
                      <a:pt x="1" y="10"/>
                    </a:cubicBezTo>
                    <a:cubicBezTo>
                      <a:pt x="0" y="13"/>
                      <a:pt x="0" y="19"/>
                      <a:pt x="2" y="22"/>
                    </a:cubicBezTo>
                    <a:cubicBezTo>
                      <a:pt x="7" y="28"/>
                      <a:pt x="20" y="23"/>
                      <a:pt x="26" y="23"/>
                    </a:cubicBezTo>
                    <a:cubicBezTo>
                      <a:pt x="34" y="22"/>
                      <a:pt x="44" y="22"/>
                      <a:pt x="46" y="14"/>
                    </a:cubicBezTo>
                    <a:cubicBezTo>
                      <a:pt x="47" y="10"/>
                      <a:pt x="48" y="0"/>
                      <a:pt x="41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08" name="Freeform 1586">
                <a:extLst>
                  <a:ext uri="{FF2B5EF4-FFF2-40B4-BE49-F238E27FC236}">
                    <a16:creationId xmlns:a16="http://schemas.microsoft.com/office/drawing/2014/main" id="{51C0E31E-FE7F-44BF-A2C2-0F3B39BA8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813"/>
                <a:ext cx="62" cy="41"/>
              </a:xfrm>
              <a:custGeom>
                <a:avLst/>
                <a:gdLst>
                  <a:gd name="T0" fmla="*/ 24 w 52"/>
                  <a:gd name="T1" fmla="*/ 1 h 34"/>
                  <a:gd name="T2" fmla="*/ 12 w 52"/>
                  <a:gd name="T3" fmla="*/ 40 h 34"/>
                  <a:gd name="T4" fmla="*/ 23 w 52"/>
                  <a:gd name="T5" fmla="*/ 57 h 34"/>
                  <a:gd name="T6" fmla="*/ 54 w 52"/>
                  <a:gd name="T7" fmla="*/ 58 h 34"/>
                  <a:gd name="T8" fmla="*/ 87 w 52"/>
                  <a:gd name="T9" fmla="*/ 43 h 34"/>
                  <a:gd name="T10" fmla="*/ 79 w 52"/>
                  <a:gd name="T11" fmla="*/ 8 h 34"/>
                  <a:gd name="T12" fmla="*/ 54 w 52"/>
                  <a:gd name="T13" fmla="*/ 1 h 34"/>
                  <a:gd name="T14" fmla="*/ 24 w 52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1"/>
                    </a:moveTo>
                    <a:cubicBezTo>
                      <a:pt x="0" y="0"/>
                      <a:pt x="5" y="13"/>
                      <a:pt x="7" y="22"/>
                    </a:cubicBezTo>
                    <a:cubicBezTo>
                      <a:pt x="9" y="26"/>
                      <a:pt x="9" y="30"/>
                      <a:pt x="13" y="32"/>
                    </a:cubicBezTo>
                    <a:cubicBezTo>
                      <a:pt x="18" y="34"/>
                      <a:pt x="26" y="34"/>
                      <a:pt x="32" y="33"/>
                    </a:cubicBezTo>
                    <a:cubicBezTo>
                      <a:pt x="38" y="32"/>
                      <a:pt x="49" y="31"/>
                      <a:pt x="51" y="25"/>
                    </a:cubicBezTo>
                    <a:cubicBezTo>
                      <a:pt x="52" y="20"/>
                      <a:pt x="50" y="9"/>
                      <a:pt x="46" y="5"/>
                    </a:cubicBezTo>
                    <a:cubicBezTo>
                      <a:pt x="43" y="2"/>
                      <a:pt x="36" y="2"/>
                      <a:pt x="32" y="1"/>
                    </a:cubicBezTo>
                    <a:cubicBezTo>
                      <a:pt x="26" y="1"/>
                      <a:pt x="20" y="1"/>
                      <a:pt x="1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09" name="Freeform 1587">
                <a:extLst>
                  <a:ext uri="{FF2B5EF4-FFF2-40B4-BE49-F238E27FC236}">
                    <a16:creationId xmlns:a16="http://schemas.microsoft.com/office/drawing/2014/main" id="{68F2CA1D-9C55-4212-83E9-53BF47F0F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848"/>
                <a:ext cx="57" cy="31"/>
              </a:xfrm>
              <a:custGeom>
                <a:avLst/>
                <a:gdLst>
                  <a:gd name="T0" fmla="*/ 36 w 48"/>
                  <a:gd name="T1" fmla="*/ 8 h 26"/>
                  <a:gd name="T2" fmla="*/ 17 w 48"/>
                  <a:gd name="T3" fmla="*/ 7 h 26"/>
                  <a:gd name="T4" fmla="*/ 1 w 48"/>
                  <a:gd name="T5" fmla="*/ 12 h 26"/>
                  <a:gd name="T6" fmla="*/ 1 w 48"/>
                  <a:gd name="T7" fmla="*/ 29 h 26"/>
                  <a:gd name="T8" fmla="*/ 21 w 48"/>
                  <a:gd name="T9" fmla="*/ 44 h 26"/>
                  <a:gd name="T10" fmla="*/ 63 w 48"/>
                  <a:gd name="T11" fmla="*/ 43 h 26"/>
                  <a:gd name="T12" fmla="*/ 80 w 48"/>
                  <a:gd name="T13" fmla="*/ 19 h 26"/>
                  <a:gd name="T14" fmla="*/ 69 w 48"/>
                  <a:gd name="T15" fmla="*/ 0 h 26"/>
                  <a:gd name="T16" fmla="*/ 48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4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0" y="15"/>
                      <a:pt x="1" y="17"/>
                    </a:cubicBezTo>
                    <a:cubicBezTo>
                      <a:pt x="2" y="24"/>
                      <a:pt x="6" y="25"/>
                      <a:pt x="13" y="26"/>
                    </a:cubicBezTo>
                    <a:cubicBezTo>
                      <a:pt x="21" y="26"/>
                      <a:pt x="29" y="26"/>
                      <a:pt x="38" y="25"/>
                    </a:cubicBezTo>
                    <a:cubicBezTo>
                      <a:pt x="47" y="23"/>
                      <a:pt x="48" y="19"/>
                      <a:pt x="47" y="11"/>
                    </a:cubicBezTo>
                    <a:cubicBezTo>
                      <a:pt x="46" y="7"/>
                      <a:pt x="46" y="1"/>
                      <a:pt x="41" y="0"/>
                    </a:cubicBezTo>
                    <a:cubicBezTo>
                      <a:pt x="38" y="0"/>
                      <a:pt x="32" y="3"/>
                      <a:pt x="2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10" name="Freeform 1588">
                <a:extLst>
                  <a:ext uri="{FF2B5EF4-FFF2-40B4-BE49-F238E27FC236}">
                    <a16:creationId xmlns:a16="http://schemas.microsoft.com/office/drawing/2014/main" id="{272D8F51-743D-4DD5-808A-90404364D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813"/>
                <a:ext cx="65" cy="30"/>
              </a:xfrm>
              <a:custGeom>
                <a:avLst/>
                <a:gdLst>
                  <a:gd name="T0" fmla="*/ 20 w 54"/>
                  <a:gd name="T1" fmla="*/ 2 h 25"/>
                  <a:gd name="T2" fmla="*/ 1 w 54"/>
                  <a:gd name="T3" fmla="*/ 12 h 25"/>
                  <a:gd name="T4" fmla="*/ 1 w 54"/>
                  <a:gd name="T5" fmla="*/ 35 h 25"/>
                  <a:gd name="T6" fmla="*/ 26 w 54"/>
                  <a:gd name="T7" fmla="*/ 43 h 25"/>
                  <a:gd name="T8" fmla="*/ 70 w 54"/>
                  <a:gd name="T9" fmla="*/ 43 h 25"/>
                  <a:gd name="T10" fmla="*/ 94 w 54"/>
                  <a:gd name="T11" fmla="*/ 29 h 25"/>
                  <a:gd name="T12" fmla="*/ 87 w 54"/>
                  <a:gd name="T13" fmla="*/ 7 h 25"/>
                  <a:gd name="T14" fmla="*/ 61 w 54"/>
                  <a:gd name="T15" fmla="*/ 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6"/>
                      <a:pt x="1" y="20"/>
                    </a:cubicBezTo>
                    <a:cubicBezTo>
                      <a:pt x="4" y="25"/>
                      <a:pt x="10" y="24"/>
                      <a:pt x="15" y="25"/>
                    </a:cubicBezTo>
                    <a:cubicBezTo>
                      <a:pt x="23" y="25"/>
                      <a:pt x="32" y="25"/>
                      <a:pt x="40" y="25"/>
                    </a:cubicBezTo>
                    <a:cubicBezTo>
                      <a:pt x="44" y="24"/>
                      <a:pt x="54" y="23"/>
                      <a:pt x="54" y="17"/>
                    </a:cubicBezTo>
                    <a:cubicBezTo>
                      <a:pt x="54" y="14"/>
                      <a:pt x="52" y="6"/>
                      <a:pt x="50" y="4"/>
                    </a:cubicBezTo>
                    <a:cubicBezTo>
                      <a:pt x="46" y="0"/>
                      <a:pt x="40" y="1"/>
                      <a:pt x="3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11" name="Freeform 1589">
                <a:extLst>
                  <a:ext uri="{FF2B5EF4-FFF2-40B4-BE49-F238E27FC236}">
                    <a16:creationId xmlns:a16="http://schemas.microsoft.com/office/drawing/2014/main" id="{47DCBC39-0EFA-4252-9E11-AE4CED39D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877"/>
                <a:ext cx="23" cy="19"/>
              </a:xfrm>
              <a:custGeom>
                <a:avLst/>
                <a:gdLst>
                  <a:gd name="T0" fmla="*/ 0 w 19"/>
                  <a:gd name="T1" fmla="*/ 0 h 16"/>
                  <a:gd name="T2" fmla="*/ 30 w 19"/>
                  <a:gd name="T3" fmla="*/ 12 h 16"/>
                  <a:gd name="T4" fmla="*/ 25 w 19"/>
                  <a:gd name="T5" fmla="*/ 2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6" y="0"/>
                      <a:pt x="14" y="0"/>
                      <a:pt x="17" y="7"/>
                    </a:cubicBezTo>
                    <a:cubicBezTo>
                      <a:pt x="19" y="11"/>
                      <a:pt x="19" y="16"/>
                      <a:pt x="14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12" name="Freeform 1590">
                <a:extLst>
                  <a:ext uri="{FF2B5EF4-FFF2-40B4-BE49-F238E27FC236}">
                    <a16:creationId xmlns:a16="http://schemas.microsoft.com/office/drawing/2014/main" id="{37EDE421-5608-4233-A5AB-6CB53069C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842"/>
                <a:ext cx="72" cy="34"/>
              </a:xfrm>
              <a:custGeom>
                <a:avLst/>
                <a:gdLst>
                  <a:gd name="T0" fmla="*/ 12 w 60"/>
                  <a:gd name="T1" fmla="*/ 1 h 28"/>
                  <a:gd name="T2" fmla="*/ 1 w 60"/>
                  <a:gd name="T3" fmla="*/ 13 h 28"/>
                  <a:gd name="T4" fmla="*/ 2 w 60"/>
                  <a:gd name="T5" fmla="*/ 25 h 28"/>
                  <a:gd name="T6" fmla="*/ 28 w 60"/>
                  <a:gd name="T7" fmla="*/ 47 h 28"/>
                  <a:gd name="T8" fmla="*/ 60 w 60"/>
                  <a:gd name="T9" fmla="*/ 35 h 28"/>
                  <a:gd name="T10" fmla="*/ 95 w 60"/>
                  <a:gd name="T11" fmla="*/ 25 h 28"/>
                  <a:gd name="T12" fmla="*/ 86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1"/>
                      <a:pt x="2" y="5"/>
                      <a:pt x="1" y="7"/>
                    </a:cubicBezTo>
                    <a:cubicBezTo>
                      <a:pt x="0" y="11"/>
                      <a:pt x="1" y="11"/>
                      <a:pt x="2" y="14"/>
                    </a:cubicBezTo>
                    <a:cubicBezTo>
                      <a:pt x="4" y="22"/>
                      <a:pt x="5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8"/>
                      <a:pt x="55" y="14"/>
                    </a:cubicBezTo>
                    <a:cubicBezTo>
                      <a:pt x="60" y="9"/>
                      <a:pt x="57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13" name="Freeform 1591">
                <a:extLst>
                  <a:ext uri="{FF2B5EF4-FFF2-40B4-BE49-F238E27FC236}">
                    <a16:creationId xmlns:a16="http://schemas.microsoft.com/office/drawing/2014/main" id="{B9983CAC-9075-4876-9DB4-5853816FE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873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14" name="Freeform 1592">
                <a:extLst>
                  <a:ext uri="{FF2B5EF4-FFF2-40B4-BE49-F238E27FC236}">
                    <a16:creationId xmlns:a16="http://schemas.microsoft.com/office/drawing/2014/main" id="{D1986F38-17B3-48EA-A5C1-A7FA02C2A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855"/>
                <a:ext cx="17" cy="44"/>
              </a:xfrm>
              <a:custGeom>
                <a:avLst/>
                <a:gdLst>
                  <a:gd name="T0" fmla="*/ 0 w 14"/>
                  <a:gd name="T1" fmla="*/ 0 h 36"/>
                  <a:gd name="T2" fmla="*/ 19 w 14"/>
                  <a:gd name="T3" fmla="*/ 51 h 36"/>
                  <a:gd name="T4" fmla="*/ 7 w 14"/>
                  <a:gd name="T5" fmla="*/ 6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cubicBezTo>
                      <a:pt x="6" y="9"/>
                      <a:pt x="14" y="17"/>
                      <a:pt x="11" y="28"/>
                    </a:cubicBezTo>
                    <a:cubicBezTo>
                      <a:pt x="10" y="32"/>
                      <a:pt x="7" y="35"/>
                      <a:pt x="4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15" name="Freeform 1593">
                <a:extLst>
                  <a:ext uri="{FF2B5EF4-FFF2-40B4-BE49-F238E27FC236}">
                    <a16:creationId xmlns:a16="http://schemas.microsoft.com/office/drawing/2014/main" id="{92BE4DAF-B650-4C1E-BD02-4D1586E6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813"/>
                <a:ext cx="71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3 w 59"/>
                  <a:gd name="T5" fmla="*/ 35 h 20"/>
                  <a:gd name="T6" fmla="*/ 83 w 59"/>
                  <a:gd name="T7" fmla="*/ 29 h 20"/>
                  <a:gd name="T8" fmla="*/ 101 w 59"/>
                  <a:gd name="T9" fmla="*/ 20 h 20"/>
                  <a:gd name="T10" fmla="*/ 95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9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8"/>
                      <a:pt x="59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16" name="Freeform 1594">
                <a:extLst>
                  <a:ext uri="{FF2B5EF4-FFF2-40B4-BE49-F238E27FC236}">
                    <a16:creationId xmlns:a16="http://schemas.microsoft.com/office/drawing/2014/main" id="{AFC0F79D-80F6-4D40-9397-7556EC0A2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1854"/>
                <a:ext cx="54" cy="44"/>
              </a:xfrm>
              <a:custGeom>
                <a:avLst/>
                <a:gdLst>
                  <a:gd name="T0" fmla="*/ 8 w 45"/>
                  <a:gd name="T1" fmla="*/ 65 h 36"/>
                  <a:gd name="T2" fmla="*/ 6 w 45"/>
                  <a:gd name="T3" fmla="*/ 27 h 36"/>
                  <a:gd name="T4" fmla="*/ 6 w 45"/>
                  <a:gd name="T5" fmla="*/ 13 h 36"/>
                  <a:gd name="T6" fmla="*/ 36 w 45"/>
                  <a:gd name="T7" fmla="*/ 6 h 36"/>
                  <a:gd name="T8" fmla="*/ 67 w 45"/>
                  <a:gd name="T9" fmla="*/ 6 h 36"/>
                  <a:gd name="T10" fmla="*/ 78 w 45"/>
                  <a:gd name="T11" fmla="*/ 34 h 36"/>
                  <a:gd name="T12" fmla="*/ 70 w 45"/>
                  <a:gd name="T13" fmla="*/ 6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3" y="12"/>
                      <a:pt x="0" y="10"/>
                      <a:pt x="3" y="7"/>
                    </a:cubicBezTo>
                    <a:cubicBezTo>
                      <a:pt x="6" y="4"/>
                      <a:pt x="17" y="3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5" y="6"/>
                      <a:pt x="45" y="13"/>
                      <a:pt x="45" y="19"/>
                    </a:cubicBezTo>
                    <a:cubicBezTo>
                      <a:pt x="45" y="23"/>
                      <a:pt x="45" y="34"/>
                      <a:pt x="4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17" name="Freeform 1595">
                <a:extLst>
                  <a:ext uri="{FF2B5EF4-FFF2-40B4-BE49-F238E27FC236}">
                    <a16:creationId xmlns:a16="http://schemas.microsoft.com/office/drawing/2014/main" id="{F35613CA-C203-40AE-919E-A4B0A4585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831"/>
                <a:ext cx="58" cy="34"/>
              </a:xfrm>
              <a:custGeom>
                <a:avLst/>
                <a:gdLst>
                  <a:gd name="T0" fmla="*/ 10 w 48"/>
                  <a:gd name="T1" fmla="*/ 9 h 28"/>
                  <a:gd name="T2" fmla="*/ 2 w 48"/>
                  <a:gd name="T3" fmla="*/ 18 h 28"/>
                  <a:gd name="T4" fmla="*/ 6 w 48"/>
                  <a:gd name="T5" fmla="*/ 40 h 28"/>
                  <a:gd name="T6" fmla="*/ 48 w 48"/>
                  <a:gd name="T7" fmla="*/ 41 h 28"/>
                  <a:gd name="T8" fmla="*/ 83 w 48"/>
                  <a:gd name="T9" fmla="*/ 25 h 28"/>
                  <a:gd name="T10" fmla="*/ 75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6" y="5"/>
                    </a:moveTo>
                    <a:cubicBezTo>
                      <a:pt x="5" y="4"/>
                      <a:pt x="2" y="8"/>
                      <a:pt x="2" y="10"/>
                    </a:cubicBezTo>
                    <a:cubicBezTo>
                      <a:pt x="0" y="13"/>
                      <a:pt x="1" y="19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2"/>
                      <a:pt x="45" y="22"/>
                      <a:pt x="47" y="14"/>
                    </a:cubicBezTo>
                    <a:cubicBezTo>
                      <a:pt x="48" y="10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18" name="Freeform 1596">
                <a:extLst>
                  <a:ext uri="{FF2B5EF4-FFF2-40B4-BE49-F238E27FC236}">
                    <a16:creationId xmlns:a16="http://schemas.microsoft.com/office/drawing/2014/main" id="{452528A2-AE09-4501-B471-B1A3B2973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835"/>
                <a:ext cx="7" cy="9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19" name="Freeform 1597">
                <a:extLst>
                  <a:ext uri="{FF2B5EF4-FFF2-40B4-BE49-F238E27FC236}">
                    <a16:creationId xmlns:a16="http://schemas.microsoft.com/office/drawing/2014/main" id="{E79F6016-D98F-4434-80E4-8FFB9B2EF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841"/>
                <a:ext cx="76" cy="26"/>
              </a:xfrm>
              <a:custGeom>
                <a:avLst/>
                <a:gdLst>
                  <a:gd name="T0" fmla="*/ 76 w 63"/>
                  <a:gd name="T1" fmla="*/ 2 h 22"/>
                  <a:gd name="T2" fmla="*/ 99 w 63"/>
                  <a:gd name="T3" fmla="*/ 26 h 22"/>
                  <a:gd name="T4" fmla="*/ 80 w 63"/>
                  <a:gd name="T5" fmla="*/ 33 h 22"/>
                  <a:gd name="T6" fmla="*/ 49 w 63"/>
                  <a:gd name="T7" fmla="*/ 35 h 22"/>
                  <a:gd name="T8" fmla="*/ 14 w 63"/>
                  <a:gd name="T9" fmla="*/ 31 h 22"/>
                  <a:gd name="T10" fmla="*/ 0 w 63"/>
                  <a:gd name="T11" fmla="*/ 3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2">
                    <a:moveTo>
                      <a:pt x="43" y="2"/>
                    </a:moveTo>
                    <a:cubicBezTo>
                      <a:pt x="50" y="0"/>
                      <a:pt x="63" y="8"/>
                      <a:pt x="56" y="16"/>
                    </a:cubicBezTo>
                    <a:cubicBezTo>
                      <a:pt x="54" y="19"/>
                      <a:pt x="49" y="19"/>
                      <a:pt x="46" y="20"/>
                    </a:cubicBezTo>
                    <a:cubicBezTo>
                      <a:pt x="39" y="22"/>
                      <a:pt x="34" y="21"/>
                      <a:pt x="28" y="21"/>
                    </a:cubicBezTo>
                    <a:cubicBezTo>
                      <a:pt x="21" y="20"/>
                      <a:pt x="15" y="20"/>
                      <a:pt x="8" y="19"/>
                    </a:cubicBezTo>
                    <a:cubicBezTo>
                      <a:pt x="5" y="19"/>
                      <a:pt x="1" y="20"/>
                      <a:pt x="0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20" name="Freeform 1598">
                <a:extLst>
                  <a:ext uri="{FF2B5EF4-FFF2-40B4-BE49-F238E27FC236}">
                    <a16:creationId xmlns:a16="http://schemas.microsoft.com/office/drawing/2014/main" id="{EC86926B-DC8F-48D0-9048-A79A0556F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813"/>
                <a:ext cx="52" cy="34"/>
              </a:xfrm>
              <a:custGeom>
                <a:avLst/>
                <a:gdLst>
                  <a:gd name="T0" fmla="*/ 7 w 43"/>
                  <a:gd name="T1" fmla="*/ 1 h 28"/>
                  <a:gd name="T2" fmla="*/ 2 w 43"/>
                  <a:gd name="T3" fmla="*/ 23 h 28"/>
                  <a:gd name="T4" fmla="*/ 30 w 43"/>
                  <a:gd name="T5" fmla="*/ 49 h 28"/>
                  <a:gd name="T6" fmla="*/ 75 w 43"/>
                  <a:gd name="T7" fmla="*/ 30 h 28"/>
                  <a:gd name="T8" fmla="*/ 65 w 43"/>
                  <a:gd name="T9" fmla="*/ 2 h 28"/>
                  <a:gd name="T10" fmla="*/ 64 w 43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8">
                    <a:moveTo>
                      <a:pt x="4" y="1"/>
                    </a:moveTo>
                    <a:cubicBezTo>
                      <a:pt x="0" y="0"/>
                      <a:pt x="1" y="10"/>
                      <a:pt x="2" y="13"/>
                    </a:cubicBezTo>
                    <a:cubicBezTo>
                      <a:pt x="5" y="22"/>
                      <a:pt x="5" y="28"/>
                      <a:pt x="17" y="27"/>
                    </a:cubicBezTo>
                    <a:cubicBezTo>
                      <a:pt x="23" y="26"/>
                      <a:pt x="43" y="26"/>
                      <a:pt x="42" y="17"/>
                    </a:cubicBezTo>
                    <a:cubicBezTo>
                      <a:pt x="42" y="12"/>
                      <a:pt x="39" y="7"/>
                      <a:pt x="37" y="2"/>
                    </a:cubicBezTo>
                    <a:cubicBezTo>
                      <a:pt x="36" y="1"/>
                      <a:pt x="36" y="2"/>
                      <a:pt x="36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21" name="Freeform 1599">
                <a:extLst>
                  <a:ext uri="{FF2B5EF4-FFF2-40B4-BE49-F238E27FC236}">
                    <a16:creationId xmlns:a16="http://schemas.microsoft.com/office/drawing/2014/main" id="{D2C464B4-F2D2-4594-8E33-15B7A6678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865"/>
                <a:ext cx="9" cy="11"/>
              </a:xfrm>
              <a:custGeom>
                <a:avLst/>
                <a:gdLst>
                  <a:gd name="T0" fmla="*/ 15 w 7"/>
                  <a:gd name="T1" fmla="*/ 0 h 9"/>
                  <a:gd name="T2" fmla="*/ 0 w 7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3" y="0"/>
                      <a:pt x="1" y="6"/>
                      <a:pt x="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22" name="Freeform 1600">
                <a:extLst>
                  <a:ext uri="{FF2B5EF4-FFF2-40B4-BE49-F238E27FC236}">
                    <a16:creationId xmlns:a16="http://schemas.microsoft.com/office/drawing/2014/main" id="{3E8E6D2F-6E3E-40CC-90C0-4E835E2A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865"/>
                <a:ext cx="15" cy="33"/>
              </a:xfrm>
              <a:custGeom>
                <a:avLst/>
                <a:gdLst>
                  <a:gd name="T0" fmla="*/ 1 w 12"/>
                  <a:gd name="T1" fmla="*/ 0 h 27"/>
                  <a:gd name="T2" fmla="*/ 0 w 12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1" y="0"/>
                    </a:moveTo>
                    <a:cubicBezTo>
                      <a:pt x="10" y="7"/>
                      <a:pt x="12" y="23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23" name="Freeform 1601">
                <a:extLst>
                  <a:ext uri="{FF2B5EF4-FFF2-40B4-BE49-F238E27FC236}">
                    <a16:creationId xmlns:a16="http://schemas.microsoft.com/office/drawing/2014/main" id="{64EB491E-5B9A-48AB-9D9A-9628E34EC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4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24" name="Freeform 1602">
                <a:extLst>
                  <a:ext uri="{FF2B5EF4-FFF2-40B4-BE49-F238E27FC236}">
                    <a16:creationId xmlns:a16="http://schemas.microsoft.com/office/drawing/2014/main" id="{6CA31CEF-1F01-4D07-A1E0-8D1AE7848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38"/>
                <a:ext cx="54" cy="39"/>
              </a:xfrm>
              <a:custGeom>
                <a:avLst/>
                <a:gdLst>
                  <a:gd name="T0" fmla="*/ 0 w 45"/>
                  <a:gd name="T1" fmla="*/ 55 h 32"/>
                  <a:gd name="T2" fmla="*/ 24 w 45"/>
                  <a:gd name="T3" fmla="*/ 55 h 32"/>
                  <a:gd name="T4" fmla="*/ 52 w 45"/>
                  <a:gd name="T5" fmla="*/ 48 h 32"/>
                  <a:gd name="T6" fmla="*/ 78 w 45"/>
                  <a:gd name="T7" fmla="*/ 35 h 32"/>
                  <a:gd name="T8" fmla="*/ 55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9" y="32"/>
                      <a:pt x="14" y="30"/>
                    </a:cubicBezTo>
                    <a:cubicBezTo>
                      <a:pt x="20" y="28"/>
                      <a:pt x="24" y="27"/>
                      <a:pt x="30" y="26"/>
                    </a:cubicBezTo>
                    <a:cubicBezTo>
                      <a:pt x="36" y="26"/>
                      <a:pt x="45" y="28"/>
                      <a:pt x="45" y="20"/>
                    </a:cubicBezTo>
                    <a:cubicBezTo>
                      <a:pt x="45" y="16"/>
                      <a:pt x="37" y="0"/>
                      <a:pt x="32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25" name="Freeform 1603">
                <a:extLst>
                  <a:ext uri="{FF2B5EF4-FFF2-40B4-BE49-F238E27FC236}">
                    <a16:creationId xmlns:a16="http://schemas.microsoft.com/office/drawing/2014/main" id="{95E878F8-A434-4420-B2F2-E7665D8AC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813"/>
                <a:ext cx="54" cy="36"/>
              </a:xfrm>
              <a:custGeom>
                <a:avLst/>
                <a:gdLst>
                  <a:gd name="T0" fmla="*/ 77 w 45"/>
                  <a:gd name="T1" fmla="*/ 1 h 30"/>
                  <a:gd name="T2" fmla="*/ 74 w 45"/>
                  <a:gd name="T3" fmla="*/ 1 h 30"/>
                  <a:gd name="T4" fmla="*/ 66 w 45"/>
                  <a:gd name="T5" fmla="*/ 41 h 30"/>
                  <a:gd name="T6" fmla="*/ 28 w 45"/>
                  <a:gd name="T7" fmla="*/ 50 h 30"/>
                  <a:gd name="T8" fmla="*/ 0 w 45"/>
                  <a:gd name="T9" fmla="*/ 5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0">
                    <a:moveTo>
                      <a:pt x="44" y="1"/>
                    </a:moveTo>
                    <a:cubicBezTo>
                      <a:pt x="44" y="1"/>
                      <a:pt x="44" y="0"/>
                      <a:pt x="43" y="1"/>
                    </a:cubicBezTo>
                    <a:cubicBezTo>
                      <a:pt x="41" y="8"/>
                      <a:pt x="45" y="17"/>
                      <a:pt x="38" y="23"/>
                    </a:cubicBezTo>
                    <a:cubicBezTo>
                      <a:pt x="31" y="27"/>
                      <a:pt x="24" y="29"/>
                      <a:pt x="16" y="29"/>
                    </a:cubicBezTo>
                    <a:cubicBezTo>
                      <a:pt x="10" y="29"/>
                      <a:pt x="5" y="29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26" name="Freeform 1604">
                <a:extLst>
                  <a:ext uri="{FF2B5EF4-FFF2-40B4-BE49-F238E27FC236}">
                    <a16:creationId xmlns:a16="http://schemas.microsoft.com/office/drawing/2014/main" id="{3307F47A-8877-4403-A649-4C53BC2CD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869"/>
                <a:ext cx="18" cy="31"/>
              </a:xfrm>
              <a:custGeom>
                <a:avLst/>
                <a:gdLst>
                  <a:gd name="T0" fmla="*/ 0 w 15"/>
                  <a:gd name="T1" fmla="*/ 0 h 26"/>
                  <a:gd name="T2" fmla="*/ 26 w 15"/>
                  <a:gd name="T3" fmla="*/ 24 h 26"/>
                  <a:gd name="T4" fmla="*/ 20 w 15"/>
                  <a:gd name="T5" fmla="*/ 4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9" y="0"/>
                      <a:pt x="15" y="6"/>
                      <a:pt x="15" y="14"/>
                    </a:cubicBezTo>
                    <a:cubicBezTo>
                      <a:pt x="15" y="19"/>
                      <a:pt x="12" y="22"/>
                      <a:pt x="12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27" name="Freeform 1605">
                <a:extLst>
                  <a:ext uri="{FF2B5EF4-FFF2-40B4-BE49-F238E27FC236}">
                    <a16:creationId xmlns:a16="http://schemas.microsoft.com/office/drawing/2014/main" id="{6740D939-4736-473B-B89B-3DA6620A9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840"/>
                <a:ext cx="61" cy="50"/>
              </a:xfrm>
              <a:custGeom>
                <a:avLst/>
                <a:gdLst>
                  <a:gd name="T0" fmla="*/ 44 w 51"/>
                  <a:gd name="T1" fmla="*/ 0 h 42"/>
                  <a:gd name="T2" fmla="*/ 45 w 51"/>
                  <a:gd name="T3" fmla="*/ 64 h 42"/>
                  <a:gd name="T4" fmla="*/ 16 w 51"/>
                  <a:gd name="T5" fmla="*/ 60 h 42"/>
                  <a:gd name="T6" fmla="*/ 1 w 51"/>
                  <a:gd name="T7" fmla="*/ 54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26" y="0"/>
                    </a:moveTo>
                    <a:cubicBezTo>
                      <a:pt x="27" y="8"/>
                      <a:pt x="51" y="42"/>
                      <a:pt x="27" y="38"/>
                    </a:cubicBezTo>
                    <a:cubicBezTo>
                      <a:pt x="21" y="37"/>
                      <a:pt x="16" y="35"/>
                      <a:pt x="9" y="35"/>
                    </a:cubicBezTo>
                    <a:cubicBezTo>
                      <a:pt x="6" y="35"/>
                      <a:pt x="0" y="36"/>
                      <a:pt x="1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28" name="Freeform 1606">
                <a:extLst>
                  <a:ext uri="{FF2B5EF4-FFF2-40B4-BE49-F238E27FC236}">
                    <a16:creationId xmlns:a16="http://schemas.microsoft.com/office/drawing/2014/main" id="{0C66526D-1AF1-47F0-AEE5-5FAB01AE5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813"/>
                <a:ext cx="74" cy="41"/>
              </a:xfrm>
              <a:custGeom>
                <a:avLst/>
                <a:gdLst>
                  <a:gd name="T0" fmla="*/ 0 w 61"/>
                  <a:gd name="T1" fmla="*/ 7 h 34"/>
                  <a:gd name="T2" fmla="*/ 30 w 61"/>
                  <a:gd name="T3" fmla="*/ 48 h 34"/>
                  <a:gd name="T4" fmla="*/ 67 w 61"/>
                  <a:gd name="T5" fmla="*/ 52 h 34"/>
                  <a:gd name="T6" fmla="*/ 95 w 61"/>
                  <a:gd name="T7" fmla="*/ 52 h 34"/>
                  <a:gd name="T8" fmla="*/ 95 w 61"/>
                  <a:gd name="T9" fmla="*/ 8 h 34"/>
                  <a:gd name="T10" fmla="*/ 78 w 61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4">
                    <a:moveTo>
                      <a:pt x="0" y="4"/>
                    </a:moveTo>
                    <a:cubicBezTo>
                      <a:pt x="4" y="15"/>
                      <a:pt x="2" y="26"/>
                      <a:pt x="17" y="27"/>
                    </a:cubicBezTo>
                    <a:cubicBezTo>
                      <a:pt x="24" y="28"/>
                      <a:pt x="30" y="28"/>
                      <a:pt x="37" y="30"/>
                    </a:cubicBezTo>
                    <a:cubicBezTo>
                      <a:pt x="43" y="32"/>
                      <a:pt x="48" y="34"/>
                      <a:pt x="53" y="30"/>
                    </a:cubicBezTo>
                    <a:cubicBezTo>
                      <a:pt x="61" y="23"/>
                      <a:pt x="61" y="12"/>
                      <a:pt x="53" y="5"/>
                    </a:cubicBezTo>
                    <a:cubicBezTo>
                      <a:pt x="51" y="3"/>
                      <a:pt x="47" y="0"/>
                      <a:pt x="4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29" name="Freeform 1607">
                <a:extLst>
                  <a:ext uri="{FF2B5EF4-FFF2-40B4-BE49-F238E27FC236}">
                    <a16:creationId xmlns:a16="http://schemas.microsoft.com/office/drawing/2014/main" id="{CDB91489-CCA4-4379-9C57-5B6E3B0C9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864"/>
                <a:ext cx="69" cy="32"/>
              </a:xfrm>
              <a:custGeom>
                <a:avLst/>
                <a:gdLst>
                  <a:gd name="T0" fmla="*/ 6 w 57"/>
                  <a:gd name="T1" fmla="*/ 45 h 27"/>
                  <a:gd name="T2" fmla="*/ 2 w 57"/>
                  <a:gd name="T3" fmla="*/ 17 h 27"/>
                  <a:gd name="T4" fmla="*/ 46 w 57"/>
                  <a:gd name="T5" fmla="*/ 0 h 27"/>
                  <a:gd name="T6" fmla="*/ 70 w 57"/>
                  <a:gd name="T7" fmla="*/ 6 h 27"/>
                  <a:gd name="T8" fmla="*/ 93 w 57"/>
                  <a:gd name="T9" fmla="*/ 15 h 27"/>
                  <a:gd name="T10" fmla="*/ 102 w 57"/>
                  <a:gd name="T11" fmla="*/ 4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7">
                    <a:moveTo>
                      <a:pt x="3" y="27"/>
                    </a:moveTo>
                    <a:cubicBezTo>
                      <a:pt x="0" y="24"/>
                      <a:pt x="0" y="14"/>
                      <a:pt x="2" y="10"/>
                    </a:cubicBezTo>
                    <a:cubicBezTo>
                      <a:pt x="5" y="3"/>
                      <a:pt x="19" y="1"/>
                      <a:pt x="26" y="0"/>
                    </a:cubicBezTo>
                    <a:cubicBezTo>
                      <a:pt x="32" y="0"/>
                      <a:pt x="35" y="1"/>
                      <a:pt x="40" y="3"/>
                    </a:cubicBezTo>
                    <a:cubicBezTo>
                      <a:pt x="45" y="5"/>
                      <a:pt x="49" y="4"/>
                      <a:pt x="53" y="9"/>
                    </a:cubicBezTo>
                    <a:cubicBezTo>
                      <a:pt x="56" y="14"/>
                      <a:pt x="55" y="21"/>
                      <a:pt x="57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30" name="Freeform 1608">
                <a:extLst>
                  <a:ext uri="{FF2B5EF4-FFF2-40B4-BE49-F238E27FC236}">
                    <a16:creationId xmlns:a16="http://schemas.microsoft.com/office/drawing/2014/main" id="{8B6C74F9-DECA-4004-956D-CF7FF4D9F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813"/>
                <a:ext cx="61" cy="34"/>
              </a:xfrm>
              <a:custGeom>
                <a:avLst/>
                <a:gdLst>
                  <a:gd name="T0" fmla="*/ 2 w 51"/>
                  <a:gd name="T1" fmla="*/ 0 h 28"/>
                  <a:gd name="T2" fmla="*/ 10 w 51"/>
                  <a:gd name="T3" fmla="*/ 40 h 28"/>
                  <a:gd name="T4" fmla="*/ 60 w 51"/>
                  <a:gd name="T5" fmla="*/ 41 h 28"/>
                  <a:gd name="T6" fmla="*/ 87 w 51"/>
                  <a:gd name="T7" fmla="*/ 23 h 28"/>
                  <a:gd name="T8" fmla="*/ 75 w 51"/>
                  <a:gd name="T9" fmla="*/ 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2" y="0"/>
                    </a:moveTo>
                    <a:cubicBezTo>
                      <a:pt x="0" y="5"/>
                      <a:pt x="2" y="18"/>
                      <a:pt x="6" y="22"/>
                    </a:cubicBezTo>
                    <a:cubicBezTo>
                      <a:pt x="11" y="28"/>
                      <a:pt x="28" y="24"/>
                      <a:pt x="35" y="23"/>
                    </a:cubicBezTo>
                    <a:cubicBezTo>
                      <a:pt x="42" y="22"/>
                      <a:pt x="50" y="21"/>
                      <a:pt x="51" y="13"/>
                    </a:cubicBezTo>
                    <a:cubicBezTo>
                      <a:pt x="51" y="9"/>
                      <a:pt x="48" y="3"/>
                      <a:pt x="44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31" name="Freeform 1609">
                <a:extLst>
                  <a:ext uri="{FF2B5EF4-FFF2-40B4-BE49-F238E27FC236}">
                    <a16:creationId xmlns:a16="http://schemas.microsoft.com/office/drawing/2014/main" id="{7B134E6C-08CA-4E49-96F9-C91827624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1842"/>
                <a:ext cx="6" cy="12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1" y="3"/>
                      <a:pt x="2" y="6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32" name="Freeform 1610">
                <a:extLst>
                  <a:ext uri="{FF2B5EF4-FFF2-40B4-BE49-F238E27FC236}">
                    <a16:creationId xmlns:a16="http://schemas.microsoft.com/office/drawing/2014/main" id="{557598C5-AB43-4744-B768-DF50A22BB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846"/>
                <a:ext cx="9" cy="31"/>
              </a:xfrm>
              <a:custGeom>
                <a:avLst/>
                <a:gdLst>
                  <a:gd name="T0" fmla="*/ 1 w 7"/>
                  <a:gd name="T1" fmla="*/ 0 h 26"/>
                  <a:gd name="T2" fmla="*/ 13 w 7"/>
                  <a:gd name="T3" fmla="*/ 25 h 26"/>
                  <a:gd name="T4" fmla="*/ 0 w 7"/>
                  <a:gd name="T5" fmla="*/ 3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1" y="0"/>
                    </a:moveTo>
                    <a:cubicBezTo>
                      <a:pt x="7" y="0"/>
                      <a:pt x="6" y="11"/>
                      <a:pt x="6" y="15"/>
                    </a:cubicBezTo>
                    <a:cubicBezTo>
                      <a:pt x="6" y="18"/>
                      <a:pt x="4" y="26"/>
                      <a:pt x="0" y="2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33" name="Freeform 1611">
                <a:extLst>
                  <a:ext uri="{FF2B5EF4-FFF2-40B4-BE49-F238E27FC236}">
                    <a16:creationId xmlns:a16="http://schemas.microsoft.com/office/drawing/2014/main" id="{C3977C6F-E4E4-4935-8AA6-75F1FF88F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835"/>
                <a:ext cx="67" cy="37"/>
              </a:xfrm>
              <a:custGeom>
                <a:avLst/>
                <a:gdLst>
                  <a:gd name="T0" fmla="*/ 84 w 55"/>
                  <a:gd name="T1" fmla="*/ 0 h 31"/>
                  <a:gd name="T2" fmla="*/ 97 w 55"/>
                  <a:gd name="T3" fmla="*/ 12 h 31"/>
                  <a:gd name="T4" fmla="*/ 96 w 55"/>
                  <a:gd name="T5" fmla="*/ 36 h 31"/>
                  <a:gd name="T6" fmla="*/ 86 w 55"/>
                  <a:gd name="T7" fmla="*/ 44 h 31"/>
                  <a:gd name="T8" fmla="*/ 60 w 55"/>
                  <a:gd name="T9" fmla="*/ 50 h 31"/>
                  <a:gd name="T10" fmla="*/ 22 w 55"/>
                  <a:gd name="T11" fmla="*/ 51 h 31"/>
                  <a:gd name="T12" fmla="*/ 0 w 55"/>
                  <a:gd name="T13" fmla="*/ 47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1">
                    <a:moveTo>
                      <a:pt x="47" y="0"/>
                    </a:moveTo>
                    <a:cubicBezTo>
                      <a:pt x="49" y="3"/>
                      <a:pt x="52" y="3"/>
                      <a:pt x="54" y="7"/>
                    </a:cubicBezTo>
                    <a:cubicBezTo>
                      <a:pt x="55" y="10"/>
                      <a:pt x="53" y="18"/>
                      <a:pt x="53" y="21"/>
                    </a:cubicBezTo>
                    <a:cubicBezTo>
                      <a:pt x="52" y="26"/>
                      <a:pt x="53" y="24"/>
                      <a:pt x="48" y="26"/>
                    </a:cubicBezTo>
                    <a:cubicBezTo>
                      <a:pt x="43" y="29"/>
                      <a:pt x="38" y="29"/>
                      <a:pt x="33" y="29"/>
                    </a:cubicBezTo>
                    <a:cubicBezTo>
                      <a:pt x="26" y="30"/>
                      <a:pt x="19" y="29"/>
                      <a:pt x="12" y="30"/>
                    </a:cubicBezTo>
                    <a:cubicBezTo>
                      <a:pt x="8" y="30"/>
                      <a:pt x="2" y="31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34" name="Freeform 1612">
                <a:extLst>
                  <a:ext uri="{FF2B5EF4-FFF2-40B4-BE49-F238E27FC236}">
                    <a16:creationId xmlns:a16="http://schemas.microsoft.com/office/drawing/2014/main" id="{310F7E44-5963-4F38-AFD4-6BCEE79B2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841"/>
                <a:ext cx="6" cy="7"/>
              </a:xfrm>
              <a:custGeom>
                <a:avLst/>
                <a:gdLst>
                  <a:gd name="T0" fmla="*/ 8 w 5"/>
                  <a:gd name="T1" fmla="*/ 0 h 6"/>
                  <a:gd name="T2" fmla="*/ 0 w 5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35" name="Freeform 1613">
                <a:extLst>
                  <a:ext uri="{FF2B5EF4-FFF2-40B4-BE49-F238E27FC236}">
                    <a16:creationId xmlns:a16="http://schemas.microsoft.com/office/drawing/2014/main" id="{ABE1E281-5E15-4E9A-8528-6AF53E892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866"/>
                <a:ext cx="10" cy="32"/>
              </a:xfrm>
              <a:custGeom>
                <a:avLst/>
                <a:gdLst>
                  <a:gd name="T0" fmla="*/ 0 w 8"/>
                  <a:gd name="T1" fmla="*/ 2 h 26"/>
                  <a:gd name="T2" fmla="*/ 10 w 8"/>
                  <a:gd name="T3" fmla="*/ 6 h 26"/>
                  <a:gd name="T4" fmla="*/ 14 w 8"/>
                  <a:gd name="T5" fmla="*/ 27 h 26"/>
                  <a:gd name="T6" fmla="*/ 8 w 8"/>
                  <a:gd name="T7" fmla="*/ 4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6">
                    <a:moveTo>
                      <a:pt x="0" y="2"/>
                    </a:moveTo>
                    <a:cubicBezTo>
                      <a:pt x="1" y="0"/>
                      <a:pt x="3" y="1"/>
                      <a:pt x="5" y="3"/>
                    </a:cubicBezTo>
                    <a:cubicBezTo>
                      <a:pt x="8" y="6"/>
                      <a:pt x="7" y="10"/>
                      <a:pt x="7" y="15"/>
                    </a:cubicBezTo>
                    <a:cubicBezTo>
                      <a:pt x="6" y="18"/>
                      <a:pt x="8" y="25"/>
                      <a:pt x="4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36" name="Freeform 1614">
                <a:extLst>
                  <a:ext uri="{FF2B5EF4-FFF2-40B4-BE49-F238E27FC236}">
                    <a16:creationId xmlns:a16="http://schemas.microsoft.com/office/drawing/2014/main" id="{A93DF410-3FF4-4E16-8079-82014D92D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1814"/>
                <a:ext cx="72" cy="34"/>
              </a:xfrm>
              <a:custGeom>
                <a:avLst/>
                <a:gdLst>
                  <a:gd name="T0" fmla="*/ 0 w 60"/>
                  <a:gd name="T1" fmla="*/ 41 h 28"/>
                  <a:gd name="T2" fmla="*/ 19 w 60"/>
                  <a:gd name="T3" fmla="*/ 50 h 28"/>
                  <a:gd name="T4" fmla="*/ 49 w 60"/>
                  <a:gd name="T5" fmla="*/ 41 h 28"/>
                  <a:gd name="T6" fmla="*/ 96 w 60"/>
                  <a:gd name="T7" fmla="*/ 40 h 28"/>
                  <a:gd name="T8" fmla="*/ 98 w 60"/>
                  <a:gd name="T9" fmla="*/ 9 h 28"/>
                  <a:gd name="T10" fmla="*/ 86 w 6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3" y="25"/>
                      <a:pt x="6" y="28"/>
                      <a:pt x="11" y="28"/>
                    </a:cubicBezTo>
                    <a:cubicBezTo>
                      <a:pt x="17" y="28"/>
                      <a:pt x="22" y="24"/>
                      <a:pt x="28" y="23"/>
                    </a:cubicBezTo>
                    <a:cubicBezTo>
                      <a:pt x="34" y="23"/>
                      <a:pt x="51" y="27"/>
                      <a:pt x="56" y="22"/>
                    </a:cubicBezTo>
                    <a:cubicBezTo>
                      <a:pt x="60" y="18"/>
                      <a:pt x="58" y="10"/>
                      <a:pt x="57" y="5"/>
                    </a:cubicBezTo>
                    <a:cubicBezTo>
                      <a:pt x="55" y="1"/>
                      <a:pt x="55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37" name="Freeform 1615">
                <a:extLst>
                  <a:ext uri="{FF2B5EF4-FFF2-40B4-BE49-F238E27FC236}">
                    <a16:creationId xmlns:a16="http://schemas.microsoft.com/office/drawing/2014/main" id="{BA018C82-3B8C-470C-9435-4CB634E77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66"/>
                <a:ext cx="65" cy="32"/>
              </a:xfrm>
              <a:custGeom>
                <a:avLst/>
                <a:gdLst>
                  <a:gd name="T0" fmla="*/ 0 w 54"/>
                  <a:gd name="T1" fmla="*/ 15 h 26"/>
                  <a:gd name="T2" fmla="*/ 36 w 54"/>
                  <a:gd name="T3" fmla="*/ 1 h 26"/>
                  <a:gd name="T4" fmla="*/ 78 w 54"/>
                  <a:gd name="T5" fmla="*/ 9 h 26"/>
                  <a:gd name="T6" fmla="*/ 87 w 54"/>
                  <a:gd name="T7" fmla="*/ 4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0" y="8"/>
                    </a:moveTo>
                    <a:cubicBezTo>
                      <a:pt x="1" y="2"/>
                      <a:pt x="16" y="1"/>
                      <a:pt x="21" y="1"/>
                    </a:cubicBezTo>
                    <a:cubicBezTo>
                      <a:pt x="28" y="0"/>
                      <a:pt x="39" y="1"/>
                      <a:pt x="45" y="5"/>
                    </a:cubicBezTo>
                    <a:cubicBezTo>
                      <a:pt x="51" y="9"/>
                      <a:pt x="54" y="21"/>
                      <a:pt x="50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38" name="Freeform 1616">
                <a:extLst>
                  <a:ext uri="{FF2B5EF4-FFF2-40B4-BE49-F238E27FC236}">
                    <a16:creationId xmlns:a16="http://schemas.microsoft.com/office/drawing/2014/main" id="{819948E7-C2FA-4EB8-9858-490013AB6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838"/>
                <a:ext cx="15" cy="43"/>
              </a:xfrm>
              <a:custGeom>
                <a:avLst/>
                <a:gdLst>
                  <a:gd name="T0" fmla="*/ 9 w 13"/>
                  <a:gd name="T1" fmla="*/ 0 h 35"/>
                  <a:gd name="T2" fmla="*/ 12 w 13"/>
                  <a:gd name="T3" fmla="*/ 41 h 35"/>
                  <a:gd name="T4" fmla="*/ 0 w 13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5">
                    <a:moveTo>
                      <a:pt x="6" y="0"/>
                    </a:moveTo>
                    <a:cubicBezTo>
                      <a:pt x="13" y="3"/>
                      <a:pt x="9" y="16"/>
                      <a:pt x="8" y="22"/>
                    </a:cubicBezTo>
                    <a:cubicBezTo>
                      <a:pt x="8" y="28"/>
                      <a:pt x="7" y="35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39" name="Freeform 1617">
                <a:extLst>
                  <a:ext uri="{FF2B5EF4-FFF2-40B4-BE49-F238E27FC236}">
                    <a16:creationId xmlns:a16="http://schemas.microsoft.com/office/drawing/2014/main" id="{91F22B4D-B83D-4C0B-A2FF-3C677902C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849"/>
                <a:ext cx="61" cy="47"/>
              </a:xfrm>
              <a:custGeom>
                <a:avLst/>
                <a:gdLst>
                  <a:gd name="T0" fmla="*/ 73 w 51"/>
                  <a:gd name="T1" fmla="*/ 69 h 39"/>
                  <a:gd name="T2" fmla="*/ 81 w 51"/>
                  <a:gd name="T3" fmla="*/ 41 h 39"/>
                  <a:gd name="T4" fmla="*/ 78 w 51"/>
                  <a:gd name="T5" fmla="*/ 8 h 39"/>
                  <a:gd name="T6" fmla="*/ 45 w 51"/>
                  <a:gd name="T7" fmla="*/ 10 h 39"/>
                  <a:gd name="T8" fmla="*/ 16 w 51"/>
                  <a:gd name="T9" fmla="*/ 7 h 39"/>
                  <a:gd name="T10" fmla="*/ 0 w 51"/>
                  <a:gd name="T11" fmla="*/ 6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43" y="39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8" y="18"/>
                      <a:pt x="49" y="9"/>
                      <a:pt x="45" y="5"/>
                    </a:cubicBezTo>
                    <a:cubicBezTo>
                      <a:pt x="41" y="0"/>
                      <a:pt x="32" y="6"/>
                      <a:pt x="27" y="6"/>
                    </a:cubicBezTo>
                    <a:cubicBezTo>
                      <a:pt x="20" y="7"/>
                      <a:pt x="15" y="6"/>
                      <a:pt x="9" y="4"/>
                    </a:cubicBezTo>
                    <a:cubicBezTo>
                      <a:pt x="7" y="4"/>
                      <a:pt x="1" y="5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40" name="Freeform 1618">
                <a:extLst>
                  <a:ext uri="{FF2B5EF4-FFF2-40B4-BE49-F238E27FC236}">
                    <a16:creationId xmlns:a16="http://schemas.microsoft.com/office/drawing/2014/main" id="{4229D37D-5005-47A8-A036-3BC51BAAD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813"/>
                <a:ext cx="13" cy="41"/>
              </a:xfrm>
              <a:custGeom>
                <a:avLst/>
                <a:gdLst>
                  <a:gd name="T0" fmla="*/ 13 w 11"/>
                  <a:gd name="T1" fmla="*/ 0 h 34"/>
                  <a:gd name="T2" fmla="*/ 8 w 11"/>
                  <a:gd name="T3" fmla="*/ 45 h 34"/>
                  <a:gd name="T4" fmla="*/ 0 w 11"/>
                  <a:gd name="T5" fmla="*/ 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8" y="0"/>
                    </a:moveTo>
                    <a:cubicBezTo>
                      <a:pt x="9" y="9"/>
                      <a:pt x="11" y="19"/>
                      <a:pt x="5" y="26"/>
                    </a:cubicBezTo>
                    <a:cubicBezTo>
                      <a:pt x="3" y="29"/>
                      <a:pt x="1" y="30"/>
                      <a:pt x="0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41" name="Freeform 1619">
                <a:extLst>
                  <a:ext uri="{FF2B5EF4-FFF2-40B4-BE49-F238E27FC236}">
                    <a16:creationId xmlns:a16="http://schemas.microsoft.com/office/drawing/2014/main" id="{27D79443-2DC7-4270-89DC-29E531905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1829"/>
                <a:ext cx="26" cy="18"/>
              </a:xfrm>
              <a:custGeom>
                <a:avLst/>
                <a:gdLst>
                  <a:gd name="T0" fmla="*/ 2 w 22"/>
                  <a:gd name="T1" fmla="*/ 0 h 15"/>
                  <a:gd name="T2" fmla="*/ 0 w 22"/>
                  <a:gd name="T3" fmla="*/ 17 h 15"/>
                  <a:gd name="T4" fmla="*/ 15 w 22"/>
                  <a:gd name="T5" fmla="*/ 24 h 15"/>
                  <a:gd name="T6" fmla="*/ 30 w 22"/>
                  <a:gd name="T7" fmla="*/ 26 h 15"/>
                  <a:gd name="T8" fmla="*/ 37 w 22"/>
                  <a:gd name="T9" fmla="*/ 2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2" y="0"/>
                    </a:moveTo>
                    <a:cubicBezTo>
                      <a:pt x="0" y="1"/>
                      <a:pt x="0" y="7"/>
                      <a:pt x="0" y="10"/>
                    </a:cubicBezTo>
                    <a:cubicBezTo>
                      <a:pt x="1" y="14"/>
                      <a:pt x="5" y="14"/>
                      <a:pt x="9" y="14"/>
                    </a:cubicBezTo>
                    <a:cubicBezTo>
                      <a:pt x="11" y="14"/>
                      <a:pt x="15" y="15"/>
                      <a:pt x="18" y="15"/>
                    </a:cubicBezTo>
                    <a:cubicBezTo>
                      <a:pt x="19" y="14"/>
                      <a:pt x="20" y="13"/>
                      <a:pt x="22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42" name="Freeform 1620">
                <a:extLst>
                  <a:ext uri="{FF2B5EF4-FFF2-40B4-BE49-F238E27FC236}">
                    <a16:creationId xmlns:a16="http://schemas.microsoft.com/office/drawing/2014/main" id="{08F836E5-336B-4DF1-96D1-40A025303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843"/>
                <a:ext cx="17" cy="15"/>
              </a:xfrm>
              <a:custGeom>
                <a:avLst/>
                <a:gdLst>
                  <a:gd name="T0" fmla="*/ 25 w 14"/>
                  <a:gd name="T1" fmla="*/ 6 h 12"/>
                  <a:gd name="T2" fmla="*/ 2 w 14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3"/>
                    </a:moveTo>
                    <a:cubicBezTo>
                      <a:pt x="10" y="0"/>
                      <a:pt x="0" y="7"/>
                      <a:pt x="2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43" name="Oval 1621">
                <a:extLst>
                  <a:ext uri="{FF2B5EF4-FFF2-40B4-BE49-F238E27FC236}">
                    <a16:creationId xmlns:a16="http://schemas.microsoft.com/office/drawing/2014/main" id="{8FF56F91-6427-4700-A09E-33A059496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102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44" name="Oval 1622">
                <a:extLst>
                  <a:ext uri="{FF2B5EF4-FFF2-40B4-BE49-F238E27FC236}">
                    <a16:creationId xmlns:a16="http://schemas.microsoft.com/office/drawing/2014/main" id="{0F6DF131-CE74-47D7-8070-9282F3EE8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1940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45" name="Oval 1623">
                <a:extLst>
                  <a:ext uri="{FF2B5EF4-FFF2-40B4-BE49-F238E27FC236}">
                    <a16:creationId xmlns:a16="http://schemas.microsoft.com/office/drawing/2014/main" id="{58225DDC-0BE3-4ADE-A1FE-6DA8BA7F5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1" y="195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46" name="Oval 1624">
                <a:extLst>
                  <a:ext uri="{FF2B5EF4-FFF2-40B4-BE49-F238E27FC236}">
                    <a16:creationId xmlns:a16="http://schemas.microsoft.com/office/drawing/2014/main" id="{A6E6F546-7B6D-4C5B-AEEE-078EE6EC0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" y="1919"/>
                <a:ext cx="28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47" name="Oval 1625">
                <a:extLst>
                  <a:ext uri="{FF2B5EF4-FFF2-40B4-BE49-F238E27FC236}">
                    <a16:creationId xmlns:a16="http://schemas.microsoft.com/office/drawing/2014/main" id="{B2518404-4AA1-4904-BBC6-A9F2B93DC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941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48" name="Oval 1626">
                <a:extLst>
                  <a:ext uri="{FF2B5EF4-FFF2-40B4-BE49-F238E27FC236}">
                    <a16:creationId xmlns:a16="http://schemas.microsoft.com/office/drawing/2014/main" id="{43FCB79B-48C5-4C76-B01E-C3790EBE4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1930"/>
                <a:ext cx="27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49" name="Oval 1627">
                <a:extLst>
                  <a:ext uri="{FF2B5EF4-FFF2-40B4-BE49-F238E27FC236}">
                    <a16:creationId xmlns:a16="http://schemas.microsoft.com/office/drawing/2014/main" id="{D292944C-B343-4EF0-B6B2-6375B137A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1906"/>
                <a:ext cx="27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50" name="Oval 1628">
                <a:extLst>
                  <a:ext uri="{FF2B5EF4-FFF2-40B4-BE49-F238E27FC236}">
                    <a16:creationId xmlns:a16="http://schemas.microsoft.com/office/drawing/2014/main" id="{CA998782-7E6E-43AA-9477-A442BB371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1925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51" name="Oval 1629">
                <a:extLst>
                  <a:ext uri="{FF2B5EF4-FFF2-40B4-BE49-F238E27FC236}">
                    <a16:creationId xmlns:a16="http://schemas.microsoft.com/office/drawing/2014/main" id="{2F2558E5-4FD2-45B6-8564-952D3D347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0" y="1948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52" name="Oval 1630">
                <a:extLst>
                  <a:ext uri="{FF2B5EF4-FFF2-40B4-BE49-F238E27FC236}">
                    <a16:creationId xmlns:a16="http://schemas.microsoft.com/office/drawing/2014/main" id="{EE209A4E-2F42-49BD-93F2-AEDB4BCEE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1922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53" name="Oval 1631">
                <a:extLst>
                  <a:ext uri="{FF2B5EF4-FFF2-40B4-BE49-F238E27FC236}">
                    <a16:creationId xmlns:a16="http://schemas.microsoft.com/office/drawing/2014/main" id="{BE849516-FB22-4D63-B16C-565E3173D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1910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54" name="Oval 1632">
                <a:extLst>
                  <a:ext uri="{FF2B5EF4-FFF2-40B4-BE49-F238E27FC236}">
                    <a16:creationId xmlns:a16="http://schemas.microsoft.com/office/drawing/2014/main" id="{AE9B34C2-0027-496F-B26B-E5311F2C1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1942"/>
                <a:ext cx="28" cy="14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55" name="Freeform 1633">
                <a:extLst>
                  <a:ext uri="{FF2B5EF4-FFF2-40B4-BE49-F238E27FC236}">
                    <a16:creationId xmlns:a16="http://schemas.microsoft.com/office/drawing/2014/main" id="{C1322E56-9EBD-4696-8734-B3CA8E0E6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905"/>
                <a:ext cx="29" cy="16"/>
              </a:xfrm>
              <a:custGeom>
                <a:avLst/>
                <a:gdLst>
                  <a:gd name="T0" fmla="*/ 41 w 24"/>
                  <a:gd name="T1" fmla="*/ 7 h 13"/>
                  <a:gd name="T2" fmla="*/ 23 w 24"/>
                  <a:gd name="T3" fmla="*/ 21 h 13"/>
                  <a:gd name="T4" fmla="*/ 1 w 24"/>
                  <a:gd name="T5" fmla="*/ 17 h 13"/>
                  <a:gd name="T6" fmla="*/ 19 w 24"/>
                  <a:gd name="T7" fmla="*/ 1 h 13"/>
                  <a:gd name="T8" fmla="*/ 41 w 24"/>
                  <a:gd name="T9" fmla="*/ 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23" y="4"/>
                    </a:moveTo>
                    <a:cubicBezTo>
                      <a:pt x="24" y="6"/>
                      <a:pt x="20" y="10"/>
                      <a:pt x="13" y="11"/>
                    </a:cubicBezTo>
                    <a:cubicBezTo>
                      <a:pt x="7" y="13"/>
                      <a:pt x="2" y="12"/>
                      <a:pt x="1" y="9"/>
                    </a:cubicBezTo>
                    <a:cubicBezTo>
                      <a:pt x="0" y="6"/>
                      <a:pt x="5" y="3"/>
                      <a:pt x="11" y="1"/>
                    </a:cubicBezTo>
                    <a:cubicBezTo>
                      <a:pt x="17" y="0"/>
                      <a:pt x="23" y="1"/>
                      <a:pt x="23" y="4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56" name="Freeform 1634">
                <a:extLst>
                  <a:ext uri="{FF2B5EF4-FFF2-40B4-BE49-F238E27FC236}">
                    <a16:creationId xmlns:a16="http://schemas.microsoft.com/office/drawing/2014/main" id="{9E9BB662-00E9-43AB-8F1F-6BE035842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1794"/>
                <a:ext cx="25" cy="23"/>
              </a:xfrm>
              <a:custGeom>
                <a:avLst/>
                <a:gdLst>
                  <a:gd name="T0" fmla="*/ 32 w 21"/>
                  <a:gd name="T1" fmla="*/ 2 h 19"/>
                  <a:gd name="T2" fmla="*/ 24 w 21"/>
                  <a:gd name="T3" fmla="*/ 23 h 19"/>
                  <a:gd name="T4" fmla="*/ 2 w 21"/>
                  <a:gd name="T5" fmla="*/ 30 h 19"/>
                  <a:gd name="T6" fmla="*/ 12 w 21"/>
                  <a:gd name="T7" fmla="*/ 8 h 19"/>
                  <a:gd name="T8" fmla="*/ 32 w 21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19" y="2"/>
                    </a:moveTo>
                    <a:cubicBezTo>
                      <a:pt x="21" y="4"/>
                      <a:pt x="19" y="9"/>
                      <a:pt x="14" y="13"/>
                    </a:cubicBezTo>
                    <a:cubicBezTo>
                      <a:pt x="9" y="17"/>
                      <a:pt x="4" y="19"/>
                      <a:pt x="2" y="17"/>
                    </a:cubicBezTo>
                    <a:cubicBezTo>
                      <a:pt x="0" y="15"/>
                      <a:pt x="2" y="10"/>
                      <a:pt x="7" y="5"/>
                    </a:cubicBezTo>
                    <a:cubicBezTo>
                      <a:pt x="12" y="1"/>
                      <a:pt x="17" y="0"/>
                      <a:pt x="19" y="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57" name="Freeform 1635">
                <a:extLst>
                  <a:ext uri="{FF2B5EF4-FFF2-40B4-BE49-F238E27FC236}">
                    <a16:creationId xmlns:a16="http://schemas.microsoft.com/office/drawing/2014/main" id="{7636090C-1D5E-444E-8EB5-9E7586A0D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1606"/>
                <a:ext cx="19" cy="28"/>
              </a:xfrm>
              <a:custGeom>
                <a:avLst/>
                <a:gdLst>
                  <a:gd name="T0" fmla="*/ 21 w 16"/>
                  <a:gd name="T1" fmla="*/ 1 h 23"/>
                  <a:gd name="T2" fmla="*/ 20 w 16"/>
                  <a:gd name="T3" fmla="*/ 26 h 23"/>
                  <a:gd name="T4" fmla="*/ 6 w 16"/>
                  <a:gd name="T5" fmla="*/ 39 h 23"/>
                  <a:gd name="T6" fmla="*/ 6 w 16"/>
                  <a:gd name="T7" fmla="*/ 16 h 23"/>
                  <a:gd name="T8" fmla="*/ 21 w 16"/>
                  <a:gd name="T9" fmla="*/ 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3" y="1"/>
                    </a:moveTo>
                    <a:cubicBezTo>
                      <a:pt x="16" y="2"/>
                      <a:pt x="15" y="8"/>
                      <a:pt x="12" y="14"/>
                    </a:cubicBezTo>
                    <a:cubicBezTo>
                      <a:pt x="10" y="19"/>
                      <a:pt x="5" y="23"/>
                      <a:pt x="3" y="21"/>
                    </a:cubicBezTo>
                    <a:cubicBezTo>
                      <a:pt x="0" y="20"/>
                      <a:pt x="0" y="15"/>
                      <a:pt x="3" y="9"/>
                    </a:cubicBezTo>
                    <a:cubicBezTo>
                      <a:pt x="6" y="3"/>
                      <a:pt x="10" y="0"/>
                      <a:pt x="13" y="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58" name="Freeform 1636">
                <a:extLst>
                  <a:ext uri="{FF2B5EF4-FFF2-40B4-BE49-F238E27FC236}">
                    <a16:creationId xmlns:a16="http://schemas.microsoft.com/office/drawing/2014/main" id="{8296462B-FFFC-405B-9A37-AA0B16BCB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299"/>
                <a:ext cx="19" cy="28"/>
              </a:xfrm>
              <a:custGeom>
                <a:avLst/>
                <a:gdLst>
                  <a:gd name="T0" fmla="*/ 24 w 16"/>
                  <a:gd name="T1" fmla="*/ 39 h 23"/>
                  <a:gd name="T2" fmla="*/ 7 w 16"/>
                  <a:gd name="T3" fmla="*/ 26 h 23"/>
                  <a:gd name="T4" fmla="*/ 6 w 16"/>
                  <a:gd name="T5" fmla="*/ 1 h 23"/>
                  <a:gd name="T6" fmla="*/ 21 w 16"/>
                  <a:gd name="T7" fmla="*/ 16 h 23"/>
                  <a:gd name="T8" fmla="*/ 24 w 16"/>
                  <a:gd name="T9" fmla="*/ 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4" y="21"/>
                    </a:moveTo>
                    <a:cubicBezTo>
                      <a:pt x="11" y="23"/>
                      <a:pt x="7" y="19"/>
                      <a:pt x="4" y="14"/>
                    </a:cubicBezTo>
                    <a:cubicBezTo>
                      <a:pt x="1" y="8"/>
                      <a:pt x="0" y="2"/>
                      <a:pt x="3" y="1"/>
                    </a:cubicBezTo>
                    <a:cubicBezTo>
                      <a:pt x="5" y="0"/>
                      <a:pt x="10" y="3"/>
                      <a:pt x="13" y="9"/>
                    </a:cubicBezTo>
                    <a:cubicBezTo>
                      <a:pt x="16" y="14"/>
                      <a:pt x="16" y="20"/>
                      <a:pt x="14" y="2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59" name="Freeform 1637">
                <a:extLst>
                  <a:ext uri="{FF2B5EF4-FFF2-40B4-BE49-F238E27FC236}">
                    <a16:creationId xmlns:a16="http://schemas.microsoft.com/office/drawing/2014/main" id="{13F0D5FF-BB7D-48E3-ABBF-946A3660B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1167"/>
                <a:ext cx="19" cy="28"/>
              </a:xfrm>
              <a:custGeom>
                <a:avLst/>
                <a:gdLst>
                  <a:gd name="T0" fmla="*/ 24 w 16"/>
                  <a:gd name="T1" fmla="*/ 39 h 23"/>
                  <a:gd name="T2" fmla="*/ 7 w 16"/>
                  <a:gd name="T3" fmla="*/ 26 h 23"/>
                  <a:gd name="T4" fmla="*/ 6 w 16"/>
                  <a:gd name="T5" fmla="*/ 1 h 23"/>
                  <a:gd name="T6" fmla="*/ 21 w 16"/>
                  <a:gd name="T7" fmla="*/ 16 h 23"/>
                  <a:gd name="T8" fmla="*/ 24 w 16"/>
                  <a:gd name="T9" fmla="*/ 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4" y="21"/>
                    </a:moveTo>
                    <a:cubicBezTo>
                      <a:pt x="11" y="23"/>
                      <a:pt x="7" y="19"/>
                      <a:pt x="4" y="14"/>
                    </a:cubicBezTo>
                    <a:cubicBezTo>
                      <a:pt x="1" y="8"/>
                      <a:pt x="0" y="3"/>
                      <a:pt x="3" y="1"/>
                    </a:cubicBezTo>
                    <a:cubicBezTo>
                      <a:pt x="5" y="0"/>
                      <a:pt x="10" y="3"/>
                      <a:pt x="13" y="9"/>
                    </a:cubicBezTo>
                    <a:cubicBezTo>
                      <a:pt x="16" y="14"/>
                      <a:pt x="16" y="20"/>
                      <a:pt x="14" y="2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60" name="Freeform 1638">
                <a:extLst>
                  <a:ext uri="{FF2B5EF4-FFF2-40B4-BE49-F238E27FC236}">
                    <a16:creationId xmlns:a16="http://schemas.microsoft.com/office/drawing/2014/main" id="{800B1300-780D-401F-B524-2DC676EFC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060"/>
                <a:ext cx="19" cy="28"/>
              </a:xfrm>
              <a:custGeom>
                <a:avLst/>
                <a:gdLst>
                  <a:gd name="T0" fmla="*/ 21 w 16"/>
                  <a:gd name="T1" fmla="*/ 40 h 23"/>
                  <a:gd name="T2" fmla="*/ 6 w 16"/>
                  <a:gd name="T3" fmla="*/ 26 h 23"/>
                  <a:gd name="T4" fmla="*/ 2 w 16"/>
                  <a:gd name="T5" fmla="*/ 2 h 23"/>
                  <a:gd name="T6" fmla="*/ 20 w 16"/>
                  <a:gd name="T7" fmla="*/ 16 h 23"/>
                  <a:gd name="T8" fmla="*/ 21 w 16"/>
                  <a:gd name="T9" fmla="*/ 4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3" y="22"/>
                    </a:moveTo>
                    <a:cubicBezTo>
                      <a:pt x="11" y="23"/>
                      <a:pt x="6" y="20"/>
                      <a:pt x="3" y="14"/>
                    </a:cubicBezTo>
                    <a:cubicBezTo>
                      <a:pt x="0" y="9"/>
                      <a:pt x="0" y="3"/>
                      <a:pt x="2" y="2"/>
                    </a:cubicBezTo>
                    <a:cubicBezTo>
                      <a:pt x="5" y="0"/>
                      <a:pt x="9" y="4"/>
                      <a:pt x="12" y="9"/>
                    </a:cubicBezTo>
                    <a:cubicBezTo>
                      <a:pt x="16" y="15"/>
                      <a:pt x="16" y="20"/>
                      <a:pt x="13" y="2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61" name="Oval 1639">
                <a:extLst>
                  <a:ext uri="{FF2B5EF4-FFF2-40B4-BE49-F238E27FC236}">
                    <a16:creationId xmlns:a16="http://schemas.microsoft.com/office/drawing/2014/main" id="{44719636-05C5-47A4-ADF3-967713290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052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62" name="Oval 1640">
                <a:extLst>
                  <a:ext uri="{FF2B5EF4-FFF2-40B4-BE49-F238E27FC236}">
                    <a16:creationId xmlns:a16="http://schemas.microsoft.com/office/drawing/2014/main" id="{0766F89F-6E83-42C7-A6FC-F31F8A0C5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8" y="1024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63" name="Oval 1641">
                <a:extLst>
                  <a:ext uri="{FF2B5EF4-FFF2-40B4-BE49-F238E27FC236}">
                    <a16:creationId xmlns:a16="http://schemas.microsoft.com/office/drawing/2014/main" id="{D6C17435-E9D2-4988-A6EC-633F40F7E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60"/>
                <a:ext cx="28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64" name="Oval 1642">
                <a:extLst>
                  <a:ext uri="{FF2B5EF4-FFF2-40B4-BE49-F238E27FC236}">
                    <a16:creationId xmlns:a16="http://schemas.microsoft.com/office/drawing/2014/main" id="{9B7742A7-BD0E-4E39-AB73-E482C1DD6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0" y="1021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65" name="Oval 1643">
                <a:extLst>
                  <a:ext uri="{FF2B5EF4-FFF2-40B4-BE49-F238E27FC236}">
                    <a16:creationId xmlns:a16="http://schemas.microsoft.com/office/drawing/2014/main" id="{650AE70B-12DB-49DE-9385-5264E1F25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1062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66" name="Oval 1644">
                <a:extLst>
                  <a:ext uri="{FF2B5EF4-FFF2-40B4-BE49-F238E27FC236}">
                    <a16:creationId xmlns:a16="http://schemas.microsoft.com/office/drawing/2014/main" id="{003C668F-AE76-4687-9B6F-96025E7B8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1036"/>
                <a:ext cx="27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67" name="Oval 1645">
                <a:extLst>
                  <a:ext uri="{FF2B5EF4-FFF2-40B4-BE49-F238E27FC236}">
                    <a16:creationId xmlns:a16="http://schemas.microsoft.com/office/drawing/2014/main" id="{2F5C37ED-5639-4FD2-81EE-B54BE00A6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0" y="105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68" name="Oval 1646">
                <a:extLst>
                  <a:ext uri="{FF2B5EF4-FFF2-40B4-BE49-F238E27FC236}">
                    <a16:creationId xmlns:a16="http://schemas.microsoft.com/office/drawing/2014/main" id="{367946D8-0C53-43A2-9221-12B58D5F0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5" y="101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69" name="Oval 1647">
                <a:extLst>
                  <a:ext uri="{FF2B5EF4-FFF2-40B4-BE49-F238E27FC236}">
                    <a16:creationId xmlns:a16="http://schemas.microsoft.com/office/drawing/2014/main" id="{F779375D-3E59-4A9B-AE93-83E782E90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1029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70" name="Oval 1648">
                <a:extLst>
                  <a:ext uri="{FF2B5EF4-FFF2-40B4-BE49-F238E27FC236}">
                    <a16:creationId xmlns:a16="http://schemas.microsoft.com/office/drawing/2014/main" id="{8475918B-182D-472C-B718-85DB15A2A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1057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71" name="Oval 1649">
                <a:extLst>
                  <a:ext uri="{FF2B5EF4-FFF2-40B4-BE49-F238E27FC236}">
                    <a16:creationId xmlns:a16="http://schemas.microsoft.com/office/drawing/2014/main" id="{8B3C8620-93EE-4FD2-B713-A989B53C8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8" y="1045"/>
                <a:ext cx="28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72" name="Rectangle 1650">
                <a:extLst>
                  <a:ext uri="{FF2B5EF4-FFF2-40B4-BE49-F238E27FC236}">
                    <a16:creationId xmlns:a16="http://schemas.microsoft.com/office/drawing/2014/main" id="{A0311D1B-EC4D-4406-B308-512587BE2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810"/>
                <a:ext cx="844" cy="89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73" name="Rectangle 1651">
                <a:extLst>
                  <a:ext uri="{FF2B5EF4-FFF2-40B4-BE49-F238E27FC236}">
                    <a16:creationId xmlns:a16="http://schemas.microsoft.com/office/drawing/2014/main" id="{1F3750A3-8057-426D-A639-F426F3A48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083"/>
                <a:ext cx="844" cy="88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74" name="Rectangle 1652">
                <a:extLst>
                  <a:ext uri="{FF2B5EF4-FFF2-40B4-BE49-F238E27FC236}">
                    <a16:creationId xmlns:a16="http://schemas.microsoft.com/office/drawing/2014/main" id="{B170ADAD-2EE5-40B6-836E-1FEB1FF61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011"/>
                <a:ext cx="844" cy="160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75" name="Rectangle 1653">
                <a:extLst>
                  <a:ext uri="{FF2B5EF4-FFF2-40B4-BE49-F238E27FC236}">
                    <a16:creationId xmlns:a16="http://schemas.microsoft.com/office/drawing/2014/main" id="{0F665989-CB76-4823-998B-F404FCB02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809"/>
                <a:ext cx="844" cy="162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176" name="Freeform 1654">
                <a:extLst>
                  <a:ext uri="{FF2B5EF4-FFF2-40B4-BE49-F238E27FC236}">
                    <a16:creationId xmlns:a16="http://schemas.microsoft.com/office/drawing/2014/main" id="{6CA1309E-9F95-4A7B-893E-EE9C16C5C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1801"/>
                <a:ext cx="101" cy="42"/>
              </a:xfrm>
              <a:custGeom>
                <a:avLst/>
                <a:gdLst>
                  <a:gd name="T0" fmla="*/ 0 w 84"/>
                  <a:gd name="T1" fmla="*/ 60 h 35"/>
                  <a:gd name="T2" fmla="*/ 28 w 84"/>
                  <a:gd name="T3" fmla="*/ 55 h 35"/>
                  <a:gd name="T4" fmla="*/ 73 w 84"/>
                  <a:gd name="T5" fmla="*/ 36 h 35"/>
                  <a:gd name="T6" fmla="*/ 145 w 84"/>
                  <a:gd name="T7" fmla="*/ 7 h 35"/>
                  <a:gd name="T8" fmla="*/ 83 w 84"/>
                  <a:gd name="T9" fmla="*/ 8 h 35"/>
                  <a:gd name="T10" fmla="*/ 42 w 84"/>
                  <a:gd name="T11" fmla="*/ 1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5">
                    <a:moveTo>
                      <a:pt x="0" y="35"/>
                    </a:moveTo>
                    <a:cubicBezTo>
                      <a:pt x="1" y="34"/>
                      <a:pt x="12" y="33"/>
                      <a:pt x="16" y="32"/>
                    </a:cubicBezTo>
                    <a:cubicBezTo>
                      <a:pt x="27" y="30"/>
                      <a:pt x="33" y="26"/>
                      <a:pt x="42" y="21"/>
                    </a:cubicBezTo>
                    <a:cubicBezTo>
                      <a:pt x="55" y="14"/>
                      <a:pt x="74" y="11"/>
                      <a:pt x="84" y="4"/>
                    </a:cubicBezTo>
                    <a:cubicBezTo>
                      <a:pt x="74" y="0"/>
                      <a:pt x="58" y="5"/>
                      <a:pt x="47" y="5"/>
                    </a:cubicBezTo>
                    <a:cubicBezTo>
                      <a:pt x="39" y="5"/>
                      <a:pt x="32" y="7"/>
                      <a:pt x="24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77" name="Freeform 1655">
                <a:extLst>
                  <a:ext uri="{FF2B5EF4-FFF2-40B4-BE49-F238E27FC236}">
                    <a16:creationId xmlns:a16="http://schemas.microsoft.com/office/drawing/2014/main" id="{5BBF06D3-CBBC-4E8C-9B23-20AA7FEA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1825"/>
                <a:ext cx="105" cy="47"/>
              </a:xfrm>
              <a:custGeom>
                <a:avLst/>
                <a:gdLst>
                  <a:gd name="T0" fmla="*/ 0 w 87"/>
                  <a:gd name="T1" fmla="*/ 33 h 39"/>
                  <a:gd name="T2" fmla="*/ 69 w 87"/>
                  <a:gd name="T3" fmla="*/ 24 h 39"/>
                  <a:gd name="T4" fmla="*/ 153 w 87"/>
                  <a:gd name="T5" fmla="*/ 0 h 39"/>
                  <a:gd name="T6" fmla="*/ 7 w 87"/>
                  <a:gd name="T7" fmla="*/ 6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39">
                    <a:moveTo>
                      <a:pt x="0" y="18"/>
                    </a:moveTo>
                    <a:cubicBezTo>
                      <a:pt x="12" y="13"/>
                      <a:pt x="26" y="16"/>
                      <a:pt x="39" y="14"/>
                    </a:cubicBezTo>
                    <a:cubicBezTo>
                      <a:pt x="53" y="12"/>
                      <a:pt x="76" y="9"/>
                      <a:pt x="87" y="0"/>
                    </a:cubicBezTo>
                    <a:cubicBezTo>
                      <a:pt x="73" y="28"/>
                      <a:pt x="32" y="38"/>
                      <a:pt x="4" y="3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78" name="Freeform 1656">
                <a:extLst>
                  <a:ext uri="{FF2B5EF4-FFF2-40B4-BE49-F238E27FC236}">
                    <a16:creationId xmlns:a16="http://schemas.microsoft.com/office/drawing/2014/main" id="{2854E1D8-CDDD-4BAA-9F31-305073475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765"/>
                <a:ext cx="64" cy="62"/>
              </a:xfrm>
              <a:custGeom>
                <a:avLst/>
                <a:gdLst>
                  <a:gd name="T0" fmla="*/ 0 w 53"/>
                  <a:gd name="T1" fmla="*/ 54 h 52"/>
                  <a:gd name="T2" fmla="*/ 93 w 53"/>
                  <a:gd name="T3" fmla="*/ 0 h 52"/>
                  <a:gd name="T4" fmla="*/ 1 w 53"/>
                  <a:gd name="T5" fmla="*/ 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2">
                    <a:moveTo>
                      <a:pt x="0" y="32"/>
                    </a:moveTo>
                    <a:cubicBezTo>
                      <a:pt x="18" y="32"/>
                      <a:pt x="42" y="13"/>
                      <a:pt x="53" y="0"/>
                    </a:cubicBezTo>
                    <a:cubicBezTo>
                      <a:pt x="40" y="16"/>
                      <a:pt x="22" y="44"/>
                      <a:pt x="1" y="5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79" name="Freeform 1657">
                <a:extLst>
                  <a:ext uri="{FF2B5EF4-FFF2-40B4-BE49-F238E27FC236}">
                    <a16:creationId xmlns:a16="http://schemas.microsoft.com/office/drawing/2014/main" id="{E5833BC1-8C50-48B2-A233-C2FEF134F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1711"/>
                <a:ext cx="22" cy="55"/>
              </a:xfrm>
              <a:custGeom>
                <a:avLst/>
                <a:gdLst>
                  <a:gd name="T0" fmla="*/ 0 w 19"/>
                  <a:gd name="T1" fmla="*/ 82 h 45"/>
                  <a:gd name="T2" fmla="*/ 29 w 19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0" y="45"/>
                    </a:moveTo>
                    <a:cubicBezTo>
                      <a:pt x="9" y="33"/>
                      <a:pt x="18" y="13"/>
                      <a:pt x="1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80" name="Freeform 1658">
                <a:extLst>
                  <a:ext uri="{FF2B5EF4-FFF2-40B4-BE49-F238E27FC236}">
                    <a16:creationId xmlns:a16="http://schemas.microsoft.com/office/drawing/2014/main" id="{23C395BD-7088-48CD-82C4-05CC06B89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841"/>
                <a:ext cx="102" cy="37"/>
              </a:xfrm>
              <a:custGeom>
                <a:avLst/>
                <a:gdLst>
                  <a:gd name="T0" fmla="*/ 0 w 85"/>
                  <a:gd name="T1" fmla="*/ 38 h 31"/>
                  <a:gd name="T2" fmla="*/ 70 w 85"/>
                  <a:gd name="T3" fmla="*/ 32 h 31"/>
                  <a:gd name="T4" fmla="*/ 146 w 85"/>
                  <a:gd name="T5" fmla="*/ 0 h 31"/>
                  <a:gd name="T6" fmla="*/ 86 w 85"/>
                  <a:gd name="T7" fmla="*/ 5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31">
                    <a:moveTo>
                      <a:pt x="0" y="23"/>
                    </a:moveTo>
                    <a:cubicBezTo>
                      <a:pt x="11" y="19"/>
                      <a:pt x="28" y="22"/>
                      <a:pt x="40" y="19"/>
                    </a:cubicBezTo>
                    <a:cubicBezTo>
                      <a:pt x="54" y="16"/>
                      <a:pt x="75" y="9"/>
                      <a:pt x="85" y="0"/>
                    </a:cubicBezTo>
                    <a:cubicBezTo>
                      <a:pt x="77" y="10"/>
                      <a:pt x="61" y="24"/>
                      <a:pt x="50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81" name="Freeform 1659">
                <a:extLst>
                  <a:ext uri="{FF2B5EF4-FFF2-40B4-BE49-F238E27FC236}">
                    <a16:creationId xmlns:a16="http://schemas.microsoft.com/office/drawing/2014/main" id="{C5B4FC62-FD9F-4B28-9030-C1AC6777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1767"/>
                <a:ext cx="60" cy="77"/>
              </a:xfrm>
              <a:custGeom>
                <a:avLst/>
                <a:gdLst>
                  <a:gd name="T0" fmla="*/ 1 w 50"/>
                  <a:gd name="T1" fmla="*/ 112 h 64"/>
                  <a:gd name="T2" fmla="*/ 86 w 50"/>
                  <a:gd name="T3" fmla="*/ 0 h 64"/>
                  <a:gd name="T4" fmla="*/ 28 w 50"/>
                  <a:gd name="T5" fmla="*/ 41 h 64"/>
                  <a:gd name="T6" fmla="*/ 0 w 50"/>
                  <a:gd name="T7" fmla="*/ 52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64">
                    <a:moveTo>
                      <a:pt x="1" y="64"/>
                    </a:moveTo>
                    <a:cubicBezTo>
                      <a:pt x="20" y="47"/>
                      <a:pt x="36" y="21"/>
                      <a:pt x="50" y="0"/>
                    </a:cubicBezTo>
                    <a:cubicBezTo>
                      <a:pt x="38" y="7"/>
                      <a:pt x="28" y="17"/>
                      <a:pt x="16" y="23"/>
                    </a:cubicBezTo>
                    <a:cubicBezTo>
                      <a:pt x="11" y="26"/>
                      <a:pt x="5" y="27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82" name="Freeform 1660">
                <a:extLst>
                  <a:ext uri="{FF2B5EF4-FFF2-40B4-BE49-F238E27FC236}">
                    <a16:creationId xmlns:a16="http://schemas.microsoft.com/office/drawing/2014/main" id="{76576816-3198-4A6A-A422-93F48F3DF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667"/>
                <a:ext cx="82" cy="104"/>
              </a:xfrm>
              <a:custGeom>
                <a:avLst/>
                <a:gdLst>
                  <a:gd name="T0" fmla="*/ 0 w 68"/>
                  <a:gd name="T1" fmla="*/ 106 h 86"/>
                  <a:gd name="T2" fmla="*/ 59 w 68"/>
                  <a:gd name="T3" fmla="*/ 53 h 86"/>
                  <a:gd name="T4" fmla="*/ 119 w 68"/>
                  <a:gd name="T5" fmla="*/ 0 h 86"/>
                  <a:gd name="T6" fmla="*/ 63 w 68"/>
                  <a:gd name="T7" fmla="*/ 110 h 86"/>
                  <a:gd name="T8" fmla="*/ 34 w 68"/>
                  <a:gd name="T9" fmla="*/ 15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6">
                    <a:moveTo>
                      <a:pt x="0" y="60"/>
                    </a:moveTo>
                    <a:cubicBezTo>
                      <a:pt x="12" y="50"/>
                      <a:pt x="20" y="38"/>
                      <a:pt x="34" y="30"/>
                    </a:cubicBezTo>
                    <a:cubicBezTo>
                      <a:pt x="46" y="22"/>
                      <a:pt x="61" y="13"/>
                      <a:pt x="68" y="0"/>
                    </a:cubicBezTo>
                    <a:cubicBezTo>
                      <a:pt x="62" y="20"/>
                      <a:pt x="45" y="43"/>
                      <a:pt x="36" y="62"/>
                    </a:cubicBezTo>
                    <a:cubicBezTo>
                      <a:pt x="31" y="71"/>
                      <a:pt x="28" y="81"/>
                      <a:pt x="19" y="8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83" name="Freeform 1661">
                <a:extLst>
                  <a:ext uri="{FF2B5EF4-FFF2-40B4-BE49-F238E27FC236}">
                    <a16:creationId xmlns:a16="http://schemas.microsoft.com/office/drawing/2014/main" id="{176D6593-F5F8-479D-8C19-DBDF4768B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1566"/>
                <a:ext cx="51" cy="116"/>
              </a:xfrm>
              <a:custGeom>
                <a:avLst/>
                <a:gdLst>
                  <a:gd name="T0" fmla="*/ 30 w 42"/>
                  <a:gd name="T1" fmla="*/ 169 h 96"/>
                  <a:gd name="T2" fmla="*/ 67 w 42"/>
                  <a:gd name="T3" fmla="*/ 86 h 96"/>
                  <a:gd name="T4" fmla="*/ 68 w 42"/>
                  <a:gd name="T5" fmla="*/ 0 h 96"/>
                  <a:gd name="T6" fmla="*/ 19 w 42"/>
                  <a:gd name="T7" fmla="*/ 91 h 96"/>
                  <a:gd name="T8" fmla="*/ 0 w 42"/>
                  <a:gd name="T9" fmla="*/ 118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96">
                    <a:moveTo>
                      <a:pt x="17" y="96"/>
                    </a:moveTo>
                    <a:cubicBezTo>
                      <a:pt x="25" y="82"/>
                      <a:pt x="33" y="65"/>
                      <a:pt x="37" y="49"/>
                    </a:cubicBezTo>
                    <a:cubicBezTo>
                      <a:pt x="42" y="32"/>
                      <a:pt x="38" y="17"/>
                      <a:pt x="38" y="0"/>
                    </a:cubicBezTo>
                    <a:cubicBezTo>
                      <a:pt x="29" y="17"/>
                      <a:pt x="23" y="36"/>
                      <a:pt x="11" y="51"/>
                    </a:cubicBezTo>
                    <a:cubicBezTo>
                      <a:pt x="7" y="56"/>
                      <a:pt x="1" y="60"/>
                      <a:pt x="0" y="6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84" name="Freeform 1662">
                <a:extLst>
                  <a:ext uri="{FF2B5EF4-FFF2-40B4-BE49-F238E27FC236}">
                    <a16:creationId xmlns:a16="http://schemas.microsoft.com/office/drawing/2014/main" id="{F9779781-1BCB-4DD2-9045-6D44E7F29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565"/>
                <a:ext cx="45" cy="121"/>
              </a:xfrm>
              <a:custGeom>
                <a:avLst/>
                <a:gdLst>
                  <a:gd name="T0" fmla="*/ 23 w 37"/>
                  <a:gd name="T1" fmla="*/ 68 h 100"/>
                  <a:gd name="T2" fmla="*/ 52 w 37"/>
                  <a:gd name="T3" fmla="*/ 0 h 100"/>
                  <a:gd name="T4" fmla="*/ 50 w 37"/>
                  <a:gd name="T5" fmla="*/ 110 h 100"/>
                  <a:gd name="T6" fmla="*/ 32 w 37"/>
                  <a:gd name="T7" fmla="*/ 142 h 100"/>
                  <a:gd name="T8" fmla="*/ 0 w 37"/>
                  <a:gd name="T9" fmla="*/ 177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00">
                    <a:moveTo>
                      <a:pt x="13" y="38"/>
                    </a:moveTo>
                    <a:cubicBezTo>
                      <a:pt x="19" y="27"/>
                      <a:pt x="26" y="13"/>
                      <a:pt x="29" y="0"/>
                    </a:cubicBezTo>
                    <a:cubicBezTo>
                      <a:pt x="33" y="21"/>
                      <a:pt x="37" y="44"/>
                      <a:pt x="28" y="62"/>
                    </a:cubicBezTo>
                    <a:cubicBezTo>
                      <a:pt x="25" y="68"/>
                      <a:pt x="21" y="75"/>
                      <a:pt x="17" y="80"/>
                    </a:cubicBezTo>
                    <a:cubicBezTo>
                      <a:pt x="12" y="87"/>
                      <a:pt x="4" y="92"/>
                      <a:pt x="0" y="10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85" name="Freeform 1663">
                <a:extLst>
                  <a:ext uri="{FF2B5EF4-FFF2-40B4-BE49-F238E27FC236}">
                    <a16:creationId xmlns:a16="http://schemas.microsoft.com/office/drawing/2014/main" id="{354464DB-DFDF-4046-80BE-488D26928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1694"/>
                <a:ext cx="17" cy="74"/>
              </a:xfrm>
              <a:custGeom>
                <a:avLst/>
                <a:gdLst>
                  <a:gd name="T0" fmla="*/ 25 w 14"/>
                  <a:gd name="T1" fmla="*/ 0 h 61"/>
                  <a:gd name="T2" fmla="*/ 0 w 14"/>
                  <a:gd name="T3" fmla="*/ 109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1">
                    <a:moveTo>
                      <a:pt x="14" y="0"/>
                    </a:moveTo>
                    <a:cubicBezTo>
                      <a:pt x="10" y="19"/>
                      <a:pt x="9" y="44"/>
                      <a:pt x="0" y="6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86" name="Freeform 1664">
                <a:extLst>
                  <a:ext uri="{FF2B5EF4-FFF2-40B4-BE49-F238E27FC236}">
                    <a16:creationId xmlns:a16="http://schemas.microsoft.com/office/drawing/2014/main" id="{093B47FE-84E1-430B-8B4C-F79BCCF0A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1784"/>
                <a:ext cx="47" cy="28"/>
              </a:xfrm>
              <a:custGeom>
                <a:avLst/>
                <a:gdLst>
                  <a:gd name="T0" fmla="*/ 0 w 39"/>
                  <a:gd name="T1" fmla="*/ 41 h 23"/>
                  <a:gd name="T2" fmla="*/ 69 w 3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3">
                    <a:moveTo>
                      <a:pt x="0" y="23"/>
                    </a:moveTo>
                    <a:cubicBezTo>
                      <a:pt x="8" y="13"/>
                      <a:pt x="27" y="4"/>
                      <a:pt x="3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87" name="Freeform 1665">
                <a:extLst>
                  <a:ext uri="{FF2B5EF4-FFF2-40B4-BE49-F238E27FC236}">
                    <a16:creationId xmlns:a16="http://schemas.microsoft.com/office/drawing/2014/main" id="{EBFED998-B0D6-4229-8A69-BB6CBC774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1494"/>
                <a:ext cx="17" cy="75"/>
              </a:xfrm>
              <a:custGeom>
                <a:avLst/>
                <a:gdLst>
                  <a:gd name="T0" fmla="*/ 23 w 14"/>
                  <a:gd name="T1" fmla="*/ 110 h 62"/>
                  <a:gd name="T2" fmla="*/ 0 w 14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2">
                    <a:moveTo>
                      <a:pt x="13" y="62"/>
                    </a:moveTo>
                    <a:cubicBezTo>
                      <a:pt x="14" y="39"/>
                      <a:pt x="13" y="19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88" name="Freeform 1666">
                <a:extLst>
                  <a:ext uri="{FF2B5EF4-FFF2-40B4-BE49-F238E27FC236}">
                    <a16:creationId xmlns:a16="http://schemas.microsoft.com/office/drawing/2014/main" id="{4B4F19A3-332B-4351-B14B-29525BB44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1432"/>
                <a:ext cx="30" cy="139"/>
              </a:xfrm>
              <a:custGeom>
                <a:avLst/>
                <a:gdLst>
                  <a:gd name="T0" fmla="*/ 1 w 25"/>
                  <a:gd name="T1" fmla="*/ 167 h 115"/>
                  <a:gd name="T2" fmla="*/ 10 w 25"/>
                  <a:gd name="T3" fmla="*/ 76 h 115"/>
                  <a:gd name="T4" fmla="*/ 28 w 25"/>
                  <a:gd name="T5" fmla="*/ 0 h 115"/>
                  <a:gd name="T6" fmla="*/ 42 w 25"/>
                  <a:gd name="T7" fmla="*/ 135 h 115"/>
                  <a:gd name="T8" fmla="*/ 34 w 25"/>
                  <a:gd name="T9" fmla="*/ 203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5">
                    <a:moveTo>
                      <a:pt x="1" y="94"/>
                    </a:moveTo>
                    <a:cubicBezTo>
                      <a:pt x="1" y="76"/>
                      <a:pt x="0" y="61"/>
                      <a:pt x="6" y="43"/>
                    </a:cubicBezTo>
                    <a:cubicBezTo>
                      <a:pt x="10" y="29"/>
                      <a:pt x="11" y="14"/>
                      <a:pt x="16" y="0"/>
                    </a:cubicBezTo>
                    <a:cubicBezTo>
                      <a:pt x="23" y="24"/>
                      <a:pt x="23" y="53"/>
                      <a:pt x="24" y="77"/>
                    </a:cubicBezTo>
                    <a:cubicBezTo>
                      <a:pt x="25" y="90"/>
                      <a:pt x="19" y="103"/>
                      <a:pt x="19" y="1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89" name="Freeform 1667">
                <a:extLst>
                  <a:ext uri="{FF2B5EF4-FFF2-40B4-BE49-F238E27FC236}">
                    <a16:creationId xmlns:a16="http://schemas.microsoft.com/office/drawing/2014/main" id="{1D787CC7-9D83-4773-BDAD-F1C1EF715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1431"/>
                <a:ext cx="16" cy="58"/>
              </a:xfrm>
              <a:custGeom>
                <a:avLst/>
                <a:gdLst>
                  <a:gd name="T0" fmla="*/ 1 w 14"/>
                  <a:gd name="T1" fmla="*/ 85 h 48"/>
                  <a:gd name="T2" fmla="*/ 21 w 14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8">
                    <a:moveTo>
                      <a:pt x="1" y="48"/>
                    </a:moveTo>
                    <a:cubicBezTo>
                      <a:pt x="0" y="30"/>
                      <a:pt x="9" y="15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90" name="Freeform 1668">
                <a:extLst>
                  <a:ext uri="{FF2B5EF4-FFF2-40B4-BE49-F238E27FC236}">
                    <a16:creationId xmlns:a16="http://schemas.microsoft.com/office/drawing/2014/main" id="{C5F0F3E1-06B3-42E0-A69C-4D66EF3CA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1330"/>
                <a:ext cx="40" cy="104"/>
              </a:xfrm>
              <a:custGeom>
                <a:avLst/>
                <a:gdLst>
                  <a:gd name="T0" fmla="*/ 41 w 33"/>
                  <a:gd name="T1" fmla="*/ 152 h 86"/>
                  <a:gd name="T2" fmla="*/ 16 w 33"/>
                  <a:gd name="T3" fmla="*/ 70 h 86"/>
                  <a:gd name="T4" fmla="*/ 0 w 33"/>
                  <a:gd name="T5" fmla="*/ 0 h 86"/>
                  <a:gd name="T6" fmla="*/ 58 w 33"/>
                  <a:gd name="T7" fmla="*/ 6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86">
                    <a:moveTo>
                      <a:pt x="23" y="86"/>
                    </a:moveTo>
                    <a:cubicBezTo>
                      <a:pt x="22" y="68"/>
                      <a:pt x="17" y="56"/>
                      <a:pt x="9" y="40"/>
                    </a:cubicBezTo>
                    <a:cubicBezTo>
                      <a:pt x="3" y="27"/>
                      <a:pt x="3" y="14"/>
                      <a:pt x="0" y="0"/>
                    </a:cubicBezTo>
                    <a:cubicBezTo>
                      <a:pt x="7" y="15"/>
                      <a:pt x="28" y="19"/>
                      <a:pt x="33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91" name="Freeform 1669">
                <a:extLst>
                  <a:ext uri="{FF2B5EF4-FFF2-40B4-BE49-F238E27FC236}">
                    <a16:creationId xmlns:a16="http://schemas.microsoft.com/office/drawing/2014/main" id="{D57AC38A-8556-4DAC-B575-58C0AE138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350"/>
                <a:ext cx="21" cy="52"/>
              </a:xfrm>
              <a:custGeom>
                <a:avLst/>
                <a:gdLst>
                  <a:gd name="T0" fmla="*/ 29 w 18"/>
                  <a:gd name="T1" fmla="*/ 41 h 43"/>
                  <a:gd name="T2" fmla="*/ 0 w 18"/>
                  <a:gd name="T3" fmla="*/ 0 h 43"/>
                  <a:gd name="T4" fmla="*/ 7 w 18"/>
                  <a:gd name="T5" fmla="*/ 76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18" y="23"/>
                    </a:moveTo>
                    <a:cubicBezTo>
                      <a:pt x="11" y="18"/>
                      <a:pt x="6" y="7"/>
                      <a:pt x="0" y="0"/>
                    </a:cubicBezTo>
                    <a:cubicBezTo>
                      <a:pt x="0" y="15"/>
                      <a:pt x="4" y="29"/>
                      <a:pt x="4" y="4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92" name="Freeform 1670">
                <a:extLst>
                  <a:ext uri="{FF2B5EF4-FFF2-40B4-BE49-F238E27FC236}">
                    <a16:creationId xmlns:a16="http://schemas.microsoft.com/office/drawing/2014/main" id="{0498698D-D826-4436-B85C-7D4D4F4BD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1256"/>
                <a:ext cx="56" cy="94"/>
              </a:xfrm>
              <a:custGeom>
                <a:avLst/>
                <a:gdLst>
                  <a:gd name="T0" fmla="*/ 58 w 47"/>
                  <a:gd name="T1" fmla="*/ 140 h 77"/>
                  <a:gd name="T2" fmla="*/ 0 w 47"/>
                  <a:gd name="T3" fmla="*/ 0 h 77"/>
                  <a:gd name="T4" fmla="*/ 80 w 47"/>
                  <a:gd name="T5" fmla="*/ 107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77">
                    <a:moveTo>
                      <a:pt x="34" y="77"/>
                    </a:moveTo>
                    <a:cubicBezTo>
                      <a:pt x="24" y="51"/>
                      <a:pt x="7" y="27"/>
                      <a:pt x="0" y="0"/>
                    </a:cubicBezTo>
                    <a:cubicBezTo>
                      <a:pt x="21" y="13"/>
                      <a:pt x="42" y="37"/>
                      <a:pt x="47" y="5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93" name="Freeform 1671">
                <a:extLst>
                  <a:ext uri="{FF2B5EF4-FFF2-40B4-BE49-F238E27FC236}">
                    <a16:creationId xmlns:a16="http://schemas.microsoft.com/office/drawing/2014/main" id="{48BBC4D4-B8BB-44C9-BC1E-C160770D7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237"/>
                <a:ext cx="33" cy="64"/>
              </a:xfrm>
              <a:custGeom>
                <a:avLst/>
                <a:gdLst>
                  <a:gd name="T0" fmla="*/ 17 w 28"/>
                  <a:gd name="T1" fmla="*/ 93 h 53"/>
                  <a:gd name="T2" fmla="*/ 0 w 28"/>
                  <a:gd name="T3" fmla="*/ 0 h 53"/>
                  <a:gd name="T4" fmla="*/ 46 w 28"/>
                  <a:gd name="T5" fmla="*/ 65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3">
                    <a:moveTo>
                      <a:pt x="10" y="53"/>
                    </a:moveTo>
                    <a:cubicBezTo>
                      <a:pt x="3" y="39"/>
                      <a:pt x="0" y="16"/>
                      <a:pt x="0" y="0"/>
                    </a:cubicBezTo>
                    <a:cubicBezTo>
                      <a:pt x="7" y="13"/>
                      <a:pt x="28" y="21"/>
                      <a:pt x="28" y="3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94" name="Freeform 1672">
                <a:extLst>
                  <a:ext uri="{FF2B5EF4-FFF2-40B4-BE49-F238E27FC236}">
                    <a16:creationId xmlns:a16="http://schemas.microsoft.com/office/drawing/2014/main" id="{7029A052-52A0-4261-AD0E-D649F4F43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173"/>
                <a:ext cx="105" cy="80"/>
              </a:xfrm>
              <a:custGeom>
                <a:avLst/>
                <a:gdLst>
                  <a:gd name="T0" fmla="*/ 153 w 87"/>
                  <a:gd name="T1" fmla="*/ 102 h 66"/>
                  <a:gd name="T2" fmla="*/ 68 w 87"/>
                  <a:gd name="T3" fmla="*/ 35 h 66"/>
                  <a:gd name="T4" fmla="*/ 0 w 87"/>
                  <a:gd name="T5" fmla="*/ 0 h 66"/>
                  <a:gd name="T6" fmla="*/ 45 w 87"/>
                  <a:gd name="T7" fmla="*/ 44 h 66"/>
                  <a:gd name="T8" fmla="*/ 76 w 87"/>
                  <a:gd name="T9" fmla="*/ 91 h 66"/>
                  <a:gd name="T10" fmla="*/ 110 w 87"/>
                  <a:gd name="T11" fmla="*/ 118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66">
                    <a:moveTo>
                      <a:pt x="87" y="57"/>
                    </a:moveTo>
                    <a:cubicBezTo>
                      <a:pt x="76" y="38"/>
                      <a:pt x="58" y="27"/>
                      <a:pt x="38" y="20"/>
                    </a:cubicBezTo>
                    <a:cubicBezTo>
                      <a:pt x="25" y="15"/>
                      <a:pt x="13" y="5"/>
                      <a:pt x="0" y="0"/>
                    </a:cubicBezTo>
                    <a:cubicBezTo>
                      <a:pt x="6" y="10"/>
                      <a:pt x="18" y="16"/>
                      <a:pt x="26" y="25"/>
                    </a:cubicBezTo>
                    <a:cubicBezTo>
                      <a:pt x="32" y="33"/>
                      <a:pt x="37" y="42"/>
                      <a:pt x="43" y="51"/>
                    </a:cubicBezTo>
                    <a:cubicBezTo>
                      <a:pt x="49" y="58"/>
                      <a:pt x="55" y="61"/>
                      <a:pt x="62" y="6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95" name="Freeform 1673">
                <a:extLst>
                  <a:ext uri="{FF2B5EF4-FFF2-40B4-BE49-F238E27FC236}">
                    <a16:creationId xmlns:a16="http://schemas.microsoft.com/office/drawing/2014/main" id="{98B74098-D79A-40EA-BC49-032647960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1123"/>
                <a:ext cx="92" cy="71"/>
              </a:xfrm>
              <a:custGeom>
                <a:avLst/>
                <a:gdLst>
                  <a:gd name="T0" fmla="*/ 87 w 77"/>
                  <a:gd name="T1" fmla="*/ 106 h 58"/>
                  <a:gd name="T2" fmla="*/ 0 w 77"/>
                  <a:gd name="T3" fmla="*/ 0 h 58"/>
                  <a:gd name="T4" fmla="*/ 90 w 77"/>
                  <a:gd name="T5" fmla="*/ 47 h 58"/>
                  <a:gd name="T6" fmla="*/ 131 w 77"/>
                  <a:gd name="T7" fmla="*/ 76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58">
                    <a:moveTo>
                      <a:pt x="51" y="58"/>
                    </a:moveTo>
                    <a:cubicBezTo>
                      <a:pt x="24" y="49"/>
                      <a:pt x="23" y="14"/>
                      <a:pt x="0" y="0"/>
                    </a:cubicBezTo>
                    <a:cubicBezTo>
                      <a:pt x="16" y="11"/>
                      <a:pt x="37" y="15"/>
                      <a:pt x="53" y="25"/>
                    </a:cubicBezTo>
                    <a:cubicBezTo>
                      <a:pt x="61" y="29"/>
                      <a:pt x="69" y="39"/>
                      <a:pt x="77" y="4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96" name="Freeform 1674">
                <a:extLst>
                  <a:ext uri="{FF2B5EF4-FFF2-40B4-BE49-F238E27FC236}">
                    <a16:creationId xmlns:a16="http://schemas.microsoft.com/office/drawing/2014/main" id="{9B6FF9E6-7223-478A-A2A3-2A37B5931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171"/>
                <a:ext cx="94" cy="55"/>
              </a:xfrm>
              <a:custGeom>
                <a:avLst/>
                <a:gdLst>
                  <a:gd name="T0" fmla="*/ 136 w 78"/>
                  <a:gd name="T1" fmla="*/ 79 h 46"/>
                  <a:gd name="T2" fmla="*/ 70 w 78"/>
                  <a:gd name="T3" fmla="*/ 28 h 46"/>
                  <a:gd name="T4" fmla="*/ 0 w 78"/>
                  <a:gd name="T5" fmla="*/ 1 h 46"/>
                  <a:gd name="T6" fmla="*/ 34 w 78"/>
                  <a:gd name="T7" fmla="*/ 3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6">
                    <a:moveTo>
                      <a:pt x="78" y="46"/>
                    </a:moveTo>
                    <a:cubicBezTo>
                      <a:pt x="65" y="36"/>
                      <a:pt x="56" y="24"/>
                      <a:pt x="40" y="16"/>
                    </a:cubicBezTo>
                    <a:cubicBezTo>
                      <a:pt x="29" y="10"/>
                      <a:pt x="13" y="0"/>
                      <a:pt x="0" y="1"/>
                    </a:cubicBezTo>
                    <a:cubicBezTo>
                      <a:pt x="6" y="4"/>
                      <a:pt x="14" y="13"/>
                      <a:pt x="19" y="2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97" name="Freeform 1675">
                <a:extLst>
                  <a:ext uri="{FF2B5EF4-FFF2-40B4-BE49-F238E27FC236}">
                    <a16:creationId xmlns:a16="http://schemas.microsoft.com/office/drawing/2014/main" id="{60D161AB-74B1-4D53-9B08-2052F498C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1253"/>
                <a:ext cx="2" cy="37"/>
              </a:xfrm>
              <a:custGeom>
                <a:avLst/>
                <a:gdLst>
                  <a:gd name="T0" fmla="*/ 0 w 2"/>
                  <a:gd name="T1" fmla="*/ 0 h 31"/>
                  <a:gd name="T2" fmla="*/ 0 w 2"/>
                  <a:gd name="T3" fmla="*/ 5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0" y="0"/>
                    </a:moveTo>
                    <a:cubicBezTo>
                      <a:pt x="0" y="10"/>
                      <a:pt x="2" y="21"/>
                      <a:pt x="0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98" name="Freeform 1676">
                <a:extLst>
                  <a:ext uri="{FF2B5EF4-FFF2-40B4-BE49-F238E27FC236}">
                    <a16:creationId xmlns:a16="http://schemas.microsoft.com/office/drawing/2014/main" id="{1026C930-AD37-465E-91D5-8BEAC604C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143"/>
                <a:ext cx="123" cy="32"/>
              </a:xfrm>
              <a:custGeom>
                <a:avLst/>
                <a:gdLst>
                  <a:gd name="T0" fmla="*/ 178 w 102"/>
                  <a:gd name="T1" fmla="*/ 45 h 27"/>
                  <a:gd name="T2" fmla="*/ 69 w 102"/>
                  <a:gd name="T3" fmla="*/ 2 h 27"/>
                  <a:gd name="T4" fmla="*/ 0 w 102"/>
                  <a:gd name="T5" fmla="*/ 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7">
                    <a:moveTo>
                      <a:pt x="102" y="27"/>
                    </a:moveTo>
                    <a:cubicBezTo>
                      <a:pt x="83" y="13"/>
                      <a:pt x="63" y="4"/>
                      <a:pt x="39" y="2"/>
                    </a:cubicBezTo>
                    <a:cubicBezTo>
                      <a:pt x="31" y="1"/>
                      <a:pt x="3" y="0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99" name="Freeform 1677">
                <a:extLst>
                  <a:ext uri="{FF2B5EF4-FFF2-40B4-BE49-F238E27FC236}">
                    <a16:creationId xmlns:a16="http://schemas.microsoft.com/office/drawing/2014/main" id="{8F33EC27-041A-438B-90E0-8977A8AF3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154"/>
                <a:ext cx="74" cy="20"/>
              </a:xfrm>
              <a:custGeom>
                <a:avLst/>
                <a:gdLst>
                  <a:gd name="T0" fmla="*/ 105 w 62"/>
                  <a:gd name="T1" fmla="*/ 28 h 17"/>
                  <a:gd name="T2" fmla="*/ 0 w 6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7">
                    <a:moveTo>
                      <a:pt x="62" y="17"/>
                    </a:moveTo>
                    <a:cubicBezTo>
                      <a:pt x="39" y="11"/>
                      <a:pt x="19" y="16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00" name="Freeform 1678">
                <a:extLst>
                  <a:ext uri="{FF2B5EF4-FFF2-40B4-BE49-F238E27FC236}">
                    <a16:creationId xmlns:a16="http://schemas.microsoft.com/office/drawing/2014/main" id="{ACE65AC7-6A7E-4A64-868E-20CAD78FF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108"/>
                <a:ext cx="103" cy="34"/>
              </a:xfrm>
              <a:custGeom>
                <a:avLst/>
                <a:gdLst>
                  <a:gd name="T0" fmla="*/ 151 w 85"/>
                  <a:gd name="T1" fmla="*/ 27 h 28"/>
                  <a:gd name="T2" fmla="*/ 110 w 85"/>
                  <a:gd name="T3" fmla="*/ 2 h 28"/>
                  <a:gd name="T4" fmla="*/ 61 w 85"/>
                  <a:gd name="T5" fmla="*/ 2 h 28"/>
                  <a:gd name="T6" fmla="*/ 0 w 85"/>
                  <a:gd name="T7" fmla="*/ 11 h 28"/>
                  <a:gd name="T8" fmla="*/ 84 w 85"/>
                  <a:gd name="T9" fmla="*/ 5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28">
                    <a:moveTo>
                      <a:pt x="85" y="15"/>
                    </a:moveTo>
                    <a:cubicBezTo>
                      <a:pt x="77" y="11"/>
                      <a:pt x="72" y="4"/>
                      <a:pt x="62" y="2"/>
                    </a:cubicBezTo>
                    <a:cubicBezTo>
                      <a:pt x="52" y="0"/>
                      <a:pt x="44" y="0"/>
                      <a:pt x="34" y="2"/>
                    </a:cubicBezTo>
                    <a:cubicBezTo>
                      <a:pt x="23" y="4"/>
                      <a:pt x="12" y="6"/>
                      <a:pt x="0" y="6"/>
                    </a:cubicBezTo>
                    <a:cubicBezTo>
                      <a:pt x="13" y="17"/>
                      <a:pt x="33" y="19"/>
                      <a:pt x="47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01" name="Freeform 1679">
                <a:extLst>
                  <a:ext uri="{FF2B5EF4-FFF2-40B4-BE49-F238E27FC236}">
                    <a16:creationId xmlns:a16="http://schemas.microsoft.com/office/drawing/2014/main" id="{78A04DFD-242D-462A-8C8E-AA26644EC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1085"/>
                <a:ext cx="46" cy="23"/>
              </a:xfrm>
              <a:custGeom>
                <a:avLst/>
                <a:gdLst>
                  <a:gd name="T0" fmla="*/ 68 w 38"/>
                  <a:gd name="T1" fmla="*/ 34 h 19"/>
                  <a:gd name="T2" fmla="*/ 0 w 38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">
                    <a:moveTo>
                      <a:pt x="38" y="19"/>
                    </a:moveTo>
                    <a:cubicBezTo>
                      <a:pt x="23" y="18"/>
                      <a:pt x="13" y="4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02" name="Freeform 1680">
                <a:extLst>
                  <a:ext uri="{FF2B5EF4-FFF2-40B4-BE49-F238E27FC236}">
                    <a16:creationId xmlns:a16="http://schemas.microsoft.com/office/drawing/2014/main" id="{98FC4194-0A52-4E45-885C-056FA3687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082"/>
                <a:ext cx="313" cy="817"/>
              </a:xfrm>
              <a:custGeom>
                <a:avLst/>
                <a:gdLst>
                  <a:gd name="T0" fmla="*/ 24 w 260"/>
                  <a:gd name="T1" fmla="*/ 0 h 675"/>
                  <a:gd name="T2" fmla="*/ 0 w 260"/>
                  <a:gd name="T3" fmla="*/ 1 h 675"/>
                  <a:gd name="T4" fmla="*/ 0 w 260"/>
                  <a:gd name="T5" fmla="*/ 130 h 675"/>
                  <a:gd name="T6" fmla="*/ 0 w 260"/>
                  <a:gd name="T7" fmla="*/ 130 h 675"/>
                  <a:gd name="T8" fmla="*/ 367 w 260"/>
                  <a:gd name="T9" fmla="*/ 598 h 675"/>
                  <a:gd name="T10" fmla="*/ 0 w 260"/>
                  <a:gd name="T11" fmla="*/ 1065 h 675"/>
                  <a:gd name="T12" fmla="*/ 0 w 260"/>
                  <a:gd name="T13" fmla="*/ 1065 h 675"/>
                  <a:gd name="T14" fmla="*/ 0 w 260"/>
                  <a:gd name="T15" fmla="*/ 1197 h 675"/>
                  <a:gd name="T16" fmla="*/ 24 w 260"/>
                  <a:gd name="T17" fmla="*/ 1197 h 675"/>
                  <a:gd name="T18" fmla="*/ 454 w 260"/>
                  <a:gd name="T19" fmla="*/ 599 h 675"/>
                  <a:gd name="T20" fmla="*/ 24 w 260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675">
                    <a:moveTo>
                      <a:pt x="14" y="0"/>
                    </a:moveTo>
                    <a:cubicBezTo>
                      <a:pt x="9" y="0"/>
                      <a:pt x="5" y="1"/>
                      <a:pt x="0" y="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7"/>
                    </a:cubicBezTo>
                    <a:cubicBezTo>
                      <a:pt x="210" y="483"/>
                      <a:pt x="116" y="601"/>
                      <a:pt x="0" y="601"/>
                    </a:cubicBezTo>
                    <a:cubicBezTo>
                      <a:pt x="0" y="601"/>
                      <a:pt x="0" y="601"/>
                      <a:pt x="0" y="601"/>
                    </a:cubicBezTo>
                    <a:cubicBezTo>
                      <a:pt x="0" y="675"/>
                      <a:pt x="0" y="675"/>
                      <a:pt x="0" y="675"/>
                    </a:cubicBezTo>
                    <a:cubicBezTo>
                      <a:pt x="5" y="675"/>
                      <a:pt x="9" y="675"/>
                      <a:pt x="14" y="675"/>
                    </a:cubicBezTo>
                    <a:cubicBezTo>
                      <a:pt x="142" y="675"/>
                      <a:pt x="260" y="525"/>
                      <a:pt x="260" y="338"/>
                    </a:cubicBezTo>
                    <a:cubicBezTo>
                      <a:pt x="260" y="152"/>
                      <a:pt x="142" y="0"/>
                      <a:pt x="1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03" name="Freeform 1681">
                <a:extLst>
                  <a:ext uri="{FF2B5EF4-FFF2-40B4-BE49-F238E27FC236}">
                    <a16:creationId xmlns:a16="http://schemas.microsoft.com/office/drawing/2014/main" id="{AA3F0FC2-0BEF-4152-9020-6E7042880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011"/>
                <a:ext cx="354" cy="960"/>
              </a:xfrm>
              <a:custGeom>
                <a:avLst/>
                <a:gdLst>
                  <a:gd name="T0" fmla="*/ 12 w 294"/>
                  <a:gd name="T1" fmla="*/ 0 h 794"/>
                  <a:gd name="T2" fmla="*/ 7 w 294"/>
                  <a:gd name="T3" fmla="*/ 0 h 794"/>
                  <a:gd name="T4" fmla="*/ 7 w 294"/>
                  <a:gd name="T5" fmla="*/ 0 h 794"/>
                  <a:gd name="T6" fmla="*/ 0 w 294"/>
                  <a:gd name="T7" fmla="*/ 0 h 794"/>
                  <a:gd name="T8" fmla="*/ 0 w 294"/>
                  <a:gd name="T9" fmla="*/ 233 h 794"/>
                  <a:gd name="T10" fmla="*/ 0 w 294"/>
                  <a:gd name="T11" fmla="*/ 233 h 794"/>
                  <a:gd name="T12" fmla="*/ 367 w 294"/>
                  <a:gd name="T13" fmla="*/ 700 h 794"/>
                  <a:gd name="T14" fmla="*/ 0 w 294"/>
                  <a:gd name="T15" fmla="*/ 1167 h 794"/>
                  <a:gd name="T16" fmla="*/ 0 w 294"/>
                  <a:gd name="T17" fmla="*/ 1167 h 794"/>
                  <a:gd name="T18" fmla="*/ 0 w 294"/>
                  <a:gd name="T19" fmla="*/ 1404 h 794"/>
                  <a:gd name="T20" fmla="*/ 2 w 294"/>
                  <a:gd name="T21" fmla="*/ 1404 h 794"/>
                  <a:gd name="T22" fmla="*/ 12 w 294"/>
                  <a:gd name="T23" fmla="*/ 1404 h 794"/>
                  <a:gd name="T24" fmla="*/ 513 w 294"/>
                  <a:gd name="T25" fmla="*/ 701 h 794"/>
                  <a:gd name="T26" fmla="*/ 12 w 294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16" y="132"/>
                      <a:pt x="210" y="250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4" y="794"/>
                      <a:pt x="6" y="794"/>
                      <a:pt x="7" y="794"/>
                    </a:cubicBezTo>
                    <a:cubicBezTo>
                      <a:pt x="165" y="794"/>
                      <a:pt x="294" y="616"/>
                      <a:pt x="294" y="397"/>
                    </a:cubicBezTo>
                    <a:cubicBezTo>
                      <a:pt x="294" y="178"/>
                      <a:pt x="165" y="0"/>
                      <a:pt x="7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04" name="Oval 1682">
                <a:extLst>
                  <a:ext uri="{FF2B5EF4-FFF2-40B4-BE49-F238E27FC236}">
                    <a16:creationId xmlns:a16="http://schemas.microsoft.com/office/drawing/2014/main" id="{602A03B0-F93C-4312-A16A-AC80B1EE6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1871"/>
                <a:ext cx="25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05" name="Oval 1683">
                <a:extLst>
                  <a:ext uri="{FF2B5EF4-FFF2-40B4-BE49-F238E27FC236}">
                    <a16:creationId xmlns:a16="http://schemas.microsoft.com/office/drawing/2014/main" id="{C7907B72-9B5D-4060-B1B6-FB4DE3C5B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7" y="1148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06" name="Oval 1684">
                <a:extLst>
                  <a:ext uri="{FF2B5EF4-FFF2-40B4-BE49-F238E27FC236}">
                    <a16:creationId xmlns:a16="http://schemas.microsoft.com/office/drawing/2014/main" id="{B4E2BC6D-6C55-4BD0-9860-3326F77EF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1123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07" name="Oval 1685">
                <a:extLst>
                  <a:ext uri="{FF2B5EF4-FFF2-40B4-BE49-F238E27FC236}">
                    <a16:creationId xmlns:a16="http://schemas.microsoft.com/office/drawing/2014/main" id="{6860949B-8237-4811-9DE5-BD11F52F1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1096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08" name="Oval 1686">
                <a:extLst>
                  <a:ext uri="{FF2B5EF4-FFF2-40B4-BE49-F238E27FC236}">
                    <a16:creationId xmlns:a16="http://schemas.microsoft.com/office/drawing/2014/main" id="{FD8B476F-0205-4E1A-A9FF-97F7CDEDE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120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09" name="Oval 1687">
                <a:extLst>
                  <a:ext uri="{FF2B5EF4-FFF2-40B4-BE49-F238E27FC236}">
                    <a16:creationId xmlns:a16="http://schemas.microsoft.com/office/drawing/2014/main" id="{91461B1B-BCF9-49DA-B42C-DD7CC7086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1100"/>
                <a:ext cx="25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10" name="Oval 1688">
                <a:extLst>
                  <a:ext uri="{FF2B5EF4-FFF2-40B4-BE49-F238E27FC236}">
                    <a16:creationId xmlns:a16="http://schemas.microsoft.com/office/drawing/2014/main" id="{6D5FF65D-46F1-403B-BA14-87C6EF156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0" y="1146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11" name="Oval 1689">
                <a:extLst>
                  <a:ext uri="{FF2B5EF4-FFF2-40B4-BE49-F238E27FC236}">
                    <a16:creationId xmlns:a16="http://schemas.microsoft.com/office/drawing/2014/main" id="{A1F5D4C7-07A3-4CA8-BA91-1F9A8823D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092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12" name="Oval 1690">
                <a:extLst>
                  <a:ext uri="{FF2B5EF4-FFF2-40B4-BE49-F238E27FC236}">
                    <a16:creationId xmlns:a16="http://schemas.microsoft.com/office/drawing/2014/main" id="{C208FD4D-E694-4FAD-889E-31BE92B70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1092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13" name="Oval 1691">
                <a:extLst>
                  <a:ext uri="{FF2B5EF4-FFF2-40B4-BE49-F238E27FC236}">
                    <a16:creationId xmlns:a16="http://schemas.microsoft.com/office/drawing/2014/main" id="{C436F942-70E5-4878-A712-0AACA651A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824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14" name="Oval 1692">
                <a:extLst>
                  <a:ext uri="{FF2B5EF4-FFF2-40B4-BE49-F238E27FC236}">
                    <a16:creationId xmlns:a16="http://schemas.microsoft.com/office/drawing/2014/main" id="{F1A3A787-628E-446F-A77F-713D6C4A2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7" y="1879"/>
                <a:ext cx="25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15" name="Oval 1693">
                <a:extLst>
                  <a:ext uri="{FF2B5EF4-FFF2-40B4-BE49-F238E27FC236}">
                    <a16:creationId xmlns:a16="http://schemas.microsoft.com/office/drawing/2014/main" id="{3D88DF2E-38D2-4F60-ACEE-AF229F668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5" y="1818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16" name="Oval 1694">
                <a:extLst>
                  <a:ext uri="{FF2B5EF4-FFF2-40B4-BE49-F238E27FC236}">
                    <a16:creationId xmlns:a16="http://schemas.microsoft.com/office/drawing/2014/main" id="{7808CAE6-501E-4E0B-891E-2BDACBAEC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7" y="1846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17" name="Oval 1695">
                <a:extLst>
                  <a:ext uri="{FF2B5EF4-FFF2-40B4-BE49-F238E27FC236}">
                    <a16:creationId xmlns:a16="http://schemas.microsoft.com/office/drawing/2014/main" id="{BB44B298-82CD-48BF-A187-EDE66978E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7" y="1824"/>
                <a:ext cx="24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18" name="Oval 1696">
                <a:extLst>
                  <a:ext uri="{FF2B5EF4-FFF2-40B4-BE49-F238E27FC236}">
                    <a16:creationId xmlns:a16="http://schemas.microsoft.com/office/drawing/2014/main" id="{5F3C3793-BF0A-4725-BC1B-7A4AF6B2F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878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19" name="Oval 1697">
                <a:extLst>
                  <a:ext uri="{FF2B5EF4-FFF2-40B4-BE49-F238E27FC236}">
                    <a16:creationId xmlns:a16="http://schemas.microsoft.com/office/drawing/2014/main" id="{EC34496E-B2F5-4A0D-8137-6C9470E9B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1825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20" name="Oval 1698">
                <a:extLst>
                  <a:ext uri="{FF2B5EF4-FFF2-40B4-BE49-F238E27FC236}">
                    <a16:creationId xmlns:a16="http://schemas.microsoft.com/office/drawing/2014/main" id="{804A543C-DC71-4491-B876-30BBF5B42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7" y="1815"/>
                <a:ext cx="24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4221" name="Freeform 1699">
                <a:extLst>
                  <a:ext uri="{FF2B5EF4-FFF2-40B4-BE49-F238E27FC236}">
                    <a16:creationId xmlns:a16="http://schemas.microsoft.com/office/drawing/2014/main" id="{7CAE7BCA-D8A4-4337-A578-4005D7AA4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818"/>
                <a:ext cx="24" cy="20"/>
              </a:xfrm>
              <a:custGeom>
                <a:avLst/>
                <a:gdLst>
                  <a:gd name="T0" fmla="*/ 31 w 20"/>
                  <a:gd name="T1" fmla="*/ 2 h 17"/>
                  <a:gd name="T2" fmla="*/ 23 w 20"/>
                  <a:gd name="T3" fmla="*/ 21 h 17"/>
                  <a:gd name="T4" fmla="*/ 2 w 20"/>
                  <a:gd name="T5" fmla="*/ 25 h 17"/>
                  <a:gd name="T6" fmla="*/ 12 w 20"/>
                  <a:gd name="T7" fmla="*/ 8 h 17"/>
                  <a:gd name="T8" fmla="*/ 31 w 20"/>
                  <a:gd name="T9" fmla="*/ 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8" y="2"/>
                    </a:moveTo>
                    <a:cubicBezTo>
                      <a:pt x="20" y="5"/>
                      <a:pt x="17" y="9"/>
                      <a:pt x="13" y="13"/>
                    </a:cubicBezTo>
                    <a:cubicBezTo>
                      <a:pt x="8" y="16"/>
                      <a:pt x="4" y="17"/>
                      <a:pt x="2" y="15"/>
                    </a:cubicBezTo>
                    <a:cubicBezTo>
                      <a:pt x="0" y="13"/>
                      <a:pt x="2" y="8"/>
                      <a:pt x="7" y="5"/>
                    </a:cubicBezTo>
                    <a:cubicBezTo>
                      <a:pt x="11" y="1"/>
                      <a:pt x="16" y="0"/>
                      <a:pt x="18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22" name="Freeform 1700">
                <a:extLst>
                  <a:ext uri="{FF2B5EF4-FFF2-40B4-BE49-F238E27FC236}">
                    <a16:creationId xmlns:a16="http://schemas.microsoft.com/office/drawing/2014/main" id="{A5EE3887-201E-4971-ABC3-C18F6903D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1738"/>
                <a:ext cx="24" cy="20"/>
              </a:xfrm>
              <a:custGeom>
                <a:avLst/>
                <a:gdLst>
                  <a:gd name="T0" fmla="*/ 31 w 20"/>
                  <a:gd name="T1" fmla="*/ 2 h 17"/>
                  <a:gd name="T2" fmla="*/ 23 w 20"/>
                  <a:gd name="T3" fmla="*/ 21 h 17"/>
                  <a:gd name="T4" fmla="*/ 2 w 20"/>
                  <a:gd name="T5" fmla="*/ 25 h 17"/>
                  <a:gd name="T6" fmla="*/ 12 w 20"/>
                  <a:gd name="T7" fmla="*/ 8 h 17"/>
                  <a:gd name="T8" fmla="*/ 31 w 20"/>
                  <a:gd name="T9" fmla="*/ 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8" y="2"/>
                    </a:moveTo>
                    <a:cubicBezTo>
                      <a:pt x="20" y="5"/>
                      <a:pt x="18" y="9"/>
                      <a:pt x="13" y="13"/>
                    </a:cubicBezTo>
                    <a:cubicBezTo>
                      <a:pt x="9" y="16"/>
                      <a:pt x="4" y="17"/>
                      <a:pt x="2" y="15"/>
                    </a:cubicBezTo>
                    <a:cubicBezTo>
                      <a:pt x="0" y="13"/>
                      <a:pt x="3" y="8"/>
                      <a:pt x="7" y="5"/>
                    </a:cubicBezTo>
                    <a:cubicBezTo>
                      <a:pt x="11" y="1"/>
                      <a:pt x="16" y="0"/>
                      <a:pt x="18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23" name="Freeform 1701">
                <a:extLst>
                  <a:ext uri="{FF2B5EF4-FFF2-40B4-BE49-F238E27FC236}">
                    <a16:creationId xmlns:a16="http://schemas.microsoft.com/office/drawing/2014/main" id="{F88ED433-2E69-4A33-9A15-F61C82639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1650"/>
                <a:ext cx="18" cy="25"/>
              </a:xfrm>
              <a:custGeom>
                <a:avLst/>
                <a:gdLst>
                  <a:gd name="T0" fmla="*/ 20 w 15"/>
                  <a:gd name="T1" fmla="*/ 2 h 21"/>
                  <a:gd name="T2" fmla="*/ 20 w 15"/>
                  <a:gd name="T3" fmla="*/ 21 h 21"/>
                  <a:gd name="T4" fmla="*/ 2 w 15"/>
                  <a:gd name="T5" fmla="*/ 32 h 21"/>
                  <a:gd name="T6" fmla="*/ 6 w 15"/>
                  <a:gd name="T7" fmla="*/ 14 h 21"/>
                  <a:gd name="T8" fmla="*/ 20 w 15"/>
                  <a:gd name="T9" fmla="*/ 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2" y="2"/>
                    </a:moveTo>
                    <a:cubicBezTo>
                      <a:pt x="15" y="3"/>
                      <a:pt x="15" y="8"/>
                      <a:pt x="12" y="13"/>
                    </a:cubicBezTo>
                    <a:cubicBezTo>
                      <a:pt x="9" y="18"/>
                      <a:pt x="5" y="21"/>
                      <a:pt x="2" y="19"/>
                    </a:cubicBezTo>
                    <a:cubicBezTo>
                      <a:pt x="0" y="18"/>
                      <a:pt x="0" y="13"/>
                      <a:pt x="3" y="8"/>
                    </a:cubicBezTo>
                    <a:cubicBezTo>
                      <a:pt x="6" y="3"/>
                      <a:pt x="10" y="0"/>
                      <a:pt x="12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24" name="Freeform 1702">
                <a:extLst>
                  <a:ext uri="{FF2B5EF4-FFF2-40B4-BE49-F238E27FC236}">
                    <a16:creationId xmlns:a16="http://schemas.microsoft.com/office/drawing/2014/main" id="{47C41871-2D4E-41FD-9A25-8B222A6AC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621"/>
                <a:ext cx="15" cy="25"/>
              </a:xfrm>
              <a:custGeom>
                <a:avLst/>
                <a:gdLst>
                  <a:gd name="T0" fmla="*/ 16 w 12"/>
                  <a:gd name="T1" fmla="*/ 1 h 21"/>
                  <a:gd name="T2" fmla="*/ 23 w 12"/>
                  <a:gd name="T3" fmla="*/ 20 h 21"/>
                  <a:gd name="T4" fmla="*/ 8 w 12"/>
                  <a:gd name="T5" fmla="*/ 36 h 21"/>
                  <a:gd name="T6" fmla="*/ 1 w 12"/>
                  <a:gd name="T7" fmla="*/ 17 h 21"/>
                  <a:gd name="T8" fmla="*/ 16 w 12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1">
                    <a:moveTo>
                      <a:pt x="8" y="1"/>
                    </a:moveTo>
                    <a:cubicBezTo>
                      <a:pt x="11" y="1"/>
                      <a:pt x="12" y="6"/>
                      <a:pt x="11" y="12"/>
                    </a:cubicBezTo>
                    <a:cubicBezTo>
                      <a:pt x="10" y="17"/>
                      <a:pt x="7" y="21"/>
                      <a:pt x="4" y="21"/>
                    </a:cubicBezTo>
                    <a:cubicBezTo>
                      <a:pt x="1" y="20"/>
                      <a:pt x="0" y="15"/>
                      <a:pt x="1" y="10"/>
                    </a:cubicBezTo>
                    <a:cubicBezTo>
                      <a:pt x="2" y="4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25" name="Freeform 1703">
                <a:extLst>
                  <a:ext uri="{FF2B5EF4-FFF2-40B4-BE49-F238E27FC236}">
                    <a16:creationId xmlns:a16="http://schemas.microsoft.com/office/drawing/2014/main" id="{DAF5A445-3C80-455F-90D3-BF52BC9F1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515"/>
                <a:ext cx="12" cy="26"/>
              </a:xfrm>
              <a:custGeom>
                <a:avLst/>
                <a:gdLst>
                  <a:gd name="T0" fmla="*/ 8 w 10"/>
                  <a:gd name="T1" fmla="*/ 0 h 21"/>
                  <a:gd name="T2" fmla="*/ 17 w 10"/>
                  <a:gd name="T3" fmla="*/ 19 h 21"/>
                  <a:gd name="T4" fmla="*/ 8 w 10"/>
                  <a:gd name="T5" fmla="*/ 38 h 21"/>
                  <a:gd name="T6" fmla="*/ 0 w 10"/>
                  <a:gd name="T7" fmla="*/ 19 h 21"/>
                  <a:gd name="T8" fmla="*/ 8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5" y="0"/>
                    </a:moveTo>
                    <a:cubicBezTo>
                      <a:pt x="7" y="0"/>
                      <a:pt x="10" y="5"/>
                      <a:pt x="10" y="10"/>
                    </a:cubicBezTo>
                    <a:cubicBezTo>
                      <a:pt x="10" y="16"/>
                      <a:pt x="8" y="20"/>
                      <a:pt x="5" y="20"/>
                    </a:cubicBezTo>
                    <a:cubicBezTo>
                      <a:pt x="2" y="21"/>
                      <a:pt x="0" y="16"/>
                      <a:pt x="0" y="10"/>
                    </a:cubicBezTo>
                    <a:cubicBezTo>
                      <a:pt x="0" y="5"/>
                      <a:pt x="2" y="0"/>
                      <a:pt x="5" y="0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26" name="Freeform 1704">
                <a:extLst>
                  <a:ext uri="{FF2B5EF4-FFF2-40B4-BE49-F238E27FC236}">
                    <a16:creationId xmlns:a16="http://schemas.microsoft.com/office/drawing/2014/main" id="{2D328A06-436B-48C9-A1C8-390FA3313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1412"/>
                <a:ext cx="17" cy="26"/>
              </a:xfrm>
              <a:custGeom>
                <a:avLst/>
                <a:gdLst>
                  <a:gd name="T0" fmla="*/ 7 w 14"/>
                  <a:gd name="T1" fmla="*/ 1 h 21"/>
                  <a:gd name="T2" fmla="*/ 22 w 14"/>
                  <a:gd name="T3" fmla="*/ 17 h 21"/>
                  <a:gd name="T4" fmla="*/ 19 w 14"/>
                  <a:gd name="T5" fmla="*/ 40 h 21"/>
                  <a:gd name="T6" fmla="*/ 2 w 14"/>
                  <a:gd name="T7" fmla="*/ 25 h 21"/>
                  <a:gd name="T8" fmla="*/ 7 w 14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4" y="1"/>
                    </a:moveTo>
                    <a:cubicBezTo>
                      <a:pt x="6" y="0"/>
                      <a:pt x="10" y="4"/>
                      <a:pt x="12" y="9"/>
                    </a:cubicBezTo>
                    <a:cubicBezTo>
                      <a:pt x="14" y="15"/>
                      <a:pt x="13" y="20"/>
                      <a:pt x="11" y="21"/>
                    </a:cubicBezTo>
                    <a:cubicBezTo>
                      <a:pt x="8" y="21"/>
                      <a:pt x="4" y="18"/>
                      <a:pt x="2" y="13"/>
                    </a:cubicBezTo>
                    <a:cubicBezTo>
                      <a:pt x="0" y="7"/>
                      <a:pt x="1" y="2"/>
                      <a:pt x="4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27" name="Freeform 1705">
                <a:extLst>
                  <a:ext uri="{FF2B5EF4-FFF2-40B4-BE49-F238E27FC236}">
                    <a16:creationId xmlns:a16="http://schemas.microsoft.com/office/drawing/2014/main" id="{3B8575E4-4DD6-4C85-B48B-9A350D9D6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1292"/>
                <a:ext cx="16" cy="25"/>
              </a:xfrm>
              <a:custGeom>
                <a:avLst/>
                <a:gdLst>
                  <a:gd name="T0" fmla="*/ 6 w 13"/>
                  <a:gd name="T1" fmla="*/ 1 h 21"/>
                  <a:gd name="T2" fmla="*/ 21 w 13"/>
                  <a:gd name="T3" fmla="*/ 15 h 21"/>
                  <a:gd name="T4" fmla="*/ 18 w 13"/>
                  <a:gd name="T5" fmla="*/ 35 h 21"/>
                  <a:gd name="T6" fmla="*/ 2 w 13"/>
                  <a:gd name="T7" fmla="*/ 20 h 21"/>
                  <a:gd name="T8" fmla="*/ 6 w 13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3" y="1"/>
                    </a:moveTo>
                    <a:cubicBezTo>
                      <a:pt x="6" y="0"/>
                      <a:pt x="9" y="4"/>
                      <a:pt x="11" y="9"/>
                    </a:cubicBezTo>
                    <a:cubicBezTo>
                      <a:pt x="13" y="14"/>
                      <a:pt x="12" y="19"/>
                      <a:pt x="10" y="20"/>
                    </a:cubicBezTo>
                    <a:cubicBezTo>
                      <a:pt x="7" y="21"/>
                      <a:pt x="4" y="18"/>
                      <a:pt x="2" y="12"/>
                    </a:cubicBezTo>
                    <a:cubicBezTo>
                      <a:pt x="0" y="7"/>
                      <a:pt x="0" y="2"/>
                      <a:pt x="3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28" name="Freeform 1706">
                <a:extLst>
                  <a:ext uri="{FF2B5EF4-FFF2-40B4-BE49-F238E27FC236}">
                    <a16:creationId xmlns:a16="http://schemas.microsoft.com/office/drawing/2014/main" id="{BBF88E54-1BCE-42AF-81D6-00ADBD07D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221"/>
                <a:ext cx="20" cy="23"/>
              </a:xfrm>
              <a:custGeom>
                <a:avLst/>
                <a:gdLst>
                  <a:gd name="T0" fmla="*/ 2 w 17"/>
                  <a:gd name="T1" fmla="*/ 1 h 19"/>
                  <a:gd name="T2" fmla="*/ 21 w 17"/>
                  <a:gd name="T3" fmla="*/ 10 h 19"/>
                  <a:gd name="T4" fmla="*/ 25 w 17"/>
                  <a:gd name="T5" fmla="*/ 30 h 19"/>
                  <a:gd name="T6" fmla="*/ 8 w 17"/>
                  <a:gd name="T7" fmla="*/ 23 h 19"/>
                  <a:gd name="T8" fmla="*/ 2 w 17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2" y="1"/>
                    </a:moveTo>
                    <a:cubicBezTo>
                      <a:pt x="4" y="0"/>
                      <a:pt x="9" y="2"/>
                      <a:pt x="13" y="6"/>
                    </a:cubicBezTo>
                    <a:cubicBezTo>
                      <a:pt x="16" y="10"/>
                      <a:pt x="17" y="15"/>
                      <a:pt x="15" y="17"/>
                    </a:cubicBezTo>
                    <a:cubicBezTo>
                      <a:pt x="13" y="19"/>
                      <a:pt x="8" y="17"/>
                      <a:pt x="5" y="13"/>
                    </a:cubicBezTo>
                    <a:cubicBezTo>
                      <a:pt x="1" y="8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29" name="Freeform 1707">
                <a:extLst>
                  <a:ext uri="{FF2B5EF4-FFF2-40B4-BE49-F238E27FC236}">
                    <a16:creationId xmlns:a16="http://schemas.microsoft.com/office/drawing/2014/main" id="{C2F270B6-C643-43A4-BD70-D3B2DF141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126"/>
                <a:ext cx="24" cy="18"/>
              </a:xfrm>
              <a:custGeom>
                <a:avLst/>
                <a:gdLst>
                  <a:gd name="T0" fmla="*/ 1 w 20"/>
                  <a:gd name="T1" fmla="*/ 2 h 15"/>
                  <a:gd name="T2" fmla="*/ 20 w 20"/>
                  <a:gd name="T3" fmla="*/ 6 h 15"/>
                  <a:gd name="T4" fmla="*/ 31 w 20"/>
                  <a:gd name="T5" fmla="*/ 23 h 15"/>
                  <a:gd name="T6" fmla="*/ 12 w 20"/>
                  <a:gd name="T7" fmla="*/ 20 h 15"/>
                  <a:gd name="T8" fmla="*/ 1 w 20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1" y="2"/>
                    </a:moveTo>
                    <a:cubicBezTo>
                      <a:pt x="3" y="0"/>
                      <a:pt x="8" y="0"/>
                      <a:pt x="12" y="3"/>
                    </a:cubicBezTo>
                    <a:cubicBezTo>
                      <a:pt x="17" y="6"/>
                      <a:pt x="20" y="11"/>
                      <a:pt x="18" y="13"/>
                    </a:cubicBezTo>
                    <a:cubicBezTo>
                      <a:pt x="17" y="15"/>
                      <a:pt x="12" y="15"/>
                      <a:pt x="7" y="12"/>
                    </a:cubicBezTo>
                    <a:cubicBezTo>
                      <a:pt x="2" y="9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30" name="Freeform 1708">
                <a:extLst>
                  <a:ext uri="{FF2B5EF4-FFF2-40B4-BE49-F238E27FC236}">
                    <a16:creationId xmlns:a16="http://schemas.microsoft.com/office/drawing/2014/main" id="{3FFFD0D5-FF63-4AED-939A-5DE0F36C9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163"/>
                <a:ext cx="25" cy="18"/>
              </a:xfrm>
              <a:custGeom>
                <a:avLst/>
                <a:gdLst>
                  <a:gd name="T0" fmla="*/ 1 w 20"/>
                  <a:gd name="T1" fmla="*/ 2 h 15"/>
                  <a:gd name="T2" fmla="*/ 25 w 20"/>
                  <a:gd name="T3" fmla="*/ 6 h 15"/>
                  <a:gd name="T4" fmla="*/ 36 w 20"/>
                  <a:gd name="T5" fmla="*/ 23 h 15"/>
                  <a:gd name="T6" fmla="*/ 14 w 20"/>
                  <a:gd name="T7" fmla="*/ 20 h 15"/>
                  <a:gd name="T8" fmla="*/ 1 w 20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1" y="2"/>
                    </a:moveTo>
                    <a:cubicBezTo>
                      <a:pt x="3" y="0"/>
                      <a:pt x="8" y="0"/>
                      <a:pt x="13" y="3"/>
                    </a:cubicBezTo>
                    <a:cubicBezTo>
                      <a:pt x="17" y="6"/>
                      <a:pt x="20" y="11"/>
                      <a:pt x="18" y="13"/>
                    </a:cubicBezTo>
                    <a:cubicBezTo>
                      <a:pt x="17" y="15"/>
                      <a:pt x="12" y="15"/>
                      <a:pt x="7" y="12"/>
                    </a:cubicBezTo>
                    <a:cubicBezTo>
                      <a:pt x="2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31" name="Freeform 1709">
                <a:extLst>
                  <a:ext uri="{FF2B5EF4-FFF2-40B4-BE49-F238E27FC236}">
                    <a16:creationId xmlns:a16="http://schemas.microsoft.com/office/drawing/2014/main" id="{FAEC9013-C84B-4A06-B702-F4FEF0B38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1151"/>
                <a:ext cx="25" cy="15"/>
              </a:xfrm>
              <a:custGeom>
                <a:avLst/>
                <a:gdLst>
                  <a:gd name="T0" fmla="*/ 0 w 21"/>
                  <a:gd name="T1" fmla="*/ 8 h 12"/>
                  <a:gd name="T2" fmla="*/ 18 w 21"/>
                  <a:gd name="T3" fmla="*/ 1 h 12"/>
                  <a:gd name="T4" fmla="*/ 35 w 21"/>
                  <a:gd name="T5" fmla="*/ 16 h 12"/>
                  <a:gd name="T6" fmla="*/ 15 w 21"/>
                  <a:gd name="T7" fmla="*/ 23 h 12"/>
                  <a:gd name="T8" fmla="*/ 0 w 21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0" y="4"/>
                    </a:moveTo>
                    <a:cubicBezTo>
                      <a:pt x="1" y="1"/>
                      <a:pt x="6" y="0"/>
                      <a:pt x="11" y="1"/>
                    </a:cubicBezTo>
                    <a:cubicBezTo>
                      <a:pt x="17" y="2"/>
                      <a:pt x="21" y="6"/>
                      <a:pt x="20" y="8"/>
                    </a:cubicBezTo>
                    <a:cubicBezTo>
                      <a:pt x="20" y="11"/>
                      <a:pt x="15" y="12"/>
                      <a:pt x="9" y="11"/>
                    </a:cubicBezTo>
                    <a:cubicBezTo>
                      <a:pt x="4" y="10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32" name="Freeform 1710">
                <a:extLst>
                  <a:ext uri="{FF2B5EF4-FFF2-40B4-BE49-F238E27FC236}">
                    <a16:creationId xmlns:a16="http://schemas.microsoft.com/office/drawing/2014/main" id="{8C476A81-F2A8-466F-A011-7AE6A1DFF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145"/>
                <a:ext cx="101" cy="117"/>
              </a:xfrm>
              <a:custGeom>
                <a:avLst/>
                <a:gdLst>
                  <a:gd name="T0" fmla="*/ 0 w 84"/>
                  <a:gd name="T1" fmla="*/ 87 h 97"/>
                  <a:gd name="T2" fmla="*/ 145 w 84"/>
                  <a:gd name="T3" fmla="*/ 86 h 97"/>
                  <a:gd name="T4" fmla="*/ 0 w 84"/>
                  <a:gd name="T5" fmla="*/ 87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7">
                    <a:moveTo>
                      <a:pt x="0" y="50"/>
                    </a:moveTo>
                    <a:cubicBezTo>
                      <a:pt x="0" y="50"/>
                      <a:pt x="29" y="0"/>
                      <a:pt x="84" y="49"/>
                    </a:cubicBezTo>
                    <a:cubicBezTo>
                      <a:pt x="84" y="49"/>
                      <a:pt x="49" y="97"/>
                      <a:pt x="0" y="5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33" name="Freeform 1711">
                <a:extLst>
                  <a:ext uri="{FF2B5EF4-FFF2-40B4-BE49-F238E27FC236}">
                    <a16:creationId xmlns:a16="http://schemas.microsoft.com/office/drawing/2014/main" id="{4BB1407D-19FD-431F-A7DF-1F457DB47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161"/>
                <a:ext cx="140" cy="101"/>
              </a:xfrm>
              <a:custGeom>
                <a:avLst/>
                <a:gdLst>
                  <a:gd name="T0" fmla="*/ 0 w 116"/>
                  <a:gd name="T1" fmla="*/ 64 h 84"/>
                  <a:gd name="T2" fmla="*/ 204 w 116"/>
                  <a:gd name="T3" fmla="*/ 66 h 84"/>
                  <a:gd name="T4" fmla="*/ 0 w 116"/>
                  <a:gd name="T5" fmla="*/ 64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84">
                    <a:moveTo>
                      <a:pt x="0" y="37"/>
                    </a:moveTo>
                    <a:cubicBezTo>
                      <a:pt x="0" y="37"/>
                      <a:pt x="62" y="0"/>
                      <a:pt x="116" y="38"/>
                    </a:cubicBezTo>
                    <a:cubicBezTo>
                      <a:pt x="116" y="38"/>
                      <a:pt x="59" y="84"/>
                      <a:pt x="0" y="3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34" name="Freeform 1712">
                <a:extLst>
                  <a:ext uri="{FF2B5EF4-FFF2-40B4-BE49-F238E27FC236}">
                    <a16:creationId xmlns:a16="http://schemas.microsoft.com/office/drawing/2014/main" id="{D757A3D7-A835-468C-BF24-0AE8223FF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148"/>
                <a:ext cx="103" cy="114"/>
              </a:xfrm>
              <a:custGeom>
                <a:avLst/>
                <a:gdLst>
                  <a:gd name="T0" fmla="*/ 0 w 86"/>
                  <a:gd name="T1" fmla="*/ 84 h 95"/>
                  <a:gd name="T2" fmla="*/ 147 w 86"/>
                  <a:gd name="T3" fmla="*/ 84 h 95"/>
                  <a:gd name="T4" fmla="*/ 0 w 86"/>
                  <a:gd name="T5" fmla="*/ 8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95">
                    <a:moveTo>
                      <a:pt x="0" y="48"/>
                    </a:moveTo>
                    <a:cubicBezTo>
                      <a:pt x="0" y="48"/>
                      <a:pt x="32" y="0"/>
                      <a:pt x="86" y="48"/>
                    </a:cubicBezTo>
                    <a:cubicBezTo>
                      <a:pt x="86" y="48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35" name="Freeform 1713">
                <a:extLst>
                  <a:ext uri="{FF2B5EF4-FFF2-40B4-BE49-F238E27FC236}">
                    <a16:creationId xmlns:a16="http://schemas.microsoft.com/office/drawing/2014/main" id="{80CDAEC1-416C-4C37-A643-3461193A5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148"/>
                <a:ext cx="129" cy="114"/>
              </a:xfrm>
              <a:custGeom>
                <a:avLst/>
                <a:gdLst>
                  <a:gd name="T0" fmla="*/ 0 w 107"/>
                  <a:gd name="T1" fmla="*/ 84 h 95"/>
                  <a:gd name="T2" fmla="*/ 188 w 107"/>
                  <a:gd name="T3" fmla="*/ 84 h 95"/>
                  <a:gd name="T4" fmla="*/ 0 w 107"/>
                  <a:gd name="T5" fmla="*/ 8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95">
                    <a:moveTo>
                      <a:pt x="0" y="48"/>
                    </a:moveTo>
                    <a:cubicBezTo>
                      <a:pt x="0" y="48"/>
                      <a:pt x="52" y="0"/>
                      <a:pt x="107" y="48"/>
                    </a:cubicBezTo>
                    <a:cubicBezTo>
                      <a:pt x="107" y="48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36" name="Freeform 1714">
                <a:extLst>
                  <a:ext uri="{FF2B5EF4-FFF2-40B4-BE49-F238E27FC236}">
                    <a16:creationId xmlns:a16="http://schemas.microsoft.com/office/drawing/2014/main" id="{AFA1F814-81B5-43B3-B154-441C4ECD9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1148"/>
                <a:ext cx="130" cy="116"/>
              </a:xfrm>
              <a:custGeom>
                <a:avLst/>
                <a:gdLst>
                  <a:gd name="T0" fmla="*/ 0 w 108"/>
                  <a:gd name="T1" fmla="*/ 85 h 96"/>
                  <a:gd name="T2" fmla="*/ 188 w 108"/>
                  <a:gd name="T3" fmla="*/ 86 h 96"/>
                  <a:gd name="T4" fmla="*/ 0 w 108"/>
                  <a:gd name="T5" fmla="*/ 85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96">
                    <a:moveTo>
                      <a:pt x="0" y="48"/>
                    </a:moveTo>
                    <a:cubicBezTo>
                      <a:pt x="0" y="48"/>
                      <a:pt x="54" y="0"/>
                      <a:pt x="108" y="49"/>
                    </a:cubicBezTo>
                    <a:cubicBezTo>
                      <a:pt x="108" y="49"/>
                      <a:pt x="48" y="96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37" name="Freeform 1715">
                <a:extLst>
                  <a:ext uri="{FF2B5EF4-FFF2-40B4-BE49-F238E27FC236}">
                    <a16:creationId xmlns:a16="http://schemas.microsoft.com/office/drawing/2014/main" id="{A255B252-1DCA-4C9C-87D0-5FF3440FD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154"/>
                <a:ext cx="141" cy="98"/>
              </a:xfrm>
              <a:custGeom>
                <a:avLst/>
                <a:gdLst>
                  <a:gd name="T0" fmla="*/ 0 w 117"/>
                  <a:gd name="T1" fmla="*/ 76 h 81"/>
                  <a:gd name="T2" fmla="*/ 205 w 117"/>
                  <a:gd name="T3" fmla="*/ 76 h 81"/>
                  <a:gd name="T4" fmla="*/ 0 w 117"/>
                  <a:gd name="T5" fmla="*/ 76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81">
                    <a:moveTo>
                      <a:pt x="0" y="43"/>
                    </a:moveTo>
                    <a:cubicBezTo>
                      <a:pt x="0" y="43"/>
                      <a:pt x="64" y="0"/>
                      <a:pt x="117" y="43"/>
                    </a:cubicBezTo>
                    <a:cubicBezTo>
                      <a:pt x="117" y="43"/>
                      <a:pt x="53" y="81"/>
                      <a:pt x="0" y="4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38" name="Freeform 1716">
                <a:extLst>
                  <a:ext uri="{FF2B5EF4-FFF2-40B4-BE49-F238E27FC236}">
                    <a16:creationId xmlns:a16="http://schemas.microsoft.com/office/drawing/2014/main" id="{7D2ED40A-472A-4091-BB97-789A252B2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1148"/>
                <a:ext cx="101" cy="128"/>
              </a:xfrm>
              <a:custGeom>
                <a:avLst/>
                <a:gdLst>
                  <a:gd name="T0" fmla="*/ 0 w 84"/>
                  <a:gd name="T1" fmla="*/ 85 h 106"/>
                  <a:gd name="T2" fmla="*/ 145 w 84"/>
                  <a:gd name="T3" fmla="*/ 86 h 106"/>
                  <a:gd name="T4" fmla="*/ 0 w 84"/>
                  <a:gd name="T5" fmla="*/ 85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06">
                    <a:moveTo>
                      <a:pt x="0" y="48"/>
                    </a:moveTo>
                    <a:cubicBezTo>
                      <a:pt x="0" y="48"/>
                      <a:pt x="29" y="0"/>
                      <a:pt x="84" y="49"/>
                    </a:cubicBezTo>
                    <a:cubicBezTo>
                      <a:pt x="84" y="49"/>
                      <a:pt x="31" y="106"/>
                      <a:pt x="0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39" name="Freeform 1717">
                <a:extLst>
                  <a:ext uri="{FF2B5EF4-FFF2-40B4-BE49-F238E27FC236}">
                    <a16:creationId xmlns:a16="http://schemas.microsoft.com/office/drawing/2014/main" id="{C42D6CC7-DA01-492B-A4E1-313356E8C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415"/>
                <a:ext cx="105" cy="118"/>
              </a:xfrm>
              <a:custGeom>
                <a:avLst/>
                <a:gdLst>
                  <a:gd name="T0" fmla="*/ 0 w 87"/>
                  <a:gd name="T1" fmla="*/ 94 h 98"/>
                  <a:gd name="T2" fmla="*/ 153 w 87"/>
                  <a:gd name="T3" fmla="*/ 85 h 98"/>
                  <a:gd name="T4" fmla="*/ 0 w 87"/>
                  <a:gd name="T5" fmla="*/ 94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98">
                    <a:moveTo>
                      <a:pt x="0" y="54"/>
                    </a:moveTo>
                    <a:cubicBezTo>
                      <a:pt x="0" y="54"/>
                      <a:pt x="39" y="0"/>
                      <a:pt x="87" y="49"/>
                    </a:cubicBezTo>
                    <a:cubicBezTo>
                      <a:pt x="87" y="49"/>
                      <a:pt x="51" y="98"/>
                      <a:pt x="0" y="5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40" name="Freeform 1718">
                <a:extLst>
                  <a:ext uri="{FF2B5EF4-FFF2-40B4-BE49-F238E27FC236}">
                    <a16:creationId xmlns:a16="http://schemas.microsoft.com/office/drawing/2014/main" id="{562C1AB5-1814-430D-9E3B-D66050223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405"/>
                <a:ext cx="134" cy="114"/>
              </a:xfrm>
              <a:custGeom>
                <a:avLst/>
                <a:gdLst>
                  <a:gd name="T0" fmla="*/ 0 w 111"/>
                  <a:gd name="T1" fmla="*/ 102 h 94"/>
                  <a:gd name="T2" fmla="*/ 196 w 111"/>
                  <a:gd name="T3" fmla="*/ 68 h 94"/>
                  <a:gd name="T4" fmla="*/ 0 w 111"/>
                  <a:gd name="T5" fmla="*/ 102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94">
                    <a:moveTo>
                      <a:pt x="0" y="57"/>
                    </a:moveTo>
                    <a:cubicBezTo>
                      <a:pt x="0" y="57"/>
                      <a:pt x="49" y="0"/>
                      <a:pt x="111" y="38"/>
                    </a:cubicBezTo>
                    <a:cubicBezTo>
                      <a:pt x="111" y="38"/>
                      <a:pt x="57" y="94"/>
                      <a:pt x="0" y="5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41" name="Freeform 1719">
                <a:extLst>
                  <a:ext uri="{FF2B5EF4-FFF2-40B4-BE49-F238E27FC236}">
                    <a16:creationId xmlns:a16="http://schemas.microsoft.com/office/drawing/2014/main" id="{C9D416F4-327B-474B-86AC-D67DF49C5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371"/>
                <a:ext cx="94" cy="136"/>
              </a:xfrm>
              <a:custGeom>
                <a:avLst/>
                <a:gdLst>
                  <a:gd name="T0" fmla="*/ 0 w 78"/>
                  <a:gd name="T1" fmla="*/ 118 h 112"/>
                  <a:gd name="T2" fmla="*/ 136 w 78"/>
                  <a:gd name="T3" fmla="*/ 77 h 112"/>
                  <a:gd name="T4" fmla="*/ 0 w 78"/>
                  <a:gd name="T5" fmla="*/ 118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12">
                    <a:moveTo>
                      <a:pt x="0" y="66"/>
                    </a:moveTo>
                    <a:cubicBezTo>
                      <a:pt x="0" y="66"/>
                      <a:pt x="13" y="0"/>
                      <a:pt x="78" y="43"/>
                    </a:cubicBezTo>
                    <a:cubicBezTo>
                      <a:pt x="78" y="43"/>
                      <a:pt x="55" y="112"/>
                      <a:pt x="0" y="6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42" name="Freeform 1720">
                <a:extLst>
                  <a:ext uri="{FF2B5EF4-FFF2-40B4-BE49-F238E27FC236}">
                    <a16:creationId xmlns:a16="http://schemas.microsoft.com/office/drawing/2014/main" id="{F1759877-E810-4A12-B8D1-6474FD5D1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341"/>
                <a:ext cx="125" cy="108"/>
              </a:xfrm>
              <a:custGeom>
                <a:avLst/>
                <a:gdLst>
                  <a:gd name="T0" fmla="*/ 0 w 104"/>
                  <a:gd name="T1" fmla="*/ 123 h 89"/>
                  <a:gd name="T2" fmla="*/ 180 w 104"/>
                  <a:gd name="T3" fmla="*/ 35 h 89"/>
                  <a:gd name="T4" fmla="*/ 0 w 104"/>
                  <a:gd name="T5" fmla="*/ 123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89">
                    <a:moveTo>
                      <a:pt x="0" y="68"/>
                    </a:moveTo>
                    <a:cubicBezTo>
                      <a:pt x="0" y="68"/>
                      <a:pt x="36" y="0"/>
                      <a:pt x="104" y="20"/>
                    </a:cubicBezTo>
                    <a:cubicBezTo>
                      <a:pt x="104" y="20"/>
                      <a:pt x="63" y="89"/>
                      <a:pt x="0" y="6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43" name="Freeform 1721">
                <a:extLst>
                  <a:ext uri="{FF2B5EF4-FFF2-40B4-BE49-F238E27FC236}">
                    <a16:creationId xmlns:a16="http://schemas.microsoft.com/office/drawing/2014/main" id="{81B8B2F9-91A8-43D0-85D2-D3E808540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307"/>
                <a:ext cx="111" cy="121"/>
              </a:xfrm>
              <a:custGeom>
                <a:avLst/>
                <a:gdLst>
                  <a:gd name="T0" fmla="*/ 0 w 92"/>
                  <a:gd name="T1" fmla="*/ 77 h 100"/>
                  <a:gd name="T2" fmla="*/ 162 w 92"/>
                  <a:gd name="T3" fmla="*/ 103 h 100"/>
                  <a:gd name="T4" fmla="*/ 0 w 92"/>
                  <a:gd name="T5" fmla="*/ 77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00">
                    <a:moveTo>
                      <a:pt x="0" y="44"/>
                    </a:moveTo>
                    <a:cubicBezTo>
                      <a:pt x="0" y="44"/>
                      <a:pt x="44" y="0"/>
                      <a:pt x="92" y="58"/>
                    </a:cubicBezTo>
                    <a:cubicBezTo>
                      <a:pt x="92" y="58"/>
                      <a:pt x="43" y="100"/>
                      <a:pt x="0" y="4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44" name="Freeform 1722">
                <a:extLst>
                  <a:ext uri="{FF2B5EF4-FFF2-40B4-BE49-F238E27FC236}">
                    <a16:creationId xmlns:a16="http://schemas.microsoft.com/office/drawing/2014/main" id="{82548B8B-4EA8-4FD9-89AC-7F9A7D94E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323"/>
                <a:ext cx="137" cy="114"/>
              </a:xfrm>
              <a:custGeom>
                <a:avLst/>
                <a:gdLst>
                  <a:gd name="T0" fmla="*/ 0 w 114"/>
                  <a:gd name="T1" fmla="*/ 81 h 94"/>
                  <a:gd name="T2" fmla="*/ 198 w 114"/>
                  <a:gd name="T3" fmla="*/ 91 h 94"/>
                  <a:gd name="T4" fmla="*/ 0 w 114"/>
                  <a:gd name="T5" fmla="*/ 81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94">
                    <a:moveTo>
                      <a:pt x="0" y="45"/>
                    </a:moveTo>
                    <a:cubicBezTo>
                      <a:pt x="0" y="45"/>
                      <a:pt x="61" y="0"/>
                      <a:pt x="114" y="51"/>
                    </a:cubicBezTo>
                    <a:cubicBezTo>
                      <a:pt x="114" y="51"/>
                      <a:pt x="46" y="94"/>
                      <a:pt x="0" y="4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45" name="Freeform 1723">
                <a:extLst>
                  <a:ext uri="{FF2B5EF4-FFF2-40B4-BE49-F238E27FC236}">
                    <a16:creationId xmlns:a16="http://schemas.microsoft.com/office/drawing/2014/main" id="{D90190B5-0380-470A-9F81-3F9E20277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316"/>
                <a:ext cx="110" cy="107"/>
              </a:xfrm>
              <a:custGeom>
                <a:avLst/>
                <a:gdLst>
                  <a:gd name="T0" fmla="*/ 0 w 91"/>
                  <a:gd name="T1" fmla="*/ 101 h 89"/>
                  <a:gd name="T2" fmla="*/ 161 w 91"/>
                  <a:gd name="T3" fmla="*/ 59 h 89"/>
                  <a:gd name="T4" fmla="*/ 0 w 91"/>
                  <a:gd name="T5" fmla="*/ 101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89">
                    <a:moveTo>
                      <a:pt x="0" y="58"/>
                    </a:moveTo>
                    <a:cubicBezTo>
                      <a:pt x="0" y="58"/>
                      <a:pt x="36" y="0"/>
                      <a:pt x="91" y="34"/>
                    </a:cubicBezTo>
                    <a:cubicBezTo>
                      <a:pt x="91" y="34"/>
                      <a:pt x="54" y="89"/>
                      <a:pt x="0" y="5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46" name="Freeform 1724">
                <a:extLst>
                  <a:ext uri="{FF2B5EF4-FFF2-40B4-BE49-F238E27FC236}">
                    <a16:creationId xmlns:a16="http://schemas.microsoft.com/office/drawing/2014/main" id="{7E6C01F2-DE8B-4BB5-BE9F-6C1979C70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241"/>
                <a:ext cx="109" cy="116"/>
              </a:xfrm>
              <a:custGeom>
                <a:avLst/>
                <a:gdLst>
                  <a:gd name="T0" fmla="*/ 50 w 91"/>
                  <a:gd name="T1" fmla="*/ 169 h 96"/>
                  <a:gd name="T2" fmla="*/ 55 w 91"/>
                  <a:gd name="T3" fmla="*/ 0 h 96"/>
                  <a:gd name="T4" fmla="*/ 50 w 91"/>
                  <a:gd name="T5" fmla="*/ 16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96">
                    <a:moveTo>
                      <a:pt x="29" y="96"/>
                    </a:moveTo>
                    <a:cubicBezTo>
                      <a:pt x="29" y="96"/>
                      <a:pt x="0" y="58"/>
                      <a:pt x="32" y="0"/>
                    </a:cubicBezTo>
                    <a:cubicBezTo>
                      <a:pt x="32" y="0"/>
                      <a:pt x="91" y="50"/>
                      <a:pt x="29" y="9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47" name="Freeform 1725">
                <a:extLst>
                  <a:ext uri="{FF2B5EF4-FFF2-40B4-BE49-F238E27FC236}">
                    <a16:creationId xmlns:a16="http://schemas.microsoft.com/office/drawing/2014/main" id="{8625F647-8DCC-4D47-8DEF-57940C1FA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183"/>
                <a:ext cx="109" cy="82"/>
              </a:xfrm>
              <a:custGeom>
                <a:avLst/>
                <a:gdLst>
                  <a:gd name="T0" fmla="*/ 157 w 91"/>
                  <a:gd name="T1" fmla="*/ 84 h 68"/>
                  <a:gd name="T2" fmla="*/ 0 w 91"/>
                  <a:gd name="T3" fmla="*/ 33 h 68"/>
                  <a:gd name="T4" fmla="*/ 157 w 91"/>
                  <a:gd name="T5" fmla="*/ 84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68">
                    <a:moveTo>
                      <a:pt x="91" y="48"/>
                    </a:moveTo>
                    <a:cubicBezTo>
                      <a:pt x="91" y="48"/>
                      <a:pt x="35" y="68"/>
                      <a:pt x="0" y="18"/>
                    </a:cubicBezTo>
                    <a:cubicBezTo>
                      <a:pt x="0" y="18"/>
                      <a:pt x="65" y="0"/>
                      <a:pt x="91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48" name="Line 1726">
                <a:extLst>
                  <a:ext uri="{FF2B5EF4-FFF2-40B4-BE49-F238E27FC236}">
                    <a16:creationId xmlns:a16="http://schemas.microsoft.com/office/drawing/2014/main" id="{FDB305E9-B564-4767-9BFF-0308A0AB42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66" y="1483"/>
                <a:ext cx="1" cy="335"/>
              </a:xfrm>
              <a:prstGeom prst="lin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49" name="Freeform 1727">
                <a:extLst>
                  <a:ext uri="{FF2B5EF4-FFF2-40B4-BE49-F238E27FC236}">
                    <a16:creationId xmlns:a16="http://schemas.microsoft.com/office/drawing/2014/main" id="{0ECF2213-F206-445B-9912-853D13E16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207"/>
                <a:ext cx="63" cy="30"/>
              </a:xfrm>
              <a:custGeom>
                <a:avLst/>
                <a:gdLst>
                  <a:gd name="T0" fmla="*/ 0 w 52"/>
                  <a:gd name="T1" fmla="*/ 0 h 25"/>
                  <a:gd name="T2" fmla="*/ 92 w 52"/>
                  <a:gd name="T3" fmla="*/ 19 h 25"/>
                  <a:gd name="T4" fmla="*/ 0 w 5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5">
                    <a:moveTo>
                      <a:pt x="0" y="0"/>
                    </a:moveTo>
                    <a:cubicBezTo>
                      <a:pt x="0" y="0"/>
                      <a:pt x="23" y="25"/>
                      <a:pt x="52" y="11"/>
                    </a:cubicBezTo>
                    <a:cubicBezTo>
                      <a:pt x="52" y="11"/>
                      <a:pt x="17" y="12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50" name="Freeform 1728">
                <a:extLst>
                  <a:ext uri="{FF2B5EF4-FFF2-40B4-BE49-F238E27FC236}">
                    <a16:creationId xmlns:a16="http://schemas.microsoft.com/office/drawing/2014/main" id="{34E9A718-E282-4AFC-B09D-4027F1D2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207"/>
                <a:ext cx="74" cy="29"/>
              </a:xfrm>
              <a:custGeom>
                <a:avLst/>
                <a:gdLst>
                  <a:gd name="T0" fmla="*/ 0 w 62"/>
                  <a:gd name="T1" fmla="*/ 0 h 24"/>
                  <a:gd name="T2" fmla="*/ 105 w 62"/>
                  <a:gd name="T3" fmla="*/ 25 h 24"/>
                  <a:gd name="T4" fmla="*/ 0 w 6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4">
                    <a:moveTo>
                      <a:pt x="0" y="0"/>
                    </a:moveTo>
                    <a:cubicBezTo>
                      <a:pt x="0" y="0"/>
                      <a:pt x="31" y="24"/>
                      <a:pt x="62" y="14"/>
                    </a:cubicBezTo>
                    <a:cubicBezTo>
                      <a:pt x="62" y="14"/>
                      <a:pt x="15" y="12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51" name="Freeform 1729">
                <a:extLst>
                  <a:ext uri="{FF2B5EF4-FFF2-40B4-BE49-F238E27FC236}">
                    <a16:creationId xmlns:a16="http://schemas.microsoft.com/office/drawing/2014/main" id="{73229248-F49A-45F0-BAD5-0A1EF4892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204"/>
                <a:ext cx="58" cy="26"/>
              </a:xfrm>
              <a:custGeom>
                <a:avLst/>
                <a:gdLst>
                  <a:gd name="T0" fmla="*/ 0 w 48"/>
                  <a:gd name="T1" fmla="*/ 0 h 21"/>
                  <a:gd name="T2" fmla="*/ 85 w 48"/>
                  <a:gd name="T3" fmla="*/ 30 h 21"/>
                  <a:gd name="T4" fmla="*/ 0 w 4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1">
                    <a:moveTo>
                      <a:pt x="0" y="0"/>
                    </a:moveTo>
                    <a:cubicBezTo>
                      <a:pt x="0" y="0"/>
                      <a:pt x="14" y="21"/>
                      <a:pt x="48" y="15"/>
                    </a:cubicBezTo>
                    <a:cubicBezTo>
                      <a:pt x="48" y="15"/>
                      <a:pt x="10" y="13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52" name="Freeform 1730">
                <a:extLst>
                  <a:ext uri="{FF2B5EF4-FFF2-40B4-BE49-F238E27FC236}">
                    <a16:creationId xmlns:a16="http://schemas.microsoft.com/office/drawing/2014/main" id="{6D8F4A9C-CF85-420B-9A38-F60D309C6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279"/>
                <a:ext cx="107" cy="95"/>
              </a:xfrm>
              <a:custGeom>
                <a:avLst/>
                <a:gdLst>
                  <a:gd name="T0" fmla="*/ 29 w 89"/>
                  <a:gd name="T1" fmla="*/ 80 h 78"/>
                  <a:gd name="T2" fmla="*/ 91 w 89"/>
                  <a:gd name="T3" fmla="*/ 118 h 78"/>
                  <a:gd name="T4" fmla="*/ 120 w 89"/>
                  <a:gd name="T5" fmla="*/ 74 h 78"/>
                  <a:gd name="T6" fmla="*/ 101 w 89"/>
                  <a:gd name="T7" fmla="*/ 35 h 78"/>
                  <a:gd name="T8" fmla="*/ 69 w 89"/>
                  <a:gd name="T9" fmla="*/ 19 h 78"/>
                  <a:gd name="T10" fmla="*/ 49 w 89"/>
                  <a:gd name="T11" fmla="*/ 43 h 78"/>
                  <a:gd name="T12" fmla="*/ 29 w 89"/>
                  <a:gd name="T13" fmla="*/ 80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78">
                    <a:moveTo>
                      <a:pt x="17" y="44"/>
                    </a:moveTo>
                    <a:cubicBezTo>
                      <a:pt x="0" y="47"/>
                      <a:pt x="30" y="78"/>
                      <a:pt x="52" y="66"/>
                    </a:cubicBezTo>
                    <a:cubicBezTo>
                      <a:pt x="74" y="54"/>
                      <a:pt x="48" y="44"/>
                      <a:pt x="69" y="41"/>
                    </a:cubicBezTo>
                    <a:cubicBezTo>
                      <a:pt x="89" y="37"/>
                      <a:pt x="69" y="16"/>
                      <a:pt x="58" y="20"/>
                    </a:cubicBezTo>
                    <a:cubicBezTo>
                      <a:pt x="47" y="25"/>
                      <a:pt x="36" y="21"/>
                      <a:pt x="39" y="11"/>
                    </a:cubicBezTo>
                    <a:cubicBezTo>
                      <a:pt x="42" y="0"/>
                      <a:pt x="20" y="14"/>
                      <a:pt x="28" y="24"/>
                    </a:cubicBezTo>
                    <a:cubicBezTo>
                      <a:pt x="36" y="33"/>
                      <a:pt x="27" y="42"/>
                      <a:pt x="17" y="44"/>
                    </a:cubicBezTo>
                    <a:close/>
                  </a:path>
                </a:pathLst>
              </a:custGeom>
              <a:solidFill>
                <a:srgbClr val="D1EEF5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53" name="Freeform 1731">
                <a:extLst>
                  <a:ext uri="{FF2B5EF4-FFF2-40B4-BE49-F238E27FC236}">
                    <a16:creationId xmlns:a16="http://schemas.microsoft.com/office/drawing/2014/main" id="{4C2737C3-6139-4718-ACAE-C5D532AA2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318"/>
                <a:ext cx="14" cy="23"/>
              </a:xfrm>
              <a:custGeom>
                <a:avLst/>
                <a:gdLst>
                  <a:gd name="T0" fmla="*/ 17 w 11"/>
                  <a:gd name="T1" fmla="*/ 34 h 19"/>
                  <a:gd name="T2" fmla="*/ 5 w 11"/>
                  <a:gd name="T3" fmla="*/ 10 h 19"/>
                  <a:gd name="T4" fmla="*/ 23 w 1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8" y="19"/>
                    </a:moveTo>
                    <a:cubicBezTo>
                      <a:pt x="4" y="16"/>
                      <a:pt x="0" y="12"/>
                      <a:pt x="2" y="6"/>
                    </a:cubicBezTo>
                    <a:cubicBezTo>
                      <a:pt x="4" y="3"/>
                      <a:pt x="8" y="0"/>
                      <a:pt x="11" y="0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54" name="Freeform 1732">
                <a:extLst>
                  <a:ext uri="{FF2B5EF4-FFF2-40B4-BE49-F238E27FC236}">
                    <a16:creationId xmlns:a16="http://schemas.microsoft.com/office/drawing/2014/main" id="{3F3FF7FA-636E-49AB-AAD8-E6CBD93EC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318"/>
                <a:ext cx="14" cy="23"/>
              </a:xfrm>
              <a:custGeom>
                <a:avLst/>
                <a:gdLst>
                  <a:gd name="T0" fmla="*/ 17 w 11"/>
                  <a:gd name="T1" fmla="*/ 34 h 19"/>
                  <a:gd name="T2" fmla="*/ 5 w 11"/>
                  <a:gd name="T3" fmla="*/ 10 h 19"/>
                  <a:gd name="T4" fmla="*/ 23 w 1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8" y="19"/>
                    </a:moveTo>
                    <a:cubicBezTo>
                      <a:pt x="4" y="16"/>
                      <a:pt x="0" y="12"/>
                      <a:pt x="2" y="6"/>
                    </a:cubicBezTo>
                    <a:cubicBezTo>
                      <a:pt x="4" y="3"/>
                      <a:pt x="8" y="0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55" name="Freeform 1733">
                <a:extLst>
                  <a:ext uri="{FF2B5EF4-FFF2-40B4-BE49-F238E27FC236}">
                    <a16:creationId xmlns:a16="http://schemas.microsoft.com/office/drawing/2014/main" id="{7B4D1BA1-3BEF-4F43-B869-7DA57D7E1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331"/>
                <a:ext cx="22" cy="8"/>
              </a:xfrm>
              <a:custGeom>
                <a:avLst/>
                <a:gdLst>
                  <a:gd name="T0" fmla="*/ 33 w 18"/>
                  <a:gd name="T1" fmla="*/ 12 h 6"/>
                  <a:gd name="T2" fmla="*/ 0 w 18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18" y="5"/>
                    </a:moveTo>
                    <a:cubicBezTo>
                      <a:pt x="15" y="1"/>
                      <a:pt x="0" y="0"/>
                      <a:pt x="0" y="6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56" name="Freeform 1734">
                <a:extLst>
                  <a:ext uri="{FF2B5EF4-FFF2-40B4-BE49-F238E27FC236}">
                    <a16:creationId xmlns:a16="http://schemas.microsoft.com/office/drawing/2014/main" id="{267D71EE-44D2-4221-BB65-31FE269E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331"/>
                <a:ext cx="22" cy="8"/>
              </a:xfrm>
              <a:custGeom>
                <a:avLst/>
                <a:gdLst>
                  <a:gd name="T0" fmla="*/ 33 w 18"/>
                  <a:gd name="T1" fmla="*/ 12 h 6"/>
                  <a:gd name="T2" fmla="*/ 0 w 18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18" y="5"/>
                    </a:moveTo>
                    <a:cubicBezTo>
                      <a:pt x="15" y="1"/>
                      <a:pt x="0" y="0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57" name="Freeform 1735">
                <a:extLst>
                  <a:ext uri="{FF2B5EF4-FFF2-40B4-BE49-F238E27FC236}">
                    <a16:creationId xmlns:a16="http://schemas.microsoft.com/office/drawing/2014/main" id="{F27B8BF4-AE37-4284-AEB0-B8A92DC63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331"/>
                <a:ext cx="49" cy="29"/>
              </a:xfrm>
              <a:custGeom>
                <a:avLst/>
                <a:gdLst>
                  <a:gd name="T0" fmla="*/ 2 w 40"/>
                  <a:gd name="T1" fmla="*/ 12 h 24"/>
                  <a:gd name="T2" fmla="*/ 18 w 40"/>
                  <a:gd name="T3" fmla="*/ 30 h 24"/>
                  <a:gd name="T4" fmla="*/ 40 w 40"/>
                  <a:gd name="T5" fmla="*/ 36 h 24"/>
                  <a:gd name="T6" fmla="*/ 74 w 40"/>
                  <a:gd name="T7" fmla="*/ 30 h 24"/>
                  <a:gd name="T8" fmla="*/ 47 w 40"/>
                  <a:gd name="T9" fmla="*/ 23 h 24"/>
                  <a:gd name="T10" fmla="*/ 26 w 40"/>
                  <a:gd name="T11" fmla="*/ 15 h 24"/>
                  <a:gd name="T12" fmla="*/ 2 w 40"/>
                  <a:gd name="T13" fmla="*/ 1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4">
                    <a:moveTo>
                      <a:pt x="2" y="7"/>
                    </a:moveTo>
                    <a:cubicBezTo>
                      <a:pt x="2" y="10"/>
                      <a:pt x="8" y="15"/>
                      <a:pt x="10" y="17"/>
                    </a:cubicBezTo>
                    <a:cubicBezTo>
                      <a:pt x="14" y="19"/>
                      <a:pt x="17" y="20"/>
                      <a:pt x="22" y="21"/>
                    </a:cubicBezTo>
                    <a:cubicBezTo>
                      <a:pt x="25" y="21"/>
                      <a:pt x="40" y="24"/>
                      <a:pt x="40" y="17"/>
                    </a:cubicBezTo>
                    <a:cubicBezTo>
                      <a:pt x="39" y="12"/>
                      <a:pt x="28" y="14"/>
                      <a:pt x="25" y="13"/>
                    </a:cubicBezTo>
                    <a:cubicBezTo>
                      <a:pt x="21" y="12"/>
                      <a:pt x="17" y="11"/>
                      <a:pt x="14" y="8"/>
                    </a:cubicBezTo>
                    <a:cubicBezTo>
                      <a:pt x="12" y="7"/>
                      <a:pt x="0" y="0"/>
                      <a:pt x="2" y="7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58" name="Freeform 1736">
                <a:extLst>
                  <a:ext uri="{FF2B5EF4-FFF2-40B4-BE49-F238E27FC236}">
                    <a16:creationId xmlns:a16="http://schemas.microsoft.com/office/drawing/2014/main" id="{79963EF5-9CA1-4E71-920F-1F9471D27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311"/>
                <a:ext cx="24" cy="22"/>
              </a:xfrm>
              <a:custGeom>
                <a:avLst/>
                <a:gdLst>
                  <a:gd name="T0" fmla="*/ 2 w 20"/>
                  <a:gd name="T1" fmla="*/ 32 h 18"/>
                  <a:gd name="T2" fmla="*/ 16 w 20"/>
                  <a:gd name="T3" fmla="*/ 33 h 18"/>
                  <a:gd name="T4" fmla="*/ 24 w 20"/>
                  <a:gd name="T5" fmla="*/ 15 h 18"/>
                  <a:gd name="T6" fmla="*/ 35 w 20"/>
                  <a:gd name="T7" fmla="*/ 0 h 18"/>
                  <a:gd name="T8" fmla="*/ 17 w 20"/>
                  <a:gd name="T9" fmla="*/ 16 h 18"/>
                  <a:gd name="T10" fmla="*/ 0 w 20"/>
                  <a:gd name="T11" fmla="*/ 32 h 18"/>
                  <a:gd name="T12" fmla="*/ 6 w 20"/>
                  <a:gd name="T13" fmla="*/ 3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2" y="17"/>
                    </a:moveTo>
                    <a:cubicBezTo>
                      <a:pt x="4" y="18"/>
                      <a:pt x="7" y="17"/>
                      <a:pt x="9" y="18"/>
                    </a:cubicBezTo>
                    <a:cubicBezTo>
                      <a:pt x="11" y="17"/>
                      <a:pt x="12" y="10"/>
                      <a:pt x="14" y="8"/>
                    </a:cubicBezTo>
                    <a:cubicBezTo>
                      <a:pt x="15" y="5"/>
                      <a:pt x="16" y="0"/>
                      <a:pt x="20" y="0"/>
                    </a:cubicBezTo>
                    <a:cubicBezTo>
                      <a:pt x="13" y="0"/>
                      <a:pt x="13" y="4"/>
                      <a:pt x="10" y="9"/>
                    </a:cubicBezTo>
                    <a:cubicBezTo>
                      <a:pt x="8" y="14"/>
                      <a:pt x="4" y="14"/>
                      <a:pt x="0" y="17"/>
                    </a:cubicBezTo>
                    <a:cubicBezTo>
                      <a:pt x="1" y="17"/>
                      <a:pt x="2" y="17"/>
                      <a:pt x="3" y="17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59" name="Freeform 1737">
                <a:extLst>
                  <a:ext uri="{FF2B5EF4-FFF2-40B4-BE49-F238E27FC236}">
                    <a16:creationId xmlns:a16="http://schemas.microsoft.com/office/drawing/2014/main" id="{27F61FFA-5CF9-4D0D-BE95-AF2C55234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1308"/>
                <a:ext cx="19" cy="21"/>
              </a:xfrm>
              <a:custGeom>
                <a:avLst/>
                <a:gdLst>
                  <a:gd name="T0" fmla="*/ 0 w 16"/>
                  <a:gd name="T1" fmla="*/ 32 h 17"/>
                  <a:gd name="T2" fmla="*/ 25 w 16"/>
                  <a:gd name="T3" fmla="*/ 21 h 17"/>
                  <a:gd name="T4" fmla="*/ 17 w 16"/>
                  <a:gd name="T5" fmla="*/ 6 h 17"/>
                  <a:gd name="T6" fmla="*/ 2 w 16"/>
                  <a:gd name="T7" fmla="*/ 0 h 17"/>
                  <a:gd name="T8" fmla="*/ 17 w 16"/>
                  <a:gd name="T9" fmla="*/ 19 h 17"/>
                  <a:gd name="T10" fmla="*/ 2 w 16"/>
                  <a:gd name="T11" fmla="*/ 3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7">
                    <a:moveTo>
                      <a:pt x="0" y="17"/>
                    </a:moveTo>
                    <a:cubicBezTo>
                      <a:pt x="2" y="16"/>
                      <a:pt x="14" y="13"/>
                      <a:pt x="15" y="11"/>
                    </a:cubicBezTo>
                    <a:cubicBezTo>
                      <a:pt x="16" y="9"/>
                      <a:pt x="11" y="4"/>
                      <a:pt x="10" y="3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1" y="4"/>
                      <a:pt x="11" y="6"/>
                      <a:pt x="10" y="10"/>
                    </a:cubicBezTo>
                    <a:cubicBezTo>
                      <a:pt x="10" y="12"/>
                      <a:pt x="4" y="15"/>
                      <a:pt x="2" y="17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60" name="Freeform 1738">
                <a:extLst>
                  <a:ext uri="{FF2B5EF4-FFF2-40B4-BE49-F238E27FC236}">
                    <a16:creationId xmlns:a16="http://schemas.microsoft.com/office/drawing/2014/main" id="{262FF235-B185-4142-B1DA-B5B11581C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290"/>
                <a:ext cx="21" cy="23"/>
              </a:xfrm>
              <a:custGeom>
                <a:avLst/>
                <a:gdLst>
                  <a:gd name="T0" fmla="*/ 19 w 18"/>
                  <a:gd name="T1" fmla="*/ 2 h 19"/>
                  <a:gd name="T2" fmla="*/ 13 w 18"/>
                  <a:gd name="T3" fmla="*/ 27 h 19"/>
                  <a:gd name="T4" fmla="*/ 18 w 18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12" y="2"/>
                    </a:moveTo>
                    <a:cubicBezTo>
                      <a:pt x="8" y="6"/>
                      <a:pt x="18" y="19"/>
                      <a:pt x="8" y="15"/>
                    </a:cubicBezTo>
                    <a:cubicBezTo>
                      <a:pt x="0" y="12"/>
                      <a:pt x="9" y="0"/>
                      <a:pt x="11" y="2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61" name="Freeform 1739">
                <a:extLst>
                  <a:ext uri="{FF2B5EF4-FFF2-40B4-BE49-F238E27FC236}">
                    <a16:creationId xmlns:a16="http://schemas.microsoft.com/office/drawing/2014/main" id="{D10A8F51-92BD-4A62-BB57-0BA98C1EF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342"/>
                <a:ext cx="39" cy="17"/>
              </a:xfrm>
              <a:custGeom>
                <a:avLst/>
                <a:gdLst>
                  <a:gd name="T0" fmla="*/ 56 w 32"/>
                  <a:gd name="T1" fmla="*/ 19 h 14"/>
                  <a:gd name="T2" fmla="*/ 29 w 32"/>
                  <a:gd name="T3" fmla="*/ 22 h 14"/>
                  <a:gd name="T4" fmla="*/ 0 w 32"/>
                  <a:gd name="T5" fmla="*/ 0 h 14"/>
                  <a:gd name="T6" fmla="*/ 18 w 32"/>
                  <a:gd name="T7" fmla="*/ 9 h 14"/>
                  <a:gd name="T8" fmla="*/ 40 w 32"/>
                  <a:gd name="T9" fmla="*/ 16 h 14"/>
                  <a:gd name="T10" fmla="*/ 59 w 32"/>
                  <a:gd name="T11" fmla="*/ 2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4">
                    <a:moveTo>
                      <a:pt x="31" y="11"/>
                    </a:moveTo>
                    <a:cubicBezTo>
                      <a:pt x="28" y="14"/>
                      <a:pt x="20" y="13"/>
                      <a:pt x="16" y="12"/>
                    </a:cubicBezTo>
                    <a:cubicBezTo>
                      <a:pt x="10" y="10"/>
                      <a:pt x="3" y="6"/>
                      <a:pt x="0" y="0"/>
                    </a:cubicBezTo>
                    <a:cubicBezTo>
                      <a:pt x="3" y="1"/>
                      <a:pt x="7" y="4"/>
                      <a:pt x="10" y="5"/>
                    </a:cubicBezTo>
                    <a:cubicBezTo>
                      <a:pt x="14" y="7"/>
                      <a:pt x="17" y="9"/>
                      <a:pt x="22" y="9"/>
                    </a:cubicBezTo>
                    <a:cubicBezTo>
                      <a:pt x="24" y="10"/>
                      <a:pt x="31" y="10"/>
                      <a:pt x="32" y="12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62" name="Freeform 1740">
                <a:extLst>
                  <a:ext uri="{FF2B5EF4-FFF2-40B4-BE49-F238E27FC236}">
                    <a16:creationId xmlns:a16="http://schemas.microsoft.com/office/drawing/2014/main" id="{73941D53-BBE2-40A1-84BA-2A10164D2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323"/>
                <a:ext cx="7" cy="8"/>
              </a:xfrm>
              <a:custGeom>
                <a:avLst/>
                <a:gdLst>
                  <a:gd name="T0" fmla="*/ 0 w 6"/>
                  <a:gd name="T1" fmla="*/ 9 h 7"/>
                  <a:gd name="T2" fmla="*/ 8 w 6"/>
                  <a:gd name="T3" fmla="*/ 8 h 7"/>
                  <a:gd name="T4" fmla="*/ 9 w 6"/>
                  <a:gd name="T5" fmla="*/ 0 h 7"/>
                  <a:gd name="T6" fmla="*/ 1 w 6"/>
                  <a:gd name="T7" fmla="*/ 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0" y="6"/>
                    </a:moveTo>
                    <a:cubicBezTo>
                      <a:pt x="3" y="6"/>
                      <a:pt x="4" y="7"/>
                      <a:pt x="5" y="5"/>
                    </a:cubicBezTo>
                    <a:cubicBezTo>
                      <a:pt x="6" y="4"/>
                      <a:pt x="6" y="1"/>
                      <a:pt x="6" y="0"/>
                    </a:cubicBezTo>
                    <a:cubicBezTo>
                      <a:pt x="4" y="2"/>
                      <a:pt x="3" y="4"/>
                      <a:pt x="1" y="6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63" name="Freeform 1741">
                <a:extLst>
                  <a:ext uri="{FF2B5EF4-FFF2-40B4-BE49-F238E27FC236}">
                    <a16:creationId xmlns:a16="http://schemas.microsoft.com/office/drawing/2014/main" id="{3F1829BA-E001-4609-A8EC-C1DE55C2F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294"/>
                <a:ext cx="7" cy="12"/>
              </a:xfrm>
              <a:custGeom>
                <a:avLst/>
                <a:gdLst>
                  <a:gd name="T0" fmla="*/ 6 w 6"/>
                  <a:gd name="T1" fmla="*/ 0 h 10"/>
                  <a:gd name="T2" fmla="*/ 8 w 6"/>
                  <a:gd name="T3" fmla="*/ 17 h 10"/>
                  <a:gd name="T4" fmla="*/ 2 w 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4" y="3"/>
                      <a:pt x="6" y="7"/>
                      <a:pt x="5" y="10"/>
                    </a:cubicBezTo>
                    <a:cubicBezTo>
                      <a:pt x="0" y="9"/>
                      <a:pt x="1" y="3"/>
                      <a:pt x="2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64" name="Freeform 1742">
                <a:extLst>
                  <a:ext uri="{FF2B5EF4-FFF2-40B4-BE49-F238E27FC236}">
                    <a16:creationId xmlns:a16="http://schemas.microsoft.com/office/drawing/2014/main" id="{4674A7B7-4D48-4B08-A586-FD912B6DD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322"/>
                <a:ext cx="9" cy="18"/>
              </a:xfrm>
              <a:custGeom>
                <a:avLst/>
                <a:gdLst>
                  <a:gd name="T0" fmla="*/ 13 w 7"/>
                  <a:gd name="T1" fmla="*/ 0 h 15"/>
                  <a:gd name="T2" fmla="*/ 15 w 7"/>
                  <a:gd name="T3" fmla="*/ 26 h 15"/>
                  <a:gd name="T4" fmla="*/ 15 w 7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6" y="0"/>
                    </a:moveTo>
                    <a:cubicBezTo>
                      <a:pt x="0" y="6"/>
                      <a:pt x="3" y="10"/>
                      <a:pt x="7" y="15"/>
                    </a:cubicBezTo>
                    <a:cubicBezTo>
                      <a:pt x="6" y="12"/>
                      <a:pt x="4" y="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65" name="Freeform 1743">
                <a:extLst>
                  <a:ext uri="{FF2B5EF4-FFF2-40B4-BE49-F238E27FC236}">
                    <a16:creationId xmlns:a16="http://schemas.microsoft.com/office/drawing/2014/main" id="{56595B57-D6B4-4C56-AD86-74DF24048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336"/>
                <a:ext cx="11" cy="4"/>
              </a:xfrm>
              <a:custGeom>
                <a:avLst/>
                <a:gdLst>
                  <a:gd name="T0" fmla="*/ 0 w 9"/>
                  <a:gd name="T1" fmla="*/ 1 h 3"/>
                  <a:gd name="T2" fmla="*/ 16 w 9"/>
                  <a:gd name="T3" fmla="*/ 7 h 3"/>
                  <a:gd name="T4" fmla="*/ 0 w 9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2" y="0"/>
                      <a:pt x="7" y="1"/>
                      <a:pt x="9" y="3"/>
                    </a:cubicBezTo>
                    <a:cubicBezTo>
                      <a:pt x="7" y="3"/>
                      <a:pt x="2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66" name="Freeform 1744">
                <a:extLst>
                  <a:ext uri="{FF2B5EF4-FFF2-40B4-BE49-F238E27FC236}">
                    <a16:creationId xmlns:a16="http://schemas.microsoft.com/office/drawing/2014/main" id="{531E5C21-8669-4777-872E-84B9190E6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333"/>
                <a:ext cx="5" cy="6"/>
              </a:xfrm>
              <a:custGeom>
                <a:avLst/>
                <a:gdLst>
                  <a:gd name="T0" fmla="*/ 6 w 4"/>
                  <a:gd name="T1" fmla="*/ 8 h 5"/>
                  <a:gd name="T2" fmla="*/ 0 w 4"/>
                  <a:gd name="T3" fmla="*/ 1 h 5"/>
                  <a:gd name="T4" fmla="*/ 8 w 4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4"/>
                      <a:pt x="1" y="2"/>
                      <a:pt x="0" y="1"/>
                    </a:cubicBezTo>
                    <a:cubicBezTo>
                      <a:pt x="1" y="0"/>
                      <a:pt x="3" y="2"/>
                      <a:pt x="4" y="2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67" name="Freeform 1745">
                <a:extLst>
                  <a:ext uri="{FF2B5EF4-FFF2-40B4-BE49-F238E27FC236}">
                    <a16:creationId xmlns:a16="http://schemas.microsoft.com/office/drawing/2014/main" id="{CF13C17C-A2CC-403B-96C4-930D59B08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313"/>
                <a:ext cx="3" cy="10"/>
              </a:xfrm>
              <a:custGeom>
                <a:avLst/>
                <a:gdLst>
                  <a:gd name="T0" fmla="*/ 0 w 3"/>
                  <a:gd name="T1" fmla="*/ 8 h 8"/>
                  <a:gd name="T2" fmla="*/ 1 w 3"/>
                  <a:gd name="T3" fmla="*/ 16 h 8"/>
                  <a:gd name="T4" fmla="*/ 2 w 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4"/>
                    </a:moveTo>
                    <a:cubicBezTo>
                      <a:pt x="0" y="4"/>
                      <a:pt x="0" y="8"/>
                      <a:pt x="1" y="8"/>
                    </a:cubicBezTo>
                    <a:cubicBezTo>
                      <a:pt x="3" y="7"/>
                      <a:pt x="2" y="2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68" name="Freeform 1746">
                <a:extLst>
                  <a:ext uri="{FF2B5EF4-FFF2-40B4-BE49-F238E27FC236}">
                    <a16:creationId xmlns:a16="http://schemas.microsoft.com/office/drawing/2014/main" id="{DC2A922D-612C-49D4-8E53-A4C52FE47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1339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69" name="Freeform 1747">
                <a:extLst>
                  <a:ext uri="{FF2B5EF4-FFF2-40B4-BE49-F238E27FC236}">
                    <a16:creationId xmlns:a16="http://schemas.microsoft.com/office/drawing/2014/main" id="{8FA40125-9F25-480E-8723-C4269C422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208"/>
                <a:ext cx="71" cy="30"/>
              </a:xfrm>
              <a:custGeom>
                <a:avLst/>
                <a:gdLst>
                  <a:gd name="T0" fmla="*/ 0 w 59"/>
                  <a:gd name="T1" fmla="*/ 0 h 25"/>
                  <a:gd name="T2" fmla="*/ 102 w 59"/>
                  <a:gd name="T3" fmla="*/ 20 h 25"/>
                  <a:gd name="T4" fmla="*/ 0 w 59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5">
                    <a:moveTo>
                      <a:pt x="0" y="0"/>
                    </a:moveTo>
                    <a:cubicBezTo>
                      <a:pt x="0" y="0"/>
                      <a:pt x="19" y="25"/>
                      <a:pt x="59" y="12"/>
                    </a:cubicBezTo>
                    <a:cubicBezTo>
                      <a:pt x="59" y="12"/>
                      <a:pt x="15" y="1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70" name="Freeform 1748">
                <a:extLst>
                  <a:ext uri="{FF2B5EF4-FFF2-40B4-BE49-F238E27FC236}">
                    <a16:creationId xmlns:a16="http://schemas.microsoft.com/office/drawing/2014/main" id="{20D805D2-D445-4FCE-9FF8-3E10CB7C2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203"/>
                <a:ext cx="67" cy="23"/>
              </a:xfrm>
              <a:custGeom>
                <a:avLst/>
                <a:gdLst>
                  <a:gd name="T0" fmla="*/ 1 w 56"/>
                  <a:gd name="T1" fmla="*/ 6 h 19"/>
                  <a:gd name="T2" fmla="*/ 96 w 56"/>
                  <a:gd name="T3" fmla="*/ 28 h 19"/>
                  <a:gd name="T4" fmla="*/ 0 w 56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9">
                    <a:moveTo>
                      <a:pt x="1" y="3"/>
                    </a:moveTo>
                    <a:cubicBezTo>
                      <a:pt x="1" y="3"/>
                      <a:pt x="21" y="19"/>
                      <a:pt x="56" y="16"/>
                    </a:cubicBezTo>
                    <a:cubicBezTo>
                      <a:pt x="56" y="16"/>
                      <a:pt x="7" y="10"/>
                      <a:pt x="0" y="0"/>
                    </a:cubicBezTo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71" name="Freeform 1749">
                <a:extLst>
                  <a:ext uri="{FF2B5EF4-FFF2-40B4-BE49-F238E27FC236}">
                    <a16:creationId xmlns:a16="http://schemas.microsoft.com/office/drawing/2014/main" id="{EAB4E0CA-6F94-4F75-8B4F-723F44E5E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292"/>
                <a:ext cx="105" cy="91"/>
              </a:xfrm>
              <a:custGeom>
                <a:avLst/>
                <a:gdLst>
                  <a:gd name="T0" fmla="*/ 29 w 88"/>
                  <a:gd name="T1" fmla="*/ 78 h 76"/>
                  <a:gd name="T2" fmla="*/ 73 w 88"/>
                  <a:gd name="T3" fmla="*/ 110 h 76"/>
                  <a:gd name="T4" fmla="*/ 130 w 88"/>
                  <a:gd name="T5" fmla="*/ 35 h 76"/>
                  <a:gd name="T6" fmla="*/ 95 w 88"/>
                  <a:gd name="T7" fmla="*/ 24 h 76"/>
                  <a:gd name="T8" fmla="*/ 63 w 88"/>
                  <a:gd name="T9" fmla="*/ 8 h 76"/>
                  <a:gd name="T10" fmla="*/ 36 w 88"/>
                  <a:gd name="T11" fmla="*/ 44 h 76"/>
                  <a:gd name="T12" fmla="*/ 29 w 88"/>
                  <a:gd name="T13" fmla="*/ 78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76">
                    <a:moveTo>
                      <a:pt x="17" y="45"/>
                    </a:moveTo>
                    <a:cubicBezTo>
                      <a:pt x="4" y="42"/>
                      <a:pt x="0" y="76"/>
                      <a:pt x="43" y="64"/>
                    </a:cubicBezTo>
                    <a:cubicBezTo>
                      <a:pt x="86" y="51"/>
                      <a:pt x="88" y="36"/>
                      <a:pt x="76" y="20"/>
                    </a:cubicBezTo>
                    <a:cubicBezTo>
                      <a:pt x="63" y="5"/>
                      <a:pt x="63" y="5"/>
                      <a:pt x="56" y="14"/>
                    </a:cubicBezTo>
                    <a:cubicBezTo>
                      <a:pt x="48" y="24"/>
                      <a:pt x="51" y="0"/>
                      <a:pt x="37" y="5"/>
                    </a:cubicBezTo>
                    <a:cubicBezTo>
                      <a:pt x="23" y="11"/>
                      <a:pt x="18" y="20"/>
                      <a:pt x="21" y="26"/>
                    </a:cubicBezTo>
                    <a:cubicBezTo>
                      <a:pt x="24" y="32"/>
                      <a:pt x="25" y="47"/>
                      <a:pt x="17" y="45"/>
                    </a:cubicBezTo>
                    <a:close/>
                  </a:path>
                </a:pathLst>
              </a:custGeom>
              <a:solidFill>
                <a:srgbClr val="D1EEF5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72" name="Freeform 1750">
                <a:extLst>
                  <a:ext uri="{FF2B5EF4-FFF2-40B4-BE49-F238E27FC236}">
                    <a16:creationId xmlns:a16="http://schemas.microsoft.com/office/drawing/2014/main" id="{5A0DA060-CB6A-4A7D-81AB-406E9D4D0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317"/>
                <a:ext cx="28" cy="31"/>
              </a:xfrm>
              <a:custGeom>
                <a:avLst/>
                <a:gdLst>
                  <a:gd name="T0" fmla="*/ 0 w 23"/>
                  <a:gd name="T1" fmla="*/ 44 h 26"/>
                  <a:gd name="T2" fmla="*/ 11 w 23"/>
                  <a:gd name="T3" fmla="*/ 27 h 26"/>
                  <a:gd name="T4" fmla="*/ 33 w 23"/>
                  <a:gd name="T5" fmla="*/ 23 h 26"/>
                  <a:gd name="T6" fmla="*/ 41 w 2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6">
                    <a:moveTo>
                      <a:pt x="0" y="26"/>
                    </a:moveTo>
                    <a:cubicBezTo>
                      <a:pt x="2" y="23"/>
                      <a:pt x="2" y="18"/>
                      <a:pt x="6" y="16"/>
                    </a:cubicBezTo>
                    <a:cubicBezTo>
                      <a:pt x="10" y="14"/>
                      <a:pt x="15" y="15"/>
                      <a:pt x="18" y="13"/>
                    </a:cubicBezTo>
                    <a:cubicBezTo>
                      <a:pt x="23" y="10"/>
                      <a:pt x="17" y="4"/>
                      <a:pt x="23" y="0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73" name="Freeform 1751">
                <a:extLst>
                  <a:ext uri="{FF2B5EF4-FFF2-40B4-BE49-F238E27FC236}">
                    <a16:creationId xmlns:a16="http://schemas.microsoft.com/office/drawing/2014/main" id="{D3FD565A-E74A-45C5-8AFB-5778E50D1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317"/>
                <a:ext cx="28" cy="31"/>
              </a:xfrm>
              <a:custGeom>
                <a:avLst/>
                <a:gdLst>
                  <a:gd name="T0" fmla="*/ 0 w 23"/>
                  <a:gd name="T1" fmla="*/ 44 h 26"/>
                  <a:gd name="T2" fmla="*/ 11 w 23"/>
                  <a:gd name="T3" fmla="*/ 27 h 26"/>
                  <a:gd name="T4" fmla="*/ 33 w 23"/>
                  <a:gd name="T5" fmla="*/ 23 h 26"/>
                  <a:gd name="T6" fmla="*/ 41 w 2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6">
                    <a:moveTo>
                      <a:pt x="0" y="26"/>
                    </a:moveTo>
                    <a:cubicBezTo>
                      <a:pt x="2" y="23"/>
                      <a:pt x="2" y="18"/>
                      <a:pt x="6" y="16"/>
                    </a:cubicBezTo>
                    <a:cubicBezTo>
                      <a:pt x="10" y="14"/>
                      <a:pt x="15" y="15"/>
                      <a:pt x="18" y="13"/>
                    </a:cubicBezTo>
                    <a:cubicBezTo>
                      <a:pt x="23" y="10"/>
                      <a:pt x="17" y="4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74" name="Freeform 1752">
                <a:extLst>
                  <a:ext uri="{FF2B5EF4-FFF2-40B4-BE49-F238E27FC236}">
                    <a16:creationId xmlns:a16="http://schemas.microsoft.com/office/drawing/2014/main" id="{D7295FEB-985D-4BD5-BA17-877209EAC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1313"/>
                <a:ext cx="9" cy="16"/>
              </a:xfrm>
              <a:custGeom>
                <a:avLst/>
                <a:gdLst>
                  <a:gd name="T0" fmla="*/ 9 w 8"/>
                  <a:gd name="T1" fmla="*/ 0 h 13"/>
                  <a:gd name="T2" fmla="*/ 0 w 8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6" y="0"/>
                    </a:moveTo>
                    <a:cubicBezTo>
                      <a:pt x="8" y="5"/>
                      <a:pt x="7" y="13"/>
                      <a:pt x="0" y="13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75" name="Freeform 1753">
                <a:extLst>
                  <a:ext uri="{FF2B5EF4-FFF2-40B4-BE49-F238E27FC236}">
                    <a16:creationId xmlns:a16="http://schemas.microsoft.com/office/drawing/2014/main" id="{8E62C5FF-DCFF-488B-BAC5-4C6D15C6A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1313"/>
                <a:ext cx="9" cy="16"/>
              </a:xfrm>
              <a:custGeom>
                <a:avLst/>
                <a:gdLst>
                  <a:gd name="T0" fmla="*/ 9 w 8"/>
                  <a:gd name="T1" fmla="*/ 0 h 13"/>
                  <a:gd name="T2" fmla="*/ 0 w 8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6" y="0"/>
                    </a:moveTo>
                    <a:cubicBezTo>
                      <a:pt x="8" y="5"/>
                      <a:pt x="7" y="13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76" name="Freeform 1754">
                <a:extLst>
                  <a:ext uri="{FF2B5EF4-FFF2-40B4-BE49-F238E27FC236}">
                    <a16:creationId xmlns:a16="http://schemas.microsoft.com/office/drawing/2014/main" id="{9699A8EE-F3BA-4F91-9142-CCC04CB66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1347"/>
                <a:ext cx="14" cy="6"/>
              </a:xfrm>
              <a:custGeom>
                <a:avLst/>
                <a:gdLst>
                  <a:gd name="T0" fmla="*/ 0 w 12"/>
                  <a:gd name="T1" fmla="*/ 1 h 5"/>
                  <a:gd name="T2" fmla="*/ 19 w 1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6" y="0"/>
                      <a:pt x="8" y="5"/>
                      <a:pt x="12" y="5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77" name="Freeform 1755">
                <a:extLst>
                  <a:ext uri="{FF2B5EF4-FFF2-40B4-BE49-F238E27FC236}">
                    <a16:creationId xmlns:a16="http://schemas.microsoft.com/office/drawing/2014/main" id="{5FC941AD-F4E2-4929-9742-896911EE3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1347"/>
                <a:ext cx="14" cy="6"/>
              </a:xfrm>
              <a:custGeom>
                <a:avLst/>
                <a:gdLst>
                  <a:gd name="T0" fmla="*/ 0 w 12"/>
                  <a:gd name="T1" fmla="*/ 1 h 5"/>
                  <a:gd name="T2" fmla="*/ 19 w 1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6" y="0"/>
                      <a:pt x="8" y="5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78" name="Freeform 1756">
                <a:extLst>
                  <a:ext uri="{FF2B5EF4-FFF2-40B4-BE49-F238E27FC236}">
                    <a16:creationId xmlns:a16="http://schemas.microsoft.com/office/drawing/2014/main" id="{F9207818-3062-4954-BBDB-CB5FAE5F8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1316"/>
                <a:ext cx="50" cy="49"/>
              </a:xfrm>
              <a:custGeom>
                <a:avLst/>
                <a:gdLst>
                  <a:gd name="T0" fmla="*/ 50 w 42"/>
                  <a:gd name="T1" fmla="*/ 0 h 41"/>
                  <a:gd name="T2" fmla="*/ 57 w 42"/>
                  <a:gd name="T3" fmla="*/ 43 h 41"/>
                  <a:gd name="T4" fmla="*/ 32 w 42"/>
                  <a:gd name="T5" fmla="*/ 59 h 41"/>
                  <a:gd name="T6" fmla="*/ 0 w 42"/>
                  <a:gd name="T7" fmla="*/ 71 h 41"/>
                  <a:gd name="T8" fmla="*/ 43 w 42"/>
                  <a:gd name="T9" fmla="*/ 31 h 41"/>
                  <a:gd name="T10" fmla="*/ 44 w 42"/>
                  <a:gd name="T11" fmla="*/ 19 h 41"/>
                  <a:gd name="T12" fmla="*/ 50 w 42"/>
                  <a:gd name="T13" fmla="*/ 10 h 41"/>
                  <a:gd name="T14" fmla="*/ 50 w 42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1">
                    <a:moveTo>
                      <a:pt x="29" y="0"/>
                    </a:moveTo>
                    <a:cubicBezTo>
                      <a:pt x="34" y="7"/>
                      <a:pt x="42" y="15"/>
                      <a:pt x="34" y="25"/>
                    </a:cubicBezTo>
                    <a:cubicBezTo>
                      <a:pt x="31" y="29"/>
                      <a:pt x="24" y="32"/>
                      <a:pt x="19" y="34"/>
                    </a:cubicBezTo>
                    <a:cubicBezTo>
                      <a:pt x="13" y="37"/>
                      <a:pt x="7" y="38"/>
                      <a:pt x="0" y="41"/>
                    </a:cubicBezTo>
                    <a:cubicBezTo>
                      <a:pt x="8" y="31"/>
                      <a:pt x="22" y="31"/>
                      <a:pt x="25" y="18"/>
                    </a:cubicBezTo>
                    <a:cubicBezTo>
                      <a:pt x="26" y="16"/>
                      <a:pt x="26" y="13"/>
                      <a:pt x="26" y="11"/>
                    </a:cubicBezTo>
                    <a:cubicBezTo>
                      <a:pt x="27" y="9"/>
                      <a:pt x="28" y="8"/>
                      <a:pt x="29" y="6"/>
                    </a:cubicBezTo>
                    <a:cubicBezTo>
                      <a:pt x="30" y="4"/>
                      <a:pt x="29" y="2"/>
                      <a:pt x="29" y="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79" name="Freeform 1757">
                <a:extLst>
                  <a:ext uri="{FF2B5EF4-FFF2-40B4-BE49-F238E27FC236}">
                    <a16:creationId xmlns:a16="http://schemas.microsoft.com/office/drawing/2014/main" id="{821D611F-7C3E-412B-A35B-3CCBA6794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1317"/>
                <a:ext cx="27" cy="23"/>
              </a:xfrm>
              <a:custGeom>
                <a:avLst/>
                <a:gdLst>
                  <a:gd name="T0" fmla="*/ 41 w 22"/>
                  <a:gd name="T1" fmla="*/ 0 h 19"/>
                  <a:gd name="T2" fmla="*/ 25 w 22"/>
                  <a:gd name="T3" fmla="*/ 23 h 19"/>
                  <a:gd name="T4" fmla="*/ 9 w 22"/>
                  <a:gd name="T5" fmla="*/ 25 h 19"/>
                  <a:gd name="T6" fmla="*/ 1 w 22"/>
                  <a:gd name="T7" fmla="*/ 34 h 19"/>
                  <a:gd name="T8" fmla="*/ 22 w 22"/>
                  <a:gd name="T9" fmla="*/ 16 h 19"/>
                  <a:gd name="T10" fmla="*/ 41 w 22"/>
                  <a:gd name="T11" fmla="*/ 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9">
                    <a:moveTo>
                      <a:pt x="22" y="0"/>
                    </a:moveTo>
                    <a:cubicBezTo>
                      <a:pt x="17" y="4"/>
                      <a:pt x="21" y="12"/>
                      <a:pt x="13" y="13"/>
                    </a:cubicBezTo>
                    <a:cubicBezTo>
                      <a:pt x="10" y="14"/>
                      <a:pt x="8" y="12"/>
                      <a:pt x="5" y="14"/>
                    </a:cubicBezTo>
                    <a:cubicBezTo>
                      <a:pt x="4" y="15"/>
                      <a:pt x="3" y="18"/>
                      <a:pt x="1" y="19"/>
                    </a:cubicBezTo>
                    <a:cubicBezTo>
                      <a:pt x="0" y="12"/>
                      <a:pt x="7" y="10"/>
                      <a:pt x="12" y="9"/>
                    </a:cubicBezTo>
                    <a:cubicBezTo>
                      <a:pt x="16" y="7"/>
                      <a:pt x="18" y="3"/>
                      <a:pt x="22" y="1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80" name="Freeform 1758">
                <a:extLst>
                  <a:ext uri="{FF2B5EF4-FFF2-40B4-BE49-F238E27FC236}">
                    <a16:creationId xmlns:a16="http://schemas.microsoft.com/office/drawing/2014/main" id="{155B9E38-2307-412F-950F-66B47E011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308"/>
                <a:ext cx="7" cy="20"/>
              </a:xfrm>
              <a:custGeom>
                <a:avLst/>
                <a:gdLst>
                  <a:gd name="T0" fmla="*/ 2 w 6"/>
                  <a:gd name="T1" fmla="*/ 8 h 16"/>
                  <a:gd name="T2" fmla="*/ 7 w 6"/>
                  <a:gd name="T3" fmla="*/ 31 h 16"/>
                  <a:gd name="T4" fmla="*/ 8 w 6"/>
                  <a:gd name="T5" fmla="*/ 10 h 16"/>
                  <a:gd name="T6" fmla="*/ 2 w 6"/>
                  <a:gd name="T7" fmla="*/ 1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2" y="4"/>
                    </a:moveTo>
                    <a:cubicBezTo>
                      <a:pt x="4" y="8"/>
                      <a:pt x="3" y="11"/>
                      <a:pt x="4" y="16"/>
                    </a:cubicBezTo>
                    <a:cubicBezTo>
                      <a:pt x="6" y="13"/>
                      <a:pt x="6" y="8"/>
                      <a:pt x="5" y="5"/>
                    </a:cubicBezTo>
                    <a:cubicBezTo>
                      <a:pt x="4" y="0"/>
                      <a:pt x="0" y="0"/>
                      <a:pt x="2" y="5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81" name="Freeform 1759">
                <a:extLst>
                  <a:ext uri="{FF2B5EF4-FFF2-40B4-BE49-F238E27FC236}">
                    <a16:creationId xmlns:a16="http://schemas.microsoft.com/office/drawing/2014/main" id="{07EFE7C3-7356-46C6-A366-02D430FAD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1348"/>
                <a:ext cx="26" cy="21"/>
              </a:xfrm>
              <a:custGeom>
                <a:avLst/>
                <a:gdLst>
                  <a:gd name="T0" fmla="*/ 11 w 21"/>
                  <a:gd name="T1" fmla="*/ 1 h 17"/>
                  <a:gd name="T2" fmla="*/ 9 w 21"/>
                  <a:gd name="T3" fmla="*/ 26 h 17"/>
                  <a:gd name="T4" fmla="*/ 40 w 21"/>
                  <a:gd name="T5" fmla="*/ 31 h 17"/>
                  <a:gd name="T6" fmla="*/ 21 w 21"/>
                  <a:gd name="T7" fmla="*/ 15 h 17"/>
                  <a:gd name="T8" fmla="*/ 9 w 21"/>
                  <a:gd name="T9" fmla="*/ 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6" y="1"/>
                    </a:moveTo>
                    <a:cubicBezTo>
                      <a:pt x="0" y="3"/>
                      <a:pt x="2" y="11"/>
                      <a:pt x="5" y="14"/>
                    </a:cubicBezTo>
                    <a:cubicBezTo>
                      <a:pt x="9" y="17"/>
                      <a:pt x="16" y="17"/>
                      <a:pt x="21" y="16"/>
                    </a:cubicBezTo>
                    <a:cubicBezTo>
                      <a:pt x="17" y="14"/>
                      <a:pt x="14" y="12"/>
                      <a:pt x="11" y="8"/>
                    </a:cubicBezTo>
                    <a:cubicBezTo>
                      <a:pt x="10" y="5"/>
                      <a:pt x="9" y="0"/>
                      <a:pt x="5" y="2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82" name="Freeform 1760">
                <a:extLst>
                  <a:ext uri="{FF2B5EF4-FFF2-40B4-BE49-F238E27FC236}">
                    <a16:creationId xmlns:a16="http://schemas.microsoft.com/office/drawing/2014/main" id="{B30A82FE-5598-4CD7-9F45-9657C49B3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352"/>
                <a:ext cx="10" cy="15"/>
              </a:xfrm>
              <a:custGeom>
                <a:avLst/>
                <a:gdLst>
                  <a:gd name="T0" fmla="*/ 4 w 9"/>
                  <a:gd name="T1" fmla="*/ 0 h 12"/>
                  <a:gd name="T2" fmla="*/ 12 w 9"/>
                  <a:gd name="T3" fmla="*/ 23 h 12"/>
                  <a:gd name="T4" fmla="*/ 11 w 9"/>
                  <a:gd name="T5" fmla="*/ 24 h 12"/>
                  <a:gd name="T6" fmla="*/ 1 w 9"/>
                  <a:gd name="T7" fmla="*/ 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4" y="0"/>
                    </a:moveTo>
                    <a:cubicBezTo>
                      <a:pt x="2" y="6"/>
                      <a:pt x="6" y="8"/>
                      <a:pt x="9" y="11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5" y="11"/>
                      <a:pt x="0" y="5"/>
                      <a:pt x="1" y="2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83" name="Freeform 1761">
                <a:extLst>
                  <a:ext uri="{FF2B5EF4-FFF2-40B4-BE49-F238E27FC236}">
                    <a16:creationId xmlns:a16="http://schemas.microsoft.com/office/drawing/2014/main" id="{3E157879-4862-4B43-9978-7E1958BA8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321"/>
                <a:ext cx="22" cy="35"/>
              </a:xfrm>
              <a:custGeom>
                <a:avLst/>
                <a:gdLst>
                  <a:gd name="T0" fmla="*/ 0 w 18"/>
                  <a:gd name="T1" fmla="*/ 49 h 29"/>
                  <a:gd name="T2" fmla="*/ 22 w 18"/>
                  <a:gd name="T3" fmla="*/ 27 h 29"/>
                  <a:gd name="T4" fmla="*/ 16 w 18"/>
                  <a:gd name="T5" fmla="*/ 0 h 29"/>
                  <a:gd name="T6" fmla="*/ 24 w 18"/>
                  <a:gd name="T7" fmla="*/ 33 h 29"/>
                  <a:gd name="T8" fmla="*/ 1 w 18"/>
                  <a:gd name="T9" fmla="*/ 5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9">
                    <a:moveTo>
                      <a:pt x="0" y="28"/>
                    </a:moveTo>
                    <a:cubicBezTo>
                      <a:pt x="4" y="24"/>
                      <a:pt x="10" y="22"/>
                      <a:pt x="12" y="15"/>
                    </a:cubicBezTo>
                    <a:cubicBezTo>
                      <a:pt x="14" y="10"/>
                      <a:pt x="12" y="4"/>
                      <a:pt x="9" y="0"/>
                    </a:cubicBezTo>
                    <a:cubicBezTo>
                      <a:pt x="15" y="5"/>
                      <a:pt x="18" y="11"/>
                      <a:pt x="13" y="18"/>
                    </a:cubicBezTo>
                    <a:cubicBezTo>
                      <a:pt x="10" y="22"/>
                      <a:pt x="4" y="25"/>
                      <a:pt x="1" y="29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84" name="Freeform 1762">
                <a:extLst>
                  <a:ext uri="{FF2B5EF4-FFF2-40B4-BE49-F238E27FC236}">
                    <a16:creationId xmlns:a16="http://schemas.microsoft.com/office/drawing/2014/main" id="{A1FA65C8-2BAA-4EDA-BA30-61F8D3986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327"/>
                <a:ext cx="9" cy="7"/>
              </a:xfrm>
              <a:custGeom>
                <a:avLst/>
                <a:gdLst>
                  <a:gd name="T0" fmla="*/ 0 w 7"/>
                  <a:gd name="T1" fmla="*/ 7 h 6"/>
                  <a:gd name="T2" fmla="*/ 13 w 7"/>
                  <a:gd name="T3" fmla="*/ 0 h 6"/>
                  <a:gd name="T4" fmla="*/ 1 w 7"/>
                  <a:gd name="T5" fmla="*/ 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3" y="6"/>
                      <a:pt x="7" y="4"/>
                      <a:pt x="6" y="0"/>
                    </a:cubicBezTo>
                    <a:cubicBezTo>
                      <a:pt x="5" y="1"/>
                      <a:pt x="3" y="3"/>
                      <a:pt x="1" y="4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85" name="Freeform 1763">
                <a:extLst>
                  <a:ext uri="{FF2B5EF4-FFF2-40B4-BE49-F238E27FC236}">
                    <a16:creationId xmlns:a16="http://schemas.microsoft.com/office/drawing/2014/main" id="{746895EA-5B32-439C-9EBE-17D434B41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1305"/>
                <a:ext cx="9" cy="31"/>
              </a:xfrm>
              <a:custGeom>
                <a:avLst/>
                <a:gdLst>
                  <a:gd name="T0" fmla="*/ 15 w 7"/>
                  <a:gd name="T1" fmla="*/ 0 h 26"/>
                  <a:gd name="T2" fmla="*/ 0 w 7"/>
                  <a:gd name="T3" fmla="*/ 17 h 26"/>
                  <a:gd name="T4" fmla="*/ 6 w 7"/>
                  <a:gd name="T5" fmla="*/ 44 h 26"/>
                  <a:gd name="T6" fmla="*/ 5 w 7"/>
                  <a:gd name="T7" fmla="*/ 16 h 26"/>
                  <a:gd name="T8" fmla="*/ 15 w 7"/>
                  <a:gd name="T9" fmla="*/ 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6">
                    <a:moveTo>
                      <a:pt x="7" y="0"/>
                    </a:moveTo>
                    <a:cubicBezTo>
                      <a:pt x="3" y="3"/>
                      <a:pt x="1" y="6"/>
                      <a:pt x="0" y="10"/>
                    </a:cubicBezTo>
                    <a:cubicBezTo>
                      <a:pt x="0" y="16"/>
                      <a:pt x="3" y="20"/>
                      <a:pt x="3" y="26"/>
                    </a:cubicBezTo>
                    <a:cubicBezTo>
                      <a:pt x="4" y="20"/>
                      <a:pt x="1" y="15"/>
                      <a:pt x="2" y="9"/>
                    </a:cubicBezTo>
                    <a:cubicBezTo>
                      <a:pt x="2" y="5"/>
                      <a:pt x="5" y="3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86" name="Freeform 1764">
                <a:extLst>
                  <a:ext uri="{FF2B5EF4-FFF2-40B4-BE49-F238E27FC236}">
                    <a16:creationId xmlns:a16="http://schemas.microsoft.com/office/drawing/2014/main" id="{BECBB94D-48E5-49DF-B5A8-9663C02E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302"/>
                <a:ext cx="10" cy="9"/>
              </a:xfrm>
              <a:custGeom>
                <a:avLst/>
                <a:gdLst>
                  <a:gd name="T0" fmla="*/ 0 w 8"/>
                  <a:gd name="T1" fmla="*/ 15 h 7"/>
                  <a:gd name="T2" fmla="*/ 16 w 8"/>
                  <a:gd name="T3" fmla="*/ 15 h 7"/>
                  <a:gd name="T4" fmla="*/ 1 w 8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1" y="0"/>
                      <a:pt x="8" y="1"/>
                      <a:pt x="8" y="7"/>
                    </a:cubicBezTo>
                    <a:cubicBezTo>
                      <a:pt x="6" y="4"/>
                      <a:pt x="4" y="0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87" name="Freeform 1765">
                <a:extLst>
                  <a:ext uri="{FF2B5EF4-FFF2-40B4-BE49-F238E27FC236}">
                    <a16:creationId xmlns:a16="http://schemas.microsoft.com/office/drawing/2014/main" id="{823A1198-E43B-4535-BD4F-4524FBE08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299"/>
                <a:ext cx="14" cy="9"/>
              </a:xfrm>
              <a:custGeom>
                <a:avLst/>
                <a:gdLst>
                  <a:gd name="T0" fmla="*/ 23 w 11"/>
                  <a:gd name="T1" fmla="*/ 10 h 8"/>
                  <a:gd name="T2" fmla="*/ 0 w 11"/>
                  <a:gd name="T3" fmla="*/ 7 h 8"/>
                  <a:gd name="T4" fmla="*/ 22 w 11"/>
                  <a:gd name="T5" fmla="*/ 1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7"/>
                    </a:moveTo>
                    <a:cubicBezTo>
                      <a:pt x="10" y="0"/>
                      <a:pt x="4" y="2"/>
                      <a:pt x="0" y="4"/>
                    </a:cubicBezTo>
                    <a:cubicBezTo>
                      <a:pt x="4" y="5"/>
                      <a:pt x="9" y="4"/>
                      <a:pt x="1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88" name="Freeform 1766">
                <a:extLst>
                  <a:ext uri="{FF2B5EF4-FFF2-40B4-BE49-F238E27FC236}">
                    <a16:creationId xmlns:a16="http://schemas.microsoft.com/office/drawing/2014/main" id="{29A9AB81-DC86-4C85-ABBD-84A70674E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324"/>
                <a:ext cx="6" cy="10"/>
              </a:xfrm>
              <a:custGeom>
                <a:avLst/>
                <a:gdLst>
                  <a:gd name="T0" fmla="*/ 0 w 5"/>
                  <a:gd name="T1" fmla="*/ 5 h 8"/>
                  <a:gd name="T2" fmla="*/ 7 w 5"/>
                  <a:gd name="T3" fmla="*/ 16 h 8"/>
                  <a:gd name="T4" fmla="*/ 2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cubicBezTo>
                      <a:pt x="0" y="4"/>
                      <a:pt x="2" y="7"/>
                      <a:pt x="4" y="8"/>
                    </a:cubicBezTo>
                    <a:cubicBezTo>
                      <a:pt x="5" y="5"/>
                      <a:pt x="3" y="3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89" name="Freeform 1767">
                <a:extLst>
                  <a:ext uri="{FF2B5EF4-FFF2-40B4-BE49-F238E27FC236}">
                    <a16:creationId xmlns:a16="http://schemas.microsoft.com/office/drawing/2014/main" id="{731F89D4-B396-4DE5-80B1-21497A96D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1342"/>
                <a:ext cx="7" cy="5"/>
              </a:xfrm>
              <a:custGeom>
                <a:avLst/>
                <a:gdLst>
                  <a:gd name="T0" fmla="*/ 0 w 6"/>
                  <a:gd name="T1" fmla="*/ 6 h 4"/>
                  <a:gd name="T2" fmla="*/ 9 w 6"/>
                  <a:gd name="T3" fmla="*/ 8 h 4"/>
                  <a:gd name="T4" fmla="*/ 6 w 6"/>
                  <a:gd name="T5" fmla="*/ 5 h 4"/>
                  <a:gd name="T6" fmla="*/ 1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3"/>
                      <a:pt x="4" y="4"/>
                      <a:pt x="6" y="4"/>
                    </a:cubicBezTo>
                    <a:cubicBezTo>
                      <a:pt x="6" y="3"/>
                      <a:pt x="4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90" name="Freeform 1768">
                <a:extLst>
                  <a:ext uri="{FF2B5EF4-FFF2-40B4-BE49-F238E27FC236}">
                    <a16:creationId xmlns:a16="http://schemas.microsoft.com/office/drawing/2014/main" id="{75C85F56-DCAB-4356-94EF-12594E88C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316"/>
                <a:ext cx="5" cy="6"/>
              </a:xfrm>
              <a:custGeom>
                <a:avLst/>
                <a:gdLst>
                  <a:gd name="T0" fmla="*/ 0 w 4"/>
                  <a:gd name="T1" fmla="*/ 6 h 5"/>
                  <a:gd name="T2" fmla="*/ 8 w 4"/>
                  <a:gd name="T3" fmla="*/ 8 h 5"/>
                  <a:gd name="T4" fmla="*/ 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4"/>
                      <a:pt x="3" y="5"/>
                      <a:pt x="4" y="5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91" name="Freeform 1769">
                <a:extLst>
                  <a:ext uri="{FF2B5EF4-FFF2-40B4-BE49-F238E27FC236}">
                    <a16:creationId xmlns:a16="http://schemas.microsoft.com/office/drawing/2014/main" id="{1CD9A30D-F968-4A35-BA19-93F16DFA1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313"/>
                <a:ext cx="6" cy="5"/>
              </a:xfrm>
              <a:custGeom>
                <a:avLst/>
                <a:gdLst>
                  <a:gd name="T0" fmla="*/ 7 w 5"/>
                  <a:gd name="T1" fmla="*/ 0 h 4"/>
                  <a:gd name="T2" fmla="*/ 0 w 5"/>
                  <a:gd name="T3" fmla="*/ 6 h 4"/>
                  <a:gd name="T4" fmla="*/ 8 w 5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1"/>
                      <a:pt x="1" y="1"/>
                      <a:pt x="0" y="3"/>
                    </a:cubicBezTo>
                    <a:cubicBezTo>
                      <a:pt x="2" y="3"/>
                      <a:pt x="3" y="3"/>
                      <a:pt x="5" y="4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92" name="Freeform 1770">
                <a:extLst>
                  <a:ext uri="{FF2B5EF4-FFF2-40B4-BE49-F238E27FC236}">
                    <a16:creationId xmlns:a16="http://schemas.microsoft.com/office/drawing/2014/main" id="{90BAFE5A-B46A-4C05-BEF8-C5A5F80E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1347"/>
                <a:ext cx="9" cy="10"/>
              </a:xfrm>
              <a:custGeom>
                <a:avLst/>
                <a:gdLst>
                  <a:gd name="T0" fmla="*/ 0 w 7"/>
                  <a:gd name="T1" fmla="*/ 10 h 8"/>
                  <a:gd name="T2" fmla="*/ 8 w 7"/>
                  <a:gd name="T3" fmla="*/ 1 h 8"/>
                  <a:gd name="T4" fmla="*/ 8 w 7"/>
                  <a:gd name="T5" fmla="*/ 6 h 8"/>
                  <a:gd name="T6" fmla="*/ 6 w 7"/>
                  <a:gd name="T7" fmla="*/ 16 h 8"/>
                  <a:gd name="T8" fmla="*/ 10 w 7"/>
                  <a:gd name="T9" fmla="*/ 10 h 8"/>
                  <a:gd name="T10" fmla="*/ 15 w 7"/>
                  <a:gd name="T11" fmla="*/ 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4"/>
                      <a:pt x="3" y="0"/>
                      <a:pt x="4" y="1"/>
                    </a:cubicBezTo>
                    <a:cubicBezTo>
                      <a:pt x="4" y="1"/>
                      <a:pt x="4" y="3"/>
                      <a:pt x="4" y="3"/>
                    </a:cubicBezTo>
                    <a:cubicBezTo>
                      <a:pt x="4" y="5"/>
                      <a:pt x="3" y="6"/>
                      <a:pt x="3" y="8"/>
                    </a:cubicBezTo>
                    <a:cubicBezTo>
                      <a:pt x="4" y="7"/>
                      <a:pt x="5" y="6"/>
                      <a:pt x="5" y="5"/>
                    </a:cubicBezTo>
                    <a:cubicBezTo>
                      <a:pt x="6" y="4"/>
                      <a:pt x="6" y="3"/>
                      <a:pt x="7" y="2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93" name="Freeform 1771">
                <a:extLst>
                  <a:ext uri="{FF2B5EF4-FFF2-40B4-BE49-F238E27FC236}">
                    <a16:creationId xmlns:a16="http://schemas.microsoft.com/office/drawing/2014/main" id="{33F1B373-0B7F-4B65-8ECA-7543A7547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210"/>
                <a:ext cx="113" cy="91"/>
              </a:xfrm>
              <a:custGeom>
                <a:avLst/>
                <a:gdLst>
                  <a:gd name="T0" fmla="*/ 102 w 94"/>
                  <a:gd name="T1" fmla="*/ 109 h 75"/>
                  <a:gd name="T2" fmla="*/ 105 w 94"/>
                  <a:gd name="T3" fmla="*/ 51 h 75"/>
                  <a:gd name="T4" fmla="*/ 10 w 94"/>
                  <a:gd name="T5" fmla="*/ 47 h 75"/>
                  <a:gd name="T6" fmla="*/ 20 w 94"/>
                  <a:gd name="T7" fmla="*/ 83 h 75"/>
                  <a:gd name="T8" fmla="*/ 26 w 94"/>
                  <a:gd name="T9" fmla="*/ 119 h 75"/>
                  <a:gd name="T10" fmla="*/ 71 w 94"/>
                  <a:gd name="T11" fmla="*/ 123 h 75"/>
                  <a:gd name="T12" fmla="*/ 102 w 94"/>
                  <a:gd name="T13" fmla="*/ 10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75">
                    <a:moveTo>
                      <a:pt x="59" y="61"/>
                    </a:moveTo>
                    <a:cubicBezTo>
                      <a:pt x="64" y="73"/>
                      <a:pt x="94" y="58"/>
                      <a:pt x="60" y="29"/>
                    </a:cubicBezTo>
                    <a:cubicBezTo>
                      <a:pt x="26" y="0"/>
                      <a:pt x="12" y="7"/>
                      <a:pt x="6" y="26"/>
                    </a:cubicBezTo>
                    <a:cubicBezTo>
                      <a:pt x="0" y="45"/>
                      <a:pt x="0" y="45"/>
                      <a:pt x="12" y="46"/>
                    </a:cubicBezTo>
                    <a:cubicBezTo>
                      <a:pt x="25" y="47"/>
                      <a:pt x="3" y="58"/>
                      <a:pt x="15" y="67"/>
                    </a:cubicBezTo>
                    <a:cubicBezTo>
                      <a:pt x="28" y="75"/>
                      <a:pt x="37" y="74"/>
                      <a:pt x="41" y="68"/>
                    </a:cubicBezTo>
                    <a:cubicBezTo>
                      <a:pt x="45" y="63"/>
                      <a:pt x="56" y="54"/>
                      <a:pt x="59" y="61"/>
                    </a:cubicBezTo>
                    <a:close/>
                  </a:path>
                </a:pathLst>
              </a:custGeom>
              <a:solidFill>
                <a:srgbClr val="D1EEF5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94" name="Freeform 1772">
                <a:extLst>
                  <a:ext uri="{FF2B5EF4-FFF2-40B4-BE49-F238E27FC236}">
                    <a16:creationId xmlns:a16="http://schemas.microsoft.com/office/drawing/2014/main" id="{373AB704-9B1C-46D3-9535-9FA0FD2D3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248"/>
                <a:ext cx="41" cy="17"/>
              </a:xfrm>
              <a:custGeom>
                <a:avLst/>
                <a:gdLst>
                  <a:gd name="T0" fmla="*/ 59 w 34"/>
                  <a:gd name="T1" fmla="*/ 19 h 14"/>
                  <a:gd name="T2" fmla="*/ 40 w 34"/>
                  <a:gd name="T3" fmla="*/ 19 h 14"/>
                  <a:gd name="T4" fmla="*/ 23 w 34"/>
                  <a:gd name="T5" fmla="*/ 6 h 14"/>
                  <a:gd name="T6" fmla="*/ 0 w 34"/>
                  <a:gd name="T7" fmla="*/ 1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4">
                    <a:moveTo>
                      <a:pt x="34" y="11"/>
                    </a:moveTo>
                    <a:cubicBezTo>
                      <a:pt x="29" y="11"/>
                      <a:pt x="26" y="14"/>
                      <a:pt x="22" y="11"/>
                    </a:cubicBezTo>
                    <a:cubicBezTo>
                      <a:pt x="18" y="10"/>
                      <a:pt x="16" y="4"/>
                      <a:pt x="13" y="3"/>
                    </a:cubicBezTo>
                    <a:cubicBezTo>
                      <a:pt x="7" y="0"/>
                      <a:pt x="6" y="9"/>
                      <a:pt x="0" y="6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95" name="Freeform 1773">
                <a:extLst>
                  <a:ext uri="{FF2B5EF4-FFF2-40B4-BE49-F238E27FC236}">
                    <a16:creationId xmlns:a16="http://schemas.microsoft.com/office/drawing/2014/main" id="{1CC87591-89A5-43BD-84A8-411FDF45F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248"/>
                <a:ext cx="41" cy="17"/>
              </a:xfrm>
              <a:custGeom>
                <a:avLst/>
                <a:gdLst>
                  <a:gd name="T0" fmla="*/ 59 w 34"/>
                  <a:gd name="T1" fmla="*/ 19 h 14"/>
                  <a:gd name="T2" fmla="*/ 40 w 34"/>
                  <a:gd name="T3" fmla="*/ 19 h 14"/>
                  <a:gd name="T4" fmla="*/ 23 w 34"/>
                  <a:gd name="T5" fmla="*/ 6 h 14"/>
                  <a:gd name="T6" fmla="*/ 0 w 34"/>
                  <a:gd name="T7" fmla="*/ 1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4">
                    <a:moveTo>
                      <a:pt x="34" y="11"/>
                    </a:moveTo>
                    <a:cubicBezTo>
                      <a:pt x="29" y="11"/>
                      <a:pt x="26" y="14"/>
                      <a:pt x="22" y="11"/>
                    </a:cubicBezTo>
                    <a:cubicBezTo>
                      <a:pt x="18" y="10"/>
                      <a:pt x="16" y="4"/>
                      <a:pt x="13" y="3"/>
                    </a:cubicBezTo>
                    <a:cubicBezTo>
                      <a:pt x="7" y="0"/>
                      <a:pt x="6" y="9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96" name="Freeform 1774">
                <a:extLst>
                  <a:ext uri="{FF2B5EF4-FFF2-40B4-BE49-F238E27FC236}">
                    <a16:creationId xmlns:a16="http://schemas.microsoft.com/office/drawing/2014/main" id="{BAC050A7-9C39-4AD7-9AE7-1E8F93BF8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1272"/>
                <a:ext cx="17" cy="11"/>
              </a:xfrm>
              <a:custGeom>
                <a:avLst/>
                <a:gdLst>
                  <a:gd name="T0" fmla="*/ 0 w 14"/>
                  <a:gd name="T1" fmla="*/ 16 h 9"/>
                  <a:gd name="T2" fmla="*/ 25 w 14"/>
                  <a:gd name="T3" fmla="*/ 1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3" y="4"/>
                      <a:pt x="10" y="0"/>
                      <a:pt x="14" y="6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97" name="Freeform 1775">
                <a:extLst>
                  <a:ext uri="{FF2B5EF4-FFF2-40B4-BE49-F238E27FC236}">
                    <a16:creationId xmlns:a16="http://schemas.microsoft.com/office/drawing/2014/main" id="{10476A3C-9C97-48A8-8B86-C910B803B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1272"/>
                <a:ext cx="17" cy="11"/>
              </a:xfrm>
              <a:custGeom>
                <a:avLst/>
                <a:gdLst>
                  <a:gd name="T0" fmla="*/ 0 w 14"/>
                  <a:gd name="T1" fmla="*/ 16 h 9"/>
                  <a:gd name="T2" fmla="*/ 25 w 14"/>
                  <a:gd name="T3" fmla="*/ 1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3" y="4"/>
                      <a:pt x="10" y="0"/>
                      <a:pt x="14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98" name="Freeform 1776">
                <a:extLst>
                  <a:ext uri="{FF2B5EF4-FFF2-40B4-BE49-F238E27FC236}">
                    <a16:creationId xmlns:a16="http://schemas.microsoft.com/office/drawing/2014/main" id="{0AF9F011-747C-421C-A7B7-F7C8F4299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267"/>
                <a:ext cx="4" cy="16"/>
              </a:xfrm>
              <a:custGeom>
                <a:avLst/>
                <a:gdLst>
                  <a:gd name="T0" fmla="*/ 7 w 3"/>
                  <a:gd name="T1" fmla="*/ 25 h 13"/>
                  <a:gd name="T2" fmla="*/ 1 w 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13"/>
                    </a:moveTo>
                    <a:cubicBezTo>
                      <a:pt x="0" y="8"/>
                      <a:pt x="3" y="4"/>
                      <a:pt x="1" y="0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99" name="Freeform 1777">
                <a:extLst>
                  <a:ext uri="{FF2B5EF4-FFF2-40B4-BE49-F238E27FC236}">
                    <a16:creationId xmlns:a16="http://schemas.microsoft.com/office/drawing/2014/main" id="{6462274D-0652-4F59-9DBA-6402D187E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267"/>
                <a:ext cx="4" cy="16"/>
              </a:xfrm>
              <a:custGeom>
                <a:avLst/>
                <a:gdLst>
                  <a:gd name="T0" fmla="*/ 7 w 3"/>
                  <a:gd name="T1" fmla="*/ 25 h 13"/>
                  <a:gd name="T2" fmla="*/ 1 w 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13"/>
                    </a:moveTo>
                    <a:cubicBezTo>
                      <a:pt x="0" y="8"/>
                      <a:pt x="3" y="4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00" name="Freeform 1778">
                <a:extLst>
                  <a:ext uri="{FF2B5EF4-FFF2-40B4-BE49-F238E27FC236}">
                    <a16:creationId xmlns:a16="http://schemas.microsoft.com/office/drawing/2014/main" id="{5781E05C-D2CA-4121-9E71-001113EEC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225"/>
                <a:ext cx="60" cy="24"/>
              </a:xfrm>
              <a:custGeom>
                <a:avLst/>
                <a:gdLst>
                  <a:gd name="T0" fmla="*/ 0 w 50"/>
                  <a:gd name="T1" fmla="*/ 34 h 20"/>
                  <a:gd name="T2" fmla="*/ 29 w 50"/>
                  <a:gd name="T3" fmla="*/ 1 h 20"/>
                  <a:gd name="T4" fmla="*/ 59 w 50"/>
                  <a:gd name="T5" fmla="*/ 14 h 20"/>
                  <a:gd name="T6" fmla="*/ 86 w 50"/>
                  <a:gd name="T7" fmla="*/ 35 h 20"/>
                  <a:gd name="T8" fmla="*/ 29 w 50"/>
                  <a:gd name="T9" fmla="*/ 20 h 20"/>
                  <a:gd name="T10" fmla="*/ 19 w 50"/>
                  <a:gd name="T11" fmla="*/ 26 h 20"/>
                  <a:gd name="T12" fmla="*/ 8 w 50"/>
                  <a:gd name="T13" fmla="*/ 28 h 20"/>
                  <a:gd name="T14" fmla="*/ 0 w 50"/>
                  <a:gd name="T15" fmla="*/ 3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0">
                    <a:moveTo>
                      <a:pt x="0" y="19"/>
                    </a:moveTo>
                    <a:cubicBezTo>
                      <a:pt x="3" y="11"/>
                      <a:pt x="6" y="0"/>
                      <a:pt x="17" y="1"/>
                    </a:cubicBezTo>
                    <a:cubicBezTo>
                      <a:pt x="23" y="1"/>
                      <a:pt x="29" y="5"/>
                      <a:pt x="34" y="8"/>
                    </a:cubicBezTo>
                    <a:cubicBezTo>
                      <a:pt x="40" y="11"/>
                      <a:pt x="44" y="16"/>
                      <a:pt x="50" y="20"/>
                    </a:cubicBezTo>
                    <a:cubicBezTo>
                      <a:pt x="37" y="19"/>
                      <a:pt x="30" y="8"/>
                      <a:pt x="17" y="12"/>
                    </a:cubicBezTo>
                    <a:cubicBezTo>
                      <a:pt x="15" y="13"/>
                      <a:pt x="13" y="14"/>
                      <a:pt x="11" y="15"/>
                    </a:cubicBezTo>
                    <a:cubicBezTo>
                      <a:pt x="9" y="16"/>
                      <a:pt x="7" y="15"/>
                      <a:pt x="5" y="16"/>
                    </a:cubicBezTo>
                    <a:cubicBezTo>
                      <a:pt x="3" y="16"/>
                      <a:pt x="1" y="18"/>
                      <a:pt x="0" y="19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01" name="Freeform 1779">
                <a:extLst>
                  <a:ext uri="{FF2B5EF4-FFF2-40B4-BE49-F238E27FC236}">
                    <a16:creationId xmlns:a16="http://schemas.microsoft.com/office/drawing/2014/main" id="{D143EE1E-7A4B-48A0-85C4-A35C6E496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250"/>
                <a:ext cx="34" cy="22"/>
              </a:xfrm>
              <a:custGeom>
                <a:avLst/>
                <a:gdLst>
                  <a:gd name="T0" fmla="*/ 0 w 28"/>
                  <a:gd name="T1" fmla="*/ 13 h 18"/>
                  <a:gd name="T2" fmla="*/ 28 w 28"/>
                  <a:gd name="T3" fmla="*/ 13 h 18"/>
                  <a:gd name="T4" fmla="*/ 35 w 28"/>
                  <a:gd name="T5" fmla="*/ 24 h 18"/>
                  <a:gd name="T6" fmla="*/ 50 w 28"/>
                  <a:gd name="T7" fmla="*/ 24 h 18"/>
                  <a:gd name="T8" fmla="*/ 22 w 28"/>
                  <a:gd name="T9" fmla="*/ 18 h 18"/>
                  <a:gd name="T10" fmla="*/ 1 w 28"/>
                  <a:gd name="T11" fmla="*/ 1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0" y="7"/>
                    </a:moveTo>
                    <a:cubicBezTo>
                      <a:pt x="6" y="9"/>
                      <a:pt x="10" y="0"/>
                      <a:pt x="16" y="7"/>
                    </a:cubicBezTo>
                    <a:cubicBezTo>
                      <a:pt x="18" y="9"/>
                      <a:pt x="18" y="11"/>
                      <a:pt x="20" y="13"/>
                    </a:cubicBezTo>
                    <a:cubicBezTo>
                      <a:pt x="22" y="13"/>
                      <a:pt x="25" y="13"/>
                      <a:pt x="28" y="13"/>
                    </a:cubicBezTo>
                    <a:cubicBezTo>
                      <a:pt x="22" y="18"/>
                      <a:pt x="16" y="13"/>
                      <a:pt x="12" y="10"/>
                    </a:cubicBezTo>
                    <a:cubicBezTo>
                      <a:pt x="9" y="8"/>
                      <a:pt x="5" y="8"/>
                      <a:pt x="1" y="6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02" name="Freeform 1780">
                <a:extLst>
                  <a:ext uri="{FF2B5EF4-FFF2-40B4-BE49-F238E27FC236}">
                    <a16:creationId xmlns:a16="http://schemas.microsoft.com/office/drawing/2014/main" id="{9D606F0F-768C-4293-B80A-4B60A23E5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271"/>
                <a:ext cx="17" cy="14"/>
              </a:xfrm>
              <a:custGeom>
                <a:avLst/>
                <a:gdLst>
                  <a:gd name="T0" fmla="*/ 9 w 14"/>
                  <a:gd name="T1" fmla="*/ 15 h 12"/>
                  <a:gd name="T2" fmla="*/ 25 w 14"/>
                  <a:gd name="T3" fmla="*/ 1 h 12"/>
                  <a:gd name="T4" fmla="*/ 7 w 14"/>
                  <a:gd name="T5" fmla="*/ 8 h 12"/>
                  <a:gd name="T6" fmla="*/ 11 w 14"/>
                  <a:gd name="T7" fmla="*/ 1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5" y="9"/>
                    </a:moveTo>
                    <a:cubicBezTo>
                      <a:pt x="7" y="5"/>
                      <a:pt x="10" y="3"/>
                      <a:pt x="14" y="1"/>
                    </a:cubicBezTo>
                    <a:cubicBezTo>
                      <a:pt x="11" y="0"/>
                      <a:pt x="6" y="3"/>
                      <a:pt x="4" y="5"/>
                    </a:cubicBezTo>
                    <a:cubicBezTo>
                      <a:pt x="0" y="9"/>
                      <a:pt x="3" y="12"/>
                      <a:pt x="6" y="8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03" name="Freeform 1781">
                <a:extLst>
                  <a:ext uri="{FF2B5EF4-FFF2-40B4-BE49-F238E27FC236}">
                    <a16:creationId xmlns:a16="http://schemas.microsoft.com/office/drawing/2014/main" id="{6667E642-A862-464B-ACA8-C54F841BA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259"/>
                <a:ext cx="17" cy="30"/>
              </a:xfrm>
              <a:custGeom>
                <a:avLst/>
                <a:gdLst>
                  <a:gd name="T0" fmla="*/ 6 w 14"/>
                  <a:gd name="T1" fmla="*/ 36 h 25"/>
                  <a:gd name="T2" fmla="*/ 25 w 14"/>
                  <a:gd name="T3" fmla="*/ 26 h 25"/>
                  <a:gd name="T4" fmla="*/ 13 w 14"/>
                  <a:gd name="T5" fmla="*/ 0 h 25"/>
                  <a:gd name="T6" fmla="*/ 9 w 14"/>
                  <a:gd name="T7" fmla="*/ 23 h 25"/>
                  <a:gd name="T8" fmla="*/ 7 w 14"/>
                  <a:gd name="T9" fmla="*/ 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5">
                    <a:moveTo>
                      <a:pt x="3" y="21"/>
                    </a:moveTo>
                    <a:cubicBezTo>
                      <a:pt x="8" y="25"/>
                      <a:pt x="13" y="19"/>
                      <a:pt x="14" y="15"/>
                    </a:cubicBezTo>
                    <a:cubicBezTo>
                      <a:pt x="14" y="9"/>
                      <a:pt x="10" y="4"/>
                      <a:pt x="7" y="0"/>
                    </a:cubicBezTo>
                    <a:cubicBezTo>
                      <a:pt x="7" y="4"/>
                      <a:pt x="8" y="9"/>
                      <a:pt x="5" y="13"/>
                    </a:cubicBezTo>
                    <a:cubicBezTo>
                      <a:pt x="4" y="15"/>
                      <a:pt x="0" y="19"/>
                      <a:pt x="4" y="21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04" name="Freeform 1782">
                <a:extLst>
                  <a:ext uri="{FF2B5EF4-FFF2-40B4-BE49-F238E27FC236}">
                    <a16:creationId xmlns:a16="http://schemas.microsoft.com/office/drawing/2014/main" id="{00844324-DF8E-4193-ABB1-34F84AA18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271"/>
                <a:ext cx="11" cy="14"/>
              </a:xfrm>
              <a:custGeom>
                <a:avLst/>
                <a:gdLst>
                  <a:gd name="T0" fmla="*/ 0 w 9"/>
                  <a:gd name="T1" fmla="*/ 18 h 12"/>
                  <a:gd name="T2" fmla="*/ 13 w 9"/>
                  <a:gd name="T3" fmla="*/ 0 h 12"/>
                  <a:gd name="T4" fmla="*/ 15 w 9"/>
                  <a:gd name="T5" fmla="*/ 1 h 12"/>
                  <a:gd name="T6" fmla="*/ 6 w 9"/>
                  <a:gd name="T7" fmla="*/ 1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11"/>
                    </a:moveTo>
                    <a:cubicBezTo>
                      <a:pt x="6" y="9"/>
                      <a:pt x="5" y="5"/>
                      <a:pt x="7" y="0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4"/>
                      <a:pt x="6" y="11"/>
                      <a:pt x="3" y="12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05" name="Freeform 1783">
                <a:extLst>
                  <a:ext uri="{FF2B5EF4-FFF2-40B4-BE49-F238E27FC236}">
                    <a16:creationId xmlns:a16="http://schemas.microsoft.com/office/drawing/2014/main" id="{60CE7ECE-F59E-43F0-82A6-59C439821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1229"/>
                <a:ext cx="35" cy="17"/>
              </a:xfrm>
              <a:custGeom>
                <a:avLst/>
                <a:gdLst>
                  <a:gd name="T0" fmla="*/ 51 w 29"/>
                  <a:gd name="T1" fmla="*/ 11 h 14"/>
                  <a:gd name="T2" fmla="*/ 19 w 29"/>
                  <a:gd name="T3" fmla="*/ 6 h 14"/>
                  <a:gd name="T4" fmla="*/ 0 w 29"/>
                  <a:gd name="T5" fmla="*/ 25 h 14"/>
                  <a:gd name="T6" fmla="*/ 23 w 29"/>
                  <a:gd name="T7" fmla="*/ 0 h 14"/>
                  <a:gd name="T8" fmla="*/ 51 w 29"/>
                  <a:gd name="T9" fmla="*/ 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4">
                    <a:moveTo>
                      <a:pt x="29" y="6"/>
                    </a:moveTo>
                    <a:cubicBezTo>
                      <a:pt x="23" y="5"/>
                      <a:pt x="17" y="0"/>
                      <a:pt x="11" y="3"/>
                    </a:cubicBezTo>
                    <a:cubicBezTo>
                      <a:pt x="5" y="5"/>
                      <a:pt x="1" y="9"/>
                      <a:pt x="0" y="14"/>
                    </a:cubicBezTo>
                    <a:cubicBezTo>
                      <a:pt x="1" y="6"/>
                      <a:pt x="4" y="0"/>
                      <a:pt x="13" y="0"/>
                    </a:cubicBezTo>
                    <a:cubicBezTo>
                      <a:pt x="18" y="1"/>
                      <a:pt x="23" y="4"/>
                      <a:pt x="29" y="4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06" name="Freeform 1784">
                <a:extLst>
                  <a:ext uri="{FF2B5EF4-FFF2-40B4-BE49-F238E27FC236}">
                    <a16:creationId xmlns:a16="http://schemas.microsoft.com/office/drawing/2014/main" id="{5D571EA3-5756-4F2E-9B4D-4EF2A1F79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1254"/>
                <a:ext cx="8" cy="7"/>
              </a:xfrm>
              <a:custGeom>
                <a:avLst/>
                <a:gdLst>
                  <a:gd name="T0" fmla="*/ 10 w 7"/>
                  <a:gd name="T1" fmla="*/ 9 h 6"/>
                  <a:gd name="T2" fmla="*/ 0 w 7"/>
                  <a:gd name="T3" fmla="*/ 6 h 6"/>
                  <a:gd name="T4" fmla="*/ 9 w 7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6" y="2"/>
                      <a:pt x="3" y="0"/>
                      <a:pt x="0" y="3"/>
                    </a:cubicBezTo>
                    <a:cubicBezTo>
                      <a:pt x="2" y="4"/>
                      <a:pt x="4" y="4"/>
                      <a:pt x="6" y="5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07" name="Freeform 1785">
                <a:extLst>
                  <a:ext uri="{FF2B5EF4-FFF2-40B4-BE49-F238E27FC236}">
                    <a16:creationId xmlns:a16="http://schemas.microsoft.com/office/drawing/2014/main" id="{EFD0C3BB-A7E7-499A-810D-C913EA98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1281"/>
                <a:ext cx="27" cy="15"/>
              </a:xfrm>
              <a:custGeom>
                <a:avLst/>
                <a:gdLst>
                  <a:gd name="T0" fmla="*/ 0 w 23"/>
                  <a:gd name="T1" fmla="*/ 17 h 13"/>
                  <a:gd name="T2" fmla="*/ 19 w 23"/>
                  <a:gd name="T3" fmla="*/ 17 h 13"/>
                  <a:gd name="T4" fmla="*/ 38 w 23"/>
                  <a:gd name="T5" fmla="*/ 0 h 13"/>
                  <a:gd name="T6" fmla="*/ 16 w 23"/>
                  <a:gd name="T7" fmla="*/ 17 h 13"/>
                  <a:gd name="T8" fmla="*/ 0 w 23"/>
                  <a:gd name="T9" fmla="*/ 1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3">
                    <a:moveTo>
                      <a:pt x="0" y="11"/>
                    </a:moveTo>
                    <a:cubicBezTo>
                      <a:pt x="4" y="13"/>
                      <a:pt x="8" y="13"/>
                      <a:pt x="12" y="11"/>
                    </a:cubicBezTo>
                    <a:cubicBezTo>
                      <a:pt x="17" y="9"/>
                      <a:pt x="19" y="3"/>
                      <a:pt x="23" y="0"/>
                    </a:cubicBezTo>
                    <a:cubicBezTo>
                      <a:pt x="17" y="2"/>
                      <a:pt x="15" y="8"/>
                      <a:pt x="10" y="11"/>
                    </a:cubicBezTo>
                    <a:cubicBezTo>
                      <a:pt x="7" y="13"/>
                      <a:pt x="4" y="12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08" name="Freeform 1786">
                <a:extLst>
                  <a:ext uri="{FF2B5EF4-FFF2-40B4-BE49-F238E27FC236}">
                    <a16:creationId xmlns:a16="http://schemas.microsoft.com/office/drawing/2014/main" id="{47EE9024-98B2-4B61-81EC-196103F48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254"/>
                <a:ext cx="11" cy="12"/>
              </a:xfrm>
              <a:custGeom>
                <a:avLst/>
                <a:gdLst>
                  <a:gd name="T0" fmla="*/ 16 w 9"/>
                  <a:gd name="T1" fmla="*/ 12 h 10"/>
                  <a:gd name="T2" fmla="*/ 9 w 9"/>
                  <a:gd name="T3" fmla="*/ 0 h 10"/>
                  <a:gd name="T4" fmla="*/ 15 w 9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7"/>
                    </a:moveTo>
                    <a:cubicBezTo>
                      <a:pt x="3" y="10"/>
                      <a:pt x="0" y="3"/>
                      <a:pt x="5" y="0"/>
                    </a:cubicBezTo>
                    <a:cubicBezTo>
                      <a:pt x="4" y="4"/>
                      <a:pt x="1" y="7"/>
                      <a:pt x="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09" name="Freeform 1787">
                <a:extLst>
                  <a:ext uri="{FF2B5EF4-FFF2-40B4-BE49-F238E27FC236}">
                    <a16:creationId xmlns:a16="http://schemas.microsoft.com/office/drawing/2014/main" id="{60BC085E-BC22-43C2-B433-A026C6EE7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1278"/>
                <a:ext cx="11" cy="12"/>
              </a:xfrm>
              <a:custGeom>
                <a:avLst/>
                <a:gdLst>
                  <a:gd name="T0" fmla="*/ 9 w 9"/>
                  <a:gd name="T1" fmla="*/ 0 h 10"/>
                  <a:gd name="T2" fmla="*/ 16 w 9"/>
                  <a:gd name="T3" fmla="*/ 17 h 10"/>
                  <a:gd name="T4" fmla="*/ 11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0" y="4"/>
                      <a:pt x="5" y="8"/>
                      <a:pt x="9" y="10"/>
                    </a:cubicBezTo>
                    <a:cubicBezTo>
                      <a:pt x="7" y="7"/>
                      <a:pt x="4" y="3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10" name="Freeform 1788">
                <a:extLst>
                  <a:ext uri="{FF2B5EF4-FFF2-40B4-BE49-F238E27FC236}">
                    <a16:creationId xmlns:a16="http://schemas.microsoft.com/office/drawing/2014/main" id="{24EDC7AE-CC50-4FCF-994B-39E42A50D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272"/>
                <a:ext cx="7" cy="9"/>
              </a:xfrm>
              <a:custGeom>
                <a:avLst/>
                <a:gdLst>
                  <a:gd name="T0" fmla="*/ 6 w 6"/>
                  <a:gd name="T1" fmla="*/ 15 h 7"/>
                  <a:gd name="T2" fmla="*/ 8 w 6"/>
                  <a:gd name="T3" fmla="*/ 0 h 7"/>
                  <a:gd name="T4" fmla="*/ 0 w 6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7"/>
                    </a:moveTo>
                    <a:cubicBezTo>
                      <a:pt x="4" y="5"/>
                      <a:pt x="6" y="2"/>
                      <a:pt x="5" y="0"/>
                    </a:cubicBezTo>
                    <a:cubicBezTo>
                      <a:pt x="2" y="1"/>
                      <a:pt x="2" y="4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11" name="Freeform 1789">
                <a:extLst>
                  <a:ext uri="{FF2B5EF4-FFF2-40B4-BE49-F238E27FC236}">
                    <a16:creationId xmlns:a16="http://schemas.microsoft.com/office/drawing/2014/main" id="{43BC7528-F7E1-475B-A87C-B620A323B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256"/>
                <a:ext cx="4" cy="9"/>
              </a:xfrm>
              <a:custGeom>
                <a:avLst/>
                <a:gdLst>
                  <a:gd name="T0" fmla="*/ 7 w 3"/>
                  <a:gd name="T1" fmla="*/ 13 h 7"/>
                  <a:gd name="T2" fmla="*/ 1 w 3"/>
                  <a:gd name="T3" fmla="*/ 0 h 7"/>
                  <a:gd name="T4" fmla="*/ 0 w 3"/>
                  <a:gd name="T5" fmla="*/ 8 h 7"/>
                  <a:gd name="T6" fmla="*/ 0 w 3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6"/>
                    </a:moveTo>
                    <a:cubicBezTo>
                      <a:pt x="2" y="5"/>
                      <a:pt x="2" y="2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12" name="Freeform 1790">
                <a:extLst>
                  <a:ext uri="{FF2B5EF4-FFF2-40B4-BE49-F238E27FC236}">
                    <a16:creationId xmlns:a16="http://schemas.microsoft.com/office/drawing/2014/main" id="{235DE81F-3554-40CE-88F4-992D0BF21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253"/>
                <a:ext cx="4" cy="5"/>
              </a:xfrm>
              <a:custGeom>
                <a:avLst/>
                <a:gdLst>
                  <a:gd name="T0" fmla="*/ 4 w 4"/>
                  <a:gd name="T1" fmla="*/ 8 h 4"/>
                  <a:gd name="T2" fmla="*/ 3 w 4"/>
                  <a:gd name="T3" fmla="*/ 0 h 4"/>
                  <a:gd name="T4" fmla="*/ 0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4" y="3"/>
                      <a:pt x="4" y="1"/>
                      <a:pt x="3" y="0"/>
                    </a:cubicBezTo>
                    <a:cubicBezTo>
                      <a:pt x="2" y="0"/>
                      <a:pt x="1" y="3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13" name="Freeform 1791">
                <a:extLst>
                  <a:ext uri="{FF2B5EF4-FFF2-40B4-BE49-F238E27FC236}">
                    <a16:creationId xmlns:a16="http://schemas.microsoft.com/office/drawing/2014/main" id="{9F1BAF90-8BB7-49A8-89DA-9CF4979E4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1278"/>
                <a:ext cx="5" cy="5"/>
              </a:xfrm>
              <a:custGeom>
                <a:avLst/>
                <a:gdLst>
                  <a:gd name="T0" fmla="*/ 0 w 4"/>
                  <a:gd name="T1" fmla="*/ 6 h 4"/>
                  <a:gd name="T2" fmla="*/ 8 w 4"/>
                  <a:gd name="T3" fmla="*/ 8 h 4"/>
                  <a:gd name="T4" fmla="*/ 6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3"/>
                      <a:pt x="3" y="4"/>
                      <a:pt x="4" y="4"/>
                    </a:cubicBezTo>
                    <a:cubicBezTo>
                      <a:pt x="4" y="3"/>
                      <a:pt x="3" y="1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14" name="Freeform 1792">
                <a:extLst>
                  <a:ext uri="{FF2B5EF4-FFF2-40B4-BE49-F238E27FC236}">
                    <a16:creationId xmlns:a16="http://schemas.microsoft.com/office/drawing/2014/main" id="{7CBB11BA-B49D-4883-865F-9DF6660AC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269"/>
                <a:ext cx="7" cy="6"/>
              </a:xfrm>
              <a:custGeom>
                <a:avLst/>
                <a:gdLst>
                  <a:gd name="T0" fmla="*/ 9 w 6"/>
                  <a:gd name="T1" fmla="*/ 8 h 5"/>
                  <a:gd name="T2" fmla="*/ 0 w 6"/>
                  <a:gd name="T3" fmla="*/ 7 h 5"/>
                  <a:gd name="T4" fmla="*/ 2 w 6"/>
                  <a:gd name="T5" fmla="*/ 2 h 5"/>
                  <a:gd name="T6" fmla="*/ 9 w 6"/>
                  <a:gd name="T7" fmla="*/ 0 h 5"/>
                  <a:gd name="T8" fmla="*/ 6 w 6"/>
                  <a:gd name="T9" fmla="*/ 0 h 5"/>
                  <a:gd name="T10" fmla="*/ 0 w 6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5" y="5"/>
                      <a:pt x="0" y="5"/>
                      <a:pt x="0" y="4"/>
                    </a:cubicBezTo>
                    <a:cubicBezTo>
                      <a:pt x="0" y="3"/>
                      <a:pt x="2" y="3"/>
                      <a:pt x="2" y="2"/>
                    </a:cubicBezTo>
                    <a:cubicBezTo>
                      <a:pt x="4" y="2"/>
                      <a:pt x="5" y="1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15" name="Freeform 1793">
                <a:extLst>
                  <a:ext uri="{FF2B5EF4-FFF2-40B4-BE49-F238E27FC236}">
                    <a16:creationId xmlns:a16="http://schemas.microsoft.com/office/drawing/2014/main" id="{8F2B7246-235C-4B04-9528-F90297A44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249"/>
                <a:ext cx="114" cy="92"/>
              </a:xfrm>
              <a:custGeom>
                <a:avLst/>
                <a:gdLst>
                  <a:gd name="T0" fmla="*/ 62 w 94"/>
                  <a:gd name="T1" fmla="*/ 23 h 76"/>
                  <a:gd name="T2" fmla="*/ 59 w 94"/>
                  <a:gd name="T3" fmla="*/ 79 h 76"/>
                  <a:gd name="T4" fmla="*/ 156 w 94"/>
                  <a:gd name="T5" fmla="*/ 91 h 76"/>
                  <a:gd name="T6" fmla="*/ 146 w 94"/>
                  <a:gd name="T7" fmla="*/ 53 h 76"/>
                  <a:gd name="T8" fmla="*/ 143 w 94"/>
                  <a:gd name="T9" fmla="*/ 18 h 76"/>
                  <a:gd name="T10" fmla="*/ 96 w 94"/>
                  <a:gd name="T11" fmla="*/ 12 h 76"/>
                  <a:gd name="T12" fmla="*/ 62 w 94"/>
                  <a:gd name="T13" fmla="*/ 23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76">
                    <a:moveTo>
                      <a:pt x="35" y="13"/>
                    </a:moveTo>
                    <a:cubicBezTo>
                      <a:pt x="31" y="0"/>
                      <a:pt x="0" y="15"/>
                      <a:pt x="33" y="45"/>
                    </a:cubicBezTo>
                    <a:cubicBezTo>
                      <a:pt x="66" y="76"/>
                      <a:pt x="79" y="70"/>
                      <a:pt x="87" y="51"/>
                    </a:cubicBezTo>
                    <a:cubicBezTo>
                      <a:pt x="94" y="32"/>
                      <a:pt x="94" y="32"/>
                      <a:pt x="82" y="30"/>
                    </a:cubicBezTo>
                    <a:cubicBezTo>
                      <a:pt x="69" y="29"/>
                      <a:pt x="91" y="19"/>
                      <a:pt x="80" y="10"/>
                    </a:cubicBezTo>
                    <a:cubicBezTo>
                      <a:pt x="68" y="1"/>
                      <a:pt x="58" y="1"/>
                      <a:pt x="54" y="7"/>
                    </a:cubicBezTo>
                    <a:cubicBezTo>
                      <a:pt x="50" y="12"/>
                      <a:pt x="38" y="21"/>
                      <a:pt x="35" y="13"/>
                    </a:cubicBezTo>
                    <a:close/>
                  </a:path>
                </a:pathLst>
              </a:custGeom>
              <a:solidFill>
                <a:srgbClr val="D1EEF5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16" name="Freeform 1794">
                <a:extLst>
                  <a:ext uri="{FF2B5EF4-FFF2-40B4-BE49-F238E27FC236}">
                    <a16:creationId xmlns:a16="http://schemas.microsoft.com/office/drawing/2014/main" id="{59B6E72A-DA88-42F6-8F94-371385D06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285"/>
                <a:ext cx="41" cy="19"/>
              </a:xfrm>
              <a:custGeom>
                <a:avLst/>
                <a:gdLst>
                  <a:gd name="T0" fmla="*/ 0 w 34"/>
                  <a:gd name="T1" fmla="*/ 6 h 15"/>
                  <a:gd name="T2" fmla="*/ 21 w 34"/>
                  <a:gd name="T3" fmla="*/ 6 h 15"/>
                  <a:gd name="T4" fmla="*/ 35 w 34"/>
                  <a:gd name="T5" fmla="*/ 24 h 15"/>
                  <a:gd name="T6" fmla="*/ 59 w 34"/>
                  <a:gd name="T7" fmla="*/ 1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5">
                    <a:moveTo>
                      <a:pt x="0" y="3"/>
                    </a:moveTo>
                    <a:cubicBezTo>
                      <a:pt x="4" y="3"/>
                      <a:pt x="8" y="0"/>
                      <a:pt x="12" y="3"/>
                    </a:cubicBezTo>
                    <a:cubicBezTo>
                      <a:pt x="16" y="5"/>
                      <a:pt x="17" y="10"/>
                      <a:pt x="20" y="12"/>
                    </a:cubicBezTo>
                    <a:cubicBezTo>
                      <a:pt x="26" y="15"/>
                      <a:pt x="27" y="6"/>
                      <a:pt x="34" y="9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17" name="Freeform 1795">
                <a:extLst>
                  <a:ext uri="{FF2B5EF4-FFF2-40B4-BE49-F238E27FC236}">
                    <a16:creationId xmlns:a16="http://schemas.microsoft.com/office/drawing/2014/main" id="{FBF80B29-C350-4F44-A057-52466ED6F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285"/>
                <a:ext cx="41" cy="19"/>
              </a:xfrm>
              <a:custGeom>
                <a:avLst/>
                <a:gdLst>
                  <a:gd name="T0" fmla="*/ 0 w 34"/>
                  <a:gd name="T1" fmla="*/ 6 h 15"/>
                  <a:gd name="T2" fmla="*/ 21 w 34"/>
                  <a:gd name="T3" fmla="*/ 6 h 15"/>
                  <a:gd name="T4" fmla="*/ 35 w 34"/>
                  <a:gd name="T5" fmla="*/ 24 h 15"/>
                  <a:gd name="T6" fmla="*/ 59 w 34"/>
                  <a:gd name="T7" fmla="*/ 1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5">
                    <a:moveTo>
                      <a:pt x="0" y="3"/>
                    </a:moveTo>
                    <a:cubicBezTo>
                      <a:pt x="4" y="3"/>
                      <a:pt x="8" y="0"/>
                      <a:pt x="12" y="3"/>
                    </a:cubicBezTo>
                    <a:cubicBezTo>
                      <a:pt x="16" y="5"/>
                      <a:pt x="17" y="10"/>
                      <a:pt x="20" y="12"/>
                    </a:cubicBezTo>
                    <a:cubicBezTo>
                      <a:pt x="26" y="15"/>
                      <a:pt x="27" y="6"/>
                      <a:pt x="34" y="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18" name="Freeform 1796">
                <a:extLst>
                  <a:ext uri="{FF2B5EF4-FFF2-40B4-BE49-F238E27FC236}">
                    <a16:creationId xmlns:a16="http://schemas.microsoft.com/office/drawing/2014/main" id="{CE19EF05-36EE-46A1-BBC2-91CB7EBB2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269"/>
                <a:ext cx="17" cy="9"/>
              </a:xfrm>
              <a:custGeom>
                <a:avLst/>
                <a:gdLst>
                  <a:gd name="T0" fmla="*/ 25 w 14"/>
                  <a:gd name="T1" fmla="*/ 0 h 8"/>
                  <a:gd name="T2" fmla="*/ 0 w 14"/>
                  <a:gd name="T3" fmla="*/ 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12" y="5"/>
                      <a:pt x="4" y="8"/>
                      <a:pt x="0" y="3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19" name="Freeform 1797">
                <a:extLst>
                  <a:ext uri="{FF2B5EF4-FFF2-40B4-BE49-F238E27FC236}">
                    <a16:creationId xmlns:a16="http://schemas.microsoft.com/office/drawing/2014/main" id="{E27BAB49-3442-4216-B333-2785C4314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269"/>
                <a:ext cx="17" cy="9"/>
              </a:xfrm>
              <a:custGeom>
                <a:avLst/>
                <a:gdLst>
                  <a:gd name="T0" fmla="*/ 25 w 14"/>
                  <a:gd name="T1" fmla="*/ 0 h 8"/>
                  <a:gd name="T2" fmla="*/ 0 w 14"/>
                  <a:gd name="T3" fmla="*/ 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12" y="5"/>
                      <a:pt x="4" y="8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20" name="Freeform 1798">
                <a:extLst>
                  <a:ext uri="{FF2B5EF4-FFF2-40B4-BE49-F238E27FC236}">
                    <a16:creationId xmlns:a16="http://schemas.microsoft.com/office/drawing/2014/main" id="{92A3E163-BF83-4F1D-B802-38A985967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1267"/>
                <a:ext cx="4" cy="15"/>
              </a:xfrm>
              <a:custGeom>
                <a:avLst/>
                <a:gdLst>
                  <a:gd name="T0" fmla="*/ 0 w 3"/>
                  <a:gd name="T1" fmla="*/ 0 h 12"/>
                  <a:gd name="T2" fmla="*/ 5 w 3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4"/>
                      <a:pt x="0" y="8"/>
                      <a:pt x="2" y="12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21" name="Freeform 1799">
                <a:extLst>
                  <a:ext uri="{FF2B5EF4-FFF2-40B4-BE49-F238E27FC236}">
                    <a16:creationId xmlns:a16="http://schemas.microsoft.com/office/drawing/2014/main" id="{F4A155A7-7FB0-41C6-BD3E-BC082196C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1267"/>
                <a:ext cx="4" cy="15"/>
              </a:xfrm>
              <a:custGeom>
                <a:avLst/>
                <a:gdLst>
                  <a:gd name="T0" fmla="*/ 0 w 3"/>
                  <a:gd name="T1" fmla="*/ 0 h 12"/>
                  <a:gd name="T2" fmla="*/ 5 w 3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4"/>
                      <a:pt x="0" y="8"/>
                      <a:pt x="2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22" name="Freeform 1800">
                <a:extLst>
                  <a:ext uri="{FF2B5EF4-FFF2-40B4-BE49-F238E27FC236}">
                    <a16:creationId xmlns:a16="http://schemas.microsoft.com/office/drawing/2014/main" id="{D6AEBF80-CEDC-43B5-89C7-98D8B9CFB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1300"/>
                <a:ext cx="61" cy="27"/>
              </a:xfrm>
              <a:custGeom>
                <a:avLst/>
                <a:gdLst>
                  <a:gd name="T0" fmla="*/ 90 w 50"/>
                  <a:gd name="T1" fmla="*/ 7 h 22"/>
                  <a:gd name="T2" fmla="*/ 59 w 50"/>
                  <a:gd name="T3" fmla="*/ 39 h 22"/>
                  <a:gd name="T4" fmla="*/ 27 w 50"/>
                  <a:gd name="T5" fmla="*/ 25 h 22"/>
                  <a:gd name="T6" fmla="*/ 0 w 50"/>
                  <a:gd name="T7" fmla="*/ 0 h 22"/>
                  <a:gd name="T8" fmla="*/ 60 w 50"/>
                  <a:gd name="T9" fmla="*/ 18 h 22"/>
                  <a:gd name="T10" fmla="*/ 72 w 50"/>
                  <a:gd name="T11" fmla="*/ 14 h 22"/>
                  <a:gd name="T12" fmla="*/ 82 w 50"/>
                  <a:gd name="T13" fmla="*/ 14 h 22"/>
                  <a:gd name="T14" fmla="*/ 90 w 50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2">
                    <a:moveTo>
                      <a:pt x="50" y="4"/>
                    </a:moveTo>
                    <a:cubicBezTo>
                      <a:pt x="47" y="12"/>
                      <a:pt x="43" y="22"/>
                      <a:pt x="32" y="21"/>
                    </a:cubicBezTo>
                    <a:cubicBezTo>
                      <a:pt x="26" y="20"/>
                      <a:pt x="20" y="16"/>
                      <a:pt x="15" y="13"/>
                    </a:cubicBezTo>
                    <a:cubicBezTo>
                      <a:pt x="10" y="9"/>
                      <a:pt x="6" y="4"/>
                      <a:pt x="0" y="0"/>
                    </a:cubicBezTo>
                    <a:cubicBezTo>
                      <a:pt x="13" y="2"/>
                      <a:pt x="19" y="14"/>
                      <a:pt x="33" y="10"/>
                    </a:cubicBezTo>
                    <a:cubicBezTo>
                      <a:pt x="35" y="9"/>
                      <a:pt x="37" y="8"/>
                      <a:pt x="39" y="7"/>
                    </a:cubicBezTo>
                    <a:cubicBezTo>
                      <a:pt x="41" y="7"/>
                      <a:pt x="43" y="7"/>
                      <a:pt x="45" y="7"/>
                    </a:cubicBezTo>
                    <a:cubicBezTo>
                      <a:pt x="47" y="7"/>
                      <a:pt x="48" y="5"/>
                      <a:pt x="50" y="4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23" name="Freeform 1801">
                <a:extLst>
                  <a:ext uri="{FF2B5EF4-FFF2-40B4-BE49-F238E27FC236}">
                    <a16:creationId xmlns:a16="http://schemas.microsoft.com/office/drawing/2014/main" id="{59E43B91-AC3C-4207-94F5-F3C6E405D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279"/>
                <a:ext cx="33" cy="22"/>
              </a:xfrm>
              <a:custGeom>
                <a:avLst/>
                <a:gdLst>
                  <a:gd name="T0" fmla="*/ 46 w 28"/>
                  <a:gd name="T1" fmla="*/ 22 h 18"/>
                  <a:gd name="T2" fmla="*/ 18 w 28"/>
                  <a:gd name="T3" fmla="*/ 20 h 18"/>
                  <a:gd name="T4" fmla="*/ 11 w 28"/>
                  <a:gd name="T5" fmla="*/ 9 h 18"/>
                  <a:gd name="T6" fmla="*/ 0 w 28"/>
                  <a:gd name="T7" fmla="*/ 7 h 18"/>
                  <a:gd name="T8" fmla="*/ 25 w 28"/>
                  <a:gd name="T9" fmla="*/ 15 h 18"/>
                  <a:gd name="T10" fmla="*/ 45 w 28"/>
                  <a:gd name="T11" fmla="*/ 22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8" y="12"/>
                    </a:moveTo>
                    <a:cubicBezTo>
                      <a:pt x="22" y="9"/>
                      <a:pt x="17" y="18"/>
                      <a:pt x="11" y="11"/>
                    </a:cubicBezTo>
                    <a:cubicBezTo>
                      <a:pt x="10" y="9"/>
                      <a:pt x="10" y="6"/>
                      <a:pt x="7" y="5"/>
                    </a:cubicBezTo>
                    <a:cubicBezTo>
                      <a:pt x="5" y="4"/>
                      <a:pt x="2" y="4"/>
                      <a:pt x="0" y="4"/>
                    </a:cubicBezTo>
                    <a:cubicBezTo>
                      <a:pt x="6" y="0"/>
                      <a:pt x="11" y="5"/>
                      <a:pt x="15" y="8"/>
                    </a:cubicBezTo>
                    <a:cubicBezTo>
                      <a:pt x="18" y="10"/>
                      <a:pt x="23" y="10"/>
                      <a:pt x="27" y="12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24" name="Freeform 1802">
                <a:extLst>
                  <a:ext uri="{FF2B5EF4-FFF2-40B4-BE49-F238E27FC236}">
                    <a16:creationId xmlns:a16="http://schemas.microsoft.com/office/drawing/2014/main" id="{AF406A65-B55B-4BEC-A2C0-BB4FC51E3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266"/>
                <a:ext cx="17" cy="13"/>
              </a:xfrm>
              <a:custGeom>
                <a:avLst/>
                <a:gdLst>
                  <a:gd name="T0" fmla="*/ 18 w 14"/>
                  <a:gd name="T1" fmla="*/ 6 h 11"/>
                  <a:gd name="T2" fmla="*/ 0 w 14"/>
                  <a:gd name="T3" fmla="*/ 18 h 11"/>
                  <a:gd name="T4" fmla="*/ 18 w 14"/>
                  <a:gd name="T5" fmla="*/ 11 h 11"/>
                  <a:gd name="T6" fmla="*/ 16 w 14"/>
                  <a:gd name="T7" fmla="*/ 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0" y="3"/>
                    </a:moveTo>
                    <a:cubicBezTo>
                      <a:pt x="7" y="7"/>
                      <a:pt x="4" y="8"/>
                      <a:pt x="0" y="11"/>
                    </a:cubicBezTo>
                    <a:cubicBezTo>
                      <a:pt x="3" y="11"/>
                      <a:pt x="8" y="9"/>
                      <a:pt x="10" y="7"/>
                    </a:cubicBezTo>
                    <a:cubicBezTo>
                      <a:pt x="14" y="3"/>
                      <a:pt x="11" y="0"/>
                      <a:pt x="9" y="4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25" name="Freeform 1803">
                <a:extLst>
                  <a:ext uri="{FF2B5EF4-FFF2-40B4-BE49-F238E27FC236}">
                    <a16:creationId xmlns:a16="http://schemas.microsoft.com/office/drawing/2014/main" id="{69AB9397-795C-4B64-9536-29F01988E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260"/>
                <a:ext cx="16" cy="30"/>
              </a:xfrm>
              <a:custGeom>
                <a:avLst/>
                <a:gdLst>
                  <a:gd name="T0" fmla="*/ 18 w 14"/>
                  <a:gd name="T1" fmla="*/ 7 h 25"/>
                  <a:gd name="T2" fmla="*/ 0 w 14"/>
                  <a:gd name="T3" fmla="*/ 17 h 25"/>
                  <a:gd name="T4" fmla="*/ 9 w 14"/>
                  <a:gd name="T5" fmla="*/ 43 h 25"/>
                  <a:gd name="T6" fmla="*/ 13 w 14"/>
                  <a:gd name="T7" fmla="*/ 20 h 25"/>
                  <a:gd name="T8" fmla="*/ 17 w 14"/>
                  <a:gd name="T9" fmla="*/ 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5">
                    <a:moveTo>
                      <a:pt x="12" y="4"/>
                    </a:moveTo>
                    <a:cubicBezTo>
                      <a:pt x="7" y="0"/>
                      <a:pt x="1" y="5"/>
                      <a:pt x="0" y="10"/>
                    </a:cubicBezTo>
                    <a:cubicBezTo>
                      <a:pt x="0" y="15"/>
                      <a:pt x="3" y="20"/>
                      <a:pt x="6" y="25"/>
                    </a:cubicBezTo>
                    <a:cubicBezTo>
                      <a:pt x="6" y="20"/>
                      <a:pt x="6" y="16"/>
                      <a:pt x="9" y="12"/>
                    </a:cubicBezTo>
                    <a:cubicBezTo>
                      <a:pt x="10" y="10"/>
                      <a:pt x="14" y="6"/>
                      <a:pt x="11" y="4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26" name="Freeform 1804">
                <a:extLst>
                  <a:ext uri="{FF2B5EF4-FFF2-40B4-BE49-F238E27FC236}">
                    <a16:creationId xmlns:a16="http://schemas.microsoft.com/office/drawing/2014/main" id="{10F18F74-745A-4F0A-B04A-75BC7EF8F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264"/>
                <a:ext cx="11" cy="13"/>
              </a:xfrm>
              <a:custGeom>
                <a:avLst/>
                <a:gdLst>
                  <a:gd name="T0" fmla="*/ 16 w 9"/>
                  <a:gd name="T1" fmla="*/ 1 h 11"/>
                  <a:gd name="T2" fmla="*/ 1 w 9"/>
                  <a:gd name="T3" fmla="*/ 18 h 11"/>
                  <a:gd name="T4" fmla="*/ 0 w 9"/>
                  <a:gd name="T5" fmla="*/ 18 h 11"/>
                  <a:gd name="T6" fmla="*/ 9 w 9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9" y="1"/>
                    </a:moveTo>
                    <a:cubicBezTo>
                      <a:pt x="3" y="3"/>
                      <a:pt x="3" y="7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0" y="8"/>
                      <a:pt x="2" y="1"/>
                      <a:pt x="5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27" name="Freeform 1805">
                <a:extLst>
                  <a:ext uri="{FF2B5EF4-FFF2-40B4-BE49-F238E27FC236}">
                    <a16:creationId xmlns:a16="http://schemas.microsoft.com/office/drawing/2014/main" id="{B6F8D994-0242-4435-9579-CDDAD0BBB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1307"/>
                <a:ext cx="35" cy="16"/>
              </a:xfrm>
              <a:custGeom>
                <a:avLst/>
                <a:gdLst>
                  <a:gd name="T0" fmla="*/ 0 w 29"/>
                  <a:gd name="T1" fmla="*/ 14 h 13"/>
                  <a:gd name="T2" fmla="*/ 33 w 29"/>
                  <a:gd name="T3" fmla="*/ 18 h 13"/>
                  <a:gd name="T4" fmla="*/ 51 w 29"/>
                  <a:gd name="T5" fmla="*/ 0 h 13"/>
                  <a:gd name="T6" fmla="*/ 28 w 29"/>
                  <a:gd name="T7" fmla="*/ 25 h 13"/>
                  <a:gd name="T8" fmla="*/ 0 w 29"/>
                  <a:gd name="T9" fmla="*/ 1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3">
                    <a:moveTo>
                      <a:pt x="0" y="7"/>
                    </a:moveTo>
                    <a:cubicBezTo>
                      <a:pt x="5" y="8"/>
                      <a:pt x="11" y="12"/>
                      <a:pt x="18" y="10"/>
                    </a:cubicBezTo>
                    <a:cubicBezTo>
                      <a:pt x="23" y="9"/>
                      <a:pt x="27" y="5"/>
                      <a:pt x="29" y="0"/>
                    </a:cubicBezTo>
                    <a:cubicBezTo>
                      <a:pt x="28" y="8"/>
                      <a:pt x="24" y="13"/>
                      <a:pt x="16" y="13"/>
                    </a:cubicBezTo>
                    <a:cubicBezTo>
                      <a:pt x="10" y="12"/>
                      <a:pt x="5" y="8"/>
                      <a:pt x="0" y="8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28" name="Freeform 1806">
                <a:extLst>
                  <a:ext uri="{FF2B5EF4-FFF2-40B4-BE49-F238E27FC236}">
                    <a16:creationId xmlns:a16="http://schemas.microsoft.com/office/drawing/2014/main" id="{B63F8776-38B2-47AC-80AD-63A9097A5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1290"/>
                <a:ext cx="7" cy="8"/>
              </a:xfrm>
              <a:custGeom>
                <a:avLst/>
                <a:gdLst>
                  <a:gd name="T0" fmla="*/ 0 w 6"/>
                  <a:gd name="T1" fmla="*/ 0 h 6"/>
                  <a:gd name="T2" fmla="*/ 9 w 6"/>
                  <a:gd name="T3" fmla="*/ 7 h 6"/>
                  <a:gd name="T4" fmla="*/ 0 w 6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3"/>
                      <a:pt x="4" y="6"/>
                      <a:pt x="6" y="3"/>
                    </a:cubicBezTo>
                    <a:cubicBezTo>
                      <a:pt x="4" y="2"/>
                      <a:pt x="2" y="2"/>
                      <a:pt x="0" y="1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29" name="Freeform 1807">
                <a:extLst>
                  <a:ext uri="{FF2B5EF4-FFF2-40B4-BE49-F238E27FC236}">
                    <a16:creationId xmlns:a16="http://schemas.microsoft.com/office/drawing/2014/main" id="{0C6AA653-BB8F-47EC-B982-496B0D043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1255"/>
                <a:ext cx="29" cy="14"/>
              </a:xfrm>
              <a:custGeom>
                <a:avLst/>
                <a:gdLst>
                  <a:gd name="T0" fmla="*/ 42 w 24"/>
                  <a:gd name="T1" fmla="*/ 5 h 11"/>
                  <a:gd name="T2" fmla="*/ 22 w 24"/>
                  <a:gd name="T3" fmla="*/ 5 h 11"/>
                  <a:gd name="T4" fmla="*/ 0 w 24"/>
                  <a:gd name="T5" fmla="*/ 23 h 11"/>
                  <a:gd name="T6" fmla="*/ 25 w 24"/>
                  <a:gd name="T7" fmla="*/ 5 h 11"/>
                  <a:gd name="T8" fmla="*/ 42 w 24"/>
                  <a:gd name="T9" fmla="*/ 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1">
                    <a:moveTo>
                      <a:pt x="24" y="2"/>
                    </a:moveTo>
                    <a:cubicBezTo>
                      <a:pt x="20" y="0"/>
                      <a:pt x="16" y="0"/>
                      <a:pt x="12" y="2"/>
                    </a:cubicBezTo>
                    <a:cubicBezTo>
                      <a:pt x="7" y="4"/>
                      <a:pt x="5" y="9"/>
                      <a:pt x="0" y="11"/>
                    </a:cubicBezTo>
                    <a:cubicBezTo>
                      <a:pt x="6" y="10"/>
                      <a:pt x="8" y="4"/>
                      <a:pt x="14" y="2"/>
                    </a:cubicBezTo>
                    <a:cubicBezTo>
                      <a:pt x="17" y="0"/>
                      <a:pt x="20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30" name="Freeform 1808">
                <a:extLst>
                  <a:ext uri="{FF2B5EF4-FFF2-40B4-BE49-F238E27FC236}">
                    <a16:creationId xmlns:a16="http://schemas.microsoft.com/office/drawing/2014/main" id="{1B94D40A-0BE7-4681-90AB-1ED77180B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287"/>
                <a:ext cx="10" cy="12"/>
              </a:xfrm>
              <a:custGeom>
                <a:avLst/>
                <a:gdLst>
                  <a:gd name="T0" fmla="*/ 0 w 8"/>
                  <a:gd name="T1" fmla="*/ 6 h 10"/>
                  <a:gd name="T2" fmla="*/ 6 w 8"/>
                  <a:gd name="T3" fmla="*/ 17 h 10"/>
                  <a:gd name="T4" fmla="*/ 1 w 8"/>
                  <a:gd name="T5" fmla="*/ 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3"/>
                    </a:moveTo>
                    <a:cubicBezTo>
                      <a:pt x="6" y="0"/>
                      <a:pt x="8" y="7"/>
                      <a:pt x="3" y="10"/>
                    </a:cubicBezTo>
                    <a:cubicBezTo>
                      <a:pt x="4" y="6"/>
                      <a:pt x="7" y="3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31" name="Freeform 1809">
                <a:extLst>
                  <a:ext uri="{FF2B5EF4-FFF2-40B4-BE49-F238E27FC236}">
                    <a16:creationId xmlns:a16="http://schemas.microsoft.com/office/drawing/2014/main" id="{05361547-EA77-4EC7-83AA-74A05D909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261"/>
                <a:ext cx="10" cy="14"/>
              </a:xfrm>
              <a:custGeom>
                <a:avLst/>
                <a:gdLst>
                  <a:gd name="T0" fmla="*/ 3 w 9"/>
                  <a:gd name="T1" fmla="*/ 23 h 11"/>
                  <a:gd name="T2" fmla="*/ 0 w 9"/>
                  <a:gd name="T3" fmla="*/ 0 h 11"/>
                  <a:gd name="T4" fmla="*/ 2 w 9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11"/>
                    </a:moveTo>
                    <a:cubicBezTo>
                      <a:pt x="9" y="6"/>
                      <a:pt x="4" y="2"/>
                      <a:pt x="0" y="0"/>
                    </a:cubicBezTo>
                    <a:cubicBezTo>
                      <a:pt x="2" y="3"/>
                      <a:pt x="5" y="7"/>
                      <a:pt x="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32" name="Freeform 1810">
                <a:extLst>
                  <a:ext uri="{FF2B5EF4-FFF2-40B4-BE49-F238E27FC236}">
                    <a16:creationId xmlns:a16="http://schemas.microsoft.com/office/drawing/2014/main" id="{EB90E37F-5883-481B-B72C-F7E1C0EBE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270"/>
                <a:ext cx="8" cy="8"/>
              </a:xfrm>
              <a:custGeom>
                <a:avLst/>
                <a:gdLst>
                  <a:gd name="T0" fmla="*/ 7 w 6"/>
                  <a:gd name="T1" fmla="*/ 0 h 7"/>
                  <a:gd name="T2" fmla="*/ 0 w 6"/>
                  <a:gd name="T3" fmla="*/ 10 h 7"/>
                  <a:gd name="T4" fmla="*/ 15 w 6"/>
                  <a:gd name="T5" fmla="*/ 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2"/>
                      <a:pt x="0" y="5"/>
                      <a:pt x="0" y="7"/>
                    </a:cubicBezTo>
                    <a:cubicBezTo>
                      <a:pt x="3" y="6"/>
                      <a:pt x="4" y="3"/>
                      <a:pt x="6" y="2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33" name="Freeform 1811">
                <a:extLst>
                  <a:ext uri="{FF2B5EF4-FFF2-40B4-BE49-F238E27FC236}">
                    <a16:creationId xmlns:a16="http://schemas.microsoft.com/office/drawing/2014/main" id="{6B7DD7BF-75D1-4C2A-8882-2E2A1C820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285"/>
                <a:ext cx="3" cy="9"/>
              </a:xfrm>
              <a:custGeom>
                <a:avLst/>
                <a:gdLst>
                  <a:gd name="T0" fmla="*/ 0 w 3"/>
                  <a:gd name="T1" fmla="*/ 0 h 7"/>
                  <a:gd name="T2" fmla="*/ 2 w 3"/>
                  <a:gd name="T3" fmla="*/ 15 h 7"/>
                  <a:gd name="T4" fmla="*/ 2 w 3"/>
                  <a:gd name="T5" fmla="*/ 6 h 7"/>
                  <a:gd name="T6" fmla="*/ 3 w 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34" name="Freeform 1812">
                <a:extLst>
                  <a:ext uri="{FF2B5EF4-FFF2-40B4-BE49-F238E27FC236}">
                    <a16:creationId xmlns:a16="http://schemas.microsoft.com/office/drawing/2014/main" id="{437F9B78-1009-4C80-BA78-02221D946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294"/>
                <a:ext cx="5" cy="6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8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1"/>
                      <a:pt x="0" y="3"/>
                      <a:pt x="1" y="5"/>
                    </a:cubicBezTo>
                    <a:cubicBezTo>
                      <a:pt x="2" y="4"/>
                      <a:pt x="4" y="1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35" name="Freeform 1813">
                <a:extLst>
                  <a:ext uri="{FF2B5EF4-FFF2-40B4-BE49-F238E27FC236}">
                    <a16:creationId xmlns:a16="http://schemas.microsoft.com/office/drawing/2014/main" id="{E5BCDA4B-7CCD-4885-B584-C01A71F1E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269"/>
                <a:ext cx="5" cy="4"/>
              </a:xfrm>
              <a:custGeom>
                <a:avLst/>
                <a:gdLst>
                  <a:gd name="T0" fmla="*/ 8 w 4"/>
                  <a:gd name="T1" fmla="*/ 1 h 4"/>
                  <a:gd name="T2" fmla="*/ 0 w 4"/>
                  <a:gd name="T3" fmla="*/ 0 h 4"/>
                  <a:gd name="T4" fmla="*/ 5 w 4"/>
                  <a:gd name="T5" fmla="*/ 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2" y="4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36" name="Freeform 1814">
                <a:extLst>
                  <a:ext uri="{FF2B5EF4-FFF2-40B4-BE49-F238E27FC236}">
                    <a16:creationId xmlns:a16="http://schemas.microsoft.com/office/drawing/2014/main" id="{D5562C53-0D1F-4A24-951E-AC02C43A4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275"/>
                <a:ext cx="7" cy="6"/>
              </a:xfrm>
              <a:custGeom>
                <a:avLst/>
                <a:gdLst>
                  <a:gd name="T0" fmla="*/ 1 w 6"/>
                  <a:gd name="T1" fmla="*/ 0 h 5"/>
                  <a:gd name="T2" fmla="*/ 9 w 6"/>
                  <a:gd name="T3" fmla="*/ 2 h 5"/>
                  <a:gd name="T4" fmla="*/ 7 w 6"/>
                  <a:gd name="T5" fmla="*/ 6 h 5"/>
                  <a:gd name="T6" fmla="*/ 0 w 6"/>
                  <a:gd name="T7" fmla="*/ 8 h 5"/>
                  <a:gd name="T8" fmla="*/ 6 w 6"/>
                  <a:gd name="T9" fmla="*/ 8 h 5"/>
                  <a:gd name="T10" fmla="*/ 9 w 6"/>
                  <a:gd name="T11" fmla="*/ 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1" y="0"/>
                      <a:pt x="6" y="0"/>
                      <a:pt x="6" y="2"/>
                    </a:cubicBezTo>
                    <a:cubicBezTo>
                      <a:pt x="6" y="2"/>
                      <a:pt x="4" y="3"/>
                      <a:pt x="4" y="3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5"/>
                      <a:pt x="2" y="5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37" name="Freeform 1815">
                <a:extLst>
                  <a:ext uri="{FF2B5EF4-FFF2-40B4-BE49-F238E27FC236}">
                    <a16:creationId xmlns:a16="http://schemas.microsoft.com/office/drawing/2014/main" id="{B3F5EFFA-2B63-4FD1-A9C7-88752087C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300"/>
                <a:ext cx="138" cy="77"/>
              </a:xfrm>
              <a:custGeom>
                <a:avLst/>
                <a:gdLst>
                  <a:gd name="T0" fmla="*/ 161 w 115"/>
                  <a:gd name="T1" fmla="*/ 17 h 64"/>
                  <a:gd name="T2" fmla="*/ 71 w 115"/>
                  <a:gd name="T3" fmla="*/ 47 h 64"/>
                  <a:gd name="T4" fmla="*/ 77 w 115"/>
                  <a:gd name="T5" fmla="*/ 102 h 64"/>
                  <a:gd name="T6" fmla="*/ 145 w 115"/>
                  <a:gd name="T7" fmla="*/ 63 h 64"/>
                  <a:gd name="T8" fmla="*/ 161 w 115"/>
                  <a:gd name="T9" fmla="*/ 17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64">
                    <a:moveTo>
                      <a:pt x="93" y="10"/>
                    </a:moveTo>
                    <a:cubicBezTo>
                      <a:pt x="85" y="0"/>
                      <a:pt x="63" y="20"/>
                      <a:pt x="41" y="27"/>
                    </a:cubicBezTo>
                    <a:cubicBezTo>
                      <a:pt x="20" y="34"/>
                      <a:pt x="0" y="64"/>
                      <a:pt x="44" y="59"/>
                    </a:cubicBezTo>
                    <a:cubicBezTo>
                      <a:pt x="88" y="53"/>
                      <a:pt x="115" y="44"/>
                      <a:pt x="84" y="36"/>
                    </a:cubicBezTo>
                    <a:cubicBezTo>
                      <a:pt x="52" y="28"/>
                      <a:pt x="101" y="32"/>
                      <a:pt x="93" y="10"/>
                    </a:cubicBezTo>
                    <a:close/>
                  </a:path>
                </a:pathLst>
              </a:custGeom>
              <a:solidFill>
                <a:srgbClr val="D1EEF5"/>
              </a:solidFill>
              <a:ln w="6350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38" name="Freeform 1816">
                <a:extLst>
                  <a:ext uri="{FF2B5EF4-FFF2-40B4-BE49-F238E27FC236}">
                    <a16:creationId xmlns:a16="http://schemas.microsoft.com/office/drawing/2014/main" id="{78AC3C24-A2FA-4272-BF0A-0749CB44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1342"/>
                <a:ext cx="30" cy="14"/>
              </a:xfrm>
              <a:custGeom>
                <a:avLst/>
                <a:gdLst>
                  <a:gd name="T0" fmla="*/ 0 w 25"/>
                  <a:gd name="T1" fmla="*/ 1 h 11"/>
                  <a:gd name="T2" fmla="*/ 14 w 25"/>
                  <a:gd name="T3" fmla="*/ 1 h 11"/>
                  <a:gd name="T4" fmla="*/ 23 w 25"/>
                  <a:gd name="T5" fmla="*/ 14 h 11"/>
                  <a:gd name="T6" fmla="*/ 43 w 25"/>
                  <a:gd name="T7" fmla="*/ 2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1">
                    <a:moveTo>
                      <a:pt x="0" y="1"/>
                    </a:moveTo>
                    <a:cubicBezTo>
                      <a:pt x="3" y="1"/>
                      <a:pt x="6" y="0"/>
                      <a:pt x="8" y="1"/>
                    </a:cubicBezTo>
                    <a:cubicBezTo>
                      <a:pt x="11" y="2"/>
                      <a:pt x="11" y="5"/>
                      <a:pt x="13" y="7"/>
                    </a:cubicBezTo>
                    <a:cubicBezTo>
                      <a:pt x="17" y="10"/>
                      <a:pt x="21" y="8"/>
                      <a:pt x="25" y="11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39" name="Freeform 1817">
                <a:extLst>
                  <a:ext uri="{FF2B5EF4-FFF2-40B4-BE49-F238E27FC236}">
                    <a16:creationId xmlns:a16="http://schemas.microsoft.com/office/drawing/2014/main" id="{D0E83ACE-0252-4FB6-97B8-B44A40877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1342"/>
                <a:ext cx="30" cy="14"/>
              </a:xfrm>
              <a:custGeom>
                <a:avLst/>
                <a:gdLst>
                  <a:gd name="T0" fmla="*/ 0 w 25"/>
                  <a:gd name="T1" fmla="*/ 1 h 11"/>
                  <a:gd name="T2" fmla="*/ 14 w 25"/>
                  <a:gd name="T3" fmla="*/ 1 h 11"/>
                  <a:gd name="T4" fmla="*/ 23 w 25"/>
                  <a:gd name="T5" fmla="*/ 14 h 11"/>
                  <a:gd name="T6" fmla="*/ 43 w 25"/>
                  <a:gd name="T7" fmla="*/ 2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1">
                    <a:moveTo>
                      <a:pt x="0" y="1"/>
                    </a:moveTo>
                    <a:cubicBezTo>
                      <a:pt x="3" y="1"/>
                      <a:pt x="6" y="0"/>
                      <a:pt x="8" y="1"/>
                    </a:cubicBezTo>
                    <a:cubicBezTo>
                      <a:pt x="11" y="2"/>
                      <a:pt x="11" y="5"/>
                      <a:pt x="13" y="7"/>
                    </a:cubicBezTo>
                    <a:cubicBezTo>
                      <a:pt x="17" y="10"/>
                      <a:pt x="21" y="8"/>
                      <a:pt x="25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40" name="Freeform 1818">
                <a:extLst>
                  <a:ext uri="{FF2B5EF4-FFF2-40B4-BE49-F238E27FC236}">
                    <a16:creationId xmlns:a16="http://schemas.microsoft.com/office/drawing/2014/main" id="{2B7CDAA9-2C96-4FA2-A001-69803F7A7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334"/>
                <a:ext cx="19" cy="6"/>
              </a:xfrm>
              <a:custGeom>
                <a:avLst/>
                <a:gdLst>
                  <a:gd name="T0" fmla="*/ 27 w 16"/>
                  <a:gd name="T1" fmla="*/ 8 h 5"/>
                  <a:gd name="T2" fmla="*/ 15 w 16"/>
                  <a:gd name="T3" fmla="*/ 1 h 5"/>
                  <a:gd name="T4" fmla="*/ 0 w 1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6" y="5"/>
                    </a:moveTo>
                    <a:cubicBezTo>
                      <a:pt x="13" y="4"/>
                      <a:pt x="12" y="1"/>
                      <a:pt x="9" y="1"/>
                    </a:cubicBez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41" name="Freeform 1819">
                <a:extLst>
                  <a:ext uri="{FF2B5EF4-FFF2-40B4-BE49-F238E27FC236}">
                    <a16:creationId xmlns:a16="http://schemas.microsoft.com/office/drawing/2014/main" id="{0DBCC1D1-DD9E-461B-9D41-DCCB09D99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334"/>
                <a:ext cx="19" cy="6"/>
              </a:xfrm>
              <a:custGeom>
                <a:avLst/>
                <a:gdLst>
                  <a:gd name="T0" fmla="*/ 27 w 16"/>
                  <a:gd name="T1" fmla="*/ 8 h 5"/>
                  <a:gd name="T2" fmla="*/ 15 w 16"/>
                  <a:gd name="T3" fmla="*/ 1 h 5"/>
                  <a:gd name="T4" fmla="*/ 0 w 1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6" y="5"/>
                    </a:moveTo>
                    <a:cubicBezTo>
                      <a:pt x="13" y="4"/>
                      <a:pt x="12" y="1"/>
                      <a:pt x="9" y="1"/>
                    </a:cubicBez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42" name="Freeform 1820">
                <a:extLst>
                  <a:ext uri="{FF2B5EF4-FFF2-40B4-BE49-F238E27FC236}">
                    <a16:creationId xmlns:a16="http://schemas.microsoft.com/office/drawing/2014/main" id="{452938BD-0AC9-4299-ACF4-81A478F4B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339"/>
                <a:ext cx="28" cy="14"/>
              </a:xfrm>
              <a:custGeom>
                <a:avLst/>
                <a:gdLst>
                  <a:gd name="T0" fmla="*/ 1 w 23"/>
                  <a:gd name="T1" fmla="*/ 1 h 12"/>
                  <a:gd name="T2" fmla="*/ 13 w 23"/>
                  <a:gd name="T3" fmla="*/ 7 h 12"/>
                  <a:gd name="T4" fmla="*/ 18 w 23"/>
                  <a:gd name="T5" fmla="*/ 13 h 12"/>
                  <a:gd name="T6" fmla="*/ 41 w 23"/>
                  <a:gd name="T7" fmla="*/ 19 h 12"/>
                  <a:gd name="T8" fmla="*/ 27 w 23"/>
                  <a:gd name="T9" fmla="*/ 13 h 12"/>
                  <a:gd name="T10" fmla="*/ 16 w 23"/>
                  <a:gd name="T11" fmla="*/ 6 h 12"/>
                  <a:gd name="T12" fmla="*/ 9 w 23"/>
                  <a:gd name="T13" fmla="*/ 0 h 12"/>
                  <a:gd name="T14" fmla="*/ 0 w 23"/>
                  <a:gd name="T15" fmla="*/ 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2">
                    <a:moveTo>
                      <a:pt x="1" y="1"/>
                    </a:moveTo>
                    <a:cubicBezTo>
                      <a:pt x="2" y="2"/>
                      <a:pt x="5" y="2"/>
                      <a:pt x="7" y="4"/>
                    </a:cubicBezTo>
                    <a:cubicBezTo>
                      <a:pt x="8" y="5"/>
                      <a:pt x="8" y="7"/>
                      <a:pt x="10" y="8"/>
                    </a:cubicBezTo>
                    <a:cubicBezTo>
                      <a:pt x="13" y="11"/>
                      <a:pt x="19" y="11"/>
                      <a:pt x="23" y="12"/>
                    </a:cubicBezTo>
                    <a:cubicBezTo>
                      <a:pt x="22" y="10"/>
                      <a:pt x="18" y="9"/>
                      <a:pt x="15" y="8"/>
                    </a:cubicBezTo>
                    <a:cubicBezTo>
                      <a:pt x="12" y="7"/>
                      <a:pt x="11" y="5"/>
                      <a:pt x="9" y="3"/>
                    </a:cubicBezTo>
                    <a:cubicBezTo>
                      <a:pt x="7" y="2"/>
                      <a:pt x="7" y="0"/>
                      <a:pt x="5" y="0"/>
                    </a:cubicBezTo>
                    <a:cubicBezTo>
                      <a:pt x="3" y="0"/>
                      <a:pt x="2" y="2"/>
                      <a:pt x="0" y="2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43" name="Freeform 1821">
                <a:extLst>
                  <a:ext uri="{FF2B5EF4-FFF2-40B4-BE49-F238E27FC236}">
                    <a16:creationId xmlns:a16="http://schemas.microsoft.com/office/drawing/2014/main" id="{ADF195E0-CD9E-4CC0-BAE3-9138D33CA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319"/>
                <a:ext cx="30" cy="15"/>
              </a:xfrm>
              <a:custGeom>
                <a:avLst/>
                <a:gdLst>
                  <a:gd name="T0" fmla="*/ 0 w 25"/>
                  <a:gd name="T1" fmla="*/ 18 h 12"/>
                  <a:gd name="T2" fmla="*/ 29 w 25"/>
                  <a:gd name="T3" fmla="*/ 20 h 12"/>
                  <a:gd name="T4" fmla="*/ 43 w 25"/>
                  <a:gd name="T5" fmla="*/ 0 h 12"/>
                  <a:gd name="T6" fmla="*/ 34 w 25"/>
                  <a:gd name="T7" fmla="*/ 10 h 12"/>
                  <a:gd name="T8" fmla="*/ 20 w 25"/>
                  <a:gd name="T9" fmla="*/ 16 h 12"/>
                  <a:gd name="T10" fmla="*/ 0 w 25"/>
                  <a:gd name="T11" fmla="*/ 2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2">
                    <a:moveTo>
                      <a:pt x="0" y="9"/>
                    </a:moveTo>
                    <a:cubicBezTo>
                      <a:pt x="6" y="11"/>
                      <a:pt x="11" y="12"/>
                      <a:pt x="17" y="10"/>
                    </a:cubicBezTo>
                    <a:cubicBezTo>
                      <a:pt x="20" y="8"/>
                      <a:pt x="25" y="4"/>
                      <a:pt x="25" y="0"/>
                    </a:cubicBezTo>
                    <a:cubicBezTo>
                      <a:pt x="22" y="0"/>
                      <a:pt x="21" y="3"/>
                      <a:pt x="19" y="5"/>
                    </a:cubicBezTo>
                    <a:cubicBezTo>
                      <a:pt x="17" y="7"/>
                      <a:pt x="14" y="7"/>
                      <a:pt x="12" y="8"/>
                    </a:cubicBezTo>
                    <a:cubicBezTo>
                      <a:pt x="8" y="9"/>
                      <a:pt x="4" y="8"/>
                      <a:pt x="0" y="1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44" name="Freeform 1822">
                <a:extLst>
                  <a:ext uri="{FF2B5EF4-FFF2-40B4-BE49-F238E27FC236}">
                    <a16:creationId xmlns:a16="http://schemas.microsoft.com/office/drawing/2014/main" id="{7A883005-E55F-4842-85E7-43F1D74ED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351"/>
                <a:ext cx="71" cy="19"/>
              </a:xfrm>
              <a:custGeom>
                <a:avLst/>
                <a:gdLst>
                  <a:gd name="T0" fmla="*/ 17 w 59"/>
                  <a:gd name="T1" fmla="*/ 6 h 16"/>
                  <a:gd name="T2" fmla="*/ 43 w 59"/>
                  <a:gd name="T3" fmla="*/ 27 h 16"/>
                  <a:gd name="T4" fmla="*/ 71 w 59"/>
                  <a:gd name="T5" fmla="*/ 21 h 16"/>
                  <a:gd name="T6" fmla="*/ 102 w 59"/>
                  <a:gd name="T7" fmla="*/ 15 h 16"/>
                  <a:gd name="T8" fmla="*/ 42 w 59"/>
                  <a:gd name="T9" fmla="*/ 14 h 16"/>
                  <a:gd name="T10" fmla="*/ 28 w 59"/>
                  <a:gd name="T11" fmla="*/ 8 h 16"/>
                  <a:gd name="T12" fmla="*/ 17 w 59"/>
                  <a:gd name="T13" fmla="*/ 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6">
                    <a:moveTo>
                      <a:pt x="10" y="3"/>
                    </a:moveTo>
                    <a:cubicBezTo>
                      <a:pt x="0" y="10"/>
                      <a:pt x="20" y="16"/>
                      <a:pt x="25" y="16"/>
                    </a:cubicBezTo>
                    <a:cubicBezTo>
                      <a:pt x="30" y="16"/>
                      <a:pt x="36" y="14"/>
                      <a:pt x="41" y="13"/>
                    </a:cubicBezTo>
                    <a:cubicBezTo>
                      <a:pt x="47" y="12"/>
                      <a:pt x="53" y="9"/>
                      <a:pt x="59" y="9"/>
                    </a:cubicBezTo>
                    <a:cubicBezTo>
                      <a:pt x="47" y="8"/>
                      <a:pt x="36" y="10"/>
                      <a:pt x="24" y="8"/>
                    </a:cubicBezTo>
                    <a:cubicBezTo>
                      <a:pt x="21" y="7"/>
                      <a:pt x="18" y="6"/>
                      <a:pt x="16" y="5"/>
                    </a:cubicBezTo>
                    <a:cubicBezTo>
                      <a:pt x="14" y="3"/>
                      <a:pt x="12" y="0"/>
                      <a:pt x="10" y="3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45" name="Freeform 1823">
                <a:extLst>
                  <a:ext uri="{FF2B5EF4-FFF2-40B4-BE49-F238E27FC236}">
                    <a16:creationId xmlns:a16="http://schemas.microsoft.com/office/drawing/2014/main" id="{848F64EB-B59A-4238-91F5-00A2DCA94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356"/>
                <a:ext cx="37" cy="14"/>
              </a:xfrm>
              <a:custGeom>
                <a:avLst/>
                <a:gdLst>
                  <a:gd name="T0" fmla="*/ 1 w 31"/>
                  <a:gd name="T1" fmla="*/ 0 h 12"/>
                  <a:gd name="T2" fmla="*/ 53 w 31"/>
                  <a:gd name="T3" fmla="*/ 16 h 12"/>
                  <a:gd name="T4" fmla="*/ 17 w 31"/>
                  <a:gd name="T5" fmla="*/ 8 h 12"/>
                  <a:gd name="T6" fmla="*/ 1 w 31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2">
                    <a:moveTo>
                      <a:pt x="1" y="0"/>
                    </a:moveTo>
                    <a:cubicBezTo>
                      <a:pt x="0" y="12"/>
                      <a:pt x="24" y="9"/>
                      <a:pt x="31" y="10"/>
                    </a:cubicBezTo>
                    <a:cubicBezTo>
                      <a:pt x="24" y="9"/>
                      <a:pt x="17" y="8"/>
                      <a:pt x="10" y="5"/>
                    </a:cubicBezTo>
                    <a:cubicBezTo>
                      <a:pt x="7" y="4"/>
                      <a:pt x="4" y="1"/>
                      <a:pt x="1" y="2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46" name="Freeform 1824">
                <a:extLst>
                  <a:ext uri="{FF2B5EF4-FFF2-40B4-BE49-F238E27FC236}">
                    <a16:creationId xmlns:a16="http://schemas.microsoft.com/office/drawing/2014/main" id="{72BE3462-F5E2-451F-95E5-FB5F1395F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344"/>
                <a:ext cx="11" cy="7"/>
              </a:xfrm>
              <a:custGeom>
                <a:avLst/>
                <a:gdLst>
                  <a:gd name="T0" fmla="*/ 1 w 9"/>
                  <a:gd name="T1" fmla="*/ 0 h 6"/>
                  <a:gd name="T2" fmla="*/ 16 w 9"/>
                  <a:gd name="T3" fmla="*/ 9 h 6"/>
                  <a:gd name="T4" fmla="*/ 1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1" y="0"/>
                    </a:moveTo>
                    <a:cubicBezTo>
                      <a:pt x="0" y="6"/>
                      <a:pt x="6" y="5"/>
                      <a:pt x="9" y="6"/>
                    </a:cubicBezTo>
                    <a:cubicBezTo>
                      <a:pt x="6" y="5"/>
                      <a:pt x="3" y="2"/>
                      <a:pt x="1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47" name="Freeform 1825">
                <a:extLst>
                  <a:ext uri="{FF2B5EF4-FFF2-40B4-BE49-F238E27FC236}">
                    <a16:creationId xmlns:a16="http://schemas.microsoft.com/office/drawing/2014/main" id="{9857D505-226F-4D4B-A9FB-382794EBD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330"/>
                <a:ext cx="14" cy="4"/>
              </a:xfrm>
              <a:custGeom>
                <a:avLst/>
                <a:gdLst>
                  <a:gd name="T0" fmla="*/ 0 w 11"/>
                  <a:gd name="T1" fmla="*/ 1 h 3"/>
                  <a:gd name="T2" fmla="*/ 23 w 11"/>
                  <a:gd name="T3" fmla="*/ 0 h 3"/>
                  <a:gd name="T4" fmla="*/ 23 w 11"/>
                  <a:gd name="T5" fmla="*/ 0 h 3"/>
                  <a:gd name="T6" fmla="*/ 5 w 11"/>
                  <a:gd name="T7" fmla="*/ 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cubicBezTo>
                      <a:pt x="4" y="2"/>
                      <a:pt x="9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6" y="2"/>
                      <a:pt x="2" y="3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48" name="Freeform 1826">
                <a:extLst>
                  <a:ext uri="{FF2B5EF4-FFF2-40B4-BE49-F238E27FC236}">
                    <a16:creationId xmlns:a16="http://schemas.microsoft.com/office/drawing/2014/main" id="{0F3850C8-01DF-4A54-9FA3-D54CA1343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1334"/>
                <a:ext cx="20" cy="7"/>
              </a:xfrm>
              <a:custGeom>
                <a:avLst/>
                <a:gdLst>
                  <a:gd name="T0" fmla="*/ 28 w 17"/>
                  <a:gd name="T1" fmla="*/ 9 h 6"/>
                  <a:gd name="T2" fmla="*/ 15 w 17"/>
                  <a:gd name="T3" fmla="*/ 2 h 6"/>
                  <a:gd name="T4" fmla="*/ 0 w 17"/>
                  <a:gd name="T5" fmla="*/ 1 h 6"/>
                  <a:gd name="T6" fmla="*/ 26 w 17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">
                    <a:moveTo>
                      <a:pt x="17" y="6"/>
                    </a:moveTo>
                    <a:cubicBezTo>
                      <a:pt x="14" y="3"/>
                      <a:pt x="13" y="3"/>
                      <a:pt x="9" y="2"/>
                    </a:cubicBezTo>
                    <a:cubicBezTo>
                      <a:pt x="6" y="2"/>
                      <a:pt x="3" y="0"/>
                      <a:pt x="0" y="1"/>
                    </a:cubicBezTo>
                    <a:cubicBezTo>
                      <a:pt x="4" y="5"/>
                      <a:pt x="12" y="2"/>
                      <a:pt x="1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49" name="Freeform 1827">
                <a:extLst>
                  <a:ext uri="{FF2B5EF4-FFF2-40B4-BE49-F238E27FC236}">
                    <a16:creationId xmlns:a16="http://schemas.microsoft.com/office/drawing/2014/main" id="{CEE47E13-76E0-4091-AC57-5544F78D8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1344"/>
                <a:ext cx="23" cy="16"/>
              </a:xfrm>
              <a:custGeom>
                <a:avLst/>
                <a:gdLst>
                  <a:gd name="T0" fmla="*/ 8 w 19"/>
                  <a:gd name="T1" fmla="*/ 21 h 14"/>
                  <a:gd name="T2" fmla="*/ 18 w 19"/>
                  <a:gd name="T3" fmla="*/ 19 h 14"/>
                  <a:gd name="T4" fmla="*/ 22 w 19"/>
                  <a:gd name="T5" fmla="*/ 18 h 14"/>
                  <a:gd name="T6" fmla="*/ 25 w 19"/>
                  <a:gd name="T7" fmla="*/ 17 h 14"/>
                  <a:gd name="T8" fmla="*/ 34 w 19"/>
                  <a:gd name="T9" fmla="*/ 10 h 14"/>
                  <a:gd name="T10" fmla="*/ 27 w 19"/>
                  <a:gd name="T11" fmla="*/ 8 h 14"/>
                  <a:gd name="T12" fmla="*/ 18 w 19"/>
                  <a:gd name="T13" fmla="*/ 3 h 14"/>
                  <a:gd name="T14" fmla="*/ 0 w 19"/>
                  <a:gd name="T15" fmla="*/ 0 h 14"/>
                  <a:gd name="T16" fmla="*/ 7 w 19"/>
                  <a:gd name="T17" fmla="*/ 2 h 14"/>
                  <a:gd name="T18" fmla="*/ 12 w 19"/>
                  <a:gd name="T19" fmla="*/ 7 h 14"/>
                  <a:gd name="T20" fmla="*/ 18 w 19"/>
                  <a:gd name="T21" fmla="*/ 15 h 14"/>
                  <a:gd name="T22" fmla="*/ 8 w 19"/>
                  <a:gd name="T23" fmla="*/ 21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14">
                    <a:moveTo>
                      <a:pt x="5" y="14"/>
                    </a:moveTo>
                    <a:cubicBezTo>
                      <a:pt x="7" y="14"/>
                      <a:pt x="9" y="13"/>
                      <a:pt x="10" y="13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3" y="11"/>
                      <a:pt x="14" y="12"/>
                      <a:pt x="14" y="11"/>
                    </a:cubicBezTo>
                    <a:cubicBezTo>
                      <a:pt x="15" y="11"/>
                      <a:pt x="19" y="8"/>
                      <a:pt x="19" y="7"/>
                    </a:cubicBezTo>
                    <a:cubicBezTo>
                      <a:pt x="19" y="6"/>
                      <a:pt x="16" y="5"/>
                      <a:pt x="15" y="5"/>
                    </a:cubicBezTo>
                    <a:cubicBezTo>
                      <a:pt x="13" y="4"/>
                      <a:pt x="11" y="4"/>
                      <a:pt x="10" y="3"/>
                    </a:cubicBezTo>
                    <a:cubicBezTo>
                      <a:pt x="7" y="2"/>
                      <a:pt x="4" y="1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9" y="6"/>
                      <a:pt x="11" y="8"/>
                      <a:pt x="10" y="10"/>
                    </a:cubicBezTo>
                    <a:cubicBezTo>
                      <a:pt x="9" y="12"/>
                      <a:pt x="6" y="13"/>
                      <a:pt x="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50" name="Freeform 1828">
                <a:extLst>
                  <a:ext uri="{FF2B5EF4-FFF2-40B4-BE49-F238E27FC236}">
                    <a16:creationId xmlns:a16="http://schemas.microsoft.com/office/drawing/2014/main" id="{D777C7C0-1CFC-4057-A3DA-7E5E1CC7A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1340"/>
                <a:ext cx="5" cy="8"/>
              </a:xfrm>
              <a:custGeom>
                <a:avLst/>
                <a:gdLst>
                  <a:gd name="T0" fmla="*/ 0 w 4"/>
                  <a:gd name="T1" fmla="*/ 0 h 7"/>
                  <a:gd name="T2" fmla="*/ 6 w 4"/>
                  <a:gd name="T3" fmla="*/ 9 h 7"/>
                  <a:gd name="T4" fmla="*/ 8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1"/>
                      <a:pt x="1" y="7"/>
                      <a:pt x="3" y="6"/>
                    </a:cubicBezTo>
                    <a:cubicBezTo>
                      <a:pt x="4" y="5"/>
                      <a:pt x="4" y="2"/>
                      <a:pt x="4" y="0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51" name="Freeform 1829">
                <a:extLst>
                  <a:ext uri="{FF2B5EF4-FFF2-40B4-BE49-F238E27FC236}">
                    <a16:creationId xmlns:a16="http://schemas.microsoft.com/office/drawing/2014/main" id="{AF1555BB-014E-49C5-89DB-39E890BA5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353"/>
                <a:ext cx="6" cy="4"/>
              </a:xfrm>
              <a:custGeom>
                <a:avLst/>
                <a:gdLst>
                  <a:gd name="T0" fmla="*/ 1 w 5"/>
                  <a:gd name="T1" fmla="*/ 0 h 3"/>
                  <a:gd name="T2" fmla="*/ 1 w 5"/>
                  <a:gd name="T3" fmla="*/ 5 h 3"/>
                  <a:gd name="T4" fmla="*/ 8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2"/>
                      <a:pt x="1" y="2"/>
                    </a:cubicBezTo>
                    <a:cubicBezTo>
                      <a:pt x="3" y="3"/>
                      <a:pt x="4" y="0"/>
                      <a:pt x="5" y="0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52" name="Freeform 1830">
                <a:extLst>
                  <a:ext uri="{FF2B5EF4-FFF2-40B4-BE49-F238E27FC236}">
                    <a16:creationId xmlns:a16="http://schemas.microsoft.com/office/drawing/2014/main" id="{9F7FB560-B10D-47D5-A143-6BAA3384D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331"/>
                <a:ext cx="4" cy="5"/>
              </a:xfrm>
              <a:custGeom>
                <a:avLst/>
                <a:gdLst>
                  <a:gd name="T0" fmla="*/ 0 w 3"/>
                  <a:gd name="T1" fmla="*/ 8 h 4"/>
                  <a:gd name="T2" fmla="*/ 1 w 3"/>
                  <a:gd name="T3" fmla="*/ 0 h 4"/>
                  <a:gd name="T4" fmla="*/ 7 w 3"/>
                  <a:gd name="T5" fmla="*/ 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0" y="0"/>
                      <a:pt x="1" y="0"/>
                    </a:cubicBezTo>
                    <a:cubicBezTo>
                      <a:pt x="2" y="0"/>
                      <a:pt x="3" y="3"/>
                      <a:pt x="3" y="3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53" name="Freeform 1831">
                <a:extLst>
                  <a:ext uri="{FF2B5EF4-FFF2-40B4-BE49-F238E27FC236}">
                    <a16:creationId xmlns:a16="http://schemas.microsoft.com/office/drawing/2014/main" id="{52A5F40E-0C82-42F3-82DB-B3A17D23B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259"/>
                <a:ext cx="116" cy="112"/>
              </a:xfrm>
              <a:custGeom>
                <a:avLst/>
                <a:gdLst>
                  <a:gd name="T0" fmla="*/ 8 w 96"/>
                  <a:gd name="T1" fmla="*/ 61 h 93"/>
                  <a:gd name="T2" fmla="*/ 77 w 96"/>
                  <a:gd name="T3" fmla="*/ 128 h 93"/>
                  <a:gd name="T4" fmla="*/ 126 w 96"/>
                  <a:gd name="T5" fmla="*/ 98 h 93"/>
                  <a:gd name="T6" fmla="*/ 57 w 96"/>
                  <a:gd name="T7" fmla="*/ 57 h 93"/>
                  <a:gd name="T8" fmla="*/ 8 w 96"/>
                  <a:gd name="T9" fmla="*/ 61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3">
                    <a:moveTo>
                      <a:pt x="5" y="35"/>
                    </a:moveTo>
                    <a:cubicBezTo>
                      <a:pt x="0" y="46"/>
                      <a:pt x="28" y="58"/>
                      <a:pt x="44" y="73"/>
                    </a:cubicBezTo>
                    <a:cubicBezTo>
                      <a:pt x="60" y="89"/>
                      <a:pt x="96" y="93"/>
                      <a:pt x="71" y="56"/>
                    </a:cubicBezTo>
                    <a:cubicBezTo>
                      <a:pt x="46" y="19"/>
                      <a:pt x="24" y="0"/>
                      <a:pt x="32" y="32"/>
                    </a:cubicBezTo>
                    <a:cubicBezTo>
                      <a:pt x="40" y="63"/>
                      <a:pt x="21" y="17"/>
                      <a:pt x="5" y="35"/>
                    </a:cubicBezTo>
                    <a:close/>
                  </a:path>
                </a:pathLst>
              </a:custGeom>
              <a:solidFill>
                <a:srgbClr val="D1EEF5"/>
              </a:solidFill>
              <a:ln w="6350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54" name="Freeform 1832">
                <a:extLst>
                  <a:ext uri="{FF2B5EF4-FFF2-40B4-BE49-F238E27FC236}">
                    <a16:creationId xmlns:a16="http://schemas.microsoft.com/office/drawing/2014/main" id="{0EBDE633-66E5-4458-AA19-C4CA565DD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312"/>
                <a:ext cx="5" cy="33"/>
              </a:xfrm>
              <a:custGeom>
                <a:avLst/>
                <a:gdLst>
                  <a:gd name="T0" fmla="*/ 6 w 4"/>
                  <a:gd name="T1" fmla="*/ 49 h 27"/>
                  <a:gd name="T2" fmla="*/ 0 w 4"/>
                  <a:gd name="T3" fmla="*/ 35 h 27"/>
                  <a:gd name="T4" fmla="*/ 6 w 4"/>
                  <a:gd name="T5" fmla="*/ 24 h 27"/>
                  <a:gd name="T6" fmla="*/ 1 w 4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7">
                    <a:moveTo>
                      <a:pt x="3" y="27"/>
                    </a:moveTo>
                    <a:cubicBezTo>
                      <a:pt x="2" y="25"/>
                      <a:pt x="0" y="22"/>
                      <a:pt x="0" y="20"/>
                    </a:cubicBezTo>
                    <a:cubicBezTo>
                      <a:pt x="0" y="17"/>
                      <a:pt x="2" y="15"/>
                      <a:pt x="3" y="13"/>
                    </a:cubicBezTo>
                    <a:cubicBezTo>
                      <a:pt x="4" y="8"/>
                      <a:pt x="0" y="5"/>
                      <a:pt x="1" y="0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55" name="Freeform 1833">
                <a:extLst>
                  <a:ext uri="{FF2B5EF4-FFF2-40B4-BE49-F238E27FC236}">
                    <a16:creationId xmlns:a16="http://schemas.microsoft.com/office/drawing/2014/main" id="{21CF0A1C-8734-4E37-90D1-E7D4BD71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312"/>
                <a:ext cx="5" cy="33"/>
              </a:xfrm>
              <a:custGeom>
                <a:avLst/>
                <a:gdLst>
                  <a:gd name="T0" fmla="*/ 6 w 4"/>
                  <a:gd name="T1" fmla="*/ 49 h 27"/>
                  <a:gd name="T2" fmla="*/ 0 w 4"/>
                  <a:gd name="T3" fmla="*/ 35 h 27"/>
                  <a:gd name="T4" fmla="*/ 6 w 4"/>
                  <a:gd name="T5" fmla="*/ 24 h 27"/>
                  <a:gd name="T6" fmla="*/ 1 w 4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7">
                    <a:moveTo>
                      <a:pt x="3" y="27"/>
                    </a:moveTo>
                    <a:cubicBezTo>
                      <a:pt x="2" y="25"/>
                      <a:pt x="0" y="22"/>
                      <a:pt x="0" y="20"/>
                    </a:cubicBezTo>
                    <a:cubicBezTo>
                      <a:pt x="0" y="17"/>
                      <a:pt x="2" y="15"/>
                      <a:pt x="3" y="13"/>
                    </a:cubicBezTo>
                    <a:cubicBezTo>
                      <a:pt x="4" y="8"/>
                      <a:pt x="0" y="5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56" name="Freeform 1834">
                <a:extLst>
                  <a:ext uri="{FF2B5EF4-FFF2-40B4-BE49-F238E27FC236}">
                    <a16:creationId xmlns:a16="http://schemas.microsoft.com/office/drawing/2014/main" id="{E2704309-7999-4090-BAB8-5B1DE42BC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308"/>
                <a:ext cx="6" cy="19"/>
              </a:xfrm>
              <a:custGeom>
                <a:avLst/>
                <a:gdLst>
                  <a:gd name="T0" fmla="*/ 2 w 5"/>
                  <a:gd name="T1" fmla="*/ 0 h 15"/>
                  <a:gd name="T2" fmla="*/ 1 w 5"/>
                  <a:gd name="T3" fmla="*/ 14 h 15"/>
                  <a:gd name="T4" fmla="*/ 8 w 5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2" y="0"/>
                    </a:moveTo>
                    <a:cubicBezTo>
                      <a:pt x="2" y="2"/>
                      <a:pt x="0" y="5"/>
                      <a:pt x="1" y="7"/>
                    </a:cubicBezTo>
                    <a:cubicBezTo>
                      <a:pt x="1" y="10"/>
                      <a:pt x="4" y="13"/>
                      <a:pt x="5" y="15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57" name="Freeform 1835">
                <a:extLst>
                  <a:ext uri="{FF2B5EF4-FFF2-40B4-BE49-F238E27FC236}">
                    <a16:creationId xmlns:a16="http://schemas.microsoft.com/office/drawing/2014/main" id="{F5D9E701-F776-457D-BD08-47DBCBBF7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308"/>
                <a:ext cx="6" cy="19"/>
              </a:xfrm>
              <a:custGeom>
                <a:avLst/>
                <a:gdLst>
                  <a:gd name="T0" fmla="*/ 2 w 5"/>
                  <a:gd name="T1" fmla="*/ 0 h 15"/>
                  <a:gd name="T2" fmla="*/ 1 w 5"/>
                  <a:gd name="T3" fmla="*/ 14 h 15"/>
                  <a:gd name="T4" fmla="*/ 8 w 5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2" y="0"/>
                    </a:moveTo>
                    <a:cubicBezTo>
                      <a:pt x="2" y="2"/>
                      <a:pt x="0" y="5"/>
                      <a:pt x="1" y="7"/>
                    </a:cubicBezTo>
                    <a:cubicBezTo>
                      <a:pt x="1" y="10"/>
                      <a:pt x="4" y="13"/>
                      <a:pt x="5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58" name="Freeform 1836">
                <a:extLst>
                  <a:ext uri="{FF2B5EF4-FFF2-40B4-BE49-F238E27FC236}">
                    <a16:creationId xmlns:a16="http://schemas.microsoft.com/office/drawing/2014/main" id="{57180140-292D-4FB3-BBEF-FA39FCEFC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310"/>
                <a:ext cx="7" cy="30"/>
              </a:xfrm>
              <a:custGeom>
                <a:avLst/>
                <a:gdLst>
                  <a:gd name="T0" fmla="*/ 6 w 6"/>
                  <a:gd name="T1" fmla="*/ 42 h 25"/>
                  <a:gd name="T2" fmla="*/ 6 w 6"/>
                  <a:gd name="T3" fmla="*/ 31 h 25"/>
                  <a:gd name="T4" fmla="*/ 9 w 6"/>
                  <a:gd name="T5" fmla="*/ 23 h 25"/>
                  <a:gd name="T6" fmla="*/ 6 w 6"/>
                  <a:gd name="T7" fmla="*/ 0 h 25"/>
                  <a:gd name="T8" fmla="*/ 6 w 6"/>
                  <a:gd name="T9" fmla="*/ 14 h 25"/>
                  <a:gd name="T10" fmla="*/ 1 w 6"/>
                  <a:gd name="T11" fmla="*/ 29 h 25"/>
                  <a:gd name="T12" fmla="*/ 0 w 6"/>
                  <a:gd name="T13" fmla="*/ 36 h 25"/>
                  <a:gd name="T14" fmla="*/ 7 w 6"/>
                  <a:gd name="T15" fmla="*/ 43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25">
                    <a:moveTo>
                      <a:pt x="3" y="24"/>
                    </a:moveTo>
                    <a:cubicBezTo>
                      <a:pt x="4" y="22"/>
                      <a:pt x="2" y="20"/>
                      <a:pt x="3" y="18"/>
                    </a:cubicBezTo>
                    <a:cubicBezTo>
                      <a:pt x="4" y="16"/>
                      <a:pt x="5" y="15"/>
                      <a:pt x="6" y="13"/>
                    </a:cubicBezTo>
                    <a:cubicBezTo>
                      <a:pt x="6" y="9"/>
                      <a:pt x="4" y="3"/>
                      <a:pt x="3" y="0"/>
                    </a:cubicBezTo>
                    <a:cubicBezTo>
                      <a:pt x="1" y="2"/>
                      <a:pt x="3" y="6"/>
                      <a:pt x="3" y="8"/>
                    </a:cubicBezTo>
                    <a:cubicBezTo>
                      <a:pt x="3" y="11"/>
                      <a:pt x="2" y="14"/>
                      <a:pt x="1" y="17"/>
                    </a:cubicBezTo>
                    <a:cubicBezTo>
                      <a:pt x="1" y="18"/>
                      <a:pt x="0" y="19"/>
                      <a:pt x="0" y="21"/>
                    </a:cubicBezTo>
                    <a:cubicBezTo>
                      <a:pt x="1" y="23"/>
                      <a:pt x="3" y="23"/>
                      <a:pt x="4" y="25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59" name="Freeform 1837">
                <a:extLst>
                  <a:ext uri="{FF2B5EF4-FFF2-40B4-BE49-F238E27FC236}">
                    <a16:creationId xmlns:a16="http://schemas.microsoft.com/office/drawing/2014/main" id="{4B87E727-1E64-463E-ACB4-550CE5795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302"/>
                <a:ext cx="25" cy="25"/>
              </a:xfrm>
              <a:custGeom>
                <a:avLst/>
                <a:gdLst>
                  <a:gd name="T0" fmla="*/ 35 w 21"/>
                  <a:gd name="T1" fmla="*/ 39 h 20"/>
                  <a:gd name="T2" fmla="*/ 21 w 21"/>
                  <a:gd name="T3" fmla="*/ 10 h 20"/>
                  <a:gd name="T4" fmla="*/ 0 w 21"/>
                  <a:gd name="T5" fmla="*/ 5 h 20"/>
                  <a:gd name="T6" fmla="*/ 12 w 21"/>
                  <a:gd name="T7" fmla="*/ 10 h 20"/>
                  <a:gd name="T8" fmla="*/ 21 w 21"/>
                  <a:gd name="T9" fmla="*/ 20 h 20"/>
                  <a:gd name="T10" fmla="*/ 36 w 21"/>
                  <a:gd name="T11" fmla="*/ 3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0">
                    <a:moveTo>
                      <a:pt x="20" y="20"/>
                    </a:moveTo>
                    <a:cubicBezTo>
                      <a:pt x="19" y="14"/>
                      <a:pt x="17" y="9"/>
                      <a:pt x="13" y="5"/>
                    </a:cubicBezTo>
                    <a:cubicBezTo>
                      <a:pt x="10" y="2"/>
                      <a:pt x="3" y="0"/>
                      <a:pt x="0" y="2"/>
                    </a:cubicBezTo>
                    <a:cubicBezTo>
                      <a:pt x="1" y="5"/>
                      <a:pt x="5" y="4"/>
                      <a:pt x="7" y="5"/>
                    </a:cubicBezTo>
                    <a:cubicBezTo>
                      <a:pt x="10" y="6"/>
                      <a:pt x="11" y="8"/>
                      <a:pt x="13" y="10"/>
                    </a:cubicBezTo>
                    <a:cubicBezTo>
                      <a:pt x="16" y="13"/>
                      <a:pt x="17" y="17"/>
                      <a:pt x="21" y="19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60" name="Freeform 1838">
                <a:extLst>
                  <a:ext uri="{FF2B5EF4-FFF2-40B4-BE49-F238E27FC236}">
                    <a16:creationId xmlns:a16="http://schemas.microsoft.com/office/drawing/2014/main" id="{03008E7F-F7D5-428D-B3AA-0944B201E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302"/>
                <a:ext cx="35" cy="63"/>
              </a:xfrm>
              <a:custGeom>
                <a:avLst/>
                <a:gdLst>
                  <a:gd name="T0" fmla="*/ 30 w 29"/>
                  <a:gd name="T1" fmla="*/ 82 h 52"/>
                  <a:gd name="T2" fmla="*/ 40 w 29"/>
                  <a:gd name="T3" fmla="*/ 48 h 52"/>
                  <a:gd name="T4" fmla="*/ 23 w 29"/>
                  <a:gd name="T5" fmla="*/ 25 h 52"/>
                  <a:gd name="T6" fmla="*/ 0 w 29"/>
                  <a:gd name="T7" fmla="*/ 0 h 52"/>
                  <a:gd name="T8" fmla="*/ 27 w 29"/>
                  <a:gd name="T9" fmla="*/ 56 h 52"/>
                  <a:gd name="T10" fmla="*/ 30 w 29"/>
                  <a:gd name="T11" fmla="*/ 70 h 52"/>
                  <a:gd name="T12" fmla="*/ 33 w 29"/>
                  <a:gd name="T13" fmla="*/ 8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52">
                    <a:moveTo>
                      <a:pt x="17" y="46"/>
                    </a:moveTo>
                    <a:cubicBezTo>
                      <a:pt x="29" y="52"/>
                      <a:pt x="25" y="31"/>
                      <a:pt x="22" y="27"/>
                    </a:cubicBezTo>
                    <a:cubicBezTo>
                      <a:pt x="20" y="22"/>
                      <a:pt x="16" y="18"/>
                      <a:pt x="13" y="14"/>
                    </a:cubicBezTo>
                    <a:cubicBezTo>
                      <a:pt x="9" y="9"/>
                      <a:pt x="3" y="5"/>
                      <a:pt x="0" y="0"/>
                    </a:cubicBezTo>
                    <a:cubicBezTo>
                      <a:pt x="5" y="10"/>
                      <a:pt x="12" y="20"/>
                      <a:pt x="15" y="31"/>
                    </a:cubicBezTo>
                    <a:cubicBezTo>
                      <a:pt x="16" y="34"/>
                      <a:pt x="17" y="37"/>
                      <a:pt x="17" y="40"/>
                    </a:cubicBezTo>
                    <a:cubicBezTo>
                      <a:pt x="16" y="42"/>
                      <a:pt x="14" y="45"/>
                      <a:pt x="18" y="46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61" name="Freeform 1839">
                <a:extLst>
                  <a:ext uri="{FF2B5EF4-FFF2-40B4-BE49-F238E27FC236}">
                    <a16:creationId xmlns:a16="http://schemas.microsoft.com/office/drawing/2014/main" id="{D7916F69-6CD6-4E6A-8516-839E9B699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1321"/>
                <a:ext cx="21" cy="37"/>
              </a:xfrm>
              <a:custGeom>
                <a:avLst/>
                <a:gdLst>
                  <a:gd name="T0" fmla="*/ 9 w 17"/>
                  <a:gd name="T1" fmla="*/ 53 h 31"/>
                  <a:gd name="T2" fmla="*/ 0 w 17"/>
                  <a:gd name="T3" fmla="*/ 0 h 31"/>
                  <a:gd name="T4" fmla="*/ 11 w 17"/>
                  <a:gd name="T5" fmla="*/ 36 h 31"/>
                  <a:gd name="T6" fmla="*/ 14 w 17"/>
                  <a:gd name="T7" fmla="*/ 5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5" y="31"/>
                    </a:moveTo>
                    <a:cubicBezTo>
                      <a:pt x="17" y="27"/>
                      <a:pt x="3" y="7"/>
                      <a:pt x="0" y="0"/>
                    </a:cubicBezTo>
                    <a:cubicBezTo>
                      <a:pt x="3" y="7"/>
                      <a:pt x="5" y="14"/>
                      <a:pt x="6" y="21"/>
                    </a:cubicBezTo>
                    <a:cubicBezTo>
                      <a:pt x="6" y="24"/>
                      <a:pt x="5" y="29"/>
                      <a:pt x="7" y="31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62" name="Freeform 1840">
                <a:extLst>
                  <a:ext uri="{FF2B5EF4-FFF2-40B4-BE49-F238E27FC236}">
                    <a16:creationId xmlns:a16="http://schemas.microsoft.com/office/drawing/2014/main" id="{1B53ADBF-075A-41E3-B97E-C3D505A69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317"/>
                <a:ext cx="7" cy="12"/>
              </a:xfrm>
              <a:custGeom>
                <a:avLst/>
                <a:gdLst>
                  <a:gd name="T0" fmla="*/ 0 w 6"/>
                  <a:gd name="T1" fmla="*/ 17 h 10"/>
                  <a:gd name="T2" fmla="*/ 1 w 6"/>
                  <a:gd name="T3" fmla="*/ 0 h 10"/>
                  <a:gd name="T4" fmla="*/ 0 w 6"/>
                  <a:gd name="T5" fmla="*/ 1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6" y="8"/>
                      <a:pt x="2" y="3"/>
                      <a:pt x="1" y="0"/>
                    </a:cubicBezTo>
                    <a:cubicBezTo>
                      <a:pt x="3" y="3"/>
                      <a:pt x="1" y="7"/>
                      <a:pt x="0" y="1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63" name="Freeform 1841">
                <a:extLst>
                  <a:ext uri="{FF2B5EF4-FFF2-40B4-BE49-F238E27FC236}">
                    <a16:creationId xmlns:a16="http://schemas.microsoft.com/office/drawing/2014/main" id="{9F0C6600-9085-49C1-B3B5-856CA680E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308"/>
                <a:ext cx="8" cy="11"/>
              </a:xfrm>
              <a:custGeom>
                <a:avLst/>
                <a:gdLst>
                  <a:gd name="T0" fmla="*/ 15 w 6"/>
                  <a:gd name="T1" fmla="*/ 16 h 9"/>
                  <a:gd name="T2" fmla="*/ 0 w 6"/>
                  <a:gd name="T3" fmla="*/ 0 h 9"/>
                  <a:gd name="T4" fmla="*/ 0 w 6"/>
                  <a:gd name="T5" fmla="*/ 1 h 9"/>
                  <a:gd name="T6" fmla="*/ 15 w 6"/>
                  <a:gd name="T7" fmla="*/ 1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cubicBezTo>
                      <a:pt x="5" y="6"/>
                      <a:pt x="4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3"/>
                      <a:pt x="5" y="4"/>
                      <a:pt x="6" y="7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64" name="Freeform 1842">
                <a:extLst>
                  <a:ext uri="{FF2B5EF4-FFF2-40B4-BE49-F238E27FC236}">
                    <a16:creationId xmlns:a16="http://schemas.microsoft.com/office/drawing/2014/main" id="{87ADF1E1-94D6-48A0-BDCC-A8756E0C2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312"/>
                <a:ext cx="8" cy="21"/>
              </a:xfrm>
              <a:custGeom>
                <a:avLst/>
                <a:gdLst>
                  <a:gd name="T0" fmla="*/ 1 w 6"/>
                  <a:gd name="T1" fmla="*/ 0 h 17"/>
                  <a:gd name="T2" fmla="*/ 5 w 6"/>
                  <a:gd name="T3" fmla="*/ 15 h 17"/>
                  <a:gd name="T4" fmla="*/ 9 w 6"/>
                  <a:gd name="T5" fmla="*/ 32 h 17"/>
                  <a:gd name="T6" fmla="*/ 1 w 6"/>
                  <a:gd name="T7" fmla="*/ 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7">
                    <a:moveTo>
                      <a:pt x="1" y="0"/>
                    </a:moveTo>
                    <a:cubicBezTo>
                      <a:pt x="0" y="3"/>
                      <a:pt x="0" y="5"/>
                      <a:pt x="2" y="8"/>
                    </a:cubicBezTo>
                    <a:cubicBezTo>
                      <a:pt x="3" y="11"/>
                      <a:pt x="3" y="14"/>
                      <a:pt x="4" y="17"/>
                    </a:cubicBezTo>
                    <a:cubicBezTo>
                      <a:pt x="6" y="11"/>
                      <a:pt x="0" y="6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65" name="Freeform 1843">
                <a:extLst>
                  <a:ext uri="{FF2B5EF4-FFF2-40B4-BE49-F238E27FC236}">
                    <a16:creationId xmlns:a16="http://schemas.microsoft.com/office/drawing/2014/main" id="{4D62B1F1-FAB0-4496-AA44-1C10BF8C6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282"/>
                <a:ext cx="17" cy="24"/>
              </a:xfrm>
              <a:custGeom>
                <a:avLst/>
                <a:gdLst>
                  <a:gd name="T0" fmla="*/ 25 w 14"/>
                  <a:gd name="T1" fmla="*/ 16 h 20"/>
                  <a:gd name="T2" fmla="*/ 18 w 14"/>
                  <a:gd name="T3" fmla="*/ 8 h 20"/>
                  <a:gd name="T4" fmla="*/ 15 w 14"/>
                  <a:gd name="T5" fmla="*/ 7 h 20"/>
                  <a:gd name="T6" fmla="*/ 13 w 14"/>
                  <a:gd name="T7" fmla="*/ 2 h 20"/>
                  <a:gd name="T8" fmla="*/ 1 w 14"/>
                  <a:gd name="T9" fmla="*/ 0 h 20"/>
                  <a:gd name="T10" fmla="*/ 1 w 14"/>
                  <a:gd name="T11" fmla="*/ 8 h 20"/>
                  <a:gd name="T12" fmla="*/ 1 w 14"/>
                  <a:gd name="T13" fmla="*/ 17 h 20"/>
                  <a:gd name="T14" fmla="*/ 6 w 14"/>
                  <a:gd name="T15" fmla="*/ 35 h 20"/>
                  <a:gd name="T16" fmla="*/ 6 w 14"/>
                  <a:gd name="T17" fmla="*/ 28 h 20"/>
                  <a:gd name="T18" fmla="*/ 7 w 14"/>
                  <a:gd name="T19" fmla="*/ 20 h 20"/>
                  <a:gd name="T20" fmla="*/ 15 w 14"/>
                  <a:gd name="T21" fmla="*/ 12 h 20"/>
                  <a:gd name="T22" fmla="*/ 25 w 14"/>
                  <a:gd name="T23" fmla="*/ 16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20">
                    <a:moveTo>
                      <a:pt x="14" y="9"/>
                    </a:moveTo>
                    <a:cubicBezTo>
                      <a:pt x="13" y="8"/>
                      <a:pt x="11" y="6"/>
                      <a:pt x="10" y="5"/>
                    </a:cubicBezTo>
                    <a:cubicBezTo>
                      <a:pt x="9" y="5"/>
                      <a:pt x="8" y="4"/>
                      <a:pt x="8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2"/>
                      <a:pt x="2" y="0"/>
                      <a:pt x="1" y="0"/>
                    </a:cubicBezTo>
                    <a:cubicBezTo>
                      <a:pt x="0" y="1"/>
                      <a:pt x="0" y="4"/>
                      <a:pt x="1" y="5"/>
                    </a:cubicBezTo>
                    <a:cubicBezTo>
                      <a:pt x="1" y="6"/>
                      <a:pt x="1" y="8"/>
                      <a:pt x="1" y="10"/>
                    </a:cubicBezTo>
                    <a:cubicBezTo>
                      <a:pt x="2" y="13"/>
                      <a:pt x="2" y="17"/>
                      <a:pt x="3" y="20"/>
                    </a:cubicBezTo>
                    <a:cubicBezTo>
                      <a:pt x="4" y="18"/>
                      <a:pt x="3" y="17"/>
                      <a:pt x="3" y="16"/>
                    </a:cubicBezTo>
                    <a:cubicBezTo>
                      <a:pt x="3" y="14"/>
                      <a:pt x="4" y="13"/>
                      <a:pt x="4" y="12"/>
                    </a:cubicBezTo>
                    <a:cubicBezTo>
                      <a:pt x="4" y="10"/>
                      <a:pt x="5" y="7"/>
                      <a:pt x="8" y="7"/>
                    </a:cubicBezTo>
                    <a:cubicBezTo>
                      <a:pt x="10" y="7"/>
                      <a:pt x="12" y="9"/>
                      <a:pt x="1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66" name="Freeform 1844">
                <a:extLst>
                  <a:ext uri="{FF2B5EF4-FFF2-40B4-BE49-F238E27FC236}">
                    <a16:creationId xmlns:a16="http://schemas.microsoft.com/office/drawing/2014/main" id="{FD1F8D8E-01A6-4C3E-835F-7C682D600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339"/>
                <a:ext cx="10" cy="6"/>
              </a:xfrm>
              <a:custGeom>
                <a:avLst/>
                <a:gdLst>
                  <a:gd name="T0" fmla="*/ 5 w 8"/>
                  <a:gd name="T1" fmla="*/ 8 h 5"/>
                  <a:gd name="T2" fmla="*/ 13 w 8"/>
                  <a:gd name="T3" fmla="*/ 0 h 5"/>
                  <a:gd name="T4" fmla="*/ 0 w 8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5"/>
                    </a:moveTo>
                    <a:cubicBezTo>
                      <a:pt x="3" y="5"/>
                      <a:pt x="8" y="2"/>
                      <a:pt x="6" y="0"/>
                    </a:cubicBez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67" name="Freeform 1845">
                <a:extLst>
                  <a:ext uri="{FF2B5EF4-FFF2-40B4-BE49-F238E27FC236}">
                    <a16:creationId xmlns:a16="http://schemas.microsoft.com/office/drawing/2014/main" id="{C4AA0DC4-82D2-4C77-941F-B52333C45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314"/>
                <a:ext cx="5" cy="4"/>
              </a:xfrm>
              <a:custGeom>
                <a:avLst/>
                <a:gdLst>
                  <a:gd name="T0" fmla="*/ 5 w 4"/>
                  <a:gd name="T1" fmla="*/ 7 h 3"/>
                  <a:gd name="T2" fmla="*/ 8 w 4"/>
                  <a:gd name="T3" fmla="*/ 1 h 3"/>
                  <a:gd name="T4" fmla="*/ 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3" y="3"/>
                      <a:pt x="4" y="3"/>
                      <a:pt x="4" y="1"/>
                    </a:cubicBezTo>
                    <a:cubicBezTo>
                      <a:pt x="4" y="0"/>
                      <a:pt x="1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68" name="Freeform 1846">
                <a:extLst>
                  <a:ext uri="{FF2B5EF4-FFF2-40B4-BE49-F238E27FC236}">
                    <a16:creationId xmlns:a16="http://schemas.microsoft.com/office/drawing/2014/main" id="{5F7B07B7-B634-4050-B275-DBB13FDF0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323"/>
                <a:ext cx="5" cy="5"/>
              </a:xfrm>
              <a:custGeom>
                <a:avLst/>
                <a:gdLst>
                  <a:gd name="T0" fmla="*/ 8 w 4"/>
                  <a:gd name="T1" fmla="*/ 5 h 4"/>
                  <a:gd name="T2" fmla="*/ 1 w 4"/>
                  <a:gd name="T3" fmla="*/ 6 h 4"/>
                  <a:gd name="T4" fmla="*/ 6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2" y="4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69" name="Freeform 1847">
                <a:extLst>
                  <a:ext uri="{FF2B5EF4-FFF2-40B4-BE49-F238E27FC236}">
                    <a16:creationId xmlns:a16="http://schemas.microsoft.com/office/drawing/2014/main" id="{E77B676E-3978-4B21-A98B-0E916E7F3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289"/>
                <a:ext cx="103" cy="105"/>
              </a:xfrm>
              <a:custGeom>
                <a:avLst/>
                <a:gdLst>
                  <a:gd name="T0" fmla="*/ 28 w 86"/>
                  <a:gd name="T1" fmla="*/ 68 h 87"/>
                  <a:gd name="T2" fmla="*/ 0 w 86"/>
                  <a:gd name="T3" fmla="*/ 105 h 87"/>
                  <a:gd name="T4" fmla="*/ 41 w 86"/>
                  <a:gd name="T5" fmla="*/ 128 h 87"/>
                  <a:gd name="T6" fmla="*/ 119 w 86"/>
                  <a:gd name="T7" fmla="*/ 111 h 87"/>
                  <a:gd name="T8" fmla="*/ 121 w 86"/>
                  <a:gd name="T9" fmla="*/ 68 h 87"/>
                  <a:gd name="T10" fmla="*/ 80 w 86"/>
                  <a:gd name="T11" fmla="*/ 49 h 87"/>
                  <a:gd name="T12" fmla="*/ 28 w 86"/>
                  <a:gd name="T13" fmla="*/ 68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87">
                    <a:moveTo>
                      <a:pt x="16" y="38"/>
                    </a:moveTo>
                    <a:cubicBezTo>
                      <a:pt x="13" y="49"/>
                      <a:pt x="0" y="60"/>
                      <a:pt x="0" y="60"/>
                    </a:cubicBezTo>
                    <a:cubicBezTo>
                      <a:pt x="0" y="60"/>
                      <a:pt x="8" y="73"/>
                      <a:pt x="23" y="73"/>
                    </a:cubicBezTo>
                    <a:cubicBezTo>
                      <a:pt x="38" y="73"/>
                      <a:pt x="86" y="87"/>
                      <a:pt x="69" y="63"/>
                    </a:cubicBezTo>
                    <a:cubicBezTo>
                      <a:pt x="51" y="39"/>
                      <a:pt x="83" y="45"/>
                      <a:pt x="70" y="38"/>
                    </a:cubicBezTo>
                    <a:cubicBezTo>
                      <a:pt x="58" y="30"/>
                      <a:pt x="62" y="19"/>
                      <a:pt x="47" y="28"/>
                    </a:cubicBezTo>
                    <a:cubicBezTo>
                      <a:pt x="31" y="37"/>
                      <a:pt x="23" y="0"/>
                      <a:pt x="16" y="38"/>
                    </a:cubicBezTo>
                    <a:close/>
                  </a:path>
                </a:pathLst>
              </a:custGeom>
              <a:solidFill>
                <a:srgbClr val="D1EEF5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70" name="Freeform 1848">
                <a:extLst>
                  <a:ext uri="{FF2B5EF4-FFF2-40B4-BE49-F238E27FC236}">
                    <a16:creationId xmlns:a16="http://schemas.microsoft.com/office/drawing/2014/main" id="{FD4AE4CD-EC08-4C2F-9E70-FB0B8C71F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1345"/>
                <a:ext cx="34" cy="22"/>
              </a:xfrm>
              <a:custGeom>
                <a:avLst/>
                <a:gdLst>
                  <a:gd name="T0" fmla="*/ 0 w 28"/>
                  <a:gd name="T1" fmla="*/ 2 h 18"/>
                  <a:gd name="T2" fmla="*/ 23 w 28"/>
                  <a:gd name="T3" fmla="*/ 29 h 18"/>
                  <a:gd name="T4" fmla="*/ 50 w 28"/>
                  <a:gd name="T5" fmla="*/ 2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0" y="2"/>
                    </a:moveTo>
                    <a:cubicBezTo>
                      <a:pt x="11" y="0"/>
                      <a:pt x="6" y="13"/>
                      <a:pt x="13" y="16"/>
                    </a:cubicBezTo>
                    <a:cubicBezTo>
                      <a:pt x="19" y="18"/>
                      <a:pt x="22" y="10"/>
                      <a:pt x="28" y="15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71" name="Freeform 1849">
                <a:extLst>
                  <a:ext uri="{FF2B5EF4-FFF2-40B4-BE49-F238E27FC236}">
                    <a16:creationId xmlns:a16="http://schemas.microsoft.com/office/drawing/2014/main" id="{EA22C824-CACC-4FF5-A6BC-70F06AD97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1345"/>
                <a:ext cx="34" cy="22"/>
              </a:xfrm>
              <a:custGeom>
                <a:avLst/>
                <a:gdLst>
                  <a:gd name="T0" fmla="*/ 0 w 28"/>
                  <a:gd name="T1" fmla="*/ 2 h 18"/>
                  <a:gd name="T2" fmla="*/ 23 w 28"/>
                  <a:gd name="T3" fmla="*/ 29 h 18"/>
                  <a:gd name="T4" fmla="*/ 50 w 28"/>
                  <a:gd name="T5" fmla="*/ 2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0" y="2"/>
                    </a:moveTo>
                    <a:cubicBezTo>
                      <a:pt x="11" y="0"/>
                      <a:pt x="6" y="13"/>
                      <a:pt x="13" y="16"/>
                    </a:cubicBezTo>
                    <a:cubicBezTo>
                      <a:pt x="19" y="18"/>
                      <a:pt x="22" y="10"/>
                      <a:pt x="28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72" name="Freeform 1850">
                <a:extLst>
                  <a:ext uri="{FF2B5EF4-FFF2-40B4-BE49-F238E27FC236}">
                    <a16:creationId xmlns:a16="http://schemas.microsoft.com/office/drawing/2014/main" id="{36FF4951-9A67-4906-B9A3-977CA57C9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321"/>
                <a:ext cx="22" cy="23"/>
              </a:xfrm>
              <a:custGeom>
                <a:avLst/>
                <a:gdLst>
                  <a:gd name="T0" fmla="*/ 0 w 18"/>
                  <a:gd name="T1" fmla="*/ 0 h 19"/>
                  <a:gd name="T2" fmla="*/ 16 w 18"/>
                  <a:gd name="T3" fmla="*/ 19 h 19"/>
                  <a:gd name="T4" fmla="*/ 24 w 18"/>
                  <a:gd name="T5" fmla="*/ 28 h 19"/>
                  <a:gd name="T6" fmla="*/ 33 w 18"/>
                  <a:gd name="T7" fmla="*/ 3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4" y="3"/>
                      <a:pt x="7" y="6"/>
                      <a:pt x="9" y="11"/>
                    </a:cubicBezTo>
                    <a:cubicBezTo>
                      <a:pt x="10" y="13"/>
                      <a:pt x="11" y="15"/>
                      <a:pt x="13" y="16"/>
                    </a:cubicBezTo>
                    <a:cubicBezTo>
                      <a:pt x="15" y="17"/>
                      <a:pt x="17" y="17"/>
                      <a:pt x="18" y="19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73" name="Freeform 1851">
                <a:extLst>
                  <a:ext uri="{FF2B5EF4-FFF2-40B4-BE49-F238E27FC236}">
                    <a16:creationId xmlns:a16="http://schemas.microsoft.com/office/drawing/2014/main" id="{F003403E-1685-4828-A55B-278668955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321"/>
                <a:ext cx="22" cy="23"/>
              </a:xfrm>
              <a:custGeom>
                <a:avLst/>
                <a:gdLst>
                  <a:gd name="T0" fmla="*/ 0 w 18"/>
                  <a:gd name="T1" fmla="*/ 0 h 19"/>
                  <a:gd name="T2" fmla="*/ 16 w 18"/>
                  <a:gd name="T3" fmla="*/ 19 h 19"/>
                  <a:gd name="T4" fmla="*/ 24 w 18"/>
                  <a:gd name="T5" fmla="*/ 28 h 19"/>
                  <a:gd name="T6" fmla="*/ 33 w 18"/>
                  <a:gd name="T7" fmla="*/ 3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4" y="3"/>
                      <a:pt x="7" y="6"/>
                      <a:pt x="9" y="11"/>
                    </a:cubicBezTo>
                    <a:cubicBezTo>
                      <a:pt x="10" y="13"/>
                      <a:pt x="11" y="15"/>
                      <a:pt x="13" y="16"/>
                    </a:cubicBezTo>
                    <a:cubicBezTo>
                      <a:pt x="15" y="17"/>
                      <a:pt x="17" y="17"/>
                      <a:pt x="18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74" name="Freeform 1852">
                <a:extLst>
                  <a:ext uri="{FF2B5EF4-FFF2-40B4-BE49-F238E27FC236}">
                    <a16:creationId xmlns:a16="http://schemas.microsoft.com/office/drawing/2014/main" id="{8E171179-8836-43E5-9455-FC6012ABA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351"/>
                <a:ext cx="42" cy="29"/>
              </a:xfrm>
              <a:custGeom>
                <a:avLst/>
                <a:gdLst>
                  <a:gd name="T0" fmla="*/ 0 w 35"/>
                  <a:gd name="T1" fmla="*/ 34 h 24"/>
                  <a:gd name="T2" fmla="*/ 26 w 35"/>
                  <a:gd name="T3" fmla="*/ 36 h 24"/>
                  <a:gd name="T4" fmla="*/ 46 w 35"/>
                  <a:gd name="T5" fmla="*/ 41 h 24"/>
                  <a:gd name="T6" fmla="*/ 53 w 35"/>
                  <a:gd name="T7" fmla="*/ 27 h 24"/>
                  <a:gd name="T8" fmla="*/ 43 w 35"/>
                  <a:gd name="T9" fmla="*/ 12 h 24"/>
                  <a:gd name="T10" fmla="*/ 37 w 35"/>
                  <a:gd name="T11" fmla="*/ 0 h 24"/>
                  <a:gd name="T12" fmla="*/ 28 w 35"/>
                  <a:gd name="T13" fmla="*/ 34 h 24"/>
                  <a:gd name="T14" fmla="*/ 12 w 35"/>
                  <a:gd name="T15" fmla="*/ 33 h 24"/>
                  <a:gd name="T16" fmla="*/ 1 w 35"/>
                  <a:gd name="T17" fmla="*/ 3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24">
                    <a:moveTo>
                      <a:pt x="0" y="19"/>
                    </a:moveTo>
                    <a:cubicBezTo>
                      <a:pt x="5" y="20"/>
                      <a:pt x="10" y="20"/>
                      <a:pt x="15" y="21"/>
                    </a:cubicBezTo>
                    <a:cubicBezTo>
                      <a:pt x="19" y="21"/>
                      <a:pt x="23" y="23"/>
                      <a:pt x="27" y="23"/>
                    </a:cubicBezTo>
                    <a:cubicBezTo>
                      <a:pt x="33" y="24"/>
                      <a:pt x="35" y="20"/>
                      <a:pt x="31" y="15"/>
                    </a:cubicBezTo>
                    <a:cubicBezTo>
                      <a:pt x="29" y="13"/>
                      <a:pt x="27" y="11"/>
                      <a:pt x="25" y="7"/>
                    </a:cubicBezTo>
                    <a:cubicBezTo>
                      <a:pt x="24" y="5"/>
                      <a:pt x="25" y="2"/>
                      <a:pt x="22" y="0"/>
                    </a:cubicBezTo>
                    <a:cubicBezTo>
                      <a:pt x="22" y="8"/>
                      <a:pt x="29" y="20"/>
                      <a:pt x="16" y="19"/>
                    </a:cubicBezTo>
                    <a:cubicBezTo>
                      <a:pt x="13" y="19"/>
                      <a:pt x="10" y="18"/>
                      <a:pt x="7" y="18"/>
                    </a:cubicBezTo>
                    <a:cubicBezTo>
                      <a:pt x="5" y="18"/>
                      <a:pt x="3" y="19"/>
                      <a:pt x="1" y="19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75" name="Freeform 1853">
                <a:extLst>
                  <a:ext uri="{FF2B5EF4-FFF2-40B4-BE49-F238E27FC236}">
                    <a16:creationId xmlns:a16="http://schemas.microsoft.com/office/drawing/2014/main" id="{4C7FB2C1-B9C6-455A-83F8-F16516B5A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1342"/>
                <a:ext cx="17" cy="29"/>
              </a:xfrm>
              <a:custGeom>
                <a:avLst/>
                <a:gdLst>
                  <a:gd name="T0" fmla="*/ 22 w 14"/>
                  <a:gd name="T1" fmla="*/ 0 h 24"/>
                  <a:gd name="T2" fmla="*/ 13 w 14"/>
                  <a:gd name="T3" fmla="*/ 16 h 24"/>
                  <a:gd name="T4" fmla="*/ 1 w 14"/>
                  <a:gd name="T5" fmla="*/ 27 h 24"/>
                  <a:gd name="T6" fmla="*/ 25 w 14"/>
                  <a:gd name="T7" fmla="*/ 42 h 24"/>
                  <a:gd name="T8" fmla="*/ 15 w 14"/>
                  <a:gd name="T9" fmla="*/ 19 h 24"/>
                  <a:gd name="T10" fmla="*/ 19 w 14"/>
                  <a:gd name="T11" fmla="*/ 1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4">
                    <a:moveTo>
                      <a:pt x="12" y="0"/>
                    </a:moveTo>
                    <a:cubicBezTo>
                      <a:pt x="11" y="3"/>
                      <a:pt x="9" y="7"/>
                      <a:pt x="7" y="9"/>
                    </a:cubicBezTo>
                    <a:cubicBezTo>
                      <a:pt x="6" y="11"/>
                      <a:pt x="1" y="13"/>
                      <a:pt x="1" y="15"/>
                    </a:cubicBezTo>
                    <a:cubicBezTo>
                      <a:pt x="0" y="19"/>
                      <a:pt x="10" y="24"/>
                      <a:pt x="14" y="24"/>
                    </a:cubicBezTo>
                    <a:cubicBezTo>
                      <a:pt x="11" y="19"/>
                      <a:pt x="7" y="17"/>
                      <a:pt x="8" y="11"/>
                    </a:cubicBezTo>
                    <a:cubicBezTo>
                      <a:pt x="9" y="7"/>
                      <a:pt x="11" y="5"/>
                      <a:pt x="11" y="1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76" name="Freeform 1854">
                <a:extLst>
                  <a:ext uri="{FF2B5EF4-FFF2-40B4-BE49-F238E27FC236}">
                    <a16:creationId xmlns:a16="http://schemas.microsoft.com/office/drawing/2014/main" id="{45BAF6D7-75D4-43BD-A653-C0D1F52E7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323"/>
                <a:ext cx="18" cy="19"/>
              </a:xfrm>
              <a:custGeom>
                <a:avLst/>
                <a:gdLst>
                  <a:gd name="T0" fmla="*/ 1 w 15"/>
                  <a:gd name="T1" fmla="*/ 0 h 16"/>
                  <a:gd name="T2" fmla="*/ 14 w 15"/>
                  <a:gd name="T3" fmla="*/ 12 h 16"/>
                  <a:gd name="T4" fmla="*/ 20 w 15"/>
                  <a:gd name="T5" fmla="*/ 20 h 16"/>
                  <a:gd name="T6" fmla="*/ 1 w 1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" y="0"/>
                    </a:moveTo>
                    <a:cubicBezTo>
                      <a:pt x="5" y="0"/>
                      <a:pt x="6" y="5"/>
                      <a:pt x="8" y="7"/>
                    </a:cubicBezTo>
                    <a:cubicBezTo>
                      <a:pt x="10" y="8"/>
                      <a:pt x="15" y="10"/>
                      <a:pt x="12" y="12"/>
                    </a:cubicBezTo>
                    <a:cubicBezTo>
                      <a:pt x="8" y="16"/>
                      <a:pt x="0" y="3"/>
                      <a:pt x="1" y="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77" name="Freeform 1855">
                <a:extLst>
                  <a:ext uri="{FF2B5EF4-FFF2-40B4-BE49-F238E27FC236}">
                    <a16:creationId xmlns:a16="http://schemas.microsoft.com/office/drawing/2014/main" id="{9310BDDD-70D4-4CF0-AC4C-0CD94FB08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345"/>
                <a:ext cx="24" cy="17"/>
              </a:xfrm>
              <a:custGeom>
                <a:avLst/>
                <a:gdLst>
                  <a:gd name="T0" fmla="*/ 0 w 20"/>
                  <a:gd name="T1" fmla="*/ 0 h 14"/>
                  <a:gd name="T2" fmla="*/ 14 w 20"/>
                  <a:gd name="T3" fmla="*/ 23 h 14"/>
                  <a:gd name="T4" fmla="*/ 35 w 20"/>
                  <a:gd name="T5" fmla="*/ 19 h 14"/>
                  <a:gd name="T6" fmla="*/ 16 w 20"/>
                  <a:gd name="T7" fmla="*/ 11 h 14"/>
                  <a:gd name="T8" fmla="*/ 1 w 20"/>
                  <a:gd name="T9" fmla="*/ 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0" y="0"/>
                    </a:moveTo>
                    <a:cubicBezTo>
                      <a:pt x="7" y="2"/>
                      <a:pt x="4" y="10"/>
                      <a:pt x="8" y="13"/>
                    </a:cubicBezTo>
                    <a:cubicBezTo>
                      <a:pt x="10" y="14"/>
                      <a:pt x="19" y="13"/>
                      <a:pt x="20" y="11"/>
                    </a:cubicBezTo>
                    <a:cubicBezTo>
                      <a:pt x="17" y="8"/>
                      <a:pt x="13" y="8"/>
                      <a:pt x="9" y="6"/>
                    </a:cubicBezTo>
                    <a:cubicBezTo>
                      <a:pt x="7" y="5"/>
                      <a:pt x="3" y="0"/>
                      <a:pt x="1" y="1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78" name="Freeform 1856">
                <a:extLst>
                  <a:ext uri="{FF2B5EF4-FFF2-40B4-BE49-F238E27FC236}">
                    <a16:creationId xmlns:a16="http://schemas.microsoft.com/office/drawing/2014/main" id="{23913231-9E5E-49D1-975B-05B9D8EE2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325"/>
                <a:ext cx="13" cy="17"/>
              </a:xfrm>
              <a:custGeom>
                <a:avLst/>
                <a:gdLst>
                  <a:gd name="T0" fmla="*/ 0 w 11"/>
                  <a:gd name="T1" fmla="*/ 6 h 14"/>
                  <a:gd name="T2" fmla="*/ 8 w 11"/>
                  <a:gd name="T3" fmla="*/ 18 h 14"/>
                  <a:gd name="T4" fmla="*/ 18 w 11"/>
                  <a:gd name="T5" fmla="*/ 25 h 14"/>
                  <a:gd name="T6" fmla="*/ 7 w 11"/>
                  <a:gd name="T7" fmla="*/ 11 h 14"/>
                  <a:gd name="T8" fmla="*/ 13 w 11"/>
                  <a:gd name="T9" fmla="*/ 0 h 14"/>
                  <a:gd name="T10" fmla="*/ 0 w 11"/>
                  <a:gd name="T11" fmla="*/ 6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0" y="3"/>
                    </a:moveTo>
                    <a:cubicBezTo>
                      <a:pt x="1" y="6"/>
                      <a:pt x="2" y="8"/>
                      <a:pt x="5" y="10"/>
                    </a:cubicBezTo>
                    <a:cubicBezTo>
                      <a:pt x="7" y="12"/>
                      <a:pt x="10" y="12"/>
                      <a:pt x="11" y="14"/>
                    </a:cubicBezTo>
                    <a:cubicBezTo>
                      <a:pt x="9" y="12"/>
                      <a:pt x="5" y="9"/>
                      <a:pt x="4" y="6"/>
                    </a:cubicBezTo>
                    <a:cubicBezTo>
                      <a:pt x="4" y="2"/>
                      <a:pt x="7" y="3"/>
                      <a:pt x="8" y="0"/>
                    </a:cubicBezTo>
                    <a:cubicBezTo>
                      <a:pt x="6" y="1"/>
                      <a:pt x="3" y="3"/>
                      <a:pt x="0" y="3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79" name="Freeform 1857">
                <a:extLst>
                  <a:ext uri="{FF2B5EF4-FFF2-40B4-BE49-F238E27FC236}">
                    <a16:creationId xmlns:a16="http://schemas.microsoft.com/office/drawing/2014/main" id="{E1D5DCCB-5914-466C-B85F-6E160A522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358"/>
                <a:ext cx="14" cy="13"/>
              </a:xfrm>
              <a:custGeom>
                <a:avLst/>
                <a:gdLst>
                  <a:gd name="T0" fmla="*/ 14 w 11"/>
                  <a:gd name="T1" fmla="*/ 0 h 11"/>
                  <a:gd name="T2" fmla="*/ 23 w 11"/>
                  <a:gd name="T3" fmla="*/ 18 h 11"/>
                  <a:gd name="T4" fmla="*/ 13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7" y="0"/>
                    </a:moveTo>
                    <a:cubicBezTo>
                      <a:pt x="4" y="3"/>
                      <a:pt x="8" y="9"/>
                      <a:pt x="11" y="11"/>
                    </a:cubicBezTo>
                    <a:cubicBezTo>
                      <a:pt x="6" y="11"/>
                      <a:pt x="0" y="0"/>
                      <a:pt x="6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80" name="Freeform 1858">
                <a:extLst>
                  <a:ext uri="{FF2B5EF4-FFF2-40B4-BE49-F238E27FC236}">
                    <a16:creationId xmlns:a16="http://schemas.microsoft.com/office/drawing/2014/main" id="{142DF5C2-54C0-4514-BFFD-7901A0235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367"/>
                <a:ext cx="16" cy="12"/>
              </a:xfrm>
              <a:custGeom>
                <a:avLst/>
                <a:gdLst>
                  <a:gd name="T0" fmla="*/ 0 w 13"/>
                  <a:gd name="T1" fmla="*/ 14 h 10"/>
                  <a:gd name="T2" fmla="*/ 21 w 13"/>
                  <a:gd name="T3" fmla="*/ 14 h 10"/>
                  <a:gd name="T4" fmla="*/ 11 w 13"/>
                  <a:gd name="T5" fmla="*/ 0 h 10"/>
                  <a:gd name="T6" fmla="*/ 11 w 13"/>
                  <a:gd name="T7" fmla="*/ 12 h 10"/>
                  <a:gd name="T8" fmla="*/ 0 w 13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8"/>
                    </a:moveTo>
                    <a:cubicBezTo>
                      <a:pt x="2" y="9"/>
                      <a:pt x="10" y="10"/>
                      <a:pt x="11" y="8"/>
                    </a:cubicBezTo>
                    <a:cubicBezTo>
                      <a:pt x="13" y="5"/>
                      <a:pt x="8" y="1"/>
                      <a:pt x="6" y="0"/>
                    </a:cubicBezTo>
                    <a:cubicBezTo>
                      <a:pt x="6" y="1"/>
                      <a:pt x="8" y="5"/>
                      <a:pt x="6" y="7"/>
                    </a:cubicBezTo>
                    <a:cubicBezTo>
                      <a:pt x="5" y="8"/>
                      <a:pt x="2" y="7"/>
                      <a:pt x="0" y="8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81" name="Freeform 1859">
                <a:extLst>
                  <a:ext uri="{FF2B5EF4-FFF2-40B4-BE49-F238E27FC236}">
                    <a16:creationId xmlns:a16="http://schemas.microsoft.com/office/drawing/2014/main" id="{C2F39189-3BA9-407F-9FF6-02F57A5C0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327"/>
                <a:ext cx="11" cy="8"/>
              </a:xfrm>
              <a:custGeom>
                <a:avLst/>
                <a:gdLst>
                  <a:gd name="T0" fmla="*/ 0 w 9"/>
                  <a:gd name="T1" fmla="*/ 0 h 7"/>
                  <a:gd name="T2" fmla="*/ 16 w 9"/>
                  <a:gd name="T3" fmla="*/ 10 h 7"/>
                  <a:gd name="T4" fmla="*/ 0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4" y="1"/>
                      <a:pt x="7" y="4"/>
                      <a:pt x="9" y="7"/>
                    </a:cubicBezTo>
                    <a:cubicBezTo>
                      <a:pt x="6" y="7"/>
                      <a:pt x="0" y="3"/>
                      <a:pt x="0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82" name="Freeform 1860">
                <a:extLst>
                  <a:ext uri="{FF2B5EF4-FFF2-40B4-BE49-F238E27FC236}">
                    <a16:creationId xmlns:a16="http://schemas.microsoft.com/office/drawing/2014/main" id="{3719C18B-7021-479F-B764-96434A258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316"/>
                <a:ext cx="19" cy="21"/>
              </a:xfrm>
              <a:custGeom>
                <a:avLst/>
                <a:gdLst>
                  <a:gd name="T0" fmla="*/ 0 w 16"/>
                  <a:gd name="T1" fmla="*/ 7 h 18"/>
                  <a:gd name="T2" fmla="*/ 27 w 16"/>
                  <a:gd name="T3" fmla="*/ 29 h 18"/>
                  <a:gd name="T4" fmla="*/ 0 w 16"/>
                  <a:gd name="T5" fmla="*/ 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4"/>
                    </a:moveTo>
                    <a:cubicBezTo>
                      <a:pt x="4" y="0"/>
                      <a:pt x="14" y="15"/>
                      <a:pt x="16" y="18"/>
                    </a:cubicBezTo>
                    <a:cubicBezTo>
                      <a:pt x="10" y="14"/>
                      <a:pt x="6" y="8"/>
                      <a:pt x="0" y="4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83" name="Freeform 1861">
                <a:extLst>
                  <a:ext uri="{FF2B5EF4-FFF2-40B4-BE49-F238E27FC236}">
                    <a16:creationId xmlns:a16="http://schemas.microsoft.com/office/drawing/2014/main" id="{AC84C236-ADD3-400D-B6F7-E4E0EB915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1336"/>
                <a:ext cx="17" cy="12"/>
              </a:xfrm>
              <a:custGeom>
                <a:avLst/>
                <a:gdLst>
                  <a:gd name="T0" fmla="*/ 0 w 14"/>
                  <a:gd name="T1" fmla="*/ 8 h 10"/>
                  <a:gd name="T2" fmla="*/ 15 w 14"/>
                  <a:gd name="T3" fmla="*/ 8 h 10"/>
                  <a:gd name="T4" fmla="*/ 25 w 14"/>
                  <a:gd name="T5" fmla="*/ 17 h 10"/>
                  <a:gd name="T6" fmla="*/ 13 w 14"/>
                  <a:gd name="T7" fmla="*/ 1 h 10"/>
                  <a:gd name="T8" fmla="*/ 0 w 14"/>
                  <a:gd name="T9" fmla="*/ 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0" y="5"/>
                    </a:moveTo>
                    <a:cubicBezTo>
                      <a:pt x="3" y="5"/>
                      <a:pt x="4" y="3"/>
                      <a:pt x="8" y="5"/>
                    </a:cubicBezTo>
                    <a:cubicBezTo>
                      <a:pt x="10" y="6"/>
                      <a:pt x="12" y="9"/>
                      <a:pt x="14" y="10"/>
                    </a:cubicBezTo>
                    <a:cubicBezTo>
                      <a:pt x="14" y="7"/>
                      <a:pt x="10" y="1"/>
                      <a:pt x="7" y="1"/>
                    </a:cubicBezTo>
                    <a:cubicBezTo>
                      <a:pt x="4" y="0"/>
                      <a:pt x="2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84" name="Freeform 1862">
                <a:extLst>
                  <a:ext uri="{FF2B5EF4-FFF2-40B4-BE49-F238E27FC236}">
                    <a16:creationId xmlns:a16="http://schemas.microsoft.com/office/drawing/2014/main" id="{4E44E8A6-EB80-4D9A-A4BE-375628F12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318"/>
                <a:ext cx="9" cy="13"/>
              </a:xfrm>
              <a:custGeom>
                <a:avLst/>
                <a:gdLst>
                  <a:gd name="T0" fmla="*/ 11 w 8"/>
                  <a:gd name="T1" fmla="*/ 9 h 11"/>
                  <a:gd name="T2" fmla="*/ 1 w 8"/>
                  <a:gd name="T3" fmla="*/ 18 h 11"/>
                  <a:gd name="T4" fmla="*/ 3 w 8"/>
                  <a:gd name="T5" fmla="*/ 2 h 11"/>
                  <a:gd name="T6" fmla="*/ 11 w 8"/>
                  <a:gd name="T7" fmla="*/ 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8" y="6"/>
                    </a:moveTo>
                    <a:cubicBezTo>
                      <a:pt x="5" y="0"/>
                      <a:pt x="2" y="10"/>
                      <a:pt x="1" y="11"/>
                    </a:cubicBezTo>
                    <a:cubicBezTo>
                      <a:pt x="1" y="10"/>
                      <a:pt x="0" y="3"/>
                      <a:pt x="3" y="2"/>
                    </a:cubicBezTo>
                    <a:cubicBezTo>
                      <a:pt x="5" y="0"/>
                      <a:pt x="6" y="4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85" name="Freeform 1863">
                <a:extLst>
                  <a:ext uri="{FF2B5EF4-FFF2-40B4-BE49-F238E27FC236}">
                    <a16:creationId xmlns:a16="http://schemas.microsoft.com/office/drawing/2014/main" id="{2F2B9899-0EC0-45FD-BA29-6786C296B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1345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1 w 3"/>
                  <a:gd name="T3" fmla="*/ 8 h 4"/>
                  <a:gd name="T4" fmla="*/ 7 w 3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4"/>
                      <a:pt x="2" y="2"/>
                      <a:pt x="3" y="1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86" name="Freeform 1864">
                <a:extLst>
                  <a:ext uri="{FF2B5EF4-FFF2-40B4-BE49-F238E27FC236}">
                    <a16:creationId xmlns:a16="http://schemas.microsoft.com/office/drawing/2014/main" id="{85AE01EB-158D-4521-8B29-50E74157A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339"/>
                <a:ext cx="6" cy="5"/>
              </a:xfrm>
              <a:custGeom>
                <a:avLst/>
                <a:gdLst>
                  <a:gd name="T0" fmla="*/ 2 w 5"/>
                  <a:gd name="T1" fmla="*/ 0 h 4"/>
                  <a:gd name="T2" fmla="*/ 2 w 5"/>
                  <a:gd name="T3" fmla="*/ 8 h 4"/>
                  <a:gd name="T4" fmla="*/ 8 w 5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1"/>
                      <a:pt x="0" y="4"/>
                      <a:pt x="2" y="4"/>
                    </a:cubicBezTo>
                    <a:cubicBezTo>
                      <a:pt x="3" y="4"/>
                      <a:pt x="4" y="2"/>
                      <a:pt x="5" y="1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87" name="Freeform 1865">
                <a:extLst>
                  <a:ext uri="{FF2B5EF4-FFF2-40B4-BE49-F238E27FC236}">
                    <a16:creationId xmlns:a16="http://schemas.microsoft.com/office/drawing/2014/main" id="{CE0C42B2-2CD4-4275-9A9C-430A1552E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358"/>
                <a:ext cx="6" cy="9"/>
              </a:xfrm>
              <a:custGeom>
                <a:avLst/>
                <a:gdLst>
                  <a:gd name="T0" fmla="*/ 0 w 5"/>
                  <a:gd name="T1" fmla="*/ 8 h 7"/>
                  <a:gd name="T2" fmla="*/ 7 w 5"/>
                  <a:gd name="T3" fmla="*/ 0 h 7"/>
                  <a:gd name="T4" fmla="*/ 6 w 5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0" y="2"/>
                      <a:pt x="3" y="1"/>
                      <a:pt x="4" y="0"/>
                    </a:cubicBezTo>
                    <a:cubicBezTo>
                      <a:pt x="5" y="2"/>
                      <a:pt x="3" y="5"/>
                      <a:pt x="3" y="7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88" name="Freeform 1866">
                <a:extLst>
                  <a:ext uri="{FF2B5EF4-FFF2-40B4-BE49-F238E27FC236}">
                    <a16:creationId xmlns:a16="http://schemas.microsoft.com/office/drawing/2014/main" id="{E8A77543-A8BF-4A5D-BE0D-CCD44B549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1241"/>
                <a:ext cx="84" cy="110"/>
              </a:xfrm>
              <a:custGeom>
                <a:avLst/>
                <a:gdLst>
                  <a:gd name="T0" fmla="*/ 35 w 70"/>
                  <a:gd name="T1" fmla="*/ 48 h 91"/>
                  <a:gd name="T2" fmla="*/ 0 w 70"/>
                  <a:gd name="T3" fmla="*/ 68 h 91"/>
                  <a:gd name="T4" fmla="*/ 23 w 70"/>
                  <a:gd name="T5" fmla="*/ 100 h 91"/>
                  <a:gd name="T6" fmla="*/ 89 w 70"/>
                  <a:gd name="T7" fmla="*/ 117 h 91"/>
                  <a:gd name="T8" fmla="*/ 109 w 70"/>
                  <a:gd name="T9" fmla="*/ 83 h 91"/>
                  <a:gd name="T10" fmla="*/ 84 w 70"/>
                  <a:gd name="T11" fmla="*/ 54 h 91"/>
                  <a:gd name="T12" fmla="*/ 35 w 70"/>
                  <a:gd name="T13" fmla="*/ 48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91">
                    <a:moveTo>
                      <a:pt x="20" y="27"/>
                    </a:moveTo>
                    <a:cubicBezTo>
                      <a:pt x="15" y="35"/>
                      <a:pt x="0" y="38"/>
                      <a:pt x="0" y="38"/>
                    </a:cubicBezTo>
                    <a:cubicBezTo>
                      <a:pt x="0" y="38"/>
                      <a:pt x="1" y="51"/>
                      <a:pt x="13" y="57"/>
                    </a:cubicBezTo>
                    <a:cubicBezTo>
                      <a:pt x="25" y="63"/>
                      <a:pt x="58" y="91"/>
                      <a:pt x="52" y="66"/>
                    </a:cubicBezTo>
                    <a:cubicBezTo>
                      <a:pt x="47" y="41"/>
                      <a:pt x="70" y="57"/>
                      <a:pt x="63" y="47"/>
                    </a:cubicBezTo>
                    <a:cubicBezTo>
                      <a:pt x="56" y="37"/>
                      <a:pt x="64" y="29"/>
                      <a:pt x="48" y="31"/>
                    </a:cubicBezTo>
                    <a:cubicBezTo>
                      <a:pt x="32" y="32"/>
                      <a:pt x="40" y="0"/>
                      <a:pt x="20" y="27"/>
                    </a:cubicBezTo>
                    <a:close/>
                  </a:path>
                </a:pathLst>
              </a:custGeom>
              <a:solidFill>
                <a:srgbClr val="D1EEF5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89" name="Freeform 1867">
                <a:extLst>
                  <a:ext uri="{FF2B5EF4-FFF2-40B4-BE49-F238E27FC236}">
                    <a16:creationId xmlns:a16="http://schemas.microsoft.com/office/drawing/2014/main" id="{4410C663-0DC0-452B-BC8A-6C507AAE9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285"/>
                <a:ext cx="19" cy="26"/>
              </a:xfrm>
              <a:custGeom>
                <a:avLst/>
                <a:gdLst>
                  <a:gd name="T0" fmla="*/ 0 w 16"/>
                  <a:gd name="T1" fmla="*/ 0 h 21"/>
                  <a:gd name="T2" fmla="*/ 8 w 16"/>
                  <a:gd name="T3" fmla="*/ 31 h 21"/>
                  <a:gd name="T4" fmla="*/ 27 w 16"/>
                  <a:gd name="T5" fmla="*/ 4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0" y="0"/>
                    </a:moveTo>
                    <a:cubicBezTo>
                      <a:pt x="9" y="2"/>
                      <a:pt x="1" y="11"/>
                      <a:pt x="5" y="16"/>
                    </a:cubicBezTo>
                    <a:cubicBezTo>
                      <a:pt x="8" y="20"/>
                      <a:pt x="14" y="15"/>
                      <a:pt x="16" y="21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90" name="Freeform 1868">
                <a:extLst>
                  <a:ext uri="{FF2B5EF4-FFF2-40B4-BE49-F238E27FC236}">
                    <a16:creationId xmlns:a16="http://schemas.microsoft.com/office/drawing/2014/main" id="{716183D9-D887-4291-8230-D2E233A15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285"/>
                <a:ext cx="19" cy="26"/>
              </a:xfrm>
              <a:custGeom>
                <a:avLst/>
                <a:gdLst>
                  <a:gd name="T0" fmla="*/ 0 w 16"/>
                  <a:gd name="T1" fmla="*/ 0 h 21"/>
                  <a:gd name="T2" fmla="*/ 8 w 16"/>
                  <a:gd name="T3" fmla="*/ 31 h 21"/>
                  <a:gd name="T4" fmla="*/ 27 w 16"/>
                  <a:gd name="T5" fmla="*/ 4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0" y="0"/>
                    </a:moveTo>
                    <a:cubicBezTo>
                      <a:pt x="9" y="2"/>
                      <a:pt x="1" y="11"/>
                      <a:pt x="5" y="16"/>
                    </a:cubicBezTo>
                    <a:cubicBezTo>
                      <a:pt x="8" y="20"/>
                      <a:pt x="14" y="15"/>
                      <a:pt x="16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91" name="Freeform 1869">
                <a:extLst>
                  <a:ext uri="{FF2B5EF4-FFF2-40B4-BE49-F238E27FC236}">
                    <a16:creationId xmlns:a16="http://schemas.microsoft.com/office/drawing/2014/main" id="{B98E85EB-1B74-4E63-B8E0-9D987C89F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271"/>
                <a:ext cx="8" cy="25"/>
              </a:xfrm>
              <a:custGeom>
                <a:avLst/>
                <a:gdLst>
                  <a:gd name="T0" fmla="*/ 0 w 7"/>
                  <a:gd name="T1" fmla="*/ 0 h 21"/>
                  <a:gd name="T2" fmla="*/ 3 w 7"/>
                  <a:gd name="T3" fmla="*/ 18 h 21"/>
                  <a:gd name="T4" fmla="*/ 7 w 7"/>
                  <a:gd name="T5" fmla="*/ 29 h 21"/>
                  <a:gd name="T6" fmla="*/ 10 w 7"/>
                  <a:gd name="T7" fmla="*/ 3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2" y="4"/>
                      <a:pt x="3" y="7"/>
                      <a:pt x="3" y="11"/>
                    </a:cubicBezTo>
                    <a:cubicBezTo>
                      <a:pt x="3" y="14"/>
                      <a:pt x="3" y="15"/>
                      <a:pt x="4" y="17"/>
                    </a:cubicBezTo>
                    <a:cubicBezTo>
                      <a:pt x="5" y="18"/>
                      <a:pt x="7" y="19"/>
                      <a:pt x="7" y="21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92" name="Freeform 1870">
                <a:extLst>
                  <a:ext uri="{FF2B5EF4-FFF2-40B4-BE49-F238E27FC236}">
                    <a16:creationId xmlns:a16="http://schemas.microsoft.com/office/drawing/2014/main" id="{3F128B48-E0F0-46E9-B113-56C39B33C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271"/>
                <a:ext cx="8" cy="25"/>
              </a:xfrm>
              <a:custGeom>
                <a:avLst/>
                <a:gdLst>
                  <a:gd name="T0" fmla="*/ 0 w 7"/>
                  <a:gd name="T1" fmla="*/ 0 h 21"/>
                  <a:gd name="T2" fmla="*/ 3 w 7"/>
                  <a:gd name="T3" fmla="*/ 18 h 21"/>
                  <a:gd name="T4" fmla="*/ 7 w 7"/>
                  <a:gd name="T5" fmla="*/ 29 h 21"/>
                  <a:gd name="T6" fmla="*/ 10 w 7"/>
                  <a:gd name="T7" fmla="*/ 3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2" y="4"/>
                      <a:pt x="3" y="7"/>
                      <a:pt x="3" y="11"/>
                    </a:cubicBezTo>
                    <a:cubicBezTo>
                      <a:pt x="3" y="14"/>
                      <a:pt x="3" y="15"/>
                      <a:pt x="4" y="17"/>
                    </a:cubicBezTo>
                    <a:cubicBezTo>
                      <a:pt x="5" y="18"/>
                      <a:pt x="7" y="19"/>
                      <a:pt x="7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93" name="Freeform 1871">
                <a:extLst>
                  <a:ext uri="{FF2B5EF4-FFF2-40B4-BE49-F238E27FC236}">
                    <a16:creationId xmlns:a16="http://schemas.microsoft.com/office/drawing/2014/main" id="{B643B54D-FD81-439F-80D9-742882F1E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305"/>
                <a:ext cx="31" cy="26"/>
              </a:xfrm>
              <a:custGeom>
                <a:avLst/>
                <a:gdLst>
                  <a:gd name="T0" fmla="*/ 0 w 26"/>
                  <a:gd name="T1" fmla="*/ 9 h 22"/>
                  <a:gd name="T2" fmla="*/ 17 w 26"/>
                  <a:gd name="T3" fmla="*/ 21 h 22"/>
                  <a:gd name="T4" fmla="*/ 32 w 26"/>
                  <a:gd name="T5" fmla="*/ 33 h 22"/>
                  <a:gd name="T6" fmla="*/ 43 w 26"/>
                  <a:gd name="T7" fmla="*/ 25 h 22"/>
                  <a:gd name="T8" fmla="*/ 42 w 26"/>
                  <a:gd name="T9" fmla="*/ 11 h 22"/>
                  <a:gd name="T10" fmla="*/ 42 w 26"/>
                  <a:gd name="T11" fmla="*/ 0 h 22"/>
                  <a:gd name="T12" fmla="*/ 20 w 26"/>
                  <a:gd name="T13" fmla="*/ 20 h 22"/>
                  <a:gd name="T14" fmla="*/ 10 w 26"/>
                  <a:gd name="T15" fmla="*/ 13 h 22"/>
                  <a:gd name="T16" fmla="*/ 1 w 26"/>
                  <a:gd name="T17" fmla="*/ 9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3" y="9"/>
                      <a:pt x="7" y="11"/>
                      <a:pt x="10" y="13"/>
                    </a:cubicBezTo>
                    <a:cubicBezTo>
                      <a:pt x="13" y="15"/>
                      <a:pt x="16" y="18"/>
                      <a:pt x="19" y="20"/>
                    </a:cubicBezTo>
                    <a:cubicBezTo>
                      <a:pt x="24" y="22"/>
                      <a:pt x="26" y="20"/>
                      <a:pt x="25" y="15"/>
                    </a:cubicBezTo>
                    <a:cubicBezTo>
                      <a:pt x="25" y="12"/>
                      <a:pt x="24" y="10"/>
                      <a:pt x="24" y="7"/>
                    </a:cubicBezTo>
                    <a:cubicBezTo>
                      <a:pt x="24" y="4"/>
                      <a:pt x="25" y="2"/>
                      <a:pt x="24" y="0"/>
                    </a:cubicBezTo>
                    <a:cubicBezTo>
                      <a:pt x="21" y="6"/>
                      <a:pt x="22" y="17"/>
                      <a:pt x="12" y="12"/>
                    </a:cubicBezTo>
                    <a:cubicBezTo>
                      <a:pt x="10" y="11"/>
                      <a:pt x="8" y="9"/>
                      <a:pt x="6" y="8"/>
                    </a:cubicBezTo>
                    <a:cubicBezTo>
                      <a:pt x="4" y="7"/>
                      <a:pt x="2" y="7"/>
                      <a:pt x="1" y="6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94" name="Freeform 1872">
                <a:extLst>
                  <a:ext uri="{FF2B5EF4-FFF2-40B4-BE49-F238E27FC236}">
                    <a16:creationId xmlns:a16="http://schemas.microsoft.com/office/drawing/2014/main" id="{D50C6815-65A3-4BA0-8094-62A5AAC87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279"/>
                <a:ext cx="19" cy="23"/>
              </a:xfrm>
              <a:custGeom>
                <a:avLst/>
                <a:gdLst>
                  <a:gd name="T0" fmla="*/ 27 w 16"/>
                  <a:gd name="T1" fmla="*/ 0 h 19"/>
                  <a:gd name="T2" fmla="*/ 15 w 16"/>
                  <a:gd name="T3" fmla="*/ 8 h 19"/>
                  <a:gd name="T4" fmla="*/ 2 w 16"/>
                  <a:gd name="T5" fmla="*/ 12 h 19"/>
                  <a:gd name="T6" fmla="*/ 15 w 16"/>
                  <a:gd name="T7" fmla="*/ 34 h 19"/>
                  <a:gd name="T8" fmla="*/ 15 w 16"/>
                  <a:gd name="T9" fmla="*/ 12 h 19"/>
                  <a:gd name="T10" fmla="*/ 25 w 16"/>
                  <a:gd name="T11" fmla="*/ 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9">
                    <a:moveTo>
                      <a:pt x="16" y="0"/>
                    </a:moveTo>
                    <a:cubicBezTo>
                      <a:pt x="15" y="2"/>
                      <a:pt x="11" y="4"/>
                      <a:pt x="9" y="5"/>
                    </a:cubicBezTo>
                    <a:cubicBezTo>
                      <a:pt x="7" y="6"/>
                      <a:pt x="3" y="6"/>
                      <a:pt x="2" y="7"/>
                    </a:cubicBezTo>
                    <a:cubicBezTo>
                      <a:pt x="0" y="10"/>
                      <a:pt x="6" y="18"/>
                      <a:pt x="9" y="19"/>
                    </a:cubicBezTo>
                    <a:cubicBezTo>
                      <a:pt x="9" y="15"/>
                      <a:pt x="6" y="11"/>
                      <a:pt x="9" y="7"/>
                    </a:cubicBezTo>
                    <a:cubicBezTo>
                      <a:pt x="11" y="4"/>
                      <a:pt x="14" y="4"/>
                      <a:pt x="15" y="1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95" name="Freeform 1873">
                <a:extLst>
                  <a:ext uri="{FF2B5EF4-FFF2-40B4-BE49-F238E27FC236}">
                    <a16:creationId xmlns:a16="http://schemas.microsoft.com/office/drawing/2014/main" id="{740DA917-4A78-43F5-9A92-F73F1962A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1281"/>
                <a:ext cx="11" cy="19"/>
              </a:xfrm>
              <a:custGeom>
                <a:avLst/>
                <a:gdLst>
                  <a:gd name="T0" fmla="*/ 2 w 9"/>
                  <a:gd name="T1" fmla="*/ 1 h 16"/>
                  <a:gd name="T2" fmla="*/ 9 w 9"/>
                  <a:gd name="T3" fmla="*/ 15 h 16"/>
                  <a:gd name="T4" fmla="*/ 11 w 9"/>
                  <a:gd name="T5" fmla="*/ 25 h 16"/>
                  <a:gd name="T6" fmla="*/ 2 w 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2" y="1"/>
                    </a:moveTo>
                    <a:cubicBezTo>
                      <a:pt x="5" y="3"/>
                      <a:pt x="4" y="6"/>
                      <a:pt x="5" y="9"/>
                    </a:cubicBezTo>
                    <a:cubicBezTo>
                      <a:pt x="5" y="11"/>
                      <a:pt x="9" y="14"/>
                      <a:pt x="6" y="15"/>
                    </a:cubicBezTo>
                    <a:cubicBezTo>
                      <a:pt x="1" y="16"/>
                      <a:pt x="0" y="3"/>
                      <a:pt x="2" y="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96" name="Freeform 1874">
                <a:extLst>
                  <a:ext uri="{FF2B5EF4-FFF2-40B4-BE49-F238E27FC236}">
                    <a16:creationId xmlns:a16="http://schemas.microsoft.com/office/drawing/2014/main" id="{100909C0-6E89-40CF-B9E6-D9ADCFD0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287"/>
                <a:ext cx="14" cy="20"/>
              </a:xfrm>
              <a:custGeom>
                <a:avLst/>
                <a:gdLst>
                  <a:gd name="T0" fmla="*/ 0 w 12"/>
                  <a:gd name="T1" fmla="*/ 0 h 17"/>
                  <a:gd name="T2" fmla="*/ 2 w 12"/>
                  <a:gd name="T3" fmla="*/ 19 h 17"/>
                  <a:gd name="T4" fmla="*/ 19 w 12"/>
                  <a:gd name="T5" fmla="*/ 25 h 17"/>
                  <a:gd name="T6" fmla="*/ 8 w 12"/>
                  <a:gd name="T7" fmla="*/ 13 h 17"/>
                  <a:gd name="T8" fmla="*/ 0 w 12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0" y="0"/>
                    </a:moveTo>
                    <a:cubicBezTo>
                      <a:pt x="5" y="3"/>
                      <a:pt x="0" y="9"/>
                      <a:pt x="2" y="12"/>
                    </a:cubicBezTo>
                    <a:cubicBezTo>
                      <a:pt x="3" y="14"/>
                      <a:pt x="10" y="17"/>
                      <a:pt x="12" y="15"/>
                    </a:cubicBezTo>
                    <a:cubicBezTo>
                      <a:pt x="11" y="12"/>
                      <a:pt x="7" y="11"/>
                      <a:pt x="5" y="8"/>
                    </a:cubicBezTo>
                    <a:cubicBezTo>
                      <a:pt x="4" y="6"/>
                      <a:pt x="2" y="1"/>
                      <a:pt x="0" y="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97" name="Freeform 1875">
                <a:extLst>
                  <a:ext uri="{FF2B5EF4-FFF2-40B4-BE49-F238E27FC236}">
                    <a16:creationId xmlns:a16="http://schemas.microsoft.com/office/drawing/2014/main" id="{474131FF-9763-49E8-A998-59D007B69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281"/>
                <a:ext cx="10" cy="15"/>
              </a:xfrm>
              <a:custGeom>
                <a:avLst/>
                <a:gdLst>
                  <a:gd name="T0" fmla="*/ 0 w 8"/>
                  <a:gd name="T1" fmla="*/ 0 h 13"/>
                  <a:gd name="T2" fmla="*/ 5 w 8"/>
                  <a:gd name="T3" fmla="*/ 12 h 13"/>
                  <a:gd name="T4" fmla="*/ 10 w 8"/>
                  <a:gd name="T5" fmla="*/ 20 h 13"/>
                  <a:gd name="T6" fmla="*/ 6 w 8"/>
                  <a:gd name="T7" fmla="*/ 7 h 13"/>
                  <a:gd name="T8" fmla="*/ 16 w 8"/>
                  <a:gd name="T9" fmla="*/ 1 h 13"/>
                  <a:gd name="T10" fmla="*/ 0 w 8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0" y="3"/>
                      <a:pt x="0" y="5"/>
                      <a:pt x="2" y="8"/>
                    </a:cubicBezTo>
                    <a:cubicBezTo>
                      <a:pt x="3" y="10"/>
                      <a:pt x="5" y="11"/>
                      <a:pt x="5" y="13"/>
                    </a:cubicBezTo>
                    <a:cubicBezTo>
                      <a:pt x="5" y="11"/>
                      <a:pt x="2" y="6"/>
                      <a:pt x="3" y="4"/>
                    </a:cubicBezTo>
                    <a:cubicBezTo>
                      <a:pt x="4" y="1"/>
                      <a:pt x="6" y="2"/>
                      <a:pt x="8" y="1"/>
                    </a:cubicBez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98" name="Freeform 1876">
                <a:extLst>
                  <a:ext uri="{FF2B5EF4-FFF2-40B4-BE49-F238E27FC236}">
                    <a16:creationId xmlns:a16="http://schemas.microsoft.com/office/drawing/2014/main" id="{99F23E3E-8013-4107-9C26-EB58FADCF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285"/>
                <a:ext cx="7" cy="16"/>
              </a:xfrm>
              <a:custGeom>
                <a:avLst/>
                <a:gdLst>
                  <a:gd name="T0" fmla="*/ 9 w 6"/>
                  <a:gd name="T1" fmla="*/ 2 h 13"/>
                  <a:gd name="T2" fmla="*/ 8 w 6"/>
                  <a:gd name="T3" fmla="*/ 25 h 13"/>
                  <a:gd name="T4" fmla="*/ 8 w 6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6" y="2"/>
                    </a:moveTo>
                    <a:cubicBezTo>
                      <a:pt x="2" y="4"/>
                      <a:pt x="4" y="10"/>
                      <a:pt x="5" y="13"/>
                    </a:cubicBezTo>
                    <a:cubicBezTo>
                      <a:pt x="1" y="11"/>
                      <a:pt x="0" y="0"/>
                      <a:pt x="5" y="2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99" name="Freeform 1877">
                <a:extLst>
                  <a:ext uri="{FF2B5EF4-FFF2-40B4-BE49-F238E27FC236}">
                    <a16:creationId xmlns:a16="http://schemas.microsoft.com/office/drawing/2014/main" id="{111EC838-B46D-4F9E-84E2-E9883EB1F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318"/>
                <a:ext cx="13" cy="12"/>
              </a:xfrm>
              <a:custGeom>
                <a:avLst/>
                <a:gdLst>
                  <a:gd name="T0" fmla="*/ 0 w 11"/>
                  <a:gd name="T1" fmla="*/ 7 h 10"/>
                  <a:gd name="T2" fmla="*/ 15 w 11"/>
                  <a:gd name="T3" fmla="*/ 14 h 10"/>
                  <a:gd name="T4" fmla="*/ 13 w 11"/>
                  <a:gd name="T5" fmla="*/ 0 h 10"/>
                  <a:gd name="T6" fmla="*/ 9 w 11"/>
                  <a:gd name="T7" fmla="*/ 10 h 10"/>
                  <a:gd name="T8" fmla="*/ 1 w 11"/>
                  <a:gd name="T9" fmla="*/ 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cubicBezTo>
                      <a:pt x="1" y="6"/>
                      <a:pt x="7" y="10"/>
                      <a:pt x="9" y="8"/>
                    </a:cubicBezTo>
                    <a:cubicBezTo>
                      <a:pt x="11" y="7"/>
                      <a:pt x="9" y="2"/>
                      <a:pt x="8" y="0"/>
                    </a:cubicBezTo>
                    <a:cubicBezTo>
                      <a:pt x="8" y="1"/>
                      <a:pt x="7" y="5"/>
                      <a:pt x="6" y="6"/>
                    </a:cubicBezTo>
                    <a:cubicBezTo>
                      <a:pt x="5" y="7"/>
                      <a:pt x="2" y="5"/>
                      <a:pt x="1" y="4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00" name="Freeform 1878">
                <a:extLst>
                  <a:ext uri="{FF2B5EF4-FFF2-40B4-BE49-F238E27FC236}">
                    <a16:creationId xmlns:a16="http://schemas.microsoft.com/office/drawing/2014/main" id="{FBC01671-E014-4696-B6E9-0A57D8EDA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1284"/>
                <a:ext cx="4" cy="12"/>
              </a:xfrm>
              <a:custGeom>
                <a:avLst/>
                <a:gdLst>
                  <a:gd name="T0" fmla="*/ 1 w 4"/>
                  <a:gd name="T1" fmla="*/ 0 h 10"/>
                  <a:gd name="T2" fmla="*/ 4 w 4"/>
                  <a:gd name="T3" fmla="*/ 17 h 10"/>
                  <a:gd name="T4" fmla="*/ 1 w 4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1" y="0"/>
                    </a:moveTo>
                    <a:cubicBezTo>
                      <a:pt x="3" y="3"/>
                      <a:pt x="4" y="6"/>
                      <a:pt x="4" y="10"/>
                    </a:cubicBezTo>
                    <a:cubicBezTo>
                      <a:pt x="3" y="9"/>
                      <a:pt x="0" y="3"/>
                      <a:pt x="1" y="1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01" name="Freeform 1879">
                <a:extLst>
                  <a:ext uri="{FF2B5EF4-FFF2-40B4-BE49-F238E27FC236}">
                    <a16:creationId xmlns:a16="http://schemas.microsoft.com/office/drawing/2014/main" id="{3FC2817B-10AF-43D2-8F3A-86DA731D1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264"/>
                <a:ext cx="8" cy="23"/>
              </a:xfrm>
              <a:custGeom>
                <a:avLst/>
                <a:gdLst>
                  <a:gd name="T0" fmla="*/ 0 w 7"/>
                  <a:gd name="T1" fmla="*/ 1 h 19"/>
                  <a:gd name="T2" fmla="*/ 10 w 7"/>
                  <a:gd name="T3" fmla="*/ 34 h 19"/>
                  <a:gd name="T4" fmla="*/ 0 w 7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0" y="1"/>
                    </a:moveTo>
                    <a:cubicBezTo>
                      <a:pt x="5" y="0"/>
                      <a:pt x="7" y="15"/>
                      <a:pt x="7" y="19"/>
                    </a:cubicBezTo>
                    <a:cubicBezTo>
                      <a:pt x="4" y="13"/>
                      <a:pt x="3" y="7"/>
                      <a:pt x="0" y="2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02" name="Freeform 1880">
                <a:extLst>
                  <a:ext uri="{FF2B5EF4-FFF2-40B4-BE49-F238E27FC236}">
                    <a16:creationId xmlns:a16="http://schemas.microsoft.com/office/drawing/2014/main" id="{6616EBB8-B07A-4E56-AC69-FEE4FA240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1278"/>
                <a:ext cx="12" cy="15"/>
              </a:xfrm>
              <a:custGeom>
                <a:avLst/>
                <a:gdLst>
                  <a:gd name="T0" fmla="*/ 0 w 10"/>
                  <a:gd name="T1" fmla="*/ 5 h 12"/>
                  <a:gd name="T2" fmla="*/ 10 w 10"/>
                  <a:gd name="T3" fmla="*/ 10 h 12"/>
                  <a:gd name="T4" fmla="*/ 16 w 10"/>
                  <a:gd name="T5" fmla="*/ 24 h 12"/>
                  <a:gd name="T6" fmla="*/ 12 w 10"/>
                  <a:gd name="T7" fmla="*/ 1 h 12"/>
                  <a:gd name="T8" fmla="*/ 0 w 10"/>
                  <a:gd name="T9" fmla="*/ 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0" y="2"/>
                    </a:moveTo>
                    <a:cubicBezTo>
                      <a:pt x="3" y="4"/>
                      <a:pt x="4" y="3"/>
                      <a:pt x="6" y="5"/>
                    </a:cubicBezTo>
                    <a:cubicBezTo>
                      <a:pt x="8" y="7"/>
                      <a:pt x="8" y="10"/>
                      <a:pt x="9" y="12"/>
                    </a:cubicBezTo>
                    <a:cubicBezTo>
                      <a:pt x="10" y="9"/>
                      <a:pt x="9" y="3"/>
                      <a:pt x="7" y="1"/>
                    </a:cubicBezTo>
                    <a:cubicBezTo>
                      <a:pt x="5" y="0"/>
                      <a:pt x="3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03" name="Freeform 1881">
                <a:extLst>
                  <a:ext uri="{FF2B5EF4-FFF2-40B4-BE49-F238E27FC236}">
                    <a16:creationId xmlns:a16="http://schemas.microsoft.com/office/drawing/2014/main" id="{3C78FDD7-F5B0-4BC9-88FC-90114EAC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264"/>
                <a:ext cx="8" cy="9"/>
              </a:xfrm>
              <a:custGeom>
                <a:avLst/>
                <a:gdLst>
                  <a:gd name="T0" fmla="*/ 10 w 7"/>
                  <a:gd name="T1" fmla="*/ 9 h 8"/>
                  <a:gd name="T2" fmla="*/ 0 w 7"/>
                  <a:gd name="T3" fmla="*/ 11 h 8"/>
                  <a:gd name="T4" fmla="*/ 7 w 7"/>
                  <a:gd name="T5" fmla="*/ 1 h 8"/>
                  <a:gd name="T6" fmla="*/ 10 w 7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7" y="6"/>
                    </a:moveTo>
                    <a:cubicBezTo>
                      <a:pt x="7" y="0"/>
                      <a:pt x="1" y="7"/>
                      <a:pt x="0" y="8"/>
                    </a:cubicBezTo>
                    <a:cubicBezTo>
                      <a:pt x="0" y="6"/>
                      <a:pt x="2" y="1"/>
                      <a:pt x="4" y="1"/>
                    </a:cubicBezTo>
                    <a:cubicBezTo>
                      <a:pt x="7" y="0"/>
                      <a:pt x="7" y="3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04" name="Freeform 1882">
                <a:extLst>
                  <a:ext uri="{FF2B5EF4-FFF2-40B4-BE49-F238E27FC236}">
                    <a16:creationId xmlns:a16="http://schemas.microsoft.com/office/drawing/2014/main" id="{0C9B57E0-F10E-4138-8DE9-B735DA236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1284"/>
                <a:ext cx="4" cy="5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8 h 4"/>
                  <a:gd name="T4" fmla="*/ 7 w 3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2" y="4"/>
                      <a:pt x="3" y="2"/>
                      <a:pt x="3" y="1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05" name="Freeform 1883">
                <a:extLst>
                  <a:ext uri="{FF2B5EF4-FFF2-40B4-BE49-F238E27FC236}">
                    <a16:creationId xmlns:a16="http://schemas.microsoft.com/office/drawing/2014/main" id="{6A9B3AE4-DF72-4533-9695-DDC103255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290"/>
                <a:ext cx="6" cy="5"/>
              </a:xfrm>
              <a:custGeom>
                <a:avLst/>
                <a:gdLst>
                  <a:gd name="T0" fmla="*/ 2 w 5"/>
                  <a:gd name="T1" fmla="*/ 0 h 4"/>
                  <a:gd name="T2" fmla="*/ 1 w 5"/>
                  <a:gd name="T3" fmla="*/ 6 h 4"/>
                  <a:gd name="T4" fmla="*/ 8 w 5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1"/>
                      <a:pt x="0" y="3"/>
                      <a:pt x="1" y="3"/>
                    </a:cubicBezTo>
                    <a:cubicBezTo>
                      <a:pt x="2" y="4"/>
                      <a:pt x="4" y="2"/>
                      <a:pt x="5" y="2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06" name="Freeform 1884">
                <a:extLst>
                  <a:ext uri="{FF2B5EF4-FFF2-40B4-BE49-F238E27FC236}">
                    <a16:creationId xmlns:a16="http://schemas.microsoft.com/office/drawing/2014/main" id="{3077A4DF-B6E8-4E17-951E-DDAB00B43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306"/>
                <a:ext cx="6" cy="7"/>
              </a:xfrm>
              <a:custGeom>
                <a:avLst/>
                <a:gdLst>
                  <a:gd name="T0" fmla="*/ 0 w 5"/>
                  <a:gd name="T1" fmla="*/ 2 h 6"/>
                  <a:gd name="T2" fmla="*/ 8 w 5"/>
                  <a:gd name="T3" fmla="*/ 0 h 6"/>
                  <a:gd name="T4" fmla="*/ 1 w 5"/>
                  <a:gd name="T5" fmla="*/ 9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0"/>
                      <a:pt x="3" y="0"/>
                      <a:pt x="5" y="0"/>
                    </a:cubicBezTo>
                    <a:cubicBezTo>
                      <a:pt x="4" y="2"/>
                      <a:pt x="2" y="4"/>
                      <a:pt x="1" y="6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07" name="Freeform 1885">
                <a:extLst>
                  <a:ext uri="{FF2B5EF4-FFF2-40B4-BE49-F238E27FC236}">
                    <a16:creationId xmlns:a16="http://schemas.microsoft.com/office/drawing/2014/main" id="{4686AF1A-AA82-41E1-B386-A9466AA3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252"/>
                <a:ext cx="102" cy="89"/>
              </a:xfrm>
              <a:custGeom>
                <a:avLst/>
                <a:gdLst>
                  <a:gd name="T0" fmla="*/ 28 w 85"/>
                  <a:gd name="T1" fmla="*/ 42 h 74"/>
                  <a:gd name="T2" fmla="*/ 53 w 85"/>
                  <a:gd name="T3" fmla="*/ 120 h 74"/>
                  <a:gd name="T4" fmla="*/ 113 w 85"/>
                  <a:gd name="T5" fmla="*/ 101 h 74"/>
                  <a:gd name="T6" fmla="*/ 121 w 85"/>
                  <a:gd name="T7" fmla="*/ 55 h 74"/>
                  <a:gd name="T8" fmla="*/ 103 w 85"/>
                  <a:gd name="T9" fmla="*/ 17 h 74"/>
                  <a:gd name="T10" fmla="*/ 71 w 85"/>
                  <a:gd name="T11" fmla="*/ 24 h 74"/>
                  <a:gd name="T12" fmla="*/ 28 w 85"/>
                  <a:gd name="T13" fmla="*/ 42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74">
                    <a:moveTo>
                      <a:pt x="16" y="24"/>
                    </a:moveTo>
                    <a:cubicBezTo>
                      <a:pt x="0" y="14"/>
                      <a:pt x="3" y="63"/>
                      <a:pt x="31" y="69"/>
                    </a:cubicBezTo>
                    <a:cubicBezTo>
                      <a:pt x="60" y="74"/>
                      <a:pt x="45" y="47"/>
                      <a:pt x="65" y="58"/>
                    </a:cubicBezTo>
                    <a:cubicBezTo>
                      <a:pt x="85" y="70"/>
                      <a:pt x="83" y="37"/>
                      <a:pt x="70" y="32"/>
                    </a:cubicBezTo>
                    <a:cubicBezTo>
                      <a:pt x="57" y="28"/>
                      <a:pt x="51" y="18"/>
                      <a:pt x="60" y="10"/>
                    </a:cubicBezTo>
                    <a:cubicBezTo>
                      <a:pt x="70" y="3"/>
                      <a:pt x="41" y="0"/>
                      <a:pt x="41" y="14"/>
                    </a:cubicBezTo>
                    <a:cubicBezTo>
                      <a:pt x="41" y="28"/>
                      <a:pt x="27" y="30"/>
                      <a:pt x="16" y="24"/>
                    </a:cubicBezTo>
                    <a:close/>
                  </a:path>
                </a:pathLst>
              </a:custGeom>
              <a:solidFill>
                <a:srgbClr val="D1EEF5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08" name="Freeform 1886">
                <a:extLst>
                  <a:ext uri="{FF2B5EF4-FFF2-40B4-BE49-F238E27FC236}">
                    <a16:creationId xmlns:a16="http://schemas.microsoft.com/office/drawing/2014/main" id="{78C3DE43-A44B-4EA1-9BE0-CD8CE783B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296"/>
                <a:ext cx="21" cy="21"/>
              </a:xfrm>
              <a:custGeom>
                <a:avLst/>
                <a:gdLst>
                  <a:gd name="T0" fmla="*/ 2 w 18"/>
                  <a:gd name="T1" fmla="*/ 32 h 17"/>
                  <a:gd name="T2" fmla="*/ 9 w 18"/>
                  <a:gd name="T3" fmla="*/ 2 h 17"/>
                  <a:gd name="T4" fmla="*/ 29 w 18"/>
                  <a:gd name="T5" fmla="*/ 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2" y="17"/>
                    </a:moveTo>
                    <a:cubicBezTo>
                      <a:pt x="1" y="11"/>
                      <a:pt x="0" y="5"/>
                      <a:pt x="6" y="2"/>
                    </a:cubicBezTo>
                    <a:cubicBezTo>
                      <a:pt x="10" y="0"/>
                      <a:pt x="15" y="0"/>
                      <a:pt x="18" y="3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09" name="Freeform 1887">
                <a:extLst>
                  <a:ext uri="{FF2B5EF4-FFF2-40B4-BE49-F238E27FC236}">
                    <a16:creationId xmlns:a16="http://schemas.microsoft.com/office/drawing/2014/main" id="{CF3BC3F8-68DF-42D6-8D45-A4E32366C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296"/>
                <a:ext cx="21" cy="21"/>
              </a:xfrm>
              <a:custGeom>
                <a:avLst/>
                <a:gdLst>
                  <a:gd name="T0" fmla="*/ 2 w 18"/>
                  <a:gd name="T1" fmla="*/ 32 h 17"/>
                  <a:gd name="T2" fmla="*/ 9 w 18"/>
                  <a:gd name="T3" fmla="*/ 2 h 17"/>
                  <a:gd name="T4" fmla="*/ 29 w 18"/>
                  <a:gd name="T5" fmla="*/ 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2" y="17"/>
                    </a:moveTo>
                    <a:cubicBezTo>
                      <a:pt x="1" y="11"/>
                      <a:pt x="0" y="5"/>
                      <a:pt x="6" y="2"/>
                    </a:cubicBezTo>
                    <a:cubicBezTo>
                      <a:pt x="10" y="0"/>
                      <a:pt x="15" y="0"/>
                      <a:pt x="18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10" name="Freeform 1888">
                <a:extLst>
                  <a:ext uri="{FF2B5EF4-FFF2-40B4-BE49-F238E27FC236}">
                    <a16:creationId xmlns:a16="http://schemas.microsoft.com/office/drawing/2014/main" id="{70612AB4-07E6-439C-8954-82AC54612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289"/>
                <a:ext cx="21" cy="21"/>
              </a:xfrm>
              <a:custGeom>
                <a:avLst/>
                <a:gdLst>
                  <a:gd name="T0" fmla="*/ 31 w 17"/>
                  <a:gd name="T1" fmla="*/ 32 h 17"/>
                  <a:gd name="T2" fmla="*/ 0 w 17"/>
                  <a:gd name="T3" fmla="*/ 1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">
                    <a:moveTo>
                      <a:pt x="16" y="17"/>
                    </a:moveTo>
                    <a:cubicBezTo>
                      <a:pt x="17" y="12"/>
                      <a:pt x="4" y="0"/>
                      <a:pt x="0" y="6"/>
                    </a:cubicBezTo>
                  </a:path>
                </a:pathLst>
              </a:custGeom>
              <a:solidFill>
                <a:srgbClr val="D1EEF5"/>
              </a:solidFill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11" name="Freeform 1889">
                <a:extLst>
                  <a:ext uri="{FF2B5EF4-FFF2-40B4-BE49-F238E27FC236}">
                    <a16:creationId xmlns:a16="http://schemas.microsoft.com/office/drawing/2014/main" id="{C9503426-AC69-4439-83D1-D42B7E440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289"/>
                <a:ext cx="21" cy="21"/>
              </a:xfrm>
              <a:custGeom>
                <a:avLst/>
                <a:gdLst>
                  <a:gd name="T0" fmla="*/ 31 w 17"/>
                  <a:gd name="T1" fmla="*/ 32 h 17"/>
                  <a:gd name="T2" fmla="*/ 0 w 17"/>
                  <a:gd name="T3" fmla="*/ 1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">
                    <a:moveTo>
                      <a:pt x="16" y="17"/>
                    </a:moveTo>
                    <a:cubicBezTo>
                      <a:pt x="17" y="12"/>
                      <a:pt x="4" y="0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12" name="Freeform 1890">
                <a:extLst>
                  <a:ext uri="{FF2B5EF4-FFF2-40B4-BE49-F238E27FC236}">
                    <a16:creationId xmlns:a16="http://schemas.microsoft.com/office/drawing/2014/main" id="{D9A62DB6-1AD9-46F3-962B-49D6F4114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276"/>
                <a:ext cx="39" cy="60"/>
              </a:xfrm>
              <a:custGeom>
                <a:avLst/>
                <a:gdLst>
                  <a:gd name="T0" fmla="*/ 6 w 32"/>
                  <a:gd name="T1" fmla="*/ 14 h 50"/>
                  <a:gd name="T2" fmla="*/ 6 w 32"/>
                  <a:gd name="T3" fmla="*/ 41 h 50"/>
                  <a:gd name="T4" fmla="*/ 18 w 32"/>
                  <a:gd name="T5" fmla="*/ 59 h 50"/>
                  <a:gd name="T6" fmla="*/ 52 w 32"/>
                  <a:gd name="T7" fmla="*/ 77 h 50"/>
                  <a:gd name="T8" fmla="*/ 34 w 32"/>
                  <a:gd name="T9" fmla="*/ 52 h 50"/>
                  <a:gd name="T10" fmla="*/ 22 w 32"/>
                  <a:gd name="T11" fmla="*/ 29 h 50"/>
                  <a:gd name="T12" fmla="*/ 6 w 32"/>
                  <a:gd name="T13" fmla="*/ 14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0">
                    <a:moveTo>
                      <a:pt x="3" y="8"/>
                    </a:moveTo>
                    <a:cubicBezTo>
                      <a:pt x="0" y="10"/>
                      <a:pt x="2" y="19"/>
                      <a:pt x="3" y="23"/>
                    </a:cubicBezTo>
                    <a:cubicBezTo>
                      <a:pt x="4" y="27"/>
                      <a:pt x="7" y="31"/>
                      <a:pt x="10" y="34"/>
                    </a:cubicBezTo>
                    <a:cubicBezTo>
                      <a:pt x="13" y="37"/>
                      <a:pt x="24" y="50"/>
                      <a:pt x="29" y="44"/>
                    </a:cubicBezTo>
                    <a:cubicBezTo>
                      <a:pt x="32" y="39"/>
                      <a:pt x="21" y="33"/>
                      <a:pt x="19" y="30"/>
                    </a:cubicBezTo>
                    <a:cubicBezTo>
                      <a:pt x="15" y="26"/>
                      <a:pt x="13" y="22"/>
                      <a:pt x="12" y="17"/>
                    </a:cubicBezTo>
                    <a:cubicBezTo>
                      <a:pt x="12" y="14"/>
                      <a:pt x="5" y="0"/>
                      <a:pt x="3" y="8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13" name="Freeform 1891">
                <a:extLst>
                  <a:ext uri="{FF2B5EF4-FFF2-40B4-BE49-F238E27FC236}">
                    <a16:creationId xmlns:a16="http://schemas.microsoft.com/office/drawing/2014/main" id="{37927F0C-5DB2-4330-B06D-611638E8B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1285"/>
                <a:ext cx="36" cy="17"/>
              </a:xfrm>
              <a:custGeom>
                <a:avLst/>
                <a:gdLst>
                  <a:gd name="T0" fmla="*/ 2 w 30"/>
                  <a:gd name="T1" fmla="*/ 11 h 14"/>
                  <a:gd name="T2" fmla="*/ 12 w 30"/>
                  <a:gd name="T3" fmla="*/ 23 h 14"/>
                  <a:gd name="T4" fmla="*/ 31 w 30"/>
                  <a:gd name="T5" fmla="*/ 13 h 14"/>
                  <a:gd name="T6" fmla="*/ 52 w 30"/>
                  <a:gd name="T7" fmla="*/ 9 h 14"/>
                  <a:gd name="T8" fmla="*/ 26 w 30"/>
                  <a:gd name="T9" fmla="*/ 11 h 14"/>
                  <a:gd name="T10" fmla="*/ 0 w 30"/>
                  <a:gd name="T11" fmla="*/ 9 h 14"/>
                  <a:gd name="T12" fmla="*/ 6 w 30"/>
                  <a:gd name="T13" fmla="*/ 1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4">
                    <a:moveTo>
                      <a:pt x="2" y="6"/>
                    </a:moveTo>
                    <a:cubicBezTo>
                      <a:pt x="3" y="9"/>
                      <a:pt x="6" y="10"/>
                      <a:pt x="7" y="13"/>
                    </a:cubicBezTo>
                    <a:cubicBezTo>
                      <a:pt x="10" y="14"/>
                      <a:pt x="16" y="8"/>
                      <a:pt x="18" y="7"/>
                    </a:cubicBezTo>
                    <a:cubicBezTo>
                      <a:pt x="22" y="5"/>
                      <a:pt x="26" y="2"/>
                      <a:pt x="30" y="5"/>
                    </a:cubicBezTo>
                    <a:cubicBezTo>
                      <a:pt x="24" y="0"/>
                      <a:pt x="21" y="3"/>
                      <a:pt x="15" y="6"/>
                    </a:cubicBezTo>
                    <a:cubicBezTo>
                      <a:pt x="9" y="8"/>
                      <a:pt x="6" y="5"/>
                      <a:pt x="0" y="5"/>
                    </a:cubicBezTo>
                    <a:cubicBezTo>
                      <a:pt x="1" y="6"/>
                      <a:pt x="2" y="7"/>
                      <a:pt x="3" y="7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14" name="Freeform 1892">
                <a:extLst>
                  <a:ext uri="{FF2B5EF4-FFF2-40B4-BE49-F238E27FC236}">
                    <a16:creationId xmlns:a16="http://schemas.microsoft.com/office/drawing/2014/main" id="{3E7BE33A-D324-42D6-BE24-0695D13FA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298"/>
                <a:ext cx="24" cy="24"/>
              </a:xfrm>
              <a:custGeom>
                <a:avLst/>
                <a:gdLst>
                  <a:gd name="T0" fmla="*/ 0 w 20"/>
                  <a:gd name="T1" fmla="*/ 24 h 20"/>
                  <a:gd name="T2" fmla="*/ 31 w 20"/>
                  <a:gd name="T3" fmla="*/ 34 h 20"/>
                  <a:gd name="T4" fmla="*/ 34 w 20"/>
                  <a:gd name="T5" fmla="*/ 14 h 20"/>
                  <a:gd name="T6" fmla="*/ 24 w 20"/>
                  <a:gd name="T7" fmla="*/ 0 h 20"/>
                  <a:gd name="T8" fmla="*/ 24 w 20"/>
                  <a:gd name="T9" fmla="*/ 26 h 20"/>
                  <a:gd name="T10" fmla="*/ 2 w 20"/>
                  <a:gd name="T11" fmla="*/ 26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14"/>
                    </a:moveTo>
                    <a:cubicBezTo>
                      <a:pt x="2" y="15"/>
                      <a:pt x="16" y="20"/>
                      <a:pt x="18" y="19"/>
                    </a:cubicBezTo>
                    <a:cubicBezTo>
                      <a:pt x="20" y="18"/>
                      <a:pt x="19" y="10"/>
                      <a:pt x="19" y="8"/>
                    </a:cubicBezTo>
                    <a:cubicBezTo>
                      <a:pt x="18" y="5"/>
                      <a:pt x="16" y="2"/>
                      <a:pt x="14" y="0"/>
                    </a:cubicBezTo>
                    <a:cubicBezTo>
                      <a:pt x="10" y="3"/>
                      <a:pt x="18" y="12"/>
                      <a:pt x="14" y="15"/>
                    </a:cubicBezTo>
                    <a:cubicBezTo>
                      <a:pt x="12" y="16"/>
                      <a:pt x="5" y="15"/>
                      <a:pt x="2" y="15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15" name="Freeform 1893">
                <a:extLst>
                  <a:ext uri="{FF2B5EF4-FFF2-40B4-BE49-F238E27FC236}">
                    <a16:creationId xmlns:a16="http://schemas.microsoft.com/office/drawing/2014/main" id="{3B2DF5CE-3E09-4ED7-8C56-1BDB1E1D8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258"/>
                <a:ext cx="22" cy="29"/>
              </a:xfrm>
              <a:custGeom>
                <a:avLst/>
                <a:gdLst>
                  <a:gd name="T0" fmla="*/ 33 w 18"/>
                  <a:gd name="T1" fmla="*/ 7 h 24"/>
                  <a:gd name="T2" fmla="*/ 9 w 18"/>
                  <a:gd name="T3" fmla="*/ 23 h 24"/>
                  <a:gd name="T4" fmla="*/ 33 w 18"/>
                  <a:gd name="T5" fmla="*/ 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8" y="4"/>
                    </a:moveTo>
                    <a:cubicBezTo>
                      <a:pt x="12" y="5"/>
                      <a:pt x="12" y="24"/>
                      <a:pt x="5" y="13"/>
                    </a:cubicBezTo>
                    <a:cubicBezTo>
                      <a:pt x="0" y="5"/>
                      <a:pt x="16" y="0"/>
                      <a:pt x="18" y="4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16" name="Freeform 1894">
                <a:extLst>
                  <a:ext uri="{FF2B5EF4-FFF2-40B4-BE49-F238E27FC236}">
                    <a16:creationId xmlns:a16="http://schemas.microsoft.com/office/drawing/2014/main" id="{AD3F3E07-E0A4-4529-A925-3DD8B79F8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289"/>
                <a:ext cx="26" cy="41"/>
              </a:xfrm>
              <a:custGeom>
                <a:avLst/>
                <a:gdLst>
                  <a:gd name="T0" fmla="*/ 35 w 22"/>
                  <a:gd name="T1" fmla="*/ 57 h 34"/>
                  <a:gd name="T2" fmla="*/ 13 w 22"/>
                  <a:gd name="T3" fmla="*/ 40 h 34"/>
                  <a:gd name="T4" fmla="*/ 2 w 22"/>
                  <a:gd name="T5" fmla="*/ 0 h 34"/>
                  <a:gd name="T6" fmla="*/ 11 w 22"/>
                  <a:gd name="T7" fmla="*/ 21 h 34"/>
                  <a:gd name="T8" fmla="*/ 24 w 22"/>
                  <a:gd name="T9" fmla="*/ 42 h 34"/>
                  <a:gd name="T10" fmla="*/ 35 w 22"/>
                  <a:gd name="T11" fmla="*/ 5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4">
                    <a:moveTo>
                      <a:pt x="21" y="32"/>
                    </a:moveTo>
                    <a:cubicBezTo>
                      <a:pt x="17" y="32"/>
                      <a:pt x="10" y="26"/>
                      <a:pt x="8" y="22"/>
                    </a:cubicBezTo>
                    <a:cubicBezTo>
                      <a:pt x="3" y="16"/>
                      <a:pt x="0" y="8"/>
                      <a:pt x="2" y="0"/>
                    </a:cubicBezTo>
                    <a:cubicBezTo>
                      <a:pt x="4" y="3"/>
                      <a:pt x="5" y="8"/>
                      <a:pt x="7" y="12"/>
                    </a:cubicBezTo>
                    <a:cubicBezTo>
                      <a:pt x="9" y="16"/>
                      <a:pt x="11" y="20"/>
                      <a:pt x="14" y="24"/>
                    </a:cubicBezTo>
                    <a:cubicBezTo>
                      <a:pt x="16" y="26"/>
                      <a:pt x="22" y="31"/>
                      <a:pt x="21" y="34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17" name="Freeform 1895">
                <a:extLst>
                  <a:ext uri="{FF2B5EF4-FFF2-40B4-BE49-F238E27FC236}">
                    <a16:creationId xmlns:a16="http://schemas.microsoft.com/office/drawing/2014/main" id="{0603F332-CF98-4319-A719-2280BC87B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294"/>
                <a:ext cx="12" cy="6"/>
              </a:xfrm>
              <a:custGeom>
                <a:avLst/>
                <a:gdLst>
                  <a:gd name="T0" fmla="*/ 0 w 10"/>
                  <a:gd name="T1" fmla="*/ 1 h 5"/>
                  <a:gd name="T2" fmla="*/ 10 w 10"/>
                  <a:gd name="T3" fmla="*/ 7 h 5"/>
                  <a:gd name="T4" fmla="*/ 17 w 10"/>
                  <a:gd name="T5" fmla="*/ 0 h 5"/>
                  <a:gd name="T6" fmla="*/ 1 w 10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0" y="1"/>
                    </a:moveTo>
                    <a:cubicBezTo>
                      <a:pt x="2" y="3"/>
                      <a:pt x="3" y="5"/>
                      <a:pt x="6" y="4"/>
                    </a:cubicBezTo>
                    <a:cubicBezTo>
                      <a:pt x="7" y="4"/>
                      <a:pt x="9" y="1"/>
                      <a:pt x="10" y="0"/>
                    </a:cubicBezTo>
                    <a:cubicBezTo>
                      <a:pt x="7" y="0"/>
                      <a:pt x="4" y="1"/>
                      <a:pt x="1" y="2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18" name="Freeform 1896">
                <a:extLst>
                  <a:ext uri="{FF2B5EF4-FFF2-40B4-BE49-F238E27FC236}">
                    <a16:creationId xmlns:a16="http://schemas.microsoft.com/office/drawing/2014/main" id="{E656D8C7-9205-46E6-9B94-64B913FE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1261"/>
                <a:ext cx="11" cy="14"/>
              </a:xfrm>
              <a:custGeom>
                <a:avLst/>
                <a:gdLst>
                  <a:gd name="T0" fmla="*/ 16 w 9"/>
                  <a:gd name="T1" fmla="*/ 1 h 11"/>
                  <a:gd name="T2" fmla="*/ 6 w 9"/>
                  <a:gd name="T3" fmla="*/ 23 h 11"/>
                  <a:gd name="T4" fmla="*/ 15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9" y="1"/>
                    </a:moveTo>
                    <a:cubicBezTo>
                      <a:pt x="7" y="4"/>
                      <a:pt x="7" y="9"/>
                      <a:pt x="3" y="11"/>
                    </a:cubicBezTo>
                    <a:cubicBezTo>
                      <a:pt x="0" y="7"/>
                      <a:pt x="5" y="2"/>
                      <a:pt x="8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19" name="Freeform 1897">
                <a:extLst>
                  <a:ext uri="{FF2B5EF4-FFF2-40B4-BE49-F238E27FC236}">
                    <a16:creationId xmlns:a16="http://schemas.microsoft.com/office/drawing/2014/main" id="{9C2E6F48-447D-4F8C-BA14-0945692C8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299"/>
                <a:ext cx="13" cy="18"/>
              </a:xfrm>
              <a:custGeom>
                <a:avLst/>
                <a:gdLst>
                  <a:gd name="T0" fmla="*/ 17 w 11"/>
                  <a:gd name="T1" fmla="*/ 0 h 15"/>
                  <a:gd name="T2" fmla="*/ 1 w 11"/>
                  <a:gd name="T3" fmla="*/ 26 h 15"/>
                  <a:gd name="T4" fmla="*/ 18 w 11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10" y="0"/>
                    </a:moveTo>
                    <a:cubicBezTo>
                      <a:pt x="1" y="1"/>
                      <a:pt x="0" y="6"/>
                      <a:pt x="1" y="15"/>
                    </a:cubicBezTo>
                    <a:cubicBezTo>
                      <a:pt x="2" y="11"/>
                      <a:pt x="6" y="1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20" name="Freeform 1898">
                <a:extLst>
                  <a:ext uri="{FF2B5EF4-FFF2-40B4-BE49-F238E27FC236}">
                    <a16:creationId xmlns:a16="http://schemas.microsoft.com/office/drawing/2014/main" id="{8F19E912-9A92-4438-A100-A1D1199E0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298"/>
                <a:ext cx="9" cy="10"/>
              </a:xfrm>
              <a:custGeom>
                <a:avLst/>
                <a:gdLst>
                  <a:gd name="T0" fmla="*/ 1 w 7"/>
                  <a:gd name="T1" fmla="*/ 0 h 9"/>
                  <a:gd name="T2" fmla="*/ 15 w 7"/>
                  <a:gd name="T3" fmla="*/ 12 h 9"/>
                  <a:gd name="T4" fmla="*/ 0 w 7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cubicBezTo>
                      <a:pt x="4" y="1"/>
                      <a:pt x="7" y="6"/>
                      <a:pt x="7" y="9"/>
                    </a:cubicBezTo>
                    <a:cubicBezTo>
                      <a:pt x="6" y="7"/>
                      <a:pt x="2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21" name="Freeform 1899">
                <a:extLst>
                  <a:ext uri="{FF2B5EF4-FFF2-40B4-BE49-F238E27FC236}">
                    <a16:creationId xmlns:a16="http://schemas.microsoft.com/office/drawing/2014/main" id="{77AA8EB6-3AC2-4370-AAE1-0FF24AA38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289"/>
                <a:ext cx="3" cy="7"/>
              </a:xfrm>
              <a:custGeom>
                <a:avLst/>
                <a:gdLst>
                  <a:gd name="T0" fmla="*/ 0 w 3"/>
                  <a:gd name="T1" fmla="*/ 9 h 6"/>
                  <a:gd name="T2" fmla="*/ 0 w 3"/>
                  <a:gd name="T3" fmla="*/ 0 h 6"/>
                  <a:gd name="T4" fmla="*/ 3 w 3"/>
                  <a:gd name="T5" fmla="*/ 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1" y="0"/>
                      <a:pt x="2" y="3"/>
                      <a:pt x="3" y="4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22" name="Freeform 1900">
                <a:extLst>
                  <a:ext uri="{FF2B5EF4-FFF2-40B4-BE49-F238E27FC236}">
                    <a16:creationId xmlns:a16="http://schemas.microsoft.com/office/drawing/2014/main" id="{26023EB2-F220-4D4C-BEFB-F4617E044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1294"/>
                <a:ext cx="9" cy="7"/>
              </a:xfrm>
              <a:custGeom>
                <a:avLst/>
                <a:gdLst>
                  <a:gd name="T0" fmla="*/ 6 w 7"/>
                  <a:gd name="T1" fmla="*/ 1 h 6"/>
                  <a:gd name="T2" fmla="*/ 1 w 7"/>
                  <a:gd name="T3" fmla="*/ 9 h 6"/>
                  <a:gd name="T4" fmla="*/ 15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3" y="1"/>
                    </a:moveTo>
                    <a:cubicBezTo>
                      <a:pt x="2" y="1"/>
                      <a:pt x="0" y="5"/>
                      <a:pt x="1" y="6"/>
                    </a:cubicBezTo>
                    <a:cubicBezTo>
                      <a:pt x="3" y="6"/>
                      <a:pt x="6" y="1"/>
                      <a:pt x="7" y="0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23" name="Freeform 1901">
                <a:extLst>
                  <a:ext uri="{FF2B5EF4-FFF2-40B4-BE49-F238E27FC236}">
                    <a16:creationId xmlns:a16="http://schemas.microsoft.com/office/drawing/2014/main" id="{99078425-2659-47D8-8439-C3305EB73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316"/>
                <a:ext cx="7" cy="1"/>
              </a:xfrm>
              <a:custGeom>
                <a:avLst/>
                <a:gdLst>
                  <a:gd name="T0" fmla="*/ 0 w 6"/>
                  <a:gd name="T1" fmla="*/ 0 h 1"/>
                  <a:gd name="T2" fmla="*/ 9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4763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24" name="Freeform 1902">
                <a:extLst>
                  <a:ext uri="{FF2B5EF4-FFF2-40B4-BE49-F238E27FC236}">
                    <a16:creationId xmlns:a16="http://schemas.microsoft.com/office/drawing/2014/main" id="{CFD1EB8F-E7E8-4860-98E7-619322B6C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229"/>
                <a:ext cx="155" cy="42"/>
              </a:xfrm>
              <a:custGeom>
                <a:avLst/>
                <a:gdLst>
                  <a:gd name="T0" fmla="*/ 7 w 128"/>
                  <a:gd name="T1" fmla="*/ 0 h 35"/>
                  <a:gd name="T2" fmla="*/ 127 w 128"/>
                  <a:gd name="T3" fmla="*/ 20 h 35"/>
                  <a:gd name="T4" fmla="*/ 228 w 128"/>
                  <a:gd name="T5" fmla="*/ 60 h 35"/>
                  <a:gd name="T6" fmla="*/ 120 w 128"/>
                  <a:gd name="T7" fmla="*/ 26 h 35"/>
                  <a:gd name="T8" fmla="*/ 0 w 128"/>
                  <a:gd name="T9" fmla="*/ 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35">
                    <a:moveTo>
                      <a:pt x="4" y="0"/>
                    </a:moveTo>
                    <a:cubicBezTo>
                      <a:pt x="20" y="9"/>
                      <a:pt x="55" y="9"/>
                      <a:pt x="72" y="12"/>
                    </a:cubicBezTo>
                    <a:cubicBezTo>
                      <a:pt x="91" y="14"/>
                      <a:pt x="117" y="19"/>
                      <a:pt x="128" y="35"/>
                    </a:cubicBezTo>
                    <a:cubicBezTo>
                      <a:pt x="108" y="27"/>
                      <a:pt x="91" y="13"/>
                      <a:pt x="68" y="15"/>
                    </a:cubicBezTo>
                    <a:cubicBezTo>
                      <a:pt x="28" y="17"/>
                      <a:pt x="21" y="3"/>
                      <a:pt x="0" y="1"/>
                    </a:cubicBezTo>
                  </a:path>
                </a:pathLst>
              </a:custGeom>
              <a:solidFill>
                <a:srgbClr val="F98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25" name="Freeform 1903">
                <a:extLst>
                  <a:ext uri="{FF2B5EF4-FFF2-40B4-BE49-F238E27FC236}">
                    <a16:creationId xmlns:a16="http://schemas.microsoft.com/office/drawing/2014/main" id="{12431740-B04B-4324-BDC0-5F2E7BE02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227"/>
                <a:ext cx="157" cy="31"/>
              </a:xfrm>
              <a:custGeom>
                <a:avLst/>
                <a:gdLst>
                  <a:gd name="T0" fmla="*/ 225 w 131"/>
                  <a:gd name="T1" fmla="*/ 46 h 25"/>
                  <a:gd name="T2" fmla="*/ 139 w 131"/>
                  <a:gd name="T3" fmla="*/ 26 h 25"/>
                  <a:gd name="T4" fmla="*/ 114 w 131"/>
                  <a:gd name="T5" fmla="*/ 25 h 25"/>
                  <a:gd name="T6" fmla="*/ 80 w 131"/>
                  <a:gd name="T7" fmla="*/ 7 h 25"/>
                  <a:gd name="T8" fmla="*/ 0 w 131"/>
                  <a:gd name="T9" fmla="*/ 11 h 25"/>
                  <a:gd name="T10" fmla="*/ 74 w 131"/>
                  <a:gd name="T11" fmla="*/ 9 h 25"/>
                  <a:gd name="T12" fmla="*/ 121 w 131"/>
                  <a:gd name="T13" fmla="*/ 25 h 25"/>
                  <a:gd name="T14" fmla="*/ 175 w 131"/>
                  <a:gd name="T15" fmla="*/ 33 h 25"/>
                  <a:gd name="T16" fmla="*/ 219 w 131"/>
                  <a:gd name="T17" fmla="*/ 47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25">
                    <a:moveTo>
                      <a:pt x="131" y="24"/>
                    </a:moveTo>
                    <a:cubicBezTo>
                      <a:pt x="114" y="21"/>
                      <a:pt x="98" y="15"/>
                      <a:pt x="81" y="14"/>
                    </a:cubicBezTo>
                    <a:cubicBezTo>
                      <a:pt x="76" y="13"/>
                      <a:pt x="71" y="14"/>
                      <a:pt x="66" y="13"/>
                    </a:cubicBezTo>
                    <a:cubicBezTo>
                      <a:pt x="59" y="11"/>
                      <a:pt x="54" y="6"/>
                      <a:pt x="47" y="4"/>
                    </a:cubicBezTo>
                    <a:cubicBezTo>
                      <a:pt x="36" y="0"/>
                      <a:pt x="28" y="3"/>
                      <a:pt x="0" y="6"/>
                    </a:cubicBezTo>
                    <a:cubicBezTo>
                      <a:pt x="12" y="7"/>
                      <a:pt x="31" y="2"/>
                      <a:pt x="43" y="5"/>
                    </a:cubicBezTo>
                    <a:cubicBezTo>
                      <a:pt x="52" y="6"/>
                      <a:pt x="60" y="11"/>
                      <a:pt x="70" y="13"/>
                    </a:cubicBezTo>
                    <a:cubicBezTo>
                      <a:pt x="80" y="16"/>
                      <a:pt x="91" y="16"/>
                      <a:pt x="102" y="18"/>
                    </a:cubicBezTo>
                    <a:cubicBezTo>
                      <a:pt x="111" y="19"/>
                      <a:pt x="119" y="23"/>
                      <a:pt x="128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26" name="Line 1904">
                <a:extLst>
                  <a:ext uri="{FF2B5EF4-FFF2-40B4-BE49-F238E27FC236}">
                    <a16:creationId xmlns:a16="http://schemas.microsoft.com/office/drawing/2014/main" id="{9B3FD165-2664-4260-9329-8C9CD32B76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10" y="1012"/>
                <a:ext cx="1" cy="19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27" name="Line 1905">
                <a:extLst>
                  <a:ext uri="{FF2B5EF4-FFF2-40B4-BE49-F238E27FC236}">
                    <a16:creationId xmlns:a16="http://schemas.microsoft.com/office/drawing/2014/main" id="{C98DEA5E-34FF-4DAB-8A7D-1C0113A310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09" y="1385"/>
                <a:ext cx="1" cy="58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28" name="Freeform 1906">
                <a:extLst>
                  <a:ext uri="{FF2B5EF4-FFF2-40B4-BE49-F238E27FC236}">
                    <a16:creationId xmlns:a16="http://schemas.microsoft.com/office/drawing/2014/main" id="{08C31459-8F0E-4F36-B1A5-C6A1C4C0A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207"/>
                <a:ext cx="71" cy="19"/>
              </a:xfrm>
              <a:custGeom>
                <a:avLst/>
                <a:gdLst>
                  <a:gd name="T0" fmla="*/ 0 w 59"/>
                  <a:gd name="T1" fmla="*/ 0 h 16"/>
                  <a:gd name="T2" fmla="*/ 102 w 59"/>
                  <a:gd name="T3" fmla="*/ 17 h 16"/>
                  <a:gd name="T4" fmla="*/ 0 w 59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6">
                    <a:moveTo>
                      <a:pt x="0" y="0"/>
                    </a:moveTo>
                    <a:cubicBezTo>
                      <a:pt x="0" y="0"/>
                      <a:pt x="16" y="16"/>
                      <a:pt x="59" y="10"/>
                    </a:cubicBezTo>
                    <a:cubicBezTo>
                      <a:pt x="59" y="10"/>
                      <a:pt x="9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29" name="Freeform 1907">
                <a:extLst>
                  <a:ext uri="{FF2B5EF4-FFF2-40B4-BE49-F238E27FC236}">
                    <a16:creationId xmlns:a16="http://schemas.microsoft.com/office/drawing/2014/main" id="{0F7F840E-5739-4290-A6FF-6C72A7E65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1220"/>
                <a:ext cx="58" cy="32"/>
              </a:xfrm>
              <a:custGeom>
                <a:avLst/>
                <a:gdLst>
                  <a:gd name="T0" fmla="*/ 0 w 48"/>
                  <a:gd name="T1" fmla="*/ 2 h 26"/>
                  <a:gd name="T2" fmla="*/ 85 w 48"/>
                  <a:gd name="T3" fmla="*/ 0 h 26"/>
                  <a:gd name="T4" fmla="*/ 0 w 48"/>
                  <a:gd name="T5" fmla="*/ 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6">
                    <a:moveTo>
                      <a:pt x="0" y="2"/>
                    </a:moveTo>
                    <a:cubicBezTo>
                      <a:pt x="0" y="2"/>
                      <a:pt x="16" y="26"/>
                      <a:pt x="48" y="0"/>
                    </a:cubicBezTo>
                    <a:cubicBezTo>
                      <a:pt x="48" y="0"/>
                      <a:pt x="17" y="14"/>
                      <a:pt x="0" y="2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30" name="Freeform 1908">
                <a:extLst>
                  <a:ext uri="{FF2B5EF4-FFF2-40B4-BE49-F238E27FC236}">
                    <a16:creationId xmlns:a16="http://schemas.microsoft.com/office/drawing/2014/main" id="{43FFAFD2-48B2-49B0-859F-46C17C54F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1208"/>
                <a:ext cx="66" cy="38"/>
              </a:xfrm>
              <a:custGeom>
                <a:avLst/>
                <a:gdLst>
                  <a:gd name="T0" fmla="*/ 0 w 55"/>
                  <a:gd name="T1" fmla="*/ 0 h 31"/>
                  <a:gd name="T2" fmla="*/ 95 w 55"/>
                  <a:gd name="T3" fmla="*/ 49 h 31"/>
                  <a:gd name="T4" fmla="*/ 0 w 55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1">
                    <a:moveTo>
                      <a:pt x="0" y="0"/>
                    </a:moveTo>
                    <a:cubicBezTo>
                      <a:pt x="0" y="0"/>
                      <a:pt x="24" y="31"/>
                      <a:pt x="55" y="27"/>
                    </a:cubicBezTo>
                    <a:cubicBezTo>
                      <a:pt x="55" y="27"/>
                      <a:pt x="12" y="16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31" name="Freeform 1909">
                <a:extLst>
                  <a:ext uri="{FF2B5EF4-FFF2-40B4-BE49-F238E27FC236}">
                    <a16:creationId xmlns:a16="http://schemas.microsoft.com/office/drawing/2014/main" id="{31069734-E840-4E17-852A-F7CBA6FD1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1266"/>
                <a:ext cx="33" cy="71"/>
              </a:xfrm>
              <a:custGeom>
                <a:avLst/>
                <a:gdLst>
                  <a:gd name="T0" fmla="*/ 8 w 28"/>
                  <a:gd name="T1" fmla="*/ 0 h 59"/>
                  <a:gd name="T2" fmla="*/ 0 w 28"/>
                  <a:gd name="T3" fmla="*/ 102 h 59"/>
                  <a:gd name="T4" fmla="*/ 8 w 28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9">
                    <a:moveTo>
                      <a:pt x="5" y="0"/>
                    </a:moveTo>
                    <a:cubicBezTo>
                      <a:pt x="5" y="0"/>
                      <a:pt x="28" y="33"/>
                      <a:pt x="0" y="59"/>
                    </a:cubicBezTo>
                    <a:cubicBezTo>
                      <a:pt x="0" y="59"/>
                      <a:pt x="15" y="22"/>
                      <a:pt x="5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32" name="Freeform 1910">
                <a:extLst>
                  <a:ext uri="{FF2B5EF4-FFF2-40B4-BE49-F238E27FC236}">
                    <a16:creationId xmlns:a16="http://schemas.microsoft.com/office/drawing/2014/main" id="{45075DF1-3C73-4E2E-9FA6-3BC5A56D7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1381"/>
                <a:ext cx="68" cy="24"/>
              </a:xfrm>
              <a:custGeom>
                <a:avLst/>
                <a:gdLst>
                  <a:gd name="T0" fmla="*/ 0 w 56"/>
                  <a:gd name="T1" fmla="*/ 2 h 20"/>
                  <a:gd name="T2" fmla="*/ 101 w 56"/>
                  <a:gd name="T3" fmla="*/ 0 h 20"/>
                  <a:gd name="T4" fmla="*/ 0 w 56"/>
                  <a:gd name="T5" fmla="*/ 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0">
                    <a:moveTo>
                      <a:pt x="0" y="2"/>
                    </a:moveTo>
                    <a:cubicBezTo>
                      <a:pt x="0" y="2"/>
                      <a:pt x="30" y="20"/>
                      <a:pt x="56" y="0"/>
                    </a:cubicBezTo>
                    <a:cubicBezTo>
                      <a:pt x="56" y="0"/>
                      <a:pt x="27" y="11"/>
                      <a:pt x="0" y="2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33" name="Freeform 1911">
                <a:extLst>
                  <a:ext uri="{FF2B5EF4-FFF2-40B4-BE49-F238E27FC236}">
                    <a16:creationId xmlns:a16="http://schemas.microsoft.com/office/drawing/2014/main" id="{7A64DA65-A9A1-4E51-B39D-4886FA7EE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1353"/>
                <a:ext cx="66" cy="24"/>
              </a:xfrm>
              <a:custGeom>
                <a:avLst/>
                <a:gdLst>
                  <a:gd name="T0" fmla="*/ 0 w 55"/>
                  <a:gd name="T1" fmla="*/ 35 h 20"/>
                  <a:gd name="T2" fmla="*/ 95 w 55"/>
                  <a:gd name="T3" fmla="*/ 10 h 20"/>
                  <a:gd name="T4" fmla="*/ 0 w 55"/>
                  <a:gd name="T5" fmla="*/ 3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">
                    <a:moveTo>
                      <a:pt x="0" y="20"/>
                    </a:moveTo>
                    <a:cubicBezTo>
                      <a:pt x="0" y="20"/>
                      <a:pt x="29" y="0"/>
                      <a:pt x="55" y="6"/>
                    </a:cubicBezTo>
                    <a:cubicBezTo>
                      <a:pt x="55" y="6"/>
                      <a:pt x="21" y="8"/>
                      <a:pt x="0" y="2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34" name="Freeform 1912">
                <a:extLst>
                  <a:ext uri="{FF2B5EF4-FFF2-40B4-BE49-F238E27FC236}">
                    <a16:creationId xmlns:a16="http://schemas.microsoft.com/office/drawing/2014/main" id="{90445804-6B0C-45B8-8CFC-44936D52C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1352"/>
                <a:ext cx="31" cy="23"/>
              </a:xfrm>
              <a:custGeom>
                <a:avLst/>
                <a:gdLst>
                  <a:gd name="T0" fmla="*/ 44 w 26"/>
                  <a:gd name="T1" fmla="*/ 34 h 19"/>
                  <a:gd name="T2" fmla="*/ 6 w 26"/>
                  <a:gd name="T3" fmla="*/ 0 h 19"/>
                  <a:gd name="T4" fmla="*/ 0 w 26"/>
                  <a:gd name="T5" fmla="*/ 7 h 19"/>
                  <a:gd name="T6" fmla="*/ 44 w 26"/>
                  <a:gd name="T7" fmla="*/ 3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9">
                    <a:moveTo>
                      <a:pt x="26" y="19"/>
                    </a:moveTo>
                    <a:cubicBezTo>
                      <a:pt x="26" y="19"/>
                      <a:pt x="15" y="2"/>
                      <a:pt x="3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2" y="3"/>
                      <a:pt x="26" y="19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35" name="Freeform 1913">
                <a:extLst>
                  <a:ext uri="{FF2B5EF4-FFF2-40B4-BE49-F238E27FC236}">
                    <a16:creationId xmlns:a16="http://schemas.microsoft.com/office/drawing/2014/main" id="{74A01D62-DBD8-4F9C-AE5C-A7A239F59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405"/>
                <a:ext cx="74" cy="29"/>
              </a:xfrm>
              <a:custGeom>
                <a:avLst/>
                <a:gdLst>
                  <a:gd name="T0" fmla="*/ 0 w 62"/>
                  <a:gd name="T1" fmla="*/ 23 h 24"/>
                  <a:gd name="T2" fmla="*/ 105 w 62"/>
                  <a:gd name="T3" fmla="*/ 0 h 24"/>
                  <a:gd name="T4" fmla="*/ 0 w 62"/>
                  <a:gd name="T5" fmla="*/ 23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4">
                    <a:moveTo>
                      <a:pt x="0" y="13"/>
                    </a:moveTo>
                    <a:cubicBezTo>
                      <a:pt x="0" y="13"/>
                      <a:pt x="37" y="24"/>
                      <a:pt x="62" y="0"/>
                    </a:cubicBezTo>
                    <a:cubicBezTo>
                      <a:pt x="62" y="0"/>
                      <a:pt x="29" y="17"/>
                      <a:pt x="0" y="13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36" name="Freeform 1914">
                <a:extLst>
                  <a:ext uri="{FF2B5EF4-FFF2-40B4-BE49-F238E27FC236}">
                    <a16:creationId xmlns:a16="http://schemas.microsoft.com/office/drawing/2014/main" id="{13311BE6-67C6-49E2-8511-F3AA123D4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443"/>
                <a:ext cx="59" cy="37"/>
              </a:xfrm>
              <a:custGeom>
                <a:avLst/>
                <a:gdLst>
                  <a:gd name="T0" fmla="*/ 0 w 49"/>
                  <a:gd name="T1" fmla="*/ 20 h 31"/>
                  <a:gd name="T2" fmla="*/ 85 w 49"/>
                  <a:gd name="T3" fmla="*/ 0 h 31"/>
                  <a:gd name="T4" fmla="*/ 0 w 49"/>
                  <a:gd name="T5" fmla="*/ 2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1">
                    <a:moveTo>
                      <a:pt x="0" y="12"/>
                    </a:moveTo>
                    <a:cubicBezTo>
                      <a:pt x="0" y="12"/>
                      <a:pt x="26" y="31"/>
                      <a:pt x="49" y="0"/>
                    </a:cubicBezTo>
                    <a:cubicBezTo>
                      <a:pt x="49" y="0"/>
                      <a:pt x="28" y="15"/>
                      <a:pt x="0" y="12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37" name="Freeform 1915">
                <a:extLst>
                  <a:ext uri="{FF2B5EF4-FFF2-40B4-BE49-F238E27FC236}">
                    <a16:creationId xmlns:a16="http://schemas.microsoft.com/office/drawing/2014/main" id="{EEB82B7F-90AD-4B8D-A7EC-7A6778749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472"/>
                <a:ext cx="80" cy="29"/>
              </a:xfrm>
              <a:custGeom>
                <a:avLst/>
                <a:gdLst>
                  <a:gd name="T0" fmla="*/ 0 w 67"/>
                  <a:gd name="T1" fmla="*/ 0 h 24"/>
                  <a:gd name="T2" fmla="*/ 115 w 67"/>
                  <a:gd name="T3" fmla="*/ 6 h 24"/>
                  <a:gd name="T4" fmla="*/ 0 w 6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4">
                    <a:moveTo>
                      <a:pt x="0" y="0"/>
                    </a:moveTo>
                    <a:cubicBezTo>
                      <a:pt x="0" y="0"/>
                      <a:pt x="31" y="24"/>
                      <a:pt x="67" y="3"/>
                    </a:cubicBezTo>
                    <a:cubicBezTo>
                      <a:pt x="67" y="3"/>
                      <a:pt x="28" y="14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38" name="Freeform 1916">
                <a:extLst>
                  <a:ext uri="{FF2B5EF4-FFF2-40B4-BE49-F238E27FC236}">
                    <a16:creationId xmlns:a16="http://schemas.microsoft.com/office/drawing/2014/main" id="{428BB300-BC8D-4E55-A934-87F7DAABC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483"/>
                <a:ext cx="62" cy="29"/>
              </a:xfrm>
              <a:custGeom>
                <a:avLst/>
                <a:gdLst>
                  <a:gd name="T0" fmla="*/ 0 w 52"/>
                  <a:gd name="T1" fmla="*/ 0 h 24"/>
                  <a:gd name="T2" fmla="*/ 88 w 52"/>
                  <a:gd name="T3" fmla="*/ 18 h 24"/>
                  <a:gd name="T4" fmla="*/ 0 w 5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4">
                    <a:moveTo>
                      <a:pt x="0" y="0"/>
                    </a:moveTo>
                    <a:cubicBezTo>
                      <a:pt x="0" y="0"/>
                      <a:pt x="34" y="24"/>
                      <a:pt x="52" y="10"/>
                    </a:cubicBezTo>
                    <a:cubicBezTo>
                      <a:pt x="52" y="10"/>
                      <a:pt x="19" y="12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2519" name="Freeform 1917">
              <a:extLst>
                <a:ext uri="{FF2B5EF4-FFF2-40B4-BE49-F238E27FC236}">
                  <a16:creationId xmlns:a16="http://schemas.microsoft.com/office/drawing/2014/main" id="{3F5D53BB-03D0-4DCF-B889-2B9DD237E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821"/>
              <a:ext cx="1" cy="1410"/>
            </a:xfrm>
            <a:custGeom>
              <a:avLst/>
              <a:gdLst>
                <a:gd name="T0" fmla="*/ 0 w 1"/>
                <a:gd name="T1" fmla="*/ 0 h 1410"/>
                <a:gd name="T2" fmla="*/ 0 w 1"/>
                <a:gd name="T3" fmla="*/ 1410 h 1410"/>
                <a:gd name="T4" fmla="*/ 0 w 1"/>
                <a:gd name="T5" fmla="*/ 0 h 14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410">
                  <a:moveTo>
                    <a:pt x="0" y="0"/>
                  </a:moveTo>
                  <a:lnTo>
                    <a:pt x="0" y="1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501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520" name="Line 1918">
              <a:extLst>
                <a:ext uri="{FF2B5EF4-FFF2-40B4-BE49-F238E27FC236}">
                  <a16:creationId xmlns:a16="http://schemas.microsoft.com/office/drawing/2014/main" id="{AE280A68-91A8-4A8D-91A9-C4B7764559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" y="821"/>
              <a:ext cx="1" cy="1410"/>
            </a:xfrm>
            <a:prstGeom prst="line">
              <a:avLst/>
            </a:prstGeom>
            <a:noFill/>
            <a:ln w="15875" cap="rnd">
              <a:solidFill>
                <a:srgbClr val="35017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521" name="Freeform 1919">
              <a:extLst>
                <a:ext uri="{FF2B5EF4-FFF2-40B4-BE49-F238E27FC236}">
                  <a16:creationId xmlns:a16="http://schemas.microsoft.com/office/drawing/2014/main" id="{DD07492F-A4E2-4B11-ACD2-A386A1704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21"/>
              <a:ext cx="1" cy="1410"/>
            </a:xfrm>
            <a:custGeom>
              <a:avLst/>
              <a:gdLst>
                <a:gd name="T0" fmla="*/ 0 w 1"/>
                <a:gd name="T1" fmla="*/ 0 h 1410"/>
                <a:gd name="T2" fmla="*/ 0 w 1"/>
                <a:gd name="T3" fmla="*/ 1410 h 1410"/>
                <a:gd name="T4" fmla="*/ 0 w 1"/>
                <a:gd name="T5" fmla="*/ 0 h 14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410">
                  <a:moveTo>
                    <a:pt x="0" y="0"/>
                  </a:moveTo>
                  <a:lnTo>
                    <a:pt x="0" y="1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501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522" name="Line 1920">
              <a:extLst>
                <a:ext uri="{FF2B5EF4-FFF2-40B4-BE49-F238E27FC236}">
                  <a16:creationId xmlns:a16="http://schemas.microsoft.com/office/drawing/2014/main" id="{C28E867F-71DB-48C4-81F9-36361128F2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2" y="821"/>
              <a:ext cx="1" cy="1410"/>
            </a:xfrm>
            <a:prstGeom prst="line">
              <a:avLst/>
            </a:prstGeom>
            <a:noFill/>
            <a:ln w="15875" cap="rnd">
              <a:solidFill>
                <a:srgbClr val="35017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523" name="Freeform 1921">
              <a:extLst>
                <a:ext uri="{FF2B5EF4-FFF2-40B4-BE49-F238E27FC236}">
                  <a16:creationId xmlns:a16="http://schemas.microsoft.com/office/drawing/2014/main" id="{E4753FB6-9A18-4994-B784-94B58040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821"/>
              <a:ext cx="1" cy="1410"/>
            </a:xfrm>
            <a:custGeom>
              <a:avLst/>
              <a:gdLst>
                <a:gd name="T0" fmla="*/ 0 w 1"/>
                <a:gd name="T1" fmla="*/ 0 h 1410"/>
                <a:gd name="T2" fmla="*/ 0 w 1"/>
                <a:gd name="T3" fmla="*/ 1410 h 1410"/>
                <a:gd name="T4" fmla="*/ 0 w 1"/>
                <a:gd name="T5" fmla="*/ 0 h 14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410">
                  <a:moveTo>
                    <a:pt x="0" y="0"/>
                  </a:moveTo>
                  <a:lnTo>
                    <a:pt x="0" y="1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501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524" name="Line 1922">
              <a:extLst>
                <a:ext uri="{FF2B5EF4-FFF2-40B4-BE49-F238E27FC236}">
                  <a16:creationId xmlns:a16="http://schemas.microsoft.com/office/drawing/2014/main" id="{16C9220F-C7F8-4644-8E93-D1D6617D3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7" y="821"/>
              <a:ext cx="1" cy="1410"/>
            </a:xfrm>
            <a:prstGeom prst="line">
              <a:avLst/>
            </a:prstGeom>
            <a:noFill/>
            <a:ln w="15875" cap="rnd">
              <a:solidFill>
                <a:srgbClr val="35017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525" name="Freeform 1923">
              <a:extLst>
                <a:ext uri="{FF2B5EF4-FFF2-40B4-BE49-F238E27FC236}">
                  <a16:creationId xmlns:a16="http://schemas.microsoft.com/office/drawing/2014/main" id="{974553F4-935E-4E67-8CF5-E6335C4D1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821"/>
              <a:ext cx="1" cy="1410"/>
            </a:xfrm>
            <a:custGeom>
              <a:avLst/>
              <a:gdLst>
                <a:gd name="T0" fmla="*/ 0 w 1"/>
                <a:gd name="T1" fmla="*/ 0 h 1410"/>
                <a:gd name="T2" fmla="*/ 0 w 1"/>
                <a:gd name="T3" fmla="*/ 1410 h 1410"/>
                <a:gd name="T4" fmla="*/ 0 w 1"/>
                <a:gd name="T5" fmla="*/ 0 h 14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410">
                  <a:moveTo>
                    <a:pt x="0" y="0"/>
                  </a:moveTo>
                  <a:lnTo>
                    <a:pt x="0" y="1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501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526" name="Line 1924">
              <a:extLst>
                <a:ext uri="{FF2B5EF4-FFF2-40B4-BE49-F238E27FC236}">
                  <a16:creationId xmlns:a16="http://schemas.microsoft.com/office/drawing/2014/main" id="{2DDD5672-9631-4505-B276-6841101E2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7" y="821"/>
              <a:ext cx="1" cy="1410"/>
            </a:xfrm>
            <a:prstGeom prst="line">
              <a:avLst/>
            </a:prstGeom>
            <a:noFill/>
            <a:ln w="15875" cap="rnd">
              <a:solidFill>
                <a:srgbClr val="35017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blood-vessel-wall-layers">
            <a:extLst>
              <a:ext uri="{FF2B5EF4-FFF2-40B4-BE49-F238E27FC236}">
                <a16:creationId xmlns:a16="http://schemas.microsoft.com/office/drawing/2014/main" id="{6790B7E2-555F-48E6-86F6-E2542C8AEFEA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191000"/>
            <a:ext cx="1600200" cy="1395413"/>
            <a:chOff x="479" y="2523"/>
            <a:chExt cx="1147" cy="1000"/>
          </a:xfrm>
        </p:grpSpPr>
        <p:grpSp>
          <p:nvGrpSpPr>
            <p:cNvPr id="112166" name="Group 1926">
              <a:extLst>
                <a:ext uri="{FF2B5EF4-FFF2-40B4-BE49-F238E27FC236}">
                  <a16:creationId xmlns:a16="http://schemas.microsoft.com/office/drawing/2014/main" id="{B258CAD2-F5EF-422E-A59D-642D05854A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9" y="2523"/>
              <a:ext cx="1147" cy="1000"/>
              <a:chOff x="479" y="2523"/>
              <a:chExt cx="1147" cy="1000"/>
            </a:xfrm>
          </p:grpSpPr>
          <p:sp>
            <p:nvSpPr>
              <p:cNvPr id="112318" name="Freeform 1927">
                <a:extLst>
                  <a:ext uri="{FF2B5EF4-FFF2-40B4-BE49-F238E27FC236}">
                    <a16:creationId xmlns:a16="http://schemas.microsoft.com/office/drawing/2014/main" id="{7856CF4E-4FB3-4CA4-8C18-2470685EC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2523"/>
                <a:ext cx="1065" cy="999"/>
              </a:xfrm>
              <a:custGeom>
                <a:avLst/>
                <a:gdLst>
                  <a:gd name="T0" fmla="*/ 8 w 926"/>
                  <a:gd name="T1" fmla="*/ 38 h 814"/>
                  <a:gd name="T2" fmla="*/ 2 w 926"/>
                  <a:gd name="T3" fmla="*/ 38 h 814"/>
                  <a:gd name="T4" fmla="*/ 2 w 926"/>
                  <a:gd name="T5" fmla="*/ 339 h 814"/>
                  <a:gd name="T6" fmla="*/ 273 w 926"/>
                  <a:gd name="T7" fmla="*/ 771 h 814"/>
                  <a:gd name="T8" fmla="*/ 2 w 926"/>
                  <a:gd name="T9" fmla="*/ 1205 h 814"/>
                  <a:gd name="T10" fmla="*/ 2 w 926"/>
                  <a:gd name="T11" fmla="*/ 1505 h 814"/>
                  <a:gd name="T12" fmla="*/ 0 w 926"/>
                  <a:gd name="T13" fmla="*/ 1505 h 814"/>
                  <a:gd name="T14" fmla="*/ 8 w 926"/>
                  <a:gd name="T15" fmla="*/ 1505 h 814"/>
                  <a:gd name="T16" fmla="*/ 1387 w 926"/>
                  <a:gd name="T17" fmla="*/ 795 h 814"/>
                  <a:gd name="T18" fmla="*/ 8 w 926"/>
                  <a:gd name="T19" fmla="*/ 38 h 8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6" h="814">
                    <a:moveTo>
                      <a:pt x="5" y="20"/>
                    </a:moveTo>
                    <a:cubicBezTo>
                      <a:pt x="4" y="20"/>
                      <a:pt x="3" y="20"/>
                      <a:pt x="2" y="20"/>
                    </a:cubicBezTo>
                    <a:cubicBezTo>
                      <a:pt x="2" y="183"/>
                      <a:pt x="2" y="183"/>
                      <a:pt x="2" y="183"/>
                    </a:cubicBezTo>
                    <a:cubicBezTo>
                      <a:pt x="100" y="183"/>
                      <a:pt x="179" y="288"/>
                      <a:pt x="179" y="417"/>
                    </a:cubicBezTo>
                    <a:cubicBezTo>
                      <a:pt x="179" y="546"/>
                      <a:pt x="100" y="651"/>
                      <a:pt x="2" y="652"/>
                    </a:cubicBezTo>
                    <a:cubicBezTo>
                      <a:pt x="2" y="814"/>
                      <a:pt x="2" y="814"/>
                      <a:pt x="2" y="814"/>
                    </a:cubicBezTo>
                    <a:cubicBezTo>
                      <a:pt x="0" y="814"/>
                      <a:pt x="0" y="814"/>
                      <a:pt x="0" y="814"/>
                    </a:cubicBezTo>
                    <a:cubicBezTo>
                      <a:pt x="2" y="814"/>
                      <a:pt x="3" y="814"/>
                      <a:pt x="5" y="814"/>
                    </a:cubicBezTo>
                    <a:cubicBezTo>
                      <a:pt x="163" y="814"/>
                      <a:pt x="926" y="806"/>
                      <a:pt x="912" y="430"/>
                    </a:cubicBezTo>
                    <a:cubicBezTo>
                      <a:pt x="896" y="0"/>
                      <a:pt x="163" y="20"/>
                      <a:pt x="5" y="2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19" name="Freeform 1928">
                <a:extLst>
                  <a:ext uri="{FF2B5EF4-FFF2-40B4-BE49-F238E27FC236}">
                    <a16:creationId xmlns:a16="http://schemas.microsoft.com/office/drawing/2014/main" id="{202D3E04-E155-4F46-B54B-7BAD5A6AD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3143"/>
                <a:ext cx="1027" cy="276"/>
              </a:xfrm>
              <a:custGeom>
                <a:avLst/>
                <a:gdLst>
                  <a:gd name="T0" fmla="*/ 0 w 893"/>
                  <a:gd name="T1" fmla="*/ 293 h 225"/>
                  <a:gd name="T2" fmla="*/ 262 w 893"/>
                  <a:gd name="T3" fmla="*/ 101 h 225"/>
                  <a:gd name="T4" fmla="*/ 414 w 893"/>
                  <a:gd name="T5" fmla="*/ 79 h 225"/>
                  <a:gd name="T6" fmla="*/ 646 w 893"/>
                  <a:gd name="T7" fmla="*/ 101 h 225"/>
                  <a:gd name="T8" fmla="*/ 881 w 893"/>
                  <a:gd name="T9" fmla="*/ 79 h 225"/>
                  <a:gd name="T10" fmla="*/ 1033 w 893"/>
                  <a:gd name="T11" fmla="*/ 59 h 225"/>
                  <a:gd name="T12" fmla="*/ 1185 w 893"/>
                  <a:gd name="T13" fmla="*/ 33 h 225"/>
                  <a:gd name="T14" fmla="*/ 1281 w 893"/>
                  <a:gd name="T15" fmla="*/ 18 h 225"/>
                  <a:gd name="T16" fmla="*/ 1263 w 893"/>
                  <a:gd name="T17" fmla="*/ 182 h 225"/>
                  <a:gd name="T18" fmla="*/ 1096 w 893"/>
                  <a:gd name="T19" fmla="*/ 351 h 225"/>
                  <a:gd name="T20" fmla="*/ 795 w 893"/>
                  <a:gd name="T21" fmla="*/ 416 h 225"/>
                  <a:gd name="T22" fmla="*/ 324 w 893"/>
                  <a:gd name="T23" fmla="*/ 373 h 225"/>
                  <a:gd name="T24" fmla="*/ 143 w 893"/>
                  <a:gd name="T25" fmla="*/ 351 h 225"/>
                  <a:gd name="T26" fmla="*/ 14 w 893"/>
                  <a:gd name="T27" fmla="*/ 304 h 2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3" h="225">
                    <a:moveTo>
                      <a:pt x="0" y="159"/>
                    </a:moveTo>
                    <a:cubicBezTo>
                      <a:pt x="61" y="126"/>
                      <a:pt x="79" y="149"/>
                      <a:pt x="172" y="55"/>
                    </a:cubicBezTo>
                    <a:cubicBezTo>
                      <a:pt x="205" y="21"/>
                      <a:pt x="233" y="34"/>
                      <a:pt x="272" y="42"/>
                    </a:cubicBezTo>
                    <a:cubicBezTo>
                      <a:pt x="323" y="52"/>
                      <a:pt x="373" y="53"/>
                      <a:pt x="425" y="55"/>
                    </a:cubicBezTo>
                    <a:cubicBezTo>
                      <a:pt x="478" y="56"/>
                      <a:pt x="528" y="58"/>
                      <a:pt x="579" y="42"/>
                    </a:cubicBezTo>
                    <a:cubicBezTo>
                      <a:pt x="613" y="31"/>
                      <a:pt x="644" y="40"/>
                      <a:pt x="679" y="32"/>
                    </a:cubicBezTo>
                    <a:cubicBezTo>
                      <a:pt x="707" y="26"/>
                      <a:pt x="751" y="25"/>
                      <a:pt x="779" y="18"/>
                    </a:cubicBezTo>
                    <a:cubicBezTo>
                      <a:pt x="804" y="12"/>
                      <a:pt x="826" y="13"/>
                      <a:pt x="843" y="10"/>
                    </a:cubicBezTo>
                    <a:cubicBezTo>
                      <a:pt x="893" y="0"/>
                      <a:pt x="841" y="66"/>
                      <a:pt x="830" y="99"/>
                    </a:cubicBezTo>
                    <a:cubicBezTo>
                      <a:pt x="815" y="143"/>
                      <a:pt x="760" y="171"/>
                      <a:pt x="721" y="190"/>
                    </a:cubicBezTo>
                    <a:cubicBezTo>
                      <a:pt x="660" y="220"/>
                      <a:pt x="591" y="224"/>
                      <a:pt x="523" y="225"/>
                    </a:cubicBezTo>
                    <a:cubicBezTo>
                      <a:pt x="419" y="225"/>
                      <a:pt x="316" y="206"/>
                      <a:pt x="213" y="202"/>
                    </a:cubicBezTo>
                    <a:cubicBezTo>
                      <a:pt x="173" y="200"/>
                      <a:pt x="133" y="201"/>
                      <a:pt x="94" y="190"/>
                    </a:cubicBezTo>
                    <a:cubicBezTo>
                      <a:pt x="84" y="188"/>
                      <a:pt x="20" y="166"/>
                      <a:pt x="9" y="165"/>
                    </a:cubicBezTo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20" name="Freeform 1929">
                <a:extLst>
                  <a:ext uri="{FF2B5EF4-FFF2-40B4-BE49-F238E27FC236}">
                    <a16:creationId xmlns:a16="http://schemas.microsoft.com/office/drawing/2014/main" id="{A298595E-2D57-4732-BF26-A99CDADDC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" y="3200"/>
                <a:ext cx="923" cy="191"/>
              </a:xfrm>
              <a:custGeom>
                <a:avLst/>
                <a:gdLst>
                  <a:gd name="T0" fmla="*/ 0 w 802"/>
                  <a:gd name="T1" fmla="*/ 182 h 155"/>
                  <a:gd name="T2" fmla="*/ 174 w 802"/>
                  <a:gd name="T3" fmla="*/ 131 h 155"/>
                  <a:gd name="T4" fmla="*/ 524 w 802"/>
                  <a:gd name="T5" fmla="*/ 113 h 155"/>
                  <a:gd name="T6" fmla="*/ 804 w 802"/>
                  <a:gd name="T7" fmla="*/ 116 h 155"/>
                  <a:gd name="T8" fmla="*/ 1021 w 802"/>
                  <a:gd name="T9" fmla="*/ 104 h 155"/>
                  <a:gd name="T10" fmla="*/ 1131 w 802"/>
                  <a:gd name="T11" fmla="*/ 74 h 155"/>
                  <a:gd name="T12" fmla="*/ 1199 w 802"/>
                  <a:gd name="T13" fmla="*/ 111 h 155"/>
                  <a:gd name="T14" fmla="*/ 829 w 802"/>
                  <a:gd name="T15" fmla="*/ 243 h 155"/>
                  <a:gd name="T16" fmla="*/ 418 w 802"/>
                  <a:gd name="T17" fmla="*/ 280 h 155"/>
                  <a:gd name="T18" fmla="*/ 61 w 802"/>
                  <a:gd name="T19" fmla="*/ 250 h 1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2" h="155">
                    <a:moveTo>
                      <a:pt x="0" y="97"/>
                    </a:moveTo>
                    <a:cubicBezTo>
                      <a:pt x="40" y="96"/>
                      <a:pt x="77" y="78"/>
                      <a:pt x="114" y="70"/>
                    </a:cubicBezTo>
                    <a:cubicBezTo>
                      <a:pt x="182" y="55"/>
                      <a:pt x="274" y="59"/>
                      <a:pt x="343" y="61"/>
                    </a:cubicBezTo>
                    <a:cubicBezTo>
                      <a:pt x="417" y="62"/>
                      <a:pt x="454" y="75"/>
                      <a:pt x="527" y="62"/>
                    </a:cubicBezTo>
                    <a:cubicBezTo>
                      <a:pt x="547" y="59"/>
                      <a:pt x="616" y="58"/>
                      <a:pt x="670" y="55"/>
                    </a:cubicBezTo>
                    <a:cubicBezTo>
                      <a:pt x="713" y="53"/>
                      <a:pt x="734" y="55"/>
                      <a:pt x="742" y="40"/>
                    </a:cubicBezTo>
                    <a:cubicBezTo>
                      <a:pt x="763" y="0"/>
                      <a:pt x="802" y="32"/>
                      <a:pt x="786" y="59"/>
                    </a:cubicBezTo>
                    <a:cubicBezTo>
                      <a:pt x="762" y="100"/>
                      <a:pt x="585" y="119"/>
                      <a:pt x="544" y="130"/>
                    </a:cubicBezTo>
                    <a:cubicBezTo>
                      <a:pt x="457" y="152"/>
                      <a:pt x="363" y="155"/>
                      <a:pt x="274" y="149"/>
                    </a:cubicBezTo>
                    <a:cubicBezTo>
                      <a:pt x="197" y="144"/>
                      <a:pt x="116" y="152"/>
                      <a:pt x="40" y="134"/>
                    </a:cubicBezTo>
                  </a:path>
                </a:pathLst>
              </a:custGeom>
              <a:solidFill>
                <a:srgbClr val="BF1C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21" name="Freeform 1930">
                <a:extLst>
                  <a:ext uri="{FF2B5EF4-FFF2-40B4-BE49-F238E27FC236}">
                    <a16:creationId xmlns:a16="http://schemas.microsoft.com/office/drawing/2014/main" id="{30156348-B4DF-4AAD-A660-4A2014590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548"/>
                <a:ext cx="336" cy="974"/>
              </a:xfrm>
              <a:custGeom>
                <a:avLst/>
                <a:gdLst>
                  <a:gd name="T0" fmla="*/ 8 w 292"/>
                  <a:gd name="T1" fmla="*/ 0 h 794"/>
                  <a:gd name="T2" fmla="*/ 2 w 292"/>
                  <a:gd name="T3" fmla="*/ 0 h 794"/>
                  <a:gd name="T4" fmla="*/ 2 w 292"/>
                  <a:gd name="T5" fmla="*/ 301 h 794"/>
                  <a:gd name="T6" fmla="*/ 274 w 292"/>
                  <a:gd name="T7" fmla="*/ 732 h 794"/>
                  <a:gd name="T8" fmla="*/ 2 w 292"/>
                  <a:gd name="T9" fmla="*/ 1167 h 794"/>
                  <a:gd name="T10" fmla="*/ 2 w 292"/>
                  <a:gd name="T11" fmla="*/ 1466 h 794"/>
                  <a:gd name="T12" fmla="*/ 0 w 292"/>
                  <a:gd name="T13" fmla="*/ 1466 h 794"/>
                  <a:gd name="T14" fmla="*/ 8 w 292"/>
                  <a:gd name="T15" fmla="*/ 1466 h 794"/>
                  <a:gd name="T16" fmla="*/ 445 w 292"/>
                  <a:gd name="T17" fmla="*/ 732 h 794"/>
                  <a:gd name="T18" fmla="*/ 8 w 292"/>
                  <a:gd name="T19" fmla="*/ 0 h 7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2" h="794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163"/>
                      <a:pt x="2" y="163"/>
                      <a:pt x="2" y="163"/>
                    </a:cubicBezTo>
                    <a:cubicBezTo>
                      <a:pt x="100" y="163"/>
                      <a:pt x="180" y="268"/>
                      <a:pt x="180" y="397"/>
                    </a:cubicBezTo>
                    <a:cubicBezTo>
                      <a:pt x="180" y="526"/>
                      <a:pt x="100" y="631"/>
                      <a:pt x="2" y="632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4" y="794"/>
                      <a:pt x="5" y="794"/>
                    </a:cubicBezTo>
                    <a:cubicBezTo>
                      <a:pt x="163" y="794"/>
                      <a:pt x="292" y="616"/>
                      <a:pt x="292" y="397"/>
                    </a:cubicBezTo>
                    <a:cubicBezTo>
                      <a:pt x="292" y="178"/>
                      <a:pt x="163" y="0"/>
                      <a:pt x="5" y="0"/>
                    </a:cubicBezTo>
                    <a:close/>
                  </a:path>
                </a:pathLst>
              </a:custGeom>
              <a:solidFill>
                <a:srgbClr val="723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22" name="Rectangle 1931">
                <a:extLst>
                  <a:ext uri="{FF2B5EF4-FFF2-40B4-BE49-F238E27FC236}">
                    <a16:creationId xmlns:a16="http://schemas.microsoft.com/office/drawing/2014/main" id="{E08F4A4B-3AA3-4F59-B6EC-78C112BA0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" y="2704"/>
                <a:ext cx="807" cy="42"/>
              </a:xfrm>
              <a:prstGeom prst="rect">
                <a:avLst/>
              </a:pr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23" name="Rectangle 1932">
                <a:extLst>
                  <a:ext uri="{FF2B5EF4-FFF2-40B4-BE49-F238E27FC236}">
                    <a16:creationId xmlns:a16="http://schemas.microsoft.com/office/drawing/2014/main" id="{C14A512B-668B-407D-902C-D96E3C6FF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" y="3322"/>
                <a:ext cx="808" cy="43"/>
              </a:xfrm>
              <a:prstGeom prst="rect">
                <a:avLst/>
              </a:pr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24" name="Freeform 1933">
                <a:extLst>
                  <a:ext uri="{FF2B5EF4-FFF2-40B4-BE49-F238E27FC236}">
                    <a16:creationId xmlns:a16="http://schemas.microsoft.com/office/drawing/2014/main" id="{C7DD0773-E8C0-45DD-980C-ED93B4C3F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2548"/>
                <a:ext cx="206" cy="974"/>
              </a:xfrm>
              <a:custGeom>
                <a:avLst/>
                <a:gdLst>
                  <a:gd name="T0" fmla="*/ 8 w 179"/>
                  <a:gd name="T1" fmla="*/ 0 h 794"/>
                  <a:gd name="T2" fmla="*/ 2 w 179"/>
                  <a:gd name="T3" fmla="*/ 0 h 794"/>
                  <a:gd name="T4" fmla="*/ 2 w 179"/>
                  <a:gd name="T5" fmla="*/ 301 h 794"/>
                  <a:gd name="T6" fmla="*/ 273 w 179"/>
                  <a:gd name="T7" fmla="*/ 732 h 794"/>
                  <a:gd name="T8" fmla="*/ 2 w 179"/>
                  <a:gd name="T9" fmla="*/ 1167 h 794"/>
                  <a:gd name="T10" fmla="*/ 2 w 179"/>
                  <a:gd name="T11" fmla="*/ 1466 h 794"/>
                  <a:gd name="T12" fmla="*/ 0 w 179"/>
                  <a:gd name="T13" fmla="*/ 1466 h 794"/>
                  <a:gd name="T14" fmla="*/ 8 w 179"/>
                  <a:gd name="T15" fmla="*/ 1466 h 7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9" h="794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163"/>
                      <a:pt x="2" y="163"/>
                      <a:pt x="2" y="163"/>
                    </a:cubicBezTo>
                    <a:cubicBezTo>
                      <a:pt x="100" y="163"/>
                      <a:pt x="179" y="268"/>
                      <a:pt x="179" y="397"/>
                    </a:cubicBezTo>
                    <a:cubicBezTo>
                      <a:pt x="179" y="526"/>
                      <a:pt x="100" y="631"/>
                      <a:pt x="2" y="632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3" y="794"/>
                      <a:pt x="5" y="794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25" name="Freeform 1934">
                <a:extLst>
                  <a:ext uri="{FF2B5EF4-FFF2-40B4-BE49-F238E27FC236}">
                    <a16:creationId xmlns:a16="http://schemas.microsoft.com/office/drawing/2014/main" id="{939F69F8-CD62-4BEE-9E04-375411210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2689"/>
                <a:ext cx="132" cy="115"/>
              </a:xfrm>
              <a:custGeom>
                <a:avLst/>
                <a:gdLst>
                  <a:gd name="T0" fmla="*/ 0 w 115"/>
                  <a:gd name="T1" fmla="*/ 87 h 94"/>
                  <a:gd name="T2" fmla="*/ 174 w 115"/>
                  <a:gd name="T3" fmla="*/ 88 h 94"/>
                  <a:gd name="T4" fmla="*/ 0 w 115"/>
                  <a:gd name="T5" fmla="*/ 87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94">
                    <a:moveTo>
                      <a:pt x="0" y="47"/>
                    </a:moveTo>
                    <a:cubicBezTo>
                      <a:pt x="0" y="47"/>
                      <a:pt x="61" y="0"/>
                      <a:pt x="115" y="48"/>
                    </a:cubicBezTo>
                    <a:cubicBezTo>
                      <a:pt x="115" y="48"/>
                      <a:pt x="48" y="94"/>
                      <a:pt x="0" y="4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26" name="Oval 1935">
                <a:extLst>
                  <a:ext uri="{FF2B5EF4-FFF2-40B4-BE49-F238E27FC236}">
                    <a16:creationId xmlns:a16="http://schemas.microsoft.com/office/drawing/2014/main" id="{FC65FE04-85FF-49A1-A7ED-904C6B8B3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9" y="2728"/>
                <a:ext cx="33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27" name="Freeform 1936">
                <a:extLst>
                  <a:ext uri="{FF2B5EF4-FFF2-40B4-BE49-F238E27FC236}">
                    <a16:creationId xmlns:a16="http://schemas.microsoft.com/office/drawing/2014/main" id="{B960EA4A-462F-4199-A838-434DE97B6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" y="2681"/>
                <a:ext cx="98" cy="124"/>
              </a:xfrm>
              <a:custGeom>
                <a:avLst/>
                <a:gdLst>
                  <a:gd name="T0" fmla="*/ 0 w 85"/>
                  <a:gd name="T1" fmla="*/ 99 h 101"/>
                  <a:gd name="T2" fmla="*/ 130 w 85"/>
                  <a:gd name="T3" fmla="*/ 98 h 101"/>
                  <a:gd name="T4" fmla="*/ 0 w 85"/>
                  <a:gd name="T5" fmla="*/ 99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1">
                    <a:moveTo>
                      <a:pt x="0" y="54"/>
                    </a:moveTo>
                    <a:cubicBezTo>
                      <a:pt x="0" y="54"/>
                      <a:pt x="44" y="0"/>
                      <a:pt x="85" y="53"/>
                    </a:cubicBezTo>
                    <a:cubicBezTo>
                      <a:pt x="85" y="53"/>
                      <a:pt x="49" y="101"/>
                      <a:pt x="0" y="54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28" name="Oval 1937">
                <a:extLst>
                  <a:ext uri="{FF2B5EF4-FFF2-40B4-BE49-F238E27FC236}">
                    <a16:creationId xmlns:a16="http://schemas.microsoft.com/office/drawing/2014/main" id="{C2D49227-02D7-455B-AFB8-51411CA62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" y="2737"/>
                <a:ext cx="33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29" name="Freeform 1938">
                <a:extLst>
                  <a:ext uri="{FF2B5EF4-FFF2-40B4-BE49-F238E27FC236}">
                    <a16:creationId xmlns:a16="http://schemas.microsoft.com/office/drawing/2014/main" id="{7F43D58B-47C7-47F7-96AA-43285CA50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2686"/>
                <a:ext cx="103" cy="118"/>
              </a:xfrm>
              <a:custGeom>
                <a:avLst/>
                <a:gdLst>
                  <a:gd name="T0" fmla="*/ 0 w 89"/>
                  <a:gd name="T1" fmla="*/ 91 h 96"/>
                  <a:gd name="T2" fmla="*/ 138 w 89"/>
                  <a:gd name="T3" fmla="*/ 90 h 96"/>
                  <a:gd name="T4" fmla="*/ 0 w 89"/>
                  <a:gd name="T5" fmla="*/ 9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6">
                    <a:moveTo>
                      <a:pt x="0" y="49"/>
                    </a:moveTo>
                    <a:cubicBezTo>
                      <a:pt x="0" y="49"/>
                      <a:pt x="35" y="0"/>
                      <a:pt x="89" y="48"/>
                    </a:cubicBezTo>
                    <a:cubicBezTo>
                      <a:pt x="89" y="48"/>
                      <a:pt x="49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30" name="Oval 1939">
                <a:extLst>
                  <a:ext uri="{FF2B5EF4-FFF2-40B4-BE49-F238E27FC236}">
                    <a16:creationId xmlns:a16="http://schemas.microsoft.com/office/drawing/2014/main" id="{15079270-0B99-4860-959A-1AE32054E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2734"/>
                <a:ext cx="34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31" name="Freeform 1940">
                <a:extLst>
                  <a:ext uri="{FF2B5EF4-FFF2-40B4-BE49-F238E27FC236}">
                    <a16:creationId xmlns:a16="http://schemas.microsoft.com/office/drawing/2014/main" id="{DD956F6F-44FE-4A39-AE65-3BFD1DC24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2688"/>
                <a:ext cx="129" cy="115"/>
              </a:xfrm>
              <a:custGeom>
                <a:avLst/>
                <a:gdLst>
                  <a:gd name="T0" fmla="*/ 0 w 112"/>
                  <a:gd name="T1" fmla="*/ 87 h 94"/>
                  <a:gd name="T2" fmla="*/ 172 w 112"/>
                  <a:gd name="T3" fmla="*/ 88 h 94"/>
                  <a:gd name="T4" fmla="*/ 0 w 112"/>
                  <a:gd name="T5" fmla="*/ 87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94">
                    <a:moveTo>
                      <a:pt x="0" y="47"/>
                    </a:moveTo>
                    <a:cubicBezTo>
                      <a:pt x="0" y="47"/>
                      <a:pt x="57" y="0"/>
                      <a:pt x="112" y="48"/>
                    </a:cubicBezTo>
                    <a:cubicBezTo>
                      <a:pt x="112" y="48"/>
                      <a:pt x="49" y="94"/>
                      <a:pt x="0" y="4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32" name="Oval 1941">
                <a:extLst>
                  <a:ext uri="{FF2B5EF4-FFF2-40B4-BE49-F238E27FC236}">
                    <a16:creationId xmlns:a16="http://schemas.microsoft.com/office/drawing/2014/main" id="{F12E5083-D05B-43B1-B2F6-2CAE5F848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" y="2727"/>
                <a:ext cx="33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33" name="Freeform 1942">
                <a:extLst>
                  <a:ext uri="{FF2B5EF4-FFF2-40B4-BE49-F238E27FC236}">
                    <a16:creationId xmlns:a16="http://schemas.microsoft.com/office/drawing/2014/main" id="{DCEC44EC-8754-4B61-AC29-6A6ABE3FE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689"/>
                <a:ext cx="103" cy="115"/>
              </a:xfrm>
              <a:custGeom>
                <a:avLst/>
                <a:gdLst>
                  <a:gd name="T0" fmla="*/ 0 w 90"/>
                  <a:gd name="T1" fmla="*/ 87 h 94"/>
                  <a:gd name="T2" fmla="*/ 135 w 90"/>
                  <a:gd name="T3" fmla="*/ 88 h 94"/>
                  <a:gd name="T4" fmla="*/ 0 w 90"/>
                  <a:gd name="T5" fmla="*/ 87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94">
                    <a:moveTo>
                      <a:pt x="0" y="47"/>
                    </a:moveTo>
                    <a:cubicBezTo>
                      <a:pt x="0" y="47"/>
                      <a:pt x="35" y="0"/>
                      <a:pt x="90" y="48"/>
                    </a:cubicBezTo>
                    <a:cubicBezTo>
                      <a:pt x="90" y="48"/>
                      <a:pt x="48" y="94"/>
                      <a:pt x="0" y="4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34" name="Oval 1943">
                <a:extLst>
                  <a:ext uri="{FF2B5EF4-FFF2-40B4-BE49-F238E27FC236}">
                    <a16:creationId xmlns:a16="http://schemas.microsoft.com/office/drawing/2014/main" id="{CB18ECF9-4829-4DC7-8A51-38E6B30A8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" y="2742"/>
                <a:ext cx="33" cy="17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35" name="Freeform 1944">
                <a:extLst>
                  <a:ext uri="{FF2B5EF4-FFF2-40B4-BE49-F238E27FC236}">
                    <a16:creationId xmlns:a16="http://schemas.microsoft.com/office/drawing/2014/main" id="{584E4822-5E90-43CA-AA59-E7B18104A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688"/>
                <a:ext cx="127" cy="117"/>
              </a:xfrm>
              <a:custGeom>
                <a:avLst/>
                <a:gdLst>
                  <a:gd name="T0" fmla="*/ 0 w 110"/>
                  <a:gd name="T1" fmla="*/ 89 h 96"/>
                  <a:gd name="T2" fmla="*/ 170 w 110"/>
                  <a:gd name="T3" fmla="*/ 88 h 96"/>
                  <a:gd name="T4" fmla="*/ 0 w 110"/>
                  <a:gd name="T5" fmla="*/ 8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96">
                    <a:moveTo>
                      <a:pt x="0" y="49"/>
                    </a:moveTo>
                    <a:cubicBezTo>
                      <a:pt x="0" y="49"/>
                      <a:pt x="56" y="0"/>
                      <a:pt x="110" y="48"/>
                    </a:cubicBezTo>
                    <a:cubicBezTo>
                      <a:pt x="110" y="48"/>
                      <a:pt x="49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36" name="Oval 1945">
                <a:extLst>
                  <a:ext uri="{FF2B5EF4-FFF2-40B4-BE49-F238E27FC236}">
                    <a16:creationId xmlns:a16="http://schemas.microsoft.com/office/drawing/2014/main" id="{B81E66CD-82D0-476B-B8CB-8FB5D4A16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2731"/>
                <a:ext cx="34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37" name="Freeform 1946">
                <a:extLst>
                  <a:ext uri="{FF2B5EF4-FFF2-40B4-BE49-F238E27FC236}">
                    <a16:creationId xmlns:a16="http://schemas.microsoft.com/office/drawing/2014/main" id="{8B4A0096-85C1-4B9F-BE71-46545CFEA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688"/>
                <a:ext cx="115" cy="116"/>
              </a:xfrm>
              <a:custGeom>
                <a:avLst/>
                <a:gdLst>
                  <a:gd name="T0" fmla="*/ 0 w 100"/>
                  <a:gd name="T1" fmla="*/ 88 h 95"/>
                  <a:gd name="T2" fmla="*/ 152 w 100"/>
                  <a:gd name="T3" fmla="*/ 88 h 95"/>
                  <a:gd name="T4" fmla="*/ 0 w 100"/>
                  <a:gd name="T5" fmla="*/ 88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95">
                    <a:moveTo>
                      <a:pt x="0" y="48"/>
                    </a:moveTo>
                    <a:cubicBezTo>
                      <a:pt x="0" y="48"/>
                      <a:pt x="46" y="0"/>
                      <a:pt x="100" y="48"/>
                    </a:cubicBezTo>
                    <a:cubicBezTo>
                      <a:pt x="100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38" name="Oval 1947">
                <a:extLst>
                  <a:ext uri="{FF2B5EF4-FFF2-40B4-BE49-F238E27FC236}">
                    <a16:creationId xmlns:a16="http://schemas.microsoft.com/office/drawing/2014/main" id="{068F1825-1C56-4958-A0EA-1BB86C257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735"/>
                <a:ext cx="33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39" name="Freeform 1948">
                <a:extLst>
                  <a:ext uri="{FF2B5EF4-FFF2-40B4-BE49-F238E27FC236}">
                    <a16:creationId xmlns:a16="http://schemas.microsoft.com/office/drawing/2014/main" id="{09B6AC8A-8166-48ED-92EB-6EDF43A52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3274"/>
                <a:ext cx="85" cy="115"/>
              </a:xfrm>
              <a:custGeom>
                <a:avLst/>
                <a:gdLst>
                  <a:gd name="T0" fmla="*/ 0 w 74"/>
                  <a:gd name="T1" fmla="*/ 72 h 94"/>
                  <a:gd name="T2" fmla="*/ 113 w 74"/>
                  <a:gd name="T3" fmla="*/ 72 h 94"/>
                  <a:gd name="T4" fmla="*/ 0 w 74"/>
                  <a:gd name="T5" fmla="*/ 72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94">
                    <a:moveTo>
                      <a:pt x="0" y="39"/>
                    </a:moveTo>
                    <a:cubicBezTo>
                      <a:pt x="0" y="39"/>
                      <a:pt x="40" y="0"/>
                      <a:pt x="74" y="39"/>
                    </a:cubicBezTo>
                    <a:cubicBezTo>
                      <a:pt x="74" y="39"/>
                      <a:pt x="36" y="94"/>
                      <a:pt x="0" y="3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40" name="Oval 1949">
                <a:extLst>
                  <a:ext uri="{FF2B5EF4-FFF2-40B4-BE49-F238E27FC236}">
                    <a16:creationId xmlns:a16="http://schemas.microsoft.com/office/drawing/2014/main" id="{B6021CB3-2BCC-45FF-B0FA-3F2C546DF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" y="3313"/>
                <a:ext cx="34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41" name="Freeform 1950">
                <a:extLst>
                  <a:ext uri="{FF2B5EF4-FFF2-40B4-BE49-F238E27FC236}">
                    <a16:creationId xmlns:a16="http://schemas.microsoft.com/office/drawing/2014/main" id="{5B24D6B8-6D2D-4E7D-8110-F53EEFFB4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3263"/>
                <a:ext cx="122" cy="117"/>
              </a:xfrm>
              <a:custGeom>
                <a:avLst/>
                <a:gdLst>
                  <a:gd name="T0" fmla="*/ 0 w 106"/>
                  <a:gd name="T1" fmla="*/ 90 h 95"/>
                  <a:gd name="T2" fmla="*/ 161 w 106"/>
                  <a:gd name="T3" fmla="*/ 90 h 95"/>
                  <a:gd name="T4" fmla="*/ 0 w 106"/>
                  <a:gd name="T5" fmla="*/ 9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95">
                    <a:moveTo>
                      <a:pt x="0" y="48"/>
                    </a:moveTo>
                    <a:cubicBezTo>
                      <a:pt x="0" y="48"/>
                      <a:pt x="52" y="0"/>
                      <a:pt x="106" y="48"/>
                    </a:cubicBezTo>
                    <a:cubicBezTo>
                      <a:pt x="106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42" name="Oval 1951">
                <a:extLst>
                  <a:ext uri="{FF2B5EF4-FFF2-40B4-BE49-F238E27FC236}">
                    <a16:creationId xmlns:a16="http://schemas.microsoft.com/office/drawing/2014/main" id="{A9CD4EDB-A50F-4BAB-A6A3-187906DE7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3313"/>
                <a:ext cx="34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43" name="Freeform 1952">
                <a:extLst>
                  <a:ext uri="{FF2B5EF4-FFF2-40B4-BE49-F238E27FC236}">
                    <a16:creationId xmlns:a16="http://schemas.microsoft.com/office/drawing/2014/main" id="{0BA5CBEB-2B09-46FD-A0AF-6691C7A31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3263"/>
                <a:ext cx="139" cy="117"/>
              </a:xfrm>
              <a:custGeom>
                <a:avLst/>
                <a:gdLst>
                  <a:gd name="T0" fmla="*/ 0 w 121"/>
                  <a:gd name="T1" fmla="*/ 90 h 95"/>
                  <a:gd name="T2" fmla="*/ 184 w 121"/>
                  <a:gd name="T3" fmla="*/ 90 h 95"/>
                  <a:gd name="T4" fmla="*/ 0 w 121"/>
                  <a:gd name="T5" fmla="*/ 9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95">
                    <a:moveTo>
                      <a:pt x="0" y="48"/>
                    </a:moveTo>
                    <a:cubicBezTo>
                      <a:pt x="0" y="48"/>
                      <a:pt x="66" y="0"/>
                      <a:pt x="121" y="48"/>
                    </a:cubicBezTo>
                    <a:cubicBezTo>
                      <a:pt x="121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44" name="Oval 1953">
                <a:extLst>
                  <a:ext uri="{FF2B5EF4-FFF2-40B4-BE49-F238E27FC236}">
                    <a16:creationId xmlns:a16="http://schemas.microsoft.com/office/drawing/2014/main" id="{51DB55DD-159C-4607-97A7-D43730185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5" y="3312"/>
                <a:ext cx="34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45" name="Freeform 1954">
                <a:extLst>
                  <a:ext uri="{FF2B5EF4-FFF2-40B4-BE49-F238E27FC236}">
                    <a16:creationId xmlns:a16="http://schemas.microsoft.com/office/drawing/2014/main" id="{B9A264D8-C55D-4BD5-B347-B9B2AE66E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3263"/>
                <a:ext cx="103" cy="117"/>
              </a:xfrm>
              <a:custGeom>
                <a:avLst/>
                <a:gdLst>
                  <a:gd name="T0" fmla="*/ 0 w 89"/>
                  <a:gd name="T1" fmla="*/ 90 h 95"/>
                  <a:gd name="T2" fmla="*/ 138 w 89"/>
                  <a:gd name="T3" fmla="*/ 91 h 95"/>
                  <a:gd name="T4" fmla="*/ 0 w 89"/>
                  <a:gd name="T5" fmla="*/ 9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5">
                    <a:moveTo>
                      <a:pt x="0" y="48"/>
                    </a:moveTo>
                    <a:cubicBezTo>
                      <a:pt x="0" y="48"/>
                      <a:pt x="35" y="0"/>
                      <a:pt x="89" y="49"/>
                    </a:cubicBezTo>
                    <a:cubicBezTo>
                      <a:pt x="89" y="49"/>
                      <a:pt x="48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46" name="Oval 1955">
                <a:extLst>
                  <a:ext uri="{FF2B5EF4-FFF2-40B4-BE49-F238E27FC236}">
                    <a16:creationId xmlns:a16="http://schemas.microsoft.com/office/drawing/2014/main" id="{4A8E999C-4A2F-4E7D-9488-A34959976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9" y="3303"/>
                <a:ext cx="33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47" name="Freeform 1956">
                <a:extLst>
                  <a:ext uri="{FF2B5EF4-FFF2-40B4-BE49-F238E27FC236}">
                    <a16:creationId xmlns:a16="http://schemas.microsoft.com/office/drawing/2014/main" id="{12E92928-3BC1-44C4-9135-C4ED36D7B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240"/>
                <a:ext cx="116" cy="141"/>
              </a:xfrm>
              <a:custGeom>
                <a:avLst/>
                <a:gdLst>
                  <a:gd name="T0" fmla="*/ 0 w 101"/>
                  <a:gd name="T1" fmla="*/ 125 h 115"/>
                  <a:gd name="T2" fmla="*/ 153 w 101"/>
                  <a:gd name="T3" fmla="*/ 124 h 115"/>
                  <a:gd name="T4" fmla="*/ 0 w 101"/>
                  <a:gd name="T5" fmla="*/ 125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115">
                    <a:moveTo>
                      <a:pt x="0" y="68"/>
                    </a:moveTo>
                    <a:cubicBezTo>
                      <a:pt x="0" y="68"/>
                      <a:pt x="39" y="0"/>
                      <a:pt x="101" y="67"/>
                    </a:cubicBezTo>
                    <a:cubicBezTo>
                      <a:pt x="101" y="67"/>
                      <a:pt x="49" y="115"/>
                      <a:pt x="0" y="6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48" name="Oval 1957">
                <a:extLst>
                  <a:ext uri="{FF2B5EF4-FFF2-40B4-BE49-F238E27FC236}">
                    <a16:creationId xmlns:a16="http://schemas.microsoft.com/office/drawing/2014/main" id="{9C4331AE-C7A9-4BBD-9FCD-EF83B2991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2" y="3313"/>
                <a:ext cx="33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49" name="Freeform 1958">
                <a:extLst>
                  <a:ext uri="{FF2B5EF4-FFF2-40B4-BE49-F238E27FC236}">
                    <a16:creationId xmlns:a16="http://schemas.microsoft.com/office/drawing/2014/main" id="{0B5AA268-E1F6-4DF1-B4F9-177D9C67C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3263"/>
                <a:ext cx="127" cy="106"/>
              </a:xfrm>
              <a:custGeom>
                <a:avLst/>
                <a:gdLst>
                  <a:gd name="T0" fmla="*/ 0 w 110"/>
                  <a:gd name="T1" fmla="*/ 90 h 86"/>
                  <a:gd name="T2" fmla="*/ 170 w 110"/>
                  <a:gd name="T3" fmla="*/ 90 h 86"/>
                  <a:gd name="T4" fmla="*/ 0 w 110"/>
                  <a:gd name="T5" fmla="*/ 9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86">
                    <a:moveTo>
                      <a:pt x="0" y="48"/>
                    </a:moveTo>
                    <a:cubicBezTo>
                      <a:pt x="0" y="48"/>
                      <a:pt x="56" y="0"/>
                      <a:pt x="110" y="48"/>
                    </a:cubicBezTo>
                    <a:cubicBezTo>
                      <a:pt x="110" y="48"/>
                      <a:pt x="52" y="86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50" name="Oval 1959">
                <a:extLst>
                  <a:ext uri="{FF2B5EF4-FFF2-40B4-BE49-F238E27FC236}">
                    <a16:creationId xmlns:a16="http://schemas.microsoft.com/office/drawing/2014/main" id="{71C080E4-FD0D-4720-9702-BEAC8DE09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0" y="3312"/>
                <a:ext cx="34" cy="17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51" name="Freeform 1960">
                <a:extLst>
                  <a:ext uri="{FF2B5EF4-FFF2-40B4-BE49-F238E27FC236}">
                    <a16:creationId xmlns:a16="http://schemas.microsoft.com/office/drawing/2014/main" id="{6E0E7A20-0CBB-48B0-B06E-2C9230EC4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3263"/>
                <a:ext cx="116" cy="117"/>
              </a:xfrm>
              <a:custGeom>
                <a:avLst/>
                <a:gdLst>
                  <a:gd name="T0" fmla="*/ 0 w 101"/>
                  <a:gd name="T1" fmla="*/ 90 h 95"/>
                  <a:gd name="T2" fmla="*/ 153 w 101"/>
                  <a:gd name="T3" fmla="*/ 90 h 95"/>
                  <a:gd name="T4" fmla="*/ 0 w 101"/>
                  <a:gd name="T5" fmla="*/ 9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95">
                    <a:moveTo>
                      <a:pt x="0" y="48"/>
                    </a:moveTo>
                    <a:cubicBezTo>
                      <a:pt x="0" y="48"/>
                      <a:pt x="46" y="0"/>
                      <a:pt x="101" y="48"/>
                    </a:cubicBezTo>
                    <a:cubicBezTo>
                      <a:pt x="101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52" name="Oval 1961">
                <a:extLst>
                  <a:ext uri="{FF2B5EF4-FFF2-40B4-BE49-F238E27FC236}">
                    <a16:creationId xmlns:a16="http://schemas.microsoft.com/office/drawing/2014/main" id="{4DFA418E-46DD-4CF3-BDFD-0A6714978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3" y="3313"/>
                <a:ext cx="33" cy="19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53" name="Freeform 1962">
                <a:extLst>
                  <a:ext uri="{FF2B5EF4-FFF2-40B4-BE49-F238E27FC236}">
                    <a16:creationId xmlns:a16="http://schemas.microsoft.com/office/drawing/2014/main" id="{46644FE1-28FC-40B0-B8B7-BE85498A7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247"/>
                <a:ext cx="107" cy="108"/>
              </a:xfrm>
              <a:custGeom>
                <a:avLst/>
                <a:gdLst>
                  <a:gd name="T0" fmla="*/ 0 w 93"/>
                  <a:gd name="T1" fmla="*/ 113 h 88"/>
                  <a:gd name="T2" fmla="*/ 142 w 93"/>
                  <a:gd name="T3" fmla="*/ 48 h 88"/>
                  <a:gd name="T4" fmla="*/ 0 w 93"/>
                  <a:gd name="T5" fmla="*/ 113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88">
                    <a:moveTo>
                      <a:pt x="0" y="61"/>
                    </a:moveTo>
                    <a:cubicBezTo>
                      <a:pt x="0" y="61"/>
                      <a:pt x="25" y="0"/>
                      <a:pt x="93" y="26"/>
                    </a:cubicBezTo>
                    <a:cubicBezTo>
                      <a:pt x="93" y="26"/>
                      <a:pt x="62" y="88"/>
                      <a:pt x="0" y="61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54" name="Freeform 1963">
                <a:extLst>
                  <a:ext uri="{FF2B5EF4-FFF2-40B4-BE49-F238E27FC236}">
                    <a16:creationId xmlns:a16="http://schemas.microsoft.com/office/drawing/2014/main" id="{8147F12B-6ED8-45CC-9A3D-F84D4C2B3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3290"/>
                <a:ext cx="35" cy="23"/>
              </a:xfrm>
              <a:custGeom>
                <a:avLst/>
                <a:gdLst>
                  <a:gd name="T0" fmla="*/ 47 w 30"/>
                  <a:gd name="T1" fmla="*/ 7 h 19"/>
                  <a:gd name="T2" fmla="*/ 29 w 30"/>
                  <a:gd name="T3" fmla="*/ 28 h 19"/>
                  <a:gd name="T4" fmla="*/ 2 w 30"/>
                  <a:gd name="T5" fmla="*/ 25 h 19"/>
                  <a:gd name="T6" fmla="*/ 21 w 30"/>
                  <a:gd name="T7" fmla="*/ 2 h 19"/>
                  <a:gd name="T8" fmla="*/ 47 w 30"/>
                  <a:gd name="T9" fmla="*/ 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29" y="4"/>
                    </a:moveTo>
                    <a:cubicBezTo>
                      <a:pt x="30" y="8"/>
                      <a:pt x="25" y="13"/>
                      <a:pt x="18" y="16"/>
                    </a:cubicBezTo>
                    <a:cubicBezTo>
                      <a:pt x="10" y="19"/>
                      <a:pt x="3" y="18"/>
                      <a:pt x="2" y="14"/>
                    </a:cubicBezTo>
                    <a:cubicBezTo>
                      <a:pt x="0" y="11"/>
                      <a:pt x="5" y="5"/>
                      <a:pt x="13" y="2"/>
                    </a:cubicBezTo>
                    <a:cubicBezTo>
                      <a:pt x="20" y="0"/>
                      <a:pt x="27" y="0"/>
                      <a:pt x="29" y="4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55" name="Freeform 1964">
                <a:extLst>
                  <a:ext uri="{FF2B5EF4-FFF2-40B4-BE49-F238E27FC236}">
                    <a16:creationId xmlns:a16="http://schemas.microsoft.com/office/drawing/2014/main" id="{781A8B2C-E77F-4AC2-BF18-B353E55EB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180"/>
                <a:ext cx="83" cy="98"/>
              </a:xfrm>
              <a:custGeom>
                <a:avLst/>
                <a:gdLst>
                  <a:gd name="T0" fmla="*/ 18 w 72"/>
                  <a:gd name="T1" fmla="*/ 147 h 80"/>
                  <a:gd name="T2" fmla="*/ 111 w 72"/>
                  <a:gd name="T3" fmla="*/ 0 h 80"/>
                  <a:gd name="T4" fmla="*/ 18 w 72"/>
                  <a:gd name="T5" fmla="*/ 147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80">
                    <a:moveTo>
                      <a:pt x="12" y="80"/>
                    </a:moveTo>
                    <a:cubicBezTo>
                      <a:pt x="12" y="80"/>
                      <a:pt x="0" y="7"/>
                      <a:pt x="72" y="0"/>
                    </a:cubicBezTo>
                    <a:cubicBezTo>
                      <a:pt x="72" y="0"/>
                      <a:pt x="69" y="70"/>
                      <a:pt x="12" y="80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56" name="Freeform 1965">
                <a:extLst>
                  <a:ext uri="{FF2B5EF4-FFF2-40B4-BE49-F238E27FC236}">
                    <a16:creationId xmlns:a16="http://schemas.microsoft.com/office/drawing/2014/main" id="{E48A010C-C759-4343-83C2-338FB4CCB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3215"/>
                <a:ext cx="25" cy="32"/>
              </a:xfrm>
              <a:custGeom>
                <a:avLst/>
                <a:gdLst>
                  <a:gd name="T0" fmla="*/ 28 w 22"/>
                  <a:gd name="T1" fmla="*/ 6 h 26"/>
                  <a:gd name="T2" fmla="*/ 25 w 22"/>
                  <a:gd name="T3" fmla="*/ 32 h 26"/>
                  <a:gd name="T4" fmla="*/ 3 w 22"/>
                  <a:gd name="T5" fmla="*/ 46 h 26"/>
                  <a:gd name="T6" fmla="*/ 9 w 22"/>
                  <a:gd name="T7" fmla="*/ 17 h 26"/>
                  <a:gd name="T8" fmla="*/ 28 w 22"/>
                  <a:gd name="T9" fmla="*/ 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">
                    <a:moveTo>
                      <a:pt x="19" y="3"/>
                    </a:moveTo>
                    <a:cubicBezTo>
                      <a:pt x="22" y="5"/>
                      <a:pt x="21" y="11"/>
                      <a:pt x="17" y="17"/>
                    </a:cubicBezTo>
                    <a:cubicBezTo>
                      <a:pt x="12" y="23"/>
                      <a:pt x="6" y="26"/>
                      <a:pt x="3" y="24"/>
                    </a:cubicBezTo>
                    <a:cubicBezTo>
                      <a:pt x="0" y="22"/>
                      <a:pt x="2" y="15"/>
                      <a:pt x="6" y="9"/>
                    </a:cubicBezTo>
                    <a:cubicBezTo>
                      <a:pt x="10" y="3"/>
                      <a:pt x="16" y="0"/>
                      <a:pt x="19" y="3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57" name="Freeform 1966">
                <a:extLst>
                  <a:ext uri="{FF2B5EF4-FFF2-40B4-BE49-F238E27FC236}">
                    <a16:creationId xmlns:a16="http://schemas.microsoft.com/office/drawing/2014/main" id="{7C924647-DF12-4660-AE52-AAFD789F6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3083"/>
                <a:ext cx="73" cy="97"/>
              </a:xfrm>
              <a:custGeom>
                <a:avLst/>
                <a:gdLst>
                  <a:gd name="T0" fmla="*/ 39 w 63"/>
                  <a:gd name="T1" fmla="*/ 146 h 79"/>
                  <a:gd name="T2" fmla="*/ 70 w 63"/>
                  <a:gd name="T3" fmla="*/ 0 h 79"/>
                  <a:gd name="T4" fmla="*/ 39 w 63"/>
                  <a:gd name="T5" fmla="*/ 146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79">
                    <a:moveTo>
                      <a:pt x="25" y="79"/>
                    </a:moveTo>
                    <a:cubicBezTo>
                      <a:pt x="25" y="79"/>
                      <a:pt x="0" y="31"/>
                      <a:pt x="45" y="0"/>
                    </a:cubicBezTo>
                    <a:cubicBezTo>
                      <a:pt x="63" y="35"/>
                      <a:pt x="28" y="77"/>
                      <a:pt x="25" y="79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58" name="Freeform 1967">
                <a:extLst>
                  <a:ext uri="{FF2B5EF4-FFF2-40B4-BE49-F238E27FC236}">
                    <a16:creationId xmlns:a16="http://schemas.microsoft.com/office/drawing/2014/main" id="{B66541A2-921D-487E-A02D-C18E9BEDF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122"/>
                <a:ext cx="19" cy="33"/>
              </a:xfrm>
              <a:custGeom>
                <a:avLst/>
                <a:gdLst>
                  <a:gd name="T0" fmla="*/ 17 w 17"/>
                  <a:gd name="T1" fmla="*/ 1 h 27"/>
                  <a:gd name="T2" fmla="*/ 21 w 17"/>
                  <a:gd name="T3" fmla="*/ 29 h 27"/>
                  <a:gd name="T4" fmla="*/ 8 w 17"/>
                  <a:gd name="T5" fmla="*/ 48 h 27"/>
                  <a:gd name="T6" fmla="*/ 2 w 17"/>
                  <a:gd name="T7" fmla="*/ 22 h 27"/>
                  <a:gd name="T8" fmla="*/ 17 w 17"/>
                  <a:gd name="T9" fmla="*/ 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12" y="1"/>
                    </a:moveTo>
                    <a:cubicBezTo>
                      <a:pt x="15" y="2"/>
                      <a:pt x="17" y="9"/>
                      <a:pt x="15" y="16"/>
                    </a:cubicBezTo>
                    <a:cubicBezTo>
                      <a:pt x="13" y="23"/>
                      <a:pt x="8" y="27"/>
                      <a:pt x="5" y="26"/>
                    </a:cubicBezTo>
                    <a:cubicBezTo>
                      <a:pt x="1" y="25"/>
                      <a:pt x="0" y="19"/>
                      <a:pt x="2" y="12"/>
                    </a:cubicBezTo>
                    <a:cubicBezTo>
                      <a:pt x="4" y="5"/>
                      <a:pt x="8" y="0"/>
                      <a:pt x="12" y="1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59" name="Freeform 1968">
                <a:extLst>
                  <a:ext uri="{FF2B5EF4-FFF2-40B4-BE49-F238E27FC236}">
                    <a16:creationId xmlns:a16="http://schemas.microsoft.com/office/drawing/2014/main" id="{B59F7770-F744-45E4-A051-E579D8336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959"/>
                <a:ext cx="92" cy="124"/>
              </a:xfrm>
              <a:custGeom>
                <a:avLst/>
                <a:gdLst>
                  <a:gd name="T0" fmla="*/ 59 w 80"/>
                  <a:gd name="T1" fmla="*/ 187 h 101"/>
                  <a:gd name="T2" fmla="*/ 51 w 80"/>
                  <a:gd name="T3" fmla="*/ 0 h 101"/>
                  <a:gd name="T4" fmla="*/ 59 w 80"/>
                  <a:gd name="T5" fmla="*/ 187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01">
                    <a:moveTo>
                      <a:pt x="38" y="101"/>
                    </a:moveTo>
                    <a:cubicBezTo>
                      <a:pt x="38" y="101"/>
                      <a:pt x="0" y="41"/>
                      <a:pt x="33" y="0"/>
                    </a:cubicBezTo>
                    <a:cubicBezTo>
                      <a:pt x="33" y="0"/>
                      <a:pt x="80" y="57"/>
                      <a:pt x="38" y="101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60" name="Oval 1969">
                <a:extLst>
                  <a:ext uri="{FF2B5EF4-FFF2-40B4-BE49-F238E27FC236}">
                    <a16:creationId xmlns:a16="http://schemas.microsoft.com/office/drawing/2014/main" id="{EF609DA0-E36C-41B0-A64F-A6473A423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3014"/>
                <a:ext cx="15" cy="31"/>
              </a:xfrm>
              <a:prstGeom prst="ellipse">
                <a:avLst/>
              </a:pr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361" name="Freeform 1970">
                <a:extLst>
                  <a:ext uri="{FF2B5EF4-FFF2-40B4-BE49-F238E27FC236}">
                    <a16:creationId xmlns:a16="http://schemas.microsoft.com/office/drawing/2014/main" id="{6985418A-E3C0-4C62-A60E-1EDEE8BFB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879"/>
                <a:ext cx="77" cy="80"/>
              </a:xfrm>
              <a:custGeom>
                <a:avLst/>
                <a:gdLst>
                  <a:gd name="T0" fmla="*/ 68 w 67"/>
                  <a:gd name="T1" fmla="*/ 121 h 65"/>
                  <a:gd name="T2" fmla="*/ 34 w 67"/>
                  <a:gd name="T3" fmla="*/ 0 h 65"/>
                  <a:gd name="T4" fmla="*/ 68 w 67"/>
                  <a:gd name="T5" fmla="*/ 12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5">
                    <a:moveTo>
                      <a:pt x="44" y="65"/>
                    </a:moveTo>
                    <a:cubicBezTo>
                      <a:pt x="44" y="65"/>
                      <a:pt x="0" y="56"/>
                      <a:pt x="23" y="0"/>
                    </a:cubicBezTo>
                    <a:cubicBezTo>
                      <a:pt x="23" y="0"/>
                      <a:pt x="67" y="6"/>
                      <a:pt x="44" y="65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62" name="Freeform 1971">
                <a:extLst>
                  <a:ext uri="{FF2B5EF4-FFF2-40B4-BE49-F238E27FC236}">
                    <a16:creationId xmlns:a16="http://schemas.microsoft.com/office/drawing/2014/main" id="{B6CCD0F6-C20E-4939-9AC3-D379F60CE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910"/>
                <a:ext cx="17" cy="32"/>
              </a:xfrm>
              <a:custGeom>
                <a:avLst/>
                <a:gdLst>
                  <a:gd name="T0" fmla="*/ 8 w 15"/>
                  <a:gd name="T1" fmla="*/ 1 h 26"/>
                  <a:gd name="T2" fmla="*/ 19 w 15"/>
                  <a:gd name="T3" fmla="*/ 22 h 26"/>
                  <a:gd name="T4" fmla="*/ 14 w 15"/>
                  <a:gd name="T5" fmla="*/ 47 h 26"/>
                  <a:gd name="T6" fmla="*/ 1 w 15"/>
                  <a:gd name="T7" fmla="*/ 26 h 26"/>
                  <a:gd name="T8" fmla="*/ 8 w 15"/>
                  <a:gd name="T9" fmla="*/ 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6">
                    <a:moveTo>
                      <a:pt x="5" y="1"/>
                    </a:moveTo>
                    <a:cubicBezTo>
                      <a:pt x="8" y="0"/>
                      <a:pt x="12" y="5"/>
                      <a:pt x="13" y="12"/>
                    </a:cubicBezTo>
                    <a:cubicBezTo>
                      <a:pt x="15" y="18"/>
                      <a:pt x="13" y="24"/>
                      <a:pt x="10" y="25"/>
                    </a:cubicBezTo>
                    <a:cubicBezTo>
                      <a:pt x="7" y="26"/>
                      <a:pt x="3" y="21"/>
                      <a:pt x="1" y="14"/>
                    </a:cubicBezTo>
                    <a:cubicBezTo>
                      <a:pt x="0" y="8"/>
                      <a:pt x="1" y="2"/>
                      <a:pt x="5" y="1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63" name="Freeform 1972">
                <a:extLst>
                  <a:ext uri="{FF2B5EF4-FFF2-40B4-BE49-F238E27FC236}">
                    <a16:creationId xmlns:a16="http://schemas.microsoft.com/office/drawing/2014/main" id="{D7632B37-56B0-4ECE-BEB8-944C1D358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02"/>
                <a:ext cx="75" cy="90"/>
              </a:xfrm>
              <a:custGeom>
                <a:avLst/>
                <a:gdLst>
                  <a:gd name="T0" fmla="*/ 92 w 65"/>
                  <a:gd name="T1" fmla="*/ 114 h 74"/>
                  <a:gd name="T2" fmla="*/ 27 w 65"/>
                  <a:gd name="T3" fmla="*/ 0 h 74"/>
                  <a:gd name="T4" fmla="*/ 92 w 65"/>
                  <a:gd name="T5" fmla="*/ 114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74">
                    <a:moveTo>
                      <a:pt x="60" y="63"/>
                    </a:moveTo>
                    <a:cubicBezTo>
                      <a:pt x="60" y="63"/>
                      <a:pt x="0" y="74"/>
                      <a:pt x="17" y="0"/>
                    </a:cubicBezTo>
                    <a:cubicBezTo>
                      <a:pt x="17" y="0"/>
                      <a:pt x="65" y="4"/>
                      <a:pt x="60" y="63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64" name="Freeform 1973">
                <a:extLst>
                  <a:ext uri="{FF2B5EF4-FFF2-40B4-BE49-F238E27FC236}">
                    <a16:creationId xmlns:a16="http://schemas.microsoft.com/office/drawing/2014/main" id="{C747A52A-1D89-40EB-8B16-8CAC2D559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24"/>
                <a:ext cx="26" cy="28"/>
              </a:xfrm>
              <a:custGeom>
                <a:avLst/>
                <a:gdLst>
                  <a:gd name="T0" fmla="*/ 3 w 23"/>
                  <a:gd name="T1" fmla="*/ 6 h 23"/>
                  <a:gd name="T2" fmla="*/ 23 w 23"/>
                  <a:gd name="T3" fmla="*/ 13 h 23"/>
                  <a:gd name="T4" fmla="*/ 29 w 23"/>
                  <a:gd name="T5" fmla="*/ 35 h 23"/>
                  <a:gd name="T6" fmla="*/ 10 w 23"/>
                  <a:gd name="T7" fmla="*/ 28 h 23"/>
                  <a:gd name="T8" fmla="*/ 3 w 23"/>
                  <a:gd name="T9" fmla="*/ 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3" y="3"/>
                    </a:moveTo>
                    <a:cubicBezTo>
                      <a:pt x="5" y="0"/>
                      <a:pt x="11" y="2"/>
                      <a:pt x="16" y="7"/>
                    </a:cubicBezTo>
                    <a:cubicBezTo>
                      <a:pt x="21" y="12"/>
                      <a:pt x="23" y="18"/>
                      <a:pt x="20" y="20"/>
                    </a:cubicBezTo>
                    <a:cubicBezTo>
                      <a:pt x="18" y="23"/>
                      <a:pt x="12" y="21"/>
                      <a:pt x="7" y="16"/>
                    </a:cubicBezTo>
                    <a:cubicBezTo>
                      <a:pt x="2" y="11"/>
                      <a:pt x="0" y="5"/>
                      <a:pt x="3" y="3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65" name="Freeform 1974">
                <a:extLst>
                  <a:ext uri="{FF2B5EF4-FFF2-40B4-BE49-F238E27FC236}">
                    <a16:creationId xmlns:a16="http://schemas.microsoft.com/office/drawing/2014/main" id="{E5A21405-AC86-41A7-AC5C-3299E0E1A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710"/>
                <a:ext cx="122" cy="109"/>
              </a:xfrm>
              <a:custGeom>
                <a:avLst/>
                <a:gdLst>
                  <a:gd name="T0" fmla="*/ 161 w 106"/>
                  <a:gd name="T1" fmla="*/ 138 h 89"/>
                  <a:gd name="T2" fmla="*/ 0 w 106"/>
                  <a:gd name="T3" fmla="*/ 55 h 89"/>
                  <a:gd name="T4" fmla="*/ 161 w 106"/>
                  <a:gd name="T5" fmla="*/ 138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89">
                    <a:moveTo>
                      <a:pt x="106" y="75"/>
                    </a:moveTo>
                    <a:cubicBezTo>
                      <a:pt x="106" y="75"/>
                      <a:pt x="31" y="89"/>
                      <a:pt x="0" y="30"/>
                    </a:cubicBezTo>
                    <a:cubicBezTo>
                      <a:pt x="0" y="30"/>
                      <a:pt x="66" y="0"/>
                      <a:pt x="106" y="75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66" name="Freeform 1975">
                <a:extLst>
                  <a:ext uri="{FF2B5EF4-FFF2-40B4-BE49-F238E27FC236}">
                    <a16:creationId xmlns:a16="http://schemas.microsoft.com/office/drawing/2014/main" id="{FCCE349E-C25C-41A5-AEF9-00347AB64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751"/>
                <a:ext cx="33" cy="26"/>
              </a:xfrm>
              <a:custGeom>
                <a:avLst/>
                <a:gdLst>
                  <a:gd name="T0" fmla="*/ 1 w 29"/>
                  <a:gd name="T1" fmla="*/ 7 h 21"/>
                  <a:gd name="T2" fmla="*/ 26 w 29"/>
                  <a:gd name="T3" fmla="*/ 7 h 21"/>
                  <a:gd name="T4" fmla="*/ 40 w 29"/>
                  <a:gd name="T5" fmla="*/ 32 h 21"/>
                  <a:gd name="T6" fmla="*/ 17 w 29"/>
                  <a:gd name="T7" fmla="*/ 32 h 21"/>
                  <a:gd name="T8" fmla="*/ 1 w 29"/>
                  <a:gd name="T9" fmla="*/ 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1" y="4"/>
                    </a:moveTo>
                    <a:cubicBezTo>
                      <a:pt x="3" y="0"/>
                      <a:pt x="11" y="0"/>
                      <a:pt x="18" y="4"/>
                    </a:cubicBezTo>
                    <a:cubicBezTo>
                      <a:pt x="25" y="7"/>
                      <a:pt x="29" y="13"/>
                      <a:pt x="27" y="17"/>
                    </a:cubicBezTo>
                    <a:cubicBezTo>
                      <a:pt x="25" y="21"/>
                      <a:pt x="18" y="20"/>
                      <a:pt x="11" y="17"/>
                    </a:cubicBezTo>
                    <a:cubicBezTo>
                      <a:pt x="4" y="13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67" name="Line 1976">
                <a:extLst>
                  <a:ext uri="{FF2B5EF4-FFF2-40B4-BE49-F238E27FC236}">
                    <a16:creationId xmlns:a16="http://schemas.microsoft.com/office/drawing/2014/main" id="{B9CE9ABC-0D59-4696-A315-2B82AAE08A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88" y="2550"/>
                <a:ext cx="1" cy="196"/>
              </a:xfrm>
              <a:prstGeom prst="line">
                <a:avLst/>
              </a:prstGeom>
              <a:noFill/>
              <a:ln w="6350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68" name="Line 1977">
                <a:extLst>
                  <a:ext uri="{FF2B5EF4-FFF2-40B4-BE49-F238E27FC236}">
                    <a16:creationId xmlns:a16="http://schemas.microsoft.com/office/drawing/2014/main" id="{1D3388F6-05A6-44D8-BFF8-459365A185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88" y="2704"/>
                <a:ext cx="1" cy="4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69" name="Freeform 1978">
                <a:extLst>
                  <a:ext uri="{FF2B5EF4-FFF2-40B4-BE49-F238E27FC236}">
                    <a16:creationId xmlns:a16="http://schemas.microsoft.com/office/drawing/2014/main" id="{9A57554A-7BE2-4756-B9A1-DDE992E91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2745"/>
                <a:ext cx="77" cy="32"/>
              </a:xfrm>
              <a:custGeom>
                <a:avLst/>
                <a:gdLst>
                  <a:gd name="T0" fmla="*/ 0 w 67"/>
                  <a:gd name="T1" fmla="*/ 0 h 26"/>
                  <a:gd name="T2" fmla="*/ 101 w 67"/>
                  <a:gd name="T3" fmla="*/ 26 h 26"/>
                  <a:gd name="T4" fmla="*/ 0 w 6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6">
                    <a:moveTo>
                      <a:pt x="0" y="0"/>
                    </a:moveTo>
                    <a:cubicBezTo>
                      <a:pt x="0" y="0"/>
                      <a:pt x="29" y="26"/>
                      <a:pt x="67" y="14"/>
                    </a:cubicBezTo>
                    <a:cubicBezTo>
                      <a:pt x="67" y="14"/>
                      <a:pt x="35" y="1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70" name="Freeform 1979">
                <a:extLst>
                  <a:ext uri="{FF2B5EF4-FFF2-40B4-BE49-F238E27FC236}">
                    <a16:creationId xmlns:a16="http://schemas.microsoft.com/office/drawing/2014/main" id="{A855B251-294E-4396-84C6-A37D2B6A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2748"/>
                <a:ext cx="45" cy="21"/>
              </a:xfrm>
              <a:custGeom>
                <a:avLst/>
                <a:gdLst>
                  <a:gd name="T0" fmla="*/ 0 w 39"/>
                  <a:gd name="T1" fmla="*/ 0 h 17"/>
                  <a:gd name="T2" fmla="*/ 60 w 39"/>
                  <a:gd name="T3" fmla="*/ 31 h 17"/>
                  <a:gd name="T4" fmla="*/ 0 w 3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7">
                    <a:moveTo>
                      <a:pt x="0" y="0"/>
                    </a:moveTo>
                    <a:cubicBezTo>
                      <a:pt x="0" y="0"/>
                      <a:pt x="11" y="17"/>
                      <a:pt x="39" y="16"/>
                    </a:cubicBezTo>
                    <a:cubicBezTo>
                      <a:pt x="39" y="16"/>
                      <a:pt x="3" y="7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71" name="Freeform 1980">
                <a:extLst>
                  <a:ext uri="{FF2B5EF4-FFF2-40B4-BE49-F238E27FC236}">
                    <a16:creationId xmlns:a16="http://schemas.microsoft.com/office/drawing/2014/main" id="{F72727C7-B916-48D9-B4C5-296C4237F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2744"/>
                <a:ext cx="35" cy="22"/>
              </a:xfrm>
              <a:custGeom>
                <a:avLst/>
                <a:gdLst>
                  <a:gd name="T0" fmla="*/ 0 w 31"/>
                  <a:gd name="T1" fmla="*/ 0 h 18"/>
                  <a:gd name="T2" fmla="*/ 45 w 31"/>
                  <a:gd name="T3" fmla="*/ 33 h 18"/>
                  <a:gd name="T4" fmla="*/ 0 w 3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8">
                    <a:moveTo>
                      <a:pt x="0" y="0"/>
                    </a:moveTo>
                    <a:cubicBezTo>
                      <a:pt x="0" y="0"/>
                      <a:pt x="15" y="16"/>
                      <a:pt x="31" y="18"/>
                    </a:cubicBezTo>
                    <a:cubicBezTo>
                      <a:pt x="31" y="18"/>
                      <a:pt x="1" y="4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72" name="Freeform 1981">
                <a:extLst>
                  <a:ext uri="{FF2B5EF4-FFF2-40B4-BE49-F238E27FC236}">
                    <a16:creationId xmlns:a16="http://schemas.microsoft.com/office/drawing/2014/main" id="{00BCB992-455B-4A7D-9FB0-023BFE44C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744"/>
                <a:ext cx="55" cy="26"/>
              </a:xfrm>
              <a:custGeom>
                <a:avLst/>
                <a:gdLst>
                  <a:gd name="T0" fmla="*/ 0 w 48"/>
                  <a:gd name="T1" fmla="*/ 0 h 21"/>
                  <a:gd name="T2" fmla="*/ 72 w 48"/>
                  <a:gd name="T3" fmla="*/ 33 h 21"/>
                  <a:gd name="T4" fmla="*/ 0 w 4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1">
                    <a:moveTo>
                      <a:pt x="0" y="0"/>
                    </a:moveTo>
                    <a:cubicBezTo>
                      <a:pt x="0" y="0"/>
                      <a:pt x="22" y="21"/>
                      <a:pt x="48" y="18"/>
                    </a:cubicBezTo>
                    <a:cubicBezTo>
                      <a:pt x="48" y="18"/>
                      <a:pt x="11" y="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73" name="Freeform 1982">
                <a:extLst>
                  <a:ext uri="{FF2B5EF4-FFF2-40B4-BE49-F238E27FC236}">
                    <a16:creationId xmlns:a16="http://schemas.microsoft.com/office/drawing/2014/main" id="{3E338476-D214-42FA-9A1D-5C3F086FD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745"/>
                <a:ext cx="32" cy="20"/>
              </a:xfrm>
              <a:custGeom>
                <a:avLst/>
                <a:gdLst>
                  <a:gd name="T0" fmla="*/ 0 w 28"/>
                  <a:gd name="T1" fmla="*/ 0 h 16"/>
                  <a:gd name="T2" fmla="*/ 42 w 28"/>
                  <a:gd name="T3" fmla="*/ 31 h 16"/>
                  <a:gd name="T4" fmla="*/ 0 w 2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cubicBezTo>
                      <a:pt x="0" y="0"/>
                      <a:pt x="12" y="14"/>
                      <a:pt x="28" y="16"/>
                    </a:cubicBezTo>
                    <a:cubicBezTo>
                      <a:pt x="28" y="16"/>
                      <a:pt x="2" y="4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74" name="Freeform 1983">
                <a:extLst>
                  <a:ext uri="{FF2B5EF4-FFF2-40B4-BE49-F238E27FC236}">
                    <a16:creationId xmlns:a16="http://schemas.microsoft.com/office/drawing/2014/main" id="{D13FD25A-6D72-4A31-AAA6-82AD1B3E0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746"/>
                <a:ext cx="69" cy="30"/>
              </a:xfrm>
              <a:custGeom>
                <a:avLst/>
                <a:gdLst>
                  <a:gd name="T0" fmla="*/ 0 w 60"/>
                  <a:gd name="T1" fmla="*/ 0 h 24"/>
                  <a:gd name="T2" fmla="*/ 91 w 60"/>
                  <a:gd name="T3" fmla="*/ 31 h 24"/>
                  <a:gd name="T4" fmla="*/ 0 w 6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4">
                    <a:moveTo>
                      <a:pt x="0" y="0"/>
                    </a:moveTo>
                    <a:cubicBezTo>
                      <a:pt x="0" y="0"/>
                      <a:pt x="26" y="24"/>
                      <a:pt x="60" y="16"/>
                    </a:cubicBezTo>
                    <a:cubicBezTo>
                      <a:pt x="60" y="16"/>
                      <a:pt x="14" y="14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75" name="Freeform 1984">
                <a:extLst>
                  <a:ext uri="{FF2B5EF4-FFF2-40B4-BE49-F238E27FC236}">
                    <a16:creationId xmlns:a16="http://schemas.microsoft.com/office/drawing/2014/main" id="{6A19A133-AACC-4337-946F-4CC203FBE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745"/>
                <a:ext cx="60" cy="27"/>
              </a:xfrm>
              <a:custGeom>
                <a:avLst/>
                <a:gdLst>
                  <a:gd name="T0" fmla="*/ 0 w 52"/>
                  <a:gd name="T1" fmla="*/ 0 h 22"/>
                  <a:gd name="T2" fmla="*/ 80 w 52"/>
                  <a:gd name="T3" fmla="*/ 33 h 22"/>
                  <a:gd name="T4" fmla="*/ 0 w 5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2">
                    <a:moveTo>
                      <a:pt x="0" y="0"/>
                    </a:moveTo>
                    <a:cubicBezTo>
                      <a:pt x="0" y="0"/>
                      <a:pt x="16" y="22"/>
                      <a:pt x="52" y="18"/>
                    </a:cubicBezTo>
                    <a:cubicBezTo>
                      <a:pt x="52" y="18"/>
                      <a:pt x="23" y="1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76" name="Freeform 1985">
                <a:extLst>
                  <a:ext uri="{FF2B5EF4-FFF2-40B4-BE49-F238E27FC236}">
                    <a16:creationId xmlns:a16="http://schemas.microsoft.com/office/drawing/2014/main" id="{CAC3119A-0509-4A02-BD7F-99A05E642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3322"/>
                <a:ext cx="38" cy="29"/>
              </a:xfrm>
              <a:custGeom>
                <a:avLst/>
                <a:gdLst>
                  <a:gd name="T0" fmla="*/ 0 w 33"/>
                  <a:gd name="T1" fmla="*/ 0 h 24"/>
                  <a:gd name="T2" fmla="*/ 51 w 33"/>
                  <a:gd name="T3" fmla="*/ 34 h 24"/>
                  <a:gd name="T4" fmla="*/ 0 w 33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4">
                    <a:moveTo>
                      <a:pt x="0" y="0"/>
                    </a:moveTo>
                    <a:cubicBezTo>
                      <a:pt x="0" y="0"/>
                      <a:pt x="10" y="24"/>
                      <a:pt x="33" y="19"/>
                    </a:cubicBezTo>
                    <a:cubicBezTo>
                      <a:pt x="33" y="19"/>
                      <a:pt x="3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77" name="Freeform 1986">
                <a:extLst>
                  <a:ext uri="{FF2B5EF4-FFF2-40B4-BE49-F238E27FC236}">
                    <a16:creationId xmlns:a16="http://schemas.microsoft.com/office/drawing/2014/main" id="{2185001D-3E4A-43E6-8C27-B554969DD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3321"/>
                <a:ext cx="53" cy="24"/>
              </a:xfrm>
              <a:custGeom>
                <a:avLst/>
                <a:gdLst>
                  <a:gd name="T0" fmla="*/ 0 w 46"/>
                  <a:gd name="T1" fmla="*/ 0 h 20"/>
                  <a:gd name="T2" fmla="*/ 70 w 46"/>
                  <a:gd name="T3" fmla="*/ 28 h 20"/>
                  <a:gd name="T4" fmla="*/ 0 w 46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0">
                    <a:moveTo>
                      <a:pt x="0" y="0"/>
                    </a:moveTo>
                    <a:cubicBezTo>
                      <a:pt x="0" y="0"/>
                      <a:pt x="18" y="20"/>
                      <a:pt x="46" y="16"/>
                    </a:cubicBezTo>
                    <a:cubicBezTo>
                      <a:pt x="46" y="16"/>
                      <a:pt x="5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78" name="Freeform 1987">
                <a:extLst>
                  <a:ext uri="{FF2B5EF4-FFF2-40B4-BE49-F238E27FC236}">
                    <a16:creationId xmlns:a16="http://schemas.microsoft.com/office/drawing/2014/main" id="{0780166E-C52E-435E-AEF7-462A361AF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3323"/>
                <a:ext cx="55" cy="25"/>
              </a:xfrm>
              <a:custGeom>
                <a:avLst/>
                <a:gdLst>
                  <a:gd name="T0" fmla="*/ 0 w 48"/>
                  <a:gd name="T1" fmla="*/ 0 h 20"/>
                  <a:gd name="T2" fmla="*/ 72 w 48"/>
                  <a:gd name="T3" fmla="*/ 30 h 20"/>
                  <a:gd name="T4" fmla="*/ 0 w 4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0">
                    <a:moveTo>
                      <a:pt x="0" y="0"/>
                    </a:moveTo>
                    <a:cubicBezTo>
                      <a:pt x="0" y="0"/>
                      <a:pt x="18" y="20"/>
                      <a:pt x="48" y="15"/>
                    </a:cubicBezTo>
                    <a:cubicBezTo>
                      <a:pt x="48" y="15"/>
                      <a:pt x="9" y="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79" name="Freeform 1988">
                <a:extLst>
                  <a:ext uri="{FF2B5EF4-FFF2-40B4-BE49-F238E27FC236}">
                    <a16:creationId xmlns:a16="http://schemas.microsoft.com/office/drawing/2014/main" id="{09EC0F7D-E13A-419C-A5E1-8A5DE0AE3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3321"/>
                <a:ext cx="61" cy="33"/>
              </a:xfrm>
              <a:custGeom>
                <a:avLst/>
                <a:gdLst>
                  <a:gd name="T0" fmla="*/ 0 w 53"/>
                  <a:gd name="T1" fmla="*/ 0 h 27"/>
                  <a:gd name="T2" fmla="*/ 81 w 53"/>
                  <a:gd name="T3" fmla="*/ 32 h 27"/>
                  <a:gd name="T4" fmla="*/ 0 w 5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7">
                    <a:moveTo>
                      <a:pt x="0" y="0"/>
                    </a:moveTo>
                    <a:cubicBezTo>
                      <a:pt x="0" y="0"/>
                      <a:pt x="24" y="27"/>
                      <a:pt x="53" y="17"/>
                    </a:cubicBezTo>
                    <a:cubicBezTo>
                      <a:pt x="53" y="17"/>
                      <a:pt x="32" y="22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80" name="Freeform 1989">
                <a:extLst>
                  <a:ext uri="{FF2B5EF4-FFF2-40B4-BE49-F238E27FC236}">
                    <a16:creationId xmlns:a16="http://schemas.microsoft.com/office/drawing/2014/main" id="{C78F13B5-424F-4D97-A6C0-852E4E2CD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3319"/>
                <a:ext cx="63" cy="34"/>
              </a:xfrm>
              <a:custGeom>
                <a:avLst/>
                <a:gdLst>
                  <a:gd name="T0" fmla="*/ 0 w 55"/>
                  <a:gd name="T1" fmla="*/ 0 h 27"/>
                  <a:gd name="T2" fmla="*/ 82 w 55"/>
                  <a:gd name="T3" fmla="*/ 37 h 27"/>
                  <a:gd name="T4" fmla="*/ 0 w 5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7">
                    <a:moveTo>
                      <a:pt x="0" y="0"/>
                    </a:moveTo>
                    <a:cubicBezTo>
                      <a:pt x="0" y="0"/>
                      <a:pt x="24" y="27"/>
                      <a:pt x="55" y="18"/>
                    </a:cubicBezTo>
                    <a:cubicBezTo>
                      <a:pt x="55" y="18"/>
                      <a:pt x="19" y="1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81" name="Freeform 1990">
                <a:extLst>
                  <a:ext uri="{FF2B5EF4-FFF2-40B4-BE49-F238E27FC236}">
                    <a16:creationId xmlns:a16="http://schemas.microsoft.com/office/drawing/2014/main" id="{04B58887-2D4D-45CC-92A3-837E6CBCD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3321"/>
                <a:ext cx="65" cy="22"/>
              </a:xfrm>
              <a:custGeom>
                <a:avLst/>
                <a:gdLst>
                  <a:gd name="T0" fmla="*/ 0 w 56"/>
                  <a:gd name="T1" fmla="*/ 0 h 18"/>
                  <a:gd name="T2" fmla="*/ 87 w 56"/>
                  <a:gd name="T3" fmla="*/ 26 h 18"/>
                  <a:gd name="T4" fmla="*/ 0 w 5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8">
                    <a:moveTo>
                      <a:pt x="0" y="0"/>
                    </a:moveTo>
                    <a:cubicBezTo>
                      <a:pt x="0" y="0"/>
                      <a:pt x="26" y="18"/>
                      <a:pt x="56" y="14"/>
                    </a:cubicBezTo>
                    <a:cubicBezTo>
                      <a:pt x="56" y="14"/>
                      <a:pt x="9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82" name="Freeform 1991">
                <a:extLst>
                  <a:ext uri="{FF2B5EF4-FFF2-40B4-BE49-F238E27FC236}">
                    <a16:creationId xmlns:a16="http://schemas.microsoft.com/office/drawing/2014/main" id="{07AB3CDF-7EE9-4408-AFCA-489F24DA4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3323"/>
                <a:ext cx="66" cy="28"/>
              </a:xfrm>
              <a:custGeom>
                <a:avLst/>
                <a:gdLst>
                  <a:gd name="T0" fmla="*/ 0 w 58"/>
                  <a:gd name="T1" fmla="*/ 0 h 23"/>
                  <a:gd name="T2" fmla="*/ 85 w 58"/>
                  <a:gd name="T3" fmla="*/ 26 h 23"/>
                  <a:gd name="T4" fmla="*/ 0 w 5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3">
                    <a:moveTo>
                      <a:pt x="0" y="0"/>
                    </a:moveTo>
                    <a:cubicBezTo>
                      <a:pt x="0" y="0"/>
                      <a:pt x="29" y="23"/>
                      <a:pt x="58" y="14"/>
                    </a:cubicBezTo>
                    <a:cubicBezTo>
                      <a:pt x="58" y="14"/>
                      <a:pt x="24" y="1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83" name="Freeform 1992">
                <a:extLst>
                  <a:ext uri="{FF2B5EF4-FFF2-40B4-BE49-F238E27FC236}">
                    <a16:creationId xmlns:a16="http://schemas.microsoft.com/office/drawing/2014/main" id="{783FE495-056F-43B5-BC81-DA5F1D284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785"/>
                <a:ext cx="66" cy="19"/>
              </a:xfrm>
              <a:custGeom>
                <a:avLst/>
                <a:gdLst>
                  <a:gd name="T0" fmla="*/ 85 w 58"/>
                  <a:gd name="T1" fmla="*/ 12 h 16"/>
                  <a:gd name="T2" fmla="*/ 0 w 58"/>
                  <a:gd name="T3" fmla="*/ 0 h 16"/>
                  <a:gd name="T4" fmla="*/ 85 w 58"/>
                  <a:gd name="T5" fmla="*/ 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6">
                    <a:moveTo>
                      <a:pt x="58" y="7"/>
                    </a:moveTo>
                    <a:cubicBezTo>
                      <a:pt x="58" y="7"/>
                      <a:pt x="22" y="16"/>
                      <a:pt x="0" y="0"/>
                    </a:cubicBezTo>
                    <a:cubicBezTo>
                      <a:pt x="0" y="0"/>
                      <a:pt x="27" y="8"/>
                      <a:pt x="58" y="7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84" name="Freeform 1993">
                <a:extLst>
                  <a:ext uri="{FF2B5EF4-FFF2-40B4-BE49-F238E27FC236}">
                    <a16:creationId xmlns:a16="http://schemas.microsoft.com/office/drawing/2014/main" id="{89D9C041-DF2D-40B0-8208-F0DCCB7ED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859"/>
                <a:ext cx="37" cy="16"/>
              </a:xfrm>
              <a:custGeom>
                <a:avLst/>
                <a:gdLst>
                  <a:gd name="T0" fmla="*/ 50 w 32"/>
                  <a:gd name="T1" fmla="*/ 18 h 13"/>
                  <a:gd name="T2" fmla="*/ 0 w 32"/>
                  <a:gd name="T3" fmla="*/ 0 h 13"/>
                  <a:gd name="T4" fmla="*/ 50 w 32"/>
                  <a:gd name="T5" fmla="*/ 1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3">
                    <a:moveTo>
                      <a:pt x="32" y="10"/>
                    </a:moveTo>
                    <a:cubicBezTo>
                      <a:pt x="32" y="10"/>
                      <a:pt x="8" y="13"/>
                      <a:pt x="0" y="0"/>
                    </a:cubicBezTo>
                    <a:cubicBezTo>
                      <a:pt x="0" y="0"/>
                      <a:pt x="18" y="11"/>
                      <a:pt x="32" y="1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85" name="Freeform 1994">
                <a:extLst>
                  <a:ext uri="{FF2B5EF4-FFF2-40B4-BE49-F238E27FC236}">
                    <a16:creationId xmlns:a16="http://schemas.microsoft.com/office/drawing/2014/main" id="{0F501312-8C66-4CD3-A240-8B430DCB6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21"/>
                <a:ext cx="27" cy="30"/>
              </a:xfrm>
              <a:custGeom>
                <a:avLst/>
                <a:gdLst>
                  <a:gd name="T0" fmla="*/ 34 w 24"/>
                  <a:gd name="T1" fmla="*/ 43 h 25"/>
                  <a:gd name="T2" fmla="*/ 0 w 24"/>
                  <a:gd name="T3" fmla="*/ 0 h 25"/>
                  <a:gd name="T4" fmla="*/ 34 w 24"/>
                  <a:gd name="T5" fmla="*/ 4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5">
                    <a:moveTo>
                      <a:pt x="24" y="25"/>
                    </a:moveTo>
                    <a:cubicBezTo>
                      <a:pt x="24" y="25"/>
                      <a:pt x="2" y="22"/>
                      <a:pt x="0" y="0"/>
                    </a:cubicBezTo>
                    <a:cubicBezTo>
                      <a:pt x="0" y="0"/>
                      <a:pt x="10" y="24"/>
                      <a:pt x="24" y="25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86" name="Freeform 1995">
                <a:extLst>
                  <a:ext uri="{FF2B5EF4-FFF2-40B4-BE49-F238E27FC236}">
                    <a16:creationId xmlns:a16="http://schemas.microsoft.com/office/drawing/2014/main" id="{49312446-C170-4D7C-A1B6-A7C180EE9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023"/>
                <a:ext cx="15" cy="50"/>
              </a:xfrm>
              <a:custGeom>
                <a:avLst/>
                <a:gdLst>
                  <a:gd name="T0" fmla="*/ 20 w 13"/>
                  <a:gd name="T1" fmla="*/ 74 h 41"/>
                  <a:gd name="T2" fmla="*/ 0 w 13"/>
                  <a:gd name="T3" fmla="*/ 0 h 41"/>
                  <a:gd name="T4" fmla="*/ 20 w 13"/>
                  <a:gd name="T5" fmla="*/ 7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1">
                    <a:moveTo>
                      <a:pt x="13" y="41"/>
                    </a:moveTo>
                    <a:cubicBezTo>
                      <a:pt x="13" y="41"/>
                      <a:pt x="0" y="19"/>
                      <a:pt x="0" y="0"/>
                    </a:cubicBezTo>
                    <a:lnTo>
                      <a:pt x="13" y="41"/>
                    </a:ln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87" name="Freeform 1996">
                <a:extLst>
                  <a:ext uri="{FF2B5EF4-FFF2-40B4-BE49-F238E27FC236}">
                    <a16:creationId xmlns:a16="http://schemas.microsoft.com/office/drawing/2014/main" id="{B5BCBC2F-C725-403D-B1AD-9C139902C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3090"/>
                <a:ext cx="22" cy="29"/>
              </a:xfrm>
              <a:custGeom>
                <a:avLst/>
                <a:gdLst>
                  <a:gd name="T0" fmla="*/ 29 w 19"/>
                  <a:gd name="T1" fmla="*/ 0 h 24"/>
                  <a:gd name="T2" fmla="*/ 0 w 19"/>
                  <a:gd name="T3" fmla="*/ 42 h 24"/>
                  <a:gd name="T4" fmla="*/ 29 w 1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4">
                    <a:moveTo>
                      <a:pt x="19" y="0"/>
                    </a:moveTo>
                    <a:cubicBezTo>
                      <a:pt x="19" y="0"/>
                      <a:pt x="0" y="14"/>
                      <a:pt x="0" y="24"/>
                    </a:cubicBezTo>
                    <a:cubicBezTo>
                      <a:pt x="0" y="24"/>
                      <a:pt x="14" y="2"/>
                      <a:pt x="19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88" name="Freeform 1997">
                <a:extLst>
                  <a:ext uri="{FF2B5EF4-FFF2-40B4-BE49-F238E27FC236}">
                    <a16:creationId xmlns:a16="http://schemas.microsoft.com/office/drawing/2014/main" id="{01CEDE7E-3927-4C4D-B9C3-1F992D951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3218"/>
                <a:ext cx="16" cy="52"/>
              </a:xfrm>
              <a:custGeom>
                <a:avLst/>
                <a:gdLst>
                  <a:gd name="T0" fmla="*/ 7 w 14"/>
                  <a:gd name="T1" fmla="*/ 76 h 43"/>
                  <a:gd name="T2" fmla="*/ 21 w 14"/>
                  <a:gd name="T3" fmla="*/ 0 h 43"/>
                  <a:gd name="T4" fmla="*/ 7 w 14"/>
                  <a:gd name="T5" fmla="*/ 76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3">
                    <a:moveTo>
                      <a:pt x="4" y="43"/>
                    </a:moveTo>
                    <a:cubicBezTo>
                      <a:pt x="4" y="43"/>
                      <a:pt x="2" y="8"/>
                      <a:pt x="14" y="0"/>
                    </a:cubicBezTo>
                    <a:cubicBezTo>
                      <a:pt x="14" y="0"/>
                      <a:pt x="0" y="32"/>
                      <a:pt x="4" y="43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89" name="Freeform 1998">
                <a:extLst>
                  <a:ext uri="{FF2B5EF4-FFF2-40B4-BE49-F238E27FC236}">
                    <a16:creationId xmlns:a16="http://schemas.microsoft.com/office/drawing/2014/main" id="{C35F8EFB-C3E4-45F1-96FC-F21A05C5E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3283"/>
                <a:ext cx="34" cy="38"/>
              </a:xfrm>
              <a:custGeom>
                <a:avLst/>
                <a:gdLst>
                  <a:gd name="T0" fmla="*/ 0 w 30"/>
                  <a:gd name="T1" fmla="*/ 58 h 31"/>
                  <a:gd name="T2" fmla="*/ 44 w 30"/>
                  <a:gd name="T3" fmla="*/ 0 h 31"/>
                  <a:gd name="T4" fmla="*/ 0 w 30"/>
                  <a:gd name="T5" fmla="*/ 58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0" y="31"/>
                    </a:moveTo>
                    <a:cubicBezTo>
                      <a:pt x="0" y="31"/>
                      <a:pt x="14" y="3"/>
                      <a:pt x="30" y="0"/>
                    </a:cubicBezTo>
                    <a:cubicBezTo>
                      <a:pt x="30" y="0"/>
                      <a:pt x="0" y="26"/>
                      <a:pt x="0" y="31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90" name="Freeform 1999">
                <a:extLst>
                  <a:ext uri="{FF2B5EF4-FFF2-40B4-BE49-F238E27FC236}">
                    <a16:creationId xmlns:a16="http://schemas.microsoft.com/office/drawing/2014/main" id="{132E22F1-6A81-4998-A0AE-D8A0E971F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2688"/>
                <a:ext cx="133" cy="116"/>
              </a:xfrm>
              <a:custGeom>
                <a:avLst/>
                <a:gdLst>
                  <a:gd name="T0" fmla="*/ 0 w 115"/>
                  <a:gd name="T1" fmla="*/ 88 h 95"/>
                  <a:gd name="T2" fmla="*/ 178 w 115"/>
                  <a:gd name="T3" fmla="*/ 88 h 95"/>
                  <a:gd name="T4" fmla="*/ 0 w 115"/>
                  <a:gd name="T5" fmla="*/ 88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95">
                    <a:moveTo>
                      <a:pt x="0" y="48"/>
                    </a:moveTo>
                    <a:cubicBezTo>
                      <a:pt x="0" y="48"/>
                      <a:pt x="61" y="0"/>
                      <a:pt x="115" y="48"/>
                    </a:cubicBezTo>
                    <a:cubicBezTo>
                      <a:pt x="115" y="48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91" name="Freeform 2000">
                <a:extLst>
                  <a:ext uri="{FF2B5EF4-FFF2-40B4-BE49-F238E27FC236}">
                    <a16:creationId xmlns:a16="http://schemas.microsoft.com/office/drawing/2014/main" id="{90019250-9198-43E8-BDE2-B08FFA3C4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2681"/>
                <a:ext cx="97" cy="124"/>
              </a:xfrm>
              <a:custGeom>
                <a:avLst/>
                <a:gdLst>
                  <a:gd name="T0" fmla="*/ 0 w 85"/>
                  <a:gd name="T1" fmla="*/ 98 h 101"/>
                  <a:gd name="T2" fmla="*/ 127 w 85"/>
                  <a:gd name="T3" fmla="*/ 98 h 101"/>
                  <a:gd name="T4" fmla="*/ 0 w 85"/>
                  <a:gd name="T5" fmla="*/ 98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1">
                    <a:moveTo>
                      <a:pt x="0" y="53"/>
                    </a:moveTo>
                    <a:cubicBezTo>
                      <a:pt x="0" y="53"/>
                      <a:pt x="44" y="0"/>
                      <a:pt x="85" y="53"/>
                    </a:cubicBezTo>
                    <a:cubicBezTo>
                      <a:pt x="85" y="53"/>
                      <a:pt x="49" y="101"/>
                      <a:pt x="0" y="5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92" name="Freeform 2001">
                <a:extLst>
                  <a:ext uri="{FF2B5EF4-FFF2-40B4-BE49-F238E27FC236}">
                    <a16:creationId xmlns:a16="http://schemas.microsoft.com/office/drawing/2014/main" id="{89F148F0-0360-4AA1-B55F-A5909623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685"/>
                <a:ext cx="103" cy="119"/>
              </a:xfrm>
              <a:custGeom>
                <a:avLst/>
                <a:gdLst>
                  <a:gd name="T0" fmla="*/ 0 w 89"/>
                  <a:gd name="T1" fmla="*/ 92 h 97"/>
                  <a:gd name="T2" fmla="*/ 138 w 89"/>
                  <a:gd name="T3" fmla="*/ 91 h 97"/>
                  <a:gd name="T4" fmla="*/ 0 w 89"/>
                  <a:gd name="T5" fmla="*/ 92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7">
                    <a:moveTo>
                      <a:pt x="0" y="50"/>
                    </a:moveTo>
                    <a:cubicBezTo>
                      <a:pt x="0" y="50"/>
                      <a:pt x="35" y="0"/>
                      <a:pt x="89" y="49"/>
                    </a:cubicBezTo>
                    <a:cubicBezTo>
                      <a:pt x="89" y="49"/>
                      <a:pt x="49" y="97"/>
                      <a:pt x="0" y="5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93" name="Freeform 2002">
                <a:extLst>
                  <a:ext uri="{FF2B5EF4-FFF2-40B4-BE49-F238E27FC236}">
                    <a16:creationId xmlns:a16="http://schemas.microsoft.com/office/drawing/2014/main" id="{AD35F5EA-2E7E-48A5-AD26-2E1C97B4F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2686"/>
                <a:ext cx="129" cy="116"/>
              </a:xfrm>
              <a:custGeom>
                <a:avLst/>
                <a:gdLst>
                  <a:gd name="T0" fmla="*/ 0 w 112"/>
                  <a:gd name="T1" fmla="*/ 89 h 94"/>
                  <a:gd name="T2" fmla="*/ 172 w 112"/>
                  <a:gd name="T3" fmla="*/ 91 h 94"/>
                  <a:gd name="T4" fmla="*/ 0 w 112"/>
                  <a:gd name="T5" fmla="*/ 89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94">
                    <a:moveTo>
                      <a:pt x="0" y="47"/>
                    </a:moveTo>
                    <a:cubicBezTo>
                      <a:pt x="0" y="47"/>
                      <a:pt x="58" y="0"/>
                      <a:pt x="112" y="49"/>
                    </a:cubicBezTo>
                    <a:cubicBezTo>
                      <a:pt x="112" y="49"/>
                      <a:pt x="49" y="94"/>
                      <a:pt x="0" y="4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94" name="Freeform 2003">
                <a:extLst>
                  <a:ext uri="{FF2B5EF4-FFF2-40B4-BE49-F238E27FC236}">
                    <a16:creationId xmlns:a16="http://schemas.microsoft.com/office/drawing/2014/main" id="{A6B64B88-2FBD-44E1-BE82-FC80B5B53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688"/>
                <a:ext cx="103" cy="116"/>
              </a:xfrm>
              <a:custGeom>
                <a:avLst/>
                <a:gdLst>
                  <a:gd name="T0" fmla="*/ 0 w 90"/>
                  <a:gd name="T1" fmla="*/ 88 h 95"/>
                  <a:gd name="T2" fmla="*/ 135 w 90"/>
                  <a:gd name="T3" fmla="*/ 88 h 95"/>
                  <a:gd name="T4" fmla="*/ 0 w 90"/>
                  <a:gd name="T5" fmla="*/ 88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95">
                    <a:moveTo>
                      <a:pt x="0" y="48"/>
                    </a:moveTo>
                    <a:cubicBezTo>
                      <a:pt x="0" y="48"/>
                      <a:pt x="36" y="0"/>
                      <a:pt x="90" y="48"/>
                    </a:cubicBezTo>
                    <a:cubicBezTo>
                      <a:pt x="90" y="48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95" name="Freeform 2004">
                <a:extLst>
                  <a:ext uri="{FF2B5EF4-FFF2-40B4-BE49-F238E27FC236}">
                    <a16:creationId xmlns:a16="http://schemas.microsoft.com/office/drawing/2014/main" id="{39248AC1-9B14-46EB-87B5-8E71A0124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686"/>
                <a:ext cx="127" cy="119"/>
              </a:xfrm>
              <a:custGeom>
                <a:avLst/>
                <a:gdLst>
                  <a:gd name="T0" fmla="*/ 0 w 110"/>
                  <a:gd name="T1" fmla="*/ 91 h 97"/>
                  <a:gd name="T2" fmla="*/ 170 w 110"/>
                  <a:gd name="T3" fmla="*/ 91 h 97"/>
                  <a:gd name="T4" fmla="*/ 0 w 110"/>
                  <a:gd name="T5" fmla="*/ 91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97">
                    <a:moveTo>
                      <a:pt x="0" y="49"/>
                    </a:moveTo>
                    <a:cubicBezTo>
                      <a:pt x="0" y="49"/>
                      <a:pt x="56" y="0"/>
                      <a:pt x="110" y="49"/>
                    </a:cubicBezTo>
                    <a:cubicBezTo>
                      <a:pt x="110" y="49"/>
                      <a:pt x="49" y="97"/>
                      <a:pt x="0" y="4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96" name="Freeform 2005">
                <a:extLst>
                  <a:ext uri="{FF2B5EF4-FFF2-40B4-BE49-F238E27FC236}">
                    <a16:creationId xmlns:a16="http://schemas.microsoft.com/office/drawing/2014/main" id="{2068D67D-EF1C-4059-BA67-FB2A2C814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686"/>
                <a:ext cx="116" cy="118"/>
              </a:xfrm>
              <a:custGeom>
                <a:avLst/>
                <a:gdLst>
                  <a:gd name="T0" fmla="*/ 0 w 101"/>
                  <a:gd name="T1" fmla="*/ 91 h 96"/>
                  <a:gd name="T2" fmla="*/ 153 w 101"/>
                  <a:gd name="T3" fmla="*/ 91 h 96"/>
                  <a:gd name="T4" fmla="*/ 0 w 101"/>
                  <a:gd name="T5" fmla="*/ 9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96">
                    <a:moveTo>
                      <a:pt x="0" y="49"/>
                    </a:moveTo>
                    <a:cubicBezTo>
                      <a:pt x="0" y="49"/>
                      <a:pt x="46" y="0"/>
                      <a:pt x="101" y="49"/>
                    </a:cubicBezTo>
                    <a:cubicBezTo>
                      <a:pt x="101" y="49"/>
                      <a:pt x="49" y="96"/>
                      <a:pt x="0" y="4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97" name="Freeform 2006">
                <a:extLst>
                  <a:ext uri="{FF2B5EF4-FFF2-40B4-BE49-F238E27FC236}">
                    <a16:creationId xmlns:a16="http://schemas.microsoft.com/office/drawing/2014/main" id="{4371381B-6E65-4824-9FB2-50C1B5A81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3273"/>
                <a:ext cx="85" cy="116"/>
              </a:xfrm>
              <a:custGeom>
                <a:avLst/>
                <a:gdLst>
                  <a:gd name="T0" fmla="*/ 0 w 74"/>
                  <a:gd name="T1" fmla="*/ 73 h 95"/>
                  <a:gd name="T2" fmla="*/ 113 w 74"/>
                  <a:gd name="T3" fmla="*/ 73 h 95"/>
                  <a:gd name="T4" fmla="*/ 0 w 74"/>
                  <a:gd name="T5" fmla="*/ 73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95">
                    <a:moveTo>
                      <a:pt x="0" y="40"/>
                    </a:moveTo>
                    <a:cubicBezTo>
                      <a:pt x="0" y="40"/>
                      <a:pt x="40" y="0"/>
                      <a:pt x="74" y="40"/>
                    </a:cubicBezTo>
                    <a:cubicBezTo>
                      <a:pt x="74" y="40"/>
                      <a:pt x="36" y="95"/>
                      <a:pt x="0" y="4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98" name="Freeform 2007">
                <a:extLst>
                  <a:ext uri="{FF2B5EF4-FFF2-40B4-BE49-F238E27FC236}">
                    <a16:creationId xmlns:a16="http://schemas.microsoft.com/office/drawing/2014/main" id="{F78FB9AB-1A86-4019-8F8B-769A2E59C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3262"/>
                <a:ext cx="122" cy="118"/>
              </a:xfrm>
              <a:custGeom>
                <a:avLst/>
                <a:gdLst>
                  <a:gd name="T0" fmla="*/ 0 w 106"/>
                  <a:gd name="T1" fmla="*/ 91 h 96"/>
                  <a:gd name="T2" fmla="*/ 161 w 106"/>
                  <a:gd name="T3" fmla="*/ 91 h 96"/>
                  <a:gd name="T4" fmla="*/ 0 w 106"/>
                  <a:gd name="T5" fmla="*/ 9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96">
                    <a:moveTo>
                      <a:pt x="0" y="49"/>
                    </a:moveTo>
                    <a:cubicBezTo>
                      <a:pt x="0" y="49"/>
                      <a:pt x="52" y="0"/>
                      <a:pt x="106" y="49"/>
                    </a:cubicBezTo>
                    <a:cubicBezTo>
                      <a:pt x="106" y="49"/>
                      <a:pt x="49" y="96"/>
                      <a:pt x="0" y="4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99" name="Freeform 2008">
                <a:extLst>
                  <a:ext uri="{FF2B5EF4-FFF2-40B4-BE49-F238E27FC236}">
                    <a16:creationId xmlns:a16="http://schemas.microsoft.com/office/drawing/2014/main" id="{63E0185A-669D-469B-8075-B5C73AEB0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3263"/>
                <a:ext cx="140" cy="117"/>
              </a:xfrm>
              <a:custGeom>
                <a:avLst/>
                <a:gdLst>
                  <a:gd name="T0" fmla="*/ 0 w 121"/>
                  <a:gd name="T1" fmla="*/ 90 h 95"/>
                  <a:gd name="T2" fmla="*/ 187 w 121"/>
                  <a:gd name="T3" fmla="*/ 90 h 95"/>
                  <a:gd name="T4" fmla="*/ 0 w 121"/>
                  <a:gd name="T5" fmla="*/ 9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95">
                    <a:moveTo>
                      <a:pt x="0" y="48"/>
                    </a:moveTo>
                    <a:cubicBezTo>
                      <a:pt x="0" y="48"/>
                      <a:pt x="67" y="0"/>
                      <a:pt x="121" y="48"/>
                    </a:cubicBezTo>
                    <a:cubicBezTo>
                      <a:pt x="121" y="48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00" name="Freeform 2009">
                <a:extLst>
                  <a:ext uri="{FF2B5EF4-FFF2-40B4-BE49-F238E27FC236}">
                    <a16:creationId xmlns:a16="http://schemas.microsoft.com/office/drawing/2014/main" id="{32625BD6-35DB-4C12-A487-7512D186E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263"/>
                <a:ext cx="102" cy="117"/>
              </a:xfrm>
              <a:custGeom>
                <a:avLst/>
                <a:gdLst>
                  <a:gd name="T0" fmla="*/ 0 w 89"/>
                  <a:gd name="T1" fmla="*/ 90 h 95"/>
                  <a:gd name="T2" fmla="*/ 134 w 89"/>
                  <a:gd name="T3" fmla="*/ 90 h 95"/>
                  <a:gd name="T4" fmla="*/ 0 w 89"/>
                  <a:gd name="T5" fmla="*/ 9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5">
                    <a:moveTo>
                      <a:pt x="0" y="48"/>
                    </a:moveTo>
                    <a:cubicBezTo>
                      <a:pt x="0" y="48"/>
                      <a:pt x="35" y="0"/>
                      <a:pt x="89" y="48"/>
                    </a:cubicBezTo>
                    <a:cubicBezTo>
                      <a:pt x="89" y="48"/>
                      <a:pt x="48" y="95"/>
                      <a:pt x="0" y="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01" name="Freeform 2010">
                <a:extLst>
                  <a:ext uri="{FF2B5EF4-FFF2-40B4-BE49-F238E27FC236}">
                    <a16:creationId xmlns:a16="http://schemas.microsoft.com/office/drawing/2014/main" id="{858054D2-C58B-412C-995E-CD88C9D29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3240"/>
                <a:ext cx="116" cy="140"/>
              </a:xfrm>
              <a:custGeom>
                <a:avLst/>
                <a:gdLst>
                  <a:gd name="T0" fmla="*/ 0 w 101"/>
                  <a:gd name="T1" fmla="*/ 124 h 114"/>
                  <a:gd name="T2" fmla="*/ 153 w 101"/>
                  <a:gd name="T3" fmla="*/ 124 h 114"/>
                  <a:gd name="T4" fmla="*/ 0 w 101"/>
                  <a:gd name="T5" fmla="*/ 124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114">
                    <a:moveTo>
                      <a:pt x="0" y="67"/>
                    </a:moveTo>
                    <a:cubicBezTo>
                      <a:pt x="0" y="67"/>
                      <a:pt x="39" y="0"/>
                      <a:pt x="101" y="67"/>
                    </a:cubicBezTo>
                    <a:cubicBezTo>
                      <a:pt x="101" y="67"/>
                      <a:pt x="49" y="114"/>
                      <a:pt x="0" y="6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02" name="Freeform 2011">
                <a:extLst>
                  <a:ext uri="{FF2B5EF4-FFF2-40B4-BE49-F238E27FC236}">
                    <a16:creationId xmlns:a16="http://schemas.microsoft.com/office/drawing/2014/main" id="{7C187191-3EB8-4E08-B026-A55785593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3263"/>
                <a:ext cx="128" cy="106"/>
              </a:xfrm>
              <a:custGeom>
                <a:avLst/>
                <a:gdLst>
                  <a:gd name="T0" fmla="*/ 0 w 111"/>
                  <a:gd name="T1" fmla="*/ 90 h 86"/>
                  <a:gd name="T2" fmla="*/ 171 w 111"/>
                  <a:gd name="T3" fmla="*/ 90 h 86"/>
                  <a:gd name="T4" fmla="*/ 0 w 111"/>
                  <a:gd name="T5" fmla="*/ 9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86">
                    <a:moveTo>
                      <a:pt x="0" y="48"/>
                    </a:moveTo>
                    <a:cubicBezTo>
                      <a:pt x="0" y="48"/>
                      <a:pt x="56" y="0"/>
                      <a:pt x="111" y="48"/>
                    </a:cubicBezTo>
                    <a:cubicBezTo>
                      <a:pt x="111" y="48"/>
                      <a:pt x="52" y="86"/>
                      <a:pt x="0" y="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03" name="Freeform 2012">
                <a:extLst>
                  <a:ext uri="{FF2B5EF4-FFF2-40B4-BE49-F238E27FC236}">
                    <a16:creationId xmlns:a16="http://schemas.microsoft.com/office/drawing/2014/main" id="{93890962-6A20-4861-B622-899753830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3263"/>
                <a:ext cx="116" cy="117"/>
              </a:xfrm>
              <a:custGeom>
                <a:avLst/>
                <a:gdLst>
                  <a:gd name="T0" fmla="*/ 0 w 101"/>
                  <a:gd name="T1" fmla="*/ 90 h 95"/>
                  <a:gd name="T2" fmla="*/ 153 w 101"/>
                  <a:gd name="T3" fmla="*/ 90 h 95"/>
                  <a:gd name="T4" fmla="*/ 0 w 101"/>
                  <a:gd name="T5" fmla="*/ 9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95">
                    <a:moveTo>
                      <a:pt x="0" y="48"/>
                    </a:moveTo>
                    <a:cubicBezTo>
                      <a:pt x="0" y="48"/>
                      <a:pt x="47" y="0"/>
                      <a:pt x="101" y="48"/>
                    </a:cubicBezTo>
                    <a:cubicBezTo>
                      <a:pt x="101" y="48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04" name="Freeform 2013">
                <a:extLst>
                  <a:ext uri="{FF2B5EF4-FFF2-40B4-BE49-F238E27FC236}">
                    <a16:creationId xmlns:a16="http://schemas.microsoft.com/office/drawing/2014/main" id="{4BACA9B7-EBEB-4AF8-B161-31FAA30AB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246"/>
                <a:ext cx="107" cy="108"/>
              </a:xfrm>
              <a:custGeom>
                <a:avLst/>
                <a:gdLst>
                  <a:gd name="T0" fmla="*/ 0 w 93"/>
                  <a:gd name="T1" fmla="*/ 114 h 88"/>
                  <a:gd name="T2" fmla="*/ 142 w 93"/>
                  <a:gd name="T3" fmla="*/ 48 h 88"/>
                  <a:gd name="T4" fmla="*/ 0 w 93"/>
                  <a:gd name="T5" fmla="*/ 11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88">
                    <a:moveTo>
                      <a:pt x="0" y="62"/>
                    </a:moveTo>
                    <a:cubicBezTo>
                      <a:pt x="0" y="62"/>
                      <a:pt x="25" y="0"/>
                      <a:pt x="93" y="26"/>
                    </a:cubicBezTo>
                    <a:cubicBezTo>
                      <a:pt x="93" y="26"/>
                      <a:pt x="62" y="88"/>
                      <a:pt x="0" y="6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05" name="Freeform 2014">
                <a:extLst>
                  <a:ext uri="{FF2B5EF4-FFF2-40B4-BE49-F238E27FC236}">
                    <a16:creationId xmlns:a16="http://schemas.microsoft.com/office/drawing/2014/main" id="{2EAFAE13-CCBC-49EE-8489-A14C50EC0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3178"/>
                <a:ext cx="83" cy="100"/>
              </a:xfrm>
              <a:custGeom>
                <a:avLst/>
                <a:gdLst>
                  <a:gd name="T0" fmla="*/ 18 w 72"/>
                  <a:gd name="T1" fmla="*/ 152 h 81"/>
                  <a:gd name="T2" fmla="*/ 111 w 72"/>
                  <a:gd name="T3" fmla="*/ 0 h 81"/>
                  <a:gd name="T4" fmla="*/ 18 w 72"/>
                  <a:gd name="T5" fmla="*/ 15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81">
                    <a:moveTo>
                      <a:pt x="12" y="81"/>
                    </a:moveTo>
                    <a:cubicBezTo>
                      <a:pt x="12" y="81"/>
                      <a:pt x="0" y="8"/>
                      <a:pt x="72" y="0"/>
                    </a:cubicBezTo>
                    <a:cubicBezTo>
                      <a:pt x="72" y="0"/>
                      <a:pt x="69" y="71"/>
                      <a:pt x="12" y="8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06" name="Freeform 2015">
                <a:extLst>
                  <a:ext uri="{FF2B5EF4-FFF2-40B4-BE49-F238E27FC236}">
                    <a16:creationId xmlns:a16="http://schemas.microsoft.com/office/drawing/2014/main" id="{0C479100-4C8B-48ED-A74E-334129E32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081"/>
                <a:ext cx="71" cy="97"/>
              </a:xfrm>
              <a:custGeom>
                <a:avLst/>
                <a:gdLst>
                  <a:gd name="T0" fmla="*/ 36 w 62"/>
                  <a:gd name="T1" fmla="*/ 146 h 79"/>
                  <a:gd name="T2" fmla="*/ 65 w 62"/>
                  <a:gd name="T3" fmla="*/ 0 h 79"/>
                  <a:gd name="T4" fmla="*/ 36 w 62"/>
                  <a:gd name="T5" fmla="*/ 146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79">
                    <a:moveTo>
                      <a:pt x="24" y="79"/>
                    </a:moveTo>
                    <a:cubicBezTo>
                      <a:pt x="24" y="79"/>
                      <a:pt x="0" y="32"/>
                      <a:pt x="44" y="0"/>
                    </a:cubicBezTo>
                    <a:cubicBezTo>
                      <a:pt x="62" y="35"/>
                      <a:pt x="28" y="77"/>
                      <a:pt x="24" y="7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07" name="Freeform 2016">
                <a:extLst>
                  <a:ext uri="{FF2B5EF4-FFF2-40B4-BE49-F238E27FC236}">
                    <a16:creationId xmlns:a16="http://schemas.microsoft.com/office/drawing/2014/main" id="{9C2B16DB-6874-4551-B8C1-6E1909761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959"/>
                <a:ext cx="92" cy="122"/>
              </a:xfrm>
              <a:custGeom>
                <a:avLst/>
                <a:gdLst>
                  <a:gd name="T0" fmla="*/ 59 w 80"/>
                  <a:gd name="T1" fmla="*/ 182 h 100"/>
                  <a:gd name="T2" fmla="*/ 51 w 80"/>
                  <a:gd name="T3" fmla="*/ 0 h 100"/>
                  <a:gd name="T4" fmla="*/ 59 w 80"/>
                  <a:gd name="T5" fmla="*/ 182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00">
                    <a:moveTo>
                      <a:pt x="38" y="100"/>
                    </a:moveTo>
                    <a:cubicBezTo>
                      <a:pt x="38" y="100"/>
                      <a:pt x="0" y="40"/>
                      <a:pt x="33" y="0"/>
                    </a:cubicBezTo>
                    <a:cubicBezTo>
                      <a:pt x="33" y="0"/>
                      <a:pt x="80" y="56"/>
                      <a:pt x="38" y="10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08" name="Freeform 2017">
                <a:extLst>
                  <a:ext uri="{FF2B5EF4-FFF2-40B4-BE49-F238E27FC236}">
                    <a16:creationId xmlns:a16="http://schemas.microsoft.com/office/drawing/2014/main" id="{6DF8852C-A9DA-4005-BECE-54A8B0693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878"/>
                <a:ext cx="77" cy="81"/>
              </a:xfrm>
              <a:custGeom>
                <a:avLst/>
                <a:gdLst>
                  <a:gd name="T0" fmla="*/ 68 w 67"/>
                  <a:gd name="T1" fmla="*/ 122 h 66"/>
                  <a:gd name="T2" fmla="*/ 34 w 67"/>
                  <a:gd name="T3" fmla="*/ 0 h 66"/>
                  <a:gd name="T4" fmla="*/ 68 w 67"/>
                  <a:gd name="T5" fmla="*/ 122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6">
                    <a:moveTo>
                      <a:pt x="44" y="66"/>
                    </a:moveTo>
                    <a:cubicBezTo>
                      <a:pt x="44" y="66"/>
                      <a:pt x="0" y="57"/>
                      <a:pt x="23" y="0"/>
                    </a:cubicBezTo>
                    <a:cubicBezTo>
                      <a:pt x="23" y="0"/>
                      <a:pt x="67" y="7"/>
                      <a:pt x="44" y="6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09" name="Freeform 2018">
                <a:extLst>
                  <a:ext uri="{FF2B5EF4-FFF2-40B4-BE49-F238E27FC236}">
                    <a16:creationId xmlns:a16="http://schemas.microsoft.com/office/drawing/2014/main" id="{2CBF94EA-9510-48DA-B8B9-259F6163F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02"/>
                <a:ext cx="76" cy="89"/>
              </a:xfrm>
              <a:custGeom>
                <a:avLst/>
                <a:gdLst>
                  <a:gd name="T0" fmla="*/ 91 w 66"/>
                  <a:gd name="T1" fmla="*/ 113 h 73"/>
                  <a:gd name="T2" fmla="*/ 26 w 66"/>
                  <a:gd name="T3" fmla="*/ 0 h 73"/>
                  <a:gd name="T4" fmla="*/ 91 w 66"/>
                  <a:gd name="T5" fmla="*/ 11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73">
                    <a:moveTo>
                      <a:pt x="60" y="62"/>
                    </a:moveTo>
                    <a:cubicBezTo>
                      <a:pt x="60" y="62"/>
                      <a:pt x="0" y="73"/>
                      <a:pt x="17" y="0"/>
                    </a:cubicBezTo>
                    <a:cubicBezTo>
                      <a:pt x="17" y="0"/>
                      <a:pt x="66" y="4"/>
                      <a:pt x="60" y="6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10" name="Freeform 2019">
                <a:extLst>
                  <a:ext uri="{FF2B5EF4-FFF2-40B4-BE49-F238E27FC236}">
                    <a16:creationId xmlns:a16="http://schemas.microsoft.com/office/drawing/2014/main" id="{27A7DB51-7203-48A0-A2B4-C2E8DFE50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708"/>
                <a:ext cx="121" cy="111"/>
              </a:xfrm>
              <a:custGeom>
                <a:avLst/>
                <a:gdLst>
                  <a:gd name="T0" fmla="*/ 160 w 105"/>
                  <a:gd name="T1" fmla="*/ 143 h 90"/>
                  <a:gd name="T2" fmla="*/ 0 w 105"/>
                  <a:gd name="T3" fmla="*/ 57 h 90"/>
                  <a:gd name="T4" fmla="*/ 160 w 105"/>
                  <a:gd name="T5" fmla="*/ 143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90">
                    <a:moveTo>
                      <a:pt x="105" y="76"/>
                    </a:moveTo>
                    <a:cubicBezTo>
                      <a:pt x="105" y="76"/>
                      <a:pt x="30" y="90"/>
                      <a:pt x="0" y="30"/>
                    </a:cubicBezTo>
                    <a:cubicBezTo>
                      <a:pt x="0" y="30"/>
                      <a:pt x="65" y="0"/>
                      <a:pt x="105" y="7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11" name="Rectangle 2020">
                <a:extLst>
                  <a:ext uri="{FF2B5EF4-FFF2-40B4-BE49-F238E27FC236}">
                    <a16:creationId xmlns:a16="http://schemas.microsoft.com/office/drawing/2014/main" id="{3E080AAC-4C25-4A08-84BD-828A46079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" y="2548"/>
                <a:ext cx="807" cy="163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412" name="Freeform 2021">
                <a:extLst>
                  <a:ext uri="{FF2B5EF4-FFF2-40B4-BE49-F238E27FC236}">
                    <a16:creationId xmlns:a16="http://schemas.microsoft.com/office/drawing/2014/main" id="{E5279907-E9A9-4FBE-BC93-19A5896C0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548"/>
                <a:ext cx="338" cy="974"/>
              </a:xfrm>
              <a:custGeom>
                <a:avLst/>
                <a:gdLst>
                  <a:gd name="T0" fmla="*/ 10 w 294"/>
                  <a:gd name="T1" fmla="*/ 0 h 794"/>
                  <a:gd name="T2" fmla="*/ 7 w 294"/>
                  <a:gd name="T3" fmla="*/ 0 h 794"/>
                  <a:gd name="T4" fmla="*/ 7 w 294"/>
                  <a:gd name="T5" fmla="*/ 0 h 794"/>
                  <a:gd name="T6" fmla="*/ 0 w 294"/>
                  <a:gd name="T7" fmla="*/ 0 h 794"/>
                  <a:gd name="T8" fmla="*/ 0 w 294"/>
                  <a:gd name="T9" fmla="*/ 245 h 794"/>
                  <a:gd name="T10" fmla="*/ 0 w 294"/>
                  <a:gd name="T11" fmla="*/ 245 h 794"/>
                  <a:gd name="T12" fmla="*/ 318 w 294"/>
                  <a:gd name="T13" fmla="*/ 731 h 794"/>
                  <a:gd name="T14" fmla="*/ 0 w 294"/>
                  <a:gd name="T15" fmla="*/ 1219 h 794"/>
                  <a:gd name="T16" fmla="*/ 0 w 294"/>
                  <a:gd name="T17" fmla="*/ 1219 h 794"/>
                  <a:gd name="T18" fmla="*/ 0 w 294"/>
                  <a:gd name="T19" fmla="*/ 1466 h 794"/>
                  <a:gd name="T20" fmla="*/ 2 w 294"/>
                  <a:gd name="T21" fmla="*/ 1466 h 794"/>
                  <a:gd name="T22" fmla="*/ 10 w 294"/>
                  <a:gd name="T23" fmla="*/ 1466 h 794"/>
                  <a:gd name="T24" fmla="*/ 447 w 294"/>
                  <a:gd name="T25" fmla="*/ 732 h 794"/>
                  <a:gd name="T26" fmla="*/ 10 w 294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116" y="133"/>
                      <a:pt x="210" y="251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4" y="794"/>
                      <a:pt x="6" y="794"/>
                      <a:pt x="7" y="794"/>
                    </a:cubicBezTo>
                    <a:cubicBezTo>
                      <a:pt x="165" y="794"/>
                      <a:pt x="294" y="616"/>
                      <a:pt x="294" y="397"/>
                    </a:cubicBezTo>
                    <a:cubicBezTo>
                      <a:pt x="294" y="178"/>
                      <a:pt x="165" y="0"/>
                      <a:pt x="7" y="0"/>
                    </a:cubicBezTo>
                    <a:close/>
                  </a:path>
                </a:pathLst>
              </a:custGeom>
              <a:solidFill>
                <a:srgbClr val="BC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13" name="Rectangle 2022">
                <a:extLst>
                  <a:ext uri="{FF2B5EF4-FFF2-40B4-BE49-F238E27FC236}">
                    <a16:creationId xmlns:a16="http://schemas.microsoft.com/office/drawing/2014/main" id="{BEA1956D-A98C-4F3E-B019-E3F469FED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" y="2621"/>
                <a:ext cx="807" cy="90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414" name="Rectangle 2023">
                <a:extLst>
                  <a:ext uri="{FF2B5EF4-FFF2-40B4-BE49-F238E27FC236}">
                    <a16:creationId xmlns:a16="http://schemas.microsoft.com/office/drawing/2014/main" id="{6FDF8B95-398E-4BAF-8831-EF5486304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" y="3357"/>
                <a:ext cx="807" cy="166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415" name="Rectangle 2024">
                <a:extLst>
                  <a:ext uri="{FF2B5EF4-FFF2-40B4-BE49-F238E27FC236}">
                    <a16:creationId xmlns:a16="http://schemas.microsoft.com/office/drawing/2014/main" id="{C3565653-E47D-48A4-BF79-8A750E16A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" y="3357"/>
                <a:ext cx="807" cy="91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416" name="Freeform 2025">
                <a:extLst>
                  <a:ext uri="{FF2B5EF4-FFF2-40B4-BE49-F238E27FC236}">
                    <a16:creationId xmlns:a16="http://schemas.microsoft.com/office/drawing/2014/main" id="{68D7416E-4EBD-4CD7-B3AB-0073203D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621"/>
                <a:ext cx="299" cy="828"/>
              </a:xfrm>
              <a:custGeom>
                <a:avLst/>
                <a:gdLst>
                  <a:gd name="T0" fmla="*/ 21 w 260"/>
                  <a:gd name="T1" fmla="*/ 0 h 675"/>
                  <a:gd name="T2" fmla="*/ 0 w 260"/>
                  <a:gd name="T3" fmla="*/ 0 h 675"/>
                  <a:gd name="T4" fmla="*/ 0 w 260"/>
                  <a:gd name="T5" fmla="*/ 135 h 675"/>
                  <a:gd name="T6" fmla="*/ 0 w 260"/>
                  <a:gd name="T7" fmla="*/ 135 h 675"/>
                  <a:gd name="T8" fmla="*/ 319 w 260"/>
                  <a:gd name="T9" fmla="*/ 619 h 675"/>
                  <a:gd name="T10" fmla="*/ 0 w 260"/>
                  <a:gd name="T11" fmla="*/ 1108 h 675"/>
                  <a:gd name="T12" fmla="*/ 0 w 260"/>
                  <a:gd name="T13" fmla="*/ 1108 h 675"/>
                  <a:gd name="T14" fmla="*/ 0 w 260"/>
                  <a:gd name="T15" fmla="*/ 1244 h 675"/>
                  <a:gd name="T16" fmla="*/ 21 w 260"/>
                  <a:gd name="T17" fmla="*/ 1246 h 675"/>
                  <a:gd name="T18" fmla="*/ 396 w 260"/>
                  <a:gd name="T19" fmla="*/ 624 h 675"/>
                  <a:gd name="T20" fmla="*/ 21 w 260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675">
                    <a:moveTo>
                      <a:pt x="14" y="0"/>
                    </a:moveTo>
                    <a:cubicBezTo>
                      <a:pt x="9" y="0"/>
                      <a:pt x="5" y="0"/>
                      <a:pt x="0" y="0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6"/>
                    </a:cubicBezTo>
                    <a:cubicBezTo>
                      <a:pt x="210" y="482"/>
                      <a:pt x="116" y="600"/>
                      <a:pt x="0" y="600"/>
                    </a:cubicBezTo>
                    <a:cubicBezTo>
                      <a:pt x="0" y="600"/>
                      <a:pt x="0" y="600"/>
                      <a:pt x="0" y="600"/>
                    </a:cubicBezTo>
                    <a:cubicBezTo>
                      <a:pt x="0" y="674"/>
                      <a:pt x="0" y="674"/>
                      <a:pt x="0" y="674"/>
                    </a:cubicBezTo>
                    <a:cubicBezTo>
                      <a:pt x="5" y="674"/>
                      <a:pt x="9" y="675"/>
                      <a:pt x="14" y="675"/>
                    </a:cubicBezTo>
                    <a:cubicBezTo>
                      <a:pt x="142" y="675"/>
                      <a:pt x="260" y="524"/>
                      <a:pt x="260" y="338"/>
                    </a:cubicBezTo>
                    <a:cubicBezTo>
                      <a:pt x="260" y="152"/>
                      <a:pt x="142" y="0"/>
                      <a:pt x="14" y="0"/>
                    </a:cubicBezTo>
                    <a:close/>
                  </a:path>
                </a:pathLst>
              </a:custGeom>
              <a:solidFill>
                <a:srgbClr val="CC7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17" name="Rectangle 2026">
                <a:extLst>
                  <a:ext uri="{FF2B5EF4-FFF2-40B4-BE49-F238E27FC236}">
                    <a16:creationId xmlns:a16="http://schemas.microsoft.com/office/drawing/2014/main" id="{328E2CC1-93C1-4275-B7E3-A772D7D70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" y="3357"/>
                <a:ext cx="807" cy="91"/>
              </a:xfrm>
              <a:prstGeom prst="rect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418" name="Freeform 2027">
                <a:extLst>
                  <a:ext uri="{FF2B5EF4-FFF2-40B4-BE49-F238E27FC236}">
                    <a16:creationId xmlns:a16="http://schemas.microsoft.com/office/drawing/2014/main" id="{75972492-E6B4-4610-95C1-2CAD42C91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2551"/>
                <a:ext cx="148" cy="41"/>
              </a:xfrm>
              <a:custGeom>
                <a:avLst/>
                <a:gdLst>
                  <a:gd name="T0" fmla="*/ 0 w 128"/>
                  <a:gd name="T1" fmla="*/ 31 h 33"/>
                  <a:gd name="T2" fmla="*/ 51 w 128"/>
                  <a:gd name="T3" fmla="*/ 2 h 33"/>
                  <a:gd name="T4" fmla="*/ 110 w 128"/>
                  <a:gd name="T5" fmla="*/ 2 h 33"/>
                  <a:gd name="T6" fmla="*/ 160 w 128"/>
                  <a:gd name="T7" fmla="*/ 21 h 33"/>
                  <a:gd name="T8" fmla="*/ 198 w 128"/>
                  <a:gd name="T9" fmla="*/ 31 h 33"/>
                  <a:gd name="T10" fmla="*/ 142 w 128"/>
                  <a:gd name="T11" fmla="*/ 53 h 33"/>
                  <a:gd name="T12" fmla="*/ 76 w 128"/>
                  <a:gd name="T13" fmla="*/ 62 h 33"/>
                  <a:gd name="T14" fmla="*/ 22 w 128"/>
                  <a:gd name="T15" fmla="*/ 45 h 33"/>
                  <a:gd name="T16" fmla="*/ 1 w 128"/>
                  <a:gd name="T17" fmla="*/ 37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8" h="33">
                    <a:moveTo>
                      <a:pt x="0" y="16"/>
                    </a:moveTo>
                    <a:cubicBezTo>
                      <a:pt x="12" y="12"/>
                      <a:pt x="19" y="4"/>
                      <a:pt x="33" y="2"/>
                    </a:cubicBezTo>
                    <a:cubicBezTo>
                      <a:pt x="45" y="0"/>
                      <a:pt x="58" y="0"/>
                      <a:pt x="71" y="2"/>
                    </a:cubicBezTo>
                    <a:cubicBezTo>
                      <a:pt x="82" y="3"/>
                      <a:pt x="92" y="9"/>
                      <a:pt x="103" y="11"/>
                    </a:cubicBezTo>
                    <a:cubicBezTo>
                      <a:pt x="111" y="13"/>
                      <a:pt x="120" y="14"/>
                      <a:pt x="128" y="16"/>
                    </a:cubicBezTo>
                    <a:cubicBezTo>
                      <a:pt x="115" y="16"/>
                      <a:pt x="104" y="24"/>
                      <a:pt x="92" y="28"/>
                    </a:cubicBezTo>
                    <a:cubicBezTo>
                      <a:pt x="78" y="32"/>
                      <a:pt x="63" y="33"/>
                      <a:pt x="49" y="32"/>
                    </a:cubicBezTo>
                    <a:cubicBezTo>
                      <a:pt x="37" y="32"/>
                      <a:pt x="26" y="26"/>
                      <a:pt x="14" y="23"/>
                    </a:cubicBezTo>
                    <a:cubicBezTo>
                      <a:pt x="10" y="22"/>
                      <a:pt x="5" y="21"/>
                      <a:pt x="1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19" name="Freeform 2028">
                <a:extLst>
                  <a:ext uri="{FF2B5EF4-FFF2-40B4-BE49-F238E27FC236}">
                    <a16:creationId xmlns:a16="http://schemas.microsoft.com/office/drawing/2014/main" id="{C2AE4890-646F-45D6-820F-73593EDF4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554"/>
                <a:ext cx="129" cy="34"/>
              </a:xfrm>
              <a:custGeom>
                <a:avLst/>
                <a:gdLst>
                  <a:gd name="T0" fmla="*/ 0 w 112"/>
                  <a:gd name="T1" fmla="*/ 22 h 28"/>
                  <a:gd name="T2" fmla="*/ 38 w 112"/>
                  <a:gd name="T3" fmla="*/ 7 h 28"/>
                  <a:gd name="T4" fmla="*/ 90 w 112"/>
                  <a:gd name="T5" fmla="*/ 1 h 28"/>
                  <a:gd name="T6" fmla="*/ 172 w 112"/>
                  <a:gd name="T7" fmla="*/ 18 h 28"/>
                  <a:gd name="T8" fmla="*/ 60 w 112"/>
                  <a:gd name="T9" fmla="*/ 40 h 28"/>
                  <a:gd name="T10" fmla="*/ 0 w 112"/>
                  <a:gd name="T11" fmla="*/ 2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0" y="12"/>
                    </a:moveTo>
                    <a:cubicBezTo>
                      <a:pt x="7" y="16"/>
                      <a:pt x="18" y="7"/>
                      <a:pt x="25" y="4"/>
                    </a:cubicBezTo>
                    <a:cubicBezTo>
                      <a:pt x="37" y="0"/>
                      <a:pt x="47" y="1"/>
                      <a:pt x="59" y="1"/>
                    </a:cubicBezTo>
                    <a:cubicBezTo>
                      <a:pt x="79" y="1"/>
                      <a:pt x="95" y="0"/>
                      <a:pt x="112" y="10"/>
                    </a:cubicBezTo>
                    <a:cubicBezTo>
                      <a:pt x="89" y="21"/>
                      <a:pt x="64" y="28"/>
                      <a:pt x="39" y="22"/>
                    </a:cubicBezTo>
                    <a:cubicBezTo>
                      <a:pt x="26" y="18"/>
                      <a:pt x="14" y="14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20" name="Freeform 2029">
                <a:extLst>
                  <a:ext uri="{FF2B5EF4-FFF2-40B4-BE49-F238E27FC236}">
                    <a16:creationId xmlns:a16="http://schemas.microsoft.com/office/drawing/2014/main" id="{33EB6A69-805E-4E44-852B-1095FC79A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585"/>
                <a:ext cx="157" cy="31"/>
              </a:xfrm>
              <a:custGeom>
                <a:avLst/>
                <a:gdLst>
                  <a:gd name="T0" fmla="*/ 41 w 137"/>
                  <a:gd name="T1" fmla="*/ 10 h 26"/>
                  <a:gd name="T2" fmla="*/ 19 w 137"/>
                  <a:gd name="T3" fmla="*/ 23 h 26"/>
                  <a:gd name="T4" fmla="*/ 0 w 137"/>
                  <a:gd name="T5" fmla="*/ 29 h 26"/>
                  <a:gd name="T6" fmla="*/ 80 w 137"/>
                  <a:gd name="T7" fmla="*/ 37 h 26"/>
                  <a:gd name="T8" fmla="*/ 134 w 137"/>
                  <a:gd name="T9" fmla="*/ 44 h 26"/>
                  <a:gd name="T10" fmla="*/ 206 w 13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26">
                    <a:moveTo>
                      <a:pt x="27" y="6"/>
                    </a:moveTo>
                    <a:cubicBezTo>
                      <a:pt x="21" y="3"/>
                      <a:pt x="18" y="10"/>
                      <a:pt x="13" y="13"/>
                    </a:cubicBezTo>
                    <a:cubicBezTo>
                      <a:pt x="9" y="15"/>
                      <a:pt x="3" y="15"/>
                      <a:pt x="0" y="17"/>
                    </a:cubicBezTo>
                    <a:cubicBezTo>
                      <a:pt x="14" y="24"/>
                      <a:pt x="37" y="20"/>
                      <a:pt x="53" y="22"/>
                    </a:cubicBezTo>
                    <a:cubicBezTo>
                      <a:pt x="66" y="24"/>
                      <a:pt x="76" y="26"/>
                      <a:pt x="89" y="26"/>
                    </a:cubicBezTo>
                    <a:cubicBezTo>
                      <a:pt x="108" y="25"/>
                      <a:pt x="124" y="13"/>
                      <a:pt x="13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21" name="Freeform 2030">
                <a:extLst>
                  <a:ext uri="{FF2B5EF4-FFF2-40B4-BE49-F238E27FC236}">
                    <a16:creationId xmlns:a16="http://schemas.microsoft.com/office/drawing/2014/main" id="{4F40C9E0-451E-46E7-9665-E64368FCD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2604"/>
                <a:ext cx="52" cy="16"/>
              </a:xfrm>
              <a:custGeom>
                <a:avLst/>
                <a:gdLst>
                  <a:gd name="T0" fmla="*/ 69 w 45"/>
                  <a:gd name="T1" fmla="*/ 1 h 13"/>
                  <a:gd name="T2" fmla="*/ 0 w 45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45" y="1"/>
                    </a:moveTo>
                    <a:cubicBezTo>
                      <a:pt x="29" y="0"/>
                      <a:pt x="14" y="5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22" name="Freeform 2031">
                <a:extLst>
                  <a:ext uri="{FF2B5EF4-FFF2-40B4-BE49-F238E27FC236}">
                    <a16:creationId xmlns:a16="http://schemas.microsoft.com/office/drawing/2014/main" id="{3583E822-7705-4099-B9E5-EAB9744E0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551"/>
                <a:ext cx="135" cy="45"/>
              </a:xfrm>
              <a:custGeom>
                <a:avLst/>
                <a:gdLst>
                  <a:gd name="T0" fmla="*/ 0 w 117"/>
                  <a:gd name="T1" fmla="*/ 23 h 36"/>
                  <a:gd name="T2" fmla="*/ 68 w 117"/>
                  <a:gd name="T3" fmla="*/ 0 h 36"/>
                  <a:gd name="T4" fmla="*/ 115 w 117"/>
                  <a:gd name="T5" fmla="*/ 14 h 36"/>
                  <a:gd name="T6" fmla="*/ 180 w 117"/>
                  <a:gd name="T7" fmla="*/ 24 h 36"/>
                  <a:gd name="T8" fmla="*/ 70 w 117"/>
                  <a:gd name="T9" fmla="*/ 63 h 36"/>
                  <a:gd name="T10" fmla="*/ 0 w 117"/>
                  <a:gd name="T11" fmla="*/ 2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6">
                    <a:moveTo>
                      <a:pt x="0" y="11"/>
                    </a:moveTo>
                    <a:cubicBezTo>
                      <a:pt x="14" y="3"/>
                      <a:pt x="28" y="0"/>
                      <a:pt x="44" y="0"/>
                    </a:cubicBezTo>
                    <a:cubicBezTo>
                      <a:pt x="55" y="1"/>
                      <a:pt x="64" y="4"/>
                      <a:pt x="75" y="7"/>
                    </a:cubicBezTo>
                    <a:cubicBezTo>
                      <a:pt x="88" y="10"/>
                      <a:pt x="105" y="7"/>
                      <a:pt x="117" y="12"/>
                    </a:cubicBezTo>
                    <a:cubicBezTo>
                      <a:pt x="96" y="23"/>
                      <a:pt x="70" y="36"/>
                      <a:pt x="46" y="32"/>
                    </a:cubicBezTo>
                    <a:cubicBezTo>
                      <a:pt x="32" y="31"/>
                      <a:pt x="10" y="23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23" name="Freeform 2032">
                <a:extLst>
                  <a:ext uri="{FF2B5EF4-FFF2-40B4-BE49-F238E27FC236}">
                    <a16:creationId xmlns:a16="http://schemas.microsoft.com/office/drawing/2014/main" id="{1DD173E8-E946-4272-B075-8AC192D30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2591"/>
                <a:ext cx="139" cy="28"/>
              </a:xfrm>
              <a:custGeom>
                <a:avLst/>
                <a:gdLst>
                  <a:gd name="T0" fmla="*/ 0 w 121"/>
                  <a:gd name="T1" fmla="*/ 26 h 23"/>
                  <a:gd name="T2" fmla="*/ 34 w 121"/>
                  <a:gd name="T3" fmla="*/ 28 h 23"/>
                  <a:gd name="T4" fmla="*/ 62 w 121"/>
                  <a:gd name="T5" fmla="*/ 32 h 23"/>
                  <a:gd name="T6" fmla="*/ 106 w 121"/>
                  <a:gd name="T7" fmla="*/ 40 h 23"/>
                  <a:gd name="T8" fmla="*/ 184 w 12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23">
                    <a:moveTo>
                      <a:pt x="0" y="14"/>
                    </a:moveTo>
                    <a:cubicBezTo>
                      <a:pt x="6" y="16"/>
                      <a:pt x="16" y="15"/>
                      <a:pt x="23" y="16"/>
                    </a:cubicBezTo>
                    <a:cubicBezTo>
                      <a:pt x="29" y="17"/>
                      <a:pt x="34" y="17"/>
                      <a:pt x="41" y="17"/>
                    </a:cubicBezTo>
                    <a:cubicBezTo>
                      <a:pt x="51" y="18"/>
                      <a:pt x="60" y="22"/>
                      <a:pt x="70" y="22"/>
                    </a:cubicBezTo>
                    <a:cubicBezTo>
                      <a:pt x="88" y="23"/>
                      <a:pt x="106" y="8"/>
                      <a:pt x="12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24" name="Freeform 2033">
                <a:extLst>
                  <a:ext uri="{FF2B5EF4-FFF2-40B4-BE49-F238E27FC236}">
                    <a16:creationId xmlns:a16="http://schemas.microsoft.com/office/drawing/2014/main" id="{2D1B0E5D-C3AB-4A50-BE0F-B0FEB4A53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559"/>
                <a:ext cx="156" cy="61"/>
              </a:xfrm>
              <a:custGeom>
                <a:avLst/>
                <a:gdLst>
                  <a:gd name="T0" fmla="*/ 0 w 135"/>
                  <a:gd name="T1" fmla="*/ 48 h 50"/>
                  <a:gd name="T2" fmla="*/ 60 w 135"/>
                  <a:gd name="T3" fmla="*/ 74 h 50"/>
                  <a:gd name="T4" fmla="*/ 97 w 135"/>
                  <a:gd name="T5" fmla="*/ 89 h 50"/>
                  <a:gd name="T6" fmla="*/ 156 w 135"/>
                  <a:gd name="T7" fmla="*/ 72 h 50"/>
                  <a:gd name="T8" fmla="*/ 208 w 135"/>
                  <a:gd name="T9" fmla="*/ 27 h 50"/>
                  <a:gd name="T10" fmla="*/ 157 w 135"/>
                  <a:gd name="T11" fmla="*/ 24 h 50"/>
                  <a:gd name="T12" fmla="*/ 114 w 135"/>
                  <a:gd name="T13" fmla="*/ 16 h 50"/>
                  <a:gd name="T14" fmla="*/ 69 w 135"/>
                  <a:gd name="T15" fmla="*/ 15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50">
                    <a:moveTo>
                      <a:pt x="0" y="26"/>
                    </a:moveTo>
                    <a:cubicBezTo>
                      <a:pt x="13" y="30"/>
                      <a:pt x="27" y="35"/>
                      <a:pt x="39" y="41"/>
                    </a:cubicBezTo>
                    <a:cubicBezTo>
                      <a:pt x="47" y="45"/>
                      <a:pt x="54" y="49"/>
                      <a:pt x="63" y="49"/>
                    </a:cubicBezTo>
                    <a:cubicBezTo>
                      <a:pt x="76" y="50"/>
                      <a:pt x="89" y="45"/>
                      <a:pt x="101" y="39"/>
                    </a:cubicBezTo>
                    <a:cubicBezTo>
                      <a:pt x="111" y="33"/>
                      <a:pt x="130" y="26"/>
                      <a:pt x="135" y="15"/>
                    </a:cubicBezTo>
                    <a:cubicBezTo>
                      <a:pt x="125" y="12"/>
                      <a:pt x="113" y="14"/>
                      <a:pt x="102" y="13"/>
                    </a:cubicBezTo>
                    <a:cubicBezTo>
                      <a:pt x="93" y="13"/>
                      <a:pt x="83" y="11"/>
                      <a:pt x="74" y="9"/>
                    </a:cubicBezTo>
                    <a:cubicBezTo>
                      <a:pt x="65" y="7"/>
                      <a:pt x="53" y="0"/>
                      <a:pt x="45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25" name="Freeform 2034">
                <a:extLst>
                  <a:ext uri="{FF2B5EF4-FFF2-40B4-BE49-F238E27FC236}">
                    <a16:creationId xmlns:a16="http://schemas.microsoft.com/office/drawing/2014/main" id="{C52F12AD-481D-42CD-A7D9-D66FCB0FD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549"/>
                <a:ext cx="86" cy="22"/>
              </a:xfrm>
              <a:custGeom>
                <a:avLst/>
                <a:gdLst>
                  <a:gd name="T0" fmla="*/ 0 w 75"/>
                  <a:gd name="T1" fmla="*/ 33 h 18"/>
                  <a:gd name="T2" fmla="*/ 71 w 75"/>
                  <a:gd name="T3" fmla="*/ 15 h 18"/>
                  <a:gd name="T4" fmla="*/ 114 w 75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8">
                    <a:moveTo>
                      <a:pt x="0" y="18"/>
                    </a:moveTo>
                    <a:cubicBezTo>
                      <a:pt x="17" y="18"/>
                      <a:pt x="30" y="12"/>
                      <a:pt x="47" y="8"/>
                    </a:cubicBezTo>
                    <a:cubicBezTo>
                      <a:pt x="56" y="5"/>
                      <a:pt x="68" y="4"/>
                      <a:pt x="7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26" name="Freeform 2035">
                <a:extLst>
                  <a:ext uri="{FF2B5EF4-FFF2-40B4-BE49-F238E27FC236}">
                    <a16:creationId xmlns:a16="http://schemas.microsoft.com/office/drawing/2014/main" id="{573498C6-F88D-488B-9027-9A11BB6D4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569"/>
                <a:ext cx="136" cy="30"/>
              </a:xfrm>
              <a:custGeom>
                <a:avLst/>
                <a:gdLst>
                  <a:gd name="T0" fmla="*/ 0 w 118"/>
                  <a:gd name="T1" fmla="*/ 43 h 25"/>
                  <a:gd name="T2" fmla="*/ 90 w 118"/>
                  <a:gd name="T3" fmla="*/ 8 h 25"/>
                  <a:gd name="T4" fmla="*/ 148 w 118"/>
                  <a:gd name="T5" fmla="*/ 17 h 25"/>
                  <a:gd name="T6" fmla="*/ 181 w 118"/>
                  <a:gd name="T7" fmla="*/ 2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25">
                    <a:moveTo>
                      <a:pt x="0" y="25"/>
                    </a:moveTo>
                    <a:cubicBezTo>
                      <a:pt x="22" y="16"/>
                      <a:pt x="35" y="0"/>
                      <a:pt x="59" y="5"/>
                    </a:cubicBezTo>
                    <a:cubicBezTo>
                      <a:pt x="72" y="7"/>
                      <a:pt x="83" y="8"/>
                      <a:pt x="96" y="10"/>
                    </a:cubicBezTo>
                    <a:cubicBezTo>
                      <a:pt x="104" y="11"/>
                      <a:pt x="111" y="15"/>
                      <a:pt x="118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27" name="Freeform 2036">
                <a:extLst>
                  <a:ext uri="{FF2B5EF4-FFF2-40B4-BE49-F238E27FC236}">
                    <a16:creationId xmlns:a16="http://schemas.microsoft.com/office/drawing/2014/main" id="{3EE24DB8-ED02-485B-A4A4-152AB42D1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2589"/>
                <a:ext cx="140" cy="29"/>
              </a:xfrm>
              <a:custGeom>
                <a:avLst/>
                <a:gdLst>
                  <a:gd name="T0" fmla="*/ 185 w 122"/>
                  <a:gd name="T1" fmla="*/ 0 h 23"/>
                  <a:gd name="T2" fmla="*/ 110 w 122"/>
                  <a:gd name="T3" fmla="*/ 44 h 23"/>
                  <a:gd name="T4" fmla="*/ 73 w 122"/>
                  <a:gd name="T5" fmla="*/ 44 h 23"/>
                  <a:gd name="T6" fmla="*/ 33 w 122"/>
                  <a:gd name="T7" fmla="*/ 32 h 23"/>
                  <a:gd name="T8" fmla="*/ 0 w 122"/>
                  <a:gd name="T9" fmla="*/ 2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23">
                    <a:moveTo>
                      <a:pt x="122" y="0"/>
                    </a:moveTo>
                    <a:cubicBezTo>
                      <a:pt x="107" y="7"/>
                      <a:pt x="90" y="21"/>
                      <a:pt x="73" y="22"/>
                    </a:cubicBezTo>
                    <a:cubicBezTo>
                      <a:pt x="66" y="23"/>
                      <a:pt x="57" y="23"/>
                      <a:pt x="49" y="22"/>
                    </a:cubicBezTo>
                    <a:cubicBezTo>
                      <a:pt x="40" y="22"/>
                      <a:pt x="31" y="19"/>
                      <a:pt x="22" y="16"/>
                    </a:cubicBezTo>
                    <a:cubicBezTo>
                      <a:pt x="15" y="15"/>
                      <a:pt x="7" y="11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28" name="Freeform 2037">
                <a:extLst>
                  <a:ext uri="{FF2B5EF4-FFF2-40B4-BE49-F238E27FC236}">
                    <a16:creationId xmlns:a16="http://schemas.microsoft.com/office/drawing/2014/main" id="{4C24740A-0CE2-42CC-A60D-410DF017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550"/>
                <a:ext cx="61" cy="27"/>
              </a:xfrm>
              <a:custGeom>
                <a:avLst/>
                <a:gdLst>
                  <a:gd name="T0" fmla="*/ 0 w 53"/>
                  <a:gd name="T1" fmla="*/ 41 h 22"/>
                  <a:gd name="T2" fmla="*/ 56 w 53"/>
                  <a:gd name="T3" fmla="*/ 14 h 22"/>
                  <a:gd name="T4" fmla="*/ 81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0" y="22"/>
                    </a:moveTo>
                    <a:cubicBezTo>
                      <a:pt x="16" y="21"/>
                      <a:pt x="25" y="15"/>
                      <a:pt x="37" y="7"/>
                    </a:cubicBezTo>
                    <a:cubicBezTo>
                      <a:pt x="42" y="3"/>
                      <a:pt x="47" y="1"/>
                      <a:pt x="5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29" name="Freeform 2038">
                <a:extLst>
                  <a:ext uri="{FF2B5EF4-FFF2-40B4-BE49-F238E27FC236}">
                    <a16:creationId xmlns:a16="http://schemas.microsoft.com/office/drawing/2014/main" id="{FAD3984D-9870-4E10-879F-D5DF4546E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550"/>
                <a:ext cx="120" cy="21"/>
              </a:xfrm>
              <a:custGeom>
                <a:avLst/>
                <a:gdLst>
                  <a:gd name="T0" fmla="*/ 0 w 104"/>
                  <a:gd name="T1" fmla="*/ 14 h 17"/>
                  <a:gd name="T2" fmla="*/ 87 w 104"/>
                  <a:gd name="T3" fmla="*/ 9 h 17"/>
                  <a:gd name="T4" fmla="*/ 159 w 104"/>
                  <a:gd name="T5" fmla="*/ 3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7">
                    <a:moveTo>
                      <a:pt x="0" y="7"/>
                    </a:moveTo>
                    <a:cubicBezTo>
                      <a:pt x="20" y="1"/>
                      <a:pt x="36" y="0"/>
                      <a:pt x="56" y="5"/>
                    </a:cubicBezTo>
                    <a:cubicBezTo>
                      <a:pt x="72" y="8"/>
                      <a:pt x="88" y="17"/>
                      <a:pt x="104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30" name="Freeform 2039">
                <a:extLst>
                  <a:ext uri="{FF2B5EF4-FFF2-40B4-BE49-F238E27FC236}">
                    <a16:creationId xmlns:a16="http://schemas.microsoft.com/office/drawing/2014/main" id="{E7DC75B5-9208-4D33-A6F3-0AC58B901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570"/>
                <a:ext cx="103" cy="19"/>
              </a:xfrm>
              <a:custGeom>
                <a:avLst/>
                <a:gdLst>
                  <a:gd name="T0" fmla="*/ 135 w 90"/>
                  <a:gd name="T1" fmla="*/ 1 h 16"/>
                  <a:gd name="T2" fmla="*/ 90 w 90"/>
                  <a:gd name="T3" fmla="*/ 15 h 16"/>
                  <a:gd name="T4" fmla="*/ 42 w 90"/>
                  <a:gd name="T5" fmla="*/ 25 h 16"/>
                  <a:gd name="T6" fmla="*/ 0 w 90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6">
                    <a:moveTo>
                      <a:pt x="90" y="1"/>
                    </a:moveTo>
                    <a:cubicBezTo>
                      <a:pt x="81" y="0"/>
                      <a:pt x="68" y="6"/>
                      <a:pt x="60" y="9"/>
                    </a:cubicBezTo>
                    <a:cubicBezTo>
                      <a:pt x="49" y="13"/>
                      <a:pt x="39" y="14"/>
                      <a:pt x="28" y="15"/>
                    </a:cubicBezTo>
                    <a:cubicBezTo>
                      <a:pt x="18" y="16"/>
                      <a:pt x="9" y="16"/>
                      <a:pt x="0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31" name="Freeform 2040">
                <a:extLst>
                  <a:ext uri="{FF2B5EF4-FFF2-40B4-BE49-F238E27FC236}">
                    <a16:creationId xmlns:a16="http://schemas.microsoft.com/office/drawing/2014/main" id="{469713C7-82DA-47BC-AEA1-B44C052C9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583"/>
                <a:ext cx="106" cy="35"/>
              </a:xfrm>
              <a:custGeom>
                <a:avLst/>
                <a:gdLst>
                  <a:gd name="T0" fmla="*/ 0 w 92"/>
                  <a:gd name="T1" fmla="*/ 0 h 28"/>
                  <a:gd name="T2" fmla="*/ 44 w 92"/>
                  <a:gd name="T3" fmla="*/ 13 h 28"/>
                  <a:gd name="T4" fmla="*/ 92 w 92"/>
                  <a:gd name="T5" fmla="*/ 36 h 28"/>
                  <a:gd name="T6" fmla="*/ 141 w 92"/>
                  <a:gd name="T7" fmla="*/ 5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28">
                    <a:moveTo>
                      <a:pt x="0" y="0"/>
                    </a:moveTo>
                    <a:cubicBezTo>
                      <a:pt x="3" y="5"/>
                      <a:pt x="23" y="3"/>
                      <a:pt x="29" y="6"/>
                    </a:cubicBezTo>
                    <a:cubicBezTo>
                      <a:pt x="39" y="9"/>
                      <a:pt x="49" y="14"/>
                      <a:pt x="60" y="18"/>
                    </a:cubicBezTo>
                    <a:cubicBezTo>
                      <a:pt x="69" y="22"/>
                      <a:pt x="83" y="28"/>
                      <a:pt x="92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32" name="Freeform 2041">
                <a:extLst>
                  <a:ext uri="{FF2B5EF4-FFF2-40B4-BE49-F238E27FC236}">
                    <a16:creationId xmlns:a16="http://schemas.microsoft.com/office/drawing/2014/main" id="{6727FE99-5975-4282-A916-023CFA65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550"/>
                <a:ext cx="75" cy="21"/>
              </a:xfrm>
              <a:custGeom>
                <a:avLst/>
                <a:gdLst>
                  <a:gd name="T0" fmla="*/ 0 w 65"/>
                  <a:gd name="T1" fmla="*/ 32 h 17"/>
                  <a:gd name="T2" fmla="*/ 100 w 6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7">
                    <a:moveTo>
                      <a:pt x="0" y="17"/>
                    </a:moveTo>
                    <a:cubicBezTo>
                      <a:pt x="22" y="12"/>
                      <a:pt x="42" y="0"/>
                      <a:pt x="6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33" name="Freeform 2042">
                <a:extLst>
                  <a:ext uri="{FF2B5EF4-FFF2-40B4-BE49-F238E27FC236}">
                    <a16:creationId xmlns:a16="http://schemas.microsoft.com/office/drawing/2014/main" id="{3F03ABC5-761F-4B71-9A28-62B1F8FB7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566"/>
                <a:ext cx="95" cy="27"/>
              </a:xfrm>
              <a:custGeom>
                <a:avLst/>
                <a:gdLst>
                  <a:gd name="T0" fmla="*/ 0 w 82"/>
                  <a:gd name="T1" fmla="*/ 2 h 22"/>
                  <a:gd name="T2" fmla="*/ 101 w 82"/>
                  <a:gd name="T3" fmla="*/ 34 h 22"/>
                  <a:gd name="T4" fmla="*/ 126 w 82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2">
                    <a:moveTo>
                      <a:pt x="0" y="2"/>
                    </a:moveTo>
                    <a:cubicBezTo>
                      <a:pt x="23" y="0"/>
                      <a:pt x="43" y="13"/>
                      <a:pt x="65" y="19"/>
                    </a:cubicBezTo>
                    <a:cubicBezTo>
                      <a:pt x="76" y="22"/>
                      <a:pt x="82" y="11"/>
                      <a:pt x="81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34" name="Freeform 2043">
                <a:extLst>
                  <a:ext uri="{FF2B5EF4-FFF2-40B4-BE49-F238E27FC236}">
                    <a16:creationId xmlns:a16="http://schemas.microsoft.com/office/drawing/2014/main" id="{5373B694-DB5E-4511-BF42-951282919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589"/>
                <a:ext cx="83" cy="25"/>
              </a:xfrm>
              <a:custGeom>
                <a:avLst/>
                <a:gdLst>
                  <a:gd name="T0" fmla="*/ 110 w 72"/>
                  <a:gd name="T1" fmla="*/ 0 h 20"/>
                  <a:gd name="T2" fmla="*/ 111 w 72"/>
                  <a:gd name="T3" fmla="*/ 25 h 20"/>
                  <a:gd name="T4" fmla="*/ 44 w 72"/>
                  <a:gd name="T5" fmla="*/ 20 h 20"/>
                  <a:gd name="T6" fmla="*/ 0 w 72"/>
                  <a:gd name="T7" fmla="*/ 1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0">
                    <a:moveTo>
                      <a:pt x="71" y="0"/>
                    </a:moveTo>
                    <a:cubicBezTo>
                      <a:pt x="70" y="4"/>
                      <a:pt x="70" y="9"/>
                      <a:pt x="72" y="13"/>
                    </a:cubicBezTo>
                    <a:cubicBezTo>
                      <a:pt x="63" y="20"/>
                      <a:pt x="40" y="12"/>
                      <a:pt x="29" y="10"/>
                    </a:cubicBezTo>
                    <a:cubicBezTo>
                      <a:pt x="21" y="8"/>
                      <a:pt x="8" y="3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35" name="Freeform 2044">
                <a:extLst>
                  <a:ext uri="{FF2B5EF4-FFF2-40B4-BE49-F238E27FC236}">
                    <a16:creationId xmlns:a16="http://schemas.microsoft.com/office/drawing/2014/main" id="{9D7AD007-1A7E-49CC-B933-CF9B00FBA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608"/>
                <a:ext cx="9" cy="23"/>
              </a:xfrm>
              <a:custGeom>
                <a:avLst/>
                <a:gdLst>
                  <a:gd name="T0" fmla="*/ 0 w 8"/>
                  <a:gd name="T1" fmla="*/ 0 h 19"/>
                  <a:gd name="T2" fmla="*/ 1 w 8"/>
                  <a:gd name="T3" fmla="*/ 3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6" y="5"/>
                      <a:pt x="8" y="15"/>
                      <a:pt x="1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36" name="Freeform 2045">
                <a:extLst>
                  <a:ext uri="{FF2B5EF4-FFF2-40B4-BE49-F238E27FC236}">
                    <a16:creationId xmlns:a16="http://schemas.microsoft.com/office/drawing/2014/main" id="{25222FDB-506F-4806-8245-49E81ABF1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580"/>
                <a:ext cx="63" cy="62"/>
              </a:xfrm>
              <a:custGeom>
                <a:avLst/>
                <a:gdLst>
                  <a:gd name="T0" fmla="*/ 18 w 55"/>
                  <a:gd name="T1" fmla="*/ 0 h 51"/>
                  <a:gd name="T2" fmla="*/ 60 w 55"/>
                  <a:gd name="T3" fmla="*/ 39 h 51"/>
                  <a:gd name="T4" fmla="*/ 74 w 55"/>
                  <a:gd name="T5" fmla="*/ 52 h 51"/>
                  <a:gd name="T6" fmla="*/ 62 w 55"/>
                  <a:gd name="T7" fmla="*/ 86 h 51"/>
                  <a:gd name="T8" fmla="*/ 19 w 55"/>
                  <a:gd name="T9" fmla="*/ 77 h 51"/>
                  <a:gd name="T10" fmla="*/ 0 w 55"/>
                  <a:gd name="T11" fmla="*/ 6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51">
                    <a:moveTo>
                      <a:pt x="12" y="0"/>
                    </a:moveTo>
                    <a:cubicBezTo>
                      <a:pt x="21" y="8"/>
                      <a:pt x="29" y="15"/>
                      <a:pt x="39" y="21"/>
                    </a:cubicBezTo>
                    <a:cubicBezTo>
                      <a:pt x="43" y="23"/>
                      <a:pt x="48" y="24"/>
                      <a:pt x="50" y="29"/>
                    </a:cubicBezTo>
                    <a:cubicBezTo>
                      <a:pt x="55" y="36"/>
                      <a:pt x="48" y="44"/>
                      <a:pt x="41" y="48"/>
                    </a:cubicBezTo>
                    <a:cubicBezTo>
                      <a:pt x="34" y="51"/>
                      <a:pt x="20" y="44"/>
                      <a:pt x="13" y="43"/>
                    </a:cubicBezTo>
                    <a:cubicBezTo>
                      <a:pt x="8" y="42"/>
                      <a:pt x="3" y="41"/>
                      <a:pt x="0" y="3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37" name="Freeform 2046">
                <a:extLst>
                  <a:ext uri="{FF2B5EF4-FFF2-40B4-BE49-F238E27FC236}">
                    <a16:creationId xmlns:a16="http://schemas.microsoft.com/office/drawing/2014/main" id="{C27D0F0A-BF24-481F-8C01-2F96F546C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625"/>
                <a:ext cx="47" cy="26"/>
              </a:xfrm>
              <a:custGeom>
                <a:avLst/>
                <a:gdLst>
                  <a:gd name="T0" fmla="*/ 0 w 41"/>
                  <a:gd name="T1" fmla="*/ 0 h 21"/>
                  <a:gd name="T2" fmla="*/ 25 w 41"/>
                  <a:gd name="T3" fmla="*/ 26 h 21"/>
                  <a:gd name="T4" fmla="*/ 47 w 41"/>
                  <a:gd name="T5" fmla="*/ 38 h 21"/>
                  <a:gd name="T6" fmla="*/ 62 w 41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0" y="7"/>
                      <a:pt x="12" y="11"/>
                      <a:pt x="17" y="14"/>
                    </a:cubicBezTo>
                    <a:cubicBezTo>
                      <a:pt x="21" y="17"/>
                      <a:pt x="25" y="21"/>
                      <a:pt x="31" y="20"/>
                    </a:cubicBezTo>
                    <a:cubicBezTo>
                      <a:pt x="40" y="19"/>
                      <a:pt x="40" y="13"/>
                      <a:pt x="4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38" name="Freeform 2047">
                <a:extLst>
                  <a:ext uri="{FF2B5EF4-FFF2-40B4-BE49-F238E27FC236}">
                    <a16:creationId xmlns:a16="http://schemas.microsoft.com/office/drawing/2014/main" id="{632E36DB-B42D-40C1-93B1-E1140E308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640"/>
                <a:ext cx="14" cy="40"/>
              </a:xfrm>
              <a:custGeom>
                <a:avLst/>
                <a:gdLst>
                  <a:gd name="T0" fmla="*/ 2 w 12"/>
                  <a:gd name="T1" fmla="*/ 0 h 33"/>
                  <a:gd name="T2" fmla="*/ 0 w 12"/>
                  <a:gd name="T3" fmla="*/ 5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3">
                    <a:moveTo>
                      <a:pt x="2" y="0"/>
                    </a:moveTo>
                    <a:cubicBezTo>
                      <a:pt x="9" y="9"/>
                      <a:pt x="12" y="27"/>
                      <a:pt x="0" y="3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39" name="Freeform 2048">
                <a:extLst>
                  <a:ext uri="{FF2B5EF4-FFF2-40B4-BE49-F238E27FC236}">
                    <a16:creationId xmlns:a16="http://schemas.microsoft.com/office/drawing/2014/main" id="{2BF783D4-C311-4E6F-98FF-0A46B93C3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647"/>
                <a:ext cx="75" cy="68"/>
              </a:xfrm>
              <a:custGeom>
                <a:avLst/>
                <a:gdLst>
                  <a:gd name="T0" fmla="*/ 16 w 65"/>
                  <a:gd name="T1" fmla="*/ 33 h 55"/>
                  <a:gd name="T2" fmla="*/ 37 w 65"/>
                  <a:gd name="T3" fmla="*/ 78 h 55"/>
                  <a:gd name="T4" fmla="*/ 78 w 65"/>
                  <a:gd name="T5" fmla="*/ 82 h 55"/>
                  <a:gd name="T6" fmla="*/ 44 w 6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5">
                    <a:moveTo>
                      <a:pt x="10" y="18"/>
                    </a:moveTo>
                    <a:cubicBezTo>
                      <a:pt x="0" y="23"/>
                      <a:pt x="21" y="38"/>
                      <a:pt x="24" y="41"/>
                    </a:cubicBezTo>
                    <a:cubicBezTo>
                      <a:pt x="34" y="49"/>
                      <a:pt x="40" y="55"/>
                      <a:pt x="51" y="43"/>
                    </a:cubicBezTo>
                    <a:cubicBezTo>
                      <a:pt x="65" y="30"/>
                      <a:pt x="41" y="7"/>
                      <a:pt x="2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40" name="Freeform 2049">
                <a:extLst>
                  <a:ext uri="{FF2B5EF4-FFF2-40B4-BE49-F238E27FC236}">
                    <a16:creationId xmlns:a16="http://schemas.microsoft.com/office/drawing/2014/main" id="{F4DFA557-6D2A-4F0D-AC75-7BF58F43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707"/>
                <a:ext cx="3" cy="6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41" name="Freeform 2050">
                <a:extLst>
                  <a:ext uri="{FF2B5EF4-FFF2-40B4-BE49-F238E27FC236}">
                    <a16:creationId xmlns:a16="http://schemas.microsoft.com/office/drawing/2014/main" id="{EDA79320-C8DC-4F51-A008-6FF8111A0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683"/>
                <a:ext cx="22" cy="13"/>
              </a:xfrm>
              <a:custGeom>
                <a:avLst/>
                <a:gdLst>
                  <a:gd name="T0" fmla="*/ 0 w 19"/>
                  <a:gd name="T1" fmla="*/ 17 h 11"/>
                  <a:gd name="T2" fmla="*/ 29 w 19"/>
                  <a:gd name="T3" fmla="*/ 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10"/>
                    </a:moveTo>
                    <a:cubicBezTo>
                      <a:pt x="5" y="11"/>
                      <a:pt x="15" y="0"/>
                      <a:pt x="19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42" name="Freeform 2051">
                <a:extLst>
                  <a:ext uri="{FF2B5EF4-FFF2-40B4-BE49-F238E27FC236}">
                    <a16:creationId xmlns:a16="http://schemas.microsoft.com/office/drawing/2014/main" id="{AB308E08-6A43-40FD-9DA6-41EE6BA90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695"/>
                <a:ext cx="23" cy="74"/>
              </a:xfrm>
              <a:custGeom>
                <a:avLst/>
                <a:gdLst>
                  <a:gd name="T0" fmla="*/ 0 w 20"/>
                  <a:gd name="T1" fmla="*/ 0 h 60"/>
                  <a:gd name="T2" fmla="*/ 10 w 20"/>
                  <a:gd name="T3" fmla="*/ 35 h 60"/>
                  <a:gd name="T4" fmla="*/ 28 w 20"/>
                  <a:gd name="T5" fmla="*/ 73 h 60"/>
                  <a:gd name="T6" fmla="*/ 3 w 20"/>
                  <a:gd name="T7" fmla="*/ 112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0" y="7"/>
                      <a:pt x="4" y="13"/>
                      <a:pt x="7" y="19"/>
                    </a:cubicBezTo>
                    <a:cubicBezTo>
                      <a:pt x="10" y="25"/>
                      <a:pt x="17" y="32"/>
                      <a:pt x="18" y="39"/>
                    </a:cubicBezTo>
                    <a:cubicBezTo>
                      <a:pt x="20" y="52"/>
                      <a:pt x="11" y="55"/>
                      <a:pt x="3" y="6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43" name="Freeform 2052">
                <a:extLst>
                  <a:ext uri="{FF2B5EF4-FFF2-40B4-BE49-F238E27FC236}">
                    <a16:creationId xmlns:a16="http://schemas.microsoft.com/office/drawing/2014/main" id="{4C588EAE-2D98-4472-8209-3814A8B03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742"/>
                <a:ext cx="35" cy="33"/>
              </a:xfrm>
              <a:custGeom>
                <a:avLst/>
                <a:gdLst>
                  <a:gd name="T0" fmla="*/ 0 w 31"/>
                  <a:gd name="T1" fmla="*/ 0 h 27"/>
                  <a:gd name="T2" fmla="*/ 45 w 31"/>
                  <a:gd name="T3" fmla="*/ 2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7">
                    <a:moveTo>
                      <a:pt x="0" y="0"/>
                    </a:moveTo>
                    <a:cubicBezTo>
                      <a:pt x="3" y="9"/>
                      <a:pt x="22" y="27"/>
                      <a:pt x="31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44" name="Freeform 2053">
                <a:extLst>
                  <a:ext uri="{FF2B5EF4-FFF2-40B4-BE49-F238E27FC236}">
                    <a16:creationId xmlns:a16="http://schemas.microsoft.com/office/drawing/2014/main" id="{F8B8D306-11C1-4731-BDFF-732E5042B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750"/>
                <a:ext cx="29" cy="79"/>
              </a:xfrm>
              <a:custGeom>
                <a:avLst/>
                <a:gdLst>
                  <a:gd name="T0" fmla="*/ 0 w 25"/>
                  <a:gd name="T1" fmla="*/ 0 h 64"/>
                  <a:gd name="T2" fmla="*/ 39 w 25"/>
                  <a:gd name="T3" fmla="*/ 79 h 64"/>
                  <a:gd name="T4" fmla="*/ 17 w 25"/>
                  <a:gd name="T5" fmla="*/ 1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4">
                    <a:moveTo>
                      <a:pt x="0" y="0"/>
                    </a:moveTo>
                    <a:cubicBezTo>
                      <a:pt x="2" y="16"/>
                      <a:pt x="25" y="24"/>
                      <a:pt x="25" y="42"/>
                    </a:cubicBezTo>
                    <a:cubicBezTo>
                      <a:pt x="25" y="51"/>
                      <a:pt x="19" y="59"/>
                      <a:pt x="11" y="6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45" name="Freeform 2054">
                <a:extLst>
                  <a:ext uri="{FF2B5EF4-FFF2-40B4-BE49-F238E27FC236}">
                    <a16:creationId xmlns:a16="http://schemas.microsoft.com/office/drawing/2014/main" id="{CEF3B48E-A7FB-4B08-9FB3-BC4472FF9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803"/>
                <a:ext cx="35" cy="47"/>
              </a:xfrm>
              <a:custGeom>
                <a:avLst/>
                <a:gdLst>
                  <a:gd name="T0" fmla="*/ 0 w 31"/>
                  <a:gd name="T1" fmla="*/ 0 h 38"/>
                  <a:gd name="T2" fmla="*/ 45 w 31"/>
                  <a:gd name="T3" fmla="*/ 53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6" y="11"/>
                      <a:pt x="16" y="38"/>
                      <a:pt x="31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46" name="Freeform 2055">
                <a:extLst>
                  <a:ext uri="{FF2B5EF4-FFF2-40B4-BE49-F238E27FC236}">
                    <a16:creationId xmlns:a16="http://schemas.microsoft.com/office/drawing/2014/main" id="{5F2B27F4-9C37-4345-BBB1-61650E2EE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835"/>
                <a:ext cx="44" cy="66"/>
              </a:xfrm>
              <a:custGeom>
                <a:avLst/>
                <a:gdLst>
                  <a:gd name="T0" fmla="*/ 16 w 38"/>
                  <a:gd name="T1" fmla="*/ 0 h 54"/>
                  <a:gd name="T2" fmla="*/ 29 w 38"/>
                  <a:gd name="T3" fmla="*/ 88 h 54"/>
                  <a:gd name="T4" fmla="*/ 0 w 38"/>
                  <a:gd name="T5" fmla="*/ 7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4">
                    <a:moveTo>
                      <a:pt x="10" y="0"/>
                    </a:moveTo>
                    <a:cubicBezTo>
                      <a:pt x="12" y="11"/>
                      <a:pt x="38" y="38"/>
                      <a:pt x="19" y="48"/>
                    </a:cubicBezTo>
                    <a:cubicBezTo>
                      <a:pt x="9" y="54"/>
                      <a:pt x="4" y="48"/>
                      <a:pt x="0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47" name="Freeform 2056">
                <a:extLst>
                  <a:ext uri="{FF2B5EF4-FFF2-40B4-BE49-F238E27FC236}">
                    <a16:creationId xmlns:a16="http://schemas.microsoft.com/office/drawing/2014/main" id="{A3F42F16-7548-4E1E-8C5B-A5E7816BA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894"/>
                <a:ext cx="27" cy="63"/>
              </a:xfrm>
              <a:custGeom>
                <a:avLst/>
                <a:gdLst>
                  <a:gd name="T0" fmla="*/ 0 w 24"/>
                  <a:gd name="T1" fmla="*/ 0 h 52"/>
                  <a:gd name="T2" fmla="*/ 7 w 24"/>
                  <a:gd name="T3" fmla="*/ 64 h 52"/>
                  <a:gd name="T4" fmla="*/ 18 w 24"/>
                  <a:gd name="T5" fmla="*/ 90 h 52"/>
                  <a:gd name="T6" fmla="*/ 32 w 24"/>
                  <a:gd name="T7" fmla="*/ 6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1" y="11"/>
                      <a:pt x="3" y="24"/>
                      <a:pt x="4" y="36"/>
                    </a:cubicBezTo>
                    <a:cubicBezTo>
                      <a:pt x="4" y="41"/>
                      <a:pt x="6" y="48"/>
                      <a:pt x="12" y="50"/>
                    </a:cubicBezTo>
                    <a:cubicBezTo>
                      <a:pt x="18" y="52"/>
                      <a:pt x="24" y="44"/>
                      <a:pt x="22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48" name="Freeform 2057">
                <a:extLst>
                  <a:ext uri="{FF2B5EF4-FFF2-40B4-BE49-F238E27FC236}">
                    <a16:creationId xmlns:a16="http://schemas.microsoft.com/office/drawing/2014/main" id="{539935BC-4D0F-4F24-8CA3-1ED12487D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948"/>
                <a:ext cx="30" cy="105"/>
              </a:xfrm>
              <a:custGeom>
                <a:avLst/>
                <a:gdLst>
                  <a:gd name="T0" fmla="*/ 20 w 26"/>
                  <a:gd name="T1" fmla="*/ 9 h 86"/>
                  <a:gd name="T2" fmla="*/ 1 w 26"/>
                  <a:gd name="T3" fmla="*/ 56 h 86"/>
                  <a:gd name="T4" fmla="*/ 8 w 26"/>
                  <a:gd name="T5" fmla="*/ 129 h 86"/>
                  <a:gd name="T6" fmla="*/ 31 w 26"/>
                  <a:gd name="T7" fmla="*/ 133 h 86"/>
                  <a:gd name="T8" fmla="*/ 38 w 26"/>
                  <a:gd name="T9" fmla="*/ 60 h 86"/>
                  <a:gd name="T10" fmla="*/ 21 w 26"/>
                  <a:gd name="T11" fmla="*/ 11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86">
                    <a:moveTo>
                      <a:pt x="13" y="5"/>
                    </a:moveTo>
                    <a:cubicBezTo>
                      <a:pt x="4" y="0"/>
                      <a:pt x="1" y="25"/>
                      <a:pt x="1" y="31"/>
                    </a:cubicBezTo>
                    <a:cubicBezTo>
                      <a:pt x="0" y="44"/>
                      <a:pt x="3" y="58"/>
                      <a:pt x="5" y="71"/>
                    </a:cubicBezTo>
                    <a:cubicBezTo>
                      <a:pt x="8" y="85"/>
                      <a:pt x="14" y="86"/>
                      <a:pt x="20" y="73"/>
                    </a:cubicBezTo>
                    <a:cubicBezTo>
                      <a:pt x="24" y="61"/>
                      <a:pt x="25" y="46"/>
                      <a:pt x="25" y="33"/>
                    </a:cubicBezTo>
                    <a:cubicBezTo>
                      <a:pt x="26" y="22"/>
                      <a:pt x="26" y="9"/>
                      <a:pt x="14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49" name="Freeform 2058">
                <a:extLst>
                  <a:ext uri="{FF2B5EF4-FFF2-40B4-BE49-F238E27FC236}">
                    <a16:creationId xmlns:a16="http://schemas.microsoft.com/office/drawing/2014/main" id="{345121D5-D056-4211-8FDE-B721F92C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037"/>
                <a:ext cx="23" cy="10"/>
              </a:xfrm>
              <a:custGeom>
                <a:avLst/>
                <a:gdLst>
                  <a:gd name="T0" fmla="*/ 0 w 20"/>
                  <a:gd name="T1" fmla="*/ 16 h 8"/>
                  <a:gd name="T2" fmla="*/ 30 w 20"/>
                  <a:gd name="T3" fmla="*/ 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5" y="2"/>
                      <a:pt x="12" y="0"/>
                      <a:pt x="20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50" name="Freeform 2059">
                <a:extLst>
                  <a:ext uri="{FF2B5EF4-FFF2-40B4-BE49-F238E27FC236}">
                    <a16:creationId xmlns:a16="http://schemas.microsoft.com/office/drawing/2014/main" id="{587CE6A7-7B3A-4A4D-B588-532CAADEA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3050"/>
                <a:ext cx="23" cy="83"/>
              </a:xfrm>
              <a:custGeom>
                <a:avLst/>
                <a:gdLst>
                  <a:gd name="T0" fmla="*/ 30 w 20"/>
                  <a:gd name="T1" fmla="*/ 0 h 68"/>
                  <a:gd name="T2" fmla="*/ 29 w 20"/>
                  <a:gd name="T3" fmla="*/ 76 h 68"/>
                  <a:gd name="T4" fmla="*/ 0 w 20"/>
                  <a:gd name="T5" fmla="*/ 12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8">
                    <a:moveTo>
                      <a:pt x="20" y="0"/>
                    </a:moveTo>
                    <a:cubicBezTo>
                      <a:pt x="15" y="11"/>
                      <a:pt x="19" y="30"/>
                      <a:pt x="19" y="42"/>
                    </a:cubicBezTo>
                    <a:cubicBezTo>
                      <a:pt x="19" y="57"/>
                      <a:pt x="15" y="65"/>
                      <a:pt x="0" y="6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51" name="Freeform 2060">
                <a:extLst>
                  <a:ext uri="{FF2B5EF4-FFF2-40B4-BE49-F238E27FC236}">
                    <a16:creationId xmlns:a16="http://schemas.microsoft.com/office/drawing/2014/main" id="{4CEEC5E4-7FAA-498A-B03B-616EDE352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115"/>
                <a:ext cx="17" cy="41"/>
              </a:xfrm>
              <a:custGeom>
                <a:avLst/>
                <a:gdLst>
                  <a:gd name="T0" fmla="*/ 3 w 15"/>
                  <a:gd name="T1" fmla="*/ 0 h 34"/>
                  <a:gd name="T2" fmla="*/ 22 w 15"/>
                  <a:gd name="T3" fmla="*/ 5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3" y="0"/>
                    </a:moveTo>
                    <a:cubicBezTo>
                      <a:pt x="2" y="10"/>
                      <a:pt x="0" y="34"/>
                      <a:pt x="15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52" name="Freeform 2061">
                <a:extLst>
                  <a:ext uri="{FF2B5EF4-FFF2-40B4-BE49-F238E27FC236}">
                    <a16:creationId xmlns:a16="http://schemas.microsoft.com/office/drawing/2014/main" id="{68129C38-9285-413F-92B6-11F38CD1F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3176"/>
                <a:ext cx="36" cy="24"/>
              </a:xfrm>
              <a:custGeom>
                <a:avLst/>
                <a:gdLst>
                  <a:gd name="T0" fmla="*/ 0 w 32"/>
                  <a:gd name="T1" fmla="*/ 0 h 20"/>
                  <a:gd name="T2" fmla="*/ 46 w 32"/>
                  <a:gd name="T3" fmla="*/ 2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0">
                    <a:moveTo>
                      <a:pt x="0" y="0"/>
                    </a:moveTo>
                    <a:cubicBezTo>
                      <a:pt x="0" y="7"/>
                      <a:pt x="29" y="20"/>
                      <a:pt x="32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53" name="Freeform 2062">
                <a:extLst>
                  <a:ext uri="{FF2B5EF4-FFF2-40B4-BE49-F238E27FC236}">
                    <a16:creationId xmlns:a16="http://schemas.microsoft.com/office/drawing/2014/main" id="{3C5C2665-1A86-4D3F-994F-38C684887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446"/>
                <a:ext cx="72" cy="49"/>
              </a:xfrm>
              <a:custGeom>
                <a:avLst/>
                <a:gdLst>
                  <a:gd name="T0" fmla="*/ 0 w 62"/>
                  <a:gd name="T1" fmla="*/ 66 h 40"/>
                  <a:gd name="T2" fmla="*/ 31 w 62"/>
                  <a:gd name="T3" fmla="*/ 67 h 40"/>
                  <a:gd name="T4" fmla="*/ 67 w 62"/>
                  <a:gd name="T5" fmla="*/ 72 h 40"/>
                  <a:gd name="T6" fmla="*/ 91 w 62"/>
                  <a:gd name="T7" fmla="*/ 44 h 40"/>
                  <a:gd name="T8" fmla="*/ 77 w 6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0">
                    <a:moveTo>
                      <a:pt x="0" y="36"/>
                    </a:moveTo>
                    <a:cubicBezTo>
                      <a:pt x="6" y="38"/>
                      <a:pt x="13" y="37"/>
                      <a:pt x="20" y="37"/>
                    </a:cubicBezTo>
                    <a:cubicBezTo>
                      <a:pt x="27" y="38"/>
                      <a:pt x="36" y="40"/>
                      <a:pt x="43" y="39"/>
                    </a:cubicBezTo>
                    <a:cubicBezTo>
                      <a:pt x="52" y="38"/>
                      <a:pt x="54" y="33"/>
                      <a:pt x="58" y="24"/>
                    </a:cubicBezTo>
                    <a:cubicBezTo>
                      <a:pt x="62" y="16"/>
                      <a:pt x="61" y="1"/>
                      <a:pt x="4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54" name="Freeform 2063">
                <a:extLst>
                  <a:ext uri="{FF2B5EF4-FFF2-40B4-BE49-F238E27FC236}">
                    <a16:creationId xmlns:a16="http://schemas.microsoft.com/office/drawing/2014/main" id="{97792546-5DD8-4B1B-A236-426527B13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457"/>
                <a:ext cx="63" cy="43"/>
              </a:xfrm>
              <a:custGeom>
                <a:avLst/>
                <a:gdLst>
                  <a:gd name="T0" fmla="*/ 0 w 55"/>
                  <a:gd name="T1" fmla="*/ 52 h 35"/>
                  <a:gd name="T2" fmla="*/ 82 w 55"/>
                  <a:gd name="T3" fmla="*/ 4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35">
                    <a:moveTo>
                      <a:pt x="0" y="28"/>
                    </a:moveTo>
                    <a:cubicBezTo>
                      <a:pt x="14" y="35"/>
                      <a:pt x="51" y="0"/>
                      <a:pt x="55" y="2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55" name="Freeform 2064">
                <a:extLst>
                  <a:ext uri="{FF2B5EF4-FFF2-40B4-BE49-F238E27FC236}">
                    <a16:creationId xmlns:a16="http://schemas.microsoft.com/office/drawing/2014/main" id="{1C8B7DF6-5444-4D17-B240-E448C1F26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3431"/>
                <a:ext cx="70" cy="48"/>
              </a:xfrm>
              <a:custGeom>
                <a:avLst/>
                <a:gdLst>
                  <a:gd name="T0" fmla="*/ 39 w 61"/>
                  <a:gd name="T1" fmla="*/ 73 h 39"/>
                  <a:gd name="T2" fmla="*/ 90 w 61"/>
                  <a:gd name="T3" fmla="*/ 42 h 39"/>
                  <a:gd name="T4" fmla="*/ 80 w 61"/>
                  <a:gd name="T5" fmla="*/ 2 h 39"/>
                  <a:gd name="T6" fmla="*/ 32 w 61"/>
                  <a:gd name="T7" fmla="*/ 27 h 39"/>
                  <a:gd name="T8" fmla="*/ 0 w 61"/>
                  <a:gd name="T9" fmla="*/ 5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9">
                    <a:moveTo>
                      <a:pt x="26" y="39"/>
                    </a:moveTo>
                    <a:cubicBezTo>
                      <a:pt x="38" y="39"/>
                      <a:pt x="54" y="34"/>
                      <a:pt x="59" y="23"/>
                    </a:cubicBezTo>
                    <a:cubicBezTo>
                      <a:pt x="61" y="16"/>
                      <a:pt x="61" y="4"/>
                      <a:pt x="53" y="2"/>
                    </a:cubicBezTo>
                    <a:cubicBezTo>
                      <a:pt x="46" y="0"/>
                      <a:pt x="28" y="12"/>
                      <a:pt x="21" y="15"/>
                    </a:cubicBezTo>
                    <a:cubicBezTo>
                      <a:pt x="14" y="19"/>
                      <a:pt x="6" y="23"/>
                      <a:pt x="0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56" name="Freeform 2065">
                <a:extLst>
                  <a:ext uri="{FF2B5EF4-FFF2-40B4-BE49-F238E27FC236}">
                    <a16:creationId xmlns:a16="http://schemas.microsoft.com/office/drawing/2014/main" id="{B9FC4B85-19EA-41F7-BD53-5612738F9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393"/>
                <a:ext cx="30" cy="47"/>
              </a:xfrm>
              <a:custGeom>
                <a:avLst/>
                <a:gdLst>
                  <a:gd name="T0" fmla="*/ 0 w 26"/>
                  <a:gd name="T1" fmla="*/ 64 h 38"/>
                  <a:gd name="T2" fmla="*/ 20 w 26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8">
                    <a:moveTo>
                      <a:pt x="0" y="34"/>
                    </a:moveTo>
                    <a:cubicBezTo>
                      <a:pt x="19" y="38"/>
                      <a:pt x="26" y="10"/>
                      <a:pt x="1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57" name="Freeform 2066">
                <a:extLst>
                  <a:ext uri="{FF2B5EF4-FFF2-40B4-BE49-F238E27FC236}">
                    <a16:creationId xmlns:a16="http://schemas.microsoft.com/office/drawing/2014/main" id="{E2B43AA0-6B44-46A8-92C9-CB0FBA62A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387"/>
                <a:ext cx="62" cy="43"/>
              </a:xfrm>
              <a:custGeom>
                <a:avLst/>
                <a:gdLst>
                  <a:gd name="T0" fmla="*/ 0 w 54"/>
                  <a:gd name="T1" fmla="*/ 65 h 35"/>
                  <a:gd name="T2" fmla="*/ 64 w 54"/>
                  <a:gd name="T3" fmla="*/ 11 h 35"/>
                  <a:gd name="T4" fmla="*/ 73 w 54"/>
                  <a:gd name="T5" fmla="*/ 4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5">
                    <a:moveTo>
                      <a:pt x="0" y="35"/>
                    </a:moveTo>
                    <a:cubicBezTo>
                      <a:pt x="12" y="26"/>
                      <a:pt x="24" y="0"/>
                      <a:pt x="43" y="6"/>
                    </a:cubicBezTo>
                    <a:cubicBezTo>
                      <a:pt x="50" y="8"/>
                      <a:pt x="54" y="17"/>
                      <a:pt x="49" y="2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58" name="Freeform 2067">
                <a:extLst>
                  <a:ext uri="{FF2B5EF4-FFF2-40B4-BE49-F238E27FC236}">
                    <a16:creationId xmlns:a16="http://schemas.microsoft.com/office/drawing/2014/main" id="{8231201C-2B40-4B7C-8DC2-4A24AB76D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324"/>
                <a:ext cx="50" cy="73"/>
              </a:xfrm>
              <a:custGeom>
                <a:avLst/>
                <a:gdLst>
                  <a:gd name="T0" fmla="*/ 0 w 43"/>
                  <a:gd name="T1" fmla="*/ 111 h 59"/>
                  <a:gd name="T2" fmla="*/ 36 w 43"/>
                  <a:gd name="T3" fmla="*/ 0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9">
                    <a:moveTo>
                      <a:pt x="0" y="59"/>
                    </a:moveTo>
                    <a:cubicBezTo>
                      <a:pt x="0" y="47"/>
                      <a:pt x="43" y="7"/>
                      <a:pt x="2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59" name="Freeform 2068">
                <a:extLst>
                  <a:ext uri="{FF2B5EF4-FFF2-40B4-BE49-F238E27FC236}">
                    <a16:creationId xmlns:a16="http://schemas.microsoft.com/office/drawing/2014/main" id="{984A912D-18B4-4376-9A61-A2B78BA70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295"/>
                <a:ext cx="62" cy="104"/>
              </a:xfrm>
              <a:custGeom>
                <a:avLst/>
                <a:gdLst>
                  <a:gd name="T0" fmla="*/ 17 w 54"/>
                  <a:gd name="T1" fmla="*/ 62 h 85"/>
                  <a:gd name="T2" fmla="*/ 71 w 54"/>
                  <a:gd name="T3" fmla="*/ 15 h 85"/>
                  <a:gd name="T4" fmla="*/ 55 w 54"/>
                  <a:gd name="T5" fmla="*/ 66 h 85"/>
                  <a:gd name="T6" fmla="*/ 0 w 54"/>
                  <a:gd name="T7" fmla="*/ 155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5">
                    <a:moveTo>
                      <a:pt x="11" y="34"/>
                    </a:moveTo>
                    <a:cubicBezTo>
                      <a:pt x="13" y="31"/>
                      <a:pt x="36" y="0"/>
                      <a:pt x="47" y="8"/>
                    </a:cubicBezTo>
                    <a:cubicBezTo>
                      <a:pt x="54" y="13"/>
                      <a:pt x="40" y="32"/>
                      <a:pt x="37" y="36"/>
                    </a:cubicBezTo>
                    <a:cubicBezTo>
                      <a:pt x="28" y="51"/>
                      <a:pt x="14" y="77"/>
                      <a:pt x="0" y="8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60" name="Freeform 2069">
                <a:extLst>
                  <a:ext uri="{FF2B5EF4-FFF2-40B4-BE49-F238E27FC236}">
                    <a16:creationId xmlns:a16="http://schemas.microsoft.com/office/drawing/2014/main" id="{52DD373D-87AA-46BE-8DAB-BE20B2997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94"/>
                <a:ext cx="21" cy="17"/>
              </a:xfrm>
              <a:custGeom>
                <a:avLst/>
                <a:gdLst>
                  <a:gd name="T0" fmla="*/ 0 w 18"/>
                  <a:gd name="T1" fmla="*/ 25 h 14"/>
                  <a:gd name="T2" fmla="*/ 29 w 18"/>
                  <a:gd name="T3" fmla="*/ 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5" y="8"/>
                      <a:pt x="10" y="0"/>
                      <a:pt x="18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61" name="Freeform 2070">
                <a:extLst>
                  <a:ext uri="{FF2B5EF4-FFF2-40B4-BE49-F238E27FC236}">
                    <a16:creationId xmlns:a16="http://schemas.microsoft.com/office/drawing/2014/main" id="{C860FB24-CC93-4F14-A7E4-8D38DE388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3237"/>
                <a:ext cx="27" cy="65"/>
              </a:xfrm>
              <a:custGeom>
                <a:avLst/>
                <a:gdLst>
                  <a:gd name="T0" fmla="*/ 0 w 24"/>
                  <a:gd name="T1" fmla="*/ 98 h 53"/>
                  <a:gd name="T2" fmla="*/ 12 w 24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3">
                    <a:moveTo>
                      <a:pt x="0" y="53"/>
                    </a:moveTo>
                    <a:cubicBezTo>
                      <a:pt x="6" y="39"/>
                      <a:pt x="24" y="13"/>
                      <a:pt x="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62" name="Freeform 2071">
                <a:extLst>
                  <a:ext uri="{FF2B5EF4-FFF2-40B4-BE49-F238E27FC236}">
                    <a16:creationId xmlns:a16="http://schemas.microsoft.com/office/drawing/2014/main" id="{A821820E-4759-4EF5-81D5-A29AB98F4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171"/>
                <a:ext cx="52" cy="124"/>
              </a:xfrm>
              <a:custGeom>
                <a:avLst/>
                <a:gdLst>
                  <a:gd name="T0" fmla="*/ 0 w 45"/>
                  <a:gd name="T1" fmla="*/ 112 h 101"/>
                  <a:gd name="T2" fmla="*/ 43 w 45"/>
                  <a:gd name="T3" fmla="*/ 42 h 101"/>
                  <a:gd name="T4" fmla="*/ 10 w 45"/>
                  <a:gd name="T5" fmla="*/ 187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1">
                    <a:moveTo>
                      <a:pt x="0" y="60"/>
                    </a:moveTo>
                    <a:cubicBezTo>
                      <a:pt x="1" y="50"/>
                      <a:pt x="11" y="0"/>
                      <a:pt x="28" y="23"/>
                    </a:cubicBezTo>
                    <a:cubicBezTo>
                      <a:pt x="45" y="47"/>
                      <a:pt x="17" y="81"/>
                      <a:pt x="7" y="10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63" name="Freeform 2072">
                <a:extLst>
                  <a:ext uri="{FF2B5EF4-FFF2-40B4-BE49-F238E27FC236}">
                    <a16:creationId xmlns:a16="http://schemas.microsoft.com/office/drawing/2014/main" id="{2E0E7EC7-62E7-4B22-81C5-73ADA08AB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3465"/>
                <a:ext cx="115" cy="56"/>
              </a:xfrm>
              <a:custGeom>
                <a:avLst/>
                <a:gdLst>
                  <a:gd name="T0" fmla="*/ 0 w 100"/>
                  <a:gd name="T1" fmla="*/ 21 h 45"/>
                  <a:gd name="T2" fmla="*/ 90 w 100"/>
                  <a:gd name="T3" fmla="*/ 6 h 45"/>
                  <a:gd name="T4" fmla="*/ 152 w 100"/>
                  <a:gd name="T5" fmla="*/ 39 h 45"/>
                  <a:gd name="T6" fmla="*/ 71 w 100"/>
                  <a:gd name="T7" fmla="*/ 87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45">
                    <a:moveTo>
                      <a:pt x="0" y="11"/>
                    </a:moveTo>
                    <a:cubicBezTo>
                      <a:pt x="18" y="4"/>
                      <a:pt x="40" y="0"/>
                      <a:pt x="59" y="3"/>
                    </a:cubicBezTo>
                    <a:cubicBezTo>
                      <a:pt x="74" y="5"/>
                      <a:pt x="87" y="14"/>
                      <a:pt x="100" y="20"/>
                    </a:cubicBezTo>
                    <a:cubicBezTo>
                      <a:pt x="81" y="23"/>
                      <a:pt x="66" y="44"/>
                      <a:pt x="47" y="4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64" name="Freeform 2073">
                <a:extLst>
                  <a:ext uri="{FF2B5EF4-FFF2-40B4-BE49-F238E27FC236}">
                    <a16:creationId xmlns:a16="http://schemas.microsoft.com/office/drawing/2014/main" id="{2AFDB676-C888-4EB1-A6A7-BD7A0AFF0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3449"/>
                <a:ext cx="77" cy="32"/>
              </a:xfrm>
              <a:custGeom>
                <a:avLst/>
                <a:gdLst>
                  <a:gd name="T0" fmla="*/ 0 w 67"/>
                  <a:gd name="T1" fmla="*/ 34 h 26"/>
                  <a:gd name="T2" fmla="*/ 72 w 67"/>
                  <a:gd name="T3" fmla="*/ 33 h 26"/>
                  <a:gd name="T4" fmla="*/ 101 w 6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6">
                    <a:moveTo>
                      <a:pt x="0" y="19"/>
                    </a:moveTo>
                    <a:cubicBezTo>
                      <a:pt x="12" y="26"/>
                      <a:pt x="36" y="26"/>
                      <a:pt x="48" y="18"/>
                    </a:cubicBezTo>
                    <a:cubicBezTo>
                      <a:pt x="55" y="13"/>
                      <a:pt x="61" y="6"/>
                      <a:pt x="6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65" name="Freeform 2074">
                <a:extLst>
                  <a:ext uri="{FF2B5EF4-FFF2-40B4-BE49-F238E27FC236}">
                    <a16:creationId xmlns:a16="http://schemas.microsoft.com/office/drawing/2014/main" id="{974E6142-6D94-466F-A148-4FD50181E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3452"/>
                <a:ext cx="33" cy="16"/>
              </a:xfrm>
              <a:custGeom>
                <a:avLst/>
                <a:gdLst>
                  <a:gd name="T0" fmla="*/ 43 w 29"/>
                  <a:gd name="T1" fmla="*/ 25 h 13"/>
                  <a:gd name="T2" fmla="*/ 13 w 29"/>
                  <a:gd name="T3" fmla="*/ 14 h 13"/>
                  <a:gd name="T4" fmla="*/ 0 w 2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3">
                    <a:moveTo>
                      <a:pt x="29" y="13"/>
                    </a:moveTo>
                    <a:cubicBezTo>
                      <a:pt x="23" y="10"/>
                      <a:pt x="15" y="10"/>
                      <a:pt x="9" y="7"/>
                    </a:cubicBezTo>
                    <a:cubicBezTo>
                      <a:pt x="6" y="5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66" name="Freeform 2075">
                <a:extLst>
                  <a:ext uri="{FF2B5EF4-FFF2-40B4-BE49-F238E27FC236}">
                    <a16:creationId xmlns:a16="http://schemas.microsoft.com/office/drawing/2014/main" id="{B44DA023-B7EC-4B9B-A094-755A1FCEA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3459"/>
                <a:ext cx="117" cy="41"/>
              </a:xfrm>
              <a:custGeom>
                <a:avLst/>
                <a:gdLst>
                  <a:gd name="T0" fmla="*/ 18 w 102"/>
                  <a:gd name="T1" fmla="*/ 25 h 33"/>
                  <a:gd name="T2" fmla="*/ 88 w 102"/>
                  <a:gd name="T3" fmla="*/ 1 h 33"/>
                  <a:gd name="T4" fmla="*/ 154 w 102"/>
                  <a:gd name="T5" fmla="*/ 21 h 33"/>
                  <a:gd name="T6" fmla="*/ 99 w 102"/>
                  <a:gd name="T7" fmla="*/ 46 h 33"/>
                  <a:gd name="T8" fmla="*/ 45 w 102"/>
                  <a:gd name="T9" fmla="*/ 62 h 33"/>
                  <a:gd name="T10" fmla="*/ 0 w 102"/>
                  <a:gd name="T11" fmla="*/ 46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33">
                    <a:moveTo>
                      <a:pt x="12" y="13"/>
                    </a:moveTo>
                    <a:cubicBezTo>
                      <a:pt x="28" y="12"/>
                      <a:pt x="42" y="3"/>
                      <a:pt x="58" y="1"/>
                    </a:cubicBezTo>
                    <a:cubicBezTo>
                      <a:pt x="71" y="0"/>
                      <a:pt x="91" y="5"/>
                      <a:pt x="102" y="11"/>
                    </a:cubicBezTo>
                    <a:cubicBezTo>
                      <a:pt x="91" y="10"/>
                      <a:pt x="76" y="21"/>
                      <a:pt x="65" y="24"/>
                    </a:cubicBezTo>
                    <a:cubicBezTo>
                      <a:pt x="54" y="28"/>
                      <a:pt x="42" y="32"/>
                      <a:pt x="30" y="32"/>
                    </a:cubicBezTo>
                    <a:cubicBezTo>
                      <a:pt x="18" y="33"/>
                      <a:pt x="10" y="30"/>
                      <a:pt x="0" y="2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67" name="Freeform 2076">
                <a:extLst>
                  <a:ext uri="{FF2B5EF4-FFF2-40B4-BE49-F238E27FC236}">
                    <a16:creationId xmlns:a16="http://schemas.microsoft.com/office/drawing/2014/main" id="{118EC962-AF3E-4959-9D21-6D2269872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3497"/>
                <a:ext cx="80" cy="24"/>
              </a:xfrm>
              <a:custGeom>
                <a:avLst/>
                <a:gdLst>
                  <a:gd name="T0" fmla="*/ 0 w 70"/>
                  <a:gd name="T1" fmla="*/ 0 h 19"/>
                  <a:gd name="T2" fmla="*/ 77 w 70"/>
                  <a:gd name="T3" fmla="*/ 29 h 19"/>
                  <a:gd name="T4" fmla="*/ 104 w 70"/>
                  <a:gd name="T5" fmla="*/ 3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9">
                    <a:moveTo>
                      <a:pt x="0" y="0"/>
                    </a:moveTo>
                    <a:cubicBezTo>
                      <a:pt x="19" y="0"/>
                      <a:pt x="35" y="7"/>
                      <a:pt x="52" y="14"/>
                    </a:cubicBezTo>
                    <a:cubicBezTo>
                      <a:pt x="58" y="16"/>
                      <a:pt x="65" y="17"/>
                      <a:pt x="70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68" name="Freeform 2077">
                <a:extLst>
                  <a:ext uri="{FF2B5EF4-FFF2-40B4-BE49-F238E27FC236}">
                    <a16:creationId xmlns:a16="http://schemas.microsoft.com/office/drawing/2014/main" id="{34DAB3CA-86DD-4EF6-9B90-F1EDED861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3468"/>
                <a:ext cx="99" cy="55"/>
              </a:xfrm>
              <a:custGeom>
                <a:avLst/>
                <a:gdLst>
                  <a:gd name="T0" fmla="*/ 0 w 86"/>
                  <a:gd name="T1" fmla="*/ 2 h 45"/>
                  <a:gd name="T2" fmla="*/ 54 w 86"/>
                  <a:gd name="T3" fmla="*/ 6 h 45"/>
                  <a:gd name="T4" fmla="*/ 131 w 86"/>
                  <a:gd name="T5" fmla="*/ 9 h 45"/>
                  <a:gd name="T6" fmla="*/ 87 w 86"/>
                  <a:gd name="T7" fmla="*/ 59 h 45"/>
                  <a:gd name="T8" fmla="*/ 63 w 86"/>
                  <a:gd name="T9" fmla="*/ 8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5">
                    <a:moveTo>
                      <a:pt x="0" y="2"/>
                    </a:moveTo>
                    <a:cubicBezTo>
                      <a:pt x="6" y="11"/>
                      <a:pt x="27" y="4"/>
                      <a:pt x="36" y="3"/>
                    </a:cubicBezTo>
                    <a:cubicBezTo>
                      <a:pt x="54" y="0"/>
                      <a:pt x="68" y="0"/>
                      <a:pt x="86" y="5"/>
                    </a:cubicBezTo>
                    <a:cubicBezTo>
                      <a:pt x="74" y="12"/>
                      <a:pt x="67" y="22"/>
                      <a:pt x="57" y="32"/>
                    </a:cubicBezTo>
                    <a:cubicBezTo>
                      <a:pt x="53" y="37"/>
                      <a:pt x="48" y="43"/>
                      <a:pt x="42" y="4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69" name="Freeform 2078">
                <a:extLst>
                  <a:ext uri="{FF2B5EF4-FFF2-40B4-BE49-F238E27FC236}">
                    <a16:creationId xmlns:a16="http://schemas.microsoft.com/office/drawing/2014/main" id="{5F9A7094-B460-4B9F-8345-73E03DE65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449"/>
                <a:ext cx="54" cy="27"/>
              </a:xfrm>
              <a:custGeom>
                <a:avLst/>
                <a:gdLst>
                  <a:gd name="T0" fmla="*/ 0 w 47"/>
                  <a:gd name="T1" fmla="*/ 41 h 22"/>
                  <a:gd name="T2" fmla="*/ 71 w 47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2">
                    <a:moveTo>
                      <a:pt x="0" y="22"/>
                    </a:moveTo>
                    <a:cubicBezTo>
                      <a:pt x="18" y="19"/>
                      <a:pt x="31" y="6"/>
                      <a:pt x="4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70" name="Freeform 2079">
                <a:extLst>
                  <a:ext uri="{FF2B5EF4-FFF2-40B4-BE49-F238E27FC236}">
                    <a16:creationId xmlns:a16="http://schemas.microsoft.com/office/drawing/2014/main" id="{74FD771C-C02A-4364-AA7B-A0DCCAC7A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448"/>
                <a:ext cx="145" cy="35"/>
              </a:xfrm>
              <a:custGeom>
                <a:avLst/>
                <a:gdLst>
                  <a:gd name="T0" fmla="*/ 0 w 126"/>
                  <a:gd name="T1" fmla="*/ 5 h 28"/>
                  <a:gd name="T2" fmla="*/ 82 w 126"/>
                  <a:gd name="T3" fmla="*/ 45 h 28"/>
                  <a:gd name="T4" fmla="*/ 129 w 126"/>
                  <a:gd name="T5" fmla="*/ 51 h 28"/>
                  <a:gd name="T6" fmla="*/ 168 w 126"/>
                  <a:gd name="T7" fmla="*/ 24 h 28"/>
                  <a:gd name="T8" fmla="*/ 192 w 12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28">
                    <a:moveTo>
                      <a:pt x="0" y="2"/>
                    </a:moveTo>
                    <a:cubicBezTo>
                      <a:pt x="18" y="10"/>
                      <a:pt x="36" y="17"/>
                      <a:pt x="54" y="23"/>
                    </a:cubicBezTo>
                    <a:cubicBezTo>
                      <a:pt x="63" y="26"/>
                      <a:pt x="74" y="28"/>
                      <a:pt x="84" y="26"/>
                    </a:cubicBezTo>
                    <a:cubicBezTo>
                      <a:pt x="93" y="25"/>
                      <a:pt x="102" y="17"/>
                      <a:pt x="110" y="12"/>
                    </a:cubicBezTo>
                    <a:cubicBezTo>
                      <a:pt x="116" y="8"/>
                      <a:pt x="122" y="5"/>
                      <a:pt x="12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71" name="Freeform 2080">
                <a:extLst>
                  <a:ext uri="{FF2B5EF4-FFF2-40B4-BE49-F238E27FC236}">
                    <a16:creationId xmlns:a16="http://schemas.microsoft.com/office/drawing/2014/main" id="{4E5F3A62-86EB-4355-B416-2E2DF56E0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3467"/>
                <a:ext cx="42" cy="7"/>
              </a:xfrm>
              <a:custGeom>
                <a:avLst/>
                <a:gdLst>
                  <a:gd name="T0" fmla="*/ 0 w 36"/>
                  <a:gd name="T1" fmla="*/ 9 h 6"/>
                  <a:gd name="T2" fmla="*/ 37 w 36"/>
                  <a:gd name="T3" fmla="*/ 6 h 6"/>
                  <a:gd name="T4" fmla="*/ 57 w 36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">
                    <a:moveTo>
                      <a:pt x="0" y="6"/>
                    </a:moveTo>
                    <a:cubicBezTo>
                      <a:pt x="9" y="6"/>
                      <a:pt x="15" y="5"/>
                      <a:pt x="23" y="3"/>
                    </a:cubicBezTo>
                    <a:cubicBezTo>
                      <a:pt x="27" y="2"/>
                      <a:pt x="32" y="0"/>
                      <a:pt x="36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72" name="Freeform 2081">
                <a:extLst>
                  <a:ext uri="{FF2B5EF4-FFF2-40B4-BE49-F238E27FC236}">
                    <a16:creationId xmlns:a16="http://schemas.microsoft.com/office/drawing/2014/main" id="{C2834430-3ABA-48F1-A335-A50E1FD88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3481"/>
                <a:ext cx="110" cy="32"/>
              </a:xfrm>
              <a:custGeom>
                <a:avLst/>
                <a:gdLst>
                  <a:gd name="T0" fmla="*/ 0 w 96"/>
                  <a:gd name="T1" fmla="*/ 15 h 26"/>
                  <a:gd name="T2" fmla="*/ 100 w 96"/>
                  <a:gd name="T3" fmla="*/ 41 h 26"/>
                  <a:gd name="T4" fmla="*/ 144 w 96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6">
                    <a:moveTo>
                      <a:pt x="0" y="8"/>
                    </a:moveTo>
                    <a:cubicBezTo>
                      <a:pt x="20" y="11"/>
                      <a:pt x="45" y="26"/>
                      <a:pt x="66" y="22"/>
                    </a:cubicBezTo>
                    <a:cubicBezTo>
                      <a:pt x="76" y="20"/>
                      <a:pt x="88" y="6"/>
                      <a:pt x="9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73" name="Freeform 2082">
                <a:extLst>
                  <a:ext uri="{FF2B5EF4-FFF2-40B4-BE49-F238E27FC236}">
                    <a16:creationId xmlns:a16="http://schemas.microsoft.com/office/drawing/2014/main" id="{6A4FFE27-329E-4788-B56E-D0CB5C9E9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3500"/>
                <a:ext cx="126" cy="19"/>
              </a:xfrm>
              <a:custGeom>
                <a:avLst/>
                <a:gdLst>
                  <a:gd name="T0" fmla="*/ 0 w 109"/>
                  <a:gd name="T1" fmla="*/ 8 h 16"/>
                  <a:gd name="T2" fmla="*/ 67 w 109"/>
                  <a:gd name="T3" fmla="*/ 2 h 16"/>
                  <a:gd name="T4" fmla="*/ 119 w 109"/>
                  <a:gd name="T5" fmla="*/ 6 h 16"/>
                  <a:gd name="T6" fmla="*/ 169 w 109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6">
                    <a:moveTo>
                      <a:pt x="0" y="5"/>
                    </a:moveTo>
                    <a:cubicBezTo>
                      <a:pt x="15" y="9"/>
                      <a:pt x="29" y="4"/>
                      <a:pt x="43" y="2"/>
                    </a:cubicBezTo>
                    <a:cubicBezTo>
                      <a:pt x="56" y="0"/>
                      <a:pt x="64" y="0"/>
                      <a:pt x="77" y="3"/>
                    </a:cubicBezTo>
                    <a:cubicBezTo>
                      <a:pt x="88" y="6"/>
                      <a:pt x="98" y="15"/>
                      <a:pt x="109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74" name="Freeform 2083">
                <a:extLst>
                  <a:ext uri="{FF2B5EF4-FFF2-40B4-BE49-F238E27FC236}">
                    <a16:creationId xmlns:a16="http://schemas.microsoft.com/office/drawing/2014/main" id="{802161C2-6847-40A2-A277-DEB3BEBCB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3454"/>
                <a:ext cx="108" cy="51"/>
              </a:xfrm>
              <a:custGeom>
                <a:avLst/>
                <a:gdLst>
                  <a:gd name="T0" fmla="*/ 0 w 94"/>
                  <a:gd name="T1" fmla="*/ 15 h 41"/>
                  <a:gd name="T2" fmla="*/ 72 w 94"/>
                  <a:gd name="T3" fmla="*/ 26 h 41"/>
                  <a:gd name="T4" fmla="*/ 142 w 94"/>
                  <a:gd name="T5" fmla="*/ 39 h 41"/>
                  <a:gd name="T6" fmla="*/ 63 w 94"/>
                  <a:gd name="T7" fmla="*/ 70 h 41"/>
                  <a:gd name="T8" fmla="*/ 32 w 94"/>
                  <a:gd name="T9" fmla="*/ 7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41">
                    <a:moveTo>
                      <a:pt x="0" y="8"/>
                    </a:moveTo>
                    <a:cubicBezTo>
                      <a:pt x="11" y="0"/>
                      <a:pt x="36" y="11"/>
                      <a:pt x="48" y="14"/>
                    </a:cubicBezTo>
                    <a:cubicBezTo>
                      <a:pt x="63" y="17"/>
                      <a:pt x="79" y="17"/>
                      <a:pt x="94" y="20"/>
                    </a:cubicBezTo>
                    <a:cubicBezTo>
                      <a:pt x="77" y="21"/>
                      <a:pt x="59" y="31"/>
                      <a:pt x="42" y="36"/>
                    </a:cubicBezTo>
                    <a:cubicBezTo>
                      <a:pt x="36" y="38"/>
                      <a:pt x="27" y="38"/>
                      <a:pt x="21" y="4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75" name="Freeform 2084">
                <a:extLst>
                  <a:ext uri="{FF2B5EF4-FFF2-40B4-BE49-F238E27FC236}">
                    <a16:creationId xmlns:a16="http://schemas.microsoft.com/office/drawing/2014/main" id="{EA4DACEB-E029-4CDB-8D8A-89B8F167E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451"/>
                <a:ext cx="56" cy="24"/>
              </a:xfrm>
              <a:custGeom>
                <a:avLst/>
                <a:gdLst>
                  <a:gd name="T0" fmla="*/ 0 w 48"/>
                  <a:gd name="T1" fmla="*/ 34 h 20"/>
                  <a:gd name="T2" fmla="*/ 76 w 48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0">
                    <a:moveTo>
                      <a:pt x="0" y="19"/>
                    </a:moveTo>
                    <a:cubicBezTo>
                      <a:pt x="19" y="20"/>
                      <a:pt x="33" y="8"/>
                      <a:pt x="48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76" name="Freeform 2085">
                <a:extLst>
                  <a:ext uri="{FF2B5EF4-FFF2-40B4-BE49-F238E27FC236}">
                    <a16:creationId xmlns:a16="http://schemas.microsoft.com/office/drawing/2014/main" id="{0CB3B448-85D2-4960-AF6D-159FBFFE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3484"/>
                <a:ext cx="151" cy="35"/>
              </a:xfrm>
              <a:custGeom>
                <a:avLst/>
                <a:gdLst>
                  <a:gd name="T0" fmla="*/ 0 w 131"/>
                  <a:gd name="T1" fmla="*/ 6 h 29"/>
                  <a:gd name="T2" fmla="*/ 43 w 131"/>
                  <a:gd name="T3" fmla="*/ 0 h 29"/>
                  <a:gd name="T4" fmla="*/ 104 w 131"/>
                  <a:gd name="T5" fmla="*/ 16 h 29"/>
                  <a:gd name="T6" fmla="*/ 159 w 131"/>
                  <a:gd name="T7" fmla="*/ 41 h 29"/>
                  <a:gd name="T8" fmla="*/ 182 w 131"/>
                  <a:gd name="T9" fmla="*/ 42 h 29"/>
                  <a:gd name="T10" fmla="*/ 201 w 131"/>
                  <a:gd name="T11" fmla="*/ 5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29">
                    <a:moveTo>
                      <a:pt x="0" y="3"/>
                    </a:moveTo>
                    <a:cubicBezTo>
                      <a:pt x="9" y="2"/>
                      <a:pt x="18" y="0"/>
                      <a:pt x="28" y="0"/>
                    </a:cubicBezTo>
                    <a:cubicBezTo>
                      <a:pt x="42" y="0"/>
                      <a:pt x="55" y="4"/>
                      <a:pt x="68" y="9"/>
                    </a:cubicBezTo>
                    <a:cubicBezTo>
                      <a:pt x="80" y="14"/>
                      <a:pt x="92" y="21"/>
                      <a:pt x="104" y="23"/>
                    </a:cubicBezTo>
                    <a:cubicBezTo>
                      <a:pt x="109" y="24"/>
                      <a:pt x="115" y="23"/>
                      <a:pt x="119" y="24"/>
                    </a:cubicBezTo>
                    <a:cubicBezTo>
                      <a:pt x="123" y="26"/>
                      <a:pt x="126" y="29"/>
                      <a:pt x="131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77" name="Freeform 2086">
                <a:extLst>
                  <a:ext uri="{FF2B5EF4-FFF2-40B4-BE49-F238E27FC236}">
                    <a16:creationId xmlns:a16="http://schemas.microsoft.com/office/drawing/2014/main" id="{0AE2FACC-6574-4A39-A9FE-A226CC45C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3452"/>
                <a:ext cx="89" cy="54"/>
              </a:xfrm>
              <a:custGeom>
                <a:avLst/>
                <a:gdLst>
                  <a:gd name="T0" fmla="*/ 0 w 77"/>
                  <a:gd name="T1" fmla="*/ 66 h 44"/>
                  <a:gd name="T2" fmla="*/ 91 w 77"/>
                  <a:gd name="T3" fmla="*/ 18 h 44"/>
                  <a:gd name="T4" fmla="*/ 119 w 77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4">
                    <a:moveTo>
                      <a:pt x="0" y="36"/>
                    </a:moveTo>
                    <a:cubicBezTo>
                      <a:pt x="18" y="44"/>
                      <a:pt x="45" y="21"/>
                      <a:pt x="59" y="10"/>
                    </a:cubicBezTo>
                    <a:cubicBezTo>
                      <a:pt x="64" y="6"/>
                      <a:pt x="70" y="2"/>
                      <a:pt x="7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78" name="Freeform 2087">
                <a:extLst>
                  <a:ext uri="{FF2B5EF4-FFF2-40B4-BE49-F238E27FC236}">
                    <a16:creationId xmlns:a16="http://schemas.microsoft.com/office/drawing/2014/main" id="{CDED336E-5671-4338-8C15-CD39583F1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3456"/>
                <a:ext cx="103" cy="12"/>
              </a:xfrm>
              <a:custGeom>
                <a:avLst/>
                <a:gdLst>
                  <a:gd name="T0" fmla="*/ 135 w 90"/>
                  <a:gd name="T1" fmla="*/ 12 h 10"/>
                  <a:gd name="T2" fmla="*/ 87 w 90"/>
                  <a:gd name="T3" fmla="*/ 16 h 10"/>
                  <a:gd name="T4" fmla="*/ 42 w 90"/>
                  <a:gd name="T5" fmla="*/ 8 h 10"/>
                  <a:gd name="T6" fmla="*/ 0 w 90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0">
                    <a:moveTo>
                      <a:pt x="90" y="7"/>
                    </a:moveTo>
                    <a:cubicBezTo>
                      <a:pt x="82" y="6"/>
                      <a:pt x="68" y="10"/>
                      <a:pt x="58" y="9"/>
                    </a:cubicBezTo>
                    <a:cubicBezTo>
                      <a:pt x="48" y="8"/>
                      <a:pt x="38" y="6"/>
                      <a:pt x="28" y="5"/>
                    </a:cubicBezTo>
                    <a:cubicBezTo>
                      <a:pt x="20" y="4"/>
                      <a:pt x="7" y="0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79" name="Freeform 2088">
                <a:extLst>
                  <a:ext uri="{FF2B5EF4-FFF2-40B4-BE49-F238E27FC236}">
                    <a16:creationId xmlns:a16="http://schemas.microsoft.com/office/drawing/2014/main" id="{6B22773B-2BE7-4829-ABB0-6010BB790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3468"/>
                <a:ext cx="140" cy="22"/>
              </a:xfrm>
              <a:custGeom>
                <a:avLst/>
                <a:gdLst>
                  <a:gd name="T0" fmla="*/ 185 w 122"/>
                  <a:gd name="T1" fmla="*/ 33 h 18"/>
                  <a:gd name="T2" fmla="*/ 168 w 122"/>
                  <a:gd name="T3" fmla="*/ 27 h 18"/>
                  <a:gd name="T4" fmla="*/ 119 w 122"/>
                  <a:gd name="T5" fmla="*/ 9 h 18"/>
                  <a:gd name="T6" fmla="*/ 60 w 122"/>
                  <a:gd name="T7" fmla="*/ 7 h 18"/>
                  <a:gd name="T8" fmla="*/ 0 w 122"/>
                  <a:gd name="T9" fmla="*/ 2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8">
                    <a:moveTo>
                      <a:pt x="122" y="18"/>
                    </a:moveTo>
                    <a:cubicBezTo>
                      <a:pt x="117" y="18"/>
                      <a:pt x="115" y="16"/>
                      <a:pt x="111" y="15"/>
                    </a:cubicBezTo>
                    <a:cubicBezTo>
                      <a:pt x="101" y="11"/>
                      <a:pt x="90" y="8"/>
                      <a:pt x="79" y="5"/>
                    </a:cubicBezTo>
                    <a:cubicBezTo>
                      <a:pt x="65" y="2"/>
                      <a:pt x="53" y="0"/>
                      <a:pt x="39" y="4"/>
                    </a:cubicBezTo>
                    <a:cubicBezTo>
                      <a:pt x="26" y="7"/>
                      <a:pt x="14" y="13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80" name="Freeform 2089">
                <a:extLst>
                  <a:ext uri="{FF2B5EF4-FFF2-40B4-BE49-F238E27FC236}">
                    <a16:creationId xmlns:a16="http://schemas.microsoft.com/office/drawing/2014/main" id="{D37439FD-6E01-4827-AF8F-F3A376089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3502"/>
                <a:ext cx="51" cy="21"/>
              </a:xfrm>
              <a:custGeom>
                <a:avLst/>
                <a:gdLst>
                  <a:gd name="T0" fmla="*/ 68 w 44"/>
                  <a:gd name="T1" fmla="*/ 0 h 17"/>
                  <a:gd name="T2" fmla="*/ 0 w 44"/>
                  <a:gd name="T3" fmla="*/ 3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7">
                    <a:moveTo>
                      <a:pt x="44" y="0"/>
                    </a:moveTo>
                    <a:cubicBezTo>
                      <a:pt x="26" y="1"/>
                      <a:pt x="15" y="12"/>
                      <a:pt x="0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81" name="Freeform 2090">
                <a:extLst>
                  <a:ext uri="{FF2B5EF4-FFF2-40B4-BE49-F238E27FC236}">
                    <a16:creationId xmlns:a16="http://schemas.microsoft.com/office/drawing/2014/main" id="{D7E33E76-1F18-4AA2-84A8-D39B8E503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2624"/>
                <a:ext cx="60" cy="41"/>
              </a:xfrm>
              <a:custGeom>
                <a:avLst/>
                <a:gdLst>
                  <a:gd name="T0" fmla="*/ 21 w 52"/>
                  <a:gd name="T1" fmla="*/ 1 h 34"/>
                  <a:gd name="T2" fmla="*/ 12 w 52"/>
                  <a:gd name="T3" fmla="*/ 36 h 34"/>
                  <a:gd name="T4" fmla="*/ 20 w 52"/>
                  <a:gd name="T5" fmla="*/ 54 h 34"/>
                  <a:gd name="T6" fmla="*/ 50 w 52"/>
                  <a:gd name="T7" fmla="*/ 58 h 34"/>
                  <a:gd name="T8" fmla="*/ 78 w 52"/>
                  <a:gd name="T9" fmla="*/ 42 h 34"/>
                  <a:gd name="T10" fmla="*/ 70 w 52"/>
                  <a:gd name="T11" fmla="*/ 8 h 34"/>
                  <a:gd name="T12" fmla="*/ 50 w 52"/>
                  <a:gd name="T13" fmla="*/ 1 h 34"/>
                  <a:gd name="T14" fmla="*/ 21 w 52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1"/>
                    </a:moveTo>
                    <a:cubicBezTo>
                      <a:pt x="0" y="0"/>
                      <a:pt x="5" y="13"/>
                      <a:pt x="8" y="21"/>
                    </a:cubicBezTo>
                    <a:cubicBezTo>
                      <a:pt x="9" y="26"/>
                      <a:pt x="9" y="29"/>
                      <a:pt x="13" y="31"/>
                    </a:cubicBezTo>
                    <a:cubicBezTo>
                      <a:pt x="18" y="34"/>
                      <a:pt x="27" y="34"/>
                      <a:pt x="32" y="33"/>
                    </a:cubicBezTo>
                    <a:cubicBezTo>
                      <a:pt x="38" y="32"/>
                      <a:pt x="49" y="31"/>
                      <a:pt x="51" y="24"/>
                    </a:cubicBezTo>
                    <a:cubicBezTo>
                      <a:pt x="52" y="20"/>
                      <a:pt x="50" y="8"/>
                      <a:pt x="46" y="5"/>
                    </a:cubicBezTo>
                    <a:cubicBezTo>
                      <a:pt x="43" y="2"/>
                      <a:pt x="37" y="1"/>
                      <a:pt x="32" y="1"/>
                    </a:cubicBezTo>
                    <a:cubicBezTo>
                      <a:pt x="27" y="0"/>
                      <a:pt x="20" y="1"/>
                      <a:pt x="1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82" name="Freeform 2091">
                <a:extLst>
                  <a:ext uri="{FF2B5EF4-FFF2-40B4-BE49-F238E27FC236}">
                    <a16:creationId xmlns:a16="http://schemas.microsoft.com/office/drawing/2014/main" id="{6980B346-59FB-45F2-9682-42AC31E37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2659"/>
                <a:ext cx="55" cy="32"/>
              </a:xfrm>
              <a:custGeom>
                <a:avLst/>
                <a:gdLst>
                  <a:gd name="T0" fmla="*/ 32 w 48"/>
                  <a:gd name="T1" fmla="*/ 9 h 26"/>
                  <a:gd name="T2" fmla="*/ 15 w 48"/>
                  <a:gd name="T3" fmla="*/ 6 h 26"/>
                  <a:gd name="T4" fmla="*/ 1 w 48"/>
                  <a:gd name="T5" fmla="*/ 11 h 26"/>
                  <a:gd name="T6" fmla="*/ 1 w 48"/>
                  <a:gd name="T7" fmla="*/ 32 h 26"/>
                  <a:gd name="T8" fmla="*/ 19 w 48"/>
                  <a:gd name="T9" fmla="*/ 47 h 26"/>
                  <a:gd name="T10" fmla="*/ 57 w 48"/>
                  <a:gd name="T11" fmla="*/ 46 h 26"/>
                  <a:gd name="T12" fmla="*/ 71 w 48"/>
                  <a:gd name="T13" fmla="*/ 18 h 26"/>
                  <a:gd name="T14" fmla="*/ 62 w 48"/>
                  <a:gd name="T15" fmla="*/ 0 h 26"/>
                  <a:gd name="T16" fmla="*/ 45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3"/>
                    </a:cubicBezTo>
                    <a:cubicBezTo>
                      <a:pt x="8" y="4"/>
                      <a:pt x="2" y="5"/>
                      <a:pt x="1" y="6"/>
                    </a:cubicBezTo>
                    <a:cubicBezTo>
                      <a:pt x="0" y="8"/>
                      <a:pt x="1" y="15"/>
                      <a:pt x="1" y="17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1" y="25"/>
                      <a:pt x="29" y="26"/>
                      <a:pt x="38" y="24"/>
                    </a:cubicBezTo>
                    <a:cubicBezTo>
                      <a:pt x="47" y="22"/>
                      <a:pt x="48" y="19"/>
                      <a:pt x="47" y="10"/>
                    </a:cubicBezTo>
                    <a:cubicBezTo>
                      <a:pt x="46" y="7"/>
                      <a:pt x="46" y="0"/>
                      <a:pt x="41" y="0"/>
                    </a:cubicBezTo>
                    <a:cubicBezTo>
                      <a:pt x="38" y="0"/>
                      <a:pt x="32" y="3"/>
                      <a:pt x="3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83" name="Freeform 2092">
                <a:extLst>
                  <a:ext uri="{FF2B5EF4-FFF2-40B4-BE49-F238E27FC236}">
                    <a16:creationId xmlns:a16="http://schemas.microsoft.com/office/drawing/2014/main" id="{CAC06462-36D5-4CFF-9052-89BC6A296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624"/>
                <a:ext cx="62" cy="30"/>
              </a:xfrm>
              <a:custGeom>
                <a:avLst/>
                <a:gdLst>
                  <a:gd name="T0" fmla="*/ 18 w 54"/>
                  <a:gd name="T1" fmla="*/ 1 h 25"/>
                  <a:gd name="T2" fmla="*/ 1 w 54"/>
                  <a:gd name="T3" fmla="*/ 10 h 25"/>
                  <a:gd name="T4" fmla="*/ 1 w 54"/>
                  <a:gd name="T5" fmla="*/ 34 h 25"/>
                  <a:gd name="T6" fmla="*/ 23 w 54"/>
                  <a:gd name="T7" fmla="*/ 42 h 25"/>
                  <a:gd name="T8" fmla="*/ 61 w 54"/>
                  <a:gd name="T9" fmla="*/ 42 h 25"/>
                  <a:gd name="T10" fmla="*/ 82 w 54"/>
                  <a:gd name="T11" fmla="*/ 28 h 25"/>
                  <a:gd name="T12" fmla="*/ 75 w 54"/>
                  <a:gd name="T13" fmla="*/ 6 h 25"/>
                  <a:gd name="T14" fmla="*/ 53 w 54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12" y="1"/>
                    </a:moveTo>
                    <a:cubicBezTo>
                      <a:pt x="9" y="0"/>
                      <a:pt x="2" y="3"/>
                      <a:pt x="1" y="6"/>
                    </a:cubicBezTo>
                    <a:cubicBezTo>
                      <a:pt x="0" y="10"/>
                      <a:pt x="0" y="16"/>
                      <a:pt x="1" y="19"/>
                    </a:cubicBezTo>
                    <a:cubicBezTo>
                      <a:pt x="4" y="24"/>
                      <a:pt x="10" y="24"/>
                      <a:pt x="15" y="24"/>
                    </a:cubicBezTo>
                    <a:cubicBezTo>
                      <a:pt x="23" y="25"/>
                      <a:pt x="32" y="25"/>
                      <a:pt x="40" y="24"/>
                    </a:cubicBezTo>
                    <a:cubicBezTo>
                      <a:pt x="44" y="24"/>
                      <a:pt x="54" y="23"/>
                      <a:pt x="54" y="16"/>
                    </a:cubicBezTo>
                    <a:cubicBezTo>
                      <a:pt x="54" y="13"/>
                      <a:pt x="53" y="6"/>
                      <a:pt x="50" y="3"/>
                    </a:cubicBezTo>
                    <a:cubicBezTo>
                      <a:pt x="46" y="0"/>
                      <a:pt x="40" y="1"/>
                      <a:pt x="3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84" name="Freeform 2093">
                <a:extLst>
                  <a:ext uri="{FF2B5EF4-FFF2-40B4-BE49-F238E27FC236}">
                    <a16:creationId xmlns:a16="http://schemas.microsoft.com/office/drawing/2014/main" id="{D82CD21F-FE64-48DA-BC74-5DA690D41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2688"/>
                <a:ext cx="9" cy="22"/>
              </a:xfrm>
              <a:custGeom>
                <a:avLst/>
                <a:gdLst>
                  <a:gd name="T0" fmla="*/ 15 w 7"/>
                  <a:gd name="T1" fmla="*/ 6 h 18"/>
                  <a:gd name="T2" fmla="*/ 1 w 7"/>
                  <a:gd name="T3" fmla="*/ 15 h 18"/>
                  <a:gd name="T4" fmla="*/ 1 w 7"/>
                  <a:gd name="T5" fmla="*/ 32 h 18"/>
                  <a:gd name="T6" fmla="*/ 6 w 7"/>
                  <a:gd name="T7" fmla="*/ 3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8">
                    <a:moveTo>
                      <a:pt x="7" y="3"/>
                    </a:moveTo>
                    <a:cubicBezTo>
                      <a:pt x="4" y="0"/>
                      <a:pt x="2" y="5"/>
                      <a:pt x="1" y="8"/>
                    </a:cubicBezTo>
                    <a:cubicBezTo>
                      <a:pt x="0" y="10"/>
                      <a:pt x="1" y="14"/>
                      <a:pt x="1" y="17"/>
                    </a:cubicBezTo>
                    <a:cubicBezTo>
                      <a:pt x="2" y="18"/>
                      <a:pt x="3" y="18"/>
                      <a:pt x="3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85" name="Freeform 2094">
                <a:extLst>
                  <a:ext uri="{FF2B5EF4-FFF2-40B4-BE49-F238E27FC236}">
                    <a16:creationId xmlns:a16="http://schemas.microsoft.com/office/drawing/2014/main" id="{0102483F-1CCD-4CDC-8F89-61034FEA3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2688"/>
                <a:ext cx="22" cy="20"/>
              </a:xfrm>
              <a:custGeom>
                <a:avLst/>
                <a:gdLst>
                  <a:gd name="T0" fmla="*/ 0 w 19"/>
                  <a:gd name="T1" fmla="*/ 0 h 17"/>
                  <a:gd name="T2" fmla="*/ 27 w 19"/>
                  <a:gd name="T3" fmla="*/ 11 h 17"/>
                  <a:gd name="T4" fmla="*/ 22 w 1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2"/>
                      <a:pt x="19" y="16"/>
                      <a:pt x="14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86" name="Freeform 2095">
                <a:extLst>
                  <a:ext uri="{FF2B5EF4-FFF2-40B4-BE49-F238E27FC236}">
                    <a16:creationId xmlns:a16="http://schemas.microsoft.com/office/drawing/2014/main" id="{5B4F3046-DB4B-417C-B3D9-3D3A842D7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652"/>
                <a:ext cx="69" cy="36"/>
              </a:xfrm>
              <a:custGeom>
                <a:avLst/>
                <a:gdLst>
                  <a:gd name="T0" fmla="*/ 10 w 60"/>
                  <a:gd name="T1" fmla="*/ 2 h 29"/>
                  <a:gd name="T2" fmla="*/ 1 w 60"/>
                  <a:gd name="T3" fmla="*/ 15 h 29"/>
                  <a:gd name="T4" fmla="*/ 2 w 60"/>
                  <a:gd name="T5" fmla="*/ 30 h 29"/>
                  <a:gd name="T6" fmla="*/ 24 w 60"/>
                  <a:gd name="T7" fmla="*/ 50 h 29"/>
                  <a:gd name="T8" fmla="*/ 53 w 60"/>
                  <a:gd name="T9" fmla="*/ 38 h 29"/>
                  <a:gd name="T10" fmla="*/ 83 w 60"/>
                  <a:gd name="T11" fmla="*/ 30 h 29"/>
                  <a:gd name="T12" fmla="*/ 76 w 6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9">
                    <a:moveTo>
                      <a:pt x="7" y="2"/>
                    </a:moveTo>
                    <a:cubicBezTo>
                      <a:pt x="5" y="2"/>
                      <a:pt x="2" y="6"/>
                      <a:pt x="1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4" y="23"/>
                      <a:pt x="6" y="29"/>
                      <a:pt x="16" y="26"/>
                    </a:cubicBezTo>
                    <a:cubicBezTo>
                      <a:pt x="22" y="25"/>
                      <a:pt x="28" y="22"/>
                      <a:pt x="35" y="20"/>
                    </a:cubicBezTo>
                    <a:cubicBezTo>
                      <a:pt x="41" y="19"/>
                      <a:pt x="51" y="19"/>
                      <a:pt x="55" y="15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87" name="Freeform 2096">
                <a:extLst>
                  <a:ext uri="{FF2B5EF4-FFF2-40B4-BE49-F238E27FC236}">
                    <a16:creationId xmlns:a16="http://schemas.microsoft.com/office/drawing/2014/main" id="{6FCA72FA-FCE6-40E2-AF24-C7FA45513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2684"/>
                <a:ext cx="5" cy="8"/>
              </a:xfrm>
              <a:custGeom>
                <a:avLst/>
                <a:gdLst>
                  <a:gd name="T0" fmla="*/ 8 w 4"/>
                  <a:gd name="T1" fmla="*/ 1 h 7"/>
                  <a:gd name="T2" fmla="*/ 0 w 4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1"/>
                    </a:moveTo>
                    <a:cubicBezTo>
                      <a:pt x="2" y="0"/>
                      <a:pt x="0" y="6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88" name="Freeform 2097">
                <a:extLst>
                  <a:ext uri="{FF2B5EF4-FFF2-40B4-BE49-F238E27FC236}">
                    <a16:creationId xmlns:a16="http://schemas.microsoft.com/office/drawing/2014/main" id="{0C271D58-AE26-4BDA-98D0-3CCE10301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" y="2667"/>
                <a:ext cx="16" cy="43"/>
              </a:xfrm>
              <a:custGeom>
                <a:avLst/>
                <a:gdLst>
                  <a:gd name="T0" fmla="*/ 0 w 14"/>
                  <a:gd name="T1" fmla="*/ 0 h 35"/>
                  <a:gd name="T2" fmla="*/ 17 w 14"/>
                  <a:gd name="T3" fmla="*/ 52 h 35"/>
                  <a:gd name="T4" fmla="*/ 7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6" y="9"/>
                      <a:pt x="14" y="17"/>
                      <a:pt x="11" y="28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89" name="Freeform 2098">
                <a:extLst>
                  <a:ext uri="{FF2B5EF4-FFF2-40B4-BE49-F238E27FC236}">
                    <a16:creationId xmlns:a16="http://schemas.microsoft.com/office/drawing/2014/main" id="{B62D5979-DB13-408E-B02D-84C93EC1D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2624"/>
                <a:ext cx="68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40 w 59"/>
                  <a:gd name="T5" fmla="*/ 34 h 20"/>
                  <a:gd name="T6" fmla="*/ 71 w 59"/>
                  <a:gd name="T7" fmla="*/ 28 h 20"/>
                  <a:gd name="T8" fmla="*/ 89 w 59"/>
                  <a:gd name="T9" fmla="*/ 20 h 20"/>
                  <a:gd name="T10" fmla="*/ 84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3"/>
                      <a:pt x="2" y="10"/>
                      <a:pt x="5" y="14"/>
                    </a:cubicBezTo>
                    <a:cubicBezTo>
                      <a:pt x="9" y="19"/>
                      <a:pt x="19" y="19"/>
                      <a:pt x="26" y="19"/>
                    </a:cubicBezTo>
                    <a:cubicBezTo>
                      <a:pt x="33" y="20"/>
                      <a:pt x="40" y="17"/>
                      <a:pt x="47" y="16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8"/>
                      <a:pt x="59" y="2"/>
                      <a:pt x="5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90" name="Freeform 2099">
                <a:extLst>
                  <a:ext uri="{FF2B5EF4-FFF2-40B4-BE49-F238E27FC236}">
                    <a16:creationId xmlns:a16="http://schemas.microsoft.com/office/drawing/2014/main" id="{B662A561-2C52-4F20-A9D2-58C84B5BF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2665"/>
                <a:ext cx="52" cy="45"/>
              </a:xfrm>
              <a:custGeom>
                <a:avLst/>
                <a:gdLst>
                  <a:gd name="T0" fmla="*/ 8 w 45"/>
                  <a:gd name="T1" fmla="*/ 69 h 36"/>
                  <a:gd name="T2" fmla="*/ 3 w 45"/>
                  <a:gd name="T3" fmla="*/ 30 h 36"/>
                  <a:gd name="T4" fmla="*/ 3 w 45"/>
                  <a:gd name="T5" fmla="*/ 14 h 36"/>
                  <a:gd name="T6" fmla="*/ 32 w 45"/>
                  <a:gd name="T7" fmla="*/ 5 h 36"/>
                  <a:gd name="T8" fmla="*/ 60 w 45"/>
                  <a:gd name="T9" fmla="*/ 5 h 36"/>
                  <a:gd name="T10" fmla="*/ 69 w 45"/>
                  <a:gd name="T11" fmla="*/ 38 h 36"/>
                  <a:gd name="T12" fmla="*/ 61 w 45"/>
                  <a:gd name="T13" fmla="*/ 7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2" y="30"/>
                      <a:pt x="4" y="21"/>
                      <a:pt x="3" y="15"/>
                    </a:cubicBezTo>
                    <a:cubicBezTo>
                      <a:pt x="3" y="12"/>
                      <a:pt x="0" y="9"/>
                      <a:pt x="3" y="7"/>
                    </a:cubicBezTo>
                    <a:cubicBezTo>
                      <a:pt x="6" y="3"/>
                      <a:pt x="17" y="3"/>
                      <a:pt x="21" y="2"/>
                    </a:cubicBezTo>
                    <a:cubicBezTo>
                      <a:pt x="26" y="1"/>
                      <a:pt x="34" y="0"/>
                      <a:pt x="39" y="2"/>
                    </a:cubicBezTo>
                    <a:cubicBezTo>
                      <a:pt x="45" y="5"/>
                      <a:pt x="45" y="13"/>
                      <a:pt x="45" y="19"/>
                    </a:cubicBezTo>
                    <a:cubicBezTo>
                      <a:pt x="45" y="23"/>
                      <a:pt x="45" y="33"/>
                      <a:pt x="40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91" name="Freeform 2100">
                <a:extLst>
                  <a:ext uri="{FF2B5EF4-FFF2-40B4-BE49-F238E27FC236}">
                    <a16:creationId xmlns:a16="http://schemas.microsoft.com/office/drawing/2014/main" id="{2176482C-1C12-4269-8785-F6B7FA5AF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2620"/>
                <a:ext cx="59" cy="32"/>
              </a:xfrm>
              <a:custGeom>
                <a:avLst/>
                <a:gdLst>
                  <a:gd name="T0" fmla="*/ 3 w 51"/>
                  <a:gd name="T1" fmla="*/ 6 h 26"/>
                  <a:gd name="T2" fmla="*/ 7 w 51"/>
                  <a:gd name="T3" fmla="*/ 39 h 26"/>
                  <a:gd name="T4" fmla="*/ 29 w 51"/>
                  <a:gd name="T5" fmla="*/ 38 h 26"/>
                  <a:gd name="T6" fmla="*/ 51 w 51"/>
                  <a:gd name="T7" fmla="*/ 41 h 26"/>
                  <a:gd name="T8" fmla="*/ 67 w 51"/>
                  <a:gd name="T9" fmla="*/ 48 h 26"/>
                  <a:gd name="T10" fmla="*/ 78 w 51"/>
                  <a:gd name="T11" fmla="*/ 33 h 26"/>
                  <a:gd name="T12" fmla="*/ 67 w 51"/>
                  <a:gd name="T13" fmla="*/ 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6">
                    <a:moveTo>
                      <a:pt x="3" y="3"/>
                    </a:moveTo>
                    <a:cubicBezTo>
                      <a:pt x="2" y="6"/>
                      <a:pt x="0" y="18"/>
                      <a:pt x="4" y="21"/>
                    </a:cubicBezTo>
                    <a:cubicBezTo>
                      <a:pt x="7" y="22"/>
                      <a:pt x="15" y="21"/>
                      <a:pt x="19" y="20"/>
                    </a:cubicBezTo>
                    <a:cubicBezTo>
                      <a:pt x="24" y="20"/>
                      <a:pt x="28" y="20"/>
                      <a:pt x="33" y="22"/>
                    </a:cubicBezTo>
                    <a:cubicBezTo>
                      <a:pt x="36" y="24"/>
                      <a:pt x="39" y="26"/>
                      <a:pt x="43" y="26"/>
                    </a:cubicBezTo>
                    <a:cubicBezTo>
                      <a:pt x="48" y="26"/>
                      <a:pt x="51" y="22"/>
                      <a:pt x="50" y="18"/>
                    </a:cubicBezTo>
                    <a:cubicBezTo>
                      <a:pt x="50" y="14"/>
                      <a:pt x="48" y="0"/>
                      <a:pt x="43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92" name="Freeform 2101">
                <a:extLst>
                  <a:ext uri="{FF2B5EF4-FFF2-40B4-BE49-F238E27FC236}">
                    <a16:creationId xmlns:a16="http://schemas.microsoft.com/office/drawing/2014/main" id="{0BD20020-41D9-4B41-802B-B4D3EF030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2641"/>
                <a:ext cx="54" cy="34"/>
              </a:xfrm>
              <a:custGeom>
                <a:avLst/>
                <a:gdLst>
                  <a:gd name="T0" fmla="*/ 8 w 47"/>
                  <a:gd name="T1" fmla="*/ 9 h 28"/>
                  <a:gd name="T2" fmla="*/ 1 w 47"/>
                  <a:gd name="T3" fmla="*/ 18 h 28"/>
                  <a:gd name="T4" fmla="*/ 2 w 47"/>
                  <a:gd name="T5" fmla="*/ 41 h 28"/>
                  <a:gd name="T6" fmla="*/ 39 w 47"/>
                  <a:gd name="T7" fmla="*/ 41 h 28"/>
                  <a:gd name="T8" fmla="*/ 70 w 47"/>
                  <a:gd name="T9" fmla="*/ 25 h 28"/>
                  <a:gd name="T10" fmla="*/ 62 w 47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8">
                    <a:moveTo>
                      <a:pt x="5" y="5"/>
                    </a:moveTo>
                    <a:cubicBezTo>
                      <a:pt x="4" y="4"/>
                      <a:pt x="1" y="8"/>
                      <a:pt x="1" y="10"/>
                    </a:cubicBezTo>
                    <a:cubicBezTo>
                      <a:pt x="0" y="13"/>
                      <a:pt x="0" y="20"/>
                      <a:pt x="2" y="23"/>
                    </a:cubicBezTo>
                    <a:cubicBezTo>
                      <a:pt x="7" y="28"/>
                      <a:pt x="20" y="24"/>
                      <a:pt x="26" y="23"/>
                    </a:cubicBezTo>
                    <a:cubicBezTo>
                      <a:pt x="34" y="23"/>
                      <a:pt x="44" y="23"/>
                      <a:pt x="46" y="14"/>
                    </a:cubicBezTo>
                    <a:cubicBezTo>
                      <a:pt x="47" y="11"/>
                      <a:pt x="47" y="0"/>
                      <a:pt x="4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93" name="Freeform 2102">
                <a:extLst>
                  <a:ext uri="{FF2B5EF4-FFF2-40B4-BE49-F238E27FC236}">
                    <a16:creationId xmlns:a16="http://schemas.microsoft.com/office/drawing/2014/main" id="{CC6C0A68-87FB-4653-93A9-24A94E24F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624"/>
                <a:ext cx="60" cy="41"/>
              </a:xfrm>
              <a:custGeom>
                <a:avLst/>
                <a:gdLst>
                  <a:gd name="T0" fmla="*/ 21 w 52"/>
                  <a:gd name="T1" fmla="*/ 1 h 34"/>
                  <a:gd name="T2" fmla="*/ 10 w 52"/>
                  <a:gd name="T3" fmla="*/ 36 h 34"/>
                  <a:gd name="T4" fmla="*/ 20 w 52"/>
                  <a:gd name="T5" fmla="*/ 54 h 34"/>
                  <a:gd name="T6" fmla="*/ 50 w 52"/>
                  <a:gd name="T7" fmla="*/ 58 h 34"/>
                  <a:gd name="T8" fmla="*/ 78 w 52"/>
                  <a:gd name="T9" fmla="*/ 42 h 34"/>
                  <a:gd name="T10" fmla="*/ 70 w 52"/>
                  <a:gd name="T11" fmla="*/ 8 h 34"/>
                  <a:gd name="T12" fmla="*/ 50 w 52"/>
                  <a:gd name="T13" fmla="*/ 1 h 34"/>
                  <a:gd name="T14" fmla="*/ 21 w 52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1"/>
                    </a:moveTo>
                    <a:cubicBezTo>
                      <a:pt x="0" y="0"/>
                      <a:pt x="5" y="13"/>
                      <a:pt x="7" y="21"/>
                    </a:cubicBezTo>
                    <a:cubicBezTo>
                      <a:pt x="8" y="26"/>
                      <a:pt x="9" y="29"/>
                      <a:pt x="13" y="31"/>
                    </a:cubicBezTo>
                    <a:cubicBezTo>
                      <a:pt x="18" y="34"/>
                      <a:pt x="26" y="34"/>
                      <a:pt x="32" y="33"/>
                    </a:cubicBezTo>
                    <a:cubicBezTo>
                      <a:pt x="38" y="32"/>
                      <a:pt x="48" y="31"/>
                      <a:pt x="51" y="24"/>
                    </a:cubicBezTo>
                    <a:cubicBezTo>
                      <a:pt x="52" y="20"/>
                      <a:pt x="50" y="8"/>
                      <a:pt x="46" y="5"/>
                    </a:cubicBezTo>
                    <a:cubicBezTo>
                      <a:pt x="43" y="2"/>
                      <a:pt x="36" y="1"/>
                      <a:pt x="32" y="1"/>
                    </a:cubicBezTo>
                    <a:cubicBezTo>
                      <a:pt x="26" y="0"/>
                      <a:pt x="20" y="1"/>
                      <a:pt x="1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94" name="Freeform 2103">
                <a:extLst>
                  <a:ext uri="{FF2B5EF4-FFF2-40B4-BE49-F238E27FC236}">
                    <a16:creationId xmlns:a16="http://schemas.microsoft.com/office/drawing/2014/main" id="{8C9C9B32-6599-4BAD-8210-5E28AC49C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659"/>
                <a:ext cx="55" cy="32"/>
              </a:xfrm>
              <a:custGeom>
                <a:avLst/>
                <a:gdLst>
                  <a:gd name="T0" fmla="*/ 32 w 48"/>
                  <a:gd name="T1" fmla="*/ 9 h 26"/>
                  <a:gd name="T2" fmla="*/ 15 w 48"/>
                  <a:gd name="T3" fmla="*/ 6 h 26"/>
                  <a:gd name="T4" fmla="*/ 1 w 48"/>
                  <a:gd name="T5" fmla="*/ 11 h 26"/>
                  <a:gd name="T6" fmla="*/ 1 w 48"/>
                  <a:gd name="T7" fmla="*/ 32 h 26"/>
                  <a:gd name="T8" fmla="*/ 19 w 48"/>
                  <a:gd name="T9" fmla="*/ 47 h 26"/>
                  <a:gd name="T10" fmla="*/ 57 w 48"/>
                  <a:gd name="T11" fmla="*/ 46 h 26"/>
                  <a:gd name="T12" fmla="*/ 70 w 48"/>
                  <a:gd name="T13" fmla="*/ 18 h 26"/>
                  <a:gd name="T14" fmla="*/ 62 w 48"/>
                  <a:gd name="T15" fmla="*/ 0 h 26"/>
                  <a:gd name="T16" fmla="*/ 44 w 48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3"/>
                    </a:cubicBezTo>
                    <a:cubicBezTo>
                      <a:pt x="8" y="4"/>
                      <a:pt x="2" y="5"/>
                      <a:pt x="1" y="6"/>
                    </a:cubicBezTo>
                    <a:cubicBezTo>
                      <a:pt x="0" y="8"/>
                      <a:pt x="0" y="15"/>
                      <a:pt x="1" y="17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1" y="25"/>
                      <a:pt x="29" y="26"/>
                      <a:pt x="38" y="24"/>
                    </a:cubicBezTo>
                    <a:cubicBezTo>
                      <a:pt x="47" y="22"/>
                      <a:pt x="48" y="19"/>
                      <a:pt x="46" y="10"/>
                    </a:cubicBezTo>
                    <a:cubicBezTo>
                      <a:pt x="46" y="7"/>
                      <a:pt x="45" y="0"/>
                      <a:pt x="41" y="0"/>
                    </a:cubicBezTo>
                    <a:cubicBezTo>
                      <a:pt x="38" y="0"/>
                      <a:pt x="32" y="3"/>
                      <a:pt x="29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95" name="Freeform 2104">
                <a:extLst>
                  <a:ext uri="{FF2B5EF4-FFF2-40B4-BE49-F238E27FC236}">
                    <a16:creationId xmlns:a16="http://schemas.microsoft.com/office/drawing/2014/main" id="{243BCC9E-77DF-48B9-BFB6-5D0E5BE26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624"/>
                <a:ext cx="62" cy="30"/>
              </a:xfrm>
              <a:custGeom>
                <a:avLst/>
                <a:gdLst>
                  <a:gd name="T0" fmla="*/ 18 w 54"/>
                  <a:gd name="T1" fmla="*/ 1 h 25"/>
                  <a:gd name="T2" fmla="*/ 1 w 54"/>
                  <a:gd name="T3" fmla="*/ 10 h 25"/>
                  <a:gd name="T4" fmla="*/ 1 w 54"/>
                  <a:gd name="T5" fmla="*/ 34 h 25"/>
                  <a:gd name="T6" fmla="*/ 23 w 54"/>
                  <a:gd name="T7" fmla="*/ 42 h 25"/>
                  <a:gd name="T8" fmla="*/ 60 w 54"/>
                  <a:gd name="T9" fmla="*/ 42 h 25"/>
                  <a:gd name="T10" fmla="*/ 82 w 54"/>
                  <a:gd name="T11" fmla="*/ 28 h 25"/>
                  <a:gd name="T12" fmla="*/ 75 w 54"/>
                  <a:gd name="T13" fmla="*/ 6 h 25"/>
                  <a:gd name="T14" fmla="*/ 53 w 54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12" y="1"/>
                    </a:moveTo>
                    <a:cubicBezTo>
                      <a:pt x="9" y="0"/>
                      <a:pt x="2" y="3"/>
                      <a:pt x="1" y="6"/>
                    </a:cubicBezTo>
                    <a:cubicBezTo>
                      <a:pt x="0" y="10"/>
                      <a:pt x="0" y="16"/>
                      <a:pt x="1" y="19"/>
                    </a:cubicBezTo>
                    <a:cubicBezTo>
                      <a:pt x="4" y="24"/>
                      <a:pt x="10" y="24"/>
                      <a:pt x="15" y="24"/>
                    </a:cubicBezTo>
                    <a:cubicBezTo>
                      <a:pt x="23" y="25"/>
                      <a:pt x="32" y="25"/>
                      <a:pt x="39" y="24"/>
                    </a:cubicBezTo>
                    <a:cubicBezTo>
                      <a:pt x="44" y="24"/>
                      <a:pt x="54" y="23"/>
                      <a:pt x="54" y="16"/>
                    </a:cubicBezTo>
                    <a:cubicBezTo>
                      <a:pt x="54" y="13"/>
                      <a:pt x="52" y="6"/>
                      <a:pt x="50" y="3"/>
                    </a:cubicBezTo>
                    <a:cubicBezTo>
                      <a:pt x="46" y="0"/>
                      <a:pt x="40" y="1"/>
                      <a:pt x="3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96" name="Freeform 2105">
                <a:extLst>
                  <a:ext uri="{FF2B5EF4-FFF2-40B4-BE49-F238E27FC236}">
                    <a16:creationId xmlns:a16="http://schemas.microsoft.com/office/drawing/2014/main" id="{5C5F4BB4-B76F-454C-B3EE-92DC12008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688"/>
                <a:ext cx="22" cy="20"/>
              </a:xfrm>
              <a:custGeom>
                <a:avLst/>
                <a:gdLst>
                  <a:gd name="T0" fmla="*/ 0 w 19"/>
                  <a:gd name="T1" fmla="*/ 0 h 17"/>
                  <a:gd name="T2" fmla="*/ 27 w 19"/>
                  <a:gd name="T3" fmla="*/ 11 h 17"/>
                  <a:gd name="T4" fmla="*/ 22 w 1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2"/>
                      <a:pt x="18" y="16"/>
                      <a:pt x="14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97" name="Freeform 2106">
                <a:extLst>
                  <a:ext uri="{FF2B5EF4-FFF2-40B4-BE49-F238E27FC236}">
                    <a16:creationId xmlns:a16="http://schemas.microsoft.com/office/drawing/2014/main" id="{91D7F8FB-1B85-460A-B0A7-862D04B72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652"/>
                <a:ext cx="69" cy="36"/>
              </a:xfrm>
              <a:custGeom>
                <a:avLst/>
                <a:gdLst>
                  <a:gd name="T0" fmla="*/ 10 w 60"/>
                  <a:gd name="T1" fmla="*/ 2 h 29"/>
                  <a:gd name="T2" fmla="*/ 1 w 60"/>
                  <a:gd name="T3" fmla="*/ 15 h 29"/>
                  <a:gd name="T4" fmla="*/ 2 w 60"/>
                  <a:gd name="T5" fmla="*/ 30 h 29"/>
                  <a:gd name="T6" fmla="*/ 24 w 60"/>
                  <a:gd name="T7" fmla="*/ 50 h 29"/>
                  <a:gd name="T8" fmla="*/ 53 w 60"/>
                  <a:gd name="T9" fmla="*/ 38 h 29"/>
                  <a:gd name="T10" fmla="*/ 83 w 60"/>
                  <a:gd name="T11" fmla="*/ 30 h 29"/>
                  <a:gd name="T12" fmla="*/ 76 w 6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9">
                    <a:moveTo>
                      <a:pt x="7" y="2"/>
                    </a:moveTo>
                    <a:cubicBezTo>
                      <a:pt x="4" y="2"/>
                      <a:pt x="2" y="6"/>
                      <a:pt x="1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4" y="23"/>
                      <a:pt x="5" y="29"/>
                      <a:pt x="16" y="26"/>
                    </a:cubicBezTo>
                    <a:cubicBezTo>
                      <a:pt x="22" y="25"/>
                      <a:pt x="28" y="22"/>
                      <a:pt x="35" y="20"/>
                    </a:cubicBezTo>
                    <a:cubicBezTo>
                      <a:pt x="41" y="19"/>
                      <a:pt x="50" y="19"/>
                      <a:pt x="55" y="15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98" name="Freeform 2107">
                <a:extLst>
                  <a:ext uri="{FF2B5EF4-FFF2-40B4-BE49-F238E27FC236}">
                    <a16:creationId xmlns:a16="http://schemas.microsoft.com/office/drawing/2014/main" id="{B5C38E0E-43BF-4159-8628-C9348F54E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684"/>
                <a:ext cx="3" cy="8"/>
              </a:xfrm>
              <a:custGeom>
                <a:avLst/>
                <a:gdLst>
                  <a:gd name="T0" fmla="*/ 3 w 3"/>
                  <a:gd name="T1" fmla="*/ 1 h 7"/>
                  <a:gd name="T2" fmla="*/ 0 w 3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1"/>
                    </a:moveTo>
                    <a:cubicBezTo>
                      <a:pt x="2" y="0"/>
                      <a:pt x="0" y="6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99" name="Freeform 2108">
                <a:extLst>
                  <a:ext uri="{FF2B5EF4-FFF2-40B4-BE49-F238E27FC236}">
                    <a16:creationId xmlns:a16="http://schemas.microsoft.com/office/drawing/2014/main" id="{0D65B01E-D8B8-4100-BE89-CA93EDAED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667"/>
                <a:ext cx="17" cy="43"/>
              </a:xfrm>
              <a:custGeom>
                <a:avLst/>
                <a:gdLst>
                  <a:gd name="T0" fmla="*/ 0 w 14"/>
                  <a:gd name="T1" fmla="*/ 0 h 35"/>
                  <a:gd name="T2" fmla="*/ 19 w 14"/>
                  <a:gd name="T3" fmla="*/ 52 h 35"/>
                  <a:gd name="T4" fmla="*/ 7 w 14"/>
                  <a:gd name="T5" fmla="*/ 6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6" y="9"/>
                      <a:pt x="14" y="17"/>
                      <a:pt x="11" y="28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00" name="Freeform 2109">
                <a:extLst>
                  <a:ext uri="{FF2B5EF4-FFF2-40B4-BE49-F238E27FC236}">
                    <a16:creationId xmlns:a16="http://schemas.microsoft.com/office/drawing/2014/main" id="{AB2BA0D3-E330-4760-B8B1-F52B13F2B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624"/>
                <a:ext cx="67" cy="24"/>
              </a:xfrm>
              <a:custGeom>
                <a:avLst/>
                <a:gdLst>
                  <a:gd name="T0" fmla="*/ 7 w 59"/>
                  <a:gd name="T1" fmla="*/ 0 h 20"/>
                  <a:gd name="T2" fmla="*/ 8 w 59"/>
                  <a:gd name="T3" fmla="*/ 24 h 20"/>
                  <a:gd name="T4" fmla="*/ 36 w 59"/>
                  <a:gd name="T5" fmla="*/ 34 h 20"/>
                  <a:gd name="T6" fmla="*/ 68 w 59"/>
                  <a:gd name="T7" fmla="*/ 28 h 20"/>
                  <a:gd name="T8" fmla="*/ 85 w 59"/>
                  <a:gd name="T9" fmla="*/ 20 h 20"/>
                  <a:gd name="T10" fmla="*/ 79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3"/>
                      <a:pt x="2" y="10"/>
                      <a:pt x="5" y="14"/>
                    </a:cubicBezTo>
                    <a:cubicBezTo>
                      <a:pt x="9" y="19"/>
                      <a:pt x="19" y="19"/>
                      <a:pt x="25" y="19"/>
                    </a:cubicBezTo>
                    <a:cubicBezTo>
                      <a:pt x="33" y="20"/>
                      <a:pt x="40" y="17"/>
                      <a:pt x="47" y="16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8"/>
                      <a:pt x="59" y="2"/>
                      <a:pt x="5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01" name="Freeform 2110">
                <a:extLst>
                  <a:ext uri="{FF2B5EF4-FFF2-40B4-BE49-F238E27FC236}">
                    <a16:creationId xmlns:a16="http://schemas.microsoft.com/office/drawing/2014/main" id="{EA3823FF-EC89-4FB6-AFD4-CA50EA28B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665"/>
                <a:ext cx="52" cy="45"/>
              </a:xfrm>
              <a:custGeom>
                <a:avLst/>
                <a:gdLst>
                  <a:gd name="T0" fmla="*/ 8 w 45"/>
                  <a:gd name="T1" fmla="*/ 69 h 36"/>
                  <a:gd name="T2" fmla="*/ 3 w 45"/>
                  <a:gd name="T3" fmla="*/ 30 h 36"/>
                  <a:gd name="T4" fmla="*/ 2 w 45"/>
                  <a:gd name="T5" fmla="*/ 14 h 36"/>
                  <a:gd name="T6" fmla="*/ 32 w 45"/>
                  <a:gd name="T7" fmla="*/ 5 h 36"/>
                  <a:gd name="T8" fmla="*/ 60 w 45"/>
                  <a:gd name="T9" fmla="*/ 5 h 36"/>
                  <a:gd name="T10" fmla="*/ 69 w 45"/>
                  <a:gd name="T11" fmla="*/ 38 h 36"/>
                  <a:gd name="T12" fmla="*/ 61 w 45"/>
                  <a:gd name="T13" fmla="*/ 7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30"/>
                      <a:pt x="4" y="21"/>
                      <a:pt x="3" y="15"/>
                    </a:cubicBezTo>
                    <a:cubicBezTo>
                      <a:pt x="3" y="12"/>
                      <a:pt x="0" y="9"/>
                      <a:pt x="2" y="7"/>
                    </a:cubicBezTo>
                    <a:cubicBezTo>
                      <a:pt x="6" y="3"/>
                      <a:pt x="17" y="3"/>
                      <a:pt x="21" y="2"/>
                    </a:cubicBezTo>
                    <a:cubicBezTo>
                      <a:pt x="26" y="1"/>
                      <a:pt x="34" y="0"/>
                      <a:pt x="39" y="2"/>
                    </a:cubicBezTo>
                    <a:cubicBezTo>
                      <a:pt x="45" y="5"/>
                      <a:pt x="45" y="13"/>
                      <a:pt x="45" y="19"/>
                    </a:cubicBezTo>
                    <a:cubicBezTo>
                      <a:pt x="45" y="23"/>
                      <a:pt x="45" y="33"/>
                      <a:pt x="40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02" name="Freeform 2111">
                <a:extLst>
                  <a:ext uri="{FF2B5EF4-FFF2-40B4-BE49-F238E27FC236}">
                    <a16:creationId xmlns:a16="http://schemas.microsoft.com/office/drawing/2014/main" id="{329A5536-6DE4-4FD3-A387-DCD7AFCB6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641"/>
                <a:ext cx="55" cy="34"/>
              </a:xfrm>
              <a:custGeom>
                <a:avLst/>
                <a:gdLst>
                  <a:gd name="T0" fmla="*/ 9 w 48"/>
                  <a:gd name="T1" fmla="*/ 9 h 28"/>
                  <a:gd name="T2" fmla="*/ 2 w 48"/>
                  <a:gd name="T3" fmla="*/ 18 h 28"/>
                  <a:gd name="T4" fmla="*/ 3 w 48"/>
                  <a:gd name="T5" fmla="*/ 41 h 28"/>
                  <a:gd name="T6" fmla="*/ 41 w 48"/>
                  <a:gd name="T7" fmla="*/ 41 h 28"/>
                  <a:gd name="T8" fmla="*/ 71 w 48"/>
                  <a:gd name="T9" fmla="*/ 25 h 28"/>
                  <a:gd name="T10" fmla="*/ 63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6" y="5"/>
                    </a:moveTo>
                    <a:cubicBezTo>
                      <a:pt x="5" y="4"/>
                      <a:pt x="2" y="8"/>
                      <a:pt x="2" y="10"/>
                    </a:cubicBezTo>
                    <a:cubicBezTo>
                      <a:pt x="0" y="13"/>
                      <a:pt x="1" y="20"/>
                      <a:pt x="3" y="23"/>
                    </a:cubicBezTo>
                    <a:cubicBezTo>
                      <a:pt x="8" y="28"/>
                      <a:pt x="21" y="24"/>
                      <a:pt x="27" y="23"/>
                    </a:cubicBezTo>
                    <a:cubicBezTo>
                      <a:pt x="35" y="23"/>
                      <a:pt x="45" y="23"/>
                      <a:pt x="47" y="14"/>
                    </a:cubicBezTo>
                    <a:cubicBezTo>
                      <a:pt x="48" y="11"/>
                      <a:pt x="48" y="0"/>
                      <a:pt x="42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03" name="Freeform 2112">
                <a:extLst>
                  <a:ext uri="{FF2B5EF4-FFF2-40B4-BE49-F238E27FC236}">
                    <a16:creationId xmlns:a16="http://schemas.microsoft.com/office/drawing/2014/main" id="{684CB0DF-8936-433A-9692-90FC5C0A1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645"/>
                <a:ext cx="7" cy="9"/>
              </a:xfrm>
              <a:custGeom>
                <a:avLst/>
                <a:gdLst>
                  <a:gd name="T0" fmla="*/ 9 w 6"/>
                  <a:gd name="T1" fmla="*/ 2 h 8"/>
                  <a:gd name="T2" fmla="*/ 0 w 6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04" name="Freeform 2113">
                <a:extLst>
                  <a:ext uri="{FF2B5EF4-FFF2-40B4-BE49-F238E27FC236}">
                    <a16:creationId xmlns:a16="http://schemas.microsoft.com/office/drawing/2014/main" id="{00CE6064-6353-4F4D-A89C-4568EBEB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2652"/>
                <a:ext cx="72" cy="26"/>
              </a:xfrm>
              <a:custGeom>
                <a:avLst/>
                <a:gdLst>
                  <a:gd name="T0" fmla="*/ 64 w 63"/>
                  <a:gd name="T1" fmla="*/ 2 h 21"/>
                  <a:gd name="T2" fmla="*/ 83 w 63"/>
                  <a:gd name="T3" fmla="*/ 31 h 21"/>
                  <a:gd name="T4" fmla="*/ 70 w 63"/>
                  <a:gd name="T5" fmla="*/ 38 h 21"/>
                  <a:gd name="T6" fmla="*/ 42 w 63"/>
                  <a:gd name="T7" fmla="*/ 38 h 21"/>
                  <a:gd name="T8" fmla="*/ 11 w 63"/>
                  <a:gd name="T9" fmla="*/ 37 h 21"/>
                  <a:gd name="T10" fmla="*/ 0 w 63"/>
                  <a:gd name="T11" fmla="*/ 32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1">
                    <a:moveTo>
                      <a:pt x="43" y="2"/>
                    </a:moveTo>
                    <a:cubicBezTo>
                      <a:pt x="50" y="0"/>
                      <a:pt x="63" y="8"/>
                      <a:pt x="56" y="16"/>
                    </a:cubicBezTo>
                    <a:cubicBezTo>
                      <a:pt x="54" y="18"/>
                      <a:pt x="49" y="19"/>
                      <a:pt x="46" y="20"/>
                    </a:cubicBezTo>
                    <a:cubicBezTo>
                      <a:pt x="39" y="21"/>
                      <a:pt x="34" y="21"/>
                      <a:pt x="28" y="20"/>
                    </a:cubicBezTo>
                    <a:cubicBezTo>
                      <a:pt x="21" y="20"/>
                      <a:pt x="14" y="19"/>
                      <a:pt x="8" y="19"/>
                    </a:cubicBezTo>
                    <a:cubicBezTo>
                      <a:pt x="5" y="19"/>
                      <a:pt x="0" y="20"/>
                      <a:pt x="0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05" name="Freeform 2114">
                <a:extLst>
                  <a:ext uri="{FF2B5EF4-FFF2-40B4-BE49-F238E27FC236}">
                    <a16:creationId xmlns:a16="http://schemas.microsoft.com/office/drawing/2014/main" id="{F242DF0D-F14F-48C3-A83C-92151E966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2623"/>
                <a:ext cx="50" cy="35"/>
              </a:xfrm>
              <a:custGeom>
                <a:avLst/>
                <a:gdLst>
                  <a:gd name="T0" fmla="*/ 7 w 43"/>
                  <a:gd name="T1" fmla="*/ 1 h 29"/>
                  <a:gd name="T2" fmla="*/ 2 w 43"/>
                  <a:gd name="T3" fmla="*/ 23 h 29"/>
                  <a:gd name="T4" fmla="*/ 27 w 43"/>
                  <a:gd name="T5" fmla="*/ 48 h 29"/>
                  <a:gd name="T6" fmla="*/ 66 w 43"/>
                  <a:gd name="T7" fmla="*/ 33 h 29"/>
                  <a:gd name="T8" fmla="*/ 58 w 43"/>
                  <a:gd name="T9" fmla="*/ 6 h 29"/>
                  <a:gd name="T10" fmla="*/ 57 w 43"/>
                  <a:gd name="T11" fmla="*/ 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9">
                    <a:moveTo>
                      <a:pt x="4" y="1"/>
                    </a:moveTo>
                    <a:cubicBezTo>
                      <a:pt x="0" y="0"/>
                      <a:pt x="1" y="11"/>
                      <a:pt x="2" y="13"/>
                    </a:cubicBezTo>
                    <a:cubicBezTo>
                      <a:pt x="5" y="22"/>
                      <a:pt x="4" y="29"/>
                      <a:pt x="17" y="27"/>
                    </a:cubicBezTo>
                    <a:cubicBezTo>
                      <a:pt x="23" y="27"/>
                      <a:pt x="43" y="26"/>
                      <a:pt x="42" y="18"/>
                    </a:cubicBezTo>
                    <a:cubicBezTo>
                      <a:pt x="42" y="13"/>
                      <a:pt x="39" y="7"/>
                      <a:pt x="37" y="3"/>
                    </a:cubicBezTo>
                    <a:cubicBezTo>
                      <a:pt x="36" y="2"/>
                      <a:pt x="36" y="2"/>
                      <a:pt x="36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06" name="Freeform 2115">
                <a:extLst>
                  <a:ext uri="{FF2B5EF4-FFF2-40B4-BE49-F238E27FC236}">
                    <a16:creationId xmlns:a16="http://schemas.microsoft.com/office/drawing/2014/main" id="{C15DC5F3-2F51-4C17-945B-333D60513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2675"/>
                <a:ext cx="8" cy="13"/>
              </a:xfrm>
              <a:custGeom>
                <a:avLst/>
                <a:gdLst>
                  <a:gd name="T0" fmla="*/ 10 w 7"/>
                  <a:gd name="T1" fmla="*/ 0 h 10"/>
                  <a:gd name="T2" fmla="*/ 0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3" y="1"/>
                      <a:pt x="1" y="7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07" name="Freeform 2116">
                <a:extLst>
                  <a:ext uri="{FF2B5EF4-FFF2-40B4-BE49-F238E27FC236}">
                    <a16:creationId xmlns:a16="http://schemas.microsoft.com/office/drawing/2014/main" id="{8559DFB0-9602-4543-8742-277BC2729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2675"/>
                <a:ext cx="14" cy="33"/>
              </a:xfrm>
              <a:custGeom>
                <a:avLst/>
                <a:gdLst>
                  <a:gd name="T0" fmla="*/ 1 w 12"/>
                  <a:gd name="T1" fmla="*/ 0 h 27"/>
                  <a:gd name="T2" fmla="*/ 0 w 12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1" y="0"/>
                    </a:moveTo>
                    <a:cubicBezTo>
                      <a:pt x="10" y="8"/>
                      <a:pt x="12" y="23"/>
                      <a:pt x="0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08" name="Freeform 2117">
                <a:extLst>
                  <a:ext uri="{FF2B5EF4-FFF2-40B4-BE49-F238E27FC236}">
                    <a16:creationId xmlns:a16="http://schemas.microsoft.com/office/drawing/2014/main" id="{B82D82C9-9DFB-4ADA-9FED-5DE086569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657"/>
                <a:ext cx="3" cy="5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09" name="Freeform 2118">
                <a:extLst>
                  <a:ext uri="{FF2B5EF4-FFF2-40B4-BE49-F238E27FC236}">
                    <a16:creationId xmlns:a16="http://schemas.microsoft.com/office/drawing/2014/main" id="{5BD8D302-8981-4FBB-8DF5-2CF289B4E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648"/>
                <a:ext cx="52" cy="40"/>
              </a:xfrm>
              <a:custGeom>
                <a:avLst/>
                <a:gdLst>
                  <a:gd name="T0" fmla="*/ 0 w 45"/>
                  <a:gd name="T1" fmla="*/ 61 h 32"/>
                  <a:gd name="T2" fmla="*/ 21 w 45"/>
                  <a:gd name="T3" fmla="*/ 61 h 32"/>
                  <a:gd name="T4" fmla="*/ 46 w 45"/>
                  <a:gd name="T5" fmla="*/ 54 h 32"/>
                  <a:gd name="T6" fmla="*/ 69 w 45"/>
                  <a:gd name="T7" fmla="*/ 39 h 32"/>
                  <a:gd name="T8" fmla="*/ 50 w 45"/>
                  <a:gd name="T9" fmla="*/ 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1"/>
                    </a:moveTo>
                    <a:cubicBezTo>
                      <a:pt x="5" y="31"/>
                      <a:pt x="9" y="32"/>
                      <a:pt x="14" y="31"/>
                    </a:cubicBezTo>
                    <a:cubicBezTo>
                      <a:pt x="20" y="29"/>
                      <a:pt x="24" y="27"/>
                      <a:pt x="30" y="27"/>
                    </a:cubicBezTo>
                    <a:cubicBezTo>
                      <a:pt x="36" y="27"/>
                      <a:pt x="45" y="29"/>
                      <a:pt x="45" y="20"/>
                    </a:cubicBezTo>
                    <a:cubicBezTo>
                      <a:pt x="45" y="16"/>
                      <a:pt x="37" y="0"/>
                      <a:pt x="32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10" name="Freeform 2119">
                <a:extLst>
                  <a:ext uri="{FF2B5EF4-FFF2-40B4-BE49-F238E27FC236}">
                    <a16:creationId xmlns:a16="http://schemas.microsoft.com/office/drawing/2014/main" id="{1F49206F-64FD-4A14-A9EE-94D204798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624"/>
                <a:ext cx="51" cy="37"/>
              </a:xfrm>
              <a:custGeom>
                <a:avLst/>
                <a:gdLst>
                  <a:gd name="T0" fmla="*/ 65 w 45"/>
                  <a:gd name="T1" fmla="*/ 1 h 30"/>
                  <a:gd name="T2" fmla="*/ 63 w 45"/>
                  <a:gd name="T3" fmla="*/ 0 h 30"/>
                  <a:gd name="T4" fmla="*/ 56 w 45"/>
                  <a:gd name="T5" fmla="*/ 41 h 30"/>
                  <a:gd name="T6" fmla="*/ 23 w 45"/>
                  <a:gd name="T7" fmla="*/ 54 h 30"/>
                  <a:gd name="T8" fmla="*/ 0 w 45"/>
                  <a:gd name="T9" fmla="*/ 5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0">
                    <a:moveTo>
                      <a:pt x="44" y="1"/>
                    </a:moveTo>
                    <a:cubicBezTo>
                      <a:pt x="44" y="0"/>
                      <a:pt x="44" y="0"/>
                      <a:pt x="43" y="0"/>
                    </a:cubicBezTo>
                    <a:cubicBezTo>
                      <a:pt x="41" y="7"/>
                      <a:pt x="45" y="17"/>
                      <a:pt x="38" y="22"/>
                    </a:cubicBezTo>
                    <a:cubicBezTo>
                      <a:pt x="31" y="27"/>
                      <a:pt x="24" y="29"/>
                      <a:pt x="16" y="29"/>
                    </a:cubicBezTo>
                    <a:cubicBezTo>
                      <a:pt x="10" y="29"/>
                      <a:pt x="5" y="28"/>
                      <a:pt x="0" y="3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11" name="Freeform 2120">
                <a:extLst>
                  <a:ext uri="{FF2B5EF4-FFF2-40B4-BE49-F238E27FC236}">
                    <a16:creationId xmlns:a16="http://schemas.microsoft.com/office/drawing/2014/main" id="{45648AC6-C1C7-48C8-A91F-E76528D1C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679"/>
                <a:ext cx="17" cy="33"/>
              </a:xfrm>
              <a:custGeom>
                <a:avLst/>
                <a:gdLst>
                  <a:gd name="T0" fmla="*/ 0 w 15"/>
                  <a:gd name="T1" fmla="*/ 1 h 27"/>
                  <a:gd name="T2" fmla="*/ 22 w 15"/>
                  <a:gd name="T3" fmla="*/ 27 h 27"/>
                  <a:gd name="T4" fmla="*/ 18 w 15"/>
                  <a:gd name="T5" fmla="*/ 4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0" y="1"/>
                    </a:moveTo>
                    <a:cubicBezTo>
                      <a:pt x="9" y="0"/>
                      <a:pt x="15" y="7"/>
                      <a:pt x="15" y="15"/>
                    </a:cubicBezTo>
                    <a:cubicBezTo>
                      <a:pt x="15" y="19"/>
                      <a:pt x="12" y="23"/>
                      <a:pt x="12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12" name="Freeform 2121">
                <a:extLst>
                  <a:ext uri="{FF2B5EF4-FFF2-40B4-BE49-F238E27FC236}">
                    <a16:creationId xmlns:a16="http://schemas.microsoft.com/office/drawing/2014/main" id="{8ADF13A8-86FB-46B2-AE07-3BD051C7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2651"/>
                <a:ext cx="58" cy="50"/>
              </a:xfrm>
              <a:custGeom>
                <a:avLst/>
                <a:gdLst>
                  <a:gd name="T0" fmla="*/ 39 w 51"/>
                  <a:gd name="T1" fmla="*/ 0 h 41"/>
                  <a:gd name="T2" fmla="*/ 40 w 51"/>
                  <a:gd name="T3" fmla="*/ 67 h 41"/>
                  <a:gd name="T4" fmla="*/ 13 w 51"/>
                  <a:gd name="T5" fmla="*/ 61 h 41"/>
                  <a:gd name="T6" fmla="*/ 1 w 51"/>
                  <a:gd name="T7" fmla="*/ 5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1">
                    <a:moveTo>
                      <a:pt x="26" y="0"/>
                    </a:moveTo>
                    <a:cubicBezTo>
                      <a:pt x="27" y="7"/>
                      <a:pt x="51" y="41"/>
                      <a:pt x="27" y="37"/>
                    </a:cubicBezTo>
                    <a:cubicBezTo>
                      <a:pt x="21" y="36"/>
                      <a:pt x="16" y="34"/>
                      <a:pt x="9" y="34"/>
                    </a:cubicBezTo>
                    <a:cubicBezTo>
                      <a:pt x="6" y="34"/>
                      <a:pt x="0" y="36"/>
                      <a:pt x="1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13" name="Freeform 2122">
                <a:extLst>
                  <a:ext uri="{FF2B5EF4-FFF2-40B4-BE49-F238E27FC236}">
                    <a16:creationId xmlns:a16="http://schemas.microsoft.com/office/drawing/2014/main" id="{DB45FF8A-F1DB-43DF-8FD1-EBBFA233C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2624"/>
                <a:ext cx="71" cy="41"/>
              </a:xfrm>
              <a:custGeom>
                <a:avLst/>
                <a:gdLst>
                  <a:gd name="T0" fmla="*/ 0 w 61"/>
                  <a:gd name="T1" fmla="*/ 7 h 34"/>
                  <a:gd name="T2" fmla="*/ 27 w 61"/>
                  <a:gd name="T3" fmla="*/ 48 h 34"/>
                  <a:gd name="T4" fmla="*/ 58 w 61"/>
                  <a:gd name="T5" fmla="*/ 52 h 34"/>
                  <a:gd name="T6" fmla="*/ 83 w 61"/>
                  <a:gd name="T7" fmla="*/ 52 h 34"/>
                  <a:gd name="T8" fmla="*/ 84 w 61"/>
                  <a:gd name="T9" fmla="*/ 7 h 34"/>
                  <a:gd name="T10" fmla="*/ 69 w 61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4">
                    <a:moveTo>
                      <a:pt x="0" y="4"/>
                    </a:moveTo>
                    <a:cubicBezTo>
                      <a:pt x="4" y="15"/>
                      <a:pt x="2" y="25"/>
                      <a:pt x="17" y="27"/>
                    </a:cubicBezTo>
                    <a:cubicBezTo>
                      <a:pt x="24" y="28"/>
                      <a:pt x="30" y="28"/>
                      <a:pt x="37" y="30"/>
                    </a:cubicBezTo>
                    <a:cubicBezTo>
                      <a:pt x="43" y="31"/>
                      <a:pt x="48" y="34"/>
                      <a:pt x="52" y="30"/>
                    </a:cubicBezTo>
                    <a:cubicBezTo>
                      <a:pt x="61" y="23"/>
                      <a:pt x="61" y="12"/>
                      <a:pt x="53" y="4"/>
                    </a:cubicBezTo>
                    <a:cubicBezTo>
                      <a:pt x="51" y="2"/>
                      <a:pt x="47" y="0"/>
                      <a:pt x="4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14" name="Freeform 2123">
                <a:extLst>
                  <a:ext uri="{FF2B5EF4-FFF2-40B4-BE49-F238E27FC236}">
                    <a16:creationId xmlns:a16="http://schemas.microsoft.com/office/drawing/2014/main" id="{2969C5A7-B1E7-4C62-84CA-469309A9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674"/>
                <a:ext cx="66" cy="34"/>
              </a:xfrm>
              <a:custGeom>
                <a:avLst/>
                <a:gdLst>
                  <a:gd name="T0" fmla="*/ 3 w 57"/>
                  <a:gd name="T1" fmla="*/ 49 h 28"/>
                  <a:gd name="T2" fmla="*/ 2 w 57"/>
                  <a:gd name="T3" fmla="*/ 18 h 28"/>
                  <a:gd name="T4" fmla="*/ 41 w 57"/>
                  <a:gd name="T5" fmla="*/ 1 h 28"/>
                  <a:gd name="T6" fmla="*/ 61 w 57"/>
                  <a:gd name="T7" fmla="*/ 7 h 28"/>
                  <a:gd name="T8" fmla="*/ 82 w 57"/>
                  <a:gd name="T9" fmla="*/ 16 h 28"/>
                  <a:gd name="T10" fmla="*/ 88 w 57"/>
                  <a:gd name="T11" fmla="*/ 5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8">
                    <a:moveTo>
                      <a:pt x="3" y="27"/>
                    </a:moveTo>
                    <a:cubicBezTo>
                      <a:pt x="0" y="24"/>
                      <a:pt x="0" y="14"/>
                      <a:pt x="2" y="10"/>
                    </a:cubicBezTo>
                    <a:cubicBezTo>
                      <a:pt x="5" y="4"/>
                      <a:pt x="19" y="2"/>
                      <a:pt x="26" y="1"/>
                    </a:cubicBezTo>
                    <a:cubicBezTo>
                      <a:pt x="32" y="0"/>
                      <a:pt x="35" y="2"/>
                      <a:pt x="40" y="4"/>
                    </a:cubicBezTo>
                    <a:cubicBezTo>
                      <a:pt x="45" y="6"/>
                      <a:pt x="49" y="5"/>
                      <a:pt x="53" y="9"/>
                    </a:cubicBezTo>
                    <a:cubicBezTo>
                      <a:pt x="56" y="14"/>
                      <a:pt x="55" y="22"/>
                      <a:pt x="57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15" name="Freeform 2124">
                <a:extLst>
                  <a:ext uri="{FF2B5EF4-FFF2-40B4-BE49-F238E27FC236}">
                    <a16:creationId xmlns:a16="http://schemas.microsoft.com/office/drawing/2014/main" id="{E5AC7393-FA57-4B64-9706-1C321CF8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623"/>
                <a:ext cx="59" cy="35"/>
              </a:xfrm>
              <a:custGeom>
                <a:avLst/>
                <a:gdLst>
                  <a:gd name="T0" fmla="*/ 2 w 51"/>
                  <a:gd name="T1" fmla="*/ 0 h 29"/>
                  <a:gd name="T2" fmla="*/ 9 w 51"/>
                  <a:gd name="T3" fmla="*/ 41 h 29"/>
                  <a:gd name="T4" fmla="*/ 53 w 51"/>
                  <a:gd name="T5" fmla="*/ 42 h 29"/>
                  <a:gd name="T6" fmla="*/ 79 w 51"/>
                  <a:gd name="T7" fmla="*/ 23 h 29"/>
                  <a:gd name="T8" fmla="*/ 68 w 51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9">
                    <a:moveTo>
                      <a:pt x="2" y="0"/>
                    </a:moveTo>
                    <a:cubicBezTo>
                      <a:pt x="0" y="5"/>
                      <a:pt x="2" y="18"/>
                      <a:pt x="6" y="23"/>
                    </a:cubicBezTo>
                    <a:cubicBezTo>
                      <a:pt x="11" y="29"/>
                      <a:pt x="28" y="25"/>
                      <a:pt x="35" y="24"/>
                    </a:cubicBezTo>
                    <a:cubicBezTo>
                      <a:pt x="42" y="23"/>
                      <a:pt x="50" y="21"/>
                      <a:pt x="51" y="13"/>
                    </a:cubicBezTo>
                    <a:cubicBezTo>
                      <a:pt x="51" y="9"/>
                      <a:pt x="48" y="3"/>
                      <a:pt x="4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16" name="Freeform 2125">
                <a:extLst>
                  <a:ext uri="{FF2B5EF4-FFF2-40B4-BE49-F238E27FC236}">
                    <a16:creationId xmlns:a16="http://schemas.microsoft.com/office/drawing/2014/main" id="{01ABE616-7A9B-4059-A6A2-FD6B04381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652"/>
                <a:ext cx="6" cy="12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1" y="4"/>
                      <a:pt x="2" y="7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17" name="Freeform 2126">
                <a:extLst>
                  <a:ext uri="{FF2B5EF4-FFF2-40B4-BE49-F238E27FC236}">
                    <a16:creationId xmlns:a16="http://schemas.microsoft.com/office/drawing/2014/main" id="{9D4F3FC8-E0B4-432D-86B5-CB39E30F6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2656"/>
                <a:ext cx="9" cy="33"/>
              </a:xfrm>
              <a:custGeom>
                <a:avLst/>
                <a:gdLst>
                  <a:gd name="T0" fmla="*/ 1 w 7"/>
                  <a:gd name="T1" fmla="*/ 1 h 27"/>
                  <a:gd name="T2" fmla="*/ 13 w 7"/>
                  <a:gd name="T3" fmla="*/ 27 h 27"/>
                  <a:gd name="T4" fmla="*/ 0 w 7"/>
                  <a:gd name="T5" fmla="*/ 4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7">
                    <a:moveTo>
                      <a:pt x="1" y="1"/>
                    </a:moveTo>
                    <a:cubicBezTo>
                      <a:pt x="7" y="0"/>
                      <a:pt x="6" y="11"/>
                      <a:pt x="6" y="15"/>
                    </a:cubicBezTo>
                    <a:cubicBezTo>
                      <a:pt x="6" y="18"/>
                      <a:pt x="4" y="27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2167" name="Freeform 2127">
              <a:extLst>
                <a:ext uri="{FF2B5EF4-FFF2-40B4-BE49-F238E27FC236}">
                  <a16:creationId xmlns:a16="http://schemas.microsoft.com/office/drawing/2014/main" id="{2873A3A7-E544-49A0-87C0-0DFA391A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646"/>
              <a:ext cx="64" cy="37"/>
            </a:xfrm>
            <a:custGeom>
              <a:avLst/>
              <a:gdLst>
                <a:gd name="T0" fmla="*/ 74 w 55"/>
                <a:gd name="T1" fmla="*/ 0 h 30"/>
                <a:gd name="T2" fmla="*/ 85 w 55"/>
                <a:gd name="T3" fmla="*/ 11 h 30"/>
                <a:gd name="T4" fmla="*/ 84 w 55"/>
                <a:gd name="T5" fmla="*/ 39 h 30"/>
                <a:gd name="T6" fmla="*/ 76 w 55"/>
                <a:gd name="T7" fmla="*/ 48 h 30"/>
                <a:gd name="T8" fmla="*/ 51 w 55"/>
                <a:gd name="T9" fmla="*/ 54 h 30"/>
                <a:gd name="T10" fmla="*/ 19 w 55"/>
                <a:gd name="T11" fmla="*/ 54 h 30"/>
                <a:gd name="T12" fmla="*/ 0 w 55"/>
                <a:gd name="T13" fmla="*/ 5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0">
                  <a:moveTo>
                    <a:pt x="47" y="0"/>
                  </a:moveTo>
                  <a:cubicBezTo>
                    <a:pt x="49" y="2"/>
                    <a:pt x="52" y="3"/>
                    <a:pt x="54" y="6"/>
                  </a:cubicBezTo>
                  <a:cubicBezTo>
                    <a:pt x="55" y="10"/>
                    <a:pt x="53" y="18"/>
                    <a:pt x="53" y="21"/>
                  </a:cubicBezTo>
                  <a:cubicBezTo>
                    <a:pt x="52" y="25"/>
                    <a:pt x="53" y="24"/>
                    <a:pt x="48" y="26"/>
                  </a:cubicBezTo>
                  <a:cubicBezTo>
                    <a:pt x="43" y="28"/>
                    <a:pt x="38" y="29"/>
                    <a:pt x="33" y="29"/>
                  </a:cubicBezTo>
                  <a:cubicBezTo>
                    <a:pt x="26" y="29"/>
                    <a:pt x="19" y="29"/>
                    <a:pt x="12" y="29"/>
                  </a:cubicBezTo>
                  <a:cubicBezTo>
                    <a:pt x="8" y="30"/>
                    <a:pt x="2" y="30"/>
                    <a:pt x="0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68" name="Freeform 2128">
              <a:extLst>
                <a:ext uri="{FF2B5EF4-FFF2-40B4-BE49-F238E27FC236}">
                  <a16:creationId xmlns:a16="http://schemas.microsoft.com/office/drawing/2014/main" id="{E592E6D0-6AE9-49CE-B6C1-ED6D95F09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652"/>
              <a:ext cx="6" cy="7"/>
            </a:xfrm>
            <a:custGeom>
              <a:avLst/>
              <a:gdLst>
                <a:gd name="T0" fmla="*/ 8 w 5"/>
                <a:gd name="T1" fmla="*/ 0 h 6"/>
                <a:gd name="T2" fmla="*/ 0 w 5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69" name="Freeform 2129">
              <a:extLst>
                <a:ext uri="{FF2B5EF4-FFF2-40B4-BE49-F238E27FC236}">
                  <a16:creationId xmlns:a16="http://schemas.microsoft.com/office/drawing/2014/main" id="{671228E7-5434-4027-BC3C-F086A02F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677"/>
              <a:ext cx="10" cy="33"/>
            </a:xfrm>
            <a:custGeom>
              <a:avLst/>
              <a:gdLst>
                <a:gd name="T0" fmla="*/ 0 w 8"/>
                <a:gd name="T1" fmla="*/ 2 h 27"/>
                <a:gd name="T2" fmla="*/ 10 w 8"/>
                <a:gd name="T3" fmla="*/ 7 h 27"/>
                <a:gd name="T4" fmla="*/ 14 w 8"/>
                <a:gd name="T5" fmla="*/ 27 h 27"/>
                <a:gd name="T6" fmla="*/ 8 w 8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7">
                  <a:moveTo>
                    <a:pt x="0" y="2"/>
                  </a:moveTo>
                  <a:cubicBezTo>
                    <a:pt x="1" y="0"/>
                    <a:pt x="3" y="2"/>
                    <a:pt x="5" y="4"/>
                  </a:cubicBezTo>
                  <a:cubicBezTo>
                    <a:pt x="8" y="7"/>
                    <a:pt x="7" y="11"/>
                    <a:pt x="7" y="15"/>
                  </a:cubicBezTo>
                  <a:cubicBezTo>
                    <a:pt x="6" y="19"/>
                    <a:pt x="8" y="25"/>
                    <a:pt x="4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70" name="Freeform 2130">
              <a:extLst>
                <a:ext uri="{FF2B5EF4-FFF2-40B4-BE49-F238E27FC236}">
                  <a16:creationId xmlns:a16="http://schemas.microsoft.com/office/drawing/2014/main" id="{4CAC4A37-3CCB-4317-A885-EF2718EDD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625"/>
              <a:ext cx="69" cy="33"/>
            </a:xfrm>
            <a:custGeom>
              <a:avLst/>
              <a:gdLst>
                <a:gd name="T0" fmla="*/ 0 w 60"/>
                <a:gd name="T1" fmla="*/ 40 h 27"/>
                <a:gd name="T2" fmla="*/ 17 w 60"/>
                <a:gd name="T3" fmla="*/ 49 h 27"/>
                <a:gd name="T4" fmla="*/ 43 w 60"/>
                <a:gd name="T5" fmla="*/ 42 h 27"/>
                <a:gd name="T6" fmla="*/ 85 w 60"/>
                <a:gd name="T7" fmla="*/ 39 h 27"/>
                <a:gd name="T8" fmla="*/ 87 w 60"/>
                <a:gd name="T9" fmla="*/ 9 h 27"/>
                <a:gd name="T10" fmla="*/ 76 w 60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27">
                  <a:moveTo>
                    <a:pt x="0" y="22"/>
                  </a:moveTo>
                  <a:cubicBezTo>
                    <a:pt x="3" y="25"/>
                    <a:pt x="6" y="27"/>
                    <a:pt x="11" y="27"/>
                  </a:cubicBezTo>
                  <a:cubicBezTo>
                    <a:pt x="17" y="27"/>
                    <a:pt x="22" y="23"/>
                    <a:pt x="28" y="23"/>
                  </a:cubicBezTo>
                  <a:cubicBezTo>
                    <a:pt x="34" y="22"/>
                    <a:pt x="51" y="26"/>
                    <a:pt x="56" y="21"/>
                  </a:cubicBezTo>
                  <a:cubicBezTo>
                    <a:pt x="60" y="18"/>
                    <a:pt x="58" y="9"/>
                    <a:pt x="57" y="5"/>
                  </a:cubicBezTo>
                  <a:cubicBezTo>
                    <a:pt x="55" y="1"/>
                    <a:pt x="54" y="0"/>
                    <a:pt x="5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71" name="Freeform 2131">
              <a:extLst>
                <a:ext uri="{FF2B5EF4-FFF2-40B4-BE49-F238E27FC236}">
                  <a16:creationId xmlns:a16="http://schemas.microsoft.com/office/drawing/2014/main" id="{16C0D191-F5DB-4343-9D3A-49D0C0269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677"/>
              <a:ext cx="62" cy="33"/>
            </a:xfrm>
            <a:custGeom>
              <a:avLst/>
              <a:gdLst>
                <a:gd name="T0" fmla="*/ 0 w 54"/>
                <a:gd name="T1" fmla="*/ 16 h 27"/>
                <a:gd name="T2" fmla="*/ 32 w 54"/>
                <a:gd name="T3" fmla="*/ 1 h 27"/>
                <a:gd name="T4" fmla="*/ 69 w 54"/>
                <a:gd name="T5" fmla="*/ 11 h 27"/>
                <a:gd name="T6" fmla="*/ 75 w 54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7">
                  <a:moveTo>
                    <a:pt x="0" y="9"/>
                  </a:moveTo>
                  <a:cubicBezTo>
                    <a:pt x="1" y="3"/>
                    <a:pt x="16" y="2"/>
                    <a:pt x="21" y="1"/>
                  </a:cubicBezTo>
                  <a:cubicBezTo>
                    <a:pt x="28" y="0"/>
                    <a:pt x="39" y="2"/>
                    <a:pt x="45" y="6"/>
                  </a:cubicBezTo>
                  <a:cubicBezTo>
                    <a:pt x="51" y="9"/>
                    <a:pt x="54" y="21"/>
                    <a:pt x="50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72" name="Freeform 2132">
              <a:extLst>
                <a:ext uri="{FF2B5EF4-FFF2-40B4-BE49-F238E27FC236}">
                  <a16:creationId xmlns:a16="http://schemas.microsoft.com/office/drawing/2014/main" id="{1A0B2327-9655-4BD2-9403-D75354A5E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648"/>
              <a:ext cx="15" cy="44"/>
            </a:xfrm>
            <a:custGeom>
              <a:avLst/>
              <a:gdLst>
                <a:gd name="T0" fmla="*/ 9 w 13"/>
                <a:gd name="T1" fmla="*/ 0 h 36"/>
                <a:gd name="T2" fmla="*/ 12 w 13"/>
                <a:gd name="T3" fmla="*/ 42 h 36"/>
                <a:gd name="T4" fmla="*/ 0 w 13"/>
                <a:gd name="T5" fmla="*/ 6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6">
                  <a:moveTo>
                    <a:pt x="6" y="0"/>
                  </a:moveTo>
                  <a:cubicBezTo>
                    <a:pt x="13" y="3"/>
                    <a:pt x="9" y="17"/>
                    <a:pt x="8" y="23"/>
                  </a:cubicBezTo>
                  <a:cubicBezTo>
                    <a:pt x="8" y="29"/>
                    <a:pt x="7" y="36"/>
                    <a:pt x="0" y="3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73" name="Freeform 2133">
              <a:extLst>
                <a:ext uri="{FF2B5EF4-FFF2-40B4-BE49-F238E27FC236}">
                  <a16:creationId xmlns:a16="http://schemas.microsoft.com/office/drawing/2014/main" id="{E6E61584-8588-4360-8697-0962982C3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659"/>
              <a:ext cx="59" cy="49"/>
            </a:xfrm>
            <a:custGeom>
              <a:avLst/>
              <a:gdLst>
                <a:gd name="T0" fmla="*/ 67 w 51"/>
                <a:gd name="T1" fmla="*/ 74 h 40"/>
                <a:gd name="T2" fmla="*/ 75 w 51"/>
                <a:gd name="T3" fmla="*/ 42 h 40"/>
                <a:gd name="T4" fmla="*/ 69 w 51"/>
                <a:gd name="T5" fmla="*/ 9 h 40"/>
                <a:gd name="T6" fmla="*/ 40 w 51"/>
                <a:gd name="T7" fmla="*/ 13 h 40"/>
                <a:gd name="T8" fmla="*/ 14 w 51"/>
                <a:gd name="T9" fmla="*/ 9 h 40"/>
                <a:gd name="T10" fmla="*/ 0 w 51"/>
                <a:gd name="T11" fmla="*/ 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0">
                  <a:moveTo>
                    <a:pt x="43" y="40"/>
                  </a:moveTo>
                  <a:cubicBezTo>
                    <a:pt x="51" y="39"/>
                    <a:pt x="48" y="30"/>
                    <a:pt x="48" y="23"/>
                  </a:cubicBezTo>
                  <a:cubicBezTo>
                    <a:pt x="48" y="18"/>
                    <a:pt x="49" y="10"/>
                    <a:pt x="45" y="5"/>
                  </a:cubicBezTo>
                  <a:cubicBezTo>
                    <a:pt x="41" y="0"/>
                    <a:pt x="32" y="7"/>
                    <a:pt x="26" y="7"/>
                  </a:cubicBezTo>
                  <a:cubicBezTo>
                    <a:pt x="20" y="7"/>
                    <a:pt x="15" y="6"/>
                    <a:pt x="9" y="5"/>
                  </a:cubicBezTo>
                  <a:cubicBezTo>
                    <a:pt x="7" y="4"/>
                    <a:pt x="1" y="5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74" name="Freeform 2134">
              <a:extLst>
                <a:ext uri="{FF2B5EF4-FFF2-40B4-BE49-F238E27FC236}">
                  <a16:creationId xmlns:a16="http://schemas.microsoft.com/office/drawing/2014/main" id="{37A395EC-19AA-43CB-A0B7-3137BC7C0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624"/>
              <a:ext cx="12" cy="41"/>
            </a:xfrm>
            <a:custGeom>
              <a:avLst/>
              <a:gdLst>
                <a:gd name="T0" fmla="*/ 11 w 11"/>
                <a:gd name="T1" fmla="*/ 0 h 34"/>
                <a:gd name="T2" fmla="*/ 5 w 11"/>
                <a:gd name="T3" fmla="*/ 43 h 34"/>
                <a:gd name="T4" fmla="*/ 0 w 11"/>
                <a:gd name="T5" fmla="*/ 5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4">
                  <a:moveTo>
                    <a:pt x="8" y="0"/>
                  </a:moveTo>
                  <a:cubicBezTo>
                    <a:pt x="9" y="9"/>
                    <a:pt x="11" y="18"/>
                    <a:pt x="5" y="25"/>
                  </a:cubicBezTo>
                  <a:cubicBezTo>
                    <a:pt x="3" y="28"/>
                    <a:pt x="0" y="29"/>
                    <a:pt x="0" y="3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75" name="Freeform 2135">
              <a:extLst>
                <a:ext uri="{FF2B5EF4-FFF2-40B4-BE49-F238E27FC236}">
                  <a16:creationId xmlns:a16="http://schemas.microsoft.com/office/drawing/2014/main" id="{2C42F626-AB85-4727-9E8D-1AFCA35EA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639"/>
              <a:ext cx="25" cy="19"/>
            </a:xfrm>
            <a:custGeom>
              <a:avLst/>
              <a:gdLst>
                <a:gd name="T0" fmla="*/ 2 w 22"/>
                <a:gd name="T1" fmla="*/ 0 h 16"/>
                <a:gd name="T2" fmla="*/ 0 w 22"/>
                <a:gd name="T3" fmla="*/ 17 h 16"/>
                <a:gd name="T4" fmla="*/ 13 w 22"/>
                <a:gd name="T5" fmla="*/ 25 h 16"/>
                <a:gd name="T6" fmla="*/ 26 w 22"/>
                <a:gd name="T7" fmla="*/ 25 h 16"/>
                <a:gd name="T8" fmla="*/ 32 w 22"/>
                <a:gd name="T9" fmla="*/ 2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6">
                  <a:moveTo>
                    <a:pt x="2" y="0"/>
                  </a:moveTo>
                  <a:cubicBezTo>
                    <a:pt x="0" y="2"/>
                    <a:pt x="0" y="8"/>
                    <a:pt x="0" y="10"/>
                  </a:cubicBezTo>
                  <a:cubicBezTo>
                    <a:pt x="1" y="15"/>
                    <a:pt x="5" y="15"/>
                    <a:pt x="9" y="15"/>
                  </a:cubicBezTo>
                  <a:cubicBezTo>
                    <a:pt x="11" y="14"/>
                    <a:pt x="15" y="16"/>
                    <a:pt x="18" y="15"/>
                  </a:cubicBezTo>
                  <a:cubicBezTo>
                    <a:pt x="19" y="15"/>
                    <a:pt x="20" y="14"/>
                    <a:pt x="22" y="1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76" name="Freeform 2136">
              <a:extLst>
                <a:ext uri="{FF2B5EF4-FFF2-40B4-BE49-F238E27FC236}">
                  <a16:creationId xmlns:a16="http://schemas.microsoft.com/office/drawing/2014/main" id="{EC82A7F4-4617-41BB-8D7D-D8ADC4B8B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653"/>
              <a:ext cx="16" cy="16"/>
            </a:xfrm>
            <a:custGeom>
              <a:avLst/>
              <a:gdLst>
                <a:gd name="T0" fmla="*/ 21 w 14"/>
                <a:gd name="T1" fmla="*/ 7 h 13"/>
                <a:gd name="T2" fmla="*/ 2 w 14"/>
                <a:gd name="T3" fmla="*/ 2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4"/>
                  </a:moveTo>
                  <a:cubicBezTo>
                    <a:pt x="10" y="0"/>
                    <a:pt x="0" y="8"/>
                    <a:pt x="2" y="1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77" name="Freeform 2137">
              <a:extLst>
                <a:ext uri="{FF2B5EF4-FFF2-40B4-BE49-F238E27FC236}">
                  <a16:creationId xmlns:a16="http://schemas.microsoft.com/office/drawing/2014/main" id="{8E9BD1DF-E213-4E13-80B7-F6E16CCEB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3362"/>
              <a:ext cx="60" cy="42"/>
            </a:xfrm>
            <a:custGeom>
              <a:avLst/>
              <a:gdLst>
                <a:gd name="T0" fmla="*/ 21 w 52"/>
                <a:gd name="T1" fmla="*/ 1 h 34"/>
                <a:gd name="T2" fmla="*/ 12 w 52"/>
                <a:gd name="T3" fmla="*/ 40 h 34"/>
                <a:gd name="T4" fmla="*/ 20 w 52"/>
                <a:gd name="T5" fmla="*/ 58 h 34"/>
                <a:gd name="T6" fmla="*/ 50 w 52"/>
                <a:gd name="T7" fmla="*/ 63 h 34"/>
                <a:gd name="T8" fmla="*/ 78 w 52"/>
                <a:gd name="T9" fmla="*/ 46 h 34"/>
                <a:gd name="T10" fmla="*/ 70 w 52"/>
                <a:gd name="T11" fmla="*/ 9 h 34"/>
                <a:gd name="T12" fmla="*/ 50 w 52"/>
                <a:gd name="T13" fmla="*/ 1 h 34"/>
                <a:gd name="T14" fmla="*/ 21 w 52"/>
                <a:gd name="T15" fmla="*/ 1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4">
                  <a:moveTo>
                    <a:pt x="14" y="1"/>
                  </a:moveTo>
                  <a:cubicBezTo>
                    <a:pt x="0" y="0"/>
                    <a:pt x="5" y="13"/>
                    <a:pt x="8" y="21"/>
                  </a:cubicBezTo>
                  <a:cubicBezTo>
                    <a:pt x="9" y="25"/>
                    <a:pt x="9" y="29"/>
                    <a:pt x="13" y="31"/>
                  </a:cubicBezTo>
                  <a:cubicBezTo>
                    <a:pt x="18" y="34"/>
                    <a:pt x="27" y="33"/>
                    <a:pt x="32" y="33"/>
                  </a:cubicBezTo>
                  <a:cubicBezTo>
                    <a:pt x="38" y="31"/>
                    <a:pt x="49" y="31"/>
                    <a:pt x="51" y="24"/>
                  </a:cubicBezTo>
                  <a:cubicBezTo>
                    <a:pt x="52" y="19"/>
                    <a:pt x="50" y="8"/>
                    <a:pt x="46" y="5"/>
                  </a:cubicBezTo>
                  <a:cubicBezTo>
                    <a:pt x="43" y="1"/>
                    <a:pt x="37" y="1"/>
                    <a:pt x="32" y="1"/>
                  </a:cubicBezTo>
                  <a:cubicBezTo>
                    <a:pt x="27" y="0"/>
                    <a:pt x="20" y="1"/>
                    <a:pt x="1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78" name="Freeform 2138">
              <a:extLst>
                <a:ext uri="{FF2B5EF4-FFF2-40B4-BE49-F238E27FC236}">
                  <a16:creationId xmlns:a16="http://schemas.microsoft.com/office/drawing/2014/main" id="{5A10369D-6F5B-4231-B2FB-2C305FBDE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3398"/>
              <a:ext cx="55" cy="32"/>
            </a:xfrm>
            <a:custGeom>
              <a:avLst/>
              <a:gdLst>
                <a:gd name="T0" fmla="*/ 32 w 48"/>
                <a:gd name="T1" fmla="*/ 9 h 26"/>
                <a:gd name="T2" fmla="*/ 15 w 48"/>
                <a:gd name="T3" fmla="*/ 6 h 26"/>
                <a:gd name="T4" fmla="*/ 1 w 48"/>
                <a:gd name="T5" fmla="*/ 11 h 26"/>
                <a:gd name="T6" fmla="*/ 1 w 48"/>
                <a:gd name="T7" fmla="*/ 31 h 26"/>
                <a:gd name="T8" fmla="*/ 19 w 48"/>
                <a:gd name="T9" fmla="*/ 47 h 26"/>
                <a:gd name="T10" fmla="*/ 57 w 48"/>
                <a:gd name="T11" fmla="*/ 46 h 26"/>
                <a:gd name="T12" fmla="*/ 71 w 48"/>
                <a:gd name="T13" fmla="*/ 18 h 26"/>
                <a:gd name="T14" fmla="*/ 62 w 48"/>
                <a:gd name="T15" fmla="*/ 0 h 26"/>
                <a:gd name="T16" fmla="*/ 45 w 48"/>
                <a:gd name="T17" fmla="*/ 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6">
                  <a:moveTo>
                    <a:pt x="21" y="5"/>
                  </a:moveTo>
                  <a:cubicBezTo>
                    <a:pt x="17" y="5"/>
                    <a:pt x="14" y="3"/>
                    <a:pt x="10" y="3"/>
                  </a:cubicBezTo>
                  <a:cubicBezTo>
                    <a:pt x="8" y="3"/>
                    <a:pt x="2" y="5"/>
                    <a:pt x="1" y="6"/>
                  </a:cubicBezTo>
                  <a:cubicBezTo>
                    <a:pt x="0" y="8"/>
                    <a:pt x="1" y="15"/>
                    <a:pt x="1" y="16"/>
                  </a:cubicBezTo>
                  <a:cubicBezTo>
                    <a:pt x="2" y="24"/>
                    <a:pt x="6" y="25"/>
                    <a:pt x="13" y="25"/>
                  </a:cubicBezTo>
                  <a:cubicBezTo>
                    <a:pt x="21" y="25"/>
                    <a:pt x="29" y="26"/>
                    <a:pt x="38" y="24"/>
                  </a:cubicBezTo>
                  <a:cubicBezTo>
                    <a:pt x="47" y="22"/>
                    <a:pt x="48" y="19"/>
                    <a:pt x="47" y="10"/>
                  </a:cubicBezTo>
                  <a:cubicBezTo>
                    <a:pt x="46" y="7"/>
                    <a:pt x="46" y="0"/>
                    <a:pt x="41" y="0"/>
                  </a:cubicBezTo>
                  <a:cubicBezTo>
                    <a:pt x="38" y="0"/>
                    <a:pt x="32" y="3"/>
                    <a:pt x="30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79" name="Freeform 2139">
              <a:extLst>
                <a:ext uri="{FF2B5EF4-FFF2-40B4-BE49-F238E27FC236}">
                  <a16:creationId xmlns:a16="http://schemas.microsoft.com/office/drawing/2014/main" id="{76E32F71-3541-4D05-8776-3EF41C583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362"/>
              <a:ext cx="62" cy="31"/>
            </a:xfrm>
            <a:custGeom>
              <a:avLst/>
              <a:gdLst>
                <a:gd name="T0" fmla="*/ 18 w 54"/>
                <a:gd name="T1" fmla="*/ 1 h 25"/>
                <a:gd name="T2" fmla="*/ 1 w 54"/>
                <a:gd name="T3" fmla="*/ 11 h 25"/>
                <a:gd name="T4" fmla="*/ 1 w 54"/>
                <a:gd name="T5" fmla="*/ 37 h 25"/>
                <a:gd name="T6" fmla="*/ 23 w 54"/>
                <a:gd name="T7" fmla="*/ 46 h 25"/>
                <a:gd name="T8" fmla="*/ 61 w 54"/>
                <a:gd name="T9" fmla="*/ 46 h 25"/>
                <a:gd name="T10" fmla="*/ 82 w 54"/>
                <a:gd name="T11" fmla="*/ 31 h 25"/>
                <a:gd name="T12" fmla="*/ 75 w 54"/>
                <a:gd name="T13" fmla="*/ 6 h 25"/>
                <a:gd name="T14" fmla="*/ 53 w 54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25">
                  <a:moveTo>
                    <a:pt x="12" y="1"/>
                  </a:moveTo>
                  <a:cubicBezTo>
                    <a:pt x="9" y="0"/>
                    <a:pt x="2" y="3"/>
                    <a:pt x="1" y="6"/>
                  </a:cubicBezTo>
                  <a:cubicBezTo>
                    <a:pt x="0" y="9"/>
                    <a:pt x="0" y="16"/>
                    <a:pt x="1" y="19"/>
                  </a:cubicBezTo>
                  <a:cubicBezTo>
                    <a:pt x="4" y="24"/>
                    <a:pt x="10" y="24"/>
                    <a:pt x="15" y="24"/>
                  </a:cubicBezTo>
                  <a:cubicBezTo>
                    <a:pt x="23" y="25"/>
                    <a:pt x="32" y="25"/>
                    <a:pt x="40" y="24"/>
                  </a:cubicBezTo>
                  <a:cubicBezTo>
                    <a:pt x="44" y="24"/>
                    <a:pt x="54" y="22"/>
                    <a:pt x="54" y="16"/>
                  </a:cubicBezTo>
                  <a:cubicBezTo>
                    <a:pt x="54" y="13"/>
                    <a:pt x="53" y="6"/>
                    <a:pt x="50" y="3"/>
                  </a:cubicBezTo>
                  <a:cubicBezTo>
                    <a:pt x="46" y="0"/>
                    <a:pt x="40" y="1"/>
                    <a:pt x="35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80" name="Freeform 2140">
              <a:extLst>
                <a:ext uri="{FF2B5EF4-FFF2-40B4-BE49-F238E27FC236}">
                  <a16:creationId xmlns:a16="http://schemas.microsoft.com/office/drawing/2014/main" id="{6FE863BF-DB36-49A1-8761-F3C5D0843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3426"/>
              <a:ext cx="9" cy="22"/>
            </a:xfrm>
            <a:custGeom>
              <a:avLst/>
              <a:gdLst>
                <a:gd name="T0" fmla="*/ 15 w 7"/>
                <a:gd name="T1" fmla="*/ 6 h 18"/>
                <a:gd name="T2" fmla="*/ 1 w 7"/>
                <a:gd name="T3" fmla="*/ 13 h 18"/>
                <a:gd name="T4" fmla="*/ 1 w 7"/>
                <a:gd name="T5" fmla="*/ 32 h 18"/>
                <a:gd name="T6" fmla="*/ 6 w 7"/>
                <a:gd name="T7" fmla="*/ 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7" y="3"/>
                  </a:moveTo>
                  <a:cubicBezTo>
                    <a:pt x="4" y="0"/>
                    <a:pt x="2" y="5"/>
                    <a:pt x="1" y="7"/>
                  </a:cubicBezTo>
                  <a:cubicBezTo>
                    <a:pt x="0" y="10"/>
                    <a:pt x="1" y="14"/>
                    <a:pt x="1" y="17"/>
                  </a:cubicBezTo>
                  <a:cubicBezTo>
                    <a:pt x="2" y="17"/>
                    <a:pt x="3" y="18"/>
                    <a:pt x="3" y="18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81" name="Freeform 2141">
              <a:extLst>
                <a:ext uri="{FF2B5EF4-FFF2-40B4-BE49-F238E27FC236}">
                  <a16:creationId xmlns:a16="http://schemas.microsoft.com/office/drawing/2014/main" id="{ACD20A91-4B8A-4483-B181-7613ACFDC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3426"/>
              <a:ext cx="22" cy="21"/>
            </a:xfrm>
            <a:custGeom>
              <a:avLst/>
              <a:gdLst>
                <a:gd name="T0" fmla="*/ 0 w 19"/>
                <a:gd name="T1" fmla="*/ 0 h 17"/>
                <a:gd name="T2" fmla="*/ 27 w 19"/>
                <a:gd name="T3" fmla="*/ 14 h 17"/>
                <a:gd name="T4" fmla="*/ 22 w 19"/>
                <a:gd name="T5" fmla="*/ 3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6" y="0"/>
                    <a:pt x="14" y="1"/>
                    <a:pt x="17" y="7"/>
                  </a:cubicBezTo>
                  <a:cubicBezTo>
                    <a:pt x="19" y="11"/>
                    <a:pt x="19" y="16"/>
                    <a:pt x="14" y="1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82" name="Freeform 2142">
              <a:extLst>
                <a:ext uri="{FF2B5EF4-FFF2-40B4-BE49-F238E27FC236}">
                  <a16:creationId xmlns:a16="http://schemas.microsoft.com/office/drawing/2014/main" id="{CA0DEDDC-3072-48C7-A7E0-D47AD681A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391"/>
              <a:ext cx="69" cy="34"/>
            </a:xfrm>
            <a:custGeom>
              <a:avLst/>
              <a:gdLst>
                <a:gd name="T0" fmla="*/ 10 w 60"/>
                <a:gd name="T1" fmla="*/ 1 h 28"/>
                <a:gd name="T2" fmla="*/ 1 w 60"/>
                <a:gd name="T3" fmla="*/ 15 h 28"/>
                <a:gd name="T4" fmla="*/ 2 w 60"/>
                <a:gd name="T5" fmla="*/ 27 h 28"/>
                <a:gd name="T6" fmla="*/ 24 w 60"/>
                <a:gd name="T7" fmla="*/ 47 h 28"/>
                <a:gd name="T8" fmla="*/ 53 w 60"/>
                <a:gd name="T9" fmla="*/ 35 h 28"/>
                <a:gd name="T10" fmla="*/ 83 w 60"/>
                <a:gd name="T11" fmla="*/ 27 h 28"/>
                <a:gd name="T12" fmla="*/ 76 w 6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8">
                  <a:moveTo>
                    <a:pt x="7" y="1"/>
                  </a:moveTo>
                  <a:cubicBezTo>
                    <a:pt x="5" y="2"/>
                    <a:pt x="2" y="6"/>
                    <a:pt x="1" y="8"/>
                  </a:cubicBezTo>
                  <a:cubicBezTo>
                    <a:pt x="0" y="11"/>
                    <a:pt x="1" y="12"/>
                    <a:pt x="2" y="15"/>
                  </a:cubicBezTo>
                  <a:cubicBezTo>
                    <a:pt x="4" y="23"/>
                    <a:pt x="6" y="28"/>
                    <a:pt x="16" y="26"/>
                  </a:cubicBezTo>
                  <a:cubicBezTo>
                    <a:pt x="22" y="24"/>
                    <a:pt x="28" y="22"/>
                    <a:pt x="35" y="20"/>
                  </a:cubicBezTo>
                  <a:cubicBezTo>
                    <a:pt x="41" y="19"/>
                    <a:pt x="51" y="19"/>
                    <a:pt x="55" y="15"/>
                  </a:cubicBezTo>
                  <a:cubicBezTo>
                    <a:pt x="60" y="10"/>
                    <a:pt x="57" y="0"/>
                    <a:pt x="5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83" name="Freeform 2143">
              <a:extLst>
                <a:ext uri="{FF2B5EF4-FFF2-40B4-BE49-F238E27FC236}">
                  <a16:creationId xmlns:a16="http://schemas.microsoft.com/office/drawing/2014/main" id="{E34D085B-1B85-4DBB-8FF1-2B27C94F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422"/>
              <a:ext cx="5" cy="8"/>
            </a:xfrm>
            <a:custGeom>
              <a:avLst/>
              <a:gdLst>
                <a:gd name="T0" fmla="*/ 8 w 4"/>
                <a:gd name="T1" fmla="*/ 0 h 6"/>
                <a:gd name="T2" fmla="*/ 0 w 4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0"/>
                    <a:pt x="0" y="5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84" name="Freeform 2144">
              <a:extLst>
                <a:ext uri="{FF2B5EF4-FFF2-40B4-BE49-F238E27FC236}">
                  <a16:creationId xmlns:a16="http://schemas.microsoft.com/office/drawing/2014/main" id="{BE6A2214-00FD-4E2A-AB4A-BE4538ED6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3405"/>
              <a:ext cx="16" cy="43"/>
            </a:xfrm>
            <a:custGeom>
              <a:avLst/>
              <a:gdLst>
                <a:gd name="T0" fmla="*/ 0 w 14"/>
                <a:gd name="T1" fmla="*/ 0 h 35"/>
                <a:gd name="T2" fmla="*/ 17 w 14"/>
                <a:gd name="T3" fmla="*/ 52 h 35"/>
                <a:gd name="T4" fmla="*/ 7 w 14"/>
                <a:gd name="T5" fmla="*/ 6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5">
                  <a:moveTo>
                    <a:pt x="0" y="0"/>
                  </a:moveTo>
                  <a:cubicBezTo>
                    <a:pt x="6" y="9"/>
                    <a:pt x="14" y="17"/>
                    <a:pt x="11" y="28"/>
                  </a:cubicBezTo>
                  <a:cubicBezTo>
                    <a:pt x="10" y="31"/>
                    <a:pt x="7" y="34"/>
                    <a:pt x="4" y="3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85" name="Freeform 2145">
              <a:extLst>
                <a:ext uri="{FF2B5EF4-FFF2-40B4-BE49-F238E27FC236}">
                  <a16:creationId xmlns:a16="http://schemas.microsoft.com/office/drawing/2014/main" id="{FBD30B85-1490-4E49-AEEC-507E48526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3361"/>
              <a:ext cx="68" cy="26"/>
            </a:xfrm>
            <a:custGeom>
              <a:avLst/>
              <a:gdLst>
                <a:gd name="T0" fmla="*/ 7 w 59"/>
                <a:gd name="T1" fmla="*/ 0 h 21"/>
                <a:gd name="T2" fmla="*/ 8 w 59"/>
                <a:gd name="T3" fmla="*/ 30 h 21"/>
                <a:gd name="T4" fmla="*/ 40 w 59"/>
                <a:gd name="T5" fmla="*/ 38 h 21"/>
                <a:gd name="T6" fmla="*/ 71 w 59"/>
                <a:gd name="T7" fmla="*/ 32 h 21"/>
                <a:gd name="T8" fmla="*/ 89 w 59"/>
                <a:gd name="T9" fmla="*/ 25 h 21"/>
                <a:gd name="T10" fmla="*/ 84 w 59"/>
                <a:gd name="T11" fmla="*/ 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1">
                  <a:moveTo>
                    <a:pt x="4" y="0"/>
                  </a:moveTo>
                  <a:cubicBezTo>
                    <a:pt x="0" y="4"/>
                    <a:pt x="2" y="11"/>
                    <a:pt x="5" y="15"/>
                  </a:cubicBezTo>
                  <a:cubicBezTo>
                    <a:pt x="9" y="20"/>
                    <a:pt x="19" y="20"/>
                    <a:pt x="26" y="20"/>
                  </a:cubicBezTo>
                  <a:cubicBezTo>
                    <a:pt x="33" y="21"/>
                    <a:pt x="40" y="18"/>
                    <a:pt x="47" y="17"/>
                  </a:cubicBezTo>
                  <a:cubicBezTo>
                    <a:pt x="52" y="17"/>
                    <a:pt x="56" y="18"/>
                    <a:pt x="58" y="13"/>
                  </a:cubicBezTo>
                  <a:cubicBezTo>
                    <a:pt x="59" y="9"/>
                    <a:pt x="59" y="3"/>
                    <a:pt x="55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86" name="Freeform 2146">
              <a:extLst>
                <a:ext uri="{FF2B5EF4-FFF2-40B4-BE49-F238E27FC236}">
                  <a16:creationId xmlns:a16="http://schemas.microsoft.com/office/drawing/2014/main" id="{EE02AF1A-AB1B-4485-A433-FEBF0727A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3404"/>
              <a:ext cx="52" cy="44"/>
            </a:xfrm>
            <a:custGeom>
              <a:avLst/>
              <a:gdLst>
                <a:gd name="T0" fmla="*/ 8 w 45"/>
                <a:gd name="T1" fmla="*/ 65 h 36"/>
                <a:gd name="T2" fmla="*/ 3 w 45"/>
                <a:gd name="T3" fmla="*/ 27 h 36"/>
                <a:gd name="T4" fmla="*/ 3 w 45"/>
                <a:gd name="T5" fmla="*/ 13 h 36"/>
                <a:gd name="T6" fmla="*/ 32 w 45"/>
                <a:gd name="T7" fmla="*/ 2 h 36"/>
                <a:gd name="T8" fmla="*/ 60 w 45"/>
                <a:gd name="T9" fmla="*/ 2 h 36"/>
                <a:gd name="T10" fmla="*/ 69 w 45"/>
                <a:gd name="T11" fmla="*/ 33 h 36"/>
                <a:gd name="T12" fmla="*/ 61 w 45"/>
                <a:gd name="T13" fmla="*/ 6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6">
                  <a:moveTo>
                    <a:pt x="5" y="35"/>
                  </a:moveTo>
                  <a:cubicBezTo>
                    <a:pt x="2" y="30"/>
                    <a:pt x="4" y="21"/>
                    <a:pt x="3" y="15"/>
                  </a:cubicBezTo>
                  <a:cubicBezTo>
                    <a:pt x="3" y="12"/>
                    <a:pt x="0" y="9"/>
                    <a:pt x="3" y="7"/>
                  </a:cubicBezTo>
                  <a:cubicBezTo>
                    <a:pt x="6" y="3"/>
                    <a:pt x="17" y="3"/>
                    <a:pt x="21" y="2"/>
                  </a:cubicBezTo>
                  <a:cubicBezTo>
                    <a:pt x="26" y="1"/>
                    <a:pt x="34" y="0"/>
                    <a:pt x="39" y="2"/>
                  </a:cubicBezTo>
                  <a:cubicBezTo>
                    <a:pt x="45" y="5"/>
                    <a:pt x="45" y="13"/>
                    <a:pt x="45" y="18"/>
                  </a:cubicBezTo>
                  <a:cubicBezTo>
                    <a:pt x="45" y="23"/>
                    <a:pt x="45" y="33"/>
                    <a:pt x="40" y="3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87" name="Freeform 2147">
              <a:extLst>
                <a:ext uri="{FF2B5EF4-FFF2-40B4-BE49-F238E27FC236}">
                  <a16:creationId xmlns:a16="http://schemas.microsoft.com/office/drawing/2014/main" id="{2C1F0CCD-D2DF-4A5D-9575-170136FF6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359"/>
              <a:ext cx="59" cy="32"/>
            </a:xfrm>
            <a:custGeom>
              <a:avLst/>
              <a:gdLst>
                <a:gd name="T0" fmla="*/ 3 w 51"/>
                <a:gd name="T1" fmla="*/ 2 h 26"/>
                <a:gd name="T2" fmla="*/ 7 w 51"/>
                <a:gd name="T3" fmla="*/ 38 h 26"/>
                <a:gd name="T4" fmla="*/ 29 w 51"/>
                <a:gd name="T5" fmla="*/ 38 h 26"/>
                <a:gd name="T6" fmla="*/ 51 w 51"/>
                <a:gd name="T7" fmla="*/ 41 h 26"/>
                <a:gd name="T8" fmla="*/ 67 w 51"/>
                <a:gd name="T9" fmla="*/ 48 h 26"/>
                <a:gd name="T10" fmla="*/ 78 w 51"/>
                <a:gd name="T11" fmla="*/ 32 h 26"/>
                <a:gd name="T12" fmla="*/ 67 w 51"/>
                <a:gd name="T13" fmla="*/ 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" y="2"/>
                  </a:moveTo>
                  <a:cubicBezTo>
                    <a:pt x="2" y="6"/>
                    <a:pt x="0" y="18"/>
                    <a:pt x="4" y="20"/>
                  </a:cubicBezTo>
                  <a:cubicBezTo>
                    <a:pt x="7" y="22"/>
                    <a:pt x="15" y="21"/>
                    <a:pt x="19" y="20"/>
                  </a:cubicBezTo>
                  <a:cubicBezTo>
                    <a:pt x="24" y="20"/>
                    <a:pt x="28" y="20"/>
                    <a:pt x="33" y="22"/>
                  </a:cubicBezTo>
                  <a:cubicBezTo>
                    <a:pt x="36" y="24"/>
                    <a:pt x="39" y="26"/>
                    <a:pt x="43" y="26"/>
                  </a:cubicBezTo>
                  <a:cubicBezTo>
                    <a:pt x="48" y="26"/>
                    <a:pt x="51" y="22"/>
                    <a:pt x="50" y="17"/>
                  </a:cubicBezTo>
                  <a:cubicBezTo>
                    <a:pt x="50" y="14"/>
                    <a:pt x="48" y="0"/>
                    <a:pt x="43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88" name="Freeform 2148">
              <a:extLst>
                <a:ext uri="{FF2B5EF4-FFF2-40B4-BE49-F238E27FC236}">
                  <a16:creationId xmlns:a16="http://schemas.microsoft.com/office/drawing/2014/main" id="{6B8BAE9E-7103-4BE0-8960-75F1A73E0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3380"/>
              <a:ext cx="54" cy="34"/>
            </a:xfrm>
            <a:custGeom>
              <a:avLst/>
              <a:gdLst>
                <a:gd name="T0" fmla="*/ 8 w 47"/>
                <a:gd name="T1" fmla="*/ 9 h 28"/>
                <a:gd name="T2" fmla="*/ 1 w 47"/>
                <a:gd name="T3" fmla="*/ 18 h 28"/>
                <a:gd name="T4" fmla="*/ 2 w 47"/>
                <a:gd name="T5" fmla="*/ 41 h 28"/>
                <a:gd name="T6" fmla="*/ 39 w 47"/>
                <a:gd name="T7" fmla="*/ 41 h 28"/>
                <a:gd name="T8" fmla="*/ 70 w 47"/>
                <a:gd name="T9" fmla="*/ 25 h 28"/>
                <a:gd name="T10" fmla="*/ 62 w 47"/>
                <a:gd name="T11" fmla="*/ 6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8">
                  <a:moveTo>
                    <a:pt x="5" y="5"/>
                  </a:moveTo>
                  <a:cubicBezTo>
                    <a:pt x="4" y="4"/>
                    <a:pt x="1" y="8"/>
                    <a:pt x="1" y="10"/>
                  </a:cubicBezTo>
                  <a:cubicBezTo>
                    <a:pt x="0" y="13"/>
                    <a:pt x="0" y="20"/>
                    <a:pt x="2" y="23"/>
                  </a:cubicBezTo>
                  <a:cubicBezTo>
                    <a:pt x="7" y="28"/>
                    <a:pt x="20" y="23"/>
                    <a:pt x="26" y="23"/>
                  </a:cubicBezTo>
                  <a:cubicBezTo>
                    <a:pt x="34" y="23"/>
                    <a:pt x="44" y="23"/>
                    <a:pt x="46" y="14"/>
                  </a:cubicBezTo>
                  <a:cubicBezTo>
                    <a:pt x="47" y="11"/>
                    <a:pt x="47" y="0"/>
                    <a:pt x="41" y="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89" name="Freeform 2149">
              <a:extLst>
                <a:ext uri="{FF2B5EF4-FFF2-40B4-BE49-F238E27FC236}">
                  <a16:creationId xmlns:a16="http://schemas.microsoft.com/office/drawing/2014/main" id="{C12312DF-057C-412B-B023-2E0FCCAE9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3362"/>
              <a:ext cx="60" cy="42"/>
            </a:xfrm>
            <a:custGeom>
              <a:avLst/>
              <a:gdLst>
                <a:gd name="T0" fmla="*/ 21 w 52"/>
                <a:gd name="T1" fmla="*/ 1 h 34"/>
                <a:gd name="T2" fmla="*/ 10 w 52"/>
                <a:gd name="T3" fmla="*/ 40 h 34"/>
                <a:gd name="T4" fmla="*/ 20 w 52"/>
                <a:gd name="T5" fmla="*/ 58 h 34"/>
                <a:gd name="T6" fmla="*/ 50 w 52"/>
                <a:gd name="T7" fmla="*/ 63 h 34"/>
                <a:gd name="T8" fmla="*/ 78 w 52"/>
                <a:gd name="T9" fmla="*/ 46 h 34"/>
                <a:gd name="T10" fmla="*/ 70 w 52"/>
                <a:gd name="T11" fmla="*/ 9 h 34"/>
                <a:gd name="T12" fmla="*/ 50 w 52"/>
                <a:gd name="T13" fmla="*/ 1 h 34"/>
                <a:gd name="T14" fmla="*/ 21 w 52"/>
                <a:gd name="T15" fmla="*/ 1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4">
                  <a:moveTo>
                    <a:pt x="14" y="1"/>
                  </a:moveTo>
                  <a:cubicBezTo>
                    <a:pt x="0" y="0"/>
                    <a:pt x="5" y="13"/>
                    <a:pt x="7" y="21"/>
                  </a:cubicBezTo>
                  <a:cubicBezTo>
                    <a:pt x="8" y="25"/>
                    <a:pt x="9" y="29"/>
                    <a:pt x="13" y="31"/>
                  </a:cubicBezTo>
                  <a:cubicBezTo>
                    <a:pt x="18" y="34"/>
                    <a:pt x="26" y="33"/>
                    <a:pt x="32" y="33"/>
                  </a:cubicBezTo>
                  <a:cubicBezTo>
                    <a:pt x="38" y="31"/>
                    <a:pt x="48" y="31"/>
                    <a:pt x="51" y="24"/>
                  </a:cubicBezTo>
                  <a:cubicBezTo>
                    <a:pt x="52" y="19"/>
                    <a:pt x="50" y="8"/>
                    <a:pt x="46" y="5"/>
                  </a:cubicBezTo>
                  <a:cubicBezTo>
                    <a:pt x="43" y="1"/>
                    <a:pt x="36" y="1"/>
                    <a:pt x="32" y="1"/>
                  </a:cubicBezTo>
                  <a:cubicBezTo>
                    <a:pt x="26" y="0"/>
                    <a:pt x="20" y="1"/>
                    <a:pt x="1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90" name="Freeform 2150">
              <a:extLst>
                <a:ext uri="{FF2B5EF4-FFF2-40B4-BE49-F238E27FC236}">
                  <a16:creationId xmlns:a16="http://schemas.microsoft.com/office/drawing/2014/main" id="{F9804FFF-F868-4656-855B-1D9A8B378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398"/>
              <a:ext cx="55" cy="32"/>
            </a:xfrm>
            <a:custGeom>
              <a:avLst/>
              <a:gdLst>
                <a:gd name="T0" fmla="*/ 32 w 48"/>
                <a:gd name="T1" fmla="*/ 9 h 26"/>
                <a:gd name="T2" fmla="*/ 15 w 48"/>
                <a:gd name="T3" fmla="*/ 6 h 26"/>
                <a:gd name="T4" fmla="*/ 1 w 48"/>
                <a:gd name="T5" fmla="*/ 11 h 26"/>
                <a:gd name="T6" fmla="*/ 1 w 48"/>
                <a:gd name="T7" fmla="*/ 31 h 26"/>
                <a:gd name="T8" fmla="*/ 19 w 48"/>
                <a:gd name="T9" fmla="*/ 47 h 26"/>
                <a:gd name="T10" fmla="*/ 57 w 48"/>
                <a:gd name="T11" fmla="*/ 46 h 26"/>
                <a:gd name="T12" fmla="*/ 70 w 48"/>
                <a:gd name="T13" fmla="*/ 18 h 26"/>
                <a:gd name="T14" fmla="*/ 62 w 48"/>
                <a:gd name="T15" fmla="*/ 0 h 26"/>
                <a:gd name="T16" fmla="*/ 44 w 48"/>
                <a:gd name="T17" fmla="*/ 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6">
                  <a:moveTo>
                    <a:pt x="21" y="5"/>
                  </a:moveTo>
                  <a:cubicBezTo>
                    <a:pt x="17" y="5"/>
                    <a:pt x="14" y="3"/>
                    <a:pt x="10" y="3"/>
                  </a:cubicBezTo>
                  <a:cubicBezTo>
                    <a:pt x="8" y="3"/>
                    <a:pt x="2" y="5"/>
                    <a:pt x="1" y="6"/>
                  </a:cubicBezTo>
                  <a:cubicBezTo>
                    <a:pt x="0" y="8"/>
                    <a:pt x="0" y="15"/>
                    <a:pt x="1" y="16"/>
                  </a:cubicBezTo>
                  <a:cubicBezTo>
                    <a:pt x="2" y="24"/>
                    <a:pt x="6" y="25"/>
                    <a:pt x="13" y="25"/>
                  </a:cubicBezTo>
                  <a:cubicBezTo>
                    <a:pt x="21" y="25"/>
                    <a:pt x="29" y="26"/>
                    <a:pt x="38" y="24"/>
                  </a:cubicBezTo>
                  <a:cubicBezTo>
                    <a:pt x="47" y="22"/>
                    <a:pt x="48" y="19"/>
                    <a:pt x="46" y="10"/>
                  </a:cubicBezTo>
                  <a:cubicBezTo>
                    <a:pt x="46" y="7"/>
                    <a:pt x="45" y="0"/>
                    <a:pt x="41" y="0"/>
                  </a:cubicBezTo>
                  <a:cubicBezTo>
                    <a:pt x="38" y="0"/>
                    <a:pt x="32" y="3"/>
                    <a:pt x="29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91" name="Freeform 2151">
              <a:extLst>
                <a:ext uri="{FF2B5EF4-FFF2-40B4-BE49-F238E27FC236}">
                  <a16:creationId xmlns:a16="http://schemas.microsoft.com/office/drawing/2014/main" id="{1CF73393-7341-4AD3-9431-217910991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362"/>
              <a:ext cx="62" cy="31"/>
            </a:xfrm>
            <a:custGeom>
              <a:avLst/>
              <a:gdLst>
                <a:gd name="T0" fmla="*/ 18 w 54"/>
                <a:gd name="T1" fmla="*/ 1 h 25"/>
                <a:gd name="T2" fmla="*/ 1 w 54"/>
                <a:gd name="T3" fmla="*/ 11 h 25"/>
                <a:gd name="T4" fmla="*/ 1 w 54"/>
                <a:gd name="T5" fmla="*/ 37 h 25"/>
                <a:gd name="T6" fmla="*/ 23 w 54"/>
                <a:gd name="T7" fmla="*/ 46 h 25"/>
                <a:gd name="T8" fmla="*/ 60 w 54"/>
                <a:gd name="T9" fmla="*/ 46 h 25"/>
                <a:gd name="T10" fmla="*/ 82 w 54"/>
                <a:gd name="T11" fmla="*/ 31 h 25"/>
                <a:gd name="T12" fmla="*/ 75 w 54"/>
                <a:gd name="T13" fmla="*/ 6 h 25"/>
                <a:gd name="T14" fmla="*/ 53 w 54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25">
                  <a:moveTo>
                    <a:pt x="12" y="1"/>
                  </a:moveTo>
                  <a:cubicBezTo>
                    <a:pt x="9" y="0"/>
                    <a:pt x="2" y="3"/>
                    <a:pt x="1" y="6"/>
                  </a:cubicBezTo>
                  <a:cubicBezTo>
                    <a:pt x="0" y="9"/>
                    <a:pt x="0" y="16"/>
                    <a:pt x="1" y="19"/>
                  </a:cubicBezTo>
                  <a:cubicBezTo>
                    <a:pt x="4" y="24"/>
                    <a:pt x="10" y="24"/>
                    <a:pt x="15" y="24"/>
                  </a:cubicBezTo>
                  <a:cubicBezTo>
                    <a:pt x="23" y="25"/>
                    <a:pt x="32" y="25"/>
                    <a:pt x="39" y="24"/>
                  </a:cubicBezTo>
                  <a:cubicBezTo>
                    <a:pt x="44" y="24"/>
                    <a:pt x="54" y="22"/>
                    <a:pt x="54" y="16"/>
                  </a:cubicBezTo>
                  <a:cubicBezTo>
                    <a:pt x="54" y="13"/>
                    <a:pt x="52" y="6"/>
                    <a:pt x="50" y="3"/>
                  </a:cubicBezTo>
                  <a:cubicBezTo>
                    <a:pt x="46" y="0"/>
                    <a:pt x="40" y="1"/>
                    <a:pt x="35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92" name="Freeform 2152">
              <a:extLst>
                <a:ext uri="{FF2B5EF4-FFF2-40B4-BE49-F238E27FC236}">
                  <a16:creationId xmlns:a16="http://schemas.microsoft.com/office/drawing/2014/main" id="{3867F371-B94C-4F52-9936-553609176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426"/>
              <a:ext cx="22" cy="21"/>
            </a:xfrm>
            <a:custGeom>
              <a:avLst/>
              <a:gdLst>
                <a:gd name="T0" fmla="*/ 0 w 19"/>
                <a:gd name="T1" fmla="*/ 0 h 17"/>
                <a:gd name="T2" fmla="*/ 27 w 19"/>
                <a:gd name="T3" fmla="*/ 14 h 17"/>
                <a:gd name="T4" fmla="*/ 22 w 19"/>
                <a:gd name="T5" fmla="*/ 3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6" y="0"/>
                    <a:pt x="14" y="1"/>
                    <a:pt x="17" y="7"/>
                  </a:cubicBezTo>
                  <a:cubicBezTo>
                    <a:pt x="19" y="11"/>
                    <a:pt x="18" y="16"/>
                    <a:pt x="14" y="1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93" name="Freeform 2153">
              <a:extLst>
                <a:ext uri="{FF2B5EF4-FFF2-40B4-BE49-F238E27FC236}">
                  <a16:creationId xmlns:a16="http://schemas.microsoft.com/office/drawing/2014/main" id="{D948383C-928E-4622-A267-58D14C33D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391"/>
              <a:ext cx="69" cy="34"/>
            </a:xfrm>
            <a:custGeom>
              <a:avLst/>
              <a:gdLst>
                <a:gd name="T0" fmla="*/ 10 w 60"/>
                <a:gd name="T1" fmla="*/ 1 h 28"/>
                <a:gd name="T2" fmla="*/ 1 w 60"/>
                <a:gd name="T3" fmla="*/ 15 h 28"/>
                <a:gd name="T4" fmla="*/ 2 w 60"/>
                <a:gd name="T5" fmla="*/ 27 h 28"/>
                <a:gd name="T6" fmla="*/ 24 w 60"/>
                <a:gd name="T7" fmla="*/ 47 h 28"/>
                <a:gd name="T8" fmla="*/ 53 w 60"/>
                <a:gd name="T9" fmla="*/ 35 h 28"/>
                <a:gd name="T10" fmla="*/ 83 w 60"/>
                <a:gd name="T11" fmla="*/ 27 h 28"/>
                <a:gd name="T12" fmla="*/ 76 w 6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8">
                  <a:moveTo>
                    <a:pt x="7" y="1"/>
                  </a:moveTo>
                  <a:cubicBezTo>
                    <a:pt x="4" y="2"/>
                    <a:pt x="2" y="6"/>
                    <a:pt x="1" y="8"/>
                  </a:cubicBezTo>
                  <a:cubicBezTo>
                    <a:pt x="0" y="11"/>
                    <a:pt x="1" y="12"/>
                    <a:pt x="2" y="15"/>
                  </a:cubicBezTo>
                  <a:cubicBezTo>
                    <a:pt x="4" y="23"/>
                    <a:pt x="5" y="28"/>
                    <a:pt x="16" y="26"/>
                  </a:cubicBezTo>
                  <a:cubicBezTo>
                    <a:pt x="22" y="24"/>
                    <a:pt x="28" y="22"/>
                    <a:pt x="35" y="20"/>
                  </a:cubicBezTo>
                  <a:cubicBezTo>
                    <a:pt x="41" y="19"/>
                    <a:pt x="50" y="19"/>
                    <a:pt x="55" y="15"/>
                  </a:cubicBezTo>
                  <a:cubicBezTo>
                    <a:pt x="60" y="10"/>
                    <a:pt x="57" y="0"/>
                    <a:pt x="5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94" name="Freeform 2154">
              <a:extLst>
                <a:ext uri="{FF2B5EF4-FFF2-40B4-BE49-F238E27FC236}">
                  <a16:creationId xmlns:a16="http://schemas.microsoft.com/office/drawing/2014/main" id="{C08E06F2-1330-4B03-A85B-61523A6A4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422"/>
              <a:ext cx="3" cy="8"/>
            </a:xfrm>
            <a:custGeom>
              <a:avLst/>
              <a:gdLst>
                <a:gd name="T0" fmla="*/ 3 w 3"/>
                <a:gd name="T1" fmla="*/ 0 h 6"/>
                <a:gd name="T2" fmla="*/ 0 w 3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0"/>
                    <a:pt x="0" y="5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95" name="Freeform 2155">
              <a:extLst>
                <a:ext uri="{FF2B5EF4-FFF2-40B4-BE49-F238E27FC236}">
                  <a16:creationId xmlns:a16="http://schemas.microsoft.com/office/drawing/2014/main" id="{4B1EDF2A-3E59-4A26-9A7C-83C6767FE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3405"/>
              <a:ext cx="17" cy="43"/>
            </a:xfrm>
            <a:custGeom>
              <a:avLst/>
              <a:gdLst>
                <a:gd name="T0" fmla="*/ 0 w 14"/>
                <a:gd name="T1" fmla="*/ 0 h 35"/>
                <a:gd name="T2" fmla="*/ 19 w 14"/>
                <a:gd name="T3" fmla="*/ 52 h 35"/>
                <a:gd name="T4" fmla="*/ 7 w 14"/>
                <a:gd name="T5" fmla="*/ 6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5">
                  <a:moveTo>
                    <a:pt x="0" y="0"/>
                  </a:moveTo>
                  <a:cubicBezTo>
                    <a:pt x="6" y="9"/>
                    <a:pt x="14" y="17"/>
                    <a:pt x="11" y="28"/>
                  </a:cubicBezTo>
                  <a:cubicBezTo>
                    <a:pt x="10" y="31"/>
                    <a:pt x="7" y="34"/>
                    <a:pt x="4" y="3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96" name="Freeform 2156">
              <a:extLst>
                <a:ext uri="{FF2B5EF4-FFF2-40B4-BE49-F238E27FC236}">
                  <a16:creationId xmlns:a16="http://schemas.microsoft.com/office/drawing/2014/main" id="{9582FB6A-0C2C-4B6B-8FF6-36B6A7C87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361"/>
              <a:ext cx="67" cy="26"/>
            </a:xfrm>
            <a:custGeom>
              <a:avLst/>
              <a:gdLst>
                <a:gd name="T0" fmla="*/ 7 w 59"/>
                <a:gd name="T1" fmla="*/ 0 h 21"/>
                <a:gd name="T2" fmla="*/ 8 w 59"/>
                <a:gd name="T3" fmla="*/ 30 h 21"/>
                <a:gd name="T4" fmla="*/ 36 w 59"/>
                <a:gd name="T5" fmla="*/ 38 h 21"/>
                <a:gd name="T6" fmla="*/ 68 w 59"/>
                <a:gd name="T7" fmla="*/ 32 h 21"/>
                <a:gd name="T8" fmla="*/ 85 w 59"/>
                <a:gd name="T9" fmla="*/ 25 h 21"/>
                <a:gd name="T10" fmla="*/ 79 w 59"/>
                <a:gd name="T11" fmla="*/ 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1">
                  <a:moveTo>
                    <a:pt x="4" y="0"/>
                  </a:moveTo>
                  <a:cubicBezTo>
                    <a:pt x="0" y="4"/>
                    <a:pt x="2" y="11"/>
                    <a:pt x="5" y="15"/>
                  </a:cubicBezTo>
                  <a:cubicBezTo>
                    <a:pt x="9" y="20"/>
                    <a:pt x="19" y="20"/>
                    <a:pt x="25" y="20"/>
                  </a:cubicBezTo>
                  <a:cubicBezTo>
                    <a:pt x="33" y="21"/>
                    <a:pt x="40" y="18"/>
                    <a:pt x="47" y="17"/>
                  </a:cubicBezTo>
                  <a:cubicBezTo>
                    <a:pt x="52" y="17"/>
                    <a:pt x="56" y="18"/>
                    <a:pt x="58" y="13"/>
                  </a:cubicBezTo>
                  <a:cubicBezTo>
                    <a:pt x="59" y="9"/>
                    <a:pt x="59" y="3"/>
                    <a:pt x="55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97" name="Freeform 2157">
              <a:extLst>
                <a:ext uri="{FF2B5EF4-FFF2-40B4-BE49-F238E27FC236}">
                  <a16:creationId xmlns:a16="http://schemas.microsoft.com/office/drawing/2014/main" id="{37A5F458-9274-4548-851B-EF06CB8C6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404"/>
              <a:ext cx="52" cy="44"/>
            </a:xfrm>
            <a:custGeom>
              <a:avLst/>
              <a:gdLst>
                <a:gd name="T0" fmla="*/ 8 w 45"/>
                <a:gd name="T1" fmla="*/ 65 h 36"/>
                <a:gd name="T2" fmla="*/ 3 w 45"/>
                <a:gd name="T3" fmla="*/ 27 h 36"/>
                <a:gd name="T4" fmla="*/ 2 w 45"/>
                <a:gd name="T5" fmla="*/ 13 h 36"/>
                <a:gd name="T6" fmla="*/ 32 w 45"/>
                <a:gd name="T7" fmla="*/ 2 h 36"/>
                <a:gd name="T8" fmla="*/ 60 w 45"/>
                <a:gd name="T9" fmla="*/ 2 h 36"/>
                <a:gd name="T10" fmla="*/ 69 w 45"/>
                <a:gd name="T11" fmla="*/ 33 h 36"/>
                <a:gd name="T12" fmla="*/ 61 w 45"/>
                <a:gd name="T13" fmla="*/ 6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6">
                  <a:moveTo>
                    <a:pt x="5" y="35"/>
                  </a:moveTo>
                  <a:cubicBezTo>
                    <a:pt x="1" y="30"/>
                    <a:pt x="4" y="21"/>
                    <a:pt x="3" y="15"/>
                  </a:cubicBezTo>
                  <a:cubicBezTo>
                    <a:pt x="3" y="12"/>
                    <a:pt x="0" y="9"/>
                    <a:pt x="2" y="7"/>
                  </a:cubicBezTo>
                  <a:cubicBezTo>
                    <a:pt x="6" y="3"/>
                    <a:pt x="17" y="3"/>
                    <a:pt x="21" y="2"/>
                  </a:cubicBezTo>
                  <a:cubicBezTo>
                    <a:pt x="26" y="1"/>
                    <a:pt x="34" y="0"/>
                    <a:pt x="39" y="2"/>
                  </a:cubicBezTo>
                  <a:cubicBezTo>
                    <a:pt x="45" y="5"/>
                    <a:pt x="45" y="13"/>
                    <a:pt x="45" y="18"/>
                  </a:cubicBezTo>
                  <a:cubicBezTo>
                    <a:pt x="45" y="23"/>
                    <a:pt x="45" y="33"/>
                    <a:pt x="40" y="3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98" name="Freeform 2158">
              <a:extLst>
                <a:ext uri="{FF2B5EF4-FFF2-40B4-BE49-F238E27FC236}">
                  <a16:creationId xmlns:a16="http://schemas.microsoft.com/office/drawing/2014/main" id="{669BD1E0-D2E6-44AB-89FF-D7BB2887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3380"/>
              <a:ext cx="55" cy="34"/>
            </a:xfrm>
            <a:custGeom>
              <a:avLst/>
              <a:gdLst>
                <a:gd name="T0" fmla="*/ 9 w 48"/>
                <a:gd name="T1" fmla="*/ 9 h 28"/>
                <a:gd name="T2" fmla="*/ 2 w 48"/>
                <a:gd name="T3" fmla="*/ 18 h 28"/>
                <a:gd name="T4" fmla="*/ 3 w 48"/>
                <a:gd name="T5" fmla="*/ 41 h 28"/>
                <a:gd name="T6" fmla="*/ 41 w 48"/>
                <a:gd name="T7" fmla="*/ 41 h 28"/>
                <a:gd name="T8" fmla="*/ 71 w 48"/>
                <a:gd name="T9" fmla="*/ 25 h 28"/>
                <a:gd name="T10" fmla="*/ 63 w 48"/>
                <a:gd name="T11" fmla="*/ 6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8">
                  <a:moveTo>
                    <a:pt x="6" y="5"/>
                  </a:moveTo>
                  <a:cubicBezTo>
                    <a:pt x="5" y="4"/>
                    <a:pt x="2" y="8"/>
                    <a:pt x="2" y="10"/>
                  </a:cubicBezTo>
                  <a:cubicBezTo>
                    <a:pt x="0" y="13"/>
                    <a:pt x="1" y="20"/>
                    <a:pt x="3" y="23"/>
                  </a:cubicBezTo>
                  <a:cubicBezTo>
                    <a:pt x="8" y="28"/>
                    <a:pt x="21" y="23"/>
                    <a:pt x="27" y="23"/>
                  </a:cubicBezTo>
                  <a:cubicBezTo>
                    <a:pt x="35" y="23"/>
                    <a:pt x="45" y="23"/>
                    <a:pt x="47" y="14"/>
                  </a:cubicBezTo>
                  <a:cubicBezTo>
                    <a:pt x="48" y="11"/>
                    <a:pt x="48" y="0"/>
                    <a:pt x="42" y="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199" name="Freeform 2159">
              <a:extLst>
                <a:ext uri="{FF2B5EF4-FFF2-40B4-BE49-F238E27FC236}">
                  <a16:creationId xmlns:a16="http://schemas.microsoft.com/office/drawing/2014/main" id="{783DBCD4-6E99-4AC2-B8D9-84B50655E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383"/>
              <a:ext cx="7" cy="10"/>
            </a:xfrm>
            <a:custGeom>
              <a:avLst/>
              <a:gdLst>
                <a:gd name="T0" fmla="*/ 9 w 6"/>
                <a:gd name="T1" fmla="*/ 5 h 8"/>
                <a:gd name="T2" fmla="*/ 0 w 6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2"/>
                  </a:moveTo>
                  <a:cubicBezTo>
                    <a:pt x="3" y="0"/>
                    <a:pt x="0" y="6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00" name="Freeform 2160">
              <a:extLst>
                <a:ext uri="{FF2B5EF4-FFF2-40B4-BE49-F238E27FC236}">
                  <a16:creationId xmlns:a16="http://schemas.microsoft.com/office/drawing/2014/main" id="{5604FBDB-2B3A-4501-A0DC-9229E4978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3391"/>
              <a:ext cx="72" cy="25"/>
            </a:xfrm>
            <a:custGeom>
              <a:avLst/>
              <a:gdLst>
                <a:gd name="T0" fmla="*/ 64 w 63"/>
                <a:gd name="T1" fmla="*/ 1 h 21"/>
                <a:gd name="T2" fmla="*/ 83 w 63"/>
                <a:gd name="T3" fmla="*/ 27 h 21"/>
                <a:gd name="T4" fmla="*/ 70 w 63"/>
                <a:gd name="T5" fmla="*/ 32 h 21"/>
                <a:gd name="T6" fmla="*/ 42 w 63"/>
                <a:gd name="T7" fmla="*/ 35 h 21"/>
                <a:gd name="T8" fmla="*/ 11 w 63"/>
                <a:gd name="T9" fmla="*/ 32 h 21"/>
                <a:gd name="T10" fmla="*/ 0 w 63"/>
                <a:gd name="T11" fmla="*/ 2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1">
                  <a:moveTo>
                    <a:pt x="43" y="1"/>
                  </a:moveTo>
                  <a:cubicBezTo>
                    <a:pt x="50" y="0"/>
                    <a:pt x="63" y="8"/>
                    <a:pt x="56" y="16"/>
                  </a:cubicBezTo>
                  <a:cubicBezTo>
                    <a:pt x="54" y="18"/>
                    <a:pt x="49" y="19"/>
                    <a:pt x="46" y="19"/>
                  </a:cubicBezTo>
                  <a:cubicBezTo>
                    <a:pt x="39" y="21"/>
                    <a:pt x="34" y="20"/>
                    <a:pt x="28" y="20"/>
                  </a:cubicBezTo>
                  <a:cubicBezTo>
                    <a:pt x="21" y="20"/>
                    <a:pt x="14" y="19"/>
                    <a:pt x="8" y="19"/>
                  </a:cubicBezTo>
                  <a:cubicBezTo>
                    <a:pt x="5" y="19"/>
                    <a:pt x="0" y="20"/>
                    <a:pt x="0" y="1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01" name="Freeform 2161">
              <a:extLst>
                <a:ext uri="{FF2B5EF4-FFF2-40B4-BE49-F238E27FC236}">
                  <a16:creationId xmlns:a16="http://schemas.microsoft.com/office/drawing/2014/main" id="{2D91C426-ADBF-4EF7-BAF9-E61C7C0AE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3361"/>
              <a:ext cx="50" cy="36"/>
            </a:xfrm>
            <a:custGeom>
              <a:avLst/>
              <a:gdLst>
                <a:gd name="T0" fmla="*/ 7 w 43"/>
                <a:gd name="T1" fmla="*/ 1 h 29"/>
                <a:gd name="T2" fmla="*/ 2 w 43"/>
                <a:gd name="T3" fmla="*/ 25 h 29"/>
                <a:gd name="T4" fmla="*/ 27 w 43"/>
                <a:gd name="T5" fmla="*/ 52 h 29"/>
                <a:gd name="T6" fmla="*/ 66 w 43"/>
                <a:gd name="T7" fmla="*/ 32 h 29"/>
                <a:gd name="T8" fmla="*/ 58 w 43"/>
                <a:gd name="T9" fmla="*/ 6 h 29"/>
                <a:gd name="T10" fmla="*/ 57 w 43"/>
                <a:gd name="T11" fmla="*/ 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9">
                  <a:moveTo>
                    <a:pt x="4" y="1"/>
                  </a:moveTo>
                  <a:cubicBezTo>
                    <a:pt x="0" y="0"/>
                    <a:pt x="1" y="11"/>
                    <a:pt x="2" y="13"/>
                  </a:cubicBezTo>
                  <a:cubicBezTo>
                    <a:pt x="5" y="22"/>
                    <a:pt x="4" y="29"/>
                    <a:pt x="17" y="27"/>
                  </a:cubicBezTo>
                  <a:cubicBezTo>
                    <a:pt x="23" y="27"/>
                    <a:pt x="43" y="26"/>
                    <a:pt x="42" y="17"/>
                  </a:cubicBezTo>
                  <a:cubicBezTo>
                    <a:pt x="42" y="13"/>
                    <a:pt x="39" y="7"/>
                    <a:pt x="37" y="3"/>
                  </a:cubicBezTo>
                  <a:cubicBezTo>
                    <a:pt x="36" y="2"/>
                    <a:pt x="36" y="2"/>
                    <a:pt x="36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02" name="Freeform 2162">
              <a:extLst>
                <a:ext uri="{FF2B5EF4-FFF2-40B4-BE49-F238E27FC236}">
                  <a16:creationId xmlns:a16="http://schemas.microsoft.com/office/drawing/2014/main" id="{02BB41AF-A350-4530-983A-5EF891B06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3414"/>
              <a:ext cx="8" cy="12"/>
            </a:xfrm>
            <a:custGeom>
              <a:avLst/>
              <a:gdLst>
                <a:gd name="T0" fmla="*/ 10 w 7"/>
                <a:gd name="T1" fmla="*/ 0 h 10"/>
                <a:gd name="T2" fmla="*/ 0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3" y="1"/>
                    <a:pt x="1" y="7"/>
                    <a:pt x="0" y="1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03" name="Freeform 2163">
              <a:extLst>
                <a:ext uri="{FF2B5EF4-FFF2-40B4-BE49-F238E27FC236}">
                  <a16:creationId xmlns:a16="http://schemas.microsoft.com/office/drawing/2014/main" id="{364CFD11-D918-42CB-B46D-AFA779BE4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3414"/>
              <a:ext cx="14" cy="33"/>
            </a:xfrm>
            <a:custGeom>
              <a:avLst/>
              <a:gdLst>
                <a:gd name="T0" fmla="*/ 1 w 12"/>
                <a:gd name="T1" fmla="*/ 0 h 27"/>
                <a:gd name="T2" fmla="*/ 0 w 12"/>
                <a:gd name="T3" fmla="*/ 4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1" y="0"/>
                  </a:moveTo>
                  <a:cubicBezTo>
                    <a:pt x="10" y="7"/>
                    <a:pt x="12" y="23"/>
                    <a:pt x="0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04" name="Freeform 2164">
              <a:extLst>
                <a:ext uri="{FF2B5EF4-FFF2-40B4-BE49-F238E27FC236}">
                  <a16:creationId xmlns:a16="http://schemas.microsoft.com/office/drawing/2014/main" id="{CA272508-72A3-44E1-B313-E8DA0BA3D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3395"/>
              <a:ext cx="3" cy="5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05" name="Freeform 2165">
              <a:extLst>
                <a:ext uri="{FF2B5EF4-FFF2-40B4-BE49-F238E27FC236}">
                  <a16:creationId xmlns:a16="http://schemas.microsoft.com/office/drawing/2014/main" id="{11459C38-4CE8-4E47-9A41-E52E3B7C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3387"/>
              <a:ext cx="52" cy="39"/>
            </a:xfrm>
            <a:custGeom>
              <a:avLst/>
              <a:gdLst>
                <a:gd name="T0" fmla="*/ 0 w 45"/>
                <a:gd name="T1" fmla="*/ 56 h 32"/>
                <a:gd name="T2" fmla="*/ 21 w 45"/>
                <a:gd name="T3" fmla="*/ 56 h 32"/>
                <a:gd name="T4" fmla="*/ 46 w 45"/>
                <a:gd name="T5" fmla="*/ 49 h 32"/>
                <a:gd name="T6" fmla="*/ 69 w 45"/>
                <a:gd name="T7" fmla="*/ 35 h 32"/>
                <a:gd name="T8" fmla="*/ 50 w 45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2">
                  <a:moveTo>
                    <a:pt x="0" y="31"/>
                  </a:moveTo>
                  <a:cubicBezTo>
                    <a:pt x="5" y="31"/>
                    <a:pt x="9" y="32"/>
                    <a:pt x="14" y="31"/>
                  </a:cubicBezTo>
                  <a:cubicBezTo>
                    <a:pt x="20" y="29"/>
                    <a:pt x="24" y="27"/>
                    <a:pt x="30" y="27"/>
                  </a:cubicBezTo>
                  <a:cubicBezTo>
                    <a:pt x="36" y="27"/>
                    <a:pt x="45" y="29"/>
                    <a:pt x="45" y="20"/>
                  </a:cubicBezTo>
                  <a:cubicBezTo>
                    <a:pt x="45" y="16"/>
                    <a:pt x="37" y="0"/>
                    <a:pt x="32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06" name="Freeform 2166">
              <a:extLst>
                <a:ext uri="{FF2B5EF4-FFF2-40B4-BE49-F238E27FC236}">
                  <a16:creationId xmlns:a16="http://schemas.microsoft.com/office/drawing/2014/main" id="{2BEB36DE-EBED-4BD0-A4DB-9E1C9468C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3362"/>
              <a:ext cx="51" cy="36"/>
            </a:xfrm>
            <a:custGeom>
              <a:avLst/>
              <a:gdLst>
                <a:gd name="T0" fmla="*/ 65 w 45"/>
                <a:gd name="T1" fmla="*/ 1 h 29"/>
                <a:gd name="T2" fmla="*/ 63 w 45"/>
                <a:gd name="T3" fmla="*/ 0 h 29"/>
                <a:gd name="T4" fmla="*/ 56 w 45"/>
                <a:gd name="T5" fmla="*/ 42 h 29"/>
                <a:gd name="T6" fmla="*/ 23 w 45"/>
                <a:gd name="T7" fmla="*/ 56 h 29"/>
                <a:gd name="T8" fmla="*/ 0 w 45"/>
                <a:gd name="T9" fmla="*/ 5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9">
                  <a:moveTo>
                    <a:pt x="44" y="1"/>
                  </a:moveTo>
                  <a:cubicBezTo>
                    <a:pt x="44" y="0"/>
                    <a:pt x="44" y="0"/>
                    <a:pt x="43" y="0"/>
                  </a:cubicBezTo>
                  <a:cubicBezTo>
                    <a:pt x="41" y="7"/>
                    <a:pt x="45" y="17"/>
                    <a:pt x="38" y="22"/>
                  </a:cubicBezTo>
                  <a:cubicBezTo>
                    <a:pt x="31" y="27"/>
                    <a:pt x="24" y="29"/>
                    <a:pt x="16" y="29"/>
                  </a:cubicBezTo>
                  <a:cubicBezTo>
                    <a:pt x="10" y="29"/>
                    <a:pt x="5" y="28"/>
                    <a:pt x="0" y="29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07" name="Freeform 2167">
              <a:extLst>
                <a:ext uri="{FF2B5EF4-FFF2-40B4-BE49-F238E27FC236}">
                  <a16:creationId xmlns:a16="http://schemas.microsoft.com/office/drawing/2014/main" id="{B3333577-D078-4D3E-95EA-2461F1A5A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3418"/>
              <a:ext cx="17" cy="33"/>
            </a:xfrm>
            <a:custGeom>
              <a:avLst/>
              <a:gdLst>
                <a:gd name="T0" fmla="*/ 0 w 15"/>
                <a:gd name="T1" fmla="*/ 1 h 27"/>
                <a:gd name="T2" fmla="*/ 22 w 15"/>
                <a:gd name="T3" fmla="*/ 27 h 27"/>
                <a:gd name="T4" fmla="*/ 18 w 15"/>
                <a:gd name="T5" fmla="*/ 4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0" y="1"/>
                  </a:moveTo>
                  <a:cubicBezTo>
                    <a:pt x="9" y="0"/>
                    <a:pt x="15" y="7"/>
                    <a:pt x="15" y="15"/>
                  </a:cubicBezTo>
                  <a:cubicBezTo>
                    <a:pt x="15" y="19"/>
                    <a:pt x="12" y="23"/>
                    <a:pt x="12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08" name="Freeform 2168">
              <a:extLst>
                <a:ext uri="{FF2B5EF4-FFF2-40B4-BE49-F238E27FC236}">
                  <a16:creationId xmlns:a16="http://schemas.microsoft.com/office/drawing/2014/main" id="{223FCEE8-ABC9-4900-B17B-5229C790F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3389"/>
              <a:ext cx="58" cy="51"/>
            </a:xfrm>
            <a:custGeom>
              <a:avLst/>
              <a:gdLst>
                <a:gd name="T0" fmla="*/ 39 w 51"/>
                <a:gd name="T1" fmla="*/ 0 h 41"/>
                <a:gd name="T2" fmla="*/ 40 w 51"/>
                <a:gd name="T3" fmla="*/ 71 h 41"/>
                <a:gd name="T4" fmla="*/ 13 w 51"/>
                <a:gd name="T5" fmla="*/ 65 h 41"/>
                <a:gd name="T6" fmla="*/ 1 w 51"/>
                <a:gd name="T7" fmla="*/ 6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1">
                  <a:moveTo>
                    <a:pt x="26" y="0"/>
                  </a:moveTo>
                  <a:cubicBezTo>
                    <a:pt x="27" y="7"/>
                    <a:pt x="51" y="41"/>
                    <a:pt x="27" y="37"/>
                  </a:cubicBezTo>
                  <a:cubicBezTo>
                    <a:pt x="21" y="36"/>
                    <a:pt x="16" y="34"/>
                    <a:pt x="9" y="34"/>
                  </a:cubicBezTo>
                  <a:cubicBezTo>
                    <a:pt x="6" y="34"/>
                    <a:pt x="0" y="36"/>
                    <a:pt x="1" y="3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09" name="Freeform 2169">
              <a:extLst>
                <a:ext uri="{FF2B5EF4-FFF2-40B4-BE49-F238E27FC236}">
                  <a16:creationId xmlns:a16="http://schemas.microsoft.com/office/drawing/2014/main" id="{4D9BA291-3FFA-4ACC-A056-FBFA6CED8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3361"/>
              <a:ext cx="71" cy="43"/>
            </a:xfrm>
            <a:custGeom>
              <a:avLst/>
              <a:gdLst>
                <a:gd name="T0" fmla="*/ 0 w 61"/>
                <a:gd name="T1" fmla="*/ 9 h 35"/>
                <a:gd name="T2" fmla="*/ 27 w 61"/>
                <a:gd name="T3" fmla="*/ 52 h 35"/>
                <a:gd name="T4" fmla="*/ 58 w 61"/>
                <a:gd name="T5" fmla="*/ 58 h 35"/>
                <a:gd name="T6" fmla="*/ 83 w 61"/>
                <a:gd name="T7" fmla="*/ 58 h 35"/>
                <a:gd name="T8" fmla="*/ 84 w 61"/>
                <a:gd name="T9" fmla="*/ 9 h 35"/>
                <a:gd name="T10" fmla="*/ 69 w 61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35">
                  <a:moveTo>
                    <a:pt x="0" y="5"/>
                  </a:moveTo>
                  <a:cubicBezTo>
                    <a:pt x="4" y="16"/>
                    <a:pt x="2" y="26"/>
                    <a:pt x="17" y="28"/>
                  </a:cubicBezTo>
                  <a:cubicBezTo>
                    <a:pt x="24" y="28"/>
                    <a:pt x="30" y="28"/>
                    <a:pt x="37" y="31"/>
                  </a:cubicBezTo>
                  <a:cubicBezTo>
                    <a:pt x="43" y="32"/>
                    <a:pt x="48" y="35"/>
                    <a:pt x="52" y="31"/>
                  </a:cubicBezTo>
                  <a:cubicBezTo>
                    <a:pt x="61" y="24"/>
                    <a:pt x="61" y="13"/>
                    <a:pt x="53" y="5"/>
                  </a:cubicBezTo>
                  <a:cubicBezTo>
                    <a:pt x="51" y="3"/>
                    <a:pt x="47" y="0"/>
                    <a:pt x="4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10" name="Freeform 2170">
              <a:extLst>
                <a:ext uri="{FF2B5EF4-FFF2-40B4-BE49-F238E27FC236}">
                  <a16:creationId xmlns:a16="http://schemas.microsoft.com/office/drawing/2014/main" id="{0A9BFDFF-402F-4929-AD07-37A0859A3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3413"/>
              <a:ext cx="66" cy="34"/>
            </a:xfrm>
            <a:custGeom>
              <a:avLst/>
              <a:gdLst>
                <a:gd name="T0" fmla="*/ 3 w 57"/>
                <a:gd name="T1" fmla="*/ 49 h 28"/>
                <a:gd name="T2" fmla="*/ 2 w 57"/>
                <a:gd name="T3" fmla="*/ 18 h 28"/>
                <a:gd name="T4" fmla="*/ 41 w 57"/>
                <a:gd name="T5" fmla="*/ 1 h 28"/>
                <a:gd name="T6" fmla="*/ 61 w 57"/>
                <a:gd name="T7" fmla="*/ 7 h 28"/>
                <a:gd name="T8" fmla="*/ 82 w 57"/>
                <a:gd name="T9" fmla="*/ 16 h 28"/>
                <a:gd name="T10" fmla="*/ 88 w 57"/>
                <a:gd name="T11" fmla="*/ 5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8">
                  <a:moveTo>
                    <a:pt x="3" y="27"/>
                  </a:moveTo>
                  <a:cubicBezTo>
                    <a:pt x="0" y="24"/>
                    <a:pt x="0" y="14"/>
                    <a:pt x="2" y="10"/>
                  </a:cubicBezTo>
                  <a:cubicBezTo>
                    <a:pt x="5" y="4"/>
                    <a:pt x="19" y="1"/>
                    <a:pt x="26" y="1"/>
                  </a:cubicBezTo>
                  <a:cubicBezTo>
                    <a:pt x="32" y="0"/>
                    <a:pt x="35" y="2"/>
                    <a:pt x="40" y="4"/>
                  </a:cubicBezTo>
                  <a:cubicBezTo>
                    <a:pt x="45" y="6"/>
                    <a:pt x="49" y="5"/>
                    <a:pt x="53" y="9"/>
                  </a:cubicBezTo>
                  <a:cubicBezTo>
                    <a:pt x="56" y="14"/>
                    <a:pt x="55" y="22"/>
                    <a:pt x="57" y="28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11" name="Freeform 2171">
              <a:extLst>
                <a:ext uri="{FF2B5EF4-FFF2-40B4-BE49-F238E27FC236}">
                  <a16:creationId xmlns:a16="http://schemas.microsoft.com/office/drawing/2014/main" id="{C012EA5E-DD33-4A76-9CDF-E0D55F7FE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61"/>
              <a:ext cx="59" cy="36"/>
            </a:xfrm>
            <a:custGeom>
              <a:avLst/>
              <a:gdLst>
                <a:gd name="T0" fmla="*/ 2 w 51"/>
                <a:gd name="T1" fmla="*/ 0 h 29"/>
                <a:gd name="T2" fmla="*/ 9 w 51"/>
                <a:gd name="T3" fmla="*/ 45 h 29"/>
                <a:gd name="T4" fmla="*/ 53 w 51"/>
                <a:gd name="T5" fmla="*/ 45 h 29"/>
                <a:gd name="T6" fmla="*/ 79 w 51"/>
                <a:gd name="T7" fmla="*/ 25 h 29"/>
                <a:gd name="T8" fmla="*/ 68 w 51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9">
                  <a:moveTo>
                    <a:pt x="2" y="0"/>
                  </a:moveTo>
                  <a:cubicBezTo>
                    <a:pt x="0" y="5"/>
                    <a:pt x="2" y="18"/>
                    <a:pt x="6" y="23"/>
                  </a:cubicBezTo>
                  <a:cubicBezTo>
                    <a:pt x="11" y="29"/>
                    <a:pt x="28" y="24"/>
                    <a:pt x="35" y="23"/>
                  </a:cubicBezTo>
                  <a:cubicBezTo>
                    <a:pt x="42" y="23"/>
                    <a:pt x="50" y="21"/>
                    <a:pt x="51" y="13"/>
                  </a:cubicBezTo>
                  <a:cubicBezTo>
                    <a:pt x="51" y="9"/>
                    <a:pt x="48" y="3"/>
                    <a:pt x="4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12" name="Freeform 2172">
              <a:extLst>
                <a:ext uri="{FF2B5EF4-FFF2-40B4-BE49-F238E27FC236}">
                  <a16:creationId xmlns:a16="http://schemas.microsoft.com/office/drawing/2014/main" id="{65E2E6EA-1229-461D-9E32-78F761DBC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3391"/>
              <a:ext cx="6" cy="12"/>
            </a:xfrm>
            <a:custGeom>
              <a:avLst/>
              <a:gdLst>
                <a:gd name="T0" fmla="*/ 8 w 5"/>
                <a:gd name="T1" fmla="*/ 0 h 10"/>
                <a:gd name="T2" fmla="*/ 0 w 5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1" y="3"/>
                    <a:pt x="2" y="6"/>
                    <a:pt x="0" y="1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13" name="Freeform 2173">
              <a:extLst>
                <a:ext uri="{FF2B5EF4-FFF2-40B4-BE49-F238E27FC236}">
                  <a16:creationId xmlns:a16="http://schemas.microsoft.com/office/drawing/2014/main" id="{29C01951-FC7F-4F0D-953C-6F6A2FFB3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3394"/>
              <a:ext cx="9" cy="33"/>
            </a:xfrm>
            <a:custGeom>
              <a:avLst/>
              <a:gdLst>
                <a:gd name="T0" fmla="*/ 1 w 7"/>
                <a:gd name="T1" fmla="*/ 1 h 27"/>
                <a:gd name="T2" fmla="*/ 13 w 7"/>
                <a:gd name="T3" fmla="*/ 27 h 27"/>
                <a:gd name="T4" fmla="*/ 0 w 7"/>
                <a:gd name="T5" fmla="*/ 4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7">
                  <a:moveTo>
                    <a:pt x="1" y="1"/>
                  </a:moveTo>
                  <a:cubicBezTo>
                    <a:pt x="7" y="0"/>
                    <a:pt x="6" y="11"/>
                    <a:pt x="6" y="15"/>
                  </a:cubicBezTo>
                  <a:cubicBezTo>
                    <a:pt x="6" y="18"/>
                    <a:pt x="4" y="27"/>
                    <a:pt x="0" y="2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14" name="Freeform 2174">
              <a:extLst>
                <a:ext uri="{FF2B5EF4-FFF2-40B4-BE49-F238E27FC236}">
                  <a16:creationId xmlns:a16="http://schemas.microsoft.com/office/drawing/2014/main" id="{AC77C2F1-1D37-4291-A534-41337E49E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3384"/>
              <a:ext cx="64" cy="37"/>
            </a:xfrm>
            <a:custGeom>
              <a:avLst/>
              <a:gdLst>
                <a:gd name="T0" fmla="*/ 74 w 55"/>
                <a:gd name="T1" fmla="*/ 0 h 30"/>
                <a:gd name="T2" fmla="*/ 85 w 55"/>
                <a:gd name="T3" fmla="*/ 11 h 30"/>
                <a:gd name="T4" fmla="*/ 84 w 55"/>
                <a:gd name="T5" fmla="*/ 39 h 30"/>
                <a:gd name="T6" fmla="*/ 76 w 55"/>
                <a:gd name="T7" fmla="*/ 48 h 30"/>
                <a:gd name="T8" fmla="*/ 51 w 55"/>
                <a:gd name="T9" fmla="*/ 54 h 30"/>
                <a:gd name="T10" fmla="*/ 19 w 55"/>
                <a:gd name="T11" fmla="*/ 54 h 30"/>
                <a:gd name="T12" fmla="*/ 0 w 55"/>
                <a:gd name="T13" fmla="*/ 5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0">
                  <a:moveTo>
                    <a:pt x="47" y="0"/>
                  </a:moveTo>
                  <a:cubicBezTo>
                    <a:pt x="49" y="2"/>
                    <a:pt x="52" y="2"/>
                    <a:pt x="54" y="6"/>
                  </a:cubicBezTo>
                  <a:cubicBezTo>
                    <a:pt x="55" y="9"/>
                    <a:pt x="53" y="17"/>
                    <a:pt x="53" y="21"/>
                  </a:cubicBezTo>
                  <a:cubicBezTo>
                    <a:pt x="52" y="25"/>
                    <a:pt x="53" y="24"/>
                    <a:pt x="48" y="26"/>
                  </a:cubicBezTo>
                  <a:cubicBezTo>
                    <a:pt x="43" y="28"/>
                    <a:pt x="38" y="29"/>
                    <a:pt x="33" y="29"/>
                  </a:cubicBezTo>
                  <a:cubicBezTo>
                    <a:pt x="26" y="29"/>
                    <a:pt x="19" y="29"/>
                    <a:pt x="12" y="29"/>
                  </a:cubicBezTo>
                  <a:cubicBezTo>
                    <a:pt x="8" y="29"/>
                    <a:pt x="2" y="30"/>
                    <a:pt x="0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15" name="Freeform 2175">
              <a:extLst>
                <a:ext uri="{FF2B5EF4-FFF2-40B4-BE49-F238E27FC236}">
                  <a16:creationId xmlns:a16="http://schemas.microsoft.com/office/drawing/2014/main" id="{60468448-6812-4536-A958-3F534E99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391"/>
              <a:ext cx="6" cy="7"/>
            </a:xfrm>
            <a:custGeom>
              <a:avLst/>
              <a:gdLst>
                <a:gd name="T0" fmla="*/ 8 w 5"/>
                <a:gd name="T1" fmla="*/ 0 h 6"/>
                <a:gd name="T2" fmla="*/ 0 w 5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16" name="Freeform 2176">
              <a:extLst>
                <a:ext uri="{FF2B5EF4-FFF2-40B4-BE49-F238E27FC236}">
                  <a16:creationId xmlns:a16="http://schemas.microsoft.com/office/drawing/2014/main" id="{EE111A14-6630-4CE4-89E3-9C148598F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3415"/>
              <a:ext cx="10" cy="33"/>
            </a:xfrm>
            <a:custGeom>
              <a:avLst/>
              <a:gdLst>
                <a:gd name="T0" fmla="*/ 0 w 8"/>
                <a:gd name="T1" fmla="*/ 2 h 27"/>
                <a:gd name="T2" fmla="*/ 10 w 8"/>
                <a:gd name="T3" fmla="*/ 7 h 27"/>
                <a:gd name="T4" fmla="*/ 14 w 8"/>
                <a:gd name="T5" fmla="*/ 27 h 27"/>
                <a:gd name="T6" fmla="*/ 8 w 8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7">
                  <a:moveTo>
                    <a:pt x="0" y="2"/>
                  </a:moveTo>
                  <a:cubicBezTo>
                    <a:pt x="1" y="0"/>
                    <a:pt x="3" y="2"/>
                    <a:pt x="5" y="4"/>
                  </a:cubicBezTo>
                  <a:cubicBezTo>
                    <a:pt x="8" y="7"/>
                    <a:pt x="7" y="11"/>
                    <a:pt x="7" y="15"/>
                  </a:cubicBezTo>
                  <a:cubicBezTo>
                    <a:pt x="6" y="19"/>
                    <a:pt x="8" y="25"/>
                    <a:pt x="4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17" name="Freeform 2177">
              <a:extLst>
                <a:ext uri="{FF2B5EF4-FFF2-40B4-BE49-F238E27FC236}">
                  <a16:creationId xmlns:a16="http://schemas.microsoft.com/office/drawing/2014/main" id="{74EE4789-8386-4817-9DF9-6B8C81860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362"/>
              <a:ext cx="69" cy="35"/>
            </a:xfrm>
            <a:custGeom>
              <a:avLst/>
              <a:gdLst>
                <a:gd name="T0" fmla="*/ 0 w 60"/>
                <a:gd name="T1" fmla="*/ 45 h 28"/>
                <a:gd name="T2" fmla="*/ 17 w 60"/>
                <a:gd name="T3" fmla="*/ 55 h 28"/>
                <a:gd name="T4" fmla="*/ 43 w 60"/>
                <a:gd name="T5" fmla="*/ 48 h 28"/>
                <a:gd name="T6" fmla="*/ 85 w 60"/>
                <a:gd name="T7" fmla="*/ 44 h 28"/>
                <a:gd name="T8" fmla="*/ 87 w 60"/>
                <a:gd name="T9" fmla="*/ 13 h 28"/>
                <a:gd name="T10" fmla="*/ 76 w 60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28">
                  <a:moveTo>
                    <a:pt x="0" y="23"/>
                  </a:moveTo>
                  <a:cubicBezTo>
                    <a:pt x="3" y="26"/>
                    <a:pt x="6" y="28"/>
                    <a:pt x="11" y="28"/>
                  </a:cubicBezTo>
                  <a:cubicBezTo>
                    <a:pt x="17" y="28"/>
                    <a:pt x="22" y="24"/>
                    <a:pt x="28" y="24"/>
                  </a:cubicBezTo>
                  <a:cubicBezTo>
                    <a:pt x="34" y="23"/>
                    <a:pt x="51" y="27"/>
                    <a:pt x="56" y="22"/>
                  </a:cubicBezTo>
                  <a:cubicBezTo>
                    <a:pt x="60" y="19"/>
                    <a:pt x="58" y="10"/>
                    <a:pt x="57" y="6"/>
                  </a:cubicBezTo>
                  <a:cubicBezTo>
                    <a:pt x="55" y="1"/>
                    <a:pt x="54" y="0"/>
                    <a:pt x="50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18" name="Freeform 2178">
              <a:extLst>
                <a:ext uri="{FF2B5EF4-FFF2-40B4-BE49-F238E27FC236}">
                  <a16:creationId xmlns:a16="http://schemas.microsoft.com/office/drawing/2014/main" id="{4289E54A-A27D-434F-B685-1C1E40355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3415"/>
              <a:ext cx="62" cy="33"/>
            </a:xfrm>
            <a:custGeom>
              <a:avLst/>
              <a:gdLst>
                <a:gd name="T0" fmla="*/ 0 w 54"/>
                <a:gd name="T1" fmla="*/ 16 h 27"/>
                <a:gd name="T2" fmla="*/ 32 w 54"/>
                <a:gd name="T3" fmla="*/ 1 h 27"/>
                <a:gd name="T4" fmla="*/ 69 w 54"/>
                <a:gd name="T5" fmla="*/ 11 h 27"/>
                <a:gd name="T6" fmla="*/ 75 w 54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7">
                  <a:moveTo>
                    <a:pt x="0" y="9"/>
                  </a:moveTo>
                  <a:cubicBezTo>
                    <a:pt x="1" y="3"/>
                    <a:pt x="16" y="2"/>
                    <a:pt x="21" y="1"/>
                  </a:cubicBezTo>
                  <a:cubicBezTo>
                    <a:pt x="28" y="0"/>
                    <a:pt x="39" y="2"/>
                    <a:pt x="45" y="6"/>
                  </a:cubicBezTo>
                  <a:cubicBezTo>
                    <a:pt x="51" y="9"/>
                    <a:pt x="54" y="21"/>
                    <a:pt x="50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19" name="Freeform 2179">
              <a:extLst>
                <a:ext uri="{FF2B5EF4-FFF2-40B4-BE49-F238E27FC236}">
                  <a16:creationId xmlns:a16="http://schemas.microsoft.com/office/drawing/2014/main" id="{D606A9C7-EF74-4901-B07E-077A13A64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3387"/>
              <a:ext cx="15" cy="44"/>
            </a:xfrm>
            <a:custGeom>
              <a:avLst/>
              <a:gdLst>
                <a:gd name="T0" fmla="*/ 9 w 13"/>
                <a:gd name="T1" fmla="*/ 0 h 36"/>
                <a:gd name="T2" fmla="*/ 12 w 13"/>
                <a:gd name="T3" fmla="*/ 42 h 36"/>
                <a:gd name="T4" fmla="*/ 0 w 13"/>
                <a:gd name="T5" fmla="*/ 6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6">
                  <a:moveTo>
                    <a:pt x="6" y="0"/>
                  </a:moveTo>
                  <a:cubicBezTo>
                    <a:pt x="13" y="3"/>
                    <a:pt x="9" y="17"/>
                    <a:pt x="8" y="23"/>
                  </a:cubicBezTo>
                  <a:cubicBezTo>
                    <a:pt x="8" y="29"/>
                    <a:pt x="7" y="36"/>
                    <a:pt x="0" y="3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20" name="Freeform 2180">
              <a:extLst>
                <a:ext uri="{FF2B5EF4-FFF2-40B4-BE49-F238E27FC236}">
                  <a16:creationId xmlns:a16="http://schemas.microsoft.com/office/drawing/2014/main" id="{27750FA6-78A6-44E7-9312-39768DFEA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398"/>
              <a:ext cx="59" cy="49"/>
            </a:xfrm>
            <a:custGeom>
              <a:avLst/>
              <a:gdLst>
                <a:gd name="T0" fmla="*/ 67 w 51"/>
                <a:gd name="T1" fmla="*/ 74 h 40"/>
                <a:gd name="T2" fmla="*/ 75 w 51"/>
                <a:gd name="T3" fmla="*/ 42 h 40"/>
                <a:gd name="T4" fmla="*/ 69 w 51"/>
                <a:gd name="T5" fmla="*/ 9 h 40"/>
                <a:gd name="T6" fmla="*/ 40 w 51"/>
                <a:gd name="T7" fmla="*/ 13 h 40"/>
                <a:gd name="T8" fmla="*/ 14 w 51"/>
                <a:gd name="T9" fmla="*/ 9 h 40"/>
                <a:gd name="T10" fmla="*/ 0 w 51"/>
                <a:gd name="T11" fmla="*/ 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0">
                  <a:moveTo>
                    <a:pt x="43" y="40"/>
                  </a:moveTo>
                  <a:cubicBezTo>
                    <a:pt x="51" y="39"/>
                    <a:pt x="48" y="30"/>
                    <a:pt x="48" y="23"/>
                  </a:cubicBezTo>
                  <a:cubicBezTo>
                    <a:pt x="48" y="18"/>
                    <a:pt x="49" y="10"/>
                    <a:pt x="45" y="5"/>
                  </a:cubicBezTo>
                  <a:cubicBezTo>
                    <a:pt x="41" y="0"/>
                    <a:pt x="32" y="6"/>
                    <a:pt x="26" y="7"/>
                  </a:cubicBezTo>
                  <a:cubicBezTo>
                    <a:pt x="20" y="7"/>
                    <a:pt x="15" y="6"/>
                    <a:pt x="9" y="5"/>
                  </a:cubicBezTo>
                  <a:cubicBezTo>
                    <a:pt x="7" y="4"/>
                    <a:pt x="1" y="5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21" name="Freeform 2181">
              <a:extLst>
                <a:ext uri="{FF2B5EF4-FFF2-40B4-BE49-F238E27FC236}">
                  <a16:creationId xmlns:a16="http://schemas.microsoft.com/office/drawing/2014/main" id="{C46BD006-D09C-4588-95EA-57CDF1CF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3362"/>
              <a:ext cx="12" cy="42"/>
            </a:xfrm>
            <a:custGeom>
              <a:avLst/>
              <a:gdLst>
                <a:gd name="T0" fmla="*/ 11 w 11"/>
                <a:gd name="T1" fmla="*/ 0 h 34"/>
                <a:gd name="T2" fmla="*/ 5 w 11"/>
                <a:gd name="T3" fmla="*/ 47 h 34"/>
                <a:gd name="T4" fmla="*/ 0 w 11"/>
                <a:gd name="T5" fmla="*/ 6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4">
                  <a:moveTo>
                    <a:pt x="8" y="0"/>
                  </a:moveTo>
                  <a:cubicBezTo>
                    <a:pt x="9" y="9"/>
                    <a:pt x="11" y="18"/>
                    <a:pt x="5" y="25"/>
                  </a:cubicBezTo>
                  <a:cubicBezTo>
                    <a:pt x="3" y="28"/>
                    <a:pt x="0" y="29"/>
                    <a:pt x="0" y="3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22" name="Freeform 2182">
              <a:extLst>
                <a:ext uri="{FF2B5EF4-FFF2-40B4-BE49-F238E27FC236}">
                  <a16:creationId xmlns:a16="http://schemas.microsoft.com/office/drawing/2014/main" id="{B1AE9145-FA7F-42E1-A8B8-FD760419E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3377"/>
              <a:ext cx="25" cy="20"/>
            </a:xfrm>
            <a:custGeom>
              <a:avLst/>
              <a:gdLst>
                <a:gd name="T0" fmla="*/ 2 w 22"/>
                <a:gd name="T1" fmla="*/ 0 h 16"/>
                <a:gd name="T2" fmla="*/ 0 w 22"/>
                <a:gd name="T3" fmla="*/ 20 h 16"/>
                <a:gd name="T4" fmla="*/ 13 w 22"/>
                <a:gd name="T5" fmla="*/ 30 h 16"/>
                <a:gd name="T6" fmla="*/ 26 w 22"/>
                <a:gd name="T7" fmla="*/ 30 h 16"/>
                <a:gd name="T8" fmla="*/ 32 w 22"/>
                <a:gd name="T9" fmla="*/ 2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6">
                  <a:moveTo>
                    <a:pt x="2" y="0"/>
                  </a:moveTo>
                  <a:cubicBezTo>
                    <a:pt x="0" y="2"/>
                    <a:pt x="0" y="8"/>
                    <a:pt x="0" y="10"/>
                  </a:cubicBezTo>
                  <a:cubicBezTo>
                    <a:pt x="1" y="15"/>
                    <a:pt x="5" y="15"/>
                    <a:pt x="9" y="15"/>
                  </a:cubicBezTo>
                  <a:cubicBezTo>
                    <a:pt x="11" y="14"/>
                    <a:pt x="15" y="16"/>
                    <a:pt x="18" y="15"/>
                  </a:cubicBezTo>
                  <a:cubicBezTo>
                    <a:pt x="19" y="15"/>
                    <a:pt x="20" y="14"/>
                    <a:pt x="22" y="1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23" name="Freeform 2183">
              <a:extLst>
                <a:ext uri="{FF2B5EF4-FFF2-40B4-BE49-F238E27FC236}">
                  <a16:creationId xmlns:a16="http://schemas.microsoft.com/office/drawing/2014/main" id="{679AB90B-31DE-4131-BB17-7E29CDF4E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3392"/>
              <a:ext cx="16" cy="16"/>
            </a:xfrm>
            <a:custGeom>
              <a:avLst/>
              <a:gdLst>
                <a:gd name="T0" fmla="*/ 21 w 14"/>
                <a:gd name="T1" fmla="*/ 7 h 13"/>
                <a:gd name="T2" fmla="*/ 2 w 14"/>
                <a:gd name="T3" fmla="*/ 2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4"/>
                  </a:moveTo>
                  <a:cubicBezTo>
                    <a:pt x="10" y="0"/>
                    <a:pt x="0" y="8"/>
                    <a:pt x="2" y="1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24" name="Oval 2184">
              <a:extLst>
                <a:ext uri="{FF2B5EF4-FFF2-40B4-BE49-F238E27FC236}">
                  <a16:creationId xmlns:a16="http://schemas.microsoft.com/office/drawing/2014/main" id="{5CE38BBB-CE97-42C3-A466-3A4330C76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2564"/>
              <a:ext cx="27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25" name="Oval 2185">
              <a:extLst>
                <a:ext uri="{FF2B5EF4-FFF2-40B4-BE49-F238E27FC236}">
                  <a16:creationId xmlns:a16="http://schemas.microsoft.com/office/drawing/2014/main" id="{C0B2BBAA-40CE-4B0E-BD11-9637C662D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" y="3490"/>
              <a:ext cx="26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26" name="Oval 2186">
              <a:extLst>
                <a:ext uri="{FF2B5EF4-FFF2-40B4-BE49-F238E27FC236}">
                  <a16:creationId xmlns:a16="http://schemas.microsoft.com/office/drawing/2014/main" id="{D4A36FEE-0F4C-4203-995E-1286D088E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3507"/>
              <a:ext cx="26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27" name="Oval 2187">
              <a:extLst>
                <a:ext uri="{FF2B5EF4-FFF2-40B4-BE49-F238E27FC236}">
                  <a16:creationId xmlns:a16="http://schemas.microsoft.com/office/drawing/2014/main" id="{0DE44B0A-968C-47B9-9649-FE1205D0F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" y="3470"/>
              <a:ext cx="27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28" name="Oval 2188">
              <a:extLst>
                <a:ext uri="{FF2B5EF4-FFF2-40B4-BE49-F238E27FC236}">
                  <a16:creationId xmlns:a16="http://schemas.microsoft.com/office/drawing/2014/main" id="{4A94357E-D1F2-4CC0-B8E7-A5CF813D2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3491"/>
              <a:ext cx="27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29" name="Oval 2189">
              <a:extLst>
                <a:ext uri="{FF2B5EF4-FFF2-40B4-BE49-F238E27FC236}">
                  <a16:creationId xmlns:a16="http://schemas.microsoft.com/office/drawing/2014/main" id="{1213EEB0-B891-408B-B4AB-111E4C598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" y="3481"/>
              <a:ext cx="26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30" name="Oval 2190">
              <a:extLst>
                <a:ext uri="{FF2B5EF4-FFF2-40B4-BE49-F238E27FC236}">
                  <a16:creationId xmlns:a16="http://schemas.microsoft.com/office/drawing/2014/main" id="{B4316B11-0456-440C-99BA-347A024A1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" y="3457"/>
              <a:ext cx="27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31" name="Oval 2191">
              <a:extLst>
                <a:ext uri="{FF2B5EF4-FFF2-40B4-BE49-F238E27FC236}">
                  <a16:creationId xmlns:a16="http://schemas.microsoft.com/office/drawing/2014/main" id="{F2D6B9B8-B689-4708-AE67-3CD219906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475"/>
              <a:ext cx="27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32" name="Oval 2192">
              <a:extLst>
                <a:ext uri="{FF2B5EF4-FFF2-40B4-BE49-F238E27FC236}">
                  <a16:creationId xmlns:a16="http://schemas.microsoft.com/office/drawing/2014/main" id="{A363E960-6584-4F04-95D4-48AA5B36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" y="3499"/>
              <a:ext cx="27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33" name="Oval 2193">
              <a:extLst>
                <a:ext uri="{FF2B5EF4-FFF2-40B4-BE49-F238E27FC236}">
                  <a16:creationId xmlns:a16="http://schemas.microsoft.com/office/drawing/2014/main" id="{397F43CA-D7F1-463D-81DB-3035679AA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" y="3473"/>
              <a:ext cx="27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34" name="Oval 2194">
              <a:extLst>
                <a:ext uri="{FF2B5EF4-FFF2-40B4-BE49-F238E27FC236}">
                  <a16:creationId xmlns:a16="http://schemas.microsoft.com/office/drawing/2014/main" id="{A3C5C409-5A3B-4D7B-8DED-0FDB82073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3459"/>
              <a:ext cx="26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35" name="Oval 2195">
              <a:extLst>
                <a:ext uri="{FF2B5EF4-FFF2-40B4-BE49-F238E27FC236}">
                  <a16:creationId xmlns:a16="http://schemas.microsoft.com/office/drawing/2014/main" id="{BD5AD886-AEB3-407C-9A69-457A15E3B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7" y="3494"/>
              <a:ext cx="26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36" name="Freeform 2196">
              <a:extLst>
                <a:ext uri="{FF2B5EF4-FFF2-40B4-BE49-F238E27FC236}">
                  <a16:creationId xmlns:a16="http://schemas.microsoft.com/office/drawing/2014/main" id="{AADF33F0-4904-4603-A977-DDB40E3CC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3454"/>
              <a:ext cx="27" cy="16"/>
            </a:xfrm>
            <a:custGeom>
              <a:avLst/>
              <a:gdLst>
                <a:gd name="T0" fmla="*/ 33 w 24"/>
                <a:gd name="T1" fmla="*/ 7 h 13"/>
                <a:gd name="T2" fmla="*/ 19 w 24"/>
                <a:gd name="T3" fmla="*/ 22 h 13"/>
                <a:gd name="T4" fmla="*/ 1 w 24"/>
                <a:gd name="T5" fmla="*/ 17 h 13"/>
                <a:gd name="T6" fmla="*/ 16 w 24"/>
                <a:gd name="T7" fmla="*/ 2 h 13"/>
                <a:gd name="T8" fmla="*/ 33 w 24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3">
                  <a:moveTo>
                    <a:pt x="23" y="4"/>
                  </a:moveTo>
                  <a:cubicBezTo>
                    <a:pt x="24" y="7"/>
                    <a:pt x="20" y="10"/>
                    <a:pt x="13" y="12"/>
                  </a:cubicBezTo>
                  <a:cubicBezTo>
                    <a:pt x="7" y="13"/>
                    <a:pt x="2" y="12"/>
                    <a:pt x="1" y="9"/>
                  </a:cubicBezTo>
                  <a:cubicBezTo>
                    <a:pt x="0" y="7"/>
                    <a:pt x="5" y="3"/>
                    <a:pt x="11" y="2"/>
                  </a:cubicBezTo>
                  <a:cubicBezTo>
                    <a:pt x="17" y="0"/>
                    <a:pt x="23" y="1"/>
                    <a:pt x="23" y="4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37" name="Freeform 2197">
              <a:extLst>
                <a:ext uri="{FF2B5EF4-FFF2-40B4-BE49-F238E27FC236}">
                  <a16:creationId xmlns:a16="http://schemas.microsoft.com/office/drawing/2014/main" id="{3ACFA090-F964-4BC3-B5CB-F5AC49857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342"/>
              <a:ext cx="24" cy="24"/>
            </a:xfrm>
            <a:custGeom>
              <a:avLst/>
              <a:gdLst>
                <a:gd name="T0" fmla="*/ 29 w 21"/>
                <a:gd name="T1" fmla="*/ 2 h 20"/>
                <a:gd name="T2" fmla="*/ 21 w 21"/>
                <a:gd name="T3" fmla="*/ 24 h 20"/>
                <a:gd name="T4" fmla="*/ 2 w 21"/>
                <a:gd name="T5" fmla="*/ 29 h 20"/>
                <a:gd name="T6" fmla="*/ 10 w 21"/>
                <a:gd name="T7" fmla="*/ 10 h 20"/>
                <a:gd name="T8" fmla="*/ 29 w 21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19" y="2"/>
                  </a:moveTo>
                  <a:cubicBezTo>
                    <a:pt x="21" y="5"/>
                    <a:pt x="19" y="10"/>
                    <a:pt x="14" y="14"/>
                  </a:cubicBezTo>
                  <a:cubicBezTo>
                    <a:pt x="9" y="18"/>
                    <a:pt x="4" y="20"/>
                    <a:pt x="2" y="17"/>
                  </a:cubicBezTo>
                  <a:cubicBezTo>
                    <a:pt x="0" y="15"/>
                    <a:pt x="2" y="10"/>
                    <a:pt x="7" y="6"/>
                  </a:cubicBezTo>
                  <a:cubicBezTo>
                    <a:pt x="12" y="2"/>
                    <a:pt x="17" y="0"/>
                    <a:pt x="19" y="2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38" name="Freeform 2198">
              <a:extLst>
                <a:ext uri="{FF2B5EF4-FFF2-40B4-BE49-F238E27FC236}">
                  <a16:creationId xmlns:a16="http://schemas.microsoft.com/office/drawing/2014/main" id="{537376DC-7260-459F-A367-98C276672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151"/>
              <a:ext cx="17" cy="29"/>
            </a:xfrm>
            <a:custGeom>
              <a:avLst/>
              <a:gdLst>
                <a:gd name="T0" fmla="*/ 19 w 15"/>
                <a:gd name="T1" fmla="*/ 1 h 23"/>
                <a:gd name="T2" fmla="*/ 18 w 15"/>
                <a:gd name="T3" fmla="*/ 29 h 23"/>
                <a:gd name="T4" fmla="*/ 3 w 15"/>
                <a:gd name="T5" fmla="*/ 44 h 23"/>
                <a:gd name="T6" fmla="*/ 3 w 15"/>
                <a:gd name="T7" fmla="*/ 18 h 23"/>
                <a:gd name="T8" fmla="*/ 19 w 15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13" y="1"/>
                  </a:moveTo>
                  <a:cubicBezTo>
                    <a:pt x="15" y="3"/>
                    <a:pt x="15" y="8"/>
                    <a:pt x="12" y="14"/>
                  </a:cubicBezTo>
                  <a:cubicBezTo>
                    <a:pt x="10" y="20"/>
                    <a:pt x="5" y="23"/>
                    <a:pt x="3" y="22"/>
                  </a:cubicBezTo>
                  <a:cubicBezTo>
                    <a:pt x="0" y="21"/>
                    <a:pt x="0" y="15"/>
                    <a:pt x="3" y="9"/>
                  </a:cubicBezTo>
                  <a:cubicBezTo>
                    <a:pt x="6" y="4"/>
                    <a:pt x="10" y="0"/>
                    <a:pt x="13" y="1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39" name="Freeform 2199">
              <a:extLst>
                <a:ext uri="{FF2B5EF4-FFF2-40B4-BE49-F238E27FC236}">
                  <a16:creationId xmlns:a16="http://schemas.microsoft.com/office/drawing/2014/main" id="{81F4867A-21DE-46FD-BE79-44456601D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840"/>
              <a:ext cx="18" cy="28"/>
            </a:xfrm>
            <a:custGeom>
              <a:avLst/>
              <a:gdLst>
                <a:gd name="T0" fmla="*/ 20 w 16"/>
                <a:gd name="T1" fmla="*/ 40 h 23"/>
                <a:gd name="T2" fmla="*/ 7 w 16"/>
                <a:gd name="T3" fmla="*/ 26 h 23"/>
                <a:gd name="T4" fmla="*/ 3 w 16"/>
                <a:gd name="T5" fmla="*/ 2 h 23"/>
                <a:gd name="T6" fmla="*/ 19 w 16"/>
                <a:gd name="T7" fmla="*/ 16 h 23"/>
                <a:gd name="T8" fmla="*/ 20 w 16"/>
                <a:gd name="T9" fmla="*/ 4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4" y="22"/>
                  </a:moveTo>
                  <a:cubicBezTo>
                    <a:pt x="11" y="23"/>
                    <a:pt x="7" y="20"/>
                    <a:pt x="4" y="14"/>
                  </a:cubicBezTo>
                  <a:cubicBezTo>
                    <a:pt x="0" y="9"/>
                    <a:pt x="0" y="3"/>
                    <a:pt x="3" y="2"/>
                  </a:cubicBezTo>
                  <a:cubicBezTo>
                    <a:pt x="5" y="0"/>
                    <a:pt x="10" y="3"/>
                    <a:pt x="13" y="9"/>
                  </a:cubicBezTo>
                  <a:cubicBezTo>
                    <a:pt x="16" y="15"/>
                    <a:pt x="16" y="20"/>
                    <a:pt x="14" y="22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40" name="Freeform 2200">
              <a:extLst>
                <a:ext uri="{FF2B5EF4-FFF2-40B4-BE49-F238E27FC236}">
                  <a16:creationId xmlns:a16="http://schemas.microsoft.com/office/drawing/2014/main" id="{FEE5B590-1499-47B9-9C83-13A714AE7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706"/>
              <a:ext cx="18" cy="28"/>
            </a:xfrm>
            <a:custGeom>
              <a:avLst/>
              <a:gdLst>
                <a:gd name="T0" fmla="*/ 20 w 16"/>
                <a:gd name="T1" fmla="*/ 40 h 23"/>
                <a:gd name="T2" fmla="*/ 7 w 16"/>
                <a:gd name="T3" fmla="*/ 26 h 23"/>
                <a:gd name="T4" fmla="*/ 3 w 16"/>
                <a:gd name="T5" fmla="*/ 2 h 23"/>
                <a:gd name="T6" fmla="*/ 19 w 16"/>
                <a:gd name="T7" fmla="*/ 16 h 23"/>
                <a:gd name="T8" fmla="*/ 20 w 16"/>
                <a:gd name="T9" fmla="*/ 4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4" y="22"/>
                  </a:moveTo>
                  <a:cubicBezTo>
                    <a:pt x="11" y="23"/>
                    <a:pt x="7" y="20"/>
                    <a:pt x="4" y="14"/>
                  </a:cubicBezTo>
                  <a:cubicBezTo>
                    <a:pt x="1" y="9"/>
                    <a:pt x="0" y="3"/>
                    <a:pt x="3" y="2"/>
                  </a:cubicBezTo>
                  <a:cubicBezTo>
                    <a:pt x="5" y="0"/>
                    <a:pt x="10" y="4"/>
                    <a:pt x="13" y="9"/>
                  </a:cubicBezTo>
                  <a:cubicBezTo>
                    <a:pt x="16" y="15"/>
                    <a:pt x="16" y="20"/>
                    <a:pt x="14" y="22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41" name="Freeform 2201">
              <a:extLst>
                <a:ext uri="{FF2B5EF4-FFF2-40B4-BE49-F238E27FC236}">
                  <a16:creationId xmlns:a16="http://schemas.microsoft.com/office/drawing/2014/main" id="{79D84994-1347-4F67-94E1-742BED0B1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99"/>
              <a:ext cx="18" cy="28"/>
            </a:xfrm>
            <a:custGeom>
              <a:avLst/>
              <a:gdLst>
                <a:gd name="T0" fmla="*/ 19 w 16"/>
                <a:gd name="T1" fmla="*/ 39 h 23"/>
                <a:gd name="T2" fmla="*/ 3 w 16"/>
                <a:gd name="T3" fmla="*/ 26 h 23"/>
                <a:gd name="T4" fmla="*/ 2 w 16"/>
                <a:gd name="T5" fmla="*/ 1 h 23"/>
                <a:gd name="T6" fmla="*/ 18 w 16"/>
                <a:gd name="T7" fmla="*/ 16 h 23"/>
                <a:gd name="T8" fmla="*/ 19 w 16"/>
                <a:gd name="T9" fmla="*/ 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3" y="21"/>
                  </a:moveTo>
                  <a:cubicBezTo>
                    <a:pt x="11" y="23"/>
                    <a:pt x="6" y="19"/>
                    <a:pt x="3" y="14"/>
                  </a:cubicBezTo>
                  <a:cubicBezTo>
                    <a:pt x="0" y="8"/>
                    <a:pt x="0" y="3"/>
                    <a:pt x="2" y="1"/>
                  </a:cubicBezTo>
                  <a:cubicBezTo>
                    <a:pt x="5" y="0"/>
                    <a:pt x="9" y="3"/>
                    <a:pt x="12" y="9"/>
                  </a:cubicBezTo>
                  <a:cubicBezTo>
                    <a:pt x="15" y="14"/>
                    <a:pt x="16" y="20"/>
                    <a:pt x="13" y="21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42" name="Oval 2202">
              <a:extLst>
                <a:ext uri="{FF2B5EF4-FFF2-40B4-BE49-F238E27FC236}">
                  <a16:creationId xmlns:a16="http://schemas.microsoft.com/office/drawing/2014/main" id="{22A1D771-6450-46EC-87F6-3413844A6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" y="2589"/>
              <a:ext cx="27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43" name="Oval 2203">
              <a:extLst>
                <a:ext uri="{FF2B5EF4-FFF2-40B4-BE49-F238E27FC236}">
                  <a16:creationId xmlns:a16="http://schemas.microsoft.com/office/drawing/2014/main" id="{7DEF206D-7A59-49CB-B5CA-19A911384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" y="2561"/>
              <a:ext cx="26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44" name="Oval 2204">
              <a:extLst>
                <a:ext uri="{FF2B5EF4-FFF2-40B4-BE49-F238E27FC236}">
                  <a16:creationId xmlns:a16="http://schemas.microsoft.com/office/drawing/2014/main" id="{F81B1500-D241-4D05-96A9-393DEEA27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" y="2598"/>
              <a:ext cx="26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45" name="Oval 2205">
              <a:extLst>
                <a:ext uri="{FF2B5EF4-FFF2-40B4-BE49-F238E27FC236}">
                  <a16:creationId xmlns:a16="http://schemas.microsoft.com/office/drawing/2014/main" id="{B9A96DF2-430A-43F7-ABA0-82D2DA348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3" y="2558"/>
              <a:ext cx="26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46" name="Oval 2206">
              <a:extLst>
                <a:ext uri="{FF2B5EF4-FFF2-40B4-BE49-F238E27FC236}">
                  <a16:creationId xmlns:a16="http://schemas.microsoft.com/office/drawing/2014/main" id="{E2FE41C9-1BD7-48A7-8D62-257F318D9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3" y="2599"/>
              <a:ext cx="26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47" name="Oval 2207">
              <a:extLst>
                <a:ext uri="{FF2B5EF4-FFF2-40B4-BE49-F238E27FC236}">
                  <a16:creationId xmlns:a16="http://schemas.microsoft.com/office/drawing/2014/main" id="{E9C141E6-3D27-40FB-A21A-896D35E43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2573"/>
              <a:ext cx="26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48" name="Oval 2208">
              <a:extLst>
                <a:ext uri="{FF2B5EF4-FFF2-40B4-BE49-F238E27FC236}">
                  <a16:creationId xmlns:a16="http://schemas.microsoft.com/office/drawing/2014/main" id="{3736B6E1-8BBF-46F2-B002-51ED29369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" y="2594"/>
              <a:ext cx="27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49" name="Oval 2209">
              <a:extLst>
                <a:ext uri="{FF2B5EF4-FFF2-40B4-BE49-F238E27FC236}">
                  <a16:creationId xmlns:a16="http://schemas.microsoft.com/office/drawing/2014/main" id="{2581D11E-9259-40F1-9DA2-66FBD96E2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" y="2554"/>
              <a:ext cx="26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50" name="Oval 2210">
              <a:extLst>
                <a:ext uri="{FF2B5EF4-FFF2-40B4-BE49-F238E27FC236}">
                  <a16:creationId xmlns:a16="http://schemas.microsoft.com/office/drawing/2014/main" id="{0D9A7738-1295-46D8-A58E-914E3E495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8" y="2566"/>
              <a:ext cx="26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51" name="Oval 2211">
              <a:extLst>
                <a:ext uri="{FF2B5EF4-FFF2-40B4-BE49-F238E27FC236}">
                  <a16:creationId xmlns:a16="http://schemas.microsoft.com/office/drawing/2014/main" id="{9376454C-977D-4DA5-9D4D-47F5CEAD6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2594"/>
              <a:ext cx="26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52" name="Oval 2212">
              <a:extLst>
                <a:ext uri="{FF2B5EF4-FFF2-40B4-BE49-F238E27FC236}">
                  <a16:creationId xmlns:a16="http://schemas.microsoft.com/office/drawing/2014/main" id="{C3F28A44-06BA-4C26-87F3-92A330EE5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2582"/>
              <a:ext cx="27" cy="14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53" name="Rectangle 2213">
              <a:extLst>
                <a:ext uri="{FF2B5EF4-FFF2-40B4-BE49-F238E27FC236}">
                  <a16:creationId xmlns:a16="http://schemas.microsoft.com/office/drawing/2014/main" id="{0244D9C8-12C1-44F6-BC21-33CD5CBA4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3359"/>
              <a:ext cx="807" cy="89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54" name="Rectangle 2214">
              <a:extLst>
                <a:ext uri="{FF2B5EF4-FFF2-40B4-BE49-F238E27FC236}">
                  <a16:creationId xmlns:a16="http://schemas.microsoft.com/office/drawing/2014/main" id="{85B38E76-C12E-4AFC-84A5-778DA22AA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621"/>
              <a:ext cx="807" cy="90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55" name="Rectangle 2215">
              <a:extLst>
                <a:ext uri="{FF2B5EF4-FFF2-40B4-BE49-F238E27FC236}">
                  <a16:creationId xmlns:a16="http://schemas.microsoft.com/office/drawing/2014/main" id="{CC82211E-6D5E-4130-A53F-F689F031C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548"/>
              <a:ext cx="807" cy="163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56" name="Rectangle 2216">
              <a:extLst>
                <a:ext uri="{FF2B5EF4-FFF2-40B4-BE49-F238E27FC236}">
                  <a16:creationId xmlns:a16="http://schemas.microsoft.com/office/drawing/2014/main" id="{C0B472E7-D833-4F6A-9F60-423124335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3357"/>
              <a:ext cx="807" cy="166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57" name="Freeform 2217">
              <a:extLst>
                <a:ext uri="{FF2B5EF4-FFF2-40B4-BE49-F238E27FC236}">
                  <a16:creationId xmlns:a16="http://schemas.microsoft.com/office/drawing/2014/main" id="{FBF27E20-0621-4153-B8FA-7F902E917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3350"/>
              <a:ext cx="97" cy="42"/>
            </a:xfrm>
            <a:custGeom>
              <a:avLst/>
              <a:gdLst>
                <a:gd name="T0" fmla="*/ 0 w 84"/>
                <a:gd name="T1" fmla="*/ 64 h 34"/>
                <a:gd name="T2" fmla="*/ 24 w 84"/>
                <a:gd name="T3" fmla="*/ 61 h 34"/>
                <a:gd name="T4" fmla="*/ 64 w 84"/>
                <a:gd name="T5" fmla="*/ 38 h 34"/>
                <a:gd name="T6" fmla="*/ 129 w 84"/>
                <a:gd name="T7" fmla="*/ 6 h 34"/>
                <a:gd name="T8" fmla="*/ 72 w 84"/>
                <a:gd name="T9" fmla="*/ 9 h 34"/>
                <a:gd name="T10" fmla="*/ 37 w 84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4">
                  <a:moveTo>
                    <a:pt x="0" y="34"/>
                  </a:moveTo>
                  <a:cubicBezTo>
                    <a:pt x="1" y="33"/>
                    <a:pt x="12" y="33"/>
                    <a:pt x="16" y="32"/>
                  </a:cubicBezTo>
                  <a:cubicBezTo>
                    <a:pt x="27" y="30"/>
                    <a:pt x="33" y="26"/>
                    <a:pt x="42" y="20"/>
                  </a:cubicBezTo>
                  <a:cubicBezTo>
                    <a:pt x="55" y="14"/>
                    <a:pt x="74" y="11"/>
                    <a:pt x="84" y="3"/>
                  </a:cubicBezTo>
                  <a:cubicBezTo>
                    <a:pt x="74" y="0"/>
                    <a:pt x="58" y="5"/>
                    <a:pt x="47" y="5"/>
                  </a:cubicBezTo>
                  <a:cubicBezTo>
                    <a:pt x="39" y="5"/>
                    <a:pt x="32" y="6"/>
                    <a:pt x="24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58" name="Freeform 2218">
              <a:extLst>
                <a:ext uri="{FF2B5EF4-FFF2-40B4-BE49-F238E27FC236}">
                  <a16:creationId xmlns:a16="http://schemas.microsoft.com/office/drawing/2014/main" id="{331C79A6-0234-4D3E-9A06-B44C446BF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3373"/>
              <a:ext cx="100" cy="49"/>
            </a:xfrm>
            <a:custGeom>
              <a:avLst/>
              <a:gdLst>
                <a:gd name="T0" fmla="*/ 0 w 87"/>
                <a:gd name="T1" fmla="*/ 33 h 40"/>
                <a:gd name="T2" fmla="*/ 60 w 87"/>
                <a:gd name="T3" fmla="*/ 26 h 40"/>
                <a:gd name="T4" fmla="*/ 132 w 87"/>
                <a:gd name="T5" fmla="*/ 0 h 40"/>
                <a:gd name="T6" fmla="*/ 7 w 87"/>
                <a:gd name="T7" fmla="*/ 7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40">
                  <a:moveTo>
                    <a:pt x="0" y="18"/>
                  </a:moveTo>
                  <a:cubicBezTo>
                    <a:pt x="12" y="13"/>
                    <a:pt x="26" y="16"/>
                    <a:pt x="39" y="14"/>
                  </a:cubicBezTo>
                  <a:cubicBezTo>
                    <a:pt x="53" y="13"/>
                    <a:pt x="76" y="9"/>
                    <a:pt x="87" y="0"/>
                  </a:cubicBezTo>
                  <a:cubicBezTo>
                    <a:pt x="73" y="28"/>
                    <a:pt x="32" y="38"/>
                    <a:pt x="4" y="4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59" name="Freeform 2219">
              <a:extLst>
                <a:ext uri="{FF2B5EF4-FFF2-40B4-BE49-F238E27FC236}">
                  <a16:creationId xmlns:a16="http://schemas.microsoft.com/office/drawing/2014/main" id="{4EDDB44A-3F07-4A5F-8207-98C4C41FF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312"/>
              <a:ext cx="61" cy="64"/>
            </a:xfrm>
            <a:custGeom>
              <a:avLst/>
              <a:gdLst>
                <a:gd name="T0" fmla="*/ 0 w 53"/>
                <a:gd name="T1" fmla="*/ 62 h 52"/>
                <a:gd name="T2" fmla="*/ 81 w 53"/>
                <a:gd name="T3" fmla="*/ 0 h 52"/>
                <a:gd name="T4" fmla="*/ 1 w 53"/>
                <a:gd name="T5" fmla="*/ 97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2">
                  <a:moveTo>
                    <a:pt x="0" y="33"/>
                  </a:moveTo>
                  <a:cubicBezTo>
                    <a:pt x="18" y="33"/>
                    <a:pt x="41" y="13"/>
                    <a:pt x="53" y="0"/>
                  </a:cubicBezTo>
                  <a:cubicBezTo>
                    <a:pt x="40" y="17"/>
                    <a:pt x="22" y="45"/>
                    <a:pt x="1" y="5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60" name="Freeform 2220">
              <a:extLst>
                <a:ext uri="{FF2B5EF4-FFF2-40B4-BE49-F238E27FC236}">
                  <a16:creationId xmlns:a16="http://schemas.microsoft.com/office/drawing/2014/main" id="{904126E3-4759-49CC-9754-93EC08796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3258"/>
              <a:ext cx="22" cy="55"/>
            </a:xfrm>
            <a:custGeom>
              <a:avLst/>
              <a:gdLst>
                <a:gd name="T0" fmla="*/ 0 w 19"/>
                <a:gd name="T1" fmla="*/ 82 h 45"/>
                <a:gd name="T2" fmla="*/ 29 w 19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5">
                  <a:moveTo>
                    <a:pt x="0" y="45"/>
                  </a:moveTo>
                  <a:cubicBezTo>
                    <a:pt x="9" y="34"/>
                    <a:pt x="18" y="14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61" name="Freeform 2221">
              <a:extLst>
                <a:ext uri="{FF2B5EF4-FFF2-40B4-BE49-F238E27FC236}">
                  <a16:creationId xmlns:a16="http://schemas.microsoft.com/office/drawing/2014/main" id="{955BBFBB-2E39-4DCC-90AA-B9B92723D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3389"/>
              <a:ext cx="98" cy="38"/>
            </a:xfrm>
            <a:custGeom>
              <a:avLst/>
              <a:gdLst>
                <a:gd name="T0" fmla="*/ 0 w 85"/>
                <a:gd name="T1" fmla="*/ 44 h 31"/>
                <a:gd name="T2" fmla="*/ 61 w 85"/>
                <a:gd name="T3" fmla="*/ 38 h 31"/>
                <a:gd name="T4" fmla="*/ 130 w 85"/>
                <a:gd name="T5" fmla="*/ 0 h 31"/>
                <a:gd name="T6" fmla="*/ 77 w 85"/>
                <a:gd name="T7" fmla="*/ 5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31">
                  <a:moveTo>
                    <a:pt x="0" y="24"/>
                  </a:moveTo>
                  <a:cubicBezTo>
                    <a:pt x="11" y="19"/>
                    <a:pt x="28" y="22"/>
                    <a:pt x="40" y="20"/>
                  </a:cubicBezTo>
                  <a:cubicBezTo>
                    <a:pt x="54" y="17"/>
                    <a:pt x="74" y="10"/>
                    <a:pt x="85" y="0"/>
                  </a:cubicBezTo>
                  <a:cubicBezTo>
                    <a:pt x="77" y="11"/>
                    <a:pt x="61" y="25"/>
                    <a:pt x="50" y="3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62" name="Freeform 2222">
              <a:extLst>
                <a:ext uri="{FF2B5EF4-FFF2-40B4-BE49-F238E27FC236}">
                  <a16:creationId xmlns:a16="http://schemas.microsoft.com/office/drawing/2014/main" id="{53C36E7D-0350-4249-9C74-A806214C6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3315"/>
              <a:ext cx="58" cy="78"/>
            </a:xfrm>
            <a:custGeom>
              <a:avLst/>
              <a:gdLst>
                <a:gd name="T0" fmla="*/ 1 w 50"/>
                <a:gd name="T1" fmla="*/ 116 h 64"/>
                <a:gd name="T2" fmla="*/ 78 w 50"/>
                <a:gd name="T3" fmla="*/ 0 h 64"/>
                <a:gd name="T4" fmla="*/ 26 w 50"/>
                <a:gd name="T5" fmla="*/ 41 h 64"/>
                <a:gd name="T6" fmla="*/ 0 w 50"/>
                <a:gd name="T7" fmla="*/ 56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4">
                  <a:moveTo>
                    <a:pt x="1" y="64"/>
                  </a:moveTo>
                  <a:cubicBezTo>
                    <a:pt x="20" y="47"/>
                    <a:pt x="35" y="22"/>
                    <a:pt x="50" y="0"/>
                  </a:cubicBezTo>
                  <a:cubicBezTo>
                    <a:pt x="38" y="8"/>
                    <a:pt x="28" y="17"/>
                    <a:pt x="16" y="23"/>
                  </a:cubicBezTo>
                  <a:cubicBezTo>
                    <a:pt x="11" y="26"/>
                    <a:pt x="5" y="28"/>
                    <a:pt x="0" y="3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63" name="Freeform 2223">
              <a:extLst>
                <a:ext uri="{FF2B5EF4-FFF2-40B4-BE49-F238E27FC236}">
                  <a16:creationId xmlns:a16="http://schemas.microsoft.com/office/drawing/2014/main" id="{6902F80A-0F5D-4B0F-98EF-CF1294E1F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3213"/>
              <a:ext cx="78" cy="105"/>
            </a:xfrm>
            <a:custGeom>
              <a:avLst/>
              <a:gdLst>
                <a:gd name="T0" fmla="*/ 0 w 68"/>
                <a:gd name="T1" fmla="*/ 110 h 86"/>
                <a:gd name="T2" fmla="*/ 50 w 68"/>
                <a:gd name="T3" fmla="*/ 55 h 86"/>
                <a:gd name="T4" fmla="*/ 102 w 68"/>
                <a:gd name="T5" fmla="*/ 0 h 86"/>
                <a:gd name="T6" fmla="*/ 54 w 68"/>
                <a:gd name="T7" fmla="*/ 115 h 86"/>
                <a:gd name="T8" fmla="*/ 29 w 68"/>
                <a:gd name="T9" fmla="*/ 15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6">
                  <a:moveTo>
                    <a:pt x="0" y="61"/>
                  </a:moveTo>
                  <a:cubicBezTo>
                    <a:pt x="12" y="51"/>
                    <a:pt x="20" y="39"/>
                    <a:pt x="33" y="30"/>
                  </a:cubicBezTo>
                  <a:cubicBezTo>
                    <a:pt x="46" y="23"/>
                    <a:pt x="61" y="13"/>
                    <a:pt x="68" y="0"/>
                  </a:cubicBezTo>
                  <a:cubicBezTo>
                    <a:pt x="62" y="21"/>
                    <a:pt x="45" y="43"/>
                    <a:pt x="36" y="63"/>
                  </a:cubicBezTo>
                  <a:cubicBezTo>
                    <a:pt x="31" y="72"/>
                    <a:pt x="28" y="81"/>
                    <a:pt x="19" y="8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64" name="Freeform 2224">
              <a:extLst>
                <a:ext uri="{FF2B5EF4-FFF2-40B4-BE49-F238E27FC236}">
                  <a16:creationId xmlns:a16="http://schemas.microsoft.com/office/drawing/2014/main" id="{4D2FB1D5-20C0-4BED-B526-74F0941FC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112"/>
              <a:ext cx="48" cy="118"/>
            </a:xfrm>
            <a:custGeom>
              <a:avLst/>
              <a:gdLst>
                <a:gd name="T0" fmla="*/ 24 w 42"/>
                <a:gd name="T1" fmla="*/ 178 h 96"/>
                <a:gd name="T2" fmla="*/ 55 w 42"/>
                <a:gd name="T3" fmla="*/ 91 h 96"/>
                <a:gd name="T4" fmla="*/ 56 w 42"/>
                <a:gd name="T5" fmla="*/ 0 h 96"/>
                <a:gd name="T6" fmla="*/ 17 w 42"/>
                <a:gd name="T7" fmla="*/ 95 h 96"/>
                <a:gd name="T8" fmla="*/ 0 w 42"/>
                <a:gd name="T9" fmla="*/ 12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96">
                  <a:moveTo>
                    <a:pt x="16" y="96"/>
                  </a:moveTo>
                  <a:cubicBezTo>
                    <a:pt x="25" y="81"/>
                    <a:pt x="33" y="64"/>
                    <a:pt x="37" y="49"/>
                  </a:cubicBezTo>
                  <a:cubicBezTo>
                    <a:pt x="42" y="32"/>
                    <a:pt x="38" y="16"/>
                    <a:pt x="38" y="0"/>
                  </a:cubicBezTo>
                  <a:cubicBezTo>
                    <a:pt x="29" y="16"/>
                    <a:pt x="23" y="36"/>
                    <a:pt x="11" y="51"/>
                  </a:cubicBezTo>
                  <a:cubicBezTo>
                    <a:pt x="7" y="56"/>
                    <a:pt x="1" y="59"/>
                    <a:pt x="0" y="6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65" name="Freeform 2225">
              <a:extLst>
                <a:ext uri="{FF2B5EF4-FFF2-40B4-BE49-F238E27FC236}">
                  <a16:creationId xmlns:a16="http://schemas.microsoft.com/office/drawing/2014/main" id="{E4EDAAFF-A023-4C90-94C5-959B587A4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111"/>
              <a:ext cx="42" cy="123"/>
            </a:xfrm>
            <a:custGeom>
              <a:avLst/>
              <a:gdLst>
                <a:gd name="T0" fmla="*/ 19 w 37"/>
                <a:gd name="T1" fmla="*/ 70 h 100"/>
                <a:gd name="T2" fmla="*/ 42 w 37"/>
                <a:gd name="T3" fmla="*/ 0 h 100"/>
                <a:gd name="T4" fmla="*/ 41 w 37"/>
                <a:gd name="T5" fmla="*/ 114 h 100"/>
                <a:gd name="T6" fmla="*/ 25 w 37"/>
                <a:gd name="T7" fmla="*/ 146 h 100"/>
                <a:gd name="T8" fmla="*/ 0 w 37"/>
                <a:gd name="T9" fmla="*/ 18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00">
                  <a:moveTo>
                    <a:pt x="13" y="37"/>
                  </a:moveTo>
                  <a:cubicBezTo>
                    <a:pt x="19" y="26"/>
                    <a:pt x="26" y="12"/>
                    <a:pt x="29" y="0"/>
                  </a:cubicBezTo>
                  <a:cubicBezTo>
                    <a:pt x="33" y="20"/>
                    <a:pt x="37" y="44"/>
                    <a:pt x="28" y="62"/>
                  </a:cubicBezTo>
                  <a:cubicBezTo>
                    <a:pt x="25" y="68"/>
                    <a:pt x="21" y="74"/>
                    <a:pt x="17" y="79"/>
                  </a:cubicBezTo>
                  <a:cubicBezTo>
                    <a:pt x="12" y="86"/>
                    <a:pt x="4" y="92"/>
                    <a:pt x="0" y="10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66" name="Freeform 2226">
              <a:extLst>
                <a:ext uri="{FF2B5EF4-FFF2-40B4-BE49-F238E27FC236}">
                  <a16:creationId xmlns:a16="http://schemas.microsoft.com/office/drawing/2014/main" id="{6CF489AD-5592-4067-8803-2D3C4983F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3242"/>
              <a:ext cx="15" cy="74"/>
            </a:xfrm>
            <a:custGeom>
              <a:avLst/>
              <a:gdLst>
                <a:gd name="T0" fmla="*/ 20 w 13"/>
                <a:gd name="T1" fmla="*/ 0 h 60"/>
                <a:gd name="T2" fmla="*/ 0 w 13"/>
                <a:gd name="T3" fmla="*/ 112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0">
                  <a:moveTo>
                    <a:pt x="13" y="0"/>
                  </a:moveTo>
                  <a:cubicBezTo>
                    <a:pt x="10" y="18"/>
                    <a:pt x="9" y="44"/>
                    <a:pt x="0" y="6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67" name="Freeform 2227">
              <a:extLst>
                <a:ext uri="{FF2B5EF4-FFF2-40B4-BE49-F238E27FC236}">
                  <a16:creationId xmlns:a16="http://schemas.microsoft.com/office/drawing/2014/main" id="{CACA0869-5617-465E-8E94-4AC23C462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332"/>
              <a:ext cx="45" cy="29"/>
            </a:xfrm>
            <a:custGeom>
              <a:avLst/>
              <a:gdLst>
                <a:gd name="T0" fmla="*/ 0 w 39"/>
                <a:gd name="T1" fmla="*/ 42 h 24"/>
                <a:gd name="T2" fmla="*/ 60 w 3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4">
                  <a:moveTo>
                    <a:pt x="0" y="24"/>
                  </a:moveTo>
                  <a:cubicBezTo>
                    <a:pt x="7" y="13"/>
                    <a:pt x="27" y="4"/>
                    <a:pt x="39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68" name="Freeform 2228">
              <a:extLst>
                <a:ext uri="{FF2B5EF4-FFF2-40B4-BE49-F238E27FC236}">
                  <a16:creationId xmlns:a16="http://schemas.microsoft.com/office/drawing/2014/main" id="{5E749830-FA5A-42EF-922C-D93FD2202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037"/>
              <a:ext cx="16" cy="78"/>
            </a:xfrm>
            <a:custGeom>
              <a:avLst/>
              <a:gdLst>
                <a:gd name="T0" fmla="*/ 19 w 14"/>
                <a:gd name="T1" fmla="*/ 120 h 63"/>
                <a:gd name="T2" fmla="*/ 0 w 14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3">
                  <a:moveTo>
                    <a:pt x="13" y="63"/>
                  </a:moveTo>
                  <a:cubicBezTo>
                    <a:pt x="14" y="40"/>
                    <a:pt x="13" y="19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69" name="Freeform 2229">
              <a:extLst>
                <a:ext uri="{FF2B5EF4-FFF2-40B4-BE49-F238E27FC236}">
                  <a16:creationId xmlns:a16="http://schemas.microsoft.com/office/drawing/2014/main" id="{B9D3D438-7FBB-46C1-868A-40F14BBF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975"/>
              <a:ext cx="29" cy="142"/>
            </a:xfrm>
            <a:custGeom>
              <a:avLst/>
              <a:gdLst>
                <a:gd name="T0" fmla="*/ 1 w 25"/>
                <a:gd name="T1" fmla="*/ 173 h 116"/>
                <a:gd name="T2" fmla="*/ 8 w 25"/>
                <a:gd name="T3" fmla="*/ 81 h 116"/>
                <a:gd name="T4" fmla="*/ 26 w 25"/>
                <a:gd name="T5" fmla="*/ 0 h 116"/>
                <a:gd name="T6" fmla="*/ 37 w 25"/>
                <a:gd name="T7" fmla="*/ 142 h 116"/>
                <a:gd name="T8" fmla="*/ 30 w 25"/>
                <a:gd name="T9" fmla="*/ 213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6">
                  <a:moveTo>
                    <a:pt x="1" y="94"/>
                  </a:moveTo>
                  <a:cubicBezTo>
                    <a:pt x="1" y="76"/>
                    <a:pt x="0" y="61"/>
                    <a:pt x="5" y="44"/>
                  </a:cubicBezTo>
                  <a:cubicBezTo>
                    <a:pt x="10" y="29"/>
                    <a:pt x="11" y="14"/>
                    <a:pt x="16" y="0"/>
                  </a:cubicBezTo>
                  <a:cubicBezTo>
                    <a:pt x="22" y="24"/>
                    <a:pt x="23" y="53"/>
                    <a:pt x="24" y="78"/>
                  </a:cubicBezTo>
                  <a:cubicBezTo>
                    <a:pt x="25" y="91"/>
                    <a:pt x="19" y="103"/>
                    <a:pt x="19" y="11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70" name="Freeform 2230">
              <a:extLst>
                <a:ext uri="{FF2B5EF4-FFF2-40B4-BE49-F238E27FC236}">
                  <a16:creationId xmlns:a16="http://schemas.microsoft.com/office/drawing/2014/main" id="{6550731C-7569-4AF7-B54D-09E4A1D85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973"/>
              <a:ext cx="16" cy="59"/>
            </a:xfrm>
            <a:custGeom>
              <a:avLst/>
              <a:gdLst>
                <a:gd name="T0" fmla="*/ 1 w 14"/>
                <a:gd name="T1" fmla="*/ 90 h 48"/>
                <a:gd name="T2" fmla="*/ 21 w 14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1" y="48"/>
                  </a:moveTo>
                  <a:cubicBezTo>
                    <a:pt x="0" y="31"/>
                    <a:pt x="9" y="16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71" name="Freeform 2231">
              <a:extLst>
                <a:ext uri="{FF2B5EF4-FFF2-40B4-BE49-F238E27FC236}">
                  <a16:creationId xmlns:a16="http://schemas.microsoft.com/office/drawing/2014/main" id="{A5773183-31D8-4DFF-8736-D479B1C30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873"/>
              <a:ext cx="38" cy="104"/>
            </a:xfrm>
            <a:custGeom>
              <a:avLst/>
              <a:gdLst>
                <a:gd name="T0" fmla="*/ 35 w 33"/>
                <a:gd name="T1" fmla="*/ 155 h 85"/>
                <a:gd name="T2" fmla="*/ 14 w 33"/>
                <a:gd name="T3" fmla="*/ 73 h 85"/>
                <a:gd name="T4" fmla="*/ 0 w 33"/>
                <a:gd name="T5" fmla="*/ 0 h 85"/>
                <a:gd name="T6" fmla="*/ 51 w 33"/>
                <a:gd name="T7" fmla="*/ 6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85">
                  <a:moveTo>
                    <a:pt x="23" y="85"/>
                  </a:moveTo>
                  <a:cubicBezTo>
                    <a:pt x="22" y="67"/>
                    <a:pt x="17" y="55"/>
                    <a:pt x="9" y="40"/>
                  </a:cubicBezTo>
                  <a:cubicBezTo>
                    <a:pt x="3" y="27"/>
                    <a:pt x="3" y="13"/>
                    <a:pt x="0" y="0"/>
                  </a:cubicBezTo>
                  <a:cubicBezTo>
                    <a:pt x="7" y="14"/>
                    <a:pt x="28" y="19"/>
                    <a:pt x="33" y="3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72" name="Freeform 2232">
              <a:extLst>
                <a:ext uri="{FF2B5EF4-FFF2-40B4-BE49-F238E27FC236}">
                  <a16:creationId xmlns:a16="http://schemas.microsoft.com/office/drawing/2014/main" id="{1F95CD12-A628-43C4-9440-EA867EF5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891"/>
              <a:ext cx="21" cy="54"/>
            </a:xfrm>
            <a:custGeom>
              <a:avLst/>
              <a:gdLst>
                <a:gd name="T0" fmla="*/ 29 w 18"/>
                <a:gd name="T1" fmla="*/ 42 h 44"/>
                <a:gd name="T2" fmla="*/ 0 w 18"/>
                <a:gd name="T3" fmla="*/ 0 h 44"/>
                <a:gd name="T4" fmla="*/ 6 w 18"/>
                <a:gd name="T5" fmla="*/ 8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4">
                  <a:moveTo>
                    <a:pt x="18" y="23"/>
                  </a:moveTo>
                  <a:cubicBezTo>
                    <a:pt x="11" y="19"/>
                    <a:pt x="6" y="7"/>
                    <a:pt x="0" y="0"/>
                  </a:cubicBezTo>
                  <a:cubicBezTo>
                    <a:pt x="0" y="15"/>
                    <a:pt x="3" y="29"/>
                    <a:pt x="3" y="4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73" name="Freeform 2233">
              <a:extLst>
                <a:ext uri="{FF2B5EF4-FFF2-40B4-BE49-F238E27FC236}">
                  <a16:creationId xmlns:a16="http://schemas.microsoft.com/office/drawing/2014/main" id="{87EF4684-F759-48FB-8291-2F8C94696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97"/>
              <a:ext cx="54" cy="95"/>
            </a:xfrm>
            <a:custGeom>
              <a:avLst/>
              <a:gdLst>
                <a:gd name="T0" fmla="*/ 52 w 47"/>
                <a:gd name="T1" fmla="*/ 141 h 78"/>
                <a:gd name="T2" fmla="*/ 0 w 47"/>
                <a:gd name="T3" fmla="*/ 0 h 78"/>
                <a:gd name="T4" fmla="*/ 71 w 47"/>
                <a:gd name="T5" fmla="*/ 107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8">
                  <a:moveTo>
                    <a:pt x="34" y="78"/>
                  </a:moveTo>
                  <a:cubicBezTo>
                    <a:pt x="24" y="52"/>
                    <a:pt x="7" y="28"/>
                    <a:pt x="0" y="0"/>
                  </a:cubicBezTo>
                  <a:cubicBezTo>
                    <a:pt x="20" y="13"/>
                    <a:pt x="42" y="38"/>
                    <a:pt x="47" y="59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74" name="Freeform 2234">
              <a:extLst>
                <a:ext uri="{FF2B5EF4-FFF2-40B4-BE49-F238E27FC236}">
                  <a16:creationId xmlns:a16="http://schemas.microsoft.com/office/drawing/2014/main" id="{B38EB9F4-07D3-425B-872C-0C5FAFE6A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777"/>
              <a:ext cx="32" cy="66"/>
            </a:xfrm>
            <a:custGeom>
              <a:avLst/>
              <a:gdLst>
                <a:gd name="T0" fmla="*/ 13 w 28"/>
                <a:gd name="T1" fmla="*/ 99 h 54"/>
                <a:gd name="T2" fmla="*/ 0 w 28"/>
                <a:gd name="T3" fmla="*/ 0 h 54"/>
                <a:gd name="T4" fmla="*/ 42 w 28"/>
                <a:gd name="T5" fmla="*/ 6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4">
                  <a:moveTo>
                    <a:pt x="9" y="54"/>
                  </a:moveTo>
                  <a:cubicBezTo>
                    <a:pt x="3" y="39"/>
                    <a:pt x="0" y="17"/>
                    <a:pt x="0" y="0"/>
                  </a:cubicBezTo>
                  <a:cubicBezTo>
                    <a:pt x="7" y="13"/>
                    <a:pt x="28" y="22"/>
                    <a:pt x="28" y="38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75" name="Freeform 2235">
              <a:extLst>
                <a:ext uri="{FF2B5EF4-FFF2-40B4-BE49-F238E27FC236}">
                  <a16:creationId xmlns:a16="http://schemas.microsoft.com/office/drawing/2014/main" id="{0608D385-9B10-4EF6-8923-4329BE764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712"/>
              <a:ext cx="100" cy="81"/>
            </a:xfrm>
            <a:custGeom>
              <a:avLst/>
              <a:gdLst>
                <a:gd name="T0" fmla="*/ 132 w 87"/>
                <a:gd name="T1" fmla="*/ 107 h 66"/>
                <a:gd name="T2" fmla="*/ 59 w 87"/>
                <a:gd name="T3" fmla="*/ 38 h 66"/>
                <a:gd name="T4" fmla="*/ 0 w 87"/>
                <a:gd name="T5" fmla="*/ 0 h 66"/>
                <a:gd name="T6" fmla="*/ 39 w 87"/>
                <a:gd name="T7" fmla="*/ 48 h 66"/>
                <a:gd name="T8" fmla="*/ 64 w 87"/>
                <a:gd name="T9" fmla="*/ 95 h 66"/>
                <a:gd name="T10" fmla="*/ 94 w 87"/>
                <a:gd name="T11" fmla="*/ 122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66">
                  <a:moveTo>
                    <a:pt x="87" y="58"/>
                  </a:moveTo>
                  <a:cubicBezTo>
                    <a:pt x="76" y="39"/>
                    <a:pt x="58" y="27"/>
                    <a:pt x="38" y="20"/>
                  </a:cubicBezTo>
                  <a:cubicBezTo>
                    <a:pt x="25" y="15"/>
                    <a:pt x="13" y="5"/>
                    <a:pt x="0" y="0"/>
                  </a:cubicBezTo>
                  <a:cubicBezTo>
                    <a:pt x="6" y="11"/>
                    <a:pt x="18" y="17"/>
                    <a:pt x="26" y="26"/>
                  </a:cubicBezTo>
                  <a:cubicBezTo>
                    <a:pt x="32" y="34"/>
                    <a:pt x="37" y="43"/>
                    <a:pt x="43" y="51"/>
                  </a:cubicBezTo>
                  <a:cubicBezTo>
                    <a:pt x="49" y="58"/>
                    <a:pt x="55" y="61"/>
                    <a:pt x="62" y="6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76" name="Freeform 2236">
              <a:extLst>
                <a:ext uri="{FF2B5EF4-FFF2-40B4-BE49-F238E27FC236}">
                  <a16:creationId xmlns:a16="http://schemas.microsoft.com/office/drawing/2014/main" id="{7AC46C44-B7B0-4B41-86BF-0F72DA411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663"/>
              <a:ext cx="88" cy="70"/>
            </a:xfrm>
            <a:custGeom>
              <a:avLst/>
              <a:gdLst>
                <a:gd name="T0" fmla="*/ 75 w 77"/>
                <a:gd name="T1" fmla="*/ 106 h 57"/>
                <a:gd name="T2" fmla="*/ 0 w 77"/>
                <a:gd name="T3" fmla="*/ 0 h 57"/>
                <a:gd name="T4" fmla="*/ 80 w 77"/>
                <a:gd name="T5" fmla="*/ 44 h 57"/>
                <a:gd name="T6" fmla="*/ 115 w 77"/>
                <a:gd name="T7" fmla="*/ 79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7">
                  <a:moveTo>
                    <a:pt x="51" y="57"/>
                  </a:moveTo>
                  <a:cubicBezTo>
                    <a:pt x="24" y="49"/>
                    <a:pt x="23" y="13"/>
                    <a:pt x="0" y="0"/>
                  </a:cubicBezTo>
                  <a:cubicBezTo>
                    <a:pt x="16" y="10"/>
                    <a:pt x="37" y="15"/>
                    <a:pt x="53" y="24"/>
                  </a:cubicBezTo>
                  <a:cubicBezTo>
                    <a:pt x="61" y="29"/>
                    <a:pt x="69" y="39"/>
                    <a:pt x="77" y="4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77" name="Freeform 2237">
              <a:extLst>
                <a:ext uri="{FF2B5EF4-FFF2-40B4-BE49-F238E27FC236}">
                  <a16:creationId xmlns:a16="http://schemas.microsoft.com/office/drawing/2014/main" id="{A2547E17-8FE5-4949-B23E-A4DD4F7FF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710"/>
              <a:ext cx="89" cy="57"/>
            </a:xfrm>
            <a:custGeom>
              <a:avLst/>
              <a:gdLst>
                <a:gd name="T0" fmla="*/ 116 w 78"/>
                <a:gd name="T1" fmla="*/ 84 h 47"/>
                <a:gd name="T2" fmla="*/ 59 w 78"/>
                <a:gd name="T3" fmla="*/ 28 h 47"/>
                <a:gd name="T4" fmla="*/ 0 w 78"/>
                <a:gd name="T5" fmla="*/ 2 h 47"/>
                <a:gd name="T6" fmla="*/ 29 w 78"/>
                <a:gd name="T7" fmla="*/ 3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7">
                  <a:moveTo>
                    <a:pt x="78" y="47"/>
                  </a:moveTo>
                  <a:cubicBezTo>
                    <a:pt x="64" y="36"/>
                    <a:pt x="56" y="24"/>
                    <a:pt x="40" y="16"/>
                  </a:cubicBezTo>
                  <a:cubicBezTo>
                    <a:pt x="29" y="10"/>
                    <a:pt x="13" y="0"/>
                    <a:pt x="0" y="2"/>
                  </a:cubicBezTo>
                  <a:cubicBezTo>
                    <a:pt x="6" y="5"/>
                    <a:pt x="14" y="13"/>
                    <a:pt x="19" y="2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78" name="Freeform 2238">
              <a:extLst>
                <a:ext uri="{FF2B5EF4-FFF2-40B4-BE49-F238E27FC236}">
                  <a16:creationId xmlns:a16="http://schemas.microsoft.com/office/drawing/2014/main" id="{C6BCF82B-1A19-47E0-A703-44245D275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93"/>
              <a:ext cx="2" cy="39"/>
            </a:xfrm>
            <a:custGeom>
              <a:avLst/>
              <a:gdLst>
                <a:gd name="T0" fmla="*/ 0 w 2"/>
                <a:gd name="T1" fmla="*/ 0 h 32"/>
                <a:gd name="T2" fmla="*/ 0 w 2"/>
                <a:gd name="T3" fmla="*/ 5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2">
                  <a:moveTo>
                    <a:pt x="0" y="0"/>
                  </a:moveTo>
                  <a:cubicBezTo>
                    <a:pt x="0" y="11"/>
                    <a:pt x="2" y="21"/>
                    <a:pt x="0" y="3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79" name="Freeform 2239">
              <a:extLst>
                <a:ext uri="{FF2B5EF4-FFF2-40B4-BE49-F238E27FC236}">
                  <a16:creationId xmlns:a16="http://schemas.microsoft.com/office/drawing/2014/main" id="{4878A03E-1BC0-4D5C-A429-CF5F4E899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681"/>
              <a:ext cx="118" cy="35"/>
            </a:xfrm>
            <a:custGeom>
              <a:avLst/>
              <a:gdLst>
                <a:gd name="T0" fmla="*/ 158 w 102"/>
                <a:gd name="T1" fmla="*/ 55 h 28"/>
                <a:gd name="T2" fmla="*/ 60 w 102"/>
                <a:gd name="T3" fmla="*/ 5 h 28"/>
                <a:gd name="T4" fmla="*/ 0 w 102"/>
                <a:gd name="T5" fmla="*/ 1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8">
                  <a:moveTo>
                    <a:pt x="102" y="28"/>
                  </a:moveTo>
                  <a:cubicBezTo>
                    <a:pt x="83" y="13"/>
                    <a:pt x="63" y="4"/>
                    <a:pt x="39" y="2"/>
                  </a:cubicBezTo>
                  <a:cubicBezTo>
                    <a:pt x="31" y="2"/>
                    <a:pt x="3" y="0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80" name="Freeform 2240">
              <a:extLst>
                <a:ext uri="{FF2B5EF4-FFF2-40B4-BE49-F238E27FC236}">
                  <a16:creationId xmlns:a16="http://schemas.microsoft.com/office/drawing/2014/main" id="{F0318E1E-DD1E-4DD2-BF8E-13C41A405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692"/>
              <a:ext cx="72" cy="23"/>
            </a:xfrm>
            <a:custGeom>
              <a:avLst/>
              <a:gdLst>
                <a:gd name="T0" fmla="*/ 98 w 62"/>
                <a:gd name="T1" fmla="*/ 37 h 18"/>
                <a:gd name="T2" fmla="*/ 0 w 6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8">
                  <a:moveTo>
                    <a:pt x="62" y="18"/>
                  </a:moveTo>
                  <a:cubicBezTo>
                    <a:pt x="39" y="11"/>
                    <a:pt x="19" y="17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81" name="Freeform 2241">
              <a:extLst>
                <a:ext uri="{FF2B5EF4-FFF2-40B4-BE49-F238E27FC236}">
                  <a16:creationId xmlns:a16="http://schemas.microsoft.com/office/drawing/2014/main" id="{964E5D21-2AF1-4CA4-9E7C-B9C5A3A87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646"/>
              <a:ext cx="98" cy="34"/>
            </a:xfrm>
            <a:custGeom>
              <a:avLst/>
              <a:gdLst>
                <a:gd name="T0" fmla="*/ 130 w 85"/>
                <a:gd name="T1" fmla="*/ 28 h 28"/>
                <a:gd name="T2" fmla="*/ 95 w 85"/>
                <a:gd name="T3" fmla="*/ 2 h 28"/>
                <a:gd name="T4" fmla="*/ 52 w 85"/>
                <a:gd name="T5" fmla="*/ 2 h 28"/>
                <a:gd name="T6" fmla="*/ 0 w 85"/>
                <a:gd name="T7" fmla="*/ 13 h 28"/>
                <a:gd name="T8" fmla="*/ 71 w 85"/>
                <a:gd name="T9" fmla="*/ 5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8">
                  <a:moveTo>
                    <a:pt x="85" y="16"/>
                  </a:moveTo>
                  <a:cubicBezTo>
                    <a:pt x="77" y="11"/>
                    <a:pt x="72" y="5"/>
                    <a:pt x="62" y="2"/>
                  </a:cubicBezTo>
                  <a:cubicBezTo>
                    <a:pt x="52" y="0"/>
                    <a:pt x="44" y="1"/>
                    <a:pt x="34" y="2"/>
                  </a:cubicBezTo>
                  <a:cubicBezTo>
                    <a:pt x="23" y="5"/>
                    <a:pt x="12" y="7"/>
                    <a:pt x="0" y="7"/>
                  </a:cubicBezTo>
                  <a:cubicBezTo>
                    <a:pt x="13" y="17"/>
                    <a:pt x="33" y="19"/>
                    <a:pt x="47" y="28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82" name="Freeform 2242">
              <a:extLst>
                <a:ext uri="{FF2B5EF4-FFF2-40B4-BE49-F238E27FC236}">
                  <a16:creationId xmlns:a16="http://schemas.microsoft.com/office/drawing/2014/main" id="{235EA2C6-143B-40CC-A930-53F707E46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623"/>
              <a:ext cx="43" cy="24"/>
            </a:xfrm>
            <a:custGeom>
              <a:avLst/>
              <a:gdLst>
                <a:gd name="T0" fmla="*/ 55 w 38"/>
                <a:gd name="T1" fmla="*/ 35 h 20"/>
                <a:gd name="T2" fmla="*/ 0 w 3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0">
                  <a:moveTo>
                    <a:pt x="38" y="20"/>
                  </a:moveTo>
                  <a:cubicBezTo>
                    <a:pt x="23" y="18"/>
                    <a:pt x="13" y="4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83" name="Freeform 2243">
              <a:extLst>
                <a:ext uri="{FF2B5EF4-FFF2-40B4-BE49-F238E27FC236}">
                  <a16:creationId xmlns:a16="http://schemas.microsoft.com/office/drawing/2014/main" id="{BBFAA18C-5C15-479E-8DD0-CEE1A8F1A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621"/>
              <a:ext cx="299" cy="828"/>
            </a:xfrm>
            <a:custGeom>
              <a:avLst/>
              <a:gdLst>
                <a:gd name="T0" fmla="*/ 21 w 260"/>
                <a:gd name="T1" fmla="*/ 0 h 675"/>
                <a:gd name="T2" fmla="*/ 0 w 260"/>
                <a:gd name="T3" fmla="*/ 0 h 675"/>
                <a:gd name="T4" fmla="*/ 0 w 260"/>
                <a:gd name="T5" fmla="*/ 135 h 675"/>
                <a:gd name="T6" fmla="*/ 0 w 260"/>
                <a:gd name="T7" fmla="*/ 135 h 675"/>
                <a:gd name="T8" fmla="*/ 319 w 260"/>
                <a:gd name="T9" fmla="*/ 619 h 675"/>
                <a:gd name="T10" fmla="*/ 0 w 260"/>
                <a:gd name="T11" fmla="*/ 1108 h 675"/>
                <a:gd name="T12" fmla="*/ 0 w 260"/>
                <a:gd name="T13" fmla="*/ 1108 h 675"/>
                <a:gd name="T14" fmla="*/ 0 w 260"/>
                <a:gd name="T15" fmla="*/ 1244 h 675"/>
                <a:gd name="T16" fmla="*/ 21 w 260"/>
                <a:gd name="T17" fmla="*/ 1246 h 675"/>
                <a:gd name="T18" fmla="*/ 396 w 260"/>
                <a:gd name="T19" fmla="*/ 624 h 675"/>
                <a:gd name="T20" fmla="*/ 21 w 260"/>
                <a:gd name="T21" fmla="*/ 0 h 6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0" h="675">
                  <a:moveTo>
                    <a:pt x="14" y="0"/>
                  </a:moveTo>
                  <a:cubicBezTo>
                    <a:pt x="9" y="0"/>
                    <a:pt x="5" y="0"/>
                    <a:pt x="0" y="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116" y="73"/>
                    <a:pt x="210" y="191"/>
                    <a:pt x="210" y="336"/>
                  </a:cubicBezTo>
                  <a:cubicBezTo>
                    <a:pt x="210" y="482"/>
                    <a:pt x="116" y="600"/>
                    <a:pt x="0" y="600"/>
                  </a:cubicBezTo>
                  <a:cubicBezTo>
                    <a:pt x="0" y="600"/>
                    <a:pt x="0" y="600"/>
                    <a:pt x="0" y="600"/>
                  </a:cubicBezTo>
                  <a:cubicBezTo>
                    <a:pt x="0" y="674"/>
                    <a:pt x="0" y="674"/>
                    <a:pt x="0" y="674"/>
                  </a:cubicBezTo>
                  <a:cubicBezTo>
                    <a:pt x="5" y="674"/>
                    <a:pt x="9" y="675"/>
                    <a:pt x="14" y="675"/>
                  </a:cubicBezTo>
                  <a:cubicBezTo>
                    <a:pt x="142" y="675"/>
                    <a:pt x="260" y="524"/>
                    <a:pt x="260" y="338"/>
                  </a:cubicBezTo>
                  <a:cubicBezTo>
                    <a:pt x="260" y="152"/>
                    <a:pt x="142" y="0"/>
                    <a:pt x="14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84" name="Freeform 2244">
              <a:extLst>
                <a:ext uri="{FF2B5EF4-FFF2-40B4-BE49-F238E27FC236}">
                  <a16:creationId xmlns:a16="http://schemas.microsoft.com/office/drawing/2014/main" id="{96B26112-3CC7-4B73-A671-24270FDE0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548"/>
              <a:ext cx="338" cy="974"/>
            </a:xfrm>
            <a:custGeom>
              <a:avLst/>
              <a:gdLst>
                <a:gd name="T0" fmla="*/ 10 w 294"/>
                <a:gd name="T1" fmla="*/ 0 h 794"/>
                <a:gd name="T2" fmla="*/ 7 w 294"/>
                <a:gd name="T3" fmla="*/ 0 h 794"/>
                <a:gd name="T4" fmla="*/ 7 w 294"/>
                <a:gd name="T5" fmla="*/ 0 h 794"/>
                <a:gd name="T6" fmla="*/ 0 w 294"/>
                <a:gd name="T7" fmla="*/ 0 h 794"/>
                <a:gd name="T8" fmla="*/ 0 w 294"/>
                <a:gd name="T9" fmla="*/ 245 h 794"/>
                <a:gd name="T10" fmla="*/ 0 w 294"/>
                <a:gd name="T11" fmla="*/ 245 h 794"/>
                <a:gd name="T12" fmla="*/ 318 w 294"/>
                <a:gd name="T13" fmla="*/ 731 h 794"/>
                <a:gd name="T14" fmla="*/ 0 w 294"/>
                <a:gd name="T15" fmla="*/ 1219 h 794"/>
                <a:gd name="T16" fmla="*/ 0 w 294"/>
                <a:gd name="T17" fmla="*/ 1219 h 794"/>
                <a:gd name="T18" fmla="*/ 0 w 294"/>
                <a:gd name="T19" fmla="*/ 1466 h 794"/>
                <a:gd name="T20" fmla="*/ 2 w 294"/>
                <a:gd name="T21" fmla="*/ 1466 h 794"/>
                <a:gd name="T22" fmla="*/ 10 w 294"/>
                <a:gd name="T23" fmla="*/ 1466 h 794"/>
                <a:gd name="T24" fmla="*/ 447 w 294"/>
                <a:gd name="T25" fmla="*/ 732 h 794"/>
                <a:gd name="T26" fmla="*/ 10 w 294"/>
                <a:gd name="T27" fmla="*/ 0 h 7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4" h="794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116" y="133"/>
                    <a:pt x="210" y="251"/>
                    <a:pt x="210" y="396"/>
                  </a:cubicBezTo>
                  <a:cubicBezTo>
                    <a:pt x="210" y="542"/>
                    <a:pt x="116" y="660"/>
                    <a:pt x="0" y="660"/>
                  </a:cubicBezTo>
                  <a:cubicBezTo>
                    <a:pt x="0" y="660"/>
                    <a:pt x="0" y="660"/>
                    <a:pt x="0" y="660"/>
                  </a:cubicBezTo>
                  <a:cubicBezTo>
                    <a:pt x="0" y="794"/>
                    <a:pt x="0" y="794"/>
                    <a:pt x="0" y="794"/>
                  </a:cubicBezTo>
                  <a:cubicBezTo>
                    <a:pt x="2" y="794"/>
                    <a:pt x="2" y="794"/>
                    <a:pt x="2" y="794"/>
                  </a:cubicBezTo>
                  <a:cubicBezTo>
                    <a:pt x="4" y="794"/>
                    <a:pt x="6" y="794"/>
                    <a:pt x="7" y="794"/>
                  </a:cubicBezTo>
                  <a:cubicBezTo>
                    <a:pt x="165" y="794"/>
                    <a:pt x="294" y="616"/>
                    <a:pt x="294" y="397"/>
                  </a:cubicBezTo>
                  <a:cubicBezTo>
                    <a:pt x="294" y="178"/>
                    <a:pt x="165" y="0"/>
                    <a:pt x="7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285" name="Oval 2245">
              <a:extLst>
                <a:ext uri="{FF2B5EF4-FFF2-40B4-BE49-F238E27FC236}">
                  <a16:creationId xmlns:a16="http://schemas.microsoft.com/office/drawing/2014/main" id="{11F12CBE-7D58-4ED4-BA6E-3F79A7DFD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420"/>
              <a:ext cx="23" cy="15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86" name="Oval 2246">
              <a:extLst>
                <a:ext uri="{FF2B5EF4-FFF2-40B4-BE49-F238E27FC236}">
                  <a16:creationId xmlns:a16="http://schemas.microsoft.com/office/drawing/2014/main" id="{577B92C7-F3C0-4A17-9C45-99CD3D359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2688"/>
              <a:ext cx="23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87" name="Oval 2247">
              <a:extLst>
                <a:ext uri="{FF2B5EF4-FFF2-40B4-BE49-F238E27FC236}">
                  <a16:creationId xmlns:a16="http://schemas.microsoft.com/office/drawing/2014/main" id="{3D344177-FF75-4672-8C21-D4493F2CD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" y="2663"/>
              <a:ext cx="23" cy="14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88" name="Oval 2248">
              <a:extLst>
                <a:ext uri="{FF2B5EF4-FFF2-40B4-BE49-F238E27FC236}">
                  <a16:creationId xmlns:a16="http://schemas.microsoft.com/office/drawing/2014/main" id="{3320F957-A53B-48C2-ADE4-E38C679C3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" y="2635"/>
              <a:ext cx="23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89" name="Oval 2249">
              <a:extLst>
                <a:ext uri="{FF2B5EF4-FFF2-40B4-BE49-F238E27FC236}">
                  <a16:creationId xmlns:a16="http://schemas.microsoft.com/office/drawing/2014/main" id="{301C052B-F896-463B-B1EF-6560A994E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" y="2659"/>
              <a:ext cx="23" cy="14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90" name="Oval 2250">
              <a:extLst>
                <a:ext uri="{FF2B5EF4-FFF2-40B4-BE49-F238E27FC236}">
                  <a16:creationId xmlns:a16="http://schemas.microsoft.com/office/drawing/2014/main" id="{31224C81-153B-47AE-A283-162BB67CD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" y="2640"/>
              <a:ext cx="23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91" name="Oval 2251">
              <a:extLst>
                <a:ext uri="{FF2B5EF4-FFF2-40B4-BE49-F238E27FC236}">
                  <a16:creationId xmlns:a16="http://schemas.microsoft.com/office/drawing/2014/main" id="{D18EAE5B-11C6-4C82-8DB4-DA7899B48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685"/>
              <a:ext cx="23" cy="15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92" name="Oval 2252">
              <a:extLst>
                <a:ext uri="{FF2B5EF4-FFF2-40B4-BE49-F238E27FC236}">
                  <a16:creationId xmlns:a16="http://schemas.microsoft.com/office/drawing/2014/main" id="{D5A8E98D-3A7A-43AD-97AB-C237AFE7B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" y="2631"/>
              <a:ext cx="23" cy="14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93" name="Oval 2253">
              <a:extLst>
                <a:ext uri="{FF2B5EF4-FFF2-40B4-BE49-F238E27FC236}">
                  <a16:creationId xmlns:a16="http://schemas.microsoft.com/office/drawing/2014/main" id="{E53D491E-5D19-4C67-BF8A-FDA8B0E12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" y="2631"/>
              <a:ext cx="23" cy="14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94" name="Oval 2254">
              <a:extLst>
                <a:ext uri="{FF2B5EF4-FFF2-40B4-BE49-F238E27FC236}">
                  <a16:creationId xmlns:a16="http://schemas.microsoft.com/office/drawing/2014/main" id="{712216DB-22DF-4182-B345-328CCE746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" y="3372"/>
              <a:ext cx="23" cy="15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95" name="Oval 2255">
              <a:extLst>
                <a:ext uri="{FF2B5EF4-FFF2-40B4-BE49-F238E27FC236}">
                  <a16:creationId xmlns:a16="http://schemas.microsoft.com/office/drawing/2014/main" id="{7A3D2300-921C-4F0A-AC5A-01FD51F5A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6" y="3430"/>
              <a:ext cx="23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96" name="Oval 2256">
              <a:extLst>
                <a:ext uri="{FF2B5EF4-FFF2-40B4-BE49-F238E27FC236}">
                  <a16:creationId xmlns:a16="http://schemas.microsoft.com/office/drawing/2014/main" id="{0DE473D8-8BF5-4942-977E-1B2C4FE34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" y="3367"/>
              <a:ext cx="23" cy="14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97" name="Oval 2257">
              <a:extLst>
                <a:ext uri="{FF2B5EF4-FFF2-40B4-BE49-F238E27FC236}">
                  <a16:creationId xmlns:a16="http://schemas.microsoft.com/office/drawing/2014/main" id="{7ECA4705-9220-4151-9C89-076833E6D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0" y="3395"/>
              <a:ext cx="23" cy="14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98" name="Oval 2258">
              <a:extLst>
                <a:ext uri="{FF2B5EF4-FFF2-40B4-BE49-F238E27FC236}">
                  <a16:creationId xmlns:a16="http://schemas.microsoft.com/office/drawing/2014/main" id="{A5EAA8DC-4954-49A0-A837-D3B584C3B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4" y="3372"/>
              <a:ext cx="23" cy="15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299" name="Oval 2259">
              <a:extLst>
                <a:ext uri="{FF2B5EF4-FFF2-40B4-BE49-F238E27FC236}">
                  <a16:creationId xmlns:a16="http://schemas.microsoft.com/office/drawing/2014/main" id="{222F46AA-EA73-4697-910D-78994D6BA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3429"/>
              <a:ext cx="23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300" name="Oval 2260">
              <a:extLst>
                <a:ext uri="{FF2B5EF4-FFF2-40B4-BE49-F238E27FC236}">
                  <a16:creationId xmlns:a16="http://schemas.microsoft.com/office/drawing/2014/main" id="{8FFB5801-6CD3-4173-9EC5-7B2B8BDE8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3375"/>
              <a:ext cx="23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301" name="Oval 2261">
              <a:extLst>
                <a:ext uri="{FF2B5EF4-FFF2-40B4-BE49-F238E27FC236}">
                  <a16:creationId xmlns:a16="http://schemas.microsoft.com/office/drawing/2014/main" id="{71A1F684-00B9-4D78-AD79-F7DB758EC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9" y="3365"/>
              <a:ext cx="23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302" name="Freeform 2262">
              <a:extLst>
                <a:ext uri="{FF2B5EF4-FFF2-40B4-BE49-F238E27FC236}">
                  <a16:creationId xmlns:a16="http://schemas.microsoft.com/office/drawing/2014/main" id="{3B8242C4-63C7-4B4E-B58F-7F53141F4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367"/>
              <a:ext cx="23" cy="21"/>
            </a:xfrm>
            <a:custGeom>
              <a:avLst/>
              <a:gdLst>
                <a:gd name="T0" fmla="*/ 28 w 20"/>
                <a:gd name="T1" fmla="*/ 2 h 17"/>
                <a:gd name="T2" fmla="*/ 20 w 20"/>
                <a:gd name="T3" fmla="*/ 23 h 17"/>
                <a:gd name="T4" fmla="*/ 2 w 20"/>
                <a:gd name="T5" fmla="*/ 26 h 17"/>
                <a:gd name="T6" fmla="*/ 10 w 20"/>
                <a:gd name="T7" fmla="*/ 7 h 17"/>
                <a:gd name="T8" fmla="*/ 28 w 20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18" y="2"/>
                  </a:moveTo>
                  <a:cubicBezTo>
                    <a:pt x="20" y="4"/>
                    <a:pt x="17" y="9"/>
                    <a:pt x="13" y="12"/>
                  </a:cubicBezTo>
                  <a:cubicBezTo>
                    <a:pt x="8" y="16"/>
                    <a:pt x="3" y="17"/>
                    <a:pt x="2" y="14"/>
                  </a:cubicBezTo>
                  <a:cubicBezTo>
                    <a:pt x="0" y="12"/>
                    <a:pt x="2" y="8"/>
                    <a:pt x="7" y="4"/>
                  </a:cubicBezTo>
                  <a:cubicBezTo>
                    <a:pt x="11" y="1"/>
                    <a:pt x="16" y="0"/>
                    <a:pt x="18" y="2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03" name="Freeform 2263">
              <a:extLst>
                <a:ext uri="{FF2B5EF4-FFF2-40B4-BE49-F238E27FC236}">
                  <a16:creationId xmlns:a16="http://schemas.microsoft.com/office/drawing/2014/main" id="{19D2F234-D70D-4125-8C95-2F8329EB3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286"/>
              <a:ext cx="23" cy="21"/>
            </a:xfrm>
            <a:custGeom>
              <a:avLst/>
              <a:gdLst>
                <a:gd name="T0" fmla="*/ 28 w 20"/>
                <a:gd name="T1" fmla="*/ 2 h 17"/>
                <a:gd name="T2" fmla="*/ 20 w 20"/>
                <a:gd name="T3" fmla="*/ 23 h 17"/>
                <a:gd name="T4" fmla="*/ 2 w 20"/>
                <a:gd name="T5" fmla="*/ 26 h 17"/>
                <a:gd name="T6" fmla="*/ 10 w 20"/>
                <a:gd name="T7" fmla="*/ 7 h 17"/>
                <a:gd name="T8" fmla="*/ 28 w 20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18" y="2"/>
                  </a:moveTo>
                  <a:cubicBezTo>
                    <a:pt x="20" y="4"/>
                    <a:pt x="18" y="9"/>
                    <a:pt x="13" y="12"/>
                  </a:cubicBezTo>
                  <a:cubicBezTo>
                    <a:pt x="9" y="16"/>
                    <a:pt x="4" y="17"/>
                    <a:pt x="2" y="14"/>
                  </a:cubicBezTo>
                  <a:cubicBezTo>
                    <a:pt x="0" y="12"/>
                    <a:pt x="3" y="8"/>
                    <a:pt x="7" y="4"/>
                  </a:cubicBezTo>
                  <a:cubicBezTo>
                    <a:pt x="11" y="1"/>
                    <a:pt x="16" y="0"/>
                    <a:pt x="18" y="2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04" name="Freeform 2264">
              <a:extLst>
                <a:ext uri="{FF2B5EF4-FFF2-40B4-BE49-F238E27FC236}">
                  <a16:creationId xmlns:a16="http://schemas.microsoft.com/office/drawing/2014/main" id="{4F108B64-1E8C-48DD-8725-CDC360ADC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197"/>
              <a:ext cx="17" cy="24"/>
            </a:xfrm>
            <a:custGeom>
              <a:avLst/>
              <a:gdLst>
                <a:gd name="T0" fmla="*/ 18 w 15"/>
                <a:gd name="T1" fmla="*/ 1 h 20"/>
                <a:gd name="T2" fmla="*/ 18 w 15"/>
                <a:gd name="T3" fmla="*/ 23 h 20"/>
                <a:gd name="T4" fmla="*/ 2 w 15"/>
                <a:gd name="T5" fmla="*/ 34 h 20"/>
                <a:gd name="T6" fmla="*/ 3 w 15"/>
                <a:gd name="T7" fmla="*/ 14 h 20"/>
                <a:gd name="T8" fmla="*/ 18 w 15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12" y="1"/>
                  </a:moveTo>
                  <a:cubicBezTo>
                    <a:pt x="15" y="3"/>
                    <a:pt x="14" y="8"/>
                    <a:pt x="12" y="13"/>
                  </a:cubicBezTo>
                  <a:cubicBezTo>
                    <a:pt x="9" y="17"/>
                    <a:pt x="5" y="20"/>
                    <a:pt x="2" y="19"/>
                  </a:cubicBezTo>
                  <a:cubicBezTo>
                    <a:pt x="0" y="18"/>
                    <a:pt x="0" y="12"/>
                    <a:pt x="3" y="8"/>
                  </a:cubicBezTo>
                  <a:cubicBezTo>
                    <a:pt x="6" y="3"/>
                    <a:pt x="10" y="0"/>
                    <a:pt x="12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05" name="Freeform 2265">
              <a:extLst>
                <a:ext uri="{FF2B5EF4-FFF2-40B4-BE49-F238E27FC236}">
                  <a16:creationId xmlns:a16="http://schemas.microsoft.com/office/drawing/2014/main" id="{155EA319-F0C6-4070-9DCE-3A1410F74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167"/>
              <a:ext cx="14" cy="26"/>
            </a:xfrm>
            <a:custGeom>
              <a:avLst/>
              <a:gdLst>
                <a:gd name="T0" fmla="*/ 13 w 12"/>
                <a:gd name="T1" fmla="*/ 0 h 21"/>
                <a:gd name="T2" fmla="*/ 18 w 12"/>
                <a:gd name="T3" fmla="*/ 21 h 21"/>
                <a:gd name="T4" fmla="*/ 7 w 12"/>
                <a:gd name="T5" fmla="*/ 38 h 21"/>
                <a:gd name="T6" fmla="*/ 1 w 12"/>
                <a:gd name="T7" fmla="*/ 17 h 21"/>
                <a:gd name="T8" fmla="*/ 13 w 1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8" y="0"/>
                  </a:moveTo>
                  <a:cubicBezTo>
                    <a:pt x="11" y="1"/>
                    <a:pt x="12" y="6"/>
                    <a:pt x="11" y="11"/>
                  </a:cubicBezTo>
                  <a:cubicBezTo>
                    <a:pt x="10" y="17"/>
                    <a:pt x="7" y="21"/>
                    <a:pt x="4" y="20"/>
                  </a:cubicBezTo>
                  <a:cubicBezTo>
                    <a:pt x="1" y="20"/>
                    <a:pt x="0" y="15"/>
                    <a:pt x="1" y="9"/>
                  </a:cubicBezTo>
                  <a:cubicBezTo>
                    <a:pt x="2" y="4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06" name="Freeform 2266">
              <a:extLst>
                <a:ext uri="{FF2B5EF4-FFF2-40B4-BE49-F238E27FC236}">
                  <a16:creationId xmlns:a16="http://schemas.microsoft.com/office/drawing/2014/main" id="{18F91340-1592-4BD3-A18A-1A51AD574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061"/>
              <a:ext cx="12" cy="24"/>
            </a:xfrm>
            <a:custGeom>
              <a:avLst/>
              <a:gdLst>
                <a:gd name="T0" fmla="*/ 8 w 10"/>
                <a:gd name="T1" fmla="*/ 0 h 20"/>
                <a:gd name="T2" fmla="*/ 17 w 10"/>
                <a:gd name="T3" fmla="*/ 17 h 20"/>
                <a:gd name="T4" fmla="*/ 8 w 10"/>
                <a:gd name="T5" fmla="*/ 35 h 20"/>
                <a:gd name="T6" fmla="*/ 0 w 10"/>
                <a:gd name="T7" fmla="*/ 17 h 20"/>
                <a:gd name="T8" fmla="*/ 8 w 1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0">
                  <a:moveTo>
                    <a:pt x="5" y="0"/>
                  </a:moveTo>
                  <a:cubicBezTo>
                    <a:pt x="7" y="0"/>
                    <a:pt x="10" y="4"/>
                    <a:pt x="10" y="10"/>
                  </a:cubicBezTo>
                  <a:cubicBezTo>
                    <a:pt x="10" y="15"/>
                    <a:pt x="8" y="20"/>
                    <a:pt x="5" y="20"/>
                  </a:cubicBezTo>
                  <a:cubicBezTo>
                    <a:pt x="2" y="20"/>
                    <a:pt x="0" y="15"/>
                    <a:pt x="0" y="10"/>
                  </a:cubicBezTo>
                  <a:cubicBezTo>
                    <a:pt x="0" y="4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07" name="Freeform 2267">
              <a:extLst>
                <a:ext uri="{FF2B5EF4-FFF2-40B4-BE49-F238E27FC236}">
                  <a16:creationId xmlns:a16="http://schemas.microsoft.com/office/drawing/2014/main" id="{12AD8E4E-8830-438B-8798-EE1D53891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956"/>
              <a:ext cx="16" cy="26"/>
            </a:xfrm>
            <a:custGeom>
              <a:avLst/>
              <a:gdLst>
                <a:gd name="T0" fmla="*/ 7 w 14"/>
                <a:gd name="T1" fmla="*/ 1 h 21"/>
                <a:gd name="T2" fmla="*/ 18 w 14"/>
                <a:gd name="T3" fmla="*/ 17 h 21"/>
                <a:gd name="T4" fmla="*/ 17 w 14"/>
                <a:gd name="T5" fmla="*/ 38 h 21"/>
                <a:gd name="T6" fmla="*/ 2 w 14"/>
                <a:gd name="T7" fmla="*/ 24 h 21"/>
                <a:gd name="T8" fmla="*/ 7 w 14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4" y="1"/>
                  </a:moveTo>
                  <a:cubicBezTo>
                    <a:pt x="6" y="0"/>
                    <a:pt x="10" y="3"/>
                    <a:pt x="12" y="9"/>
                  </a:cubicBezTo>
                  <a:cubicBezTo>
                    <a:pt x="14" y="14"/>
                    <a:pt x="13" y="19"/>
                    <a:pt x="11" y="20"/>
                  </a:cubicBezTo>
                  <a:cubicBezTo>
                    <a:pt x="8" y="21"/>
                    <a:pt x="4" y="17"/>
                    <a:pt x="2" y="12"/>
                  </a:cubicBezTo>
                  <a:cubicBezTo>
                    <a:pt x="0" y="7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08" name="Freeform 2268">
              <a:extLst>
                <a:ext uri="{FF2B5EF4-FFF2-40B4-BE49-F238E27FC236}">
                  <a16:creationId xmlns:a16="http://schemas.microsoft.com/office/drawing/2014/main" id="{AF3F652A-A644-44C6-9D50-D5CB82B81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834"/>
              <a:ext cx="15" cy="25"/>
            </a:xfrm>
            <a:custGeom>
              <a:avLst/>
              <a:gdLst>
                <a:gd name="T0" fmla="*/ 3 w 13"/>
                <a:gd name="T1" fmla="*/ 1 h 21"/>
                <a:gd name="T2" fmla="*/ 17 w 13"/>
                <a:gd name="T3" fmla="*/ 14 h 21"/>
                <a:gd name="T4" fmla="*/ 16 w 13"/>
                <a:gd name="T5" fmla="*/ 35 h 21"/>
                <a:gd name="T6" fmla="*/ 2 w 13"/>
                <a:gd name="T7" fmla="*/ 20 h 21"/>
                <a:gd name="T8" fmla="*/ 3 w 13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3" y="1"/>
                  </a:moveTo>
                  <a:cubicBezTo>
                    <a:pt x="5" y="0"/>
                    <a:pt x="9" y="3"/>
                    <a:pt x="11" y="8"/>
                  </a:cubicBezTo>
                  <a:cubicBezTo>
                    <a:pt x="13" y="14"/>
                    <a:pt x="12" y="19"/>
                    <a:pt x="10" y="20"/>
                  </a:cubicBezTo>
                  <a:cubicBezTo>
                    <a:pt x="7" y="21"/>
                    <a:pt x="3" y="17"/>
                    <a:pt x="2" y="12"/>
                  </a:cubicBezTo>
                  <a:cubicBezTo>
                    <a:pt x="0" y="7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09" name="Freeform 2269">
              <a:extLst>
                <a:ext uri="{FF2B5EF4-FFF2-40B4-BE49-F238E27FC236}">
                  <a16:creationId xmlns:a16="http://schemas.microsoft.com/office/drawing/2014/main" id="{EBC7F31B-ED2B-4950-AB7A-D35F9CAE6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761"/>
              <a:ext cx="20" cy="24"/>
            </a:xfrm>
            <a:custGeom>
              <a:avLst/>
              <a:gdLst>
                <a:gd name="T0" fmla="*/ 2 w 17"/>
                <a:gd name="T1" fmla="*/ 5 h 19"/>
                <a:gd name="T2" fmla="*/ 21 w 17"/>
                <a:gd name="T3" fmla="*/ 14 h 19"/>
                <a:gd name="T4" fmla="*/ 25 w 17"/>
                <a:gd name="T5" fmla="*/ 37 h 19"/>
                <a:gd name="T6" fmla="*/ 8 w 17"/>
                <a:gd name="T7" fmla="*/ 25 h 19"/>
                <a:gd name="T8" fmla="*/ 2 w 17"/>
                <a:gd name="T9" fmla="*/ 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2" y="2"/>
                  </a:moveTo>
                  <a:cubicBezTo>
                    <a:pt x="4" y="0"/>
                    <a:pt x="9" y="2"/>
                    <a:pt x="13" y="7"/>
                  </a:cubicBezTo>
                  <a:cubicBezTo>
                    <a:pt x="16" y="11"/>
                    <a:pt x="17" y="16"/>
                    <a:pt x="15" y="18"/>
                  </a:cubicBezTo>
                  <a:cubicBezTo>
                    <a:pt x="13" y="19"/>
                    <a:pt x="8" y="17"/>
                    <a:pt x="5" y="13"/>
                  </a:cubicBezTo>
                  <a:cubicBezTo>
                    <a:pt x="1" y="9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10" name="Freeform 2270">
              <a:extLst>
                <a:ext uri="{FF2B5EF4-FFF2-40B4-BE49-F238E27FC236}">
                  <a16:creationId xmlns:a16="http://schemas.microsoft.com/office/drawing/2014/main" id="{1B5E9AA4-57CE-4A1D-B588-BF78E1EFC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664"/>
              <a:ext cx="23" cy="20"/>
            </a:xfrm>
            <a:custGeom>
              <a:avLst/>
              <a:gdLst>
                <a:gd name="T0" fmla="*/ 1 w 20"/>
                <a:gd name="T1" fmla="*/ 5 h 16"/>
                <a:gd name="T2" fmla="*/ 18 w 20"/>
                <a:gd name="T3" fmla="*/ 8 h 16"/>
                <a:gd name="T4" fmla="*/ 28 w 20"/>
                <a:gd name="T5" fmla="*/ 25 h 16"/>
                <a:gd name="T6" fmla="*/ 10 w 20"/>
                <a:gd name="T7" fmla="*/ 24 h 16"/>
                <a:gd name="T8" fmla="*/ 1 w 20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" y="2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17" y="7"/>
                    <a:pt x="20" y="11"/>
                    <a:pt x="18" y="13"/>
                  </a:cubicBezTo>
                  <a:cubicBezTo>
                    <a:pt x="17" y="16"/>
                    <a:pt x="12" y="15"/>
                    <a:pt x="7" y="12"/>
                  </a:cubicBezTo>
                  <a:cubicBezTo>
                    <a:pt x="2" y="9"/>
                    <a:pt x="0" y="5"/>
                    <a:pt x="1" y="2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11" name="Freeform 2271">
              <a:extLst>
                <a:ext uri="{FF2B5EF4-FFF2-40B4-BE49-F238E27FC236}">
                  <a16:creationId xmlns:a16="http://schemas.microsoft.com/office/drawing/2014/main" id="{4785D03B-CC81-4545-9694-2C2A9CA16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702"/>
              <a:ext cx="23" cy="20"/>
            </a:xfrm>
            <a:custGeom>
              <a:avLst/>
              <a:gdLst>
                <a:gd name="T0" fmla="*/ 1 w 20"/>
                <a:gd name="T1" fmla="*/ 6 h 16"/>
                <a:gd name="T2" fmla="*/ 20 w 20"/>
                <a:gd name="T3" fmla="*/ 8 h 16"/>
                <a:gd name="T4" fmla="*/ 28 w 20"/>
                <a:gd name="T5" fmla="*/ 29 h 16"/>
                <a:gd name="T6" fmla="*/ 10 w 20"/>
                <a:gd name="T7" fmla="*/ 24 h 16"/>
                <a:gd name="T8" fmla="*/ 1 w 20"/>
                <a:gd name="T9" fmla="*/ 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" y="3"/>
                  </a:moveTo>
                  <a:cubicBezTo>
                    <a:pt x="3" y="0"/>
                    <a:pt x="8" y="1"/>
                    <a:pt x="13" y="4"/>
                  </a:cubicBezTo>
                  <a:cubicBezTo>
                    <a:pt x="17" y="7"/>
                    <a:pt x="20" y="11"/>
                    <a:pt x="18" y="14"/>
                  </a:cubicBezTo>
                  <a:cubicBezTo>
                    <a:pt x="17" y="16"/>
                    <a:pt x="12" y="15"/>
                    <a:pt x="7" y="12"/>
                  </a:cubicBezTo>
                  <a:cubicBezTo>
                    <a:pt x="2" y="9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12" name="Freeform 2272">
              <a:extLst>
                <a:ext uri="{FF2B5EF4-FFF2-40B4-BE49-F238E27FC236}">
                  <a16:creationId xmlns:a16="http://schemas.microsoft.com/office/drawing/2014/main" id="{F5299163-BC3D-424B-BDC5-E756D74F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690"/>
              <a:ext cx="24" cy="16"/>
            </a:xfrm>
            <a:custGeom>
              <a:avLst/>
              <a:gdLst>
                <a:gd name="T0" fmla="*/ 0 w 21"/>
                <a:gd name="T1" fmla="*/ 7 h 13"/>
                <a:gd name="T2" fmla="*/ 17 w 21"/>
                <a:gd name="T3" fmla="*/ 2 h 13"/>
                <a:gd name="T4" fmla="*/ 30 w 21"/>
                <a:gd name="T5" fmla="*/ 17 h 13"/>
                <a:gd name="T6" fmla="*/ 13 w 21"/>
                <a:gd name="T7" fmla="*/ 21 h 13"/>
                <a:gd name="T8" fmla="*/ 0 w 21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3">
                  <a:moveTo>
                    <a:pt x="0" y="4"/>
                  </a:moveTo>
                  <a:cubicBezTo>
                    <a:pt x="1" y="1"/>
                    <a:pt x="6" y="0"/>
                    <a:pt x="11" y="2"/>
                  </a:cubicBezTo>
                  <a:cubicBezTo>
                    <a:pt x="17" y="3"/>
                    <a:pt x="21" y="6"/>
                    <a:pt x="20" y="9"/>
                  </a:cubicBezTo>
                  <a:cubicBezTo>
                    <a:pt x="19" y="12"/>
                    <a:pt x="14" y="13"/>
                    <a:pt x="9" y="11"/>
                  </a:cubicBezTo>
                  <a:cubicBezTo>
                    <a:pt x="4" y="10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13" name="Freeform 2273">
              <a:extLst>
                <a:ext uri="{FF2B5EF4-FFF2-40B4-BE49-F238E27FC236}">
                  <a16:creationId xmlns:a16="http://schemas.microsoft.com/office/drawing/2014/main" id="{95BE9DF9-A672-4B0E-A80D-7F9F0DB5E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785"/>
              <a:ext cx="492" cy="40"/>
            </a:xfrm>
            <a:custGeom>
              <a:avLst/>
              <a:gdLst>
                <a:gd name="T0" fmla="*/ 0 w 428"/>
                <a:gd name="T1" fmla="*/ 0 h 33"/>
                <a:gd name="T2" fmla="*/ 298 w 428"/>
                <a:gd name="T3" fmla="*/ 25 h 33"/>
                <a:gd name="T4" fmla="*/ 651 w 428"/>
                <a:gd name="T5" fmla="*/ 2 h 33"/>
                <a:gd name="T6" fmla="*/ 444 w 428"/>
                <a:gd name="T7" fmla="*/ 56 h 33"/>
                <a:gd name="T8" fmla="*/ 246 w 428"/>
                <a:gd name="T9" fmla="*/ 56 h 33"/>
                <a:gd name="T10" fmla="*/ 87 w 428"/>
                <a:gd name="T11" fmla="*/ 42 h 33"/>
                <a:gd name="T12" fmla="*/ 10 w 428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8" h="33">
                  <a:moveTo>
                    <a:pt x="0" y="0"/>
                  </a:moveTo>
                  <a:cubicBezTo>
                    <a:pt x="46" y="30"/>
                    <a:pt x="142" y="11"/>
                    <a:pt x="196" y="14"/>
                  </a:cubicBezTo>
                  <a:cubicBezTo>
                    <a:pt x="274" y="17"/>
                    <a:pt x="351" y="4"/>
                    <a:pt x="428" y="2"/>
                  </a:cubicBezTo>
                  <a:cubicBezTo>
                    <a:pt x="381" y="17"/>
                    <a:pt x="344" y="31"/>
                    <a:pt x="292" y="31"/>
                  </a:cubicBezTo>
                  <a:cubicBezTo>
                    <a:pt x="249" y="31"/>
                    <a:pt x="205" y="33"/>
                    <a:pt x="162" y="31"/>
                  </a:cubicBezTo>
                  <a:cubicBezTo>
                    <a:pt x="128" y="30"/>
                    <a:pt x="90" y="32"/>
                    <a:pt x="57" y="24"/>
                  </a:cubicBezTo>
                  <a:cubicBezTo>
                    <a:pt x="37" y="19"/>
                    <a:pt x="25" y="5"/>
                    <a:pt x="7" y="0"/>
                  </a:cubicBezTo>
                </a:path>
              </a:pathLst>
            </a:custGeom>
            <a:solidFill>
              <a:srgbClr val="F98F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14" name="Freeform 2274">
              <a:extLst>
                <a:ext uri="{FF2B5EF4-FFF2-40B4-BE49-F238E27FC236}">
                  <a16:creationId xmlns:a16="http://schemas.microsoft.com/office/drawing/2014/main" id="{70C3AB27-B92A-4A93-8987-92FCA700B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815"/>
              <a:ext cx="286" cy="10"/>
            </a:xfrm>
            <a:custGeom>
              <a:avLst/>
              <a:gdLst>
                <a:gd name="T0" fmla="*/ 1 w 249"/>
                <a:gd name="T1" fmla="*/ 8 h 8"/>
                <a:gd name="T2" fmla="*/ 75 w 249"/>
                <a:gd name="T3" fmla="*/ 10 h 8"/>
                <a:gd name="T4" fmla="*/ 194 w 249"/>
                <a:gd name="T5" fmla="*/ 14 h 8"/>
                <a:gd name="T6" fmla="*/ 377 w 249"/>
                <a:gd name="T7" fmla="*/ 0 h 8"/>
                <a:gd name="T8" fmla="*/ 268 w 249"/>
                <a:gd name="T9" fmla="*/ 1 h 8"/>
                <a:gd name="T10" fmla="*/ 160 w 249"/>
                <a:gd name="T11" fmla="*/ 1 h 8"/>
                <a:gd name="T12" fmla="*/ 48 w 249"/>
                <a:gd name="T13" fmla="*/ 6 h 8"/>
                <a:gd name="T14" fmla="*/ 0 w 249"/>
                <a:gd name="T15" fmla="*/ 8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8">
                  <a:moveTo>
                    <a:pt x="1" y="4"/>
                  </a:moveTo>
                  <a:cubicBezTo>
                    <a:pt x="18" y="4"/>
                    <a:pt x="33" y="5"/>
                    <a:pt x="50" y="5"/>
                  </a:cubicBezTo>
                  <a:cubicBezTo>
                    <a:pt x="76" y="6"/>
                    <a:pt x="102" y="6"/>
                    <a:pt x="128" y="7"/>
                  </a:cubicBezTo>
                  <a:cubicBezTo>
                    <a:pt x="169" y="8"/>
                    <a:pt x="212" y="6"/>
                    <a:pt x="249" y="0"/>
                  </a:cubicBezTo>
                  <a:cubicBezTo>
                    <a:pt x="225" y="0"/>
                    <a:pt x="201" y="1"/>
                    <a:pt x="177" y="1"/>
                  </a:cubicBezTo>
                  <a:cubicBezTo>
                    <a:pt x="153" y="2"/>
                    <a:pt x="129" y="1"/>
                    <a:pt x="105" y="1"/>
                  </a:cubicBezTo>
                  <a:cubicBezTo>
                    <a:pt x="81" y="1"/>
                    <a:pt x="56" y="3"/>
                    <a:pt x="32" y="3"/>
                  </a:cubicBezTo>
                  <a:cubicBezTo>
                    <a:pt x="22" y="3"/>
                    <a:pt x="8" y="3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15" name="Line 2275">
              <a:extLst>
                <a:ext uri="{FF2B5EF4-FFF2-40B4-BE49-F238E27FC236}">
                  <a16:creationId xmlns:a16="http://schemas.microsoft.com/office/drawing/2014/main" id="{D812EAC8-60EB-412D-AAE9-4238D1513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8" y="3326"/>
              <a:ext cx="1" cy="196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16" name="Line 2276">
              <a:extLst>
                <a:ext uri="{FF2B5EF4-FFF2-40B4-BE49-F238E27FC236}">
                  <a16:creationId xmlns:a16="http://schemas.microsoft.com/office/drawing/2014/main" id="{70B43F52-BD72-4CEB-A4E4-DB130A1463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8" y="2548"/>
              <a:ext cx="1" cy="198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317" name="Freeform 2277">
              <a:extLst>
                <a:ext uri="{FF2B5EF4-FFF2-40B4-BE49-F238E27FC236}">
                  <a16:creationId xmlns:a16="http://schemas.microsoft.com/office/drawing/2014/main" id="{982AEC6A-1E8B-4A02-A1B0-E041DDCCC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875"/>
              <a:ext cx="89" cy="324"/>
            </a:xfrm>
            <a:custGeom>
              <a:avLst/>
              <a:gdLst>
                <a:gd name="T0" fmla="*/ 0 w 78"/>
                <a:gd name="T1" fmla="*/ 0 h 264"/>
                <a:gd name="T2" fmla="*/ 0 w 78"/>
                <a:gd name="T3" fmla="*/ 488 h 264"/>
                <a:gd name="T4" fmla="*/ 0 w 78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64">
                  <a:moveTo>
                    <a:pt x="0" y="0"/>
                  </a:moveTo>
                  <a:cubicBezTo>
                    <a:pt x="0" y="0"/>
                    <a:pt x="65" y="112"/>
                    <a:pt x="0" y="264"/>
                  </a:cubicBezTo>
                  <a:cubicBezTo>
                    <a:pt x="0" y="264"/>
                    <a:pt x="78" y="1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2" name="arterial-atherothrombosis-thrombus-formation">
            <a:extLst>
              <a:ext uri="{FF2B5EF4-FFF2-40B4-BE49-F238E27FC236}">
                <a16:creationId xmlns:a16="http://schemas.microsoft.com/office/drawing/2014/main" id="{CD087225-1A00-40B1-B996-22138647EA97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4191000"/>
            <a:ext cx="1598613" cy="1395413"/>
            <a:chOff x="1680" y="2621"/>
            <a:chExt cx="1007" cy="879"/>
          </a:xfrm>
        </p:grpSpPr>
        <p:grpSp>
          <p:nvGrpSpPr>
            <p:cNvPr id="111810" name="Group 2279">
              <a:extLst>
                <a:ext uri="{FF2B5EF4-FFF2-40B4-BE49-F238E27FC236}">
                  <a16:creationId xmlns:a16="http://schemas.microsoft.com/office/drawing/2014/main" id="{3E4F27C7-AB51-4394-8F79-CF4CC19EF5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0" y="2621"/>
              <a:ext cx="1007" cy="879"/>
              <a:chOff x="1680" y="2621"/>
              <a:chExt cx="1007" cy="879"/>
            </a:xfrm>
          </p:grpSpPr>
          <p:sp>
            <p:nvSpPr>
              <p:cNvPr id="111966" name="Freeform 2280">
                <a:extLst>
                  <a:ext uri="{FF2B5EF4-FFF2-40B4-BE49-F238E27FC236}">
                    <a16:creationId xmlns:a16="http://schemas.microsoft.com/office/drawing/2014/main" id="{8281A9FA-F93D-4753-9274-9CD9738CD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621"/>
                <a:ext cx="934" cy="878"/>
              </a:xfrm>
              <a:custGeom>
                <a:avLst/>
                <a:gdLst>
                  <a:gd name="T0" fmla="*/ 938 w 925"/>
                  <a:gd name="T1" fmla="*/ 539 h 815"/>
                  <a:gd name="T2" fmla="*/ 5 w 925"/>
                  <a:gd name="T3" fmla="*/ 27 h 815"/>
                  <a:gd name="T4" fmla="*/ 2 w 925"/>
                  <a:gd name="T5" fmla="*/ 27 h 815"/>
                  <a:gd name="T6" fmla="*/ 2 w 925"/>
                  <a:gd name="T7" fmla="*/ 229 h 815"/>
                  <a:gd name="T8" fmla="*/ 3 w 925"/>
                  <a:gd name="T9" fmla="*/ 229 h 815"/>
                  <a:gd name="T10" fmla="*/ 107 w 925"/>
                  <a:gd name="T11" fmla="*/ 289 h 815"/>
                  <a:gd name="T12" fmla="*/ 110 w 925"/>
                  <a:gd name="T13" fmla="*/ 288 h 815"/>
                  <a:gd name="T14" fmla="*/ 153 w 925"/>
                  <a:gd name="T15" fmla="*/ 366 h 815"/>
                  <a:gd name="T16" fmla="*/ 153 w 925"/>
                  <a:gd name="T17" fmla="*/ 363 h 815"/>
                  <a:gd name="T18" fmla="*/ 178 w 925"/>
                  <a:gd name="T19" fmla="*/ 446 h 815"/>
                  <a:gd name="T20" fmla="*/ 178 w 925"/>
                  <a:gd name="T21" fmla="*/ 446 h 815"/>
                  <a:gd name="T22" fmla="*/ 182 w 925"/>
                  <a:gd name="T23" fmla="*/ 567 h 815"/>
                  <a:gd name="T24" fmla="*/ 181 w 925"/>
                  <a:gd name="T25" fmla="*/ 571 h 815"/>
                  <a:gd name="T26" fmla="*/ 161 w 925"/>
                  <a:gd name="T27" fmla="*/ 665 h 815"/>
                  <a:gd name="T28" fmla="*/ 159 w 925"/>
                  <a:gd name="T29" fmla="*/ 669 h 815"/>
                  <a:gd name="T30" fmla="*/ 100 w 925"/>
                  <a:gd name="T31" fmla="*/ 769 h 815"/>
                  <a:gd name="T32" fmla="*/ 99 w 925"/>
                  <a:gd name="T33" fmla="*/ 770 h 815"/>
                  <a:gd name="T34" fmla="*/ 99 w 925"/>
                  <a:gd name="T35" fmla="*/ 769 h 815"/>
                  <a:gd name="T36" fmla="*/ 3 w 925"/>
                  <a:gd name="T37" fmla="*/ 813 h 815"/>
                  <a:gd name="T38" fmla="*/ 5 w 925"/>
                  <a:gd name="T39" fmla="*/ 814 h 815"/>
                  <a:gd name="T40" fmla="*/ 2 w 925"/>
                  <a:gd name="T41" fmla="*/ 814 h 815"/>
                  <a:gd name="T42" fmla="*/ 2 w 925"/>
                  <a:gd name="T43" fmla="*/ 1019 h 815"/>
                  <a:gd name="T44" fmla="*/ 0 w 925"/>
                  <a:gd name="T45" fmla="*/ 1019 h 815"/>
                  <a:gd name="T46" fmla="*/ 5 w 925"/>
                  <a:gd name="T47" fmla="*/ 1019 h 815"/>
                  <a:gd name="T48" fmla="*/ 938 w 925"/>
                  <a:gd name="T49" fmla="*/ 539 h 8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25" h="815">
                    <a:moveTo>
                      <a:pt x="911" y="431"/>
                    </a:moveTo>
                    <a:cubicBezTo>
                      <a:pt x="895" y="0"/>
                      <a:pt x="163" y="21"/>
                      <a:pt x="5" y="21"/>
                    </a:cubicBezTo>
                    <a:cubicBezTo>
                      <a:pt x="4" y="21"/>
                      <a:pt x="3" y="21"/>
                      <a:pt x="2" y="21"/>
                    </a:cubicBezTo>
                    <a:cubicBezTo>
                      <a:pt x="2" y="184"/>
                      <a:pt x="2" y="184"/>
                      <a:pt x="2" y="184"/>
                    </a:cubicBezTo>
                    <a:cubicBezTo>
                      <a:pt x="3" y="184"/>
                      <a:pt x="3" y="184"/>
                      <a:pt x="3" y="184"/>
                    </a:cubicBezTo>
                    <a:cubicBezTo>
                      <a:pt x="30" y="234"/>
                      <a:pt x="89" y="233"/>
                      <a:pt x="104" y="231"/>
                    </a:cubicBezTo>
                    <a:cubicBezTo>
                      <a:pt x="105" y="232"/>
                      <a:pt x="107" y="229"/>
                      <a:pt x="107" y="230"/>
                    </a:cubicBezTo>
                    <a:cubicBezTo>
                      <a:pt x="94" y="294"/>
                      <a:pt x="141" y="295"/>
                      <a:pt x="150" y="293"/>
                    </a:cubicBezTo>
                    <a:cubicBezTo>
                      <a:pt x="150" y="294"/>
                      <a:pt x="150" y="291"/>
                      <a:pt x="150" y="291"/>
                    </a:cubicBezTo>
                    <a:cubicBezTo>
                      <a:pt x="130" y="343"/>
                      <a:pt x="167" y="355"/>
                      <a:pt x="172" y="356"/>
                    </a:cubicBezTo>
                    <a:cubicBezTo>
                      <a:pt x="172" y="356"/>
                      <a:pt x="172" y="355"/>
                      <a:pt x="172" y="356"/>
                    </a:cubicBezTo>
                    <a:cubicBezTo>
                      <a:pt x="143" y="391"/>
                      <a:pt x="169" y="442"/>
                      <a:pt x="176" y="453"/>
                    </a:cubicBezTo>
                    <a:cubicBezTo>
                      <a:pt x="176" y="455"/>
                      <a:pt x="175" y="456"/>
                      <a:pt x="175" y="457"/>
                    </a:cubicBezTo>
                    <a:cubicBezTo>
                      <a:pt x="139" y="484"/>
                      <a:pt x="151" y="522"/>
                      <a:pt x="155" y="532"/>
                    </a:cubicBezTo>
                    <a:cubicBezTo>
                      <a:pt x="155" y="533"/>
                      <a:pt x="155" y="534"/>
                      <a:pt x="154" y="535"/>
                    </a:cubicBezTo>
                    <a:cubicBezTo>
                      <a:pt x="86" y="544"/>
                      <a:pt x="96" y="614"/>
                      <a:pt x="97" y="615"/>
                    </a:cubicBezTo>
                    <a:cubicBezTo>
                      <a:pt x="96" y="615"/>
                      <a:pt x="96" y="615"/>
                      <a:pt x="96" y="616"/>
                    </a:cubicBezTo>
                    <a:cubicBezTo>
                      <a:pt x="96" y="615"/>
                      <a:pt x="96" y="615"/>
                      <a:pt x="96" y="615"/>
                    </a:cubicBezTo>
                    <a:cubicBezTo>
                      <a:pt x="28" y="590"/>
                      <a:pt x="3" y="651"/>
                      <a:pt x="3" y="651"/>
                    </a:cubicBezTo>
                    <a:cubicBezTo>
                      <a:pt x="4" y="652"/>
                      <a:pt x="4" y="652"/>
                      <a:pt x="5" y="652"/>
                    </a:cubicBezTo>
                    <a:cubicBezTo>
                      <a:pt x="4" y="652"/>
                      <a:pt x="3" y="652"/>
                      <a:pt x="2" y="652"/>
                    </a:cubicBezTo>
                    <a:cubicBezTo>
                      <a:pt x="2" y="815"/>
                      <a:pt x="2" y="815"/>
                      <a:pt x="2" y="815"/>
                    </a:cubicBezTo>
                    <a:cubicBezTo>
                      <a:pt x="0" y="815"/>
                      <a:pt x="0" y="815"/>
                      <a:pt x="0" y="815"/>
                    </a:cubicBezTo>
                    <a:cubicBezTo>
                      <a:pt x="2" y="815"/>
                      <a:pt x="3" y="815"/>
                      <a:pt x="5" y="815"/>
                    </a:cubicBezTo>
                    <a:cubicBezTo>
                      <a:pt x="163" y="815"/>
                      <a:pt x="925" y="807"/>
                      <a:pt x="911" y="43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67" name="Freeform 2281">
                <a:extLst>
                  <a:ext uri="{FF2B5EF4-FFF2-40B4-BE49-F238E27FC236}">
                    <a16:creationId xmlns:a16="http://schemas.microsoft.com/office/drawing/2014/main" id="{7AB09D3A-99C7-4A63-9B70-47DB94BBB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115"/>
                <a:ext cx="921" cy="299"/>
              </a:xfrm>
              <a:custGeom>
                <a:avLst/>
                <a:gdLst>
                  <a:gd name="T0" fmla="*/ 909 w 912"/>
                  <a:gd name="T1" fmla="*/ 10 h 277"/>
                  <a:gd name="T2" fmla="*/ 815 w 912"/>
                  <a:gd name="T3" fmla="*/ 26 h 277"/>
                  <a:gd name="T4" fmla="*/ 598 w 912"/>
                  <a:gd name="T5" fmla="*/ 51 h 277"/>
                  <a:gd name="T6" fmla="*/ 276 w 912"/>
                  <a:gd name="T7" fmla="*/ 68 h 277"/>
                  <a:gd name="T8" fmla="*/ 152 w 912"/>
                  <a:gd name="T9" fmla="*/ 72 h 277"/>
                  <a:gd name="T10" fmla="*/ 159 w 912"/>
                  <a:gd name="T11" fmla="*/ 92 h 277"/>
                  <a:gd name="T12" fmla="*/ 158 w 912"/>
                  <a:gd name="T13" fmla="*/ 94 h 277"/>
                  <a:gd name="T14" fmla="*/ 98 w 912"/>
                  <a:gd name="T15" fmla="*/ 193 h 277"/>
                  <a:gd name="T16" fmla="*/ 98 w 912"/>
                  <a:gd name="T17" fmla="*/ 193 h 277"/>
                  <a:gd name="T18" fmla="*/ 98 w 912"/>
                  <a:gd name="T19" fmla="*/ 193 h 277"/>
                  <a:gd name="T20" fmla="*/ 1 w 912"/>
                  <a:gd name="T21" fmla="*/ 243 h 277"/>
                  <a:gd name="T22" fmla="*/ 3 w 912"/>
                  <a:gd name="T23" fmla="*/ 244 h 277"/>
                  <a:gd name="T24" fmla="*/ 0 w 912"/>
                  <a:gd name="T25" fmla="*/ 244 h 277"/>
                  <a:gd name="T26" fmla="*/ 0 w 912"/>
                  <a:gd name="T27" fmla="*/ 297 h 277"/>
                  <a:gd name="T28" fmla="*/ 40 w 912"/>
                  <a:gd name="T29" fmla="*/ 310 h 277"/>
                  <a:gd name="T30" fmla="*/ 382 w 912"/>
                  <a:gd name="T31" fmla="*/ 334 h 277"/>
                  <a:gd name="T32" fmla="*/ 585 w 912"/>
                  <a:gd name="T33" fmla="*/ 313 h 277"/>
                  <a:gd name="T34" fmla="*/ 774 w 912"/>
                  <a:gd name="T35" fmla="*/ 240 h 277"/>
                  <a:gd name="T36" fmla="*/ 864 w 912"/>
                  <a:gd name="T37" fmla="*/ 133 h 277"/>
                  <a:gd name="T38" fmla="*/ 909 w 912"/>
                  <a:gd name="T39" fmla="*/ 10 h 2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12" h="277">
                    <a:moveTo>
                      <a:pt x="882" y="7"/>
                    </a:moveTo>
                    <a:cubicBezTo>
                      <a:pt x="856" y="14"/>
                      <a:pt x="827" y="21"/>
                      <a:pt x="791" y="20"/>
                    </a:cubicBezTo>
                    <a:cubicBezTo>
                      <a:pt x="709" y="17"/>
                      <a:pt x="643" y="34"/>
                      <a:pt x="580" y="41"/>
                    </a:cubicBezTo>
                    <a:cubicBezTo>
                      <a:pt x="486" y="53"/>
                      <a:pt x="354" y="56"/>
                      <a:pt x="267" y="54"/>
                    </a:cubicBezTo>
                    <a:cubicBezTo>
                      <a:pt x="240" y="53"/>
                      <a:pt x="174" y="49"/>
                      <a:pt x="149" y="57"/>
                    </a:cubicBezTo>
                    <a:cubicBezTo>
                      <a:pt x="150" y="65"/>
                      <a:pt x="152" y="70"/>
                      <a:pt x="153" y="73"/>
                    </a:cubicBezTo>
                    <a:cubicBezTo>
                      <a:pt x="153" y="74"/>
                      <a:pt x="153" y="74"/>
                      <a:pt x="152" y="75"/>
                    </a:cubicBezTo>
                    <a:cubicBezTo>
                      <a:pt x="84" y="84"/>
                      <a:pt x="95" y="153"/>
                      <a:pt x="95" y="154"/>
                    </a:cubicBezTo>
                    <a:cubicBezTo>
                      <a:pt x="95" y="154"/>
                      <a:pt x="95" y="154"/>
                      <a:pt x="95" y="154"/>
                    </a:cubicBezTo>
                    <a:cubicBezTo>
                      <a:pt x="95" y="154"/>
                      <a:pt x="95" y="154"/>
                      <a:pt x="95" y="154"/>
                    </a:cubicBezTo>
                    <a:cubicBezTo>
                      <a:pt x="27" y="128"/>
                      <a:pt x="1" y="193"/>
                      <a:pt x="1" y="193"/>
                    </a:cubicBezTo>
                    <a:cubicBezTo>
                      <a:pt x="2" y="193"/>
                      <a:pt x="2" y="193"/>
                      <a:pt x="3" y="194"/>
                    </a:cubicBezTo>
                    <a:cubicBezTo>
                      <a:pt x="2" y="194"/>
                      <a:pt x="1" y="194"/>
                      <a:pt x="0" y="194"/>
                    </a:cubicBezTo>
                    <a:cubicBezTo>
                      <a:pt x="0" y="236"/>
                      <a:pt x="0" y="236"/>
                      <a:pt x="0" y="236"/>
                    </a:cubicBezTo>
                    <a:cubicBezTo>
                      <a:pt x="13" y="240"/>
                      <a:pt x="27" y="243"/>
                      <a:pt x="40" y="246"/>
                    </a:cubicBezTo>
                    <a:cubicBezTo>
                      <a:pt x="149" y="268"/>
                      <a:pt x="259" y="277"/>
                      <a:pt x="370" y="265"/>
                    </a:cubicBezTo>
                    <a:cubicBezTo>
                      <a:pt x="436" y="257"/>
                      <a:pt x="502" y="257"/>
                      <a:pt x="567" y="249"/>
                    </a:cubicBezTo>
                    <a:cubicBezTo>
                      <a:pt x="633" y="241"/>
                      <a:pt x="692" y="220"/>
                      <a:pt x="752" y="191"/>
                    </a:cubicBezTo>
                    <a:cubicBezTo>
                      <a:pt x="797" y="168"/>
                      <a:pt x="821" y="153"/>
                      <a:pt x="840" y="106"/>
                    </a:cubicBezTo>
                    <a:cubicBezTo>
                      <a:pt x="852" y="79"/>
                      <a:pt x="912" y="0"/>
                      <a:pt x="882" y="7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68" name="Rectangle 2282">
                <a:extLst>
                  <a:ext uri="{FF2B5EF4-FFF2-40B4-BE49-F238E27FC236}">
                    <a16:creationId xmlns:a16="http://schemas.microsoft.com/office/drawing/2014/main" id="{7C991822-6FF7-4802-B203-D48DFA5E40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2780"/>
                <a:ext cx="708" cy="38"/>
              </a:xfrm>
              <a:prstGeom prst="rect">
                <a:avLst/>
              </a:pr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969" name="Freeform 2283">
                <a:extLst>
                  <a:ext uri="{FF2B5EF4-FFF2-40B4-BE49-F238E27FC236}">
                    <a16:creationId xmlns:a16="http://schemas.microsoft.com/office/drawing/2014/main" id="{F065E3E5-DCD6-4578-AE4C-A22D6C8B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3185"/>
                <a:ext cx="860" cy="173"/>
              </a:xfrm>
              <a:custGeom>
                <a:avLst/>
                <a:gdLst>
                  <a:gd name="T0" fmla="*/ 833 w 851"/>
                  <a:gd name="T1" fmla="*/ 3 h 160"/>
                  <a:gd name="T2" fmla="*/ 744 w 851"/>
                  <a:gd name="T3" fmla="*/ 16 h 160"/>
                  <a:gd name="T4" fmla="*/ 602 w 851"/>
                  <a:gd name="T5" fmla="*/ 48 h 160"/>
                  <a:gd name="T6" fmla="*/ 409 w 851"/>
                  <a:gd name="T7" fmla="*/ 76 h 160"/>
                  <a:gd name="T8" fmla="*/ 174 w 851"/>
                  <a:gd name="T9" fmla="*/ 88 h 160"/>
                  <a:gd name="T10" fmla="*/ 98 w 851"/>
                  <a:gd name="T11" fmla="*/ 102 h 160"/>
                  <a:gd name="T12" fmla="*/ 98 w 851"/>
                  <a:gd name="T13" fmla="*/ 112 h 160"/>
                  <a:gd name="T14" fmla="*/ 98 w 851"/>
                  <a:gd name="T15" fmla="*/ 112 h 160"/>
                  <a:gd name="T16" fmla="*/ 98 w 851"/>
                  <a:gd name="T17" fmla="*/ 112 h 160"/>
                  <a:gd name="T18" fmla="*/ 74 w 851"/>
                  <a:gd name="T19" fmla="*/ 105 h 160"/>
                  <a:gd name="T20" fmla="*/ 46 w 851"/>
                  <a:gd name="T21" fmla="*/ 107 h 160"/>
                  <a:gd name="T22" fmla="*/ 1 w 851"/>
                  <a:gd name="T23" fmla="*/ 158 h 160"/>
                  <a:gd name="T24" fmla="*/ 1 w 851"/>
                  <a:gd name="T25" fmla="*/ 185 h 160"/>
                  <a:gd name="T26" fmla="*/ 339 w 851"/>
                  <a:gd name="T27" fmla="*/ 188 h 160"/>
                  <a:gd name="T28" fmla="*/ 616 w 851"/>
                  <a:gd name="T29" fmla="*/ 162 h 160"/>
                  <a:gd name="T30" fmla="*/ 867 w 851"/>
                  <a:gd name="T31" fmla="*/ 74 h 160"/>
                  <a:gd name="T32" fmla="*/ 833 w 851"/>
                  <a:gd name="T33" fmla="*/ 3 h 1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51" h="160">
                    <a:moveTo>
                      <a:pt x="806" y="3"/>
                    </a:moveTo>
                    <a:cubicBezTo>
                      <a:pt x="788" y="5"/>
                      <a:pt x="745" y="9"/>
                      <a:pt x="720" y="13"/>
                    </a:cubicBezTo>
                    <a:cubicBezTo>
                      <a:pt x="682" y="19"/>
                      <a:pt x="621" y="31"/>
                      <a:pt x="584" y="38"/>
                    </a:cubicBezTo>
                    <a:cubicBezTo>
                      <a:pt x="511" y="50"/>
                      <a:pt x="471" y="62"/>
                      <a:pt x="397" y="60"/>
                    </a:cubicBezTo>
                    <a:cubicBezTo>
                      <a:pt x="328" y="59"/>
                      <a:pt x="236" y="54"/>
                      <a:pt x="168" y="69"/>
                    </a:cubicBezTo>
                    <a:cubicBezTo>
                      <a:pt x="149" y="74"/>
                      <a:pt x="122" y="77"/>
                      <a:pt x="95" y="80"/>
                    </a:cubicBezTo>
                    <a:cubicBezTo>
                      <a:pt x="95" y="85"/>
                      <a:pt x="95" y="88"/>
                      <a:pt x="95" y="89"/>
                    </a:cubicBezTo>
                    <a:cubicBezTo>
                      <a:pt x="95" y="89"/>
                      <a:pt x="95" y="89"/>
                      <a:pt x="95" y="89"/>
                    </a:cubicBezTo>
                    <a:cubicBezTo>
                      <a:pt x="95" y="89"/>
                      <a:pt x="95" y="89"/>
                      <a:pt x="95" y="89"/>
                    </a:cubicBezTo>
                    <a:cubicBezTo>
                      <a:pt x="86" y="85"/>
                      <a:pt x="78" y="84"/>
                      <a:pt x="71" y="83"/>
                    </a:cubicBezTo>
                    <a:cubicBezTo>
                      <a:pt x="58" y="83"/>
                      <a:pt x="54" y="84"/>
                      <a:pt x="46" y="85"/>
                    </a:cubicBezTo>
                    <a:cubicBezTo>
                      <a:pt x="14" y="94"/>
                      <a:pt x="1" y="125"/>
                      <a:pt x="1" y="125"/>
                    </a:cubicBezTo>
                    <a:cubicBezTo>
                      <a:pt x="0" y="126"/>
                      <a:pt x="1" y="146"/>
                      <a:pt x="1" y="146"/>
                    </a:cubicBezTo>
                    <a:cubicBezTo>
                      <a:pt x="83" y="160"/>
                      <a:pt x="255" y="144"/>
                      <a:pt x="328" y="149"/>
                    </a:cubicBezTo>
                    <a:cubicBezTo>
                      <a:pt x="417" y="155"/>
                      <a:pt x="511" y="152"/>
                      <a:pt x="598" y="129"/>
                    </a:cubicBezTo>
                    <a:cubicBezTo>
                      <a:pt x="639" y="119"/>
                      <a:pt x="815" y="100"/>
                      <a:pt x="840" y="58"/>
                    </a:cubicBezTo>
                    <a:cubicBezTo>
                      <a:pt x="851" y="40"/>
                      <a:pt x="847" y="0"/>
                      <a:pt x="806" y="3"/>
                    </a:cubicBezTo>
                    <a:close/>
                  </a:path>
                </a:pathLst>
              </a:custGeom>
              <a:solidFill>
                <a:srgbClr val="BF1C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70" name="Freeform 2284">
                <a:extLst>
                  <a:ext uri="{FF2B5EF4-FFF2-40B4-BE49-F238E27FC236}">
                    <a16:creationId xmlns:a16="http://schemas.microsoft.com/office/drawing/2014/main" id="{7FB4E60E-1F0C-4BC8-AB1D-427D0250F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234"/>
                <a:ext cx="708" cy="127"/>
              </a:xfrm>
              <a:custGeom>
                <a:avLst/>
                <a:gdLst>
                  <a:gd name="T0" fmla="*/ 722 w 701"/>
                  <a:gd name="T1" fmla="*/ 147 h 118"/>
                  <a:gd name="T2" fmla="*/ 0 w 701"/>
                  <a:gd name="T3" fmla="*/ 147 h 118"/>
                  <a:gd name="T4" fmla="*/ 0 w 701"/>
                  <a:gd name="T5" fmla="*/ 103 h 118"/>
                  <a:gd name="T6" fmla="*/ 722 w 701"/>
                  <a:gd name="T7" fmla="*/ 0 h 118"/>
                  <a:gd name="T8" fmla="*/ 722 w 701"/>
                  <a:gd name="T9" fmla="*/ 147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1" h="118">
                    <a:moveTo>
                      <a:pt x="701" y="118"/>
                    </a:moveTo>
                    <a:cubicBezTo>
                      <a:pt x="0" y="118"/>
                      <a:pt x="0" y="118"/>
                      <a:pt x="0" y="118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0" y="83"/>
                      <a:pt x="636" y="51"/>
                      <a:pt x="701" y="0"/>
                    </a:cubicBezTo>
                    <a:lnTo>
                      <a:pt x="701" y="118"/>
                    </a:lnTo>
                    <a:close/>
                  </a:path>
                </a:pathLst>
              </a:cu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71" name="Freeform 2285">
                <a:extLst>
                  <a:ext uri="{FF2B5EF4-FFF2-40B4-BE49-F238E27FC236}">
                    <a16:creationId xmlns:a16="http://schemas.microsoft.com/office/drawing/2014/main" id="{276DE975-79BE-45EB-9C21-CB6EAAF09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43"/>
                <a:ext cx="295" cy="856"/>
              </a:xfrm>
              <a:custGeom>
                <a:avLst/>
                <a:gdLst>
                  <a:gd name="T0" fmla="*/ 5 w 292"/>
                  <a:gd name="T1" fmla="*/ 0 h 794"/>
                  <a:gd name="T2" fmla="*/ 2 w 292"/>
                  <a:gd name="T3" fmla="*/ 0 h 794"/>
                  <a:gd name="T4" fmla="*/ 2 w 292"/>
                  <a:gd name="T5" fmla="*/ 205 h 794"/>
                  <a:gd name="T6" fmla="*/ 186 w 292"/>
                  <a:gd name="T7" fmla="*/ 497 h 794"/>
                  <a:gd name="T8" fmla="*/ 2 w 292"/>
                  <a:gd name="T9" fmla="*/ 687 h 794"/>
                  <a:gd name="T10" fmla="*/ 2 w 292"/>
                  <a:gd name="T11" fmla="*/ 995 h 794"/>
                  <a:gd name="T12" fmla="*/ 0 w 292"/>
                  <a:gd name="T13" fmla="*/ 995 h 794"/>
                  <a:gd name="T14" fmla="*/ 5 w 292"/>
                  <a:gd name="T15" fmla="*/ 995 h 794"/>
                  <a:gd name="T16" fmla="*/ 301 w 292"/>
                  <a:gd name="T17" fmla="*/ 497 h 794"/>
                  <a:gd name="T18" fmla="*/ 5 w 292"/>
                  <a:gd name="T19" fmla="*/ 0 h 7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2" h="794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163"/>
                      <a:pt x="2" y="163"/>
                      <a:pt x="2" y="163"/>
                    </a:cubicBezTo>
                    <a:cubicBezTo>
                      <a:pt x="100" y="163"/>
                      <a:pt x="180" y="268"/>
                      <a:pt x="180" y="397"/>
                    </a:cubicBezTo>
                    <a:cubicBezTo>
                      <a:pt x="180" y="526"/>
                      <a:pt x="100" y="547"/>
                      <a:pt x="2" y="548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4" y="794"/>
                      <a:pt x="5" y="794"/>
                    </a:cubicBezTo>
                    <a:cubicBezTo>
                      <a:pt x="163" y="794"/>
                      <a:pt x="292" y="616"/>
                      <a:pt x="292" y="397"/>
                    </a:cubicBezTo>
                    <a:cubicBezTo>
                      <a:pt x="292" y="178"/>
                      <a:pt x="163" y="0"/>
                      <a:pt x="5" y="0"/>
                    </a:cubicBezTo>
                    <a:close/>
                  </a:path>
                </a:pathLst>
              </a:custGeom>
              <a:solidFill>
                <a:srgbClr val="723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72" name="Freeform 2286">
                <a:extLst>
                  <a:ext uri="{FF2B5EF4-FFF2-40B4-BE49-F238E27FC236}">
                    <a16:creationId xmlns:a16="http://schemas.microsoft.com/office/drawing/2014/main" id="{4DA7F13F-D691-4470-A4A0-22CE10F50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65"/>
                <a:ext cx="90" cy="104"/>
              </a:xfrm>
              <a:custGeom>
                <a:avLst/>
                <a:gdLst>
                  <a:gd name="T0" fmla="*/ 0 w 89"/>
                  <a:gd name="T1" fmla="*/ 62 h 96"/>
                  <a:gd name="T2" fmla="*/ 92 w 89"/>
                  <a:gd name="T3" fmla="*/ 62 h 96"/>
                  <a:gd name="T4" fmla="*/ 0 w 89"/>
                  <a:gd name="T5" fmla="*/ 62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6">
                    <a:moveTo>
                      <a:pt x="0" y="49"/>
                    </a:moveTo>
                    <a:cubicBezTo>
                      <a:pt x="0" y="49"/>
                      <a:pt x="34" y="0"/>
                      <a:pt x="89" y="49"/>
                    </a:cubicBezTo>
                    <a:cubicBezTo>
                      <a:pt x="89" y="49"/>
                      <a:pt x="48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73" name="Oval 2287">
                <a:extLst>
                  <a:ext uri="{FF2B5EF4-FFF2-40B4-BE49-F238E27FC236}">
                    <a16:creationId xmlns:a16="http://schemas.microsoft.com/office/drawing/2014/main" id="{7C00F4CB-08EF-4CE1-90B0-CFC9B4CC1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810"/>
                <a:ext cx="30" cy="17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974" name="Freeform 2288">
                <a:extLst>
                  <a:ext uri="{FF2B5EF4-FFF2-40B4-BE49-F238E27FC236}">
                    <a16:creationId xmlns:a16="http://schemas.microsoft.com/office/drawing/2014/main" id="{C05FB0F8-A47C-444C-8FDB-A929176C8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766"/>
                <a:ext cx="112" cy="103"/>
              </a:xfrm>
              <a:custGeom>
                <a:avLst/>
                <a:gdLst>
                  <a:gd name="T0" fmla="*/ 0 w 111"/>
                  <a:gd name="T1" fmla="*/ 61 h 95"/>
                  <a:gd name="T2" fmla="*/ 114 w 111"/>
                  <a:gd name="T3" fmla="*/ 61 h 95"/>
                  <a:gd name="T4" fmla="*/ 0 w 111"/>
                  <a:gd name="T5" fmla="*/ 61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95">
                    <a:moveTo>
                      <a:pt x="0" y="48"/>
                    </a:moveTo>
                    <a:cubicBezTo>
                      <a:pt x="0" y="48"/>
                      <a:pt x="57" y="0"/>
                      <a:pt x="111" y="48"/>
                    </a:cubicBezTo>
                    <a:cubicBezTo>
                      <a:pt x="111" y="48"/>
                      <a:pt x="48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75" name="Oval 2289">
                <a:extLst>
                  <a:ext uri="{FF2B5EF4-FFF2-40B4-BE49-F238E27FC236}">
                    <a16:creationId xmlns:a16="http://schemas.microsoft.com/office/drawing/2014/main" id="{A5AB8160-7DEF-4135-B6D6-DB4A6A1D6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2810"/>
                <a:ext cx="30" cy="17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976" name="Freeform 2290">
                <a:extLst>
                  <a:ext uri="{FF2B5EF4-FFF2-40B4-BE49-F238E27FC236}">
                    <a16:creationId xmlns:a16="http://schemas.microsoft.com/office/drawing/2014/main" id="{26E1AF8A-6836-41E1-AEE5-1E7E9BEFA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762"/>
                <a:ext cx="86" cy="107"/>
              </a:xfrm>
              <a:custGeom>
                <a:avLst/>
                <a:gdLst>
                  <a:gd name="T0" fmla="*/ 0 w 85"/>
                  <a:gd name="T1" fmla="*/ 66 h 99"/>
                  <a:gd name="T2" fmla="*/ 88 w 85"/>
                  <a:gd name="T3" fmla="*/ 66 h 99"/>
                  <a:gd name="T4" fmla="*/ 0 w 85"/>
                  <a:gd name="T5" fmla="*/ 66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99">
                    <a:moveTo>
                      <a:pt x="0" y="52"/>
                    </a:moveTo>
                    <a:cubicBezTo>
                      <a:pt x="0" y="52"/>
                      <a:pt x="44" y="0"/>
                      <a:pt x="85" y="52"/>
                    </a:cubicBezTo>
                    <a:cubicBezTo>
                      <a:pt x="85" y="52"/>
                      <a:pt x="49" y="99"/>
                      <a:pt x="0" y="52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77" name="Oval 2291">
                <a:extLst>
                  <a:ext uri="{FF2B5EF4-FFF2-40B4-BE49-F238E27FC236}">
                    <a16:creationId xmlns:a16="http://schemas.microsoft.com/office/drawing/2014/main" id="{EE4A7A58-1EB4-4BDA-9A9B-5B3645307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8" y="2810"/>
                <a:ext cx="30" cy="17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978" name="Freeform 2292">
                <a:extLst>
                  <a:ext uri="{FF2B5EF4-FFF2-40B4-BE49-F238E27FC236}">
                    <a16:creationId xmlns:a16="http://schemas.microsoft.com/office/drawing/2014/main" id="{CCF9DBB3-8292-4E52-A7A8-9D3C04A8F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776"/>
                <a:ext cx="107" cy="83"/>
              </a:xfrm>
              <a:custGeom>
                <a:avLst/>
                <a:gdLst>
                  <a:gd name="T0" fmla="*/ 0 w 106"/>
                  <a:gd name="T1" fmla="*/ 49 h 77"/>
                  <a:gd name="T2" fmla="*/ 109 w 106"/>
                  <a:gd name="T3" fmla="*/ 47 h 77"/>
                  <a:gd name="T4" fmla="*/ 0 w 106"/>
                  <a:gd name="T5" fmla="*/ 49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7">
                    <a:moveTo>
                      <a:pt x="0" y="39"/>
                    </a:moveTo>
                    <a:cubicBezTo>
                      <a:pt x="0" y="39"/>
                      <a:pt x="54" y="0"/>
                      <a:pt x="106" y="38"/>
                    </a:cubicBezTo>
                    <a:cubicBezTo>
                      <a:pt x="106" y="38"/>
                      <a:pt x="62" y="77"/>
                      <a:pt x="0" y="3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79" name="Oval 2293">
                <a:extLst>
                  <a:ext uri="{FF2B5EF4-FFF2-40B4-BE49-F238E27FC236}">
                    <a16:creationId xmlns:a16="http://schemas.microsoft.com/office/drawing/2014/main" id="{C144F65D-C257-4A93-A299-E4CC546FA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810"/>
                <a:ext cx="30" cy="17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980" name="Freeform 2294">
                <a:extLst>
                  <a:ext uri="{FF2B5EF4-FFF2-40B4-BE49-F238E27FC236}">
                    <a16:creationId xmlns:a16="http://schemas.microsoft.com/office/drawing/2014/main" id="{AD9AEDDB-B798-441E-9AA8-4245AAC3A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766"/>
                <a:ext cx="111" cy="101"/>
              </a:xfrm>
              <a:custGeom>
                <a:avLst/>
                <a:gdLst>
                  <a:gd name="T0" fmla="*/ 0 w 110"/>
                  <a:gd name="T1" fmla="*/ 59 h 94"/>
                  <a:gd name="T2" fmla="*/ 113 w 110"/>
                  <a:gd name="T3" fmla="*/ 60 h 94"/>
                  <a:gd name="T4" fmla="*/ 0 w 110"/>
                  <a:gd name="T5" fmla="*/ 59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94">
                    <a:moveTo>
                      <a:pt x="0" y="47"/>
                    </a:moveTo>
                    <a:cubicBezTo>
                      <a:pt x="0" y="47"/>
                      <a:pt x="56" y="0"/>
                      <a:pt x="110" y="48"/>
                    </a:cubicBezTo>
                    <a:cubicBezTo>
                      <a:pt x="110" y="48"/>
                      <a:pt x="49" y="94"/>
                      <a:pt x="0" y="4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81" name="Oval 2295">
                <a:extLst>
                  <a:ext uri="{FF2B5EF4-FFF2-40B4-BE49-F238E27FC236}">
                    <a16:creationId xmlns:a16="http://schemas.microsoft.com/office/drawing/2014/main" id="{141D83B0-C56E-4217-B8A1-B7C199880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2810"/>
                <a:ext cx="30" cy="17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982" name="Freeform 2296">
                <a:extLst>
                  <a:ext uri="{FF2B5EF4-FFF2-40B4-BE49-F238E27FC236}">
                    <a16:creationId xmlns:a16="http://schemas.microsoft.com/office/drawing/2014/main" id="{AC008255-96EC-4C7C-B7C7-E278A6D10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767"/>
                <a:ext cx="88" cy="102"/>
              </a:xfrm>
              <a:custGeom>
                <a:avLst/>
                <a:gdLst>
                  <a:gd name="T0" fmla="*/ 0 w 87"/>
                  <a:gd name="T1" fmla="*/ 60 h 94"/>
                  <a:gd name="T2" fmla="*/ 90 w 87"/>
                  <a:gd name="T3" fmla="*/ 60 h 94"/>
                  <a:gd name="T4" fmla="*/ 0 w 87"/>
                  <a:gd name="T5" fmla="*/ 6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94">
                    <a:moveTo>
                      <a:pt x="0" y="47"/>
                    </a:moveTo>
                    <a:cubicBezTo>
                      <a:pt x="0" y="47"/>
                      <a:pt x="41" y="0"/>
                      <a:pt x="87" y="47"/>
                    </a:cubicBezTo>
                    <a:cubicBezTo>
                      <a:pt x="87" y="47"/>
                      <a:pt x="49" y="94"/>
                      <a:pt x="0" y="4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83" name="Oval 2297">
                <a:extLst>
                  <a:ext uri="{FF2B5EF4-FFF2-40B4-BE49-F238E27FC236}">
                    <a16:creationId xmlns:a16="http://schemas.microsoft.com/office/drawing/2014/main" id="{B1DBBEB0-6C2A-471F-8981-D967DFBF1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2810"/>
                <a:ext cx="30" cy="17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984" name="Freeform 2298">
                <a:extLst>
                  <a:ext uri="{FF2B5EF4-FFF2-40B4-BE49-F238E27FC236}">
                    <a16:creationId xmlns:a16="http://schemas.microsoft.com/office/drawing/2014/main" id="{C4A7B85F-E46C-41D1-8DD9-9276E6A7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766"/>
                <a:ext cx="114" cy="103"/>
              </a:xfrm>
              <a:custGeom>
                <a:avLst/>
                <a:gdLst>
                  <a:gd name="T0" fmla="*/ 0 w 113"/>
                  <a:gd name="T1" fmla="*/ 61 h 95"/>
                  <a:gd name="T2" fmla="*/ 116 w 113"/>
                  <a:gd name="T3" fmla="*/ 61 h 95"/>
                  <a:gd name="T4" fmla="*/ 0 w 113"/>
                  <a:gd name="T5" fmla="*/ 61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95">
                    <a:moveTo>
                      <a:pt x="0" y="48"/>
                    </a:moveTo>
                    <a:cubicBezTo>
                      <a:pt x="0" y="48"/>
                      <a:pt x="59" y="0"/>
                      <a:pt x="113" y="48"/>
                    </a:cubicBezTo>
                    <a:cubicBezTo>
                      <a:pt x="113" y="48"/>
                      <a:pt x="48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85" name="Oval 2299">
                <a:extLst>
                  <a:ext uri="{FF2B5EF4-FFF2-40B4-BE49-F238E27FC236}">
                    <a16:creationId xmlns:a16="http://schemas.microsoft.com/office/drawing/2014/main" id="{1FC74F43-64BE-45CC-9507-E288CB84F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2810"/>
                <a:ext cx="30" cy="17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986" name="Freeform 2300">
                <a:extLst>
                  <a:ext uri="{FF2B5EF4-FFF2-40B4-BE49-F238E27FC236}">
                    <a16:creationId xmlns:a16="http://schemas.microsoft.com/office/drawing/2014/main" id="{5C37B2C5-6296-47D7-B1B6-BB316F1D4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267"/>
                <a:ext cx="127" cy="104"/>
              </a:xfrm>
              <a:custGeom>
                <a:avLst/>
                <a:gdLst>
                  <a:gd name="T0" fmla="*/ 0 w 126"/>
                  <a:gd name="T1" fmla="*/ 66 h 96"/>
                  <a:gd name="T2" fmla="*/ 129 w 126"/>
                  <a:gd name="T3" fmla="*/ 56 h 96"/>
                  <a:gd name="T4" fmla="*/ 0 w 126"/>
                  <a:gd name="T5" fmla="*/ 66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96">
                    <a:moveTo>
                      <a:pt x="0" y="52"/>
                    </a:moveTo>
                    <a:cubicBezTo>
                      <a:pt x="0" y="52"/>
                      <a:pt x="69" y="0"/>
                      <a:pt x="126" y="44"/>
                    </a:cubicBezTo>
                    <a:cubicBezTo>
                      <a:pt x="126" y="44"/>
                      <a:pt x="52" y="96"/>
                      <a:pt x="0" y="52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87" name="Freeform 2301">
                <a:extLst>
                  <a:ext uri="{FF2B5EF4-FFF2-40B4-BE49-F238E27FC236}">
                    <a16:creationId xmlns:a16="http://schemas.microsoft.com/office/drawing/2014/main" id="{3F5D18B8-D509-4018-AECF-36B7E9DFE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3313"/>
                <a:ext cx="31" cy="16"/>
              </a:xfrm>
              <a:custGeom>
                <a:avLst/>
                <a:gdLst>
                  <a:gd name="T0" fmla="*/ 32 w 30"/>
                  <a:gd name="T1" fmla="*/ 7 h 15"/>
                  <a:gd name="T2" fmla="*/ 18 w 30"/>
                  <a:gd name="T3" fmla="*/ 18 h 15"/>
                  <a:gd name="T4" fmla="*/ 0 w 30"/>
                  <a:gd name="T5" fmla="*/ 12 h 15"/>
                  <a:gd name="T6" fmla="*/ 14 w 30"/>
                  <a:gd name="T7" fmla="*/ 0 h 15"/>
                  <a:gd name="T8" fmla="*/ 32 w 30"/>
                  <a:gd name="T9" fmla="*/ 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5">
                    <a:moveTo>
                      <a:pt x="29" y="7"/>
                    </a:moveTo>
                    <a:cubicBezTo>
                      <a:pt x="30" y="11"/>
                      <a:pt x="23" y="14"/>
                      <a:pt x="15" y="15"/>
                    </a:cubicBezTo>
                    <a:cubicBezTo>
                      <a:pt x="7" y="15"/>
                      <a:pt x="1" y="13"/>
                      <a:pt x="0" y="9"/>
                    </a:cubicBezTo>
                    <a:cubicBezTo>
                      <a:pt x="0" y="5"/>
                      <a:pt x="6" y="1"/>
                      <a:pt x="14" y="0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88" name="Freeform 2302">
                <a:extLst>
                  <a:ext uri="{FF2B5EF4-FFF2-40B4-BE49-F238E27FC236}">
                    <a16:creationId xmlns:a16="http://schemas.microsoft.com/office/drawing/2014/main" id="{816D2B47-A6B1-4D11-AC3F-910395FC8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262"/>
                <a:ext cx="75" cy="105"/>
              </a:xfrm>
              <a:custGeom>
                <a:avLst/>
                <a:gdLst>
                  <a:gd name="T0" fmla="*/ 0 w 74"/>
                  <a:gd name="T1" fmla="*/ 62 h 98"/>
                  <a:gd name="T2" fmla="*/ 77 w 74"/>
                  <a:gd name="T3" fmla="*/ 55 h 98"/>
                  <a:gd name="T4" fmla="*/ 0 w 74"/>
                  <a:gd name="T5" fmla="*/ 62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98">
                    <a:moveTo>
                      <a:pt x="0" y="50"/>
                    </a:moveTo>
                    <a:cubicBezTo>
                      <a:pt x="0" y="50"/>
                      <a:pt x="25" y="0"/>
                      <a:pt x="74" y="45"/>
                    </a:cubicBezTo>
                    <a:cubicBezTo>
                      <a:pt x="74" y="45"/>
                      <a:pt x="33" y="98"/>
                      <a:pt x="0" y="50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89" name="Freeform 2303">
                <a:extLst>
                  <a:ext uri="{FF2B5EF4-FFF2-40B4-BE49-F238E27FC236}">
                    <a16:creationId xmlns:a16="http://schemas.microsoft.com/office/drawing/2014/main" id="{4351A0C4-C880-4D51-A52E-D228AC942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3305"/>
                <a:ext cx="31" cy="17"/>
              </a:xfrm>
              <a:custGeom>
                <a:avLst/>
                <a:gdLst>
                  <a:gd name="T0" fmla="*/ 32 w 30"/>
                  <a:gd name="T1" fmla="*/ 7 h 16"/>
                  <a:gd name="T2" fmla="*/ 18 w 30"/>
                  <a:gd name="T3" fmla="*/ 18 h 16"/>
                  <a:gd name="T4" fmla="*/ 0 w 30"/>
                  <a:gd name="T5" fmla="*/ 12 h 16"/>
                  <a:gd name="T6" fmla="*/ 14 w 30"/>
                  <a:gd name="T7" fmla="*/ 1 h 16"/>
                  <a:gd name="T8" fmla="*/ 32 w 3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29" y="7"/>
                    </a:moveTo>
                    <a:cubicBezTo>
                      <a:pt x="30" y="11"/>
                      <a:pt x="23" y="15"/>
                      <a:pt x="15" y="15"/>
                    </a:cubicBezTo>
                    <a:cubicBezTo>
                      <a:pt x="7" y="16"/>
                      <a:pt x="1" y="13"/>
                      <a:pt x="0" y="9"/>
                    </a:cubicBezTo>
                    <a:cubicBezTo>
                      <a:pt x="0" y="5"/>
                      <a:pt x="7" y="1"/>
                      <a:pt x="14" y="1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90" name="Freeform 2304">
                <a:extLst>
                  <a:ext uri="{FF2B5EF4-FFF2-40B4-BE49-F238E27FC236}">
                    <a16:creationId xmlns:a16="http://schemas.microsoft.com/office/drawing/2014/main" id="{033FF21B-AE13-43F0-B553-1B13ACF8A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3263"/>
                <a:ext cx="101" cy="84"/>
              </a:xfrm>
              <a:custGeom>
                <a:avLst/>
                <a:gdLst>
                  <a:gd name="T0" fmla="*/ 0 w 100"/>
                  <a:gd name="T1" fmla="*/ 55 h 78"/>
                  <a:gd name="T2" fmla="*/ 103 w 100"/>
                  <a:gd name="T3" fmla="*/ 46 h 78"/>
                  <a:gd name="T4" fmla="*/ 0 w 100"/>
                  <a:gd name="T5" fmla="*/ 55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78">
                    <a:moveTo>
                      <a:pt x="0" y="44"/>
                    </a:moveTo>
                    <a:cubicBezTo>
                      <a:pt x="0" y="44"/>
                      <a:pt x="47" y="0"/>
                      <a:pt x="100" y="37"/>
                    </a:cubicBezTo>
                    <a:cubicBezTo>
                      <a:pt x="100" y="37"/>
                      <a:pt x="45" y="78"/>
                      <a:pt x="0" y="44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91" name="Freeform 2305">
                <a:extLst>
                  <a:ext uri="{FF2B5EF4-FFF2-40B4-BE49-F238E27FC236}">
                    <a16:creationId xmlns:a16="http://schemas.microsoft.com/office/drawing/2014/main" id="{B008F136-ABFC-4826-8320-C18B16FDF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3299"/>
                <a:ext cx="30" cy="17"/>
              </a:xfrm>
              <a:custGeom>
                <a:avLst/>
                <a:gdLst>
                  <a:gd name="T0" fmla="*/ 32 w 29"/>
                  <a:gd name="T1" fmla="*/ 7 h 16"/>
                  <a:gd name="T2" fmla="*/ 18 w 29"/>
                  <a:gd name="T3" fmla="*/ 18 h 16"/>
                  <a:gd name="T4" fmla="*/ 0 w 29"/>
                  <a:gd name="T5" fmla="*/ 12 h 16"/>
                  <a:gd name="T6" fmla="*/ 14 w 29"/>
                  <a:gd name="T7" fmla="*/ 1 h 16"/>
                  <a:gd name="T8" fmla="*/ 32 w 29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29" y="7"/>
                    </a:moveTo>
                    <a:cubicBezTo>
                      <a:pt x="29" y="11"/>
                      <a:pt x="23" y="15"/>
                      <a:pt x="15" y="15"/>
                    </a:cubicBezTo>
                    <a:cubicBezTo>
                      <a:pt x="7" y="16"/>
                      <a:pt x="0" y="13"/>
                      <a:pt x="0" y="9"/>
                    </a:cubicBezTo>
                    <a:cubicBezTo>
                      <a:pt x="0" y="5"/>
                      <a:pt x="6" y="1"/>
                      <a:pt x="14" y="1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92" name="Freeform 2306">
                <a:extLst>
                  <a:ext uri="{FF2B5EF4-FFF2-40B4-BE49-F238E27FC236}">
                    <a16:creationId xmlns:a16="http://schemas.microsoft.com/office/drawing/2014/main" id="{A5424AC9-E9C0-4C65-A2E9-883683A93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242"/>
                <a:ext cx="85" cy="105"/>
              </a:xfrm>
              <a:custGeom>
                <a:avLst/>
                <a:gdLst>
                  <a:gd name="T0" fmla="*/ 0 w 84"/>
                  <a:gd name="T1" fmla="*/ 70 h 97"/>
                  <a:gd name="T2" fmla="*/ 87 w 84"/>
                  <a:gd name="T3" fmla="*/ 60 h 97"/>
                  <a:gd name="T4" fmla="*/ 0 w 84"/>
                  <a:gd name="T5" fmla="*/ 70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7">
                    <a:moveTo>
                      <a:pt x="0" y="55"/>
                    </a:moveTo>
                    <a:cubicBezTo>
                      <a:pt x="0" y="55"/>
                      <a:pt x="32" y="0"/>
                      <a:pt x="84" y="47"/>
                    </a:cubicBezTo>
                    <a:cubicBezTo>
                      <a:pt x="84" y="47"/>
                      <a:pt x="53" y="97"/>
                      <a:pt x="0" y="55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93" name="Freeform 2307">
                <a:extLst>
                  <a:ext uri="{FF2B5EF4-FFF2-40B4-BE49-F238E27FC236}">
                    <a16:creationId xmlns:a16="http://schemas.microsoft.com/office/drawing/2014/main" id="{017E892A-6AB3-4E97-A05F-AFB2017A6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289"/>
                <a:ext cx="30" cy="17"/>
              </a:xfrm>
              <a:custGeom>
                <a:avLst/>
                <a:gdLst>
                  <a:gd name="T0" fmla="*/ 32 w 29"/>
                  <a:gd name="T1" fmla="*/ 6 h 16"/>
                  <a:gd name="T2" fmla="*/ 18 w 29"/>
                  <a:gd name="T3" fmla="*/ 18 h 16"/>
                  <a:gd name="T4" fmla="*/ 0 w 29"/>
                  <a:gd name="T5" fmla="*/ 12 h 16"/>
                  <a:gd name="T6" fmla="*/ 14 w 29"/>
                  <a:gd name="T7" fmla="*/ 0 h 16"/>
                  <a:gd name="T8" fmla="*/ 32 w 29"/>
                  <a:gd name="T9" fmla="*/ 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29" y="6"/>
                    </a:moveTo>
                    <a:cubicBezTo>
                      <a:pt x="29" y="10"/>
                      <a:pt x="23" y="14"/>
                      <a:pt x="15" y="15"/>
                    </a:cubicBezTo>
                    <a:cubicBezTo>
                      <a:pt x="7" y="16"/>
                      <a:pt x="0" y="13"/>
                      <a:pt x="0" y="9"/>
                    </a:cubicBezTo>
                    <a:cubicBezTo>
                      <a:pt x="0" y="5"/>
                      <a:pt x="6" y="1"/>
                      <a:pt x="14" y="0"/>
                    </a:cubicBezTo>
                    <a:cubicBezTo>
                      <a:pt x="22" y="0"/>
                      <a:pt x="28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94" name="Freeform 2308">
                <a:extLst>
                  <a:ext uri="{FF2B5EF4-FFF2-40B4-BE49-F238E27FC236}">
                    <a16:creationId xmlns:a16="http://schemas.microsoft.com/office/drawing/2014/main" id="{05DF99A3-6A0D-4AB4-8732-B30B95931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245"/>
                <a:ext cx="117" cy="93"/>
              </a:xfrm>
              <a:custGeom>
                <a:avLst/>
                <a:gdLst>
                  <a:gd name="T0" fmla="*/ 0 w 116"/>
                  <a:gd name="T1" fmla="*/ 55 h 87"/>
                  <a:gd name="T2" fmla="*/ 119 w 116"/>
                  <a:gd name="T3" fmla="*/ 40 h 87"/>
                  <a:gd name="T4" fmla="*/ 0 w 116"/>
                  <a:gd name="T5" fmla="*/ 5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87">
                    <a:moveTo>
                      <a:pt x="0" y="45"/>
                    </a:moveTo>
                    <a:cubicBezTo>
                      <a:pt x="0" y="45"/>
                      <a:pt x="64" y="0"/>
                      <a:pt x="116" y="33"/>
                    </a:cubicBezTo>
                    <a:cubicBezTo>
                      <a:pt x="116" y="33"/>
                      <a:pt x="54" y="87"/>
                      <a:pt x="0" y="45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95" name="Freeform 2309">
                <a:extLst>
                  <a:ext uri="{FF2B5EF4-FFF2-40B4-BE49-F238E27FC236}">
                    <a16:creationId xmlns:a16="http://schemas.microsoft.com/office/drawing/2014/main" id="{56A66E19-C0A2-4DE3-AAD7-63B177E16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277"/>
                <a:ext cx="30" cy="17"/>
              </a:xfrm>
              <a:custGeom>
                <a:avLst/>
                <a:gdLst>
                  <a:gd name="T0" fmla="*/ 32 w 29"/>
                  <a:gd name="T1" fmla="*/ 7 h 16"/>
                  <a:gd name="T2" fmla="*/ 18 w 29"/>
                  <a:gd name="T3" fmla="*/ 19 h 16"/>
                  <a:gd name="T4" fmla="*/ 0 w 29"/>
                  <a:gd name="T5" fmla="*/ 13 h 16"/>
                  <a:gd name="T6" fmla="*/ 14 w 29"/>
                  <a:gd name="T7" fmla="*/ 1 h 16"/>
                  <a:gd name="T8" fmla="*/ 32 w 29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29" y="7"/>
                    </a:moveTo>
                    <a:cubicBezTo>
                      <a:pt x="29" y="11"/>
                      <a:pt x="23" y="15"/>
                      <a:pt x="15" y="16"/>
                    </a:cubicBezTo>
                    <a:cubicBezTo>
                      <a:pt x="7" y="16"/>
                      <a:pt x="0" y="14"/>
                      <a:pt x="0" y="10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2" y="0"/>
                      <a:pt x="28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96" name="Freeform 2310">
                <a:extLst>
                  <a:ext uri="{FF2B5EF4-FFF2-40B4-BE49-F238E27FC236}">
                    <a16:creationId xmlns:a16="http://schemas.microsoft.com/office/drawing/2014/main" id="{3548DDC7-E776-47CB-B481-BB285B4D0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3223"/>
                <a:ext cx="90" cy="100"/>
              </a:xfrm>
              <a:custGeom>
                <a:avLst/>
                <a:gdLst>
                  <a:gd name="T0" fmla="*/ 0 w 89"/>
                  <a:gd name="T1" fmla="*/ 66 h 93"/>
                  <a:gd name="T2" fmla="*/ 92 w 89"/>
                  <a:gd name="T3" fmla="*/ 49 h 93"/>
                  <a:gd name="T4" fmla="*/ 0 w 89"/>
                  <a:gd name="T5" fmla="*/ 66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3">
                    <a:moveTo>
                      <a:pt x="0" y="53"/>
                    </a:moveTo>
                    <a:cubicBezTo>
                      <a:pt x="0" y="53"/>
                      <a:pt x="29" y="0"/>
                      <a:pt x="89" y="40"/>
                    </a:cubicBezTo>
                    <a:cubicBezTo>
                      <a:pt x="89" y="40"/>
                      <a:pt x="55" y="93"/>
                      <a:pt x="0" y="53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97" name="Freeform 2311">
                <a:extLst>
                  <a:ext uri="{FF2B5EF4-FFF2-40B4-BE49-F238E27FC236}">
                    <a16:creationId xmlns:a16="http://schemas.microsoft.com/office/drawing/2014/main" id="{66F03A0B-7342-4C5C-B42C-1A2E535BF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3264"/>
                <a:ext cx="30" cy="18"/>
              </a:xfrm>
              <a:custGeom>
                <a:avLst/>
                <a:gdLst>
                  <a:gd name="T0" fmla="*/ 32 w 29"/>
                  <a:gd name="T1" fmla="*/ 6 h 17"/>
                  <a:gd name="T2" fmla="*/ 19 w 29"/>
                  <a:gd name="T3" fmla="*/ 19 h 17"/>
                  <a:gd name="T4" fmla="*/ 0 w 29"/>
                  <a:gd name="T5" fmla="*/ 14 h 17"/>
                  <a:gd name="T6" fmla="*/ 13 w 29"/>
                  <a:gd name="T7" fmla="*/ 1 h 17"/>
                  <a:gd name="T8" fmla="*/ 32 w 29"/>
                  <a:gd name="T9" fmla="*/ 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7">
                    <a:moveTo>
                      <a:pt x="29" y="6"/>
                    </a:moveTo>
                    <a:cubicBezTo>
                      <a:pt x="29" y="10"/>
                      <a:pt x="23" y="15"/>
                      <a:pt x="16" y="16"/>
                    </a:cubicBezTo>
                    <a:cubicBezTo>
                      <a:pt x="8" y="17"/>
                      <a:pt x="1" y="15"/>
                      <a:pt x="0" y="11"/>
                    </a:cubicBezTo>
                    <a:cubicBezTo>
                      <a:pt x="0" y="7"/>
                      <a:pt x="6" y="2"/>
                      <a:pt x="13" y="1"/>
                    </a:cubicBezTo>
                    <a:cubicBezTo>
                      <a:pt x="21" y="0"/>
                      <a:pt x="28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98" name="Freeform 2312">
                <a:extLst>
                  <a:ext uri="{FF2B5EF4-FFF2-40B4-BE49-F238E27FC236}">
                    <a16:creationId xmlns:a16="http://schemas.microsoft.com/office/drawing/2014/main" id="{ADB52CC4-7B5D-4106-B4D4-19DCB8CFD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3200"/>
                <a:ext cx="109" cy="100"/>
              </a:xfrm>
              <a:custGeom>
                <a:avLst/>
                <a:gdLst>
                  <a:gd name="T0" fmla="*/ 0 w 108"/>
                  <a:gd name="T1" fmla="*/ 78 h 92"/>
                  <a:gd name="T2" fmla="*/ 111 w 108"/>
                  <a:gd name="T3" fmla="*/ 40 h 92"/>
                  <a:gd name="T4" fmla="*/ 0 w 108"/>
                  <a:gd name="T5" fmla="*/ 7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92">
                    <a:moveTo>
                      <a:pt x="0" y="61"/>
                    </a:moveTo>
                    <a:cubicBezTo>
                      <a:pt x="0" y="61"/>
                      <a:pt x="43" y="0"/>
                      <a:pt x="108" y="31"/>
                    </a:cubicBezTo>
                    <a:cubicBezTo>
                      <a:pt x="108" y="31"/>
                      <a:pt x="60" y="92"/>
                      <a:pt x="0" y="61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99" name="Freeform 2313">
                <a:extLst>
                  <a:ext uri="{FF2B5EF4-FFF2-40B4-BE49-F238E27FC236}">
                    <a16:creationId xmlns:a16="http://schemas.microsoft.com/office/drawing/2014/main" id="{FDAA7898-4D06-442F-96B2-44D983687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240"/>
                <a:ext cx="31" cy="20"/>
              </a:xfrm>
              <a:custGeom>
                <a:avLst/>
                <a:gdLst>
                  <a:gd name="T0" fmla="*/ 32 w 30"/>
                  <a:gd name="T1" fmla="*/ 8 h 18"/>
                  <a:gd name="T2" fmla="*/ 20 w 30"/>
                  <a:gd name="T3" fmla="*/ 22 h 18"/>
                  <a:gd name="T4" fmla="*/ 1 w 30"/>
                  <a:gd name="T5" fmla="*/ 18 h 18"/>
                  <a:gd name="T6" fmla="*/ 13 w 30"/>
                  <a:gd name="T7" fmla="*/ 2 h 18"/>
                  <a:gd name="T8" fmla="*/ 32 w 30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29" y="5"/>
                    </a:moveTo>
                    <a:cubicBezTo>
                      <a:pt x="30" y="9"/>
                      <a:pt x="25" y="14"/>
                      <a:pt x="17" y="16"/>
                    </a:cubicBezTo>
                    <a:cubicBezTo>
                      <a:pt x="9" y="18"/>
                      <a:pt x="2" y="17"/>
                      <a:pt x="1" y="13"/>
                    </a:cubicBezTo>
                    <a:cubicBezTo>
                      <a:pt x="0" y="9"/>
                      <a:pt x="5" y="4"/>
                      <a:pt x="13" y="2"/>
                    </a:cubicBezTo>
                    <a:cubicBezTo>
                      <a:pt x="21" y="0"/>
                      <a:pt x="28" y="1"/>
                      <a:pt x="29" y="5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00" name="Freeform 2314">
                <a:extLst>
                  <a:ext uri="{FF2B5EF4-FFF2-40B4-BE49-F238E27FC236}">
                    <a16:creationId xmlns:a16="http://schemas.microsoft.com/office/drawing/2014/main" id="{48EB8826-0C50-4097-8AE5-FF0AE5E79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177"/>
                <a:ext cx="101" cy="101"/>
              </a:xfrm>
              <a:custGeom>
                <a:avLst/>
                <a:gdLst>
                  <a:gd name="T0" fmla="*/ 0 w 100"/>
                  <a:gd name="T1" fmla="*/ 67 h 94"/>
                  <a:gd name="T2" fmla="*/ 103 w 100"/>
                  <a:gd name="T3" fmla="*/ 49 h 94"/>
                  <a:gd name="T4" fmla="*/ 0 w 100"/>
                  <a:gd name="T5" fmla="*/ 67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94">
                    <a:moveTo>
                      <a:pt x="0" y="54"/>
                    </a:moveTo>
                    <a:cubicBezTo>
                      <a:pt x="0" y="54"/>
                      <a:pt x="39" y="0"/>
                      <a:pt x="100" y="40"/>
                    </a:cubicBezTo>
                    <a:cubicBezTo>
                      <a:pt x="100" y="40"/>
                      <a:pt x="55" y="94"/>
                      <a:pt x="0" y="54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01" name="Freeform 2315">
                <a:extLst>
                  <a:ext uri="{FF2B5EF4-FFF2-40B4-BE49-F238E27FC236}">
                    <a16:creationId xmlns:a16="http://schemas.microsoft.com/office/drawing/2014/main" id="{E0B462C7-FC2B-4EB9-AFB3-97FC5D9D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219"/>
                <a:ext cx="31" cy="18"/>
              </a:xfrm>
              <a:custGeom>
                <a:avLst/>
                <a:gdLst>
                  <a:gd name="T0" fmla="*/ 32 w 30"/>
                  <a:gd name="T1" fmla="*/ 7 h 17"/>
                  <a:gd name="T2" fmla="*/ 19 w 30"/>
                  <a:gd name="T3" fmla="*/ 19 h 17"/>
                  <a:gd name="T4" fmla="*/ 0 w 30"/>
                  <a:gd name="T5" fmla="*/ 14 h 17"/>
                  <a:gd name="T6" fmla="*/ 14 w 30"/>
                  <a:gd name="T7" fmla="*/ 1 h 17"/>
                  <a:gd name="T8" fmla="*/ 32 w 3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29" y="7"/>
                    </a:moveTo>
                    <a:cubicBezTo>
                      <a:pt x="30" y="11"/>
                      <a:pt x="24" y="15"/>
                      <a:pt x="16" y="16"/>
                    </a:cubicBezTo>
                    <a:cubicBezTo>
                      <a:pt x="8" y="17"/>
                      <a:pt x="1" y="15"/>
                      <a:pt x="0" y="11"/>
                    </a:cubicBezTo>
                    <a:cubicBezTo>
                      <a:pt x="0" y="7"/>
                      <a:pt x="6" y="2"/>
                      <a:pt x="14" y="1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02" name="Freeform 2316">
                <a:extLst>
                  <a:ext uri="{FF2B5EF4-FFF2-40B4-BE49-F238E27FC236}">
                    <a16:creationId xmlns:a16="http://schemas.microsoft.com/office/drawing/2014/main" id="{C49B6445-51E5-42F0-B4EC-646CDD451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157"/>
                <a:ext cx="63" cy="65"/>
              </a:xfrm>
              <a:custGeom>
                <a:avLst/>
                <a:gdLst>
                  <a:gd name="T0" fmla="*/ 0 w 62"/>
                  <a:gd name="T1" fmla="*/ 74 h 60"/>
                  <a:gd name="T2" fmla="*/ 65 w 62"/>
                  <a:gd name="T3" fmla="*/ 3 h 60"/>
                  <a:gd name="T4" fmla="*/ 0 w 62"/>
                  <a:gd name="T5" fmla="*/ 74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60">
                    <a:moveTo>
                      <a:pt x="0" y="58"/>
                    </a:moveTo>
                    <a:cubicBezTo>
                      <a:pt x="0" y="58"/>
                      <a:pt x="7" y="0"/>
                      <a:pt x="62" y="3"/>
                    </a:cubicBezTo>
                    <a:cubicBezTo>
                      <a:pt x="62" y="3"/>
                      <a:pt x="53" y="60"/>
                      <a:pt x="0" y="58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03" name="Freeform 2317">
                <a:extLst>
                  <a:ext uri="{FF2B5EF4-FFF2-40B4-BE49-F238E27FC236}">
                    <a16:creationId xmlns:a16="http://schemas.microsoft.com/office/drawing/2014/main" id="{7F6758FA-AE43-4B80-B20F-2E79C05C3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3179"/>
                <a:ext cx="23" cy="23"/>
              </a:xfrm>
              <a:custGeom>
                <a:avLst/>
                <a:gdLst>
                  <a:gd name="T0" fmla="*/ 21 w 23"/>
                  <a:gd name="T1" fmla="*/ 3 h 21"/>
                  <a:gd name="T2" fmla="*/ 16 w 23"/>
                  <a:gd name="T3" fmla="*/ 20 h 21"/>
                  <a:gd name="T4" fmla="*/ 3 w 23"/>
                  <a:gd name="T5" fmla="*/ 25 h 21"/>
                  <a:gd name="T6" fmla="*/ 8 w 23"/>
                  <a:gd name="T7" fmla="*/ 9 h 21"/>
                  <a:gd name="T8" fmla="*/ 21 w 23"/>
                  <a:gd name="T9" fmla="*/ 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1">
                    <a:moveTo>
                      <a:pt x="21" y="3"/>
                    </a:moveTo>
                    <a:cubicBezTo>
                      <a:pt x="23" y="5"/>
                      <a:pt x="21" y="11"/>
                      <a:pt x="16" y="15"/>
                    </a:cubicBezTo>
                    <a:cubicBezTo>
                      <a:pt x="11" y="20"/>
                      <a:pt x="5" y="21"/>
                      <a:pt x="3" y="19"/>
                    </a:cubicBezTo>
                    <a:cubicBezTo>
                      <a:pt x="0" y="16"/>
                      <a:pt x="3" y="10"/>
                      <a:pt x="8" y="6"/>
                    </a:cubicBezTo>
                    <a:cubicBezTo>
                      <a:pt x="13" y="2"/>
                      <a:pt x="19" y="0"/>
                      <a:pt x="21" y="3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04" name="Freeform 2318">
                <a:extLst>
                  <a:ext uri="{FF2B5EF4-FFF2-40B4-BE49-F238E27FC236}">
                    <a16:creationId xmlns:a16="http://schemas.microsoft.com/office/drawing/2014/main" id="{2A7DAFD4-4484-4744-938E-C9964485D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3098"/>
                <a:ext cx="74" cy="63"/>
              </a:xfrm>
              <a:custGeom>
                <a:avLst/>
                <a:gdLst>
                  <a:gd name="T0" fmla="*/ 31 w 73"/>
                  <a:gd name="T1" fmla="*/ 74 h 58"/>
                  <a:gd name="T2" fmla="*/ 49 w 73"/>
                  <a:gd name="T3" fmla="*/ 0 h 58"/>
                  <a:gd name="T4" fmla="*/ 31 w 73"/>
                  <a:gd name="T5" fmla="*/ 74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8">
                    <a:moveTo>
                      <a:pt x="31" y="58"/>
                    </a:moveTo>
                    <a:cubicBezTo>
                      <a:pt x="31" y="58"/>
                      <a:pt x="0" y="23"/>
                      <a:pt x="46" y="0"/>
                    </a:cubicBezTo>
                    <a:cubicBezTo>
                      <a:pt x="46" y="0"/>
                      <a:pt x="73" y="26"/>
                      <a:pt x="31" y="58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05" name="Freeform 2319">
                <a:extLst>
                  <a:ext uri="{FF2B5EF4-FFF2-40B4-BE49-F238E27FC236}">
                    <a16:creationId xmlns:a16="http://schemas.microsoft.com/office/drawing/2014/main" id="{D236E071-AF65-4764-A6EC-ACDD0F516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3111"/>
                <a:ext cx="13" cy="24"/>
              </a:xfrm>
              <a:custGeom>
                <a:avLst/>
                <a:gdLst>
                  <a:gd name="T0" fmla="*/ 8 w 13"/>
                  <a:gd name="T1" fmla="*/ 0 h 22"/>
                  <a:gd name="T2" fmla="*/ 12 w 13"/>
                  <a:gd name="T3" fmla="*/ 15 h 22"/>
                  <a:gd name="T4" fmla="*/ 4 w 13"/>
                  <a:gd name="T5" fmla="*/ 28 h 22"/>
                  <a:gd name="T6" fmla="*/ 1 w 13"/>
                  <a:gd name="T7" fmla="*/ 13 h 22"/>
                  <a:gd name="T8" fmla="*/ 8 w 13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8" y="0"/>
                    </a:moveTo>
                    <a:cubicBezTo>
                      <a:pt x="11" y="1"/>
                      <a:pt x="13" y="6"/>
                      <a:pt x="12" y="12"/>
                    </a:cubicBezTo>
                    <a:cubicBezTo>
                      <a:pt x="11" y="18"/>
                      <a:pt x="7" y="22"/>
                      <a:pt x="4" y="22"/>
                    </a:cubicBezTo>
                    <a:cubicBezTo>
                      <a:pt x="1" y="21"/>
                      <a:pt x="0" y="16"/>
                      <a:pt x="1" y="10"/>
                    </a:cubicBezTo>
                    <a:cubicBezTo>
                      <a:pt x="2" y="4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06" name="Freeform 2320">
                <a:extLst>
                  <a:ext uri="{FF2B5EF4-FFF2-40B4-BE49-F238E27FC236}">
                    <a16:creationId xmlns:a16="http://schemas.microsoft.com/office/drawing/2014/main" id="{652F6CB2-ACA0-4C0C-9DD7-0E308EB8F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999"/>
                <a:ext cx="64" cy="99"/>
              </a:xfrm>
              <a:custGeom>
                <a:avLst/>
                <a:gdLst>
                  <a:gd name="T0" fmla="*/ 31 w 64"/>
                  <a:gd name="T1" fmla="*/ 115 h 92"/>
                  <a:gd name="T2" fmla="*/ 26 w 64"/>
                  <a:gd name="T3" fmla="*/ 0 h 92"/>
                  <a:gd name="T4" fmla="*/ 31 w 64"/>
                  <a:gd name="T5" fmla="*/ 115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92">
                    <a:moveTo>
                      <a:pt x="31" y="92"/>
                    </a:moveTo>
                    <a:cubicBezTo>
                      <a:pt x="31" y="92"/>
                      <a:pt x="0" y="37"/>
                      <a:pt x="26" y="0"/>
                    </a:cubicBezTo>
                    <a:cubicBezTo>
                      <a:pt x="26" y="0"/>
                      <a:pt x="64" y="52"/>
                      <a:pt x="31" y="92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07" name="Freeform 2321">
                <a:extLst>
                  <a:ext uri="{FF2B5EF4-FFF2-40B4-BE49-F238E27FC236}">
                    <a16:creationId xmlns:a16="http://schemas.microsoft.com/office/drawing/2014/main" id="{3CA35F66-E92C-4842-A57A-CDD0952A2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027"/>
                <a:ext cx="12" cy="24"/>
              </a:xfrm>
              <a:custGeom>
                <a:avLst/>
                <a:gdLst>
                  <a:gd name="T0" fmla="*/ 5 w 12"/>
                  <a:gd name="T1" fmla="*/ 1 h 22"/>
                  <a:gd name="T2" fmla="*/ 11 w 12"/>
                  <a:gd name="T3" fmla="*/ 14 h 22"/>
                  <a:gd name="T4" fmla="*/ 6 w 12"/>
                  <a:gd name="T5" fmla="*/ 28 h 22"/>
                  <a:gd name="T6" fmla="*/ 0 w 12"/>
                  <a:gd name="T7" fmla="*/ 15 h 22"/>
                  <a:gd name="T8" fmla="*/ 5 w 12"/>
                  <a:gd name="T9" fmla="*/ 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2">
                    <a:moveTo>
                      <a:pt x="5" y="1"/>
                    </a:moveTo>
                    <a:cubicBezTo>
                      <a:pt x="8" y="0"/>
                      <a:pt x="11" y="5"/>
                      <a:pt x="11" y="11"/>
                    </a:cubicBezTo>
                    <a:cubicBezTo>
                      <a:pt x="12" y="17"/>
                      <a:pt x="10" y="22"/>
                      <a:pt x="6" y="22"/>
                    </a:cubicBezTo>
                    <a:cubicBezTo>
                      <a:pt x="3" y="22"/>
                      <a:pt x="1" y="18"/>
                      <a:pt x="0" y="12"/>
                    </a:cubicBezTo>
                    <a:cubicBezTo>
                      <a:pt x="0" y="6"/>
                      <a:pt x="2" y="1"/>
                      <a:pt x="5" y="1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08" name="Freeform 2322">
                <a:extLst>
                  <a:ext uri="{FF2B5EF4-FFF2-40B4-BE49-F238E27FC236}">
                    <a16:creationId xmlns:a16="http://schemas.microsoft.com/office/drawing/2014/main" id="{BCA98523-9E7B-4F4B-962B-AA4B947DE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927"/>
                <a:ext cx="49" cy="73"/>
              </a:xfrm>
              <a:custGeom>
                <a:avLst/>
                <a:gdLst>
                  <a:gd name="T0" fmla="*/ 36 w 48"/>
                  <a:gd name="T1" fmla="*/ 84 h 68"/>
                  <a:gd name="T2" fmla="*/ 7 w 48"/>
                  <a:gd name="T3" fmla="*/ 0 h 68"/>
                  <a:gd name="T4" fmla="*/ 36 w 48"/>
                  <a:gd name="T5" fmla="*/ 84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68">
                    <a:moveTo>
                      <a:pt x="33" y="68"/>
                    </a:moveTo>
                    <a:cubicBezTo>
                      <a:pt x="33" y="68"/>
                      <a:pt x="0" y="44"/>
                      <a:pt x="7" y="0"/>
                    </a:cubicBezTo>
                    <a:cubicBezTo>
                      <a:pt x="7" y="0"/>
                      <a:pt x="48" y="18"/>
                      <a:pt x="33" y="68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09" name="Freeform 2323">
                <a:extLst>
                  <a:ext uri="{FF2B5EF4-FFF2-40B4-BE49-F238E27FC236}">
                    <a16:creationId xmlns:a16="http://schemas.microsoft.com/office/drawing/2014/main" id="{D151E250-F1FB-4669-8B28-C257930DD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953"/>
                <a:ext cx="13" cy="22"/>
              </a:xfrm>
              <a:custGeom>
                <a:avLst/>
                <a:gdLst>
                  <a:gd name="T0" fmla="*/ 4 w 13"/>
                  <a:gd name="T1" fmla="*/ 1 h 21"/>
                  <a:gd name="T2" fmla="*/ 12 w 13"/>
                  <a:gd name="T3" fmla="*/ 9 h 21"/>
                  <a:gd name="T4" fmla="*/ 10 w 13"/>
                  <a:gd name="T5" fmla="*/ 23 h 21"/>
                  <a:gd name="T6" fmla="*/ 2 w 13"/>
                  <a:gd name="T7" fmla="*/ 15 h 21"/>
                  <a:gd name="T8" fmla="*/ 4 w 13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4" y="1"/>
                    </a:moveTo>
                    <a:cubicBezTo>
                      <a:pt x="7" y="0"/>
                      <a:pt x="10" y="4"/>
                      <a:pt x="12" y="9"/>
                    </a:cubicBezTo>
                    <a:cubicBezTo>
                      <a:pt x="13" y="14"/>
                      <a:pt x="12" y="19"/>
                      <a:pt x="10" y="20"/>
                    </a:cubicBezTo>
                    <a:cubicBezTo>
                      <a:pt x="7" y="21"/>
                      <a:pt x="3" y="17"/>
                      <a:pt x="2" y="12"/>
                    </a:cubicBezTo>
                    <a:cubicBezTo>
                      <a:pt x="0" y="7"/>
                      <a:pt x="1" y="2"/>
                      <a:pt x="4" y="1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10" name="Freeform 2324">
                <a:extLst>
                  <a:ext uri="{FF2B5EF4-FFF2-40B4-BE49-F238E27FC236}">
                    <a16:creationId xmlns:a16="http://schemas.microsoft.com/office/drawing/2014/main" id="{74CBF65D-18CD-4D2F-909F-B0A16C581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861"/>
                <a:ext cx="69" cy="71"/>
              </a:xfrm>
              <a:custGeom>
                <a:avLst/>
                <a:gdLst>
                  <a:gd name="T0" fmla="*/ 66 w 68"/>
                  <a:gd name="T1" fmla="*/ 76 h 66"/>
                  <a:gd name="T2" fmla="*/ 16 w 68"/>
                  <a:gd name="T3" fmla="*/ 0 h 66"/>
                  <a:gd name="T4" fmla="*/ 66 w 68"/>
                  <a:gd name="T5" fmla="*/ 76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66">
                    <a:moveTo>
                      <a:pt x="63" y="61"/>
                    </a:moveTo>
                    <a:cubicBezTo>
                      <a:pt x="63" y="61"/>
                      <a:pt x="0" y="66"/>
                      <a:pt x="16" y="0"/>
                    </a:cubicBezTo>
                    <a:cubicBezTo>
                      <a:pt x="16" y="0"/>
                      <a:pt x="68" y="8"/>
                      <a:pt x="63" y="61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11" name="Freeform 2325">
                <a:extLst>
                  <a:ext uri="{FF2B5EF4-FFF2-40B4-BE49-F238E27FC236}">
                    <a16:creationId xmlns:a16="http://schemas.microsoft.com/office/drawing/2014/main" id="{044C0A1E-0FA7-45B2-9A0C-2F9DEDA37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883"/>
                <a:ext cx="21" cy="21"/>
              </a:xfrm>
              <a:custGeom>
                <a:avLst/>
                <a:gdLst>
                  <a:gd name="T0" fmla="*/ 2 w 21"/>
                  <a:gd name="T1" fmla="*/ 2 h 20"/>
                  <a:gd name="T2" fmla="*/ 14 w 21"/>
                  <a:gd name="T3" fmla="*/ 6 h 20"/>
                  <a:gd name="T4" fmla="*/ 18 w 21"/>
                  <a:gd name="T5" fmla="*/ 21 h 20"/>
                  <a:gd name="T6" fmla="*/ 6 w 21"/>
                  <a:gd name="T7" fmla="*/ 17 h 20"/>
                  <a:gd name="T8" fmla="*/ 2 w 21"/>
                  <a:gd name="T9" fmla="*/ 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" y="2"/>
                    </a:moveTo>
                    <a:cubicBezTo>
                      <a:pt x="5" y="0"/>
                      <a:pt x="10" y="2"/>
                      <a:pt x="14" y="6"/>
                    </a:cubicBezTo>
                    <a:cubicBezTo>
                      <a:pt x="19" y="11"/>
                      <a:pt x="21" y="16"/>
                      <a:pt x="18" y="18"/>
                    </a:cubicBezTo>
                    <a:cubicBezTo>
                      <a:pt x="16" y="20"/>
                      <a:pt x="11" y="19"/>
                      <a:pt x="6" y="14"/>
                    </a:cubicBezTo>
                    <a:cubicBezTo>
                      <a:pt x="2" y="10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12" name="Freeform 2326">
                <a:extLst>
                  <a:ext uri="{FF2B5EF4-FFF2-40B4-BE49-F238E27FC236}">
                    <a16:creationId xmlns:a16="http://schemas.microsoft.com/office/drawing/2014/main" id="{1070DAB8-2A99-40C8-93B8-727240AA1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793"/>
                <a:ext cx="100" cy="88"/>
              </a:xfrm>
              <a:custGeom>
                <a:avLst/>
                <a:gdLst>
                  <a:gd name="T0" fmla="*/ 102 w 99"/>
                  <a:gd name="T1" fmla="*/ 78 h 82"/>
                  <a:gd name="T2" fmla="*/ 0 w 99"/>
                  <a:gd name="T3" fmla="*/ 29 h 82"/>
                  <a:gd name="T4" fmla="*/ 102 w 99"/>
                  <a:gd name="T5" fmla="*/ 78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82">
                    <a:moveTo>
                      <a:pt x="99" y="63"/>
                    </a:moveTo>
                    <a:cubicBezTo>
                      <a:pt x="99" y="63"/>
                      <a:pt x="31" y="82"/>
                      <a:pt x="0" y="23"/>
                    </a:cubicBezTo>
                    <a:cubicBezTo>
                      <a:pt x="0" y="23"/>
                      <a:pt x="75" y="0"/>
                      <a:pt x="99" y="63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13" name="Freeform 2327">
                <a:extLst>
                  <a:ext uri="{FF2B5EF4-FFF2-40B4-BE49-F238E27FC236}">
                    <a16:creationId xmlns:a16="http://schemas.microsoft.com/office/drawing/2014/main" id="{44FE0444-A121-4943-AB33-C10CB4830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822"/>
                <a:ext cx="30" cy="22"/>
              </a:xfrm>
              <a:custGeom>
                <a:avLst/>
                <a:gdLst>
                  <a:gd name="T0" fmla="*/ 1 w 29"/>
                  <a:gd name="T1" fmla="*/ 4 h 20"/>
                  <a:gd name="T2" fmla="*/ 21 w 29"/>
                  <a:gd name="T3" fmla="*/ 4 h 20"/>
                  <a:gd name="T4" fmla="*/ 30 w 29"/>
                  <a:gd name="T5" fmla="*/ 23 h 20"/>
                  <a:gd name="T6" fmla="*/ 11 w 29"/>
                  <a:gd name="T7" fmla="*/ 23 h 20"/>
                  <a:gd name="T8" fmla="*/ 1 w 29"/>
                  <a:gd name="T9" fmla="*/ 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1" y="4"/>
                    </a:moveTo>
                    <a:cubicBezTo>
                      <a:pt x="3" y="0"/>
                      <a:pt x="11" y="0"/>
                      <a:pt x="18" y="4"/>
                    </a:cubicBezTo>
                    <a:cubicBezTo>
                      <a:pt x="25" y="7"/>
                      <a:pt x="29" y="13"/>
                      <a:pt x="27" y="17"/>
                    </a:cubicBezTo>
                    <a:cubicBezTo>
                      <a:pt x="25" y="20"/>
                      <a:pt x="18" y="20"/>
                      <a:pt x="11" y="17"/>
                    </a:cubicBezTo>
                    <a:cubicBezTo>
                      <a:pt x="4" y="13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14" name="Freeform 2328">
                <a:extLst>
                  <a:ext uri="{FF2B5EF4-FFF2-40B4-BE49-F238E27FC236}">
                    <a16:creationId xmlns:a16="http://schemas.microsoft.com/office/drawing/2014/main" id="{588FFF09-33AA-4BB7-B4B1-8447FEBA8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3282"/>
                <a:ext cx="253" cy="65"/>
              </a:xfrm>
              <a:custGeom>
                <a:avLst/>
                <a:gdLst>
                  <a:gd name="T0" fmla="*/ 257 w 251"/>
                  <a:gd name="T1" fmla="*/ 0 h 60"/>
                  <a:gd name="T2" fmla="*/ 133 w 251"/>
                  <a:gd name="T3" fmla="*/ 29 h 60"/>
                  <a:gd name="T4" fmla="*/ 0 w 251"/>
                  <a:gd name="T5" fmla="*/ 58 h 60"/>
                  <a:gd name="T6" fmla="*/ 257 w 251"/>
                  <a:gd name="T7" fmla="*/ 67 h 60"/>
                  <a:gd name="T8" fmla="*/ 257 w 251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1" h="60">
                    <a:moveTo>
                      <a:pt x="251" y="0"/>
                    </a:moveTo>
                    <a:cubicBezTo>
                      <a:pt x="251" y="0"/>
                      <a:pt x="189" y="7"/>
                      <a:pt x="130" y="23"/>
                    </a:cubicBezTo>
                    <a:cubicBezTo>
                      <a:pt x="86" y="36"/>
                      <a:pt x="52" y="40"/>
                      <a:pt x="0" y="46"/>
                    </a:cubicBezTo>
                    <a:cubicBezTo>
                      <a:pt x="0" y="46"/>
                      <a:pt x="185" y="60"/>
                      <a:pt x="251" y="53"/>
                    </a:cubicBezTo>
                    <a:lnTo>
                      <a:pt x="251" y="0"/>
                    </a:ln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15" name="Freeform 2329">
                <a:extLst>
                  <a:ext uri="{FF2B5EF4-FFF2-40B4-BE49-F238E27FC236}">
                    <a16:creationId xmlns:a16="http://schemas.microsoft.com/office/drawing/2014/main" id="{46545249-EA3C-417C-9B0A-A5FAB8364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3181"/>
                <a:ext cx="148" cy="158"/>
              </a:xfrm>
              <a:custGeom>
                <a:avLst/>
                <a:gdLst>
                  <a:gd name="T0" fmla="*/ 0 w 146"/>
                  <a:gd name="T1" fmla="*/ 117 h 147"/>
                  <a:gd name="T2" fmla="*/ 0 w 146"/>
                  <a:gd name="T3" fmla="*/ 183 h 147"/>
                  <a:gd name="T4" fmla="*/ 135 w 146"/>
                  <a:gd name="T5" fmla="*/ 86 h 147"/>
                  <a:gd name="T6" fmla="*/ 0 w 146"/>
                  <a:gd name="T7" fmla="*/ 117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147">
                    <a:moveTo>
                      <a:pt x="0" y="94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1" y="138"/>
                      <a:pt x="129" y="69"/>
                    </a:cubicBezTo>
                    <a:cubicBezTo>
                      <a:pt x="146" y="0"/>
                      <a:pt x="66" y="105"/>
                      <a:pt x="0" y="94"/>
                    </a:cubicBezTo>
                    <a:close/>
                  </a:path>
                </a:pathLst>
              </a:custGeom>
              <a:solidFill>
                <a:srgbClr val="DB9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16" name="Line 2330">
                <a:extLst>
                  <a:ext uri="{FF2B5EF4-FFF2-40B4-BE49-F238E27FC236}">
                    <a16:creationId xmlns:a16="http://schemas.microsoft.com/office/drawing/2014/main" id="{4D9BA048-1947-4B17-A8C3-138EDA36A0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0" y="2645"/>
                <a:ext cx="1" cy="173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17" name="Freeform 2331">
                <a:extLst>
                  <a:ext uri="{FF2B5EF4-FFF2-40B4-BE49-F238E27FC236}">
                    <a16:creationId xmlns:a16="http://schemas.microsoft.com/office/drawing/2014/main" id="{5DCE1A96-2D46-48D7-966F-B3ECA181A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3282"/>
                <a:ext cx="253" cy="65"/>
              </a:xfrm>
              <a:custGeom>
                <a:avLst/>
                <a:gdLst>
                  <a:gd name="T0" fmla="*/ 257 w 251"/>
                  <a:gd name="T1" fmla="*/ 0 h 60"/>
                  <a:gd name="T2" fmla="*/ 133 w 251"/>
                  <a:gd name="T3" fmla="*/ 29 h 60"/>
                  <a:gd name="T4" fmla="*/ 0 w 251"/>
                  <a:gd name="T5" fmla="*/ 58 h 60"/>
                  <a:gd name="T6" fmla="*/ 257 w 251"/>
                  <a:gd name="T7" fmla="*/ 67 h 60"/>
                  <a:gd name="T8" fmla="*/ 257 w 251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1" h="60">
                    <a:moveTo>
                      <a:pt x="251" y="0"/>
                    </a:moveTo>
                    <a:cubicBezTo>
                      <a:pt x="251" y="0"/>
                      <a:pt x="189" y="7"/>
                      <a:pt x="130" y="23"/>
                    </a:cubicBezTo>
                    <a:cubicBezTo>
                      <a:pt x="86" y="36"/>
                      <a:pt x="52" y="40"/>
                      <a:pt x="0" y="46"/>
                    </a:cubicBezTo>
                    <a:cubicBezTo>
                      <a:pt x="0" y="46"/>
                      <a:pt x="185" y="60"/>
                      <a:pt x="251" y="53"/>
                    </a:cubicBezTo>
                    <a:lnTo>
                      <a:pt x="251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18" name="Freeform 2332">
                <a:extLst>
                  <a:ext uri="{FF2B5EF4-FFF2-40B4-BE49-F238E27FC236}">
                    <a16:creationId xmlns:a16="http://schemas.microsoft.com/office/drawing/2014/main" id="{9586814A-D4B4-4F91-B958-558C668FD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3181"/>
                <a:ext cx="148" cy="158"/>
              </a:xfrm>
              <a:custGeom>
                <a:avLst/>
                <a:gdLst>
                  <a:gd name="T0" fmla="*/ 0 w 146"/>
                  <a:gd name="T1" fmla="*/ 117 h 147"/>
                  <a:gd name="T2" fmla="*/ 0 w 146"/>
                  <a:gd name="T3" fmla="*/ 183 h 147"/>
                  <a:gd name="T4" fmla="*/ 135 w 146"/>
                  <a:gd name="T5" fmla="*/ 86 h 147"/>
                  <a:gd name="T6" fmla="*/ 0 w 146"/>
                  <a:gd name="T7" fmla="*/ 117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147">
                    <a:moveTo>
                      <a:pt x="0" y="94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1" y="138"/>
                      <a:pt x="129" y="69"/>
                    </a:cubicBezTo>
                    <a:cubicBezTo>
                      <a:pt x="146" y="0"/>
                      <a:pt x="66" y="105"/>
                      <a:pt x="0" y="9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19" name="Line 2333">
                <a:extLst>
                  <a:ext uri="{FF2B5EF4-FFF2-40B4-BE49-F238E27FC236}">
                    <a16:creationId xmlns:a16="http://schemas.microsoft.com/office/drawing/2014/main" id="{0974752A-7CE2-4285-A85B-4CBF169366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0" y="3234"/>
                <a:ext cx="1" cy="265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20" name="Line 2334">
                <a:extLst>
                  <a:ext uri="{FF2B5EF4-FFF2-40B4-BE49-F238E27FC236}">
                    <a16:creationId xmlns:a16="http://schemas.microsoft.com/office/drawing/2014/main" id="{0F11B946-9C96-4CA1-AF2D-52A3400335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2" y="2776"/>
                <a:ext cx="1" cy="43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21" name="Line 2335">
                <a:extLst>
                  <a:ext uri="{FF2B5EF4-FFF2-40B4-BE49-F238E27FC236}">
                    <a16:creationId xmlns:a16="http://schemas.microsoft.com/office/drawing/2014/main" id="{C3280701-36C1-4476-BFB8-F0BAB12FE8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82" y="3323"/>
                <a:ext cx="1" cy="34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22" name="Freeform 2336">
                <a:extLst>
                  <a:ext uri="{FF2B5EF4-FFF2-40B4-BE49-F238E27FC236}">
                    <a16:creationId xmlns:a16="http://schemas.microsoft.com/office/drawing/2014/main" id="{DBD6C2D6-0889-422A-A7AE-626207630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65"/>
                <a:ext cx="90" cy="104"/>
              </a:xfrm>
              <a:custGeom>
                <a:avLst/>
                <a:gdLst>
                  <a:gd name="T0" fmla="*/ 0 w 89"/>
                  <a:gd name="T1" fmla="*/ 62 h 96"/>
                  <a:gd name="T2" fmla="*/ 92 w 89"/>
                  <a:gd name="T3" fmla="*/ 61 h 96"/>
                  <a:gd name="T4" fmla="*/ 0 w 89"/>
                  <a:gd name="T5" fmla="*/ 62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6">
                    <a:moveTo>
                      <a:pt x="0" y="49"/>
                    </a:moveTo>
                    <a:cubicBezTo>
                      <a:pt x="0" y="49"/>
                      <a:pt x="34" y="0"/>
                      <a:pt x="89" y="48"/>
                    </a:cubicBezTo>
                    <a:cubicBezTo>
                      <a:pt x="89" y="48"/>
                      <a:pt x="48" y="96"/>
                      <a:pt x="0" y="4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23" name="Freeform 2337">
                <a:extLst>
                  <a:ext uri="{FF2B5EF4-FFF2-40B4-BE49-F238E27FC236}">
                    <a16:creationId xmlns:a16="http://schemas.microsoft.com/office/drawing/2014/main" id="{819B16E6-7FFC-4A93-A1CC-27DA011C4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765"/>
                <a:ext cx="112" cy="104"/>
              </a:xfrm>
              <a:custGeom>
                <a:avLst/>
                <a:gdLst>
                  <a:gd name="T0" fmla="*/ 0 w 111"/>
                  <a:gd name="T1" fmla="*/ 61 h 96"/>
                  <a:gd name="T2" fmla="*/ 114 w 111"/>
                  <a:gd name="T3" fmla="*/ 62 h 96"/>
                  <a:gd name="T4" fmla="*/ 0 w 111"/>
                  <a:gd name="T5" fmla="*/ 6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96">
                    <a:moveTo>
                      <a:pt x="0" y="48"/>
                    </a:moveTo>
                    <a:cubicBezTo>
                      <a:pt x="0" y="48"/>
                      <a:pt x="57" y="0"/>
                      <a:pt x="111" y="49"/>
                    </a:cubicBezTo>
                    <a:cubicBezTo>
                      <a:pt x="111" y="49"/>
                      <a:pt x="48" y="96"/>
                      <a:pt x="0" y="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24" name="Freeform 2338">
                <a:extLst>
                  <a:ext uri="{FF2B5EF4-FFF2-40B4-BE49-F238E27FC236}">
                    <a16:creationId xmlns:a16="http://schemas.microsoft.com/office/drawing/2014/main" id="{176627EB-1FE9-4A8E-A274-D116A993A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761"/>
                <a:ext cx="86" cy="108"/>
              </a:xfrm>
              <a:custGeom>
                <a:avLst/>
                <a:gdLst>
                  <a:gd name="T0" fmla="*/ 0 w 85"/>
                  <a:gd name="T1" fmla="*/ 67 h 100"/>
                  <a:gd name="T2" fmla="*/ 88 w 85"/>
                  <a:gd name="T3" fmla="*/ 65 h 100"/>
                  <a:gd name="T4" fmla="*/ 0 w 85"/>
                  <a:gd name="T5" fmla="*/ 67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0">
                    <a:moveTo>
                      <a:pt x="0" y="53"/>
                    </a:moveTo>
                    <a:cubicBezTo>
                      <a:pt x="0" y="53"/>
                      <a:pt x="44" y="0"/>
                      <a:pt x="85" y="52"/>
                    </a:cubicBezTo>
                    <a:cubicBezTo>
                      <a:pt x="85" y="52"/>
                      <a:pt x="49" y="100"/>
                      <a:pt x="0" y="5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25" name="Freeform 2339">
                <a:extLst>
                  <a:ext uri="{FF2B5EF4-FFF2-40B4-BE49-F238E27FC236}">
                    <a16:creationId xmlns:a16="http://schemas.microsoft.com/office/drawing/2014/main" id="{B9389451-9277-49BA-9B43-89854C31F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776"/>
                <a:ext cx="107" cy="82"/>
              </a:xfrm>
              <a:custGeom>
                <a:avLst/>
                <a:gdLst>
                  <a:gd name="T0" fmla="*/ 0 w 106"/>
                  <a:gd name="T1" fmla="*/ 47 h 76"/>
                  <a:gd name="T2" fmla="*/ 109 w 106"/>
                  <a:gd name="T3" fmla="*/ 47 h 76"/>
                  <a:gd name="T4" fmla="*/ 0 w 106"/>
                  <a:gd name="T5" fmla="*/ 47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6">
                    <a:moveTo>
                      <a:pt x="0" y="38"/>
                    </a:moveTo>
                    <a:cubicBezTo>
                      <a:pt x="0" y="38"/>
                      <a:pt x="54" y="0"/>
                      <a:pt x="106" y="38"/>
                    </a:cubicBezTo>
                    <a:cubicBezTo>
                      <a:pt x="106" y="38"/>
                      <a:pt x="62" y="76"/>
                      <a:pt x="0" y="3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26" name="Freeform 2340">
                <a:extLst>
                  <a:ext uri="{FF2B5EF4-FFF2-40B4-BE49-F238E27FC236}">
                    <a16:creationId xmlns:a16="http://schemas.microsoft.com/office/drawing/2014/main" id="{874C4A59-DA7E-4114-BEBF-D2F8A2D2B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765"/>
                <a:ext cx="111" cy="102"/>
              </a:xfrm>
              <a:custGeom>
                <a:avLst/>
                <a:gdLst>
                  <a:gd name="T0" fmla="*/ 0 w 110"/>
                  <a:gd name="T1" fmla="*/ 60 h 95"/>
                  <a:gd name="T2" fmla="*/ 113 w 110"/>
                  <a:gd name="T3" fmla="*/ 61 h 95"/>
                  <a:gd name="T4" fmla="*/ 0 w 110"/>
                  <a:gd name="T5" fmla="*/ 6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95">
                    <a:moveTo>
                      <a:pt x="0" y="48"/>
                    </a:moveTo>
                    <a:cubicBezTo>
                      <a:pt x="0" y="48"/>
                      <a:pt x="56" y="0"/>
                      <a:pt x="110" y="49"/>
                    </a:cubicBezTo>
                    <a:cubicBezTo>
                      <a:pt x="110" y="49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27" name="Freeform 2341">
                <a:extLst>
                  <a:ext uri="{FF2B5EF4-FFF2-40B4-BE49-F238E27FC236}">
                    <a16:creationId xmlns:a16="http://schemas.microsoft.com/office/drawing/2014/main" id="{4F31EE4A-4170-4172-B384-2420736B8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767"/>
                <a:ext cx="88" cy="102"/>
              </a:xfrm>
              <a:custGeom>
                <a:avLst/>
                <a:gdLst>
                  <a:gd name="T0" fmla="*/ 0 w 87"/>
                  <a:gd name="T1" fmla="*/ 60 h 94"/>
                  <a:gd name="T2" fmla="*/ 90 w 87"/>
                  <a:gd name="T3" fmla="*/ 60 h 94"/>
                  <a:gd name="T4" fmla="*/ 0 w 87"/>
                  <a:gd name="T5" fmla="*/ 6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94">
                    <a:moveTo>
                      <a:pt x="0" y="47"/>
                    </a:moveTo>
                    <a:cubicBezTo>
                      <a:pt x="0" y="47"/>
                      <a:pt x="41" y="0"/>
                      <a:pt x="87" y="47"/>
                    </a:cubicBezTo>
                    <a:cubicBezTo>
                      <a:pt x="87" y="47"/>
                      <a:pt x="49" y="94"/>
                      <a:pt x="0" y="4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28" name="Freeform 2342">
                <a:extLst>
                  <a:ext uri="{FF2B5EF4-FFF2-40B4-BE49-F238E27FC236}">
                    <a16:creationId xmlns:a16="http://schemas.microsoft.com/office/drawing/2014/main" id="{8C05F5C0-096D-4340-ABAF-655D9511E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765"/>
                <a:ext cx="114" cy="104"/>
              </a:xfrm>
              <a:custGeom>
                <a:avLst/>
                <a:gdLst>
                  <a:gd name="T0" fmla="*/ 0 w 113"/>
                  <a:gd name="T1" fmla="*/ 62 h 96"/>
                  <a:gd name="T2" fmla="*/ 116 w 113"/>
                  <a:gd name="T3" fmla="*/ 62 h 96"/>
                  <a:gd name="T4" fmla="*/ 0 w 113"/>
                  <a:gd name="T5" fmla="*/ 62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96">
                    <a:moveTo>
                      <a:pt x="0" y="49"/>
                    </a:moveTo>
                    <a:cubicBezTo>
                      <a:pt x="0" y="49"/>
                      <a:pt x="59" y="0"/>
                      <a:pt x="113" y="49"/>
                    </a:cubicBezTo>
                    <a:cubicBezTo>
                      <a:pt x="113" y="49"/>
                      <a:pt x="48" y="96"/>
                      <a:pt x="0" y="4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29" name="Freeform 2343">
                <a:extLst>
                  <a:ext uri="{FF2B5EF4-FFF2-40B4-BE49-F238E27FC236}">
                    <a16:creationId xmlns:a16="http://schemas.microsoft.com/office/drawing/2014/main" id="{8F2FC664-A257-48A9-99A4-8AD5B4AC1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266"/>
                <a:ext cx="127" cy="105"/>
              </a:xfrm>
              <a:custGeom>
                <a:avLst/>
                <a:gdLst>
                  <a:gd name="T0" fmla="*/ 0 w 126"/>
                  <a:gd name="T1" fmla="*/ 67 h 97"/>
                  <a:gd name="T2" fmla="*/ 129 w 126"/>
                  <a:gd name="T3" fmla="*/ 57 h 97"/>
                  <a:gd name="T4" fmla="*/ 0 w 126"/>
                  <a:gd name="T5" fmla="*/ 67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97">
                    <a:moveTo>
                      <a:pt x="0" y="53"/>
                    </a:moveTo>
                    <a:cubicBezTo>
                      <a:pt x="0" y="53"/>
                      <a:pt x="69" y="0"/>
                      <a:pt x="126" y="45"/>
                    </a:cubicBezTo>
                    <a:cubicBezTo>
                      <a:pt x="126" y="45"/>
                      <a:pt x="52" y="97"/>
                      <a:pt x="0" y="5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30" name="Freeform 2344">
                <a:extLst>
                  <a:ext uri="{FF2B5EF4-FFF2-40B4-BE49-F238E27FC236}">
                    <a16:creationId xmlns:a16="http://schemas.microsoft.com/office/drawing/2014/main" id="{78648B95-D76C-4531-81A9-2E4BE1843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261"/>
                <a:ext cx="75" cy="106"/>
              </a:xfrm>
              <a:custGeom>
                <a:avLst/>
                <a:gdLst>
                  <a:gd name="T0" fmla="*/ 0 w 74"/>
                  <a:gd name="T1" fmla="*/ 63 h 99"/>
                  <a:gd name="T2" fmla="*/ 77 w 74"/>
                  <a:gd name="T3" fmla="*/ 55 h 99"/>
                  <a:gd name="T4" fmla="*/ 0 w 74"/>
                  <a:gd name="T5" fmla="*/ 63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99">
                    <a:moveTo>
                      <a:pt x="0" y="51"/>
                    </a:moveTo>
                    <a:cubicBezTo>
                      <a:pt x="0" y="51"/>
                      <a:pt x="25" y="0"/>
                      <a:pt x="74" y="45"/>
                    </a:cubicBezTo>
                    <a:cubicBezTo>
                      <a:pt x="74" y="45"/>
                      <a:pt x="33" y="99"/>
                      <a:pt x="0" y="5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31" name="Freeform 2345">
                <a:extLst>
                  <a:ext uri="{FF2B5EF4-FFF2-40B4-BE49-F238E27FC236}">
                    <a16:creationId xmlns:a16="http://schemas.microsoft.com/office/drawing/2014/main" id="{B432913E-D7C0-49E8-8349-8FFDB780C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3263"/>
                <a:ext cx="101" cy="84"/>
              </a:xfrm>
              <a:custGeom>
                <a:avLst/>
                <a:gdLst>
                  <a:gd name="T0" fmla="*/ 0 w 100"/>
                  <a:gd name="T1" fmla="*/ 54 h 78"/>
                  <a:gd name="T2" fmla="*/ 103 w 100"/>
                  <a:gd name="T3" fmla="*/ 46 h 78"/>
                  <a:gd name="T4" fmla="*/ 0 w 100"/>
                  <a:gd name="T5" fmla="*/ 54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78">
                    <a:moveTo>
                      <a:pt x="0" y="43"/>
                    </a:moveTo>
                    <a:cubicBezTo>
                      <a:pt x="0" y="43"/>
                      <a:pt x="47" y="0"/>
                      <a:pt x="100" y="37"/>
                    </a:cubicBezTo>
                    <a:cubicBezTo>
                      <a:pt x="100" y="37"/>
                      <a:pt x="45" y="78"/>
                      <a:pt x="0" y="4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32" name="Freeform 2346">
                <a:extLst>
                  <a:ext uri="{FF2B5EF4-FFF2-40B4-BE49-F238E27FC236}">
                    <a16:creationId xmlns:a16="http://schemas.microsoft.com/office/drawing/2014/main" id="{29C4E025-33A0-49E5-96EA-24D95A923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242"/>
                <a:ext cx="85" cy="105"/>
              </a:xfrm>
              <a:custGeom>
                <a:avLst/>
                <a:gdLst>
                  <a:gd name="T0" fmla="*/ 0 w 84"/>
                  <a:gd name="T1" fmla="*/ 70 h 97"/>
                  <a:gd name="T2" fmla="*/ 87 w 84"/>
                  <a:gd name="T3" fmla="*/ 58 h 97"/>
                  <a:gd name="T4" fmla="*/ 0 w 84"/>
                  <a:gd name="T5" fmla="*/ 70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7">
                    <a:moveTo>
                      <a:pt x="0" y="55"/>
                    </a:moveTo>
                    <a:cubicBezTo>
                      <a:pt x="0" y="55"/>
                      <a:pt x="32" y="0"/>
                      <a:pt x="84" y="46"/>
                    </a:cubicBezTo>
                    <a:cubicBezTo>
                      <a:pt x="84" y="46"/>
                      <a:pt x="53" y="97"/>
                      <a:pt x="0" y="55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33" name="Freeform 2347">
                <a:extLst>
                  <a:ext uri="{FF2B5EF4-FFF2-40B4-BE49-F238E27FC236}">
                    <a16:creationId xmlns:a16="http://schemas.microsoft.com/office/drawing/2014/main" id="{CB814ABB-433C-4475-9B95-9675D29BE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244"/>
                <a:ext cx="117" cy="93"/>
              </a:xfrm>
              <a:custGeom>
                <a:avLst/>
                <a:gdLst>
                  <a:gd name="T0" fmla="*/ 0 w 116"/>
                  <a:gd name="T1" fmla="*/ 55 h 87"/>
                  <a:gd name="T2" fmla="*/ 119 w 116"/>
                  <a:gd name="T3" fmla="*/ 40 h 87"/>
                  <a:gd name="T4" fmla="*/ 0 w 116"/>
                  <a:gd name="T5" fmla="*/ 5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87">
                    <a:moveTo>
                      <a:pt x="0" y="45"/>
                    </a:moveTo>
                    <a:cubicBezTo>
                      <a:pt x="0" y="45"/>
                      <a:pt x="64" y="0"/>
                      <a:pt x="116" y="33"/>
                    </a:cubicBezTo>
                    <a:cubicBezTo>
                      <a:pt x="116" y="33"/>
                      <a:pt x="54" y="87"/>
                      <a:pt x="0" y="45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34" name="Freeform 2348">
                <a:extLst>
                  <a:ext uri="{FF2B5EF4-FFF2-40B4-BE49-F238E27FC236}">
                    <a16:creationId xmlns:a16="http://schemas.microsoft.com/office/drawing/2014/main" id="{6DF49264-5CE0-4134-B355-3CAA4FE29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3222"/>
                <a:ext cx="90" cy="100"/>
              </a:xfrm>
              <a:custGeom>
                <a:avLst/>
                <a:gdLst>
                  <a:gd name="T0" fmla="*/ 0 w 89"/>
                  <a:gd name="T1" fmla="*/ 67 h 93"/>
                  <a:gd name="T2" fmla="*/ 92 w 89"/>
                  <a:gd name="T3" fmla="*/ 49 h 93"/>
                  <a:gd name="T4" fmla="*/ 0 w 89"/>
                  <a:gd name="T5" fmla="*/ 67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3">
                    <a:moveTo>
                      <a:pt x="0" y="54"/>
                    </a:moveTo>
                    <a:cubicBezTo>
                      <a:pt x="0" y="54"/>
                      <a:pt x="29" y="0"/>
                      <a:pt x="89" y="40"/>
                    </a:cubicBezTo>
                    <a:cubicBezTo>
                      <a:pt x="89" y="40"/>
                      <a:pt x="55" y="93"/>
                      <a:pt x="0" y="5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35" name="Freeform 2349">
                <a:extLst>
                  <a:ext uri="{FF2B5EF4-FFF2-40B4-BE49-F238E27FC236}">
                    <a16:creationId xmlns:a16="http://schemas.microsoft.com/office/drawing/2014/main" id="{950E4447-57AC-40F5-9CF0-E94E4A757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3200"/>
                <a:ext cx="109" cy="100"/>
              </a:xfrm>
              <a:custGeom>
                <a:avLst/>
                <a:gdLst>
                  <a:gd name="T0" fmla="*/ 0 w 108"/>
                  <a:gd name="T1" fmla="*/ 77 h 92"/>
                  <a:gd name="T2" fmla="*/ 111 w 108"/>
                  <a:gd name="T3" fmla="*/ 40 h 92"/>
                  <a:gd name="T4" fmla="*/ 0 w 108"/>
                  <a:gd name="T5" fmla="*/ 77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92">
                    <a:moveTo>
                      <a:pt x="0" y="60"/>
                    </a:moveTo>
                    <a:cubicBezTo>
                      <a:pt x="0" y="60"/>
                      <a:pt x="43" y="0"/>
                      <a:pt x="108" y="31"/>
                    </a:cubicBezTo>
                    <a:cubicBezTo>
                      <a:pt x="108" y="31"/>
                      <a:pt x="60" y="92"/>
                      <a:pt x="0" y="6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36" name="Freeform 2350">
                <a:extLst>
                  <a:ext uri="{FF2B5EF4-FFF2-40B4-BE49-F238E27FC236}">
                    <a16:creationId xmlns:a16="http://schemas.microsoft.com/office/drawing/2014/main" id="{96CAF107-A203-4798-89F9-EEE300D6D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176"/>
                <a:ext cx="101" cy="101"/>
              </a:xfrm>
              <a:custGeom>
                <a:avLst/>
                <a:gdLst>
                  <a:gd name="T0" fmla="*/ 0 w 100"/>
                  <a:gd name="T1" fmla="*/ 67 h 94"/>
                  <a:gd name="T2" fmla="*/ 103 w 100"/>
                  <a:gd name="T3" fmla="*/ 51 h 94"/>
                  <a:gd name="T4" fmla="*/ 0 w 100"/>
                  <a:gd name="T5" fmla="*/ 67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94">
                    <a:moveTo>
                      <a:pt x="0" y="54"/>
                    </a:moveTo>
                    <a:cubicBezTo>
                      <a:pt x="0" y="54"/>
                      <a:pt x="39" y="0"/>
                      <a:pt x="100" y="41"/>
                    </a:cubicBezTo>
                    <a:cubicBezTo>
                      <a:pt x="100" y="41"/>
                      <a:pt x="55" y="94"/>
                      <a:pt x="0" y="5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37" name="Freeform 2351">
                <a:extLst>
                  <a:ext uri="{FF2B5EF4-FFF2-40B4-BE49-F238E27FC236}">
                    <a16:creationId xmlns:a16="http://schemas.microsoft.com/office/drawing/2014/main" id="{27371665-9012-4F57-98DA-C3A9CAB86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156"/>
                <a:ext cx="63" cy="66"/>
              </a:xfrm>
              <a:custGeom>
                <a:avLst/>
                <a:gdLst>
                  <a:gd name="T0" fmla="*/ 0 w 62"/>
                  <a:gd name="T1" fmla="*/ 74 h 61"/>
                  <a:gd name="T2" fmla="*/ 65 w 62"/>
                  <a:gd name="T3" fmla="*/ 4 h 61"/>
                  <a:gd name="T4" fmla="*/ 0 w 62"/>
                  <a:gd name="T5" fmla="*/ 7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61">
                    <a:moveTo>
                      <a:pt x="0" y="58"/>
                    </a:moveTo>
                    <a:cubicBezTo>
                      <a:pt x="0" y="58"/>
                      <a:pt x="7" y="0"/>
                      <a:pt x="62" y="4"/>
                    </a:cubicBezTo>
                    <a:cubicBezTo>
                      <a:pt x="62" y="4"/>
                      <a:pt x="53" y="61"/>
                      <a:pt x="0" y="5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38" name="Freeform 2352">
                <a:extLst>
                  <a:ext uri="{FF2B5EF4-FFF2-40B4-BE49-F238E27FC236}">
                    <a16:creationId xmlns:a16="http://schemas.microsoft.com/office/drawing/2014/main" id="{E52390B5-A056-479D-9AA5-32BEC5394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3098"/>
                <a:ext cx="74" cy="63"/>
              </a:xfrm>
              <a:custGeom>
                <a:avLst/>
                <a:gdLst>
                  <a:gd name="T0" fmla="*/ 31 w 73"/>
                  <a:gd name="T1" fmla="*/ 74 h 58"/>
                  <a:gd name="T2" fmla="*/ 49 w 73"/>
                  <a:gd name="T3" fmla="*/ 0 h 58"/>
                  <a:gd name="T4" fmla="*/ 31 w 73"/>
                  <a:gd name="T5" fmla="*/ 74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8">
                    <a:moveTo>
                      <a:pt x="31" y="58"/>
                    </a:moveTo>
                    <a:cubicBezTo>
                      <a:pt x="31" y="58"/>
                      <a:pt x="0" y="23"/>
                      <a:pt x="46" y="0"/>
                    </a:cubicBezTo>
                    <a:cubicBezTo>
                      <a:pt x="46" y="0"/>
                      <a:pt x="73" y="26"/>
                      <a:pt x="31" y="5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39" name="Freeform 2353">
                <a:extLst>
                  <a:ext uri="{FF2B5EF4-FFF2-40B4-BE49-F238E27FC236}">
                    <a16:creationId xmlns:a16="http://schemas.microsoft.com/office/drawing/2014/main" id="{44ED0A24-5887-40C5-9B98-97783C3B2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999"/>
                <a:ext cx="64" cy="99"/>
              </a:xfrm>
              <a:custGeom>
                <a:avLst/>
                <a:gdLst>
                  <a:gd name="T0" fmla="*/ 31 w 64"/>
                  <a:gd name="T1" fmla="*/ 115 h 92"/>
                  <a:gd name="T2" fmla="*/ 26 w 64"/>
                  <a:gd name="T3" fmla="*/ 0 h 92"/>
                  <a:gd name="T4" fmla="*/ 31 w 64"/>
                  <a:gd name="T5" fmla="*/ 115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92">
                    <a:moveTo>
                      <a:pt x="31" y="92"/>
                    </a:moveTo>
                    <a:cubicBezTo>
                      <a:pt x="31" y="92"/>
                      <a:pt x="0" y="36"/>
                      <a:pt x="26" y="0"/>
                    </a:cubicBezTo>
                    <a:cubicBezTo>
                      <a:pt x="26" y="0"/>
                      <a:pt x="64" y="51"/>
                      <a:pt x="31" y="9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40" name="Freeform 2354">
                <a:extLst>
                  <a:ext uri="{FF2B5EF4-FFF2-40B4-BE49-F238E27FC236}">
                    <a16:creationId xmlns:a16="http://schemas.microsoft.com/office/drawing/2014/main" id="{F1D8C2E6-0977-45B1-A0CE-FEB44D52C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927"/>
                <a:ext cx="49" cy="72"/>
              </a:xfrm>
              <a:custGeom>
                <a:avLst/>
                <a:gdLst>
                  <a:gd name="T0" fmla="*/ 36 w 48"/>
                  <a:gd name="T1" fmla="*/ 83 h 67"/>
                  <a:gd name="T2" fmla="*/ 7 w 48"/>
                  <a:gd name="T3" fmla="*/ 0 h 67"/>
                  <a:gd name="T4" fmla="*/ 36 w 48"/>
                  <a:gd name="T5" fmla="*/ 83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67">
                    <a:moveTo>
                      <a:pt x="33" y="67"/>
                    </a:moveTo>
                    <a:cubicBezTo>
                      <a:pt x="33" y="67"/>
                      <a:pt x="0" y="44"/>
                      <a:pt x="7" y="0"/>
                    </a:cubicBezTo>
                    <a:cubicBezTo>
                      <a:pt x="7" y="0"/>
                      <a:pt x="48" y="17"/>
                      <a:pt x="33" y="6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41" name="Freeform 2355">
                <a:extLst>
                  <a:ext uri="{FF2B5EF4-FFF2-40B4-BE49-F238E27FC236}">
                    <a16:creationId xmlns:a16="http://schemas.microsoft.com/office/drawing/2014/main" id="{2A49BCC4-9232-4583-926E-9B03AC7C2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861"/>
                <a:ext cx="69" cy="70"/>
              </a:xfrm>
              <a:custGeom>
                <a:avLst/>
                <a:gdLst>
                  <a:gd name="T0" fmla="*/ 66 w 68"/>
                  <a:gd name="T1" fmla="*/ 75 h 65"/>
                  <a:gd name="T2" fmla="*/ 16 w 68"/>
                  <a:gd name="T3" fmla="*/ 0 h 65"/>
                  <a:gd name="T4" fmla="*/ 66 w 68"/>
                  <a:gd name="T5" fmla="*/ 75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65">
                    <a:moveTo>
                      <a:pt x="63" y="60"/>
                    </a:moveTo>
                    <a:cubicBezTo>
                      <a:pt x="63" y="60"/>
                      <a:pt x="0" y="65"/>
                      <a:pt x="16" y="0"/>
                    </a:cubicBezTo>
                    <a:cubicBezTo>
                      <a:pt x="16" y="0"/>
                      <a:pt x="68" y="8"/>
                      <a:pt x="63" y="6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42" name="Freeform 2356">
                <a:extLst>
                  <a:ext uri="{FF2B5EF4-FFF2-40B4-BE49-F238E27FC236}">
                    <a16:creationId xmlns:a16="http://schemas.microsoft.com/office/drawing/2014/main" id="{82B8E63C-F672-4B2A-8812-EC2323D1C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793"/>
                <a:ext cx="100" cy="88"/>
              </a:xfrm>
              <a:custGeom>
                <a:avLst/>
                <a:gdLst>
                  <a:gd name="T0" fmla="*/ 102 w 99"/>
                  <a:gd name="T1" fmla="*/ 78 h 82"/>
                  <a:gd name="T2" fmla="*/ 0 w 99"/>
                  <a:gd name="T3" fmla="*/ 28 h 82"/>
                  <a:gd name="T4" fmla="*/ 102 w 99"/>
                  <a:gd name="T5" fmla="*/ 78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82">
                    <a:moveTo>
                      <a:pt x="99" y="63"/>
                    </a:moveTo>
                    <a:cubicBezTo>
                      <a:pt x="99" y="63"/>
                      <a:pt x="31" y="82"/>
                      <a:pt x="0" y="22"/>
                    </a:cubicBezTo>
                    <a:cubicBezTo>
                      <a:pt x="0" y="22"/>
                      <a:pt x="75" y="0"/>
                      <a:pt x="99" y="6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43" name="Freeform 2357">
                <a:extLst>
                  <a:ext uri="{FF2B5EF4-FFF2-40B4-BE49-F238E27FC236}">
                    <a16:creationId xmlns:a16="http://schemas.microsoft.com/office/drawing/2014/main" id="{AC0BBEF6-D8CA-480D-A6A1-B1C0FB4B5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816"/>
                <a:ext cx="42" cy="19"/>
              </a:xfrm>
              <a:custGeom>
                <a:avLst/>
                <a:gdLst>
                  <a:gd name="T0" fmla="*/ 0 w 41"/>
                  <a:gd name="T1" fmla="*/ 0 h 18"/>
                  <a:gd name="T2" fmla="*/ 44 w 41"/>
                  <a:gd name="T3" fmla="*/ 21 h 18"/>
                  <a:gd name="T4" fmla="*/ 0 w 4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8">
                    <a:moveTo>
                      <a:pt x="0" y="0"/>
                    </a:moveTo>
                    <a:cubicBezTo>
                      <a:pt x="0" y="0"/>
                      <a:pt x="10" y="18"/>
                      <a:pt x="41" y="18"/>
                    </a:cubicBezTo>
                    <a:cubicBezTo>
                      <a:pt x="41" y="18"/>
                      <a:pt x="5" y="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44" name="Freeform 2358">
                <a:extLst>
                  <a:ext uri="{FF2B5EF4-FFF2-40B4-BE49-F238E27FC236}">
                    <a16:creationId xmlns:a16="http://schemas.microsoft.com/office/drawing/2014/main" id="{06BE6D91-E327-47AC-AAA5-35B63CB2A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818"/>
                <a:ext cx="49" cy="18"/>
              </a:xfrm>
              <a:custGeom>
                <a:avLst/>
                <a:gdLst>
                  <a:gd name="T0" fmla="*/ 0 w 48"/>
                  <a:gd name="T1" fmla="*/ 0 h 17"/>
                  <a:gd name="T2" fmla="*/ 51 w 48"/>
                  <a:gd name="T3" fmla="*/ 18 h 17"/>
                  <a:gd name="T4" fmla="*/ 0 w 4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0"/>
                    </a:moveTo>
                    <a:cubicBezTo>
                      <a:pt x="0" y="0"/>
                      <a:pt x="16" y="17"/>
                      <a:pt x="48" y="15"/>
                    </a:cubicBezTo>
                    <a:cubicBezTo>
                      <a:pt x="48" y="15"/>
                      <a:pt x="13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45" name="Freeform 2359">
                <a:extLst>
                  <a:ext uri="{FF2B5EF4-FFF2-40B4-BE49-F238E27FC236}">
                    <a16:creationId xmlns:a16="http://schemas.microsoft.com/office/drawing/2014/main" id="{DEC4EAF1-FF2C-46CB-B4D2-986617A4F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817"/>
                <a:ext cx="42" cy="20"/>
              </a:xfrm>
              <a:custGeom>
                <a:avLst/>
                <a:gdLst>
                  <a:gd name="T0" fmla="*/ 0 w 41"/>
                  <a:gd name="T1" fmla="*/ 0 h 19"/>
                  <a:gd name="T2" fmla="*/ 44 w 41"/>
                  <a:gd name="T3" fmla="*/ 20 h 19"/>
                  <a:gd name="T4" fmla="*/ 0 w 4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9">
                    <a:moveTo>
                      <a:pt x="0" y="0"/>
                    </a:moveTo>
                    <a:cubicBezTo>
                      <a:pt x="0" y="0"/>
                      <a:pt x="18" y="19"/>
                      <a:pt x="41" y="17"/>
                    </a:cubicBezTo>
                    <a:cubicBezTo>
                      <a:pt x="41" y="17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46" name="Freeform 2360">
                <a:extLst>
                  <a:ext uri="{FF2B5EF4-FFF2-40B4-BE49-F238E27FC236}">
                    <a16:creationId xmlns:a16="http://schemas.microsoft.com/office/drawing/2014/main" id="{F243D074-332C-4194-A8C6-B5ABA8D64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818"/>
                <a:ext cx="43" cy="13"/>
              </a:xfrm>
              <a:custGeom>
                <a:avLst/>
                <a:gdLst>
                  <a:gd name="T0" fmla="*/ 0 w 43"/>
                  <a:gd name="T1" fmla="*/ 0 h 12"/>
                  <a:gd name="T2" fmla="*/ 43 w 43"/>
                  <a:gd name="T3" fmla="*/ 14 h 12"/>
                  <a:gd name="T4" fmla="*/ 0 w 43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2">
                    <a:moveTo>
                      <a:pt x="0" y="0"/>
                    </a:moveTo>
                    <a:cubicBezTo>
                      <a:pt x="0" y="0"/>
                      <a:pt x="27" y="12"/>
                      <a:pt x="43" y="11"/>
                    </a:cubicBezTo>
                    <a:cubicBezTo>
                      <a:pt x="43" y="11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47" name="Freeform 2361">
                <a:extLst>
                  <a:ext uri="{FF2B5EF4-FFF2-40B4-BE49-F238E27FC236}">
                    <a16:creationId xmlns:a16="http://schemas.microsoft.com/office/drawing/2014/main" id="{980D94FD-4BEB-4DC1-8C4F-2BACEC4F9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817"/>
                <a:ext cx="43" cy="18"/>
              </a:xfrm>
              <a:custGeom>
                <a:avLst/>
                <a:gdLst>
                  <a:gd name="T0" fmla="*/ 0 w 43"/>
                  <a:gd name="T1" fmla="*/ 0 h 17"/>
                  <a:gd name="T2" fmla="*/ 43 w 43"/>
                  <a:gd name="T3" fmla="*/ 20 h 17"/>
                  <a:gd name="T4" fmla="*/ 0 w 4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7">
                    <a:moveTo>
                      <a:pt x="0" y="0"/>
                    </a:moveTo>
                    <a:cubicBezTo>
                      <a:pt x="0" y="0"/>
                      <a:pt x="12" y="16"/>
                      <a:pt x="43" y="17"/>
                    </a:cubicBezTo>
                    <a:cubicBezTo>
                      <a:pt x="43" y="17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48" name="Freeform 2362">
                <a:extLst>
                  <a:ext uri="{FF2B5EF4-FFF2-40B4-BE49-F238E27FC236}">
                    <a16:creationId xmlns:a16="http://schemas.microsoft.com/office/drawing/2014/main" id="{58F322F9-E691-46AA-9E7D-59267EE1F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818"/>
                <a:ext cx="38" cy="17"/>
              </a:xfrm>
              <a:custGeom>
                <a:avLst/>
                <a:gdLst>
                  <a:gd name="T0" fmla="*/ 0 w 37"/>
                  <a:gd name="T1" fmla="*/ 0 h 16"/>
                  <a:gd name="T2" fmla="*/ 40 w 37"/>
                  <a:gd name="T3" fmla="*/ 18 h 16"/>
                  <a:gd name="T4" fmla="*/ 0 w 3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6">
                    <a:moveTo>
                      <a:pt x="0" y="0"/>
                    </a:moveTo>
                    <a:cubicBezTo>
                      <a:pt x="0" y="0"/>
                      <a:pt x="14" y="16"/>
                      <a:pt x="37" y="15"/>
                    </a:cubicBezTo>
                    <a:cubicBezTo>
                      <a:pt x="37" y="15"/>
                      <a:pt x="7" y="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49" name="Freeform 2363">
                <a:extLst>
                  <a:ext uri="{FF2B5EF4-FFF2-40B4-BE49-F238E27FC236}">
                    <a16:creationId xmlns:a16="http://schemas.microsoft.com/office/drawing/2014/main" id="{9E5DE4DA-9FE3-4859-949A-3D9D9970E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818"/>
                <a:ext cx="43" cy="19"/>
              </a:xfrm>
              <a:custGeom>
                <a:avLst/>
                <a:gdLst>
                  <a:gd name="T0" fmla="*/ 0 w 43"/>
                  <a:gd name="T1" fmla="*/ 0 h 18"/>
                  <a:gd name="T2" fmla="*/ 43 w 43"/>
                  <a:gd name="T3" fmla="*/ 19 h 18"/>
                  <a:gd name="T4" fmla="*/ 0 w 4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8">
                    <a:moveTo>
                      <a:pt x="0" y="0"/>
                    </a:moveTo>
                    <a:cubicBezTo>
                      <a:pt x="0" y="0"/>
                      <a:pt x="13" y="18"/>
                      <a:pt x="43" y="16"/>
                    </a:cubicBezTo>
                    <a:cubicBezTo>
                      <a:pt x="43" y="16"/>
                      <a:pt x="8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50" name="Freeform 2364">
                <a:extLst>
                  <a:ext uri="{FF2B5EF4-FFF2-40B4-BE49-F238E27FC236}">
                    <a16:creationId xmlns:a16="http://schemas.microsoft.com/office/drawing/2014/main" id="{2A882532-1843-4DA2-851E-0C8F528E3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829"/>
                <a:ext cx="22" cy="27"/>
              </a:xfrm>
              <a:custGeom>
                <a:avLst/>
                <a:gdLst>
                  <a:gd name="T0" fmla="*/ 0 w 22"/>
                  <a:gd name="T1" fmla="*/ 0 h 25"/>
                  <a:gd name="T2" fmla="*/ 22 w 22"/>
                  <a:gd name="T3" fmla="*/ 31 h 25"/>
                  <a:gd name="T4" fmla="*/ 0 w 2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5">
                    <a:moveTo>
                      <a:pt x="0" y="0"/>
                    </a:moveTo>
                    <a:cubicBezTo>
                      <a:pt x="0" y="0"/>
                      <a:pt x="17" y="11"/>
                      <a:pt x="22" y="25"/>
                    </a:cubicBezTo>
                    <a:cubicBezTo>
                      <a:pt x="22" y="25"/>
                      <a:pt x="6" y="3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51" name="Freeform 2365">
                <a:extLst>
                  <a:ext uri="{FF2B5EF4-FFF2-40B4-BE49-F238E27FC236}">
                    <a16:creationId xmlns:a16="http://schemas.microsoft.com/office/drawing/2014/main" id="{FBBA43BE-16FC-4D81-8ABA-1C92F691D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905"/>
                <a:ext cx="36" cy="16"/>
              </a:xfrm>
              <a:custGeom>
                <a:avLst/>
                <a:gdLst>
                  <a:gd name="T0" fmla="*/ 38 w 35"/>
                  <a:gd name="T1" fmla="*/ 18 h 15"/>
                  <a:gd name="T2" fmla="*/ 0 w 35"/>
                  <a:gd name="T3" fmla="*/ 0 h 15"/>
                  <a:gd name="T4" fmla="*/ 38 w 35"/>
                  <a:gd name="T5" fmla="*/ 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5">
                    <a:moveTo>
                      <a:pt x="35" y="15"/>
                    </a:moveTo>
                    <a:cubicBezTo>
                      <a:pt x="35" y="15"/>
                      <a:pt x="8" y="15"/>
                      <a:pt x="0" y="0"/>
                    </a:cubicBezTo>
                    <a:cubicBezTo>
                      <a:pt x="0" y="0"/>
                      <a:pt x="16" y="13"/>
                      <a:pt x="35" y="15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52" name="Freeform 2366">
                <a:extLst>
                  <a:ext uri="{FF2B5EF4-FFF2-40B4-BE49-F238E27FC236}">
                    <a16:creationId xmlns:a16="http://schemas.microsoft.com/office/drawing/2014/main" id="{0125AA8E-671A-460B-A9A4-3F884331C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61"/>
                <a:ext cx="4" cy="29"/>
              </a:xfrm>
              <a:custGeom>
                <a:avLst/>
                <a:gdLst>
                  <a:gd name="T0" fmla="*/ 0 w 4"/>
                  <a:gd name="T1" fmla="*/ 0 h 27"/>
                  <a:gd name="T2" fmla="*/ 0 w 4"/>
                  <a:gd name="T3" fmla="*/ 33 h 27"/>
                  <a:gd name="T4" fmla="*/ 0 w 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0" y="0"/>
                      <a:pt x="4" y="18"/>
                      <a:pt x="0" y="27"/>
                    </a:cubicBezTo>
                    <a:cubicBezTo>
                      <a:pt x="0" y="27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53" name="Freeform 2367">
                <a:extLst>
                  <a:ext uri="{FF2B5EF4-FFF2-40B4-BE49-F238E27FC236}">
                    <a16:creationId xmlns:a16="http://schemas.microsoft.com/office/drawing/2014/main" id="{E01E1CF3-97CF-4F59-9EE1-725F88871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3043"/>
                <a:ext cx="13" cy="45"/>
              </a:xfrm>
              <a:custGeom>
                <a:avLst/>
                <a:gdLst>
                  <a:gd name="T0" fmla="*/ 0 w 13"/>
                  <a:gd name="T1" fmla="*/ 0 h 42"/>
                  <a:gd name="T2" fmla="*/ 13 w 13"/>
                  <a:gd name="T3" fmla="*/ 51 h 42"/>
                  <a:gd name="T4" fmla="*/ 0 w 1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2">
                    <a:moveTo>
                      <a:pt x="0" y="0"/>
                    </a:moveTo>
                    <a:cubicBezTo>
                      <a:pt x="0" y="0"/>
                      <a:pt x="4" y="28"/>
                      <a:pt x="13" y="42"/>
                    </a:cubicBezTo>
                    <a:cubicBezTo>
                      <a:pt x="13" y="42"/>
                      <a:pt x="2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54" name="Freeform 2368">
                <a:extLst>
                  <a:ext uri="{FF2B5EF4-FFF2-40B4-BE49-F238E27FC236}">
                    <a16:creationId xmlns:a16="http://schemas.microsoft.com/office/drawing/2014/main" id="{0F7CA1D4-8F7F-4997-BE72-3FECA0381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3120"/>
                <a:ext cx="13" cy="34"/>
              </a:xfrm>
              <a:custGeom>
                <a:avLst/>
                <a:gdLst>
                  <a:gd name="T0" fmla="*/ 8 w 13"/>
                  <a:gd name="T1" fmla="*/ 0 h 32"/>
                  <a:gd name="T2" fmla="*/ 13 w 13"/>
                  <a:gd name="T3" fmla="*/ 38 h 32"/>
                  <a:gd name="T4" fmla="*/ 8 w 13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2">
                    <a:moveTo>
                      <a:pt x="8" y="0"/>
                    </a:moveTo>
                    <a:cubicBezTo>
                      <a:pt x="8" y="0"/>
                      <a:pt x="0" y="15"/>
                      <a:pt x="13" y="32"/>
                    </a:cubicBezTo>
                    <a:cubicBezTo>
                      <a:pt x="13" y="32"/>
                      <a:pt x="4" y="12"/>
                      <a:pt x="8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55" name="Freeform 2369">
                <a:extLst>
                  <a:ext uri="{FF2B5EF4-FFF2-40B4-BE49-F238E27FC236}">
                    <a16:creationId xmlns:a16="http://schemas.microsoft.com/office/drawing/2014/main" id="{9CF0ADF1-F344-4624-896D-0F03B4DD8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3202"/>
                <a:ext cx="32" cy="12"/>
              </a:xfrm>
              <a:custGeom>
                <a:avLst/>
                <a:gdLst>
                  <a:gd name="T0" fmla="*/ 0 w 32"/>
                  <a:gd name="T1" fmla="*/ 12 h 12"/>
                  <a:gd name="T2" fmla="*/ 32 w 32"/>
                  <a:gd name="T3" fmla="*/ 0 h 12"/>
                  <a:gd name="T4" fmla="*/ 0 w 32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0" y="12"/>
                    </a:moveTo>
                    <a:cubicBezTo>
                      <a:pt x="0" y="12"/>
                      <a:pt x="21" y="12"/>
                      <a:pt x="32" y="0"/>
                    </a:cubicBezTo>
                    <a:cubicBezTo>
                      <a:pt x="32" y="0"/>
                      <a:pt x="8" y="12"/>
                      <a:pt x="0" y="12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56" name="Freeform 2370">
                <a:extLst>
                  <a:ext uri="{FF2B5EF4-FFF2-40B4-BE49-F238E27FC236}">
                    <a16:creationId xmlns:a16="http://schemas.microsoft.com/office/drawing/2014/main" id="{03B0E069-4731-4DCA-9D23-EAA1AF18C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221"/>
                <a:ext cx="41" cy="23"/>
              </a:xfrm>
              <a:custGeom>
                <a:avLst/>
                <a:gdLst>
                  <a:gd name="T0" fmla="*/ 41 w 41"/>
                  <a:gd name="T1" fmla="*/ 0 h 21"/>
                  <a:gd name="T2" fmla="*/ 0 w 41"/>
                  <a:gd name="T3" fmla="*/ 27 h 21"/>
                  <a:gd name="T4" fmla="*/ 41 w 41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1">
                    <a:moveTo>
                      <a:pt x="41" y="0"/>
                    </a:moveTo>
                    <a:cubicBezTo>
                      <a:pt x="41" y="0"/>
                      <a:pt x="30" y="20"/>
                      <a:pt x="0" y="21"/>
                    </a:cubicBezTo>
                    <a:cubicBezTo>
                      <a:pt x="0" y="21"/>
                      <a:pt x="32" y="12"/>
                      <a:pt x="41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57" name="Freeform 2371">
                <a:extLst>
                  <a:ext uri="{FF2B5EF4-FFF2-40B4-BE49-F238E27FC236}">
                    <a16:creationId xmlns:a16="http://schemas.microsoft.com/office/drawing/2014/main" id="{78A68C9A-377D-473D-8522-76DB1D0BC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264"/>
                <a:ext cx="53" cy="14"/>
              </a:xfrm>
              <a:custGeom>
                <a:avLst/>
                <a:gdLst>
                  <a:gd name="T0" fmla="*/ 0 w 52"/>
                  <a:gd name="T1" fmla="*/ 0 h 13"/>
                  <a:gd name="T2" fmla="*/ 55 w 52"/>
                  <a:gd name="T3" fmla="*/ 2 h 13"/>
                  <a:gd name="T4" fmla="*/ 0 w 5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3">
                    <a:moveTo>
                      <a:pt x="0" y="0"/>
                    </a:moveTo>
                    <a:cubicBezTo>
                      <a:pt x="0" y="0"/>
                      <a:pt x="32" y="13"/>
                      <a:pt x="52" y="2"/>
                    </a:cubicBezTo>
                    <a:cubicBezTo>
                      <a:pt x="52" y="2"/>
                      <a:pt x="19" y="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58" name="Freeform 2372">
                <a:extLst>
                  <a:ext uri="{FF2B5EF4-FFF2-40B4-BE49-F238E27FC236}">
                    <a16:creationId xmlns:a16="http://schemas.microsoft.com/office/drawing/2014/main" id="{D4E49F0B-72D4-4EF3-B93D-FE22EF755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3278"/>
                <a:ext cx="44" cy="19"/>
              </a:xfrm>
              <a:custGeom>
                <a:avLst/>
                <a:gdLst>
                  <a:gd name="T0" fmla="*/ 0 w 43"/>
                  <a:gd name="T1" fmla="*/ 0 h 18"/>
                  <a:gd name="T2" fmla="*/ 46 w 43"/>
                  <a:gd name="T3" fmla="*/ 14 h 18"/>
                  <a:gd name="T4" fmla="*/ 0 w 4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8">
                    <a:moveTo>
                      <a:pt x="0" y="0"/>
                    </a:moveTo>
                    <a:cubicBezTo>
                      <a:pt x="0" y="0"/>
                      <a:pt x="18" y="18"/>
                      <a:pt x="43" y="11"/>
                    </a:cubicBezTo>
                    <a:cubicBezTo>
                      <a:pt x="43" y="11"/>
                      <a:pt x="8" y="11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59" name="Freeform 2373">
                <a:extLst>
                  <a:ext uri="{FF2B5EF4-FFF2-40B4-BE49-F238E27FC236}">
                    <a16:creationId xmlns:a16="http://schemas.microsoft.com/office/drawing/2014/main" id="{C0F438AF-F690-4024-83D0-13EB8B97C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3293"/>
                <a:ext cx="50" cy="18"/>
              </a:xfrm>
              <a:custGeom>
                <a:avLst/>
                <a:gdLst>
                  <a:gd name="T0" fmla="*/ 0 w 49"/>
                  <a:gd name="T1" fmla="*/ 0 h 17"/>
                  <a:gd name="T2" fmla="*/ 52 w 49"/>
                  <a:gd name="T3" fmla="*/ 14 h 17"/>
                  <a:gd name="T4" fmla="*/ 0 w 4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7">
                    <a:moveTo>
                      <a:pt x="0" y="0"/>
                    </a:moveTo>
                    <a:cubicBezTo>
                      <a:pt x="0" y="0"/>
                      <a:pt x="18" y="17"/>
                      <a:pt x="49" y="11"/>
                    </a:cubicBezTo>
                    <a:cubicBezTo>
                      <a:pt x="49" y="11"/>
                      <a:pt x="14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60" name="Freeform 2374">
                <a:extLst>
                  <a:ext uri="{FF2B5EF4-FFF2-40B4-BE49-F238E27FC236}">
                    <a16:creationId xmlns:a16="http://schemas.microsoft.com/office/drawing/2014/main" id="{4B43B321-AEF3-428D-8C47-F965C7AA8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3301"/>
                <a:ext cx="41" cy="15"/>
              </a:xfrm>
              <a:custGeom>
                <a:avLst/>
                <a:gdLst>
                  <a:gd name="T0" fmla="*/ 0 w 40"/>
                  <a:gd name="T1" fmla="*/ 0 h 14"/>
                  <a:gd name="T2" fmla="*/ 43 w 40"/>
                  <a:gd name="T3" fmla="*/ 15 h 14"/>
                  <a:gd name="T4" fmla="*/ 0 w 4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">
                    <a:moveTo>
                      <a:pt x="0" y="0"/>
                    </a:moveTo>
                    <a:cubicBezTo>
                      <a:pt x="0" y="0"/>
                      <a:pt x="14" y="14"/>
                      <a:pt x="40" y="12"/>
                    </a:cubicBezTo>
                    <a:cubicBezTo>
                      <a:pt x="40" y="12"/>
                      <a:pt x="7" y="10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61" name="Freeform 2375">
                <a:extLst>
                  <a:ext uri="{FF2B5EF4-FFF2-40B4-BE49-F238E27FC236}">
                    <a16:creationId xmlns:a16="http://schemas.microsoft.com/office/drawing/2014/main" id="{30EB25B3-6C10-4E98-B212-5943449E2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309"/>
                <a:ext cx="45" cy="13"/>
              </a:xfrm>
              <a:custGeom>
                <a:avLst/>
                <a:gdLst>
                  <a:gd name="T0" fmla="*/ 0 w 44"/>
                  <a:gd name="T1" fmla="*/ 0 h 12"/>
                  <a:gd name="T2" fmla="*/ 47 w 44"/>
                  <a:gd name="T3" fmla="*/ 12 h 12"/>
                  <a:gd name="T4" fmla="*/ 0 w 4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2">
                    <a:moveTo>
                      <a:pt x="0" y="0"/>
                    </a:moveTo>
                    <a:cubicBezTo>
                      <a:pt x="0" y="0"/>
                      <a:pt x="19" y="12"/>
                      <a:pt x="44" y="9"/>
                    </a:cubicBezTo>
                    <a:cubicBezTo>
                      <a:pt x="44" y="9"/>
                      <a:pt x="13" y="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62" name="Freeform 2376">
                <a:extLst>
                  <a:ext uri="{FF2B5EF4-FFF2-40B4-BE49-F238E27FC236}">
                    <a16:creationId xmlns:a16="http://schemas.microsoft.com/office/drawing/2014/main" id="{7DA09DCB-6E3A-477E-BFFA-523751D11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314"/>
                <a:ext cx="44" cy="24"/>
              </a:xfrm>
              <a:custGeom>
                <a:avLst/>
                <a:gdLst>
                  <a:gd name="T0" fmla="*/ 44 w 44"/>
                  <a:gd name="T1" fmla="*/ 0 h 23"/>
                  <a:gd name="T2" fmla="*/ 0 w 44"/>
                  <a:gd name="T3" fmla="*/ 18 h 23"/>
                  <a:gd name="T4" fmla="*/ 44 w 44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3">
                    <a:moveTo>
                      <a:pt x="44" y="0"/>
                    </a:moveTo>
                    <a:cubicBezTo>
                      <a:pt x="44" y="0"/>
                      <a:pt x="27" y="23"/>
                      <a:pt x="0" y="15"/>
                    </a:cubicBezTo>
                    <a:cubicBezTo>
                      <a:pt x="0" y="15"/>
                      <a:pt x="28" y="17"/>
                      <a:pt x="44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63" name="Freeform 2377">
                <a:extLst>
                  <a:ext uri="{FF2B5EF4-FFF2-40B4-BE49-F238E27FC236}">
                    <a16:creationId xmlns:a16="http://schemas.microsoft.com/office/drawing/2014/main" id="{06F6D980-2F9D-41FA-BFE6-FB976E1E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3323"/>
                <a:ext cx="59" cy="23"/>
              </a:xfrm>
              <a:custGeom>
                <a:avLst/>
                <a:gdLst>
                  <a:gd name="T0" fmla="*/ 0 w 58"/>
                  <a:gd name="T1" fmla="*/ 0 h 21"/>
                  <a:gd name="T2" fmla="*/ 61 w 58"/>
                  <a:gd name="T3" fmla="*/ 15 h 21"/>
                  <a:gd name="T4" fmla="*/ 0 w 5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1">
                    <a:moveTo>
                      <a:pt x="0" y="0"/>
                    </a:moveTo>
                    <a:cubicBezTo>
                      <a:pt x="0" y="0"/>
                      <a:pt x="23" y="21"/>
                      <a:pt x="58" y="12"/>
                    </a:cubicBezTo>
                    <a:cubicBezTo>
                      <a:pt x="58" y="12"/>
                      <a:pt x="13" y="9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64" name="Rectangle 2378">
                <a:extLst>
                  <a:ext uri="{FF2B5EF4-FFF2-40B4-BE49-F238E27FC236}">
                    <a16:creationId xmlns:a16="http://schemas.microsoft.com/office/drawing/2014/main" id="{3C34A724-1B06-4E5F-88CD-8E6B22B10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2643"/>
                <a:ext cx="708" cy="143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065" name="Freeform 2379">
                <a:extLst>
                  <a:ext uri="{FF2B5EF4-FFF2-40B4-BE49-F238E27FC236}">
                    <a16:creationId xmlns:a16="http://schemas.microsoft.com/office/drawing/2014/main" id="{04C63D0C-DE61-42F0-B369-719BC4863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643"/>
                <a:ext cx="297" cy="856"/>
              </a:xfrm>
              <a:custGeom>
                <a:avLst/>
                <a:gdLst>
                  <a:gd name="T0" fmla="*/ 7 w 294"/>
                  <a:gd name="T1" fmla="*/ 0 h 794"/>
                  <a:gd name="T2" fmla="*/ 4 w 294"/>
                  <a:gd name="T3" fmla="*/ 0 h 794"/>
                  <a:gd name="T4" fmla="*/ 4 w 294"/>
                  <a:gd name="T5" fmla="*/ 0 h 794"/>
                  <a:gd name="T6" fmla="*/ 0 w 294"/>
                  <a:gd name="T7" fmla="*/ 0 h 794"/>
                  <a:gd name="T8" fmla="*/ 0 w 294"/>
                  <a:gd name="T9" fmla="*/ 165 h 794"/>
                  <a:gd name="T10" fmla="*/ 0 w 294"/>
                  <a:gd name="T11" fmla="*/ 165 h 794"/>
                  <a:gd name="T12" fmla="*/ 216 w 294"/>
                  <a:gd name="T13" fmla="*/ 496 h 794"/>
                  <a:gd name="T14" fmla="*/ 0 w 294"/>
                  <a:gd name="T15" fmla="*/ 828 h 794"/>
                  <a:gd name="T16" fmla="*/ 0 w 294"/>
                  <a:gd name="T17" fmla="*/ 828 h 794"/>
                  <a:gd name="T18" fmla="*/ 0 w 294"/>
                  <a:gd name="T19" fmla="*/ 995 h 794"/>
                  <a:gd name="T20" fmla="*/ 2 w 294"/>
                  <a:gd name="T21" fmla="*/ 995 h 794"/>
                  <a:gd name="T22" fmla="*/ 7 w 294"/>
                  <a:gd name="T23" fmla="*/ 995 h 794"/>
                  <a:gd name="T24" fmla="*/ 303 w 294"/>
                  <a:gd name="T25" fmla="*/ 497 h 794"/>
                  <a:gd name="T26" fmla="*/ 7 w 294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16" y="132"/>
                      <a:pt x="210" y="250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4" y="794"/>
                      <a:pt x="6" y="794"/>
                      <a:pt x="7" y="794"/>
                    </a:cubicBezTo>
                    <a:cubicBezTo>
                      <a:pt x="165" y="794"/>
                      <a:pt x="294" y="616"/>
                      <a:pt x="294" y="397"/>
                    </a:cubicBezTo>
                    <a:cubicBezTo>
                      <a:pt x="294" y="178"/>
                      <a:pt x="165" y="0"/>
                      <a:pt x="7" y="0"/>
                    </a:cubicBezTo>
                    <a:close/>
                  </a:path>
                </a:pathLst>
              </a:custGeom>
              <a:solidFill>
                <a:srgbClr val="BC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66" name="Rectangle 2380">
                <a:extLst>
                  <a:ext uri="{FF2B5EF4-FFF2-40B4-BE49-F238E27FC236}">
                    <a16:creationId xmlns:a16="http://schemas.microsoft.com/office/drawing/2014/main" id="{2F78EFFF-62E4-4B3D-B85A-5908084AD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2708"/>
                <a:ext cx="708" cy="78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067" name="Rectangle 2381">
                <a:extLst>
                  <a:ext uri="{FF2B5EF4-FFF2-40B4-BE49-F238E27FC236}">
                    <a16:creationId xmlns:a16="http://schemas.microsoft.com/office/drawing/2014/main" id="{003D5DBE-3E33-4A4B-8CC4-6A5639C46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3355"/>
                <a:ext cx="708" cy="144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068" name="Rectangle 2382">
                <a:extLst>
                  <a:ext uri="{FF2B5EF4-FFF2-40B4-BE49-F238E27FC236}">
                    <a16:creationId xmlns:a16="http://schemas.microsoft.com/office/drawing/2014/main" id="{A6AF3598-956B-4D4E-BF2C-1CD8400F3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3355"/>
                <a:ext cx="708" cy="79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069" name="Freeform 2383">
                <a:extLst>
                  <a:ext uri="{FF2B5EF4-FFF2-40B4-BE49-F238E27FC236}">
                    <a16:creationId xmlns:a16="http://schemas.microsoft.com/office/drawing/2014/main" id="{2090EC74-EE67-4F0A-AD57-984459819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707"/>
                <a:ext cx="263" cy="727"/>
              </a:xfrm>
              <a:custGeom>
                <a:avLst/>
                <a:gdLst>
                  <a:gd name="T0" fmla="*/ 14 w 260"/>
                  <a:gd name="T1" fmla="*/ 0 h 675"/>
                  <a:gd name="T2" fmla="*/ 0 w 260"/>
                  <a:gd name="T3" fmla="*/ 1 h 675"/>
                  <a:gd name="T4" fmla="*/ 0 w 260"/>
                  <a:gd name="T5" fmla="*/ 92 h 675"/>
                  <a:gd name="T6" fmla="*/ 0 w 260"/>
                  <a:gd name="T7" fmla="*/ 92 h 675"/>
                  <a:gd name="T8" fmla="*/ 216 w 260"/>
                  <a:gd name="T9" fmla="*/ 421 h 675"/>
                  <a:gd name="T10" fmla="*/ 0 w 260"/>
                  <a:gd name="T11" fmla="*/ 751 h 675"/>
                  <a:gd name="T12" fmla="*/ 0 w 260"/>
                  <a:gd name="T13" fmla="*/ 751 h 675"/>
                  <a:gd name="T14" fmla="*/ 0 w 260"/>
                  <a:gd name="T15" fmla="*/ 843 h 675"/>
                  <a:gd name="T16" fmla="*/ 14 w 260"/>
                  <a:gd name="T17" fmla="*/ 843 h 675"/>
                  <a:gd name="T18" fmla="*/ 269 w 260"/>
                  <a:gd name="T19" fmla="*/ 423 h 675"/>
                  <a:gd name="T20" fmla="*/ 14 w 260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675">
                    <a:moveTo>
                      <a:pt x="14" y="0"/>
                    </a:moveTo>
                    <a:cubicBezTo>
                      <a:pt x="9" y="0"/>
                      <a:pt x="5" y="1"/>
                      <a:pt x="0" y="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7"/>
                    </a:cubicBezTo>
                    <a:cubicBezTo>
                      <a:pt x="210" y="483"/>
                      <a:pt x="116" y="601"/>
                      <a:pt x="0" y="601"/>
                    </a:cubicBezTo>
                    <a:cubicBezTo>
                      <a:pt x="0" y="601"/>
                      <a:pt x="0" y="601"/>
                      <a:pt x="0" y="601"/>
                    </a:cubicBezTo>
                    <a:cubicBezTo>
                      <a:pt x="0" y="675"/>
                      <a:pt x="0" y="675"/>
                      <a:pt x="0" y="675"/>
                    </a:cubicBezTo>
                    <a:cubicBezTo>
                      <a:pt x="5" y="675"/>
                      <a:pt x="9" y="675"/>
                      <a:pt x="14" y="675"/>
                    </a:cubicBezTo>
                    <a:cubicBezTo>
                      <a:pt x="142" y="675"/>
                      <a:pt x="260" y="525"/>
                      <a:pt x="260" y="339"/>
                    </a:cubicBezTo>
                    <a:cubicBezTo>
                      <a:pt x="260" y="152"/>
                      <a:pt x="142" y="0"/>
                      <a:pt x="14" y="0"/>
                    </a:cubicBezTo>
                    <a:close/>
                  </a:path>
                </a:pathLst>
              </a:custGeom>
              <a:solidFill>
                <a:srgbClr val="CC7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70" name="Rectangle 2384">
                <a:extLst>
                  <a:ext uri="{FF2B5EF4-FFF2-40B4-BE49-F238E27FC236}">
                    <a16:creationId xmlns:a16="http://schemas.microsoft.com/office/drawing/2014/main" id="{4E02D0F2-7621-471C-82AF-06655838C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3355"/>
                <a:ext cx="708" cy="79"/>
              </a:xfrm>
              <a:prstGeom prst="rect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2071" name="Freeform 2385">
                <a:extLst>
                  <a:ext uri="{FF2B5EF4-FFF2-40B4-BE49-F238E27FC236}">
                    <a16:creationId xmlns:a16="http://schemas.microsoft.com/office/drawing/2014/main" id="{ED827985-A612-4558-A854-1E08780DC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647"/>
                <a:ext cx="129" cy="35"/>
              </a:xfrm>
              <a:custGeom>
                <a:avLst/>
                <a:gdLst>
                  <a:gd name="T0" fmla="*/ 0 w 128"/>
                  <a:gd name="T1" fmla="*/ 19 h 33"/>
                  <a:gd name="T2" fmla="*/ 33 w 128"/>
                  <a:gd name="T3" fmla="*/ 2 h 33"/>
                  <a:gd name="T4" fmla="*/ 74 w 128"/>
                  <a:gd name="T5" fmla="*/ 1 h 33"/>
                  <a:gd name="T6" fmla="*/ 106 w 128"/>
                  <a:gd name="T7" fmla="*/ 14 h 33"/>
                  <a:gd name="T8" fmla="*/ 131 w 128"/>
                  <a:gd name="T9" fmla="*/ 18 h 33"/>
                  <a:gd name="T10" fmla="*/ 95 w 128"/>
                  <a:gd name="T11" fmla="*/ 33 h 33"/>
                  <a:gd name="T12" fmla="*/ 49 w 128"/>
                  <a:gd name="T13" fmla="*/ 38 h 33"/>
                  <a:gd name="T14" fmla="*/ 14 w 128"/>
                  <a:gd name="T15" fmla="*/ 27 h 33"/>
                  <a:gd name="T16" fmla="*/ 1 w 128"/>
                  <a:gd name="T17" fmla="*/ 2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8" h="33">
                    <a:moveTo>
                      <a:pt x="0" y="16"/>
                    </a:moveTo>
                    <a:cubicBezTo>
                      <a:pt x="12" y="12"/>
                      <a:pt x="19" y="4"/>
                      <a:pt x="33" y="2"/>
                    </a:cubicBezTo>
                    <a:cubicBezTo>
                      <a:pt x="45" y="0"/>
                      <a:pt x="58" y="0"/>
                      <a:pt x="71" y="1"/>
                    </a:cubicBezTo>
                    <a:cubicBezTo>
                      <a:pt x="82" y="3"/>
                      <a:pt x="92" y="9"/>
                      <a:pt x="103" y="11"/>
                    </a:cubicBezTo>
                    <a:cubicBezTo>
                      <a:pt x="111" y="13"/>
                      <a:pt x="120" y="14"/>
                      <a:pt x="128" y="15"/>
                    </a:cubicBezTo>
                    <a:cubicBezTo>
                      <a:pt x="115" y="16"/>
                      <a:pt x="104" y="23"/>
                      <a:pt x="92" y="27"/>
                    </a:cubicBezTo>
                    <a:cubicBezTo>
                      <a:pt x="79" y="32"/>
                      <a:pt x="63" y="33"/>
                      <a:pt x="49" y="32"/>
                    </a:cubicBezTo>
                    <a:cubicBezTo>
                      <a:pt x="37" y="31"/>
                      <a:pt x="26" y="26"/>
                      <a:pt x="14" y="23"/>
                    </a:cubicBezTo>
                    <a:cubicBezTo>
                      <a:pt x="10" y="21"/>
                      <a:pt x="5" y="21"/>
                      <a:pt x="1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72" name="Freeform 2386">
                <a:extLst>
                  <a:ext uri="{FF2B5EF4-FFF2-40B4-BE49-F238E27FC236}">
                    <a16:creationId xmlns:a16="http://schemas.microsoft.com/office/drawing/2014/main" id="{18579341-85F0-4055-8BA6-A11CB8A58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649"/>
                <a:ext cx="113" cy="30"/>
              </a:xfrm>
              <a:custGeom>
                <a:avLst/>
                <a:gdLst>
                  <a:gd name="T0" fmla="*/ 0 w 112"/>
                  <a:gd name="T1" fmla="*/ 15 h 28"/>
                  <a:gd name="T2" fmla="*/ 25 w 112"/>
                  <a:gd name="T3" fmla="*/ 4 h 28"/>
                  <a:gd name="T4" fmla="*/ 62 w 112"/>
                  <a:gd name="T5" fmla="*/ 0 h 28"/>
                  <a:gd name="T6" fmla="*/ 115 w 112"/>
                  <a:gd name="T7" fmla="*/ 12 h 28"/>
                  <a:gd name="T8" fmla="*/ 39 w 112"/>
                  <a:gd name="T9" fmla="*/ 27 h 28"/>
                  <a:gd name="T10" fmla="*/ 0 w 112"/>
                  <a:gd name="T11" fmla="*/ 1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0" y="12"/>
                    </a:moveTo>
                    <a:cubicBezTo>
                      <a:pt x="7" y="15"/>
                      <a:pt x="18" y="6"/>
                      <a:pt x="25" y="4"/>
                    </a:cubicBezTo>
                    <a:cubicBezTo>
                      <a:pt x="37" y="0"/>
                      <a:pt x="47" y="0"/>
                      <a:pt x="59" y="0"/>
                    </a:cubicBezTo>
                    <a:cubicBezTo>
                      <a:pt x="79" y="0"/>
                      <a:pt x="95" y="0"/>
                      <a:pt x="112" y="9"/>
                    </a:cubicBezTo>
                    <a:cubicBezTo>
                      <a:pt x="89" y="21"/>
                      <a:pt x="64" y="28"/>
                      <a:pt x="39" y="21"/>
                    </a:cubicBezTo>
                    <a:cubicBezTo>
                      <a:pt x="26" y="18"/>
                      <a:pt x="14" y="14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73" name="Freeform 2387">
                <a:extLst>
                  <a:ext uri="{FF2B5EF4-FFF2-40B4-BE49-F238E27FC236}">
                    <a16:creationId xmlns:a16="http://schemas.microsoft.com/office/drawing/2014/main" id="{D647B6FF-B723-45CE-8EEC-8658F089B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675"/>
                <a:ext cx="139" cy="29"/>
              </a:xfrm>
              <a:custGeom>
                <a:avLst/>
                <a:gdLst>
                  <a:gd name="T0" fmla="*/ 27 w 137"/>
                  <a:gd name="T1" fmla="*/ 10 h 27"/>
                  <a:gd name="T2" fmla="*/ 14 w 137"/>
                  <a:gd name="T3" fmla="*/ 16 h 27"/>
                  <a:gd name="T4" fmla="*/ 0 w 137"/>
                  <a:gd name="T5" fmla="*/ 21 h 27"/>
                  <a:gd name="T6" fmla="*/ 56 w 137"/>
                  <a:gd name="T7" fmla="*/ 29 h 27"/>
                  <a:gd name="T8" fmla="*/ 92 w 137"/>
                  <a:gd name="T9" fmla="*/ 32 h 27"/>
                  <a:gd name="T10" fmla="*/ 143 w 137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27">
                    <a:moveTo>
                      <a:pt x="27" y="7"/>
                    </a:moveTo>
                    <a:cubicBezTo>
                      <a:pt x="21" y="4"/>
                      <a:pt x="18" y="10"/>
                      <a:pt x="14" y="13"/>
                    </a:cubicBezTo>
                    <a:cubicBezTo>
                      <a:pt x="9" y="16"/>
                      <a:pt x="3" y="15"/>
                      <a:pt x="0" y="18"/>
                    </a:cubicBezTo>
                    <a:cubicBezTo>
                      <a:pt x="14" y="25"/>
                      <a:pt x="37" y="21"/>
                      <a:pt x="53" y="23"/>
                    </a:cubicBezTo>
                    <a:cubicBezTo>
                      <a:pt x="66" y="25"/>
                      <a:pt x="76" y="27"/>
                      <a:pt x="89" y="26"/>
                    </a:cubicBezTo>
                    <a:cubicBezTo>
                      <a:pt x="109" y="25"/>
                      <a:pt x="124" y="13"/>
                      <a:pt x="13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74" name="Freeform 2388">
                <a:extLst>
                  <a:ext uri="{FF2B5EF4-FFF2-40B4-BE49-F238E27FC236}">
                    <a16:creationId xmlns:a16="http://schemas.microsoft.com/office/drawing/2014/main" id="{5A6C663E-2CE4-4759-A4DE-1B6E44056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693"/>
                <a:ext cx="45" cy="13"/>
              </a:xfrm>
              <a:custGeom>
                <a:avLst/>
                <a:gdLst>
                  <a:gd name="T0" fmla="*/ 45 w 45"/>
                  <a:gd name="T1" fmla="*/ 1 h 12"/>
                  <a:gd name="T2" fmla="*/ 0 w 45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2">
                    <a:moveTo>
                      <a:pt x="45" y="1"/>
                    </a:moveTo>
                    <a:cubicBezTo>
                      <a:pt x="29" y="0"/>
                      <a:pt x="14" y="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75" name="Freeform 2389">
                <a:extLst>
                  <a:ext uri="{FF2B5EF4-FFF2-40B4-BE49-F238E27FC236}">
                    <a16:creationId xmlns:a16="http://schemas.microsoft.com/office/drawing/2014/main" id="{C715714B-9E1D-46FC-9848-EA8611598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645"/>
                <a:ext cx="119" cy="39"/>
              </a:xfrm>
              <a:custGeom>
                <a:avLst/>
                <a:gdLst>
                  <a:gd name="T0" fmla="*/ 0 w 117"/>
                  <a:gd name="T1" fmla="*/ 14 h 36"/>
                  <a:gd name="T2" fmla="*/ 47 w 117"/>
                  <a:gd name="T3" fmla="*/ 1 h 36"/>
                  <a:gd name="T4" fmla="*/ 78 w 117"/>
                  <a:gd name="T5" fmla="*/ 10 h 36"/>
                  <a:gd name="T6" fmla="*/ 123 w 117"/>
                  <a:gd name="T7" fmla="*/ 15 h 36"/>
                  <a:gd name="T8" fmla="*/ 49 w 117"/>
                  <a:gd name="T9" fmla="*/ 42 h 36"/>
                  <a:gd name="T10" fmla="*/ 0 w 117"/>
                  <a:gd name="T11" fmla="*/ 1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6">
                    <a:moveTo>
                      <a:pt x="0" y="11"/>
                    </a:moveTo>
                    <a:cubicBezTo>
                      <a:pt x="14" y="4"/>
                      <a:pt x="28" y="0"/>
                      <a:pt x="44" y="1"/>
                    </a:cubicBezTo>
                    <a:cubicBezTo>
                      <a:pt x="55" y="1"/>
                      <a:pt x="64" y="5"/>
                      <a:pt x="75" y="7"/>
                    </a:cubicBezTo>
                    <a:cubicBezTo>
                      <a:pt x="88" y="10"/>
                      <a:pt x="105" y="8"/>
                      <a:pt x="117" y="12"/>
                    </a:cubicBezTo>
                    <a:cubicBezTo>
                      <a:pt x="96" y="24"/>
                      <a:pt x="70" y="36"/>
                      <a:pt x="46" y="33"/>
                    </a:cubicBezTo>
                    <a:cubicBezTo>
                      <a:pt x="32" y="31"/>
                      <a:pt x="10" y="24"/>
                      <a:pt x="0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76" name="Freeform 2390">
                <a:extLst>
                  <a:ext uri="{FF2B5EF4-FFF2-40B4-BE49-F238E27FC236}">
                    <a16:creationId xmlns:a16="http://schemas.microsoft.com/office/drawing/2014/main" id="{4EF06EC3-3C9B-407C-80B7-973CC0B41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680"/>
                <a:ext cx="122" cy="25"/>
              </a:xfrm>
              <a:custGeom>
                <a:avLst/>
                <a:gdLst>
                  <a:gd name="T0" fmla="*/ 0 w 121"/>
                  <a:gd name="T1" fmla="*/ 18 h 23"/>
                  <a:gd name="T2" fmla="*/ 23 w 121"/>
                  <a:gd name="T3" fmla="*/ 20 h 23"/>
                  <a:gd name="T4" fmla="*/ 41 w 121"/>
                  <a:gd name="T5" fmla="*/ 24 h 23"/>
                  <a:gd name="T6" fmla="*/ 73 w 121"/>
                  <a:gd name="T7" fmla="*/ 29 h 23"/>
                  <a:gd name="T8" fmla="*/ 124 w 12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23">
                    <a:moveTo>
                      <a:pt x="0" y="15"/>
                    </a:moveTo>
                    <a:cubicBezTo>
                      <a:pt x="6" y="17"/>
                      <a:pt x="16" y="15"/>
                      <a:pt x="23" y="16"/>
                    </a:cubicBezTo>
                    <a:cubicBezTo>
                      <a:pt x="29" y="17"/>
                      <a:pt x="34" y="18"/>
                      <a:pt x="41" y="18"/>
                    </a:cubicBezTo>
                    <a:cubicBezTo>
                      <a:pt x="51" y="18"/>
                      <a:pt x="60" y="22"/>
                      <a:pt x="70" y="23"/>
                    </a:cubicBezTo>
                    <a:cubicBezTo>
                      <a:pt x="88" y="23"/>
                      <a:pt x="106" y="9"/>
                      <a:pt x="12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77" name="Freeform 2391">
                <a:extLst>
                  <a:ext uri="{FF2B5EF4-FFF2-40B4-BE49-F238E27FC236}">
                    <a16:creationId xmlns:a16="http://schemas.microsoft.com/office/drawing/2014/main" id="{081686AC-3274-4ABD-8596-C716E9F0F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653"/>
                <a:ext cx="136" cy="53"/>
              </a:xfrm>
              <a:custGeom>
                <a:avLst/>
                <a:gdLst>
                  <a:gd name="T0" fmla="*/ 0 w 135"/>
                  <a:gd name="T1" fmla="*/ 32 h 49"/>
                  <a:gd name="T2" fmla="*/ 39 w 135"/>
                  <a:gd name="T3" fmla="*/ 52 h 49"/>
                  <a:gd name="T4" fmla="*/ 63 w 135"/>
                  <a:gd name="T5" fmla="*/ 62 h 49"/>
                  <a:gd name="T6" fmla="*/ 104 w 135"/>
                  <a:gd name="T7" fmla="*/ 48 h 49"/>
                  <a:gd name="T8" fmla="*/ 138 w 135"/>
                  <a:gd name="T9" fmla="*/ 18 h 49"/>
                  <a:gd name="T10" fmla="*/ 105 w 135"/>
                  <a:gd name="T11" fmla="*/ 16 h 49"/>
                  <a:gd name="T12" fmla="*/ 77 w 135"/>
                  <a:gd name="T13" fmla="*/ 11 h 49"/>
                  <a:gd name="T14" fmla="*/ 45 w 135"/>
                  <a:gd name="T15" fmla="*/ 11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49">
                    <a:moveTo>
                      <a:pt x="0" y="26"/>
                    </a:moveTo>
                    <a:cubicBezTo>
                      <a:pt x="13" y="30"/>
                      <a:pt x="27" y="35"/>
                      <a:pt x="39" y="41"/>
                    </a:cubicBezTo>
                    <a:cubicBezTo>
                      <a:pt x="47" y="44"/>
                      <a:pt x="54" y="48"/>
                      <a:pt x="63" y="49"/>
                    </a:cubicBezTo>
                    <a:cubicBezTo>
                      <a:pt x="76" y="49"/>
                      <a:pt x="89" y="44"/>
                      <a:pt x="101" y="38"/>
                    </a:cubicBezTo>
                    <a:cubicBezTo>
                      <a:pt x="111" y="33"/>
                      <a:pt x="130" y="25"/>
                      <a:pt x="135" y="15"/>
                    </a:cubicBezTo>
                    <a:cubicBezTo>
                      <a:pt x="125" y="11"/>
                      <a:pt x="113" y="14"/>
                      <a:pt x="102" y="13"/>
                    </a:cubicBezTo>
                    <a:cubicBezTo>
                      <a:pt x="93" y="12"/>
                      <a:pt x="83" y="11"/>
                      <a:pt x="74" y="8"/>
                    </a:cubicBezTo>
                    <a:cubicBezTo>
                      <a:pt x="65" y="6"/>
                      <a:pt x="53" y="0"/>
                      <a:pt x="45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78" name="Freeform 2392">
                <a:extLst>
                  <a:ext uri="{FF2B5EF4-FFF2-40B4-BE49-F238E27FC236}">
                    <a16:creationId xmlns:a16="http://schemas.microsoft.com/office/drawing/2014/main" id="{3CEEAC95-53B4-4C70-8F56-38127E6B2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644"/>
                <a:ext cx="76" cy="19"/>
              </a:xfrm>
              <a:custGeom>
                <a:avLst/>
                <a:gdLst>
                  <a:gd name="T0" fmla="*/ 0 w 75"/>
                  <a:gd name="T1" fmla="*/ 23 h 17"/>
                  <a:gd name="T2" fmla="*/ 50 w 75"/>
                  <a:gd name="T3" fmla="*/ 10 h 17"/>
                  <a:gd name="T4" fmla="*/ 78 w 7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7">
                    <a:moveTo>
                      <a:pt x="0" y="17"/>
                    </a:moveTo>
                    <a:cubicBezTo>
                      <a:pt x="17" y="17"/>
                      <a:pt x="31" y="12"/>
                      <a:pt x="47" y="7"/>
                    </a:cubicBezTo>
                    <a:cubicBezTo>
                      <a:pt x="56" y="5"/>
                      <a:pt x="68" y="4"/>
                      <a:pt x="7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79" name="Freeform 2393">
                <a:extLst>
                  <a:ext uri="{FF2B5EF4-FFF2-40B4-BE49-F238E27FC236}">
                    <a16:creationId xmlns:a16="http://schemas.microsoft.com/office/drawing/2014/main" id="{58C851F2-62AC-4CDE-A5A9-5F1E8FCB7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662"/>
                <a:ext cx="119" cy="27"/>
              </a:xfrm>
              <a:custGeom>
                <a:avLst/>
                <a:gdLst>
                  <a:gd name="T0" fmla="*/ 0 w 118"/>
                  <a:gd name="T1" fmla="*/ 31 h 25"/>
                  <a:gd name="T2" fmla="*/ 62 w 118"/>
                  <a:gd name="T3" fmla="*/ 4 h 25"/>
                  <a:gd name="T4" fmla="*/ 99 w 118"/>
                  <a:gd name="T5" fmla="*/ 12 h 25"/>
                  <a:gd name="T6" fmla="*/ 121 w 118"/>
                  <a:gd name="T7" fmla="*/ 1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25">
                    <a:moveTo>
                      <a:pt x="0" y="25"/>
                    </a:moveTo>
                    <a:cubicBezTo>
                      <a:pt x="22" y="16"/>
                      <a:pt x="35" y="0"/>
                      <a:pt x="59" y="4"/>
                    </a:cubicBezTo>
                    <a:cubicBezTo>
                      <a:pt x="72" y="7"/>
                      <a:pt x="83" y="7"/>
                      <a:pt x="96" y="9"/>
                    </a:cubicBezTo>
                    <a:cubicBezTo>
                      <a:pt x="104" y="10"/>
                      <a:pt x="111" y="14"/>
                      <a:pt x="118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80" name="Freeform 2394">
                <a:extLst>
                  <a:ext uri="{FF2B5EF4-FFF2-40B4-BE49-F238E27FC236}">
                    <a16:creationId xmlns:a16="http://schemas.microsoft.com/office/drawing/2014/main" id="{52E36160-7B67-4A16-ABA7-595CE84C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679"/>
                <a:ext cx="123" cy="26"/>
              </a:xfrm>
              <a:custGeom>
                <a:avLst/>
                <a:gdLst>
                  <a:gd name="T0" fmla="*/ 125 w 122"/>
                  <a:gd name="T1" fmla="*/ 0 h 24"/>
                  <a:gd name="T2" fmla="*/ 76 w 122"/>
                  <a:gd name="T3" fmla="*/ 29 h 24"/>
                  <a:gd name="T4" fmla="*/ 49 w 122"/>
                  <a:gd name="T5" fmla="*/ 29 h 24"/>
                  <a:gd name="T6" fmla="*/ 22 w 122"/>
                  <a:gd name="T7" fmla="*/ 22 h 24"/>
                  <a:gd name="T8" fmla="*/ 0 w 122"/>
                  <a:gd name="T9" fmla="*/ 1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24">
                    <a:moveTo>
                      <a:pt x="122" y="0"/>
                    </a:moveTo>
                    <a:cubicBezTo>
                      <a:pt x="107" y="8"/>
                      <a:pt x="90" y="21"/>
                      <a:pt x="73" y="23"/>
                    </a:cubicBezTo>
                    <a:cubicBezTo>
                      <a:pt x="66" y="24"/>
                      <a:pt x="57" y="24"/>
                      <a:pt x="49" y="23"/>
                    </a:cubicBezTo>
                    <a:cubicBezTo>
                      <a:pt x="40" y="22"/>
                      <a:pt x="31" y="19"/>
                      <a:pt x="22" y="17"/>
                    </a:cubicBezTo>
                    <a:cubicBezTo>
                      <a:pt x="15" y="16"/>
                      <a:pt x="7" y="12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81" name="Freeform 2395">
                <a:extLst>
                  <a:ext uri="{FF2B5EF4-FFF2-40B4-BE49-F238E27FC236}">
                    <a16:creationId xmlns:a16="http://schemas.microsoft.com/office/drawing/2014/main" id="{7E2A5E69-7D94-4627-9083-321F6BB5B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645"/>
                <a:ext cx="54" cy="24"/>
              </a:xfrm>
              <a:custGeom>
                <a:avLst/>
                <a:gdLst>
                  <a:gd name="T0" fmla="*/ 0 w 53"/>
                  <a:gd name="T1" fmla="*/ 28 h 22"/>
                  <a:gd name="T2" fmla="*/ 40 w 53"/>
                  <a:gd name="T3" fmla="*/ 10 h 22"/>
                  <a:gd name="T4" fmla="*/ 56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0" y="22"/>
                    </a:moveTo>
                    <a:cubicBezTo>
                      <a:pt x="16" y="20"/>
                      <a:pt x="25" y="15"/>
                      <a:pt x="37" y="7"/>
                    </a:cubicBezTo>
                    <a:cubicBezTo>
                      <a:pt x="42" y="3"/>
                      <a:pt x="47" y="0"/>
                      <a:pt x="5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82" name="Freeform 2396">
                <a:extLst>
                  <a:ext uri="{FF2B5EF4-FFF2-40B4-BE49-F238E27FC236}">
                    <a16:creationId xmlns:a16="http://schemas.microsoft.com/office/drawing/2014/main" id="{EFD48CC1-C4E2-4181-8D22-BC100EAC0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645"/>
                <a:ext cx="105" cy="18"/>
              </a:xfrm>
              <a:custGeom>
                <a:avLst/>
                <a:gdLst>
                  <a:gd name="T0" fmla="*/ 0 w 104"/>
                  <a:gd name="T1" fmla="*/ 10 h 16"/>
                  <a:gd name="T2" fmla="*/ 59 w 104"/>
                  <a:gd name="T3" fmla="*/ 7 h 16"/>
                  <a:gd name="T4" fmla="*/ 107 w 104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6">
                    <a:moveTo>
                      <a:pt x="0" y="7"/>
                    </a:moveTo>
                    <a:cubicBezTo>
                      <a:pt x="20" y="1"/>
                      <a:pt x="36" y="0"/>
                      <a:pt x="56" y="4"/>
                    </a:cubicBezTo>
                    <a:cubicBezTo>
                      <a:pt x="72" y="8"/>
                      <a:pt x="88" y="16"/>
                      <a:pt x="104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83" name="Freeform 2397">
                <a:extLst>
                  <a:ext uri="{FF2B5EF4-FFF2-40B4-BE49-F238E27FC236}">
                    <a16:creationId xmlns:a16="http://schemas.microsoft.com/office/drawing/2014/main" id="{D58F48B8-BCB2-477A-9F34-4B7C6C999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663"/>
                <a:ext cx="91" cy="16"/>
              </a:xfrm>
              <a:custGeom>
                <a:avLst/>
                <a:gdLst>
                  <a:gd name="T0" fmla="*/ 93 w 90"/>
                  <a:gd name="T1" fmla="*/ 0 h 15"/>
                  <a:gd name="T2" fmla="*/ 63 w 90"/>
                  <a:gd name="T3" fmla="*/ 12 h 15"/>
                  <a:gd name="T4" fmla="*/ 28 w 90"/>
                  <a:gd name="T5" fmla="*/ 18 h 15"/>
                  <a:gd name="T6" fmla="*/ 0 w 90"/>
                  <a:gd name="T7" fmla="*/ 1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5">
                    <a:moveTo>
                      <a:pt x="90" y="0"/>
                    </a:moveTo>
                    <a:cubicBezTo>
                      <a:pt x="81" y="0"/>
                      <a:pt x="68" y="6"/>
                      <a:pt x="60" y="9"/>
                    </a:cubicBezTo>
                    <a:cubicBezTo>
                      <a:pt x="49" y="13"/>
                      <a:pt x="39" y="13"/>
                      <a:pt x="28" y="15"/>
                    </a:cubicBezTo>
                    <a:cubicBezTo>
                      <a:pt x="19" y="15"/>
                      <a:pt x="9" y="15"/>
                      <a:pt x="0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84" name="Freeform 2398">
                <a:extLst>
                  <a:ext uri="{FF2B5EF4-FFF2-40B4-BE49-F238E27FC236}">
                    <a16:creationId xmlns:a16="http://schemas.microsoft.com/office/drawing/2014/main" id="{2991920E-6F69-44D1-A6F9-5F5CBD661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675"/>
                <a:ext cx="93" cy="30"/>
              </a:xfrm>
              <a:custGeom>
                <a:avLst/>
                <a:gdLst>
                  <a:gd name="T0" fmla="*/ 0 w 92"/>
                  <a:gd name="T1" fmla="*/ 0 h 28"/>
                  <a:gd name="T2" fmla="*/ 29 w 92"/>
                  <a:gd name="T3" fmla="*/ 5 h 28"/>
                  <a:gd name="T4" fmla="*/ 63 w 92"/>
                  <a:gd name="T5" fmla="*/ 21 h 28"/>
                  <a:gd name="T6" fmla="*/ 95 w 92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28">
                    <a:moveTo>
                      <a:pt x="0" y="0"/>
                    </a:moveTo>
                    <a:cubicBezTo>
                      <a:pt x="3" y="5"/>
                      <a:pt x="23" y="3"/>
                      <a:pt x="29" y="5"/>
                    </a:cubicBezTo>
                    <a:cubicBezTo>
                      <a:pt x="39" y="9"/>
                      <a:pt x="50" y="14"/>
                      <a:pt x="60" y="18"/>
                    </a:cubicBezTo>
                    <a:cubicBezTo>
                      <a:pt x="69" y="21"/>
                      <a:pt x="83" y="28"/>
                      <a:pt x="92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85" name="Freeform 2399">
                <a:extLst>
                  <a:ext uri="{FF2B5EF4-FFF2-40B4-BE49-F238E27FC236}">
                    <a16:creationId xmlns:a16="http://schemas.microsoft.com/office/drawing/2014/main" id="{CA0CDAE2-351D-4168-913E-FE4DBFDEF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645"/>
                <a:ext cx="66" cy="18"/>
              </a:xfrm>
              <a:custGeom>
                <a:avLst/>
                <a:gdLst>
                  <a:gd name="T0" fmla="*/ 0 w 65"/>
                  <a:gd name="T1" fmla="*/ 23 h 16"/>
                  <a:gd name="T2" fmla="*/ 68 w 6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6">
                    <a:moveTo>
                      <a:pt x="0" y="16"/>
                    </a:moveTo>
                    <a:cubicBezTo>
                      <a:pt x="22" y="12"/>
                      <a:pt x="42" y="0"/>
                      <a:pt x="6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86" name="Freeform 2400">
                <a:extLst>
                  <a:ext uri="{FF2B5EF4-FFF2-40B4-BE49-F238E27FC236}">
                    <a16:creationId xmlns:a16="http://schemas.microsoft.com/office/drawing/2014/main" id="{0A464450-AB97-4B52-A5B3-A6124F401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659"/>
                <a:ext cx="83" cy="24"/>
              </a:xfrm>
              <a:custGeom>
                <a:avLst/>
                <a:gdLst>
                  <a:gd name="T0" fmla="*/ 0 w 82"/>
                  <a:gd name="T1" fmla="*/ 1 h 22"/>
                  <a:gd name="T2" fmla="*/ 68 w 82"/>
                  <a:gd name="T3" fmla="*/ 25 h 22"/>
                  <a:gd name="T4" fmla="*/ 84 w 82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2">
                    <a:moveTo>
                      <a:pt x="0" y="1"/>
                    </a:moveTo>
                    <a:cubicBezTo>
                      <a:pt x="23" y="0"/>
                      <a:pt x="44" y="12"/>
                      <a:pt x="65" y="19"/>
                    </a:cubicBezTo>
                    <a:cubicBezTo>
                      <a:pt x="76" y="22"/>
                      <a:pt x="82" y="11"/>
                      <a:pt x="81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87" name="Freeform 2401">
                <a:extLst>
                  <a:ext uri="{FF2B5EF4-FFF2-40B4-BE49-F238E27FC236}">
                    <a16:creationId xmlns:a16="http://schemas.microsoft.com/office/drawing/2014/main" id="{CE03B24D-809A-4D40-93FB-E8B74A343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680"/>
                <a:ext cx="73" cy="20"/>
              </a:xfrm>
              <a:custGeom>
                <a:avLst/>
                <a:gdLst>
                  <a:gd name="T0" fmla="*/ 74 w 72"/>
                  <a:gd name="T1" fmla="*/ 0 h 19"/>
                  <a:gd name="T2" fmla="*/ 75 w 72"/>
                  <a:gd name="T3" fmla="*/ 15 h 19"/>
                  <a:gd name="T4" fmla="*/ 29 w 72"/>
                  <a:gd name="T5" fmla="*/ 13 h 19"/>
                  <a:gd name="T6" fmla="*/ 0 w 72"/>
                  <a:gd name="T7" fmla="*/ 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9">
                    <a:moveTo>
                      <a:pt x="71" y="0"/>
                    </a:moveTo>
                    <a:cubicBezTo>
                      <a:pt x="70" y="4"/>
                      <a:pt x="70" y="9"/>
                      <a:pt x="72" y="12"/>
                    </a:cubicBezTo>
                    <a:cubicBezTo>
                      <a:pt x="63" y="19"/>
                      <a:pt x="40" y="12"/>
                      <a:pt x="29" y="10"/>
                    </a:cubicBezTo>
                    <a:cubicBezTo>
                      <a:pt x="21" y="8"/>
                      <a:pt x="8" y="3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88" name="Freeform 2402">
                <a:extLst>
                  <a:ext uri="{FF2B5EF4-FFF2-40B4-BE49-F238E27FC236}">
                    <a16:creationId xmlns:a16="http://schemas.microsoft.com/office/drawing/2014/main" id="{5BD21AAD-6A55-4B95-A640-8E2E9181D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696"/>
                <a:ext cx="8" cy="20"/>
              </a:xfrm>
              <a:custGeom>
                <a:avLst/>
                <a:gdLst>
                  <a:gd name="T0" fmla="*/ 0 w 8"/>
                  <a:gd name="T1" fmla="*/ 0 h 18"/>
                  <a:gd name="T2" fmla="*/ 1 w 8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6" y="5"/>
                      <a:pt x="8" y="14"/>
                      <a:pt x="1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89" name="Freeform 2403">
                <a:extLst>
                  <a:ext uri="{FF2B5EF4-FFF2-40B4-BE49-F238E27FC236}">
                    <a16:creationId xmlns:a16="http://schemas.microsoft.com/office/drawing/2014/main" id="{96977BEE-774A-43AC-A36B-7EA5BC0BE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2671"/>
                <a:ext cx="55" cy="55"/>
              </a:xfrm>
              <a:custGeom>
                <a:avLst/>
                <a:gdLst>
                  <a:gd name="T0" fmla="*/ 12 w 55"/>
                  <a:gd name="T1" fmla="*/ 0 h 51"/>
                  <a:gd name="T2" fmla="*/ 39 w 55"/>
                  <a:gd name="T3" fmla="*/ 26 h 51"/>
                  <a:gd name="T4" fmla="*/ 50 w 55"/>
                  <a:gd name="T5" fmla="*/ 35 h 51"/>
                  <a:gd name="T6" fmla="*/ 41 w 55"/>
                  <a:gd name="T7" fmla="*/ 59 h 51"/>
                  <a:gd name="T8" fmla="*/ 13 w 55"/>
                  <a:gd name="T9" fmla="*/ 53 h 51"/>
                  <a:gd name="T10" fmla="*/ 0 w 55"/>
                  <a:gd name="T11" fmla="*/ 4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51">
                    <a:moveTo>
                      <a:pt x="12" y="0"/>
                    </a:moveTo>
                    <a:cubicBezTo>
                      <a:pt x="21" y="8"/>
                      <a:pt x="29" y="14"/>
                      <a:pt x="39" y="20"/>
                    </a:cubicBezTo>
                    <a:cubicBezTo>
                      <a:pt x="43" y="23"/>
                      <a:pt x="48" y="24"/>
                      <a:pt x="50" y="28"/>
                    </a:cubicBezTo>
                    <a:cubicBezTo>
                      <a:pt x="55" y="36"/>
                      <a:pt x="48" y="44"/>
                      <a:pt x="41" y="47"/>
                    </a:cubicBezTo>
                    <a:cubicBezTo>
                      <a:pt x="34" y="51"/>
                      <a:pt x="20" y="44"/>
                      <a:pt x="13" y="42"/>
                    </a:cubicBezTo>
                    <a:cubicBezTo>
                      <a:pt x="8" y="41"/>
                      <a:pt x="3" y="40"/>
                      <a:pt x="0" y="3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90" name="Freeform 2404">
                <a:extLst>
                  <a:ext uri="{FF2B5EF4-FFF2-40B4-BE49-F238E27FC236}">
                    <a16:creationId xmlns:a16="http://schemas.microsoft.com/office/drawing/2014/main" id="{E1968255-DA6B-4F2D-BB45-B93F1FBA1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711"/>
                <a:ext cx="42" cy="23"/>
              </a:xfrm>
              <a:custGeom>
                <a:avLst/>
                <a:gdLst>
                  <a:gd name="T0" fmla="*/ 0 w 41"/>
                  <a:gd name="T1" fmla="*/ 0 h 21"/>
                  <a:gd name="T2" fmla="*/ 17 w 41"/>
                  <a:gd name="T3" fmla="*/ 16 h 21"/>
                  <a:gd name="T4" fmla="*/ 34 w 41"/>
                  <a:gd name="T5" fmla="*/ 26 h 21"/>
                  <a:gd name="T6" fmla="*/ 44 w 41"/>
                  <a:gd name="T7" fmla="*/ 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0" y="6"/>
                      <a:pt x="12" y="10"/>
                      <a:pt x="17" y="13"/>
                    </a:cubicBezTo>
                    <a:cubicBezTo>
                      <a:pt x="21" y="17"/>
                      <a:pt x="25" y="21"/>
                      <a:pt x="31" y="20"/>
                    </a:cubicBezTo>
                    <a:cubicBezTo>
                      <a:pt x="40" y="19"/>
                      <a:pt x="40" y="13"/>
                      <a:pt x="4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91" name="Freeform 2405">
                <a:extLst>
                  <a:ext uri="{FF2B5EF4-FFF2-40B4-BE49-F238E27FC236}">
                    <a16:creationId xmlns:a16="http://schemas.microsoft.com/office/drawing/2014/main" id="{326C0DF3-3594-461C-9A4B-3E495217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724"/>
                <a:ext cx="13" cy="35"/>
              </a:xfrm>
              <a:custGeom>
                <a:avLst/>
                <a:gdLst>
                  <a:gd name="T0" fmla="*/ 2 w 12"/>
                  <a:gd name="T1" fmla="*/ 0 h 32"/>
                  <a:gd name="T2" fmla="*/ 0 w 12"/>
                  <a:gd name="T3" fmla="*/ 4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2" y="0"/>
                    </a:moveTo>
                    <a:cubicBezTo>
                      <a:pt x="9" y="9"/>
                      <a:pt x="12" y="26"/>
                      <a:pt x="0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92" name="Freeform 2406">
                <a:extLst>
                  <a:ext uri="{FF2B5EF4-FFF2-40B4-BE49-F238E27FC236}">
                    <a16:creationId xmlns:a16="http://schemas.microsoft.com/office/drawing/2014/main" id="{42524B48-F8DB-408D-90D2-477AC5376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30"/>
                <a:ext cx="66" cy="59"/>
              </a:xfrm>
              <a:custGeom>
                <a:avLst/>
                <a:gdLst>
                  <a:gd name="T0" fmla="*/ 10 w 65"/>
                  <a:gd name="T1" fmla="*/ 23 h 55"/>
                  <a:gd name="T2" fmla="*/ 24 w 65"/>
                  <a:gd name="T3" fmla="*/ 50 h 55"/>
                  <a:gd name="T4" fmla="*/ 54 w 65"/>
                  <a:gd name="T5" fmla="*/ 54 h 55"/>
                  <a:gd name="T6" fmla="*/ 29 w 6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5">
                    <a:moveTo>
                      <a:pt x="10" y="19"/>
                    </a:moveTo>
                    <a:cubicBezTo>
                      <a:pt x="0" y="24"/>
                      <a:pt x="21" y="39"/>
                      <a:pt x="24" y="41"/>
                    </a:cubicBezTo>
                    <a:cubicBezTo>
                      <a:pt x="34" y="50"/>
                      <a:pt x="40" y="55"/>
                      <a:pt x="51" y="44"/>
                    </a:cubicBezTo>
                    <a:cubicBezTo>
                      <a:pt x="65" y="31"/>
                      <a:pt x="41" y="8"/>
                      <a:pt x="2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93" name="Freeform 2407">
                <a:extLst>
                  <a:ext uri="{FF2B5EF4-FFF2-40B4-BE49-F238E27FC236}">
                    <a16:creationId xmlns:a16="http://schemas.microsoft.com/office/drawing/2014/main" id="{51B30B4F-D3E8-41F6-82E0-0343A3355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783"/>
                <a:ext cx="3" cy="6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0"/>
                      <a:pt x="0" y="2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94" name="Freeform 2408">
                <a:extLst>
                  <a:ext uri="{FF2B5EF4-FFF2-40B4-BE49-F238E27FC236}">
                    <a16:creationId xmlns:a16="http://schemas.microsoft.com/office/drawing/2014/main" id="{7A69AE57-8357-4439-8E39-A712209F6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761"/>
                <a:ext cx="19" cy="13"/>
              </a:xfrm>
              <a:custGeom>
                <a:avLst/>
                <a:gdLst>
                  <a:gd name="T0" fmla="*/ 0 w 19"/>
                  <a:gd name="T1" fmla="*/ 14 h 12"/>
                  <a:gd name="T2" fmla="*/ 19 w 19"/>
                  <a:gd name="T3" fmla="*/ 1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0" y="11"/>
                    </a:moveTo>
                    <a:cubicBezTo>
                      <a:pt x="5" y="12"/>
                      <a:pt x="15" y="0"/>
                      <a:pt x="19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95" name="Freeform 2409">
                <a:extLst>
                  <a:ext uri="{FF2B5EF4-FFF2-40B4-BE49-F238E27FC236}">
                    <a16:creationId xmlns:a16="http://schemas.microsoft.com/office/drawing/2014/main" id="{08BF818D-937E-4C8D-9260-4DF976B11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72"/>
                <a:ext cx="20" cy="65"/>
              </a:xfrm>
              <a:custGeom>
                <a:avLst/>
                <a:gdLst>
                  <a:gd name="T0" fmla="*/ 0 w 20"/>
                  <a:gd name="T1" fmla="*/ 0 h 61"/>
                  <a:gd name="T2" fmla="*/ 7 w 20"/>
                  <a:gd name="T3" fmla="*/ 22 h 61"/>
                  <a:gd name="T4" fmla="*/ 18 w 20"/>
                  <a:gd name="T5" fmla="*/ 49 h 61"/>
                  <a:gd name="T6" fmla="*/ 4 w 20"/>
                  <a:gd name="T7" fmla="*/ 74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1">
                    <a:moveTo>
                      <a:pt x="0" y="0"/>
                    </a:moveTo>
                    <a:cubicBezTo>
                      <a:pt x="0" y="7"/>
                      <a:pt x="4" y="13"/>
                      <a:pt x="7" y="19"/>
                    </a:cubicBezTo>
                    <a:cubicBezTo>
                      <a:pt x="10" y="26"/>
                      <a:pt x="17" y="33"/>
                      <a:pt x="18" y="40"/>
                    </a:cubicBezTo>
                    <a:cubicBezTo>
                      <a:pt x="20" y="52"/>
                      <a:pt x="11" y="55"/>
                      <a:pt x="4" y="6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96" name="Freeform 2410">
                <a:extLst>
                  <a:ext uri="{FF2B5EF4-FFF2-40B4-BE49-F238E27FC236}">
                    <a16:creationId xmlns:a16="http://schemas.microsoft.com/office/drawing/2014/main" id="{5260CB44-FC98-4AC9-AD8C-F5C962F8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814"/>
                <a:ext cx="32" cy="28"/>
              </a:xfrm>
              <a:custGeom>
                <a:avLst/>
                <a:gdLst>
                  <a:gd name="T0" fmla="*/ 0 w 31"/>
                  <a:gd name="T1" fmla="*/ 0 h 26"/>
                  <a:gd name="T2" fmla="*/ 34 w 31"/>
                  <a:gd name="T3" fmla="*/ 17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3" y="9"/>
                      <a:pt x="22" y="26"/>
                      <a:pt x="31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97" name="Freeform 2411">
                <a:extLst>
                  <a:ext uri="{FF2B5EF4-FFF2-40B4-BE49-F238E27FC236}">
                    <a16:creationId xmlns:a16="http://schemas.microsoft.com/office/drawing/2014/main" id="{110008FE-747F-47DB-A250-12FA155DD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820"/>
                <a:ext cx="25" cy="69"/>
              </a:xfrm>
              <a:custGeom>
                <a:avLst/>
                <a:gdLst>
                  <a:gd name="T0" fmla="*/ 0 w 25"/>
                  <a:gd name="T1" fmla="*/ 0 h 64"/>
                  <a:gd name="T2" fmla="*/ 25 w 25"/>
                  <a:gd name="T3" fmla="*/ 53 h 64"/>
                  <a:gd name="T4" fmla="*/ 11 w 25"/>
                  <a:gd name="T5" fmla="*/ 8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4">
                    <a:moveTo>
                      <a:pt x="0" y="0"/>
                    </a:moveTo>
                    <a:cubicBezTo>
                      <a:pt x="2" y="17"/>
                      <a:pt x="25" y="24"/>
                      <a:pt x="25" y="42"/>
                    </a:cubicBezTo>
                    <a:cubicBezTo>
                      <a:pt x="25" y="51"/>
                      <a:pt x="19" y="60"/>
                      <a:pt x="11" y="6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98" name="Freeform 2412">
                <a:extLst>
                  <a:ext uri="{FF2B5EF4-FFF2-40B4-BE49-F238E27FC236}">
                    <a16:creationId xmlns:a16="http://schemas.microsoft.com/office/drawing/2014/main" id="{1C47A1C0-5574-44B4-8F0F-2F35015FB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867"/>
                <a:ext cx="31" cy="41"/>
              </a:xfrm>
              <a:custGeom>
                <a:avLst/>
                <a:gdLst>
                  <a:gd name="T0" fmla="*/ 0 w 30"/>
                  <a:gd name="T1" fmla="*/ 0 h 38"/>
                  <a:gd name="T2" fmla="*/ 33 w 30"/>
                  <a:gd name="T3" fmla="*/ 3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8">
                    <a:moveTo>
                      <a:pt x="0" y="0"/>
                    </a:moveTo>
                    <a:cubicBezTo>
                      <a:pt x="5" y="10"/>
                      <a:pt x="15" y="38"/>
                      <a:pt x="30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99" name="Freeform 2413">
                <a:extLst>
                  <a:ext uri="{FF2B5EF4-FFF2-40B4-BE49-F238E27FC236}">
                    <a16:creationId xmlns:a16="http://schemas.microsoft.com/office/drawing/2014/main" id="{24F137E4-6C85-4641-82C7-CC3291FCE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895"/>
                <a:ext cx="38" cy="58"/>
              </a:xfrm>
              <a:custGeom>
                <a:avLst/>
                <a:gdLst>
                  <a:gd name="T0" fmla="*/ 10 w 38"/>
                  <a:gd name="T1" fmla="*/ 0 h 53"/>
                  <a:gd name="T2" fmla="*/ 19 w 38"/>
                  <a:gd name="T3" fmla="*/ 63 h 53"/>
                  <a:gd name="T4" fmla="*/ 0 w 38"/>
                  <a:gd name="T5" fmla="*/ 53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3">
                    <a:moveTo>
                      <a:pt x="10" y="0"/>
                    </a:moveTo>
                    <a:cubicBezTo>
                      <a:pt x="12" y="11"/>
                      <a:pt x="38" y="38"/>
                      <a:pt x="19" y="48"/>
                    </a:cubicBezTo>
                    <a:cubicBezTo>
                      <a:pt x="9" y="53"/>
                      <a:pt x="4" y="47"/>
                      <a:pt x="0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00" name="Freeform 2414">
                <a:extLst>
                  <a:ext uri="{FF2B5EF4-FFF2-40B4-BE49-F238E27FC236}">
                    <a16:creationId xmlns:a16="http://schemas.microsoft.com/office/drawing/2014/main" id="{0DA23B54-65A9-41A7-B2A3-42065B959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946"/>
                <a:ext cx="24" cy="57"/>
              </a:xfrm>
              <a:custGeom>
                <a:avLst/>
                <a:gdLst>
                  <a:gd name="T0" fmla="*/ 0 w 24"/>
                  <a:gd name="T1" fmla="*/ 0 h 53"/>
                  <a:gd name="T2" fmla="*/ 4 w 24"/>
                  <a:gd name="T3" fmla="*/ 45 h 53"/>
                  <a:gd name="T4" fmla="*/ 12 w 24"/>
                  <a:gd name="T5" fmla="*/ 63 h 53"/>
                  <a:gd name="T6" fmla="*/ 22 w 24"/>
                  <a:gd name="T7" fmla="*/ 48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3">
                    <a:moveTo>
                      <a:pt x="0" y="0"/>
                    </a:moveTo>
                    <a:cubicBezTo>
                      <a:pt x="1" y="12"/>
                      <a:pt x="3" y="24"/>
                      <a:pt x="4" y="36"/>
                    </a:cubicBezTo>
                    <a:cubicBezTo>
                      <a:pt x="4" y="41"/>
                      <a:pt x="6" y="49"/>
                      <a:pt x="12" y="51"/>
                    </a:cubicBezTo>
                    <a:cubicBezTo>
                      <a:pt x="18" y="53"/>
                      <a:pt x="24" y="45"/>
                      <a:pt x="22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01" name="Freeform 2415">
                <a:extLst>
                  <a:ext uri="{FF2B5EF4-FFF2-40B4-BE49-F238E27FC236}">
                    <a16:creationId xmlns:a16="http://schemas.microsoft.com/office/drawing/2014/main" id="{14D2428A-E38A-4870-BA1F-6422476BB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994"/>
                <a:ext cx="26" cy="93"/>
              </a:xfrm>
              <a:custGeom>
                <a:avLst/>
                <a:gdLst>
                  <a:gd name="T0" fmla="*/ 13 w 26"/>
                  <a:gd name="T1" fmla="*/ 6 h 87"/>
                  <a:gd name="T2" fmla="*/ 1 w 26"/>
                  <a:gd name="T3" fmla="*/ 38 h 87"/>
                  <a:gd name="T4" fmla="*/ 5 w 26"/>
                  <a:gd name="T5" fmla="*/ 88 h 87"/>
                  <a:gd name="T6" fmla="*/ 20 w 26"/>
                  <a:gd name="T7" fmla="*/ 90 h 87"/>
                  <a:gd name="T8" fmla="*/ 25 w 26"/>
                  <a:gd name="T9" fmla="*/ 41 h 87"/>
                  <a:gd name="T10" fmla="*/ 14 w 26"/>
                  <a:gd name="T11" fmla="*/ 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87">
                    <a:moveTo>
                      <a:pt x="13" y="6"/>
                    </a:moveTo>
                    <a:cubicBezTo>
                      <a:pt x="4" y="0"/>
                      <a:pt x="1" y="26"/>
                      <a:pt x="1" y="32"/>
                    </a:cubicBezTo>
                    <a:cubicBezTo>
                      <a:pt x="0" y="45"/>
                      <a:pt x="3" y="59"/>
                      <a:pt x="5" y="72"/>
                    </a:cubicBezTo>
                    <a:cubicBezTo>
                      <a:pt x="8" y="85"/>
                      <a:pt x="15" y="87"/>
                      <a:pt x="20" y="74"/>
                    </a:cubicBezTo>
                    <a:cubicBezTo>
                      <a:pt x="24" y="62"/>
                      <a:pt x="25" y="47"/>
                      <a:pt x="25" y="34"/>
                    </a:cubicBezTo>
                    <a:cubicBezTo>
                      <a:pt x="26" y="23"/>
                      <a:pt x="26" y="10"/>
                      <a:pt x="14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02" name="Freeform 2416">
                <a:extLst>
                  <a:ext uri="{FF2B5EF4-FFF2-40B4-BE49-F238E27FC236}">
                    <a16:creationId xmlns:a16="http://schemas.microsoft.com/office/drawing/2014/main" id="{545B3811-85AE-487D-8A02-CEA71980C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3073"/>
                <a:ext cx="20" cy="9"/>
              </a:xfrm>
              <a:custGeom>
                <a:avLst/>
                <a:gdLst>
                  <a:gd name="T0" fmla="*/ 0 w 20"/>
                  <a:gd name="T1" fmla="*/ 11 h 8"/>
                  <a:gd name="T2" fmla="*/ 20 w 20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5" y="1"/>
                      <a:pt x="13" y="0"/>
                      <a:pt x="2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03" name="Freeform 2417">
                <a:extLst>
                  <a:ext uri="{FF2B5EF4-FFF2-40B4-BE49-F238E27FC236}">
                    <a16:creationId xmlns:a16="http://schemas.microsoft.com/office/drawing/2014/main" id="{FCAA6DF1-4C8E-4299-ACC3-D8985656B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084"/>
                <a:ext cx="20" cy="73"/>
              </a:xfrm>
              <a:custGeom>
                <a:avLst/>
                <a:gdLst>
                  <a:gd name="T0" fmla="*/ 20 w 20"/>
                  <a:gd name="T1" fmla="*/ 0 h 68"/>
                  <a:gd name="T2" fmla="*/ 19 w 20"/>
                  <a:gd name="T3" fmla="*/ 50 h 68"/>
                  <a:gd name="T4" fmla="*/ 0 w 20"/>
                  <a:gd name="T5" fmla="*/ 84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8">
                    <a:moveTo>
                      <a:pt x="20" y="0"/>
                    </a:moveTo>
                    <a:cubicBezTo>
                      <a:pt x="15" y="10"/>
                      <a:pt x="19" y="30"/>
                      <a:pt x="19" y="41"/>
                    </a:cubicBezTo>
                    <a:cubicBezTo>
                      <a:pt x="19" y="57"/>
                      <a:pt x="15" y="65"/>
                      <a:pt x="0" y="6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04" name="Freeform 2418">
                <a:extLst>
                  <a:ext uri="{FF2B5EF4-FFF2-40B4-BE49-F238E27FC236}">
                    <a16:creationId xmlns:a16="http://schemas.microsoft.com/office/drawing/2014/main" id="{E620E201-F48F-4D10-BE37-C07C90566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141"/>
                <a:ext cx="16" cy="36"/>
              </a:xfrm>
              <a:custGeom>
                <a:avLst/>
                <a:gdLst>
                  <a:gd name="T0" fmla="*/ 3 w 16"/>
                  <a:gd name="T1" fmla="*/ 0 h 33"/>
                  <a:gd name="T2" fmla="*/ 16 w 16"/>
                  <a:gd name="T3" fmla="*/ 4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3">
                    <a:moveTo>
                      <a:pt x="3" y="0"/>
                    </a:moveTo>
                    <a:cubicBezTo>
                      <a:pt x="2" y="9"/>
                      <a:pt x="0" y="33"/>
                      <a:pt x="16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05" name="Freeform 2419">
                <a:extLst>
                  <a:ext uri="{FF2B5EF4-FFF2-40B4-BE49-F238E27FC236}">
                    <a16:creationId xmlns:a16="http://schemas.microsoft.com/office/drawing/2014/main" id="{6CAD0209-035A-4C68-BC95-162B41F47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195"/>
                <a:ext cx="32" cy="22"/>
              </a:xfrm>
              <a:custGeom>
                <a:avLst/>
                <a:gdLst>
                  <a:gd name="T0" fmla="*/ 0 w 32"/>
                  <a:gd name="T1" fmla="*/ 0 h 20"/>
                  <a:gd name="T2" fmla="*/ 32 w 32"/>
                  <a:gd name="T3" fmla="*/ 2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0">
                    <a:moveTo>
                      <a:pt x="0" y="0"/>
                    </a:moveTo>
                    <a:cubicBezTo>
                      <a:pt x="0" y="7"/>
                      <a:pt x="29" y="20"/>
                      <a:pt x="32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06" name="Freeform 2420">
                <a:extLst>
                  <a:ext uri="{FF2B5EF4-FFF2-40B4-BE49-F238E27FC236}">
                    <a16:creationId xmlns:a16="http://schemas.microsoft.com/office/drawing/2014/main" id="{939B069B-D6EE-4AFD-A1B6-57E7936A9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3431"/>
                <a:ext cx="63" cy="44"/>
              </a:xfrm>
              <a:custGeom>
                <a:avLst/>
                <a:gdLst>
                  <a:gd name="T0" fmla="*/ 0 w 62"/>
                  <a:gd name="T1" fmla="*/ 45 h 41"/>
                  <a:gd name="T2" fmla="*/ 20 w 62"/>
                  <a:gd name="T3" fmla="*/ 47 h 41"/>
                  <a:gd name="T4" fmla="*/ 46 w 62"/>
                  <a:gd name="T5" fmla="*/ 49 h 41"/>
                  <a:gd name="T6" fmla="*/ 61 w 62"/>
                  <a:gd name="T7" fmla="*/ 31 h 41"/>
                  <a:gd name="T8" fmla="*/ 52 w 62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1">
                    <a:moveTo>
                      <a:pt x="0" y="36"/>
                    </a:moveTo>
                    <a:cubicBezTo>
                      <a:pt x="6" y="39"/>
                      <a:pt x="13" y="38"/>
                      <a:pt x="20" y="38"/>
                    </a:cubicBezTo>
                    <a:cubicBezTo>
                      <a:pt x="27" y="38"/>
                      <a:pt x="36" y="41"/>
                      <a:pt x="43" y="40"/>
                    </a:cubicBezTo>
                    <a:cubicBezTo>
                      <a:pt x="52" y="38"/>
                      <a:pt x="54" y="33"/>
                      <a:pt x="58" y="25"/>
                    </a:cubicBezTo>
                    <a:cubicBezTo>
                      <a:pt x="62" y="17"/>
                      <a:pt x="61" y="2"/>
                      <a:pt x="4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07" name="Freeform 2421">
                <a:extLst>
                  <a:ext uri="{FF2B5EF4-FFF2-40B4-BE49-F238E27FC236}">
                    <a16:creationId xmlns:a16="http://schemas.microsoft.com/office/drawing/2014/main" id="{E4D8AAB6-0BB3-4748-BF7E-1E075D1A9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442"/>
                <a:ext cx="55" cy="36"/>
              </a:xfrm>
              <a:custGeom>
                <a:avLst/>
                <a:gdLst>
                  <a:gd name="T0" fmla="*/ 0 w 55"/>
                  <a:gd name="T1" fmla="*/ 34 h 34"/>
                  <a:gd name="T2" fmla="*/ 55 w 55"/>
                  <a:gd name="T3" fmla="*/ 2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34">
                    <a:moveTo>
                      <a:pt x="0" y="28"/>
                    </a:moveTo>
                    <a:cubicBezTo>
                      <a:pt x="14" y="34"/>
                      <a:pt x="51" y="0"/>
                      <a:pt x="55" y="2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08" name="Freeform 2422">
                <a:extLst>
                  <a:ext uri="{FF2B5EF4-FFF2-40B4-BE49-F238E27FC236}">
                    <a16:creationId xmlns:a16="http://schemas.microsoft.com/office/drawing/2014/main" id="{2BC176E5-7F43-4FA2-8F7E-851B852FC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3418"/>
                <a:ext cx="62" cy="43"/>
              </a:xfrm>
              <a:custGeom>
                <a:avLst/>
                <a:gdLst>
                  <a:gd name="T0" fmla="*/ 26 w 62"/>
                  <a:gd name="T1" fmla="*/ 48 h 40"/>
                  <a:gd name="T2" fmla="*/ 59 w 62"/>
                  <a:gd name="T3" fmla="*/ 29 h 40"/>
                  <a:gd name="T4" fmla="*/ 53 w 62"/>
                  <a:gd name="T5" fmla="*/ 3 h 40"/>
                  <a:gd name="T6" fmla="*/ 21 w 62"/>
                  <a:gd name="T7" fmla="*/ 19 h 40"/>
                  <a:gd name="T8" fmla="*/ 0 w 62"/>
                  <a:gd name="T9" fmla="*/ 3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0">
                    <a:moveTo>
                      <a:pt x="26" y="39"/>
                    </a:moveTo>
                    <a:cubicBezTo>
                      <a:pt x="38" y="40"/>
                      <a:pt x="54" y="35"/>
                      <a:pt x="59" y="23"/>
                    </a:cubicBezTo>
                    <a:cubicBezTo>
                      <a:pt x="62" y="17"/>
                      <a:pt x="61" y="5"/>
                      <a:pt x="53" y="3"/>
                    </a:cubicBezTo>
                    <a:cubicBezTo>
                      <a:pt x="46" y="0"/>
                      <a:pt x="28" y="13"/>
                      <a:pt x="21" y="16"/>
                    </a:cubicBezTo>
                    <a:cubicBezTo>
                      <a:pt x="14" y="19"/>
                      <a:pt x="6" y="23"/>
                      <a:pt x="0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09" name="Freeform 2423">
                <a:extLst>
                  <a:ext uri="{FF2B5EF4-FFF2-40B4-BE49-F238E27FC236}">
                    <a16:creationId xmlns:a16="http://schemas.microsoft.com/office/drawing/2014/main" id="{81CA2600-1069-42CF-8602-93634E308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386"/>
                <a:ext cx="27" cy="40"/>
              </a:xfrm>
              <a:custGeom>
                <a:avLst/>
                <a:gdLst>
                  <a:gd name="T0" fmla="*/ 0 w 26"/>
                  <a:gd name="T1" fmla="*/ 43 h 37"/>
                  <a:gd name="T2" fmla="*/ 16 w 26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7">
                    <a:moveTo>
                      <a:pt x="0" y="34"/>
                    </a:moveTo>
                    <a:cubicBezTo>
                      <a:pt x="19" y="37"/>
                      <a:pt x="26" y="10"/>
                      <a:pt x="1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10" name="Freeform 2424">
                <a:extLst>
                  <a:ext uri="{FF2B5EF4-FFF2-40B4-BE49-F238E27FC236}">
                    <a16:creationId xmlns:a16="http://schemas.microsoft.com/office/drawing/2014/main" id="{4495B706-4C5F-4914-A6BB-4DE85683C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3379"/>
                <a:ext cx="55" cy="39"/>
              </a:xfrm>
              <a:custGeom>
                <a:avLst/>
                <a:gdLst>
                  <a:gd name="T0" fmla="*/ 0 w 54"/>
                  <a:gd name="T1" fmla="*/ 46 h 36"/>
                  <a:gd name="T2" fmla="*/ 46 w 54"/>
                  <a:gd name="T3" fmla="*/ 10 h 36"/>
                  <a:gd name="T4" fmla="*/ 52 w 54"/>
                  <a:gd name="T5" fmla="*/ 29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6">
                    <a:moveTo>
                      <a:pt x="0" y="36"/>
                    </a:moveTo>
                    <a:cubicBezTo>
                      <a:pt x="12" y="27"/>
                      <a:pt x="24" y="0"/>
                      <a:pt x="43" y="7"/>
                    </a:cubicBezTo>
                    <a:cubicBezTo>
                      <a:pt x="50" y="9"/>
                      <a:pt x="54" y="18"/>
                      <a:pt x="49" y="2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11" name="Freeform 2425">
                <a:extLst>
                  <a:ext uri="{FF2B5EF4-FFF2-40B4-BE49-F238E27FC236}">
                    <a16:creationId xmlns:a16="http://schemas.microsoft.com/office/drawing/2014/main" id="{E49DEE41-B091-4E63-8BFB-1FB3622DB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3325"/>
                <a:ext cx="43" cy="63"/>
              </a:xfrm>
              <a:custGeom>
                <a:avLst/>
                <a:gdLst>
                  <a:gd name="T0" fmla="*/ 0 w 43"/>
                  <a:gd name="T1" fmla="*/ 74 h 58"/>
                  <a:gd name="T2" fmla="*/ 23 w 43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8">
                    <a:moveTo>
                      <a:pt x="0" y="58"/>
                    </a:moveTo>
                    <a:cubicBezTo>
                      <a:pt x="0" y="47"/>
                      <a:pt x="43" y="6"/>
                      <a:pt x="2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12" name="Freeform 2426">
                <a:extLst>
                  <a:ext uri="{FF2B5EF4-FFF2-40B4-BE49-F238E27FC236}">
                    <a16:creationId xmlns:a16="http://schemas.microsoft.com/office/drawing/2014/main" id="{131F2B31-80A3-4D17-8333-7B7DD9DB2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299"/>
                <a:ext cx="54" cy="92"/>
              </a:xfrm>
              <a:custGeom>
                <a:avLst/>
                <a:gdLst>
                  <a:gd name="T0" fmla="*/ 11 w 54"/>
                  <a:gd name="T1" fmla="*/ 43 h 86"/>
                  <a:gd name="T2" fmla="*/ 47 w 54"/>
                  <a:gd name="T3" fmla="*/ 12 h 86"/>
                  <a:gd name="T4" fmla="*/ 37 w 54"/>
                  <a:gd name="T5" fmla="*/ 46 h 86"/>
                  <a:gd name="T6" fmla="*/ 0 w 54"/>
                  <a:gd name="T7" fmla="*/ 105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6">
                    <a:moveTo>
                      <a:pt x="11" y="35"/>
                    </a:moveTo>
                    <a:cubicBezTo>
                      <a:pt x="13" y="32"/>
                      <a:pt x="36" y="0"/>
                      <a:pt x="47" y="9"/>
                    </a:cubicBezTo>
                    <a:cubicBezTo>
                      <a:pt x="54" y="14"/>
                      <a:pt x="40" y="32"/>
                      <a:pt x="37" y="37"/>
                    </a:cubicBezTo>
                    <a:cubicBezTo>
                      <a:pt x="28" y="52"/>
                      <a:pt x="14" y="77"/>
                      <a:pt x="0" y="8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13" name="Freeform 2427">
                <a:extLst>
                  <a:ext uri="{FF2B5EF4-FFF2-40B4-BE49-F238E27FC236}">
                    <a16:creationId xmlns:a16="http://schemas.microsoft.com/office/drawing/2014/main" id="{BDA9A916-A93F-417B-AB7D-24832C57C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299"/>
                <a:ext cx="19" cy="14"/>
              </a:xfrm>
              <a:custGeom>
                <a:avLst/>
                <a:gdLst>
                  <a:gd name="T0" fmla="*/ 0 w 18"/>
                  <a:gd name="T1" fmla="*/ 16 h 13"/>
                  <a:gd name="T2" fmla="*/ 21 w 18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5" y="8"/>
                      <a:pt x="10" y="0"/>
                      <a:pt x="18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14" name="Freeform 2428">
                <a:extLst>
                  <a:ext uri="{FF2B5EF4-FFF2-40B4-BE49-F238E27FC236}">
                    <a16:creationId xmlns:a16="http://schemas.microsoft.com/office/drawing/2014/main" id="{B9DE7C3A-569B-4CB2-9960-4A8C62025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248"/>
                <a:ext cx="25" cy="58"/>
              </a:xfrm>
              <a:custGeom>
                <a:avLst/>
                <a:gdLst>
                  <a:gd name="T0" fmla="*/ 0 w 24"/>
                  <a:gd name="T1" fmla="*/ 67 h 54"/>
                  <a:gd name="T2" fmla="*/ 9 w 24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4">
                    <a:moveTo>
                      <a:pt x="0" y="54"/>
                    </a:moveTo>
                    <a:cubicBezTo>
                      <a:pt x="6" y="40"/>
                      <a:pt x="24" y="13"/>
                      <a:pt x="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15" name="Freeform 2429">
                <a:extLst>
                  <a:ext uri="{FF2B5EF4-FFF2-40B4-BE49-F238E27FC236}">
                    <a16:creationId xmlns:a16="http://schemas.microsoft.com/office/drawing/2014/main" id="{56ADDD4E-A745-42B9-90B4-10B37FBC9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190"/>
                <a:ext cx="46" cy="110"/>
              </a:xfrm>
              <a:custGeom>
                <a:avLst/>
                <a:gdLst>
                  <a:gd name="T0" fmla="*/ 0 w 45"/>
                  <a:gd name="T1" fmla="*/ 77 h 102"/>
                  <a:gd name="T2" fmla="*/ 31 w 45"/>
                  <a:gd name="T3" fmla="*/ 30 h 102"/>
                  <a:gd name="T4" fmla="*/ 7 w 45"/>
                  <a:gd name="T5" fmla="*/ 128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2">
                    <a:moveTo>
                      <a:pt x="0" y="61"/>
                    </a:moveTo>
                    <a:cubicBezTo>
                      <a:pt x="1" y="50"/>
                      <a:pt x="12" y="0"/>
                      <a:pt x="28" y="24"/>
                    </a:cubicBezTo>
                    <a:cubicBezTo>
                      <a:pt x="45" y="48"/>
                      <a:pt x="17" y="81"/>
                      <a:pt x="7" y="10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16" name="Freeform 2430">
                <a:extLst>
                  <a:ext uri="{FF2B5EF4-FFF2-40B4-BE49-F238E27FC236}">
                    <a16:creationId xmlns:a16="http://schemas.microsoft.com/office/drawing/2014/main" id="{45AA7EA5-A8CA-476D-91E3-F3F998575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449"/>
                <a:ext cx="101" cy="49"/>
              </a:xfrm>
              <a:custGeom>
                <a:avLst/>
                <a:gdLst>
                  <a:gd name="T0" fmla="*/ 0 w 100"/>
                  <a:gd name="T1" fmla="*/ 14 h 45"/>
                  <a:gd name="T2" fmla="*/ 62 w 100"/>
                  <a:gd name="T3" fmla="*/ 3 h 45"/>
                  <a:gd name="T4" fmla="*/ 103 w 100"/>
                  <a:gd name="T5" fmla="*/ 25 h 45"/>
                  <a:gd name="T6" fmla="*/ 47 w 100"/>
                  <a:gd name="T7" fmla="*/ 58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45">
                    <a:moveTo>
                      <a:pt x="0" y="11"/>
                    </a:moveTo>
                    <a:cubicBezTo>
                      <a:pt x="18" y="4"/>
                      <a:pt x="40" y="0"/>
                      <a:pt x="59" y="3"/>
                    </a:cubicBezTo>
                    <a:cubicBezTo>
                      <a:pt x="74" y="5"/>
                      <a:pt x="87" y="13"/>
                      <a:pt x="100" y="19"/>
                    </a:cubicBezTo>
                    <a:cubicBezTo>
                      <a:pt x="81" y="23"/>
                      <a:pt x="66" y="44"/>
                      <a:pt x="47" y="4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17" name="Freeform 2431">
                <a:extLst>
                  <a:ext uri="{FF2B5EF4-FFF2-40B4-BE49-F238E27FC236}">
                    <a16:creationId xmlns:a16="http://schemas.microsoft.com/office/drawing/2014/main" id="{E8AA0137-A904-420B-8A28-F0EDBDF5F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435"/>
                <a:ext cx="67" cy="28"/>
              </a:xfrm>
              <a:custGeom>
                <a:avLst/>
                <a:gdLst>
                  <a:gd name="T0" fmla="*/ 0 w 67"/>
                  <a:gd name="T1" fmla="*/ 22 h 26"/>
                  <a:gd name="T2" fmla="*/ 48 w 67"/>
                  <a:gd name="T3" fmla="*/ 22 h 26"/>
                  <a:gd name="T4" fmla="*/ 67 w 6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6">
                    <a:moveTo>
                      <a:pt x="0" y="18"/>
                    </a:moveTo>
                    <a:cubicBezTo>
                      <a:pt x="12" y="26"/>
                      <a:pt x="36" y="26"/>
                      <a:pt x="48" y="18"/>
                    </a:cubicBezTo>
                    <a:cubicBezTo>
                      <a:pt x="55" y="13"/>
                      <a:pt x="61" y="5"/>
                      <a:pt x="6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18" name="Freeform 2432">
                <a:extLst>
                  <a:ext uri="{FF2B5EF4-FFF2-40B4-BE49-F238E27FC236}">
                    <a16:creationId xmlns:a16="http://schemas.microsoft.com/office/drawing/2014/main" id="{116AF5CC-7429-43A3-91DF-497B53316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3436"/>
                <a:ext cx="29" cy="16"/>
              </a:xfrm>
              <a:custGeom>
                <a:avLst/>
                <a:gdLst>
                  <a:gd name="T0" fmla="*/ 29 w 29"/>
                  <a:gd name="T1" fmla="*/ 21 h 14"/>
                  <a:gd name="T2" fmla="*/ 9 w 29"/>
                  <a:gd name="T3" fmla="*/ 10 h 14"/>
                  <a:gd name="T4" fmla="*/ 0 w 2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4">
                    <a:moveTo>
                      <a:pt x="29" y="14"/>
                    </a:moveTo>
                    <a:cubicBezTo>
                      <a:pt x="23" y="10"/>
                      <a:pt x="15" y="11"/>
                      <a:pt x="9" y="7"/>
                    </a:cubicBezTo>
                    <a:cubicBezTo>
                      <a:pt x="6" y="5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19" name="Freeform 2433">
                <a:extLst>
                  <a:ext uri="{FF2B5EF4-FFF2-40B4-BE49-F238E27FC236}">
                    <a16:creationId xmlns:a16="http://schemas.microsoft.com/office/drawing/2014/main" id="{6DB6D66B-6550-4D29-8825-B90BEB933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3444"/>
                <a:ext cx="103" cy="36"/>
              </a:xfrm>
              <a:custGeom>
                <a:avLst/>
                <a:gdLst>
                  <a:gd name="T0" fmla="*/ 12 w 102"/>
                  <a:gd name="T1" fmla="*/ 16 h 33"/>
                  <a:gd name="T2" fmla="*/ 61 w 102"/>
                  <a:gd name="T3" fmla="*/ 1 h 33"/>
                  <a:gd name="T4" fmla="*/ 105 w 102"/>
                  <a:gd name="T5" fmla="*/ 13 h 33"/>
                  <a:gd name="T6" fmla="*/ 68 w 102"/>
                  <a:gd name="T7" fmla="*/ 31 h 33"/>
                  <a:gd name="T8" fmla="*/ 30 w 102"/>
                  <a:gd name="T9" fmla="*/ 41 h 33"/>
                  <a:gd name="T10" fmla="*/ 0 w 102"/>
                  <a:gd name="T11" fmla="*/ 3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33">
                    <a:moveTo>
                      <a:pt x="12" y="13"/>
                    </a:moveTo>
                    <a:cubicBezTo>
                      <a:pt x="28" y="12"/>
                      <a:pt x="42" y="3"/>
                      <a:pt x="58" y="1"/>
                    </a:cubicBezTo>
                    <a:cubicBezTo>
                      <a:pt x="71" y="0"/>
                      <a:pt x="91" y="5"/>
                      <a:pt x="102" y="10"/>
                    </a:cubicBezTo>
                    <a:cubicBezTo>
                      <a:pt x="91" y="10"/>
                      <a:pt x="76" y="21"/>
                      <a:pt x="65" y="24"/>
                    </a:cubicBezTo>
                    <a:cubicBezTo>
                      <a:pt x="54" y="28"/>
                      <a:pt x="42" y="31"/>
                      <a:pt x="30" y="32"/>
                    </a:cubicBezTo>
                    <a:cubicBezTo>
                      <a:pt x="18" y="33"/>
                      <a:pt x="10" y="29"/>
                      <a:pt x="0" y="2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20" name="Freeform 2434">
                <a:extLst>
                  <a:ext uri="{FF2B5EF4-FFF2-40B4-BE49-F238E27FC236}">
                    <a16:creationId xmlns:a16="http://schemas.microsoft.com/office/drawing/2014/main" id="{4B236BF9-9213-4069-A592-028FD6EA7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477"/>
                <a:ext cx="71" cy="21"/>
              </a:xfrm>
              <a:custGeom>
                <a:avLst/>
                <a:gdLst>
                  <a:gd name="T0" fmla="*/ 0 w 70"/>
                  <a:gd name="T1" fmla="*/ 0 h 19"/>
                  <a:gd name="T2" fmla="*/ 55 w 70"/>
                  <a:gd name="T3" fmla="*/ 19 h 19"/>
                  <a:gd name="T4" fmla="*/ 73 w 70"/>
                  <a:gd name="T5" fmla="*/ 2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9">
                    <a:moveTo>
                      <a:pt x="0" y="0"/>
                    </a:moveTo>
                    <a:cubicBezTo>
                      <a:pt x="19" y="0"/>
                      <a:pt x="35" y="7"/>
                      <a:pt x="52" y="14"/>
                    </a:cubicBezTo>
                    <a:cubicBezTo>
                      <a:pt x="58" y="16"/>
                      <a:pt x="65" y="16"/>
                      <a:pt x="70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21" name="Freeform 2435">
                <a:extLst>
                  <a:ext uri="{FF2B5EF4-FFF2-40B4-BE49-F238E27FC236}">
                    <a16:creationId xmlns:a16="http://schemas.microsoft.com/office/drawing/2014/main" id="{AD541EF8-BAC0-466F-9A34-30950F6FA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3450"/>
                <a:ext cx="87" cy="50"/>
              </a:xfrm>
              <a:custGeom>
                <a:avLst/>
                <a:gdLst>
                  <a:gd name="T0" fmla="*/ 0 w 86"/>
                  <a:gd name="T1" fmla="*/ 3 h 46"/>
                  <a:gd name="T2" fmla="*/ 36 w 86"/>
                  <a:gd name="T3" fmla="*/ 4 h 46"/>
                  <a:gd name="T4" fmla="*/ 89 w 86"/>
                  <a:gd name="T5" fmla="*/ 5 h 46"/>
                  <a:gd name="T6" fmla="*/ 60 w 86"/>
                  <a:gd name="T7" fmla="*/ 42 h 46"/>
                  <a:gd name="T8" fmla="*/ 42 w 86"/>
                  <a:gd name="T9" fmla="*/ 5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6">
                    <a:moveTo>
                      <a:pt x="0" y="3"/>
                    </a:moveTo>
                    <a:cubicBezTo>
                      <a:pt x="6" y="12"/>
                      <a:pt x="27" y="5"/>
                      <a:pt x="36" y="4"/>
                    </a:cubicBezTo>
                    <a:cubicBezTo>
                      <a:pt x="54" y="0"/>
                      <a:pt x="68" y="1"/>
                      <a:pt x="86" y="5"/>
                    </a:cubicBezTo>
                    <a:cubicBezTo>
                      <a:pt x="74" y="13"/>
                      <a:pt x="67" y="23"/>
                      <a:pt x="57" y="33"/>
                    </a:cubicBezTo>
                    <a:cubicBezTo>
                      <a:pt x="53" y="37"/>
                      <a:pt x="48" y="44"/>
                      <a:pt x="42" y="4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22" name="Freeform 2436">
                <a:extLst>
                  <a:ext uri="{FF2B5EF4-FFF2-40B4-BE49-F238E27FC236}">
                    <a16:creationId xmlns:a16="http://schemas.microsoft.com/office/drawing/2014/main" id="{D918004E-6BAE-461E-8998-925A3407C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435"/>
                <a:ext cx="48" cy="24"/>
              </a:xfrm>
              <a:custGeom>
                <a:avLst/>
                <a:gdLst>
                  <a:gd name="T0" fmla="*/ 0 w 47"/>
                  <a:gd name="T1" fmla="*/ 28 h 22"/>
                  <a:gd name="T2" fmla="*/ 50 w 47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2">
                    <a:moveTo>
                      <a:pt x="0" y="22"/>
                    </a:moveTo>
                    <a:cubicBezTo>
                      <a:pt x="18" y="19"/>
                      <a:pt x="31" y="6"/>
                      <a:pt x="4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23" name="Freeform 2437">
                <a:extLst>
                  <a:ext uri="{FF2B5EF4-FFF2-40B4-BE49-F238E27FC236}">
                    <a16:creationId xmlns:a16="http://schemas.microsoft.com/office/drawing/2014/main" id="{BCB790E4-7900-4C5E-B2AB-AA6897CBB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3434"/>
                <a:ext cx="127" cy="30"/>
              </a:xfrm>
              <a:custGeom>
                <a:avLst/>
                <a:gdLst>
                  <a:gd name="T0" fmla="*/ 0 w 126"/>
                  <a:gd name="T1" fmla="*/ 1 h 28"/>
                  <a:gd name="T2" fmla="*/ 54 w 126"/>
                  <a:gd name="T3" fmla="*/ 29 h 28"/>
                  <a:gd name="T4" fmla="*/ 87 w 126"/>
                  <a:gd name="T5" fmla="*/ 32 h 28"/>
                  <a:gd name="T6" fmla="*/ 113 w 126"/>
                  <a:gd name="T7" fmla="*/ 15 h 28"/>
                  <a:gd name="T8" fmla="*/ 129 w 12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28">
                    <a:moveTo>
                      <a:pt x="0" y="1"/>
                    </a:moveTo>
                    <a:cubicBezTo>
                      <a:pt x="18" y="9"/>
                      <a:pt x="36" y="17"/>
                      <a:pt x="54" y="23"/>
                    </a:cubicBezTo>
                    <a:cubicBezTo>
                      <a:pt x="63" y="26"/>
                      <a:pt x="74" y="28"/>
                      <a:pt x="84" y="26"/>
                    </a:cubicBezTo>
                    <a:cubicBezTo>
                      <a:pt x="94" y="24"/>
                      <a:pt x="102" y="16"/>
                      <a:pt x="110" y="12"/>
                    </a:cubicBezTo>
                    <a:cubicBezTo>
                      <a:pt x="116" y="8"/>
                      <a:pt x="122" y="4"/>
                      <a:pt x="12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24" name="Freeform 2438">
                <a:extLst>
                  <a:ext uri="{FF2B5EF4-FFF2-40B4-BE49-F238E27FC236}">
                    <a16:creationId xmlns:a16="http://schemas.microsoft.com/office/drawing/2014/main" id="{08BD6EFB-4546-4AD4-987A-B0E024E81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450"/>
                <a:ext cx="36" cy="6"/>
              </a:xfrm>
              <a:custGeom>
                <a:avLst/>
                <a:gdLst>
                  <a:gd name="T0" fmla="*/ 0 w 36"/>
                  <a:gd name="T1" fmla="*/ 8 h 5"/>
                  <a:gd name="T2" fmla="*/ 23 w 36"/>
                  <a:gd name="T3" fmla="*/ 6 h 5"/>
                  <a:gd name="T4" fmla="*/ 36 w 36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">
                    <a:moveTo>
                      <a:pt x="0" y="5"/>
                    </a:moveTo>
                    <a:cubicBezTo>
                      <a:pt x="9" y="5"/>
                      <a:pt x="15" y="5"/>
                      <a:pt x="23" y="3"/>
                    </a:cubicBezTo>
                    <a:cubicBezTo>
                      <a:pt x="27" y="2"/>
                      <a:pt x="32" y="0"/>
                      <a:pt x="36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25" name="Freeform 2439">
                <a:extLst>
                  <a:ext uri="{FF2B5EF4-FFF2-40B4-BE49-F238E27FC236}">
                    <a16:creationId xmlns:a16="http://schemas.microsoft.com/office/drawing/2014/main" id="{3F80882E-32B3-4EAD-9816-FA1256C2F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463"/>
                <a:ext cx="97" cy="27"/>
              </a:xfrm>
              <a:custGeom>
                <a:avLst/>
                <a:gdLst>
                  <a:gd name="T0" fmla="*/ 0 w 96"/>
                  <a:gd name="T1" fmla="*/ 11 h 25"/>
                  <a:gd name="T2" fmla="*/ 69 w 96"/>
                  <a:gd name="T3" fmla="*/ 27 h 25"/>
                  <a:gd name="T4" fmla="*/ 99 w 9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5">
                    <a:moveTo>
                      <a:pt x="0" y="8"/>
                    </a:moveTo>
                    <a:cubicBezTo>
                      <a:pt x="20" y="11"/>
                      <a:pt x="45" y="25"/>
                      <a:pt x="66" y="21"/>
                    </a:cubicBezTo>
                    <a:cubicBezTo>
                      <a:pt x="76" y="19"/>
                      <a:pt x="88" y="6"/>
                      <a:pt x="9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26" name="Freeform 2440">
                <a:extLst>
                  <a:ext uri="{FF2B5EF4-FFF2-40B4-BE49-F238E27FC236}">
                    <a16:creationId xmlns:a16="http://schemas.microsoft.com/office/drawing/2014/main" id="{CFD56EE2-2E62-443E-B8A2-AA2E3F69D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3480"/>
                <a:ext cx="111" cy="17"/>
              </a:xfrm>
              <a:custGeom>
                <a:avLst/>
                <a:gdLst>
                  <a:gd name="T0" fmla="*/ 0 w 109"/>
                  <a:gd name="T1" fmla="*/ 5 h 16"/>
                  <a:gd name="T2" fmla="*/ 46 w 109"/>
                  <a:gd name="T3" fmla="*/ 2 h 16"/>
                  <a:gd name="T4" fmla="*/ 80 w 109"/>
                  <a:gd name="T5" fmla="*/ 3 h 16"/>
                  <a:gd name="T6" fmla="*/ 115 w 109"/>
                  <a:gd name="T7" fmla="*/ 1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6">
                    <a:moveTo>
                      <a:pt x="0" y="5"/>
                    </a:moveTo>
                    <a:cubicBezTo>
                      <a:pt x="15" y="8"/>
                      <a:pt x="29" y="4"/>
                      <a:pt x="43" y="2"/>
                    </a:cubicBezTo>
                    <a:cubicBezTo>
                      <a:pt x="56" y="0"/>
                      <a:pt x="65" y="0"/>
                      <a:pt x="77" y="3"/>
                    </a:cubicBezTo>
                    <a:cubicBezTo>
                      <a:pt x="88" y="6"/>
                      <a:pt x="98" y="15"/>
                      <a:pt x="109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27" name="Freeform 2441">
                <a:extLst>
                  <a:ext uri="{FF2B5EF4-FFF2-40B4-BE49-F238E27FC236}">
                    <a16:creationId xmlns:a16="http://schemas.microsoft.com/office/drawing/2014/main" id="{F136D8D7-29F8-48F2-934D-9A1DA9086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3440"/>
                <a:ext cx="95" cy="44"/>
              </a:xfrm>
              <a:custGeom>
                <a:avLst/>
                <a:gdLst>
                  <a:gd name="T0" fmla="*/ 0 w 94"/>
                  <a:gd name="T1" fmla="*/ 11 h 41"/>
                  <a:gd name="T2" fmla="*/ 51 w 94"/>
                  <a:gd name="T3" fmla="*/ 16 h 41"/>
                  <a:gd name="T4" fmla="*/ 97 w 94"/>
                  <a:gd name="T5" fmla="*/ 25 h 41"/>
                  <a:gd name="T6" fmla="*/ 42 w 94"/>
                  <a:gd name="T7" fmla="*/ 45 h 41"/>
                  <a:gd name="T8" fmla="*/ 21 w 94"/>
                  <a:gd name="T9" fmla="*/ 5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41">
                    <a:moveTo>
                      <a:pt x="0" y="8"/>
                    </a:moveTo>
                    <a:cubicBezTo>
                      <a:pt x="11" y="0"/>
                      <a:pt x="36" y="10"/>
                      <a:pt x="48" y="13"/>
                    </a:cubicBezTo>
                    <a:cubicBezTo>
                      <a:pt x="63" y="17"/>
                      <a:pt x="79" y="16"/>
                      <a:pt x="94" y="20"/>
                    </a:cubicBezTo>
                    <a:cubicBezTo>
                      <a:pt x="77" y="21"/>
                      <a:pt x="59" y="31"/>
                      <a:pt x="42" y="36"/>
                    </a:cubicBezTo>
                    <a:cubicBezTo>
                      <a:pt x="36" y="38"/>
                      <a:pt x="27" y="38"/>
                      <a:pt x="21" y="4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28" name="Freeform 2442">
                <a:extLst>
                  <a:ext uri="{FF2B5EF4-FFF2-40B4-BE49-F238E27FC236}">
                    <a16:creationId xmlns:a16="http://schemas.microsoft.com/office/drawing/2014/main" id="{988008FE-C752-48B8-A2FD-480130B8E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3435"/>
                <a:ext cx="48" cy="23"/>
              </a:xfrm>
              <a:custGeom>
                <a:avLst/>
                <a:gdLst>
                  <a:gd name="T0" fmla="*/ 0 w 48"/>
                  <a:gd name="T1" fmla="*/ 25 h 21"/>
                  <a:gd name="T2" fmla="*/ 48 w 4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1">
                    <a:moveTo>
                      <a:pt x="0" y="19"/>
                    </a:moveTo>
                    <a:cubicBezTo>
                      <a:pt x="19" y="21"/>
                      <a:pt x="33" y="9"/>
                      <a:pt x="48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29" name="Freeform 2443">
                <a:extLst>
                  <a:ext uri="{FF2B5EF4-FFF2-40B4-BE49-F238E27FC236}">
                    <a16:creationId xmlns:a16="http://schemas.microsoft.com/office/drawing/2014/main" id="{220BD5F2-00D5-4E8A-9F47-723CADD29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3466"/>
                <a:ext cx="132" cy="31"/>
              </a:xfrm>
              <a:custGeom>
                <a:avLst/>
                <a:gdLst>
                  <a:gd name="T0" fmla="*/ 0 w 131"/>
                  <a:gd name="T1" fmla="*/ 2 h 29"/>
                  <a:gd name="T2" fmla="*/ 28 w 131"/>
                  <a:gd name="T3" fmla="*/ 0 h 29"/>
                  <a:gd name="T4" fmla="*/ 71 w 131"/>
                  <a:gd name="T5" fmla="*/ 12 h 29"/>
                  <a:gd name="T6" fmla="*/ 107 w 131"/>
                  <a:gd name="T7" fmla="*/ 29 h 29"/>
                  <a:gd name="T8" fmla="*/ 122 w 131"/>
                  <a:gd name="T9" fmla="*/ 30 h 29"/>
                  <a:gd name="T10" fmla="*/ 134 w 131"/>
                  <a:gd name="T11" fmla="*/ 35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29">
                    <a:moveTo>
                      <a:pt x="0" y="2"/>
                    </a:moveTo>
                    <a:cubicBezTo>
                      <a:pt x="9" y="2"/>
                      <a:pt x="18" y="0"/>
                      <a:pt x="28" y="0"/>
                    </a:cubicBezTo>
                    <a:cubicBezTo>
                      <a:pt x="42" y="0"/>
                      <a:pt x="55" y="4"/>
                      <a:pt x="68" y="9"/>
                    </a:cubicBezTo>
                    <a:cubicBezTo>
                      <a:pt x="80" y="14"/>
                      <a:pt x="92" y="20"/>
                      <a:pt x="104" y="23"/>
                    </a:cubicBezTo>
                    <a:cubicBezTo>
                      <a:pt x="109" y="24"/>
                      <a:pt x="115" y="23"/>
                      <a:pt x="119" y="24"/>
                    </a:cubicBezTo>
                    <a:cubicBezTo>
                      <a:pt x="123" y="25"/>
                      <a:pt x="126" y="29"/>
                      <a:pt x="131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30" name="Freeform 2444">
                <a:extLst>
                  <a:ext uri="{FF2B5EF4-FFF2-40B4-BE49-F238E27FC236}">
                    <a16:creationId xmlns:a16="http://schemas.microsoft.com/office/drawing/2014/main" id="{0D619E41-DA47-4EB8-90A1-060744A01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436"/>
                <a:ext cx="78" cy="49"/>
              </a:xfrm>
              <a:custGeom>
                <a:avLst/>
                <a:gdLst>
                  <a:gd name="T0" fmla="*/ 0 w 77"/>
                  <a:gd name="T1" fmla="*/ 46 h 45"/>
                  <a:gd name="T2" fmla="*/ 62 w 77"/>
                  <a:gd name="T3" fmla="*/ 14 h 45"/>
                  <a:gd name="T4" fmla="*/ 80 w 7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5">
                    <a:moveTo>
                      <a:pt x="0" y="36"/>
                    </a:moveTo>
                    <a:cubicBezTo>
                      <a:pt x="18" y="45"/>
                      <a:pt x="45" y="22"/>
                      <a:pt x="59" y="11"/>
                    </a:cubicBezTo>
                    <a:cubicBezTo>
                      <a:pt x="64" y="7"/>
                      <a:pt x="70" y="2"/>
                      <a:pt x="7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31" name="Freeform 2445">
                <a:extLst>
                  <a:ext uri="{FF2B5EF4-FFF2-40B4-BE49-F238E27FC236}">
                    <a16:creationId xmlns:a16="http://schemas.microsoft.com/office/drawing/2014/main" id="{5C71FAAA-FDFE-49A0-83C6-65A157A4F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3441"/>
                <a:ext cx="91" cy="11"/>
              </a:xfrm>
              <a:custGeom>
                <a:avLst/>
                <a:gdLst>
                  <a:gd name="T0" fmla="*/ 93 w 90"/>
                  <a:gd name="T1" fmla="*/ 10 h 10"/>
                  <a:gd name="T2" fmla="*/ 61 w 90"/>
                  <a:gd name="T3" fmla="*/ 12 h 10"/>
                  <a:gd name="T4" fmla="*/ 28 w 90"/>
                  <a:gd name="T5" fmla="*/ 8 h 10"/>
                  <a:gd name="T6" fmla="*/ 0 w 90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0">
                    <a:moveTo>
                      <a:pt x="90" y="7"/>
                    </a:moveTo>
                    <a:cubicBezTo>
                      <a:pt x="82" y="6"/>
                      <a:pt x="68" y="10"/>
                      <a:pt x="58" y="9"/>
                    </a:cubicBezTo>
                    <a:cubicBezTo>
                      <a:pt x="48" y="8"/>
                      <a:pt x="38" y="6"/>
                      <a:pt x="28" y="5"/>
                    </a:cubicBezTo>
                    <a:cubicBezTo>
                      <a:pt x="20" y="4"/>
                      <a:pt x="7" y="0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32" name="Freeform 2446">
                <a:extLst>
                  <a:ext uri="{FF2B5EF4-FFF2-40B4-BE49-F238E27FC236}">
                    <a16:creationId xmlns:a16="http://schemas.microsoft.com/office/drawing/2014/main" id="{60B5A066-C1B0-47DD-B8A3-D8913B874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452"/>
                <a:ext cx="123" cy="19"/>
              </a:xfrm>
              <a:custGeom>
                <a:avLst/>
                <a:gdLst>
                  <a:gd name="T0" fmla="*/ 125 w 122"/>
                  <a:gd name="T1" fmla="*/ 21 h 18"/>
                  <a:gd name="T2" fmla="*/ 114 w 122"/>
                  <a:gd name="T3" fmla="*/ 18 h 18"/>
                  <a:gd name="T4" fmla="*/ 82 w 122"/>
                  <a:gd name="T5" fmla="*/ 5 h 18"/>
                  <a:gd name="T6" fmla="*/ 39 w 122"/>
                  <a:gd name="T7" fmla="*/ 3 h 18"/>
                  <a:gd name="T8" fmla="*/ 0 w 122"/>
                  <a:gd name="T9" fmla="*/ 1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8">
                    <a:moveTo>
                      <a:pt x="122" y="18"/>
                    </a:moveTo>
                    <a:cubicBezTo>
                      <a:pt x="118" y="18"/>
                      <a:pt x="115" y="16"/>
                      <a:pt x="111" y="15"/>
                    </a:cubicBezTo>
                    <a:cubicBezTo>
                      <a:pt x="101" y="11"/>
                      <a:pt x="90" y="8"/>
                      <a:pt x="79" y="5"/>
                    </a:cubicBezTo>
                    <a:cubicBezTo>
                      <a:pt x="65" y="2"/>
                      <a:pt x="53" y="0"/>
                      <a:pt x="39" y="3"/>
                    </a:cubicBezTo>
                    <a:cubicBezTo>
                      <a:pt x="26" y="7"/>
                      <a:pt x="14" y="13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33" name="Freeform 2447">
                <a:extLst>
                  <a:ext uri="{FF2B5EF4-FFF2-40B4-BE49-F238E27FC236}">
                    <a16:creationId xmlns:a16="http://schemas.microsoft.com/office/drawing/2014/main" id="{BB85CA1D-1F0B-49A4-A20F-B7F3058D1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3481"/>
                <a:ext cx="44" cy="19"/>
              </a:xfrm>
              <a:custGeom>
                <a:avLst/>
                <a:gdLst>
                  <a:gd name="T0" fmla="*/ 44 w 44"/>
                  <a:gd name="T1" fmla="*/ 0 h 18"/>
                  <a:gd name="T2" fmla="*/ 0 w 44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8">
                    <a:moveTo>
                      <a:pt x="44" y="0"/>
                    </a:moveTo>
                    <a:cubicBezTo>
                      <a:pt x="26" y="2"/>
                      <a:pt x="15" y="13"/>
                      <a:pt x="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34" name="Freeform 2448">
                <a:extLst>
                  <a:ext uri="{FF2B5EF4-FFF2-40B4-BE49-F238E27FC236}">
                    <a16:creationId xmlns:a16="http://schemas.microsoft.com/office/drawing/2014/main" id="{38F2870C-68BC-4ACB-8B35-FF827481C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710"/>
                <a:ext cx="53" cy="37"/>
              </a:xfrm>
              <a:custGeom>
                <a:avLst/>
                <a:gdLst>
                  <a:gd name="T0" fmla="*/ 14 w 52"/>
                  <a:gd name="T1" fmla="*/ 0 h 34"/>
                  <a:gd name="T2" fmla="*/ 8 w 52"/>
                  <a:gd name="T3" fmla="*/ 27 h 34"/>
                  <a:gd name="T4" fmla="*/ 13 w 52"/>
                  <a:gd name="T5" fmla="*/ 40 h 34"/>
                  <a:gd name="T6" fmla="*/ 35 w 52"/>
                  <a:gd name="T7" fmla="*/ 41 h 34"/>
                  <a:gd name="T8" fmla="*/ 54 w 52"/>
                  <a:gd name="T9" fmla="*/ 30 h 34"/>
                  <a:gd name="T10" fmla="*/ 49 w 52"/>
                  <a:gd name="T11" fmla="*/ 4 h 34"/>
                  <a:gd name="T12" fmla="*/ 35 w 52"/>
                  <a:gd name="T13" fmla="*/ 1 h 34"/>
                  <a:gd name="T14" fmla="*/ 14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0"/>
                    </a:moveTo>
                    <a:cubicBezTo>
                      <a:pt x="0" y="0"/>
                      <a:pt x="5" y="12"/>
                      <a:pt x="8" y="21"/>
                    </a:cubicBezTo>
                    <a:cubicBezTo>
                      <a:pt x="9" y="25"/>
                      <a:pt x="9" y="29"/>
                      <a:pt x="13" y="31"/>
                    </a:cubicBezTo>
                    <a:cubicBezTo>
                      <a:pt x="18" y="34"/>
                      <a:pt x="27" y="33"/>
                      <a:pt x="32" y="32"/>
                    </a:cubicBezTo>
                    <a:cubicBezTo>
                      <a:pt x="38" y="31"/>
                      <a:pt x="49" y="31"/>
                      <a:pt x="51" y="24"/>
                    </a:cubicBezTo>
                    <a:cubicBezTo>
                      <a:pt x="52" y="19"/>
                      <a:pt x="50" y="8"/>
                      <a:pt x="46" y="4"/>
                    </a:cubicBezTo>
                    <a:cubicBezTo>
                      <a:pt x="43" y="1"/>
                      <a:pt x="37" y="1"/>
                      <a:pt x="32" y="1"/>
                    </a:cubicBezTo>
                    <a:cubicBezTo>
                      <a:pt x="27" y="0"/>
                      <a:pt x="20" y="0"/>
                      <a:pt x="1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35" name="Freeform 2449">
                <a:extLst>
                  <a:ext uri="{FF2B5EF4-FFF2-40B4-BE49-F238E27FC236}">
                    <a16:creationId xmlns:a16="http://schemas.microsoft.com/office/drawing/2014/main" id="{A0FDABC0-30B6-4DE7-A098-59A1ABE90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741"/>
                <a:ext cx="49" cy="28"/>
              </a:xfrm>
              <a:custGeom>
                <a:avLst/>
                <a:gdLst>
                  <a:gd name="T0" fmla="*/ 21 w 48"/>
                  <a:gd name="T1" fmla="*/ 5 h 26"/>
                  <a:gd name="T2" fmla="*/ 10 w 48"/>
                  <a:gd name="T3" fmla="*/ 3 h 26"/>
                  <a:gd name="T4" fmla="*/ 1 w 48"/>
                  <a:gd name="T5" fmla="*/ 6 h 26"/>
                  <a:gd name="T6" fmla="*/ 1 w 48"/>
                  <a:gd name="T7" fmla="*/ 19 h 26"/>
                  <a:gd name="T8" fmla="*/ 13 w 48"/>
                  <a:gd name="T9" fmla="*/ 31 h 26"/>
                  <a:gd name="T10" fmla="*/ 41 w 48"/>
                  <a:gd name="T11" fmla="*/ 30 h 26"/>
                  <a:gd name="T12" fmla="*/ 50 w 48"/>
                  <a:gd name="T13" fmla="*/ 13 h 26"/>
                  <a:gd name="T14" fmla="*/ 44 w 48"/>
                  <a:gd name="T15" fmla="*/ 0 h 26"/>
                  <a:gd name="T16" fmla="*/ 33 w 48"/>
                  <a:gd name="T17" fmla="*/ 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4"/>
                      <a:pt x="14" y="3"/>
                      <a:pt x="10" y="3"/>
                    </a:cubicBezTo>
                    <a:cubicBezTo>
                      <a:pt x="8" y="3"/>
                      <a:pt x="2" y="4"/>
                      <a:pt x="1" y="6"/>
                    </a:cubicBezTo>
                    <a:cubicBezTo>
                      <a:pt x="0" y="8"/>
                      <a:pt x="1" y="15"/>
                      <a:pt x="1" y="16"/>
                    </a:cubicBezTo>
                    <a:cubicBezTo>
                      <a:pt x="2" y="23"/>
                      <a:pt x="6" y="25"/>
                      <a:pt x="13" y="25"/>
                    </a:cubicBezTo>
                    <a:cubicBezTo>
                      <a:pt x="21" y="25"/>
                      <a:pt x="30" y="26"/>
                      <a:pt x="38" y="24"/>
                    </a:cubicBezTo>
                    <a:cubicBezTo>
                      <a:pt x="47" y="22"/>
                      <a:pt x="48" y="18"/>
                      <a:pt x="47" y="10"/>
                    </a:cubicBezTo>
                    <a:cubicBezTo>
                      <a:pt x="46" y="6"/>
                      <a:pt x="46" y="0"/>
                      <a:pt x="41" y="0"/>
                    </a:cubicBezTo>
                    <a:cubicBezTo>
                      <a:pt x="38" y="0"/>
                      <a:pt x="32" y="3"/>
                      <a:pt x="3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36" name="Freeform 2450">
                <a:extLst>
                  <a:ext uri="{FF2B5EF4-FFF2-40B4-BE49-F238E27FC236}">
                    <a16:creationId xmlns:a16="http://schemas.microsoft.com/office/drawing/2014/main" id="{8F46E76A-81B9-4334-ABE5-F384A51AC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709"/>
                <a:ext cx="54" cy="28"/>
              </a:xfrm>
              <a:custGeom>
                <a:avLst/>
                <a:gdLst>
                  <a:gd name="T0" fmla="*/ 12 w 54"/>
                  <a:gd name="T1" fmla="*/ 2 h 26"/>
                  <a:gd name="T2" fmla="*/ 1 w 54"/>
                  <a:gd name="T3" fmla="*/ 10 h 26"/>
                  <a:gd name="T4" fmla="*/ 2 w 54"/>
                  <a:gd name="T5" fmla="*/ 26 h 26"/>
                  <a:gd name="T6" fmla="*/ 15 w 54"/>
                  <a:gd name="T7" fmla="*/ 31 h 26"/>
                  <a:gd name="T8" fmla="*/ 40 w 54"/>
                  <a:gd name="T9" fmla="*/ 31 h 26"/>
                  <a:gd name="T10" fmla="*/ 54 w 54"/>
                  <a:gd name="T11" fmla="*/ 20 h 26"/>
                  <a:gd name="T12" fmla="*/ 50 w 54"/>
                  <a:gd name="T13" fmla="*/ 4 h 26"/>
                  <a:gd name="T14" fmla="*/ 35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2" y="20"/>
                    </a:cubicBezTo>
                    <a:cubicBezTo>
                      <a:pt x="4" y="25"/>
                      <a:pt x="10" y="25"/>
                      <a:pt x="15" y="25"/>
                    </a:cubicBezTo>
                    <a:cubicBezTo>
                      <a:pt x="23" y="25"/>
                      <a:pt x="32" y="26"/>
                      <a:pt x="40" y="25"/>
                    </a:cubicBezTo>
                    <a:cubicBezTo>
                      <a:pt x="44" y="25"/>
                      <a:pt x="54" y="23"/>
                      <a:pt x="54" y="17"/>
                    </a:cubicBezTo>
                    <a:cubicBezTo>
                      <a:pt x="54" y="14"/>
                      <a:pt x="53" y="6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37" name="Freeform 2451">
                <a:extLst>
                  <a:ext uri="{FF2B5EF4-FFF2-40B4-BE49-F238E27FC236}">
                    <a16:creationId xmlns:a16="http://schemas.microsoft.com/office/drawing/2014/main" id="{9CCC17AB-2FD3-4401-9025-5EE97D935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766"/>
                <a:ext cx="7" cy="18"/>
              </a:xfrm>
              <a:custGeom>
                <a:avLst/>
                <a:gdLst>
                  <a:gd name="T0" fmla="*/ 7 w 7"/>
                  <a:gd name="T1" fmla="*/ 2 h 17"/>
                  <a:gd name="T2" fmla="*/ 1 w 7"/>
                  <a:gd name="T3" fmla="*/ 7 h 17"/>
                  <a:gd name="T4" fmla="*/ 1 w 7"/>
                  <a:gd name="T5" fmla="*/ 20 h 17"/>
                  <a:gd name="T6" fmla="*/ 3 w 7"/>
                  <a:gd name="T7" fmla="*/ 2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7" y="2"/>
                    </a:moveTo>
                    <a:cubicBezTo>
                      <a:pt x="4" y="0"/>
                      <a:pt x="2" y="5"/>
                      <a:pt x="1" y="7"/>
                    </a:cubicBezTo>
                    <a:cubicBezTo>
                      <a:pt x="0" y="10"/>
                      <a:pt x="1" y="14"/>
                      <a:pt x="1" y="17"/>
                    </a:cubicBezTo>
                    <a:cubicBezTo>
                      <a:pt x="2" y="17"/>
                      <a:pt x="3" y="17"/>
                      <a:pt x="3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38" name="Freeform 2452">
                <a:extLst>
                  <a:ext uri="{FF2B5EF4-FFF2-40B4-BE49-F238E27FC236}">
                    <a16:creationId xmlns:a16="http://schemas.microsoft.com/office/drawing/2014/main" id="{2350E114-562A-4EC1-9750-7F8019023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766"/>
                <a:ext cx="19" cy="18"/>
              </a:xfrm>
              <a:custGeom>
                <a:avLst/>
                <a:gdLst>
                  <a:gd name="T0" fmla="*/ 0 w 19"/>
                  <a:gd name="T1" fmla="*/ 0 h 17"/>
                  <a:gd name="T2" fmla="*/ 17 w 19"/>
                  <a:gd name="T3" fmla="*/ 7 h 17"/>
                  <a:gd name="T4" fmla="*/ 14 w 19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9" y="16"/>
                      <a:pt x="14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39" name="Freeform 2453">
                <a:extLst>
                  <a:ext uri="{FF2B5EF4-FFF2-40B4-BE49-F238E27FC236}">
                    <a16:creationId xmlns:a16="http://schemas.microsoft.com/office/drawing/2014/main" id="{50CD89B4-D0AC-475F-9182-C6F0212CE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735"/>
                <a:ext cx="60" cy="30"/>
              </a:xfrm>
              <a:custGeom>
                <a:avLst/>
                <a:gdLst>
                  <a:gd name="T0" fmla="*/ 7 w 60"/>
                  <a:gd name="T1" fmla="*/ 1 h 28"/>
                  <a:gd name="T2" fmla="*/ 1 w 60"/>
                  <a:gd name="T3" fmla="*/ 11 h 28"/>
                  <a:gd name="T4" fmla="*/ 2 w 60"/>
                  <a:gd name="T5" fmla="*/ 18 h 28"/>
                  <a:gd name="T6" fmla="*/ 16 w 60"/>
                  <a:gd name="T7" fmla="*/ 32 h 28"/>
                  <a:gd name="T8" fmla="*/ 35 w 60"/>
                  <a:gd name="T9" fmla="*/ 25 h 28"/>
                  <a:gd name="T10" fmla="*/ 55 w 60"/>
                  <a:gd name="T11" fmla="*/ 17 h 28"/>
                  <a:gd name="T12" fmla="*/ 50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5" y="1"/>
                      <a:pt x="2" y="5"/>
                      <a:pt x="1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4" y="23"/>
                      <a:pt x="6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1" y="19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40" name="Freeform 2454">
                <a:extLst>
                  <a:ext uri="{FF2B5EF4-FFF2-40B4-BE49-F238E27FC236}">
                    <a16:creationId xmlns:a16="http://schemas.microsoft.com/office/drawing/2014/main" id="{39E63831-B618-4F34-B7BE-013FCF91D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763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41" name="Freeform 2455">
                <a:extLst>
                  <a:ext uri="{FF2B5EF4-FFF2-40B4-BE49-F238E27FC236}">
                    <a16:creationId xmlns:a16="http://schemas.microsoft.com/office/drawing/2014/main" id="{52831933-EB4E-423B-90ED-C7A76B2CD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748"/>
                <a:ext cx="14" cy="38"/>
              </a:xfrm>
              <a:custGeom>
                <a:avLst/>
                <a:gdLst>
                  <a:gd name="T0" fmla="*/ 0 w 14"/>
                  <a:gd name="T1" fmla="*/ 0 h 35"/>
                  <a:gd name="T2" fmla="*/ 11 w 14"/>
                  <a:gd name="T3" fmla="*/ 36 h 35"/>
                  <a:gd name="T4" fmla="*/ 4 w 14"/>
                  <a:gd name="T5" fmla="*/ 4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6" y="8"/>
                      <a:pt x="14" y="16"/>
                      <a:pt x="11" y="28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42" name="Freeform 2456">
                <a:extLst>
                  <a:ext uri="{FF2B5EF4-FFF2-40B4-BE49-F238E27FC236}">
                    <a16:creationId xmlns:a16="http://schemas.microsoft.com/office/drawing/2014/main" id="{953670F8-B035-4A3E-8CB0-2E971AE87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709"/>
                <a:ext cx="60" cy="22"/>
              </a:xfrm>
              <a:custGeom>
                <a:avLst/>
                <a:gdLst>
                  <a:gd name="T0" fmla="*/ 4 w 59"/>
                  <a:gd name="T1" fmla="*/ 0 h 20"/>
                  <a:gd name="T2" fmla="*/ 5 w 59"/>
                  <a:gd name="T3" fmla="*/ 19 h 20"/>
                  <a:gd name="T4" fmla="*/ 26 w 59"/>
                  <a:gd name="T5" fmla="*/ 26 h 20"/>
                  <a:gd name="T6" fmla="*/ 50 w 59"/>
                  <a:gd name="T7" fmla="*/ 23 h 20"/>
                  <a:gd name="T8" fmla="*/ 61 w 59"/>
                  <a:gd name="T9" fmla="*/ 15 h 20"/>
                  <a:gd name="T10" fmla="*/ 58 w 59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9" y="20"/>
                      <a:pt x="19" y="20"/>
                      <a:pt x="26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9"/>
                      <a:pt x="59" y="2"/>
                      <a:pt x="5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43" name="Freeform 2457">
                <a:extLst>
                  <a:ext uri="{FF2B5EF4-FFF2-40B4-BE49-F238E27FC236}">
                    <a16:creationId xmlns:a16="http://schemas.microsoft.com/office/drawing/2014/main" id="{D3BC7480-DA26-48FD-8FB5-9BF95C863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746"/>
                <a:ext cx="46" cy="38"/>
              </a:xfrm>
              <a:custGeom>
                <a:avLst/>
                <a:gdLst>
                  <a:gd name="T0" fmla="*/ 5 w 45"/>
                  <a:gd name="T1" fmla="*/ 42 h 36"/>
                  <a:gd name="T2" fmla="*/ 3 w 45"/>
                  <a:gd name="T3" fmla="*/ 18 h 36"/>
                  <a:gd name="T4" fmla="*/ 3 w 45"/>
                  <a:gd name="T5" fmla="*/ 8 h 36"/>
                  <a:gd name="T6" fmla="*/ 21 w 45"/>
                  <a:gd name="T7" fmla="*/ 3 h 36"/>
                  <a:gd name="T8" fmla="*/ 42 w 45"/>
                  <a:gd name="T9" fmla="*/ 3 h 36"/>
                  <a:gd name="T10" fmla="*/ 48 w 45"/>
                  <a:gd name="T11" fmla="*/ 22 h 36"/>
                  <a:gd name="T12" fmla="*/ 43 w 45"/>
                  <a:gd name="T13" fmla="*/ 42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2" y="30"/>
                      <a:pt x="4" y="22"/>
                      <a:pt x="3" y="15"/>
                    </a:cubicBezTo>
                    <a:cubicBezTo>
                      <a:pt x="3" y="13"/>
                      <a:pt x="0" y="10"/>
                      <a:pt x="3" y="8"/>
                    </a:cubicBezTo>
                    <a:cubicBezTo>
                      <a:pt x="6" y="4"/>
                      <a:pt x="17" y="4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5" y="6"/>
                      <a:pt x="45" y="13"/>
                      <a:pt x="45" y="19"/>
                    </a:cubicBezTo>
                    <a:cubicBezTo>
                      <a:pt x="45" y="24"/>
                      <a:pt x="45" y="34"/>
                      <a:pt x="40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44" name="Freeform 2458">
                <a:extLst>
                  <a:ext uri="{FF2B5EF4-FFF2-40B4-BE49-F238E27FC236}">
                    <a16:creationId xmlns:a16="http://schemas.microsoft.com/office/drawing/2014/main" id="{D45C04AD-7513-460C-8A11-A0675D7CA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707"/>
                <a:ext cx="51" cy="28"/>
              </a:xfrm>
              <a:custGeom>
                <a:avLst/>
                <a:gdLst>
                  <a:gd name="T0" fmla="*/ 3 w 51"/>
                  <a:gd name="T1" fmla="*/ 2 h 26"/>
                  <a:gd name="T2" fmla="*/ 4 w 51"/>
                  <a:gd name="T3" fmla="*/ 26 h 26"/>
                  <a:gd name="T4" fmla="*/ 19 w 51"/>
                  <a:gd name="T5" fmla="*/ 26 h 26"/>
                  <a:gd name="T6" fmla="*/ 33 w 51"/>
                  <a:gd name="T7" fmla="*/ 28 h 26"/>
                  <a:gd name="T8" fmla="*/ 43 w 51"/>
                  <a:gd name="T9" fmla="*/ 32 h 26"/>
                  <a:gd name="T10" fmla="*/ 50 w 51"/>
                  <a:gd name="T11" fmla="*/ 20 h 26"/>
                  <a:gd name="T12" fmla="*/ 43 w 51"/>
                  <a:gd name="T13" fmla="*/ 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6">
                    <a:moveTo>
                      <a:pt x="3" y="2"/>
                    </a:moveTo>
                    <a:cubicBezTo>
                      <a:pt x="2" y="6"/>
                      <a:pt x="0" y="18"/>
                      <a:pt x="4" y="20"/>
                    </a:cubicBezTo>
                    <a:cubicBezTo>
                      <a:pt x="7" y="22"/>
                      <a:pt x="15" y="20"/>
                      <a:pt x="19" y="20"/>
                    </a:cubicBezTo>
                    <a:cubicBezTo>
                      <a:pt x="24" y="20"/>
                      <a:pt x="28" y="19"/>
                      <a:pt x="33" y="22"/>
                    </a:cubicBezTo>
                    <a:cubicBezTo>
                      <a:pt x="36" y="23"/>
                      <a:pt x="39" y="26"/>
                      <a:pt x="43" y="26"/>
                    </a:cubicBezTo>
                    <a:cubicBezTo>
                      <a:pt x="48" y="25"/>
                      <a:pt x="51" y="21"/>
                      <a:pt x="50" y="17"/>
                    </a:cubicBezTo>
                    <a:cubicBezTo>
                      <a:pt x="50" y="14"/>
                      <a:pt x="48" y="0"/>
                      <a:pt x="4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45" name="Freeform 2459">
                <a:extLst>
                  <a:ext uri="{FF2B5EF4-FFF2-40B4-BE49-F238E27FC236}">
                    <a16:creationId xmlns:a16="http://schemas.microsoft.com/office/drawing/2014/main" id="{3E6BA1EE-4B48-4570-96B1-57E0631B0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725"/>
                <a:ext cx="48" cy="30"/>
              </a:xfrm>
              <a:custGeom>
                <a:avLst/>
                <a:gdLst>
                  <a:gd name="T0" fmla="*/ 5 w 47"/>
                  <a:gd name="T1" fmla="*/ 5 h 28"/>
                  <a:gd name="T2" fmla="*/ 1 w 47"/>
                  <a:gd name="T3" fmla="*/ 13 h 28"/>
                  <a:gd name="T4" fmla="*/ 2 w 47"/>
                  <a:gd name="T5" fmla="*/ 29 h 28"/>
                  <a:gd name="T6" fmla="*/ 29 w 47"/>
                  <a:gd name="T7" fmla="*/ 29 h 28"/>
                  <a:gd name="T8" fmla="*/ 49 w 47"/>
                  <a:gd name="T9" fmla="*/ 17 h 28"/>
                  <a:gd name="T10" fmla="*/ 44 w 47"/>
                  <a:gd name="T11" fmla="*/ 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8">
                    <a:moveTo>
                      <a:pt x="5" y="5"/>
                    </a:moveTo>
                    <a:cubicBezTo>
                      <a:pt x="4" y="4"/>
                      <a:pt x="1" y="8"/>
                      <a:pt x="1" y="10"/>
                    </a:cubicBezTo>
                    <a:cubicBezTo>
                      <a:pt x="0" y="13"/>
                      <a:pt x="0" y="20"/>
                      <a:pt x="2" y="23"/>
                    </a:cubicBezTo>
                    <a:cubicBezTo>
                      <a:pt x="7" y="28"/>
                      <a:pt x="20" y="23"/>
                      <a:pt x="26" y="23"/>
                    </a:cubicBezTo>
                    <a:cubicBezTo>
                      <a:pt x="34" y="23"/>
                      <a:pt x="44" y="23"/>
                      <a:pt x="46" y="14"/>
                    </a:cubicBezTo>
                    <a:cubicBezTo>
                      <a:pt x="47" y="11"/>
                      <a:pt x="47" y="0"/>
                      <a:pt x="4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46" name="Freeform 2460">
                <a:extLst>
                  <a:ext uri="{FF2B5EF4-FFF2-40B4-BE49-F238E27FC236}">
                    <a16:creationId xmlns:a16="http://schemas.microsoft.com/office/drawing/2014/main" id="{FEEC0880-22CB-4810-A783-9716B7302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710"/>
                <a:ext cx="53" cy="37"/>
              </a:xfrm>
              <a:custGeom>
                <a:avLst/>
                <a:gdLst>
                  <a:gd name="T0" fmla="*/ 14 w 52"/>
                  <a:gd name="T1" fmla="*/ 0 h 34"/>
                  <a:gd name="T2" fmla="*/ 7 w 52"/>
                  <a:gd name="T3" fmla="*/ 27 h 34"/>
                  <a:gd name="T4" fmla="*/ 13 w 52"/>
                  <a:gd name="T5" fmla="*/ 40 h 34"/>
                  <a:gd name="T6" fmla="*/ 35 w 52"/>
                  <a:gd name="T7" fmla="*/ 41 h 34"/>
                  <a:gd name="T8" fmla="*/ 54 w 52"/>
                  <a:gd name="T9" fmla="*/ 30 h 34"/>
                  <a:gd name="T10" fmla="*/ 49 w 52"/>
                  <a:gd name="T11" fmla="*/ 4 h 34"/>
                  <a:gd name="T12" fmla="*/ 35 w 52"/>
                  <a:gd name="T13" fmla="*/ 1 h 34"/>
                  <a:gd name="T14" fmla="*/ 14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0"/>
                    </a:moveTo>
                    <a:cubicBezTo>
                      <a:pt x="0" y="0"/>
                      <a:pt x="5" y="12"/>
                      <a:pt x="7" y="21"/>
                    </a:cubicBezTo>
                    <a:cubicBezTo>
                      <a:pt x="8" y="25"/>
                      <a:pt x="9" y="29"/>
                      <a:pt x="13" y="31"/>
                    </a:cubicBezTo>
                    <a:cubicBezTo>
                      <a:pt x="18" y="34"/>
                      <a:pt x="26" y="33"/>
                      <a:pt x="32" y="32"/>
                    </a:cubicBezTo>
                    <a:cubicBezTo>
                      <a:pt x="38" y="31"/>
                      <a:pt x="49" y="31"/>
                      <a:pt x="51" y="24"/>
                    </a:cubicBezTo>
                    <a:cubicBezTo>
                      <a:pt x="52" y="19"/>
                      <a:pt x="50" y="8"/>
                      <a:pt x="46" y="4"/>
                    </a:cubicBezTo>
                    <a:cubicBezTo>
                      <a:pt x="43" y="1"/>
                      <a:pt x="36" y="1"/>
                      <a:pt x="32" y="1"/>
                    </a:cubicBezTo>
                    <a:cubicBezTo>
                      <a:pt x="26" y="0"/>
                      <a:pt x="20" y="0"/>
                      <a:pt x="1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47" name="Freeform 2461">
                <a:extLst>
                  <a:ext uri="{FF2B5EF4-FFF2-40B4-BE49-F238E27FC236}">
                    <a16:creationId xmlns:a16="http://schemas.microsoft.com/office/drawing/2014/main" id="{DB238DDA-A1C0-4E3B-A786-2DC17B9C6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741"/>
                <a:ext cx="49" cy="28"/>
              </a:xfrm>
              <a:custGeom>
                <a:avLst/>
                <a:gdLst>
                  <a:gd name="T0" fmla="*/ 21 w 48"/>
                  <a:gd name="T1" fmla="*/ 5 h 26"/>
                  <a:gd name="T2" fmla="*/ 10 w 48"/>
                  <a:gd name="T3" fmla="*/ 3 h 26"/>
                  <a:gd name="T4" fmla="*/ 1 w 48"/>
                  <a:gd name="T5" fmla="*/ 6 h 26"/>
                  <a:gd name="T6" fmla="*/ 1 w 48"/>
                  <a:gd name="T7" fmla="*/ 19 h 26"/>
                  <a:gd name="T8" fmla="*/ 13 w 48"/>
                  <a:gd name="T9" fmla="*/ 31 h 26"/>
                  <a:gd name="T10" fmla="*/ 41 w 48"/>
                  <a:gd name="T11" fmla="*/ 30 h 26"/>
                  <a:gd name="T12" fmla="*/ 50 w 48"/>
                  <a:gd name="T13" fmla="*/ 13 h 26"/>
                  <a:gd name="T14" fmla="*/ 44 w 48"/>
                  <a:gd name="T15" fmla="*/ 0 h 26"/>
                  <a:gd name="T16" fmla="*/ 32 w 48"/>
                  <a:gd name="T17" fmla="*/ 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4"/>
                      <a:pt x="14" y="3"/>
                      <a:pt x="10" y="3"/>
                    </a:cubicBezTo>
                    <a:cubicBezTo>
                      <a:pt x="8" y="3"/>
                      <a:pt x="2" y="4"/>
                      <a:pt x="1" y="6"/>
                    </a:cubicBezTo>
                    <a:cubicBezTo>
                      <a:pt x="0" y="8"/>
                      <a:pt x="0" y="15"/>
                      <a:pt x="1" y="16"/>
                    </a:cubicBezTo>
                    <a:cubicBezTo>
                      <a:pt x="2" y="23"/>
                      <a:pt x="6" y="25"/>
                      <a:pt x="13" y="25"/>
                    </a:cubicBezTo>
                    <a:cubicBezTo>
                      <a:pt x="21" y="25"/>
                      <a:pt x="29" y="26"/>
                      <a:pt x="38" y="24"/>
                    </a:cubicBezTo>
                    <a:cubicBezTo>
                      <a:pt x="47" y="22"/>
                      <a:pt x="48" y="18"/>
                      <a:pt x="47" y="10"/>
                    </a:cubicBezTo>
                    <a:cubicBezTo>
                      <a:pt x="46" y="6"/>
                      <a:pt x="46" y="0"/>
                      <a:pt x="41" y="0"/>
                    </a:cubicBezTo>
                    <a:cubicBezTo>
                      <a:pt x="38" y="0"/>
                      <a:pt x="32" y="3"/>
                      <a:pt x="29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48" name="Freeform 2462">
                <a:extLst>
                  <a:ext uri="{FF2B5EF4-FFF2-40B4-BE49-F238E27FC236}">
                    <a16:creationId xmlns:a16="http://schemas.microsoft.com/office/drawing/2014/main" id="{8335BF4D-D92D-4476-962D-D1325CF11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09"/>
                <a:ext cx="54" cy="28"/>
              </a:xfrm>
              <a:custGeom>
                <a:avLst/>
                <a:gdLst>
                  <a:gd name="T0" fmla="*/ 12 w 54"/>
                  <a:gd name="T1" fmla="*/ 2 h 26"/>
                  <a:gd name="T2" fmla="*/ 1 w 54"/>
                  <a:gd name="T3" fmla="*/ 10 h 26"/>
                  <a:gd name="T4" fmla="*/ 1 w 54"/>
                  <a:gd name="T5" fmla="*/ 26 h 26"/>
                  <a:gd name="T6" fmla="*/ 15 w 54"/>
                  <a:gd name="T7" fmla="*/ 31 h 26"/>
                  <a:gd name="T8" fmla="*/ 40 w 54"/>
                  <a:gd name="T9" fmla="*/ 31 h 26"/>
                  <a:gd name="T10" fmla="*/ 54 w 54"/>
                  <a:gd name="T11" fmla="*/ 20 h 26"/>
                  <a:gd name="T12" fmla="*/ 50 w 54"/>
                  <a:gd name="T13" fmla="*/ 4 h 26"/>
                  <a:gd name="T14" fmla="*/ 35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1" y="20"/>
                    </a:cubicBezTo>
                    <a:cubicBezTo>
                      <a:pt x="4" y="25"/>
                      <a:pt x="10" y="25"/>
                      <a:pt x="15" y="25"/>
                    </a:cubicBezTo>
                    <a:cubicBezTo>
                      <a:pt x="23" y="25"/>
                      <a:pt x="32" y="26"/>
                      <a:pt x="40" y="25"/>
                    </a:cubicBezTo>
                    <a:cubicBezTo>
                      <a:pt x="44" y="25"/>
                      <a:pt x="54" y="23"/>
                      <a:pt x="54" y="17"/>
                    </a:cubicBezTo>
                    <a:cubicBezTo>
                      <a:pt x="54" y="14"/>
                      <a:pt x="52" y="6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49" name="Freeform 2463">
                <a:extLst>
                  <a:ext uri="{FF2B5EF4-FFF2-40B4-BE49-F238E27FC236}">
                    <a16:creationId xmlns:a16="http://schemas.microsoft.com/office/drawing/2014/main" id="{92334E43-DACF-4378-A8AF-3EF324459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766"/>
                <a:ext cx="19" cy="18"/>
              </a:xfrm>
              <a:custGeom>
                <a:avLst/>
                <a:gdLst>
                  <a:gd name="T0" fmla="*/ 0 w 19"/>
                  <a:gd name="T1" fmla="*/ 0 h 17"/>
                  <a:gd name="T2" fmla="*/ 17 w 19"/>
                  <a:gd name="T3" fmla="*/ 7 h 17"/>
                  <a:gd name="T4" fmla="*/ 14 w 19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8" y="16"/>
                      <a:pt x="14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50" name="Freeform 2464">
                <a:extLst>
                  <a:ext uri="{FF2B5EF4-FFF2-40B4-BE49-F238E27FC236}">
                    <a16:creationId xmlns:a16="http://schemas.microsoft.com/office/drawing/2014/main" id="{B0ADD625-FAB1-421E-9327-DD08F76AE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5"/>
                <a:ext cx="60" cy="30"/>
              </a:xfrm>
              <a:custGeom>
                <a:avLst/>
                <a:gdLst>
                  <a:gd name="T0" fmla="*/ 7 w 60"/>
                  <a:gd name="T1" fmla="*/ 1 h 28"/>
                  <a:gd name="T2" fmla="*/ 1 w 60"/>
                  <a:gd name="T3" fmla="*/ 11 h 28"/>
                  <a:gd name="T4" fmla="*/ 2 w 60"/>
                  <a:gd name="T5" fmla="*/ 18 h 28"/>
                  <a:gd name="T6" fmla="*/ 16 w 60"/>
                  <a:gd name="T7" fmla="*/ 32 h 28"/>
                  <a:gd name="T8" fmla="*/ 35 w 60"/>
                  <a:gd name="T9" fmla="*/ 25 h 28"/>
                  <a:gd name="T10" fmla="*/ 55 w 60"/>
                  <a:gd name="T11" fmla="*/ 17 h 28"/>
                  <a:gd name="T12" fmla="*/ 50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4" y="1"/>
                      <a:pt x="2" y="5"/>
                      <a:pt x="1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4" y="23"/>
                      <a:pt x="5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9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51" name="Freeform 2465">
                <a:extLst>
                  <a:ext uri="{FF2B5EF4-FFF2-40B4-BE49-F238E27FC236}">
                    <a16:creationId xmlns:a16="http://schemas.microsoft.com/office/drawing/2014/main" id="{8AA3673C-43DF-44B0-A32A-CF4C1CEA3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763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52" name="Freeform 2466">
                <a:extLst>
                  <a:ext uri="{FF2B5EF4-FFF2-40B4-BE49-F238E27FC236}">
                    <a16:creationId xmlns:a16="http://schemas.microsoft.com/office/drawing/2014/main" id="{7F469C33-5F5C-46E8-8222-3C3C96420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748"/>
                <a:ext cx="14" cy="38"/>
              </a:xfrm>
              <a:custGeom>
                <a:avLst/>
                <a:gdLst>
                  <a:gd name="T0" fmla="*/ 0 w 14"/>
                  <a:gd name="T1" fmla="*/ 0 h 35"/>
                  <a:gd name="T2" fmla="*/ 11 w 14"/>
                  <a:gd name="T3" fmla="*/ 36 h 35"/>
                  <a:gd name="T4" fmla="*/ 4 w 14"/>
                  <a:gd name="T5" fmla="*/ 4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6" y="8"/>
                      <a:pt x="14" y="16"/>
                      <a:pt x="11" y="28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53" name="Freeform 2467">
                <a:extLst>
                  <a:ext uri="{FF2B5EF4-FFF2-40B4-BE49-F238E27FC236}">
                    <a16:creationId xmlns:a16="http://schemas.microsoft.com/office/drawing/2014/main" id="{532DF8C6-8FB3-4E9F-B595-3B7A4C9B5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709"/>
                <a:ext cx="60" cy="22"/>
              </a:xfrm>
              <a:custGeom>
                <a:avLst/>
                <a:gdLst>
                  <a:gd name="T0" fmla="*/ 4 w 59"/>
                  <a:gd name="T1" fmla="*/ 0 h 20"/>
                  <a:gd name="T2" fmla="*/ 5 w 59"/>
                  <a:gd name="T3" fmla="*/ 19 h 20"/>
                  <a:gd name="T4" fmla="*/ 25 w 59"/>
                  <a:gd name="T5" fmla="*/ 26 h 20"/>
                  <a:gd name="T6" fmla="*/ 50 w 59"/>
                  <a:gd name="T7" fmla="*/ 23 h 20"/>
                  <a:gd name="T8" fmla="*/ 61 w 59"/>
                  <a:gd name="T9" fmla="*/ 15 h 20"/>
                  <a:gd name="T10" fmla="*/ 58 w 59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9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9"/>
                      <a:pt x="59" y="2"/>
                      <a:pt x="5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54" name="Freeform 2468">
                <a:extLst>
                  <a:ext uri="{FF2B5EF4-FFF2-40B4-BE49-F238E27FC236}">
                    <a16:creationId xmlns:a16="http://schemas.microsoft.com/office/drawing/2014/main" id="{87AC0E62-D877-43FC-B702-AB74AD827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746"/>
                <a:ext cx="46" cy="38"/>
              </a:xfrm>
              <a:custGeom>
                <a:avLst/>
                <a:gdLst>
                  <a:gd name="T0" fmla="*/ 5 w 45"/>
                  <a:gd name="T1" fmla="*/ 42 h 36"/>
                  <a:gd name="T2" fmla="*/ 3 w 45"/>
                  <a:gd name="T3" fmla="*/ 18 h 36"/>
                  <a:gd name="T4" fmla="*/ 2 w 45"/>
                  <a:gd name="T5" fmla="*/ 8 h 36"/>
                  <a:gd name="T6" fmla="*/ 21 w 45"/>
                  <a:gd name="T7" fmla="*/ 3 h 36"/>
                  <a:gd name="T8" fmla="*/ 42 w 45"/>
                  <a:gd name="T9" fmla="*/ 3 h 36"/>
                  <a:gd name="T10" fmla="*/ 48 w 45"/>
                  <a:gd name="T11" fmla="*/ 22 h 36"/>
                  <a:gd name="T12" fmla="*/ 43 w 45"/>
                  <a:gd name="T13" fmla="*/ 42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1" y="30"/>
                      <a:pt x="4" y="22"/>
                      <a:pt x="3" y="15"/>
                    </a:cubicBezTo>
                    <a:cubicBezTo>
                      <a:pt x="3" y="13"/>
                      <a:pt x="0" y="10"/>
                      <a:pt x="2" y="8"/>
                    </a:cubicBezTo>
                    <a:cubicBezTo>
                      <a:pt x="6" y="4"/>
                      <a:pt x="17" y="4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5" y="6"/>
                      <a:pt x="45" y="13"/>
                      <a:pt x="45" y="19"/>
                    </a:cubicBezTo>
                    <a:cubicBezTo>
                      <a:pt x="45" y="24"/>
                      <a:pt x="45" y="34"/>
                      <a:pt x="40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55" name="Freeform 2469">
                <a:extLst>
                  <a:ext uri="{FF2B5EF4-FFF2-40B4-BE49-F238E27FC236}">
                    <a16:creationId xmlns:a16="http://schemas.microsoft.com/office/drawing/2014/main" id="{9DDCC99F-9E45-4287-B149-32B34C4AC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725"/>
                <a:ext cx="49" cy="30"/>
              </a:xfrm>
              <a:custGeom>
                <a:avLst/>
                <a:gdLst>
                  <a:gd name="T0" fmla="*/ 6 w 48"/>
                  <a:gd name="T1" fmla="*/ 5 h 28"/>
                  <a:gd name="T2" fmla="*/ 2 w 48"/>
                  <a:gd name="T3" fmla="*/ 13 h 28"/>
                  <a:gd name="T4" fmla="*/ 3 w 48"/>
                  <a:gd name="T5" fmla="*/ 29 h 28"/>
                  <a:gd name="T6" fmla="*/ 30 w 48"/>
                  <a:gd name="T7" fmla="*/ 29 h 28"/>
                  <a:gd name="T8" fmla="*/ 50 w 48"/>
                  <a:gd name="T9" fmla="*/ 17 h 28"/>
                  <a:gd name="T10" fmla="*/ 45 w 48"/>
                  <a:gd name="T11" fmla="*/ 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6" y="5"/>
                    </a:moveTo>
                    <a:cubicBezTo>
                      <a:pt x="5" y="4"/>
                      <a:pt x="2" y="8"/>
                      <a:pt x="2" y="10"/>
                    </a:cubicBezTo>
                    <a:cubicBezTo>
                      <a:pt x="0" y="13"/>
                      <a:pt x="1" y="20"/>
                      <a:pt x="3" y="23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5" y="23"/>
                      <a:pt x="45" y="23"/>
                      <a:pt x="47" y="14"/>
                    </a:cubicBezTo>
                    <a:cubicBezTo>
                      <a:pt x="48" y="11"/>
                      <a:pt x="48" y="0"/>
                      <a:pt x="42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56" name="Freeform 2470">
                <a:extLst>
                  <a:ext uri="{FF2B5EF4-FFF2-40B4-BE49-F238E27FC236}">
                    <a16:creationId xmlns:a16="http://schemas.microsoft.com/office/drawing/2014/main" id="{88F28483-52EA-43B0-AEB5-B8CDA6B3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728"/>
                <a:ext cx="6" cy="9"/>
              </a:xfrm>
              <a:custGeom>
                <a:avLst/>
                <a:gdLst>
                  <a:gd name="T0" fmla="*/ 6 w 6"/>
                  <a:gd name="T1" fmla="*/ 1 h 8"/>
                  <a:gd name="T2" fmla="*/ 0 w 6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57" name="Freeform 2471">
                <a:extLst>
                  <a:ext uri="{FF2B5EF4-FFF2-40B4-BE49-F238E27FC236}">
                    <a16:creationId xmlns:a16="http://schemas.microsoft.com/office/drawing/2014/main" id="{E0AF5D5C-5DFE-4AC0-882A-2B24273DF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734"/>
                <a:ext cx="63" cy="24"/>
              </a:xfrm>
              <a:custGeom>
                <a:avLst/>
                <a:gdLst>
                  <a:gd name="T0" fmla="*/ 43 w 63"/>
                  <a:gd name="T1" fmla="*/ 2 h 22"/>
                  <a:gd name="T2" fmla="*/ 56 w 63"/>
                  <a:gd name="T3" fmla="*/ 21 h 22"/>
                  <a:gd name="T4" fmla="*/ 46 w 63"/>
                  <a:gd name="T5" fmla="*/ 26 h 22"/>
                  <a:gd name="T6" fmla="*/ 28 w 63"/>
                  <a:gd name="T7" fmla="*/ 27 h 22"/>
                  <a:gd name="T8" fmla="*/ 8 w 63"/>
                  <a:gd name="T9" fmla="*/ 25 h 22"/>
                  <a:gd name="T10" fmla="*/ 0 w 63"/>
                  <a:gd name="T11" fmla="*/ 24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2">
                    <a:moveTo>
                      <a:pt x="43" y="2"/>
                    </a:moveTo>
                    <a:cubicBezTo>
                      <a:pt x="50" y="0"/>
                      <a:pt x="63" y="9"/>
                      <a:pt x="56" y="16"/>
                    </a:cubicBezTo>
                    <a:cubicBezTo>
                      <a:pt x="54" y="19"/>
                      <a:pt x="49" y="20"/>
                      <a:pt x="46" y="20"/>
                    </a:cubicBezTo>
                    <a:cubicBezTo>
                      <a:pt x="39" y="22"/>
                      <a:pt x="34" y="21"/>
                      <a:pt x="28" y="21"/>
                    </a:cubicBezTo>
                    <a:cubicBezTo>
                      <a:pt x="21" y="21"/>
                      <a:pt x="14" y="20"/>
                      <a:pt x="8" y="19"/>
                    </a:cubicBezTo>
                    <a:cubicBezTo>
                      <a:pt x="5" y="19"/>
                      <a:pt x="1" y="21"/>
                      <a:pt x="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58" name="Freeform 2472">
                <a:extLst>
                  <a:ext uri="{FF2B5EF4-FFF2-40B4-BE49-F238E27FC236}">
                    <a16:creationId xmlns:a16="http://schemas.microsoft.com/office/drawing/2014/main" id="{DE0EFF96-32BC-4926-B732-6157BEDD5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709"/>
                <a:ext cx="44" cy="30"/>
              </a:xfrm>
              <a:custGeom>
                <a:avLst/>
                <a:gdLst>
                  <a:gd name="T0" fmla="*/ 4 w 43"/>
                  <a:gd name="T1" fmla="*/ 1 h 28"/>
                  <a:gd name="T2" fmla="*/ 2 w 43"/>
                  <a:gd name="T3" fmla="*/ 16 h 28"/>
                  <a:gd name="T4" fmla="*/ 17 w 43"/>
                  <a:gd name="T5" fmla="*/ 33 h 28"/>
                  <a:gd name="T6" fmla="*/ 45 w 43"/>
                  <a:gd name="T7" fmla="*/ 20 h 28"/>
                  <a:gd name="T8" fmla="*/ 40 w 43"/>
                  <a:gd name="T9" fmla="*/ 3 h 28"/>
                  <a:gd name="T10" fmla="*/ 39 w 43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8">
                    <a:moveTo>
                      <a:pt x="4" y="1"/>
                    </a:moveTo>
                    <a:cubicBezTo>
                      <a:pt x="0" y="0"/>
                      <a:pt x="1" y="10"/>
                      <a:pt x="2" y="13"/>
                    </a:cubicBezTo>
                    <a:cubicBezTo>
                      <a:pt x="5" y="22"/>
                      <a:pt x="5" y="28"/>
                      <a:pt x="17" y="27"/>
                    </a:cubicBezTo>
                    <a:cubicBezTo>
                      <a:pt x="23" y="26"/>
                      <a:pt x="43" y="26"/>
                      <a:pt x="42" y="17"/>
                    </a:cubicBezTo>
                    <a:cubicBezTo>
                      <a:pt x="42" y="12"/>
                      <a:pt x="39" y="7"/>
                      <a:pt x="37" y="3"/>
                    </a:cubicBezTo>
                    <a:cubicBezTo>
                      <a:pt x="36" y="2"/>
                      <a:pt x="36" y="2"/>
                      <a:pt x="36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59" name="Freeform 2473">
                <a:extLst>
                  <a:ext uri="{FF2B5EF4-FFF2-40B4-BE49-F238E27FC236}">
                    <a16:creationId xmlns:a16="http://schemas.microsoft.com/office/drawing/2014/main" id="{955730EF-9EAA-4042-AB25-AC6DFF2C0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755"/>
                <a:ext cx="7" cy="11"/>
              </a:xfrm>
              <a:custGeom>
                <a:avLst/>
                <a:gdLst>
                  <a:gd name="T0" fmla="*/ 7 w 7"/>
                  <a:gd name="T1" fmla="*/ 0 h 10"/>
                  <a:gd name="T2" fmla="*/ 0 w 7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3" y="0"/>
                      <a:pt x="1" y="6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60" name="Freeform 2474">
                <a:extLst>
                  <a:ext uri="{FF2B5EF4-FFF2-40B4-BE49-F238E27FC236}">
                    <a16:creationId xmlns:a16="http://schemas.microsoft.com/office/drawing/2014/main" id="{F5F7C1FC-BE79-43B4-AA49-20F5005FC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755"/>
                <a:ext cx="12" cy="29"/>
              </a:xfrm>
              <a:custGeom>
                <a:avLst/>
                <a:gdLst>
                  <a:gd name="T0" fmla="*/ 1 w 12"/>
                  <a:gd name="T1" fmla="*/ 0 h 27"/>
                  <a:gd name="T2" fmla="*/ 0 w 12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1" y="0"/>
                    </a:moveTo>
                    <a:cubicBezTo>
                      <a:pt x="10" y="7"/>
                      <a:pt x="12" y="23"/>
                      <a:pt x="0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61" name="Freeform 2475">
                <a:extLst>
                  <a:ext uri="{FF2B5EF4-FFF2-40B4-BE49-F238E27FC236}">
                    <a16:creationId xmlns:a16="http://schemas.microsoft.com/office/drawing/2014/main" id="{B0A02C98-4A3C-404E-85D9-77E4ECFAB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39"/>
                <a:ext cx="2" cy="5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62" name="Freeform 2476">
                <a:extLst>
                  <a:ext uri="{FF2B5EF4-FFF2-40B4-BE49-F238E27FC236}">
                    <a16:creationId xmlns:a16="http://schemas.microsoft.com/office/drawing/2014/main" id="{67D5B2B3-E0AE-4256-8A9D-6E64FEC61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32"/>
                <a:ext cx="46" cy="34"/>
              </a:xfrm>
              <a:custGeom>
                <a:avLst/>
                <a:gdLst>
                  <a:gd name="T0" fmla="*/ 0 w 45"/>
                  <a:gd name="T1" fmla="*/ 36 h 32"/>
                  <a:gd name="T2" fmla="*/ 14 w 45"/>
                  <a:gd name="T3" fmla="*/ 37 h 32"/>
                  <a:gd name="T4" fmla="*/ 33 w 45"/>
                  <a:gd name="T5" fmla="*/ 33 h 32"/>
                  <a:gd name="T6" fmla="*/ 48 w 45"/>
                  <a:gd name="T7" fmla="*/ 23 h 32"/>
                  <a:gd name="T8" fmla="*/ 35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9" y="32"/>
                      <a:pt x="14" y="31"/>
                    </a:cubicBezTo>
                    <a:cubicBezTo>
                      <a:pt x="20" y="29"/>
                      <a:pt x="24" y="27"/>
                      <a:pt x="30" y="27"/>
                    </a:cubicBezTo>
                    <a:cubicBezTo>
                      <a:pt x="36" y="26"/>
                      <a:pt x="45" y="28"/>
                      <a:pt x="45" y="20"/>
                    </a:cubicBezTo>
                    <a:cubicBezTo>
                      <a:pt x="45" y="16"/>
                      <a:pt x="37" y="0"/>
                      <a:pt x="32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63" name="Freeform 2477">
                <a:extLst>
                  <a:ext uri="{FF2B5EF4-FFF2-40B4-BE49-F238E27FC236}">
                    <a16:creationId xmlns:a16="http://schemas.microsoft.com/office/drawing/2014/main" id="{A3DEB31A-16CE-4194-A0CC-FA8F3CB60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710"/>
                <a:ext cx="45" cy="31"/>
              </a:xfrm>
              <a:custGeom>
                <a:avLst/>
                <a:gdLst>
                  <a:gd name="T0" fmla="*/ 44 w 45"/>
                  <a:gd name="T1" fmla="*/ 1 h 29"/>
                  <a:gd name="T2" fmla="*/ 43 w 45"/>
                  <a:gd name="T3" fmla="*/ 0 h 29"/>
                  <a:gd name="T4" fmla="*/ 38 w 45"/>
                  <a:gd name="T5" fmla="*/ 28 h 29"/>
                  <a:gd name="T6" fmla="*/ 16 w 45"/>
                  <a:gd name="T7" fmla="*/ 34 h 29"/>
                  <a:gd name="T8" fmla="*/ 0 w 45"/>
                  <a:gd name="T9" fmla="*/ 3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4" y="1"/>
                    </a:moveTo>
                    <a:cubicBezTo>
                      <a:pt x="44" y="0"/>
                      <a:pt x="44" y="0"/>
                      <a:pt x="43" y="0"/>
                    </a:cubicBezTo>
                    <a:cubicBezTo>
                      <a:pt x="41" y="7"/>
                      <a:pt x="45" y="17"/>
                      <a:pt x="38" y="22"/>
                    </a:cubicBezTo>
                    <a:cubicBezTo>
                      <a:pt x="31" y="27"/>
                      <a:pt x="24" y="28"/>
                      <a:pt x="16" y="28"/>
                    </a:cubicBezTo>
                    <a:cubicBezTo>
                      <a:pt x="10" y="28"/>
                      <a:pt x="5" y="28"/>
                      <a:pt x="0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64" name="Freeform 2478">
                <a:extLst>
                  <a:ext uri="{FF2B5EF4-FFF2-40B4-BE49-F238E27FC236}">
                    <a16:creationId xmlns:a16="http://schemas.microsoft.com/office/drawing/2014/main" id="{B0F3A033-6ED6-4169-B718-0C2033D5B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759"/>
                <a:ext cx="15" cy="28"/>
              </a:xfrm>
              <a:custGeom>
                <a:avLst/>
                <a:gdLst>
                  <a:gd name="T0" fmla="*/ 0 w 15"/>
                  <a:gd name="T1" fmla="*/ 0 h 26"/>
                  <a:gd name="T2" fmla="*/ 15 w 15"/>
                  <a:gd name="T3" fmla="*/ 17 h 26"/>
                  <a:gd name="T4" fmla="*/ 12 w 15"/>
                  <a:gd name="T5" fmla="*/ 3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9" y="0"/>
                      <a:pt x="15" y="6"/>
                      <a:pt x="15" y="14"/>
                    </a:cubicBezTo>
                    <a:cubicBezTo>
                      <a:pt x="15" y="19"/>
                      <a:pt x="12" y="22"/>
                      <a:pt x="12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65" name="Freeform 2479">
                <a:extLst>
                  <a:ext uri="{FF2B5EF4-FFF2-40B4-BE49-F238E27FC236}">
                    <a16:creationId xmlns:a16="http://schemas.microsoft.com/office/drawing/2014/main" id="{EA7CD161-77C1-40A3-9AD8-152D4C0DC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34"/>
                <a:ext cx="51" cy="44"/>
              </a:xfrm>
              <a:custGeom>
                <a:avLst/>
                <a:gdLst>
                  <a:gd name="T0" fmla="*/ 26 w 51"/>
                  <a:gd name="T1" fmla="*/ 0 h 41"/>
                  <a:gd name="T2" fmla="*/ 27 w 51"/>
                  <a:gd name="T3" fmla="*/ 46 h 41"/>
                  <a:gd name="T4" fmla="*/ 9 w 51"/>
                  <a:gd name="T5" fmla="*/ 42 h 41"/>
                  <a:gd name="T6" fmla="*/ 1 w 51"/>
                  <a:gd name="T7" fmla="*/ 38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1">
                    <a:moveTo>
                      <a:pt x="26" y="0"/>
                    </a:moveTo>
                    <a:cubicBezTo>
                      <a:pt x="27" y="7"/>
                      <a:pt x="51" y="41"/>
                      <a:pt x="27" y="37"/>
                    </a:cubicBezTo>
                    <a:cubicBezTo>
                      <a:pt x="21" y="36"/>
                      <a:pt x="16" y="34"/>
                      <a:pt x="9" y="34"/>
                    </a:cubicBezTo>
                    <a:cubicBezTo>
                      <a:pt x="6" y="34"/>
                      <a:pt x="0" y="35"/>
                      <a:pt x="1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1811" name="Freeform 2480">
              <a:extLst>
                <a:ext uri="{FF2B5EF4-FFF2-40B4-BE49-F238E27FC236}">
                  <a16:creationId xmlns:a16="http://schemas.microsoft.com/office/drawing/2014/main" id="{C1B2DF7A-CDB8-4F2A-93EB-9AA40A357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709"/>
              <a:ext cx="62" cy="37"/>
            </a:xfrm>
            <a:custGeom>
              <a:avLst/>
              <a:gdLst>
                <a:gd name="T0" fmla="*/ 0 w 61"/>
                <a:gd name="T1" fmla="*/ 5 h 34"/>
                <a:gd name="T2" fmla="*/ 17 w 61"/>
                <a:gd name="T3" fmla="*/ 36 h 34"/>
                <a:gd name="T4" fmla="*/ 40 w 61"/>
                <a:gd name="T5" fmla="*/ 39 h 34"/>
                <a:gd name="T6" fmla="*/ 56 w 61"/>
                <a:gd name="T7" fmla="*/ 39 h 34"/>
                <a:gd name="T8" fmla="*/ 56 w 61"/>
                <a:gd name="T9" fmla="*/ 5 h 34"/>
                <a:gd name="T10" fmla="*/ 47 w 61"/>
                <a:gd name="T11" fmla="*/ 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34">
                  <a:moveTo>
                    <a:pt x="0" y="5"/>
                  </a:moveTo>
                  <a:cubicBezTo>
                    <a:pt x="4" y="16"/>
                    <a:pt x="2" y="26"/>
                    <a:pt x="17" y="28"/>
                  </a:cubicBezTo>
                  <a:cubicBezTo>
                    <a:pt x="24" y="28"/>
                    <a:pt x="30" y="28"/>
                    <a:pt x="37" y="30"/>
                  </a:cubicBezTo>
                  <a:cubicBezTo>
                    <a:pt x="43" y="32"/>
                    <a:pt x="48" y="34"/>
                    <a:pt x="53" y="30"/>
                  </a:cubicBezTo>
                  <a:cubicBezTo>
                    <a:pt x="61" y="24"/>
                    <a:pt x="61" y="12"/>
                    <a:pt x="53" y="5"/>
                  </a:cubicBezTo>
                  <a:cubicBezTo>
                    <a:pt x="51" y="3"/>
                    <a:pt x="47" y="0"/>
                    <a:pt x="4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12" name="Freeform 2481">
              <a:extLst>
                <a:ext uri="{FF2B5EF4-FFF2-40B4-BE49-F238E27FC236}">
                  <a16:creationId xmlns:a16="http://schemas.microsoft.com/office/drawing/2014/main" id="{57A5BCC9-E1EE-4E09-B1AF-8AC476DB1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54"/>
              <a:ext cx="58" cy="30"/>
            </a:xfrm>
            <a:custGeom>
              <a:avLst/>
              <a:gdLst>
                <a:gd name="T0" fmla="*/ 3 w 57"/>
                <a:gd name="T1" fmla="*/ 33 h 28"/>
                <a:gd name="T2" fmla="*/ 2 w 57"/>
                <a:gd name="T3" fmla="*/ 13 h 28"/>
                <a:gd name="T4" fmla="*/ 26 w 57"/>
                <a:gd name="T5" fmla="*/ 1 h 28"/>
                <a:gd name="T6" fmla="*/ 43 w 57"/>
                <a:gd name="T7" fmla="*/ 4 h 28"/>
                <a:gd name="T8" fmla="*/ 56 w 57"/>
                <a:gd name="T9" fmla="*/ 12 h 28"/>
                <a:gd name="T10" fmla="*/ 60 w 57"/>
                <a:gd name="T11" fmla="*/ 3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8">
                  <a:moveTo>
                    <a:pt x="3" y="27"/>
                  </a:moveTo>
                  <a:cubicBezTo>
                    <a:pt x="0" y="24"/>
                    <a:pt x="0" y="14"/>
                    <a:pt x="2" y="10"/>
                  </a:cubicBezTo>
                  <a:cubicBezTo>
                    <a:pt x="5" y="4"/>
                    <a:pt x="19" y="1"/>
                    <a:pt x="26" y="1"/>
                  </a:cubicBezTo>
                  <a:cubicBezTo>
                    <a:pt x="32" y="0"/>
                    <a:pt x="35" y="2"/>
                    <a:pt x="40" y="4"/>
                  </a:cubicBezTo>
                  <a:cubicBezTo>
                    <a:pt x="45" y="5"/>
                    <a:pt x="49" y="4"/>
                    <a:pt x="53" y="9"/>
                  </a:cubicBezTo>
                  <a:cubicBezTo>
                    <a:pt x="56" y="14"/>
                    <a:pt x="55" y="22"/>
                    <a:pt x="57" y="28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13" name="Freeform 2482">
              <a:extLst>
                <a:ext uri="{FF2B5EF4-FFF2-40B4-BE49-F238E27FC236}">
                  <a16:creationId xmlns:a16="http://schemas.microsoft.com/office/drawing/2014/main" id="{1A20882F-405C-4BE3-8700-DB9F48D27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709"/>
              <a:ext cx="51" cy="31"/>
            </a:xfrm>
            <a:custGeom>
              <a:avLst/>
              <a:gdLst>
                <a:gd name="T0" fmla="*/ 2 w 51"/>
                <a:gd name="T1" fmla="*/ 0 h 29"/>
                <a:gd name="T2" fmla="*/ 6 w 51"/>
                <a:gd name="T3" fmla="*/ 28 h 29"/>
                <a:gd name="T4" fmla="*/ 35 w 51"/>
                <a:gd name="T5" fmla="*/ 29 h 29"/>
                <a:gd name="T6" fmla="*/ 51 w 51"/>
                <a:gd name="T7" fmla="*/ 16 h 29"/>
                <a:gd name="T8" fmla="*/ 44 w 51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9">
                  <a:moveTo>
                    <a:pt x="2" y="0"/>
                  </a:moveTo>
                  <a:cubicBezTo>
                    <a:pt x="0" y="5"/>
                    <a:pt x="2" y="18"/>
                    <a:pt x="6" y="22"/>
                  </a:cubicBezTo>
                  <a:cubicBezTo>
                    <a:pt x="11" y="29"/>
                    <a:pt x="28" y="24"/>
                    <a:pt x="35" y="23"/>
                  </a:cubicBezTo>
                  <a:cubicBezTo>
                    <a:pt x="42" y="22"/>
                    <a:pt x="50" y="21"/>
                    <a:pt x="51" y="13"/>
                  </a:cubicBezTo>
                  <a:cubicBezTo>
                    <a:pt x="51" y="9"/>
                    <a:pt x="48" y="3"/>
                    <a:pt x="4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14" name="Freeform 2483">
              <a:extLst>
                <a:ext uri="{FF2B5EF4-FFF2-40B4-BE49-F238E27FC236}">
                  <a16:creationId xmlns:a16="http://schemas.microsoft.com/office/drawing/2014/main" id="{D14E9919-37BC-4061-8172-CB5AAC89A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735"/>
              <a:ext cx="5" cy="11"/>
            </a:xfrm>
            <a:custGeom>
              <a:avLst/>
              <a:gdLst>
                <a:gd name="T0" fmla="*/ 5 w 5"/>
                <a:gd name="T1" fmla="*/ 0 h 10"/>
                <a:gd name="T2" fmla="*/ 0 w 5"/>
                <a:gd name="T3" fmla="*/ 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1" y="3"/>
                    <a:pt x="2" y="6"/>
                    <a:pt x="0" y="1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15" name="Freeform 2484">
              <a:extLst>
                <a:ext uri="{FF2B5EF4-FFF2-40B4-BE49-F238E27FC236}">
                  <a16:creationId xmlns:a16="http://schemas.microsoft.com/office/drawing/2014/main" id="{24CD9ED2-6292-41A7-AF24-7D6A825BE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738"/>
              <a:ext cx="7" cy="29"/>
            </a:xfrm>
            <a:custGeom>
              <a:avLst/>
              <a:gdLst>
                <a:gd name="T0" fmla="*/ 1 w 7"/>
                <a:gd name="T1" fmla="*/ 1 h 27"/>
                <a:gd name="T2" fmla="*/ 6 w 7"/>
                <a:gd name="T3" fmla="*/ 18 h 27"/>
                <a:gd name="T4" fmla="*/ 0 w 7"/>
                <a:gd name="T5" fmla="*/ 2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7">
                  <a:moveTo>
                    <a:pt x="1" y="1"/>
                  </a:moveTo>
                  <a:cubicBezTo>
                    <a:pt x="7" y="0"/>
                    <a:pt x="6" y="11"/>
                    <a:pt x="6" y="15"/>
                  </a:cubicBezTo>
                  <a:cubicBezTo>
                    <a:pt x="6" y="18"/>
                    <a:pt x="4" y="27"/>
                    <a:pt x="0" y="2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16" name="Freeform 2485">
              <a:extLst>
                <a:ext uri="{FF2B5EF4-FFF2-40B4-BE49-F238E27FC236}">
                  <a16:creationId xmlns:a16="http://schemas.microsoft.com/office/drawing/2014/main" id="{124E966D-EC85-434F-B358-FD41A0222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730"/>
              <a:ext cx="55" cy="32"/>
            </a:xfrm>
            <a:custGeom>
              <a:avLst/>
              <a:gdLst>
                <a:gd name="T0" fmla="*/ 47 w 55"/>
                <a:gd name="T1" fmla="*/ 0 h 30"/>
                <a:gd name="T2" fmla="*/ 54 w 55"/>
                <a:gd name="T3" fmla="*/ 6 h 30"/>
                <a:gd name="T4" fmla="*/ 53 w 55"/>
                <a:gd name="T5" fmla="*/ 25 h 30"/>
                <a:gd name="T6" fmla="*/ 48 w 55"/>
                <a:gd name="T7" fmla="*/ 32 h 30"/>
                <a:gd name="T8" fmla="*/ 33 w 55"/>
                <a:gd name="T9" fmla="*/ 35 h 30"/>
                <a:gd name="T10" fmla="*/ 12 w 55"/>
                <a:gd name="T11" fmla="*/ 35 h 30"/>
                <a:gd name="T12" fmla="*/ 0 w 55"/>
                <a:gd name="T13" fmla="*/ 3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0">
                  <a:moveTo>
                    <a:pt x="47" y="0"/>
                  </a:moveTo>
                  <a:cubicBezTo>
                    <a:pt x="49" y="2"/>
                    <a:pt x="52" y="2"/>
                    <a:pt x="54" y="6"/>
                  </a:cubicBezTo>
                  <a:cubicBezTo>
                    <a:pt x="55" y="9"/>
                    <a:pt x="53" y="17"/>
                    <a:pt x="53" y="21"/>
                  </a:cubicBezTo>
                  <a:cubicBezTo>
                    <a:pt x="52" y="25"/>
                    <a:pt x="53" y="24"/>
                    <a:pt x="48" y="26"/>
                  </a:cubicBezTo>
                  <a:cubicBezTo>
                    <a:pt x="43" y="28"/>
                    <a:pt x="38" y="28"/>
                    <a:pt x="33" y="29"/>
                  </a:cubicBezTo>
                  <a:cubicBezTo>
                    <a:pt x="26" y="29"/>
                    <a:pt x="19" y="29"/>
                    <a:pt x="12" y="29"/>
                  </a:cubicBezTo>
                  <a:cubicBezTo>
                    <a:pt x="8" y="29"/>
                    <a:pt x="2" y="30"/>
                    <a:pt x="0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17" name="Freeform 2486">
              <a:extLst>
                <a:ext uri="{FF2B5EF4-FFF2-40B4-BE49-F238E27FC236}">
                  <a16:creationId xmlns:a16="http://schemas.microsoft.com/office/drawing/2014/main" id="{3FE40A13-A398-452F-80FA-F3D9F231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735"/>
              <a:ext cx="5" cy="6"/>
            </a:xfrm>
            <a:custGeom>
              <a:avLst/>
              <a:gdLst>
                <a:gd name="T0" fmla="*/ 5 w 5"/>
                <a:gd name="T1" fmla="*/ 0 h 6"/>
                <a:gd name="T2" fmla="*/ 0 w 5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18" name="Freeform 2487">
              <a:extLst>
                <a:ext uri="{FF2B5EF4-FFF2-40B4-BE49-F238E27FC236}">
                  <a16:creationId xmlns:a16="http://schemas.microsoft.com/office/drawing/2014/main" id="{025AEAF2-1202-4FDE-9AEF-8DEE3A72F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756"/>
              <a:ext cx="8" cy="30"/>
            </a:xfrm>
            <a:custGeom>
              <a:avLst/>
              <a:gdLst>
                <a:gd name="T0" fmla="*/ 0 w 8"/>
                <a:gd name="T1" fmla="*/ 2 h 27"/>
                <a:gd name="T2" fmla="*/ 5 w 8"/>
                <a:gd name="T3" fmla="*/ 3 h 27"/>
                <a:gd name="T4" fmla="*/ 7 w 8"/>
                <a:gd name="T5" fmla="*/ 21 h 27"/>
                <a:gd name="T6" fmla="*/ 4 w 8"/>
                <a:gd name="T7" fmla="*/ 3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7">
                  <a:moveTo>
                    <a:pt x="0" y="2"/>
                  </a:moveTo>
                  <a:cubicBezTo>
                    <a:pt x="1" y="0"/>
                    <a:pt x="3" y="2"/>
                    <a:pt x="5" y="3"/>
                  </a:cubicBezTo>
                  <a:cubicBezTo>
                    <a:pt x="8" y="7"/>
                    <a:pt x="7" y="11"/>
                    <a:pt x="7" y="15"/>
                  </a:cubicBezTo>
                  <a:cubicBezTo>
                    <a:pt x="6" y="19"/>
                    <a:pt x="8" y="25"/>
                    <a:pt x="4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19" name="Freeform 2488">
              <a:extLst>
                <a:ext uri="{FF2B5EF4-FFF2-40B4-BE49-F238E27FC236}">
                  <a16:creationId xmlns:a16="http://schemas.microsoft.com/office/drawing/2014/main" id="{74DF7E2E-CC38-4B02-B137-F5BF5D88A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710"/>
              <a:ext cx="61" cy="30"/>
            </a:xfrm>
            <a:custGeom>
              <a:avLst/>
              <a:gdLst>
                <a:gd name="T0" fmla="*/ 0 w 60"/>
                <a:gd name="T1" fmla="*/ 29 h 28"/>
                <a:gd name="T2" fmla="*/ 11 w 60"/>
                <a:gd name="T3" fmla="*/ 34 h 28"/>
                <a:gd name="T4" fmla="*/ 28 w 60"/>
                <a:gd name="T5" fmla="*/ 30 h 28"/>
                <a:gd name="T6" fmla="*/ 59 w 60"/>
                <a:gd name="T7" fmla="*/ 28 h 28"/>
                <a:gd name="T8" fmla="*/ 60 w 60"/>
                <a:gd name="T9" fmla="*/ 6 h 28"/>
                <a:gd name="T10" fmla="*/ 53 w 60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28">
                  <a:moveTo>
                    <a:pt x="0" y="23"/>
                  </a:moveTo>
                  <a:cubicBezTo>
                    <a:pt x="3" y="26"/>
                    <a:pt x="6" y="28"/>
                    <a:pt x="11" y="28"/>
                  </a:cubicBezTo>
                  <a:cubicBezTo>
                    <a:pt x="17" y="28"/>
                    <a:pt x="22" y="24"/>
                    <a:pt x="28" y="24"/>
                  </a:cubicBezTo>
                  <a:cubicBezTo>
                    <a:pt x="34" y="23"/>
                    <a:pt x="51" y="27"/>
                    <a:pt x="56" y="22"/>
                  </a:cubicBezTo>
                  <a:cubicBezTo>
                    <a:pt x="60" y="19"/>
                    <a:pt x="58" y="10"/>
                    <a:pt x="57" y="6"/>
                  </a:cubicBezTo>
                  <a:cubicBezTo>
                    <a:pt x="55" y="1"/>
                    <a:pt x="55" y="0"/>
                    <a:pt x="50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20" name="Freeform 2489">
              <a:extLst>
                <a:ext uri="{FF2B5EF4-FFF2-40B4-BE49-F238E27FC236}">
                  <a16:creationId xmlns:a16="http://schemas.microsoft.com/office/drawing/2014/main" id="{7FB1DB10-E40D-47E0-9867-F6AE4D24C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756"/>
              <a:ext cx="55" cy="30"/>
            </a:xfrm>
            <a:custGeom>
              <a:avLst/>
              <a:gdLst>
                <a:gd name="T0" fmla="*/ 0 w 54"/>
                <a:gd name="T1" fmla="*/ 12 h 27"/>
                <a:gd name="T2" fmla="*/ 21 w 54"/>
                <a:gd name="T3" fmla="*/ 1 h 27"/>
                <a:gd name="T4" fmla="*/ 48 w 54"/>
                <a:gd name="T5" fmla="*/ 8 h 27"/>
                <a:gd name="T6" fmla="*/ 53 w 54"/>
                <a:gd name="T7" fmla="*/ 3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7">
                  <a:moveTo>
                    <a:pt x="0" y="9"/>
                  </a:moveTo>
                  <a:cubicBezTo>
                    <a:pt x="1" y="2"/>
                    <a:pt x="16" y="2"/>
                    <a:pt x="21" y="1"/>
                  </a:cubicBezTo>
                  <a:cubicBezTo>
                    <a:pt x="28" y="0"/>
                    <a:pt x="39" y="2"/>
                    <a:pt x="45" y="5"/>
                  </a:cubicBezTo>
                  <a:cubicBezTo>
                    <a:pt x="51" y="9"/>
                    <a:pt x="54" y="21"/>
                    <a:pt x="50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21" name="Freeform 2490">
              <a:extLst>
                <a:ext uri="{FF2B5EF4-FFF2-40B4-BE49-F238E27FC236}">
                  <a16:creationId xmlns:a16="http://schemas.microsoft.com/office/drawing/2014/main" id="{9CBB6C78-8F61-4F75-B42F-9F3B4698B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732"/>
              <a:ext cx="13" cy="37"/>
            </a:xfrm>
            <a:custGeom>
              <a:avLst/>
              <a:gdLst>
                <a:gd name="T0" fmla="*/ 6 w 13"/>
                <a:gd name="T1" fmla="*/ 0 h 35"/>
                <a:gd name="T2" fmla="*/ 8 w 13"/>
                <a:gd name="T3" fmla="*/ 25 h 35"/>
                <a:gd name="T4" fmla="*/ 0 w 13"/>
                <a:gd name="T5" fmla="*/ 4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5">
                  <a:moveTo>
                    <a:pt x="6" y="0"/>
                  </a:moveTo>
                  <a:cubicBezTo>
                    <a:pt x="13" y="3"/>
                    <a:pt x="9" y="17"/>
                    <a:pt x="8" y="22"/>
                  </a:cubicBezTo>
                  <a:cubicBezTo>
                    <a:pt x="8" y="29"/>
                    <a:pt x="7" y="35"/>
                    <a:pt x="0" y="3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22" name="Freeform 2491">
              <a:extLst>
                <a:ext uri="{FF2B5EF4-FFF2-40B4-BE49-F238E27FC236}">
                  <a16:creationId xmlns:a16="http://schemas.microsoft.com/office/drawing/2014/main" id="{0C1833C3-CF87-4733-8575-AF875246B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41"/>
              <a:ext cx="51" cy="43"/>
            </a:xfrm>
            <a:custGeom>
              <a:avLst/>
              <a:gdLst>
                <a:gd name="T0" fmla="*/ 43 w 51"/>
                <a:gd name="T1" fmla="*/ 49 h 40"/>
                <a:gd name="T2" fmla="*/ 48 w 51"/>
                <a:gd name="T3" fmla="*/ 29 h 40"/>
                <a:gd name="T4" fmla="*/ 45 w 51"/>
                <a:gd name="T5" fmla="*/ 5 h 40"/>
                <a:gd name="T6" fmla="*/ 26 w 51"/>
                <a:gd name="T7" fmla="*/ 10 h 40"/>
                <a:gd name="T8" fmla="*/ 9 w 51"/>
                <a:gd name="T9" fmla="*/ 5 h 40"/>
                <a:gd name="T10" fmla="*/ 0 w 51"/>
                <a:gd name="T11" fmla="*/ 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0">
                  <a:moveTo>
                    <a:pt x="43" y="40"/>
                  </a:moveTo>
                  <a:cubicBezTo>
                    <a:pt x="51" y="39"/>
                    <a:pt x="48" y="29"/>
                    <a:pt x="48" y="23"/>
                  </a:cubicBezTo>
                  <a:cubicBezTo>
                    <a:pt x="48" y="18"/>
                    <a:pt x="49" y="9"/>
                    <a:pt x="45" y="5"/>
                  </a:cubicBezTo>
                  <a:cubicBezTo>
                    <a:pt x="41" y="0"/>
                    <a:pt x="32" y="6"/>
                    <a:pt x="26" y="7"/>
                  </a:cubicBezTo>
                  <a:cubicBezTo>
                    <a:pt x="20" y="7"/>
                    <a:pt x="15" y="6"/>
                    <a:pt x="9" y="5"/>
                  </a:cubicBezTo>
                  <a:cubicBezTo>
                    <a:pt x="7" y="4"/>
                    <a:pt x="1" y="5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23" name="Freeform 2492">
              <a:extLst>
                <a:ext uri="{FF2B5EF4-FFF2-40B4-BE49-F238E27FC236}">
                  <a16:creationId xmlns:a16="http://schemas.microsoft.com/office/drawing/2014/main" id="{2803CFC3-35BD-4511-B060-2017B8EB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710"/>
              <a:ext cx="11" cy="37"/>
            </a:xfrm>
            <a:custGeom>
              <a:avLst/>
              <a:gdLst>
                <a:gd name="T0" fmla="*/ 8 w 11"/>
                <a:gd name="T1" fmla="*/ 0 h 34"/>
                <a:gd name="T2" fmla="*/ 5 w 11"/>
                <a:gd name="T3" fmla="*/ 32 h 34"/>
                <a:gd name="T4" fmla="*/ 0 w 11"/>
                <a:gd name="T5" fmla="*/ 4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4">
                  <a:moveTo>
                    <a:pt x="8" y="0"/>
                  </a:moveTo>
                  <a:cubicBezTo>
                    <a:pt x="9" y="8"/>
                    <a:pt x="11" y="18"/>
                    <a:pt x="5" y="25"/>
                  </a:cubicBezTo>
                  <a:cubicBezTo>
                    <a:pt x="3" y="28"/>
                    <a:pt x="1" y="29"/>
                    <a:pt x="0" y="3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24" name="Freeform 2493">
              <a:extLst>
                <a:ext uri="{FF2B5EF4-FFF2-40B4-BE49-F238E27FC236}">
                  <a16:creationId xmlns:a16="http://schemas.microsoft.com/office/drawing/2014/main" id="{7D37988D-4F6C-4B24-960B-9D4C3EB4F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723"/>
              <a:ext cx="22" cy="16"/>
            </a:xfrm>
            <a:custGeom>
              <a:avLst/>
              <a:gdLst>
                <a:gd name="T0" fmla="*/ 2 w 22"/>
                <a:gd name="T1" fmla="*/ 0 h 15"/>
                <a:gd name="T2" fmla="*/ 0 w 22"/>
                <a:gd name="T3" fmla="*/ 13 h 15"/>
                <a:gd name="T4" fmla="*/ 9 w 22"/>
                <a:gd name="T5" fmla="*/ 17 h 15"/>
                <a:gd name="T6" fmla="*/ 18 w 22"/>
                <a:gd name="T7" fmla="*/ 18 h 15"/>
                <a:gd name="T8" fmla="*/ 22 w 22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2" y="0"/>
                  </a:moveTo>
                  <a:cubicBezTo>
                    <a:pt x="0" y="2"/>
                    <a:pt x="0" y="7"/>
                    <a:pt x="0" y="10"/>
                  </a:cubicBezTo>
                  <a:cubicBezTo>
                    <a:pt x="1" y="14"/>
                    <a:pt x="5" y="15"/>
                    <a:pt x="9" y="14"/>
                  </a:cubicBezTo>
                  <a:cubicBezTo>
                    <a:pt x="11" y="14"/>
                    <a:pt x="15" y="15"/>
                    <a:pt x="18" y="15"/>
                  </a:cubicBezTo>
                  <a:cubicBezTo>
                    <a:pt x="19" y="15"/>
                    <a:pt x="20" y="14"/>
                    <a:pt x="22" y="1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25" name="Freeform 2494">
              <a:extLst>
                <a:ext uri="{FF2B5EF4-FFF2-40B4-BE49-F238E27FC236}">
                  <a16:creationId xmlns:a16="http://schemas.microsoft.com/office/drawing/2014/main" id="{A30304E9-4162-4A0D-B3C8-59EFDD253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736"/>
              <a:ext cx="14" cy="14"/>
            </a:xfrm>
            <a:custGeom>
              <a:avLst/>
              <a:gdLst>
                <a:gd name="T0" fmla="*/ 14 w 14"/>
                <a:gd name="T1" fmla="*/ 3 h 13"/>
                <a:gd name="T2" fmla="*/ 2 w 14"/>
                <a:gd name="T3" fmla="*/ 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0" y="0"/>
                    <a:pt x="0" y="7"/>
                    <a:pt x="2" y="1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26" name="Freeform 2495">
              <a:extLst>
                <a:ext uri="{FF2B5EF4-FFF2-40B4-BE49-F238E27FC236}">
                  <a16:creationId xmlns:a16="http://schemas.microsoft.com/office/drawing/2014/main" id="{97A9B70F-6034-4F0C-9EBA-25F66E955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3359"/>
              <a:ext cx="53" cy="37"/>
            </a:xfrm>
            <a:custGeom>
              <a:avLst/>
              <a:gdLst>
                <a:gd name="T0" fmla="*/ 14 w 52"/>
                <a:gd name="T1" fmla="*/ 0 h 34"/>
                <a:gd name="T2" fmla="*/ 8 w 52"/>
                <a:gd name="T3" fmla="*/ 27 h 34"/>
                <a:gd name="T4" fmla="*/ 13 w 52"/>
                <a:gd name="T5" fmla="*/ 40 h 34"/>
                <a:gd name="T6" fmla="*/ 35 w 52"/>
                <a:gd name="T7" fmla="*/ 41 h 34"/>
                <a:gd name="T8" fmla="*/ 54 w 52"/>
                <a:gd name="T9" fmla="*/ 30 h 34"/>
                <a:gd name="T10" fmla="*/ 49 w 52"/>
                <a:gd name="T11" fmla="*/ 4 h 34"/>
                <a:gd name="T12" fmla="*/ 35 w 52"/>
                <a:gd name="T13" fmla="*/ 0 h 34"/>
                <a:gd name="T14" fmla="*/ 14 w 52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4">
                  <a:moveTo>
                    <a:pt x="14" y="0"/>
                  </a:moveTo>
                  <a:cubicBezTo>
                    <a:pt x="0" y="0"/>
                    <a:pt x="5" y="12"/>
                    <a:pt x="8" y="21"/>
                  </a:cubicBezTo>
                  <a:cubicBezTo>
                    <a:pt x="9" y="25"/>
                    <a:pt x="9" y="29"/>
                    <a:pt x="13" y="31"/>
                  </a:cubicBezTo>
                  <a:cubicBezTo>
                    <a:pt x="18" y="34"/>
                    <a:pt x="27" y="33"/>
                    <a:pt x="32" y="32"/>
                  </a:cubicBezTo>
                  <a:cubicBezTo>
                    <a:pt x="38" y="31"/>
                    <a:pt x="49" y="31"/>
                    <a:pt x="51" y="24"/>
                  </a:cubicBezTo>
                  <a:cubicBezTo>
                    <a:pt x="52" y="19"/>
                    <a:pt x="50" y="8"/>
                    <a:pt x="46" y="4"/>
                  </a:cubicBezTo>
                  <a:cubicBezTo>
                    <a:pt x="43" y="1"/>
                    <a:pt x="37" y="1"/>
                    <a:pt x="32" y="0"/>
                  </a:cubicBezTo>
                  <a:cubicBezTo>
                    <a:pt x="27" y="0"/>
                    <a:pt x="20" y="0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27" name="Freeform 2496">
              <a:extLst>
                <a:ext uri="{FF2B5EF4-FFF2-40B4-BE49-F238E27FC236}">
                  <a16:creationId xmlns:a16="http://schemas.microsoft.com/office/drawing/2014/main" id="{397012FC-4446-4A41-B03B-E7D1777B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3389"/>
              <a:ext cx="49" cy="28"/>
            </a:xfrm>
            <a:custGeom>
              <a:avLst/>
              <a:gdLst>
                <a:gd name="T0" fmla="*/ 21 w 48"/>
                <a:gd name="T1" fmla="*/ 5 h 26"/>
                <a:gd name="T2" fmla="*/ 10 w 48"/>
                <a:gd name="T3" fmla="*/ 4 h 26"/>
                <a:gd name="T4" fmla="*/ 1 w 48"/>
                <a:gd name="T5" fmla="*/ 10 h 26"/>
                <a:gd name="T6" fmla="*/ 1 w 48"/>
                <a:gd name="T7" fmla="*/ 20 h 26"/>
                <a:gd name="T8" fmla="*/ 13 w 48"/>
                <a:gd name="T9" fmla="*/ 32 h 26"/>
                <a:gd name="T10" fmla="*/ 41 w 48"/>
                <a:gd name="T11" fmla="*/ 31 h 26"/>
                <a:gd name="T12" fmla="*/ 50 w 48"/>
                <a:gd name="T13" fmla="*/ 14 h 26"/>
                <a:gd name="T14" fmla="*/ 44 w 48"/>
                <a:gd name="T15" fmla="*/ 1 h 26"/>
                <a:gd name="T16" fmla="*/ 33 w 48"/>
                <a:gd name="T17" fmla="*/ 4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6">
                  <a:moveTo>
                    <a:pt x="21" y="5"/>
                  </a:moveTo>
                  <a:cubicBezTo>
                    <a:pt x="17" y="5"/>
                    <a:pt x="14" y="4"/>
                    <a:pt x="10" y="4"/>
                  </a:cubicBezTo>
                  <a:cubicBezTo>
                    <a:pt x="8" y="4"/>
                    <a:pt x="2" y="5"/>
                    <a:pt x="1" y="7"/>
                  </a:cubicBezTo>
                  <a:cubicBezTo>
                    <a:pt x="0" y="8"/>
                    <a:pt x="1" y="16"/>
                    <a:pt x="1" y="17"/>
                  </a:cubicBezTo>
                  <a:cubicBezTo>
                    <a:pt x="2" y="24"/>
                    <a:pt x="6" y="26"/>
                    <a:pt x="13" y="26"/>
                  </a:cubicBezTo>
                  <a:cubicBezTo>
                    <a:pt x="21" y="26"/>
                    <a:pt x="30" y="26"/>
                    <a:pt x="38" y="25"/>
                  </a:cubicBezTo>
                  <a:cubicBezTo>
                    <a:pt x="47" y="23"/>
                    <a:pt x="48" y="19"/>
                    <a:pt x="47" y="11"/>
                  </a:cubicBezTo>
                  <a:cubicBezTo>
                    <a:pt x="46" y="7"/>
                    <a:pt x="46" y="1"/>
                    <a:pt x="41" y="1"/>
                  </a:cubicBezTo>
                  <a:cubicBezTo>
                    <a:pt x="38" y="0"/>
                    <a:pt x="32" y="3"/>
                    <a:pt x="30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28" name="Freeform 2497">
              <a:extLst>
                <a:ext uri="{FF2B5EF4-FFF2-40B4-BE49-F238E27FC236}">
                  <a16:creationId xmlns:a16="http://schemas.microsoft.com/office/drawing/2014/main" id="{2FB0A7CD-1BCD-4F80-8C5B-20E67E397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3358"/>
              <a:ext cx="54" cy="27"/>
            </a:xfrm>
            <a:custGeom>
              <a:avLst/>
              <a:gdLst>
                <a:gd name="T0" fmla="*/ 12 w 54"/>
                <a:gd name="T1" fmla="*/ 2 h 25"/>
                <a:gd name="T2" fmla="*/ 1 w 54"/>
                <a:gd name="T3" fmla="*/ 10 h 25"/>
                <a:gd name="T4" fmla="*/ 2 w 54"/>
                <a:gd name="T5" fmla="*/ 26 h 25"/>
                <a:gd name="T6" fmla="*/ 15 w 54"/>
                <a:gd name="T7" fmla="*/ 31 h 25"/>
                <a:gd name="T8" fmla="*/ 40 w 54"/>
                <a:gd name="T9" fmla="*/ 31 h 25"/>
                <a:gd name="T10" fmla="*/ 54 w 54"/>
                <a:gd name="T11" fmla="*/ 21 h 25"/>
                <a:gd name="T12" fmla="*/ 50 w 54"/>
                <a:gd name="T13" fmla="*/ 4 h 25"/>
                <a:gd name="T14" fmla="*/ 35 w 54"/>
                <a:gd name="T15" fmla="*/ 1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25">
                  <a:moveTo>
                    <a:pt x="12" y="2"/>
                  </a:moveTo>
                  <a:cubicBezTo>
                    <a:pt x="9" y="0"/>
                    <a:pt x="2" y="4"/>
                    <a:pt x="1" y="7"/>
                  </a:cubicBezTo>
                  <a:cubicBezTo>
                    <a:pt x="0" y="10"/>
                    <a:pt x="0" y="17"/>
                    <a:pt x="2" y="20"/>
                  </a:cubicBezTo>
                  <a:cubicBezTo>
                    <a:pt x="4" y="25"/>
                    <a:pt x="10" y="24"/>
                    <a:pt x="15" y="25"/>
                  </a:cubicBezTo>
                  <a:cubicBezTo>
                    <a:pt x="23" y="25"/>
                    <a:pt x="32" y="25"/>
                    <a:pt x="40" y="25"/>
                  </a:cubicBezTo>
                  <a:cubicBezTo>
                    <a:pt x="44" y="24"/>
                    <a:pt x="54" y="23"/>
                    <a:pt x="54" y="17"/>
                  </a:cubicBezTo>
                  <a:cubicBezTo>
                    <a:pt x="54" y="14"/>
                    <a:pt x="53" y="6"/>
                    <a:pt x="50" y="4"/>
                  </a:cubicBezTo>
                  <a:cubicBezTo>
                    <a:pt x="46" y="0"/>
                    <a:pt x="40" y="2"/>
                    <a:pt x="35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29" name="Freeform 2498">
              <a:extLst>
                <a:ext uri="{FF2B5EF4-FFF2-40B4-BE49-F238E27FC236}">
                  <a16:creationId xmlns:a16="http://schemas.microsoft.com/office/drawing/2014/main" id="{EEEADF07-4EF8-4C0E-83BC-9720AA649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3415"/>
              <a:ext cx="7" cy="18"/>
            </a:xfrm>
            <a:custGeom>
              <a:avLst/>
              <a:gdLst>
                <a:gd name="T0" fmla="*/ 7 w 7"/>
                <a:gd name="T1" fmla="*/ 2 h 17"/>
                <a:gd name="T2" fmla="*/ 1 w 7"/>
                <a:gd name="T3" fmla="*/ 7 h 17"/>
                <a:gd name="T4" fmla="*/ 1 w 7"/>
                <a:gd name="T5" fmla="*/ 20 h 17"/>
                <a:gd name="T6" fmla="*/ 3 w 7"/>
                <a:gd name="T7" fmla="*/ 2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7">
                  <a:moveTo>
                    <a:pt x="7" y="2"/>
                  </a:moveTo>
                  <a:cubicBezTo>
                    <a:pt x="4" y="0"/>
                    <a:pt x="2" y="5"/>
                    <a:pt x="1" y="7"/>
                  </a:cubicBezTo>
                  <a:cubicBezTo>
                    <a:pt x="0" y="10"/>
                    <a:pt x="1" y="14"/>
                    <a:pt x="1" y="17"/>
                  </a:cubicBezTo>
                  <a:cubicBezTo>
                    <a:pt x="2" y="17"/>
                    <a:pt x="3" y="17"/>
                    <a:pt x="3" y="1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30" name="Freeform 2499">
              <a:extLst>
                <a:ext uri="{FF2B5EF4-FFF2-40B4-BE49-F238E27FC236}">
                  <a16:creationId xmlns:a16="http://schemas.microsoft.com/office/drawing/2014/main" id="{233775AE-0ABE-4AAD-92C9-D4E920204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415"/>
              <a:ext cx="19" cy="18"/>
            </a:xfrm>
            <a:custGeom>
              <a:avLst/>
              <a:gdLst>
                <a:gd name="T0" fmla="*/ 0 w 19"/>
                <a:gd name="T1" fmla="*/ 0 h 17"/>
                <a:gd name="T2" fmla="*/ 17 w 19"/>
                <a:gd name="T3" fmla="*/ 7 h 17"/>
                <a:gd name="T4" fmla="*/ 14 w 19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6" y="0"/>
                    <a:pt x="14" y="1"/>
                    <a:pt x="17" y="7"/>
                  </a:cubicBezTo>
                  <a:cubicBezTo>
                    <a:pt x="19" y="11"/>
                    <a:pt x="19" y="16"/>
                    <a:pt x="14" y="1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31" name="Freeform 2500">
              <a:extLst>
                <a:ext uri="{FF2B5EF4-FFF2-40B4-BE49-F238E27FC236}">
                  <a16:creationId xmlns:a16="http://schemas.microsoft.com/office/drawing/2014/main" id="{830CB11E-478B-4BC5-BAD2-A32522536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3384"/>
              <a:ext cx="60" cy="30"/>
            </a:xfrm>
            <a:custGeom>
              <a:avLst/>
              <a:gdLst>
                <a:gd name="T0" fmla="*/ 7 w 60"/>
                <a:gd name="T1" fmla="*/ 1 h 28"/>
                <a:gd name="T2" fmla="*/ 1 w 60"/>
                <a:gd name="T3" fmla="*/ 10 h 28"/>
                <a:gd name="T4" fmla="*/ 2 w 60"/>
                <a:gd name="T5" fmla="*/ 18 h 28"/>
                <a:gd name="T6" fmla="*/ 16 w 60"/>
                <a:gd name="T7" fmla="*/ 32 h 28"/>
                <a:gd name="T8" fmla="*/ 35 w 60"/>
                <a:gd name="T9" fmla="*/ 25 h 28"/>
                <a:gd name="T10" fmla="*/ 55 w 60"/>
                <a:gd name="T11" fmla="*/ 17 h 28"/>
                <a:gd name="T12" fmla="*/ 50 w 6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8">
                  <a:moveTo>
                    <a:pt x="7" y="1"/>
                  </a:moveTo>
                  <a:cubicBezTo>
                    <a:pt x="5" y="1"/>
                    <a:pt x="2" y="5"/>
                    <a:pt x="1" y="7"/>
                  </a:cubicBezTo>
                  <a:cubicBezTo>
                    <a:pt x="0" y="11"/>
                    <a:pt x="1" y="11"/>
                    <a:pt x="2" y="15"/>
                  </a:cubicBezTo>
                  <a:cubicBezTo>
                    <a:pt x="4" y="22"/>
                    <a:pt x="6" y="28"/>
                    <a:pt x="16" y="26"/>
                  </a:cubicBezTo>
                  <a:cubicBezTo>
                    <a:pt x="22" y="24"/>
                    <a:pt x="28" y="21"/>
                    <a:pt x="35" y="20"/>
                  </a:cubicBezTo>
                  <a:cubicBezTo>
                    <a:pt x="41" y="19"/>
                    <a:pt x="51" y="19"/>
                    <a:pt x="55" y="14"/>
                  </a:cubicBezTo>
                  <a:cubicBezTo>
                    <a:pt x="60" y="10"/>
                    <a:pt x="57" y="0"/>
                    <a:pt x="5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32" name="Freeform 2501">
              <a:extLst>
                <a:ext uri="{FF2B5EF4-FFF2-40B4-BE49-F238E27FC236}">
                  <a16:creationId xmlns:a16="http://schemas.microsoft.com/office/drawing/2014/main" id="{DDD06298-068D-44BE-AD24-4136C0C49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412"/>
              <a:ext cx="4" cy="6"/>
            </a:xfrm>
            <a:custGeom>
              <a:avLst/>
              <a:gdLst>
                <a:gd name="T0" fmla="*/ 4 w 4"/>
                <a:gd name="T1" fmla="*/ 0 h 6"/>
                <a:gd name="T2" fmla="*/ 0 w 4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0"/>
                    <a:pt x="0" y="5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33" name="Freeform 2502">
              <a:extLst>
                <a:ext uri="{FF2B5EF4-FFF2-40B4-BE49-F238E27FC236}">
                  <a16:creationId xmlns:a16="http://schemas.microsoft.com/office/drawing/2014/main" id="{3717F40C-0164-4372-AE6F-20E8108D6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397"/>
              <a:ext cx="14" cy="37"/>
            </a:xfrm>
            <a:custGeom>
              <a:avLst/>
              <a:gdLst>
                <a:gd name="T0" fmla="*/ 0 w 14"/>
                <a:gd name="T1" fmla="*/ 0 h 35"/>
                <a:gd name="T2" fmla="*/ 11 w 14"/>
                <a:gd name="T3" fmla="*/ 34 h 35"/>
                <a:gd name="T4" fmla="*/ 4 w 14"/>
                <a:gd name="T5" fmla="*/ 4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5">
                  <a:moveTo>
                    <a:pt x="0" y="0"/>
                  </a:moveTo>
                  <a:cubicBezTo>
                    <a:pt x="6" y="8"/>
                    <a:pt x="14" y="16"/>
                    <a:pt x="11" y="28"/>
                  </a:cubicBezTo>
                  <a:cubicBezTo>
                    <a:pt x="10" y="31"/>
                    <a:pt x="7" y="34"/>
                    <a:pt x="4" y="3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34" name="Freeform 2503">
              <a:extLst>
                <a:ext uri="{FF2B5EF4-FFF2-40B4-BE49-F238E27FC236}">
                  <a16:creationId xmlns:a16="http://schemas.microsoft.com/office/drawing/2014/main" id="{8F22BD12-47EB-43FD-8B96-0A6A965D0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3358"/>
              <a:ext cx="60" cy="21"/>
            </a:xfrm>
            <a:custGeom>
              <a:avLst/>
              <a:gdLst>
                <a:gd name="T0" fmla="*/ 4 w 59"/>
                <a:gd name="T1" fmla="*/ 0 h 20"/>
                <a:gd name="T2" fmla="*/ 5 w 59"/>
                <a:gd name="T3" fmla="*/ 17 h 20"/>
                <a:gd name="T4" fmla="*/ 26 w 59"/>
                <a:gd name="T5" fmla="*/ 23 h 20"/>
                <a:gd name="T6" fmla="*/ 50 w 59"/>
                <a:gd name="T7" fmla="*/ 20 h 20"/>
                <a:gd name="T8" fmla="*/ 61 w 59"/>
                <a:gd name="T9" fmla="*/ 15 h 20"/>
                <a:gd name="T10" fmla="*/ 58 w 59"/>
                <a:gd name="T11" fmla="*/ 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0">
                  <a:moveTo>
                    <a:pt x="4" y="0"/>
                  </a:moveTo>
                  <a:cubicBezTo>
                    <a:pt x="0" y="4"/>
                    <a:pt x="2" y="10"/>
                    <a:pt x="5" y="14"/>
                  </a:cubicBezTo>
                  <a:cubicBezTo>
                    <a:pt x="9" y="20"/>
                    <a:pt x="19" y="20"/>
                    <a:pt x="26" y="20"/>
                  </a:cubicBezTo>
                  <a:cubicBezTo>
                    <a:pt x="33" y="20"/>
                    <a:pt x="40" y="18"/>
                    <a:pt x="47" y="17"/>
                  </a:cubicBezTo>
                  <a:cubicBezTo>
                    <a:pt x="52" y="16"/>
                    <a:pt x="56" y="17"/>
                    <a:pt x="58" y="12"/>
                  </a:cubicBezTo>
                  <a:cubicBezTo>
                    <a:pt x="59" y="9"/>
                    <a:pt x="59" y="2"/>
                    <a:pt x="55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35" name="Freeform 2504">
              <a:extLst>
                <a:ext uri="{FF2B5EF4-FFF2-40B4-BE49-F238E27FC236}">
                  <a16:creationId xmlns:a16="http://schemas.microsoft.com/office/drawing/2014/main" id="{E6F24121-540B-4E74-8C70-7B62E8664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394"/>
              <a:ext cx="46" cy="39"/>
            </a:xfrm>
            <a:custGeom>
              <a:avLst/>
              <a:gdLst>
                <a:gd name="T0" fmla="*/ 5 w 45"/>
                <a:gd name="T1" fmla="*/ 46 h 36"/>
                <a:gd name="T2" fmla="*/ 3 w 45"/>
                <a:gd name="T3" fmla="*/ 18 h 36"/>
                <a:gd name="T4" fmla="*/ 3 w 45"/>
                <a:gd name="T5" fmla="*/ 10 h 36"/>
                <a:gd name="T6" fmla="*/ 21 w 45"/>
                <a:gd name="T7" fmla="*/ 3 h 36"/>
                <a:gd name="T8" fmla="*/ 42 w 45"/>
                <a:gd name="T9" fmla="*/ 3 h 36"/>
                <a:gd name="T10" fmla="*/ 48 w 45"/>
                <a:gd name="T11" fmla="*/ 25 h 36"/>
                <a:gd name="T12" fmla="*/ 43 w 45"/>
                <a:gd name="T13" fmla="*/ 4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6">
                  <a:moveTo>
                    <a:pt x="5" y="36"/>
                  </a:moveTo>
                  <a:cubicBezTo>
                    <a:pt x="2" y="30"/>
                    <a:pt x="4" y="21"/>
                    <a:pt x="3" y="15"/>
                  </a:cubicBezTo>
                  <a:cubicBezTo>
                    <a:pt x="3" y="13"/>
                    <a:pt x="0" y="10"/>
                    <a:pt x="3" y="7"/>
                  </a:cubicBezTo>
                  <a:cubicBezTo>
                    <a:pt x="6" y="4"/>
                    <a:pt x="17" y="4"/>
                    <a:pt x="21" y="3"/>
                  </a:cubicBezTo>
                  <a:cubicBezTo>
                    <a:pt x="26" y="2"/>
                    <a:pt x="34" y="0"/>
                    <a:pt x="39" y="3"/>
                  </a:cubicBezTo>
                  <a:cubicBezTo>
                    <a:pt x="45" y="6"/>
                    <a:pt x="45" y="13"/>
                    <a:pt x="45" y="19"/>
                  </a:cubicBezTo>
                  <a:cubicBezTo>
                    <a:pt x="45" y="24"/>
                    <a:pt x="45" y="34"/>
                    <a:pt x="40" y="3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36" name="Freeform 2505">
              <a:extLst>
                <a:ext uri="{FF2B5EF4-FFF2-40B4-BE49-F238E27FC236}">
                  <a16:creationId xmlns:a16="http://schemas.microsoft.com/office/drawing/2014/main" id="{8D428997-F599-45F5-93F9-C501EE51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355"/>
              <a:ext cx="51" cy="29"/>
            </a:xfrm>
            <a:custGeom>
              <a:avLst/>
              <a:gdLst>
                <a:gd name="T0" fmla="*/ 3 w 51"/>
                <a:gd name="T1" fmla="*/ 3 h 27"/>
                <a:gd name="T2" fmla="*/ 4 w 51"/>
                <a:gd name="T3" fmla="*/ 27 h 27"/>
                <a:gd name="T4" fmla="*/ 19 w 51"/>
                <a:gd name="T5" fmla="*/ 27 h 27"/>
                <a:gd name="T6" fmla="*/ 33 w 51"/>
                <a:gd name="T7" fmla="*/ 29 h 27"/>
                <a:gd name="T8" fmla="*/ 43 w 51"/>
                <a:gd name="T9" fmla="*/ 33 h 27"/>
                <a:gd name="T10" fmla="*/ 50 w 51"/>
                <a:gd name="T11" fmla="*/ 21 h 27"/>
                <a:gd name="T12" fmla="*/ 43 w 51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7">
                  <a:moveTo>
                    <a:pt x="3" y="3"/>
                  </a:moveTo>
                  <a:cubicBezTo>
                    <a:pt x="2" y="7"/>
                    <a:pt x="0" y="18"/>
                    <a:pt x="4" y="21"/>
                  </a:cubicBezTo>
                  <a:cubicBezTo>
                    <a:pt x="7" y="23"/>
                    <a:pt x="15" y="21"/>
                    <a:pt x="19" y="21"/>
                  </a:cubicBezTo>
                  <a:cubicBezTo>
                    <a:pt x="24" y="21"/>
                    <a:pt x="28" y="20"/>
                    <a:pt x="33" y="23"/>
                  </a:cubicBezTo>
                  <a:cubicBezTo>
                    <a:pt x="36" y="24"/>
                    <a:pt x="39" y="27"/>
                    <a:pt x="43" y="27"/>
                  </a:cubicBezTo>
                  <a:cubicBezTo>
                    <a:pt x="48" y="26"/>
                    <a:pt x="51" y="22"/>
                    <a:pt x="50" y="18"/>
                  </a:cubicBezTo>
                  <a:cubicBezTo>
                    <a:pt x="50" y="15"/>
                    <a:pt x="48" y="0"/>
                    <a:pt x="43" y="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37" name="Freeform 2506">
              <a:extLst>
                <a:ext uri="{FF2B5EF4-FFF2-40B4-BE49-F238E27FC236}">
                  <a16:creationId xmlns:a16="http://schemas.microsoft.com/office/drawing/2014/main" id="{A0124141-D853-4886-96D2-B89F65CB6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3374"/>
              <a:ext cx="48" cy="30"/>
            </a:xfrm>
            <a:custGeom>
              <a:avLst/>
              <a:gdLst>
                <a:gd name="T0" fmla="*/ 5 w 47"/>
                <a:gd name="T1" fmla="*/ 5 h 28"/>
                <a:gd name="T2" fmla="*/ 1 w 47"/>
                <a:gd name="T3" fmla="*/ 13 h 28"/>
                <a:gd name="T4" fmla="*/ 2 w 47"/>
                <a:gd name="T5" fmla="*/ 28 h 28"/>
                <a:gd name="T6" fmla="*/ 29 w 47"/>
                <a:gd name="T7" fmla="*/ 29 h 28"/>
                <a:gd name="T8" fmla="*/ 49 w 47"/>
                <a:gd name="T9" fmla="*/ 17 h 28"/>
                <a:gd name="T10" fmla="*/ 44 w 47"/>
                <a:gd name="T11" fmla="*/ 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8">
                  <a:moveTo>
                    <a:pt x="5" y="5"/>
                  </a:moveTo>
                  <a:cubicBezTo>
                    <a:pt x="4" y="4"/>
                    <a:pt x="1" y="8"/>
                    <a:pt x="1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7" y="28"/>
                    <a:pt x="20" y="23"/>
                    <a:pt x="26" y="23"/>
                  </a:cubicBezTo>
                  <a:cubicBezTo>
                    <a:pt x="34" y="23"/>
                    <a:pt x="44" y="23"/>
                    <a:pt x="46" y="14"/>
                  </a:cubicBezTo>
                  <a:cubicBezTo>
                    <a:pt x="47" y="10"/>
                    <a:pt x="47" y="0"/>
                    <a:pt x="41" y="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38" name="Freeform 2507">
              <a:extLst>
                <a:ext uri="{FF2B5EF4-FFF2-40B4-BE49-F238E27FC236}">
                  <a16:creationId xmlns:a16="http://schemas.microsoft.com/office/drawing/2014/main" id="{2FD5F591-0079-4811-92D5-69BF7DBBE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359"/>
              <a:ext cx="53" cy="37"/>
            </a:xfrm>
            <a:custGeom>
              <a:avLst/>
              <a:gdLst>
                <a:gd name="T0" fmla="*/ 14 w 52"/>
                <a:gd name="T1" fmla="*/ 0 h 34"/>
                <a:gd name="T2" fmla="*/ 7 w 52"/>
                <a:gd name="T3" fmla="*/ 27 h 34"/>
                <a:gd name="T4" fmla="*/ 13 w 52"/>
                <a:gd name="T5" fmla="*/ 40 h 34"/>
                <a:gd name="T6" fmla="*/ 35 w 52"/>
                <a:gd name="T7" fmla="*/ 41 h 34"/>
                <a:gd name="T8" fmla="*/ 54 w 52"/>
                <a:gd name="T9" fmla="*/ 30 h 34"/>
                <a:gd name="T10" fmla="*/ 49 w 52"/>
                <a:gd name="T11" fmla="*/ 4 h 34"/>
                <a:gd name="T12" fmla="*/ 35 w 52"/>
                <a:gd name="T13" fmla="*/ 0 h 34"/>
                <a:gd name="T14" fmla="*/ 14 w 52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4">
                  <a:moveTo>
                    <a:pt x="14" y="0"/>
                  </a:moveTo>
                  <a:cubicBezTo>
                    <a:pt x="0" y="0"/>
                    <a:pt x="5" y="12"/>
                    <a:pt x="7" y="21"/>
                  </a:cubicBezTo>
                  <a:cubicBezTo>
                    <a:pt x="8" y="25"/>
                    <a:pt x="9" y="29"/>
                    <a:pt x="13" y="31"/>
                  </a:cubicBezTo>
                  <a:cubicBezTo>
                    <a:pt x="18" y="34"/>
                    <a:pt x="26" y="33"/>
                    <a:pt x="32" y="32"/>
                  </a:cubicBezTo>
                  <a:cubicBezTo>
                    <a:pt x="38" y="31"/>
                    <a:pt x="49" y="31"/>
                    <a:pt x="51" y="24"/>
                  </a:cubicBezTo>
                  <a:cubicBezTo>
                    <a:pt x="52" y="19"/>
                    <a:pt x="50" y="8"/>
                    <a:pt x="46" y="4"/>
                  </a:cubicBezTo>
                  <a:cubicBezTo>
                    <a:pt x="43" y="1"/>
                    <a:pt x="36" y="1"/>
                    <a:pt x="32" y="0"/>
                  </a:cubicBezTo>
                  <a:cubicBezTo>
                    <a:pt x="26" y="0"/>
                    <a:pt x="20" y="0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39" name="Freeform 2508">
              <a:extLst>
                <a:ext uri="{FF2B5EF4-FFF2-40B4-BE49-F238E27FC236}">
                  <a16:creationId xmlns:a16="http://schemas.microsoft.com/office/drawing/2014/main" id="{8046807B-C8F3-446A-877A-147ABEBEF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389"/>
              <a:ext cx="49" cy="28"/>
            </a:xfrm>
            <a:custGeom>
              <a:avLst/>
              <a:gdLst>
                <a:gd name="T0" fmla="*/ 21 w 48"/>
                <a:gd name="T1" fmla="*/ 5 h 26"/>
                <a:gd name="T2" fmla="*/ 10 w 48"/>
                <a:gd name="T3" fmla="*/ 4 h 26"/>
                <a:gd name="T4" fmla="*/ 1 w 48"/>
                <a:gd name="T5" fmla="*/ 10 h 26"/>
                <a:gd name="T6" fmla="*/ 1 w 48"/>
                <a:gd name="T7" fmla="*/ 20 h 26"/>
                <a:gd name="T8" fmla="*/ 13 w 48"/>
                <a:gd name="T9" fmla="*/ 32 h 26"/>
                <a:gd name="T10" fmla="*/ 41 w 48"/>
                <a:gd name="T11" fmla="*/ 31 h 26"/>
                <a:gd name="T12" fmla="*/ 50 w 48"/>
                <a:gd name="T13" fmla="*/ 14 h 26"/>
                <a:gd name="T14" fmla="*/ 44 w 48"/>
                <a:gd name="T15" fmla="*/ 1 h 26"/>
                <a:gd name="T16" fmla="*/ 32 w 48"/>
                <a:gd name="T17" fmla="*/ 4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6">
                  <a:moveTo>
                    <a:pt x="21" y="5"/>
                  </a:moveTo>
                  <a:cubicBezTo>
                    <a:pt x="17" y="5"/>
                    <a:pt x="14" y="4"/>
                    <a:pt x="10" y="4"/>
                  </a:cubicBezTo>
                  <a:cubicBezTo>
                    <a:pt x="8" y="4"/>
                    <a:pt x="2" y="5"/>
                    <a:pt x="1" y="7"/>
                  </a:cubicBezTo>
                  <a:cubicBezTo>
                    <a:pt x="0" y="8"/>
                    <a:pt x="0" y="16"/>
                    <a:pt x="1" y="17"/>
                  </a:cubicBezTo>
                  <a:cubicBezTo>
                    <a:pt x="2" y="24"/>
                    <a:pt x="6" y="26"/>
                    <a:pt x="13" y="26"/>
                  </a:cubicBezTo>
                  <a:cubicBezTo>
                    <a:pt x="21" y="26"/>
                    <a:pt x="29" y="26"/>
                    <a:pt x="38" y="25"/>
                  </a:cubicBezTo>
                  <a:cubicBezTo>
                    <a:pt x="47" y="23"/>
                    <a:pt x="48" y="19"/>
                    <a:pt x="47" y="11"/>
                  </a:cubicBezTo>
                  <a:cubicBezTo>
                    <a:pt x="46" y="7"/>
                    <a:pt x="46" y="1"/>
                    <a:pt x="41" y="1"/>
                  </a:cubicBezTo>
                  <a:cubicBezTo>
                    <a:pt x="38" y="0"/>
                    <a:pt x="32" y="3"/>
                    <a:pt x="29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40" name="Freeform 2509">
              <a:extLst>
                <a:ext uri="{FF2B5EF4-FFF2-40B4-BE49-F238E27FC236}">
                  <a16:creationId xmlns:a16="http://schemas.microsoft.com/office/drawing/2014/main" id="{796A78AB-DA11-4E65-9203-979AB353C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358"/>
              <a:ext cx="54" cy="27"/>
            </a:xfrm>
            <a:custGeom>
              <a:avLst/>
              <a:gdLst>
                <a:gd name="T0" fmla="*/ 12 w 54"/>
                <a:gd name="T1" fmla="*/ 2 h 25"/>
                <a:gd name="T2" fmla="*/ 1 w 54"/>
                <a:gd name="T3" fmla="*/ 10 h 25"/>
                <a:gd name="T4" fmla="*/ 1 w 54"/>
                <a:gd name="T5" fmla="*/ 26 h 25"/>
                <a:gd name="T6" fmla="*/ 15 w 54"/>
                <a:gd name="T7" fmla="*/ 31 h 25"/>
                <a:gd name="T8" fmla="*/ 40 w 54"/>
                <a:gd name="T9" fmla="*/ 31 h 25"/>
                <a:gd name="T10" fmla="*/ 54 w 54"/>
                <a:gd name="T11" fmla="*/ 21 h 25"/>
                <a:gd name="T12" fmla="*/ 50 w 54"/>
                <a:gd name="T13" fmla="*/ 4 h 25"/>
                <a:gd name="T14" fmla="*/ 35 w 54"/>
                <a:gd name="T15" fmla="*/ 1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25">
                  <a:moveTo>
                    <a:pt x="12" y="2"/>
                  </a:moveTo>
                  <a:cubicBezTo>
                    <a:pt x="9" y="0"/>
                    <a:pt x="2" y="4"/>
                    <a:pt x="1" y="7"/>
                  </a:cubicBezTo>
                  <a:cubicBezTo>
                    <a:pt x="0" y="10"/>
                    <a:pt x="0" y="17"/>
                    <a:pt x="1" y="20"/>
                  </a:cubicBezTo>
                  <a:cubicBezTo>
                    <a:pt x="4" y="25"/>
                    <a:pt x="10" y="24"/>
                    <a:pt x="15" y="25"/>
                  </a:cubicBezTo>
                  <a:cubicBezTo>
                    <a:pt x="23" y="25"/>
                    <a:pt x="32" y="25"/>
                    <a:pt x="40" y="25"/>
                  </a:cubicBezTo>
                  <a:cubicBezTo>
                    <a:pt x="44" y="24"/>
                    <a:pt x="54" y="23"/>
                    <a:pt x="54" y="17"/>
                  </a:cubicBezTo>
                  <a:cubicBezTo>
                    <a:pt x="54" y="14"/>
                    <a:pt x="52" y="6"/>
                    <a:pt x="50" y="4"/>
                  </a:cubicBezTo>
                  <a:cubicBezTo>
                    <a:pt x="46" y="0"/>
                    <a:pt x="40" y="2"/>
                    <a:pt x="35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41" name="Freeform 2510">
              <a:extLst>
                <a:ext uri="{FF2B5EF4-FFF2-40B4-BE49-F238E27FC236}">
                  <a16:creationId xmlns:a16="http://schemas.microsoft.com/office/drawing/2014/main" id="{CB65C7E1-EBE9-48A9-9BE1-6EB7DAC0F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3415"/>
              <a:ext cx="19" cy="18"/>
            </a:xfrm>
            <a:custGeom>
              <a:avLst/>
              <a:gdLst>
                <a:gd name="T0" fmla="*/ 0 w 19"/>
                <a:gd name="T1" fmla="*/ 0 h 17"/>
                <a:gd name="T2" fmla="*/ 17 w 19"/>
                <a:gd name="T3" fmla="*/ 7 h 17"/>
                <a:gd name="T4" fmla="*/ 14 w 19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6" y="0"/>
                    <a:pt x="14" y="1"/>
                    <a:pt x="17" y="7"/>
                  </a:cubicBezTo>
                  <a:cubicBezTo>
                    <a:pt x="19" y="11"/>
                    <a:pt x="18" y="16"/>
                    <a:pt x="14" y="1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42" name="Freeform 2511">
              <a:extLst>
                <a:ext uri="{FF2B5EF4-FFF2-40B4-BE49-F238E27FC236}">
                  <a16:creationId xmlns:a16="http://schemas.microsoft.com/office/drawing/2014/main" id="{95C6066C-161E-47C0-8817-965B18024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384"/>
              <a:ext cx="60" cy="30"/>
            </a:xfrm>
            <a:custGeom>
              <a:avLst/>
              <a:gdLst>
                <a:gd name="T0" fmla="*/ 7 w 60"/>
                <a:gd name="T1" fmla="*/ 1 h 28"/>
                <a:gd name="T2" fmla="*/ 1 w 60"/>
                <a:gd name="T3" fmla="*/ 10 h 28"/>
                <a:gd name="T4" fmla="*/ 2 w 60"/>
                <a:gd name="T5" fmla="*/ 18 h 28"/>
                <a:gd name="T6" fmla="*/ 16 w 60"/>
                <a:gd name="T7" fmla="*/ 32 h 28"/>
                <a:gd name="T8" fmla="*/ 35 w 60"/>
                <a:gd name="T9" fmla="*/ 25 h 28"/>
                <a:gd name="T10" fmla="*/ 55 w 60"/>
                <a:gd name="T11" fmla="*/ 17 h 28"/>
                <a:gd name="T12" fmla="*/ 50 w 6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8">
                  <a:moveTo>
                    <a:pt x="7" y="1"/>
                  </a:moveTo>
                  <a:cubicBezTo>
                    <a:pt x="4" y="1"/>
                    <a:pt x="2" y="5"/>
                    <a:pt x="1" y="7"/>
                  </a:cubicBezTo>
                  <a:cubicBezTo>
                    <a:pt x="0" y="11"/>
                    <a:pt x="1" y="11"/>
                    <a:pt x="2" y="15"/>
                  </a:cubicBezTo>
                  <a:cubicBezTo>
                    <a:pt x="4" y="22"/>
                    <a:pt x="5" y="28"/>
                    <a:pt x="16" y="26"/>
                  </a:cubicBezTo>
                  <a:cubicBezTo>
                    <a:pt x="22" y="24"/>
                    <a:pt x="28" y="21"/>
                    <a:pt x="35" y="20"/>
                  </a:cubicBezTo>
                  <a:cubicBezTo>
                    <a:pt x="41" y="19"/>
                    <a:pt x="50" y="19"/>
                    <a:pt x="55" y="14"/>
                  </a:cubicBezTo>
                  <a:cubicBezTo>
                    <a:pt x="60" y="10"/>
                    <a:pt x="57" y="0"/>
                    <a:pt x="5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43" name="Freeform 2512">
              <a:extLst>
                <a:ext uri="{FF2B5EF4-FFF2-40B4-BE49-F238E27FC236}">
                  <a16:creationId xmlns:a16="http://schemas.microsoft.com/office/drawing/2014/main" id="{FE4ACC7A-C076-4F23-8756-F3A89185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412"/>
              <a:ext cx="3" cy="6"/>
            </a:xfrm>
            <a:custGeom>
              <a:avLst/>
              <a:gdLst>
                <a:gd name="T0" fmla="*/ 3 w 3"/>
                <a:gd name="T1" fmla="*/ 0 h 6"/>
                <a:gd name="T2" fmla="*/ 0 w 3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0"/>
                    <a:pt x="0" y="5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44" name="Freeform 2513">
              <a:extLst>
                <a:ext uri="{FF2B5EF4-FFF2-40B4-BE49-F238E27FC236}">
                  <a16:creationId xmlns:a16="http://schemas.microsoft.com/office/drawing/2014/main" id="{EE880434-4BE0-4244-BCA4-73D019404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3397"/>
              <a:ext cx="14" cy="37"/>
            </a:xfrm>
            <a:custGeom>
              <a:avLst/>
              <a:gdLst>
                <a:gd name="T0" fmla="*/ 0 w 14"/>
                <a:gd name="T1" fmla="*/ 0 h 35"/>
                <a:gd name="T2" fmla="*/ 11 w 14"/>
                <a:gd name="T3" fmla="*/ 34 h 35"/>
                <a:gd name="T4" fmla="*/ 4 w 14"/>
                <a:gd name="T5" fmla="*/ 4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5">
                  <a:moveTo>
                    <a:pt x="0" y="0"/>
                  </a:moveTo>
                  <a:cubicBezTo>
                    <a:pt x="6" y="8"/>
                    <a:pt x="14" y="16"/>
                    <a:pt x="11" y="28"/>
                  </a:cubicBezTo>
                  <a:cubicBezTo>
                    <a:pt x="10" y="31"/>
                    <a:pt x="7" y="34"/>
                    <a:pt x="4" y="3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45" name="Freeform 2514">
              <a:extLst>
                <a:ext uri="{FF2B5EF4-FFF2-40B4-BE49-F238E27FC236}">
                  <a16:creationId xmlns:a16="http://schemas.microsoft.com/office/drawing/2014/main" id="{0FBD9E06-71B8-420E-B4E4-BEF5F4E7B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358"/>
              <a:ext cx="60" cy="21"/>
            </a:xfrm>
            <a:custGeom>
              <a:avLst/>
              <a:gdLst>
                <a:gd name="T0" fmla="*/ 4 w 59"/>
                <a:gd name="T1" fmla="*/ 0 h 20"/>
                <a:gd name="T2" fmla="*/ 5 w 59"/>
                <a:gd name="T3" fmla="*/ 17 h 20"/>
                <a:gd name="T4" fmla="*/ 25 w 59"/>
                <a:gd name="T5" fmla="*/ 23 h 20"/>
                <a:gd name="T6" fmla="*/ 50 w 59"/>
                <a:gd name="T7" fmla="*/ 20 h 20"/>
                <a:gd name="T8" fmla="*/ 61 w 59"/>
                <a:gd name="T9" fmla="*/ 15 h 20"/>
                <a:gd name="T10" fmla="*/ 58 w 59"/>
                <a:gd name="T11" fmla="*/ 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0">
                  <a:moveTo>
                    <a:pt x="4" y="0"/>
                  </a:moveTo>
                  <a:cubicBezTo>
                    <a:pt x="0" y="4"/>
                    <a:pt x="2" y="10"/>
                    <a:pt x="5" y="14"/>
                  </a:cubicBezTo>
                  <a:cubicBezTo>
                    <a:pt x="9" y="20"/>
                    <a:pt x="19" y="20"/>
                    <a:pt x="25" y="20"/>
                  </a:cubicBezTo>
                  <a:cubicBezTo>
                    <a:pt x="33" y="20"/>
                    <a:pt x="40" y="18"/>
                    <a:pt x="47" y="17"/>
                  </a:cubicBezTo>
                  <a:cubicBezTo>
                    <a:pt x="52" y="16"/>
                    <a:pt x="56" y="17"/>
                    <a:pt x="58" y="12"/>
                  </a:cubicBezTo>
                  <a:cubicBezTo>
                    <a:pt x="59" y="9"/>
                    <a:pt x="59" y="2"/>
                    <a:pt x="55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46" name="Freeform 2515">
              <a:extLst>
                <a:ext uri="{FF2B5EF4-FFF2-40B4-BE49-F238E27FC236}">
                  <a16:creationId xmlns:a16="http://schemas.microsoft.com/office/drawing/2014/main" id="{FEA49267-5F36-4E1A-BA63-464A81C4E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394"/>
              <a:ext cx="46" cy="39"/>
            </a:xfrm>
            <a:custGeom>
              <a:avLst/>
              <a:gdLst>
                <a:gd name="T0" fmla="*/ 5 w 45"/>
                <a:gd name="T1" fmla="*/ 46 h 36"/>
                <a:gd name="T2" fmla="*/ 3 w 45"/>
                <a:gd name="T3" fmla="*/ 18 h 36"/>
                <a:gd name="T4" fmla="*/ 2 w 45"/>
                <a:gd name="T5" fmla="*/ 10 h 36"/>
                <a:gd name="T6" fmla="*/ 21 w 45"/>
                <a:gd name="T7" fmla="*/ 3 h 36"/>
                <a:gd name="T8" fmla="*/ 42 w 45"/>
                <a:gd name="T9" fmla="*/ 3 h 36"/>
                <a:gd name="T10" fmla="*/ 48 w 45"/>
                <a:gd name="T11" fmla="*/ 25 h 36"/>
                <a:gd name="T12" fmla="*/ 43 w 45"/>
                <a:gd name="T13" fmla="*/ 4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6">
                  <a:moveTo>
                    <a:pt x="5" y="36"/>
                  </a:moveTo>
                  <a:cubicBezTo>
                    <a:pt x="1" y="30"/>
                    <a:pt x="4" y="21"/>
                    <a:pt x="3" y="15"/>
                  </a:cubicBezTo>
                  <a:cubicBezTo>
                    <a:pt x="3" y="13"/>
                    <a:pt x="0" y="10"/>
                    <a:pt x="2" y="7"/>
                  </a:cubicBezTo>
                  <a:cubicBezTo>
                    <a:pt x="6" y="4"/>
                    <a:pt x="17" y="4"/>
                    <a:pt x="21" y="3"/>
                  </a:cubicBezTo>
                  <a:cubicBezTo>
                    <a:pt x="26" y="2"/>
                    <a:pt x="34" y="0"/>
                    <a:pt x="39" y="3"/>
                  </a:cubicBezTo>
                  <a:cubicBezTo>
                    <a:pt x="45" y="6"/>
                    <a:pt x="45" y="13"/>
                    <a:pt x="45" y="19"/>
                  </a:cubicBezTo>
                  <a:cubicBezTo>
                    <a:pt x="45" y="24"/>
                    <a:pt x="45" y="34"/>
                    <a:pt x="40" y="3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47" name="Freeform 2516">
              <a:extLst>
                <a:ext uri="{FF2B5EF4-FFF2-40B4-BE49-F238E27FC236}">
                  <a16:creationId xmlns:a16="http://schemas.microsoft.com/office/drawing/2014/main" id="{1CEDCC02-39EC-4012-9A52-5369F7C58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374"/>
              <a:ext cx="49" cy="30"/>
            </a:xfrm>
            <a:custGeom>
              <a:avLst/>
              <a:gdLst>
                <a:gd name="T0" fmla="*/ 6 w 48"/>
                <a:gd name="T1" fmla="*/ 5 h 28"/>
                <a:gd name="T2" fmla="*/ 2 w 48"/>
                <a:gd name="T3" fmla="*/ 13 h 28"/>
                <a:gd name="T4" fmla="*/ 3 w 48"/>
                <a:gd name="T5" fmla="*/ 28 h 28"/>
                <a:gd name="T6" fmla="*/ 30 w 48"/>
                <a:gd name="T7" fmla="*/ 29 h 28"/>
                <a:gd name="T8" fmla="*/ 50 w 48"/>
                <a:gd name="T9" fmla="*/ 17 h 28"/>
                <a:gd name="T10" fmla="*/ 45 w 48"/>
                <a:gd name="T11" fmla="*/ 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8">
                  <a:moveTo>
                    <a:pt x="6" y="5"/>
                  </a:moveTo>
                  <a:cubicBezTo>
                    <a:pt x="5" y="4"/>
                    <a:pt x="2" y="8"/>
                    <a:pt x="2" y="10"/>
                  </a:cubicBezTo>
                  <a:cubicBezTo>
                    <a:pt x="0" y="13"/>
                    <a:pt x="1" y="20"/>
                    <a:pt x="3" y="22"/>
                  </a:cubicBezTo>
                  <a:cubicBezTo>
                    <a:pt x="8" y="28"/>
                    <a:pt x="21" y="23"/>
                    <a:pt x="27" y="23"/>
                  </a:cubicBezTo>
                  <a:cubicBezTo>
                    <a:pt x="35" y="23"/>
                    <a:pt x="45" y="23"/>
                    <a:pt x="47" y="14"/>
                  </a:cubicBezTo>
                  <a:cubicBezTo>
                    <a:pt x="48" y="10"/>
                    <a:pt x="48" y="0"/>
                    <a:pt x="42" y="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48" name="Freeform 2517">
              <a:extLst>
                <a:ext uri="{FF2B5EF4-FFF2-40B4-BE49-F238E27FC236}">
                  <a16:creationId xmlns:a16="http://schemas.microsoft.com/office/drawing/2014/main" id="{C2959F1F-63F3-44F6-A4CB-5195DC6B8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3377"/>
              <a:ext cx="6" cy="9"/>
            </a:xfrm>
            <a:custGeom>
              <a:avLst/>
              <a:gdLst>
                <a:gd name="T0" fmla="*/ 6 w 6"/>
                <a:gd name="T1" fmla="*/ 1 h 8"/>
                <a:gd name="T2" fmla="*/ 0 w 6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1"/>
                  </a:moveTo>
                  <a:cubicBezTo>
                    <a:pt x="3" y="0"/>
                    <a:pt x="0" y="6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49" name="Freeform 2518">
              <a:extLst>
                <a:ext uri="{FF2B5EF4-FFF2-40B4-BE49-F238E27FC236}">
                  <a16:creationId xmlns:a16="http://schemas.microsoft.com/office/drawing/2014/main" id="{3BA188FD-0599-45B0-9B45-78FB6BF73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383"/>
              <a:ext cx="63" cy="23"/>
            </a:xfrm>
            <a:custGeom>
              <a:avLst/>
              <a:gdLst>
                <a:gd name="T0" fmla="*/ 43 w 63"/>
                <a:gd name="T1" fmla="*/ 2 h 22"/>
                <a:gd name="T2" fmla="*/ 56 w 63"/>
                <a:gd name="T3" fmla="*/ 19 h 22"/>
                <a:gd name="T4" fmla="*/ 46 w 63"/>
                <a:gd name="T5" fmla="*/ 23 h 22"/>
                <a:gd name="T6" fmla="*/ 28 w 63"/>
                <a:gd name="T7" fmla="*/ 24 h 22"/>
                <a:gd name="T8" fmla="*/ 8 w 63"/>
                <a:gd name="T9" fmla="*/ 22 h 22"/>
                <a:gd name="T10" fmla="*/ 0 w 63"/>
                <a:gd name="T11" fmla="*/ 2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2">
                  <a:moveTo>
                    <a:pt x="43" y="2"/>
                  </a:moveTo>
                  <a:cubicBezTo>
                    <a:pt x="50" y="0"/>
                    <a:pt x="63" y="8"/>
                    <a:pt x="56" y="16"/>
                  </a:cubicBezTo>
                  <a:cubicBezTo>
                    <a:pt x="54" y="19"/>
                    <a:pt x="49" y="19"/>
                    <a:pt x="46" y="20"/>
                  </a:cubicBezTo>
                  <a:cubicBezTo>
                    <a:pt x="39" y="22"/>
                    <a:pt x="34" y="21"/>
                    <a:pt x="28" y="21"/>
                  </a:cubicBezTo>
                  <a:cubicBezTo>
                    <a:pt x="21" y="20"/>
                    <a:pt x="14" y="20"/>
                    <a:pt x="8" y="19"/>
                  </a:cubicBezTo>
                  <a:cubicBezTo>
                    <a:pt x="5" y="19"/>
                    <a:pt x="1" y="20"/>
                    <a:pt x="0" y="18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50" name="Freeform 2519">
              <a:extLst>
                <a:ext uri="{FF2B5EF4-FFF2-40B4-BE49-F238E27FC236}">
                  <a16:creationId xmlns:a16="http://schemas.microsoft.com/office/drawing/2014/main" id="{36F78112-FE34-4672-8245-A4C11A216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3358"/>
              <a:ext cx="44" cy="30"/>
            </a:xfrm>
            <a:custGeom>
              <a:avLst/>
              <a:gdLst>
                <a:gd name="T0" fmla="*/ 4 w 43"/>
                <a:gd name="T1" fmla="*/ 1 h 28"/>
                <a:gd name="T2" fmla="*/ 2 w 43"/>
                <a:gd name="T3" fmla="*/ 16 h 28"/>
                <a:gd name="T4" fmla="*/ 17 w 43"/>
                <a:gd name="T5" fmla="*/ 33 h 28"/>
                <a:gd name="T6" fmla="*/ 45 w 43"/>
                <a:gd name="T7" fmla="*/ 20 h 28"/>
                <a:gd name="T8" fmla="*/ 40 w 43"/>
                <a:gd name="T9" fmla="*/ 2 h 28"/>
                <a:gd name="T10" fmla="*/ 39 w 43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8">
                  <a:moveTo>
                    <a:pt x="4" y="1"/>
                  </a:moveTo>
                  <a:cubicBezTo>
                    <a:pt x="0" y="0"/>
                    <a:pt x="1" y="10"/>
                    <a:pt x="2" y="13"/>
                  </a:cubicBezTo>
                  <a:cubicBezTo>
                    <a:pt x="5" y="22"/>
                    <a:pt x="5" y="28"/>
                    <a:pt x="17" y="27"/>
                  </a:cubicBezTo>
                  <a:cubicBezTo>
                    <a:pt x="23" y="26"/>
                    <a:pt x="43" y="26"/>
                    <a:pt x="42" y="17"/>
                  </a:cubicBezTo>
                  <a:cubicBezTo>
                    <a:pt x="42" y="12"/>
                    <a:pt x="39" y="7"/>
                    <a:pt x="37" y="2"/>
                  </a:cubicBezTo>
                  <a:cubicBezTo>
                    <a:pt x="36" y="2"/>
                    <a:pt x="36" y="2"/>
                    <a:pt x="36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51" name="Freeform 2520">
              <a:extLst>
                <a:ext uri="{FF2B5EF4-FFF2-40B4-BE49-F238E27FC236}">
                  <a16:creationId xmlns:a16="http://schemas.microsoft.com/office/drawing/2014/main" id="{59C247D6-8F09-4DAC-B263-736E7096A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3404"/>
              <a:ext cx="7" cy="10"/>
            </a:xfrm>
            <a:custGeom>
              <a:avLst/>
              <a:gdLst>
                <a:gd name="T0" fmla="*/ 7 w 7"/>
                <a:gd name="T1" fmla="*/ 0 h 9"/>
                <a:gd name="T2" fmla="*/ 0 w 7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3" y="0"/>
                    <a:pt x="1" y="6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52" name="Freeform 2521">
              <a:extLst>
                <a:ext uri="{FF2B5EF4-FFF2-40B4-BE49-F238E27FC236}">
                  <a16:creationId xmlns:a16="http://schemas.microsoft.com/office/drawing/2014/main" id="{390D9CAA-88D8-442A-9823-43E96EE1C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3404"/>
              <a:ext cx="12" cy="29"/>
            </a:xfrm>
            <a:custGeom>
              <a:avLst/>
              <a:gdLst>
                <a:gd name="T0" fmla="*/ 1 w 12"/>
                <a:gd name="T1" fmla="*/ 0 h 27"/>
                <a:gd name="T2" fmla="*/ 0 w 12"/>
                <a:gd name="T3" fmla="*/ 3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1" y="0"/>
                  </a:moveTo>
                  <a:cubicBezTo>
                    <a:pt x="10" y="7"/>
                    <a:pt x="12" y="23"/>
                    <a:pt x="0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53" name="Freeform 2522">
              <a:extLst>
                <a:ext uri="{FF2B5EF4-FFF2-40B4-BE49-F238E27FC236}">
                  <a16:creationId xmlns:a16="http://schemas.microsoft.com/office/drawing/2014/main" id="{B417E125-CE56-4577-99A8-18781F691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388"/>
              <a:ext cx="2" cy="4"/>
            </a:xfrm>
            <a:custGeom>
              <a:avLst/>
              <a:gdLst>
                <a:gd name="T0" fmla="*/ 2 w 2"/>
                <a:gd name="T1" fmla="*/ 0 h 4"/>
                <a:gd name="T2" fmla="*/ 0 w 2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54" name="Freeform 2523">
              <a:extLst>
                <a:ext uri="{FF2B5EF4-FFF2-40B4-BE49-F238E27FC236}">
                  <a16:creationId xmlns:a16="http://schemas.microsoft.com/office/drawing/2014/main" id="{F300CC7E-1524-4700-8412-F47BE3445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380"/>
              <a:ext cx="46" cy="35"/>
            </a:xfrm>
            <a:custGeom>
              <a:avLst/>
              <a:gdLst>
                <a:gd name="T0" fmla="*/ 0 w 45"/>
                <a:gd name="T1" fmla="*/ 39 h 32"/>
                <a:gd name="T2" fmla="*/ 14 w 45"/>
                <a:gd name="T3" fmla="*/ 39 h 32"/>
                <a:gd name="T4" fmla="*/ 33 w 45"/>
                <a:gd name="T5" fmla="*/ 36 h 32"/>
                <a:gd name="T6" fmla="*/ 48 w 45"/>
                <a:gd name="T7" fmla="*/ 26 h 32"/>
                <a:gd name="T8" fmla="*/ 35 w 45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2">
                  <a:moveTo>
                    <a:pt x="0" y="30"/>
                  </a:moveTo>
                  <a:cubicBezTo>
                    <a:pt x="5" y="31"/>
                    <a:pt x="9" y="32"/>
                    <a:pt x="14" y="30"/>
                  </a:cubicBezTo>
                  <a:cubicBezTo>
                    <a:pt x="20" y="29"/>
                    <a:pt x="24" y="27"/>
                    <a:pt x="30" y="27"/>
                  </a:cubicBezTo>
                  <a:cubicBezTo>
                    <a:pt x="36" y="26"/>
                    <a:pt x="45" y="28"/>
                    <a:pt x="45" y="20"/>
                  </a:cubicBezTo>
                  <a:cubicBezTo>
                    <a:pt x="45" y="16"/>
                    <a:pt x="37" y="0"/>
                    <a:pt x="32" y="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55" name="Freeform 2524">
              <a:extLst>
                <a:ext uri="{FF2B5EF4-FFF2-40B4-BE49-F238E27FC236}">
                  <a16:creationId xmlns:a16="http://schemas.microsoft.com/office/drawing/2014/main" id="{3F9AE384-E458-45B1-AE33-9BCDAB7D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3359"/>
              <a:ext cx="45" cy="31"/>
            </a:xfrm>
            <a:custGeom>
              <a:avLst/>
              <a:gdLst>
                <a:gd name="T0" fmla="*/ 44 w 45"/>
                <a:gd name="T1" fmla="*/ 0 h 29"/>
                <a:gd name="T2" fmla="*/ 43 w 45"/>
                <a:gd name="T3" fmla="*/ 0 h 29"/>
                <a:gd name="T4" fmla="*/ 38 w 45"/>
                <a:gd name="T5" fmla="*/ 28 h 29"/>
                <a:gd name="T6" fmla="*/ 16 w 45"/>
                <a:gd name="T7" fmla="*/ 34 h 29"/>
                <a:gd name="T8" fmla="*/ 0 w 45"/>
                <a:gd name="T9" fmla="*/ 3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9">
                  <a:moveTo>
                    <a:pt x="44" y="0"/>
                  </a:moveTo>
                  <a:cubicBezTo>
                    <a:pt x="44" y="0"/>
                    <a:pt x="44" y="0"/>
                    <a:pt x="43" y="0"/>
                  </a:cubicBezTo>
                  <a:cubicBezTo>
                    <a:pt x="41" y="7"/>
                    <a:pt x="45" y="16"/>
                    <a:pt x="38" y="22"/>
                  </a:cubicBezTo>
                  <a:cubicBezTo>
                    <a:pt x="31" y="27"/>
                    <a:pt x="24" y="28"/>
                    <a:pt x="16" y="28"/>
                  </a:cubicBezTo>
                  <a:cubicBezTo>
                    <a:pt x="10" y="28"/>
                    <a:pt x="5" y="28"/>
                    <a:pt x="0" y="29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56" name="Freeform 2525">
              <a:extLst>
                <a:ext uri="{FF2B5EF4-FFF2-40B4-BE49-F238E27FC236}">
                  <a16:creationId xmlns:a16="http://schemas.microsoft.com/office/drawing/2014/main" id="{AD918EC9-BF7B-4007-84CD-9C270FC0D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407"/>
              <a:ext cx="15" cy="28"/>
            </a:xfrm>
            <a:custGeom>
              <a:avLst/>
              <a:gdLst>
                <a:gd name="T0" fmla="*/ 0 w 15"/>
                <a:gd name="T1" fmla="*/ 0 h 26"/>
                <a:gd name="T2" fmla="*/ 15 w 15"/>
                <a:gd name="T3" fmla="*/ 17 h 26"/>
                <a:gd name="T4" fmla="*/ 12 w 15"/>
                <a:gd name="T5" fmla="*/ 3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0" y="0"/>
                  </a:moveTo>
                  <a:cubicBezTo>
                    <a:pt x="9" y="0"/>
                    <a:pt x="15" y="6"/>
                    <a:pt x="15" y="14"/>
                  </a:cubicBezTo>
                  <a:cubicBezTo>
                    <a:pt x="15" y="19"/>
                    <a:pt x="12" y="22"/>
                    <a:pt x="12" y="2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57" name="Freeform 2526">
              <a:extLst>
                <a:ext uri="{FF2B5EF4-FFF2-40B4-BE49-F238E27FC236}">
                  <a16:creationId xmlns:a16="http://schemas.microsoft.com/office/drawing/2014/main" id="{690BFD9B-756A-4576-BADF-13813A174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383"/>
              <a:ext cx="51" cy="44"/>
            </a:xfrm>
            <a:custGeom>
              <a:avLst/>
              <a:gdLst>
                <a:gd name="T0" fmla="*/ 26 w 51"/>
                <a:gd name="T1" fmla="*/ 0 h 41"/>
                <a:gd name="T2" fmla="*/ 27 w 51"/>
                <a:gd name="T3" fmla="*/ 46 h 41"/>
                <a:gd name="T4" fmla="*/ 9 w 51"/>
                <a:gd name="T5" fmla="*/ 42 h 41"/>
                <a:gd name="T6" fmla="*/ 1 w 51"/>
                <a:gd name="T7" fmla="*/ 38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1">
                  <a:moveTo>
                    <a:pt x="26" y="0"/>
                  </a:moveTo>
                  <a:cubicBezTo>
                    <a:pt x="27" y="7"/>
                    <a:pt x="51" y="41"/>
                    <a:pt x="27" y="37"/>
                  </a:cubicBezTo>
                  <a:cubicBezTo>
                    <a:pt x="21" y="36"/>
                    <a:pt x="16" y="34"/>
                    <a:pt x="9" y="34"/>
                  </a:cubicBezTo>
                  <a:cubicBezTo>
                    <a:pt x="6" y="34"/>
                    <a:pt x="0" y="35"/>
                    <a:pt x="1" y="3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58" name="Freeform 2527">
              <a:extLst>
                <a:ext uri="{FF2B5EF4-FFF2-40B4-BE49-F238E27FC236}">
                  <a16:creationId xmlns:a16="http://schemas.microsoft.com/office/drawing/2014/main" id="{355920CD-C20D-4305-B690-406D951E0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358"/>
              <a:ext cx="62" cy="36"/>
            </a:xfrm>
            <a:custGeom>
              <a:avLst/>
              <a:gdLst>
                <a:gd name="T0" fmla="*/ 0 w 61"/>
                <a:gd name="T1" fmla="*/ 5 h 34"/>
                <a:gd name="T2" fmla="*/ 17 w 61"/>
                <a:gd name="T3" fmla="*/ 33 h 34"/>
                <a:gd name="T4" fmla="*/ 40 w 61"/>
                <a:gd name="T5" fmla="*/ 36 h 34"/>
                <a:gd name="T6" fmla="*/ 56 w 61"/>
                <a:gd name="T7" fmla="*/ 36 h 34"/>
                <a:gd name="T8" fmla="*/ 56 w 61"/>
                <a:gd name="T9" fmla="*/ 5 h 34"/>
                <a:gd name="T10" fmla="*/ 47 w 61"/>
                <a:gd name="T11" fmla="*/ 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34">
                  <a:moveTo>
                    <a:pt x="0" y="5"/>
                  </a:moveTo>
                  <a:cubicBezTo>
                    <a:pt x="4" y="16"/>
                    <a:pt x="2" y="26"/>
                    <a:pt x="17" y="27"/>
                  </a:cubicBezTo>
                  <a:cubicBezTo>
                    <a:pt x="24" y="28"/>
                    <a:pt x="30" y="28"/>
                    <a:pt x="37" y="30"/>
                  </a:cubicBezTo>
                  <a:cubicBezTo>
                    <a:pt x="43" y="32"/>
                    <a:pt x="48" y="34"/>
                    <a:pt x="53" y="30"/>
                  </a:cubicBezTo>
                  <a:cubicBezTo>
                    <a:pt x="61" y="23"/>
                    <a:pt x="61" y="12"/>
                    <a:pt x="53" y="5"/>
                  </a:cubicBezTo>
                  <a:cubicBezTo>
                    <a:pt x="51" y="3"/>
                    <a:pt x="47" y="0"/>
                    <a:pt x="4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59" name="Freeform 2528">
              <a:extLst>
                <a:ext uri="{FF2B5EF4-FFF2-40B4-BE49-F238E27FC236}">
                  <a16:creationId xmlns:a16="http://schemas.microsoft.com/office/drawing/2014/main" id="{EA95FD89-4385-4F36-A819-761E9A767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403"/>
              <a:ext cx="58" cy="29"/>
            </a:xfrm>
            <a:custGeom>
              <a:avLst/>
              <a:gdLst>
                <a:gd name="T0" fmla="*/ 3 w 57"/>
                <a:gd name="T1" fmla="*/ 33 h 27"/>
                <a:gd name="T2" fmla="*/ 2 w 57"/>
                <a:gd name="T3" fmla="*/ 13 h 27"/>
                <a:gd name="T4" fmla="*/ 26 w 57"/>
                <a:gd name="T5" fmla="*/ 1 h 27"/>
                <a:gd name="T6" fmla="*/ 43 w 57"/>
                <a:gd name="T7" fmla="*/ 4 h 27"/>
                <a:gd name="T8" fmla="*/ 56 w 57"/>
                <a:gd name="T9" fmla="*/ 12 h 27"/>
                <a:gd name="T10" fmla="*/ 60 w 57"/>
                <a:gd name="T11" fmla="*/ 3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7">
                  <a:moveTo>
                    <a:pt x="3" y="27"/>
                  </a:moveTo>
                  <a:cubicBezTo>
                    <a:pt x="0" y="24"/>
                    <a:pt x="0" y="14"/>
                    <a:pt x="2" y="10"/>
                  </a:cubicBezTo>
                  <a:cubicBezTo>
                    <a:pt x="5" y="3"/>
                    <a:pt x="19" y="1"/>
                    <a:pt x="26" y="1"/>
                  </a:cubicBezTo>
                  <a:cubicBezTo>
                    <a:pt x="32" y="0"/>
                    <a:pt x="35" y="1"/>
                    <a:pt x="40" y="4"/>
                  </a:cubicBezTo>
                  <a:cubicBezTo>
                    <a:pt x="45" y="5"/>
                    <a:pt x="49" y="4"/>
                    <a:pt x="53" y="9"/>
                  </a:cubicBezTo>
                  <a:cubicBezTo>
                    <a:pt x="56" y="14"/>
                    <a:pt x="55" y="22"/>
                    <a:pt x="57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60" name="Freeform 2529">
              <a:extLst>
                <a:ext uri="{FF2B5EF4-FFF2-40B4-BE49-F238E27FC236}">
                  <a16:creationId xmlns:a16="http://schemas.microsoft.com/office/drawing/2014/main" id="{38E0B7B4-609A-45AE-B62C-C65D969B6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358"/>
              <a:ext cx="51" cy="31"/>
            </a:xfrm>
            <a:custGeom>
              <a:avLst/>
              <a:gdLst>
                <a:gd name="T0" fmla="*/ 2 w 51"/>
                <a:gd name="T1" fmla="*/ 0 h 29"/>
                <a:gd name="T2" fmla="*/ 6 w 51"/>
                <a:gd name="T3" fmla="*/ 28 h 29"/>
                <a:gd name="T4" fmla="*/ 35 w 51"/>
                <a:gd name="T5" fmla="*/ 29 h 29"/>
                <a:gd name="T6" fmla="*/ 51 w 51"/>
                <a:gd name="T7" fmla="*/ 16 h 29"/>
                <a:gd name="T8" fmla="*/ 44 w 51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9">
                  <a:moveTo>
                    <a:pt x="2" y="0"/>
                  </a:moveTo>
                  <a:cubicBezTo>
                    <a:pt x="0" y="5"/>
                    <a:pt x="2" y="18"/>
                    <a:pt x="6" y="22"/>
                  </a:cubicBezTo>
                  <a:cubicBezTo>
                    <a:pt x="11" y="29"/>
                    <a:pt x="28" y="24"/>
                    <a:pt x="35" y="23"/>
                  </a:cubicBezTo>
                  <a:cubicBezTo>
                    <a:pt x="42" y="22"/>
                    <a:pt x="50" y="21"/>
                    <a:pt x="51" y="13"/>
                  </a:cubicBezTo>
                  <a:cubicBezTo>
                    <a:pt x="51" y="9"/>
                    <a:pt x="48" y="3"/>
                    <a:pt x="4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61" name="Freeform 2530">
              <a:extLst>
                <a:ext uri="{FF2B5EF4-FFF2-40B4-BE49-F238E27FC236}">
                  <a16:creationId xmlns:a16="http://schemas.microsoft.com/office/drawing/2014/main" id="{080F1767-B670-46E7-8EAA-3535A2B4E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3384"/>
              <a:ext cx="5" cy="10"/>
            </a:xfrm>
            <a:custGeom>
              <a:avLst/>
              <a:gdLst>
                <a:gd name="T0" fmla="*/ 5 w 5"/>
                <a:gd name="T1" fmla="*/ 0 h 10"/>
                <a:gd name="T2" fmla="*/ 0 w 5"/>
                <a:gd name="T3" fmla="*/ 1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1" y="3"/>
                    <a:pt x="2" y="6"/>
                    <a:pt x="0" y="1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62" name="Freeform 2531">
              <a:extLst>
                <a:ext uri="{FF2B5EF4-FFF2-40B4-BE49-F238E27FC236}">
                  <a16:creationId xmlns:a16="http://schemas.microsoft.com/office/drawing/2014/main" id="{3459502A-D7D8-46A1-8B9A-3DB3C27BA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387"/>
              <a:ext cx="7" cy="29"/>
            </a:xfrm>
            <a:custGeom>
              <a:avLst/>
              <a:gdLst>
                <a:gd name="T0" fmla="*/ 1 w 7"/>
                <a:gd name="T1" fmla="*/ 0 h 27"/>
                <a:gd name="T2" fmla="*/ 6 w 7"/>
                <a:gd name="T3" fmla="*/ 18 h 27"/>
                <a:gd name="T4" fmla="*/ 0 w 7"/>
                <a:gd name="T5" fmla="*/ 2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7">
                  <a:moveTo>
                    <a:pt x="1" y="0"/>
                  </a:moveTo>
                  <a:cubicBezTo>
                    <a:pt x="7" y="0"/>
                    <a:pt x="6" y="11"/>
                    <a:pt x="6" y="15"/>
                  </a:cubicBezTo>
                  <a:cubicBezTo>
                    <a:pt x="6" y="18"/>
                    <a:pt x="4" y="27"/>
                    <a:pt x="0" y="2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63" name="Freeform 2532">
              <a:extLst>
                <a:ext uri="{FF2B5EF4-FFF2-40B4-BE49-F238E27FC236}">
                  <a16:creationId xmlns:a16="http://schemas.microsoft.com/office/drawing/2014/main" id="{4602B2F7-5F41-473A-A45E-150D0CF81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377"/>
              <a:ext cx="55" cy="34"/>
            </a:xfrm>
            <a:custGeom>
              <a:avLst/>
              <a:gdLst>
                <a:gd name="T0" fmla="*/ 47 w 55"/>
                <a:gd name="T1" fmla="*/ 0 h 31"/>
                <a:gd name="T2" fmla="*/ 54 w 55"/>
                <a:gd name="T3" fmla="*/ 10 h 31"/>
                <a:gd name="T4" fmla="*/ 53 w 55"/>
                <a:gd name="T5" fmla="*/ 29 h 31"/>
                <a:gd name="T6" fmla="*/ 48 w 55"/>
                <a:gd name="T7" fmla="*/ 36 h 31"/>
                <a:gd name="T8" fmla="*/ 33 w 55"/>
                <a:gd name="T9" fmla="*/ 38 h 31"/>
                <a:gd name="T10" fmla="*/ 12 w 55"/>
                <a:gd name="T11" fmla="*/ 39 h 31"/>
                <a:gd name="T12" fmla="*/ 0 w 55"/>
                <a:gd name="T13" fmla="*/ 3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1">
                  <a:moveTo>
                    <a:pt x="47" y="0"/>
                  </a:moveTo>
                  <a:cubicBezTo>
                    <a:pt x="49" y="3"/>
                    <a:pt x="52" y="3"/>
                    <a:pt x="54" y="7"/>
                  </a:cubicBezTo>
                  <a:cubicBezTo>
                    <a:pt x="55" y="10"/>
                    <a:pt x="53" y="18"/>
                    <a:pt x="53" y="22"/>
                  </a:cubicBezTo>
                  <a:cubicBezTo>
                    <a:pt x="52" y="26"/>
                    <a:pt x="53" y="24"/>
                    <a:pt x="48" y="27"/>
                  </a:cubicBezTo>
                  <a:cubicBezTo>
                    <a:pt x="43" y="29"/>
                    <a:pt x="38" y="29"/>
                    <a:pt x="33" y="29"/>
                  </a:cubicBezTo>
                  <a:cubicBezTo>
                    <a:pt x="26" y="30"/>
                    <a:pt x="19" y="30"/>
                    <a:pt x="12" y="30"/>
                  </a:cubicBezTo>
                  <a:cubicBezTo>
                    <a:pt x="8" y="30"/>
                    <a:pt x="2" y="31"/>
                    <a:pt x="0" y="28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64" name="Freeform 2533">
              <a:extLst>
                <a:ext uri="{FF2B5EF4-FFF2-40B4-BE49-F238E27FC236}">
                  <a16:creationId xmlns:a16="http://schemas.microsoft.com/office/drawing/2014/main" id="{FBAD4BB7-8BC6-4F49-B692-12E473536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3383"/>
              <a:ext cx="5" cy="6"/>
            </a:xfrm>
            <a:custGeom>
              <a:avLst/>
              <a:gdLst>
                <a:gd name="T0" fmla="*/ 5 w 5"/>
                <a:gd name="T1" fmla="*/ 0 h 6"/>
                <a:gd name="T2" fmla="*/ 0 w 5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65" name="Freeform 2534">
              <a:extLst>
                <a:ext uri="{FF2B5EF4-FFF2-40B4-BE49-F238E27FC236}">
                  <a16:creationId xmlns:a16="http://schemas.microsoft.com/office/drawing/2014/main" id="{0C790CF5-2EDC-4ECA-8E3E-08982B0C2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3405"/>
              <a:ext cx="8" cy="28"/>
            </a:xfrm>
            <a:custGeom>
              <a:avLst/>
              <a:gdLst>
                <a:gd name="T0" fmla="*/ 0 w 8"/>
                <a:gd name="T1" fmla="*/ 2 h 26"/>
                <a:gd name="T2" fmla="*/ 5 w 8"/>
                <a:gd name="T3" fmla="*/ 3 h 26"/>
                <a:gd name="T4" fmla="*/ 7 w 8"/>
                <a:gd name="T5" fmla="*/ 18 h 26"/>
                <a:gd name="T6" fmla="*/ 4 w 8"/>
                <a:gd name="T7" fmla="*/ 3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6">
                  <a:moveTo>
                    <a:pt x="0" y="2"/>
                  </a:moveTo>
                  <a:cubicBezTo>
                    <a:pt x="1" y="0"/>
                    <a:pt x="3" y="1"/>
                    <a:pt x="5" y="3"/>
                  </a:cubicBezTo>
                  <a:cubicBezTo>
                    <a:pt x="8" y="7"/>
                    <a:pt x="7" y="10"/>
                    <a:pt x="7" y="15"/>
                  </a:cubicBezTo>
                  <a:cubicBezTo>
                    <a:pt x="6" y="19"/>
                    <a:pt x="8" y="25"/>
                    <a:pt x="4" y="2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66" name="Freeform 2535">
              <a:extLst>
                <a:ext uri="{FF2B5EF4-FFF2-40B4-BE49-F238E27FC236}">
                  <a16:creationId xmlns:a16="http://schemas.microsoft.com/office/drawing/2014/main" id="{24E0628D-CE37-42E8-9A24-27F2C76BE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359"/>
              <a:ext cx="61" cy="30"/>
            </a:xfrm>
            <a:custGeom>
              <a:avLst/>
              <a:gdLst>
                <a:gd name="T0" fmla="*/ 0 w 60"/>
                <a:gd name="T1" fmla="*/ 29 h 28"/>
                <a:gd name="T2" fmla="*/ 11 w 60"/>
                <a:gd name="T3" fmla="*/ 34 h 28"/>
                <a:gd name="T4" fmla="*/ 28 w 60"/>
                <a:gd name="T5" fmla="*/ 29 h 28"/>
                <a:gd name="T6" fmla="*/ 59 w 60"/>
                <a:gd name="T7" fmla="*/ 28 h 28"/>
                <a:gd name="T8" fmla="*/ 60 w 60"/>
                <a:gd name="T9" fmla="*/ 6 h 28"/>
                <a:gd name="T10" fmla="*/ 53 w 60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28">
                  <a:moveTo>
                    <a:pt x="0" y="23"/>
                  </a:moveTo>
                  <a:cubicBezTo>
                    <a:pt x="3" y="26"/>
                    <a:pt x="6" y="28"/>
                    <a:pt x="11" y="28"/>
                  </a:cubicBezTo>
                  <a:cubicBezTo>
                    <a:pt x="17" y="28"/>
                    <a:pt x="22" y="24"/>
                    <a:pt x="28" y="23"/>
                  </a:cubicBezTo>
                  <a:cubicBezTo>
                    <a:pt x="34" y="23"/>
                    <a:pt x="51" y="27"/>
                    <a:pt x="56" y="22"/>
                  </a:cubicBezTo>
                  <a:cubicBezTo>
                    <a:pt x="60" y="19"/>
                    <a:pt x="58" y="10"/>
                    <a:pt x="57" y="6"/>
                  </a:cubicBezTo>
                  <a:cubicBezTo>
                    <a:pt x="55" y="1"/>
                    <a:pt x="55" y="0"/>
                    <a:pt x="5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67" name="Freeform 2536">
              <a:extLst>
                <a:ext uri="{FF2B5EF4-FFF2-40B4-BE49-F238E27FC236}">
                  <a16:creationId xmlns:a16="http://schemas.microsoft.com/office/drawing/2014/main" id="{53EEFA08-9FF4-4079-A8C6-8B0530FC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405"/>
              <a:ext cx="55" cy="28"/>
            </a:xfrm>
            <a:custGeom>
              <a:avLst/>
              <a:gdLst>
                <a:gd name="T0" fmla="*/ 0 w 54"/>
                <a:gd name="T1" fmla="*/ 11 h 26"/>
                <a:gd name="T2" fmla="*/ 21 w 54"/>
                <a:gd name="T3" fmla="*/ 1 h 26"/>
                <a:gd name="T4" fmla="*/ 48 w 54"/>
                <a:gd name="T5" fmla="*/ 5 h 26"/>
                <a:gd name="T6" fmla="*/ 53 w 54"/>
                <a:gd name="T7" fmla="*/ 3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6">
                  <a:moveTo>
                    <a:pt x="0" y="8"/>
                  </a:moveTo>
                  <a:cubicBezTo>
                    <a:pt x="1" y="2"/>
                    <a:pt x="16" y="2"/>
                    <a:pt x="21" y="1"/>
                  </a:cubicBezTo>
                  <a:cubicBezTo>
                    <a:pt x="28" y="0"/>
                    <a:pt x="39" y="1"/>
                    <a:pt x="45" y="5"/>
                  </a:cubicBezTo>
                  <a:cubicBezTo>
                    <a:pt x="51" y="9"/>
                    <a:pt x="54" y="21"/>
                    <a:pt x="50" y="2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68" name="Freeform 2537">
              <a:extLst>
                <a:ext uri="{FF2B5EF4-FFF2-40B4-BE49-F238E27FC236}">
                  <a16:creationId xmlns:a16="http://schemas.microsoft.com/office/drawing/2014/main" id="{FD250BD2-8C2F-45A8-9CEB-48146FBE8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380"/>
              <a:ext cx="13" cy="38"/>
            </a:xfrm>
            <a:custGeom>
              <a:avLst/>
              <a:gdLst>
                <a:gd name="T0" fmla="*/ 6 w 13"/>
                <a:gd name="T1" fmla="*/ 0 h 35"/>
                <a:gd name="T2" fmla="*/ 8 w 13"/>
                <a:gd name="T3" fmla="*/ 28 h 35"/>
                <a:gd name="T4" fmla="*/ 0 w 13"/>
                <a:gd name="T5" fmla="*/ 4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5">
                  <a:moveTo>
                    <a:pt x="6" y="0"/>
                  </a:moveTo>
                  <a:cubicBezTo>
                    <a:pt x="13" y="3"/>
                    <a:pt x="9" y="17"/>
                    <a:pt x="8" y="22"/>
                  </a:cubicBezTo>
                  <a:cubicBezTo>
                    <a:pt x="8" y="28"/>
                    <a:pt x="7" y="35"/>
                    <a:pt x="0" y="3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69" name="Freeform 2538">
              <a:extLst>
                <a:ext uri="{FF2B5EF4-FFF2-40B4-BE49-F238E27FC236}">
                  <a16:creationId xmlns:a16="http://schemas.microsoft.com/office/drawing/2014/main" id="{F0559D9C-3B02-4858-AEDA-B3DB4B634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390"/>
              <a:ext cx="51" cy="42"/>
            </a:xfrm>
            <a:custGeom>
              <a:avLst/>
              <a:gdLst>
                <a:gd name="T0" fmla="*/ 43 w 51"/>
                <a:gd name="T1" fmla="*/ 48 h 39"/>
                <a:gd name="T2" fmla="*/ 48 w 51"/>
                <a:gd name="T3" fmla="*/ 29 h 39"/>
                <a:gd name="T4" fmla="*/ 45 w 51"/>
                <a:gd name="T5" fmla="*/ 5 h 39"/>
                <a:gd name="T6" fmla="*/ 26 w 51"/>
                <a:gd name="T7" fmla="*/ 6 h 39"/>
                <a:gd name="T8" fmla="*/ 9 w 51"/>
                <a:gd name="T9" fmla="*/ 5 h 39"/>
                <a:gd name="T10" fmla="*/ 0 w 51"/>
                <a:gd name="T11" fmla="*/ 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9">
                  <a:moveTo>
                    <a:pt x="43" y="39"/>
                  </a:moveTo>
                  <a:cubicBezTo>
                    <a:pt x="51" y="39"/>
                    <a:pt x="48" y="29"/>
                    <a:pt x="48" y="23"/>
                  </a:cubicBezTo>
                  <a:cubicBezTo>
                    <a:pt x="48" y="18"/>
                    <a:pt x="49" y="9"/>
                    <a:pt x="45" y="5"/>
                  </a:cubicBezTo>
                  <a:cubicBezTo>
                    <a:pt x="41" y="0"/>
                    <a:pt x="32" y="6"/>
                    <a:pt x="26" y="6"/>
                  </a:cubicBezTo>
                  <a:cubicBezTo>
                    <a:pt x="20" y="7"/>
                    <a:pt x="15" y="6"/>
                    <a:pt x="9" y="5"/>
                  </a:cubicBezTo>
                  <a:cubicBezTo>
                    <a:pt x="7" y="4"/>
                    <a:pt x="1" y="5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70" name="Freeform 2539">
              <a:extLst>
                <a:ext uri="{FF2B5EF4-FFF2-40B4-BE49-F238E27FC236}">
                  <a16:creationId xmlns:a16="http://schemas.microsoft.com/office/drawing/2014/main" id="{54038906-A5FA-4978-9943-33A9466A7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358"/>
              <a:ext cx="11" cy="36"/>
            </a:xfrm>
            <a:custGeom>
              <a:avLst/>
              <a:gdLst>
                <a:gd name="T0" fmla="*/ 8 w 11"/>
                <a:gd name="T1" fmla="*/ 0 h 34"/>
                <a:gd name="T2" fmla="*/ 5 w 11"/>
                <a:gd name="T3" fmla="*/ 32 h 34"/>
                <a:gd name="T4" fmla="*/ 0 w 11"/>
                <a:gd name="T5" fmla="*/ 4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4">
                  <a:moveTo>
                    <a:pt x="8" y="0"/>
                  </a:moveTo>
                  <a:cubicBezTo>
                    <a:pt x="9" y="9"/>
                    <a:pt x="11" y="19"/>
                    <a:pt x="5" y="26"/>
                  </a:cubicBezTo>
                  <a:cubicBezTo>
                    <a:pt x="3" y="29"/>
                    <a:pt x="1" y="30"/>
                    <a:pt x="0" y="3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71" name="Freeform 2540">
              <a:extLst>
                <a:ext uri="{FF2B5EF4-FFF2-40B4-BE49-F238E27FC236}">
                  <a16:creationId xmlns:a16="http://schemas.microsoft.com/office/drawing/2014/main" id="{C4E4EF88-3A6A-468E-977A-A359BD0C1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372"/>
              <a:ext cx="22" cy="16"/>
            </a:xfrm>
            <a:custGeom>
              <a:avLst/>
              <a:gdLst>
                <a:gd name="T0" fmla="*/ 2 w 22"/>
                <a:gd name="T1" fmla="*/ 0 h 15"/>
                <a:gd name="T2" fmla="*/ 0 w 22"/>
                <a:gd name="T3" fmla="*/ 13 h 15"/>
                <a:gd name="T4" fmla="*/ 9 w 22"/>
                <a:gd name="T5" fmla="*/ 17 h 15"/>
                <a:gd name="T6" fmla="*/ 18 w 22"/>
                <a:gd name="T7" fmla="*/ 18 h 15"/>
                <a:gd name="T8" fmla="*/ 22 w 22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2" y="0"/>
                  </a:moveTo>
                  <a:cubicBezTo>
                    <a:pt x="0" y="1"/>
                    <a:pt x="0" y="7"/>
                    <a:pt x="0" y="10"/>
                  </a:cubicBezTo>
                  <a:cubicBezTo>
                    <a:pt x="1" y="14"/>
                    <a:pt x="5" y="14"/>
                    <a:pt x="9" y="14"/>
                  </a:cubicBezTo>
                  <a:cubicBezTo>
                    <a:pt x="11" y="14"/>
                    <a:pt x="15" y="15"/>
                    <a:pt x="18" y="15"/>
                  </a:cubicBezTo>
                  <a:cubicBezTo>
                    <a:pt x="19" y="15"/>
                    <a:pt x="20" y="13"/>
                    <a:pt x="22" y="1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72" name="Freeform 2541">
              <a:extLst>
                <a:ext uri="{FF2B5EF4-FFF2-40B4-BE49-F238E27FC236}">
                  <a16:creationId xmlns:a16="http://schemas.microsoft.com/office/drawing/2014/main" id="{9F09D17C-3012-4582-A60C-76909B1D6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3385"/>
              <a:ext cx="14" cy="14"/>
            </a:xfrm>
            <a:custGeom>
              <a:avLst/>
              <a:gdLst>
                <a:gd name="T0" fmla="*/ 14 w 14"/>
                <a:gd name="T1" fmla="*/ 3 h 13"/>
                <a:gd name="T2" fmla="*/ 2 w 14"/>
                <a:gd name="T3" fmla="*/ 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0" y="0"/>
                    <a:pt x="0" y="7"/>
                    <a:pt x="2" y="1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73" name="Oval 2542">
              <a:extLst>
                <a:ext uri="{FF2B5EF4-FFF2-40B4-BE49-F238E27FC236}">
                  <a16:creationId xmlns:a16="http://schemas.microsoft.com/office/drawing/2014/main" id="{AC609BDE-0977-46F8-BAAE-97AE29A35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2" y="2657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74" name="Oval 2543">
              <a:extLst>
                <a:ext uri="{FF2B5EF4-FFF2-40B4-BE49-F238E27FC236}">
                  <a16:creationId xmlns:a16="http://schemas.microsoft.com/office/drawing/2014/main" id="{23E360E5-AC33-4E63-8EE4-9E875C405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3471"/>
              <a:ext cx="24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75" name="Oval 2544">
              <a:extLst>
                <a:ext uri="{FF2B5EF4-FFF2-40B4-BE49-F238E27FC236}">
                  <a16:creationId xmlns:a16="http://schemas.microsoft.com/office/drawing/2014/main" id="{E13EC1D3-E914-4D1A-9E15-7D6904C80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3" y="3486"/>
              <a:ext cx="24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76" name="Oval 2545">
              <a:extLst>
                <a:ext uri="{FF2B5EF4-FFF2-40B4-BE49-F238E27FC236}">
                  <a16:creationId xmlns:a16="http://schemas.microsoft.com/office/drawing/2014/main" id="{5DC4E291-4870-4675-8DEB-B437BE7CB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2" y="3454"/>
              <a:ext cx="24" cy="10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77" name="Oval 2546">
              <a:extLst>
                <a:ext uri="{FF2B5EF4-FFF2-40B4-BE49-F238E27FC236}">
                  <a16:creationId xmlns:a16="http://schemas.microsoft.com/office/drawing/2014/main" id="{AD2BDD59-F67F-4609-AC92-22442BA14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3472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78" name="Oval 2547">
              <a:extLst>
                <a:ext uri="{FF2B5EF4-FFF2-40B4-BE49-F238E27FC236}">
                  <a16:creationId xmlns:a16="http://schemas.microsoft.com/office/drawing/2014/main" id="{7F289CA9-5E42-41E2-969C-A3CE2D7E8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3" y="3462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79" name="Oval 2548">
              <a:extLst>
                <a:ext uri="{FF2B5EF4-FFF2-40B4-BE49-F238E27FC236}">
                  <a16:creationId xmlns:a16="http://schemas.microsoft.com/office/drawing/2014/main" id="{8C8B959A-B6BB-4292-8BD6-F1DA0AA5F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3441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80" name="Oval 2549">
              <a:extLst>
                <a:ext uri="{FF2B5EF4-FFF2-40B4-BE49-F238E27FC236}">
                  <a16:creationId xmlns:a16="http://schemas.microsoft.com/office/drawing/2014/main" id="{F09ABE89-36E1-4456-9B2D-C23C8DF3E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3458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81" name="Oval 2550">
              <a:extLst>
                <a:ext uri="{FF2B5EF4-FFF2-40B4-BE49-F238E27FC236}">
                  <a16:creationId xmlns:a16="http://schemas.microsoft.com/office/drawing/2014/main" id="{343A5D5F-32B2-431D-A127-1486DC89D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3478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82" name="Oval 2551">
              <a:extLst>
                <a:ext uri="{FF2B5EF4-FFF2-40B4-BE49-F238E27FC236}">
                  <a16:creationId xmlns:a16="http://schemas.microsoft.com/office/drawing/2014/main" id="{378E5FF2-7054-419B-9364-A67203F3F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3455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83" name="Oval 2552">
              <a:extLst>
                <a:ext uri="{FF2B5EF4-FFF2-40B4-BE49-F238E27FC236}">
                  <a16:creationId xmlns:a16="http://schemas.microsoft.com/office/drawing/2014/main" id="{49007477-D671-4214-B20C-C5A26285E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0" y="3444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84" name="Oval 2553">
              <a:extLst>
                <a:ext uri="{FF2B5EF4-FFF2-40B4-BE49-F238E27FC236}">
                  <a16:creationId xmlns:a16="http://schemas.microsoft.com/office/drawing/2014/main" id="{486467D4-8D87-4274-8A67-83C57FECD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3474"/>
              <a:ext cx="24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85" name="Freeform 2554">
              <a:extLst>
                <a:ext uri="{FF2B5EF4-FFF2-40B4-BE49-F238E27FC236}">
                  <a16:creationId xmlns:a16="http://schemas.microsoft.com/office/drawing/2014/main" id="{8A5E4031-4C03-41C4-87D4-446694923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440"/>
              <a:ext cx="24" cy="14"/>
            </a:xfrm>
            <a:custGeom>
              <a:avLst/>
              <a:gdLst>
                <a:gd name="T0" fmla="*/ 23 w 24"/>
                <a:gd name="T1" fmla="*/ 4 h 13"/>
                <a:gd name="T2" fmla="*/ 13 w 24"/>
                <a:gd name="T3" fmla="*/ 14 h 13"/>
                <a:gd name="T4" fmla="*/ 1 w 24"/>
                <a:gd name="T5" fmla="*/ 12 h 13"/>
                <a:gd name="T6" fmla="*/ 11 w 24"/>
                <a:gd name="T7" fmla="*/ 1 h 13"/>
                <a:gd name="T8" fmla="*/ 23 w 24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3">
                  <a:moveTo>
                    <a:pt x="23" y="4"/>
                  </a:moveTo>
                  <a:cubicBezTo>
                    <a:pt x="24" y="6"/>
                    <a:pt x="20" y="10"/>
                    <a:pt x="13" y="11"/>
                  </a:cubicBezTo>
                  <a:cubicBezTo>
                    <a:pt x="7" y="13"/>
                    <a:pt x="2" y="12"/>
                    <a:pt x="1" y="9"/>
                  </a:cubicBezTo>
                  <a:cubicBezTo>
                    <a:pt x="0" y="6"/>
                    <a:pt x="5" y="3"/>
                    <a:pt x="11" y="1"/>
                  </a:cubicBezTo>
                  <a:cubicBezTo>
                    <a:pt x="17" y="0"/>
                    <a:pt x="23" y="1"/>
                    <a:pt x="23" y="4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86" name="Freeform 2555">
              <a:extLst>
                <a:ext uri="{FF2B5EF4-FFF2-40B4-BE49-F238E27FC236}">
                  <a16:creationId xmlns:a16="http://schemas.microsoft.com/office/drawing/2014/main" id="{47023B47-4CAC-4C1D-8E45-952C771FB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341"/>
              <a:ext cx="21" cy="20"/>
            </a:xfrm>
            <a:custGeom>
              <a:avLst/>
              <a:gdLst>
                <a:gd name="T0" fmla="*/ 19 w 21"/>
                <a:gd name="T1" fmla="*/ 2 h 19"/>
                <a:gd name="T2" fmla="*/ 14 w 21"/>
                <a:gd name="T3" fmla="*/ 16 h 19"/>
                <a:gd name="T4" fmla="*/ 2 w 21"/>
                <a:gd name="T5" fmla="*/ 20 h 19"/>
                <a:gd name="T6" fmla="*/ 7 w 21"/>
                <a:gd name="T7" fmla="*/ 6 h 19"/>
                <a:gd name="T8" fmla="*/ 19 w 21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19" y="2"/>
                  </a:moveTo>
                  <a:cubicBezTo>
                    <a:pt x="21" y="4"/>
                    <a:pt x="19" y="9"/>
                    <a:pt x="14" y="13"/>
                  </a:cubicBezTo>
                  <a:cubicBezTo>
                    <a:pt x="9" y="18"/>
                    <a:pt x="4" y="19"/>
                    <a:pt x="2" y="17"/>
                  </a:cubicBezTo>
                  <a:cubicBezTo>
                    <a:pt x="0" y="15"/>
                    <a:pt x="2" y="10"/>
                    <a:pt x="7" y="6"/>
                  </a:cubicBezTo>
                  <a:cubicBezTo>
                    <a:pt x="12" y="1"/>
                    <a:pt x="17" y="0"/>
                    <a:pt x="19" y="2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87" name="Freeform 2556">
              <a:extLst>
                <a:ext uri="{FF2B5EF4-FFF2-40B4-BE49-F238E27FC236}">
                  <a16:creationId xmlns:a16="http://schemas.microsoft.com/office/drawing/2014/main" id="{781FEE47-3B0F-4964-B7D0-F74905F55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174"/>
              <a:ext cx="15" cy="24"/>
            </a:xfrm>
            <a:custGeom>
              <a:avLst/>
              <a:gdLst>
                <a:gd name="T0" fmla="*/ 13 w 15"/>
                <a:gd name="T1" fmla="*/ 1 h 23"/>
                <a:gd name="T2" fmla="*/ 12 w 15"/>
                <a:gd name="T3" fmla="*/ 17 h 23"/>
                <a:gd name="T4" fmla="*/ 3 w 15"/>
                <a:gd name="T5" fmla="*/ 25 h 23"/>
                <a:gd name="T6" fmla="*/ 3 w 15"/>
                <a:gd name="T7" fmla="*/ 9 h 23"/>
                <a:gd name="T8" fmla="*/ 13 w 15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13" y="1"/>
                  </a:moveTo>
                  <a:cubicBezTo>
                    <a:pt x="15" y="2"/>
                    <a:pt x="15" y="8"/>
                    <a:pt x="12" y="14"/>
                  </a:cubicBezTo>
                  <a:cubicBezTo>
                    <a:pt x="10" y="19"/>
                    <a:pt x="5" y="23"/>
                    <a:pt x="3" y="22"/>
                  </a:cubicBezTo>
                  <a:cubicBezTo>
                    <a:pt x="0" y="20"/>
                    <a:pt x="0" y="15"/>
                    <a:pt x="3" y="9"/>
                  </a:cubicBezTo>
                  <a:cubicBezTo>
                    <a:pt x="6" y="3"/>
                    <a:pt x="10" y="0"/>
                    <a:pt x="13" y="1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88" name="Freeform 2557">
              <a:extLst>
                <a:ext uri="{FF2B5EF4-FFF2-40B4-BE49-F238E27FC236}">
                  <a16:creationId xmlns:a16="http://schemas.microsoft.com/office/drawing/2014/main" id="{94FA977F-4479-40BB-BBE0-489632F0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900"/>
              <a:ext cx="17" cy="25"/>
            </a:xfrm>
            <a:custGeom>
              <a:avLst/>
              <a:gdLst>
                <a:gd name="T0" fmla="*/ 17 w 16"/>
                <a:gd name="T1" fmla="*/ 27 h 23"/>
                <a:gd name="T2" fmla="*/ 4 w 16"/>
                <a:gd name="T3" fmla="*/ 17 h 23"/>
                <a:gd name="T4" fmla="*/ 3 w 16"/>
                <a:gd name="T5" fmla="*/ 1 h 23"/>
                <a:gd name="T6" fmla="*/ 16 w 16"/>
                <a:gd name="T7" fmla="*/ 12 h 23"/>
                <a:gd name="T8" fmla="*/ 17 w 16"/>
                <a:gd name="T9" fmla="*/ 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4" y="21"/>
                  </a:moveTo>
                  <a:cubicBezTo>
                    <a:pt x="11" y="23"/>
                    <a:pt x="7" y="19"/>
                    <a:pt x="4" y="14"/>
                  </a:cubicBezTo>
                  <a:cubicBezTo>
                    <a:pt x="0" y="8"/>
                    <a:pt x="0" y="3"/>
                    <a:pt x="3" y="1"/>
                  </a:cubicBezTo>
                  <a:cubicBezTo>
                    <a:pt x="5" y="0"/>
                    <a:pt x="10" y="3"/>
                    <a:pt x="13" y="9"/>
                  </a:cubicBezTo>
                  <a:cubicBezTo>
                    <a:pt x="16" y="14"/>
                    <a:pt x="16" y="20"/>
                    <a:pt x="14" y="21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89" name="Freeform 2558">
              <a:extLst>
                <a:ext uri="{FF2B5EF4-FFF2-40B4-BE49-F238E27FC236}">
                  <a16:creationId xmlns:a16="http://schemas.microsoft.com/office/drawing/2014/main" id="{DD3DEF47-4E53-4C76-AA93-0E482F5B0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782"/>
              <a:ext cx="16" cy="25"/>
            </a:xfrm>
            <a:custGeom>
              <a:avLst/>
              <a:gdLst>
                <a:gd name="T0" fmla="*/ 14 w 16"/>
                <a:gd name="T1" fmla="*/ 28 h 23"/>
                <a:gd name="T2" fmla="*/ 4 w 16"/>
                <a:gd name="T3" fmla="*/ 17 h 23"/>
                <a:gd name="T4" fmla="*/ 3 w 16"/>
                <a:gd name="T5" fmla="*/ 1 h 23"/>
                <a:gd name="T6" fmla="*/ 13 w 16"/>
                <a:gd name="T7" fmla="*/ 12 h 23"/>
                <a:gd name="T8" fmla="*/ 14 w 16"/>
                <a:gd name="T9" fmla="*/ 2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4" y="22"/>
                  </a:moveTo>
                  <a:cubicBezTo>
                    <a:pt x="11" y="23"/>
                    <a:pt x="7" y="20"/>
                    <a:pt x="4" y="14"/>
                  </a:cubicBezTo>
                  <a:cubicBezTo>
                    <a:pt x="1" y="9"/>
                    <a:pt x="0" y="3"/>
                    <a:pt x="3" y="1"/>
                  </a:cubicBezTo>
                  <a:cubicBezTo>
                    <a:pt x="5" y="0"/>
                    <a:pt x="10" y="3"/>
                    <a:pt x="13" y="9"/>
                  </a:cubicBezTo>
                  <a:cubicBezTo>
                    <a:pt x="16" y="14"/>
                    <a:pt x="16" y="20"/>
                    <a:pt x="14" y="22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90" name="Freeform 2559">
              <a:extLst>
                <a:ext uri="{FF2B5EF4-FFF2-40B4-BE49-F238E27FC236}">
                  <a16:creationId xmlns:a16="http://schemas.microsoft.com/office/drawing/2014/main" id="{D702E8B0-F341-43C8-A2AD-D78EA5980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688"/>
              <a:ext cx="16" cy="24"/>
            </a:xfrm>
            <a:custGeom>
              <a:avLst/>
              <a:gdLst>
                <a:gd name="T0" fmla="*/ 13 w 16"/>
                <a:gd name="T1" fmla="*/ 25 h 23"/>
                <a:gd name="T2" fmla="*/ 3 w 16"/>
                <a:gd name="T3" fmla="*/ 17 h 23"/>
                <a:gd name="T4" fmla="*/ 2 w 16"/>
                <a:gd name="T5" fmla="*/ 2 h 23"/>
                <a:gd name="T6" fmla="*/ 12 w 16"/>
                <a:gd name="T7" fmla="*/ 9 h 23"/>
                <a:gd name="T8" fmla="*/ 13 w 16"/>
                <a:gd name="T9" fmla="*/ 2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3" y="22"/>
                  </a:moveTo>
                  <a:cubicBezTo>
                    <a:pt x="11" y="23"/>
                    <a:pt x="6" y="20"/>
                    <a:pt x="3" y="14"/>
                  </a:cubicBezTo>
                  <a:cubicBezTo>
                    <a:pt x="0" y="9"/>
                    <a:pt x="0" y="3"/>
                    <a:pt x="2" y="2"/>
                  </a:cubicBezTo>
                  <a:cubicBezTo>
                    <a:pt x="5" y="0"/>
                    <a:pt x="9" y="4"/>
                    <a:pt x="12" y="9"/>
                  </a:cubicBezTo>
                  <a:cubicBezTo>
                    <a:pt x="16" y="15"/>
                    <a:pt x="16" y="20"/>
                    <a:pt x="13" y="22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891" name="Oval 2560">
              <a:extLst>
                <a:ext uri="{FF2B5EF4-FFF2-40B4-BE49-F238E27FC236}">
                  <a16:creationId xmlns:a16="http://schemas.microsoft.com/office/drawing/2014/main" id="{C9695BED-F140-4756-BBA9-5AEADF7A0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7" y="2680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92" name="Oval 2561">
              <a:extLst>
                <a:ext uri="{FF2B5EF4-FFF2-40B4-BE49-F238E27FC236}">
                  <a16:creationId xmlns:a16="http://schemas.microsoft.com/office/drawing/2014/main" id="{199DDCA0-1CEF-4CB5-9A8F-03D083057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655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93" name="Oval 2562">
              <a:extLst>
                <a:ext uri="{FF2B5EF4-FFF2-40B4-BE49-F238E27FC236}">
                  <a16:creationId xmlns:a16="http://schemas.microsoft.com/office/drawing/2014/main" id="{D6AF8124-9564-4352-B5FE-930E5B404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688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94" name="Oval 2563">
              <a:extLst>
                <a:ext uri="{FF2B5EF4-FFF2-40B4-BE49-F238E27FC236}">
                  <a16:creationId xmlns:a16="http://schemas.microsoft.com/office/drawing/2014/main" id="{7886EFD9-470C-4FB8-9DE4-4FA429491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" y="2652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95" name="Oval 2564">
              <a:extLst>
                <a:ext uri="{FF2B5EF4-FFF2-40B4-BE49-F238E27FC236}">
                  <a16:creationId xmlns:a16="http://schemas.microsoft.com/office/drawing/2014/main" id="{6E052FE1-439B-4505-8228-79DDA242C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2689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96" name="Oval 2565">
              <a:extLst>
                <a:ext uri="{FF2B5EF4-FFF2-40B4-BE49-F238E27FC236}">
                  <a16:creationId xmlns:a16="http://schemas.microsoft.com/office/drawing/2014/main" id="{FD6BD6C9-E71C-4C52-B8DE-F0D2C89D1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2666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97" name="Oval 2566">
              <a:extLst>
                <a:ext uri="{FF2B5EF4-FFF2-40B4-BE49-F238E27FC236}">
                  <a16:creationId xmlns:a16="http://schemas.microsoft.com/office/drawing/2014/main" id="{B31EAD09-3337-417C-A563-683BEB99F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0" y="2684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98" name="Oval 2567">
              <a:extLst>
                <a:ext uri="{FF2B5EF4-FFF2-40B4-BE49-F238E27FC236}">
                  <a16:creationId xmlns:a16="http://schemas.microsoft.com/office/drawing/2014/main" id="{CD6FC3E2-17CB-4D5D-B03C-F162C1E2F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2649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899" name="Oval 2568">
              <a:extLst>
                <a:ext uri="{FF2B5EF4-FFF2-40B4-BE49-F238E27FC236}">
                  <a16:creationId xmlns:a16="http://schemas.microsoft.com/office/drawing/2014/main" id="{BAD1E196-F231-4152-B003-23E0F62D6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3" y="2659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00" name="Oval 2569">
              <a:extLst>
                <a:ext uri="{FF2B5EF4-FFF2-40B4-BE49-F238E27FC236}">
                  <a16:creationId xmlns:a16="http://schemas.microsoft.com/office/drawing/2014/main" id="{41F1B35E-E121-413B-8ECA-99F0CFC76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684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01" name="Oval 2570">
              <a:extLst>
                <a:ext uri="{FF2B5EF4-FFF2-40B4-BE49-F238E27FC236}">
                  <a16:creationId xmlns:a16="http://schemas.microsoft.com/office/drawing/2014/main" id="{00ACDF28-E66A-4582-8807-70C3B033B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8" y="2674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02" name="Rectangle 2571">
              <a:extLst>
                <a:ext uri="{FF2B5EF4-FFF2-40B4-BE49-F238E27FC236}">
                  <a16:creationId xmlns:a16="http://schemas.microsoft.com/office/drawing/2014/main" id="{052BE0A0-1904-4C09-8188-16A7CF2BC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3356"/>
              <a:ext cx="708" cy="78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03" name="Rectangle 2572">
              <a:extLst>
                <a:ext uri="{FF2B5EF4-FFF2-40B4-BE49-F238E27FC236}">
                  <a16:creationId xmlns:a16="http://schemas.microsoft.com/office/drawing/2014/main" id="{C3E6659A-0002-4D20-8939-4F746BE7B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2708"/>
              <a:ext cx="708" cy="78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04" name="Rectangle 2573">
              <a:extLst>
                <a:ext uri="{FF2B5EF4-FFF2-40B4-BE49-F238E27FC236}">
                  <a16:creationId xmlns:a16="http://schemas.microsoft.com/office/drawing/2014/main" id="{EAD6C4FC-8CBD-48FF-A36E-1C5796156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2643"/>
              <a:ext cx="708" cy="143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05" name="Rectangle 2574">
              <a:extLst>
                <a:ext uri="{FF2B5EF4-FFF2-40B4-BE49-F238E27FC236}">
                  <a16:creationId xmlns:a16="http://schemas.microsoft.com/office/drawing/2014/main" id="{B902E18A-E6E8-48AB-A0D4-B26C91A8B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3355"/>
              <a:ext cx="708" cy="144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06" name="Freeform 2575">
              <a:extLst>
                <a:ext uri="{FF2B5EF4-FFF2-40B4-BE49-F238E27FC236}">
                  <a16:creationId xmlns:a16="http://schemas.microsoft.com/office/drawing/2014/main" id="{2A233B88-C899-4581-ACCA-D28879BA1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347"/>
              <a:ext cx="85" cy="38"/>
            </a:xfrm>
            <a:custGeom>
              <a:avLst/>
              <a:gdLst>
                <a:gd name="T0" fmla="*/ 0 w 84"/>
                <a:gd name="T1" fmla="*/ 45 h 35"/>
                <a:gd name="T2" fmla="*/ 16 w 84"/>
                <a:gd name="T3" fmla="*/ 41 h 35"/>
                <a:gd name="T4" fmla="*/ 45 w 84"/>
                <a:gd name="T5" fmla="*/ 27 h 35"/>
                <a:gd name="T6" fmla="*/ 87 w 84"/>
                <a:gd name="T7" fmla="*/ 4 h 35"/>
                <a:gd name="T8" fmla="*/ 50 w 84"/>
                <a:gd name="T9" fmla="*/ 5 h 35"/>
                <a:gd name="T10" fmla="*/ 24 w 84"/>
                <a:gd name="T11" fmla="*/ 9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5">
                  <a:moveTo>
                    <a:pt x="0" y="35"/>
                  </a:moveTo>
                  <a:cubicBezTo>
                    <a:pt x="1" y="34"/>
                    <a:pt x="12" y="33"/>
                    <a:pt x="16" y="32"/>
                  </a:cubicBezTo>
                  <a:cubicBezTo>
                    <a:pt x="27" y="31"/>
                    <a:pt x="33" y="26"/>
                    <a:pt x="42" y="21"/>
                  </a:cubicBezTo>
                  <a:cubicBezTo>
                    <a:pt x="55" y="14"/>
                    <a:pt x="74" y="12"/>
                    <a:pt x="84" y="4"/>
                  </a:cubicBezTo>
                  <a:cubicBezTo>
                    <a:pt x="74" y="0"/>
                    <a:pt x="58" y="5"/>
                    <a:pt x="47" y="5"/>
                  </a:cubicBezTo>
                  <a:cubicBezTo>
                    <a:pt x="39" y="5"/>
                    <a:pt x="32" y="7"/>
                    <a:pt x="24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07" name="Freeform 2576">
              <a:extLst>
                <a:ext uri="{FF2B5EF4-FFF2-40B4-BE49-F238E27FC236}">
                  <a16:creationId xmlns:a16="http://schemas.microsoft.com/office/drawing/2014/main" id="{133B9753-D208-4277-9A12-EA3B9B780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369"/>
              <a:ext cx="88" cy="43"/>
            </a:xfrm>
            <a:custGeom>
              <a:avLst/>
              <a:gdLst>
                <a:gd name="T0" fmla="*/ 0 w 87"/>
                <a:gd name="T1" fmla="*/ 22 h 40"/>
                <a:gd name="T2" fmla="*/ 39 w 87"/>
                <a:gd name="T3" fmla="*/ 17 h 40"/>
                <a:gd name="T4" fmla="*/ 90 w 87"/>
                <a:gd name="T5" fmla="*/ 0 h 40"/>
                <a:gd name="T6" fmla="*/ 4 w 87"/>
                <a:gd name="T7" fmla="*/ 4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40">
                  <a:moveTo>
                    <a:pt x="0" y="18"/>
                  </a:moveTo>
                  <a:cubicBezTo>
                    <a:pt x="12" y="13"/>
                    <a:pt x="26" y="16"/>
                    <a:pt x="39" y="14"/>
                  </a:cubicBezTo>
                  <a:cubicBezTo>
                    <a:pt x="53" y="12"/>
                    <a:pt x="76" y="9"/>
                    <a:pt x="87" y="0"/>
                  </a:cubicBezTo>
                  <a:cubicBezTo>
                    <a:pt x="73" y="28"/>
                    <a:pt x="32" y="38"/>
                    <a:pt x="4" y="4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08" name="Freeform 2577">
              <a:extLst>
                <a:ext uri="{FF2B5EF4-FFF2-40B4-BE49-F238E27FC236}">
                  <a16:creationId xmlns:a16="http://schemas.microsoft.com/office/drawing/2014/main" id="{FBB40F22-B7F2-44E9-9D26-97E1CD39C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3315"/>
              <a:ext cx="53" cy="56"/>
            </a:xfrm>
            <a:custGeom>
              <a:avLst/>
              <a:gdLst>
                <a:gd name="T0" fmla="*/ 0 w 53"/>
                <a:gd name="T1" fmla="*/ 40 h 52"/>
                <a:gd name="T2" fmla="*/ 53 w 53"/>
                <a:gd name="T3" fmla="*/ 0 h 52"/>
                <a:gd name="T4" fmla="*/ 1 w 53"/>
                <a:gd name="T5" fmla="*/ 6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2">
                  <a:moveTo>
                    <a:pt x="0" y="32"/>
                  </a:moveTo>
                  <a:cubicBezTo>
                    <a:pt x="18" y="32"/>
                    <a:pt x="41" y="13"/>
                    <a:pt x="53" y="0"/>
                  </a:cubicBezTo>
                  <a:cubicBezTo>
                    <a:pt x="40" y="16"/>
                    <a:pt x="22" y="44"/>
                    <a:pt x="1" y="5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09" name="Freeform 2578">
              <a:extLst>
                <a:ext uri="{FF2B5EF4-FFF2-40B4-BE49-F238E27FC236}">
                  <a16:creationId xmlns:a16="http://schemas.microsoft.com/office/drawing/2014/main" id="{32747EF3-C2E5-4733-AB6C-71E1D10DB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3267"/>
              <a:ext cx="20" cy="49"/>
            </a:xfrm>
            <a:custGeom>
              <a:avLst/>
              <a:gdLst>
                <a:gd name="T0" fmla="*/ 0 w 19"/>
                <a:gd name="T1" fmla="*/ 58 h 45"/>
                <a:gd name="T2" fmla="*/ 22 w 19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5">
                  <a:moveTo>
                    <a:pt x="0" y="45"/>
                  </a:moveTo>
                  <a:cubicBezTo>
                    <a:pt x="9" y="33"/>
                    <a:pt x="18" y="13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10" name="Freeform 2579">
              <a:extLst>
                <a:ext uri="{FF2B5EF4-FFF2-40B4-BE49-F238E27FC236}">
                  <a16:creationId xmlns:a16="http://schemas.microsoft.com/office/drawing/2014/main" id="{8D346176-0B6C-4C3B-96E2-F5E0163CD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383"/>
              <a:ext cx="86" cy="33"/>
            </a:xfrm>
            <a:custGeom>
              <a:avLst/>
              <a:gdLst>
                <a:gd name="T0" fmla="*/ 0 w 85"/>
                <a:gd name="T1" fmla="*/ 30 h 31"/>
                <a:gd name="T2" fmla="*/ 40 w 85"/>
                <a:gd name="T3" fmla="*/ 22 h 31"/>
                <a:gd name="T4" fmla="*/ 88 w 85"/>
                <a:gd name="T5" fmla="*/ 0 h 31"/>
                <a:gd name="T6" fmla="*/ 53 w 85"/>
                <a:gd name="T7" fmla="*/ 3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31">
                  <a:moveTo>
                    <a:pt x="0" y="24"/>
                  </a:moveTo>
                  <a:cubicBezTo>
                    <a:pt x="11" y="19"/>
                    <a:pt x="28" y="22"/>
                    <a:pt x="40" y="19"/>
                  </a:cubicBezTo>
                  <a:cubicBezTo>
                    <a:pt x="54" y="16"/>
                    <a:pt x="74" y="9"/>
                    <a:pt x="85" y="0"/>
                  </a:cubicBezTo>
                  <a:cubicBezTo>
                    <a:pt x="77" y="10"/>
                    <a:pt x="61" y="24"/>
                    <a:pt x="50" y="3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11" name="Freeform 2580">
              <a:extLst>
                <a:ext uri="{FF2B5EF4-FFF2-40B4-BE49-F238E27FC236}">
                  <a16:creationId xmlns:a16="http://schemas.microsoft.com/office/drawing/2014/main" id="{6F2CE2B4-E645-404F-832C-8998EB332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3317"/>
              <a:ext cx="51" cy="69"/>
            </a:xfrm>
            <a:custGeom>
              <a:avLst/>
              <a:gdLst>
                <a:gd name="T0" fmla="*/ 1 w 50"/>
                <a:gd name="T1" fmla="*/ 80 h 64"/>
                <a:gd name="T2" fmla="*/ 53 w 50"/>
                <a:gd name="T3" fmla="*/ 0 h 64"/>
                <a:gd name="T4" fmla="*/ 16 w 50"/>
                <a:gd name="T5" fmla="*/ 29 h 64"/>
                <a:gd name="T6" fmla="*/ 0 w 50"/>
                <a:gd name="T7" fmla="*/ 38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4">
                  <a:moveTo>
                    <a:pt x="1" y="64"/>
                  </a:moveTo>
                  <a:cubicBezTo>
                    <a:pt x="20" y="47"/>
                    <a:pt x="36" y="21"/>
                    <a:pt x="50" y="0"/>
                  </a:cubicBezTo>
                  <a:cubicBezTo>
                    <a:pt x="38" y="7"/>
                    <a:pt x="28" y="17"/>
                    <a:pt x="16" y="23"/>
                  </a:cubicBezTo>
                  <a:cubicBezTo>
                    <a:pt x="11" y="26"/>
                    <a:pt x="5" y="28"/>
                    <a:pt x="0" y="3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12" name="Freeform 2581">
              <a:extLst>
                <a:ext uri="{FF2B5EF4-FFF2-40B4-BE49-F238E27FC236}">
                  <a16:creationId xmlns:a16="http://schemas.microsoft.com/office/drawing/2014/main" id="{168818B5-F7F4-4D90-ACB0-477F4EFE5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3227"/>
              <a:ext cx="68" cy="93"/>
            </a:xfrm>
            <a:custGeom>
              <a:avLst/>
              <a:gdLst>
                <a:gd name="T0" fmla="*/ 0 w 68"/>
                <a:gd name="T1" fmla="*/ 76 h 86"/>
                <a:gd name="T2" fmla="*/ 33 w 68"/>
                <a:gd name="T3" fmla="*/ 38 h 86"/>
                <a:gd name="T4" fmla="*/ 68 w 68"/>
                <a:gd name="T5" fmla="*/ 0 h 86"/>
                <a:gd name="T6" fmla="*/ 36 w 68"/>
                <a:gd name="T7" fmla="*/ 80 h 86"/>
                <a:gd name="T8" fmla="*/ 19 w 68"/>
                <a:gd name="T9" fmla="*/ 10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6">
                  <a:moveTo>
                    <a:pt x="0" y="60"/>
                  </a:moveTo>
                  <a:cubicBezTo>
                    <a:pt x="12" y="51"/>
                    <a:pt x="20" y="38"/>
                    <a:pt x="33" y="30"/>
                  </a:cubicBezTo>
                  <a:cubicBezTo>
                    <a:pt x="46" y="22"/>
                    <a:pt x="61" y="13"/>
                    <a:pt x="68" y="0"/>
                  </a:cubicBezTo>
                  <a:cubicBezTo>
                    <a:pt x="62" y="20"/>
                    <a:pt x="45" y="43"/>
                    <a:pt x="36" y="63"/>
                  </a:cubicBezTo>
                  <a:cubicBezTo>
                    <a:pt x="31" y="72"/>
                    <a:pt x="28" y="81"/>
                    <a:pt x="19" y="8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13" name="Freeform 2582">
              <a:extLst>
                <a:ext uri="{FF2B5EF4-FFF2-40B4-BE49-F238E27FC236}">
                  <a16:creationId xmlns:a16="http://schemas.microsoft.com/office/drawing/2014/main" id="{BD8770C0-2F60-427E-9F9D-9511669D6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138"/>
              <a:ext cx="42" cy="103"/>
            </a:xfrm>
            <a:custGeom>
              <a:avLst/>
              <a:gdLst>
                <a:gd name="T0" fmla="*/ 16 w 42"/>
                <a:gd name="T1" fmla="*/ 119 h 96"/>
                <a:gd name="T2" fmla="*/ 37 w 42"/>
                <a:gd name="T3" fmla="*/ 61 h 96"/>
                <a:gd name="T4" fmla="*/ 38 w 42"/>
                <a:gd name="T5" fmla="*/ 0 h 96"/>
                <a:gd name="T6" fmla="*/ 11 w 42"/>
                <a:gd name="T7" fmla="*/ 63 h 96"/>
                <a:gd name="T8" fmla="*/ 0 w 42"/>
                <a:gd name="T9" fmla="*/ 8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96">
                  <a:moveTo>
                    <a:pt x="16" y="96"/>
                  </a:moveTo>
                  <a:cubicBezTo>
                    <a:pt x="25" y="82"/>
                    <a:pt x="33" y="65"/>
                    <a:pt x="37" y="49"/>
                  </a:cubicBezTo>
                  <a:cubicBezTo>
                    <a:pt x="42" y="32"/>
                    <a:pt x="38" y="17"/>
                    <a:pt x="38" y="0"/>
                  </a:cubicBezTo>
                  <a:cubicBezTo>
                    <a:pt x="29" y="17"/>
                    <a:pt x="23" y="36"/>
                    <a:pt x="11" y="51"/>
                  </a:cubicBezTo>
                  <a:cubicBezTo>
                    <a:pt x="7" y="56"/>
                    <a:pt x="1" y="60"/>
                    <a:pt x="0" y="6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14" name="Freeform 2583">
              <a:extLst>
                <a:ext uri="{FF2B5EF4-FFF2-40B4-BE49-F238E27FC236}">
                  <a16:creationId xmlns:a16="http://schemas.microsoft.com/office/drawing/2014/main" id="{9DBBD3DB-88FA-4345-8E84-F90544B11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3138"/>
              <a:ext cx="38" cy="107"/>
            </a:xfrm>
            <a:custGeom>
              <a:avLst/>
              <a:gdLst>
                <a:gd name="T0" fmla="*/ 13 w 37"/>
                <a:gd name="T1" fmla="*/ 46 h 99"/>
                <a:gd name="T2" fmla="*/ 32 w 37"/>
                <a:gd name="T3" fmla="*/ 0 h 99"/>
                <a:gd name="T4" fmla="*/ 31 w 37"/>
                <a:gd name="T5" fmla="*/ 78 h 99"/>
                <a:gd name="T6" fmla="*/ 17 w 37"/>
                <a:gd name="T7" fmla="*/ 99 h 99"/>
                <a:gd name="T8" fmla="*/ 0 w 37"/>
                <a:gd name="T9" fmla="*/ 12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9">
                  <a:moveTo>
                    <a:pt x="13" y="37"/>
                  </a:moveTo>
                  <a:cubicBezTo>
                    <a:pt x="19" y="26"/>
                    <a:pt x="26" y="12"/>
                    <a:pt x="29" y="0"/>
                  </a:cubicBezTo>
                  <a:cubicBezTo>
                    <a:pt x="33" y="20"/>
                    <a:pt x="37" y="43"/>
                    <a:pt x="28" y="62"/>
                  </a:cubicBezTo>
                  <a:cubicBezTo>
                    <a:pt x="25" y="68"/>
                    <a:pt x="21" y="74"/>
                    <a:pt x="17" y="79"/>
                  </a:cubicBezTo>
                  <a:cubicBezTo>
                    <a:pt x="12" y="86"/>
                    <a:pt x="4" y="91"/>
                    <a:pt x="0" y="99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15" name="Freeform 2584">
              <a:extLst>
                <a:ext uri="{FF2B5EF4-FFF2-40B4-BE49-F238E27FC236}">
                  <a16:creationId xmlns:a16="http://schemas.microsoft.com/office/drawing/2014/main" id="{1F96BCF9-E0C0-4CD7-9531-93E094F4D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3252"/>
              <a:ext cx="13" cy="66"/>
            </a:xfrm>
            <a:custGeom>
              <a:avLst/>
              <a:gdLst>
                <a:gd name="T0" fmla="*/ 13 w 13"/>
                <a:gd name="T1" fmla="*/ 0 h 61"/>
                <a:gd name="T2" fmla="*/ 0 w 13"/>
                <a:gd name="T3" fmla="*/ 77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1">
                  <a:moveTo>
                    <a:pt x="13" y="0"/>
                  </a:moveTo>
                  <a:cubicBezTo>
                    <a:pt x="10" y="19"/>
                    <a:pt x="9" y="44"/>
                    <a:pt x="0" y="6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16" name="Freeform 2585">
              <a:extLst>
                <a:ext uri="{FF2B5EF4-FFF2-40B4-BE49-F238E27FC236}">
                  <a16:creationId xmlns:a16="http://schemas.microsoft.com/office/drawing/2014/main" id="{8011C34B-62E8-4AB7-BD32-6B7D13FE1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332"/>
              <a:ext cx="40" cy="26"/>
            </a:xfrm>
            <a:custGeom>
              <a:avLst/>
              <a:gdLst>
                <a:gd name="T0" fmla="*/ 0 w 39"/>
                <a:gd name="T1" fmla="*/ 30 h 24"/>
                <a:gd name="T2" fmla="*/ 42 w 3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4">
                  <a:moveTo>
                    <a:pt x="0" y="24"/>
                  </a:moveTo>
                  <a:cubicBezTo>
                    <a:pt x="7" y="13"/>
                    <a:pt x="27" y="4"/>
                    <a:pt x="39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17" name="Freeform 2586">
              <a:extLst>
                <a:ext uri="{FF2B5EF4-FFF2-40B4-BE49-F238E27FC236}">
                  <a16:creationId xmlns:a16="http://schemas.microsoft.com/office/drawing/2014/main" id="{ED764693-3C7D-4897-A062-6B4F2C947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3073"/>
              <a:ext cx="14" cy="67"/>
            </a:xfrm>
            <a:custGeom>
              <a:avLst/>
              <a:gdLst>
                <a:gd name="T0" fmla="*/ 13 w 14"/>
                <a:gd name="T1" fmla="*/ 78 h 62"/>
                <a:gd name="T2" fmla="*/ 0 w 14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2">
                  <a:moveTo>
                    <a:pt x="13" y="62"/>
                  </a:moveTo>
                  <a:cubicBezTo>
                    <a:pt x="14" y="39"/>
                    <a:pt x="13" y="19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18" name="Freeform 2587">
              <a:extLst>
                <a:ext uri="{FF2B5EF4-FFF2-40B4-BE49-F238E27FC236}">
                  <a16:creationId xmlns:a16="http://schemas.microsoft.com/office/drawing/2014/main" id="{0363B03F-53F2-4242-88F1-948633038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018"/>
              <a:ext cx="26" cy="124"/>
            </a:xfrm>
            <a:custGeom>
              <a:avLst/>
              <a:gdLst>
                <a:gd name="T0" fmla="*/ 1 w 25"/>
                <a:gd name="T1" fmla="*/ 118 h 115"/>
                <a:gd name="T2" fmla="*/ 6 w 25"/>
                <a:gd name="T3" fmla="*/ 54 h 115"/>
                <a:gd name="T4" fmla="*/ 19 w 25"/>
                <a:gd name="T5" fmla="*/ 0 h 115"/>
                <a:gd name="T6" fmla="*/ 27 w 25"/>
                <a:gd name="T7" fmla="*/ 96 h 115"/>
                <a:gd name="T8" fmla="*/ 22 w 25"/>
                <a:gd name="T9" fmla="*/ 14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5">
                  <a:moveTo>
                    <a:pt x="1" y="94"/>
                  </a:moveTo>
                  <a:cubicBezTo>
                    <a:pt x="1" y="76"/>
                    <a:pt x="0" y="61"/>
                    <a:pt x="6" y="43"/>
                  </a:cubicBezTo>
                  <a:cubicBezTo>
                    <a:pt x="10" y="29"/>
                    <a:pt x="11" y="14"/>
                    <a:pt x="16" y="0"/>
                  </a:cubicBezTo>
                  <a:cubicBezTo>
                    <a:pt x="23" y="24"/>
                    <a:pt x="23" y="53"/>
                    <a:pt x="24" y="77"/>
                  </a:cubicBezTo>
                  <a:cubicBezTo>
                    <a:pt x="25" y="90"/>
                    <a:pt x="19" y="103"/>
                    <a:pt x="19" y="11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19" name="Freeform 2588">
              <a:extLst>
                <a:ext uri="{FF2B5EF4-FFF2-40B4-BE49-F238E27FC236}">
                  <a16:creationId xmlns:a16="http://schemas.microsoft.com/office/drawing/2014/main" id="{42660D0F-E42A-43B4-8D93-2F3BF597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3017"/>
              <a:ext cx="14" cy="52"/>
            </a:xfrm>
            <a:custGeom>
              <a:avLst/>
              <a:gdLst>
                <a:gd name="T0" fmla="*/ 1 w 14"/>
                <a:gd name="T1" fmla="*/ 61 h 48"/>
                <a:gd name="T2" fmla="*/ 14 w 14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1" y="48"/>
                  </a:moveTo>
                  <a:cubicBezTo>
                    <a:pt x="0" y="30"/>
                    <a:pt x="9" y="15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20" name="Freeform 2589">
              <a:extLst>
                <a:ext uri="{FF2B5EF4-FFF2-40B4-BE49-F238E27FC236}">
                  <a16:creationId xmlns:a16="http://schemas.microsoft.com/office/drawing/2014/main" id="{012AF992-854B-44B9-9AEC-C1A856846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928"/>
              <a:ext cx="34" cy="93"/>
            </a:xfrm>
            <a:custGeom>
              <a:avLst/>
              <a:gdLst>
                <a:gd name="T0" fmla="*/ 26 w 33"/>
                <a:gd name="T1" fmla="*/ 109 h 86"/>
                <a:gd name="T2" fmla="*/ 9 w 33"/>
                <a:gd name="T3" fmla="*/ 51 h 86"/>
                <a:gd name="T4" fmla="*/ 0 w 33"/>
                <a:gd name="T5" fmla="*/ 0 h 86"/>
                <a:gd name="T6" fmla="*/ 36 w 33"/>
                <a:gd name="T7" fmla="*/ 44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86">
                  <a:moveTo>
                    <a:pt x="23" y="86"/>
                  </a:moveTo>
                  <a:cubicBezTo>
                    <a:pt x="22" y="68"/>
                    <a:pt x="17" y="56"/>
                    <a:pt x="9" y="40"/>
                  </a:cubicBezTo>
                  <a:cubicBezTo>
                    <a:pt x="3" y="27"/>
                    <a:pt x="3" y="14"/>
                    <a:pt x="0" y="0"/>
                  </a:cubicBezTo>
                  <a:cubicBezTo>
                    <a:pt x="7" y="15"/>
                    <a:pt x="28" y="20"/>
                    <a:pt x="33" y="3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21" name="Freeform 2590">
              <a:extLst>
                <a:ext uri="{FF2B5EF4-FFF2-40B4-BE49-F238E27FC236}">
                  <a16:creationId xmlns:a16="http://schemas.microsoft.com/office/drawing/2014/main" id="{85FDD64E-9DB0-4C7D-BE89-07D8CB727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945"/>
              <a:ext cx="18" cy="46"/>
            </a:xfrm>
            <a:custGeom>
              <a:avLst/>
              <a:gdLst>
                <a:gd name="T0" fmla="*/ 18 w 18"/>
                <a:gd name="T1" fmla="*/ 29 h 43"/>
                <a:gd name="T2" fmla="*/ 0 w 18"/>
                <a:gd name="T3" fmla="*/ 0 h 43"/>
                <a:gd name="T4" fmla="*/ 3 w 18"/>
                <a:gd name="T5" fmla="*/ 5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3">
                  <a:moveTo>
                    <a:pt x="18" y="23"/>
                  </a:moveTo>
                  <a:cubicBezTo>
                    <a:pt x="11" y="18"/>
                    <a:pt x="6" y="7"/>
                    <a:pt x="0" y="0"/>
                  </a:cubicBezTo>
                  <a:cubicBezTo>
                    <a:pt x="0" y="15"/>
                    <a:pt x="3" y="29"/>
                    <a:pt x="3" y="4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22" name="Freeform 2591">
              <a:extLst>
                <a:ext uri="{FF2B5EF4-FFF2-40B4-BE49-F238E27FC236}">
                  <a16:creationId xmlns:a16="http://schemas.microsoft.com/office/drawing/2014/main" id="{6B2237EF-7A83-4A0F-964E-BEC34CCC8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862"/>
              <a:ext cx="47" cy="83"/>
            </a:xfrm>
            <a:custGeom>
              <a:avLst/>
              <a:gdLst>
                <a:gd name="T0" fmla="*/ 34 w 47"/>
                <a:gd name="T1" fmla="*/ 96 h 77"/>
                <a:gd name="T2" fmla="*/ 0 w 47"/>
                <a:gd name="T3" fmla="*/ 0 h 77"/>
                <a:gd name="T4" fmla="*/ 47 w 47"/>
                <a:gd name="T5" fmla="*/ 74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7">
                  <a:moveTo>
                    <a:pt x="34" y="77"/>
                  </a:moveTo>
                  <a:cubicBezTo>
                    <a:pt x="24" y="51"/>
                    <a:pt x="7" y="27"/>
                    <a:pt x="0" y="0"/>
                  </a:cubicBezTo>
                  <a:cubicBezTo>
                    <a:pt x="21" y="13"/>
                    <a:pt x="42" y="37"/>
                    <a:pt x="47" y="59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23" name="Freeform 2592">
              <a:extLst>
                <a:ext uri="{FF2B5EF4-FFF2-40B4-BE49-F238E27FC236}">
                  <a16:creationId xmlns:a16="http://schemas.microsoft.com/office/drawing/2014/main" id="{1B795CD8-E08A-41AE-A061-C3FC7650B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845"/>
              <a:ext cx="28" cy="58"/>
            </a:xfrm>
            <a:custGeom>
              <a:avLst/>
              <a:gdLst>
                <a:gd name="T0" fmla="*/ 9 w 28"/>
                <a:gd name="T1" fmla="*/ 67 h 54"/>
                <a:gd name="T2" fmla="*/ 0 w 28"/>
                <a:gd name="T3" fmla="*/ 0 h 54"/>
                <a:gd name="T4" fmla="*/ 28 w 28"/>
                <a:gd name="T5" fmla="*/ 4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4">
                  <a:moveTo>
                    <a:pt x="9" y="54"/>
                  </a:moveTo>
                  <a:cubicBezTo>
                    <a:pt x="3" y="39"/>
                    <a:pt x="0" y="16"/>
                    <a:pt x="0" y="0"/>
                  </a:cubicBezTo>
                  <a:cubicBezTo>
                    <a:pt x="7" y="13"/>
                    <a:pt x="28" y="21"/>
                    <a:pt x="28" y="3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24" name="Freeform 2593">
              <a:extLst>
                <a:ext uri="{FF2B5EF4-FFF2-40B4-BE49-F238E27FC236}">
                  <a16:creationId xmlns:a16="http://schemas.microsoft.com/office/drawing/2014/main" id="{18644CD7-A973-4006-84DE-868E5835D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788"/>
              <a:ext cx="88" cy="71"/>
            </a:xfrm>
            <a:custGeom>
              <a:avLst/>
              <a:gdLst>
                <a:gd name="T0" fmla="*/ 90 w 87"/>
                <a:gd name="T1" fmla="*/ 72 h 66"/>
                <a:gd name="T2" fmla="*/ 38 w 87"/>
                <a:gd name="T3" fmla="*/ 26 h 66"/>
                <a:gd name="T4" fmla="*/ 0 w 87"/>
                <a:gd name="T5" fmla="*/ 0 h 66"/>
                <a:gd name="T6" fmla="*/ 26 w 87"/>
                <a:gd name="T7" fmla="*/ 32 h 66"/>
                <a:gd name="T8" fmla="*/ 43 w 87"/>
                <a:gd name="T9" fmla="*/ 63 h 66"/>
                <a:gd name="T10" fmla="*/ 65 w 87"/>
                <a:gd name="T11" fmla="*/ 82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66">
                  <a:moveTo>
                    <a:pt x="87" y="58"/>
                  </a:moveTo>
                  <a:cubicBezTo>
                    <a:pt x="76" y="38"/>
                    <a:pt x="58" y="27"/>
                    <a:pt x="38" y="20"/>
                  </a:cubicBezTo>
                  <a:cubicBezTo>
                    <a:pt x="25" y="15"/>
                    <a:pt x="13" y="5"/>
                    <a:pt x="0" y="0"/>
                  </a:cubicBezTo>
                  <a:cubicBezTo>
                    <a:pt x="6" y="11"/>
                    <a:pt x="18" y="16"/>
                    <a:pt x="26" y="26"/>
                  </a:cubicBezTo>
                  <a:cubicBezTo>
                    <a:pt x="32" y="33"/>
                    <a:pt x="37" y="43"/>
                    <a:pt x="43" y="51"/>
                  </a:cubicBezTo>
                  <a:cubicBezTo>
                    <a:pt x="49" y="58"/>
                    <a:pt x="55" y="61"/>
                    <a:pt x="62" y="6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25" name="Freeform 2594">
              <a:extLst>
                <a:ext uri="{FF2B5EF4-FFF2-40B4-BE49-F238E27FC236}">
                  <a16:creationId xmlns:a16="http://schemas.microsoft.com/office/drawing/2014/main" id="{C6A4BFA4-C6ED-4427-9DDF-9DC89416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744"/>
              <a:ext cx="78" cy="62"/>
            </a:xfrm>
            <a:custGeom>
              <a:avLst/>
              <a:gdLst>
                <a:gd name="T0" fmla="*/ 54 w 77"/>
                <a:gd name="T1" fmla="*/ 71 h 58"/>
                <a:gd name="T2" fmla="*/ 0 w 77"/>
                <a:gd name="T3" fmla="*/ 0 h 58"/>
                <a:gd name="T4" fmla="*/ 56 w 77"/>
                <a:gd name="T5" fmla="*/ 31 h 58"/>
                <a:gd name="T6" fmla="*/ 80 w 77"/>
                <a:gd name="T7" fmla="*/ 51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8">
                  <a:moveTo>
                    <a:pt x="51" y="58"/>
                  </a:moveTo>
                  <a:cubicBezTo>
                    <a:pt x="24" y="49"/>
                    <a:pt x="23" y="14"/>
                    <a:pt x="0" y="0"/>
                  </a:cubicBezTo>
                  <a:cubicBezTo>
                    <a:pt x="16" y="11"/>
                    <a:pt x="37" y="16"/>
                    <a:pt x="53" y="25"/>
                  </a:cubicBezTo>
                  <a:cubicBezTo>
                    <a:pt x="61" y="29"/>
                    <a:pt x="69" y="39"/>
                    <a:pt x="77" y="4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26" name="Freeform 2595">
              <a:extLst>
                <a:ext uri="{FF2B5EF4-FFF2-40B4-BE49-F238E27FC236}">
                  <a16:creationId xmlns:a16="http://schemas.microsoft.com/office/drawing/2014/main" id="{011DFAF2-03CA-493D-8017-6C69DA0D8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786"/>
              <a:ext cx="79" cy="49"/>
            </a:xfrm>
            <a:custGeom>
              <a:avLst/>
              <a:gdLst>
                <a:gd name="T0" fmla="*/ 81 w 78"/>
                <a:gd name="T1" fmla="*/ 55 h 46"/>
                <a:gd name="T2" fmla="*/ 43 w 78"/>
                <a:gd name="T3" fmla="*/ 19 h 46"/>
                <a:gd name="T4" fmla="*/ 0 w 78"/>
                <a:gd name="T5" fmla="*/ 1 h 46"/>
                <a:gd name="T6" fmla="*/ 19 w 78"/>
                <a:gd name="T7" fmla="*/ 2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6">
                  <a:moveTo>
                    <a:pt x="78" y="46"/>
                  </a:moveTo>
                  <a:cubicBezTo>
                    <a:pt x="65" y="36"/>
                    <a:pt x="56" y="24"/>
                    <a:pt x="40" y="16"/>
                  </a:cubicBezTo>
                  <a:cubicBezTo>
                    <a:pt x="29" y="10"/>
                    <a:pt x="13" y="0"/>
                    <a:pt x="0" y="1"/>
                  </a:cubicBezTo>
                  <a:cubicBezTo>
                    <a:pt x="6" y="4"/>
                    <a:pt x="14" y="13"/>
                    <a:pt x="19" y="2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27" name="Freeform 2596">
              <a:extLst>
                <a:ext uri="{FF2B5EF4-FFF2-40B4-BE49-F238E27FC236}">
                  <a16:creationId xmlns:a16="http://schemas.microsoft.com/office/drawing/2014/main" id="{690CF497-ECAA-40C9-828D-F5B829F4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859"/>
              <a:ext cx="2" cy="33"/>
            </a:xfrm>
            <a:custGeom>
              <a:avLst/>
              <a:gdLst>
                <a:gd name="T0" fmla="*/ 0 w 2"/>
                <a:gd name="T1" fmla="*/ 0 h 31"/>
                <a:gd name="T2" fmla="*/ 0 w 2"/>
                <a:gd name="T3" fmla="*/ 3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cubicBezTo>
                    <a:pt x="0" y="10"/>
                    <a:pt x="2" y="21"/>
                    <a:pt x="0" y="3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28" name="Freeform 2597">
              <a:extLst>
                <a:ext uri="{FF2B5EF4-FFF2-40B4-BE49-F238E27FC236}">
                  <a16:creationId xmlns:a16="http://schemas.microsoft.com/office/drawing/2014/main" id="{5550F18C-CB4F-4EFA-A27C-F8FF5870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761"/>
              <a:ext cx="103" cy="29"/>
            </a:xfrm>
            <a:custGeom>
              <a:avLst/>
              <a:gdLst>
                <a:gd name="T0" fmla="*/ 105 w 102"/>
                <a:gd name="T1" fmla="*/ 33 h 27"/>
                <a:gd name="T2" fmla="*/ 39 w 102"/>
                <a:gd name="T3" fmla="*/ 2 h 27"/>
                <a:gd name="T4" fmla="*/ 0 w 102"/>
                <a:gd name="T5" fmla="*/ 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7">
                  <a:moveTo>
                    <a:pt x="102" y="27"/>
                  </a:moveTo>
                  <a:cubicBezTo>
                    <a:pt x="83" y="13"/>
                    <a:pt x="63" y="4"/>
                    <a:pt x="39" y="2"/>
                  </a:cubicBezTo>
                  <a:cubicBezTo>
                    <a:pt x="31" y="1"/>
                    <a:pt x="3" y="0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29" name="Freeform 2598">
              <a:extLst>
                <a:ext uri="{FF2B5EF4-FFF2-40B4-BE49-F238E27FC236}">
                  <a16:creationId xmlns:a16="http://schemas.microsoft.com/office/drawing/2014/main" id="{DCDC13DD-8666-4D06-B9DC-0655243E4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770"/>
              <a:ext cx="63" cy="19"/>
            </a:xfrm>
            <a:custGeom>
              <a:avLst/>
              <a:gdLst>
                <a:gd name="T0" fmla="*/ 65 w 62"/>
                <a:gd name="T1" fmla="*/ 23 h 17"/>
                <a:gd name="T2" fmla="*/ 0 w 6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7">
                  <a:moveTo>
                    <a:pt x="62" y="17"/>
                  </a:moveTo>
                  <a:cubicBezTo>
                    <a:pt x="39" y="11"/>
                    <a:pt x="19" y="16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30" name="Freeform 2599">
              <a:extLst>
                <a:ext uri="{FF2B5EF4-FFF2-40B4-BE49-F238E27FC236}">
                  <a16:creationId xmlns:a16="http://schemas.microsoft.com/office/drawing/2014/main" id="{58E7D371-1CF1-4553-A2C2-5B565455C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730"/>
              <a:ext cx="86" cy="30"/>
            </a:xfrm>
            <a:custGeom>
              <a:avLst/>
              <a:gdLst>
                <a:gd name="T0" fmla="*/ 88 w 85"/>
                <a:gd name="T1" fmla="*/ 19 h 28"/>
                <a:gd name="T2" fmla="*/ 65 w 85"/>
                <a:gd name="T3" fmla="*/ 2 h 28"/>
                <a:gd name="T4" fmla="*/ 34 w 85"/>
                <a:gd name="T5" fmla="*/ 2 h 28"/>
                <a:gd name="T6" fmla="*/ 0 w 85"/>
                <a:gd name="T7" fmla="*/ 10 h 28"/>
                <a:gd name="T8" fmla="*/ 50 w 85"/>
                <a:gd name="T9" fmla="*/ 3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8">
                  <a:moveTo>
                    <a:pt x="85" y="16"/>
                  </a:moveTo>
                  <a:cubicBezTo>
                    <a:pt x="77" y="11"/>
                    <a:pt x="72" y="4"/>
                    <a:pt x="62" y="2"/>
                  </a:cubicBezTo>
                  <a:cubicBezTo>
                    <a:pt x="52" y="0"/>
                    <a:pt x="44" y="0"/>
                    <a:pt x="34" y="2"/>
                  </a:cubicBezTo>
                  <a:cubicBezTo>
                    <a:pt x="23" y="4"/>
                    <a:pt x="12" y="6"/>
                    <a:pt x="0" y="7"/>
                  </a:cubicBezTo>
                  <a:cubicBezTo>
                    <a:pt x="13" y="17"/>
                    <a:pt x="33" y="19"/>
                    <a:pt x="47" y="28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31" name="Freeform 2600">
              <a:extLst>
                <a:ext uri="{FF2B5EF4-FFF2-40B4-BE49-F238E27FC236}">
                  <a16:creationId xmlns:a16="http://schemas.microsoft.com/office/drawing/2014/main" id="{5223CAD1-63A1-49D4-B833-137098BF7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709"/>
              <a:ext cx="39" cy="21"/>
            </a:xfrm>
            <a:custGeom>
              <a:avLst/>
              <a:gdLst>
                <a:gd name="T0" fmla="*/ 41 w 38"/>
                <a:gd name="T1" fmla="*/ 25 h 19"/>
                <a:gd name="T2" fmla="*/ 0 w 3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9">
                  <a:moveTo>
                    <a:pt x="38" y="19"/>
                  </a:moveTo>
                  <a:cubicBezTo>
                    <a:pt x="23" y="18"/>
                    <a:pt x="13" y="4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32" name="Freeform 2601">
              <a:extLst>
                <a:ext uri="{FF2B5EF4-FFF2-40B4-BE49-F238E27FC236}">
                  <a16:creationId xmlns:a16="http://schemas.microsoft.com/office/drawing/2014/main" id="{004BAAA4-A00F-4C17-BB41-0C5207AB4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707"/>
              <a:ext cx="263" cy="727"/>
            </a:xfrm>
            <a:custGeom>
              <a:avLst/>
              <a:gdLst>
                <a:gd name="T0" fmla="*/ 14 w 260"/>
                <a:gd name="T1" fmla="*/ 0 h 675"/>
                <a:gd name="T2" fmla="*/ 0 w 260"/>
                <a:gd name="T3" fmla="*/ 1 h 675"/>
                <a:gd name="T4" fmla="*/ 0 w 260"/>
                <a:gd name="T5" fmla="*/ 92 h 675"/>
                <a:gd name="T6" fmla="*/ 0 w 260"/>
                <a:gd name="T7" fmla="*/ 92 h 675"/>
                <a:gd name="T8" fmla="*/ 216 w 260"/>
                <a:gd name="T9" fmla="*/ 421 h 675"/>
                <a:gd name="T10" fmla="*/ 0 w 260"/>
                <a:gd name="T11" fmla="*/ 751 h 675"/>
                <a:gd name="T12" fmla="*/ 0 w 260"/>
                <a:gd name="T13" fmla="*/ 751 h 675"/>
                <a:gd name="T14" fmla="*/ 0 w 260"/>
                <a:gd name="T15" fmla="*/ 843 h 675"/>
                <a:gd name="T16" fmla="*/ 14 w 260"/>
                <a:gd name="T17" fmla="*/ 843 h 675"/>
                <a:gd name="T18" fmla="*/ 269 w 260"/>
                <a:gd name="T19" fmla="*/ 423 h 675"/>
                <a:gd name="T20" fmla="*/ 14 w 260"/>
                <a:gd name="T21" fmla="*/ 0 h 6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0" h="675">
                  <a:moveTo>
                    <a:pt x="14" y="0"/>
                  </a:moveTo>
                  <a:cubicBezTo>
                    <a:pt x="9" y="0"/>
                    <a:pt x="5" y="1"/>
                    <a:pt x="0" y="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116" y="73"/>
                    <a:pt x="210" y="191"/>
                    <a:pt x="210" y="337"/>
                  </a:cubicBezTo>
                  <a:cubicBezTo>
                    <a:pt x="210" y="483"/>
                    <a:pt x="116" y="601"/>
                    <a:pt x="0" y="601"/>
                  </a:cubicBezTo>
                  <a:cubicBezTo>
                    <a:pt x="0" y="601"/>
                    <a:pt x="0" y="601"/>
                    <a:pt x="0" y="601"/>
                  </a:cubicBezTo>
                  <a:cubicBezTo>
                    <a:pt x="0" y="675"/>
                    <a:pt x="0" y="675"/>
                    <a:pt x="0" y="675"/>
                  </a:cubicBezTo>
                  <a:cubicBezTo>
                    <a:pt x="5" y="675"/>
                    <a:pt x="9" y="675"/>
                    <a:pt x="14" y="675"/>
                  </a:cubicBezTo>
                  <a:cubicBezTo>
                    <a:pt x="142" y="675"/>
                    <a:pt x="260" y="525"/>
                    <a:pt x="260" y="339"/>
                  </a:cubicBezTo>
                  <a:cubicBezTo>
                    <a:pt x="260" y="152"/>
                    <a:pt x="142" y="0"/>
                    <a:pt x="14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33" name="Freeform 2602">
              <a:extLst>
                <a:ext uri="{FF2B5EF4-FFF2-40B4-BE49-F238E27FC236}">
                  <a16:creationId xmlns:a16="http://schemas.microsoft.com/office/drawing/2014/main" id="{76C45450-DECF-46C0-BC8C-14F8E2162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643"/>
              <a:ext cx="297" cy="856"/>
            </a:xfrm>
            <a:custGeom>
              <a:avLst/>
              <a:gdLst>
                <a:gd name="T0" fmla="*/ 7 w 294"/>
                <a:gd name="T1" fmla="*/ 0 h 794"/>
                <a:gd name="T2" fmla="*/ 4 w 294"/>
                <a:gd name="T3" fmla="*/ 0 h 794"/>
                <a:gd name="T4" fmla="*/ 4 w 294"/>
                <a:gd name="T5" fmla="*/ 0 h 794"/>
                <a:gd name="T6" fmla="*/ 0 w 294"/>
                <a:gd name="T7" fmla="*/ 0 h 794"/>
                <a:gd name="T8" fmla="*/ 0 w 294"/>
                <a:gd name="T9" fmla="*/ 165 h 794"/>
                <a:gd name="T10" fmla="*/ 0 w 294"/>
                <a:gd name="T11" fmla="*/ 165 h 794"/>
                <a:gd name="T12" fmla="*/ 216 w 294"/>
                <a:gd name="T13" fmla="*/ 496 h 794"/>
                <a:gd name="T14" fmla="*/ 0 w 294"/>
                <a:gd name="T15" fmla="*/ 828 h 794"/>
                <a:gd name="T16" fmla="*/ 0 w 294"/>
                <a:gd name="T17" fmla="*/ 828 h 794"/>
                <a:gd name="T18" fmla="*/ 0 w 294"/>
                <a:gd name="T19" fmla="*/ 995 h 794"/>
                <a:gd name="T20" fmla="*/ 2 w 294"/>
                <a:gd name="T21" fmla="*/ 995 h 794"/>
                <a:gd name="T22" fmla="*/ 7 w 294"/>
                <a:gd name="T23" fmla="*/ 995 h 794"/>
                <a:gd name="T24" fmla="*/ 303 w 294"/>
                <a:gd name="T25" fmla="*/ 497 h 794"/>
                <a:gd name="T26" fmla="*/ 7 w 294"/>
                <a:gd name="T27" fmla="*/ 0 h 7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4" h="794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116" y="132"/>
                    <a:pt x="210" y="250"/>
                    <a:pt x="210" y="396"/>
                  </a:cubicBezTo>
                  <a:cubicBezTo>
                    <a:pt x="210" y="542"/>
                    <a:pt x="116" y="660"/>
                    <a:pt x="0" y="660"/>
                  </a:cubicBezTo>
                  <a:cubicBezTo>
                    <a:pt x="0" y="660"/>
                    <a:pt x="0" y="660"/>
                    <a:pt x="0" y="660"/>
                  </a:cubicBezTo>
                  <a:cubicBezTo>
                    <a:pt x="0" y="794"/>
                    <a:pt x="0" y="794"/>
                    <a:pt x="0" y="794"/>
                  </a:cubicBezTo>
                  <a:cubicBezTo>
                    <a:pt x="2" y="794"/>
                    <a:pt x="2" y="794"/>
                    <a:pt x="2" y="794"/>
                  </a:cubicBezTo>
                  <a:cubicBezTo>
                    <a:pt x="4" y="794"/>
                    <a:pt x="6" y="794"/>
                    <a:pt x="7" y="794"/>
                  </a:cubicBezTo>
                  <a:cubicBezTo>
                    <a:pt x="165" y="794"/>
                    <a:pt x="294" y="616"/>
                    <a:pt x="294" y="397"/>
                  </a:cubicBezTo>
                  <a:cubicBezTo>
                    <a:pt x="294" y="178"/>
                    <a:pt x="165" y="0"/>
                    <a:pt x="7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34" name="Oval 2603">
              <a:extLst>
                <a:ext uri="{FF2B5EF4-FFF2-40B4-BE49-F238E27FC236}">
                  <a16:creationId xmlns:a16="http://schemas.microsoft.com/office/drawing/2014/main" id="{59714CC3-9E4E-4E33-BF43-CC0074DDF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3410"/>
              <a:ext cx="22" cy="11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35" name="Oval 2604">
              <a:extLst>
                <a:ext uri="{FF2B5EF4-FFF2-40B4-BE49-F238E27FC236}">
                  <a16:creationId xmlns:a16="http://schemas.microsoft.com/office/drawing/2014/main" id="{2D851384-B085-4E96-B99E-95C19EF27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2765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36" name="Oval 2605">
              <a:extLst>
                <a:ext uri="{FF2B5EF4-FFF2-40B4-BE49-F238E27FC236}">
                  <a16:creationId xmlns:a16="http://schemas.microsoft.com/office/drawing/2014/main" id="{8A95D213-01F9-4D3B-929A-35C1973D6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2744"/>
              <a:ext cx="20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37" name="Oval 2606">
              <a:extLst>
                <a:ext uri="{FF2B5EF4-FFF2-40B4-BE49-F238E27FC236}">
                  <a16:creationId xmlns:a16="http://schemas.microsoft.com/office/drawing/2014/main" id="{436C26EB-7557-47A1-896C-DE27A7536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" y="2719"/>
              <a:ext cx="21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38" name="Oval 2607">
              <a:extLst>
                <a:ext uri="{FF2B5EF4-FFF2-40B4-BE49-F238E27FC236}">
                  <a16:creationId xmlns:a16="http://schemas.microsoft.com/office/drawing/2014/main" id="{FCBA7E83-6DAF-49EE-9D5E-DC79D61B1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740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39" name="Oval 2608">
              <a:extLst>
                <a:ext uri="{FF2B5EF4-FFF2-40B4-BE49-F238E27FC236}">
                  <a16:creationId xmlns:a16="http://schemas.microsoft.com/office/drawing/2014/main" id="{3F15BF11-0C69-405C-A2E3-6C651BD07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24"/>
              <a:ext cx="21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40" name="Oval 2609">
              <a:extLst>
                <a:ext uri="{FF2B5EF4-FFF2-40B4-BE49-F238E27FC236}">
                  <a16:creationId xmlns:a16="http://schemas.microsoft.com/office/drawing/2014/main" id="{964422AC-479E-44D0-8682-50BCAFEAF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2764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41" name="Oval 2610">
              <a:extLst>
                <a:ext uri="{FF2B5EF4-FFF2-40B4-BE49-F238E27FC236}">
                  <a16:creationId xmlns:a16="http://schemas.microsoft.com/office/drawing/2014/main" id="{8667297C-2C48-4D1E-BA1E-AD1534ACF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716"/>
              <a:ext cx="21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42" name="Oval 2611">
              <a:extLst>
                <a:ext uri="{FF2B5EF4-FFF2-40B4-BE49-F238E27FC236}">
                  <a16:creationId xmlns:a16="http://schemas.microsoft.com/office/drawing/2014/main" id="{0825B7AF-4397-466D-A821-C03CDCF74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716"/>
              <a:ext cx="20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43" name="Oval 2612">
              <a:extLst>
                <a:ext uri="{FF2B5EF4-FFF2-40B4-BE49-F238E27FC236}">
                  <a16:creationId xmlns:a16="http://schemas.microsoft.com/office/drawing/2014/main" id="{E001D528-D84F-4B22-B466-830EDDF77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9" y="3367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44" name="Oval 2613">
              <a:extLst>
                <a:ext uri="{FF2B5EF4-FFF2-40B4-BE49-F238E27FC236}">
                  <a16:creationId xmlns:a16="http://schemas.microsoft.com/office/drawing/2014/main" id="{FE3A8F93-0FA0-453B-A255-C95CD517E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" y="3417"/>
              <a:ext cx="21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45" name="Oval 2614">
              <a:extLst>
                <a:ext uri="{FF2B5EF4-FFF2-40B4-BE49-F238E27FC236}">
                  <a16:creationId xmlns:a16="http://schemas.microsoft.com/office/drawing/2014/main" id="{D3E566DA-8B65-4BB3-98D7-08507AB29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363"/>
              <a:ext cx="20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46" name="Oval 2615">
              <a:extLst>
                <a:ext uri="{FF2B5EF4-FFF2-40B4-BE49-F238E27FC236}">
                  <a16:creationId xmlns:a16="http://schemas.microsoft.com/office/drawing/2014/main" id="{9AB1A63A-9A7A-45C6-9284-605FF3B60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" y="3388"/>
              <a:ext cx="21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47" name="Oval 2616">
              <a:extLst>
                <a:ext uri="{FF2B5EF4-FFF2-40B4-BE49-F238E27FC236}">
                  <a16:creationId xmlns:a16="http://schemas.microsoft.com/office/drawing/2014/main" id="{9E03ABA5-B9FB-4383-800F-D7E04B7F1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367"/>
              <a:ext cx="21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48" name="Oval 2617">
              <a:extLst>
                <a:ext uri="{FF2B5EF4-FFF2-40B4-BE49-F238E27FC236}">
                  <a16:creationId xmlns:a16="http://schemas.microsoft.com/office/drawing/2014/main" id="{454BAC25-6E83-4700-B778-28A6C2203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3417"/>
              <a:ext cx="20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49" name="Oval 2618">
              <a:extLst>
                <a:ext uri="{FF2B5EF4-FFF2-40B4-BE49-F238E27FC236}">
                  <a16:creationId xmlns:a16="http://schemas.microsoft.com/office/drawing/2014/main" id="{98984CEB-3693-49E1-B08B-D5DB5C6B2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3369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50" name="Oval 2619">
              <a:extLst>
                <a:ext uri="{FF2B5EF4-FFF2-40B4-BE49-F238E27FC236}">
                  <a16:creationId xmlns:a16="http://schemas.microsoft.com/office/drawing/2014/main" id="{0090BA33-8BFD-444A-8834-DE0481E47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9" y="3360"/>
              <a:ext cx="21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1951" name="Freeform 2620">
              <a:extLst>
                <a:ext uri="{FF2B5EF4-FFF2-40B4-BE49-F238E27FC236}">
                  <a16:creationId xmlns:a16="http://schemas.microsoft.com/office/drawing/2014/main" id="{825E42B7-498C-4B16-B04B-BC365A4D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362"/>
              <a:ext cx="20" cy="18"/>
            </a:xfrm>
            <a:custGeom>
              <a:avLst/>
              <a:gdLst>
                <a:gd name="T0" fmla="*/ 18 w 20"/>
                <a:gd name="T1" fmla="*/ 3 h 17"/>
                <a:gd name="T2" fmla="*/ 13 w 20"/>
                <a:gd name="T3" fmla="*/ 16 h 17"/>
                <a:gd name="T4" fmla="*/ 2 w 20"/>
                <a:gd name="T5" fmla="*/ 18 h 17"/>
                <a:gd name="T6" fmla="*/ 7 w 20"/>
                <a:gd name="T7" fmla="*/ 5 h 17"/>
                <a:gd name="T8" fmla="*/ 18 w 20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18" y="3"/>
                  </a:moveTo>
                  <a:cubicBezTo>
                    <a:pt x="20" y="5"/>
                    <a:pt x="17" y="9"/>
                    <a:pt x="13" y="13"/>
                  </a:cubicBezTo>
                  <a:cubicBezTo>
                    <a:pt x="8" y="16"/>
                    <a:pt x="3" y="17"/>
                    <a:pt x="2" y="15"/>
                  </a:cubicBezTo>
                  <a:cubicBezTo>
                    <a:pt x="0" y="13"/>
                    <a:pt x="2" y="8"/>
                    <a:pt x="7" y="5"/>
                  </a:cubicBezTo>
                  <a:cubicBezTo>
                    <a:pt x="11" y="1"/>
                    <a:pt x="16" y="0"/>
                    <a:pt x="18" y="3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52" name="Freeform 2621">
              <a:extLst>
                <a:ext uri="{FF2B5EF4-FFF2-40B4-BE49-F238E27FC236}">
                  <a16:creationId xmlns:a16="http://schemas.microsoft.com/office/drawing/2014/main" id="{D0899A6E-E9BF-4506-B49B-BD6C53E66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291"/>
              <a:ext cx="20" cy="18"/>
            </a:xfrm>
            <a:custGeom>
              <a:avLst/>
              <a:gdLst>
                <a:gd name="T0" fmla="*/ 18 w 20"/>
                <a:gd name="T1" fmla="*/ 3 h 17"/>
                <a:gd name="T2" fmla="*/ 13 w 20"/>
                <a:gd name="T3" fmla="*/ 16 h 17"/>
                <a:gd name="T4" fmla="*/ 2 w 20"/>
                <a:gd name="T5" fmla="*/ 18 h 17"/>
                <a:gd name="T6" fmla="*/ 7 w 20"/>
                <a:gd name="T7" fmla="*/ 5 h 17"/>
                <a:gd name="T8" fmla="*/ 18 w 20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18" y="3"/>
                  </a:moveTo>
                  <a:cubicBezTo>
                    <a:pt x="20" y="5"/>
                    <a:pt x="18" y="9"/>
                    <a:pt x="13" y="13"/>
                  </a:cubicBezTo>
                  <a:cubicBezTo>
                    <a:pt x="9" y="16"/>
                    <a:pt x="4" y="17"/>
                    <a:pt x="2" y="15"/>
                  </a:cubicBezTo>
                  <a:cubicBezTo>
                    <a:pt x="0" y="13"/>
                    <a:pt x="3" y="8"/>
                    <a:pt x="7" y="5"/>
                  </a:cubicBezTo>
                  <a:cubicBezTo>
                    <a:pt x="11" y="1"/>
                    <a:pt x="16" y="0"/>
                    <a:pt x="18" y="3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53" name="Freeform 2622">
              <a:extLst>
                <a:ext uri="{FF2B5EF4-FFF2-40B4-BE49-F238E27FC236}">
                  <a16:creationId xmlns:a16="http://schemas.microsoft.com/office/drawing/2014/main" id="{861BB05D-9F32-43AF-A676-B7502B676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213"/>
              <a:ext cx="15" cy="22"/>
            </a:xfrm>
            <a:custGeom>
              <a:avLst/>
              <a:gdLst>
                <a:gd name="T0" fmla="*/ 12 w 15"/>
                <a:gd name="T1" fmla="*/ 1 h 20"/>
                <a:gd name="T2" fmla="*/ 12 w 15"/>
                <a:gd name="T3" fmla="*/ 15 h 20"/>
                <a:gd name="T4" fmla="*/ 2 w 15"/>
                <a:gd name="T5" fmla="*/ 25 h 20"/>
                <a:gd name="T6" fmla="*/ 3 w 15"/>
                <a:gd name="T7" fmla="*/ 10 h 20"/>
                <a:gd name="T8" fmla="*/ 12 w 15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12" y="1"/>
                  </a:moveTo>
                  <a:cubicBezTo>
                    <a:pt x="15" y="2"/>
                    <a:pt x="15" y="7"/>
                    <a:pt x="12" y="12"/>
                  </a:cubicBezTo>
                  <a:cubicBezTo>
                    <a:pt x="9" y="17"/>
                    <a:pt x="5" y="20"/>
                    <a:pt x="2" y="19"/>
                  </a:cubicBezTo>
                  <a:cubicBezTo>
                    <a:pt x="0" y="17"/>
                    <a:pt x="0" y="12"/>
                    <a:pt x="3" y="7"/>
                  </a:cubicBezTo>
                  <a:cubicBezTo>
                    <a:pt x="6" y="2"/>
                    <a:pt x="10" y="0"/>
                    <a:pt x="12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54" name="Freeform 2623">
              <a:extLst>
                <a:ext uri="{FF2B5EF4-FFF2-40B4-BE49-F238E27FC236}">
                  <a16:creationId xmlns:a16="http://schemas.microsoft.com/office/drawing/2014/main" id="{4559C0FC-0B26-4BEC-BCDE-39C06050B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186"/>
              <a:ext cx="12" cy="23"/>
            </a:xfrm>
            <a:custGeom>
              <a:avLst/>
              <a:gdLst>
                <a:gd name="T0" fmla="*/ 8 w 12"/>
                <a:gd name="T1" fmla="*/ 1 h 21"/>
                <a:gd name="T2" fmla="*/ 11 w 12"/>
                <a:gd name="T3" fmla="*/ 15 h 21"/>
                <a:gd name="T4" fmla="*/ 4 w 12"/>
                <a:gd name="T5" fmla="*/ 27 h 21"/>
                <a:gd name="T6" fmla="*/ 1 w 12"/>
                <a:gd name="T7" fmla="*/ 13 h 21"/>
                <a:gd name="T8" fmla="*/ 8 w 12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8" y="1"/>
                  </a:moveTo>
                  <a:cubicBezTo>
                    <a:pt x="11" y="2"/>
                    <a:pt x="12" y="6"/>
                    <a:pt x="11" y="12"/>
                  </a:cubicBezTo>
                  <a:cubicBezTo>
                    <a:pt x="10" y="17"/>
                    <a:pt x="7" y="21"/>
                    <a:pt x="4" y="21"/>
                  </a:cubicBezTo>
                  <a:cubicBezTo>
                    <a:pt x="1" y="20"/>
                    <a:pt x="0" y="15"/>
                    <a:pt x="1" y="10"/>
                  </a:cubicBezTo>
                  <a:cubicBezTo>
                    <a:pt x="2" y="4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55" name="Freeform 2624">
              <a:extLst>
                <a:ext uri="{FF2B5EF4-FFF2-40B4-BE49-F238E27FC236}">
                  <a16:creationId xmlns:a16="http://schemas.microsoft.com/office/drawing/2014/main" id="{8B2AF244-8702-49AF-A038-E0C075DF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093"/>
              <a:ext cx="10" cy="22"/>
            </a:xfrm>
            <a:custGeom>
              <a:avLst/>
              <a:gdLst>
                <a:gd name="T0" fmla="*/ 5 w 10"/>
                <a:gd name="T1" fmla="*/ 0 h 21"/>
                <a:gd name="T2" fmla="*/ 10 w 10"/>
                <a:gd name="T3" fmla="*/ 10 h 21"/>
                <a:gd name="T4" fmla="*/ 5 w 10"/>
                <a:gd name="T5" fmla="*/ 24 h 21"/>
                <a:gd name="T6" fmla="*/ 0 w 10"/>
                <a:gd name="T7" fmla="*/ 14 h 21"/>
                <a:gd name="T8" fmla="*/ 5 w 10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5" y="0"/>
                  </a:moveTo>
                  <a:cubicBezTo>
                    <a:pt x="7" y="0"/>
                    <a:pt x="10" y="5"/>
                    <a:pt x="10" y="10"/>
                  </a:cubicBezTo>
                  <a:cubicBezTo>
                    <a:pt x="10" y="16"/>
                    <a:pt x="8" y="21"/>
                    <a:pt x="5" y="21"/>
                  </a:cubicBezTo>
                  <a:cubicBezTo>
                    <a:pt x="2" y="21"/>
                    <a:pt x="0" y="16"/>
                    <a:pt x="0" y="11"/>
                  </a:cubicBezTo>
                  <a:cubicBezTo>
                    <a:pt x="0" y="5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56" name="Freeform 2625">
              <a:extLst>
                <a:ext uri="{FF2B5EF4-FFF2-40B4-BE49-F238E27FC236}">
                  <a16:creationId xmlns:a16="http://schemas.microsoft.com/office/drawing/2014/main" id="{202759EE-1BF0-4D21-913B-D06B163E7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002"/>
              <a:ext cx="14" cy="23"/>
            </a:xfrm>
            <a:custGeom>
              <a:avLst/>
              <a:gdLst>
                <a:gd name="T0" fmla="*/ 4 w 14"/>
                <a:gd name="T1" fmla="*/ 1 h 21"/>
                <a:gd name="T2" fmla="*/ 12 w 14"/>
                <a:gd name="T3" fmla="*/ 11 h 21"/>
                <a:gd name="T4" fmla="*/ 11 w 14"/>
                <a:gd name="T5" fmla="*/ 26 h 21"/>
                <a:gd name="T6" fmla="*/ 2 w 14"/>
                <a:gd name="T7" fmla="*/ 15 h 21"/>
                <a:gd name="T8" fmla="*/ 4 w 14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4" y="1"/>
                  </a:moveTo>
                  <a:cubicBezTo>
                    <a:pt x="6" y="0"/>
                    <a:pt x="10" y="3"/>
                    <a:pt x="12" y="8"/>
                  </a:cubicBezTo>
                  <a:cubicBezTo>
                    <a:pt x="14" y="14"/>
                    <a:pt x="13" y="19"/>
                    <a:pt x="11" y="20"/>
                  </a:cubicBezTo>
                  <a:cubicBezTo>
                    <a:pt x="8" y="21"/>
                    <a:pt x="4" y="17"/>
                    <a:pt x="2" y="12"/>
                  </a:cubicBezTo>
                  <a:cubicBezTo>
                    <a:pt x="0" y="7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57" name="Freeform 2626">
              <a:extLst>
                <a:ext uri="{FF2B5EF4-FFF2-40B4-BE49-F238E27FC236}">
                  <a16:creationId xmlns:a16="http://schemas.microsoft.com/office/drawing/2014/main" id="{3C515C33-3E0C-43A9-BE09-D4A1065A5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893"/>
              <a:ext cx="13" cy="23"/>
            </a:xfrm>
            <a:custGeom>
              <a:avLst/>
              <a:gdLst>
                <a:gd name="T0" fmla="*/ 3 w 13"/>
                <a:gd name="T1" fmla="*/ 1 h 21"/>
                <a:gd name="T2" fmla="*/ 11 w 13"/>
                <a:gd name="T3" fmla="*/ 12 h 21"/>
                <a:gd name="T4" fmla="*/ 10 w 13"/>
                <a:gd name="T5" fmla="*/ 26 h 21"/>
                <a:gd name="T6" fmla="*/ 2 w 13"/>
                <a:gd name="T7" fmla="*/ 16 h 21"/>
                <a:gd name="T8" fmla="*/ 3 w 13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3" y="1"/>
                  </a:moveTo>
                  <a:cubicBezTo>
                    <a:pt x="6" y="0"/>
                    <a:pt x="9" y="4"/>
                    <a:pt x="11" y="9"/>
                  </a:cubicBezTo>
                  <a:cubicBezTo>
                    <a:pt x="13" y="14"/>
                    <a:pt x="12" y="19"/>
                    <a:pt x="10" y="20"/>
                  </a:cubicBezTo>
                  <a:cubicBezTo>
                    <a:pt x="7" y="21"/>
                    <a:pt x="3" y="18"/>
                    <a:pt x="2" y="13"/>
                  </a:cubicBezTo>
                  <a:cubicBezTo>
                    <a:pt x="0" y="7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58" name="Freeform 2627">
              <a:extLst>
                <a:ext uri="{FF2B5EF4-FFF2-40B4-BE49-F238E27FC236}">
                  <a16:creationId xmlns:a16="http://schemas.microsoft.com/office/drawing/2014/main" id="{04561CB1-1FF9-4D22-859D-72F6491EA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831"/>
              <a:ext cx="17" cy="20"/>
            </a:xfrm>
            <a:custGeom>
              <a:avLst/>
              <a:gdLst>
                <a:gd name="T0" fmla="*/ 2 w 17"/>
                <a:gd name="T1" fmla="*/ 2 h 19"/>
                <a:gd name="T2" fmla="*/ 13 w 17"/>
                <a:gd name="T3" fmla="*/ 6 h 19"/>
                <a:gd name="T4" fmla="*/ 15 w 17"/>
                <a:gd name="T5" fmla="*/ 20 h 19"/>
                <a:gd name="T6" fmla="*/ 5 w 17"/>
                <a:gd name="T7" fmla="*/ 16 h 19"/>
                <a:gd name="T8" fmla="*/ 2 w 17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2" y="2"/>
                  </a:moveTo>
                  <a:cubicBezTo>
                    <a:pt x="4" y="0"/>
                    <a:pt x="9" y="2"/>
                    <a:pt x="13" y="6"/>
                  </a:cubicBezTo>
                  <a:cubicBezTo>
                    <a:pt x="16" y="11"/>
                    <a:pt x="17" y="15"/>
                    <a:pt x="15" y="17"/>
                  </a:cubicBezTo>
                  <a:cubicBezTo>
                    <a:pt x="13" y="19"/>
                    <a:pt x="8" y="17"/>
                    <a:pt x="5" y="13"/>
                  </a:cubicBezTo>
                  <a:cubicBezTo>
                    <a:pt x="1" y="8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59" name="Freeform 2628">
              <a:extLst>
                <a:ext uri="{FF2B5EF4-FFF2-40B4-BE49-F238E27FC236}">
                  <a16:creationId xmlns:a16="http://schemas.microsoft.com/office/drawing/2014/main" id="{892D4BD6-B80D-4C11-A678-6969173D3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746"/>
              <a:ext cx="20" cy="16"/>
            </a:xfrm>
            <a:custGeom>
              <a:avLst/>
              <a:gdLst>
                <a:gd name="T0" fmla="*/ 1 w 20"/>
                <a:gd name="T1" fmla="*/ 2 h 15"/>
                <a:gd name="T2" fmla="*/ 12 w 20"/>
                <a:gd name="T3" fmla="*/ 3 h 15"/>
                <a:gd name="T4" fmla="*/ 18 w 20"/>
                <a:gd name="T5" fmla="*/ 16 h 15"/>
                <a:gd name="T6" fmla="*/ 7 w 20"/>
                <a:gd name="T7" fmla="*/ 15 h 15"/>
                <a:gd name="T8" fmla="*/ 1 w 20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1" y="2"/>
                  </a:moveTo>
                  <a:cubicBezTo>
                    <a:pt x="3" y="0"/>
                    <a:pt x="8" y="0"/>
                    <a:pt x="12" y="3"/>
                  </a:cubicBezTo>
                  <a:cubicBezTo>
                    <a:pt x="17" y="6"/>
                    <a:pt x="20" y="11"/>
                    <a:pt x="18" y="13"/>
                  </a:cubicBezTo>
                  <a:cubicBezTo>
                    <a:pt x="17" y="15"/>
                    <a:pt x="12" y="15"/>
                    <a:pt x="7" y="12"/>
                  </a:cubicBezTo>
                  <a:cubicBezTo>
                    <a:pt x="2" y="9"/>
                    <a:pt x="0" y="5"/>
                    <a:pt x="1" y="2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60" name="Freeform 2629">
              <a:extLst>
                <a:ext uri="{FF2B5EF4-FFF2-40B4-BE49-F238E27FC236}">
                  <a16:creationId xmlns:a16="http://schemas.microsoft.com/office/drawing/2014/main" id="{19900FFD-4162-4F74-B956-639E2E8A4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779"/>
              <a:ext cx="21" cy="17"/>
            </a:xfrm>
            <a:custGeom>
              <a:avLst/>
              <a:gdLst>
                <a:gd name="T0" fmla="*/ 1 w 20"/>
                <a:gd name="T1" fmla="*/ 2 h 16"/>
                <a:gd name="T2" fmla="*/ 16 w 20"/>
                <a:gd name="T3" fmla="*/ 4 h 16"/>
                <a:gd name="T4" fmla="*/ 21 w 20"/>
                <a:gd name="T5" fmla="*/ 16 h 16"/>
                <a:gd name="T6" fmla="*/ 7 w 20"/>
                <a:gd name="T7" fmla="*/ 15 h 16"/>
                <a:gd name="T8" fmla="*/ 1 w 20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" y="2"/>
                  </a:moveTo>
                  <a:cubicBezTo>
                    <a:pt x="3" y="0"/>
                    <a:pt x="8" y="1"/>
                    <a:pt x="13" y="4"/>
                  </a:cubicBezTo>
                  <a:cubicBezTo>
                    <a:pt x="17" y="7"/>
                    <a:pt x="20" y="11"/>
                    <a:pt x="18" y="13"/>
                  </a:cubicBezTo>
                  <a:cubicBezTo>
                    <a:pt x="17" y="16"/>
                    <a:pt x="12" y="15"/>
                    <a:pt x="7" y="12"/>
                  </a:cubicBezTo>
                  <a:cubicBezTo>
                    <a:pt x="2" y="9"/>
                    <a:pt x="0" y="5"/>
                    <a:pt x="1" y="2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61" name="Freeform 2630">
              <a:extLst>
                <a:ext uri="{FF2B5EF4-FFF2-40B4-BE49-F238E27FC236}">
                  <a16:creationId xmlns:a16="http://schemas.microsoft.com/office/drawing/2014/main" id="{010C73C8-4621-4A9B-B3D0-FA7CF354A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768"/>
              <a:ext cx="22" cy="13"/>
            </a:xfrm>
            <a:custGeom>
              <a:avLst/>
              <a:gdLst>
                <a:gd name="T0" fmla="*/ 0 w 21"/>
                <a:gd name="T1" fmla="*/ 4 h 12"/>
                <a:gd name="T2" fmla="*/ 14 w 21"/>
                <a:gd name="T3" fmla="*/ 1 h 12"/>
                <a:gd name="T4" fmla="*/ 23 w 21"/>
                <a:gd name="T5" fmla="*/ 12 h 12"/>
                <a:gd name="T6" fmla="*/ 9 w 21"/>
                <a:gd name="T7" fmla="*/ 14 h 12"/>
                <a:gd name="T8" fmla="*/ 0 w 21"/>
                <a:gd name="T9" fmla="*/ 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0" y="4"/>
                  </a:moveTo>
                  <a:cubicBezTo>
                    <a:pt x="1" y="1"/>
                    <a:pt x="6" y="0"/>
                    <a:pt x="11" y="1"/>
                  </a:cubicBezTo>
                  <a:cubicBezTo>
                    <a:pt x="17" y="3"/>
                    <a:pt x="21" y="6"/>
                    <a:pt x="20" y="9"/>
                  </a:cubicBezTo>
                  <a:cubicBezTo>
                    <a:pt x="19" y="11"/>
                    <a:pt x="15" y="12"/>
                    <a:pt x="9" y="11"/>
                  </a:cubicBezTo>
                  <a:cubicBezTo>
                    <a:pt x="4" y="10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62" name="Line 2631">
              <a:extLst>
                <a:ext uri="{FF2B5EF4-FFF2-40B4-BE49-F238E27FC236}">
                  <a16:creationId xmlns:a16="http://schemas.microsoft.com/office/drawing/2014/main" id="{C86605D4-B632-4372-96D7-0FA523B510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0" y="2645"/>
              <a:ext cx="1" cy="173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63" name="Line 2632">
              <a:extLst>
                <a:ext uri="{FF2B5EF4-FFF2-40B4-BE49-F238E27FC236}">
                  <a16:creationId xmlns:a16="http://schemas.microsoft.com/office/drawing/2014/main" id="{759EA64B-3B66-4BB0-ACC2-840F68F661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0" y="3234"/>
              <a:ext cx="1" cy="265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64" name="Freeform 2633">
              <a:extLst>
                <a:ext uri="{FF2B5EF4-FFF2-40B4-BE49-F238E27FC236}">
                  <a16:creationId xmlns:a16="http://schemas.microsoft.com/office/drawing/2014/main" id="{D1C2F86B-C961-40A9-B93F-DE2FB31F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851"/>
              <a:ext cx="432" cy="36"/>
            </a:xfrm>
            <a:custGeom>
              <a:avLst/>
              <a:gdLst>
                <a:gd name="T0" fmla="*/ 0 w 428"/>
                <a:gd name="T1" fmla="*/ 0 h 33"/>
                <a:gd name="T2" fmla="*/ 202 w 428"/>
                <a:gd name="T3" fmla="*/ 17 h 33"/>
                <a:gd name="T4" fmla="*/ 440 w 428"/>
                <a:gd name="T5" fmla="*/ 2 h 33"/>
                <a:gd name="T6" fmla="*/ 301 w 428"/>
                <a:gd name="T7" fmla="*/ 40 h 33"/>
                <a:gd name="T8" fmla="*/ 168 w 428"/>
                <a:gd name="T9" fmla="*/ 40 h 33"/>
                <a:gd name="T10" fmla="*/ 60 w 428"/>
                <a:gd name="T11" fmla="*/ 31 h 33"/>
                <a:gd name="T12" fmla="*/ 7 w 428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8" h="33">
                  <a:moveTo>
                    <a:pt x="0" y="0"/>
                  </a:moveTo>
                  <a:cubicBezTo>
                    <a:pt x="46" y="30"/>
                    <a:pt x="142" y="11"/>
                    <a:pt x="196" y="14"/>
                  </a:cubicBezTo>
                  <a:cubicBezTo>
                    <a:pt x="274" y="17"/>
                    <a:pt x="351" y="4"/>
                    <a:pt x="428" y="2"/>
                  </a:cubicBezTo>
                  <a:cubicBezTo>
                    <a:pt x="381" y="17"/>
                    <a:pt x="344" y="31"/>
                    <a:pt x="292" y="31"/>
                  </a:cubicBezTo>
                  <a:cubicBezTo>
                    <a:pt x="249" y="31"/>
                    <a:pt x="205" y="33"/>
                    <a:pt x="162" y="31"/>
                  </a:cubicBezTo>
                  <a:cubicBezTo>
                    <a:pt x="128" y="29"/>
                    <a:pt x="90" y="32"/>
                    <a:pt x="57" y="24"/>
                  </a:cubicBezTo>
                  <a:cubicBezTo>
                    <a:pt x="37" y="19"/>
                    <a:pt x="25" y="5"/>
                    <a:pt x="7" y="0"/>
                  </a:cubicBezTo>
                </a:path>
              </a:pathLst>
            </a:custGeom>
            <a:solidFill>
              <a:srgbClr val="F98F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965" name="Freeform 2634">
              <a:extLst>
                <a:ext uri="{FF2B5EF4-FFF2-40B4-BE49-F238E27FC236}">
                  <a16:creationId xmlns:a16="http://schemas.microsoft.com/office/drawing/2014/main" id="{0D29AF39-4E55-4431-AD32-5C6C5637A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877"/>
              <a:ext cx="252" cy="10"/>
            </a:xfrm>
            <a:custGeom>
              <a:avLst/>
              <a:gdLst>
                <a:gd name="T0" fmla="*/ 1 w 249"/>
                <a:gd name="T1" fmla="*/ 8 h 9"/>
                <a:gd name="T2" fmla="*/ 53 w 249"/>
                <a:gd name="T3" fmla="*/ 9 h 9"/>
                <a:gd name="T4" fmla="*/ 134 w 249"/>
                <a:gd name="T5" fmla="*/ 10 h 9"/>
                <a:gd name="T6" fmla="*/ 258 w 249"/>
                <a:gd name="T7" fmla="*/ 1 h 9"/>
                <a:gd name="T8" fmla="*/ 183 w 249"/>
                <a:gd name="T9" fmla="*/ 2 h 9"/>
                <a:gd name="T10" fmla="*/ 108 w 249"/>
                <a:gd name="T11" fmla="*/ 2 h 9"/>
                <a:gd name="T12" fmla="*/ 32 w 249"/>
                <a:gd name="T13" fmla="*/ 4 h 9"/>
                <a:gd name="T14" fmla="*/ 0 w 249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9">
                  <a:moveTo>
                    <a:pt x="1" y="5"/>
                  </a:moveTo>
                  <a:cubicBezTo>
                    <a:pt x="18" y="5"/>
                    <a:pt x="34" y="6"/>
                    <a:pt x="50" y="6"/>
                  </a:cubicBezTo>
                  <a:cubicBezTo>
                    <a:pt x="76" y="7"/>
                    <a:pt x="102" y="6"/>
                    <a:pt x="128" y="7"/>
                  </a:cubicBezTo>
                  <a:cubicBezTo>
                    <a:pt x="169" y="9"/>
                    <a:pt x="212" y="6"/>
                    <a:pt x="249" y="1"/>
                  </a:cubicBezTo>
                  <a:cubicBezTo>
                    <a:pt x="225" y="0"/>
                    <a:pt x="201" y="2"/>
                    <a:pt x="177" y="2"/>
                  </a:cubicBezTo>
                  <a:cubicBezTo>
                    <a:pt x="153" y="2"/>
                    <a:pt x="129" y="2"/>
                    <a:pt x="105" y="2"/>
                  </a:cubicBezTo>
                  <a:cubicBezTo>
                    <a:pt x="81" y="2"/>
                    <a:pt x="56" y="3"/>
                    <a:pt x="32" y="4"/>
                  </a:cubicBezTo>
                  <a:cubicBezTo>
                    <a:pt x="23" y="4"/>
                    <a:pt x="8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3" name="Arterial-atherothrombosis-cross-section">
            <a:extLst>
              <a:ext uri="{FF2B5EF4-FFF2-40B4-BE49-F238E27FC236}">
                <a16:creationId xmlns:a16="http://schemas.microsoft.com/office/drawing/2014/main" id="{B9AF3E9D-D0FF-4C13-8181-126905ACC174}"/>
              </a:ext>
            </a:extLst>
          </p:cNvPr>
          <p:cNvGrpSpPr>
            <a:grpSpLocks/>
          </p:cNvGrpSpPr>
          <p:nvPr/>
        </p:nvGrpSpPr>
        <p:grpSpPr bwMode="auto">
          <a:xfrm>
            <a:off x="5297488" y="4191000"/>
            <a:ext cx="1597025" cy="1390650"/>
            <a:chOff x="2497" y="2623"/>
            <a:chExt cx="1006" cy="876"/>
          </a:xfrm>
        </p:grpSpPr>
        <p:grpSp>
          <p:nvGrpSpPr>
            <p:cNvPr id="48996" name="Group 2636">
              <a:extLst>
                <a:ext uri="{FF2B5EF4-FFF2-40B4-BE49-F238E27FC236}">
                  <a16:creationId xmlns:a16="http://schemas.microsoft.com/office/drawing/2014/main" id="{3C077F84-989C-4630-A881-23F844BA3A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7" y="2623"/>
              <a:ext cx="1006" cy="876"/>
              <a:chOff x="2497" y="2623"/>
              <a:chExt cx="1006" cy="876"/>
            </a:xfrm>
          </p:grpSpPr>
          <p:sp>
            <p:nvSpPr>
              <p:cNvPr id="49146" name="Freeform 2637">
                <a:extLst>
                  <a:ext uri="{FF2B5EF4-FFF2-40B4-BE49-F238E27FC236}">
                    <a16:creationId xmlns:a16="http://schemas.microsoft.com/office/drawing/2014/main" id="{2D24A38B-CBFC-4060-910A-E12E2A314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623"/>
                <a:ext cx="933" cy="876"/>
              </a:xfrm>
              <a:custGeom>
                <a:avLst/>
                <a:gdLst>
                  <a:gd name="T0" fmla="*/ 935 w 925"/>
                  <a:gd name="T1" fmla="*/ 536 h 814"/>
                  <a:gd name="T2" fmla="*/ 4 w 925"/>
                  <a:gd name="T3" fmla="*/ 26 h 814"/>
                  <a:gd name="T4" fmla="*/ 1 w 925"/>
                  <a:gd name="T5" fmla="*/ 26 h 814"/>
                  <a:gd name="T6" fmla="*/ 1 w 925"/>
                  <a:gd name="T7" fmla="*/ 228 h 814"/>
                  <a:gd name="T8" fmla="*/ 3 w 925"/>
                  <a:gd name="T9" fmla="*/ 228 h 814"/>
                  <a:gd name="T10" fmla="*/ 102 w 925"/>
                  <a:gd name="T11" fmla="*/ 280 h 814"/>
                  <a:gd name="T12" fmla="*/ 103 w 925"/>
                  <a:gd name="T13" fmla="*/ 279 h 814"/>
                  <a:gd name="T14" fmla="*/ 149 w 925"/>
                  <a:gd name="T15" fmla="*/ 354 h 814"/>
                  <a:gd name="T16" fmla="*/ 150 w 925"/>
                  <a:gd name="T17" fmla="*/ 355 h 814"/>
                  <a:gd name="T18" fmla="*/ 173 w 925"/>
                  <a:gd name="T19" fmla="*/ 435 h 814"/>
                  <a:gd name="T20" fmla="*/ 174 w 925"/>
                  <a:gd name="T21" fmla="*/ 439 h 814"/>
                  <a:gd name="T22" fmla="*/ 182 w 925"/>
                  <a:gd name="T23" fmla="*/ 547 h 814"/>
                  <a:gd name="T24" fmla="*/ 182 w 925"/>
                  <a:gd name="T25" fmla="*/ 551 h 814"/>
                  <a:gd name="T26" fmla="*/ 164 w 925"/>
                  <a:gd name="T27" fmla="*/ 620 h 814"/>
                  <a:gd name="T28" fmla="*/ 164 w 925"/>
                  <a:gd name="T29" fmla="*/ 620 h 814"/>
                  <a:gd name="T30" fmla="*/ 104 w 925"/>
                  <a:gd name="T31" fmla="*/ 689 h 814"/>
                  <a:gd name="T32" fmla="*/ 104 w 925"/>
                  <a:gd name="T33" fmla="*/ 684 h 814"/>
                  <a:gd name="T34" fmla="*/ 1 w 925"/>
                  <a:gd name="T35" fmla="*/ 708 h 814"/>
                  <a:gd name="T36" fmla="*/ 1 w 925"/>
                  <a:gd name="T37" fmla="*/ 708 h 814"/>
                  <a:gd name="T38" fmla="*/ 1 w 925"/>
                  <a:gd name="T39" fmla="*/ 708 h 814"/>
                  <a:gd name="T40" fmla="*/ 1 w 925"/>
                  <a:gd name="T41" fmla="*/ 1015 h 814"/>
                  <a:gd name="T42" fmla="*/ 0 w 925"/>
                  <a:gd name="T43" fmla="*/ 1015 h 814"/>
                  <a:gd name="T44" fmla="*/ 4 w 925"/>
                  <a:gd name="T45" fmla="*/ 1015 h 814"/>
                  <a:gd name="T46" fmla="*/ 935 w 925"/>
                  <a:gd name="T47" fmla="*/ 536 h 81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25" h="814">
                    <a:moveTo>
                      <a:pt x="911" y="430"/>
                    </a:moveTo>
                    <a:cubicBezTo>
                      <a:pt x="895" y="0"/>
                      <a:pt x="163" y="20"/>
                      <a:pt x="4" y="20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183"/>
                      <a:pt x="1" y="183"/>
                      <a:pt x="1" y="183"/>
                    </a:cubicBezTo>
                    <a:cubicBezTo>
                      <a:pt x="2" y="183"/>
                      <a:pt x="3" y="183"/>
                      <a:pt x="3" y="183"/>
                    </a:cubicBezTo>
                    <a:cubicBezTo>
                      <a:pt x="31" y="234"/>
                      <a:pt x="87" y="227"/>
                      <a:pt x="99" y="225"/>
                    </a:cubicBezTo>
                    <a:cubicBezTo>
                      <a:pt x="100" y="225"/>
                      <a:pt x="100" y="223"/>
                      <a:pt x="100" y="224"/>
                    </a:cubicBezTo>
                    <a:cubicBezTo>
                      <a:pt x="88" y="280"/>
                      <a:pt x="136" y="284"/>
                      <a:pt x="146" y="284"/>
                    </a:cubicBezTo>
                    <a:cubicBezTo>
                      <a:pt x="147" y="285"/>
                      <a:pt x="147" y="284"/>
                      <a:pt x="147" y="285"/>
                    </a:cubicBezTo>
                    <a:cubicBezTo>
                      <a:pt x="143" y="320"/>
                      <a:pt x="163" y="341"/>
                      <a:pt x="170" y="348"/>
                    </a:cubicBezTo>
                    <a:cubicBezTo>
                      <a:pt x="171" y="349"/>
                      <a:pt x="171" y="351"/>
                      <a:pt x="171" y="352"/>
                    </a:cubicBezTo>
                    <a:cubicBezTo>
                      <a:pt x="151" y="384"/>
                      <a:pt x="171" y="427"/>
                      <a:pt x="176" y="439"/>
                    </a:cubicBezTo>
                    <a:cubicBezTo>
                      <a:pt x="176" y="440"/>
                      <a:pt x="176" y="441"/>
                      <a:pt x="176" y="442"/>
                    </a:cubicBezTo>
                    <a:cubicBezTo>
                      <a:pt x="140" y="462"/>
                      <a:pt x="155" y="488"/>
                      <a:pt x="161" y="497"/>
                    </a:cubicBezTo>
                    <a:cubicBezTo>
                      <a:pt x="161" y="498"/>
                      <a:pt x="161" y="496"/>
                      <a:pt x="161" y="497"/>
                    </a:cubicBezTo>
                    <a:cubicBezTo>
                      <a:pt x="114" y="496"/>
                      <a:pt x="103" y="543"/>
                      <a:pt x="101" y="553"/>
                    </a:cubicBezTo>
                    <a:cubicBezTo>
                      <a:pt x="100" y="553"/>
                      <a:pt x="102" y="549"/>
                      <a:pt x="101" y="549"/>
                    </a:cubicBezTo>
                    <a:cubicBezTo>
                      <a:pt x="42" y="511"/>
                      <a:pt x="1" y="568"/>
                      <a:pt x="1" y="568"/>
                    </a:cubicBezTo>
                    <a:cubicBezTo>
                      <a:pt x="1" y="568"/>
                      <a:pt x="1" y="568"/>
                      <a:pt x="1" y="568"/>
                    </a:cubicBezTo>
                    <a:cubicBezTo>
                      <a:pt x="1" y="568"/>
                      <a:pt x="1" y="568"/>
                      <a:pt x="1" y="568"/>
                    </a:cubicBezTo>
                    <a:cubicBezTo>
                      <a:pt x="1" y="814"/>
                      <a:pt x="1" y="814"/>
                      <a:pt x="1" y="814"/>
                    </a:cubicBezTo>
                    <a:cubicBezTo>
                      <a:pt x="0" y="814"/>
                      <a:pt x="0" y="814"/>
                      <a:pt x="0" y="814"/>
                    </a:cubicBezTo>
                    <a:cubicBezTo>
                      <a:pt x="1" y="814"/>
                      <a:pt x="3" y="814"/>
                      <a:pt x="4" y="814"/>
                    </a:cubicBezTo>
                    <a:cubicBezTo>
                      <a:pt x="163" y="814"/>
                      <a:pt x="925" y="806"/>
                      <a:pt x="911" y="43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47" name="Freeform 2638">
                <a:extLst>
                  <a:ext uri="{FF2B5EF4-FFF2-40B4-BE49-F238E27FC236}">
                    <a16:creationId xmlns:a16="http://schemas.microsoft.com/office/drawing/2014/main" id="{A13096C6-9F1F-40AF-92CC-1D457D655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043"/>
                <a:ext cx="862" cy="283"/>
              </a:xfrm>
              <a:custGeom>
                <a:avLst/>
                <a:gdLst>
                  <a:gd name="T0" fmla="*/ 864 w 854"/>
                  <a:gd name="T1" fmla="*/ 33 h 263"/>
                  <a:gd name="T2" fmla="*/ 782 w 854"/>
                  <a:gd name="T3" fmla="*/ 24 h 263"/>
                  <a:gd name="T4" fmla="*/ 657 w 854"/>
                  <a:gd name="T5" fmla="*/ 49 h 263"/>
                  <a:gd name="T6" fmla="*/ 522 w 854"/>
                  <a:gd name="T7" fmla="*/ 70 h 263"/>
                  <a:gd name="T8" fmla="*/ 326 w 854"/>
                  <a:gd name="T9" fmla="*/ 65 h 263"/>
                  <a:gd name="T10" fmla="*/ 193 w 854"/>
                  <a:gd name="T11" fmla="*/ 87 h 263"/>
                  <a:gd name="T12" fmla="*/ 155 w 854"/>
                  <a:gd name="T13" fmla="*/ 102 h 263"/>
                  <a:gd name="T14" fmla="*/ 165 w 854"/>
                  <a:gd name="T15" fmla="*/ 132 h 263"/>
                  <a:gd name="T16" fmla="*/ 163 w 854"/>
                  <a:gd name="T17" fmla="*/ 132 h 263"/>
                  <a:gd name="T18" fmla="*/ 103 w 854"/>
                  <a:gd name="T19" fmla="*/ 201 h 263"/>
                  <a:gd name="T20" fmla="*/ 103 w 854"/>
                  <a:gd name="T21" fmla="*/ 198 h 263"/>
                  <a:gd name="T22" fmla="*/ 0 w 854"/>
                  <a:gd name="T23" fmla="*/ 223 h 263"/>
                  <a:gd name="T24" fmla="*/ 0 w 854"/>
                  <a:gd name="T25" fmla="*/ 223 h 263"/>
                  <a:gd name="T26" fmla="*/ 0 w 854"/>
                  <a:gd name="T27" fmla="*/ 223 h 263"/>
                  <a:gd name="T28" fmla="*/ 0 w 854"/>
                  <a:gd name="T29" fmla="*/ 308 h 263"/>
                  <a:gd name="T30" fmla="*/ 86 w 854"/>
                  <a:gd name="T31" fmla="*/ 319 h 263"/>
                  <a:gd name="T32" fmla="*/ 426 w 854"/>
                  <a:gd name="T33" fmla="*/ 315 h 263"/>
                  <a:gd name="T34" fmla="*/ 661 w 854"/>
                  <a:gd name="T35" fmla="*/ 279 h 263"/>
                  <a:gd name="T36" fmla="*/ 843 w 854"/>
                  <a:gd name="T37" fmla="*/ 171 h 263"/>
                  <a:gd name="T38" fmla="*/ 864 w 854"/>
                  <a:gd name="T39" fmla="*/ 33 h 26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54" h="263">
                    <a:moveTo>
                      <a:pt x="840" y="27"/>
                    </a:moveTo>
                    <a:cubicBezTo>
                      <a:pt x="833" y="8"/>
                      <a:pt x="799" y="0"/>
                      <a:pt x="761" y="19"/>
                    </a:cubicBezTo>
                    <a:cubicBezTo>
                      <a:pt x="729" y="34"/>
                      <a:pt x="670" y="29"/>
                      <a:pt x="639" y="40"/>
                    </a:cubicBezTo>
                    <a:cubicBezTo>
                      <a:pt x="575" y="62"/>
                      <a:pt x="536" y="55"/>
                      <a:pt x="507" y="56"/>
                    </a:cubicBezTo>
                    <a:cubicBezTo>
                      <a:pt x="443" y="58"/>
                      <a:pt x="380" y="54"/>
                      <a:pt x="317" y="52"/>
                    </a:cubicBezTo>
                    <a:cubicBezTo>
                      <a:pt x="274" y="52"/>
                      <a:pt x="228" y="57"/>
                      <a:pt x="187" y="70"/>
                    </a:cubicBezTo>
                    <a:cubicBezTo>
                      <a:pt x="175" y="74"/>
                      <a:pt x="164" y="78"/>
                      <a:pt x="152" y="82"/>
                    </a:cubicBezTo>
                    <a:cubicBezTo>
                      <a:pt x="151" y="96"/>
                      <a:pt x="157" y="103"/>
                      <a:pt x="160" y="106"/>
                    </a:cubicBezTo>
                    <a:cubicBezTo>
                      <a:pt x="160" y="107"/>
                      <a:pt x="160" y="105"/>
                      <a:pt x="159" y="106"/>
                    </a:cubicBezTo>
                    <a:cubicBezTo>
                      <a:pt x="113" y="105"/>
                      <a:pt x="102" y="153"/>
                      <a:pt x="100" y="162"/>
                    </a:cubicBezTo>
                    <a:cubicBezTo>
                      <a:pt x="99" y="162"/>
                      <a:pt x="101" y="159"/>
                      <a:pt x="100" y="159"/>
                    </a:cubicBezTo>
                    <a:cubicBezTo>
                      <a:pt x="41" y="121"/>
                      <a:pt x="0" y="178"/>
                      <a:pt x="0" y="178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30" y="254"/>
                      <a:pt x="62" y="257"/>
                      <a:pt x="83" y="256"/>
                    </a:cubicBezTo>
                    <a:cubicBezTo>
                      <a:pt x="194" y="255"/>
                      <a:pt x="302" y="263"/>
                      <a:pt x="414" y="253"/>
                    </a:cubicBezTo>
                    <a:cubicBezTo>
                      <a:pt x="491" y="246"/>
                      <a:pt x="567" y="240"/>
                      <a:pt x="643" y="224"/>
                    </a:cubicBezTo>
                    <a:cubicBezTo>
                      <a:pt x="701" y="211"/>
                      <a:pt x="777" y="184"/>
                      <a:pt x="819" y="138"/>
                    </a:cubicBezTo>
                    <a:cubicBezTo>
                      <a:pt x="848" y="105"/>
                      <a:pt x="854" y="70"/>
                      <a:pt x="840" y="27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48" name="Freeform 2639">
                <a:extLst>
                  <a:ext uri="{FF2B5EF4-FFF2-40B4-BE49-F238E27FC236}">
                    <a16:creationId xmlns:a16="http://schemas.microsoft.com/office/drawing/2014/main" id="{81146634-14DD-4E38-87DD-91B53173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068"/>
                <a:ext cx="906" cy="209"/>
              </a:xfrm>
              <a:custGeom>
                <a:avLst/>
                <a:gdLst>
                  <a:gd name="T0" fmla="*/ 906 w 898"/>
                  <a:gd name="T1" fmla="*/ 122 h 194"/>
                  <a:gd name="T2" fmla="*/ 758 w 898"/>
                  <a:gd name="T3" fmla="*/ 37 h 194"/>
                  <a:gd name="T4" fmla="*/ 645 w 898"/>
                  <a:gd name="T5" fmla="*/ 79 h 194"/>
                  <a:gd name="T6" fmla="*/ 454 w 898"/>
                  <a:gd name="T7" fmla="*/ 109 h 194"/>
                  <a:gd name="T8" fmla="*/ 217 w 898"/>
                  <a:gd name="T9" fmla="*/ 135 h 194"/>
                  <a:gd name="T10" fmla="*/ 109 w 898"/>
                  <a:gd name="T11" fmla="*/ 143 h 194"/>
                  <a:gd name="T12" fmla="*/ 101 w 898"/>
                  <a:gd name="T13" fmla="*/ 173 h 194"/>
                  <a:gd name="T14" fmla="*/ 101 w 898"/>
                  <a:gd name="T15" fmla="*/ 168 h 194"/>
                  <a:gd name="T16" fmla="*/ 3 w 898"/>
                  <a:gd name="T17" fmla="*/ 184 h 194"/>
                  <a:gd name="T18" fmla="*/ 0 w 898"/>
                  <a:gd name="T19" fmla="*/ 212 h 194"/>
                  <a:gd name="T20" fmla="*/ 379 w 898"/>
                  <a:gd name="T21" fmla="*/ 234 h 194"/>
                  <a:gd name="T22" fmla="*/ 658 w 898"/>
                  <a:gd name="T23" fmla="*/ 210 h 194"/>
                  <a:gd name="T24" fmla="*/ 906 w 898"/>
                  <a:gd name="T25" fmla="*/ 122 h 1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8" h="194">
                    <a:moveTo>
                      <a:pt x="882" y="97"/>
                    </a:moveTo>
                    <a:cubicBezTo>
                      <a:pt x="898" y="70"/>
                      <a:pt x="835" y="0"/>
                      <a:pt x="737" y="30"/>
                    </a:cubicBezTo>
                    <a:cubicBezTo>
                      <a:pt x="700" y="42"/>
                      <a:pt x="664" y="56"/>
                      <a:pt x="627" y="63"/>
                    </a:cubicBezTo>
                    <a:cubicBezTo>
                      <a:pt x="554" y="76"/>
                      <a:pt x="516" y="89"/>
                      <a:pt x="442" y="87"/>
                    </a:cubicBezTo>
                    <a:cubicBezTo>
                      <a:pt x="373" y="86"/>
                      <a:pt x="278" y="93"/>
                      <a:pt x="211" y="108"/>
                    </a:cubicBezTo>
                    <a:cubicBezTo>
                      <a:pt x="174" y="116"/>
                      <a:pt x="158" y="112"/>
                      <a:pt x="106" y="114"/>
                    </a:cubicBezTo>
                    <a:cubicBezTo>
                      <a:pt x="100" y="125"/>
                      <a:pt x="98" y="135"/>
                      <a:pt x="98" y="138"/>
                    </a:cubicBezTo>
                    <a:cubicBezTo>
                      <a:pt x="97" y="139"/>
                      <a:pt x="98" y="135"/>
                      <a:pt x="98" y="135"/>
                    </a:cubicBezTo>
                    <a:cubicBezTo>
                      <a:pt x="50" y="105"/>
                      <a:pt x="15" y="135"/>
                      <a:pt x="3" y="148"/>
                    </a:cubicBezTo>
                    <a:cubicBezTo>
                      <a:pt x="0" y="170"/>
                      <a:pt x="0" y="170"/>
                      <a:pt x="0" y="170"/>
                    </a:cubicBezTo>
                    <a:cubicBezTo>
                      <a:pt x="75" y="189"/>
                      <a:pt x="293" y="182"/>
                      <a:pt x="370" y="187"/>
                    </a:cubicBezTo>
                    <a:cubicBezTo>
                      <a:pt x="459" y="194"/>
                      <a:pt x="553" y="190"/>
                      <a:pt x="640" y="168"/>
                    </a:cubicBezTo>
                    <a:cubicBezTo>
                      <a:pt x="682" y="157"/>
                      <a:pt x="858" y="138"/>
                      <a:pt x="882" y="97"/>
                    </a:cubicBezTo>
                    <a:close/>
                  </a:path>
                </a:pathLst>
              </a:custGeom>
              <a:solidFill>
                <a:srgbClr val="BF1C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49" name="Freeform 2640">
                <a:extLst>
                  <a:ext uri="{FF2B5EF4-FFF2-40B4-BE49-F238E27FC236}">
                    <a16:creationId xmlns:a16="http://schemas.microsoft.com/office/drawing/2014/main" id="{946C0989-1419-4C1B-AF63-9E4775A74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644"/>
                <a:ext cx="294" cy="855"/>
              </a:xfrm>
              <a:custGeom>
                <a:avLst/>
                <a:gdLst>
                  <a:gd name="T0" fmla="*/ 4 w 291"/>
                  <a:gd name="T1" fmla="*/ 0 h 794"/>
                  <a:gd name="T2" fmla="*/ 1 w 291"/>
                  <a:gd name="T3" fmla="*/ 0 h 794"/>
                  <a:gd name="T4" fmla="*/ 1 w 291"/>
                  <a:gd name="T5" fmla="*/ 205 h 794"/>
                  <a:gd name="T6" fmla="*/ 167 w 291"/>
                  <a:gd name="T7" fmla="*/ 392 h 794"/>
                  <a:gd name="T8" fmla="*/ 1 w 291"/>
                  <a:gd name="T9" fmla="*/ 587 h 794"/>
                  <a:gd name="T10" fmla="*/ 1 w 291"/>
                  <a:gd name="T11" fmla="*/ 992 h 794"/>
                  <a:gd name="T12" fmla="*/ 0 w 291"/>
                  <a:gd name="T13" fmla="*/ 992 h 794"/>
                  <a:gd name="T14" fmla="*/ 4 w 291"/>
                  <a:gd name="T15" fmla="*/ 992 h 794"/>
                  <a:gd name="T16" fmla="*/ 300 w 291"/>
                  <a:gd name="T17" fmla="*/ 496 h 794"/>
                  <a:gd name="T18" fmla="*/ 4 w 291"/>
                  <a:gd name="T19" fmla="*/ 0 h 7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1" h="794">
                    <a:moveTo>
                      <a:pt x="4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99" y="163"/>
                      <a:pt x="161" y="259"/>
                      <a:pt x="161" y="314"/>
                    </a:cubicBezTo>
                    <a:cubicBezTo>
                      <a:pt x="161" y="382"/>
                      <a:pt x="99" y="469"/>
                      <a:pt x="1" y="470"/>
                    </a:cubicBezTo>
                    <a:cubicBezTo>
                      <a:pt x="1" y="794"/>
                      <a:pt x="1" y="794"/>
                      <a:pt x="1" y="794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1" y="794"/>
                      <a:pt x="3" y="794"/>
                      <a:pt x="4" y="794"/>
                    </a:cubicBezTo>
                    <a:cubicBezTo>
                      <a:pt x="163" y="794"/>
                      <a:pt x="291" y="616"/>
                      <a:pt x="291" y="397"/>
                    </a:cubicBezTo>
                    <a:cubicBezTo>
                      <a:pt x="291" y="178"/>
                      <a:pt x="163" y="0"/>
                      <a:pt x="4" y="0"/>
                    </a:cubicBezTo>
                    <a:close/>
                  </a:path>
                </a:pathLst>
              </a:custGeom>
              <a:solidFill>
                <a:srgbClr val="723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0" name="Rectangle 2641">
                <a:extLst>
                  <a:ext uri="{FF2B5EF4-FFF2-40B4-BE49-F238E27FC236}">
                    <a16:creationId xmlns:a16="http://schemas.microsoft.com/office/drawing/2014/main" id="{3E50DB91-67A4-42CC-ACE9-A78B38989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2781"/>
                <a:ext cx="707" cy="38"/>
              </a:xfrm>
              <a:prstGeom prst="rect">
                <a:avLst/>
              </a:pr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9151" name="Freeform 2642">
                <a:extLst>
                  <a:ext uri="{FF2B5EF4-FFF2-40B4-BE49-F238E27FC236}">
                    <a16:creationId xmlns:a16="http://schemas.microsoft.com/office/drawing/2014/main" id="{AA08365C-18C4-44F9-A2CA-830D53944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150"/>
                <a:ext cx="707" cy="211"/>
              </a:xfrm>
              <a:custGeom>
                <a:avLst/>
                <a:gdLst>
                  <a:gd name="T0" fmla="*/ 719 w 701"/>
                  <a:gd name="T1" fmla="*/ 244 h 196"/>
                  <a:gd name="T2" fmla="*/ 0 w 701"/>
                  <a:gd name="T3" fmla="*/ 244 h 196"/>
                  <a:gd name="T4" fmla="*/ 0 w 701"/>
                  <a:gd name="T5" fmla="*/ 97 h 196"/>
                  <a:gd name="T6" fmla="*/ 719 w 701"/>
                  <a:gd name="T7" fmla="*/ 0 h 196"/>
                  <a:gd name="T8" fmla="*/ 719 w 701"/>
                  <a:gd name="T9" fmla="*/ 244 h 1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1" h="196">
                    <a:moveTo>
                      <a:pt x="701" y="196"/>
                    </a:moveTo>
                    <a:cubicBezTo>
                      <a:pt x="0" y="196"/>
                      <a:pt x="0" y="196"/>
                      <a:pt x="0" y="196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636" y="51"/>
                      <a:pt x="701" y="0"/>
                    </a:cubicBezTo>
                    <a:lnTo>
                      <a:pt x="701" y="196"/>
                    </a:lnTo>
                    <a:close/>
                  </a:path>
                </a:pathLst>
              </a:cu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16" name="Freeform 2643">
                <a:extLst>
                  <a:ext uri="{FF2B5EF4-FFF2-40B4-BE49-F238E27FC236}">
                    <a16:creationId xmlns:a16="http://schemas.microsoft.com/office/drawing/2014/main" id="{9D7DF778-8C42-4386-9279-C3EBD42B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766"/>
                <a:ext cx="90" cy="103"/>
              </a:xfrm>
              <a:custGeom>
                <a:avLst/>
                <a:gdLst>
                  <a:gd name="T0" fmla="*/ 0 w 89"/>
                  <a:gd name="T1" fmla="*/ 61 h 96"/>
                  <a:gd name="T2" fmla="*/ 92 w 89"/>
                  <a:gd name="T3" fmla="*/ 60 h 96"/>
                  <a:gd name="T4" fmla="*/ 0 w 89"/>
                  <a:gd name="T5" fmla="*/ 6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6">
                    <a:moveTo>
                      <a:pt x="0" y="49"/>
                    </a:moveTo>
                    <a:cubicBezTo>
                      <a:pt x="0" y="49"/>
                      <a:pt x="35" y="0"/>
                      <a:pt x="89" y="48"/>
                    </a:cubicBezTo>
                    <a:cubicBezTo>
                      <a:pt x="89" y="48"/>
                      <a:pt x="49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17" name="Oval 2644">
                <a:extLst>
                  <a:ext uri="{FF2B5EF4-FFF2-40B4-BE49-F238E27FC236}">
                    <a16:creationId xmlns:a16="http://schemas.microsoft.com/office/drawing/2014/main" id="{29821E7E-D88F-43ED-BCA0-D8835A683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3" y="2811"/>
                <a:ext cx="30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18" name="Freeform 2645">
                <a:extLst>
                  <a:ext uri="{FF2B5EF4-FFF2-40B4-BE49-F238E27FC236}">
                    <a16:creationId xmlns:a16="http://schemas.microsoft.com/office/drawing/2014/main" id="{3B58572D-9112-421B-BA7C-907AECAEB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761"/>
                <a:ext cx="86" cy="108"/>
              </a:xfrm>
              <a:custGeom>
                <a:avLst/>
                <a:gdLst>
                  <a:gd name="T0" fmla="*/ 0 w 85"/>
                  <a:gd name="T1" fmla="*/ 65 h 101"/>
                  <a:gd name="T2" fmla="*/ 88 w 85"/>
                  <a:gd name="T3" fmla="*/ 67 h 101"/>
                  <a:gd name="T4" fmla="*/ 0 w 85"/>
                  <a:gd name="T5" fmla="*/ 65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1">
                    <a:moveTo>
                      <a:pt x="0" y="53"/>
                    </a:moveTo>
                    <a:cubicBezTo>
                      <a:pt x="0" y="53"/>
                      <a:pt x="46" y="0"/>
                      <a:pt x="85" y="55"/>
                    </a:cubicBezTo>
                    <a:cubicBezTo>
                      <a:pt x="85" y="55"/>
                      <a:pt x="49" y="101"/>
                      <a:pt x="0" y="53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19" name="Oval 2646">
                <a:extLst>
                  <a:ext uri="{FF2B5EF4-FFF2-40B4-BE49-F238E27FC236}">
                    <a16:creationId xmlns:a16="http://schemas.microsoft.com/office/drawing/2014/main" id="{7B57E0EA-6D80-4FF9-BC20-BAD202753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811"/>
                <a:ext cx="30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20" name="Freeform 2647">
                <a:extLst>
                  <a:ext uri="{FF2B5EF4-FFF2-40B4-BE49-F238E27FC236}">
                    <a16:creationId xmlns:a16="http://schemas.microsoft.com/office/drawing/2014/main" id="{E41AC4DE-14BD-4684-B860-56967FDA1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767"/>
                <a:ext cx="118" cy="103"/>
              </a:xfrm>
              <a:custGeom>
                <a:avLst/>
                <a:gdLst>
                  <a:gd name="T0" fmla="*/ 0 w 117"/>
                  <a:gd name="T1" fmla="*/ 61 h 96"/>
                  <a:gd name="T2" fmla="*/ 120 w 117"/>
                  <a:gd name="T3" fmla="*/ 61 h 96"/>
                  <a:gd name="T4" fmla="*/ 0 w 117"/>
                  <a:gd name="T5" fmla="*/ 6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96">
                    <a:moveTo>
                      <a:pt x="0" y="49"/>
                    </a:moveTo>
                    <a:cubicBezTo>
                      <a:pt x="0" y="49"/>
                      <a:pt x="63" y="0"/>
                      <a:pt x="117" y="49"/>
                    </a:cubicBezTo>
                    <a:cubicBezTo>
                      <a:pt x="117" y="49"/>
                      <a:pt x="49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21" name="Oval 2648">
                <a:extLst>
                  <a:ext uri="{FF2B5EF4-FFF2-40B4-BE49-F238E27FC236}">
                    <a16:creationId xmlns:a16="http://schemas.microsoft.com/office/drawing/2014/main" id="{9AA6EE3B-E676-4A12-BD6C-4A3251D7D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811"/>
                <a:ext cx="29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22" name="Freeform 2649">
                <a:extLst>
                  <a:ext uri="{FF2B5EF4-FFF2-40B4-BE49-F238E27FC236}">
                    <a16:creationId xmlns:a16="http://schemas.microsoft.com/office/drawing/2014/main" id="{D90355CC-B96C-4BC3-9B96-7B628EB5B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767"/>
                <a:ext cx="111" cy="103"/>
              </a:xfrm>
              <a:custGeom>
                <a:avLst/>
                <a:gdLst>
                  <a:gd name="T0" fmla="*/ 0 w 110"/>
                  <a:gd name="T1" fmla="*/ 61 h 96"/>
                  <a:gd name="T2" fmla="*/ 113 w 110"/>
                  <a:gd name="T3" fmla="*/ 60 h 96"/>
                  <a:gd name="T4" fmla="*/ 0 w 110"/>
                  <a:gd name="T5" fmla="*/ 6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96">
                    <a:moveTo>
                      <a:pt x="0" y="49"/>
                    </a:moveTo>
                    <a:cubicBezTo>
                      <a:pt x="0" y="49"/>
                      <a:pt x="56" y="0"/>
                      <a:pt x="110" y="48"/>
                    </a:cubicBezTo>
                    <a:cubicBezTo>
                      <a:pt x="110" y="48"/>
                      <a:pt x="49" y="96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23" name="Oval 2650">
                <a:extLst>
                  <a:ext uri="{FF2B5EF4-FFF2-40B4-BE49-F238E27FC236}">
                    <a16:creationId xmlns:a16="http://schemas.microsoft.com/office/drawing/2014/main" id="{0B5C9308-7171-41EC-964B-02091F96B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7" y="2811"/>
                <a:ext cx="29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24" name="Freeform 2651">
                <a:extLst>
                  <a:ext uri="{FF2B5EF4-FFF2-40B4-BE49-F238E27FC236}">
                    <a16:creationId xmlns:a16="http://schemas.microsoft.com/office/drawing/2014/main" id="{D30C08CC-6355-49CA-B2F3-F6077A5D6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767"/>
                <a:ext cx="112" cy="102"/>
              </a:xfrm>
              <a:custGeom>
                <a:avLst/>
                <a:gdLst>
                  <a:gd name="T0" fmla="*/ 0 w 111"/>
                  <a:gd name="T1" fmla="*/ 60 h 95"/>
                  <a:gd name="T2" fmla="*/ 114 w 111"/>
                  <a:gd name="T3" fmla="*/ 60 h 95"/>
                  <a:gd name="T4" fmla="*/ 0 w 111"/>
                  <a:gd name="T5" fmla="*/ 6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95">
                    <a:moveTo>
                      <a:pt x="0" y="48"/>
                    </a:moveTo>
                    <a:cubicBezTo>
                      <a:pt x="0" y="48"/>
                      <a:pt x="57" y="0"/>
                      <a:pt x="111" y="48"/>
                    </a:cubicBezTo>
                    <a:cubicBezTo>
                      <a:pt x="111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25" name="Oval 2652">
                <a:extLst>
                  <a:ext uri="{FF2B5EF4-FFF2-40B4-BE49-F238E27FC236}">
                    <a16:creationId xmlns:a16="http://schemas.microsoft.com/office/drawing/2014/main" id="{08CCCD48-D9EE-4B8E-9581-875D4DE0A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811"/>
                <a:ext cx="29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26" name="Freeform 2653">
                <a:extLst>
                  <a:ext uri="{FF2B5EF4-FFF2-40B4-BE49-F238E27FC236}">
                    <a16:creationId xmlns:a16="http://schemas.microsoft.com/office/drawing/2014/main" id="{E81C5FCA-0DA4-442F-A356-8C32A08C6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767"/>
                <a:ext cx="89" cy="102"/>
              </a:xfrm>
              <a:custGeom>
                <a:avLst/>
                <a:gdLst>
                  <a:gd name="T0" fmla="*/ 0 w 89"/>
                  <a:gd name="T1" fmla="*/ 60 h 95"/>
                  <a:gd name="T2" fmla="*/ 89 w 89"/>
                  <a:gd name="T3" fmla="*/ 60 h 95"/>
                  <a:gd name="T4" fmla="*/ 0 w 89"/>
                  <a:gd name="T5" fmla="*/ 6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5">
                    <a:moveTo>
                      <a:pt x="0" y="48"/>
                    </a:moveTo>
                    <a:cubicBezTo>
                      <a:pt x="0" y="48"/>
                      <a:pt x="35" y="0"/>
                      <a:pt x="89" y="48"/>
                    </a:cubicBezTo>
                    <a:cubicBezTo>
                      <a:pt x="89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27" name="Oval 2654">
                <a:extLst>
                  <a:ext uri="{FF2B5EF4-FFF2-40B4-BE49-F238E27FC236}">
                    <a16:creationId xmlns:a16="http://schemas.microsoft.com/office/drawing/2014/main" id="{BDFF4FD1-0491-46B7-A80D-B4CC7CE2B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811"/>
                <a:ext cx="29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28" name="Freeform 2655">
                <a:extLst>
                  <a:ext uri="{FF2B5EF4-FFF2-40B4-BE49-F238E27FC236}">
                    <a16:creationId xmlns:a16="http://schemas.microsoft.com/office/drawing/2014/main" id="{0F0B7696-8ED0-41D7-9897-D0B9F9B98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767"/>
                <a:ext cx="102" cy="102"/>
              </a:xfrm>
              <a:custGeom>
                <a:avLst/>
                <a:gdLst>
                  <a:gd name="T0" fmla="*/ 0 w 101"/>
                  <a:gd name="T1" fmla="*/ 60 h 95"/>
                  <a:gd name="T2" fmla="*/ 104 w 101"/>
                  <a:gd name="T3" fmla="*/ 60 h 95"/>
                  <a:gd name="T4" fmla="*/ 0 w 101"/>
                  <a:gd name="T5" fmla="*/ 6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95">
                    <a:moveTo>
                      <a:pt x="0" y="48"/>
                    </a:moveTo>
                    <a:cubicBezTo>
                      <a:pt x="0" y="48"/>
                      <a:pt x="46" y="0"/>
                      <a:pt x="101" y="48"/>
                    </a:cubicBezTo>
                    <a:cubicBezTo>
                      <a:pt x="101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29" name="Oval 2656">
                <a:extLst>
                  <a:ext uri="{FF2B5EF4-FFF2-40B4-BE49-F238E27FC236}">
                    <a16:creationId xmlns:a16="http://schemas.microsoft.com/office/drawing/2014/main" id="{83C137B0-A985-45C0-89E2-D36734B60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811"/>
                <a:ext cx="29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30" name="Freeform 2657">
                <a:extLst>
                  <a:ext uri="{FF2B5EF4-FFF2-40B4-BE49-F238E27FC236}">
                    <a16:creationId xmlns:a16="http://schemas.microsoft.com/office/drawing/2014/main" id="{FA9BD7CD-83B7-4B1C-B4C7-E81373683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181"/>
                <a:ext cx="79" cy="102"/>
              </a:xfrm>
              <a:custGeom>
                <a:avLst/>
                <a:gdLst>
                  <a:gd name="T0" fmla="*/ 0 w 78"/>
                  <a:gd name="T1" fmla="*/ 63 h 94"/>
                  <a:gd name="T2" fmla="*/ 81 w 78"/>
                  <a:gd name="T3" fmla="*/ 59 h 94"/>
                  <a:gd name="T4" fmla="*/ 0 w 78"/>
                  <a:gd name="T5" fmla="*/ 63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94">
                    <a:moveTo>
                      <a:pt x="0" y="49"/>
                    </a:moveTo>
                    <a:cubicBezTo>
                      <a:pt x="0" y="49"/>
                      <a:pt x="35" y="0"/>
                      <a:pt x="78" y="46"/>
                    </a:cubicBezTo>
                    <a:cubicBezTo>
                      <a:pt x="78" y="46"/>
                      <a:pt x="51" y="94"/>
                      <a:pt x="0" y="49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1" name="Freeform 2658">
                <a:extLst>
                  <a:ext uri="{FF2B5EF4-FFF2-40B4-BE49-F238E27FC236}">
                    <a16:creationId xmlns:a16="http://schemas.microsoft.com/office/drawing/2014/main" id="{9859D3B9-657F-4A22-8967-96083B33F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224"/>
                <a:ext cx="30" cy="17"/>
              </a:xfrm>
              <a:custGeom>
                <a:avLst/>
                <a:gdLst>
                  <a:gd name="T0" fmla="*/ 32 w 29"/>
                  <a:gd name="T1" fmla="*/ 10 h 15"/>
                  <a:gd name="T2" fmla="*/ 14 w 29"/>
                  <a:gd name="T3" fmla="*/ 22 h 15"/>
                  <a:gd name="T4" fmla="*/ 0 w 29"/>
                  <a:gd name="T5" fmla="*/ 11 h 15"/>
                  <a:gd name="T6" fmla="*/ 14 w 29"/>
                  <a:gd name="T7" fmla="*/ 1 h 15"/>
                  <a:gd name="T8" fmla="*/ 32 w 29"/>
                  <a:gd name="T9" fmla="*/ 1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5">
                    <a:moveTo>
                      <a:pt x="29" y="7"/>
                    </a:moveTo>
                    <a:cubicBezTo>
                      <a:pt x="29" y="11"/>
                      <a:pt x="22" y="15"/>
                      <a:pt x="14" y="15"/>
                    </a:cubicBezTo>
                    <a:cubicBezTo>
                      <a:pt x="6" y="15"/>
                      <a:pt x="0" y="12"/>
                      <a:pt x="0" y="8"/>
                    </a:cubicBezTo>
                    <a:cubicBezTo>
                      <a:pt x="0" y="4"/>
                      <a:pt x="6" y="1"/>
                      <a:pt x="14" y="1"/>
                    </a:cubicBezTo>
                    <a:cubicBezTo>
                      <a:pt x="22" y="0"/>
                      <a:pt x="28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2" name="Freeform 2659">
                <a:extLst>
                  <a:ext uri="{FF2B5EF4-FFF2-40B4-BE49-F238E27FC236}">
                    <a16:creationId xmlns:a16="http://schemas.microsoft.com/office/drawing/2014/main" id="{48B7D71D-D153-45EE-A268-3F1AC056C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3176"/>
                <a:ext cx="102" cy="101"/>
              </a:xfrm>
              <a:custGeom>
                <a:avLst/>
                <a:gdLst>
                  <a:gd name="T0" fmla="*/ 0 w 101"/>
                  <a:gd name="T1" fmla="*/ 63 h 94"/>
                  <a:gd name="T2" fmla="*/ 104 w 101"/>
                  <a:gd name="T3" fmla="*/ 56 h 94"/>
                  <a:gd name="T4" fmla="*/ 0 w 101"/>
                  <a:gd name="T5" fmla="*/ 63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94">
                    <a:moveTo>
                      <a:pt x="0" y="51"/>
                    </a:moveTo>
                    <a:cubicBezTo>
                      <a:pt x="0" y="51"/>
                      <a:pt x="44" y="0"/>
                      <a:pt x="101" y="45"/>
                    </a:cubicBezTo>
                    <a:cubicBezTo>
                      <a:pt x="101" y="45"/>
                      <a:pt x="52" y="94"/>
                      <a:pt x="0" y="51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3" name="Freeform 2660">
                <a:extLst>
                  <a:ext uri="{FF2B5EF4-FFF2-40B4-BE49-F238E27FC236}">
                    <a16:creationId xmlns:a16="http://schemas.microsoft.com/office/drawing/2014/main" id="{B71D2F1C-9930-48C4-BEFC-2809D2579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3219"/>
                <a:ext cx="31" cy="17"/>
              </a:xfrm>
              <a:custGeom>
                <a:avLst/>
                <a:gdLst>
                  <a:gd name="T0" fmla="*/ 33 w 30"/>
                  <a:gd name="T1" fmla="*/ 7 h 16"/>
                  <a:gd name="T2" fmla="*/ 19 w 30"/>
                  <a:gd name="T3" fmla="*/ 18 h 16"/>
                  <a:gd name="T4" fmla="*/ 1 w 30"/>
                  <a:gd name="T5" fmla="*/ 12 h 16"/>
                  <a:gd name="T6" fmla="*/ 18 w 30"/>
                  <a:gd name="T7" fmla="*/ 0 h 16"/>
                  <a:gd name="T8" fmla="*/ 33 w 3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30" y="7"/>
                    </a:moveTo>
                    <a:cubicBezTo>
                      <a:pt x="30" y="11"/>
                      <a:pt x="24" y="14"/>
                      <a:pt x="16" y="15"/>
                    </a:cubicBezTo>
                    <a:cubicBezTo>
                      <a:pt x="8" y="16"/>
                      <a:pt x="1" y="13"/>
                      <a:pt x="1" y="9"/>
                    </a:cubicBezTo>
                    <a:cubicBezTo>
                      <a:pt x="0" y="5"/>
                      <a:pt x="7" y="1"/>
                      <a:pt x="15" y="0"/>
                    </a:cubicBezTo>
                    <a:cubicBezTo>
                      <a:pt x="23" y="0"/>
                      <a:pt x="29" y="3"/>
                      <a:pt x="30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4" name="Freeform 2661">
                <a:extLst>
                  <a:ext uri="{FF2B5EF4-FFF2-40B4-BE49-F238E27FC236}">
                    <a16:creationId xmlns:a16="http://schemas.microsoft.com/office/drawing/2014/main" id="{3C5DAAB1-9E41-467F-A0F1-0E7B18167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3171"/>
                <a:ext cx="108" cy="98"/>
              </a:xfrm>
              <a:custGeom>
                <a:avLst/>
                <a:gdLst>
                  <a:gd name="T0" fmla="*/ 0 w 107"/>
                  <a:gd name="T1" fmla="*/ 62 h 91"/>
                  <a:gd name="T2" fmla="*/ 110 w 107"/>
                  <a:gd name="T3" fmla="*/ 52 h 91"/>
                  <a:gd name="T4" fmla="*/ 0 w 107"/>
                  <a:gd name="T5" fmla="*/ 62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91">
                    <a:moveTo>
                      <a:pt x="0" y="50"/>
                    </a:moveTo>
                    <a:cubicBezTo>
                      <a:pt x="0" y="50"/>
                      <a:pt x="52" y="0"/>
                      <a:pt x="107" y="42"/>
                    </a:cubicBezTo>
                    <a:cubicBezTo>
                      <a:pt x="107" y="42"/>
                      <a:pt x="50" y="91"/>
                      <a:pt x="0" y="50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5" name="Freeform 2662">
                <a:extLst>
                  <a:ext uri="{FF2B5EF4-FFF2-40B4-BE49-F238E27FC236}">
                    <a16:creationId xmlns:a16="http://schemas.microsoft.com/office/drawing/2014/main" id="{61C227EB-0EA9-4AEE-B455-61DC07704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3213"/>
                <a:ext cx="28" cy="16"/>
              </a:xfrm>
              <a:custGeom>
                <a:avLst/>
                <a:gdLst>
                  <a:gd name="T0" fmla="*/ 28 w 28"/>
                  <a:gd name="T1" fmla="*/ 6 h 15"/>
                  <a:gd name="T2" fmla="*/ 15 w 28"/>
                  <a:gd name="T3" fmla="*/ 17 h 15"/>
                  <a:gd name="T4" fmla="*/ 0 w 28"/>
                  <a:gd name="T5" fmla="*/ 11 h 15"/>
                  <a:gd name="T6" fmla="*/ 14 w 28"/>
                  <a:gd name="T7" fmla="*/ 0 h 15"/>
                  <a:gd name="T8" fmla="*/ 28 w 28"/>
                  <a:gd name="T9" fmla="*/ 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5">
                    <a:moveTo>
                      <a:pt x="28" y="6"/>
                    </a:moveTo>
                    <a:cubicBezTo>
                      <a:pt x="28" y="10"/>
                      <a:pt x="22" y="14"/>
                      <a:pt x="15" y="14"/>
                    </a:cubicBezTo>
                    <a:cubicBezTo>
                      <a:pt x="7" y="15"/>
                      <a:pt x="1" y="12"/>
                      <a:pt x="0" y="8"/>
                    </a:cubicBezTo>
                    <a:cubicBezTo>
                      <a:pt x="0" y="4"/>
                      <a:pt x="6" y="1"/>
                      <a:pt x="14" y="0"/>
                    </a:cubicBezTo>
                    <a:cubicBezTo>
                      <a:pt x="21" y="0"/>
                      <a:pt x="28" y="2"/>
                      <a:pt x="28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6" name="Freeform 2663">
                <a:extLst>
                  <a:ext uri="{FF2B5EF4-FFF2-40B4-BE49-F238E27FC236}">
                    <a16:creationId xmlns:a16="http://schemas.microsoft.com/office/drawing/2014/main" id="{2B14B9FA-2DF4-4CD5-B023-EBC0858F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3160"/>
                <a:ext cx="109" cy="102"/>
              </a:xfrm>
              <a:custGeom>
                <a:avLst/>
                <a:gdLst>
                  <a:gd name="T0" fmla="*/ 0 w 108"/>
                  <a:gd name="T1" fmla="*/ 64 h 95"/>
                  <a:gd name="T2" fmla="*/ 111 w 108"/>
                  <a:gd name="T3" fmla="*/ 54 h 95"/>
                  <a:gd name="T4" fmla="*/ 0 w 108"/>
                  <a:gd name="T5" fmla="*/ 6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95">
                    <a:moveTo>
                      <a:pt x="0" y="52"/>
                    </a:moveTo>
                    <a:cubicBezTo>
                      <a:pt x="0" y="52"/>
                      <a:pt x="52" y="0"/>
                      <a:pt x="108" y="44"/>
                    </a:cubicBezTo>
                    <a:cubicBezTo>
                      <a:pt x="108" y="44"/>
                      <a:pt x="50" y="95"/>
                      <a:pt x="0" y="52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7" name="Freeform 2664">
                <a:extLst>
                  <a:ext uri="{FF2B5EF4-FFF2-40B4-BE49-F238E27FC236}">
                    <a16:creationId xmlns:a16="http://schemas.microsoft.com/office/drawing/2014/main" id="{654C4B9F-D80E-40BD-90EF-BEDD6313A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202"/>
                <a:ext cx="29" cy="17"/>
              </a:xfrm>
              <a:custGeom>
                <a:avLst/>
                <a:gdLst>
                  <a:gd name="T0" fmla="*/ 29 w 29"/>
                  <a:gd name="T1" fmla="*/ 7 h 16"/>
                  <a:gd name="T2" fmla="*/ 15 w 29"/>
                  <a:gd name="T3" fmla="*/ 18 h 16"/>
                  <a:gd name="T4" fmla="*/ 0 w 29"/>
                  <a:gd name="T5" fmla="*/ 12 h 16"/>
                  <a:gd name="T6" fmla="*/ 14 w 29"/>
                  <a:gd name="T7" fmla="*/ 1 h 16"/>
                  <a:gd name="T8" fmla="*/ 29 w 29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29" y="7"/>
                    </a:moveTo>
                    <a:cubicBezTo>
                      <a:pt x="29" y="11"/>
                      <a:pt x="23" y="15"/>
                      <a:pt x="15" y="15"/>
                    </a:cubicBezTo>
                    <a:cubicBezTo>
                      <a:pt x="7" y="16"/>
                      <a:pt x="1" y="13"/>
                      <a:pt x="0" y="9"/>
                    </a:cubicBezTo>
                    <a:cubicBezTo>
                      <a:pt x="0" y="5"/>
                      <a:pt x="6" y="1"/>
                      <a:pt x="14" y="1"/>
                    </a:cubicBezTo>
                    <a:cubicBezTo>
                      <a:pt x="22" y="0"/>
                      <a:pt x="28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8" name="Freeform 2665">
                <a:extLst>
                  <a:ext uri="{FF2B5EF4-FFF2-40B4-BE49-F238E27FC236}">
                    <a16:creationId xmlns:a16="http://schemas.microsoft.com/office/drawing/2014/main" id="{717D1954-F86B-43F3-93B9-ADFEB148E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152"/>
                <a:ext cx="94" cy="99"/>
              </a:xfrm>
              <a:custGeom>
                <a:avLst/>
                <a:gdLst>
                  <a:gd name="T0" fmla="*/ 0 w 94"/>
                  <a:gd name="T1" fmla="*/ 63 h 92"/>
                  <a:gd name="T2" fmla="*/ 94 w 94"/>
                  <a:gd name="T3" fmla="*/ 51 h 92"/>
                  <a:gd name="T4" fmla="*/ 0 w 94"/>
                  <a:gd name="T5" fmla="*/ 63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0" y="51"/>
                    </a:moveTo>
                    <a:cubicBezTo>
                      <a:pt x="0" y="51"/>
                      <a:pt x="35" y="0"/>
                      <a:pt x="94" y="41"/>
                    </a:cubicBezTo>
                    <a:cubicBezTo>
                      <a:pt x="94" y="41"/>
                      <a:pt x="54" y="92"/>
                      <a:pt x="0" y="51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39" name="Freeform 2666">
                <a:extLst>
                  <a:ext uri="{FF2B5EF4-FFF2-40B4-BE49-F238E27FC236}">
                    <a16:creationId xmlns:a16="http://schemas.microsoft.com/office/drawing/2014/main" id="{654AA5B7-A1D0-41D9-9880-9C8FA3375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3192"/>
                <a:ext cx="29" cy="17"/>
              </a:xfrm>
              <a:custGeom>
                <a:avLst/>
                <a:gdLst>
                  <a:gd name="T0" fmla="*/ 29 w 29"/>
                  <a:gd name="T1" fmla="*/ 6 h 16"/>
                  <a:gd name="T2" fmla="*/ 15 w 29"/>
                  <a:gd name="T3" fmla="*/ 18 h 16"/>
                  <a:gd name="T4" fmla="*/ 0 w 29"/>
                  <a:gd name="T5" fmla="*/ 13 h 16"/>
                  <a:gd name="T6" fmla="*/ 14 w 29"/>
                  <a:gd name="T7" fmla="*/ 1 h 16"/>
                  <a:gd name="T8" fmla="*/ 29 w 29"/>
                  <a:gd name="T9" fmla="*/ 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29" y="6"/>
                    </a:moveTo>
                    <a:cubicBezTo>
                      <a:pt x="29" y="10"/>
                      <a:pt x="23" y="15"/>
                      <a:pt x="15" y="15"/>
                    </a:cubicBezTo>
                    <a:cubicBezTo>
                      <a:pt x="7" y="16"/>
                      <a:pt x="1" y="14"/>
                      <a:pt x="0" y="10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2" y="0"/>
                      <a:pt x="28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40" name="Freeform 2667">
                <a:extLst>
                  <a:ext uri="{FF2B5EF4-FFF2-40B4-BE49-F238E27FC236}">
                    <a16:creationId xmlns:a16="http://schemas.microsoft.com/office/drawing/2014/main" id="{DF7FC1B2-95E1-48DB-A25B-ABD669025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136"/>
                <a:ext cx="115" cy="105"/>
              </a:xfrm>
              <a:custGeom>
                <a:avLst/>
                <a:gdLst>
                  <a:gd name="T0" fmla="*/ 0 w 114"/>
                  <a:gd name="T1" fmla="*/ 71 h 97"/>
                  <a:gd name="T2" fmla="*/ 117 w 114"/>
                  <a:gd name="T3" fmla="*/ 53 h 97"/>
                  <a:gd name="T4" fmla="*/ 0 w 114"/>
                  <a:gd name="T5" fmla="*/ 71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97">
                    <a:moveTo>
                      <a:pt x="0" y="56"/>
                    </a:moveTo>
                    <a:cubicBezTo>
                      <a:pt x="0" y="56"/>
                      <a:pt x="54" y="0"/>
                      <a:pt x="114" y="42"/>
                    </a:cubicBezTo>
                    <a:cubicBezTo>
                      <a:pt x="114" y="42"/>
                      <a:pt x="55" y="97"/>
                      <a:pt x="0" y="56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41" name="Freeform 2668">
                <a:extLst>
                  <a:ext uri="{FF2B5EF4-FFF2-40B4-BE49-F238E27FC236}">
                    <a16:creationId xmlns:a16="http://schemas.microsoft.com/office/drawing/2014/main" id="{D5E414B7-8548-4AA3-A3A6-7EAB4497A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179"/>
                <a:ext cx="29" cy="17"/>
              </a:xfrm>
              <a:custGeom>
                <a:avLst/>
                <a:gdLst>
                  <a:gd name="T0" fmla="*/ 29 w 29"/>
                  <a:gd name="T1" fmla="*/ 6 h 16"/>
                  <a:gd name="T2" fmla="*/ 15 w 29"/>
                  <a:gd name="T3" fmla="*/ 18 h 16"/>
                  <a:gd name="T4" fmla="*/ 0 w 29"/>
                  <a:gd name="T5" fmla="*/ 13 h 16"/>
                  <a:gd name="T6" fmla="*/ 14 w 29"/>
                  <a:gd name="T7" fmla="*/ 1 h 16"/>
                  <a:gd name="T8" fmla="*/ 29 w 29"/>
                  <a:gd name="T9" fmla="*/ 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29" y="6"/>
                    </a:moveTo>
                    <a:cubicBezTo>
                      <a:pt x="29" y="10"/>
                      <a:pt x="23" y="14"/>
                      <a:pt x="15" y="15"/>
                    </a:cubicBezTo>
                    <a:cubicBezTo>
                      <a:pt x="8" y="16"/>
                      <a:pt x="1" y="14"/>
                      <a:pt x="0" y="10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2" y="0"/>
                      <a:pt x="28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42" name="Freeform 2669">
                <a:extLst>
                  <a:ext uri="{FF2B5EF4-FFF2-40B4-BE49-F238E27FC236}">
                    <a16:creationId xmlns:a16="http://schemas.microsoft.com/office/drawing/2014/main" id="{548ADA33-A1D4-4BD4-B10D-28E48A345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119"/>
                <a:ext cx="99" cy="96"/>
              </a:xfrm>
              <a:custGeom>
                <a:avLst/>
                <a:gdLst>
                  <a:gd name="T0" fmla="*/ 0 w 98"/>
                  <a:gd name="T1" fmla="*/ 73 h 89"/>
                  <a:gd name="T2" fmla="*/ 101 w 98"/>
                  <a:gd name="T3" fmla="*/ 38 h 89"/>
                  <a:gd name="T4" fmla="*/ 0 w 98"/>
                  <a:gd name="T5" fmla="*/ 73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89">
                    <a:moveTo>
                      <a:pt x="0" y="58"/>
                    </a:moveTo>
                    <a:cubicBezTo>
                      <a:pt x="0" y="58"/>
                      <a:pt x="32" y="0"/>
                      <a:pt x="98" y="30"/>
                    </a:cubicBezTo>
                    <a:cubicBezTo>
                      <a:pt x="98" y="30"/>
                      <a:pt x="60" y="89"/>
                      <a:pt x="0" y="5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43" name="Freeform 2670">
                <a:extLst>
                  <a:ext uri="{FF2B5EF4-FFF2-40B4-BE49-F238E27FC236}">
                    <a16:creationId xmlns:a16="http://schemas.microsoft.com/office/drawing/2014/main" id="{9D554C34-DE0A-4234-811D-493A0A884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158"/>
                <a:ext cx="30" cy="20"/>
              </a:xfrm>
              <a:custGeom>
                <a:avLst/>
                <a:gdLst>
                  <a:gd name="T0" fmla="*/ 29 w 30"/>
                  <a:gd name="T1" fmla="*/ 5 h 19"/>
                  <a:gd name="T2" fmla="*/ 17 w 30"/>
                  <a:gd name="T3" fmla="*/ 19 h 19"/>
                  <a:gd name="T4" fmla="*/ 1 w 30"/>
                  <a:gd name="T5" fmla="*/ 16 h 19"/>
                  <a:gd name="T6" fmla="*/ 13 w 30"/>
                  <a:gd name="T7" fmla="*/ 2 h 19"/>
                  <a:gd name="T8" fmla="*/ 29 w 30"/>
                  <a:gd name="T9" fmla="*/ 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29" y="5"/>
                    </a:moveTo>
                    <a:cubicBezTo>
                      <a:pt x="30" y="9"/>
                      <a:pt x="25" y="14"/>
                      <a:pt x="17" y="16"/>
                    </a:cubicBezTo>
                    <a:cubicBezTo>
                      <a:pt x="9" y="19"/>
                      <a:pt x="2" y="17"/>
                      <a:pt x="1" y="13"/>
                    </a:cubicBezTo>
                    <a:cubicBezTo>
                      <a:pt x="0" y="10"/>
                      <a:pt x="5" y="5"/>
                      <a:pt x="13" y="2"/>
                    </a:cubicBezTo>
                    <a:cubicBezTo>
                      <a:pt x="20" y="0"/>
                      <a:pt x="28" y="1"/>
                      <a:pt x="29" y="5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44" name="Freeform 2671">
                <a:extLst>
                  <a:ext uri="{FF2B5EF4-FFF2-40B4-BE49-F238E27FC236}">
                    <a16:creationId xmlns:a16="http://schemas.microsoft.com/office/drawing/2014/main" id="{8D9C6DC3-722E-4518-A80D-13925030A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3077"/>
                <a:ext cx="107" cy="104"/>
              </a:xfrm>
              <a:custGeom>
                <a:avLst/>
                <a:gdLst>
                  <a:gd name="T0" fmla="*/ 0 w 106"/>
                  <a:gd name="T1" fmla="*/ 86 h 97"/>
                  <a:gd name="T2" fmla="*/ 109 w 106"/>
                  <a:gd name="T3" fmla="*/ 32 h 97"/>
                  <a:gd name="T4" fmla="*/ 0 w 106"/>
                  <a:gd name="T5" fmla="*/ 86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97">
                    <a:moveTo>
                      <a:pt x="0" y="70"/>
                    </a:moveTo>
                    <a:cubicBezTo>
                      <a:pt x="0" y="70"/>
                      <a:pt x="39" y="0"/>
                      <a:pt x="106" y="26"/>
                    </a:cubicBezTo>
                    <a:cubicBezTo>
                      <a:pt x="106" y="26"/>
                      <a:pt x="62" y="97"/>
                      <a:pt x="0" y="70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45" name="Freeform 2672">
                <a:extLst>
                  <a:ext uri="{FF2B5EF4-FFF2-40B4-BE49-F238E27FC236}">
                    <a16:creationId xmlns:a16="http://schemas.microsoft.com/office/drawing/2014/main" id="{0FFC8650-EAB3-48ED-BD32-7FF592581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3124"/>
                <a:ext cx="30" cy="21"/>
              </a:xfrm>
              <a:custGeom>
                <a:avLst/>
                <a:gdLst>
                  <a:gd name="T0" fmla="*/ 29 w 30"/>
                  <a:gd name="T1" fmla="*/ 4 h 19"/>
                  <a:gd name="T2" fmla="*/ 18 w 30"/>
                  <a:gd name="T3" fmla="*/ 22 h 19"/>
                  <a:gd name="T4" fmla="*/ 2 w 30"/>
                  <a:gd name="T5" fmla="*/ 19 h 19"/>
                  <a:gd name="T6" fmla="*/ 13 w 30"/>
                  <a:gd name="T7" fmla="*/ 2 h 19"/>
                  <a:gd name="T8" fmla="*/ 29 w 30"/>
                  <a:gd name="T9" fmla="*/ 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29" y="4"/>
                    </a:moveTo>
                    <a:cubicBezTo>
                      <a:pt x="30" y="8"/>
                      <a:pt x="25" y="13"/>
                      <a:pt x="18" y="16"/>
                    </a:cubicBezTo>
                    <a:cubicBezTo>
                      <a:pt x="10" y="19"/>
                      <a:pt x="3" y="18"/>
                      <a:pt x="2" y="14"/>
                    </a:cubicBezTo>
                    <a:cubicBezTo>
                      <a:pt x="0" y="10"/>
                      <a:pt x="5" y="5"/>
                      <a:pt x="13" y="2"/>
                    </a:cubicBezTo>
                    <a:cubicBezTo>
                      <a:pt x="20" y="0"/>
                      <a:pt x="27" y="0"/>
                      <a:pt x="29" y="4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46" name="Freeform 2673">
                <a:extLst>
                  <a:ext uri="{FF2B5EF4-FFF2-40B4-BE49-F238E27FC236}">
                    <a16:creationId xmlns:a16="http://schemas.microsoft.com/office/drawing/2014/main" id="{2DBAC700-CFA9-48C0-B094-E6EC65ADF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3031"/>
                <a:ext cx="81" cy="74"/>
              </a:xfrm>
              <a:custGeom>
                <a:avLst/>
                <a:gdLst>
                  <a:gd name="T0" fmla="*/ 18 w 80"/>
                  <a:gd name="T1" fmla="*/ 85 h 69"/>
                  <a:gd name="T2" fmla="*/ 67 w 80"/>
                  <a:gd name="T3" fmla="*/ 0 h 69"/>
                  <a:gd name="T4" fmla="*/ 18 w 80"/>
                  <a:gd name="T5" fmla="*/ 85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69">
                    <a:moveTo>
                      <a:pt x="18" y="69"/>
                    </a:moveTo>
                    <a:cubicBezTo>
                      <a:pt x="18" y="69"/>
                      <a:pt x="0" y="10"/>
                      <a:pt x="64" y="0"/>
                    </a:cubicBezTo>
                    <a:cubicBezTo>
                      <a:pt x="64" y="0"/>
                      <a:pt x="80" y="58"/>
                      <a:pt x="18" y="69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47" name="Freeform 2674">
                <a:extLst>
                  <a:ext uri="{FF2B5EF4-FFF2-40B4-BE49-F238E27FC236}">
                    <a16:creationId xmlns:a16="http://schemas.microsoft.com/office/drawing/2014/main" id="{C325F162-C354-4A90-9BDE-07A96113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060"/>
                <a:ext cx="24" cy="30"/>
              </a:xfrm>
              <a:custGeom>
                <a:avLst/>
                <a:gdLst>
                  <a:gd name="T0" fmla="*/ 23 w 23"/>
                  <a:gd name="T1" fmla="*/ 3 h 28"/>
                  <a:gd name="T2" fmla="*/ 21 w 23"/>
                  <a:gd name="T3" fmla="*/ 21 h 28"/>
                  <a:gd name="T4" fmla="*/ 3 w 23"/>
                  <a:gd name="T5" fmla="*/ 32 h 28"/>
                  <a:gd name="T6" fmla="*/ 6 w 23"/>
                  <a:gd name="T7" fmla="*/ 13 h 28"/>
                  <a:gd name="T8" fmla="*/ 23 w 23"/>
                  <a:gd name="T9" fmla="*/ 3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20" y="3"/>
                    </a:moveTo>
                    <a:cubicBezTo>
                      <a:pt x="23" y="5"/>
                      <a:pt x="22" y="12"/>
                      <a:pt x="18" y="18"/>
                    </a:cubicBezTo>
                    <a:cubicBezTo>
                      <a:pt x="13" y="25"/>
                      <a:pt x="7" y="28"/>
                      <a:pt x="3" y="26"/>
                    </a:cubicBezTo>
                    <a:cubicBezTo>
                      <a:pt x="0" y="23"/>
                      <a:pt x="1" y="16"/>
                      <a:pt x="6" y="10"/>
                    </a:cubicBezTo>
                    <a:cubicBezTo>
                      <a:pt x="11" y="3"/>
                      <a:pt x="17" y="0"/>
                      <a:pt x="20" y="3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48" name="Freeform 2675">
                <a:extLst>
                  <a:ext uri="{FF2B5EF4-FFF2-40B4-BE49-F238E27FC236}">
                    <a16:creationId xmlns:a16="http://schemas.microsoft.com/office/drawing/2014/main" id="{B80C32FF-A839-4FDA-8318-689CD9D60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935"/>
                <a:ext cx="80" cy="96"/>
              </a:xfrm>
              <a:custGeom>
                <a:avLst/>
                <a:gdLst>
                  <a:gd name="T0" fmla="*/ 39 w 79"/>
                  <a:gd name="T1" fmla="*/ 112 h 89"/>
                  <a:gd name="T2" fmla="*/ 39 w 79"/>
                  <a:gd name="T3" fmla="*/ 0 h 89"/>
                  <a:gd name="T4" fmla="*/ 39 w 79"/>
                  <a:gd name="T5" fmla="*/ 112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89">
                    <a:moveTo>
                      <a:pt x="39" y="89"/>
                    </a:moveTo>
                    <a:cubicBezTo>
                      <a:pt x="39" y="89"/>
                      <a:pt x="0" y="48"/>
                      <a:pt x="39" y="0"/>
                    </a:cubicBezTo>
                    <a:cubicBezTo>
                      <a:pt x="39" y="0"/>
                      <a:pt x="79" y="39"/>
                      <a:pt x="39" y="89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49" name="Freeform 2676">
                <a:extLst>
                  <a:ext uri="{FF2B5EF4-FFF2-40B4-BE49-F238E27FC236}">
                    <a16:creationId xmlns:a16="http://schemas.microsoft.com/office/drawing/2014/main" id="{65CF490D-4784-433B-AAB9-6BEC0302D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970"/>
                <a:ext cx="14" cy="27"/>
              </a:xfrm>
              <a:custGeom>
                <a:avLst/>
                <a:gdLst>
                  <a:gd name="T0" fmla="*/ 8 w 14"/>
                  <a:gd name="T1" fmla="*/ 0 h 25"/>
                  <a:gd name="T2" fmla="*/ 13 w 14"/>
                  <a:gd name="T3" fmla="*/ 16 h 25"/>
                  <a:gd name="T4" fmla="*/ 6 w 14"/>
                  <a:gd name="T5" fmla="*/ 31 h 25"/>
                  <a:gd name="T6" fmla="*/ 1 w 14"/>
                  <a:gd name="T7" fmla="*/ 15 h 25"/>
                  <a:gd name="T8" fmla="*/ 8 w 14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5">
                    <a:moveTo>
                      <a:pt x="8" y="0"/>
                    </a:moveTo>
                    <a:cubicBezTo>
                      <a:pt x="11" y="1"/>
                      <a:pt x="14" y="6"/>
                      <a:pt x="13" y="13"/>
                    </a:cubicBezTo>
                    <a:cubicBezTo>
                      <a:pt x="13" y="20"/>
                      <a:pt x="9" y="25"/>
                      <a:pt x="6" y="25"/>
                    </a:cubicBezTo>
                    <a:cubicBezTo>
                      <a:pt x="2" y="25"/>
                      <a:pt x="0" y="19"/>
                      <a:pt x="1" y="12"/>
                    </a:cubicBezTo>
                    <a:cubicBezTo>
                      <a:pt x="1" y="5"/>
                      <a:pt x="4" y="0"/>
                      <a:pt x="8" y="0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50" name="Freeform 2677">
                <a:extLst>
                  <a:ext uri="{FF2B5EF4-FFF2-40B4-BE49-F238E27FC236}">
                    <a16:creationId xmlns:a16="http://schemas.microsoft.com/office/drawing/2014/main" id="{99245988-9020-4E65-9FFA-500EF415B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846"/>
                <a:ext cx="97" cy="90"/>
              </a:xfrm>
              <a:custGeom>
                <a:avLst/>
                <a:gdLst>
                  <a:gd name="T0" fmla="*/ 93 w 96"/>
                  <a:gd name="T1" fmla="*/ 103 h 84"/>
                  <a:gd name="T2" fmla="*/ 18 w 96"/>
                  <a:gd name="T3" fmla="*/ 0 h 84"/>
                  <a:gd name="T4" fmla="*/ 93 w 96"/>
                  <a:gd name="T5" fmla="*/ 10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84">
                    <a:moveTo>
                      <a:pt x="90" y="84"/>
                    </a:moveTo>
                    <a:cubicBezTo>
                      <a:pt x="90" y="84"/>
                      <a:pt x="0" y="74"/>
                      <a:pt x="18" y="0"/>
                    </a:cubicBezTo>
                    <a:cubicBezTo>
                      <a:pt x="18" y="0"/>
                      <a:pt x="96" y="25"/>
                      <a:pt x="90" y="84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51" name="Freeform 2678">
                <a:extLst>
                  <a:ext uri="{FF2B5EF4-FFF2-40B4-BE49-F238E27FC236}">
                    <a16:creationId xmlns:a16="http://schemas.microsoft.com/office/drawing/2014/main" id="{69864D85-F60D-4DB7-9418-8CE141D53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888"/>
                <a:ext cx="24" cy="23"/>
              </a:xfrm>
              <a:custGeom>
                <a:avLst/>
                <a:gdLst>
                  <a:gd name="T0" fmla="*/ 2 w 23"/>
                  <a:gd name="T1" fmla="*/ 2 h 22"/>
                  <a:gd name="T2" fmla="*/ 19 w 23"/>
                  <a:gd name="T3" fmla="*/ 6 h 22"/>
                  <a:gd name="T4" fmla="*/ 23 w 23"/>
                  <a:gd name="T5" fmla="*/ 23 h 22"/>
                  <a:gd name="T6" fmla="*/ 6 w 23"/>
                  <a:gd name="T7" fmla="*/ 18 h 22"/>
                  <a:gd name="T8" fmla="*/ 2 w 23"/>
                  <a:gd name="T9" fmla="*/ 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" y="2"/>
                    </a:moveTo>
                    <a:cubicBezTo>
                      <a:pt x="5" y="0"/>
                      <a:pt x="11" y="2"/>
                      <a:pt x="16" y="6"/>
                    </a:cubicBezTo>
                    <a:cubicBezTo>
                      <a:pt x="21" y="11"/>
                      <a:pt x="23" y="17"/>
                      <a:pt x="20" y="20"/>
                    </a:cubicBezTo>
                    <a:cubicBezTo>
                      <a:pt x="17" y="22"/>
                      <a:pt x="11" y="20"/>
                      <a:pt x="6" y="15"/>
                    </a:cubicBezTo>
                    <a:cubicBezTo>
                      <a:pt x="1" y="11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52" name="Freeform 2679">
                <a:extLst>
                  <a:ext uri="{FF2B5EF4-FFF2-40B4-BE49-F238E27FC236}">
                    <a16:creationId xmlns:a16="http://schemas.microsoft.com/office/drawing/2014/main" id="{3A647510-8983-4CF7-AB2D-D9945CB94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778"/>
                <a:ext cx="81" cy="104"/>
              </a:xfrm>
              <a:custGeom>
                <a:avLst/>
                <a:gdLst>
                  <a:gd name="T0" fmla="*/ 83 w 80"/>
                  <a:gd name="T1" fmla="*/ 78 h 97"/>
                  <a:gd name="T2" fmla="*/ 0 w 80"/>
                  <a:gd name="T3" fmla="*/ 47 h 97"/>
                  <a:gd name="T4" fmla="*/ 83 w 80"/>
                  <a:gd name="T5" fmla="*/ 78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97">
                    <a:moveTo>
                      <a:pt x="80" y="63"/>
                    </a:moveTo>
                    <a:cubicBezTo>
                      <a:pt x="80" y="63"/>
                      <a:pt x="30" y="97"/>
                      <a:pt x="0" y="38"/>
                    </a:cubicBezTo>
                    <a:cubicBezTo>
                      <a:pt x="0" y="38"/>
                      <a:pt x="56" y="0"/>
                      <a:pt x="80" y="63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53" name="Freeform 2680">
                <a:extLst>
                  <a:ext uri="{FF2B5EF4-FFF2-40B4-BE49-F238E27FC236}">
                    <a16:creationId xmlns:a16="http://schemas.microsoft.com/office/drawing/2014/main" id="{D47B31C9-B6AE-464D-984A-1E08761D6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823"/>
                <a:ext cx="29" cy="23"/>
              </a:xfrm>
              <a:custGeom>
                <a:avLst/>
                <a:gdLst>
                  <a:gd name="T0" fmla="*/ 2 w 29"/>
                  <a:gd name="T1" fmla="*/ 4 h 21"/>
                  <a:gd name="T2" fmla="*/ 18 w 29"/>
                  <a:gd name="T3" fmla="*/ 4 h 21"/>
                  <a:gd name="T4" fmla="*/ 27 w 29"/>
                  <a:gd name="T5" fmla="*/ 23 h 21"/>
                  <a:gd name="T6" fmla="*/ 11 w 29"/>
                  <a:gd name="T7" fmla="*/ 23 h 21"/>
                  <a:gd name="T8" fmla="*/ 2 w 29"/>
                  <a:gd name="T9" fmla="*/ 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2" y="4"/>
                    </a:moveTo>
                    <a:cubicBezTo>
                      <a:pt x="3" y="0"/>
                      <a:pt x="11" y="0"/>
                      <a:pt x="18" y="4"/>
                    </a:cubicBezTo>
                    <a:cubicBezTo>
                      <a:pt x="25" y="8"/>
                      <a:pt x="29" y="13"/>
                      <a:pt x="27" y="17"/>
                    </a:cubicBezTo>
                    <a:cubicBezTo>
                      <a:pt x="25" y="21"/>
                      <a:pt x="18" y="20"/>
                      <a:pt x="11" y="17"/>
                    </a:cubicBezTo>
                    <a:cubicBezTo>
                      <a:pt x="4" y="13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54" name="Line 2681">
                <a:extLst>
                  <a:ext uri="{FF2B5EF4-FFF2-40B4-BE49-F238E27FC236}">
                    <a16:creationId xmlns:a16="http://schemas.microsoft.com/office/drawing/2014/main" id="{BB195FD7-E424-4BD6-A83B-F27768324A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06" y="2647"/>
                <a:ext cx="1" cy="172"/>
              </a:xfrm>
              <a:prstGeom prst="line">
                <a:avLst/>
              </a:prstGeom>
              <a:noFill/>
              <a:ln w="6350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55" name="Freeform 2682">
                <a:extLst>
                  <a:ext uri="{FF2B5EF4-FFF2-40B4-BE49-F238E27FC236}">
                    <a16:creationId xmlns:a16="http://schemas.microsoft.com/office/drawing/2014/main" id="{D7DE0E24-0C87-4854-8F68-E7909E374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3199"/>
                <a:ext cx="706" cy="141"/>
              </a:xfrm>
              <a:custGeom>
                <a:avLst/>
                <a:gdLst>
                  <a:gd name="T0" fmla="*/ 536 w 700"/>
                  <a:gd name="T1" fmla="*/ 26 h 131"/>
                  <a:gd name="T2" fmla="*/ 248 w 700"/>
                  <a:gd name="T3" fmla="*/ 72 h 131"/>
                  <a:gd name="T4" fmla="*/ 0 w 700"/>
                  <a:gd name="T5" fmla="*/ 97 h 131"/>
                  <a:gd name="T6" fmla="*/ 0 w 700"/>
                  <a:gd name="T7" fmla="*/ 164 h 131"/>
                  <a:gd name="T8" fmla="*/ 718 w 700"/>
                  <a:gd name="T9" fmla="*/ 164 h 131"/>
                  <a:gd name="T10" fmla="*/ 718 w 700"/>
                  <a:gd name="T11" fmla="*/ 0 h 131"/>
                  <a:gd name="T12" fmla="*/ 536 w 700"/>
                  <a:gd name="T13" fmla="*/ 26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131">
                    <a:moveTo>
                      <a:pt x="522" y="20"/>
                    </a:moveTo>
                    <a:cubicBezTo>
                      <a:pt x="445" y="30"/>
                      <a:pt x="350" y="53"/>
                      <a:pt x="242" y="58"/>
                    </a:cubicBezTo>
                    <a:cubicBezTo>
                      <a:pt x="171" y="62"/>
                      <a:pt x="91" y="69"/>
                      <a:pt x="0" y="78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700" y="131"/>
                      <a:pt x="700" y="131"/>
                      <a:pt x="700" y="131"/>
                    </a:cubicBezTo>
                    <a:cubicBezTo>
                      <a:pt x="700" y="0"/>
                      <a:pt x="700" y="0"/>
                      <a:pt x="700" y="0"/>
                    </a:cubicBezTo>
                    <a:cubicBezTo>
                      <a:pt x="700" y="0"/>
                      <a:pt x="631" y="6"/>
                      <a:pt x="522" y="20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56" name="Freeform 2683">
                <a:extLst>
                  <a:ext uri="{FF2B5EF4-FFF2-40B4-BE49-F238E27FC236}">
                    <a16:creationId xmlns:a16="http://schemas.microsoft.com/office/drawing/2014/main" id="{976876AC-9998-46AA-B9E1-9BECDE878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3091"/>
                <a:ext cx="181" cy="249"/>
              </a:xfrm>
              <a:custGeom>
                <a:avLst/>
                <a:gdLst>
                  <a:gd name="T0" fmla="*/ 0 w 179"/>
                  <a:gd name="T1" fmla="*/ 125 h 231"/>
                  <a:gd name="T2" fmla="*/ 0 w 179"/>
                  <a:gd name="T3" fmla="*/ 289 h 231"/>
                  <a:gd name="T4" fmla="*/ 167 w 179"/>
                  <a:gd name="T5" fmla="*/ 73 h 231"/>
                  <a:gd name="T6" fmla="*/ 0 w 179"/>
                  <a:gd name="T7" fmla="*/ 125 h 2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231">
                    <a:moveTo>
                      <a:pt x="0" y="100"/>
                    </a:moveTo>
                    <a:cubicBezTo>
                      <a:pt x="0" y="231"/>
                      <a:pt x="0" y="231"/>
                      <a:pt x="0" y="231"/>
                    </a:cubicBezTo>
                    <a:cubicBezTo>
                      <a:pt x="0" y="231"/>
                      <a:pt x="179" y="211"/>
                      <a:pt x="161" y="58"/>
                    </a:cubicBezTo>
                    <a:cubicBezTo>
                      <a:pt x="155" y="0"/>
                      <a:pt x="108" y="118"/>
                      <a:pt x="0" y="100"/>
                    </a:cubicBezTo>
                    <a:close/>
                  </a:path>
                </a:pathLst>
              </a:custGeom>
              <a:solidFill>
                <a:srgbClr val="DB9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57" name="Line 2684">
                <a:extLst>
                  <a:ext uri="{FF2B5EF4-FFF2-40B4-BE49-F238E27FC236}">
                    <a16:creationId xmlns:a16="http://schemas.microsoft.com/office/drawing/2014/main" id="{876F2BC2-642F-4769-9180-EEB7A5121A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06" y="3149"/>
                <a:ext cx="1" cy="350"/>
              </a:xfrm>
              <a:prstGeom prst="line">
                <a:avLst/>
              </a:prstGeom>
              <a:noFill/>
              <a:ln w="6350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58" name="Freeform 2685">
                <a:extLst>
                  <a:ext uri="{FF2B5EF4-FFF2-40B4-BE49-F238E27FC236}">
                    <a16:creationId xmlns:a16="http://schemas.microsoft.com/office/drawing/2014/main" id="{001B5A52-F993-445A-A64E-153867CE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3198"/>
                <a:ext cx="706" cy="140"/>
              </a:xfrm>
              <a:custGeom>
                <a:avLst/>
                <a:gdLst>
                  <a:gd name="T0" fmla="*/ 536 w 700"/>
                  <a:gd name="T1" fmla="*/ 24 h 131"/>
                  <a:gd name="T2" fmla="*/ 248 w 700"/>
                  <a:gd name="T3" fmla="*/ 71 h 131"/>
                  <a:gd name="T4" fmla="*/ 0 w 700"/>
                  <a:gd name="T5" fmla="*/ 95 h 131"/>
                  <a:gd name="T6" fmla="*/ 0 w 700"/>
                  <a:gd name="T7" fmla="*/ 160 h 131"/>
                  <a:gd name="T8" fmla="*/ 718 w 700"/>
                  <a:gd name="T9" fmla="*/ 160 h 131"/>
                  <a:gd name="T10" fmla="*/ 718 w 700"/>
                  <a:gd name="T11" fmla="*/ 0 h 131"/>
                  <a:gd name="T12" fmla="*/ 536 w 700"/>
                  <a:gd name="T13" fmla="*/ 24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131">
                    <a:moveTo>
                      <a:pt x="522" y="20"/>
                    </a:moveTo>
                    <a:cubicBezTo>
                      <a:pt x="445" y="30"/>
                      <a:pt x="350" y="53"/>
                      <a:pt x="242" y="58"/>
                    </a:cubicBezTo>
                    <a:cubicBezTo>
                      <a:pt x="171" y="62"/>
                      <a:pt x="91" y="69"/>
                      <a:pt x="0" y="78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700" y="131"/>
                      <a:pt x="700" y="131"/>
                      <a:pt x="700" y="131"/>
                    </a:cubicBezTo>
                    <a:cubicBezTo>
                      <a:pt x="700" y="0"/>
                      <a:pt x="700" y="0"/>
                      <a:pt x="700" y="0"/>
                    </a:cubicBezTo>
                    <a:cubicBezTo>
                      <a:pt x="700" y="0"/>
                      <a:pt x="631" y="6"/>
                      <a:pt x="522" y="2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59" name="Freeform 2686">
                <a:extLst>
                  <a:ext uri="{FF2B5EF4-FFF2-40B4-BE49-F238E27FC236}">
                    <a16:creationId xmlns:a16="http://schemas.microsoft.com/office/drawing/2014/main" id="{A5EEC30B-CDBB-4848-AF47-AE37FACBF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3090"/>
                <a:ext cx="181" cy="248"/>
              </a:xfrm>
              <a:custGeom>
                <a:avLst/>
                <a:gdLst>
                  <a:gd name="T0" fmla="*/ 0 w 179"/>
                  <a:gd name="T1" fmla="*/ 123 h 231"/>
                  <a:gd name="T2" fmla="*/ 0 w 179"/>
                  <a:gd name="T3" fmla="*/ 286 h 231"/>
                  <a:gd name="T4" fmla="*/ 167 w 179"/>
                  <a:gd name="T5" fmla="*/ 72 h 231"/>
                  <a:gd name="T6" fmla="*/ 0 w 179"/>
                  <a:gd name="T7" fmla="*/ 123 h 2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231">
                    <a:moveTo>
                      <a:pt x="0" y="100"/>
                    </a:moveTo>
                    <a:cubicBezTo>
                      <a:pt x="0" y="231"/>
                      <a:pt x="0" y="231"/>
                      <a:pt x="0" y="231"/>
                    </a:cubicBezTo>
                    <a:cubicBezTo>
                      <a:pt x="0" y="231"/>
                      <a:pt x="179" y="211"/>
                      <a:pt x="161" y="58"/>
                    </a:cubicBezTo>
                    <a:cubicBezTo>
                      <a:pt x="155" y="0"/>
                      <a:pt x="108" y="118"/>
                      <a:pt x="0" y="10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60" name="Line 2687">
                <a:extLst>
                  <a:ext uri="{FF2B5EF4-FFF2-40B4-BE49-F238E27FC236}">
                    <a16:creationId xmlns:a16="http://schemas.microsoft.com/office/drawing/2014/main" id="{86D4FF4F-1AE5-4D15-81B9-C16B87690F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9" y="2782"/>
                <a:ext cx="1" cy="36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61" name="Freeform 2688">
                <a:extLst>
                  <a:ext uri="{FF2B5EF4-FFF2-40B4-BE49-F238E27FC236}">
                    <a16:creationId xmlns:a16="http://schemas.microsoft.com/office/drawing/2014/main" id="{80C21B79-C6BA-4808-97FF-C59EF8C80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3234"/>
                <a:ext cx="401" cy="88"/>
              </a:xfrm>
              <a:custGeom>
                <a:avLst/>
                <a:gdLst>
                  <a:gd name="T0" fmla="*/ 303 w 398"/>
                  <a:gd name="T1" fmla="*/ 3 h 82"/>
                  <a:gd name="T2" fmla="*/ 392 w 398"/>
                  <a:gd name="T3" fmla="*/ 50 h 82"/>
                  <a:gd name="T4" fmla="*/ 102 w 398"/>
                  <a:gd name="T5" fmla="*/ 80 h 82"/>
                  <a:gd name="T6" fmla="*/ 303 w 398"/>
                  <a:gd name="T7" fmla="*/ 3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8" h="82">
                    <a:moveTo>
                      <a:pt x="297" y="3"/>
                    </a:moveTo>
                    <a:cubicBezTo>
                      <a:pt x="297" y="3"/>
                      <a:pt x="398" y="0"/>
                      <a:pt x="383" y="41"/>
                    </a:cubicBezTo>
                    <a:cubicBezTo>
                      <a:pt x="369" y="82"/>
                      <a:pt x="154" y="54"/>
                      <a:pt x="99" y="65"/>
                    </a:cubicBezTo>
                    <a:cubicBezTo>
                      <a:pt x="44" y="76"/>
                      <a:pt x="0" y="28"/>
                      <a:pt x="297" y="3"/>
                    </a:cubicBezTo>
                    <a:close/>
                  </a:path>
                </a:pathLst>
              </a:custGeom>
              <a:solidFill>
                <a:srgbClr val="F9E9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62" name="Oval 2689">
                <a:extLst>
                  <a:ext uri="{FF2B5EF4-FFF2-40B4-BE49-F238E27FC236}">
                    <a16:creationId xmlns:a16="http://schemas.microsoft.com/office/drawing/2014/main" id="{0ED02777-6E92-483B-A97D-895314417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3264"/>
                <a:ext cx="74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63" name="Rectangle 2690">
                <a:extLst>
                  <a:ext uri="{FF2B5EF4-FFF2-40B4-BE49-F238E27FC236}">
                    <a16:creationId xmlns:a16="http://schemas.microsoft.com/office/drawing/2014/main" id="{04E70D39-BE76-499D-8256-D99ACC42B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2643"/>
                <a:ext cx="706" cy="143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64" name="Freeform 2691">
                <a:extLst>
                  <a:ext uri="{FF2B5EF4-FFF2-40B4-BE49-F238E27FC236}">
                    <a16:creationId xmlns:a16="http://schemas.microsoft.com/office/drawing/2014/main" id="{9C0E5BC0-6AF5-489B-826D-9B7B97961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643"/>
                <a:ext cx="297" cy="855"/>
              </a:xfrm>
              <a:custGeom>
                <a:avLst/>
                <a:gdLst>
                  <a:gd name="T0" fmla="*/ 7 w 294"/>
                  <a:gd name="T1" fmla="*/ 0 h 794"/>
                  <a:gd name="T2" fmla="*/ 4 w 294"/>
                  <a:gd name="T3" fmla="*/ 0 h 794"/>
                  <a:gd name="T4" fmla="*/ 4 w 294"/>
                  <a:gd name="T5" fmla="*/ 0 h 794"/>
                  <a:gd name="T6" fmla="*/ 0 w 294"/>
                  <a:gd name="T7" fmla="*/ 0 h 794"/>
                  <a:gd name="T8" fmla="*/ 0 w 294"/>
                  <a:gd name="T9" fmla="*/ 165 h 794"/>
                  <a:gd name="T10" fmla="*/ 0 w 294"/>
                  <a:gd name="T11" fmla="*/ 165 h 794"/>
                  <a:gd name="T12" fmla="*/ 216 w 294"/>
                  <a:gd name="T13" fmla="*/ 494 h 794"/>
                  <a:gd name="T14" fmla="*/ 0 w 294"/>
                  <a:gd name="T15" fmla="*/ 825 h 794"/>
                  <a:gd name="T16" fmla="*/ 0 w 294"/>
                  <a:gd name="T17" fmla="*/ 825 h 794"/>
                  <a:gd name="T18" fmla="*/ 0 w 294"/>
                  <a:gd name="T19" fmla="*/ 992 h 794"/>
                  <a:gd name="T20" fmla="*/ 2 w 294"/>
                  <a:gd name="T21" fmla="*/ 992 h 794"/>
                  <a:gd name="T22" fmla="*/ 7 w 294"/>
                  <a:gd name="T23" fmla="*/ 992 h 794"/>
                  <a:gd name="T24" fmla="*/ 303 w 294"/>
                  <a:gd name="T25" fmla="*/ 496 h 794"/>
                  <a:gd name="T26" fmla="*/ 7 w 294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16" y="132"/>
                      <a:pt x="210" y="251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4" y="794"/>
                      <a:pt x="6" y="794"/>
                      <a:pt x="7" y="794"/>
                    </a:cubicBezTo>
                    <a:cubicBezTo>
                      <a:pt x="166" y="794"/>
                      <a:pt x="294" y="616"/>
                      <a:pt x="294" y="397"/>
                    </a:cubicBezTo>
                    <a:cubicBezTo>
                      <a:pt x="294" y="178"/>
                      <a:pt x="166" y="0"/>
                      <a:pt x="7" y="0"/>
                    </a:cubicBezTo>
                    <a:close/>
                  </a:path>
                </a:pathLst>
              </a:custGeom>
              <a:solidFill>
                <a:srgbClr val="BC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65" name="Rectangle 2692">
                <a:extLst>
                  <a:ext uri="{FF2B5EF4-FFF2-40B4-BE49-F238E27FC236}">
                    <a16:creationId xmlns:a16="http://schemas.microsoft.com/office/drawing/2014/main" id="{FEF4A24A-C905-4769-B1E3-D4FCE922B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2708"/>
                <a:ext cx="707" cy="78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66" name="Rectangle 2693">
                <a:extLst>
                  <a:ext uri="{FF2B5EF4-FFF2-40B4-BE49-F238E27FC236}">
                    <a16:creationId xmlns:a16="http://schemas.microsoft.com/office/drawing/2014/main" id="{13C5B508-5457-4B9C-87C9-BBD95E741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3354"/>
                <a:ext cx="707" cy="145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67" name="Rectangle 2694">
                <a:extLst>
                  <a:ext uri="{FF2B5EF4-FFF2-40B4-BE49-F238E27FC236}">
                    <a16:creationId xmlns:a16="http://schemas.microsoft.com/office/drawing/2014/main" id="{08BD89DC-24BA-4B8E-9816-CB6F048FC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3354"/>
                <a:ext cx="706" cy="79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68" name="Freeform 2695">
                <a:extLst>
                  <a:ext uri="{FF2B5EF4-FFF2-40B4-BE49-F238E27FC236}">
                    <a16:creationId xmlns:a16="http://schemas.microsoft.com/office/drawing/2014/main" id="{85C1B398-200E-4BC4-889B-EE7FC118E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708"/>
                <a:ext cx="263" cy="725"/>
              </a:xfrm>
              <a:custGeom>
                <a:avLst/>
                <a:gdLst>
                  <a:gd name="T0" fmla="*/ 14 w 260"/>
                  <a:gd name="T1" fmla="*/ 0 h 674"/>
                  <a:gd name="T2" fmla="*/ 0 w 260"/>
                  <a:gd name="T3" fmla="*/ 0 h 674"/>
                  <a:gd name="T4" fmla="*/ 0 w 260"/>
                  <a:gd name="T5" fmla="*/ 91 h 674"/>
                  <a:gd name="T6" fmla="*/ 0 w 260"/>
                  <a:gd name="T7" fmla="*/ 91 h 674"/>
                  <a:gd name="T8" fmla="*/ 216 w 260"/>
                  <a:gd name="T9" fmla="*/ 417 h 674"/>
                  <a:gd name="T10" fmla="*/ 0 w 260"/>
                  <a:gd name="T11" fmla="*/ 747 h 674"/>
                  <a:gd name="T12" fmla="*/ 0 w 260"/>
                  <a:gd name="T13" fmla="*/ 747 h 674"/>
                  <a:gd name="T14" fmla="*/ 0 w 260"/>
                  <a:gd name="T15" fmla="*/ 839 h 674"/>
                  <a:gd name="T16" fmla="*/ 14 w 260"/>
                  <a:gd name="T17" fmla="*/ 839 h 674"/>
                  <a:gd name="T18" fmla="*/ 269 w 260"/>
                  <a:gd name="T19" fmla="*/ 422 h 674"/>
                  <a:gd name="T20" fmla="*/ 14 w 260"/>
                  <a:gd name="T21" fmla="*/ 0 h 6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674">
                    <a:moveTo>
                      <a:pt x="14" y="0"/>
                    </a:moveTo>
                    <a:cubicBezTo>
                      <a:pt x="9" y="0"/>
                      <a:pt x="5" y="0"/>
                      <a:pt x="0" y="0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6"/>
                    </a:cubicBezTo>
                    <a:cubicBezTo>
                      <a:pt x="210" y="482"/>
                      <a:pt x="116" y="600"/>
                      <a:pt x="0" y="600"/>
                    </a:cubicBezTo>
                    <a:cubicBezTo>
                      <a:pt x="0" y="600"/>
                      <a:pt x="0" y="600"/>
                      <a:pt x="0" y="600"/>
                    </a:cubicBezTo>
                    <a:cubicBezTo>
                      <a:pt x="0" y="674"/>
                      <a:pt x="0" y="674"/>
                      <a:pt x="0" y="674"/>
                    </a:cubicBezTo>
                    <a:cubicBezTo>
                      <a:pt x="5" y="674"/>
                      <a:pt x="9" y="674"/>
                      <a:pt x="14" y="674"/>
                    </a:cubicBezTo>
                    <a:cubicBezTo>
                      <a:pt x="143" y="674"/>
                      <a:pt x="260" y="524"/>
                      <a:pt x="260" y="338"/>
                    </a:cubicBezTo>
                    <a:cubicBezTo>
                      <a:pt x="260" y="151"/>
                      <a:pt x="143" y="0"/>
                      <a:pt x="14" y="0"/>
                    </a:cubicBezTo>
                    <a:close/>
                  </a:path>
                </a:pathLst>
              </a:custGeom>
              <a:solidFill>
                <a:srgbClr val="CC7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69" name="Rectangle 2696">
                <a:extLst>
                  <a:ext uri="{FF2B5EF4-FFF2-40B4-BE49-F238E27FC236}">
                    <a16:creationId xmlns:a16="http://schemas.microsoft.com/office/drawing/2014/main" id="{6583DFF5-27B9-472C-A69B-432041606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3354"/>
                <a:ext cx="706" cy="79"/>
              </a:xfrm>
              <a:prstGeom prst="rect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1670" name="Freeform 2697">
                <a:extLst>
                  <a:ext uri="{FF2B5EF4-FFF2-40B4-BE49-F238E27FC236}">
                    <a16:creationId xmlns:a16="http://schemas.microsoft.com/office/drawing/2014/main" id="{2C04AD8B-5547-4698-B112-1D3A01833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647"/>
                <a:ext cx="129" cy="35"/>
              </a:xfrm>
              <a:custGeom>
                <a:avLst/>
                <a:gdLst>
                  <a:gd name="T0" fmla="*/ 0 w 128"/>
                  <a:gd name="T1" fmla="*/ 19 h 33"/>
                  <a:gd name="T2" fmla="*/ 33 w 128"/>
                  <a:gd name="T3" fmla="*/ 2 h 33"/>
                  <a:gd name="T4" fmla="*/ 74 w 128"/>
                  <a:gd name="T5" fmla="*/ 1 h 33"/>
                  <a:gd name="T6" fmla="*/ 106 w 128"/>
                  <a:gd name="T7" fmla="*/ 14 h 33"/>
                  <a:gd name="T8" fmla="*/ 131 w 128"/>
                  <a:gd name="T9" fmla="*/ 18 h 33"/>
                  <a:gd name="T10" fmla="*/ 95 w 128"/>
                  <a:gd name="T11" fmla="*/ 33 h 33"/>
                  <a:gd name="T12" fmla="*/ 49 w 128"/>
                  <a:gd name="T13" fmla="*/ 38 h 33"/>
                  <a:gd name="T14" fmla="*/ 15 w 128"/>
                  <a:gd name="T15" fmla="*/ 27 h 33"/>
                  <a:gd name="T16" fmla="*/ 1 w 128"/>
                  <a:gd name="T17" fmla="*/ 22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8" h="33">
                    <a:moveTo>
                      <a:pt x="0" y="16"/>
                    </a:moveTo>
                    <a:cubicBezTo>
                      <a:pt x="12" y="12"/>
                      <a:pt x="20" y="4"/>
                      <a:pt x="33" y="2"/>
                    </a:cubicBezTo>
                    <a:cubicBezTo>
                      <a:pt x="45" y="0"/>
                      <a:pt x="58" y="0"/>
                      <a:pt x="71" y="1"/>
                    </a:cubicBezTo>
                    <a:cubicBezTo>
                      <a:pt x="82" y="3"/>
                      <a:pt x="92" y="9"/>
                      <a:pt x="103" y="11"/>
                    </a:cubicBezTo>
                    <a:cubicBezTo>
                      <a:pt x="111" y="13"/>
                      <a:pt x="120" y="14"/>
                      <a:pt x="128" y="15"/>
                    </a:cubicBezTo>
                    <a:cubicBezTo>
                      <a:pt x="115" y="16"/>
                      <a:pt x="104" y="23"/>
                      <a:pt x="92" y="27"/>
                    </a:cubicBezTo>
                    <a:cubicBezTo>
                      <a:pt x="79" y="32"/>
                      <a:pt x="64" y="33"/>
                      <a:pt x="49" y="32"/>
                    </a:cubicBezTo>
                    <a:cubicBezTo>
                      <a:pt x="37" y="31"/>
                      <a:pt x="26" y="26"/>
                      <a:pt x="15" y="23"/>
                    </a:cubicBezTo>
                    <a:cubicBezTo>
                      <a:pt x="10" y="21"/>
                      <a:pt x="5" y="21"/>
                      <a:pt x="1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71" name="Freeform 2698">
                <a:extLst>
                  <a:ext uri="{FF2B5EF4-FFF2-40B4-BE49-F238E27FC236}">
                    <a16:creationId xmlns:a16="http://schemas.microsoft.com/office/drawing/2014/main" id="{330394E5-6185-4BC8-BADD-70EE85435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649"/>
                <a:ext cx="113" cy="30"/>
              </a:xfrm>
              <a:custGeom>
                <a:avLst/>
                <a:gdLst>
                  <a:gd name="T0" fmla="*/ 0 w 112"/>
                  <a:gd name="T1" fmla="*/ 15 h 28"/>
                  <a:gd name="T2" fmla="*/ 25 w 112"/>
                  <a:gd name="T3" fmla="*/ 4 h 28"/>
                  <a:gd name="T4" fmla="*/ 62 w 112"/>
                  <a:gd name="T5" fmla="*/ 0 h 28"/>
                  <a:gd name="T6" fmla="*/ 115 w 112"/>
                  <a:gd name="T7" fmla="*/ 13 h 28"/>
                  <a:gd name="T8" fmla="*/ 39 w 112"/>
                  <a:gd name="T9" fmla="*/ 28 h 28"/>
                  <a:gd name="T10" fmla="*/ 0 w 112"/>
                  <a:gd name="T11" fmla="*/ 1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0" y="12"/>
                    </a:moveTo>
                    <a:cubicBezTo>
                      <a:pt x="7" y="15"/>
                      <a:pt x="19" y="7"/>
                      <a:pt x="25" y="4"/>
                    </a:cubicBezTo>
                    <a:cubicBezTo>
                      <a:pt x="37" y="0"/>
                      <a:pt x="48" y="0"/>
                      <a:pt x="59" y="0"/>
                    </a:cubicBezTo>
                    <a:cubicBezTo>
                      <a:pt x="79" y="0"/>
                      <a:pt x="95" y="0"/>
                      <a:pt x="112" y="10"/>
                    </a:cubicBezTo>
                    <a:cubicBezTo>
                      <a:pt x="89" y="21"/>
                      <a:pt x="64" y="28"/>
                      <a:pt x="39" y="22"/>
                    </a:cubicBezTo>
                    <a:cubicBezTo>
                      <a:pt x="26" y="18"/>
                      <a:pt x="14" y="14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72" name="Freeform 2699">
                <a:extLst>
                  <a:ext uri="{FF2B5EF4-FFF2-40B4-BE49-F238E27FC236}">
                    <a16:creationId xmlns:a16="http://schemas.microsoft.com/office/drawing/2014/main" id="{A7E0C4F4-D4CC-4D95-B4D2-29093A02B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76"/>
                <a:ext cx="139" cy="28"/>
              </a:xfrm>
              <a:custGeom>
                <a:avLst/>
                <a:gdLst>
                  <a:gd name="T0" fmla="*/ 27 w 137"/>
                  <a:gd name="T1" fmla="*/ 6 h 26"/>
                  <a:gd name="T2" fmla="*/ 14 w 137"/>
                  <a:gd name="T3" fmla="*/ 15 h 26"/>
                  <a:gd name="T4" fmla="*/ 0 w 137"/>
                  <a:gd name="T5" fmla="*/ 20 h 26"/>
                  <a:gd name="T6" fmla="*/ 56 w 137"/>
                  <a:gd name="T7" fmla="*/ 28 h 26"/>
                  <a:gd name="T8" fmla="*/ 92 w 137"/>
                  <a:gd name="T9" fmla="*/ 31 h 26"/>
                  <a:gd name="T10" fmla="*/ 143 w 13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26">
                    <a:moveTo>
                      <a:pt x="27" y="6"/>
                    </a:moveTo>
                    <a:cubicBezTo>
                      <a:pt x="21" y="3"/>
                      <a:pt x="18" y="10"/>
                      <a:pt x="14" y="12"/>
                    </a:cubicBezTo>
                    <a:cubicBezTo>
                      <a:pt x="9" y="15"/>
                      <a:pt x="3" y="14"/>
                      <a:pt x="0" y="17"/>
                    </a:cubicBezTo>
                    <a:cubicBezTo>
                      <a:pt x="14" y="24"/>
                      <a:pt x="37" y="20"/>
                      <a:pt x="53" y="22"/>
                    </a:cubicBezTo>
                    <a:cubicBezTo>
                      <a:pt x="66" y="24"/>
                      <a:pt x="76" y="26"/>
                      <a:pt x="89" y="25"/>
                    </a:cubicBezTo>
                    <a:cubicBezTo>
                      <a:pt x="109" y="24"/>
                      <a:pt x="124" y="12"/>
                      <a:pt x="13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73" name="Freeform 2700">
                <a:extLst>
                  <a:ext uri="{FF2B5EF4-FFF2-40B4-BE49-F238E27FC236}">
                    <a16:creationId xmlns:a16="http://schemas.microsoft.com/office/drawing/2014/main" id="{AF3D0927-1B8B-45E5-931F-F2F049A82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693"/>
                <a:ext cx="45" cy="14"/>
              </a:xfrm>
              <a:custGeom>
                <a:avLst/>
                <a:gdLst>
                  <a:gd name="T0" fmla="*/ 45 w 45"/>
                  <a:gd name="T1" fmla="*/ 1 h 13"/>
                  <a:gd name="T2" fmla="*/ 0 w 45"/>
                  <a:gd name="T3" fmla="*/ 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45" y="1"/>
                    </a:moveTo>
                    <a:cubicBezTo>
                      <a:pt x="29" y="0"/>
                      <a:pt x="14" y="5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74" name="Freeform 2701">
                <a:extLst>
                  <a:ext uri="{FF2B5EF4-FFF2-40B4-BE49-F238E27FC236}">
                    <a16:creationId xmlns:a16="http://schemas.microsoft.com/office/drawing/2014/main" id="{029769CB-1B7B-47D3-99E5-7D7C07926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645"/>
                <a:ext cx="118" cy="39"/>
              </a:xfrm>
              <a:custGeom>
                <a:avLst/>
                <a:gdLst>
                  <a:gd name="T0" fmla="*/ 0 w 117"/>
                  <a:gd name="T1" fmla="*/ 15 h 36"/>
                  <a:gd name="T2" fmla="*/ 44 w 117"/>
                  <a:gd name="T3" fmla="*/ 1 h 36"/>
                  <a:gd name="T4" fmla="*/ 78 w 117"/>
                  <a:gd name="T5" fmla="*/ 10 h 36"/>
                  <a:gd name="T6" fmla="*/ 120 w 117"/>
                  <a:gd name="T7" fmla="*/ 16 h 36"/>
                  <a:gd name="T8" fmla="*/ 46 w 117"/>
                  <a:gd name="T9" fmla="*/ 42 h 36"/>
                  <a:gd name="T10" fmla="*/ 0 w 117"/>
                  <a:gd name="T11" fmla="*/ 1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6">
                    <a:moveTo>
                      <a:pt x="0" y="12"/>
                    </a:moveTo>
                    <a:cubicBezTo>
                      <a:pt x="14" y="4"/>
                      <a:pt x="28" y="0"/>
                      <a:pt x="44" y="1"/>
                    </a:cubicBezTo>
                    <a:cubicBezTo>
                      <a:pt x="55" y="2"/>
                      <a:pt x="64" y="5"/>
                      <a:pt x="75" y="7"/>
                    </a:cubicBezTo>
                    <a:cubicBezTo>
                      <a:pt x="88" y="11"/>
                      <a:pt x="105" y="8"/>
                      <a:pt x="117" y="13"/>
                    </a:cubicBezTo>
                    <a:cubicBezTo>
                      <a:pt x="96" y="24"/>
                      <a:pt x="70" y="36"/>
                      <a:pt x="46" y="33"/>
                    </a:cubicBezTo>
                    <a:cubicBezTo>
                      <a:pt x="32" y="31"/>
                      <a:pt x="10" y="24"/>
                      <a:pt x="0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75" name="Freeform 2702">
                <a:extLst>
                  <a:ext uri="{FF2B5EF4-FFF2-40B4-BE49-F238E27FC236}">
                    <a16:creationId xmlns:a16="http://schemas.microsoft.com/office/drawing/2014/main" id="{B2CA2062-8B1B-48D7-BF58-1E44D4FF3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680"/>
                <a:ext cx="123" cy="26"/>
              </a:xfrm>
              <a:custGeom>
                <a:avLst/>
                <a:gdLst>
                  <a:gd name="T0" fmla="*/ 0 w 121"/>
                  <a:gd name="T1" fmla="*/ 18 h 24"/>
                  <a:gd name="T2" fmla="*/ 23 w 121"/>
                  <a:gd name="T3" fmla="*/ 20 h 24"/>
                  <a:gd name="T4" fmla="*/ 44 w 121"/>
                  <a:gd name="T5" fmla="*/ 24 h 24"/>
                  <a:gd name="T6" fmla="*/ 73 w 121"/>
                  <a:gd name="T7" fmla="*/ 29 h 24"/>
                  <a:gd name="T8" fmla="*/ 127 w 12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24">
                    <a:moveTo>
                      <a:pt x="0" y="15"/>
                    </a:moveTo>
                    <a:cubicBezTo>
                      <a:pt x="6" y="17"/>
                      <a:pt x="16" y="15"/>
                      <a:pt x="23" y="16"/>
                    </a:cubicBezTo>
                    <a:cubicBezTo>
                      <a:pt x="29" y="17"/>
                      <a:pt x="35" y="18"/>
                      <a:pt x="41" y="18"/>
                    </a:cubicBezTo>
                    <a:cubicBezTo>
                      <a:pt x="51" y="18"/>
                      <a:pt x="60" y="22"/>
                      <a:pt x="70" y="23"/>
                    </a:cubicBezTo>
                    <a:cubicBezTo>
                      <a:pt x="88" y="24"/>
                      <a:pt x="106" y="9"/>
                      <a:pt x="12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76" name="Freeform 2703">
                <a:extLst>
                  <a:ext uri="{FF2B5EF4-FFF2-40B4-BE49-F238E27FC236}">
                    <a16:creationId xmlns:a16="http://schemas.microsoft.com/office/drawing/2014/main" id="{ED5A42BE-AE5E-45C4-9CDF-7DA2F83A8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653"/>
                <a:ext cx="135" cy="54"/>
              </a:xfrm>
              <a:custGeom>
                <a:avLst/>
                <a:gdLst>
                  <a:gd name="T0" fmla="*/ 0 w 134"/>
                  <a:gd name="T1" fmla="*/ 32 h 50"/>
                  <a:gd name="T2" fmla="*/ 38 w 134"/>
                  <a:gd name="T3" fmla="*/ 52 h 50"/>
                  <a:gd name="T4" fmla="*/ 62 w 134"/>
                  <a:gd name="T5" fmla="*/ 62 h 50"/>
                  <a:gd name="T6" fmla="*/ 103 w 134"/>
                  <a:gd name="T7" fmla="*/ 48 h 50"/>
                  <a:gd name="T8" fmla="*/ 137 w 134"/>
                  <a:gd name="T9" fmla="*/ 18 h 50"/>
                  <a:gd name="T10" fmla="*/ 104 w 134"/>
                  <a:gd name="T11" fmla="*/ 16 h 50"/>
                  <a:gd name="T12" fmla="*/ 76 w 134"/>
                  <a:gd name="T13" fmla="*/ 11 h 50"/>
                  <a:gd name="T14" fmla="*/ 45 w 134"/>
                  <a:gd name="T15" fmla="*/ 1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50">
                    <a:moveTo>
                      <a:pt x="0" y="26"/>
                    </a:moveTo>
                    <a:cubicBezTo>
                      <a:pt x="12" y="30"/>
                      <a:pt x="26" y="35"/>
                      <a:pt x="38" y="41"/>
                    </a:cubicBezTo>
                    <a:cubicBezTo>
                      <a:pt x="46" y="44"/>
                      <a:pt x="53" y="48"/>
                      <a:pt x="62" y="49"/>
                    </a:cubicBezTo>
                    <a:cubicBezTo>
                      <a:pt x="75" y="50"/>
                      <a:pt x="88" y="44"/>
                      <a:pt x="100" y="38"/>
                    </a:cubicBezTo>
                    <a:cubicBezTo>
                      <a:pt x="110" y="33"/>
                      <a:pt x="129" y="25"/>
                      <a:pt x="134" y="15"/>
                    </a:cubicBezTo>
                    <a:cubicBezTo>
                      <a:pt x="124" y="11"/>
                      <a:pt x="112" y="14"/>
                      <a:pt x="101" y="13"/>
                    </a:cubicBezTo>
                    <a:cubicBezTo>
                      <a:pt x="92" y="12"/>
                      <a:pt x="82" y="11"/>
                      <a:pt x="73" y="8"/>
                    </a:cubicBezTo>
                    <a:cubicBezTo>
                      <a:pt x="64" y="6"/>
                      <a:pt x="52" y="0"/>
                      <a:pt x="45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77" name="Freeform 2704">
                <a:extLst>
                  <a:ext uri="{FF2B5EF4-FFF2-40B4-BE49-F238E27FC236}">
                    <a16:creationId xmlns:a16="http://schemas.microsoft.com/office/drawing/2014/main" id="{73D51A31-03D0-441F-A1CA-1018BC0D6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644"/>
                <a:ext cx="75" cy="19"/>
              </a:xfrm>
              <a:custGeom>
                <a:avLst/>
                <a:gdLst>
                  <a:gd name="T0" fmla="*/ 0 w 75"/>
                  <a:gd name="T1" fmla="*/ 23 h 17"/>
                  <a:gd name="T2" fmla="*/ 47 w 75"/>
                  <a:gd name="T3" fmla="*/ 11 h 17"/>
                  <a:gd name="T4" fmla="*/ 75 w 7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7">
                    <a:moveTo>
                      <a:pt x="0" y="17"/>
                    </a:moveTo>
                    <a:cubicBezTo>
                      <a:pt x="17" y="17"/>
                      <a:pt x="31" y="12"/>
                      <a:pt x="47" y="8"/>
                    </a:cubicBezTo>
                    <a:cubicBezTo>
                      <a:pt x="56" y="5"/>
                      <a:pt x="68" y="4"/>
                      <a:pt x="7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78" name="Freeform 2705">
                <a:extLst>
                  <a:ext uri="{FF2B5EF4-FFF2-40B4-BE49-F238E27FC236}">
                    <a16:creationId xmlns:a16="http://schemas.microsoft.com/office/drawing/2014/main" id="{B8FD1BFE-7718-45A5-9998-181C0F2ED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662"/>
                <a:ext cx="119" cy="26"/>
              </a:xfrm>
              <a:custGeom>
                <a:avLst/>
                <a:gdLst>
                  <a:gd name="T0" fmla="*/ 0 w 118"/>
                  <a:gd name="T1" fmla="*/ 28 h 25"/>
                  <a:gd name="T2" fmla="*/ 62 w 118"/>
                  <a:gd name="T3" fmla="*/ 5 h 25"/>
                  <a:gd name="T4" fmla="*/ 99 w 118"/>
                  <a:gd name="T5" fmla="*/ 9 h 25"/>
                  <a:gd name="T6" fmla="*/ 121 w 118"/>
                  <a:gd name="T7" fmla="*/ 1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25">
                    <a:moveTo>
                      <a:pt x="0" y="25"/>
                    </a:moveTo>
                    <a:cubicBezTo>
                      <a:pt x="22" y="16"/>
                      <a:pt x="35" y="0"/>
                      <a:pt x="59" y="5"/>
                    </a:cubicBezTo>
                    <a:cubicBezTo>
                      <a:pt x="72" y="7"/>
                      <a:pt x="83" y="7"/>
                      <a:pt x="96" y="9"/>
                    </a:cubicBezTo>
                    <a:cubicBezTo>
                      <a:pt x="104" y="11"/>
                      <a:pt x="111" y="15"/>
                      <a:pt x="118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79" name="Freeform 2706">
                <a:extLst>
                  <a:ext uri="{FF2B5EF4-FFF2-40B4-BE49-F238E27FC236}">
                    <a16:creationId xmlns:a16="http://schemas.microsoft.com/office/drawing/2014/main" id="{2E441FBC-4C38-4F9E-9608-2B3E507A9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680"/>
                <a:ext cx="123" cy="25"/>
              </a:xfrm>
              <a:custGeom>
                <a:avLst/>
                <a:gdLst>
                  <a:gd name="T0" fmla="*/ 125 w 122"/>
                  <a:gd name="T1" fmla="*/ 0 h 23"/>
                  <a:gd name="T2" fmla="*/ 76 w 122"/>
                  <a:gd name="T3" fmla="*/ 28 h 23"/>
                  <a:gd name="T4" fmla="*/ 49 w 122"/>
                  <a:gd name="T5" fmla="*/ 28 h 23"/>
                  <a:gd name="T6" fmla="*/ 22 w 122"/>
                  <a:gd name="T7" fmla="*/ 20 h 23"/>
                  <a:gd name="T8" fmla="*/ 0 w 122"/>
                  <a:gd name="T9" fmla="*/ 1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23">
                    <a:moveTo>
                      <a:pt x="122" y="0"/>
                    </a:moveTo>
                    <a:cubicBezTo>
                      <a:pt x="107" y="7"/>
                      <a:pt x="90" y="20"/>
                      <a:pt x="73" y="22"/>
                    </a:cubicBezTo>
                    <a:cubicBezTo>
                      <a:pt x="66" y="23"/>
                      <a:pt x="57" y="23"/>
                      <a:pt x="49" y="22"/>
                    </a:cubicBezTo>
                    <a:cubicBezTo>
                      <a:pt x="40" y="21"/>
                      <a:pt x="31" y="18"/>
                      <a:pt x="22" y="16"/>
                    </a:cubicBezTo>
                    <a:cubicBezTo>
                      <a:pt x="15" y="15"/>
                      <a:pt x="7" y="11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80" name="Freeform 2707">
                <a:extLst>
                  <a:ext uri="{FF2B5EF4-FFF2-40B4-BE49-F238E27FC236}">
                    <a16:creationId xmlns:a16="http://schemas.microsoft.com/office/drawing/2014/main" id="{50C09D92-6049-4A83-93AE-1D4E2E2F8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645"/>
                <a:ext cx="54" cy="24"/>
              </a:xfrm>
              <a:custGeom>
                <a:avLst/>
                <a:gdLst>
                  <a:gd name="T0" fmla="*/ 0 w 53"/>
                  <a:gd name="T1" fmla="*/ 28 h 22"/>
                  <a:gd name="T2" fmla="*/ 40 w 53"/>
                  <a:gd name="T3" fmla="*/ 10 h 22"/>
                  <a:gd name="T4" fmla="*/ 56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0" y="22"/>
                    </a:moveTo>
                    <a:cubicBezTo>
                      <a:pt x="16" y="20"/>
                      <a:pt x="25" y="15"/>
                      <a:pt x="37" y="7"/>
                    </a:cubicBezTo>
                    <a:cubicBezTo>
                      <a:pt x="42" y="3"/>
                      <a:pt x="47" y="0"/>
                      <a:pt x="5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81" name="Freeform 2708">
                <a:extLst>
                  <a:ext uri="{FF2B5EF4-FFF2-40B4-BE49-F238E27FC236}">
                    <a16:creationId xmlns:a16="http://schemas.microsoft.com/office/drawing/2014/main" id="{BB406166-380E-4F82-B4A3-515C5648B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645"/>
                <a:ext cx="105" cy="18"/>
              </a:xfrm>
              <a:custGeom>
                <a:avLst/>
                <a:gdLst>
                  <a:gd name="T0" fmla="*/ 0 w 104"/>
                  <a:gd name="T1" fmla="*/ 10 h 16"/>
                  <a:gd name="T2" fmla="*/ 59 w 104"/>
                  <a:gd name="T3" fmla="*/ 7 h 16"/>
                  <a:gd name="T4" fmla="*/ 107 w 104"/>
                  <a:gd name="T5" fmla="*/ 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6">
                    <a:moveTo>
                      <a:pt x="0" y="7"/>
                    </a:moveTo>
                    <a:cubicBezTo>
                      <a:pt x="20" y="1"/>
                      <a:pt x="36" y="0"/>
                      <a:pt x="56" y="4"/>
                    </a:cubicBezTo>
                    <a:cubicBezTo>
                      <a:pt x="72" y="8"/>
                      <a:pt x="88" y="16"/>
                      <a:pt x="104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82" name="Freeform 2709">
                <a:extLst>
                  <a:ext uri="{FF2B5EF4-FFF2-40B4-BE49-F238E27FC236}">
                    <a16:creationId xmlns:a16="http://schemas.microsoft.com/office/drawing/2014/main" id="{CC0ECB99-DD61-40C1-9960-CFF2EACEF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2663"/>
                <a:ext cx="91" cy="17"/>
              </a:xfrm>
              <a:custGeom>
                <a:avLst/>
                <a:gdLst>
                  <a:gd name="T0" fmla="*/ 93 w 90"/>
                  <a:gd name="T1" fmla="*/ 0 h 16"/>
                  <a:gd name="T2" fmla="*/ 63 w 90"/>
                  <a:gd name="T3" fmla="*/ 12 h 16"/>
                  <a:gd name="T4" fmla="*/ 28 w 90"/>
                  <a:gd name="T5" fmla="*/ 18 h 16"/>
                  <a:gd name="T6" fmla="*/ 0 w 90"/>
                  <a:gd name="T7" fmla="*/ 1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6">
                    <a:moveTo>
                      <a:pt x="90" y="0"/>
                    </a:moveTo>
                    <a:cubicBezTo>
                      <a:pt x="81" y="0"/>
                      <a:pt x="68" y="6"/>
                      <a:pt x="60" y="9"/>
                    </a:cubicBezTo>
                    <a:cubicBezTo>
                      <a:pt x="49" y="13"/>
                      <a:pt x="39" y="14"/>
                      <a:pt x="28" y="15"/>
                    </a:cubicBezTo>
                    <a:cubicBezTo>
                      <a:pt x="19" y="16"/>
                      <a:pt x="9" y="16"/>
                      <a:pt x="0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83" name="Freeform 2710">
                <a:extLst>
                  <a:ext uri="{FF2B5EF4-FFF2-40B4-BE49-F238E27FC236}">
                    <a16:creationId xmlns:a16="http://schemas.microsoft.com/office/drawing/2014/main" id="{2BAB9508-D774-4200-B17D-AD7B72D78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675"/>
                <a:ext cx="93" cy="30"/>
              </a:xfrm>
              <a:custGeom>
                <a:avLst/>
                <a:gdLst>
                  <a:gd name="T0" fmla="*/ 0 w 92"/>
                  <a:gd name="T1" fmla="*/ 0 h 28"/>
                  <a:gd name="T2" fmla="*/ 29 w 92"/>
                  <a:gd name="T3" fmla="*/ 6 h 28"/>
                  <a:gd name="T4" fmla="*/ 63 w 92"/>
                  <a:gd name="T5" fmla="*/ 21 h 28"/>
                  <a:gd name="T6" fmla="*/ 95 w 92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28">
                    <a:moveTo>
                      <a:pt x="0" y="0"/>
                    </a:moveTo>
                    <a:cubicBezTo>
                      <a:pt x="3" y="5"/>
                      <a:pt x="23" y="3"/>
                      <a:pt x="29" y="6"/>
                    </a:cubicBezTo>
                    <a:cubicBezTo>
                      <a:pt x="39" y="9"/>
                      <a:pt x="50" y="14"/>
                      <a:pt x="60" y="18"/>
                    </a:cubicBezTo>
                    <a:cubicBezTo>
                      <a:pt x="69" y="21"/>
                      <a:pt x="83" y="28"/>
                      <a:pt x="92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84" name="Freeform 2711">
                <a:extLst>
                  <a:ext uri="{FF2B5EF4-FFF2-40B4-BE49-F238E27FC236}">
                    <a16:creationId xmlns:a16="http://schemas.microsoft.com/office/drawing/2014/main" id="{9BA1EB2E-9404-4F36-B223-53FB4708F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645"/>
                <a:ext cx="65" cy="18"/>
              </a:xfrm>
              <a:custGeom>
                <a:avLst/>
                <a:gdLst>
                  <a:gd name="T0" fmla="*/ 0 w 65"/>
                  <a:gd name="T1" fmla="*/ 23 h 16"/>
                  <a:gd name="T2" fmla="*/ 65 w 6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6">
                    <a:moveTo>
                      <a:pt x="0" y="16"/>
                    </a:moveTo>
                    <a:cubicBezTo>
                      <a:pt x="23" y="12"/>
                      <a:pt x="42" y="0"/>
                      <a:pt x="6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85" name="Freeform 2712">
                <a:extLst>
                  <a:ext uri="{FF2B5EF4-FFF2-40B4-BE49-F238E27FC236}">
                    <a16:creationId xmlns:a16="http://schemas.microsoft.com/office/drawing/2014/main" id="{92124E10-EEF7-40FD-B48D-CD4633FAD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659"/>
                <a:ext cx="83" cy="24"/>
              </a:xfrm>
              <a:custGeom>
                <a:avLst/>
                <a:gdLst>
                  <a:gd name="T0" fmla="*/ 0 w 82"/>
                  <a:gd name="T1" fmla="*/ 1 h 22"/>
                  <a:gd name="T2" fmla="*/ 68 w 82"/>
                  <a:gd name="T3" fmla="*/ 25 h 22"/>
                  <a:gd name="T4" fmla="*/ 84 w 82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2">
                    <a:moveTo>
                      <a:pt x="0" y="1"/>
                    </a:moveTo>
                    <a:cubicBezTo>
                      <a:pt x="23" y="0"/>
                      <a:pt x="44" y="12"/>
                      <a:pt x="65" y="19"/>
                    </a:cubicBezTo>
                    <a:cubicBezTo>
                      <a:pt x="76" y="22"/>
                      <a:pt x="82" y="11"/>
                      <a:pt x="81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86" name="Freeform 2713">
                <a:extLst>
                  <a:ext uri="{FF2B5EF4-FFF2-40B4-BE49-F238E27FC236}">
                    <a16:creationId xmlns:a16="http://schemas.microsoft.com/office/drawing/2014/main" id="{E1C737FA-0A17-4199-89EF-2DAF59F17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680"/>
                <a:ext cx="73" cy="21"/>
              </a:xfrm>
              <a:custGeom>
                <a:avLst/>
                <a:gdLst>
                  <a:gd name="T0" fmla="*/ 74 w 72"/>
                  <a:gd name="T1" fmla="*/ 0 h 20"/>
                  <a:gd name="T2" fmla="*/ 75 w 72"/>
                  <a:gd name="T3" fmla="*/ 16 h 20"/>
                  <a:gd name="T4" fmla="*/ 29 w 72"/>
                  <a:gd name="T5" fmla="*/ 13 h 20"/>
                  <a:gd name="T6" fmla="*/ 0 w 72"/>
                  <a:gd name="T7" fmla="*/ 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0">
                    <a:moveTo>
                      <a:pt x="71" y="0"/>
                    </a:moveTo>
                    <a:cubicBezTo>
                      <a:pt x="70" y="4"/>
                      <a:pt x="70" y="9"/>
                      <a:pt x="72" y="13"/>
                    </a:cubicBezTo>
                    <a:cubicBezTo>
                      <a:pt x="63" y="20"/>
                      <a:pt x="40" y="12"/>
                      <a:pt x="29" y="10"/>
                    </a:cubicBezTo>
                    <a:cubicBezTo>
                      <a:pt x="21" y="8"/>
                      <a:pt x="8" y="3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87" name="Freeform 2714">
                <a:extLst>
                  <a:ext uri="{FF2B5EF4-FFF2-40B4-BE49-F238E27FC236}">
                    <a16:creationId xmlns:a16="http://schemas.microsoft.com/office/drawing/2014/main" id="{9913C9A7-5DE7-4ED2-B3F7-0D200A488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696"/>
                <a:ext cx="8" cy="20"/>
              </a:xfrm>
              <a:custGeom>
                <a:avLst/>
                <a:gdLst>
                  <a:gd name="T0" fmla="*/ 0 w 8"/>
                  <a:gd name="T1" fmla="*/ 0 h 19"/>
                  <a:gd name="T2" fmla="*/ 1 w 8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6" y="5"/>
                      <a:pt x="8" y="14"/>
                      <a:pt x="1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88" name="Freeform 2715">
                <a:extLst>
                  <a:ext uri="{FF2B5EF4-FFF2-40B4-BE49-F238E27FC236}">
                    <a16:creationId xmlns:a16="http://schemas.microsoft.com/office/drawing/2014/main" id="{63A1BEA6-1FF2-4BB7-81EE-99C45FABE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671"/>
                <a:ext cx="56" cy="55"/>
              </a:xfrm>
              <a:custGeom>
                <a:avLst/>
                <a:gdLst>
                  <a:gd name="T0" fmla="*/ 12 w 55"/>
                  <a:gd name="T1" fmla="*/ 0 h 51"/>
                  <a:gd name="T2" fmla="*/ 42 w 55"/>
                  <a:gd name="T3" fmla="*/ 26 h 51"/>
                  <a:gd name="T4" fmla="*/ 53 w 55"/>
                  <a:gd name="T5" fmla="*/ 35 h 51"/>
                  <a:gd name="T6" fmla="*/ 44 w 55"/>
                  <a:gd name="T7" fmla="*/ 59 h 51"/>
                  <a:gd name="T8" fmla="*/ 13 w 55"/>
                  <a:gd name="T9" fmla="*/ 53 h 51"/>
                  <a:gd name="T10" fmla="*/ 0 w 55"/>
                  <a:gd name="T11" fmla="*/ 4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51">
                    <a:moveTo>
                      <a:pt x="12" y="0"/>
                    </a:moveTo>
                    <a:cubicBezTo>
                      <a:pt x="21" y="8"/>
                      <a:pt x="29" y="14"/>
                      <a:pt x="39" y="20"/>
                    </a:cubicBezTo>
                    <a:cubicBezTo>
                      <a:pt x="43" y="23"/>
                      <a:pt x="48" y="24"/>
                      <a:pt x="50" y="28"/>
                    </a:cubicBezTo>
                    <a:cubicBezTo>
                      <a:pt x="55" y="36"/>
                      <a:pt x="48" y="44"/>
                      <a:pt x="41" y="47"/>
                    </a:cubicBezTo>
                    <a:cubicBezTo>
                      <a:pt x="34" y="51"/>
                      <a:pt x="20" y="44"/>
                      <a:pt x="13" y="42"/>
                    </a:cubicBezTo>
                    <a:cubicBezTo>
                      <a:pt x="8" y="41"/>
                      <a:pt x="4" y="40"/>
                      <a:pt x="0" y="3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89" name="Freeform 2716">
                <a:extLst>
                  <a:ext uri="{FF2B5EF4-FFF2-40B4-BE49-F238E27FC236}">
                    <a16:creationId xmlns:a16="http://schemas.microsoft.com/office/drawing/2014/main" id="{FF924E5A-DA52-4977-8E8A-8AFCF150E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711"/>
                <a:ext cx="42" cy="23"/>
              </a:xfrm>
              <a:custGeom>
                <a:avLst/>
                <a:gdLst>
                  <a:gd name="T0" fmla="*/ 0 w 41"/>
                  <a:gd name="T1" fmla="*/ 0 h 21"/>
                  <a:gd name="T2" fmla="*/ 17 w 41"/>
                  <a:gd name="T3" fmla="*/ 16 h 21"/>
                  <a:gd name="T4" fmla="*/ 34 w 41"/>
                  <a:gd name="T5" fmla="*/ 26 h 21"/>
                  <a:gd name="T6" fmla="*/ 44 w 41"/>
                  <a:gd name="T7" fmla="*/ 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0" y="7"/>
                      <a:pt x="12" y="10"/>
                      <a:pt x="17" y="13"/>
                    </a:cubicBezTo>
                    <a:cubicBezTo>
                      <a:pt x="22" y="17"/>
                      <a:pt x="25" y="21"/>
                      <a:pt x="31" y="20"/>
                    </a:cubicBezTo>
                    <a:cubicBezTo>
                      <a:pt x="40" y="19"/>
                      <a:pt x="40" y="13"/>
                      <a:pt x="4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90" name="Freeform 2717">
                <a:extLst>
                  <a:ext uri="{FF2B5EF4-FFF2-40B4-BE49-F238E27FC236}">
                    <a16:creationId xmlns:a16="http://schemas.microsoft.com/office/drawing/2014/main" id="{D2DEFCC5-BCCF-4325-BB43-863D42518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724"/>
                <a:ext cx="12" cy="34"/>
              </a:xfrm>
              <a:custGeom>
                <a:avLst/>
                <a:gdLst>
                  <a:gd name="T0" fmla="*/ 2 w 12"/>
                  <a:gd name="T1" fmla="*/ 0 h 32"/>
                  <a:gd name="T2" fmla="*/ 0 w 12"/>
                  <a:gd name="T3" fmla="*/ 3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2" y="0"/>
                    </a:moveTo>
                    <a:cubicBezTo>
                      <a:pt x="9" y="9"/>
                      <a:pt x="12" y="26"/>
                      <a:pt x="0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91" name="Freeform 2718">
                <a:extLst>
                  <a:ext uri="{FF2B5EF4-FFF2-40B4-BE49-F238E27FC236}">
                    <a16:creationId xmlns:a16="http://schemas.microsoft.com/office/drawing/2014/main" id="{06CD015C-B1BB-4437-8819-4FD47A56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729"/>
                <a:ext cx="65" cy="60"/>
              </a:xfrm>
              <a:custGeom>
                <a:avLst/>
                <a:gdLst>
                  <a:gd name="T0" fmla="*/ 10 w 65"/>
                  <a:gd name="T1" fmla="*/ 25 h 55"/>
                  <a:gd name="T2" fmla="*/ 24 w 65"/>
                  <a:gd name="T3" fmla="*/ 53 h 55"/>
                  <a:gd name="T4" fmla="*/ 51 w 65"/>
                  <a:gd name="T5" fmla="*/ 57 h 55"/>
                  <a:gd name="T6" fmla="*/ 29 w 6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5">
                    <a:moveTo>
                      <a:pt x="10" y="19"/>
                    </a:moveTo>
                    <a:cubicBezTo>
                      <a:pt x="0" y="24"/>
                      <a:pt x="21" y="39"/>
                      <a:pt x="24" y="41"/>
                    </a:cubicBezTo>
                    <a:cubicBezTo>
                      <a:pt x="34" y="50"/>
                      <a:pt x="40" y="55"/>
                      <a:pt x="51" y="44"/>
                    </a:cubicBezTo>
                    <a:cubicBezTo>
                      <a:pt x="65" y="31"/>
                      <a:pt x="41" y="8"/>
                      <a:pt x="2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92" name="Freeform 2719">
                <a:extLst>
                  <a:ext uri="{FF2B5EF4-FFF2-40B4-BE49-F238E27FC236}">
                    <a16:creationId xmlns:a16="http://schemas.microsoft.com/office/drawing/2014/main" id="{04CA484F-F1EA-4A6C-BB1D-D086FBEE6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783"/>
                <a:ext cx="3" cy="6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0"/>
                      <a:pt x="0" y="2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93" name="Freeform 2720">
                <a:extLst>
                  <a:ext uri="{FF2B5EF4-FFF2-40B4-BE49-F238E27FC236}">
                    <a16:creationId xmlns:a16="http://schemas.microsoft.com/office/drawing/2014/main" id="{9B9A94B1-CA95-4B29-824B-8A5540862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2761"/>
                <a:ext cx="19" cy="13"/>
              </a:xfrm>
              <a:custGeom>
                <a:avLst/>
                <a:gdLst>
                  <a:gd name="T0" fmla="*/ 0 w 19"/>
                  <a:gd name="T1" fmla="*/ 14 h 12"/>
                  <a:gd name="T2" fmla="*/ 19 w 19"/>
                  <a:gd name="T3" fmla="*/ 1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0" y="11"/>
                    </a:moveTo>
                    <a:cubicBezTo>
                      <a:pt x="6" y="12"/>
                      <a:pt x="15" y="0"/>
                      <a:pt x="19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94" name="Freeform 2721">
                <a:extLst>
                  <a:ext uri="{FF2B5EF4-FFF2-40B4-BE49-F238E27FC236}">
                    <a16:creationId xmlns:a16="http://schemas.microsoft.com/office/drawing/2014/main" id="{3F3DA810-B696-43BF-9F90-B1F29D343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772"/>
                <a:ext cx="20" cy="65"/>
              </a:xfrm>
              <a:custGeom>
                <a:avLst/>
                <a:gdLst>
                  <a:gd name="T0" fmla="*/ 0 w 20"/>
                  <a:gd name="T1" fmla="*/ 0 h 60"/>
                  <a:gd name="T2" fmla="*/ 7 w 20"/>
                  <a:gd name="T3" fmla="*/ 24 h 60"/>
                  <a:gd name="T4" fmla="*/ 18 w 20"/>
                  <a:gd name="T5" fmla="*/ 50 h 60"/>
                  <a:gd name="T6" fmla="*/ 4 w 20"/>
                  <a:gd name="T7" fmla="*/ 76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1" y="6"/>
                      <a:pt x="4" y="12"/>
                      <a:pt x="7" y="18"/>
                    </a:cubicBezTo>
                    <a:cubicBezTo>
                      <a:pt x="10" y="25"/>
                      <a:pt x="17" y="32"/>
                      <a:pt x="18" y="39"/>
                    </a:cubicBezTo>
                    <a:cubicBezTo>
                      <a:pt x="20" y="51"/>
                      <a:pt x="11" y="54"/>
                      <a:pt x="4" y="6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95" name="Freeform 2722">
                <a:extLst>
                  <a:ext uri="{FF2B5EF4-FFF2-40B4-BE49-F238E27FC236}">
                    <a16:creationId xmlns:a16="http://schemas.microsoft.com/office/drawing/2014/main" id="{230C4F48-D5BC-45C3-B7AB-3AA23BC86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813"/>
                <a:ext cx="32" cy="28"/>
              </a:xfrm>
              <a:custGeom>
                <a:avLst/>
                <a:gdLst>
                  <a:gd name="T0" fmla="*/ 0 w 31"/>
                  <a:gd name="T1" fmla="*/ 0 h 26"/>
                  <a:gd name="T2" fmla="*/ 34 w 31"/>
                  <a:gd name="T3" fmla="*/ 1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3" y="9"/>
                      <a:pt x="23" y="26"/>
                      <a:pt x="31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96" name="Freeform 2723">
                <a:extLst>
                  <a:ext uri="{FF2B5EF4-FFF2-40B4-BE49-F238E27FC236}">
                    <a16:creationId xmlns:a16="http://schemas.microsoft.com/office/drawing/2014/main" id="{C1AAA7F9-0C10-44A3-8CD6-F3AEC4A91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821"/>
                <a:ext cx="25" cy="68"/>
              </a:xfrm>
              <a:custGeom>
                <a:avLst/>
                <a:gdLst>
                  <a:gd name="T0" fmla="*/ 0 w 25"/>
                  <a:gd name="T1" fmla="*/ 0 h 63"/>
                  <a:gd name="T2" fmla="*/ 25 w 25"/>
                  <a:gd name="T3" fmla="*/ 51 h 63"/>
                  <a:gd name="T4" fmla="*/ 11 w 25"/>
                  <a:gd name="T5" fmla="*/ 79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3">
                    <a:moveTo>
                      <a:pt x="0" y="0"/>
                    </a:moveTo>
                    <a:cubicBezTo>
                      <a:pt x="2" y="16"/>
                      <a:pt x="25" y="23"/>
                      <a:pt x="25" y="41"/>
                    </a:cubicBezTo>
                    <a:cubicBezTo>
                      <a:pt x="25" y="51"/>
                      <a:pt x="19" y="59"/>
                      <a:pt x="11" y="6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97" name="Freeform 2724">
                <a:extLst>
                  <a:ext uri="{FF2B5EF4-FFF2-40B4-BE49-F238E27FC236}">
                    <a16:creationId xmlns:a16="http://schemas.microsoft.com/office/drawing/2014/main" id="{7D537225-711C-4A50-9FB1-126F7ADA0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867"/>
                <a:ext cx="31" cy="41"/>
              </a:xfrm>
              <a:custGeom>
                <a:avLst/>
                <a:gdLst>
                  <a:gd name="T0" fmla="*/ 0 w 30"/>
                  <a:gd name="T1" fmla="*/ 0 h 38"/>
                  <a:gd name="T2" fmla="*/ 33 w 30"/>
                  <a:gd name="T3" fmla="*/ 3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8">
                    <a:moveTo>
                      <a:pt x="0" y="0"/>
                    </a:moveTo>
                    <a:cubicBezTo>
                      <a:pt x="5" y="11"/>
                      <a:pt x="15" y="38"/>
                      <a:pt x="30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98" name="Freeform 2725">
                <a:extLst>
                  <a:ext uri="{FF2B5EF4-FFF2-40B4-BE49-F238E27FC236}">
                    <a16:creationId xmlns:a16="http://schemas.microsoft.com/office/drawing/2014/main" id="{78DC9512-B602-47DF-B386-930D04887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895"/>
                <a:ext cx="38" cy="58"/>
              </a:xfrm>
              <a:custGeom>
                <a:avLst/>
                <a:gdLst>
                  <a:gd name="T0" fmla="*/ 10 w 38"/>
                  <a:gd name="T1" fmla="*/ 0 h 54"/>
                  <a:gd name="T2" fmla="*/ 19 w 38"/>
                  <a:gd name="T3" fmla="*/ 60 h 54"/>
                  <a:gd name="T4" fmla="*/ 0 w 38"/>
                  <a:gd name="T5" fmla="*/ 49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4">
                    <a:moveTo>
                      <a:pt x="10" y="0"/>
                    </a:moveTo>
                    <a:cubicBezTo>
                      <a:pt x="12" y="11"/>
                      <a:pt x="38" y="38"/>
                      <a:pt x="19" y="48"/>
                    </a:cubicBezTo>
                    <a:cubicBezTo>
                      <a:pt x="9" y="54"/>
                      <a:pt x="4" y="47"/>
                      <a:pt x="0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99" name="Freeform 2726">
                <a:extLst>
                  <a:ext uri="{FF2B5EF4-FFF2-40B4-BE49-F238E27FC236}">
                    <a16:creationId xmlns:a16="http://schemas.microsoft.com/office/drawing/2014/main" id="{70067794-7118-4233-A70B-2227FEFEF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946"/>
                <a:ext cx="24" cy="57"/>
              </a:xfrm>
              <a:custGeom>
                <a:avLst/>
                <a:gdLst>
                  <a:gd name="T0" fmla="*/ 0 w 24"/>
                  <a:gd name="T1" fmla="*/ 0 h 53"/>
                  <a:gd name="T2" fmla="*/ 4 w 24"/>
                  <a:gd name="T3" fmla="*/ 45 h 53"/>
                  <a:gd name="T4" fmla="*/ 12 w 24"/>
                  <a:gd name="T5" fmla="*/ 63 h 53"/>
                  <a:gd name="T6" fmla="*/ 22 w 24"/>
                  <a:gd name="T7" fmla="*/ 48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3">
                    <a:moveTo>
                      <a:pt x="0" y="0"/>
                    </a:moveTo>
                    <a:cubicBezTo>
                      <a:pt x="1" y="12"/>
                      <a:pt x="3" y="25"/>
                      <a:pt x="4" y="36"/>
                    </a:cubicBezTo>
                    <a:cubicBezTo>
                      <a:pt x="4" y="42"/>
                      <a:pt x="6" y="49"/>
                      <a:pt x="12" y="51"/>
                    </a:cubicBezTo>
                    <a:cubicBezTo>
                      <a:pt x="18" y="53"/>
                      <a:pt x="24" y="45"/>
                      <a:pt x="22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00" name="Freeform 2727">
                <a:extLst>
                  <a:ext uri="{FF2B5EF4-FFF2-40B4-BE49-F238E27FC236}">
                    <a16:creationId xmlns:a16="http://schemas.microsoft.com/office/drawing/2014/main" id="{5385C418-811E-45E1-91F5-38DA83A6D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2993"/>
                <a:ext cx="26" cy="94"/>
              </a:xfrm>
              <a:custGeom>
                <a:avLst/>
                <a:gdLst>
                  <a:gd name="T0" fmla="*/ 13 w 26"/>
                  <a:gd name="T1" fmla="*/ 6 h 87"/>
                  <a:gd name="T2" fmla="*/ 1 w 26"/>
                  <a:gd name="T3" fmla="*/ 41 h 87"/>
                  <a:gd name="T4" fmla="*/ 6 w 26"/>
                  <a:gd name="T5" fmla="*/ 91 h 87"/>
                  <a:gd name="T6" fmla="*/ 20 w 26"/>
                  <a:gd name="T7" fmla="*/ 93 h 87"/>
                  <a:gd name="T8" fmla="*/ 25 w 26"/>
                  <a:gd name="T9" fmla="*/ 43 h 87"/>
                  <a:gd name="T10" fmla="*/ 14 w 26"/>
                  <a:gd name="T11" fmla="*/ 10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87">
                    <a:moveTo>
                      <a:pt x="13" y="6"/>
                    </a:moveTo>
                    <a:cubicBezTo>
                      <a:pt x="4" y="0"/>
                      <a:pt x="1" y="26"/>
                      <a:pt x="1" y="32"/>
                    </a:cubicBezTo>
                    <a:cubicBezTo>
                      <a:pt x="0" y="45"/>
                      <a:pt x="3" y="59"/>
                      <a:pt x="6" y="72"/>
                    </a:cubicBezTo>
                    <a:cubicBezTo>
                      <a:pt x="8" y="86"/>
                      <a:pt x="15" y="87"/>
                      <a:pt x="20" y="74"/>
                    </a:cubicBezTo>
                    <a:cubicBezTo>
                      <a:pt x="24" y="62"/>
                      <a:pt x="25" y="47"/>
                      <a:pt x="25" y="34"/>
                    </a:cubicBezTo>
                    <a:cubicBezTo>
                      <a:pt x="26" y="23"/>
                      <a:pt x="26" y="10"/>
                      <a:pt x="14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01" name="Freeform 2728">
                <a:extLst>
                  <a:ext uri="{FF2B5EF4-FFF2-40B4-BE49-F238E27FC236}">
                    <a16:creationId xmlns:a16="http://schemas.microsoft.com/office/drawing/2014/main" id="{430DFC9B-23D7-4041-A9CE-0651AA685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3073"/>
                <a:ext cx="20" cy="8"/>
              </a:xfrm>
              <a:custGeom>
                <a:avLst/>
                <a:gdLst>
                  <a:gd name="T0" fmla="*/ 0 w 20"/>
                  <a:gd name="T1" fmla="*/ 8 h 8"/>
                  <a:gd name="T2" fmla="*/ 20 w 20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5" y="1"/>
                      <a:pt x="13" y="0"/>
                      <a:pt x="2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02" name="Freeform 2729">
                <a:extLst>
                  <a:ext uri="{FF2B5EF4-FFF2-40B4-BE49-F238E27FC236}">
                    <a16:creationId xmlns:a16="http://schemas.microsoft.com/office/drawing/2014/main" id="{D8D162FE-B728-4F1C-A718-B169E049A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083"/>
                <a:ext cx="20" cy="74"/>
              </a:xfrm>
              <a:custGeom>
                <a:avLst/>
                <a:gdLst>
                  <a:gd name="T0" fmla="*/ 20 w 20"/>
                  <a:gd name="T1" fmla="*/ 0 h 68"/>
                  <a:gd name="T2" fmla="*/ 19 w 20"/>
                  <a:gd name="T3" fmla="*/ 53 h 68"/>
                  <a:gd name="T4" fmla="*/ 0 w 20"/>
                  <a:gd name="T5" fmla="*/ 88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8">
                    <a:moveTo>
                      <a:pt x="20" y="0"/>
                    </a:moveTo>
                    <a:cubicBezTo>
                      <a:pt x="15" y="11"/>
                      <a:pt x="19" y="30"/>
                      <a:pt x="19" y="41"/>
                    </a:cubicBezTo>
                    <a:cubicBezTo>
                      <a:pt x="19" y="57"/>
                      <a:pt x="15" y="65"/>
                      <a:pt x="0" y="6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03" name="Freeform 2730">
                <a:extLst>
                  <a:ext uri="{FF2B5EF4-FFF2-40B4-BE49-F238E27FC236}">
                    <a16:creationId xmlns:a16="http://schemas.microsoft.com/office/drawing/2014/main" id="{D8ACC382-9454-4F48-ABB5-6D33EE7DB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140"/>
                <a:ext cx="16" cy="37"/>
              </a:xfrm>
              <a:custGeom>
                <a:avLst/>
                <a:gdLst>
                  <a:gd name="T0" fmla="*/ 3 w 16"/>
                  <a:gd name="T1" fmla="*/ 0 h 34"/>
                  <a:gd name="T2" fmla="*/ 16 w 16"/>
                  <a:gd name="T3" fmla="*/ 4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4">
                    <a:moveTo>
                      <a:pt x="3" y="0"/>
                    </a:moveTo>
                    <a:cubicBezTo>
                      <a:pt x="2" y="9"/>
                      <a:pt x="0" y="34"/>
                      <a:pt x="16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04" name="Freeform 2731">
                <a:extLst>
                  <a:ext uri="{FF2B5EF4-FFF2-40B4-BE49-F238E27FC236}">
                    <a16:creationId xmlns:a16="http://schemas.microsoft.com/office/drawing/2014/main" id="{1F7D7EBF-58F5-48DB-AECE-ACD5DE592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194"/>
                <a:ext cx="32" cy="22"/>
              </a:xfrm>
              <a:custGeom>
                <a:avLst/>
                <a:gdLst>
                  <a:gd name="T0" fmla="*/ 0 w 32"/>
                  <a:gd name="T1" fmla="*/ 0 h 20"/>
                  <a:gd name="T2" fmla="*/ 32 w 32"/>
                  <a:gd name="T3" fmla="*/ 2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0">
                    <a:moveTo>
                      <a:pt x="0" y="0"/>
                    </a:moveTo>
                    <a:cubicBezTo>
                      <a:pt x="0" y="7"/>
                      <a:pt x="29" y="20"/>
                      <a:pt x="32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05" name="Freeform 2732">
                <a:extLst>
                  <a:ext uri="{FF2B5EF4-FFF2-40B4-BE49-F238E27FC236}">
                    <a16:creationId xmlns:a16="http://schemas.microsoft.com/office/drawing/2014/main" id="{CF31A236-9A6E-4089-8C4B-4CA613BA0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3431"/>
                <a:ext cx="63" cy="43"/>
              </a:xfrm>
              <a:custGeom>
                <a:avLst/>
                <a:gdLst>
                  <a:gd name="T0" fmla="*/ 0 w 62"/>
                  <a:gd name="T1" fmla="*/ 44 h 40"/>
                  <a:gd name="T2" fmla="*/ 20 w 62"/>
                  <a:gd name="T3" fmla="*/ 46 h 40"/>
                  <a:gd name="T4" fmla="*/ 46 w 62"/>
                  <a:gd name="T5" fmla="*/ 48 h 40"/>
                  <a:gd name="T6" fmla="*/ 61 w 62"/>
                  <a:gd name="T7" fmla="*/ 30 h 40"/>
                  <a:gd name="T8" fmla="*/ 52 w 6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0">
                    <a:moveTo>
                      <a:pt x="0" y="35"/>
                    </a:moveTo>
                    <a:cubicBezTo>
                      <a:pt x="6" y="38"/>
                      <a:pt x="13" y="37"/>
                      <a:pt x="20" y="37"/>
                    </a:cubicBezTo>
                    <a:cubicBezTo>
                      <a:pt x="27" y="37"/>
                      <a:pt x="36" y="40"/>
                      <a:pt x="43" y="39"/>
                    </a:cubicBezTo>
                    <a:cubicBezTo>
                      <a:pt x="52" y="37"/>
                      <a:pt x="54" y="32"/>
                      <a:pt x="58" y="24"/>
                    </a:cubicBezTo>
                    <a:cubicBezTo>
                      <a:pt x="62" y="16"/>
                      <a:pt x="61" y="1"/>
                      <a:pt x="4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06" name="Freeform 2733">
                <a:extLst>
                  <a:ext uri="{FF2B5EF4-FFF2-40B4-BE49-F238E27FC236}">
                    <a16:creationId xmlns:a16="http://schemas.microsoft.com/office/drawing/2014/main" id="{7AF40C82-5010-4756-AB7A-C92A5B961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441"/>
                <a:ext cx="55" cy="36"/>
              </a:xfrm>
              <a:custGeom>
                <a:avLst/>
                <a:gdLst>
                  <a:gd name="T0" fmla="*/ 0 w 55"/>
                  <a:gd name="T1" fmla="*/ 34 h 34"/>
                  <a:gd name="T2" fmla="*/ 55 w 55"/>
                  <a:gd name="T3" fmla="*/ 3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34">
                    <a:moveTo>
                      <a:pt x="0" y="28"/>
                    </a:moveTo>
                    <a:cubicBezTo>
                      <a:pt x="14" y="34"/>
                      <a:pt x="51" y="0"/>
                      <a:pt x="55" y="2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07" name="Freeform 2734">
                <a:extLst>
                  <a:ext uri="{FF2B5EF4-FFF2-40B4-BE49-F238E27FC236}">
                    <a16:creationId xmlns:a16="http://schemas.microsoft.com/office/drawing/2014/main" id="{5E570BF2-1B95-4167-B3E6-779DFB2A8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418"/>
                <a:ext cx="63" cy="42"/>
              </a:xfrm>
              <a:custGeom>
                <a:avLst/>
                <a:gdLst>
                  <a:gd name="T0" fmla="*/ 26 w 62"/>
                  <a:gd name="T1" fmla="*/ 47 h 39"/>
                  <a:gd name="T2" fmla="*/ 62 w 62"/>
                  <a:gd name="T3" fmla="*/ 28 h 39"/>
                  <a:gd name="T4" fmla="*/ 56 w 62"/>
                  <a:gd name="T5" fmla="*/ 2 h 39"/>
                  <a:gd name="T6" fmla="*/ 21 w 62"/>
                  <a:gd name="T7" fmla="*/ 18 h 39"/>
                  <a:gd name="T8" fmla="*/ 0 w 62"/>
                  <a:gd name="T9" fmla="*/ 3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39">
                    <a:moveTo>
                      <a:pt x="26" y="38"/>
                    </a:moveTo>
                    <a:cubicBezTo>
                      <a:pt x="38" y="39"/>
                      <a:pt x="54" y="34"/>
                      <a:pt x="59" y="22"/>
                    </a:cubicBezTo>
                    <a:cubicBezTo>
                      <a:pt x="62" y="16"/>
                      <a:pt x="61" y="4"/>
                      <a:pt x="53" y="2"/>
                    </a:cubicBezTo>
                    <a:cubicBezTo>
                      <a:pt x="46" y="0"/>
                      <a:pt x="28" y="12"/>
                      <a:pt x="21" y="15"/>
                    </a:cubicBezTo>
                    <a:cubicBezTo>
                      <a:pt x="14" y="18"/>
                      <a:pt x="6" y="23"/>
                      <a:pt x="0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08" name="Freeform 2735">
                <a:extLst>
                  <a:ext uri="{FF2B5EF4-FFF2-40B4-BE49-F238E27FC236}">
                    <a16:creationId xmlns:a16="http://schemas.microsoft.com/office/drawing/2014/main" id="{FE0C2DB9-40FD-4521-A8FE-406252993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385"/>
                <a:ext cx="27" cy="40"/>
              </a:xfrm>
              <a:custGeom>
                <a:avLst/>
                <a:gdLst>
                  <a:gd name="T0" fmla="*/ 0 w 26"/>
                  <a:gd name="T1" fmla="*/ 43 h 37"/>
                  <a:gd name="T2" fmla="*/ 16 w 26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7">
                    <a:moveTo>
                      <a:pt x="0" y="34"/>
                    </a:moveTo>
                    <a:cubicBezTo>
                      <a:pt x="19" y="37"/>
                      <a:pt x="26" y="10"/>
                      <a:pt x="1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09" name="Freeform 2736">
                <a:extLst>
                  <a:ext uri="{FF2B5EF4-FFF2-40B4-BE49-F238E27FC236}">
                    <a16:creationId xmlns:a16="http://schemas.microsoft.com/office/drawing/2014/main" id="{BD5079A5-55E5-4E59-B5D8-72CBDBD4B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378"/>
                <a:ext cx="54" cy="39"/>
              </a:xfrm>
              <a:custGeom>
                <a:avLst/>
                <a:gdLst>
                  <a:gd name="T0" fmla="*/ 0 w 54"/>
                  <a:gd name="T1" fmla="*/ 46 h 36"/>
                  <a:gd name="T2" fmla="*/ 43 w 54"/>
                  <a:gd name="T3" fmla="*/ 10 h 36"/>
                  <a:gd name="T4" fmla="*/ 49 w 54"/>
                  <a:gd name="T5" fmla="*/ 3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6">
                    <a:moveTo>
                      <a:pt x="0" y="36"/>
                    </a:moveTo>
                    <a:cubicBezTo>
                      <a:pt x="12" y="27"/>
                      <a:pt x="24" y="0"/>
                      <a:pt x="43" y="7"/>
                    </a:cubicBezTo>
                    <a:cubicBezTo>
                      <a:pt x="50" y="9"/>
                      <a:pt x="54" y="18"/>
                      <a:pt x="49" y="2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10" name="Freeform 2737">
                <a:extLst>
                  <a:ext uri="{FF2B5EF4-FFF2-40B4-BE49-F238E27FC236}">
                    <a16:creationId xmlns:a16="http://schemas.microsoft.com/office/drawing/2014/main" id="{4F3690C7-34F3-4EFB-976B-7BA421065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324"/>
                <a:ext cx="43" cy="63"/>
              </a:xfrm>
              <a:custGeom>
                <a:avLst/>
                <a:gdLst>
                  <a:gd name="T0" fmla="*/ 0 w 43"/>
                  <a:gd name="T1" fmla="*/ 74 h 58"/>
                  <a:gd name="T2" fmla="*/ 23 w 43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8">
                    <a:moveTo>
                      <a:pt x="0" y="58"/>
                    </a:moveTo>
                    <a:cubicBezTo>
                      <a:pt x="0" y="47"/>
                      <a:pt x="43" y="6"/>
                      <a:pt x="2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11" name="Freeform 2738">
                <a:extLst>
                  <a:ext uri="{FF2B5EF4-FFF2-40B4-BE49-F238E27FC236}">
                    <a16:creationId xmlns:a16="http://schemas.microsoft.com/office/drawing/2014/main" id="{7098871F-DD73-4290-A011-B72AFC1D2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3298"/>
                <a:ext cx="54" cy="92"/>
              </a:xfrm>
              <a:custGeom>
                <a:avLst/>
                <a:gdLst>
                  <a:gd name="T0" fmla="*/ 11 w 54"/>
                  <a:gd name="T1" fmla="*/ 43 h 86"/>
                  <a:gd name="T2" fmla="*/ 47 w 54"/>
                  <a:gd name="T3" fmla="*/ 12 h 86"/>
                  <a:gd name="T4" fmla="*/ 37 w 54"/>
                  <a:gd name="T5" fmla="*/ 46 h 86"/>
                  <a:gd name="T6" fmla="*/ 0 w 54"/>
                  <a:gd name="T7" fmla="*/ 105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6">
                    <a:moveTo>
                      <a:pt x="11" y="35"/>
                    </a:moveTo>
                    <a:cubicBezTo>
                      <a:pt x="13" y="32"/>
                      <a:pt x="36" y="0"/>
                      <a:pt x="47" y="9"/>
                    </a:cubicBezTo>
                    <a:cubicBezTo>
                      <a:pt x="54" y="14"/>
                      <a:pt x="40" y="33"/>
                      <a:pt x="37" y="37"/>
                    </a:cubicBezTo>
                    <a:cubicBezTo>
                      <a:pt x="28" y="52"/>
                      <a:pt x="14" y="77"/>
                      <a:pt x="0" y="8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12" name="Freeform 2739">
                <a:extLst>
                  <a:ext uri="{FF2B5EF4-FFF2-40B4-BE49-F238E27FC236}">
                    <a16:creationId xmlns:a16="http://schemas.microsoft.com/office/drawing/2014/main" id="{09E4EA10-B543-4E04-902C-73B6E681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3298"/>
                <a:ext cx="19" cy="15"/>
              </a:xfrm>
              <a:custGeom>
                <a:avLst/>
                <a:gdLst>
                  <a:gd name="T0" fmla="*/ 0 w 18"/>
                  <a:gd name="T1" fmla="*/ 17 h 14"/>
                  <a:gd name="T2" fmla="*/ 21 w 18"/>
                  <a:gd name="T3" fmla="*/ 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5" y="8"/>
                      <a:pt x="10" y="0"/>
                      <a:pt x="18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13" name="Freeform 2740">
                <a:extLst>
                  <a:ext uri="{FF2B5EF4-FFF2-40B4-BE49-F238E27FC236}">
                    <a16:creationId xmlns:a16="http://schemas.microsoft.com/office/drawing/2014/main" id="{AF16011E-FD95-4767-9027-65E58C8EF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3248"/>
                <a:ext cx="25" cy="57"/>
              </a:xfrm>
              <a:custGeom>
                <a:avLst/>
                <a:gdLst>
                  <a:gd name="T0" fmla="*/ 0 w 24"/>
                  <a:gd name="T1" fmla="*/ 66 h 53"/>
                  <a:gd name="T2" fmla="*/ 9 w 24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3">
                    <a:moveTo>
                      <a:pt x="0" y="53"/>
                    </a:moveTo>
                    <a:cubicBezTo>
                      <a:pt x="6" y="39"/>
                      <a:pt x="24" y="12"/>
                      <a:pt x="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14" name="Freeform 2741">
                <a:extLst>
                  <a:ext uri="{FF2B5EF4-FFF2-40B4-BE49-F238E27FC236}">
                    <a16:creationId xmlns:a16="http://schemas.microsoft.com/office/drawing/2014/main" id="{49FE40D4-98D2-4F60-A27E-F6946FFD5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189"/>
                <a:ext cx="46" cy="110"/>
              </a:xfrm>
              <a:custGeom>
                <a:avLst/>
                <a:gdLst>
                  <a:gd name="T0" fmla="*/ 0 w 45"/>
                  <a:gd name="T1" fmla="*/ 77 h 102"/>
                  <a:gd name="T2" fmla="*/ 31 w 45"/>
                  <a:gd name="T3" fmla="*/ 30 h 102"/>
                  <a:gd name="T4" fmla="*/ 7 w 45"/>
                  <a:gd name="T5" fmla="*/ 128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2">
                    <a:moveTo>
                      <a:pt x="0" y="61"/>
                    </a:moveTo>
                    <a:cubicBezTo>
                      <a:pt x="1" y="50"/>
                      <a:pt x="12" y="0"/>
                      <a:pt x="28" y="24"/>
                    </a:cubicBezTo>
                    <a:cubicBezTo>
                      <a:pt x="45" y="48"/>
                      <a:pt x="17" y="82"/>
                      <a:pt x="7" y="10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15" name="Freeform 2742">
                <a:extLst>
                  <a:ext uri="{FF2B5EF4-FFF2-40B4-BE49-F238E27FC236}">
                    <a16:creationId xmlns:a16="http://schemas.microsoft.com/office/drawing/2014/main" id="{03D7FDAD-6AA4-4E7F-92B7-6D1234715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448"/>
                <a:ext cx="101" cy="49"/>
              </a:xfrm>
              <a:custGeom>
                <a:avLst/>
                <a:gdLst>
                  <a:gd name="T0" fmla="*/ 0 w 100"/>
                  <a:gd name="T1" fmla="*/ 14 h 45"/>
                  <a:gd name="T2" fmla="*/ 62 w 100"/>
                  <a:gd name="T3" fmla="*/ 3 h 45"/>
                  <a:gd name="T4" fmla="*/ 103 w 100"/>
                  <a:gd name="T5" fmla="*/ 25 h 45"/>
                  <a:gd name="T6" fmla="*/ 48 w 100"/>
                  <a:gd name="T7" fmla="*/ 58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45">
                    <a:moveTo>
                      <a:pt x="0" y="11"/>
                    </a:moveTo>
                    <a:cubicBezTo>
                      <a:pt x="18" y="4"/>
                      <a:pt x="40" y="0"/>
                      <a:pt x="59" y="3"/>
                    </a:cubicBezTo>
                    <a:cubicBezTo>
                      <a:pt x="74" y="5"/>
                      <a:pt x="87" y="13"/>
                      <a:pt x="100" y="19"/>
                    </a:cubicBezTo>
                    <a:cubicBezTo>
                      <a:pt x="81" y="23"/>
                      <a:pt x="66" y="44"/>
                      <a:pt x="48" y="4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16" name="Freeform 2743">
                <a:extLst>
                  <a:ext uri="{FF2B5EF4-FFF2-40B4-BE49-F238E27FC236}">
                    <a16:creationId xmlns:a16="http://schemas.microsoft.com/office/drawing/2014/main" id="{D8F34F81-DDCF-4FDE-9F81-34C9FD5B7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434"/>
                <a:ext cx="68" cy="28"/>
              </a:xfrm>
              <a:custGeom>
                <a:avLst/>
                <a:gdLst>
                  <a:gd name="T0" fmla="*/ 0 w 68"/>
                  <a:gd name="T1" fmla="*/ 24 h 26"/>
                  <a:gd name="T2" fmla="*/ 48 w 68"/>
                  <a:gd name="T3" fmla="*/ 22 h 26"/>
                  <a:gd name="T4" fmla="*/ 68 w 6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6">
                    <a:moveTo>
                      <a:pt x="0" y="19"/>
                    </a:moveTo>
                    <a:cubicBezTo>
                      <a:pt x="12" y="26"/>
                      <a:pt x="36" y="26"/>
                      <a:pt x="48" y="18"/>
                    </a:cubicBezTo>
                    <a:cubicBezTo>
                      <a:pt x="55" y="13"/>
                      <a:pt x="61" y="6"/>
                      <a:pt x="68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17" name="Freeform 2744">
                <a:extLst>
                  <a:ext uri="{FF2B5EF4-FFF2-40B4-BE49-F238E27FC236}">
                    <a16:creationId xmlns:a16="http://schemas.microsoft.com/office/drawing/2014/main" id="{45EC6A96-65B9-4AB8-8C1C-D8D322584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3435"/>
                <a:ext cx="29" cy="15"/>
              </a:xfrm>
              <a:custGeom>
                <a:avLst/>
                <a:gdLst>
                  <a:gd name="T0" fmla="*/ 29 w 29"/>
                  <a:gd name="T1" fmla="*/ 17 h 14"/>
                  <a:gd name="T2" fmla="*/ 9 w 29"/>
                  <a:gd name="T3" fmla="*/ 10 h 14"/>
                  <a:gd name="T4" fmla="*/ 0 w 2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4">
                    <a:moveTo>
                      <a:pt x="29" y="14"/>
                    </a:moveTo>
                    <a:cubicBezTo>
                      <a:pt x="23" y="11"/>
                      <a:pt x="15" y="11"/>
                      <a:pt x="9" y="7"/>
                    </a:cubicBezTo>
                    <a:cubicBezTo>
                      <a:pt x="6" y="6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18" name="Freeform 2745">
                <a:extLst>
                  <a:ext uri="{FF2B5EF4-FFF2-40B4-BE49-F238E27FC236}">
                    <a16:creationId xmlns:a16="http://schemas.microsoft.com/office/drawing/2014/main" id="{8C59115F-DAB2-4F3E-A8AA-A32D6D83F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443"/>
                <a:ext cx="103" cy="35"/>
              </a:xfrm>
              <a:custGeom>
                <a:avLst/>
                <a:gdLst>
                  <a:gd name="T0" fmla="*/ 12 w 102"/>
                  <a:gd name="T1" fmla="*/ 16 h 33"/>
                  <a:gd name="T2" fmla="*/ 61 w 102"/>
                  <a:gd name="T3" fmla="*/ 1 h 33"/>
                  <a:gd name="T4" fmla="*/ 105 w 102"/>
                  <a:gd name="T5" fmla="*/ 14 h 33"/>
                  <a:gd name="T6" fmla="*/ 68 w 102"/>
                  <a:gd name="T7" fmla="*/ 29 h 33"/>
                  <a:gd name="T8" fmla="*/ 30 w 102"/>
                  <a:gd name="T9" fmla="*/ 38 h 33"/>
                  <a:gd name="T10" fmla="*/ 0 w 102"/>
                  <a:gd name="T11" fmla="*/ 2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33">
                    <a:moveTo>
                      <a:pt x="12" y="13"/>
                    </a:moveTo>
                    <a:cubicBezTo>
                      <a:pt x="28" y="12"/>
                      <a:pt x="42" y="3"/>
                      <a:pt x="58" y="1"/>
                    </a:cubicBezTo>
                    <a:cubicBezTo>
                      <a:pt x="71" y="0"/>
                      <a:pt x="91" y="5"/>
                      <a:pt x="102" y="11"/>
                    </a:cubicBezTo>
                    <a:cubicBezTo>
                      <a:pt x="91" y="10"/>
                      <a:pt x="76" y="21"/>
                      <a:pt x="65" y="24"/>
                    </a:cubicBezTo>
                    <a:cubicBezTo>
                      <a:pt x="54" y="28"/>
                      <a:pt x="42" y="31"/>
                      <a:pt x="30" y="32"/>
                    </a:cubicBezTo>
                    <a:cubicBezTo>
                      <a:pt x="18" y="33"/>
                      <a:pt x="10" y="29"/>
                      <a:pt x="0" y="2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19" name="Freeform 2746">
                <a:extLst>
                  <a:ext uri="{FF2B5EF4-FFF2-40B4-BE49-F238E27FC236}">
                    <a16:creationId xmlns:a16="http://schemas.microsoft.com/office/drawing/2014/main" id="{9D4D9DD3-7DC1-4A1D-A9E8-EA8F8413E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3476"/>
                <a:ext cx="71" cy="21"/>
              </a:xfrm>
              <a:custGeom>
                <a:avLst/>
                <a:gdLst>
                  <a:gd name="T0" fmla="*/ 0 w 70"/>
                  <a:gd name="T1" fmla="*/ 0 h 19"/>
                  <a:gd name="T2" fmla="*/ 55 w 70"/>
                  <a:gd name="T3" fmla="*/ 19 h 19"/>
                  <a:gd name="T4" fmla="*/ 73 w 70"/>
                  <a:gd name="T5" fmla="*/ 2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9">
                    <a:moveTo>
                      <a:pt x="0" y="0"/>
                    </a:moveTo>
                    <a:cubicBezTo>
                      <a:pt x="19" y="0"/>
                      <a:pt x="35" y="7"/>
                      <a:pt x="52" y="14"/>
                    </a:cubicBezTo>
                    <a:cubicBezTo>
                      <a:pt x="58" y="16"/>
                      <a:pt x="65" y="16"/>
                      <a:pt x="70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20" name="Freeform 2747">
                <a:extLst>
                  <a:ext uri="{FF2B5EF4-FFF2-40B4-BE49-F238E27FC236}">
                    <a16:creationId xmlns:a16="http://schemas.microsoft.com/office/drawing/2014/main" id="{2C2E2A17-0678-43A8-9620-329C3D88D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449"/>
                <a:ext cx="87" cy="50"/>
              </a:xfrm>
              <a:custGeom>
                <a:avLst/>
                <a:gdLst>
                  <a:gd name="T0" fmla="*/ 0 w 86"/>
                  <a:gd name="T1" fmla="*/ 3 h 46"/>
                  <a:gd name="T2" fmla="*/ 36 w 86"/>
                  <a:gd name="T3" fmla="*/ 4 h 46"/>
                  <a:gd name="T4" fmla="*/ 89 w 86"/>
                  <a:gd name="T5" fmla="*/ 5 h 46"/>
                  <a:gd name="T6" fmla="*/ 60 w 86"/>
                  <a:gd name="T7" fmla="*/ 42 h 46"/>
                  <a:gd name="T8" fmla="*/ 42 w 86"/>
                  <a:gd name="T9" fmla="*/ 5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6">
                    <a:moveTo>
                      <a:pt x="0" y="3"/>
                    </a:moveTo>
                    <a:cubicBezTo>
                      <a:pt x="6" y="12"/>
                      <a:pt x="27" y="5"/>
                      <a:pt x="36" y="4"/>
                    </a:cubicBezTo>
                    <a:cubicBezTo>
                      <a:pt x="54" y="0"/>
                      <a:pt x="68" y="1"/>
                      <a:pt x="86" y="5"/>
                    </a:cubicBezTo>
                    <a:cubicBezTo>
                      <a:pt x="74" y="13"/>
                      <a:pt x="67" y="23"/>
                      <a:pt x="57" y="33"/>
                    </a:cubicBezTo>
                    <a:cubicBezTo>
                      <a:pt x="53" y="37"/>
                      <a:pt x="48" y="44"/>
                      <a:pt x="42" y="4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21" name="Freeform 2748">
                <a:extLst>
                  <a:ext uri="{FF2B5EF4-FFF2-40B4-BE49-F238E27FC236}">
                    <a16:creationId xmlns:a16="http://schemas.microsoft.com/office/drawing/2014/main" id="{A10F3340-F621-4103-98FF-01C207653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3434"/>
                <a:ext cx="46" cy="24"/>
              </a:xfrm>
              <a:custGeom>
                <a:avLst/>
                <a:gdLst>
                  <a:gd name="T0" fmla="*/ 0 w 46"/>
                  <a:gd name="T1" fmla="*/ 28 h 22"/>
                  <a:gd name="T2" fmla="*/ 46 w 4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2">
                    <a:moveTo>
                      <a:pt x="0" y="22"/>
                    </a:moveTo>
                    <a:cubicBezTo>
                      <a:pt x="17" y="19"/>
                      <a:pt x="30" y="6"/>
                      <a:pt x="4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22" name="Freeform 2749">
                <a:extLst>
                  <a:ext uri="{FF2B5EF4-FFF2-40B4-BE49-F238E27FC236}">
                    <a16:creationId xmlns:a16="http://schemas.microsoft.com/office/drawing/2014/main" id="{2B606107-01FD-46BD-B0F8-A3857DFC7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433"/>
                <a:ext cx="127" cy="30"/>
              </a:xfrm>
              <a:custGeom>
                <a:avLst/>
                <a:gdLst>
                  <a:gd name="T0" fmla="*/ 0 w 126"/>
                  <a:gd name="T1" fmla="*/ 2 h 28"/>
                  <a:gd name="T2" fmla="*/ 54 w 126"/>
                  <a:gd name="T3" fmla="*/ 29 h 28"/>
                  <a:gd name="T4" fmla="*/ 87 w 126"/>
                  <a:gd name="T5" fmla="*/ 32 h 28"/>
                  <a:gd name="T6" fmla="*/ 113 w 126"/>
                  <a:gd name="T7" fmla="*/ 15 h 28"/>
                  <a:gd name="T8" fmla="*/ 129 w 12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28">
                    <a:moveTo>
                      <a:pt x="0" y="2"/>
                    </a:moveTo>
                    <a:cubicBezTo>
                      <a:pt x="18" y="9"/>
                      <a:pt x="36" y="17"/>
                      <a:pt x="54" y="23"/>
                    </a:cubicBezTo>
                    <a:cubicBezTo>
                      <a:pt x="63" y="26"/>
                      <a:pt x="75" y="28"/>
                      <a:pt x="84" y="26"/>
                    </a:cubicBezTo>
                    <a:cubicBezTo>
                      <a:pt x="94" y="24"/>
                      <a:pt x="102" y="16"/>
                      <a:pt x="110" y="12"/>
                    </a:cubicBezTo>
                    <a:cubicBezTo>
                      <a:pt x="116" y="8"/>
                      <a:pt x="122" y="4"/>
                      <a:pt x="12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23" name="Freeform 2750">
                <a:extLst>
                  <a:ext uri="{FF2B5EF4-FFF2-40B4-BE49-F238E27FC236}">
                    <a16:creationId xmlns:a16="http://schemas.microsoft.com/office/drawing/2014/main" id="{63310753-01C5-49F7-8B8E-A2109D0B1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3449"/>
                <a:ext cx="36" cy="6"/>
              </a:xfrm>
              <a:custGeom>
                <a:avLst/>
                <a:gdLst>
                  <a:gd name="T0" fmla="*/ 0 w 36"/>
                  <a:gd name="T1" fmla="*/ 8 h 5"/>
                  <a:gd name="T2" fmla="*/ 23 w 36"/>
                  <a:gd name="T3" fmla="*/ 6 h 5"/>
                  <a:gd name="T4" fmla="*/ 36 w 36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">
                    <a:moveTo>
                      <a:pt x="0" y="5"/>
                    </a:moveTo>
                    <a:cubicBezTo>
                      <a:pt x="9" y="5"/>
                      <a:pt x="15" y="5"/>
                      <a:pt x="23" y="3"/>
                    </a:cubicBezTo>
                    <a:cubicBezTo>
                      <a:pt x="27" y="2"/>
                      <a:pt x="32" y="0"/>
                      <a:pt x="36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24" name="Freeform 2751">
                <a:extLst>
                  <a:ext uri="{FF2B5EF4-FFF2-40B4-BE49-F238E27FC236}">
                    <a16:creationId xmlns:a16="http://schemas.microsoft.com/office/drawing/2014/main" id="{D644BD82-6A33-4F26-A62C-6F821291E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462"/>
                <a:ext cx="97" cy="28"/>
              </a:xfrm>
              <a:custGeom>
                <a:avLst/>
                <a:gdLst>
                  <a:gd name="T0" fmla="*/ 0 w 96"/>
                  <a:gd name="T1" fmla="*/ 11 h 26"/>
                  <a:gd name="T2" fmla="*/ 69 w 96"/>
                  <a:gd name="T3" fmla="*/ 28 h 26"/>
                  <a:gd name="T4" fmla="*/ 99 w 96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6">
                    <a:moveTo>
                      <a:pt x="0" y="8"/>
                    </a:moveTo>
                    <a:cubicBezTo>
                      <a:pt x="20" y="11"/>
                      <a:pt x="45" y="26"/>
                      <a:pt x="66" y="22"/>
                    </a:cubicBezTo>
                    <a:cubicBezTo>
                      <a:pt x="76" y="20"/>
                      <a:pt x="88" y="6"/>
                      <a:pt x="9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25" name="Freeform 2752">
                <a:extLst>
                  <a:ext uri="{FF2B5EF4-FFF2-40B4-BE49-F238E27FC236}">
                    <a16:creationId xmlns:a16="http://schemas.microsoft.com/office/drawing/2014/main" id="{7AE85286-B9C4-44CF-A5C6-D3B516EFC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478"/>
                <a:ext cx="110" cy="18"/>
              </a:xfrm>
              <a:custGeom>
                <a:avLst/>
                <a:gdLst>
                  <a:gd name="T0" fmla="*/ 0 w 109"/>
                  <a:gd name="T1" fmla="*/ 8 h 16"/>
                  <a:gd name="T2" fmla="*/ 43 w 109"/>
                  <a:gd name="T3" fmla="*/ 2 h 16"/>
                  <a:gd name="T4" fmla="*/ 80 w 109"/>
                  <a:gd name="T5" fmla="*/ 3 h 16"/>
                  <a:gd name="T6" fmla="*/ 112 w 109"/>
                  <a:gd name="T7" fmla="*/ 2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6">
                    <a:moveTo>
                      <a:pt x="0" y="5"/>
                    </a:moveTo>
                    <a:cubicBezTo>
                      <a:pt x="15" y="8"/>
                      <a:pt x="29" y="4"/>
                      <a:pt x="43" y="2"/>
                    </a:cubicBezTo>
                    <a:cubicBezTo>
                      <a:pt x="56" y="0"/>
                      <a:pt x="65" y="0"/>
                      <a:pt x="77" y="3"/>
                    </a:cubicBezTo>
                    <a:cubicBezTo>
                      <a:pt x="88" y="6"/>
                      <a:pt x="99" y="15"/>
                      <a:pt x="109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26" name="Freeform 2753">
                <a:extLst>
                  <a:ext uri="{FF2B5EF4-FFF2-40B4-BE49-F238E27FC236}">
                    <a16:creationId xmlns:a16="http://schemas.microsoft.com/office/drawing/2014/main" id="{8892D1C8-1E83-4BFC-BEA5-59BF5698C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3439"/>
                <a:ext cx="94" cy="44"/>
              </a:xfrm>
              <a:custGeom>
                <a:avLst/>
                <a:gdLst>
                  <a:gd name="T0" fmla="*/ 0 w 94"/>
                  <a:gd name="T1" fmla="*/ 11 h 41"/>
                  <a:gd name="T2" fmla="*/ 48 w 94"/>
                  <a:gd name="T3" fmla="*/ 16 h 41"/>
                  <a:gd name="T4" fmla="*/ 94 w 94"/>
                  <a:gd name="T5" fmla="*/ 25 h 41"/>
                  <a:gd name="T6" fmla="*/ 42 w 94"/>
                  <a:gd name="T7" fmla="*/ 45 h 41"/>
                  <a:gd name="T8" fmla="*/ 21 w 94"/>
                  <a:gd name="T9" fmla="*/ 5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41">
                    <a:moveTo>
                      <a:pt x="0" y="8"/>
                    </a:moveTo>
                    <a:cubicBezTo>
                      <a:pt x="11" y="0"/>
                      <a:pt x="36" y="10"/>
                      <a:pt x="48" y="13"/>
                    </a:cubicBezTo>
                    <a:cubicBezTo>
                      <a:pt x="63" y="17"/>
                      <a:pt x="79" y="16"/>
                      <a:pt x="94" y="20"/>
                    </a:cubicBezTo>
                    <a:cubicBezTo>
                      <a:pt x="77" y="21"/>
                      <a:pt x="59" y="31"/>
                      <a:pt x="42" y="36"/>
                    </a:cubicBezTo>
                    <a:cubicBezTo>
                      <a:pt x="36" y="38"/>
                      <a:pt x="27" y="38"/>
                      <a:pt x="21" y="4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27" name="Freeform 2754">
                <a:extLst>
                  <a:ext uri="{FF2B5EF4-FFF2-40B4-BE49-F238E27FC236}">
                    <a16:creationId xmlns:a16="http://schemas.microsoft.com/office/drawing/2014/main" id="{1316B14E-520A-4045-83F6-C50195D4C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435"/>
                <a:ext cx="50" cy="22"/>
              </a:xfrm>
              <a:custGeom>
                <a:avLst/>
                <a:gdLst>
                  <a:gd name="T0" fmla="*/ 0 w 49"/>
                  <a:gd name="T1" fmla="*/ 24 h 20"/>
                  <a:gd name="T2" fmla="*/ 52 w 4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0">
                    <a:moveTo>
                      <a:pt x="0" y="18"/>
                    </a:moveTo>
                    <a:cubicBezTo>
                      <a:pt x="19" y="20"/>
                      <a:pt x="33" y="8"/>
                      <a:pt x="4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28" name="Freeform 2755">
                <a:extLst>
                  <a:ext uri="{FF2B5EF4-FFF2-40B4-BE49-F238E27FC236}">
                    <a16:creationId xmlns:a16="http://schemas.microsoft.com/office/drawing/2014/main" id="{B80D3FFD-EDFC-4B1E-90CD-2B662913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464"/>
                <a:ext cx="132" cy="32"/>
              </a:xfrm>
              <a:custGeom>
                <a:avLst/>
                <a:gdLst>
                  <a:gd name="T0" fmla="*/ 0 w 131"/>
                  <a:gd name="T1" fmla="*/ 3 h 29"/>
                  <a:gd name="T2" fmla="*/ 28 w 131"/>
                  <a:gd name="T3" fmla="*/ 0 h 29"/>
                  <a:gd name="T4" fmla="*/ 71 w 131"/>
                  <a:gd name="T5" fmla="*/ 12 h 29"/>
                  <a:gd name="T6" fmla="*/ 108 w 131"/>
                  <a:gd name="T7" fmla="*/ 31 h 29"/>
                  <a:gd name="T8" fmla="*/ 122 w 131"/>
                  <a:gd name="T9" fmla="*/ 32 h 29"/>
                  <a:gd name="T10" fmla="*/ 134 w 131"/>
                  <a:gd name="T11" fmla="*/ 3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29">
                    <a:moveTo>
                      <a:pt x="0" y="3"/>
                    </a:moveTo>
                    <a:cubicBezTo>
                      <a:pt x="9" y="2"/>
                      <a:pt x="18" y="0"/>
                      <a:pt x="28" y="0"/>
                    </a:cubicBezTo>
                    <a:cubicBezTo>
                      <a:pt x="42" y="0"/>
                      <a:pt x="55" y="4"/>
                      <a:pt x="68" y="9"/>
                    </a:cubicBezTo>
                    <a:cubicBezTo>
                      <a:pt x="80" y="14"/>
                      <a:pt x="92" y="21"/>
                      <a:pt x="105" y="23"/>
                    </a:cubicBezTo>
                    <a:cubicBezTo>
                      <a:pt x="109" y="24"/>
                      <a:pt x="115" y="23"/>
                      <a:pt x="119" y="24"/>
                    </a:cubicBezTo>
                    <a:cubicBezTo>
                      <a:pt x="123" y="25"/>
                      <a:pt x="126" y="29"/>
                      <a:pt x="131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29" name="Freeform 2756">
                <a:extLst>
                  <a:ext uri="{FF2B5EF4-FFF2-40B4-BE49-F238E27FC236}">
                    <a16:creationId xmlns:a16="http://schemas.microsoft.com/office/drawing/2014/main" id="{181C4532-3B39-4961-87EB-935509718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435"/>
                <a:ext cx="78" cy="49"/>
              </a:xfrm>
              <a:custGeom>
                <a:avLst/>
                <a:gdLst>
                  <a:gd name="T0" fmla="*/ 0 w 77"/>
                  <a:gd name="T1" fmla="*/ 46 h 45"/>
                  <a:gd name="T2" fmla="*/ 62 w 77"/>
                  <a:gd name="T3" fmla="*/ 14 h 45"/>
                  <a:gd name="T4" fmla="*/ 80 w 7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5">
                    <a:moveTo>
                      <a:pt x="0" y="36"/>
                    </a:moveTo>
                    <a:cubicBezTo>
                      <a:pt x="18" y="45"/>
                      <a:pt x="45" y="22"/>
                      <a:pt x="59" y="11"/>
                    </a:cubicBezTo>
                    <a:cubicBezTo>
                      <a:pt x="65" y="7"/>
                      <a:pt x="70" y="2"/>
                      <a:pt x="7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30" name="Freeform 2757">
                <a:extLst>
                  <a:ext uri="{FF2B5EF4-FFF2-40B4-BE49-F238E27FC236}">
                    <a16:creationId xmlns:a16="http://schemas.microsoft.com/office/drawing/2014/main" id="{099895D4-D809-492B-A1E5-FF1B0614A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3440"/>
                <a:ext cx="90" cy="10"/>
              </a:xfrm>
              <a:custGeom>
                <a:avLst/>
                <a:gdLst>
                  <a:gd name="T0" fmla="*/ 90 w 90"/>
                  <a:gd name="T1" fmla="*/ 7 h 10"/>
                  <a:gd name="T2" fmla="*/ 58 w 90"/>
                  <a:gd name="T3" fmla="*/ 9 h 10"/>
                  <a:gd name="T4" fmla="*/ 28 w 90"/>
                  <a:gd name="T5" fmla="*/ 5 h 10"/>
                  <a:gd name="T6" fmla="*/ 0 w 90"/>
                  <a:gd name="T7" fmla="*/ 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0">
                    <a:moveTo>
                      <a:pt x="90" y="7"/>
                    </a:moveTo>
                    <a:cubicBezTo>
                      <a:pt x="82" y="6"/>
                      <a:pt x="69" y="10"/>
                      <a:pt x="58" y="9"/>
                    </a:cubicBezTo>
                    <a:cubicBezTo>
                      <a:pt x="48" y="8"/>
                      <a:pt x="38" y="6"/>
                      <a:pt x="28" y="5"/>
                    </a:cubicBezTo>
                    <a:cubicBezTo>
                      <a:pt x="20" y="4"/>
                      <a:pt x="7" y="0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31" name="Freeform 2758">
                <a:extLst>
                  <a:ext uri="{FF2B5EF4-FFF2-40B4-BE49-F238E27FC236}">
                    <a16:creationId xmlns:a16="http://schemas.microsoft.com/office/drawing/2014/main" id="{31D4BAF7-C652-420D-AA1B-73B5F3520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450"/>
                <a:ext cx="123" cy="20"/>
              </a:xfrm>
              <a:custGeom>
                <a:avLst/>
                <a:gdLst>
                  <a:gd name="T0" fmla="*/ 125 w 122"/>
                  <a:gd name="T1" fmla="*/ 24 h 18"/>
                  <a:gd name="T2" fmla="*/ 115 w 122"/>
                  <a:gd name="T3" fmla="*/ 21 h 18"/>
                  <a:gd name="T4" fmla="*/ 82 w 122"/>
                  <a:gd name="T5" fmla="*/ 8 h 18"/>
                  <a:gd name="T6" fmla="*/ 39 w 122"/>
                  <a:gd name="T7" fmla="*/ 4 h 18"/>
                  <a:gd name="T8" fmla="*/ 0 w 12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8">
                    <a:moveTo>
                      <a:pt x="122" y="18"/>
                    </a:moveTo>
                    <a:cubicBezTo>
                      <a:pt x="118" y="18"/>
                      <a:pt x="115" y="16"/>
                      <a:pt x="112" y="15"/>
                    </a:cubicBezTo>
                    <a:cubicBezTo>
                      <a:pt x="101" y="11"/>
                      <a:pt x="90" y="8"/>
                      <a:pt x="79" y="5"/>
                    </a:cubicBezTo>
                    <a:cubicBezTo>
                      <a:pt x="65" y="2"/>
                      <a:pt x="53" y="0"/>
                      <a:pt x="39" y="4"/>
                    </a:cubicBezTo>
                    <a:cubicBezTo>
                      <a:pt x="26" y="7"/>
                      <a:pt x="14" y="13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32" name="Freeform 2759">
                <a:extLst>
                  <a:ext uri="{FF2B5EF4-FFF2-40B4-BE49-F238E27FC236}">
                    <a16:creationId xmlns:a16="http://schemas.microsoft.com/office/drawing/2014/main" id="{0CE5B0B8-2098-4C69-8E73-101FF69D5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3481"/>
                <a:ext cx="44" cy="18"/>
              </a:xfrm>
              <a:custGeom>
                <a:avLst/>
                <a:gdLst>
                  <a:gd name="T0" fmla="*/ 44 w 44"/>
                  <a:gd name="T1" fmla="*/ 0 h 17"/>
                  <a:gd name="T2" fmla="*/ 0 w 44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7">
                    <a:moveTo>
                      <a:pt x="44" y="0"/>
                    </a:moveTo>
                    <a:cubicBezTo>
                      <a:pt x="26" y="1"/>
                      <a:pt x="15" y="12"/>
                      <a:pt x="0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33" name="Freeform 2760">
                <a:extLst>
                  <a:ext uri="{FF2B5EF4-FFF2-40B4-BE49-F238E27FC236}">
                    <a16:creationId xmlns:a16="http://schemas.microsoft.com/office/drawing/2014/main" id="{236AF516-7883-4271-85A6-EB90D7282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710"/>
                <a:ext cx="53" cy="37"/>
              </a:xfrm>
              <a:custGeom>
                <a:avLst/>
                <a:gdLst>
                  <a:gd name="T0" fmla="*/ 14 w 52"/>
                  <a:gd name="T1" fmla="*/ 0 h 34"/>
                  <a:gd name="T2" fmla="*/ 8 w 52"/>
                  <a:gd name="T3" fmla="*/ 27 h 34"/>
                  <a:gd name="T4" fmla="*/ 13 w 52"/>
                  <a:gd name="T5" fmla="*/ 40 h 34"/>
                  <a:gd name="T6" fmla="*/ 35 w 52"/>
                  <a:gd name="T7" fmla="*/ 41 h 34"/>
                  <a:gd name="T8" fmla="*/ 54 w 52"/>
                  <a:gd name="T9" fmla="*/ 30 h 34"/>
                  <a:gd name="T10" fmla="*/ 50 w 52"/>
                  <a:gd name="T11" fmla="*/ 4 h 34"/>
                  <a:gd name="T12" fmla="*/ 36 w 52"/>
                  <a:gd name="T13" fmla="*/ 1 h 34"/>
                  <a:gd name="T14" fmla="*/ 14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0"/>
                    </a:moveTo>
                    <a:cubicBezTo>
                      <a:pt x="0" y="0"/>
                      <a:pt x="6" y="12"/>
                      <a:pt x="8" y="21"/>
                    </a:cubicBezTo>
                    <a:cubicBezTo>
                      <a:pt x="9" y="25"/>
                      <a:pt x="9" y="29"/>
                      <a:pt x="13" y="31"/>
                    </a:cubicBezTo>
                    <a:cubicBezTo>
                      <a:pt x="18" y="34"/>
                      <a:pt x="27" y="33"/>
                      <a:pt x="32" y="32"/>
                    </a:cubicBezTo>
                    <a:cubicBezTo>
                      <a:pt x="38" y="31"/>
                      <a:pt x="49" y="31"/>
                      <a:pt x="51" y="24"/>
                    </a:cubicBezTo>
                    <a:cubicBezTo>
                      <a:pt x="52" y="19"/>
                      <a:pt x="50" y="8"/>
                      <a:pt x="47" y="4"/>
                    </a:cubicBezTo>
                    <a:cubicBezTo>
                      <a:pt x="43" y="1"/>
                      <a:pt x="37" y="1"/>
                      <a:pt x="33" y="1"/>
                    </a:cubicBezTo>
                    <a:cubicBezTo>
                      <a:pt x="27" y="0"/>
                      <a:pt x="20" y="0"/>
                      <a:pt x="1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34" name="Freeform 2761">
                <a:extLst>
                  <a:ext uri="{FF2B5EF4-FFF2-40B4-BE49-F238E27FC236}">
                    <a16:creationId xmlns:a16="http://schemas.microsoft.com/office/drawing/2014/main" id="{6D3F1780-8F83-414D-8336-E8AA9508E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741"/>
                <a:ext cx="49" cy="28"/>
              </a:xfrm>
              <a:custGeom>
                <a:avLst/>
                <a:gdLst>
                  <a:gd name="T0" fmla="*/ 21 w 48"/>
                  <a:gd name="T1" fmla="*/ 5 h 26"/>
                  <a:gd name="T2" fmla="*/ 10 w 48"/>
                  <a:gd name="T3" fmla="*/ 3 h 26"/>
                  <a:gd name="T4" fmla="*/ 1 w 48"/>
                  <a:gd name="T5" fmla="*/ 6 h 26"/>
                  <a:gd name="T6" fmla="*/ 1 w 48"/>
                  <a:gd name="T7" fmla="*/ 19 h 26"/>
                  <a:gd name="T8" fmla="*/ 13 w 48"/>
                  <a:gd name="T9" fmla="*/ 31 h 26"/>
                  <a:gd name="T10" fmla="*/ 41 w 48"/>
                  <a:gd name="T11" fmla="*/ 30 h 26"/>
                  <a:gd name="T12" fmla="*/ 50 w 48"/>
                  <a:gd name="T13" fmla="*/ 13 h 26"/>
                  <a:gd name="T14" fmla="*/ 44 w 48"/>
                  <a:gd name="T15" fmla="*/ 0 h 26"/>
                  <a:gd name="T16" fmla="*/ 33 w 48"/>
                  <a:gd name="T17" fmla="*/ 4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3"/>
                    </a:cubicBezTo>
                    <a:cubicBezTo>
                      <a:pt x="8" y="3"/>
                      <a:pt x="2" y="4"/>
                      <a:pt x="1" y="6"/>
                    </a:cubicBezTo>
                    <a:cubicBezTo>
                      <a:pt x="0" y="8"/>
                      <a:pt x="1" y="15"/>
                      <a:pt x="1" y="16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1" y="25"/>
                      <a:pt x="30" y="26"/>
                      <a:pt x="38" y="24"/>
                    </a:cubicBezTo>
                    <a:cubicBezTo>
                      <a:pt x="47" y="22"/>
                      <a:pt x="48" y="19"/>
                      <a:pt x="47" y="10"/>
                    </a:cubicBezTo>
                    <a:cubicBezTo>
                      <a:pt x="46" y="6"/>
                      <a:pt x="46" y="0"/>
                      <a:pt x="41" y="0"/>
                    </a:cubicBezTo>
                    <a:cubicBezTo>
                      <a:pt x="38" y="0"/>
                      <a:pt x="32" y="3"/>
                      <a:pt x="3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35" name="Freeform 2762">
                <a:extLst>
                  <a:ext uri="{FF2B5EF4-FFF2-40B4-BE49-F238E27FC236}">
                    <a16:creationId xmlns:a16="http://schemas.microsoft.com/office/drawing/2014/main" id="{10EFB825-0776-4652-810C-25E3B8833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709"/>
                <a:ext cx="54" cy="28"/>
              </a:xfrm>
              <a:custGeom>
                <a:avLst/>
                <a:gdLst>
                  <a:gd name="T0" fmla="*/ 12 w 54"/>
                  <a:gd name="T1" fmla="*/ 2 h 26"/>
                  <a:gd name="T2" fmla="*/ 1 w 54"/>
                  <a:gd name="T3" fmla="*/ 10 h 26"/>
                  <a:gd name="T4" fmla="*/ 2 w 54"/>
                  <a:gd name="T5" fmla="*/ 26 h 26"/>
                  <a:gd name="T6" fmla="*/ 15 w 54"/>
                  <a:gd name="T7" fmla="*/ 31 h 26"/>
                  <a:gd name="T8" fmla="*/ 40 w 54"/>
                  <a:gd name="T9" fmla="*/ 31 h 26"/>
                  <a:gd name="T10" fmla="*/ 54 w 54"/>
                  <a:gd name="T11" fmla="*/ 20 h 26"/>
                  <a:gd name="T12" fmla="*/ 50 w 54"/>
                  <a:gd name="T13" fmla="*/ 4 h 26"/>
                  <a:gd name="T14" fmla="*/ 35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2" y="20"/>
                    </a:cubicBezTo>
                    <a:cubicBezTo>
                      <a:pt x="4" y="25"/>
                      <a:pt x="10" y="25"/>
                      <a:pt x="15" y="25"/>
                    </a:cubicBezTo>
                    <a:cubicBezTo>
                      <a:pt x="23" y="25"/>
                      <a:pt x="32" y="26"/>
                      <a:pt x="40" y="25"/>
                    </a:cubicBezTo>
                    <a:cubicBezTo>
                      <a:pt x="44" y="25"/>
                      <a:pt x="54" y="23"/>
                      <a:pt x="54" y="17"/>
                    </a:cubicBezTo>
                    <a:cubicBezTo>
                      <a:pt x="54" y="14"/>
                      <a:pt x="53" y="7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36" name="Freeform 2763">
                <a:extLst>
                  <a:ext uri="{FF2B5EF4-FFF2-40B4-BE49-F238E27FC236}">
                    <a16:creationId xmlns:a16="http://schemas.microsoft.com/office/drawing/2014/main" id="{ADB139FE-FF9F-4115-9191-AE7C3954E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766"/>
                <a:ext cx="6" cy="19"/>
              </a:xfrm>
              <a:custGeom>
                <a:avLst/>
                <a:gdLst>
                  <a:gd name="T0" fmla="*/ 6 w 6"/>
                  <a:gd name="T1" fmla="*/ 3 h 18"/>
                  <a:gd name="T2" fmla="*/ 0 w 6"/>
                  <a:gd name="T3" fmla="*/ 7 h 18"/>
                  <a:gd name="T4" fmla="*/ 0 w 6"/>
                  <a:gd name="T5" fmla="*/ 20 h 18"/>
                  <a:gd name="T6" fmla="*/ 2 w 6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6" y="3"/>
                    </a:moveTo>
                    <a:cubicBezTo>
                      <a:pt x="3" y="0"/>
                      <a:pt x="1" y="5"/>
                      <a:pt x="0" y="7"/>
                    </a:cubicBezTo>
                    <a:cubicBezTo>
                      <a:pt x="0" y="10"/>
                      <a:pt x="0" y="14"/>
                      <a:pt x="0" y="17"/>
                    </a:cubicBezTo>
                    <a:cubicBezTo>
                      <a:pt x="1" y="17"/>
                      <a:pt x="2" y="18"/>
                      <a:pt x="2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37" name="Freeform 2764">
                <a:extLst>
                  <a:ext uri="{FF2B5EF4-FFF2-40B4-BE49-F238E27FC236}">
                    <a16:creationId xmlns:a16="http://schemas.microsoft.com/office/drawing/2014/main" id="{1B6C2B4E-145A-42F2-9245-CD6C695A6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766"/>
                <a:ext cx="19" cy="18"/>
              </a:xfrm>
              <a:custGeom>
                <a:avLst/>
                <a:gdLst>
                  <a:gd name="T0" fmla="*/ 0 w 19"/>
                  <a:gd name="T1" fmla="*/ 0 h 17"/>
                  <a:gd name="T2" fmla="*/ 17 w 19"/>
                  <a:gd name="T3" fmla="*/ 7 h 17"/>
                  <a:gd name="T4" fmla="*/ 14 w 19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9" y="16"/>
                      <a:pt x="14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38" name="Freeform 2765">
                <a:extLst>
                  <a:ext uri="{FF2B5EF4-FFF2-40B4-BE49-F238E27FC236}">
                    <a16:creationId xmlns:a16="http://schemas.microsoft.com/office/drawing/2014/main" id="{9648D29B-D7E0-4AFF-A739-EF5C330D6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735"/>
                <a:ext cx="60" cy="30"/>
              </a:xfrm>
              <a:custGeom>
                <a:avLst/>
                <a:gdLst>
                  <a:gd name="T0" fmla="*/ 7 w 60"/>
                  <a:gd name="T1" fmla="*/ 1 h 28"/>
                  <a:gd name="T2" fmla="*/ 1 w 60"/>
                  <a:gd name="T3" fmla="*/ 11 h 28"/>
                  <a:gd name="T4" fmla="*/ 2 w 60"/>
                  <a:gd name="T5" fmla="*/ 18 h 28"/>
                  <a:gd name="T6" fmla="*/ 16 w 60"/>
                  <a:gd name="T7" fmla="*/ 32 h 28"/>
                  <a:gd name="T8" fmla="*/ 35 w 60"/>
                  <a:gd name="T9" fmla="*/ 25 h 28"/>
                  <a:gd name="T10" fmla="*/ 55 w 60"/>
                  <a:gd name="T11" fmla="*/ 17 h 28"/>
                  <a:gd name="T12" fmla="*/ 50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5" y="1"/>
                      <a:pt x="2" y="6"/>
                      <a:pt x="1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5" y="23"/>
                      <a:pt x="6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1" y="19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39" name="Freeform 2766">
                <a:extLst>
                  <a:ext uri="{FF2B5EF4-FFF2-40B4-BE49-F238E27FC236}">
                    <a16:creationId xmlns:a16="http://schemas.microsoft.com/office/drawing/2014/main" id="{5095419D-7553-4D69-939E-545A4D6D5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763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40" name="Freeform 2767">
                <a:extLst>
                  <a:ext uri="{FF2B5EF4-FFF2-40B4-BE49-F238E27FC236}">
                    <a16:creationId xmlns:a16="http://schemas.microsoft.com/office/drawing/2014/main" id="{BE616980-0FEB-47D8-8BB1-891CCDF0C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748"/>
                <a:ext cx="15" cy="37"/>
              </a:xfrm>
              <a:custGeom>
                <a:avLst/>
                <a:gdLst>
                  <a:gd name="T0" fmla="*/ 0 w 15"/>
                  <a:gd name="T1" fmla="*/ 0 h 35"/>
                  <a:gd name="T2" fmla="*/ 11 w 15"/>
                  <a:gd name="T3" fmla="*/ 34 h 35"/>
                  <a:gd name="T4" fmla="*/ 4 w 15"/>
                  <a:gd name="T5" fmla="*/ 4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5">
                    <a:moveTo>
                      <a:pt x="0" y="0"/>
                    </a:moveTo>
                    <a:cubicBezTo>
                      <a:pt x="6" y="9"/>
                      <a:pt x="15" y="17"/>
                      <a:pt x="11" y="28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41" name="Freeform 2768">
                <a:extLst>
                  <a:ext uri="{FF2B5EF4-FFF2-40B4-BE49-F238E27FC236}">
                    <a16:creationId xmlns:a16="http://schemas.microsoft.com/office/drawing/2014/main" id="{C57542B0-C7CB-4359-A772-C358DAF4D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2709"/>
                <a:ext cx="60" cy="21"/>
              </a:xfrm>
              <a:custGeom>
                <a:avLst/>
                <a:gdLst>
                  <a:gd name="T0" fmla="*/ 4 w 59"/>
                  <a:gd name="T1" fmla="*/ 0 h 20"/>
                  <a:gd name="T2" fmla="*/ 5 w 59"/>
                  <a:gd name="T3" fmla="*/ 17 h 20"/>
                  <a:gd name="T4" fmla="*/ 26 w 59"/>
                  <a:gd name="T5" fmla="*/ 23 h 20"/>
                  <a:gd name="T6" fmla="*/ 51 w 59"/>
                  <a:gd name="T7" fmla="*/ 20 h 20"/>
                  <a:gd name="T8" fmla="*/ 61 w 59"/>
                  <a:gd name="T9" fmla="*/ 15 h 20"/>
                  <a:gd name="T10" fmla="*/ 58 w 59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1"/>
                      <a:pt x="5" y="14"/>
                    </a:cubicBezTo>
                    <a:cubicBezTo>
                      <a:pt x="9" y="20"/>
                      <a:pt x="19" y="20"/>
                      <a:pt x="26" y="20"/>
                    </a:cubicBezTo>
                    <a:cubicBezTo>
                      <a:pt x="33" y="20"/>
                      <a:pt x="40" y="18"/>
                      <a:pt x="48" y="17"/>
                    </a:cubicBezTo>
                    <a:cubicBezTo>
                      <a:pt x="52" y="17"/>
                      <a:pt x="56" y="18"/>
                      <a:pt x="58" y="12"/>
                    </a:cubicBezTo>
                    <a:cubicBezTo>
                      <a:pt x="59" y="9"/>
                      <a:pt x="59" y="3"/>
                      <a:pt x="5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42" name="Freeform 2769">
                <a:extLst>
                  <a:ext uri="{FF2B5EF4-FFF2-40B4-BE49-F238E27FC236}">
                    <a16:creationId xmlns:a16="http://schemas.microsoft.com/office/drawing/2014/main" id="{98B8974F-4107-4170-B5AA-86CFC3AE4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747"/>
                <a:ext cx="45" cy="38"/>
              </a:xfrm>
              <a:custGeom>
                <a:avLst/>
                <a:gdLst>
                  <a:gd name="T0" fmla="*/ 5 w 44"/>
                  <a:gd name="T1" fmla="*/ 41 h 36"/>
                  <a:gd name="T2" fmla="*/ 2 w 44"/>
                  <a:gd name="T3" fmla="*/ 17 h 36"/>
                  <a:gd name="T4" fmla="*/ 2 w 44"/>
                  <a:gd name="T5" fmla="*/ 7 h 36"/>
                  <a:gd name="T6" fmla="*/ 21 w 44"/>
                  <a:gd name="T7" fmla="*/ 2 h 36"/>
                  <a:gd name="T8" fmla="*/ 41 w 44"/>
                  <a:gd name="T9" fmla="*/ 2 h 36"/>
                  <a:gd name="T10" fmla="*/ 47 w 44"/>
                  <a:gd name="T11" fmla="*/ 21 h 36"/>
                  <a:gd name="T12" fmla="*/ 42 w 44"/>
                  <a:gd name="T13" fmla="*/ 42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6">
                    <a:moveTo>
                      <a:pt x="5" y="35"/>
                    </a:moveTo>
                    <a:cubicBezTo>
                      <a:pt x="1" y="29"/>
                      <a:pt x="3" y="21"/>
                      <a:pt x="2" y="14"/>
                    </a:cubicBezTo>
                    <a:cubicBezTo>
                      <a:pt x="2" y="12"/>
                      <a:pt x="0" y="9"/>
                      <a:pt x="2" y="7"/>
                    </a:cubicBezTo>
                    <a:cubicBezTo>
                      <a:pt x="5" y="3"/>
                      <a:pt x="16" y="3"/>
                      <a:pt x="21" y="2"/>
                    </a:cubicBezTo>
                    <a:cubicBezTo>
                      <a:pt x="26" y="1"/>
                      <a:pt x="33" y="0"/>
                      <a:pt x="38" y="2"/>
                    </a:cubicBezTo>
                    <a:cubicBezTo>
                      <a:pt x="44" y="5"/>
                      <a:pt x="44" y="13"/>
                      <a:pt x="44" y="18"/>
                    </a:cubicBezTo>
                    <a:cubicBezTo>
                      <a:pt x="44" y="23"/>
                      <a:pt x="44" y="33"/>
                      <a:pt x="39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43" name="Freeform 2770">
                <a:extLst>
                  <a:ext uri="{FF2B5EF4-FFF2-40B4-BE49-F238E27FC236}">
                    <a16:creationId xmlns:a16="http://schemas.microsoft.com/office/drawing/2014/main" id="{BBBA3740-EC40-4E29-B07E-73B8DAF5D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707"/>
                <a:ext cx="51" cy="28"/>
              </a:xfrm>
              <a:custGeom>
                <a:avLst/>
                <a:gdLst>
                  <a:gd name="T0" fmla="*/ 3 w 51"/>
                  <a:gd name="T1" fmla="*/ 2 h 26"/>
                  <a:gd name="T2" fmla="*/ 4 w 51"/>
                  <a:gd name="T3" fmla="*/ 26 h 26"/>
                  <a:gd name="T4" fmla="*/ 19 w 51"/>
                  <a:gd name="T5" fmla="*/ 26 h 26"/>
                  <a:gd name="T6" fmla="*/ 33 w 51"/>
                  <a:gd name="T7" fmla="*/ 28 h 26"/>
                  <a:gd name="T8" fmla="*/ 43 w 51"/>
                  <a:gd name="T9" fmla="*/ 32 h 26"/>
                  <a:gd name="T10" fmla="*/ 50 w 51"/>
                  <a:gd name="T11" fmla="*/ 20 h 26"/>
                  <a:gd name="T12" fmla="*/ 43 w 51"/>
                  <a:gd name="T13" fmla="*/ 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6">
                    <a:moveTo>
                      <a:pt x="3" y="2"/>
                    </a:moveTo>
                    <a:cubicBezTo>
                      <a:pt x="2" y="6"/>
                      <a:pt x="0" y="18"/>
                      <a:pt x="4" y="20"/>
                    </a:cubicBezTo>
                    <a:cubicBezTo>
                      <a:pt x="7" y="22"/>
                      <a:pt x="15" y="21"/>
                      <a:pt x="19" y="20"/>
                    </a:cubicBezTo>
                    <a:cubicBezTo>
                      <a:pt x="24" y="20"/>
                      <a:pt x="28" y="19"/>
                      <a:pt x="33" y="22"/>
                    </a:cubicBezTo>
                    <a:cubicBezTo>
                      <a:pt x="36" y="23"/>
                      <a:pt x="39" y="26"/>
                      <a:pt x="43" y="26"/>
                    </a:cubicBezTo>
                    <a:cubicBezTo>
                      <a:pt x="48" y="25"/>
                      <a:pt x="51" y="22"/>
                      <a:pt x="50" y="17"/>
                    </a:cubicBezTo>
                    <a:cubicBezTo>
                      <a:pt x="50" y="14"/>
                      <a:pt x="48" y="0"/>
                      <a:pt x="4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44" name="Freeform 2771">
                <a:extLst>
                  <a:ext uri="{FF2B5EF4-FFF2-40B4-BE49-F238E27FC236}">
                    <a16:creationId xmlns:a16="http://schemas.microsoft.com/office/drawing/2014/main" id="{07EB8EC8-B6AB-4C0B-89C7-0A5FF826F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725"/>
                <a:ext cx="48" cy="30"/>
              </a:xfrm>
              <a:custGeom>
                <a:avLst/>
                <a:gdLst>
                  <a:gd name="T0" fmla="*/ 5 w 48"/>
                  <a:gd name="T1" fmla="*/ 5 h 28"/>
                  <a:gd name="T2" fmla="*/ 1 w 48"/>
                  <a:gd name="T3" fmla="*/ 13 h 28"/>
                  <a:gd name="T4" fmla="*/ 2 w 48"/>
                  <a:gd name="T5" fmla="*/ 29 h 28"/>
                  <a:gd name="T6" fmla="*/ 26 w 48"/>
                  <a:gd name="T7" fmla="*/ 29 h 28"/>
                  <a:gd name="T8" fmla="*/ 46 w 48"/>
                  <a:gd name="T9" fmla="*/ 17 h 28"/>
                  <a:gd name="T10" fmla="*/ 42 w 48"/>
                  <a:gd name="T11" fmla="*/ 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4" y="4"/>
                      <a:pt x="1" y="8"/>
                      <a:pt x="1" y="10"/>
                    </a:cubicBezTo>
                    <a:cubicBezTo>
                      <a:pt x="0" y="13"/>
                      <a:pt x="0" y="20"/>
                      <a:pt x="2" y="23"/>
                    </a:cubicBezTo>
                    <a:cubicBezTo>
                      <a:pt x="7" y="28"/>
                      <a:pt x="20" y="23"/>
                      <a:pt x="26" y="23"/>
                    </a:cubicBezTo>
                    <a:cubicBezTo>
                      <a:pt x="34" y="23"/>
                      <a:pt x="44" y="23"/>
                      <a:pt x="46" y="14"/>
                    </a:cubicBezTo>
                    <a:cubicBezTo>
                      <a:pt x="47" y="11"/>
                      <a:pt x="48" y="0"/>
                      <a:pt x="42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45" name="Freeform 2772">
                <a:extLst>
                  <a:ext uri="{FF2B5EF4-FFF2-40B4-BE49-F238E27FC236}">
                    <a16:creationId xmlns:a16="http://schemas.microsoft.com/office/drawing/2014/main" id="{B41BC45E-A60C-4CB4-BB80-0195EEC3C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710"/>
                <a:ext cx="52" cy="37"/>
              </a:xfrm>
              <a:custGeom>
                <a:avLst/>
                <a:gdLst>
                  <a:gd name="T0" fmla="*/ 14 w 52"/>
                  <a:gd name="T1" fmla="*/ 0 h 34"/>
                  <a:gd name="T2" fmla="*/ 8 w 52"/>
                  <a:gd name="T3" fmla="*/ 27 h 34"/>
                  <a:gd name="T4" fmla="*/ 13 w 52"/>
                  <a:gd name="T5" fmla="*/ 40 h 34"/>
                  <a:gd name="T6" fmla="*/ 32 w 52"/>
                  <a:gd name="T7" fmla="*/ 41 h 34"/>
                  <a:gd name="T8" fmla="*/ 51 w 52"/>
                  <a:gd name="T9" fmla="*/ 30 h 34"/>
                  <a:gd name="T10" fmla="*/ 46 w 52"/>
                  <a:gd name="T11" fmla="*/ 4 h 34"/>
                  <a:gd name="T12" fmla="*/ 32 w 52"/>
                  <a:gd name="T13" fmla="*/ 1 h 34"/>
                  <a:gd name="T14" fmla="*/ 14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0"/>
                    </a:moveTo>
                    <a:cubicBezTo>
                      <a:pt x="0" y="0"/>
                      <a:pt x="5" y="12"/>
                      <a:pt x="8" y="21"/>
                    </a:cubicBezTo>
                    <a:cubicBezTo>
                      <a:pt x="9" y="25"/>
                      <a:pt x="9" y="29"/>
                      <a:pt x="13" y="31"/>
                    </a:cubicBezTo>
                    <a:cubicBezTo>
                      <a:pt x="18" y="34"/>
                      <a:pt x="26" y="33"/>
                      <a:pt x="32" y="32"/>
                    </a:cubicBezTo>
                    <a:cubicBezTo>
                      <a:pt x="38" y="31"/>
                      <a:pt x="49" y="31"/>
                      <a:pt x="51" y="24"/>
                    </a:cubicBezTo>
                    <a:cubicBezTo>
                      <a:pt x="52" y="19"/>
                      <a:pt x="50" y="8"/>
                      <a:pt x="46" y="4"/>
                    </a:cubicBezTo>
                    <a:cubicBezTo>
                      <a:pt x="43" y="1"/>
                      <a:pt x="36" y="1"/>
                      <a:pt x="32" y="1"/>
                    </a:cubicBezTo>
                    <a:cubicBezTo>
                      <a:pt x="26" y="0"/>
                      <a:pt x="20" y="0"/>
                      <a:pt x="1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46" name="Freeform 2773">
                <a:extLst>
                  <a:ext uri="{FF2B5EF4-FFF2-40B4-BE49-F238E27FC236}">
                    <a16:creationId xmlns:a16="http://schemas.microsoft.com/office/drawing/2014/main" id="{801A258C-CF1A-4C08-97D2-2CE5327D2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741"/>
                <a:ext cx="48" cy="28"/>
              </a:xfrm>
              <a:custGeom>
                <a:avLst/>
                <a:gdLst>
                  <a:gd name="T0" fmla="*/ 21 w 48"/>
                  <a:gd name="T1" fmla="*/ 5 h 26"/>
                  <a:gd name="T2" fmla="*/ 10 w 48"/>
                  <a:gd name="T3" fmla="*/ 3 h 26"/>
                  <a:gd name="T4" fmla="*/ 1 w 48"/>
                  <a:gd name="T5" fmla="*/ 6 h 26"/>
                  <a:gd name="T6" fmla="*/ 1 w 48"/>
                  <a:gd name="T7" fmla="*/ 19 h 26"/>
                  <a:gd name="T8" fmla="*/ 13 w 48"/>
                  <a:gd name="T9" fmla="*/ 31 h 26"/>
                  <a:gd name="T10" fmla="*/ 38 w 48"/>
                  <a:gd name="T11" fmla="*/ 30 h 26"/>
                  <a:gd name="T12" fmla="*/ 47 w 48"/>
                  <a:gd name="T13" fmla="*/ 13 h 26"/>
                  <a:gd name="T14" fmla="*/ 41 w 48"/>
                  <a:gd name="T15" fmla="*/ 0 h 26"/>
                  <a:gd name="T16" fmla="*/ 30 w 48"/>
                  <a:gd name="T17" fmla="*/ 4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5"/>
                      <a:pt x="14" y="3"/>
                      <a:pt x="10" y="3"/>
                    </a:cubicBezTo>
                    <a:cubicBezTo>
                      <a:pt x="8" y="3"/>
                      <a:pt x="2" y="4"/>
                      <a:pt x="1" y="6"/>
                    </a:cubicBezTo>
                    <a:cubicBezTo>
                      <a:pt x="0" y="8"/>
                      <a:pt x="1" y="15"/>
                      <a:pt x="1" y="16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1" y="25"/>
                      <a:pt x="29" y="26"/>
                      <a:pt x="38" y="24"/>
                    </a:cubicBezTo>
                    <a:cubicBezTo>
                      <a:pt x="47" y="22"/>
                      <a:pt x="48" y="19"/>
                      <a:pt x="47" y="10"/>
                    </a:cubicBezTo>
                    <a:cubicBezTo>
                      <a:pt x="46" y="6"/>
                      <a:pt x="46" y="0"/>
                      <a:pt x="41" y="0"/>
                    </a:cubicBezTo>
                    <a:cubicBezTo>
                      <a:pt x="38" y="0"/>
                      <a:pt x="32" y="3"/>
                      <a:pt x="3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47" name="Freeform 2774">
                <a:extLst>
                  <a:ext uri="{FF2B5EF4-FFF2-40B4-BE49-F238E27FC236}">
                    <a16:creationId xmlns:a16="http://schemas.microsoft.com/office/drawing/2014/main" id="{AF2CCFFA-3323-4A75-A3DB-017B8FC23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709"/>
                <a:ext cx="55" cy="28"/>
              </a:xfrm>
              <a:custGeom>
                <a:avLst/>
                <a:gdLst>
                  <a:gd name="T0" fmla="*/ 12 w 54"/>
                  <a:gd name="T1" fmla="*/ 2 h 26"/>
                  <a:gd name="T2" fmla="*/ 1 w 54"/>
                  <a:gd name="T3" fmla="*/ 10 h 26"/>
                  <a:gd name="T4" fmla="*/ 1 w 54"/>
                  <a:gd name="T5" fmla="*/ 26 h 26"/>
                  <a:gd name="T6" fmla="*/ 15 w 54"/>
                  <a:gd name="T7" fmla="*/ 31 h 26"/>
                  <a:gd name="T8" fmla="*/ 43 w 54"/>
                  <a:gd name="T9" fmla="*/ 31 h 26"/>
                  <a:gd name="T10" fmla="*/ 57 w 54"/>
                  <a:gd name="T11" fmla="*/ 20 h 26"/>
                  <a:gd name="T12" fmla="*/ 53 w 54"/>
                  <a:gd name="T13" fmla="*/ 4 h 26"/>
                  <a:gd name="T14" fmla="*/ 38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1" y="20"/>
                    </a:cubicBezTo>
                    <a:cubicBezTo>
                      <a:pt x="4" y="25"/>
                      <a:pt x="10" y="25"/>
                      <a:pt x="15" y="25"/>
                    </a:cubicBezTo>
                    <a:cubicBezTo>
                      <a:pt x="23" y="25"/>
                      <a:pt x="32" y="26"/>
                      <a:pt x="40" y="25"/>
                    </a:cubicBezTo>
                    <a:cubicBezTo>
                      <a:pt x="44" y="25"/>
                      <a:pt x="54" y="23"/>
                      <a:pt x="54" y="17"/>
                    </a:cubicBezTo>
                    <a:cubicBezTo>
                      <a:pt x="54" y="14"/>
                      <a:pt x="52" y="7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48" name="Freeform 2775">
                <a:extLst>
                  <a:ext uri="{FF2B5EF4-FFF2-40B4-BE49-F238E27FC236}">
                    <a16:creationId xmlns:a16="http://schemas.microsoft.com/office/drawing/2014/main" id="{E49E4884-3035-4B89-8021-16F87F635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766"/>
                <a:ext cx="19" cy="18"/>
              </a:xfrm>
              <a:custGeom>
                <a:avLst/>
                <a:gdLst>
                  <a:gd name="T0" fmla="*/ 0 w 19"/>
                  <a:gd name="T1" fmla="*/ 0 h 17"/>
                  <a:gd name="T2" fmla="*/ 17 w 19"/>
                  <a:gd name="T3" fmla="*/ 7 h 17"/>
                  <a:gd name="T4" fmla="*/ 14 w 19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9" y="16"/>
                      <a:pt x="14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49" name="Freeform 2776">
                <a:extLst>
                  <a:ext uri="{FF2B5EF4-FFF2-40B4-BE49-F238E27FC236}">
                    <a16:creationId xmlns:a16="http://schemas.microsoft.com/office/drawing/2014/main" id="{D3682F6B-C83E-4253-AE19-0C84A6710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735"/>
                <a:ext cx="61" cy="30"/>
              </a:xfrm>
              <a:custGeom>
                <a:avLst/>
                <a:gdLst>
                  <a:gd name="T0" fmla="*/ 7 w 60"/>
                  <a:gd name="T1" fmla="*/ 1 h 28"/>
                  <a:gd name="T2" fmla="*/ 1 w 60"/>
                  <a:gd name="T3" fmla="*/ 11 h 28"/>
                  <a:gd name="T4" fmla="*/ 2 w 60"/>
                  <a:gd name="T5" fmla="*/ 18 h 28"/>
                  <a:gd name="T6" fmla="*/ 16 w 60"/>
                  <a:gd name="T7" fmla="*/ 32 h 28"/>
                  <a:gd name="T8" fmla="*/ 38 w 60"/>
                  <a:gd name="T9" fmla="*/ 25 h 28"/>
                  <a:gd name="T10" fmla="*/ 58 w 60"/>
                  <a:gd name="T11" fmla="*/ 17 h 28"/>
                  <a:gd name="T12" fmla="*/ 53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5" y="1"/>
                      <a:pt x="2" y="6"/>
                      <a:pt x="1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4" y="23"/>
                      <a:pt x="5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9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50" name="Freeform 2777">
                <a:extLst>
                  <a:ext uri="{FF2B5EF4-FFF2-40B4-BE49-F238E27FC236}">
                    <a16:creationId xmlns:a16="http://schemas.microsoft.com/office/drawing/2014/main" id="{02D2D984-3B4D-4560-A0F3-8AEA1C3A3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763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51" name="Freeform 2778">
                <a:extLst>
                  <a:ext uri="{FF2B5EF4-FFF2-40B4-BE49-F238E27FC236}">
                    <a16:creationId xmlns:a16="http://schemas.microsoft.com/office/drawing/2014/main" id="{0B5457F4-4FC4-4662-9EBE-41683DA93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748"/>
                <a:ext cx="14" cy="37"/>
              </a:xfrm>
              <a:custGeom>
                <a:avLst/>
                <a:gdLst>
                  <a:gd name="T0" fmla="*/ 0 w 14"/>
                  <a:gd name="T1" fmla="*/ 0 h 35"/>
                  <a:gd name="T2" fmla="*/ 11 w 14"/>
                  <a:gd name="T3" fmla="*/ 34 h 35"/>
                  <a:gd name="T4" fmla="*/ 4 w 14"/>
                  <a:gd name="T5" fmla="*/ 4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6" y="9"/>
                      <a:pt x="14" y="17"/>
                      <a:pt x="11" y="28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52" name="Freeform 2779">
                <a:extLst>
                  <a:ext uri="{FF2B5EF4-FFF2-40B4-BE49-F238E27FC236}">
                    <a16:creationId xmlns:a16="http://schemas.microsoft.com/office/drawing/2014/main" id="{13BA533F-8C99-4BFF-9AD5-CD7086585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709"/>
                <a:ext cx="59" cy="21"/>
              </a:xfrm>
              <a:custGeom>
                <a:avLst/>
                <a:gdLst>
                  <a:gd name="T0" fmla="*/ 4 w 59"/>
                  <a:gd name="T1" fmla="*/ 0 h 20"/>
                  <a:gd name="T2" fmla="*/ 5 w 59"/>
                  <a:gd name="T3" fmla="*/ 17 h 20"/>
                  <a:gd name="T4" fmla="*/ 25 w 59"/>
                  <a:gd name="T5" fmla="*/ 23 h 20"/>
                  <a:gd name="T6" fmla="*/ 47 w 59"/>
                  <a:gd name="T7" fmla="*/ 20 h 20"/>
                  <a:gd name="T8" fmla="*/ 58 w 59"/>
                  <a:gd name="T9" fmla="*/ 15 h 20"/>
                  <a:gd name="T10" fmla="*/ 55 w 59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1"/>
                      <a:pt x="5" y="14"/>
                    </a:cubicBezTo>
                    <a:cubicBezTo>
                      <a:pt x="9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7"/>
                      <a:pt x="56" y="18"/>
                      <a:pt x="58" y="12"/>
                    </a:cubicBezTo>
                    <a:cubicBezTo>
                      <a:pt x="59" y="9"/>
                      <a:pt x="59" y="3"/>
                      <a:pt x="5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53" name="Freeform 2780">
                <a:extLst>
                  <a:ext uri="{FF2B5EF4-FFF2-40B4-BE49-F238E27FC236}">
                    <a16:creationId xmlns:a16="http://schemas.microsoft.com/office/drawing/2014/main" id="{1E0A67B4-7947-4DAC-9760-F63470727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747"/>
                <a:ext cx="45" cy="38"/>
              </a:xfrm>
              <a:custGeom>
                <a:avLst/>
                <a:gdLst>
                  <a:gd name="T0" fmla="*/ 5 w 45"/>
                  <a:gd name="T1" fmla="*/ 41 h 36"/>
                  <a:gd name="T2" fmla="*/ 3 w 45"/>
                  <a:gd name="T3" fmla="*/ 17 h 36"/>
                  <a:gd name="T4" fmla="*/ 3 w 45"/>
                  <a:gd name="T5" fmla="*/ 7 h 36"/>
                  <a:gd name="T6" fmla="*/ 21 w 45"/>
                  <a:gd name="T7" fmla="*/ 2 h 36"/>
                  <a:gd name="T8" fmla="*/ 39 w 45"/>
                  <a:gd name="T9" fmla="*/ 2 h 36"/>
                  <a:gd name="T10" fmla="*/ 45 w 45"/>
                  <a:gd name="T11" fmla="*/ 21 h 36"/>
                  <a:gd name="T12" fmla="*/ 40 w 45"/>
                  <a:gd name="T13" fmla="*/ 42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29"/>
                      <a:pt x="4" y="21"/>
                      <a:pt x="3" y="14"/>
                    </a:cubicBezTo>
                    <a:cubicBezTo>
                      <a:pt x="3" y="12"/>
                      <a:pt x="0" y="9"/>
                      <a:pt x="3" y="7"/>
                    </a:cubicBezTo>
                    <a:cubicBezTo>
                      <a:pt x="6" y="3"/>
                      <a:pt x="17" y="3"/>
                      <a:pt x="21" y="2"/>
                    </a:cubicBezTo>
                    <a:cubicBezTo>
                      <a:pt x="26" y="1"/>
                      <a:pt x="34" y="0"/>
                      <a:pt x="39" y="2"/>
                    </a:cubicBezTo>
                    <a:cubicBezTo>
                      <a:pt x="45" y="5"/>
                      <a:pt x="45" y="13"/>
                      <a:pt x="45" y="18"/>
                    </a:cubicBezTo>
                    <a:cubicBezTo>
                      <a:pt x="45" y="23"/>
                      <a:pt x="45" y="33"/>
                      <a:pt x="40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54" name="Freeform 2781">
                <a:extLst>
                  <a:ext uri="{FF2B5EF4-FFF2-40B4-BE49-F238E27FC236}">
                    <a16:creationId xmlns:a16="http://schemas.microsoft.com/office/drawing/2014/main" id="{D1BA4B83-F237-45C4-9EF4-5DEC64610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725"/>
                <a:ext cx="47" cy="30"/>
              </a:xfrm>
              <a:custGeom>
                <a:avLst/>
                <a:gdLst>
                  <a:gd name="T0" fmla="*/ 5 w 47"/>
                  <a:gd name="T1" fmla="*/ 5 h 28"/>
                  <a:gd name="T2" fmla="*/ 1 w 47"/>
                  <a:gd name="T3" fmla="*/ 13 h 28"/>
                  <a:gd name="T4" fmla="*/ 2 w 47"/>
                  <a:gd name="T5" fmla="*/ 29 h 28"/>
                  <a:gd name="T6" fmla="*/ 26 w 47"/>
                  <a:gd name="T7" fmla="*/ 29 h 28"/>
                  <a:gd name="T8" fmla="*/ 46 w 47"/>
                  <a:gd name="T9" fmla="*/ 17 h 28"/>
                  <a:gd name="T10" fmla="*/ 41 w 47"/>
                  <a:gd name="T11" fmla="*/ 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8">
                    <a:moveTo>
                      <a:pt x="5" y="5"/>
                    </a:moveTo>
                    <a:cubicBezTo>
                      <a:pt x="4" y="4"/>
                      <a:pt x="1" y="8"/>
                      <a:pt x="1" y="10"/>
                    </a:cubicBezTo>
                    <a:cubicBezTo>
                      <a:pt x="0" y="13"/>
                      <a:pt x="0" y="20"/>
                      <a:pt x="2" y="23"/>
                    </a:cubicBezTo>
                    <a:cubicBezTo>
                      <a:pt x="7" y="28"/>
                      <a:pt x="20" y="23"/>
                      <a:pt x="26" y="23"/>
                    </a:cubicBezTo>
                    <a:cubicBezTo>
                      <a:pt x="34" y="23"/>
                      <a:pt x="44" y="23"/>
                      <a:pt x="46" y="14"/>
                    </a:cubicBezTo>
                    <a:cubicBezTo>
                      <a:pt x="47" y="11"/>
                      <a:pt x="47" y="0"/>
                      <a:pt x="4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55" name="Freeform 2782">
                <a:extLst>
                  <a:ext uri="{FF2B5EF4-FFF2-40B4-BE49-F238E27FC236}">
                    <a16:creationId xmlns:a16="http://schemas.microsoft.com/office/drawing/2014/main" id="{931028CF-35D1-43E4-B13A-E5548FBE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728"/>
                <a:ext cx="7" cy="9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4" y="0"/>
                      <a:pt x="0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56" name="Freeform 2783">
                <a:extLst>
                  <a:ext uri="{FF2B5EF4-FFF2-40B4-BE49-F238E27FC236}">
                    <a16:creationId xmlns:a16="http://schemas.microsoft.com/office/drawing/2014/main" id="{0045CB44-1B6A-4301-83CC-CC6CC2F8F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734"/>
                <a:ext cx="63" cy="23"/>
              </a:xfrm>
              <a:custGeom>
                <a:avLst/>
                <a:gdLst>
                  <a:gd name="T0" fmla="*/ 43 w 63"/>
                  <a:gd name="T1" fmla="*/ 2 h 22"/>
                  <a:gd name="T2" fmla="*/ 56 w 63"/>
                  <a:gd name="T3" fmla="*/ 19 h 22"/>
                  <a:gd name="T4" fmla="*/ 46 w 63"/>
                  <a:gd name="T5" fmla="*/ 23 h 22"/>
                  <a:gd name="T6" fmla="*/ 28 w 63"/>
                  <a:gd name="T7" fmla="*/ 24 h 22"/>
                  <a:gd name="T8" fmla="*/ 8 w 63"/>
                  <a:gd name="T9" fmla="*/ 23 h 22"/>
                  <a:gd name="T10" fmla="*/ 0 w 63"/>
                  <a:gd name="T11" fmla="*/ 21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2">
                    <a:moveTo>
                      <a:pt x="43" y="2"/>
                    </a:moveTo>
                    <a:cubicBezTo>
                      <a:pt x="50" y="0"/>
                      <a:pt x="63" y="9"/>
                      <a:pt x="56" y="16"/>
                    </a:cubicBezTo>
                    <a:cubicBezTo>
                      <a:pt x="54" y="19"/>
                      <a:pt x="49" y="20"/>
                      <a:pt x="46" y="20"/>
                    </a:cubicBezTo>
                    <a:cubicBezTo>
                      <a:pt x="39" y="22"/>
                      <a:pt x="34" y="21"/>
                      <a:pt x="28" y="21"/>
                    </a:cubicBezTo>
                    <a:cubicBezTo>
                      <a:pt x="21" y="21"/>
                      <a:pt x="15" y="20"/>
                      <a:pt x="8" y="20"/>
                    </a:cubicBezTo>
                    <a:cubicBezTo>
                      <a:pt x="6" y="19"/>
                      <a:pt x="1" y="21"/>
                      <a:pt x="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57" name="Freeform 2784">
                <a:extLst>
                  <a:ext uri="{FF2B5EF4-FFF2-40B4-BE49-F238E27FC236}">
                    <a16:creationId xmlns:a16="http://schemas.microsoft.com/office/drawing/2014/main" id="{59A59B56-633A-434F-8361-0EFA3BE08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709"/>
                <a:ext cx="43" cy="31"/>
              </a:xfrm>
              <a:custGeom>
                <a:avLst/>
                <a:gdLst>
                  <a:gd name="T0" fmla="*/ 4 w 43"/>
                  <a:gd name="T1" fmla="*/ 1 h 29"/>
                  <a:gd name="T2" fmla="*/ 2 w 43"/>
                  <a:gd name="T3" fmla="*/ 16 h 29"/>
                  <a:gd name="T4" fmla="*/ 17 w 43"/>
                  <a:gd name="T5" fmla="*/ 33 h 29"/>
                  <a:gd name="T6" fmla="*/ 42 w 43"/>
                  <a:gd name="T7" fmla="*/ 20 h 29"/>
                  <a:gd name="T8" fmla="*/ 37 w 43"/>
                  <a:gd name="T9" fmla="*/ 3 h 29"/>
                  <a:gd name="T10" fmla="*/ 36 w 43"/>
                  <a:gd name="T11" fmla="*/ 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9">
                    <a:moveTo>
                      <a:pt x="4" y="1"/>
                    </a:moveTo>
                    <a:cubicBezTo>
                      <a:pt x="0" y="0"/>
                      <a:pt x="1" y="11"/>
                      <a:pt x="2" y="13"/>
                    </a:cubicBezTo>
                    <a:cubicBezTo>
                      <a:pt x="5" y="22"/>
                      <a:pt x="5" y="29"/>
                      <a:pt x="17" y="27"/>
                    </a:cubicBezTo>
                    <a:cubicBezTo>
                      <a:pt x="23" y="26"/>
                      <a:pt x="43" y="26"/>
                      <a:pt x="42" y="17"/>
                    </a:cubicBezTo>
                    <a:cubicBezTo>
                      <a:pt x="42" y="12"/>
                      <a:pt x="39" y="7"/>
                      <a:pt x="37" y="3"/>
                    </a:cubicBezTo>
                    <a:cubicBezTo>
                      <a:pt x="36" y="2"/>
                      <a:pt x="36" y="2"/>
                      <a:pt x="36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58" name="Freeform 2785">
                <a:extLst>
                  <a:ext uri="{FF2B5EF4-FFF2-40B4-BE49-F238E27FC236}">
                    <a16:creationId xmlns:a16="http://schemas.microsoft.com/office/drawing/2014/main" id="{B7757993-C823-49BE-9B5B-BFC533193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55"/>
                <a:ext cx="7" cy="11"/>
              </a:xfrm>
              <a:custGeom>
                <a:avLst/>
                <a:gdLst>
                  <a:gd name="T0" fmla="*/ 7 w 7"/>
                  <a:gd name="T1" fmla="*/ 0 h 10"/>
                  <a:gd name="T2" fmla="*/ 0 w 7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3" y="0"/>
                      <a:pt x="1" y="6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59" name="Freeform 2786">
                <a:extLst>
                  <a:ext uri="{FF2B5EF4-FFF2-40B4-BE49-F238E27FC236}">
                    <a16:creationId xmlns:a16="http://schemas.microsoft.com/office/drawing/2014/main" id="{AA2D1AAA-60EB-4F85-BB42-480B3C882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755"/>
                <a:ext cx="12" cy="29"/>
              </a:xfrm>
              <a:custGeom>
                <a:avLst/>
                <a:gdLst>
                  <a:gd name="T0" fmla="*/ 1 w 12"/>
                  <a:gd name="T1" fmla="*/ 0 h 27"/>
                  <a:gd name="T2" fmla="*/ 0 w 12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1" y="0"/>
                    </a:moveTo>
                    <a:cubicBezTo>
                      <a:pt x="10" y="7"/>
                      <a:pt x="12" y="23"/>
                      <a:pt x="0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60" name="Freeform 2787">
                <a:extLst>
                  <a:ext uri="{FF2B5EF4-FFF2-40B4-BE49-F238E27FC236}">
                    <a16:creationId xmlns:a16="http://schemas.microsoft.com/office/drawing/2014/main" id="{39E52B16-C967-486C-9BC7-A41C66CEF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739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61" name="Freeform 2788">
                <a:extLst>
                  <a:ext uri="{FF2B5EF4-FFF2-40B4-BE49-F238E27FC236}">
                    <a16:creationId xmlns:a16="http://schemas.microsoft.com/office/drawing/2014/main" id="{D582B7AB-6A14-4A06-9300-BFBFD90D0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732"/>
                <a:ext cx="45" cy="34"/>
              </a:xfrm>
              <a:custGeom>
                <a:avLst/>
                <a:gdLst>
                  <a:gd name="T0" fmla="*/ 0 w 45"/>
                  <a:gd name="T1" fmla="*/ 36 h 32"/>
                  <a:gd name="T2" fmla="*/ 14 w 45"/>
                  <a:gd name="T3" fmla="*/ 37 h 32"/>
                  <a:gd name="T4" fmla="*/ 30 w 45"/>
                  <a:gd name="T5" fmla="*/ 33 h 32"/>
                  <a:gd name="T6" fmla="*/ 45 w 45"/>
                  <a:gd name="T7" fmla="*/ 23 h 32"/>
                  <a:gd name="T8" fmla="*/ 32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10" y="32"/>
                      <a:pt x="14" y="31"/>
                    </a:cubicBezTo>
                    <a:cubicBezTo>
                      <a:pt x="20" y="29"/>
                      <a:pt x="24" y="27"/>
                      <a:pt x="30" y="27"/>
                    </a:cubicBezTo>
                    <a:cubicBezTo>
                      <a:pt x="36" y="27"/>
                      <a:pt x="45" y="28"/>
                      <a:pt x="45" y="20"/>
                    </a:cubicBezTo>
                    <a:cubicBezTo>
                      <a:pt x="45" y="16"/>
                      <a:pt x="37" y="0"/>
                      <a:pt x="32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62" name="Freeform 2789">
                <a:extLst>
                  <a:ext uri="{FF2B5EF4-FFF2-40B4-BE49-F238E27FC236}">
                    <a16:creationId xmlns:a16="http://schemas.microsoft.com/office/drawing/2014/main" id="{0289E82F-7C60-46E6-89C3-A3EEE2BA1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710"/>
                <a:ext cx="46" cy="31"/>
              </a:xfrm>
              <a:custGeom>
                <a:avLst/>
                <a:gdLst>
                  <a:gd name="T0" fmla="*/ 47 w 45"/>
                  <a:gd name="T1" fmla="*/ 1 h 29"/>
                  <a:gd name="T2" fmla="*/ 46 w 45"/>
                  <a:gd name="T3" fmla="*/ 0 h 29"/>
                  <a:gd name="T4" fmla="*/ 41 w 45"/>
                  <a:gd name="T5" fmla="*/ 28 h 29"/>
                  <a:gd name="T6" fmla="*/ 16 w 45"/>
                  <a:gd name="T7" fmla="*/ 34 h 29"/>
                  <a:gd name="T8" fmla="*/ 0 w 45"/>
                  <a:gd name="T9" fmla="*/ 3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4" y="1"/>
                    </a:moveTo>
                    <a:cubicBezTo>
                      <a:pt x="44" y="0"/>
                      <a:pt x="44" y="0"/>
                      <a:pt x="43" y="0"/>
                    </a:cubicBezTo>
                    <a:cubicBezTo>
                      <a:pt x="41" y="7"/>
                      <a:pt x="45" y="17"/>
                      <a:pt x="38" y="22"/>
                    </a:cubicBezTo>
                    <a:cubicBezTo>
                      <a:pt x="31" y="27"/>
                      <a:pt x="24" y="29"/>
                      <a:pt x="16" y="28"/>
                    </a:cubicBezTo>
                    <a:cubicBezTo>
                      <a:pt x="10" y="28"/>
                      <a:pt x="5" y="28"/>
                      <a:pt x="0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63" name="Freeform 2790">
                <a:extLst>
                  <a:ext uri="{FF2B5EF4-FFF2-40B4-BE49-F238E27FC236}">
                    <a16:creationId xmlns:a16="http://schemas.microsoft.com/office/drawing/2014/main" id="{6625CA44-28D7-4152-A8DA-50CF733F4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758"/>
                <a:ext cx="16" cy="28"/>
              </a:xfrm>
              <a:custGeom>
                <a:avLst/>
                <a:gdLst>
                  <a:gd name="T0" fmla="*/ 0 w 15"/>
                  <a:gd name="T1" fmla="*/ 0 h 26"/>
                  <a:gd name="T2" fmla="*/ 18 w 15"/>
                  <a:gd name="T3" fmla="*/ 18 h 26"/>
                  <a:gd name="T4" fmla="*/ 15 w 15"/>
                  <a:gd name="T5" fmla="*/ 3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9" y="0"/>
                      <a:pt x="15" y="6"/>
                      <a:pt x="15" y="15"/>
                    </a:cubicBezTo>
                    <a:cubicBezTo>
                      <a:pt x="15" y="19"/>
                      <a:pt x="12" y="22"/>
                      <a:pt x="12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64" name="Freeform 2791">
                <a:extLst>
                  <a:ext uri="{FF2B5EF4-FFF2-40B4-BE49-F238E27FC236}">
                    <a16:creationId xmlns:a16="http://schemas.microsoft.com/office/drawing/2014/main" id="{1DE14C0F-9E5B-4E53-8E35-6757204BB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734"/>
                <a:ext cx="51" cy="44"/>
              </a:xfrm>
              <a:custGeom>
                <a:avLst/>
                <a:gdLst>
                  <a:gd name="T0" fmla="*/ 26 w 51"/>
                  <a:gd name="T1" fmla="*/ 0 h 41"/>
                  <a:gd name="T2" fmla="*/ 28 w 51"/>
                  <a:gd name="T3" fmla="*/ 46 h 41"/>
                  <a:gd name="T4" fmla="*/ 9 w 51"/>
                  <a:gd name="T5" fmla="*/ 42 h 41"/>
                  <a:gd name="T6" fmla="*/ 1 w 51"/>
                  <a:gd name="T7" fmla="*/ 3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1">
                    <a:moveTo>
                      <a:pt x="26" y="0"/>
                    </a:moveTo>
                    <a:cubicBezTo>
                      <a:pt x="27" y="7"/>
                      <a:pt x="51" y="41"/>
                      <a:pt x="28" y="37"/>
                    </a:cubicBezTo>
                    <a:cubicBezTo>
                      <a:pt x="21" y="36"/>
                      <a:pt x="16" y="34"/>
                      <a:pt x="9" y="34"/>
                    </a:cubicBezTo>
                    <a:cubicBezTo>
                      <a:pt x="6" y="34"/>
                      <a:pt x="0" y="36"/>
                      <a:pt x="1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65" name="Freeform 2792">
                <a:extLst>
                  <a:ext uri="{FF2B5EF4-FFF2-40B4-BE49-F238E27FC236}">
                    <a16:creationId xmlns:a16="http://schemas.microsoft.com/office/drawing/2014/main" id="{351AB046-13E7-4690-A277-DF09C76FD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709"/>
                <a:ext cx="61" cy="38"/>
              </a:xfrm>
              <a:custGeom>
                <a:avLst/>
                <a:gdLst>
                  <a:gd name="T0" fmla="*/ 0 w 61"/>
                  <a:gd name="T1" fmla="*/ 5 h 35"/>
                  <a:gd name="T2" fmla="*/ 17 w 61"/>
                  <a:gd name="T3" fmla="*/ 36 h 35"/>
                  <a:gd name="T4" fmla="*/ 37 w 61"/>
                  <a:gd name="T5" fmla="*/ 39 h 35"/>
                  <a:gd name="T6" fmla="*/ 53 w 61"/>
                  <a:gd name="T7" fmla="*/ 40 h 35"/>
                  <a:gd name="T8" fmla="*/ 53 w 61"/>
                  <a:gd name="T9" fmla="*/ 5 h 35"/>
                  <a:gd name="T10" fmla="*/ 44 w 61"/>
                  <a:gd name="T11" fmla="*/ 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5">
                    <a:moveTo>
                      <a:pt x="0" y="5"/>
                    </a:moveTo>
                    <a:cubicBezTo>
                      <a:pt x="4" y="16"/>
                      <a:pt x="2" y="26"/>
                      <a:pt x="17" y="28"/>
                    </a:cubicBezTo>
                    <a:cubicBezTo>
                      <a:pt x="24" y="28"/>
                      <a:pt x="30" y="28"/>
                      <a:pt x="37" y="30"/>
                    </a:cubicBezTo>
                    <a:cubicBezTo>
                      <a:pt x="43" y="32"/>
                      <a:pt x="48" y="35"/>
                      <a:pt x="53" y="31"/>
                    </a:cubicBezTo>
                    <a:cubicBezTo>
                      <a:pt x="61" y="24"/>
                      <a:pt x="61" y="13"/>
                      <a:pt x="53" y="5"/>
                    </a:cubicBezTo>
                    <a:cubicBezTo>
                      <a:pt x="51" y="3"/>
                      <a:pt x="47" y="0"/>
                      <a:pt x="4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66" name="Freeform 2793">
                <a:extLst>
                  <a:ext uri="{FF2B5EF4-FFF2-40B4-BE49-F238E27FC236}">
                    <a16:creationId xmlns:a16="http://schemas.microsoft.com/office/drawing/2014/main" id="{4CB77095-808B-4327-9D7D-1458C0B2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754"/>
                <a:ext cx="57" cy="30"/>
              </a:xfrm>
              <a:custGeom>
                <a:avLst/>
                <a:gdLst>
                  <a:gd name="T0" fmla="*/ 3 w 57"/>
                  <a:gd name="T1" fmla="*/ 33 h 28"/>
                  <a:gd name="T2" fmla="*/ 2 w 57"/>
                  <a:gd name="T3" fmla="*/ 13 h 28"/>
                  <a:gd name="T4" fmla="*/ 26 w 57"/>
                  <a:gd name="T5" fmla="*/ 1 h 28"/>
                  <a:gd name="T6" fmla="*/ 40 w 57"/>
                  <a:gd name="T7" fmla="*/ 4 h 28"/>
                  <a:gd name="T8" fmla="*/ 53 w 57"/>
                  <a:gd name="T9" fmla="*/ 12 h 28"/>
                  <a:gd name="T10" fmla="*/ 57 w 57"/>
                  <a:gd name="T11" fmla="*/ 34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8">
                    <a:moveTo>
                      <a:pt x="3" y="27"/>
                    </a:moveTo>
                    <a:cubicBezTo>
                      <a:pt x="0" y="24"/>
                      <a:pt x="0" y="14"/>
                      <a:pt x="2" y="10"/>
                    </a:cubicBezTo>
                    <a:cubicBezTo>
                      <a:pt x="5" y="4"/>
                      <a:pt x="19" y="1"/>
                      <a:pt x="26" y="1"/>
                    </a:cubicBezTo>
                    <a:cubicBezTo>
                      <a:pt x="33" y="0"/>
                      <a:pt x="35" y="2"/>
                      <a:pt x="40" y="4"/>
                    </a:cubicBezTo>
                    <a:cubicBezTo>
                      <a:pt x="45" y="5"/>
                      <a:pt x="49" y="5"/>
                      <a:pt x="53" y="9"/>
                    </a:cubicBezTo>
                    <a:cubicBezTo>
                      <a:pt x="56" y="14"/>
                      <a:pt x="55" y="22"/>
                      <a:pt x="57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67" name="Freeform 2794">
                <a:extLst>
                  <a:ext uri="{FF2B5EF4-FFF2-40B4-BE49-F238E27FC236}">
                    <a16:creationId xmlns:a16="http://schemas.microsoft.com/office/drawing/2014/main" id="{0B023A85-EE4F-4BCC-8252-EBE83707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709"/>
                <a:ext cx="52" cy="31"/>
              </a:xfrm>
              <a:custGeom>
                <a:avLst/>
                <a:gdLst>
                  <a:gd name="T0" fmla="*/ 2 w 51"/>
                  <a:gd name="T1" fmla="*/ 0 h 29"/>
                  <a:gd name="T2" fmla="*/ 6 w 51"/>
                  <a:gd name="T3" fmla="*/ 28 h 29"/>
                  <a:gd name="T4" fmla="*/ 38 w 51"/>
                  <a:gd name="T5" fmla="*/ 29 h 29"/>
                  <a:gd name="T6" fmla="*/ 54 w 51"/>
                  <a:gd name="T7" fmla="*/ 16 h 29"/>
                  <a:gd name="T8" fmla="*/ 47 w 51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9">
                    <a:moveTo>
                      <a:pt x="2" y="0"/>
                    </a:moveTo>
                    <a:cubicBezTo>
                      <a:pt x="0" y="5"/>
                      <a:pt x="2" y="18"/>
                      <a:pt x="6" y="22"/>
                    </a:cubicBezTo>
                    <a:cubicBezTo>
                      <a:pt x="11" y="29"/>
                      <a:pt x="28" y="24"/>
                      <a:pt x="35" y="23"/>
                    </a:cubicBezTo>
                    <a:cubicBezTo>
                      <a:pt x="42" y="22"/>
                      <a:pt x="50" y="21"/>
                      <a:pt x="51" y="13"/>
                    </a:cubicBezTo>
                    <a:cubicBezTo>
                      <a:pt x="51" y="9"/>
                      <a:pt x="48" y="3"/>
                      <a:pt x="4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68" name="Freeform 2795">
                <a:extLst>
                  <a:ext uri="{FF2B5EF4-FFF2-40B4-BE49-F238E27FC236}">
                    <a16:creationId xmlns:a16="http://schemas.microsoft.com/office/drawing/2014/main" id="{8196E177-80C3-425E-981F-650ED52C5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735"/>
                <a:ext cx="5" cy="11"/>
              </a:xfrm>
              <a:custGeom>
                <a:avLst/>
                <a:gdLst>
                  <a:gd name="T0" fmla="*/ 5 w 5"/>
                  <a:gd name="T1" fmla="*/ 0 h 10"/>
                  <a:gd name="T2" fmla="*/ 0 w 5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1" y="3"/>
                      <a:pt x="2" y="6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69" name="Freeform 2796">
                <a:extLst>
                  <a:ext uri="{FF2B5EF4-FFF2-40B4-BE49-F238E27FC236}">
                    <a16:creationId xmlns:a16="http://schemas.microsoft.com/office/drawing/2014/main" id="{11A77E62-B88C-416C-9B4E-F60D74065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738"/>
                <a:ext cx="7" cy="29"/>
              </a:xfrm>
              <a:custGeom>
                <a:avLst/>
                <a:gdLst>
                  <a:gd name="T0" fmla="*/ 1 w 7"/>
                  <a:gd name="T1" fmla="*/ 1 h 27"/>
                  <a:gd name="T2" fmla="*/ 6 w 7"/>
                  <a:gd name="T3" fmla="*/ 18 h 27"/>
                  <a:gd name="T4" fmla="*/ 0 w 7"/>
                  <a:gd name="T5" fmla="*/ 2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7">
                    <a:moveTo>
                      <a:pt x="1" y="1"/>
                    </a:moveTo>
                    <a:cubicBezTo>
                      <a:pt x="7" y="0"/>
                      <a:pt x="6" y="11"/>
                      <a:pt x="6" y="15"/>
                    </a:cubicBezTo>
                    <a:cubicBezTo>
                      <a:pt x="6" y="18"/>
                      <a:pt x="4" y="27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70" name="Freeform 2797">
                <a:extLst>
                  <a:ext uri="{FF2B5EF4-FFF2-40B4-BE49-F238E27FC236}">
                    <a16:creationId xmlns:a16="http://schemas.microsoft.com/office/drawing/2014/main" id="{155D63E5-BE10-43D0-9591-FF7137DF3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729"/>
                <a:ext cx="56" cy="33"/>
              </a:xfrm>
              <a:custGeom>
                <a:avLst/>
                <a:gdLst>
                  <a:gd name="T0" fmla="*/ 50 w 55"/>
                  <a:gd name="T1" fmla="*/ 0 h 30"/>
                  <a:gd name="T2" fmla="*/ 57 w 55"/>
                  <a:gd name="T3" fmla="*/ 9 h 30"/>
                  <a:gd name="T4" fmla="*/ 56 w 55"/>
                  <a:gd name="T5" fmla="*/ 28 h 30"/>
                  <a:gd name="T6" fmla="*/ 52 w 55"/>
                  <a:gd name="T7" fmla="*/ 35 h 30"/>
                  <a:gd name="T8" fmla="*/ 36 w 55"/>
                  <a:gd name="T9" fmla="*/ 39 h 30"/>
                  <a:gd name="T10" fmla="*/ 12 w 55"/>
                  <a:gd name="T11" fmla="*/ 39 h 30"/>
                  <a:gd name="T12" fmla="*/ 0 w 55"/>
                  <a:gd name="T13" fmla="*/ 3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0">
                    <a:moveTo>
                      <a:pt x="47" y="0"/>
                    </a:moveTo>
                    <a:cubicBezTo>
                      <a:pt x="49" y="2"/>
                      <a:pt x="53" y="2"/>
                      <a:pt x="54" y="6"/>
                    </a:cubicBezTo>
                    <a:cubicBezTo>
                      <a:pt x="55" y="9"/>
                      <a:pt x="53" y="17"/>
                      <a:pt x="53" y="21"/>
                    </a:cubicBezTo>
                    <a:cubicBezTo>
                      <a:pt x="52" y="25"/>
                      <a:pt x="53" y="24"/>
                      <a:pt x="49" y="26"/>
                    </a:cubicBezTo>
                    <a:cubicBezTo>
                      <a:pt x="44" y="28"/>
                      <a:pt x="38" y="28"/>
                      <a:pt x="33" y="29"/>
                    </a:cubicBezTo>
                    <a:cubicBezTo>
                      <a:pt x="26" y="29"/>
                      <a:pt x="19" y="29"/>
                      <a:pt x="12" y="29"/>
                    </a:cubicBezTo>
                    <a:cubicBezTo>
                      <a:pt x="8" y="29"/>
                      <a:pt x="2" y="30"/>
                      <a:pt x="0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71" name="Freeform 2798">
                <a:extLst>
                  <a:ext uri="{FF2B5EF4-FFF2-40B4-BE49-F238E27FC236}">
                    <a16:creationId xmlns:a16="http://schemas.microsoft.com/office/drawing/2014/main" id="{7A585E6B-E3A7-47E2-8124-01409CCF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735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1"/>
                      <a:pt x="1" y="3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72" name="Freeform 2799">
                <a:extLst>
                  <a:ext uri="{FF2B5EF4-FFF2-40B4-BE49-F238E27FC236}">
                    <a16:creationId xmlns:a16="http://schemas.microsoft.com/office/drawing/2014/main" id="{35009F18-351E-4A6D-A595-7A602828B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756"/>
                <a:ext cx="8" cy="29"/>
              </a:xfrm>
              <a:custGeom>
                <a:avLst/>
                <a:gdLst>
                  <a:gd name="T0" fmla="*/ 0 w 8"/>
                  <a:gd name="T1" fmla="*/ 2 h 27"/>
                  <a:gd name="T2" fmla="*/ 5 w 8"/>
                  <a:gd name="T3" fmla="*/ 3 h 27"/>
                  <a:gd name="T4" fmla="*/ 7 w 8"/>
                  <a:gd name="T5" fmla="*/ 18 h 27"/>
                  <a:gd name="T6" fmla="*/ 4 w 8"/>
                  <a:gd name="T7" fmla="*/ 3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0" y="2"/>
                    </a:moveTo>
                    <a:cubicBezTo>
                      <a:pt x="1" y="0"/>
                      <a:pt x="3" y="2"/>
                      <a:pt x="5" y="3"/>
                    </a:cubicBezTo>
                    <a:cubicBezTo>
                      <a:pt x="8" y="7"/>
                      <a:pt x="7" y="11"/>
                      <a:pt x="7" y="15"/>
                    </a:cubicBezTo>
                    <a:cubicBezTo>
                      <a:pt x="6" y="19"/>
                      <a:pt x="8" y="25"/>
                      <a:pt x="4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73" name="Freeform 2800">
                <a:extLst>
                  <a:ext uri="{FF2B5EF4-FFF2-40B4-BE49-F238E27FC236}">
                    <a16:creationId xmlns:a16="http://schemas.microsoft.com/office/drawing/2014/main" id="{FBE0AB5B-F050-4C60-8635-EA729D7A7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710"/>
                <a:ext cx="60" cy="30"/>
              </a:xfrm>
              <a:custGeom>
                <a:avLst/>
                <a:gdLst>
                  <a:gd name="T0" fmla="*/ 0 w 60"/>
                  <a:gd name="T1" fmla="*/ 29 h 28"/>
                  <a:gd name="T2" fmla="*/ 11 w 60"/>
                  <a:gd name="T3" fmla="*/ 34 h 28"/>
                  <a:gd name="T4" fmla="*/ 28 w 60"/>
                  <a:gd name="T5" fmla="*/ 30 h 28"/>
                  <a:gd name="T6" fmla="*/ 56 w 60"/>
                  <a:gd name="T7" fmla="*/ 28 h 28"/>
                  <a:gd name="T8" fmla="*/ 57 w 60"/>
                  <a:gd name="T9" fmla="*/ 6 h 28"/>
                  <a:gd name="T10" fmla="*/ 50 w 60"/>
                  <a:gd name="T11" fmla="*/ 1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4" y="26"/>
                      <a:pt x="6" y="28"/>
                      <a:pt x="11" y="28"/>
                    </a:cubicBezTo>
                    <a:cubicBezTo>
                      <a:pt x="17" y="28"/>
                      <a:pt x="22" y="24"/>
                      <a:pt x="28" y="24"/>
                    </a:cubicBezTo>
                    <a:cubicBezTo>
                      <a:pt x="34" y="23"/>
                      <a:pt x="51" y="27"/>
                      <a:pt x="56" y="22"/>
                    </a:cubicBezTo>
                    <a:cubicBezTo>
                      <a:pt x="60" y="19"/>
                      <a:pt x="58" y="10"/>
                      <a:pt x="57" y="6"/>
                    </a:cubicBezTo>
                    <a:cubicBezTo>
                      <a:pt x="55" y="1"/>
                      <a:pt x="55" y="0"/>
                      <a:pt x="5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74" name="Freeform 2801">
                <a:extLst>
                  <a:ext uri="{FF2B5EF4-FFF2-40B4-BE49-F238E27FC236}">
                    <a16:creationId xmlns:a16="http://schemas.microsoft.com/office/drawing/2014/main" id="{6AF688EC-1825-4D35-990D-501EB1142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756"/>
                <a:ext cx="54" cy="29"/>
              </a:xfrm>
              <a:custGeom>
                <a:avLst/>
                <a:gdLst>
                  <a:gd name="T0" fmla="*/ 0 w 54"/>
                  <a:gd name="T1" fmla="*/ 12 h 27"/>
                  <a:gd name="T2" fmla="*/ 21 w 54"/>
                  <a:gd name="T3" fmla="*/ 1 h 27"/>
                  <a:gd name="T4" fmla="*/ 45 w 54"/>
                  <a:gd name="T5" fmla="*/ 6 h 27"/>
                  <a:gd name="T6" fmla="*/ 50 w 54"/>
                  <a:gd name="T7" fmla="*/ 3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27">
                    <a:moveTo>
                      <a:pt x="0" y="9"/>
                    </a:moveTo>
                    <a:cubicBezTo>
                      <a:pt x="1" y="2"/>
                      <a:pt x="16" y="2"/>
                      <a:pt x="21" y="1"/>
                    </a:cubicBezTo>
                    <a:cubicBezTo>
                      <a:pt x="28" y="0"/>
                      <a:pt x="39" y="2"/>
                      <a:pt x="45" y="6"/>
                    </a:cubicBezTo>
                    <a:cubicBezTo>
                      <a:pt x="51" y="9"/>
                      <a:pt x="54" y="21"/>
                      <a:pt x="50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75" name="Freeform 2802">
                <a:extLst>
                  <a:ext uri="{FF2B5EF4-FFF2-40B4-BE49-F238E27FC236}">
                    <a16:creationId xmlns:a16="http://schemas.microsoft.com/office/drawing/2014/main" id="{42B66532-E519-4EDC-9231-2EEE465AF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732"/>
                <a:ext cx="13" cy="37"/>
              </a:xfrm>
              <a:custGeom>
                <a:avLst/>
                <a:gdLst>
                  <a:gd name="T0" fmla="*/ 6 w 13"/>
                  <a:gd name="T1" fmla="*/ 0 h 35"/>
                  <a:gd name="T2" fmla="*/ 9 w 13"/>
                  <a:gd name="T3" fmla="*/ 26 h 35"/>
                  <a:gd name="T4" fmla="*/ 0 w 13"/>
                  <a:gd name="T5" fmla="*/ 4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5">
                    <a:moveTo>
                      <a:pt x="6" y="0"/>
                    </a:moveTo>
                    <a:cubicBezTo>
                      <a:pt x="13" y="3"/>
                      <a:pt x="9" y="17"/>
                      <a:pt x="9" y="23"/>
                    </a:cubicBezTo>
                    <a:cubicBezTo>
                      <a:pt x="8" y="29"/>
                      <a:pt x="7" y="35"/>
                      <a:pt x="0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76" name="Freeform 2803">
                <a:extLst>
                  <a:ext uri="{FF2B5EF4-FFF2-40B4-BE49-F238E27FC236}">
                    <a16:creationId xmlns:a16="http://schemas.microsoft.com/office/drawing/2014/main" id="{B9A483D2-A0DB-47A4-B19F-6970385D1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741"/>
                <a:ext cx="52" cy="43"/>
              </a:xfrm>
              <a:custGeom>
                <a:avLst/>
                <a:gdLst>
                  <a:gd name="T0" fmla="*/ 46 w 51"/>
                  <a:gd name="T1" fmla="*/ 49 h 40"/>
                  <a:gd name="T2" fmla="*/ 51 w 51"/>
                  <a:gd name="T3" fmla="*/ 29 h 40"/>
                  <a:gd name="T4" fmla="*/ 48 w 51"/>
                  <a:gd name="T5" fmla="*/ 5 h 40"/>
                  <a:gd name="T6" fmla="*/ 30 w 51"/>
                  <a:gd name="T7" fmla="*/ 10 h 40"/>
                  <a:gd name="T8" fmla="*/ 9 w 51"/>
                  <a:gd name="T9" fmla="*/ 5 h 40"/>
                  <a:gd name="T10" fmla="*/ 0 w 51"/>
                  <a:gd name="T11" fmla="*/ 3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0">
                    <a:moveTo>
                      <a:pt x="43" y="40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8" y="18"/>
                      <a:pt x="49" y="9"/>
                      <a:pt x="45" y="5"/>
                    </a:cubicBezTo>
                    <a:cubicBezTo>
                      <a:pt x="41" y="0"/>
                      <a:pt x="32" y="6"/>
                      <a:pt x="27" y="7"/>
                    </a:cubicBezTo>
                    <a:cubicBezTo>
                      <a:pt x="20" y="7"/>
                      <a:pt x="15" y="6"/>
                      <a:pt x="9" y="5"/>
                    </a:cubicBezTo>
                    <a:cubicBezTo>
                      <a:pt x="7" y="4"/>
                      <a:pt x="1" y="5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77" name="Freeform 2804">
                <a:extLst>
                  <a:ext uri="{FF2B5EF4-FFF2-40B4-BE49-F238E27FC236}">
                    <a16:creationId xmlns:a16="http://schemas.microsoft.com/office/drawing/2014/main" id="{6E959507-C92A-4046-9A3A-31579A923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710"/>
                <a:ext cx="11" cy="37"/>
              </a:xfrm>
              <a:custGeom>
                <a:avLst/>
                <a:gdLst>
                  <a:gd name="T0" fmla="*/ 8 w 11"/>
                  <a:gd name="T1" fmla="*/ 0 h 34"/>
                  <a:gd name="T2" fmla="*/ 5 w 11"/>
                  <a:gd name="T3" fmla="*/ 32 h 34"/>
                  <a:gd name="T4" fmla="*/ 0 w 11"/>
                  <a:gd name="T5" fmla="*/ 44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8" y="0"/>
                    </a:moveTo>
                    <a:cubicBezTo>
                      <a:pt x="9" y="8"/>
                      <a:pt x="11" y="18"/>
                      <a:pt x="5" y="25"/>
                    </a:cubicBezTo>
                    <a:cubicBezTo>
                      <a:pt x="3" y="28"/>
                      <a:pt x="1" y="29"/>
                      <a:pt x="0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78" name="Freeform 2805">
                <a:extLst>
                  <a:ext uri="{FF2B5EF4-FFF2-40B4-BE49-F238E27FC236}">
                    <a16:creationId xmlns:a16="http://schemas.microsoft.com/office/drawing/2014/main" id="{0D0C6770-5A73-401C-8EA2-4BD8E5B08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723"/>
                <a:ext cx="22" cy="16"/>
              </a:xfrm>
              <a:custGeom>
                <a:avLst/>
                <a:gdLst>
                  <a:gd name="T0" fmla="*/ 2 w 22"/>
                  <a:gd name="T1" fmla="*/ 0 h 15"/>
                  <a:gd name="T2" fmla="*/ 0 w 22"/>
                  <a:gd name="T3" fmla="*/ 13 h 15"/>
                  <a:gd name="T4" fmla="*/ 9 w 22"/>
                  <a:gd name="T5" fmla="*/ 17 h 15"/>
                  <a:gd name="T6" fmla="*/ 18 w 22"/>
                  <a:gd name="T7" fmla="*/ 18 h 15"/>
                  <a:gd name="T8" fmla="*/ 22 w 22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2" y="0"/>
                    </a:moveTo>
                    <a:cubicBezTo>
                      <a:pt x="0" y="2"/>
                      <a:pt x="0" y="8"/>
                      <a:pt x="0" y="10"/>
                    </a:cubicBezTo>
                    <a:cubicBezTo>
                      <a:pt x="1" y="14"/>
                      <a:pt x="5" y="15"/>
                      <a:pt x="9" y="14"/>
                    </a:cubicBezTo>
                    <a:cubicBezTo>
                      <a:pt x="11" y="14"/>
                      <a:pt x="15" y="15"/>
                      <a:pt x="18" y="15"/>
                    </a:cubicBezTo>
                    <a:cubicBezTo>
                      <a:pt x="19" y="15"/>
                      <a:pt x="20" y="14"/>
                      <a:pt x="22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79" name="Freeform 2806">
                <a:extLst>
                  <a:ext uri="{FF2B5EF4-FFF2-40B4-BE49-F238E27FC236}">
                    <a16:creationId xmlns:a16="http://schemas.microsoft.com/office/drawing/2014/main" id="{D8105D3C-ABC8-4AE0-876D-8A2D47A6C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36"/>
                <a:ext cx="14" cy="14"/>
              </a:xfrm>
              <a:custGeom>
                <a:avLst/>
                <a:gdLst>
                  <a:gd name="T0" fmla="*/ 14 w 14"/>
                  <a:gd name="T1" fmla="*/ 3 h 13"/>
                  <a:gd name="T2" fmla="*/ 2 w 14"/>
                  <a:gd name="T3" fmla="*/ 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0" y="0"/>
                      <a:pt x="0" y="7"/>
                      <a:pt x="2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80" name="Freeform 2807">
                <a:extLst>
                  <a:ext uri="{FF2B5EF4-FFF2-40B4-BE49-F238E27FC236}">
                    <a16:creationId xmlns:a16="http://schemas.microsoft.com/office/drawing/2014/main" id="{761737F0-E38F-4588-A8A3-700384BD9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3358"/>
                <a:ext cx="53" cy="36"/>
              </a:xfrm>
              <a:custGeom>
                <a:avLst/>
                <a:gdLst>
                  <a:gd name="T0" fmla="*/ 14 w 52"/>
                  <a:gd name="T1" fmla="*/ 0 h 34"/>
                  <a:gd name="T2" fmla="*/ 8 w 52"/>
                  <a:gd name="T3" fmla="*/ 24 h 34"/>
                  <a:gd name="T4" fmla="*/ 13 w 52"/>
                  <a:gd name="T5" fmla="*/ 37 h 34"/>
                  <a:gd name="T6" fmla="*/ 35 w 52"/>
                  <a:gd name="T7" fmla="*/ 38 h 34"/>
                  <a:gd name="T8" fmla="*/ 54 w 52"/>
                  <a:gd name="T9" fmla="*/ 28 h 34"/>
                  <a:gd name="T10" fmla="*/ 50 w 52"/>
                  <a:gd name="T11" fmla="*/ 4 h 34"/>
                  <a:gd name="T12" fmla="*/ 36 w 52"/>
                  <a:gd name="T13" fmla="*/ 1 h 34"/>
                  <a:gd name="T14" fmla="*/ 14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0"/>
                    </a:moveTo>
                    <a:cubicBezTo>
                      <a:pt x="0" y="0"/>
                      <a:pt x="6" y="12"/>
                      <a:pt x="8" y="21"/>
                    </a:cubicBezTo>
                    <a:cubicBezTo>
                      <a:pt x="9" y="25"/>
                      <a:pt x="9" y="29"/>
                      <a:pt x="13" y="31"/>
                    </a:cubicBezTo>
                    <a:cubicBezTo>
                      <a:pt x="18" y="34"/>
                      <a:pt x="27" y="33"/>
                      <a:pt x="32" y="32"/>
                    </a:cubicBezTo>
                    <a:cubicBezTo>
                      <a:pt x="38" y="31"/>
                      <a:pt x="49" y="31"/>
                      <a:pt x="51" y="24"/>
                    </a:cubicBezTo>
                    <a:cubicBezTo>
                      <a:pt x="52" y="19"/>
                      <a:pt x="50" y="8"/>
                      <a:pt x="47" y="4"/>
                    </a:cubicBezTo>
                    <a:cubicBezTo>
                      <a:pt x="43" y="1"/>
                      <a:pt x="37" y="1"/>
                      <a:pt x="33" y="1"/>
                    </a:cubicBezTo>
                    <a:cubicBezTo>
                      <a:pt x="27" y="0"/>
                      <a:pt x="20" y="0"/>
                      <a:pt x="1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81" name="Freeform 2808">
                <a:extLst>
                  <a:ext uri="{FF2B5EF4-FFF2-40B4-BE49-F238E27FC236}">
                    <a16:creationId xmlns:a16="http://schemas.microsoft.com/office/drawing/2014/main" id="{346F28D5-BEC9-4BE6-A3AA-2C12E0929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3389"/>
                <a:ext cx="49" cy="28"/>
              </a:xfrm>
              <a:custGeom>
                <a:avLst/>
                <a:gdLst>
                  <a:gd name="T0" fmla="*/ 21 w 48"/>
                  <a:gd name="T1" fmla="*/ 5 h 26"/>
                  <a:gd name="T2" fmla="*/ 10 w 48"/>
                  <a:gd name="T3" fmla="*/ 3 h 26"/>
                  <a:gd name="T4" fmla="*/ 1 w 48"/>
                  <a:gd name="T5" fmla="*/ 6 h 26"/>
                  <a:gd name="T6" fmla="*/ 1 w 48"/>
                  <a:gd name="T7" fmla="*/ 19 h 26"/>
                  <a:gd name="T8" fmla="*/ 13 w 48"/>
                  <a:gd name="T9" fmla="*/ 31 h 26"/>
                  <a:gd name="T10" fmla="*/ 41 w 48"/>
                  <a:gd name="T11" fmla="*/ 30 h 26"/>
                  <a:gd name="T12" fmla="*/ 50 w 48"/>
                  <a:gd name="T13" fmla="*/ 13 h 26"/>
                  <a:gd name="T14" fmla="*/ 44 w 48"/>
                  <a:gd name="T15" fmla="*/ 0 h 26"/>
                  <a:gd name="T16" fmla="*/ 33 w 48"/>
                  <a:gd name="T17" fmla="*/ 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4"/>
                      <a:pt x="14" y="3"/>
                      <a:pt x="10" y="3"/>
                    </a:cubicBezTo>
                    <a:cubicBezTo>
                      <a:pt x="8" y="3"/>
                      <a:pt x="2" y="4"/>
                      <a:pt x="1" y="6"/>
                    </a:cubicBezTo>
                    <a:cubicBezTo>
                      <a:pt x="0" y="8"/>
                      <a:pt x="1" y="15"/>
                      <a:pt x="1" y="16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1" y="25"/>
                      <a:pt x="30" y="26"/>
                      <a:pt x="38" y="24"/>
                    </a:cubicBezTo>
                    <a:cubicBezTo>
                      <a:pt x="47" y="22"/>
                      <a:pt x="48" y="18"/>
                      <a:pt x="47" y="10"/>
                    </a:cubicBezTo>
                    <a:cubicBezTo>
                      <a:pt x="46" y="6"/>
                      <a:pt x="46" y="0"/>
                      <a:pt x="41" y="0"/>
                    </a:cubicBezTo>
                    <a:cubicBezTo>
                      <a:pt x="38" y="0"/>
                      <a:pt x="32" y="3"/>
                      <a:pt x="3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82" name="Freeform 2809">
                <a:extLst>
                  <a:ext uri="{FF2B5EF4-FFF2-40B4-BE49-F238E27FC236}">
                    <a16:creationId xmlns:a16="http://schemas.microsoft.com/office/drawing/2014/main" id="{2A75A5F4-A816-4AAA-B532-BC076BA0B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357"/>
                <a:ext cx="54" cy="28"/>
              </a:xfrm>
              <a:custGeom>
                <a:avLst/>
                <a:gdLst>
                  <a:gd name="T0" fmla="*/ 12 w 54"/>
                  <a:gd name="T1" fmla="*/ 2 h 26"/>
                  <a:gd name="T2" fmla="*/ 1 w 54"/>
                  <a:gd name="T3" fmla="*/ 10 h 26"/>
                  <a:gd name="T4" fmla="*/ 2 w 54"/>
                  <a:gd name="T5" fmla="*/ 26 h 26"/>
                  <a:gd name="T6" fmla="*/ 15 w 54"/>
                  <a:gd name="T7" fmla="*/ 31 h 26"/>
                  <a:gd name="T8" fmla="*/ 40 w 54"/>
                  <a:gd name="T9" fmla="*/ 31 h 26"/>
                  <a:gd name="T10" fmla="*/ 54 w 54"/>
                  <a:gd name="T11" fmla="*/ 20 h 26"/>
                  <a:gd name="T12" fmla="*/ 50 w 54"/>
                  <a:gd name="T13" fmla="*/ 4 h 26"/>
                  <a:gd name="T14" fmla="*/ 35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2" y="20"/>
                    </a:cubicBezTo>
                    <a:cubicBezTo>
                      <a:pt x="4" y="25"/>
                      <a:pt x="10" y="25"/>
                      <a:pt x="15" y="25"/>
                    </a:cubicBezTo>
                    <a:cubicBezTo>
                      <a:pt x="23" y="25"/>
                      <a:pt x="32" y="26"/>
                      <a:pt x="40" y="25"/>
                    </a:cubicBezTo>
                    <a:cubicBezTo>
                      <a:pt x="44" y="25"/>
                      <a:pt x="54" y="23"/>
                      <a:pt x="54" y="17"/>
                    </a:cubicBezTo>
                    <a:cubicBezTo>
                      <a:pt x="54" y="14"/>
                      <a:pt x="53" y="6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83" name="Freeform 2810">
                <a:extLst>
                  <a:ext uri="{FF2B5EF4-FFF2-40B4-BE49-F238E27FC236}">
                    <a16:creationId xmlns:a16="http://schemas.microsoft.com/office/drawing/2014/main" id="{18EC98E6-6256-48D6-8939-C7F873092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3414"/>
                <a:ext cx="6" cy="19"/>
              </a:xfrm>
              <a:custGeom>
                <a:avLst/>
                <a:gdLst>
                  <a:gd name="T0" fmla="*/ 6 w 6"/>
                  <a:gd name="T1" fmla="*/ 2 h 18"/>
                  <a:gd name="T2" fmla="*/ 0 w 6"/>
                  <a:gd name="T3" fmla="*/ 7 h 18"/>
                  <a:gd name="T4" fmla="*/ 0 w 6"/>
                  <a:gd name="T5" fmla="*/ 20 h 18"/>
                  <a:gd name="T6" fmla="*/ 2 w 6"/>
                  <a:gd name="T7" fmla="*/ 2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6" y="2"/>
                    </a:moveTo>
                    <a:cubicBezTo>
                      <a:pt x="3" y="0"/>
                      <a:pt x="1" y="5"/>
                      <a:pt x="0" y="7"/>
                    </a:cubicBezTo>
                    <a:cubicBezTo>
                      <a:pt x="0" y="10"/>
                      <a:pt x="0" y="14"/>
                      <a:pt x="0" y="17"/>
                    </a:cubicBezTo>
                    <a:cubicBezTo>
                      <a:pt x="1" y="17"/>
                      <a:pt x="2" y="18"/>
                      <a:pt x="2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84" name="Freeform 2811">
                <a:extLst>
                  <a:ext uri="{FF2B5EF4-FFF2-40B4-BE49-F238E27FC236}">
                    <a16:creationId xmlns:a16="http://schemas.microsoft.com/office/drawing/2014/main" id="{6905EF7B-8F6D-4D33-9F70-9F8BAA22A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3414"/>
                <a:ext cx="19" cy="18"/>
              </a:xfrm>
              <a:custGeom>
                <a:avLst/>
                <a:gdLst>
                  <a:gd name="T0" fmla="*/ 0 w 19"/>
                  <a:gd name="T1" fmla="*/ 0 h 17"/>
                  <a:gd name="T2" fmla="*/ 17 w 19"/>
                  <a:gd name="T3" fmla="*/ 7 h 17"/>
                  <a:gd name="T4" fmla="*/ 14 w 19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9" y="16"/>
                      <a:pt x="14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85" name="Freeform 2812">
                <a:extLst>
                  <a:ext uri="{FF2B5EF4-FFF2-40B4-BE49-F238E27FC236}">
                    <a16:creationId xmlns:a16="http://schemas.microsoft.com/office/drawing/2014/main" id="{26814094-D8B9-4B8D-979A-76741ECD4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383"/>
                <a:ext cx="60" cy="30"/>
              </a:xfrm>
              <a:custGeom>
                <a:avLst/>
                <a:gdLst>
                  <a:gd name="T0" fmla="*/ 7 w 60"/>
                  <a:gd name="T1" fmla="*/ 1 h 28"/>
                  <a:gd name="T2" fmla="*/ 1 w 60"/>
                  <a:gd name="T3" fmla="*/ 11 h 28"/>
                  <a:gd name="T4" fmla="*/ 2 w 60"/>
                  <a:gd name="T5" fmla="*/ 18 h 28"/>
                  <a:gd name="T6" fmla="*/ 16 w 60"/>
                  <a:gd name="T7" fmla="*/ 32 h 28"/>
                  <a:gd name="T8" fmla="*/ 35 w 60"/>
                  <a:gd name="T9" fmla="*/ 25 h 28"/>
                  <a:gd name="T10" fmla="*/ 55 w 60"/>
                  <a:gd name="T11" fmla="*/ 17 h 28"/>
                  <a:gd name="T12" fmla="*/ 50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5" y="1"/>
                      <a:pt x="2" y="5"/>
                      <a:pt x="1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5" y="23"/>
                      <a:pt x="6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1" y="19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86" name="Freeform 2813">
                <a:extLst>
                  <a:ext uri="{FF2B5EF4-FFF2-40B4-BE49-F238E27FC236}">
                    <a16:creationId xmlns:a16="http://schemas.microsoft.com/office/drawing/2014/main" id="{A878D5BA-0B06-431D-91E9-6110EAFA8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411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87" name="Freeform 2814">
                <a:extLst>
                  <a:ext uri="{FF2B5EF4-FFF2-40B4-BE49-F238E27FC236}">
                    <a16:creationId xmlns:a16="http://schemas.microsoft.com/office/drawing/2014/main" id="{2C66D1B3-D9B4-466C-86B8-2CB313018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396"/>
                <a:ext cx="15" cy="37"/>
              </a:xfrm>
              <a:custGeom>
                <a:avLst/>
                <a:gdLst>
                  <a:gd name="T0" fmla="*/ 0 w 15"/>
                  <a:gd name="T1" fmla="*/ 0 h 35"/>
                  <a:gd name="T2" fmla="*/ 11 w 15"/>
                  <a:gd name="T3" fmla="*/ 34 h 35"/>
                  <a:gd name="T4" fmla="*/ 4 w 15"/>
                  <a:gd name="T5" fmla="*/ 4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5">
                    <a:moveTo>
                      <a:pt x="0" y="0"/>
                    </a:moveTo>
                    <a:cubicBezTo>
                      <a:pt x="6" y="8"/>
                      <a:pt x="15" y="16"/>
                      <a:pt x="11" y="28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88" name="Freeform 2815">
                <a:extLst>
                  <a:ext uri="{FF2B5EF4-FFF2-40B4-BE49-F238E27FC236}">
                    <a16:creationId xmlns:a16="http://schemas.microsoft.com/office/drawing/2014/main" id="{D96C59DB-1A20-4790-9A02-8FB2B5E91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3357"/>
                <a:ext cx="60" cy="21"/>
              </a:xfrm>
              <a:custGeom>
                <a:avLst/>
                <a:gdLst>
                  <a:gd name="T0" fmla="*/ 4 w 59"/>
                  <a:gd name="T1" fmla="*/ 0 h 20"/>
                  <a:gd name="T2" fmla="*/ 5 w 59"/>
                  <a:gd name="T3" fmla="*/ 17 h 20"/>
                  <a:gd name="T4" fmla="*/ 26 w 59"/>
                  <a:gd name="T5" fmla="*/ 23 h 20"/>
                  <a:gd name="T6" fmla="*/ 51 w 59"/>
                  <a:gd name="T7" fmla="*/ 20 h 20"/>
                  <a:gd name="T8" fmla="*/ 61 w 59"/>
                  <a:gd name="T9" fmla="*/ 15 h 20"/>
                  <a:gd name="T10" fmla="*/ 58 w 59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9" y="20"/>
                      <a:pt x="19" y="20"/>
                      <a:pt x="26" y="20"/>
                    </a:cubicBezTo>
                    <a:cubicBezTo>
                      <a:pt x="33" y="20"/>
                      <a:pt x="40" y="18"/>
                      <a:pt x="48" y="17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9"/>
                      <a:pt x="59" y="2"/>
                      <a:pt x="5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89" name="Freeform 2816">
                <a:extLst>
                  <a:ext uri="{FF2B5EF4-FFF2-40B4-BE49-F238E27FC236}">
                    <a16:creationId xmlns:a16="http://schemas.microsoft.com/office/drawing/2014/main" id="{EA77BF80-D683-46B9-A5AE-0CE6346DE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393"/>
                <a:ext cx="45" cy="39"/>
              </a:xfrm>
              <a:custGeom>
                <a:avLst/>
                <a:gdLst>
                  <a:gd name="T0" fmla="*/ 5 w 44"/>
                  <a:gd name="T1" fmla="*/ 46 h 36"/>
                  <a:gd name="T2" fmla="*/ 2 w 44"/>
                  <a:gd name="T3" fmla="*/ 18 h 36"/>
                  <a:gd name="T4" fmla="*/ 2 w 44"/>
                  <a:gd name="T5" fmla="*/ 11 h 36"/>
                  <a:gd name="T6" fmla="*/ 21 w 44"/>
                  <a:gd name="T7" fmla="*/ 3 h 36"/>
                  <a:gd name="T8" fmla="*/ 41 w 44"/>
                  <a:gd name="T9" fmla="*/ 3 h 36"/>
                  <a:gd name="T10" fmla="*/ 47 w 44"/>
                  <a:gd name="T11" fmla="*/ 25 h 36"/>
                  <a:gd name="T12" fmla="*/ 42 w 44"/>
                  <a:gd name="T13" fmla="*/ 4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6">
                    <a:moveTo>
                      <a:pt x="5" y="36"/>
                    </a:moveTo>
                    <a:cubicBezTo>
                      <a:pt x="1" y="30"/>
                      <a:pt x="3" y="22"/>
                      <a:pt x="2" y="15"/>
                    </a:cubicBezTo>
                    <a:cubicBezTo>
                      <a:pt x="2" y="13"/>
                      <a:pt x="0" y="10"/>
                      <a:pt x="2" y="8"/>
                    </a:cubicBezTo>
                    <a:cubicBezTo>
                      <a:pt x="5" y="4"/>
                      <a:pt x="16" y="4"/>
                      <a:pt x="21" y="3"/>
                    </a:cubicBezTo>
                    <a:cubicBezTo>
                      <a:pt x="26" y="2"/>
                      <a:pt x="33" y="0"/>
                      <a:pt x="38" y="3"/>
                    </a:cubicBezTo>
                    <a:cubicBezTo>
                      <a:pt x="44" y="6"/>
                      <a:pt x="44" y="13"/>
                      <a:pt x="44" y="19"/>
                    </a:cubicBezTo>
                    <a:cubicBezTo>
                      <a:pt x="44" y="24"/>
                      <a:pt x="44" y="34"/>
                      <a:pt x="39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90" name="Freeform 2817">
                <a:extLst>
                  <a:ext uri="{FF2B5EF4-FFF2-40B4-BE49-F238E27FC236}">
                    <a16:creationId xmlns:a16="http://schemas.microsoft.com/office/drawing/2014/main" id="{70540A65-1910-4449-AB17-DB840D6B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3355"/>
                <a:ext cx="51" cy="28"/>
              </a:xfrm>
              <a:custGeom>
                <a:avLst/>
                <a:gdLst>
                  <a:gd name="T0" fmla="*/ 3 w 51"/>
                  <a:gd name="T1" fmla="*/ 2 h 26"/>
                  <a:gd name="T2" fmla="*/ 4 w 51"/>
                  <a:gd name="T3" fmla="*/ 26 h 26"/>
                  <a:gd name="T4" fmla="*/ 19 w 51"/>
                  <a:gd name="T5" fmla="*/ 26 h 26"/>
                  <a:gd name="T6" fmla="*/ 33 w 51"/>
                  <a:gd name="T7" fmla="*/ 28 h 26"/>
                  <a:gd name="T8" fmla="*/ 43 w 51"/>
                  <a:gd name="T9" fmla="*/ 32 h 26"/>
                  <a:gd name="T10" fmla="*/ 50 w 51"/>
                  <a:gd name="T11" fmla="*/ 20 h 26"/>
                  <a:gd name="T12" fmla="*/ 43 w 51"/>
                  <a:gd name="T13" fmla="*/ 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6">
                    <a:moveTo>
                      <a:pt x="3" y="2"/>
                    </a:moveTo>
                    <a:cubicBezTo>
                      <a:pt x="2" y="6"/>
                      <a:pt x="0" y="18"/>
                      <a:pt x="4" y="20"/>
                    </a:cubicBezTo>
                    <a:cubicBezTo>
                      <a:pt x="7" y="22"/>
                      <a:pt x="15" y="20"/>
                      <a:pt x="19" y="20"/>
                    </a:cubicBezTo>
                    <a:cubicBezTo>
                      <a:pt x="24" y="20"/>
                      <a:pt x="28" y="19"/>
                      <a:pt x="33" y="22"/>
                    </a:cubicBezTo>
                    <a:cubicBezTo>
                      <a:pt x="36" y="23"/>
                      <a:pt x="39" y="26"/>
                      <a:pt x="43" y="26"/>
                    </a:cubicBezTo>
                    <a:cubicBezTo>
                      <a:pt x="48" y="25"/>
                      <a:pt x="51" y="21"/>
                      <a:pt x="50" y="17"/>
                    </a:cubicBezTo>
                    <a:cubicBezTo>
                      <a:pt x="50" y="14"/>
                      <a:pt x="48" y="0"/>
                      <a:pt x="4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91" name="Freeform 2818">
                <a:extLst>
                  <a:ext uri="{FF2B5EF4-FFF2-40B4-BE49-F238E27FC236}">
                    <a16:creationId xmlns:a16="http://schemas.microsoft.com/office/drawing/2014/main" id="{DE375FF6-9694-4102-A703-882754DB0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373"/>
                <a:ext cx="48" cy="30"/>
              </a:xfrm>
              <a:custGeom>
                <a:avLst/>
                <a:gdLst>
                  <a:gd name="T0" fmla="*/ 5 w 48"/>
                  <a:gd name="T1" fmla="*/ 5 h 28"/>
                  <a:gd name="T2" fmla="*/ 1 w 48"/>
                  <a:gd name="T3" fmla="*/ 13 h 28"/>
                  <a:gd name="T4" fmla="*/ 2 w 48"/>
                  <a:gd name="T5" fmla="*/ 29 h 28"/>
                  <a:gd name="T6" fmla="*/ 26 w 48"/>
                  <a:gd name="T7" fmla="*/ 29 h 28"/>
                  <a:gd name="T8" fmla="*/ 46 w 48"/>
                  <a:gd name="T9" fmla="*/ 17 h 28"/>
                  <a:gd name="T10" fmla="*/ 42 w 48"/>
                  <a:gd name="T11" fmla="*/ 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4" y="4"/>
                      <a:pt x="1" y="8"/>
                      <a:pt x="1" y="10"/>
                    </a:cubicBezTo>
                    <a:cubicBezTo>
                      <a:pt x="0" y="13"/>
                      <a:pt x="0" y="20"/>
                      <a:pt x="2" y="23"/>
                    </a:cubicBezTo>
                    <a:cubicBezTo>
                      <a:pt x="7" y="28"/>
                      <a:pt x="20" y="23"/>
                      <a:pt x="26" y="23"/>
                    </a:cubicBezTo>
                    <a:cubicBezTo>
                      <a:pt x="34" y="23"/>
                      <a:pt x="44" y="23"/>
                      <a:pt x="46" y="14"/>
                    </a:cubicBezTo>
                    <a:cubicBezTo>
                      <a:pt x="47" y="11"/>
                      <a:pt x="48" y="0"/>
                      <a:pt x="42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92" name="Freeform 2819">
                <a:extLst>
                  <a:ext uri="{FF2B5EF4-FFF2-40B4-BE49-F238E27FC236}">
                    <a16:creationId xmlns:a16="http://schemas.microsoft.com/office/drawing/2014/main" id="{ED26715C-2CE9-4C4D-963C-B952A773D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3358"/>
                <a:ext cx="52" cy="36"/>
              </a:xfrm>
              <a:custGeom>
                <a:avLst/>
                <a:gdLst>
                  <a:gd name="T0" fmla="*/ 14 w 52"/>
                  <a:gd name="T1" fmla="*/ 0 h 34"/>
                  <a:gd name="T2" fmla="*/ 8 w 52"/>
                  <a:gd name="T3" fmla="*/ 24 h 34"/>
                  <a:gd name="T4" fmla="*/ 13 w 52"/>
                  <a:gd name="T5" fmla="*/ 37 h 34"/>
                  <a:gd name="T6" fmla="*/ 32 w 52"/>
                  <a:gd name="T7" fmla="*/ 38 h 34"/>
                  <a:gd name="T8" fmla="*/ 51 w 52"/>
                  <a:gd name="T9" fmla="*/ 28 h 34"/>
                  <a:gd name="T10" fmla="*/ 46 w 52"/>
                  <a:gd name="T11" fmla="*/ 4 h 34"/>
                  <a:gd name="T12" fmla="*/ 32 w 52"/>
                  <a:gd name="T13" fmla="*/ 1 h 34"/>
                  <a:gd name="T14" fmla="*/ 14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0"/>
                    </a:moveTo>
                    <a:cubicBezTo>
                      <a:pt x="0" y="0"/>
                      <a:pt x="5" y="12"/>
                      <a:pt x="8" y="21"/>
                    </a:cubicBezTo>
                    <a:cubicBezTo>
                      <a:pt x="9" y="25"/>
                      <a:pt x="9" y="29"/>
                      <a:pt x="13" y="31"/>
                    </a:cubicBezTo>
                    <a:cubicBezTo>
                      <a:pt x="18" y="34"/>
                      <a:pt x="26" y="33"/>
                      <a:pt x="32" y="32"/>
                    </a:cubicBezTo>
                    <a:cubicBezTo>
                      <a:pt x="38" y="31"/>
                      <a:pt x="49" y="31"/>
                      <a:pt x="51" y="24"/>
                    </a:cubicBezTo>
                    <a:cubicBezTo>
                      <a:pt x="52" y="19"/>
                      <a:pt x="50" y="8"/>
                      <a:pt x="46" y="4"/>
                    </a:cubicBezTo>
                    <a:cubicBezTo>
                      <a:pt x="43" y="1"/>
                      <a:pt x="36" y="1"/>
                      <a:pt x="32" y="1"/>
                    </a:cubicBezTo>
                    <a:cubicBezTo>
                      <a:pt x="26" y="0"/>
                      <a:pt x="20" y="0"/>
                      <a:pt x="1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93" name="Freeform 2820">
                <a:extLst>
                  <a:ext uri="{FF2B5EF4-FFF2-40B4-BE49-F238E27FC236}">
                    <a16:creationId xmlns:a16="http://schemas.microsoft.com/office/drawing/2014/main" id="{DD8DDA64-C4EC-4E58-9CC8-B1694D09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3389"/>
                <a:ext cx="48" cy="28"/>
              </a:xfrm>
              <a:custGeom>
                <a:avLst/>
                <a:gdLst>
                  <a:gd name="T0" fmla="*/ 21 w 48"/>
                  <a:gd name="T1" fmla="*/ 5 h 26"/>
                  <a:gd name="T2" fmla="*/ 10 w 48"/>
                  <a:gd name="T3" fmla="*/ 3 h 26"/>
                  <a:gd name="T4" fmla="*/ 1 w 48"/>
                  <a:gd name="T5" fmla="*/ 6 h 26"/>
                  <a:gd name="T6" fmla="*/ 1 w 48"/>
                  <a:gd name="T7" fmla="*/ 19 h 26"/>
                  <a:gd name="T8" fmla="*/ 13 w 48"/>
                  <a:gd name="T9" fmla="*/ 31 h 26"/>
                  <a:gd name="T10" fmla="*/ 38 w 48"/>
                  <a:gd name="T11" fmla="*/ 30 h 26"/>
                  <a:gd name="T12" fmla="*/ 47 w 48"/>
                  <a:gd name="T13" fmla="*/ 13 h 26"/>
                  <a:gd name="T14" fmla="*/ 41 w 48"/>
                  <a:gd name="T15" fmla="*/ 0 h 26"/>
                  <a:gd name="T16" fmla="*/ 30 w 48"/>
                  <a:gd name="T17" fmla="*/ 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6">
                    <a:moveTo>
                      <a:pt x="21" y="5"/>
                    </a:moveTo>
                    <a:cubicBezTo>
                      <a:pt x="17" y="4"/>
                      <a:pt x="14" y="3"/>
                      <a:pt x="10" y="3"/>
                    </a:cubicBezTo>
                    <a:cubicBezTo>
                      <a:pt x="8" y="3"/>
                      <a:pt x="2" y="4"/>
                      <a:pt x="1" y="6"/>
                    </a:cubicBezTo>
                    <a:cubicBezTo>
                      <a:pt x="0" y="8"/>
                      <a:pt x="1" y="15"/>
                      <a:pt x="1" y="16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1" y="25"/>
                      <a:pt x="29" y="26"/>
                      <a:pt x="38" y="24"/>
                    </a:cubicBezTo>
                    <a:cubicBezTo>
                      <a:pt x="47" y="22"/>
                      <a:pt x="48" y="18"/>
                      <a:pt x="47" y="10"/>
                    </a:cubicBezTo>
                    <a:cubicBezTo>
                      <a:pt x="46" y="6"/>
                      <a:pt x="46" y="0"/>
                      <a:pt x="41" y="0"/>
                    </a:cubicBezTo>
                    <a:cubicBezTo>
                      <a:pt x="38" y="0"/>
                      <a:pt x="32" y="3"/>
                      <a:pt x="3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94" name="Freeform 2821">
                <a:extLst>
                  <a:ext uri="{FF2B5EF4-FFF2-40B4-BE49-F238E27FC236}">
                    <a16:creationId xmlns:a16="http://schemas.microsoft.com/office/drawing/2014/main" id="{86C08FAD-1984-4AB0-AC22-4FEA51C28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357"/>
                <a:ext cx="55" cy="28"/>
              </a:xfrm>
              <a:custGeom>
                <a:avLst/>
                <a:gdLst>
                  <a:gd name="T0" fmla="*/ 12 w 54"/>
                  <a:gd name="T1" fmla="*/ 2 h 26"/>
                  <a:gd name="T2" fmla="*/ 1 w 54"/>
                  <a:gd name="T3" fmla="*/ 10 h 26"/>
                  <a:gd name="T4" fmla="*/ 1 w 54"/>
                  <a:gd name="T5" fmla="*/ 26 h 26"/>
                  <a:gd name="T6" fmla="*/ 15 w 54"/>
                  <a:gd name="T7" fmla="*/ 31 h 26"/>
                  <a:gd name="T8" fmla="*/ 43 w 54"/>
                  <a:gd name="T9" fmla="*/ 31 h 26"/>
                  <a:gd name="T10" fmla="*/ 57 w 54"/>
                  <a:gd name="T11" fmla="*/ 20 h 26"/>
                  <a:gd name="T12" fmla="*/ 53 w 54"/>
                  <a:gd name="T13" fmla="*/ 4 h 26"/>
                  <a:gd name="T14" fmla="*/ 38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2" y="2"/>
                    </a:moveTo>
                    <a:cubicBezTo>
                      <a:pt x="9" y="0"/>
                      <a:pt x="2" y="4"/>
                      <a:pt x="1" y="7"/>
                    </a:cubicBezTo>
                    <a:cubicBezTo>
                      <a:pt x="0" y="10"/>
                      <a:pt x="0" y="17"/>
                      <a:pt x="1" y="20"/>
                    </a:cubicBezTo>
                    <a:cubicBezTo>
                      <a:pt x="4" y="25"/>
                      <a:pt x="10" y="25"/>
                      <a:pt x="15" y="25"/>
                    </a:cubicBezTo>
                    <a:cubicBezTo>
                      <a:pt x="23" y="25"/>
                      <a:pt x="32" y="26"/>
                      <a:pt x="40" y="25"/>
                    </a:cubicBezTo>
                    <a:cubicBezTo>
                      <a:pt x="44" y="25"/>
                      <a:pt x="54" y="23"/>
                      <a:pt x="54" y="17"/>
                    </a:cubicBezTo>
                    <a:cubicBezTo>
                      <a:pt x="54" y="14"/>
                      <a:pt x="52" y="6"/>
                      <a:pt x="50" y="4"/>
                    </a:cubicBezTo>
                    <a:cubicBezTo>
                      <a:pt x="46" y="0"/>
                      <a:pt x="40" y="2"/>
                      <a:pt x="3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95" name="Freeform 2822">
                <a:extLst>
                  <a:ext uri="{FF2B5EF4-FFF2-40B4-BE49-F238E27FC236}">
                    <a16:creationId xmlns:a16="http://schemas.microsoft.com/office/drawing/2014/main" id="{8BAC85FB-A1E7-4571-BAAB-F2C2E8361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414"/>
                <a:ext cx="19" cy="18"/>
              </a:xfrm>
              <a:custGeom>
                <a:avLst/>
                <a:gdLst>
                  <a:gd name="T0" fmla="*/ 0 w 19"/>
                  <a:gd name="T1" fmla="*/ 0 h 17"/>
                  <a:gd name="T2" fmla="*/ 17 w 19"/>
                  <a:gd name="T3" fmla="*/ 7 h 17"/>
                  <a:gd name="T4" fmla="*/ 14 w 19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1"/>
                      <a:pt x="19" y="16"/>
                      <a:pt x="14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96" name="Freeform 2823">
                <a:extLst>
                  <a:ext uri="{FF2B5EF4-FFF2-40B4-BE49-F238E27FC236}">
                    <a16:creationId xmlns:a16="http://schemas.microsoft.com/office/drawing/2014/main" id="{8A7A692E-A09D-49B1-AE60-2F1C44CFF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383"/>
                <a:ext cx="61" cy="30"/>
              </a:xfrm>
              <a:custGeom>
                <a:avLst/>
                <a:gdLst>
                  <a:gd name="T0" fmla="*/ 7 w 60"/>
                  <a:gd name="T1" fmla="*/ 1 h 28"/>
                  <a:gd name="T2" fmla="*/ 1 w 60"/>
                  <a:gd name="T3" fmla="*/ 11 h 28"/>
                  <a:gd name="T4" fmla="*/ 2 w 60"/>
                  <a:gd name="T5" fmla="*/ 18 h 28"/>
                  <a:gd name="T6" fmla="*/ 16 w 60"/>
                  <a:gd name="T7" fmla="*/ 32 h 28"/>
                  <a:gd name="T8" fmla="*/ 38 w 60"/>
                  <a:gd name="T9" fmla="*/ 25 h 28"/>
                  <a:gd name="T10" fmla="*/ 58 w 60"/>
                  <a:gd name="T11" fmla="*/ 17 h 28"/>
                  <a:gd name="T12" fmla="*/ 53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5" y="1"/>
                      <a:pt x="2" y="5"/>
                      <a:pt x="1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4" y="23"/>
                      <a:pt x="5" y="28"/>
                      <a:pt x="16" y="26"/>
                    </a:cubicBezTo>
                    <a:cubicBezTo>
                      <a:pt x="22" y="24"/>
                      <a:pt x="28" y="21"/>
                      <a:pt x="35" y="20"/>
                    </a:cubicBezTo>
                    <a:cubicBezTo>
                      <a:pt x="41" y="19"/>
                      <a:pt x="50" y="19"/>
                      <a:pt x="55" y="14"/>
                    </a:cubicBezTo>
                    <a:cubicBezTo>
                      <a:pt x="60" y="10"/>
                      <a:pt x="57" y="0"/>
                      <a:pt x="5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97" name="Freeform 2824">
                <a:extLst>
                  <a:ext uri="{FF2B5EF4-FFF2-40B4-BE49-F238E27FC236}">
                    <a16:creationId xmlns:a16="http://schemas.microsoft.com/office/drawing/2014/main" id="{0636F7A2-F64E-4BB2-9F95-1CE053B66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3411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0" y="5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98" name="Freeform 2825">
                <a:extLst>
                  <a:ext uri="{FF2B5EF4-FFF2-40B4-BE49-F238E27FC236}">
                    <a16:creationId xmlns:a16="http://schemas.microsoft.com/office/drawing/2014/main" id="{7AF7AD78-2914-42B0-9D65-5D0A6CE0D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396"/>
                <a:ext cx="14" cy="37"/>
              </a:xfrm>
              <a:custGeom>
                <a:avLst/>
                <a:gdLst>
                  <a:gd name="T0" fmla="*/ 0 w 14"/>
                  <a:gd name="T1" fmla="*/ 0 h 35"/>
                  <a:gd name="T2" fmla="*/ 11 w 14"/>
                  <a:gd name="T3" fmla="*/ 34 h 35"/>
                  <a:gd name="T4" fmla="*/ 4 w 14"/>
                  <a:gd name="T5" fmla="*/ 4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6" y="8"/>
                      <a:pt x="14" y="16"/>
                      <a:pt x="11" y="28"/>
                    </a:cubicBezTo>
                    <a:cubicBezTo>
                      <a:pt x="10" y="31"/>
                      <a:pt x="7" y="34"/>
                      <a:pt x="4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99" name="Freeform 2826">
                <a:extLst>
                  <a:ext uri="{FF2B5EF4-FFF2-40B4-BE49-F238E27FC236}">
                    <a16:creationId xmlns:a16="http://schemas.microsoft.com/office/drawing/2014/main" id="{9E6C9FC2-908C-4FFA-A771-936B323A0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357"/>
                <a:ext cx="59" cy="21"/>
              </a:xfrm>
              <a:custGeom>
                <a:avLst/>
                <a:gdLst>
                  <a:gd name="T0" fmla="*/ 4 w 59"/>
                  <a:gd name="T1" fmla="*/ 0 h 20"/>
                  <a:gd name="T2" fmla="*/ 5 w 59"/>
                  <a:gd name="T3" fmla="*/ 17 h 20"/>
                  <a:gd name="T4" fmla="*/ 25 w 59"/>
                  <a:gd name="T5" fmla="*/ 23 h 20"/>
                  <a:gd name="T6" fmla="*/ 47 w 59"/>
                  <a:gd name="T7" fmla="*/ 20 h 20"/>
                  <a:gd name="T8" fmla="*/ 58 w 59"/>
                  <a:gd name="T9" fmla="*/ 15 h 20"/>
                  <a:gd name="T10" fmla="*/ 55 w 59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4"/>
                      <a:pt x="2" y="10"/>
                      <a:pt x="5" y="14"/>
                    </a:cubicBezTo>
                    <a:cubicBezTo>
                      <a:pt x="9" y="20"/>
                      <a:pt x="19" y="20"/>
                      <a:pt x="25" y="20"/>
                    </a:cubicBezTo>
                    <a:cubicBezTo>
                      <a:pt x="33" y="20"/>
                      <a:pt x="40" y="18"/>
                      <a:pt x="47" y="17"/>
                    </a:cubicBezTo>
                    <a:cubicBezTo>
                      <a:pt x="52" y="16"/>
                      <a:pt x="56" y="17"/>
                      <a:pt x="58" y="12"/>
                    </a:cubicBezTo>
                    <a:cubicBezTo>
                      <a:pt x="59" y="9"/>
                      <a:pt x="59" y="2"/>
                      <a:pt x="5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00" name="Freeform 2827">
                <a:extLst>
                  <a:ext uri="{FF2B5EF4-FFF2-40B4-BE49-F238E27FC236}">
                    <a16:creationId xmlns:a16="http://schemas.microsoft.com/office/drawing/2014/main" id="{E714FD21-2C0D-4031-AAD4-440A86B7C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393"/>
                <a:ext cx="45" cy="39"/>
              </a:xfrm>
              <a:custGeom>
                <a:avLst/>
                <a:gdLst>
                  <a:gd name="T0" fmla="*/ 5 w 45"/>
                  <a:gd name="T1" fmla="*/ 46 h 36"/>
                  <a:gd name="T2" fmla="*/ 3 w 45"/>
                  <a:gd name="T3" fmla="*/ 18 h 36"/>
                  <a:gd name="T4" fmla="*/ 3 w 45"/>
                  <a:gd name="T5" fmla="*/ 11 h 36"/>
                  <a:gd name="T6" fmla="*/ 21 w 45"/>
                  <a:gd name="T7" fmla="*/ 3 h 36"/>
                  <a:gd name="T8" fmla="*/ 39 w 45"/>
                  <a:gd name="T9" fmla="*/ 3 h 36"/>
                  <a:gd name="T10" fmla="*/ 45 w 45"/>
                  <a:gd name="T11" fmla="*/ 25 h 36"/>
                  <a:gd name="T12" fmla="*/ 40 w 45"/>
                  <a:gd name="T13" fmla="*/ 4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1" y="30"/>
                      <a:pt x="4" y="22"/>
                      <a:pt x="3" y="15"/>
                    </a:cubicBezTo>
                    <a:cubicBezTo>
                      <a:pt x="3" y="13"/>
                      <a:pt x="0" y="10"/>
                      <a:pt x="3" y="8"/>
                    </a:cubicBezTo>
                    <a:cubicBezTo>
                      <a:pt x="6" y="4"/>
                      <a:pt x="17" y="4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5" y="6"/>
                      <a:pt x="45" y="13"/>
                      <a:pt x="45" y="19"/>
                    </a:cubicBezTo>
                    <a:cubicBezTo>
                      <a:pt x="45" y="24"/>
                      <a:pt x="45" y="34"/>
                      <a:pt x="40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01" name="Freeform 2828">
                <a:extLst>
                  <a:ext uri="{FF2B5EF4-FFF2-40B4-BE49-F238E27FC236}">
                    <a16:creationId xmlns:a16="http://schemas.microsoft.com/office/drawing/2014/main" id="{53782FDF-6D6F-4818-8544-D43818ED3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3373"/>
                <a:ext cx="47" cy="30"/>
              </a:xfrm>
              <a:custGeom>
                <a:avLst/>
                <a:gdLst>
                  <a:gd name="T0" fmla="*/ 5 w 47"/>
                  <a:gd name="T1" fmla="*/ 5 h 28"/>
                  <a:gd name="T2" fmla="*/ 1 w 47"/>
                  <a:gd name="T3" fmla="*/ 13 h 28"/>
                  <a:gd name="T4" fmla="*/ 2 w 47"/>
                  <a:gd name="T5" fmla="*/ 29 h 28"/>
                  <a:gd name="T6" fmla="*/ 26 w 47"/>
                  <a:gd name="T7" fmla="*/ 29 h 28"/>
                  <a:gd name="T8" fmla="*/ 46 w 47"/>
                  <a:gd name="T9" fmla="*/ 17 h 28"/>
                  <a:gd name="T10" fmla="*/ 41 w 47"/>
                  <a:gd name="T11" fmla="*/ 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8">
                    <a:moveTo>
                      <a:pt x="5" y="5"/>
                    </a:moveTo>
                    <a:cubicBezTo>
                      <a:pt x="4" y="4"/>
                      <a:pt x="1" y="8"/>
                      <a:pt x="1" y="10"/>
                    </a:cubicBezTo>
                    <a:cubicBezTo>
                      <a:pt x="0" y="13"/>
                      <a:pt x="0" y="20"/>
                      <a:pt x="2" y="23"/>
                    </a:cubicBezTo>
                    <a:cubicBezTo>
                      <a:pt x="7" y="28"/>
                      <a:pt x="20" y="23"/>
                      <a:pt x="26" y="23"/>
                    </a:cubicBezTo>
                    <a:cubicBezTo>
                      <a:pt x="34" y="23"/>
                      <a:pt x="44" y="23"/>
                      <a:pt x="46" y="14"/>
                    </a:cubicBezTo>
                    <a:cubicBezTo>
                      <a:pt x="47" y="11"/>
                      <a:pt x="47" y="0"/>
                      <a:pt x="41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02" name="Freeform 2829">
                <a:extLst>
                  <a:ext uri="{FF2B5EF4-FFF2-40B4-BE49-F238E27FC236}">
                    <a16:creationId xmlns:a16="http://schemas.microsoft.com/office/drawing/2014/main" id="{4181AE07-5E50-4990-8DB3-884250592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3376"/>
                <a:ext cx="7" cy="9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4" y="0"/>
                      <a:pt x="0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03" name="Freeform 2830">
                <a:extLst>
                  <a:ext uri="{FF2B5EF4-FFF2-40B4-BE49-F238E27FC236}">
                    <a16:creationId xmlns:a16="http://schemas.microsoft.com/office/drawing/2014/main" id="{2F405C35-C990-443D-A391-DFC389B95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3382"/>
                <a:ext cx="63" cy="23"/>
              </a:xfrm>
              <a:custGeom>
                <a:avLst/>
                <a:gdLst>
                  <a:gd name="T0" fmla="*/ 43 w 63"/>
                  <a:gd name="T1" fmla="*/ 2 h 22"/>
                  <a:gd name="T2" fmla="*/ 56 w 63"/>
                  <a:gd name="T3" fmla="*/ 19 h 22"/>
                  <a:gd name="T4" fmla="*/ 46 w 63"/>
                  <a:gd name="T5" fmla="*/ 23 h 22"/>
                  <a:gd name="T6" fmla="*/ 28 w 63"/>
                  <a:gd name="T7" fmla="*/ 24 h 22"/>
                  <a:gd name="T8" fmla="*/ 8 w 63"/>
                  <a:gd name="T9" fmla="*/ 22 h 22"/>
                  <a:gd name="T10" fmla="*/ 0 w 63"/>
                  <a:gd name="T11" fmla="*/ 21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2">
                    <a:moveTo>
                      <a:pt x="43" y="2"/>
                    </a:moveTo>
                    <a:cubicBezTo>
                      <a:pt x="50" y="0"/>
                      <a:pt x="63" y="9"/>
                      <a:pt x="56" y="16"/>
                    </a:cubicBezTo>
                    <a:cubicBezTo>
                      <a:pt x="54" y="19"/>
                      <a:pt x="49" y="20"/>
                      <a:pt x="46" y="20"/>
                    </a:cubicBezTo>
                    <a:cubicBezTo>
                      <a:pt x="39" y="22"/>
                      <a:pt x="34" y="21"/>
                      <a:pt x="28" y="21"/>
                    </a:cubicBezTo>
                    <a:cubicBezTo>
                      <a:pt x="21" y="21"/>
                      <a:pt x="15" y="20"/>
                      <a:pt x="8" y="19"/>
                    </a:cubicBezTo>
                    <a:cubicBezTo>
                      <a:pt x="6" y="19"/>
                      <a:pt x="1" y="21"/>
                      <a:pt x="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04" name="Freeform 2831">
                <a:extLst>
                  <a:ext uri="{FF2B5EF4-FFF2-40B4-BE49-F238E27FC236}">
                    <a16:creationId xmlns:a16="http://schemas.microsoft.com/office/drawing/2014/main" id="{30FB9896-493F-48DA-965C-5F6B66503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357"/>
                <a:ext cx="43" cy="30"/>
              </a:xfrm>
              <a:custGeom>
                <a:avLst/>
                <a:gdLst>
                  <a:gd name="T0" fmla="*/ 4 w 43"/>
                  <a:gd name="T1" fmla="*/ 1 h 28"/>
                  <a:gd name="T2" fmla="*/ 2 w 43"/>
                  <a:gd name="T3" fmla="*/ 16 h 28"/>
                  <a:gd name="T4" fmla="*/ 17 w 43"/>
                  <a:gd name="T5" fmla="*/ 33 h 28"/>
                  <a:gd name="T6" fmla="*/ 42 w 43"/>
                  <a:gd name="T7" fmla="*/ 20 h 28"/>
                  <a:gd name="T8" fmla="*/ 37 w 43"/>
                  <a:gd name="T9" fmla="*/ 3 h 28"/>
                  <a:gd name="T10" fmla="*/ 36 w 43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8">
                    <a:moveTo>
                      <a:pt x="4" y="1"/>
                    </a:moveTo>
                    <a:cubicBezTo>
                      <a:pt x="0" y="0"/>
                      <a:pt x="1" y="10"/>
                      <a:pt x="2" y="13"/>
                    </a:cubicBezTo>
                    <a:cubicBezTo>
                      <a:pt x="5" y="22"/>
                      <a:pt x="5" y="28"/>
                      <a:pt x="17" y="27"/>
                    </a:cubicBezTo>
                    <a:cubicBezTo>
                      <a:pt x="23" y="26"/>
                      <a:pt x="43" y="26"/>
                      <a:pt x="42" y="17"/>
                    </a:cubicBezTo>
                    <a:cubicBezTo>
                      <a:pt x="42" y="12"/>
                      <a:pt x="39" y="7"/>
                      <a:pt x="37" y="3"/>
                    </a:cubicBezTo>
                    <a:cubicBezTo>
                      <a:pt x="36" y="2"/>
                      <a:pt x="36" y="2"/>
                      <a:pt x="36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05" name="Freeform 2832">
                <a:extLst>
                  <a:ext uri="{FF2B5EF4-FFF2-40B4-BE49-F238E27FC236}">
                    <a16:creationId xmlns:a16="http://schemas.microsoft.com/office/drawing/2014/main" id="{5B65AB2A-BBFE-4C36-ABFD-2413BE5BA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3403"/>
                <a:ext cx="7" cy="11"/>
              </a:xfrm>
              <a:custGeom>
                <a:avLst/>
                <a:gdLst>
                  <a:gd name="T0" fmla="*/ 7 w 7"/>
                  <a:gd name="T1" fmla="*/ 0 h 10"/>
                  <a:gd name="T2" fmla="*/ 0 w 7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3" y="0"/>
                      <a:pt x="1" y="6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06" name="Freeform 2833">
                <a:extLst>
                  <a:ext uri="{FF2B5EF4-FFF2-40B4-BE49-F238E27FC236}">
                    <a16:creationId xmlns:a16="http://schemas.microsoft.com/office/drawing/2014/main" id="{6FB4F1D1-0B8A-429F-9A79-2C6AE9363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403"/>
                <a:ext cx="12" cy="29"/>
              </a:xfrm>
              <a:custGeom>
                <a:avLst/>
                <a:gdLst>
                  <a:gd name="T0" fmla="*/ 1 w 12"/>
                  <a:gd name="T1" fmla="*/ 0 h 27"/>
                  <a:gd name="T2" fmla="*/ 0 w 12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1" y="0"/>
                    </a:moveTo>
                    <a:cubicBezTo>
                      <a:pt x="10" y="7"/>
                      <a:pt x="12" y="23"/>
                      <a:pt x="0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07" name="Freeform 2834">
                <a:extLst>
                  <a:ext uri="{FF2B5EF4-FFF2-40B4-BE49-F238E27FC236}">
                    <a16:creationId xmlns:a16="http://schemas.microsoft.com/office/drawing/2014/main" id="{AAA75EE7-1375-4827-8430-248289269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387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08" name="Freeform 2835">
                <a:extLst>
                  <a:ext uri="{FF2B5EF4-FFF2-40B4-BE49-F238E27FC236}">
                    <a16:creationId xmlns:a16="http://schemas.microsoft.com/office/drawing/2014/main" id="{8914E535-73F5-41C6-95B3-F5DE2AF74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379"/>
                <a:ext cx="45" cy="35"/>
              </a:xfrm>
              <a:custGeom>
                <a:avLst/>
                <a:gdLst>
                  <a:gd name="T0" fmla="*/ 0 w 45"/>
                  <a:gd name="T1" fmla="*/ 39 h 32"/>
                  <a:gd name="T2" fmla="*/ 14 w 45"/>
                  <a:gd name="T3" fmla="*/ 40 h 32"/>
                  <a:gd name="T4" fmla="*/ 30 w 45"/>
                  <a:gd name="T5" fmla="*/ 36 h 32"/>
                  <a:gd name="T6" fmla="*/ 45 w 45"/>
                  <a:gd name="T7" fmla="*/ 26 h 32"/>
                  <a:gd name="T8" fmla="*/ 32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10" y="32"/>
                      <a:pt x="14" y="31"/>
                    </a:cubicBezTo>
                    <a:cubicBezTo>
                      <a:pt x="20" y="29"/>
                      <a:pt x="24" y="27"/>
                      <a:pt x="30" y="27"/>
                    </a:cubicBezTo>
                    <a:cubicBezTo>
                      <a:pt x="36" y="26"/>
                      <a:pt x="45" y="28"/>
                      <a:pt x="45" y="20"/>
                    </a:cubicBezTo>
                    <a:cubicBezTo>
                      <a:pt x="45" y="16"/>
                      <a:pt x="37" y="0"/>
                      <a:pt x="32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09" name="Freeform 2836">
                <a:extLst>
                  <a:ext uri="{FF2B5EF4-FFF2-40B4-BE49-F238E27FC236}">
                    <a16:creationId xmlns:a16="http://schemas.microsoft.com/office/drawing/2014/main" id="{C1674AF5-2FA1-4555-A9E5-46DE18E74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3358"/>
                <a:ext cx="46" cy="31"/>
              </a:xfrm>
              <a:custGeom>
                <a:avLst/>
                <a:gdLst>
                  <a:gd name="T0" fmla="*/ 47 w 45"/>
                  <a:gd name="T1" fmla="*/ 1 h 29"/>
                  <a:gd name="T2" fmla="*/ 46 w 45"/>
                  <a:gd name="T3" fmla="*/ 0 h 29"/>
                  <a:gd name="T4" fmla="*/ 41 w 45"/>
                  <a:gd name="T5" fmla="*/ 28 h 29"/>
                  <a:gd name="T6" fmla="*/ 16 w 45"/>
                  <a:gd name="T7" fmla="*/ 34 h 29"/>
                  <a:gd name="T8" fmla="*/ 0 w 45"/>
                  <a:gd name="T9" fmla="*/ 3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4" y="1"/>
                    </a:moveTo>
                    <a:cubicBezTo>
                      <a:pt x="44" y="0"/>
                      <a:pt x="44" y="0"/>
                      <a:pt x="43" y="0"/>
                    </a:cubicBezTo>
                    <a:cubicBezTo>
                      <a:pt x="41" y="7"/>
                      <a:pt x="45" y="17"/>
                      <a:pt x="38" y="22"/>
                    </a:cubicBezTo>
                    <a:cubicBezTo>
                      <a:pt x="31" y="27"/>
                      <a:pt x="24" y="28"/>
                      <a:pt x="16" y="28"/>
                    </a:cubicBezTo>
                    <a:cubicBezTo>
                      <a:pt x="10" y="28"/>
                      <a:pt x="5" y="28"/>
                      <a:pt x="0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8997" name="Freeform 2837">
              <a:extLst>
                <a:ext uri="{FF2B5EF4-FFF2-40B4-BE49-F238E27FC236}">
                  <a16:creationId xmlns:a16="http://schemas.microsoft.com/office/drawing/2014/main" id="{BDF137BA-D6A3-4279-9FFB-0D004F3D4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406"/>
              <a:ext cx="16" cy="28"/>
            </a:xfrm>
            <a:custGeom>
              <a:avLst/>
              <a:gdLst>
                <a:gd name="T0" fmla="*/ 0 w 15"/>
                <a:gd name="T1" fmla="*/ 0 h 26"/>
                <a:gd name="T2" fmla="*/ 18 w 15"/>
                <a:gd name="T3" fmla="*/ 17 h 26"/>
                <a:gd name="T4" fmla="*/ 15 w 15"/>
                <a:gd name="T5" fmla="*/ 3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0" y="0"/>
                  </a:moveTo>
                  <a:cubicBezTo>
                    <a:pt x="9" y="0"/>
                    <a:pt x="15" y="6"/>
                    <a:pt x="15" y="14"/>
                  </a:cubicBezTo>
                  <a:cubicBezTo>
                    <a:pt x="15" y="19"/>
                    <a:pt x="12" y="22"/>
                    <a:pt x="12" y="2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98" name="Freeform 2838">
              <a:extLst>
                <a:ext uri="{FF2B5EF4-FFF2-40B4-BE49-F238E27FC236}">
                  <a16:creationId xmlns:a16="http://schemas.microsoft.com/office/drawing/2014/main" id="{9B739EEF-0E66-4B86-B5F4-0C5C9D992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382"/>
              <a:ext cx="51" cy="44"/>
            </a:xfrm>
            <a:custGeom>
              <a:avLst/>
              <a:gdLst>
                <a:gd name="T0" fmla="*/ 26 w 51"/>
                <a:gd name="T1" fmla="*/ 0 h 41"/>
                <a:gd name="T2" fmla="*/ 28 w 51"/>
                <a:gd name="T3" fmla="*/ 46 h 41"/>
                <a:gd name="T4" fmla="*/ 9 w 51"/>
                <a:gd name="T5" fmla="*/ 42 h 41"/>
                <a:gd name="T6" fmla="*/ 1 w 51"/>
                <a:gd name="T7" fmla="*/ 38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1">
                  <a:moveTo>
                    <a:pt x="26" y="0"/>
                  </a:moveTo>
                  <a:cubicBezTo>
                    <a:pt x="27" y="7"/>
                    <a:pt x="51" y="41"/>
                    <a:pt x="28" y="37"/>
                  </a:cubicBezTo>
                  <a:cubicBezTo>
                    <a:pt x="21" y="36"/>
                    <a:pt x="16" y="34"/>
                    <a:pt x="9" y="34"/>
                  </a:cubicBezTo>
                  <a:cubicBezTo>
                    <a:pt x="6" y="34"/>
                    <a:pt x="0" y="35"/>
                    <a:pt x="1" y="3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99" name="Freeform 2839">
              <a:extLst>
                <a:ext uri="{FF2B5EF4-FFF2-40B4-BE49-F238E27FC236}">
                  <a16:creationId xmlns:a16="http://schemas.microsoft.com/office/drawing/2014/main" id="{5C9F6326-0606-40A3-83EA-24B4B894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357"/>
              <a:ext cx="61" cy="36"/>
            </a:xfrm>
            <a:custGeom>
              <a:avLst/>
              <a:gdLst>
                <a:gd name="T0" fmla="*/ 0 w 61"/>
                <a:gd name="T1" fmla="*/ 5 h 34"/>
                <a:gd name="T2" fmla="*/ 17 w 61"/>
                <a:gd name="T3" fmla="*/ 34 h 34"/>
                <a:gd name="T4" fmla="*/ 37 w 61"/>
                <a:gd name="T5" fmla="*/ 36 h 34"/>
                <a:gd name="T6" fmla="*/ 53 w 61"/>
                <a:gd name="T7" fmla="*/ 36 h 34"/>
                <a:gd name="T8" fmla="*/ 53 w 61"/>
                <a:gd name="T9" fmla="*/ 5 h 34"/>
                <a:gd name="T10" fmla="*/ 44 w 61"/>
                <a:gd name="T11" fmla="*/ 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34">
                  <a:moveTo>
                    <a:pt x="0" y="5"/>
                  </a:moveTo>
                  <a:cubicBezTo>
                    <a:pt x="4" y="16"/>
                    <a:pt x="2" y="26"/>
                    <a:pt x="17" y="28"/>
                  </a:cubicBezTo>
                  <a:cubicBezTo>
                    <a:pt x="24" y="28"/>
                    <a:pt x="30" y="28"/>
                    <a:pt x="37" y="30"/>
                  </a:cubicBezTo>
                  <a:cubicBezTo>
                    <a:pt x="43" y="32"/>
                    <a:pt x="48" y="34"/>
                    <a:pt x="53" y="30"/>
                  </a:cubicBezTo>
                  <a:cubicBezTo>
                    <a:pt x="61" y="24"/>
                    <a:pt x="61" y="12"/>
                    <a:pt x="53" y="5"/>
                  </a:cubicBezTo>
                  <a:cubicBezTo>
                    <a:pt x="51" y="3"/>
                    <a:pt x="47" y="0"/>
                    <a:pt x="4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00" name="Freeform 2840">
              <a:extLst>
                <a:ext uri="{FF2B5EF4-FFF2-40B4-BE49-F238E27FC236}">
                  <a16:creationId xmlns:a16="http://schemas.microsoft.com/office/drawing/2014/main" id="{4854A9B6-E971-47CB-B71C-D31F749A1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3402"/>
              <a:ext cx="57" cy="30"/>
            </a:xfrm>
            <a:custGeom>
              <a:avLst/>
              <a:gdLst>
                <a:gd name="T0" fmla="*/ 3 w 57"/>
                <a:gd name="T1" fmla="*/ 33 h 28"/>
                <a:gd name="T2" fmla="*/ 2 w 57"/>
                <a:gd name="T3" fmla="*/ 13 h 28"/>
                <a:gd name="T4" fmla="*/ 26 w 57"/>
                <a:gd name="T5" fmla="*/ 1 h 28"/>
                <a:gd name="T6" fmla="*/ 40 w 57"/>
                <a:gd name="T7" fmla="*/ 4 h 28"/>
                <a:gd name="T8" fmla="*/ 53 w 57"/>
                <a:gd name="T9" fmla="*/ 12 h 28"/>
                <a:gd name="T10" fmla="*/ 57 w 57"/>
                <a:gd name="T11" fmla="*/ 3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8">
                  <a:moveTo>
                    <a:pt x="3" y="27"/>
                  </a:moveTo>
                  <a:cubicBezTo>
                    <a:pt x="0" y="24"/>
                    <a:pt x="0" y="14"/>
                    <a:pt x="2" y="10"/>
                  </a:cubicBezTo>
                  <a:cubicBezTo>
                    <a:pt x="5" y="4"/>
                    <a:pt x="19" y="1"/>
                    <a:pt x="26" y="1"/>
                  </a:cubicBezTo>
                  <a:cubicBezTo>
                    <a:pt x="33" y="0"/>
                    <a:pt x="35" y="2"/>
                    <a:pt x="40" y="4"/>
                  </a:cubicBezTo>
                  <a:cubicBezTo>
                    <a:pt x="45" y="5"/>
                    <a:pt x="49" y="4"/>
                    <a:pt x="53" y="9"/>
                  </a:cubicBezTo>
                  <a:cubicBezTo>
                    <a:pt x="56" y="14"/>
                    <a:pt x="55" y="22"/>
                    <a:pt x="57" y="28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01" name="Freeform 2841">
              <a:extLst>
                <a:ext uri="{FF2B5EF4-FFF2-40B4-BE49-F238E27FC236}">
                  <a16:creationId xmlns:a16="http://schemas.microsoft.com/office/drawing/2014/main" id="{7C774040-1B46-4AF2-967B-944FA3072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357"/>
              <a:ext cx="52" cy="31"/>
            </a:xfrm>
            <a:custGeom>
              <a:avLst/>
              <a:gdLst>
                <a:gd name="T0" fmla="*/ 2 w 51"/>
                <a:gd name="T1" fmla="*/ 0 h 29"/>
                <a:gd name="T2" fmla="*/ 6 w 51"/>
                <a:gd name="T3" fmla="*/ 28 h 29"/>
                <a:gd name="T4" fmla="*/ 38 w 51"/>
                <a:gd name="T5" fmla="*/ 29 h 29"/>
                <a:gd name="T6" fmla="*/ 54 w 51"/>
                <a:gd name="T7" fmla="*/ 16 h 29"/>
                <a:gd name="T8" fmla="*/ 47 w 51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9">
                  <a:moveTo>
                    <a:pt x="2" y="0"/>
                  </a:moveTo>
                  <a:cubicBezTo>
                    <a:pt x="0" y="5"/>
                    <a:pt x="2" y="18"/>
                    <a:pt x="6" y="22"/>
                  </a:cubicBezTo>
                  <a:cubicBezTo>
                    <a:pt x="11" y="29"/>
                    <a:pt x="28" y="24"/>
                    <a:pt x="35" y="23"/>
                  </a:cubicBezTo>
                  <a:cubicBezTo>
                    <a:pt x="42" y="22"/>
                    <a:pt x="50" y="21"/>
                    <a:pt x="51" y="13"/>
                  </a:cubicBezTo>
                  <a:cubicBezTo>
                    <a:pt x="51" y="9"/>
                    <a:pt x="48" y="3"/>
                    <a:pt x="44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02" name="Freeform 2842">
              <a:extLst>
                <a:ext uri="{FF2B5EF4-FFF2-40B4-BE49-F238E27FC236}">
                  <a16:creationId xmlns:a16="http://schemas.microsoft.com/office/drawing/2014/main" id="{C8F683CB-BAC5-4CE7-B3EA-CA690BC09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383"/>
              <a:ext cx="5" cy="10"/>
            </a:xfrm>
            <a:custGeom>
              <a:avLst/>
              <a:gdLst>
                <a:gd name="T0" fmla="*/ 5 w 5"/>
                <a:gd name="T1" fmla="*/ 0 h 10"/>
                <a:gd name="T2" fmla="*/ 0 w 5"/>
                <a:gd name="T3" fmla="*/ 1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1" y="3"/>
                    <a:pt x="2" y="6"/>
                    <a:pt x="0" y="1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03" name="Freeform 2843">
              <a:extLst>
                <a:ext uri="{FF2B5EF4-FFF2-40B4-BE49-F238E27FC236}">
                  <a16:creationId xmlns:a16="http://schemas.microsoft.com/office/drawing/2014/main" id="{0A35CBAB-5F6B-4B77-BA18-CE84CA90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386"/>
              <a:ext cx="7" cy="29"/>
            </a:xfrm>
            <a:custGeom>
              <a:avLst/>
              <a:gdLst>
                <a:gd name="T0" fmla="*/ 1 w 7"/>
                <a:gd name="T1" fmla="*/ 1 h 27"/>
                <a:gd name="T2" fmla="*/ 6 w 7"/>
                <a:gd name="T3" fmla="*/ 18 h 27"/>
                <a:gd name="T4" fmla="*/ 0 w 7"/>
                <a:gd name="T5" fmla="*/ 2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7">
                  <a:moveTo>
                    <a:pt x="1" y="1"/>
                  </a:moveTo>
                  <a:cubicBezTo>
                    <a:pt x="7" y="0"/>
                    <a:pt x="6" y="11"/>
                    <a:pt x="6" y="15"/>
                  </a:cubicBezTo>
                  <a:cubicBezTo>
                    <a:pt x="6" y="18"/>
                    <a:pt x="4" y="27"/>
                    <a:pt x="0" y="2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04" name="Freeform 2844">
              <a:extLst>
                <a:ext uri="{FF2B5EF4-FFF2-40B4-BE49-F238E27FC236}">
                  <a16:creationId xmlns:a16="http://schemas.microsoft.com/office/drawing/2014/main" id="{90A6A986-AE4F-41C4-9F5D-62C21A9AA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377"/>
              <a:ext cx="56" cy="32"/>
            </a:xfrm>
            <a:custGeom>
              <a:avLst/>
              <a:gdLst>
                <a:gd name="T0" fmla="*/ 50 w 55"/>
                <a:gd name="T1" fmla="*/ 0 h 30"/>
                <a:gd name="T2" fmla="*/ 57 w 55"/>
                <a:gd name="T3" fmla="*/ 6 h 30"/>
                <a:gd name="T4" fmla="*/ 56 w 55"/>
                <a:gd name="T5" fmla="*/ 25 h 30"/>
                <a:gd name="T6" fmla="*/ 52 w 55"/>
                <a:gd name="T7" fmla="*/ 32 h 30"/>
                <a:gd name="T8" fmla="*/ 36 w 55"/>
                <a:gd name="T9" fmla="*/ 35 h 30"/>
                <a:gd name="T10" fmla="*/ 12 w 55"/>
                <a:gd name="T11" fmla="*/ 35 h 30"/>
                <a:gd name="T12" fmla="*/ 0 w 55"/>
                <a:gd name="T13" fmla="*/ 3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0">
                  <a:moveTo>
                    <a:pt x="47" y="0"/>
                  </a:moveTo>
                  <a:cubicBezTo>
                    <a:pt x="49" y="2"/>
                    <a:pt x="53" y="2"/>
                    <a:pt x="54" y="6"/>
                  </a:cubicBezTo>
                  <a:cubicBezTo>
                    <a:pt x="55" y="9"/>
                    <a:pt x="53" y="17"/>
                    <a:pt x="53" y="21"/>
                  </a:cubicBezTo>
                  <a:cubicBezTo>
                    <a:pt x="52" y="25"/>
                    <a:pt x="53" y="24"/>
                    <a:pt x="49" y="26"/>
                  </a:cubicBezTo>
                  <a:cubicBezTo>
                    <a:pt x="44" y="28"/>
                    <a:pt x="38" y="28"/>
                    <a:pt x="33" y="29"/>
                  </a:cubicBezTo>
                  <a:cubicBezTo>
                    <a:pt x="26" y="29"/>
                    <a:pt x="19" y="29"/>
                    <a:pt x="12" y="29"/>
                  </a:cubicBezTo>
                  <a:cubicBezTo>
                    <a:pt x="8" y="29"/>
                    <a:pt x="2" y="30"/>
                    <a:pt x="0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05" name="Freeform 2845">
              <a:extLst>
                <a:ext uri="{FF2B5EF4-FFF2-40B4-BE49-F238E27FC236}">
                  <a16:creationId xmlns:a16="http://schemas.microsoft.com/office/drawing/2014/main" id="{E72FF64F-46FD-46D1-A2DD-A91C8753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383"/>
              <a:ext cx="5" cy="6"/>
            </a:xfrm>
            <a:custGeom>
              <a:avLst/>
              <a:gdLst>
                <a:gd name="T0" fmla="*/ 5 w 5"/>
                <a:gd name="T1" fmla="*/ 0 h 6"/>
                <a:gd name="T2" fmla="*/ 0 w 5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1"/>
                    <a:pt x="1" y="3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06" name="Freeform 2846">
              <a:extLst>
                <a:ext uri="{FF2B5EF4-FFF2-40B4-BE49-F238E27FC236}">
                  <a16:creationId xmlns:a16="http://schemas.microsoft.com/office/drawing/2014/main" id="{B3FE5F24-A2DE-4930-AEB2-F6A26C0C3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404"/>
              <a:ext cx="8" cy="29"/>
            </a:xfrm>
            <a:custGeom>
              <a:avLst/>
              <a:gdLst>
                <a:gd name="T0" fmla="*/ 0 w 8"/>
                <a:gd name="T1" fmla="*/ 2 h 27"/>
                <a:gd name="T2" fmla="*/ 5 w 8"/>
                <a:gd name="T3" fmla="*/ 3 h 27"/>
                <a:gd name="T4" fmla="*/ 7 w 8"/>
                <a:gd name="T5" fmla="*/ 18 h 27"/>
                <a:gd name="T6" fmla="*/ 4 w 8"/>
                <a:gd name="T7" fmla="*/ 3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7">
                  <a:moveTo>
                    <a:pt x="0" y="2"/>
                  </a:moveTo>
                  <a:cubicBezTo>
                    <a:pt x="1" y="0"/>
                    <a:pt x="3" y="2"/>
                    <a:pt x="5" y="3"/>
                  </a:cubicBezTo>
                  <a:cubicBezTo>
                    <a:pt x="8" y="7"/>
                    <a:pt x="7" y="11"/>
                    <a:pt x="7" y="15"/>
                  </a:cubicBezTo>
                  <a:cubicBezTo>
                    <a:pt x="6" y="19"/>
                    <a:pt x="8" y="25"/>
                    <a:pt x="4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07" name="Freeform 2847">
              <a:extLst>
                <a:ext uri="{FF2B5EF4-FFF2-40B4-BE49-F238E27FC236}">
                  <a16:creationId xmlns:a16="http://schemas.microsoft.com/office/drawing/2014/main" id="{0688DB72-FAA9-4EE5-AEA8-86C23CA23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58"/>
              <a:ext cx="60" cy="30"/>
            </a:xfrm>
            <a:custGeom>
              <a:avLst/>
              <a:gdLst>
                <a:gd name="T0" fmla="*/ 0 w 60"/>
                <a:gd name="T1" fmla="*/ 29 h 28"/>
                <a:gd name="T2" fmla="*/ 11 w 60"/>
                <a:gd name="T3" fmla="*/ 34 h 28"/>
                <a:gd name="T4" fmla="*/ 28 w 60"/>
                <a:gd name="T5" fmla="*/ 30 h 28"/>
                <a:gd name="T6" fmla="*/ 56 w 60"/>
                <a:gd name="T7" fmla="*/ 28 h 28"/>
                <a:gd name="T8" fmla="*/ 57 w 60"/>
                <a:gd name="T9" fmla="*/ 6 h 28"/>
                <a:gd name="T10" fmla="*/ 50 w 60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28">
                  <a:moveTo>
                    <a:pt x="0" y="23"/>
                  </a:moveTo>
                  <a:cubicBezTo>
                    <a:pt x="4" y="26"/>
                    <a:pt x="6" y="28"/>
                    <a:pt x="11" y="28"/>
                  </a:cubicBezTo>
                  <a:cubicBezTo>
                    <a:pt x="17" y="28"/>
                    <a:pt x="22" y="24"/>
                    <a:pt x="28" y="24"/>
                  </a:cubicBezTo>
                  <a:cubicBezTo>
                    <a:pt x="34" y="23"/>
                    <a:pt x="51" y="27"/>
                    <a:pt x="56" y="22"/>
                  </a:cubicBezTo>
                  <a:cubicBezTo>
                    <a:pt x="60" y="19"/>
                    <a:pt x="58" y="10"/>
                    <a:pt x="57" y="6"/>
                  </a:cubicBezTo>
                  <a:cubicBezTo>
                    <a:pt x="55" y="1"/>
                    <a:pt x="55" y="0"/>
                    <a:pt x="50" y="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08" name="Freeform 2848">
              <a:extLst>
                <a:ext uri="{FF2B5EF4-FFF2-40B4-BE49-F238E27FC236}">
                  <a16:creationId xmlns:a16="http://schemas.microsoft.com/office/drawing/2014/main" id="{C4D6263E-3E4D-4492-B7B3-61FC7145E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404"/>
              <a:ext cx="54" cy="29"/>
            </a:xfrm>
            <a:custGeom>
              <a:avLst/>
              <a:gdLst>
                <a:gd name="T0" fmla="*/ 0 w 54"/>
                <a:gd name="T1" fmla="*/ 12 h 27"/>
                <a:gd name="T2" fmla="*/ 21 w 54"/>
                <a:gd name="T3" fmla="*/ 1 h 27"/>
                <a:gd name="T4" fmla="*/ 45 w 54"/>
                <a:gd name="T5" fmla="*/ 5 h 27"/>
                <a:gd name="T6" fmla="*/ 50 w 54"/>
                <a:gd name="T7" fmla="*/ 3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7">
                  <a:moveTo>
                    <a:pt x="0" y="9"/>
                  </a:moveTo>
                  <a:cubicBezTo>
                    <a:pt x="1" y="2"/>
                    <a:pt x="16" y="2"/>
                    <a:pt x="21" y="1"/>
                  </a:cubicBezTo>
                  <a:cubicBezTo>
                    <a:pt x="28" y="0"/>
                    <a:pt x="39" y="2"/>
                    <a:pt x="45" y="5"/>
                  </a:cubicBezTo>
                  <a:cubicBezTo>
                    <a:pt x="51" y="9"/>
                    <a:pt x="54" y="21"/>
                    <a:pt x="50" y="2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09" name="Freeform 2849">
              <a:extLst>
                <a:ext uri="{FF2B5EF4-FFF2-40B4-BE49-F238E27FC236}">
                  <a16:creationId xmlns:a16="http://schemas.microsoft.com/office/drawing/2014/main" id="{FF59C66F-8217-4C52-8C93-93E6745F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379"/>
              <a:ext cx="13" cy="38"/>
            </a:xfrm>
            <a:custGeom>
              <a:avLst/>
              <a:gdLst>
                <a:gd name="T0" fmla="*/ 6 w 13"/>
                <a:gd name="T1" fmla="*/ 0 h 35"/>
                <a:gd name="T2" fmla="*/ 9 w 13"/>
                <a:gd name="T3" fmla="*/ 28 h 35"/>
                <a:gd name="T4" fmla="*/ 0 w 13"/>
                <a:gd name="T5" fmla="*/ 4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5">
                  <a:moveTo>
                    <a:pt x="6" y="0"/>
                  </a:moveTo>
                  <a:cubicBezTo>
                    <a:pt x="13" y="3"/>
                    <a:pt x="9" y="17"/>
                    <a:pt x="9" y="22"/>
                  </a:cubicBezTo>
                  <a:cubicBezTo>
                    <a:pt x="8" y="29"/>
                    <a:pt x="7" y="35"/>
                    <a:pt x="0" y="3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10" name="Freeform 2850">
              <a:extLst>
                <a:ext uri="{FF2B5EF4-FFF2-40B4-BE49-F238E27FC236}">
                  <a16:creationId xmlns:a16="http://schemas.microsoft.com/office/drawing/2014/main" id="{FED2CFDA-CE53-4036-BE17-EB78624BD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389"/>
              <a:ext cx="52" cy="43"/>
            </a:xfrm>
            <a:custGeom>
              <a:avLst/>
              <a:gdLst>
                <a:gd name="T0" fmla="*/ 46 w 51"/>
                <a:gd name="T1" fmla="*/ 49 h 40"/>
                <a:gd name="T2" fmla="*/ 51 w 51"/>
                <a:gd name="T3" fmla="*/ 29 h 40"/>
                <a:gd name="T4" fmla="*/ 48 w 51"/>
                <a:gd name="T5" fmla="*/ 5 h 40"/>
                <a:gd name="T6" fmla="*/ 30 w 51"/>
                <a:gd name="T7" fmla="*/ 10 h 40"/>
                <a:gd name="T8" fmla="*/ 9 w 51"/>
                <a:gd name="T9" fmla="*/ 5 h 40"/>
                <a:gd name="T10" fmla="*/ 0 w 51"/>
                <a:gd name="T11" fmla="*/ 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0">
                  <a:moveTo>
                    <a:pt x="43" y="40"/>
                  </a:moveTo>
                  <a:cubicBezTo>
                    <a:pt x="51" y="39"/>
                    <a:pt x="48" y="29"/>
                    <a:pt x="48" y="23"/>
                  </a:cubicBezTo>
                  <a:cubicBezTo>
                    <a:pt x="48" y="18"/>
                    <a:pt x="49" y="9"/>
                    <a:pt x="45" y="5"/>
                  </a:cubicBezTo>
                  <a:cubicBezTo>
                    <a:pt x="41" y="0"/>
                    <a:pt x="32" y="6"/>
                    <a:pt x="27" y="7"/>
                  </a:cubicBezTo>
                  <a:cubicBezTo>
                    <a:pt x="20" y="7"/>
                    <a:pt x="15" y="6"/>
                    <a:pt x="9" y="5"/>
                  </a:cubicBezTo>
                  <a:cubicBezTo>
                    <a:pt x="7" y="4"/>
                    <a:pt x="1" y="5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11" name="Freeform 2851">
              <a:extLst>
                <a:ext uri="{FF2B5EF4-FFF2-40B4-BE49-F238E27FC236}">
                  <a16:creationId xmlns:a16="http://schemas.microsoft.com/office/drawing/2014/main" id="{FC9DB087-080D-403A-949A-FA145AF78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58"/>
              <a:ext cx="11" cy="36"/>
            </a:xfrm>
            <a:custGeom>
              <a:avLst/>
              <a:gdLst>
                <a:gd name="T0" fmla="*/ 8 w 11"/>
                <a:gd name="T1" fmla="*/ 0 h 34"/>
                <a:gd name="T2" fmla="*/ 5 w 11"/>
                <a:gd name="T3" fmla="*/ 30 h 34"/>
                <a:gd name="T4" fmla="*/ 0 w 11"/>
                <a:gd name="T5" fmla="*/ 4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4">
                  <a:moveTo>
                    <a:pt x="8" y="0"/>
                  </a:moveTo>
                  <a:cubicBezTo>
                    <a:pt x="9" y="8"/>
                    <a:pt x="11" y="18"/>
                    <a:pt x="5" y="25"/>
                  </a:cubicBezTo>
                  <a:cubicBezTo>
                    <a:pt x="3" y="28"/>
                    <a:pt x="1" y="29"/>
                    <a:pt x="0" y="3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12" name="Freeform 2852">
              <a:extLst>
                <a:ext uri="{FF2B5EF4-FFF2-40B4-BE49-F238E27FC236}">
                  <a16:creationId xmlns:a16="http://schemas.microsoft.com/office/drawing/2014/main" id="{437523C5-26B4-4571-AA0C-C408E7FB1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371"/>
              <a:ext cx="22" cy="16"/>
            </a:xfrm>
            <a:custGeom>
              <a:avLst/>
              <a:gdLst>
                <a:gd name="T0" fmla="*/ 2 w 22"/>
                <a:gd name="T1" fmla="*/ 0 h 15"/>
                <a:gd name="T2" fmla="*/ 0 w 22"/>
                <a:gd name="T3" fmla="*/ 13 h 15"/>
                <a:gd name="T4" fmla="*/ 9 w 22"/>
                <a:gd name="T5" fmla="*/ 17 h 15"/>
                <a:gd name="T6" fmla="*/ 18 w 22"/>
                <a:gd name="T7" fmla="*/ 18 h 15"/>
                <a:gd name="T8" fmla="*/ 22 w 22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2" y="0"/>
                  </a:moveTo>
                  <a:cubicBezTo>
                    <a:pt x="0" y="2"/>
                    <a:pt x="0" y="7"/>
                    <a:pt x="0" y="10"/>
                  </a:cubicBezTo>
                  <a:cubicBezTo>
                    <a:pt x="1" y="14"/>
                    <a:pt x="5" y="15"/>
                    <a:pt x="9" y="14"/>
                  </a:cubicBezTo>
                  <a:cubicBezTo>
                    <a:pt x="11" y="14"/>
                    <a:pt x="15" y="15"/>
                    <a:pt x="18" y="15"/>
                  </a:cubicBezTo>
                  <a:cubicBezTo>
                    <a:pt x="19" y="15"/>
                    <a:pt x="20" y="14"/>
                    <a:pt x="22" y="1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13" name="Freeform 2853">
              <a:extLst>
                <a:ext uri="{FF2B5EF4-FFF2-40B4-BE49-F238E27FC236}">
                  <a16:creationId xmlns:a16="http://schemas.microsoft.com/office/drawing/2014/main" id="{4920287D-E8C9-4E40-AD3D-F4C5FB770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384"/>
              <a:ext cx="14" cy="14"/>
            </a:xfrm>
            <a:custGeom>
              <a:avLst/>
              <a:gdLst>
                <a:gd name="T0" fmla="*/ 14 w 14"/>
                <a:gd name="T1" fmla="*/ 3 h 13"/>
                <a:gd name="T2" fmla="*/ 2 w 14"/>
                <a:gd name="T3" fmla="*/ 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0" y="0"/>
                    <a:pt x="0" y="7"/>
                    <a:pt x="2" y="1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14" name="Oval 2854">
              <a:extLst>
                <a:ext uri="{FF2B5EF4-FFF2-40B4-BE49-F238E27FC236}">
                  <a16:creationId xmlns:a16="http://schemas.microsoft.com/office/drawing/2014/main" id="{0BAB8F21-0512-42CE-BDB9-4754FEF9F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9" y="2657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15" name="Oval 2855">
              <a:extLst>
                <a:ext uri="{FF2B5EF4-FFF2-40B4-BE49-F238E27FC236}">
                  <a16:creationId xmlns:a16="http://schemas.microsoft.com/office/drawing/2014/main" id="{C990EA12-F3BE-4512-BFCD-880A0980F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3470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16" name="Oval 2856">
              <a:extLst>
                <a:ext uri="{FF2B5EF4-FFF2-40B4-BE49-F238E27FC236}">
                  <a16:creationId xmlns:a16="http://schemas.microsoft.com/office/drawing/2014/main" id="{19811D6F-5729-47DB-8701-A6D80CB50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3485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17" name="Oval 2857">
              <a:extLst>
                <a:ext uri="{FF2B5EF4-FFF2-40B4-BE49-F238E27FC236}">
                  <a16:creationId xmlns:a16="http://schemas.microsoft.com/office/drawing/2014/main" id="{0E39ACF1-4A92-4325-997F-657C966FA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3453"/>
              <a:ext cx="24" cy="10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18" name="Oval 2858">
              <a:extLst>
                <a:ext uri="{FF2B5EF4-FFF2-40B4-BE49-F238E27FC236}">
                  <a16:creationId xmlns:a16="http://schemas.microsoft.com/office/drawing/2014/main" id="{9B468E9E-859D-4FBC-8309-BEF4C8593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3471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19" name="Oval 2859">
              <a:extLst>
                <a:ext uri="{FF2B5EF4-FFF2-40B4-BE49-F238E27FC236}">
                  <a16:creationId xmlns:a16="http://schemas.microsoft.com/office/drawing/2014/main" id="{777E71B6-8ED6-487F-BAF1-B30AD2FE4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3461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20" name="Oval 2860">
              <a:extLst>
                <a:ext uri="{FF2B5EF4-FFF2-40B4-BE49-F238E27FC236}">
                  <a16:creationId xmlns:a16="http://schemas.microsoft.com/office/drawing/2014/main" id="{F087C8E1-C6E7-411A-B648-AAF2A175E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3440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21" name="Oval 2861">
              <a:extLst>
                <a:ext uri="{FF2B5EF4-FFF2-40B4-BE49-F238E27FC236}">
                  <a16:creationId xmlns:a16="http://schemas.microsoft.com/office/drawing/2014/main" id="{7173066F-B88B-4D14-92FF-51A8BB227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3457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22" name="Oval 2862">
              <a:extLst>
                <a:ext uri="{FF2B5EF4-FFF2-40B4-BE49-F238E27FC236}">
                  <a16:creationId xmlns:a16="http://schemas.microsoft.com/office/drawing/2014/main" id="{10FE750C-7909-45C5-AD01-DB5ECCFFB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3477"/>
              <a:ext cx="24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23" name="Oval 2863">
              <a:extLst>
                <a:ext uri="{FF2B5EF4-FFF2-40B4-BE49-F238E27FC236}">
                  <a16:creationId xmlns:a16="http://schemas.microsoft.com/office/drawing/2014/main" id="{C9EFEA74-D5FA-43AF-964A-3F7937D18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3454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24" name="Oval 2864">
              <a:extLst>
                <a:ext uri="{FF2B5EF4-FFF2-40B4-BE49-F238E27FC236}">
                  <a16:creationId xmlns:a16="http://schemas.microsoft.com/office/drawing/2014/main" id="{E9666CF6-EB8E-4D74-8FD5-E33C715B5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3443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25" name="Oval 2865">
              <a:extLst>
                <a:ext uri="{FF2B5EF4-FFF2-40B4-BE49-F238E27FC236}">
                  <a16:creationId xmlns:a16="http://schemas.microsoft.com/office/drawing/2014/main" id="{76EFBB96-52BA-4C09-A0C0-8D127C25C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3473"/>
              <a:ext cx="23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26" name="Freeform 2866">
              <a:extLst>
                <a:ext uri="{FF2B5EF4-FFF2-40B4-BE49-F238E27FC236}">
                  <a16:creationId xmlns:a16="http://schemas.microsoft.com/office/drawing/2014/main" id="{B4BC04B6-D252-4B73-92F1-D3C82E003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439"/>
              <a:ext cx="24" cy="14"/>
            </a:xfrm>
            <a:custGeom>
              <a:avLst/>
              <a:gdLst>
                <a:gd name="T0" fmla="*/ 23 w 24"/>
                <a:gd name="T1" fmla="*/ 4 h 13"/>
                <a:gd name="T2" fmla="*/ 14 w 24"/>
                <a:gd name="T3" fmla="*/ 15 h 13"/>
                <a:gd name="T4" fmla="*/ 1 w 24"/>
                <a:gd name="T5" fmla="*/ 12 h 13"/>
                <a:gd name="T6" fmla="*/ 11 w 24"/>
                <a:gd name="T7" fmla="*/ 1 h 13"/>
                <a:gd name="T8" fmla="*/ 23 w 24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3">
                  <a:moveTo>
                    <a:pt x="23" y="4"/>
                  </a:moveTo>
                  <a:cubicBezTo>
                    <a:pt x="24" y="7"/>
                    <a:pt x="20" y="10"/>
                    <a:pt x="14" y="12"/>
                  </a:cubicBezTo>
                  <a:cubicBezTo>
                    <a:pt x="7" y="13"/>
                    <a:pt x="2" y="12"/>
                    <a:pt x="1" y="9"/>
                  </a:cubicBezTo>
                  <a:cubicBezTo>
                    <a:pt x="0" y="6"/>
                    <a:pt x="5" y="3"/>
                    <a:pt x="11" y="1"/>
                  </a:cubicBezTo>
                  <a:cubicBezTo>
                    <a:pt x="17" y="0"/>
                    <a:pt x="23" y="1"/>
                    <a:pt x="23" y="4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27" name="Freeform 2867">
              <a:extLst>
                <a:ext uri="{FF2B5EF4-FFF2-40B4-BE49-F238E27FC236}">
                  <a16:creationId xmlns:a16="http://schemas.microsoft.com/office/drawing/2014/main" id="{8FD1627D-97E8-439E-83CD-6873B937E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3340"/>
              <a:ext cx="21" cy="20"/>
            </a:xfrm>
            <a:custGeom>
              <a:avLst/>
              <a:gdLst>
                <a:gd name="T0" fmla="*/ 19 w 21"/>
                <a:gd name="T1" fmla="*/ 2 h 19"/>
                <a:gd name="T2" fmla="*/ 14 w 21"/>
                <a:gd name="T3" fmla="*/ 17 h 19"/>
                <a:gd name="T4" fmla="*/ 2 w 21"/>
                <a:gd name="T5" fmla="*/ 20 h 19"/>
                <a:gd name="T6" fmla="*/ 7 w 21"/>
                <a:gd name="T7" fmla="*/ 6 h 19"/>
                <a:gd name="T8" fmla="*/ 19 w 21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19" y="2"/>
                  </a:moveTo>
                  <a:cubicBezTo>
                    <a:pt x="21" y="4"/>
                    <a:pt x="19" y="9"/>
                    <a:pt x="14" y="14"/>
                  </a:cubicBezTo>
                  <a:cubicBezTo>
                    <a:pt x="9" y="18"/>
                    <a:pt x="4" y="19"/>
                    <a:pt x="2" y="17"/>
                  </a:cubicBezTo>
                  <a:cubicBezTo>
                    <a:pt x="0" y="15"/>
                    <a:pt x="2" y="10"/>
                    <a:pt x="7" y="6"/>
                  </a:cubicBezTo>
                  <a:cubicBezTo>
                    <a:pt x="12" y="1"/>
                    <a:pt x="17" y="0"/>
                    <a:pt x="19" y="2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28" name="Freeform 2868">
              <a:extLst>
                <a:ext uri="{FF2B5EF4-FFF2-40B4-BE49-F238E27FC236}">
                  <a16:creationId xmlns:a16="http://schemas.microsoft.com/office/drawing/2014/main" id="{26412E56-1D77-4FA6-9ACA-06A360A4E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173"/>
              <a:ext cx="16" cy="25"/>
            </a:xfrm>
            <a:custGeom>
              <a:avLst/>
              <a:gdLst>
                <a:gd name="T0" fmla="*/ 13 w 16"/>
                <a:gd name="T1" fmla="*/ 1 h 23"/>
                <a:gd name="T2" fmla="*/ 13 w 16"/>
                <a:gd name="T3" fmla="*/ 17 h 23"/>
                <a:gd name="T4" fmla="*/ 3 w 16"/>
                <a:gd name="T5" fmla="*/ 28 h 23"/>
                <a:gd name="T6" fmla="*/ 3 w 16"/>
                <a:gd name="T7" fmla="*/ 12 h 23"/>
                <a:gd name="T8" fmla="*/ 13 w 1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3" y="1"/>
                  </a:moveTo>
                  <a:cubicBezTo>
                    <a:pt x="16" y="2"/>
                    <a:pt x="15" y="8"/>
                    <a:pt x="13" y="14"/>
                  </a:cubicBezTo>
                  <a:cubicBezTo>
                    <a:pt x="10" y="19"/>
                    <a:pt x="5" y="23"/>
                    <a:pt x="3" y="22"/>
                  </a:cubicBezTo>
                  <a:cubicBezTo>
                    <a:pt x="0" y="20"/>
                    <a:pt x="0" y="15"/>
                    <a:pt x="3" y="9"/>
                  </a:cubicBezTo>
                  <a:cubicBezTo>
                    <a:pt x="6" y="3"/>
                    <a:pt x="10" y="0"/>
                    <a:pt x="13" y="1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29" name="Freeform 2869">
              <a:extLst>
                <a:ext uri="{FF2B5EF4-FFF2-40B4-BE49-F238E27FC236}">
                  <a16:creationId xmlns:a16="http://schemas.microsoft.com/office/drawing/2014/main" id="{A3477392-0278-4ABD-9FCF-BF324AEA9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899"/>
              <a:ext cx="16" cy="25"/>
            </a:xfrm>
            <a:custGeom>
              <a:avLst/>
              <a:gdLst>
                <a:gd name="T0" fmla="*/ 14 w 16"/>
                <a:gd name="T1" fmla="*/ 27 h 23"/>
                <a:gd name="T2" fmla="*/ 4 w 16"/>
                <a:gd name="T3" fmla="*/ 17 h 23"/>
                <a:gd name="T4" fmla="*/ 3 w 16"/>
                <a:gd name="T5" fmla="*/ 1 h 23"/>
                <a:gd name="T6" fmla="*/ 13 w 16"/>
                <a:gd name="T7" fmla="*/ 12 h 23"/>
                <a:gd name="T8" fmla="*/ 14 w 16"/>
                <a:gd name="T9" fmla="*/ 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4" y="21"/>
                  </a:moveTo>
                  <a:cubicBezTo>
                    <a:pt x="11" y="23"/>
                    <a:pt x="7" y="19"/>
                    <a:pt x="4" y="14"/>
                  </a:cubicBezTo>
                  <a:cubicBezTo>
                    <a:pt x="1" y="8"/>
                    <a:pt x="0" y="3"/>
                    <a:pt x="3" y="1"/>
                  </a:cubicBezTo>
                  <a:cubicBezTo>
                    <a:pt x="5" y="0"/>
                    <a:pt x="10" y="3"/>
                    <a:pt x="13" y="9"/>
                  </a:cubicBezTo>
                  <a:cubicBezTo>
                    <a:pt x="16" y="14"/>
                    <a:pt x="16" y="20"/>
                    <a:pt x="14" y="21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30" name="Freeform 2870">
              <a:extLst>
                <a:ext uri="{FF2B5EF4-FFF2-40B4-BE49-F238E27FC236}">
                  <a16:creationId xmlns:a16="http://schemas.microsoft.com/office/drawing/2014/main" id="{8B165A5D-798C-4049-9B61-979076A7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782"/>
              <a:ext cx="16" cy="25"/>
            </a:xfrm>
            <a:custGeom>
              <a:avLst/>
              <a:gdLst>
                <a:gd name="T0" fmla="*/ 14 w 16"/>
                <a:gd name="T1" fmla="*/ 28 h 23"/>
                <a:gd name="T2" fmla="*/ 4 w 16"/>
                <a:gd name="T3" fmla="*/ 17 h 23"/>
                <a:gd name="T4" fmla="*/ 3 w 16"/>
                <a:gd name="T5" fmla="*/ 2 h 23"/>
                <a:gd name="T6" fmla="*/ 13 w 16"/>
                <a:gd name="T7" fmla="*/ 12 h 23"/>
                <a:gd name="T8" fmla="*/ 14 w 16"/>
                <a:gd name="T9" fmla="*/ 2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4" y="22"/>
                  </a:moveTo>
                  <a:cubicBezTo>
                    <a:pt x="11" y="23"/>
                    <a:pt x="7" y="20"/>
                    <a:pt x="4" y="14"/>
                  </a:cubicBezTo>
                  <a:cubicBezTo>
                    <a:pt x="1" y="9"/>
                    <a:pt x="0" y="3"/>
                    <a:pt x="3" y="2"/>
                  </a:cubicBezTo>
                  <a:cubicBezTo>
                    <a:pt x="5" y="0"/>
                    <a:pt x="10" y="4"/>
                    <a:pt x="13" y="9"/>
                  </a:cubicBezTo>
                  <a:cubicBezTo>
                    <a:pt x="16" y="15"/>
                    <a:pt x="16" y="20"/>
                    <a:pt x="14" y="22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31" name="Freeform 2871">
              <a:extLst>
                <a:ext uri="{FF2B5EF4-FFF2-40B4-BE49-F238E27FC236}">
                  <a16:creationId xmlns:a16="http://schemas.microsoft.com/office/drawing/2014/main" id="{539A0819-173D-41F5-885B-A0697EC5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687"/>
              <a:ext cx="16" cy="25"/>
            </a:xfrm>
            <a:custGeom>
              <a:avLst/>
              <a:gdLst>
                <a:gd name="T0" fmla="*/ 14 w 16"/>
                <a:gd name="T1" fmla="*/ 28 h 23"/>
                <a:gd name="T2" fmla="*/ 3 w 16"/>
                <a:gd name="T3" fmla="*/ 17 h 23"/>
                <a:gd name="T4" fmla="*/ 2 w 16"/>
                <a:gd name="T5" fmla="*/ 2 h 23"/>
                <a:gd name="T6" fmla="*/ 12 w 16"/>
                <a:gd name="T7" fmla="*/ 12 h 23"/>
                <a:gd name="T8" fmla="*/ 14 w 16"/>
                <a:gd name="T9" fmla="*/ 2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4" y="22"/>
                  </a:moveTo>
                  <a:cubicBezTo>
                    <a:pt x="11" y="23"/>
                    <a:pt x="6" y="20"/>
                    <a:pt x="3" y="14"/>
                  </a:cubicBezTo>
                  <a:cubicBezTo>
                    <a:pt x="0" y="9"/>
                    <a:pt x="0" y="3"/>
                    <a:pt x="2" y="2"/>
                  </a:cubicBezTo>
                  <a:cubicBezTo>
                    <a:pt x="5" y="0"/>
                    <a:pt x="9" y="4"/>
                    <a:pt x="12" y="9"/>
                  </a:cubicBezTo>
                  <a:cubicBezTo>
                    <a:pt x="16" y="15"/>
                    <a:pt x="16" y="21"/>
                    <a:pt x="14" y="22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32" name="Oval 2872">
              <a:extLst>
                <a:ext uri="{FF2B5EF4-FFF2-40B4-BE49-F238E27FC236}">
                  <a16:creationId xmlns:a16="http://schemas.microsoft.com/office/drawing/2014/main" id="{91210B78-A9B1-4519-B9EB-81BDC4EC6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4" y="2680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33" name="Oval 2873">
              <a:extLst>
                <a:ext uri="{FF2B5EF4-FFF2-40B4-BE49-F238E27FC236}">
                  <a16:creationId xmlns:a16="http://schemas.microsoft.com/office/drawing/2014/main" id="{A2CF9957-BCF7-4686-9A86-45DEFA2F3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2655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34" name="Oval 2874">
              <a:extLst>
                <a:ext uri="{FF2B5EF4-FFF2-40B4-BE49-F238E27FC236}">
                  <a16:creationId xmlns:a16="http://schemas.microsoft.com/office/drawing/2014/main" id="{BC25F994-D8AD-46F4-81D7-1157315D0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9" y="2687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35" name="Oval 2875">
              <a:extLst>
                <a:ext uri="{FF2B5EF4-FFF2-40B4-BE49-F238E27FC236}">
                  <a16:creationId xmlns:a16="http://schemas.microsoft.com/office/drawing/2014/main" id="{B816275C-0D1B-406A-861A-228251E23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3" y="2652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36" name="Oval 2876">
              <a:extLst>
                <a:ext uri="{FF2B5EF4-FFF2-40B4-BE49-F238E27FC236}">
                  <a16:creationId xmlns:a16="http://schemas.microsoft.com/office/drawing/2014/main" id="{A2D13A9B-5B6B-4974-993A-78964583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" y="2688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37" name="Oval 2877">
              <a:extLst>
                <a:ext uri="{FF2B5EF4-FFF2-40B4-BE49-F238E27FC236}">
                  <a16:creationId xmlns:a16="http://schemas.microsoft.com/office/drawing/2014/main" id="{6036DB0F-EE03-45C8-84D2-41B3CFD6C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666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38" name="Oval 2878">
              <a:extLst>
                <a:ext uri="{FF2B5EF4-FFF2-40B4-BE49-F238E27FC236}">
                  <a16:creationId xmlns:a16="http://schemas.microsoft.com/office/drawing/2014/main" id="{DFF7C77E-E913-4171-BAF0-74783586A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6" y="2684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39" name="Oval 2879">
              <a:extLst>
                <a:ext uri="{FF2B5EF4-FFF2-40B4-BE49-F238E27FC236}">
                  <a16:creationId xmlns:a16="http://schemas.microsoft.com/office/drawing/2014/main" id="{CE85A14E-886A-4562-88E1-209C8FA2E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649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40" name="Oval 2880">
              <a:extLst>
                <a:ext uri="{FF2B5EF4-FFF2-40B4-BE49-F238E27FC236}">
                  <a16:creationId xmlns:a16="http://schemas.microsoft.com/office/drawing/2014/main" id="{2CE9A34F-42DE-4EB6-BB60-27AB942F4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659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41" name="Oval 2881">
              <a:extLst>
                <a:ext uri="{FF2B5EF4-FFF2-40B4-BE49-F238E27FC236}">
                  <a16:creationId xmlns:a16="http://schemas.microsoft.com/office/drawing/2014/main" id="{1BF17217-8306-4C44-981E-9FD66975F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4" y="2684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42" name="Oval 2882">
              <a:extLst>
                <a:ext uri="{FF2B5EF4-FFF2-40B4-BE49-F238E27FC236}">
                  <a16:creationId xmlns:a16="http://schemas.microsoft.com/office/drawing/2014/main" id="{3B60F5C8-6CD7-4AAE-96EF-53EA6989A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" y="2673"/>
              <a:ext cx="23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43" name="Rectangle 2883">
              <a:extLst>
                <a:ext uri="{FF2B5EF4-FFF2-40B4-BE49-F238E27FC236}">
                  <a16:creationId xmlns:a16="http://schemas.microsoft.com/office/drawing/2014/main" id="{90E029C8-113D-4559-B24E-587322616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3355"/>
              <a:ext cx="707" cy="78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44" name="Rectangle 2884">
              <a:extLst>
                <a:ext uri="{FF2B5EF4-FFF2-40B4-BE49-F238E27FC236}">
                  <a16:creationId xmlns:a16="http://schemas.microsoft.com/office/drawing/2014/main" id="{1C756A31-951A-4A28-AF0F-F61AFDE85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2708"/>
              <a:ext cx="707" cy="78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45" name="Rectangle 2885">
              <a:extLst>
                <a:ext uri="{FF2B5EF4-FFF2-40B4-BE49-F238E27FC236}">
                  <a16:creationId xmlns:a16="http://schemas.microsoft.com/office/drawing/2014/main" id="{E2E2C814-7518-4916-B1DE-19BB311FD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2643"/>
              <a:ext cx="706" cy="143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46" name="Rectangle 2886">
              <a:extLst>
                <a:ext uri="{FF2B5EF4-FFF2-40B4-BE49-F238E27FC236}">
                  <a16:creationId xmlns:a16="http://schemas.microsoft.com/office/drawing/2014/main" id="{01DA3AC3-6F60-4642-B63A-4453A05EB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3354"/>
              <a:ext cx="707" cy="145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47" name="Freeform 2887">
              <a:extLst>
                <a:ext uri="{FF2B5EF4-FFF2-40B4-BE49-F238E27FC236}">
                  <a16:creationId xmlns:a16="http://schemas.microsoft.com/office/drawing/2014/main" id="{4375BDDD-1B9D-4818-9BAA-4057A21A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346"/>
              <a:ext cx="85" cy="38"/>
            </a:xfrm>
            <a:custGeom>
              <a:avLst/>
              <a:gdLst>
                <a:gd name="T0" fmla="*/ 0 w 84"/>
                <a:gd name="T1" fmla="*/ 45 h 35"/>
                <a:gd name="T2" fmla="*/ 16 w 84"/>
                <a:gd name="T3" fmla="*/ 42 h 35"/>
                <a:gd name="T4" fmla="*/ 45 w 84"/>
                <a:gd name="T5" fmla="*/ 27 h 35"/>
                <a:gd name="T6" fmla="*/ 87 w 84"/>
                <a:gd name="T7" fmla="*/ 4 h 35"/>
                <a:gd name="T8" fmla="*/ 50 w 84"/>
                <a:gd name="T9" fmla="*/ 9 h 35"/>
                <a:gd name="T10" fmla="*/ 24 w 84"/>
                <a:gd name="T11" fmla="*/ 1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5">
                  <a:moveTo>
                    <a:pt x="0" y="35"/>
                  </a:moveTo>
                  <a:cubicBezTo>
                    <a:pt x="1" y="34"/>
                    <a:pt x="12" y="33"/>
                    <a:pt x="16" y="33"/>
                  </a:cubicBezTo>
                  <a:cubicBezTo>
                    <a:pt x="27" y="31"/>
                    <a:pt x="33" y="27"/>
                    <a:pt x="42" y="21"/>
                  </a:cubicBezTo>
                  <a:cubicBezTo>
                    <a:pt x="55" y="14"/>
                    <a:pt x="74" y="12"/>
                    <a:pt x="84" y="4"/>
                  </a:cubicBezTo>
                  <a:cubicBezTo>
                    <a:pt x="74" y="0"/>
                    <a:pt x="58" y="6"/>
                    <a:pt x="47" y="6"/>
                  </a:cubicBezTo>
                  <a:cubicBezTo>
                    <a:pt x="39" y="6"/>
                    <a:pt x="32" y="7"/>
                    <a:pt x="24" y="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48" name="Freeform 2888">
              <a:extLst>
                <a:ext uri="{FF2B5EF4-FFF2-40B4-BE49-F238E27FC236}">
                  <a16:creationId xmlns:a16="http://schemas.microsoft.com/office/drawing/2014/main" id="{4BB57E63-EA31-4B8F-8EEC-B2C056A2F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368"/>
              <a:ext cx="88" cy="43"/>
            </a:xfrm>
            <a:custGeom>
              <a:avLst/>
              <a:gdLst>
                <a:gd name="T0" fmla="*/ 0 w 87"/>
                <a:gd name="T1" fmla="*/ 22 h 40"/>
                <a:gd name="T2" fmla="*/ 39 w 87"/>
                <a:gd name="T3" fmla="*/ 17 h 40"/>
                <a:gd name="T4" fmla="*/ 90 w 87"/>
                <a:gd name="T5" fmla="*/ 0 h 40"/>
                <a:gd name="T6" fmla="*/ 4 w 87"/>
                <a:gd name="T7" fmla="*/ 4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40">
                  <a:moveTo>
                    <a:pt x="0" y="18"/>
                  </a:moveTo>
                  <a:cubicBezTo>
                    <a:pt x="13" y="13"/>
                    <a:pt x="26" y="16"/>
                    <a:pt x="39" y="14"/>
                  </a:cubicBezTo>
                  <a:cubicBezTo>
                    <a:pt x="53" y="12"/>
                    <a:pt x="76" y="9"/>
                    <a:pt x="87" y="0"/>
                  </a:cubicBezTo>
                  <a:cubicBezTo>
                    <a:pt x="73" y="28"/>
                    <a:pt x="32" y="38"/>
                    <a:pt x="4" y="4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49" name="Freeform 2889">
              <a:extLst>
                <a:ext uri="{FF2B5EF4-FFF2-40B4-BE49-F238E27FC236}">
                  <a16:creationId xmlns:a16="http://schemas.microsoft.com/office/drawing/2014/main" id="{2DF7AF11-3B85-434E-AE1C-9CD19834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3314"/>
              <a:ext cx="54" cy="56"/>
            </a:xfrm>
            <a:custGeom>
              <a:avLst/>
              <a:gdLst>
                <a:gd name="T0" fmla="*/ 0 w 53"/>
                <a:gd name="T1" fmla="*/ 40 h 52"/>
                <a:gd name="T2" fmla="*/ 56 w 53"/>
                <a:gd name="T3" fmla="*/ 0 h 52"/>
                <a:gd name="T4" fmla="*/ 1 w 53"/>
                <a:gd name="T5" fmla="*/ 6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2">
                  <a:moveTo>
                    <a:pt x="0" y="32"/>
                  </a:moveTo>
                  <a:cubicBezTo>
                    <a:pt x="18" y="33"/>
                    <a:pt x="42" y="13"/>
                    <a:pt x="53" y="0"/>
                  </a:cubicBezTo>
                  <a:cubicBezTo>
                    <a:pt x="40" y="16"/>
                    <a:pt x="22" y="45"/>
                    <a:pt x="1" y="5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50" name="Freeform 2890">
              <a:extLst>
                <a:ext uri="{FF2B5EF4-FFF2-40B4-BE49-F238E27FC236}">
                  <a16:creationId xmlns:a16="http://schemas.microsoft.com/office/drawing/2014/main" id="{4AF55679-9824-4CBE-89D3-0E513D557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3266"/>
              <a:ext cx="20" cy="49"/>
            </a:xfrm>
            <a:custGeom>
              <a:avLst/>
              <a:gdLst>
                <a:gd name="T0" fmla="*/ 0 w 20"/>
                <a:gd name="T1" fmla="*/ 58 h 45"/>
                <a:gd name="T2" fmla="*/ 20 w 20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5">
                  <a:moveTo>
                    <a:pt x="0" y="45"/>
                  </a:moveTo>
                  <a:cubicBezTo>
                    <a:pt x="9" y="34"/>
                    <a:pt x="18" y="14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51" name="Freeform 2891">
              <a:extLst>
                <a:ext uri="{FF2B5EF4-FFF2-40B4-BE49-F238E27FC236}">
                  <a16:creationId xmlns:a16="http://schemas.microsoft.com/office/drawing/2014/main" id="{8A457F92-A6A1-4C39-8483-C12A164DC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382"/>
              <a:ext cx="85" cy="33"/>
            </a:xfrm>
            <a:custGeom>
              <a:avLst/>
              <a:gdLst>
                <a:gd name="T0" fmla="*/ 0 w 85"/>
                <a:gd name="T1" fmla="*/ 30 h 31"/>
                <a:gd name="T2" fmla="*/ 40 w 85"/>
                <a:gd name="T3" fmla="*/ 22 h 31"/>
                <a:gd name="T4" fmla="*/ 85 w 85"/>
                <a:gd name="T5" fmla="*/ 0 h 31"/>
                <a:gd name="T6" fmla="*/ 50 w 85"/>
                <a:gd name="T7" fmla="*/ 3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31">
                  <a:moveTo>
                    <a:pt x="0" y="24"/>
                  </a:moveTo>
                  <a:cubicBezTo>
                    <a:pt x="11" y="19"/>
                    <a:pt x="28" y="22"/>
                    <a:pt x="40" y="19"/>
                  </a:cubicBezTo>
                  <a:cubicBezTo>
                    <a:pt x="54" y="16"/>
                    <a:pt x="75" y="9"/>
                    <a:pt x="85" y="0"/>
                  </a:cubicBezTo>
                  <a:cubicBezTo>
                    <a:pt x="77" y="10"/>
                    <a:pt x="61" y="24"/>
                    <a:pt x="50" y="3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52" name="Freeform 2892">
              <a:extLst>
                <a:ext uri="{FF2B5EF4-FFF2-40B4-BE49-F238E27FC236}">
                  <a16:creationId xmlns:a16="http://schemas.microsoft.com/office/drawing/2014/main" id="{6DC34511-662A-45F8-B40D-237E06A61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316"/>
              <a:ext cx="51" cy="69"/>
            </a:xfrm>
            <a:custGeom>
              <a:avLst/>
              <a:gdLst>
                <a:gd name="T0" fmla="*/ 1 w 50"/>
                <a:gd name="T1" fmla="*/ 80 h 64"/>
                <a:gd name="T2" fmla="*/ 53 w 50"/>
                <a:gd name="T3" fmla="*/ 0 h 64"/>
                <a:gd name="T4" fmla="*/ 16 w 50"/>
                <a:gd name="T5" fmla="*/ 29 h 64"/>
                <a:gd name="T6" fmla="*/ 0 w 50"/>
                <a:gd name="T7" fmla="*/ 38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4">
                  <a:moveTo>
                    <a:pt x="1" y="64"/>
                  </a:moveTo>
                  <a:cubicBezTo>
                    <a:pt x="20" y="47"/>
                    <a:pt x="36" y="21"/>
                    <a:pt x="50" y="0"/>
                  </a:cubicBezTo>
                  <a:cubicBezTo>
                    <a:pt x="38" y="7"/>
                    <a:pt x="28" y="17"/>
                    <a:pt x="16" y="23"/>
                  </a:cubicBezTo>
                  <a:cubicBezTo>
                    <a:pt x="11" y="26"/>
                    <a:pt x="5" y="28"/>
                    <a:pt x="0" y="3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53" name="Freeform 2893">
              <a:extLst>
                <a:ext uri="{FF2B5EF4-FFF2-40B4-BE49-F238E27FC236}">
                  <a16:creationId xmlns:a16="http://schemas.microsoft.com/office/drawing/2014/main" id="{CA82DDB5-3E95-4471-9AE5-3C81836C1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227"/>
              <a:ext cx="68" cy="92"/>
            </a:xfrm>
            <a:custGeom>
              <a:avLst/>
              <a:gdLst>
                <a:gd name="T0" fmla="*/ 0 w 68"/>
                <a:gd name="T1" fmla="*/ 73 h 86"/>
                <a:gd name="T2" fmla="*/ 34 w 68"/>
                <a:gd name="T3" fmla="*/ 36 h 86"/>
                <a:gd name="T4" fmla="*/ 68 w 68"/>
                <a:gd name="T5" fmla="*/ 0 h 86"/>
                <a:gd name="T6" fmla="*/ 36 w 68"/>
                <a:gd name="T7" fmla="*/ 77 h 86"/>
                <a:gd name="T8" fmla="*/ 19 w 68"/>
                <a:gd name="T9" fmla="*/ 105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6">
                  <a:moveTo>
                    <a:pt x="0" y="60"/>
                  </a:moveTo>
                  <a:cubicBezTo>
                    <a:pt x="12" y="51"/>
                    <a:pt x="20" y="39"/>
                    <a:pt x="34" y="30"/>
                  </a:cubicBezTo>
                  <a:cubicBezTo>
                    <a:pt x="46" y="23"/>
                    <a:pt x="61" y="13"/>
                    <a:pt x="68" y="0"/>
                  </a:cubicBezTo>
                  <a:cubicBezTo>
                    <a:pt x="62" y="20"/>
                    <a:pt x="46" y="43"/>
                    <a:pt x="36" y="63"/>
                  </a:cubicBezTo>
                  <a:cubicBezTo>
                    <a:pt x="31" y="72"/>
                    <a:pt x="28" y="81"/>
                    <a:pt x="19" y="8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54" name="Freeform 2894">
              <a:extLst>
                <a:ext uri="{FF2B5EF4-FFF2-40B4-BE49-F238E27FC236}">
                  <a16:creationId xmlns:a16="http://schemas.microsoft.com/office/drawing/2014/main" id="{737C094E-3A26-4850-A36C-5550772FA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3137"/>
              <a:ext cx="42" cy="104"/>
            </a:xfrm>
            <a:custGeom>
              <a:avLst/>
              <a:gdLst>
                <a:gd name="T0" fmla="*/ 17 w 42"/>
                <a:gd name="T1" fmla="*/ 122 h 96"/>
                <a:gd name="T2" fmla="*/ 37 w 42"/>
                <a:gd name="T3" fmla="*/ 62 h 96"/>
                <a:gd name="T4" fmla="*/ 38 w 42"/>
                <a:gd name="T5" fmla="*/ 0 h 96"/>
                <a:gd name="T6" fmla="*/ 11 w 42"/>
                <a:gd name="T7" fmla="*/ 65 h 96"/>
                <a:gd name="T8" fmla="*/ 0 w 42"/>
                <a:gd name="T9" fmla="*/ 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96">
                  <a:moveTo>
                    <a:pt x="17" y="96"/>
                  </a:moveTo>
                  <a:cubicBezTo>
                    <a:pt x="25" y="82"/>
                    <a:pt x="33" y="65"/>
                    <a:pt x="37" y="49"/>
                  </a:cubicBezTo>
                  <a:cubicBezTo>
                    <a:pt x="42" y="32"/>
                    <a:pt x="38" y="17"/>
                    <a:pt x="38" y="0"/>
                  </a:cubicBezTo>
                  <a:cubicBezTo>
                    <a:pt x="29" y="17"/>
                    <a:pt x="23" y="37"/>
                    <a:pt x="11" y="51"/>
                  </a:cubicBezTo>
                  <a:cubicBezTo>
                    <a:pt x="7" y="56"/>
                    <a:pt x="1" y="60"/>
                    <a:pt x="0" y="6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55" name="Freeform 2895">
              <a:extLst>
                <a:ext uri="{FF2B5EF4-FFF2-40B4-BE49-F238E27FC236}">
                  <a16:creationId xmlns:a16="http://schemas.microsoft.com/office/drawing/2014/main" id="{FF32A0D4-ED6D-45D1-848F-8B4849334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137"/>
              <a:ext cx="39" cy="107"/>
            </a:xfrm>
            <a:custGeom>
              <a:avLst/>
              <a:gdLst>
                <a:gd name="T0" fmla="*/ 13 w 38"/>
                <a:gd name="T1" fmla="*/ 46 h 99"/>
                <a:gd name="T2" fmla="*/ 32 w 38"/>
                <a:gd name="T3" fmla="*/ 0 h 99"/>
                <a:gd name="T4" fmla="*/ 31 w 38"/>
                <a:gd name="T5" fmla="*/ 78 h 99"/>
                <a:gd name="T6" fmla="*/ 17 w 38"/>
                <a:gd name="T7" fmla="*/ 99 h 99"/>
                <a:gd name="T8" fmla="*/ 0 w 38"/>
                <a:gd name="T9" fmla="*/ 12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9">
                  <a:moveTo>
                    <a:pt x="13" y="37"/>
                  </a:moveTo>
                  <a:cubicBezTo>
                    <a:pt x="19" y="26"/>
                    <a:pt x="26" y="12"/>
                    <a:pt x="29" y="0"/>
                  </a:cubicBezTo>
                  <a:cubicBezTo>
                    <a:pt x="33" y="20"/>
                    <a:pt x="38" y="43"/>
                    <a:pt x="28" y="62"/>
                  </a:cubicBezTo>
                  <a:cubicBezTo>
                    <a:pt x="25" y="68"/>
                    <a:pt x="21" y="74"/>
                    <a:pt x="17" y="79"/>
                  </a:cubicBezTo>
                  <a:cubicBezTo>
                    <a:pt x="12" y="86"/>
                    <a:pt x="4" y="92"/>
                    <a:pt x="0" y="99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56" name="Freeform 2896">
              <a:extLst>
                <a:ext uri="{FF2B5EF4-FFF2-40B4-BE49-F238E27FC236}">
                  <a16:creationId xmlns:a16="http://schemas.microsoft.com/office/drawing/2014/main" id="{2955DCB6-C8B3-486B-B25B-92BFCE01C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252"/>
              <a:ext cx="14" cy="65"/>
            </a:xfrm>
            <a:custGeom>
              <a:avLst/>
              <a:gdLst>
                <a:gd name="T0" fmla="*/ 14 w 14"/>
                <a:gd name="T1" fmla="*/ 0 h 60"/>
                <a:gd name="T2" fmla="*/ 0 w 14"/>
                <a:gd name="T3" fmla="*/ 7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0">
                  <a:moveTo>
                    <a:pt x="14" y="0"/>
                  </a:moveTo>
                  <a:cubicBezTo>
                    <a:pt x="10" y="18"/>
                    <a:pt x="9" y="43"/>
                    <a:pt x="0" y="6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57" name="Freeform 2897">
              <a:extLst>
                <a:ext uri="{FF2B5EF4-FFF2-40B4-BE49-F238E27FC236}">
                  <a16:creationId xmlns:a16="http://schemas.microsoft.com/office/drawing/2014/main" id="{EA6D131C-5CFB-4AE7-8F09-4F6F25813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331"/>
              <a:ext cx="39" cy="26"/>
            </a:xfrm>
            <a:custGeom>
              <a:avLst/>
              <a:gdLst>
                <a:gd name="T0" fmla="*/ 0 w 39"/>
                <a:gd name="T1" fmla="*/ 30 h 24"/>
                <a:gd name="T2" fmla="*/ 39 w 3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4">
                  <a:moveTo>
                    <a:pt x="0" y="24"/>
                  </a:moveTo>
                  <a:cubicBezTo>
                    <a:pt x="8" y="13"/>
                    <a:pt x="27" y="4"/>
                    <a:pt x="39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58" name="Freeform 2898">
              <a:extLst>
                <a:ext uri="{FF2B5EF4-FFF2-40B4-BE49-F238E27FC236}">
                  <a16:creationId xmlns:a16="http://schemas.microsoft.com/office/drawing/2014/main" id="{784D2206-AEFF-4A85-958C-69D3EB342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073"/>
              <a:ext cx="14" cy="66"/>
            </a:xfrm>
            <a:custGeom>
              <a:avLst/>
              <a:gdLst>
                <a:gd name="T0" fmla="*/ 13 w 14"/>
                <a:gd name="T1" fmla="*/ 75 h 62"/>
                <a:gd name="T2" fmla="*/ 0 w 14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2">
                  <a:moveTo>
                    <a:pt x="13" y="62"/>
                  </a:moveTo>
                  <a:cubicBezTo>
                    <a:pt x="14" y="39"/>
                    <a:pt x="13" y="19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59" name="Freeform 2899">
              <a:extLst>
                <a:ext uri="{FF2B5EF4-FFF2-40B4-BE49-F238E27FC236}">
                  <a16:creationId xmlns:a16="http://schemas.microsoft.com/office/drawing/2014/main" id="{0490EE8F-75B7-4000-BB97-E4F06E4DF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3018"/>
              <a:ext cx="26" cy="124"/>
            </a:xfrm>
            <a:custGeom>
              <a:avLst/>
              <a:gdLst>
                <a:gd name="T0" fmla="*/ 1 w 25"/>
                <a:gd name="T1" fmla="*/ 118 h 115"/>
                <a:gd name="T2" fmla="*/ 6 w 25"/>
                <a:gd name="T3" fmla="*/ 54 h 115"/>
                <a:gd name="T4" fmla="*/ 19 w 25"/>
                <a:gd name="T5" fmla="*/ 0 h 115"/>
                <a:gd name="T6" fmla="*/ 27 w 25"/>
                <a:gd name="T7" fmla="*/ 96 h 115"/>
                <a:gd name="T8" fmla="*/ 22 w 25"/>
                <a:gd name="T9" fmla="*/ 14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5">
                  <a:moveTo>
                    <a:pt x="1" y="94"/>
                  </a:moveTo>
                  <a:cubicBezTo>
                    <a:pt x="1" y="76"/>
                    <a:pt x="0" y="61"/>
                    <a:pt x="6" y="43"/>
                  </a:cubicBezTo>
                  <a:cubicBezTo>
                    <a:pt x="10" y="29"/>
                    <a:pt x="11" y="14"/>
                    <a:pt x="16" y="0"/>
                  </a:cubicBezTo>
                  <a:cubicBezTo>
                    <a:pt x="23" y="24"/>
                    <a:pt x="24" y="53"/>
                    <a:pt x="24" y="77"/>
                  </a:cubicBezTo>
                  <a:cubicBezTo>
                    <a:pt x="25" y="91"/>
                    <a:pt x="19" y="103"/>
                    <a:pt x="19" y="115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60" name="Freeform 2900">
              <a:extLst>
                <a:ext uri="{FF2B5EF4-FFF2-40B4-BE49-F238E27FC236}">
                  <a16:creationId xmlns:a16="http://schemas.microsoft.com/office/drawing/2014/main" id="{DA63EB2F-AAA7-421F-AFAD-15AAE5CA1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017"/>
              <a:ext cx="14" cy="51"/>
            </a:xfrm>
            <a:custGeom>
              <a:avLst/>
              <a:gdLst>
                <a:gd name="T0" fmla="*/ 1 w 14"/>
                <a:gd name="T1" fmla="*/ 57 h 48"/>
                <a:gd name="T2" fmla="*/ 14 w 14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1" y="48"/>
                  </a:moveTo>
                  <a:cubicBezTo>
                    <a:pt x="0" y="31"/>
                    <a:pt x="9" y="15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61" name="Freeform 2901">
              <a:extLst>
                <a:ext uri="{FF2B5EF4-FFF2-40B4-BE49-F238E27FC236}">
                  <a16:creationId xmlns:a16="http://schemas.microsoft.com/office/drawing/2014/main" id="{6327F848-D501-47CD-9220-4CAC1C857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928"/>
              <a:ext cx="34" cy="92"/>
            </a:xfrm>
            <a:custGeom>
              <a:avLst/>
              <a:gdLst>
                <a:gd name="T0" fmla="*/ 26 w 33"/>
                <a:gd name="T1" fmla="*/ 108 h 85"/>
                <a:gd name="T2" fmla="*/ 9 w 33"/>
                <a:gd name="T3" fmla="*/ 49 h 85"/>
                <a:gd name="T4" fmla="*/ 0 w 33"/>
                <a:gd name="T5" fmla="*/ 0 h 85"/>
                <a:gd name="T6" fmla="*/ 36 w 33"/>
                <a:gd name="T7" fmla="*/ 43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85">
                  <a:moveTo>
                    <a:pt x="23" y="85"/>
                  </a:moveTo>
                  <a:cubicBezTo>
                    <a:pt x="22" y="67"/>
                    <a:pt x="17" y="55"/>
                    <a:pt x="9" y="39"/>
                  </a:cubicBezTo>
                  <a:cubicBezTo>
                    <a:pt x="3" y="26"/>
                    <a:pt x="3" y="13"/>
                    <a:pt x="0" y="0"/>
                  </a:cubicBezTo>
                  <a:cubicBezTo>
                    <a:pt x="7" y="14"/>
                    <a:pt x="28" y="19"/>
                    <a:pt x="33" y="34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62" name="Freeform 2902">
              <a:extLst>
                <a:ext uri="{FF2B5EF4-FFF2-40B4-BE49-F238E27FC236}">
                  <a16:creationId xmlns:a16="http://schemas.microsoft.com/office/drawing/2014/main" id="{C4B3298C-17E5-4ABF-BE60-650542B58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945"/>
              <a:ext cx="18" cy="46"/>
            </a:xfrm>
            <a:custGeom>
              <a:avLst/>
              <a:gdLst>
                <a:gd name="T0" fmla="*/ 18 w 18"/>
                <a:gd name="T1" fmla="*/ 29 h 43"/>
                <a:gd name="T2" fmla="*/ 0 w 18"/>
                <a:gd name="T3" fmla="*/ 0 h 43"/>
                <a:gd name="T4" fmla="*/ 4 w 18"/>
                <a:gd name="T5" fmla="*/ 5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3">
                  <a:moveTo>
                    <a:pt x="18" y="23"/>
                  </a:moveTo>
                  <a:cubicBezTo>
                    <a:pt x="11" y="18"/>
                    <a:pt x="6" y="7"/>
                    <a:pt x="0" y="0"/>
                  </a:cubicBezTo>
                  <a:cubicBezTo>
                    <a:pt x="0" y="15"/>
                    <a:pt x="4" y="29"/>
                    <a:pt x="4" y="43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63" name="Freeform 2903">
              <a:extLst>
                <a:ext uri="{FF2B5EF4-FFF2-40B4-BE49-F238E27FC236}">
                  <a16:creationId xmlns:a16="http://schemas.microsoft.com/office/drawing/2014/main" id="{CE06552A-4AB6-4FA0-8474-85E632A66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862"/>
              <a:ext cx="47" cy="84"/>
            </a:xfrm>
            <a:custGeom>
              <a:avLst/>
              <a:gdLst>
                <a:gd name="T0" fmla="*/ 34 w 47"/>
                <a:gd name="T1" fmla="*/ 97 h 78"/>
                <a:gd name="T2" fmla="*/ 0 w 47"/>
                <a:gd name="T3" fmla="*/ 0 h 78"/>
                <a:gd name="T4" fmla="*/ 47 w 47"/>
                <a:gd name="T5" fmla="*/ 74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8">
                  <a:moveTo>
                    <a:pt x="34" y="78"/>
                  </a:moveTo>
                  <a:cubicBezTo>
                    <a:pt x="24" y="51"/>
                    <a:pt x="7" y="28"/>
                    <a:pt x="0" y="0"/>
                  </a:cubicBezTo>
                  <a:cubicBezTo>
                    <a:pt x="21" y="13"/>
                    <a:pt x="43" y="37"/>
                    <a:pt x="47" y="59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64" name="Freeform 2904">
              <a:extLst>
                <a:ext uri="{FF2B5EF4-FFF2-40B4-BE49-F238E27FC236}">
                  <a16:creationId xmlns:a16="http://schemas.microsoft.com/office/drawing/2014/main" id="{DE3740ED-3B7E-4477-9CD4-6B295ADAE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845"/>
              <a:ext cx="28" cy="58"/>
            </a:xfrm>
            <a:custGeom>
              <a:avLst/>
              <a:gdLst>
                <a:gd name="T0" fmla="*/ 10 w 28"/>
                <a:gd name="T1" fmla="*/ 67 h 54"/>
                <a:gd name="T2" fmla="*/ 0 w 28"/>
                <a:gd name="T3" fmla="*/ 0 h 54"/>
                <a:gd name="T4" fmla="*/ 28 w 28"/>
                <a:gd name="T5" fmla="*/ 4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4">
                  <a:moveTo>
                    <a:pt x="10" y="54"/>
                  </a:moveTo>
                  <a:cubicBezTo>
                    <a:pt x="3" y="39"/>
                    <a:pt x="0" y="16"/>
                    <a:pt x="0" y="0"/>
                  </a:cubicBezTo>
                  <a:cubicBezTo>
                    <a:pt x="7" y="13"/>
                    <a:pt x="28" y="22"/>
                    <a:pt x="28" y="37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65" name="Freeform 2905">
              <a:extLst>
                <a:ext uri="{FF2B5EF4-FFF2-40B4-BE49-F238E27FC236}">
                  <a16:creationId xmlns:a16="http://schemas.microsoft.com/office/drawing/2014/main" id="{10287DBE-F34F-4C12-A217-8C31BF65A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787"/>
              <a:ext cx="87" cy="72"/>
            </a:xfrm>
            <a:custGeom>
              <a:avLst/>
              <a:gdLst>
                <a:gd name="T0" fmla="*/ 89 w 86"/>
                <a:gd name="T1" fmla="*/ 75 h 66"/>
                <a:gd name="T2" fmla="*/ 37 w 86"/>
                <a:gd name="T3" fmla="*/ 26 h 66"/>
                <a:gd name="T4" fmla="*/ 0 w 86"/>
                <a:gd name="T5" fmla="*/ 0 h 66"/>
                <a:gd name="T6" fmla="*/ 25 w 86"/>
                <a:gd name="T7" fmla="*/ 34 h 66"/>
                <a:gd name="T8" fmla="*/ 42 w 86"/>
                <a:gd name="T9" fmla="*/ 67 h 66"/>
                <a:gd name="T10" fmla="*/ 64 w 86"/>
                <a:gd name="T11" fmla="*/ 86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66">
                  <a:moveTo>
                    <a:pt x="86" y="58"/>
                  </a:moveTo>
                  <a:cubicBezTo>
                    <a:pt x="75" y="38"/>
                    <a:pt x="57" y="27"/>
                    <a:pt x="37" y="20"/>
                  </a:cubicBezTo>
                  <a:cubicBezTo>
                    <a:pt x="24" y="15"/>
                    <a:pt x="12" y="5"/>
                    <a:pt x="0" y="0"/>
                  </a:cubicBezTo>
                  <a:cubicBezTo>
                    <a:pt x="5" y="11"/>
                    <a:pt x="17" y="16"/>
                    <a:pt x="25" y="26"/>
                  </a:cubicBezTo>
                  <a:cubicBezTo>
                    <a:pt x="32" y="33"/>
                    <a:pt x="36" y="43"/>
                    <a:pt x="42" y="51"/>
                  </a:cubicBezTo>
                  <a:cubicBezTo>
                    <a:pt x="48" y="58"/>
                    <a:pt x="54" y="61"/>
                    <a:pt x="61" y="6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66" name="Freeform 2906">
              <a:extLst>
                <a:ext uri="{FF2B5EF4-FFF2-40B4-BE49-F238E27FC236}">
                  <a16:creationId xmlns:a16="http://schemas.microsoft.com/office/drawing/2014/main" id="{C20ACF57-90A4-4321-804B-8765766BD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744"/>
              <a:ext cx="78" cy="62"/>
            </a:xfrm>
            <a:custGeom>
              <a:avLst/>
              <a:gdLst>
                <a:gd name="T0" fmla="*/ 54 w 77"/>
                <a:gd name="T1" fmla="*/ 73 h 57"/>
                <a:gd name="T2" fmla="*/ 0 w 77"/>
                <a:gd name="T3" fmla="*/ 0 h 57"/>
                <a:gd name="T4" fmla="*/ 56 w 77"/>
                <a:gd name="T5" fmla="*/ 30 h 57"/>
                <a:gd name="T6" fmla="*/ 80 w 77"/>
                <a:gd name="T7" fmla="*/ 53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7">
                  <a:moveTo>
                    <a:pt x="51" y="57"/>
                  </a:moveTo>
                  <a:cubicBezTo>
                    <a:pt x="24" y="49"/>
                    <a:pt x="23" y="13"/>
                    <a:pt x="0" y="0"/>
                  </a:cubicBezTo>
                  <a:cubicBezTo>
                    <a:pt x="16" y="10"/>
                    <a:pt x="37" y="15"/>
                    <a:pt x="53" y="24"/>
                  </a:cubicBezTo>
                  <a:cubicBezTo>
                    <a:pt x="61" y="28"/>
                    <a:pt x="69" y="39"/>
                    <a:pt x="77" y="4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67" name="Freeform 2907">
              <a:extLst>
                <a:ext uri="{FF2B5EF4-FFF2-40B4-BE49-F238E27FC236}">
                  <a16:creationId xmlns:a16="http://schemas.microsoft.com/office/drawing/2014/main" id="{4B3F43B0-6A94-4C62-9254-CB9A5111A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785"/>
              <a:ext cx="79" cy="50"/>
            </a:xfrm>
            <a:custGeom>
              <a:avLst/>
              <a:gdLst>
                <a:gd name="T0" fmla="*/ 81 w 78"/>
                <a:gd name="T1" fmla="*/ 59 h 46"/>
                <a:gd name="T2" fmla="*/ 43 w 78"/>
                <a:gd name="T3" fmla="*/ 20 h 46"/>
                <a:gd name="T4" fmla="*/ 0 w 78"/>
                <a:gd name="T5" fmla="*/ 1 h 46"/>
                <a:gd name="T6" fmla="*/ 19 w 78"/>
                <a:gd name="T7" fmla="*/ 26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6">
                  <a:moveTo>
                    <a:pt x="78" y="46"/>
                  </a:moveTo>
                  <a:cubicBezTo>
                    <a:pt x="65" y="36"/>
                    <a:pt x="56" y="24"/>
                    <a:pt x="40" y="16"/>
                  </a:cubicBezTo>
                  <a:cubicBezTo>
                    <a:pt x="29" y="10"/>
                    <a:pt x="13" y="0"/>
                    <a:pt x="0" y="1"/>
                  </a:cubicBezTo>
                  <a:cubicBezTo>
                    <a:pt x="6" y="4"/>
                    <a:pt x="14" y="13"/>
                    <a:pt x="19" y="2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68" name="Freeform 2908">
              <a:extLst>
                <a:ext uri="{FF2B5EF4-FFF2-40B4-BE49-F238E27FC236}">
                  <a16:creationId xmlns:a16="http://schemas.microsoft.com/office/drawing/2014/main" id="{FDF6A8CE-12F8-44A4-8831-F332AE162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859"/>
              <a:ext cx="2" cy="34"/>
            </a:xfrm>
            <a:custGeom>
              <a:avLst/>
              <a:gdLst>
                <a:gd name="T0" fmla="*/ 0 w 2"/>
                <a:gd name="T1" fmla="*/ 0 h 32"/>
                <a:gd name="T2" fmla="*/ 0 w 2"/>
                <a:gd name="T3" fmla="*/ 3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2">
                  <a:moveTo>
                    <a:pt x="0" y="0"/>
                  </a:moveTo>
                  <a:cubicBezTo>
                    <a:pt x="0" y="11"/>
                    <a:pt x="2" y="21"/>
                    <a:pt x="0" y="32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69" name="Freeform 2909">
              <a:extLst>
                <a:ext uri="{FF2B5EF4-FFF2-40B4-BE49-F238E27FC236}">
                  <a16:creationId xmlns:a16="http://schemas.microsoft.com/office/drawing/2014/main" id="{0F0B0EB8-3EE1-4FFA-A775-21D61C67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61"/>
              <a:ext cx="103" cy="30"/>
            </a:xfrm>
            <a:custGeom>
              <a:avLst/>
              <a:gdLst>
                <a:gd name="T0" fmla="*/ 105 w 102"/>
                <a:gd name="T1" fmla="*/ 34 h 28"/>
                <a:gd name="T2" fmla="*/ 39 w 102"/>
                <a:gd name="T3" fmla="*/ 2 h 28"/>
                <a:gd name="T4" fmla="*/ 0 w 102"/>
                <a:gd name="T5" fmla="*/ 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8">
                  <a:moveTo>
                    <a:pt x="102" y="28"/>
                  </a:moveTo>
                  <a:cubicBezTo>
                    <a:pt x="83" y="13"/>
                    <a:pt x="63" y="4"/>
                    <a:pt x="39" y="2"/>
                  </a:cubicBezTo>
                  <a:cubicBezTo>
                    <a:pt x="31" y="1"/>
                    <a:pt x="3" y="0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70" name="Freeform 2910">
              <a:extLst>
                <a:ext uri="{FF2B5EF4-FFF2-40B4-BE49-F238E27FC236}">
                  <a16:creationId xmlns:a16="http://schemas.microsoft.com/office/drawing/2014/main" id="{9167DEBC-5A3F-4AD4-B201-70F43582C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70"/>
              <a:ext cx="63" cy="19"/>
            </a:xfrm>
            <a:custGeom>
              <a:avLst/>
              <a:gdLst>
                <a:gd name="T0" fmla="*/ 65 w 62"/>
                <a:gd name="T1" fmla="*/ 23 h 17"/>
                <a:gd name="T2" fmla="*/ 0 w 6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7">
                  <a:moveTo>
                    <a:pt x="62" y="17"/>
                  </a:moveTo>
                  <a:cubicBezTo>
                    <a:pt x="39" y="11"/>
                    <a:pt x="19" y="17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71" name="Freeform 2911">
              <a:extLst>
                <a:ext uri="{FF2B5EF4-FFF2-40B4-BE49-F238E27FC236}">
                  <a16:creationId xmlns:a16="http://schemas.microsoft.com/office/drawing/2014/main" id="{B16E9DEE-F847-4CB1-BEA5-2CEE89A99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729"/>
              <a:ext cx="86" cy="31"/>
            </a:xfrm>
            <a:custGeom>
              <a:avLst/>
              <a:gdLst>
                <a:gd name="T0" fmla="*/ 88 w 85"/>
                <a:gd name="T1" fmla="*/ 22 h 28"/>
                <a:gd name="T2" fmla="*/ 65 w 85"/>
                <a:gd name="T3" fmla="*/ 2 h 28"/>
                <a:gd name="T4" fmla="*/ 34 w 85"/>
                <a:gd name="T5" fmla="*/ 2 h 28"/>
                <a:gd name="T6" fmla="*/ 0 w 85"/>
                <a:gd name="T7" fmla="*/ 10 h 28"/>
                <a:gd name="T8" fmla="*/ 50 w 85"/>
                <a:gd name="T9" fmla="*/ 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8">
                  <a:moveTo>
                    <a:pt x="85" y="16"/>
                  </a:moveTo>
                  <a:cubicBezTo>
                    <a:pt x="77" y="11"/>
                    <a:pt x="72" y="4"/>
                    <a:pt x="62" y="2"/>
                  </a:cubicBezTo>
                  <a:cubicBezTo>
                    <a:pt x="52" y="0"/>
                    <a:pt x="44" y="0"/>
                    <a:pt x="34" y="2"/>
                  </a:cubicBezTo>
                  <a:cubicBezTo>
                    <a:pt x="23" y="4"/>
                    <a:pt x="12" y="6"/>
                    <a:pt x="0" y="7"/>
                  </a:cubicBezTo>
                  <a:cubicBezTo>
                    <a:pt x="13" y="17"/>
                    <a:pt x="33" y="19"/>
                    <a:pt x="47" y="28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72" name="Freeform 2912">
              <a:extLst>
                <a:ext uri="{FF2B5EF4-FFF2-40B4-BE49-F238E27FC236}">
                  <a16:creationId xmlns:a16="http://schemas.microsoft.com/office/drawing/2014/main" id="{A799749D-EFC7-4BD1-B549-1DA682D4F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709"/>
              <a:ext cx="38" cy="20"/>
            </a:xfrm>
            <a:custGeom>
              <a:avLst/>
              <a:gdLst>
                <a:gd name="T0" fmla="*/ 38 w 38"/>
                <a:gd name="T1" fmla="*/ 22 h 19"/>
                <a:gd name="T2" fmla="*/ 0 w 3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9">
                  <a:moveTo>
                    <a:pt x="38" y="19"/>
                  </a:moveTo>
                  <a:cubicBezTo>
                    <a:pt x="23" y="18"/>
                    <a:pt x="13" y="4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73" name="Freeform 2913">
              <a:extLst>
                <a:ext uri="{FF2B5EF4-FFF2-40B4-BE49-F238E27FC236}">
                  <a16:creationId xmlns:a16="http://schemas.microsoft.com/office/drawing/2014/main" id="{41E6A856-E1F0-4C99-94E8-61D23D143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708"/>
              <a:ext cx="263" cy="725"/>
            </a:xfrm>
            <a:custGeom>
              <a:avLst/>
              <a:gdLst>
                <a:gd name="T0" fmla="*/ 14 w 260"/>
                <a:gd name="T1" fmla="*/ 0 h 674"/>
                <a:gd name="T2" fmla="*/ 0 w 260"/>
                <a:gd name="T3" fmla="*/ 0 h 674"/>
                <a:gd name="T4" fmla="*/ 0 w 260"/>
                <a:gd name="T5" fmla="*/ 91 h 674"/>
                <a:gd name="T6" fmla="*/ 0 w 260"/>
                <a:gd name="T7" fmla="*/ 91 h 674"/>
                <a:gd name="T8" fmla="*/ 216 w 260"/>
                <a:gd name="T9" fmla="*/ 417 h 674"/>
                <a:gd name="T10" fmla="*/ 0 w 260"/>
                <a:gd name="T11" fmla="*/ 747 h 674"/>
                <a:gd name="T12" fmla="*/ 0 w 260"/>
                <a:gd name="T13" fmla="*/ 747 h 674"/>
                <a:gd name="T14" fmla="*/ 0 w 260"/>
                <a:gd name="T15" fmla="*/ 839 h 674"/>
                <a:gd name="T16" fmla="*/ 14 w 260"/>
                <a:gd name="T17" fmla="*/ 839 h 674"/>
                <a:gd name="T18" fmla="*/ 269 w 260"/>
                <a:gd name="T19" fmla="*/ 422 h 674"/>
                <a:gd name="T20" fmla="*/ 14 w 260"/>
                <a:gd name="T21" fmla="*/ 0 h 6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0" h="674">
                  <a:moveTo>
                    <a:pt x="14" y="0"/>
                  </a:moveTo>
                  <a:cubicBezTo>
                    <a:pt x="9" y="0"/>
                    <a:pt x="5" y="0"/>
                    <a:pt x="0" y="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116" y="73"/>
                    <a:pt x="210" y="191"/>
                    <a:pt x="210" y="336"/>
                  </a:cubicBezTo>
                  <a:cubicBezTo>
                    <a:pt x="210" y="482"/>
                    <a:pt x="116" y="600"/>
                    <a:pt x="0" y="600"/>
                  </a:cubicBezTo>
                  <a:cubicBezTo>
                    <a:pt x="0" y="600"/>
                    <a:pt x="0" y="600"/>
                    <a:pt x="0" y="600"/>
                  </a:cubicBezTo>
                  <a:cubicBezTo>
                    <a:pt x="0" y="674"/>
                    <a:pt x="0" y="674"/>
                    <a:pt x="0" y="674"/>
                  </a:cubicBezTo>
                  <a:cubicBezTo>
                    <a:pt x="5" y="674"/>
                    <a:pt x="9" y="674"/>
                    <a:pt x="14" y="674"/>
                  </a:cubicBezTo>
                  <a:cubicBezTo>
                    <a:pt x="143" y="674"/>
                    <a:pt x="260" y="524"/>
                    <a:pt x="260" y="338"/>
                  </a:cubicBezTo>
                  <a:cubicBezTo>
                    <a:pt x="260" y="151"/>
                    <a:pt x="143" y="0"/>
                    <a:pt x="14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74" name="Freeform 2914">
              <a:extLst>
                <a:ext uri="{FF2B5EF4-FFF2-40B4-BE49-F238E27FC236}">
                  <a16:creationId xmlns:a16="http://schemas.microsoft.com/office/drawing/2014/main" id="{E7A0A71C-88E4-40B2-9E99-BD69DD349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643"/>
              <a:ext cx="297" cy="855"/>
            </a:xfrm>
            <a:custGeom>
              <a:avLst/>
              <a:gdLst>
                <a:gd name="T0" fmla="*/ 7 w 294"/>
                <a:gd name="T1" fmla="*/ 0 h 794"/>
                <a:gd name="T2" fmla="*/ 4 w 294"/>
                <a:gd name="T3" fmla="*/ 0 h 794"/>
                <a:gd name="T4" fmla="*/ 4 w 294"/>
                <a:gd name="T5" fmla="*/ 0 h 794"/>
                <a:gd name="T6" fmla="*/ 0 w 294"/>
                <a:gd name="T7" fmla="*/ 0 h 794"/>
                <a:gd name="T8" fmla="*/ 0 w 294"/>
                <a:gd name="T9" fmla="*/ 165 h 794"/>
                <a:gd name="T10" fmla="*/ 0 w 294"/>
                <a:gd name="T11" fmla="*/ 165 h 794"/>
                <a:gd name="T12" fmla="*/ 216 w 294"/>
                <a:gd name="T13" fmla="*/ 494 h 794"/>
                <a:gd name="T14" fmla="*/ 0 w 294"/>
                <a:gd name="T15" fmla="*/ 825 h 794"/>
                <a:gd name="T16" fmla="*/ 0 w 294"/>
                <a:gd name="T17" fmla="*/ 825 h 794"/>
                <a:gd name="T18" fmla="*/ 0 w 294"/>
                <a:gd name="T19" fmla="*/ 992 h 794"/>
                <a:gd name="T20" fmla="*/ 2 w 294"/>
                <a:gd name="T21" fmla="*/ 992 h 794"/>
                <a:gd name="T22" fmla="*/ 7 w 294"/>
                <a:gd name="T23" fmla="*/ 992 h 794"/>
                <a:gd name="T24" fmla="*/ 303 w 294"/>
                <a:gd name="T25" fmla="*/ 496 h 794"/>
                <a:gd name="T26" fmla="*/ 7 w 294"/>
                <a:gd name="T27" fmla="*/ 0 h 7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4" h="794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116" y="132"/>
                    <a:pt x="210" y="251"/>
                    <a:pt x="210" y="396"/>
                  </a:cubicBezTo>
                  <a:cubicBezTo>
                    <a:pt x="210" y="542"/>
                    <a:pt x="116" y="660"/>
                    <a:pt x="0" y="660"/>
                  </a:cubicBezTo>
                  <a:cubicBezTo>
                    <a:pt x="0" y="660"/>
                    <a:pt x="0" y="660"/>
                    <a:pt x="0" y="660"/>
                  </a:cubicBezTo>
                  <a:cubicBezTo>
                    <a:pt x="0" y="794"/>
                    <a:pt x="0" y="794"/>
                    <a:pt x="0" y="794"/>
                  </a:cubicBezTo>
                  <a:cubicBezTo>
                    <a:pt x="2" y="794"/>
                    <a:pt x="2" y="794"/>
                    <a:pt x="2" y="794"/>
                  </a:cubicBezTo>
                  <a:cubicBezTo>
                    <a:pt x="4" y="794"/>
                    <a:pt x="6" y="794"/>
                    <a:pt x="7" y="794"/>
                  </a:cubicBezTo>
                  <a:cubicBezTo>
                    <a:pt x="166" y="794"/>
                    <a:pt x="294" y="616"/>
                    <a:pt x="294" y="397"/>
                  </a:cubicBezTo>
                  <a:cubicBezTo>
                    <a:pt x="294" y="178"/>
                    <a:pt x="166" y="0"/>
                    <a:pt x="7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75" name="Oval 2915">
              <a:extLst>
                <a:ext uri="{FF2B5EF4-FFF2-40B4-BE49-F238E27FC236}">
                  <a16:creationId xmlns:a16="http://schemas.microsoft.com/office/drawing/2014/main" id="{76D3BBC3-CDB3-4E62-A78A-63932FAA7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3408"/>
              <a:ext cx="20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76" name="Oval 2916">
              <a:extLst>
                <a:ext uri="{FF2B5EF4-FFF2-40B4-BE49-F238E27FC236}">
                  <a16:creationId xmlns:a16="http://schemas.microsoft.com/office/drawing/2014/main" id="{C9833961-55EB-45E6-9813-F16BBE227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766"/>
              <a:ext cx="20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77" name="Oval 2917">
              <a:extLst>
                <a:ext uri="{FF2B5EF4-FFF2-40B4-BE49-F238E27FC236}">
                  <a16:creationId xmlns:a16="http://schemas.microsoft.com/office/drawing/2014/main" id="{0843DE38-E553-4176-B895-3D76E867C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8" y="2743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78" name="Oval 2918">
              <a:extLst>
                <a:ext uri="{FF2B5EF4-FFF2-40B4-BE49-F238E27FC236}">
                  <a16:creationId xmlns:a16="http://schemas.microsoft.com/office/drawing/2014/main" id="{BDC8817D-71C5-4E37-A56A-A80F127E8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2719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79" name="Oval 2919">
              <a:extLst>
                <a:ext uri="{FF2B5EF4-FFF2-40B4-BE49-F238E27FC236}">
                  <a16:creationId xmlns:a16="http://schemas.microsoft.com/office/drawing/2014/main" id="{DD7B2E50-4E1F-4A3C-A5A3-E2F8ED2AB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2741"/>
              <a:ext cx="20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80" name="Oval 2920">
              <a:extLst>
                <a:ext uri="{FF2B5EF4-FFF2-40B4-BE49-F238E27FC236}">
                  <a16:creationId xmlns:a16="http://schemas.microsoft.com/office/drawing/2014/main" id="{434E5B2A-5A70-469A-82DA-AA340B554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724"/>
              <a:ext cx="20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81" name="Oval 2921">
              <a:extLst>
                <a:ext uri="{FF2B5EF4-FFF2-40B4-BE49-F238E27FC236}">
                  <a16:creationId xmlns:a16="http://schemas.microsoft.com/office/drawing/2014/main" id="{2C40D911-C043-4955-ACBE-41C21824B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2764"/>
              <a:ext cx="21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82" name="Oval 2922">
              <a:extLst>
                <a:ext uri="{FF2B5EF4-FFF2-40B4-BE49-F238E27FC236}">
                  <a16:creationId xmlns:a16="http://schemas.microsoft.com/office/drawing/2014/main" id="{E00A4B7A-DCD6-4BD1-800C-4CA1053BF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715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83" name="Oval 2923">
              <a:extLst>
                <a:ext uri="{FF2B5EF4-FFF2-40B4-BE49-F238E27FC236}">
                  <a16:creationId xmlns:a16="http://schemas.microsoft.com/office/drawing/2014/main" id="{3BDC6C55-B696-4935-8E0A-B4E041402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0" y="2715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84" name="Oval 2924">
              <a:extLst>
                <a:ext uri="{FF2B5EF4-FFF2-40B4-BE49-F238E27FC236}">
                  <a16:creationId xmlns:a16="http://schemas.microsoft.com/office/drawing/2014/main" id="{D8B81D94-6F16-4CE8-AF5C-249ADADA4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3366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85" name="Oval 2925">
              <a:extLst>
                <a:ext uri="{FF2B5EF4-FFF2-40B4-BE49-F238E27FC236}">
                  <a16:creationId xmlns:a16="http://schemas.microsoft.com/office/drawing/2014/main" id="{D63C9851-D9E6-447D-9D1A-8E1AF7A4F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3416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86" name="Oval 2926">
              <a:extLst>
                <a:ext uri="{FF2B5EF4-FFF2-40B4-BE49-F238E27FC236}">
                  <a16:creationId xmlns:a16="http://schemas.microsoft.com/office/drawing/2014/main" id="{0B3BB773-FEB9-4A1C-952D-E3B464241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3362"/>
              <a:ext cx="21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87" name="Oval 2927">
              <a:extLst>
                <a:ext uri="{FF2B5EF4-FFF2-40B4-BE49-F238E27FC236}">
                  <a16:creationId xmlns:a16="http://schemas.microsoft.com/office/drawing/2014/main" id="{332B7B99-F2DF-4F8F-B026-A15949E65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3387"/>
              <a:ext cx="20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88" name="Oval 2928">
              <a:extLst>
                <a:ext uri="{FF2B5EF4-FFF2-40B4-BE49-F238E27FC236}">
                  <a16:creationId xmlns:a16="http://schemas.microsoft.com/office/drawing/2014/main" id="{4B58A1E2-1F89-4D59-B2C5-63C7B5C1E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3366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89" name="Oval 2929">
              <a:extLst>
                <a:ext uri="{FF2B5EF4-FFF2-40B4-BE49-F238E27FC236}">
                  <a16:creationId xmlns:a16="http://schemas.microsoft.com/office/drawing/2014/main" id="{CD96A515-EED6-4290-A4A4-0ECDBB929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3416"/>
              <a:ext cx="21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90" name="Oval 2930">
              <a:extLst>
                <a:ext uri="{FF2B5EF4-FFF2-40B4-BE49-F238E27FC236}">
                  <a16:creationId xmlns:a16="http://schemas.microsoft.com/office/drawing/2014/main" id="{4F9A7DA1-0CD0-46FE-9530-11BB3187E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3368"/>
              <a:ext cx="20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91" name="Oval 2931">
              <a:extLst>
                <a:ext uri="{FF2B5EF4-FFF2-40B4-BE49-F238E27FC236}">
                  <a16:creationId xmlns:a16="http://schemas.microsoft.com/office/drawing/2014/main" id="{A7F6DFC6-5B1E-481A-8198-FB87221B4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3359"/>
              <a:ext cx="20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92" name="Freeform 2932">
              <a:extLst>
                <a:ext uri="{FF2B5EF4-FFF2-40B4-BE49-F238E27FC236}">
                  <a16:creationId xmlns:a16="http://schemas.microsoft.com/office/drawing/2014/main" id="{E7B3C241-B61F-4FF6-9A02-16D7A9A50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3361"/>
              <a:ext cx="20" cy="18"/>
            </a:xfrm>
            <a:custGeom>
              <a:avLst/>
              <a:gdLst>
                <a:gd name="T0" fmla="*/ 18 w 20"/>
                <a:gd name="T1" fmla="*/ 3 h 17"/>
                <a:gd name="T2" fmla="*/ 13 w 20"/>
                <a:gd name="T3" fmla="*/ 16 h 17"/>
                <a:gd name="T4" fmla="*/ 2 w 20"/>
                <a:gd name="T5" fmla="*/ 18 h 17"/>
                <a:gd name="T6" fmla="*/ 7 w 20"/>
                <a:gd name="T7" fmla="*/ 5 h 17"/>
                <a:gd name="T8" fmla="*/ 18 w 20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18" y="3"/>
                  </a:moveTo>
                  <a:cubicBezTo>
                    <a:pt x="20" y="5"/>
                    <a:pt x="17" y="9"/>
                    <a:pt x="13" y="13"/>
                  </a:cubicBezTo>
                  <a:cubicBezTo>
                    <a:pt x="9" y="16"/>
                    <a:pt x="4" y="17"/>
                    <a:pt x="2" y="15"/>
                  </a:cubicBezTo>
                  <a:cubicBezTo>
                    <a:pt x="0" y="13"/>
                    <a:pt x="2" y="8"/>
                    <a:pt x="7" y="5"/>
                  </a:cubicBezTo>
                  <a:cubicBezTo>
                    <a:pt x="11" y="1"/>
                    <a:pt x="16" y="0"/>
                    <a:pt x="18" y="3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93" name="Freeform 2933">
              <a:extLst>
                <a:ext uri="{FF2B5EF4-FFF2-40B4-BE49-F238E27FC236}">
                  <a16:creationId xmlns:a16="http://schemas.microsoft.com/office/drawing/2014/main" id="{C807E4AC-C6B9-41C0-9AF9-096F190D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3290"/>
              <a:ext cx="20" cy="18"/>
            </a:xfrm>
            <a:custGeom>
              <a:avLst/>
              <a:gdLst>
                <a:gd name="T0" fmla="*/ 18 w 20"/>
                <a:gd name="T1" fmla="*/ 3 h 17"/>
                <a:gd name="T2" fmla="*/ 13 w 20"/>
                <a:gd name="T3" fmla="*/ 16 h 17"/>
                <a:gd name="T4" fmla="*/ 2 w 20"/>
                <a:gd name="T5" fmla="*/ 18 h 17"/>
                <a:gd name="T6" fmla="*/ 7 w 20"/>
                <a:gd name="T7" fmla="*/ 5 h 17"/>
                <a:gd name="T8" fmla="*/ 18 w 20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18" y="3"/>
                  </a:moveTo>
                  <a:cubicBezTo>
                    <a:pt x="20" y="5"/>
                    <a:pt x="18" y="9"/>
                    <a:pt x="13" y="13"/>
                  </a:cubicBezTo>
                  <a:cubicBezTo>
                    <a:pt x="9" y="16"/>
                    <a:pt x="4" y="17"/>
                    <a:pt x="2" y="15"/>
                  </a:cubicBezTo>
                  <a:cubicBezTo>
                    <a:pt x="0" y="13"/>
                    <a:pt x="3" y="8"/>
                    <a:pt x="7" y="5"/>
                  </a:cubicBezTo>
                  <a:cubicBezTo>
                    <a:pt x="11" y="1"/>
                    <a:pt x="16" y="0"/>
                    <a:pt x="18" y="3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94" name="Freeform 2934">
              <a:extLst>
                <a:ext uri="{FF2B5EF4-FFF2-40B4-BE49-F238E27FC236}">
                  <a16:creationId xmlns:a16="http://schemas.microsoft.com/office/drawing/2014/main" id="{B9301AE8-B85B-4031-AB14-CE84017F8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213"/>
              <a:ext cx="15" cy="21"/>
            </a:xfrm>
            <a:custGeom>
              <a:avLst/>
              <a:gdLst>
                <a:gd name="T0" fmla="*/ 12 w 15"/>
                <a:gd name="T1" fmla="*/ 1 h 20"/>
                <a:gd name="T2" fmla="*/ 12 w 15"/>
                <a:gd name="T3" fmla="*/ 15 h 20"/>
                <a:gd name="T4" fmla="*/ 2 w 15"/>
                <a:gd name="T5" fmla="*/ 22 h 20"/>
                <a:gd name="T6" fmla="*/ 3 w 15"/>
                <a:gd name="T7" fmla="*/ 7 h 20"/>
                <a:gd name="T8" fmla="*/ 12 w 15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12" y="1"/>
                  </a:moveTo>
                  <a:cubicBezTo>
                    <a:pt x="15" y="2"/>
                    <a:pt x="15" y="7"/>
                    <a:pt x="12" y="12"/>
                  </a:cubicBezTo>
                  <a:cubicBezTo>
                    <a:pt x="9" y="17"/>
                    <a:pt x="5" y="20"/>
                    <a:pt x="2" y="19"/>
                  </a:cubicBezTo>
                  <a:cubicBezTo>
                    <a:pt x="0" y="17"/>
                    <a:pt x="0" y="12"/>
                    <a:pt x="3" y="7"/>
                  </a:cubicBezTo>
                  <a:cubicBezTo>
                    <a:pt x="6" y="2"/>
                    <a:pt x="10" y="0"/>
                    <a:pt x="12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95" name="Freeform 2935">
              <a:extLst>
                <a:ext uri="{FF2B5EF4-FFF2-40B4-BE49-F238E27FC236}">
                  <a16:creationId xmlns:a16="http://schemas.microsoft.com/office/drawing/2014/main" id="{8EE4E6AD-9ACF-4392-AD4F-AB79F7D95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3187"/>
              <a:ext cx="12" cy="22"/>
            </a:xfrm>
            <a:custGeom>
              <a:avLst/>
              <a:gdLst>
                <a:gd name="T0" fmla="*/ 8 w 12"/>
                <a:gd name="T1" fmla="*/ 0 h 21"/>
                <a:gd name="T2" fmla="*/ 11 w 12"/>
                <a:gd name="T3" fmla="*/ 14 h 21"/>
                <a:gd name="T4" fmla="*/ 4 w 12"/>
                <a:gd name="T5" fmla="*/ 23 h 21"/>
                <a:gd name="T6" fmla="*/ 1 w 12"/>
                <a:gd name="T7" fmla="*/ 9 h 21"/>
                <a:gd name="T8" fmla="*/ 8 w 1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8" y="0"/>
                  </a:moveTo>
                  <a:cubicBezTo>
                    <a:pt x="11" y="1"/>
                    <a:pt x="12" y="6"/>
                    <a:pt x="11" y="11"/>
                  </a:cubicBezTo>
                  <a:cubicBezTo>
                    <a:pt x="10" y="17"/>
                    <a:pt x="7" y="21"/>
                    <a:pt x="4" y="20"/>
                  </a:cubicBezTo>
                  <a:cubicBezTo>
                    <a:pt x="1" y="19"/>
                    <a:pt x="0" y="15"/>
                    <a:pt x="1" y="9"/>
                  </a:cubicBezTo>
                  <a:cubicBezTo>
                    <a:pt x="2" y="4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96" name="Oval 2936">
              <a:extLst>
                <a:ext uri="{FF2B5EF4-FFF2-40B4-BE49-F238E27FC236}">
                  <a16:creationId xmlns:a16="http://schemas.microsoft.com/office/drawing/2014/main" id="{265775E4-B9D0-4837-974D-A696C7CF0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3092"/>
              <a:ext cx="11" cy="23"/>
            </a:xfrm>
            <a:prstGeom prst="ellipse">
              <a:avLst/>
            </a:pr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097" name="Freeform 2937">
              <a:extLst>
                <a:ext uri="{FF2B5EF4-FFF2-40B4-BE49-F238E27FC236}">
                  <a16:creationId xmlns:a16="http://schemas.microsoft.com/office/drawing/2014/main" id="{3AB7627D-FE5E-437C-93E4-7F3728C4A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3002"/>
              <a:ext cx="14" cy="22"/>
            </a:xfrm>
            <a:custGeom>
              <a:avLst/>
              <a:gdLst>
                <a:gd name="T0" fmla="*/ 4 w 14"/>
                <a:gd name="T1" fmla="*/ 1 h 21"/>
                <a:gd name="T2" fmla="*/ 12 w 14"/>
                <a:gd name="T3" fmla="*/ 9 h 21"/>
                <a:gd name="T4" fmla="*/ 11 w 14"/>
                <a:gd name="T5" fmla="*/ 23 h 21"/>
                <a:gd name="T6" fmla="*/ 2 w 14"/>
                <a:gd name="T7" fmla="*/ 15 h 21"/>
                <a:gd name="T8" fmla="*/ 4 w 14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4" y="1"/>
                  </a:moveTo>
                  <a:cubicBezTo>
                    <a:pt x="6" y="0"/>
                    <a:pt x="10" y="3"/>
                    <a:pt x="12" y="9"/>
                  </a:cubicBezTo>
                  <a:cubicBezTo>
                    <a:pt x="14" y="14"/>
                    <a:pt x="13" y="19"/>
                    <a:pt x="11" y="20"/>
                  </a:cubicBezTo>
                  <a:cubicBezTo>
                    <a:pt x="8" y="21"/>
                    <a:pt x="4" y="17"/>
                    <a:pt x="2" y="12"/>
                  </a:cubicBezTo>
                  <a:cubicBezTo>
                    <a:pt x="0" y="7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98" name="Freeform 2938">
              <a:extLst>
                <a:ext uri="{FF2B5EF4-FFF2-40B4-BE49-F238E27FC236}">
                  <a16:creationId xmlns:a16="http://schemas.microsoft.com/office/drawing/2014/main" id="{E89764B2-03D6-4E47-8EDC-F75070AE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893"/>
              <a:ext cx="13" cy="23"/>
            </a:xfrm>
            <a:custGeom>
              <a:avLst/>
              <a:gdLst>
                <a:gd name="T0" fmla="*/ 3 w 13"/>
                <a:gd name="T1" fmla="*/ 1 h 21"/>
                <a:gd name="T2" fmla="*/ 11 w 13"/>
                <a:gd name="T3" fmla="*/ 12 h 21"/>
                <a:gd name="T4" fmla="*/ 10 w 13"/>
                <a:gd name="T5" fmla="*/ 26 h 21"/>
                <a:gd name="T6" fmla="*/ 2 w 13"/>
                <a:gd name="T7" fmla="*/ 16 h 21"/>
                <a:gd name="T8" fmla="*/ 3 w 13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3" y="1"/>
                  </a:moveTo>
                  <a:cubicBezTo>
                    <a:pt x="6" y="0"/>
                    <a:pt x="9" y="4"/>
                    <a:pt x="11" y="9"/>
                  </a:cubicBezTo>
                  <a:cubicBezTo>
                    <a:pt x="13" y="14"/>
                    <a:pt x="13" y="19"/>
                    <a:pt x="10" y="20"/>
                  </a:cubicBezTo>
                  <a:cubicBezTo>
                    <a:pt x="7" y="21"/>
                    <a:pt x="4" y="18"/>
                    <a:pt x="2" y="13"/>
                  </a:cubicBezTo>
                  <a:cubicBezTo>
                    <a:pt x="0" y="7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99" name="Freeform 2939">
              <a:extLst>
                <a:ext uri="{FF2B5EF4-FFF2-40B4-BE49-F238E27FC236}">
                  <a16:creationId xmlns:a16="http://schemas.microsoft.com/office/drawing/2014/main" id="{45F01CF6-E9FA-48B9-B8E2-BE5B723DA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831"/>
              <a:ext cx="17" cy="20"/>
            </a:xfrm>
            <a:custGeom>
              <a:avLst/>
              <a:gdLst>
                <a:gd name="T0" fmla="*/ 2 w 17"/>
                <a:gd name="T1" fmla="*/ 2 h 19"/>
                <a:gd name="T2" fmla="*/ 13 w 17"/>
                <a:gd name="T3" fmla="*/ 6 h 19"/>
                <a:gd name="T4" fmla="*/ 15 w 17"/>
                <a:gd name="T5" fmla="*/ 20 h 19"/>
                <a:gd name="T6" fmla="*/ 5 w 17"/>
                <a:gd name="T7" fmla="*/ 16 h 19"/>
                <a:gd name="T8" fmla="*/ 2 w 17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2" y="2"/>
                  </a:moveTo>
                  <a:cubicBezTo>
                    <a:pt x="4" y="0"/>
                    <a:pt x="9" y="2"/>
                    <a:pt x="13" y="6"/>
                  </a:cubicBezTo>
                  <a:cubicBezTo>
                    <a:pt x="16" y="11"/>
                    <a:pt x="17" y="16"/>
                    <a:pt x="15" y="17"/>
                  </a:cubicBezTo>
                  <a:cubicBezTo>
                    <a:pt x="13" y="19"/>
                    <a:pt x="8" y="17"/>
                    <a:pt x="5" y="13"/>
                  </a:cubicBezTo>
                  <a:cubicBezTo>
                    <a:pt x="1" y="8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00" name="Freeform 2940">
              <a:extLst>
                <a:ext uri="{FF2B5EF4-FFF2-40B4-BE49-F238E27FC236}">
                  <a16:creationId xmlns:a16="http://schemas.microsoft.com/office/drawing/2014/main" id="{18213E1C-DEC5-430E-A2EB-0CDF302BA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746"/>
              <a:ext cx="20" cy="17"/>
            </a:xfrm>
            <a:custGeom>
              <a:avLst/>
              <a:gdLst>
                <a:gd name="T0" fmla="*/ 1 w 20"/>
                <a:gd name="T1" fmla="*/ 2 h 16"/>
                <a:gd name="T2" fmla="*/ 12 w 20"/>
                <a:gd name="T3" fmla="*/ 3 h 16"/>
                <a:gd name="T4" fmla="*/ 18 w 20"/>
                <a:gd name="T5" fmla="*/ 16 h 16"/>
                <a:gd name="T6" fmla="*/ 7 w 20"/>
                <a:gd name="T7" fmla="*/ 15 h 16"/>
                <a:gd name="T8" fmla="*/ 1 w 20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" y="2"/>
                  </a:moveTo>
                  <a:cubicBezTo>
                    <a:pt x="3" y="0"/>
                    <a:pt x="8" y="0"/>
                    <a:pt x="12" y="3"/>
                  </a:cubicBezTo>
                  <a:cubicBezTo>
                    <a:pt x="17" y="6"/>
                    <a:pt x="20" y="11"/>
                    <a:pt x="18" y="13"/>
                  </a:cubicBezTo>
                  <a:cubicBezTo>
                    <a:pt x="17" y="16"/>
                    <a:pt x="12" y="15"/>
                    <a:pt x="7" y="12"/>
                  </a:cubicBezTo>
                  <a:cubicBezTo>
                    <a:pt x="2" y="9"/>
                    <a:pt x="0" y="5"/>
                    <a:pt x="1" y="2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01" name="Freeform 2941">
              <a:extLst>
                <a:ext uri="{FF2B5EF4-FFF2-40B4-BE49-F238E27FC236}">
                  <a16:creationId xmlns:a16="http://schemas.microsoft.com/office/drawing/2014/main" id="{20AF748C-82DE-469B-8664-B296B6BE4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779"/>
              <a:ext cx="20" cy="17"/>
            </a:xfrm>
            <a:custGeom>
              <a:avLst/>
              <a:gdLst>
                <a:gd name="T0" fmla="*/ 1 w 20"/>
                <a:gd name="T1" fmla="*/ 3 h 16"/>
                <a:gd name="T2" fmla="*/ 13 w 20"/>
                <a:gd name="T3" fmla="*/ 4 h 16"/>
                <a:gd name="T4" fmla="*/ 18 w 20"/>
                <a:gd name="T5" fmla="*/ 16 h 16"/>
                <a:gd name="T6" fmla="*/ 7 w 20"/>
                <a:gd name="T7" fmla="*/ 15 h 16"/>
                <a:gd name="T8" fmla="*/ 1 w 20"/>
                <a:gd name="T9" fmla="*/ 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" y="3"/>
                  </a:moveTo>
                  <a:cubicBezTo>
                    <a:pt x="3" y="0"/>
                    <a:pt x="8" y="1"/>
                    <a:pt x="13" y="4"/>
                  </a:cubicBezTo>
                  <a:cubicBezTo>
                    <a:pt x="17" y="7"/>
                    <a:pt x="20" y="11"/>
                    <a:pt x="18" y="13"/>
                  </a:cubicBezTo>
                  <a:cubicBezTo>
                    <a:pt x="17" y="16"/>
                    <a:pt x="12" y="15"/>
                    <a:pt x="7" y="12"/>
                  </a:cubicBezTo>
                  <a:cubicBezTo>
                    <a:pt x="2" y="9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02" name="Freeform 2942">
              <a:extLst>
                <a:ext uri="{FF2B5EF4-FFF2-40B4-BE49-F238E27FC236}">
                  <a16:creationId xmlns:a16="http://schemas.microsoft.com/office/drawing/2014/main" id="{3459E298-103A-4A0F-B0C4-228C9E438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768"/>
              <a:ext cx="21" cy="13"/>
            </a:xfrm>
            <a:custGeom>
              <a:avLst/>
              <a:gdLst>
                <a:gd name="T0" fmla="*/ 0 w 21"/>
                <a:gd name="T1" fmla="*/ 4 h 12"/>
                <a:gd name="T2" fmla="*/ 12 w 21"/>
                <a:gd name="T3" fmla="*/ 1 h 12"/>
                <a:gd name="T4" fmla="*/ 20 w 21"/>
                <a:gd name="T5" fmla="*/ 12 h 12"/>
                <a:gd name="T6" fmla="*/ 9 w 21"/>
                <a:gd name="T7" fmla="*/ 14 h 12"/>
                <a:gd name="T8" fmla="*/ 0 w 21"/>
                <a:gd name="T9" fmla="*/ 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0" y="4"/>
                  </a:moveTo>
                  <a:cubicBezTo>
                    <a:pt x="1" y="1"/>
                    <a:pt x="6" y="0"/>
                    <a:pt x="12" y="1"/>
                  </a:cubicBezTo>
                  <a:cubicBezTo>
                    <a:pt x="17" y="3"/>
                    <a:pt x="21" y="6"/>
                    <a:pt x="20" y="9"/>
                  </a:cubicBezTo>
                  <a:cubicBezTo>
                    <a:pt x="20" y="11"/>
                    <a:pt x="15" y="12"/>
                    <a:pt x="9" y="11"/>
                  </a:cubicBezTo>
                  <a:cubicBezTo>
                    <a:pt x="4" y="10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03" name="Freeform 2943">
              <a:extLst>
                <a:ext uri="{FF2B5EF4-FFF2-40B4-BE49-F238E27FC236}">
                  <a16:creationId xmlns:a16="http://schemas.microsoft.com/office/drawing/2014/main" id="{88703754-DF0D-4EF6-BAE8-2696DBB51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765"/>
              <a:ext cx="90" cy="103"/>
            </a:xfrm>
            <a:custGeom>
              <a:avLst/>
              <a:gdLst>
                <a:gd name="T0" fmla="*/ 0 w 89"/>
                <a:gd name="T1" fmla="*/ 61 h 96"/>
                <a:gd name="T2" fmla="*/ 92 w 89"/>
                <a:gd name="T3" fmla="*/ 60 h 96"/>
                <a:gd name="T4" fmla="*/ 0 w 89"/>
                <a:gd name="T5" fmla="*/ 61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96">
                  <a:moveTo>
                    <a:pt x="0" y="49"/>
                  </a:moveTo>
                  <a:cubicBezTo>
                    <a:pt x="0" y="49"/>
                    <a:pt x="35" y="0"/>
                    <a:pt x="89" y="48"/>
                  </a:cubicBezTo>
                  <a:cubicBezTo>
                    <a:pt x="89" y="48"/>
                    <a:pt x="49" y="96"/>
                    <a:pt x="0" y="4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04" name="Freeform 2944">
              <a:extLst>
                <a:ext uri="{FF2B5EF4-FFF2-40B4-BE49-F238E27FC236}">
                  <a16:creationId xmlns:a16="http://schemas.microsoft.com/office/drawing/2014/main" id="{81466133-F7A8-4A7A-B1D2-06A5908A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60"/>
              <a:ext cx="86" cy="108"/>
            </a:xfrm>
            <a:custGeom>
              <a:avLst/>
              <a:gdLst>
                <a:gd name="T0" fmla="*/ 0 w 85"/>
                <a:gd name="T1" fmla="*/ 65 h 101"/>
                <a:gd name="T2" fmla="*/ 88 w 85"/>
                <a:gd name="T3" fmla="*/ 67 h 101"/>
                <a:gd name="T4" fmla="*/ 0 w 85"/>
                <a:gd name="T5" fmla="*/ 65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01">
                  <a:moveTo>
                    <a:pt x="0" y="53"/>
                  </a:moveTo>
                  <a:cubicBezTo>
                    <a:pt x="0" y="53"/>
                    <a:pt x="46" y="0"/>
                    <a:pt x="85" y="55"/>
                  </a:cubicBezTo>
                  <a:cubicBezTo>
                    <a:pt x="85" y="55"/>
                    <a:pt x="49" y="101"/>
                    <a:pt x="0" y="5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05" name="Freeform 2945">
              <a:extLst>
                <a:ext uri="{FF2B5EF4-FFF2-40B4-BE49-F238E27FC236}">
                  <a16:creationId xmlns:a16="http://schemas.microsoft.com/office/drawing/2014/main" id="{2EDB62E0-5A1A-4F28-8424-0DD5D7B07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766"/>
              <a:ext cx="118" cy="103"/>
            </a:xfrm>
            <a:custGeom>
              <a:avLst/>
              <a:gdLst>
                <a:gd name="T0" fmla="*/ 0 w 117"/>
                <a:gd name="T1" fmla="*/ 61 h 96"/>
                <a:gd name="T2" fmla="*/ 120 w 117"/>
                <a:gd name="T3" fmla="*/ 61 h 96"/>
                <a:gd name="T4" fmla="*/ 0 w 117"/>
                <a:gd name="T5" fmla="*/ 61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96">
                  <a:moveTo>
                    <a:pt x="0" y="49"/>
                  </a:moveTo>
                  <a:cubicBezTo>
                    <a:pt x="0" y="49"/>
                    <a:pt x="63" y="0"/>
                    <a:pt x="117" y="49"/>
                  </a:cubicBezTo>
                  <a:cubicBezTo>
                    <a:pt x="117" y="49"/>
                    <a:pt x="49" y="96"/>
                    <a:pt x="0" y="4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06" name="Freeform 2946">
              <a:extLst>
                <a:ext uri="{FF2B5EF4-FFF2-40B4-BE49-F238E27FC236}">
                  <a16:creationId xmlns:a16="http://schemas.microsoft.com/office/drawing/2014/main" id="{93400671-5686-47E0-A8BD-6B50E699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766"/>
              <a:ext cx="111" cy="103"/>
            </a:xfrm>
            <a:custGeom>
              <a:avLst/>
              <a:gdLst>
                <a:gd name="T0" fmla="*/ 0 w 110"/>
                <a:gd name="T1" fmla="*/ 61 h 96"/>
                <a:gd name="T2" fmla="*/ 113 w 110"/>
                <a:gd name="T3" fmla="*/ 60 h 96"/>
                <a:gd name="T4" fmla="*/ 0 w 110"/>
                <a:gd name="T5" fmla="*/ 61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96">
                  <a:moveTo>
                    <a:pt x="0" y="49"/>
                  </a:moveTo>
                  <a:cubicBezTo>
                    <a:pt x="0" y="49"/>
                    <a:pt x="56" y="0"/>
                    <a:pt x="110" y="48"/>
                  </a:cubicBezTo>
                  <a:cubicBezTo>
                    <a:pt x="110" y="48"/>
                    <a:pt x="49" y="96"/>
                    <a:pt x="0" y="4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07" name="Freeform 2947">
              <a:extLst>
                <a:ext uri="{FF2B5EF4-FFF2-40B4-BE49-F238E27FC236}">
                  <a16:creationId xmlns:a16="http://schemas.microsoft.com/office/drawing/2014/main" id="{13AEC641-3E14-4472-8B6C-F20110C82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766"/>
              <a:ext cx="112" cy="102"/>
            </a:xfrm>
            <a:custGeom>
              <a:avLst/>
              <a:gdLst>
                <a:gd name="T0" fmla="*/ 0 w 111"/>
                <a:gd name="T1" fmla="*/ 60 h 95"/>
                <a:gd name="T2" fmla="*/ 114 w 111"/>
                <a:gd name="T3" fmla="*/ 60 h 95"/>
                <a:gd name="T4" fmla="*/ 0 w 111"/>
                <a:gd name="T5" fmla="*/ 6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95">
                  <a:moveTo>
                    <a:pt x="0" y="48"/>
                  </a:moveTo>
                  <a:cubicBezTo>
                    <a:pt x="0" y="48"/>
                    <a:pt x="57" y="0"/>
                    <a:pt x="111" y="48"/>
                  </a:cubicBezTo>
                  <a:cubicBezTo>
                    <a:pt x="111" y="48"/>
                    <a:pt x="49" y="95"/>
                    <a:pt x="0" y="48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08" name="Freeform 2948">
              <a:extLst>
                <a:ext uri="{FF2B5EF4-FFF2-40B4-BE49-F238E27FC236}">
                  <a16:creationId xmlns:a16="http://schemas.microsoft.com/office/drawing/2014/main" id="{894A49DD-F0FF-4555-8112-E87322F65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66"/>
              <a:ext cx="89" cy="102"/>
            </a:xfrm>
            <a:custGeom>
              <a:avLst/>
              <a:gdLst>
                <a:gd name="T0" fmla="*/ 0 w 89"/>
                <a:gd name="T1" fmla="*/ 60 h 95"/>
                <a:gd name="T2" fmla="*/ 89 w 89"/>
                <a:gd name="T3" fmla="*/ 60 h 95"/>
                <a:gd name="T4" fmla="*/ 0 w 89"/>
                <a:gd name="T5" fmla="*/ 6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95">
                  <a:moveTo>
                    <a:pt x="0" y="48"/>
                  </a:moveTo>
                  <a:cubicBezTo>
                    <a:pt x="0" y="48"/>
                    <a:pt x="35" y="0"/>
                    <a:pt x="89" y="48"/>
                  </a:cubicBezTo>
                  <a:cubicBezTo>
                    <a:pt x="89" y="48"/>
                    <a:pt x="49" y="95"/>
                    <a:pt x="0" y="48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09" name="Freeform 2949">
              <a:extLst>
                <a:ext uri="{FF2B5EF4-FFF2-40B4-BE49-F238E27FC236}">
                  <a16:creationId xmlns:a16="http://schemas.microsoft.com/office/drawing/2014/main" id="{CF61C61C-17D9-4EEB-8A87-66FDC57D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766"/>
              <a:ext cx="102" cy="102"/>
            </a:xfrm>
            <a:custGeom>
              <a:avLst/>
              <a:gdLst>
                <a:gd name="T0" fmla="*/ 0 w 101"/>
                <a:gd name="T1" fmla="*/ 60 h 95"/>
                <a:gd name="T2" fmla="*/ 104 w 101"/>
                <a:gd name="T3" fmla="*/ 60 h 95"/>
                <a:gd name="T4" fmla="*/ 0 w 101"/>
                <a:gd name="T5" fmla="*/ 6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95">
                  <a:moveTo>
                    <a:pt x="0" y="48"/>
                  </a:moveTo>
                  <a:cubicBezTo>
                    <a:pt x="0" y="48"/>
                    <a:pt x="46" y="0"/>
                    <a:pt x="101" y="48"/>
                  </a:cubicBezTo>
                  <a:cubicBezTo>
                    <a:pt x="101" y="48"/>
                    <a:pt x="49" y="95"/>
                    <a:pt x="0" y="48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10" name="Freeform 2950">
              <a:extLst>
                <a:ext uri="{FF2B5EF4-FFF2-40B4-BE49-F238E27FC236}">
                  <a16:creationId xmlns:a16="http://schemas.microsoft.com/office/drawing/2014/main" id="{0BCDCC1E-4A81-4492-A9B7-3F24ADEE2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3180"/>
              <a:ext cx="79" cy="101"/>
            </a:xfrm>
            <a:custGeom>
              <a:avLst/>
              <a:gdLst>
                <a:gd name="T0" fmla="*/ 0 w 78"/>
                <a:gd name="T1" fmla="*/ 61 h 94"/>
                <a:gd name="T2" fmla="*/ 81 w 78"/>
                <a:gd name="T3" fmla="*/ 57 h 94"/>
                <a:gd name="T4" fmla="*/ 0 w 78"/>
                <a:gd name="T5" fmla="*/ 61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4">
                  <a:moveTo>
                    <a:pt x="0" y="49"/>
                  </a:moveTo>
                  <a:cubicBezTo>
                    <a:pt x="0" y="49"/>
                    <a:pt x="35" y="0"/>
                    <a:pt x="78" y="46"/>
                  </a:cubicBezTo>
                  <a:cubicBezTo>
                    <a:pt x="78" y="46"/>
                    <a:pt x="51" y="94"/>
                    <a:pt x="0" y="4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11" name="Freeform 2951">
              <a:extLst>
                <a:ext uri="{FF2B5EF4-FFF2-40B4-BE49-F238E27FC236}">
                  <a16:creationId xmlns:a16="http://schemas.microsoft.com/office/drawing/2014/main" id="{73D49D23-164C-46C2-BEC6-FAD17919D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175"/>
              <a:ext cx="102" cy="101"/>
            </a:xfrm>
            <a:custGeom>
              <a:avLst/>
              <a:gdLst>
                <a:gd name="T0" fmla="*/ 0 w 101"/>
                <a:gd name="T1" fmla="*/ 63 h 94"/>
                <a:gd name="T2" fmla="*/ 104 w 101"/>
                <a:gd name="T3" fmla="*/ 56 h 94"/>
                <a:gd name="T4" fmla="*/ 0 w 101"/>
                <a:gd name="T5" fmla="*/ 63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94">
                  <a:moveTo>
                    <a:pt x="0" y="51"/>
                  </a:moveTo>
                  <a:cubicBezTo>
                    <a:pt x="0" y="51"/>
                    <a:pt x="44" y="0"/>
                    <a:pt x="101" y="45"/>
                  </a:cubicBezTo>
                  <a:cubicBezTo>
                    <a:pt x="101" y="45"/>
                    <a:pt x="52" y="94"/>
                    <a:pt x="0" y="51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12" name="Freeform 2952">
              <a:extLst>
                <a:ext uri="{FF2B5EF4-FFF2-40B4-BE49-F238E27FC236}">
                  <a16:creationId xmlns:a16="http://schemas.microsoft.com/office/drawing/2014/main" id="{90EAAB03-96CF-41F9-A9D6-8CAB243EC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170"/>
              <a:ext cx="108" cy="97"/>
            </a:xfrm>
            <a:custGeom>
              <a:avLst/>
              <a:gdLst>
                <a:gd name="T0" fmla="*/ 0 w 107"/>
                <a:gd name="T1" fmla="*/ 60 h 91"/>
                <a:gd name="T2" fmla="*/ 110 w 107"/>
                <a:gd name="T3" fmla="*/ 51 h 91"/>
                <a:gd name="T4" fmla="*/ 0 w 107"/>
                <a:gd name="T5" fmla="*/ 6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1">
                  <a:moveTo>
                    <a:pt x="0" y="50"/>
                  </a:moveTo>
                  <a:cubicBezTo>
                    <a:pt x="0" y="50"/>
                    <a:pt x="52" y="0"/>
                    <a:pt x="107" y="42"/>
                  </a:cubicBezTo>
                  <a:cubicBezTo>
                    <a:pt x="107" y="42"/>
                    <a:pt x="50" y="91"/>
                    <a:pt x="0" y="5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13" name="Freeform 2953">
              <a:extLst>
                <a:ext uri="{FF2B5EF4-FFF2-40B4-BE49-F238E27FC236}">
                  <a16:creationId xmlns:a16="http://schemas.microsoft.com/office/drawing/2014/main" id="{472CD6EC-C5A3-4AF7-8D2B-3A50215CC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159"/>
              <a:ext cx="109" cy="102"/>
            </a:xfrm>
            <a:custGeom>
              <a:avLst/>
              <a:gdLst>
                <a:gd name="T0" fmla="*/ 0 w 108"/>
                <a:gd name="T1" fmla="*/ 64 h 95"/>
                <a:gd name="T2" fmla="*/ 111 w 108"/>
                <a:gd name="T3" fmla="*/ 54 h 95"/>
                <a:gd name="T4" fmla="*/ 0 w 108"/>
                <a:gd name="T5" fmla="*/ 6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95">
                  <a:moveTo>
                    <a:pt x="0" y="52"/>
                  </a:moveTo>
                  <a:cubicBezTo>
                    <a:pt x="0" y="52"/>
                    <a:pt x="52" y="0"/>
                    <a:pt x="108" y="44"/>
                  </a:cubicBezTo>
                  <a:cubicBezTo>
                    <a:pt x="108" y="44"/>
                    <a:pt x="50" y="95"/>
                    <a:pt x="0" y="5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14" name="Freeform 2954">
              <a:extLst>
                <a:ext uri="{FF2B5EF4-FFF2-40B4-BE49-F238E27FC236}">
                  <a16:creationId xmlns:a16="http://schemas.microsoft.com/office/drawing/2014/main" id="{08C562BB-8699-41FF-9C56-9683C5B25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151"/>
              <a:ext cx="94" cy="99"/>
            </a:xfrm>
            <a:custGeom>
              <a:avLst/>
              <a:gdLst>
                <a:gd name="T0" fmla="*/ 0 w 94"/>
                <a:gd name="T1" fmla="*/ 63 h 92"/>
                <a:gd name="T2" fmla="*/ 94 w 94"/>
                <a:gd name="T3" fmla="*/ 51 h 92"/>
                <a:gd name="T4" fmla="*/ 0 w 94"/>
                <a:gd name="T5" fmla="*/ 63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92">
                  <a:moveTo>
                    <a:pt x="0" y="51"/>
                  </a:moveTo>
                  <a:cubicBezTo>
                    <a:pt x="0" y="51"/>
                    <a:pt x="35" y="0"/>
                    <a:pt x="94" y="41"/>
                  </a:cubicBezTo>
                  <a:cubicBezTo>
                    <a:pt x="94" y="41"/>
                    <a:pt x="54" y="92"/>
                    <a:pt x="0" y="51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15" name="Freeform 2955">
              <a:extLst>
                <a:ext uri="{FF2B5EF4-FFF2-40B4-BE49-F238E27FC236}">
                  <a16:creationId xmlns:a16="http://schemas.microsoft.com/office/drawing/2014/main" id="{96CD5717-65AD-4716-B3D1-20A50834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135"/>
              <a:ext cx="115" cy="104"/>
            </a:xfrm>
            <a:custGeom>
              <a:avLst/>
              <a:gdLst>
                <a:gd name="T0" fmla="*/ 0 w 114"/>
                <a:gd name="T1" fmla="*/ 69 h 97"/>
                <a:gd name="T2" fmla="*/ 117 w 114"/>
                <a:gd name="T3" fmla="*/ 51 h 97"/>
                <a:gd name="T4" fmla="*/ 0 w 114"/>
                <a:gd name="T5" fmla="*/ 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97">
                  <a:moveTo>
                    <a:pt x="0" y="56"/>
                  </a:moveTo>
                  <a:cubicBezTo>
                    <a:pt x="0" y="56"/>
                    <a:pt x="54" y="0"/>
                    <a:pt x="114" y="42"/>
                  </a:cubicBezTo>
                  <a:cubicBezTo>
                    <a:pt x="114" y="42"/>
                    <a:pt x="55" y="97"/>
                    <a:pt x="0" y="56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16" name="Freeform 2956">
              <a:extLst>
                <a:ext uri="{FF2B5EF4-FFF2-40B4-BE49-F238E27FC236}">
                  <a16:creationId xmlns:a16="http://schemas.microsoft.com/office/drawing/2014/main" id="{EE66AEC2-6ACA-4BB0-96B7-47F76EEC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118"/>
              <a:ext cx="99" cy="96"/>
            </a:xfrm>
            <a:custGeom>
              <a:avLst/>
              <a:gdLst>
                <a:gd name="T0" fmla="*/ 0 w 98"/>
                <a:gd name="T1" fmla="*/ 73 h 89"/>
                <a:gd name="T2" fmla="*/ 101 w 98"/>
                <a:gd name="T3" fmla="*/ 38 h 89"/>
                <a:gd name="T4" fmla="*/ 0 w 98"/>
                <a:gd name="T5" fmla="*/ 73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89">
                  <a:moveTo>
                    <a:pt x="0" y="58"/>
                  </a:moveTo>
                  <a:cubicBezTo>
                    <a:pt x="0" y="58"/>
                    <a:pt x="32" y="0"/>
                    <a:pt x="98" y="30"/>
                  </a:cubicBezTo>
                  <a:cubicBezTo>
                    <a:pt x="98" y="30"/>
                    <a:pt x="60" y="89"/>
                    <a:pt x="0" y="58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17" name="Freeform 2957">
              <a:extLst>
                <a:ext uri="{FF2B5EF4-FFF2-40B4-BE49-F238E27FC236}">
                  <a16:creationId xmlns:a16="http://schemas.microsoft.com/office/drawing/2014/main" id="{33DD7A0D-8421-4D3A-B0B0-6EF502F14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076"/>
              <a:ext cx="107" cy="104"/>
            </a:xfrm>
            <a:custGeom>
              <a:avLst/>
              <a:gdLst>
                <a:gd name="T0" fmla="*/ 0 w 106"/>
                <a:gd name="T1" fmla="*/ 86 h 97"/>
                <a:gd name="T2" fmla="*/ 109 w 106"/>
                <a:gd name="T3" fmla="*/ 32 h 97"/>
                <a:gd name="T4" fmla="*/ 0 w 106"/>
                <a:gd name="T5" fmla="*/ 86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97">
                  <a:moveTo>
                    <a:pt x="0" y="70"/>
                  </a:moveTo>
                  <a:cubicBezTo>
                    <a:pt x="0" y="70"/>
                    <a:pt x="39" y="0"/>
                    <a:pt x="106" y="26"/>
                  </a:cubicBezTo>
                  <a:cubicBezTo>
                    <a:pt x="106" y="26"/>
                    <a:pt x="62" y="97"/>
                    <a:pt x="0" y="7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18" name="Freeform 2958">
              <a:extLst>
                <a:ext uri="{FF2B5EF4-FFF2-40B4-BE49-F238E27FC236}">
                  <a16:creationId xmlns:a16="http://schemas.microsoft.com/office/drawing/2014/main" id="{7019C9DD-9FFD-4215-8EE2-EC19F742F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030"/>
              <a:ext cx="81" cy="74"/>
            </a:xfrm>
            <a:custGeom>
              <a:avLst/>
              <a:gdLst>
                <a:gd name="T0" fmla="*/ 18 w 80"/>
                <a:gd name="T1" fmla="*/ 85 h 69"/>
                <a:gd name="T2" fmla="*/ 67 w 80"/>
                <a:gd name="T3" fmla="*/ 0 h 69"/>
                <a:gd name="T4" fmla="*/ 18 w 80"/>
                <a:gd name="T5" fmla="*/ 8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9">
                  <a:moveTo>
                    <a:pt x="18" y="69"/>
                  </a:moveTo>
                  <a:cubicBezTo>
                    <a:pt x="18" y="69"/>
                    <a:pt x="0" y="10"/>
                    <a:pt x="64" y="0"/>
                  </a:cubicBezTo>
                  <a:cubicBezTo>
                    <a:pt x="64" y="0"/>
                    <a:pt x="80" y="58"/>
                    <a:pt x="18" y="6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19" name="Freeform 2959">
              <a:extLst>
                <a:ext uri="{FF2B5EF4-FFF2-40B4-BE49-F238E27FC236}">
                  <a16:creationId xmlns:a16="http://schemas.microsoft.com/office/drawing/2014/main" id="{8988D719-85C3-4404-A165-613B1B711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934"/>
              <a:ext cx="80" cy="96"/>
            </a:xfrm>
            <a:custGeom>
              <a:avLst/>
              <a:gdLst>
                <a:gd name="T0" fmla="*/ 39 w 79"/>
                <a:gd name="T1" fmla="*/ 112 h 89"/>
                <a:gd name="T2" fmla="*/ 39 w 79"/>
                <a:gd name="T3" fmla="*/ 0 h 89"/>
                <a:gd name="T4" fmla="*/ 39 w 79"/>
                <a:gd name="T5" fmla="*/ 112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89">
                  <a:moveTo>
                    <a:pt x="39" y="89"/>
                  </a:moveTo>
                  <a:cubicBezTo>
                    <a:pt x="39" y="89"/>
                    <a:pt x="0" y="48"/>
                    <a:pt x="39" y="0"/>
                  </a:cubicBezTo>
                  <a:cubicBezTo>
                    <a:pt x="39" y="0"/>
                    <a:pt x="79" y="39"/>
                    <a:pt x="39" y="8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20" name="Freeform 2960">
              <a:extLst>
                <a:ext uri="{FF2B5EF4-FFF2-40B4-BE49-F238E27FC236}">
                  <a16:creationId xmlns:a16="http://schemas.microsoft.com/office/drawing/2014/main" id="{7D8BB001-990F-4D74-AC36-6E0FB164D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845"/>
              <a:ext cx="97" cy="90"/>
            </a:xfrm>
            <a:custGeom>
              <a:avLst/>
              <a:gdLst>
                <a:gd name="T0" fmla="*/ 93 w 96"/>
                <a:gd name="T1" fmla="*/ 103 h 84"/>
                <a:gd name="T2" fmla="*/ 18 w 96"/>
                <a:gd name="T3" fmla="*/ 0 h 84"/>
                <a:gd name="T4" fmla="*/ 93 w 96"/>
                <a:gd name="T5" fmla="*/ 103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84">
                  <a:moveTo>
                    <a:pt x="90" y="84"/>
                  </a:moveTo>
                  <a:cubicBezTo>
                    <a:pt x="90" y="84"/>
                    <a:pt x="0" y="74"/>
                    <a:pt x="18" y="0"/>
                  </a:cubicBezTo>
                  <a:cubicBezTo>
                    <a:pt x="18" y="0"/>
                    <a:pt x="96" y="25"/>
                    <a:pt x="90" y="84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21" name="Freeform 2961">
              <a:extLst>
                <a:ext uri="{FF2B5EF4-FFF2-40B4-BE49-F238E27FC236}">
                  <a16:creationId xmlns:a16="http://schemas.microsoft.com/office/drawing/2014/main" id="{AA3B1331-9976-496A-A797-318C2D9E9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777"/>
              <a:ext cx="81" cy="104"/>
            </a:xfrm>
            <a:custGeom>
              <a:avLst/>
              <a:gdLst>
                <a:gd name="T0" fmla="*/ 83 w 80"/>
                <a:gd name="T1" fmla="*/ 78 h 97"/>
                <a:gd name="T2" fmla="*/ 0 w 80"/>
                <a:gd name="T3" fmla="*/ 47 h 97"/>
                <a:gd name="T4" fmla="*/ 83 w 80"/>
                <a:gd name="T5" fmla="*/ 7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97">
                  <a:moveTo>
                    <a:pt x="80" y="63"/>
                  </a:moveTo>
                  <a:cubicBezTo>
                    <a:pt x="80" y="63"/>
                    <a:pt x="30" y="97"/>
                    <a:pt x="0" y="38"/>
                  </a:cubicBezTo>
                  <a:cubicBezTo>
                    <a:pt x="0" y="38"/>
                    <a:pt x="56" y="0"/>
                    <a:pt x="80" y="63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22" name="Line 2962">
              <a:extLst>
                <a:ext uri="{FF2B5EF4-FFF2-40B4-BE49-F238E27FC236}">
                  <a16:creationId xmlns:a16="http://schemas.microsoft.com/office/drawing/2014/main" id="{F6989E9A-97D6-43C5-8D59-9BB098FC56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9" y="3233"/>
              <a:ext cx="1" cy="127"/>
            </a:xfrm>
            <a:prstGeom prst="lin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23" name="Freeform 2963">
              <a:extLst>
                <a:ext uri="{FF2B5EF4-FFF2-40B4-BE49-F238E27FC236}">
                  <a16:creationId xmlns:a16="http://schemas.microsoft.com/office/drawing/2014/main" id="{87EE7369-674E-44C2-9351-EDB915973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817"/>
              <a:ext cx="39" cy="19"/>
            </a:xfrm>
            <a:custGeom>
              <a:avLst/>
              <a:gdLst>
                <a:gd name="T0" fmla="*/ 0 w 38"/>
                <a:gd name="T1" fmla="*/ 0 h 18"/>
                <a:gd name="T2" fmla="*/ 41 w 38"/>
                <a:gd name="T3" fmla="*/ 20 h 18"/>
                <a:gd name="T4" fmla="*/ 0 w 3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8">
                  <a:moveTo>
                    <a:pt x="0" y="0"/>
                  </a:moveTo>
                  <a:cubicBezTo>
                    <a:pt x="0" y="0"/>
                    <a:pt x="14" y="18"/>
                    <a:pt x="38" y="17"/>
                  </a:cubicBezTo>
                  <a:cubicBezTo>
                    <a:pt x="38" y="17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24" name="Freeform 2964">
              <a:extLst>
                <a:ext uri="{FF2B5EF4-FFF2-40B4-BE49-F238E27FC236}">
                  <a16:creationId xmlns:a16="http://schemas.microsoft.com/office/drawing/2014/main" id="{731FAAB6-501E-4519-A1F3-EAC8B3AE4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817"/>
              <a:ext cx="44" cy="22"/>
            </a:xfrm>
            <a:custGeom>
              <a:avLst/>
              <a:gdLst>
                <a:gd name="T0" fmla="*/ 0 w 44"/>
                <a:gd name="T1" fmla="*/ 0 h 21"/>
                <a:gd name="T2" fmla="*/ 44 w 44"/>
                <a:gd name="T3" fmla="*/ 21 h 21"/>
                <a:gd name="T4" fmla="*/ 0 w 44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1">
                  <a:moveTo>
                    <a:pt x="0" y="0"/>
                  </a:moveTo>
                  <a:cubicBezTo>
                    <a:pt x="0" y="0"/>
                    <a:pt x="19" y="21"/>
                    <a:pt x="44" y="18"/>
                  </a:cubicBezTo>
                  <a:cubicBezTo>
                    <a:pt x="44" y="18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25" name="Freeform 2965">
              <a:extLst>
                <a:ext uri="{FF2B5EF4-FFF2-40B4-BE49-F238E27FC236}">
                  <a16:creationId xmlns:a16="http://schemas.microsoft.com/office/drawing/2014/main" id="{8D28B5C2-741C-4034-BC03-A6297DBF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819"/>
              <a:ext cx="59" cy="22"/>
            </a:xfrm>
            <a:custGeom>
              <a:avLst/>
              <a:gdLst>
                <a:gd name="T0" fmla="*/ 0 w 59"/>
                <a:gd name="T1" fmla="*/ 0 h 21"/>
                <a:gd name="T2" fmla="*/ 59 w 59"/>
                <a:gd name="T3" fmla="*/ 19 h 21"/>
                <a:gd name="T4" fmla="*/ 0 w 5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1">
                  <a:moveTo>
                    <a:pt x="0" y="0"/>
                  </a:moveTo>
                  <a:cubicBezTo>
                    <a:pt x="0" y="0"/>
                    <a:pt x="25" y="21"/>
                    <a:pt x="59" y="16"/>
                  </a:cubicBezTo>
                  <a:cubicBezTo>
                    <a:pt x="59" y="16"/>
                    <a:pt x="13" y="8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26" name="Freeform 2966">
              <a:extLst>
                <a:ext uri="{FF2B5EF4-FFF2-40B4-BE49-F238E27FC236}">
                  <a16:creationId xmlns:a16="http://schemas.microsoft.com/office/drawing/2014/main" id="{FB843472-046E-4AAB-AEB4-881BA6A22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819"/>
              <a:ext cx="60" cy="23"/>
            </a:xfrm>
            <a:custGeom>
              <a:avLst/>
              <a:gdLst>
                <a:gd name="T0" fmla="*/ 0 w 60"/>
                <a:gd name="T1" fmla="*/ 0 h 22"/>
                <a:gd name="T2" fmla="*/ 60 w 60"/>
                <a:gd name="T3" fmla="*/ 17 h 22"/>
                <a:gd name="T4" fmla="*/ 0 w 6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2">
                  <a:moveTo>
                    <a:pt x="0" y="0"/>
                  </a:moveTo>
                  <a:cubicBezTo>
                    <a:pt x="0" y="0"/>
                    <a:pt x="31" y="22"/>
                    <a:pt x="60" y="14"/>
                  </a:cubicBezTo>
                  <a:cubicBezTo>
                    <a:pt x="60" y="14"/>
                    <a:pt x="20" y="16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27" name="Freeform 2967">
              <a:extLst>
                <a:ext uri="{FF2B5EF4-FFF2-40B4-BE49-F238E27FC236}">
                  <a16:creationId xmlns:a16="http://schemas.microsoft.com/office/drawing/2014/main" id="{A25859A3-C580-428A-A86A-78A7DE672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818"/>
              <a:ext cx="65" cy="24"/>
            </a:xfrm>
            <a:custGeom>
              <a:avLst/>
              <a:gdLst>
                <a:gd name="T0" fmla="*/ 0 w 65"/>
                <a:gd name="T1" fmla="*/ 0 h 23"/>
                <a:gd name="T2" fmla="*/ 65 w 65"/>
                <a:gd name="T3" fmla="*/ 16 h 23"/>
                <a:gd name="T4" fmla="*/ 0 w 6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3">
                  <a:moveTo>
                    <a:pt x="0" y="0"/>
                  </a:moveTo>
                  <a:cubicBezTo>
                    <a:pt x="0" y="0"/>
                    <a:pt x="23" y="23"/>
                    <a:pt x="65" y="13"/>
                  </a:cubicBezTo>
                  <a:cubicBezTo>
                    <a:pt x="65" y="13"/>
                    <a:pt x="20" y="9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28" name="Freeform 2968">
              <a:extLst>
                <a:ext uri="{FF2B5EF4-FFF2-40B4-BE49-F238E27FC236}">
                  <a16:creationId xmlns:a16="http://schemas.microsoft.com/office/drawing/2014/main" id="{88ABFC00-746B-4766-8724-A1B1C862F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817"/>
              <a:ext cx="51" cy="30"/>
            </a:xfrm>
            <a:custGeom>
              <a:avLst/>
              <a:gdLst>
                <a:gd name="T0" fmla="*/ 0 w 51"/>
                <a:gd name="T1" fmla="*/ 0 h 28"/>
                <a:gd name="T2" fmla="*/ 51 w 51"/>
                <a:gd name="T3" fmla="*/ 19 h 28"/>
                <a:gd name="T4" fmla="*/ 0 w 5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8">
                  <a:moveTo>
                    <a:pt x="0" y="0"/>
                  </a:moveTo>
                  <a:cubicBezTo>
                    <a:pt x="0" y="0"/>
                    <a:pt x="27" y="28"/>
                    <a:pt x="51" y="16"/>
                  </a:cubicBezTo>
                  <a:cubicBezTo>
                    <a:pt x="51" y="16"/>
                    <a:pt x="13" y="12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29" name="Freeform 2969">
              <a:extLst>
                <a:ext uri="{FF2B5EF4-FFF2-40B4-BE49-F238E27FC236}">
                  <a16:creationId xmlns:a16="http://schemas.microsoft.com/office/drawing/2014/main" id="{E8B1A3E9-5CD3-485B-BDA4-BCB6A80CC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819"/>
              <a:ext cx="49" cy="21"/>
            </a:xfrm>
            <a:custGeom>
              <a:avLst/>
              <a:gdLst>
                <a:gd name="T0" fmla="*/ 0 w 49"/>
                <a:gd name="T1" fmla="*/ 0 h 20"/>
                <a:gd name="T2" fmla="*/ 49 w 49"/>
                <a:gd name="T3" fmla="*/ 16 h 20"/>
                <a:gd name="T4" fmla="*/ 0 w 4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0" y="0"/>
                    <a:pt x="24" y="20"/>
                    <a:pt x="49" y="13"/>
                  </a:cubicBezTo>
                  <a:cubicBezTo>
                    <a:pt x="49" y="13"/>
                    <a:pt x="7" y="10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30" name="Freeform 2970">
              <a:extLst>
                <a:ext uri="{FF2B5EF4-FFF2-40B4-BE49-F238E27FC236}">
                  <a16:creationId xmlns:a16="http://schemas.microsoft.com/office/drawing/2014/main" id="{7EA1EB06-FEAE-44FB-BF0C-BADEA3693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812"/>
              <a:ext cx="24" cy="28"/>
            </a:xfrm>
            <a:custGeom>
              <a:avLst/>
              <a:gdLst>
                <a:gd name="T0" fmla="*/ 0 w 24"/>
                <a:gd name="T1" fmla="*/ 0 h 26"/>
                <a:gd name="T2" fmla="*/ 24 w 24"/>
                <a:gd name="T3" fmla="*/ 32 h 26"/>
                <a:gd name="T4" fmla="*/ 0 w 2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0" y="0"/>
                  </a:moveTo>
                  <a:cubicBezTo>
                    <a:pt x="0" y="0"/>
                    <a:pt x="20" y="10"/>
                    <a:pt x="24" y="26"/>
                  </a:cubicBezTo>
                  <a:cubicBezTo>
                    <a:pt x="24" y="26"/>
                    <a:pt x="11" y="8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31" name="Freeform 2971">
              <a:extLst>
                <a:ext uri="{FF2B5EF4-FFF2-40B4-BE49-F238E27FC236}">
                  <a16:creationId xmlns:a16="http://schemas.microsoft.com/office/drawing/2014/main" id="{7B3A50BA-2C8C-4A85-A5EA-3A22D9200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874"/>
              <a:ext cx="30" cy="54"/>
            </a:xfrm>
            <a:custGeom>
              <a:avLst/>
              <a:gdLst>
                <a:gd name="T0" fmla="*/ 32 w 29"/>
                <a:gd name="T1" fmla="*/ 60 h 51"/>
                <a:gd name="T2" fmla="*/ 0 w 29"/>
                <a:gd name="T3" fmla="*/ 0 h 51"/>
                <a:gd name="T4" fmla="*/ 32 w 29"/>
                <a:gd name="T5" fmla="*/ 6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1">
                  <a:moveTo>
                    <a:pt x="29" y="51"/>
                  </a:moveTo>
                  <a:cubicBezTo>
                    <a:pt x="29" y="51"/>
                    <a:pt x="25" y="11"/>
                    <a:pt x="0" y="0"/>
                  </a:cubicBezTo>
                  <a:cubicBezTo>
                    <a:pt x="0" y="0"/>
                    <a:pt x="21" y="21"/>
                    <a:pt x="29" y="51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32" name="Freeform 2972">
              <a:extLst>
                <a:ext uri="{FF2B5EF4-FFF2-40B4-BE49-F238E27FC236}">
                  <a16:creationId xmlns:a16="http://schemas.microsoft.com/office/drawing/2014/main" id="{03A04D41-1F70-4DC1-A766-802A2E45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54"/>
              <a:ext cx="20" cy="66"/>
            </a:xfrm>
            <a:custGeom>
              <a:avLst/>
              <a:gdLst>
                <a:gd name="T0" fmla="*/ 20 w 20"/>
                <a:gd name="T1" fmla="*/ 77 h 61"/>
                <a:gd name="T2" fmla="*/ 13 w 20"/>
                <a:gd name="T3" fmla="*/ 0 h 61"/>
                <a:gd name="T4" fmla="*/ 20 w 20"/>
                <a:gd name="T5" fmla="*/ 77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1">
                  <a:moveTo>
                    <a:pt x="20" y="61"/>
                  </a:moveTo>
                  <a:cubicBezTo>
                    <a:pt x="20" y="61"/>
                    <a:pt x="0" y="39"/>
                    <a:pt x="13" y="0"/>
                  </a:cubicBezTo>
                  <a:cubicBezTo>
                    <a:pt x="13" y="0"/>
                    <a:pt x="9" y="41"/>
                    <a:pt x="20" y="61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33" name="Freeform 2973">
              <a:extLst>
                <a:ext uri="{FF2B5EF4-FFF2-40B4-BE49-F238E27FC236}">
                  <a16:creationId xmlns:a16="http://schemas.microsoft.com/office/drawing/2014/main" id="{1A3A156E-7C14-4712-B9A5-53005E16B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038"/>
              <a:ext cx="24" cy="49"/>
            </a:xfrm>
            <a:custGeom>
              <a:avLst/>
              <a:gdLst>
                <a:gd name="T0" fmla="*/ 17 w 24"/>
                <a:gd name="T1" fmla="*/ 0 h 45"/>
                <a:gd name="T2" fmla="*/ 0 w 24"/>
                <a:gd name="T3" fmla="*/ 58 h 45"/>
                <a:gd name="T4" fmla="*/ 17 w 2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5">
                  <a:moveTo>
                    <a:pt x="17" y="0"/>
                  </a:moveTo>
                  <a:cubicBezTo>
                    <a:pt x="17" y="0"/>
                    <a:pt x="24" y="25"/>
                    <a:pt x="0" y="45"/>
                  </a:cubicBezTo>
                  <a:cubicBezTo>
                    <a:pt x="0" y="45"/>
                    <a:pt x="17" y="19"/>
                    <a:pt x="17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34" name="Freeform 2974">
              <a:extLst>
                <a:ext uri="{FF2B5EF4-FFF2-40B4-BE49-F238E27FC236}">
                  <a16:creationId xmlns:a16="http://schemas.microsoft.com/office/drawing/2014/main" id="{A0ABF1B1-48EE-407A-8C92-148CC494D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142"/>
              <a:ext cx="55" cy="21"/>
            </a:xfrm>
            <a:custGeom>
              <a:avLst/>
              <a:gdLst>
                <a:gd name="T0" fmla="*/ 0 w 54"/>
                <a:gd name="T1" fmla="*/ 6 h 20"/>
                <a:gd name="T2" fmla="*/ 57 w 54"/>
                <a:gd name="T3" fmla="*/ 0 h 20"/>
                <a:gd name="T4" fmla="*/ 0 w 54"/>
                <a:gd name="T5" fmla="*/ 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0">
                  <a:moveTo>
                    <a:pt x="0" y="6"/>
                  </a:moveTo>
                  <a:cubicBezTo>
                    <a:pt x="0" y="6"/>
                    <a:pt x="24" y="20"/>
                    <a:pt x="54" y="0"/>
                  </a:cubicBezTo>
                  <a:cubicBezTo>
                    <a:pt x="54" y="0"/>
                    <a:pt x="24" y="14"/>
                    <a:pt x="0" y="6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35" name="Freeform 2975">
              <a:extLst>
                <a:ext uri="{FF2B5EF4-FFF2-40B4-BE49-F238E27FC236}">
                  <a16:creationId xmlns:a16="http://schemas.microsoft.com/office/drawing/2014/main" id="{E0B0AFE7-F046-427E-A81D-671B40306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176"/>
              <a:ext cx="55" cy="18"/>
            </a:xfrm>
            <a:custGeom>
              <a:avLst/>
              <a:gdLst>
                <a:gd name="T0" fmla="*/ 0 w 55"/>
                <a:gd name="T1" fmla="*/ 2 h 17"/>
                <a:gd name="T2" fmla="*/ 0 w 55"/>
                <a:gd name="T3" fmla="*/ 2 h 17"/>
                <a:gd name="T4" fmla="*/ 55 w 55"/>
                <a:gd name="T5" fmla="*/ 0 h 17"/>
                <a:gd name="T6" fmla="*/ 0 w 55"/>
                <a:gd name="T7" fmla="*/ 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7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"/>
                    <a:pt x="27" y="17"/>
                    <a:pt x="55" y="0"/>
                  </a:cubicBezTo>
                  <a:cubicBezTo>
                    <a:pt x="55" y="0"/>
                    <a:pt x="31" y="10"/>
                    <a:pt x="0" y="2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36" name="Freeform 2976">
              <a:extLst>
                <a:ext uri="{FF2B5EF4-FFF2-40B4-BE49-F238E27FC236}">
                  <a16:creationId xmlns:a16="http://schemas.microsoft.com/office/drawing/2014/main" id="{F7FA38B4-0727-4CDA-9FF7-D1EEED67E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194"/>
              <a:ext cx="52" cy="20"/>
            </a:xfrm>
            <a:custGeom>
              <a:avLst/>
              <a:gdLst>
                <a:gd name="T0" fmla="*/ 0 w 52"/>
                <a:gd name="T1" fmla="*/ 0 h 18"/>
                <a:gd name="T2" fmla="*/ 52 w 52"/>
                <a:gd name="T3" fmla="*/ 12 h 18"/>
                <a:gd name="T4" fmla="*/ 0 w 5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8">
                  <a:moveTo>
                    <a:pt x="0" y="0"/>
                  </a:moveTo>
                  <a:cubicBezTo>
                    <a:pt x="0" y="0"/>
                    <a:pt x="25" y="18"/>
                    <a:pt x="52" y="9"/>
                  </a:cubicBezTo>
                  <a:cubicBezTo>
                    <a:pt x="52" y="9"/>
                    <a:pt x="12" y="10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37" name="Freeform 2977">
              <a:extLst>
                <a:ext uri="{FF2B5EF4-FFF2-40B4-BE49-F238E27FC236}">
                  <a16:creationId xmlns:a16="http://schemas.microsoft.com/office/drawing/2014/main" id="{0DF9DEEB-A671-424D-8906-55A1E7A24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205"/>
              <a:ext cx="49" cy="16"/>
            </a:xfrm>
            <a:custGeom>
              <a:avLst/>
              <a:gdLst>
                <a:gd name="T0" fmla="*/ 0 w 49"/>
                <a:gd name="T1" fmla="*/ 0 h 15"/>
                <a:gd name="T2" fmla="*/ 49 w 49"/>
                <a:gd name="T3" fmla="*/ 12 h 15"/>
                <a:gd name="T4" fmla="*/ 0 w 4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cubicBezTo>
                    <a:pt x="0" y="0"/>
                    <a:pt x="22" y="15"/>
                    <a:pt x="49" y="9"/>
                  </a:cubicBezTo>
                  <a:cubicBezTo>
                    <a:pt x="49" y="9"/>
                    <a:pt x="14" y="9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38" name="Freeform 2978">
              <a:extLst>
                <a:ext uri="{FF2B5EF4-FFF2-40B4-BE49-F238E27FC236}">
                  <a16:creationId xmlns:a16="http://schemas.microsoft.com/office/drawing/2014/main" id="{3319A9FF-70B1-4D31-9941-A8A7A2CDF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215"/>
              <a:ext cx="58" cy="24"/>
            </a:xfrm>
            <a:custGeom>
              <a:avLst/>
              <a:gdLst>
                <a:gd name="T0" fmla="*/ 0 w 58"/>
                <a:gd name="T1" fmla="*/ 0 h 23"/>
                <a:gd name="T2" fmla="*/ 58 w 58"/>
                <a:gd name="T3" fmla="*/ 9 h 23"/>
                <a:gd name="T4" fmla="*/ 0 w 5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3">
                  <a:moveTo>
                    <a:pt x="0" y="0"/>
                  </a:moveTo>
                  <a:cubicBezTo>
                    <a:pt x="0" y="0"/>
                    <a:pt x="34" y="23"/>
                    <a:pt x="58" y="9"/>
                  </a:cubicBezTo>
                  <a:cubicBezTo>
                    <a:pt x="58" y="9"/>
                    <a:pt x="12" y="10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39" name="Freeform 2979">
              <a:extLst>
                <a:ext uri="{FF2B5EF4-FFF2-40B4-BE49-F238E27FC236}">
                  <a16:creationId xmlns:a16="http://schemas.microsoft.com/office/drawing/2014/main" id="{F58C554E-E524-4EBB-B6AA-927AED921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222"/>
              <a:ext cx="53" cy="21"/>
            </a:xfrm>
            <a:custGeom>
              <a:avLst/>
              <a:gdLst>
                <a:gd name="T0" fmla="*/ 0 w 53"/>
                <a:gd name="T1" fmla="*/ 0 h 19"/>
                <a:gd name="T2" fmla="*/ 53 w 53"/>
                <a:gd name="T3" fmla="*/ 13 h 19"/>
                <a:gd name="T4" fmla="*/ 0 w 5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9">
                  <a:moveTo>
                    <a:pt x="0" y="0"/>
                  </a:moveTo>
                  <a:cubicBezTo>
                    <a:pt x="0" y="0"/>
                    <a:pt x="27" y="19"/>
                    <a:pt x="53" y="10"/>
                  </a:cubicBezTo>
                  <a:cubicBezTo>
                    <a:pt x="53" y="10"/>
                    <a:pt x="17" y="12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40" name="Freeform 2980">
              <a:extLst>
                <a:ext uri="{FF2B5EF4-FFF2-40B4-BE49-F238E27FC236}">
                  <a16:creationId xmlns:a16="http://schemas.microsoft.com/office/drawing/2014/main" id="{0412BFB3-D82C-485C-BB4D-B4ACD2B7A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229"/>
              <a:ext cx="52" cy="22"/>
            </a:xfrm>
            <a:custGeom>
              <a:avLst/>
              <a:gdLst>
                <a:gd name="T0" fmla="*/ 0 w 52"/>
                <a:gd name="T1" fmla="*/ 0 h 21"/>
                <a:gd name="T2" fmla="*/ 52 w 52"/>
                <a:gd name="T3" fmla="*/ 14 h 21"/>
                <a:gd name="T4" fmla="*/ 0 w 5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1">
                  <a:moveTo>
                    <a:pt x="0" y="0"/>
                  </a:moveTo>
                  <a:cubicBezTo>
                    <a:pt x="0" y="0"/>
                    <a:pt x="30" y="21"/>
                    <a:pt x="52" y="11"/>
                  </a:cubicBezTo>
                  <a:cubicBezTo>
                    <a:pt x="52" y="11"/>
                    <a:pt x="14" y="11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41" name="Freeform 2981">
              <a:extLst>
                <a:ext uri="{FF2B5EF4-FFF2-40B4-BE49-F238E27FC236}">
                  <a16:creationId xmlns:a16="http://schemas.microsoft.com/office/drawing/2014/main" id="{6EF4F257-C7DC-4F95-848C-9F158503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232"/>
              <a:ext cx="41" cy="20"/>
            </a:xfrm>
            <a:custGeom>
              <a:avLst/>
              <a:gdLst>
                <a:gd name="T0" fmla="*/ 0 w 40"/>
                <a:gd name="T1" fmla="*/ 0 h 19"/>
                <a:gd name="T2" fmla="*/ 43 w 40"/>
                <a:gd name="T3" fmla="*/ 19 h 19"/>
                <a:gd name="T4" fmla="*/ 0 w 4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9">
                  <a:moveTo>
                    <a:pt x="0" y="0"/>
                  </a:moveTo>
                  <a:cubicBezTo>
                    <a:pt x="0" y="0"/>
                    <a:pt x="21" y="19"/>
                    <a:pt x="40" y="16"/>
                  </a:cubicBezTo>
                  <a:cubicBezTo>
                    <a:pt x="40" y="16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42" name="Line 2982">
              <a:extLst>
                <a:ext uri="{FF2B5EF4-FFF2-40B4-BE49-F238E27FC236}">
                  <a16:creationId xmlns:a16="http://schemas.microsoft.com/office/drawing/2014/main" id="{E1D001DF-AB99-4336-BF56-02CA34B20C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7" y="2643"/>
              <a:ext cx="1" cy="175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43" name="Line 2983">
              <a:extLst>
                <a:ext uri="{FF2B5EF4-FFF2-40B4-BE49-F238E27FC236}">
                  <a16:creationId xmlns:a16="http://schemas.microsoft.com/office/drawing/2014/main" id="{CB765AEA-72C8-4749-BE10-9C08F28582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6" y="3147"/>
              <a:ext cx="1" cy="35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44" name="Freeform 2984">
              <a:extLst>
                <a:ext uri="{FF2B5EF4-FFF2-40B4-BE49-F238E27FC236}">
                  <a16:creationId xmlns:a16="http://schemas.microsoft.com/office/drawing/2014/main" id="{8B77E868-C55D-413C-AF7C-BC868E32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851"/>
              <a:ext cx="432" cy="36"/>
            </a:xfrm>
            <a:custGeom>
              <a:avLst/>
              <a:gdLst>
                <a:gd name="T0" fmla="*/ 0 w 428"/>
                <a:gd name="T1" fmla="*/ 0 h 33"/>
                <a:gd name="T2" fmla="*/ 202 w 428"/>
                <a:gd name="T3" fmla="*/ 17 h 33"/>
                <a:gd name="T4" fmla="*/ 440 w 428"/>
                <a:gd name="T5" fmla="*/ 2 h 33"/>
                <a:gd name="T6" fmla="*/ 301 w 428"/>
                <a:gd name="T7" fmla="*/ 40 h 33"/>
                <a:gd name="T8" fmla="*/ 168 w 428"/>
                <a:gd name="T9" fmla="*/ 40 h 33"/>
                <a:gd name="T10" fmla="*/ 60 w 428"/>
                <a:gd name="T11" fmla="*/ 31 h 33"/>
                <a:gd name="T12" fmla="*/ 7 w 428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8" h="33">
                  <a:moveTo>
                    <a:pt x="0" y="0"/>
                  </a:moveTo>
                  <a:cubicBezTo>
                    <a:pt x="46" y="30"/>
                    <a:pt x="142" y="11"/>
                    <a:pt x="196" y="14"/>
                  </a:cubicBezTo>
                  <a:cubicBezTo>
                    <a:pt x="274" y="17"/>
                    <a:pt x="351" y="4"/>
                    <a:pt x="428" y="2"/>
                  </a:cubicBezTo>
                  <a:cubicBezTo>
                    <a:pt x="381" y="17"/>
                    <a:pt x="343" y="31"/>
                    <a:pt x="292" y="31"/>
                  </a:cubicBezTo>
                  <a:cubicBezTo>
                    <a:pt x="249" y="31"/>
                    <a:pt x="205" y="33"/>
                    <a:pt x="162" y="31"/>
                  </a:cubicBezTo>
                  <a:cubicBezTo>
                    <a:pt x="127" y="29"/>
                    <a:pt x="90" y="32"/>
                    <a:pt x="57" y="24"/>
                  </a:cubicBezTo>
                  <a:cubicBezTo>
                    <a:pt x="37" y="19"/>
                    <a:pt x="25" y="5"/>
                    <a:pt x="7" y="0"/>
                  </a:cubicBezTo>
                </a:path>
              </a:pathLst>
            </a:custGeom>
            <a:solidFill>
              <a:srgbClr val="F98F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45" name="Freeform 2985">
              <a:extLst>
                <a:ext uri="{FF2B5EF4-FFF2-40B4-BE49-F238E27FC236}">
                  <a16:creationId xmlns:a16="http://schemas.microsoft.com/office/drawing/2014/main" id="{CAC3C7EE-0F67-4A8C-8FFC-30E588E8E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878"/>
              <a:ext cx="251" cy="9"/>
            </a:xfrm>
            <a:custGeom>
              <a:avLst/>
              <a:gdLst>
                <a:gd name="T0" fmla="*/ 1 w 249"/>
                <a:gd name="T1" fmla="*/ 7 h 8"/>
                <a:gd name="T2" fmla="*/ 49 w 249"/>
                <a:gd name="T3" fmla="*/ 8 h 8"/>
                <a:gd name="T4" fmla="*/ 131 w 249"/>
                <a:gd name="T5" fmla="*/ 9 h 8"/>
                <a:gd name="T6" fmla="*/ 255 w 249"/>
                <a:gd name="T7" fmla="*/ 0 h 8"/>
                <a:gd name="T8" fmla="*/ 180 w 249"/>
                <a:gd name="T9" fmla="*/ 1 h 8"/>
                <a:gd name="T10" fmla="*/ 108 w 249"/>
                <a:gd name="T11" fmla="*/ 1 h 8"/>
                <a:gd name="T12" fmla="*/ 32 w 249"/>
                <a:gd name="T13" fmla="*/ 3 h 8"/>
                <a:gd name="T14" fmla="*/ 0 w 249"/>
                <a:gd name="T15" fmla="*/ 7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8">
                  <a:moveTo>
                    <a:pt x="1" y="4"/>
                  </a:moveTo>
                  <a:cubicBezTo>
                    <a:pt x="17" y="4"/>
                    <a:pt x="33" y="5"/>
                    <a:pt x="49" y="5"/>
                  </a:cubicBezTo>
                  <a:cubicBezTo>
                    <a:pt x="75" y="6"/>
                    <a:pt x="102" y="6"/>
                    <a:pt x="128" y="6"/>
                  </a:cubicBezTo>
                  <a:cubicBezTo>
                    <a:pt x="169" y="8"/>
                    <a:pt x="212" y="5"/>
                    <a:pt x="249" y="0"/>
                  </a:cubicBezTo>
                  <a:cubicBezTo>
                    <a:pt x="225" y="0"/>
                    <a:pt x="200" y="1"/>
                    <a:pt x="177" y="1"/>
                  </a:cubicBezTo>
                  <a:cubicBezTo>
                    <a:pt x="153" y="2"/>
                    <a:pt x="129" y="1"/>
                    <a:pt x="105" y="1"/>
                  </a:cubicBezTo>
                  <a:cubicBezTo>
                    <a:pt x="80" y="1"/>
                    <a:pt x="56" y="3"/>
                    <a:pt x="32" y="3"/>
                  </a:cubicBezTo>
                  <a:cubicBezTo>
                    <a:pt x="22" y="3"/>
                    <a:pt x="8" y="2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4" name="Artery-atherothrombosis-cross-section">
            <a:extLst>
              <a:ext uri="{FF2B5EF4-FFF2-40B4-BE49-F238E27FC236}">
                <a16:creationId xmlns:a16="http://schemas.microsoft.com/office/drawing/2014/main" id="{C9E309B5-3CBE-4944-A05A-25B6365DE79D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4191000"/>
            <a:ext cx="1600200" cy="1395413"/>
            <a:chOff x="3407" y="2619"/>
            <a:chExt cx="1054" cy="919"/>
          </a:xfrm>
        </p:grpSpPr>
        <p:grpSp>
          <p:nvGrpSpPr>
            <p:cNvPr id="48650" name="Group 2987">
              <a:extLst>
                <a:ext uri="{FF2B5EF4-FFF2-40B4-BE49-F238E27FC236}">
                  <a16:creationId xmlns:a16="http://schemas.microsoft.com/office/drawing/2014/main" id="{E9AE36AD-86F1-4191-BD82-7C2A41AEB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7" y="2619"/>
              <a:ext cx="1054" cy="919"/>
              <a:chOff x="3407" y="2619"/>
              <a:chExt cx="1054" cy="919"/>
            </a:xfrm>
          </p:grpSpPr>
          <p:sp>
            <p:nvSpPr>
              <p:cNvPr id="48796" name="Freeform 2988">
                <a:extLst>
                  <a:ext uri="{FF2B5EF4-FFF2-40B4-BE49-F238E27FC236}">
                    <a16:creationId xmlns:a16="http://schemas.microsoft.com/office/drawing/2014/main" id="{A7ADA60E-280B-4320-B83A-20E74A380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619"/>
                <a:ext cx="978" cy="918"/>
              </a:xfrm>
              <a:custGeom>
                <a:avLst/>
                <a:gdLst>
                  <a:gd name="T0" fmla="*/ 1076 w 925"/>
                  <a:gd name="T1" fmla="*/ 617 h 814"/>
                  <a:gd name="T2" fmla="*/ 4 w 925"/>
                  <a:gd name="T3" fmla="*/ 29 h 814"/>
                  <a:gd name="T4" fmla="*/ 2 w 925"/>
                  <a:gd name="T5" fmla="*/ 30 h 814"/>
                  <a:gd name="T6" fmla="*/ 2 w 925"/>
                  <a:gd name="T7" fmla="*/ 261 h 814"/>
                  <a:gd name="T8" fmla="*/ 0 w 925"/>
                  <a:gd name="T9" fmla="*/ 261 h 814"/>
                  <a:gd name="T10" fmla="*/ 96 w 925"/>
                  <a:gd name="T11" fmla="*/ 302 h 814"/>
                  <a:gd name="T12" fmla="*/ 95 w 925"/>
                  <a:gd name="T13" fmla="*/ 299 h 814"/>
                  <a:gd name="T14" fmla="*/ 179 w 925"/>
                  <a:gd name="T15" fmla="*/ 422 h 814"/>
                  <a:gd name="T16" fmla="*/ 179 w 925"/>
                  <a:gd name="T17" fmla="*/ 418 h 814"/>
                  <a:gd name="T18" fmla="*/ 178 w 925"/>
                  <a:gd name="T19" fmla="*/ 544 h 814"/>
                  <a:gd name="T20" fmla="*/ 180 w 925"/>
                  <a:gd name="T21" fmla="*/ 546 h 814"/>
                  <a:gd name="T22" fmla="*/ 178 w 925"/>
                  <a:gd name="T23" fmla="*/ 541 h 814"/>
                  <a:gd name="T24" fmla="*/ 124 w 925"/>
                  <a:gd name="T25" fmla="*/ 641 h 814"/>
                  <a:gd name="T26" fmla="*/ 125 w 925"/>
                  <a:gd name="T27" fmla="*/ 639 h 814"/>
                  <a:gd name="T28" fmla="*/ 0 w 925"/>
                  <a:gd name="T29" fmla="*/ 706 h 814"/>
                  <a:gd name="T30" fmla="*/ 2 w 925"/>
                  <a:gd name="T31" fmla="*/ 707 h 814"/>
                  <a:gd name="T32" fmla="*/ 2 w 925"/>
                  <a:gd name="T33" fmla="*/ 1167 h 814"/>
                  <a:gd name="T34" fmla="*/ 0 w 925"/>
                  <a:gd name="T35" fmla="*/ 1167 h 814"/>
                  <a:gd name="T36" fmla="*/ 4 w 925"/>
                  <a:gd name="T37" fmla="*/ 1167 h 814"/>
                  <a:gd name="T38" fmla="*/ 1076 w 925"/>
                  <a:gd name="T39" fmla="*/ 617 h 81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25" h="814">
                    <a:moveTo>
                      <a:pt x="911" y="430"/>
                    </a:moveTo>
                    <a:cubicBezTo>
                      <a:pt x="895" y="0"/>
                      <a:pt x="163" y="20"/>
                      <a:pt x="4" y="20"/>
                    </a:cubicBezTo>
                    <a:cubicBezTo>
                      <a:pt x="3" y="20"/>
                      <a:pt x="3" y="21"/>
                      <a:pt x="2" y="21"/>
                    </a:cubicBezTo>
                    <a:cubicBezTo>
                      <a:pt x="2" y="182"/>
                      <a:pt x="2" y="182"/>
                      <a:pt x="2" y="182"/>
                    </a:cubicBezTo>
                    <a:cubicBezTo>
                      <a:pt x="1" y="182"/>
                      <a:pt x="0" y="182"/>
                      <a:pt x="0" y="182"/>
                    </a:cubicBezTo>
                    <a:cubicBezTo>
                      <a:pt x="28" y="237"/>
                      <a:pt x="73" y="216"/>
                      <a:pt x="81" y="211"/>
                    </a:cubicBezTo>
                    <a:cubicBezTo>
                      <a:pt x="81" y="211"/>
                      <a:pt x="80" y="208"/>
                      <a:pt x="80" y="208"/>
                    </a:cubicBezTo>
                    <a:cubicBezTo>
                      <a:pt x="65" y="274"/>
                      <a:pt x="137" y="292"/>
                      <a:pt x="151" y="294"/>
                    </a:cubicBezTo>
                    <a:cubicBezTo>
                      <a:pt x="151" y="294"/>
                      <a:pt x="151" y="292"/>
                      <a:pt x="151" y="292"/>
                    </a:cubicBezTo>
                    <a:cubicBezTo>
                      <a:pt x="116" y="336"/>
                      <a:pt x="146" y="374"/>
                      <a:pt x="150" y="379"/>
                    </a:cubicBezTo>
                    <a:cubicBezTo>
                      <a:pt x="150" y="379"/>
                      <a:pt x="152" y="379"/>
                      <a:pt x="152" y="380"/>
                    </a:cubicBezTo>
                    <a:cubicBezTo>
                      <a:pt x="152" y="380"/>
                      <a:pt x="150" y="378"/>
                      <a:pt x="150" y="378"/>
                    </a:cubicBezTo>
                    <a:cubicBezTo>
                      <a:pt x="94" y="387"/>
                      <a:pt x="103" y="436"/>
                      <a:pt x="105" y="447"/>
                    </a:cubicBezTo>
                    <a:cubicBezTo>
                      <a:pt x="105" y="447"/>
                      <a:pt x="106" y="446"/>
                      <a:pt x="106" y="446"/>
                    </a:cubicBezTo>
                    <a:cubicBezTo>
                      <a:pt x="39" y="422"/>
                      <a:pt x="0" y="492"/>
                      <a:pt x="0" y="492"/>
                    </a:cubicBezTo>
                    <a:cubicBezTo>
                      <a:pt x="0" y="492"/>
                      <a:pt x="1" y="492"/>
                      <a:pt x="2" y="493"/>
                    </a:cubicBezTo>
                    <a:cubicBezTo>
                      <a:pt x="2" y="814"/>
                      <a:pt x="2" y="814"/>
                      <a:pt x="2" y="814"/>
                    </a:cubicBezTo>
                    <a:cubicBezTo>
                      <a:pt x="0" y="814"/>
                      <a:pt x="0" y="814"/>
                      <a:pt x="0" y="814"/>
                    </a:cubicBezTo>
                    <a:cubicBezTo>
                      <a:pt x="1" y="814"/>
                      <a:pt x="3" y="814"/>
                      <a:pt x="4" y="814"/>
                    </a:cubicBezTo>
                    <a:cubicBezTo>
                      <a:pt x="163" y="814"/>
                      <a:pt x="925" y="806"/>
                      <a:pt x="911" y="43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97" name="Freeform 2989">
                <a:extLst>
                  <a:ext uri="{FF2B5EF4-FFF2-40B4-BE49-F238E27FC236}">
                    <a16:creationId xmlns:a16="http://schemas.microsoft.com/office/drawing/2014/main" id="{8187A7A7-08D5-4747-8ED0-8596C6273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000"/>
                <a:ext cx="890" cy="313"/>
              </a:xfrm>
              <a:custGeom>
                <a:avLst/>
                <a:gdLst>
                  <a:gd name="T0" fmla="*/ 133 w 842"/>
                  <a:gd name="T1" fmla="*/ 365 h 278"/>
                  <a:gd name="T2" fmla="*/ 359 w 842"/>
                  <a:gd name="T3" fmla="*/ 386 h 278"/>
                  <a:gd name="T4" fmla="*/ 515 w 842"/>
                  <a:gd name="T5" fmla="*/ 360 h 278"/>
                  <a:gd name="T6" fmla="*/ 659 w 842"/>
                  <a:gd name="T7" fmla="*/ 337 h 278"/>
                  <a:gd name="T8" fmla="*/ 822 w 842"/>
                  <a:gd name="T9" fmla="*/ 286 h 278"/>
                  <a:gd name="T10" fmla="*/ 907 w 842"/>
                  <a:gd name="T11" fmla="*/ 224 h 278"/>
                  <a:gd name="T12" fmla="*/ 962 w 842"/>
                  <a:gd name="T13" fmla="*/ 29 h 278"/>
                  <a:gd name="T14" fmla="*/ 907 w 842"/>
                  <a:gd name="T15" fmla="*/ 18 h 278"/>
                  <a:gd name="T16" fmla="*/ 786 w 842"/>
                  <a:gd name="T17" fmla="*/ 27 h 278"/>
                  <a:gd name="T18" fmla="*/ 623 w 842"/>
                  <a:gd name="T19" fmla="*/ 52 h 278"/>
                  <a:gd name="T20" fmla="*/ 421 w 842"/>
                  <a:gd name="T21" fmla="*/ 60 h 278"/>
                  <a:gd name="T22" fmla="*/ 237 w 842"/>
                  <a:gd name="T23" fmla="*/ 74 h 278"/>
                  <a:gd name="T24" fmla="*/ 131 w 842"/>
                  <a:gd name="T25" fmla="*/ 89 h 278"/>
                  <a:gd name="T26" fmla="*/ 125 w 842"/>
                  <a:gd name="T27" fmla="*/ 154 h 278"/>
                  <a:gd name="T28" fmla="*/ 125 w 842"/>
                  <a:gd name="T29" fmla="*/ 154 h 278"/>
                  <a:gd name="T30" fmla="*/ 0 w 842"/>
                  <a:gd name="T31" fmla="*/ 220 h 278"/>
                  <a:gd name="T32" fmla="*/ 2 w 842"/>
                  <a:gd name="T33" fmla="*/ 220 h 278"/>
                  <a:gd name="T34" fmla="*/ 2 w 842"/>
                  <a:gd name="T35" fmla="*/ 314 h 278"/>
                  <a:gd name="T36" fmla="*/ 133 w 842"/>
                  <a:gd name="T37" fmla="*/ 365 h 2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42" h="278">
                    <a:moveTo>
                      <a:pt x="113" y="256"/>
                    </a:moveTo>
                    <a:cubicBezTo>
                      <a:pt x="178" y="266"/>
                      <a:pt x="238" y="278"/>
                      <a:pt x="305" y="271"/>
                    </a:cubicBezTo>
                    <a:cubicBezTo>
                      <a:pt x="349" y="267"/>
                      <a:pt x="392" y="257"/>
                      <a:pt x="436" y="252"/>
                    </a:cubicBezTo>
                    <a:cubicBezTo>
                      <a:pt x="476" y="247"/>
                      <a:pt x="517" y="242"/>
                      <a:pt x="557" y="236"/>
                    </a:cubicBezTo>
                    <a:cubicBezTo>
                      <a:pt x="605" y="229"/>
                      <a:pt x="649" y="212"/>
                      <a:pt x="696" y="201"/>
                    </a:cubicBezTo>
                    <a:cubicBezTo>
                      <a:pt x="730" y="193"/>
                      <a:pt x="746" y="186"/>
                      <a:pt x="768" y="157"/>
                    </a:cubicBezTo>
                    <a:cubicBezTo>
                      <a:pt x="798" y="118"/>
                      <a:pt x="775" y="49"/>
                      <a:pt x="815" y="20"/>
                    </a:cubicBezTo>
                    <a:cubicBezTo>
                      <a:pt x="842" y="0"/>
                      <a:pt x="793" y="10"/>
                      <a:pt x="768" y="12"/>
                    </a:cubicBezTo>
                    <a:cubicBezTo>
                      <a:pt x="716" y="18"/>
                      <a:pt x="699" y="11"/>
                      <a:pt x="666" y="19"/>
                    </a:cubicBezTo>
                    <a:cubicBezTo>
                      <a:pt x="616" y="31"/>
                      <a:pt x="578" y="33"/>
                      <a:pt x="527" y="36"/>
                    </a:cubicBezTo>
                    <a:cubicBezTo>
                      <a:pt x="468" y="39"/>
                      <a:pt x="416" y="39"/>
                      <a:pt x="357" y="42"/>
                    </a:cubicBezTo>
                    <a:cubicBezTo>
                      <a:pt x="309" y="44"/>
                      <a:pt x="248" y="44"/>
                      <a:pt x="201" y="52"/>
                    </a:cubicBezTo>
                    <a:cubicBezTo>
                      <a:pt x="173" y="56"/>
                      <a:pt x="140" y="63"/>
                      <a:pt x="111" y="62"/>
                    </a:cubicBezTo>
                    <a:cubicBezTo>
                      <a:pt x="98" y="79"/>
                      <a:pt x="104" y="101"/>
                      <a:pt x="106" y="108"/>
                    </a:cubicBezTo>
                    <a:cubicBezTo>
                      <a:pt x="105" y="109"/>
                      <a:pt x="106" y="108"/>
                      <a:pt x="106" y="108"/>
                    </a:cubicBezTo>
                    <a:cubicBezTo>
                      <a:pt x="39" y="84"/>
                      <a:pt x="0" y="154"/>
                      <a:pt x="0" y="154"/>
                    </a:cubicBezTo>
                    <a:cubicBezTo>
                      <a:pt x="1" y="154"/>
                      <a:pt x="1" y="154"/>
                      <a:pt x="2" y="154"/>
                    </a:cubicBezTo>
                    <a:cubicBezTo>
                      <a:pt x="2" y="220"/>
                      <a:pt x="2" y="220"/>
                      <a:pt x="2" y="220"/>
                    </a:cubicBezTo>
                    <a:cubicBezTo>
                      <a:pt x="33" y="242"/>
                      <a:pt x="74" y="249"/>
                      <a:pt x="113" y="256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98" name="Freeform 2990">
                <a:extLst>
                  <a:ext uri="{FF2B5EF4-FFF2-40B4-BE49-F238E27FC236}">
                    <a16:creationId xmlns:a16="http://schemas.microsoft.com/office/drawing/2014/main" id="{2B903625-76EA-4632-BA98-9E5082E5C5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1" y="3014"/>
                <a:ext cx="899" cy="216"/>
              </a:xfrm>
              <a:custGeom>
                <a:avLst/>
                <a:gdLst>
                  <a:gd name="T0" fmla="*/ 899 w 850"/>
                  <a:gd name="T1" fmla="*/ 24 h 191"/>
                  <a:gd name="T2" fmla="*/ 814 w 850"/>
                  <a:gd name="T3" fmla="*/ 35 h 191"/>
                  <a:gd name="T4" fmla="*/ 655 w 850"/>
                  <a:gd name="T5" fmla="*/ 81 h 191"/>
                  <a:gd name="T6" fmla="*/ 457 w 850"/>
                  <a:gd name="T7" fmla="*/ 113 h 191"/>
                  <a:gd name="T8" fmla="*/ 182 w 850"/>
                  <a:gd name="T9" fmla="*/ 128 h 191"/>
                  <a:gd name="T10" fmla="*/ 120 w 850"/>
                  <a:gd name="T11" fmla="*/ 126 h 191"/>
                  <a:gd name="T12" fmla="*/ 121 w 850"/>
                  <a:gd name="T13" fmla="*/ 137 h 191"/>
                  <a:gd name="T14" fmla="*/ 78 w 850"/>
                  <a:gd name="T15" fmla="*/ 130 h 191"/>
                  <a:gd name="T16" fmla="*/ 67 w 850"/>
                  <a:gd name="T17" fmla="*/ 133 h 191"/>
                  <a:gd name="T18" fmla="*/ 0 w 850"/>
                  <a:gd name="T19" fmla="*/ 197 h 191"/>
                  <a:gd name="T20" fmla="*/ 0 w 850"/>
                  <a:gd name="T21" fmla="*/ 251 h 191"/>
                  <a:gd name="T22" fmla="*/ 365 w 850"/>
                  <a:gd name="T23" fmla="*/ 252 h 191"/>
                  <a:gd name="T24" fmla="*/ 683 w 850"/>
                  <a:gd name="T25" fmla="*/ 223 h 191"/>
                  <a:gd name="T26" fmla="*/ 970 w 850"/>
                  <a:gd name="T27" fmla="*/ 120 h 191"/>
                  <a:gd name="T28" fmla="*/ 899 w 850"/>
                  <a:gd name="T29" fmla="*/ 24 h 191"/>
                  <a:gd name="T30" fmla="*/ 121 w 850"/>
                  <a:gd name="T31" fmla="*/ 137 h 191"/>
                  <a:gd name="T32" fmla="*/ 121 w 850"/>
                  <a:gd name="T33" fmla="*/ 137 h 191"/>
                  <a:gd name="T34" fmla="*/ 121 w 850"/>
                  <a:gd name="T35" fmla="*/ 137 h 19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50" h="191">
                    <a:moveTo>
                      <a:pt x="760" y="17"/>
                    </a:moveTo>
                    <a:cubicBezTo>
                      <a:pt x="741" y="20"/>
                      <a:pt x="717" y="17"/>
                      <a:pt x="688" y="24"/>
                    </a:cubicBezTo>
                    <a:cubicBezTo>
                      <a:pt x="650" y="33"/>
                      <a:pt x="589" y="51"/>
                      <a:pt x="553" y="57"/>
                    </a:cubicBezTo>
                    <a:cubicBezTo>
                      <a:pt x="480" y="70"/>
                      <a:pt x="458" y="67"/>
                      <a:pt x="386" y="78"/>
                    </a:cubicBezTo>
                    <a:cubicBezTo>
                      <a:pt x="318" y="88"/>
                      <a:pt x="221" y="73"/>
                      <a:pt x="154" y="88"/>
                    </a:cubicBezTo>
                    <a:cubicBezTo>
                      <a:pt x="134" y="92"/>
                      <a:pt x="122" y="88"/>
                      <a:pt x="101" y="87"/>
                    </a:cubicBezTo>
                    <a:cubicBezTo>
                      <a:pt x="101" y="91"/>
                      <a:pt x="102" y="93"/>
                      <a:pt x="102" y="95"/>
                    </a:cubicBezTo>
                    <a:cubicBezTo>
                      <a:pt x="89" y="90"/>
                      <a:pt x="77" y="89"/>
                      <a:pt x="66" y="90"/>
                    </a:cubicBezTo>
                    <a:cubicBezTo>
                      <a:pt x="63" y="91"/>
                      <a:pt x="60" y="92"/>
                      <a:pt x="57" y="92"/>
                    </a:cubicBezTo>
                    <a:cubicBezTo>
                      <a:pt x="27" y="100"/>
                      <a:pt x="8" y="125"/>
                      <a:pt x="0" y="136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76" y="191"/>
                      <a:pt x="231" y="169"/>
                      <a:pt x="308" y="174"/>
                    </a:cubicBezTo>
                    <a:cubicBezTo>
                      <a:pt x="397" y="180"/>
                      <a:pt x="491" y="177"/>
                      <a:pt x="578" y="154"/>
                    </a:cubicBezTo>
                    <a:cubicBezTo>
                      <a:pt x="619" y="144"/>
                      <a:pt x="796" y="125"/>
                      <a:pt x="820" y="83"/>
                    </a:cubicBezTo>
                    <a:cubicBezTo>
                      <a:pt x="833" y="62"/>
                      <a:pt x="850" y="0"/>
                      <a:pt x="760" y="17"/>
                    </a:cubicBezTo>
                    <a:close/>
                    <a:moveTo>
                      <a:pt x="102" y="95"/>
                    </a:moveTo>
                    <a:cubicBezTo>
                      <a:pt x="102" y="95"/>
                      <a:pt x="102" y="95"/>
                      <a:pt x="102" y="95"/>
                    </a:cubicBezTo>
                    <a:cubicBezTo>
                      <a:pt x="102" y="96"/>
                      <a:pt x="102" y="96"/>
                      <a:pt x="102" y="95"/>
                    </a:cubicBezTo>
                    <a:close/>
                  </a:path>
                </a:pathLst>
              </a:custGeom>
              <a:solidFill>
                <a:srgbClr val="BF1C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99" name="Freeform 2991">
                <a:extLst>
                  <a:ext uri="{FF2B5EF4-FFF2-40B4-BE49-F238E27FC236}">
                    <a16:creationId xmlns:a16="http://schemas.microsoft.com/office/drawing/2014/main" id="{443F0F76-B778-445B-92EE-52E7933B9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641"/>
                <a:ext cx="308" cy="896"/>
              </a:xfrm>
              <a:custGeom>
                <a:avLst/>
                <a:gdLst>
                  <a:gd name="T0" fmla="*/ 5 w 291"/>
                  <a:gd name="T1" fmla="*/ 0 h 794"/>
                  <a:gd name="T2" fmla="*/ 2 w 291"/>
                  <a:gd name="T3" fmla="*/ 1 h 794"/>
                  <a:gd name="T4" fmla="*/ 2 w 291"/>
                  <a:gd name="T5" fmla="*/ 235 h 794"/>
                  <a:gd name="T6" fmla="*/ 161 w 291"/>
                  <a:gd name="T7" fmla="*/ 389 h 794"/>
                  <a:gd name="T8" fmla="*/ 2 w 291"/>
                  <a:gd name="T9" fmla="*/ 559 h 794"/>
                  <a:gd name="T10" fmla="*/ 2 w 291"/>
                  <a:gd name="T11" fmla="*/ 1141 h 794"/>
                  <a:gd name="T12" fmla="*/ 0 w 291"/>
                  <a:gd name="T13" fmla="*/ 1141 h 794"/>
                  <a:gd name="T14" fmla="*/ 5 w 291"/>
                  <a:gd name="T15" fmla="*/ 1141 h 794"/>
                  <a:gd name="T16" fmla="*/ 345 w 291"/>
                  <a:gd name="T17" fmla="*/ 571 h 794"/>
                  <a:gd name="T18" fmla="*/ 5 w 291"/>
                  <a:gd name="T19" fmla="*/ 0 h 7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1" h="794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63"/>
                      <a:pt x="2" y="163"/>
                      <a:pt x="2" y="163"/>
                    </a:cubicBezTo>
                    <a:cubicBezTo>
                      <a:pt x="100" y="164"/>
                      <a:pt x="137" y="231"/>
                      <a:pt x="136" y="271"/>
                    </a:cubicBezTo>
                    <a:cubicBezTo>
                      <a:pt x="133" y="340"/>
                      <a:pt x="100" y="389"/>
                      <a:pt x="2" y="389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1" y="794"/>
                      <a:pt x="3" y="794"/>
                      <a:pt x="5" y="794"/>
                    </a:cubicBezTo>
                    <a:cubicBezTo>
                      <a:pt x="163" y="794"/>
                      <a:pt x="291" y="617"/>
                      <a:pt x="291" y="397"/>
                    </a:cubicBezTo>
                    <a:cubicBezTo>
                      <a:pt x="291" y="178"/>
                      <a:pt x="163" y="0"/>
                      <a:pt x="5" y="0"/>
                    </a:cubicBezTo>
                    <a:close/>
                  </a:path>
                </a:pathLst>
              </a:custGeom>
              <a:solidFill>
                <a:srgbClr val="723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00" name="Rectangle 2992">
                <a:extLst>
                  <a:ext uri="{FF2B5EF4-FFF2-40B4-BE49-F238E27FC236}">
                    <a16:creationId xmlns:a16="http://schemas.microsoft.com/office/drawing/2014/main" id="{C388421C-8439-40A9-ABE7-7BBFCD789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2784"/>
                <a:ext cx="741" cy="40"/>
              </a:xfrm>
              <a:prstGeom prst="rect">
                <a:avLst/>
              </a:pr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01" name="Freeform 2993">
                <a:extLst>
                  <a:ext uri="{FF2B5EF4-FFF2-40B4-BE49-F238E27FC236}">
                    <a16:creationId xmlns:a16="http://schemas.microsoft.com/office/drawing/2014/main" id="{87DB08AD-2C69-4BC6-973E-9B37DA676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3078"/>
                <a:ext cx="740" cy="315"/>
              </a:xfrm>
              <a:custGeom>
                <a:avLst/>
                <a:gdLst>
                  <a:gd name="T0" fmla="*/ 827 w 700"/>
                  <a:gd name="T1" fmla="*/ 398 h 280"/>
                  <a:gd name="T2" fmla="*/ 0 w 700"/>
                  <a:gd name="T3" fmla="*/ 398 h 280"/>
                  <a:gd name="T4" fmla="*/ 0 w 700"/>
                  <a:gd name="T5" fmla="*/ 120 h 280"/>
                  <a:gd name="T6" fmla="*/ 827 w 700"/>
                  <a:gd name="T7" fmla="*/ 0 h 280"/>
                  <a:gd name="T8" fmla="*/ 827 w 700"/>
                  <a:gd name="T9" fmla="*/ 398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0" h="280">
                    <a:moveTo>
                      <a:pt x="700" y="280"/>
                    </a:moveTo>
                    <a:cubicBezTo>
                      <a:pt x="0" y="280"/>
                      <a:pt x="0" y="280"/>
                      <a:pt x="0" y="280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457" y="73"/>
                      <a:pt x="700" y="0"/>
                    </a:cubicBezTo>
                    <a:lnTo>
                      <a:pt x="700" y="280"/>
                    </a:lnTo>
                    <a:close/>
                  </a:path>
                </a:pathLst>
              </a:cu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02" name="Freeform 2994">
                <a:extLst>
                  <a:ext uri="{FF2B5EF4-FFF2-40B4-BE49-F238E27FC236}">
                    <a16:creationId xmlns:a16="http://schemas.microsoft.com/office/drawing/2014/main" id="{C0BA812D-5247-479C-8534-ED239A43F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772"/>
                <a:ext cx="73" cy="106"/>
              </a:xfrm>
              <a:custGeom>
                <a:avLst/>
                <a:gdLst>
                  <a:gd name="T0" fmla="*/ 0 w 69"/>
                  <a:gd name="T1" fmla="*/ 67 h 94"/>
                  <a:gd name="T2" fmla="*/ 81 w 69"/>
                  <a:gd name="T3" fmla="*/ 67 h 94"/>
                  <a:gd name="T4" fmla="*/ 0 w 69"/>
                  <a:gd name="T5" fmla="*/ 67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94">
                    <a:moveTo>
                      <a:pt x="0" y="46"/>
                    </a:moveTo>
                    <a:cubicBezTo>
                      <a:pt x="0" y="46"/>
                      <a:pt x="28" y="0"/>
                      <a:pt x="69" y="46"/>
                    </a:cubicBezTo>
                    <a:cubicBezTo>
                      <a:pt x="69" y="46"/>
                      <a:pt x="49" y="94"/>
                      <a:pt x="0" y="46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03" name="Oval 2995">
                <a:extLst>
                  <a:ext uri="{FF2B5EF4-FFF2-40B4-BE49-F238E27FC236}">
                    <a16:creationId xmlns:a16="http://schemas.microsoft.com/office/drawing/2014/main" id="{CBBA5DFE-3757-4EE3-9216-19F1AC68D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817"/>
                <a:ext cx="31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04" name="Freeform 2996">
                <a:extLst>
                  <a:ext uri="{FF2B5EF4-FFF2-40B4-BE49-F238E27FC236}">
                    <a16:creationId xmlns:a16="http://schemas.microsoft.com/office/drawing/2014/main" id="{60C8230B-0668-4838-BEFC-169D67771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789"/>
                <a:ext cx="112" cy="88"/>
              </a:xfrm>
              <a:custGeom>
                <a:avLst/>
                <a:gdLst>
                  <a:gd name="T0" fmla="*/ 0 w 106"/>
                  <a:gd name="T1" fmla="*/ 44 h 78"/>
                  <a:gd name="T2" fmla="*/ 125 w 106"/>
                  <a:gd name="T3" fmla="*/ 44 h 78"/>
                  <a:gd name="T4" fmla="*/ 0 w 106"/>
                  <a:gd name="T5" fmla="*/ 44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8">
                    <a:moveTo>
                      <a:pt x="0" y="31"/>
                    </a:moveTo>
                    <a:cubicBezTo>
                      <a:pt x="0" y="31"/>
                      <a:pt x="54" y="0"/>
                      <a:pt x="106" y="31"/>
                    </a:cubicBezTo>
                    <a:cubicBezTo>
                      <a:pt x="106" y="31"/>
                      <a:pt x="49" y="78"/>
                      <a:pt x="0" y="31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05" name="Oval 2997">
                <a:extLst>
                  <a:ext uri="{FF2B5EF4-FFF2-40B4-BE49-F238E27FC236}">
                    <a16:creationId xmlns:a16="http://schemas.microsoft.com/office/drawing/2014/main" id="{57BCFFDF-F7F3-4E49-8007-B12559AA0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817"/>
                <a:ext cx="30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06" name="Freeform 2998">
                <a:extLst>
                  <a:ext uri="{FF2B5EF4-FFF2-40B4-BE49-F238E27FC236}">
                    <a16:creationId xmlns:a16="http://schemas.microsoft.com/office/drawing/2014/main" id="{844D1406-1E8A-4516-BC7D-6C0BAF511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770"/>
                <a:ext cx="132" cy="107"/>
              </a:xfrm>
              <a:custGeom>
                <a:avLst/>
                <a:gdLst>
                  <a:gd name="T0" fmla="*/ 0 w 125"/>
                  <a:gd name="T1" fmla="*/ 69 h 95"/>
                  <a:gd name="T2" fmla="*/ 147 w 125"/>
                  <a:gd name="T3" fmla="*/ 70 h 95"/>
                  <a:gd name="T4" fmla="*/ 0 w 125"/>
                  <a:gd name="T5" fmla="*/ 69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95">
                    <a:moveTo>
                      <a:pt x="0" y="48"/>
                    </a:moveTo>
                    <a:cubicBezTo>
                      <a:pt x="0" y="48"/>
                      <a:pt x="71" y="0"/>
                      <a:pt x="125" y="49"/>
                    </a:cubicBezTo>
                    <a:cubicBezTo>
                      <a:pt x="125" y="49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07" name="Oval 2999">
                <a:extLst>
                  <a:ext uri="{FF2B5EF4-FFF2-40B4-BE49-F238E27FC236}">
                    <a16:creationId xmlns:a16="http://schemas.microsoft.com/office/drawing/2014/main" id="{F93D99FD-F4C7-4894-9849-78E4B2307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817"/>
                <a:ext cx="30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08" name="Freeform 3000">
                <a:extLst>
                  <a:ext uri="{FF2B5EF4-FFF2-40B4-BE49-F238E27FC236}">
                    <a16:creationId xmlns:a16="http://schemas.microsoft.com/office/drawing/2014/main" id="{1415A47E-32A3-4A7E-969B-B5783A378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770"/>
                <a:ext cx="89" cy="108"/>
              </a:xfrm>
              <a:custGeom>
                <a:avLst/>
                <a:gdLst>
                  <a:gd name="T0" fmla="*/ 0 w 84"/>
                  <a:gd name="T1" fmla="*/ 69 h 96"/>
                  <a:gd name="T2" fmla="*/ 100 w 84"/>
                  <a:gd name="T3" fmla="*/ 69 h 96"/>
                  <a:gd name="T4" fmla="*/ 0 w 84"/>
                  <a:gd name="T5" fmla="*/ 6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6">
                    <a:moveTo>
                      <a:pt x="0" y="48"/>
                    </a:moveTo>
                    <a:cubicBezTo>
                      <a:pt x="0" y="48"/>
                      <a:pt x="30" y="0"/>
                      <a:pt x="84" y="48"/>
                    </a:cubicBezTo>
                    <a:cubicBezTo>
                      <a:pt x="84" y="48"/>
                      <a:pt x="49" y="96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09" name="Oval 3001">
                <a:extLst>
                  <a:ext uri="{FF2B5EF4-FFF2-40B4-BE49-F238E27FC236}">
                    <a16:creationId xmlns:a16="http://schemas.microsoft.com/office/drawing/2014/main" id="{6D5801DD-D2BA-415A-9CDA-170F83B21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817"/>
                <a:ext cx="31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10" name="Freeform 3002">
                <a:extLst>
                  <a:ext uri="{FF2B5EF4-FFF2-40B4-BE49-F238E27FC236}">
                    <a16:creationId xmlns:a16="http://schemas.microsoft.com/office/drawing/2014/main" id="{AC27D365-00B8-4092-873D-8B10D8F53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770"/>
                <a:ext cx="123" cy="107"/>
              </a:xfrm>
              <a:custGeom>
                <a:avLst/>
                <a:gdLst>
                  <a:gd name="T0" fmla="*/ 0 w 116"/>
                  <a:gd name="T1" fmla="*/ 69 h 95"/>
                  <a:gd name="T2" fmla="*/ 138 w 116"/>
                  <a:gd name="T3" fmla="*/ 70 h 95"/>
                  <a:gd name="T4" fmla="*/ 0 w 116"/>
                  <a:gd name="T5" fmla="*/ 69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95">
                    <a:moveTo>
                      <a:pt x="0" y="48"/>
                    </a:moveTo>
                    <a:cubicBezTo>
                      <a:pt x="0" y="48"/>
                      <a:pt x="62" y="0"/>
                      <a:pt x="116" y="49"/>
                    </a:cubicBezTo>
                    <a:cubicBezTo>
                      <a:pt x="116" y="49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11" name="Oval 3003">
                <a:extLst>
                  <a:ext uri="{FF2B5EF4-FFF2-40B4-BE49-F238E27FC236}">
                    <a16:creationId xmlns:a16="http://schemas.microsoft.com/office/drawing/2014/main" id="{0D1B216C-E7E3-49C3-9E75-07ECB802D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2817"/>
                <a:ext cx="31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12" name="Freeform 3004">
                <a:extLst>
                  <a:ext uri="{FF2B5EF4-FFF2-40B4-BE49-F238E27FC236}">
                    <a16:creationId xmlns:a16="http://schemas.microsoft.com/office/drawing/2014/main" id="{675B289D-BBBB-4F1F-9049-2291EA8D6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770"/>
                <a:ext cx="124" cy="108"/>
              </a:xfrm>
              <a:custGeom>
                <a:avLst/>
                <a:gdLst>
                  <a:gd name="T0" fmla="*/ 0 w 118"/>
                  <a:gd name="T1" fmla="*/ 69 h 96"/>
                  <a:gd name="T2" fmla="*/ 137 w 118"/>
                  <a:gd name="T3" fmla="*/ 69 h 96"/>
                  <a:gd name="T4" fmla="*/ 0 w 118"/>
                  <a:gd name="T5" fmla="*/ 6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96">
                    <a:moveTo>
                      <a:pt x="0" y="48"/>
                    </a:moveTo>
                    <a:cubicBezTo>
                      <a:pt x="0" y="48"/>
                      <a:pt x="63" y="0"/>
                      <a:pt x="118" y="48"/>
                    </a:cubicBezTo>
                    <a:cubicBezTo>
                      <a:pt x="118" y="48"/>
                      <a:pt x="49" y="96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13" name="Oval 3005">
                <a:extLst>
                  <a:ext uri="{FF2B5EF4-FFF2-40B4-BE49-F238E27FC236}">
                    <a16:creationId xmlns:a16="http://schemas.microsoft.com/office/drawing/2014/main" id="{B762C742-957B-405E-8CEE-CD5BA77A3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6" y="2817"/>
                <a:ext cx="30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14" name="Freeform 3006">
                <a:extLst>
                  <a:ext uri="{FF2B5EF4-FFF2-40B4-BE49-F238E27FC236}">
                    <a16:creationId xmlns:a16="http://schemas.microsoft.com/office/drawing/2014/main" id="{83136C7C-0F12-443A-A10E-EB785E2EC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770"/>
                <a:ext cx="88" cy="108"/>
              </a:xfrm>
              <a:custGeom>
                <a:avLst/>
                <a:gdLst>
                  <a:gd name="T0" fmla="*/ 0 w 83"/>
                  <a:gd name="T1" fmla="*/ 69 h 96"/>
                  <a:gd name="T2" fmla="*/ 99 w 83"/>
                  <a:gd name="T3" fmla="*/ 70 h 96"/>
                  <a:gd name="T4" fmla="*/ 0 w 83"/>
                  <a:gd name="T5" fmla="*/ 6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96">
                    <a:moveTo>
                      <a:pt x="0" y="48"/>
                    </a:moveTo>
                    <a:cubicBezTo>
                      <a:pt x="0" y="48"/>
                      <a:pt x="46" y="0"/>
                      <a:pt x="83" y="49"/>
                    </a:cubicBezTo>
                    <a:cubicBezTo>
                      <a:pt x="83" y="49"/>
                      <a:pt x="49" y="96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15" name="Oval 3007">
                <a:extLst>
                  <a:ext uri="{FF2B5EF4-FFF2-40B4-BE49-F238E27FC236}">
                    <a16:creationId xmlns:a16="http://schemas.microsoft.com/office/drawing/2014/main" id="{73CE2EB4-5715-4D89-AAD5-125DE134A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2817"/>
                <a:ext cx="31" cy="16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16" name="Freeform 3008">
                <a:extLst>
                  <a:ext uri="{FF2B5EF4-FFF2-40B4-BE49-F238E27FC236}">
                    <a16:creationId xmlns:a16="http://schemas.microsoft.com/office/drawing/2014/main" id="{C9FE5D07-CD13-4372-9FD4-CF756AFD2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3116"/>
                <a:ext cx="106" cy="107"/>
              </a:xfrm>
              <a:custGeom>
                <a:avLst/>
                <a:gdLst>
                  <a:gd name="T0" fmla="*/ 0 w 100"/>
                  <a:gd name="T1" fmla="*/ 71 h 95"/>
                  <a:gd name="T2" fmla="*/ 119 w 100"/>
                  <a:gd name="T3" fmla="*/ 66 h 95"/>
                  <a:gd name="T4" fmla="*/ 0 w 100"/>
                  <a:gd name="T5" fmla="*/ 71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95">
                    <a:moveTo>
                      <a:pt x="0" y="50"/>
                    </a:moveTo>
                    <a:cubicBezTo>
                      <a:pt x="0" y="50"/>
                      <a:pt x="44" y="0"/>
                      <a:pt x="100" y="46"/>
                    </a:cubicBezTo>
                    <a:cubicBezTo>
                      <a:pt x="100" y="46"/>
                      <a:pt x="50" y="95"/>
                      <a:pt x="0" y="50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17" name="Freeform 3009">
                <a:extLst>
                  <a:ext uri="{FF2B5EF4-FFF2-40B4-BE49-F238E27FC236}">
                    <a16:creationId xmlns:a16="http://schemas.microsoft.com/office/drawing/2014/main" id="{AC86277E-2B9B-4018-B6EC-8A337B2DD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162"/>
                <a:ext cx="31" cy="17"/>
              </a:xfrm>
              <a:custGeom>
                <a:avLst/>
                <a:gdLst>
                  <a:gd name="T0" fmla="*/ 35 w 29"/>
                  <a:gd name="T1" fmla="*/ 10 h 15"/>
                  <a:gd name="T2" fmla="*/ 18 w 29"/>
                  <a:gd name="T3" fmla="*/ 22 h 15"/>
                  <a:gd name="T4" fmla="*/ 0 w 29"/>
                  <a:gd name="T5" fmla="*/ 11 h 15"/>
                  <a:gd name="T6" fmla="*/ 17 w 29"/>
                  <a:gd name="T7" fmla="*/ 0 h 15"/>
                  <a:gd name="T8" fmla="*/ 35 w 29"/>
                  <a:gd name="T9" fmla="*/ 1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5">
                    <a:moveTo>
                      <a:pt x="29" y="7"/>
                    </a:moveTo>
                    <a:cubicBezTo>
                      <a:pt x="29" y="11"/>
                      <a:pt x="23" y="15"/>
                      <a:pt x="15" y="15"/>
                    </a:cubicBezTo>
                    <a:cubicBezTo>
                      <a:pt x="7" y="15"/>
                      <a:pt x="0" y="12"/>
                      <a:pt x="0" y="8"/>
                    </a:cubicBezTo>
                    <a:cubicBezTo>
                      <a:pt x="0" y="4"/>
                      <a:pt x="6" y="1"/>
                      <a:pt x="14" y="0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18" name="Freeform 3010">
                <a:extLst>
                  <a:ext uri="{FF2B5EF4-FFF2-40B4-BE49-F238E27FC236}">
                    <a16:creationId xmlns:a16="http://schemas.microsoft.com/office/drawing/2014/main" id="{B791DAB0-ABED-4ECA-94E2-55E28763A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3108"/>
                <a:ext cx="120" cy="109"/>
              </a:xfrm>
              <a:custGeom>
                <a:avLst/>
                <a:gdLst>
                  <a:gd name="T0" fmla="*/ 0 w 114"/>
                  <a:gd name="T1" fmla="*/ 75 h 97"/>
                  <a:gd name="T2" fmla="*/ 133 w 114"/>
                  <a:gd name="T3" fmla="*/ 64 h 97"/>
                  <a:gd name="T4" fmla="*/ 0 w 114"/>
                  <a:gd name="T5" fmla="*/ 7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97">
                    <a:moveTo>
                      <a:pt x="0" y="53"/>
                    </a:moveTo>
                    <a:cubicBezTo>
                      <a:pt x="0" y="53"/>
                      <a:pt x="56" y="0"/>
                      <a:pt x="114" y="45"/>
                    </a:cubicBezTo>
                    <a:cubicBezTo>
                      <a:pt x="114" y="45"/>
                      <a:pt x="51" y="97"/>
                      <a:pt x="0" y="53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19" name="Freeform 3011">
                <a:extLst>
                  <a:ext uri="{FF2B5EF4-FFF2-40B4-BE49-F238E27FC236}">
                    <a16:creationId xmlns:a16="http://schemas.microsoft.com/office/drawing/2014/main" id="{2564C121-4AEF-4D4F-AAA3-BCD617A8B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157"/>
                <a:ext cx="30" cy="16"/>
              </a:xfrm>
              <a:custGeom>
                <a:avLst/>
                <a:gdLst>
                  <a:gd name="T0" fmla="*/ 32 w 29"/>
                  <a:gd name="T1" fmla="*/ 7 h 15"/>
                  <a:gd name="T2" fmla="*/ 18 w 29"/>
                  <a:gd name="T3" fmla="*/ 18 h 15"/>
                  <a:gd name="T4" fmla="*/ 0 w 29"/>
                  <a:gd name="T5" fmla="*/ 11 h 15"/>
                  <a:gd name="T6" fmla="*/ 14 w 29"/>
                  <a:gd name="T7" fmla="*/ 0 h 15"/>
                  <a:gd name="T8" fmla="*/ 32 w 29"/>
                  <a:gd name="T9" fmla="*/ 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5">
                    <a:moveTo>
                      <a:pt x="29" y="7"/>
                    </a:moveTo>
                    <a:cubicBezTo>
                      <a:pt x="29" y="11"/>
                      <a:pt x="23" y="14"/>
                      <a:pt x="15" y="15"/>
                    </a:cubicBezTo>
                    <a:cubicBezTo>
                      <a:pt x="7" y="15"/>
                      <a:pt x="0" y="12"/>
                      <a:pt x="0" y="8"/>
                    </a:cubicBezTo>
                    <a:cubicBezTo>
                      <a:pt x="0" y="4"/>
                      <a:pt x="6" y="1"/>
                      <a:pt x="14" y="0"/>
                    </a:cubicBezTo>
                    <a:cubicBezTo>
                      <a:pt x="22" y="0"/>
                      <a:pt x="29" y="2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0" name="Freeform 3012">
                <a:extLst>
                  <a:ext uri="{FF2B5EF4-FFF2-40B4-BE49-F238E27FC236}">
                    <a16:creationId xmlns:a16="http://schemas.microsoft.com/office/drawing/2014/main" id="{8342787C-FE65-4797-8013-4160FE136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106"/>
                <a:ext cx="85" cy="105"/>
              </a:xfrm>
              <a:custGeom>
                <a:avLst/>
                <a:gdLst>
                  <a:gd name="T0" fmla="*/ 0 w 80"/>
                  <a:gd name="T1" fmla="*/ 68 h 93"/>
                  <a:gd name="T2" fmla="*/ 96 w 80"/>
                  <a:gd name="T3" fmla="*/ 60 h 93"/>
                  <a:gd name="T4" fmla="*/ 0 w 80"/>
                  <a:gd name="T5" fmla="*/ 68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93">
                    <a:moveTo>
                      <a:pt x="0" y="47"/>
                    </a:moveTo>
                    <a:cubicBezTo>
                      <a:pt x="0" y="47"/>
                      <a:pt x="25" y="0"/>
                      <a:pt x="80" y="42"/>
                    </a:cubicBezTo>
                    <a:cubicBezTo>
                      <a:pt x="80" y="42"/>
                      <a:pt x="36" y="93"/>
                      <a:pt x="0" y="4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1" name="Freeform 3013">
                <a:extLst>
                  <a:ext uri="{FF2B5EF4-FFF2-40B4-BE49-F238E27FC236}">
                    <a16:creationId xmlns:a16="http://schemas.microsoft.com/office/drawing/2014/main" id="{959FD001-9550-45C2-ADD8-64D6362BF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3149"/>
                <a:ext cx="30" cy="18"/>
              </a:xfrm>
              <a:custGeom>
                <a:avLst/>
                <a:gdLst>
                  <a:gd name="T0" fmla="*/ 34 w 28"/>
                  <a:gd name="T1" fmla="*/ 10 h 16"/>
                  <a:gd name="T2" fmla="*/ 18 w 28"/>
                  <a:gd name="T3" fmla="*/ 21 h 16"/>
                  <a:gd name="T4" fmla="*/ 1 w 28"/>
                  <a:gd name="T5" fmla="*/ 12 h 16"/>
                  <a:gd name="T6" fmla="*/ 17 w 28"/>
                  <a:gd name="T7" fmla="*/ 1 h 16"/>
                  <a:gd name="T8" fmla="*/ 34 w 28"/>
                  <a:gd name="T9" fmla="*/ 1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6">
                    <a:moveTo>
                      <a:pt x="28" y="7"/>
                    </a:moveTo>
                    <a:cubicBezTo>
                      <a:pt x="28" y="11"/>
                      <a:pt x="22" y="14"/>
                      <a:pt x="15" y="15"/>
                    </a:cubicBezTo>
                    <a:cubicBezTo>
                      <a:pt x="7" y="16"/>
                      <a:pt x="1" y="13"/>
                      <a:pt x="1" y="9"/>
                    </a:cubicBezTo>
                    <a:cubicBezTo>
                      <a:pt x="0" y="5"/>
                      <a:pt x="6" y="2"/>
                      <a:pt x="14" y="1"/>
                    </a:cubicBezTo>
                    <a:cubicBezTo>
                      <a:pt x="21" y="0"/>
                      <a:pt x="28" y="3"/>
                      <a:pt x="28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2" name="Freeform 3014">
                <a:extLst>
                  <a:ext uri="{FF2B5EF4-FFF2-40B4-BE49-F238E27FC236}">
                    <a16:creationId xmlns:a16="http://schemas.microsoft.com/office/drawing/2014/main" id="{FD6DFAD1-4F43-49BC-B627-C23B31978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107"/>
                <a:ext cx="107" cy="83"/>
              </a:xfrm>
              <a:custGeom>
                <a:avLst/>
                <a:gdLst>
                  <a:gd name="T0" fmla="*/ 0 w 101"/>
                  <a:gd name="T1" fmla="*/ 58 h 74"/>
                  <a:gd name="T2" fmla="*/ 120 w 101"/>
                  <a:gd name="T3" fmla="*/ 43 h 74"/>
                  <a:gd name="T4" fmla="*/ 0 w 101"/>
                  <a:gd name="T5" fmla="*/ 5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74">
                    <a:moveTo>
                      <a:pt x="0" y="41"/>
                    </a:moveTo>
                    <a:cubicBezTo>
                      <a:pt x="0" y="41"/>
                      <a:pt x="40" y="0"/>
                      <a:pt x="101" y="30"/>
                    </a:cubicBezTo>
                    <a:cubicBezTo>
                      <a:pt x="101" y="30"/>
                      <a:pt x="49" y="74"/>
                      <a:pt x="0" y="41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3" name="Freeform 3015">
                <a:extLst>
                  <a:ext uri="{FF2B5EF4-FFF2-40B4-BE49-F238E27FC236}">
                    <a16:creationId xmlns:a16="http://schemas.microsoft.com/office/drawing/2014/main" id="{B67109B5-943F-4075-9754-1964D084A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3134"/>
                <a:ext cx="31" cy="18"/>
              </a:xfrm>
              <a:custGeom>
                <a:avLst/>
                <a:gdLst>
                  <a:gd name="T0" fmla="*/ 35 w 29"/>
                  <a:gd name="T1" fmla="*/ 10 h 16"/>
                  <a:gd name="T2" fmla="*/ 19 w 29"/>
                  <a:gd name="T3" fmla="*/ 23 h 16"/>
                  <a:gd name="T4" fmla="*/ 1 w 29"/>
                  <a:gd name="T5" fmla="*/ 14 h 16"/>
                  <a:gd name="T6" fmla="*/ 17 w 29"/>
                  <a:gd name="T7" fmla="*/ 1 h 16"/>
                  <a:gd name="T8" fmla="*/ 35 w 29"/>
                  <a:gd name="T9" fmla="*/ 1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29" y="7"/>
                    </a:moveTo>
                    <a:cubicBezTo>
                      <a:pt x="29" y="11"/>
                      <a:pt x="24" y="15"/>
                      <a:pt x="16" y="16"/>
                    </a:cubicBezTo>
                    <a:cubicBezTo>
                      <a:pt x="8" y="16"/>
                      <a:pt x="1" y="14"/>
                      <a:pt x="1" y="10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2" y="0"/>
                      <a:pt x="29" y="3"/>
                      <a:pt x="29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4" name="Freeform 3016">
                <a:extLst>
                  <a:ext uri="{FF2B5EF4-FFF2-40B4-BE49-F238E27FC236}">
                    <a16:creationId xmlns:a16="http://schemas.microsoft.com/office/drawing/2014/main" id="{07152673-05CD-4300-8079-EF7D58F9C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3071"/>
                <a:ext cx="90" cy="116"/>
              </a:xfrm>
              <a:custGeom>
                <a:avLst/>
                <a:gdLst>
                  <a:gd name="T0" fmla="*/ 0 w 85"/>
                  <a:gd name="T1" fmla="*/ 89 h 103"/>
                  <a:gd name="T2" fmla="*/ 101 w 85"/>
                  <a:gd name="T3" fmla="*/ 72 h 103"/>
                  <a:gd name="T4" fmla="*/ 0 w 85"/>
                  <a:gd name="T5" fmla="*/ 89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3">
                    <a:moveTo>
                      <a:pt x="0" y="62"/>
                    </a:moveTo>
                    <a:cubicBezTo>
                      <a:pt x="0" y="62"/>
                      <a:pt x="33" y="0"/>
                      <a:pt x="85" y="51"/>
                    </a:cubicBezTo>
                    <a:cubicBezTo>
                      <a:pt x="85" y="51"/>
                      <a:pt x="54" y="103"/>
                      <a:pt x="0" y="62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5" name="Freeform 3017">
                <a:extLst>
                  <a:ext uri="{FF2B5EF4-FFF2-40B4-BE49-F238E27FC236}">
                    <a16:creationId xmlns:a16="http://schemas.microsoft.com/office/drawing/2014/main" id="{1DDA43F4-2CE2-46B8-9E49-70A2976ED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133"/>
                <a:ext cx="30" cy="18"/>
              </a:xfrm>
              <a:custGeom>
                <a:avLst/>
                <a:gdLst>
                  <a:gd name="T0" fmla="*/ 32 w 29"/>
                  <a:gd name="T1" fmla="*/ 9 h 16"/>
                  <a:gd name="T2" fmla="*/ 18 w 29"/>
                  <a:gd name="T3" fmla="*/ 21 h 16"/>
                  <a:gd name="T4" fmla="*/ 0 w 29"/>
                  <a:gd name="T5" fmla="*/ 14 h 16"/>
                  <a:gd name="T6" fmla="*/ 14 w 29"/>
                  <a:gd name="T7" fmla="*/ 1 h 16"/>
                  <a:gd name="T8" fmla="*/ 32 w 29"/>
                  <a:gd name="T9" fmla="*/ 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29" y="6"/>
                    </a:moveTo>
                    <a:cubicBezTo>
                      <a:pt x="29" y="10"/>
                      <a:pt x="23" y="14"/>
                      <a:pt x="15" y="15"/>
                    </a:cubicBezTo>
                    <a:cubicBezTo>
                      <a:pt x="7" y="16"/>
                      <a:pt x="1" y="14"/>
                      <a:pt x="0" y="10"/>
                    </a:cubicBezTo>
                    <a:cubicBezTo>
                      <a:pt x="0" y="6"/>
                      <a:pt x="6" y="2"/>
                      <a:pt x="14" y="1"/>
                    </a:cubicBezTo>
                    <a:cubicBezTo>
                      <a:pt x="21" y="0"/>
                      <a:pt x="28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6" name="Freeform 3018">
                <a:extLst>
                  <a:ext uri="{FF2B5EF4-FFF2-40B4-BE49-F238E27FC236}">
                    <a16:creationId xmlns:a16="http://schemas.microsoft.com/office/drawing/2014/main" id="{583DFF71-09FE-4637-928E-D74448CC5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061"/>
                <a:ext cx="124" cy="112"/>
              </a:xfrm>
              <a:custGeom>
                <a:avLst/>
                <a:gdLst>
                  <a:gd name="T0" fmla="*/ 0 w 118"/>
                  <a:gd name="T1" fmla="*/ 84 h 100"/>
                  <a:gd name="T2" fmla="*/ 137 w 118"/>
                  <a:gd name="T3" fmla="*/ 56 h 100"/>
                  <a:gd name="T4" fmla="*/ 0 w 118"/>
                  <a:gd name="T5" fmla="*/ 84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100">
                    <a:moveTo>
                      <a:pt x="0" y="60"/>
                    </a:moveTo>
                    <a:cubicBezTo>
                      <a:pt x="0" y="60"/>
                      <a:pt x="55" y="0"/>
                      <a:pt x="118" y="40"/>
                    </a:cubicBezTo>
                    <a:cubicBezTo>
                      <a:pt x="118" y="40"/>
                      <a:pt x="58" y="100"/>
                      <a:pt x="0" y="60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7" name="Freeform 3019">
                <a:extLst>
                  <a:ext uri="{FF2B5EF4-FFF2-40B4-BE49-F238E27FC236}">
                    <a16:creationId xmlns:a16="http://schemas.microsoft.com/office/drawing/2014/main" id="{F6F611D7-5AEC-4299-926D-088B82B42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3116"/>
                <a:ext cx="31" cy="20"/>
              </a:xfrm>
              <a:custGeom>
                <a:avLst/>
                <a:gdLst>
                  <a:gd name="T0" fmla="*/ 32 w 30"/>
                  <a:gd name="T1" fmla="*/ 9 h 18"/>
                  <a:gd name="T2" fmla="*/ 19 w 30"/>
                  <a:gd name="T3" fmla="*/ 22 h 18"/>
                  <a:gd name="T4" fmla="*/ 0 w 30"/>
                  <a:gd name="T5" fmla="*/ 14 h 18"/>
                  <a:gd name="T6" fmla="*/ 13 w 30"/>
                  <a:gd name="T7" fmla="*/ 1 h 18"/>
                  <a:gd name="T8" fmla="*/ 32 w 30"/>
                  <a:gd name="T9" fmla="*/ 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29" y="6"/>
                    </a:moveTo>
                    <a:cubicBezTo>
                      <a:pt x="30" y="10"/>
                      <a:pt x="24" y="15"/>
                      <a:pt x="16" y="16"/>
                    </a:cubicBezTo>
                    <a:cubicBezTo>
                      <a:pt x="8" y="18"/>
                      <a:pt x="1" y="16"/>
                      <a:pt x="0" y="11"/>
                    </a:cubicBezTo>
                    <a:cubicBezTo>
                      <a:pt x="0" y="7"/>
                      <a:pt x="5" y="3"/>
                      <a:pt x="13" y="1"/>
                    </a:cubicBezTo>
                    <a:cubicBezTo>
                      <a:pt x="21" y="0"/>
                      <a:pt x="28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8" name="Freeform 3020">
                <a:extLst>
                  <a:ext uri="{FF2B5EF4-FFF2-40B4-BE49-F238E27FC236}">
                    <a16:creationId xmlns:a16="http://schemas.microsoft.com/office/drawing/2014/main" id="{079C18B4-1CF5-4CE7-85FA-959D9A8C6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3040"/>
                <a:ext cx="110" cy="123"/>
              </a:xfrm>
              <a:custGeom>
                <a:avLst/>
                <a:gdLst>
                  <a:gd name="T0" fmla="*/ 2 w 104"/>
                  <a:gd name="T1" fmla="*/ 82 h 109"/>
                  <a:gd name="T2" fmla="*/ 123 w 104"/>
                  <a:gd name="T3" fmla="*/ 47 h 109"/>
                  <a:gd name="T4" fmla="*/ 2 w 104"/>
                  <a:gd name="T5" fmla="*/ 82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09">
                    <a:moveTo>
                      <a:pt x="2" y="58"/>
                    </a:moveTo>
                    <a:cubicBezTo>
                      <a:pt x="2" y="58"/>
                      <a:pt x="40" y="0"/>
                      <a:pt x="104" y="33"/>
                    </a:cubicBezTo>
                    <a:cubicBezTo>
                      <a:pt x="70" y="109"/>
                      <a:pt x="0" y="57"/>
                      <a:pt x="2" y="5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9" name="Freeform 3021">
                <a:extLst>
                  <a:ext uri="{FF2B5EF4-FFF2-40B4-BE49-F238E27FC236}">
                    <a16:creationId xmlns:a16="http://schemas.microsoft.com/office/drawing/2014/main" id="{93DD7278-1AC7-4830-A735-4E0A5433C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3091"/>
                <a:ext cx="32" cy="20"/>
              </a:xfrm>
              <a:custGeom>
                <a:avLst/>
                <a:gdLst>
                  <a:gd name="T0" fmla="*/ 35 w 30"/>
                  <a:gd name="T1" fmla="*/ 8 h 18"/>
                  <a:gd name="T2" fmla="*/ 20 w 30"/>
                  <a:gd name="T3" fmla="*/ 22 h 18"/>
                  <a:gd name="T4" fmla="*/ 1 w 30"/>
                  <a:gd name="T5" fmla="*/ 18 h 18"/>
                  <a:gd name="T6" fmla="*/ 16 w 30"/>
                  <a:gd name="T7" fmla="*/ 2 h 18"/>
                  <a:gd name="T8" fmla="*/ 35 w 30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29" y="5"/>
                    </a:moveTo>
                    <a:cubicBezTo>
                      <a:pt x="30" y="9"/>
                      <a:pt x="25" y="14"/>
                      <a:pt x="17" y="16"/>
                    </a:cubicBezTo>
                    <a:cubicBezTo>
                      <a:pt x="9" y="18"/>
                      <a:pt x="2" y="17"/>
                      <a:pt x="1" y="13"/>
                    </a:cubicBezTo>
                    <a:cubicBezTo>
                      <a:pt x="0" y="9"/>
                      <a:pt x="6" y="4"/>
                      <a:pt x="13" y="2"/>
                    </a:cubicBezTo>
                    <a:cubicBezTo>
                      <a:pt x="21" y="0"/>
                      <a:pt x="28" y="1"/>
                      <a:pt x="29" y="5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0" name="Freeform 3022">
                <a:extLst>
                  <a:ext uri="{FF2B5EF4-FFF2-40B4-BE49-F238E27FC236}">
                    <a16:creationId xmlns:a16="http://schemas.microsoft.com/office/drawing/2014/main" id="{F6150E41-D067-4BC7-95E2-CD18BD064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3016"/>
                <a:ext cx="101" cy="98"/>
              </a:xfrm>
              <a:custGeom>
                <a:avLst/>
                <a:gdLst>
                  <a:gd name="T0" fmla="*/ 0 w 95"/>
                  <a:gd name="T1" fmla="*/ 80 h 87"/>
                  <a:gd name="T2" fmla="*/ 114 w 95"/>
                  <a:gd name="T3" fmla="*/ 48 h 87"/>
                  <a:gd name="T4" fmla="*/ 0 w 95"/>
                  <a:gd name="T5" fmla="*/ 8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87">
                    <a:moveTo>
                      <a:pt x="0" y="56"/>
                    </a:moveTo>
                    <a:cubicBezTo>
                      <a:pt x="0" y="56"/>
                      <a:pt x="40" y="0"/>
                      <a:pt x="95" y="34"/>
                    </a:cubicBezTo>
                    <a:cubicBezTo>
                      <a:pt x="95" y="34"/>
                      <a:pt x="55" y="87"/>
                      <a:pt x="0" y="56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1" name="Freeform 3023">
                <a:extLst>
                  <a:ext uri="{FF2B5EF4-FFF2-40B4-BE49-F238E27FC236}">
                    <a16:creationId xmlns:a16="http://schemas.microsoft.com/office/drawing/2014/main" id="{D35E9BD6-7E02-45B5-942F-9E7F251D9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3055"/>
                <a:ext cx="31" cy="20"/>
              </a:xfrm>
              <a:custGeom>
                <a:avLst/>
                <a:gdLst>
                  <a:gd name="T0" fmla="*/ 34 w 29"/>
                  <a:gd name="T1" fmla="*/ 9 h 18"/>
                  <a:gd name="T2" fmla="*/ 19 w 29"/>
                  <a:gd name="T3" fmla="*/ 22 h 18"/>
                  <a:gd name="T4" fmla="*/ 1 w 29"/>
                  <a:gd name="T5" fmla="*/ 16 h 18"/>
                  <a:gd name="T6" fmla="*/ 16 w 29"/>
                  <a:gd name="T7" fmla="*/ 2 h 18"/>
                  <a:gd name="T8" fmla="*/ 34 w 29"/>
                  <a:gd name="T9" fmla="*/ 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8">
                    <a:moveTo>
                      <a:pt x="28" y="6"/>
                    </a:moveTo>
                    <a:cubicBezTo>
                      <a:pt x="29" y="10"/>
                      <a:pt x="24" y="14"/>
                      <a:pt x="16" y="16"/>
                    </a:cubicBezTo>
                    <a:cubicBezTo>
                      <a:pt x="9" y="18"/>
                      <a:pt x="2" y="16"/>
                      <a:pt x="1" y="12"/>
                    </a:cubicBezTo>
                    <a:cubicBezTo>
                      <a:pt x="0" y="9"/>
                      <a:pt x="5" y="4"/>
                      <a:pt x="13" y="2"/>
                    </a:cubicBezTo>
                    <a:cubicBezTo>
                      <a:pt x="20" y="0"/>
                      <a:pt x="27" y="2"/>
                      <a:pt x="28" y="6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2" name="Freeform 3024">
                <a:extLst>
                  <a:ext uri="{FF2B5EF4-FFF2-40B4-BE49-F238E27FC236}">
                    <a16:creationId xmlns:a16="http://schemas.microsoft.com/office/drawing/2014/main" id="{A0D5886A-C662-48FA-B6D3-89A4B7CB2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961"/>
                <a:ext cx="89" cy="92"/>
              </a:xfrm>
              <a:custGeom>
                <a:avLst/>
                <a:gdLst>
                  <a:gd name="T0" fmla="*/ 24 w 84"/>
                  <a:gd name="T1" fmla="*/ 118 h 81"/>
                  <a:gd name="T2" fmla="*/ 72 w 84"/>
                  <a:gd name="T3" fmla="*/ 0 h 81"/>
                  <a:gd name="T4" fmla="*/ 24 w 84"/>
                  <a:gd name="T5" fmla="*/ 118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81">
                    <a:moveTo>
                      <a:pt x="21" y="81"/>
                    </a:moveTo>
                    <a:cubicBezTo>
                      <a:pt x="21" y="81"/>
                      <a:pt x="0" y="30"/>
                      <a:pt x="60" y="0"/>
                    </a:cubicBezTo>
                    <a:cubicBezTo>
                      <a:pt x="60" y="0"/>
                      <a:pt x="84" y="50"/>
                      <a:pt x="21" y="81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3" name="Freeform 3025">
                <a:extLst>
                  <a:ext uri="{FF2B5EF4-FFF2-40B4-BE49-F238E27FC236}">
                    <a16:creationId xmlns:a16="http://schemas.microsoft.com/office/drawing/2014/main" id="{B6B103E1-0C03-4CE3-91E8-F5860F0CA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990"/>
                <a:ext cx="21" cy="30"/>
              </a:xfrm>
              <a:custGeom>
                <a:avLst/>
                <a:gdLst>
                  <a:gd name="T0" fmla="*/ 19 w 20"/>
                  <a:gd name="T1" fmla="*/ 2 h 27"/>
                  <a:gd name="T2" fmla="*/ 19 w 20"/>
                  <a:gd name="T3" fmla="*/ 23 h 27"/>
                  <a:gd name="T4" fmla="*/ 3 w 20"/>
                  <a:gd name="T5" fmla="*/ 34 h 27"/>
                  <a:gd name="T6" fmla="*/ 4 w 20"/>
                  <a:gd name="T7" fmla="*/ 13 h 27"/>
                  <a:gd name="T8" fmla="*/ 19 w 20"/>
                  <a:gd name="T9" fmla="*/ 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7">
                    <a:moveTo>
                      <a:pt x="16" y="2"/>
                    </a:moveTo>
                    <a:cubicBezTo>
                      <a:pt x="20" y="4"/>
                      <a:pt x="19" y="11"/>
                      <a:pt x="16" y="17"/>
                    </a:cubicBezTo>
                    <a:cubicBezTo>
                      <a:pt x="12" y="23"/>
                      <a:pt x="6" y="27"/>
                      <a:pt x="3" y="25"/>
                    </a:cubicBezTo>
                    <a:cubicBezTo>
                      <a:pt x="0" y="23"/>
                      <a:pt x="0" y="17"/>
                      <a:pt x="4" y="10"/>
                    </a:cubicBezTo>
                    <a:cubicBezTo>
                      <a:pt x="7" y="4"/>
                      <a:pt x="13" y="0"/>
                      <a:pt x="16" y="2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4" name="Freeform 3026">
                <a:extLst>
                  <a:ext uri="{FF2B5EF4-FFF2-40B4-BE49-F238E27FC236}">
                    <a16:creationId xmlns:a16="http://schemas.microsoft.com/office/drawing/2014/main" id="{E0DEAB5F-7405-4AA2-A7EB-59867FD3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855"/>
                <a:ext cx="67" cy="106"/>
              </a:xfrm>
              <a:custGeom>
                <a:avLst/>
                <a:gdLst>
                  <a:gd name="T0" fmla="*/ 53 w 63"/>
                  <a:gd name="T1" fmla="*/ 135 h 94"/>
                  <a:gd name="T2" fmla="*/ 4 w 63"/>
                  <a:gd name="T3" fmla="*/ 0 h 94"/>
                  <a:gd name="T4" fmla="*/ 53 w 63"/>
                  <a:gd name="T5" fmla="*/ 135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94">
                    <a:moveTo>
                      <a:pt x="44" y="94"/>
                    </a:moveTo>
                    <a:cubicBezTo>
                      <a:pt x="44" y="94"/>
                      <a:pt x="0" y="81"/>
                      <a:pt x="4" y="0"/>
                    </a:cubicBezTo>
                    <a:cubicBezTo>
                      <a:pt x="4" y="0"/>
                      <a:pt x="63" y="38"/>
                      <a:pt x="44" y="94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5" name="Freeform 3027">
                <a:extLst>
                  <a:ext uri="{FF2B5EF4-FFF2-40B4-BE49-F238E27FC236}">
                    <a16:creationId xmlns:a16="http://schemas.microsoft.com/office/drawing/2014/main" id="{364FAA7E-8CC5-4FBE-A8B6-E67D1C8F4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894"/>
                <a:ext cx="20" cy="28"/>
              </a:xfrm>
              <a:custGeom>
                <a:avLst/>
                <a:gdLst>
                  <a:gd name="T0" fmla="*/ 3 w 19"/>
                  <a:gd name="T1" fmla="*/ 1 h 25"/>
                  <a:gd name="T2" fmla="*/ 18 w 19"/>
                  <a:gd name="T3" fmla="*/ 12 h 25"/>
                  <a:gd name="T4" fmla="*/ 19 w 19"/>
                  <a:gd name="T5" fmla="*/ 32 h 25"/>
                  <a:gd name="T6" fmla="*/ 4 w 19"/>
                  <a:gd name="T7" fmla="*/ 21 h 25"/>
                  <a:gd name="T8" fmla="*/ 3 w 19"/>
                  <a:gd name="T9" fmla="*/ 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3" y="1"/>
                    </a:moveTo>
                    <a:cubicBezTo>
                      <a:pt x="6" y="0"/>
                      <a:pt x="11" y="3"/>
                      <a:pt x="15" y="9"/>
                    </a:cubicBezTo>
                    <a:cubicBezTo>
                      <a:pt x="19" y="15"/>
                      <a:pt x="19" y="21"/>
                      <a:pt x="16" y="23"/>
                    </a:cubicBezTo>
                    <a:cubicBezTo>
                      <a:pt x="13" y="25"/>
                      <a:pt x="8" y="21"/>
                      <a:pt x="4" y="15"/>
                    </a:cubicBezTo>
                    <a:cubicBezTo>
                      <a:pt x="0" y="10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6" name="Freeform 3028">
                <a:extLst>
                  <a:ext uri="{FF2B5EF4-FFF2-40B4-BE49-F238E27FC236}">
                    <a16:creationId xmlns:a16="http://schemas.microsoft.com/office/drawing/2014/main" id="{38F9C014-1ABB-4441-BF4E-0A53E8F4B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787"/>
                <a:ext cx="97" cy="101"/>
              </a:xfrm>
              <a:custGeom>
                <a:avLst/>
                <a:gdLst>
                  <a:gd name="T0" fmla="*/ 108 w 92"/>
                  <a:gd name="T1" fmla="*/ 89 h 90"/>
                  <a:gd name="T2" fmla="*/ 0 w 92"/>
                  <a:gd name="T3" fmla="*/ 45 h 90"/>
                  <a:gd name="T4" fmla="*/ 108 w 92"/>
                  <a:gd name="T5" fmla="*/ 89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90">
                    <a:moveTo>
                      <a:pt x="92" y="62"/>
                    </a:moveTo>
                    <a:cubicBezTo>
                      <a:pt x="92" y="62"/>
                      <a:pt x="33" y="90"/>
                      <a:pt x="0" y="32"/>
                    </a:cubicBezTo>
                    <a:cubicBezTo>
                      <a:pt x="0" y="32"/>
                      <a:pt x="65" y="0"/>
                      <a:pt x="92" y="62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7" name="Freeform 3029">
                <a:extLst>
                  <a:ext uri="{FF2B5EF4-FFF2-40B4-BE49-F238E27FC236}">
                    <a16:creationId xmlns:a16="http://schemas.microsoft.com/office/drawing/2014/main" id="{C6D1BCF4-67D3-4934-BF53-BE525B696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825"/>
                <a:ext cx="32" cy="23"/>
              </a:xfrm>
              <a:custGeom>
                <a:avLst/>
                <a:gdLst>
                  <a:gd name="T0" fmla="*/ 2 w 30"/>
                  <a:gd name="T1" fmla="*/ 7 h 20"/>
                  <a:gd name="T2" fmla="*/ 21 w 30"/>
                  <a:gd name="T3" fmla="*/ 7 h 20"/>
                  <a:gd name="T4" fmla="*/ 34 w 30"/>
                  <a:gd name="T5" fmla="*/ 24 h 20"/>
                  <a:gd name="T6" fmla="*/ 15 w 30"/>
                  <a:gd name="T7" fmla="*/ 26 h 20"/>
                  <a:gd name="T8" fmla="*/ 2 w 30"/>
                  <a:gd name="T9" fmla="*/ 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2" y="4"/>
                    </a:moveTo>
                    <a:cubicBezTo>
                      <a:pt x="3" y="0"/>
                      <a:pt x="11" y="0"/>
                      <a:pt x="18" y="4"/>
                    </a:cubicBezTo>
                    <a:cubicBezTo>
                      <a:pt x="25" y="7"/>
                      <a:pt x="30" y="13"/>
                      <a:pt x="28" y="16"/>
                    </a:cubicBezTo>
                    <a:cubicBezTo>
                      <a:pt x="26" y="20"/>
                      <a:pt x="19" y="20"/>
                      <a:pt x="12" y="17"/>
                    </a:cubicBezTo>
                    <a:cubicBezTo>
                      <a:pt x="4" y="13"/>
                      <a:pt x="0" y="8"/>
                      <a:pt x="2" y="4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8" name="Line 3030">
                <a:extLst>
                  <a:ext uri="{FF2B5EF4-FFF2-40B4-BE49-F238E27FC236}">
                    <a16:creationId xmlns:a16="http://schemas.microsoft.com/office/drawing/2014/main" id="{09E170C7-2AB1-4E17-8759-0F628D4E44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51" y="2643"/>
                <a:ext cx="1" cy="181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9" name="Freeform 3031">
                <a:extLst>
                  <a:ext uri="{FF2B5EF4-FFF2-40B4-BE49-F238E27FC236}">
                    <a16:creationId xmlns:a16="http://schemas.microsoft.com/office/drawing/2014/main" id="{0AD66B43-7C70-4010-9C3E-600AB7D6C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140"/>
                <a:ext cx="741" cy="230"/>
              </a:xfrm>
              <a:custGeom>
                <a:avLst/>
                <a:gdLst>
                  <a:gd name="T0" fmla="*/ 653 w 701"/>
                  <a:gd name="T1" fmla="*/ 47 h 204"/>
                  <a:gd name="T2" fmla="*/ 282 w 701"/>
                  <a:gd name="T3" fmla="*/ 98 h 204"/>
                  <a:gd name="T4" fmla="*/ 0 w 701"/>
                  <a:gd name="T5" fmla="*/ 106 h 204"/>
                  <a:gd name="T6" fmla="*/ 0 w 701"/>
                  <a:gd name="T7" fmla="*/ 292 h 204"/>
                  <a:gd name="T8" fmla="*/ 828 w 701"/>
                  <a:gd name="T9" fmla="*/ 292 h 204"/>
                  <a:gd name="T10" fmla="*/ 828 w 701"/>
                  <a:gd name="T11" fmla="*/ 0 h 204"/>
                  <a:gd name="T12" fmla="*/ 653 w 701"/>
                  <a:gd name="T13" fmla="*/ 47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1" h="204">
                    <a:moveTo>
                      <a:pt x="553" y="33"/>
                    </a:moveTo>
                    <a:cubicBezTo>
                      <a:pt x="480" y="50"/>
                      <a:pt x="376" y="58"/>
                      <a:pt x="239" y="68"/>
                    </a:cubicBezTo>
                    <a:cubicBezTo>
                      <a:pt x="169" y="73"/>
                      <a:pt x="84" y="66"/>
                      <a:pt x="0" y="74"/>
                    </a:cubicBezTo>
                    <a:cubicBezTo>
                      <a:pt x="0" y="204"/>
                      <a:pt x="0" y="204"/>
                      <a:pt x="0" y="204"/>
                    </a:cubicBezTo>
                    <a:cubicBezTo>
                      <a:pt x="701" y="204"/>
                      <a:pt x="701" y="204"/>
                      <a:pt x="701" y="204"/>
                    </a:cubicBezTo>
                    <a:cubicBezTo>
                      <a:pt x="701" y="0"/>
                      <a:pt x="701" y="0"/>
                      <a:pt x="701" y="0"/>
                    </a:cubicBezTo>
                    <a:cubicBezTo>
                      <a:pt x="701" y="0"/>
                      <a:pt x="656" y="8"/>
                      <a:pt x="553" y="33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40" name="Freeform 3032">
                <a:extLst>
                  <a:ext uri="{FF2B5EF4-FFF2-40B4-BE49-F238E27FC236}">
                    <a16:creationId xmlns:a16="http://schemas.microsoft.com/office/drawing/2014/main" id="{F9F804FB-05C8-4544-BF43-19F9B3412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942"/>
                <a:ext cx="217" cy="428"/>
              </a:xfrm>
              <a:custGeom>
                <a:avLst/>
                <a:gdLst>
                  <a:gd name="T0" fmla="*/ 0 w 205"/>
                  <a:gd name="T1" fmla="*/ 253 h 379"/>
                  <a:gd name="T2" fmla="*/ 0 w 205"/>
                  <a:gd name="T3" fmla="*/ 545 h 379"/>
                  <a:gd name="T4" fmla="*/ 215 w 205"/>
                  <a:gd name="T5" fmla="*/ 187 h 379"/>
                  <a:gd name="T6" fmla="*/ 0 w 205"/>
                  <a:gd name="T7" fmla="*/ 253 h 3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379">
                    <a:moveTo>
                      <a:pt x="0" y="175"/>
                    </a:moveTo>
                    <a:cubicBezTo>
                      <a:pt x="0" y="379"/>
                      <a:pt x="0" y="379"/>
                      <a:pt x="0" y="379"/>
                    </a:cubicBezTo>
                    <a:cubicBezTo>
                      <a:pt x="0" y="379"/>
                      <a:pt x="205" y="357"/>
                      <a:pt x="181" y="130"/>
                    </a:cubicBezTo>
                    <a:cubicBezTo>
                      <a:pt x="168" y="0"/>
                      <a:pt x="156" y="179"/>
                      <a:pt x="0" y="175"/>
                    </a:cubicBezTo>
                    <a:close/>
                  </a:path>
                </a:pathLst>
              </a:custGeom>
              <a:solidFill>
                <a:srgbClr val="DB9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41" name="Line 3033">
                <a:extLst>
                  <a:ext uri="{FF2B5EF4-FFF2-40B4-BE49-F238E27FC236}">
                    <a16:creationId xmlns:a16="http://schemas.microsoft.com/office/drawing/2014/main" id="{79B81775-0B29-4148-A79A-848467C19D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51" y="3078"/>
                <a:ext cx="1" cy="459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42" name="Line 3034">
                <a:extLst>
                  <a:ext uri="{FF2B5EF4-FFF2-40B4-BE49-F238E27FC236}">
                    <a16:creationId xmlns:a16="http://schemas.microsoft.com/office/drawing/2014/main" id="{2DA19C5A-9CAC-49B2-83F2-F1CFF42395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09" y="2784"/>
                <a:ext cx="1" cy="40"/>
              </a:xfrm>
              <a:prstGeom prst="lin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43" name="Freeform 3035">
                <a:extLst>
                  <a:ext uri="{FF2B5EF4-FFF2-40B4-BE49-F238E27FC236}">
                    <a16:creationId xmlns:a16="http://schemas.microsoft.com/office/drawing/2014/main" id="{713F6048-D08F-4A8B-AD92-377474427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140"/>
                <a:ext cx="741" cy="230"/>
              </a:xfrm>
              <a:custGeom>
                <a:avLst/>
                <a:gdLst>
                  <a:gd name="T0" fmla="*/ 653 w 701"/>
                  <a:gd name="T1" fmla="*/ 47 h 204"/>
                  <a:gd name="T2" fmla="*/ 282 w 701"/>
                  <a:gd name="T3" fmla="*/ 98 h 204"/>
                  <a:gd name="T4" fmla="*/ 0 w 701"/>
                  <a:gd name="T5" fmla="*/ 106 h 204"/>
                  <a:gd name="T6" fmla="*/ 0 w 701"/>
                  <a:gd name="T7" fmla="*/ 292 h 204"/>
                  <a:gd name="T8" fmla="*/ 828 w 701"/>
                  <a:gd name="T9" fmla="*/ 292 h 204"/>
                  <a:gd name="T10" fmla="*/ 828 w 701"/>
                  <a:gd name="T11" fmla="*/ 0 h 204"/>
                  <a:gd name="T12" fmla="*/ 653 w 701"/>
                  <a:gd name="T13" fmla="*/ 47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1" h="204">
                    <a:moveTo>
                      <a:pt x="553" y="33"/>
                    </a:moveTo>
                    <a:cubicBezTo>
                      <a:pt x="480" y="50"/>
                      <a:pt x="376" y="58"/>
                      <a:pt x="239" y="68"/>
                    </a:cubicBezTo>
                    <a:cubicBezTo>
                      <a:pt x="169" y="73"/>
                      <a:pt x="84" y="66"/>
                      <a:pt x="0" y="74"/>
                    </a:cubicBezTo>
                    <a:cubicBezTo>
                      <a:pt x="0" y="204"/>
                      <a:pt x="0" y="204"/>
                      <a:pt x="0" y="204"/>
                    </a:cubicBezTo>
                    <a:cubicBezTo>
                      <a:pt x="701" y="204"/>
                      <a:pt x="701" y="204"/>
                      <a:pt x="701" y="204"/>
                    </a:cubicBezTo>
                    <a:cubicBezTo>
                      <a:pt x="701" y="0"/>
                      <a:pt x="701" y="0"/>
                      <a:pt x="701" y="0"/>
                    </a:cubicBezTo>
                    <a:cubicBezTo>
                      <a:pt x="701" y="0"/>
                      <a:pt x="656" y="8"/>
                      <a:pt x="553" y="3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44" name="Freeform 3036">
                <a:extLst>
                  <a:ext uri="{FF2B5EF4-FFF2-40B4-BE49-F238E27FC236}">
                    <a16:creationId xmlns:a16="http://schemas.microsoft.com/office/drawing/2014/main" id="{6DF4F719-FBAF-40A3-99C2-39B8BF5E5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942"/>
                <a:ext cx="217" cy="428"/>
              </a:xfrm>
              <a:custGeom>
                <a:avLst/>
                <a:gdLst>
                  <a:gd name="T0" fmla="*/ 0 w 205"/>
                  <a:gd name="T1" fmla="*/ 253 h 379"/>
                  <a:gd name="T2" fmla="*/ 0 w 205"/>
                  <a:gd name="T3" fmla="*/ 545 h 379"/>
                  <a:gd name="T4" fmla="*/ 215 w 205"/>
                  <a:gd name="T5" fmla="*/ 187 h 379"/>
                  <a:gd name="T6" fmla="*/ 0 w 205"/>
                  <a:gd name="T7" fmla="*/ 253 h 3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379">
                    <a:moveTo>
                      <a:pt x="0" y="175"/>
                    </a:moveTo>
                    <a:cubicBezTo>
                      <a:pt x="0" y="379"/>
                      <a:pt x="0" y="379"/>
                      <a:pt x="0" y="379"/>
                    </a:cubicBezTo>
                    <a:cubicBezTo>
                      <a:pt x="0" y="379"/>
                      <a:pt x="205" y="357"/>
                      <a:pt x="181" y="130"/>
                    </a:cubicBezTo>
                    <a:cubicBezTo>
                      <a:pt x="168" y="0"/>
                      <a:pt x="156" y="179"/>
                      <a:pt x="0" y="17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45" name="Freeform 3037">
                <a:extLst>
                  <a:ext uri="{FF2B5EF4-FFF2-40B4-BE49-F238E27FC236}">
                    <a16:creationId xmlns:a16="http://schemas.microsoft.com/office/drawing/2014/main" id="{029942B2-14DF-450A-B65B-E421265EA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3201"/>
                <a:ext cx="592" cy="146"/>
              </a:xfrm>
              <a:custGeom>
                <a:avLst/>
                <a:gdLst>
                  <a:gd name="T0" fmla="*/ 574 w 560"/>
                  <a:gd name="T1" fmla="*/ 10 h 130"/>
                  <a:gd name="T2" fmla="*/ 632 w 560"/>
                  <a:gd name="T3" fmla="*/ 130 h 130"/>
                  <a:gd name="T4" fmla="*/ 133 w 560"/>
                  <a:gd name="T5" fmla="*/ 157 h 130"/>
                  <a:gd name="T6" fmla="*/ 70 w 560"/>
                  <a:gd name="T7" fmla="*/ 72 h 130"/>
                  <a:gd name="T8" fmla="*/ 574 w 560"/>
                  <a:gd name="T9" fmla="*/ 1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0" h="130">
                    <a:moveTo>
                      <a:pt x="486" y="7"/>
                    </a:moveTo>
                    <a:cubicBezTo>
                      <a:pt x="486" y="7"/>
                      <a:pt x="560" y="53"/>
                      <a:pt x="535" y="92"/>
                    </a:cubicBezTo>
                    <a:cubicBezTo>
                      <a:pt x="509" y="130"/>
                      <a:pt x="174" y="92"/>
                      <a:pt x="113" y="111"/>
                    </a:cubicBezTo>
                    <a:cubicBezTo>
                      <a:pt x="51" y="130"/>
                      <a:pt x="0" y="64"/>
                      <a:pt x="59" y="51"/>
                    </a:cubicBezTo>
                    <a:cubicBezTo>
                      <a:pt x="119" y="39"/>
                      <a:pt x="361" y="0"/>
                      <a:pt x="486" y="7"/>
                    </a:cubicBezTo>
                    <a:close/>
                  </a:path>
                </a:pathLst>
              </a:custGeom>
              <a:solidFill>
                <a:srgbClr val="F9E9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46" name="Oval 3038">
                <a:extLst>
                  <a:ext uri="{FF2B5EF4-FFF2-40B4-BE49-F238E27FC236}">
                    <a16:creationId xmlns:a16="http://schemas.microsoft.com/office/drawing/2014/main" id="{7A2D6D35-550F-499C-A9C2-75EA66D57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3254"/>
                <a:ext cx="106" cy="4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47" name="Rectangle 3039">
                <a:extLst>
                  <a:ext uri="{FF2B5EF4-FFF2-40B4-BE49-F238E27FC236}">
                    <a16:creationId xmlns:a16="http://schemas.microsoft.com/office/drawing/2014/main" id="{32B74362-3412-49A1-B5EB-E1423C965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641"/>
                <a:ext cx="741" cy="150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48" name="Freeform 3040">
                <a:extLst>
                  <a:ext uri="{FF2B5EF4-FFF2-40B4-BE49-F238E27FC236}">
                    <a16:creationId xmlns:a16="http://schemas.microsoft.com/office/drawing/2014/main" id="{01E0235B-BD41-4206-B895-7C2716300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641"/>
                <a:ext cx="310" cy="896"/>
              </a:xfrm>
              <a:custGeom>
                <a:avLst/>
                <a:gdLst>
                  <a:gd name="T0" fmla="*/ 6 w 293"/>
                  <a:gd name="T1" fmla="*/ 0 h 794"/>
                  <a:gd name="T2" fmla="*/ 4 w 293"/>
                  <a:gd name="T3" fmla="*/ 0 h 794"/>
                  <a:gd name="T4" fmla="*/ 4 w 293"/>
                  <a:gd name="T5" fmla="*/ 0 h 794"/>
                  <a:gd name="T6" fmla="*/ 0 w 293"/>
                  <a:gd name="T7" fmla="*/ 0 h 794"/>
                  <a:gd name="T8" fmla="*/ 0 w 293"/>
                  <a:gd name="T9" fmla="*/ 191 h 794"/>
                  <a:gd name="T10" fmla="*/ 0 w 293"/>
                  <a:gd name="T11" fmla="*/ 191 h 794"/>
                  <a:gd name="T12" fmla="*/ 249 w 293"/>
                  <a:gd name="T13" fmla="*/ 569 h 794"/>
                  <a:gd name="T14" fmla="*/ 0 w 293"/>
                  <a:gd name="T15" fmla="*/ 949 h 794"/>
                  <a:gd name="T16" fmla="*/ 0 w 293"/>
                  <a:gd name="T17" fmla="*/ 949 h 794"/>
                  <a:gd name="T18" fmla="*/ 0 w 293"/>
                  <a:gd name="T19" fmla="*/ 1141 h 794"/>
                  <a:gd name="T20" fmla="*/ 2 w 293"/>
                  <a:gd name="T21" fmla="*/ 1141 h 794"/>
                  <a:gd name="T22" fmla="*/ 6 w 293"/>
                  <a:gd name="T23" fmla="*/ 1141 h 794"/>
                  <a:gd name="T24" fmla="*/ 347 w 293"/>
                  <a:gd name="T25" fmla="*/ 571 h 794"/>
                  <a:gd name="T26" fmla="*/ 6 w 293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3" h="794">
                    <a:moveTo>
                      <a:pt x="6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116" y="133"/>
                      <a:pt x="210" y="251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3" y="794"/>
                      <a:pt x="5" y="794"/>
                      <a:pt x="6" y="794"/>
                    </a:cubicBezTo>
                    <a:cubicBezTo>
                      <a:pt x="165" y="794"/>
                      <a:pt x="293" y="617"/>
                      <a:pt x="293" y="397"/>
                    </a:cubicBezTo>
                    <a:cubicBezTo>
                      <a:pt x="293" y="178"/>
                      <a:pt x="165" y="0"/>
                      <a:pt x="6" y="0"/>
                    </a:cubicBezTo>
                    <a:close/>
                  </a:path>
                </a:pathLst>
              </a:custGeom>
              <a:solidFill>
                <a:srgbClr val="BC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49" name="Rectangle 3041">
                <a:extLst>
                  <a:ext uri="{FF2B5EF4-FFF2-40B4-BE49-F238E27FC236}">
                    <a16:creationId xmlns:a16="http://schemas.microsoft.com/office/drawing/2014/main" id="{295C11F3-2987-4BE0-95CD-2D0603C9C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709"/>
                <a:ext cx="740" cy="82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50" name="Rectangle 3042">
                <a:extLst>
                  <a:ext uri="{FF2B5EF4-FFF2-40B4-BE49-F238E27FC236}">
                    <a16:creationId xmlns:a16="http://schemas.microsoft.com/office/drawing/2014/main" id="{B0522BDE-E911-4C64-BDF5-240025C7E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3385"/>
                <a:ext cx="740" cy="153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51" name="Rectangle 3043">
                <a:extLst>
                  <a:ext uri="{FF2B5EF4-FFF2-40B4-BE49-F238E27FC236}">
                    <a16:creationId xmlns:a16="http://schemas.microsoft.com/office/drawing/2014/main" id="{032E97FC-7158-4F14-B721-DE4F88277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3385"/>
                <a:ext cx="741" cy="84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52" name="Freeform 3044">
                <a:extLst>
                  <a:ext uri="{FF2B5EF4-FFF2-40B4-BE49-F238E27FC236}">
                    <a16:creationId xmlns:a16="http://schemas.microsoft.com/office/drawing/2014/main" id="{B22AEE5A-C1E0-4DE1-AA9E-A8EDBF4BB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709"/>
                <a:ext cx="274" cy="761"/>
              </a:xfrm>
              <a:custGeom>
                <a:avLst/>
                <a:gdLst>
                  <a:gd name="T0" fmla="*/ 16 w 259"/>
                  <a:gd name="T1" fmla="*/ 0 h 675"/>
                  <a:gd name="T2" fmla="*/ 0 w 259"/>
                  <a:gd name="T3" fmla="*/ 1 h 675"/>
                  <a:gd name="T4" fmla="*/ 0 w 259"/>
                  <a:gd name="T5" fmla="*/ 104 h 675"/>
                  <a:gd name="T6" fmla="*/ 0 w 259"/>
                  <a:gd name="T7" fmla="*/ 104 h 675"/>
                  <a:gd name="T8" fmla="*/ 249 w 259"/>
                  <a:gd name="T9" fmla="*/ 483 h 675"/>
                  <a:gd name="T10" fmla="*/ 0 w 259"/>
                  <a:gd name="T11" fmla="*/ 859 h 675"/>
                  <a:gd name="T12" fmla="*/ 0 w 259"/>
                  <a:gd name="T13" fmla="*/ 859 h 675"/>
                  <a:gd name="T14" fmla="*/ 0 w 259"/>
                  <a:gd name="T15" fmla="*/ 966 h 675"/>
                  <a:gd name="T16" fmla="*/ 16 w 259"/>
                  <a:gd name="T17" fmla="*/ 967 h 675"/>
                  <a:gd name="T18" fmla="*/ 307 w 259"/>
                  <a:gd name="T19" fmla="*/ 485 h 675"/>
                  <a:gd name="T20" fmla="*/ 16 w 259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675">
                    <a:moveTo>
                      <a:pt x="13" y="0"/>
                    </a:moveTo>
                    <a:cubicBezTo>
                      <a:pt x="9" y="0"/>
                      <a:pt x="4" y="0"/>
                      <a:pt x="0" y="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1"/>
                      <a:pt x="210" y="337"/>
                    </a:cubicBezTo>
                    <a:cubicBezTo>
                      <a:pt x="210" y="482"/>
                      <a:pt x="116" y="600"/>
                      <a:pt x="0" y="600"/>
                    </a:cubicBezTo>
                    <a:cubicBezTo>
                      <a:pt x="0" y="600"/>
                      <a:pt x="0" y="600"/>
                      <a:pt x="0" y="600"/>
                    </a:cubicBezTo>
                    <a:cubicBezTo>
                      <a:pt x="0" y="674"/>
                      <a:pt x="0" y="674"/>
                      <a:pt x="0" y="674"/>
                    </a:cubicBezTo>
                    <a:cubicBezTo>
                      <a:pt x="4" y="675"/>
                      <a:pt x="9" y="675"/>
                      <a:pt x="13" y="675"/>
                    </a:cubicBezTo>
                    <a:cubicBezTo>
                      <a:pt x="142" y="675"/>
                      <a:pt x="259" y="524"/>
                      <a:pt x="259" y="338"/>
                    </a:cubicBezTo>
                    <a:cubicBezTo>
                      <a:pt x="259" y="152"/>
                      <a:pt x="142" y="0"/>
                      <a:pt x="13" y="0"/>
                    </a:cubicBezTo>
                    <a:close/>
                  </a:path>
                </a:pathLst>
              </a:custGeom>
              <a:solidFill>
                <a:srgbClr val="CC7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53" name="Rectangle 3045">
                <a:extLst>
                  <a:ext uri="{FF2B5EF4-FFF2-40B4-BE49-F238E27FC236}">
                    <a16:creationId xmlns:a16="http://schemas.microsoft.com/office/drawing/2014/main" id="{C03C0167-2102-40DA-BB6E-B2441D131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3385"/>
                <a:ext cx="741" cy="84"/>
              </a:xfrm>
              <a:prstGeom prst="rect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854" name="Freeform 3046">
                <a:extLst>
                  <a:ext uri="{FF2B5EF4-FFF2-40B4-BE49-F238E27FC236}">
                    <a16:creationId xmlns:a16="http://schemas.microsoft.com/office/drawing/2014/main" id="{004861CC-1B26-4A62-897D-EBB2C6F02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645"/>
                <a:ext cx="135" cy="38"/>
              </a:xfrm>
              <a:custGeom>
                <a:avLst/>
                <a:gdLst>
                  <a:gd name="T0" fmla="*/ 0 w 128"/>
                  <a:gd name="T1" fmla="*/ 22 h 34"/>
                  <a:gd name="T2" fmla="*/ 39 w 128"/>
                  <a:gd name="T3" fmla="*/ 2 h 34"/>
                  <a:gd name="T4" fmla="*/ 83 w 128"/>
                  <a:gd name="T5" fmla="*/ 2 h 34"/>
                  <a:gd name="T6" fmla="*/ 121 w 128"/>
                  <a:gd name="T7" fmla="*/ 15 h 34"/>
                  <a:gd name="T8" fmla="*/ 150 w 128"/>
                  <a:gd name="T9" fmla="*/ 22 h 34"/>
                  <a:gd name="T10" fmla="*/ 109 w 128"/>
                  <a:gd name="T11" fmla="*/ 39 h 34"/>
                  <a:gd name="T12" fmla="*/ 58 w 128"/>
                  <a:gd name="T13" fmla="*/ 46 h 34"/>
                  <a:gd name="T14" fmla="*/ 18 w 128"/>
                  <a:gd name="T15" fmla="*/ 32 h 34"/>
                  <a:gd name="T16" fmla="*/ 2 w 128"/>
                  <a:gd name="T17" fmla="*/ 26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8" h="34">
                    <a:moveTo>
                      <a:pt x="0" y="16"/>
                    </a:moveTo>
                    <a:cubicBezTo>
                      <a:pt x="12" y="12"/>
                      <a:pt x="20" y="4"/>
                      <a:pt x="33" y="2"/>
                    </a:cubicBezTo>
                    <a:cubicBezTo>
                      <a:pt x="46" y="0"/>
                      <a:pt x="59" y="0"/>
                      <a:pt x="71" y="2"/>
                    </a:cubicBezTo>
                    <a:cubicBezTo>
                      <a:pt x="82" y="3"/>
                      <a:pt x="92" y="9"/>
                      <a:pt x="103" y="11"/>
                    </a:cubicBezTo>
                    <a:cubicBezTo>
                      <a:pt x="112" y="13"/>
                      <a:pt x="120" y="14"/>
                      <a:pt x="128" y="16"/>
                    </a:cubicBezTo>
                    <a:cubicBezTo>
                      <a:pt x="116" y="16"/>
                      <a:pt x="104" y="24"/>
                      <a:pt x="93" y="28"/>
                    </a:cubicBezTo>
                    <a:cubicBezTo>
                      <a:pt x="79" y="32"/>
                      <a:pt x="64" y="34"/>
                      <a:pt x="49" y="33"/>
                    </a:cubicBezTo>
                    <a:cubicBezTo>
                      <a:pt x="37" y="32"/>
                      <a:pt x="26" y="26"/>
                      <a:pt x="15" y="23"/>
                    </a:cubicBezTo>
                    <a:cubicBezTo>
                      <a:pt x="10" y="22"/>
                      <a:pt x="5" y="21"/>
                      <a:pt x="2" y="1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55" name="Freeform 3047">
                <a:extLst>
                  <a:ext uri="{FF2B5EF4-FFF2-40B4-BE49-F238E27FC236}">
                    <a16:creationId xmlns:a16="http://schemas.microsoft.com/office/drawing/2014/main" id="{DADA8FBA-ABBF-4989-87D6-9CF50A6C4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647"/>
                <a:ext cx="119" cy="31"/>
              </a:xfrm>
              <a:custGeom>
                <a:avLst/>
                <a:gdLst>
                  <a:gd name="T0" fmla="*/ 0 w 112"/>
                  <a:gd name="T1" fmla="*/ 16 h 28"/>
                  <a:gd name="T2" fmla="*/ 32 w 112"/>
                  <a:gd name="T3" fmla="*/ 4 h 28"/>
                  <a:gd name="T4" fmla="*/ 72 w 112"/>
                  <a:gd name="T5" fmla="*/ 1 h 28"/>
                  <a:gd name="T6" fmla="*/ 134 w 112"/>
                  <a:gd name="T7" fmla="*/ 13 h 28"/>
                  <a:gd name="T8" fmla="*/ 49 w 112"/>
                  <a:gd name="T9" fmla="*/ 30 h 28"/>
                  <a:gd name="T10" fmla="*/ 0 w 112"/>
                  <a:gd name="T11" fmla="*/ 2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0" y="12"/>
                    </a:moveTo>
                    <a:cubicBezTo>
                      <a:pt x="8" y="16"/>
                      <a:pt x="19" y="7"/>
                      <a:pt x="26" y="4"/>
                    </a:cubicBezTo>
                    <a:cubicBezTo>
                      <a:pt x="37" y="0"/>
                      <a:pt x="48" y="1"/>
                      <a:pt x="60" y="1"/>
                    </a:cubicBezTo>
                    <a:cubicBezTo>
                      <a:pt x="79" y="1"/>
                      <a:pt x="95" y="0"/>
                      <a:pt x="112" y="10"/>
                    </a:cubicBezTo>
                    <a:cubicBezTo>
                      <a:pt x="90" y="21"/>
                      <a:pt x="64" y="28"/>
                      <a:pt x="40" y="22"/>
                    </a:cubicBezTo>
                    <a:cubicBezTo>
                      <a:pt x="26" y="18"/>
                      <a:pt x="14" y="15"/>
                      <a:pt x="0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56" name="Freeform 3048">
                <a:extLst>
                  <a:ext uri="{FF2B5EF4-FFF2-40B4-BE49-F238E27FC236}">
                    <a16:creationId xmlns:a16="http://schemas.microsoft.com/office/drawing/2014/main" id="{1AFE3D45-B620-424E-8302-C3245A098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675"/>
                <a:ext cx="145" cy="29"/>
              </a:xfrm>
              <a:custGeom>
                <a:avLst/>
                <a:gdLst>
                  <a:gd name="T0" fmla="*/ 32 w 138"/>
                  <a:gd name="T1" fmla="*/ 9 h 26"/>
                  <a:gd name="T2" fmla="*/ 17 w 138"/>
                  <a:gd name="T3" fmla="*/ 19 h 26"/>
                  <a:gd name="T4" fmla="*/ 0 w 138"/>
                  <a:gd name="T5" fmla="*/ 25 h 26"/>
                  <a:gd name="T6" fmla="*/ 62 w 138"/>
                  <a:gd name="T7" fmla="*/ 31 h 26"/>
                  <a:gd name="T8" fmla="*/ 104 w 138"/>
                  <a:gd name="T9" fmla="*/ 36 h 26"/>
                  <a:gd name="T10" fmla="*/ 160 w 13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26">
                    <a:moveTo>
                      <a:pt x="28" y="6"/>
                    </a:moveTo>
                    <a:cubicBezTo>
                      <a:pt x="21" y="4"/>
                      <a:pt x="18" y="10"/>
                      <a:pt x="14" y="13"/>
                    </a:cubicBezTo>
                    <a:cubicBezTo>
                      <a:pt x="9" y="15"/>
                      <a:pt x="4" y="15"/>
                      <a:pt x="0" y="18"/>
                    </a:cubicBezTo>
                    <a:cubicBezTo>
                      <a:pt x="14" y="24"/>
                      <a:pt x="37" y="20"/>
                      <a:pt x="53" y="22"/>
                    </a:cubicBezTo>
                    <a:cubicBezTo>
                      <a:pt x="66" y="24"/>
                      <a:pt x="76" y="26"/>
                      <a:pt x="89" y="26"/>
                    </a:cubicBezTo>
                    <a:cubicBezTo>
                      <a:pt x="109" y="25"/>
                      <a:pt x="124" y="13"/>
                      <a:pt x="13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57" name="Freeform 3049">
                <a:extLst>
                  <a:ext uri="{FF2B5EF4-FFF2-40B4-BE49-F238E27FC236}">
                    <a16:creationId xmlns:a16="http://schemas.microsoft.com/office/drawing/2014/main" id="{B751433D-F6E9-4B9A-B028-A5FE1483B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693"/>
                <a:ext cx="48" cy="15"/>
              </a:xfrm>
              <a:custGeom>
                <a:avLst/>
                <a:gdLst>
                  <a:gd name="T0" fmla="*/ 54 w 45"/>
                  <a:gd name="T1" fmla="*/ 2 h 13"/>
                  <a:gd name="T2" fmla="*/ 0 w 45"/>
                  <a:gd name="T3" fmla="*/ 2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45" y="2"/>
                    </a:moveTo>
                    <a:cubicBezTo>
                      <a:pt x="29" y="0"/>
                      <a:pt x="14" y="5"/>
                      <a:pt x="0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58" name="Freeform 3050">
                <a:extLst>
                  <a:ext uri="{FF2B5EF4-FFF2-40B4-BE49-F238E27FC236}">
                    <a16:creationId xmlns:a16="http://schemas.microsoft.com/office/drawing/2014/main" id="{8C094980-CC20-44E1-B6D4-0574AA9FE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645"/>
                <a:ext cx="123" cy="40"/>
              </a:xfrm>
              <a:custGeom>
                <a:avLst/>
                <a:gdLst>
                  <a:gd name="T0" fmla="*/ 0 w 117"/>
                  <a:gd name="T1" fmla="*/ 14 h 36"/>
                  <a:gd name="T2" fmla="*/ 50 w 117"/>
                  <a:gd name="T3" fmla="*/ 0 h 36"/>
                  <a:gd name="T4" fmla="*/ 87 w 117"/>
                  <a:gd name="T5" fmla="*/ 10 h 36"/>
                  <a:gd name="T6" fmla="*/ 136 w 117"/>
                  <a:gd name="T7" fmla="*/ 16 h 36"/>
                  <a:gd name="T8" fmla="*/ 55 w 117"/>
                  <a:gd name="T9" fmla="*/ 46 h 36"/>
                  <a:gd name="T10" fmla="*/ 0 w 117"/>
                  <a:gd name="T11" fmla="*/ 2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6">
                    <a:moveTo>
                      <a:pt x="0" y="11"/>
                    </a:moveTo>
                    <a:cubicBezTo>
                      <a:pt x="14" y="3"/>
                      <a:pt x="28" y="0"/>
                      <a:pt x="44" y="0"/>
                    </a:cubicBezTo>
                    <a:cubicBezTo>
                      <a:pt x="55" y="1"/>
                      <a:pt x="65" y="4"/>
                      <a:pt x="75" y="7"/>
                    </a:cubicBezTo>
                    <a:cubicBezTo>
                      <a:pt x="88" y="10"/>
                      <a:pt x="105" y="7"/>
                      <a:pt x="117" y="12"/>
                    </a:cubicBezTo>
                    <a:cubicBezTo>
                      <a:pt x="97" y="23"/>
                      <a:pt x="71" y="36"/>
                      <a:pt x="47" y="33"/>
                    </a:cubicBezTo>
                    <a:cubicBezTo>
                      <a:pt x="32" y="31"/>
                      <a:pt x="10" y="23"/>
                      <a:pt x="0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59" name="Freeform 3051">
                <a:extLst>
                  <a:ext uri="{FF2B5EF4-FFF2-40B4-BE49-F238E27FC236}">
                    <a16:creationId xmlns:a16="http://schemas.microsoft.com/office/drawing/2014/main" id="{41CE3EA5-E096-4FED-ADCA-09469DD70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681"/>
                <a:ext cx="128" cy="26"/>
              </a:xfrm>
              <a:custGeom>
                <a:avLst/>
                <a:gdLst>
                  <a:gd name="T0" fmla="*/ 0 w 121"/>
                  <a:gd name="T1" fmla="*/ 20 h 23"/>
                  <a:gd name="T2" fmla="*/ 26 w 121"/>
                  <a:gd name="T3" fmla="*/ 23 h 23"/>
                  <a:gd name="T4" fmla="*/ 48 w 121"/>
                  <a:gd name="T5" fmla="*/ 24 h 23"/>
                  <a:gd name="T6" fmla="*/ 83 w 121"/>
                  <a:gd name="T7" fmla="*/ 32 h 23"/>
                  <a:gd name="T8" fmla="*/ 143 w 12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23">
                    <a:moveTo>
                      <a:pt x="0" y="14"/>
                    </a:moveTo>
                    <a:cubicBezTo>
                      <a:pt x="6" y="17"/>
                      <a:pt x="16" y="15"/>
                      <a:pt x="23" y="16"/>
                    </a:cubicBezTo>
                    <a:cubicBezTo>
                      <a:pt x="29" y="17"/>
                      <a:pt x="35" y="17"/>
                      <a:pt x="41" y="17"/>
                    </a:cubicBezTo>
                    <a:cubicBezTo>
                      <a:pt x="51" y="18"/>
                      <a:pt x="60" y="22"/>
                      <a:pt x="70" y="22"/>
                    </a:cubicBezTo>
                    <a:cubicBezTo>
                      <a:pt x="88" y="23"/>
                      <a:pt x="106" y="8"/>
                      <a:pt x="12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0" name="Freeform 3052">
                <a:extLst>
                  <a:ext uri="{FF2B5EF4-FFF2-40B4-BE49-F238E27FC236}">
                    <a16:creationId xmlns:a16="http://schemas.microsoft.com/office/drawing/2014/main" id="{A6F5CF56-B9C1-41FF-A345-5E194D629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651"/>
                <a:ext cx="142" cy="57"/>
              </a:xfrm>
              <a:custGeom>
                <a:avLst/>
                <a:gdLst>
                  <a:gd name="T0" fmla="*/ 0 w 135"/>
                  <a:gd name="T1" fmla="*/ 40 h 50"/>
                  <a:gd name="T2" fmla="*/ 44 w 135"/>
                  <a:gd name="T3" fmla="*/ 62 h 50"/>
                  <a:gd name="T4" fmla="*/ 72 w 135"/>
                  <a:gd name="T5" fmla="*/ 73 h 50"/>
                  <a:gd name="T6" fmla="*/ 116 w 135"/>
                  <a:gd name="T7" fmla="*/ 57 h 50"/>
                  <a:gd name="T8" fmla="*/ 157 w 135"/>
                  <a:gd name="T9" fmla="*/ 22 h 50"/>
                  <a:gd name="T10" fmla="*/ 119 w 135"/>
                  <a:gd name="T11" fmla="*/ 21 h 50"/>
                  <a:gd name="T12" fmla="*/ 85 w 135"/>
                  <a:gd name="T13" fmla="*/ 13 h 50"/>
                  <a:gd name="T14" fmla="*/ 52 w 135"/>
                  <a:gd name="T15" fmla="*/ 1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50">
                    <a:moveTo>
                      <a:pt x="0" y="27"/>
                    </a:moveTo>
                    <a:cubicBezTo>
                      <a:pt x="13" y="30"/>
                      <a:pt x="26" y="35"/>
                      <a:pt x="38" y="41"/>
                    </a:cubicBezTo>
                    <a:cubicBezTo>
                      <a:pt x="47" y="45"/>
                      <a:pt x="53" y="49"/>
                      <a:pt x="62" y="49"/>
                    </a:cubicBezTo>
                    <a:cubicBezTo>
                      <a:pt x="75" y="50"/>
                      <a:pt x="89" y="45"/>
                      <a:pt x="100" y="39"/>
                    </a:cubicBezTo>
                    <a:cubicBezTo>
                      <a:pt x="110" y="33"/>
                      <a:pt x="129" y="26"/>
                      <a:pt x="135" y="15"/>
                    </a:cubicBezTo>
                    <a:cubicBezTo>
                      <a:pt x="124" y="12"/>
                      <a:pt x="112" y="14"/>
                      <a:pt x="102" y="14"/>
                    </a:cubicBezTo>
                    <a:cubicBezTo>
                      <a:pt x="92" y="13"/>
                      <a:pt x="82" y="11"/>
                      <a:pt x="73" y="9"/>
                    </a:cubicBezTo>
                    <a:cubicBezTo>
                      <a:pt x="65" y="7"/>
                      <a:pt x="52" y="0"/>
                      <a:pt x="45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1" name="Freeform 3053">
                <a:extLst>
                  <a:ext uri="{FF2B5EF4-FFF2-40B4-BE49-F238E27FC236}">
                    <a16:creationId xmlns:a16="http://schemas.microsoft.com/office/drawing/2014/main" id="{CC27BB93-9B50-48E1-911E-4671BE65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642"/>
                <a:ext cx="80" cy="21"/>
              </a:xfrm>
              <a:custGeom>
                <a:avLst/>
                <a:gdLst>
                  <a:gd name="T0" fmla="*/ 0 w 76"/>
                  <a:gd name="T1" fmla="*/ 29 h 18"/>
                  <a:gd name="T2" fmla="*/ 55 w 76"/>
                  <a:gd name="T3" fmla="*/ 13 h 18"/>
                  <a:gd name="T4" fmla="*/ 88 w 7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18">
                    <a:moveTo>
                      <a:pt x="0" y="18"/>
                    </a:moveTo>
                    <a:cubicBezTo>
                      <a:pt x="18" y="18"/>
                      <a:pt x="31" y="13"/>
                      <a:pt x="47" y="8"/>
                    </a:cubicBezTo>
                    <a:cubicBezTo>
                      <a:pt x="56" y="5"/>
                      <a:pt x="68" y="4"/>
                      <a:pt x="7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2" name="Freeform 3054">
                <a:extLst>
                  <a:ext uri="{FF2B5EF4-FFF2-40B4-BE49-F238E27FC236}">
                    <a16:creationId xmlns:a16="http://schemas.microsoft.com/office/drawing/2014/main" id="{7C8EA39A-A33F-411C-A2ED-80E15E3AF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660"/>
                <a:ext cx="125" cy="29"/>
              </a:xfrm>
              <a:custGeom>
                <a:avLst/>
                <a:gdLst>
                  <a:gd name="T0" fmla="*/ 0 w 118"/>
                  <a:gd name="T1" fmla="*/ 39 h 25"/>
                  <a:gd name="T2" fmla="*/ 71 w 118"/>
                  <a:gd name="T3" fmla="*/ 8 h 25"/>
                  <a:gd name="T4" fmla="*/ 113 w 118"/>
                  <a:gd name="T5" fmla="*/ 16 h 25"/>
                  <a:gd name="T6" fmla="*/ 140 w 118"/>
                  <a:gd name="T7" fmla="*/ 2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25">
                    <a:moveTo>
                      <a:pt x="0" y="25"/>
                    </a:moveTo>
                    <a:cubicBezTo>
                      <a:pt x="21" y="16"/>
                      <a:pt x="34" y="0"/>
                      <a:pt x="59" y="5"/>
                    </a:cubicBezTo>
                    <a:cubicBezTo>
                      <a:pt x="71" y="7"/>
                      <a:pt x="83" y="8"/>
                      <a:pt x="95" y="10"/>
                    </a:cubicBezTo>
                    <a:cubicBezTo>
                      <a:pt x="103" y="11"/>
                      <a:pt x="110" y="15"/>
                      <a:pt x="118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3" name="Freeform 3055">
                <a:extLst>
                  <a:ext uri="{FF2B5EF4-FFF2-40B4-BE49-F238E27FC236}">
                    <a16:creationId xmlns:a16="http://schemas.microsoft.com/office/drawing/2014/main" id="{9ADAC098-0C16-4B1D-9A65-CAE1419C7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680"/>
                <a:ext cx="130" cy="25"/>
              </a:xfrm>
              <a:custGeom>
                <a:avLst/>
                <a:gdLst>
                  <a:gd name="T0" fmla="*/ 145 w 123"/>
                  <a:gd name="T1" fmla="*/ 0 h 23"/>
                  <a:gd name="T2" fmla="*/ 86 w 123"/>
                  <a:gd name="T3" fmla="*/ 28 h 23"/>
                  <a:gd name="T4" fmla="*/ 59 w 123"/>
                  <a:gd name="T5" fmla="*/ 28 h 23"/>
                  <a:gd name="T6" fmla="*/ 26 w 123"/>
                  <a:gd name="T7" fmla="*/ 22 h 23"/>
                  <a:gd name="T8" fmla="*/ 0 w 123"/>
                  <a:gd name="T9" fmla="*/ 1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23">
                    <a:moveTo>
                      <a:pt x="123" y="0"/>
                    </a:moveTo>
                    <a:cubicBezTo>
                      <a:pt x="107" y="7"/>
                      <a:pt x="90" y="21"/>
                      <a:pt x="73" y="22"/>
                    </a:cubicBezTo>
                    <a:cubicBezTo>
                      <a:pt x="66" y="23"/>
                      <a:pt x="57" y="23"/>
                      <a:pt x="50" y="22"/>
                    </a:cubicBezTo>
                    <a:cubicBezTo>
                      <a:pt x="40" y="22"/>
                      <a:pt x="32" y="19"/>
                      <a:pt x="23" y="17"/>
                    </a:cubicBezTo>
                    <a:cubicBezTo>
                      <a:pt x="16" y="15"/>
                      <a:pt x="8" y="11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4" name="Freeform 3056">
                <a:extLst>
                  <a:ext uri="{FF2B5EF4-FFF2-40B4-BE49-F238E27FC236}">
                    <a16:creationId xmlns:a16="http://schemas.microsoft.com/office/drawing/2014/main" id="{7700A16E-DD3C-47F4-A47B-351B37F99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645"/>
                <a:ext cx="56" cy="23"/>
              </a:xfrm>
              <a:custGeom>
                <a:avLst/>
                <a:gdLst>
                  <a:gd name="T0" fmla="*/ 0 w 53"/>
                  <a:gd name="T1" fmla="*/ 27 h 21"/>
                  <a:gd name="T2" fmla="*/ 43 w 53"/>
                  <a:gd name="T3" fmla="*/ 9 h 21"/>
                  <a:gd name="T4" fmla="*/ 62 w 53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1">
                    <a:moveTo>
                      <a:pt x="0" y="21"/>
                    </a:moveTo>
                    <a:cubicBezTo>
                      <a:pt x="15" y="20"/>
                      <a:pt x="24" y="14"/>
                      <a:pt x="37" y="6"/>
                    </a:cubicBezTo>
                    <a:cubicBezTo>
                      <a:pt x="42" y="3"/>
                      <a:pt x="46" y="0"/>
                      <a:pt x="5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5" name="Freeform 3057">
                <a:extLst>
                  <a:ext uri="{FF2B5EF4-FFF2-40B4-BE49-F238E27FC236}">
                    <a16:creationId xmlns:a16="http://schemas.microsoft.com/office/drawing/2014/main" id="{DC2DD615-7EC8-4C1C-BA8A-0C0B96727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643"/>
                <a:ext cx="111" cy="20"/>
              </a:xfrm>
              <a:custGeom>
                <a:avLst/>
                <a:gdLst>
                  <a:gd name="T0" fmla="*/ 0 w 105"/>
                  <a:gd name="T1" fmla="*/ 11 h 17"/>
                  <a:gd name="T2" fmla="*/ 66 w 105"/>
                  <a:gd name="T3" fmla="*/ 8 h 17"/>
                  <a:gd name="T4" fmla="*/ 124 w 105"/>
                  <a:gd name="T5" fmla="*/ 2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17">
                    <a:moveTo>
                      <a:pt x="0" y="7"/>
                    </a:moveTo>
                    <a:cubicBezTo>
                      <a:pt x="20" y="1"/>
                      <a:pt x="36" y="0"/>
                      <a:pt x="56" y="5"/>
                    </a:cubicBezTo>
                    <a:cubicBezTo>
                      <a:pt x="72" y="8"/>
                      <a:pt x="88" y="17"/>
                      <a:pt x="105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6" name="Freeform 3058">
                <a:extLst>
                  <a:ext uri="{FF2B5EF4-FFF2-40B4-BE49-F238E27FC236}">
                    <a16:creationId xmlns:a16="http://schemas.microsoft.com/office/drawing/2014/main" id="{03A9AE42-9349-461F-B439-8701BB6B8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661"/>
                <a:ext cx="95" cy="19"/>
              </a:xfrm>
              <a:custGeom>
                <a:avLst/>
                <a:gdLst>
                  <a:gd name="T0" fmla="*/ 106 w 90"/>
                  <a:gd name="T1" fmla="*/ 1 h 16"/>
                  <a:gd name="T2" fmla="*/ 71 w 90"/>
                  <a:gd name="T3" fmla="*/ 15 h 16"/>
                  <a:gd name="T4" fmla="*/ 34 w 90"/>
                  <a:gd name="T5" fmla="*/ 25 h 16"/>
                  <a:gd name="T6" fmla="*/ 0 w 90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6">
                    <a:moveTo>
                      <a:pt x="90" y="1"/>
                    </a:moveTo>
                    <a:cubicBezTo>
                      <a:pt x="81" y="0"/>
                      <a:pt x="68" y="6"/>
                      <a:pt x="60" y="9"/>
                    </a:cubicBezTo>
                    <a:cubicBezTo>
                      <a:pt x="49" y="13"/>
                      <a:pt x="40" y="14"/>
                      <a:pt x="28" y="15"/>
                    </a:cubicBezTo>
                    <a:cubicBezTo>
                      <a:pt x="19" y="16"/>
                      <a:pt x="9" y="16"/>
                      <a:pt x="0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7" name="Freeform 3059">
                <a:extLst>
                  <a:ext uri="{FF2B5EF4-FFF2-40B4-BE49-F238E27FC236}">
                    <a16:creationId xmlns:a16="http://schemas.microsoft.com/office/drawing/2014/main" id="{338326EC-8451-40A1-A461-2EBAF4FCE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674"/>
                <a:ext cx="98" cy="31"/>
              </a:xfrm>
              <a:custGeom>
                <a:avLst/>
                <a:gdLst>
                  <a:gd name="T0" fmla="*/ 0 w 93"/>
                  <a:gd name="T1" fmla="*/ 0 h 28"/>
                  <a:gd name="T2" fmla="*/ 35 w 93"/>
                  <a:gd name="T3" fmla="*/ 9 h 28"/>
                  <a:gd name="T4" fmla="*/ 70 w 93"/>
                  <a:gd name="T5" fmla="*/ 24 h 28"/>
                  <a:gd name="T6" fmla="*/ 109 w 93"/>
                  <a:gd name="T7" fmla="*/ 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28">
                    <a:moveTo>
                      <a:pt x="0" y="0"/>
                    </a:moveTo>
                    <a:cubicBezTo>
                      <a:pt x="3" y="5"/>
                      <a:pt x="23" y="4"/>
                      <a:pt x="29" y="6"/>
                    </a:cubicBezTo>
                    <a:cubicBezTo>
                      <a:pt x="40" y="10"/>
                      <a:pt x="50" y="15"/>
                      <a:pt x="60" y="18"/>
                    </a:cubicBezTo>
                    <a:cubicBezTo>
                      <a:pt x="69" y="22"/>
                      <a:pt x="83" y="28"/>
                      <a:pt x="93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8" name="Freeform 3060">
                <a:extLst>
                  <a:ext uri="{FF2B5EF4-FFF2-40B4-BE49-F238E27FC236}">
                    <a16:creationId xmlns:a16="http://schemas.microsoft.com/office/drawing/2014/main" id="{1A6B99FA-9679-4B5E-AC4E-BFE62089C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645"/>
                <a:ext cx="69" cy="18"/>
              </a:xfrm>
              <a:custGeom>
                <a:avLst/>
                <a:gdLst>
                  <a:gd name="T0" fmla="*/ 0 w 65"/>
                  <a:gd name="T1" fmla="*/ 23 h 16"/>
                  <a:gd name="T2" fmla="*/ 77 w 6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6">
                    <a:moveTo>
                      <a:pt x="0" y="16"/>
                    </a:moveTo>
                    <a:cubicBezTo>
                      <a:pt x="23" y="12"/>
                      <a:pt x="42" y="0"/>
                      <a:pt x="6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9" name="Freeform 3061">
                <a:extLst>
                  <a:ext uri="{FF2B5EF4-FFF2-40B4-BE49-F238E27FC236}">
                    <a16:creationId xmlns:a16="http://schemas.microsoft.com/office/drawing/2014/main" id="{D4D0E140-A691-4D9F-9703-2DFDCA5CC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659"/>
                <a:ext cx="87" cy="24"/>
              </a:xfrm>
              <a:custGeom>
                <a:avLst/>
                <a:gdLst>
                  <a:gd name="T0" fmla="*/ 0 w 82"/>
                  <a:gd name="T1" fmla="*/ 1 h 21"/>
                  <a:gd name="T2" fmla="*/ 77 w 82"/>
                  <a:gd name="T3" fmla="*/ 27 h 21"/>
                  <a:gd name="T4" fmla="*/ 97 w 82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1">
                    <a:moveTo>
                      <a:pt x="0" y="1"/>
                    </a:moveTo>
                    <a:cubicBezTo>
                      <a:pt x="24" y="0"/>
                      <a:pt x="44" y="12"/>
                      <a:pt x="65" y="18"/>
                    </a:cubicBezTo>
                    <a:cubicBezTo>
                      <a:pt x="77" y="21"/>
                      <a:pt x="82" y="10"/>
                      <a:pt x="8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0" name="Freeform 3062">
                <a:extLst>
                  <a:ext uri="{FF2B5EF4-FFF2-40B4-BE49-F238E27FC236}">
                    <a16:creationId xmlns:a16="http://schemas.microsoft.com/office/drawing/2014/main" id="{9DA40EC2-838F-4314-9443-F666FDE3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681"/>
                <a:ext cx="76" cy="21"/>
              </a:xfrm>
              <a:custGeom>
                <a:avLst/>
                <a:gdLst>
                  <a:gd name="T0" fmla="*/ 84 w 72"/>
                  <a:gd name="T1" fmla="*/ 0 h 19"/>
                  <a:gd name="T2" fmla="*/ 84 w 72"/>
                  <a:gd name="T3" fmla="*/ 15 h 19"/>
                  <a:gd name="T4" fmla="*/ 36 w 72"/>
                  <a:gd name="T5" fmla="*/ 12 h 19"/>
                  <a:gd name="T6" fmla="*/ 0 w 72"/>
                  <a:gd name="T7" fmla="*/ 1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9">
                    <a:moveTo>
                      <a:pt x="72" y="0"/>
                    </a:moveTo>
                    <a:cubicBezTo>
                      <a:pt x="70" y="3"/>
                      <a:pt x="71" y="8"/>
                      <a:pt x="72" y="12"/>
                    </a:cubicBezTo>
                    <a:cubicBezTo>
                      <a:pt x="63" y="19"/>
                      <a:pt x="40" y="11"/>
                      <a:pt x="30" y="9"/>
                    </a:cubicBezTo>
                    <a:cubicBezTo>
                      <a:pt x="21" y="8"/>
                      <a:pt x="8" y="2"/>
                      <a:pt x="0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1" name="Freeform 3063">
                <a:extLst>
                  <a:ext uri="{FF2B5EF4-FFF2-40B4-BE49-F238E27FC236}">
                    <a16:creationId xmlns:a16="http://schemas.microsoft.com/office/drawing/2014/main" id="{C3EEDBB7-D050-49B2-82EA-F1ADDBF64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698"/>
                <a:ext cx="8" cy="20"/>
              </a:xfrm>
              <a:custGeom>
                <a:avLst/>
                <a:gdLst>
                  <a:gd name="T0" fmla="*/ 0 w 8"/>
                  <a:gd name="T1" fmla="*/ 0 h 18"/>
                  <a:gd name="T2" fmla="*/ 1 w 8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6" y="5"/>
                      <a:pt x="8" y="14"/>
                      <a:pt x="1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2" name="Freeform 3064">
                <a:extLst>
                  <a:ext uri="{FF2B5EF4-FFF2-40B4-BE49-F238E27FC236}">
                    <a16:creationId xmlns:a16="http://schemas.microsoft.com/office/drawing/2014/main" id="{CF80B949-B7B7-4262-B38C-9338F646B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670"/>
                <a:ext cx="58" cy="58"/>
              </a:xfrm>
              <a:custGeom>
                <a:avLst/>
                <a:gdLst>
                  <a:gd name="T0" fmla="*/ 16 w 55"/>
                  <a:gd name="T1" fmla="*/ 0 h 51"/>
                  <a:gd name="T2" fmla="*/ 45 w 55"/>
                  <a:gd name="T3" fmla="*/ 31 h 51"/>
                  <a:gd name="T4" fmla="*/ 59 w 55"/>
                  <a:gd name="T5" fmla="*/ 43 h 51"/>
                  <a:gd name="T6" fmla="*/ 49 w 55"/>
                  <a:gd name="T7" fmla="*/ 72 h 51"/>
                  <a:gd name="T8" fmla="*/ 16 w 55"/>
                  <a:gd name="T9" fmla="*/ 64 h 51"/>
                  <a:gd name="T10" fmla="*/ 0 w 55"/>
                  <a:gd name="T11" fmla="*/ 5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51">
                    <a:moveTo>
                      <a:pt x="13" y="0"/>
                    </a:moveTo>
                    <a:cubicBezTo>
                      <a:pt x="21" y="9"/>
                      <a:pt x="30" y="15"/>
                      <a:pt x="39" y="21"/>
                    </a:cubicBezTo>
                    <a:cubicBezTo>
                      <a:pt x="43" y="23"/>
                      <a:pt x="48" y="25"/>
                      <a:pt x="50" y="29"/>
                    </a:cubicBezTo>
                    <a:cubicBezTo>
                      <a:pt x="55" y="36"/>
                      <a:pt x="49" y="44"/>
                      <a:pt x="42" y="48"/>
                    </a:cubicBezTo>
                    <a:cubicBezTo>
                      <a:pt x="35" y="51"/>
                      <a:pt x="21" y="45"/>
                      <a:pt x="13" y="43"/>
                    </a:cubicBezTo>
                    <a:cubicBezTo>
                      <a:pt x="8" y="42"/>
                      <a:pt x="4" y="41"/>
                      <a:pt x="0" y="3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3" name="Freeform 3065">
                <a:extLst>
                  <a:ext uri="{FF2B5EF4-FFF2-40B4-BE49-F238E27FC236}">
                    <a16:creationId xmlns:a16="http://schemas.microsoft.com/office/drawing/2014/main" id="{4BA979B7-D478-4D8A-8C76-7BA0D982E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713"/>
                <a:ext cx="44" cy="23"/>
              </a:xfrm>
              <a:custGeom>
                <a:avLst/>
                <a:gdLst>
                  <a:gd name="T0" fmla="*/ 0 w 41"/>
                  <a:gd name="T1" fmla="*/ 0 h 20"/>
                  <a:gd name="T2" fmla="*/ 20 w 41"/>
                  <a:gd name="T3" fmla="*/ 20 h 20"/>
                  <a:gd name="T4" fmla="*/ 38 w 41"/>
                  <a:gd name="T5" fmla="*/ 30 h 20"/>
                  <a:gd name="T6" fmla="*/ 50 w 41"/>
                  <a:gd name="T7" fmla="*/ 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0">
                    <a:moveTo>
                      <a:pt x="0" y="0"/>
                    </a:moveTo>
                    <a:cubicBezTo>
                      <a:pt x="0" y="6"/>
                      <a:pt x="12" y="10"/>
                      <a:pt x="17" y="13"/>
                    </a:cubicBezTo>
                    <a:cubicBezTo>
                      <a:pt x="22" y="16"/>
                      <a:pt x="25" y="20"/>
                      <a:pt x="31" y="20"/>
                    </a:cubicBezTo>
                    <a:cubicBezTo>
                      <a:pt x="41" y="19"/>
                      <a:pt x="40" y="12"/>
                      <a:pt x="41" y="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4" name="Freeform 3066">
                <a:extLst>
                  <a:ext uri="{FF2B5EF4-FFF2-40B4-BE49-F238E27FC236}">
                    <a16:creationId xmlns:a16="http://schemas.microsoft.com/office/drawing/2014/main" id="{03D6A356-FDB0-42F7-B3DE-A53F3727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726"/>
                <a:ext cx="13" cy="37"/>
              </a:xfrm>
              <a:custGeom>
                <a:avLst/>
                <a:gdLst>
                  <a:gd name="T0" fmla="*/ 2 w 12"/>
                  <a:gd name="T1" fmla="*/ 0 h 33"/>
                  <a:gd name="T2" fmla="*/ 0 w 12"/>
                  <a:gd name="T3" fmla="*/ 4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3">
                    <a:moveTo>
                      <a:pt x="2" y="0"/>
                    </a:moveTo>
                    <a:cubicBezTo>
                      <a:pt x="10" y="9"/>
                      <a:pt x="12" y="27"/>
                      <a:pt x="0" y="3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5" name="Freeform 3067">
                <a:extLst>
                  <a:ext uri="{FF2B5EF4-FFF2-40B4-BE49-F238E27FC236}">
                    <a16:creationId xmlns:a16="http://schemas.microsoft.com/office/drawing/2014/main" id="{75EDF215-760A-4D74-AAD8-62E02C7A8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733"/>
                <a:ext cx="68" cy="62"/>
              </a:xfrm>
              <a:custGeom>
                <a:avLst/>
                <a:gdLst>
                  <a:gd name="T0" fmla="*/ 12 w 64"/>
                  <a:gd name="T1" fmla="*/ 27 h 55"/>
                  <a:gd name="T2" fmla="*/ 28 w 64"/>
                  <a:gd name="T3" fmla="*/ 59 h 55"/>
                  <a:gd name="T4" fmla="*/ 61 w 64"/>
                  <a:gd name="T5" fmla="*/ 63 h 55"/>
                  <a:gd name="T6" fmla="*/ 35 w 64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5">
                    <a:moveTo>
                      <a:pt x="9" y="19"/>
                    </a:moveTo>
                    <a:cubicBezTo>
                      <a:pt x="0" y="23"/>
                      <a:pt x="20" y="38"/>
                      <a:pt x="23" y="41"/>
                    </a:cubicBezTo>
                    <a:cubicBezTo>
                      <a:pt x="33" y="49"/>
                      <a:pt x="39" y="55"/>
                      <a:pt x="51" y="44"/>
                    </a:cubicBezTo>
                    <a:cubicBezTo>
                      <a:pt x="64" y="30"/>
                      <a:pt x="41" y="7"/>
                      <a:pt x="2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6" name="Freeform 3068">
                <a:extLst>
                  <a:ext uri="{FF2B5EF4-FFF2-40B4-BE49-F238E27FC236}">
                    <a16:creationId xmlns:a16="http://schemas.microsoft.com/office/drawing/2014/main" id="{6687F906-EE6B-4E5D-A07B-D5C6BC7F2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788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7" name="Freeform 3069">
                <a:extLst>
                  <a:ext uri="{FF2B5EF4-FFF2-40B4-BE49-F238E27FC236}">
                    <a16:creationId xmlns:a16="http://schemas.microsoft.com/office/drawing/2014/main" id="{DD744FAE-0CA0-41CE-A886-5055D15FA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765"/>
                <a:ext cx="21" cy="14"/>
              </a:xfrm>
              <a:custGeom>
                <a:avLst/>
                <a:gdLst>
                  <a:gd name="T0" fmla="*/ 0 w 20"/>
                  <a:gd name="T1" fmla="*/ 18 h 12"/>
                  <a:gd name="T2" fmla="*/ 23 w 20"/>
                  <a:gd name="T3" fmla="*/ 1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0" y="11"/>
                    </a:moveTo>
                    <a:cubicBezTo>
                      <a:pt x="6" y="12"/>
                      <a:pt x="16" y="0"/>
                      <a:pt x="20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8" name="Freeform 3070">
                <a:extLst>
                  <a:ext uri="{FF2B5EF4-FFF2-40B4-BE49-F238E27FC236}">
                    <a16:creationId xmlns:a16="http://schemas.microsoft.com/office/drawing/2014/main" id="{50D01CF5-531B-4C6B-B549-E8640953F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777"/>
                <a:ext cx="21" cy="67"/>
              </a:xfrm>
              <a:custGeom>
                <a:avLst/>
                <a:gdLst>
                  <a:gd name="T0" fmla="*/ 0 w 20"/>
                  <a:gd name="T1" fmla="*/ 0 h 60"/>
                  <a:gd name="T2" fmla="*/ 7 w 20"/>
                  <a:gd name="T3" fmla="*/ 26 h 60"/>
                  <a:gd name="T4" fmla="*/ 21 w 20"/>
                  <a:gd name="T5" fmla="*/ 55 h 60"/>
                  <a:gd name="T6" fmla="*/ 4 w 20"/>
                  <a:gd name="T7" fmla="*/ 84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1" y="7"/>
                      <a:pt x="4" y="13"/>
                      <a:pt x="7" y="19"/>
                    </a:cubicBezTo>
                    <a:cubicBezTo>
                      <a:pt x="10" y="25"/>
                      <a:pt x="18" y="32"/>
                      <a:pt x="18" y="39"/>
                    </a:cubicBezTo>
                    <a:cubicBezTo>
                      <a:pt x="20" y="52"/>
                      <a:pt x="11" y="55"/>
                      <a:pt x="4" y="6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9" name="Freeform 3071">
                <a:extLst>
                  <a:ext uri="{FF2B5EF4-FFF2-40B4-BE49-F238E27FC236}">
                    <a16:creationId xmlns:a16="http://schemas.microsoft.com/office/drawing/2014/main" id="{0600B61C-4630-469B-856B-0C5B50FE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819"/>
                <a:ext cx="33" cy="31"/>
              </a:xfrm>
              <a:custGeom>
                <a:avLst/>
                <a:gdLst>
                  <a:gd name="T0" fmla="*/ 0 w 31"/>
                  <a:gd name="T1" fmla="*/ 0 h 27"/>
                  <a:gd name="T2" fmla="*/ 37 w 31"/>
                  <a:gd name="T3" fmla="*/ 2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7">
                    <a:moveTo>
                      <a:pt x="0" y="0"/>
                    </a:moveTo>
                    <a:cubicBezTo>
                      <a:pt x="4" y="9"/>
                      <a:pt x="23" y="27"/>
                      <a:pt x="31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0" name="Freeform 3072">
                <a:extLst>
                  <a:ext uri="{FF2B5EF4-FFF2-40B4-BE49-F238E27FC236}">
                    <a16:creationId xmlns:a16="http://schemas.microsoft.com/office/drawing/2014/main" id="{99086AB0-8356-4A96-9C74-2F348102E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827"/>
                <a:ext cx="27" cy="72"/>
              </a:xfrm>
              <a:custGeom>
                <a:avLst/>
                <a:gdLst>
                  <a:gd name="T0" fmla="*/ 0 w 25"/>
                  <a:gd name="T1" fmla="*/ 0 h 64"/>
                  <a:gd name="T2" fmla="*/ 31 w 25"/>
                  <a:gd name="T3" fmla="*/ 60 h 64"/>
                  <a:gd name="T4" fmla="*/ 15 w 25"/>
                  <a:gd name="T5" fmla="*/ 9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4">
                    <a:moveTo>
                      <a:pt x="0" y="0"/>
                    </a:moveTo>
                    <a:cubicBezTo>
                      <a:pt x="2" y="16"/>
                      <a:pt x="25" y="24"/>
                      <a:pt x="25" y="42"/>
                    </a:cubicBezTo>
                    <a:cubicBezTo>
                      <a:pt x="25" y="51"/>
                      <a:pt x="19" y="59"/>
                      <a:pt x="12" y="6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1" name="Freeform 3073">
                <a:extLst>
                  <a:ext uri="{FF2B5EF4-FFF2-40B4-BE49-F238E27FC236}">
                    <a16:creationId xmlns:a16="http://schemas.microsoft.com/office/drawing/2014/main" id="{5718538D-22B3-4C5C-B2EB-7CA880FAD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2877"/>
                <a:ext cx="33" cy="42"/>
              </a:xfrm>
              <a:custGeom>
                <a:avLst/>
                <a:gdLst>
                  <a:gd name="T0" fmla="*/ 0 w 31"/>
                  <a:gd name="T1" fmla="*/ 0 h 37"/>
                  <a:gd name="T2" fmla="*/ 37 w 31"/>
                  <a:gd name="T3" fmla="*/ 4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7">
                    <a:moveTo>
                      <a:pt x="0" y="0"/>
                    </a:moveTo>
                    <a:cubicBezTo>
                      <a:pt x="5" y="10"/>
                      <a:pt x="15" y="37"/>
                      <a:pt x="31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2" name="Freeform 3074">
                <a:extLst>
                  <a:ext uri="{FF2B5EF4-FFF2-40B4-BE49-F238E27FC236}">
                    <a16:creationId xmlns:a16="http://schemas.microsoft.com/office/drawing/2014/main" id="{204203EF-FBD5-429E-B1FE-004FE0275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905"/>
                <a:ext cx="40" cy="61"/>
              </a:xfrm>
              <a:custGeom>
                <a:avLst/>
                <a:gdLst>
                  <a:gd name="T0" fmla="*/ 13 w 38"/>
                  <a:gd name="T1" fmla="*/ 0 h 54"/>
                  <a:gd name="T2" fmla="*/ 22 w 38"/>
                  <a:gd name="T3" fmla="*/ 69 h 54"/>
                  <a:gd name="T4" fmla="*/ 0 w 38"/>
                  <a:gd name="T5" fmla="*/ 58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4">
                    <a:moveTo>
                      <a:pt x="10" y="0"/>
                    </a:moveTo>
                    <a:cubicBezTo>
                      <a:pt x="13" y="11"/>
                      <a:pt x="38" y="38"/>
                      <a:pt x="19" y="48"/>
                    </a:cubicBezTo>
                    <a:cubicBezTo>
                      <a:pt x="9" y="54"/>
                      <a:pt x="4" y="48"/>
                      <a:pt x="0" y="4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3" name="Freeform 3075">
                <a:extLst>
                  <a:ext uri="{FF2B5EF4-FFF2-40B4-BE49-F238E27FC236}">
                    <a16:creationId xmlns:a16="http://schemas.microsoft.com/office/drawing/2014/main" id="{C5EB7165-4103-4ED7-A2B2-E9F86F45E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959"/>
                <a:ext cx="25" cy="59"/>
              </a:xfrm>
              <a:custGeom>
                <a:avLst/>
                <a:gdLst>
                  <a:gd name="T0" fmla="*/ 0 w 23"/>
                  <a:gd name="T1" fmla="*/ 0 h 52"/>
                  <a:gd name="T2" fmla="*/ 3 w 23"/>
                  <a:gd name="T3" fmla="*/ 53 h 52"/>
                  <a:gd name="T4" fmla="*/ 14 w 23"/>
                  <a:gd name="T5" fmla="*/ 74 h 52"/>
                  <a:gd name="T6" fmla="*/ 27 w 23"/>
                  <a:gd name="T7" fmla="*/ 5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52">
                    <a:moveTo>
                      <a:pt x="0" y="0"/>
                    </a:moveTo>
                    <a:cubicBezTo>
                      <a:pt x="1" y="12"/>
                      <a:pt x="2" y="24"/>
                      <a:pt x="3" y="36"/>
                    </a:cubicBezTo>
                    <a:cubicBezTo>
                      <a:pt x="4" y="41"/>
                      <a:pt x="5" y="49"/>
                      <a:pt x="11" y="50"/>
                    </a:cubicBezTo>
                    <a:cubicBezTo>
                      <a:pt x="17" y="52"/>
                      <a:pt x="23" y="45"/>
                      <a:pt x="21" y="3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4" name="Freeform 3076">
                <a:extLst>
                  <a:ext uri="{FF2B5EF4-FFF2-40B4-BE49-F238E27FC236}">
                    <a16:creationId xmlns:a16="http://schemas.microsoft.com/office/drawing/2014/main" id="{5D82BAA7-1B96-4F38-9405-F4AEB0473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009"/>
                <a:ext cx="27" cy="98"/>
              </a:xfrm>
              <a:custGeom>
                <a:avLst/>
                <a:gdLst>
                  <a:gd name="T0" fmla="*/ 16 w 26"/>
                  <a:gd name="T1" fmla="*/ 8 h 87"/>
                  <a:gd name="T2" fmla="*/ 1 w 26"/>
                  <a:gd name="T3" fmla="*/ 44 h 87"/>
                  <a:gd name="T4" fmla="*/ 6 w 26"/>
                  <a:gd name="T5" fmla="*/ 103 h 87"/>
                  <a:gd name="T6" fmla="*/ 23 w 26"/>
                  <a:gd name="T7" fmla="*/ 104 h 87"/>
                  <a:gd name="T8" fmla="*/ 29 w 26"/>
                  <a:gd name="T9" fmla="*/ 47 h 87"/>
                  <a:gd name="T10" fmla="*/ 18 w 26"/>
                  <a:gd name="T11" fmla="*/ 9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87">
                    <a:moveTo>
                      <a:pt x="13" y="5"/>
                    </a:moveTo>
                    <a:cubicBezTo>
                      <a:pt x="4" y="0"/>
                      <a:pt x="2" y="25"/>
                      <a:pt x="1" y="31"/>
                    </a:cubicBezTo>
                    <a:cubicBezTo>
                      <a:pt x="0" y="44"/>
                      <a:pt x="4" y="58"/>
                      <a:pt x="6" y="72"/>
                    </a:cubicBezTo>
                    <a:cubicBezTo>
                      <a:pt x="8" y="85"/>
                      <a:pt x="15" y="87"/>
                      <a:pt x="20" y="73"/>
                    </a:cubicBezTo>
                    <a:cubicBezTo>
                      <a:pt x="24" y="61"/>
                      <a:pt x="25" y="46"/>
                      <a:pt x="26" y="33"/>
                    </a:cubicBezTo>
                    <a:cubicBezTo>
                      <a:pt x="26" y="22"/>
                      <a:pt x="26" y="10"/>
                      <a:pt x="15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5" name="Freeform 3077">
                <a:extLst>
                  <a:ext uri="{FF2B5EF4-FFF2-40B4-BE49-F238E27FC236}">
                    <a16:creationId xmlns:a16="http://schemas.microsoft.com/office/drawing/2014/main" id="{D74BCC05-CBC1-4801-BDDB-71D34DE41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3091"/>
                <a:ext cx="20" cy="9"/>
              </a:xfrm>
              <a:custGeom>
                <a:avLst/>
                <a:gdLst>
                  <a:gd name="T0" fmla="*/ 0 w 19"/>
                  <a:gd name="T1" fmla="*/ 11 h 8"/>
                  <a:gd name="T2" fmla="*/ 22 w 19"/>
                  <a:gd name="T3" fmla="*/ 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0" y="8"/>
                    </a:moveTo>
                    <a:cubicBezTo>
                      <a:pt x="5" y="2"/>
                      <a:pt x="12" y="0"/>
                      <a:pt x="19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6" name="Freeform 3078">
                <a:extLst>
                  <a:ext uri="{FF2B5EF4-FFF2-40B4-BE49-F238E27FC236}">
                    <a16:creationId xmlns:a16="http://schemas.microsoft.com/office/drawing/2014/main" id="{F8D65FA9-C571-4062-8683-1A1AA01F5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3102"/>
                <a:ext cx="22" cy="77"/>
              </a:xfrm>
              <a:custGeom>
                <a:avLst/>
                <a:gdLst>
                  <a:gd name="T0" fmla="*/ 24 w 21"/>
                  <a:gd name="T1" fmla="*/ 0 h 68"/>
                  <a:gd name="T2" fmla="*/ 22 w 21"/>
                  <a:gd name="T3" fmla="*/ 61 h 68"/>
                  <a:gd name="T4" fmla="*/ 0 w 21"/>
                  <a:gd name="T5" fmla="*/ 99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8">
                    <a:moveTo>
                      <a:pt x="21" y="0"/>
                    </a:moveTo>
                    <a:cubicBezTo>
                      <a:pt x="15" y="11"/>
                      <a:pt x="19" y="30"/>
                      <a:pt x="19" y="42"/>
                    </a:cubicBezTo>
                    <a:cubicBezTo>
                      <a:pt x="19" y="57"/>
                      <a:pt x="15" y="65"/>
                      <a:pt x="0" y="6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7" name="Freeform 3079">
                <a:extLst>
                  <a:ext uri="{FF2B5EF4-FFF2-40B4-BE49-F238E27FC236}">
                    <a16:creationId xmlns:a16="http://schemas.microsoft.com/office/drawing/2014/main" id="{3E9A64E6-C394-4593-81F1-CE3C28244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3162"/>
                <a:ext cx="16" cy="39"/>
              </a:xfrm>
              <a:custGeom>
                <a:avLst/>
                <a:gdLst>
                  <a:gd name="T0" fmla="*/ 3 w 15"/>
                  <a:gd name="T1" fmla="*/ 0 h 34"/>
                  <a:gd name="T2" fmla="*/ 18 w 15"/>
                  <a:gd name="T3" fmla="*/ 47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3" y="0"/>
                    </a:moveTo>
                    <a:cubicBezTo>
                      <a:pt x="1" y="10"/>
                      <a:pt x="0" y="34"/>
                      <a:pt x="15" y="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8" name="Freeform 3080">
                <a:extLst>
                  <a:ext uri="{FF2B5EF4-FFF2-40B4-BE49-F238E27FC236}">
                    <a16:creationId xmlns:a16="http://schemas.microsoft.com/office/drawing/2014/main" id="{DDA007DC-35FE-41E9-A866-C0BAACC8C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3219"/>
                <a:ext cx="34" cy="23"/>
              </a:xfrm>
              <a:custGeom>
                <a:avLst/>
                <a:gdLst>
                  <a:gd name="T0" fmla="*/ 1 w 32"/>
                  <a:gd name="T1" fmla="*/ 0 h 21"/>
                  <a:gd name="T2" fmla="*/ 38 w 32"/>
                  <a:gd name="T3" fmla="*/ 2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1">
                    <a:moveTo>
                      <a:pt x="1" y="0"/>
                    </a:moveTo>
                    <a:cubicBezTo>
                      <a:pt x="0" y="7"/>
                      <a:pt x="29" y="21"/>
                      <a:pt x="32" y="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9" name="Freeform 3081">
                <a:extLst>
                  <a:ext uri="{FF2B5EF4-FFF2-40B4-BE49-F238E27FC236}">
                    <a16:creationId xmlns:a16="http://schemas.microsoft.com/office/drawing/2014/main" id="{8568373A-B51D-404A-92EF-A4DB7E1EB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3467"/>
                <a:ext cx="66" cy="45"/>
              </a:xfrm>
              <a:custGeom>
                <a:avLst/>
                <a:gdLst>
                  <a:gd name="T0" fmla="*/ 0 w 62"/>
                  <a:gd name="T1" fmla="*/ 52 h 40"/>
                  <a:gd name="T2" fmla="*/ 23 w 62"/>
                  <a:gd name="T3" fmla="*/ 53 h 40"/>
                  <a:gd name="T4" fmla="*/ 52 w 62"/>
                  <a:gd name="T5" fmla="*/ 56 h 40"/>
                  <a:gd name="T6" fmla="*/ 70 w 62"/>
                  <a:gd name="T7" fmla="*/ 36 h 40"/>
                  <a:gd name="T8" fmla="*/ 59 w 6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0">
                    <a:moveTo>
                      <a:pt x="0" y="36"/>
                    </a:moveTo>
                    <a:cubicBezTo>
                      <a:pt x="6" y="39"/>
                      <a:pt x="13" y="37"/>
                      <a:pt x="20" y="37"/>
                    </a:cubicBezTo>
                    <a:cubicBezTo>
                      <a:pt x="27" y="38"/>
                      <a:pt x="36" y="40"/>
                      <a:pt x="43" y="39"/>
                    </a:cubicBezTo>
                    <a:cubicBezTo>
                      <a:pt x="52" y="38"/>
                      <a:pt x="55" y="33"/>
                      <a:pt x="58" y="25"/>
                    </a:cubicBezTo>
                    <a:cubicBezTo>
                      <a:pt x="62" y="16"/>
                      <a:pt x="61" y="1"/>
                      <a:pt x="4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0" name="Freeform 3082">
                <a:extLst>
                  <a:ext uri="{FF2B5EF4-FFF2-40B4-BE49-F238E27FC236}">
                    <a16:creationId xmlns:a16="http://schemas.microsoft.com/office/drawing/2014/main" id="{8B8D0457-79F6-496E-84E0-1E1A33508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3477"/>
                <a:ext cx="59" cy="39"/>
              </a:xfrm>
              <a:custGeom>
                <a:avLst/>
                <a:gdLst>
                  <a:gd name="T0" fmla="*/ 0 w 56"/>
                  <a:gd name="T1" fmla="*/ 40 h 35"/>
                  <a:gd name="T2" fmla="*/ 65 w 56"/>
                  <a:gd name="T3" fmla="*/ 3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5">
                    <a:moveTo>
                      <a:pt x="0" y="29"/>
                    </a:moveTo>
                    <a:cubicBezTo>
                      <a:pt x="14" y="35"/>
                      <a:pt x="51" y="0"/>
                      <a:pt x="56" y="2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1" name="Freeform 3083">
                <a:extLst>
                  <a:ext uri="{FF2B5EF4-FFF2-40B4-BE49-F238E27FC236}">
                    <a16:creationId xmlns:a16="http://schemas.microsoft.com/office/drawing/2014/main" id="{E5A17326-1EC5-411B-AD56-9CF174E88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3453"/>
                <a:ext cx="65" cy="44"/>
              </a:xfrm>
              <a:custGeom>
                <a:avLst/>
                <a:gdLst>
                  <a:gd name="T0" fmla="*/ 30 w 62"/>
                  <a:gd name="T1" fmla="*/ 56 h 39"/>
                  <a:gd name="T2" fmla="*/ 68 w 62"/>
                  <a:gd name="T3" fmla="*/ 33 h 39"/>
                  <a:gd name="T4" fmla="*/ 63 w 62"/>
                  <a:gd name="T5" fmla="*/ 2 h 39"/>
                  <a:gd name="T6" fmla="*/ 24 w 62"/>
                  <a:gd name="T7" fmla="*/ 23 h 39"/>
                  <a:gd name="T8" fmla="*/ 0 w 62"/>
                  <a:gd name="T9" fmla="*/ 4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39">
                    <a:moveTo>
                      <a:pt x="27" y="39"/>
                    </a:moveTo>
                    <a:cubicBezTo>
                      <a:pt x="38" y="39"/>
                      <a:pt x="54" y="34"/>
                      <a:pt x="59" y="23"/>
                    </a:cubicBezTo>
                    <a:cubicBezTo>
                      <a:pt x="62" y="16"/>
                      <a:pt x="61" y="4"/>
                      <a:pt x="54" y="2"/>
                    </a:cubicBezTo>
                    <a:cubicBezTo>
                      <a:pt x="46" y="0"/>
                      <a:pt x="28" y="12"/>
                      <a:pt x="21" y="16"/>
                    </a:cubicBezTo>
                    <a:cubicBezTo>
                      <a:pt x="14" y="19"/>
                      <a:pt x="6" y="23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2" name="Freeform 3084">
                <a:extLst>
                  <a:ext uri="{FF2B5EF4-FFF2-40B4-BE49-F238E27FC236}">
                    <a16:creationId xmlns:a16="http://schemas.microsoft.com/office/drawing/2014/main" id="{4C21D99B-CBBE-4A22-AF6C-A7462FE15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3418"/>
                <a:ext cx="29" cy="43"/>
              </a:xfrm>
              <a:custGeom>
                <a:avLst/>
                <a:gdLst>
                  <a:gd name="T0" fmla="*/ 0 w 27"/>
                  <a:gd name="T1" fmla="*/ 49 h 38"/>
                  <a:gd name="T2" fmla="*/ 17 w 27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0" y="34"/>
                    </a:moveTo>
                    <a:cubicBezTo>
                      <a:pt x="19" y="38"/>
                      <a:pt x="27" y="10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3" name="Freeform 3085">
                <a:extLst>
                  <a:ext uri="{FF2B5EF4-FFF2-40B4-BE49-F238E27FC236}">
                    <a16:creationId xmlns:a16="http://schemas.microsoft.com/office/drawing/2014/main" id="{676362C0-4831-46E4-9BB7-81EBA7538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3413"/>
                <a:ext cx="57" cy="39"/>
              </a:xfrm>
              <a:custGeom>
                <a:avLst/>
                <a:gdLst>
                  <a:gd name="T0" fmla="*/ 0 w 54"/>
                  <a:gd name="T1" fmla="*/ 48 h 35"/>
                  <a:gd name="T2" fmla="*/ 49 w 54"/>
                  <a:gd name="T3" fmla="*/ 9 h 35"/>
                  <a:gd name="T4" fmla="*/ 57 w 54"/>
                  <a:gd name="T5" fmla="*/ 3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5">
                    <a:moveTo>
                      <a:pt x="0" y="35"/>
                    </a:moveTo>
                    <a:cubicBezTo>
                      <a:pt x="11" y="27"/>
                      <a:pt x="23" y="0"/>
                      <a:pt x="42" y="6"/>
                    </a:cubicBezTo>
                    <a:cubicBezTo>
                      <a:pt x="50" y="8"/>
                      <a:pt x="54" y="17"/>
                      <a:pt x="48" y="2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4" name="Freeform 3086">
                <a:extLst>
                  <a:ext uri="{FF2B5EF4-FFF2-40B4-BE49-F238E27FC236}">
                    <a16:creationId xmlns:a16="http://schemas.microsoft.com/office/drawing/2014/main" id="{9EB6A13F-F85C-4895-9106-AE8E80BCA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355"/>
                <a:ext cx="46" cy="67"/>
              </a:xfrm>
              <a:custGeom>
                <a:avLst/>
                <a:gdLst>
                  <a:gd name="T0" fmla="*/ 0 w 43"/>
                  <a:gd name="T1" fmla="*/ 86 h 59"/>
                  <a:gd name="T2" fmla="*/ 30 w 43"/>
                  <a:gd name="T3" fmla="*/ 0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9">
                    <a:moveTo>
                      <a:pt x="0" y="59"/>
                    </a:moveTo>
                    <a:cubicBezTo>
                      <a:pt x="0" y="47"/>
                      <a:pt x="43" y="7"/>
                      <a:pt x="2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5" name="Freeform 3087">
                <a:extLst>
                  <a:ext uri="{FF2B5EF4-FFF2-40B4-BE49-F238E27FC236}">
                    <a16:creationId xmlns:a16="http://schemas.microsoft.com/office/drawing/2014/main" id="{7F0E8170-297D-4DC5-ACEA-D0F2DCC34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3328"/>
                <a:ext cx="59" cy="96"/>
              </a:xfrm>
              <a:custGeom>
                <a:avLst/>
                <a:gdLst>
                  <a:gd name="T0" fmla="*/ 14 w 55"/>
                  <a:gd name="T1" fmla="*/ 49 h 85"/>
                  <a:gd name="T2" fmla="*/ 59 w 55"/>
                  <a:gd name="T3" fmla="*/ 11 h 85"/>
                  <a:gd name="T4" fmla="*/ 47 w 55"/>
                  <a:gd name="T5" fmla="*/ 52 h 85"/>
                  <a:gd name="T6" fmla="*/ 0 w 55"/>
                  <a:gd name="T7" fmla="*/ 122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85">
                    <a:moveTo>
                      <a:pt x="11" y="34"/>
                    </a:moveTo>
                    <a:cubicBezTo>
                      <a:pt x="13" y="31"/>
                      <a:pt x="36" y="0"/>
                      <a:pt x="48" y="8"/>
                    </a:cubicBezTo>
                    <a:cubicBezTo>
                      <a:pt x="55" y="14"/>
                      <a:pt x="41" y="32"/>
                      <a:pt x="38" y="36"/>
                    </a:cubicBezTo>
                    <a:cubicBezTo>
                      <a:pt x="28" y="51"/>
                      <a:pt x="14" y="77"/>
                      <a:pt x="0" y="8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6" name="Freeform 3088">
                <a:extLst>
                  <a:ext uri="{FF2B5EF4-FFF2-40B4-BE49-F238E27FC236}">
                    <a16:creationId xmlns:a16="http://schemas.microsoft.com/office/drawing/2014/main" id="{09B9BD7A-1CC4-4BE2-BC98-E672F1CA5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3328"/>
                <a:ext cx="18" cy="15"/>
              </a:xfrm>
              <a:custGeom>
                <a:avLst/>
                <a:gdLst>
                  <a:gd name="T0" fmla="*/ 0 w 17"/>
                  <a:gd name="T1" fmla="*/ 20 h 13"/>
                  <a:gd name="T2" fmla="*/ 20 w 17"/>
                  <a:gd name="T3" fmla="*/ 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4" y="7"/>
                      <a:pt x="9" y="0"/>
                      <a:pt x="17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7" name="Freeform 3089">
                <a:extLst>
                  <a:ext uri="{FF2B5EF4-FFF2-40B4-BE49-F238E27FC236}">
                    <a16:creationId xmlns:a16="http://schemas.microsoft.com/office/drawing/2014/main" id="{EA5645BE-56A7-46E1-BFF2-E6B868356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275"/>
                <a:ext cx="25" cy="61"/>
              </a:xfrm>
              <a:custGeom>
                <a:avLst/>
                <a:gdLst>
                  <a:gd name="T0" fmla="*/ 0 w 24"/>
                  <a:gd name="T1" fmla="*/ 78 h 54"/>
                  <a:gd name="T2" fmla="*/ 10 w 24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4">
                    <a:moveTo>
                      <a:pt x="0" y="54"/>
                    </a:moveTo>
                    <a:cubicBezTo>
                      <a:pt x="6" y="39"/>
                      <a:pt x="24" y="13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8" name="Freeform 3090">
                <a:extLst>
                  <a:ext uri="{FF2B5EF4-FFF2-40B4-BE49-F238E27FC236}">
                    <a16:creationId xmlns:a16="http://schemas.microsoft.com/office/drawing/2014/main" id="{018C66EC-CB1D-4CB1-9C44-05CED128B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3214"/>
                <a:ext cx="48" cy="114"/>
              </a:xfrm>
              <a:custGeom>
                <a:avLst/>
                <a:gdLst>
                  <a:gd name="T0" fmla="*/ 0 w 45"/>
                  <a:gd name="T1" fmla="*/ 87 h 101"/>
                  <a:gd name="T2" fmla="*/ 35 w 45"/>
                  <a:gd name="T3" fmla="*/ 34 h 101"/>
                  <a:gd name="T4" fmla="*/ 7 w 45"/>
                  <a:gd name="T5" fmla="*/ 146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1">
                    <a:moveTo>
                      <a:pt x="0" y="60"/>
                    </a:moveTo>
                    <a:cubicBezTo>
                      <a:pt x="1" y="50"/>
                      <a:pt x="12" y="0"/>
                      <a:pt x="29" y="24"/>
                    </a:cubicBezTo>
                    <a:cubicBezTo>
                      <a:pt x="45" y="47"/>
                      <a:pt x="17" y="81"/>
                      <a:pt x="7" y="10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9" name="Freeform 3091">
                <a:extLst>
                  <a:ext uri="{FF2B5EF4-FFF2-40B4-BE49-F238E27FC236}">
                    <a16:creationId xmlns:a16="http://schemas.microsoft.com/office/drawing/2014/main" id="{6F78C094-ED77-47D5-A199-F6F04985C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3486"/>
                <a:ext cx="106" cy="49"/>
              </a:xfrm>
              <a:custGeom>
                <a:avLst/>
                <a:gdLst>
                  <a:gd name="T0" fmla="*/ 0 w 100"/>
                  <a:gd name="T1" fmla="*/ 13 h 44"/>
                  <a:gd name="T2" fmla="*/ 69 w 100"/>
                  <a:gd name="T3" fmla="*/ 2 h 44"/>
                  <a:gd name="T4" fmla="*/ 119 w 100"/>
                  <a:gd name="T5" fmla="*/ 26 h 44"/>
                  <a:gd name="T6" fmla="*/ 56 w 100"/>
                  <a:gd name="T7" fmla="*/ 6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44">
                    <a:moveTo>
                      <a:pt x="0" y="10"/>
                    </a:moveTo>
                    <a:cubicBezTo>
                      <a:pt x="17" y="3"/>
                      <a:pt x="40" y="0"/>
                      <a:pt x="58" y="2"/>
                    </a:cubicBezTo>
                    <a:cubicBezTo>
                      <a:pt x="74" y="5"/>
                      <a:pt x="86" y="13"/>
                      <a:pt x="100" y="19"/>
                    </a:cubicBezTo>
                    <a:cubicBezTo>
                      <a:pt x="81" y="22"/>
                      <a:pt x="65" y="43"/>
                      <a:pt x="47" y="4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0" name="Freeform 3092">
                <a:extLst>
                  <a:ext uri="{FF2B5EF4-FFF2-40B4-BE49-F238E27FC236}">
                    <a16:creationId xmlns:a16="http://schemas.microsoft.com/office/drawing/2014/main" id="{A3AF0689-619B-4EB0-9539-F55099CF9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470"/>
                <a:ext cx="72" cy="29"/>
              </a:xfrm>
              <a:custGeom>
                <a:avLst/>
                <a:gdLst>
                  <a:gd name="T0" fmla="*/ 0 w 68"/>
                  <a:gd name="T1" fmla="*/ 26 h 26"/>
                  <a:gd name="T2" fmla="*/ 57 w 68"/>
                  <a:gd name="T3" fmla="*/ 25 h 26"/>
                  <a:gd name="T4" fmla="*/ 80 w 6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6">
                    <a:moveTo>
                      <a:pt x="0" y="19"/>
                    </a:moveTo>
                    <a:cubicBezTo>
                      <a:pt x="12" y="26"/>
                      <a:pt x="36" y="26"/>
                      <a:pt x="48" y="18"/>
                    </a:cubicBezTo>
                    <a:cubicBezTo>
                      <a:pt x="55" y="13"/>
                      <a:pt x="62" y="6"/>
                      <a:pt x="6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1" name="Freeform 3093">
                <a:extLst>
                  <a:ext uri="{FF2B5EF4-FFF2-40B4-BE49-F238E27FC236}">
                    <a16:creationId xmlns:a16="http://schemas.microsoft.com/office/drawing/2014/main" id="{E7DA9039-0812-4820-B751-1B5B8E40F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472"/>
                <a:ext cx="29" cy="15"/>
              </a:xfrm>
              <a:custGeom>
                <a:avLst/>
                <a:gdLst>
                  <a:gd name="T0" fmla="*/ 31 w 28"/>
                  <a:gd name="T1" fmla="*/ 20 h 13"/>
                  <a:gd name="T2" fmla="*/ 9 w 28"/>
                  <a:gd name="T3" fmla="*/ 10 h 13"/>
                  <a:gd name="T4" fmla="*/ 0 w 2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3">
                    <a:moveTo>
                      <a:pt x="28" y="13"/>
                    </a:moveTo>
                    <a:cubicBezTo>
                      <a:pt x="22" y="10"/>
                      <a:pt x="15" y="10"/>
                      <a:pt x="9" y="7"/>
                    </a:cubicBezTo>
                    <a:cubicBezTo>
                      <a:pt x="6" y="5"/>
                      <a:pt x="2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2" name="Freeform 3094">
                <a:extLst>
                  <a:ext uri="{FF2B5EF4-FFF2-40B4-BE49-F238E27FC236}">
                    <a16:creationId xmlns:a16="http://schemas.microsoft.com/office/drawing/2014/main" id="{0302F25A-6858-4D69-8139-C3862C20E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479"/>
                <a:ext cx="109" cy="37"/>
              </a:xfrm>
              <a:custGeom>
                <a:avLst/>
                <a:gdLst>
                  <a:gd name="T0" fmla="*/ 15 w 103"/>
                  <a:gd name="T1" fmla="*/ 19 h 33"/>
                  <a:gd name="T2" fmla="*/ 70 w 103"/>
                  <a:gd name="T3" fmla="*/ 2 h 33"/>
                  <a:gd name="T4" fmla="*/ 122 w 103"/>
                  <a:gd name="T5" fmla="*/ 15 h 33"/>
                  <a:gd name="T6" fmla="*/ 77 w 103"/>
                  <a:gd name="T7" fmla="*/ 34 h 33"/>
                  <a:gd name="T8" fmla="*/ 36 w 103"/>
                  <a:gd name="T9" fmla="*/ 45 h 33"/>
                  <a:gd name="T10" fmla="*/ 0 w 103"/>
                  <a:gd name="T11" fmla="*/ 3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33">
                    <a:moveTo>
                      <a:pt x="12" y="13"/>
                    </a:moveTo>
                    <a:cubicBezTo>
                      <a:pt x="28" y="12"/>
                      <a:pt x="43" y="3"/>
                      <a:pt x="59" y="2"/>
                    </a:cubicBezTo>
                    <a:cubicBezTo>
                      <a:pt x="72" y="0"/>
                      <a:pt x="91" y="5"/>
                      <a:pt x="103" y="11"/>
                    </a:cubicBezTo>
                    <a:cubicBezTo>
                      <a:pt x="92" y="10"/>
                      <a:pt x="76" y="21"/>
                      <a:pt x="65" y="24"/>
                    </a:cubicBezTo>
                    <a:cubicBezTo>
                      <a:pt x="54" y="28"/>
                      <a:pt x="42" y="32"/>
                      <a:pt x="30" y="32"/>
                    </a:cubicBezTo>
                    <a:cubicBezTo>
                      <a:pt x="18" y="33"/>
                      <a:pt x="10" y="30"/>
                      <a:pt x="0" y="2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3" name="Freeform 3095">
                <a:extLst>
                  <a:ext uri="{FF2B5EF4-FFF2-40B4-BE49-F238E27FC236}">
                    <a16:creationId xmlns:a16="http://schemas.microsoft.com/office/drawing/2014/main" id="{6669722D-4740-4E81-BFAE-73D7E6B19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514"/>
                <a:ext cx="75" cy="21"/>
              </a:xfrm>
              <a:custGeom>
                <a:avLst/>
                <a:gdLst>
                  <a:gd name="T0" fmla="*/ 0 w 71"/>
                  <a:gd name="T1" fmla="*/ 0 h 19"/>
                  <a:gd name="T2" fmla="*/ 61 w 71"/>
                  <a:gd name="T3" fmla="*/ 19 h 19"/>
                  <a:gd name="T4" fmla="*/ 83 w 71"/>
                  <a:gd name="T5" fmla="*/ 2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9">
                    <a:moveTo>
                      <a:pt x="0" y="0"/>
                    </a:moveTo>
                    <a:cubicBezTo>
                      <a:pt x="19" y="0"/>
                      <a:pt x="35" y="8"/>
                      <a:pt x="52" y="14"/>
                    </a:cubicBezTo>
                    <a:cubicBezTo>
                      <a:pt x="58" y="16"/>
                      <a:pt x="65" y="17"/>
                      <a:pt x="71" y="1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4" name="Freeform 3096">
                <a:extLst>
                  <a:ext uri="{FF2B5EF4-FFF2-40B4-BE49-F238E27FC236}">
                    <a16:creationId xmlns:a16="http://schemas.microsoft.com/office/drawing/2014/main" id="{E7F021BD-4E37-4E63-B0C6-4F5423735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487"/>
                <a:ext cx="89" cy="51"/>
              </a:xfrm>
              <a:custGeom>
                <a:avLst/>
                <a:gdLst>
                  <a:gd name="T0" fmla="*/ 0 w 85"/>
                  <a:gd name="T1" fmla="*/ 2 h 45"/>
                  <a:gd name="T2" fmla="*/ 41 w 85"/>
                  <a:gd name="T3" fmla="*/ 3 h 45"/>
                  <a:gd name="T4" fmla="*/ 97 w 85"/>
                  <a:gd name="T5" fmla="*/ 8 h 45"/>
                  <a:gd name="T6" fmla="*/ 65 w 85"/>
                  <a:gd name="T7" fmla="*/ 46 h 45"/>
                  <a:gd name="T8" fmla="*/ 48 w 85"/>
                  <a:gd name="T9" fmla="*/ 66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45">
                    <a:moveTo>
                      <a:pt x="0" y="2"/>
                    </a:moveTo>
                    <a:cubicBezTo>
                      <a:pt x="5" y="11"/>
                      <a:pt x="27" y="5"/>
                      <a:pt x="35" y="3"/>
                    </a:cubicBezTo>
                    <a:cubicBezTo>
                      <a:pt x="54" y="0"/>
                      <a:pt x="68" y="0"/>
                      <a:pt x="85" y="5"/>
                    </a:cubicBezTo>
                    <a:cubicBezTo>
                      <a:pt x="73" y="12"/>
                      <a:pt x="66" y="22"/>
                      <a:pt x="56" y="32"/>
                    </a:cubicBezTo>
                    <a:cubicBezTo>
                      <a:pt x="52" y="37"/>
                      <a:pt x="48" y="43"/>
                      <a:pt x="42" y="4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5" name="Freeform 3097">
                <a:extLst>
                  <a:ext uri="{FF2B5EF4-FFF2-40B4-BE49-F238E27FC236}">
                    <a16:creationId xmlns:a16="http://schemas.microsoft.com/office/drawing/2014/main" id="{A34EAC00-4E06-4C52-AC82-E8C0A234C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470"/>
                <a:ext cx="49" cy="25"/>
              </a:xfrm>
              <a:custGeom>
                <a:avLst/>
                <a:gdLst>
                  <a:gd name="T0" fmla="*/ 0 w 46"/>
                  <a:gd name="T1" fmla="*/ 32 h 22"/>
                  <a:gd name="T2" fmla="*/ 55 w 4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2">
                    <a:moveTo>
                      <a:pt x="0" y="22"/>
                    </a:moveTo>
                    <a:cubicBezTo>
                      <a:pt x="17" y="19"/>
                      <a:pt x="30" y="6"/>
                      <a:pt x="4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6" name="Freeform 3098">
                <a:extLst>
                  <a:ext uri="{FF2B5EF4-FFF2-40B4-BE49-F238E27FC236}">
                    <a16:creationId xmlns:a16="http://schemas.microsoft.com/office/drawing/2014/main" id="{13D7FCCE-1E8D-4C27-8783-87404F3DD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3469"/>
                <a:ext cx="135" cy="33"/>
              </a:xfrm>
              <a:custGeom>
                <a:avLst/>
                <a:gdLst>
                  <a:gd name="T0" fmla="*/ 0 w 127"/>
                  <a:gd name="T1" fmla="*/ 2 h 29"/>
                  <a:gd name="T2" fmla="*/ 66 w 127"/>
                  <a:gd name="T3" fmla="*/ 34 h 29"/>
                  <a:gd name="T4" fmla="*/ 101 w 127"/>
                  <a:gd name="T5" fmla="*/ 40 h 29"/>
                  <a:gd name="T6" fmla="*/ 132 w 127"/>
                  <a:gd name="T7" fmla="*/ 18 h 29"/>
                  <a:gd name="T8" fmla="*/ 153 w 12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29">
                    <a:moveTo>
                      <a:pt x="0" y="2"/>
                    </a:moveTo>
                    <a:cubicBezTo>
                      <a:pt x="18" y="10"/>
                      <a:pt x="36" y="17"/>
                      <a:pt x="55" y="23"/>
                    </a:cubicBezTo>
                    <a:cubicBezTo>
                      <a:pt x="64" y="26"/>
                      <a:pt x="75" y="29"/>
                      <a:pt x="84" y="27"/>
                    </a:cubicBezTo>
                    <a:cubicBezTo>
                      <a:pt x="94" y="25"/>
                      <a:pt x="102" y="17"/>
                      <a:pt x="110" y="12"/>
                    </a:cubicBezTo>
                    <a:cubicBezTo>
                      <a:pt x="116" y="8"/>
                      <a:pt x="122" y="5"/>
                      <a:pt x="12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7" name="Freeform 3099">
                <a:extLst>
                  <a:ext uri="{FF2B5EF4-FFF2-40B4-BE49-F238E27FC236}">
                    <a16:creationId xmlns:a16="http://schemas.microsoft.com/office/drawing/2014/main" id="{C7A37E6B-F752-4DFC-92AB-6C45BD7BC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3486"/>
                <a:ext cx="40" cy="7"/>
              </a:xfrm>
              <a:custGeom>
                <a:avLst/>
                <a:gdLst>
                  <a:gd name="T0" fmla="*/ 0 w 37"/>
                  <a:gd name="T1" fmla="*/ 9 h 6"/>
                  <a:gd name="T2" fmla="*/ 29 w 37"/>
                  <a:gd name="T3" fmla="*/ 6 h 6"/>
                  <a:gd name="T4" fmla="*/ 46 w 37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6">
                    <a:moveTo>
                      <a:pt x="0" y="6"/>
                    </a:moveTo>
                    <a:cubicBezTo>
                      <a:pt x="9" y="6"/>
                      <a:pt x="15" y="5"/>
                      <a:pt x="23" y="3"/>
                    </a:cubicBezTo>
                    <a:cubicBezTo>
                      <a:pt x="28" y="2"/>
                      <a:pt x="32" y="0"/>
                      <a:pt x="37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8" name="Freeform 3100">
                <a:extLst>
                  <a:ext uri="{FF2B5EF4-FFF2-40B4-BE49-F238E27FC236}">
                    <a16:creationId xmlns:a16="http://schemas.microsoft.com/office/drawing/2014/main" id="{14B127A9-C7F6-43C4-BA5D-B46B60A03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501"/>
                <a:ext cx="103" cy="28"/>
              </a:xfrm>
              <a:custGeom>
                <a:avLst/>
                <a:gdLst>
                  <a:gd name="T0" fmla="*/ 0 w 97"/>
                  <a:gd name="T1" fmla="*/ 10 h 25"/>
                  <a:gd name="T2" fmla="*/ 79 w 97"/>
                  <a:gd name="T3" fmla="*/ 30 h 25"/>
                  <a:gd name="T4" fmla="*/ 116 w 9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25">
                    <a:moveTo>
                      <a:pt x="0" y="7"/>
                    </a:moveTo>
                    <a:cubicBezTo>
                      <a:pt x="21" y="10"/>
                      <a:pt x="46" y="25"/>
                      <a:pt x="66" y="21"/>
                    </a:cubicBezTo>
                    <a:cubicBezTo>
                      <a:pt x="76" y="19"/>
                      <a:pt x="88" y="5"/>
                      <a:pt x="9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9" name="Freeform 3101">
                <a:extLst>
                  <a:ext uri="{FF2B5EF4-FFF2-40B4-BE49-F238E27FC236}">
                    <a16:creationId xmlns:a16="http://schemas.microsoft.com/office/drawing/2014/main" id="{669D5CA2-A1F2-4E64-870E-3A23B3024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3516"/>
                <a:ext cx="115" cy="19"/>
              </a:xfrm>
              <a:custGeom>
                <a:avLst/>
                <a:gdLst>
                  <a:gd name="T0" fmla="*/ 0 w 109"/>
                  <a:gd name="T1" fmla="*/ 8 h 17"/>
                  <a:gd name="T2" fmla="*/ 49 w 109"/>
                  <a:gd name="T3" fmla="*/ 2 h 17"/>
                  <a:gd name="T4" fmla="*/ 89 w 109"/>
                  <a:gd name="T5" fmla="*/ 3 h 17"/>
                  <a:gd name="T6" fmla="*/ 128 w 109"/>
                  <a:gd name="T7" fmla="*/ 2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7">
                    <a:moveTo>
                      <a:pt x="0" y="5"/>
                    </a:moveTo>
                    <a:cubicBezTo>
                      <a:pt x="14" y="9"/>
                      <a:pt x="28" y="4"/>
                      <a:pt x="42" y="2"/>
                    </a:cubicBezTo>
                    <a:cubicBezTo>
                      <a:pt x="55" y="0"/>
                      <a:pt x="64" y="0"/>
                      <a:pt x="76" y="3"/>
                    </a:cubicBezTo>
                    <a:cubicBezTo>
                      <a:pt x="87" y="6"/>
                      <a:pt x="98" y="15"/>
                      <a:pt x="109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0" name="Freeform 3102">
                <a:extLst>
                  <a:ext uri="{FF2B5EF4-FFF2-40B4-BE49-F238E27FC236}">
                    <a16:creationId xmlns:a16="http://schemas.microsoft.com/office/drawing/2014/main" id="{29FE7A56-1362-4D55-A0DC-6AA881E25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3475"/>
                <a:ext cx="100" cy="47"/>
              </a:xfrm>
              <a:custGeom>
                <a:avLst/>
                <a:gdLst>
                  <a:gd name="T0" fmla="*/ 0 w 95"/>
                  <a:gd name="T1" fmla="*/ 11 h 42"/>
                  <a:gd name="T2" fmla="*/ 57 w 95"/>
                  <a:gd name="T3" fmla="*/ 20 h 42"/>
                  <a:gd name="T4" fmla="*/ 111 w 95"/>
                  <a:gd name="T5" fmla="*/ 28 h 42"/>
                  <a:gd name="T6" fmla="*/ 48 w 95"/>
                  <a:gd name="T7" fmla="*/ 51 h 42"/>
                  <a:gd name="T8" fmla="*/ 25 w 95"/>
                  <a:gd name="T9" fmla="*/ 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42">
                    <a:moveTo>
                      <a:pt x="0" y="8"/>
                    </a:moveTo>
                    <a:cubicBezTo>
                      <a:pt x="12" y="0"/>
                      <a:pt x="37" y="11"/>
                      <a:pt x="48" y="14"/>
                    </a:cubicBezTo>
                    <a:cubicBezTo>
                      <a:pt x="63" y="17"/>
                      <a:pt x="79" y="17"/>
                      <a:pt x="95" y="20"/>
                    </a:cubicBezTo>
                    <a:cubicBezTo>
                      <a:pt x="77" y="21"/>
                      <a:pt x="59" y="31"/>
                      <a:pt x="42" y="37"/>
                    </a:cubicBezTo>
                    <a:cubicBezTo>
                      <a:pt x="36" y="39"/>
                      <a:pt x="27" y="38"/>
                      <a:pt x="22" y="4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1" name="Freeform 3103">
                <a:extLst>
                  <a:ext uri="{FF2B5EF4-FFF2-40B4-BE49-F238E27FC236}">
                    <a16:creationId xmlns:a16="http://schemas.microsoft.com/office/drawing/2014/main" id="{F0A5DB9B-DC3B-4336-8796-D936170BC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3471"/>
                <a:ext cx="51" cy="24"/>
              </a:xfrm>
              <a:custGeom>
                <a:avLst/>
                <a:gdLst>
                  <a:gd name="T0" fmla="*/ 0 w 48"/>
                  <a:gd name="T1" fmla="*/ 29 h 21"/>
                  <a:gd name="T2" fmla="*/ 57 w 4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1">
                    <a:moveTo>
                      <a:pt x="0" y="19"/>
                    </a:moveTo>
                    <a:cubicBezTo>
                      <a:pt x="18" y="21"/>
                      <a:pt x="33" y="8"/>
                      <a:pt x="4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2" name="Freeform 3104">
                <a:extLst>
                  <a:ext uri="{FF2B5EF4-FFF2-40B4-BE49-F238E27FC236}">
                    <a16:creationId xmlns:a16="http://schemas.microsoft.com/office/drawing/2014/main" id="{B0BB39D3-8097-4204-8AE9-AC619806D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3502"/>
                <a:ext cx="138" cy="33"/>
              </a:xfrm>
              <a:custGeom>
                <a:avLst/>
                <a:gdLst>
                  <a:gd name="T0" fmla="*/ 0 w 131"/>
                  <a:gd name="T1" fmla="*/ 3 h 30"/>
                  <a:gd name="T2" fmla="*/ 33 w 131"/>
                  <a:gd name="T3" fmla="*/ 0 h 30"/>
                  <a:gd name="T4" fmla="*/ 80 w 131"/>
                  <a:gd name="T5" fmla="*/ 12 h 30"/>
                  <a:gd name="T6" fmla="*/ 123 w 131"/>
                  <a:gd name="T7" fmla="*/ 31 h 30"/>
                  <a:gd name="T8" fmla="*/ 139 w 131"/>
                  <a:gd name="T9" fmla="*/ 34 h 30"/>
                  <a:gd name="T10" fmla="*/ 153 w 131"/>
                  <a:gd name="T11" fmla="*/ 4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30">
                    <a:moveTo>
                      <a:pt x="0" y="3"/>
                    </a:moveTo>
                    <a:cubicBezTo>
                      <a:pt x="9" y="3"/>
                      <a:pt x="19" y="0"/>
                      <a:pt x="28" y="0"/>
                    </a:cubicBezTo>
                    <a:cubicBezTo>
                      <a:pt x="43" y="0"/>
                      <a:pt x="55" y="4"/>
                      <a:pt x="68" y="9"/>
                    </a:cubicBezTo>
                    <a:cubicBezTo>
                      <a:pt x="80" y="14"/>
                      <a:pt x="92" y="21"/>
                      <a:pt x="105" y="23"/>
                    </a:cubicBezTo>
                    <a:cubicBezTo>
                      <a:pt x="109" y="24"/>
                      <a:pt x="115" y="23"/>
                      <a:pt x="119" y="25"/>
                    </a:cubicBezTo>
                    <a:cubicBezTo>
                      <a:pt x="123" y="26"/>
                      <a:pt x="127" y="29"/>
                      <a:pt x="131" y="3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3" name="Freeform 3105">
                <a:extLst>
                  <a:ext uri="{FF2B5EF4-FFF2-40B4-BE49-F238E27FC236}">
                    <a16:creationId xmlns:a16="http://schemas.microsoft.com/office/drawing/2014/main" id="{5D320C18-664D-471E-B91E-35A15EF91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3472"/>
                <a:ext cx="81" cy="50"/>
              </a:xfrm>
              <a:custGeom>
                <a:avLst/>
                <a:gdLst>
                  <a:gd name="T0" fmla="*/ 0 w 77"/>
                  <a:gd name="T1" fmla="*/ 53 h 44"/>
                  <a:gd name="T2" fmla="*/ 68 w 77"/>
                  <a:gd name="T3" fmla="*/ 15 h 44"/>
                  <a:gd name="T4" fmla="*/ 89 w 77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4">
                    <a:moveTo>
                      <a:pt x="0" y="36"/>
                    </a:moveTo>
                    <a:cubicBezTo>
                      <a:pt x="19" y="44"/>
                      <a:pt x="45" y="21"/>
                      <a:pt x="59" y="10"/>
                    </a:cubicBezTo>
                    <a:cubicBezTo>
                      <a:pt x="65" y="6"/>
                      <a:pt x="71" y="2"/>
                      <a:pt x="7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4" name="Freeform 3106">
                <a:extLst>
                  <a:ext uri="{FF2B5EF4-FFF2-40B4-BE49-F238E27FC236}">
                    <a16:creationId xmlns:a16="http://schemas.microsoft.com/office/drawing/2014/main" id="{789CC93A-D9BB-4EBF-97D8-C4371C5B0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3477"/>
                <a:ext cx="95" cy="11"/>
              </a:xfrm>
              <a:custGeom>
                <a:avLst/>
                <a:gdLst>
                  <a:gd name="T0" fmla="*/ 106 w 90"/>
                  <a:gd name="T1" fmla="*/ 9 h 10"/>
                  <a:gd name="T2" fmla="*/ 69 w 90"/>
                  <a:gd name="T3" fmla="*/ 12 h 10"/>
                  <a:gd name="T4" fmla="*/ 34 w 90"/>
                  <a:gd name="T5" fmla="*/ 4 h 10"/>
                  <a:gd name="T6" fmla="*/ 0 w 90"/>
                  <a:gd name="T7" fmla="*/ 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0">
                    <a:moveTo>
                      <a:pt x="90" y="6"/>
                    </a:moveTo>
                    <a:cubicBezTo>
                      <a:pt x="82" y="5"/>
                      <a:pt x="69" y="10"/>
                      <a:pt x="59" y="9"/>
                    </a:cubicBezTo>
                    <a:cubicBezTo>
                      <a:pt x="48" y="8"/>
                      <a:pt x="38" y="5"/>
                      <a:pt x="28" y="4"/>
                    </a:cubicBezTo>
                    <a:cubicBezTo>
                      <a:pt x="20" y="4"/>
                      <a:pt x="8" y="0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5" name="Freeform 3107">
                <a:extLst>
                  <a:ext uri="{FF2B5EF4-FFF2-40B4-BE49-F238E27FC236}">
                    <a16:creationId xmlns:a16="http://schemas.microsoft.com/office/drawing/2014/main" id="{F9E0CCD7-A620-4299-B8CE-304519E3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3488"/>
                <a:ext cx="129" cy="19"/>
              </a:xfrm>
              <a:custGeom>
                <a:avLst/>
                <a:gdLst>
                  <a:gd name="T0" fmla="*/ 144 w 122"/>
                  <a:gd name="T1" fmla="*/ 23 h 17"/>
                  <a:gd name="T2" fmla="*/ 132 w 122"/>
                  <a:gd name="T3" fmla="*/ 20 h 17"/>
                  <a:gd name="T4" fmla="*/ 94 w 122"/>
                  <a:gd name="T5" fmla="*/ 8 h 17"/>
                  <a:gd name="T6" fmla="*/ 47 w 122"/>
                  <a:gd name="T7" fmla="*/ 3 h 17"/>
                  <a:gd name="T8" fmla="*/ 0 w 122"/>
                  <a:gd name="T9" fmla="*/ 1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7">
                    <a:moveTo>
                      <a:pt x="122" y="17"/>
                    </a:moveTo>
                    <a:cubicBezTo>
                      <a:pt x="118" y="17"/>
                      <a:pt x="116" y="15"/>
                      <a:pt x="112" y="14"/>
                    </a:cubicBezTo>
                    <a:cubicBezTo>
                      <a:pt x="101" y="10"/>
                      <a:pt x="90" y="7"/>
                      <a:pt x="79" y="5"/>
                    </a:cubicBezTo>
                    <a:cubicBezTo>
                      <a:pt x="65" y="1"/>
                      <a:pt x="54" y="0"/>
                      <a:pt x="40" y="3"/>
                    </a:cubicBezTo>
                    <a:cubicBezTo>
                      <a:pt x="26" y="6"/>
                      <a:pt x="14" y="13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6" name="Freeform 3108">
                <a:extLst>
                  <a:ext uri="{FF2B5EF4-FFF2-40B4-BE49-F238E27FC236}">
                    <a16:creationId xmlns:a16="http://schemas.microsoft.com/office/drawing/2014/main" id="{53C87A9A-5BDD-4FB9-A7D7-778764B17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3519"/>
                <a:ext cx="47" cy="19"/>
              </a:xfrm>
              <a:custGeom>
                <a:avLst/>
                <a:gdLst>
                  <a:gd name="T0" fmla="*/ 53 w 44"/>
                  <a:gd name="T1" fmla="*/ 0 h 17"/>
                  <a:gd name="T2" fmla="*/ 0 w 44"/>
                  <a:gd name="T3" fmla="*/ 23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7">
                    <a:moveTo>
                      <a:pt x="44" y="0"/>
                    </a:moveTo>
                    <a:cubicBezTo>
                      <a:pt x="27" y="1"/>
                      <a:pt x="15" y="12"/>
                      <a:pt x="0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7" name="Freeform 3109">
                <a:extLst>
                  <a:ext uri="{FF2B5EF4-FFF2-40B4-BE49-F238E27FC236}">
                    <a16:creationId xmlns:a16="http://schemas.microsoft.com/office/drawing/2014/main" id="{8671E197-EAB4-40CF-AB0F-3BF59D84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711"/>
                <a:ext cx="55" cy="38"/>
              </a:xfrm>
              <a:custGeom>
                <a:avLst/>
                <a:gdLst>
                  <a:gd name="T0" fmla="*/ 17 w 52"/>
                  <a:gd name="T1" fmla="*/ 1 h 34"/>
                  <a:gd name="T2" fmla="*/ 8 w 52"/>
                  <a:gd name="T3" fmla="*/ 31 h 34"/>
                  <a:gd name="T4" fmla="*/ 16 w 52"/>
                  <a:gd name="T5" fmla="*/ 44 h 34"/>
                  <a:gd name="T6" fmla="*/ 38 w 52"/>
                  <a:gd name="T7" fmla="*/ 46 h 34"/>
                  <a:gd name="T8" fmla="*/ 60 w 52"/>
                  <a:gd name="T9" fmla="*/ 34 h 34"/>
                  <a:gd name="T10" fmla="*/ 56 w 52"/>
                  <a:gd name="T11" fmla="*/ 8 h 34"/>
                  <a:gd name="T12" fmla="*/ 39 w 52"/>
                  <a:gd name="T13" fmla="*/ 1 h 34"/>
                  <a:gd name="T14" fmla="*/ 18 w 52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1"/>
                    </a:moveTo>
                    <a:cubicBezTo>
                      <a:pt x="0" y="0"/>
                      <a:pt x="6" y="13"/>
                      <a:pt x="8" y="22"/>
                    </a:cubicBezTo>
                    <a:cubicBezTo>
                      <a:pt x="9" y="26"/>
                      <a:pt x="9" y="29"/>
                      <a:pt x="13" y="31"/>
                    </a:cubicBezTo>
                    <a:cubicBezTo>
                      <a:pt x="18" y="34"/>
                      <a:pt x="27" y="34"/>
                      <a:pt x="32" y="33"/>
                    </a:cubicBezTo>
                    <a:cubicBezTo>
                      <a:pt x="38" y="32"/>
                      <a:pt x="49" y="31"/>
                      <a:pt x="51" y="24"/>
                    </a:cubicBezTo>
                    <a:cubicBezTo>
                      <a:pt x="52" y="20"/>
                      <a:pt x="51" y="8"/>
                      <a:pt x="47" y="5"/>
                    </a:cubicBezTo>
                    <a:cubicBezTo>
                      <a:pt x="44" y="2"/>
                      <a:pt x="37" y="1"/>
                      <a:pt x="33" y="1"/>
                    </a:cubicBezTo>
                    <a:cubicBezTo>
                      <a:pt x="27" y="0"/>
                      <a:pt x="21" y="1"/>
                      <a:pt x="1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8" name="Freeform 3110">
                <a:extLst>
                  <a:ext uri="{FF2B5EF4-FFF2-40B4-BE49-F238E27FC236}">
                    <a16:creationId xmlns:a16="http://schemas.microsoft.com/office/drawing/2014/main" id="{AA908E87-889F-492A-92DA-F767D822F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744"/>
                <a:ext cx="52" cy="29"/>
              </a:xfrm>
              <a:custGeom>
                <a:avLst/>
                <a:gdLst>
                  <a:gd name="T0" fmla="*/ 24 w 49"/>
                  <a:gd name="T1" fmla="*/ 8 h 26"/>
                  <a:gd name="T2" fmla="*/ 13 w 49"/>
                  <a:gd name="T3" fmla="*/ 3 h 26"/>
                  <a:gd name="T4" fmla="*/ 1 w 49"/>
                  <a:gd name="T5" fmla="*/ 10 h 26"/>
                  <a:gd name="T6" fmla="*/ 1 w 49"/>
                  <a:gd name="T7" fmla="*/ 23 h 26"/>
                  <a:gd name="T8" fmla="*/ 16 w 49"/>
                  <a:gd name="T9" fmla="*/ 35 h 26"/>
                  <a:gd name="T10" fmla="*/ 45 w 49"/>
                  <a:gd name="T11" fmla="*/ 33 h 26"/>
                  <a:gd name="T12" fmla="*/ 56 w 49"/>
                  <a:gd name="T13" fmla="*/ 13 h 26"/>
                  <a:gd name="T14" fmla="*/ 50 w 49"/>
                  <a:gd name="T15" fmla="*/ 0 h 26"/>
                  <a:gd name="T16" fmla="*/ 36 w 49"/>
                  <a:gd name="T17" fmla="*/ 4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6">
                    <a:moveTo>
                      <a:pt x="21" y="5"/>
                    </a:moveTo>
                    <a:cubicBezTo>
                      <a:pt x="18" y="5"/>
                      <a:pt x="14" y="3"/>
                      <a:pt x="10" y="3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1" y="15"/>
                      <a:pt x="1" y="17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2" y="25"/>
                      <a:pt x="30" y="26"/>
                      <a:pt x="38" y="24"/>
                    </a:cubicBezTo>
                    <a:cubicBezTo>
                      <a:pt x="48" y="23"/>
                      <a:pt x="49" y="19"/>
                      <a:pt x="47" y="10"/>
                    </a:cubicBezTo>
                    <a:cubicBezTo>
                      <a:pt x="46" y="7"/>
                      <a:pt x="46" y="0"/>
                      <a:pt x="41" y="0"/>
                    </a:cubicBezTo>
                    <a:cubicBezTo>
                      <a:pt x="39" y="0"/>
                      <a:pt x="32" y="3"/>
                      <a:pt x="3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9" name="Freeform 3111">
                <a:extLst>
                  <a:ext uri="{FF2B5EF4-FFF2-40B4-BE49-F238E27FC236}">
                    <a16:creationId xmlns:a16="http://schemas.microsoft.com/office/drawing/2014/main" id="{95DF7DCE-9BF6-4FBA-A274-AEC2E4076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711"/>
                <a:ext cx="58" cy="28"/>
              </a:xfrm>
              <a:custGeom>
                <a:avLst/>
                <a:gdLst>
                  <a:gd name="T0" fmla="*/ 15 w 55"/>
                  <a:gd name="T1" fmla="*/ 1 h 25"/>
                  <a:gd name="T2" fmla="*/ 2 w 55"/>
                  <a:gd name="T3" fmla="*/ 9 h 25"/>
                  <a:gd name="T4" fmla="*/ 2 w 55"/>
                  <a:gd name="T5" fmla="*/ 27 h 25"/>
                  <a:gd name="T6" fmla="*/ 19 w 55"/>
                  <a:gd name="T7" fmla="*/ 34 h 25"/>
                  <a:gd name="T8" fmla="*/ 46 w 55"/>
                  <a:gd name="T9" fmla="*/ 34 h 25"/>
                  <a:gd name="T10" fmla="*/ 64 w 55"/>
                  <a:gd name="T11" fmla="*/ 24 h 25"/>
                  <a:gd name="T12" fmla="*/ 59 w 55"/>
                  <a:gd name="T13" fmla="*/ 4 h 25"/>
                  <a:gd name="T14" fmla="*/ 41 w 55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12" y="1"/>
                    </a:moveTo>
                    <a:cubicBezTo>
                      <a:pt x="9" y="0"/>
                      <a:pt x="3" y="3"/>
                      <a:pt x="2" y="6"/>
                    </a:cubicBezTo>
                    <a:cubicBezTo>
                      <a:pt x="0" y="10"/>
                      <a:pt x="1" y="16"/>
                      <a:pt x="2" y="19"/>
                    </a:cubicBezTo>
                    <a:cubicBezTo>
                      <a:pt x="4" y="24"/>
                      <a:pt x="10" y="24"/>
                      <a:pt x="16" y="24"/>
                    </a:cubicBezTo>
                    <a:cubicBezTo>
                      <a:pt x="23" y="25"/>
                      <a:pt x="32" y="25"/>
                      <a:pt x="40" y="24"/>
                    </a:cubicBezTo>
                    <a:cubicBezTo>
                      <a:pt x="45" y="24"/>
                      <a:pt x="54" y="23"/>
                      <a:pt x="55" y="17"/>
                    </a:cubicBezTo>
                    <a:cubicBezTo>
                      <a:pt x="55" y="13"/>
                      <a:pt x="53" y="6"/>
                      <a:pt x="50" y="4"/>
                    </a:cubicBezTo>
                    <a:cubicBezTo>
                      <a:pt x="47" y="0"/>
                      <a:pt x="40" y="1"/>
                      <a:pt x="3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0" name="Freeform 3112">
                <a:extLst>
                  <a:ext uri="{FF2B5EF4-FFF2-40B4-BE49-F238E27FC236}">
                    <a16:creationId xmlns:a16="http://schemas.microsoft.com/office/drawing/2014/main" id="{9B88EC9E-06B2-4369-A014-711B2AAF7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770"/>
                <a:ext cx="7" cy="20"/>
              </a:xfrm>
              <a:custGeom>
                <a:avLst/>
                <a:gdLst>
                  <a:gd name="T0" fmla="*/ 9 w 6"/>
                  <a:gd name="T1" fmla="*/ 3 h 18"/>
                  <a:gd name="T2" fmla="*/ 0 w 6"/>
                  <a:gd name="T3" fmla="*/ 11 h 18"/>
                  <a:gd name="T4" fmla="*/ 0 w 6"/>
                  <a:gd name="T5" fmla="*/ 23 h 18"/>
                  <a:gd name="T6" fmla="*/ 6 w 6"/>
                  <a:gd name="T7" fmla="*/ 2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6" y="3"/>
                    </a:moveTo>
                    <a:cubicBezTo>
                      <a:pt x="4" y="0"/>
                      <a:pt x="1" y="5"/>
                      <a:pt x="0" y="8"/>
                    </a:cubicBezTo>
                    <a:cubicBezTo>
                      <a:pt x="0" y="11"/>
                      <a:pt x="0" y="14"/>
                      <a:pt x="0" y="17"/>
                    </a:cubicBezTo>
                    <a:cubicBezTo>
                      <a:pt x="1" y="18"/>
                      <a:pt x="2" y="18"/>
                      <a:pt x="3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1" name="Freeform 3113">
                <a:extLst>
                  <a:ext uri="{FF2B5EF4-FFF2-40B4-BE49-F238E27FC236}">
                    <a16:creationId xmlns:a16="http://schemas.microsoft.com/office/drawing/2014/main" id="{D812903D-9469-4EB6-9A45-A123022F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770"/>
                <a:ext cx="20" cy="19"/>
              </a:xfrm>
              <a:custGeom>
                <a:avLst/>
                <a:gdLst>
                  <a:gd name="T0" fmla="*/ 0 w 19"/>
                  <a:gd name="T1" fmla="*/ 0 h 17"/>
                  <a:gd name="T2" fmla="*/ 20 w 19"/>
                  <a:gd name="T3" fmla="*/ 10 h 17"/>
                  <a:gd name="T4" fmla="*/ 17 w 19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5" y="1"/>
                      <a:pt x="17" y="7"/>
                    </a:cubicBezTo>
                    <a:cubicBezTo>
                      <a:pt x="19" y="12"/>
                      <a:pt x="19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2" name="Freeform 3114">
                <a:extLst>
                  <a:ext uri="{FF2B5EF4-FFF2-40B4-BE49-F238E27FC236}">
                    <a16:creationId xmlns:a16="http://schemas.microsoft.com/office/drawing/2014/main" id="{C5A29146-C75D-4797-A62B-7C02F751B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737"/>
                <a:ext cx="63" cy="33"/>
              </a:xfrm>
              <a:custGeom>
                <a:avLst/>
                <a:gdLst>
                  <a:gd name="T0" fmla="*/ 7 w 60"/>
                  <a:gd name="T1" fmla="*/ 2 h 29"/>
                  <a:gd name="T2" fmla="*/ 2 w 60"/>
                  <a:gd name="T3" fmla="*/ 11 h 29"/>
                  <a:gd name="T4" fmla="*/ 2 w 60"/>
                  <a:gd name="T5" fmla="*/ 22 h 29"/>
                  <a:gd name="T6" fmla="*/ 19 w 60"/>
                  <a:gd name="T7" fmla="*/ 39 h 29"/>
                  <a:gd name="T8" fmla="*/ 42 w 60"/>
                  <a:gd name="T9" fmla="*/ 30 h 29"/>
                  <a:gd name="T10" fmla="*/ 64 w 60"/>
                  <a:gd name="T11" fmla="*/ 22 h 29"/>
                  <a:gd name="T12" fmla="*/ 60 w 6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9">
                    <a:moveTo>
                      <a:pt x="7" y="2"/>
                    </a:moveTo>
                    <a:cubicBezTo>
                      <a:pt x="5" y="2"/>
                      <a:pt x="3" y="6"/>
                      <a:pt x="2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5" y="23"/>
                      <a:pt x="6" y="29"/>
                      <a:pt x="16" y="26"/>
                    </a:cubicBezTo>
                    <a:cubicBezTo>
                      <a:pt x="23" y="25"/>
                      <a:pt x="29" y="22"/>
                      <a:pt x="36" y="20"/>
                    </a:cubicBezTo>
                    <a:cubicBezTo>
                      <a:pt x="41" y="19"/>
                      <a:pt x="51" y="19"/>
                      <a:pt x="55" y="15"/>
                    </a:cubicBezTo>
                    <a:cubicBezTo>
                      <a:pt x="60" y="10"/>
                      <a:pt x="58" y="0"/>
                      <a:pt x="5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3" name="Freeform 3115">
                <a:extLst>
                  <a:ext uri="{FF2B5EF4-FFF2-40B4-BE49-F238E27FC236}">
                    <a16:creationId xmlns:a16="http://schemas.microsoft.com/office/drawing/2014/main" id="{E818A4EA-1D25-4C48-97C1-69F8BB32A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766"/>
                <a:ext cx="4" cy="8"/>
              </a:xfrm>
              <a:custGeom>
                <a:avLst/>
                <a:gdLst>
                  <a:gd name="T0" fmla="*/ 4 w 4"/>
                  <a:gd name="T1" fmla="*/ 1 h 7"/>
                  <a:gd name="T2" fmla="*/ 1 w 4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1"/>
                    </a:moveTo>
                    <a:cubicBezTo>
                      <a:pt x="2" y="0"/>
                      <a:pt x="0" y="6"/>
                      <a:pt x="1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4" name="Freeform 3116">
                <a:extLst>
                  <a:ext uri="{FF2B5EF4-FFF2-40B4-BE49-F238E27FC236}">
                    <a16:creationId xmlns:a16="http://schemas.microsoft.com/office/drawing/2014/main" id="{203EF0C2-10F6-4BF6-94AD-6EF645031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751"/>
                <a:ext cx="16" cy="39"/>
              </a:xfrm>
              <a:custGeom>
                <a:avLst/>
                <a:gdLst>
                  <a:gd name="T0" fmla="*/ 0 w 15"/>
                  <a:gd name="T1" fmla="*/ 0 h 35"/>
                  <a:gd name="T2" fmla="*/ 14 w 15"/>
                  <a:gd name="T3" fmla="*/ 39 h 35"/>
                  <a:gd name="T4" fmla="*/ 4 w 15"/>
                  <a:gd name="T5" fmla="*/ 4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5">
                    <a:moveTo>
                      <a:pt x="0" y="0"/>
                    </a:moveTo>
                    <a:cubicBezTo>
                      <a:pt x="6" y="9"/>
                      <a:pt x="15" y="17"/>
                      <a:pt x="11" y="28"/>
                    </a:cubicBezTo>
                    <a:cubicBezTo>
                      <a:pt x="10" y="31"/>
                      <a:pt x="8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5" name="Freeform 3117">
                <a:extLst>
                  <a:ext uri="{FF2B5EF4-FFF2-40B4-BE49-F238E27FC236}">
                    <a16:creationId xmlns:a16="http://schemas.microsoft.com/office/drawing/2014/main" id="{D5CFD52A-C11E-46EA-8D3D-D492A495F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711"/>
                <a:ext cx="61" cy="23"/>
              </a:xfrm>
              <a:custGeom>
                <a:avLst/>
                <a:gdLst>
                  <a:gd name="T0" fmla="*/ 4 w 58"/>
                  <a:gd name="T1" fmla="*/ 0 h 20"/>
                  <a:gd name="T2" fmla="*/ 4 w 58"/>
                  <a:gd name="T3" fmla="*/ 21 h 20"/>
                  <a:gd name="T4" fmla="*/ 28 w 58"/>
                  <a:gd name="T5" fmla="*/ 29 h 20"/>
                  <a:gd name="T6" fmla="*/ 55 w 58"/>
                  <a:gd name="T7" fmla="*/ 24 h 20"/>
                  <a:gd name="T8" fmla="*/ 66 w 58"/>
                  <a:gd name="T9" fmla="*/ 18 h 20"/>
                  <a:gd name="T10" fmla="*/ 63 w 5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4" y="0"/>
                    </a:moveTo>
                    <a:cubicBezTo>
                      <a:pt x="0" y="3"/>
                      <a:pt x="2" y="10"/>
                      <a:pt x="4" y="14"/>
                    </a:cubicBezTo>
                    <a:cubicBezTo>
                      <a:pt x="8" y="19"/>
                      <a:pt x="18" y="19"/>
                      <a:pt x="25" y="19"/>
                    </a:cubicBezTo>
                    <a:cubicBezTo>
                      <a:pt x="32" y="20"/>
                      <a:pt x="39" y="17"/>
                      <a:pt x="47" y="16"/>
                    </a:cubicBezTo>
                    <a:cubicBezTo>
                      <a:pt x="52" y="16"/>
                      <a:pt x="55" y="17"/>
                      <a:pt x="57" y="12"/>
                    </a:cubicBezTo>
                    <a:cubicBezTo>
                      <a:pt x="58" y="8"/>
                      <a:pt x="58" y="2"/>
                      <a:pt x="5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6" name="Freeform 3118">
                <a:extLst>
                  <a:ext uri="{FF2B5EF4-FFF2-40B4-BE49-F238E27FC236}">
                    <a16:creationId xmlns:a16="http://schemas.microsoft.com/office/drawing/2014/main" id="{825B5500-ECFC-452D-ADBA-AD2051F87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749"/>
                <a:ext cx="47" cy="41"/>
              </a:xfrm>
              <a:custGeom>
                <a:avLst/>
                <a:gdLst>
                  <a:gd name="T0" fmla="*/ 5 w 45"/>
                  <a:gd name="T1" fmla="*/ 52 h 36"/>
                  <a:gd name="T2" fmla="*/ 2 w 45"/>
                  <a:gd name="T3" fmla="*/ 22 h 36"/>
                  <a:gd name="T4" fmla="*/ 2 w 45"/>
                  <a:gd name="T5" fmla="*/ 10 h 36"/>
                  <a:gd name="T6" fmla="*/ 24 w 45"/>
                  <a:gd name="T7" fmla="*/ 2 h 36"/>
                  <a:gd name="T8" fmla="*/ 44 w 45"/>
                  <a:gd name="T9" fmla="*/ 2 h 36"/>
                  <a:gd name="T10" fmla="*/ 50 w 45"/>
                  <a:gd name="T11" fmla="*/ 28 h 36"/>
                  <a:gd name="T12" fmla="*/ 45 w 45"/>
                  <a:gd name="T13" fmla="*/ 5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30"/>
                      <a:pt x="4" y="21"/>
                      <a:pt x="2" y="15"/>
                    </a:cubicBezTo>
                    <a:cubicBezTo>
                      <a:pt x="2" y="12"/>
                      <a:pt x="0" y="9"/>
                      <a:pt x="2" y="7"/>
                    </a:cubicBezTo>
                    <a:cubicBezTo>
                      <a:pt x="5" y="3"/>
                      <a:pt x="16" y="3"/>
                      <a:pt x="21" y="2"/>
                    </a:cubicBezTo>
                    <a:cubicBezTo>
                      <a:pt x="26" y="1"/>
                      <a:pt x="34" y="0"/>
                      <a:pt x="38" y="2"/>
                    </a:cubicBezTo>
                    <a:cubicBezTo>
                      <a:pt x="44" y="5"/>
                      <a:pt x="45" y="13"/>
                      <a:pt x="44" y="19"/>
                    </a:cubicBezTo>
                    <a:cubicBezTo>
                      <a:pt x="44" y="23"/>
                      <a:pt x="44" y="33"/>
                      <a:pt x="39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7" name="Freeform 3119">
                <a:extLst>
                  <a:ext uri="{FF2B5EF4-FFF2-40B4-BE49-F238E27FC236}">
                    <a16:creationId xmlns:a16="http://schemas.microsoft.com/office/drawing/2014/main" id="{E53193A3-A25A-4D4E-BFC2-7248C7B85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708"/>
                <a:ext cx="54" cy="30"/>
              </a:xfrm>
              <a:custGeom>
                <a:avLst/>
                <a:gdLst>
                  <a:gd name="T0" fmla="*/ 3 w 51"/>
                  <a:gd name="T1" fmla="*/ 3 h 27"/>
                  <a:gd name="T2" fmla="*/ 4 w 51"/>
                  <a:gd name="T3" fmla="*/ 29 h 27"/>
                  <a:gd name="T4" fmla="*/ 22 w 51"/>
                  <a:gd name="T5" fmla="*/ 29 h 27"/>
                  <a:gd name="T6" fmla="*/ 39 w 51"/>
                  <a:gd name="T7" fmla="*/ 30 h 27"/>
                  <a:gd name="T8" fmla="*/ 52 w 51"/>
                  <a:gd name="T9" fmla="*/ 36 h 27"/>
                  <a:gd name="T10" fmla="*/ 60 w 51"/>
                  <a:gd name="T11" fmla="*/ 24 h 27"/>
                  <a:gd name="T12" fmla="*/ 52 w 51"/>
                  <a:gd name="T13" fmla="*/ 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7">
                    <a:moveTo>
                      <a:pt x="3" y="3"/>
                    </a:moveTo>
                    <a:cubicBezTo>
                      <a:pt x="2" y="7"/>
                      <a:pt x="0" y="18"/>
                      <a:pt x="4" y="21"/>
                    </a:cubicBezTo>
                    <a:cubicBezTo>
                      <a:pt x="7" y="22"/>
                      <a:pt x="16" y="21"/>
                      <a:pt x="19" y="21"/>
                    </a:cubicBezTo>
                    <a:cubicBezTo>
                      <a:pt x="24" y="20"/>
                      <a:pt x="29" y="20"/>
                      <a:pt x="33" y="22"/>
                    </a:cubicBezTo>
                    <a:cubicBezTo>
                      <a:pt x="36" y="24"/>
                      <a:pt x="40" y="27"/>
                      <a:pt x="43" y="26"/>
                    </a:cubicBezTo>
                    <a:cubicBezTo>
                      <a:pt x="48" y="26"/>
                      <a:pt x="51" y="22"/>
                      <a:pt x="51" y="18"/>
                    </a:cubicBezTo>
                    <a:cubicBezTo>
                      <a:pt x="51" y="15"/>
                      <a:pt x="49" y="0"/>
                      <a:pt x="43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8" name="Freeform 3120">
                <a:extLst>
                  <a:ext uri="{FF2B5EF4-FFF2-40B4-BE49-F238E27FC236}">
                    <a16:creationId xmlns:a16="http://schemas.microsoft.com/office/drawing/2014/main" id="{06D8C4BC-1151-4D42-9715-F2BA4ACCD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728"/>
                <a:ext cx="51" cy="30"/>
              </a:xfrm>
              <a:custGeom>
                <a:avLst/>
                <a:gdLst>
                  <a:gd name="T0" fmla="*/ 5 w 48"/>
                  <a:gd name="T1" fmla="*/ 4 h 27"/>
                  <a:gd name="T2" fmla="*/ 1 w 48"/>
                  <a:gd name="T3" fmla="*/ 12 h 27"/>
                  <a:gd name="T4" fmla="*/ 3 w 48"/>
                  <a:gd name="T5" fmla="*/ 30 h 27"/>
                  <a:gd name="T6" fmla="*/ 33 w 48"/>
                  <a:gd name="T7" fmla="*/ 30 h 27"/>
                  <a:gd name="T8" fmla="*/ 55 w 48"/>
                  <a:gd name="T9" fmla="*/ 18 h 27"/>
                  <a:gd name="T10" fmla="*/ 51 w 48"/>
                  <a:gd name="T11" fmla="*/ 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7">
                    <a:moveTo>
                      <a:pt x="5" y="4"/>
                    </a:moveTo>
                    <a:cubicBezTo>
                      <a:pt x="4" y="4"/>
                      <a:pt x="2" y="7"/>
                      <a:pt x="1" y="9"/>
                    </a:cubicBezTo>
                    <a:cubicBezTo>
                      <a:pt x="0" y="12"/>
                      <a:pt x="0" y="19"/>
                      <a:pt x="3" y="22"/>
                    </a:cubicBezTo>
                    <a:cubicBezTo>
                      <a:pt x="7" y="27"/>
                      <a:pt x="21" y="23"/>
                      <a:pt x="27" y="22"/>
                    </a:cubicBezTo>
                    <a:cubicBezTo>
                      <a:pt x="34" y="22"/>
                      <a:pt x="44" y="22"/>
                      <a:pt x="46" y="13"/>
                    </a:cubicBezTo>
                    <a:cubicBezTo>
                      <a:pt x="47" y="10"/>
                      <a:pt x="48" y="0"/>
                      <a:pt x="42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9" name="Freeform 3121">
                <a:extLst>
                  <a:ext uri="{FF2B5EF4-FFF2-40B4-BE49-F238E27FC236}">
                    <a16:creationId xmlns:a16="http://schemas.microsoft.com/office/drawing/2014/main" id="{91619F7B-1350-4200-B359-0F9E20A51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711"/>
                <a:ext cx="55" cy="38"/>
              </a:xfrm>
              <a:custGeom>
                <a:avLst/>
                <a:gdLst>
                  <a:gd name="T0" fmla="*/ 17 w 52"/>
                  <a:gd name="T1" fmla="*/ 1 h 34"/>
                  <a:gd name="T2" fmla="*/ 8 w 52"/>
                  <a:gd name="T3" fmla="*/ 31 h 34"/>
                  <a:gd name="T4" fmla="*/ 16 w 52"/>
                  <a:gd name="T5" fmla="*/ 44 h 34"/>
                  <a:gd name="T6" fmla="*/ 38 w 52"/>
                  <a:gd name="T7" fmla="*/ 46 h 34"/>
                  <a:gd name="T8" fmla="*/ 60 w 52"/>
                  <a:gd name="T9" fmla="*/ 34 h 34"/>
                  <a:gd name="T10" fmla="*/ 56 w 52"/>
                  <a:gd name="T11" fmla="*/ 8 h 34"/>
                  <a:gd name="T12" fmla="*/ 39 w 52"/>
                  <a:gd name="T13" fmla="*/ 1 h 34"/>
                  <a:gd name="T14" fmla="*/ 18 w 52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1"/>
                    </a:moveTo>
                    <a:cubicBezTo>
                      <a:pt x="0" y="0"/>
                      <a:pt x="6" y="13"/>
                      <a:pt x="8" y="22"/>
                    </a:cubicBezTo>
                    <a:cubicBezTo>
                      <a:pt x="9" y="26"/>
                      <a:pt x="9" y="29"/>
                      <a:pt x="13" y="31"/>
                    </a:cubicBezTo>
                    <a:cubicBezTo>
                      <a:pt x="18" y="34"/>
                      <a:pt x="27" y="34"/>
                      <a:pt x="32" y="33"/>
                    </a:cubicBezTo>
                    <a:cubicBezTo>
                      <a:pt x="38" y="32"/>
                      <a:pt x="49" y="31"/>
                      <a:pt x="51" y="24"/>
                    </a:cubicBezTo>
                    <a:cubicBezTo>
                      <a:pt x="52" y="20"/>
                      <a:pt x="50" y="8"/>
                      <a:pt x="47" y="5"/>
                    </a:cubicBezTo>
                    <a:cubicBezTo>
                      <a:pt x="43" y="2"/>
                      <a:pt x="37" y="1"/>
                      <a:pt x="33" y="1"/>
                    </a:cubicBezTo>
                    <a:cubicBezTo>
                      <a:pt x="27" y="0"/>
                      <a:pt x="21" y="1"/>
                      <a:pt x="1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0" name="Freeform 3122">
                <a:extLst>
                  <a:ext uri="{FF2B5EF4-FFF2-40B4-BE49-F238E27FC236}">
                    <a16:creationId xmlns:a16="http://schemas.microsoft.com/office/drawing/2014/main" id="{27CCFD02-4E00-404D-ABF1-6707491F1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744"/>
                <a:ext cx="52" cy="29"/>
              </a:xfrm>
              <a:custGeom>
                <a:avLst/>
                <a:gdLst>
                  <a:gd name="T0" fmla="*/ 24 w 49"/>
                  <a:gd name="T1" fmla="*/ 8 h 26"/>
                  <a:gd name="T2" fmla="*/ 13 w 49"/>
                  <a:gd name="T3" fmla="*/ 3 h 26"/>
                  <a:gd name="T4" fmla="*/ 1 w 49"/>
                  <a:gd name="T5" fmla="*/ 10 h 26"/>
                  <a:gd name="T6" fmla="*/ 1 w 49"/>
                  <a:gd name="T7" fmla="*/ 23 h 26"/>
                  <a:gd name="T8" fmla="*/ 16 w 49"/>
                  <a:gd name="T9" fmla="*/ 35 h 26"/>
                  <a:gd name="T10" fmla="*/ 45 w 49"/>
                  <a:gd name="T11" fmla="*/ 33 h 26"/>
                  <a:gd name="T12" fmla="*/ 56 w 49"/>
                  <a:gd name="T13" fmla="*/ 13 h 26"/>
                  <a:gd name="T14" fmla="*/ 50 w 49"/>
                  <a:gd name="T15" fmla="*/ 0 h 26"/>
                  <a:gd name="T16" fmla="*/ 36 w 49"/>
                  <a:gd name="T17" fmla="*/ 4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6">
                    <a:moveTo>
                      <a:pt x="21" y="5"/>
                    </a:moveTo>
                    <a:cubicBezTo>
                      <a:pt x="17" y="5"/>
                      <a:pt x="14" y="3"/>
                      <a:pt x="10" y="3"/>
                    </a:cubicBezTo>
                    <a:cubicBezTo>
                      <a:pt x="8" y="4"/>
                      <a:pt x="2" y="5"/>
                      <a:pt x="1" y="7"/>
                    </a:cubicBezTo>
                    <a:cubicBezTo>
                      <a:pt x="0" y="8"/>
                      <a:pt x="1" y="15"/>
                      <a:pt x="1" y="17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1" y="25"/>
                      <a:pt x="30" y="26"/>
                      <a:pt x="38" y="24"/>
                    </a:cubicBezTo>
                    <a:cubicBezTo>
                      <a:pt x="47" y="23"/>
                      <a:pt x="49" y="19"/>
                      <a:pt x="47" y="10"/>
                    </a:cubicBezTo>
                    <a:cubicBezTo>
                      <a:pt x="46" y="7"/>
                      <a:pt x="46" y="0"/>
                      <a:pt x="41" y="0"/>
                    </a:cubicBezTo>
                    <a:cubicBezTo>
                      <a:pt x="39" y="0"/>
                      <a:pt x="32" y="3"/>
                      <a:pt x="3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1" name="Freeform 3123">
                <a:extLst>
                  <a:ext uri="{FF2B5EF4-FFF2-40B4-BE49-F238E27FC236}">
                    <a16:creationId xmlns:a16="http://schemas.microsoft.com/office/drawing/2014/main" id="{2B68B352-478F-4DE1-97F9-6033F7992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2711"/>
                <a:ext cx="58" cy="28"/>
              </a:xfrm>
              <a:custGeom>
                <a:avLst/>
                <a:gdLst>
                  <a:gd name="T0" fmla="*/ 15 w 55"/>
                  <a:gd name="T1" fmla="*/ 1 h 25"/>
                  <a:gd name="T2" fmla="*/ 1 w 55"/>
                  <a:gd name="T3" fmla="*/ 9 h 25"/>
                  <a:gd name="T4" fmla="*/ 2 w 55"/>
                  <a:gd name="T5" fmla="*/ 27 h 25"/>
                  <a:gd name="T6" fmla="*/ 18 w 55"/>
                  <a:gd name="T7" fmla="*/ 34 h 25"/>
                  <a:gd name="T8" fmla="*/ 46 w 55"/>
                  <a:gd name="T9" fmla="*/ 34 h 25"/>
                  <a:gd name="T10" fmla="*/ 63 w 55"/>
                  <a:gd name="T11" fmla="*/ 24 h 25"/>
                  <a:gd name="T12" fmla="*/ 59 w 55"/>
                  <a:gd name="T13" fmla="*/ 4 h 25"/>
                  <a:gd name="T14" fmla="*/ 41 w 55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12" y="1"/>
                    </a:moveTo>
                    <a:cubicBezTo>
                      <a:pt x="9" y="0"/>
                      <a:pt x="3" y="3"/>
                      <a:pt x="1" y="6"/>
                    </a:cubicBezTo>
                    <a:cubicBezTo>
                      <a:pt x="0" y="10"/>
                      <a:pt x="0" y="16"/>
                      <a:pt x="2" y="19"/>
                    </a:cubicBezTo>
                    <a:cubicBezTo>
                      <a:pt x="4" y="24"/>
                      <a:pt x="10" y="24"/>
                      <a:pt x="15" y="24"/>
                    </a:cubicBezTo>
                    <a:cubicBezTo>
                      <a:pt x="23" y="25"/>
                      <a:pt x="32" y="25"/>
                      <a:pt x="40" y="24"/>
                    </a:cubicBezTo>
                    <a:cubicBezTo>
                      <a:pt x="45" y="24"/>
                      <a:pt x="54" y="23"/>
                      <a:pt x="54" y="17"/>
                    </a:cubicBezTo>
                    <a:cubicBezTo>
                      <a:pt x="55" y="13"/>
                      <a:pt x="53" y="6"/>
                      <a:pt x="50" y="4"/>
                    </a:cubicBezTo>
                    <a:cubicBezTo>
                      <a:pt x="46" y="0"/>
                      <a:pt x="40" y="1"/>
                      <a:pt x="3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2" name="Freeform 3124">
                <a:extLst>
                  <a:ext uri="{FF2B5EF4-FFF2-40B4-BE49-F238E27FC236}">
                    <a16:creationId xmlns:a16="http://schemas.microsoft.com/office/drawing/2014/main" id="{C344C0AF-82B7-4C53-A105-AE8B496B7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770"/>
                <a:ext cx="20" cy="19"/>
              </a:xfrm>
              <a:custGeom>
                <a:avLst/>
                <a:gdLst>
                  <a:gd name="T0" fmla="*/ 0 w 19"/>
                  <a:gd name="T1" fmla="*/ 0 h 17"/>
                  <a:gd name="T2" fmla="*/ 20 w 19"/>
                  <a:gd name="T3" fmla="*/ 10 h 17"/>
                  <a:gd name="T4" fmla="*/ 17 w 19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2"/>
                      <a:pt x="19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3" name="Freeform 3125">
                <a:extLst>
                  <a:ext uri="{FF2B5EF4-FFF2-40B4-BE49-F238E27FC236}">
                    <a16:creationId xmlns:a16="http://schemas.microsoft.com/office/drawing/2014/main" id="{32EBC3DE-96C3-4A6F-B3C9-B3F0999BA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2737"/>
                <a:ext cx="63" cy="33"/>
              </a:xfrm>
              <a:custGeom>
                <a:avLst/>
                <a:gdLst>
                  <a:gd name="T0" fmla="*/ 7 w 60"/>
                  <a:gd name="T1" fmla="*/ 2 h 29"/>
                  <a:gd name="T2" fmla="*/ 2 w 60"/>
                  <a:gd name="T3" fmla="*/ 11 h 29"/>
                  <a:gd name="T4" fmla="*/ 2 w 60"/>
                  <a:gd name="T5" fmla="*/ 22 h 29"/>
                  <a:gd name="T6" fmla="*/ 19 w 60"/>
                  <a:gd name="T7" fmla="*/ 39 h 29"/>
                  <a:gd name="T8" fmla="*/ 41 w 60"/>
                  <a:gd name="T9" fmla="*/ 30 h 29"/>
                  <a:gd name="T10" fmla="*/ 64 w 60"/>
                  <a:gd name="T11" fmla="*/ 22 h 29"/>
                  <a:gd name="T12" fmla="*/ 60 w 6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9">
                    <a:moveTo>
                      <a:pt x="7" y="2"/>
                    </a:moveTo>
                    <a:cubicBezTo>
                      <a:pt x="5" y="2"/>
                      <a:pt x="3" y="6"/>
                      <a:pt x="2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5" y="23"/>
                      <a:pt x="6" y="29"/>
                      <a:pt x="16" y="26"/>
                    </a:cubicBezTo>
                    <a:cubicBezTo>
                      <a:pt x="23" y="25"/>
                      <a:pt x="29" y="22"/>
                      <a:pt x="35" y="20"/>
                    </a:cubicBezTo>
                    <a:cubicBezTo>
                      <a:pt x="41" y="19"/>
                      <a:pt x="51" y="19"/>
                      <a:pt x="55" y="15"/>
                    </a:cubicBezTo>
                    <a:cubicBezTo>
                      <a:pt x="60" y="10"/>
                      <a:pt x="57" y="0"/>
                      <a:pt x="5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4" name="Freeform 3126">
                <a:extLst>
                  <a:ext uri="{FF2B5EF4-FFF2-40B4-BE49-F238E27FC236}">
                    <a16:creationId xmlns:a16="http://schemas.microsoft.com/office/drawing/2014/main" id="{C79C3BF4-88A0-4B9F-B568-03994D077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766"/>
                <a:ext cx="4" cy="8"/>
              </a:xfrm>
              <a:custGeom>
                <a:avLst/>
                <a:gdLst>
                  <a:gd name="T0" fmla="*/ 4 w 4"/>
                  <a:gd name="T1" fmla="*/ 1 h 7"/>
                  <a:gd name="T2" fmla="*/ 0 w 4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1"/>
                    </a:moveTo>
                    <a:cubicBezTo>
                      <a:pt x="2" y="0"/>
                      <a:pt x="0" y="6"/>
                      <a:pt x="0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5" name="Freeform 3127">
                <a:extLst>
                  <a:ext uri="{FF2B5EF4-FFF2-40B4-BE49-F238E27FC236}">
                    <a16:creationId xmlns:a16="http://schemas.microsoft.com/office/drawing/2014/main" id="{E7E23617-E11C-4B92-8728-358DCC76A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751"/>
                <a:ext cx="16" cy="39"/>
              </a:xfrm>
              <a:custGeom>
                <a:avLst/>
                <a:gdLst>
                  <a:gd name="T0" fmla="*/ 0 w 15"/>
                  <a:gd name="T1" fmla="*/ 0 h 35"/>
                  <a:gd name="T2" fmla="*/ 14 w 15"/>
                  <a:gd name="T3" fmla="*/ 39 h 35"/>
                  <a:gd name="T4" fmla="*/ 4 w 15"/>
                  <a:gd name="T5" fmla="*/ 4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5">
                    <a:moveTo>
                      <a:pt x="0" y="0"/>
                    </a:moveTo>
                    <a:cubicBezTo>
                      <a:pt x="6" y="9"/>
                      <a:pt x="15" y="17"/>
                      <a:pt x="11" y="28"/>
                    </a:cubicBezTo>
                    <a:cubicBezTo>
                      <a:pt x="10" y="31"/>
                      <a:pt x="8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6" name="Freeform 3128">
                <a:extLst>
                  <a:ext uri="{FF2B5EF4-FFF2-40B4-BE49-F238E27FC236}">
                    <a16:creationId xmlns:a16="http://schemas.microsoft.com/office/drawing/2014/main" id="{EF9A1806-0474-40DA-8169-D2A53CD83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711"/>
                <a:ext cx="63" cy="23"/>
              </a:xfrm>
              <a:custGeom>
                <a:avLst/>
                <a:gdLst>
                  <a:gd name="T0" fmla="*/ 4 w 59"/>
                  <a:gd name="T1" fmla="*/ 0 h 20"/>
                  <a:gd name="T2" fmla="*/ 5 w 59"/>
                  <a:gd name="T3" fmla="*/ 21 h 20"/>
                  <a:gd name="T4" fmla="*/ 32 w 59"/>
                  <a:gd name="T5" fmla="*/ 29 h 20"/>
                  <a:gd name="T6" fmla="*/ 58 w 59"/>
                  <a:gd name="T7" fmla="*/ 24 h 20"/>
                  <a:gd name="T8" fmla="*/ 70 w 59"/>
                  <a:gd name="T9" fmla="*/ 18 h 20"/>
                  <a:gd name="T10" fmla="*/ 67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3"/>
                      <a:pt x="3" y="10"/>
                      <a:pt x="5" y="14"/>
                    </a:cubicBezTo>
                    <a:cubicBezTo>
                      <a:pt x="9" y="19"/>
                      <a:pt x="19" y="19"/>
                      <a:pt x="26" y="19"/>
                    </a:cubicBezTo>
                    <a:cubicBezTo>
                      <a:pt x="33" y="20"/>
                      <a:pt x="40" y="17"/>
                      <a:pt x="48" y="16"/>
                    </a:cubicBezTo>
                    <a:cubicBezTo>
                      <a:pt x="53" y="16"/>
                      <a:pt x="56" y="17"/>
                      <a:pt x="58" y="12"/>
                    </a:cubicBezTo>
                    <a:cubicBezTo>
                      <a:pt x="59" y="8"/>
                      <a:pt x="59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7" name="Freeform 3129">
                <a:extLst>
                  <a:ext uri="{FF2B5EF4-FFF2-40B4-BE49-F238E27FC236}">
                    <a16:creationId xmlns:a16="http://schemas.microsoft.com/office/drawing/2014/main" id="{1B52CC49-D163-4EE4-823C-C76CCC2FB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49"/>
                <a:ext cx="47" cy="41"/>
              </a:xfrm>
              <a:custGeom>
                <a:avLst/>
                <a:gdLst>
                  <a:gd name="T0" fmla="*/ 5 w 44"/>
                  <a:gd name="T1" fmla="*/ 52 h 36"/>
                  <a:gd name="T2" fmla="*/ 2 w 44"/>
                  <a:gd name="T3" fmla="*/ 22 h 36"/>
                  <a:gd name="T4" fmla="*/ 2 w 44"/>
                  <a:gd name="T5" fmla="*/ 10 h 36"/>
                  <a:gd name="T6" fmla="*/ 26 w 44"/>
                  <a:gd name="T7" fmla="*/ 2 h 36"/>
                  <a:gd name="T8" fmla="*/ 47 w 44"/>
                  <a:gd name="T9" fmla="*/ 2 h 36"/>
                  <a:gd name="T10" fmla="*/ 53 w 44"/>
                  <a:gd name="T11" fmla="*/ 28 h 36"/>
                  <a:gd name="T12" fmla="*/ 48 w 44"/>
                  <a:gd name="T13" fmla="*/ 5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6">
                    <a:moveTo>
                      <a:pt x="5" y="35"/>
                    </a:moveTo>
                    <a:cubicBezTo>
                      <a:pt x="1" y="30"/>
                      <a:pt x="3" y="21"/>
                      <a:pt x="2" y="15"/>
                    </a:cubicBezTo>
                    <a:cubicBezTo>
                      <a:pt x="2" y="12"/>
                      <a:pt x="0" y="9"/>
                      <a:pt x="2" y="7"/>
                    </a:cubicBezTo>
                    <a:cubicBezTo>
                      <a:pt x="5" y="3"/>
                      <a:pt x="16" y="3"/>
                      <a:pt x="21" y="2"/>
                    </a:cubicBezTo>
                    <a:cubicBezTo>
                      <a:pt x="26" y="1"/>
                      <a:pt x="33" y="0"/>
                      <a:pt x="38" y="2"/>
                    </a:cubicBezTo>
                    <a:cubicBezTo>
                      <a:pt x="44" y="5"/>
                      <a:pt x="44" y="13"/>
                      <a:pt x="44" y="19"/>
                    </a:cubicBezTo>
                    <a:cubicBezTo>
                      <a:pt x="44" y="23"/>
                      <a:pt x="44" y="33"/>
                      <a:pt x="39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8" name="Freeform 3130">
                <a:extLst>
                  <a:ext uri="{FF2B5EF4-FFF2-40B4-BE49-F238E27FC236}">
                    <a16:creationId xmlns:a16="http://schemas.microsoft.com/office/drawing/2014/main" id="{821C780F-0194-407F-9603-FB3A9A0AD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728"/>
                <a:ext cx="51" cy="30"/>
              </a:xfrm>
              <a:custGeom>
                <a:avLst/>
                <a:gdLst>
                  <a:gd name="T0" fmla="*/ 5 w 48"/>
                  <a:gd name="T1" fmla="*/ 4 h 27"/>
                  <a:gd name="T2" fmla="*/ 1 w 48"/>
                  <a:gd name="T3" fmla="*/ 12 h 27"/>
                  <a:gd name="T4" fmla="*/ 2 w 48"/>
                  <a:gd name="T5" fmla="*/ 30 h 27"/>
                  <a:gd name="T6" fmla="*/ 33 w 48"/>
                  <a:gd name="T7" fmla="*/ 30 h 27"/>
                  <a:gd name="T8" fmla="*/ 55 w 48"/>
                  <a:gd name="T9" fmla="*/ 18 h 27"/>
                  <a:gd name="T10" fmla="*/ 51 w 48"/>
                  <a:gd name="T11" fmla="*/ 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7">
                    <a:moveTo>
                      <a:pt x="5" y="4"/>
                    </a:moveTo>
                    <a:cubicBezTo>
                      <a:pt x="4" y="4"/>
                      <a:pt x="2" y="7"/>
                      <a:pt x="1" y="9"/>
                    </a:cubicBezTo>
                    <a:cubicBezTo>
                      <a:pt x="0" y="12"/>
                      <a:pt x="0" y="19"/>
                      <a:pt x="2" y="22"/>
                    </a:cubicBezTo>
                    <a:cubicBezTo>
                      <a:pt x="7" y="27"/>
                      <a:pt x="21" y="23"/>
                      <a:pt x="27" y="22"/>
                    </a:cubicBezTo>
                    <a:cubicBezTo>
                      <a:pt x="34" y="22"/>
                      <a:pt x="44" y="22"/>
                      <a:pt x="46" y="13"/>
                    </a:cubicBezTo>
                    <a:cubicBezTo>
                      <a:pt x="47" y="10"/>
                      <a:pt x="48" y="0"/>
                      <a:pt x="42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9" name="Freeform 3131">
                <a:extLst>
                  <a:ext uri="{FF2B5EF4-FFF2-40B4-BE49-F238E27FC236}">
                    <a16:creationId xmlns:a16="http://schemas.microsoft.com/office/drawing/2014/main" id="{BDD54B4E-634B-4AB8-97D3-0262C727A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730"/>
                <a:ext cx="7" cy="9"/>
              </a:xfrm>
              <a:custGeom>
                <a:avLst/>
                <a:gdLst>
                  <a:gd name="T0" fmla="*/ 7 w 7"/>
                  <a:gd name="T1" fmla="*/ 2 h 8"/>
                  <a:gd name="T2" fmla="*/ 0 w 7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cubicBezTo>
                      <a:pt x="4" y="0"/>
                      <a:pt x="0" y="6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0" name="Freeform 3132">
                <a:extLst>
                  <a:ext uri="{FF2B5EF4-FFF2-40B4-BE49-F238E27FC236}">
                    <a16:creationId xmlns:a16="http://schemas.microsoft.com/office/drawing/2014/main" id="{6E09DF92-A936-4B9F-858F-0249E298B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737"/>
                <a:ext cx="67" cy="24"/>
              </a:xfrm>
              <a:custGeom>
                <a:avLst/>
                <a:gdLst>
                  <a:gd name="T0" fmla="*/ 53 w 63"/>
                  <a:gd name="T1" fmla="*/ 2 h 21"/>
                  <a:gd name="T2" fmla="*/ 69 w 63"/>
                  <a:gd name="T3" fmla="*/ 24 h 21"/>
                  <a:gd name="T4" fmla="*/ 55 w 63"/>
                  <a:gd name="T5" fmla="*/ 30 h 21"/>
                  <a:gd name="T6" fmla="*/ 34 w 63"/>
                  <a:gd name="T7" fmla="*/ 30 h 21"/>
                  <a:gd name="T8" fmla="*/ 11 w 63"/>
                  <a:gd name="T9" fmla="*/ 29 h 21"/>
                  <a:gd name="T10" fmla="*/ 0 w 63"/>
                  <a:gd name="T11" fmla="*/ 2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1">
                    <a:moveTo>
                      <a:pt x="44" y="2"/>
                    </a:moveTo>
                    <a:cubicBezTo>
                      <a:pt x="50" y="0"/>
                      <a:pt x="63" y="8"/>
                      <a:pt x="57" y="16"/>
                    </a:cubicBezTo>
                    <a:cubicBezTo>
                      <a:pt x="54" y="18"/>
                      <a:pt x="49" y="19"/>
                      <a:pt x="46" y="20"/>
                    </a:cubicBezTo>
                    <a:cubicBezTo>
                      <a:pt x="40" y="21"/>
                      <a:pt x="35" y="21"/>
                      <a:pt x="28" y="20"/>
                    </a:cubicBezTo>
                    <a:cubicBezTo>
                      <a:pt x="21" y="20"/>
                      <a:pt x="15" y="19"/>
                      <a:pt x="8" y="19"/>
                    </a:cubicBezTo>
                    <a:cubicBezTo>
                      <a:pt x="6" y="19"/>
                      <a:pt x="1" y="20"/>
                      <a:pt x="0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1" name="Freeform 3133">
                <a:extLst>
                  <a:ext uri="{FF2B5EF4-FFF2-40B4-BE49-F238E27FC236}">
                    <a16:creationId xmlns:a16="http://schemas.microsoft.com/office/drawing/2014/main" id="{1D33629E-EEFC-4BFC-8800-54BEE3E5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710"/>
                <a:ext cx="45" cy="33"/>
              </a:xfrm>
              <a:custGeom>
                <a:avLst/>
                <a:gdLst>
                  <a:gd name="T0" fmla="*/ 5 w 43"/>
                  <a:gd name="T1" fmla="*/ 1 h 29"/>
                  <a:gd name="T2" fmla="*/ 2 w 43"/>
                  <a:gd name="T3" fmla="*/ 19 h 29"/>
                  <a:gd name="T4" fmla="*/ 20 w 43"/>
                  <a:gd name="T5" fmla="*/ 41 h 29"/>
                  <a:gd name="T6" fmla="*/ 49 w 43"/>
                  <a:gd name="T7" fmla="*/ 26 h 29"/>
                  <a:gd name="T8" fmla="*/ 44 w 43"/>
                  <a:gd name="T9" fmla="*/ 3 h 29"/>
                  <a:gd name="T10" fmla="*/ 42 w 43"/>
                  <a:gd name="T11" fmla="*/ 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9">
                    <a:moveTo>
                      <a:pt x="5" y="1"/>
                    </a:moveTo>
                    <a:cubicBezTo>
                      <a:pt x="0" y="0"/>
                      <a:pt x="2" y="11"/>
                      <a:pt x="2" y="13"/>
                    </a:cubicBezTo>
                    <a:cubicBezTo>
                      <a:pt x="5" y="22"/>
                      <a:pt x="5" y="29"/>
                      <a:pt x="17" y="28"/>
                    </a:cubicBezTo>
                    <a:cubicBezTo>
                      <a:pt x="23" y="27"/>
                      <a:pt x="43" y="26"/>
                      <a:pt x="43" y="18"/>
                    </a:cubicBezTo>
                    <a:cubicBezTo>
                      <a:pt x="42" y="13"/>
                      <a:pt x="40" y="7"/>
                      <a:pt x="38" y="3"/>
                    </a:cubicBezTo>
                    <a:cubicBezTo>
                      <a:pt x="37" y="2"/>
                      <a:pt x="37" y="2"/>
                      <a:pt x="36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2" name="Freeform 3134">
                <a:extLst>
                  <a:ext uri="{FF2B5EF4-FFF2-40B4-BE49-F238E27FC236}">
                    <a16:creationId xmlns:a16="http://schemas.microsoft.com/office/drawing/2014/main" id="{8D3D07AF-B1BE-49E2-A587-079118D4B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758"/>
                <a:ext cx="9" cy="12"/>
              </a:xfrm>
              <a:custGeom>
                <a:avLst/>
                <a:gdLst>
                  <a:gd name="T0" fmla="*/ 11 w 8"/>
                  <a:gd name="T1" fmla="*/ 0 h 10"/>
                  <a:gd name="T2" fmla="*/ 0 w 8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4" y="1"/>
                      <a:pt x="1" y="7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3" name="Freeform 3135">
                <a:extLst>
                  <a:ext uri="{FF2B5EF4-FFF2-40B4-BE49-F238E27FC236}">
                    <a16:creationId xmlns:a16="http://schemas.microsoft.com/office/drawing/2014/main" id="{E5805F7F-D150-4149-8C7D-B3DFD6D6D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760"/>
                <a:ext cx="12" cy="30"/>
              </a:xfrm>
              <a:custGeom>
                <a:avLst/>
                <a:gdLst>
                  <a:gd name="T0" fmla="*/ 1 w 11"/>
                  <a:gd name="T1" fmla="*/ 0 h 27"/>
                  <a:gd name="T2" fmla="*/ 0 w 11"/>
                  <a:gd name="T3" fmla="*/ 3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" y="0"/>
                    </a:moveTo>
                    <a:cubicBezTo>
                      <a:pt x="9" y="7"/>
                      <a:pt x="11" y="22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4" name="Freeform 3136">
                <a:extLst>
                  <a:ext uri="{FF2B5EF4-FFF2-40B4-BE49-F238E27FC236}">
                    <a16:creationId xmlns:a16="http://schemas.microsoft.com/office/drawing/2014/main" id="{8BF9E416-4248-4FFE-A909-C145F26AB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742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1"/>
                      <a:pt x="1" y="3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5" name="Freeform 3137">
                <a:extLst>
                  <a:ext uri="{FF2B5EF4-FFF2-40B4-BE49-F238E27FC236}">
                    <a16:creationId xmlns:a16="http://schemas.microsoft.com/office/drawing/2014/main" id="{70E6846C-8B70-4882-B4CF-2549DB11A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734"/>
                <a:ext cx="47" cy="37"/>
              </a:xfrm>
              <a:custGeom>
                <a:avLst/>
                <a:gdLst>
                  <a:gd name="T0" fmla="*/ 0 w 44"/>
                  <a:gd name="T1" fmla="*/ 44 h 33"/>
                  <a:gd name="T2" fmla="*/ 17 w 44"/>
                  <a:gd name="T3" fmla="*/ 44 h 33"/>
                  <a:gd name="T4" fmla="*/ 35 w 44"/>
                  <a:gd name="T5" fmla="*/ 38 h 33"/>
                  <a:gd name="T6" fmla="*/ 53 w 44"/>
                  <a:gd name="T7" fmla="*/ 28 h 33"/>
                  <a:gd name="T8" fmla="*/ 37 w 44"/>
                  <a:gd name="T9" fmla="*/ 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3">
                    <a:moveTo>
                      <a:pt x="0" y="31"/>
                    </a:moveTo>
                    <a:cubicBezTo>
                      <a:pt x="5" y="32"/>
                      <a:pt x="9" y="33"/>
                      <a:pt x="14" y="31"/>
                    </a:cubicBezTo>
                    <a:cubicBezTo>
                      <a:pt x="19" y="29"/>
                      <a:pt x="23" y="27"/>
                      <a:pt x="29" y="27"/>
                    </a:cubicBezTo>
                    <a:cubicBezTo>
                      <a:pt x="35" y="27"/>
                      <a:pt x="44" y="29"/>
                      <a:pt x="44" y="20"/>
                    </a:cubicBezTo>
                    <a:cubicBezTo>
                      <a:pt x="44" y="16"/>
                      <a:pt x="36" y="0"/>
                      <a:pt x="31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6" name="Freeform 3138">
                <a:extLst>
                  <a:ext uri="{FF2B5EF4-FFF2-40B4-BE49-F238E27FC236}">
                    <a16:creationId xmlns:a16="http://schemas.microsoft.com/office/drawing/2014/main" id="{E759B223-9D0B-448E-B8E5-874A2933C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711"/>
                <a:ext cx="47" cy="34"/>
              </a:xfrm>
              <a:custGeom>
                <a:avLst/>
                <a:gdLst>
                  <a:gd name="T0" fmla="*/ 51 w 45"/>
                  <a:gd name="T1" fmla="*/ 1 h 30"/>
                  <a:gd name="T2" fmla="*/ 50 w 45"/>
                  <a:gd name="T3" fmla="*/ 0 h 30"/>
                  <a:gd name="T4" fmla="*/ 44 w 45"/>
                  <a:gd name="T5" fmla="*/ 32 h 30"/>
                  <a:gd name="T6" fmla="*/ 19 w 45"/>
                  <a:gd name="T7" fmla="*/ 42 h 30"/>
                  <a:gd name="T8" fmla="*/ 0 w 45"/>
                  <a:gd name="T9" fmla="*/ 4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0">
                    <a:moveTo>
                      <a:pt x="45" y="1"/>
                    </a:moveTo>
                    <a:cubicBezTo>
                      <a:pt x="44" y="1"/>
                      <a:pt x="44" y="0"/>
                      <a:pt x="44" y="0"/>
                    </a:cubicBezTo>
                    <a:cubicBezTo>
                      <a:pt x="41" y="8"/>
                      <a:pt x="45" y="17"/>
                      <a:pt x="38" y="22"/>
                    </a:cubicBezTo>
                    <a:cubicBezTo>
                      <a:pt x="32" y="27"/>
                      <a:pt x="24" y="29"/>
                      <a:pt x="16" y="29"/>
                    </a:cubicBezTo>
                    <a:cubicBezTo>
                      <a:pt x="10" y="29"/>
                      <a:pt x="5" y="28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7" name="Freeform 3139">
                <a:extLst>
                  <a:ext uri="{FF2B5EF4-FFF2-40B4-BE49-F238E27FC236}">
                    <a16:creationId xmlns:a16="http://schemas.microsoft.com/office/drawing/2014/main" id="{C99AD978-E7BA-47B1-AE79-61E9A59A6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762"/>
                <a:ext cx="15" cy="30"/>
              </a:xfrm>
              <a:custGeom>
                <a:avLst/>
                <a:gdLst>
                  <a:gd name="T0" fmla="*/ 0 w 14"/>
                  <a:gd name="T1" fmla="*/ 1 h 27"/>
                  <a:gd name="T2" fmla="*/ 17 w 14"/>
                  <a:gd name="T3" fmla="*/ 21 h 27"/>
                  <a:gd name="T4" fmla="*/ 14 w 14"/>
                  <a:gd name="T5" fmla="*/ 3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0" y="1"/>
                    </a:moveTo>
                    <a:cubicBezTo>
                      <a:pt x="8" y="0"/>
                      <a:pt x="14" y="7"/>
                      <a:pt x="14" y="15"/>
                    </a:cubicBezTo>
                    <a:cubicBezTo>
                      <a:pt x="14" y="19"/>
                      <a:pt x="12" y="23"/>
                      <a:pt x="11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8" name="Freeform 3140">
                <a:extLst>
                  <a:ext uri="{FF2B5EF4-FFF2-40B4-BE49-F238E27FC236}">
                    <a16:creationId xmlns:a16="http://schemas.microsoft.com/office/drawing/2014/main" id="{377B9BDD-6981-4A18-A54C-3D4B79A91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36"/>
                <a:ext cx="52" cy="46"/>
              </a:xfrm>
              <a:custGeom>
                <a:avLst/>
                <a:gdLst>
                  <a:gd name="T0" fmla="*/ 28 w 50"/>
                  <a:gd name="T1" fmla="*/ 0 h 41"/>
                  <a:gd name="T2" fmla="*/ 30 w 50"/>
                  <a:gd name="T3" fmla="*/ 53 h 41"/>
                  <a:gd name="T4" fmla="*/ 8 w 50"/>
                  <a:gd name="T5" fmla="*/ 49 h 41"/>
                  <a:gd name="T6" fmla="*/ 0 w 50"/>
                  <a:gd name="T7" fmla="*/ 4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1">
                    <a:moveTo>
                      <a:pt x="25" y="0"/>
                    </a:moveTo>
                    <a:cubicBezTo>
                      <a:pt x="27" y="8"/>
                      <a:pt x="50" y="41"/>
                      <a:pt x="27" y="37"/>
                    </a:cubicBezTo>
                    <a:cubicBezTo>
                      <a:pt x="20" y="36"/>
                      <a:pt x="15" y="35"/>
                      <a:pt x="8" y="35"/>
                    </a:cubicBezTo>
                    <a:cubicBezTo>
                      <a:pt x="6" y="35"/>
                      <a:pt x="0" y="36"/>
                      <a:pt x="0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9" name="Freeform 3141">
                <a:extLst>
                  <a:ext uri="{FF2B5EF4-FFF2-40B4-BE49-F238E27FC236}">
                    <a16:creationId xmlns:a16="http://schemas.microsoft.com/office/drawing/2014/main" id="{93AA44B1-51E6-4B7C-ADA2-FD3D4F9BE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711"/>
                <a:ext cx="64" cy="38"/>
              </a:xfrm>
              <a:custGeom>
                <a:avLst/>
                <a:gdLst>
                  <a:gd name="T0" fmla="*/ 0 w 60"/>
                  <a:gd name="T1" fmla="*/ 4 h 34"/>
                  <a:gd name="T2" fmla="*/ 19 w 60"/>
                  <a:gd name="T3" fmla="*/ 38 h 34"/>
                  <a:gd name="T4" fmla="*/ 44 w 60"/>
                  <a:gd name="T5" fmla="*/ 42 h 34"/>
                  <a:gd name="T6" fmla="*/ 63 w 60"/>
                  <a:gd name="T7" fmla="*/ 42 h 34"/>
                  <a:gd name="T8" fmla="*/ 65 w 60"/>
                  <a:gd name="T9" fmla="*/ 8 h 34"/>
                  <a:gd name="T10" fmla="*/ 52 w 60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4">
                    <a:moveTo>
                      <a:pt x="0" y="4"/>
                    </a:moveTo>
                    <a:cubicBezTo>
                      <a:pt x="4" y="15"/>
                      <a:pt x="2" y="26"/>
                      <a:pt x="16" y="27"/>
                    </a:cubicBezTo>
                    <a:cubicBezTo>
                      <a:pt x="23" y="28"/>
                      <a:pt x="30" y="28"/>
                      <a:pt x="36" y="30"/>
                    </a:cubicBezTo>
                    <a:cubicBezTo>
                      <a:pt x="42" y="32"/>
                      <a:pt x="47" y="34"/>
                      <a:pt x="52" y="30"/>
                    </a:cubicBezTo>
                    <a:cubicBezTo>
                      <a:pt x="60" y="23"/>
                      <a:pt x="60" y="12"/>
                      <a:pt x="53" y="5"/>
                    </a:cubicBezTo>
                    <a:cubicBezTo>
                      <a:pt x="50" y="2"/>
                      <a:pt x="46" y="0"/>
                      <a:pt x="4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0" name="Freeform 3142">
                <a:extLst>
                  <a:ext uri="{FF2B5EF4-FFF2-40B4-BE49-F238E27FC236}">
                    <a16:creationId xmlns:a16="http://schemas.microsoft.com/office/drawing/2014/main" id="{9643F3A6-8C94-4F80-ADB3-2B8776F63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758"/>
                <a:ext cx="60" cy="31"/>
              </a:xfrm>
              <a:custGeom>
                <a:avLst/>
                <a:gdLst>
                  <a:gd name="T0" fmla="*/ 3 w 57"/>
                  <a:gd name="T1" fmla="*/ 39 h 27"/>
                  <a:gd name="T2" fmla="*/ 2 w 57"/>
                  <a:gd name="T3" fmla="*/ 13 h 27"/>
                  <a:gd name="T4" fmla="*/ 29 w 57"/>
                  <a:gd name="T5" fmla="*/ 0 h 27"/>
                  <a:gd name="T6" fmla="*/ 47 w 57"/>
                  <a:gd name="T7" fmla="*/ 3 h 27"/>
                  <a:gd name="T8" fmla="*/ 62 w 57"/>
                  <a:gd name="T9" fmla="*/ 11 h 27"/>
                  <a:gd name="T10" fmla="*/ 66 w 57"/>
                  <a:gd name="T11" fmla="*/ 41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7">
                    <a:moveTo>
                      <a:pt x="3" y="26"/>
                    </a:moveTo>
                    <a:cubicBezTo>
                      <a:pt x="0" y="23"/>
                      <a:pt x="0" y="13"/>
                      <a:pt x="2" y="9"/>
                    </a:cubicBezTo>
                    <a:cubicBezTo>
                      <a:pt x="6" y="3"/>
                      <a:pt x="20" y="1"/>
                      <a:pt x="26" y="0"/>
                    </a:cubicBezTo>
                    <a:cubicBezTo>
                      <a:pt x="33" y="0"/>
                      <a:pt x="35" y="1"/>
                      <a:pt x="41" y="3"/>
                    </a:cubicBezTo>
                    <a:cubicBezTo>
                      <a:pt x="45" y="5"/>
                      <a:pt x="50" y="4"/>
                      <a:pt x="53" y="8"/>
                    </a:cubicBezTo>
                    <a:cubicBezTo>
                      <a:pt x="57" y="14"/>
                      <a:pt x="56" y="21"/>
                      <a:pt x="57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1" name="Freeform 3143">
                <a:extLst>
                  <a:ext uri="{FF2B5EF4-FFF2-40B4-BE49-F238E27FC236}">
                    <a16:creationId xmlns:a16="http://schemas.microsoft.com/office/drawing/2014/main" id="{6CAE7462-0F73-4F95-B4F6-D25EE1479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710"/>
                <a:ext cx="52" cy="33"/>
              </a:xfrm>
              <a:custGeom>
                <a:avLst/>
                <a:gdLst>
                  <a:gd name="T0" fmla="*/ 1 w 50"/>
                  <a:gd name="T1" fmla="*/ 0 h 29"/>
                  <a:gd name="T2" fmla="*/ 5 w 50"/>
                  <a:gd name="T3" fmla="*/ 34 h 29"/>
                  <a:gd name="T4" fmla="*/ 38 w 50"/>
                  <a:gd name="T5" fmla="*/ 35 h 29"/>
                  <a:gd name="T6" fmla="*/ 56 w 50"/>
                  <a:gd name="T7" fmla="*/ 20 h 29"/>
                  <a:gd name="T8" fmla="*/ 49 w 50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9">
                    <a:moveTo>
                      <a:pt x="1" y="0"/>
                    </a:moveTo>
                    <a:cubicBezTo>
                      <a:pt x="0" y="6"/>
                      <a:pt x="1" y="19"/>
                      <a:pt x="5" y="23"/>
                    </a:cubicBezTo>
                    <a:cubicBezTo>
                      <a:pt x="11" y="29"/>
                      <a:pt x="27" y="25"/>
                      <a:pt x="35" y="24"/>
                    </a:cubicBezTo>
                    <a:cubicBezTo>
                      <a:pt x="41" y="23"/>
                      <a:pt x="49" y="21"/>
                      <a:pt x="50" y="14"/>
                    </a:cubicBezTo>
                    <a:cubicBezTo>
                      <a:pt x="50" y="9"/>
                      <a:pt x="47" y="3"/>
                      <a:pt x="43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2" name="Freeform 3144">
                <a:extLst>
                  <a:ext uri="{FF2B5EF4-FFF2-40B4-BE49-F238E27FC236}">
                    <a16:creationId xmlns:a16="http://schemas.microsoft.com/office/drawing/2014/main" id="{9AF1263E-9D6E-4AB2-ADED-5E1C9ED22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737"/>
                <a:ext cx="6" cy="11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1" y="4"/>
                      <a:pt x="2" y="7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3" name="Freeform 3145">
                <a:extLst>
                  <a:ext uri="{FF2B5EF4-FFF2-40B4-BE49-F238E27FC236}">
                    <a16:creationId xmlns:a16="http://schemas.microsoft.com/office/drawing/2014/main" id="{BBEE0998-5D15-4E07-A1FA-112E84984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740"/>
                <a:ext cx="8" cy="31"/>
              </a:xfrm>
              <a:custGeom>
                <a:avLst/>
                <a:gdLst>
                  <a:gd name="T0" fmla="*/ 1 w 7"/>
                  <a:gd name="T1" fmla="*/ 1 h 27"/>
                  <a:gd name="T2" fmla="*/ 9 w 7"/>
                  <a:gd name="T3" fmla="*/ 23 h 27"/>
                  <a:gd name="T4" fmla="*/ 0 w 7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7">
                    <a:moveTo>
                      <a:pt x="1" y="1"/>
                    </a:moveTo>
                    <a:cubicBezTo>
                      <a:pt x="7" y="0"/>
                      <a:pt x="6" y="11"/>
                      <a:pt x="6" y="15"/>
                    </a:cubicBezTo>
                    <a:cubicBezTo>
                      <a:pt x="7" y="18"/>
                      <a:pt x="4" y="27"/>
                      <a:pt x="0" y="2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4" name="Freeform 3146">
                <a:extLst>
                  <a:ext uri="{FF2B5EF4-FFF2-40B4-BE49-F238E27FC236}">
                    <a16:creationId xmlns:a16="http://schemas.microsoft.com/office/drawing/2014/main" id="{C728AEA3-BE87-4486-A93F-1490ADAB0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731"/>
                <a:ext cx="58" cy="35"/>
              </a:xfrm>
              <a:custGeom>
                <a:avLst/>
                <a:gdLst>
                  <a:gd name="T0" fmla="*/ 56 w 55"/>
                  <a:gd name="T1" fmla="*/ 0 h 31"/>
                  <a:gd name="T2" fmla="*/ 63 w 55"/>
                  <a:gd name="T3" fmla="*/ 9 h 31"/>
                  <a:gd name="T4" fmla="*/ 62 w 55"/>
                  <a:gd name="T5" fmla="*/ 30 h 31"/>
                  <a:gd name="T6" fmla="*/ 58 w 55"/>
                  <a:gd name="T7" fmla="*/ 37 h 31"/>
                  <a:gd name="T8" fmla="*/ 39 w 55"/>
                  <a:gd name="T9" fmla="*/ 42 h 31"/>
                  <a:gd name="T10" fmla="*/ 15 w 55"/>
                  <a:gd name="T11" fmla="*/ 42 h 31"/>
                  <a:gd name="T12" fmla="*/ 0 w 55"/>
                  <a:gd name="T13" fmla="*/ 3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1">
                    <a:moveTo>
                      <a:pt x="47" y="0"/>
                    </a:moveTo>
                    <a:cubicBezTo>
                      <a:pt x="50" y="2"/>
                      <a:pt x="53" y="3"/>
                      <a:pt x="54" y="6"/>
                    </a:cubicBezTo>
                    <a:cubicBezTo>
                      <a:pt x="55" y="10"/>
                      <a:pt x="54" y="18"/>
                      <a:pt x="53" y="21"/>
                    </a:cubicBezTo>
                    <a:cubicBezTo>
                      <a:pt x="52" y="25"/>
                      <a:pt x="54" y="24"/>
                      <a:pt x="49" y="26"/>
                    </a:cubicBezTo>
                    <a:cubicBezTo>
                      <a:pt x="44" y="28"/>
                      <a:pt x="39" y="29"/>
                      <a:pt x="33" y="29"/>
                    </a:cubicBezTo>
                    <a:cubicBezTo>
                      <a:pt x="26" y="29"/>
                      <a:pt x="19" y="29"/>
                      <a:pt x="12" y="29"/>
                    </a:cubicBezTo>
                    <a:cubicBezTo>
                      <a:pt x="8" y="30"/>
                      <a:pt x="2" y="31"/>
                      <a:pt x="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5" name="Freeform 3147">
                <a:extLst>
                  <a:ext uri="{FF2B5EF4-FFF2-40B4-BE49-F238E27FC236}">
                    <a16:creationId xmlns:a16="http://schemas.microsoft.com/office/drawing/2014/main" id="{CAC5CC33-B51D-4C70-AA3A-8AB3258E8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737"/>
                <a:ext cx="5" cy="7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1"/>
                      <a:pt x="1" y="3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6" name="Freeform 3148">
                <a:extLst>
                  <a:ext uri="{FF2B5EF4-FFF2-40B4-BE49-F238E27FC236}">
                    <a16:creationId xmlns:a16="http://schemas.microsoft.com/office/drawing/2014/main" id="{DCC88538-02AC-47D0-B50B-AA1E98757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760"/>
                <a:ext cx="10" cy="30"/>
              </a:xfrm>
              <a:custGeom>
                <a:avLst/>
                <a:gdLst>
                  <a:gd name="T0" fmla="*/ 0 w 9"/>
                  <a:gd name="T1" fmla="*/ 2 h 27"/>
                  <a:gd name="T2" fmla="*/ 8 w 9"/>
                  <a:gd name="T3" fmla="*/ 4 h 27"/>
                  <a:gd name="T4" fmla="*/ 10 w 9"/>
                  <a:gd name="T5" fmla="*/ 21 h 27"/>
                  <a:gd name="T6" fmla="*/ 4 w 9"/>
                  <a:gd name="T7" fmla="*/ 3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7">
                    <a:moveTo>
                      <a:pt x="0" y="2"/>
                    </a:moveTo>
                    <a:cubicBezTo>
                      <a:pt x="1" y="0"/>
                      <a:pt x="3" y="2"/>
                      <a:pt x="5" y="4"/>
                    </a:cubicBezTo>
                    <a:cubicBezTo>
                      <a:pt x="9" y="7"/>
                      <a:pt x="7" y="11"/>
                      <a:pt x="7" y="15"/>
                    </a:cubicBezTo>
                    <a:cubicBezTo>
                      <a:pt x="7" y="19"/>
                      <a:pt x="8" y="25"/>
                      <a:pt x="4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7" name="Freeform 3149">
                <a:extLst>
                  <a:ext uri="{FF2B5EF4-FFF2-40B4-BE49-F238E27FC236}">
                    <a16:creationId xmlns:a16="http://schemas.microsoft.com/office/drawing/2014/main" id="{5ED3BFB1-FD86-4EDD-96B3-2A0CB2C2C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712"/>
                <a:ext cx="63" cy="32"/>
              </a:xfrm>
              <a:custGeom>
                <a:avLst/>
                <a:gdLst>
                  <a:gd name="T0" fmla="*/ 0 w 60"/>
                  <a:gd name="T1" fmla="*/ 33 h 28"/>
                  <a:gd name="T2" fmla="*/ 14 w 60"/>
                  <a:gd name="T3" fmla="*/ 40 h 28"/>
                  <a:gd name="T4" fmla="*/ 32 w 60"/>
                  <a:gd name="T5" fmla="*/ 34 h 28"/>
                  <a:gd name="T6" fmla="*/ 65 w 60"/>
                  <a:gd name="T7" fmla="*/ 31 h 28"/>
                  <a:gd name="T8" fmla="*/ 66 w 60"/>
                  <a:gd name="T9" fmla="*/ 8 h 28"/>
                  <a:gd name="T10" fmla="*/ 59 w 6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2"/>
                    </a:moveTo>
                    <a:cubicBezTo>
                      <a:pt x="4" y="25"/>
                      <a:pt x="6" y="28"/>
                      <a:pt x="11" y="27"/>
                    </a:cubicBezTo>
                    <a:cubicBezTo>
                      <a:pt x="17" y="27"/>
                      <a:pt x="22" y="24"/>
                      <a:pt x="28" y="23"/>
                    </a:cubicBezTo>
                    <a:cubicBezTo>
                      <a:pt x="34" y="22"/>
                      <a:pt x="51" y="26"/>
                      <a:pt x="56" y="21"/>
                    </a:cubicBezTo>
                    <a:cubicBezTo>
                      <a:pt x="60" y="18"/>
                      <a:pt x="58" y="9"/>
                      <a:pt x="57" y="5"/>
                    </a:cubicBezTo>
                    <a:cubicBezTo>
                      <a:pt x="56" y="1"/>
                      <a:pt x="55" y="0"/>
                      <a:pt x="5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8" name="Freeform 3150">
                <a:extLst>
                  <a:ext uri="{FF2B5EF4-FFF2-40B4-BE49-F238E27FC236}">
                    <a16:creationId xmlns:a16="http://schemas.microsoft.com/office/drawing/2014/main" id="{B7F9099C-C760-4973-A45A-9AAD124A6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760"/>
                <a:ext cx="57" cy="30"/>
              </a:xfrm>
              <a:custGeom>
                <a:avLst/>
                <a:gdLst>
                  <a:gd name="T0" fmla="*/ 0 w 54"/>
                  <a:gd name="T1" fmla="*/ 12 h 27"/>
                  <a:gd name="T2" fmla="*/ 24 w 54"/>
                  <a:gd name="T3" fmla="*/ 1 h 27"/>
                  <a:gd name="T4" fmla="*/ 55 w 54"/>
                  <a:gd name="T5" fmla="*/ 9 h 27"/>
                  <a:gd name="T6" fmla="*/ 59 w 54"/>
                  <a:gd name="T7" fmla="*/ 3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27">
                    <a:moveTo>
                      <a:pt x="0" y="9"/>
                    </a:moveTo>
                    <a:cubicBezTo>
                      <a:pt x="1" y="3"/>
                      <a:pt x="16" y="2"/>
                      <a:pt x="21" y="1"/>
                    </a:cubicBezTo>
                    <a:cubicBezTo>
                      <a:pt x="29" y="0"/>
                      <a:pt x="39" y="2"/>
                      <a:pt x="46" y="6"/>
                    </a:cubicBezTo>
                    <a:cubicBezTo>
                      <a:pt x="51" y="9"/>
                      <a:pt x="54" y="21"/>
                      <a:pt x="50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9" name="Freeform 3151">
                <a:extLst>
                  <a:ext uri="{FF2B5EF4-FFF2-40B4-BE49-F238E27FC236}">
                    <a16:creationId xmlns:a16="http://schemas.microsoft.com/office/drawing/2014/main" id="{11A1BF5F-43F2-4CFA-B2A8-2A3F8E098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734"/>
                <a:ext cx="13" cy="40"/>
              </a:xfrm>
              <a:custGeom>
                <a:avLst/>
                <a:gdLst>
                  <a:gd name="T0" fmla="*/ 6 w 13"/>
                  <a:gd name="T1" fmla="*/ 0 h 36"/>
                  <a:gd name="T2" fmla="*/ 9 w 13"/>
                  <a:gd name="T3" fmla="*/ 32 h 36"/>
                  <a:gd name="T4" fmla="*/ 0 w 13"/>
                  <a:gd name="T5" fmla="*/ 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6">
                    <a:moveTo>
                      <a:pt x="6" y="0"/>
                    </a:moveTo>
                    <a:cubicBezTo>
                      <a:pt x="13" y="3"/>
                      <a:pt x="9" y="17"/>
                      <a:pt x="9" y="23"/>
                    </a:cubicBezTo>
                    <a:cubicBezTo>
                      <a:pt x="8" y="29"/>
                      <a:pt x="7" y="36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0" name="Freeform 3152">
                <a:extLst>
                  <a:ext uri="{FF2B5EF4-FFF2-40B4-BE49-F238E27FC236}">
                    <a16:creationId xmlns:a16="http://schemas.microsoft.com/office/drawing/2014/main" id="{79F43D93-02E4-482C-8AE6-D49EB29B5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744"/>
                <a:ext cx="55" cy="45"/>
              </a:xfrm>
              <a:custGeom>
                <a:avLst/>
                <a:gdLst>
                  <a:gd name="T0" fmla="*/ 51 w 52"/>
                  <a:gd name="T1" fmla="*/ 57 h 40"/>
                  <a:gd name="T2" fmla="*/ 57 w 52"/>
                  <a:gd name="T3" fmla="*/ 34 h 40"/>
                  <a:gd name="T4" fmla="*/ 55 w 52"/>
                  <a:gd name="T5" fmla="*/ 9 h 40"/>
                  <a:gd name="T6" fmla="*/ 33 w 52"/>
                  <a:gd name="T7" fmla="*/ 10 h 40"/>
                  <a:gd name="T8" fmla="*/ 13 w 52"/>
                  <a:gd name="T9" fmla="*/ 8 h 40"/>
                  <a:gd name="T10" fmla="*/ 0 w 52"/>
                  <a:gd name="T11" fmla="*/ 3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40">
                    <a:moveTo>
                      <a:pt x="43" y="40"/>
                    </a:moveTo>
                    <a:cubicBezTo>
                      <a:pt x="52" y="39"/>
                      <a:pt x="48" y="30"/>
                      <a:pt x="48" y="24"/>
                    </a:cubicBezTo>
                    <a:cubicBezTo>
                      <a:pt x="48" y="18"/>
                      <a:pt x="49" y="10"/>
                      <a:pt x="46" y="6"/>
                    </a:cubicBezTo>
                    <a:cubicBezTo>
                      <a:pt x="41" y="0"/>
                      <a:pt x="33" y="7"/>
                      <a:pt x="27" y="7"/>
                    </a:cubicBezTo>
                    <a:cubicBezTo>
                      <a:pt x="21" y="7"/>
                      <a:pt x="16" y="6"/>
                      <a:pt x="10" y="5"/>
                    </a:cubicBezTo>
                    <a:cubicBezTo>
                      <a:pt x="7" y="5"/>
                      <a:pt x="2" y="5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1" name="Freeform 3153">
                <a:extLst>
                  <a:ext uri="{FF2B5EF4-FFF2-40B4-BE49-F238E27FC236}">
                    <a16:creationId xmlns:a16="http://schemas.microsoft.com/office/drawing/2014/main" id="{46F3EBB9-A9F4-45EA-B613-39841503B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711"/>
                <a:ext cx="12" cy="38"/>
              </a:xfrm>
              <a:custGeom>
                <a:avLst/>
                <a:gdLst>
                  <a:gd name="T0" fmla="*/ 11 w 11"/>
                  <a:gd name="T1" fmla="*/ 0 h 34"/>
                  <a:gd name="T2" fmla="*/ 5 w 11"/>
                  <a:gd name="T3" fmla="*/ 36 h 34"/>
                  <a:gd name="T4" fmla="*/ 0 w 11"/>
                  <a:gd name="T5" fmla="*/ 4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8" y="0"/>
                    </a:moveTo>
                    <a:cubicBezTo>
                      <a:pt x="9" y="9"/>
                      <a:pt x="11" y="18"/>
                      <a:pt x="5" y="26"/>
                    </a:cubicBezTo>
                    <a:cubicBezTo>
                      <a:pt x="3" y="29"/>
                      <a:pt x="1" y="30"/>
                      <a:pt x="0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2" name="Freeform 3154">
                <a:extLst>
                  <a:ext uri="{FF2B5EF4-FFF2-40B4-BE49-F238E27FC236}">
                    <a16:creationId xmlns:a16="http://schemas.microsoft.com/office/drawing/2014/main" id="{1C885D58-829E-4538-A3A2-C9A783641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725"/>
                <a:ext cx="23" cy="18"/>
              </a:xfrm>
              <a:custGeom>
                <a:avLst/>
                <a:gdLst>
                  <a:gd name="T0" fmla="*/ 2 w 22"/>
                  <a:gd name="T1" fmla="*/ 0 h 16"/>
                  <a:gd name="T2" fmla="*/ 1 w 22"/>
                  <a:gd name="T3" fmla="*/ 14 h 16"/>
                  <a:gd name="T4" fmla="*/ 9 w 22"/>
                  <a:gd name="T5" fmla="*/ 21 h 16"/>
                  <a:gd name="T6" fmla="*/ 21 w 22"/>
                  <a:gd name="T7" fmla="*/ 21 h 16"/>
                  <a:gd name="T8" fmla="*/ 25 w 22"/>
                  <a:gd name="T9" fmla="*/ 1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2" y="0"/>
                    </a:moveTo>
                    <a:cubicBezTo>
                      <a:pt x="0" y="2"/>
                      <a:pt x="0" y="8"/>
                      <a:pt x="1" y="10"/>
                    </a:cubicBezTo>
                    <a:cubicBezTo>
                      <a:pt x="2" y="15"/>
                      <a:pt x="5" y="15"/>
                      <a:pt x="9" y="15"/>
                    </a:cubicBezTo>
                    <a:cubicBezTo>
                      <a:pt x="12" y="15"/>
                      <a:pt x="15" y="16"/>
                      <a:pt x="18" y="15"/>
                    </a:cubicBezTo>
                    <a:cubicBezTo>
                      <a:pt x="20" y="15"/>
                      <a:pt x="20" y="14"/>
                      <a:pt x="22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3" name="Freeform 3155">
                <a:extLst>
                  <a:ext uri="{FF2B5EF4-FFF2-40B4-BE49-F238E27FC236}">
                    <a16:creationId xmlns:a16="http://schemas.microsoft.com/office/drawing/2014/main" id="{6F3EC58F-9109-4D0D-AA3A-84044A394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739"/>
                <a:ext cx="15" cy="14"/>
              </a:xfrm>
              <a:custGeom>
                <a:avLst/>
                <a:gdLst>
                  <a:gd name="T0" fmla="*/ 17 w 14"/>
                  <a:gd name="T1" fmla="*/ 6 h 12"/>
                  <a:gd name="T2" fmla="*/ 3 w 14"/>
                  <a:gd name="T3" fmla="*/ 1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3"/>
                    </a:moveTo>
                    <a:cubicBezTo>
                      <a:pt x="10" y="0"/>
                      <a:pt x="0" y="7"/>
                      <a:pt x="3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4" name="Freeform 3156">
                <a:extLst>
                  <a:ext uri="{FF2B5EF4-FFF2-40B4-BE49-F238E27FC236}">
                    <a16:creationId xmlns:a16="http://schemas.microsoft.com/office/drawing/2014/main" id="{809487E5-C54F-41E6-9FEB-DF2A36B9B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390"/>
                <a:ext cx="55" cy="38"/>
              </a:xfrm>
              <a:custGeom>
                <a:avLst/>
                <a:gdLst>
                  <a:gd name="T0" fmla="*/ 17 w 52"/>
                  <a:gd name="T1" fmla="*/ 1 h 34"/>
                  <a:gd name="T2" fmla="*/ 8 w 52"/>
                  <a:gd name="T3" fmla="*/ 29 h 34"/>
                  <a:gd name="T4" fmla="*/ 16 w 52"/>
                  <a:gd name="T5" fmla="*/ 44 h 34"/>
                  <a:gd name="T6" fmla="*/ 38 w 52"/>
                  <a:gd name="T7" fmla="*/ 46 h 34"/>
                  <a:gd name="T8" fmla="*/ 60 w 52"/>
                  <a:gd name="T9" fmla="*/ 34 h 34"/>
                  <a:gd name="T10" fmla="*/ 56 w 52"/>
                  <a:gd name="T11" fmla="*/ 8 h 34"/>
                  <a:gd name="T12" fmla="*/ 39 w 52"/>
                  <a:gd name="T13" fmla="*/ 1 h 34"/>
                  <a:gd name="T14" fmla="*/ 18 w 52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1"/>
                    </a:moveTo>
                    <a:cubicBezTo>
                      <a:pt x="0" y="0"/>
                      <a:pt x="6" y="13"/>
                      <a:pt x="8" y="21"/>
                    </a:cubicBezTo>
                    <a:cubicBezTo>
                      <a:pt x="9" y="26"/>
                      <a:pt x="9" y="29"/>
                      <a:pt x="13" y="31"/>
                    </a:cubicBezTo>
                    <a:cubicBezTo>
                      <a:pt x="18" y="34"/>
                      <a:pt x="27" y="34"/>
                      <a:pt x="32" y="33"/>
                    </a:cubicBezTo>
                    <a:cubicBezTo>
                      <a:pt x="38" y="32"/>
                      <a:pt x="49" y="31"/>
                      <a:pt x="51" y="24"/>
                    </a:cubicBezTo>
                    <a:cubicBezTo>
                      <a:pt x="52" y="20"/>
                      <a:pt x="51" y="8"/>
                      <a:pt x="47" y="5"/>
                    </a:cubicBezTo>
                    <a:cubicBezTo>
                      <a:pt x="44" y="2"/>
                      <a:pt x="37" y="1"/>
                      <a:pt x="33" y="1"/>
                    </a:cubicBezTo>
                    <a:cubicBezTo>
                      <a:pt x="27" y="0"/>
                      <a:pt x="21" y="1"/>
                      <a:pt x="1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5" name="Freeform 3157">
                <a:extLst>
                  <a:ext uri="{FF2B5EF4-FFF2-40B4-BE49-F238E27FC236}">
                    <a16:creationId xmlns:a16="http://schemas.microsoft.com/office/drawing/2014/main" id="{18CF8567-6012-4A78-8FA3-AC0589CDB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423"/>
                <a:ext cx="52" cy="29"/>
              </a:xfrm>
              <a:custGeom>
                <a:avLst/>
                <a:gdLst>
                  <a:gd name="T0" fmla="*/ 24 w 49"/>
                  <a:gd name="T1" fmla="*/ 8 h 26"/>
                  <a:gd name="T2" fmla="*/ 13 w 49"/>
                  <a:gd name="T3" fmla="*/ 3 h 26"/>
                  <a:gd name="T4" fmla="*/ 1 w 49"/>
                  <a:gd name="T5" fmla="*/ 9 h 26"/>
                  <a:gd name="T6" fmla="*/ 1 w 49"/>
                  <a:gd name="T7" fmla="*/ 23 h 26"/>
                  <a:gd name="T8" fmla="*/ 16 w 49"/>
                  <a:gd name="T9" fmla="*/ 35 h 26"/>
                  <a:gd name="T10" fmla="*/ 45 w 49"/>
                  <a:gd name="T11" fmla="*/ 33 h 26"/>
                  <a:gd name="T12" fmla="*/ 56 w 49"/>
                  <a:gd name="T13" fmla="*/ 13 h 26"/>
                  <a:gd name="T14" fmla="*/ 50 w 49"/>
                  <a:gd name="T15" fmla="*/ 0 h 26"/>
                  <a:gd name="T16" fmla="*/ 36 w 49"/>
                  <a:gd name="T17" fmla="*/ 4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6">
                    <a:moveTo>
                      <a:pt x="21" y="5"/>
                    </a:moveTo>
                    <a:cubicBezTo>
                      <a:pt x="18" y="5"/>
                      <a:pt x="14" y="3"/>
                      <a:pt x="10" y="3"/>
                    </a:cubicBezTo>
                    <a:cubicBezTo>
                      <a:pt x="8" y="4"/>
                      <a:pt x="2" y="5"/>
                      <a:pt x="1" y="6"/>
                    </a:cubicBezTo>
                    <a:cubicBezTo>
                      <a:pt x="0" y="8"/>
                      <a:pt x="1" y="15"/>
                      <a:pt x="1" y="17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2" y="25"/>
                      <a:pt x="30" y="26"/>
                      <a:pt x="38" y="24"/>
                    </a:cubicBezTo>
                    <a:cubicBezTo>
                      <a:pt x="48" y="22"/>
                      <a:pt x="49" y="19"/>
                      <a:pt x="47" y="10"/>
                    </a:cubicBezTo>
                    <a:cubicBezTo>
                      <a:pt x="46" y="7"/>
                      <a:pt x="46" y="0"/>
                      <a:pt x="41" y="0"/>
                    </a:cubicBezTo>
                    <a:cubicBezTo>
                      <a:pt x="39" y="0"/>
                      <a:pt x="32" y="3"/>
                      <a:pt x="3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6" name="Freeform 3158">
                <a:extLst>
                  <a:ext uri="{FF2B5EF4-FFF2-40B4-BE49-F238E27FC236}">
                    <a16:creationId xmlns:a16="http://schemas.microsoft.com/office/drawing/2014/main" id="{45E607B7-9F4C-4059-87B2-0C0CAD197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390"/>
                <a:ext cx="58" cy="28"/>
              </a:xfrm>
              <a:custGeom>
                <a:avLst/>
                <a:gdLst>
                  <a:gd name="T0" fmla="*/ 15 w 55"/>
                  <a:gd name="T1" fmla="*/ 1 h 25"/>
                  <a:gd name="T2" fmla="*/ 2 w 55"/>
                  <a:gd name="T3" fmla="*/ 9 h 25"/>
                  <a:gd name="T4" fmla="*/ 2 w 55"/>
                  <a:gd name="T5" fmla="*/ 27 h 25"/>
                  <a:gd name="T6" fmla="*/ 19 w 55"/>
                  <a:gd name="T7" fmla="*/ 34 h 25"/>
                  <a:gd name="T8" fmla="*/ 46 w 55"/>
                  <a:gd name="T9" fmla="*/ 34 h 25"/>
                  <a:gd name="T10" fmla="*/ 64 w 55"/>
                  <a:gd name="T11" fmla="*/ 22 h 25"/>
                  <a:gd name="T12" fmla="*/ 59 w 55"/>
                  <a:gd name="T13" fmla="*/ 3 h 25"/>
                  <a:gd name="T14" fmla="*/ 41 w 55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12" y="1"/>
                    </a:moveTo>
                    <a:cubicBezTo>
                      <a:pt x="9" y="0"/>
                      <a:pt x="3" y="3"/>
                      <a:pt x="2" y="6"/>
                    </a:cubicBezTo>
                    <a:cubicBezTo>
                      <a:pt x="0" y="10"/>
                      <a:pt x="1" y="16"/>
                      <a:pt x="2" y="19"/>
                    </a:cubicBezTo>
                    <a:cubicBezTo>
                      <a:pt x="4" y="24"/>
                      <a:pt x="10" y="24"/>
                      <a:pt x="16" y="24"/>
                    </a:cubicBezTo>
                    <a:cubicBezTo>
                      <a:pt x="23" y="25"/>
                      <a:pt x="32" y="25"/>
                      <a:pt x="40" y="24"/>
                    </a:cubicBezTo>
                    <a:cubicBezTo>
                      <a:pt x="45" y="24"/>
                      <a:pt x="54" y="23"/>
                      <a:pt x="55" y="16"/>
                    </a:cubicBezTo>
                    <a:cubicBezTo>
                      <a:pt x="55" y="13"/>
                      <a:pt x="53" y="6"/>
                      <a:pt x="50" y="3"/>
                    </a:cubicBezTo>
                    <a:cubicBezTo>
                      <a:pt x="47" y="0"/>
                      <a:pt x="40" y="1"/>
                      <a:pt x="3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7" name="Freeform 3159">
                <a:extLst>
                  <a:ext uri="{FF2B5EF4-FFF2-40B4-BE49-F238E27FC236}">
                    <a16:creationId xmlns:a16="http://schemas.microsoft.com/office/drawing/2014/main" id="{41D41F07-E495-44CD-BC94-C7B68D046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449"/>
                <a:ext cx="7" cy="20"/>
              </a:xfrm>
              <a:custGeom>
                <a:avLst/>
                <a:gdLst>
                  <a:gd name="T0" fmla="*/ 9 w 6"/>
                  <a:gd name="T1" fmla="*/ 3 h 18"/>
                  <a:gd name="T2" fmla="*/ 0 w 6"/>
                  <a:gd name="T3" fmla="*/ 11 h 18"/>
                  <a:gd name="T4" fmla="*/ 0 w 6"/>
                  <a:gd name="T5" fmla="*/ 23 h 18"/>
                  <a:gd name="T6" fmla="*/ 6 w 6"/>
                  <a:gd name="T7" fmla="*/ 2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6" y="3"/>
                    </a:moveTo>
                    <a:cubicBezTo>
                      <a:pt x="4" y="0"/>
                      <a:pt x="1" y="5"/>
                      <a:pt x="0" y="8"/>
                    </a:cubicBezTo>
                    <a:cubicBezTo>
                      <a:pt x="0" y="10"/>
                      <a:pt x="0" y="14"/>
                      <a:pt x="0" y="17"/>
                    </a:cubicBezTo>
                    <a:cubicBezTo>
                      <a:pt x="1" y="18"/>
                      <a:pt x="2" y="18"/>
                      <a:pt x="3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8" name="Freeform 3160">
                <a:extLst>
                  <a:ext uri="{FF2B5EF4-FFF2-40B4-BE49-F238E27FC236}">
                    <a16:creationId xmlns:a16="http://schemas.microsoft.com/office/drawing/2014/main" id="{106BB6A0-F129-4218-A114-787EC3AA2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3449"/>
                <a:ext cx="20" cy="19"/>
              </a:xfrm>
              <a:custGeom>
                <a:avLst/>
                <a:gdLst>
                  <a:gd name="T0" fmla="*/ 0 w 19"/>
                  <a:gd name="T1" fmla="*/ 0 h 17"/>
                  <a:gd name="T2" fmla="*/ 20 w 19"/>
                  <a:gd name="T3" fmla="*/ 10 h 17"/>
                  <a:gd name="T4" fmla="*/ 17 w 19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5" y="1"/>
                      <a:pt x="17" y="7"/>
                    </a:cubicBezTo>
                    <a:cubicBezTo>
                      <a:pt x="19" y="12"/>
                      <a:pt x="19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9" name="Freeform 3161">
                <a:extLst>
                  <a:ext uri="{FF2B5EF4-FFF2-40B4-BE49-F238E27FC236}">
                    <a16:creationId xmlns:a16="http://schemas.microsoft.com/office/drawing/2014/main" id="{FA6C6FD2-A4E6-4C76-B6EC-8F088929E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416"/>
                <a:ext cx="63" cy="33"/>
              </a:xfrm>
              <a:custGeom>
                <a:avLst/>
                <a:gdLst>
                  <a:gd name="T0" fmla="*/ 7 w 60"/>
                  <a:gd name="T1" fmla="*/ 2 h 29"/>
                  <a:gd name="T2" fmla="*/ 2 w 60"/>
                  <a:gd name="T3" fmla="*/ 11 h 29"/>
                  <a:gd name="T4" fmla="*/ 2 w 60"/>
                  <a:gd name="T5" fmla="*/ 22 h 29"/>
                  <a:gd name="T6" fmla="*/ 19 w 60"/>
                  <a:gd name="T7" fmla="*/ 39 h 29"/>
                  <a:gd name="T8" fmla="*/ 42 w 60"/>
                  <a:gd name="T9" fmla="*/ 30 h 29"/>
                  <a:gd name="T10" fmla="*/ 64 w 60"/>
                  <a:gd name="T11" fmla="*/ 22 h 29"/>
                  <a:gd name="T12" fmla="*/ 60 w 6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9">
                    <a:moveTo>
                      <a:pt x="7" y="2"/>
                    </a:moveTo>
                    <a:cubicBezTo>
                      <a:pt x="5" y="2"/>
                      <a:pt x="3" y="6"/>
                      <a:pt x="2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5" y="23"/>
                      <a:pt x="6" y="29"/>
                      <a:pt x="16" y="26"/>
                    </a:cubicBezTo>
                    <a:cubicBezTo>
                      <a:pt x="23" y="25"/>
                      <a:pt x="29" y="22"/>
                      <a:pt x="36" y="20"/>
                    </a:cubicBezTo>
                    <a:cubicBezTo>
                      <a:pt x="41" y="19"/>
                      <a:pt x="51" y="19"/>
                      <a:pt x="55" y="15"/>
                    </a:cubicBezTo>
                    <a:cubicBezTo>
                      <a:pt x="60" y="10"/>
                      <a:pt x="58" y="0"/>
                      <a:pt x="5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0" name="Freeform 3162">
                <a:extLst>
                  <a:ext uri="{FF2B5EF4-FFF2-40B4-BE49-F238E27FC236}">
                    <a16:creationId xmlns:a16="http://schemas.microsoft.com/office/drawing/2014/main" id="{700545A0-D80D-45D6-9C47-63017DEA3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3445"/>
                <a:ext cx="4" cy="8"/>
              </a:xfrm>
              <a:custGeom>
                <a:avLst/>
                <a:gdLst>
                  <a:gd name="T0" fmla="*/ 4 w 4"/>
                  <a:gd name="T1" fmla="*/ 1 h 7"/>
                  <a:gd name="T2" fmla="*/ 1 w 4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1"/>
                    </a:moveTo>
                    <a:cubicBezTo>
                      <a:pt x="2" y="0"/>
                      <a:pt x="0" y="6"/>
                      <a:pt x="1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1" name="Freeform 3163">
                <a:extLst>
                  <a:ext uri="{FF2B5EF4-FFF2-40B4-BE49-F238E27FC236}">
                    <a16:creationId xmlns:a16="http://schemas.microsoft.com/office/drawing/2014/main" id="{8D848FD6-3D06-429A-8DF9-9C98FB758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429"/>
                <a:ext cx="16" cy="40"/>
              </a:xfrm>
              <a:custGeom>
                <a:avLst/>
                <a:gdLst>
                  <a:gd name="T0" fmla="*/ 0 w 15"/>
                  <a:gd name="T1" fmla="*/ 0 h 35"/>
                  <a:gd name="T2" fmla="*/ 14 w 15"/>
                  <a:gd name="T3" fmla="*/ 42 h 35"/>
                  <a:gd name="T4" fmla="*/ 4 w 15"/>
                  <a:gd name="T5" fmla="*/ 5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5">
                    <a:moveTo>
                      <a:pt x="0" y="0"/>
                    </a:moveTo>
                    <a:cubicBezTo>
                      <a:pt x="6" y="9"/>
                      <a:pt x="15" y="17"/>
                      <a:pt x="11" y="28"/>
                    </a:cubicBezTo>
                    <a:cubicBezTo>
                      <a:pt x="10" y="31"/>
                      <a:pt x="8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2" name="Freeform 3164">
                <a:extLst>
                  <a:ext uri="{FF2B5EF4-FFF2-40B4-BE49-F238E27FC236}">
                    <a16:creationId xmlns:a16="http://schemas.microsoft.com/office/drawing/2014/main" id="{B98EC79C-2478-412F-8CF1-1A1B61362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3390"/>
                <a:ext cx="61" cy="23"/>
              </a:xfrm>
              <a:custGeom>
                <a:avLst/>
                <a:gdLst>
                  <a:gd name="T0" fmla="*/ 4 w 58"/>
                  <a:gd name="T1" fmla="*/ 0 h 20"/>
                  <a:gd name="T2" fmla="*/ 4 w 58"/>
                  <a:gd name="T3" fmla="*/ 21 h 20"/>
                  <a:gd name="T4" fmla="*/ 28 w 58"/>
                  <a:gd name="T5" fmla="*/ 29 h 20"/>
                  <a:gd name="T6" fmla="*/ 55 w 58"/>
                  <a:gd name="T7" fmla="*/ 24 h 20"/>
                  <a:gd name="T8" fmla="*/ 66 w 58"/>
                  <a:gd name="T9" fmla="*/ 18 h 20"/>
                  <a:gd name="T10" fmla="*/ 63 w 5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4" y="0"/>
                    </a:moveTo>
                    <a:cubicBezTo>
                      <a:pt x="0" y="3"/>
                      <a:pt x="2" y="10"/>
                      <a:pt x="4" y="14"/>
                    </a:cubicBezTo>
                    <a:cubicBezTo>
                      <a:pt x="8" y="19"/>
                      <a:pt x="18" y="19"/>
                      <a:pt x="25" y="19"/>
                    </a:cubicBezTo>
                    <a:cubicBezTo>
                      <a:pt x="32" y="20"/>
                      <a:pt x="39" y="17"/>
                      <a:pt x="47" y="16"/>
                    </a:cubicBezTo>
                    <a:cubicBezTo>
                      <a:pt x="52" y="16"/>
                      <a:pt x="55" y="17"/>
                      <a:pt x="57" y="12"/>
                    </a:cubicBezTo>
                    <a:cubicBezTo>
                      <a:pt x="58" y="8"/>
                      <a:pt x="58" y="2"/>
                      <a:pt x="5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3" name="Freeform 3165">
                <a:extLst>
                  <a:ext uri="{FF2B5EF4-FFF2-40B4-BE49-F238E27FC236}">
                    <a16:creationId xmlns:a16="http://schemas.microsoft.com/office/drawing/2014/main" id="{D1732B53-0F9E-47B9-975D-EE328C4B8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428"/>
                <a:ext cx="47" cy="41"/>
              </a:xfrm>
              <a:custGeom>
                <a:avLst/>
                <a:gdLst>
                  <a:gd name="T0" fmla="*/ 5 w 45"/>
                  <a:gd name="T1" fmla="*/ 52 h 36"/>
                  <a:gd name="T2" fmla="*/ 2 w 45"/>
                  <a:gd name="T3" fmla="*/ 22 h 36"/>
                  <a:gd name="T4" fmla="*/ 2 w 45"/>
                  <a:gd name="T5" fmla="*/ 10 h 36"/>
                  <a:gd name="T6" fmla="*/ 24 w 45"/>
                  <a:gd name="T7" fmla="*/ 2 h 36"/>
                  <a:gd name="T8" fmla="*/ 44 w 45"/>
                  <a:gd name="T9" fmla="*/ 2 h 36"/>
                  <a:gd name="T10" fmla="*/ 50 w 45"/>
                  <a:gd name="T11" fmla="*/ 28 h 36"/>
                  <a:gd name="T12" fmla="*/ 45 w 45"/>
                  <a:gd name="T13" fmla="*/ 5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5"/>
                    </a:moveTo>
                    <a:cubicBezTo>
                      <a:pt x="1" y="30"/>
                      <a:pt x="4" y="21"/>
                      <a:pt x="2" y="15"/>
                    </a:cubicBezTo>
                    <a:cubicBezTo>
                      <a:pt x="2" y="12"/>
                      <a:pt x="0" y="9"/>
                      <a:pt x="2" y="7"/>
                    </a:cubicBezTo>
                    <a:cubicBezTo>
                      <a:pt x="5" y="3"/>
                      <a:pt x="16" y="3"/>
                      <a:pt x="21" y="2"/>
                    </a:cubicBezTo>
                    <a:cubicBezTo>
                      <a:pt x="26" y="1"/>
                      <a:pt x="34" y="0"/>
                      <a:pt x="38" y="2"/>
                    </a:cubicBezTo>
                    <a:cubicBezTo>
                      <a:pt x="44" y="5"/>
                      <a:pt x="45" y="13"/>
                      <a:pt x="44" y="19"/>
                    </a:cubicBezTo>
                    <a:cubicBezTo>
                      <a:pt x="44" y="23"/>
                      <a:pt x="44" y="33"/>
                      <a:pt x="39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4" name="Freeform 3166">
                <a:extLst>
                  <a:ext uri="{FF2B5EF4-FFF2-40B4-BE49-F238E27FC236}">
                    <a16:creationId xmlns:a16="http://schemas.microsoft.com/office/drawing/2014/main" id="{6EDAEE21-1E84-4C27-AC64-D28D74C7F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387"/>
                <a:ext cx="54" cy="30"/>
              </a:xfrm>
              <a:custGeom>
                <a:avLst/>
                <a:gdLst>
                  <a:gd name="T0" fmla="*/ 3 w 51"/>
                  <a:gd name="T1" fmla="*/ 3 h 27"/>
                  <a:gd name="T2" fmla="*/ 4 w 51"/>
                  <a:gd name="T3" fmla="*/ 29 h 27"/>
                  <a:gd name="T4" fmla="*/ 22 w 51"/>
                  <a:gd name="T5" fmla="*/ 29 h 27"/>
                  <a:gd name="T6" fmla="*/ 39 w 51"/>
                  <a:gd name="T7" fmla="*/ 30 h 27"/>
                  <a:gd name="T8" fmla="*/ 52 w 51"/>
                  <a:gd name="T9" fmla="*/ 36 h 27"/>
                  <a:gd name="T10" fmla="*/ 60 w 51"/>
                  <a:gd name="T11" fmla="*/ 24 h 27"/>
                  <a:gd name="T12" fmla="*/ 52 w 51"/>
                  <a:gd name="T13" fmla="*/ 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7">
                    <a:moveTo>
                      <a:pt x="3" y="3"/>
                    </a:moveTo>
                    <a:cubicBezTo>
                      <a:pt x="2" y="6"/>
                      <a:pt x="0" y="18"/>
                      <a:pt x="4" y="21"/>
                    </a:cubicBezTo>
                    <a:cubicBezTo>
                      <a:pt x="7" y="22"/>
                      <a:pt x="16" y="21"/>
                      <a:pt x="19" y="21"/>
                    </a:cubicBezTo>
                    <a:cubicBezTo>
                      <a:pt x="24" y="20"/>
                      <a:pt x="29" y="20"/>
                      <a:pt x="33" y="22"/>
                    </a:cubicBezTo>
                    <a:cubicBezTo>
                      <a:pt x="36" y="24"/>
                      <a:pt x="40" y="27"/>
                      <a:pt x="43" y="26"/>
                    </a:cubicBezTo>
                    <a:cubicBezTo>
                      <a:pt x="48" y="26"/>
                      <a:pt x="51" y="22"/>
                      <a:pt x="51" y="18"/>
                    </a:cubicBezTo>
                    <a:cubicBezTo>
                      <a:pt x="51" y="15"/>
                      <a:pt x="49" y="0"/>
                      <a:pt x="43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5" name="Freeform 3167">
                <a:extLst>
                  <a:ext uri="{FF2B5EF4-FFF2-40B4-BE49-F238E27FC236}">
                    <a16:creationId xmlns:a16="http://schemas.microsoft.com/office/drawing/2014/main" id="{C6E3C47F-61B6-4DD1-AFAC-682302F47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3406"/>
                <a:ext cx="51" cy="31"/>
              </a:xfrm>
              <a:custGeom>
                <a:avLst/>
                <a:gdLst>
                  <a:gd name="T0" fmla="*/ 5 w 48"/>
                  <a:gd name="T1" fmla="*/ 8 h 28"/>
                  <a:gd name="T2" fmla="*/ 1 w 48"/>
                  <a:gd name="T3" fmla="*/ 13 h 28"/>
                  <a:gd name="T4" fmla="*/ 3 w 48"/>
                  <a:gd name="T5" fmla="*/ 31 h 28"/>
                  <a:gd name="T6" fmla="*/ 33 w 48"/>
                  <a:gd name="T7" fmla="*/ 31 h 28"/>
                  <a:gd name="T8" fmla="*/ 55 w 48"/>
                  <a:gd name="T9" fmla="*/ 20 h 28"/>
                  <a:gd name="T10" fmla="*/ 51 w 48"/>
                  <a:gd name="T11" fmla="*/ 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4" y="5"/>
                      <a:pt x="2" y="8"/>
                      <a:pt x="1" y="10"/>
                    </a:cubicBezTo>
                    <a:cubicBezTo>
                      <a:pt x="0" y="13"/>
                      <a:pt x="0" y="20"/>
                      <a:pt x="3" y="23"/>
                    </a:cubicBezTo>
                    <a:cubicBezTo>
                      <a:pt x="7" y="28"/>
                      <a:pt x="21" y="24"/>
                      <a:pt x="27" y="23"/>
                    </a:cubicBezTo>
                    <a:cubicBezTo>
                      <a:pt x="34" y="23"/>
                      <a:pt x="44" y="23"/>
                      <a:pt x="46" y="14"/>
                    </a:cubicBezTo>
                    <a:cubicBezTo>
                      <a:pt x="47" y="11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6" name="Freeform 3168">
                <a:extLst>
                  <a:ext uri="{FF2B5EF4-FFF2-40B4-BE49-F238E27FC236}">
                    <a16:creationId xmlns:a16="http://schemas.microsoft.com/office/drawing/2014/main" id="{43B5BA99-F598-40EB-A8D4-101134178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3390"/>
                <a:ext cx="55" cy="38"/>
              </a:xfrm>
              <a:custGeom>
                <a:avLst/>
                <a:gdLst>
                  <a:gd name="T0" fmla="*/ 17 w 52"/>
                  <a:gd name="T1" fmla="*/ 1 h 34"/>
                  <a:gd name="T2" fmla="*/ 8 w 52"/>
                  <a:gd name="T3" fmla="*/ 29 h 34"/>
                  <a:gd name="T4" fmla="*/ 16 w 52"/>
                  <a:gd name="T5" fmla="*/ 44 h 34"/>
                  <a:gd name="T6" fmla="*/ 38 w 52"/>
                  <a:gd name="T7" fmla="*/ 46 h 34"/>
                  <a:gd name="T8" fmla="*/ 60 w 52"/>
                  <a:gd name="T9" fmla="*/ 34 h 34"/>
                  <a:gd name="T10" fmla="*/ 56 w 52"/>
                  <a:gd name="T11" fmla="*/ 8 h 34"/>
                  <a:gd name="T12" fmla="*/ 39 w 52"/>
                  <a:gd name="T13" fmla="*/ 1 h 34"/>
                  <a:gd name="T14" fmla="*/ 18 w 52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1"/>
                    </a:moveTo>
                    <a:cubicBezTo>
                      <a:pt x="0" y="0"/>
                      <a:pt x="6" y="13"/>
                      <a:pt x="8" y="21"/>
                    </a:cubicBezTo>
                    <a:cubicBezTo>
                      <a:pt x="9" y="26"/>
                      <a:pt x="9" y="29"/>
                      <a:pt x="13" y="31"/>
                    </a:cubicBezTo>
                    <a:cubicBezTo>
                      <a:pt x="18" y="34"/>
                      <a:pt x="27" y="34"/>
                      <a:pt x="32" y="33"/>
                    </a:cubicBezTo>
                    <a:cubicBezTo>
                      <a:pt x="38" y="32"/>
                      <a:pt x="49" y="31"/>
                      <a:pt x="51" y="24"/>
                    </a:cubicBezTo>
                    <a:cubicBezTo>
                      <a:pt x="52" y="20"/>
                      <a:pt x="50" y="8"/>
                      <a:pt x="47" y="5"/>
                    </a:cubicBezTo>
                    <a:cubicBezTo>
                      <a:pt x="43" y="2"/>
                      <a:pt x="37" y="1"/>
                      <a:pt x="33" y="1"/>
                    </a:cubicBezTo>
                    <a:cubicBezTo>
                      <a:pt x="27" y="0"/>
                      <a:pt x="21" y="1"/>
                      <a:pt x="15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7" name="Freeform 3169">
                <a:extLst>
                  <a:ext uri="{FF2B5EF4-FFF2-40B4-BE49-F238E27FC236}">
                    <a16:creationId xmlns:a16="http://schemas.microsoft.com/office/drawing/2014/main" id="{B7A8337E-2D4E-4E9D-8604-DA5AA1D6B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423"/>
                <a:ext cx="52" cy="29"/>
              </a:xfrm>
              <a:custGeom>
                <a:avLst/>
                <a:gdLst>
                  <a:gd name="T0" fmla="*/ 24 w 49"/>
                  <a:gd name="T1" fmla="*/ 8 h 26"/>
                  <a:gd name="T2" fmla="*/ 13 w 49"/>
                  <a:gd name="T3" fmla="*/ 3 h 26"/>
                  <a:gd name="T4" fmla="*/ 1 w 49"/>
                  <a:gd name="T5" fmla="*/ 9 h 26"/>
                  <a:gd name="T6" fmla="*/ 1 w 49"/>
                  <a:gd name="T7" fmla="*/ 23 h 26"/>
                  <a:gd name="T8" fmla="*/ 16 w 49"/>
                  <a:gd name="T9" fmla="*/ 35 h 26"/>
                  <a:gd name="T10" fmla="*/ 45 w 49"/>
                  <a:gd name="T11" fmla="*/ 33 h 26"/>
                  <a:gd name="T12" fmla="*/ 56 w 49"/>
                  <a:gd name="T13" fmla="*/ 13 h 26"/>
                  <a:gd name="T14" fmla="*/ 50 w 49"/>
                  <a:gd name="T15" fmla="*/ 0 h 26"/>
                  <a:gd name="T16" fmla="*/ 36 w 49"/>
                  <a:gd name="T17" fmla="*/ 4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6">
                    <a:moveTo>
                      <a:pt x="21" y="5"/>
                    </a:moveTo>
                    <a:cubicBezTo>
                      <a:pt x="17" y="5"/>
                      <a:pt x="14" y="3"/>
                      <a:pt x="10" y="3"/>
                    </a:cubicBezTo>
                    <a:cubicBezTo>
                      <a:pt x="8" y="4"/>
                      <a:pt x="2" y="5"/>
                      <a:pt x="1" y="6"/>
                    </a:cubicBezTo>
                    <a:cubicBezTo>
                      <a:pt x="0" y="8"/>
                      <a:pt x="1" y="15"/>
                      <a:pt x="1" y="17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1" y="25"/>
                      <a:pt x="30" y="26"/>
                      <a:pt x="38" y="24"/>
                    </a:cubicBezTo>
                    <a:cubicBezTo>
                      <a:pt x="47" y="22"/>
                      <a:pt x="49" y="19"/>
                      <a:pt x="47" y="10"/>
                    </a:cubicBezTo>
                    <a:cubicBezTo>
                      <a:pt x="46" y="7"/>
                      <a:pt x="46" y="0"/>
                      <a:pt x="41" y="0"/>
                    </a:cubicBezTo>
                    <a:cubicBezTo>
                      <a:pt x="39" y="0"/>
                      <a:pt x="32" y="3"/>
                      <a:pt x="3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8" name="Freeform 3170">
                <a:extLst>
                  <a:ext uri="{FF2B5EF4-FFF2-40B4-BE49-F238E27FC236}">
                    <a16:creationId xmlns:a16="http://schemas.microsoft.com/office/drawing/2014/main" id="{B1C1025F-A7BD-4459-BFF0-DACAC1799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3390"/>
                <a:ext cx="58" cy="28"/>
              </a:xfrm>
              <a:custGeom>
                <a:avLst/>
                <a:gdLst>
                  <a:gd name="T0" fmla="*/ 15 w 55"/>
                  <a:gd name="T1" fmla="*/ 1 h 25"/>
                  <a:gd name="T2" fmla="*/ 1 w 55"/>
                  <a:gd name="T3" fmla="*/ 9 h 25"/>
                  <a:gd name="T4" fmla="*/ 2 w 55"/>
                  <a:gd name="T5" fmla="*/ 27 h 25"/>
                  <a:gd name="T6" fmla="*/ 18 w 55"/>
                  <a:gd name="T7" fmla="*/ 34 h 25"/>
                  <a:gd name="T8" fmla="*/ 46 w 55"/>
                  <a:gd name="T9" fmla="*/ 34 h 25"/>
                  <a:gd name="T10" fmla="*/ 63 w 55"/>
                  <a:gd name="T11" fmla="*/ 22 h 25"/>
                  <a:gd name="T12" fmla="*/ 59 w 55"/>
                  <a:gd name="T13" fmla="*/ 3 h 25"/>
                  <a:gd name="T14" fmla="*/ 41 w 55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12" y="1"/>
                    </a:moveTo>
                    <a:cubicBezTo>
                      <a:pt x="9" y="0"/>
                      <a:pt x="3" y="3"/>
                      <a:pt x="1" y="6"/>
                    </a:cubicBezTo>
                    <a:cubicBezTo>
                      <a:pt x="0" y="10"/>
                      <a:pt x="0" y="16"/>
                      <a:pt x="2" y="19"/>
                    </a:cubicBezTo>
                    <a:cubicBezTo>
                      <a:pt x="4" y="24"/>
                      <a:pt x="10" y="24"/>
                      <a:pt x="15" y="24"/>
                    </a:cubicBezTo>
                    <a:cubicBezTo>
                      <a:pt x="23" y="25"/>
                      <a:pt x="32" y="25"/>
                      <a:pt x="40" y="24"/>
                    </a:cubicBezTo>
                    <a:cubicBezTo>
                      <a:pt x="45" y="24"/>
                      <a:pt x="54" y="23"/>
                      <a:pt x="54" y="16"/>
                    </a:cubicBezTo>
                    <a:cubicBezTo>
                      <a:pt x="55" y="13"/>
                      <a:pt x="53" y="6"/>
                      <a:pt x="50" y="3"/>
                    </a:cubicBezTo>
                    <a:cubicBezTo>
                      <a:pt x="46" y="0"/>
                      <a:pt x="40" y="1"/>
                      <a:pt x="3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9" name="Freeform 3171">
                <a:extLst>
                  <a:ext uri="{FF2B5EF4-FFF2-40B4-BE49-F238E27FC236}">
                    <a16:creationId xmlns:a16="http://schemas.microsoft.com/office/drawing/2014/main" id="{71FB5593-691F-499E-A7AE-47FAFC8C2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3449"/>
                <a:ext cx="20" cy="19"/>
              </a:xfrm>
              <a:custGeom>
                <a:avLst/>
                <a:gdLst>
                  <a:gd name="T0" fmla="*/ 0 w 19"/>
                  <a:gd name="T1" fmla="*/ 0 h 17"/>
                  <a:gd name="T2" fmla="*/ 20 w 19"/>
                  <a:gd name="T3" fmla="*/ 10 h 17"/>
                  <a:gd name="T4" fmla="*/ 17 w 19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2"/>
                      <a:pt x="19" y="16"/>
                      <a:pt x="14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0" name="Freeform 3172">
                <a:extLst>
                  <a:ext uri="{FF2B5EF4-FFF2-40B4-BE49-F238E27FC236}">
                    <a16:creationId xmlns:a16="http://schemas.microsoft.com/office/drawing/2014/main" id="{9A8F2684-228E-4460-A818-97340B7F7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3416"/>
                <a:ext cx="63" cy="33"/>
              </a:xfrm>
              <a:custGeom>
                <a:avLst/>
                <a:gdLst>
                  <a:gd name="T0" fmla="*/ 7 w 60"/>
                  <a:gd name="T1" fmla="*/ 2 h 29"/>
                  <a:gd name="T2" fmla="*/ 2 w 60"/>
                  <a:gd name="T3" fmla="*/ 11 h 29"/>
                  <a:gd name="T4" fmla="*/ 2 w 60"/>
                  <a:gd name="T5" fmla="*/ 22 h 29"/>
                  <a:gd name="T6" fmla="*/ 19 w 60"/>
                  <a:gd name="T7" fmla="*/ 39 h 29"/>
                  <a:gd name="T8" fmla="*/ 41 w 60"/>
                  <a:gd name="T9" fmla="*/ 30 h 29"/>
                  <a:gd name="T10" fmla="*/ 64 w 60"/>
                  <a:gd name="T11" fmla="*/ 22 h 29"/>
                  <a:gd name="T12" fmla="*/ 60 w 6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9">
                    <a:moveTo>
                      <a:pt x="7" y="2"/>
                    </a:moveTo>
                    <a:cubicBezTo>
                      <a:pt x="5" y="2"/>
                      <a:pt x="3" y="6"/>
                      <a:pt x="2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5" y="23"/>
                      <a:pt x="6" y="29"/>
                      <a:pt x="16" y="26"/>
                    </a:cubicBezTo>
                    <a:cubicBezTo>
                      <a:pt x="23" y="25"/>
                      <a:pt x="29" y="22"/>
                      <a:pt x="35" y="20"/>
                    </a:cubicBezTo>
                    <a:cubicBezTo>
                      <a:pt x="41" y="19"/>
                      <a:pt x="51" y="19"/>
                      <a:pt x="55" y="15"/>
                    </a:cubicBezTo>
                    <a:cubicBezTo>
                      <a:pt x="60" y="10"/>
                      <a:pt x="57" y="0"/>
                      <a:pt x="5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1" name="Freeform 3173">
                <a:extLst>
                  <a:ext uri="{FF2B5EF4-FFF2-40B4-BE49-F238E27FC236}">
                    <a16:creationId xmlns:a16="http://schemas.microsoft.com/office/drawing/2014/main" id="{7F2525AE-E3EE-457D-8E07-38702EF42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3445"/>
                <a:ext cx="4" cy="8"/>
              </a:xfrm>
              <a:custGeom>
                <a:avLst/>
                <a:gdLst>
                  <a:gd name="T0" fmla="*/ 4 w 4"/>
                  <a:gd name="T1" fmla="*/ 1 h 7"/>
                  <a:gd name="T2" fmla="*/ 0 w 4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1"/>
                    </a:moveTo>
                    <a:cubicBezTo>
                      <a:pt x="2" y="0"/>
                      <a:pt x="0" y="6"/>
                      <a:pt x="0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2" name="Freeform 3174">
                <a:extLst>
                  <a:ext uri="{FF2B5EF4-FFF2-40B4-BE49-F238E27FC236}">
                    <a16:creationId xmlns:a16="http://schemas.microsoft.com/office/drawing/2014/main" id="{07D7F2C6-FDC4-422C-9AAC-59BBC8DF7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3429"/>
                <a:ext cx="16" cy="40"/>
              </a:xfrm>
              <a:custGeom>
                <a:avLst/>
                <a:gdLst>
                  <a:gd name="T0" fmla="*/ 0 w 15"/>
                  <a:gd name="T1" fmla="*/ 0 h 35"/>
                  <a:gd name="T2" fmla="*/ 14 w 15"/>
                  <a:gd name="T3" fmla="*/ 42 h 35"/>
                  <a:gd name="T4" fmla="*/ 4 w 15"/>
                  <a:gd name="T5" fmla="*/ 5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5">
                    <a:moveTo>
                      <a:pt x="0" y="0"/>
                    </a:moveTo>
                    <a:cubicBezTo>
                      <a:pt x="6" y="9"/>
                      <a:pt x="15" y="17"/>
                      <a:pt x="11" y="28"/>
                    </a:cubicBezTo>
                    <a:cubicBezTo>
                      <a:pt x="10" y="31"/>
                      <a:pt x="8" y="34"/>
                      <a:pt x="4" y="3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3" name="Freeform 3175">
                <a:extLst>
                  <a:ext uri="{FF2B5EF4-FFF2-40B4-BE49-F238E27FC236}">
                    <a16:creationId xmlns:a16="http://schemas.microsoft.com/office/drawing/2014/main" id="{A45A37FC-A592-4E10-B00A-B70542677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3390"/>
                <a:ext cx="63" cy="23"/>
              </a:xfrm>
              <a:custGeom>
                <a:avLst/>
                <a:gdLst>
                  <a:gd name="T0" fmla="*/ 4 w 59"/>
                  <a:gd name="T1" fmla="*/ 0 h 20"/>
                  <a:gd name="T2" fmla="*/ 5 w 59"/>
                  <a:gd name="T3" fmla="*/ 21 h 20"/>
                  <a:gd name="T4" fmla="*/ 32 w 59"/>
                  <a:gd name="T5" fmla="*/ 29 h 20"/>
                  <a:gd name="T6" fmla="*/ 58 w 59"/>
                  <a:gd name="T7" fmla="*/ 24 h 20"/>
                  <a:gd name="T8" fmla="*/ 70 w 59"/>
                  <a:gd name="T9" fmla="*/ 18 h 20"/>
                  <a:gd name="T10" fmla="*/ 67 w 5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0">
                    <a:moveTo>
                      <a:pt x="4" y="0"/>
                    </a:moveTo>
                    <a:cubicBezTo>
                      <a:pt x="0" y="3"/>
                      <a:pt x="3" y="10"/>
                      <a:pt x="5" y="14"/>
                    </a:cubicBezTo>
                    <a:cubicBezTo>
                      <a:pt x="9" y="19"/>
                      <a:pt x="19" y="19"/>
                      <a:pt x="26" y="19"/>
                    </a:cubicBezTo>
                    <a:cubicBezTo>
                      <a:pt x="33" y="20"/>
                      <a:pt x="40" y="17"/>
                      <a:pt x="48" y="16"/>
                    </a:cubicBezTo>
                    <a:cubicBezTo>
                      <a:pt x="53" y="16"/>
                      <a:pt x="56" y="17"/>
                      <a:pt x="58" y="12"/>
                    </a:cubicBezTo>
                    <a:cubicBezTo>
                      <a:pt x="59" y="8"/>
                      <a:pt x="59" y="2"/>
                      <a:pt x="5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4" name="Freeform 3176">
                <a:extLst>
                  <a:ext uri="{FF2B5EF4-FFF2-40B4-BE49-F238E27FC236}">
                    <a16:creationId xmlns:a16="http://schemas.microsoft.com/office/drawing/2014/main" id="{51723636-56C1-4212-B6F5-1DD2CD3B7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3428"/>
                <a:ext cx="47" cy="41"/>
              </a:xfrm>
              <a:custGeom>
                <a:avLst/>
                <a:gdLst>
                  <a:gd name="T0" fmla="*/ 5 w 44"/>
                  <a:gd name="T1" fmla="*/ 52 h 36"/>
                  <a:gd name="T2" fmla="*/ 2 w 44"/>
                  <a:gd name="T3" fmla="*/ 22 h 36"/>
                  <a:gd name="T4" fmla="*/ 2 w 44"/>
                  <a:gd name="T5" fmla="*/ 10 h 36"/>
                  <a:gd name="T6" fmla="*/ 26 w 44"/>
                  <a:gd name="T7" fmla="*/ 2 h 36"/>
                  <a:gd name="T8" fmla="*/ 47 w 44"/>
                  <a:gd name="T9" fmla="*/ 2 h 36"/>
                  <a:gd name="T10" fmla="*/ 53 w 44"/>
                  <a:gd name="T11" fmla="*/ 28 h 36"/>
                  <a:gd name="T12" fmla="*/ 48 w 44"/>
                  <a:gd name="T13" fmla="*/ 5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6">
                    <a:moveTo>
                      <a:pt x="5" y="35"/>
                    </a:moveTo>
                    <a:cubicBezTo>
                      <a:pt x="1" y="30"/>
                      <a:pt x="3" y="21"/>
                      <a:pt x="2" y="15"/>
                    </a:cubicBezTo>
                    <a:cubicBezTo>
                      <a:pt x="2" y="12"/>
                      <a:pt x="0" y="9"/>
                      <a:pt x="2" y="7"/>
                    </a:cubicBezTo>
                    <a:cubicBezTo>
                      <a:pt x="5" y="3"/>
                      <a:pt x="16" y="3"/>
                      <a:pt x="21" y="2"/>
                    </a:cubicBezTo>
                    <a:cubicBezTo>
                      <a:pt x="26" y="1"/>
                      <a:pt x="33" y="0"/>
                      <a:pt x="38" y="2"/>
                    </a:cubicBezTo>
                    <a:cubicBezTo>
                      <a:pt x="44" y="5"/>
                      <a:pt x="44" y="13"/>
                      <a:pt x="44" y="19"/>
                    </a:cubicBezTo>
                    <a:cubicBezTo>
                      <a:pt x="44" y="23"/>
                      <a:pt x="44" y="33"/>
                      <a:pt x="39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5" name="Freeform 3177">
                <a:extLst>
                  <a:ext uri="{FF2B5EF4-FFF2-40B4-BE49-F238E27FC236}">
                    <a16:creationId xmlns:a16="http://schemas.microsoft.com/office/drawing/2014/main" id="{0380FB6A-56D2-465F-A3E2-B4E0D1F3F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3406"/>
                <a:ext cx="51" cy="31"/>
              </a:xfrm>
              <a:custGeom>
                <a:avLst/>
                <a:gdLst>
                  <a:gd name="T0" fmla="*/ 5 w 48"/>
                  <a:gd name="T1" fmla="*/ 8 h 28"/>
                  <a:gd name="T2" fmla="*/ 1 w 48"/>
                  <a:gd name="T3" fmla="*/ 13 h 28"/>
                  <a:gd name="T4" fmla="*/ 2 w 48"/>
                  <a:gd name="T5" fmla="*/ 31 h 28"/>
                  <a:gd name="T6" fmla="*/ 33 w 48"/>
                  <a:gd name="T7" fmla="*/ 31 h 28"/>
                  <a:gd name="T8" fmla="*/ 55 w 48"/>
                  <a:gd name="T9" fmla="*/ 20 h 28"/>
                  <a:gd name="T10" fmla="*/ 51 w 48"/>
                  <a:gd name="T11" fmla="*/ 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4" y="5"/>
                      <a:pt x="2" y="8"/>
                      <a:pt x="1" y="10"/>
                    </a:cubicBezTo>
                    <a:cubicBezTo>
                      <a:pt x="0" y="13"/>
                      <a:pt x="0" y="20"/>
                      <a:pt x="2" y="23"/>
                    </a:cubicBezTo>
                    <a:cubicBezTo>
                      <a:pt x="7" y="28"/>
                      <a:pt x="21" y="24"/>
                      <a:pt x="27" y="23"/>
                    </a:cubicBezTo>
                    <a:cubicBezTo>
                      <a:pt x="34" y="23"/>
                      <a:pt x="44" y="23"/>
                      <a:pt x="46" y="14"/>
                    </a:cubicBezTo>
                    <a:cubicBezTo>
                      <a:pt x="47" y="11"/>
                      <a:pt x="48" y="0"/>
                      <a:pt x="42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6" name="Freeform 3178">
                <a:extLst>
                  <a:ext uri="{FF2B5EF4-FFF2-40B4-BE49-F238E27FC236}">
                    <a16:creationId xmlns:a16="http://schemas.microsoft.com/office/drawing/2014/main" id="{3899229C-A1FA-4A2C-B306-E893D24E8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409"/>
                <a:ext cx="7" cy="9"/>
              </a:xfrm>
              <a:custGeom>
                <a:avLst/>
                <a:gdLst>
                  <a:gd name="T0" fmla="*/ 7 w 7"/>
                  <a:gd name="T1" fmla="*/ 2 h 8"/>
                  <a:gd name="T2" fmla="*/ 0 w 7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cubicBezTo>
                      <a:pt x="4" y="0"/>
                      <a:pt x="0" y="6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7" name="Freeform 3179">
                <a:extLst>
                  <a:ext uri="{FF2B5EF4-FFF2-40B4-BE49-F238E27FC236}">
                    <a16:creationId xmlns:a16="http://schemas.microsoft.com/office/drawing/2014/main" id="{7C98A748-DA25-404F-93C1-94019B8F5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416"/>
                <a:ext cx="67" cy="24"/>
              </a:xfrm>
              <a:custGeom>
                <a:avLst/>
                <a:gdLst>
                  <a:gd name="T0" fmla="*/ 53 w 63"/>
                  <a:gd name="T1" fmla="*/ 2 h 21"/>
                  <a:gd name="T2" fmla="*/ 69 w 63"/>
                  <a:gd name="T3" fmla="*/ 24 h 21"/>
                  <a:gd name="T4" fmla="*/ 55 w 63"/>
                  <a:gd name="T5" fmla="*/ 30 h 21"/>
                  <a:gd name="T6" fmla="*/ 34 w 63"/>
                  <a:gd name="T7" fmla="*/ 30 h 21"/>
                  <a:gd name="T8" fmla="*/ 11 w 63"/>
                  <a:gd name="T9" fmla="*/ 29 h 21"/>
                  <a:gd name="T10" fmla="*/ 0 w 63"/>
                  <a:gd name="T11" fmla="*/ 2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1">
                    <a:moveTo>
                      <a:pt x="44" y="2"/>
                    </a:moveTo>
                    <a:cubicBezTo>
                      <a:pt x="50" y="0"/>
                      <a:pt x="63" y="8"/>
                      <a:pt x="57" y="16"/>
                    </a:cubicBezTo>
                    <a:cubicBezTo>
                      <a:pt x="54" y="18"/>
                      <a:pt x="49" y="19"/>
                      <a:pt x="46" y="20"/>
                    </a:cubicBezTo>
                    <a:cubicBezTo>
                      <a:pt x="40" y="21"/>
                      <a:pt x="35" y="21"/>
                      <a:pt x="28" y="20"/>
                    </a:cubicBezTo>
                    <a:cubicBezTo>
                      <a:pt x="21" y="20"/>
                      <a:pt x="15" y="19"/>
                      <a:pt x="8" y="19"/>
                    </a:cubicBezTo>
                    <a:cubicBezTo>
                      <a:pt x="6" y="19"/>
                      <a:pt x="1" y="20"/>
                      <a:pt x="0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8" name="Freeform 3180">
                <a:extLst>
                  <a:ext uri="{FF2B5EF4-FFF2-40B4-BE49-F238E27FC236}">
                    <a16:creationId xmlns:a16="http://schemas.microsoft.com/office/drawing/2014/main" id="{E765B211-C2B4-4B85-9A7B-A7970BCE8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389"/>
                <a:ext cx="45" cy="33"/>
              </a:xfrm>
              <a:custGeom>
                <a:avLst/>
                <a:gdLst>
                  <a:gd name="T0" fmla="*/ 5 w 43"/>
                  <a:gd name="T1" fmla="*/ 1 h 29"/>
                  <a:gd name="T2" fmla="*/ 2 w 43"/>
                  <a:gd name="T3" fmla="*/ 19 h 29"/>
                  <a:gd name="T4" fmla="*/ 20 w 43"/>
                  <a:gd name="T5" fmla="*/ 40 h 29"/>
                  <a:gd name="T6" fmla="*/ 49 w 43"/>
                  <a:gd name="T7" fmla="*/ 26 h 29"/>
                  <a:gd name="T8" fmla="*/ 44 w 43"/>
                  <a:gd name="T9" fmla="*/ 3 h 29"/>
                  <a:gd name="T10" fmla="*/ 42 w 43"/>
                  <a:gd name="T11" fmla="*/ 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9">
                    <a:moveTo>
                      <a:pt x="5" y="1"/>
                    </a:moveTo>
                    <a:cubicBezTo>
                      <a:pt x="0" y="0"/>
                      <a:pt x="2" y="11"/>
                      <a:pt x="2" y="13"/>
                    </a:cubicBezTo>
                    <a:cubicBezTo>
                      <a:pt x="5" y="22"/>
                      <a:pt x="5" y="29"/>
                      <a:pt x="17" y="27"/>
                    </a:cubicBezTo>
                    <a:cubicBezTo>
                      <a:pt x="23" y="27"/>
                      <a:pt x="43" y="26"/>
                      <a:pt x="43" y="18"/>
                    </a:cubicBezTo>
                    <a:cubicBezTo>
                      <a:pt x="42" y="13"/>
                      <a:pt x="40" y="7"/>
                      <a:pt x="38" y="3"/>
                    </a:cubicBezTo>
                    <a:cubicBezTo>
                      <a:pt x="37" y="2"/>
                      <a:pt x="37" y="2"/>
                      <a:pt x="36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9" name="Freeform 3181">
                <a:extLst>
                  <a:ext uri="{FF2B5EF4-FFF2-40B4-BE49-F238E27FC236}">
                    <a16:creationId xmlns:a16="http://schemas.microsoft.com/office/drawing/2014/main" id="{6D0FD1E2-B4FA-456B-BB1B-6C1B2860F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437"/>
                <a:ext cx="9" cy="12"/>
              </a:xfrm>
              <a:custGeom>
                <a:avLst/>
                <a:gdLst>
                  <a:gd name="T0" fmla="*/ 11 w 8"/>
                  <a:gd name="T1" fmla="*/ 0 h 10"/>
                  <a:gd name="T2" fmla="*/ 0 w 8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4" y="1"/>
                      <a:pt x="1" y="7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90" name="Freeform 3182">
                <a:extLst>
                  <a:ext uri="{FF2B5EF4-FFF2-40B4-BE49-F238E27FC236}">
                    <a16:creationId xmlns:a16="http://schemas.microsoft.com/office/drawing/2014/main" id="{9C4F001F-D693-424C-B553-BFDB6DFE8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438"/>
                <a:ext cx="12" cy="30"/>
              </a:xfrm>
              <a:custGeom>
                <a:avLst/>
                <a:gdLst>
                  <a:gd name="T0" fmla="*/ 1 w 11"/>
                  <a:gd name="T1" fmla="*/ 0 h 26"/>
                  <a:gd name="T2" fmla="*/ 0 w 11"/>
                  <a:gd name="T3" fmla="*/ 4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6">
                    <a:moveTo>
                      <a:pt x="1" y="0"/>
                    </a:moveTo>
                    <a:cubicBezTo>
                      <a:pt x="9" y="7"/>
                      <a:pt x="11" y="22"/>
                      <a:pt x="0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91" name="Freeform 3183">
                <a:extLst>
                  <a:ext uri="{FF2B5EF4-FFF2-40B4-BE49-F238E27FC236}">
                    <a16:creationId xmlns:a16="http://schemas.microsoft.com/office/drawing/2014/main" id="{67BE7A1C-32B4-4625-B770-174F84797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420"/>
                <a:ext cx="3" cy="5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1"/>
                      <a:pt x="1" y="2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92" name="Freeform 3184">
                <a:extLst>
                  <a:ext uri="{FF2B5EF4-FFF2-40B4-BE49-F238E27FC236}">
                    <a16:creationId xmlns:a16="http://schemas.microsoft.com/office/drawing/2014/main" id="{A98CE15E-0847-4DEB-8C77-16CF18336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413"/>
                <a:ext cx="47" cy="36"/>
              </a:xfrm>
              <a:custGeom>
                <a:avLst/>
                <a:gdLst>
                  <a:gd name="T0" fmla="*/ 0 w 44"/>
                  <a:gd name="T1" fmla="*/ 44 h 32"/>
                  <a:gd name="T2" fmla="*/ 17 w 44"/>
                  <a:gd name="T3" fmla="*/ 44 h 32"/>
                  <a:gd name="T4" fmla="*/ 35 w 44"/>
                  <a:gd name="T5" fmla="*/ 38 h 32"/>
                  <a:gd name="T6" fmla="*/ 53 w 44"/>
                  <a:gd name="T7" fmla="*/ 29 h 32"/>
                  <a:gd name="T8" fmla="*/ 37 w 44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2">
                    <a:moveTo>
                      <a:pt x="0" y="31"/>
                    </a:moveTo>
                    <a:cubicBezTo>
                      <a:pt x="5" y="32"/>
                      <a:pt x="9" y="32"/>
                      <a:pt x="14" y="31"/>
                    </a:cubicBezTo>
                    <a:cubicBezTo>
                      <a:pt x="19" y="29"/>
                      <a:pt x="23" y="27"/>
                      <a:pt x="29" y="27"/>
                    </a:cubicBezTo>
                    <a:cubicBezTo>
                      <a:pt x="35" y="27"/>
                      <a:pt x="44" y="29"/>
                      <a:pt x="44" y="20"/>
                    </a:cubicBezTo>
                    <a:cubicBezTo>
                      <a:pt x="44" y="16"/>
                      <a:pt x="36" y="0"/>
                      <a:pt x="31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93" name="Freeform 3185">
                <a:extLst>
                  <a:ext uri="{FF2B5EF4-FFF2-40B4-BE49-F238E27FC236}">
                    <a16:creationId xmlns:a16="http://schemas.microsoft.com/office/drawing/2014/main" id="{5BF74881-510F-43DF-81C9-AE0A091D9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3390"/>
                <a:ext cx="47" cy="34"/>
              </a:xfrm>
              <a:custGeom>
                <a:avLst/>
                <a:gdLst>
                  <a:gd name="T0" fmla="*/ 51 w 45"/>
                  <a:gd name="T1" fmla="*/ 1 h 30"/>
                  <a:gd name="T2" fmla="*/ 50 w 45"/>
                  <a:gd name="T3" fmla="*/ 0 h 30"/>
                  <a:gd name="T4" fmla="*/ 44 w 45"/>
                  <a:gd name="T5" fmla="*/ 32 h 30"/>
                  <a:gd name="T6" fmla="*/ 19 w 45"/>
                  <a:gd name="T7" fmla="*/ 42 h 30"/>
                  <a:gd name="T8" fmla="*/ 0 w 45"/>
                  <a:gd name="T9" fmla="*/ 4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0">
                    <a:moveTo>
                      <a:pt x="45" y="1"/>
                    </a:moveTo>
                    <a:cubicBezTo>
                      <a:pt x="44" y="1"/>
                      <a:pt x="44" y="0"/>
                      <a:pt x="44" y="0"/>
                    </a:cubicBezTo>
                    <a:cubicBezTo>
                      <a:pt x="41" y="7"/>
                      <a:pt x="45" y="17"/>
                      <a:pt x="38" y="22"/>
                    </a:cubicBezTo>
                    <a:cubicBezTo>
                      <a:pt x="32" y="27"/>
                      <a:pt x="24" y="29"/>
                      <a:pt x="16" y="29"/>
                    </a:cubicBezTo>
                    <a:cubicBezTo>
                      <a:pt x="10" y="29"/>
                      <a:pt x="5" y="28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94" name="Freeform 3186">
                <a:extLst>
                  <a:ext uri="{FF2B5EF4-FFF2-40B4-BE49-F238E27FC236}">
                    <a16:creationId xmlns:a16="http://schemas.microsoft.com/office/drawing/2014/main" id="{47B6C8A7-C254-4A5A-A489-E0E2D192A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3441"/>
                <a:ext cx="15" cy="30"/>
              </a:xfrm>
              <a:custGeom>
                <a:avLst/>
                <a:gdLst>
                  <a:gd name="T0" fmla="*/ 0 w 14"/>
                  <a:gd name="T1" fmla="*/ 1 h 27"/>
                  <a:gd name="T2" fmla="*/ 17 w 14"/>
                  <a:gd name="T3" fmla="*/ 21 h 27"/>
                  <a:gd name="T4" fmla="*/ 14 w 14"/>
                  <a:gd name="T5" fmla="*/ 3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0" y="1"/>
                    </a:moveTo>
                    <a:cubicBezTo>
                      <a:pt x="8" y="0"/>
                      <a:pt x="14" y="7"/>
                      <a:pt x="14" y="15"/>
                    </a:cubicBezTo>
                    <a:cubicBezTo>
                      <a:pt x="14" y="19"/>
                      <a:pt x="12" y="23"/>
                      <a:pt x="11" y="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95" name="Freeform 3187">
                <a:extLst>
                  <a:ext uri="{FF2B5EF4-FFF2-40B4-BE49-F238E27FC236}">
                    <a16:creationId xmlns:a16="http://schemas.microsoft.com/office/drawing/2014/main" id="{10177DDB-5C1E-4363-B266-F08B859A4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415"/>
                <a:ext cx="52" cy="46"/>
              </a:xfrm>
              <a:custGeom>
                <a:avLst/>
                <a:gdLst>
                  <a:gd name="T0" fmla="*/ 28 w 50"/>
                  <a:gd name="T1" fmla="*/ 0 h 41"/>
                  <a:gd name="T2" fmla="*/ 30 w 50"/>
                  <a:gd name="T3" fmla="*/ 53 h 41"/>
                  <a:gd name="T4" fmla="*/ 8 w 50"/>
                  <a:gd name="T5" fmla="*/ 48 h 41"/>
                  <a:gd name="T6" fmla="*/ 0 w 50"/>
                  <a:gd name="T7" fmla="*/ 4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1">
                    <a:moveTo>
                      <a:pt x="25" y="0"/>
                    </a:moveTo>
                    <a:cubicBezTo>
                      <a:pt x="27" y="8"/>
                      <a:pt x="50" y="41"/>
                      <a:pt x="27" y="37"/>
                    </a:cubicBezTo>
                    <a:cubicBezTo>
                      <a:pt x="20" y="36"/>
                      <a:pt x="15" y="34"/>
                      <a:pt x="8" y="34"/>
                    </a:cubicBezTo>
                    <a:cubicBezTo>
                      <a:pt x="6" y="34"/>
                      <a:pt x="0" y="36"/>
                      <a:pt x="0" y="3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8651" name="Freeform 3188">
              <a:extLst>
                <a:ext uri="{FF2B5EF4-FFF2-40B4-BE49-F238E27FC236}">
                  <a16:creationId xmlns:a16="http://schemas.microsoft.com/office/drawing/2014/main" id="{1370D24C-572D-4E69-8EC1-101894A6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390"/>
              <a:ext cx="64" cy="38"/>
            </a:xfrm>
            <a:custGeom>
              <a:avLst/>
              <a:gdLst>
                <a:gd name="T0" fmla="*/ 0 w 60"/>
                <a:gd name="T1" fmla="*/ 4 h 34"/>
                <a:gd name="T2" fmla="*/ 19 w 60"/>
                <a:gd name="T3" fmla="*/ 38 h 34"/>
                <a:gd name="T4" fmla="*/ 44 w 60"/>
                <a:gd name="T5" fmla="*/ 42 h 34"/>
                <a:gd name="T6" fmla="*/ 63 w 60"/>
                <a:gd name="T7" fmla="*/ 42 h 34"/>
                <a:gd name="T8" fmla="*/ 65 w 60"/>
                <a:gd name="T9" fmla="*/ 4 h 34"/>
                <a:gd name="T10" fmla="*/ 52 w 60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34">
                  <a:moveTo>
                    <a:pt x="0" y="4"/>
                  </a:moveTo>
                  <a:cubicBezTo>
                    <a:pt x="4" y="15"/>
                    <a:pt x="2" y="25"/>
                    <a:pt x="16" y="27"/>
                  </a:cubicBezTo>
                  <a:cubicBezTo>
                    <a:pt x="23" y="28"/>
                    <a:pt x="30" y="28"/>
                    <a:pt x="36" y="30"/>
                  </a:cubicBezTo>
                  <a:cubicBezTo>
                    <a:pt x="42" y="31"/>
                    <a:pt x="47" y="34"/>
                    <a:pt x="52" y="30"/>
                  </a:cubicBezTo>
                  <a:cubicBezTo>
                    <a:pt x="60" y="23"/>
                    <a:pt x="60" y="12"/>
                    <a:pt x="53" y="4"/>
                  </a:cubicBezTo>
                  <a:cubicBezTo>
                    <a:pt x="50" y="2"/>
                    <a:pt x="46" y="0"/>
                    <a:pt x="43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2" name="Freeform 3189">
              <a:extLst>
                <a:ext uri="{FF2B5EF4-FFF2-40B4-BE49-F238E27FC236}">
                  <a16:creationId xmlns:a16="http://schemas.microsoft.com/office/drawing/2014/main" id="{57DD59AB-EFF5-492E-A71B-04A068583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436"/>
              <a:ext cx="60" cy="32"/>
            </a:xfrm>
            <a:custGeom>
              <a:avLst/>
              <a:gdLst>
                <a:gd name="T0" fmla="*/ 3 w 57"/>
                <a:gd name="T1" fmla="*/ 40 h 28"/>
                <a:gd name="T2" fmla="*/ 2 w 57"/>
                <a:gd name="T3" fmla="*/ 15 h 28"/>
                <a:gd name="T4" fmla="*/ 29 w 57"/>
                <a:gd name="T5" fmla="*/ 1 h 28"/>
                <a:gd name="T6" fmla="*/ 47 w 57"/>
                <a:gd name="T7" fmla="*/ 7 h 28"/>
                <a:gd name="T8" fmla="*/ 62 w 57"/>
                <a:gd name="T9" fmla="*/ 13 h 28"/>
                <a:gd name="T10" fmla="*/ 66 w 57"/>
                <a:gd name="T11" fmla="*/ 4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8">
                  <a:moveTo>
                    <a:pt x="3" y="27"/>
                  </a:moveTo>
                  <a:cubicBezTo>
                    <a:pt x="0" y="24"/>
                    <a:pt x="0" y="14"/>
                    <a:pt x="2" y="10"/>
                  </a:cubicBezTo>
                  <a:cubicBezTo>
                    <a:pt x="6" y="4"/>
                    <a:pt x="20" y="2"/>
                    <a:pt x="26" y="1"/>
                  </a:cubicBezTo>
                  <a:cubicBezTo>
                    <a:pt x="33" y="0"/>
                    <a:pt x="35" y="2"/>
                    <a:pt x="41" y="4"/>
                  </a:cubicBezTo>
                  <a:cubicBezTo>
                    <a:pt x="45" y="6"/>
                    <a:pt x="50" y="5"/>
                    <a:pt x="53" y="9"/>
                  </a:cubicBezTo>
                  <a:cubicBezTo>
                    <a:pt x="57" y="14"/>
                    <a:pt x="56" y="22"/>
                    <a:pt x="57" y="2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3" name="Freeform 3190">
              <a:extLst>
                <a:ext uri="{FF2B5EF4-FFF2-40B4-BE49-F238E27FC236}">
                  <a16:creationId xmlns:a16="http://schemas.microsoft.com/office/drawing/2014/main" id="{234EEBA6-2D37-4239-A610-131DDFBC7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389"/>
              <a:ext cx="52" cy="33"/>
            </a:xfrm>
            <a:custGeom>
              <a:avLst/>
              <a:gdLst>
                <a:gd name="T0" fmla="*/ 1 w 50"/>
                <a:gd name="T1" fmla="*/ 0 h 29"/>
                <a:gd name="T2" fmla="*/ 5 w 50"/>
                <a:gd name="T3" fmla="*/ 34 h 29"/>
                <a:gd name="T4" fmla="*/ 38 w 50"/>
                <a:gd name="T5" fmla="*/ 35 h 29"/>
                <a:gd name="T6" fmla="*/ 56 w 50"/>
                <a:gd name="T7" fmla="*/ 20 h 29"/>
                <a:gd name="T8" fmla="*/ 49 w 50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9">
                  <a:moveTo>
                    <a:pt x="1" y="0"/>
                  </a:moveTo>
                  <a:cubicBezTo>
                    <a:pt x="0" y="6"/>
                    <a:pt x="1" y="18"/>
                    <a:pt x="5" y="23"/>
                  </a:cubicBezTo>
                  <a:cubicBezTo>
                    <a:pt x="11" y="29"/>
                    <a:pt x="27" y="25"/>
                    <a:pt x="35" y="24"/>
                  </a:cubicBezTo>
                  <a:cubicBezTo>
                    <a:pt x="41" y="23"/>
                    <a:pt x="49" y="21"/>
                    <a:pt x="50" y="14"/>
                  </a:cubicBezTo>
                  <a:cubicBezTo>
                    <a:pt x="50" y="9"/>
                    <a:pt x="47" y="3"/>
                    <a:pt x="43" y="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4" name="Freeform 3191">
              <a:extLst>
                <a:ext uri="{FF2B5EF4-FFF2-40B4-BE49-F238E27FC236}">
                  <a16:creationId xmlns:a16="http://schemas.microsoft.com/office/drawing/2014/main" id="{84FAF516-39AC-4C66-B8C7-45D72357D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416"/>
              <a:ext cx="6" cy="11"/>
            </a:xfrm>
            <a:custGeom>
              <a:avLst/>
              <a:gdLst>
                <a:gd name="T0" fmla="*/ 8 w 5"/>
                <a:gd name="T1" fmla="*/ 0 h 10"/>
                <a:gd name="T2" fmla="*/ 0 w 5"/>
                <a:gd name="T3" fmla="*/ 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1" y="4"/>
                    <a:pt x="2" y="7"/>
                    <a:pt x="0" y="1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5" name="Freeform 3192">
              <a:extLst>
                <a:ext uri="{FF2B5EF4-FFF2-40B4-BE49-F238E27FC236}">
                  <a16:creationId xmlns:a16="http://schemas.microsoft.com/office/drawing/2014/main" id="{15BE3F6D-676D-4CE6-8A43-E67D3EB7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419"/>
              <a:ext cx="8" cy="31"/>
            </a:xfrm>
            <a:custGeom>
              <a:avLst/>
              <a:gdLst>
                <a:gd name="T0" fmla="*/ 1 w 7"/>
                <a:gd name="T1" fmla="*/ 1 h 27"/>
                <a:gd name="T2" fmla="*/ 9 w 7"/>
                <a:gd name="T3" fmla="*/ 23 h 27"/>
                <a:gd name="T4" fmla="*/ 0 w 7"/>
                <a:gd name="T5" fmla="*/ 3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7">
                  <a:moveTo>
                    <a:pt x="1" y="1"/>
                  </a:moveTo>
                  <a:cubicBezTo>
                    <a:pt x="7" y="0"/>
                    <a:pt x="6" y="11"/>
                    <a:pt x="6" y="15"/>
                  </a:cubicBezTo>
                  <a:cubicBezTo>
                    <a:pt x="7" y="18"/>
                    <a:pt x="4" y="27"/>
                    <a:pt x="0" y="2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6" name="Freeform 3193">
              <a:extLst>
                <a:ext uri="{FF2B5EF4-FFF2-40B4-BE49-F238E27FC236}">
                  <a16:creationId xmlns:a16="http://schemas.microsoft.com/office/drawing/2014/main" id="{1C05F38E-2A15-4A96-B1F6-32AC2985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410"/>
              <a:ext cx="58" cy="34"/>
            </a:xfrm>
            <a:custGeom>
              <a:avLst/>
              <a:gdLst>
                <a:gd name="T0" fmla="*/ 56 w 55"/>
                <a:gd name="T1" fmla="*/ 0 h 30"/>
                <a:gd name="T2" fmla="*/ 63 w 55"/>
                <a:gd name="T3" fmla="*/ 9 h 30"/>
                <a:gd name="T4" fmla="*/ 62 w 55"/>
                <a:gd name="T5" fmla="*/ 31 h 30"/>
                <a:gd name="T6" fmla="*/ 58 w 55"/>
                <a:gd name="T7" fmla="*/ 37 h 30"/>
                <a:gd name="T8" fmla="*/ 39 w 55"/>
                <a:gd name="T9" fmla="*/ 42 h 30"/>
                <a:gd name="T10" fmla="*/ 15 w 55"/>
                <a:gd name="T11" fmla="*/ 42 h 30"/>
                <a:gd name="T12" fmla="*/ 0 w 55"/>
                <a:gd name="T13" fmla="*/ 4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0">
                  <a:moveTo>
                    <a:pt x="47" y="0"/>
                  </a:moveTo>
                  <a:cubicBezTo>
                    <a:pt x="50" y="2"/>
                    <a:pt x="53" y="3"/>
                    <a:pt x="54" y="6"/>
                  </a:cubicBezTo>
                  <a:cubicBezTo>
                    <a:pt x="55" y="10"/>
                    <a:pt x="54" y="18"/>
                    <a:pt x="53" y="21"/>
                  </a:cubicBezTo>
                  <a:cubicBezTo>
                    <a:pt x="52" y="25"/>
                    <a:pt x="54" y="24"/>
                    <a:pt x="49" y="26"/>
                  </a:cubicBezTo>
                  <a:cubicBezTo>
                    <a:pt x="44" y="28"/>
                    <a:pt x="39" y="29"/>
                    <a:pt x="33" y="29"/>
                  </a:cubicBezTo>
                  <a:cubicBezTo>
                    <a:pt x="26" y="29"/>
                    <a:pt x="19" y="29"/>
                    <a:pt x="12" y="29"/>
                  </a:cubicBezTo>
                  <a:cubicBezTo>
                    <a:pt x="8" y="30"/>
                    <a:pt x="2" y="30"/>
                    <a:pt x="0" y="2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7" name="Freeform 3194">
              <a:extLst>
                <a:ext uri="{FF2B5EF4-FFF2-40B4-BE49-F238E27FC236}">
                  <a16:creationId xmlns:a16="http://schemas.microsoft.com/office/drawing/2014/main" id="{F4C22103-8C49-47F4-9D1D-B0F5FB433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416"/>
              <a:ext cx="5" cy="7"/>
            </a:xfrm>
            <a:custGeom>
              <a:avLst/>
              <a:gdLst>
                <a:gd name="T0" fmla="*/ 5 w 5"/>
                <a:gd name="T1" fmla="*/ 0 h 6"/>
                <a:gd name="T2" fmla="*/ 0 w 5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1"/>
                    <a:pt x="1" y="3"/>
                    <a:pt x="0" y="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8" name="Freeform 3195">
              <a:extLst>
                <a:ext uri="{FF2B5EF4-FFF2-40B4-BE49-F238E27FC236}">
                  <a16:creationId xmlns:a16="http://schemas.microsoft.com/office/drawing/2014/main" id="{125DA486-EFD1-4D30-9714-C9FC965D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3438"/>
              <a:ext cx="10" cy="31"/>
            </a:xfrm>
            <a:custGeom>
              <a:avLst/>
              <a:gdLst>
                <a:gd name="T0" fmla="*/ 0 w 9"/>
                <a:gd name="T1" fmla="*/ 2 h 27"/>
                <a:gd name="T2" fmla="*/ 8 w 9"/>
                <a:gd name="T3" fmla="*/ 7 h 27"/>
                <a:gd name="T4" fmla="*/ 10 w 9"/>
                <a:gd name="T5" fmla="*/ 23 h 27"/>
                <a:gd name="T6" fmla="*/ 4 w 9"/>
                <a:gd name="T7" fmla="*/ 4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0" y="2"/>
                  </a:moveTo>
                  <a:cubicBezTo>
                    <a:pt x="1" y="0"/>
                    <a:pt x="3" y="2"/>
                    <a:pt x="5" y="4"/>
                  </a:cubicBezTo>
                  <a:cubicBezTo>
                    <a:pt x="9" y="7"/>
                    <a:pt x="7" y="11"/>
                    <a:pt x="7" y="15"/>
                  </a:cubicBezTo>
                  <a:cubicBezTo>
                    <a:pt x="7" y="19"/>
                    <a:pt x="8" y="25"/>
                    <a:pt x="4" y="2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9" name="Freeform 3196">
              <a:extLst>
                <a:ext uri="{FF2B5EF4-FFF2-40B4-BE49-F238E27FC236}">
                  <a16:creationId xmlns:a16="http://schemas.microsoft.com/office/drawing/2014/main" id="{11B7F750-6361-4C84-9B49-0BF94E89A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391"/>
              <a:ext cx="63" cy="31"/>
            </a:xfrm>
            <a:custGeom>
              <a:avLst/>
              <a:gdLst>
                <a:gd name="T0" fmla="*/ 0 w 60"/>
                <a:gd name="T1" fmla="*/ 33 h 27"/>
                <a:gd name="T2" fmla="*/ 14 w 60"/>
                <a:gd name="T3" fmla="*/ 41 h 27"/>
                <a:gd name="T4" fmla="*/ 32 w 60"/>
                <a:gd name="T5" fmla="*/ 34 h 27"/>
                <a:gd name="T6" fmla="*/ 65 w 60"/>
                <a:gd name="T7" fmla="*/ 32 h 27"/>
                <a:gd name="T8" fmla="*/ 66 w 60"/>
                <a:gd name="T9" fmla="*/ 8 h 27"/>
                <a:gd name="T10" fmla="*/ 59 w 60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27">
                  <a:moveTo>
                    <a:pt x="0" y="22"/>
                  </a:moveTo>
                  <a:cubicBezTo>
                    <a:pt x="4" y="25"/>
                    <a:pt x="6" y="27"/>
                    <a:pt x="11" y="27"/>
                  </a:cubicBezTo>
                  <a:cubicBezTo>
                    <a:pt x="17" y="27"/>
                    <a:pt x="22" y="24"/>
                    <a:pt x="28" y="23"/>
                  </a:cubicBezTo>
                  <a:cubicBezTo>
                    <a:pt x="34" y="22"/>
                    <a:pt x="51" y="26"/>
                    <a:pt x="56" y="21"/>
                  </a:cubicBezTo>
                  <a:cubicBezTo>
                    <a:pt x="60" y="18"/>
                    <a:pt x="58" y="9"/>
                    <a:pt x="57" y="5"/>
                  </a:cubicBezTo>
                  <a:cubicBezTo>
                    <a:pt x="56" y="1"/>
                    <a:pt x="55" y="0"/>
                    <a:pt x="5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0" name="Freeform 3197">
              <a:extLst>
                <a:ext uri="{FF2B5EF4-FFF2-40B4-BE49-F238E27FC236}">
                  <a16:creationId xmlns:a16="http://schemas.microsoft.com/office/drawing/2014/main" id="{6D6B536C-EE48-4B19-897F-ECC945F95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3438"/>
              <a:ext cx="57" cy="31"/>
            </a:xfrm>
            <a:custGeom>
              <a:avLst/>
              <a:gdLst>
                <a:gd name="T0" fmla="*/ 0 w 54"/>
                <a:gd name="T1" fmla="*/ 13 h 27"/>
                <a:gd name="T2" fmla="*/ 24 w 54"/>
                <a:gd name="T3" fmla="*/ 1 h 27"/>
                <a:gd name="T4" fmla="*/ 55 w 54"/>
                <a:gd name="T5" fmla="*/ 9 h 27"/>
                <a:gd name="T6" fmla="*/ 59 w 54"/>
                <a:gd name="T7" fmla="*/ 4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7">
                  <a:moveTo>
                    <a:pt x="0" y="9"/>
                  </a:moveTo>
                  <a:cubicBezTo>
                    <a:pt x="1" y="3"/>
                    <a:pt x="16" y="2"/>
                    <a:pt x="21" y="1"/>
                  </a:cubicBezTo>
                  <a:cubicBezTo>
                    <a:pt x="29" y="0"/>
                    <a:pt x="39" y="2"/>
                    <a:pt x="46" y="6"/>
                  </a:cubicBezTo>
                  <a:cubicBezTo>
                    <a:pt x="51" y="9"/>
                    <a:pt x="54" y="21"/>
                    <a:pt x="50" y="2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1" name="Freeform 3198">
              <a:extLst>
                <a:ext uri="{FF2B5EF4-FFF2-40B4-BE49-F238E27FC236}">
                  <a16:creationId xmlns:a16="http://schemas.microsoft.com/office/drawing/2014/main" id="{F1BF9D1F-942D-4F55-9F5C-9B9DD2E7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413"/>
              <a:ext cx="13" cy="40"/>
            </a:xfrm>
            <a:custGeom>
              <a:avLst/>
              <a:gdLst>
                <a:gd name="T0" fmla="*/ 6 w 13"/>
                <a:gd name="T1" fmla="*/ 0 h 36"/>
                <a:gd name="T2" fmla="*/ 9 w 13"/>
                <a:gd name="T3" fmla="*/ 32 h 36"/>
                <a:gd name="T4" fmla="*/ 0 w 13"/>
                <a:gd name="T5" fmla="*/ 4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6">
                  <a:moveTo>
                    <a:pt x="6" y="0"/>
                  </a:moveTo>
                  <a:cubicBezTo>
                    <a:pt x="13" y="3"/>
                    <a:pt x="9" y="17"/>
                    <a:pt x="9" y="23"/>
                  </a:cubicBezTo>
                  <a:cubicBezTo>
                    <a:pt x="8" y="29"/>
                    <a:pt x="7" y="36"/>
                    <a:pt x="0" y="3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2" name="Freeform 3199">
              <a:extLst>
                <a:ext uri="{FF2B5EF4-FFF2-40B4-BE49-F238E27FC236}">
                  <a16:creationId xmlns:a16="http://schemas.microsoft.com/office/drawing/2014/main" id="{D6ECF37E-B976-4625-ADF9-6480DF50A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423"/>
              <a:ext cx="55" cy="45"/>
            </a:xfrm>
            <a:custGeom>
              <a:avLst/>
              <a:gdLst>
                <a:gd name="T0" fmla="*/ 51 w 52"/>
                <a:gd name="T1" fmla="*/ 57 h 40"/>
                <a:gd name="T2" fmla="*/ 57 w 52"/>
                <a:gd name="T3" fmla="*/ 33 h 40"/>
                <a:gd name="T4" fmla="*/ 55 w 52"/>
                <a:gd name="T5" fmla="*/ 9 h 40"/>
                <a:gd name="T6" fmla="*/ 33 w 52"/>
                <a:gd name="T7" fmla="*/ 10 h 40"/>
                <a:gd name="T8" fmla="*/ 13 w 52"/>
                <a:gd name="T9" fmla="*/ 8 h 40"/>
                <a:gd name="T10" fmla="*/ 0 w 52"/>
                <a:gd name="T11" fmla="*/ 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40">
                  <a:moveTo>
                    <a:pt x="43" y="40"/>
                  </a:moveTo>
                  <a:cubicBezTo>
                    <a:pt x="52" y="39"/>
                    <a:pt x="48" y="30"/>
                    <a:pt x="48" y="23"/>
                  </a:cubicBezTo>
                  <a:cubicBezTo>
                    <a:pt x="48" y="18"/>
                    <a:pt x="49" y="10"/>
                    <a:pt x="46" y="6"/>
                  </a:cubicBezTo>
                  <a:cubicBezTo>
                    <a:pt x="41" y="0"/>
                    <a:pt x="33" y="7"/>
                    <a:pt x="27" y="7"/>
                  </a:cubicBezTo>
                  <a:cubicBezTo>
                    <a:pt x="21" y="7"/>
                    <a:pt x="16" y="6"/>
                    <a:pt x="10" y="5"/>
                  </a:cubicBezTo>
                  <a:cubicBezTo>
                    <a:pt x="7" y="4"/>
                    <a:pt x="2" y="5"/>
                    <a:pt x="0" y="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3" name="Freeform 3200">
              <a:extLst>
                <a:ext uri="{FF2B5EF4-FFF2-40B4-BE49-F238E27FC236}">
                  <a16:creationId xmlns:a16="http://schemas.microsoft.com/office/drawing/2014/main" id="{899C782E-9295-4EB9-83D8-AE72E70A4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3390"/>
              <a:ext cx="12" cy="38"/>
            </a:xfrm>
            <a:custGeom>
              <a:avLst/>
              <a:gdLst>
                <a:gd name="T0" fmla="*/ 11 w 11"/>
                <a:gd name="T1" fmla="*/ 0 h 34"/>
                <a:gd name="T2" fmla="*/ 5 w 11"/>
                <a:gd name="T3" fmla="*/ 35 h 34"/>
                <a:gd name="T4" fmla="*/ 0 w 11"/>
                <a:gd name="T5" fmla="*/ 4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4">
                  <a:moveTo>
                    <a:pt x="8" y="0"/>
                  </a:moveTo>
                  <a:cubicBezTo>
                    <a:pt x="9" y="9"/>
                    <a:pt x="11" y="18"/>
                    <a:pt x="5" y="25"/>
                  </a:cubicBezTo>
                  <a:cubicBezTo>
                    <a:pt x="3" y="28"/>
                    <a:pt x="1" y="29"/>
                    <a:pt x="0" y="3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4" name="Freeform 3201">
              <a:extLst>
                <a:ext uri="{FF2B5EF4-FFF2-40B4-BE49-F238E27FC236}">
                  <a16:creationId xmlns:a16="http://schemas.microsoft.com/office/drawing/2014/main" id="{A27B73DB-C457-4744-8C75-4DA36718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404"/>
              <a:ext cx="23" cy="18"/>
            </a:xfrm>
            <a:custGeom>
              <a:avLst/>
              <a:gdLst>
                <a:gd name="T0" fmla="*/ 2 w 22"/>
                <a:gd name="T1" fmla="*/ 0 h 16"/>
                <a:gd name="T2" fmla="*/ 1 w 22"/>
                <a:gd name="T3" fmla="*/ 14 h 16"/>
                <a:gd name="T4" fmla="*/ 9 w 22"/>
                <a:gd name="T5" fmla="*/ 21 h 16"/>
                <a:gd name="T6" fmla="*/ 21 w 22"/>
                <a:gd name="T7" fmla="*/ 21 h 16"/>
                <a:gd name="T8" fmla="*/ 25 w 22"/>
                <a:gd name="T9" fmla="*/ 1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6">
                  <a:moveTo>
                    <a:pt x="2" y="0"/>
                  </a:moveTo>
                  <a:cubicBezTo>
                    <a:pt x="0" y="2"/>
                    <a:pt x="0" y="8"/>
                    <a:pt x="1" y="10"/>
                  </a:cubicBezTo>
                  <a:cubicBezTo>
                    <a:pt x="2" y="15"/>
                    <a:pt x="5" y="15"/>
                    <a:pt x="9" y="15"/>
                  </a:cubicBezTo>
                  <a:cubicBezTo>
                    <a:pt x="12" y="15"/>
                    <a:pt x="15" y="16"/>
                    <a:pt x="18" y="15"/>
                  </a:cubicBezTo>
                  <a:cubicBezTo>
                    <a:pt x="20" y="15"/>
                    <a:pt x="20" y="14"/>
                    <a:pt x="22" y="1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5" name="Freeform 3202">
              <a:extLst>
                <a:ext uri="{FF2B5EF4-FFF2-40B4-BE49-F238E27FC236}">
                  <a16:creationId xmlns:a16="http://schemas.microsoft.com/office/drawing/2014/main" id="{8B133CE3-81BF-4D99-9FAB-8C851549A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3417"/>
              <a:ext cx="15" cy="15"/>
            </a:xfrm>
            <a:custGeom>
              <a:avLst/>
              <a:gdLst>
                <a:gd name="T0" fmla="*/ 17 w 14"/>
                <a:gd name="T1" fmla="*/ 7 h 13"/>
                <a:gd name="T2" fmla="*/ 3 w 14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4"/>
                  </a:moveTo>
                  <a:cubicBezTo>
                    <a:pt x="10" y="0"/>
                    <a:pt x="0" y="8"/>
                    <a:pt x="3" y="1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6" name="Oval 3203">
              <a:extLst>
                <a:ext uri="{FF2B5EF4-FFF2-40B4-BE49-F238E27FC236}">
                  <a16:creationId xmlns:a16="http://schemas.microsoft.com/office/drawing/2014/main" id="{79CD4CBF-9836-42A7-A945-67C6F24FA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656"/>
              <a:ext cx="25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67" name="Oval 3204">
              <a:extLst>
                <a:ext uri="{FF2B5EF4-FFF2-40B4-BE49-F238E27FC236}">
                  <a16:creationId xmlns:a16="http://schemas.microsoft.com/office/drawing/2014/main" id="{0CB1502B-3A04-4F08-A06D-B590FF6AD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3507"/>
              <a:ext cx="24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68" name="Oval 3205">
              <a:extLst>
                <a:ext uri="{FF2B5EF4-FFF2-40B4-BE49-F238E27FC236}">
                  <a16:creationId xmlns:a16="http://schemas.microsoft.com/office/drawing/2014/main" id="{396A8925-CD60-49A9-AC5E-3F15F2220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8" y="3523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69" name="Oval 3206">
              <a:extLst>
                <a:ext uri="{FF2B5EF4-FFF2-40B4-BE49-F238E27FC236}">
                  <a16:creationId xmlns:a16="http://schemas.microsoft.com/office/drawing/2014/main" id="{C370F75F-5B63-4154-8646-933FA69C8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3489"/>
              <a:ext cx="24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70" name="Oval 3207">
              <a:extLst>
                <a:ext uri="{FF2B5EF4-FFF2-40B4-BE49-F238E27FC236}">
                  <a16:creationId xmlns:a16="http://schemas.microsoft.com/office/drawing/2014/main" id="{0DDFD7D1-C3F4-43EE-A396-BE591B0B8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3508"/>
              <a:ext cx="24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71" name="Oval 3208">
              <a:extLst>
                <a:ext uri="{FF2B5EF4-FFF2-40B4-BE49-F238E27FC236}">
                  <a16:creationId xmlns:a16="http://schemas.microsoft.com/office/drawing/2014/main" id="{A98FCEFB-8AC1-4CB5-8DFF-817DB6C26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3499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72" name="Oval 3209">
              <a:extLst>
                <a:ext uri="{FF2B5EF4-FFF2-40B4-BE49-F238E27FC236}">
                  <a16:creationId xmlns:a16="http://schemas.microsoft.com/office/drawing/2014/main" id="{8EAAF479-BD15-4C1B-9CBC-47C40BE8D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" y="3477"/>
              <a:ext cx="24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73" name="Oval 3210">
              <a:extLst>
                <a:ext uri="{FF2B5EF4-FFF2-40B4-BE49-F238E27FC236}">
                  <a16:creationId xmlns:a16="http://schemas.microsoft.com/office/drawing/2014/main" id="{07024235-99B5-4C01-B0D3-08FACB54D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3494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74" name="Oval 3211">
              <a:extLst>
                <a:ext uri="{FF2B5EF4-FFF2-40B4-BE49-F238E27FC236}">
                  <a16:creationId xmlns:a16="http://schemas.microsoft.com/office/drawing/2014/main" id="{3DF3F9BC-B838-4827-B5CF-64C501145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3515"/>
              <a:ext cx="24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75" name="Oval 3212">
              <a:extLst>
                <a:ext uri="{FF2B5EF4-FFF2-40B4-BE49-F238E27FC236}">
                  <a16:creationId xmlns:a16="http://schemas.microsoft.com/office/drawing/2014/main" id="{F09244DF-9305-4816-87F8-B895A4F80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4" y="3492"/>
              <a:ext cx="24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76" name="Oval 3213">
              <a:extLst>
                <a:ext uri="{FF2B5EF4-FFF2-40B4-BE49-F238E27FC236}">
                  <a16:creationId xmlns:a16="http://schemas.microsoft.com/office/drawing/2014/main" id="{114E356B-C6B3-4758-B929-BED18556D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3479"/>
              <a:ext cx="24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77" name="Oval 3214">
              <a:extLst>
                <a:ext uri="{FF2B5EF4-FFF2-40B4-BE49-F238E27FC236}">
                  <a16:creationId xmlns:a16="http://schemas.microsoft.com/office/drawing/2014/main" id="{F5B0D3C0-7F94-4B35-AFE1-F775EFDDF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7" y="3511"/>
              <a:ext cx="24" cy="11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78" name="Freeform 3215">
              <a:extLst>
                <a:ext uri="{FF2B5EF4-FFF2-40B4-BE49-F238E27FC236}">
                  <a16:creationId xmlns:a16="http://schemas.microsoft.com/office/drawing/2014/main" id="{9CEFD065-64ED-4B22-9E97-91F7D2F8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475"/>
              <a:ext cx="24" cy="14"/>
            </a:xfrm>
            <a:custGeom>
              <a:avLst/>
              <a:gdLst>
                <a:gd name="T0" fmla="*/ 26 w 23"/>
                <a:gd name="T1" fmla="*/ 4 h 13"/>
                <a:gd name="T2" fmla="*/ 16 w 23"/>
                <a:gd name="T3" fmla="*/ 15 h 13"/>
                <a:gd name="T4" fmla="*/ 0 w 23"/>
                <a:gd name="T5" fmla="*/ 12 h 13"/>
                <a:gd name="T6" fmla="*/ 10 w 23"/>
                <a:gd name="T7" fmla="*/ 2 h 13"/>
                <a:gd name="T8" fmla="*/ 26 w 23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23" y="4"/>
                  </a:moveTo>
                  <a:cubicBezTo>
                    <a:pt x="23" y="7"/>
                    <a:pt x="19" y="10"/>
                    <a:pt x="13" y="12"/>
                  </a:cubicBezTo>
                  <a:cubicBezTo>
                    <a:pt x="7" y="13"/>
                    <a:pt x="1" y="12"/>
                    <a:pt x="0" y="9"/>
                  </a:cubicBezTo>
                  <a:cubicBezTo>
                    <a:pt x="0" y="7"/>
                    <a:pt x="4" y="3"/>
                    <a:pt x="10" y="2"/>
                  </a:cubicBezTo>
                  <a:cubicBezTo>
                    <a:pt x="16" y="0"/>
                    <a:pt x="22" y="1"/>
                    <a:pt x="23" y="4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9" name="Freeform 3216">
              <a:extLst>
                <a:ext uri="{FF2B5EF4-FFF2-40B4-BE49-F238E27FC236}">
                  <a16:creationId xmlns:a16="http://schemas.microsoft.com/office/drawing/2014/main" id="{97DAF6BD-770C-4555-BAE9-D1232288D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371"/>
              <a:ext cx="22" cy="22"/>
            </a:xfrm>
            <a:custGeom>
              <a:avLst/>
              <a:gdLst>
                <a:gd name="T0" fmla="*/ 22 w 21"/>
                <a:gd name="T1" fmla="*/ 2 h 20"/>
                <a:gd name="T2" fmla="*/ 17 w 21"/>
                <a:gd name="T3" fmla="*/ 19 h 20"/>
                <a:gd name="T4" fmla="*/ 2 w 21"/>
                <a:gd name="T5" fmla="*/ 23 h 20"/>
                <a:gd name="T6" fmla="*/ 7 w 21"/>
                <a:gd name="T7" fmla="*/ 9 h 20"/>
                <a:gd name="T8" fmla="*/ 22 w 21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19" y="2"/>
                  </a:moveTo>
                  <a:cubicBezTo>
                    <a:pt x="21" y="5"/>
                    <a:pt x="19" y="10"/>
                    <a:pt x="14" y="14"/>
                  </a:cubicBezTo>
                  <a:cubicBezTo>
                    <a:pt x="9" y="18"/>
                    <a:pt x="4" y="20"/>
                    <a:pt x="2" y="17"/>
                  </a:cubicBezTo>
                  <a:cubicBezTo>
                    <a:pt x="0" y="15"/>
                    <a:pt x="3" y="10"/>
                    <a:pt x="7" y="6"/>
                  </a:cubicBezTo>
                  <a:cubicBezTo>
                    <a:pt x="12" y="2"/>
                    <a:pt x="18" y="0"/>
                    <a:pt x="19" y="2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80" name="Freeform 3217">
              <a:extLst>
                <a:ext uri="{FF2B5EF4-FFF2-40B4-BE49-F238E27FC236}">
                  <a16:creationId xmlns:a16="http://schemas.microsoft.com/office/drawing/2014/main" id="{EF2EDD13-A076-4FAF-99F5-A2B4D23D0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196"/>
              <a:ext cx="17" cy="26"/>
            </a:xfrm>
            <a:custGeom>
              <a:avLst/>
              <a:gdLst>
                <a:gd name="T0" fmla="*/ 16 w 16"/>
                <a:gd name="T1" fmla="*/ 1 h 23"/>
                <a:gd name="T2" fmla="*/ 16 w 16"/>
                <a:gd name="T3" fmla="*/ 20 h 23"/>
                <a:gd name="T4" fmla="*/ 3 w 16"/>
                <a:gd name="T5" fmla="*/ 32 h 23"/>
                <a:gd name="T6" fmla="*/ 3 w 16"/>
                <a:gd name="T7" fmla="*/ 12 h 23"/>
                <a:gd name="T8" fmla="*/ 16 w 1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3" y="1"/>
                  </a:moveTo>
                  <a:cubicBezTo>
                    <a:pt x="16" y="3"/>
                    <a:pt x="16" y="8"/>
                    <a:pt x="13" y="14"/>
                  </a:cubicBezTo>
                  <a:cubicBezTo>
                    <a:pt x="10" y="20"/>
                    <a:pt x="6" y="23"/>
                    <a:pt x="3" y="22"/>
                  </a:cubicBezTo>
                  <a:cubicBezTo>
                    <a:pt x="0" y="21"/>
                    <a:pt x="1" y="15"/>
                    <a:pt x="3" y="9"/>
                  </a:cubicBezTo>
                  <a:cubicBezTo>
                    <a:pt x="6" y="4"/>
                    <a:pt x="11" y="0"/>
                    <a:pt x="13" y="1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81" name="Freeform 3218">
              <a:extLst>
                <a:ext uri="{FF2B5EF4-FFF2-40B4-BE49-F238E27FC236}">
                  <a16:creationId xmlns:a16="http://schemas.microsoft.com/office/drawing/2014/main" id="{20B3089D-1BE6-4640-8D4E-CFE42303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910"/>
              <a:ext cx="18" cy="26"/>
            </a:xfrm>
            <a:custGeom>
              <a:avLst/>
              <a:gdLst>
                <a:gd name="T0" fmla="*/ 17 w 17"/>
                <a:gd name="T1" fmla="*/ 32 h 23"/>
                <a:gd name="T2" fmla="*/ 4 w 17"/>
                <a:gd name="T3" fmla="*/ 20 h 23"/>
                <a:gd name="T4" fmla="*/ 3 w 17"/>
                <a:gd name="T5" fmla="*/ 2 h 23"/>
                <a:gd name="T6" fmla="*/ 16 w 17"/>
                <a:gd name="T7" fmla="*/ 12 h 23"/>
                <a:gd name="T8" fmla="*/ 17 w 17"/>
                <a:gd name="T9" fmla="*/ 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14" y="22"/>
                  </a:moveTo>
                  <a:cubicBezTo>
                    <a:pt x="12" y="23"/>
                    <a:pt x="7" y="20"/>
                    <a:pt x="4" y="14"/>
                  </a:cubicBezTo>
                  <a:cubicBezTo>
                    <a:pt x="1" y="9"/>
                    <a:pt x="0" y="3"/>
                    <a:pt x="3" y="2"/>
                  </a:cubicBezTo>
                  <a:cubicBezTo>
                    <a:pt x="5" y="0"/>
                    <a:pt x="10" y="4"/>
                    <a:pt x="13" y="9"/>
                  </a:cubicBezTo>
                  <a:cubicBezTo>
                    <a:pt x="16" y="15"/>
                    <a:pt x="17" y="20"/>
                    <a:pt x="14" y="22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82" name="Freeform 3219">
              <a:extLst>
                <a:ext uri="{FF2B5EF4-FFF2-40B4-BE49-F238E27FC236}">
                  <a16:creationId xmlns:a16="http://schemas.microsoft.com/office/drawing/2014/main" id="{FA9C5987-FDC4-4A21-9DAD-C1021EE04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788"/>
              <a:ext cx="18" cy="25"/>
            </a:xfrm>
            <a:custGeom>
              <a:avLst/>
              <a:gdLst>
                <a:gd name="T0" fmla="*/ 17 w 17"/>
                <a:gd name="T1" fmla="*/ 31 h 22"/>
                <a:gd name="T2" fmla="*/ 4 w 17"/>
                <a:gd name="T3" fmla="*/ 20 h 22"/>
                <a:gd name="T4" fmla="*/ 3 w 17"/>
                <a:gd name="T5" fmla="*/ 1 h 22"/>
                <a:gd name="T6" fmla="*/ 16 w 17"/>
                <a:gd name="T7" fmla="*/ 11 h 22"/>
                <a:gd name="T8" fmla="*/ 17 w 17"/>
                <a:gd name="T9" fmla="*/ 3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14" y="21"/>
                  </a:moveTo>
                  <a:cubicBezTo>
                    <a:pt x="12" y="22"/>
                    <a:pt x="7" y="19"/>
                    <a:pt x="4" y="14"/>
                  </a:cubicBezTo>
                  <a:cubicBezTo>
                    <a:pt x="1" y="8"/>
                    <a:pt x="0" y="2"/>
                    <a:pt x="3" y="1"/>
                  </a:cubicBezTo>
                  <a:cubicBezTo>
                    <a:pt x="5" y="0"/>
                    <a:pt x="10" y="3"/>
                    <a:pt x="13" y="8"/>
                  </a:cubicBezTo>
                  <a:cubicBezTo>
                    <a:pt x="16" y="14"/>
                    <a:pt x="17" y="20"/>
                    <a:pt x="14" y="21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83" name="Freeform 3220">
              <a:extLst>
                <a:ext uri="{FF2B5EF4-FFF2-40B4-BE49-F238E27FC236}">
                  <a16:creationId xmlns:a16="http://schemas.microsoft.com/office/drawing/2014/main" id="{30CF6EBC-2F60-44DD-81DE-939D7A82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689"/>
              <a:ext cx="17" cy="25"/>
            </a:xfrm>
            <a:custGeom>
              <a:avLst/>
              <a:gdLst>
                <a:gd name="T0" fmla="*/ 17 w 16"/>
                <a:gd name="T1" fmla="*/ 27 h 23"/>
                <a:gd name="T2" fmla="*/ 4 w 16"/>
                <a:gd name="T3" fmla="*/ 17 h 23"/>
                <a:gd name="T4" fmla="*/ 3 w 16"/>
                <a:gd name="T5" fmla="*/ 1 h 23"/>
                <a:gd name="T6" fmla="*/ 16 w 16"/>
                <a:gd name="T7" fmla="*/ 12 h 23"/>
                <a:gd name="T8" fmla="*/ 17 w 16"/>
                <a:gd name="T9" fmla="*/ 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4" y="21"/>
                  </a:moveTo>
                  <a:cubicBezTo>
                    <a:pt x="11" y="23"/>
                    <a:pt x="7" y="19"/>
                    <a:pt x="4" y="14"/>
                  </a:cubicBezTo>
                  <a:cubicBezTo>
                    <a:pt x="0" y="8"/>
                    <a:pt x="0" y="3"/>
                    <a:pt x="3" y="1"/>
                  </a:cubicBezTo>
                  <a:cubicBezTo>
                    <a:pt x="5" y="0"/>
                    <a:pt x="10" y="3"/>
                    <a:pt x="13" y="9"/>
                  </a:cubicBezTo>
                  <a:cubicBezTo>
                    <a:pt x="16" y="14"/>
                    <a:pt x="16" y="20"/>
                    <a:pt x="14" y="21"/>
                  </a:cubicBezTo>
                  <a:close/>
                </a:path>
              </a:pathLst>
            </a:custGeom>
            <a:solidFill>
              <a:srgbClr val="A0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84" name="Oval 3221">
              <a:extLst>
                <a:ext uri="{FF2B5EF4-FFF2-40B4-BE49-F238E27FC236}">
                  <a16:creationId xmlns:a16="http://schemas.microsoft.com/office/drawing/2014/main" id="{3985F816-8907-4C60-97C2-3D352739E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680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85" name="Oval 3222">
              <a:extLst>
                <a:ext uri="{FF2B5EF4-FFF2-40B4-BE49-F238E27FC236}">
                  <a16:creationId xmlns:a16="http://schemas.microsoft.com/office/drawing/2014/main" id="{F8A37021-18D9-43AF-A781-41F2D30C9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654"/>
              <a:ext cx="25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86" name="Oval 3223">
              <a:extLst>
                <a:ext uri="{FF2B5EF4-FFF2-40B4-BE49-F238E27FC236}">
                  <a16:creationId xmlns:a16="http://schemas.microsoft.com/office/drawing/2014/main" id="{F67606F4-809B-49D2-9FC0-6EFD4176D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687"/>
              <a:ext cx="24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87" name="Oval 3224">
              <a:extLst>
                <a:ext uri="{FF2B5EF4-FFF2-40B4-BE49-F238E27FC236}">
                  <a16:creationId xmlns:a16="http://schemas.microsoft.com/office/drawing/2014/main" id="{DF543250-B350-4AEA-AA96-A98C9D03F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2650"/>
              <a:ext cx="24" cy="13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88" name="Oval 3225">
              <a:extLst>
                <a:ext uri="{FF2B5EF4-FFF2-40B4-BE49-F238E27FC236}">
                  <a16:creationId xmlns:a16="http://schemas.microsoft.com/office/drawing/2014/main" id="{0FC03EA4-F19D-4AE1-AE36-C19B00BAE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" y="2689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89" name="Oval 3226">
              <a:extLst>
                <a:ext uri="{FF2B5EF4-FFF2-40B4-BE49-F238E27FC236}">
                  <a16:creationId xmlns:a16="http://schemas.microsoft.com/office/drawing/2014/main" id="{0F9DADA2-54BF-4AC0-83F2-E6FDA30D9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665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90" name="Oval 3227">
              <a:extLst>
                <a:ext uri="{FF2B5EF4-FFF2-40B4-BE49-F238E27FC236}">
                  <a16:creationId xmlns:a16="http://schemas.microsoft.com/office/drawing/2014/main" id="{FC867D5B-201E-4519-A242-49FA21C51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8" y="2684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91" name="Oval 3228">
              <a:extLst>
                <a:ext uri="{FF2B5EF4-FFF2-40B4-BE49-F238E27FC236}">
                  <a16:creationId xmlns:a16="http://schemas.microsoft.com/office/drawing/2014/main" id="{FBA0AFF5-478E-4C60-95DF-0943CCE1B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2647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92" name="Oval 3229">
              <a:extLst>
                <a:ext uri="{FF2B5EF4-FFF2-40B4-BE49-F238E27FC236}">
                  <a16:creationId xmlns:a16="http://schemas.microsoft.com/office/drawing/2014/main" id="{23E1F5A3-F4C1-4546-95D4-5FE3759DB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6" y="2658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93" name="Oval 3230">
              <a:extLst>
                <a:ext uri="{FF2B5EF4-FFF2-40B4-BE49-F238E27FC236}">
                  <a16:creationId xmlns:a16="http://schemas.microsoft.com/office/drawing/2014/main" id="{00708128-51B8-4192-9D33-F1C15FCA5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2684"/>
              <a:ext cx="25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94" name="Oval 3231">
              <a:extLst>
                <a:ext uri="{FF2B5EF4-FFF2-40B4-BE49-F238E27FC236}">
                  <a16:creationId xmlns:a16="http://schemas.microsoft.com/office/drawing/2014/main" id="{8983305F-A6CA-4156-A18F-C8CEE5E18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673"/>
              <a:ext cx="24" cy="12"/>
            </a:xfrm>
            <a:prstGeom prst="ellipse">
              <a:avLst/>
            </a:prstGeom>
            <a:solidFill>
              <a:srgbClr val="CE7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95" name="Rectangle 3232">
              <a:extLst>
                <a:ext uri="{FF2B5EF4-FFF2-40B4-BE49-F238E27FC236}">
                  <a16:creationId xmlns:a16="http://schemas.microsoft.com/office/drawing/2014/main" id="{DE6AEFC0-42A9-4514-8D45-1498114F2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3387"/>
              <a:ext cx="741" cy="82"/>
            </a:xfrm>
            <a:prstGeom prst="rect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96" name="Rectangle 3233">
              <a:extLst>
                <a:ext uri="{FF2B5EF4-FFF2-40B4-BE49-F238E27FC236}">
                  <a16:creationId xmlns:a16="http://schemas.microsoft.com/office/drawing/2014/main" id="{A0E26509-FFF3-413F-B222-7ACA7CD6F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709"/>
              <a:ext cx="740" cy="82"/>
            </a:xfrm>
            <a:prstGeom prst="rect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97" name="Rectangle 3234">
              <a:extLst>
                <a:ext uri="{FF2B5EF4-FFF2-40B4-BE49-F238E27FC236}">
                  <a16:creationId xmlns:a16="http://schemas.microsoft.com/office/drawing/2014/main" id="{9E670630-E251-4EC2-B228-DCDD1F01B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641"/>
              <a:ext cx="741" cy="150"/>
            </a:xfrm>
            <a:prstGeom prst="rect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98" name="Rectangle 3235">
              <a:extLst>
                <a:ext uri="{FF2B5EF4-FFF2-40B4-BE49-F238E27FC236}">
                  <a16:creationId xmlns:a16="http://schemas.microsoft.com/office/drawing/2014/main" id="{981B6380-3860-4E3C-820E-210D68776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3385"/>
              <a:ext cx="740" cy="153"/>
            </a:xfrm>
            <a:prstGeom prst="rect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699" name="Freeform 3236">
              <a:extLst>
                <a:ext uri="{FF2B5EF4-FFF2-40B4-BE49-F238E27FC236}">
                  <a16:creationId xmlns:a16="http://schemas.microsoft.com/office/drawing/2014/main" id="{0AA26D98-CA90-4977-AEBF-746E7146F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379"/>
              <a:ext cx="88" cy="39"/>
            </a:xfrm>
            <a:custGeom>
              <a:avLst/>
              <a:gdLst>
                <a:gd name="T0" fmla="*/ 0 w 83"/>
                <a:gd name="T1" fmla="*/ 48 h 35"/>
                <a:gd name="T2" fmla="*/ 18 w 83"/>
                <a:gd name="T3" fmla="*/ 45 h 35"/>
                <a:gd name="T4" fmla="*/ 49 w 83"/>
                <a:gd name="T5" fmla="*/ 29 h 35"/>
                <a:gd name="T6" fmla="*/ 99 w 83"/>
                <a:gd name="T7" fmla="*/ 3 h 35"/>
                <a:gd name="T8" fmla="*/ 56 w 83"/>
                <a:gd name="T9" fmla="*/ 8 h 35"/>
                <a:gd name="T10" fmla="*/ 27 w 83"/>
                <a:gd name="T11" fmla="*/ 9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35">
                  <a:moveTo>
                    <a:pt x="0" y="35"/>
                  </a:moveTo>
                  <a:cubicBezTo>
                    <a:pt x="0" y="34"/>
                    <a:pt x="11" y="33"/>
                    <a:pt x="15" y="32"/>
                  </a:cubicBezTo>
                  <a:cubicBezTo>
                    <a:pt x="26" y="30"/>
                    <a:pt x="32" y="26"/>
                    <a:pt x="41" y="21"/>
                  </a:cubicBezTo>
                  <a:cubicBezTo>
                    <a:pt x="54" y="14"/>
                    <a:pt x="73" y="11"/>
                    <a:pt x="83" y="3"/>
                  </a:cubicBezTo>
                  <a:cubicBezTo>
                    <a:pt x="74" y="0"/>
                    <a:pt x="57" y="5"/>
                    <a:pt x="47" y="5"/>
                  </a:cubicBezTo>
                  <a:cubicBezTo>
                    <a:pt x="39" y="5"/>
                    <a:pt x="31" y="6"/>
                    <a:pt x="23" y="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00" name="Freeform 3237">
              <a:extLst>
                <a:ext uri="{FF2B5EF4-FFF2-40B4-BE49-F238E27FC236}">
                  <a16:creationId xmlns:a16="http://schemas.microsoft.com/office/drawing/2014/main" id="{F2DCF632-399C-409F-9142-0852E82EB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400"/>
              <a:ext cx="91" cy="45"/>
            </a:xfrm>
            <a:custGeom>
              <a:avLst/>
              <a:gdLst>
                <a:gd name="T0" fmla="*/ 0 w 86"/>
                <a:gd name="T1" fmla="*/ 27 h 40"/>
                <a:gd name="T2" fmla="*/ 44 w 86"/>
                <a:gd name="T3" fmla="*/ 21 h 40"/>
                <a:gd name="T4" fmla="*/ 102 w 86"/>
                <a:gd name="T5" fmla="*/ 0 h 40"/>
                <a:gd name="T6" fmla="*/ 4 w 86"/>
                <a:gd name="T7" fmla="*/ 5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40">
                  <a:moveTo>
                    <a:pt x="0" y="19"/>
                  </a:moveTo>
                  <a:cubicBezTo>
                    <a:pt x="12" y="13"/>
                    <a:pt x="25" y="16"/>
                    <a:pt x="38" y="15"/>
                  </a:cubicBezTo>
                  <a:cubicBezTo>
                    <a:pt x="52" y="13"/>
                    <a:pt x="76" y="9"/>
                    <a:pt x="86" y="0"/>
                  </a:cubicBezTo>
                  <a:cubicBezTo>
                    <a:pt x="73" y="28"/>
                    <a:pt x="32" y="38"/>
                    <a:pt x="4" y="4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01" name="Freeform 3238">
              <a:extLst>
                <a:ext uri="{FF2B5EF4-FFF2-40B4-BE49-F238E27FC236}">
                  <a16:creationId xmlns:a16="http://schemas.microsoft.com/office/drawing/2014/main" id="{B7DCEA7E-FC1D-4F0D-83DB-E305592DD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3344"/>
              <a:ext cx="56" cy="58"/>
            </a:xfrm>
            <a:custGeom>
              <a:avLst/>
              <a:gdLst>
                <a:gd name="T0" fmla="*/ 0 w 53"/>
                <a:gd name="T1" fmla="*/ 46 h 52"/>
                <a:gd name="T2" fmla="*/ 62 w 53"/>
                <a:gd name="T3" fmla="*/ 0 h 52"/>
                <a:gd name="T4" fmla="*/ 1 w 53"/>
                <a:gd name="T5" fmla="*/ 7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2">
                  <a:moveTo>
                    <a:pt x="0" y="33"/>
                  </a:moveTo>
                  <a:cubicBezTo>
                    <a:pt x="18" y="33"/>
                    <a:pt x="42" y="13"/>
                    <a:pt x="53" y="0"/>
                  </a:cubicBezTo>
                  <a:cubicBezTo>
                    <a:pt x="40" y="17"/>
                    <a:pt x="22" y="45"/>
                    <a:pt x="1" y="5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02" name="Freeform 3239">
              <a:extLst>
                <a:ext uri="{FF2B5EF4-FFF2-40B4-BE49-F238E27FC236}">
                  <a16:creationId xmlns:a16="http://schemas.microsoft.com/office/drawing/2014/main" id="{AE19384C-B2A1-42DE-8576-D1284ABA4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294"/>
              <a:ext cx="21" cy="51"/>
            </a:xfrm>
            <a:custGeom>
              <a:avLst/>
              <a:gdLst>
                <a:gd name="T0" fmla="*/ 0 w 20"/>
                <a:gd name="T1" fmla="*/ 66 h 45"/>
                <a:gd name="T2" fmla="*/ 23 w 20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5">
                  <a:moveTo>
                    <a:pt x="0" y="45"/>
                  </a:moveTo>
                  <a:cubicBezTo>
                    <a:pt x="9" y="34"/>
                    <a:pt x="18" y="14"/>
                    <a:pt x="2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03" name="Freeform 3240">
              <a:extLst>
                <a:ext uri="{FF2B5EF4-FFF2-40B4-BE49-F238E27FC236}">
                  <a16:creationId xmlns:a16="http://schemas.microsoft.com/office/drawing/2014/main" id="{70B12C03-081A-4474-A6F0-5C21C0274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3415"/>
              <a:ext cx="91" cy="35"/>
            </a:xfrm>
            <a:custGeom>
              <a:avLst/>
              <a:gdLst>
                <a:gd name="T0" fmla="*/ 0 w 86"/>
                <a:gd name="T1" fmla="*/ 34 h 31"/>
                <a:gd name="T2" fmla="*/ 49 w 86"/>
                <a:gd name="T3" fmla="*/ 29 h 31"/>
                <a:gd name="T4" fmla="*/ 102 w 86"/>
                <a:gd name="T5" fmla="*/ 0 h 31"/>
                <a:gd name="T6" fmla="*/ 59 w 86"/>
                <a:gd name="T7" fmla="*/ 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31">
                  <a:moveTo>
                    <a:pt x="0" y="24"/>
                  </a:moveTo>
                  <a:cubicBezTo>
                    <a:pt x="12" y="19"/>
                    <a:pt x="28" y="22"/>
                    <a:pt x="41" y="20"/>
                  </a:cubicBezTo>
                  <a:cubicBezTo>
                    <a:pt x="55" y="17"/>
                    <a:pt x="75" y="10"/>
                    <a:pt x="86" y="0"/>
                  </a:cubicBezTo>
                  <a:cubicBezTo>
                    <a:pt x="77" y="11"/>
                    <a:pt x="61" y="25"/>
                    <a:pt x="50" y="3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04" name="Freeform 3241">
              <a:extLst>
                <a:ext uri="{FF2B5EF4-FFF2-40B4-BE49-F238E27FC236}">
                  <a16:creationId xmlns:a16="http://schemas.microsoft.com/office/drawing/2014/main" id="{CA744A72-BFA4-4A41-94AB-F61F1F2EB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3347"/>
              <a:ext cx="53" cy="72"/>
            </a:xfrm>
            <a:custGeom>
              <a:avLst/>
              <a:gdLst>
                <a:gd name="T0" fmla="*/ 1 w 50"/>
                <a:gd name="T1" fmla="*/ 91 h 64"/>
                <a:gd name="T2" fmla="*/ 59 w 50"/>
                <a:gd name="T3" fmla="*/ 0 h 64"/>
                <a:gd name="T4" fmla="*/ 19 w 50"/>
                <a:gd name="T5" fmla="*/ 32 h 64"/>
                <a:gd name="T6" fmla="*/ 0 w 50"/>
                <a:gd name="T7" fmla="*/ 43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4">
                  <a:moveTo>
                    <a:pt x="1" y="64"/>
                  </a:moveTo>
                  <a:cubicBezTo>
                    <a:pt x="21" y="46"/>
                    <a:pt x="36" y="21"/>
                    <a:pt x="50" y="0"/>
                  </a:cubicBezTo>
                  <a:cubicBezTo>
                    <a:pt x="39" y="7"/>
                    <a:pt x="28" y="16"/>
                    <a:pt x="16" y="22"/>
                  </a:cubicBezTo>
                  <a:cubicBezTo>
                    <a:pt x="11" y="25"/>
                    <a:pt x="5" y="27"/>
                    <a:pt x="0" y="3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05" name="Freeform 3242">
              <a:extLst>
                <a:ext uri="{FF2B5EF4-FFF2-40B4-BE49-F238E27FC236}">
                  <a16:creationId xmlns:a16="http://schemas.microsoft.com/office/drawing/2014/main" id="{8FABA49E-530F-4E0E-9B4A-8BE2B43C1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3252"/>
              <a:ext cx="71" cy="97"/>
            </a:xfrm>
            <a:custGeom>
              <a:avLst/>
              <a:gdLst>
                <a:gd name="T0" fmla="*/ 0 w 67"/>
                <a:gd name="T1" fmla="*/ 88 h 86"/>
                <a:gd name="T2" fmla="*/ 39 w 67"/>
                <a:gd name="T3" fmla="*/ 44 h 86"/>
                <a:gd name="T4" fmla="*/ 79 w 67"/>
                <a:gd name="T5" fmla="*/ 0 h 86"/>
                <a:gd name="T6" fmla="*/ 41 w 67"/>
                <a:gd name="T7" fmla="*/ 90 h 86"/>
                <a:gd name="T8" fmla="*/ 21 w 67"/>
                <a:gd name="T9" fmla="*/ 123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86">
                  <a:moveTo>
                    <a:pt x="0" y="61"/>
                  </a:moveTo>
                  <a:cubicBezTo>
                    <a:pt x="12" y="51"/>
                    <a:pt x="19" y="39"/>
                    <a:pt x="33" y="31"/>
                  </a:cubicBezTo>
                  <a:cubicBezTo>
                    <a:pt x="45" y="23"/>
                    <a:pt x="60" y="14"/>
                    <a:pt x="67" y="0"/>
                  </a:cubicBezTo>
                  <a:cubicBezTo>
                    <a:pt x="61" y="21"/>
                    <a:pt x="45" y="43"/>
                    <a:pt x="35" y="63"/>
                  </a:cubicBezTo>
                  <a:cubicBezTo>
                    <a:pt x="31" y="72"/>
                    <a:pt x="27" y="81"/>
                    <a:pt x="18" y="8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06" name="Freeform 3243">
              <a:extLst>
                <a:ext uri="{FF2B5EF4-FFF2-40B4-BE49-F238E27FC236}">
                  <a16:creationId xmlns:a16="http://schemas.microsoft.com/office/drawing/2014/main" id="{53EAEC5A-80CA-444F-90D4-121B0A57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160"/>
              <a:ext cx="44" cy="108"/>
            </a:xfrm>
            <a:custGeom>
              <a:avLst/>
              <a:gdLst>
                <a:gd name="T0" fmla="*/ 20 w 42"/>
                <a:gd name="T1" fmla="*/ 137 h 96"/>
                <a:gd name="T2" fmla="*/ 44 w 42"/>
                <a:gd name="T3" fmla="*/ 70 h 96"/>
                <a:gd name="T4" fmla="*/ 44 w 42"/>
                <a:gd name="T5" fmla="*/ 0 h 96"/>
                <a:gd name="T6" fmla="*/ 14 w 42"/>
                <a:gd name="T7" fmla="*/ 72 h 96"/>
                <a:gd name="T8" fmla="*/ 0 w 42"/>
                <a:gd name="T9" fmla="*/ 9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96">
                  <a:moveTo>
                    <a:pt x="17" y="96"/>
                  </a:moveTo>
                  <a:cubicBezTo>
                    <a:pt x="25" y="81"/>
                    <a:pt x="33" y="65"/>
                    <a:pt x="38" y="49"/>
                  </a:cubicBezTo>
                  <a:cubicBezTo>
                    <a:pt x="42" y="32"/>
                    <a:pt x="38" y="16"/>
                    <a:pt x="38" y="0"/>
                  </a:cubicBezTo>
                  <a:cubicBezTo>
                    <a:pt x="29" y="16"/>
                    <a:pt x="23" y="36"/>
                    <a:pt x="11" y="51"/>
                  </a:cubicBezTo>
                  <a:cubicBezTo>
                    <a:pt x="8" y="56"/>
                    <a:pt x="2" y="60"/>
                    <a:pt x="0" y="6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07" name="Freeform 3244">
              <a:extLst>
                <a:ext uri="{FF2B5EF4-FFF2-40B4-BE49-F238E27FC236}">
                  <a16:creationId xmlns:a16="http://schemas.microsoft.com/office/drawing/2014/main" id="{CB427A3F-1925-4868-ADF0-ABB124BB6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3159"/>
              <a:ext cx="40" cy="113"/>
            </a:xfrm>
            <a:custGeom>
              <a:avLst/>
              <a:gdLst>
                <a:gd name="T0" fmla="*/ 16 w 38"/>
                <a:gd name="T1" fmla="*/ 53 h 100"/>
                <a:gd name="T2" fmla="*/ 36 w 38"/>
                <a:gd name="T3" fmla="*/ 0 h 100"/>
                <a:gd name="T4" fmla="*/ 33 w 38"/>
                <a:gd name="T5" fmla="*/ 89 h 100"/>
                <a:gd name="T6" fmla="*/ 21 w 38"/>
                <a:gd name="T7" fmla="*/ 115 h 100"/>
                <a:gd name="T8" fmla="*/ 0 w 38"/>
                <a:gd name="T9" fmla="*/ 145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00">
                  <a:moveTo>
                    <a:pt x="13" y="37"/>
                  </a:moveTo>
                  <a:cubicBezTo>
                    <a:pt x="20" y="26"/>
                    <a:pt x="26" y="13"/>
                    <a:pt x="30" y="0"/>
                  </a:cubicBezTo>
                  <a:cubicBezTo>
                    <a:pt x="33" y="20"/>
                    <a:pt x="38" y="44"/>
                    <a:pt x="28" y="62"/>
                  </a:cubicBezTo>
                  <a:cubicBezTo>
                    <a:pt x="25" y="68"/>
                    <a:pt x="21" y="74"/>
                    <a:pt x="18" y="80"/>
                  </a:cubicBezTo>
                  <a:cubicBezTo>
                    <a:pt x="13" y="87"/>
                    <a:pt x="4" y="92"/>
                    <a:pt x="0" y="10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08" name="Freeform 3245">
              <a:extLst>
                <a:ext uri="{FF2B5EF4-FFF2-40B4-BE49-F238E27FC236}">
                  <a16:creationId xmlns:a16="http://schemas.microsoft.com/office/drawing/2014/main" id="{1148F735-D815-41E0-BF40-7950C600C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279"/>
              <a:ext cx="14" cy="68"/>
            </a:xfrm>
            <a:custGeom>
              <a:avLst/>
              <a:gdLst>
                <a:gd name="T0" fmla="*/ 16 w 13"/>
                <a:gd name="T1" fmla="*/ 0 h 60"/>
                <a:gd name="T2" fmla="*/ 0 w 13"/>
                <a:gd name="T3" fmla="*/ 8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0">
                  <a:moveTo>
                    <a:pt x="13" y="0"/>
                  </a:moveTo>
                  <a:cubicBezTo>
                    <a:pt x="10" y="18"/>
                    <a:pt x="9" y="44"/>
                    <a:pt x="0" y="6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09" name="Freeform 3246">
              <a:extLst>
                <a:ext uri="{FF2B5EF4-FFF2-40B4-BE49-F238E27FC236}">
                  <a16:creationId xmlns:a16="http://schemas.microsoft.com/office/drawing/2014/main" id="{EE0E2DF0-589C-44E5-A1BE-D964EAC89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3362"/>
              <a:ext cx="41" cy="27"/>
            </a:xfrm>
            <a:custGeom>
              <a:avLst/>
              <a:gdLst>
                <a:gd name="T0" fmla="*/ 0 w 39"/>
                <a:gd name="T1" fmla="*/ 34 h 24"/>
                <a:gd name="T2" fmla="*/ 45 w 3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4">
                  <a:moveTo>
                    <a:pt x="0" y="24"/>
                  </a:moveTo>
                  <a:cubicBezTo>
                    <a:pt x="8" y="13"/>
                    <a:pt x="27" y="4"/>
                    <a:pt x="39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10" name="Freeform 3247">
              <a:extLst>
                <a:ext uri="{FF2B5EF4-FFF2-40B4-BE49-F238E27FC236}">
                  <a16:creationId xmlns:a16="http://schemas.microsoft.com/office/drawing/2014/main" id="{28C84288-BE78-4A40-9831-4ECF79C23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3091"/>
              <a:ext cx="15" cy="71"/>
            </a:xfrm>
            <a:custGeom>
              <a:avLst/>
              <a:gdLst>
                <a:gd name="T0" fmla="*/ 16 w 14"/>
                <a:gd name="T1" fmla="*/ 90 h 63"/>
                <a:gd name="T2" fmla="*/ 0 w 14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3">
                  <a:moveTo>
                    <a:pt x="13" y="63"/>
                  </a:moveTo>
                  <a:cubicBezTo>
                    <a:pt x="14" y="40"/>
                    <a:pt x="13" y="19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11" name="Freeform 3248">
              <a:extLst>
                <a:ext uri="{FF2B5EF4-FFF2-40B4-BE49-F238E27FC236}">
                  <a16:creationId xmlns:a16="http://schemas.microsoft.com/office/drawing/2014/main" id="{22AC95D4-F586-4FEB-BFF9-16F69D501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035"/>
              <a:ext cx="26" cy="129"/>
            </a:xfrm>
            <a:custGeom>
              <a:avLst/>
              <a:gdLst>
                <a:gd name="T0" fmla="*/ 1 w 25"/>
                <a:gd name="T1" fmla="*/ 131 h 115"/>
                <a:gd name="T2" fmla="*/ 6 w 25"/>
                <a:gd name="T3" fmla="*/ 61 h 115"/>
                <a:gd name="T4" fmla="*/ 20 w 25"/>
                <a:gd name="T5" fmla="*/ 0 h 115"/>
                <a:gd name="T6" fmla="*/ 28 w 25"/>
                <a:gd name="T7" fmla="*/ 108 h 115"/>
                <a:gd name="T8" fmla="*/ 23 w 25"/>
                <a:gd name="T9" fmla="*/ 163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5">
                  <a:moveTo>
                    <a:pt x="1" y="93"/>
                  </a:moveTo>
                  <a:cubicBezTo>
                    <a:pt x="2" y="75"/>
                    <a:pt x="0" y="60"/>
                    <a:pt x="6" y="43"/>
                  </a:cubicBezTo>
                  <a:cubicBezTo>
                    <a:pt x="10" y="29"/>
                    <a:pt x="11" y="13"/>
                    <a:pt x="17" y="0"/>
                  </a:cubicBezTo>
                  <a:cubicBezTo>
                    <a:pt x="23" y="23"/>
                    <a:pt x="24" y="52"/>
                    <a:pt x="25" y="77"/>
                  </a:cubicBezTo>
                  <a:cubicBezTo>
                    <a:pt x="25" y="90"/>
                    <a:pt x="19" y="102"/>
                    <a:pt x="20" y="11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12" name="Freeform 3249">
              <a:extLst>
                <a:ext uri="{FF2B5EF4-FFF2-40B4-BE49-F238E27FC236}">
                  <a16:creationId xmlns:a16="http://schemas.microsoft.com/office/drawing/2014/main" id="{B31DF5A1-FB11-4827-905F-3D378FCF9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3033"/>
              <a:ext cx="14" cy="54"/>
            </a:xfrm>
            <a:custGeom>
              <a:avLst/>
              <a:gdLst>
                <a:gd name="T0" fmla="*/ 1 w 13"/>
                <a:gd name="T1" fmla="*/ 69 h 48"/>
                <a:gd name="T2" fmla="*/ 16 w 13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8">
                  <a:moveTo>
                    <a:pt x="1" y="48"/>
                  </a:moveTo>
                  <a:cubicBezTo>
                    <a:pt x="0" y="31"/>
                    <a:pt x="8" y="16"/>
                    <a:pt x="13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13" name="Freeform 3250">
              <a:extLst>
                <a:ext uri="{FF2B5EF4-FFF2-40B4-BE49-F238E27FC236}">
                  <a16:creationId xmlns:a16="http://schemas.microsoft.com/office/drawing/2014/main" id="{15919306-52CB-4356-9751-3850FACB0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940"/>
              <a:ext cx="36" cy="96"/>
            </a:xfrm>
            <a:custGeom>
              <a:avLst/>
              <a:gdLst>
                <a:gd name="T0" fmla="*/ 26 w 34"/>
                <a:gd name="T1" fmla="*/ 122 h 85"/>
                <a:gd name="T2" fmla="*/ 12 w 34"/>
                <a:gd name="T3" fmla="*/ 58 h 85"/>
                <a:gd name="T4" fmla="*/ 0 w 34"/>
                <a:gd name="T5" fmla="*/ 0 h 85"/>
                <a:gd name="T6" fmla="*/ 40 w 34"/>
                <a:gd name="T7" fmla="*/ 49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5">
                  <a:moveTo>
                    <a:pt x="23" y="85"/>
                  </a:moveTo>
                  <a:cubicBezTo>
                    <a:pt x="23" y="67"/>
                    <a:pt x="17" y="55"/>
                    <a:pt x="9" y="40"/>
                  </a:cubicBezTo>
                  <a:cubicBezTo>
                    <a:pt x="3" y="27"/>
                    <a:pt x="3" y="13"/>
                    <a:pt x="0" y="0"/>
                  </a:cubicBezTo>
                  <a:cubicBezTo>
                    <a:pt x="7" y="14"/>
                    <a:pt x="29" y="19"/>
                    <a:pt x="34" y="3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14" name="Freeform 3251">
              <a:extLst>
                <a:ext uri="{FF2B5EF4-FFF2-40B4-BE49-F238E27FC236}">
                  <a16:creationId xmlns:a16="http://schemas.microsoft.com/office/drawing/2014/main" id="{BDEC4E5F-279C-4641-89E2-368BD8EF7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958"/>
              <a:ext cx="19" cy="49"/>
            </a:xfrm>
            <a:custGeom>
              <a:avLst/>
              <a:gdLst>
                <a:gd name="T0" fmla="*/ 21 w 18"/>
                <a:gd name="T1" fmla="*/ 32 h 43"/>
                <a:gd name="T2" fmla="*/ 1 w 18"/>
                <a:gd name="T3" fmla="*/ 0 h 43"/>
                <a:gd name="T4" fmla="*/ 4 w 18"/>
                <a:gd name="T5" fmla="*/ 6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3">
                  <a:moveTo>
                    <a:pt x="18" y="22"/>
                  </a:moveTo>
                  <a:cubicBezTo>
                    <a:pt x="12" y="18"/>
                    <a:pt x="6" y="7"/>
                    <a:pt x="1" y="0"/>
                  </a:cubicBezTo>
                  <a:cubicBezTo>
                    <a:pt x="0" y="14"/>
                    <a:pt x="4" y="28"/>
                    <a:pt x="4" y="4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15" name="Freeform 3252">
              <a:extLst>
                <a:ext uri="{FF2B5EF4-FFF2-40B4-BE49-F238E27FC236}">
                  <a16:creationId xmlns:a16="http://schemas.microsoft.com/office/drawing/2014/main" id="{6701456A-76BA-4577-A496-817EE9AA3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870"/>
              <a:ext cx="49" cy="88"/>
            </a:xfrm>
            <a:custGeom>
              <a:avLst/>
              <a:gdLst>
                <a:gd name="T0" fmla="*/ 40 w 47"/>
                <a:gd name="T1" fmla="*/ 112 h 78"/>
                <a:gd name="T2" fmla="*/ 0 w 47"/>
                <a:gd name="T3" fmla="*/ 0 h 78"/>
                <a:gd name="T4" fmla="*/ 53 w 47"/>
                <a:gd name="T5" fmla="*/ 87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8">
                  <a:moveTo>
                    <a:pt x="35" y="78"/>
                  </a:moveTo>
                  <a:cubicBezTo>
                    <a:pt x="24" y="52"/>
                    <a:pt x="8" y="28"/>
                    <a:pt x="0" y="0"/>
                  </a:cubicBezTo>
                  <a:cubicBezTo>
                    <a:pt x="21" y="13"/>
                    <a:pt x="43" y="38"/>
                    <a:pt x="47" y="6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16" name="Freeform 3253">
              <a:extLst>
                <a:ext uri="{FF2B5EF4-FFF2-40B4-BE49-F238E27FC236}">
                  <a16:creationId xmlns:a16="http://schemas.microsoft.com/office/drawing/2014/main" id="{370AB73D-5AB6-4255-9233-9C3AA3A42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853"/>
              <a:ext cx="30" cy="60"/>
            </a:xfrm>
            <a:custGeom>
              <a:avLst/>
              <a:gdLst>
                <a:gd name="T0" fmla="*/ 13 w 28"/>
                <a:gd name="T1" fmla="*/ 77 h 53"/>
                <a:gd name="T2" fmla="*/ 1 w 28"/>
                <a:gd name="T3" fmla="*/ 0 h 53"/>
                <a:gd name="T4" fmla="*/ 34 w 28"/>
                <a:gd name="T5" fmla="*/ 5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3">
                  <a:moveTo>
                    <a:pt x="10" y="53"/>
                  </a:moveTo>
                  <a:cubicBezTo>
                    <a:pt x="3" y="38"/>
                    <a:pt x="0" y="16"/>
                    <a:pt x="1" y="0"/>
                  </a:cubicBezTo>
                  <a:cubicBezTo>
                    <a:pt x="7" y="13"/>
                    <a:pt x="28" y="21"/>
                    <a:pt x="28" y="3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17" name="Freeform 3254">
              <a:extLst>
                <a:ext uri="{FF2B5EF4-FFF2-40B4-BE49-F238E27FC236}">
                  <a16:creationId xmlns:a16="http://schemas.microsoft.com/office/drawing/2014/main" id="{288CD7BF-FCAE-4F14-862A-EBAC9DF8D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792"/>
              <a:ext cx="92" cy="75"/>
            </a:xfrm>
            <a:custGeom>
              <a:avLst/>
              <a:gdLst>
                <a:gd name="T0" fmla="*/ 103 w 87"/>
                <a:gd name="T1" fmla="*/ 85 h 66"/>
                <a:gd name="T2" fmla="*/ 43 w 87"/>
                <a:gd name="T3" fmla="*/ 30 h 66"/>
                <a:gd name="T4" fmla="*/ 0 w 87"/>
                <a:gd name="T5" fmla="*/ 0 h 66"/>
                <a:gd name="T6" fmla="*/ 29 w 87"/>
                <a:gd name="T7" fmla="*/ 39 h 66"/>
                <a:gd name="T8" fmla="*/ 51 w 87"/>
                <a:gd name="T9" fmla="*/ 75 h 66"/>
                <a:gd name="T10" fmla="*/ 73 w 87"/>
                <a:gd name="T11" fmla="*/ 97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66">
                  <a:moveTo>
                    <a:pt x="87" y="58"/>
                  </a:moveTo>
                  <a:cubicBezTo>
                    <a:pt x="75" y="39"/>
                    <a:pt x="57" y="27"/>
                    <a:pt x="37" y="20"/>
                  </a:cubicBezTo>
                  <a:cubicBezTo>
                    <a:pt x="24" y="15"/>
                    <a:pt x="12" y="5"/>
                    <a:pt x="0" y="0"/>
                  </a:cubicBezTo>
                  <a:cubicBezTo>
                    <a:pt x="5" y="11"/>
                    <a:pt x="18" y="17"/>
                    <a:pt x="25" y="26"/>
                  </a:cubicBezTo>
                  <a:cubicBezTo>
                    <a:pt x="32" y="34"/>
                    <a:pt x="37" y="43"/>
                    <a:pt x="43" y="51"/>
                  </a:cubicBezTo>
                  <a:cubicBezTo>
                    <a:pt x="48" y="58"/>
                    <a:pt x="55" y="62"/>
                    <a:pt x="61" y="6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18" name="Freeform 3255">
              <a:extLst>
                <a:ext uri="{FF2B5EF4-FFF2-40B4-BE49-F238E27FC236}">
                  <a16:creationId xmlns:a16="http://schemas.microsoft.com/office/drawing/2014/main" id="{93C2E609-D318-43D9-90B2-80872676B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747"/>
              <a:ext cx="80" cy="64"/>
            </a:xfrm>
            <a:custGeom>
              <a:avLst/>
              <a:gdLst>
                <a:gd name="T0" fmla="*/ 59 w 76"/>
                <a:gd name="T1" fmla="*/ 81 h 57"/>
                <a:gd name="T2" fmla="*/ 0 w 76"/>
                <a:gd name="T3" fmla="*/ 0 h 57"/>
                <a:gd name="T4" fmla="*/ 61 w 76"/>
                <a:gd name="T5" fmla="*/ 34 h 57"/>
                <a:gd name="T6" fmla="*/ 88 w 76"/>
                <a:gd name="T7" fmla="*/ 6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57">
                  <a:moveTo>
                    <a:pt x="50" y="57"/>
                  </a:moveTo>
                  <a:cubicBezTo>
                    <a:pt x="23" y="49"/>
                    <a:pt x="23" y="14"/>
                    <a:pt x="0" y="0"/>
                  </a:cubicBezTo>
                  <a:cubicBezTo>
                    <a:pt x="16" y="11"/>
                    <a:pt x="37" y="15"/>
                    <a:pt x="52" y="24"/>
                  </a:cubicBezTo>
                  <a:cubicBezTo>
                    <a:pt x="60" y="29"/>
                    <a:pt x="68" y="39"/>
                    <a:pt x="76" y="4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19" name="Freeform 3256">
              <a:extLst>
                <a:ext uri="{FF2B5EF4-FFF2-40B4-BE49-F238E27FC236}">
                  <a16:creationId xmlns:a16="http://schemas.microsoft.com/office/drawing/2014/main" id="{1F4F81B3-16D7-441E-B90E-0215275E2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791"/>
              <a:ext cx="82" cy="52"/>
            </a:xfrm>
            <a:custGeom>
              <a:avLst/>
              <a:gdLst>
                <a:gd name="T0" fmla="*/ 90 w 78"/>
                <a:gd name="T1" fmla="*/ 67 h 46"/>
                <a:gd name="T2" fmla="*/ 45 w 78"/>
                <a:gd name="T3" fmla="*/ 21 h 46"/>
                <a:gd name="T4" fmla="*/ 0 w 78"/>
                <a:gd name="T5" fmla="*/ 1 h 46"/>
                <a:gd name="T6" fmla="*/ 21 w 78"/>
                <a:gd name="T7" fmla="*/ 2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6">
                  <a:moveTo>
                    <a:pt x="78" y="46"/>
                  </a:moveTo>
                  <a:cubicBezTo>
                    <a:pt x="64" y="35"/>
                    <a:pt x="55" y="23"/>
                    <a:pt x="39" y="15"/>
                  </a:cubicBezTo>
                  <a:cubicBezTo>
                    <a:pt x="28" y="10"/>
                    <a:pt x="13" y="0"/>
                    <a:pt x="0" y="1"/>
                  </a:cubicBezTo>
                  <a:cubicBezTo>
                    <a:pt x="6" y="4"/>
                    <a:pt x="14" y="12"/>
                    <a:pt x="18" y="1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20" name="Freeform 3257">
              <a:extLst>
                <a:ext uri="{FF2B5EF4-FFF2-40B4-BE49-F238E27FC236}">
                  <a16:creationId xmlns:a16="http://schemas.microsoft.com/office/drawing/2014/main" id="{26D48277-5EB0-439A-A586-3AB8E5A4D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867"/>
              <a:ext cx="2" cy="36"/>
            </a:xfrm>
            <a:custGeom>
              <a:avLst/>
              <a:gdLst>
                <a:gd name="T0" fmla="*/ 0 w 2"/>
                <a:gd name="T1" fmla="*/ 0 h 32"/>
                <a:gd name="T2" fmla="*/ 0 w 2"/>
                <a:gd name="T3" fmla="*/ 4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2">
                  <a:moveTo>
                    <a:pt x="0" y="0"/>
                  </a:moveTo>
                  <a:cubicBezTo>
                    <a:pt x="0" y="11"/>
                    <a:pt x="2" y="22"/>
                    <a:pt x="0" y="3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21" name="Freeform 3258">
              <a:extLst>
                <a:ext uri="{FF2B5EF4-FFF2-40B4-BE49-F238E27FC236}">
                  <a16:creationId xmlns:a16="http://schemas.microsoft.com/office/drawing/2014/main" id="{1A477BF6-8989-4C4C-BF94-D992B2C7A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764"/>
              <a:ext cx="108" cy="32"/>
            </a:xfrm>
            <a:custGeom>
              <a:avLst/>
              <a:gdLst>
                <a:gd name="T0" fmla="*/ 121 w 102"/>
                <a:gd name="T1" fmla="*/ 42 h 28"/>
                <a:gd name="T2" fmla="*/ 44 w 102"/>
                <a:gd name="T3" fmla="*/ 2 h 28"/>
                <a:gd name="T4" fmla="*/ 0 w 102"/>
                <a:gd name="T5" fmla="*/ 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8">
                  <a:moveTo>
                    <a:pt x="102" y="28"/>
                  </a:moveTo>
                  <a:cubicBezTo>
                    <a:pt x="83" y="14"/>
                    <a:pt x="62" y="4"/>
                    <a:pt x="38" y="2"/>
                  </a:cubicBezTo>
                  <a:cubicBezTo>
                    <a:pt x="30" y="2"/>
                    <a:pt x="2" y="0"/>
                    <a:pt x="0" y="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22" name="Freeform 3259">
              <a:extLst>
                <a:ext uri="{FF2B5EF4-FFF2-40B4-BE49-F238E27FC236}">
                  <a16:creationId xmlns:a16="http://schemas.microsoft.com/office/drawing/2014/main" id="{BEA85CE6-AFAD-4CE7-A315-72CC9A59D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774"/>
              <a:ext cx="65" cy="21"/>
            </a:xfrm>
            <a:custGeom>
              <a:avLst/>
              <a:gdLst>
                <a:gd name="T0" fmla="*/ 74 w 61"/>
                <a:gd name="T1" fmla="*/ 29 h 18"/>
                <a:gd name="T2" fmla="*/ 0 w 6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8">
                  <a:moveTo>
                    <a:pt x="61" y="18"/>
                  </a:moveTo>
                  <a:cubicBezTo>
                    <a:pt x="39" y="12"/>
                    <a:pt x="18" y="17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23" name="Freeform 3260">
              <a:extLst>
                <a:ext uri="{FF2B5EF4-FFF2-40B4-BE49-F238E27FC236}">
                  <a16:creationId xmlns:a16="http://schemas.microsoft.com/office/drawing/2014/main" id="{4C280AF7-F768-43C2-BE88-331953EA6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731"/>
              <a:ext cx="89" cy="32"/>
            </a:xfrm>
            <a:custGeom>
              <a:avLst/>
              <a:gdLst>
                <a:gd name="T0" fmla="*/ 100 w 84"/>
                <a:gd name="T1" fmla="*/ 24 h 28"/>
                <a:gd name="T2" fmla="*/ 73 w 84"/>
                <a:gd name="T3" fmla="*/ 2 h 28"/>
                <a:gd name="T4" fmla="*/ 40 w 84"/>
                <a:gd name="T5" fmla="*/ 3 h 28"/>
                <a:gd name="T6" fmla="*/ 0 w 84"/>
                <a:gd name="T7" fmla="*/ 10 h 28"/>
                <a:gd name="T8" fmla="*/ 56 w 84"/>
                <a:gd name="T9" fmla="*/ 4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8">
                  <a:moveTo>
                    <a:pt x="84" y="16"/>
                  </a:moveTo>
                  <a:cubicBezTo>
                    <a:pt x="76" y="11"/>
                    <a:pt x="71" y="5"/>
                    <a:pt x="61" y="2"/>
                  </a:cubicBezTo>
                  <a:cubicBezTo>
                    <a:pt x="51" y="0"/>
                    <a:pt x="43" y="1"/>
                    <a:pt x="34" y="3"/>
                  </a:cubicBezTo>
                  <a:cubicBezTo>
                    <a:pt x="22" y="5"/>
                    <a:pt x="11" y="7"/>
                    <a:pt x="0" y="7"/>
                  </a:cubicBezTo>
                  <a:cubicBezTo>
                    <a:pt x="13" y="17"/>
                    <a:pt x="33" y="20"/>
                    <a:pt x="47" y="2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24" name="Freeform 3261">
              <a:extLst>
                <a:ext uri="{FF2B5EF4-FFF2-40B4-BE49-F238E27FC236}">
                  <a16:creationId xmlns:a16="http://schemas.microsoft.com/office/drawing/2014/main" id="{F621E199-2F56-483B-8C3C-0A3B266B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710"/>
              <a:ext cx="40" cy="23"/>
            </a:xfrm>
            <a:custGeom>
              <a:avLst/>
              <a:gdLst>
                <a:gd name="T0" fmla="*/ 44 w 38"/>
                <a:gd name="T1" fmla="*/ 30 h 20"/>
                <a:gd name="T2" fmla="*/ 0 w 3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0">
                  <a:moveTo>
                    <a:pt x="38" y="20"/>
                  </a:moveTo>
                  <a:cubicBezTo>
                    <a:pt x="23" y="18"/>
                    <a:pt x="13" y="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25" name="Freeform 3262">
              <a:extLst>
                <a:ext uri="{FF2B5EF4-FFF2-40B4-BE49-F238E27FC236}">
                  <a16:creationId xmlns:a16="http://schemas.microsoft.com/office/drawing/2014/main" id="{5864034B-72C5-45EC-BA91-BB0423E02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709"/>
              <a:ext cx="274" cy="761"/>
            </a:xfrm>
            <a:custGeom>
              <a:avLst/>
              <a:gdLst>
                <a:gd name="T0" fmla="*/ 16 w 259"/>
                <a:gd name="T1" fmla="*/ 0 h 675"/>
                <a:gd name="T2" fmla="*/ 0 w 259"/>
                <a:gd name="T3" fmla="*/ 1 h 675"/>
                <a:gd name="T4" fmla="*/ 0 w 259"/>
                <a:gd name="T5" fmla="*/ 104 h 675"/>
                <a:gd name="T6" fmla="*/ 0 w 259"/>
                <a:gd name="T7" fmla="*/ 104 h 675"/>
                <a:gd name="T8" fmla="*/ 249 w 259"/>
                <a:gd name="T9" fmla="*/ 483 h 675"/>
                <a:gd name="T10" fmla="*/ 0 w 259"/>
                <a:gd name="T11" fmla="*/ 859 h 675"/>
                <a:gd name="T12" fmla="*/ 0 w 259"/>
                <a:gd name="T13" fmla="*/ 859 h 675"/>
                <a:gd name="T14" fmla="*/ 0 w 259"/>
                <a:gd name="T15" fmla="*/ 966 h 675"/>
                <a:gd name="T16" fmla="*/ 16 w 259"/>
                <a:gd name="T17" fmla="*/ 967 h 675"/>
                <a:gd name="T18" fmla="*/ 307 w 259"/>
                <a:gd name="T19" fmla="*/ 485 h 675"/>
                <a:gd name="T20" fmla="*/ 16 w 259"/>
                <a:gd name="T21" fmla="*/ 0 h 6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9" h="675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116" y="73"/>
                    <a:pt x="210" y="191"/>
                    <a:pt x="210" y="337"/>
                  </a:cubicBezTo>
                  <a:cubicBezTo>
                    <a:pt x="210" y="482"/>
                    <a:pt x="116" y="600"/>
                    <a:pt x="0" y="600"/>
                  </a:cubicBezTo>
                  <a:cubicBezTo>
                    <a:pt x="0" y="600"/>
                    <a:pt x="0" y="600"/>
                    <a:pt x="0" y="600"/>
                  </a:cubicBezTo>
                  <a:cubicBezTo>
                    <a:pt x="0" y="674"/>
                    <a:pt x="0" y="674"/>
                    <a:pt x="0" y="674"/>
                  </a:cubicBezTo>
                  <a:cubicBezTo>
                    <a:pt x="4" y="675"/>
                    <a:pt x="9" y="675"/>
                    <a:pt x="13" y="675"/>
                  </a:cubicBezTo>
                  <a:cubicBezTo>
                    <a:pt x="142" y="675"/>
                    <a:pt x="259" y="524"/>
                    <a:pt x="259" y="338"/>
                  </a:cubicBezTo>
                  <a:cubicBezTo>
                    <a:pt x="259" y="152"/>
                    <a:pt x="142" y="0"/>
                    <a:pt x="13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26" name="Freeform 3263">
              <a:extLst>
                <a:ext uri="{FF2B5EF4-FFF2-40B4-BE49-F238E27FC236}">
                  <a16:creationId xmlns:a16="http://schemas.microsoft.com/office/drawing/2014/main" id="{F5395743-4331-4417-879F-D98D4F60F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641"/>
              <a:ext cx="310" cy="896"/>
            </a:xfrm>
            <a:custGeom>
              <a:avLst/>
              <a:gdLst>
                <a:gd name="T0" fmla="*/ 6 w 293"/>
                <a:gd name="T1" fmla="*/ 0 h 794"/>
                <a:gd name="T2" fmla="*/ 4 w 293"/>
                <a:gd name="T3" fmla="*/ 0 h 794"/>
                <a:gd name="T4" fmla="*/ 4 w 293"/>
                <a:gd name="T5" fmla="*/ 0 h 794"/>
                <a:gd name="T6" fmla="*/ 0 w 293"/>
                <a:gd name="T7" fmla="*/ 0 h 794"/>
                <a:gd name="T8" fmla="*/ 0 w 293"/>
                <a:gd name="T9" fmla="*/ 191 h 794"/>
                <a:gd name="T10" fmla="*/ 0 w 293"/>
                <a:gd name="T11" fmla="*/ 191 h 794"/>
                <a:gd name="T12" fmla="*/ 249 w 293"/>
                <a:gd name="T13" fmla="*/ 569 h 794"/>
                <a:gd name="T14" fmla="*/ 0 w 293"/>
                <a:gd name="T15" fmla="*/ 949 h 794"/>
                <a:gd name="T16" fmla="*/ 0 w 293"/>
                <a:gd name="T17" fmla="*/ 949 h 794"/>
                <a:gd name="T18" fmla="*/ 0 w 293"/>
                <a:gd name="T19" fmla="*/ 1141 h 794"/>
                <a:gd name="T20" fmla="*/ 2 w 293"/>
                <a:gd name="T21" fmla="*/ 1141 h 794"/>
                <a:gd name="T22" fmla="*/ 6 w 293"/>
                <a:gd name="T23" fmla="*/ 1141 h 794"/>
                <a:gd name="T24" fmla="*/ 347 w 293"/>
                <a:gd name="T25" fmla="*/ 571 h 794"/>
                <a:gd name="T26" fmla="*/ 6 w 293"/>
                <a:gd name="T27" fmla="*/ 0 h 7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3" h="794">
                  <a:moveTo>
                    <a:pt x="6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116" y="133"/>
                    <a:pt x="210" y="251"/>
                    <a:pt x="210" y="396"/>
                  </a:cubicBezTo>
                  <a:cubicBezTo>
                    <a:pt x="210" y="542"/>
                    <a:pt x="116" y="660"/>
                    <a:pt x="0" y="660"/>
                  </a:cubicBezTo>
                  <a:cubicBezTo>
                    <a:pt x="0" y="660"/>
                    <a:pt x="0" y="660"/>
                    <a:pt x="0" y="660"/>
                  </a:cubicBezTo>
                  <a:cubicBezTo>
                    <a:pt x="0" y="794"/>
                    <a:pt x="0" y="794"/>
                    <a:pt x="0" y="794"/>
                  </a:cubicBezTo>
                  <a:cubicBezTo>
                    <a:pt x="2" y="794"/>
                    <a:pt x="2" y="794"/>
                    <a:pt x="2" y="794"/>
                  </a:cubicBezTo>
                  <a:cubicBezTo>
                    <a:pt x="3" y="794"/>
                    <a:pt x="5" y="794"/>
                    <a:pt x="6" y="794"/>
                  </a:cubicBezTo>
                  <a:cubicBezTo>
                    <a:pt x="165" y="794"/>
                    <a:pt x="293" y="617"/>
                    <a:pt x="293" y="397"/>
                  </a:cubicBezTo>
                  <a:cubicBezTo>
                    <a:pt x="293" y="178"/>
                    <a:pt x="165" y="0"/>
                    <a:pt x="6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27" name="Oval 3264">
              <a:extLst>
                <a:ext uri="{FF2B5EF4-FFF2-40B4-BE49-F238E27FC236}">
                  <a16:creationId xmlns:a16="http://schemas.microsoft.com/office/drawing/2014/main" id="{1D71C47F-EDAA-4D9F-9D83-C30768866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3443"/>
              <a:ext cx="21" cy="14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28" name="Oval 3265">
              <a:extLst>
                <a:ext uri="{FF2B5EF4-FFF2-40B4-BE49-F238E27FC236}">
                  <a16:creationId xmlns:a16="http://schemas.microsoft.com/office/drawing/2014/main" id="{C69FBDE8-D2E2-4444-886E-8D136E041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770"/>
              <a:ext cx="21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29" name="Oval 3266">
              <a:extLst>
                <a:ext uri="{FF2B5EF4-FFF2-40B4-BE49-F238E27FC236}">
                  <a16:creationId xmlns:a16="http://schemas.microsoft.com/office/drawing/2014/main" id="{2F1749CF-A385-45CA-B2F9-0C2E4A163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2747"/>
              <a:ext cx="22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30" name="Oval 3267">
              <a:extLst>
                <a:ext uri="{FF2B5EF4-FFF2-40B4-BE49-F238E27FC236}">
                  <a16:creationId xmlns:a16="http://schemas.microsoft.com/office/drawing/2014/main" id="{9F9B479D-9123-442E-908A-B851B8F48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2721"/>
              <a:ext cx="21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31" name="Oval 3268">
              <a:extLst>
                <a:ext uri="{FF2B5EF4-FFF2-40B4-BE49-F238E27FC236}">
                  <a16:creationId xmlns:a16="http://schemas.microsoft.com/office/drawing/2014/main" id="{E1EAEE64-081B-4B7A-914D-728524E50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2744"/>
              <a:ext cx="22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32" name="Oval 3269">
              <a:extLst>
                <a:ext uri="{FF2B5EF4-FFF2-40B4-BE49-F238E27FC236}">
                  <a16:creationId xmlns:a16="http://schemas.microsoft.com/office/drawing/2014/main" id="{73EA9561-ED64-4E8D-BF0D-16ECEA6C4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1" y="2726"/>
              <a:ext cx="22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33" name="Oval 3270">
              <a:extLst>
                <a:ext uri="{FF2B5EF4-FFF2-40B4-BE49-F238E27FC236}">
                  <a16:creationId xmlns:a16="http://schemas.microsoft.com/office/drawing/2014/main" id="{5E06A8A1-C95B-4197-8BB7-F009EE3F6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7" y="2769"/>
              <a:ext cx="21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34" name="Oval 3271">
              <a:extLst>
                <a:ext uri="{FF2B5EF4-FFF2-40B4-BE49-F238E27FC236}">
                  <a16:creationId xmlns:a16="http://schemas.microsoft.com/office/drawing/2014/main" id="{A9BC3BD6-81C1-4F34-B28B-130C54CB7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6" y="2718"/>
              <a:ext cx="21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35" name="Oval 3272">
              <a:extLst>
                <a:ext uri="{FF2B5EF4-FFF2-40B4-BE49-F238E27FC236}">
                  <a16:creationId xmlns:a16="http://schemas.microsoft.com/office/drawing/2014/main" id="{A9B59F23-FAD2-4476-A0D1-FEC756072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718"/>
              <a:ext cx="21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36" name="Oval 3273">
              <a:extLst>
                <a:ext uri="{FF2B5EF4-FFF2-40B4-BE49-F238E27FC236}">
                  <a16:creationId xmlns:a16="http://schemas.microsoft.com/office/drawing/2014/main" id="{58993A35-1D33-41C2-8D21-CA6B7E330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3400"/>
              <a:ext cx="22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37" name="Oval 3274">
              <a:extLst>
                <a:ext uri="{FF2B5EF4-FFF2-40B4-BE49-F238E27FC236}">
                  <a16:creationId xmlns:a16="http://schemas.microsoft.com/office/drawing/2014/main" id="{E8E6518E-9C71-4B92-BE1C-53C614A67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3452"/>
              <a:ext cx="21" cy="12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38" name="Oval 3275">
              <a:extLst>
                <a:ext uri="{FF2B5EF4-FFF2-40B4-BE49-F238E27FC236}">
                  <a16:creationId xmlns:a16="http://schemas.microsoft.com/office/drawing/2014/main" id="{E1D63F48-9BE0-4FC7-8CA8-E7D5341DB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3395"/>
              <a:ext cx="22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39" name="Oval 3276">
              <a:extLst>
                <a:ext uri="{FF2B5EF4-FFF2-40B4-BE49-F238E27FC236}">
                  <a16:creationId xmlns:a16="http://schemas.microsoft.com/office/drawing/2014/main" id="{7A32DED9-5A9C-46A0-BBC2-5D365A1DC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" y="3420"/>
              <a:ext cx="21" cy="14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40" name="Oval 3277">
              <a:extLst>
                <a:ext uri="{FF2B5EF4-FFF2-40B4-BE49-F238E27FC236}">
                  <a16:creationId xmlns:a16="http://schemas.microsoft.com/office/drawing/2014/main" id="{32F95FA9-4422-4419-8A04-E0F44F96E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3400"/>
              <a:ext cx="21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41" name="Oval 3278">
              <a:extLst>
                <a:ext uri="{FF2B5EF4-FFF2-40B4-BE49-F238E27FC236}">
                  <a16:creationId xmlns:a16="http://schemas.microsoft.com/office/drawing/2014/main" id="{123EFA48-5975-4481-A3BB-4BD690CED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3451"/>
              <a:ext cx="21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42" name="Oval 3279">
              <a:extLst>
                <a:ext uri="{FF2B5EF4-FFF2-40B4-BE49-F238E27FC236}">
                  <a16:creationId xmlns:a16="http://schemas.microsoft.com/office/drawing/2014/main" id="{1B03D243-38BF-4D2E-942F-541058608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3401"/>
              <a:ext cx="21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43" name="Oval 3280">
              <a:extLst>
                <a:ext uri="{FF2B5EF4-FFF2-40B4-BE49-F238E27FC236}">
                  <a16:creationId xmlns:a16="http://schemas.microsoft.com/office/drawing/2014/main" id="{D9FD05A9-A451-4191-94BB-574EA35FB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3392"/>
              <a:ext cx="21" cy="13"/>
            </a:xfrm>
            <a:prstGeom prst="ellipse">
              <a:avLst/>
            </a:prstGeom>
            <a:solidFill>
              <a:srgbClr val="DB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44" name="Freeform 3281">
              <a:extLst>
                <a:ext uri="{FF2B5EF4-FFF2-40B4-BE49-F238E27FC236}">
                  <a16:creationId xmlns:a16="http://schemas.microsoft.com/office/drawing/2014/main" id="{9933683C-4AD9-4BE0-9FE1-088D2FF5F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3395"/>
              <a:ext cx="21" cy="19"/>
            </a:xfrm>
            <a:custGeom>
              <a:avLst/>
              <a:gdLst>
                <a:gd name="T0" fmla="*/ 21 w 20"/>
                <a:gd name="T1" fmla="*/ 2 h 17"/>
                <a:gd name="T2" fmla="*/ 16 w 20"/>
                <a:gd name="T3" fmla="*/ 17 h 17"/>
                <a:gd name="T4" fmla="*/ 2 w 20"/>
                <a:gd name="T5" fmla="*/ 20 h 17"/>
                <a:gd name="T6" fmla="*/ 7 w 20"/>
                <a:gd name="T7" fmla="*/ 4 h 17"/>
                <a:gd name="T8" fmla="*/ 21 w 20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18" y="2"/>
                  </a:moveTo>
                  <a:cubicBezTo>
                    <a:pt x="20" y="4"/>
                    <a:pt x="18" y="9"/>
                    <a:pt x="13" y="12"/>
                  </a:cubicBezTo>
                  <a:cubicBezTo>
                    <a:pt x="9" y="16"/>
                    <a:pt x="4" y="17"/>
                    <a:pt x="2" y="14"/>
                  </a:cubicBezTo>
                  <a:cubicBezTo>
                    <a:pt x="0" y="12"/>
                    <a:pt x="3" y="8"/>
                    <a:pt x="7" y="4"/>
                  </a:cubicBezTo>
                  <a:cubicBezTo>
                    <a:pt x="11" y="1"/>
                    <a:pt x="16" y="0"/>
                    <a:pt x="18" y="2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45" name="Freeform 3282">
              <a:extLst>
                <a:ext uri="{FF2B5EF4-FFF2-40B4-BE49-F238E27FC236}">
                  <a16:creationId xmlns:a16="http://schemas.microsoft.com/office/drawing/2014/main" id="{6249C347-7476-4898-B5BB-F6B89D920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320"/>
              <a:ext cx="21" cy="19"/>
            </a:xfrm>
            <a:custGeom>
              <a:avLst/>
              <a:gdLst>
                <a:gd name="T0" fmla="*/ 23 w 19"/>
                <a:gd name="T1" fmla="*/ 2 h 17"/>
                <a:gd name="T2" fmla="*/ 17 w 19"/>
                <a:gd name="T3" fmla="*/ 17 h 17"/>
                <a:gd name="T4" fmla="*/ 1 w 19"/>
                <a:gd name="T5" fmla="*/ 20 h 17"/>
                <a:gd name="T6" fmla="*/ 9 w 19"/>
                <a:gd name="T7" fmla="*/ 4 h 17"/>
                <a:gd name="T8" fmla="*/ 23 w 19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7" y="2"/>
                  </a:moveTo>
                  <a:cubicBezTo>
                    <a:pt x="19" y="4"/>
                    <a:pt x="17" y="9"/>
                    <a:pt x="13" y="12"/>
                  </a:cubicBezTo>
                  <a:cubicBezTo>
                    <a:pt x="8" y="16"/>
                    <a:pt x="3" y="17"/>
                    <a:pt x="1" y="14"/>
                  </a:cubicBezTo>
                  <a:cubicBezTo>
                    <a:pt x="0" y="12"/>
                    <a:pt x="2" y="8"/>
                    <a:pt x="6" y="4"/>
                  </a:cubicBezTo>
                  <a:cubicBezTo>
                    <a:pt x="11" y="1"/>
                    <a:pt x="16" y="0"/>
                    <a:pt x="17" y="2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46" name="Freeform 3283">
              <a:extLst>
                <a:ext uri="{FF2B5EF4-FFF2-40B4-BE49-F238E27FC236}">
                  <a16:creationId xmlns:a16="http://schemas.microsoft.com/office/drawing/2014/main" id="{5A0D766C-630A-4ED5-B1C8-EEF4C743D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238"/>
              <a:ext cx="16" cy="22"/>
            </a:xfrm>
            <a:custGeom>
              <a:avLst/>
              <a:gdLst>
                <a:gd name="T0" fmla="*/ 16 w 15"/>
                <a:gd name="T1" fmla="*/ 1 h 20"/>
                <a:gd name="T2" fmla="*/ 15 w 15"/>
                <a:gd name="T3" fmla="*/ 17 h 20"/>
                <a:gd name="T4" fmla="*/ 3 w 15"/>
                <a:gd name="T5" fmla="*/ 25 h 20"/>
                <a:gd name="T6" fmla="*/ 3 w 15"/>
                <a:gd name="T7" fmla="*/ 11 h 20"/>
                <a:gd name="T8" fmla="*/ 16 w 15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13" y="1"/>
                  </a:moveTo>
                  <a:cubicBezTo>
                    <a:pt x="15" y="3"/>
                    <a:pt x="15" y="8"/>
                    <a:pt x="12" y="13"/>
                  </a:cubicBezTo>
                  <a:cubicBezTo>
                    <a:pt x="9" y="18"/>
                    <a:pt x="5" y="20"/>
                    <a:pt x="3" y="19"/>
                  </a:cubicBezTo>
                  <a:cubicBezTo>
                    <a:pt x="0" y="18"/>
                    <a:pt x="0" y="13"/>
                    <a:pt x="3" y="8"/>
                  </a:cubicBezTo>
                  <a:cubicBezTo>
                    <a:pt x="6" y="3"/>
                    <a:pt x="10" y="0"/>
                    <a:pt x="13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47" name="Freeform 3284">
              <a:extLst>
                <a:ext uri="{FF2B5EF4-FFF2-40B4-BE49-F238E27FC236}">
                  <a16:creationId xmlns:a16="http://schemas.microsoft.com/office/drawing/2014/main" id="{F4E4C6DA-91B1-43E1-84FF-5C9332EA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211"/>
              <a:ext cx="14" cy="23"/>
            </a:xfrm>
            <a:custGeom>
              <a:avLst/>
              <a:gdLst>
                <a:gd name="T0" fmla="*/ 12 w 13"/>
                <a:gd name="T1" fmla="*/ 0 h 21"/>
                <a:gd name="T2" fmla="*/ 14 w 13"/>
                <a:gd name="T3" fmla="*/ 14 h 21"/>
                <a:gd name="T4" fmla="*/ 4 w 13"/>
                <a:gd name="T5" fmla="*/ 26 h 21"/>
                <a:gd name="T6" fmla="*/ 2 w 13"/>
                <a:gd name="T7" fmla="*/ 12 h 21"/>
                <a:gd name="T8" fmla="*/ 12 w 1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11" y="1"/>
                    <a:pt x="13" y="6"/>
                    <a:pt x="11" y="11"/>
                  </a:cubicBezTo>
                  <a:cubicBezTo>
                    <a:pt x="10" y="17"/>
                    <a:pt x="7" y="21"/>
                    <a:pt x="4" y="20"/>
                  </a:cubicBezTo>
                  <a:cubicBezTo>
                    <a:pt x="2" y="20"/>
                    <a:pt x="0" y="15"/>
                    <a:pt x="2" y="9"/>
                  </a:cubicBezTo>
                  <a:cubicBezTo>
                    <a:pt x="3" y="4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48" name="Freeform 3285">
              <a:extLst>
                <a:ext uri="{FF2B5EF4-FFF2-40B4-BE49-F238E27FC236}">
                  <a16:creationId xmlns:a16="http://schemas.microsoft.com/office/drawing/2014/main" id="{54CE9A21-912B-452F-9351-8EFC1CFD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113"/>
              <a:ext cx="11" cy="22"/>
            </a:xfrm>
            <a:custGeom>
              <a:avLst/>
              <a:gdLst>
                <a:gd name="T0" fmla="*/ 8 w 10"/>
                <a:gd name="T1" fmla="*/ 0 h 20"/>
                <a:gd name="T2" fmla="*/ 13 w 10"/>
                <a:gd name="T3" fmla="*/ 13 h 20"/>
                <a:gd name="T4" fmla="*/ 8 w 10"/>
                <a:gd name="T5" fmla="*/ 26 h 20"/>
                <a:gd name="T6" fmla="*/ 0 w 10"/>
                <a:gd name="T7" fmla="*/ 13 h 20"/>
                <a:gd name="T8" fmla="*/ 8 w 1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0">
                  <a:moveTo>
                    <a:pt x="5" y="0"/>
                  </a:moveTo>
                  <a:cubicBezTo>
                    <a:pt x="8" y="0"/>
                    <a:pt x="10" y="4"/>
                    <a:pt x="10" y="10"/>
                  </a:cubicBezTo>
                  <a:cubicBezTo>
                    <a:pt x="10" y="15"/>
                    <a:pt x="8" y="20"/>
                    <a:pt x="5" y="20"/>
                  </a:cubicBezTo>
                  <a:cubicBezTo>
                    <a:pt x="2" y="20"/>
                    <a:pt x="0" y="16"/>
                    <a:pt x="0" y="10"/>
                  </a:cubicBezTo>
                  <a:cubicBezTo>
                    <a:pt x="0" y="4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49" name="Freeform 3286">
              <a:extLst>
                <a:ext uri="{FF2B5EF4-FFF2-40B4-BE49-F238E27FC236}">
                  <a16:creationId xmlns:a16="http://schemas.microsoft.com/office/drawing/2014/main" id="{9A5E0A8C-0974-43E7-99BC-5D8067B71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3017"/>
              <a:ext cx="14" cy="23"/>
            </a:xfrm>
            <a:custGeom>
              <a:avLst/>
              <a:gdLst>
                <a:gd name="T0" fmla="*/ 3 w 13"/>
                <a:gd name="T1" fmla="*/ 1 h 21"/>
                <a:gd name="T2" fmla="*/ 14 w 13"/>
                <a:gd name="T3" fmla="*/ 12 h 21"/>
                <a:gd name="T4" fmla="*/ 13 w 13"/>
                <a:gd name="T5" fmla="*/ 26 h 21"/>
                <a:gd name="T6" fmla="*/ 2 w 13"/>
                <a:gd name="T7" fmla="*/ 15 h 21"/>
                <a:gd name="T8" fmla="*/ 3 w 13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3" y="1"/>
                  </a:moveTo>
                  <a:cubicBezTo>
                    <a:pt x="6" y="0"/>
                    <a:pt x="9" y="4"/>
                    <a:pt x="11" y="9"/>
                  </a:cubicBezTo>
                  <a:cubicBezTo>
                    <a:pt x="13" y="14"/>
                    <a:pt x="13" y="19"/>
                    <a:pt x="10" y="20"/>
                  </a:cubicBezTo>
                  <a:cubicBezTo>
                    <a:pt x="7" y="21"/>
                    <a:pt x="4" y="18"/>
                    <a:pt x="2" y="12"/>
                  </a:cubicBezTo>
                  <a:cubicBezTo>
                    <a:pt x="0" y="7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0" name="Freeform 3287">
              <a:extLst>
                <a:ext uri="{FF2B5EF4-FFF2-40B4-BE49-F238E27FC236}">
                  <a16:creationId xmlns:a16="http://schemas.microsoft.com/office/drawing/2014/main" id="{7BD10917-40C8-4524-8E91-E7B01E11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904"/>
              <a:ext cx="14" cy="24"/>
            </a:xfrm>
            <a:custGeom>
              <a:avLst/>
              <a:gdLst>
                <a:gd name="T0" fmla="*/ 3 w 13"/>
                <a:gd name="T1" fmla="*/ 1 h 21"/>
                <a:gd name="T2" fmla="*/ 14 w 13"/>
                <a:gd name="T3" fmla="*/ 13 h 21"/>
                <a:gd name="T4" fmla="*/ 13 w 13"/>
                <a:gd name="T5" fmla="*/ 30 h 21"/>
                <a:gd name="T6" fmla="*/ 2 w 13"/>
                <a:gd name="T7" fmla="*/ 18 h 21"/>
                <a:gd name="T8" fmla="*/ 3 w 13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3" y="1"/>
                  </a:moveTo>
                  <a:cubicBezTo>
                    <a:pt x="6" y="0"/>
                    <a:pt x="10" y="3"/>
                    <a:pt x="11" y="9"/>
                  </a:cubicBezTo>
                  <a:cubicBezTo>
                    <a:pt x="13" y="14"/>
                    <a:pt x="13" y="19"/>
                    <a:pt x="10" y="20"/>
                  </a:cubicBezTo>
                  <a:cubicBezTo>
                    <a:pt x="7" y="21"/>
                    <a:pt x="4" y="17"/>
                    <a:pt x="2" y="12"/>
                  </a:cubicBezTo>
                  <a:cubicBezTo>
                    <a:pt x="0" y="7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1" name="Freeform 3288">
              <a:extLst>
                <a:ext uri="{FF2B5EF4-FFF2-40B4-BE49-F238E27FC236}">
                  <a16:creationId xmlns:a16="http://schemas.microsoft.com/office/drawing/2014/main" id="{3CF31D80-4B73-4ED4-8263-29712B1F3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837"/>
              <a:ext cx="19" cy="23"/>
            </a:xfrm>
            <a:custGeom>
              <a:avLst/>
              <a:gdLst>
                <a:gd name="T0" fmla="*/ 2 w 18"/>
                <a:gd name="T1" fmla="*/ 2 h 20"/>
                <a:gd name="T2" fmla="*/ 16 w 18"/>
                <a:gd name="T3" fmla="*/ 10 h 20"/>
                <a:gd name="T4" fmla="*/ 18 w 18"/>
                <a:gd name="T5" fmla="*/ 28 h 20"/>
                <a:gd name="T6" fmla="*/ 5 w 18"/>
                <a:gd name="T7" fmla="*/ 20 h 20"/>
                <a:gd name="T8" fmla="*/ 2 w 18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2" y="2"/>
                  </a:moveTo>
                  <a:cubicBezTo>
                    <a:pt x="5" y="0"/>
                    <a:pt x="9" y="2"/>
                    <a:pt x="13" y="7"/>
                  </a:cubicBezTo>
                  <a:cubicBezTo>
                    <a:pt x="16" y="11"/>
                    <a:pt x="18" y="16"/>
                    <a:pt x="15" y="18"/>
                  </a:cubicBezTo>
                  <a:cubicBezTo>
                    <a:pt x="13" y="20"/>
                    <a:pt x="9" y="17"/>
                    <a:pt x="5" y="13"/>
                  </a:cubicBezTo>
                  <a:cubicBezTo>
                    <a:pt x="1" y="9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2" name="Freeform 3289">
              <a:extLst>
                <a:ext uri="{FF2B5EF4-FFF2-40B4-BE49-F238E27FC236}">
                  <a16:creationId xmlns:a16="http://schemas.microsoft.com/office/drawing/2014/main" id="{24628A25-4743-4578-BEBE-EBF50C687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48"/>
              <a:ext cx="21" cy="18"/>
            </a:xfrm>
            <a:custGeom>
              <a:avLst/>
              <a:gdLst>
                <a:gd name="T0" fmla="*/ 1 w 20"/>
                <a:gd name="T1" fmla="*/ 3 h 16"/>
                <a:gd name="T2" fmla="*/ 16 w 20"/>
                <a:gd name="T3" fmla="*/ 7 h 16"/>
                <a:gd name="T4" fmla="*/ 22 w 20"/>
                <a:gd name="T5" fmla="*/ 19 h 16"/>
                <a:gd name="T6" fmla="*/ 7 w 20"/>
                <a:gd name="T7" fmla="*/ 18 h 16"/>
                <a:gd name="T8" fmla="*/ 1 w 20"/>
                <a:gd name="T9" fmla="*/ 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" y="3"/>
                  </a:moveTo>
                  <a:cubicBezTo>
                    <a:pt x="3" y="0"/>
                    <a:pt x="8" y="1"/>
                    <a:pt x="13" y="4"/>
                  </a:cubicBezTo>
                  <a:cubicBezTo>
                    <a:pt x="17" y="7"/>
                    <a:pt x="20" y="11"/>
                    <a:pt x="19" y="13"/>
                  </a:cubicBezTo>
                  <a:cubicBezTo>
                    <a:pt x="17" y="16"/>
                    <a:pt x="12" y="15"/>
                    <a:pt x="7" y="12"/>
                  </a:cubicBezTo>
                  <a:cubicBezTo>
                    <a:pt x="3" y="9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3" name="Freeform 3290">
              <a:extLst>
                <a:ext uri="{FF2B5EF4-FFF2-40B4-BE49-F238E27FC236}">
                  <a16:creationId xmlns:a16="http://schemas.microsoft.com/office/drawing/2014/main" id="{885BF8FD-6736-447C-AA9B-29D6C07E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783"/>
              <a:ext cx="21" cy="18"/>
            </a:xfrm>
            <a:custGeom>
              <a:avLst/>
              <a:gdLst>
                <a:gd name="T0" fmla="*/ 2 w 20"/>
                <a:gd name="T1" fmla="*/ 3 h 16"/>
                <a:gd name="T2" fmla="*/ 16 w 20"/>
                <a:gd name="T3" fmla="*/ 7 h 16"/>
                <a:gd name="T4" fmla="*/ 22 w 20"/>
                <a:gd name="T5" fmla="*/ 20 h 16"/>
                <a:gd name="T6" fmla="*/ 7 w 20"/>
                <a:gd name="T7" fmla="*/ 19 h 16"/>
                <a:gd name="T8" fmla="*/ 2 w 20"/>
                <a:gd name="T9" fmla="*/ 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2" y="3"/>
                  </a:moveTo>
                  <a:cubicBezTo>
                    <a:pt x="3" y="0"/>
                    <a:pt x="8" y="1"/>
                    <a:pt x="13" y="4"/>
                  </a:cubicBezTo>
                  <a:cubicBezTo>
                    <a:pt x="18" y="7"/>
                    <a:pt x="20" y="11"/>
                    <a:pt x="19" y="14"/>
                  </a:cubicBezTo>
                  <a:cubicBezTo>
                    <a:pt x="17" y="16"/>
                    <a:pt x="12" y="16"/>
                    <a:pt x="7" y="13"/>
                  </a:cubicBezTo>
                  <a:cubicBezTo>
                    <a:pt x="3" y="10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4" name="Freeform 3291">
              <a:extLst>
                <a:ext uri="{FF2B5EF4-FFF2-40B4-BE49-F238E27FC236}">
                  <a16:creationId xmlns:a16="http://schemas.microsoft.com/office/drawing/2014/main" id="{72847312-1304-4504-B20B-5E09CEB66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772"/>
              <a:ext cx="23" cy="15"/>
            </a:xfrm>
            <a:custGeom>
              <a:avLst/>
              <a:gdLst>
                <a:gd name="T0" fmla="*/ 1 w 21"/>
                <a:gd name="T1" fmla="*/ 7 h 13"/>
                <a:gd name="T2" fmla="*/ 15 w 21"/>
                <a:gd name="T3" fmla="*/ 2 h 13"/>
                <a:gd name="T4" fmla="*/ 26 w 21"/>
                <a:gd name="T5" fmla="*/ 14 h 13"/>
                <a:gd name="T6" fmla="*/ 12 w 21"/>
                <a:gd name="T7" fmla="*/ 18 h 13"/>
                <a:gd name="T8" fmla="*/ 1 w 21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3">
                  <a:moveTo>
                    <a:pt x="1" y="4"/>
                  </a:moveTo>
                  <a:cubicBezTo>
                    <a:pt x="1" y="1"/>
                    <a:pt x="6" y="0"/>
                    <a:pt x="12" y="2"/>
                  </a:cubicBezTo>
                  <a:cubicBezTo>
                    <a:pt x="17" y="3"/>
                    <a:pt x="21" y="6"/>
                    <a:pt x="20" y="9"/>
                  </a:cubicBezTo>
                  <a:cubicBezTo>
                    <a:pt x="20" y="12"/>
                    <a:pt x="15" y="13"/>
                    <a:pt x="9" y="12"/>
                  </a:cubicBezTo>
                  <a:cubicBezTo>
                    <a:pt x="4" y="10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B26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5" name="Freeform 3292">
              <a:extLst>
                <a:ext uri="{FF2B5EF4-FFF2-40B4-BE49-F238E27FC236}">
                  <a16:creationId xmlns:a16="http://schemas.microsoft.com/office/drawing/2014/main" id="{CF6B1095-62F2-4A2C-A1A0-B54328581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772"/>
              <a:ext cx="73" cy="105"/>
            </a:xfrm>
            <a:custGeom>
              <a:avLst/>
              <a:gdLst>
                <a:gd name="T0" fmla="*/ 0 w 69"/>
                <a:gd name="T1" fmla="*/ 67 h 93"/>
                <a:gd name="T2" fmla="*/ 81 w 69"/>
                <a:gd name="T3" fmla="*/ 67 h 93"/>
                <a:gd name="T4" fmla="*/ 0 w 69"/>
                <a:gd name="T5" fmla="*/ 67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93">
                  <a:moveTo>
                    <a:pt x="0" y="46"/>
                  </a:moveTo>
                  <a:cubicBezTo>
                    <a:pt x="0" y="46"/>
                    <a:pt x="28" y="0"/>
                    <a:pt x="69" y="46"/>
                  </a:cubicBezTo>
                  <a:cubicBezTo>
                    <a:pt x="69" y="46"/>
                    <a:pt x="48" y="93"/>
                    <a:pt x="0" y="46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6" name="Freeform 3293">
              <a:extLst>
                <a:ext uri="{FF2B5EF4-FFF2-40B4-BE49-F238E27FC236}">
                  <a16:creationId xmlns:a16="http://schemas.microsoft.com/office/drawing/2014/main" id="{1A806C8F-58B9-4CFA-B136-22EB5E77D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789"/>
              <a:ext cx="112" cy="88"/>
            </a:xfrm>
            <a:custGeom>
              <a:avLst/>
              <a:gdLst>
                <a:gd name="T0" fmla="*/ 0 w 106"/>
                <a:gd name="T1" fmla="*/ 44 h 78"/>
                <a:gd name="T2" fmla="*/ 125 w 106"/>
                <a:gd name="T3" fmla="*/ 43 h 78"/>
                <a:gd name="T4" fmla="*/ 0 w 106"/>
                <a:gd name="T5" fmla="*/ 44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78">
                  <a:moveTo>
                    <a:pt x="0" y="31"/>
                  </a:moveTo>
                  <a:cubicBezTo>
                    <a:pt x="0" y="31"/>
                    <a:pt x="53" y="0"/>
                    <a:pt x="106" y="30"/>
                  </a:cubicBezTo>
                  <a:cubicBezTo>
                    <a:pt x="106" y="30"/>
                    <a:pt x="48" y="78"/>
                    <a:pt x="0" y="31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7" name="Freeform 3294">
              <a:extLst>
                <a:ext uri="{FF2B5EF4-FFF2-40B4-BE49-F238E27FC236}">
                  <a16:creationId xmlns:a16="http://schemas.microsoft.com/office/drawing/2014/main" id="{D3EE8C5A-B214-4BBD-9FA7-958C328D0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770"/>
              <a:ext cx="131" cy="106"/>
            </a:xfrm>
            <a:custGeom>
              <a:avLst/>
              <a:gdLst>
                <a:gd name="T0" fmla="*/ 0 w 124"/>
                <a:gd name="T1" fmla="*/ 68 h 94"/>
                <a:gd name="T2" fmla="*/ 146 w 124"/>
                <a:gd name="T3" fmla="*/ 69 h 94"/>
                <a:gd name="T4" fmla="*/ 0 w 124"/>
                <a:gd name="T5" fmla="*/ 68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94">
                  <a:moveTo>
                    <a:pt x="0" y="47"/>
                  </a:moveTo>
                  <a:cubicBezTo>
                    <a:pt x="0" y="47"/>
                    <a:pt x="70" y="0"/>
                    <a:pt x="124" y="48"/>
                  </a:cubicBezTo>
                  <a:cubicBezTo>
                    <a:pt x="124" y="48"/>
                    <a:pt x="48" y="94"/>
                    <a:pt x="0" y="47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8" name="Freeform 3295">
              <a:extLst>
                <a:ext uri="{FF2B5EF4-FFF2-40B4-BE49-F238E27FC236}">
                  <a16:creationId xmlns:a16="http://schemas.microsoft.com/office/drawing/2014/main" id="{A96394C6-01A0-4FAC-A287-20A33453D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769"/>
              <a:ext cx="90" cy="108"/>
            </a:xfrm>
            <a:custGeom>
              <a:avLst/>
              <a:gdLst>
                <a:gd name="T0" fmla="*/ 0 w 85"/>
                <a:gd name="T1" fmla="*/ 70 h 96"/>
                <a:gd name="T2" fmla="*/ 101 w 85"/>
                <a:gd name="T3" fmla="*/ 70 h 96"/>
                <a:gd name="T4" fmla="*/ 0 w 85"/>
                <a:gd name="T5" fmla="*/ 7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96">
                  <a:moveTo>
                    <a:pt x="0" y="49"/>
                  </a:moveTo>
                  <a:cubicBezTo>
                    <a:pt x="0" y="49"/>
                    <a:pt x="30" y="0"/>
                    <a:pt x="85" y="49"/>
                  </a:cubicBezTo>
                  <a:cubicBezTo>
                    <a:pt x="85" y="49"/>
                    <a:pt x="49" y="96"/>
                    <a:pt x="0" y="49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9" name="Freeform 3296">
              <a:extLst>
                <a:ext uri="{FF2B5EF4-FFF2-40B4-BE49-F238E27FC236}">
                  <a16:creationId xmlns:a16="http://schemas.microsoft.com/office/drawing/2014/main" id="{A731C2B2-C61A-44BE-98FF-C60355060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770"/>
              <a:ext cx="123" cy="107"/>
            </a:xfrm>
            <a:custGeom>
              <a:avLst/>
              <a:gdLst>
                <a:gd name="T0" fmla="*/ 0 w 116"/>
                <a:gd name="T1" fmla="*/ 69 h 95"/>
                <a:gd name="T2" fmla="*/ 138 w 116"/>
                <a:gd name="T3" fmla="*/ 69 h 95"/>
                <a:gd name="T4" fmla="*/ 0 w 116"/>
                <a:gd name="T5" fmla="*/ 69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95">
                  <a:moveTo>
                    <a:pt x="0" y="48"/>
                  </a:moveTo>
                  <a:cubicBezTo>
                    <a:pt x="0" y="48"/>
                    <a:pt x="62" y="0"/>
                    <a:pt x="116" y="48"/>
                  </a:cubicBezTo>
                  <a:cubicBezTo>
                    <a:pt x="116" y="48"/>
                    <a:pt x="48" y="95"/>
                    <a:pt x="0" y="4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0" name="Freeform 3297">
              <a:extLst>
                <a:ext uri="{FF2B5EF4-FFF2-40B4-BE49-F238E27FC236}">
                  <a16:creationId xmlns:a16="http://schemas.microsoft.com/office/drawing/2014/main" id="{809DD315-C01D-4257-A949-886DCDE87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770"/>
              <a:ext cx="123" cy="107"/>
            </a:xfrm>
            <a:custGeom>
              <a:avLst/>
              <a:gdLst>
                <a:gd name="T0" fmla="*/ 0 w 117"/>
                <a:gd name="T1" fmla="*/ 69 h 95"/>
                <a:gd name="T2" fmla="*/ 136 w 117"/>
                <a:gd name="T3" fmla="*/ 69 h 95"/>
                <a:gd name="T4" fmla="*/ 0 w 117"/>
                <a:gd name="T5" fmla="*/ 69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95">
                  <a:moveTo>
                    <a:pt x="0" y="48"/>
                  </a:moveTo>
                  <a:cubicBezTo>
                    <a:pt x="0" y="48"/>
                    <a:pt x="63" y="0"/>
                    <a:pt x="117" y="48"/>
                  </a:cubicBezTo>
                  <a:cubicBezTo>
                    <a:pt x="117" y="48"/>
                    <a:pt x="49" y="95"/>
                    <a:pt x="0" y="4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1" name="Freeform 3298">
              <a:extLst>
                <a:ext uri="{FF2B5EF4-FFF2-40B4-BE49-F238E27FC236}">
                  <a16:creationId xmlns:a16="http://schemas.microsoft.com/office/drawing/2014/main" id="{748AD2C9-CE47-4BB1-B309-4D5E0662F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770"/>
              <a:ext cx="88" cy="107"/>
            </a:xfrm>
            <a:custGeom>
              <a:avLst/>
              <a:gdLst>
                <a:gd name="T0" fmla="*/ 0 w 83"/>
                <a:gd name="T1" fmla="*/ 69 h 95"/>
                <a:gd name="T2" fmla="*/ 99 w 83"/>
                <a:gd name="T3" fmla="*/ 69 h 95"/>
                <a:gd name="T4" fmla="*/ 0 w 83"/>
                <a:gd name="T5" fmla="*/ 69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95">
                  <a:moveTo>
                    <a:pt x="0" y="48"/>
                  </a:moveTo>
                  <a:cubicBezTo>
                    <a:pt x="0" y="48"/>
                    <a:pt x="46" y="0"/>
                    <a:pt x="83" y="48"/>
                  </a:cubicBezTo>
                  <a:cubicBezTo>
                    <a:pt x="83" y="48"/>
                    <a:pt x="49" y="95"/>
                    <a:pt x="0" y="4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2" name="Freeform 3299">
              <a:extLst>
                <a:ext uri="{FF2B5EF4-FFF2-40B4-BE49-F238E27FC236}">
                  <a16:creationId xmlns:a16="http://schemas.microsoft.com/office/drawing/2014/main" id="{7A8BFF40-F774-4A50-8D88-98CF805A0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3116"/>
              <a:ext cx="106" cy="107"/>
            </a:xfrm>
            <a:custGeom>
              <a:avLst/>
              <a:gdLst>
                <a:gd name="T0" fmla="*/ 0 w 100"/>
                <a:gd name="T1" fmla="*/ 71 h 95"/>
                <a:gd name="T2" fmla="*/ 119 w 100"/>
                <a:gd name="T3" fmla="*/ 66 h 95"/>
                <a:gd name="T4" fmla="*/ 0 w 100"/>
                <a:gd name="T5" fmla="*/ 71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95">
                  <a:moveTo>
                    <a:pt x="0" y="50"/>
                  </a:moveTo>
                  <a:cubicBezTo>
                    <a:pt x="0" y="50"/>
                    <a:pt x="44" y="0"/>
                    <a:pt x="100" y="46"/>
                  </a:cubicBezTo>
                  <a:cubicBezTo>
                    <a:pt x="100" y="46"/>
                    <a:pt x="51" y="95"/>
                    <a:pt x="0" y="5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3" name="Freeform 3300">
              <a:extLst>
                <a:ext uri="{FF2B5EF4-FFF2-40B4-BE49-F238E27FC236}">
                  <a16:creationId xmlns:a16="http://schemas.microsoft.com/office/drawing/2014/main" id="{2D004E2C-0A08-48B5-B7CE-D76D2451A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108"/>
              <a:ext cx="120" cy="109"/>
            </a:xfrm>
            <a:custGeom>
              <a:avLst/>
              <a:gdLst>
                <a:gd name="T0" fmla="*/ 0 w 114"/>
                <a:gd name="T1" fmla="*/ 75 h 97"/>
                <a:gd name="T2" fmla="*/ 133 w 114"/>
                <a:gd name="T3" fmla="*/ 64 h 97"/>
                <a:gd name="T4" fmla="*/ 0 w 114"/>
                <a:gd name="T5" fmla="*/ 75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97">
                  <a:moveTo>
                    <a:pt x="0" y="53"/>
                  </a:moveTo>
                  <a:cubicBezTo>
                    <a:pt x="0" y="53"/>
                    <a:pt x="57" y="0"/>
                    <a:pt x="114" y="45"/>
                  </a:cubicBezTo>
                  <a:cubicBezTo>
                    <a:pt x="114" y="45"/>
                    <a:pt x="52" y="97"/>
                    <a:pt x="0" y="53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4" name="Freeform 3301">
              <a:extLst>
                <a:ext uri="{FF2B5EF4-FFF2-40B4-BE49-F238E27FC236}">
                  <a16:creationId xmlns:a16="http://schemas.microsoft.com/office/drawing/2014/main" id="{699F3CFA-F376-463B-9FDC-ED1040BD1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106"/>
              <a:ext cx="86" cy="105"/>
            </a:xfrm>
            <a:custGeom>
              <a:avLst/>
              <a:gdLst>
                <a:gd name="T0" fmla="*/ 0 w 81"/>
                <a:gd name="T1" fmla="*/ 68 h 93"/>
                <a:gd name="T2" fmla="*/ 97 w 81"/>
                <a:gd name="T3" fmla="*/ 60 h 93"/>
                <a:gd name="T4" fmla="*/ 0 w 81"/>
                <a:gd name="T5" fmla="*/ 68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93">
                  <a:moveTo>
                    <a:pt x="0" y="47"/>
                  </a:moveTo>
                  <a:cubicBezTo>
                    <a:pt x="0" y="47"/>
                    <a:pt x="26" y="0"/>
                    <a:pt x="81" y="42"/>
                  </a:cubicBezTo>
                  <a:cubicBezTo>
                    <a:pt x="81" y="42"/>
                    <a:pt x="36" y="93"/>
                    <a:pt x="0" y="47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5" name="Freeform 3302">
              <a:extLst>
                <a:ext uri="{FF2B5EF4-FFF2-40B4-BE49-F238E27FC236}">
                  <a16:creationId xmlns:a16="http://schemas.microsoft.com/office/drawing/2014/main" id="{A198446E-AFEC-44A7-91F0-E69CE2A30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3107"/>
              <a:ext cx="106" cy="83"/>
            </a:xfrm>
            <a:custGeom>
              <a:avLst/>
              <a:gdLst>
                <a:gd name="T0" fmla="*/ 0 w 100"/>
                <a:gd name="T1" fmla="*/ 58 h 74"/>
                <a:gd name="T2" fmla="*/ 119 w 100"/>
                <a:gd name="T3" fmla="*/ 43 h 74"/>
                <a:gd name="T4" fmla="*/ 0 w 100"/>
                <a:gd name="T5" fmla="*/ 58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74">
                  <a:moveTo>
                    <a:pt x="0" y="41"/>
                  </a:moveTo>
                  <a:cubicBezTo>
                    <a:pt x="0" y="41"/>
                    <a:pt x="40" y="0"/>
                    <a:pt x="100" y="30"/>
                  </a:cubicBezTo>
                  <a:cubicBezTo>
                    <a:pt x="100" y="30"/>
                    <a:pt x="48" y="74"/>
                    <a:pt x="0" y="41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6" name="Freeform 3303">
              <a:extLst>
                <a:ext uri="{FF2B5EF4-FFF2-40B4-BE49-F238E27FC236}">
                  <a16:creationId xmlns:a16="http://schemas.microsoft.com/office/drawing/2014/main" id="{644A07F2-D5E7-49F2-9171-6E041BF72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3071"/>
              <a:ext cx="91" cy="116"/>
            </a:xfrm>
            <a:custGeom>
              <a:avLst/>
              <a:gdLst>
                <a:gd name="T0" fmla="*/ 0 w 86"/>
                <a:gd name="T1" fmla="*/ 89 h 103"/>
                <a:gd name="T2" fmla="*/ 102 w 86"/>
                <a:gd name="T3" fmla="*/ 72 h 103"/>
                <a:gd name="T4" fmla="*/ 0 w 86"/>
                <a:gd name="T5" fmla="*/ 89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03">
                  <a:moveTo>
                    <a:pt x="0" y="62"/>
                  </a:moveTo>
                  <a:cubicBezTo>
                    <a:pt x="0" y="62"/>
                    <a:pt x="33" y="0"/>
                    <a:pt x="86" y="51"/>
                  </a:cubicBezTo>
                  <a:cubicBezTo>
                    <a:pt x="86" y="51"/>
                    <a:pt x="54" y="103"/>
                    <a:pt x="0" y="62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7" name="Freeform 3304">
              <a:extLst>
                <a:ext uri="{FF2B5EF4-FFF2-40B4-BE49-F238E27FC236}">
                  <a16:creationId xmlns:a16="http://schemas.microsoft.com/office/drawing/2014/main" id="{6C00968D-F0A6-4648-AF56-92C71B44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061"/>
              <a:ext cx="124" cy="111"/>
            </a:xfrm>
            <a:custGeom>
              <a:avLst/>
              <a:gdLst>
                <a:gd name="T0" fmla="*/ 0 w 118"/>
                <a:gd name="T1" fmla="*/ 84 h 99"/>
                <a:gd name="T2" fmla="*/ 137 w 118"/>
                <a:gd name="T3" fmla="*/ 56 h 99"/>
                <a:gd name="T4" fmla="*/ 0 w 118"/>
                <a:gd name="T5" fmla="*/ 84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99">
                  <a:moveTo>
                    <a:pt x="0" y="60"/>
                  </a:moveTo>
                  <a:cubicBezTo>
                    <a:pt x="0" y="60"/>
                    <a:pt x="54" y="0"/>
                    <a:pt x="118" y="40"/>
                  </a:cubicBezTo>
                  <a:cubicBezTo>
                    <a:pt x="118" y="40"/>
                    <a:pt x="57" y="99"/>
                    <a:pt x="0" y="6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8" name="Freeform 3305">
              <a:extLst>
                <a:ext uri="{FF2B5EF4-FFF2-40B4-BE49-F238E27FC236}">
                  <a16:creationId xmlns:a16="http://schemas.microsoft.com/office/drawing/2014/main" id="{59D4B96F-7D42-4F1D-9D6F-73E2D0C98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3040"/>
              <a:ext cx="111" cy="123"/>
            </a:xfrm>
            <a:custGeom>
              <a:avLst/>
              <a:gdLst>
                <a:gd name="T0" fmla="*/ 3 w 105"/>
                <a:gd name="T1" fmla="*/ 82 h 109"/>
                <a:gd name="T2" fmla="*/ 124 w 105"/>
                <a:gd name="T3" fmla="*/ 47 h 109"/>
                <a:gd name="T4" fmla="*/ 3 w 105"/>
                <a:gd name="T5" fmla="*/ 82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09">
                  <a:moveTo>
                    <a:pt x="3" y="58"/>
                  </a:moveTo>
                  <a:cubicBezTo>
                    <a:pt x="3" y="58"/>
                    <a:pt x="40" y="0"/>
                    <a:pt x="105" y="33"/>
                  </a:cubicBezTo>
                  <a:cubicBezTo>
                    <a:pt x="70" y="109"/>
                    <a:pt x="0" y="57"/>
                    <a:pt x="3" y="5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9" name="Freeform 3306">
              <a:extLst>
                <a:ext uri="{FF2B5EF4-FFF2-40B4-BE49-F238E27FC236}">
                  <a16:creationId xmlns:a16="http://schemas.microsoft.com/office/drawing/2014/main" id="{DA47E9ED-5199-4475-B419-E43E1E1D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3014"/>
              <a:ext cx="100" cy="100"/>
            </a:xfrm>
            <a:custGeom>
              <a:avLst/>
              <a:gdLst>
                <a:gd name="T0" fmla="*/ 0 w 94"/>
                <a:gd name="T1" fmla="*/ 84 h 88"/>
                <a:gd name="T2" fmla="*/ 113 w 94"/>
                <a:gd name="T3" fmla="*/ 50 h 88"/>
                <a:gd name="T4" fmla="*/ 0 w 94"/>
                <a:gd name="T5" fmla="*/ 84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88">
                  <a:moveTo>
                    <a:pt x="0" y="57"/>
                  </a:moveTo>
                  <a:cubicBezTo>
                    <a:pt x="0" y="57"/>
                    <a:pt x="39" y="0"/>
                    <a:pt x="94" y="34"/>
                  </a:cubicBezTo>
                  <a:cubicBezTo>
                    <a:pt x="94" y="34"/>
                    <a:pt x="54" y="88"/>
                    <a:pt x="0" y="57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0" name="Freeform 3307">
              <a:extLst>
                <a:ext uri="{FF2B5EF4-FFF2-40B4-BE49-F238E27FC236}">
                  <a16:creationId xmlns:a16="http://schemas.microsoft.com/office/drawing/2014/main" id="{16EA759E-8376-4956-9D16-10ED946C1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961"/>
              <a:ext cx="90" cy="92"/>
            </a:xfrm>
            <a:custGeom>
              <a:avLst/>
              <a:gdLst>
                <a:gd name="T0" fmla="*/ 25 w 85"/>
                <a:gd name="T1" fmla="*/ 118 h 81"/>
                <a:gd name="T2" fmla="*/ 73 w 85"/>
                <a:gd name="T3" fmla="*/ 0 h 81"/>
                <a:gd name="T4" fmla="*/ 25 w 85"/>
                <a:gd name="T5" fmla="*/ 118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1">
                  <a:moveTo>
                    <a:pt x="22" y="81"/>
                  </a:moveTo>
                  <a:cubicBezTo>
                    <a:pt x="22" y="81"/>
                    <a:pt x="0" y="30"/>
                    <a:pt x="61" y="0"/>
                  </a:cubicBezTo>
                  <a:cubicBezTo>
                    <a:pt x="61" y="0"/>
                    <a:pt x="85" y="50"/>
                    <a:pt x="22" y="81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1" name="Freeform 3308">
              <a:extLst>
                <a:ext uri="{FF2B5EF4-FFF2-40B4-BE49-F238E27FC236}">
                  <a16:creationId xmlns:a16="http://schemas.microsoft.com/office/drawing/2014/main" id="{DFFCD74E-7726-462A-91F3-F1C315641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855"/>
              <a:ext cx="67" cy="106"/>
            </a:xfrm>
            <a:custGeom>
              <a:avLst/>
              <a:gdLst>
                <a:gd name="T0" fmla="*/ 53 w 63"/>
                <a:gd name="T1" fmla="*/ 135 h 94"/>
                <a:gd name="T2" fmla="*/ 3 w 63"/>
                <a:gd name="T3" fmla="*/ 0 h 94"/>
                <a:gd name="T4" fmla="*/ 53 w 63"/>
                <a:gd name="T5" fmla="*/ 135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94">
                  <a:moveTo>
                    <a:pt x="44" y="94"/>
                  </a:moveTo>
                  <a:cubicBezTo>
                    <a:pt x="44" y="94"/>
                    <a:pt x="0" y="81"/>
                    <a:pt x="3" y="0"/>
                  </a:cubicBezTo>
                  <a:cubicBezTo>
                    <a:pt x="3" y="0"/>
                    <a:pt x="63" y="38"/>
                    <a:pt x="44" y="9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2" name="Freeform 3309">
              <a:extLst>
                <a:ext uri="{FF2B5EF4-FFF2-40B4-BE49-F238E27FC236}">
                  <a16:creationId xmlns:a16="http://schemas.microsoft.com/office/drawing/2014/main" id="{F747BBA4-0B4B-444C-A6CE-2CA0B97DF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787"/>
              <a:ext cx="96" cy="101"/>
            </a:xfrm>
            <a:custGeom>
              <a:avLst/>
              <a:gdLst>
                <a:gd name="T0" fmla="*/ 107 w 91"/>
                <a:gd name="T1" fmla="*/ 89 h 90"/>
                <a:gd name="T2" fmla="*/ 0 w 91"/>
                <a:gd name="T3" fmla="*/ 45 h 90"/>
                <a:gd name="T4" fmla="*/ 107 w 91"/>
                <a:gd name="T5" fmla="*/ 89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90">
                  <a:moveTo>
                    <a:pt x="91" y="62"/>
                  </a:moveTo>
                  <a:cubicBezTo>
                    <a:pt x="91" y="62"/>
                    <a:pt x="33" y="90"/>
                    <a:pt x="0" y="32"/>
                  </a:cubicBezTo>
                  <a:cubicBezTo>
                    <a:pt x="0" y="32"/>
                    <a:pt x="64" y="0"/>
                    <a:pt x="91" y="62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3" name="Line 3310">
              <a:extLst>
                <a:ext uri="{FF2B5EF4-FFF2-40B4-BE49-F238E27FC236}">
                  <a16:creationId xmlns:a16="http://schemas.microsoft.com/office/drawing/2014/main" id="{76E4E2E8-A9B3-40DC-9DA1-8EA0DCCDE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0" y="3172"/>
              <a:ext cx="1" cy="221"/>
            </a:xfrm>
            <a:prstGeom prst="lin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4" name="Freeform 3311">
              <a:extLst>
                <a:ext uri="{FF2B5EF4-FFF2-40B4-BE49-F238E27FC236}">
                  <a16:creationId xmlns:a16="http://schemas.microsoft.com/office/drawing/2014/main" id="{897F1ACD-E572-4EFD-8E00-040CF8FF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823"/>
              <a:ext cx="49" cy="31"/>
            </a:xfrm>
            <a:custGeom>
              <a:avLst/>
              <a:gdLst>
                <a:gd name="T0" fmla="*/ 0 w 46"/>
                <a:gd name="T1" fmla="*/ 0 h 28"/>
                <a:gd name="T2" fmla="*/ 55 w 46"/>
                <a:gd name="T3" fmla="*/ 21 h 28"/>
                <a:gd name="T4" fmla="*/ 0 w 4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8">
                  <a:moveTo>
                    <a:pt x="0" y="0"/>
                  </a:moveTo>
                  <a:cubicBezTo>
                    <a:pt x="0" y="0"/>
                    <a:pt x="24" y="28"/>
                    <a:pt x="46" y="15"/>
                  </a:cubicBezTo>
                  <a:cubicBezTo>
                    <a:pt x="46" y="15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5" name="Freeform 3312">
              <a:extLst>
                <a:ext uri="{FF2B5EF4-FFF2-40B4-BE49-F238E27FC236}">
                  <a16:creationId xmlns:a16="http://schemas.microsoft.com/office/drawing/2014/main" id="{74F2BAF5-B724-4106-B871-E2747B4A6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825"/>
              <a:ext cx="69" cy="32"/>
            </a:xfrm>
            <a:custGeom>
              <a:avLst/>
              <a:gdLst>
                <a:gd name="T0" fmla="*/ 0 w 65"/>
                <a:gd name="T1" fmla="*/ 0 h 28"/>
                <a:gd name="T2" fmla="*/ 77 w 65"/>
                <a:gd name="T3" fmla="*/ 17 h 28"/>
                <a:gd name="T4" fmla="*/ 0 w 6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8">
                  <a:moveTo>
                    <a:pt x="0" y="0"/>
                  </a:moveTo>
                  <a:cubicBezTo>
                    <a:pt x="0" y="0"/>
                    <a:pt x="26" y="28"/>
                    <a:pt x="65" y="11"/>
                  </a:cubicBezTo>
                  <a:cubicBezTo>
                    <a:pt x="65" y="11"/>
                    <a:pt x="22" y="17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6" name="Freeform 3313">
              <a:extLst>
                <a:ext uri="{FF2B5EF4-FFF2-40B4-BE49-F238E27FC236}">
                  <a16:creationId xmlns:a16="http://schemas.microsoft.com/office/drawing/2014/main" id="{6F1EA6B0-E677-4A13-8262-710BC7479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824"/>
              <a:ext cx="78" cy="29"/>
            </a:xfrm>
            <a:custGeom>
              <a:avLst/>
              <a:gdLst>
                <a:gd name="T0" fmla="*/ 0 w 74"/>
                <a:gd name="T1" fmla="*/ 0 h 26"/>
                <a:gd name="T2" fmla="*/ 86 w 74"/>
                <a:gd name="T3" fmla="*/ 17 h 26"/>
                <a:gd name="T4" fmla="*/ 0 w 7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6">
                  <a:moveTo>
                    <a:pt x="0" y="0"/>
                  </a:moveTo>
                  <a:cubicBezTo>
                    <a:pt x="0" y="0"/>
                    <a:pt x="31" y="26"/>
                    <a:pt x="74" y="12"/>
                  </a:cubicBezTo>
                  <a:cubicBezTo>
                    <a:pt x="74" y="12"/>
                    <a:pt x="24" y="16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7" name="Freeform 3314">
              <a:extLst>
                <a:ext uri="{FF2B5EF4-FFF2-40B4-BE49-F238E27FC236}">
                  <a16:creationId xmlns:a16="http://schemas.microsoft.com/office/drawing/2014/main" id="{8EF2A856-58CC-4258-B47A-E97045E9A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823"/>
              <a:ext cx="52" cy="29"/>
            </a:xfrm>
            <a:custGeom>
              <a:avLst/>
              <a:gdLst>
                <a:gd name="T0" fmla="*/ 0 w 50"/>
                <a:gd name="T1" fmla="*/ 0 h 26"/>
                <a:gd name="T2" fmla="*/ 56 w 50"/>
                <a:gd name="T3" fmla="*/ 23 h 26"/>
                <a:gd name="T4" fmla="*/ 0 w 5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6">
                  <a:moveTo>
                    <a:pt x="0" y="0"/>
                  </a:moveTo>
                  <a:cubicBezTo>
                    <a:pt x="0" y="0"/>
                    <a:pt x="19" y="26"/>
                    <a:pt x="50" y="17"/>
                  </a:cubicBezTo>
                  <a:cubicBezTo>
                    <a:pt x="50" y="17"/>
                    <a:pt x="7" y="13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8" name="Freeform 3315">
              <a:extLst>
                <a:ext uri="{FF2B5EF4-FFF2-40B4-BE49-F238E27FC236}">
                  <a16:creationId xmlns:a16="http://schemas.microsoft.com/office/drawing/2014/main" id="{15544451-44E4-4FC0-B279-115CAC5AB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824"/>
              <a:ext cx="61" cy="24"/>
            </a:xfrm>
            <a:custGeom>
              <a:avLst/>
              <a:gdLst>
                <a:gd name="T0" fmla="*/ 0 w 57"/>
                <a:gd name="T1" fmla="*/ 0 h 21"/>
                <a:gd name="T2" fmla="*/ 70 w 57"/>
                <a:gd name="T3" fmla="*/ 24 h 21"/>
                <a:gd name="T4" fmla="*/ 0 w 5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1">
                  <a:moveTo>
                    <a:pt x="0" y="0"/>
                  </a:moveTo>
                  <a:cubicBezTo>
                    <a:pt x="0" y="0"/>
                    <a:pt x="19" y="21"/>
                    <a:pt x="57" y="16"/>
                  </a:cubicBezTo>
                  <a:cubicBezTo>
                    <a:pt x="57" y="16"/>
                    <a:pt x="12" y="11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9" name="Freeform 3316">
              <a:extLst>
                <a:ext uri="{FF2B5EF4-FFF2-40B4-BE49-F238E27FC236}">
                  <a16:creationId xmlns:a16="http://schemas.microsoft.com/office/drawing/2014/main" id="{958B572B-7B02-416E-9C9C-60DE19058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825"/>
              <a:ext cx="58" cy="26"/>
            </a:xfrm>
            <a:custGeom>
              <a:avLst/>
              <a:gdLst>
                <a:gd name="T0" fmla="*/ 0 w 55"/>
                <a:gd name="T1" fmla="*/ 0 h 23"/>
                <a:gd name="T2" fmla="*/ 64 w 55"/>
                <a:gd name="T3" fmla="*/ 23 h 23"/>
                <a:gd name="T4" fmla="*/ 0 w 5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3">
                  <a:moveTo>
                    <a:pt x="0" y="0"/>
                  </a:moveTo>
                  <a:cubicBezTo>
                    <a:pt x="0" y="0"/>
                    <a:pt x="30" y="23"/>
                    <a:pt x="55" y="16"/>
                  </a:cubicBezTo>
                  <a:cubicBezTo>
                    <a:pt x="55" y="16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0" name="Freeform 3317">
              <a:extLst>
                <a:ext uri="{FF2B5EF4-FFF2-40B4-BE49-F238E27FC236}">
                  <a16:creationId xmlns:a16="http://schemas.microsoft.com/office/drawing/2014/main" id="{5423C102-21FD-484E-8F47-53769F8E7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823"/>
              <a:ext cx="55" cy="29"/>
            </a:xfrm>
            <a:custGeom>
              <a:avLst/>
              <a:gdLst>
                <a:gd name="T0" fmla="*/ 0 w 52"/>
                <a:gd name="T1" fmla="*/ 0 h 26"/>
                <a:gd name="T2" fmla="*/ 61 w 52"/>
                <a:gd name="T3" fmla="*/ 21 h 26"/>
                <a:gd name="T4" fmla="*/ 0 w 5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6">
                  <a:moveTo>
                    <a:pt x="0" y="0"/>
                  </a:moveTo>
                  <a:cubicBezTo>
                    <a:pt x="0" y="0"/>
                    <a:pt x="21" y="26"/>
                    <a:pt x="52" y="15"/>
                  </a:cubicBezTo>
                  <a:cubicBezTo>
                    <a:pt x="52" y="15"/>
                    <a:pt x="23" y="18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1" name="Freeform 3318">
              <a:extLst>
                <a:ext uri="{FF2B5EF4-FFF2-40B4-BE49-F238E27FC236}">
                  <a16:creationId xmlns:a16="http://schemas.microsoft.com/office/drawing/2014/main" id="{8F999DEF-D5C4-4DA3-89C5-6C8C1BFB7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825"/>
              <a:ext cx="44" cy="35"/>
            </a:xfrm>
            <a:custGeom>
              <a:avLst/>
              <a:gdLst>
                <a:gd name="T0" fmla="*/ 0 w 42"/>
                <a:gd name="T1" fmla="*/ 0 h 31"/>
                <a:gd name="T2" fmla="*/ 48 w 42"/>
                <a:gd name="T3" fmla="*/ 45 h 31"/>
                <a:gd name="T4" fmla="*/ 0 w 4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0" y="0"/>
                  </a:moveTo>
                  <a:cubicBezTo>
                    <a:pt x="0" y="0"/>
                    <a:pt x="7" y="25"/>
                    <a:pt x="42" y="31"/>
                  </a:cubicBezTo>
                  <a:cubicBezTo>
                    <a:pt x="42" y="31"/>
                    <a:pt x="6" y="18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2" name="Freeform 3319">
              <a:extLst>
                <a:ext uri="{FF2B5EF4-FFF2-40B4-BE49-F238E27FC236}">
                  <a16:creationId xmlns:a16="http://schemas.microsoft.com/office/drawing/2014/main" id="{0AECF318-EF41-40D8-A3CD-CAABAD155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860"/>
              <a:ext cx="31" cy="48"/>
            </a:xfrm>
            <a:custGeom>
              <a:avLst/>
              <a:gdLst>
                <a:gd name="T0" fmla="*/ 0 w 30"/>
                <a:gd name="T1" fmla="*/ 0 h 43"/>
                <a:gd name="T2" fmla="*/ 33 w 30"/>
                <a:gd name="T3" fmla="*/ 60 h 43"/>
                <a:gd name="T4" fmla="*/ 0 w 3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3">
                  <a:moveTo>
                    <a:pt x="0" y="0"/>
                  </a:moveTo>
                  <a:cubicBezTo>
                    <a:pt x="0" y="0"/>
                    <a:pt x="21" y="15"/>
                    <a:pt x="30" y="43"/>
                  </a:cubicBezTo>
                  <a:cubicBezTo>
                    <a:pt x="30" y="43"/>
                    <a:pt x="11" y="10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3" name="Freeform 3320">
              <a:extLst>
                <a:ext uri="{FF2B5EF4-FFF2-40B4-BE49-F238E27FC236}">
                  <a16:creationId xmlns:a16="http://schemas.microsoft.com/office/drawing/2014/main" id="{A9E8AABC-FECF-4DFE-A1D8-F8D99F084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992"/>
              <a:ext cx="15" cy="53"/>
            </a:xfrm>
            <a:custGeom>
              <a:avLst/>
              <a:gdLst>
                <a:gd name="T0" fmla="*/ 10 w 14"/>
                <a:gd name="T1" fmla="*/ 68 h 47"/>
                <a:gd name="T2" fmla="*/ 17 w 14"/>
                <a:gd name="T3" fmla="*/ 0 h 47"/>
                <a:gd name="T4" fmla="*/ 10 w 14"/>
                <a:gd name="T5" fmla="*/ 6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7">
                  <a:moveTo>
                    <a:pt x="7" y="47"/>
                  </a:moveTo>
                  <a:cubicBezTo>
                    <a:pt x="7" y="47"/>
                    <a:pt x="0" y="13"/>
                    <a:pt x="14" y="0"/>
                  </a:cubicBezTo>
                  <a:cubicBezTo>
                    <a:pt x="14" y="0"/>
                    <a:pt x="0" y="37"/>
                    <a:pt x="7" y="47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4" name="Freeform 3321">
              <a:extLst>
                <a:ext uri="{FF2B5EF4-FFF2-40B4-BE49-F238E27FC236}">
                  <a16:creationId xmlns:a16="http://schemas.microsoft.com/office/drawing/2014/main" id="{493A893C-6A0F-4087-A924-F04595D94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076"/>
              <a:ext cx="59" cy="21"/>
            </a:xfrm>
            <a:custGeom>
              <a:avLst/>
              <a:gdLst>
                <a:gd name="T0" fmla="*/ 0 w 56"/>
                <a:gd name="T1" fmla="*/ 0 h 18"/>
                <a:gd name="T2" fmla="*/ 65 w 56"/>
                <a:gd name="T3" fmla="*/ 1 h 18"/>
                <a:gd name="T4" fmla="*/ 0 w 5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8">
                  <a:moveTo>
                    <a:pt x="0" y="0"/>
                  </a:moveTo>
                  <a:cubicBezTo>
                    <a:pt x="0" y="0"/>
                    <a:pt x="31" y="18"/>
                    <a:pt x="56" y="1"/>
                  </a:cubicBezTo>
                  <a:cubicBezTo>
                    <a:pt x="56" y="1"/>
                    <a:pt x="16" y="11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5" name="Freeform 3322">
              <a:extLst>
                <a:ext uri="{FF2B5EF4-FFF2-40B4-BE49-F238E27FC236}">
                  <a16:creationId xmlns:a16="http://schemas.microsoft.com/office/drawing/2014/main" id="{D89BB4CC-0BA2-4B68-B39B-7FFA05C6E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104"/>
              <a:ext cx="61" cy="29"/>
            </a:xfrm>
            <a:custGeom>
              <a:avLst/>
              <a:gdLst>
                <a:gd name="T0" fmla="*/ 0 w 58"/>
                <a:gd name="T1" fmla="*/ 0 h 26"/>
                <a:gd name="T2" fmla="*/ 67 w 58"/>
                <a:gd name="T3" fmla="*/ 15 h 26"/>
                <a:gd name="T4" fmla="*/ 0 w 58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6">
                  <a:moveTo>
                    <a:pt x="0" y="0"/>
                  </a:moveTo>
                  <a:cubicBezTo>
                    <a:pt x="0" y="0"/>
                    <a:pt x="38" y="26"/>
                    <a:pt x="58" y="11"/>
                  </a:cubicBezTo>
                  <a:cubicBezTo>
                    <a:pt x="58" y="11"/>
                    <a:pt x="19" y="17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6" name="Freeform 3323">
              <a:extLst>
                <a:ext uri="{FF2B5EF4-FFF2-40B4-BE49-F238E27FC236}">
                  <a16:creationId xmlns:a16="http://schemas.microsoft.com/office/drawing/2014/main" id="{5057B79D-B661-4E80-8B64-02B547382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3126"/>
              <a:ext cx="52" cy="15"/>
            </a:xfrm>
            <a:custGeom>
              <a:avLst/>
              <a:gdLst>
                <a:gd name="T0" fmla="*/ 0 w 49"/>
                <a:gd name="T1" fmla="*/ 0 h 13"/>
                <a:gd name="T2" fmla="*/ 58 w 49"/>
                <a:gd name="T3" fmla="*/ 12 h 13"/>
                <a:gd name="T4" fmla="*/ 0 w 4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3">
                  <a:moveTo>
                    <a:pt x="0" y="0"/>
                  </a:moveTo>
                  <a:cubicBezTo>
                    <a:pt x="0" y="0"/>
                    <a:pt x="23" y="13"/>
                    <a:pt x="49" y="8"/>
                  </a:cubicBezTo>
                  <a:cubicBezTo>
                    <a:pt x="49" y="8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7" name="Freeform 3324">
              <a:extLst>
                <a:ext uri="{FF2B5EF4-FFF2-40B4-BE49-F238E27FC236}">
                  <a16:creationId xmlns:a16="http://schemas.microsoft.com/office/drawing/2014/main" id="{A5C02A5B-4E6F-4FA8-9342-05E7BC701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139"/>
              <a:ext cx="40" cy="19"/>
            </a:xfrm>
            <a:custGeom>
              <a:avLst/>
              <a:gdLst>
                <a:gd name="T0" fmla="*/ 0 w 38"/>
                <a:gd name="T1" fmla="*/ 0 h 17"/>
                <a:gd name="T2" fmla="*/ 44 w 38"/>
                <a:gd name="T3" fmla="*/ 21 h 17"/>
                <a:gd name="T4" fmla="*/ 0 w 3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7">
                  <a:moveTo>
                    <a:pt x="0" y="0"/>
                  </a:moveTo>
                  <a:cubicBezTo>
                    <a:pt x="0" y="0"/>
                    <a:pt x="21" y="17"/>
                    <a:pt x="38" y="15"/>
                  </a:cubicBezTo>
                  <a:cubicBezTo>
                    <a:pt x="38" y="15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8" name="Freeform 3325">
              <a:extLst>
                <a:ext uri="{FF2B5EF4-FFF2-40B4-BE49-F238E27FC236}">
                  <a16:creationId xmlns:a16="http://schemas.microsoft.com/office/drawing/2014/main" id="{A7C92DDF-7A0D-402E-B295-0C98954EC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158"/>
              <a:ext cx="51" cy="31"/>
            </a:xfrm>
            <a:custGeom>
              <a:avLst/>
              <a:gdLst>
                <a:gd name="T0" fmla="*/ 0 w 49"/>
                <a:gd name="T1" fmla="*/ 0 h 28"/>
                <a:gd name="T2" fmla="*/ 55 w 49"/>
                <a:gd name="T3" fmla="*/ 12 h 28"/>
                <a:gd name="T4" fmla="*/ 0 w 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8">
                  <a:moveTo>
                    <a:pt x="0" y="0"/>
                  </a:moveTo>
                  <a:cubicBezTo>
                    <a:pt x="0" y="0"/>
                    <a:pt x="22" y="28"/>
                    <a:pt x="49" y="9"/>
                  </a:cubicBezTo>
                  <a:cubicBezTo>
                    <a:pt x="49" y="9"/>
                    <a:pt x="19" y="17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9" name="Freeform 3326">
              <a:extLst>
                <a:ext uri="{FF2B5EF4-FFF2-40B4-BE49-F238E27FC236}">
                  <a16:creationId xmlns:a16="http://schemas.microsoft.com/office/drawing/2014/main" id="{A681F530-4543-4090-914D-E52D3408D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3168"/>
              <a:ext cx="63" cy="28"/>
            </a:xfrm>
            <a:custGeom>
              <a:avLst/>
              <a:gdLst>
                <a:gd name="T0" fmla="*/ 0 w 59"/>
                <a:gd name="T1" fmla="*/ 0 h 25"/>
                <a:gd name="T2" fmla="*/ 72 w 59"/>
                <a:gd name="T3" fmla="*/ 17 h 25"/>
                <a:gd name="T4" fmla="*/ 0 w 59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5">
                  <a:moveTo>
                    <a:pt x="0" y="0"/>
                  </a:moveTo>
                  <a:cubicBezTo>
                    <a:pt x="0" y="0"/>
                    <a:pt x="24" y="25"/>
                    <a:pt x="59" y="12"/>
                  </a:cubicBezTo>
                  <a:cubicBezTo>
                    <a:pt x="59" y="12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0" name="Freeform 3327">
              <a:extLst>
                <a:ext uri="{FF2B5EF4-FFF2-40B4-BE49-F238E27FC236}">
                  <a16:creationId xmlns:a16="http://schemas.microsoft.com/office/drawing/2014/main" id="{6652BC9C-B9EF-4D27-AE6D-4A741496C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171"/>
              <a:ext cx="54" cy="24"/>
            </a:xfrm>
            <a:custGeom>
              <a:avLst/>
              <a:gdLst>
                <a:gd name="T0" fmla="*/ 0 w 51"/>
                <a:gd name="T1" fmla="*/ 0 h 21"/>
                <a:gd name="T2" fmla="*/ 60 w 51"/>
                <a:gd name="T3" fmla="*/ 21 h 21"/>
                <a:gd name="T4" fmla="*/ 0 w 5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0" y="0"/>
                    <a:pt x="22" y="21"/>
                    <a:pt x="51" y="14"/>
                  </a:cubicBezTo>
                  <a:cubicBezTo>
                    <a:pt x="51" y="14"/>
                    <a:pt x="8" y="7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1" name="Freeform 3328">
              <a:extLst>
                <a:ext uri="{FF2B5EF4-FFF2-40B4-BE49-F238E27FC236}">
                  <a16:creationId xmlns:a16="http://schemas.microsoft.com/office/drawing/2014/main" id="{76DB02E8-8E46-4009-9B5E-14B751FF8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153"/>
              <a:ext cx="72" cy="26"/>
            </a:xfrm>
            <a:custGeom>
              <a:avLst/>
              <a:gdLst>
                <a:gd name="T0" fmla="*/ 0 w 68"/>
                <a:gd name="T1" fmla="*/ 0 h 23"/>
                <a:gd name="T2" fmla="*/ 80 w 68"/>
                <a:gd name="T3" fmla="*/ 1 h 23"/>
                <a:gd name="T4" fmla="*/ 0 w 6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3">
                  <a:moveTo>
                    <a:pt x="0" y="0"/>
                  </a:moveTo>
                  <a:cubicBezTo>
                    <a:pt x="0" y="0"/>
                    <a:pt x="29" y="23"/>
                    <a:pt x="68" y="1"/>
                  </a:cubicBezTo>
                  <a:cubicBezTo>
                    <a:pt x="68" y="1"/>
                    <a:pt x="43" y="12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2" name="Line 3329">
              <a:extLst>
                <a:ext uri="{FF2B5EF4-FFF2-40B4-BE49-F238E27FC236}">
                  <a16:creationId xmlns:a16="http://schemas.microsoft.com/office/drawing/2014/main" id="{C5533563-B323-4BA6-A0A9-65B858E0A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1" y="2642"/>
              <a:ext cx="1" cy="18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3" name="Line 3330">
              <a:extLst>
                <a:ext uri="{FF2B5EF4-FFF2-40B4-BE49-F238E27FC236}">
                  <a16:creationId xmlns:a16="http://schemas.microsoft.com/office/drawing/2014/main" id="{0851FB56-C92B-4522-B3F4-A98DAFF86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0" y="3079"/>
              <a:ext cx="1" cy="45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4" name="Freeform 3331">
              <a:extLst>
                <a:ext uri="{FF2B5EF4-FFF2-40B4-BE49-F238E27FC236}">
                  <a16:creationId xmlns:a16="http://schemas.microsoft.com/office/drawing/2014/main" id="{76EB85F7-93FF-4284-B80D-F95BAB2B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859"/>
              <a:ext cx="452" cy="38"/>
            </a:xfrm>
            <a:custGeom>
              <a:avLst/>
              <a:gdLst>
                <a:gd name="T0" fmla="*/ 0 w 428"/>
                <a:gd name="T1" fmla="*/ 0 h 34"/>
                <a:gd name="T2" fmla="*/ 231 w 428"/>
                <a:gd name="T3" fmla="*/ 20 h 34"/>
                <a:gd name="T4" fmla="*/ 504 w 428"/>
                <a:gd name="T5" fmla="*/ 3 h 34"/>
                <a:gd name="T6" fmla="*/ 343 w 428"/>
                <a:gd name="T7" fmla="*/ 44 h 34"/>
                <a:gd name="T8" fmla="*/ 191 w 428"/>
                <a:gd name="T9" fmla="*/ 44 h 34"/>
                <a:gd name="T10" fmla="*/ 67 w 428"/>
                <a:gd name="T11" fmla="*/ 34 h 34"/>
                <a:gd name="T12" fmla="*/ 7 w 428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8" h="34">
                  <a:moveTo>
                    <a:pt x="0" y="0"/>
                  </a:moveTo>
                  <a:cubicBezTo>
                    <a:pt x="46" y="30"/>
                    <a:pt x="142" y="12"/>
                    <a:pt x="196" y="14"/>
                  </a:cubicBezTo>
                  <a:cubicBezTo>
                    <a:pt x="274" y="18"/>
                    <a:pt x="351" y="4"/>
                    <a:pt x="428" y="3"/>
                  </a:cubicBezTo>
                  <a:cubicBezTo>
                    <a:pt x="381" y="17"/>
                    <a:pt x="343" y="32"/>
                    <a:pt x="292" y="31"/>
                  </a:cubicBezTo>
                  <a:cubicBezTo>
                    <a:pt x="249" y="31"/>
                    <a:pt x="205" y="34"/>
                    <a:pt x="162" y="31"/>
                  </a:cubicBezTo>
                  <a:cubicBezTo>
                    <a:pt x="127" y="30"/>
                    <a:pt x="90" y="32"/>
                    <a:pt x="57" y="24"/>
                  </a:cubicBezTo>
                  <a:cubicBezTo>
                    <a:pt x="37" y="19"/>
                    <a:pt x="25" y="6"/>
                    <a:pt x="7" y="0"/>
                  </a:cubicBezTo>
                </a:path>
              </a:pathLst>
            </a:custGeom>
            <a:solidFill>
              <a:srgbClr val="F98F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5" name="Freeform 3332">
              <a:extLst>
                <a:ext uri="{FF2B5EF4-FFF2-40B4-BE49-F238E27FC236}">
                  <a16:creationId xmlns:a16="http://schemas.microsoft.com/office/drawing/2014/main" id="{30827C38-BD54-4342-9477-B41B239A9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887"/>
              <a:ext cx="263" cy="9"/>
            </a:xfrm>
            <a:custGeom>
              <a:avLst/>
              <a:gdLst>
                <a:gd name="T0" fmla="*/ 1 w 249"/>
                <a:gd name="T1" fmla="*/ 8 h 8"/>
                <a:gd name="T2" fmla="*/ 58 w 249"/>
                <a:gd name="T3" fmla="*/ 8 h 8"/>
                <a:gd name="T4" fmla="*/ 151 w 249"/>
                <a:gd name="T5" fmla="*/ 10 h 8"/>
                <a:gd name="T6" fmla="*/ 294 w 249"/>
                <a:gd name="T7" fmla="*/ 0 h 8"/>
                <a:gd name="T8" fmla="*/ 209 w 249"/>
                <a:gd name="T9" fmla="*/ 2 h 8"/>
                <a:gd name="T10" fmla="*/ 124 w 249"/>
                <a:gd name="T11" fmla="*/ 2 h 8"/>
                <a:gd name="T12" fmla="*/ 38 w 249"/>
                <a:gd name="T13" fmla="*/ 3 h 8"/>
                <a:gd name="T14" fmla="*/ 0 w 249"/>
                <a:gd name="T15" fmla="*/ 7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8">
                  <a:moveTo>
                    <a:pt x="1" y="5"/>
                  </a:moveTo>
                  <a:cubicBezTo>
                    <a:pt x="17" y="5"/>
                    <a:pt x="33" y="5"/>
                    <a:pt x="49" y="5"/>
                  </a:cubicBezTo>
                  <a:cubicBezTo>
                    <a:pt x="75" y="6"/>
                    <a:pt x="102" y="6"/>
                    <a:pt x="128" y="7"/>
                  </a:cubicBezTo>
                  <a:cubicBezTo>
                    <a:pt x="169" y="8"/>
                    <a:pt x="212" y="6"/>
                    <a:pt x="249" y="0"/>
                  </a:cubicBezTo>
                  <a:cubicBezTo>
                    <a:pt x="225" y="0"/>
                    <a:pt x="200" y="1"/>
                    <a:pt x="177" y="2"/>
                  </a:cubicBezTo>
                  <a:cubicBezTo>
                    <a:pt x="153" y="2"/>
                    <a:pt x="129" y="2"/>
                    <a:pt x="105" y="2"/>
                  </a:cubicBezTo>
                  <a:cubicBezTo>
                    <a:pt x="80" y="2"/>
                    <a:pt x="56" y="3"/>
                    <a:pt x="32" y="3"/>
                  </a:cubicBezTo>
                  <a:cubicBezTo>
                    <a:pt x="22" y="3"/>
                    <a:pt x="8" y="3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5" name="arterial-atherothrombosis-plaque-rupture">
            <a:extLst>
              <a:ext uri="{FF2B5EF4-FFF2-40B4-BE49-F238E27FC236}">
                <a16:creationId xmlns:a16="http://schemas.microsoft.com/office/drawing/2014/main" id="{0B913D3B-24BF-421B-9F16-F6616967A1D3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4191000"/>
            <a:ext cx="1597025" cy="1392238"/>
            <a:chOff x="4270" y="2619"/>
            <a:chExt cx="1102" cy="961"/>
          </a:xfrm>
        </p:grpSpPr>
        <p:grpSp>
          <p:nvGrpSpPr>
            <p:cNvPr id="48136" name="Group 3334">
              <a:extLst>
                <a:ext uri="{FF2B5EF4-FFF2-40B4-BE49-F238E27FC236}">
                  <a16:creationId xmlns:a16="http://schemas.microsoft.com/office/drawing/2014/main" id="{94719A2C-E0D5-49E5-AB49-ACE5CAF116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0" y="2619"/>
              <a:ext cx="1102" cy="961"/>
              <a:chOff x="4270" y="2619"/>
              <a:chExt cx="1102" cy="961"/>
            </a:xfrm>
          </p:grpSpPr>
          <p:sp>
            <p:nvSpPr>
              <p:cNvPr id="48450" name="Freeform 3335">
                <a:extLst>
                  <a:ext uri="{FF2B5EF4-FFF2-40B4-BE49-F238E27FC236}">
                    <a16:creationId xmlns:a16="http://schemas.microsoft.com/office/drawing/2014/main" id="{ECECC5E6-6472-4A0B-B546-7B8A99F6B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619"/>
                <a:ext cx="1023" cy="960"/>
              </a:xfrm>
              <a:custGeom>
                <a:avLst/>
                <a:gdLst>
                  <a:gd name="T0" fmla="*/ 1233 w 925"/>
                  <a:gd name="T1" fmla="*/ 705 h 814"/>
                  <a:gd name="T2" fmla="*/ 8 w 925"/>
                  <a:gd name="T3" fmla="*/ 33 h 814"/>
                  <a:gd name="T4" fmla="*/ 2 w 925"/>
                  <a:gd name="T5" fmla="*/ 33 h 814"/>
                  <a:gd name="T6" fmla="*/ 2 w 925"/>
                  <a:gd name="T7" fmla="*/ 301 h 814"/>
                  <a:gd name="T8" fmla="*/ 8 w 925"/>
                  <a:gd name="T9" fmla="*/ 301 h 814"/>
                  <a:gd name="T10" fmla="*/ 3 w 925"/>
                  <a:gd name="T11" fmla="*/ 301 h 814"/>
                  <a:gd name="T12" fmla="*/ 127 w 925"/>
                  <a:gd name="T13" fmla="*/ 354 h 814"/>
                  <a:gd name="T14" fmla="*/ 127 w 925"/>
                  <a:gd name="T15" fmla="*/ 354 h 814"/>
                  <a:gd name="T16" fmla="*/ 184 w 925"/>
                  <a:gd name="T17" fmla="*/ 502 h 814"/>
                  <a:gd name="T18" fmla="*/ 178 w 925"/>
                  <a:gd name="T19" fmla="*/ 499 h 814"/>
                  <a:gd name="T20" fmla="*/ 129 w 925"/>
                  <a:gd name="T21" fmla="*/ 633 h 814"/>
                  <a:gd name="T22" fmla="*/ 127 w 925"/>
                  <a:gd name="T23" fmla="*/ 634 h 814"/>
                  <a:gd name="T24" fmla="*/ 3 w 925"/>
                  <a:gd name="T25" fmla="*/ 670 h 814"/>
                  <a:gd name="T26" fmla="*/ 2 w 925"/>
                  <a:gd name="T27" fmla="*/ 670 h 814"/>
                  <a:gd name="T28" fmla="*/ 2 w 925"/>
                  <a:gd name="T29" fmla="*/ 673 h 814"/>
                  <a:gd name="T30" fmla="*/ 1 w 925"/>
                  <a:gd name="T31" fmla="*/ 675 h 814"/>
                  <a:gd name="T32" fmla="*/ 2 w 925"/>
                  <a:gd name="T33" fmla="*/ 675 h 814"/>
                  <a:gd name="T34" fmla="*/ 2 w 925"/>
                  <a:gd name="T35" fmla="*/ 1335 h 814"/>
                  <a:gd name="T36" fmla="*/ 0 w 925"/>
                  <a:gd name="T37" fmla="*/ 1335 h 814"/>
                  <a:gd name="T38" fmla="*/ 8 w 925"/>
                  <a:gd name="T39" fmla="*/ 1335 h 814"/>
                  <a:gd name="T40" fmla="*/ 1233 w 925"/>
                  <a:gd name="T41" fmla="*/ 705 h 8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5" h="814">
                    <a:moveTo>
                      <a:pt x="911" y="430"/>
                    </a:moveTo>
                    <a:cubicBezTo>
                      <a:pt x="895" y="0"/>
                      <a:pt x="163" y="20"/>
                      <a:pt x="5" y="20"/>
                    </a:cubicBezTo>
                    <a:cubicBezTo>
                      <a:pt x="4" y="20"/>
                      <a:pt x="3" y="20"/>
                      <a:pt x="2" y="20"/>
                    </a:cubicBezTo>
                    <a:cubicBezTo>
                      <a:pt x="2" y="183"/>
                      <a:pt x="2" y="183"/>
                      <a:pt x="2" y="183"/>
                    </a:cubicBezTo>
                    <a:cubicBezTo>
                      <a:pt x="3" y="183"/>
                      <a:pt x="4" y="183"/>
                      <a:pt x="5" y="183"/>
                    </a:cubicBezTo>
                    <a:cubicBezTo>
                      <a:pt x="4" y="183"/>
                      <a:pt x="3" y="183"/>
                      <a:pt x="3" y="183"/>
                    </a:cubicBezTo>
                    <a:cubicBezTo>
                      <a:pt x="35" y="240"/>
                      <a:pt x="92" y="216"/>
                      <a:pt x="94" y="215"/>
                    </a:cubicBezTo>
                    <a:cubicBezTo>
                      <a:pt x="94" y="215"/>
                      <a:pt x="94" y="215"/>
                      <a:pt x="94" y="215"/>
                    </a:cubicBezTo>
                    <a:cubicBezTo>
                      <a:pt x="91" y="295"/>
                      <a:pt x="136" y="306"/>
                      <a:pt x="136" y="306"/>
                    </a:cubicBezTo>
                    <a:cubicBezTo>
                      <a:pt x="136" y="306"/>
                      <a:pt x="132" y="304"/>
                      <a:pt x="132" y="304"/>
                    </a:cubicBezTo>
                    <a:cubicBezTo>
                      <a:pt x="78" y="330"/>
                      <a:pt x="93" y="376"/>
                      <a:pt x="96" y="386"/>
                    </a:cubicBezTo>
                    <a:cubicBezTo>
                      <a:pt x="95" y="386"/>
                      <a:pt x="95" y="387"/>
                      <a:pt x="94" y="387"/>
                    </a:cubicBezTo>
                    <a:cubicBezTo>
                      <a:pt x="46" y="359"/>
                      <a:pt x="10" y="400"/>
                      <a:pt x="3" y="409"/>
                    </a:cubicBezTo>
                    <a:cubicBezTo>
                      <a:pt x="2" y="409"/>
                      <a:pt x="2" y="409"/>
                      <a:pt x="2" y="409"/>
                    </a:cubicBezTo>
                    <a:cubicBezTo>
                      <a:pt x="2" y="410"/>
                      <a:pt x="2" y="410"/>
                      <a:pt x="2" y="410"/>
                    </a:cubicBezTo>
                    <a:cubicBezTo>
                      <a:pt x="2" y="410"/>
                      <a:pt x="1" y="411"/>
                      <a:pt x="1" y="411"/>
                    </a:cubicBezTo>
                    <a:cubicBezTo>
                      <a:pt x="2" y="411"/>
                      <a:pt x="2" y="411"/>
                      <a:pt x="2" y="411"/>
                    </a:cubicBezTo>
                    <a:cubicBezTo>
                      <a:pt x="2" y="814"/>
                      <a:pt x="2" y="814"/>
                      <a:pt x="2" y="814"/>
                    </a:cubicBezTo>
                    <a:cubicBezTo>
                      <a:pt x="0" y="814"/>
                      <a:pt x="0" y="814"/>
                      <a:pt x="0" y="814"/>
                    </a:cubicBezTo>
                    <a:cubicBezTo>
                      <a:pt x="2" y="814"/>
                      <a:pt x="3" y="814"/>
                      <a:pt x="5" y="814"/>
                    </a:cubicBezTo>
                    <a:cubicBezTo>
                      <a:pt x="163" y="814"/>
                      <a:pt x="925" y="806"/>
                      <a:pt x="911" y="43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1" name="Freeform 3336">
                <a:extLst>
                  <a:ext uri="{FF2B5EF4-FFF2-40B4-BE49-F238E27FC236}">
                    <a16:creationId xmlns:a16="http://schemas.microsoft.com/office/drawing/2014/main" id="{5CBA6236-C378-44D3-9F73-D0DA4E3DC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715"/>
                <a:ext cx="515" cy="393"/>
              </a:xfrm>
              <a:custGeom>
                <a:avLst/>
                <a:gdLst>
                  <a:gd name="T0" fmla="*/ 63 w 466"/>
                  <a:gd name="T1" fmla="*/ 80 h 333"/>
                  <a:gd name="T2" fmla="*/ 14 w 466"/>
                  <a:gd name="T3" fmla="*/ 144 h 333"/>
                  <a:gd name="T4" fmla="*/ 14 w 466"/>
                  <a:gd name="T5" fmla="*/ 224 h 333"/>
                  <a:gd name="T6" fmla="*/ 90 w 466"/>
                  <a:gd name="T7" fmla="*/ 338 h 333"/>
                  <a:gd name="T8" fmla="*/ 136 w 466"/>
                  <a:gd name="T9" fmla="*/ 386 h 333"/>
                  <a:gd name="T10" fmla="*/ 213 w 466"/>
                  <a:gd name="T11" fmla="*/ 440 h 333"/>
                  <a:gd name="T12" fmla="*/ 380 w 466"/>
                  <a:gd name="T13" fmla="*/ 526 h 333"/>
                  <a:gd name="T14" fmla="*/ 526 w 466"/>
                  <a:gd name="T15" fmla="*/ 526 h 333"/>
                  <a:gd name="T16" fmla="*/ 603 w 466"/>
                  <a:gd name="T17" fmla="*/ 453 h 333"/>
                  <a:gd name="T18" fmla="*/ 624 w 466"/>
                  <a:gd name="T19" fmla="*/ 312 h 333"/>
                  <a:gd name="T20" fmla="*/ 498 w 466"/>
                  <a:gd name="T21" fmla="*/ 76 h 333"/>
                  <a:gd name="T22" fmla="*/ 213 w 466"/>
                  <a:gd name="T23" fmla="*/ 24 h 333"/>
                  <a:gd name="T24" fmla="*/ 112 w 466"/>
                  <a:gd name="T25" fmla="*/ 67 h 333"/>
                  <a:gd name="T26" fmla="*/ 109 w 466"/>
                  <a:gd name="T27" fmla="*/ 67 h 3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6" h="333">
                    <a:moveTo>
                      <a:pt x="47" y="49"/>
                    </a:moveTo>
                    <a:cubicBezTo>
                      <a:pt x="30" y="56"/>
                      <a:pt x="21" y="73"/>
                      <a:pt x="11" y="87"/>
                    </a:cubicBezTo>
                    <a:cubicBezTo>
                      <a:pt x="0" y="104"/>
                      <a:pt x="0" y="117"/>
                      <a:pt x="11" y="136"/>
                    </a:cubicBezTo>
                    <a:cubicBezTo>
                      <a:pt x="26" y="162"/>
                      <a:pt x="43" y="184"/>
                      <a:pt x="66" y="205"/>
                    </a:cubicBezTo>
                    <a:cubicBezTo>
                      <a:pt x="77" y="215"/>
                      <a:pt x="87" y="227"/>
                      <a:pt x="100" y="235"/>
                    </a:cubicBezTo>
                    <a:cubicBezTo>
                      <a:pt x="119" y="247"/>
                      <a:pt x="138" y="258"/>
                      <a:pt x="158" y="268"/>
                    </a:cubicBezTo>
                    <a:cubicBezTo>
                      <a:pt x="198" y="290"/>
                      <a:pt x="236" y="310"/>
                      <a:pt x="281" y="320"/>
                    </a:cubicBezTo>
                    <a:cubicBezTo>
                      <a:pt x="316" y="328"/>
                      <a:pt x="356" y="333"/>
                      <a:pt x="390" y="320"/>
                    </a:cubicBezTo>
                    <a:cubicBezTo>
                      <a:pt x="413" y="312"/>
                      <a:pt x="433" y="294"/>
                      <a:pt x="447" y="275"/>
                    </a:cubicBezTo>
                    <a:cubicBezTo>
                      <a:pt x="466" y="250"/>
                      <a:pt x="465" y="219"/>
                      <a:pt x="462" y="190"/>
                    </a:cubicBezTo>
                    <a:cubicBezTo>
                      <a:pt x="455" y="129"/>
                      <a:pt x="425" y="74"/>
                      <a:pt x="369" y="46"/>
                    </a:cubicBezTo>
                    <a:cubicBezTo>
                      <a:pt x="304" y="14"/>
                      <a:pt x="229" y="0"/>
                      <a:pt x="158" y="14"/>
                    </a:cubicBezTo>
                    <a:cubicBezTo>
                      <a:pt x="131" y="20"/>
                      <a:pt x="108" y="34"/>
                      <a:pt x="82" y="41"/>
                    </a:cubicBezTo>
                    <a:cubicBezTo>
                      <a:pt x="82" y="41"/>
                      <a:pt x="82" y="41"/>
                      <a:pt x="81" y="41"/>
                    </a:cubicBezTo>
                  </a:path>
                </a:pathLst>
              </a:custGeom>
              <a:solidFill>
                <a:srgbClr val="BC5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2" name="Freeform 3337">
                <a:extLst>
                  <a:ext uri="{FF2B5EF4-FFF2-40B4-BE49-F238E27FC236}">
                    <a16:creationId xmlns:a16="http://schemas.microsoft.com/office/drawing/2014/main" id="{DD97A92D-C41F-4E11-85DD-F08149D83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759"/>
                <a:ext cx="470" cy="314"/>
              </a:xfrm>
              <a:custGeom>
                <a:avLst/>
                <a:gdLst>
                  <a:gd name="T0" fmla="*/ 546 w 425"/>
                  <a:gd name="T1" fmla="*/ 308 h 266"/>
                  <a:gd name="T2" fmla="*/ 438 w 425"/>
                  <a:gd name="T3" fmla="*/ 303 h 266"/>
                  <a:gd name="T4" fmla="*/ 309 w 425"/>
                  <a:gd name="T5" fmla="*/ 295 h 266"/>
                  <a:gd name="T6" fmla="*/ 264 w 425"/>
                  <a:gd name="T7" fmla="*/ 264 h 266"/>
                  <a:gd name="T8" fmla="*/ 241 w 425"/>
                  <a:gd name="T9" fmla="*/ 198 h 266"/>
                  <a:gd name="T10" fmla="*/ 304 w 425"/>
                  <a:gd name="T11" fmla="*/ 162 h 266"/>
                  <a:gd name="T12" fmla="*/ 367 w 425"/>
                  <a:gd name="T13" fmla="*/ 163 h 266"/>
                  <a:gd name="T14" fmla="*/ 437 w 425"/>
                  <a:gd name="T15" fmla="*/ 131 h 266"/>
                  <a:gd name="T16" fmla="*/ 553 w 425"/>
                  <a:gd name="T17" fmla="*/ 92 h 266"/>
                  <a:gd name="T18" fmla="*/ 343 w 425"/>
                  <a:gd name="T19" fmla="*/ 1 h 266"/>
                  <a:gd name="T20" fmla="*/ 229 w 425"/>
                  <a:gd name="T21" fmla="*/ 11 h 266"/>
                  <a:gd name="T22" fmla="*/ 119 w 425"/>
                  <a:gd name="T23" fmla="*/ 21 h 266"/>
                  <a:gd name="T24" fmla="*/ 65 w 425"/>
                  <a:gd name="T25" fmla="*/ 31 h 266"/>
                  <a:gd name="T26" fmla="*/ 3 w 425"/>
                  <a:gd name="T27" fmla="*/ 92 h 266"/>
                  <a:gd name="T28" fmla="*/ 25 w 425"/>
                  <a:gd name="T29" fmla="*/ 209 h 266"/>
                  <a:gd name="T30" fmla="*/ 128 w 425"/>
                  <a:gd name="T31" fmla="*/ 338 h 266"/>
                  <a:gd name="T32" fmla="*/ 267 w 425"/>
                  <a:gd name="T33" fmla="*/ 414 h 266"/>
                  <a:gd name="T34" fmla="*/ 452 w 425"/>
                  <a:gd name="T35" fmla="*/ 411 h 266"/>
                  <a:gd name="T36" fmla="*/ 542 w 425"/>
                  <a:gd name="T37" fmla="*/ 362 h 266"/>
                  <a:gd name="T38" fmla="*/ 563 w 425"/>
                  <a:gd name="T39" fmla="*/ 309 h 2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5" h="266">
                    <a:moveTo>
                      <a:pt x="404" y="187"/>
                    </a:moveTo>
                    <a:cubicBezTo>
                      <a:pt x="388" y="171"/>
                      <a:pt x="350" y="163"/>
                      <a:pt x="324" y="185"/>
                    </a:cubicBezTo>
                    <a:cubicBezTo>
                      <a:pt x="298" y="206"/>
                      <a:pt x="276" y="164"/>
                      <a:pt x="228" y="180"/>
                    </a:cubicBezTo>
                    <a:cubicBezTo>
                      <a:pt x="216" y="184"/>
                      <a:pt x="204" y="172"/>
                      <a:pt x="195" y="161"/>
                    </a:cubicBezTo>
                    <a:cubicBezTo>
                      <a:pt x="187" y="153"/>
                      <a:pt x="177" y="132"/>
                      <a:pt x="178" y="120"/>
                    </a:cubicBezTo>
                    <a:cubicBezTo>
                      <a:pt x="180" y="98"/>
                      <a:pt x="208" y="98"/>
                      <a:pt x="225" y="98"/>
                    </a:cubicBezTo>
                    <a:cubicBezTo>
                      <a:pt x="257" y="100"/>
                      <a:pt x="239" y="97"/>
                      <a:pt x="271" y="99"/>
                    </a:cubicBezTo>
                    <a:cubicBezTo>
                      <a:pt x="291" y="100"/>
                      <a:pt x="304" y="72"/>
                      <a:pt x="323" y="80"/>
                    </a:cubicBezTo>
                    <a:cubicBezTo>
                      <a:pt x="370" y="101"/>
                      <a:pt x="425" y="81"/>
                      <a:pt x="409" y="56"/>
                    </a:cubicBezTo>
                    <a:cubicBezTo>
                      <a:pt x="376" y="4"/>
                      <a:pt x="308" y="2"/>
                      <a:pt x="253" y="1"/>
                    </a:cubicBezTo>
                    <a:cubicBezTo>
                      <a:pt x="224" y="0"/>
                      <a:pt x="197" y="7"/>
                      <a:pt x="169" y="7"/>
                    </a:cubicBezTo>
                    <a:cubicBezTo>
                      <a:pt x="141" y="7"/>
                      <a:pt x="116" y="8"/>
                      <a:pt x="89" y="13"/>
                    </a:cubicBezTo>
                    <a:cubicBezTo>
                      <a:pt x="64" y="18"/>
                      <a:pt x="72" y="13"/>
                      <a:pt x="48" y="19"/>
                    </a:cubicBezTo>
                    <a:cubicBezTo>
                      <a:pt x="34" y="23"/>
                      <a:pt x="5" y="41"/>
                      <a:pt x="3" y="56"/>
                    </a:cubicBezTo>
                    <a:cubicBezTo>
                      <a:pt x="0" y="80"/>
                      <a:pt x="5" y="108"/>
                      <a:pt x="19" y="127"/>
                    </a:cubicBezTo>
                    <a:cubicBezTo>
                      <a:pt x="41" y="157"/>
                      <a:pt x="65" y="183"/>
                      <a:pt x="95" y="205"/>
                    </a:cubicBezTo>
                    <a:cubicBezTo>
                      <a:pt x="124" y="226"/>
                      <a:pt x="163" y="242"/>
                      <a:pt x="197" y="252"/>
                    </a:cubicBezTo>
                    <a:cubicBezTo>
                      <a:pt x="243" y="266"/>
                      <a:pt x="289" y="257"/>
                      <a:pt x="335" y="250"/>
                    </a:cubicBezTo>
                    <a:cubicBezTo>
                      <a:pt x="362" y="245"/>
                      <a:pt x="383" y="242"/>
                      <a:pt x="401" y="220"/>
                    </a:cubicBezTo>
                    <a:cubicBezTo>
                      <a:pt x="409" y="210"/>
                      <a:pt x="409" y="199"/>
                      <a:pt x="416" y="188"/>
                    </a:cubicBezTo>
                  </a:path>
                </a:pathLst>
              </a:custGeom>
              <a:solidFill>
                <a:srgbClr val="B14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3" name="Freeform 3338">
                <a:extLst>
                  <a:ext uri="{FF2B5EF4-FFF2-40B4-BE49-F238E27FC236}">
                    <a16:creationId xmlns:a16="http://schemas.microsoft.com/office/drawing/2014/main" id="{982B49A9-E0D4-4EBC-A59B-F16111E30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763"/>
                <a:ext cx="470" cy="312"/>
              </a:xfrm>
              <a:custGeom>
                <a:avLst/>
                <a:gdLst>
                  <a:gd name="T0" fmla="*/ 546 w 425"/>
                  <a:gd name="T1" fmla="*/ 305 h 265"/>
                  <a:gd name="T2" fmla="*/ 464 w 425"/>
                  <a:gd name="T3" fmla="*/ 303 h 265"/>
                  <a:gd name="T4" fmla="*/ 314 w 425"/>
                  <a:gd name="T5" fmla="*/ 303 h 265"/>
                  <a:gd name="T6" fmla="*/ 264 w 425"/>
                  <a:gd name="T7" fmla="*/ 264 h 265"/>
                  <a:gd name="T8" fmla="*/ 191 w 425"/>
                  <a:gd name="T9" fmla="*/ 172 h 265"/>
                  <a:gd name="T10" fmla="*/ 248 w 425"/>
                  <a:gd name="T11" fmla="*/ 140 h 265"/>
                  <a:gd name="T12" fmla="*/ 345 w 425"/>
                  <a:gd name="T13" fmla="*/ 127 h 265"/>
                  <a:gd name="T14" fmla="*/ 451 w 425"/>
                  <a:gd name="T15" fmla="*/ 112 h 265"/>
                  <a:gd name="T16" fmla="*/ 553 w 425"/>
                  <a:gd name="T17" fmla="*/ 91 h 265"/>
                  <a:gd name="T18" fmla="*/ 343 w 425"/>
                  <a:gd name="T19" fmla="*/ 0 h 265"/>
                  <a:gd name="T20" fmla="*/ 229 w 425"/>
                  <a:gd name="T21" fmla="*/ 9 h 265"/>
                  <a:gd name="T22" fmla="*/ 118 w 425"/>
                  <a:gd name="T23" fmla="*/ 21 h 265"/>
                  <a:gd name="T24" fmla="*/ 64 w 425"/>
                  <a:gd name="T25" fmla="*/ 31 h 265"/>
                  <a:gd name="T26" fmla="*/ 3 w 425"/>
                  <a:gd name="T27" fmla="*/ 91 h 265"/>
                  <a:gd name="T28" fmla="*/ 25 w 425"/>
                  <a:gd name="T29" fmla="*/ 205 h 265"/>
                  <a:gd name="T30" fmla="*/ 128 w 425"/>
                  <a:gd name="T31" fmla="*/ 333 h 265"/>
                  <a:gd name="T32" fmla="*/ 267 w 425"/>
                  <a:gd name="T33" fmla="*/ 412 h 265"/>
                  <a:gd name="T34" fmla="*/ 452 w 425"/>
                  <a:gd name="T35" fmla="*/ 406 h 265"/>
                  <a:gd name="T36" fmla="*/ 542 w 425"/>
                  <a:gd name="T37" fmla="*/ 358 h 265"/>
                  <a:gd name="T38" fmla="*/ 563 w 425"/>
                  <a:gd name="T39" fmla="*/ 306 h 2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5" h="265">
                    <a:moveTo>
                      <a:pt x="404" y="187"/>
                    </a:moveTo>
                    <a:cubicBezTo>
                      <a:pt x="410" y="173"/>
                      <a:pt x="371" y="163"/>
                      <a:pt x="344" y="185"/>
                    </a:cubicBezTo>
                    <a:cubicBezTo>
                      <a:pt x="319" y="206"/>
                      <a:pt x="308" y="166"/>
                      <a:pt x="232" y="185"/>
                    </a:cubicBezTo>
                    <a:cubicBezTo>
                      <a:pt x="220" y="188"/>
                      <a:pt x="204" y="172"/>
                      <a:pt x="195" y="161"/>
                    </a:cubicBezTo>
                    <a:cubicBezTo>
                      <a:pt x="187" y="152"/>
                      <a:pt x="139" y="117"/>
                      <a:pt x="141" y="105"/>
                    </a:cubicBezTo>
                    <a:cubicBezTo>
                      <a:pt x="143" y="82"/>
                      <a:pt x="167" y="85"/>
                      <a:pt x="184" y="86"/>
                    </a:cubicBezTo>
                    <a:cubicBezTo>
                      <a:pt x="216" y="87"/>
                      <a:pt x="222" y="77"/>
                      <a:pt x="255" y="78"/>
                    </a:cubicBezTo>
                    <a:cubicBezTo>
                      <a:pt x="275" y="79"/>
                      <a:pt x="272" y="110"/>
                      <a:pt x="334" y="69"/>
                    </a:cubicBezTo>
                    <a:cubicBezTo>
                      <a:pt x="377" y="40"/>
                      <a:pt x="425" y="80"/>
                      <a:pt x="409" y="55"/>
                    </a:cubicBezTo>
                    <a:cubicBezTo>
                      <a:pt x="375" y="4"/>
                      <a:pt x="307" y="2"/>
                      <a:pt x="253" y="0"/>
                    </a:cubicBezTo>
                    <a:cubicBezTo>
                      <a:pt x="224" y="0"/>
                      <a:pt x="197" y="6"/>
                      <a:pt x="169" y="6"/>
                    </a:cubicBezTo>
                    <a:cubicBezTo>
                      <a:pt x="141" y="6"/>
                      <a:pt x="116" y="7"/>
                      <a:pt x="88" y="13"/>
                    </a:cubicBezTo>
                    <a:cubicBezTo>
                      <a:pt x="63" y="18"/>
                      <a:pt x="72" y="12"/>
                      <a:pt x="47" y="19"/>
                    </a:cubicBezTo>
                    <a:cubicBezTo>
                      <a:pt x="34" y="23"/>
                      <a:pt x="5" y="41"/>
                      <a:pt x="3" y="55"/>
                    </a:cubicBezTo>
                    <a:cubicBezTo>
                      <a:pt x="0" y="80"/>
                      <a:pt x="5" y="107"/>
                      <a:pt x="19" y="126"/>
                    </a:cubicBezTo>
                    <a:cubicBezTo>
                      <a:pt x="40" y="157"/>
                      <a:pt x="65" y="182"/>
                      <a:pt x="95" y="204"/>
                    </a:cubicBezTo>
                    <a:cubicBezTo>
                      <a:pt x="124" y="225"/>
                      <a:pt x="163" y="242"/>
                      <a:pt x="197" y="252"/>
                    </a:cubicBezTo>
                    <a:cubicBezTo>
                      <a:pt x="243" y="265"/>
                      <a:pt x="289" y="257"/>
                      <a:pt x="335" y="249"/>
                    </a:cubicBezTo>
                    <a:cubicBezTo>
                      <a:pt x="362" y="245"/>
                      <a:pt x="383" y="241"/>
                      <a:pt x="401" y="219"/>
                    </a:cubicBezTo>
                    <a:cubicBezTo>
                      <a:pt x="409" y="209"/>
                      <a:pt x="409" y="198"/>
                      <a:pt x="416" y="188"/>
                    </a:cubicBezTo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4" name="Freeform 3339">
                <a:extLst>
                  <a:ext uri="{FF2B5EF4-FFF2-40B4-BE49-F238E27FC236}">
                    <a16:creationId xmlns:a16="http://schemas.microsoft.com/office/drawing/2014/main" id="{382A8F31-19EF-4FD7-9851-B46E12EE4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2642"/>
                <a:ext cx="323" cy="937"/>
              </a:xfrm>
              <a:custGeom>
                <a:avLst/>
                <a:gdLst>
                  <a:gd name="T0" fmla="*/ 8 w 292"/>
                  <a:gd name="T1" fmla="*/ 0 h 794"/>
                  <a:gd name="T2" fmla="*/ 2 w 292"/>
                  <a:gd name="T3" fmla="*/ 0 h 794"/>
                  <a:gd name="T4" fmla="*/ 2 w 292"/>
                  <a:gd name="T5" fmla="*/ 268 h 794"/>
                  <a:gd name="T6" fmla="*/ 153 w 292"/>
                  <a:gd name="T7" fmla="*/ 388 h 794"/>
                  <a:gd name="T8" fmla="*/ 2 w 292"/>
                  <a:gd name="T9" fmla="*/ 505 h 794"/>
                  <a:gd name="T10" fmla="*/ 2 w 292"/>
                  <a:gd name="T11" fmla="*/ 1305 h 794"/>
                  <a:gd name="T12" fmla="*/ 0 w 292"/>
                  <a:gd name="T13" fmla="*/ 1305 h 794"/>
                  <a:gd name="T14" fmla="*/ 8 w 292"/>
                  <a:gd name="T15" fmla="*/ 1305 h 794"/>
                  <a:gd name="T16" fmla="*/ 395 w 292"/>
                  <a:gd name="T17" fmla="*/ 653 h 794"/>
                  <a:gd name="T18" fmla="*/ 8 w 292"/>
                  <a:gd name="T19" fmla="*/ 0 h 7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2" h="794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163"/>
                      <a:pt x="2" y="163"/>
                      <a:pt x="2" y="163"/>
                    </a:cubicBezTo>
                    <a:cubicBezTo>
                      <a:pt x="100" y="163"/>
                      <a:pt x="113" y="212"/>
                      <a:pt x="113" y="236"/>
                    </a:cubicBezTo>
                    <a:cubicBezTo>
                      <a:pt x="111" y="271"/>
                      <a:pt x="100" y="307"/>
                      <a:pt x="2" y="308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3" y="794"/>
                      <a:pt x="5" y="794"/>
                    </a:cubicBezTo>
                    <a:cubicBezTo>
                      <a:pt x="163" y="794"/>
                      <a:pt x="292" y="616"/>
                      <a:pt x="292" y="397"/>
                    </a:cubicBezTo>
                    <a:cubicBezTo>
                      <a:pt x="292" y="178"/>
                      <a:pt x="163" y="0"/>
                      <a:pt x="5" y="0"/>
                    </a:cubicBezTo>
                    <a:close/>
                  </a:path>
                </a:pathLst>
              </a:custGeom>
              <a:solidFill>
                <a:srgbClr val="723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5" name="Freeform 3340">
                <a:extLst>
                  <a:ext uri="{FF2B5EF4-FFF2-40B4-BE49-F238E27FC236}">
                    <a16:creationId xmlns:a16="http://schemas.microsoft.com/office/drawing/2014/main" id="{743F5AFD-B44F-47B8-97DE-8CBF7FC39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777"/>
                <a:ext cx="551" cy="457"/>
              </a:xfrm>
              <a:custGeom>
                <a:avLst/>
                <a:gdLst>
                  <a:gd name="T0" fmla="*/ 13 w 498"/>
                  <a:gd name="T1" fmla="*/ 587 h 388"/>
                  <a:gd name="T2" fmla="*/ 281 w 498"/>
                  <a:gd name="T3" fmla="*/ 571 h 388"/>
                  <a:gd name="T4" fmla="*/ 543 w 498"/>
                  <a:gd name="T5" fmla="*/ 337 h 388"/>
                  <a:gd name="T6" fmla="*/ 360 w 498"/>
                  <a:gd name="T7" fmla="*/ 73 h 388"/>
                  <a:gd name="T8" fmla="*/ 423 w 498"/>
                  <a:gd name="T9" fmla="*/ 279 h 388"/>
                  <a:gd name="T10" fmla="*/ 295 w 498"/>
                  <a:gd name="T11" fmla="*/ 310 h 388"/>
                  <a:gd name="T12" fmla="*/ 174 w 498"/>
                  <a:gd name="T13" fmla="*/ 337 h 388"/>
                  <a:gd name="T14" fmla="*/ 125 w 498"/>
                  <a:gd name="T15" fmla="*/ 349 h 388"/>
                  <a:gd name="T16" fmla="*/ 127 w 498"/>
                  <a:gd name="T17" fmla="*/ 411 h 388"/>
                  <a:gd name="T18" fmla="*/ 127 w 498"/>
                  <a:gd name="T19" fmla="*/ 404 h 388"/>
                  <a:gd name="T20" fmla="*/ 2 w 498"/>
                  <a:gd name="T21" fmla="*/ 439 h 388"/>
                  <a:gd name="T22" fmla="*/ 1 w 498"/>
                  <a:gd name="T23" fmla="*/ 448 h 388"/>
                  <a:gd name="T24" fmla="*/ 0 w 498"/>
                  <a:gd name="T25" fmla="*/ 451 h 388"/>
                  <a:gd name="T26" fmla="*/ 1 w 498"/>
                  <a:gd name="T27" fmla="*/ 578 h 388"/>
                  <a:gd name="T28" fmla="*/ 13 w 498"/>
                  <a:gd name="T29" fmla="*/ 587 h 38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8" h="388">
                    <a:moveTo>
                      <a:pt x="10" y="359"/>
                    </a:moveTo>
                    <a:cubicBezTo>
                      <a:pt x="75" y="388"/>
                      <a:pt x="144" y="373"/>
                      <a:pt x="208" y="350"/>
                    </a:cubicBezTo>
                    <a:cubicBezTo>
                      <a:pt x="286" y="322"/>
                      <a:pt x="360" y="280"/>
                      <a:pt x="401" y="206"/>
                    </a:cubicBezTo>
                    <a:cubicBezTo>
                      <a:pt x="414" y="181"/>
                      <a:pt x="498" y="0"/>
                      <a:pt x="266" y="45"/>
                    </a:cubicBezTo>
                    <a:cubicBezTo>
                      <a:pt x="238" y="51"/>
                      <a:pt x="444" y="113"/>
                      <a:pt x="312" y="171"/>
                    </a:cubicBezTo>
                    <a:cubicBezTo>
                      <a:pt x="284" y="183"/>
                      <a:pt x="246" y="182"/>
                      <a:pt x="218" y="189"/>
                    </a:cubicBezTo>
                    <a:cubicBezTo>
                      <a:pt x="189" y="197"/>
                      <a:pt x="156" y="195"/>
                      <a:pt x="128" y="206"/>
                    </a:cubicBezTo>
                    <a:cubicBezTo>
                      <a:pt x="117" y="211"/>
                      <a:pt x="104" y="211"/>
                      <a:pt x="92" y="213"/>
                    </a:cubicBezTo>
                    <a:cubicBezTo>
                      <a:pt x="87" y="229"/>
                      <a:pt x="93" y="246"/>
                      <a:pt x="94" y="251"/>
                    </a:cubicBezTo>
                    <a:cubicBezTo>
                      <a:pt x="94" y="251"/>
                      <a:pt x="95" y="247"/>
                      <a:pt x="94" y="247"/>
                    </a:cubicBezTo>
                    <a:cubicBezTo>
                      <a:pt x="43" y="220"/>
                      <a:pt x="9" y="260"/>
                      <a:pt x="2" y="269"/>
                    </a:cubicBezTo>
                    <a:cubicBezTo>
                      <a:pt x="1" y="269"/>
                      <a:pt x="1" y="274"/>
                      <a:pt x="1" y="274"/>
                    </a:cubicBezTo>
                    <a:cubicBezTo>
                      <a:pt x="0" y="276"/>
                      <a:pt x="0" y="276"/>
                      <a:pt x="0" y="276"/>
                    </a:cubicBezTo>
                    <a:cubicBezTo>
                      <a:pt x="1" y="276"/>
                      <a:pt x="1" y="354"/>
                      <a:pt x="1" y="354"/>
                    </a:cubicBezTo>
                    <a:cubicBezTo>
                      <a:pt x="4" y="356"/>
                      <a:pt x="7" y="358"/>
                      <a:pt x="10" y="359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6" name="Freeform 3341">
                <a:extLst>
                  <a:ext uri="{FF2B5EF4-FFF2-40B4-BE49-F238E27FC236}">
                    <a16:creationId xmlns:a16="http://schemas.microsoft.com/office/drawing/2014/main" id="{C9C7FAE9-5386-4E6E-9C2B-E190A4505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746"/>
                <a:ext cx="499" cy="423"/>
              </a:xfrm>
              <a:custGeom>
                <a:avLst/>
                <a:gdLst>
                  <a:gd name="T0" fmla="*/ 380 w 451"/>
                  <a:gd name="T1" fmla="*/ 504 h 359"/>
                  <a:gd name="T2" fmla="*/ 493 w 451"/>
                  <a:gd name="T3" fmla="*/ 425 h 359"/>
                  <a:gd name="T4" fmla="*/ 599 w 451"/>
                  <a:gd name="T5" fmla="*/ 226 h 359"/>
                  <a:gd name="T6" fmla="*/ 497 w 451"/>
                  <a:gd name="T7" fmla="*/ 147 h 359"/>
                  <a:gd name="T8" fmla="*/ 510 w 451"/>
                  <a:gd name="T9" fmla="*/ 212 h 359"/>
                  <a:gd name="T10" fmla="*/ 392 w 451"/>
                  <a:gd name="T11" fmla="*/ 349 h 359"/>
                  <a:gd name="T12" fmla="*/ 241 w 451"/>
                  <a:gd name="T13" fmla="*/ 396 h 359"/>
                  <a:gd name="T14" fmla="*/ 123 w 451"/>
                  <a:gd name="T15" fmla="*/ 419 h 359"/>
                  <a:gd name="T16" fmla="*/ 126 w 451"/>
                  <a:gd name="T17" fmla="*/ 447 h 359"/>
                  <a:gd name="T18" fmla="*/ 126 w 451"/>
                  <a:gd name="T19" fmla="*/ 447 h 359"/>
                  <a:gd name="T20" fmla="*/ 1 w 451"/>
                  <a:gd name="T21" fmla="*/ 484 h 359"/>
                  <a:gd name="T22" fmla="*/ 0 w 451"/>
                  <a:gd name="T23" fmla="*/ 484 h 359"/>
                  <a:gd name="T24" fmla="*/ 0 w 451"/>
                  <a:gd name="T25" fmla="*/ 559 h 359"/>
                  <a:gd name="T26" fmla="*/ 380 w 451"/>
                  <a:gd name="T27" fmla="*/ 504 h 3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51" h="359">
                    <a:moveTo>
                      <a:pt x="280" y="308"/>
                    </a:moveTo>
                    <a:cubicBezTo>
                      <a:pt x="312" y="296"/>
                      <a:pt x="341" y="287"/>
                      <a:pt x="364" y="260"/>
                    </a:cubicBezTo>
                    <a:cubicBezTo>
                      <a:pt x="373" y="249"/>
                      <a:pt x="451" y="158"/>
                      <a:pt x="442" y="138"/>
                    </a:cubicBezTo>
                    <a:cubicBezTo>
                      <a:pt x="378" y="0"/>
                      <a:pt x="262" y="23"/>
                      <a:pt x="367" y="90"/>
                    </a:cubicBezTo>
                    <a:cubicBezTo>
                      <a:pt x="378" y="97"/>
                      <a:pt x="347" y="113"/>
                      <a:pt x="377" y="130"/>
                    </a:cubicBezTo>
                    <a:cubicBezTo>
                      <a:pt x="410" y="148"/>
                      <a:pt x="343" y="199"/>
                      <a:pt x="289" y="213"/>
                    </a:cubicBezTo>
                    <a:cubicBezTo>
                      <a:pt x="255" y="221"/>
                      <a:pt x="211" y="228"/>
                      <a:pt x="178" y="242"/>
                    </a:cubicBezTo>
                    <a:cubicBezTo>
                      <a:pt x="159" y="251"/>
                      <a:pt x="124" y="255"/>
                      <a:pt x="90" y="256"/>
                    </a:cubicBezTo>
                    <a:cubicBezTo>
                      <a:pt x="91" y="264"/>
                      <a:pt x="92" y="270"/>
                      <a:pt x="93" y="273"/>
                    </a:cubicBezTo>
                    <a:cubicBezTo>
                      <a:pt x="92" y="273"/>
                      <a:pt x="93" y="272"/>
                      <a:pt x="93" y="273"/>
                    </a:cubicBezTo>
                    <a:cubicBezTo>
                      <a:pt x="44" y="245"/>
                      <a:pt x="8" y="287"/>
                      <a:pt x="1" y="296"/>
                    </a:cubicBezTo>
                    <a:cubicBezTo>
                      <a:pt x="0" y="296"/>
                      <a:pt x="0" y="296"/>
                      <a:pt x="0" y="296"/>
                    </a:cubicBezTo>
                    <a:cubicBezTo>
                      <a:pt x="0" y="341"/>
                      <a:pt x="0" y="341"/>
                      <a:pt x="0" y="341"/>
                    </a:cubicBezTo>
                    <a:cubicBezTo>
                      <a:pt x="50" y="359"/>
                      <a:pt x="231" y="325"/>
                      <a:pt x="280" y="308"/>
                    </a:cubicBezTo>
                    <a:close/>
                  </a:path>
                </a:pathLst>
              </a:custGeom>
              <a:solidFill>
                <a:srgbClr val="BF1C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7" name="Rectangle 3342">
                <a:extLst>
                  <a:ext uri="{FF2B5EF4-FFF2-40B4-BE49-F238E27FC236}">
                    <a16:creationId xmlns:a16="http://schemas.microsoft.com/office/drawing/2014/main" id="{6C04CD44-AA16-4629-8A26-EFC160912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2792"/>
                <a:ext cx="776" cy="41"/>
              </a:xfrm>
              <a:prstGeom prst="rect">
                <a:avLst/>
              </a:pr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458" name="Freeform 3343">
                <a:extLst>
                  <a:ext uri="{FF2B5EF4-FFF2-40B4-BE49-F238E27FC236}">
                    <a16:creationId xmlns:a16="http://schemas.microsoft.com/office/drawing/2014/main" id="{A63020AE-9EE4-43A4-9100-965158239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960"/>
                <a:ext cx="774" cy="468"/>
              </a:xfrm>
              <a:custGeom>
                <a:avLst/>
                <a:gdLst>
                  <a:gd name="T0" fmla="*/ 946 w 700"/>
                  <a:gd name="T1" fmla="*/ 651 h 397"/>
                  <a:gd name="T2" fmla="*/ 0 w 700"/>
                  <a:gd name="T3" fmla="*/ 651 h 397"/>
                  <a:gd name="T4" fmla="*/ 0 w 700"/>
                  <a:gd name="T5" fmla="*/ 196 h 397"/>
                  <a:gd name="T6" fmla="*/ 571 w 700"/>
                  <a:gd name="T7" fmla="*/ 0 h 397"/>
                  <a:gd name="T8" fmla="*/ 946 w 700"/>
                  <a:gd name="T9" fmla="*/ 64 h 397"/>
                  <a:gd name="T10" fmla="*/ 946 w 700"/>
                  <a:gd name="T11" fmla="*/ 651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0" h="397">
                    <a:moveTo>
                      <a:pt x="700" y="397"/>
                    </a:moveTo>
                    <a:cubicBezTo>
                      <a:pt x="0" y="397"/>
                      <a:pt x="0" y="397"/>
                      <a:pt x="0" y="397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10" y="114"/>
                      <a:pt x="310" y="68"/>
                      <a:pt x="422" y="0"/>
                    </a:cubicBezTo>
                    <a:cubicBezTo>
                      <a:pt x="507" y="33"/>
                      <a:pt x="594" y="39"/>
                      <a:pt x="700" y="39"/>
                    </a:cubicBezTo>
                    <a:lnTo>
                      <a:pt x="700" y="397"/>
                    </a:lnTo>
                    <a:close/>
                  </a:path>
                </a:pathLst>
              </a:custGeom>
              <a:solidFill>
                <a:srgbClr val="BF6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9" name="Freeform 3344">
                <a:extLst>
                  <a:ext uri="{FF2B5EF4-FFF2-40B4-BE49-F238E27FC236}">
                    <a16:creationId xmlns:a16="http://schemas.microsoft.com/office/drawing/2014/main" id="{CD9FBD1E-4D45-4E27-B611-C81F308ED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774"/>
                <a:ext cx="93" cy="115"/>
              </a:xfrm>
              <a:custGeom>
                <a:avLst/>
                <a:gdLst>
                  <a:gd name="T0" fmla="*/ 0 w 84"/>
                  <a:gd name="T1" fmla="*/ 83 h 97"/>
                  <a:gd name="T2" fmla="*/ 114 w 84"/>
                  <a:gd name="T3" fmla="*/ 81 h 97"/>
                  <a:gd name="T4" fmla="*/ 0 w 84"/>
                  <a:gd name="T5" fmla="*/ 83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7">
                    <a:moveTo>
                      <a:pt x="0" y="50"/>
                    </a:moveTo>
                    <a:cubicBezTo>
                      <a:pt x="0" y="50"/>
                      <a:pt x="30" y="0"/>
                      <a:pt x="84" y="48"/>
                    </a:cubicBezTo>
                    <a:cubicBezTo>
                      <a:pt x="84" y="48"/>
                      <a:pt x="49" y="97"/>
                      <a:pt x="0" y="50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0" name="Oval 3345">
                <a:extLst>
                  <a:ext uri="{FF2B5EF4-FFF2-40B4-BE49-F238E27FC236}">
                    <a16:creationId xmlns:a16="http://schemas.microsoft.com/office/drawing/2014/main" id="{49D373C2-9A93-4ECF-979A-F8124C220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2825"/>
                <a:ext cx="32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461" name="Freeform 3346">
                <a:extLst>
                  <a:ext uri="{FF2B5EF4-FFF2-40B4-BE49-F238E27FC236}">
                    <a16:creationId xmlns:a16="http://schemas.microsoft.com/office/drawing/2014/main" id="{4DD0DF8A-DDCD-47D8-8F8A-506B1B097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790"/>
                <a:ext cx="129" cy="98"/>
              </a:xfrm>
              <a:custGeom>
                <a:avLst/>
                <a:gdLst>
                  <a:gd name="T0" fmla="*/ 0 w 117"/>
                  <a:gd name="T1" fmla="*/ 61 h 83"/>
                  <a:gd name="T2" fmla="*/ 157 w 117"/>
                  <a:gd name="T3" fmla="*/ 61 h 83"/>
                  <a:gd name="T4" fmla="*/ 0 w 117"/>
                  <a:gd name="T5" fmla="*/ 61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83">
                    <a:moveTo>
                      <a:pt x="0" y="37"/>
                    </a:moveTo>
                    <a:cubicBezTo>
                      <a:pt x="0" y="37"/>
                      <a:pt x="62" y="0"/>
                      <a:pt x="117" y="37"/>
                    </a:cubicBezTo>
                    <a:cubicBezTo>
                      <a:pt x="117" y="37"/>
                      <a:pt x="60" y="83"/>
                      <a:pt x="0" y="3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2" name="Oval 3347">
                <a:extLst>
                  <a:ext uri="{FF2B5EF4-FFF2-40B4-BE49-F238E27FC236}">
                    <a16:creationId xmlns:a16="http://schemas.microsoft.com/office/drawing/2014/main" id="{C8628B98-F858-4A88-B9FB-2B96F288A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2" y="2825"/>
                <a:ext cx="32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463" name="Freeform 3348">
                <a:extLst>
                  <a:ext uri="{FF2B5EF4-FFF2-40B4-BE49-F238E27FC236}">
                    <a16:creationId xmlns:a16="http://schemas.microsoft.com/office/drawing/2014/main" id="{3C16EB8B-9AB3-4617-9520-1017F28DE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777"/>
                <a:ext cx="94" cy="112"/>
              </a:xfrm>
              <a:custGeom>
                <a:avLst/>
                <a:gdLst>
                  <a:gd name="T0" fmla="*/ 0 w 85"/>
                  <a:gd name="T1" fmla="*/ 79 h 95"/>
                  <a:gd name="T2" fmla="*/ 115 w 85"/>
                  <a:gd name="T3" fmla="*/ 79 h 95"/>
                  <a:gd name="T4" fmla="*/ 0 w 85"/>
                  <a:gd name="T5" fmla="*/ 79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95">
                    <a:moveTo>
                      <a:pt x="0" y="48"/>
                    </a:moveTo>
                    <a:cubicBezTo>
                      <a:pt x="0" y="48"/>
                      <a:pt x="31" y="0"/>
                      <a:pt x="85" y="48"/>
                    </a:cubicBezTo>
                    <a:cubicBezTo>
                      <a:pt x="85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4" name="Oval 3349">
                <a:extLst>
                  <a:ext uri="{FF2B5EF4-FFF2-40B4-BE49-F238E27FC236}">
                    <a16:creationId xmlns:a16="http://schemas.microsoft.com/office/drawing/2014/main" id="{039E746E-05EA-4C3E-91B4-55537D8A8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2825"/>
                <a:ext cx="32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465" name="Freeform 3350">
                <a:extLst>
                  <a:ext uri="{FF2B5EF4-FFF2-40B4-BE49-F238E27FC236}">
                    <a16:creationId xmlns:a16="http://schemas.microsoft.com/office/drawing/2014/main" id="{34BDFBA9-52C8-41D6-9BE6-51DCAFEB8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777"/>
                <a:ext cx="119" cy="112"/>
              </a:xfrm>
              <a:custGeom>
                <a:avLst/>
                <a:gdLst>
                  <a:gd name="T0" fmla="*/ 0 w 107"/>
                  <a:gd name="T1" fmla="*/ 79 h 95"/>
                  <a:gd name="T2" fmla="*/ 147 w 107"/>
                  <a:gd name="T3" fmla="*/ 79 h 95"/>
                  <a:gd name="T4" fmla="*/ 0 w 107"/>
                  <a:gd name="T5" fmla="*/ 79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95">
                    <a:moveTo>
                      <a:pt x="0" y="48"/>
                    </a:moveTo>
                    <a:cubicBezTo>
                      <a:pt x="0" y="48"/>
                      <a:pt x="53" y="0"/>
                      <a:pt x="107" y="48"/>
                    </a:cubicBezTo>
                    <a:cubicBezTo>
                      <a:pt x="107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6" name="Oval 3351">
                <a:extLst>
                  <a:ext uri="{FF2B5EF4-FFF2-40B4-BE49-F238E27FC236}">
                    <a16:creationId xmlns:a16="http://schemas.microsoft.com/office/drawing/2014/main" id="{87911A5B-9585-4A99-A043-7CB561D5F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2825"/>
                <a:ext cx="33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467" name="Freeform 3352">
                <a:extLst>
                  <a:ext uri="{FF2B5EF4-FFF2-40B4-BE49-F238E27FC236}">
                    <a16:creationId xmlns:a16="http://schemas.microsoft.com/office/drawing/2014/main" id="{8952333C-AFA7-4B96-89BB-77594C5D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777"/>
                <a:ext cx="120" cy="112"/>
              </a:xfrm>
              <a:custGeom>
                <a:avLst/>
                <a:gdLst>
                  <a:gd name="T0" fmla="*/ 0 w 109"/>
                  <a:gd name="T1" fmla="*/ 79 h 95"/>
                  <a:gd name="T2" fmla="*/ 145 w 109"/>
                  <a:gd name="T3" fmla="*/ 79 h 95"/>
                  <a:gd name="T4" fmla="*/ 0 w 109"/>
                  <a:gd name="T5" fmla="*/ 79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95">
                    <a:moveTo>
                      <a:pt x="0" y="48"/>
                    </a:moveTo>
                    <a:cubicBezTo>
                      <a:pt x="0" y="48"/>
                      <a:pt x="54" y="0"/>
                      <a:pt x="109" y="48"/>
                    </a:cubicBezTo>
                    <a:cubicBezTo>
                      <a:pt x="109" y="48"/>
                      <a:pt x="49" y="95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8" name="Oval 3353">
                <a:extLst>
                  <a:ext uri="{FF2B5EF4-FFF2-40B4-BE49-F238E27FC236}">
                    <a16:creationId xmlns:a16="http://schemas.microsoft.com/office/drawing/2014/main" id="{D00977FD-5252-42D4-AB16-875796D26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5" y="2825"/>
                <a:ext cx="32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469" name="Freeform 3354">
                <a:extLst>
                  <a:ext uri="{FF2B5EF4-FFF2-40B4-BE49-F238E27FC236}">
                    <a16:creationId xmlns:a16="http://schemas.microsoft.com/office/drawing/2014/main" id="{116F797A-8ECB-4194-800C-F85B5B573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783"/>
                <a:ext cx="128" cy="95"/>
              </a:xfrm>
              <a:custGeom>
                <a:avLst/>
                <a:gdLst>
                  <a:gd name="T0" fmla="*/ 0 w 116"/>
                  <a:gd name="T1" fmla="*/ 69 h 81"/>
                  <a:gd name="T2" fmla="*/ 156 w 116"/>
                  <a:gd name="T3" fmla="*/ 69 h 81"/>
                  <a:gd name="T4" fmla="*/ 0 w 116"/>
                  <a:gd name="T5" fmla="*/ 69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81">
                    <a:moveTo>
                      <a:pt x="0" y="43"/>
                    </a:moveTo>
                    <a:cubicBezTo>
                      <a:pt x="0" y="43"/>
                      <a:pt x="63" y="0"/>
                      <a:pt x="116" y="43"/>
                    </a:cubicBezTo>
                    <a:cubicBezTo>
                      <a:pt x="116" y="43"/>
                      <a:pt x="53" y="81"/>
                      <a:pt x="0" y="43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0" name="Oval 3355">
                <a:extLst>
                  <a:ext uri="{FF2B5EF4-FFF2-40B4-BE49-F238E27FC236}">
                    <a16:creationId xmlns:a16="http://schemas.microsoft.com/office/drawing/2014/main" id="{6B9D1084-1C17-46D9-B289-C4CD899CA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825"/>
                <a:ext cx="32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471" name="Freeform 3356">
                <a:extLst>
                  <a:ext uri="{FF2B5EF4-FFF2-40B4-BE49-F238E27FC236}">
                    <a16:creationId xmlns:a16="http://schemas.microsoft.com/office/drawing/2014/main" id="{E652B4E2-1465-4831-99B8-02A86EBFA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2777"/>
                <a:ext cx="93" cy="125"/>
              </a:xfrm>
              <a:custGeom>
                <a:avLst/>
                <a:gdLst>
                  <a:gd name="T0" fmla="*/ 0 w 84"/>
                  <a:gd name="T1" fmla="*/ 79 h 106"/>
                  <a:gd name="T2" fmla="*/ 114 w 84"/>
                  <a:gd name="T3" fmla="*/ 79 h 106"/>
                  <a:gd name="T4" fmla="*/ 0 w 84"/>
                  <a:gd name="T5" fmla="*/ 79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06">
                    <a:moveTo>
                      <a:pt x="0" y="48"/>
                    </a:moveTo>
                    <a:cubicBezTo>
                      <a:pt x="0" y="48"/>
                      <a:pt x="30" y="0"/>
                      <a:pt x="84" y="48"/>
                    </a:cubicBezTo>
                    <a:cubicBezTo>
                      <a:pt x="84" y="48"/>
                      <a:pt x="31" y="106"/>
                      <a:pt x="0" y="4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2" name="Oval 3357">
                <a:extLst>
                  <a:ext uri="{FF2B5EF4-FFF2-40B4-BE49-F238E27FC236}">
                    <a16:creationId xmlns:a16="http://schemas.microsoft.com/office/drawing/2014/main" id="{48FC7517-0385-4CFA-A136-B526F8691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6" y="2825"/>
                <a:ext cx="32" cy="18"/>
              </a:xfrm>
              <a:prstGeom prst="ellipse">
                <a:avLst/>
              </a:pr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473" name="Freeform 3358">
                <a:extLst>
                  <a:ext uri="{FF2B5EF4-FFF2-40B4-BE49-F238E27FC236}">
                    <a16:creationId xmlns:a16="http://schemas.microsoft.com/office/drawing/2014/main" id="{D716FFA7-D000-485F-A9CB-A3A481016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3037"/>
                <a:ext cx="98" cy="116"/>
              </a:xfrm>
              <a:custGeom>
                <a:avLst/>
                <a:gdLst>
                  <a:gd name="T0" fmla="*/ 0 w 88"/>
                  <a:gd name="T1" fmla="*/ 90 h 98"/>
                  <a:gd name="T2" fmla="*/ 121 w 88"/>
                  <a:gd name="T3" fmla="*/ 82 h 98"/>
                  <a:gd name="T4" fmla="*/ 0 w 88"/>
                  <a:gd name="T5" fmla="*/ 9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98">
                    <a:moveTo>
                      <a:pt x="0" y="54"/>
                    </a:moveTo>
                    <a:cubicBezTo>
                      <a:pt x="0" y="54"/>
                      <a:pt x="40" y="0"/>
                      <a:pt x="88" y="49"/>
                    </a:cubicBezTo>
                    <a:cubicBezTo>
                      <a:pt x="88" y="49"/>
                      <a:pt x="52" y="98"/>
                      <a:pt x="0" y="54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4" name="Freeform 3359">
                <a:extLst>
                  <a:ext uri="{FF2B5EF4-FFF2-40B4-BE49-F238E27FC236}">
                    <a16:creationId xmlns:a16="http://schemas.microsoft.com/office/drawing/2014/main" id="{21D3EC52-67E0-46FA-998A-F260FCD22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3089"/>
                <a:ext cx="33" cy="18"/>
              </a:xfrm>
              <a:custGeom>
                <a:avLst/>
                <a:gdLst>
                  <a:gd name="T0" fmla="*/ 40 w 30"/>
                  <a:gd name="T1" fmla="*/ 12 h 15"/>
                  <a:gd name="T2" fmla="*/ 22 w 30"/>
                  <a:gd name="T3" fmla="*/ 26 h 15"/>
                  <a:gd name="T4" fmla="*/ 1 w 30"/>
                  <a:gd name="T5" fmla="*/ 16 h 15"/>
                  <a:gd name="T6" fmla="*/ 21 w 30"/>
                  <a:gd name="T7" fmla="*/ 0 h 15"/>
                  <a:gd name="T8" fmla="*/ 40 w 30"/>
                  <a:gd name="T9" fmla="*/ 1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5">
                    <a:moveTo>
                      <a:pt x="30" y="7"/>
                    </a:moveTo>
                    <a:cubicBezTo>
                      <a:pt x="30" y="11"/>
                      <a:pt x="24" y="14"/>
                      <a:pt x="16" y="15"/>
                    </a:cubicBezTo>
                    <a:cubicBezTo>
                      <a:pt x="8" y="15"/>
                      <a:pt x="1" y="13"/>
                      <a:pt x="1" y="9"/>
                    </a:cubicBezTo>
                    <a:cubicBezTo>
                      <a:pt x="0" y="5"/>
                      <a:pt x="7" y="1"/>
                      <a:pt x="15" y="0"/>
                    </a:cubicBezTo>
                    <a:cubicBezTo>
                      <a:pt x="23" y="0"/>
                      <a:pt x="29" y="3"/>
                      <a:pt x="30" y="7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5" name="Freeform 3360">
                <a:extLst>
                  <a:ext uri="{FF2B5EF4-FFF2-40B4-BE49-F238E27FC236}">
                    <a16:creationId xmlns:a16="http://schemas.microsoft.com/office/drawing/2014/main" id="{B8150D70-8581-4BD6-BB89-041A62CA1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3028"/>
                <a:ext cx="122" cy="111"/>
              </a:xfrm>
              <a:custGeom>
                <a:avLst/>
                <a:gdLst>
                  <a:gd name="T0" fmla="*/ 0 w 111"/>
                  <a:gd name="T1" fmla="*/ 93 h 94"/>
                  <a:gd name="T2" fmla="*/ 147 w 111"/>
                  <a:gd name="T3" fmla="*/ 63 h 94"/>
                  <a:gd name="T4" fmla="*/ 0 w 111"/>
                  <a:gd name="T5" fmla="*/ 93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94">
                    <a:moveTo>
                      <a:pt x="0" y="57"/>
                    </a:moveTo>
                    <a:cubicBezTo>
                      <a:pt x="0" y="57"/>
                      <a:pt x="49" y="0"/>
                      <a:pt x="111" y="38"/>
                    </a:cubicBezTo>
                    <a:cubicBezTo>
                      <a:pt x="111" y="38"/>
                      <a:pt x="56" y="94"/>
                      <a:pt x="0" y="57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6" name="Freeform 3361">
                <a:extLst>
                  <a:ext uri="{FF2B5EF4-FFF2-40B4-BE49-F238E27FC236}">
                    <a16:creationId xmlns:a16="http://schemas.microsoft.com/office/drawing/2014/main" id="{AED1CA1C-97C1-49AA-A8B5-42EC0B18A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3074"/>
                <a:ext cx="33" cy="20"/>
              </a:xfrm>
              <a:custGeom>
                <a:avLst/>
                <a:gdLst>
                  <a:gd name="T0" fmla="*/ 39 w 30"/>
                  <a:gd name="T1" fmla="*/ 9 h 17"/>
                  <a:gd name="T2" fmla="*/ 23 w 30"/>
                  <a:gd name="T3" fmla="*/ 26 h 17"/>
                  <a:gd name="T4" fmla="*/ 1 w 30"/>
                  <a:gd name="T5" fmla="*/ 18 h 17"/>
                  <a:gd name="T6" fmla="*/ 19 w 30"/>
                  <a:gd name="T7" fmla="*/ 1 h 17"/>
                  <a:gd name="T8" fmla="*/ 39 w 30"/>
                  <a:gd name="T9" fmla="*/ 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29" y="6"/>
                    </a:moveTo>
                    <a:cubicBezTo>
                      <a:pt x="30" y="10"/>
                      <a:pt x="24" y="14"/>
                      <a:pt x="17" y="16"/>
                    </a:cubicBezTo>
                    <a:cubicBezTo>
                      <a:pt x="9" y="17"/>
                      <a:pt x="2" y="15"/>
                      <a:pt x="1" y="11"/>
                    </a:cubicBezTo>
                    <a:cubicBezTo>
                      <a:pt x="0" y="7"/>
                      <a:pt x="6" y="3"/>
                      <a:pt x="14" y="1"/>
                    </a:cubicBezTo>
                    <a:cubicBezTo>
                      <a:pt x="22" y="0"/>
                      <a:pt x="29" y="2"/>
                      <a:pt x="29" y="6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7" name="Freeform 3362">
                <a:extLst>
                  <a:ext uri="{FF2B5EF4-FFF2-40B4-BE49-F238E27FC236}">
                    <a16:creationId xmlns:a16="http://schemas.microsoft.com/office/drawing/2014/main" id="{C589490A-949B-4A11-8267-625117748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995"/>
                <a:ext cx="85" cy="132"/>
              </a:xfrm>
              <a:custGeom>
                <a:avLst/>
                <a:gdLst>
                  <a:gd name="T0" fmla="*/ 0 w 77"/>
                  <a:gd name="T1" fmla="*/ 108 h 112"/>
                  <a:gd name="T2" fmla="*/ 104 w 77"/>
                  <a:gd name="T3" fmla="*/ 71 h 112"/>
                  <a:gd name="T4" fmla="*/ 0 w 77"/>
                  <a:gd name="T5" fmla="*/ 108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12">
                    <a:moveTo>
                      <a:pt x="0" y="66"/>
                    </a:moveTo>
                    <a:cubicBezTo>
                      <a:pt x="0" y="66"/>
                      <a:pt x="13" y="0"/>
                      <a:pt x="77" y="43"/>
                    </a:cubicBezTo>
                    <a:cubicBezTo>
                      <a:pt x="77" y="43"/>
                      <a:pt x="55" y="112"/>
                      <a:pt x="0" y="66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8" name="Freeform 3363">
                <a:extLst>
                  <a:ext uri="{FF2B5EF4-FFF2-40B4-BE49-F238E27FC236}">
                    <a16:creationId xmlns:a16="http://schemas.microsoft.com/office/drawing/2014/main" id="{4DC5E483-25AD-48D8-B661-FC8AF401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3047"/>
                <a:ext cx="30" cy="21"/>
              </a:xfrm>
              <a:custGeom>
                <a:avLst/>
                <a:gdLst>
                  <a:gd name="T0" fmla="*/ 33 w 28"/>
                  <a:gd name="T1" fmla="*/ 8 h 18"/>
                  <a:gd name="T2" fmla="*/ 19 w 28"/>
                  <a:gd name="T3" fmla="*/ 26 h 18"/>
                  <a:gd name="T4" fmla="*/ 1 w 28"/>
                  <a:gd name="T5" fmla="*/ 21 h 18"/>
                  <a:gd name="T6" fmla="*/ 15 w 28"/>
                  <a:gd name="T7" fmla="*/ 2 h 18"/>
                  <a:gd name="T8" fmla="*/ 33 w 28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8">
                    <a:moveTo>
                      <a:pt x="27" y="5"/>
                    </a:moveTo>
                    <a:cubicBezTo>
                      <a:pt x="28" y="9"/>
                      <a:pt x="23" y="14"/>
                      <a:pt x="16" y="16"/>
                    </a:cubicBezTo>
                    <a:cubicBezTo>
                      <a:pt x="9" y="18"/>
                      <a:pt x="2" y="17"/>
                      <a:pt x="1" y="13"/>
                    </a:cubicBezTo>
                    <a:cubicBezTo>
                      <a:pt x="0" y="9"/>
                      <a:pt x="5" y="5"/>
                      <a:pt x="12" y="2"/>
                    </a:cubicBezTo>
                    <a:cubicBezTo>
                      <a:pt x="19" y="0"/>
                      <a:pt x="26" y="2"/>
                      <a:pt x="27" y="5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9" name="Freeform 3364">
                <a:extLst>
                  <a:ext uri="{FF2B5EF4-FFF2-40B4-BE49-F238E27FC236}">
                    <a16:creationId xmlns:a16="http://schemas.microsoft.com/office/drawing/2014/main" id="{8E7D6A94-5D76-417A-9CE7-E653A2CB8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965"/>
                <a:ext cx="116" cy="105"/>
              </a:xfrm>
              <a:custGeom>
                <a:avLst/>
                <a:gdLst>
                  <a:gd name="T0" fmla="*/ 0 w 105"/>
                  <a:gd name="T1" fmla="*/ 111 h 89"/>
                  <a:gd name="T2" fmla="*/ 141 w 105"/>
                  <a:gd name="T3" fmla="*/ 33 h 89"/>
                  <a:gd name="T4" fmla="*/ 0 w 105"/>
                  <a:gd name="T5" fmla="*/ 111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89">
                    <a:moveTo>
                      <a:pt x="0" y="68"/>
                    </a:moveTo>
                    <a:cubicBezTo>
                      <a:pt x="0" y="68"/>
                      <a:pt x="36" y="0"/>
                      <a:pt x="105" y="20"/>
                    </a:cubicBezTo>
                    <a:cubicBezTo>
                      <a:pt x="105" y="20"/>
                      <a:pt x="63" y="89"/>
                      <a:pt x="0" y="68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0" name="Freeform 3365">
                <a:extLst>
                  <a:ext uri="{FF2B5EF4-FFF2-40B4-BE49-F238E27FC236}">
                    <a16:creationId xmlns:a16="http://schemas.microsoft.com/office/drawing/2014/main" id="{883C8C3D-D7AB-45DF-BAEB-F3CFA1809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3001"/>
                <a:ext cx="32" cy="23"/>
              </a:xfrm>
              <a:custGeom>
                <a:avLst/>
                <a:gdLst>
                  <a:gd name="T0" fmla="*/ 36 w 29"/>
                  <a:gd name="T1" fmla="*/ 7 h 20"/>
                  <a:gd name="T2" fmla="*/ 24 w 29"/>
                  <a:gd name="T3" fmla="*/ 26 h 20"/>
                  <a:gd name="T4" fmla="*/ 2 w 29"/>
                  <a:gd name="T5" fmla="*/ 24 h 20"/>
                  <a:gd name="T6" fmla="*/ 15 w 29"/>
                  <a:gd name="T7" fmla="*/ 7 h 20"/>
                  <a:gd name="T8" fmla="*/ 36 w 29"/>
                  <a:gd name="T9" fmla="*/ 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27" y="4"/>
                    </a:moveTo>
                    <a:cubicBezTo>
                      <a:pt x="29" y="8"/>
                      <a:pt x="25" y="13"/>
                      <a:pt x="18" y="17"/>
                    </a:cubicBezTo>
                    <a:cubicBezTo>
                      <a:pt x="11" y="20"/>
                      <a:pt x="4" y="20"/>
                      <a:pt x="2" y="16"/>
                    </a:cubicBezTo>
                    <a:cubicBezTo>
                      <a:pt x="0" y="13"/>
                      <a:pt x="5" y="7"/>
                      <a:pt x="12" y="4"/>
                    </a:cubicBezTo>
                    <a:cubicBezTo>
                      <a:pt x="19" y="0"/>
                      <a:pt x="26" y="0"/>
                      <a:pt x="27" y="4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1" name="Freeform 3366">
                <a:extLst>
                  <a:ext uri="{FF2B5EF4-FFF2-40B4-BE49-F238E27FC236}">
                    <a16:creationId xmlns:a16="http://schemas.microsoft.com/office/drawing/2014/main" id="{7AA187FE-805D-4CE9-8C45-EA8D63C0E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932"/>
                <a:ext cx="101" cy="118"/>
              </a:xfrm>
              <a:custGeom>
                <a:avLst/>
                <a:gdLst>
                  <a:gd name="T0" fmla="*/ 0 w 91"/>
                  <a:gd name="T1" fmla="*/ 72 h 100"/>
                  <a:gd name="T2" fmla="*/ 124 w 91"/>
                  <a:gd name="T3" fmla="*/ 94 h 100"/>
                  <a:gd name="T4" fmla="*/ 0 w 91"/>
                  <a:gd name="T5" fmla="*/ 72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100">
                    <a:moveTo>
                      <a:pt x="0" y="44"/>
                    </a:moveTo>
                    <a:cubicBezTo>
                      <a:pt x="0" y="44"/>
                      <a:pt x="43" y="0"/>
                      <a:pt x="91" y="58"/>
                    </a:cubicBezTo>
                    <a:cubicBezTo>
                      <a:pt x="91" y="58"/>
                      <a:pt x="42" y="100"/>
                      <a:pt x="0" y="44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2" name="Freeform 3367">
                <a:extLst>
                  <a:ext uri="{FF2B5EF4-FFF2-40B4-BE49-F238E27FC236}">
                    <a16:creationId xmlns:a16="http://schemas.microsoft.com/office/drawing/2014/main" id="{E3C5B62B-ACAB-4AFA-8F9A-9168B20D0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2990"/>
                <a:ext cx="33" cy="21"/>
              </a:xfrm>
              <a:custGeom>
                <a:avLst/>
                <a:gdLst>
                  <a:gd name="T0" fmla="*/ 39 w 30"/>
                  <a:gd name="T1" fmla="*/ 18 h 18"/>
                  <a:gd name="T2" fmla="*/ 19 w 30"/>
                  <a:gd name="T3" fmla="*/ 27 h 18"/>
                  <a:gd name="T4" fmla="*/ 0 w 30"/>
                  <a:gd name="T5" fmla="*/ 11 h 18"/>
                  <a:gd name="T6" fmla="*/ 22 w 30"/>
                  <a:gd name="T7" fmla="*/ 1 h 18"/>
                  <a:gd name="T8" fmla="*/ 39 w 30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29" y="11"/>
                    </a:moveTo>
                    <a:cubicBezTo>
                      <a:pt x="29" y="15"/>
                      <a:pt x="22" y="18"/>
                      <a:pt x="14" y="17"/>
                    </a:cubicBezTo>
                    <a:cubicBezTo>
                      <a:pt x="6" y="16"/>
                      <a:pt x="0" y="11"/>
                      <a:pt x="0" y="7"/>
                    </a:cubicBezTo>
                    <a:cubicBezTo>
                      <a:pt x="1" y="3"/>
                      <a:pt x="8" y="0"/>
                      <a:pt x="16" y="1"/>
                    </a:cubicBezTo>
                    <a:cubicBezTo>
                      <a:pt x="24" y="2"/>
                      <a:pt x="30" y="7"/>
                      <a:pt x="29" y="11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3" name="Freeform 3368">
                <a:extLst>
                  <a:ext uri="{FF2B5EF4-FFF2-40B4-BE49-F238E27FC236}">
                    <a16:creationId xmlns:a16="http://schemas.microsoft.com/office/drawing/2014/main" id="{BD8C318D-9EA7-4701-A0DD-74959960F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2948"/>
                <a:ext cx="126" cy="111"/>
              </a:xfrm>
              <a:custGeom>
                <a:avLst/>
                <a:gdLst>
                  <a:gd name="T0" fmla="*/ 0 w 114"/>
                  <a:gd name="T1" fmla="*/ 74 h 94"/>
                  <a:gd name="T2" fmla="*/ 154 w 114"/>
                  <a:gd name="T3" fmla="*/ 84 h 94"/>
                  <a:gd name="T4" fmla="*/ 0 w 114"/>
                  <a:gd name="T5" fmla="*/ 74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94">
                    <a:moveTo>
                      <a:pt x="0" y="45"/>
                    </a:moveTo>
                    <a:cubicBezTo>
                      <a:pt x="0" y="45"/>
                      <a:pt x="62" y="0"/>
                      <a:pt x="114" y="51"/>
                    </a:cubicBezTo>
                    <a:cubicBezTo>
                      <a:pt x="114" y="51"/>
                      <a:pt x="47" y="94"/>
                      <a:pt x="0" y="45"/>
                    </a:cubicBez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4" name="Freeform 3369">
                <a:extLst>
                  <a:ext uri="{FF2B5EF4-FFF2-40B4-BE49-F238E27FC236}">
                    <a16:creationId xmlns:a16="http://schemas.microsoft.com/office/drawing/2014/main" id="{DFCF678E-9D54-4725-816F-2BACD7BCC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3004"/>
                <a:ext cx="32" cy="18"/>
              </a:xfrm>
              <a:custGeom>
                <a:avLst/>
                <a:gdLst>
                  <a:gd name="T0" fmla="*/ 39 w 29"/>
                  <a:gd name="T1" fmla="*/ 14 h 15"/>
                  <a:gd name="T2" fmla="*/ 19 w 29"/>
                  <a:gd name="T3" fmla="*/ 26 h 15"/>
                  <a:gd name="T4" fmla="*/ 0 w 29"/>
                  <a:gd name="T5" fmla="*/ 12 h 15"/>
                  <a:gd name="T6" fmla="*/ 19 w 29"/>
                  <a:gd name="T7" fmla="*/ 0 h 15"/>
                  <a:gd name="T8" fmla="*/ 39 w 29"/>
                  <a:gd name="T9" fmla="*/ 1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5">
                    <a:moveTo>
                      <a:pt x="29" y="8"/>
                    </a:moveTo>
                    <a:cubicBezTo>
                      <a:pt x="28" y="12"/>
                      <a:pt x="22" y="15"/>
                      <a:pt x="14" y="15"/>
                    </a:cubicBezTo>
                    <a:cubicBezTo>
                      <a:pt x="6" y="14"/>
                      <a:pt x="0" y="11"/>
                      <a:pt x="0" y="7"/>
                    </a:cubicBezTo>
                    <a:cubicBezTo>
                      <a:pt x="0" y="3"/>
                      <a:pt x="6" y="0"/>
                      <a:pt x="14" y="0"/>
                    </a:cubicBezTo>
                    <a:cubicBezTo>
                      <a:pt x="22" y="0"/>
                      <a:pt x="29" y="4"/>
                      <a:pt x="29" y="8"/>
                    </a:cubicBezTo>
                    <a:close/>
                  </a:path>
                </a:pathLst>
              </a:custGeom>
              <a:solidFill>
                <a:srgbClr val="A02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5" name="Freeform 3370">
                <a:extLst>
                  <a:ext uri="{FF2B5EF4-FFF2-40B4-BE49-F238E27FC236}">
                    <a16:creationId xmlns:a16="http://schemas.microsoft.com/office/drawing/2014/main" id="{F41B790C-5C45-4F9E-A2A3-F424FAD05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2941"/>
                <a:ext cx="102" cy="105"/>
              </a:xfrm>
              <a:custGeom>
                <a:avLst/>
                <a:gdLst>
                  <a:gd name="T0" fmla="*/ 0 w 92"/>
                  <a:gd name="T1" fmla="*/ 94 h 89"/>
                  <a:gd name="T2" fmla="*/ 125 w 92"/>
                  <a:gd name="T3" fmla="*/ 55 h 89"/>
                  <a:gd name="T4" fmla="*/ 0 w 92"/>
                  <a:gd name="T5" fmla="*/ 94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89">
                    <a:moveTo>
                      <a:pt x="0" y="58"/>
                    </a:moveTo>
                    <a:cubicBezTo>
                      <a:pt x="0" y="58"/>
                      <a:pt x="37" y="0"/>
                      <a:pt x="92" y="34"/>
                    </a:cubicBezTo>
                    <a:cubicBezTo>
                      <a:pt x="92" y="34"/>
                      <a:pt x="55" y="89"/>
                      <a:pt x="0" y="58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6" name="Freeform 3371">
                <a:extLst>
                  <a:ext uri="{FF2B5EF4-FFF2-40B4-BE49-F238E27FC236}">
                    <a16:creationId xmlns:a16="http://schemas.microsoft.com/office/drawing/2014/main" id="{8CD46BCE-C807-4171-8082-E57E3CFF8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2984"/>
                <a:ext cx="33" cy="22"/>
              </a:xfrm>
              <a:custGeom>
                <a:avLst/>
                <a:gdLst>
                  <a:gd name="T0" fmla="*/ 39 w 30"/>
                  <a:gd name="T1" fmla="*/ 9 h 18"/>
                  <a:gd name="T2" fmla="*/ 23 w 30"/>
                  <a:gd name="T3" fmla="*/ 29 h 18"/>
                  <a:gd name="T4" fmla="*/ 1 w 30"/>
                  <a:gd name="T5" fmla="*/ 22 h 18"/>
                  <a:gd name="T6" fmla="*/ 19 w 30"/>
                  <a:gd name="T7" fmla="*/ 2 h 18"/>
                  <a:gd name="T8" fmla="*/ 39 w 30"/>
                  <a:gd name="T9" fmla="*/ 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29" y="5"/>
                    </a:moveTo>
                    <a:cubicBezTo>
                      <a:pt x="30" y="9"/>
                      <a:pt x="25" y="14"/>
                      <a:pt x="17" y="16"/>
                    </a:cubicBezTo>
                    <a:cubicBezTo>
                      <a:pt x="9" y="18"/>
                      <a:pt x="2" y="16"/>
                      <a:pt x="1" y="12"/>
                    </a:cubicBezTo>
                    <a:cubicBezTo>
                      <a:pt x="0" y="8"/>
                      <a:pt x="6" y="4"/>
                      <a:pt x="14" y="2"/>
                    </a:cubicBezTo>
                    <a:cubicBezTo>
                      <a:pt x="21" y="0"/>
                      <a:pt x="28" y="2"/>
                      <a:pt x="29" y="5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7" name="Freeform 3372">
                <a:extLst>
                  <a:ext uri="{FF2B5EF4-FFF2-40B4-BE49-F238E27FC236}">
                    <a16:creationId xmlns:a16="http://schemas.microsoft.com/office/drawing/2014/main" id="{743E90B9-34AF-474C-898E-C420DA0FF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2868"/>
                <a:ext cx="100" cy="113"/>
              </a:xfrm>
              <a:custGeom>
                <a:avLst/>
                <a:gdLst>
                  <a:gd name="T0" fmla="*/ 38 w 91"/>
                  <a:gd name="T1" fmla="*/ 157 h 96"/>
                  <a:gd name="T2" fmla="*/ 42 w 91"/>
                  <a:gd name="T3" fmla="*/ 0 h 96"/>
                  <a:gd name="T4" fmla="*/ 38 w 91"/>
                  <a:gd name="T5" fmla="*/ 157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96">
                    <a:moveTo>
                      <a:pt x="29" y="96"/>
                    </a:moveTo>
                    <a:cubicBezTo>
                      <a:pt x="29" y="96"/>
                      <a:pt x="0" y="58"/>
                      <a:pt x="32" y="0"/>
                    </a:cubicBezTo>
                    <a:cubicBezTo>
                      <a:pt x="32" y="0"/>
                      <a:pt x="91" y="50"/>
                      <a:pt x="29" y="96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8" name="Freeform 3373">
                <a:extLst>
                  <a:ext uri="{FF2B5EF4-FFF2-40B4-BE49-F238E27FC236}">
                    <a16:creationId xmlns:a16="http://schemas.microsoft.com/office/drawing/2014/main" id="{59B99727-FA0E-4A24-B64B-6C36CCB0E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2910"/>
                <a:ext cx="16" cy="33"/>
              </a:xfrm>
              <a:custGeom>
                <a:avLst/>
                <a:gdLst>
                  <a:gd name="T0" fmla="*/ 11 w 14"/>
                  <a:gd name="T1" fmla="*/ 0 h 28"/>
                  <a:gd name="T2" fmla="*/ 21 w 14"/>
                  <a:gd name="T3" fmla="*/ 24 h 28"/>
                  <a:gd name="T4" fmla="*/ 9 w 14"/>
                  <a:gd name="T5" fmla="*/ 45 h 28"/>
                  <a:gd name="T6" fmla="*/ 0 w 14"/>
                  <a:gd name="T7" fmla="*/ 21 h 28"/>
                  <a:gd name="T8" fmla="*/ 11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8" y="0"/>
                    </a:moveTo>
                    <a:cubicBezTo>
                      <a:pt x="12" y="1"/>
                      <a:pt x="14" y="7"/>
                      <a:pt x="14" y="14"/>
                    </a:cubicBezTo>
                    <a:cubicBezTo>
                      <a:pt x="13" y="22"/>
                      <a:pt x="10" y="28"/>
                      <a:pt x="6" y="27"/>
                    </a:cubicBezTo>
                    <a:cubicBezTo>
                      <a:pt x="2" y="27"/>
                      <a:pt x="0" y="21"/>
                      <a:pt x="0" y="13"/>
                    </a:cubicBezTo>
                    <a:cubicBezTo>
                      <a:pt x="1" y="6"/>
                      <a:pt x="4" y="0"/>
                      <a:pt x="8" y="0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9" name="Freeform 3374">
                <a:extLst>
                  <a:ext uri="{FF2B5EF4-FFF2-40B4-BE49-F238E27FC236}">
                    <a16:creationId xmlns:a16="http://schemas.microsoft.com/office/drawing/2014/main" id="{56C67CE5-4CD9-4AB9-8CE3-53296611A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811"/>
                <a:ext cx="101" cy="79"/>
              </a:xfrm>
              <a:custGeom>
                <a:avLst/>
                <a:gdLst>
                  <a:gd name="T0" fmla="*/ 124 w 91"/>
                  <a:gd name="T1" fmla="*/ 79 h 67"/>
                  <a:gd name="T2" fmla="*/ 0 w 91"/>
                  <a:gd name="T3" fmla="*/ 29 h 67"/>
                  <a:gd name="T4" fmla="*/ 124 w 91"/>
                  <a:gd name="T5" fmla="*/ 79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67">
                    <a:moveTo>
                      <a:pt x="91" y="48"/>
                    </a:moveTo>
                    <a:cubicBezTo>
                      <a:pt x="91" y="48"/>
                      <a:pt x="34" y="67"/>
                      <a:pt x="0" y="18"/>
                    </a:cubicBezTo>
                    <a:cubicBezTo>
                      <a:pt x="0" y="18"/>
                      <a:pt x="64" y="0"/>
                      <a:pt x="91" y="48"/>
                    </a:cubicBezTo>
                    <a:close/>
                  </a:path>
                </a:pathLst>
              </a:custGeom>
              <a:solidFill>
                <a:srgbClr val="9B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0" name="Freeform 3375">
                <a:extLst>
                  <a:ext uri="{FF2B5EF4-FFF2-40B4-BE49-F238E27FC236}">
                    <a16:creationId xmlns:a16="http://schemas.microsoft.com/office/drawing/2014/main" id="{45ED565F-0C33-4069-B9A9-0CD1B56AF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2835"/>
                <a:ext cx="33" cy="23"/>
              </a:xfrm>
              <a:custGeom>
                <a:avLst/>
                <a:gdLst>
                  <a:gd name="T0" fmla="*/ 2 w 30"/>
                  <a:gd name="T1" fmla="*/ 7 h 20"/>
                  <a:gd name="T2" fmla="*/ 24 w 30"/>
                  <a:gd name="T3" fmla="*/ 3 h 20"/>
                  <a:gd name="T4" fmla="*/ 37 w 30"/>
                  <a:gd name="T5" fmla="*/ 24 h 20"/>
                  <a:gd name="T6" fmla="*/ 15 w 30"/>
                  <a:gd name="T7" fmla="*/ 26 h 20"/>
                  <a:gd name="T8" fmla="*/ 2 w 30"/>
                  <a:gd name="T9" fmla="*/ 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2" y="4"/>
                    </a:moveTo>
                    <a:cubicBezTo>
                      <a:pt x="4" y="0"/>
                      <a:pt x="11" y="0"/>
                      <a:pt x="18" y="3"/>
                    </a:cubicBezTo>
                    <a:cubicBezTo>
                      <a:pt x="25" y="7"/>
                      <a:pt x="30" y="12"/>
                      <a:pt x="28" y="16"/>
                    </a:cubicBezTo>
                    <a:cubicBezTo>
                      <a:pt x="26" y="20"/>
                      <a:pt x="19" y="20"/>
                      <a:pt x="12" y="17"/>
                    </a:cubicBezTo>
                    <a:cubicBezTo>
                      <a:pt x="5" y="13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84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1" name="Line 3376">
                <a:extLst>
                  <a:ext uri="{FF2B5EF4-FFF2-40B4-BE49-F238E27FC236}">
                    <a16:creationId xmlns:a16="http://schemas.microsoft.com/office/drawing/2014/main" id="{DB413755-013B-4F83-B9F6-BE83898921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49" y="2645"/>
                <a:ext cx="1" cy="188"/>
              </a:xfrm>
              <a:prstGeom prst="line">
                <a:avLst/>
              </a:prstGeom>
              <a:noFill/>
              <a:ln w="6350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2" name="Freeform 3377">
                <a:extLst>
                  <a:ext uri="{FF2B5EF4-FFF2-40B4-BE49-F238E27FC236}">
                    <a16:creationId xmlns:a16="http://schemas.microsoft.com/office/drawing/2014/main" id="{E4CF2485-DB65-4A9C-A404-315228A0E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930"/>
                <a:ext cx="773" cy="474"/>
              </a:xfrm>
              <a:custGeom>
                <a:avLst/>
                <a:gdLst>
                  <a:gd name="T0" fmla="*/ 215 w 699"/>
                  <a:gd name="T1" fmla="*/ 295 h 402"/>
                  <a:gd name="T2" fmla="*/ 0 w 699"/>
                  <a:gd name="T3" fmla="*/ 324 h 402"/>
                  <a:gd name="T4" fmla="*/ 0 w 699"/>
                  <a:gd name="T5" fmla="*/ 659 h 402"/>
                  <a:gd name="T6" fmla="*/ 946 w 699"/>
                  <a:gd name="T7" fmla="*/ 659 h 402"/>
                  <a:gd name="T8" fmla="*/ 946 w 699"/>
                  <a:gd name="T9" fmla="*/ 184 h 402"/>
                  <a:gd name="T10" fmla="*/ 661 w 699"/>
                  <a:gd name="T11" fmla="*/ 40 h 402"/>
                  <a:gd name="T12" fmla="*/ 619 w 699"/>
                  <a:gd name="T13" fmla="*/ 7 h 402"/>
                  <a:gd name="T14" fmla="*/ 558 w 699"/>
                  <a:gd name="T15" fmla="*/ 0 h 402"/>
                  <a:gd name="T16" fmla="*/ 533 w 699"/>
                  <a:gd name="T17" fmla="*/ 33 h 402"/>
                  <a:gd name="T18" fmla="*/ 513 w 699"/>
                  <a:gd name="T19" fmla="*/ 44 h 402"/>
                  <a:gd name="T20" fmla="*/ 215 w 699"/>
                  <a:gd name="T21" fmla="*/ 295 h 4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9" h="402">
                    <a:moveTo>
                      <a:pt x="158" y="180"/>
                    </a:moveTo>
                    <a:cubicBezTo>
                      <a:pt x="115" y="188"/>
                      <a:pt x="69" y="184"/>
                      <a:pt x="0" y="198"/>
                    </a:cubicBezTo>
                    <a:cubicBezTo>
                      <a:pt x="0" y="402"/>
                      <a:pt x="0" y="402"/>
                      <a:pt x="0" y="402"/>
                    </a:cubicBezTo>
                    <a:cubicBezTo>
                      <a:pt x="699" y="402"/>
                      <a:pt x="699" y="402"/>
                      <a:pt x="699" y="402"/>
                    </a:cubicBezTo>
                    <a:cubicBezTo>
                      <a:pt x="699" y="112"/>
                      <a:pt x="699" y="112"/>
                      <a:pt x="699" y="112"/>
                    </a:cubicBezTo>
                    <a:cubicBezTo>
                      <a:pt x="699" y="112"/>
                      <a:pt x="483" y="109"/>
                      <a:pt x="489" y="25"/>
                    </a:cubicBezTo>
                    <a:cubicBezTo>
                      <a:pt x="458" y="4"/>
                      <a:pt x="458" y="4"/>
                      <a:pt x="458" y="4"/>
                    </a:cubicBezTo>
                    <a:cubicBezTo>
                      <a:pt x="413" y="0"/>
                      <a:pt x="413" y="0"/>
                      <a:pt x="413" y="0"/>
                    </a:cubicBezTo>
                    <a:cubicBezTo>
                      <a:pt x="394" y="20"/>
                      <a:pt x="394" y="20"/>
                      <a:pt x="394" y="20"/>
                    </a:cubicBezTo>
                    <a:cubicBezTo>
                      <a:pt x="380" y="26"/>
                      <a:pt x="380" y="26"/>
                      <a:pt x="380" y="26"/>
                    </a:cubicBezTo>
                    <a:cubicBezTo>
                      <a:pt x="380" y="26"/>
                      <a:pt x="407" y="135"/>
                      <a:pt x="158" y="180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3" name="Freeform 3378">
                <a:extLst>
                  <a:ext uri="{FF2B5EF4-FFF2-40B4-BE49-F238E27FC236}">
                    <a16:creationId xmlns:a16="http://schemas.microsoft.com/office/drawing/2014/main" id="{144C67FC-F5F0-4818-8723-43086830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917"/>
                <a:ext cx="222" cy="487"/>
              </a:xfrm>
              <a:custGeom>
                <a:avLst/>
                <a:gdLst>
                  <a:gd name="T0" fmla="*/ 0 w 201"/>
                  <a:gd name="T1" fmla="*/ 202 h 413"/>
                  <a:gd name="T2" fmla="*/ 0 w 201"/>
                  <a:gd name="T3" fmla="*/ 677 h 413"/>
                  <a:gd name="T4" fmla="*/ 253 w 201"/>
                  <a:gd name="T5" fmla="*/ 231 h 413"/>
                  <a:gd name="T6" fmla="*/ 0 w 201"/>
                  <a:gd name="T7" fmla="*/ 202 h 4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1" h="413">
                    <a:moveTo>
                      <a:pt x="0" y="123"/>
                    </a:moveTo>
                    <a:cubicBezTo>
                      <a:pt x="0" y="413"/>
                      <a:pt x="0" y="413"/>
                      <a:pt x="0" y="413"/>
                    </a:cubicBezTo>
                    <a:cubicBezTo>
                      <a:pt x="0" y="413"/>
                      <a:pt x="201" y="369"/>
                      <a:pt x="187" y="141"/>
                    </a:cubicBezTo>
                    <a:cubicBezTo>
                      <a:pt x="178" y="0"/>
                      <a:pt x="109" y="105"/>
                      <a:pt x="0" y="123"/>
                    </a:cubicBezTo>
                    <a:close/>
                  </a:path>
                </a:pathLst>
              </a:custGeom>
              <a:solidFill>
                <a:srgbClr val="DB9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4" name="Line 3379">
                <a:extLst>
                  <a:ext uri="{FF2B5EF4-FFF2-40B4-BE49-F238E27FC236}">
                    <a16:creationId xmlns:a16="http://schemas.microsoft.com/office/drawing/2014/main" id="{7C9D5010-A1E8-45BE-A5BB-EE0C2C1E06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49" y="3007"/>
                <a:ext cx="1" cy="572"/>
              </a:xfrm>
              <a:prstGeom prst="line">
                <a:avLst/>
              </a:prstGeom>
              <a:noFill/>
              <a:ln w="6350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5" name="Line 3380">
                <a:extLst>
                  <a:ext uri="{FF2B5EF4-FFF2-40B4-BE49-F238E27FC236}">
                    <a16:creationId xmlns:a16="http://schemas.microsoft.com/office/drawing/2014/main" id="{B2DED71A-4CD4-42DA-B748-5D38B6DA08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73" y="2792"/>
                <a:ext cx="1" cy="4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6" name="Freeform 3381">
                <a:extLst>
                  <a:ext uri="{FF2B5EF4-FFF2-40B4-BE49-F238E27FC236}">
                    <a16:creationId xmlns:a16="http://schemas.microsoft.com/office/drawing/2014/main" id="{B1B15F61-7C7E-46B2-B60E-7D44355F2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917"/>
                <a:ext cx="140" cy="111"/>
              </a:xfrm>
              <a:custGeom>
                <a:avLst/>
                <a:gdLst>
                  <a:gd name="T0" fmla="*/ 62 w 127"/>
                  <a:gd name="T1" fmla="*/ 6 h 94"/>
                  <a:gd name="T2" fmla="*/ 13 w 127"/>
                  <a:gd name="T3" fmla="*/ 20 h 94"/>
                  <a:gd name="T4" fmla="*/ 0 w 127"/>
                  <a:gd name="T5" fmla="*/ 129 h 94"/>
                  <a:gd name="T6" fmla="*/ 63 w 127"/>
                  <a:gd name="T7" fmla="*/ 122 h 94"/>
                  <a:gd name="T8" fmla="*/ 100 w 127"/>
                  <a:gd name="T9" fmla="*/ 111 h 94"/>
                  <a:gd name="T10" fmla="*/ 170 w 127"/>
                  <a:gd name="T11" fmla="*/ 118 h 94"/>
                  <a:gd name="T12" fmla="*/ 148 w 127"/>
                  <a:gd name="T13" fmla="*/ 79 h 94"/>
                  <a:gd name="T14" fmla="*/ 96 w 127"/>
                  <a:gd name="T15" fmla="*/ 0 h 94"/>
                  <a:gd name="T16" fmla="*/ 62 w 127"/>
                  <a:gd name="T17" fmla="*/ 6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94">
                    <a:moveTo>
                      <a:pt x="46" y="3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2" y="58"/>
                      <a:pt x="0" y="78"/>
                    </a:cubicBezTo>
                    <a:cubicBezTo>
                      <a:pt x="0" y="78"/>
                      <a:pt x="54" y="94"/>
                      <a:pt x="47" y="74"/>
                    </a:cubicBezTo>
                    <a:cubicBezTo>
                      <a:pt x="47" y="74"/>
                      <a:pt x="66" y="73"/>
                      <a:pt x="75" y="68"/>
                    </a:cubicBezTo>
                    <a:cubicBezTo>
                      <a:pt x="75" y="68"/>
                      <a:pt x="91" y="88"/>
                      <a:pt x="127" y="72"/>
                    </a:cubicBezTo>
                    <a:cubicBezTo>
                      <a:pt x="111" y="48"/>
                      <a:pt x="111" y="48"/>
                      <a:pt x="111" y="48"/>
                    </a:cubicBezTo>
                    <a:cubicBezTo>
                      <a:pt x="72" y="0"/>
                      <a:pt x="72" y="0"/>
                      <a:pt x="72" y="0"/>
                    </a:cubicBezTo>
                    <a:lnTo>
                      <a:pt x="46" y="3"/>
                    </a:lnTo>
                    <a:close/>
                  </a:path>
                </a:pathLst>
              </a:custGeom>
              <a:solidFill>
                <a:srgbClr val="F9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7" name="Freeform 3382">
                <a:extLst>
                  <a:ext uri="{FF2B5EF4-FFF2-40B4-BE49-F238E27FC236}">
                    <a16:creationId xmlns:a16="http://schemas.microsoft.com/office/drawing/2014/main" id="{166FEF30-09A0-46E4-BD91-968B891C8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98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8" name="Freeform 3383">
                <a:extLst>
                  <a:ext uri="{FF2B5EF4-FFF2-40B4-BE49-F238E27FC236}">
                    <a16:creationId xmlns:a16="http://schemas.microsoft.com/office/drawing/2014/main" id="{196B57BF-CF0C-4F3F-AE6D-A2D8CC68A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987"/>
                <a:ext cx="774" cy="418"/>
              </a:xfrm>
              <a:custGeom>
                <a:avLst/>
                <a:gdLst>
                  <a:gd name="T0" fmla="*/ 513 w 700"/>
                  <a:gd name="T1" fmla="*/ 2 h 355"/>
                  <a:gd name="T2" fmla="*/ 215 w 700"/>
                  <a:gd name="T3" fmla="*/ 215 h 355"/>
                  <a:gd name="T4" fmla="*/ 0 w 700"/>
                  <a:gd name="T5" fmla="*/ 247 h 355"/>
                  <a:gd name="T6" fmla="*/ 0 w 700"/>
                  <a:gd name="T7" fmla="*/ 579 h 355"/>
                  <a:gd name="T8" fmla="*/ 946 w 700"/>
                  <a:gd name="T9" fmla="*/ 579 h 355"/>
                  <a:gd name="T10" fmla="*/ 946 w 700"/>
                  <a:gd name="T11" fmla="*/ 104 h 355"/>
                  <a:gd name="T12" fmla="*/ 668 w 700"/>
                  <a:gd name="T13" fmla="*/ 0 h 3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355">
                    <a:moveTo>
                      <a:pt x="380" y="2"/>
                    </a:moveTo>
                    <a:cubicBezTo>
                      <a:pt x="373" y="37"/>
                      <a:pt x="334" y="101"/>
                      <a:pt x="158" y="132"/>
                    </a:cubicBezTo>
                    <a:cubicBezTo>
                      <a:pt x="115" y="140"/>
                      <a:pt x="69" y="136"/>
                      <a:pt x="0" y="151"/>
                    </a:cubicBezTo>
                    <a:cubicBezTo>
                      <a:pt x="0" y="355"/>
                      <a:pt x="0" y="355"/>
                      <a:pt x="0" y="355"/>
                    </a:cubicBezTo>
                    <a:cubicBezTo>
                      <a:pt x="700" y="355"/>
                      <a:pt x="700" y="355"/>
                      <a:pt x="700" y="355"/>
                    </a:cubicBezTo>
                    <a:cubicBezTo>
                      <a:pt x="700" y="64"/>
                      <a:pt x="700" y="64"/>
                      <a:pt x="700" y="64"/>
                    </a:cubicBezTo>
                    <a:cubicBezTo>
                      <a:pt x="700" y="64"/>
                      <a:pt x="524" y="62"/>
                      <a:pt x="49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9" name="Freeform 3384">
                <a:extLst>
                  <a:ext uri="{FF2B5EF4-FFF2-40B4-BE49-F238E27FC236}">
                    <a16:creationId xmlns:a16="http://schemas.microsoft.com/office/drawing/2014/main" id="{AC1B1E70-B68E-4FDC-BD31-96A75E979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918"/>
                <a:ext cx="222" cy="487"/>
              </a:xfrm>
              <a:custGeom>
                <a:avLst/>
                <a:gdLst>
                  <a:gd name="T0" fmla="*/ 0 w 201"/>
                  <a:gd name="T1" fmla="*/ 200 h 413"/>
                  <a:gd name="T2" fmla="*/ 0 w 201"/>
                  <a:gd name="T3" fmla="*/ 677 h 413"/>
                  <a:gd name="T4" fmla="*/ 253 w 201"/>
                  <a:gd name="T5" fmla="*/ 231 h 413"/>
                  <a:gd name="T6" fmla="*/ 0 w 201"/>
                  <a:gd name="T7" fmla="*/ 200 h 4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1" h="413">
                    <a:moveTo>
                      <a:pt x="0" y="122"/>
                    </a:moveTo>
                    <a:cubicBezTo>
                      <a:pt x="0" y="413"/>
                      <a:pt x="0" y="413"/>
                      <a:pt x="0" y="413"/>
                    </a:cubicBezTo>
                    <a:cubicBezTo>
                      <a:pt x="0" y="413"/>
                      <a:pt x="201" y="369"/>
                      <a:pt x="187" y="141"/>
                    </a:cubicBezTo>
                    <a:cubicBezTo>
                      <a:pt x="178" y="0"/>
                      <a:pt x="109" y="104"/>
                      <a:pt x="0" y="12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0" name="Freeform 3385">
                <a:extLst>
                  <a:ext uri="{FF2B5EF4-FFF2-40B4-BE49-F238E27FC236}">
                    <a16:creationId xmlns:a16="http://schemas.microsoft.com/office/drawing/2014/main" id="{0C2F1A98-9652-40E5-BFEB-27A53AE72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014"/>
                <a:ext cx="714" cy="434"/>
              </a:xfrm>
              <a:custGeom>
                <a:avLst/>
                <a:gdLst>
                  <a:gd name="T0" fmla="*/ 413 w 646"/>
                  <a:gd name="T1" fmla="*/ 92 h 368"/>
                  <a:gd name="T2" fmla="*/ 574 w 646"/>
                  <a:gd name="T3" fmla="*/ 67 h 368"/>
                  <a:gd name="T4" fmla="*/ 742 w 646"/>
                  <a:gd name="T5" fmla="*/ 425 h 368"/>
                  <a:gd name="T6" fmla="*/ 153 w 646"/>
                  <a:gd name="T7" fmla="*/ 459 h 368"/>
                  <a:gd name="T8" fmla="*/ 231 w 646"/>
                  <a:gd name="T9" fmla="*/ 241 h 368"/>
                  <a:gd name="T10" fmla="*/ 413 w 646"/>
                  <a:gd name="T11" fmla="*/ 92 h 3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68">
                    <a:moveTo>
                      <a:pt x="306" y="56"/>
                    </a:moveTo>
                    <a:cubicBezTo>
                      <a:pt x="306" y="56"/>
                      <a:pt x="367" y="0"/>
                      <a:pt x="425" y="41"/>
                    </a:cubicBezTo>
                    <a:cubicBezTo>
                      <a:pt x="483" y="81"/>
                      <a:pt x="646" y="150"/>
                      <a:pt x="549" y="259"/>
                    </a:cubicBezTo>
                    <a:cubicBezTo>
                      <a:pt x="453" y="368"/>
                      <a:pt x="191" y="236"/>
                      <a:pt x="113" y="280"/>
                    </a:cubicBezTo>
                    <a:cubicBezTo>
                      <a:pt x="34" y="323"/>
                      <a:pt x="0" y="179"/>
                      <a:pt x="171" y="147"/>
                    </a:cubicBezTo>
                    <a:cubicBezTo>
                      <a:pt x="227" y="137"/>
                      <a:pt x="306" y="56"/>
                      <a:pt x="306" y="56"/>
                    </a:cubicBezTo>
                    <a:close/>
                  </a:path>
                </a:pathLst>
              </a:custGeom>
              <a:solidFill>
                <a:srgbClr val="F9E9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1" name="Oval 3386">
                <a:extLst>
                  <a:ext uri="{FF2B5EF4-FFF2-40B4-BE49-F238E27FC236}">
                    <a16:creationId xmlns:a16="http://schemas.microsoft.com/office/drawing/2014/main" id="{DBE6ACD5-E4A7-43E0-90EA-50A1C0036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7" y="3204"/>
                <a:ext cx="166" cy="9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02" name="Rectangle 3387">
                <a:extLst>
                  <a:ext uri="{FF2B5EF4-FFF2-40B4-BE49-F238E27FC236}">
                    <a16:creationId xmlns:a16="http://schemas.microsoft.com/office/drawing/2014/main" id="{81AB575B-7EEF-4C56-823F-3A9393A2E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2642"/>
                <a:ext cx="775" cy="157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03" name="Freeform 3388">
                <a:extLst>
                  <a:ext uri="{FF2B5EF4-FFF2-40B4-BE49-F238E27FC236}">
                    <a16:creationId xmlns:a16="http://schemas.microsoft.com/office/drawing/2014/main" id="{FFC80982-AE4E-4949-B9C8-E1679C8EB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642"/>
                <a:ext cx="324" cy="937"/>
              </a:xfrm>
              <a:custGeom>
                <a:avLst/>
                <a:gdLst>
                  <a:gd name="T0" fmla="*/ 10 w 293"/>
                  <a:gd name="T1" fmla="*/ 0 h 794"/>
                  <a:gd name="T2" fmla="*/ 4 w 293"/>
                  <a:gd name="T3" fmla="*/ 0 h 794"/>
                  <a:gd name="T4" fmla="*/ 4 w 293"/>
                  <a:gd name="T5" fmla="*/ 0 h 794"/>
                  <a:gd name="T6" fmla="*/ 0 w 293"/>
                  <a:gd name="T7" fmla="*/ 0 h 794"/>
                  <a:gd name="T8" fmla="*/ 0 w 293"/>
                  <a:gd name="T9" fmla="*/ 217 h 794"/>
                  <a:gd name="T10" fmla="*/ 0 w 293"/>
                  <a:gd name="T11" fmla="*/ 217 h 794"/>
                  <a:gd name="T12" fmla="*/ 284 w 293"/>
                  <a:gd name="T13" fmla="*/ 650 h 794"/>
                  <a:gd name="T14" fmla="*/ 0 w 293"/>
                  <a:gd name="T15" fmla="*/ 1085 h 794"/>
                  <a:gd name="T16" fmla="*/ 0 w 293"/>
                  <a:gd name="T17" fmla="*/ 1085 h 794"/>
                  <a:gd name="T18" fmla="*/ 0 w 293"/>
                  <a:gd name="T19" fmla="*/ 1305 h 794"/>
                  <a:gd name="T20" fmla="*/ 2 w 293"/>
                  <a:gd name="T21" fmla="*/ 1305 h 794"/>
                  <a:gd name="T22" fmla="*/ 10 w 293"/>
                  <a:gd name="T23" fmla="*/ 1305 h 794"/>
                  <a:gd name="T24" fmla="*/ 396 w 293"/>
                  <a:gd name="T25" fmla="*/ 653 h 794"/>
                  <a:gd name="T26" fmla="*/ 10 w 293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3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16" y="132"/>
                      <a:pt x="210" y="250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3" y="794"/>
                      <a:pt x="5" y="794"/>
                      <a:pt x="7" y="794"/>
                    </a:cubicBezTo>
                    <a:cubicBezTo>
                      <a:pt x="165" y="794"/>
                      <a:pt x="293" y="616"/>
                      <a:pt x="293" y="397"/>
                    </a:cubicBezTo>
                    <a:cubicBezTo>
                      <a:pt x="293" y="178"/>
                      <a:pt x="165" y="0"/>
                      <a:pt x="7" y="0"/>
                    </a:cubicBezTo>
                    <a:close/>
                  </a:path>
                </a:pathLst>
              </a:custGeom>
              <a:solidFill>
                <a:srgbClr val="BC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4" name="Rectangle 3389">
                <a:extLst>
                  <a:ext uri="{FF2B5EF4-FFF2-40B4-BE49-F238E27FC236}">
                    <a16:creationId xmlns:a16="http://schemas.microsoft.com/office/drawing/2014/main" id="{1153FF54-7CA7-4913-A8E1-1A150BF1B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2713"/>
                <a:ext cx="775" cy="86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05" name="Rectangle 3390">
                <a:extLst>
                  <a:ext uri="{FF2B5EF4-FFF2-40B4-BE49-F238E27FC236}">
                    <a16:creationId xmlns:a16="http://schemas.microsoft.com/office/drawing/2014/main" id="{CB9C5483-B06A-4972-BC73-AB48242D9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3421"/>
                <a:ext cx="775" cy="159"/>
              </a:xfrm>
              <a:prstGeom prst="rect">
                <a:avLst/>
              </a:prstGeom>
              <a:solidFill>
                <a:srgbClr val="FCA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06" name="Rectangle 3391">
                <a:extLst>
                  <a:ext uri="{FF2B5EF4-FFF2-40B4-BE49-F238E27FC236}">
                    <a16:creationId xmlns:a16="http://schemas.microsoft.com/office/drawing/2014/main" id="{F4C08642-2783-42D2-BEE2-B9308C549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3421"/>
                <a:ext cx="775" cy="87"/>
              </a:xfrm>
              <a:prstGeom prst="rect">
                <a:avLst/>
              </a:prstGeom>
              <a:solidFill>
                <a:srgbClr val="F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07" name="Freeform 3392">
                <a:extLst>
                  <a:ext uri="{FF2B5EF4-FFF2-40B4-BE49-F238E27FC236}">
                    <a16:creationId xmlns:a16="http://schemas.microsoft.com/office/drawing/2014/main" id="{38730CF3-DEAA-4E49-9ACA-B60ED0E66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712"/>
                <a:ext cx="286" cy="796"/>
              </a:xfrm>
              <a:custGeom>
                <a:avLst/>
                <a:gdLst>
                  <a:gd name="T0" fmla="*/ 17 w 259"/>
                  <a:gd name="T1" fmla="*/ 0 h 675"/>
                  <a:gd name="T2" fmla="*/ 0 w 259"/>
                  <a:gd name="T3" fmla="*/ 1 h 675"/>
                  <a:gd name="T4" fmla="*/ 0 w 259"/>
                  <a:gd name="T5" fmla="*/ 119 h 675"/>
                  <a:gd name="T6" fmla="*/ 0 w 259"/>
                  <a:gd name="T7" fmla="*/ 119 h 675"/>
                  <a:gd name="T8" fmla="*/ 283 w 259"/>
                  <a:gd name="T9" fmla="*/ 552 h 675"/>
                  <a:gd name="T10" fmla="*/ 0 w 259"/>
                  <a:gd name="T11" fmla="*/ 986 h 675"/>
                  <a:gd name="T12" fmla="*/ 0 w 259"/>
                  <a:gd name="T13" fmla="*/ 986 h 675"/>
                  <a:gd name="T14" fmla="*/ 0 w 259"/>
                  <a:gd name="T15" fmla="*/ 1107 h 675"/>
                  <a:gd name="T16" fmla="*/ 17 w 259"/>
                  <a:gd name="T17" fmla="*/ 1107 h 675"/>
                  <a:gd name="T18" fmla="*/ 349 w 259"/>
                  <a:gd name="T19" fmla="*/ 557 h 675"/>
                  <a:gd name="T20" fmla="*/ 17 w 259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675">
                    <a:moveTo>
                      <a:pt x="13" y="0"/>
                    </a:moveTo>
                    <a:cubicBezTo>
                      <a:pt x="9" y="0"/>
                      <a:pt x="4" y="1"/>
                      <a:pt x="0" y="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2"/>
                      <a:pt x="210" y="337"/>
                    </a:cubicBezTo>
                    <a:cubicBezTo>
                      <a:pt x="210" y="483"/>
                      <a:pt x="116" y="601"/>
                      <a:pt x="0" y="601"/>
                    </a:cubicBezTo>
                    <a:cubicBezTo>
                      <a:pt x="0" y="601"/>
                      <a:pt x="0" y="601"/>
                      <a:pt x="0" y="601"/>
                    </a:cubicBezTo>
                    <a:cubicBezTo>
                      <a:pt x="0" y="675"/>
                      <a:pt x="0" y="675"/>
                      <a:pt x="0" y="675"/>
                    </a:cubicBezTo>
                    <a:cubicBezTo>
                      <a:pt x="4" y="675"/>
                      <a:pt x="9" y="675"/>
                      <a:pt x="13" y="675"/>
                    </a:cubicBezTo>
                    <a:cubicBezTo>
                      <a:pt x="142" y="675"/>
                      <a:pt x="259" y="525"/>
                      <a:pt x="259" y="339"/>
                    </a:cubicBezTo>
                    <a:cubicBezTo>
                      <a:pt x="259" y="152"/>
                      <a:pt x="142" y="0"/>
                      <a:pt x="13" y="0"/>
                    </a:cubicBezTo>
                    <a:close/>
                  </a:path>
                </a:pathLst>
              </a:custGeom>
              <a:solidFill>
                <a:srgbClr val="CC7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8" name="Rectangle 3393">
                <a:extLst>
                  <a:ext uri="{FF2B5EF4-FFF2-40B4-BE49-F238E27FC236}">
                    <a16:creationId xmlns:a16="http://schemas.microsoft.com/office/drawing/2014/main" id="{B54BEC52-B02C-4A57-83F6-800E516DA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3421"/>
                <a:ext cx="775" cy="87"/>
              </a:xfrm>
              <a:prstGeom prst="rect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09" name="Freeform 3394">
                <a:extLst>
                  <a:ext uri="{FF2B5EF4-FFF2-40B4-BE49-F238E27FC236}">
                    <a16:creationId xmlns:a16="http://schemas.microsoft.com/office/drawing/2014/main" id="{312E963B-FB8D-4083-B93D-891FDCE81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646"/>
                <a:ext cx="142" cy="39"/>
              </a:xfrm>
              <a:custGeom>
                <a:avLst/>
                <a:gdLst>
                  <a:gd name="T0" fmla="*/ 0 w 128"/>
                  <a:gd name="T1" fmla="*/ 26 h 33"/>
                  <a:gd name="T2" fmla="*/ 47 w 128"/>
                  <a:gd name="T3" fmla="*/ 2 h 33"/>
                  <a:gd name="T4" fmla="*/ 98 w 128"/>
                  <a:gd name="T5" fmla="*/ 1 h 33"/>
                  <a:gd name="T6" fmla="*/ 140 w 128"/>
                  <a:gd name="T7" fmla="*/ 18 h 33"/>
                  <a:gd name="T8" fmla="*/ 175 w 128"/>
                  <a:gd name="T9" fmla="*/ 25 h 33"/>
                  <a:gd name="T10" fmla="*/ 126 w 128"/>
                  <a:gd name="T11" fmla="*/ 45 h 33"/>
                  <a:gd name="T12" fmla="*/ 67 w 128"/>
                  <a:gd name="T13" fmla="*/ 53 h 33"/>
                  <a:gd name="T14" fmla="*/ 21 w 128"/>
                  <a:gd name="T15" fmla="*/ 38 h 33"/>
                  <a:gd name="T16" fmla="*/ 2 w 128"/>
                  <a:gd name="T17" fmla="*/ 30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8" h="33">
                    <a:moveTo>
                      <a:pt x="0" y="16"/>
                    </a:moveTo>
                    <a:cubicBezTo>
                      <a:pt x="12" y="12"/>
                      <a:pt x="20" y="4"/>
                      <a:pt x="34" y="2"/>
                    </a:cubicBezTo>
                    <a:cubicBezTo>
                      <a:pt x="46" y="0"/>
                      <a:pt x="59" y="0"/>
                      <a:pt x="71" y="1"/>
                    </a:cubicBezTo>
                    <a:cubicBezTo>
                      <a:pt x="83" y="3"/>
                      <a:pt x="92" y="9"/>
                      <a:pt x="103" y="11"/>
                    </a:cubicBezTo>
                    <a:cubicBezTo>
                      <a:pt x="112" y="13"/>
                      <a:pt x="121" y="14"/>
                      <a:pt x="128" y="15"/>
                    </a:cubicBezTo>
                    <a:cubicBezTo>
                      <a:pt x="116" y="16"/>
                      <a:pt x="104" y="23"/>
                      <a:pt x="93" y="27"/>
                    </a:cubicBezTo>
                    <a:cubicBezTo>
                      <a:pt x="79" y="32"/>
                      <a:pt x="64" y="33"/>
                      <a:pt x="49" y="32"/>
                    </a:cubicBezTo>
                    <a:cubicBezTo>
                      <a:pt x="37" y="31"/>
                      <a:pt x="27" y="26"/>
                      <a:pt x="15" y="23"/>
                    </a:cubicBezTo>
                    <a:cubicBezTo>
                      <a:pt x="10" y="21"/>
                      <a:pt x="5" y="21"/>
                      <a:pt x="2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0" name="Freeform 3395">
                <a:extLst>
                  <a:ext uri="{FF2B5EF4-FFF2-40B4-BE49-F238E27FC236}">
                    <a16:creationId xmlns:a16="http://schemas.microsoft.com/office/drawing/2014/main" id="{0F14638B-5E0D-4403-A48A-67A9F3A27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2648"/>
                <a:ext cx="123" cy="33"/>
              </a:xfrm>
              <a:custGeom>
                <a:avLst/>
                <a:gdLst>
                  <a:gd name="T0" fmla="*/ 0 w 111"/>
                  <a:gd name="T1" fmla="*/ 20 h 28"/>
                  <a:gd name="T2" fmla="*/ 34 w 111"/>
                  <a:gd name="T3" fmla="*/ 7 h 28"/>
                  <a:gd name="T4" fmla="*/ 80 w 111"/>
                  <a:gd name="T5" fmla="*/ 0 h 28"/>
                  <a:gd name="T6" fmla="*/ 151 w 111"/>
                  <a:gd name="T7" fmla="*/ 15 h 28"/>
                  <a:gd name="T8" fmla="*/ 53 w 111"/>
                  <a:gd name="T9" fmla="*/ 37 h 28"/>
                  <a:gd name="T10" fmla="*/ 0 w 111"/>
                  <a:gd name="T11" fmla="*/ 24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28">
                    <a:moveTo>
                      <a:pt x="0" y="12"/>
                    </a:moveTo>
                    <a:cubicBezTo>
                      <a:pt x="7" y="15"/>
                      <a:pt x="18" y="6"/>
                      <a:pt x="25" y="4"/>
                    </a:cubicBezTo>
                    <a:cubicBezTo>
                      <a:pt x="36" y="0"/>
                      <a:pt x="47" y="0"/>
                      <a:pt x="59" y="0"/>
                    </a:cubicBezTo>
                    <a:cubicBezTo>
                      <a:pt x="78" y="0"/>
                      <a:pt x="94" y="0"/>
                      <a:pt x="111" y="9"/>
                    </a:cubicBezTo>
                    <a:cubicBezTo>
                      <a:pt x="89" y="21"/>
                      <a:pt x="63" y="28"/>
                      <a:pt x="39" y="22"/>
                    </a:cubicBezTo>
                    <a:cubicBezTo>
                      <a:pt x="26" y="18"/>
                      <a:pt x="14" y="14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1" name="Freeform 3396">
                <a:extLst>
                  <a:ext uri="{FF2B5EF4-FFF2-40B4-BE49-F238E27FC236}">
                    <a16:creationId xmlns:a16="http://schemas.microsoft.com/office/drawing/2014/main" id="{25A462B1-FE16-440C-BB75-C4D27956E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678"/>
                <a:ext cx="152" cy="30"/>
              </a:xfrm>
              <a:custGeom>
                <a:avLst/>
                <a:gdLst>
                  <a:gd name="T0" fmla="*/ 37 w 138"/>
                  <a:gd name="T1" fmla="*/ 9 h 26"/>
                  <a:gd name="T2" fmla="*/ 19 w 138"/>
                  <a:gd name="T3" fmla="*/ 18 h 26"/>
                  <a:gd name="T4" fmla="*/ 0 w 138"/>
                  <a:gd name="T5" fmla="*/ 27 h 26"/>
                  <a:gd name="T6" fmla="*/ 72 w 138"/>
                  <a:gd name="T7" fmla="*/ 33 h 26"/>
                  <a:gd name="T8" fmla="*/ 119 w 138"/>
                  <a:gd name="T9" fmla="*/ 38 h 26"/>
                  <a:gd name="T10" fmla="*/ 184 w 13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26">
                    <a:moveTo>
                      <a:pt x="28" y="6"/>
                    </a:moveTo>
                    <a:cubicBezTo>
                      <a:pt x="21" y="3"/>
                      <a:pt x="19" y="10"/>
                      <a:pt x="14" y="12"/>
                    </a:cubicBezTo>
                    <a:cubicBezTo>
                      <a:pt x="10" y="15"/>
                      <a:pt x="4" y="14"/>
                      <a:pt x="0" y="17"/>
                    </a:cubicBezTo>
                    <a:cubicBezTo>
                      <a:pt x="14" y="24"/>
                      <a:pt x="38" y="20"/>
                      <a:pt x="54" y="22"/>
                    </a:cubicBezTo>
                    <a:cubicBezTo>
                      <a:pt x="66" y="24"/>
                      <a:pt x="76" y="26"/>
                      <a:pt x="89" y="25"/>
                    </a:cubicBezTo>
                    <a:cubicBezTo>
                      <a:pt x="109" y="24"/>
                      <a:pt x="124" y="12"/>
                      <a:pt x="138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2" name="Freeform 3397">
                <a:extLst>
                  <a:ext uri="{FF2B5EF4-FFF2-40B4-BE49-F238E27FC236}">
                    <a16:creationId xmlns:a16="http://schemas.microsoft.com/office/drawing/2014/main" id="{F47997B4-5135-4697-A3F0-B4C82E667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697"/>
                <a:ext cx="49" cy="14"/>
              </a:xfrm>
              <a:custGeom>
                <a:avLst/>
                <a:gdLst>
                  <a:gd name="T0" fmla="*/ 61 w 44"/>
                  <a:gd name="T1" fmla="*/ 1 h 12"/>
                  <a:gd name="T2" fmla="*/ 0 w 44"/>
                  <a:gd name="T3" fmla="*/ 1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">
                    <a:moveTo>
                      <a:pt x="44" y="1"/>
                    </a:moveTo>
                    <a:cubicBezTo>
                      <a:pt x="28" y="0"/>
                      <a:pt x="13" y="5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3" name="Freeform 3398">
                <a:extLst>
                  <a:ext uri="{FF2B5EF4-FFF2-40B4-BE49-F238E27FC236}">
                    <a16:creationId xmlns:a16="http://schemas.microsoft.com/office/drawing/2014/main" id="{DE22F9CD-C14B-48B2-A564-8F60E15EF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645"/>
                <a:ext cx="129" cy="42"/>
              </a:xfrm>
              <a:custGeom>
                <a:avLst/>
                <a:gdLst>
                  <a:gd name="T0" fmla="*/ 0 w 117"/>
                  <a:gd name="T1" fmla="*/ 18 h 36"/>
                  <a:gd name="T2" fmla="*/ 60 w 117"/>
                  <a:gd name="T3" fmla="*/ 1 h 36"/>
                  <a:gd name="T4" fmla="*/ 103 w 117"/>
                  <a:gd name="T5" fmla="*/ 11 h 36"/>
                  <a:gd name="T6" fmla="*/ 157 w 117"/>
                  <a:gd name="T7" fmla="*/ 19 h 36"/>
                  <a:gd name="T8" fmla="*/ 63 w 117"/>
                  <a:gd name="T9" fmla="*/ 54 h 36"/>
                  <a:gd name="T10" fmla="*/ 0 w 117"/>
                  <a:gd name="T11" fmla="*/ 2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6">
                    <a:moveTo>
                      <a:pt x="0" y="11"/>
                    </a:moveTo>
                    <a:cubicBezTo>
                      <a:pt x="14" y="4"/>
                      <a:pt x="28" y="0"/>
                      <a:pt x="44" y="1"/>
                    </a:cubicBezTo>
                    <a:cubicBezTo>
                      <a:pt x="55" y="1"/>
                      <a:pt x="65" y="5"/>
                      <a:pt x="76" y="7"/>
                    </a:cubicBezTo>
                    <a:cubicBezTo>
                      <a:pt x="89" y="11"/>
                      <a:pt x="105" y="8"/>
                      <a:pt x="117" y="12"/>
                    </a:cubicBezTo>
                    <a:cubicBezTo>
                      <a:pt x="97" y="24"/>
                      <a:pt x="71" y="36"/>
                      <a:pt x="47" y="33"/>
                    </a:cubicBezTo>
                    <a:cubicBezTo>
                      <a:pt x="33" y="31"/>
                      <a:pt x="11" y="24"/>
                      <a:pt x="0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4" name="Freeform 3399">
                <a:extLst>
                  <a:ext uri="{FF2B5EF4-FFF2-40B4-BE49-F238E27FC236}">
                    <a16:creationId xmlns:a16="http://schemas.microsoft.com/office/drawing/2014/main" id="{35A37308-25DF-47F2-AC45-C68C83D28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682"/>
                <a:ext cx="134" cy="28"/>
              </a:xfrm>
              <a:custGeom>
                <a:avLst/>
                <a:gdLst>
                  <a:gd name="T0" fmla="*/ 0 w 121"/>
                  <a:gd name="T1" fmla="*/ 27 h 23"/>
                  <a:gd name="T2" fmla="*/ 31 w 121"/>
                  <a:gd name="T3" fmla="*/ 28 h 23"/>
                  <a:gd name="T4" fmla="*/ 55 w 121"/>
                  <a:gd name="T5" fmla="*/ 33 h 23"/>
                  <a:gd name="T6" fmla="*/ 95 w 121"/>
                  <a:gd name="T7" fmla="*/ 41 h 23"/>
                  <a:gd name="T8" fmla="*/ 164 w 12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23">
                    <a:moveTo>
                      <a:pt x="0" y="15"/>
                    </a:moveTo>
                    <a:cubicBezTo>
                      <a:pt x="7" y="17"/>
                      <a:pt x="16" y="15"/>
                      <a:pt x="23" y="16"/>
                    </a:cubicBezTo>
                    <a:cubicBezTo>
                      <a:pt x="29" y="17"/>
                      <a:pt x="35" y="18"/>
                      <a:pt x="41" y="18"/>
                    </a:cubicBezTo>
                    <a:cubicBezTo>
                      <a:pt x="51" y="18"/>
                      <a:pt x="60" y="22"/>
                      <a:pt x="70" y="23"/>
                    </a:cubicBezTo>
                    <a:cubicBezTo>
                      <a:pt x="88" y="23"/>
                      <a:pt x="106" y="9"/>
                      <a:pt x="12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5" name="Freeform 3400">
                <a:extLst>
                  <a:ext uri="{FF2B5EF4-FFF2-40B4-BE49-F238E27FC236}">
                    <a16:creationId xmlns:a16="http://schemas.microsoft.com/office/drawing/2014/main" id="{51EB49A8-55A0-49E8-927A-F4CF0356D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653"/>
                <a:ext cx="149" cy="58"/>
              </a:xfrm>
              <a:custGeom>
                <a:avLst/>
                <a:gdLst>
                  <a:gd name="T0" fmla="*/ 0 w 135"/>
                  <a:gd name="T1" fmla="*/ 44 h 49"/>
                  <a:gd name="T2" fmla="*/ 51 w 135"/>
                  <a:gd name="T3" fmla="*/ 69 h 49"/>
                  <a:gd name="T4" fmla="*/ 85 w 135"/>
                  <a:gd name="T5" fmla="*/ 82 h 49"/>
                  <a:gd name="T6" fmla="*/ 134 w 135"/>
                  <a:gd name="T7" fmla="*/ 63 h 49"/>
                  <a:gd name="T8" fmla="*/ 181 w 135"/>
                  <a:gd name="T9" fmla="*/ 25 h 49"/>
                  <a:gd name="T10" fmla="*/ 138 w 135"/>
                  <a:gd name="T11" fmla="*/ 21 h 49"/>
                  <a:gd name="T12" fmla="*/ 98 w 135"/>
                  <a:gd name="T13" fmla="*/ 13 h 49"/>
                  <a:gd name="T14" fmla="*/ 61 w 135"/>
                  <a:gd name="T15" fmla="*/ 1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49">
                    <a:moveTo>
                      <a:pt x="0" y="26"/>
                    </a:moveTo>
                    <a:cubicBezTo>
                      <a:pt x="13" y="30"/>
                      <a:pt x="26" y="35"/>
                      <a:pt x="38" y="41"/>
                    </a:cubicBezTo>
                    <a:cubicBezTo>
                      <a:pt x="47" y="44"/>
                      <a:pt x="54" y="48"/>
                      <a:pt x="63" y="49"/>
                    </a:cubicBezTo>
                    <a:cubicBezTo>
                      <a:pt x="75" y="49"/>
                      <a:pt x="89" y="44"/>
                      <a:pt x="100" y="38"/>
                    </a:cubicBezTo>
                    <a:cubicBezTo>
                      <a:pt x="110" y="33"/>
                      <a:pt x="129" y="25"/>
                      <a:pt x="135" y="15"/>
                    </a:cubicBezTo>
                    <a:cubicBezTo>
                      <a:pt x="124" y="11"/>
                      <a:pt x="113" y="14"/>
                      <a:pt x="102" y="13"/>
                    </a:cubicBezTo>
                    <a:cubicBezTo>
                      <a:pt x="92" y="12"/>
                      <a:pt x="82" y="11"/>
                      <a:pt x="73" y="8"/>
                    </a:cubicBezTo>
                    <a:cubicBezTo>
                      <a:pt x="65" y="6"/>
                      <a:pt x="53" y="0"/>
                      <a:pt x="45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6" name="Freeform 3401">
                <a:extLst>
                  <a:ext uri="{FF2B5EF4-FFF2-40B4-BE49-F238E27FC236}">
                    <a16:creationId xmlns:a16="http://schemas.microsoft.com/office/drawing/2014/main" id="{CF773408-B7C3-4C22-A263-5D6548FBF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644"/>
                <a:ext cx="84" cy="20"/>
              </a:xfrm>
              <a:custGeom>
                <a:avLst/>
                <a:gdLst>
                  <a:gd name="T0" fmla="*/ 0 w 76"/>
                  <a:gd name="T1" fmla="*/ 28 h 17"/>
                  <a:gd name="T2" fmla="*/ 63 w 76"/>
                  <a:gd name="T3" fmla="*/ 11 h 17"/>
                  <a:gd name="T4" fmla="*/ 103 w 7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17">
                    <a:moveTo>
                      <a:pt x="0" y="17"/>
                    </a:moveTo>
                    <a:cubicBezTo>
                      <a:pt x="18" y="17"/>
                      <a:pt x="31" y="12"/>
                      <a:pt x="47" y="7"/>
                    </a:cubicBezTo>
                    <a:cubicBezTo>
                      <a:pt x="56" y="5"/>
                      <a:pt x="68" y="4"/>
                      <a:pt x="7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7" name="Freeform 3402">
                <a:extLst>
                  <a:ext uri="{FF2B5EF4-FFF2-40B4-BE49-F238E27FC236}">
                    <a16:creationId xmlns:a16="http://schemas.microsoft.com/office/drawing/2014/main" id="{5BF2B7AB-EFB5-4616-B0AE-E8B5038EA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662"/>
                <a:ext cx="131" cy="30"/>
              </a:xfrm>
              <a:custGeom>
                <a:avLst/>
                <a:gdLst>
                  <a:gd name="T0" fmla="*/ 0 w 118"/>
                  <a:gd name="T1" fmla="*/ 43 h 25"/>
                  <a:gd name="T2" fmla="*/ 81 w 118"/>
                  <a:gd name="T3" fmla="*/ 7 h 25"/>
                  <a:gd name="T4" fmla="*/ 130 w 118"/>
                  <a:gd name="T5" fmla="*/ 16 h 25"/>
                  <a:gd name="T6" fmla="*/ 161 w 118"/>
                  <a:gd name="T7" fmla="*/ 2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25">
                    <a:moveTo>
                      <a:pt x="0" y="25"/>
                    </a:moveTo>
                    <a:cubicBezTo>
                      <a:pt x="21" y="16"/>
                      <a:pt x="34" y="0"/>
                      <a:pt x="59" y="4"/>
                    </a:cubicBezTo>
                    <a:cubicBezTo>
                      <a:pt x="71" y="7"/>
                      <a:pt x="83" y="7"/>
                      <a:pt x="95" y="9"/>
                    </a:cubicBezTo>
                    <a:cubicBezTo>
                      <a:pt x="103" y="11"/>
                      <a:pt x="110" y="14"/>
                      <a:pt x="118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8" name="Freeform 3403">
                <a:extLst>
                  <a:ext uri="{FF2B5EF4-FFF2-40B4-BE49-F238E27FC236}">
                    <a16:creationId xmlns:a16="http://schemas.microsoft.com/office/drawing/2014/main" id="{FC995978-7ACA-4181-81EC-3895CCDAA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2682"/>
                <a:ext cx="135" cy="28"/>
              </a:xfrm>
              <a:custGeom>
                <a:avLst/>
                <a:gdLst>
                  <a:gd name="T0" fmla="*/ 165 w 122"/>
                  <a:gd name="T1" fmla="*/ 0 h 23"/>
                  <a:gd name="T2" fmla="*/ 98 w 122"/>
                  <a:gd name="T3" fmla="*/ 40 h 23"/>
                  <a:gd name="T4" fmla="*/ 66 w 122"/>
                  <a:gd name="T5" fmla="*/ 40 h 23"/>
                  <a:gd name="T6" fmla="*/ 30 w 122"/>
                  <a:gd name="T7" fmla="*/ 28 h 23"/>
                  <a:gd name="T8" fmla="*/ 0 w 122"/>
                  <a:gd name="T9" fmla="*/ 2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23">
                    <a:moveTo>
                      <a:pt x="122" y="0"/>
                    </a:moveTo>
                    <a:cubicBezTo>
                      <a:pt x="106" y="7"/>
                      <a:pt x="90" y="20"/>
                      <a:pt x="72" y="22"/>
                    </a:cubicBezTo>
                    <a:cubicBezTo>
                      <a:pt x="65" y="23"/>
                      <a:pt x="56" y="23"/>
                      <a:pt x="49" y="22"/>
                    </a:cubicBezTo>
                    <a:cubicBezTo>
                      <a:pt x="40" y="21"/>
                      <a:pt x="31" y="18"/>
                      <a:pt x="22" y="16"/>
                    </a:cubicBezTo>
                    <a:cubicBezTo>
                      <a:pt x="15" y="15"/>
                      <a:pt x="7" y="11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9" name="Freeform 3404">
                <a:extLst>
                  <a:ext uri="{FF2B5EF4-FFF2-40B4-BE49-F238E27FC236}">
                    <a16:creationId xmlns:a16="http://schemas.microsoft.com/office/drawing/2014/main" id="{55044B5A-D0F1-4026-9B76-2B0E4C0F1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2645"/>
                <a:ext cx="59" cy="26"/>
              </a:xfrm>
              <a:custGeom>
                <a:avLst/>
                <a:gdLst>
                  <a:gd name="T0" fmla="*/ 0 w 53"/>
                  <a:gd name="T1" fmla="*/ 37 h 22"/>
                  <a:gd name="T2" fmla="*/ 51 w 53"/>
                  <a:gd name="T3" fmla="*/ 11 h 22"/>
                  <a:gd name="T4" fmla="*/ 73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0" y="22"/>
                    </a:moveTo>
                    <a:cubicBezTo>
                      <a:pt x="15" y="20"/>
                      <a:pt x="25" y="15"/>
                      <a:pt x="37" y="7"/>
                    </a:cubicBezTo>
                    <a:cubicBezTo>
                      <a:pt x="42" y="3"/>
                      <a:pt x="47" y="0"/>
                      <a:pt x="5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0" name="Freeform 3405">
                <a:extLst>
                  <a:ext uri="{FF2B5EF4-FFF2-40B4-BE49-F238E27FC236}">
                    <a16:creationId xmlns:a16="http://schemas.microsoft.com/office/drawing/2014/main" id="{93A430BF-B6D0-48AC-B4E1-F903BE42B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645"/>
                <a:ext cx="116" cy="19"/>
              </a:xfrm>
              <a:custGeom>
                <a:avLst/>
                <a:gdLst>
                  <a:gd name="T0" fmla="*/ 0 w 105"/>
                  <a:gd name="T1" fmla="*/ 12 h 16"/>
                  <a:gd name="T2" fmla="*/ 75 w 105"/>
                  <a:gd name="T3" fmla="*/ 7 h 16"/>
                  <a:gd name="T4" fmla="*/ 141 w 105"/>
                  <a:gd name="T5" fmla="*/ 2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16">
                    <a:moveTo>
                      <a:pt x="0" y="7"/>
                    </a:moveTo>
                    <a:cubicBezTo>
                      <a:pt x="20" y="1"/>
                      <a:pt x="36" y="0"/>
                      <a:pt x="56" y="4"/>
                    </a:cubicBezTo>
                    <a:cubicBezTo>
                      <a:pt x="72" y="8"/>
                      <a:pt x="89" y="16"/>
                      <a:pt x="105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1" name="Freeform 3406">
                <a:extLst>
                  <a:ext uri="{FF2B5EF4-FFF2-40B4-BE49-F238E27FC236}">
                    <a16:creationId xmlns:a16="http://schemas.microsoft.com/office/drawing/2014/main" id="{1B0176E2-AFF8-47D8-BCC9-C6EAE5924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664"/>
                <a:ext cx="99" cy="18"/>
              </a:xfrm>
              <a:custGeom>
                <a:avLst/>
                <a:gdLst>
                  <a:gd name="T0" fmla="*/ 120 w 90"/>
                  <a:gd name="T1" fmla="*/ 0 h 16"/>
                  <a:gd name="T2" fmla="*/ 80 w 90"/>
                  <a:gd name="T3" fmla="*/ 12 h 16"/>
                  <a:gd name="T4" fmla="*/ 37 w 90"/>
                  <a:gd name="T5" fmla="*/ 21 h 16"/>
                  <a:gd name="T6" fmla="*/ 0 w 90"/>
                  <a:gd name="T7" fmla="*/ 2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6">
                    <a:moveTo>
                      <a:pt x="90" y="0"/>
                    </a:moveTo>
                    <a:cubicBezTo>
                      <a:pt x="81" y="0"/>
                      <a:pt x="69" y="6"/>
                      <a:pt x="60" y="9"/>
                    </a:cubicBezTo>
                    <a:cubicBezTo>
                      <a:pt x="49" y="13"/>
                      <a:pt x="40" y="13"/>
                      <a:pt x="28" y="15"/>
                    </a:cubicBezTo>
                    <a:cubicBezTo>
                      <a:pt x="19" y="15"/>
                      <a:pt x="10" y="16"/>
                      <a:pt x="0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2" name="Freeform 3407">
                <a:extLst>
                  <a:ext uri="{FF2B5EF4-FFF2-40B4-BE49-F238E27FC236}">
                    <a16:creationId xmlns:a16="http://schemas.microsoft.com/office/drawing/2014/main" id="{D84AA6AB-BA19-4CCD-BF5C-81C531ECF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677"/>
                <a:ext cx="103" cy="33"/>
              </a:xfrm>
              <a:custGeom>
                <a:avLst/>
                <a:gdLst>
                  <a:gd name="T0" fmla="*/ 0 w 93"/>
                  <a:gd name="T1" fmla="*/ 0 h 28"/>
                  <a:gd name="T2" fmla="*/ 39 w 93"/>
                  <a:gd name="T3" fmla="*/ 9 h 28"/>
                  <a:gd name="T4" fmla="*/ 81 w 93"/>
                  <a:gd name="T5" fmla="*/ 29 h 28"/>
                  <a:gd name="T6" fmla="*/ 126 w 93"/>
                  <a:gd name="T7" fmla="*/ 4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28">
                    <a:moveTo>
                      <a:pt x="0" y="0"/>
                    </a:moveTo>
                    <a:cubicBezTo>
                      <a:pt x="4" y="5"/>
                      <a:pt x="23" y="3"/>
                      <a:pt x="29" y="6"/>
                    </a:cubicBezTo>
                    <a:cubicBezTo>
                      <a:pt x="40" y="9"/>
                      <a:pt x="50" y="14"/>
                      <a:pt x="60" y="18"/>
                    </a:cubicBezTo>
                    <a:cubicBezTo>
                      <a:pt x="69" y="21"/>
                      <a:pt x="83" y="28"/>
                      <a:pt x="93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3" name="Freeform 3408">
                <a:extLst>
                  <a:ext uri="{FF2B5EF4-FFF2-40B4-BE49-F238E27FC236}">
                    <a16:creationId xmlns:a16="http://schemas.microsoft.com/office/drawing/2014/main" id="{3FC1EB0A-F8BB-47D7-8F36-F51F226A7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2645"/>
                <a:ext cx="73" cy="19"/>
              </a:xfrm>
              <a:custGeom>
                <a:avLst/>
                <a:gdLst>
                  <a:gd name="T0" fmla="*/ 0 w 66"/>
                  <a:gd name="T1" fmla="*/ 27 h 16"/>
                  <a:gd name="T2" fmla="*/ 90 w 6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6">
                    <a:moveTo>
                      <a:pt x="0" y="16"/>
                    </a:moveTo>
                    <a:cubicBezTo>
                      <a:pt x="23" y="12"/>
                      <a:pt x="43" y="0"/>
                      <a:pt x="6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4" name="Freeform 3409">
                <a:extLst>
                  <a:ext uri="{FF2B5EF4-FFF2-40B4-BE49-F238E27FC236}">
                    <a16:creationId xmlns:a16="http://schemas.microsoft.com/office/drawing/2014/main" id="{B9112F20-B5EA-4BA5-AC21-235CCF5C4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660"/>
                <a:ext cx="91" cy="26"/>
              </a:xfrm>
              <a:custGeom>
                <a:avLst/>
                <a:gdLst>
                  <a:gd name="T0" fmla="*/ 0 w 82"/>
                  <a:gd name="T1" fmla="*/ 1 h 22"/>
                  <a:gd name="T2" fmla="*/ 90 w 82"/>
                  <a:gd name="T3" fmla="*/ 31 h 22"/>
                  <a:gd name="T4" fmla="*/ 111 w 82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2">
                    <a:moveTo>
                      <a:pt x="0" y="1"/>
                    </a:moveTo>
                    <a:cubicBezTo>
                      <a:pt x="24" y="0"/>
                      <a:pt x="44" y="12"/>
                      <a:pt x="66" y="19"/>
                    </a:cubicBezTo>
                    <a:cubicBezTo>
                      <a:pt x="77" y="22"/>
                      <a:pt x="82" y="11"/>
                      <a:pt x="81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5" name="Freeform 3410">
                <a:extLst>
                  <a:ext uri="{FF2B5EF4-FFF2-40B4-BE49-F238E27FC236}">
                    <a16:creationId xmlns:a16="http://schemas.microsoft.com/office/drawing/2014/main" id="{A717A37C-2E93-46CA-8953-60EFD940E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682"/>
                <a:ext cx="80" cy="23"/>
              </a:xfrm>
              <a:custGeom>
                <a:avLst/>
                <a:gdLst>
                  <a:gd name="T0" fmla="*/ 99 w 72"/>
                  <a:gd name="T1" fmla="*/ 0 h 19"/>
                  <a:gd name="T2" fmla="*/ 99 w 72"/>
                  <a:gd name="T3" fmla="*/ 23 h 19"/>
                  <a:gd name="T4" fmla="*/ 41 w 72"/>
                  <a:gd name="T5" fmla="*/ 18 h 19"/>
                  <a:gd name="T6" fmla="*/ 0 w 72"/>
                  <a:gd name="T7" fmla="*/ 1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9">
                    <a:moveTo>
                      <a:pt x="72" y="0"/>
                    </a:moveTo>
                    <a:cubicBezTo>
                      <a:pt x="70" y="4"/>
                      <a:pt x="71" y="9"/>
                      <a:pt x="72" y="13"/>
                    </a:cubicBezTo>
                    <a:cubicBezTo>
                      <a:pt x="63" y="19"/>
                      <a:pt x="40" y="12"/>
                      <a:pt x="30" y="10"/>
                    </a:cubicBezTo>
                    <a:cubicBezTo>
                      <a:pt x="21" y="8"/>
                      <a:pt x="8" y="3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6" name="Freeform 3411">
                <a:extLst>
                  <a:ext uri="{FF2B5EF4-FFF2-40B4-BE49-F238E27FC236}">
                    <a16:creationId xmlns:a16="http://schemas.microsoft.com/office/drawing/2014/main" id="{3E408CFA-26CA-4331-BB87-2D16A4894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2700"/>
                <a:ext cx="9" cy="21"/>
              </a:xfrm>
              <a:custGeom>
                <a:avLst/>
                <a:gdLst>
                  <a:gd name="T0" fmla="*/ 0 w 8"/>
                  <a:gd name="T1" fmla="*/ 0 h 18"/>
                  <a:gd name="T2" fmla="*/ 1 w 8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7" y="5"/>
                      <a:pt x="8" y="14"/>
                      <a:pt x="1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7" name="Freeform 3412">
                <a:extLst>
                  <a:ext uri="{FF2B5EF4-FFF2-40B4-BE49-F238E27FC236}">
                    <a16:creationId xmlns:a16="http://schemas.microsoft.com/office/drawing/2014/main" id="{9ADF1E89-569F-41BF-8870-C3B360409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2673"/>
                <a:ext cx="59" cy="60"/>
              </a:xfrm>
              <a:custGeom>
                <a:avLst/>
                <a:gdLst>
                  <a:gd name="T0" fmla="*/ 15 w 54"/>
                  <a:gd name="T1" fmla="*/ 0 h 51"/>
                  <a:gd name="T2" fmla="*/ 51 w 54"/>
                  <a:gd name="T3" fmla="*/ 33 h 51"/>
                  <a:gd name="T4" fmla="*/ 66 w 54"/>
                  <a:gd name="T5" fmla="*/ 46 h 51"/>
                  <a:gd name="T6" fmla="*/ 54 w 54"/>
                  <a:gd name="T7" fmla="*/ 76 h 51"/>
                  <a:gd name="T8" fmla="*/ 15 w 54"/>
                  <a:gd name="T9" fmla="*/ 68 h 51"/>
                  <a:gd name="T10" fmla="*/ 0 w 54"/>
                  <a:gd name="T11" fmla="*/ 61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51">
                    <a:moveTo>
                      <a:pt x="12" y="0"/>
                    </a:moveTo>
                    <a:cubicBezTo>
                      <a:pt x="20" y="8"/>
                      <a:pt x="29" y="14"/>
                      <a:pt x="39" y="20"/>
                    </a:cubicBezTo>
                    <a:cubicBezTo>
                      <a:pt x="42" y="23"/>
                      <a:pt x="47" y="24"/>
                      <a:pt x="50" y="28"/>
                    </a:cubicBezTo>
                    <a:cubicBezTo>
                      <a:pt x="54" y="36"/>
                      <a:pt x="48" y="44"/>
                      <a:pt x="41" y="47"/>
                    </a:cubicBezTo>
                    <a:cubicBezTo>
                      <a:pt x="34" y="51"/>
                      <a:pt x="20" y="44"/>
                      <a:pt x="12" y="42"/>
                    </a:cubicBezTo>
                    <a:cubicBezTo>
                      <a:pt x="7" y="41"/>
                      <a:pt x="3" y="40"/>
                      <a:pt x="0" y="3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8" name="Freeform 3413">
                <a:extLst>
                  <a:ext uri="{FF2B5EF4-FFF2-40B4-BE49-F238E27FC236}">
                    <a16:creationId xmlns:a16="http://schemas.microsoft.com/office/drawing/2014/main" id="{A6991DA7-145D-4F5E-98D9-409B60AA5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5" y="2717"/>
                <a:ext cx="47" cy="24"/>
              </a:xfrm>
              <a:custGeom>
                <a:avLst/>
                <a:gdLst>
                  <a:gd name="T0" fmla="*/ 0 w 42"/>
                  <a:gd name="T1" fmla="*/ 0 h 21"/>
                  <a:gd name="T2" fmla="*/ 24 w 42"/>
                  <a:gd name="T3" fmla="*/ 19 h 21"/>
                  <a:gd name="T4" fmla="*/ 45 w 42"/>
                  <a:gd name="T5" fmla="*/ 30 h 21"/>
                  <a:gd name="T6" fmla="*/ 59 w 42"/>
                  <a:gd name="T7" fmla="*/ 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1">
                    <a:moveTo>
                      <a:pt x="0" y="0"/>
                    </a:moveTo>
                    <a:cubicBezTo>
                      <a:pt x="0" y="7"/>
                      <a:pt x="13" y="10"/>
                      <a:pt x="17" y="13"/>
                    </a:cubicBezTo>
                    <a:cubicBezTo>
                      <a:pt x="22" y="17"/>
                      <a:pt x="25" y="21"/>
                      <a:pt x="32" y="20"/>
                    </a:cubicBezTo>
                    <a:cubicBezTo>
                      <a:pt x="41" y="19"/>
                      <a:pt x="41" y="13"/>
                      <a:pt x="42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9" name="Freeform 3414">
                <a:extLst>
                  <a:ext uri="{FF2B5EF4-FFF2-40B4-BE49-F238E27FC236}">
                    <a16:creationId xmlns:a16="http://schemas.microsoft.com/office/drawing/2014/main" id="{F7DEBBCB-4B82-4229-9370-186E46FFA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2731"/>
                <a:ext cx="15" cy="38"/>
              </a:xfrm>
              <a:custGeom>
                <a:avLst/>
                <a:gdLst>
                  <a:gd name="T0" fmla="*/ 3 w 13"/>
                  <a:gd name="T1" fmla="*/ 0 h 32"/>
                  <a:gd name="T2" fmla="*/ 0 w 13"/>
                  <a:gd name="T3" fmla="*/ 5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3" y="0"/>
                    </a:moveTo>
                    <a:cubicBezTo>
                      <a:pt x="10" y="9"/>
                      <a:pt x="13" y="26"/>
                      <a:pt x="0" y="3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0" name="Freeform 3415">
                <a:extLst>
                  <a:ext uri="{FF2B5EF4-FFF2-40B4-BE49-F238E27FC236}">
                    <a16:creationId xmlns:a16="http://schemas.microsoft.com/office/drawing/2014/main" id="{90E4A78A-78A9-4584-961A-4C37E28CB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2737"/>
                <a:ext cx="72" cy="65"/>
              </a:xfrm>
              <a:custGeom>
                <a:avLst/>
                <a:gdLst>
                  <a:gd name="T0" fmla="*/ 12 w 65"/>
                  <a:gd name="T1" fmla="*/ 31 h 55"/>
                  <a:gd name="T2" fmla="*/ 31 w 65"/>
                  <a:gd name="T3" fmla="*/ 67 h 55"/>
                  <a:gd name="T4" fmla="*/ 69 w 65"/>
                  <a:gd name="T5" fmla="*/ 72 h 55"/>
                  <a:gd name="T6" fmla="*/ 39 w 6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5">
                    <a:moveTo>
                      <a:pt x="9" y="19"/>
                    </a:moveTo>
                    <a:cubicBezTo>
                      <a:pt x="0" y="24"/>
                      <a:pt x="20" y="39"/>
                      <a:pt x="23" y="41"/>
                    </a:cubicBezTo>
                    <a:cubicBezTo>
                      <a:pt x="33" y="50"/>
                      <a:pt x="39" y="55"/>
                      <a:pt x="51" y="44"/>
                    </a:cubicBezTo>
                    <a:cubicBezTo>
                      <a:pt x="65" y="31"/>
                      <a:pt x="41" y="8"/>
                      <a:pt x="2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1" name="Freeform 3416">
                <a:extLst>
                  <a:ext uri="{FF2B5EF4-FFF2-40B4-BE49-F238E27FC236}">
                    <a16:creationId xmlns:a16="http://schemas.microsoft.com/office/drawing/2014/main" id="{81D08DCC-E2BB-4747-B31E-C4DD1BBBB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2796"/>
                <a:ext cx="5" cy="6"/>
              </a:xfrm>
              <a:custGeom>
                <a:avLst/>
                <a:gdLst>
                  <a:gd name="T0" fmla="*/ 8 w 4"/>
                  <a:gd name="T1" fmla="*/ 0 h 5"/>
                  <a:gd name="T2" fmla="*/ 0 w 4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1" y="0"/>
                      <a:pt x="0" y="2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2" name="Freeform 3417">
                <a:extLst>
                  <a:ext uri="{FF2B5EF4-FFF2-40B4-BE49-F238E27FC236}">
                    <a16:creationId xmlns:a16="http://schemas.microsoft.com/office/drawing/2014/main" id="{AE332222-D1F0-4571-962E-5D0F4F675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1"/>
                <a:ext cx="22" cy="14"/>
              </a:xfrm>
              <a:custGeom>
                <a:avLst/>
                <a:gdLst>
                  <a:gd name="T0" fmla="*/ 0 w 20"/>
                  <a:gd name="T1" fmla="*/ 18 h 12"/>
                  <a:gd name="T2" fmla="*/ 26 w 20"/>
                  <a:gd name="T3" fmla="*/ 1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0" y="11"/>
                    </a:moveTo>
                    <a:cubicBezTo>
                      <a:pt x="6" y="12"/>
                      <a:pt x="16" y="0"/>
                      <a:pt x="20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3" name="Freeform 3418">
                <a:extLst>
                  <a:ext uri="{FF2B5EF4-FFF2-40B4-BE49-F238E27FC236}">
                    <a16:creationId xmlns:a16="http://schemas.microsoft.com/office/drawing/2014/main" id="{68AA6D58-FAD8-4F94-88B9-11C782671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2783"/>
                <a:ext cx="21" cy="72"/>
              </a:xfrm>
              <a:custGeom>
                <a:avLst/>
                <a:gdLst>
                  <a:gd name="T0" fmla="*/ 0 w 19"/>
                  <a:gd name="T1" fmla="*/ 0 h 61"/>
                  <a:gd name="T2" fmla="*/ 9 w 19"/>
                  <a:gd name="T3" fmla="*/ 31 h 61"/>
                  <a:gd name="T4" fmla="*/ 24 w 19"/>
                  <a:gd name="T5" fmla="*/ 65 h 61"/>
                  <a:gd name="T6" fmla="*/ 3 w 19"/>
                  <a:gd name="T7" fmla="*/ 10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61">
                    <a:moveTo>
                      <a:pt x="0" y="0"/>
                    </a:moveTo>
                    <a:cubicBezTo>
                      <a:pt x="0" y="7"/>
                      <a:pt x="3" y="13"/>
                      <a:pt x="6" y="19"/>
                    </a:cubicBezTo>
                    <a:cubicBezTo>
                      <a:pt x="9" y="26"/>
                      <a:pt x="17" y="33"/>
                      <a:pt x="18" y="40"/>
                    </a:cubicBezTo>
                    <a:cubicBezTo>
                      <a:pt x="19" y="52"/>
                      <a:pt x="10" y="55"/>
                      <a:pt x="3" y="6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4" name="Freeform 3419">
                <a:extLst>
                  <a:ext uri="{FF2B5EF4-FFF2-40B4-BE49-F238E27FC236}">
                    <a16:creationId xmlns:a16="http://schemas.microsoft.com/office/drawing/2014/main" id="{8B75AE68-DBCC-49C7-ACAC-2758A52AA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1" y="2829"/>
                <a:ext cx="35" cy="30"/>
              </a:xfrm>
              <a:custGeom>
                <a:avLst/>
                <a:gdLst>
                  <a:gd name="T0" fmla="*/ 0 w 31"/>
                  <a:gd name="T1" fmla="*/ 0 h 26"/>
                  <a:gd name="T2" fmla="*/ 45 w 31"/>
                  <a:gd name="T3" fmla="*/ 2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4" y="9"/>
                      <a:pt x="23" y="26"/>
                      <a:pt x="31" y="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5" name="Freeform 3420">
                <a:extLst>
                  <a:ext uri="{FF2B5EF4-FFF2-40B4-BE49-F238E27FC236}">
                    <a16:creationId xmlns:a16="http://schemas.microsoft.com/office/drawing/2014/main" id="{12075F95-7247-447E-9652-BABB9D4AD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836"/>
                <a:ext cx="28" cy="75"/>
              </a:xfrm>
              <a:custGeom>
                <a:avLst/>
                <a:gdLst>
                  <a:gd name="T0" fmla="*/ 0 w 25"/>
                  <a:gd name="T1" fmla="*/ 0 h 64"/>
                  <a:gd name="T2" fmla="*/ 35 w 25"/>
                  <a:gd name="T3" fmla="*/ 67 h 64"/>
                  <a:gd name="T4" fmla="*/ 17 w 25"/>
                  <a:gd name="T5" fmla="*/ 103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4">
                    <a:moveTo>
                      <a:pt x="0" y="0"/>
                    </a:moveTo>
                    <a:cubicBezTo>
                      <a:pt x="2" y="17"/>
                      <a:pt x="25" y="24"/>
                      <a:pt x="25" y="42"/>
                    </a:cubicBezTo>
                    <a:cubicBezTo>
                      <a:pt x="25" y="52"/>
                      <a:pt x="19" y="60"/>
                      <a:pt x="12" y="6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6" name="Freeform 3421">
                <a:extLst>
                  <a:ext uri="{FF2B5EF4-FFF2-40B4-BE49-F238E27FC236}">
                    <a16:creationId xmlns:a16="http://schemas.microsoft.com/office/drawing/2014/main" id="{BCFA6B0D-FD44-4453-983A-42DC7FDC7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2888"/>
                <a:ext cx="34" cy="44"/>
              </a:xfrm>
              <a:custGeom>
                <a:avLst/>
                <a:gdLst>
                  <a:gd name="T0" fmla="*/ 0 w 31"/>
                  <a:gd name="T1" fmla="*/ 0 h 38"/>
                  <a:gd name="T2" fmla="*/ 41 w 31"/>
                  <a:gd name="T3" fmla="*/ 43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8">
                    <a:moveTo>
                      <a:pt x="0" y="0"/>
                    </a:moveTo>
                    <a:cubicBezTo>
                      <a:pt x="5" y="11"/>
                      <a:pt x="15" y="38"/>
                      <a:pt x="31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7" name="Freeform 3422">
                <a:extLst>
                  <a:ext uri="{FF2B5EF4-FFF2-40B4-BE49-F238E27FC236}">
                    <a16:creationId xmlns:a16="http://schemas.microsoft.com/office/drawing/2014/main" id="{9CBBB95A-A86F-4622-B323-8A682F843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2918"/>
                <a:ext cx="42" cy="64"/>
              </a:xfrm>
              <a:custGeom>
                <a:avLst/>
                <a:gdLst>
                  <a:gd name="T0" fmla="*/ 13 w 38"/>
                  <a:gd name="T1" fmla="*/ 0 h 54"/>
                  <a:gd name="T2" fmla="*/ 25 w 38"/>
                  <a:gd name="T3" fmla="*/ 81 h 54"/>
                  <a:gd name="T4" fmla="*/ 0 w 38"/>
                  <a:gd name="T5" fmla="*/ 66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4">
                    <a:moveTo>
                      <a:pt x="10" y="0"/>
                    </a:moveTo>
                    <a:cubicBezTo>
                      <a:pt x="13" y="11"/>
                      <a:pt x="38" y="38"/>
                      <a:pt x="19" y="48"/>
                    </a:cubicBezTo>
                    <a:cubicBezTo>
                      <a:pt x="9" y="54"/>
                      <a:pt x="4" y="47"/>
                      <a:pt x="0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8" name="Freeform 3423">
                <a:extLst>
                  <a:ext uri="{FF2B5EF4-FFF2-40B4-BE49-F238E27FC236}">
                    <a16:creationId xmlns:a16="http://schemas.microsoft.com/office/drawing/2014/main" id="{491767A4-49AD-4160-B61E-58BB154F1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2974"/>
                <a:ext cx="25" cy="62"/>
              </a:xfrm>
              <a:custGeom>
                <a:avLst/>
                <a:gdLst>
                  <a:gd name="T0" fmla="*/ 0 w 23"/>
                  <a:gd name="T1" fmla="*/ 0 h 53"/>
                  <a:gd name="T2" fmla="*/ 3 w 23"/>
                  <a:gd name="T3" fmla="*/ 57 h 53"/>
                  <a:gd name="T4" fmla="*/ 14 w 23"/>
                  <a:gd name="T5" fmla="*/ 82 h 53"/>
                  <a:gd name="T6" fmla="*/ 27 w 23"/>
                  <a:gd name="T7" fmla="*/ 63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53">
                    <a:moveTo>
                      <a:pt x="0" y="0"/>
                    </a:moveTo>
                    <a:cubicBezTo>
                      <a:pt x="1" y="12"/>
                      <a:pt x="2" y="24"/>
                      <a:pt x="3" y="36"/>
                    </a:cubicBezTo>
                    <a:cubicBezTo>
                      <a:pt x="4" y="41"/>
                      <a:pt x="5" y="49"/>
                      <a:pt x="11" y="51"/>
                    </a:cubicBezTo>
                    <a:cubicBezTo>
                      <a:pt x="17" y="53"/>
                      <a:pt x="23" y="45"/>
                      <a:pt x="21" y="3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9" name="Freeform 3424">
                <a:extLst>
                  <a:ext uri="{FF2B5EF4-FFF2-40B4-BE49-F238E27FC236}">
                    <a16:creationId xmlns:a16="http://schemas.microsoft.com/office/drawing/2014/main" id="{B9745400-11EE-4084-8ABD-6B5F760B8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3026"/>
                <a:ext cx="28" cy="102"/>
              </a:xfrm>
              <a:custGeom>
                <a:avLst/>
                <a:gdLst>
                  <a:gd name="T0" fmla="*/ 19 w 25"/>
                  <a:gd name="T1" fmla="*/ 9 h 87"/>
                  <a:gd name="T2" fmla="*/ 0 w 25"/>
                  <a:gd name="T3" fmla="*/ 53 h 87"/>
                  <a:gd name="T4" fmla="*/ 8 w 25"/>
                  <a:gd name="T5" fmla="*/ 115 h 87"/>
                  <a:gd name="T6" fmla="*/ 27 w 25"/>
                  <a:gd name="T7" fmla="*/ 120 h 87"/>
                  <a:gd name="T8" fmla="*/ 35 w 25"/>
                  <a:gd name="T9" fmla="*/ 55 h 87"/>
                  <a:gd name="T10" fmla="*/ 20 w 25"/>
                  <a:gd name="T11" fmla="*/ 11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7">
                    <a:moveTo>
                      <a:pt x="13" y="6"/>
                    </a:moveTo>
                    <a:cubicBezTo>
                      <a:pt x="3" y="0"/>
                      <a:pt x="1" y="26"/>
                      <a:pt x="0" y="32"/>
                    </a:cubicBezTo>
                    <a:cubicBezTo>
                      <a:pt x="0" y="45"/>
                      <a:pt x="3" y="59"/>
                      <a:pt x="5" y="72"/>
                    </a:cubicBezTo>
                    <a:cubicBezTo>
                      <a:pt x="7" y="86"/>
                      <a:pt x="14" y="87"/>
                      <a:pt x="19" y="74"/>
                    </a:cubicBezTo>
                    <a:cubicBezTo>
                      <a:pt x="24" y="62"/>
                      <a:pt x="24" y="47"/>
                      <a:pt x="25" y="34"/>
                    </a:cubicBezTo>
                    <a:cubicBezTo>
                      <a:pt x="25" y="23"/>
                      <a:pt x="25" y="10"/>
                      <a:pt x="14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0" name="Freeform 3425">
                <a:extLst>
                  <a:ext uri="{FF2B5EF4-FFF2-40B4-BE49-F238E27FC236}">
                    <a16:creationId xmlns:a16="http://schemas.microsoft.com/office/drawing/2014/main" id="{5966C1AE-0498-4DE3-A497-D18009178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0" y="3113"/>
                <a:ext cx="21" cy="9"/>
              </a:xfrm>
              <a:custGeom>
                <a:avLst/>
                <a:gdLst>
                  <a:gd name="T0" fmla="*/ 0 w 19"/>
                  <a:gd name="T1" fmla="*/ 11 h 8"/>
                  <a:gd name="T2" fmla="*/ 25 w 19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0" y="8"/>
                    </a:moveTo>
                    <a:cubicBezTo>
                      <a:pt x="5" y="1"/>
                      <a:pt x="12" y="0"/>
                      <a:pt x="19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1" name="Freeform 3426">
                <a:extLst>
                  <a:ext uri="{FF2B5EF4-FFF2-40B4-BE49-F238E27FC236}">
                    <a16:creationId xmlns:a16="http://schemas.microsoft.com/office/drawing/2014/main" id="{C1C9C221-CDCC-43A5-B286-46621427D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7" y="3125"/>
                <a:ext cx="23" cy="80"/>
              </a:xfrm>
              <a:custGeom>
                <a:avLst/>
                <a:gdLst>
                  <a:gd name="T0" fmla="*/ 27 w 21"/>
                  <a:gd name="T1" fmla="*/ 0 h 68"/>
                  <a:gd name="T2" fmla="*/ 26 w 21"/>
                  <a:gd name="T3" fmla="*/ 66 h 68"/>
                  <a:gd name="T4" fmla="*/ 0 w 21"/>
                  <a:gd name="T5" fmla="*/ 111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8">
                    <a:moveTo>
                      <a:pt x="21" y="0"/>
                    </a:moveTo>
                    <a:cubicBezTo>
                      <a:pt x="15" y="10"/>
                      <a:pt x="20" y="30"/>
                      <a:pt x="20" y="41"/>
                    </a:cubicBezTo>
                    <a:cubicBezTo>
                      <a:pt x="20" y="57"/>
                      <a:pt x="15" y="65"/>
                      <a:pt x="0" y="6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2" name="Freeform 3427">
                <a:extLst>
                  <a:ext uri="{FF2B5EF4-FFF2-40B4-BE49-F238E27FC236}">
                    <a16:creationId xmlns:a16="http://schemas.microsoft.com/office/drawing/2014/main" id="{7271B8A5-AD33-4B95-A986-B40F42EB0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4" y="3187"/>
                <a:ext cx="17" cy="39"/>
              </a:xfrm>
              <a:custGeom>
                <a:avLst/>
                <a:gdLst>
                  <a:gd name="T0" fmla="*/ 3 w 15"/>
                  <a:gd name="T1" fmla="*/ 0 h 33"/>
                  <a:gd name="T2" fmla="*/ 22 w 15"/>
                  <a:gd name="T3" fmla="*/ 52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3">
                    <a:moveTo>
                      <a:pt x="3" y="0"/>
                    </a:moveTo>
                    <a:cubicBezTo>
                      <a:pt x="1" y="9"/>
                      <a:pt x="0" y="33"/>
                      <a:pt x="15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3" name="Freeform 3428">
                <a:extLst>
                  <a:ext uri="{FF2B5EF4-FFF2-40B4-BE49-F238E27FC236}">
                    <a16:creationId xmlns:a16="http://schemas.microsoft.com/office/drawing/2014/main" id="{E3884F67-C582-4050-8678-B67E36ADE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8" y="3246"/>
                <a:ext cx="35" cy="24"/>
              </a:xfrm>
              <a:custGeom>
                <a:avLst/>
                <a:gdLst>
                  <a:gd name="T0" fmla="*/ 1 w 32"/>
                  <a:gd name="T1" fmla="*/ 0 h 20"/>
                  <a:gd name="T2" fmla="*/ 42 w 32"/>
                  <a:gd name="T3" fmla="*/ 2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0">
                    <a:moveTo>
                      <a:pt x="1" y="0"/>
                    </a:moveTo>
                    <a:cubicBezTo>
                      <a:pt x="0" y="7"/>
                      <a:pt x="29" y="20"/>
                      <a:pt x="32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4" name="Freeform 3429">
                <a:extLst>
                  <a:ext uri="{FF2B5EF4-FFF2-40B4-BE49-F238E27FC236}">
                    <a16:creationId xmlns:a16="http://schemas.microsoft.com/office/drawing/2014/main" id="{4AFCFD94-A967-4865-A58E-4DF74965D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3506"/>
                <a:ext cx="69" cy="47"/>
              </a:xfrm>
              <a:custGeom>
                <a:avLst/>
                <a:gdLst>
                  <a:gd name="T0" fmla="*/ 0 w 62"/>
                  <a:gd name="T1" fmla="*/ 56 h 40"/>
                  <a:gd name="T2" fmla="*/ 27 w 62"/>
                  <a:gd name="T3" fmla="*/ 60 h 40"/>
                  <a:gd name="T4" fmla="*/ 59 w 62"/>
                  <a:gd name="T5" fmla="*/ 63 h 40"/>
                  <a:gd name="T6" fmla="*/ 80 w 62"/>
                  <a:gd name="T7" fmla="*/ 39 h 40"/>
                  <a:gd name="T8" fmla="*/ 68 w 6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0">
                    <a:moveTo>
                      <a:pt x="0" y="35"/>
                    </a:moveTo>
                    <a:cubicBezTo>
                      <a:pt x="6" y="38"/>
                      <a:pt x="14" y="37"/>
                      <a:pt x="20" y="37"/>
                    </a:cubicBezTo>
                    <a:cubicBezTo>
                      <a:pt x="27" y="37"/>
                      <a:pt x="36" y="40"/>
                      <a:pt x="43" y="39"/>
                    </a:cubicBezTo>
                    <a:cubicBezTo>
                      <a:pt x="52" y="37"/>
                      <a:pt x="55" y="32"/>
                      <a:pt x="58" y="24"/>
                    </a:cubicBezTo>
                    <a:cubicBezTo>
                      <a:pt x="62" y="16"/>
                      <a:pt x="61" y="1"/>
                      <a:pt x="4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5" name="Freeform 3430">
                <a:extLst>
                  <a:ext uri="{FF2B5EF4-FFF2-40B4-BE49-F238E27FC236}">
                    <a16:creationId xmlns:a16="http://schemas.microsoft.com/office/drawing/2014/main" id="{301C5444-B206-4718-935F-BB413F38C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3516"/>
                <a:ext cx="62" cy="40"/>
              </a:xfrm>
              <a:custGeom>
                <a:avLst/>
                <a:gdLst>
                  <a:gd name="T0" fmla="*/ 0 w 56"/>
                  <a:gd name="T1" fmla="*/ 46 h 34"/>
                  <a:gd name="T2" fmla="*/ 76 w 56"/>
                  <a:gd name="T3" fmla="*/ 4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4">
                    <a:moveTo>
                      <a:pt x="0" y="28"/>
                    </a:moveTo>
                    <a:cubicBezTo>
                      <a:pt x="15" y="34"/>
                      <a:pt x="52" y="0"/>
                      <a:pt x="56" y="2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6" name="Freeform 3431">
                <a:extLst>
                  <a:ext uri="{FF2B5EF4-FFF2-40B4-BE49-F238E27FC236}">
                    <a16:creationId xmlns:a16="http://schemas.microsoft.com/office/drawing/2014/main" id="{F1DD1842-5C1F-4A2B-AC2C-71EA1E096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3491"/>
                <a:ext cx="68" cy="46"/>
              </a:xfrm>
              <a:custGeom>
                <a:avLst/>
                <a:gdLst>
                  <a:gd name="T0" fmla="*/ 36 w 62"/>
                  <a:gd name="T1" fmla="*/ 63 h 39"/>
                  <a:gd name="T2" fmla="*/ 78 w 62"/>
                  <a:gd name="T3" fmla="*/ 37 h 39"/>
                  <a:gd name="T4" fmla="*/ 71 w 62"/>
                  <a:gd name="T5" fmla="*/ 2 h 39"/>
                  <a:gd name="T6" fmla="*/ 27 w 62"/>
                  <a:gd name="T7" fmla="*/ 25 h 39"/>
                  <a:gd name="T8" fmla="*/ 0 w 62"/>
                  <a:gd name="T9" fmla="*/ 4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39">
                    <a:moveTo>
                      <a:pt x="27" y="38"/>
                    </a:moveTo>
                    <a:cubicBezTo>
                      <a:pt x="38" y="39"/>
                      <a:pt x="54" y="34"/>
                      <a:pt x="59" y="22"/>
                    </a:cubicBezTo>
                    <a:cubicBezTo>
                      <a:pt x="62" y="16"/>
                      <a:pt x="61" y="4"/>
                      <a:pt x="54" y="2"/>
                    </a:cubicBezTo>
                    <a:cubicBezTo>
                      <a:pt x="46" y="0"/>
                      <a:pt x="29" y="12"/>
                      <a:pt x="21" y="15"/>
                    </a:cubicBezTo>
                    <a:cubicBezTo>
                      <a:pt x="14" y="18"/>
                      <a:pt x="6" y="22"/>
                      <a:pt x="0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7" name="Freeform 3432">
                <a:extLst>
                  <a:ext uri="{FF2B5EF4-FFF2-40B4-BE49-F238E27FC236}">
                    <a16:creationId xmlns:a16="http://schemas.microsoft.com/office/drawing/2014/main" id="{2440BBE2-FFDD-4C08-AE22-9CB5EF595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3455"/>
                <a:ext cx="30" cy="44"/>
              </a:xfrm>
              <a:custGeom>
                <a:avLst/>
                <a:gdLst>
                  <a:gd name="T0" fmla="*/ 0 w 27"/>
                  <a:gd name="T1" fmla="*/ 57 h 37"/>
                  <a:gd name="T2" fmla="*/ 20 w 27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7">
                    <a:moveTo>
                      <a:pt x="0" y="34"/>
                    </a:moveTo>
                    <a:cubicBezTo>
                      <a:pt x="19" y="37"/>
                      <a:pt x="27" y="10"/>
                      <a:pt x="1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8" name="Freeform 3433">
                <a:extLst>
                  <a:ext uri="{FF2B5EF4-FFF2-40B4-BE49-F238E27FC236}">
                    <a16:creationId xmlns:a16="http://schemas.microsoft.com/office/drawing/2014/main" id="{C7151FB2-B2D4-4079-86C1-22A9FA26B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3448"/>
                <a:ext cx="60" cy="42"/>
              </a:xfrm>
              <a:custGeom>
                <a:avLst/>
                <a:gdLst>
                  <a:gd name="T0" fmla="*/ 0 w 54"/>
                  <a:gd name="T1" fmla="*/ 57 h 36"/>
                  <a:gd name="T2" fmla="*/ 58 w 54"/>
                  <a:gd name="T3" fmla="*/ 11 h 36"/>
                  <a:gd name="T4" fmla="*/ 66 w 54"/>
                  <a:gd name="T5" fmla="*/ 37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6">
                    <a:moveTo>
                      <a:pt x="0" y="36"/>
                    </a:moveTo>
                    <a:cubicBezTo>
                      <a:pt x="11" y="27"/>
                      <a:pt x="23" y="0"/>
                      <a:pt x="42" y="7"/>
                    </a:cubicBezTo>
                    <a:cubicBezTo>
                      <a:pt x="50" y="9"/>
                      <a:pt x="54" y="18"/>
                      <a:pt x="48" y="2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9" name="Freeform 3434">
                <a:extLst>
                  <a:ext uri="{FF2B5EF4-FFF2-40B4-BE49-F238E27FC236}">
                    <a16:creationId xmlns:a16="http://schemas.microsoft.com/office/drawing/2014/main" id="{61DA4B6A-C713-4F8C-9EAE-0B7694CD0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3389"/>
                <a:ext cx="49" cy="68"/>
              </a:xfrm>
              <a:custGeom>
                <a:avLst/>
                <a:gdLst>
                  <a:gd name="T0" fmla="*/ 1 w 44"/>
                  <a:gd name="T1" fmla="*/ 94 h 58"/>
                  <a:gd name="T2" fmla="*/ 33 w 44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58">
                    <a:moveTo>
                      <a:pt x="1" y="58"/>
                    </a:moveTo>
                    <a:cubicBezTo>
                      <a:pt x="0" y="47"/>
                      <a:pt x="44" y="6"/>
                      <a:pt x="24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0" name="Freeform 3435">
                <a:extLst>
                  <a:ext uri="{FF2B5EF4-FFF2-40B4-BE49-F238E27FC236}">
                    <a16:creationId xmlns:a16="http://schemas.microsoft.com/office/drawing/2014/main" id="{81B5C5C7-FDA8-4FAB-9998-99AE99224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3359"/>
                <a:ext cx="61" cy="102"/>
              </a:xfrm>
              <a:custGeom>
                <a:avLst/>
                <a:gdLst>
                  <a:gd name="T0" fmla="*/ 14 w 55"/>
                  <a:gd name="T1" fmla="*/ 59 h 86"/>
                  <a:gd name="T2" fmla="*/ 65 w 55"/>
                  <a:gd name="T3" fmla="*/ 15 h 86"/>
                  <a:gd name="T4" fmla="*/ 52 w 55"/>
                  <a:gd name="T5" fmla="*/ 62 h 86"/>
                  <a:gd name="T6" fmla="*/ 0 w 55"/>
                  <a:gd name="T7" fmla="*/ 144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86">
                    <a:moveTo>
                      <a:pt x="11" y="35"/>
                    </a:moveTo>
                    <a:cubicBezTo>
                      <a:pt x="13" y="32"/>
                      <a:pt x="36" y="0"/>
                      <a:pt x="48" y="9"/>
                    </a:cubicBezTo>
                    <a:cubicBezTo>
                      <a:pt x="55" y="14"/>
                      <a:pt x="41" y="33"/>
                      <a:pt x="38" y="37"/>
                    </a:cubicBezTo>
                    <a:cubicBezTo>
                      <a:pt x="28" y="52"/>
                      <a:pt x="15" y="77"/>
                      <a:pt x="0" y="8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1" name="Freeform 3436">
                <a:extLst>
                  <a:ext uri="{FF2B5EF4-FFF2-40B4-BE49-F238E27FC236}">
                    <a16:creationId xmlns:a16="http://schemas.microsoft.com/office/drawing/2014/main" id="{E539BD58-C614-454D-ACF7-371FB41BB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1" y="3359"/>
                <a:ext cx="20" cy="16"/>
              </a:xfrm>
              <a:custGeom>
                <a:avLst/>
                <a:gdLst>
                  <a:gd name="T0" fmla="*/ 0 w 18"/>
                  <a:gd name="T1" fmla="*/ 25 h 13"/>
                  <a:gd name="T2" fmla="*/ 24 w 18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5" y="8"/>
                      <a:pt x="9" y="0"/>
                      <a:pt x="18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2" name="Freeform 3437">
                <a:extLst>
                  <a:ext uri="{FF2B5EF4-FFF2-40B4-BE49-F238E27FC236}">
                    <a16:creationId xmlns:a16="http://schemas.microsoft.com/office/drawing/2014/main" id="{A4CDD6AB-16E2-43DF-8EE8-088DBFB8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3305"/>
                <a:ext cx="28" cy="63"/>
              </a:xfrm>
              <a:custGeom>
                <a:avLst/>
                <a:gdLst>
                  <a:gd name="T0" fmla="*/ 0 w 25"/>
                  <a:gd name="T1" fmla="*/ 89 h 53"/>
                  <a:gd name="T2" fmla="*/ 13 w 25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0" y="53"/>
                    </a:moveTo>
                    <a:cubicBezTo>
                      <a:pt x="6" y="39"/>
                      <a:pt x="25" y="12"/>
                      <a:pt x="1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3" name="Freeform 3438">
                <a:extLst>
                  <a:ext uri="{FF2B5EF4-FFF2-40B4-BE49-F238E27FC236}">
                    <a16:creationId xmlns:a16="http://schemas.microsoft.com/office/drawing/2014/main" id="{11CD7CEF-FAAC-47DC-B5EB-B3674A077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3240"/>
                <a:ext cx="49" cy="121"/>
              </a:xfrm>
              <a:custGeom>
                <a:avLst/>
                <a:gdLst>
                  <a:gd name="T0" fmla="*/ 0 w 45"/>
                  <a:gd name="T1" fmla="*/ 101 h 102"/>
                  <a:gd name="T2" fmla="*/ 38 w 45"/>
                  <a:gd name="T3" fmla="*/ 39 h 102"/>
                  <a:gd name="T4" fmla="*/ 10 w 45"/>
                  <a:gd name="T5" fmla="*/ 171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2">
                    <a:moveTo>
                      <a:pt x="0" y="61"/>
                    </a:moveTo>
                    <a:cubicBezTo>
                      <a:pt x="1" y="50"/>
                      <a:pt x="12" y="0"/>
                      <a:pt x="29" y="24"/>
                    </a:cubicBezTo>
                    <a:cubicBezTo>
                      <a:pt x="45" y="48"/>
                      <a:pt x="17" y="81"/>
                      <a:pt x="7" y="10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4" name="Freeform 3439">
                <a:extLst>
                  <a:ext uri="{FF2B5EF4-FFF2-40B4-BE49-F238E27FC236}">
                    <a16:creationId xmlns:a16="http://schemas.microsoft.com/office/drawing/2014/main" id="{543207FB-5828-437D-9CCE-3120B5E6A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3524"/>
                <a:ext cx="111" cy="54"/>
              </a:xfrm>
              <a:custGeom>
                <a:avLst/>
                <a:gdLst>
                  <a:gd name="T0" fmla="*/ 0 w 100"/>
                  <a:gd name="T1" fmla="*/ 19 h 45"/>
                  <a:gd name="T2" fmla="*/ 80 w 100"/>
                  <a:gd name="T3" fmla="*/ 6 h 45"/>
                  <a:gd name="T4" fmla="*/ 137 w 100"/>
                  <a:gd name="T5" fmla="*/ 34 h 45"/>
                  <a:gd name="T6" fmla="*/ 64 w 100"/>
                  <a:gd name="T7" fmla="*/ 78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45">
                    <a:moveTo>
                      <a:pt x="0" y="11"/>
                    </a:moveTo>
                    <a:cubicBezTo>
                      <a:pt x="17" y="4"/>
                      <a:pt x="40" y="0"/>
                      <a:pt x="59" y="3"/>
                    </a:cubicBezTo>
                    <a:cubicBezTo>
                      <a:pt x="74" y="5"/>
                      <a:pt x="86" y="13"/>
                      <a:pt x="100" y="19"/>
                    </a:cubicBezTo>
                    <a:cubicBezTo>
                      <a:pt x="81" y="23"/>
                      <a:pt x="66" y="44"/>
                      <a:pt x="47" y="4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5" name="Freeform 3440">
                <a:extLst>
                  <a:ext uri="{FF2B5EF4-FFF2-40B4-BE49-F238E27FC236}">
                    <a16:creationId xmlns:a16="http://schemas.microsoft.com/office/drawing/2014/main" id="{0A91B5A1-55AD-403E-9986-7F201672B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509"/>
                <a:ext cx="75" cy="31"/>
              </a:xfrm>
              <a:custGeom>
                <a:avLst/>
                <a:gdLst>
                  <a:gd name="T0" fmla="*/ 0 w 68"/>
                  <a:gd name="T1" fmla="*/ 30 h 26"/>
                  <a:gd name="T2" fmla="*/ 64 w 68"/>
                  <a:gd name="T3" fmla="*/ 30 h 26"/>
                  <a:gd name="T4" fmla="*/ 92 w 6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6">
                    <a:moveTo>
                      <a:pt x="0" y="18"/>
                    </a:moveTo>
                    <a:cubicBezTo>
                      <a:pt x="12" y="26"/>
                      <a:pt x="37" y="26"/>
                      <a:pt x="48" y="18"/>
                    </a:cubicBezTo>
                    <a:cubicBezTo>
                      <a:pt x="55" y="13"/>
                      <a:pt x="62" y="6"/>
                      <a:pt x="68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6" name="Freeform 3441">
                <a:extLst>
                  <a:ext uri="{FF2B5EF4-FFF2-40B4-BE49-F238E27FC236}">
                    <a16:creationId xmlns:a16="http://schemas.microsoft.com/office/drawing/2014/main" id="{6214FE6A-440B-4197-AD5B-F044349DB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3510"/>
                <a:ext cx="31" cy="17"/>
              </a:xfrm>
              <a:custGeom>
                <a:avLst/>
                <a:gdLst>
                  <a:gd name="T0" fmla="*/ 38 w 28"/>
                  <a:gd name="T1" fmla="*/ 25 h 14"/>
                  <a:gd name="T2" fmla="*/ 12 w 28"/>
                  <a:gd name="T3" fmla="*/ 13 h 14"/>
                  <a:gd name="T4" fmla="*/ 0 w 2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28" y="14"/>
                    </a:moveTo>
                    <a:cubicBezTo>
                      <a:pt x="22" y="10"/>
                      <a:pt x="15" y="11"/>
                      <a:pt x="9" y="7"/>
                    </a:cubicBezTo>
                    <a:cubicBezTo>
                      <a:pt x="6" y="6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7" name="Freeform 3442">
                <a:extLst>
                  <a:ext uri="{FF2B5EF4-FFF2-40B4-BE49-F238E27FC236}">
                    <a16:creationId xmlns:a16="http://schemas.microsoft.com/office/drawing/2014/main" id="{5DFB4170-DC27-4A1A-89C9-47FB90316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3519"/>
                <a:ext cx="114" cy="38"/>
              </a:xfrm>
              <a:custGeom>
                <a:avLst/>
                <a:gdLst>
                  <a:gd name="T0" fmla="*/ 15 w 103"/>
                  <a:gd name="T1" fmla="*/ 20 h 33"/>
                  <a:gd name="T2" fmla="*/ 80 w 103"/>
                  <a:gd name="T3" fmla="*/ 1 h 33"/>
                  <a:gd name="T4" fmla="*/ 139 w 103"/>
                  <a:gd name="T5" fmla="*/ 17 h 33"/>
                  <a:gd name="T6" fmla="*/ 89 w 103"/>
                  <a:gd name="T7" fmla="*/ 37 h 33"/>
                  <a:gd name="T8" fmla="*/ 41 w 103"/>
                  <a:gd name="T9" fmla="*/ 50 h 33"/>
                  <a:gd name="T10" fmla="*/ 0 w 103"/>
                  <a:gd name="T11" fmla="*/ 3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33">
                    <a:moveTo>
                      <a:pt x="12" y="13"/>
                    </a:moveTo>
                    <a:cubicBezTo>
                      <a:pt x="28" y="12"/>
                      <a:pt x="43" y="3"/>
                      <a:pt x="59" y="1"/>
                    </a:cubicBezTo>
                    <a:cubicBezTo>
                      <a:pt x="72" y="0"/>
                      <a:pt x="91" y="5"/>
                      <a:pt x="103" y="11"/>
                    </a:cubicBezTo>
                    <a:cubicBezTo>
                      <a:pt x="92" y="10"/>
                      <a:pt x="76" y="21"/>
                      <a:pt x="65" y="24"/>
                    </a:cubicBezTo>
                    <a:cubicBezTo>
                      <a:pt x="54" y="28"/>
                      <a:pt x="42" y="31"/>
                      <a:pt x="30" y="32"/>
                    </a:cubicBezTo>
                    <a:cubicBezTo>
                      <a:pt x="19" y="33"/>
                      <a:pt x="10" y="29"/>
                      <a:pt x="0" y="2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8" name="Freeform 3443">
                <a:extLst>
                  <a:ext uri="{FF2B5EF4-FFF2-40B4-BE49-F238E27FC236}">
                    <a16:creationId xmlns:a16="http://schemas.microsoft.com/office/drawing/2014/main" id="{F6FACDD4-163C-4455-9FAD-F5C145AB4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3555"/>
                <a:ext cx="79" cy="23"/>
              </a:xfrm>
              <a:custGeom>
                <a:avLst/>
                <a:gdLst>
                  <a:gd name="T0" fmla="*/ 0 w 71"/>
                  <a:gd name="T1" fmla="*/ 0 h 19"/>
                  <a:gd name="T2" fmla="*/ 72 w 71"/>
                  <a:gd name="T3" fmla="*/ 25 h 19"/>
                  <a:gd name="T4" fmla="*/ 98 w 71"/>
                  <a:gd name="T5" fmla="*/ 3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9">
                    <a:moveTo>
                      <a:pt x="0" y="0"/>
                    </a:moveTo>
                    <a:cubicBezTo>
                      <a:pt x="19" y="0"/>
                      <a:pt x="35" y="7"/>
                      <a:pt x="52" y="14"/>
                    </a:cubicBezTo>
                    <a:cubicBezTo>
                      <a:pt x="59" y="16"/>
                      <a:pt x="65" y="16"/>
                      <a:pt x="71" y="1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9" name="Freeform 3444">
                <a:extLst>
                  <a:ext uri="{FF2B5EF4-FFF2-40B4-BE49-F238E27FC236}">
                    <a16:creationId xmlns:a16="http://schemas.microsoft.com/office/drawing/2014/main" id="{D706F2A3-960A-47A0-8CE6-929A7FCA7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526"/>
                <a:ext cx="94" cy="54"/>
              </a:xfrm>
              <a:custGeom>
                <a:avLst/>
                <a:gdLst>
                  <a:gd name="T0" fmla="*/ 0 w 85"/>
                  <a:gd name="T1" fmla="*/ 6 h 46"/>
                  <a:gd name="T2" fmla="*/ 48 w 85"/>
                  <a:gd name="T3" fmla="*/ 7 h 46"/>
                  <a:gd name="T4" fmla="*/ 115 w 85"/>
                  <a:gd name="T5" fmla="*/ 8 h 46"/>
                  <a:gd name="T6" fmla="*/ 77 w 85"/>
                  <a:gd name="T7" fmla="*/ 54 h 46"/>
                  <a:gd name="T8" fmla="*/ 56 w 85"/>
                  <a:gd name="T9" fmla="*/ 7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46">
                    <a:moveTo>
                      <a:pt x="0" y="3"/>
                    </a:moveTo>
                    <a:cubicBezTo>
                      <a:pt x="5" y="12"/>
                      <a:pt x="27" y="5"/>
                      <a:pt x="35" y="4"/>
                    </a:cubicBezTo>
                    <a:cubicBezTo>
                      <a:pt x="54" y="0"/>
                      <a:pt x="68" y="1"/>
                      <a:pt x="85" y="5"/>
                    </a:cubicBezTo>
                    <a:cubicBezTo>
                      <a:pt x="73" y="13"/>
                      <a:pt x="66" y="23"/>
                      <a:pt x="57" y="33"/>
                    </a:cubicBezTo>
                    <a:cubicBezTo>
                      <a:pt x="52" y="37"/>
                      <a:pt x="48" y="44"/>
                      <a:pt x="42" y="4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0" name="Freeform 3445">
                <a:extLst>
                  <a:ext uri="{FF2B5EF4-FFF2-40B4-BE49-F238E27FC236}">
                    <a16:creationId xmlns:a16="http://schemas.microsoft.com/office/drawing/2014/main" id="{7E42F141-C275-4B42-82ED-59E7AF0F8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3509"/>
                <a:ext cx="51" cy="26"/>
              </a:xfrm>
              <a:custGeom>
                <a:avLst/>
                <a:gdLst>
                  <a:gd name="T0" fmla="*/ 0 w 46"/>
                  <a:gd name="T1" fmla="*/ 37 h 22"/>
                  <a:gd name="T2" fmla="*/ 63 w 4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2">
                    <a:moveTo>
                      <a:pt x="0" y="22"/>
                    </a:moveTo>
                    <a:cubicBezTo>
                      <a:pt x="17" y="19"/>
                      <a:pt x="30" y="6"/>
                      <a:pt x="4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1" name="Freeform 3446">
                <a:extLst>
                  <a:ext uri="{FF2B5EF4-FFF2-40B4-BE49-F238E27FC236}">
                    <a16:creationId xmlns:a16="http://schemas.microsoft.com/office/drawing/2014/main" id="{E136D191-04CC-4A60-A8A4-57C7D6504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3508"/>
                <a:ext cx="140" cy="33"/>
              </a:xfrm>
              <a:custGeom>
                <a:avLst/>
                <a:gdLst>
                  <a:gd name="T0" fmla="*/ 0 w 126"/>
                  <a:gd name="T1" fmla="*/ 1 h 28"/>
                  <a:gd name="T2" fmla="*/ 74 w 126"/>
                  <a:gd name="T3" fmla="*/ 38 h 28"/>
                  <a:gd name="T4" fmla="*/ 114 w 126"/>
                  <a:gd name="T5" fmla="*/ 44 h 28"/>
                  <a:gd name="T6" fmla="*/ 149 w 126"/>
                  <a:gd name="T7" fmla="*/ 20 h 28"/>
                  <a:gd name="T8" fmla="*/ 173 w 12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28">
                    <a:moveTo>
                      <a:pt x="0" y="1"/>
                    </a:moveTo>
                    <a:cubicBezTo>
                      <a:pt x="17" y="9"/>
                      <a:pt x="36" y="17"/>
                      <a:pt x="54" y="23"/>
                    </a:cubicBezTo>
                    <a:cubicBezTo>
                      <a:pt x="63" y="26"/>
                      <a:pt x="74" y="28"/>
                      <a:pt x="84" y="26"/>
                    </a:cubicBezTo>
                    <a:cubicBezTo>
                      <a:pt x="93" y="24"/>
                      <a:pt x="101" y="16"/>
                      <a:pt x="109" y="12"/>
                    </a:cubicBezTo>
                    <a:cubicBezTo>
                      <a:pt x="115" y="8"/>
                      <a:pt x="121" y="4"/>
                      <a:pt x="12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2" name="Freeform 3447">
                <a:extLst>
                  <a:ext uri="{FF2B5EF4-FFF2-40B4-BE49-F238E27FC236}">
                    <a16:creationId xmlns:a16="http://schemas.microsoft.com/office/drawing/2014/main" id="{D769796E-95E1-443D-A538-B4430DF97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3526"/>
                <a:ext cx="40" cy="6"/>
              </a:xfrm>
              <a:custGeom>
                <a:avLst/>
                <a:gdLst>
                  <a:gd name="T0" fmla="*/ 0 w 36"/>
                  <a:gd name="T1" fmla="*/ 8 h 5"/>
                  <a:gd name="T2" fmla="*/ 30 w 36"/>
                  <a:gd name="T3" fmla="*/ 6 h 5"/>
                  <a:gd name="T4" fmla="*/ 49 w 36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">
                    <a:moveTo>
                      <a:pt x="0" y="5"/>
                    </a:moveTo>
                    <a:cubicBezTo>
                      <a:pt x="8" y="5"/>
                      <a:pt x="14" y="5"/>
                      <a:pt x="22" y="3"/>
                    </a:cubicBezTo>
                    <a:cubicBezTo>
                      <a:pt x="27" y="2"/>
                      <a:pt x="31" y="0"/>
                      <a:pt x="36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3" name="Freeform 3448">
                <a:extLst>
                  <a:ext uri="{FF2B5EF4-FFF2-40B4-BE49-F238E27FC236}">
                    <a16:creationId xmlns:a16="http://schemas.microsoft.com/office/drawing/2014/main" id="{1DD1E878-827C-4682-AFDA-D9C3D6674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3540"/>
                <a:ext cx="107" cy="30"/>
              </a:xfrm>
              <a:custGeom>
                <a:avLst/>
                <a:gdLst>
                  <a:gd name="T0" fmla="*/ 0 w 96"/>
                  <a:gd name="T1" fmla="*/ 12 h 26"/>
                  <a:gd name="T2" fmla="*/ 89 w 96"/>
                  <a:gd name="T3" fmla="*/ 33 h 26"/>
                  <a:gd name="T4" fmla="*/ 133 w 96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6">
                    <a:moveTo>
                      <a:pt x="0" y="8"/>
                    </a:moveTo>
                    <a:cubicBezTo>
                      <a:pt x="20" y="11"/>
                      <a:pt x="45" y="26"/>
                      <a:pt x="65" y="22"/>
                    </a:cubicBezTo>
                    <a:cubicBezTo>
                      <a:pt x="75" y="20"/>
                      <a:pt x="87" y="6"/>
                      <a:pt x="96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4" name="Freeform 3449">
                <a:extLst>
                  <a:ext uri="{FF2B5EF4-FFF2-40B4-BE49-F238E27FC236}">
                    <a16:creationId xmlns:a16="http://schemas.microsoft.com/office/drawing/2014/main" id="{277BB3B5-8D29-4870-A500-43359D593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3557"/>
                <a:ext cx="120" cy="19"/>
              </a:xfrm>
              <a:custGeom>
                <a:avLst/>
                <a:gdLst>
                  <a:gd name="T0" fmla="*/ 0 w 109"/>
                  <a:gd name="T1" fmla="*/ 8 h 16"/>
                  <a:gd name="T2" fmla="*/ 56 w 109"/>
                  <a:gd name="T3" fmla="*/ 2 h 16"/>
                  <a:gd name="T4" fmla="*/ 101 w 109"/>
                  <a:gd name="T5" fmla="*/ 6 h 16"/>
                  <a:gd name="T6" fmla="*/ 145 w 109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6">
                    <a:moveTo>
                      <a:pt x="0" y="5"/>
                    </a:moveTo>
                    <a:cubicBezTo>
                      <a:pt x="14" y="8"/>
                      <a:pt x="28" y="4"/>
                      <a:pt x="42" y="2"/>
                    </a:cubicBezTo>
                    <a:cubicBezTo>
                      <a:pt x="55" y="0"/>
                      <a:pt x="64" y="0"/>
                      <a:pt x="76" y="3"/>
                    </a:cubicBezTo>
                    <a:cubicBezTo>
                      <a:pt x="87" y="6"/>
                      <a:pt x="98" y="15"/>
                      <a:pt x="109" y="1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5" name="Freeform 3450">
                <a:extLst>
                  <a:ext uri="{FF2B5EF4-FFF2-40B4-BE49-F238E27FC236}">
                    <a16:creationId xmlns:a16="http://schemas.microsoft.com/office/drawing/2014/main" id="{DE9B7C0C-0B2C-4C05-8352-AE12A775D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514"/>
                <a:ext cx="105" cy="48"/>
              </a:xfrm>
              <a:custGeom>
                <a:avLst/>
                <a:gdLst>
                  <a:gd name="T0" fmla="*/ 0 w 95"/>
                  <a:gd name="T1" fmla="*/ 13 h 41"/>
                  <a:gd name="T2" fmla="*/ 65 w 95"/>
                  <a:gd name="T3" fmla="*/ 21 h 41"/>
                  <a:gd name="T4" fmla="*/ 128 w 95"/>
                  <a:gd name="T5" fmla="*/ 32 h 41"/>
                  <a:gd name="T6" fmla="*/ 56 w 95"/>
                  <a:gd name="T7" fmla="*/ 57 h 41"/>
                  <a:gd name="T8" fmla="*/ 30 w 95"/>
                  <a:gd name="T9" fmla="*/ 6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41">
                    <a:moveTo>
                      <a:pt x="0" y="8"/>
                    </a:moveTo>
                    <a:cubicBezTo>
                      <a:pt x="12" y="0"/>
                      <a:pt x="37" y="10"/>
                      <a:pt x="48" y="13"/>
                    </a:cubicBezTo>
                    <a:cubicBezTo>
                      <a:pt x="63" y="17"/>
                      <a:pt x="80" y="16"/>
                      <a:pt x="95" y="20"/>
                    </a:cubicBezTo>
                    <a:cubicBezTo>
                      <a:pt x="77" y="21"/>
                      <a:pt x="59" y="31"/>
                      <a:pt x="42" y="36"/>
                    </a:cubicBezTo>
                    <a:cubicBezTo>
                      <a:pt x="36" y="38"/>
                      <a:pt x="27" y="38"/>
                      <a:pt x="22" y="4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6" name="Freeform 3451">
                <a:extLst>
                  <a:ext uri="{FF2B5EF4-FFF2-40B4-BE49-F238E27FC236}">
                    <a16:creationId xmlns:a16="http://schemas.microsoft.com/office/drawing/2014/main" id="{2BBA37C3-86A7-44F4-B467-EC7C1449A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3509"/>
                <a:ext cx="53" cy="25"/>
              </a:xfrm>
              <a:custGeom>
                <a:avLst/>
                <a:gdLst>
                  <a:gd name="T0" fmla="*/ 0 w 48"/>
                  <a:gd name="T1" fmla="*/ 32 h 21"/>
                  <a:gd name="T2" fmla="*/ 65 w 4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1">
                    <a:moveTo>
                      <a:pt x="0" y="19"/>
                    </a:moveTo>
                    <a:cubicBezTo>
                      <a:pt x="18" y="21"/>
                      <a:pt x="33" y="9"/>
                      <a:pt x="48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7" name="Freeform 3452">
                <a:extLst>
                  <a:ext uri="{FF2B5EF4-FFF2-40B4-BE49-F238E27FC236}">
                    <a16:creationId xmlns:a16="http://schemas.microsoft.com/office/drawing/2014/main" id="{AC7A97ED-DDD9-4D22-AD28-2D4991ACF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3542"/>
                <a:ext cx="145" cy="34"/>
              </a:xfrm>
              <a:custGeom>
                <a:avLst/>
                <a:gdLst>
                  <a:gd name="T0" fmla="*/ 0 w 131"/>
                  <a:gd name="T1" fmla="*/ 6 h 29"/>
                  <a:gd name="T2" fmla="*/ 38 w 131"/>
                  <a:gd name="T3" fmla="*/ 0 h 29"/>
                  <a:gd name="T4" fmla="*/ 92 w 131"/>
                  <a:gd name="T5" fmla="*/ 15 h 29"/>
                  <a:gd name="T6" fmla="*/ 142 w 131"/>
                  <a:gd name="T7" fmla="*/ 38 h 29"/>
                  <a:gd name="T8" fmla="*/ 162 w 131"/>
                  <a:gd name="T9" fmla="*/ 39 h 29"/>
                  <a:gd name="T10" fmla="*/ 177 w 131"/>
                  <a:gd name="T11" fmla="*/ 4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29">
                    <a:moveTo>
                      <a:pt x="0" y="3"/>
                    </a:moveTo>
                    <a:cubicBezTo>
                      <a:pt x="10" y="2"/>
                      <a:pt x="19" y="0"/>
                      <a:pt x="28" y="0"/>
                    </a:cubicBezTo>
                    <a:cubicBezTo>
                      <a:pt x="43" y="0"/>
                      <a:pt x="55" y="4"/>
                      <a:pt x="68" y="9"/>
                    </a:cubicBezTo>
                    <a:cubicBezTo>
                      <a:pt x="81" y="14"/>
                      <a:pt x="92" y="20"/>
                      <a:pt x="105" y="23"/>
                    </a:cubicBezTo>
                    <a:cubicBezTo>
                      <a:pt x="109" y="24"/>
                      <a:pt x="115" y="23"/>
                      <a:pt x="119" y="24"/>
                    </a:cubicBezTo>
                    <a:cubicBezTo>
                      <a:pt x="124" y="25"/>
                      <a:pt x="127" y="29"/>
                      <a:pt x="131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8" name="Freeform 3453">
                <a:extLst>
                  <a:ext uri="{FF2B5EF4-FFF2-40B4-BE49-F238E27FC236}">
                    <a16:creationId xmlns:a16="http://schemas.microsoft.com/office/drawing/2014/main" id="{AB5A937C-4DBB-46CE-BF72-FE7D1511E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3510"/>
                <a:ext cx="85" cy="53"/>
              </a:xfrm>
              <a:custGeom>
                <a:avLst/>
                <a:gdLst>
                  <a:gd name="T0" fmla="*/ 0 w 77"/>
                  <a:gd name="T1" fmla="*/ 58 h 45"/>
                  <a:gd name="T2" fmla="*/ 79 w 77"/>
                  <a:gd name="T3" fmla="*/ 18 h 45"/>
                  <a:gd name="T4" fmla="*/ 104 w 7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5">
                    <a:moveTo>
                      <a:pt x="0" y="36"/>
                    </a:moveTo>
                    <a:cubicBezTo>
                      <a:pt x="19" y="45"/>
                      <a:pt x="45" y="22"/>
                      <a:pt x="59" y="11"/>
                    </a:cubicBezTo>
                    <a:cubicBezTo>
                      <a:pt x="65" y="7"/>
                      <a:pt x="71" y="2"/>
                      <a:pt x="77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9" name="Freeform 3454">
                <a:extLst>
                  <a:ext uri="{FF2B5EF4-FFF2-40B4-BE49-F238E27FC236}">
                    <a16:creationId xmlns:a16="http://schemas.microsoft.com/office/drawing/2014/main" id="{18713185-6A71-4FB0-9296-883CF4896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3515"/>
                <a:ext cx="99" cy="12"/>
              </a:xfrm>
              <a:custGeom>
                <a:avLst/>
                <a:gdLst>
                  <a:gd name="T0" fmla="*/ 120 w 90"/>
                  <a:gd name="T1" fmla="*/ 12 h 10"/>
                  <a:gd name="T2" fmla="*/ 79 w 90"/>
                  <a:gd name="T3" fmla="*/ 16 h 10"/>
                  <a:gd name="T4" fmla="*/ 37 w 90"/>
                  <a:gd name="T5" fmla="*/ 8 h 10"/>
                  <a:gd name="T6" fmla="*/ 0 w 90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0">
                    <a:moveTo>
                      <a:pt x="90" y="7"/>
                    </a:moveTo>
                    <a:cubicBezTo>
                      <a:pt x="82" y="6"/>
                      <a:pt x="69" y="10"/>
                      <a:pt x="59" y="9"/>
                    </a:cubicBezTo>
                    <a:cubicBezTo>
                      <a:pt x="48" y="8"/>
                      <a:pt x="39" y="6"/>
                      <a:pt x="28" y="5"/>
                    </a:cubicBezTo>
                    <a:cubicBezTo>
                      <a:pt x="20" y="4"/>
                      <a:pt x="8" y="0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0" name="Freeform 3455">
                <a:extLst>
                  <a:ext uri="{FF2B5EF4-FFF2-40B4-BE49-F238E27FC236}">
                    <a16:creationId xmlns:a16="http://schemas.microsoft.com/office/drawing/2014/main" id="{1BCAF9F0-72FB-42F7-99D9-B4F987A26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527"/>
                <a:ext cx="135" cy="21"/>
              </a:xfrm>
              <a:custGeom>
                <a:avLst/>
                <a:gdLst>
                  <a:gd name="T0" fmla="*/ 165 w 122"/>
                  <a:gd name="T1" fmla="*/ 29 h 18"/>
                  <a:gd name="T2" fmla="*/ 152 w 122"/>
                  <a:gd name="T3" fmla="*/ 25 h 18"/>
                  <a:gd name="T4" fmla="*/ 106 w 122"/>
                  <a:gd name="T5" fmla="*/ 8 h 18"/>
                  <a:gd name="T6" fmla="*/ 54 w 122"/>
                  <a:gd name="T7" fmla="*/ 6 h 18"/>
                  <a:gd name="T8" fmla="*/ 0 w 122"/>
                  <a:gd name="T9" fmla="*/ 2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8">
                    <a:moveTo>
                      <a:pt x="122" y="18"/>
                    </a:moveTo>
                    <a:cubicBezTo>
                      <a:pt x="118" y="18"/>
                      <a:pt x="116" y="16"/>
                      <a:pt x="112" y="15"/>
                    </a:cubicBezTo>
                    <a:cubicBezTo>
                      <a:pt x="101" y="11"/>
                      <a:pt x="90" y="8"/>
                      <a:pt x="79" y="5"/>
                    </a:cubicBezTo>
                    <a:cubicBezTo>
                      <a:pt x="65" y="2"/>
                      <a:pt x="54" y="0"/>
                      <a:pt x="40" y="3"/>
                    </a:cubicBezTo>
                    <a:cubicBezTo>
                      <a:pt x="26" y="7"/>
                      <a:pt x="14" y="13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1" name="Freeform 3456">
                <a:extLst>
                  <a:ext uri="{FF2B5EF4-FFF2-40B4-BE49-F238E27FC236}">
                    <a16:creationId xmlns:a16="http://schemas.microsoft.com/office/drawing/2014/main" id="{B7638292-B08B-49F7-B228-DCF438E60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" y="3560"/>
                <a:ext cx="49" cy="20"/>
              </a:xfrm>
              <a:custGeom>
                <a:avLst/>
                <a:gdLst>
                  <a:gd name="T0" fmla="*/ 61 w 44"/>
                  <a:gd name="T1" fmla="*/ 0 h 17"/>
                  <a:gd name="T2" fmla="*/ 0 w 44"/>
                  <a:gd name="T3" fmla="*/ 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7">
                    <a:moveTo>
                      <a:pt x="44" y="0"/>
                    </a:moveTo>
                    <a:cubicBezTo>
                      <a:pt x="27" y="1"/>
                      <a:pt x="15" y="12"/>
                      <a:pt x="0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2" name="Freeform 3457">
                <a:extLst>
                  <a:ext uri="{FF2B5EF4-FFF2-40B4-BE49-F238E27FC236}">
                    <a16:creationId xmlns:a16="http://schemas.microsoft.com/office/drawing/2014/main" id="{582F7149-8D80-4457-AA12-45E8B3820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715"/>
                <a:ext cx="57" cy="41"/>
              </a:xfrm>
              <a:custGeom>
                <a:avLst/>
                <a:gdLst>
                  <a:gd name="T0" fmla="*/ 18 w 52"/>
                  <a:gd name="T1" fmla="*/ 0 h 34"/>
                  <a:gd name="T2" fmla="*/ 11 w 52"/>
                  <a:gd name="T3" fmla="*/ 36 h 34"/>
                  <a:gd name="T4" fmla="*/ 18 w 52"/>
                  <a:gd name="T5" fmla="*/ 54 h 34"/>
                  <a:gd name="T6" fmla="*/ 42 w 52"/>
                  <a:gd name="T7" fmla="*/ 57 h 34"/>
                  <a:gd name="T8" fmla="*/ 67 w 52"/>
                  <a:gd name="T9" fmla="*/ 42 h 34"/>
                  <a:gd name="T10" fmla="*/ 62 w 52"/>
                  <a:gd name="T11" fmla="*/ 7 h 34"/>
                  <a:gd name="T12" fmla="*/ 43 w 52"/>
                  <a:gd name="T13" fmla="*/ 1 h 34"/>
                  <a:gd name="T14" fmla="*/ 20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0"/>
                    </a:moveTo>
                    <a:cubicBezTo>
                      <a:pt x="0" y="0"/>
                      <a:pt x="6" y="12"/>
                      <a:pt x="8" y="21"/>
                    </a:cubicBezTo>
                    <a:cubicBezTo>
                      <a:pt x="9" y="25"/>
                      <a:pt x="10" y="29"/>
                      <a:pt x="14" y="31"/>
                    </a:cubicBezTo>
                    <a:cubicBezTo>
                      <a:pt x="19" y="34"/>
                      <a:pt x="27" y="33"/>
                      <a:pt x="32" y="32"/>
                    </a:cubicBezTo>
                    <a:cubicBezTo>
                      <a:pt x="38" y="31"/>
                      <a:pt x="49" y="31"/>
                      <a:pt x="51" y="24"/>
                    </a:cubicBezTo>
                    <a:cubicBezTo>
                      <a:pt x="52" y="19"/>
                      <a:pt x="51" y="8"/>
                      <a:pt x="47" y="4"/>
                    </a:cubicBezTo>
                    <a:cubicBezTo>
                      <a:pt x="44" y="1"/>
                      <a:pt x="37" y="1"/>
                      <a:pt x="33" y="1"/>
                    </a:cubicBezTo>
                    <a:cubicBezTo>
                      <a:pt x="27" y="0"/>
                      <a:pt x="21" y="0"/>
                      <a:pt x="1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3" name="Freeform 3458">
                <a:extLst>
                  <a:ext uri="{FF2B5EF4-FFF2-40B4-BE49-F238E27FC236}">
                    <a16:creationId xmlns:a16="http://schemas.microsoft.com/office/drawing/2014/main" id="{79689D8C-406F-410A-9056-D65E0DC2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750"/>
                <a:ext cx="55" cy="30"/>
              </a:xfrm>
              <a:custGeom>
                <a:avLst/>
                <a:gdLst>
                  <a:gd name="T0" fmla="*/ 30 w 49"/>
                  <a:gd name="T1" fmla="*/ 8 h 26"/>
                  <a:gd name="T2" fmla="*/ 15 w 49"/>
                  <a:gd name="T3" fmla="*/ 3 h 26"/>
                  <a:gd name="T4" fmla="*/ 1 w 49"/>
                  <a:gd name="T5" fmla="*/ 9 h 26"/>
                  <a:gd name="T6" fmla="*/ 1 w 49"/>
                  <a:gd name="T7" fmla="*/ 24 h 26"/>
                  <a:gd name="T8" fmla="*/ 19 w 49"/>
                  <a:gd name="T9" fmla="*/ 38 h 26"/>
                  <a:gd name="T10" fmla="*/ 54 w 49"/>
                  <a:gd name="T11" fmla="*/ 37 h 26"/>
                  <a:gd name="T12" fmla="*/ 66 w 49"/>
                  <a:gd name="T13" fmla="*/ 16 h 26"/>
                  <a:gd name="T14" fmla="*/ 58 w 49"/>
                  <a:gd name="T15" fmla="*/ 0 h 26"/>
                  <a:gd name="T16" fmla="*/ 43 w 49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6">
                    <a:moveTo>
                      <a:pt x="21" y="5"/>
                    </a:moveTo>
                    <a:cubicBezTo>
                      <a:pt x="18" y="4"/>
                      <a:pt x="14" y="3"/>
                      <a:pt x="11" y="3"/>
                    </a:cubicBezTo>
                    <a:cubicBezTo>
                      <a:pt x="9" y="3"/>
                      <a:pt x="2" y="4"/>
                      <a:pt x="1" y="6"/>
                    </a:cubicBezTo>
                    <a:cubicBezTo>
                      <a:pt x="0" y="8"/>
                      <a:pt x="1" y="15"/>
                      <a:pt x="1" y="16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2" y="25"/>
                      <a:pt x="30" y="26"/>
                      <a:pt x="38" y="24"/>
                    </a:cubicBezTo>
                    <a:cubicBezTo>
                      <a:pt x="48" y="22"/>
                      <a:pt x="49" y="18"/>
                      <a:pt x="47" y="10"/>
                    </a:cubicBezTo>
                    <a:cubicBezTo>
                      <a:pt x="46" y="6"/>
                      <a:pt x="46" y="0"/>
                      <a:pt x="41" y="0"/>
                    </a:cubicBezTo>
                    <a:cubicBezTo>
                      <a:pt x="39" y="0"/>
                      <a:pt x="32" y="3"/>
                      <a:pt x="3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4" name="Freeform 3459">
                <a:extLst>
                  <a:ext uri="{FF2B5EF4-FFF2-40B4-BE49-F238E27FC236}">
                    <a16:creationId xmlns:a16="http://schemas.microsoft.com/office/drawing/2014/main" id="{CE736DA3-8C57-46B0-AADF-412048E3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714"/>
                <a:ext cx="61" cy="31"/>
              </a:xfrm>
              <a:custGeom>
                <a:avLst/>
                <a:gdLst>
                  <a:gd name="T0" fmla="*/ 16 w 55"/>
                  <a:gd name="T1" fmla="*/ 2 h 26"/>
                  <a:gd name="T2" fmla="*/ 2 w 55"/>
                  <a:gd name="T3" fmla="*/ 12 h 26"/>
                  <a:gd name="T4" fmla="*/ 2 w 55"/>
                  <a:gd name="T5" fmla="*/ 35 h 26"/>
                  <a:gd name="T6" fmla="*/ 22 w 55"/>
                  <a:gd name="T7" fmla="*/ 43 h 26"/>
                  <a:gd name="T8" fmla="*/ 54 w 55"/>
                  <a:gd name="T9" fmla="*/ 43 h 26"/>
                  <a:gd name="T10" fmla="*/ 75 w 55"/>
                  <a:gd name="T11" fmla="*/ 29 h 26"/>
                  <a:gd name="T12" fmla="*/ 70 w 55"/>
                  <a:gd name="T13" fmla="*/ 7 h 26"/>
                  <a:gd name="T14" fmla="*/ 49 w 55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6">
                    <a:moveTo>
                      <a:pt x="12" y="2"/>
                    </a:moveTo>
                    <a:cubicBezTo>
                      <a:pt x="9" y="0"/>
                      <a:pt x="3" y="4"/>
                      <a:pt x="2" y="7"/>
                    </a:cubicBezTo>
                    <a:cubicBezTo>
                      <a:pt x="0" y="10"/>
                      <a:pt x="1" y="17"/>
                      <a:pt x="2" y="20"/>
                    </a:cubicBezTo>
                    <a:cubicBezTo>
                      <a:pt x="4" y="25"/>
                      <a:pt x="10" y="25"/>
                      <a:pt x="16" y="25"/>
                    </a:cubicBezTo>
                    <a:cubicBezTo>
                      <a:pt x="24" y="25"/>
                      <a:pt x="32" y="26"/>
                      <a:pt x="40" y="25"/>
                    </a:cubicBezTo>
                    <a:cubicBezTo>
                      <a:pt x="45" y="25"/>
                      <a:pt x="54" y="23"/>
                      <a:pt x="55" y="17"/>
                    </a:cubicBezTo>
                    <a:cubicBezTo>
                      <a:pt x="55" y="14"/>
                      <a:pt x="53" y="7"/>
                      <a:pt x="51" y="4"/>
                    </a:cubicBezTo>
                    <a:cubicBezTo>
                      <a:pt x="47" y="0"/>
                      <a:pt x="40" y="2"/>
                      <a:pt x="3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5" name="Freeform 3460">
                <a:extLst>
                  <a:ext uri="{FF2B5EF4-FFF2-40B4-BE49-F238E27FC236}">
                    <a16:creationId xmlns:a16="http://schemas.microsoft.com/office/drawing/2014/main" id="{3BDB7690-DA80-40BC-A49D-F77CB02E3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777"/>
                <a:ext cx="8" cy="21"/>
              </a:xfrm>
              <a:custGeom>
                <a:avLst/>
                <a:gdLst>
                  <a:gd name="T0" fmla="*/ 10 w 7"/>
                  <a:gd name="T1" fmla="*/ 6 h 18"/>
                  <a:gd name="T2" fmla="*/ 1 w 7"/>
                  <a:gd name="T3" fmla="*/ 11 h 18"/>
                  <a:gd name="T4" fmla="*/ 1 w 7"/>
                  <a:gd name="T5" fmla="*/ 27 h 18"/>
                  <a:gd name="T6" fmla="*/ 3 w 7"/>
                  <a:gd name="T7" fmla="*/ 2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8">
                    <a:moveTo>
                      <a:pt x="7" y="3"/>
                    </a:moveTo>
                    <a:cubicBezTo>
                      <a:pt x="4" y="0"/>
                      <a:pt x="1" y="5"/>
                      <a:pt x="1" y="7"/>
                    </a:cubicBezTo>
                    <a:cubicBezTo>
                      <a:pt x="0" y="10"/>
                      <a:pt x="0" y="14"/>
                      <a:pt x="1" y="17"/>
                    </a:cubicBezTo>
                    <a:cubicBezTo>
                      <a:pt x="1" y="17"/>
                      <a:pt x="2" y="18"/>
                      <a:pt x="3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6" name="Freeform 3461">
                <a:extLst>
                  <a:ext uri="{FF2B5EF4-FFF2-40B4-BE49-F238E27FC236}">
                    <a16:creationId xmlns:a16="http://schemas.microsoft.com/office/drawing/2014/main" id="{C809E7DB-81AE-455A-8C9E-2ACE522B8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777"/>
                <a:ext cx="22" cy="20"/>
              </a:xfrm>
              <a:custGeom>
                <a:avLst/>
                <a:gdLst>
                  <a:gd name="T0" fmla="*/ 0 w 20"/>
                  <a:gd name="T1" fmla="*/ 0 h 17"/>
                  <a:gd name="T2" fmla="*/ 24 w 20"/>
                  <a:gd name="T3" fmla="*/ 11 h 17"/>
                  <a:gd name="T4" fmla="*/ 19 w 20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7" y="0"/>
                      <a:pt x="15" y="1"/>
                      <a:pt x="18" y="7"/>
                    </a:cubicBezTo>
                    <a:cubicBezTo>
                      <a:pt x="20" y="11"/>
                      <a:pt x="19" y="16"/>
                      <a:pt x="14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7" name="Freeform 3462">
                <a:extLst>
                  <a:ext uri="{FF2B5EF4-FFF2-40B4-BE49-F238E27FC236}">
                    <a16:creationId xmlns:a16="http://schemas.microsoft.com/office/drawing/2014/main" id="{032FDAD5-52C3-4D4E-AC0E-C478B5463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743"/>
                <a:ext cx="67" cy="33"/>
              </a:xfrm>
              <a:custGeom>
                <a:avLst/>
                <a:gdLst>
                  <a:gd name="T0" fmla="*/ 11 w 60"/>
                  <a:gd name="T1" fmla="*/ 1 h 28"/>
                  <a:gd name="T2" fmla="*/ 2 w 60"/>
                  <a:gd name="T3" fmla="*/ 13 h 28"/>
                  <a:gd name="T4" fmla="*/ 2 w 60"/>
                  <a:gd name="T5" fmla="*/ 25 h 28"/>
                  <a:gd name="T6" fmla="*/ 22 w 60"/>
                  <a:gd name="T7" fmla="*/ 44 h 28"/>
                  <a:gd name="T8" fmla="*/ 50 w 60"/>
                  <a:gd name="T9" fmla="*/ 33 h 28"/>
                  <a:gd name="T10" fmla="*/ 78 w 60"/>
                  <a:gd name="T11" fmla="*/ 24 h 28"/>
                  <a:gd name="T12" fmla="*/ 71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8" y="1"/>
                    </a:moveTo>
                    <a:cubicBezTo>
                      <a:pt x="5" y="1"/>
                      <a:pt x="3" y="5"/>
                      <a:pt x="2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5" y="23"/>
                      <a:pt x="6" y="28"/>
                      <a:pt x="16" y="26"/>
                    </a:cubicBezTo>
                    <a:cubicBezTo>
                      <a:pt x="23" y="24"/>
                      <a:pt x="29" y="21"/>
                      <a:pt x="36" y="20"/>
                    </a:cubicBezTo>
                    <a:cubicBezTo>
                      <a:pt x="41" y="19"/>
                      <a:pt x="51" y="19"/>
                      <a:pt x="56" y="14"/>
                    </a:cubicBezTo>
                    <a:cubicBezTo>
                      <a:pt x="60" y="10"/>
                      <a:pt x="58" y="0"/>
                      <a:pt x="5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8" name="Freeform 3463">
                <a:extLst>
                  <a:ext uri="{FF2B5EF4-FFF2-40B4-BE49-F238E27FC236}">
                    <a16:creationId xmlns:a16="http://schemas.microsoft.com/office/drawing/2014/main" id="{E80CD209-3142-4818-A0E0-53FA4189C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773"/>
                <a:ext cx="4" cy="7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0"/>
                      <a:pt x="0" y="5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9" name="Freeform 3464">
                <a:extLst>
                  <a:ext uri="{FF2B5EF4-FFF2-40B4-BE49-F238E27FC236}">
                    <a16:creationId xmlns:a16="http://schemas.microsoft.com/office/drawing/2014/main" id="{B7412802-E18B-4F69-A2B1-8779A2D96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757"/>
                <a:ext cx="16" cy="41"/>
              </a:xfrm>
              <a:custGeom>
                <a:avLst/>
                <a:gdLst>
                  <a:gd name="T0" fmla="*/ 0 w 14"/>
                  <a:gd name="T1" fmla="*/ 0 h 35"/>
                  <a:gd name="T2" fmla="*/ 15 w 14"/>
                  <a:gd name="T3" fmla="*/ 46 h 35"/>
                  <a:gd name="T4" fmla="*/ 3 w 14"/>
                  <a:gd name="T5" fmla="*/ 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5" y="9"/>
                      <a:pt x="14" y="16"/>
                      <a:pt x="10" y="28"/>
                    </a:cubicBezTo>
                    <a:cubicBezTo>
                      <a:pt x="9" y="31"/>
                      <a:pt x="7" y="34"/>
                      <a:pt x="3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0" name="Freeform 3465">
                <a:extLst>
                  <a:ext uri="{FF2B5EF4-FFF2-40B4-BE49-F238E27FC236}">
                    <a16:creationId xmlns:a16="http://schemas.microsoft.com/office/drawing/2014/main" id="{9E37EDE9-1626-409B-9B6A-35AB15270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714"/>
                <a:ext cx="64" cy="24"/>
              </a:xfrm>
              <a:custGeom>
                <a:avLst/>
                <a:gdLst>
                  <a:gd name="T0" fmla="*/ 4 w 58"/>
                  <a:gd name="T1" fmla="*/ 0 h 20"/>
                  <a:gd name="T2" fmla="*/ 4 w 58"/>
                  <a:gd name="T3" fmla="*/ 24 h 20"/>
                  <a:gd name="T4" fmla="*/ 34 w 58"/>
                  <a:gd name="T5" fmla="*/ 35 h 20"/>
                  <a:gd name="T6" fmla="*/ 63 w 58"/>
                  <a:gd name="T7" fmla="*/ 29 h 20"/>
                  <a:gd name="T8" fmla="*/ 77 w 58"/>
                  <a:gd name="T9" fmla="*/ 20 h 20"/>
                  <a:gd name="T10" fmla="*/ 74 w 58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4" y="0"/>
                    </a:moveTo>
                    <a:cubicBezTo>
                      <a:pt x="0" y="4"/>
                      <a:pt x="2" y="11"/>
                      <a:pt x="4" y="14"/>
                    </a:cubicBezTo>
                    <a:cubicBezTo>
                      <a:pt x="8" y="20"/>
                      <a:pt x="18" y="20"/>
                      <a:pt x="25" y="20"/>
                    </a:cubicBezTo>
                    <a:cubicBezTo>
                      <a:pt x="33" y="20"/>
                      <a:pt x="39" y="18"/>
                      <a:pt x="47" y="17"/>
                    </a:cubicBezTo>
                    <a:cubicBezTo>
                      <a:pt x="52" y="16"/>
                      <a:pt x="56" y="17"/>
                      <a:pt x="57" y="12"/>
                    </a:cubicBezTo>
                    <a:cubicBezTo>
                      <a:pt x="58" y="9"/>
                      <a:pt x="58" y="2"/>
                      <a:pt x="5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1" name="Freeform 3466">
                <a:extLst>
                  <a:ext uri="{FF2B5EF4-FFF2-40B4-BE49-F238E27FC236}">
                    <a16:creationId xmlns:a16="http://schemas.microsoft.com/office/drawing/2014/main" id="{FACA91C6-D690-4569-8D0A-F3B3C1440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756"/>
                <a:ext cx="50" cy="41"/>
              </a:xfrm>
              <a:custGeom>
                <a:avLst/>
                <a:gdLst>
                  <a:gd name="T0" fmla="*/ 8 w 45"/>
                  <a:gd name="T1" fmla="*/ 56 h 35"/>
                  <a:gd name="T2" fmla="*/ 3 w 45"/>
                  <a:gd name="T3" fmla="*/ 22 h 35"/>
                  <a:gd name="T4" fmla="*/ 2 w 45"/>
                  <a:gd name="T5" fmla="*/ 11 h 35"/>
                  <a:gd name="T6" fmla="*/ 29 w 45"/>
                  <a:gd name="T7" fmla="*/ 2 h 35"/>
                  <a:gd name="T8" fmla="*/ 53 w 45"/>
                  <a:gd name="T9" fmla="*/ 2 h 35"/>
                  <a:gd name="T10" fmla="*/ 62 w 45"/>
                  <a:gd name="T11" fmla="*/ 29 h 35"/>
                  <a:gd name="T12" fmla="*/ 54 w 45"/>
                  <a:gd name="T13" fmla="*/ 5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5">
                    <a:moveTo>
                      <a:pt x="5" y="35"/>
                    </a:moveTo>
                    <a:cubicBezTo>
                      <a:pt x="1" y="29"/>
                      <a:pt x="4" y="21"/>
                      <a:pt x="3" y="14"/>
                    </a:cubicBezTo>
                    <a:cubicBezTo>
                      <a:pt x="2" y="12"/>
                      <a:pt x="0" y="9"/>
                      <a:pt x="2" y="7"/>
                    </a:cubicBezTo>
                    <a:cubicBezTo>
                      <a:pt x="5" y="3"/>
                      <a:pt x="16" y="3"/>
                      <a:pt x="21" y="2"/>
                    </a:cubicBezTo>
                    <a:cubicBezTo>
                      <a:pt x="26" y="1"/>
                      <a:pt x="34" y="0"/>
                      <a:pt x="39" y="2"/>
                    </a:cubicBezTo>
                    <a:cubicBezTo>
                      <a:pt x="44" y="5"/>
                      <a:pt x="45" y="12"/>
                      <a:pt x="45" y="18"/>
                    </a:cubicBezTo>
                    <a:cubicBezTo>
                      <a:pt x="44" y="23"/>
                      <a:pt x="44" y="33"/>
                      <a:pt x="40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2" name="Freeform 3467">
                <a:extLst>
                  <a:ext uri="{FF2B5EF4-FFF2-40B4-BE49-F238E27FC236}">
                    <a16:creationId xmlns:a16="http://schemas.microsoft.com/office/drawing/2014/main" id="{4CABF797-9D9A-4635-85C7-74568AF65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712"/>
                <a:ext cx="56" cy="31"/>
              </a:xfrm>
              <a:custGeom>
                <a:avLst/>
                <a:gdLst>
                  <a:gd name="T0" fmla="*/ 3 w 51"/>
                  <a:gd name="T1" fmla="*/ 2 h 26"/>
                  <a:gd name="T2" fmla="*/ 5 w 51"/>
                  <a:gd name="T3" fmla="*/ 35 h 26"/>
                  <a:gd name="T4" fmla="*/ 25 w 51"/>
                  <a:gd name="T5" fmla="*/ 35 h 26"/>
                  <a:gd name="T6" fmla="*/ 44 w 51"/>
                  <a:gd name="T7" fmla="*/ 37 h 26"/>
                  <a:gd name="T8" fmla="*/ 58 w 51"/>
                  <a:gd name="T9" fmla="*/ 44 h 26"/>
                  <a:gd name="T10" fmla="*/ 67 w 51"/>
                  <a:gd name="T11" fmla="*/ 29 h 26"/>
                  <a:gd name="T12" fmla="*/ 57 w 51"/>
                  <a:gd name="T13" fmla="*/ 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6">
                    <a:moveTo>
                      <a:pt x="3" y="2"/>
                    </a:moveTo>
                    <a:cubicBezTo>
                      <a:pt x="2" y="6"/>
                      <a:pt x="0" y="18"/>
                      <a:pt x="5" y="20"/>
                    </a:cubicBezTo>
                    <a:cubicBezTo>
                      <a:pt x="8" y="22"/>
                      <a:pt x="16" y="21"/>
                      <a:pt x="19" y="20"/>
                    </a:cubicBezTo>
                    <a:cubicBezTo>
                      <a:pt x="24" y="20"/>
                      <a:pt x="29" y="19"/>
                      <a:pt x="33" y="22"/>
                    </a:cubicBezTo>
                    <a:cubicBezTo>
                      <a:pt x="37" y="23"/>
                      <a:pt x="40" y="26"/>
                      <a:pt x="44" y="26"/>
                    </a:cubicBezTo>
                    <a:cubicBezTo>
                      <a:pt x="48" y="25"/>
                      <a:pt x="51" y="21"/>
                      <a:pt x="51" y="17"/>
                    </a:cubicBezTo>
                    <a:cubicBezTo>
                      <a:pt x="51" y="14"/>
                      <a:pt x="49" y="0"/>
                      <a:pt x="4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3" name="Freeform 3468">
                <a:extLst>
                  <a:ext uri="{FF2B5EF4-FFF2-40B4-BE49-F238E27FC236}">
                    <a16:creationId xmlns:a16="http://schemas.microsoft.com/office/drawing/2014/main" id="{A8135F16-2F60-4936-AF5E-49A476818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732"/>
                <a:ext cx="53" cy="33"/>
              </a:xfrm>
              <a:custGeom>
                <a:avLst/>
                <a:gdLst>
                  <a:gd name="T0" fmla="*/ 8 w 48"/>
                  <a:gd name="T1" fmla="*/ 8 h 28"/>
                  <a:gd name="T2" fmla="*/ 1 w 48"/>
                  <a:gd name="T3" fmla="*/ 17 h 28"/>
                  <a:gd name="T4" fmla="*/ 3 w 48"/>
                  <a:gd name="T5" fmla="*/ 38 h 28"/>
                  <a:gd name="T6" fmla="*/ 36 w 48"/>
                  <a:gd name="T7" fmla="*/ 38 h 28"/>
                  <a:gd name="T8" fmla="*/ 63 w 48"/>
                  <a:gd name="T9" fmla="*/ 24 h 28"/>
                  <a:gd name="T10" fmla="*/ 56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5" y="4"/>
                      <a:pt x="2" y="8"/>
                      <a:pt x="1" y="10"/>
                    </a:cubicBezTo>
                    <a:cubicBezTo>
                      <a:pt x="0" y="13"/>
                      <a:pt x="0" y="20"/>
                      <a:pt x="3" y="23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4" y="23"/>
                      <a:pt x="44" y="23"/>
                      <a:pt x="47" y="14"/>
                    </a:cubicBezTo>
                    <a:cubicBezTo>
                      <a:pt x="47" y="11"/>
                      <a:pt x="48" y="0"/>
                      <a:pt x="42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4" name="Freeform 3469">
                <a:extLst>
                  <a:ext uri="{FF2B5EF4-FFF2-40B4-BE49-F238E27FC236}">
                    <a16:creationId xmlns:a16="http://schemas.microsoft.com/office/drawing/2014/main" id="{81E3EB54-45CC-4F6D-BF55-50FB08430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715"/>
                <a:ext cx="57" cy="41"/>
              </a:xfrm>
              <a:custGeom>
                <a:avLst/>
                <a:gdLst>
                  <a:gd name="T0" fmla="*/ 18 w 52"/>
                  <a:gd name="T1" fmla="*/ 0 h 34"/>
                  <a:gd name="T2" fmla="*/ 11 w 52"/>
                  <a:gd name="T3" fmla="*/ 36 h 34"/>
                  <a:gd name="T4" fmla="*/ 16 w 52"/>
                  <a:gd name="T5" fmla="*/ 54 h 34"/>
                  <a:gd name="T6" fmla="*/ 42 w 52"/>
                  <a:gd name="T7" fmla="*/ 57 h 34"/>
                  <a:gd name="T8" fmla="*/ 67 w 52"/>
                  <a:gd name="T9" fmla="*/ 42 h 34"/>
                  <a:gd name="T10" fmla="*/ 62 w 52"/>
                  <a:gd name="T11" fmla="*/ 7 h 34"/>
                  <a:gd name="T12" fmla="*/ 43 w 52"/>
                  <a:gd name="T13" fmla="*/ 1 h 34"/>
                  <a:gd name="T14" fmla="*/ 20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0"/>
                    </a:moveTo>
                    <a:cubicBezTo>
                      <a:pt x="0" y="0"/>
                      <a:pt x="6" y="12"/>
                      <a:pt x="8" y="21"/>
                    </a:cubicBezTo>
                    <a:cubicBezTo>
                      <a:pt x="9" y="25"/>
                      <a:pt x="9" y="29"/>
                      <a:pt x="13" y="31"/>
                    </a:cubicBezTo>
                    <a:cubicBezTo>
                      <a:pt x="18" y="34"/>
                      <a:pt x="27" y="33"/>
                      <a:pt x="32" y="32"/>
                    </a:cubicBezTo>
                    <a:cubicBezTo>
                      <a:pt x="38" y="31"/>
                      <a:pt x="49" y="31"/>
                      <a:pt x="51" y="24"/>
                    </a:cubicBezTo>
                    <a:cubicBezTo>
                      <a:pt x="52" y="19"/>
                      <a:pt x="51" y="8"/>
                      <a:pt x="47" y="4"/>
                    </a:cubicBezTo>
                    <a:cubicBezTo>
                      <a:pt x="44" y="1"/>
                      <a:pt x="37" y="1"/>
                      <a:pt x="33" y="1"/>
                    </a:cubicBezTo>
                    <a:cubicBezTo>
                      <a:pt x="27" y="0"/>
                      <a:pt x="21" y="0"/>
                      <a:pt x="1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5" name="Freeform 3470">
                <a:extLst>
                  <a:ext uri="{FF2B5EF4-FFF2-40B4-BE49-F238E27FC236}">
                    <a16:creationId xmlns:a16="http://schemas.microsoft.com/office/drawing/2014/main" id="{D7AF72E0-543A-437E-90A9-2C32F4B4F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750"/>
                <a:ext cx="54" cy="30"/>
              </a:xfrm>
              <a:custGeom>
                <a:avLst/>
                <a:gdLst>
                  <a:gd name="T0" fmla="*/ 28 w 49"/>
                  <a:gd name="T1" fmla="*/ 8 h 26"/>
                  <a:gd name="T2" fmla="*/ 13 w 49"/>
                  <a:gd name="T3" fmla="*/ 3 h 26"/>
                  <a:gd name="T4" fmla="*/ 1 w 49"/>
                  <a:gd name="T5" fmla="*/ 9 h 26"/>
                  <a:gd name="T6" fmla="*/ 1 w 49"/>
                  <a:gd name="T7" fmla="*/ 24 h 26"/>
                  <a:gd name="T8" fmla="*/ 17 w 49"/>
                  <a:gd name="T9" fmla="*/ 38 h 26"/>
                  <a:gd name="T10" fmla="*/ 51 w 49"/>
                  <a:gd name="T11" fmla="*/ 37 h 26"/>
                  <a:gd name="T12" fmla="*/ 63 w 49"/>
                  <a:gd name="T13" fmla="*/ 16 h 26"/>
                  <a:gd name="T14" fmla="*/ 55 w 49"/>
                  <a:gd name="T15" fmla="*/ 0 h 26"/>
                  <a:gd name="T16" fmla="*/ 40 w 49"/>
                  <a:gd name="T17" fmla="*/ 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6">
                    <a:moveTo>
                      <a:pt x="21" y="5"/>
                    </a:moveTo>
                    <a:cubicBezTo>
                      <a:pt x="18" y="4"/>
                      <a:pt x="14" y="3"/>
                      <a:pt x="10" y="3"/>
                    </a:cubicBezTo>
                    <a:cubicBezTo>
                      <a:pt x="8" y="3"/>
                      <a:pt x="2" y="4"/>
                      <a:pt x="1" y="6"/>
                    </a:cubicBezTo>
                    <a:cubicBezTo>
                      <a:pt x="0" y="8"/>
                      <a:pt x="1" y="15"/>
                      <a:pt x="1" y="16"/>
                    </a:cubicBezTo>
                    <a:cubicBezTo>
                      <a:pt x="2" y="24"/>
                      <a:pt x="6" y="25"/>
                      <a:pt x="13" y="25"/>
                    </a:cubicBezTo>
                    <a:cubicBezTo>
                      <a:pt x="22" y="25"/>
                      <a:pt x="30" y="26"/>
                      <a:pt x="38" y="24"/>
                    </a:cubicBezTo>
                    <a:cubicBezTo>
                      <a:pt x="48" y="22"/>
                      <a:pt x="49" y="18"/>
                      <a:pt x="47" y="10"/>
                    </a:cubicBezTo>
                    <a:cubicBezTo>
                      <a:pt x="46" y="6"/>
                      <a:pt x="46" y="0"/>
                      <a:pt x="41" y="0"/>
                    </a:cubicBezTo>
                    <a:cubicBezTo>
                      <a:pt x="39" y="0"/>
                      <a:pt x="32" y="3"/>
                      <a:pt x="3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6" name="Freeform 3471">
                <a:extLst>
                  <a:ext uri="{FF2B5EF4-FFF2-40B4-BE49-F238E27FC236}">
                    <a16:creationId xmlns:a16="http://schemas.microsoft.com/office/drawing/2014/main" id="{41EEABE2-1DD4-4934-BB8F-64BA201B3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714"/>
                <a:ext cx="61" cy="31"/>
              </a:xfrm>
              <a:custGeom>
                <a:avLst/>
                <a:gdLst>
                  <a:gd name="T0" fmla="*/ 16 w 55"/>
                  <a:gd name="T1" fmla="*/ 2 h 26"/>
                  <a:gd name="T2" fmla="*/ 2 w 55"/>
                  <a:gd name="T3" fmla="*/ 12 h 26"/>
                  <a:gd name="T4" fmla="*/ 2 w 55"/>
                  <a:gd name="T5" fmla="*/ 35 h 26"/>
                  <a:gd name="T6" fmla="*/ 22 w 55"/>
                  <a:gd name="T7" fmla="*/ 43 h 26"/>
                  <a:gd name="T8" fmla="*/ 54 w 55"/>
                  <a:gd name="T9" fmla="*/ 43 h 26"/>
                  <a:gd name="T10" fmla="*/ 75 w 55"/>
                  <a:gd name="T11" fmla="*/ 29 h 26"/>
                  <a:gd name="T12" fmla="*/ 68 w 55"/>
                  <a:gd name="T13" fmla="*/ 7 h 26"/>
                  <a:gd name="T14" fmla="*/ 48 w 55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6">
                    <a:moveTo>
                      <a:pt x="12" y="2"/>
                    </a:moveTo>
                    <a:cubicBezTo>
                      <a:pt x="9" y="0"/>
                      <a:pt x="3" y="4"/>
                      <a:pt x="2" y="7"/>
                    </a:cubicBezTo>
                    <a:cubicBezTo>
                      <a:pt x="0" y="10"/>
                      <a:pt x="1" y="17"/>
                      <a:pt x="2" y="20"/>
                    </a:cubicBezTo>
                    <a:cubicBezTo>
                      <a:pt x="4" y="25"/>
                      <a:pt x="10" y="25"/>
                      <a:pt x="16" y="25"/>
                    </a:cubicBezTo>
                    <a:cubicBezTo>
                      <a:pt x="23" y="25"/>
                      <a:pt x="32" y="26"/>
                      <a:pt x="40" y="25"/>
                    </a:cubicBezTo>
                    <a:cubicBezTo>
                      <a:pt x="45" y="25"/>
                      <a:pt x="54" y="23"/>
                      <a:pt x="55" y="17"/>
                    </a:cubicBezTo>
                    <a:cubicBezTo>
                      <a:pt x="55" y="14"/>
                      <a:pt x="53" y="7"/>
                      <a:pt x="50" y="4"/>
                    </a:cubicBezTo>
                    <a:cubicBezTo>
                      <a:pt x="47" y="0"/>
                      <a:pt x="40" y="2"/>
                      <a:pt x="3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7" name="Freeform 3472">
                <a:extLst>
                  <a:ext uri="{FF2B5EF4-FFF2-40B4-BE49-F238E27FC236}">
                    <a16:creationId xmlns:a16="http://schemas.microsoft.com/office/drawing/2014/main" id="{F818256A-FC0C-4194-9FA5-4E1CCD55C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777"/>
                <a:ext cx="22" cy="20"/>
              </a:xfrm>
              <a:custGeom>
                <a:avLst/>
                <a:gdLst>
                  <a:gd name="T0" fmla="*/ 0 w 20"/>
                  <a:gd name="T1" fmla="*/ 0 h 17"/>
                  <a:gd name="T2" fmla="*/ 23 w 20"/>
                  <a:gd name="T3" fmla="*/ 11 h 17"/>
                  <a:gd name="T4" fmla="*/ 19 w 20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6" y="0"/>
                      <a:pt x="15" y="1"/>
                      <a:pt x="17" y="7"/>
                    </a:cubicBezTo>
                    <a:cubicBezTo>
                      <a:pt x="20" y="11"/>
                      <a:pt x="19" y="16"/>
                      <a:pt x="14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8" name="Freeform 3473">
                <a:extLst>
                  <a:ext uri="{FF2B5EF4-FFF2-40B4-BE49-F238E27FC236}">
                    <a16:creationId xmlns:a16="http://schemas.microsoft.com/office/drawing/2014/main" id="{A507B611-0AE8-40DB-BE64-6A4BB2534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743"/>
                <a:ext cx="66" cy="33"/>
              </a:xfrm>
              <a:custGeom>
                <a:avLst/>
                <a:gdLst>
                  <a:gd name="T0" fmla="*/ 10 w 60"/>
                  <a:gd name="T1" fmla="*/ 1 h 28"/>
                  <a:gd name="T2" fmla="*/ 2 w 60"/>
                  <a:gd name="T3" fmla="*/ 13 h 28"/>
                  <a:gd name="T4" fmla="*/ 2 w 60"/>
                  <a:gd name="T5" fmla="*/ 25 h 28"/>
                  <a:gd name="T6" fmla="*/ 22 w 60"/>
                  <a:gd name="T7" fmla="*/ 44 h 28"/>
                  <a:gd name="T8" fmla="*/ 48 w 60"/>
                  <a:gd name="T9" fmla="*/ 33 h 28"/>
                  <a:gd name="T10" fmla="*/ 74 w 60"/>
                  <a:gd name="T11" fmla="*/ 24 h 28"/>
                  <a:gd name="T12" fmla="*/ 68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5" y="1"/>
                      <a:pt x="3" y="5"/>
                      <a:pt x="2" y="8"/>
                    </a:cubicBezTo>
                    <a:cubicBezTo>
                      <a:pt x="0" y="11"/>
                      <a:pt x="1" y="12"/>
                      <a:pt x="2" y="15"/>
                    </a:cubicBezTo>
                    <a:cubicBezTo>
                      <a:pt x="5" y="23"/>
                      <a:pt x="6" y="28"/>
                      <a:pt x="16" y="26"/>
                    </a:cubicBezTo>
                    <a:cubicBezTo>
                      <a:pt x="23" y="24"/>
                      <a:pt x="29" y="21"/>
                      <a:pt x="36" y="20"/>
                    </a:cubicBezTo>
                    <a:cubicBezTo>
                      <a:pt x="41" y="19"/>
                      <a:pt x="51" y="19"/>
                      <a:pt x="55" y="14"/>
                    </a:cubicBezTo>
                    <a:cubicBezTo>
                      <a:pt x="60" y="10"/>
                      <a:pt x="58" y="0"/>
                      <a:pt x="5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9" name="Freeform 3474">
                <a:extLst>
                  <a:ext uri="{FF2B5EF4-FFF2-40B4-BE49-F238E27FC236}">
                    <a16:creationId xmlns:a16="http://schemas.microsoft.com/office/drawing/2014/main" id="{4B70D8B3-80DB-4F92-9C0C-0CBB15797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773"/>
                <a:ext cx="5" cy="7"/>
              </a:xfrm>
              <a:custGeom>
                <a:avLst/>
                <a:gdLst>
                  <a:gd name="T0" fmla="*/ 8 w 4"/>
                  <a:gd name="T1" fmla="*/ 0 h 6"/>
                  <a:gd name="T2" fmla="*/ 1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0" y="5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0" name="Freeform 3475">
                <a:extLst>
                  <a:ext uri="{FF2B5EF4-FFF2-40B4-BE49-F238E27FC236}">
                    <a16:creationId xmlns:a16="http://schemas.microsoft.com/office/drawing/2014/main" id="{EFD2F8D7-757F-4AFF-A22A-FADFE81CF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757"/>
                <a:ext cx="17" cy="41"/>
              </a:xfrm>
              <a:custGeom>
                <a:avLst/>
                <a:gdLst>
                  <a:gd name="T0" fmla="*/ 0 w 15"/>
                  <a:gd name="T1" fmla="*/ 0 h 35"/>
                  <a:gd name="T2" fmla="*/ 16 w 15"/>
                  <a:gd name="T3" fmla="*/ 46 h 35"/>
                  <a:gd name="T4" fmla="*/ 7 w 15"/>
                  <a:gd name="T5" fmla="*/ 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5">
                    <a:moveTo>
                      <a:pt x="0" y="0"/>
                    </a:moveTo>
                    <a:cubicBezTo>
                      <a:pt x="6" y="9"/>
                      <a:pt x="15" y="16"/>
                      <a:pt x="11" y="28"/>
                    </a:cubicBezTo>
                    <a:cubicBezTo>
                      <a:pt x="10" y="31"/>
                      <a:pt x="8" y="34"/>
                      <a:pt x="4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1" name="Freeform 3476">
                <a:extLst>
                  <a:ext uri="{FF2B5EF4-FFF2-40B4-BE49-F238E27FC236}">
                    <a16:creationId xmlns:a16="http://schemas.microsoft.com/office/drawing/2014/main" id="{4ED79CD2-B153-4C70-B4B8-CB8D1D6D2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714"/>
                <a:ext cx="64" cy="24"/>
              </a:xfrm>
              <a:custGeom>
                <a:avLst/>
                <a:gdLst>
                  <a:gd name="T0" fmla="*/ 4 w 58"/>
                  <a:gd name="T1" fmla="*/ 0 h 20"/>
                  <a:gd name="T2" fmla="*/ 4 w 58"/>
                  <a:gd name="T3" fmla="*/ 24 h 20"/>
                  <a:gd name="T4" fmla="*/ 34 w 58"/>
                  <a:gd name="T5" fmla="*/ 35 h 20"/>
                  <a:gd name="T6" fmla="*/ 63 w 58"/>
                  <a:gd name="T7" fmla="*/ 29 h 20"/>
                  <a:gd name="T8" fmla="*/ 77 w 58"/>
                  <a:gd name="T9" fmla="*/ 20 h 20"/>
                  <a:gd name="T10" fmla="*/ 73 w 58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4" y="0"/>
                    </a:moveTo>
                    <a:cubicBezTo>
                      <a:pt x="0" y="4"/>
                      <a:pt x="2" y="11"/>
                      <a:pt x="4" y="14"/>
                    </a:cubicBezTo>
                    <a:cubicBezTo>
                      <a:pt x="8" y="20"/>
                      <a:pt x="18" y="20"/>
                      <a:pt x="25" y="20"/>
                    </a:cubicBezTo>
                    <a:cubicBezTo>
                      <a:pt x="32" y="20"/>
                      <a:pt x="39" y="18"/>
                      <a:pt x="47" y="17"/>
                    </a:cubicBezTo>
                    <a:cubicBezTo>
                      <a:pt x="52" y="16"/>
                      <a:pt x="55" y="17"/>
                      <a:pt x="57" y="12"/>
                    </a:cubicBezTo>
                    <a:cubicBezTo>
                      <a:pt x="58" y="9"/>
                      <a:pt x="58" y="2"/>
                      <a:pt x="5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2" name="Freeform 3477">
                <a:extLst>
                  <a:ext uri="{FF2B5EF4-FFF2-40B4-BE49-F238E27FC236}">
                    <a16:creationId xmlns:a16="http://schemas.microsoft.com/office/drawing/2014/main" id="{ACA51DC2-50EB-4A3E-9E8B-53A56DA01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756"/>
                <a:ext cx="50" cy="41"/>
              </a:xfrm>
              <a:custGeom>
                <a:avLst/>
                <a:gdLst>
                  <a:gd name="T0" fmla="*/ 8 w 45"/>
                  <a:gd name="T1" fmla="*/ 56 h 35"/>
                  <a:gd name="T2" fmla="*/ 2 w 45"/>
                  <a:gd name="T3" fmla="*/ 22 h 35"/>
                  <a:gd name="T4" fmla="*/ 2 w 45"/>
                  <a:gd name="T5" fmla="*/ 11 h 35"/>
                  <a:gd name="T6" fmla="*/ 29 w 45"/>
                  <a:gd name="T7" fmla="*/ 2 h 35"/>
                  <a:gd name="T8" fmla="*/ 52 w 45"/>
                  <a:gd name="T9" fmla="*/ 2 h 35"/>
                  <a:gd name="T10" fmla="*/ 60 w 45"/>
                  <a:gd name="T11" fmla="*/ 29 h 35"/>
                  <a:gd name="T12" fmla="*/ 54 w 45"/>
                  <a:gd name="T13" fmla="*/ 5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5">
                    <a:moveTo>
                      <a:pt x="5" y="35"/>
                    </a:moveTo>
                    <a:cubicBezTo>
                      <a:pt x="1" y="29"/>
                      <a:pt x="4" y="21"/>
                      <a:pt x="2" y="14"/>
                    </a:cubicBezTo>
                    <a:cubicBezTo>
                      <a:pt x="2" y="12"/>
                      <a:pt x="0" y="9"/>
                      <a:pt x="2" y="7"/>
                    </a:cubicBezTo>
                    <a:cubicBezTo>
                      <a:pt x="5" y="3"/>
                      <a:pt x="16" y="3"/>
                      <a:pt x="21" y="2"/>
                    </a:cubicBezTo>
                    <a:cubicBezTo>
                      <a:pt x="26" y="1"/>
                      <a:pt x="34" y="0"/>
                      <a:pt x="38" y="2"/>
                    </a:cubicBezTo>
                    <a:cubicBezTo>
                      <a:pt x="44" y="5"/>
                      <a:pt x="45" y="12"/>
                      <a:pt x="44" y="18"/>
                    </a:cubicBezTo>
                    <a:cubicBezTo>
                      <a:pt x="44" y="23"/>
                      <a:pt x="44" y="33"/>
                      <a:pt x="40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3" name="Freeform 3478">
                <a:extLst>
                  <a:ext uri="{FF2B5EF4-FFF2-40B4-BE49-F238E27FC236}">
                    <a16:creationId xmlns:a16="http://schemas.microsoft.com/office/drawing/2014/main" id="{7C5AD69C-0049-4FD9-91C8-FF2367730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732"/>
                <a:ext cx="53" cy="33"/>
              </a:xfrm>
              <a:custGeom>
                <a:avLst/>
                <a:gdLst>
                  <a:gd name="T0" fmla="*/ 8 w 48"/>
                  <a:gd name="T1" fmla="*/ 8 h 28"/>
                  <a:gd name="T2" fmla="*/ 1 w 48"/>
                  <a:gd name="T3" fmla="*/ 17 h 28"/>
                  <a:gd name="T4" fmla="*/ 3 w 48"/>
                  <a:gd name="T5" fmla="*/ 38 h 28"/>
                  <a:gd name="T6" fmla="*/ 36 w 48"/>
                  <a:gd name="T7" fmla="*/ 38 h 28"/>
                  <a:gd name="T8" fmla="*/ 62 w 48"/>
                  <a:gd name="T9" fmla="*/ 24 h 28"/>
                  <a:gd name="T10" fmla="*/ 56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4" y="4"/>
                      <a:pt x="2" y="8"/>
                      <a:pt x="1" y="10"/>
                    </a:cubicBezTo>
                    <a:cubicBezTo>
                      <a:pt x="0" y="13"/>
                      <a:pt x="0" y="20"/>
                      <a:pt x="3" y="23"/>
                    </a:cubicBezTo>
                    <a:cubicBezTo>
                      <a:pt x="7" y="28"/>
                      <a:pt x="21" y="23"/>
                      <a:pt x="27" y="23"/>
                    </a:cubicBezTo>
                    <a:cubicBezTo>
                      <a:pt x="34" y="23"/>
                      <a:pt x="44" y="23"/>
                      <a:pt x="46" y="14"/>
                    </a:cubicBezTo>
                    <a:cubicBezTo>
                      <a:pt x="47" y="11"/>
                      <a:pt x="48" y="0"/>
                      <a:pt x="42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4" name="Freeform 3479">
                <a:extLst>
                  <a:ext uri="{FF2B5EF4-FFF2-40B4-BE49-F238E27FC236}">
                    <a16:creationId xmlns:a16="http://schemas.microsoft.com/office/drawing/2014/main" id="{12D6AA57-F1FA-4358-9CFC-8ADDE5E12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736"/>
                <a:ext cx="7" cy="9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5" name="Freeform 3480">
                <a:extLst>
                  <a:ext uri="{FF2B5EF4-FFF2-40B4-BE49-F238E27FC236}">
                    <a16:creationId xmlns:a16="http://schemas.microsoft.com/office/drawing/2014/main" id="{FC98AE8F-B2EC-4C28-8AB4-63B678F8F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41"/>
                <a:ext cx="69" cy="26"/>
              </a:xfrm>
              <a:custGeom>
                <a:avLst/>
                <a:gdLst>
                  <a:gd name="T0" fmla="*/ 58 w 63"/>
                  <a:gd name="T1" fmla="*/ 2 h 22"/>
                  <a:gd name="T2" fmla="*/ 74 w 63"/>
                  <a:gd name="T3" fmla="*/ 26 h 22"/>
                  <a:gd name="T4" fmla="*/ 60 w 63"/>
                  <a:gd name="T5" fmla="*/ 33 h 22"/>
                  <a:gd name="T6" fmla="*/ 37 w 63"/>
                  <a:gd name="T7" fmla="*/ 35 h 22"/>
                  <a:gd name="T8" fmla="*/ 11 w 63"/>
                  <a:gd name="T9" fmla="*/ 31 h 22"/>
                  <a:gd name="T10" fmla="*/ 0 w 63"/>
                  <a:gd name="T11" fmla="*/ 3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2">
                    <a:moveTo>
                      <a:pt x="44" y="2"/>
                    </a:moveTo>
                    <a:cubicBezTo>
                      <a:pt x="50" y="0"/>
                      <a:pt x="63" y="9"/>
                      <a:pt x="57" y="16"/>
                    </a:cubicBezTo>
                    <a:cubicBezTo>
                      <a:pt x="55" y="19"/>
                      <a:pt x="49" y="20"/>
                      <a:pt x="46" y="20"/>
                    </a:cubicBezTo>
                    <a:cubicBezTo>
                      <a:pt x="40" y="22"/>
                      <a:pt x="35" y="21"/>
                      <a:pt x="28" y="21"/>
                    </a:cubicBezTo>
                    <a:cubicBezTo>
                      <a:pt x="22" y="21"/>
                      <a:pt x="15" y="20"/>
                      <a:pt x="8" y="19"/>
                    </a:cubicBezTo>
                    <a:cubicBezTo>
                      <a:pt x="6" y="19"/>
                      <a:pt x="1" y="21"/>
                      <a:pt x="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6" name="Freeform 3481">
                <a:extLst>
                  <a:ext uri="{FF2B5EF4-FFF2-40B4-BE49-F238E27FC236}">
                    <a16:creationId xmlns:a16="http://schemas.microsoft.com/office/drawing/2014/main" id="{CB78D422-8EDC-48B6-B721-15990728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714"/>
                <a:ext cx="47" cy="33"/>
              </a:xfrm>
              <a:custGeom>
                <a:avLst/>
                <a:gdLst>
                  <a:gd name="T0" fmla="*/ 5 w 43"/>
                  <a:gd name="T1" fmla="*/ 1 h 28"/>
                  <a:gd name="T2" fmla="*/ 3 w 43"/>
                  <a:gd name="T3" fmla="*/ 21 h 28"/>
                  <a:gd name="T4" fmla="*/ 23 w 43"/>
                  <a:gd name="T5" fmla="*/ 45 h 28"/>
                  <a:gd name="T6" fmla="*/ 56 w 43"/>
                  <a:gd name="T7" fmla="*/ 28 h 28"/>
                  <a:gd name="T8" fmla="*/ 50 w 43"/>
                  <a:gd name="T9" fmla="*/ 6 h 28"/>
                  <a:gd name="T10" fmla="*/ 47 w 43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8">
                    <a:moveTo>
                      <a:pt x="5" y="1"/>
                    </a:moveTo>
                    <a:cubicBezTo>
                      <a:pt x="0" y="0"/>
                      <a:pt x="2" y="11"/>
                      <a:pt x="3" y="13"/>
                    </a:cubicBezTo>
                    <a:cubicBezTo>
                      <a:pt x="6" y="22"/>
                      <a:pt x="5" y="28"/>
                      <a:pt x="17" y="27"/>
                    </a:cubicBezTo>
                    <a:cubicBezTo>
                      <a:pt x="23" y="26"/>
                      <a:pt x="43" y="26"/>
                      <a:pt x="43" y="17"/>
                    </a:cubicBezTo>
                    <a:cubicBezTo>
                      <a:pt x="43" y="12"/>
                      <a:pt x="40" y="7"/>
                      <a:pt x="38" y="3"/>
                    </a:cubicBezTo>
                    <a:cubicBezTo>
                      <a:pt x="37" y="2"/>
                      <a:pt x="37" y="2"/>
                      <a:pt x="36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7" name="Freeform 3482">
                <a:extLst>
                  <a:ext uri="{FF2B5EF4-FFF2-40B4-BE49-F238E27FC236}">
                    <a16:creationId xmlns:a16="http://schemas.microsoft.com/office/drawing/2014/main" id="{1C66AC18-6A69-471A-A4CA-25432FCBD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765"/>
                <a:ext cx="9" cy="12"/>
              </a:xfrm>
              <a:custGeom>
                <a:avLst/>
                <a:gdLst>
                  <a:gd name="T0" fmla="*/ 11 w 8"/>
                  <a:gd name="T1" fmla="*/ 0 h 10"/>
                  <a:gd name="T2" fmla="*/ 0 w 8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4" y="0"/>
                      <a:pt x="1" y="6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8" name="Freeform 3483">
                <a:extLst>
                  <a:ext uri="{FF2B5EF4-FFF2-40B4-BE49-F238E27FC236}">
                    <a16:creationId xmlns:a16="http://schemas.microsoft.com/office/drawing/2014/main" id="{E35F190E-0279-4441-B5B4-D24468653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765"/>
                <a:ext cx="12" cy="32"/>
              </a:xfrm>
              <a:custGeom>
                <a:avLst/>
                <a:gdLst>
                  <a:gd name="T0" fmla="*/ 1 w 11"/>
                  <a:gd name="T1" fmla="*/ 0 h 27"/>
                  <a:gd name="T2" fmla="*/ 0 w 11"/>
                  <a:gd name="T3" fmla="*/ 4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" y="0"/>
                    </a:moveTo>
                    <a:cubicBezTo>
                      <a:pt x="9" y="7"/>
                      <a:pt x="11" y="23"/>
                      <a:pt x="0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9" name="Freeform 3484">
                <a:extLst>
                  <a:ext uri="{FF2B5EF4-FFF2-40B4-BE49-F238E27FC236}">
                    <a16:creationId xmlns:a16="http://schemas.microsoft.com/office/drawing/2014/main" id="{7A101F9C-25D6-4EF1-98A9-6A44DE345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747"/>
                <a:ext cx="3" cy="5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0" name="Freeform 3485">
                <a:extLst>
                  <a:ext uri="{FF2B5EF4-FFF2-40B4-BE49-F238E27FC236}">
                    <a16:creationId xmlns:a16="http://schemas.microsoft.com/office/drawing/2014/main" id="{43CC7298-7120-4202-9B68-FFE118D5F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739"/>
                <a:ext cx="49" cy="38"/>
              </a:xfrm>
              <a:custGeom>
                <a:avLst/>
                <a:gdLst>
                  <a:gd name="T0" fmla="*/ 0 w 45"/>
                  <a:gd name="T1" fmla="*/ 51 h 32"/>
                  <a:gd name="T2" fmla="*/ 17 w 45"/>
                  <a:gd name="T3" fmla="*/ 52 h 32"/>
                  <a:gd name="T4" fmla="*/ 38 w 45"/>
                  <a:gd name="T5" fmla="*/ 45 h 32"/>
                  <a:gd name="T6" fmla="*/ 58 w 45"/>
                  <a:gd name="T7" fmla="*/ 34 h 32"/>
                  <a:gd name="T8" fmla="*/ 40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9" y="32"/>
                      <a:pt x="14" y="31"/>
                    </a:cubicBezTo>
                    <a:cubicBezTo>
                      <a:pt x="19" y="29"/>
                      <a:pt x="23" y="27"/>
                      <a:pt x="29" y="27"/>
                    </a:cubicBezTo>
                    <a:cubicBezTo>
                      <a:pt x="35" y="27"/>
                      <a:pt x="44" y="28"/>
                      <a:pt x="45" y="20"/>
                    </a:cubicBezTo>
                    <a:cubicBezTo>
                      <a:pt x="45" y="16"/>
                      <a:pt x="36" y="0"/>
                      <a:pt x="31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1" name="Freeform 3486">
                <a:extLst>
                  <a:ext uri="{FF2B5EF4-FFF2-40B4-BE49-F238E27FC236}">
                    <a16:creationId xmlns:a16="http://schemas.microsoft.com/office/drawing/2014/main" id="{74473196-D7C1-4448-A576-D6B0763C7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715"/>
                <a:ext cx="50" cy="35"/>
              </a:xfrm>
              <a:custGeom>
                <a:avLst/>
                <a:gdLst>
                  <a:gd name="T0" fmla="*/ 62 w 45"/>
                  <a:gd name="T1" fmla="*/ 1 h 29"/>
                  <a:gd name="T2" fmla="*/ 60 w 45"/>
                  <a:gd name="T3" fmla="*/ 0 h 29"/>
                  <a:gd name="T4" fmla="*/ 52 w 45"/>
                  <a:gd name="T5" fmla="*/ 40 h 29"/>
                  <a:gd name="T6" fmla="*/ 22 w 45"/>
                  <a:gd name="T7" fmla="*/ 49 h 29"/>
                  <a:gd name="T8" fmla="*/ 0 w 45"/>
                  <a:gd name="T9" fmla="*/ 5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"/>
                    </a:moveTo>
                    <a:cubicBezTo>
                      <a:pt x="44" y="0"/>
                      <a:pt x="45" y="0"/>
                      <a:pt x="44" y="0"/>
                    </a:cubicBezTo>
                    <a:cubicBezTo>
                      <a:pt x="41" y="7"/>
                      <a:pt x="45" y="17"/>
                      <a:pt x="38" y="22"/>
                    </a:cubicBezTo>
                    <a:cubicBezTo>
                      <a:pt x="32" y="27"/>
                      <a:pt x="24" y="28"/>
                      <a:pt x="16" y="28"/>
                    </a:cubicBezTo>
                    <a:cubicBezTo>
                      <a:pt x="10" y="28"/>
                      <a:pt x="5" y="28"/>
                      <a:pt x="0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2" name="Freeform 3487">
                <a:extLst>
                  <a:ext uri="{FF2B5EF4-FFF2-40B4-BE49-F238E27FC236}">
                    <a16:creationId xmlns:a16="http://schemas.microsoft.com/office/drawing/2014/main" id="{AB828364-083C-4089-8EB8-2584954F6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769"/>
                <a:ext cx="16" cy="30"/>
              </a:xfrm>
              <a:custGeom>
                <a:avLst/>
                <a:gdLst>
                  <a:gd name="T0" fmla="*/ 0 w 14"/>
                  <a:gd name="T1" fmla="*/ 0 h 26"/>
                  <a:gd name="T2" fmla="*/ 21 w 14"/>
                  <a:gd name="T3" fmla="*/ 23 h 26"/>
                  <a:gd name="T4" fmla="*/ 17 w 14"/>
                  <a:gd name="T5" fmla="*/ 4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0" y="0"/>
                    </a:moveTo>
                    <a:cubicBezTo>
                      <a:pt x="8" y="0"/>
                      <a:pt x="14" y="6"/>
                      <a:pt x="14" y="15"/>
                    </a:cubicBezTo>
                    <a:cubicBezTo>
                      <a:pt x="14" y="19"/>
                      <a:pt x="12" y="22"/>
                      <a:pt x="11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3" name="Freeform 3488">
                <a:extLst>
                  <a:ext uri="{FF2B5EF4-FFF2-40B4-BE49-F238E27FC236}">
                    <a16:creationId xmlns:a16="http://schemas.microsoft.com/office/drawing/2014/main" id="{E0D21E7D-4B24-49F6-AB51-9B2FB8380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741"/>
                <a:ext cx="56" cy="49"/>
              </a:xfrm>
              <a:custGeom>
                <a:avLst/>
                <a:gdLst>
                  <a:gd name="T0" fmla="*/ 33 w 51"/>
                  <a:gd name="T1" fmla="*/ 0 h 41"/>
                  <a:gd name="T2" fmla="*/ 36 w 51"/>
                  <a:gd name="T3" fmla="*/ 63 h 41"/>
                  <a:gd name="T4" fmla="*/ 12 w 51"/>
                  <a:gd name="T5" fmla="*/ 59 h 41"/>
                  <a:gd name="T6" fmla="*/ 0 w 51"/>
                  <a:gd name="T7" fmla="*/ 5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1">
                    <a:moveTo>
                      <a:pt x="25" y="0"/>
                    </a:moveTo>
                    <a:cubicBezTo>
                      <a:pt x="27" y="7"/>
                      <a:pt x="51" y="41"/>
                      <a:pt x="27" y="37"/>
                    </a:cubicBezTo>
                    <a:cubicBezTo>
                      <a:pt x="21" y="36"/>
                      <a:pt x="15" y="34"/>
                      <a:pt x="9" y="34"/>
                    </a:cubicBezTo>
                    <a:cubicBezTo>
                      <a:pt x="6" y="34"/>
                      <a:pt x="0" y="35"/>
                      <a:pt x="0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4" name="Freeform 3489">
                <a:extLst>
                  <a:ext uri="{FF2B5EF4-FFF2-40B4-BE49-F238E27FC236}">
                    <a16:creationId xmlns:a16="http://schemas.microsoft.com/office/drawing/2014/main" id="{D0CC62C3-8E90-48D2-9575-277F441B7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714"/>
                <a:ext cx="66" cy="42"/>
              </a:xfrm>
              <a:custGeom>
                <a:avLst/>
                <a:gdLst>
                  <a:gd name="T0" fmla="*/ 0 w 60"/>
                  <a:gd name="T1" fmla="*/ 8 h 35"/>
                  <a:gd name="T2" fmla="*/ 22 w 60"/>
                  <a:gd name="T3" fmla="*/ 49 h 35"/>
                  <a:gd name="T4" fmla="*/ 50 w 60"/>
                  <a:gd name="T5" fmla="*/ 52 h 35"/>
                  <a:gd name="T6" fmla="*/ 69 w 60"/>
                  <a:gd name="T7" fmla="*/ 53 h 35"/>
                  <a:gd name="T8" fmla="*/ 70 w 60"/>
                  <a:gd name="T9" fmla="*/ 8 h 35"/>
                  <a:gd name="T10" fmla="*/ 57 w 60"/>
                  <a:gd name="T11" fmla="*/ 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5">
                    <a:moveTo>
                      <a:pt x="0" y="5"/>
                    </a:moveTo>
                    <a:cubicBezTo>
                      <a:pt x="4" y="16"/>
                      <a:pt x="2" y="26"/>
                      <a:pt x="16" y="28"/>
                    </a:cubicBezTo>
                    <a:cubicBezTo>
                      <a:pt x="23" y="28"/>
                      <a:pt x="30" y="28"/>
                      <a:pt x="37" y="30"/>
                    </a:cubicBezTo>
                    <a:cubicBezTo>
                      <a:pt x="42" y="32"/>
                      <a:pt x="47" y="35"/>
                      <a:pt x="52" y="31"/>
                    </a:cubicBezTo>
                    <a:cubicBezTo>
                      <a:pt x="60" y="24"/>
                      <a:pt x="60" y="12"/>
                      <a:pt x="53" y="5"/>
                    </a:cubicBezTo>
                    <a:cubicBezTo>
                      <a:pt x="51" y="3"/>
                      <a:pt x="47" y="0"/>
                      <a:pt x="4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5" name="Freeform 3490">
                <a:extLst>
                  <a:ext uri="{FF2B5EF4-FFF2-40B4-BE49-F238E27FC236}">
                    <a16:creationId xmlns:a16="http://schemas.microsoft.com/office/drawing/2014/main" id="{DE847676-A773-4493-A9F9-4EA1D01E9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764"/>
                <a:ext cx="64" cy="33"/>
              </a:xfrm>
              <a:custGeom>
                <a:avLst/>
                <a:gdLst>
                  <a:gd name="T0" fmla="*/ 4 w 58"/>
                  <a:gd name="T1" fmla="*/ 45 h 28"/>
                  <a:gd name="T2" fmla="*/ 3 w 58"/>
                  <a:gd name="T3" fmla="*/ 17 h 28"/>
                  <a:gd name="T4" fmla="*/ 36 w 58"/>
                  <a:gd name="T5" fmla="*/ 1 h 28"/>
                  <a:gd name="T6" fmla="*/ 55 w 58"/>
                  <a:gd name="T7" fmla="*/ 7 h 28"/>
                  <a:gd name="T8" fmla="*/ 71 w 58"/>
                  <a:gd name="T9" fmla="*/ 15 h 28"/>
                  <a:gd name="T10" fmla="*/ 78 w 58"/>
                  <a:gd name="T11" fmla="*/ 4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8">
                    <a:moveTo>
                      <a:pt x="4" y="27"/>
                    </a:moveTo>
                    <a:cubicBezTo>
                      <a:pt x="0" y="24"/>
                      <a:pt x="1" y="14"/>
                      <a:pt x="3" y="10"/>
                    </a:cubicBezTo>
                    <a:cubicBezTo>
                      <a:pt x="6" y="4"/>
                      <a:pt x="20" y="1"/>
                      <a:pt x="27" y="1"/>
                    </a:cubicBezTo>
                    <a:cubicBezTo>
                      <a:pt x="33" y="0"/>
                      <a:pt x="35" y="2"/>
                      <a:pt x="41" y="4"/>
                    </a:cubicBezTo>
                    <a:cubicBezTo>
                      <a:pt x="45" y="5"/>
                      <a:pt x="50" y="4"/>
                      <a:pt x="53" y="9"/>
                    </a:cubicBezTo>
                    <a:cubicBezTo>
                      <a:pt x="57" y="14"/>
                      <a:pt x="56" y="22"/>
                      <a:pt x="58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6" name="Freeform 3491">
                <a:extLst>
                  <a:ext uri="{FF2B5EF4-FFF2-40B4-BE49-F238E27FC236}">
                    <a16:creationId xmlns:a16="http://schemas.microsoft.com/office/drawing/2014/main" id="{59D62E20-0B99-4538-BFB4-5A6891699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714"/>
                <a:ext cx="55" cy="34"/>
              </a:xfrm>
              <a:custGeom>
                <a:avLst/>
                <a:gdLst>
                  <a:gd name="T0" fmla="*/ 2 w 50"/>
                  <a:gd name="T1" fmla="*/ 0 h 29"/>
                  <a:gd name="T2" fmla="*/ 8 w 50"/>
                  <a:gd name="T3" fmla="*/ 35 h 29"/>
                  <a:gd name="T4" fmla="*/ 47 w 50"/>
                  <a:gd name="T5" fmla="*/ 38 h 29"/>
                  <a:gd name="T6" fmla="*/ 67 w 50"/>
                  <a:gd name="T7" fmla="*/ 21 h 29"/>
                  <a:gd name="T8" fmla="*/ 58 w 50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9">
                    <a:moveTo>
                      <a:pt x="2" y="0"/>
                    </a:moveTo>
                    <a:cubicBezTo>
                      <a:pt x="0" y="5"/>
                      <a:pt x="1" y="18"/>
                      <a:pt x="5" y="22"/>
                    </a:cubicBezTo>
                    <a:cubicBezTo>
                      <a:pt x="11" y="29"/>
                      <a:pt x="27" y="24"/>
                      <a:pt x="35" y="23"/>
                    </a:cubicBezTo>
                    <a:cubicBezTo>
                      <a:pt x="41" y="22"/>
                      <a:pt x="49" y="21"/>
                      <a:pt x="50" y="13"/>
                    </a:cubicBezTo>
                    <a:cubicBezTo>
                      <a:pt x="50" y="9"/>
                      <a:pt x="48" y="3"/>
                      <a:pt x="4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7" name="Freeform 3492">
                <a:extLst>
                  <a:ext uri="{FF2B5EF4-FFF2-40B4-BE49-F238E27FC236}">
                    <a16:creationId xmlns:a16="http://schemas.microsoft.com/office/drawing/2014/main" id="{28A26AD9-656A-4D4E-BBA0-097D8D744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743"/>
                <a:ext cx="5" cy="11"/>
              </a:xfrm>
              <a:custGeom>
                <a:avLst/>
                <a:gdLst>
                  <a:gd name="T0" fmla="*/ 5 w 5"/>
                  <a:gd name="T1" fmla="*/ 0 h 10"/>
                  <a:gd name="T2" fmla="*/ 0 w 5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2" y="6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8" name="Freeform 3493">
                <a:extLst>
                  <a:ext uri="{FF2B5EF4-FFF2-40B4-BE49-F238E27FC236}">
                    <a16:creationId xmlns:a16="http://schemas.microsoft.com/office/drawing/2014/main" id="{0609FF5A-3C8A-46D7-B877-91FCC96FF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746"/>
                <a:ext cx="7" cy="32"/>
              </a:xfrm>
              <a:custGeom>
                <a:avLst/>
                <a:gdLst>
                  <a:gd name="T0" fmla="*/ 0 w 6"/>
                  <a:gd name="T1" fmla="*/ 1 h 27"/>
                  <a:gd name="T2" fmla="*/ 9 w 6"/>
                  <a:gd name="T3" fmla="*/ 25 h 27"/>
                  <a:gd name="T4" fmla="*/ 0 w 6"/>
                  <a:gd name="T5" fmla="*/ 3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7">
                    <a:moveTo>
                      <a:pt x="0" y="1"/>
                    </a:moveTo>
                    <a:cubicBezTo>
                      <a:pt x="6" y="0"/>
                      <a:pt x="5" y="11"/>
                      <a:pt x="6" y="15"/>
                    </a:cubicBezTo>
                    <a:cubicBezTo>
                      <a:pt x="6" y="18"/>
                      <a:pt x="4" y="27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9" name="Freeform 3494">
                <a:extLst>
                  <a:ext uri="{FF2B5EF4-FFF2-40B4-BE49-F238E27FC236}">
                    <a16:creationId xmlns:a16="http://schemas.microsoft.com/office/drawing/2014/main" id="{8175AC10-1828-4663-ABA0-6073D4325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737"/>
                <a:ext cx="61" cy="35"/>
              </a:xfrm>
              <a:custGeom>
                <a:avLst/>
                <a:gdLst>
                  <a:gd name="T0" fmla="*/ 64 w 55"/>
                  <a:gd name="T1" fmla="*/ 0 h 30"/>
                  <a:gd name="T2" fmla="*/ 74 w 55"/>
                  <a:gd name="T3" fmla="*/ 9 h 30"/>
                  <a:gd name="T4" fmla="*/ 72 w 55"/>
                  <a:gd name="T5" fmla="*/ 34 h 30"/>
                  <a:gd name="T6" fmla="*/ 67 w 55"/>
                  <a:gd name="T7" fmla="*/ 41 h 30"/>
                  <a:gd name="T8" fmla="*/ 45 w 55"/>
                  <a:gd name="T9" fmla="*/ 47 h 30"/>
                  <a:gd name="T10" fmla="*/ 16 w 55"/>
                  <a:gd name="T11" fmla="*/ 47 h 30"/>
                  <a:gd name="T12" fmla="*/ 0 w 55"/>
                  <a:gd name="T13" fmla="*/ 43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0">
                    <a:moveTo>
                      <a:pt x="47" y="0"/>
                    </a:moveTo>
                    <a:cubicBezTo>
                      <a:pt x="50" y="2"/>
                      <a:pt x="53" y="2"/>
                      <a:pt x="54" y="6"/>
                    </a:cubicBezTo>
                    <a:cubicBezTo>
                      <a:pt x="55" y="9"/>
                      <a:pt x="54" y="17"/>
                      <a:pt x="53" y="21"/>
                    </a:cubicBezTo>
                    <a:cubicBezTo>
                      <a:pt x="52" y="25"/>
                      <a:pt x="54" y="24"/>
                      <a:pt x="49" y="26"/>
                    </a:cubicBezTo>
                    <a:cubicBezTo>
                      <a:pt x="44" y="28"/>
                      <a:pt x="39" y="28"/>
                      <a:pt x="33" y="29"/>
                    </a:cubicBezTo>
                    <a:cubicBezTo>
                      <a:pt x="26" y="29"/>
                      <a:pt x="19" y="29"/>
                      <a:pt x="12" y="29"/>
                    </a:cubicBezTo>
                    <a:cubicBezTo>
                      <a:pt x="9" y="29"/>
                      <a:pt x="2" y="30"/>
                      <a:pt x="0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0" name="Freeform 3495">
                <a:extLst>
                  <a:ext uri="{FF2B5EF4-FFF2-40B4-BE49-F238E27FC236}">
                    <a16:creationId xmlns:a16="http://schemas.microsoft.com/office/drawing/2014/main" id="{324128B8-F41D-44D1-9C84-8DF77C51B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743"/>
                <a:ext cx="4" cy="7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0" y="3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1" name="Freeform 3496">
                <a:extLst>
                  <a:ext uri="{FF2B5EF4-FFF2-40B4-BE49-F238E27FC236}">
                    <a16:creationId xmlns:a16="http://schemas.microsoft.com/office/drawing/2014/main" id="{2AEE7145-06EF-4C48-8098-634CD8529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766"/>
                <a:ext cx="10" cy="32"/>
              </a:xfrm>
              <a:custGeom>
                <a:avLst/>
                <a:gdLst>
                  <a:gd name="T0" fmla="*/ 0 w 9"/>
                  <a:gd name="T1" fmla="*/ 2 h 27"/>
                  <a:gd name="T2" fmla="*/ 8 w 9"/>
                  <a:gd name="T3" fmla="*/ 6 h 27"/>
                  <a:gd name="T4" fmla="*/ 10 w 9"/>
                  <a:gd name="T5" fmla="*/ 25 h 27"/>
                  <a:gd name="T6" fmla="*/ 4 w 9"/>
                  <a:gd name="T7" fmla="*/ 4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7">
                    <a:moveTo>
                      <a:pt x="0" y="2"/>
                    </a:moveTo>
                    <a:cubicBezTo>
                      <a:pt x="1" y="0"/>
                      <a:pt x="4" y="2"/>
                      <a:pt x="5" y="3"/>
                    </a:cubicBezTo>
                    <a:cubicBezTo>
                      <a:pt x="9" y="7"/>
                      <a:pt x="7" y="11"/>
                      <a:pt x="7" y="15"/>
                    </a:cubicBezTo>
                    <a:cubicBezTo>
                      <a:pt x="7" y="19"/>
                      <a:pt x="8" y="25"/>
                      <a:pt x="4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2" name="Freeform 3497">
                <a:extLst>
                  <a:ext uri="{FF2B5EF4-FFF2-40B4-BE49-F238E27FC236}">
                    <a16:creationId xmlns:a16="http://schemas.microsoft.com/office/drawing/2014/main" id="{9C6F67EF-4E53-42DB-8565-50F96F1D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715"/>
                <a:ext cx="66" cy="33"/>
              </a:xfrm>
              <a:custGeom>
                <a:avLst/>
                <a:gdLst>
                  <a:gd name="T0" fmla="*/ 0 w 60"/>
                  <a:gd name="T1" fmla="*/ 38 h 28"/>
                  <a:gd name="T2" fmla="*/ 15 w 60"/>
                  <a:gd name="T3" fmla="*/ 46 h 28"/>
                  <a:gd name="T4" fmla="*/ 37 w 60"/>
                  <a:gd name="T5" fmla="*/ 39 h 28"/>
                  <a:gd name="T6" fmla="*/ 76 w 60"/>
                  <a:gd name="T7" fmla="*/ 37 h 28"/>
                  <a:gd name="T8" fmla="*/ 76 w 60"/>
                  <a:gd name="T9" fmla="*/ 9 h 28"/>
                  <a:gd name="T10" fmla="*/ 67 w 60"/>
                  <a:gd name="T11" fmla="*/ 1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4" y="26"/>
                      <a:pt x="6" y="28"/>
                      <a:pt x="12" y="28"/>
                    </a:cubicBezTo>
                    <a:cubicBezTo>
                      <a:pt x="17" y="28"/>
                      <a:pt x="22" y="24"/>
                      <a:pt x="28" y="24"/>
                    </a:cubicBezTo>
                    <a:cubicBezTo>
                      <a:pt x="34" y="23"/>
                      <a:pt x="51" y="27"/>
                      <a:pt x="57" y="22"/>
                    </a:cubicBezTo>
                    <a:cubicBezTo>
                      <a:pt x="60" y="19"/>
                      <a:pt x="58" y="10"/>
                      <a:pt x="57" y="6"/>
                    </a:cubicBezTo>
                    <a:cubicBezTo>
                      <a:pt x="56" y="1"/>
                      <a:pt x="55" y="0"/>
                      <a:pt x="50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3" name="Freeform 3498">
                <a:extLst>
                  <a:ext uri="{FF2B5EF4-FFF2-40B4-BE49-F238E27FC236}">
                    <a16:creationId xmlns:a16="http://schemas.microsoft.com/office/drawing/2014/main" id="{E0F05190-0FE2-4128-968B-3A5FDFA7A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766"/>
                <a:ext cx="59" cy="32"/>
              </a:xfrm>
              <a:custGeom>
                <a:avLst/>
                <a:gdLst>
                  <a:gd name="T0" fmla="*/ 0 w 54"/>
                  <a:gd name="T1" fmla="*/ 15 h 27"/>
                  <a:gd name="T2" fmla="*/ 27 w 54"/>
                  <a:gd name="T3" fmla="*/ 1 h 27"/>
                  <a:gd name="T4" fmla="*/ 60 w 54"/>
                  <a:gd name="T5" fmla="*/ 8 h 27"/>
                  <a:gd name="T6" fmla="*/ 66 w 54"/>
                  <a:gd name="T7" fmla="*/ 4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27">
                    <a:moveTo>
                      <a:pt x="0" y="9"/>
                    </a:moveTo>
                    <a:cubicBezTo>
                      <a:pt x="1" y="2"/>
                      <a:pt x="16" y="2"/>
                      <a:pt x="21" y="1"/>
                    </a:cubicBezTo>
                    <a:cubicBezTo>
                      <a:pt x="29" y="0"/>
                      <a:pt x="39" y="2"/>
                      <a:pt x="46" y="5"/>
                    </a:cubicBezTo>
                    <a:cubicBezTo>
                      <a:pt x="51" y="9"/>
                      <a:pt x="54" y="21"/>
                      <a:pt x="50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4" name="Freeform 3499">
                <a:extLst>
                  <a:ext uri="{FF2B5EF4-FFF2-40B4-BE49-F238E27FC236}">
                    <a16:creationId xmlns:a16="http://schemas.microsoft.com/office/drawing/2014/main" id="{130D4B11-44FB-4A34-B250-976931008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739"/>
                <a:ext cx="14" cy="41"/>
              </a:xfrm>
              <a:custGeom>
                <a:avLst/>
                <a:gdLst>
                  <a:gd name="T0" fmla="*/ 6 w 13"/>
                  <a:gd name="T1" fmla="*/ 0 h 35"/>
                  <a:gd name="T2" fmla="*/ 12 w 13"/>
                  <a:gd name="T3" fmla="*/ 37 h 35"/>
                  <a:gd name="T4" fmla="*/ 0 w 13"/>
                  <a:gd name="T5" fmla="*/ 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5">
                    <a:moveTo>
                      <a:pt x="6" y="0"/>
                    </a:moveTo>
                    <a:cubicBezTo>
                      <a:pt x="13" y="3"/>
                      <a:pt x="9" y="17"/>
                      <a:pt x="9" y="23"/>
                    </a:cubicBezTo>
                    <a:cubicBezTo>
                      <a:pt x="8" y="29"/>
                      <a:pt x="8" y="35"/>
                      <a:pt x="0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5" name="Freeform 3500">
                <a:extLst>
                  <a:ext uri="{FF2B5EF4-FFF2-40B4-BE49-F238E27FC236}">
                    <a16:creationId xmlns:a16="http://schemas.microsoft.com/office/drawing/2014/main" id="{FD7A7B72-69E8-419A-A403-517B5EEE3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750"/>
                <a:ext cx="57" cy="47"/>
              </a:xfrm>
              <a:custGeom>
                <a:avLst/>
                <a:gdLst>
                  <a:gd name="T0" fmla="*/ 59 w 51"/>
                  <a:gd name="T1" fmla="*/ 65 h 40"/>
                  <a:gd name="T2" fmla="*/ 67 w 51"/>
                  <a:gd name="T3" fmla="*/ 38 h 40"/>
                  <a:gd name="T4" fmla="*/ 63 w 51"/>
                  <a:gd name="T5" fmla="*/ 8 h 40"/>
                  <a:gd name="T6" fmla="*/ 36 w 51"/>
                  <a:gd name="T7" fmla="*/ 11 h 40"/>
                  <a:gd name="T8" fmla="*/ 12 w 51"/>
                  <a:gd name="T9" fmla="*/ 8 h 40"/>
                  <a:gd name="T10" fmla="*/ 0 w 51"/>
                  <a:gd name="T11" fmla="*/ 6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0">
                    <a:moveTo>
                      <a:pt x="42" y="40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7" y="18"/>
                      <a:pt x="48" y="9"/>
                      <a:pt x="45" y="5"/>
                    </a:cubicBezTo>
                    <a:cubicBezTo>
                      <a:pt x="40" y="0"/>
                      <a:pt x="32" y="6"/>
                      <a:pt x="26" y="7"/>
                    </a:cubicBezTo>
                    <a:cubicBezTo>
                      <a:pt x="20" y="7"/>
                      <a:pt x="15" y="6"/>
                      <a:pt x="9" y="5"/>
                    </a:cubicBezTo>
                    <a:cubicBezTo>
                      <a:pt x="6" y="4"/>
                      <a:pt x="1" y="5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6" name="Freeform 3501">
                <a:extLst>
                  <a:ext uri="{FF2B5EF4-FFF2-40B4-BE49-F238E27FC236}">
                    <a16:creationId xmlns:a16="http://schemas.microsoft.com/office/drawing/2014/main" id="{460C37E9-2A5B-4D8B-B230-E8EA1D9C0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715"/>
                <a:ext cx="11" cy="41"/>
              </a:xfrm>
              <a:custGeom>
                <a:avLst/>
                <a:gdLst>
                  <a:gd name="T0" fmla="*/ 11 w 10"/>
                  <a:gd name="T1" fmla="*/ 0 h 34"/>
                  <a:gd name="T2" fmla="*/ 4 w 10"/>
                  <a:gd name="T3" fmla="*/ 43 h 34"/>
                  <a:gd name="T4" fmla="*/ 0 w 10"/>
                  <a:gd name="T5" fmla="*/ 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4">
                    <a:moveTo>
                      <a:pt x="8" y="0"/>
                    </a:moveTo>
                    <a:cubicBezTo>
                      <a:pt x="8" y="8"/>
                      <a:pt x="10" y="18"/>
                      <a:pt x="4" y="25"/>
                    </a:cubicBezTo>
                    <a:cubicBezTo>
                      <a:pt x="2" y="28"/>
                      <a:pt x="0" y="29"/>
                      <a:pt x="0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7" name="Freeform 3502">
                <a:extLst>
                  <a:ext uri="{FF2B5EF4-FFF2-40B4-BE49-F238E27FC236}">
                    <a16:creationId xmlns:a16="http://schemas.microsoft.com/office/drawing/2014/main" id="{CF4C924D-B3EE-47BF-A002-4D511B962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730"/>
                <a:ext cx="25" cy="17"/>
              </a:xfrm>
              <a:custGeom>
                <a:avLst/>
                <a:gdLst>
                  <a:gd name="T0" fmla="*/ 2 w 22"/>
                  <a:gd name="T1" fmla="*/ 0 h 15"/>
                  <a:gd name="T2" fmla="*/ 1 w 22"/>
                  <a:gd name="T3" fmla="*/ 14 h 15"/>
                  <a:gd name="T4" fmla="*/ 13 w 22"/>
                  <a:gd name="T5" fmla="*/ 20 h 15"/>
                  <a:gd name="T6" fmla="*/ 26 w 22"/>
                  <a:gd name="T7" fmla="*/ 22 h 15"/>
                  <a:gd name="T8" fmla="*/ 32 w 22"/>
                  <a:gd name="T9" fmla="*/ 1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2" y="0"/>
                    </a:moveTo>
                    <a:cubicBezTo>
                      <a:pt x="0" y="2"/>
                      <a:pt x="0" y="7"/>
                      <a:pt x="1" y="10"/>
                    </a:cubicBezTo>
                    <a:cubicBezTo>
                      <a:pt x="2" y="14"/>
                      <a:pt x="5" y="15"/>
                      <a:pt x="9" y="14"/>
                    </a:cubicBezTo>
                    <a:cubicBezTo>
                      <a:pt x="12" y="14"/>
                      <a:pt x="16" y="15"/>
                      <a:pt x="18" y="15"/>
                    </a:cubicBezTo>
                    <a:cubicBezTo>
                      <a:pt x="20" y="15"/>
                      <a:pt x="20" y="14"/>
                      <a:pt x="22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8" name="Freeform 3503">
                <a:extLst>
                  <a:ext uri="{FF2B5EF4-FFF2-40B4-BE49-F238E27FC236}">
                    <a16:creationId xmlns:a16="http://schemas.microsoft.com/office/drawing/2014/main" id="{08BFED36-0E90-4C36-A141-C7BE11DE0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2744"/>
                <a:ext cx="14" cy="15"/>
              </a:xfrm>
              <a:custGeom>
                <a:avLst/>
                <a:gdLst>
                  <a:gd name="T0" fmla="*/ 16 w 13"/>
                  <a:gd name="T1" fmla="*/ 3 h 13"/>
                  <a:gd name="T2" fmla="*/ 2 w 13"/>
                  <a:gd name="T3" fmla="*/ 2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3" y="3"/>
                    </a:moveTo>
                    <a:cubicBezTo>
                      <a:pt x="9" y="0"/>
                      <a:pt x="0" y="7"/>
                      <a:pt x="2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9" name="Freeform 3504">
                <a:extLst>
                  <a:ext uri="{FF2B5EF4-FFF2-40B4-BE49-F238E27FC236}">
                    <a16:creationId xmlns:a16="http://schemas.microsoft.com/office/drawing/2014/main" id="{7EC0891D-7433-460A-9E39-134BEB4BC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3425"/>
                <a:ext cx="57" cy="40"/>
              </a:xfrm>
              <a:custGeom>
                <a:avLst/>
                <a:gdLst>
                  <a:gd name="T0" fmla="*/ 18 w 52"/>
                  <a:gd name="T1" fmla="*/ 0 h 34"/>
                  <a:gd name="T2" fmla="*/ 11 w 52"/>
                  <a:gd name="T3" fmla="*/ 34 h 34"/>
                  <a:gd name="T4" fmla="*/ 18 w 52"/>
                  <a:gd name="T5" fmla="*/ 49 h 34"/>
                  <a:gd name="T6" fmla="*/ 42 w 52"/>
                  <a:gd name="T7" fmla="*/ 53 h 34"/>
                  <a:gd name="T8" fmla="*/ 67 w 52"/>
                  <a:gd name="T9" fmla="*/ 39 h 34"/>
                  <a:gd name="T10" fmla="*/ 62 w 52"/>
                  <a:gd name="T11" fmla="*/ 7 h 34"/>
                  <a:gd name="T12" fmla="*/ 43 w 52"/>
                  <a:gd name="T13" fmla="*/ 0 h 34"/>
                  <a:gd name="T14" fmla="*/ 20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0"/>
                    </a:moveTo>
                    <a:cubicBezTo>
                      <a:pt x="0" y="0"/>
                      <a:pt x="6" y="12"/>
                      <a:pt x="8" y="21"/>
                    </a:cubicBezTo>
                    <a:cubicBezTo>
                      <a:pt x="9" y="25"/>
                      <a:pt x="10" y="29"/>
                      <a:pt x="14" y="31"/>
                    </a:cubicBezTo>
                    <a:cubicBezTo>
                      <a:pt x="19" y="34"/>
                      <a:pt x="27" y="33"/>
                      <a:pt x="32" y="32"/>
                    </a:cubicBezTo>
                    <a:cubicBezTo>
                      <a:pt x="38" y="31"/>
                      <a:pt x="49" y="31"/>
                      <a:pt x="51" y="24"/>
                    </a:cubicBezTo>
                    <a:cubicBezTo>
                      <a:pt x="52" y="19"/>
                      <a:pt x="51" y="8"/>
                      <a:pt x="47" y="4"/>
                    </a:cubicBezTo>
                    <a:cubicBezTo>
                      <a:pt x="44" y="1"/>
                      <a:pt x="37" y="1"/>
                      <a:pt x="33" y="0"/>
                    </a:cubicBezTo>
                    <a:cubicBezTo>
                      <a:pt x="27" y="0"/>
                      <a:pt x="21" y="0"/>
                      <a:pt x="1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0" name="Freeform 3505">
                <a:extLst>
                  <a:ext uri="{FF2B5EF4-FFF2-40B4-BE49-F238E27FC236}">
                    <a16:creationId xmlns:a16="http://schemas.microsoft.com/office/drawing/2014/main" id="{E65932DA-0DFF-4281-9368-4267746D1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460"/>
                <a:ext cx="55" cy="29"/>
              </a:xfrm>
              <a:custGeom>
                <a:avLst/>
                <a:gdLst>
                  <a:gd name="T0" fmla="*/ 30 w 49"/>
                  <a:gd name="T1" fmla="*/ 8 h 25"/>
                  <a:gd name="T2" fmla="*/ 15 w 49"/>
                  <a:gd name="T3" fmla="*/ 3 h 25"/>
                  <a:gd name="T4" fmla="*/ 1 w 49"/>
                  <a:gd name="T5" fmla="*/ 9 h 25"/>
                  <a:gd name="T6" fmla="*/ 1 w 49"/>
                  <a:gd name="T7" fmla="*/ 26 h 25"/>
                  <a:gd name="T8" fmla="*/ 19 w 49"/>
                  <a:gd name="T9" fmla="*/ 39 h 25"/>
                  <a:gd name="T10" fmla="*/ 54 w 49"/>
                  <a:gd name="T11" fmla="*/ 37 h 25"/>
                  <a:gd name="T12" fmla="*/ 66 w 49"/>
                  <a:gd name="T13" fmla="*/ 16 h 25"/>
                  <a:gd name="T14" fmla="*/ 58 w 49"/>
                  <a:gd name="T15" fmla="*/ 0 h 25"/>
                  <a:gd name="T16" fmla="*/ 43 w 49"/>
                  <a:gd name="T17" fmla="*/ 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5">
                    <a:moveTo>
                      <a:pt x="21" y="5"/>
                    </a:moveTo>
                    <a:cubicBezTo>
                      <a:pt x="18" y="4"/>
                      <a:pt x="14" y="3"/>
                      <a:pt x="11" y="3"/>
                    </a:cubicBezTo>
                    <a:cubicBezTo>
                      <a:pt x="9" y="3"/>
                      <a:pt x="2" y="4"/>
                      <a:pt x="1" y="6"/>
                    </a:cubicBezTo>
                    <a:cubicBezTo>
                      <a:pt x="0" y="8"/>
                      <a:pt x="1" y="15"/>
                      <a:pt x="1" y="16"/>
                    </a:cubicBezTo>
                    <a:cubicBezTo>
                      <a:pt x="2" y="23"/>
                      <a:pt x="6" y="25"/>
                      <a:pt x="13" y="25"/>
                    </a:cubicBezTo>
                    <a:cubicBezTo>
                      <a:pt x="22" y="25"/>
                      <a:pt x="30" y="25"/>
                      <a:pt x="38" y="24"/>
                    </a:cubicBezTo>
                    <a:cubicBezTo>
                      <a:pt x="48" y="22"/>
                      <a:pt x="49" y="18"/>
                      <a:pt x="47" y="10"/>
                    </a:cubicBezTo>
                    <a:cubicBezTo>
                      <a:pt x="46" y="6"/>
                      <a:pt x="46" y="0"/>
                      <a:pt x="41" y="0"/>
                    </a:cubicBezTo>
                    <a:cubicBezTo>
                      <a:pt x="39" y="0"/>
                      <a:pt x="32" y="2"/>
                      <a:pt x="3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1" name="Freeform 3506">
                <a:extLst>
                  <a:ext uri="{FF2B5EF4-FFF2-40B4-BE49-F238E27FC236}">
                    <a16:creationId xmlns:a16="http://schemas.microsoft.com/office/drawing/2014/main" id="{BABD9B98-7F87-42A6-8A89-AAC985081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3424"/>
                <a:ext cx="61" cy="31"/>
              </a:xfrm>
              <a:custGeom>
                <a:avLst/>
                <a:gdLst>
                  <a:gd name="T0" fmla="*/ 16 w 55"/>
                  <a:gd name="T1" fmla="*/ 2 h 26"/>
                  <a:gd name="T2" fmla="*/ 2 w 55"/>
                  <a:gd name="T3" fmla="*/ 12 h 26"/>
                  <a:gd name="T4" fmla="*/ 2 w 55"/>
                  <a:gd name="T5" fmla="*/ 35 h 26"/>
                  <a:gd name="T6" fmla="*/ 22 w 55"/>
                  <a:gd name="T7" fmla="*/ 43 h 26"/>
                  <a:gd name="T8" fmla="*/ 54 w 55"/>
                  <a:gd name="T9" fmla="*/ 43 h 26"/>
                  <a:gd name="T10" fmla="*/ 75 w 55"/>
                  <a:gd name="T11" fmla="*/ 29 h 26"/>
                  <a:gd name="T12" fmla="*/ 70 w 55"/>
                  <a:gd name="T13" fmla="*/ 7 h 26"/>
                  <a:gd name="T14" fmla="*/ 49 w 55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6">
                    <a:moveTo>
                      <a:pt x="12" y="2"/>
                    </a:moveTo>
                    <a:cubicBezTo>
                      <a:pt x="9" y="0"/>
                      <a:pt x="3" y="4"/>
                      <a:pt x="2" y="7"/>
                    </a:cubicBezTo>
                    <a:cubicBezTo>
                      <a:pt x="0" y="10"/>
                      <a:pt x="1" y="17"/>
                      <a:pt x="2" y="20"/>
                    </a:cubicBezTo>
                    <a:cubicBezTo>
                      <a:pt x="4" y="25"/>
                      <a:pt x="10" y="25"/>
                      <a:pt x="16" y="25"/>
                    </a:cubicBezTo>
                    <a:cubicBezTo>
                      <a:pt x="24" y="25"/>
                      <a:pt x="32" y="26"/>
                      <a:pt x="40" y="25"/>
                    </a:cubicBezTo>
                    <a:cubicBezTo>
                      <a:pt x="45" y="24"/>
                      <a:pt x="54" y="23"/>
                      <a:pt x="55" y="17"/>
                    </a:cubicBezTo>
                    <a:cubicBezTo>
                      <a:pt x="55" y="14"/>
                      <a:pt x="53" y="6"/>
                      <a:pt x="51" y="4"/>
                    </a:cubicBezTo>
                    <a:cubicBezTo>
                      <a:pt x="47" y="0"/>
                      <a:pt x="40" y="2"/>
                      <a:pt x="36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2" name="Freeform 3507">
                <a:extLst>
                  <a:ext uri="{FF2B5EF4-FFF2-40B4-BE49-F238E27FC236}">
                    <a16:creationId xmlns:a16="http://schemas.microsoft.com/office/drawing/2014/main" id="{0A881B56-08E4-4841-9A76-3FEE9F86E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487"/>
                <a:ext cx="8" cy="20"/>
              </a:xfrm>
              <a:custGeom>
                <a:avLst/>
                <a:gdLst>
                  <a:gd name="T0" fmla="*/ 10 w 7"/>
                  <a:gd name="T1" fmla="*/ 2 h 17"/>
                  <a:gd name="T2" fmla="*/ 1 w 7"/>
                  <a:gd name="T3" fmla="*/ 11 h 17"/>
                  <a:gd name="T4" fmla="*/ 1 w 7"/>
                  <a:gd name="T5" fmla="*/ 28 h 17"/>
                  <a:gd name="T6" fmla="*/ 3 w 7"/>
                  <a:gd name="T7" fmla="*/ 2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7" y="2"/>
                    </a:moveTo>
                    <a:cubicBezTo>
                      <a:pt x="4" y="0"/>
                      <a:pt x="1" y="5"/>
                      <a:pt x="1" y="7"/>
                    </a:cubicBezTo>
                    <a:cubicBezTo>
                      <a:pt x="0" y="10"/>
                      <a:pt x="0" y="14"/>
                      <a:pt x="1" y="17"/>
                    </a:cubicBezTo>
                    <a:cubicBezTo>
                      <a:pt x="1" y="17"/>
                      <a:pt x="2" y="17"/>
                      <a:pt x="3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3" name="Freeform 3508">
                <a:extLst>
                  <a:ext uri="{FF2B5EF4-FFF2-40B4-BE49-F238E27FC236}">
                    <a16:creationId xmlns:a16="http://schemas.microsoft.com/office/drawing/2014/main" id="{B1FA471E-C789-4D67-9451-046CFD3C9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3487"/>
                <a:ext cx="22" cy="20"/>
              </a:xfrm>
              <a:custGeom>
                <a:avLst/>
                <a:gdLst>
                  <a:gd name="T0" fmla="*/ 0 w 20"/>
                  <a:gd name="T1" fmla="*/ 0 h 17"/>
                  <a:gd name="T2" fmla="*/ 24 w 20"/>
                  <a:gd name="T3" fmla="*/ 11 h 17"/>
                  <a:gd name="T4" fmla="*/ 19 w 20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7" y="0"/>
                      <a:pt x="15" y="1"/>
                      <a:pt x="18" y="7"/>
                    </a:cubicBezTo>
                    <a:cubicBezTo>
                      <a:pt x="20" y="11"/>
                      <a:pt x="19" y="16"/>
                      <a:pt x="14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4" name="Freeform 3509">
                <a:extLst>
                  <a:ext uri="{FF2B5EF4-FFF2-40B4-BE49-F238E27FC236}">
                    <a16:creationId xmlns:a16="http://schemas.microsoft.com/office/drawing/2014/main" id="{112F40F1-1690-4ABB-A8CE-37D1DF93B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3453"/>
                <a:ext cx="67" cy="33"/>
              </a:xfrm>
              <a:custGeom>
                <a:avLst/>
                <a:gdLst>
                  <a:gd name="T0" fmla="*/ 11 w 60"/>
                  <a:gd name="T1" fmla="*/ 1 h 28"/>
                  <a:gd name="T2" fmla="*/ 2 w 60"/>
                  <a:gd name="T3" fmla="*/ 13 h 28"/>
                  <a:gd name="T4" fmla="*/ 2 w 60"/>
                  <a:gd name="T5" fmla="*/ 25 h 28"/>
                  <a:gd name="T6" fmla="*/ 22 w 60"/>
                  <a:gd name="T7" fmla="*/ 44 h 28"/>
                  <a:gd name="T8" fmla="*/ 50 w 60"/>
                  <a:gd name="T9" fmla="*/ 33 h 28"/>
                  <a:gd name="T10" fmla="*/ 78 w 60"/>
                  <a:gd name="T11" fmla="*/ 24 h 28"/>
                  <a:gd name="T12" fmla="*/ 71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8" y="1"/>
                    </a:moveTo>
                    <a:cubicBezTo>
                      <a:pt x="5" y="1"/>
                      <a:pt x="3" y="5"/>
                      <a:pt x="2" y="8"/>
                    </a:cubicBezTo>
                    <a:cubicBezTo>
                      <a:pt x="0" y="11"/>
                      <a:pt x="1" y="11"/>
                      <a:pt x="2" y="15"/>
                    </a:cubicBezTo>
                    <a:cubicBezTo>
                      <a:pt x="5" y="23"/>
                      <a:pt x="6" y="28"/>
                      <a:pt x="16" y="26"/>
                    </a:cubicBezTo>
                    <a:cubicBezTo>
                      <a:pt x="23" y="24"/>
                      <a:pt x="29" y="21"/>
                      <a:pt x="36" y="20"/>
                    </a:cubicBezTo>
                    <a:cubicBezTo>
                      <a:pt x="41" y="19"/>
                      <a:pt x="51" y="19"/>
                      <a:pt x="56" y="14"/>
                    </a:cubicBezTo>
                    <a:cubicBezTo>
                      <a:pt x="60" y="10"/>
                      <a:pt x="58" y="0"/>
                      <a:pt x="5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5" name="Freeform 3510">
                <a:extLst>
                  <a:ext uri="{FF2B5EF4-FFF2-40B4-BE49-F238E27FC236}">
                    <a16:creationId xmlns:a16="http://schemas.microsoft.com/office/drawing/2014/main" id="{075286CD-E12D-4CDB-AD21-B51FCF0FB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3483"/>
                <a:ext cx="4" cy="7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0"/>
                      <a:pt x="0" y="5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6" name="Freeform 3511">
                <a:extLst>
                  <a:ext uri="{FF2B5EF4-FFF2-40B4-BE49-F238E27FC236}">
                    <a16:creationId xmlns:a16="http://schemas.microsoft.com/office/drawing/2014/main" id="{59628671-FE07-4841-85A4-EE3F41FBD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3467"/>
                <a:ext cx="16" cy="41"/>
              </a:xfrm>
              <a:custGeom>
                <a:avLst/>
                <a:gdLst>
                  <a:gd name="T0" fmla="*/ 0 w 14"/>
                  <a:gd name="T1" fmla="*/ 0 h 35"/>
                  <a:gd name="T2" fmla="*/ 15 w 14"/>
                  <a:gd name="T3" fmla="*/ 46 h 35"/>
                  <a:gd name="T4" fmla="*/ 3 w 14"/>
                  <a:gd name="T5" fmla="*/ 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5" y="8"/>
                      <a:pt x="14" y="16"/>
                      <a:pt x="10" y="28"/>
                    </a:cubicBezTo>
                    <a:cubicBezTo>
                      <a:pt x="9" y="31"/>
                      <a:pt x="7" y="34"/>
                      <a:pt x="3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7" name="Freeform 3512">
                <a:extLst>
                  <a:ext uri="{FF2B5EF4-FFF2-40B4-BE49-F238E27FC236}">
                    <a16:creationId xmlns:a16="http://schemas.microsoft.com/office/drawing/2014/main" id="{A9E3608D-73F2-4658-A5F3-2E98A30B5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3424"/>
                <a:ext cx="64" cy="24"/>
              </a:xfrm>
              <a:custGeom>
                <a:avLst/>
                <a:gdLst>
                  <a:gd name="T0" fmla="*/ 4 w 58"/>
                  <a:gd name="T1" fmla="*/ 0 h 20"/>
                  <a:gd name="T2" fmla="*/ 4 w 58"/>
                  <a:gd name="T3" fmla="*/ 24 h 20"/>
                  <a:gd name="T4" fmla="*/ 34 w 58"/>
                  <a:gd name="T5" fmla="*/ 35 h 20"/>
                  <a:gd name="T6" fmla="*/ 63 w 58"/>
                  <a:gd name="T7" fmla="*/ 29 h 20"/>
                  <a:gd name="T8" fmla="*/ 77 w 58"/>
                  <a:gd name="T9" fmla="*/ 20 h 20"/>
                  <a:gd name="T10" fmla="*/ 74 w 58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4" y="0"/>
                    </a:moveTo>
                    <a:cubicBezTo>
                      <a:pt x="0" y="4"/>
                      <a:pt x="2" y="10"/>
                      <a:pt x="4" y="14"/>
                    </a:cubicBezTo>
                    <a:cubicBezTo>
                      <a:pt x="8" y="20"/>
                      <a:pt x="18" y="20"/>
                      <a:pt x="25" y="20"/>
                    </a:cubicBezTo>
                    <a:cubicBezTo>
                      <a:pt x="33" y="20"/>
                      <a:pt x="39" y="18"/>
                      <a:pt x="47" y="17"/>
                    </a:cubicBezTo>
                    <a:cubicBezTo>
                      <a:pt x="52" y="16"/>
                      <a:pt x="56" y="17"/>
                      <a:pt x="57" y="12"/>
                    </a:cubicBezTo>
                    <a:cubicBezTo>
                      <a:pt x="58" y="9"/>
                      <a:pt x="58" y="2"/>
                      <a:pt x="5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8" name="Freeform 3513">
                <a:extLst>
                  <a:ext uri="{FF2B5EF4-FFF2-40B4-BE49-F238E27FC236}">
                    <a16:creationId xmlns:a16="http://schemas.microsoft.com/office/drawing/2014/main" id="{709874EE-065A-4A13-AA4F-0EAADC378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464"/>
                <a:ext cx="50" cy="43"/>
              </a:xfrm>
              <a:custGeom>
                <a:avLst/>
                <a:gdLst>
                  <a:gd name="T0" fmla="*/ 8 w 45"/>
                  <a:gd name="T1" fmla="*/ 61 h 36"/>
                  <a:gd name="T2" fmla="*/ 3 w 45"/>
                  <a:gd name="T3" fmla="*/ 26 h 36"/>
                  <a:gd name="T4" fmla="*/ 2 w 45"/>
                  <a:gd name="T5" fmla="*/ 14 h 36"/>
                  <a:gd name="T6" fmla="*/ 29 w 45"/>
                  <a:gd name="T7" fmla="*/ 6 h 36"/>
                  <a:gd name="T8" fmla="*/ 53 w 45"/>
                  <a:gd name="T9" fmla="*/ 6 h 36"/>
                  <a:gd name="T10" fmla="*/ 62 w 45"/>
                  <a:gd name="T11" fmla="*/ 32 h 36"/>
                  <a:gd name="T12" fmla="*/ 54 w 45"/>
                  <a:gd name="T13" fmla="*/ 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1" y="30"/>
                      <a:pt x="4" y="22"/>
                      <a:pt x="3" y="15"/>
                    </a:cubicBezTo>
                    <a:cubicBezTo>
                      <a:pt x="2" y="13"/>
                      <a:pt x="0" y="10"/>
                      <a:pt x="2" y="8"/>
                    </a:cubicBezTo>
                    <a:cubicBezTo>
                      <a:pt x="5" y="4"/>
                      <a:pt x="16" y="4"/>
                      <a:pt x="21" y="3"/>
                    </a:cubicBezTo>
                    <a:cubicBezTo>
                      <a:pt x="26" y="2"/>
                      <a:pt x="34" y="0"/>
                      <a:pt x="39" y="3"/>
                    </a:cubicBezTo>
                    <a:cubicBezTo>
                      <a:pt x="44" y="6"/>
                      <a:pt x="45" y="13"/>
                      <a:pt x="45" y="19"/>
                    </a:cubicBezTo>
                    <a:cubicBezTo>
                      <a:pt x="44" y="24"/>
                      <a:pt x="44" y="34"/>
                      <a:pt x="40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9" name="Freeform 3514">
                <a:extLst>
                  <a:ext uri="{FF2B5EF4-FFF2-40B4-BE49-F238E27FC236}">
                    <a16:creationId xmlns:a16="http://schemas.microsoft.com/office/drawing/2014/main" id="{7B4E5A1B-0F96-4406-8CE7-CF1C0516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3422"/>
                <a:ext cx="56" cy="31"/>
              </a:xfrm>
              <a:custGeom>
                <a:avLst/>
                <a:gdLst>
                  <a:gd name="T0" fmla="*/ 3 w 51"/>
                  <a:gd name="T1" fmla="*/ 2 h 26"/>
                  <a:gd name="T2" fmla="*/ 5 w 51"/>
                  <a:gd name="T3" fmla="*/ 35 h 26"/>
                  <a:gd name="T4" fmla="*/ 25 w 51"/>
                  <a:gd name="T5" fmla="*/ 35 h 26"/>
                  <a:gd name="T6" fmla="*/ 44 w 51"/>
                  <a:gd name="T7" fmla="*/ 37 h 26"/>
                  <a:gd name="T8" fmla="*/ 58 w 51"/>
                  <a:gd name="T9" fmla="*/ 44 h 26"/>
                  <a:gd name="T10" fmla="*/ 67 w 51"/>
                  <a:gd name="T11" fmla="*/ 29 h 26"/>
                  <a:gd name="T12" fmla="*/ 57 w 51"/>
                  <a:gd name="T13" fmla="*/ 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6">
                    <a:moveTo>
                      <a:pt x="3" y="2"/>
                    </a:moveTo>
                    <a:cubicBezTo>
                      <a:pt x="2" y="6"/>
                      <a:pt x="0" y="17"/>
                      <a:pt x="5" y="20"/>
                    </a:cubicBezTo>
                    <a:cubicBezTo>
                      <a:pt x="8" y="22"/>
                      <a:pt x="16" y="20"/>
                      <a:pt x="19" y="20"/>
                    </a:cubicBezTo>
                    <a:cubicBezTo>
                      <a:pt x="24" y="20"/>
                      <a:pt x="29" y="19"/>
                      <a:pt x="33" y="22"/>
                    </a:cubicBezTo>
                    <a:cubicBezTo>
                      <a:pt x="37" y="23"/>
                      <a:pt x="40" y="26"/>
                      <a:pt x="44" y="26"/>
                    </a:cubicBezTo>
                    <a:cubicBezTo>
                      <a:pt x="48" y="25"/>
                      <a:pt x="51" y="21"/>
                      <a:pt x="51" y="17"/>
                    </a:cubicBezTo>
                    <a:cubicBezTo>
                      <a:pt x="51" y="14"/>
                      <a:pt x="49" y="0"/>
                      <a:pt x="43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0" name="Freeform 3515">
                <a:extLst>
                  <a:ext uri="{FF2B5EF4-FFF2-40B4-BE49-F238E27FC236}">
                    <a16:creationId xmlns:a16="http://schemas.microsoft.com/office/drawing/2014/main" id="{E63A6182-2744-49B4-A0CF-A8E8D15DF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442"/>
                <a:ext cx="53" cy="33"/>
              </a:xfrm>
              <a:custGeom>
                <a:avLst/>
                <a:gdLst>
                  <a:gd name="T0" fmla="*/ 8 w 48"/>
                  <a:gd name="T1" fmla="*/ 8 h 28"/>
                  <a:gd name="T2" fmla="*/ 1 w 48"/>
                  <a:gd name="T3" fmla="*/ 17 h 28"/>
                  <a:gd name="T4" fmla="*/ 3 w 48"/>
                  <a:gd name="T5" fmla="*/ 37 h 28"/>
                  <a:gd name="T6" fmla="*/ 36 w 48"/>
                  <a:gd name="T7" fmla="*/ 38 h 28"/>
                  <a:gd name="T8" fmla="*/ 63 w 48"/>
                  <a:gd name="T9" fmla="*/ 24 h 28"/>
                  <a:gd name="T10" fmla="*/ 56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5" y="4"/>
                      <a:pt x="2" y="8"/>
                      <a:pt x="1" y="10"/>
                    </a:cubicBezTo>
                    <a:cubicBezTo>
                      <a:pt x="0" y="13"/>
                      <a:pt x="0" y="20"/>
                      <a:pt x="3" y="22"/>
                    </a:cubicBezTo>
                    <a:cubicBezTo>
                      <a:pt x="8" y="28"/>
                      <a:pt x="21" y="23"/>
                      <a:pt x="27" y="23"/>
                    </a:cubicBezTo>
                    <a:cubicBezTo>
                      <a:pt x="34" y="23"/>
                      <a:pt x="44" y="23"/>
                      <a:pt x="47" y="14"/>
                    </a:cubicBezTo>
                    <a:cubicBezTo>
                      <a:pt x="47" y="10"/>
                      <a:pt x="48" y="0"/>
                      <a:pt x="42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1" name="Freeform 3516">
                <a:extLst>
                  <a:ext uri="{FF2B5EF4-FFF2-40B4-BE49-F238E27FC236}">
                    <a16:creationId xmlns:a16="http://schemas.microsoft.com/office/drawing/2014/main" id="{EDEC269D-16ED-4AD5-8F97-3A32FA076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3425"/>
                <a:ext cx="57" cy="40"/>
              </a:xfrm>
              <a:custGeom>
                <a:avLst/>
                <a:gdLst>
                  <a:gd name="T0" fmla="*/ 18 w 52"/>
                  <a:gd name="T1" fmla="*/ 0 h 34"/>
                  <a:gd name="T2" fmla="*/ 11 w 52"/>
                  <a:gd name="T3" fmla="*/ 34 h 34"/>
                  <a:gd name="T4" fmla="*/ 16 w 52"/>
                  <a:gd name="T5" fmla="*/ 49 h 34"/>
                  <a:gd name="T6" fmla="*/ 42 w 52"/>
                  <a:gd name="T7" fmla="*/ 53 h 34"/>
                  <a:gd name="T8" fmla="*/ 67 w 52"/>
                  <a:gd name="T9" fmla="*/ 39 h 34"/>
                  <a:gd name="T10" fmla="*/ 62 w 52"/>
                  <a:gd name="T11" fmla="*/ 7 h 34"/>
                  <a:gd name="T12" fmla="*/ 43 w 52"/>
                  <a:gd name="T13" fmla="*/ 0 h 34"/>
                  <a:gd name="T14" fmla="*/ 20 w 5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4" y="0"/>
                    </a:moveTo>
                    <a:cubicBezTo>
                      <a:pt x="0" y="0"/>
                      <a:pt x="6" y="12"/>
                      <a:pt x="8" y="21"/>
                    </a:cubicBezTo>
                    <a:cubicBezTo>
                      <a:pt x="9" y="25"/>
                      <a:pt x="9" y="29"/>
                      <a:pt x="13" y="31"/>
                    </a:cubicBezTo>
                    <a:cubicBezTo>
                      <a:pt x="18" y="34"/>
                      <a:pt x="27" y="33"/>
                      <a:pt x="32" y="32"/>
                    </a:cubicBezTo>
                    <a:cubicBezTo>
                      <a:pt x="38" y="31"/>
                      <a:pt x="49" y="31"/>
                      <a:pt x="51" y="24"/>
                    </a:cubicBezTo>
                    <a:cubicBezTo>
                      <a:pt x="52" y="19"/>
                      <a:pt x="51" y="8"/>
                      <a:pt x="47" y="4"/>
                    </a:cubicBezTo>
                    <a:cubicBezTo>
                      <a:pt x="44" y="1"/>
                      <a:pt x="37" y="1"/>
                      <a:pt x="33" y="0"/>
                    </a:cubicBezTo>
                    <a:cubicBezTo>
                      <a:pt x="27" y="0"/>
                      <a:pt x="21" y="0"/>
                      <a:pt x="15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2" name="Freeform 3517">
                <a:extLst>
                  <a:ext uri="{FF2B5EF4-FFF2-40B4-BE49-F238E27FC236}">
                    <a16:creationId xmlns:a16="http://schemas.microsoft.com/office/drawing/2014/main" id="{BBF84418-C90D-4958-B406-988FE5716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3460"/>
                <a:ext cx="54" cy="29"/>
              </a:xfrm>
              <a:custGeom>
                <a:avLst/>
                <a:gdLst>
                  <a:gd name="T0" fmla="*/ 28 w 49"/>
                  <a:gd name="T1" fmla="*/ 8 h 25"/>
                  <a:gd name="T2" fmla="*/ 13 w 49"/>
                  <a:gd name="T3" fmla="*/ 3 h 25"/>
                  <a:gd name="T4" fmla="*/ 1 w 49"/>
                  <a:gd name="T5" fmla="*/ 9 h 25"/>
                  <a:gd name="T6" fmla="*/ 1 w 49"/>
                  <a:gd name="T7" fmla="*/ 26 h 25"/>
                  <a:gd name="T8" fmla="*/ 17 w 49"/>
                  <a:gd name="T9" fmla="*/ 39 h 25"/>
                  <a:gd name="T10" fmla="*/ 51 w 49"/>
                  <a:gd name="T11" fmla="*/ 37 h 25"/>
                  <a:gd name="T12" fmla="*/ 63 w 49"/>
                  <a:gd name="T13" fmla="*/ 16 h 25"/>
                  <a:gd name="T14" fmla="*/ 55 w 49"/>
                  <a:gd name="T15" fmla="*/ 0 h 25"/>
                  <a:gd name="T16" fmla="*/ 40 w 49"/>
                  <a:gd name="T17" fmla="*/ 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5">
                    <a:moveTo>
                      <a:pt x="21" y="5"/>
                    </a:moveTo>
                    <a:cubicBezTo>
                      <a:pt x="18" y="4"/>
                      <a:pt x="14" y="3"/>
                      <a:pt x="10" y="3"/>
                    </a:cubicBezTo>
                    <a:cubicBezTo>
                      <a:pt x="8" y="3"/>
                      <a:pt x="2" y="4"/>
                      <a:pt x="1" y="6"/>
                    </a:cubicBezTo>
                    <a:cubicBezTo>
                      <a:pt x="0" y="8"/>
                      <a:pt x="1" y="15"/>
                      <a:pt x="1" y="16"/>
                    </a:cubicBezTo>
                    <a:cubicBezTo>
                      <a:pt x="2" y="23"/>
                      <a:pt x="6" y="25"/>
                      <a:pt x="13" y="25"/>
                    </a:cubicBezTo>
                    <a:cubicBezTo>
                      <a:pt x="22" y="25"/>
                      <a:pt x="30" y="25"/>
                      <a:pt x="38" y="24"/>
                    </a:cubicBezTo>
                    <a:cubicBezTo>
                      <a:pt x="48" y="22"/>
                      <a:pt x="49" y="18"/>
                      <a:pt x="47" y="10"/>
                    </a:cubicBezTo>
                    <a:cubicBezTo>
                      <a:pt x="46" y="6"/>
                      <a:pt x="46" y="0"/>
                      <a:pt x="41" y="0"/>
                    </a:cubicBezTo>
                    <a:cubicBezTo>
                      <a:pt x="39" y="0"/>
                      <a:pt x="32" y="2"/>
                      <a:pt x="3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3" name="Freeform 3518">
                <a:extLst>
                  <a:ext uri="{FF2B5EF4-FFF2-40B4-BE49-F238E27FC236}">
                    <a16:creationId xmlns:a16="http://schemas.microsoft.com/office/drawing/2014/main" id="{7248644C-717D-4366-81F2-89C420467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3424"/>
                <a:ext cx="61" cy="31"/>
              </a:xfrm>
              <a:custGeom>
                <a:avLst/>
                <a:gdLst>
                  <a:gd name="T0" fmla="*/ 16 w 55"/>
                  <a:gd name="T1" fmla="*/ 2 h 26"/>
                  <a:gd name="T2" fmla="*/ 2 w 55"/>
                  <a:gd name="T3" fmla="*/ 12 h 26"/>
                  <a:gd name="T4" fmla="*/ 2 w 55"/>
                  <a:gd name="T5" fmla="*/ 35 h 26"/>
                  <a:gd name="T6" fmla="*/ 22 w 55"/>
                  <a:gd name="T7" fmla="*/ 43 h 26"/>
                  <a:gd name="T8" fmla="*/ 54 w 55"/>
                  <a:gd name="T9" fmla="*/ 43 h 26"/>
                  <a:gd name="T10" fmla="*/ 75 w 55"/>
                  <a:gd name="T11" fmla="*/ 29 h 26"/>
                  <a:gd name="T12" fmla="*/ 68 w 55"/>
                  <a:gd name="T13" fmla="*/ 7 h 26"/>
                  <a:gd name="T14" fmla="*/ 48 w 55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6">
                    <a:moveTo>
                      <a:pt x="12" y="2"/>
                    </a:moveTo>
                    <a:cubicBezTo>
                      <a:pt x="9" y="0"/>
                      <a:pt x="3" y="4"/>
                      <a:pt x="2" y="7"/>
                    </a:cubicBezTo>
                    <a:cubicBezTo>
                      <a:pt x="0" y="10"/>
                      <a:pt x="1" y="17"/>
                      <a:pt x="2" y="20"/>
                    </a:cubicBezTo>
                    <a:cubicBezTo>
                      <a:pt x="4" y="25"/>
                      <a:pt x="10" y="25"/>
                      <a:pt x="16" y="25"/>
                    </a:cubicBezTo>
                    <a:cubicBezTo>
                      <a:pt x="23" y="25"/>
                      <a:pt x="32" y="26"/>
                      <a:pt x="40" y="25"/>
                    </a:cubicBezTo>
                    <a:cubicBezTo>
                      <a:pt x="45" y="24"/>
                      <a:pt x="54" y="23"/>
                      <a:pt x="55" y="17"/>
                    </a:cubicBezTo>
                    <a:cubicBezTo>
                      <a:pt x="55" y="14"/>
                      <a:pt x="53" y="6"/>
                      <a:pt x="50" y="4"/>
                    </a:cubicBezTo>
                    <a:cubicBezTo>
                      <a:pt x="47" y="0"/>
                      <a:pt x="40" y="2"/>
                      <a:pt x="35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4" name="Freeform 3519">
                <a:extLst>
                  <a:ext uri="{FF2B5EF4-FFF2-40B4-BE49-F238E27FC236}">
                    <a16:creationId xmlns:a16="http://schemas.microsoft.com/office/drawing/2014/main" id="{C5814CEE-F61A-4BBA-AF32-AE5011F3E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3487"/>
                <a:ext cx="22" cy="20"/>
              </a:xfrm>
              <a:custGeom>
                <a:avLst/>
                <a:gdLst>
                  <a:gd name="T0" fmla="*/ 0 w 20"/>
                  <a:gd name="T1" fmla="*/ 0 h 17"/>
                  <a:gd name="T2" fmla="*/ 23 w 20"/>
                  <a:gd name="T3" fmla="*/ 11 h 17"/>
                  <a:gd name="T4" fmla="*/ 19 w 20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6" y="0"/>
                      <a:pt x="15" y="1"/>
                      <a:pt x="17" y="7"/>
                    </a:cubicBezTo>
                    <a:cubicBezTo>
                      <a:pt x="20" y="11"/>
                      <a:pt x="19" y="16"/>
                      <a:pt x="14" y="1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5" name="Freeform 3520">
                <a:extLst>
                  <a:ext uri="{FF2B5EF4-FFF2-40B4-BE49-F238E27FC236}">
                    <a16:creationId xmlns:a16="http://schemas.microsoft.com/office/drawing/2014/main" id="{1FD15143-EFC1-4BF5-92EB-2AE8B7147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3453"/>
                <a:ext cx="66" cy="33"/>
              </a:xfrm>
              <a:custGeom>
                <a:avLst/>
                <a:gdLst>
                  <a:gd name="T0" fmla="*/ 10 w 60"/>
                  <a:gd name="T1" fmla="*/ 1 h 28"/>
                  <a:gd name="T2" fmla="*/ 2 w 60"/>
                  <a:gd name="T3" fmla="*/ 13 h 28"/>
                  <a:gd name="T4" fmla="*/ 2 w 60"/>
                  <a:gd name="T5" fmla="*/ 25 h 28"/>
                  <a:gd name="T6" fmla="*/ 22 w 60"/>
                  <a:gd name="T7" fmla="*/ 44 h 28"/>
                  <a:gd name="T8" fmla="*/ 48 w 60"/>
                  <a:gd name="T9" fmla="*/ 33 h 28"/>
                  <a:gd name="T10" fmla="*/ 74 w 60"/>
                  <a:gd name="T11" fmla="*/ 24 h 28"/>
                  <a:gd name="T12" fmla="*/ 68 w 6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7" y="1"/>
                    </a:moveTo>
                    <a:cubicBezTo>
                      <a:pt x="5" y="1"/>
                      <a:pt x="3" y="5"/>
                      <a:pt x="2" y="8"/>
                    </a:cubicBezTo>
                    <a:cubicBezTo>
                      <a:pt x="0" y="11"/>
                      <a:pt x="1" y="11"/>
                      <a:pt x="2" y="15"/>
                    </a:cubicBezTo>
                    <a:cubicBezTo>
                      <a:pt x="5" y="23"/>
                      <a:pt x="6" y="28"/>
                      <a:pt x="16" y="26"/>
                    </a:cubicBezTo>
                    <a:cubicBezTo>
                      <a:pt x="23" y="24"/>
                      <a:pt x="29" y="21"/>
                      <a:pt x="36" y="20"/>
                    </a:cubicBezTo>
                    <a:cubicBezTo>
                      <a:pt x="41" y="19"/>
                      <a:pt x="51" y="19"/>
                      <a:pt x="55" y="14"/>
                    </a:cubicBezTo>
                    <a:cubicBezTo>
                      <a:pt x="60" y="10"/>
                      <a:pt x="58" y="0"/>
                      <a:pt x="51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6" name="Freeform 3521">
                <a:extLst>
                  <a:ext uri="{FF2B5EF4-FFF2-40B4-BE49-F238E27FC236}">
                    <a16:creationId xmlns:a16="http://schemas.microsoft.com/office/drawing/2014/main" id="{F7091420-EB2D-4D66-A9B8-28AF3E30B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3483"/>
                <a:ext cx="5" cy="7"/>
              </a:xfrm>
              <a:custGeom>
                <a:avLst/>
                <a:gdLst>
                  <a:gd name="T0" fmla="*/ 8 w 4"/>
                  <a:gd name="T1" fmla="*/ 0 h 6"/>
                  <a:gd name="T2" fmla="*/ 1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0" y="5"/>
                      <a:pt x="1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7" name="Freeform 3522">
                <a:extLst>
                  <a:ext uri="{FF2B5EF4-FFF2-40B4-BE49-F238E27FC236}">
                    <a16:creationId xmlns:a16="http://schemas.microsoft.com/office/drawing/2014/main" id="{735A09FD-6F49-4448-8AB1-644A7ACBC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3467"/>
                <a:ext cx="17" cy="41"/>
              </a:xfrm>
              <a:custGeom>
                <a:avLst/>
                <a:gdLst>
                  <a:gd name="T0" fmla="*/ 0 w 15"/>
                  <a:gd name="T1" fmla="*/ 0 h 35"/>
                  <a:gd name="T2" fmla="*/ 16 w 15"/>
                  <a:gd name="T3" fmla="*/ 46 h 35"/>
                  <a:gd name="T4" fmla="*/ 7 w 15"/>
                  <a:gd name="T5" fmla="*/ 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5">
                    <a:moveTo>
                      <a:pt x="0" y="0"/>
                    </a:moveTo>
                    <a:cubicBezTo>
                      <a:pt x="6" y="8"/>
                      <a:pt x="15" y="16"/>
                      <a:pt x="11" y="28"/>
                    </a:cubicBezTo>
                    <a:cubicBezTo>
                      <a:pt x="10" y="31"/>
                      <a:pt x="8" y="34"/>
                      <a:pt x="4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8" name="Freeform 3523">
                <a:extLst>
                  <a:ext uri="{FF2B5EF4-FFF2-40B4-BE49-F238E27FC236}">
                    <a16:creationId xmlns:a16="http://schemas.microsoft.com/office/drawing/2014/main" id="{4CFA6C5B-6210-4FF4-B636-CD5445B8C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3424"/>
                <a:ext cx="64" cy="24"/>
              </a:xfrm>
              <a:custGeom>
                <a:avLst/>
                <a:gdLst>
                  <a:gd name="T0" fmla="*/ 4 w 58"/>
                  <a:gd name="T1" fmla="*/ 0 h 20"/>
                  <a:gd name="T2" fmla="*/ 4 w 58"/>
                  <a:gd name="T3" fmla="*/ 24 h 20"/>
                  <a:gd name="T4" fmla="*/ 34 w 58"/>
                  <a:gd name="T5" fmla="*/ 35 h 20"/>
                  <a:gd name="T6" fmla="*/ 63 w 58"/>
                  <a:gd name="T7" fmla="*/ 29 h 20"/>
                  <a:gd name="T8" fmla="*/ 77 w 58"/>
                  <a:gd name="T9" fmla="*/ 20 h 20"/>
                  <a:gd name="T10" fmla="*/ 73 w 58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4" y="0"/>
                    </a:moveTo>
                    <a:cubicBezTo>
                      <a:pt x="0" y="4"/>
                      <a:pt x="2" y="10"/>
                      <a:pt x="4" y="14"/>
                    </a:cubicBezTo>
                    <a:cubicBezTo>
                      <a:pt x="8" y="20"/>
                      <a:pt x="18" y="20"/>
                      <a:pt x="25" y="20"/>
                    </a:cubicBezTo>
                    <a:cubicBezTo>
                      <a:pt x="32" y="20"/>
                      <a:pt x="39" y="18"/>
                      <a:pt x="47" y="17"/>
                    </a:cubicBezTo>
                    <a:cubicBezTo>
                      <a:pt x="52" y="16"/>
                      <a:pt x="55" y="17"/>
                      <a:pt x="57" y="12"/>
                    </a:cubicBezTo>
                    <a:cubicBezTo>
                      <a:pt x="58" y="9"/>
                      <a:pt x="58" y="2"/>
                      <a:pt x="5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9" name="Freeform 3524">
                <a:extLst>
                  <a:ext uri="{FF2B5EF4-FFF2-40B4-BE49-F238E27FC236}">
                    <a16:creationId xmlns:a16="http://schemas.microsoft.com/office/drawing/2014/main" id="{E147F174-5220-49A1-821B-9C519E9BD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3464"/>
                <a:ext cx="50" cy="43"/>
              </a:xfrm>
              <a:custGeom>
                <a:avLst/>
                <a:gdLst>
                  <a:gd name="T0" fmla="*/ 8 w 45"/>
                  <a:gd name="T1" fmla="*/ 61 h 36"/>
                  <a:gd name="T2" fmla="*/ 2 w 45"/>
                  <a:gd name="T3" fmla="*/ 26 h 36"/>
                  <a:gd name="T4" fmla="*/ 2 w 45"/>
                  <a:gd name="T5" fmla="*/ 14 h 36"/>
                  <a:gd name="T6" fmla="*/ 29 w 45"/>
                  <a:gd name="T7" fmla="*/ 6 h 36"/>
                  <a:gd name="T8" fmla="*/ 52 w 45"/>
                  <a:gd name="T9" fmla="*/ 6 h 36"/>
                  <a:gd name="T10" fmla="*/ 60 w 45"/>
                  <a:gd name="T11" fmla="*/ 32 h 36"/>
                  <a:gd name="T12" fmla="*/ 54 w 45"/>
                  <a:gd name="T13" fmla="*/ 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5" y="36"/>
                    </a:moveTo>
                    <a:cubicBezTo>
                      <a:pt x="1" y="30"/>
                      <a:pt x="4" y="22"/>
                      <a:pt x="2" y="15"/>
                    </a:cubicBezTo>
                    <a:cubicBezTo>
                      <a:pt x="2" y="13"/>
                      <a:pt x="0" y="10"/>
                      <a:pt x="2" y="8"/>
                    </a:cubicBezTo>
                    <a:cubicBezTo>
                      <a:pt x="5" y="4"/>
                      <a:pt x="16" y="4"/>
                      <a:pt x="21" y="3"/>
                    </a:cubicBezTo>
                    <a:cubicBezTo>
                      <a:pt x="26" y="2"/>
                      <a:pt x="34" y="0"/>
                      <a:pt x="38" y="3"/>
                    </a:cubicBezTo>
                    <a:cubicBezTo>
                      <a:pt x="44" y="6"/>
                      <a:pt x="45" y="13"/>
                      <a:pt x="44" y="19"/>
                    </a:cubicBezTo>
                    <a:cubicBezTo>
                      <a:pt x="44" y="24"/>
                      <a:pt x="44" y="34"/>
                      <a:pt x="40" y="3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0" name="Freeform 3525">
                <a:extLst>
                  <a:ext uri="{FF2B5EF4-FFF2-40B4-BE49-F238E27FC236}">
                    <a16:creationId xmlns:a16="http://schemas.microsoft.com/office/drawing/2014/main" id="{B8ADA7D0-3A69-48DC-85EA-DB86102FF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442"/>
                <a:ext cx="53" cy="33"/>
              </a:xfrm>
              <a:custGeom>
                <a:avLst/>
                <a:gdLst>
                  <a:gd name="T0" fmla="*/ 8 w 48"/>
                  <a:gd name="T1" fmla="*/ 8 h 28"/>
                  <a:gd name="T2" fmla="*/ 1 w 48"/>
                  <a:gd name="T3" fmla="*/ 17 h 28"/>
                  <a:gd name="T4" fmla="*/ 3 w 48"/>
                  <a:gd name="T5" fmla="*/ 37 h 28"/>
                  <a:gd name="T6" fmla="*/ 36 w 48"/>
                  <a:gd name="T7" fmla="*/ 38 h 28"/>
                  <a:gd name="T8" fmla="*/ 62 w 48"/>
                  <a:gd name="T9" fmla="*/ 24 h 28"/>
                  <a:gd name="T10" fmla="*/ 56 w 48"/>
                  <a:gd name="T11" fmla="*/ 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5" y="5"/>
                    </a:moveTo>
                    <a:cubicBezTo>
                      <a:pt x="4" y="4"/>
                      <a:pt x="2" y="8"/>
                      <a:pt x="1" y="10"/>
                    </a:cubicBezTo>
                    <a:cubicBezTo>
                      <a:pt x="0" y="13"/>
                      <a:pt x="0" y="20"/>
                      <a:pt x="3" y="22"/>
                    </a:cubicBezTo>
                    <a:cubicBezTo>
                      <a:pt x="7" y="28"/>
                      <a:pt x="21" y="23"/>
                      <a:pt x="27" y="23"/>
                    </a:cubicBezTo>
                    <a:cubicBezTo>
                      <a:pt x="34" y="23"/>
                      <a:pt x="44" y="23"/>
                      <a:pt x="46" y="14"/>
                    </a:cubicBezTo>
                    <a:cubicBezTo>
                      <a:pt x="47" y="10"/>
                      <a:pt x="48" y="0"/>
                      <a:pt x="42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1" name="Freeform 3526">
                <a:extLst>
                  <a:ext uri="{FF2B5EF4-FFF2-40B4-BE49-F238E27FC236}">
                    <a16:creationId xmlns:a16="http://schemas.microsoft.com/office/drawing/2014/main" id="{6D35176D-926B-4DAC-AD29-DAF0110D3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3445"/>
                <a:ext cx="7" cy="10"/>
              </a:xfrm>
              <a:custGeom>
                <a:avLst/>
                <a:gdLst>
                  <a:gd name="T0" fmla="*/ 9 w 6"/>
                  <a:gd name="T1" fmla="*/ 1 h 8"/>
                  <a:gd name="T2" fmla="*/ 0 w 6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0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2" name="Freeform 3527">
                <a:extLst>
                  <a:ext uri="{FF2B5EF4-FFF2-40B4-BE49-F238E27FC236}">
                    <a16:creationId xmlns:a16="http://schemas.microsoft.com/office/drawing/2014/main" id="{31BDE627-DAE5-41D3-956B-30F01DAE8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3451"/>
                <a:ext cx="69" cy="26"/>
              </a:xfrm>
              <a:custGeom>
                <a:avLst/>
                <a:gdLst>
                  <a:gd name="T0" fmla="*/ 58 w 63"/>
                  <a:gd name="T1" fmla="*/ 2 h 22"/>
                  <a:gd name="T2" fmla="*/ 74 w 63"/>
                  <a:gd name="T3" fmla="*/ 26 h 22"/>
                  <a:gd name="T4" fmla="*/ 60 w 63"/>
                  <a:gd name="T5" fmla="*/ 33 h 22"/>
                  <a:gd name="T6" fmla="*/ 37 w 63"/>
                  <a:gd name="T7" fmla="*/ 35 h 22"/>
                  <a:gd name="T8" fmla="*/ 11 w 63"/>
                  <a:gd name="T9" fmla="*/ 31 h 22"/>
                  <a:gd name="T10" fmla="*/ 0 w 63"/>
                  <a:gd name="T11" fmla="*/ 3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2">
                    <a:moveTo>
                      <a:pt x="44" y="2"/>
                    </a:moveTo>
                    <a:cubicBezTo>
                      <a:pt x="50" y="0"/>
                      <a:pt x="63" y="9"/>
                      <a:pt x="57" y="16"/>
                    </a:cubicBezTo>
                    <a:cubicBezTo>
                      <a:pt x="55" y="19"/>
                      <a:pt x="49" y="19"/>
                      <a:pt x="46" y="20"/>
                    </a:cubicBezTo>
                    <a:cubicBezTo>
                      <a:pt x="40" y="22"/>
                      <a:pt x="35" y="21"/>
                      <a:pt x="28" y="21"/>
                    </a:cubicBezTo>
                    <a:cubicBezTo>
                      <a:pt x="22" y="20"/>
                      <a:pt x="15" y="20"/>
                      <a:pt x="8" y="19"/>
                    </a:cubicBezTo>
                    <a:cubicBezTo>
                      <a:pt x="6" y="19"/>
                      <a:pt x="1" y="20"/>
                      <a:pt x="0" y="1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3" name="Freeform 3528">
                <a:extLst>
                  <a:ext uri="{FF2B5EF4-FFF2-40B4-BE49-F238E27FC236}">
                    <a16:creationId xmlns:a16="http://schemas.microsoft.com/office/drawing/2014/main" id="{F493779E-FB51-4603-AE6D-E220E023A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3424"/>
                <a:ext cx="47" cy="33"/>
              </a:xfrm>
              <a:custGeom>
                <a:avLst/>
                <a:gdLst>
                  <a:gd name="T0" fmla="*/ 5 w 43"/>
                  <a:gd name="T1" fmla="*/ 1 h 28"/>
                  <a:gd name="T2" fmla="*/ 3 w 43"/>
                  <a:gd name="T3" fmla="*/ 21 h 28"/>
                  <a:gd name="T4" fmla="*/ 23 w 43"/>
                  <a:gd name="T5" fmla="*/ 45 h 28"/>
                  <a:gd name="T6" fmla="*/ 56 w 43"/>
                  <a:gd name="T7" fmla="*/ 28 h 28"/>
                  <a:gd name="T8" fmla="*/ 50 w 43"/>
                  <a:gd name="T9" fmla="*/ 2 h 28"/>
                  <a:gd name="T10" fmla="*/ 47 w 43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8">
                    <a:moveTo>
                      <a:pt x="5" y="1"/>
                    </a:moveTo>
                    <a:cubicBezTo>
                      <a:pt x="0" y="0"/>
                      <a:pt x="2" y="10"/>
                      <a:pt x="3" y="13"/>
                    </a:cubicBezTo>
                    <a:cubicBezTo>
                      <a:pt x="6" y="22"/>
                      <a:pt x="5" y="28"/>
                      <a:pt x="17" y="27"/>
                    </a:cubicBezTo>
                    <a:cubicBezTo>
                      <a:pt x="23" y="26"/>
                      <a:pt x="43" y="26"/>
                      <a:pt x="43" y="17"/>
                    </a:cubicBezTo>
                    <a:cubicBezTo>
                      <a:pt x="43" y="12"/>
                      <a:pt x="40" y="7"/>
                      <a:pt x="38" y="2"/>
                    </a:cubicBezTo>
                    <a:cubicBezTo>
                      <a:pt x="37" y="2"/>
                      <a:pt x="37" y="2"/>
                      <a:pt x="36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4" name="Freeform 3529">
                <a:extLst>
                  <a:ext uri="{FF2B5EF4-FFF2-40B4-BE49-F238E27FC236}">
                    <a16:creationId xmlns:a16="http://schemas.microsoft.com/office/drawing/2014/main" id="{A9780614-375A-4BDD-B415-93539C2FA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475"/>
                <a:ext cx="9" cy="11"/>
              </a:xfrm>
              <a:custGeom>
                <a:avLst/>
                <a:gdLst>
                  <a:gd name="T0" fmla="*/ 11 w 8"/>
                  <a:gd name="T1" fmla="*/ 0 h 9"/>
                  <a:gd name="T2" fmla="*/ 0 w 8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4" y="0"/>
                      <a:pt x="1" y="6"/>
                      <a:pt x="0" y="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5" name="Freeform 3530">
                <a:extLst>
                  <a:ext uri="{FF2B5EF4-FFF2-40B4-BE49-F238E27FC236}">
                    <a16:creationId xmlns:a16="http://schemas.microsoft.com/office/drawing/2014/main" id="{AEFDA217-2C0F-486D-9574-52EFF1F79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3475"/>
                <a:ext cx="12" cy="32"/>
              </a:xfrm>
              <a:custGeom>
                <a:avLst/>
                <a:gdLst>
                  <a:gd name="T0" fmla="*/ 1 w 11"/>
                  <a:gd name="T1" fmla="*/ 0 h 27"/>
                  <a:gd name="T2" fmla="*/ 0 w 11"/>
                  <a:gd name="T3" fmla="*/ 4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" y="0"/>
                    </a:moveTo>
                    <a:cubicBezTo>
                      <a:pt x="9" y="7"/>
                      <a:pt x="11" y="23"/>
                      <a:pt x="0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6" name="Freeform 3531">
                <a:extLst>
                  <a:ext uri="{FF2B5EF4-FFF2-40B4-BE49-F238E27FC236}">
                    <a16:creationId xmlns:a16="http://schemas.microsoft.com/office/drawing/2014/main" id="{EF6EAD94-00BF-4726-8555-DA3FE4DCB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3457"/>
                <a:ext cx="3" cy="5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7" name="Freeform 3532">
                <a:extLst>
                  <a:ext uri="{FF2B5EF4-FFF2-40B4-BE49-F238E27FC236}">
                    <a16:creationId xmlns:a16="http://schemas.microsoft.com/office/drawing/2014/main" id="{4952ACD0-7639-45A4-9712-C2922A791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3449"/>
                <a:ext cx="49" cy="38"/>
              </a:xfrm>
              <a:custGeom>
                <a:avLst/>
                <a:gdLst>
                  <a:gd name="T0" fmla="*/ 0 w 45"/>
                  <a:gd name="T1" fmla="*/ 51 h 32"/>
                  <a:gd name="T2" fmla="*/ 17 w 45"/>
                  <a:gd name="T3" fmla="*/ 51 h 32"/>
                  <a:gd name="T4" fmla="*/ 38 w 45"/>
                  <a:gd name="T5" fmla="*/ 45 h 32"/>
                  <a:gd name="T6" fmla="*/ 58 w 45"/>
                  <a:gd name="T7" fmla="*/ 34 h 32"/>
                  <a:gd name="T8" fmla="*/ 40 w 45"/>
                  <a:gd name="T9" fmla="*/ 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0" y="30"/>
                    </a:moveTo>
                    <a:cubicBezTo>
                      <a:pt x="5" y="31"/>
                      <a:pt x="9" y="32"/>
                      <a:pt x="14" y="30"/>
                    </a:cubicBezTo>
                    <a:cubicBezTo>
                      <a:pt x="19" y="29"/>
                      <a:pt x="23" y="27"/>
                      <a:pt x="29" y="27"/>
                    </a:cubicBezTo>
                    <a:cubicBezTo>
                      <a:pt x="35" y="26"/>
                      <a:pt x="44" y="28"/>
                      <a:pt x="45" y="20"/>
                    </a:cubicBezTo>
                    <a:cubicBezTo>
                      <a:pt x="45" y="16"/>
                      <a:pt x="36" y="0"/>
                      <a:pt x="31" y="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8" name="Freeform 3533">
                <a:extLst>
                  <a:ext uri="{FF2B5EF4-FFF2-40B4-BE49-F238E27FC236}">
                    <a16:creationId xmlns:a16="http://schemas.microsoft.com/office/drawing/2014/main" id="{7268134D-98AF-4877-9873-11BDDD94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425"/>
                <a:ext cx="50" cy="35"/>
              </a:xfrm>
              <a:custGeom>
                <a:avLst/>
                <a:gdLst>
                  <a:gd name="T0" fmla="*/ 62 w 45"/>
                  <a:gd name="T1" fmla="*/ 1 h 29"/>
                  <a:gd name="T2" fmla="*/ 60 w 45"/>
                  <a:gd name="T3" fmla="*/ 0 h 29"/>
                  <a:gd name="T4" fmla="*/ 52 w 45"/>
                  <a:gd name="T5" fmla="*/ 40 h 29"/>
                  <a:gd name="T6" fmla="*/ 22 w 45"/>
                  <a:gd name="T7" fmla="*/ 49 h 29"/>
                  <a:gd name="T8" fmla="*/ 0 w 45"/>
                  <a:gd name="T9" fmla="*/ 5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"/>
                    </a:moveTo>
                    <a:cubicBezTo>
                      <a:pt x="44" y="0"/>
                      <a:pt x="45" y="0"/>
                      <a:pt x="44" y="0"/>
                    </a:cubicBezTo>
                    <a:cubicBezTo>
                      <a:pt x="41" y="7"/>
                      <a:pt x="45" y="17"/>
                      <a:pt x="38" y="22"/>
                    </a:cubicBezTo>
                    <a:cubicBezTo>
                      <a:pt x="32" y="27"/>
                      <a:pt x="24" y="28"/>
                      <a:pt x="16" y="28"/>
                    </a:cubicBezTo>
                    <a:cubicBezTo>
                      <a:pt x="10" y="28"/>
                      <a:pt x="5" y="28"/>
                      <a:pt x="0" y="2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9" name="Freeform 3534">
                <a:extLst>
                  <a:ext uri="{FF2B5EF4-FFF2-40B4-BE49-F238E27FC236}">
                    <a16:creationId xmlns:a16="http://schemas.microsoft.com/office/drawing/2014/main" id="{2070D3CB-411C-409F-B82A-CB0CF4D1C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3478"/>
                <a:ext cx="16" cy="31"/>
              </a:xfrm>
              <a:custGeom>
                <a:avLst/>
                <a:gdLst>
                  <a:gd name="T0" fmla="*/ 0 w 14"/>
                  <a:gd name="T1" fmla="*/ 0 h 26"/>
                  <a:gd name="T2" fmla="*/ 21 w 14"/>
                  <a:gd name="T3" fmla="*/ 24 h 26"/>
                  <a:gd name="T4" fmla="*/ 17 w 14"/>
                  <a:gd name="T5" fmla="*/ 4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0" y="0"/>
                    </a:moveTo>
                    <a:cubicBezTo>
                      <a:pt x="8" y="0"/>
                      <a:pt x="14" y="6"/>
                      <a:pt x="14" y="14"/>
                    </a:cubicBezTo>
                    <a:cubicBezTo>
                      <a:pt x="14" y="19"/>
                      <a:pt x="12" y="22"/>
                      <a:pt x="11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8137" name="Group 3535">
              <a:extLst>
                <a:ext uri="{FF2B5EF4-FFF2-40B4-BE49-F238E27FC236}">
                  <a16:creationId xmlns:a16="http://schemas.microsoft.com/office/drawing/2014/main" id="{39C76672-0C68-46FC-8C38-0C048463D9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3" y="2642"/>
              <a:ext cx="1099" cy="938"/>
              <a:chOff x="4273" y="2642"/>
              <a:chExt cx="1099" cy="938"/>
            </a:xfrm>
          </p:grpSpPr>
          <p:sp>
            <p:nvSpPr>
              <p:cNvPr id="48250" name="Freeform 3536">
                <a:extLst>
                  <a:ext uri="{FF2B5EF4-FFF2-40B4-BE49-F238E27FC236}">
                    <a16:creationId xmlns:a16="http://schemas.microsoft.com/office/drawing/2014/main" id="{CDB76343-29DE-49DD-A61E-BEA3DD96F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3451"/>
                <a:ext cx="56" cy="49"/>
              </a:xfrm>
              <a:custGeom>
                <a:avLst/>
                <a:gdLst>
                  <a:gd name="T0" fmla="*/ 33 w 51"/>
                  <a:gd name="T1" fmla="*/ 0 h 41"/>
                  <a:gd name="T2" fmla="*/ 36 w 51"/>
                  <a:gd name="T3" fmla="*/ 63 h 41"/>
                  <a:gd name="T4" fmla="*/ 12 w 51"/>
                  <a:gd name="T5" fmla="*/ 59 h 41"/>
                  <a:gd name="T6" fmla="*/ 0 w 51"/>
                  <a:gd name="T7" fmla="*/ 5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1">
                    <a:moveTo>
                      <a:pt x="25" y="0"/>
                    </a:moveTo>
                    <a:cubicBezTo>
                      <a:pt x="27" y="7"/>
                      <a:pt x="51" y="41"/>
                      <a:pt x="27" y="37"/>
                    </a:cubicBezTo>
                    <a:cubicBezTo>
                      <a:pt x="21" y="36"/>
                      <a:pt x="15" y="34"/>
                      <a:pt x="9" y="34"/>
                    </a:cubicBezTo>
                    <a:cubicBezTo>
                      <a:pt x="6" y="34"/>
                      <a:pt x="0" y="35"/>
                      <a:pt x="0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1" name="Freeform 3537">
                <a:extLst>
                  <a:ext uri="{FF2B5EF4-FFF2-40B4-BE49-F238E27FC236}">
                    <a16:creationId xmlns:a16="http://schemas.microsoft.com/office/drawing/2014/main" id="{7F38F424-1202-48A3-97C7-80663CDF4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424"/>
                <a:ext cx="66" cy="40"/>
              </a:xfrm>
              <a:custGeom>
                <a:avLst/>
                <a:gdLst>
                  <a:gd name="T0" fmla="*/ 0 w 60"/>
                  <a:gd name="T1" fmla="*/ 8 h 34"/>
                  <a:gd name="T2" fmla="*/ 22 w 60"/>
                  <a:gd name="T3" fmla="*/ 45 h 34"/>
                  <a:gd name="T4" fmla="*/ 50 w 60"/>
                  <a:gd name="T5" fmla="*/ 48 h 34"/>
                  <a:gd name="T6" fmla="*/ 69 w 60"/>
                  <a:gd name="T7" fmla="*/ 48 h 34"/>
                  <a:gd name="T8" fmla="*/ 70 w 60"/>
                  <a:gd name="T9" fmla="*/ 8 h 34"/>
                  <a:gd name="T10" fmla="*/ 57 w 60"/>
                  <a:gd name="T11" fmla="*/ 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4">
                    <a:moveTo>
                      <a:pt x="0" y="5"/>
                    </a:moveTo>
                    <a:cubicBezTo>
                      <a:pt x="4" y="16"/>
                      <a:pt x="2" y="26"/>
                      <a:pt x="16" y="27"/>
                    </a:cubicBezTo>
                    <a:cubicBezTo>
                      <a:pt x="23" y="28"/>
                      <a:pt x="30" y="28"/>
                      <a:pt x="37" y="30"/>
                    </a:cubicBezTo>
                    <a:cubicBezTo>
                      <a:pt x="42" y="32"/>
                      <a:pt x="47" y="34"/>
                      <a:pt x="52" y="30"/>
                    </a:cubicBezTo>
                    <a:cubicBezTo>
                      <a:pt x="60" y="24"/>
                      <a:pt x="60" y="12"/>
                      <a:pt x="53" y="5"/>
                    </a:cubicBezTo>
                    <a:cubicBezTo>
                      <a:pt x="51" y="3"/>
                      <a:pt x="47" y="0"/>
                      <a:pt x="43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2" name="Freeform 3538">
                <a:extLst>
                  <a:ext uri="{FF2B5EF4-FFF2-40B4-BE49-F238E27FC236}">
                    <a16:creationId xmlns:a16="http://schemas.microsoft.com/office/drawing/2014/main" id="{41A32E03-79DA-417C-A75F-C5A8BBC53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3474"/>
                <a:ext cx="64" cy="32"/>
              </a:xfrm>
              <a:custGeom>
                <a:avLst/>
                <a:gdLst>
                  <a:gd name="T0" fmla="*/ 4 w 58"/>
                  <a:gd name="T1" fmla="*/ 45 h 27"/>
                  <a:gd name="T2" fmla="*/ 3 w 58"/>
                  <a:gd name="T3" fmla="*/ 17 h 27"/>
                  <a:gd name="T4" fmla="*/ 36 w 58"/>
                  <a:gd name="T5" fmla="*/ 1 h 27"/>
                  <a:gd name="T6" fmla="*/ 55 w 58"/>
                  <a:gd name="T7" fmla="*/ 7 h 27"/>
                  <a:gd name="T8" fmla="*/ 71 w 58"/>
                  <a:gd name="T9" fmla="*/ 15 h 27"/>
                  <a:gd name="T10" fmla="*/ 78 w 58"/>
                  <a:gd name="T11" fmla="*/ 4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7">
                    <a:moveTo>
                      <a:pt x="4" y="27"/>
                    </a:moveTo>
                    <a:cubicBezTo>
                      <a:pt x="0" y="24"/>
                      <a:pt x="1" y="14"/>
                      <a:pt x="3" y="10"/>
                    </a:cubicBezTo>
                    <a:cubicBezTo>
                      <a:pt x="6" y="3"/>
                      <a:pt x="20" y="1"/>
                      <a:pt x="27" y="1"/>
                    </a:cubicBezTo>
                    <a:cubicBezTo>
                      <a:pt x="33" y="0"/>
                      <a:pt x="35" y="2"/>
                      <a:pt x="41" y="4"/>
                    </a:cubicBezTo>
                    <a:cubicBezTo>
                      <a:pt x="45" y="5"/>
                      <a:pt x="50" y="4"/>
                      <a:pt x="53" y="9"/>
                    </a:cubicBezTo>
                    <a:cubicBezTo>
                      <a:pt x="57" y="14"/>
                      <a:pt x="56" y="22"/>
                      <a:pt x="58" y="2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3" name="Freeform 3539">
                <a:extLst>
                  <a:ext uri="{FF2B5EF4-FFF2-40B4-BE49-F238E27FC236}">
                    <a16:creationId xmlns:a16="http://schemas.microsoft.com/office/drawing/2014/main" id="{AB3DA97F-C587-46F4-ABC1-8185CF340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3424"/>
                <a:ext cx="55" cy="34"/>
              </a:xfrm>
              <a:custGeom>
                <a:avLst/>
                <a:gdLst>
                  <a:gd name="T0" fmla="*/ 2 w 50"/>
                  <a:gd name="T1" fmla="*/ 0 h 29"/>
                  <a:gd name="T2" fmla="*/ 8 w 50"/>
                  <a:gd name="T3" fmla="*/ 35 h 29"/>
                  <a:gd name="T4" fmla="*/ 47 w 50"/>
                  <a:gd name="T5" fmla="*/ 38 h 29"/>
                  <a:gd name="T6" fmla="*/ 67 w 50"/>
                  <a:gd name="T7" fmla="*/ 21 h 29"/>
                  <a:gd name="T8" fmla="*/ 58 w 50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9">
                    <a:moveTo>
                      <a:pt x="2" y="0"/>
                    </a:moveTo>
                    <a:cubicBezTo>
                      <a:pt x="0" y="5"/>
                      <a:pt x="1" y="18"/>
                      <a:pt x="5" y="22"/>
                    </a:cubicBezTo>
                    <a:cubicBezTo>
                      <a:pt x="11" y="29"/>
                      <a:pt x="27" y="24"/>
                      <a:pt x="35" y="23"/>
                    </a:cubicBezTo>
                    <a:cubicBezTo>
                      <a:pt x="41" y="22"/>
                      <a:pt x="49" y="21"/>
                      <a:pt x="50" y="13"/>
                    </a:cubicBezTo>
                    <a:cubicBezTo>
                      <a:pt x="50" y="9"/>
                      <a:pt x="48" y="3"/>
                      <a:pt x="44" y="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4" name="Freeform 3540">
                <a:extLst>
                  <a:ext uri="{FF2B5EF4-FFF2-40B4-BE49-F238E27FC236}">
                    <a16:creationId xmlns:a16="http://schemas.microsoft.com/office/drawing/2014/main" id="{CB9C2537-F140-47AE-8ADE-377B035AC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453"/>
                <a:ext cx="5" cy="11"/>
              </a:xfrm>
              <a:custGeom>
                <a:avLst/>
                <a:gdLst>
                  <a:gd name="T0" fmla="*/ 5 w 5"/>
                  <a:gd name="T1" fmla="*/ 0 h 10"/>
                  <a:gd name="T2" fmla="*/ 0 w 5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2" y="6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5" name="Freeform 3541">
                <a:extLst>
                  <a:ext uri="{FF2B5EF4-FFF2-40B4-BE49-F238E27FC236}">
                    <a16:creationId xmlns:a16="http://schemas.microsoft.com/office/drawing/2014/main" id="{572697A0-5EA2-41B0-9996-458496577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3456"/>
                <a:ext cx="7" cy="32"/>
              </a:xfrm>
              <a:custGeom>
                <a:avLst/>
                <a:gdLst>
                  <a:gd name="T0" fmla="*/ 0 w 6"/>
                  <a:gd name="T1" fmla="*/ 0 h 27"/>
                  <a:gd name="T2" fmla="*/ 9 w 6"/>
                  <a:gd name="T3" fmla="*/ 25 h 27"/>
                  <a:gd name="T4" fmla="*/ 0 w 6"/>
                  <a:gd name="T5" fmla="*/ 3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7">
                    <a:moveTo>
                      <a:pt x="0" y="0"/>
                    </a:moveTo>
                    <a:cubicBezTo>
                      <a:pt x="6" y="0"/>
                      <a:pt x="5" y="11"/>
                      <a:pt x="6" y="15"/>
                    </a:cubicBezTo>
                    <a:cubicBezTo>
                      <a:pt x="6" y="18"/>
                      <a:pt x="4" y="27"/>
                      <a:pt x="0" y="2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6" name="Freeform 3542">
                <a:extLst>
                  <a:ext uri="{FF2B5EF4-FFF2-40B4-BE49-F238E27FC236}">
                    <a16:creationId xmlns:a16="http://schemas.microsoft.com/office/drawing/2014/main" id="{4DBFD6FA-8604-4DF0-9CC8-2DD96A01B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3445"/>
                <a:ext cx="61" cy="37"/>
              </a:xfrm>
              <a:custGeom>
                <a:avLst/>
                <a:gdLst>
                  <a:gd name="T0" fmla="*/ 64 w 55"/>
                  <a:gd name="T1" fmla="*/ 0 h 31"/>
                  <a:gd name="T2" fmla="*/ 74 w 55"/>
                  <a:gd name="T3" fmla="*/ 12 h 31"/>
                  <a:gd name="T4" fmla="*/ 72 w 55"/>
                  <a:gd name="T5" fmla="*/ 37 h 31"/>
                  <a:gd name="T6" fmla="*/ 67 w 55"/>
                  <a:gd name="T7" fmla="*/ 45 h 31"/>
                  <a:gd name="T8" fmla="*/ 45 w 55"/>
                  <a:gd name="T9" fmla="*/ 51 h 31"/>
                  <a:gd name="T10" fmla="*/ 16 w 55"/>
                  <a:gd name="T11" fmla="*/ 51 h 31"/>
                  <a:gd name="T12" fmla="*/ 0 w 55"/>
                  <a:gd name="T13" fmla="*/ 47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1">
                    <a:moveTo>
                      <a:pt x="47" y="0"/>
                    </a:moveTo>
                    <a:cubicBezTo>
                      <a:pt x="50" y="3"/>
                      <a:pt x="53" y="3"/>
                      <a:pt x="54" y="7"/>
                    </a:cubicBezTo>
                    <a:cubicBezTo>
                      <a:pt x="55" y="10"/>
                      <a:pt x="54" y="18"/>
                      <a:pt x="53" y="22"/>
                    </a:cubicBezTo>
                    <a:cubicBezTo>
                      <a:pt x="52" y="26"/>
                      <a:pt x="54" y="24"/>
                      <a:pt x="49" y="27"/>
                    </a:cubicBezTo>
                    <a:cubicBezTo>
                      <a:pt x="44" y="29"/>
                      <a:pt x="39" y="29"/>
                      <a:pt x="33" y="30"/>
                    </a:cubicBezTo>
                    <a:cubicBezTo>
                      <a:pt x="26" y="30"/>
                      <a:pt x="19" y="30"/>
                      <a:pt x="12" y="30"/>
                    </a:cubicBezTo>
                    <a:cubicBezTo>
                      <a:pt x="9" y="30"/>
                      <a:pt x="2" y="31"/>
                      <a:pt x="0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7" name="Freeform 3543">
                <a:extLst>
                  <a:ext uri="{FF2B5EF4-FFF2-40B4-BE49-F238E27FC236}">
                    <a16:creationId xmlns:a16="http://schemas.microsoft.com/office/drawing/2014/main" id="{7C17B1C8-0855-452C-B532-3B8D20051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3451"/>
                <a:ext cx="4" cy="7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8" name="Freeform 3544">
                <a:extLst>
                  <a:ext uri="{FF2B5EF4-FFF2-40B4-BE49-F238E27FC236}">
                    <a16:creationId xmlns:a16="http://schemas.microsoft.com/office/drawing/2014/main" id="{0F5842C2-5846-45BF-9EB4-B88405F87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476"/>
                <a:ext cx="10" cy="31"/>
              </a:xfrm>
              <a:custGeom>
                <a:avLst/>
                <a:gdLst>
                  <a:gd name="T0" fmla="*/ 0 w 9"/>
                  <a:gd name="T1" fmla="*/ 2 h 26"/>
                  <a:gd name="T2" fmla="*/ 8 w 9"/>
                  <a:gd name="T3" fmla="*/ 6 h 26"/>
                  <a:gd name="T4" fmla="*/ 10 w 9"/>
                  <a:gd name="T5" fmla="*/ 25 h 26"/>
                  <a:gd name="T6" fmla="*/ 4 w 9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6">
                    <a:moveTo>
                      <a:pt x="0" y="2"/>
                    </a:moveTo>
                    <a:cubicBezTo>
                      <a:pt x="1" y="0"/>
                      <a:pt x="4" y="2"/>
                      <a:pt x="5" y="3"/>
                    </a:cubicBezTo>
                    <a:cubicBezTo>
                      <a:pt x="9" y="7"/>
                      <a:pt x="7" y="11"/>
                      <a:pt x="7" y="15"/>
                    </a:cubicBezTo>
                    <a:cubicBezTo>
                      <a:pt x="7" y="19"/>
                      <a:pt x="8" y="25"/>
                      <a:pt x="4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9" name="Freeform 3545">
                <a:extLst>
                  <a:ext uri="{FF2B5EF4-FFF2-40B4-BE49-F238E27FC236}">
                    <a16:creationId xmlns:a16="http://schemas.microsoft.com/office/drawing/2014/main" id="{39D61C4F-E5D2-4287-8804-8ECD3E8EF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3425"/>
                <a:ext cx="66" cy="33"/>
              </a:xfrm>
              <a:custGeom>
                <a:avLst/>
                <a:gdLst>
                  <a:gd name="T0" fmla="*/ 0 w 60"/>
                  <a:gd name="T1" fmla="*/ 38 h 28"/>
                  <a:gd name="T2" fmla="*/ 15 w 60"/>
                  <a:gd name="T3" fmla="*/ 46 h 28"/>
                  <a:gd name="T4" fmla="*/ 37 w 60"/>
                  <a:gd name="T5" fmla="*/ 38 h 28"/>
                  <a:gd name="T6" fmla="*/ 76 w 60"/>
                  <a:gd name="T7" fmla="*/ 37 h 28"/>
                  <a:gd name="T8" fmla="*/ 76 w 60"/>
                  <a:gd name="T9" fmla="*/ 9 h 28"/>
                  <a:gd name="T10" fmla="*/ 67 w 6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8">
                    <a:moveTo>
                      <a:pt x="0" y="23"/>
                    </a:moveTo>
                    <a:cubicBezTo>
                      <a:pt x="4" y="26"/>
                      <a:pt x="6" y="28"/>
                      <a:pt x="12" y="28"/>
                    </a:cubicBezTo>
                    <a:cubicBezTo>
                      <a:pt x="17" y="28"/>
                      <a:pt x="22" y="24"/>
                      <a:pt x="28" y="23"/>
                    </a:cubicBezTo>
                    <a:cubicBezTo>
                      <a:pt x="34" y="23"/>
                      <a:pt x="51" y="27"/>
                      <a:pt x="57" y="22"/>
                    </a:cubicBezTo>
                    <a:cubicBezTo>
                      <a:pt x="60" y="19"/>
                      <a:pt x="58" y="10"/>
                      <a:pt x="57" y="6"/>
                    </a:cubicBezTo>
                    <a:cubicBezTo>
                      <a:pt x="56" y="1"/>
                      <a:pt x="55" y="0"/>
                      <a:pt x="5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0" name="Freeform 3546">
                <a:extLst>
                  <a:ext uri="{FF2B5EF4-FFF2-40B4-BE49-F238E27FC236}">
                    <a16:creationId xmlns:a16="http://schemas.microsoft.com/office/drawing/2014/main" id="{D5E73A95-9E9F-4CB7-B7E3-F38C3E8E6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476"/>
                <a:ext cx="59" cy="31"/>
              </a:xfrm>
              <a:custGeom>
                <a:avLst/>
                <a:gdLst>
                  <a:gd name="T0" fmla="*/ 0 w 54"/>
                  <a:gd name="T1" fmla="*/ 14 h 26"/>
                  <a:gd name="T2" fmla="*/ 27 w 54"/>
                  <a:gd name="T3" fmla="*/ 1 h 26"/>
                  <a:gd name="T4" fmla="*/ 60 w 54"/>
                  <a:gd name="T5" fmla="*/ 8 h 26"/>
                  <a:gd name="T6" fmla="*/ 66 w 54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0" y="8"/>
                    </a:moveTo>
                    <a:cubicBezTo>
                      <a:pt x="1" y="2"/>
                      <a:pt x="16" y="2"/>
                      <a:pt x="21" y="1"/>
                    </a:cubicBezTo>
                    <a:cubicBezTo>
                      <a:pt x="29" y="0"/>
                      <a:pt x="39" y="2"/>
                      <a:pt x="46" y="5"/>
                    </a:cubicBezTo>
                    <a:cubicBezTo>
                      <a:pt x="51" y="9"/>
                      <a:pt x="54" y="21"/>
                      <a:pt x="50" y="2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1" name="Freeform 3547">
                <a:extLst>
                  <a:ext uri="{FF2B5EF4-FFF2-40B4-BE49-F238E27FC236}">
                    <a16:creationId xmlns:a16="http://schemas.microsoft.com/office/drawing/2014/main" id="{EF4D7949-304D-47F4-9B08-7B3DECB48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3449"/>
                <a:ext cx="14" cy="41"/>
              </a:xfrm>
              <a:custGeom>
                <a:avLst/>
                <a:gdLst>
                  <a:gd name="T0" fmla="*/ 6 w 13"/>
                  <a:gd name="T1" fmla="*/ 0 h 35"/>
                  <a:gd name="T2" fmla="*/ 12 w 13"/>
                  <a:gd name="T3" fmla="*/ 35 h 35"/>
                  <a:gd name="T4" fmla="*/ 0 w 13"/>
                  <a:gd name="T5" fmla="*/ 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5">
                    <a:moveTo>
                      <a:pt x="6" y="0"/>
                    </a:moveTo>
                    <a:cubicBezTo>
                      <a:pt x="13" y="3"/>
                      <a:pt x="9" y="17"/>
                      <a:pt x="9" y="22"/>
                    </a:cubicBezTo>
                    <a:cubicBezTo>
                      <a:pt x="8" y="29"/>
                      <a:pt x="8" y="35"/>
                      <a:pt x="0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2" name="Freeform 3548">
                <a:extLst>
                  <a:ext uri="{FF2B5EF4-FFF2-40B4-BE49-F238E27FC236}">
                    <a16:creationId xmlns:a16="http://schemas.microsoft.com/office/drawing/2014/main" id="{26BA7790-4FAC-495E-8268-99675D385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3460"/>
                <a:ext cx="57" cy="46"/>
              </a:xfrm>
              <a:custGeom>
                <a:avLst/>
                <a:gdLst>
                  <a:gd name="T0" fmla="*/ 59 w 51"/>
                  <a:gd name="T1" fmla="*/ 64 h 39"/>
                  <a:gd name="T2" fmla="*/ 67 w 51"/>
                  <a:gd name="T3" fmla="*/ 38 h 39"/>
                  <a:gd name="T4" fmla="*/ 63 w 51"/>
                  <a:gd name="T5" fmla="*/ 8 h 39"/>
                  <a:gd name="T6" fmla="*/ 36 w 51"/>
                  <a:gd name="T7" fmla="*/ 11 h 39"/>
                  <a:gd name="T8" fmla="*/ 12 w 51"/>
                  <a:gd name="T9" fmla="*/ 8 h 39"/>
                  <a:gd name="T10" fmla="*/ 0 w 51"/>
                  <a:gd name="T11" fmla="*/ 6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42" y="39"/>
                    </a:moveTo>
                    <a:cubicBezTo>
                      <a:pt x="51" y="39"/>
                      <a:pt x="48" y="29"/>
                      <a:pt x="48" y="23"/>
                    </a:cubicBezTo>
                    <a:cubicBezTo>
                      <a:pt x="47" y="18"/>
                      <a:pt x="48" y="9"/>
                      <a:pt x="45" y="5"/>
                    </a:cubicBezTo>
                    <a:cubicBezTo>
                      <a:pt x="40" y="0"/>
                      <a:pt x="32" y="6"/>
                      <a:pt x="26" y="7"/>
                    </a:cubicBezTo>
                    <a:cubicBezTo>
                      <a:pt x="20" y="7"/>
                      <a:pt x="15" y="6"/>
                      <a:pt x="9" y="5"/>
                    </a:cubicBezTo>
                    <a:cubicBezTo>
                      <a:pt x="6" y="4"/>
                      <a:pt x="1" y="5"/>
                      <a:pt x="0" y="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3" name="Freeform 3549">
                <a:extLst>
                  <a:ext uri="{FF2B5EF4-FFF2-40B4-BE49-F238E27FC236}">
                    <a16:creationId xmlns:a16="http://schemas.microsoft.com/office/drawing/2014/main" id="{7AB13E2E-998B-4E6A-A737-C7657A20F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3424"/>
                <a:ext cx="11" cy="40"/>
              </a:xfrm>
              <a:custGeom>
                <a:avLst/>
                <a:gdLst>
                  <a:gd name="T0" fmla="*/ 11 w 10"/>
                  <a:gd name="T1" fmla="*/ 0 h 34"/>
                  <a:gd name="T2" fmla="*/ 4 w 10"/>
                  <a:gd name="T3" fmla="*/ 42 h 34"/>
                  <a:gd name="T4" fmla="*/ 0 w 10"/>
                  <a:gd name="T5" fmla="*/ 5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4">
                    <a:moveTo>
                      <a:pt x="8" y="0"/>
                    </a:moveTo>
                    <a:cubicBezTo>
                      <a:pt x="8" y="9"/>
                      <a:pt x="10" y="19"/>
                      <a:pt x="4" y="26"/>
                    </a:cubicBezTo>
                    <a:cubicBezTo>
                      <a:pt x="2" y="29"/>
                      <a:pt x="0" y="30"/>
                      <a:pt x="0" y="34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4" name="Freeform 3550">
                <a:extLst>
                  <a:ext uri="{FF2B5EF4-FFF2-40B4-BE49-F238E27FC236}">
                    <a16:creationId xmlns:a16="http://schemas.microsoft.com/office/drawing/2014/main" id="{81D8C90C-24B1-4E87-B9A4-F0ED8809D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3440"/>
                <a:ext cx="25" cy="17"/>
              </a:xfrm>
              <a:custGeom>
                <a:avLst/>
                <a:gdLst>
                  <a:gd name="T0" fmla="*/ 2 w 22"/>
                  <a:gd name="T1" fmla="*/ 0 h 15"/>
                  <a:gd name="T2" fmla="*/ 1 w 22"/>
                  <a:gd name="T3" fmla="*/ 14 h 15"/>
                  <a:gd name="T4" fmla="*/ 13 w 22"/>
                  <a:gd name="T5" fmla="*/ 20 h 15"/>
                  <a:gd name="T6" fmla="*/ 26 w 22"/>
                  <a:gd name="T7" fmla="*/ 22 h 15"/>
                  <a:gd name="T8" fmla="*/ 32 w 22"/>
                  <a:gd name="T9" fmla="*/ 1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2" y="0"/>
                    </a:moveTo>
                    <a:cubicBezTo>
                      <a:pt x="0" y="2"/>
                      <a:pt x="0" y="7"/>
                      <a:pt x="1" y="10"/>
                    </a:cubicBezTo>
                    <a:cubicBezTo>
                      <a:pt x="2" y="14"/>
                      <a:pt x="5" y="14"/>
                      <a:pt x="9" y="14"/>
                    </a:cubicBezTo>
                    <a:cubicBezTo>
                      <a:pt x="12" y="14"/>
                      <a:pt x="16" y="15"/>
                      <a:pt x="18" y="15"/>
                    </a:cubicBezTo>
                    <a:cubicBezTo>
                      <a:pt x="20" y="15"/>
                      <a:pt x="20" y="14"/>
                      <a:pt x="22" y="1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5" name="Freeform 3551">
                <a:extLst>
                  <a:ext uri="{FF2B5EF4-FFF2-40B4-BE49-F238E27FC236}">
                    <a16:creationId xmlns:a16="http://schemas.microsoft.com/office/drawing/2014/main" id="{13722AE4-2EBF-41B6-B83B-E91B91C4B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3454"/>
                <a:ext cx="14" cy="15"/>
              </a:xfrm>
              <a:custGeom>
                <a:avLst/>
                <a:gdLst>
                  <a:gd name="T0" fmla="*/ 16 w 13"/>
                  <a:gd name="T1" fmla="*/ 3 h 13"/>
                  <a:gd name="T2" fmla="*/ 2 w 13"/>
                  <a:gd name="T3" fmla="*/ 2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3" y="3"/>
                    </a:moveTo>
                    <a:cubicBezTo>
                      <a:pt x="9" y="0"/>
                      <a:pt x="0" y="7"/>
                      <a:pt x="2" y="1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6" name="Oval 3552">
                <a:extLst>
                  <a:ext uri="{FF2B5EF4-FFF2-40B4-BE49-F238E27FC236}">
                    <a16:creationId xmlns:a16="http://schemas.microsoft.com/office/drawing/2014/main" id="{57C4224F-BEE6-4801-9D08-C1C3773AF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6" y="2658"/>
                <a:ext cx="26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67" name="Oval 3553">
                <a:extLst>
                  <a:ext uri="{FF2B5EF4-FFF2-40B4-BE49-F238E27FC236}">
                    <a16:creationId xmlns:a16="http://schemas.microsoft.com/office/drawing/2014/main" id="{55FA5CF9-8015-4CB4-A9A0-9A3B0AC12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0" y="3548"/>
                <a:ext cx="25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68" name="Oval 3554">
                <a:extLst>
                  <a:ext uri="{FF2B5EF4-FFF2-40B4-BE49-F238E27FC236}">
                    <a16:creationId xmlns:a16="http://schemas.microsoft.com/office/drawing/2014/main" id="{A1EC5495-47D9-48CE-A660-9BAF80B4A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7" y="3565"/>
                <a:ext cx="25" cy="11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69" name="Oval 3555">
                <a:extLst>
                  <a:ext uri="{FF2B5EF4-FFF2-40B4-BE49-F238E27FC236}">
                    <a16:creationId xmlns:a16="http://schemas.microsoft.com/office/drawing/2014/main" id="{9D4B1063-3E1D-4B51-B139-F15D6B85C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3529"/>
                <a:ext cx="25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70" name="Oval 3556">
                <a:extLst>
                  <a:ext uri="{FF2B5EF4-FFF2-40B4-BE49-F238E27FC236}">
                    <a16:creationId xmlns:a16="http://schemas.microsoft.com/office/drawing/2014/main" id="{DDB0F170-89E9-49CD-943D-555595974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3" y="3549"/>
                <a:ext cx="26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71" name="Oval 3557">
                <a:extLst>
                  <a:ext uri="{FF2B5EF4-FFF2-40B4-BE49-F238E27FC236}">
                    <a16:creationId xmlns:a16="http://schemas.microsoft.com/office/drawing/2014/main" id="{B468466C-02CA-442B-8EF8-913F0C523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3539"/>
                <a:ext cx="26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72" name="Oval 3558">
                <a:extLst>
                  <a:ext uri="{FF2B5EF4-FFF2-40B4-BE49-F238E27FC236}">
                    <a16:creationId xmlns:a16="http://schemas.microsoft.com/office/drawing/2014/main" id="{943E36E1-D9EA-4379-9FAA-49ECB6664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3515"/>
                <a:ext cx="25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73" name="Oval 3559">
                <a:extLst>
                  <a:ext uri="{FF2B5EF4-FFF2-40B4-BE49-F238E27FC236}">
                    <a16:creationId xmlns:a16="http://schemas.microsoft.com/office/drawing/2014/main" id="{AAFE5BB4-7EEB-4992-B66D-29BE10D89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3534"/>
                <a:ext cx="26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74" name="Oval 3560">
                <a:extLst>
                  <a:ext uri="{FF2B5EF4-FFF2-40B4-BE49-F238E27FC236}">
                    <a16:creationId xmlns:a16="http://schemas.microsoft.com/office/drawing/2014/main" id="{8F960C4A-0378-4BE1-BFA0-2B1AA0006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3556"/>
                <a:ext cx="26" cy="12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75" name="Oval 3561">
                <a:extLst>
                  <a:ext uri="{FF2B5EF4-FFF2-40B4-BE49-F238E27FC236}">
                    <a16:creationId xmlns:a16="http://schemas.microsoft.com/office/drawing/2014/main" id="{28C407E9-3B1D-4298-9464-FE0E8BF62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2" y="3530"/>
                <a:ext cx="26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76" name="Oval 3562">
                <a:extLst>
                  <a:ext uri="{FF2B5EF4-FFF2-40B4-BE49-F238E27FC236}">
                    <a16:creationId xmlns:a16="http://schemas.microsoft.com/office/drawing/2014/main" id="{E30122AE-CC34-4852-A22F-077D40F16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4" y="3519"/>
                <a:ext cx="25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77" name="Oval 3563">
                <a:extLst>
                  <a:ext uri="{FF2B5EF4-FFF2-40B4-BE49-F238E27FC236}">
                    <a16:creationId xmlns:a16="http://schemas.microsoft.com/office/drawing/2014/main" id="{98F65C45-4DDA-402E-9907-04102D373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0" y="3552"/>
                <a:ext cx="25" cy="11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78" name="Freeform 3564">
                <a:extLst>
                  <a:ext uri="{FF2B5EF4-FFF2-40B4-BE49-F238E27FC236}">
                    <a16:creationId xmlns:a16="http://schemas.microsoft.com/office/drawing/2014/main" id="{36072F6C-26EC-4F97-AFFA-21A995919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3514"/>
                <a:ext cx="27" cy="15"/>
              </a:xfrm>
              <a:custGeom>
                <a:avLst/>
                <a:gdLst>
                  <a:gd name="T0" fmla="*/ 33 w 24"/>
                  <a:gd name="T1" fmla="*/ 7 h 13"/>
                  <a:gd name="T2" fmla="*/ 19 w 24"/>
                  <a:gd name="T3" fmla="*/ 18 h 13"/>
                  <a:gd name="T4" fmla="*/ 1 w 24"/>
                  <a:gd name="T5" fmla="*/ 14 h 13"/>
                  <a:gd name="T6" fmla="*/ 14 w 24"/>
                  <a:gd name="T7" fmla="*/ 1 h 13"/>
                  <a:gd name="T8" fmla="*/ 33 w 24"/>
                  <a:gd name="T9" fmla="*/ 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23" y="4"/>
                    </a:moveTo>
                    <a:cubicBezTo>
                      <a:pt x="24" y="7"/>
                      <a:pt x="19" y="10"/>
                      <a:pt x="13" y="12"/>
                    </a:cubicBezTo>
                    <a:cubicBezTo>
                      <a:pt x="7" y="13"/>
                      <a:pt x="1" y="12"/>
                      <a:pt x="1" y="9"/>
                    </a:cubicBezTo>
                    <a:cubicBezTo>
                      <a:pt x="0" y="6"/>
                      <a:pt x="4" y="3"/>
                      <a:pt x="10" y="1"/>
                    </a:cubicBezTo>
                    <a:cubicBezTo>
                      <a:pt x="17" y="0"/>
                      <a:pt x="22" y="1"/>
                      <a:pt x="23" y="4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9" name="Freeform 3565">
                <a:extLst>
                  <a:ext uri="{FF2B5EF4-FFF2-40B4-BE49-F238E27FC236}">
                    <a16:creationId xmlns:a16="http://schemas.microsoft.com/office/drawing/2014/main" id="{2E698AAE-9FDC-4E86-8674-DB40D6A90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4" y="3405"/>
                <a:ext cx="24" cy="23"/>
              </a:xfrm>
              <a:custGeom>
                <a:avLst/>
                <a:gdLst>
                  <a:gd name="T0" fmla="*/ 26 w 22"/>
                  <a:gd name="T1" fmla="*/ 2 h 19"/>
                  <a:gd name="T2" fmla="*/ 17 w 22"/>
                  <a:gd name="T3" fmla="*/ 25 h 19"/>
                  <a:gd name="T4" fmla="*/ 2 w 22"/>
                  <a:gd name="T5" fmla="*/ 30 h 19"/>
                  <a:gd name="T6" fmla="*/ 10 w 22"/>
                  <a:gd name="T7" fmla="*/ 10 h 19"/>
                  <a:gd name="T8" fmla="*/ 26 w 22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20" y="2"/>
                    </a:moveTo>
                    <a:cubicBezTo>
                      <a:pt x="22" y="4"/>
                      <a:pt x="19" y="9"/>
                      <a:pt x="14" y="14"/>
                    </a:cubicBezTo>
                    <a:cubicBezTo>
                      <a:pt x="10" y="18"/>
                      <a:pt x="4" y="19"/>
                      <a:pt x="2" y="17"/>
                    </a:cubicBezTo>
                    <a:cubicBezTo>
                      <a:pt x="0" y="15"/>
                      <a:pt x="3" y="10"/>
                      <a:pt x="7" y="6"/>
                    </a:cubicBezTo>
                    <a:cubicBezTo>
                      <a:pt x="12" y="1"/>
                      <a:pt x="18" y="0"/>
                      <a:pt x="20" y="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0" name="Freeform 3566">
                <a:extLst>
                  <a:ext uri="{FF2B5EF4-FFF2-40B4-BE49-F238E27FC236}">
                    <a16:creationId xmlns:a16="http://schemas.microsoft.com/office/drawing/2014/main" id="{671A56B8-C223-49E1-AD1A-5763FC14F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8" y="3223"/>
                <a:ext cx="17" cy="27"/>
              </a:xfrm>
              <a:custGeom>
                <a:avLst/>
                <a:gdLst>
                  <a:gd name="T0" fmla="*/ 16 w 16"/>
                  <a:gd name="T1" fmla="*/ 1 h 23"/>
                  <a:gd name="T2" fmla="*/ 16 w 16"/>
                  <a:gd name="T3" fmla="*/ 22 h 23"/>
                  <a:gd name="T4" fmla="*/ 3 w 16"/>
                  <a:gd name="T5" fmla="*/ 36 h 23"/>
                  <a:gd name="T6" fmla="*/ 4 w 16"/>
                  <a:gd name="T7" fmla="*/ 15 h 23"/>
                  <a:gd name="T8" fmla="*/ 16 w 16"/>
                  <a:gd name="T9" fmla="*/ 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3" y="1"/>
                    </a:moveTo>
                    <a:cubicBezTo>
                      <a:pt x="16" y="2"/>
                      <a:pt x="16" y="8"/>
                      <a:pt x="13" y="14"/>
                    </a:cubicBezTo>
                    <a:cubicBezTo>
                      <a:pt x="10" y="19"/>
                      <a:pt x="6" y="23"/>
                      <a:pt x="3" y="22"/>
                    </a:cubicBezTo>
                    <a:cubicBezTo>
                      <a:pt x="0" y="20"/>
                      <a:pt x="1" y="15"/>
                      <a:pt x="4" y="9"/>
                    </a:cubicBezTo>
                    <a:cubicBezTo>
                      <a:pt x="6" y="3"/>
                      <a:pt x="11" y="0"/>
                      <a:pt x="13" y="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1" name="Freeform 3567">
                <a:extLst>
                  <a:ext uri="{FF2B5EF4-FFF2-40B4-BE49-F238E27FC236}">
                    <a16:creationId xmlns:a16="http://schemas.microsoft.com/office/drawing/2014/main" id="{3642D680-4072-4DCB-972C-7DEAEC761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2923"/>
                <a:ext cx="19" cy="27"/>
              </a:xfrm>
              <a:custGeom>
                <a:avLst/>
                <a:gdLst>
                  <a:gd name="T0" fmla="*/ 20 w 17"/>
                  <a:gd name="T1" fmla="*/ 34 h 23"/>
                  <a:gd name="T2" fmla="*/ 4 w 17"/>
                  <a:gd name="T3" fmla="*/ 22 h 23"/>
                  <a:gd name="T4" fmla="*/ 3 w 17"/>
                  <a:gd name="T5" fmla="*/ 1 h 23"/>
                  <a:gd name="T6" fmla="*/ 19 w 17"/>
                  <a:gd name="T7" fmla="*/ 15 h 23"/>
                  <a:gd name="T8" fmla="*/ 20 w 17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14" y="21"/>
                    </a:moveTo>
                    <a:cubicBezTo>
                      <a:pt x="12" y="23"/>
                      <a:pt x="7" y="19"/>
                      <a:pt x="4" y="14"/>
                    </a:cubicBezTo>
                    <a:cubicBezTo>
                      <a:pt x="1" y="8"/>
                      <a:pt x="0" y="3"/>
                      <a:pt x="3" y="1"/>
                    </a:cubicBezTo>
                    <a:cubicBezTo>
                      <a:pt x="6" y="0"/>
                      <a:pt x="10" y="3"/>
                      <a:pt x="13" y="9"/>
                    </a:cubicBezTo>
                    <a:cubicBezTo>
                      <a:pt x="16" y="14"/>
                      <a:pt x="17" y="20"/>
                      <a:pt x="14" y="21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2" name="Freeform 3568">
                <a:extLst>
                  <a:ext uri="{FF2B5EF4-FFF2-40B4-BE49-F238E27FC236}">
                    <a16:creationId xmlns:a16="http://schemas.microsoft.com/office/drawing/2014/main" id="{18E4439C-C7F5-4E25-B7ED-A07E7BD2D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2794"/>
                <a:ext cx="17" cy="28"/>
              </a:xfrm>
              <a:custGeom>
                <a:avLst/>
                <a:gdLst>
                  <a:gd name="T0" fmla="*/ 16 w 16"/>
                  <a:gd name="T1" fmla="*/ 40 h 23"/>
                  <a:gd name="T2" fmla="*/ 3 w 16"/>
                  <a:gd name="T3" fmla="*/ 26 h 23"/>
                  <a:gd name="T4" fmla="*/ 2 w 16"/>
                  <a:gd name="T5" fmla="*/ 2 h 23"/>
                  <a:gd name="T6" fmla="*/ 15 w 16"/>
                  <a:gd name="T7" fmla="*/ 16 h 23"/>
                  <a:gd name="T8" fmla="*/ 16 w 16"/>
                  <a:gd name="T9" fmla="*/ 4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3" y="22"/>
                    </a:moveTo>
                    <a:cubicBezTo>
                      <a:pt x="11" y="23"/>
                      <a:pt x="6" y="20"/>
                      <a:pt x="3" y="14"/>
                    </a:cubicBezTo>
                    <a:cubicBezTo>
                      <a:pt x="0" y="9"/>
                      <a:pt x="0" y="3"/>
                      <a:pt x="2" y="2"/>
                    </a:cubicBezTo>
                    <a:cubicBezTo>
                      <a:pt x="5" y="0"/>
                      <a:pt x="9" y="3"/>
                      <a:pt x="12" y="9"/>
                    </a:cubicBezTo>
                    <a:cubicBezTo>
                      <a:pt x="15" y="15"/>
                      <a:pt x="16" y="20"/>
                      <a:pt x="13" y="2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3" name="Freeform 3569">
                <a:extLst>
                  <a:ext uri="{FF2B5EF4-FFF2-40B4-BE49-F238E27FC236}">
                    <a16:creationId xmlns:a16="http://schemas.microsoft.com/office/drawing/2014/main" id="{B2F44E52-E758-4526-9289-84B2DF713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2691"/>
                <a:ext cx="18" cy="27"/>
              </a:xfrm>
              <a:custGeom>
                <a:avLst/>
                <a:gdLst>
                  <a:gd name="T0" fmla="*/ 20 w 16"/>
                  <a:gd name="T1" fmla="*/ 36 h 23"/>
                  <a:gd name="T2" fmla="*/ 7 w 16"/>
                  <a:gd name="T3" fmla="*/ 22 h 23"/>
                  <a:gd name="T4" fmla="*/ 3 w 16"/>
                  <a:gd name="T5" fmla="*/ 2 h 23"/>
                  <a:gd name="T6" fmla="*/ 19 w 16"/>
                  <a:gd name="T7" fmla="*/ 15 h 23"/>
                  <a:gd name="T8" fmla="*/ 20 w 16"/>
                  <a:gd name="T9" fmla="*/ 3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4" y="22"/>
                    </a:moveTo>
                    <a:cubicBezTo>
                      <a:pt x="11" y="23"/>
                      <a:pt x="7" y="20"/>
                      <a:pt x="4" y="14"/>
                    </a:cubicBezTo>
                    <a:cubicBezTo>
                      <a:pt x="1" y="9"/>
                      <a:pt x="0" y="3"/>
                      <a:pt x="3" y="2"/>
                    </a:cubicBezTo>
                    <a:cubicBezTo>
                      <a:pt x="5" y="0"/>
                      <a:pt x="10" y="4"/>
                      <a:pt x="13" y="9"/>
                    </a:cubicBezTo>
                    <a:cubicBezTo>
                      <a:pt x="16" y="15"/>
                      <a:pt x="16" y="20"/>
                      <a:pt x="14" y="22"/>
                    </a:cubicBezTo>
                    <a:close/>
                  </a:path>
                </a:pathLst>
              </a:custGeom>
              <a:solidFill>
                <a:srgbClr val="A05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4" name="Oval 3570">
                <a:extLst>
                  <a:ext uri="{FF2B5EF4-FFF2-40B4-BE49-F238E27FC236}">
                    <a16:creationId xmlns:a16="http://schemas.microsoft.com/office/drawing/2014/main" id="{73DFBBFD-FD04-49E1-AB9C-D3099FF3A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2682"/>
                <a:ext cx="26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85" name="Oval 3571">
                <a:extLst>
                  <a:ext uri="{FF2B5EF4-FFF2-40B4-BE49-F238E27FC236}">
                    <a16:creationId xmlns:a16="http://schemas.microsoft.com/office/drawing/2014/main" id="{FD36477B-15D4-46D0-B626-17FA6AAA2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655"/>
                <a:ext cx="25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86" name="Oval 3572">
                <a:extLst>
                  <a:ext uri="{FF2B5EF4-FFF2-40B4-BE49-F238E27FC236}">
                    <a16:creationId xmlns:a16="http://schemas.microsoft.com/office/drawing/2014/main" id="{819D3C6D-4872-4DBD-8E21-917E6E06A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2691"/>
                <a:ext cx="26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87" name="Oval 3573">
                <a:extLst>
                  <a:ext uri="{FF2B5EF4-FFF2-40B4-BE49-F238E27FC236}">
                    <a16:creationId xmlns:a16="http://schemas.microsoft.com/office/drawing/2014/main" id="{DFA78DC5-A84B-4A90-9567-408D30633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2" y="2652"/>
                <a:ext cx="25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88" name="Oval 3574">
                <a:extLst>
                  <a:ext uri="{FF2B5EF4-FFF2-40B4-BE49-F238E27FC236}">
                    <a16:creationId xmlns:a16="http://schemas.microsoft.com/office/drawing/2014/main" id="{E3AEB651-3FEC-45AC-B287-AC76643C9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0" y="2692"/>
                <a:ext cx="26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89" name="Oval 3575">
                <a:extLst>
                  <a:ext uri="{FF2B5EF4-FFF2-40B4-BE49-F238E27FC236}">
                    <a16:creationId xmlns:a16="http://schemas.microsoft.com/office/drawing/2014/main" id="{6EC1E3EC-AE31-48FD-9375-337C1EFB9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667"/>
                <a:ext cx="26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90" name="Oval 3576">
                <a:extLst>
                  <a:ext uri="{FF2B5EF4-FFF2-40B4-BE49-F238E27FC236}">
                    <a16:creationId xmlns:a16="http://schemas.microsoft.com/office/drawing/2014/main" id="{1200521E-D25F-4F44-802B-AB4FB71BB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2687"/>
                <a:ext cx="25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91" name="Oval 3577">
                <a:extLst>
                  <a:ext uri="{FF2B5EF4-FFF2-40B4-BE49-F238E27FC236}">
                    <a16:creationId xmlns:a16="http://schemas.microsoft.com/office/drawing/2014/main" id="{A5A9337F-893D-4249-9DE3-1FECC591F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648"/>
                <a:ext cx="25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92" name="Oval 3578">
                <a:extLst>
                  <a:ext uri="{FF2B5EF4-FFF2-40B4-BE49-F238E27FC236}">
                    <a16:creationId xmlns:a16="http://schemas.microsoft.com/office/drawing/2014/main" id="{EE371357-46E3-4DDE-AAF7-9D8499B6C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660"/>
                <a:ext cx="25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93" name="Oval 3579">
                <a:extLst>
                  <a:ext uri="{FF2B5EF4-FFF2-40B4-BE49-F238E27FC236}">
                    <a16:creationId xmlns:a16="http://schemas.microsoft.com/office/drawing/2014/main" id="{41C28DA2-B666-4D30-9C3B-B206E0B1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4" y="2687"/>
                <a:ext cx="26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94" name="Oval 3580">
                <a:extLst>
                  <a:ext uri="{FF2B5EF4-FFF2-40B4-BE49-F238E27FC236}">
                    <a16:creationId xmlns:a16="http://schemas.microsoft.com/office/drawing/2014/main" id="{F81B720D-FDC4-4271-9F26-940D4CAF1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" y="2675"/>
                <a:ext cx="25" cy="13"/>
              </a:xfrm>
              <a:prstGeom prst="ellipse">
                <a:avLst/>
              </a:prstGeom>
              <a:solidFill>
                <a:srgbClr val="CE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95" name="Rectangle 3581">
                <a:extLst>
                  <a:ext uri="{FF2B5EF4-FFF2-40B4-BE49-F238E27FC236}">
                    <a16:creationId xmlns:a16="http://schemas.microsoft.com/office/drawing/2014/main" id="{0430861B-B489-4B49-AF50-A07A45C5C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3422"/>
                <a:ext cx="774" cy="86"/>
              </a:xfrm>
              <a:prstGeom prst="rect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96" name="Rectangle 3582">
                <a:extLst>
                  <a:ext uri="{FF2B5EF4-FFF2-40B4-BE49-F238E27FC236}">
                    <a16:creationId xmlns:a16="http://schemas.microsoft.com/office/drawing/2014/main" id="{034D7B22-0A33-490A-B498-5D04A30BB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2713"/>
                <a:ext cx="775" cy="86"/>
              </a:xfrm>
              <a:prstGeom prst="rect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97" name="Rectangle 3583">
                <a:extLst>
                  <a:ext uri="{FF2B5EF4-FFF2-40B4-BE49-F238E27FC236}">
                    <a16:creationId xmlns:a16="http://schemas.microsoft.com/office/drawing/2014/main" id="{731B3E57-7B6C-4511-B430-7622FAA87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2642"/>
                <a:ext cx="775" cy="157"/>
              </a:xfrm>
              <a:prstGeom prst="rect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98" name="Rectangle 3584">
                <a:extLst>
                  <a:ext uri="{FF2B5EF4-FFF2-40B4-BE49-F238E27FC236}">
                    <a16:creationId xmlns:a16="http://schemas.microsoft.com/office/drawing/2014/main" id="{68FDA78B-8424-44F9-BEA9-59CE4A602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3421"/>
                <a:ext cx="775" cy="159"/>
              </a:xfrm>
              <a:prstGeom prst="rect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299" name="Freeform 3585">
                <a:extLst>
                  <a:ext uri="{FF2B5EF4-FFF2-40B4-BE49-F238E27FC236}">
                    <a16:creationId xmlns:a16="http://schemas.microsoft.com/office/drawing/2014/main" id="{8AD47EAF-D13D-4D70-B5C5-E8B53A885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412"/>
                <a:ext cx="92" cy="42"/>
              </a:xfrm>
              <a:custGeom>
                <a:avLst/>
                <a:gdLst>
                  <a:gd name="T0" fmla="*/ 0 w 83"/>
                  <a:gd name="T1" fmla="*/ 60 h 35"/>
                  <a:gd name="T2" fmla="*/ 22 w 83"/>
                  <a:gd name="T3" fmla="*/ 58 h 35"/>
                  <a:gd name="T4" fmla="*/ 58 w 83"/>
                  <a:gd name="T5" fmla="*/ 36 h 35"/>
                  <a:gd name="T6" fmla="*/ 113 w 83"/>
                  <a:gd name="T7" fmla="*/ 7 h 35"/>
                  <a:gd name="T8" fmla="*/ 64 w 83"/>
                  <a:gd name="T9" fmla="*/ 8 h 35"/>
                  <a:gd name="T10" fmla="*/ 31 w 83"/>
                  <a:gd name="T11" fmla="*/ 1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35">
                    <a:moveTo>
                      <a:pt x="0" y="35"/>
                    </a:moveTo>
                    <a:cubicBezTo>
                      <a:pt x="0" y="34"/>
                      <a:pt x="11" y="33"/>
                      <a:pt x="16" y="33"/>
                    </a:cubicBezTo>
                    <a:cubicBezTo>
                      <a:pt x="26" y="31"/>
                      <a:pt x="32" y="26"/>
                      <a:pt x="42" y="21"/>
                    </a:cubicBezTo>
                    <a:cubicBezTo>
                      <a:pt x="54" y="14"/>
                      <a:pt x="73" y="12"/>
                      <a:pt x="83" y="4"/>
                    </a:cubicBezTo>
                    <a:cubicBezTo>
                      <a:pt x="74" y="0"/>
                      <a:pt x="58" y="6"/>
                      <a:pt x="47" y="5"/>
                    </a:cubicBezTo>
                    <a:cubicBezTo>
                      <a:pt x="39" y="5"/>
                      <a:pt x="31" y="7"/>
                      <a:pt x="23" y="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0" name="Freeform 3586">
                <a:extLst>
                  <a:ext uri="{FF2B5EF4-FFF2-40B4-BE49-F238E27FC236}">
                    <a16:creationId xmlns:a16="http://schemas.microsoft.com/office/drawing/2014/main" id="{2F7EC271-7206-44FB-A1C3-3713DC1A2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436"/>
                <a:ext cx="95" cy="47"/>
              </a:xfrm>
              <a:custGeom>
                <a:avLst/>
                <a:gdLst>
                  <a:gd name="T0" fmla="*/ 0 w 86"/>
                  <a:gd name="T1" fmla="*/ 29 h 40"/>
                  <a:gd name="T2" fmla="*/ 53 w 86"/>
                  <a:gd name="T3" fmla="*/ 22 h 40"/>
                  <a:gd name="T4" fmla="*/ 116 w 86"/>
                  <a:gd name="T5" fmla="*/ 0 h 40"/>
                  <a:gd name="T6" fmla="*/ 4 w 86"/>
                  <a:gd name="T7" fmla="*/ 6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0">
                    <a:moveTo>
                      <a:pt x="0" y="18"/>
                    </a:moveTo>
                    <a:cubicBezTo>
                      <a:pt x="12" y="13"/>
                      <a:pt x="26" y="16"/>
                      <a:pt x="39" y="14"/>
                    </a:cubicBezTo>
                    <a:cubicBezTo>
                      <a:pt x="52" y="12"/>
                      <a:pt x="76" y="9"/>
                      <a:pt x="86" y="0"/>
                    </a:cubicBezTo>
                    <a:cubicBezTo>
                      <a:pt x="73" y="28"/>
                      <a:pt x="32" y="38"/>
                      <a:pt x="4" y="4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1" name="Freeform 3587">
                <a:extLst>
                  <a:ext uri="{FF2B5EF4-FFF2-40B4-BE49-F238E27FC236}">
                    <a16:creationId xmlns:a16="http://schemas.microsoft.com/office/drawing/2014/main" id="{99355949-42E1-4291-A0FA-9B76B6E0E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3377"/>
                <a:ext cx="58" cy="61"/>
              </a:xfrm>
              <a:custGeom>
                <a:avLst/>
                <a:gdLst>
                  <a:gd name="T0" fmla="*/ 0 w 53"/>
                  <a:gd name="T1" fmla="*/ 53 h 52"/>
                  <a:gd name="T2" fmla="*/ 69 w 53"/>
                  <a:gd name="T3" fmla="*/ 0 h 52"/>
                  <a:gd name="T4" fmla="*/ 1 w 53"/>
                  <a:gd name="T5" fmla="*/ 8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2">
                    <a:moveTo>
                      <a:pt x="0" y="32"/>
                    </a:moveTo>
                    <a:cubicBezTo>
                      <a:pt x="18" y="33"/>
                      <a:pt x="42" y="13"/>
                      <a:pt x="53" y="0"/>
                    </a:cubicBezTo>
                    <a:cubicBezTo>
                      <a:pt x="40" y="16"/>
                      <a:pt x="22" y="45"/>
                      <a:pt x="1" y="5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2" name="Freeform 3588">
                <a:extLst>
                  <a:ext uri="{FF2B5EF4-FFF2-40B4-BE49-F238E27FC236}">
                    <a16:creationId xmlns:a16="http://schemas.microsoft.com/office/drawing/2014/main" id="{A3646EC7-8D26-4A53-85DE-C36580DFB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3325"/>
                <a:ext cx="21" cy="53"/>
              </a:xfrm>
              <a:custGeom>
                <a:avLst/>
                <a:gdLst>
                  <a:gd name="T0" fmla="*/ 0 w 19"/>
                  <a:gd name="T1" fmla="*/ 73 h 45"/>
                  <a:gd name="T2" fmla="*/ 25 w 19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0" y="45"/>
                    </a:moveTo>
                    <a:cubicBezTo>
                      <a:pt x="8" y="34"/>
                      <a:pt x="17" y="14"/>
                      <a:pt x="19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3" name="Freeform 3589">
                <a:extLst>
                  <a:ext uri="{FF2B5EF4-FFF2-40B4-BE49-F238E27FC236}">
                    <a16:creationId xmlns:a16="http://schemas.microsoft.com/office/drawing/2014/main" id="{93CB99F8-B00E-44A6-BDB7-66A9A2A9B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3451"/>
                <a:ext cx="95" cy="37"/>
              </a:xfrm>
              <a:custGeom>
                <a:avLst/>
                <a:gdLst>
                  <a:gd name="T0" fmla="*/ 0 w 86"/>
                  <a:gd name="T1" fmla="*/ 42 h 31"/>
                  <a:gd name="T2" fmla="*/ 55 w 86"/>
                  <a:gd name="T3" fmla="*/ 32 h 31"/>
                  <a:gd name="T4" fmla="*/ 116 w 86"/>
                  <a:gd name="T5" fmla="*/ 0 h 31"/>
                  <a:gd name="T6" fmla="*/ 67 w 86"/>
                  <a:gd name="T7" fmla="*/ 5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31">
                    <a:moveTo>
                      <a:pt x="0" y="24"/>
                    </a:moveTo>
                    <a:cubicBezTo>
                      <a:pt x="12" y="19"/>
                      <a:pt x="28" y="22"/>
                      <a:pt x="41" y="19"/>
                    </a:cubicBezTo>
                    <a:cubicBezTo>
                      <a:pt x="55" y="16"/>
                      <a:pt x="75" y="9"/>
                      <a:pt x="86" y="0"/>
                    </a:cubicBezTo>
                    <a:cubicBezTo>
                      <a:pt x="77" y="10"/>
                      <a:pt x="61" y="24"/>
                      <a:pt x="50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4" name="Freeform 3590">
                <a:extLst>
                  <a:ext uri="{FF2B5EF4-FFF2-40B4-BE49-F238E27FC236}">
                    <a16:creationId xmlns:a16="http://schemas.microsoft.com/office/drawing/2014/main" id="{8CD41B1F-C688-4D18-9D3F-FB878B871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3379"/>
                <a:ext cx="55" cy="76"/>
              </a:xfrm>
              <a:custGeom>
                <a:avLst/>
                <a:gdLst>
                  <a:gd name="T0" fmla="*/ 1 w 50"/>
                  <a:gd name="T1" fmla="*/ 107 h 64"/>
                  <a:gd name="T2" fmla="*/ 67 w 50"/>
                  <a:gd name="T3" fmla="*/ 0 h 64"/>
                  <a:gd name="T4" fmla="*/ 22 w 50"/>
                  <a:gd name="T5" fmla="*/ 38 h 64"/>
                  <a:gd name="T6" fmla="*/ 0 w 50"/>
                  <a:gd name="T7" fmla="*/ 51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64">
                    <a:moveTo>
                      <a:pt x="1" y="64"/>
                    </a:moveTo>
                    <a:cubicBezTo>
                      <a:pt x="21" y="47"/>
                      <a:pt x="36" y="21"/>
                      <a:pt x="50" y="0"/>
                    </a:cubicBezTo>
                    <a:cubicBezTo>
                      <a:pt x="39" y="7"/>
                      <a:pt x="29" y="17"/>
                      <a:pt x="16" y="23"/>
                    </a:cubicBezTo>
                    <a:cubicBezTo>
                      <a:pt x="11" y="26"/>
                      <a:pt x="5" y="28"/>
                      <a:pt x="0" y="3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5" name="Freeform 3591">
                <a:extLst>
                  <a:ext uri="{FF2B5EF4-FFF2-40B4-BE49-F238E27FC236}">
                    <a16:creationId xmlns:a16="http://schemas.microsoft.com/office/drawing/2014/main" id="{E7ABFCEE-9913-4312-AB71-8794E03B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9" y="3282"/>
                <a:ext cx="76" cy="101"/>
              </a:xfrm>
              <a:custGeom>
                <a:avLst/>
                <a:gdLst>
                  <a:gd name="T0" fmla="*/ 0 w 68"/>
                  <a:gd name="T1" fmla="*/ 96 h 86"/>
                  <a:gd name="T2" fmla="*/ 46 w 68"/>
                  <a:gd name="T3" fmla="*/ 48 h 86"/>
                  <a:gd name="T4" fmla="*/ 95 w 68"/>
                  <a:gd name="T5" fmla="*/ 0 h 86"/>
                  <a:gd name="T6" fmla="*/ 49 w 68"/>
                  <a:gd name="T7" fmla="*/ 102 h 86"/>
                  <a:gd name="T8" fmla="*/ 25 w 68"/>
                  <a:gd name="T9" fmla="*/ 14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6">
                    <a:moveTo>
                      <a:pt x="0" y="60"/>
                    </a:moveTo>
                    <a:cubicBezTo>
                      <a:pt x="12" y="51"/>
                      <a:pt x="19" y="39"/>
                      <a:pt x="33" y="30"/>
                    </a:cubicBezTo>
                    <a:cubicBezTo>
                      <a:pt x="45" y="22"/>
                      <a:pt x="60" y="13"/>
                      <a:pt x="68" y="0"/>
                    </a:cubicBezTo>
                    <a:cubicBezTo>
                      <a:pt x="62" y="20"/>
                      <a:pt x="45" y="43"/>
                      <a:pt x="35" y="63"/>
                    </a:cubicBezTo>
                    <a:cubicBezTo>
                      <a:pt x="31" y="72"/>
                      <a:pt x="27" y="81"/>
                      <a:pt x="18" y="8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6" name="Freeform 3592">
                <a:extLst>
                  <a:ext uri="{FF2B5EF4-FFF2-40B4-BE49-F238E27FC236}">
                    <a16:creationId xmlns:a16="http://schemas.microsoft.com/office/drawing/2014/main" id="{80EB9A11-F84D-4B64-8846-5960A15C5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3184"/>
                <a:ext cx="45" cy="113"/>
              </a:xfrm>
              <a:custGeom>
                <a:avLst/>
                <a:gdLst>
                  <a:gd name="T0" fmla="*/ 22 w 41"/>
                  <a:gd name="T1" fmla="*/ 157 h 96"/>
                  <a:gd name="T2" fmla="*/ 49 w 41"/>
                  <a:gd name="T3" fmla="*/ 80 h 96"/>
                  <a:gd name="T4" fmla="*/ 49 w 41"/>
                  <a:gd name="T5" fmla="*/ 0 h 96"/>
                  <a:gd name="T6" fmla="*/ 14 w 41"/>
                  <a:gd name="T7" fmla="*/ 84 h 96"/>
                  <a:gd name="T8" fmla="*/ 0 w 41"/>
                  <a:gd name="T9" fmla="*/ 109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6">
                    <a:moveTo>
                      <a:pt x="16" y="96"/>
                    </a:moveTo>
                    <a:cubicBezTo>
                      <a:pt x="25" y="82"/>
                      <a:pt x="33" y="65"/>
                      <a:pt x="37" y="49"/>
                    </a:cubicBezTo>
                    <a:cubicBezTo>
                      <a:pt x="41" y="32"/>
                      <a:pt x="37" y="17"/>
                      <a:pt x="37" y="0"/>
                    </a:cubicBezTo>
                    <a:cubicBezTo>
                      <a:pt x="28" y="17"/>
                      <a:pt x="22" y="37"/>
                      <a:pt x="11" y="51"/>
                    </a:cubicBezTo>
                    <a:cubicBezTo>
                      <a:pt x="7" y="56"/>
                      <a:pt x="1" y="60"/>
                      <a:pt x="0" y="6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7" name="Freeform 3593">
                <a:extLst>
                  <a:ext uri="{FF2B5EF4-FFF2-40B4-BE49-F238E27FC236}">
                    <a16:creationId xmlns:a16="http://schemas.microsoft.com/office/drawing/2014/main" id="{0E1614A9-0084-47FA-98A5-D895204B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3184"/>
                <a:ext cx="42" cy="116"/>
              </a:xfrm>
              <a:custGeom>
                <a:avLst/>
                <a:gdLst>
                  <a:gd name="T0" fmla="*/ 17 w 38"/>
                  <a:gd name="T1" fmla="*/ 59 h 99"/>
                  <a:gd name="T2" fmla="*/ 40 w 38"/>
                  <a:gd name="T3" fmla="*/ 0 h 99"/>
                  <a:gd name="T4" fmla="*/ 38 w 38"/>
                  <a:gd name="T5" fmla="*/ 101 h 99"/>
                  <a:gd name="T6" fmla="*/ 24 w 38"/>
                  <a:gd name="T7" fmla="*/ 128 h 99"/>
                  <a:gd name="T8" fmla="*/ 0 w 38"/>
                  <a:gd name="T9" fmla="*/ 15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99">
                    <a:moveTo>
                      <a:pt x="13" y="37"/>
                    </a:moveTo>
                    <a:cubicBezTo>
                      <a:pt x="20" y="26"/>
                      <a:pt x="26" y="12"/>
                      <a:pt x="30" y="0"/>
                    </a:cubicBezTo>
                    <a:cubicBezTo>
                      <a:pt x="33" y="20"/>
                      <a:pt x="38" y="43"/>
                      <a:pt x="28" y="62"/>
                    </a:cubicBezTo>
                    <a:cubicBezTo>
                      <a:pt x="25" y="68"/>
                      <a:pt x="22" y="74"/>
                      <a:pt x="18" y="79"/>
                    </a:cubicBezTo>
                    <a:cubicBezTo>
                      <a:pt x="13" y="86"/>
                      <a:pt x="5" y="92"/>
                      <a:pt x="0" y="9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8" name="Freeform 3594">
                <a:extLst>
                  <a:ext uri="{FF2B5EF4-FFF2-40B4-BE49-F238E27FC236}">
                    <a16:creationId xmlns:a16="http://schemas.microsoft.com/office/drawing/2014/main" id="{9510FF5B-2D2B-4C55-B696-471BA0AB8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8" y="3310"/>
                <a:ext cx="14" cy="71"/>
              </a:xfrm>
              <a:custGeom>
                <a:avLst/>
                <a:gdLst>
                  <a:gd name="T0" fmla="*/ 16 w 13"/>
                  <a:gd name="T1" fmla="*/ 0 h 60"/>
                  <a:gd name="T2" fmla="*/ 0 w 13"/>
                  <a:gd name="T3" fmla="*/ 99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0">
                    <a:moveTo>
                      <a:pt x="13" y="0"/>
                    </a:moveTo>
                    <a:cubicBezTo>
                      <a:pt x="10" y="18"/>
                      <a:pt x="9" y="43"/>
                      <a:pt x="0" y="6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9" name="Freeform 3595">
                <a:extLst>
                  <a:ext uri="{FF2B5EF4-FFF2-40B4-BE49-F238E27FC236}">
                    <a16:creationId xmlns:a16="http://schemas.microsoft.com/office/drawing/2014/main" id="{4F182B45-A640-4911-A8D4-14D1FE301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4" y="3396"/>
                <a:ext cx="42" cy="28"/>
              </a:xfrm>
              <a:custGeom>
                <a:avLst/>
                <a:gdLst>
                  <a:gd name="T0" fmla="*/ 0 w 38"/>
                  <a:gd name="T1" fmla="*/ 39 h 24"/>
                  <a:gd name="T2" fmla="*/ 51 w 3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4">
                    <a:moveTo>
                      <a:pt x="0" y="24"/>
                    </a:moveTo>
                    <a:cubicBezTo>
                      <a:pt x="7" y="13"/>
                      <a:pt x="26" y="4"/>
                      <a:pt x="38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0" name="Freeform 3596">
                <a:extLst>
                  <a:ext uri="{FF2B5EF4-FFF2-40B4-BE49-F238E27FC236}">
                    <a16:creationId xmlns:a16="http://schemas.microsoft.com/office/drawing/2014/main" id="{CD15F941-A3C2-42D0-B4CD-2A48D282A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3113"/>
                <a:ext cx="16" cy="73"/>
              </a:xfrm>
              <a:custGeom>
                <a:avLst/>
                <a:gdLst>
                  <a:gd name="T0" fmla="*/ 19 w 14"/>
                  <a:gd name="T1" fmla="*/ 101 h 62"/>
                  <a:gd name="T2" fmla="*/ 0 w 14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2">
                    <a:moveTo>
                      <a:pt x="13" y="62"/>
                    </a:moveTo>
                    <a:cubicBezTo>
                      <a:pt x="14" y="39"/>
                      <a:pt x="13" y="19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1" name="Freeform 3597">
                <a:extLst>
                  <a:ext uri="{FF2B5EF4-FFF2-40B4-BE49-F238E27FC236}">
                    <a16:creationId xmlns:a16="http://schemas.microsoft.com/office/drawing/2014/main" id="{3EE81DBA-2434-46CE-BF22-EBD13069A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3053"/>
                <a:ext cx="28" cy="135"/>
              </a:xfrm>
              <a:custGeom>
                <a:avLst/>
                <a:gdLst>
                  <a:gd name="T0" fmla="*/ 1 w 25"/>
                  <a:gd name="T1" fmla="*/ 151 h 115"/>
                  <a:gd name="T2" fmla="*/ 9 w 25"/>
                  <a:gd name="T3" fmla="*/ 69 h 115"/>
                  <a:gd name="T4" fmla="*/ 24 w 25"/>
                  <a:gd name="T5" fmla="*/ 0 h 115"/>
                  <a:gd name="T6" fmla="*/ 35 w 25"/>
                  <a:gd name="T7" fmla="*/ 124 h 115"/>
                  <a:gd name="T8" fmla="*/ 28 w 25"/>
                  <a:gd name="T9" fmla="*/ 185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5">
                    <a:moveTo>
                      <a:pt x="1" y="94"/>
                    </a:moveTo>
                    <a:cubicBezTo>
                      <a:pt x="2" y="76"/>
                      <a:pt x="0" y="61"/>
                      <a:pt x="6" y="43"/>
                    </a:cubicBezTo>
                    <a:cubicBezTo>
                      <a:pt x="11" y="29"/>
                      <a:pt x="12" y="14"/>
                      <a:pt x="17" y="0"/>
                    </a:cubicBezTo>
                    <a:cubicBezTo>
                      <a:pt x="23" y="24"/>
                      <a:pt x="24" y="53"/>
                      <a:pt x="25" y="77"/>
                    </a:cubicBezTo>
                    <a:cubicBezTo>
                      <a:pt x="25" y="91"/>
                      <a:pt x="19" y="103"/>
                      <a:pt x="20" y="11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2" name="Freeform 3598">
                <a:extLst>
                  <a:ext uri="{FF2B5EF4-FFF2-40B4-BE49-F238E27FC236}">
                    <a16:creationId xmlns:a16="http://schemas.microsoft.com/office/drawing/2014/main" id="{55F62B7D-1254-4D4F-B932-E33417C8A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7" y="3052"/>
                <a:ext cx="14" cy="56"/>
              </a:xfrm>
              <a:custGeom>
                <a:avLst/>
                <a:gdLst>
                  <a:gd name="T0" fmla="*/ 1 w 13"/>
                  <a:gd name="T1" fmla="*/ 76 h 48"/>
                  <a:gd name="T2" fmla="*/ 16 w 13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8">
                    <a:moveTo>
                      <a:pt x="1" y="48"/>
                    </a:moveTo>
                    <a:cubicBezTo>
                      <a:pt x="0" y="31"/>
                      <a:pt x="8" y="15"/>
                      <a:pt x="13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3" name="Freeform 3599">
                <a:extLst>
                  <a:ext uri="{FF2B5EF4-FFF2-40B4-BE49-F238E27FC236}">
                    <a16:creationId xmlns:a16="http://schemas.microsoft.com/office/drawing/2014/main" id="{2C80F5EC-CE65-4D67-ADB4-6AF1166D8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1" y="2954"/>
                <a:ext cx="38" cy="101"/>
              </a:xfrm>
              <a:custGeom>
                <a:avLst/>
                <a:gdLst>
                  <a:gd name="T0" fmla="*/ 34 w 34"/>
                  <a:gd name="T1" fmla="*/ 140 h 86"/>
                  <a:gd name="T2" fmla="*/ 13 w 34"/>
                  <a:gd name="T3" fmla="*/ 65 h 86"/>
                  <a:gd name="T4" fmla="*/ 0 w 34"/>
                  <a:gd name="T5" fmla="*/ 0 h 86"/>
                  <a:gd name="T6" fmla="*/ 47 w 34"/>
                  <a:gd name="T7" fmla="*/ 56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86">
                    <a:moveTo>
                      <a:pt x="24" y="86"/>
                    </a:moveTo>
                    <a:cubicBezTo>
                      <a:pt x="23" y="68"/>
                      <a:pt x="17" y="56"/>
                      <a:pt x="10" y="40"/>
                    </a:cubicBezTo>
                    <a:cubicBezTo>
                      <a:pt x="3" y="27"/>
                      <a:pt x="3" y="14"/>
                      <a:pt x="0" y="0"/>
                    </a:cubicBezTo>
                    <a:cubicBezTo>
                      <a:pt x="7" y="15"/>
                      <a:pt x="29" y="20"/>
                      <a:pt x="34" y="35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4" name="Freeform 3600">
                <a:extLst>
                  <a:ext uri="{FF2B5EF4-FFF2-40B4-BE49-F238E27FC236}">
                    <a16:creationId xmlns:a16="http://schemas.microsoft.com/office/drawing/2014/main" id="{F82820B4-735B-4CF8-AD2C-37BC464F7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9" y="2973"/>
                <a:ext cx="19" cy="50"/>
              </a:xfrm>
              <a:custGeom>
                <a:avLst/>
                <a:gdLst>
                  <a:gd name="T0" fmla="*/ 23 w 17"/>
                  <a:gd name="T1" fmla="*/ 36 h 43"/>
                  <a:gd name="T2" fmla="*/ 0 w 17"/>
                  <a:gd name="T3" fmla="*/ 0 h 43"/>
                  <a:gd name="T4" fmla="*/ 3 w 17"/>
                  <a:gd name="T5" fmla="*/ 6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3">
                    <a:moveTo>
                      <a:pt x="17" y="23"/>
                    </a:moveTo>
                    <a:cubicBezTo>
                      <a:pt x="11" y="18"/>
                      <a:pt x="5" y="7"/>
                      <a:pt x="0" y="0"/>
                    </a:cubicBezTo>
                    <a:cubicBezTo>
                      <a:pt x="0" y="15"/>
                      <a:pt x="3" y="29"/>
                      <a:pt x="3" y="43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5" name="Freeform 3601">
                <a:extLst>
                  <a:ext uri="{FF2B5EF4-FFF2-40B4-BE49-F238E27FC236}">
                    <a16:creationId xmlns:a16="http://schemas.microsoft.com/office/drawing/2014/main" id="{2CEE9ED6-0080-4ED3-8281-51BC551E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2882"/>
                <a:ext cx="52" cy="92"/>
              </a:xfrm>
              <a:custGeom>
                <a:avLst/>
                <a:gdLst>
                  <a:gd name="T0" fmla="*/ 48 w 47"/>
                  <a:gd name="T1" fmla="*/ 129 h 78"/>
                  <a:gd name="T2" fmla="*/ 0 w 47"/>
                  <a:gd name="T3" fmla="*/ 0 h 78"/>
                  <a:gd name="T4" fmla="*/ 64 w 47"/>
                  <a:gd name="T5" fmla="*/ 98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78">
                    <a:moveTo>
                      <a:pt x="35" y="78"/>
                    </a:moveTo>
                    <a:cubicBezTo>
                      <a:pt x="24" y="51"/>
                      <a:pt x="8" y="27"/>
                      <a:pt x="0" y="0"/>
                    </a:cubicBezTo>
                    <a:cubicBezTo>
                      <a:pt x="21" y="13"/>
                      <a:pt x="43" y="37"/>
                      <a:pt x="47" y="59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6" name="Freeform 3602">
                <a:extLst>
                  <a:ext uri="{FF2B5EF4-FFF2-40B4-BE49-F238E27FC236}">
                    <a16:creationId xmlns:a16="http://schemas.microsoft.com/office/drawing/2014/main" id="{3983D21B-AFE8-4821-9363-79A0BF8CC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1" y="2863"/>
                <a:ext cx="31" cy="64"/>
              </a:xfrm>
              <a:custGeom>
                <a:avLst/>
                <a:gdLst>
                  <a:gd name="T0" fmla="*/ 13 w 28"/>
                  <a:gd name="T1" fmla="*/ 90 h 54"/>
                  <a:gd name="T2" fmla="*/ 1 w 28"/>
                  <a:gd name="T3" fmla="*/ 0 h 54"/>
                  <a:gd name="T4" fmla="*/ 38 w 28"/>
                  <a:gd name="T5" fmla="*/ 62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4">
                    <a:moveTo>
                      <a:pt x="10" y="54"/>
                    </a:moveTo>
                    <a:cubicBezTo>
                      <a:pt x="3" y="39"/>
                      <a:pt x="0" y="16"/>
                      <a:pt x="1" y="0"/>
                    </a:cubicBezTo>
                    <a:cubicBezTo>
                      <a:pt x="7" y="13"/>
                      <a:pt x="28" y="22"/>
                      <a:pt x="28" y="37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7" name="Freeform 3603">
                <a:extLst>
                  <a:ext uri="{FF2B5EF4-FFF2-40B4-BE49-F238E27FC236}">
                    <a16:creationId xmlns:a16="http://schemas.microsoft.com/office/drawing/2014/main" id="{77277976-7942-4873-B237-B30943C13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2800"/>
                <a:ext cx="96" cy="78"/>
              </a:xfrm>
              <a:custGeom>
                <a:avLst/>
                <a:gdLst>
                  <a:gd name="T0" fmla="*/ 117 w 87"/>
                  <a:gd name="T1" fmla="*/ 97 h 66"/>
                  <a:gd name="T2" fmla="*/ 50 w 87"/>
                  <a:gd name="T3" fmla="*/ 33 h 66"/>
                  <a:gd name="T4" fmla="*/ 0 w 87"/>
                  <a:gd name="T5" fmla="*/ 0 h 66"/>
                  <a:gd name="T6" fmla="*/ 34 w 87"/>
                  <a:gd name="T7" fmla="*/ 44 h 66"/>
                  <a:gd name="T8" fmla="*/ 57 w 87"/>
                  <a:gd name="T9" fmla="*/ 84 h 66"/>
                  <a:gd name="T10" fmla="*/ 82 w 87"/>
                  <a:gd name="T11" fmla="*/ 109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66">
                    <a:moveTo>
                      <a:pt x="87" y="58"/>
                    </a:moveTo>
                    <a:cubicBezTo>
                      <a:pt x="76" y="38"/>
                      <a:pt x="57" y="27"/>
                      <a:pt x="37" y="20"/>
                    </a:cubicBezTo>
                    <a:cubicBezTo>
                      <a:pt x="24" y="15"/>
                      <a:pt x="12" y="5"/>
                      <a:pt x="0" y="0"/>
                    </a:cubicBezTo>
                    <a:cubicBezTo>
                      <a:pt x="5" y="11"/>
                      <a:pt x="18" y="16"/>
                      <a:pt x="25" y="26"/>
                    </a:cubicBezTo>
                    <a:cubicBezTo>
                      <a:pt x="32" y="33"/>
                      <a:pt x="37" y="43"/>
                      <a:pt x="43" y="51"/>
                    </a:cubicBezTo>
                    <a:cubicBezTo>
                      <a:pt x="48" y="58"/>
                      <a:pt x="55" y="61"/>
                      <a:pt x="61" y="6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8" name="Freeform 3604">
                <a:extLst>
                  <a:ext uri="{FF2B5EF4-FFF2-40B4-BE49-F238E27FC236}">
                    <a16:creationId xmlns:a16="http://schemas.microsoft.com/office/drawing/2014/main" id="{364290CC-A72D-4FB8-83CF-520F16A6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2752"/>
                <a:ext cx="84" cy="68"/>
              </a:xfrm>
              <a:custGeom>
                <a:avLst/>
                <a:gdLst>
                  <a:gd name="T0" fmla="*/ 69 w 76"/>
                  <a:gd name="T1" fmla="*/ 94 h 58"/>
                  <a:gd name="T2" fmla="*/ 0 w 76"/>
                  <a:gd name="T3" fmla="*/ 0 h 58"/>
                  <a:gd name="T4" fmla="*/ 72 w 76"/>
                  <a:gd name="T5" fmla="*/ 40 h 58"/>
                  <a:gd name="T6" fmla="*/ 103 w 76"/>
                  <a:gd name="T7" fmla="*/ 67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58">
                    <a:moveTo>
                      <a:pt x="51" y="58"/>
                    </a:moveTo>
                    <a:cubicBezTo>
                      <a:pt x="24" y="49"/>
                      <a:pt x="23" y="14"/>
                      <a:pt x="0" y="0"/>
                    </a:cubicBezTo>
                    <a:cubicBezTo>
                      <a:pt x="16" y="11"/>
                      <a:pt x="37" y="16"/>
                      <a:pt x="53" y="25"/>
                    </a:cubicBezTo>
                    <a:cubicBezTo>
                      <a:pt x="60" y="29"/>
                      <a:pt x="69" y="40"/>
                      <a:pt x="76" y="42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9" name="Freeform 3605">
                <a:extLst>
                  <a:ext uri="{FF2B5EF4-FFF2-40B4-BE49-F238E27FC236}">
                    <a16:creationId xmlns:a16="http://schemas.microsoft.com/office/drawing/2014/main" id="{549966C8-8319-44CE-B467-D6E4EF8CF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2798"/>
                <a:ext cx="86" cy="54"/>
              </a:xfrm>
              <a:custGeom>
                <a:avLst/>
                <a:gdLst>
                  <a:gd name="T0" fmla="*/ 105 w 78"/>
                  <a:gd name="T1" fmla="*/ 74 h 46"/>
                  <a:gd name="T2" fmla="*/ 52 w 78"/>
                  <a:gd name="T3" fmla="*/ 26 h 46"/>
                  <a:gd name="T4" fmla="*/ 0 w 78"/>
                  <a:gd name="T5" fmla="*/ 1 h 46"/>
                  <a:gd name="T6" fmla="*/ 24 w 78"/>
                  <a:gd name="T7" fmla="*/ 3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6">
                    <a:moveTo>
                      <a:pt x="78" y="46"/>
                    </a:moveTo>
                    <a:cubicBezTo>
                      <a:pt x="64" y="36"/>
                      <a:pt x="56" y="24"/>
                      <a:pt x="39" y="16"/>
                    </a:cubicBezTo>
                    <a:cubicBezTo>
                      <a:pt x="28" y="10"/>
                      <a:pt x="13" y="0"/>
                      <a:pt x="0" y="1"/>
                    </a:cubicBezTo>
                    <a:cubicBezTo>
                      <a:pt x="6" y="4"/>
                      <a:pt x="14" y="13"/>
                      <a:pt x="18" y="2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0" name="Freeform 3606">
                <a:extLst>
                  <a:ext uri="{FF2B5EF4-FFF2-40B4-BE49-F238E27FC236}">
                    <a16:creationId xmlns:a16="http://schemas.microsoft.com/office/drawing/2014/main" id="{0C73ECD2-18E4-4F1F-9776-1DC35D603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2878"/>
                <a:ext cx="3" cy="37"/>
              </a:xfrm>
              <a:custGeom>
                <a:avLst/>
                <a:gdLst>
                  <a:gd name="T0" fmla="*/ 0 w 2"/>
                  <a:gd name="T1" fmla="*/ 0 h 31"/>
                  <a:gd name="T2" fmla="*/ 0 w 2"/>
                  <a:gd name="T3" fmla="*/ 5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0" y="0"/>
                    </a:moveTo>
                    <a:cubicBezTo>
                      <a:pt x="1" y="10"/>
                      <a:pt x="2" y="21"/>
                      <a:pt x="0" y="31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1" name="Freeform 3607">
                <a:extLst>
                  <a:ext uri="{FF2B5EF4-FFF2-40B4-BE49-F238E27FC236}">
                    <a16:creationId xmlns:a16="http://schemas.microsoft.com/office/drawing/2014/main" id="{F3855663-B442-46AB-8970-849220F8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771"/>
                <a:ext cx="113" cy="32"/>
              </a:xfrm>
              <a:custGeom>
                <a:avLst/>
                <a:gdLst>
                  <a:gd name="T0" fmla="*/ 138 w 102"/>
                  <a:gd name="T1" fmla="*/ 45 h 27"/>
                  <a:gd name="T2" fmla="*/ 52 w 102"/>
                  <a:gd name="T3" fmla="*/ 2 h 27"/>
                  <a:gd name="T4" fmla="*/ 0 w 102"/>
                  <a:gd name="T5" fmla="*/ 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7">
                    <a:moveTo>
                      <a:pt x="102" y="27"/>
                    </a:moveTo>
                    <a:cubicBezTo>
                      <a:pt x="83" y="13"/>
                      <a:pt x="62" y="4"/>
                      <a:pt x="38" y="2"/>
                    </a:cubicBezTo>
                    <a:cubicBezTo>
                      <a:pt x="30" y="1"/>
                      <a:pt x="2" y="0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2" name="Freeform 3608">
                <a:extLst>
                  <a:ext uri="{FF2B5EF4-FFF2-40B4-BE49-F238E27FC236}">
                    <a16:creationId xmlns:a16="http://schemas.microsoft.com/office/drawing/2014/main" id="{52DB9E87-A97F-491A-9890-0BE258F4C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782"/>
                <a:ext cx="68" cy="20"/>
              </a:xfrm>
              <a:custGeom>
                <a:avLst/>
                <a:gdLst>
                  <a:gd name="T0" fmla="*/ 85 w 61"/>
                  <a:gd name="T1" fmla="*/ 28 h 17"/>
                  <a:gd name="T2" fmla="*/ 0 w 6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7">
                    <a:moveTo>
                      <a:pt x="61" y="17"/>
                    </a:moveTo>
                    <a:cubicBezTo>
                      <a:pt x="39" y="11"/>
                      <a:pt x="18" y="1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3" name="Freeform 3609">
                <a:extLst>
                  <a:ext uri="{FF2B5EF4-FFF2-40B4-BE49-F238E27FC236}">
                    <a16:creationId xmlns:a16="http://schemas.microsoft.com/office/drawing/2014/main" id="{AEDF3B70-1CA6-4D97-8FAA-A63191227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2737"/>
                <a:ext cx="93" cy="33"/>
              </a:xfrm>
              <a:custGeom>
                <a:avLst/>
                <a:gdLst>
                  <a:gd name="T0" fmla="*/ 114 w 84"/>
                  <a:gd name="T1" fmla="*/ 26 h 28"/>
                  <a:gd name="T2" fmla="*/ 83 w 84"/>
                  <a:gd name="T3" fmla="*/ 2 h 28"/>
                  <a:gd name="T4" fmla="*/ 47 w 84"/>
                  <a:gd name="T5" fmla="*/ 2 h 28"/>
                  <a:gd name="T6" fmla="*/ 0 w 84"/>
                  <a:gd name="T7" fmla="*/ 11 h 28"/>
                  <a:gd name="T8" fmla="*/ 64 w 84"/>
                  <a:gd name="T9" fmla="*/ 4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28">
                    <a:moveTo>
                      <a:pt x="84" y="16"/>
                    </a:moveTo>
                    <a:cubicBezTo>
                      <a:pt x="76" y="11"/>
                      <a:pt x="71" y="4"/>
                      <a:pt x="61" y="2"/>
                    </a:cubicBezTo>
                    <a:cubicBezTo>
                      <a:pt x="51" y="0"/>
                      <a:pt x="43" y="0"/>
                      <a:pt x="34" y="2"/>
                    </a:cubicBezTo>
                    <a:cubicBezTo>
                      <a:pt x="23" y="4"/>
                      <a:pt x="11" y="6"/>
                      <a:pt x="0" y="7"/>
                    </a:cubicBezTo>
                    <a:cubicBezTo>
                      <a:pt x="13" y="17"/>
                      <a:pt x="33" y="19"/>
                      <a:pt x="47" y="28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4" name="Freeform 3610">
                <a:extLst>
                  <a:ext uri="{FF2B5EF4-FFF2-40B4-BE49-F238E27FC236}">
                    <a16:creationId xmlns:a16="http://schemas.microsoft.com/office/drawing/2014/main" id="{9B037A4B-ECDE-4770-9282-C2967E915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714"/>
                <a:ext cx="42" cy="23"/>
              </a:xfrm>
              <a:custGeom>
                <a:avLst/>
                <a:gdLst>
                  <a:gd name="T0" fmla="*/ 51 w 38"/>
                  <a:gd name="T1" fmla="*/ 34 h 19"/>
                  <a:gd name="T2" fmla="*/ 0 w 38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">
                    <a:moveTo>
                      <a:pt x="38" y="19"/>
                    </a:moveTo>
                    <a:cubicBezTo>
                      <a:pt x="23" y="18"/>
                      <a:pt x="13" y="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5" name="Freeform 3611">
                <a:extLst>
                  <a:ext uri="{FF2B5EF4-FFF2-40B4-BE49-F238E27FC236}">
                    <a16:creationId xmlns:a16="http://schemas.microsoft.com/office/drawing/2014/main" id="{08A569F5-076C-4FAF-897A-1A804D2DB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712"/>
                <a:ext cx="286" cy="796"/>
              </a:xfrm>
              <a:custGeom>
                <a:avLst/>
                <a:gdLst>
                  <a:gd name="T0" fmla="*/ 17 w 259"/>
                  <a:gd name="T1" fmla="*/ 0 h 675"/>
                  <a:gd name="T2" fmla="*/ 0 w 259"/>
                  <a:gd name="T3" fmla="*/ 1 h 675"/>
                  <a:gd name="T4" fmla="*/ 0 w 259"/>
                  <a:gd name="T5" fmla="*/ 119 h 675"/>
                  <a:gd name="T6" fmla="*/ 0 w 259"/>
                  <a:gd name="T7" fmla="*/ 119 h 675"/>
                  <a:gd name="T8" fmla="*/ 283 w 259"/>
                  <a:gd name="T9" fmla="*/ 552 h 675"/>
                  <a:gd name="T10" fmla="*/ 0 w 259"/>
                  <a:gd name="T11" fmla="*/ 986 h 675"/>
                  <a:gd name="T12" fmla="*/ 0 w 259"/>
                  <a:gd name="T13" fmla="*/ 986 h 675"/>
                  <a:gd name="T14" fmla="*/ 0 w 259"/>
                  <a:gd name="T15" fmla="*/ 1107 h 675"/>
                  <a:gd name="T16" fmla="*/ 17 w 259"/>
                  <a:gd name="T17" fmla="*/ 1107 h 675"/>
                  <a:gd name="T18" fmla="*/ 349 w 259"/>
                  <a:gd name="T19" fmla="*/ 557 h 675"/>
                  <a:gd name="T20" fmla="*/ 17 w 259"/>
                  <a:gd name="T21" fmla="*/ 0 h 6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675">
                    <a:moveTo>
                      <a:pt x="13" y="0"/>
                    </a:moveTo>
                    <a:cubicBezTo>
                      <a:pt x="9" y="0"/>
                      <a:pt x="4" y="1"/>
                      <a:pt x="0" y="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6" y="73"/>
                      <a:pt x="210" y="192"/>
                      <a:pt x="210" y="337"/>
                    </a:cubicBezTo>
                    <a:cubicBezTo>
                      <a:pt x="210" y="483"/>
                      <a:pt x="116" y="601"/>
                      <a:pt x="0" y="601"/>
                    </a:cubicBezTo>
                    <a:cubicBezTo>
                      <a:pt x="0" y="601"/>
                      <a:pt x="0" y="601"/>
                      <a:pt x="0" y="601"/>
                    </a:cubicBezTo>
                    <a:cubicBezTo>
                      <a:pt x="0" y="675"/>
                      <a:pt x="0" y="675"/>
                      <a:pt x="0" y="675"/>
                    </a:cubicBezTo>
                    <a:cubicBezTo>
                      <a:pt x="4" y="675"/>
                      <a:pt x="9" y="675"/>
                      <a:pt x="13" y="675"/>
                    </a:cubicBezTo>
                    <a:cubicBezTo>
                      <a:pt x="142" y="675"/>
                      <a:pt x="259" y="525"/>
                      <a:pt x="259" y="339"/>
                    </a:cubicBezTo>
                    <a:cubicBezTo>
                      <a:pt x="259" y="152"/>
                      <a:pt x="142" y="0"/>
                      <a:pt x="13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6" name="Freeform 3612">
                <a:extLst>
                  <a:ext uri="{FF2B5EF4-FFF2-40B4-BE49-F238E27FC236}">
                    <a16:creationId xmlns:a16="http://schemas.microsoft.com/office/drawing/2014/main" id="{B44F042F-6A24-42D1-A885-9892E4BA6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642"/>
                <a:ext cx="324" cy="937"/>
              </a:xfrm>
              <a:custGeom>
                <a:avLst/>
                <a:gdLst>
                  <a:gd name="T0" fmla="*/ 10 w 293"/>
                  <a:gd name="T1" fmla="*/ 0 h 794"/>
                  <a:gd name="T2" fmla="*/ 4 w 293"/>
                  <a:gd name="T3" fmla="*/ 0 h 794"/>
                  <a:gd name="T4" fmla="*/ 4 w 293"/>
                  <a:gd name="T5" fmla="*/ 0 h 794"/>
                  <a:gd name="T6" fmla="*/ 0 w 293"/>
                  <a:gd name="T7" fmla="*/ 0 h 794"/>
                  <a:gd name="T8" fmla="*/ 0 w 293"/>
                  <a:gd name="T9" fmla="*/ 217 h 794"/>
                  <a:gd name="T10" fmla="*/ 0 w 293"/>
                  <a:gd name="T11" fmla="*/ 217 h 794"/>
                  <a:gd name="T12" fmla="*/ 284 w 293"/>
                  <a:gd name="T13" fmla="*/ 650 h 794"/>
                  <a:gd name="T14" fmla="*/ 0 w 293"/>
                  <a:gd name="T15" fmla="*/ 1085 h 794"/>
                  <a:gd name="T16" fmla="*/ 0 w 293"/>
                  <a:gd name="T17" fmla="*/ 1085 h 794"/>
                  <a:gd name="T18" fmla="*/ 0 w 293"/>
                  <a:gd name="T19" fmla="*/ 1305 h 794"/>
                  <a:gd name="T20" fmla="*/ 2 w 293"/>
                  <a:gd name="T21" fmla="*/ 1305 h 794"/>
                  <a:gd name="T22" fmla="*/ 10 w 293"/>
                  <a:gd name="T23" fmla="*/ 1305 h 794"/>
                  <a:gd name="T24" fmla="*/ 396 w 293"/>
                  <a:gd name="T25" fmla="*/ 653 h 794"/>
                  <a:gd name="T26" fmla="*/ 10 w 293"/>
                  <a:gd name="T27" fmla="*/ 0 h 7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3" h="79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16" y="132"/>
                      <a:pt x="210" y="250"/>
                      <a:pt x="210" y="396"/>
                    </a:cubicBezTo>
                    <a:cubicBezTo>
                      <a:pt x="210" y="542"/>
                      <a:pt x="116" y="660"/>
                      <a:pt x="0" y="660"/>
                    </a:cubicBezTo>
                    <a:cubicBezTo>
                      <a:pt x="0" y="660"/>
                      <a:pt x="0" y="660"/>
                      <a:pt x="0" y="660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2" y="794"/>
                      <a:pt x="2" y="794"/>
                      <a:pt x="2" y="794"/>
                    </a:cubicBezTo>
                    <a:cubicBezTo>
                      <a:pt x="3" y="794"/>
                      <a:pt x="5" y="794"/>
                      <a:pt x="7" y="794"/>
                    </a:cubicBezTo>
                    <a:cubicBezTo>
                      <a:pt x="165" y="794"/>
                      <a:pt x="293" y="616"/>
                      <a:pt x="293" y="397"/>
                    </a:cubicBezTo>
                    <a:cubicBezTo>
                      <a:pt x="293" y="178"/>
                      <a:pt x="165" y="0"/>
                      <a:pt x="7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7" name="Oval 3613">
                <a:extLst>
                  <a:ext uri="{FF2B5EF4-FFF2-40B4-BE49-F238E27FC236}">
                    <a16:creationId xmlns:a16="http://schemas.microsoft.com/office/drawing/2014/main" id="{1736D67F-4F9A-46B6-A97D-A8B7A0D8B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0" y="3481"/>
                <a:ext cx="22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28" name="Oval 3614">
                <a:extLst>
                  <a:ext uri="{FF2B5EF4-FFF2-40B4-BE49-F238E27FC236}">
                    <a16:creationId xmlns:a16="http://schemas.microsoft.com/office/drawing/2014/main" id="{FE133E15-53C1-4ABC-89C8-12B9BDFA1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777"/>
                <a:ext cx="22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29" name="Oval 3615">
                <a:extLst>
                  <a:ext uri="{FF2B5EF4-FFF2-40B4-BE49-F238E27FC236}">
                    <a16:creationId xmlns:a16="http://schemas.microsoft.com/office/drawing/2014/main" id="{56F9DC47-9A53-4EC2-AC64-D2043C8B0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7" y="2752"/>
                <a:ext cx="22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30" name="Oval 3616">
                <a:extLst>
                  <a:ext uri="{FF2B5EF4-FFF2-40B4-BE49-F238E27FC236}">
                    <a16:creationId xmlns:a16="http://schemas.microsoft.com/office/drawing/2014/main" id="{B5E253AD-E879-4DBF-A891-4D21AE179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725"/>
                <a:ext cx="22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31" name="Oval 3617">
                <a:extLst>
                  <a:ext uri="{FF2B5EF4-FFF2-40B4-BE49-F238E27FC236}">
                    <a16:creationId xmlns:a16="http://schemas.microsoft.com/office/drawing/2014/main" id="{283A750B-0644-45E2-BBBE-03BFEB3A1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5" y="2748"/>
                <a:ext cx="22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32" name="Oval 3618">
                <a:extLst>
                  <a:ext uri="{FF2B5EF4-FFF2-40B4-BE49-F238E27FC236}">
                    <a16:creationId xmlns:a16="http://schemas.microsoft.com/office/drawing/2014/main" id="{955C6345-2079-4CF9-97A4-85F1EFC37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2731"/>
                <a:ext cx="22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33" name="Oval 3619">
                <a:extLst>
                  <a:ext uri="{FF2B5EF4-FFF2-40B4-BE49-F238E27FC236}">
                    <a16:creationId xmlns:a16="http://schemas.microsoft.com/office/drawing/2014/main" id="{74FFA52F-26B6-4E9D-B168-E30F172CC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774"/>
                <a:ext cx="22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34" name="Oval 3620">
                <a:extLst>
                  <a:ext uri="{FF2B5EF4-FFF2-40B4-BE49-F238E27FC236}">
                    <a16:creationId xmlns:a16="http://schemas.microsoft.com/office/drawing/2014/main" id="{5EFC2766-A87C-42DA-98ED-247193F55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0" y="2721"/>
                <a:ext cx="22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35" name="Oval 3621">
                <a:extLst>
                  <a:ext uri="{FF2B5EF4-FFF2-40B4-BE49-F238E27FC236}">
                    <a16:creationId xmlns:a16="http://schemas.microsoft.com/office/drawing/2014/main" id="{D787EC37-0F91-4231-BD16-7BE75534E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2721"/>
                <a:ext cx="22" cy="15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36" name="Oval 3622">
                <a:extLst>
                  <a:ext uri="{FF2B5EF4-FFF2-40B4-BE49-F238E27FC236}">
                    <a16:creationId xmlns:a16="http://schemas.microsoft.com/office/drawing/2014/main" id="{AAEFB7B1-75CD-4962-AABD-D244878F0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3435"/>
                <a:ext cx="22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37" name="Oval 3623">
                <a:extLst>
                  <a:ext uri="{FF2B5EF4-FFF2-40B4-BE49-F238E27FC236}">
                    <a16:creationId xmlns:a16="http://schemas.microsoft.com/office/drawing/2014/main" id="{D1C093C5-F2C7-461A-B9FF-4AEAF6212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3489"/>
                <a:ext cx="22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38" name="Oval 3624">
                <a:extLst>
                  <a:ext uri="{FF2B5EF4-FFF2-40B4-BE49-F238E27FC236}">
                    <a16:creationId xmlns:a16="http://schemas.microsoft.com/office/drawing/2014/main" id="{CBD8A8F8-DE64-4E87-BC61-19AA7E2DA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7" y="3430"/>
                <a:ext cx="22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39" name="Oval 3625">
                <a:extLst>
                  <a:ext uri="{FF2B5EF4-FFF2-40B4-BE49-F238E27FC236}">
                    <a16:creationId xmlns:a16="http://schemas.microsoft.com/office/drawing/2014/main" id="{C72C0269-04F4-4467-8445-00D4489E9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3457"/>
                <a:ext cx="22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40" name="Oval 3626">
                <a:extLst>
                  <a:ext uri="{FF2B5EF4-FFF2-40B4-BE49-F238E27FC236}">
                    <a16:creationId xmlns:a16="http://schemas.microsoft.com/office/drawing/2014/main" id="{1C103BA1-E96E-4A09-809A-14572EFE5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3435"/>
                <a:ext cx="22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41" name="Oval 3627">
                <a:extLst>
                  <a:ext uri="{FF2B5EF4-FFF2-40B4-BE49-F238E27FC236}">
                    <a16:creationId xmlns:a16="http://schemas.microsoft.com/office/drawing/2014/main" id="{1E7AF12D-A1E1-49B7-83A6-594F96F36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3489"/>
                <a:ext cx="22" cy="13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42" name="Oval 3628">
                <a:extLst>
                  <a:ext uri="{FF2B5EF4-FFF2-40B4-BE49-F238E27FC236}">
                    <a16:creationId xmlns:a16="http://schemas.microsoft.com/office/drawing/2014/main" id="{98318E89-4B47-4CE0-B72E-8597D2230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1" y="3436"/>
                <a:ext cx="22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43" name="Oval 3629">
                <a:extLst>
                  <a:ext uri="{FF2B5EF4-FFF2-40B4-BE49-F238E27FC236}">
                    <a16:creationId xmlns:a16="http://schemas.microsoft.com/office/drawing/2014/main" id="{E81A11D3-74C3-4B77-8C23-8325C9080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3427"/>
                <a:ext cx="22" cy="14"/>
              </a:xfrm>
              <a:prstGeom prst="ellipse">
                <a:avLst/>
              </a:prstGeom>
              <a:solidFill>
                <a:srgbClr val="DB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344" name="Freeform 3630">
                <a:extLst>
                  <a:ext uri="{FF2B5EF4-FFF2-40B4-BE49-F238E27FC236}">
                    <a16:creationId xmlns:a16="http://schemas.microsoft.com/office/drawing/2014/main" id="{4717F698-445C-461C-A89B-3FFBAC839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3429"/>
                <a:ext cx="21" cy="20"/>
              </a:xfrm>
              <a:custGeom>
                <a:avLst/>
                <a:gdLst>
                  <a:gd name="T0" fmla="*/ 23 w 19"/>
                  <a:gd name="T1" fmla="*/ 6 h 17"/>
                  <a:gd name="T2" fmla="*/ 15 w 19"/>
                  <a:gd name="T3" fmla="*/ 21 h 17"/>
                  <a:gd name="T4" fmla="*/ 1 w 19"/>
                  <a:gd name="T5" fmla="*/ 25 h 17"/>
                  <a:gd name="T6" fmla="*/ 9 w 19"/>
                  <a:gd name="T7" fmla="*/ 8 h 17"/>
                  <a:gd name="T8" fmla="*/ 23 w 19"/>
                  <a:gd name="T9" fmla="*/ 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17" y="3"/>
                    </a:moveTo>
                    <a:cubicBezTo>
                      <a:pt x="19" y="5"/>
                      <a:pt x="17" y="9"/>
                      <a:pt x="12" y="13"/>
                    </a:cubicBezTo>
                    <a:cubicBezTo>
                      <a:pt x="8" y="16"/>
                      <a:pt x="3" y="17"/>
                      <a:pt x="1" y="15"/>
                    </a:cubicBezTo>
                    <a:cubicBezTo>
                      <a:pt x="0" y="13"/>
                      <a:pt x="2" y="8"/>
                      <a:pt x="6" y="5"/>
                    </a:cubicBezTo>
                    <a:cubicBezTo>
                      <a:pt x="11" y="1"/>
                      <a:pt x="16" y="0"/>
                      <a:pt x="17" y="3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5" name="Freeform 3631">
                <a:extLst>
                  <a:ext uri="{FF2B5EF4-FFF2-40B4-BE49-F238E27FC236}">
                    <a16:creationId xmlns:a16="http://schemas.microsoft.com/office/drawing/2014/main" id="{8EC3F8D4-19E8-4204-BEE9-D106278B5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3351"/>
                <a:ext cx="21" cy="20"/>
              </a:xfrm>
              <a:custGeom>
                <a:avLst/>
                <a:gdLst>
                  <a:gd name="T0" fmla="*/ 24 w 19"/>
                  <a:gd name="T1" fmla="*/ 6 h 17"/>
                  <a:gd name="T2" fmla="*/ 17 w 19"/>
                  <a:gd name="T3" fmla="*/ 21 h 17"/>
                  <a:gd name="T4" fmla="*/ 2 w 19"/>
                  <a:gd name="T5" fmla="*/ 25 h 17"/>
                  <a:gd name="T6" fmla="*/ 9 w 19"/>
                  <a:gd name="T7" fmla="*/ 8 h 17"/>
                  <a:gd name="T8" fmla="*/ 24 w 19"/>
                  <a:gd name="T9" fmla="*/ 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18" y="3"/>
                    </a:moveTo>
                    <a:cubicBezTo>
                      <a:pt x="19" y="5"/>
                      <a:pt x="17" y="9"/>
                      <a:pt x="13" y="13"/>
                    </a:cubicBezTo>
                    <a:cubicBezTo>
                      <a:pt x="8" y="16"/>
                      <a:pt x="3" y="17"/>
                      <a:pt x="2" y="15"/>
                    </a:cubicBezTo>
                    <a:cubicBezTo>
                      <a:pt x="0" y="13"/>
                      <a:pt x="2" y="8"/>
                      <a:pt x="6" y="5"/>
                    </a:cubicBezTo>
                    <a:cubicBezTo>
                      <a:pt x="11" y="1"/>
                      <a:pt x="16" y="0"/>
                      <a:pt x="18" y="3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6" name="Freeform 3632">
                <a:extLst>
                  <a:ext uri="{FF2B5EF4-FFF2-40B4-BE49-F238E27FC236}">
                    <a16:creationId xmlns:a16="http://schemas.microsoft.com/office/drawing/2014/main" id="{11C183F7-67A8-4E57-89E9-A6876B30B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3266"/>
                <a:ext cx="16" cy="24"/>
              </a:xfrm>
              <a:custGeom>
                <a:avLst/>
                <a:gdLst>
                  <a:gd name="T0" fmla="*/ 16 w 15"/>
                  <a:gd name="T1" fmla="*/ 1 h 20"/>
                  <a:gd name="T2" fmla="*/ 15 w 15"/>
                  <a:gd name="T3" fmla="*/ 20 h 20"/>
                  <a:gd name="T4" fmla="*/ 3 w 15"/>
                  <a:gd name="T5" fmla="*/ 34 h 20"/>
                  <a:gd name="T6" fmla="*/ 3 w 15"/>
                  <a:gd name="T7" fmla="*/ 12 h 20"/>
                  <a:gd name="T8" fmla="*/ 16 w 15"/>
                  <a:gd name="T9" fmla="*/ 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3" y="1"/>
                    </a:moveTo>
                    <a:cubicBezTo>
                      <a:pt x="15" y="2"/>
                      <a:pt x="15" y="7"/>
                      <a:pt x="12" y="12"/>
                    </a:cubicBezTo>
                    <a:cubicBezTo>
                      <a:pt x="10" y="17"/>
                      <a:pt x="5" y="20"/>
                      <a:pt x="3" y="19"/>
                    </a:cubicBezTo>
                    <a:cubicBezTo>
                      <a:pt x="0" y="17"/>
                      <a:pt x="1" y="12"/>
                      <a:pt x="3" y="7"/>
                    </a:cubicBezTo>
                    <a:cubicBezTo>
                      <a:pt x="6" y="2"/>
                      <a:pt x="10" y="0"/>
                      <a:pt x="13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7" name="Freeform 3633">
                <a:extLst>
                  <a:ext uri="{FF2B5EF4-FFF2-40B4-BE49-F238E27FC236}">
                    <a16:creationId xmlns:a16="http://schemas.microsoft.com/office/drawing/2014/main" id="{CACDFA87-47AA-4C7B-B7BC-AB57A0D9C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9" y="3237"/>
                <a:ext cx="13" cy="24"/>
              </a:xfrm>
              <a:custGeom>
                <a:avLst/>
                <a:gdLst>
                  <a:gd name="T0" fmla="*/ 11 w 12"/>
                  <a:gd name="T1" fmla="*/ 1 h 21"/>
                  <a:gd name="T2" fmla="*/ 14 w 12"/>
                  <a:gd name="T3" fmla="*/ 18 h 21"/>
                  <a:gd name="T4" fmla="*/ 4 w 12"/>
                  <a:gd name="T5" fmla="*/ 31 h 21"/>
                  <a:gd name="T6" fmla="*/ 1 w 12"/>
                  <a:gd name="T7" fmla="*/ 15 h 21"/>
                  <a:gd name="T8" fmla="*/ 11 w 12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1">
                    <a:moveTo>
                      <a:pt x="8" y="1"/>
                    </a:moveTo>
                    <a:cubicBezTo>
                      <a:pt x="10" y="2"/>
                      <a:pt x="12" y="6"/>
                      <a:pt x="11" y="12"/>
                    </a:cubicBezTo>
                    <a:cubicBezTo>
                      <a:pt x="10" y="17"/>
                      <a:pt x="6" y="21"/>
                      <a:pt x="4" y="21"/>
                    </a:cubicBezTo>
                    <a:cubicBezTo>
                      <a:pt x="1" y="20"/>
                      <a:pt x="0" y="15"/>
                      <a:pt x="1" y="10"/>
                    </a:cubicBezTo>
                    <a:cubicBezTo>
                      <a:pt x="2" y="4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8" name="Freeform 3634">
                <a:extLst>
                  <a:ext uri="{FF2B5EF4-FFF2-40B4-BE49-F238E27FC236}">
                    <a16:creationId xmlns:a16="http://schemas.microsoft.com/office/drawing/2014/main" id="{343FEEE8-283F-4491-8908-24EB9973F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1" y="3134"/>
                <a:ext cx="11" cy="25"/>
              </a:xfrm>
              <a:custGeom>
                <a:avLst/>
                <a:gdLst>
                  <a:gd name="T0" fmla="*/ 8 w 10"/>
                  <a:gd name="T1" fmla="*/ 0 h 21"/>
                  <a:gd name="T2" fmla="*/ 13 w 10"/>
                  <a:gd name="T3" fmla="*/ 17 h 21"/>
                  <a:gd name="T4" fmla="*/ 8 w 10"/>
                  <a:gd name="T5" fmla="*/ 36 h 21"/>
                  <a:gd name="T6" fmla="*/ 0 w 10"/>
                  <a:gd name="T7" fmla="*/ 18 h 21"/>
                  <a:gd name="T8" fmla="*/ 8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5" y="0"/>
                    </a:moveTo>
                    <a:cubicBezTo>
                      <a:pt x="8" y="0"/>
                      <a:pt x="10" y="5"/>
                      <a:pt x="10" y="10"/>
                    </a:cubicBezTo>
                    <a:cubicBezTo>
                      <a:pt x="10" y="16"/>
                      <a:pt x="8" y="21"/>
                      <a:pt x="5" y="21"/>
                    </a:cubicBezTo>
                    <a:cubicBezTo>
                      <a:pt x="2" y="21"/>
                      <a:pt x="0" y="16"/>
                      <a:pt x="0" y="11"/>
                    </a:cubicBezTo>
                    <a:cubicBezTo>
                      <a:pt x="0" y="5"/>
                      <a:pt x="2" y="0"/>
                      <a:pt x="5" y="0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9" name="Freeform 3635">
                <a:extLst>
                  <a:ext uri="{FF2B5EF4-FFF2-40B4-BE49-F238E27FC236}">
                    <a16:creationId xmlns:a16="http://schemas.microsoft.com/office/drawing/2014/main" id="{B4B6A1BA-1FC3-40EB-8217-F53E2D3F6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3035"/>
                <a:ext cx="15" cy="25"/>
              </a:xfrm>
              <a:custGeom>
                <a:avLst/>
                <a:gdLst>
                  <a:gd name="T0" fmla="*/ 3 w 13"/>
                  <a:gd name="T1" fmla="*/ 1 h 21"/>
                  <a:gd name="T2" fmla="*/ 17 w 13"/>
                  <a:gd name="T3" fmla="*/ 14 h 21"/>
                  <a:gd name="T4" fmla="*/ 16 w 13"/>
                  <a:gd name="T5" fmla="*/ 35 h 21"/>
                  <a:gd name="T6" fmla="*/ 2 w 13"/>
                  <a:gd name="T7" fmla="*/ 20 h 21"/>
                  <a:gd name="T8" fmla="*/ 3 w 13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3" y="1"/>
                    </a:moveTo>
                    <a:cubicBezTo>
                      <a:pt x="6" y="0"/>
                      <a:pt x="9" y="3"/>
                      <a:pt x="11" y="8"/>
                    </a:cubicBezTo>
                    <a:cubicBezTo>
                      <a:pt x="13" y="14"/>
                      <a:pt x="13" y="19"/>
                      <a:pt x="10" y="20"/>
                    </a:cubicBezTo>
                    <a:cubicBezTo>
                      <a:pt x="7" y="21"/>
                      <a:pt x="4" y="17"/>
                      <a:pt x="2" y="12"/>
                    </a:cubicBezTo>
                    <a:cubicBezTo>
                      <a:pt x="0" y="7"/>
                      <a:pt x="0" y="2"/>
                      <a:pt x="3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0" name="Freeform 3636">
                <a:extLst>
                  <a:ext uri="{FF2B5EF4-FFF2-40B4-BE49-F238E27FC236}">
                    <a16:creationId xmlns:a16="http://schemas.microsoft.com/office/drawing/2014/main" id="{39CA8969-A401-4B73-89ED-C8EF00855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1" y="2916"/>
                <a:ext cx="15" cy="25"/>
              </a:xfrm>
              <a:custGeom>
                <a:avLst/>
                <a:gdLst>
                  <a:gd name="T0" fmla="*/ 3 w 13"/>
                  <a:gd name="T1" fmla="*/ 1 h 21"/>
                  <a:gd name="T2" fmla="*/ 18 w 13"/>
                  <a:gd name="T3" fmla="*/ 15 h 21"/>
                  <a:gd name="T4" fmla="*/ 16 w 13"/>
                  <a:gd name="T5" fmla="*/ 35 h 21"/>
                  <a:gd name="T6" fmla="*/ 2 w 13"/>
                  <a:gd name="T7" fmla="*/ 21 h 21"/>
                  <a:gd name="T8" fmla="*/ 3 w 13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3" y="1"/>
                    </a:moveTo>
                    <a:cubicBezTo>
                      <a:pt x="6" y="0"/>
                      <a:pt x="10" y="4"/>
                      <a:pt x="12" y="9"/>
                    </a:cubicBezTo>
                    <a:cubicBezTo>
                      <a:pt x="13" y="14"/>
                      <a:pt x="13" y="19"/>
                      <a:pt x="10" y="20"/>
                    </a:cubicBezTo>
                    <a:cubicBezTo>
                      <a:pt x="8" y="21"/>
                      <a:pt x="4" y="18"/>
                      <a:pt x="2" y="13"/>
                    </a:cubicBezTo>
                    <a:cubicBezTo>
                      <a:pt x="0" y="7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1" name="Freeform 3637">
                <a:extLst>
                  <a:ext uri="{FF2B5EF4-FFF2-40B4-BE49-F238E27FC236}">
                    <a16:creationId xmlns:a16="http://schemas.microsoft.com/office/drawing/2014/main" id="{4AE9CB3E-1558-4DAF-8F61-4436570C3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1" y="2848"/>
                <a:ext cx="19" cy="22"/>
              </a:xfrm>
              <a:custGeom>
                <a:avLst/>
                <a:gdLst>
                  <a:gd name="T0" fmla="*/ 3 w 18"/>
                  <a:gd name="T1" fmla="*/ 2 h 19"/>
                  <a:gd name="T2" fmla="*/ 16 w 18"/>
                  <a:gd name="T3" fmla="*/ 9 h 19"/>
                  <a:gd name="T4" fmla="*/ 19 w 18"/>
                  <a:gd name="T5" fmla="*/ 27 h 19"/>
                  <a:gd name="T6" fmla="*/ 5 w 18"/>
                  <a:gd name="T7" fmla="*/ 20 h 19"/>
                  <a:gd name="T8" fmla="*/ 3 w 18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9">
                    <a:moveTo>
                      <a:pt x="3" y="2"/>
                    </a:moveTo>
                    <a:cubicBezTo>
                      <a:pt x="5" y="0"/>
                      <a:pt x="9" y="2"/>
                      <a:pt x="13" y="6"/>
                    </a:cubicBezTo>
                    <a:cubicBezTo>
                      <a:pt x="17" y="11"/>
                      <a:pt x="18" y="16"/>
                      <a:pt x="16" y="17"/>
                    </a:cubicBezTo>
                    <a:cubicBezTo>
                      <a:pt x="13" y="19"/>
                      <a:pt x="9" y="17"/>
                      <a:pt x="5" y="13"/>
                    </a:cubicBezTo>
                    <a:cubicBezTo>
                      <a:pt x="2" y="8"/>
                      <a:pt x="0" y="3"/>
                      <a:pt x="3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2" name="Freeform 3638">
                <a:extLst>
                  <a:ext uri="{FF2B5EF4-FFF2-40B4-BE49-F238E27FC236}">
                    <a16:creationId xmlns:a16="http://schemas.microsoft.com/office/drawing/2014/main" id="{92D68C90-B880-4452-96D7-720DBCEDE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2754"/>
                <a:ext cx="22" cy="18"/>
              </a:xfrm>
              <a:custGeom>
                <a:avLst/>
                <a:gdLst>
                  <a:gd name="T0" fmla="*/ 2 w 20"/>
                  <a:gd name="T1" fmla="*/ 2 h 15"/>
                  <a:gd name="T2" fmla="*/ 17 w 20"/>
                  <a:gd name="T3" fmla="*/ 6 h 15"/>
                  <a:gd name="T4" fmla="*/ 25 w 20"/>
                  <a:gd name="T5" fmla="*/ 23 h 15"/>
                  <a:gd name="T6" fmla="*/ 10 w 20"/>
                  <a:gd name="T7" fmla="*/ 20 h 15"/>
                  <a:gd name="T8" fmla="*/ 2 w 20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" y="2"/>
                    </a:moveTo>
                    <a:cubicBezTo>
                      <a:pt x="3" y="0"/>
                      <a:pt x="8" y="0"/>
                      <a:pt x="13" y="3"/>
                    </a:cubicBezTo>
                    <a:cubicBezTo>
                      <a:pt x="18" y="6"/>
                      <a:pt x="20" y="11"/>
                      <a:pt x="19" y="13"/>
                    </a:cubicBezTo>
                    <a:cubicBezTo>
                      <a:pt x="17" y="15"/>
                      <a:pt x="12" y="15"/>
                      <a:pt x="7" y="12"/>
                    </a:cubicBezTo>
                    <a:cubicBezTo>
                      <a:pt x="3" y="9"/>
                      <a:pt x="0" y="5"/>
                      <a:pt x="2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3" name="Freeform 3639">
                <a:extLst>
                  <a:ext uri="{FF2B5EF4-FFF2-40B4-BE49-F238E27FC236}">
                    <a16:creationId xmlns:a16="http://schemas.microsoft.com/office/drawing/2014/main" id="{6D95ECC7-B3D9-484D-B29B-D50727218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2791"/>
                <a:ext cx="22" cy="19"/>
              </a:xfrm>
              <a:custGeom>
                <a:avLst/>
                <a:gdLst>
                  <a:gd name="T0" fmla="*/ 2 w 20"/>
                  <a:gd name="T1" fmla="*/ 2 h 16"/>
                  <a:gd name="T2" fmla="*/ 17 w 20"/>
                  <a:gd name="T3" fmla="*/ 7 h 16"/>
                  <a:gd name="T4" fmla="*/ 25 w 20"/>
                  <a:gd name="T5" fmla="*/ 21 h 16"/>
                  <a:gd name="T6" fmla="*/ 11 w 20"/>
                  <a:gd name="T7" fmla="*/ 20 h 16"/>
                  <a:gd name="T8" fmla="*/ 2 w 20"/>
                  <a:gd name="T9" fmla="*/ 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" y="2"/>
                    </a:moveTo>
                    <a:cubicBezTo>
                      <a:pt x="3" y="0"/>
                      <a:pt x="8" y="1"/>
                      <a:pt x="13" y="4"/>
                    </a:cubicBezTo>
                    <a:cubicBezTo>
                      <a:pt x="18" y="7"/>
                      <a:pt x="20" y="11"/>
                      <a:pt x="19" y="13"/>
                    </a:cubicBezTo>
                    <a:cubicBezTo>
                      <a:pt x="17" y="16"/>
                      <a:pt x="12" y="15"/>
                      <a:pt x="8" y="12"/>
                    </a:cubicBezTo>
                    <a:cubicBezTo>
                      <a:pt x="3" y="9"/>
                      <a:pt x="0" y="5"/>
                      <a:pt x="2" y="2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4" name="Freeform 3640">
                <a:extLst>
                  <a:ext uri="{FF2B5EF4-FFF2-40B4-BE49-F238E27FC236}">
                    <a16:creationId xmlns:a16="http://schemas.microsoft.com/office/drawing/2014/main" id="{811B7089-09B2-4AA9-AD6D-E2CA7D5F5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2779"/>
                <a:ext cx="23" cy="14"/>
              </a:xfrm>
              <a:custGeom>
                <a:avLst/>
                <a:gdLst>
                  <a:gd name="T0" fmla="*/ 1 w 21"/>
                  <a:gd name="T1" fmla="*/ 7 h 12"/>
                  <a:gd name="T2" fmla="*/ 15 w 21"/>
                  <a:gd name="T3" fmla="*/ 1 h 12"/>
                  <a:gd name="T4" fmla="*/ 27 w 21"/>
                  <a:gd name="T5" fmla="*/ 15 h 12"/>
                  <a:gd name="T6" fmla="*/ 13 w 21"/>
                  <a:gd name="T7" fmla="*/ 18 h 12"/>
                  <a:gd name="T8" fmla="*/ 1 w 21"/>
                  <a:gd name="T9" fmla="*/ 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2" y="1"/>
                      <a:pt x="6" y="0"/>
                      <a:pt x="12" y="1"/>
                    </a:cubicBezTo>
                    <a:cubicBezTo>
                      <a:pt x="17" y="3"/>
                      <a:pt x="21" y="6"/>
                      <a:pt x="21" y="9"/>
                    </a:cubicBezTo>
                    <a:cubicBezTo>
                      <a:pt x="20" y="11"/>
                      <a:pt x="15" y="12"/>
                      <a:pt x="10" y="11"/>
                    </a:cubicBezTo>
                    <a:cubicBezTo>
                      <a:pt x="4" y="10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B26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5" name="Freeform 3641">
                <a:extLst>
                  <a:ext uri="{FF2B5EF4-FFF2-40B4-BE49-F238E27FC236}">
                    <a16:creationId xmlns:a16="http://schemas.microsoft.com/office/drawing/2014/main" id="{FB0E2079-3515-44A0-A3F2-06E0B86E2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773"/>
                <a:ext cx="93" cy="116"/>
              </a:xfrm>
              <a:custGeom>
                <a:avLst/>
                <a:gdLst>
                  <a:gd name="T0" fmla="*/ 0 w 84"/>
                  <a:gd name="T1" fmla="*/ 84 h 98"/>
                  <a:gd name="T2" fmla="*/ 114 w 84"/>
                  <a:gd name="T3" fmla="*/ 82 h 98"/>
                  <a:gd name="T4" fmla="*/ 0 w 84"/>
                  <a:gd name="T5" fmla="*/ 84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8">
                    <a:moveTo>
                      <a:pt x="0" y="51"/>
                    </a:moveTo>
                    <a:cubicBezTo>
                      <a:pt x="0" y="51"/>
                      <a:pt x="30" y="0"/>
                      <a:pt x="84" y="49"/>
                    </a:cubicBezTo>
                    <a:cubicBezTo>
                      <a:pt x="84" y="49"/>
                      <a:pt x="49" y="98"/>
                      <a:pt x="0" y="5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6" name="Freeform 3642">
                <a:extLst>
                  <a:ext uri="{FF2B5EF4-FFF2-40B4-BE49-F238E27FC236}">
                    <a16:creationId xmlns:a16="http://schemas.microsoft.com/office/drawing/2014/main" id="{B066F37A-7116-48A1-B3E7-7FA689E48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789"/>
                <a:ext cx="129" cy="99"/>
              </a:xfrm>
              <a:custGeom>
                <a:avLst/>
                <a:gdLst>
                  <a:gd name="T0" fmla="*/ 0 w 117"/>
                  <a:gd name="T1" fmla="*/ 61 h 84"/>
                  <a:gd name="T2" fmla="*/ 157 w 117"/>
                  <a:gd name="T3" fmla="*/ 62 h 84"/>
                  <a:gd name="T4" fmla="*/ 0 w 117"/>
                  <a:gd name="T5" fmla="*/ 61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84">
                    <a:moveTo>
                      <a:pt x="0" y="37"/>
                    </a:moveTo>
                    <a:cubicBezTo>
                      <a:pt x="0" y="37"/>
                      <a:pt x="62" y="0"/>
                      <a:pt x="117" y="38"/>
                    </a:cubicBezTo>
                    <a:cubicBezTo>
                      <a:pt x="117" y="38"/>
                      <a:pt x="60" y="84"/>
                      <a:pt x="0" y="3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7" name="Freeform 3643">
                <a:extLst>
                  <a:ext uri="{FF2B5EF4-FFF2-40B4-BE49-F238E27FC236}">
                    <a16:creationId xmlns:a16="http://schemas.microsoft.com/office/drawing/2014/main" id="{1F47B910-0DAF-402F-8E53-B63D23DB0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776"/>
                <a:ext cx="94" cy="113"/>
              </a:xfrm>
              <a:custGeom>
                <a:avLst/>
                <a:gdLst>
                  <a:gd name="T0" fmla="*/ 0 w 85"/>
                  <a:gd name="T1" fmla="*/ 80 h 96"/>
                  <a:gd name="T2" fmla="*/ 115 w 85"/>
                  <a:gd name="T3" fmla="*/ 79 h 96"/>
                  <a:gd name="T4" fmla="*/ 0 w 85"/>
                  <a:gd name="T5" fmla="*/ 8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96">
                    <a:moveTo>
                      <a:pt x="0" y="49"/>
                    </a:moveTo>
                    <a:cubicBezTo>
                      <a:pt x="0" y="49"/>
                      <a:pt x="31" y="0"/>
                      <a:pt x="85" y="48"/>
                    </a:cubicBezTo>
                    <a:cubicBezTo>
                      <a:pt x="85" y="48"/>
                      <a:pt x="48" y="96"/>
                      <a:pt x="0" y="4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8" name="Freeform 3644">
                <a:extLst>
                  <a:ext uri="{FF2B5EF4-FFF2-40B4-BE49-F238E27FC236}">
                    <a16:creationId xmlns:a16="http://schemas.microsoft.com/office/drawing/2014/main" id="{7BA855B4-F0AC-42AC-B2B8-985B0F481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776"/>
                <a:ext cx="119" cy="112"/>
              </a:xfrm>
              <a:custGeom>
                <a:avLst/>
                <a:gdLst>
                  <a:gd name="T0" fmla="*/ 0 w 107"/>
                  <a:gd name="T1" fmla="*/ 79 h 95"/>
                  <a:gd name="T2" fmla="*/ 147 w 107"/>
                  <a:gd name="T3" fmla="*/ 80 h 95"/>
                  <a:gd name="T4" fmla="*/ 0 w 107"/>
                  <a:gd name="T5" fmla="*/ 79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95">
                    <a:moveTo>
                      <a:pt x="0" y="48"/>
                    </a:moveTo>
                    <a:cubicBezTo>
                      <a:pt x="0" y="48"/>
                      <a:pt x="53" y="0"/>
                      <a:pt x="107" y="49"/>
                    </a:cubicBezTo>
                    <a:cubicBezTo>
                      <a:pt x="107" y="49"/>
                      <a:pt x="49" y="95"/>
                      <a:pt x="0" y="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9" name="Freeform 3645">
                <a:extLst>
                  <a:ext uri="{FF2B5EF4-FFF2-40B4-BE49-F238E27FC236}">
                    <a16:creationId xmlns:a16="http://schemas.microsoft.com/office/drawing/2014/main" id="{EEF2DFA1-D3F7-4179-8A41-F8CDDDE0B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776"/>
                <a:ext cx="120" cy="113"/>
              </a:xfrm>
              <a:custGeom>
                <a:avLst/>
                <a:gdLst>
                  <a:gd name="T0" fmla="*/ 0 w 109"/>
                  <a:gd name="T1" fmla="*/ 80 h 96"/>
                  <a:gd name="T2" fmla="*/ 145 w 109"/>
                  <a:gd name="T3" fmla="*/ 80 h 96"/>
                  <a:gd name="T4" fmla="*/ 0 w 109"/>
                  <a:gd name="T5" fmla="*/ 8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96">
                    <a:moveTo>
                      <a:pt x="0" y="49"/>
                    </a:moveTo>
                    <a:cubicBezTo>
                      <a:pt x="0" y="49"/>
                      <a:pt x="54" y="0"/>
                      <a:pt x="109" y="49"/>
                    </a:cubicBezTo>
                    <a:cubicBezTo>
                      <a:pt x="109" y="49"/>
                      <a:pt x="49" y="96"/>
                      <a:pt x="0" y="4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0" name="Freeform 3646">
                <a:extLst>
                  <a:ext uri="{FF2B5EF4-FFF2-40B4-BE49-F238E27FC236}">
                    <a16:creationId xmlns:a16="http://schemas.microsoft.com/office/drawing/2014/main" id="{C301BA53-27CD-46EF-AA7E-E66CFD145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782"/>
                <a:ext cx="129" cy="96"/>
              </a:xfrm>
              <a:custGeom>
                <a:avLst/>
                <a:gdLst>
                  <a:gd name="T0" fmla="*/ 0 w 117"/>
                  <a:gd name="T1" fmla="*/ 71 h 82"/>
                  <a:gd name="T2" fmla="*/ 157 w 117"/>
                  <a:gd name="T3" fmla="*/ 71 h 82"/>
                  <a:gd name="T4" fmla="*/ 0 w 117"/>
                  <a:gd name="T5" fmla="*/ 71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82">
                    <a:moveTo>
                      <a:pt x="0" y="44"/>
                    </a:moveTo>
                    <a:cubicBezTo>
                      <a:pt x="0" y="44"/>
                      <a:pt x="64" y="0"/>
                      <a:pt x="117" y="44"/>
                    </a:cubicBezTo>
                    <a:cubicBezTo>
                      <a:pt x="117" y="44"/>
                      <a:pt x="54" y="82"/>
                      <a:pt x="0" y="4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1" name="Freeform 3647">
                <a:extLst>
                  <a:ext uri="{FF2B5EF4-FFF2-40B4-BE49-F238E27FC236}">
                    <a16:creationId xmlns:a16="http://schemas.microsoft.com/office/drawing/2014/main" id="{F0109BE6-F9FD-4AC2-8BDD-291388666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2776"/>
                <a:ext cx="93" cy="125"/>
              </a:xfrm>
              <a:custGeom>
                <a:avLst/>
                <a:gdLst>
                  <a:gd name="T0" fmla="*/ 0 w 84"/>
                  <a:gd name="T1" fmla="*/ 80 h 106"/>
                  <a:gd name="T2" fmla="*/ 114 w 84"/>
                  <a:gd name="T3" fmla="*/ 80 h 106"/>
                  <a:gd name="T4" fmla="*/ 0 w 84"/>
                  <a:gd name="T5" fmla="*/ 8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06">
                    <a:moveTo>
                      <a:pt x="0" y="49"/>
                    </a:moveTo>
                    <a:cubicBezTo>
                      <a:pt x="0" y="49"/>
                      <a:pt x="30" y="0"/>
                      <a:pt x="84" y="49"/>
                    </a:cubicBezTo>
                    <a:cubicBezTo>
                      <a:pt x="84" y="49"/>
                      <a:pt x="31" y="106"/>
                      <a:pt x="0" y="4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2" name="Freeform 3648">
                <a:extLst>
                  <a:ext uri="{FF2B5EF4-FFF2-40B4-BE49-F238E27FC236}">
                    <a16:creationId xmlns:a16="http://schemas.microsoft.com/office/drawing/2014/main" id="{CDA51D10-46D7-42E4-AE84-196A6ADB4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3036"/>
                <a:ext cx="98" cy="117"/>
              </a:xfrm>
              <a:custGeom>
                <a:avLst/>
                <a:gdLst>
                  <a:gd name="T0" fmla="*/ 0 w 88"/>
                  <a:gd name="T1" fmla="*/ 91 h 99"/>
                  <a:gd name="T2" fmla="*/ 121 w 88"/>
                  <a:gd name="T3" fmla="*/ 82 h 99"/>
                  <a:gd name="T4" fmla="*/ 0 w 88"/>
                  <a:gd name="T5" fmla="*/ 91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99">
                    <a:moveTo>
                      <a:pt x="0" y="55"/>
                    </a:moveTo>
                    <a:cubicBezTo>
                      <a:pt x="0" y="55"/>
                      <a:pt x="39" y="0"/>
                      <a:pt x="88" y="49"/>
                    </a:cubicBezTo>
                    <a:cubicBezTo>
                      <a:pt x="88" y="49"/>
                      <a:pt x="52" y="99"/>
                      <a:pt x="0" y="55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3" name="Freeform 3649">
                <a:extLst>
                  <a:ext uri="{FF2B5EF4-FFF2-40B4-BE49-F238E27FC236}">
                    <a16:creationId xmlns:a16="http://schemas.microsoft.com/office/drawing/2014/main" id="{6A5C6E70-42B3-4D0E-A283-5F2D8CCED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3028"/>
                <a:ext cx="122" cy="111"/>
              </a:xfrm>
              <a:custGeom>
                <a:avLst/>
                <a:gdLst>
                  <a:gd name="T0" fmla="*/ 0 w 111"/>
                  <a:gd name="T1" fmla="*/ 92 h 94"/>
                  <a:gd name="T2" fmla="*/ 147 w 111"/>
                  <a:gd name="T3" fmla="*/ 61 h 94"/>
                  <a:gd name="T4" fmla="*/ 0 w 111"/>
                  <a:gd name="T5" fmla="*/ 92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94">
                    <a:moveTo>
                      <a:pt x="0" y="56"/>
                    </a:moveTo>
                    <a:cubicBezTo>
                      <a:pt x="0" y="56"/>
                      <a:pt x="48" y="0"/>
                      <a:pt x="111" y="37"/>
                    </a:cubicBezTo>
                    <a:cubicBezTo>
                      <a:pt x="111" y="37"/>
                      <a:pt x="56" y="94"/>
                      <a:pt x="0" y="5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4" name="Freeform 3650">
                <a:extLst>
                  <a:ext uri="{FF2B5EF4-FFF2-40B4-BE49-F238E27FC236}">
                    <a16:creationId xmlns:a16="http://schemas.microsoft.com/office/drawing/2014/main" id="{5C7C670A-AFF1-4A93-A309-0FC671AA1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994"/>
                <a:ext cx="85" cy="133"/>
              </a:xfrm>
              <a:custGeom>
                <a:avLst/>
                <a:gdLst>
                  <a:gd name="T0" fmla="*/ 0 w 77"/>
                  <a:gd name="T1" fmla="*/ 108 h 113"/>
                  <a:gd name="T2" fmla="*/ 104 w 77"/>
                  <a:gd name="T3" fmla="*/ 71 h 113"/>
                  <a:gd name="T4" fmla="*/ 0 w 77"/>
                  <a:gd name="T5" fmla="*/ 108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13">
                    <a:moveTo>
                      <a:pt x="0" y="66"/>
                    </a:moveTo>
                    <a:cubicBezTo>
                      <a:pt x="0" y="66"/>
                      <a:pt x="13" y="0"/>
                      <a:pt x="77" y="43"/>
                    </a:cubicBezTo>
                    <a:cubicBezTo>
                      <a:pt x="77" y="43"/>
                      <a:pt x="55" y="113"/>
                      <a:pt x="0" y="6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5" name="Freeform 3651">
                <a:extLst>
                  <a:ext uri="{FF2B5EF4-FFF2-40B4-BE49-F238E27FC236}">
                    <a16:creationId xmlns:a16="http://schemas.microsoft.com/office/drawing/2014/main" id="{EC1C6CD3-E5BD-43CF-B83C-742AB96C1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965"/>
                <a:ext cx="116" cy="104"/>
              </a:xfrm>
              <a:custGeom>
                <a:avLst/>
                <a:gdLst>
                  <a:gd name="T0" fmla="*/ 0 w 105"/>
                  <a:gd name="T1" fmla="*/ 110 h 88"/>
                  <a:gd name="T2" fmla="*/ 141 w 105"/>
                  <a:gd name="T3" fmla="*/ 31 h 88"/>
                  <a:gd name="T4" fmla="*/ 0 w 105"/>
                  <a:gd name="T5" fmla="*/ 11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88">
                    <a:moveTo>
                      <a:pt x="0" y="67"/>
                    </a:moveTo>
                    <a:cubicBezTo>
                      <a:pt x="0" y="67"/>
                      <a:pt x="36" y="0"/>
                      <a:pt x="105" y="19"/>
                    </a:cubicBezTo>
                    <a:cubicBezTo>
                      <a:pt x="105" y="19"/>
                      <a:pt x="63" y="88"/>
                      <a:pt x="0" y="6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6" name="Freeform 3652">
                <a:extLst>
                  <a:ext uri="{FF2B5EF4-FFF2-40B4-BE49-F238E27FC236}">
                    <a16:creationId xmlns:a16="http://schemas.microsoft.com/office/drawing/2014/main" id="{85EFB6E2-3222-4B24-AB3A-A60D00797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931"/>
                <a:ext cx="101" cy="118"/>
              </a:xfrm>
              <a:custGeom>
                <a:avLst/>
                <a:gdLst>
                  <a:gd name="T0" fmla="*/ 0 w 91"/>
                  <a:gd name="T1" fmla="*/ 72 h 100"/>
                  <a:gd name="T2" fmla="*/ 124 w 91"/>
                  <a:gd name="T3" fmla="*/ 94 h 100"/>
                  <a:gd name="T4" fmla="*/ 0 w 91"/>
                  <a:gd name="T5" fmla="*/ 72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100">
                    <a:moveTo>
                      <a:pt x="0" y="44"/>
                    </a:moveTo>
                    <a:cubicBezTo>
                      <a:pt x="0" y="44"/>
                      <a:pt x="43" y="0"/>
                      <a:pt x="91" y="58"/>
                    </a:cubicBezTo>
                    <a:cubicBezTo>
                      <a:pt x="91" y="58"/>
                      <a:pt x="42" y="100"/>
                      <a:pt x="0" y="4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7" name="Freeform 3653">
                <a:extLst>
                  <a:ext uri="{FF2B5EF4-FFF2-40B4-BE49-F238E27FC236}">
                    <a16:creationId xmlns:a16="http://schemas.microsoft.com/office/drawing/2014/main" id="{7B9399AF-72C3-4672-B6B1-079472C9F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2947"/>
                <a:ext cx="126" cy="110"/>
              </a:xfrm>
              <a:custGeom>
                <a:avLst/>
                <a:gdLst>
                  <a:gd name="T0" fmla="*/ 0 w 114"/>
                  <a:gd name="T1" fmla="*/ 73 h 94"/>
                  <a:gd name="T2" fmla="*/ 154 w 114"/>
                  <a:gd name="T3" fmla="*/ 82 h 94"/>
                  <a:gd name="T4" fmla="*/ 0 w 114"/>
                  <a:gd name="T5" fmla="*/ 73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94">
                    <a:moveTo>
                      <a:pt x="0" y="45"/>
                    </a:moveTo>
                    <a:cubicBezTo>
                      <a:pt x="0" y="45"/>
                      <a:pt x="62" y="0"/>
                      <a:pt x="114" y="51"/>
                    </a:cubicBezTo>
                    <a:cubicBezTo>
                      <a:pt x="114" y="51"/>
                      <a:pt x="47" y="94"/>
                      <a:pt x="0" y="45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8" name="Freeform 3654">
                <a:extLst>
                  <a:ext uri="{FF2B5EF4-FFF2-40B4-BE49-F238E27FC236}">
                    <a16:creationId xmlns:a16="http://schemas.microsoft.com/office/drawing/2014/main" id="{92546591-5473-4917-AC5A-7CC151A51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2940"/>
                <a:ext cx="102" cy="104"/>
              </a:xfrm>
              <a:custGeom>
                <a:avLst/>
                <a:gdLst>
                  <a:gd name="T0" fmla="*/ 0 w 92"/>
                  <a:gd name="T1" fmla="*/ 92 h 89"/>
                  <a:gd name="T2" fmla="*/ 125 w 92"/>
                  <a:gd name="T3" fmla="*/ 55 h 89"/>
                  <a:gd name="T4" fmla="*/ 0 w 92"/>
                  <a:gd name="T5" fmla="*/ 92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89">
                    <a:moveTo>
                      <a:pt x="0" y="58"/>
                    </a:moveTo>
                    <a:cubicBezTo>
                      <a:pt x="0" y="58"/>
                      <a:pt x="36" y="0"/>
                      <a:pt x="92" y="34"/>
                    </a:cubicBezTo>
                    <a:cubicBezTo>
                      <a:pt x="92" y="34"/>
                      <a:pt x="54" y="89"/>
                      <a:pt x="0" y="5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9" name="Freeform 3655">
                <a:extLst>
                  <a:ext uri="{FF2B5EF4-FFF2-40B4-BE49-F238E27FC236}">
                    <a16:creationId xmlns:a16="http://schemas.microsoft.com/office/drawing/2014/main" id="{0189FFB8-E5AF-4FD6-9AF4-7AD71607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2866"/>
                <a:ext cx="100" cy="114"/>
              </a:xfrm>
              <a:custGeom>
                <a:avLst/>
                <a:gdLst>
                  <a:gd name="T0" fmla="*/ 38 w 91"/>
                  <a:gd name="T1" fmla="*/ 160 h 96"/>
                  <a:gd name="T2" fmla="*/ 42 w 91"/>
                  <a:gd name="T3" fmla="*/ 0 h 96"/>
                  <a:gd name="T4" fmla="*/ 38 w 91"/>
                  <a:gd name="T5" fmla="*/ 16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96">
                    <a:moveTo>
                      <a:pt x="29" y="96"/>
                    </a:moveTo>
                    <a:cubicBezTo>
                      <a:pt x="29" y="96"/>
                      <a:pt x="0" y="59"/>
                      <a:pt x="32" y="0"/>
                    </a:cubicBezTo>
                    <a:cubicBezTo>
                      <a:pt x="32" y="0"/>
                      <a:pt x="91" y="51"/>
                      <a:pt x="29" y="9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0" name="Freeform 3656">
                <a:extLst>
                  <a:ext uri="{FF2B5EF4-FFF2-40B4-BE49-F238E27FC236}">
                    <a16:creationId xmlns:a16="http://schemas.microsoft.com/office/drawing/2014/main" id="{90709876-B806-438D-8CCE-455D56BC3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2810"/>
                <a:ext cx="102" cy="80"/>
              </a:xfrm>
              <a:custGeom>
                <a:avLst/>
                <a:gdLst>
                  <a:gd name="T0" fmla="*/ 125 w 92"/>
                  <a:gd name="T1" fmla="*/ 78 h 68"/>
                  <a:gd name="T2" fmla="*/ 0 w 92"/>
                  <a:gd name="T3" fmla="*/ 29 h 68"/>
                  <a:gd name="T4" fmla="*/ 125 w 92"/>
                  <a:gd name="T5" fmla="*/ 78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68">
                    <a:moveTo>
                      <a:pt x="92" y="48"/>
                    </a:moveTo>
                    <a:cubicBezTo>
                      <a:pt x="92" y="48"/>
                      <a:pt x="35" y="68"/>
                      <a:pt x="0" y="18"/>
                    </a:cubicBezTo>
                    <a:cubicBezTo>
                      <a:pt x="0" y="18"/>
                      <a:pt x="65" y="0"/>
                      <a:pt x="92" y="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1" name="Line 3657">
                <a:extLst>
                  <a:ext uri="{FF2B5EF4-FFF2-40B4-BE49-F238E27FC236}">
                    <a16:creationId xmlns:a16="http://schemas.microsoft.com/office/drawing/2014/main" id="{886CC5AE-08C9-4706-99AA-A083D281D5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73" y="3102"/>
                <a:ext cx="1" cy="327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2" name="Freeform 3658">
                <a:extLst>
                  <a:ext uri="{FF2B5EF4-FFF2-40B4-BE49-F238E27FC236}">
                    <a16:creationId xmlns:a16="http://schemas.microsoft.com/office/drawing/2014/main" id="{75D4FFF2-D275-4D83-878D-14081D89C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833"/>
                <a:ext cx="57" cy="30"/>
              </a:xfrm>
              <a:custGeom>
                <a:avLst/>
                <a:gdLst>
                  <a:gd name="T0" fmla="*/ 0 w 52"/>
                  <a:gd name="T1" fmla="*/ 0 h 25"/>
                  <a:gd name="T2" fmla="*/ 68 w 52"/>
                  <a:gd name="T3" fmla="*/ 20 h 25"/>
                  <a:gd name="T4" fmla="*/ 0 w 5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5">
                    <a:moveTo>
                      <a:pt x="0" y="0"/>
                    </a:moveTo>
                    <a:cubicBezTo>
                      <a:pt x="0" y="0"/>
                      <a:pt x="22" y="25"/>
                      <a:pt x="52" y="12"/>
                    </a:cubicBezTo>
                    <a:cubicBezTo>
                      <a:pt x="52" y="12"/>
                      <a:pt x="17" y="12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3" name="Freeform 3659">
                <a:extLst>
                  <a:ext uri="{FF2B5EF4-FFF2-40B4-BE49-F238E27FC236}">
                    <a16:creationId xmlns:a16="http://schemas.microsoft.com/office/drawing/2014/main" id="{455AB49C-B36B-428B-8697-E9D756077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833"/>
                <a:ext cx="68" cy="29"/>
              </a:xfrm>
              <a:custGeom>
                <a:avLst/>
                <a:gdLst>
                  <a:gd name="T0" fmla="*/ 0 w 62"/>
                  <a:gd name="T1" fmla="*/ 0 h 24"/>
                  <a:gd name="T2" fmla="*/ 82 w 62"/>
                  <a:gd name="T3" fmla="*/ 25 h 24"/>
                  <a:gd name="T4" fmla="*/ 0 w 6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4">
                    <a:moveTo>
                      <a:pt x="0" y="0"/>
                    </a:moveTo>
                    <a:cubicBezTo>
                      <a:pt x="0" y="0"/>
                      <a:pt x="31" y="24"/>
                      <a:pt x="62" y="14"/>
                    </a:cubicBezTo>
                    <a:cubicBezTo>
                      <a:pt x="62" y="14"/>
                      <a:pt x="15" y="12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4" name="Freeform 3660">
                <a:extLst>
                  <a:ext uri="{FF2B5EF4-FFF2-40B4-BE49-F238E27FC236}">
                    <a16:creationId xmlns:a16="http://schemas.microsoft.com/office/drawing/2014/main" id="{02B7E13D-82D1-4A83-B65A-2E486B396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831"/>
                <a:ext cx="53" cy="25"/>
              </a:xfrm>
              <a:custGeom>
                <a:avLst/>
                <a:gdLst>
                  <a:gd name="T0" fmla="*/ 0 w 48"/>
                  <a:gd name="T1" fmla="*/ 0 h 21"/>
                  <a:gd name="T2" fmla="*/ 65 w 48"/>
                  <a:gd name="T3" fmla="*/ 25 h 21"/>
                  <a:gd name="T4" fmla="*/ 0 w 4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1">
                    <a:moveTo>
                      <a:pt x="0" y="0"/>
                    </a:moveTo>
                    <a:cubicBezTo>
                      <a:pt x="0" y="0"/>
                      <a:pt x="13" y="21"/>
                      <a:pt x="48" y="15"/>
                    </a:cubicBezTo>
                    <a:cubicBezTo>
                      <a:pt x="48" y="15"/>
                      <a:pt x="9" y="14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5" name="Freeform 3661">
                <a:extLst>
                  <a:ext uri="{FF2B5EF4-FFF2-40B4-BE49-F238E27FC236}">
                    <a16:creationId xmlns:a16="http://schemas.microsoft.com/office/drawing/2014/main" id="{BAC02479-2709-46DE-99CE-2C49DBC16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905"/>
                <a:ext cx="98" cy="92"/>
              </a:xfrm>
              <a:custGeom>
                <a:avLst/>
                <a:gdLst>
                  <a:gd name="T0" fmla="*/ 22 w 88"/>
                  <a:gd name="T1" fmla="*/ 71 h 78"/>
                  <a:gd name="T2" fmla="*/ 70 w 88"/>
                  <a:gd name="T3" fmla="*/ 107 h 78"/>
                  <a:gd name="T4" fmla="*/ 95 w 88"/>
                  <a:gd name="T5" fmla="*/ 65 h 78"/>
                  <a:gd name="T6" fmla="*/ 78 w 88"/>
                  <a:gd name="T7" fmla="*/ 31 h 78"/>
                  <a:gd name="T8" fmla="*/ 53 w 88"/>
                  <a:gd name="T9" fmla="*/ 17 h 78"/>
                  <a:gd name="T10" fmla="*/ 37 w 88"/>
                  <a:gd name="T11" fmla="*/ 38 h 78"/>
                  <a:gd name="T12" fmla="*/ 22 w 88"/>
                  <a:gd name="T13" fmla="*/ 71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78">
                    <a:moveTo>
                      <a:pt x="16" y="43"/>
                    </a:moveTo>
                    <a:cubicBezTo>
                      <a:pt x="0" y="46"/>
                      <a:pt x="29" y="78"/>
                      <a:pt x="51" y="65"/>
                    </a:cubicBezTo>
                    <a:cubicBezTo>
                      <a:pt x="73" y="53"/>
                      <a:pt x="48" y="43"/>
                      <a:pt x="68" y="40"/>
                    </a:cubicBezTo>
                    <a:cubicBezTo>
                      <a:pt x="88" y="36"/>
                      <a:pt x="69" y="15"/>
                      <a:pt x="57" y="19"/>
                    </a:cubicBezTo>
                    <a:cubicBezTo>
                      <a:pt x="46" y="24"/>
                      <a:pt x="36" y="20"/>
                      <a:pt x="39" y="10"/>
                    </a:cubicBezTo>
                    <a:cubicBezTo>
                      <a:pt x="41" y="0"/>
                      <a:pt x="20" y="13"/>
                      <a:pt x="27" y="23"/>
                    </a:cubicBezTo>
                    <a:cubicBezTo>
                      <a:pt x="35" y="33"/>
                      <a:pt x="27" y="42"/>
                      <a:pt x="16" y="43"/>
                    </a:cubicBezTo>
                    <a:close/>
                  </a:path>
                </a:pathLst>
              </a:custGeom>
              <a:solidFill>
                <a:srgbClr val="D1EEF5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6" name="Freeform 3662">
                <a:extLst>
                  <a:ext uri="{FF2B5EF4-FFF2-40B4-BE49-F238E27FC236}">
                    <a16:creationId xmlns:a16="http://schemas.microsoft.com/office/drawing/2014/main" id="{94E4E9A5-A92B-43CF-A908-D3FB121A2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942"/>
                <a:ext cx="12" cy="22"/>
              </a:xfrm>
              <a:custGeom>
                <a:avLst/>
                <a:gdLst>
                  <a:gd name="T0" fmla="*/ 10 w 11"/>
                  <a:gd name="T1" fmla="*/ 29 h 19"/>
                  <a:gd name="T2" fmla="*/ 2 w 11"/>
                  <a:gd name="T3" fmla="*/ 10 h 19"/>
                  <a:gd name="T4" fmla="*/ 14 w 11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7" y="19"/>
                    </a:moveTo>
                    <a:cubicBezTo>
                      <a:pt x="4" y="16"/>
                      <a:pt x="0" y="12"/>
                      <a:pt x="2" y="7"/>
                    </a:cubicBezTo>
                    <a:cubicBezTo>
                      <a:pt x="3" y="3"/>
                      <a:pt x="7" y="0"/>
                      <a:pt x="11" y="1"/>
                    </a:cubicBezTo>
                  </a:path>
                </a:pathLst>
              </a:custGeom>
              <a:solidFill>
                <a:srgbClr val="D1EEF5"/>
              </a:solidFill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7" name="Freeform 3663">
                <a:extLst>
                  <a:ext uri="{FF2B5EF4-FFF2-40B4-BE49-F238E27FC236}">
                    <a16:creationId xmlns:a16="http://schemas.microsoft.com/office/drawing/2014/main" id="{FB09914C-11D4-4D09-9B6B-91583D16A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942"/>
                <a:ext cx="12" cy="22"/>
              </a:xfrm>
              <a:custGeom>
                <a:avLst/>
                <a:gdLst>
                  <a:gd name="T0" fmla="*/ 10 w 11"/>
                  <a:gd name="T1" fmla="*/ 29 h 19"/>
                  <a:gd name="T2" fmla="*/ 2 w 11"/>
                  <a:gd name="T3" fmla="*/ 10 h 19"/>
                  <a:gd name="T4" fmla="*/ 14 w 11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7" y="19"/>
                    </a:moveTo>
                    <a:cubicBezTo>
                      <a:pt x="4" y="16"/>
                      <a:pt x="0" y="12"/>
                      <a:pt x="2" y="7"/>
                    </a:cubicBezTo>
                    <a:cubicBezTo>
                      <a:pt x="3" y="3"/>
                      <a:pt x="7" y="0"/>
                      <a:pt x="11" y="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8" name="Freeform 3664">
                <a:extLst>
                  <a:ext uri="{FF2B5EF4-FFF2-40B4-BE49-F238E27FC236}">
                    <a16:creationId xmlns:a16="http://schemas.microsoft.com/office/drawing/2014/main" id="{37837055-724F-421C-B843-A6CB938F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955"/>
                <a:ext cx="19" cy="7"/>
              </a:xfrm>
              <a:custGeom>
                <a:avLst/>
                <a:gdLst>
                  <a:gd name="T0" fmla="*/ 23 w 17"/>
                  <a:gd name="T1" fmla="*/ 9 h 6"/>
                  <a:gd name="T2" fmla="*/ 0 w 17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17" y="6"/>
                    </a:moveTo>
                    <a:cubicBezTo>
                      <a:pt x="15" y="1"/>
                      <a:pt x="0" y="0"/>
                      <a:pt x="0" y="6"/>
                    </a:cubicBezTo>
                  </a:path>
                </a:pathLst>
              </a:custGeom>
              <a:solidFill>
                <a:srgbClr val="D1EEF5"/>
              </a:solidFill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9" name="Freeform 3665">
                <a:extLst>
                  <a:ext uri="{FF2B5EF4-FFF2-40B4-BE49-F238E27FC236}">
                    <a16:creationId xmlns:a16="http://schemas.microsoft.com/office/drawing/2014/main" id="{427394A8-5DA1-497A-A54E-2840B2F6C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955"/>
                <a:ext cx="19" cy="7"/>
              </a:xfrm>
              <a:custGeom>
                <a:avLst/>
                <a:gdLst>
                  <a:gd name="T0" fmla="*/ 23 w 17"/>
                  <a:gd name="T1" fmla="*/ 9 h 6"/>
                  <a:gd name="T2" fmla="*/ 0 w 17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17" y="6"/>
                    </a:moveTo>
                    <a:cubicBezTo>
                      <a:pt x="15" y="1"/>
                      <a:pt x="0" y="0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0" name="Freeform 3666">
                <a:extLst>
                  <a:ext uri="{FF2B5EF4-FFF2-40B4-BE49-F238E27FC236}">
                    <a16:creationId xmlns:a16="http://schemas.microsoft.com/office/drawing/2014/main" id="{DB5744CC-1D4E-4C4F-8827-CA35B1C12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956"/>
                <a:ext cx="44" cy="27"/>
              </a:xfrm>
              <a:custGeom>
                <a:avLst/>
                <a:gdLst>
                  <a:gd name="T0" fmla="*/ 2 w 40"/>
                  <a:gd name="T1" fmla="*/ 9 h 23"/>
                  <a:gd name="T2" fmla="*/ 14 w 40"/>
                  <a:gd name="T3" fmla="*/ 26 h 23"/>
                  <a:gd name="T4" fmla="*/ 29 w 40"/>
                  <a:gd name="T5" fmla="*/ 32 h 23"/>
                  <a:gd name="T6" fmla="*/ 53 w 40"/>
                  <a:gd name="T7" fmla="*/ 26 h 23"/>
                  <a:gd name="T8" fmla="*/ 35 w 40"/>
                  <a:gd name="T9" fmla="*/ 19 h 23"/>
                  <a:gd name="T10" fmla="*/ 19 w 40"/>
                  <a:gd name="T11" fmla="*/ 11 h 23"/>
                  <a:gd name="T12" fmla="*/ 2 w 40"/>
                  <a:gd name="T13" fmla="*/ 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3">
                    <a:moveTo>
                      <a:pt x="2" y="6"/>
                    </a:moveTo>
                    <a:cubicBezTo>
                      <a:pt x="2" y="9"/>
                      <a:pt x="8" y="14"/>
                      <a:pt x="11" y="16"/>
                    </a:cubicBezTo>
                    <a:cubicBezTo>
                      <a:pt x="14" y="19"/>
                      <a:pt x="18" y="19"/>
                      <a:pt x="22" y="20"/>
                    </a:cubicBezTo>
                    <a:cubicBezTo>
                      <a:pt x="26" y="20"/>
                      <a:pt x="40" y="23"/>
                      <a:pt x="40" y="16"/>
                    </a:cubicBezTo>
                    <a:cubicBezTo>
                      <a:pt x="40" y="11"/>
                      <a:pt x="29" y="13"/>
                      <a:pt x="26" y="12"/>
                    </a:cubicBezTo>
                    <a:cubicBezTo>
                      <a:pt x="21" y="12"/>
                      <a:pt x="18" y="10"/>
                      <a:pt x="14" y="7"/>
                    </a:cubicBezTo>
                    <a:cubicBezTo>
                      <a:pt x="12" y="6"/>
                      <a:pt x="0" y="0"/>
                      <a:pt x="2" y="6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1" name="Freeform 3667">
                <a:extLst>
                  <a:ext uri="{FF2B5EF4-FFF2-40B4-BE49-F238E27FC236}">
                    <a16:creationId xmlns:a16="http://schemas.microsoft.com/office/drawing/2014/main" id="{DFF05697-BE0D-4479-8AC1-8F7BA827D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2935"/>
                <a:ext cx="23" cy="21"/>
              </a:xfrm>
              <a:custGeom>
                <a:avLst/>
                <a:gdLst>
                  <a:gd name="T0" fmla="*/ 2 w 20"/>
                  <a:gd name="T1" fmla="*/ 27 h 18"/>
                  <a:gd name="T2" fmla="*/ 16 w 20"/>
                  <a:gd name="T3" fmla="*/ 29 h 18"/>
                  <a:gd name="T4" fmla="*/ 21 w 20"/>
                  <a:gd name="T5" fmla="*/ 13 h 18"/>
                  <a:gd name="T6" fmla="*/ 30 w 20"/>
                  <a:gd name="T7" fmla="*/ 0 h 18"/>
                  <a:gd name="T8" fmla="*/ 17 w 20"/>
                  <a:gd name="T9" fmla="*/ 15 h 18"/>
                  <a:gd name="T10" fmla="*/ 0 w 20"/>
                  <a:gd name="T11" fmla="*/ 27 h 18"/>
                  <a:gd name="T12" fmla="*/ 7 w 20"/>
                  <a:gd name="T13" fmla="*/ 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2" y="17"/>
                    </a:moveTo>
                    <a:cubicBezTo>
                      <a:pt x="5" y="18"/>
                      <a:pt x="7" y="17"/>
                      <a:pt x="10" y="18"/>
                    </a:cubicBezTo>
                    <a:cubicBezTo>
                      <a:pt x="12" y="17"/>
                      <a:pt x="13" y="10"/>
                      <a:pt x="14" y="8"/>
                    </a:cubicBezTo>
                    <a:cubicBezTo>
                      <a:pt x="15" y="5"/>
                      <a:pt x="16" y="0"/>
                      <a:pt x="20" y="0"/>
                    </a:cubicBezTo>
                    <a:cubicBezTo>
                      <a:pt x="14" y="1"/>
                      <a:pt x="13" y="4"/>
                      <a:pt x="11" y="9"/>
                    </a:cubicBezTo>
                    <a:cubicBezTo>
                      <a:pt x="8" y="14"/>
                      <a:pt x="4" y="14"/>
                      <a:pt x="0" y="17"/>
                    </a:cubicBezTo>
                    <a:cubicBezTo>
                      <a:pt x="2" y="18"/>
                      <a:pt x="3" y="17"/>
                      <a:pt x="4" y="17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2" name="Freeform 3668">
                <a:extLst>
                  <a:ext uri="{FF2B5EF4-FFF2-40B4-BE49-F238E27FC236}">
                    <a16:creationId xmlns:a16="http://schemas.microsoft.com/office/drawing/2014/main" id="{8BC351E1-446D-4F60-976C-1D69089C2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932"/>
                <a:ext cx="17" cy="21"/>
              </a:xfrm>
              <a:custGeom>
                <a:avLst/>
                <a:gdLst>
                  <a:gd name="T0" fmla="*/ 0 w 15"/>
                  <a:gd name="T1" fmla="*/ 32 h 17"/>
                  <a:gd name="T2" fmla="*/ 22 w 15"/>
                  <a:gd name="T3" fmla="*/ 21 h 17"/>
                  <a:gd name="T4" fmla="*/ 12 w 15"/>
                  <a:gd name="T5" fmla="*/ 6 h 17"/>
                  <a:gd name="T6" fmla="*/ 1 w 15"/>
                  <a:gd name="T7" fmla="*/ 0 h 17"/>
                  <a:gd name="T8" fmla="*/ 14 w 15"/>
                  <a:gd name="T9" fmla="*/ 19 h 17"/>
                  <a:gd name="T10" fmla="*/ 2 w 15"/>
                  <a:gd name="T11" fmla="*/ 3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7">
                    <a:moveTo>
                      <a:pt x="0" y="17"/>
                    </a:moveTo>
                    <a:cubicBezTo>
                      <a:pt x="2" y="17"/>
                      <a:pt x="14" y="13"/>
                      <a:pt x="15" y="11"/>
                    </a:cubicBezTo>
                    <a:cubicBezTo>
                      <a:pt x="15" y="9"/>
                      <a:pt x="10" y="4"/>
                      <a:pt x="9" y="3"/>
                    </a:cubicBezTo>
                    <a:cubicBezTo>
                      <a:pt x="7" y="1"/>
                      <a:pt x="4" y="0"/>
                      <a:pt x="1" y="0"/>
                    </a:cubicBezTo>
                    <a:cubicBezTo>
                      <a:pt x="0" y="4"/>
                      <a:pt x="11" y="6"/>
                      <a:pt x="10" y="10"/>
                    </a:cubicBezTo>
                    <a:cubicBezTo>
                      <a:pt x="9" y="12"/>
                      <a:pt x="3" y="15"/>
                      <a:pt x="2" y="17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3" name="Freeform 3669">
                <a:extLst>
                  <a:ext uri="{FF2B5EF4-FFF2-40B4-BE49-F238E27FC236}">
                    <a16:creationId xmlns:a16="http://schemas.microsoft.com/office/drawing/2014/main" id="{29BD3F60-E9AE-4014-8D5D-559E6A889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916"/>
                <a:ext cx="21" cy="21"/>
              </a:xfrm>
              <a:custGeom>
                <a:avLst/>
                <a:gdLst>
                  <a:gd name="T0" fmla="*/ 15 w 19"/>
                  <a:gd name="T1" fmla="*/ 2 h 18"/>
                  <a:gd name="T2" fmla="*/ 11 w 19"/>
                  <a:gd name="T3" fmla="*/ 22 h 18"/>
                  <a:gd name="T4" fmla="*/ 15 w 19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12" y="2"/>
                    </a:moveTo>
                    <a:cubicBezTo>
                      <a:pt x="9" y="5"/>
                      <a:pt x="19" y="18"/>
                      <a:pt x="8" y="14"/>
                    </a:cubicBezTo>
                    <a:cubicBezTo>
                      <a:pt x="0" y="12"/>
                      <a:pt x="9" y="0"/>
                      <a:pt x="12" y="1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4" name="Freeform 3670">
                <a:extLst>
                  <a:ext uri="{FF2B5EF4-FFF2-40B4-BE49-F238E27FC236}">
                    <a16:creationId xmlns:a16="http://schemas.microsoft.com/office/drawing/2014/main" id="{9EB3B108-CFBB-4830-8B5A-0A8EB7C74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965"/>
                <a:ext cx="35" cy="17"/>
              </a:xfrm>
              <a:custGeom>
                <a:avLst/>
                <a:gdLst>
                  <a:gd name="T0" fmla="*/ 40 w 32"/>
                  <a:gd name="T1" fmla="*/ 19 h 14"/>
                  <a:gd name="T2" fmla="*/ 22 w 32"/>
                  <a:gd name="T3" fmla="*/ 22 h 14"/>
                  <a:gd name="T4" fmla="*/ 0 w 32"/>
                  <a:gd name="T5" fmla="*/ 0 h 14"/>
                  <a:gd name="T6" fmla="*/ 12 w 32"/>
                  <a:gd name="T7" fmla="*/ 11 h 14"/>
                  <a:gd name="T8" fmla="*/ 27 w 32"/>
                  <a:gd name="T9" fmla="*/ 18 h 14"/>
                  <a:gd name="T10" fmla="*/ 42 w 32"/>
                  <a:gd name="T11" fmla="*/ 2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4">
                    <a:moveTo>
                      <a:pt x="31" y="11"/>
                    </a:moveTo>
                    <a:cubicBezTo>
                      <a:pt x="27" y="14"/>
                      <a:pt x="20" y="13"/>
                      <a:pt x="16" y="12"/>
                    </a:cubicBezTo>
                    <a:cubicBezTo>
                      <a:pt x="9" y="10"/>
                      <a:pt x="3" y="7"/>
                      <a:pt x="0" y="0"/>
                    </a:cubicBezTo>
                    <a:cubicBezTo>
                      <a:pt x="3" y="1"/>
                      <a:pt x="6" y="4"/>
                      <a:pt x="9" y="6"/>
                    </a:cubicBezTo>
                    <a:cubicBezTo>
                      <a:pt x="13" y="7"/>
                      <a:pt x="17" y="9"/>
                      <a:pt x="21" y="10"/>
                    </a:cubicBezTo>
                    <a:cubicBezTo>
                      <a:pt x="24" y="10"/>
                      <a:pt x="30" y="10"/>
                      <a:pt x="32" y="12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5" name="Freeform 3671">
                <a:extLst>
                  <a:ext uri="{FF2B5EF4-FFF2-40B4-BE49-F238E27FC236}">
                    <a16:creationId xmlns:a16="http://schemas.microsoft.com/office/drawing/2014/main" id="{78EE6FAC-BFC6-49E5-894E-819F22514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947"/>
                <a:ext cx="7" cy="8"/>
              </a:xfrm>
              <a:custGeom>
                <a:avLst/>
                <a:gdLst>
                  <a:gd name="T0" fmla="*/ 0 w 6"/>
                  <a:gd name="T1" fmla="*/ 10 h 7"/>
                  <a:gd name="T2" fmla="*/ 8 w 6"/>
                  <a:gd name="T3" fmla="*/ 8 h 7"/>
                  <a:gd name="T4" fmla="*/ 9 w 6"/>
                  <a:gd name="T5" fmla="*/ 0 h 7"/>
                  <a:gd name="T6" fmla="*/ 1 w 6"/>
                  <a:gd name="T7" fmla="*/ 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6"/>
                      <a:pt x="4" y="7"/>
                      <a:pt x="5" y="5"/>
                    </a:cubicBezTo>
                    <a:cubicBezTo>
                      <a:pt x="5" y="4"/>
                      <a:pt x="6" y="1"/>
                      <a:pt x="6" y="0"/>
                    </a:cubicBezTo>
                    <a:cubicBezTo>
                      <a:pt x="4" y="2"/>
                      <a:pt x="2" y="4"/>
                      <a:pt x="1" y="6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6" name="Freeform 3672">
                <a:extLst>
                  <a:ext uri="{FF2B5EF4-FFF2-40B4-BE49-F238E27FC236}">
                    <a16:creationId xmlns:a16="http://schemas.microsoft.com/office/drawing/2014/main" id="{12A7B598-BF91-46AF-A5C7-91DD0BB72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2918"/>
                <a:ext cx="6" cy="12"/>
              </a:xfrm>
              <a:custGeom>
                <a:avLst/>
                <a:gdLst>
                  <a:gd name="T0" fmla="*/ 2 w 6"/>
                  <a:gd name="T1" fmla="*/ 0 h 10"/>
                  <a:gd name="T2" fmla="*/ 4 w 6"/>
                  <a:gd name="T3" fmla="*/ 17 h 10"/>
                  <a:gd name="T4" fmla="*/ 2 w 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2" y="0"/>
                    </a:moveTo>
                    <a:cubicBezTo>
                      <a:pt x="3" y="3"/>
                      <a:pt x="6" y="7"/>
                      <a:pt x="4" y="10"/>
                    </a:cubicBezTo>
                    <a:cubicBezTo>
                      <a:pt x="0" y="10"/>
                      <a:pt x="1" y="3"/>
                      <a:pt x="2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7" name="Freeform 3673">
                <a:extLst>
                  <a:ext uri="{FF2B5EF4-FFF2-40B4-BE49-F238E27FC236}">
                    <a16:creationId xmlns:a16="http://schemas.microsoft.com/office/drawing/2014/main" id="{0976AC74-68CA-4611-A6FC-9D0D02FAD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945"/>
                <a:ext cx="8" cy="18"/>
              </a:xfrm>
              <a:custGeom>
                <a:avLst/>
                <a:gdLst>
                  <a:gd name="T0" fmla="*/ 8 w 7"/>
                  <a:gd name="T1" fmla="*/ 1 h 15"/>
                  <a:gd name="T2" fmla="*/ 10 w 7"/>
                  <a:gd name="T3" fmla="*/ 26 h 15"/>
                  <a:gd name="T4" fmla="*/ 9 w 7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5" y="1"/>
                    </a:moveTo>
                    <a:cubicBezTo>
                      <a:pt x="0" y="6"/>
                      <a:pt x="2" y="10"/>
                      <a:pt x="7" y="15"/>
                    </a:cubicBezTo>
                    <a:cubicBezTo>
                      <a:pt x="5" y="12"/>
                      <a:pt x="3" y="4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8" name="Freeform 3674">
                <a:extLst>
                  <a:ext uri="{FF2B5EF4-FFF2-40B4-BE49-F238E27FC236}">
                    <a16:creationId xmlns:a16="http://schemas.microsoft.com/office/drawing/2014/main" id="{38A870BB-2DF3-4E5A-B60B-B85BCEA1F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2960"/>
                <a:ext cx="9" cy="4"/>
              </a:xfrm>
              <a:custGeom>
                <a:avLst/>
                <a:gdLst>
                  <a:gd name="T0" fmla="*/ 0 w 9"/>
                  <a:gd name="T1" fmla="*/ 2 h 4"/>
                  <a:gd name="T2" fmla="*/ 9 w 9"/>
                  <a:gd name="T3" fmla="*/ 4 h 4"/>
                  <a:gd name="T4" fmla="*/ 0 w 9"/>
                  <a:gd name="T5" fmla="*/ 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2"/>
                    </a:moveTo>
                    <a:cubicBezTo>
                      <a:pt x="3" y="0"/>
                      <a:pt x="8" y="1"/>
                      <a:pt x="9" y="4"/>
                    </a:cubicBezTo>
                    <a:cubicBezTo>
                      <a:pt x="7" y="3"/>
                      <a:pt x="2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9" name="Freeform 3675">
                <a:extLst>
                  <a:ext uri="{FF2B5EF4-FFF2-40B4-BE49-F238E27FC236}">
                    <a16:creationId xmlns:a16="http://schemas.microsoft.com/office/drawing/2014/main" id="{1ACBBD9A-1BB7-4019-A7DF-AA7A98FA8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956"/>
                <a:ext cx="5" cy="6"/>
              </a:xfrm>
              <a:custGeom>
                <a:avLst/>
                <a:gdLst>
                  <a:gd name="T0" fmla="*/ 4 w 5"/>
                  <a:gd name="T1" fmla="*/ 8 h 5"/>
                  <a:gd name="T2" fmla="*/ 0 w 5"/>
                  <a:gd name="T3" fmla="*/ 1 h 5"/>
                  <a:gd name="T4" fmla="*/ 5 w 5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4"/>
                      <a:pt x="1" y="2"/>
                      <a:pt x="0" y="1"/>
                    </a:cubicBezTo>
                    <a:cubicBezTo>
                      <a:pt x="1" y="0"/>
                      <a:pt x="3" y="2"/>
                      <a:pt x="5" y="2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0" name="Freeform 3676">
                <a:extLst>
                  <a:ext uri="{FF2B5EF4-FFF2-40B4-BE49-F238E27FC236}">
                    <a16:creationId xmlns:a16="http://schemas.microsoft.com/office/drawing/2014/main" id="{31397625-6190-406C-A63B-5ACEF6FFF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937"/>
                <a:ext cx="4" cy="10"/>
              </a:xfrm>
              <a:custGeom>
                <a:avLst/>
                <a:gdLst>
                  <a:gd name="T0" fmla="*/ 0 w 3"/>
                  <a:gd name="T1" fmla="*/ 8 h 8"/>
                  <a:gd name="T2" fmla="*/ 5 w 3"/>
                  <a:gd name="T3" fmla="*/ 16 h 8"/>
                  <a:gd name="T4" fmla="*/ 7 w 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4"/>
                    </a:moveTo>
                    <a:cubicBezTo>
                      <a:pt x="0" y="4"/>
                      <a:pt x="1" y="8"/>
                      <a:pt x="2" y="8"/>
                    </a:cubicBezTo>
                    <a:cubicBezTo>
                      <a:pt x="3" y="7"/>
                      <a:pt x="2" y="2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1" name="Freeform 3677">
                <a:extLst>
                  <a:ext uri="{FF2B5EF4-FFF2-40B4-BE49-F238E27FC236}">
                    <a16:creationId xmlns:a16="http://schemas.microsoft.com/office/drawing/2014/main" id="{DDDA4FE2-AE6C-43D0-886B-F3BA01F3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962"/>
                <a:ext cx="5" cy="3"/>
              </a:xfrm>
              <a:custGeom>
                <a:avLst/>
                <a:gdLst>
                  <a:gd name="T0" fmla="*/ 0 w 4"/>
                  <a:gd name="T1" fmla="*/ 3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2" name="Freeform 3678">
                <a:extLst>
                  <a:ext uri="{FF2B5EF4-FFF2-40B4-BE49-F238E27FC236}">
                    <a16:creationId xmlns:a16="http://schemas.microsoft.com/office/drawing/2014/main" id="{ED576FCB-500B-4AA5-875F-520FB5396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2835"/>
                <a:ext cx="66" cy="29"/>
              </a:xfrm>
              <a:custGeom>
                <a:avLst/>
                <a:gdLst>
                  <a:gd name="T0" fmla="*/ 0 w 60"/>
                  <a:gd name="T1" fmla="*/ 0 h 25"/>
                  <a:gd name="T2" fmla="*/ 80 w 60"/>
                  <a:gd name="T3" fmla="*/ 19 h 25"/>
                  <a:gd name="T4" fmla="*/ 0 w 6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5">
                    <a:moveTo>
                      <a:pt x="0" y="0"/>
                    </a:moveTo>
                    <a:cubicBezTo>
                      <a:pt x="0" y="0"/>
                      <a:pt x="20" y="25"/>
                      <a:pt x="60" y="12"/>
                    </a:cubicBezTo>
                    <a:cubicBezTo>
                      <a:pt x="60" y="12"/>
                      <a:pt x="15" y="18"/>
                      <a:pt x="0" y="0"/>
                    </a:cubicBezTo>
                    <a:close/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3" name="Freeform 3679">
                <a:extLst>
                  <a:ext uri="{FF2B5EF4-FFF2-40B4-BE49-F238E27FC236}">
                    <a16:creationId xmlns:a16="http://schemas.microsoft.com/office/drawing/2014/main" id="{13152B41-2FD0-4132-9CBF-B480A33CB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830"/>
                <a:ext cx="63" cy="23"/>
              </a:xfrm>
              <a:custGeom>
                <a:avLst/>
                <a:gdLst>
                  <a:gd name="T0" fmla="*/ 1 w 57"/>
                  <a:gd name="T1" fmla="*/ 3 h 20"/>
                  <a:gd name="T2" fmla="*/ 77 w 57"/>
                  <a:gd name="T3" fmla="*/ 24 h 20"/>
                  <a:gd name="T4" fmla="*/ 0 w 5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20">
                    <a:moveTo>
                      <a:pt x="1" y="3"/>
                    </a:moveTo>
                    <a:cubicBezTo>
                      <a:pt x="1" y="3"/>
                      <a:pt x="22" y="20"/>
                      <a:pt x="57" y="16"/>
                    </a:cubicBezTo>
                    <a:cubicBezTo>
                      <a:pt x="57" y="16"/>
                      <a:pt x="7" y="11"/>
                      <a:pt x="0" y="0"/>
                    </a:cubicBezTo>
                  </a:path>
                </a:pathLst>
              </a:custGeom>
              <a:solidFill>
                <a:srgbClr val="D38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4" name="Freeform 3680">
                <a:extLst>
                  <a:ext uri="{FF2B5EF4-FFF2-40B4-BE49-F238E27FC236}">
                    <a16:creationId xmlns:a16="http://schemas.microsoft.com/office/drawing/2014/main" id="{EF16C4AB-98F1-447A-9672-3BD92D894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916"/>
                <a:ext cx="99" cy="90"/>
              </a:xfrm>
              <a:custGeom>
                <a:avLst/>
                <a:gdLst>
                  <a:gd name="T0" fmla="*/ 23 w 89"/>
                  <a:gd name="T1" fmla="*/ 75 h 76"/>
                  <a:gd name="T2" fmla="*/ 61 w 89"/>
                  <a:gd name="T3" fmla="*/ 107 h 76"/>
                  <a:gd name="T4" fmla="*/ 106 w 89"/>
                  <a:gd name="T5" fmla="*/ 36 h 76"/>
                  <a:gd name="T6" fmla="*/ 77 w 89"/>
                  <a:gd name="T7" fmla="*/ 24 h 76"/>
                  <a:gd name="T8" fmla="*/ 51 w 89"/>
                  <a:gd name="T9" fmla="*/ 9 h 76"/>
                  <a:gd name="T10" fmla="*/ 30 w 89"/>
                  <a:gd name="T11" fmla="*/ 44 h 76"/>
                  <a:gd name="T12" fmla="*/ 23 w 89"/>
                  <a:gd name="T13" fmla="*/ 7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76">
                    <a:moveTo>
                      <a:pt x="17" y="45"/>
                    </a:moveTo>
                    <a:cubicBezTo>
                      <a:pt x="4" y="42"/>
                      <a:pt x="0" y="76"/>
                      <a:pt x="44" y="64"/>
                    </a:cubicBezTo>
                    <a:cubicBezTo>
                      <a:pt x="87" y="51"/>
                      <a:pt x="89" y="36"/>
                      <a:pt x="76" y="21"/>
                    </a:cubicBezTo>
                    <a:cubicBezTo>
                      <a:pt x="64" y="5"/>
                      <a:pt x="64" y="5"/>
                      <a:pt x="56" y="14"/>
                    </a:cubicBezTo>
                    <a:cubicBezTo>
                      <a:pt x="48" y="24"/>
                      <a:pt x="52" y="0"/>
                      <a:pt x="37" y="6"/>
                    </a:cubicBezTo>
                    <a:cubicBezTo>
                      <a:pt x="23" y="11"/>
                      <a:pt x="19" y="20"/>
                      <a:pt x="22" y="26"/>
                    </a:cubicBezTo>
                    <a:cubicBezTo>
                      <a:pt x="24" y="32"/>
                      <a:pt x="25" y="47"/>
                      <a:pt x="17" y="45"/>
                    </a:cubicBezTo>
                    <a:close/>
                  </a:path>
                </a:pathLst>
              </a:custGeom>
              <a:solidFill>
                <a:srgbClr val="D1EEF5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5" name="Freeform 3681">
                <a:extLst>
                  <a:ext uri="{FF2B5EF4-FFF2-40B4-BE49-F238E27FC236}">
                    <a16:creationId xmlns:a16="http://schemas.microsoft.com/office/drawing/2014/main" id="{0815B55A-DE9B-4A57-8892-282564BC1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942"/>
                <a:ext cx="27" cy="29"/>
              </a:xfrm>
              <a:custGeom>
                <a:avLst/>
                <a:gdLst>
                  <a:gd name="T0" fmla="*/ 0 w 24"/>
                  <a:gd name="T1" fmla="*/ 39 h 25"/>
                  <a:gd name="T2" fmla="*/ 9 w 24"/>
                  <a:gd name="T3" fmla="*/ 23 h 25"/>
                  <a:gd name="T4" fmla="*/ 27 w 24"/>
                  <a:gd name="T5" fmla="*/ 19 h 25"/>
                  <a:gd name="T6" fmla="*/ 33 w 24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5">
                    <a:moveTo>
                      <a:pt x="0" y="25"/>
                    </a:moveTo>
                    <a:cubicBezTo>
                      <a:pt x="3" y="22"/>
                      <a:pt x="2" y="17"/>
                      <a:pt x="6" y="15"/>
                    </a:cubicBezTo>
                    <a:cubicBezTo>
                      <a:pt x="10" y="13"/>
                      <a:pt x="15" y="15"/>
                      <a:pt x="19" y="12"/>
                    </a:cubicBezTo>
                    <a:cubicBezTo>
                      <a:pt x="24" y="9"/>
                      <a:pt x="17" y="3"/>
                      <a:pt x="23" y="0"/>
                    </a:cubicBezTo>
                  </a:path>
                </a:pathLst>
              </a:custGeom>
              <a:solidFill>
                <a:srgbClr val="D1EEF5"/>
              </a:solidFill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6" name="Freeform 3682">
                <a:extLst>
                  <a:ext uri="{FF2B5EF4-FFF2-40B4-BE49-F238E27FC236}">
                    <a16:creationId xmlns:a16="http://schemas.microsoft.com/office/drawing/2014/main" id="{22EA6DDB-7AA5-4153-B02A-B8AF248AA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942"/>
                <a:ext cx="27" cy="29"/>
              </a:xfrm>
              <a:custGeom>
                <a:avLst/>
                <a:gdLst>
                  <a:gd name="T0" fmla="*/ 0 w 24"/>
                  <a:gd name="T1" fmla="*/ 39 h 25"/>
                  <a:gd name="T2" fmla="*/ 9 w 24"/>
                  <a:gd name="T3" fmla="*/ 23 h 25"/>
                  <a:gd name="T4" fmla="*/ 27 w 24"/>
                  <a:gd name="T5" fmla="*/ 19 h 25"/>
                  <a:gd name="T6" fmla="*/ 33 w 24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5">
                    <a:moveTo>
                      <a:pt x="0" y="25"/>
                    </a:moveTo>
                    <a:cubicBezTo>
                      <a:pt x="3" y="22"/>
                      <a:pt x="2" y="17"/>
                      <a:pt x="6" y="15"/>
                    </a:cubicBezTo>
                    <a:cubicBezTo>
                      <a:pt x="10" y="13"/>
                      <a:pt x="15" y="15"/>
                      <a:pt x="19" y="12"/>
                    </a:cubicBezTo>
                    <a:cubicBezTo>
                      <a:pt x="24" y="9"/>
                      <a:pt x="17" y="3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7" name="Freeform 3683">
                <a:extLst>
                  <a:ext uri="{FF2B5EF4-FFF2-40B4-BE49-F238E27FC236}">
                    <a16:creationId xmlns:a16="http://schemas.microsoft.com/office/drawing/2014/main" id="{34706AD0-13B3-4199-8A18-7846FE9A5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937"/>
                <a:ext cx="7" cy="17"/>
              </a:xfrm>
              <a:custGeom>
                <a:avLst/>
                <a:gdLst>
                  <a:gd name="T0" fmla="*/ 5 w 7"/>
                  <a:gd name="T1" fmla="*/ 0 h 14"/>
                  <a:gd name="T2" fmla="*/ 0 w 7"/>
                  <a:gd name="T3" fmla="*/ 2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7" y="5"/>
                      <a:pt x="7" y="13"/>
                      <a:pt x="0" y="14"/>
                    </a:cubicBezTo>
                  </a:path>
                </a:pathLst>
              </a:custGeom>
              <a:solidFill>
                <a:srgbClr val="D1EEF5"/>
              </a:solidFill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8" name="Freeform 3684">
                <a:extLst>
                  <a:ext uri="{FF2B5EF4-FFF2-40B4-BE49-F238E27FC236}">
                    <a16:creationId xmlns:a16="http://schemas.microsoft.com/office/drawing/2014/main" id="{B3619A55-0E75-4233-B1ED-D6CDDD673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937"/>
                <a:ext cx="7" cy="17"/>
              </a:xfrm>
              <a:custGeom>
                <a:avLst/>
                <a:gdLst>
                  <a:gd name="T0" fmla="*/ 5 w 7"/>
                  <a:gd name="T1" fmla="*/ 0 h 14"/>
                  <a:gd name="T2" fmla="*/ 0 w 7"/>
                  <a:gd name="T3" fmla="*/ 2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7" y="5"/>
                      <a:pt x="7" y="13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9" name="Freeform 3685">
                <a:extLst>
                  <a:ext uri="{FF2B5EF4-FFF2-40B4-BE49-F238E27FC236}">
                    <a16:creationId xmlns:a16="http://schemas.microsoft.com/office/drawing/2014/main" id="{3CA526D7-AAA8-429F-B2EE-ECF9E6D8C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2970"/>
                <a:ext cx="13" cy="7"/>
              </a:xfrm>
              <a:custGeom>
                <a:avLst/>
                <a:gdLst>
                  <a:gd name="T0" fmla="*/ 0 w 12"/>
                  <a:gd name="T1" fmla="*/ 1 h 6"/>
                  <a:gd name="T2" fmla="*/ 15 w 12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1"/>
                    </a:moveTo>
                    <a:cubicBezTo>
                      <a:pt x="5" y="0"/>
                      <a:pt x="7" y="5"/>
                      <a:pt x="12" y="6"/>
                    </a:cubicBezTo>
                  </a:path>
                </a:pathLst>
              </a:custGeom>
              <a:solidFill>
                <a:srgbClr val="D1EEF5"/>
              </a:solidFill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0" name="Freeform 3686">
                <a:extLst>
                  <a:ext uri="{FF2B5EF4-FFF2-40B4-BE49-F238E27FC236}">
                    <a16:creationId xmlns:a16="http://schemas.microsoft.com/office/drawing/2014/main" id="{8699ECD2-F29E-43B7-9B58-C9AEACA70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2970"/>
                <a:ext cx="13" cy="7"/>
              </a:xfrm>
              <a:custGeom>
                <a:avLst/>
                <a:gdLst>
                  <a:gd name="T0" fmla="*/ 0 w 12"/>
                  <a:gd name="T1" fmla="*/ 1 h 6"/>
                  <a:gd name="T2" fmla="*/ 15 w 12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1"/>
                    </a:moveTo>
                    <a:cubicBezTo>
                      <a:pt x="5" y="0"/>
                      <a:pt x="7" y="5"/>
                      <a:pt x="12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1" name="Freeform 3687">
                <a:extLst>
                  <a:ext uri="{FF2B5EF4-FFF2-40B4-BE49-F238E27FC236}">
                    <a16:creationId xmlns:a16="http://schemas.microsoft.com/office/drawing/2014/main" id="{E56451CC-6BE6-4173-B860-BBB26FE58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940"/>
                <a:ext cx="45" cy="48"/>
              </a:xfrm>
              <a:custGeom>
                <a:avLst/>
                <a:gdLst>
                  <a:gd name="T0" fmla="*/ 37 w 41"/>
                  <a:gd name="T1" fmla="*/ 0 h 41"/>
                  <a:gd name="T2" fmla="*/ 45 w 41"/>
                  <a:gd name="T3" fmla="*/ 40 h 41"/>
                  <a:gd name="T4" fmla="*/ 24 w 41"/>
                  <a:gd name="T5" fmla="*/ 55 h 41"/>
                  <a:gd name="T6" fmla="*/ 0 w 41"/>
                  <a:gd name="T7" fmla="*/ 66 h 41"/>
                  <a:gd name="T8" fmla="*/ 33 w 41"/>
                  <a:gd name="T9" fmla="*/ 29 h 41"/>
                  <a:gd name="T10" fmla="*/ 35 w 41"/>
                  <a:gd name="T11" fmla="*/ 18 h 41"/>
                  <a:gd name="T12" fmla="*/ 37 w 41"/>
                  <a:gd name="T13" fmla="*/ 11 h 41"/>
                  <a:gd name="T14" fmla="*/ 37 w 41"/>
                  <a:gd name="T15" fmla="*/ 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41">
                    <a:moveTo>
                      <a:pt x="28" y="0"/>
                    </a:moveTo>
                    <a:cubicBezTo>
                      <a:pt x="34" y="7"/>
                      <a:pt x="41" y="16"/>
                      <a:pt x="34" y="25"/>
                    </a:cubicBezTo>
                    <a:cubicBezTo>
                      <a:pt x="30" y="29"/>
                      <a:pt x="23" y="32"/>
                      <a:pt x="18" y="34"/>
                    </a:cubicBezTo>
                    <a:cubicBezTo>
                      <a:pt x="12" y="37"/>
                      <a:pt x="6" y="39"/>
                      <a:pt x="0" y="41"/>
                    </a:cubicBezTo>
                    <a:cubicBezTo>
                      <a:pt x="8" y="32"/>
                      <a:pt x="21" y="32"/>
                      <a:pt x="25" y="18"/>
                    </a:cubicBezTo>
                    <a:cubicBezTo>
                      <a:pt x="25" y="16"/>
                      <a:pt x="25" y="13"/>
                      <a:pt x="26" y="11"/>
                    </a:cubicBezTo>
                    <a:cubicBezTo>
                      <a:pt x="26" y="9"/>
                      <a:pt x="28" y="8"/>
                      <a:pt x="28" y="7"/>
                    </a:cubicBezTo>
                    <a:cubicBezTo>
                      <a:pt x="29" y="5"/>
                      <a:pt x="28" y="2"/>
                      <a:pt x="28" y="1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2" name="Freeform 3688">
                <a:extLst>
                  <a:ext uri="{FF2B5EF4-FFF2-40B4-BE49-F238E27FC236}">
                    <a16:creationId xmlns:a16="http://schemas.microsoft.com/office/drawing/2014/main" id="{4338289C-93E6-4740-8B7D-4C0515947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941"/>
                <a:ext cx="25" cy="23"/>
              </a:xfrm>
              <a:custGeom>
                <a:avLst/>
                <a:gdLst>
                  <a:gd name="T0" fmla="*/ 32 w 22"/>
                  <a:gd name="T1" fmla="*/ 0 h 20"/>
                  <a:gd name="T2" fmla="*/ 18 w 22"/>
                  <a:gd name="T3" fmla="*/ 21 h 20"/>
                  <a:gd name="T4" fmla="*/ 8 w 22"/>
                  <a:gd name="T5" fmla="*/ 21 h 20"/>
                  <a:gd name="T6" fmla="*/ 1 w 22"/>
                  <a:gd name="T7" fmla="*/ 30 h 20"/>
                  <a:gd name="T8" fmla="*/ 18 w 22"/>
                  <a:gd name="T9" fmla="*/ 14 h 20"/>
                  <a:gd name="T10" fmla="*/ 31 w 22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0">
                    <a:moveTo>
                      <a:pt x="22" y="0"/>
                    </a:moveTo>
                    <a:cubicBezTo>
                      <a:pt x="16" y="4"/>
                      <a:pt x="21" y="12"/>
                      <a:pt x="12" y="14"/>
                    </a:cubicBezTo>
                    <a:cubicBezTo>
                      <a:pt x="10" y="14"/>
                      <a:pt x="7" y="12"/>
                      <a:pt x="5" y="14"/>
                    </a:cubicBezTo>
                    <a:cubicBezTo>
                      <a:pt x="3" y="15"/>
                      <a:pt x="2" y="18"/>
                      <a:pt x="1" y="20"/>
                    </a:cubicBezTo>
                    <a:cubicBezTo>
                      <a:pt x="0" y="13"/>
                      <a:pt x="7" y="11"/>
                      <a:pt x="12" y="9"/>
                    </a:cubicBezTo>
                    <a:cubicBezTo>
                      <a:pt x="15" y="7"/>
                      <a:pt x="18" y="3"/>
                      <a:pt x="21" y="1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3" name="Freeform 3689">
                <a:extLst>
                  <a:ext uri="{FF2B5EF4-FFF2-40B4-BE49-F238E27FC236}">
                    <a16:creationId xmlns:a16="http://schemas.microsoft.com/office/drawing/2014/main" id="{3CA85A0B-D984-4705-A7BF-9A0D595C8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932"/>
                <a:ext cx="7" cy="19"/>
              </a:xfrm>
              <a:custGeom>
                <a:avLst/>
                <a:gdLst>
                  <a:gd name="T0" fmla="*/ 2 w 6"/>
                  <a:gd name="T1" fmla="*/ 7 h 16"/>
                  <a:gd name="T2" fmla="*/ 6 w 6"/>
                  <a:gd name="T3" fmla="*/ 27 h 16"/>
                  <a:gd name="T4" fmla="*/ 8 w 6"/>
                  <a:gd name="T5" fmla="*/ 8 h 16"/>
                  <a:gd name="T6" fmla="*/ 2 w 6"/>
                  <a:gd name="T7" fmla="*/ 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2" y="4"/>
                    </a:moveTo>
                    <a:cubicBezTo>
                      <a:pt x="4" y="8"/>
                      <a:pt x="3" y="11"/>
                      <a:pt x="3" y="16"/>
                    </a:cubicBezTo>
                    <a:cubicBezTo>
                      <a:pt x="5" y="14"/>
                      <a:pt x="6" y="8"/>
                      <a:pt x="5" y="5"/>
                    </a:cubicBezTo>
                    <a:cubicBezTo>
                      <a:pt x="4" y="0"/>
                      <a:pt x="0" y="1"/>
                      <a:pt x="2" y="5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4" name="Freeform 3690">
                <a:extLst>
                  <a:ext uri="{FF2B5EF4-FFF2-40B4-BE49-F238E27FC236}">
                    <a16:creationId xmlns:a16="http://schemas.microsoft.com/office/drawing/2014/main" id="{292E1520-CED8-4A8C-99F2-D93361BEF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971"/>
                <a:ext cx="23" cy="20"/>
              </a:xfrm>
              <a:custGeom>
                <a:avLst/>
                <a:gdLst>
                  <a:gd name="T0" fmla="*/ 5 w 21"/>
                  <a:gd name="T1" fmla="*/ 1 h 17"/>
                  <a:gd name="T2" fmla="*/ 5 w 21"/>
                  <a:gd name="T3" fmla="*/ 22 h 17"/>
                  <a:gd name="T4" fmla="*/ 27 w 21"/>
                  <a:gd name="T5" fmla="*/ 28 h 17"/>
                  <a:gd name="T6" fmla="*/ 13 w 21"/>
                  <a:gd name="T7" fmla="*/ 13 h 17"/>
                  <a:gd name="T8" fmla="*/ 5 w 21"/>
                  <a:gd name="T9" fmla="*/ 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5" y="1"/>
                    </a:moveTo>
                    <a:cubicBezTo>
                      <a:pt x="0" y="3"/>
                      <a:pt x="1" y="11"/>
                      <a:pt x="5" y="14"/>
                    </a:cubicBezTo>
                    <a:cubicBezTo>
                      <a:pt x="9" y="17"/>
                      <a:pt x="15" y="17"/>
                      <a:pt x="21" y="17"/>
                    </a:cubicBezTo>
                    <a:cubicBezTo>
                      <a:pt x="17" y="14"/>
                      <a:pt x="13" y="12"/>
                      <a:pt x="10" y="8"/>
                    </a:cubicBezTo>
                    <a:cubicBezTo>
                      <a:pt x="9" y="6"/>
                      <a:pt x="8" y="0"/>
                      <a:pt x="5" y="2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5" name="Freeform 3691">
                <a:extLst>
                  <a:ext uri="{FF2B5EF4-FFF2-40B4-BE49-F238E27FC236}">
                    <a16:creationId xmlns:a16="http://schemas.microsoft.com/office/drawing/2014/main" id="{3B9871A9-D256-42E1-8525-5AA57C960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975"/>
                <a:ext cx="9" cy="14"/>
              </a:xfrm>
              <a:custGeom>
                <a:avLst/>
                <a:gdLst>
                  <a:gd name="T0" fmla="*/ 3 w 8"/>
                  <a:gd name="T1" fmla="*/ 0 h 12"/>
                  <a:gd name="T2" fmla="*/ 11 w 8"/>
                  <a:gd name="T3" fmla="*/ 19 h 12"/>
                  <a:gd name="T4" fmla="*/ 10 w 8"/>
                  <a:gd name="T5" fmla="*/ 19 h 12"/>
                  <a:gd name="T6" fmla="*/ 1 w 8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0"/>
                    </a:moveTo>
                    <a:cubicBezTo>
                      <a:pt x="2" y="6"/>
                      <a:pt x="5" y="8"/>
                      <a:pt x="8" y="12"/>
                    </a:cubicBezTo>
                    <a:cubicBezTo>
                      <a:pt x="8" y="12"/>
                      <a:pt x="8" y="12"/>
                      <a:pt x="7" y="12"/>
                    </a:cubicBezTo>
                    <a:cubicBezTo>
                      <a:pt x="4" y="11"/>
                      <a:pt x="0" y="5"/>
                      <a:pt x="1" y="2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6" name="Freeform 3692">
                <a:extLst>
                  <a:ext uri="{FF2B5EF4-FFF2-40B4-BE49-F238E27FC236}">
                    <a16:creationId xmlns:a16="http://schemas.microsoft.com/office/drawing/2014/main" id="{4A9D940B-7544-4729-ABD1-5768F3E17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944"/>
                <a:ext cx="20" cy="34"/>
              </a:xfrm>
              <a:custGeom>
                <a:avLst/>
                <a:gdLst>
                  <a:gd name="T0" fmla="*/ 0 w 18"/>
                  <a:gd name="T1" fmla="*/ 46 h 29"/>
                  <a:gd name="T2" fmla="*/ 18 w 18"/>
                  <a:gd name="T3" fmla="*/ 25 h 29"/>
                  <a:gd name="T4" fmla="*/ 12 w 18"/>
                  <a:gd name="T5" fmla="*/ 0 h 29"/>
                  <a:gd name="T6" fmla="*/ 20 w 18"/>
                  <a:gd name="T7" fmla="*/ 29 h 29"/>
                  <a:gd name="T8" fmla="*/ 2 w 18"/>
                  <a:gd name="T9" fmla="*/ 47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9">
                    <a:moveTo>
                      <a:pt x="0" y="28"/>
                    </a:moveTo>
                    <a:cubicBezTo>
                      <a:pt x="4" y="24"/>
                      <a:pt x="11" y="22"/>
                      <a:pt x="13" y="15"/>
                    </a:cubicBezTo>
                    <a:cubicBezTo>
                      <a:pt x="14" y="10"/>
                      <a:pt x="13" y="4"/>
                      <a:pt x="9" y="0"/>
                    </a:cubicBezTo>
                    <a:cubicBezTo>
                      <a:pt x="16" y="5"/>
                      <a:pt x="18" y="11"/>
                      <a:pt x="14" y="18"/>
                    </a:cubicBezTo>
                    <a:cubicBezTo>
                      <a:pt x="10" y="22"/>
                      <a:pt x="4" y="25"/>
                      <a:pt x="2" y="29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7" name="Freeform 3693">
                <a:extLst>
                  <a:ext uri="{FF2B5EF4-FFF2-40B4-BE49-F238E27FC236}">
                    <a16:creationId xmlns:a16="http://schemas.microsoft.com/office/drawing/2014/main" id="{0AF445CF-475E-4BF4-8CFA-662F15F9D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950"/>
                <a:ext cx="8" cy="7"/>
              </a:xfrm>
              <a:custGeom>
                <a:avLst/>
                <a:gdLst>
                  <a:gd name="T0" fmla="*/ 0 w 7"/>
                  <a:gd name="T1" fmla="*/ 7 h 6"/>
                  <a:gd name="T2" fmla="*/ 9 w 7"/>
                  <a:gd name="T3" fmla="*/ 0 h 6"/>
                  <a:gd name="T4" fmla="*/ 1 w 7"/>
                  <a:gd name="T5" fmla="*/ 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3" y="6"/>
                      <a:pt x="7" y="4"/>
                      <a:pt x="6" y="0"/>
                    </a:cubicBezTo>
                    <a:cubicBezTo>
                      <a:pt x="4" y="2"/>
                      <a:pt x="3" y="3"/>
                      <a:pt x="1" y="4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8" name="Freeform 3694">
                <a:extLst>
                  <a:ext uri="{FF2B5EF4-FFF2-40B4-BE49-F238E27FC236}">
                    <a16:creationId xmlns:a16="http://schemas.microsoft.com/office/drawing/2014/main" id="{B82BA3A8-3B0C-47A9-B6D0-AFA064A72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929"/>
                <a:ext cx="8" cy="31"/>
              </a:xfrm>
              <a:custGeom>
                <a:avLst/>
                <a:gdLst>
                  <a:gd name="T0" fmla="*/ 8 w 8"/>
                  <a:gd name="T1" fmla="*/ 0 h 26"/>
                  <a:gd name="T2" fmla="*/ 1 w 8"/>
                  <a:gd name="T3" fmla="*/ 19 h 26"/>
                  <a:gd name="T4" fmla="*/ 3 w 8"/>
                  <a:gd name="T5" fmla="*/ 44 h 26"/>
                  <a:gd name="T6" fmla="*/ 2 w 8"/>
                  <a:gd name="T7" fmla="*/ 16 h 26"/>
                  <a:gd name="T8" fmla="*/ 8 w 8"/>
                  <a:gd name="T9" fmla="*/ 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6">
                    <a:moveTo>
                      <a:pt x="8" y="0"/>
                    </a:moveTo>
                    <a:cubicBezTo>
                      <a:pt x="4" y="3"/>
                      <a:pt x="1" y="6"/>
                      <a:pt x="1" y="11"/>
                    </a:cubicBezTo>
                    <a:cubicBezTo>
                      <a:pt x="0" y="16"/>
                      <a:pt x="4" y="21"/>
                      <a:pt x="3" y="26"/>
                    </a:cubicBezTo>
                    <a:cubicBezTo>
                      <a:pt x="5" y="20"/>
                      <a:pt x="1" y="15"/>
                      <a:pt x="2" y="9"/>
                    </a:cubicBezTo>
                    <a:cubicBezTo>
                      <a:pt x="2" y="5"/>
                      <a:pt x="5" y="3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9" name="Freeform 3695">
                <a:extLst>
                  <a:ext uri="{FF2B5EF4-FFF2-40B4-BE49-F238E27FC236}">
                    <a16:creationId xmlns:a16="http://schemas.microsoft.com/office/drawing/2014/main" id="{BBC99D1A-4079-4A81-A47F-101F8D50C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927"/>
                <a:ext cx="9" cy="9"/>
              </a:xfrm>
              <a:custGeom>
                <a:avLst/>
                <a:gdLst>
                  <a:gd name="T0" fmla="*/ 0 w 8"/>
                  <a:gd name="T1" fmla="*/ 10 h 8"/>
                  <a:gd name="T2" fmla="*/ 11 w 8"/>
                  <a:gd name="T3" fmla="*/ 11 h 8"/>
                  <a:gd name="T4" fmla="*/ 1 w 8"/>
                  <a:gd name="T5" fmla="*/ 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cubicBezTo>
                      <a:pt x="1" y="0"/>
                      <a:pt x="8" y="2"/>
                      <a:pt x="8" y="8"/>
                    </a:cubicBezTo>
                    <a:cubicBezTo>
                      <a:pt x="5" y="5"/>
                      <a:pt x="4" y="0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0" name="Freeform 3696">
                <a:extLst>
                  <a:ext uri="{FF2B5EF4-FFF2-40B4-BE49-F238E27FC236}">
                    <a16:creationId xmlns:a16="http://schemas.microsoft.com/office/drawing/2014/main" id="{D4A4714A-5F90-4D22-9472-1C97C576F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923"/>
                <a:ext cx="11" cy="9"/>
              </a:xfrm>
              <a:custGeom>
                <a:avLst/>
                <a:gdLst>
                  <a:gd name="T0" fmla="*/ 13 w 10"/>
                  <a:gd name="T1" fmla="*/ 10 h 8"/>
                  <a:gd name="T2" fmla="*/ 0 w 10"/>
                  <a:gd name="T3" fmla="*/ 7 h 8"/>
                  <a:gd name="T4" fmla="*/ 13 w 10"/>
                  <a:gd name="T5" fmla="*/ 1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7"/>
                    </a:moveTo>
                    <a:cubicBezTo>
                      <a:pt x="9" y="0"/>
                      <a:pt x="3" y="2"/>
                      <a:pt x="0" y="4"/>
                    </a:cubicBezTo>
                    <a:cubicBezTo>
                      <a:pt x="3" y="5"/>
                      <a:pt x="8" y="4"/>
                      <a:pt x="1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1" name="Freeform 3697">
                <a:extLst>
                  <a:ext uri="{FF2B5EF4-FFF2-40B4-BE49-F238E27FC236}">
                    <a16:creationId xmlns:a16="http://schemas.microsoft.com/office/drawing/2014/main" id="{07F49F08-CD9E-4371-B02B-7856EA354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948"/>
                <a:ext cx="5" cy="9"/>
              </a:xfrm>
              <a:custGeom>
                <a:avLst/>
                <a:gdLst>
                  <a:gd name="T0" fmla="*/ 0 w 5"/>
                  <a:gd name="T1" fmla="*/ 2 h 8"/>
                  <a:gd name="T2" fmla="*/ 4 w 5"/>
                  <a:gd name="T3" fmla="*/ 11 h 8"/>
                  <a:gd name="T4" fmla="*/ 3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cubicBezTo>
                      <a:pt x="1" y="4"/>
                      <a:pt x="2" y="7"/>
                      <a:pt x="4" y="8"/>
                    </a:cubicBezTo>
                    <a:cubicBezTo>
                      <a:pt x="5" y="5"/>
                      <a:pt x="3" y="3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2" name="Freeform 3698">
                <a:extLst>
                  <a:ext uri="{FF2B5EF4-FFF2-40B4-BE49-F238E27FC236}">
                    <a16:creationId xmlns:a16="http://schemas.microsoft.com/office/drawing/2014/main" id="{87F60C91-AF48-43BC-99F2-060D76157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967"/>
                <a:ext cx="8" cy="4"/>
              </a:xfrm>
              <a:custGeom>
                <a:avLst/>
                <a:gdLst>
                  <a:gd name="T0" fmla="*/ 0 w 7"/>
                  <a:gd name="T1" fmla="*/ 2 h 4"/>
                  <a:gd name="T2" fmla="*/ 10 w 7"/>
                  <a:gd name="T3" fmla="*/ 4 h 4"/>
                  <a:gd name="T4" fmla="*/ 7 w 7"/>
                  <a:gd name="T5" fmla="*/ 1 h 4"/>
                  <a:gd name="T6" fmla="*/ 2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cubicBezTo>
                      <a:pt x="2" y="3"/>
                      <a:pt x="5" y="4"/>
                      <a:pt x="7" y="4"/>
                    </a:cubicBezTo>
                    <a:cubicBezTo>
                      <a:pt x="6" y="3"/>
                      <a:pt x="5" y="2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3" name="Freeform 3699">
                <a:extLst>
                  <a:ext uri="{FF2B5EF4-FFF2-40B4-BE49-F238E27FC236}">
                    <a16:creationId xmlns:a16="http://schemas.microsoft.com/office/drawing/2014/main" id="{4DF71267-8771-49CD-8FDA-B4C9FFE68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940"/>
                <a:ext cx="5" cy="5"/>
              </a:xfrm>
              <a:custGeom>
                <a:avLst/>
                <a:gdLst>
                  <a:gd name="T0" fmla="*/ 0 w 4"/>
                  <a:gd name="T1" fmla="*/ 3 h 5"/>
                  <a:gd name="T2" fmla="*/ 8 w 4"/>
                  <a:gd name="T3" fmla="*/ 5 h 5"/>
                  <a:gd name="T4" fmla="*/ 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4"/>
                      <a:pt x="2" y="5"/>
                      <a:pt x="4" y="5"/>
                    </a:cubicBezTo>
                    <a:cubicBezTo>
                      <a:pt x="4" y="4"/>
                      <a:pt x="2" y="1"/>
                      <a:pt x="2" y="0"/>
                    </a:cubicBezTo>
                  </a:path>
                </a:pathLst>
              </a:custGeom>
              <a:noFill/>
              <a:ln w="1588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4" name="Freeform 3700">
                <a:extLst>
                  <a:ext uri="{FF2B5EF4-FFF2-40B4-BE49-F238E27FC236}">
                    <a16:creationId xmlns:a16="http://schemas.microsoft.com/office/drawing/2014/main" id="{98D4130F-4179-4A7B-93F1-42C833641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937"/>
                <a:ext cx="4" cy="5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6 h 4"/>
                  <a:gd name="T4" fmla="*/ 4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3"/>
                      <a:pt x="3" y="3"/>
                      <a:pt x="4" y="4"/>
                    </a:cubicBezTo>
                  </a:path>
                </a:pathLst>
              </a:custGeom>
              <a:noFill/>
              <a:ln w="1588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5" name="Freeform 3701">
                <a:extLst>
                  <a:ext uri="{FF2B5EF4-FFF2-40B4-BE49-F238E27FC236}">
                    <a16:creationId xmlns:a16="http://schemas.microsoft.com/office/drawing/2014/main" id="{9675F70E-31FE-4FB8-A1F4-9AE16F0F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970"/>
                <a:ext cx="7" cy="10"/>
              </a:xfrm>
              <a:custGeom>
                <a:avLst/>
                <a:gdLst>
                  <a:gd name="T0" fmla="*/ 0 w 7"/>
                  <a:gd name="T1" fmla="*/ 10 h 8"/>
                  <a:gd name="T2" fmla="*/ 4 w 7"/>
                  <a:gd name="T3" fmla="*/ 1 h 8"/>
                  <a:gd name="T4" fmla="*/ 4 w 7"/>
                  <a:gd name="T5" fmla="*/ 8 h 8"/>
                  <a:gd name="T6" fmla="*/ 4 w 7"/>
                  <a:gd name="T7" fmla="*/ 16 h 8"/>
                  <a:gd name="T8" fmla="*/ 5 w 7"/>
                  <a:gd name="T9" fmla="*/ 10 h 8"/>
                  <a:gd name="T10" fmla="*/ 7 w 7"/>
                  <a:gd name="T11" fmla="*/ 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1" y="4"/>
                      <a:pt x="3" y="0"/>
                      <a:pt x="4" y="1"/>
                    </a:cubicBezTo>
                    <a:cubicBezTo>
                      <a:pt x="5" y="1"/>
                      <a:pt x="4" y="3"/>
                      <a:pt x="4" y="4"/>
                    </a:cubicBezTo>
                    <a:cubicBezTo>
                      <a:pt x="4" y="5"/>
                      <a:pt x="4" y="6"/>
                      <a:pt x="4" y="8"/>
                    </a:cubicBezTo>
                    <a:cubicBezTo>
                      <a:pt x="5" y="8"/>
                      <a:pt x="5" y="6"/>
                      <a:pt x="5" y="5"/>
                    </a:cubicBezTo>
                    <a:cubicBezTo>
                      <a:pt x="6" y="4"/>
                      <a:pt x="7" y="3"/>
                      <a:pt x="7" y="2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6" name="Freeform 3702">
                <a:extLst>
                  <a:ext uri="{FF2B5EF4-FFF2-40B4-BE49-F238E27FC236}">
                    <a16:creationId xmlns:a16="http://schemas.microsoft.com/office/drawing/2014/main" id="{A92BDD12-00EC-400A-8BA9-E215EF520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2837"/>
                <a:ext cx="105" cy="88"/>
              </a:xfrm>
              <a:custGeom>
                <a:avLst/>
                <a:gdLst>
                  <a:gd name="T0" fmla="*/ 81 w 95"/>
                  <a:gd name="T1" fmla="*/ 99 h 75"/>
                  <a:gd name="T2" fmla="*/ 81 w 95"/>
                  <a:gd name="T3" fmla="*/ 47 h 75"/>
                  <a:gd name="T4" fmla="*/ 9 w 95"/>
                  <a:gd name="T5" fmla="*/ 42 h 75"/>
                  <a:gd name="T6" fmla="*/ 17 w 95"/>
                  <a:gd name="T7" fmla="*/ 74 h 75"/>
                  <a:gd name="T8" fmla="*/ 22 w 95"/>
                  <a:gd name="T9" fmla="*/ 109 h 75"/>
                  <a:gd name="T10" fmla="*/ 55 w 95"/>
                  <a:gd name="T11" fmla="*/ 111 h 75"/>
                  <a:gd name="T12" fmla="*/ 81 w 95"/>
                  <a:gd name="T13" fmla="*/ 9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75">
                    <a:moveTo>
                      <a:pt x="60" y="61"/>
                    </a:moveTo>
                    <a:cubicBezTo>
                      <a:pt x="65" y="74"/>
                      <a:pt x="95" y="58"/>
                      <a:pt x="60" y="29"/>
                    </a:cubicBezTo>
                    <a:cubicBezTo>
                      <a:pt x="26" y="0"/>
                      <a:pt x="13" y="7"/>
                      <a:pt x="6" y="26"/>
                    </a:cubicBezTo>
                    <a:cubicBezTo>
                      <a:pt x="0" y="45"/>
                      <a:pt x="0" y="45"/>
                      <a:pt x="13" y="46"/>
                    </a:cubicBezTo>
                    <a:cubicBezTo>
                      <a:pt x="25" y="48"/>
                      <a:pt x="3" y="58"/>
                      <a:pt x="16" y="67"/>
                    </a:cubicBezTo>
                    <a:cubicBezTo>
                      <a:pt x="28" y="75"/>
                      <a:pt x="38" y="74"/>
                      <a:pt x="41" y="69"/>
                    </a:cubicBezTo>
                    <a:cubicBezTo>
                      <a:pt x="45" y="63"/>
                      <a:pt x="57" y="54"/>
                      <a:pt x="60" y="61"/>
                    </a:cubicBezTo>
                    <a:close/>
                  </a:path>
                </a:pathLst>
              </a:custGeom>
              <a:solidFill>
                <a:srgbClr val="D1EEF5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7" name="Freeform 3703">
                <a:extLst>
                  <a:ext uri="{FF2B5EF4-FFF2-40B4-BE49-F238E27FC236}">
                    <a16:creationId xmlns:a16="http://schemas.microsoft.com/office/drawing/2014/main" id="{A1CCB562-B2BB-4532-97FA-43E3D2FBC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874"/>
                <a:ext cx="38" cy="16"/>
              </a:xfrm>
              <a:custGeom>
                <a:avLst/>
                <a:gdLst>
                  <a:gd name="T0" fmla="*/ 47 w 34"/>
                  <a:gd name="T1" fmla="*/ 17 h 14"/>
                  <a:gd name="T2" fmla="*/ 31 w 34"/>
                  <a:gd name="T3" fmla="*/ 18 h 14"/>
                  <a:gd name="T4" fmla="*/ 19 w 34"/>
                  <a:gd name="T5" fmla="*/ 3 h 14"/>
                  <a:gd name="T6" fmla="*/ 0 w 34"/>
                  <a:gd name="T7" fmla="*/ 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4">
                    <a:moveTo>
                      <a:pt x="34" y="11"/>
                    </a:moveTo>
                    <a:cubicBezTo>
                      <a:pt x="30" y="11"/>
                      <a:pt x="27" y="14"/>
                      <a:pt x="22" y="12"/>
                    </a:cubicBezTo>
                    <a:cubicBezTo>
                      <a:pt x="18" y="10"/>
                      <a:pt x="17" y="5"/>
                      <a:pt x="13" y="3"/>
                    </a:cubicBezTo>
                    <a:cubicBezTo>
                      <a:pt x="7" y="0"/>
                      <a:pt x="6" y="9"/>
                      <a:pt x="0" y="6"/>
                    </a:cubicBezTo>
                  </a:path>
                </a:pathLst>
              </a:custGeom>
              <a:solidFill>
                <a:srgbClr val="D1EEF5"/>
              </a:solidFill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8" name="Freeform 3704">
                <a:extLst>
                  <a:ext uri="{FF2B5EF4-FFF2-40B4-BE49-F238E27FC236}">
                    <a16:creationId xmlns:a16="http://schemas.microsoft.com/office/drawing/2014/main" id="{A2A41131-C8EB-4110-AAD0-EA8CA6C7B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874"/>
                <a:ext cx="38" cy="16"/>
              </a:xfrm>
              <a:custGeom>
                <a:avLst/>
                <a:gdLst>
                  <a:gd name="T0" fmla="*/ 47 w 34"/>
                  <a:gd name="T1" fmla="*/ 17 h 14"/>
                  <a:gd name="T2" fmla="*/ 31 w 34"/>
                  <a:gd name="T3" fmla="*/ 18 h 14"/>
                  <a:gd name="T4" fmla="*/ 19 w 34"/>
                  <a:gd name="T5" fmla="*/ 3 h 14"/>
                  <a:gd name="T6" fmla="*/ 0 w 34"/>
                  <a:gd name="T7" fmla="*/ 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4">
                    <a:moveTo>
                      <a:pt x="34" y="11"/>
                    </a:moveTo>
                    <a:cubicBezTo>
                      <a:pt x="30" y="11"/>
                      <a:pt x="27" y="14"/>
                      <a:pt x="22" y="12"/>
                    </a:cubicBezTo>
                    <a:cubicBezTo>
                      <a:pt x="18" y="10"/>
                      <a:pt x="17" y="5"/>
                      <a:pt x="13" y="3"/>
                    </a:cubicBezTo>
                    <a:cubicBezTo>
                      <a:pt x="7" y="0"/>
                      <a:pt x="6" y="9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9" name="Freeform 3705">
                <a:extLst>
                  <a:ext uri="{FF2B5EF4-FFF2-40B4-BE49-F238E27FC236}">
                    <a16:creationId xmlns:a16="http://schemas.microsoft.com/office/drawing/2014/main" id="{749B779F-4175-4704-A61D-F0723BBEA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898"/>
                <a:ext cx="16" cy="10"/>
              </a:xfrm>
              <a:custGeom>
                <a:avLst/>
                <a:gdLst>
                  <a:gd name="T0" fmla="*/ 0 w 14"/>
                  <a:gd name="T1" fmla="*/ 16 h 8"/>
                  <a:gd name="T2" fmla="*/ 21 w 14"/>
                  <a:gd name="T3" fmla="*/ 1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0" y="8"/>
                    </a:moveTo>
                    <a:cubicBezTo>
                      <a:pt x="3" y="3"/>
                      <a:pt x="10" y="0"/>
                      <a:pt x="14" y="5"/>
                    </a:cubicBezTo>
                  </a:path>
                </a:pathLst>
              </a:custGeom>
              <a:solidFill>
                <a:srgbClr val="D1EEF5"/>
              </a:solidFill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0" name="Freeform 3706">
                <a:extLst>
                  <a:ext uri="{FF2B5EF4-FFF2-40B4-BE49-F238E27FC236}">
                    <a16:creationId xmlns:a16="http://schemas.microsoft.com/office/drawing/2014/main" id="{EE8225B1-72C5-40DA-B36B-9FB6DD44D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898"/>
                <a:ext cx="16" cy="10"/>
              </a:xfrm>
              <a:custGeom>
                <a:avLst/>
                <a:gdLst>
                  <a:gd name="T0" fmla="*/ 0 w 14"/>
                  <a:gd name="T1" fmla="*/ 16 h 8"/>
                  <a:gd name="T2" fmla="*/ 21 w 14"/>
                  <a:gd name="T3" fmla="*/ 1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0" y="8"/>
                    </a:moveTo>
                    <a:cubicBezTo>
                      <a:pt x="3" y="3"/>
                      <a:pt x="10" y="0"/>
                      <a:pt x="14" y="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1" name="Freeform 3707">
                <a:extLst>
                  <a:ext uri="{FF2B5EF4-FFF2-40B4-BE49-F238E27FC236}">
                    <a16:creationId xmlns:a16="http://schemas.microsoft.com/office/drawing/2014/main" id="{94F432A2-1EDF-4C59-8B32-50EE1B181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892"/>
                <a:ext cx="4" cy="16"/>
              </a:xfrm>
              <a:custGeom>
                <a:avLst/>
                <a:gdLst>
                  <a:gd name="T0" fmla="*/ 4 w 4"/>
                  <a:gd name="T1" fmla="*/ 25 h 13"/>
                  <a:gd name="T2" fmla="*/ 1 w 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13"/>
                    </a:moveTo>
                    <a:cubicBezTo>
                      <a:pt x="0" y="9"/>
                      <a:pt x="4" y="4"/>
                      <a:pt x="1" y="0"/>
                    </a:cubicBezTo>
                  </a:path>
                </a:pathLst>
              </a:custGeom>
              <a:solidFill>
                <a:srgbClr val="D1EEF5"/>
              </a:solidFill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2" name="Freeform 3708">
                <a:extLst>
                  <a:ext uri="{FF2B5EF4-FFF2-40B4-BE49-F238E27FC236}">
                    <a16:creationId xmlns:a16="http://schemas.microsoft.com/office/drawing/2014/main" id="{F8D137C9-2190-4D02-B5A4-8CA415701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892"/>
                <a:ext cx="4" cy="16"/>
              </a:xfrm>
              <a:custGeom>
                <a:avLst/>
                <a:gdLst>
                  <a:gd name="T0" fmla="*/ 4 w 4"/>
                  <a:gd name="T1" fmla="*/ 25 h 13"/>
                  <a:gd name="T2" fmla="*/ 1 w 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13"/>
                    </a:moveTo>
                    <a:cubicBezTo>
                      <a:pt x="0" y="9"/>
                      <a:pt x="4" y="4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3" name="Freeform 3709">
                <a:extLst>
                  <a:ext uri="{FF2B5EF4-FFF2-40B4-BE49-F238E27FC236}">
                    <a16:creationId xmlns:a16="http://schemas.microsoft.com/office/drawing/2014/main" id="{96079A08-EE13-43BF-AFF0-B3B956FC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851"/>
                <a:ext cx="55" cy="24"/>
              </a:xfrm>
              <a:custGeom>
                <a:avLst/>
                <a:gdLst>
                  <a:gd name="T0" fmla="*/ 0 w 50"/>
                  <a:gd name="T1" fmla="*/ 34 h 20"/>
                  <a:gd name="T2" fmla="*/ 24 w 50"/>
                  <a:gd name="T3" fmla="*/ 1 h 20"/>
                  <a:gd name="T4" fmla="*/ 45 w 50"/>
                  <a:gd name="T5" fmla="*/ 14 h 20"/>
                  <a:gd name="T6" fmla="*/ 67 w 50"/>
                  <a:gd name="T7" fmla="*/ 35 h 20"/>
                  <a:gd name="T8" fmla="*/ 23 w 50"/>
                  <a:gd name="T9" fmla="*/ 20 h 20"/>
                  <a:gd name="T10" fmla="*/ 14 w 50"/>
                  <a:gd name="T11" fmla="*/ 26 h 20"/>
                  <a:gd name="T12" fmla="*/ 9 w 50"/>
                  <a:gd name="T13" fmla="*/ 28 h 20"/>
                  <a:gd name="T14" fmla="*/ 1 w 50"/>
                  <a:gd name="T15" fmla="*/ 3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0">
                    <a:moveTo>
                      <a:pt x="0" y="19"/>
                    </a:moveTo>
                    <a:cubicBezTo>
                      <a:pt x="3" y="11"/>
                      <a:pt x="6" y="0"/>
                      <a:pt x="18" y="1"/>
                    </a:cubicBezTo>
                    <a:cubicBezTo>
                      <a:pt x="23" y="2"/>
                      <a:pt x="30" y="6"/>
                      <a:pt x="34" y="8"/>
                    </a:cubicBezTo>
                    <a:cubicBezTo>
                      <a:pt x="40" y="12"/>
                      <a:pt x="45" y="16"/>
                      <a:pt x="50" y="20"/>
                    </a:cubicBezTo>
                    <a:cubicBezTo>
                      <a:pt x="38" y="19"/>
                      <a:pt x="30" y="8"/>
                      <a:pt x="17" y="12"/>
                    </a:cubicBezTo>
                    <a:cubicBezTo>
                      <a:pt x="15" y="13"/>
                      <a:pt x="13" y="15"/>
                      <a:pt x="11" y="15"/>
                    </a:cubicBezTo>
                    <a:cubicBezTo>
                      <a:pt x="9" y="16"/>
                      <a:pt x="8" y="15"/>
                      <a:pt x="6" y="16"/>
                    </a:cubicBezTo>
                    <a:cubicBezTo>
                      <a:pt x="3" y="16"/>
                      <a:pt x="2" y="18"/>
                      <a:pt x="1" y="19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4" name="Freeform 3710">
                <a:extLst>
                  <a:ext uri="{FF2B5EF4-FFF2-40B4-BE49-F238E27FC236}">
                    <a16:creationId xmlns:a16="http://schemas.microsoft.com/office/drawing/2014/main" id="{EB427668-BB89-471A-B129-81595AAE1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876"/>
                <a:ext cx="31" cy="21"/>
              </a:xfrm>
              <a:custGeom>
                <a:avLst/>
                <a:gdLst>
                  <a:gd name="T0" fmla="*/ 0 w 28"/>
                  <a:gd name="T1" fmla="*/ 11 h 18"/>
                  <a:gd name="T2" fmla="*/ 23 w 28"/>
                  <a:gd name="T3" fmla="*/ 11 h 18"/>
                  <a:gd name="T4" fmla="*/ 28 w 28"/>
                  <a:gd name="T5" fmla="*/ 21 h 18"/>
                  <a:gd name="T6" fmla="*/ 38 w 28"/>
                  <a:gd name="T7" fmla="*/ 21 h 18"/>
                  <a:gd name="T8" fmla="*/ 18 w 28"/>
                  <a:gd name="T9" fmla="*/ 16 h 18"/>
                  <a:gd name="T10" fmla="*/ 1 w 28"/>
                  <a:gd name="T11" fmla="*/ 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0" y="7"/>
                    </a:moveTo>
                    <a:cubicBezTo>
                      <a:pt x="6" y="9"/>
                      <a:pt x="11" y="0"/>
                      <a:pt x="17" y="7"/>
                    </a:cubicBezTo>
                    <a:cubicBezTo>
                      <a:pt x="18" y="9"/>
                      <a:pt x="18" y="12"/>
                      <a:pt x="21" y="13"/>
                    </a:cubicBezTo>
                    <a:cubicBezTo>
                      <a:pt x="23" y="14"/>
                      <a:pt x="26" y="13"/>
                      <a:pt x="28" y="13"/>
                    </a:cubicBezTo>
                    <a:cubicBezTo>
                      <a:pt x="23" y="18"/>
                      <a:pt x="17" y="13"/>
                      <a:pt x="13" y="10"/>
                    </a:cubicBezTo>
                    <a:cubicBezTo>
                      <a:pt x="10" y="8"/>
                      <a:pt x="5" y="8"/>
                      <a:pt x="1" y="6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5" name="Freeform 3711">
                <a:extLst>
                  <a:ext uri="{FF2B5EF4-FFF2-40B4-BE49-F238E27FC236}">
                    <a16:creationId xmlns:a16="http://schemas.microsoft.com/office/drawing/2014/main" id="{18A2ACA3-000E-4B94-AA5C-A3D50B682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896"/>
                <a:ext cx="14" cy="14"/>
              </a:xfrm>
              <a:custGeom>
                <a:avLst/>
                <a:gdLst>
                  <a:gd name="T0" fmla="*/ 4 w 13"/>
                  <a:gd name="T1" fmla="*/ 15 h 12"/>
                  <a:gd name="T2" fmla="*/ 16 w 13"/>
                  <a:gd name="T3" fmla="*/ 1 h 12"/>
                  <a:gd name="T4" fmla="*/ 3 w 13"/>
                  <a:gd name="T5" fmla="*/ 9 h 12"/>
                  <a:gd name="T6" fmla="*/ 5 w 13"/>
                  <a:gd name="T7" fmla="*/ 1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4" y="9"/>
                    </a:moveTo>
                    <a:cubicBezTo>
                      <a:pt x="6" y="5"/>
                      <a:pt x="10" y="4"/>
                      <a:pt x="13" y="1"/>
                    </a:cubicBezTo>
                    <a:cubicBezTo>
                      <a:pt x="10" y="0"/>
                      <a:pt x="5" y="3"/>
                      <a:pt x="3" y="6"/>
                    </a:cubicBezTo>
                    <a:cubicBezTo>
                      <a:pt x="0" y="9"/>
                      <a:pt x="3" y="12"/>
                      <a:pt x="5" y="8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6" name="Freeform 3712">
                <a:extLst>
                  <a:ext uri="{FF2B5EF4-FFF2-40B4-BE49-F238E27FC236}">
                    <a16:creationId xmlns:a16="http://schemas.microsoft.com/office/drawing/2014/main" id="{AEDF353B-936F-4A2D-869B-ED58B0AA3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2884"/>
                <a:ext cx="16" cy="30"/>
              </a:xfrm>
              <a:custGeom>
                <a:avLst/>
                <a:gdLst>
                  <a:gd name="T0" fmla="*/ 2 w 14"/>
                  <a:gd name="T1" fmla="*/ 37 h 25"/>
                  <a:gd name="T2" fmla="*/ 19 w 14"/>
                  <a:gd name="T3" fmla="*/ 26 h 25"/>
                  <a:gd name="T4" fmla="*/ 10 w 14"/>
                  <a:gd name="T5" fmla="*/ 0 h 25"/>
                  <a:gd name="T6" fmla="*/ 8 w 14"/>
                  <a:gd name="T7" fmla="*/ 23 h 25"/>
                  <a:gd name="T8" fmla="*/ 3 w 14"/>
                  <a:gd name="T9" fmla="*/ 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5">
                    <a:moveTo>
                      <a:pt x="2" y="22"/>
                    </a:moveTo>
                    <a:cubicBezTo>
                      <a:pt x="7" y="25"/>
                      <a:pt x="13" y="19"/>
                      <a:pt x="13" y="15"/>
                    </a:cubicBezTo>
                    <a:cubicBezTo>
                      <a:pt x="14" y="9"/>
                      <a:pt x="10" y="4"/>
                      <a:pt x="7" y="0"/>
                    </a:cubicBezTo>
                    <a:cubicBezTo>
                      <a:pt x="7" y="5"/>
                      <a:pt x="7" y="9"/>
                      <a:pt x="5" y="13"/>
                    </a:cubicBezTo>
                    <a:cubicBezTo>
                      <a:pt x="4" y="15"/>
                      <a:pt x="0" y="19"/>
                      <a:pt x="3" y="21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7" name="Freeform 3713">
                <a:extLst>
                  <a:ext uri="{FF2B5EF4-FFF2-40B4-BE49-F238E27FC236}">
                    <a16:creationId xmlns:a16="http://schemas.microsoft.com/office/drawing/2014/main" id="{9F4679B8-A370-4E03-B6E2-B3E5BDCFB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896"/>
                <a:ext cx="10" cy="14"/>
              </a:xfrm>
              <a:custGeom>
                <a:avLst/>
                <a:gdLst>
                  <a:gd name="T0" fmla="*/ 0 w 9"/>
                  <a:gd name="T1" fmla="*/ 18 h 12"/>
                  <a:gd name="T2" fmla="*/ 10 w 9"/>
                  <a:gd name="T3" fmla="*/ 0 h 12"/>
                  <a:gd name="T4" fmla="*/ 12 w 9"/>
                  <a:gd name="T5" fmla="*/ 1 h 12"/>
                  <a:gd name="T6" fmla="*/ 4 w 9"/>
                  <a:gd name="T7" fmla="*/ 1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11"/>
                    </a:moveTo>
                    <a:cubicBezTo>
                      <a:pt x="6" y="9"/>
                      <a:pt x="6" y="5"/>
                      <a:pt x="7" y="0"/>
                    </a:cubicBezTo>
                    <a:cubicBezTo>
                      <a:pt x="8" y="0"/>
                      <a:pt x="8" y="1"/>
                      <a:pt x="9" y="1"/>
                    </a:cubicBezTo>
                    <a:cubicBezTo>
                      <a:pt x="9" y="4"/>
                      <a:pt x="7" y="11"/>
                      <a:pt x="4" y="12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8" name="Freeform 3714">
                <a:extLst>
                  <a:ext uri="{FF2B5EF4-FFF2-40B4-BE49-F238E27FC236}">
                    <a16:creationId xmlns:a16="http://schemas.microsoft.com/office/drawing/2014/main" id="{DB8714E3-5F34-4AD1-B90A-37F0CC3D9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855"/>
                <a:ext cx="32" cy="16"/>
              </a:xfrm>
              <a:custGeom>
                <a:avLst/>
                <a:gdLst>
                  <a:gd name="T0" fmla="*/ 39 w 29"/>
                  <a:gd name="T1" fmla="*/ 9 h 14"/>
                  <a:gd name="T2" fmla="*/ 14 w 29"/>
                  <a:gd name="T3" fmla="*/ 3 h 14"/>
                  <a:gd name="T4" fmla="*/ 0 w 29"/>
                  <a:gd name="T5" fmla="*/ 21 h 14"/>
                  <a:gd name="T6" fmla="*/ 17 w 29"/>
                  <a:gd name="T7" fmla="*/ 1 h 14"/>
                  <a:gd name="T8" fmla="*/ 39 w 29"/>
                  <a:gd name="T9" fmla="*/ 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4">
                    <a:moveTo>
                      <a:pt x="29" y="6"/>
                    </a:moveTo>
                    <a:cubicBezTo>
                      <a:pt x="24" y="5"/>
                      <a:pt x="18" y="1"/>
                      <a:pt x="11" y="3"/>
                    </a:cubicBezTo>
                    <a:cubicBezTo>
                      <a:pt x="6" y="5"/>
                      <a:pt x="2" y="9"/>
                      <a:pt x="0" y="14"/>
                    </a:cubicBezTo>
                    <a:cubicBezTo>
                      <a:pt x="1" y="6"/>
                      <a:pt x="5" y="0"/>
                      <a:pt x="13" y="1"/>
                    </a:cubicBezTo>
                    <a:cubicBezTo>
                      <a:pt x="19" y="1"/>
                      <a:pt x="24" y="4"/>
                      <a:pt x="29" y="4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9" name="Freeform 3715">
                <a:extLst>
                  <a:ext uri="{FF2B5EF4-FFF2-40B4-BE49-F238E27FC236}">
                    <a16:creationId xmlns:a16="http://schemas.microsoft.com/office/drawing/2014/main" id="{4C503583-5E15-4D51-91B8-15B13C6CD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879"/>
                <a:ext cx="8" cy="7"/>
              </a:xfrm>
              <a:custGeom>
                <a:avLst/>
                <a:gdLst>
                  <a:gd name="T0" fmla="*/ 10 w 7"/>
                  <a:gd name="T1" fmla="*/ 9 h 6"/>
                  <a:gd name="T2" fmla="*/ 0 w 7"/>
                  <a:gd name="T3" fmla="*/ 6 h 6"/>
                  <a:gd name="T4" fmla="*/ 9 w 7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7" y="2"/>
                      <a:pt x="3" y="0"/>
                      <a:pt x="0" y="3"/>
                    </a:cubicBezTo>
                    <a:cubicBezTo>
                      <a:pt x="2" y="4"/>
                      <a:pt x="5" y="4"/>
                      <a:pt x="6" y="5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0" name="Freeform 3716">
                <a:extLst>
                  <a:ext uri="{FF2B5EF4-FFF2-40B4-BE49-F238E27FC236}">
                    <a16:creationId xmlns:a16="http://schemas.microsoft.com/office/drawing/2014/main" id="{3E4530B5-E0D6-4642-AEE2-ADA353D01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907"/>
                <a:ext cx="27" cy="14"/>
              </a:xfrm>
              <a:custGeom>
                <a:avLst/>
                <a:gdLst>
                  <a:gd name="T0" fmla="*/ 0 w 24"/>
                  <a:gd name="T1" fmla="*/ 16 h 12"/>
                  <a:gd name="T2" fmla="*/ 19 w 24"/>
                  <a:gd name="T3" fmla="*/ 16 h 12"/>
                  <a:gd name="T4" fmla="*/ 34 w 24"/>
                  <a:gd name="T5" fmla="*/ 0 h 12"/>
                  <a:gd name="T6" fmla="*/ 16 w 24"/>
                  <a:gd name="T7" fmla="*/ 16 h 12"/>
                  <a:gd name="T8" fmla="*/ 1 w 24"/>
                  <a:gd name="T9" fmla="*/ 1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0" y="10"/>
                    </a:moveTo>
                    <a:cubicBezTo>
                      <a:pt x="4" y="12"/>
                      <a:pt x="8" y="12"/>
                      <a:pt x="13" y="10"/>
                    </a:cubicBezTo>
                    <a:cubicBezTo>
                      <a:pt x="17" y="8"/>
                      <a:pt x="19" y="2"/>
                      <a:pt x="24" y="0"/>
                    </a:cubicBezTo>
                    <a:cubicBezTo>
                      <a:pt x="18" y="2"/>
                      <a:pt x="16" y="7"/>
                      <a:pt x="11" y="10"/>
                    </a:cubicBezTo>
                    <a:cubicBezTo>
                      <a:pt x="7" y="12"/>
                      <a:pt x="4" y="11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1" name="Freeform 3717">
                <a:extLst>
                  <a:ext uri="{FF2B5EF4-FFF2-40B4-BE49-F238E27FC236}">
                    <a16:creationId xmlns:a16="http://schemas.microsoft.com/office/drawing/2014/main" id="{53103DA0-E0CB-45C6-BBF3-A083080D7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879"/>
                <a:ext cx="10" cy="12"/>
              </a:xfrm>
              <a:custGeom>
                <a:avLst/>
                <a:gdLst>
                  <a:gd name="T0" fmla="*/ 12 w 9"/>
                  <a:gd name="T1" fmla="*/ 12 h 10"/>
                  <a:gd name="T2" fmla="*/ 8 w 9"/>
                  <a:gd name="T3" fmla="*/ 0 h 10"/>
                  <a:gd name="T4" fmla="*/ 11 w 9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7"/>
                    </a:moveTo>
                    <a:cubicBezTo>
                      <a:pt x="3" y="10"/>
                      <a:pt x="0" y="4"/>
                      <a:pt x="5" y="0"/>
                    </a:cubicBezTo>
                    <a:cubicBezTo>
                      <a:pt x="4" y="4"/>
                      <a:pt x="2" y="8"/>
                      <a:pt x="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2" name="Freeform 3718">
                <a:extLst>
                  <a:ext uri="{FF2B5EF4-FFF2-40B4-BE49-F238E27FC236}">
                    <a16:creationId xmlns:a16="http://schemas.microsoft.com/office/drawing/2014/main" id="{F35B1E9C-8EC8-4264-81C9-07BC96A01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903"/>
                <a:ext cx="10" cy="12"/>
              </a:xfrm>
              <a:custGeom>
                <a:avLst/>
                <a:gdLst>
                  <a:gd name="T0" fmla="*/ 8 w 9"/>
                  <a:gd name="T1" fmla="*/ 0 h 10"/>
                  <a:gd name="T2" fmla="*/ 12 w 9"/>
                  <a:gd name="T3" fmla="*/ 17 h 10"/>
                  <a:gd name="T4" fmla="*/ 9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0" y="5"/>
                      <a:pt x="5" y="9"/>
                      <a:pt x="9" y="10"/>
                    </a:cubicBezTo>
                    <a:cubicBezTo>
                      <a:pt x="7" y="7"/>
                      <a:pt x="4" y="4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3" name="Freeform 3719">
                <a:extLst>
                  <a:ext uri="{FF2B5EF4-FFF2-40B4-BE49-F238E27FC236}">
                    <a16:creationId xmlns:a16="http://schemas.microsoft.com/office/drawing/2014/main" id="{469CDC97-D492-499C-8EEE-0F588BA35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897"/>
                <a:ext cx="7" cy="8"/>
              </a:xfrm>
              <a:custGeom>
                <a:avLst/>
                <a:gdLst>
                  <a:gd name="T0" fmla="*/ 6 w 6"/>
                  <a:gd name="T1" fmla="*/ 10 h 7"/>
                  <a:gd name="T2" fmla="*/ 9 w 6"/>
                  <a:gd name="T3" fmla="*/ 0 h 7"/>
                  <a:gd name="T4" fmla="*/ 0 w 6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7"/>
                    </a:moveTo>
                    <a:cubicBezTo>
                      <a:pt x="4" y="6"/>
                      <a:pt x="6" y="2"/>
                      <a:pt x="6" y="0"/>
                    </a:cubicBezTo>
                    <a:cubicBezTo>
                      <a:pt x="3" y="1"/>
                      <a:pt x="2" y="4"/>
                      <a:pt x="0" y="6"/>
                    </a:cubicBezTo>
                  </a:path>
                </a:pathLst>
              </a:custGeom>
              <a:noFill/>
              <a:ln w="1588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4" name="Freeform 3720">
                <a:extLst>
                  <a:ext uri="{FF2B5EF4-FFF2-40B4-BE49-F238E27FC236}">
                    <a16:creationId xmlns:a16="http://schemas.microsoft.com/office/drawing/2014/main" id="{9A2C21F1-D954-47B2-A783-A09615D55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883"/>
                <a:ext cx="5" cy="7"/>
              </a:xfrm>
              <a:custGeom>
                <a:avLst/>
                <a:gdLst>
                  <a:gd name="T0" fmla="*/ 8 w 4"/>
                  <a:gd name="T1" fmla="*/ 9 h 6"/>
                  <a:gd name="T2" fmla="*/ 1 w 4"/>
                  <a:gd name="T3" fmla="*/ 0 h 6"/>
                  <a:gd name="T4" fmla="*/ 1 w 4"/>
                  <a:gd name="T5" fmla="*/ 6 h 6"/>
                  <a:gd name="T6" fmla="*/ 1 w 4"/>
                  <a:gd name="T7" fmla="*/ 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3" y="4"/>
                      <a:pt x="2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4"/>
                      <a:pt x="0" y="5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5" name="Freeform 3721">
                <a:extLst>
                  <a:ext uri="{FF2B5EF4-FFF2-40B4-BE49-F238E27FC236}">
                    <a16:creationId xmlns:a16="http://schemas.microsoft.com/office/drawing/2014/main" id="{5B90280E-B883-499B-B4E0-0BC147810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878"/>
                <a:ext cx="6" cy="5"/>
              </a:xfrm>
              <a:custGeom>
                <a:avLst/>
                <a:gdLst>
                  <a:gd name="T0" fmla="*/ 8 w 5"/>
                  <a:gd name="T1" fmla="*/ 8 h 4"/>
                  <a:gd name="T2" fmla="*/ 7 w 5"/>
                  <a:gd name="T3" fmla="*/ 0 h 4"/>
                  <a:gd name="T4" fmla="*/ 0 w 5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5" y="3"/>
                      <a:pt x="4" y="1"/>
                      <a:pt x="4" y="0"/>
                    </a:cubicBezTo>
                    <a:cubicBezTo>
                      <a:pt x="2" y="1"/>
                      <a:pt x="1" y="3"/>
                      <a:pt x="0" y="4"/>
                    </a:cubicBezTo>
                  </a:path>
                </a:pathLst>
              </a:custGeom>
              <a:noFill/>
              <a:ln w="1588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6" name="Freeform 3722">
                <a:extLst>
                  <a:ext uri="{FF2B5EF4-FFF2-40B4-BE49-F238E27FC236}">
                    <a16:creationId xmlns:a16="http://schemas.microsoft.com/office/drawing/2014/main" id="{3B441575-F32A-4D6B-B3A3-4A11EAFC7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903"/>
                <a:ext cx="6" cy="5"/>
              </a:xfrm>
              <a:custGeom>
                <a:avLst/>
                <a:gdLst>
                  <a:gd name="T0" fmla="*/ 0 w 5"/>
                  <a:gd name="T1" fmla="*/ 6 h 4"/>
                  <a:gd name="T2" fmla="*/ 8 w 5"/>
                  <a:gd name="T3" fmla="*/ 8 h 4"/>
                  <a:gd name="T4" fmla="*/ 6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3"/>
                      <a:pt x="3" y="4"/>
                      <a:pt x="5" y="4"/>
                    </a:cubicBezTo>
                    <a:cubicBezTo>
                      <a:pt x="4" y="3"/>
                      <a:pt x="4" y="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7" name="Freeform 3723">
                <a:extLst>
                  <a:ext uri="{FF2B5EF4-FFF2-40B4-BE49-F238E27FC236}">
                    <a16:creationId xmlns:a16="http://schemas.microsoft.com/office/drawing/2014/main" id="{BEBB0E98-F89A-4092-B321-54A305C64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894"/>
                <a:ext cx="7" cy="5"/>
              </a:xfrm>
              <a:custGeom>
                <a:avLst/>
                <a:gdLst>
                  <a:gd name="T0" fmla="*/ 6 w 7"/>
                  <a:gd name="T1" fmla="*/ 5 h 5"/>
                  <a:gd name="T2" fmla="*/ 1 w 7"/>
                  <a:gd name="T3" fmla="*/ 4 h 5"/>
                  <a:gd name="T4" fmla="*/ 3 w 7"/>
                  <a:gd name="T5" fmla="*/ 3 h 5"/>
                  <a:gd name="T6" fmla="*/ 7 w 7"/>
                  <a:gd name="T7" fmla="*/ 1 h 5"/>
                  <a:gd name="T8" fmla="*/ 3 w 7"/>
                  <a:gd name="T9" fmla="*/ 1 h 5"/>
                  <a:gd name="T10" fmla="*/ 0 w 7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6" y="5"/>
                    </a:moveTo>
                    <a:cubicBezTo>
                      <a:pt x="5" y="5"/>
                      <a:pt x="0" y="5"/>
                      <a:pt x="1" y="4"/>
                    </a:cubicBezTo>
                    <a:cubicBezTo>
                      <a:pt x="1" y="4"/>
                      <a:pt x="3" y="3"/>
                      <a:pt x="3" y="3"/>
                    </a:cubicBezTo>
                    <a:cubicBezTo>
                      <a:pt x="4" y="2"/>
                      <a:pt x="5" y="1"/>
                      <a:pt x="7" y="1"/>
                    </a:cubicBezTo>
                    <a:cubicBezTo>
                      <a:pt x="6" y="0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D1EE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8" name="Freeform 3724">
                <a:extLst>
                  <a:ext uri="{FF2B5EF4-FFF2-40B4-BE49-F238E27FC236}">
                    <a16:creationId xmlns:a16="http://schemas.microsoft.com/office/drawing/2014/main" id="{31F6FD66-E26D-4D5C-85CF-BA7BB3C22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2876"/>
                <a:ext cx="104" cy="88"/>
              </a:xfrm>
              <a:custGeom>
                <a:avLst/>
                <a:gdLst>
                  <a:gd name="T0" fmla="*/ 49 w 94"/>
                  <a:gd name="T1" fmla="*/ 19 h 75"/>
                  <a:gd name="T2" fmla="*/ 45 w 94"/>
                  <a:gd name="T3" fmla="*/ 72 h 75"/>
                  <a:gd name="T4" fmla="*/ 117 w 94"/>
                  <a:gd name="T5" fmla="*/ 81 h 75"/>
                  <a:gd name="T6" fmla="*/ 112 w 94"/>
                  <a:gd name="T7" fmla="*/ 48 h 75"/>
                  <a:gd name="T8" fmla="*/ 108 w 94"/>
                  <a:gd name="T9" fmla="*/ 15 h 75"/>
                  <a:gd name="T10" fmla="*/ 73 w 94"/>
                  <a:gd name="T11" fmla="*/ 9 h 75"/>
                  <a:gd name="T12" fmla="*/ 49 w 94"/>
                  <a:gd name="T13" fmla="*/ 1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75">
                    <a:moveTo>
                      <a:pt x="36" y="12"/>
                    </a:moveTo>
                    <a:cubicBezTo>
                      <a:pt x="31" y="0"/>
                      <a:pt x="0" y="14"/>
                      <a:pt x="33" y="44"/>
                    </a:cubicBezTo>
                    <a:cubicBezTo>
                      <a:pt x="66" y="75"/>
                      <a:pt x="80" y="69"/>
                      <a:pt x="87" y="50"/>
                    </a:cubicBezTo>
                    <a:cubicBezTo>
                      <a:pt x="94" y="31"/>
                      <a:pt x="94" y="31"/>
                      <a:pt x="82" y="30"/>
                    </a:cubicBezTo>
                    <a:cubicBezTo>
                      <a:pt x="70" y="28"/>
                      <a:pt x="92" y="19"/>
                      <a:pt x="80" y="9"/>
                    </a:cubicBezTo>
                    <a:cubicBezTo>
                      <a:pt x="68" y="0"/>
                      <a:pt x="58" y="1"/>
                      <a:pt x="54" y="6"/>
                    </a:cubicBezTo>
                    <a:cubicBezTo>
                      <a:pt x="51" y="11"/>
                      <a:pt x="38" y="20"/>
                      <a:pt x="36" y="12"/>
                    </a:cubicBezTo>
                    <a:close/>
                  </a:path>
                </a:pathLst>
              </a:custGeom>
              <a:solidFill>
                <a:srgbClr val="D1EEF5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9" name="Freeform 3725">
                <a:extLst>
                  <a:ext uri="{FF2B5EF4-FFF2-40B4-BE49-F238E27FC236}">
                    <a16:creationId xmlns:a16="http://schemas.microsoft.com/office/drawing/2014/main" id="{60E0EBE1-A85C-4407-ACD1-DF2634071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911"/>
                <a:ext cx="37" cy="17"/>
              </a:xfrm>
              <a:custGeom>
                <a:avLst/>
                <a:gdLst>
                  <a:gd name="T0" fmla="*/ 0 w 34"/>
                  <a:gd name="T1" fmla="*/ 2 h 14"/>
                  <a:gd name="T2" fmla="*/ 15 w 34"/>
                  <a:gd name="T3" fmla="*/ 2 h 14"/>
                  <a:gd name="T4" fmla="*/ 27 w 34"/>
                  <a:gd name="T5" fmla="*/ 19 h 14"/>
                  <a:gd name="T6" fmla="*/ 44 w 34"/>
                  <a:gd name="T7" fmla="*/ 1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4">
                    <a:moveTo>
                      <a:pt x="0" y="2"/>
                    </a:moveTo>
                    <a:cubicBezTo>
                      <a:pt x="5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21" y="11"/>
                    </a:cubicBezTo>
                    <a:cubicBezTo>
                      <a:pt x="26" y="14"/>
                      <a:pt x="28" y="6"/>
                      <a:pt x="34" y="9"/>
                    </a:cubicBezTo>
                  </a:path>
                </a:pathLst>
              </a:custGeom>
              <a:solidFill>
                <a:srgbClr val="D1EEF5"/>
              </a:solidFill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0" name="Freeform 3726">
                <a:extLst>
                  <a:ext uri="{FF2B5EF4-FFF2-40B4-BE49-F238E27FC236}">
                    <a16:creationId xmlns:a16="http://schemas.microsoft.com/office/drawing/2014/main" id="{EF35B51A-CF08-42E2-9883-6A9855BA2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911"/>
                <a:ext cx="37" cy="17"/>
              </a:xfrm>
              <a:custGeom>
                <a:avLst/>
                <a:gdLst>
                  <a:gd name="T0" fmla="*/ 0 w 34"/>
                  <a:gd name="T1" fmla="*/ 2 h 14"/>
                  <a:gd name="T2" fmla="*/ 15 w 34"/>
                  <a:gd name="T3" fmla="*/ 2 h 14"/>
                  <a:gd name="T4" fmla="*/ 27 w 34"/>
                  <a:gd name="T5" fmla="*/ 19 h 14"/>
                  <a:gd name="T6" fmla="*/ 44 w 34"/>
                  <a:gd name="T7" fmla="*/ 1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4">
                    <a:moveTo>
                      <a:pt x="0" y="2"/>
                    </a:moveTo>
                    <a:cubicBezTo>
                      <a:pt x="5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21" y="11"/>
                    </a:cubicBezTo>
                    <a:cubicBezTo>
                      <a:pt x="26" y="14"/>
                      <a:pt x="28" y="6"/>
                      <a:pt x="34" y="9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1" name="Freeform 3727">
                <a:extLst>
                  <a:ext uri="{FF2B5EF4-FFF2-40B4-BE49-F238E27FC236}">
                    <a16:creationId xmlns:a16="http://schemas.microsoft.com/office/drawing/2014/main" id="{AFF94EC5-39A4-470F-A777-0292684EF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894"/>
                <a:ext cx="15" cy="9"/>
              </a:xfrm>
              <a:custGeom>
                <a:avLst/>
                <a:gdLst>
                  <a:gd name="T0" fmla="*/ 17 w 14"/>
                  <a:gd name="T1" fmla="*/ 0 h 8"/>
                  <a:gd name="T2" fmla="*/ 0 w 14"/>
                  <a:gd name="T3" fmla="*/ 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11" y="5"/>
                      <a:pt x="4" y="8"/>
                      <a:pt x="0" y="3"/>
                    </a:cubicBezTo>
                  </a:path>
                </a:pathLst>
              </a:custGeom>
              <a:solidFill>
                <a:srgbClr val="D1EEF5"/>
              </a:solidFill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2" name="Freeform 3728">
                <a:extLst>
                  <a:ext uri="{FF2B5EF4-FFF2-40B4-BE49-F238E27FC236}">
                    <a16:creationId xmlns:a16="http://schemas.microsoft.com/office/drawing/2014/main" id="{7793ECF7-1F45-440F-A589-8C97B3EEB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894"/>
                <a:ext cx="15" cy="9"/>
              </a:xfrm>
              <a:custGeom>
                <a:avLst/>
                <a:gdLst>
                  <a:gd name="T0" fmla="*/ 17 w 14"/>
                  <a:gd name="T1" fmla="*/ 0 h 8"/>
                  <a:gd name="T2" fmla="*/ 0 w 14"/>
                  <a:gd name="T3" fmla="*/ 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11" y="5"/>
                      <a:pt x="4" y="8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3" name="Freeform 3729">
                <a:extLst>
                  <a:ext uri="{FF2B5EF4-FFF2-40B4-BE49-F238E27FC236}">
                    <a16:creationId xmlns:a16="http://schemas.microsoft.com/office/drawing/2014/main" id="{58EFB25B-AAA2-4439-8F7F-C3B66962D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892"/>
                <a:ext cx="5" cy="15"/>
              </a:xfrm>
              <a:custGeom>
                <a:avLst/>
                <a:gdLst>
                  <a:gd name="T0" fmla="*/ 1 w 4"/>
                  <a:gd name="T1" fmla="*/ 0 h 12"/>
                  <a:gd name="T2" fmla="*/ 6 w 4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1" y="0"/>
                    </a:moveTo>
                    <a:cubicBezTo>
                      <a:pt x="4" y="4"/>
                      <a:pt x="0" y="8"/>
                      <a:pt x="3" y="12"/>
                    </a:cubicBezTo>
                  </a:path>
                </a:pathLst>
              </a:custGeom>
              <a:solidFill>
                <a:srgbClr val="D1EEF5"/>
              </a:solidFill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4" name="Freeform 3730">
                <a:extLst>
                  <a:ext uri="{FF2B5EF4-FFF2-40B4-BE49-F238E27FC236}">
                    <a16:creationId xmlns:a16="http://schemas.microsoft.com/office/drawing/2014/main" id="{0E085181-5569-42CF-93CA-363844C9F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892"/>
                <a:ext cx="5" cy="15"/>
              </a:xfrm>
              <a:custGeom>
                <a:avLst/>
                <a:gdLst>
                  <a:gd name="T0" fmla="*/ 1 w 4"/>
                  <a:gd name="T1" fmla="*/ 0 h 12"/>
                  <a:gd name="T2" fmla="*/ 6 w 4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1" y="0"/>
                    </a:moveTo>
                    <a:cubicBezTo>
                      <a:pt x="4" y="4"/>
                      <a:pt x="0" y="8"/>
                      <a:pt x="3" y="1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5" name="Freeform 3731">
                <a:extLst>
                  <a:ext uri="{FF2B5EF4-FFF2-40B4-BE49-F238E27FC236}">
                    <a16:creationId xmlns:a16="http://schemas.microsoft.com/office/drawing/2014/main" id="{5C71101E-3717-4959-BAA2-D28AD377A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924"/>
                <a:ext cx="56" cy="27"/>
              </a:xfrm>
              <a:custGeom>
                <a:avLst/>
                <a:gdLst>
                  <a:gd name="T0" fmla="*/ 71 w 50"/>
                  <a:gd name="T1" fmla="*/ 7 h 23"/>
                  <a:gd name="T2" fmla="*/ 44 w 50"/>
                  <a:gd name="T3" fmla="*/ 34 h 23"/>
                  <a:gd name="T4" fmla="*/ 21 w 50"/>
                  <a:gd name="T5" fmla="*/ 21 h 23"/>
                  <a:gd name="T6" fmla="*/ 0 w 50"/>
                  <a:gd name="T7" fmla="*/ 0 h 23"/>
                  <a:gd name="T8" fmla="*/ 45 w 50"/>
                  <a:gd name="T9" fmla="*/ 16 h 23"/>
                  <a:gd name="T10" fmla="*/ 54 w 50"/>
                  <a:gd name="T11" fmla="*/ 11 h 23"/>
                  <a:gd name="T12" fmla="*/ 62 w 50"/>
                  <a:gd name="T13" fmla="*/ 11 h 23"/>
                  <a:gd name="T14" fmla="*/ 69 w 50"/>
                  <a:gd name="T15" fmla="*/ 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3">
                    <a:moveTo>
                      <a:pt x="50" y="4"/>
                    </a:moveTo>
                    <a:cubicBezTo>
                      <a:pt x="46" y="12"/>
                      <a:pt x="43" y="23"/>
                      <a:pt x="31" y="21"/>
                    </a:cubicBezTo>
                    <a:cubicBezTo>
                      <a:pt x="26" y="20"/>
                      <a:pt x="20" y="16"/>
                      <a:pt x="15" y="13"/>
                    </a:cubicBezTo>
                    <a:cubicBezTo>
                      <a:pt x="9" y="9"/>
                      <a:pt x="5" y="5"/>
                      <a:pt x="0" y="0"/>
                    </a:cubicBezTo>
                    <a:cubicBezTo>
                      <a:pt x="12" y="3"/>
                      <a:pt x="19" y="14"/>
                      <a:pt x="32" y="10"/>
                    </a:cubicBezTo>
                    <a:cubicBezTo>
                      <a:pt x="35" y="9"/>
                      <a:pt x="36" y="8"/>
                      <a:pt x="38" y="7"/>
                    </a:cubicBezTo>
                    <a:cubicBezTo>
                      <a:pt x="40" y="7"/>
                      <a:pt x="42" y="8"/>
                      <a:pt x="44" y="7"/>
                    </a:cubicBezTo>
                    <a:cubicBezTo>
                      <a:pt x="46" y="7"/>
                      <a:pt x="48" y="5"/>
                      <a:pt x="49" y="4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6" name="Freeform 3732">
                <a:extLst>
                  <a:ext uri="{FF2B5EF4-FFF2-40B4-BE49-F238E27FC236}">
                    <a16:creationId xmlns:a16="http://schemas.microsoft.com/office/drawing/2014/main" id="{18F16761-1DF6-4EB2-BF5A-6023EDA02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04"/>
                <a:ext cx="30" cy="21"/>
              </a:xfrm>
              <a:custGeom>
                <a:avLst/>
                <a:gdLst>
                  <a:gd name="T0" fmla="*/ 37 w 27"/>
                  <a:gd name="T1" fmla="*/ 19 h 18"/>
                  <a:gd name="T2" fmla="*/ 14 w 27"/>
                  <a:gd name="T3" fmla="*/ 18 h 18"/>
                  <a:gd name="T4" fmla="*/ 10 w 27"/>
                  <a:gd name="T5" fmla="*/ 8 h 18"/>
                  <a:gd name="T6" fmla="*/ 0 w 27"/>
                  <a:gd name="T7" fmla="*/ 7 h 18"/>
                  <a:gd name="T8" fmla="*/ 21 w 27"/>
                  <a:gd name="T9" fmla="*/ 13 h 18"/>
                  <a:gd name="T10" fmla="*/ 36 w 27"/>
                  <a:gd name="T11" fmla="*/ 1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8">
                    <a:moveTo>
                      <a:pt x="27" y="12"/>
                    </a:moveTo>
                    <a:cubicBezTo>
                      <a:pt x="21" y="9"/>
                      <a:pt x="16" y="18"/>
                      <a:pt x="11" y="11"/>
                    </a:cubicBezTo>
                    <a:cubicBezTo>
                      <a:pt x="9" y="9"/>
                      <a:pt x="9" y="6"/>
                      <a:pt x="7" y="5"/>
                    </a:cubicBezTo>
                    <a:cubicBezTo>
                      <a:pt x="5" y="4"/>
                      <a:pt x="2" y="5"/>
                      <a:pt x="0" y="4"/>
                    </a:cubicBezTo>
                    <a:cubicBezTo>
                      <a:pt x="5" y="0"/>
                      <a:pt x="11" y="5"/>
                      <a:pt x="15" y="8"/>
                    </a:cubicBezTo>
                    <a:cubicBezTo>
                      <a:pt x="18" y="11"/>
                      <a:pt x="22" y="10"/>
                      <a:pt x="26" y="12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7" name="Freeform 3733">
                <a:extLst>
                  <a:ext uri="{FF2B5EF4-FFF2-40B4-BE49-F238E27FC236}">
                    <a16:creationId xmlns:a16="http://schemas.microsoft.com/office/drawing/2014/main" id="{44B48E86-2D1A-4370-8BC4-CEA817CD0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891"/>
                <a:ext cx="15" cy="14"/>
              </a:xfrm>
              <a:custGeom>
                <a:avLst/>
                <a:gdLst>
                  <a:gd name="T0" fmla="*/ 14 w 13"/>
                  <a:gd name="T1" fmla="*/ 6 h 12"/>
                  <a:gd name="T2" fmla="*/ 0 w 13"/>
                  <a:gd name="T3" fmla="*/ 18 h 12"/>
                  <a:gd name="T4" fmla="*/ 16 w 13"/>
                  <a:gd name="T5" fmla="*/ 11 h 12"/>
                  <a:gd name="T6" fmla="*/ 12 w 13"/>
                  <a:gd name="T7" fmla="*/ 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9" y="3"/>
                    </a:moveTo>
                    <a:cubicBezTo>
                      <a:pt x="7" y="7"/>
                      <a:pt x="3" y="8"/>
                      <a:pt x="0" y="11"/>
                    </a:cubicBezTo>
                    <a:cubicBezTo>
                      <a:pt x="3" y="12"/>
                      <a:pt x="8" y="9"/>
                      <a:pt x="10" y="7"/>
                    </a:cubicBezTo>
                    <a:cubicBezTo>
                      <a:pt x="13" y="3"/>
                      <a:pt x="11" y="0"/>
                      <a:pt x="8" y="4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8" name="Freeform 3734">
                <a:extLst>
                  <a:ext uri="{FF2B5EF4-FFF2-40B4-BE49-F238E27FC236}">
                    <a16:creationId xmlns:a16="http://schemas.microsoft.com/office/drawing/2014/main" id="{FE3463D3-7443-4ED8-854D-A07EC4775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885"/>
                <a:ext cx="15" cy="30"/>
              </a:xfrm>
              <a:custGeom>
                <a:avLst/>
                <a:gdLst>
                  <a:gd name="T0" fmla="*/ 15 w 14"/>
                  <a:gd name="T1" fmla="*/ 7 h 25"/>
                  <a:gd name="T2" fmla="*/ 1 w 14"/>
                  <a:gd name="T3" fmla="*/ 17 h 25"/>
                  <a:gd name="T4" fmla="*/ 10 w 14"/>
                  <a:gd name="T5" fmla="*/ 43 h 25"/>
                  <a:gd name="T6" fmla="*/ 12 w 14"/>
                  <a:gd name="T7" fmla="*/ 20 h 25"/>
                  <a:gd name="T8" fmla="*/ 14 w 14"/>
                  <a:gd name="T9" fmla="*/ 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5">
                    <a:moveTo>
                      <a:pt x="12" y="4"/>
                    </a:moveTo>
                    <a:cubicBezTo>
                      <a:pt x="8" y="0"/>
                      <a:pt x="2" y="5"/>
                      <a:pt x="1" y="10"/>
                    </a:cubicBezTo>
                    <a:cubicBezTo>
                      <a:pt x="0" y="15"/>
                      <a:pt x="4" y="21"/>
                      <a:pt x="7" y="25"/>
                    </a:cubicBezTo>
                    <a:cubicBezTo>
                      <a:pt x="7" y="21"/>
                      <a:pt x="7" y="16"/>
                      <a:pt x="9" y="12"/>
                    </a:cubicBezTo>
                    <a:cubicBezTo>
                      <a:pt x="10" y="10"/>
                      <a:pt x="14" y="6"/>
                      <a:pt x="11" y="4"/>
                    </a:cubicBezTo>
                  </a:path>
                </a:pathLst>
              </a:custGeom>
              <a:solidFill>
                <a:srgbClr val="AADC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9" name="Freeform 3735">
                <a:extLst>
                  <a:ext uri="{FF2B5EF4-FFF2-40B4-BE49-F238E27FC236}">
                    <a16:creationId xmlns:a16="http://schemas.microsoft.com/office/drawing/2014/main" id="{1E3D7260-5E40-4D54-B960-800040D56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889"/>
                <a:ext cx="10" cy="14"/>
              </a:xfrm>
              <a:custGeom>
                <a:avLst/>
                <a:gdLst>
                  <a:gd name="T0" fmla="*/ 12 w 9"/>
                  <a:gd name="T1" fmla="*/ 1 h 12"/>
                  <a:gd name="T2" fmla="*/ 2 w 9"/>
                  <a:gd name="T3" fmla="*/ 19 h 12"/>
                  <a:gd name="T4" fmla="*/ 0 w 9"/>
                  <a:gd name="T5" fmla="*/ 18 h 12"/>
                  <a:gd name="T6" fmla="*/ 9 w 9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9" y="1"/>
                    </a:moveTo>
                    <a:cubicBezTo>
                      <a:pt x="3" y="3"/>
                      <a:pt x="3" y="7"/>
                      <a:pt x="2" y="12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8"/>
                      <a:pt x="3" y="1"/>
                      <a:pt x="6" y="0"/>
                    </a:cubicBezTo>
                  </a:path>
                </a:pathLst>
              </a:custGeom>
              <a:solidFill>
                <a:srgbClr val="84C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8138" name="Freeform 3736">
              <a:extLst>
                <a:ext uri="{FF2B5EF4-FFF2-40B4-BE49-F238E27FC236}">
                  <a16:creationId xmlns:a16="http://schemas.microsoft.com/office/drawing/2014/main" id="{9B528BC8-A69A-48B9-A9E4-89B0BA952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931"/>
              <a:ext cx="32" cy="16"/>
            </a:xfrm>
            <a:custGeom>
              <a:avLst/>
              <a:gdLst>
                <a:gd name="T0" fmla="*/ 0 w 29"/>
                <a:gd name="T1" fmla="*/ 14 h 13"/>
                <a:gd name="T2" fmla="*/ 24 w 29"/>
                <a:gd name="T3" fmla="*/ 21 h 13"/>
                <a:gd name="T4" fmla="*/ 39 w 29"/>
                <a:gd name="T5" fmla="*/ 0 h 13"/>
                <a:gd name="T6" fmla="*/ 22 w 29"/>
                <a:gd name="T7" fmla="*/ 25 h 13"/>
                <a:gd name="T8" fmla="*/ 0 w 29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0" y="7"/>
                  </a:moveTo>
                  <a:cubicBezTo>
                    <a:pt x="6" y="8"/>
                    <a:pt x="11" y="12"/>
                    <a:pt x="18" y="11"/>
                  </a:cubicBezTo>
                  <a:cubicBezTo>
                    <a:pt x="23" y="9"/>
                    <a:pt x="27" y="5"/>
                    <a:pt x="29" y="0"/>
                  </a:cubicBezTo>
                  <a:cubicBezTo>
                    <a:pt x="28" y="8"/>
                    <a:pt x="24" y="13"/>
                    <a:pt x="16" y="13"/>
                  </a:cubicBezTo>
                  <a:cubicBezTo>
                    <a:pt x="10" y="12"/>
                    <a:pt x="5" y="8"/>
                    <a:pt x="0" y="9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3737">
              <a:extLst>
                <a:ext uri="{FF2B5EF4-FFF2-40B4-BE49-F238E27FC236}">
                  <a16:creationId xmlns:a16="http://schemas.microsoft.com/office/drawing/2014/main" id="{ED1F628E-7F3F-43D9-A04A-6F2FD81B2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915"/>
              <a:ext cx="8" cy="7"/>
            </a:xfrm>
            <a:custGeom>
              <a:avLst/>
              <a:gdLst>
                <a:gd name="T0" fmla="*/ 0 w 7"/>
                <a:gd name="T1" fmla="*/ 0 h 6"/>
                <a:gd name="T2" fmla="*/ 10 w 7"/>
                <a:gd name="T3" fmla="*/ 6 h 6"/>
                <a:gd name="T4" fmla="*/ 1 w 7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4"/>
                    <a:pt x="4" y="6"/>
                    <a:pt x="7" y="3"/>
                  </a:cubicBezTo>
                  <a:cubicBezTo>
                    <a:pt x="5" y="3"/>
                    <a:pt x="3" y="2"/>
                    <a:pt x="1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3738">
              <a:extLst>
                <a:ext uri="{FF2B5EF4-FFF2-40B4-BE49-F238E27FC236}">
                  <a16:creationId xmlns:a16="http://schemas.microsoft.com/office/drawing/2014/main" id="{D2436496-D5F5-4134-8819-ACA4C20B8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881"/>
              <a:ext cx="26" cy="14"/>
            </a:xfrm>
            <a:custGeom>
              <a:avLst/>
              <a:gdLst>
                <a:gd name="T0" fmla="*/ 30 w 24"/>
                <a:gd name="T1" fmla="*/ 2 h 12"/>
                <a:gd name="T2" fmla="*/ 15 w 24"/>
                <a:gd name="T3" fmla="*/ 2 h 12"/>
                <a:gd name="T4" fmla="*/ 0 w 24"/>
                <a:gd name="T5" fmla="*/ 19 h 12"/>
                <a:gd name="T6" fmla="*/ 17 w 24"/>
                <a:gd name="T7" fmla="*/ 2 h 12"/>
                <a:gd name="T8" fmla="*/ 30 w 24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2">
                  <a:moveTo>
                    <a:pt x="24" y="2"/>
                  </a:moveTo>
                  <a:cubicBezTo>
                    <a:pt x="20" y="0"/>
                    <a:pt x="17" y="0"/>
                    <a:pt x="12" y="2"/>
                  </a:cubicBezTo>
                  <a:cubicBezTo>
                    <a:pt x="7" y="4"/>
                    <a:pt x="5" y="9"/>
                    <a:pt x="0" y="12"/>
                  </a:cubicBezTo>
                  <a:cubicBezTo>
                    <a:pt x="6" y="10"/>
                    <a:pt x="9" y="5"/>
                    <a:pt x="14" y="2"/>
                  </a:cubicBezTo>
                  <a:cubicBezTo>
                    <a:pt x="18" y="0"/>
                    <a:pt x="21" y="1"/>
                    <a:pt x="2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3739">
              <a:extLst>
                <a:ext uri="{FF2B5EF4-FFF2-40B4-BE49-F238E27FC236}">
                  <a16:creationId xmlns:a16="http://schemas.microsoft.com/office/drawing/2014/main" id="{A7EAD380-604D-484F-A8E6-1435B7F25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911"/>
              <a:ext cx="10" cy="12"/>
            </a:xfrm>
            <a:custGeom>
              <a:avLst/>
              <a:gdLst>
                <a:gd name="T0" fmla="*/ 0 w 9"/>
                <a:gd name="T1" fmla="*/ 6 h 10"/>
                <a:gd name="T2" fmla="*/ 4 w 9"/>
                <a:gd name="T3" fmla="*/ 17 h 10"/>
                <a:gd name="T4" fmla="*/ 1 w 9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3"/>
                  </a:moveTo>
                  <a:cubicBezTo>
                    <a:pt x="6" y="0"/>
                    <a:pt x="9" y="7"/>
                    <a:pt x="4" y="10"/>
                  </a:cubicBezTo>
                  <a:cubicBezTo>
                    <a:pt x="5" y="6"/>
                    <a:pt x="8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3740">
              <a:extLst>
                <a:ext uri="{FF2B5EF4-FFF2-40B4-BE49-F238E27FC236}">
                  <a16:creationId xmlns:a16="http://schemas.microsoft.com/office/drawing/2014/main" id="{9DED873E-2FAF-4E11-AD43-5D7B5E99C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886"/>
              <a:ext cx="9" cy="13"/>
            </a:xfrm>
            <a:custGeom>
              <a:avLst/>
              <a:gdLst>
                <a:gd name="T0" fmla="*/ 3 w 8"/>
                <a:gd name="T1" fmla="*/ 18 h 11"/>
                <a:gd name="T2" fmla="*/ 0 w 8"/>
                <a:gd name="T3" fmla="*/ 0 h 11"/>
                <a:gd name="T4" fmla="*/ 2 w 8"/>
                <a:gd name="T5" fmla="*/ 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8" y="6"/>
                    <a:pt x="3" y="2"/>
                    <a:pt x="0" y="0"/>
                  </a:cubicBezTo>
                  <a:cubicBezTo>
                    <a:pt x="1" y="4"/>
                    <a:pt x="4" y="7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3741">
              <a:extLst>
                <a:ext uri="{FF2B5EF4-FFF2-40B4-BE49-F238E27FC236}">
                  <a16:creationId xmlns:a16="http://schemas.microsoft.com/office/drawing/2014/main" id="{FDDA65E3-D3CD-445B-B098-5E17BBF06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896"/>
              <a:ext cx="7" cy="7"/>
            </a:xfrm>
            <a:custGeom>
              <a:avLst/>
              <a:gdLst>
                <a:gd name="T0" fmla="*/ 6 w 6"/>
                <a:gd name="T1" fmla="*/ 0 h 6"/>
                <a:gd name="T2" fmla="*/ 0 w 6"/>
                <a:gd name="T3" fmla="*/ 9 h 6"/>
                <a:gd name="T4" fmla="*/ 9 w 6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1"/>
                    <a:pt x="0" y="4"/>
                    <a:pt x="0" y="6"/>
                  </a:cubicBezTo>
                  <a:cubicBezTo>
                    <a:pt x="3" y="6"/>
                    <a:pt x="4" y="3"/>
                    <a:pt x="6" y="1"/>
                  </a:cubicBezTo>
                </a:path>
              </a:pathLst>
            </a:custGeom>
            <a:noFill/>
            <a:ln w="158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3742">
              <a:extLst>
                <a:ext uri="{FF2B5EF4-FFF2-40B4-BE49-F238E27FC236}">
                  <a16:creationId xmlns:a16="http://schemas.microsoft.com/office/drawing/2014/main" id="{F9B9C514-DB80-4C41-A2F4-89A09CAF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910"/>
              <a:ext cx="3" cy="8"/>
            </a:xfrm>
            <a:custGeom>
              <a:avLst/>
              <a:gdLst>
                <a:gd name="T0" fmla="*/ 0 w 3"/>
                <a:gd name="T1" fmla="*/ 0 h 7"/>
                <a:gd name="T2" fmla="*/ 2 w 3"/>
                <a:gd name="T3" fmla="*/ 10 h 7"/>
                <a:gd name="T4" fmla="*/ 3 w 3"/>
                <a:gd name="T5" fmla="*/ 3 h 7"/>
                <a:gd name="T6" fmla="*/ 3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6"/>
                    <a:pt x="3" y="4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noFill/>
            <a:ln w="158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3743">
              <a:extLst>
                <a:ext uri="{FF2B5EF4-FFF2-40B4-BE49-F238E27FC236}">
                  <a16:creationId xmlns:a16="http://schemas.microsoft.com/office/drawing/2014/main" id="{30B84BAC-50E6-454F-9AAE-B81D6C5E9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918"/>
              <a:ext cx="5" cy="6"/>
            </a:xfrm>
            <a:custGeom>
              <a:avLst/>
              <a:gdLst>
                <a:gd name="T0" fmla="*/ 1 w 5"/>
                <a:gd name="T1" fmla="*/ 0 h 5"/>
                <a:gd name="T2" fmla="*/ 1 w 5"/>
                <a:gd name="T3" fmla="*/ 8 h 5"/>
                <a:gd name="T4" fmla="*/ 5 w 5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1" y="4"/>
                    <a:pt x="1" y="5"/>
                  </a:cubicBezTo>
                  <a:cubicBezTo>
                    <a:pt x="3" y="4"/>
                    <a:pt x="4" y="2"/>
                    <a:pt x="5" y="1"/>
                  </a:cubicBezTo>
                </a:path>
              </a:pathLst>
            </a:custGeom>
            <a:noFill/>
            <a:ln w="158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3744">
              <a:extLst>
                <a:ext uri="{FF2B5EF4-FFF2-40B4-BE49-F238E27FC236}">
                  <a16:creationId xmlns:a16="http://schemas.microsoft.com/office/drawing/2014/main" id="{91BA3ABC-BE82-48EC-A9AB-D0FB8F2F2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894"/>
              <a:ext cx="5" cy="4"/>
            </a:xfrm>
            <a:custGeom>
              <a:avLst/>
              <a:gdLst>
                <a:gd name="T0" fmla="*/ 5 w 5"/>
                <a:gd name="T1" fmla="*/ 1 h 4"/>
                <a:gd name="T2" fmla="*/ 0 w 5"/>
                <a:gd name="T3" fmla="*/ 0 h 4"/>
                <a:gd name="T4" fmla="*/ 2 w 5"/>
                <a:gd name="T5" fmla="*/ 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1" y="1"/>
                    <a:pt x="2" y="3"/>
                    <a:pt x="2" y="4"/>
                  </a:cubicBezTo>
                </a:path>
              </a:pathLst>
            </a:custGeom>
            <a:noFill/>
            <a:ln w="158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3745">
              <a:extLst>
                <a:ext uri="{FF2B5EF4-FFF2-40B4-BE49-F238E27FC236}">
                  <a16:creationId xmlns:a16="http://schemas.microsoft.com/office/drawing/2014/main" id="{3F822BF4-2996-4773-8C68-F91BAC734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899"/>
              <a:ext cx="8" cy="6"/>
            </a:xfrm>
            <a:custGeom>
              <a:avLst/>
              <a:gdLst>
                <a:gd name="T0" fmla="*/ 1 w 7"/>
                <a:gd name="T1" fmla="*/ 0 h 5"/>
                <a:gd name="T2" fmla="*/ 9 w 7"/>
                <a:gd name="T3" fmla="*/ 2 h 5"/>
                <a:gd name="T4" fmla="*/ 7 w 7"/>
                <a:gd name="T5" fmla="*/ 6 h 5"/>
                <a:gd name="T6" fmla="*/ 0 w 7"/>
                <a:gd name="T7" fmla="*/ 8 h 5"/>
                <a:gd name="T8" fmla="*/ 3 w 7"/>
                <a:gd name="T9" fmla="*/ 8 h 5"/>
                <a:gd name="T10" fmla="*/ 10 w 7"/>
                <a:gd name="T11" fmla="*/ 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2" y="0"/>
                    <a:pt x="7" y="0"/>
                    <a:pt x="6" y="2"/>
                  </a:cubicBezTo>
                  <a:cubicBezTo>
                    <a:pt x="6" y="2"/>
                    <a:pt x="4" y="3"/>
                    <a:pt x="4" y="3"/>
                  </a:cubicBezTo>
                  <a:cubicBezTo>
                    <a:pt x="3" y="4"/>
                    <a:pt x="1" y="4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5" y="5"/>
                    <a:pt x="7" y="5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3746">
              <a:extLst>
                <a:ext uri="{FF2B5EF4-FFF2-40B4-BE49-F238E27FC236}">
                  <a16:creationId xmlns:a16="http://schemas.microsoft.com/office/drawing/2014/main" id="{A50F35B3-BC60-4060-B7E7-96ACC7575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925"/>
              <a:ext cx="128" cy="75"/>
            </a:xfrm>
            <a:custGeom>
              <a:avLst/>
              <a:gdLst>
                <a:gd name="T0" fmla="*/ 126 w 116"/>
                <a:gd name="T1" fmla="*/ 15 h 63"/>
                <a:gd name="T2" fmla="*/ 56 w 116"/>
                <a:gd name="T3" fmla="*/ 44 h 63"/>
                <a:gd name="T4" fmla="*/ 60 w 116"/>
                <a:gd name="T5" fmla="*/ 98 h 63"/>
                <a:gd name="T6" fmla="*/ 114 w 116"/>
                <a:gd name="T7" fmla="*/ 60 h 63"/>
                <a:gd name="T8" fmla="*/ 126 w 116"/>
                <a:gd name="T9" fmla="*/ 1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63">
                  <a:moveTo>
                    <a:pt x="93" y="9"/>
                  </a:moveTo>
                  <a:cubicBezTo>
                    <a:pt x="86" y="0"/>
                    <a:pt x="63" y="19"/>
                    <a:pt x="42" y="26"/>
                  </a:cubicBezTo>
                  <a:cubicBezTo>
                    <a:pt x="21" y="33"/>
                    <a:pt x="0" y="63"/>
                    <a:pt x="44" y="58"/>
                  </a:cubicBezTo>
                  <a:cubicBezTo>
                    <a:pt x="89" y="53"/>
                    <a:pt x="116" y="43"/>
                    <a:pt x="84" y="35"/>
                  </a:cubicBezTo>
                  <a:cubicBezTo>
                    <a:pt x="52" y="27"/>
                    <a:pt x="102" y="31"/>
                    <a:pt x="93" y="9"/>
                  </a:cubicBezTo>
                  <a:close/>
                </a:path>
              </a:pathLst>
            </a:custGeom>
            <a:solidFill>
              <a:srgbClr val="D1EEF5"/>
            </a:solidFill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3747">
              <a:extLst>
                <a:ext uri="{FF2B5EF4-FFF2-40B4-BE49-F238E27FC236}">
                  <a16:creationId xmlns:a16="http://schemas.microsoft.com/office/drawing/2014/main" id="{DBA0AD4C-7104-4932-86FF-DE18380B6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965"/>
              <a:ext cx="28" cy="13"/>
            </a:xfrm>
            <a:custGeom>
              <a:avLst/>
              <a:gdLst>
                <a:gd name="T0" fmla="*/ 0 w 25"/>
                <a:gd name="T1" fmla="*/ 1 h 11"/>
                <a:gd name="T2" fmla="*/ 11 w 25"/>
                <a:gd name="T3" fmla="*/ 1 h 11"/>
                <a:gd name="T4" fmla="*/ 19 w 25"/>
                <a:gd name="T5" fmla="*/ 11 h 11"/>
                <a:gd name="T6" fmla="*/ 35 w 25"/>
                <a:gd name="T7" fmla="*/ 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"/>
                  </a:moveTo>
                  <a:cubicBezTo>
                    <a:pt x="2" y="1"/>
                    <a:pt x="6" y="0"/>
                    <a:pt x="8" y="1"/>
                  </a:cubicBezTo>
                  <a:cubicBezTo>
                    <a:pt x="10" y="2"/>
                    <a:pt x="11" y="5"/>
                    <a:pt x="13" y="7"/>
                  </a:cubicBezTo>
                  <a:cubicBezTo>
                    <a:pt x="17" y="10"/>
                    <a:pt x="21" y="8"/>
                    <a:pt x="25" y="11"/>
                  </a:cubicBezTo>
                </a:path>
              </a:pathLst>
            </a:custGeom>
            <a:solidFill>
              <a:srgbClr val="D1EEF5"/>
            </a:solidFill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3748">
              <a:extLst>
                <a:ext uri="{FF2B5EF4-FFF2-40B4-BE49-F238E27FC236}">
                  <a16:creationId xmlns:a16="http://schemas.microsoft.com/office/drawing/2014/main" id="{C68358C4-D8B5-47A0-A51B-27615C93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965"/>
              <a:ext cx="28" cy="13"/>
            </a:xfrm>
            <a:custGeom>
              <a:avLst/>
              <a:gdLst>
                <a:gd name="T0" fmla="*/ 0 w 25"/>
                <a:gd name="T1" fmla="*/ 1 h 11"/>
                <a:gd name="T2" fmla="*/ 11 w 25"/>
                <a:gd name="T3" fmla="*/ 1 h 11"/>
                <a:gd name="T4" fmla="*/ 19 w 25"/>
                <a:gd name="T5" fmla="*/ 11 h 11"/>
                <a:gd name="T6" fmla="*/ 35 w 25"/>
                <a:gd name="T7" fmla="*/ 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"/>
                  </a:moveTo>
                  <a:cubicBezTo>
                    <a:pt x="2" y="1"/>
                    <a:pt x="6" y="0"/>
                    <a:pt x="8" y="1"/>
                  </a:cubicBezTo>
                  <a:cubicBezTo>
                    <a:pt x="10" y="2"/>
                    <a:pt x="11" y="5"/>
                    <a:pt x="13" y="7"/>
                  </a:cubicBezTo>
                  <a:cubicBezTo>
                    <a:pt x="17" y="10"/>
                    <a:pt x="21" y="8"/>
                    <a:pt x="25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3749">
              <a:extLst>
                <a:ext uri="{FF2B5EF4-FFF2-40B4-BE49-F238E27FC236}">
                  <a16:creationId xmlns:a16="http://schemas.microsoft.com/office/drawing/2014/main" id="{682EC455-9A73-41DC-A720-E9C378C9F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957"/>
              <a:ext cx="17" cy="6"/>
            </a:xfrm>
            <a:custGeom>
              <a:avLst/>
              <a:gdLst>
                <a:gd name="T0" fmla="*/ 22 w 15"/>
                <a:gd name="T1" fmla="*/ 8 h 5"/>
                <a:gd name="T2" fmla="*/ 12 w 15"/>
                <a:gd name="T3" fmla="*/ 1 h 5"/>
                <a:gd name="T4" fmla="*/ 0 w 15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cubicBezTo>
                    <a:pt x="13" y="4"/>
                    <a:pt x="11" y="2"/>
                    <a:pt x="9" y="1"/>
                  </a:cubicBezTo>
                  <a:cubicBezTo>
                    <a:pt x="6" y="0"/>
                    <a:pt x="2" y="1"/>
                    <a:pt x="0" y="1"/>
                  </a:cubicBezTo>
                </a:path>
              </a:pathLst>
            </a:custGeom>
            <a:solidFill>
              <a:srgbClr val="D1EEF5"/>
            </a:solidFill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Freeform 3750">
              <a:extLst>
                <a:ext uri="{FF2B5EF4-FFF2-40B4-BE49-F238E27FC236}">
                  <a16:creationId xmlns:a16="http://schemas.microsoft.com/office/drawing/2014/main" id="{82044E52-D36D-46B0-9AF9-4DF9ABE28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957"/>
              <a:ext cx="17" cy="6"/>
            </a:xfrm>
            <a:custGeom>
              <a:avLst/>
              <a:gdLst>
                <a:gd name="T0" fmla="*/ 22 w 15"/>
                <a:gd name="T1" fmla="*/ 8 h 5"/>
                <a:gd name="T2" fmla="*/ 12 w 15"/>
                <a:gd name="T3" fmla="*/ 1 h 5"/>
                <a:gd name="T4" fmla="*/ 0 w 15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cubicBezTo>
                    <a:pt x="13" y="4"/>
                    <a:pt x="11" y="2"/>
                    <a:pt x="9" y="1"/>
                  </a:cubicBezTo>
                  <a:cubicBezTo>
                    <a:pt x="6" y="0"/>
                    <a:pt x="2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3" name="Freeform 3751">
              <a:extLst>
                <a:ext uri="{FF2B5EF4-FFF2-40B4-BE49-F238E27FC236}">
                  <a16:creationId xmlns:a16="http://schemas.microsoft.com/office/drawing/2014/main" id="{8B499C70-C3D6-4167-A746-60DAC5636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962"/>
              <a:ext cx="25" cy="15"/>
            </a:xfrm>
            <a:custGeom>
              <a:avLst/>
              <a:gdLst>
                <a:gd name="T0" fmla="*/ 1 w 23"/>
                <a:gd name="T1" fmla="*/ 1 h 13"/>
                <a:gd name="T2" fmla="*/ 10 w 23"/>
                <a:gd name="T3" fmla="*/ 7 h 13"/>
                <a:gd name="T4" fmla="*/ 13 w 23"/>
                <a:gd name="T5" fmla="*/ 14 h 13"/>
                <a:gd name="T6" fmla="*/ 29 w 23"/>
                <a:gd name="T7" fmla="*/ 20 h 13"/>
                <a:gd name="T8" fmla="*/ 20 w 23"/>
                <a:gd name="T9" fmla="*/ 12 h 13"/>
                <a:gd name="T10" fmla="*/ 12 w 23"/>
                <a:gd name="T11" fmla="*/ 3 h 13"/>
                <a:gd name="T12" fmla="*/ 5 w 23"/>
                <a:gd name="T13" fmla="*/ 0 h 13"/>
                <a:gd name="T14" fmla="*/ 0 w 23"/>
                <a:gd name="T15" fmla="*/ 2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13">
                  <a:moveTo>
                    <a:pt x="1" y="1"/>
                  </a:moveTo>
                  <a:cubicBezTo>
                    <a:pt x="3" y="3"/>
                    <a:pt x="5" y="3"/>
                    <a:pt x="7" y="4"/>
                  </a:cubicBezTo>
                  <a:cubicBezTo>
                    <a:pt x="8" y="5"/>
                    <a:pt x="9" y="7"/>
                    <a:pt x="10" y="9"/>
                  </a:cubicBezTo>
                  <a:cubicBezTo>
                    <a:pt x="13" y="11"/>
                    <a:pt x="19" y="12"/>
                    <a:pt x="23" y="13"/>
                  </a:cubicBezTo>
                  <a:cubicBezTo>
                    <a:pt x="22" y="10"/>
                    <a:pt x="18" y="9"/>
                    <a:pt x="16" y="8"/>
                  </a:cubicBezTo>
                  <a:cubicBezTo>
                    <a:pt x="13" y="7"/>
                    <a:pt x="11" y="5"/>
                    <a:pt x="9" y="3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2" y="2"/>
                    <a:pt x="0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4" name="Freeform 3752">
              <a:extLst>
                <a:ext uri="{FF2B5EF4-FFF2-40B4-BE49-F238E27FC236}">
                  <a16:creationId xmlns:a16="http://schemas.microsoft.com/office/drawing/2014/main" id="{43D0A16D-8CB2-4D8A-A2D2-FF84C653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943"/>
              <a:ext cx="29" cy="14"/>
            </a:xfrm>
            <a:custGeom>
              <a:avLst/>
              <a:gdLst>
                <a:gd name="T0" fmla="*/ 0 w 26"/>
                <a:gd name="T1" fmla="*/ 15 h 12"/>
                <a:gd name="T2" fmla="*/ 23 w 26"/>
                <a:gd name="T3" fmla="*/ 16 h 12"/>
                <a:gd name="T4" fmla="*/ 35 w 26"/>
                <a:gd name="T5" fmla="*/ 0 h 12"/>
                <a:gd name="T6" fmla="*/ 26 w 26"/>
                <a:gd name="T7" fmla="*/ 8 h 12"/>
                <a:gd name="T8" fmla="*/ 17 w 26"/>
                <a:gd name="T9" fmla="*/ 13 h 12"/>
                <a:gd name="T10" fmla="*/ 0 w 26"/>
                <a:gd name="T11" fmla="*/ 1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2">
                  <a:moveTo>
                    <a:pt x="0" y="9"/>
                  </a:moveTo>
                  <a:cubicBezTo>
                    <a:pt x="6" y="11"/>
                    <a:pt x="11" y="12"/>
                    <a:pt x="17" y="10"/>
                  </a:cubicBezTo>
                  <a:cubicBezTo>
                    <a:pt x="20" y="8"/>
                    <a:pt x="26" y="4"/>
                    <a:pt x="25" y="0"/>
                  </a:cubicBezTo>
                  <a:cubicBezTo>
                    <a:pt x="22" y="0"/>
                    <a:pt x="21" y="4"/>
                    <a:pt x="19" y="5"/>
                  </a:cubicBezTo>
                  <a:cubicBezTo>
                    <a:pt x="17" y="7"/>
                    <a:pt x="15" y="8"/>
                    <a:pt x="12" y="8"/>
                  </a:cubicBezTo>
                  <a:cubicBezTo>
                    <a:pt x="8" y="9"/>
                    <a:pt x="4" y="9"/>
                    <a:pt x="0" y="1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3753">
              <a:extLst>
                <a:ext uri="{FF2B5EF4-FFF2-40B4-BE49-F238E27FC236}">
                  <a16:creationId xmlns:a16="http://schemas.microsoft.com/office/drawing/2014/main" id="{89A5BC83-F7C6-4BC4-B8FF-2EAA8401B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974"/>
              <a:ext cx="67" cy="19"/>
            </a:xfrm>
            <a:custGeom>
              <a:avLst/>
              <a:gdLst>
                <a:gd name="T0" fmla="*/ 15 w 60"/>
                <a:gd name="T1" fmla="*/ 6 h 16"/>
                <a:gd name="T2" fmla="*/ 36 w 60"/>
                <a:gd name="T3" fmla="*/ 27 h 16"/>
                <a:gd name="T4" fmla="*/ 57 w 60"/>
                <a:gd name="T5" fmla="*/ 24 h 16"/>
                <a:gd name="T6" fmla="*/ 84 w 60"/>
                <a:gd name="T7" fmla="*/ 15 h 16"/>
                <a:gd name="T8" fmla="*/ 35 w 60"/>
                <a:gd name="T9" fmla="*/ 14 h 16"/>
                <a:gd name="T10" fmla="*/ 22 w 60"/>
                <a:gd name="T11" fmla="*/ 8 h 16"/>
                <a:gd name="T12" fmla="*/ 13 w 60"/>
                <a:gd name="T13" fmla="*/ 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6">
                  <a:moveTo>
                    <a:pt x="11" y="3"/>
                  </a:moveTo>
                  <a:cubicBezTo>
                    <a:pt x="0" y="10"/>
                    <a:pt x="20" y="16"/>
                    <a:pt x="26" y="16"/>
                  </a:cubicBezTo>
                  <a:cubicBezTo>
                    <a:pt x="30" y="16"/>
                    <a:pt x="36" y="14"/>
                    <a:pt x="41" y="14"/>
                  </a:cubicBezTo>
                  <a:cubicBezTo>
                    <a:pt x="48" y="13"/>
                    <a:pt x="53" y="9"/>
                    <a:pt x="60" y="9"/>
                  </a:cubicBezTo>
                  <a:cubicBezTo>
                    <a:pt x="48" y="9"/>
                    <a:pt x="37" y="10"/>
                    <a:pt x="25" y="8"/>
                  </a:cubicBezTo>
                  <a:cubicBezTo>
                    <a:pt x="22" y="8"/>
                    <a:pt x="18" y="7"/>
                    <a:pt x="16" y="5"/>
                  </a:cubicBezTo>
                  <a:cubicBezTo>
                    <a:pt x="14" y="4"/>
                    <a:pt x="13" y="0"/>
                    <a:pt x="10" y="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3754">
              <a:extLst>
                <a:ext uri="{FF2B5EF4-FFF2-40B4-BE49-F238E27FC236}">
                  <a16:creationId xmlns:a16="http://schemas.microsoft.com/office/drawing/2014/main" id="{128BEA67-2026-416C-9E8B-A1CCC0BB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978"/>
              <a:ext cx="34" cy="16"/>
            </a:xfrm>
            <a:custGeom>
              <a:avLst/>
              <a:gdLst>
                <a:gd name="T0" fmla="*/ 2 w 31"/>
                <a:gd name="T1" fmla="*/ 0 h 13"/>
                <a:gd name="T2" fmla="*/ 41 w 31"/>
                <a:gd name="T3" fmla="*/ 18 h 13"/>
                <a:gd name="T4" fmla="*/ 13 w 31"/>
                <a:gd name="T5" fmla="*/ 9 h 13"/>
                <a:gd name="T6" fmla="*/ 1 w 31"/>
                <a:gd name="T7" fmla="*/ 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3">
                  <a:moveTo>
                    <a:pt x="2" y="0"/>
                  </a:moveTo>
                  <a:cubicBezTo>
                    <a:pt x="0" y="13"/>
                    <a:pt x="24" y="10"/>
                    <a:pt x="31" y="10"/>
                  </a:cubicBezTo>
                  <a:cubicBezTo>
                    <a:pt x="24" y="9"/>
                    <a:pt x="17" y="8"/>
                    <a:pt x="10" y="5"/>
                  </a:cubicBezTo>
                  <a:cubicBezTo>
                    <a:pt x="8" y="4"/>
                    <a:pt x="4" y="2"/>
                    <a:pt x="1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3755">
              <a:extLst>
                <a:ext uri="{FF2B5EF4-FFF2-40B4-BE49-F238E27FC236}">
                  <a16:creationId xmlns:a16="http://schemas.microsoft.com/office/drawing/2014/main" id="{BEE09059-0152-4BC7-9D66-000071302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967"/>
              <a:ext cx="12" cy="7"/>
            </a:xfrm>
            <a:custGeom>
              <a:avLst/>
              <a:gdLst>
                <a:gd name="T0" fmla="*/ 1 w 10"/>
                <a:gd name="T1" fmla="*/ 0 h 6"/>
                <a:gd name="T2" fmla="*/ 17 w 10"/>
                <a:gd name="T3" fmla="*/ 9 h 6"/>
                <a:gd name="T4" fmla="*/ 1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1" y="0"/>
                  </a:moveTo>
                  <a:cubicBezTo>
                    <a:pt x="0" y="6"/>
                    <a:pt x="7" y="5"/>
                    <a:pt x="10" y="6"/>
                  </a:cubicBezTo>
                  <a:cubicBezTo>
                    <a:pt x="6" y="6"/>
                    <a:pt x="4" y="2"/>
                    <a:pt x="1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3756">
              <a:extLst>
                <a:ext uri="{FF2B5EF4-FFF2-40B4-BE49-F238E27FC236}">
                  <a16:creationId xmlns:a16="http://schemas.microsoft.com/office/drawing/2014/main" id="{8BD71822-B38B-4BA5-AC5F-1DCFBE50F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2954"/>
              <a:ext cx="12" cy="4"/>
            </a:xfrm>
            <a:custGeom>
              <a:avLst/>
              <a:gdLst>
                <a:gd name="T0" fmla="*/ 0 w 11"/>
                <a:gd name="T1" fmla="*/ 2 h 4"/>
                <a:gd name="T2" fmla="*/ 14 w 11"/>
                <a:gd name="T3" fmla="*/ 0 h 4"/>
                <a:gd name="T4" fmla="*/ 14 w 11"/>
                <a:gd name="T5" fmla="*/ 0 h 4"/>
                <a:gd name="T6" fmla="*/ 2 w 11"/>
                <a:gd name="T7" fmla="*/ 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3" y="2"/>
                    <a:pt x="9" y="4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5" y="3"/>
                    <a:pt x="2" y="3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3757">
              <a:extLst>
                <a:ext uri="{FF2B5EF4-FFF2-40B4-BE49-F238E27FC236}">
                  <a16:creationId xmlns:a16="http://schemas.microsoft.com/office/drawing/2014/main" id="{5DFEB193-7305-4211-90A1-837376FE0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957"/>
              <a:ext cx="17" cy="7"/>
            </a:xfrm>
            <a:custGeom>
              <a:avLst/>
              <a:gdLst>
                <a:gd name="T0" fmla="*/ 19 w 16"/>
                <a:gd name="T1" fmla="*/ 9 h 6"/>
                <a:gd name="T2" fmla="*/ 11 w 16"/>
                <a:gd name="T3" fmla="*/ 6 h 6"/>
                <a:gd name="T4" fmla="*/ 0 w 16"/>
                <a:gd name="T5" fmla="*/ 1 h 6"/>
                <a:gd name="T6" fmla="*/ 19 w 16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16" y="6"/>
                  </a:moveTo>
                  <a:cubicBezTo>
                    <a:pt x="14" y="3"/>
                    <a:pt x="12" y="3"/>
                    <a:pt x="8" y="3"/>
                  </a:cubicBezTo>
                  <a:cubicBezTo>
                    <a:pt x="6" y="2"/>
                    <a:pt x="3" y="0"/>
                    <a:pt x="0" y="1"/>
                  </a:cubicBezTo>
                  <a:cubicBezTo>
                    <a:pt x="4" y="5"/>
                    <a:pt x="11" y="2"/>
                    <a:pt x="1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3758">
              <a:extLst>
                <a:ext uri="{FF2B5EF4-FFF2-40B4-BE49-F238E27FC236}">
                  <a16:creationId xmlns:a16="http://schemas.microsoft.com/office/drawing/2014/main" id="{0599A561-98C7-499B-B70C-074854E76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967"/>
              <a:ext cx="20" cy="16"/>
            </a:xfrm>
            <a:custGeom>
              <a:avLst/>
              <a:gdLst>
                <a:gd name="T0" fmla="*/ 8 w 18"/>
                <a:gd name="T1" fmla="*/ 21 h 14"/>
                <a:gd name="T2" fmla="*/ 13 w 18"/>
                <a:gd name="T3" fmla="*/ 19 h 14"/>
                <a:gd name="T4" fmla="*/ 16 w 18"/>
                <a:gd name="T5" fmla="*/ 18 h 14"/>
                <a:gd name="T6" fmla="*/ 20 w 18"/>
                <a:gd name="T7" fmla="*/ 18 h 14"/>
                <a:gd name="T8" fmla="*/ 24 w 18"/>
                <a:gd name="T9" fmla="*/ 10 h 14"/>
                <a:gd name="T10" fmla="*/ 20 w 18"/>
                <a:gd name="T11" fmla="*/ 8 h 14"/>
                <a:gd name="T12" fmla="*/ 12 w 18"/>
                <a:gd name="T13" fmla="*/ 3 h 14"/>
                <a:gd name="T14" fmla="*/ 0 w 18"/>
                <a:gd name="T15" fmla="*/ 0 h 14"/>
                <a:gd name="T16" fmla="*/ 3 w 18"/>
                <a:gd name="T17" fmla="*/ 2 h 14"/>
                <a:gd name="T18" fmla="*/ 10 w 18"/>
                <a:gd name="T19" fmla="*/ 8 h 14"/>
                <a:gd name="T20" fmla="*/ 12 w 18"/>
                <a:gd name="T21" fmla="*/ 15 h 14"/>
                <a:gd name="T22" fmla="*/ 4 w 18"/>
                <a:gd name="T23" fmla="*/ 21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14">
                  <a:moveTo>
                    <a:pt x="5" y="14"/>
                  </a:moveTo>
                  <a:cubicBezTo>
                    <a:pt x="6" y="14"/>
                    <a:pt x="8" y="13"/>
                    <a:pt x="10" y="13"/>
                  </a:cubicBezTo>
                  <a:cubicBezTo>
                    <a:pt x="10" y="13"/>
                    <a:pt x="11" y="12"/>
                    <a:pt x="12" y="12"/>
                  </a:cubicBezTo>
                  <a:cubicBezTo>
                    <a:pt x="12" y="12"/>
                    <a:pt x="13" y="12"/>
                    <a:pt x="14" y="12"/>
                  </a:cubicBezTo>
                  <a:cubicBezTo>
                    <a:pt x="15" y="11"/>
                    <a:pt x="18" y="8"/>
                    <a:pt x="18" y="7"/>
                  </a:cubicBezTo>
                  <a:cubicBezTo>
                    <a:pt x="18" y="6"/>
                    <a:pt x="15" y="5"/>
                    <a:pt x="14" y="5"/>
                  </a:cubicBezTo>
                  <a:cubicBezTo>
                    <a:pt x="13" y="5"/>
                    <a:pt x="11" y="4"/>
                    <a:pt x="9" y="3"/>
                  </a:cubicBezTo>
                  <a:cubicBezTo>
                    <a:pt x="6" y="2"/>
                    <a:pt x="3" y="1"/>
                    <a:pt x="0" y="0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5" y="3"/>
                    <a:pt x="6" y="4"/>
                    <a:pt x="7" y="5"/>
                  </a:cubicBezTo>
                  <a:cubicBezTo>
                    <a:pt x="8" y="6"/>
                    <a:pt x="10" y="8"/>
                    <a:pt x="9" y="10"/>
                  </a:cubicBezTo>
                  <a:cubicBezTo>
                    <a:pt x="8" y="12"/>
                    <a:pt x="5" y="13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3759">
              <a:extLst>
                <a:ext uri="{FF2B5EF4-FFF2-40B4-BE49-F238E27FC236}">
                  <a16:creationId xmlns:a16="http://schemas.microsoft.com/office/drawing/2014/main" id="{176C0866-B740-447A-9D5D-616A8E8B2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963"/>
              <a:ext cx="4" cy="8"/>
            </a:xfrm>
            <a:custGeom>
              <a:avLst/>
              <a:gdLst>
                <a:gd name="T0" fmla="*/ 0 w 3"/>
                <a:gd name="T1" fmla="*/ 0 h 7"/>
                <a:gd name="T2" fmla="*/ 5 w 3"/>
                <a:gd name="T3" fmla="*/ 9 h 7"/>
                <a:gd name="T4" fmla="*/ 7 w 3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2"/>
                    <a:pt x="0" y="7"/>
                    <a:pt x="2" y="6"/>
                  </a:cubicBezTo>
                  <a:cubicBezTo>
                    <a:pt x="3" y="5"/>
                    <a:pt x="3" y="2"/>
                    <a:pt x="3" y="1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3760">
              <a:extLst>
                <a:ext uri="{FF2B5EF4-FFF2-40B4-BE49-F238E27FC236}">
                  <a16:creationId xmlns:a16="http://schemas.microsoft.com/office/drawing/2014/main" id="{AC61E2BC-A89C-402F-A501-782D66AAE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976"/>
              <a:ext cx="5" cy="4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5 h 3"/>
                <a:gd name="T4" fmla="*/ 8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3"/>
                    <a:pt x="3" y="0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3761">
              <a:extLst>
                <a:ext uri="{FF2B5EF4-FFF2-40B4-BE49-F238E27FC236}">
                  <a16:creationId xmlns:a16="http://schemas.microsoft.com/office/drawing/2014/main" id="{FAC73876-89FE-4D5B-99A9-B57BBD814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955"/>
              <a:ext cx="5" cy="5"/>
            </a:xfrm>
            <a:custGeom>
              <a:avLst/>
              <a:gdLst>
                <a:gd name="T0" fmla="*/ 1 w 4"/>
                <a:gd name="T1" fmla="*/ 8 h 4"/>
                <a:gd name="T2" fmla="*/ 5 w 4"/>
                <a:gd name="T3" fmla="*/ 0 h 4"/>
                <a:gd name="T4" fmla="*/ 8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1" y="3"/>
                    <a:pt x="0" y="1"/>
                    <a:pt x="2" y="0"/>
                  </a:cubicBezTo>
                  <a:cubicBezTo>
                    <a:pt x="3" y="0"/>
                    <a:pt x="4" y="3"/>
                    <a:pt x="4" y="4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3762">
              <a:extLst>
                <a:ext uri="{FF2B5EF4-FFF2-40B4-BE49-F238E27FC236}">
                  <a16:creationId xmlns:a16="http://schemas.microsoft.com/office/drawing/2014/main" id="{E2DDFD88-3C47-45C1-A543-CA91CA471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884"/>
              <a:ext cx="106" cy="110"/>
            </a:xfrm>
            <a:custGeom>
              <a:avLst/>
              <a:gdLst>
                <a:gd name="T0" fmla="*/ 9 w 96"/>
                <a:gd name="T1" fmla="*/ 60 h 93"/>
                <a:gd name="T2" fmla="*/ 60 w 96"/>
                <a:gd name="T3" fmla="*/ 121 h 93"/>
                <a:gd name="T4" fmla="*/ 95 w 96"/>
                <a:gd name="T5" fmla="*/ 92 h 93"/>
                <a:gd name="T6" fmla="*/ 44 w 96"/>
                <a:gd name="T7" fmla="*/ 53 h 93"/>
                <a:gd name="T8" fmla="*/ 9 w 96"/>
                <a:gd name="T9" fmla="*/ 6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93">
                  <a:moveTo>
                    <a:pt x="6" y="36"/>
                  </a:moveTo>
                  <a:cubicBezTo>
                    <a:pt x="0" y="46"/>
                    <a:pt x="28" y="58"/>
                    <a:pt x="44" y="73"/>
                  </a:cubicBezTo>
                  <a:cubicBezTo>
                    <a:pt x="60" y="89"/>
                    <a:pt x="96" y="93"/>
                    <a:pt x="71" y="56"/>
                  </a:cubicBezTo>
                  <a:cubicBezTo>
                    <a:pt x="46" y="20"/>
                    <a:pt x="25" y="0"/>
                    <a:pt x="33" y="32"/>
                  </a:cubicBezTo>
                  <a:cubicBezTo>
                    <a:pt x="40" y="64"/>
                    <a:pt x="21" y="18"/>
                    <a:pt x="6" y="36"/>
                  </a:cubicBezTo>
                  <a:close/>
                </a:path>
              </a:pathLst>
            </a:custGeom>
            <a:solidFill>
              <a:srgbClr val="D1EEF5"/>
            </a:solidFill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Freeform 3763">
              <a:extLst>
                <a:ext uri="{FF2B5EF4-FFF2-40B4-BE49-F238E27FC236}">
                  <a16:creationId xmlns:a16="http://schemas.microsoft.com/office/drawing/2014/main" id="{FE77E0D5-2579-4410-B63A-C8328DE6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936"/>
              <a:ext cx="5" cy="32"/>
            </a:xfrm>
            <a:custGeom>
              <a:avLst/>
              <a:gdLst>
                <a:gd name="T0" fmla="*/ 8 w 4"/>
                <a:gd name="T1" fmla="*/ 45 h 27"/>
                <a:gd name="T2" fmla="*/ 0 w 4"/>
                <a:gd name="T3" fmla="*/ 33 h 27"/>
                <a:gd name="T4" fmla="*/ 6 w 4"/>
                <a:gd name="T5" fmla="*/ 21 h 27"/>
                <a:gd name="T6" fmla="*/ 1 w 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7">
                  <a:moveTo>
                    <a:pt x="4" y="27"/>
                  </a:moveTo>
                  <a:cubicBezTo>
                    <a:pt x="3" y="25"/>
                    <a:pt x="1" y="22"/>
                    <a:pt x="0" y="20"/>
                  </a:cubicBezTo>
                  <a:cubicBezTo>
                    <a:pt x="0" y="17"/>
                    <a:pt x="3" y="15"/>
                    <a:pt x="3" y="13"/>
                  </a:cubicBezTo>
                  <a:cubicBezTo>
                    <a:pt x="4" y="8"/>
                    <a:pt x="0" y="5"/>
                    <a:pt x="1" y="0"/>
                  </a:cubicBezTo>
                </a:path>
              </a:pathLst>
            </a:custGeom>
            <a:solidFill>
              <a:srgbClr val="D1EEF5"/>
            </a:solidFill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3764">
              <a:extLst>
                <a:ext uri="{FF2B5EF4-FFF2-40B4-BE49-F238E27FC236}">
                  <a16:creationId xmlns:a16="http://schemas.microsoft.com/office/drawing/2014/main" id="{FC82B9EE-5E66-40AA-9A8A-9774008A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936"/>
              <a:ext cx="5" cy="32"/>
            </a:xfrm>
            <a:custGeom>
              <a:avLst/>
              <a:gdLst>
                <a:gd name="T0" fmla="*/ 8 w 4"/>
                <a:gd name="T1" fmla="*/ 45 h 27"/>
                <a:gd name="T2" fmla="*/ 0 w 4"/>
                <a:gd name="T3" fmla="*/ 33 h 27"/>
                <a:gd name="T4" fmla="*/ 6 w 4"/>
                <a:gd name="T5" fmla="*/ 21 h 27"/>
                <a:gd name="T6" fmla="*/ 1 w 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7">
                  <a:moveTo>
                    <a:pt x="4" y="27"/>
                  </a:moveTo>
                  <a:cubicBezTo>
                    <a:pt x="3" y="25"/>
                    <a:pt x="1" y="22"/>
                    <a:pt x="0" y="20"/>
                  </a:cubicBezTo>
                  <a:cubicBezTo>
                    <a:pt x="0" y="17"/>
                    <a:pt x="3" y="15"/>
                    <a:pt x="3" y="13"/>
                  </a:cubicBezTo>
                  <a:cubicBezTo>
                    <a:pt x="4" y="8"/>
                    <a:pt x="0" y="5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3765">
              <a:extLst>
                <a:ext uri="{FF2B5EF4-FFF2-40B4-BE49-F238E27FC236}">
                  <a16:creationId xmlns:a16="http://schemas.microsoft.com/office/drawing/2014/main" id="{9FB19E20-228E-43A0-A2EA-89FD81BAE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932"/>
              <a:ext cx="4" cy="19"/>
            </a:xfrm>
            <a:custGeom>
              <a:avLst/>
              <a:gdLst>
                <a:gd name="T0" fmla="*/ 1 w 4"/>
                <a:gd name="T1" fmla="*/ 0 h 16"/>
                <a:gd name="T2" fmla="*/ 0 w 4"/>
                <a:gd name="T3" fmla="*/ 14 h 16"/>
                <a:gd name="T4" fmla="*/ 4 w 4"/>
                <a:gd name="T5" fmla="*/ 2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1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1" y="10"/>
                    <a:pt x="3" y="13"/>
                    <a:pt x="4" y="16"/>
                  </a:cubicBezTo>
                </a:path>
              </a:pathLst>
            </a:custGeom>
            <a:solidFill>
              <a:srgbClr val="D1EEF5"/>
            </a:solidFill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3766">
              <a:extLst>
                <a:ext uri="{FF2B5EF4-FFF2-40B4-BE49-F238E27FC236}">
                  <a16:creationId xmlns:a16="http://schemas.microsoft.com/office/drawing/2014/main" id="{FC0FB9CC-BE8C-429D-8AE1-D5BD7BF84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932"/>
              <a:ext cx="4" cy="19"/>
            </a:xfrm>
            <a:custGeom>
              <a:avLst/>
              <a:gdLst>
                <a:gd name="T0" fmla="*/ 1 w 4"/>
                <a:gd name="T1" fmla="*/ 0 h 16"/>
                <a:gd name="T2" fmla="*/ 0 w 4"/>
                <a:gd name="T3" fmla="*/ 14 h 16"/>
                <a:gd name="T4" fmla="*/ 4 w 4"/>
                <a:gd name="T5" fmla="*/ 2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1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1" y="10"/>
                    <a:pt x="3" y="13"/>
                    <a:pt x="4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3767">
              <a:extLst>
                <a:ext uri="{FF2B5EF4-FFF2-40B4-BE49-F238E27FC236}">
                  <a16:creationId xmlns:a16="http://schemas.microsoft.com/office/drawing/2014/main" id="{1FE6C513-178E-4925-9F31-F17C3C92B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934"/>
              <a:ext cx="8" cy="29"/>
            </a:xfrm>
            <a:custGeom>
              <a:avLst/>
              <a:gdLst>
                <a:gd name="T0" fmla="*/ 7 w 7"/>
                <a:gd name="T1" fmla="*/ 37 h 25"/>
                <a:gd name="T2" fmla="*/ 7 w 7"/>
                <a:gd name="T3" fmla="*/ 28 h 25"/>
                <a:gd name="T4" fmla="*/ 9 w 7"/>
                <a:gd name="T5" fmla="*/ 20 h 25"/>
                <a:gd name="T6" fmla="*/ 3 w 7"/>
                <a:gd name="T7" fmla="*/ 0 h 25"/>
                <a:gd name="T8" fmla="*/ 3 w 7"/>
                <a:gd name="T9" fmla="*/ 12 h 25"/>
                <a:gd name="T10" fmla="*/ 2 w 7"/>
                <a:gd name="T11" fmla="*/ 27 h 25"/>
                <a:gd name="T12" fmla="*/ 1 w 7"/>
                <a:gd name="T13" fmla="*/ 35 h 25"/>
                <a:gd name="T14" fmla="*/ 8 w 7"/>
                <a:gd name="T15" fmla="*/ 39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5">
                  <a:moveTo>
                    <a:pt x="4" y="24"/>
                  </a:moveTo>
                  <a:cubicBezTo>
                    <a:pt x="4" y="23"/>
                    <a:pt x="3" y="20"/>
                    <a:pt x="4" y="18"/>
                  </a:cubicBezTo>
                  <a:cubicBezTo>
                    <a:pt x="4" y="16"/>
                    <a:pt x="6" y="15"/>
                    <a:pt x="6" y="13"/>
                  </a:cubicBezTo>
                  <a:cubicBezTo>
                    <a:pt x="7" y="9"/>
                    <a:pt x="4" y="4"/>
                    <a:pt x="3" y="0"/>
                  </a:cubicBezTo>
                  <a:cubicBezTo>
                    <a:pt x="2" y="2"/>
                    <a:pt x="3" y="6"/>
                    <a:pt x="3" y="8"/>
                  </a:cubicBezTo>
                  <a:cubicBezTo>
                    <a:pt x="3" y="12"/>
                    <a:pt x="3" y="14"/>
                    <a:pt x="2" y="17"/>
                  </a:cubicBezTo>
                  <a:cubicBezTo>
                    <a:pt x="1" y="19"/>
                    <a:pt x="0" y="20"/>
                    <a:pt x="1" y="22"/>
                  </a:cubicBezTo>
                  <a:cubicBezTo>
                    <a:pt x="2" y="23"/>
                    <a:pt x="4" y="23"/>
                    <a:pt x="5" y="2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3768">
              <a:extLst>
                <a:ext uri="{FF2B5EF4-FFF2-40B4-BE49-F238E27FC236}">
                  <a16:creationId xmlns:a16="http://schemas.microsoft.com/office/drawing/2014/main" id="{5ACACFA8-012B-43EE-B5B2-4907E2F36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927"/>
              <a:ext cx="23" cy="23"/>
            </a:xfrm>
            <a:custGeom>
              <a:avLst/>
              <a:gdLst>
                <a:gd name="T0" fmla="*/ 26 w 21"/>
                <a:gd name="T1" fmla="*/ 30 h 20"/>
                <a:gd name="T2" fmla="*/ 16 w 21"/>
                <a:gd name="T3" fmla="*/ 8 h 20"/>
                <a:gd name="T4" fmla="*/ 0 w 21"/>
                <a:gd name="T5" fmla="*/ 2 h 20"/>
                <a:gd name="T6" fmla="*/ 11 w 21"/>
                <a:gd name="T7" fmla="*/ 8 h 20"/>
                <a:gd name="T8" fmla="*/ 18 w 21"/>
                <a:gd name="T9" fmla="*/ 16 h 20"/>
                <a:gd name="T10" fmla="*/ 27 w 21"/>
                <a:gd name="T11" fmla="*/ 3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0">
                  <a:moveTo>
                    <a:pt x="20" y="20"/>
                  </a:moveTo>
                  <a:cubicBezTo>
                    <a:pt x="19" y="14"/>
                    <a:pt x="18" y="9"/>
                    <a:pt x="13" y="5"/>
                  </a:cubicBezTo>
                  <a:cubicBezTo>
                    <a:pt x="10" y="3"/>
                    <a:pt x="4" y="0"/>
                    <a:pt x="0" y="2"/>
                  </a:cubicBezTo>
                  <a:cubicBezTo>
                    <a:pt x="2" y="5"/>
                    <a:pt x="5" y="4"/>
                    <a:pt x="8" y="5"/>
                  </a:cubicBezTo>
                  <a:cubicBezTo>
                    <a:pt x="10" y="6"/>
                    <a:pt x="12" y="8"/>
                    <a:pt x="14" y="10"/>
                  </a:cubicBezTo>
                  <a:cubicBezTo>
                    <a:pt x="16" y="13"/>
                    <a:pt x="18" y="17"/>
                    <a:pt x="21" y="2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1" name="Freeform 3769">
              <a:extLst>
                <a:ext uri="{FF2B5EF4-FFF2-40B4-BE49-F238E27FC236}">
                  <a16:creationId xmlns:a16="http://schemas.microsoft.com/office/drawing/2014/main" id="{39E54CFB-EB8A-421B-A7AA-BE75F4B64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927"/>
              <a:ext cx="31" cy="61"/>
            </a:xfrm>
            <a:custGeom>
              <a:avLst/>
              <a:gdLst>
                <a:gd name="T0" fmla="*/ 23 w 28"/>
                <a:gd name="T1" fmla="*/ 74 h 52"/>
                <a:gd name="T2" fmla="*/ 30 w 28"/>
                <a:gd name="T3" fmla="*/ 45 h 52"/>
                <a:gd name="T4" fmla="*/ 16 w 28"/>
                <a:gd name="T5" fmla="*/ 22 h 52"/>
                <a:gd name="T6" fmla="*/ 0 w 28"/>
                <a:gd name="T7" fmla="*/ 0 h 52"/>
                <a:gd name="T8" fmla="*/ 21 w 28"/>
                <a:gd name="T9" fmla="*/ 49 h 52"/>
                <a:gd name="T10" fmla="*/ 22 w 28"/>
                <a:gd name="T11" fmla="*/ 65 h 52"/>
                <a:gd name="T12" fmla="*/ 23 w 28"/>
                <a:gd name="T13" fmla="*/ 7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2">
                  <a:moveTo>
                    <a:pt x="17" y="46"/>
                  </a:moveTo>
                  <a:cubicBezTo>
                    <a:pt x="28" y="52"/>
                    <a:pt x="24" y="31"/>
                    <a:pt x="22" y="27"/>
                  </a:cubicBezTo>
                  <a:cubicBezTo>
                    <a:pt x="19" y="23"/>
                    <a:pt x="15" y="18"/>
                    <a:pt x="12" y="14"/>
                  </a:cubicBezTo>
                  <a:cubicBezTo>
                    <a:pt x="8" y="9"/>
                    <a:pt x="3" y="6"/>
                    <a:pt x="0" y="0"/>
                  </a:cubicBezTo>
                  <a:cubicBezTo>
                    <a:pt x="5" y="11"/>
                    <a:pt x="11" y="20"/>
                    <a:pt x="15" y="31"/>
                  </a:cubicBezTo>
                  <a:cubicBezTo>
                    <a:pt x="16" y="34"/>
                    <a:pt x="16" y="38"/>
                    <a:pt x="16" y="40"/>
                  </a:cubicBezTo>
                  <a:cubicBezTo>
                    <a:pt x="16" y="43"/>
                    <a:pt x="13" y="46"/>
                    <a:pt x="17" y="4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Freeform 3770">
              <a:extLst>
                <a:ext uri="{FF2B5EF4-FFF2-40B4-BE49-F238E27FC236}">
                  <a16:creationId xmlns:a16="http://schemas.microsoft.com/office/drawing/2014/main" id="{43261C63-E04A-44A7-9699-85CCD5E78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944"/>
              <a:ext cx="18" cy="37"/>
            </a:xfrm>
            <a:custGeom>
              <a:avLst/>
              <a:gdLst>
                <a:gd name="T0" fmla="*/ 7 w 16"/>
                <a:gd name="T1" fmla="*/ 53 h 31"/>
                <a:gd name="T2" fmla="*/ 0 w 16"/>
                <a:gd name="T3" fmla="*/ 0 h 31"/>
                <a:gd name="T4" fmla="*/ 8 w 16"/>
                <a:gd name="T5" fmla="*/ 36 h 31"/>
                <a:gd name="T6" fmla="*/ 9 w 16"/>
                <a:gd name="T7" fmla="*/ 5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1">
                  <a:moveTo>
                    <a:pt x="4" y="31"/>
                  </a:moveTo>
                  <a:cubicBezTo>
                    <a:pt x="16" y="27"/>
                    <a:pt x="2" y="7"/>
                    <a:pt x="0" y="0"/>
                  </a:cubicBezTo>
                  <a:cubicBezTo>
                    <a:pt x="2" y="7"/>
                    <a:pt x="5" y="14"/>
                    <a:pt x="5" y="21"/>
                  </a:cubicBezTo>
                  <a:cubicBezTo>
                    <a:pt x="5" y="24"/>
                    <a:pt x="5" y="29"/>
                    <a:pt x="6" y="3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3771">
              <a:extLst>
                <a:ext uri="{FF2B5EF4-FFF2-40B4-BE49-F238E27FC236}">
                  <a16:creationId xmlns:a16="http://schemas.microsoft.com/office/drawing/2014/main" id="{3B8AE83B-B51B-4688-A148-E3AEA7162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941"/>
              <a:ext cx="6" cy="12"/>
            </a:xfrm>
            <a:custGeom>
              <a:avLst/>
              <a:gdLst>
                <a:gd name="T0" fmla="*/ 0 w 5"/>
                <a:gd name="T1" fmla="*/ 17 h 10"/>
                <a:gd name="T2" fmla="*/ 1 w 5"/>
                <a:gd name="T3" fmla="*/ 0 h 10"/>
                <a:gd name="T4" fmla="*/ 0 w 5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5" y="8"/>
                    <a:pt x="1" y="3"/>
                    <a:pt x="1" y="0"/>
                  </a:cubicBezTo>
                  <a:cubicBezTo>
                    <a:pt x="2" y="3"/>
                    <a:pt x="0" y="7"/>
                    <a:pt x="0" y="1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Freeform 3772">
              <a:extLst>
                <a:ext uri="{FF2B5EF4-FFF2-40B4-BE49-F238E27FC236}">
                  <a16:creationId xmlns:a16="http://schemas.microsoft.com/office/drawing/2014/main" id="{E2956CBD-AA85-4481-942E-A74036D7B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932"/>
              <a:ext cx="8" cy="11"/>
            </a:xfrm>
            <a:custGeom>
              <a:avLst/>
              <a:gdLst>
                <a:gd name="T0" fmla="*/ 10 w 7"/>
                <a:gd name="T1" fmla="*/ 16 h 9"/>
                <a:gd name="T2" fmla="*/ 0 w 7"/>
                <a:gd name="T3" fmla="*/ 0 h 9"/>
                <a:gd name="T4" fmla="*/ 0 w 7"/>
                <a:gd name="T5" fmla="*/ 1 h 9"/>
                <a:gd name="T6" fmla="*/ 10 w 7"/>
                <a:gd name="T7" fmla="*/ 1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6"/>
                    <a:pt x="4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2" y="3"/>
                    <a:pt x="5" y="4"/>
                    <a:pt x="7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5" name="Freeform 3773">
              <a:extLst>
                <a:ext uri="{FF2B5EF4-FFF2-40B4-BE49-F238E27FC236}">
                  <a16:creationId xmlns:a16="http://schemas.microsoft.com/office/drawing/2014/main" id="{F81120F8-AE54-4BB8-A118-70890CEF6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936"/>
              <a:ext cx="8" cy="20"/>
            </a:xfrm>
            <a:custGeom>
              <a:avLst/>
              <a:gdLst>
                <a:gd name="T0" fmla="*/ 2 w 7"/>
                <a:gd name="T1" fmla="*/ 0 h 17"/>
                <a:gd name="T2" fmla="*/ 2 w 7"/>
                <a:gd name="T3" fmla="*/ 13 h 17"/>
                <a:gd name="T4" fmla="*/ 8 w 7"/>
                <a:gd name="T5" fmla="*/ 28 h 17"/>
                <a:gd name="T6" fmla="*/ 1 w 7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7">
                  <a:moveTo>
                    <a:pt x="2" y="0"/>
                  </a:moveTo>
                  <a:cubicBezTo>
                    <a:pt x="0" y="4"/>
                    <a:pt x="1" y="5"/>
                    <a:pt x="2" y="8"/>
                  </a:cubicBezTo>
                  <a:cubicBezTo>
                    <a:pt x="3" y="11"/>
                    <a:pt x="3" y="15"/>
                    <a:pt x="5" y="17"/>
                  </a:cubicBezTo>
                  <a:cubicBezTo>
                    <a:pt x="7" y="11"/>
                    <a:pt x="0" y="6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3774">
              <a:extLst>
                <a:ext uri="{FF2B5EF4-FFF2-40B4-BE49-F238E27FC236}">
                  <a16:creationId xmlns:a16="http://schemas.microsoft.com/office/drawing/2014/main" id="{7F21C22D-1385-4B89-8E35-3C2DAE6E8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907"/>
              <a:ext cx="15" cy="23"/>
            </a:xfrm>
            <a:custGeom>
              <a:avLst/>
              <a:gdLst>
                <a:gd name="T0" fmla="*/ 17 w 14"/>
                <a:gd name="T1" fmla="*/ 14 h 20"/>
                <a:gd name="T2" fmla="*/ 13 w 14"/>
                <a:gd name="T3" fmla="*/ 8 h 20"/>
                <a:gd name="T4" fmla="*/ 11 w 14"/>
                <a:gd name="T5" fmla="*/ 7 h 20"/>
                <a:gd name="T6" fmla="*/ 10 w 14"/>
                <a:gd name="T7" fmla="*/ 2 h 20"/>
                <a:gd name="T8" fmla="*/ 1 w 14"/>
                <a:gd name="T9" fmla="*/ 1 h 20"/>
                <a:gd name="T10" fmla="*/ 1 w 14"/>
                <a:gd name="T11" fmla="*/ 8 h 20"/>
                <a:gd name="T12" fmla="*/ 2 w 14"/>
                <a:gd name="T13" fmla="*/ 16 h 20"/>
                <a:gd name="T14" fmla="*/ 4 w 14"/>
                <a:gd name="T15" fmla="*/ 30 h 20"/>
                <a:gd name="T16" fmla="*/ 4 w 14"/>
                <a:gd name="T17" fmla="*/ 24 h 20"/>
                <a:gd name="T18" fmla="*/ 4 w 14"/>
                <a:gd name="T19" fmla="*/ 18 h 20"/>
                <a:gd name="T20" fmla="*/ 11 w 14"/>
                <a:gd name="T21" fmla="*/ 10 h 20"/>
                <a:gd name="T22" fmla="*/ 17 w 14"/>
                <a:gd name="T23" fmla="*/ 16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20">
                  <a:moveTo>
                    <a:pt x="14" y="9"/>
                  </a:moveTo>
                  <a:cubicBezTo>
                    <a:pt x="13" y="8"/>
                    <a:pt x="11" y="7"/>
                    <a:pt x="10" y="5"/>
                  </a:cubicBezTo>
                  <a:cubicBezTo>
                    <a:pt x="10" y="5"/>
                    <a:pt x="9" y="4"/>
                    <a:pt x="8" y="4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6" y="2"/>
                    <a:pt x="2" y="0"/>
                    <a:pt x="1" y="1"/>
                  </a:cubicBezTo>
                  <a:cubicBezTo>
                    <a:pt x="0" y="1"/>
                    <a:pt x="1" y="4"/>
                    <a:pt x="1" y="5"/>
                  </a:cubicBezTo>
                  <a:cubicBezTo>
                    <a:pt x="2" y="7"/>
                    <a:pt x="2" y="8"/>
                    <a:pt x="2" y="10"/>
                  </a:cubicBezTo>
                  <a:cubicBezTo>
                    <a:pt x="2" y="13"/>
                    <a:pt x="3" y="17"/>
                    <a:pt x="4" y="20"/>
                  </a:cubicBezTo>
                  <a:cubicBezTo>
                    <a:pt x="4" y="19"/>
                    <a:pt x="4" y="17"/>
                    <a:pt x="4" y="16"/>
                  </a:cubicBezTo>
                  <a:cubicBezTo>
                    <a:pt x="4" y="14"/>
                    <a:pt x="4" y="13"/>
                    <a:pt x="4" y="12"/>
                  </a:cubicBezTo>
                  <a:cubicBezTo>
                    <a:pt x="5" y="10"/>
                    <a:pt x="6" y="7"/>
                    <a:pt x="8" y="7"/>
                  </a:cubicBezTo>
                  <a:cubicBezTo>
                    <a:pt x="10" y="7"/>
                    <a:pt x="12" y="9"/>
                    <a:pt x="1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3775">
              <a:extLst>
                <a:ext uri="{FF2B5EF4-FFF2-40B4-BE49-F238E27FC236}">
                  <a16:creationId xmlns:a16="http://schemas.microsoft.com/office/drawing/2014/main" id="{C1E7B93E-18E2-40D8-B0C7-BA0B24E4D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962"/>
              <a:ext cx="8" cy="7"/>
            </a:xfrm>
            <a:custGeom>
              <a:avLst/>
              <a:gdLst>
                <a:gd name="T0" fmla="*/ 1 w 7"/>
                <a:gd name="T1" fmla="*/ 9 h 6"/>
                <a:gd name="T2" fmla="*/ 8 w 7"/>
                <a:gd name="T3" fmla="*/ 0 h 6"/>
                <a:gd name="T4" fmla="*/ 0 w 7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2" y="5"/>
                    <a:pt x="7" y="2"/>
                    <a:pt x="5" y="0"/>
                  </a:cubicBez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3776">
              <a:extLst>
                <a:ext uri="{FF2B5EF4-FFF2-40B4-BE49-F238E27FC236}">
                  <a16:creationId xmlns:a16="http://schemas.microsoft.com/office/drawing/2014/main" id="{44321F22-889A-489D-8080-997A67203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938"/>
              <a:ext cx="5" cy="4"/>
            </a:xfrm>
            <a:custGeom>
              <a:avLst/>
              <a:gdLst>
                <a:gd name="T0" fmla="*/ 1 w 4"/>
                <a:gd name="T1" fmla="*/ 7 h 3"/>
                <a:gd name="T2" fmla="*/ 8 w 4"/>
                <a:gd name="T3" fmla="*/ 5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2" y="3"/>
                    <a:pt x="4" y="3"/>
                    <a:pt x="4" y="2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3777">
              <a:extLst>
                <a:ext uri="{FF2B5EF4-FFF2-40B4-BE49-F238E27FC236}">
                  <a16:creationId xmlns:a16="http://schemas.microsoft.com/office/drawing/2014/main" id="{981EAF1C-DF3C-4903-B6EE-074F0E5DE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2947"/>
              <a:ext cx="4" cy="4"/>
            </a:xfrm>
            <a:custGeom>
              <a:avLst/>
              <a:gdLst>
                <a:gd name="T0" fmla="*/ 4 w 4"/>
                <a:gd name="T1" fmla="*/ 2 h 4"/>
                <a:gd name="T2" fmla="*/ 0 w 4"/>
                <a:gd name="T3" fmla="*/ 3 h 4"/>
                <a:gd name="T4" fmla="*/ 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1" y="4"/>
                    <a:pt x="0" y="3"/>
                  </a:cubicBezTo>
                  <a:cubicBezTo>
                    <a:pt x="0" y="2"/>
                    <a:pt x="2" y="0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3778">
              <a:extLst>
                <a:ext uri="{FF2B5EF4-FFF2-40B4-BE49-F238E27FC236}">
                  <a16:creationId xmlns:a16="http://schemas.microsoft.com/office/drawing/2014/main" id="{29D79561-20ED-4EC9-80DC-47715453B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915"/>
              <a:ext cx="96" cy="101"/>
            </a:xfrm>
            <a:custGeom>
              <a:avLst/>
              <a:gdLst>
                <a:gd name="T0" fmla="*/ 22 w 87"/>
                <a:gd name="T1" fmla="*/ 60 h 86"/>
                <a:gd name="T2" fmla="*/ 0 w 87"/>
                <a:gd name="T3" fmla="*/ 95 h 86"/>
                <a:gd name="T4" fmla="*/ 31 w 87"/>
                <a:gd name="T5" fmla="*/ 117 h 86"/>
                <a:gd name="T6" fmla="*/ 93 w 87"/>
                <a:gd name="T7" fmla="*/ 101 h 86"/>
                <a:gd name="T8" fmla="*/ 95 w 87"/>
                <a:gd name="T9" fmla="*/ 60 h 86"/>
                <a:gd name="T10" fmla="*/ 63 w 87"/>
                <a:gd name="T11" fmla="*/ 45 h 86"/>
                <a:gd name="T12" fmla="*/ 22 w 87"/>
                <a:gd name="T13" fmla="*/ 6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86">
                  <a:moveTo>
                    <a:pt x="16" y="37"/>
                  </a:moveTo>
                  <a:cubicBezTo>
                    <a:pt x="14" y="48"/>
                    <a:pt x="0" y="59"/>
                    <a:pt x="0" y="59"/>
                  </a:cubicBezTo>
                  <a:cubicBezTo>
                    <a:pt x="0" y="59"/>
                    <a:pt x="8" y="72"/>
                    <a:pt x="23" y="72"/>
                  </a:cubicBezTo>
                  <a:cubicBezTo>
                    <a:pt x="38" y="72"/>
                    <a:pt x="87" y="86"/>
                    <a:pt x="69" y="62"/>
                  </a:cubicBezTo>
                  <a:cubicBezTo>
                    <a:pt x="51" y="38"/>
                    <a:pt x="83" y="44"/>
                    <a:pt x="71" y="37"/>
                  </a:cubicBezTo>
                  <a:cubicBezTo>
                    <a:pt x="58" y="30"/>
                    <a:pt x="63" y="18"/>
                    <a:pt x="47" y="27"/>
                  </a:cubicBezTo>
                  <a:cubicBezTo>
                    <a:pt x="31" y="36"/>
                    <a:pt x="23" y="0"/>
                    <a:pt x="16" y="37"/>
                  </a:cubicBezTo>
                  <a:close/>
                </a:path>
              </a:pathLst>
            </a:custGeom>
            <a:solidFill>
              <a:srgbClr val="D1EEF5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3779">
              <a:extLst>
                <a:ext uri="{FF2B5EF4-FFF2-40B4-BE49-F238E27FC236}">
                  <a16:creationId xmlns:a16="http://schemas.microsoft.com/office/drawing/2014/main" id="{119113B4-D31F-43A7-BB77-D472AAE97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968"/>
              <a:ext cx="30" cy="21"/>
            </a:xfrm>
            <a:custGeom>
              <a:avLst/>
              <a:gdLst>
                <a:gd name="T0" fmla="*/ 0 w 28"/>
                <a:gd name="T1" fmla="*/ 2 h 18"/>
                <a:gd name="T2" fmla="*/ 17 w 28"/>
                <a:gd name="T3" fmla="*/ 26 h 18"/>
                <a:gd name="T4" fmla="*/ 34 w 28"/>
                <a:gd name="T5" fmla="*/ 2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2"/>
                  </a:moveTo>
                  <a:cubicBezTo>
                    <a:pt x="11" y="0"/>
                    <a:pt x="7" y="13"/>
                    <a:pt x="14" y="16"/>
                  </a:cubicBezTo>
                  <a:cubicBezTo>
                    <a:pt x="19" y="18"/>
                    <a:pt x="23" y="10"/>
                    <a:pt x="28" y="15"/>
                  </a:cubicBezTo>
                </a:path>
              </a:pathLst>
            </a:custGeom>
            <a:solidFill>
              <a:srgbClr val="D1EEF5"/>
            </a:solidFill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3780">
              <a:extLst>
                <a:ext uri="{FF2B5EF4-FFF2-40B4-BE49-F238E27FC236}">
                  <a16:creationId xmlns:a16="http://schemas.microsoft.com/office/drawing/2014/main" id="{08FB0C0A-B2CB-44B8-B0B8-7E00BCA61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968"/>
              <a:ext cx="30" cy="21"/>
            </a:xfrm>
            <a:custGeom>
              <a:avLst/>
              <a:gdLst>
                <a:gd name="T0" fmla="*/ 0 w 28"/>
                <a:gd name="T1" fmla="*/ 2 h 18"/>
                <a:gd name="T2" fmla="*/ 17 w 28"/>
                <a:gd name="T3" fmla="*/ 26 h 18"/>
                <a:gd name="T4" fmla="*/ 34 w 28"/>
                <a:gd name="T5" fmla="*/ 2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2"/>
                  </a:moveTo>
                  <a:cubicBezTo>
                    <a:pt x="11" y="0"/>
                    <a:pt x="7" y="13"/>
                    <a:pt x="14" y="16"/>
                  </a:cubicBezTo>
                  <a:cubicBezTo>
                    <a:pt x="19" y="18"/>
                    <a:pt x="23" y="10"/>
                    <a:pt x="28" y="15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3781">
              <a:extLst>
                <a:ext uri="{FF2B5EF4-FFF2-40B4-BE49-F238E27FC236}">
                  <a16:creationId xmlns:a16="http://schemas.microsoft.com/office/drawing/2014/main" id="{CEF48F89-7020-4A93-84C1-56FFF5C3D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944"/>
              <a:ext cx="19" cy="23"/>
            </a:xfrm>
            <a:custGeom>
              <a:avLst/>
              <a:gdLst>
                <a:gd name="T0" fmla="*/ 0 w 17"/>
                <a:gd name="T1" fmla="*/ 0 h 19"/>
                <a:gd name="T2" fmla="*/ 11 w 17"/>
                <a:gd name="T3" fmla="*/ 19 h 19"/>
                <a:gd name="T4" fmla="*/ 17 w 17"/>
                <a:gd name="T5" fmla="*/ 28 h 19"/>
                <a:gd name="T6" fmla="*/ 23 w 17"/>
                <a:gd name="T7" fmla="*/ 3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4" y="4"/>
                    <a:pt x="6" y="7"/>
                    <a:pt x="8" y="11"/>
                  </a:cubicBezTo>
                  <a:cubicBezTo>
                    <a:pt x="10" y="14"/>
                    <a:pt x="10" y="15"/>
                    <a:pt x="12" y="16"/>
                  </a:cubicBezTo>
                  <a:cubicBezTo>
                    <a:pt x="14" y="18"/>
                    <a:pt x="16" y="17"/>
                    <a:pt x="17" y="19"/>
                  </a:cubicBezTo>
                </a:path>
              </a:pathLst>
            </a:custGeom>
            <a:solidFill>
              <a:srgbClr val="D1EEF5"/>
            </a:solidFill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3782">
              <a:extLst>
                <a:ext uri="{FF2B5EF4-FFF2-40B4-BE49-F238E27FC236}">
                  <a16:creationId xmlns:a16="http://schemas.microsoft.com/office/drawing/2014/main" id="{39F71E2D-B49F-4F1E-B666-490BCAD74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944"/>
              <a:ext cx="19" cy="23"/>
            </a:xfrm>
            <a:custGeom>
              <a:avLst/>
              <a:gdLst>
                <a:gd name="T0" fmla="*/ 0 w 17"/>
                <a:gd name="T1" fmla="*/ 0 h 19"/>
                <a:gd name="T2" fmla="*/ 11 w 17"/>
                <a:gd name="T3" fmla="*/ 19 h 19"/>
                <a:gd name="T4" fmla="*/ 17 w 17"/>
                <a:gd name="T5" fmla="*/ 28 h 19"/>
                <a:gd name="T6" fmla="*/ 23 w 17"/>
                <a:gd name="T7" fmla="*/ 3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4" y="4"/>
                    <a:pt x="6" y="7"/>
                    <a:pt x="8" y="11"/>
                  </a:cubicBezTo>
                  <a:cubicBezTo>
                    <a:pt x="10" y="14"/>
                    <a:pt x="10" y="15"/>
                    <a:pt x="12" y="16"/>
                  </a:cubicBezTo>
                  <a:cubicBezTo>
                    <a:pt x="14" y="18"/>
                    <a:pt x="16" y="17"/>
                    <a:pt x="17" y="1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3783">
              <a:extLst>
                <a:ext uri="{FF2B5EF4-FFF2-40B4-BE49-F238E27FC236}">
                  <a16:creationId xmlns:a16="http://schemas.microsoft.com/office/drawing/2014/main" id="{E50DDCD1-78F0-431C-B465-5FF53FAEA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974"/>
              <a:ext cx="38" cy="28"/>
            </a:xfrm>
            <a:custGeom>
              <a:avLst/>
              <a:gdLst>
                <a:gd name="T0" fmla="*/ 0 w 34"/>
                <a:gd name="T1" fmla="*/ 30 h 24"/>
                <a:gd name="T2" fmla="*/ 20 w 34"/>
                <a:gd name="T3" fmla="*/ 34 h 24"/>
                <a:gd name="T4" fmla="*/ 36 w 34"/>
                <a:gd name="T5" fmla="*/ 37 h 24"/>
                <a:gd name="T6" fmla="*/ 44 w 34"/>
                <a:gd name="T7" fmla="*/ 26 h 24"/>
                <a:gd name="T8" fmla="*/ 35 w 34"/>
                <a:gd name="T9" fmla="*/ 13 h 24"/>
                <a:gd name="T10" fmla="*/ 31 w 34"/>
                <a:gd name="T11" fmla="*/ 0 h 24"/>
                <a:gd name="T12" fmla="*/ 22 w 34"/>
                <a:gd name="T13" fmla="*/ 30 h 24"/>
                <a:gd name="T14" fmla="*/ 9 w 34"/>
                <a:gd name="T15" fmla="*/ 29 h 24"/>
                <a:gd name="T16" fmla="*/ 0 w 34"/>
                <a:gd name="T17" fmla="*/ 3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24">
                  <a:moveTo>
                    <a:pt x="0" y="19"/>
                  </a:moveTo>
                  <a:cubicBezTo>
                    <a:pt x="4" y="20"/>
                    <a:pt x="9" y="21"/>
                    <a:pt x="14" y="21"/>
                  </a:cubicBezTo>
                  <a:cubicBezTo>
                    <a:pt x="18" y="22"/>
                    <a:pt x="22" y="23"/>
                    <a:pt x="26" y="23"/>
                  </a:cubicBezTo>
                  <a:cubicBezTo>
                    <a:pt x="32" y="24"/>
                    <a:pt x="34" y="21"/>
                    <a:pt x="31" y="16"/>
                  </a:cubicBezTo>
                  <a:cubicBezTo>
                    <a:pt x="29" y="13"/>
                    <a:pt x="26" y="11"/>
                    <a:pt x="25" y="8"/>
                  </a:cubicBezTo>
                  <a:cubicBezTo>
                    <a:pt x="24" y="5"/>
                    <a:pt x="24" y="2"/>
                    <a:pt x="22" y="0"/>
                  </a:cubicBezTo>
                  <a:cubicBezTo>
                    <a:pt x="21" y="8"/>
                    <a:pt x="28" y="20"/>
                    <a:pt x="16" y="19"/>
                  </a:cubicBezTo>
                  <a:cubicBezTo>
                    <a:pt x="12" y="19"/>
                    <a:pt x="10" y="18"/>
                    <a:pt x="6" y="18"/>
                  </a:cubicBezTo>
                  <a:cubicBezTo>
                    <a:pt x="4" y="18"/>
                    <a:pt x="3" y="19"/>
                    <a:pt x="0" y="19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3784">
              <a:extLst>
                <a:ext uri="{FF2B5EF4-FFF2-40B4-BE49-F238E27FC236}">
                  <a16:creationId xmlns:a16="http://schemas.microsoft.com/office/drawing/2014/main" id="{897FD1C6-0949-48ED-88C5-EFBD8CD61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965"/>
              <a:ext cx="16" cy="29"/>
            </a:xfrm>
            <a:custGeom>
              <a:avLst/>
              <a:gdLst>
                <a:gd name="T0" fmla="*/ 16 w 15"/>
                <a:gd name="T1" fmla="*/ 0 h 24"/>
                <a:gd name="T2" fmla="*/ 7 w 15"/>
                <a:gd name="T3" fmla="*/ 16 h 24"/>
                <a:gd name="T4" fmla="*/ 1 w 15"/>
                <a:gd name="T5" fmla="*/ 27 h 24"/>
                <a:gd name="T6" fmla="*/ 18 w 15"/>
                <a:gd name="T7" fmla="*/ 42 h 24"/>
                <a:gd name="T8" fmla="*/ 12 w 15"/>
                <a:gd name="T9" fmla="*/ 19 h 24"/>
                <a:gd name="T10" fmla="*/ 14 w 15"/>
                <a:gd name="T11" fmla="*/ 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4">
                  <a:moveTo>
                    <a:pt x="13" y="0"/>
                  </a:moveTo>
                  <a:cubicBezTo>
                    <a:pt x="12" y="3"/>
                    <a:pt x="9" y="7"/>
                    <a:pt x="7" y="9"/>
                  </a:cubicBezTo>
                  <a:cubicBezTo>
                    <a:pt x="6" y="11"/>
                    <a:pt x="2" y="13"/>
                    <a:pt x="1" y="15"/>
                  </a:cubicBezTo>
                  <a:cubicBezTo>
                    <a:pt x="0" y="19"/>
                    <a:pt x="11" y="24"/>
                    <a:pt x="15" y="24"/>
                  </a:cubicBezTo>
                  <a:cubicBezTo>
                    <a:pt x="12" y="20"/>
                    <a:pt x="7" y="17"/>
                    <a:pt x="9" y="11"/>
                  </a:cubicBezTo>
                  <a:cubicBezTo>
                    <a:pt x="9" y="7"/>
                    <a:pt x="12" y="5"/>
                    <a:pt x="11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3785">
              <a:extLst>
                <a:ext uri="{FF2B5EF4-FFF2-40B4-BE49-F238E27FC236}">
                  <a16:creationId xmlns:a16="http://schemas.microsoft.com/office/drawing/2014/main" id="{D7BDB094-94DA-4AD5-9EFA-80C828783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947"/>
              <a:ext cx="15" cy="18"/>
            </a:xfrm>
            <a:custGeom>
              <a:avLst/>
              <a:gdLst>
                <a:gd name="T0" fmla="*/ 1 w 14"/>
                <a:gd name="T1" fmla="*/ 0 h 16"/>
                <a:gd name="T2" fmla="*/ 10 w 14"/>
                <a:gd name="T3" fmla="*/ 10 h 16"/>
                <a:gd name="T4" fmla="*/ 14 w 14"/>
                <a:gd name="T5" fmla="*/ 19 h 16"/>
                <a:gd name="T6" fmla="*/ 0 w 14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" y="0"/>
                  </a:moveTo>
                  <a:cubicBezTo>
                    <a:pt x="4" y="1"/>
                    <a:pt x="5" y="5"/>
                    <a:pt x="7" y="7"/>
                  </a:cubicBezTo>
                  <a:cubicBezTo>
                    <a:pt x="9" y="9"/>
                    <a:pt x="14" y="10"/>
                    <a:pt x="11" y="13"/>
                  </a:cubicBezTo>
                  <a:cubicBezTo>
                    <a:pt x="7" y="16"/>
                    <a:pt x="0" y="3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3786">
              <a:extLst>
                <a:ext uri="{FF2B5EF4-FFF2-40B4-BE49-F238E27FC236}">
                  <a16:creationId xmlns:a16="http://schemas.microsoft.com/office/drawing/2014/main" id="{1FD175F6-AEEE-47D0-BB4E-BA62DC5D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968"/>
              <a:ext cx="23" cy="16"/>
            </a:xfrm>
            <a:custGeom>
              <a:avLst/>
              <a:gdLst>
                <a:gd name="T0" fmla="*/ 0 w 21"/>
                <a:gd name="T1" fmla="*/ 0 h 14"/>
                <a:gd name="T2" fmla="*/ 11 w 21"/>
                <a:gd name="T3" fmla="*/ 19 h 14"/>
                <a:gd name="T4" fmla="*/ 27 w 21"/>
                <a:gd name="T5" fmla="*/ 17 h 14"/>
                <a:gd name="T6" fmla="*/ 13 w 21"/>
                <a:gd name="T7" fmla="*/ 9 h 14"/>
                <a:gd name="T8" fmla="*/ 1 w 21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0" y="0"/>
                  </a:moveTo>
                  <a:cubicBezTo>
                    <a:pt x="7" y="2"/>
                    <a:pt x="4" y="10"/>
                    <a:pt x="8" y="13"/>
                  </a:cubicBezTo>
                  <a:cubicBezTo>
                    <a:pt x="10" y="14"/>
                    <a:pt x="19" y="13"/>
                    <a:pt x="21" y="11"/>
                  </a:cubicBezTo>
                  <a:cubicBezTo>
                    <a:pt x="17" y="8"/>
                    <a:pt x="13" y="8"/>
                    <a:pt x="10" y="6"/>
                  </a:cubicBezTo>
                  <a:cubicBezTo>
                    <a:pt x="7" y="5"/>
                    <a:pt x="3" y="0"/>
                    <a:pt x="1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Freeform 3787">
              <a:extLst>
                <a:ext uri="{FF2B5EF4-FFF2-40B4-BE49-F238E27FC236}">
                  <a16:creationId xmlns:a16="http://schemas.microsoft.com/office/drawing/2014/main" id="{7A53BA40-C343-4025-91B7-D75C3BFDC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949"/>
              <a:ext cx="12" cy="18"/>
            </a:xfrm>
            <a:custGeom>
              <a:avLst/>
              <a:gdLst>
                <a:gd name="T0" fmla="*/ 0 w 11"/>
                <a:gd name="T1" fmla="*/ 6 h 15"/>
                <a:gd name="T2" fmla="*/ 5 w 11"/>
                <a:gd name="T3" fmla="*/ 17 h 15"/>
                <a:gd name="T4" fmla="*/ 14 w 11"/>
                <a:gd name="T5" fmla="*/ 26 h 15"/>
                <a:gd name="T6" fmla="*/ 5 w 11"/>
                <a:gd name="T7" fmla="*/ 10 h 15"/>
                <a:gd name="T8" fmla="*/ 12 w 11"/>
                <a:gd name="T9" fmla="*/ 0 h 15"/>
                <a:gd name="T10" fmla="*/ 0 w 11"/>
                <a:gd name="T11" fmla="*/ 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0" y="3"/>
                  </a:moveTo>
                  <a:cubicBezTo>
                    <a:pt x="1" y="6"/>
                    <a:pt x="3" y="8"/>
                    <a:pt x="5" y="10"/>
                  </a:cubicBezTo>
                  <a:cubicBezTo>
                    <a:pt x="8" y="12"/>
                    <a:pt x="10" y="12"/>
                    <a:pt x="11" y="15"/>
                  </a:cubicBezTo>
                  <a:cubicBezTo>
                    <a:pt x="10" y="12"/>
                    <a:pt x="5" y="9"/>
                    <a:pt x="5" y="6"/>
                  </a:cubicBezTo>
                  <a:cubicBezTo>
                    <a:pt x="4" y="2"/>
                    <a:pt x="7" y="3"/>
                    <a:pt x="9" y="0"/>
                  </a:cubicBezTo>
                  <a:cubicBezTo>
                    <a:pt x="7" y="2"/>
                    <a:pt x="3" y="3"/>
                    <a:pt x="0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0" name="Freeform 3788">
              <a:extLst>
                <a:ext uri="{FF2B5EF4-FFF2-40B4-BE49-F238E27FC236}">
                  <a16:creationId xmlns:a16="http://schemas.microsoft.com/office/drawing/2014/main" id="{9176FC12-1A75-4EAF-A724-8AB3F95D0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981"/>
              <a:ext cx="14" cy="14"/>
            </a:xfrm>
            <a:custGeom>
              <a:avLst/>
              <a:gdLst>
                <a:gd name="T0" fmla="*/ 11 w 12"/>
                <a:gd name="T1" fmla="*/ 0 h 12"/>
                <a:gd name="T2" fmla="*/ 19 w 12"/>
                <a:gd name="T3" fmla="*/ 18 h 12"/>
                <a:gd name="T4" fmla="*/ 11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cubicBezTo>
                    <a:pt x="4" y="4"/>
                    <a:pt x="9" y="9"/>
                    <a:pt x="12" y="11"/>
                  </a:cubicBezTo>
                  <a:cubicBezTo>
                    <a:pt x="7" y="12"/>
                    <a:pt x="0" y="0"/>
                    <a:pt x="7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1" name="Freeform 3789">
              <a:extLst>
                <a:ext uri="{FF2B5EF4-FFF2-40B4-BE49-F238E27FC236}">
                  <a16:creationId xmlns:a16="http://schemas.microsoft.com/office/drawing/2014/main" id="{E01806D0-28AA-4144-A0C0-50E45AC0A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989"/>
              <a:ext cx="14" cy="12"/>
            </a:xfrm>
            <a:custGeom>
              <a:avLst/>
              <a:gdLst>
                <a:gd name="T0" fmla="*/ 0 w 13"/>
                <a:gd name="T1" fmla="*/ 14 h 10"/>
                <a:gd name="T2" fmla="*/ 15 w 13"/>
                <a:gd name="T3" fmla="*/ 14 h 10"/>
                <a:gd name="T4" fmla="*/ 10 w 13"/>
                <a:gd name="T5" fmla="*/ 0 h 10"/>
                <a:gd name="T6" fmla="*/ 10 w 13"/>
                <a:gd name="T7" fmla="*/ 12 h 10"/>
                <a:gd name="T8" fmla="*/ 1 w 13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0" y="8"/>
                  </a:moveTo>
                  <a:cubicBezTo>
                    <a:pt x="2" y="9"/>
                    <a:pt x="10" y="10"/>
                    <a:pt x="12" y="8"/>
                  </a:cubicBezTo>
                  <a:cubicBezTo>
                    <a:pt x="13" y="5"/>
                    <a:pt x="8" y="1"/>
                    <a:pt x="7" y="0"/>
                  </a:cubicBezTo>
                  <a:cubicBezTo>
                    <a:pt x="6" y="1"/>
                    <a:pt x="8" y="6"/>
                    <a:pt x="7" y="7"/>
                  </a:cubicBezTo>
                  <a:cubicBezTo>
                    <a:pt x="6" y="8"/>
                    <a:pt x="2" y="7"/>
                    <a:pt x="1" y="8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3790">
              <a:extLst>
                <a:ext uri="{FF2B5EF4-FFF2-40B4-BE49-F238E27FC236}">
                  <a16:creationId xmlns:a16="http://schemas.microsoft.com/office/drawing/2014/main" id="{E76B94F3-6132-4E74-8F74-D2247D850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950"/>
              <a:ext cx="9" cy="10"/>
            </a:xfrm>
            <a:custGeom>
              <a:avLst/>
              <a:gdLst>
                <a:gd name="T0" fmla="*/ 0 w 8"/>
                <a:gd name="T1" fmla="*/ 0 h 8"/>
                <a:gd name="T2" fmla="*/ 11 w 8"/>
                <a:gd name="T3" fmla="*/ 16 h 8"/>
                <a:gd name="T4" fmla="*/ 0 w 8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2"/>
                    <a:pt x="7" y="4"/>
                    <a:pt x="8" y="8"/>
                  </a:cubicBezTo>
                  <a:cubicBezTo>
                    <a:pt x="6" y="7"/>
                    <a:pt x="0" y="3"/>
                    <a:pt x="0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Freeform 3791">
              <a:extLst>
                <a:ext uri="{FF2B5EF4-FFF2-40B4-BE49-F238E27FC236}">
                  <a16:creationId xmlns:a16="http://schemas.microsoft.com/office/drawing/2014/main" id="{2F5AAB8B-B2E8-41B1-B874-E2410D4AA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40"/>
              <a:ext cx="17" cy="21"/>
            </a:xfrm>
            <a:custGeom>
              <a:avLst/>
              <a:gdLst>
                <a:gd name="T0" fmla="*/ 0 w 16"/>
                <a:gd name="T1" fmla="*/ 7 h 18"/>
                <a:gd name="T2" fmla="*/ 19 w 16"/>
                <a:gd name="T3" fmla="*/ 29 h 18"/>
                <a:gd name="T4" fmla="*/ 1 w 16"/>
                <a:gd name="T5" fmla="*/ 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4"/>
                  </a:moveTo>
                  <a:cubicBezTo>
                    <a:pt x="5" y="0"/>
                    <a:pt x="14" y="15"/>
                    <a:pt x="16" y="18"/>
                  </a:cubicBezTo>
                  <a:cubicBezTo>
                    <a:pt x="10" y="14"/>
                    <a:pt x="6" y="8"/>
                    <a:pt x="1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4" name="Freeform 3792">
              <a:extLst>
                <a:ext uri="{FF2B5EF4-FFF2-40B4-BE49-F238E27FC236}">
                  <a16:creationId xmlns:a16="http://schemas.microsoft.com/office/drawing/2014/main" id="{18AD7AA8-6770-487F-9BEA-AB090172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960"/>
              <a:ext cx="16" cy="11"/>
            </a:xfrm>
            <a:custGeom>
              <a:avLst/>
              <a:gdLst>
                <a:gd name="T0" fmla="*/ 0 w 14"/>
                <a:gd name="T1" fmla="*/ 8 h 10"/>
                <a:gd name="T2" fmla="*/ 11 w 14"/>
                <a:gd name="T3" fmla="*/ 8 h 10"/>
                <a:gd name="T4" fmla="*/ 21 w 14"/>
                <a:gd name="T5" fmla="*/ 13 h 10"/>
                <a:gd name="T6" fmla="*/ 10 w 14"/>
                <a:gd name="T7" fmla="*/ 1 h 10"/>
                <a:gd name="T8" fmla="*/ 0 w 14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0" y="5"/>
                  </a:moveTo>
                  <a:cubicBezTo>
                    <a:pt x="3" y="5"/>
                    <a:pt x="5" y="3"/>
                    <a:pt x="8" y="5"/>
                  </a:cubicBezTo>
                  <a:cubicBezTo>
                    <a:pt x="11" y="6"/>
                    <a:pt x="12" y="10"/>
                    <a:pt x="14" y="10"/>
                  </a:cubicBezTo>
                  <a:cubicBezTo>
                    <a:pt x="14" y="8"/>
                    <a:pt x="10" y="2"/>
                    <a:pt x="7" y="1"/>
                  </a:cubicBezTo>
                  <a:cubicBezTo>
                    <a:pt x="4" y="0"/>
                    <a:pt x="2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3793">
              <a:extLst>
                <a:ext uri="{FF2B5EF4-FFF2-40B4-BE49-F238E27FC236}">
                  <a16:creationId xmlns:a16="http://schemas.microsoft.com/office/drawing/2014/main" id="{9CD2182D-3811-4343-A685-0BAF17567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942"/>
              <a:ext cx="8" cy="13"/>
            </a:xfrm>
            <a:custGeom>
              <a:avLst/>
              <a:gdLst>
                <a:gd name="T0" fmla="*/ 10 w 7"/>
                <a:gd name="T1" fmla="*/ 9 h 11"/>
                <a:gd name="T2" fmla="*/ 1 w 7"/>
                <a:gd name="T3" fmla="*/ 18 h 11"/>
                <a:gd name="T4" fmla="*/ 2 w 7"/>
                <a:gd name="T5" fmla="*/ 2 h 11"/>
                <a:gd name="T6" fmla="*/ 10 w 7"/>
                <a:gd name="T7" fmla="*/ 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7" y="6"/>
                  </a:moveTo>
                  <a:cubicBezTo>
                    <a:pt x="4" y="1"/>
                    <a:pt x="2" y="11"/>
                    <a:pt x="1" y="11"/>
                  </a:cubicBezTo>
                  <a:cubicBezTo>
                    <a:pt x="0" y="10"/>
                    <a:pt x="0" y="3"/>
                    <a:pt x="2" y="2"/>
                  </a:cubicBezTo>
                  <a:cubicBezTo>
                    <a:pt x="4" y="0"/>
                    <a:pt x="6" y="4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3794">
              <a:extLst>
                <a:ext uri="{FF2B5EF4-FFF2-40B4-BE49-F238E27FC236}">
                  <a16:creationId xmlns:a16="http://schemas.microsoft.com/office/drawing/2014/main" id="{0F6AF024-A425-4120-BB5F-AAA7DA036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969"/>
              <a:ext cx="2" cy="5"/>
            </a:xfrm>
            <a:custGeom>
              <a:avLst/>
              <a:gdLst>
                <a:gd name="T0" fmla="*/ 0 w 2"/>
                <a:gd name="T1" fmla="*/ 0 h 4"/>
                <a:gd name="T2" fmla="*/ 1 w 2"/>
                <a:gd name="T3" fmla="*/ 8 h 4"/>
                <a:gd name="T4" fmla="*/ 2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2" y="3"/>
                    <a:pt x="2" y="1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3795">
              <a:extLst>
                <a:ext uri="{FF2B5EF4-FFF2-40B4-BE49-F238E27FC236}">
                  <a16:creationId xmlns:a16="http://schemas.microsoft.com/office/drawing/2014/main" id="{5317B2E3-E6AA-4D40-80D0-F8D060483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963"/>
              <a:ext cx="4" cy="4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7 h 3"/>
                <a:gd name="T4" fmla="*/ 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0"/>
                    <a:pt x="0" y="3"/>
                    <a:pt x="1" y="3"/>
                  </a:cubicBezTo>
                  <a:cubicBezTo>
                    <a:pt x="3" y="3"/>
                    <a:pt x="3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8" name="Freeform 3796">
              <a:extLst>
                <a:ext uri="{FF2B5EF4-FFF2-40B4-BE49-F238E27FC236}">
                  <a16:creationId xmlns:a16="http://schemas.microsoft.com/office/drawing/2014/main" id="{EDCD6935-90BF-4536-8B25-A130B6F3A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981"/>
              <a:ext cx="5" cy="8"/>
            </a:xfrm>
            <a:custGeom>
              <a:avLst/>
              <a:gdLst>
                <a:gd name="T0" fmla="*/ 0 w 5"/>
                <a:gd name="T1" fmla="*/ 7 h 7"/>
                <a:gd name="T2" fmla="*/ 5 w 5"/>
                <a:gd name="T3" fmla="*/ 0 h 7"/>
                <a:gd name="T4" fmla="*/ 3 w 5"/>
                <a:gd name="T5" fmla="*/ 1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4"/>
                  </a:moveTo>
                  <a:cubicBezTo>
                    <a:pt x="0" y="2"/>
                    <a:pt x="3" y="1"/>
                    <a:pt x="5" y="0"/>
                  </a:cubicBezTo>
                  <a:cubicBezTo>
                    <a:pt x="5" y="3"/>
                    <a:pt x="4" y="5"/>
                    <a:pt x="3" y="7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9" name="Freeform 3797">
              <a:extLst>
                <a:ext uri="{FF2B5EF4-FFF2-40B4-BE49-F238E27FC236}">
                  <a16:creationId xmlns:a16="http://schemas.microsoft.com/office/drawing/2014/main" id="{C963D622-39B5-439F-8C92-18629ED86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866"/>
              <a:ext cx="79" cy="109"/>
            </a:xfrm>
            <a:custGeom>
              <a:avLst/>
              <a:gdLst>
                <a:gd name="T0" fmla="*/ 29 w 71"/>
                <a:gd name="T1" fmla="*/ 45 h 92"/>
                <a:gd name="T2" fmla="*/ 0 w 71"/>
                <a:gd name="T3" fmla="*/ 63 h 92"/>
                <a:gd name="T4" fmla="*/ 18 w 71"/>
                <a:gd name="T5" fmla="*/ 96 h 92"/>
                <a:gd name="T6" fmla="*/ 73 w 71"/>
                <a:gd name="T7" fmla="*/ 109 h 92"/>
                <a:gd name="T8" fmla="*/ 88 w 71"/>
                <a:gd name="T9" fmla="*/ 78 h 92"/>
                <a:gd name="T10" fmla="*/ 68 w 71"/>
                <a:gd name="T11" fmla="*/ 52 h 92"/>
                <a:gd name="T12" fmla="*/ 29 w 71"/>
                <a:gd name="T13" fmla="*/ 45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92">
                  <a:moveTo>
                    <a:pt x="21" y="27"/>
                  </a:moveTo>
                  <a:cubicBezTo>
                    <a:pt x="15" y="35"/>
                    <a:pt x="0" y="38"/>
                    <a:pt x="0" y="38"/>
                  </a:cubicBezTo>
                  <a:cubicBezTo>
                    <a:pt x="0" y="38"/>
                    <a:pt x="2" y="52"/>
                    <a:pt x="13" y="57"/>
                  </a:cubicBezTo>
                  <a:cubicBezTo>
                    <a:pt x="25" y="63"/>
                    <a:pt x="58" y="92"/>
                    <a:pt x="53" y="66"/>
                  </a:cubicBezTo>
                  <a:cubicBezTo>
                    <a:pt x="48" y="41"/>
                    <a:pt x="71" y="57"/>
                    <a:pt x="64" y="47"/>
                  </a:cubicBezTo>
                  <a:cubicBezTo>
                    <a:pt x="57" y="37"/>
                    <a:pt x="64" y="30"/>
                    <a:pt x="49" y="31"/>
                  </a:cubicBezTo>
                  <a:cubicBezTo>
                    <a:pt x="33" y="32"/>
                    <a:pt x="40" y="0"/>
                    <a:pt x="21" y="27"/>
                  </a:cubicBezTo>
                  <a:close/>
                </a:path>
              </a:pathLst>
            </a:custGeom>
            <a:solidFill>
              <a:srgbClr val="D1EEF5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00" name="Freeform 3798">
              <a:extLst>
                <a:ext uri="{FF2B5EF4-FFF2-40B4-BE49-F238E27FC236}">
                  <a16:creationId xmlns:a16="http://schemas.microsoft.com/office/drawing/2014/main" id="{22A8CEAB-D47D-43D4-B3F5-7CAD8504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910"/>
              <a:ext cx="18" cy="25"/>
            </a:xfrm>
            <a:custGeom>
              <a:avLst/>
              <a:gdLst>
                <a:gd name="T0" fmla="*/ 0 w 17"/>
                <a:gd name="T1" fmla="*/ 0 h 21"/>
                <a:gd name="T2" fmla="*/ 5 w 17"/>
                <a:gd name="T3" fmla="*/ 27 h 21"/>
                <a:gd name="T4" fmla="*/ 20 w 17"/>
                <a:gd name="T5" fmla="*/ 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0" y="0"/>
                  </a:moveTo>
                  <a:cubicBezTo>
                    <a:pt x="9" y="2"/>
                    <a:pt x="1" y="11"/>
                    <a:pt x="5" y="16"/>
                  </a:cubicBezTo>
                  <a:cubicBezTo>
                    <a:pt x="9" y="20"/>
                    <a:pt x="15" y="15"/>
                    <a:pt x="17" y="21"/>
                  </a:cubicBezTo>
                </a:path>
              </a:pathLst>
            </a:custGeom>
            <a:solidFill>
              <a:srgbClr val="D1EEF5"/>
            </a:solidFill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01" name="Freeform 3799">
              <a:extLst>
                <a:ext uri="{FF2B5EF4-FFF2-40B4-BE49-F238E27FC236}">
                  <a16:creationId xmlns:a16="http://schemas.microsoft.com/office/drawing/2014/main" id="{D6151F1D-6C68-46FC-8658-2C436CF23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910"/>
              <a:ext cx="18" cy="25"/>
            </a:xfrm>
            <a:custGeom>
              <a:avLst/>
              <a:gdLst>
                <a:gd name="T0" fmla="*/ 0 w 17"/>
                <a:gd name="T1" fmla="*/ 0 h 21"/>
                <a:gd name="T2" fmla="*/ 5 w 17"/>
                <a:gd name="T3" fmla="*/ 27 h 21"/>
                <a:gd name="T4" fmla="*/ 20 w 17"/>
                <a:gd name="T5" fmla="*/ 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0" y="0"/>
                  </a:moveTo>
                  <a:cubicBezTo>
                    <a:pt x="9" y="2"/>
                    <a:pt x="1" y="11"/>
                    <a:pt x="5" y="16"/>
                  </a:cubicBezTo>
                  <a:cubicBezTo>
                    <a:pt x="9" y="20"/>
                    <a:pt x="15" y="15"/>
                    <a:pt x="17" y="2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2" name="Freeform 3800">
              <a:extLst>
                <a:ext uri="{FF2B5EF4-FFF2-40B4-BE49-F238E27FC236}">
                  <a16:creationId xmlns:a16="http://schemas.microsoft.com/office/drawing/2014/main" id="{DE757DAF-3911-4BE1-A46E-A037A20B0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896"/>
              <a:ext cx="6" cy="25"/>
            </a:xfrm>
            <a:custGeom>
              <a:avLst/>
              <a:gdLst>
                <a:gd name="T0" fmla="*/ 0 w 6"/>
                <a:gd name="T1" fmla="*/ 0 h 21"/>
                <a:gd name="T2" fmla="*/ 2 w 6"/>
                <a:gd name="T3" fmla="*/ 20 h 21"/>
                <a:gd name="T4" fmla="*/ 4 w 6"/>
                <a:gd name="T5" fmla="*/ 29 h 21"/>
                <a:gd name="T6" fmla="*/ 6 w 6"/>
                <a:gd name="T7" fmla="*/ 3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2" y="4"/>
                    <a:pt x="2" y="7"/>
                    <a:pt x="2" y="12"/>
                  </a:cubicBezTo>
                  <a:cubicBezTo>
                    <a:pt x="2" y="14"/>
                    <a:pt x="2" y="15"/>
                    <a:pt x="4" y="17"/>
                  </a:cubicBezTo>
                  <a:cubicBezTo>
                    <a:pt x="5" y="19"/>
                    <a:pt x="6" y="19"/>
                    <a:pt x="6" y="21"/>
                  </a:cubicBezTo>
                </a:path>
              </a:pathLst>
            </a:custGeom>
            <a:solidFill>
              <a:srgbClr val="D1EEF5"/>
            </a:solidFill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03" name="Freeform 3801">
              <a:extLst>
                <a:ext uri="{FF2B5EF4-FFF2-40B4-BE49-F238E27FC236}">
                  <a16:creationId xmlns:a16="http://schemas.microsoft.com/office/drawing/2014/main" id="{6B491294-F75C-4996-B779-811F9A969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896"/>
              <a:ext cx="6" cy="25"/>
            </a:xfrm>
            <a:custGeom>
              <a:avLst/>
              <a:gdLst>
                <a:gd name="T0" fmla="*/ 0 w 6"/>
                <a:gd name="T1" fmla="*/ 0 h 21"/>
                <a:gd name="T2" fmla="*/ 2 w 6"/>
                <a:gd name="T3" fmla="*/ 20 h 21"/>
                <a:gd name="T4" fmla="*/ 4 w 6"/>
                <a:gd name="T5" fmla="*/ 29 h 21"/>
                <a:gd name="T6" fmla="*/ 6 w 6"/>
                <a:gd name="T7" fmla="*/ 3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2" y="4"/>
                    <a:pt x="2" y="7"/>
                    <a:pt x="2" y="12"/>
                  </a:cubicBezTo>
                  <a:cubicBezTo>
                    <a:pt x="2" y="14"/>
                    <a:pt x="2" y="15"/>
                    <a:pt x="4" y="17"/>
                  </a:cubicBezTo>
                  <a:cubicBezTo>
                    <a:pt x="5" y="19"/>
                    <a:pt x="6" y="19"/>
                    <a:pt x="6" y="2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4" name="Freeform 3802">
              <a:extLst>
                <a:ext uri="{FF2B5EF4-FFF2-40B4-BE49-F238E27FC236}">
                  <a16:creationId xmlns:a16="http://schemas.microsoft.com/office/drawing/2014/main" id="{BFFD5F3B-A8D7-4680-8607-EED96167E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929"/>
              <a:ext cx="30" cy="26"/>
            </a:xfrm>
            <a:custGeom>
              <a:avLst/>
              <a:gdLst>
                <a:gd name="T0" fmla="*/ 0 w 27"/>
                <a:gd name="T1" fmla="*/ 11 h 22"/>
                <a:gd name="T2" fmla="*/ 14 w 27"/>
                <a:gd name="T3" fmla="*/ 21 h 22"/>
                <a:gd name="T4" fmla="*/ 27 w 27"/>
                <a:gd name="T5" fmla="*/ 33 h 22"/>
                <a:gd name="T6" fmla="*/ 36 w 27"/>
                <a:gd name="T7" fmla="*/ 25 h 22"/>
                <a:gd name="T8" fmla="*/ 33 w 27"/>
                <a:gd name="T9" fmla="*/ 11 h 22"/>
                <a:gd name="T10" fmla="*/ 33 w 27"/>
                <a:gd name="T11" fmla="*/ 0 h 22"/>
                <a:gd name="T12" fmla="*/ 18 w 27"/>
                <a:gd name="T13" fmla="*/ 20 h 22"/>
                <a:gd name="T14" fmla="*/ 9 w 27"/>
                <a:gd name="T15" fmla="*/ 13 h 22"/>
                <a:gd name="T16" fmla="*/ 1 w 27"/>
                <a:gd name="T17" fmla="*/ 1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2">
                  <a:moveTo>
                    <a:pt x="0" y="7"/>
                  </a:moveTo>
                  <a:cubicBezTo>
                    <a:pt x="4" y="9"/>
                    <a:pt x="7" y="11"/>
                    <a:pt x="11" y="13"/>
                  </a:cubicBezTo>
                  <a:cubicBezTo>
                    <a:pt x="14" y="15"/>
                    <a:pt x="17" y="18"/>
                    <a:pt x="20" y="20"/>
                  </a:cubicBezTo>
                  <a:cubicBezTo>
                    <a:pt x="24" y="22"/>
                    <a:pt x="27" y="21"/>
                    <a:pt x="26" y="15"/>
                  </a:cubicBezTo>
                  <a:cubicBezTo>
                    <a:pt x="25" y="12"/>
                    <a:pt x="24" y="10"/>
                    <a:pt x="24" y="7"/>
                  </a:cubicBezTo>
                  <a:cubicBezTo>
                    <a:pt x="24" y="4"/>
                    <a:pt x="26" y="2"/>
                    <a:pt x="24" y="0"/>
                  </a:cubicBezTo>
                  <a:cubicBezTo>
                    <a:pt x="21" y="6"/>
                    <a:pt x="22" y="18"/>
                    <a:pt x="13" y="12"/>
                  </a:cubicBezTo>
                  <a:cubicBezTo>
                    <a:pt x="10" y="11"/>
                    <a:pt x="9" y="9"/>
                    <a:pt x="6" y="8"/>
                  </a:cubicBezTo>
                  <a:cubicBezTo>
                    <a:pt x="4" y="7"/>
                    <a:pt x="3" y="7"/>
                    <a:pt x="1" y="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5" name="Freeform 3803">
              <a:extLst>
                <a:ext uri="{FF2B5EF4-FFF2-40B4-BE49-F238E27FC236}">
                  <a16:creationId xmlns:a16="http://schemas.microsoft.com/office/drawing/2014/main" id="{9748DBD9-955A-405B-9063-E8D9F9113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904"/>
              <a:ext cx="18" cy="24"/>
            </a:xfrm>
            <a:custGeom>
              <a:avLst/>
              <a:gdLst>
                <a:gd name="T0" fmla="*/ 20 w 17"/>
                <a:gd name="T1" fmla="*/ 0 h 20"/>
                <a:gd name="T2" fmla="*/ 12 w 17"/>
                <a:gd name="T3" fmla="*/ 8 h 20"/>
                <a:gd name="T4" fmla="*/ 2 w 17"/>
                <a:gd name="T5" fmla="*/ 12 h 20"/>
                <a:gd name="T6" fmla="*/ 13 w 17"/>
                <a:gd name="T7" fmla="*/ 35 h 20"/>
                <a:gd name="T8" fmla="*/ 13 w 17"/>
                <a:gd name="T9" fmla="*/ 12 h 20"/>
                <a:gd name="T10" fmla="*/ 18 w 17"/>
                <a:gd name="T11" fmla="*/ 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0">
                  <a:moveTo>
                    <a:pt x="17" y="0"/>
                  </a:moveTo>
                  <a:cubicBezTo>
                    <a:pt x="15" y="2"/>
                    <a:pt x="12" y="4"/>
                    <a:pt x="9" y="5"/>
                  </a:cubicBezTo>
                  <a:cubicBezTo>
                    <a:pt x="8" y="6"/>
                    <a:pt x="4" y="6"/>
                    <a:pt x="2" y="7"/>
                  </a:cubicBezTo>
                  <a:cubicBezTo>
                    <a:pt x="0" y="10"/>
                    <a:pt x="6" y="18"/>
                    <a:pt x="10" y="20"/>
                  </a:cubicBezTo>
                  <a:cubicBezTo>
                    <a:pt x="9" y="15"/>
                    <a:pt x="6" y="12"/>
                    <a:pt x="10" y="7"/>
                  </a:cubicBezTo>
                  <a:cubicBezTo>
                    <a:pt x="12" y="5"/>
                    <a:pt x="14" y="4"/>
                    <a:pt x="15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6" name="Freeform 3804">
              <a:extLst>
                <a:ext uri="{FF2B5EF4-FFF2-40B4-BE49-F238E27FC236}">
                  <a16:creationId xmlns:a16="http://schemas.microsoft.com/office/drawing/2014/main" id="{56C66DEE-466E-4127-AD71-D495B8A82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907"/>
              <a:ext cx="9" cy="17"/>
            </a:xfrm>
            <a:custGeom>
              <a:avLst/>
              <a:gdLst>
                <a:gd name="T0" fmla="*/ 1 w 8"/>
                <a:gd name="T1" fmla="*/ 0 h 15"/>
                <a:gd name="T2" fmla="*/ 7 w 8"/>
                <a:gd name="T3" fmla="*/ 11 h 15"/>
                <a:gd name="T4" fmla="*/ 8 w 8"/>
                <a:gd name="T5" fmla="*/ 20 h 15"/>
                <a:gd name="T6" fmla="*/ 1 w 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1" y="0"/>
                  </a:moveTo>
                  <a:cubicBezTo>
                    <a:pt x="4" y="2"/>
                    <a:pt x="3" y="5"/>
                    <a:pt x="4" y="8"/>
                  </a:cubicBezTo>
                  <a:cubicBezTo>
                    <a:pt x="5" y="10"/>
                    <a:pt x="8" y="13"/>
                    <a:pt x="5" y="14"/>
                  </a:cubicBezTo>
                  <a:cubicBezTo>
                    <a:pt x="1" y="15"/>
                    <a:pt x="0" y="2"/>
                    <a:pt x="1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7" name="Freeform 3805">
              <a:extLst>
                <a:ext uri="{FF2B5EF4-FFF2-40B4-BE49-F238E27FC236}">
                  <a16:creationId xmlns:a16="http://schemas.microsoft.com/office/drawing/2014/main" id="{BE055262-F93A-4389-A5DC-29954426B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911"/>
              <a:ext cx="14" cy="20"/>
            </a:xfrm>
            <a:custGeom>
              <a:avLst/>
              <a:gdLst>
                <a:gd name="T0" fmla="*/ 1 w 13"/>
                <a:gd name="T1" fmla="*/ 0 h 17"/>
                <a:gd name="T2" fmla="*/ 2 w 13"/>
                <a:gd name="T3" fmla="*/ 21 h 17"/>
                <a:gd name="T4" fmla="*/ 16 w 13"/>
                <a:gd name="T5" fmla="*/ 25 h 17"/>
                <a:gd name="T6" fmla="*/ 6 w 13"/>
                <a:gd name="T7" fmla="*/ 13 h 17"/>
                <a:gd name="T8" fmla="*/ 1 w 13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3"/>
                    <a:pt x="0" y="9"/>
                    <a:pt x="2" y="13"/>
                  </a:cubicBezTo>
                  <a:cubicBezTo>
                    <a:pt x="3" y="15"/>
                    <a:pt x="11" y="17"/>
                    <a:pt x="13" y="15"/>
                  </a:cubicBezTo>
                  <a:cubicBezTo>
                    <a:pt x="11" y="12"/>
                    <a:pt x="7" y="11"/>
                    <a:pt x="6" y="8"/>
                  </a:cubicBezTo>
                  <a:cubicBezTo>
                    <a:pt x="4" y="6"/>
                    <a:pt x="3" y="1"/>
                    <a:pt x="1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8" name="Freeform 3806">
              <a:extLst>
                <a:ext uri="{FF2B5EF4-FFF2-40B4-BE49-F238E27FC236}">
                  <a16:creationId xmlns:a16="http://schemas.microsoft.com/office/drawing/2014/main" id="{2B1811A4-5B61-456B-991F-5F472291E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905"/>
              <a:ext cx="9" cy="16"/>
            </a:xfrm>
            <a:custGeom>
              <a:avLst/>
              <a:gdLst>
                <a:gd name="T0" fmla="*/ 0 w 8"/>
                <a:gd name="T1" fmla="*/ 0 h 13"/>
                <a:gd name="T2" fmla="*/ 1 w 8"/>
                <a:gd name="T3" fmla="*/ 15 h 13"/>
                <a:gd name="T4" fmla="*/ 7 w 8"/>
                <a:gd name="T5" fmla="*/ 25 h 13"/>
                <a:gd name="T6" fmla="*/ 3 w 8"/>
                <a:gd name="T7" fmla="*/ 7 h 13"/>
                <a:gd name="T8" fmla="*/ 11 w 8"/>
                <a:gd name="T9" fmla="*/ 1 h 13"/>
                <a:gd name="T10" fmla="*/ 0 w 8"/>
                <a:gd name="T11" fmla="*/ 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0" y="3"/>
                    <a:pt x="0" y="5"/>
                    <a:pt x="1" y="8"/>
                  </a:cubicBezTo>
                  <a:cubicBezTo>
                    <a:pt x="2" y="10"/>
                    <a:pt x="4" y="11"/>
                    <a:pt x="4" y="13"/>
                  </a:cubicBezTo>
                  <a:cubicBezTo>
                    <a:pt x="4" y="11"/>
                    <a:pt x="2" y="7"/>
                    <a:pt x="3" y="4"/>
                  </a:cubicBezTo>
                  <a:cubicBezTo>
                    <a:pt x="3" y="1"/>
                    <a:pt x="5" y="3"/>
                    <a:pt x="8" y="1"/>
                  </a:cubicBezTo>
                  <a:cubicBezTo>
                    <a:pt x="5" y="1"/>
                    <a:pt x="2" y="1"/>
                    <a:pt x="0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9" name="Freeform 3807">
              <a:extLst>
                <a:ext uri="{FF2B5EF4-FFF2-40B4-BE49-F238E27FC236}">
                  <a16:creationId xmlns:a16="http://schemas.microsoft.com/office/drawing/2014/main" id="{3036E7EE-6698-4A3E-898A-CFDDAF648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910"/>
              <a:ext cx="5" cy="15"/>
            </a:xfrm>
            <a:custGeom>
              <a:avLst/>
              <a:gdLst>
                <a:gd name="T0" fmla="*/ 5 w 5"/>
                <a:gd name="T1" fmla="*/ 3 h 13"/>
                <a:gd name="T2" fmla="*/ 5 w 5"/>
                <a:gd name="T3" fmla="*/ 20 h 13"/>
                <a:gd name="T4" fmla="*/ 5 w 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5" y="3"/>
                  </a:moveTo>
                  <a:cubicBezTo>
                    <a:pt x="2" y="4"/>
                    <a:pt x="3" y="10"/>
                    <a:pt x="5" y="13"/>
                  </a:cubicBezTo>
                  <a:cubicBezTo>
                    <a:pt x="1" y="11"/>
                    <a:pt x="0" y="0"/>
                    <a:pt x="5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0" name="Freeform 3808">
              <a:extLst>
                <a:ext uri="{FF2B5EF4-FFF2-40B4-BE49-F238E27FC236}">
                  <a16:creationId xmlns:a16="http://schemas.microsoft.com/office/drawing/2014/main" id="{A8B5135E-ADB5-44C3-BF15-9AFFB0EAB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943"/>
              <a:ext cx="12" cy="11"/>
            </a:xfrm>
            <a:custGeom>
              <a:avLst/>
              <a:gdLst>
                <a:gd name="T0" fmla="*/ 0 w 11"/>
                <a:gd name="T1" fmla="*/ 6 h 9"/>
                <a:gd name="T2" fmla="*/ 12 w 11"/>
                <a:gd name="T3" fmla="*/ 15 h 9"/>
                <a:gd name="T4" fmla="*/ 11 w 11"/>
                <a:gd name="T5" fmla="*/ 0 h 9"/>
                <a:gd name="T6" fmla="*/ 5 w 11"/>
                <a:gd name="T7" fmla="*/ 9 h 9"/>
                <a:gd name="T8" fmla="*/ 0 w 11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0" y="3"/>
                  </a:moveTo>
                  <a:cubicBezTo>
                    <a:pt x="1" y="5"/>
                    <a:pt x="7" y="9"/>
                    <a:pt x="9" y="8"/>
                  </a:cubicBezTo>
                  <a:cubicBezTo>
                    <a:pt x="11" y="6"/>
                    <a:pt x="9" y="1"/>
                    <a:pt x="8" y="0"/>
                  </a:cubicBezTo>
                  <a:cubicBezTo>
                    <a:pt x="7" y="1"/>
                    <a:pt x="7" y="5"/>
                    <a:pt x="5" y="5"/>
                  </a:cubicBezTo>
                  <a:cubicBezTo>
                    <a:pt x="4" y="6"/>
                    <a:pt x="2" y="4"/>
                    <a:pt x="0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1" name="Freeform 3809">
              <a:extLst>
                <a:ext uri="{FF2B5EF4-FFF2-40B4-BE49-F238E27FC236}">
                  <a16:creationId xmlns:a16="http://schemas.microsoft.com/office/drawing/2014/main" id="{3AE29A6C-CD86-4D34-A4B6-05EA452FD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909"/>
              <a:ext cx="6" cy="12"/>
            </a:xfrm>
            <a:custGeom>
              <a:avLst/>
              <a:gdLst>
                <a:gd name="T0" fmla="*/ 1 w 5"/>
                <a:gd name="T1" fmla="*/ 0 h 10"/>
                <a:gd name="T2" fmla="*/ 8 w 5"/>
                <a:gd name="T3" fmla="*/ 17 h 10"/>
                <a:gd name="T4" fmla="*/ 1 w 5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3" y="3"/>
                    <a:pt x="5" y="7"/>
                    <a:pt x="5" y="10"/>
                  </a:cubicBezTo>
                  <a:cubicBezTo>
                    <a:pt x="3" y="9"/>
                    <a:pt x="0" y="3"/>
                    <a:pt x="1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2" name="Freeform 3810">
              <a:extLst>
                <a:ext uri="{FF2B5EF4-FFF2-40B4-BE49-F238E27FC236}">
                  <a16:creationId xmlns:a16="http://schemas.microsoft.com/office/drawing/2014/main" id="{8EB47DFF-D0BC-4D85-A9F8-115EAC823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889"/>
              <a:ext cx="7" cy="22"/>
            </a:xfrm>
            <a:custGeom>
              <a:avLst/>
              <a:gdLst>
                <a:gd name="T0" fmla="*/ 0 w 7"/>
                <a:gd name="T1" fmla="*/ 2 h 19"/>
                <a:gd name="T2" fmla="*/ 7 w 7"/>
                <a:gd name="T3" fmla="*/ 29 h 19"/>
                <a:gd name="T4" fmla="*/ 0 w 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2"/>
                  </a:moveTo>
                  <a:cubicBezTo>
                    <a:pt x="5" y="0"/>
                    <a:pt x="7" y="15"/>
                    <a:pt x="7" y="19"/>
                  </a:cubicBezTo>
                  <a:cubicBezTo>
                    <a:pt x="4" y="14"/>
                    <a:pt x="3" y="7"/>
                    <a:pt x="0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3" name="Freeform 3811">
              <a:extLst>
                <a:ext uri="{FF2B5EF4-FFF2-40B4-BE49-F238E27FC236}">
                  <a16:creationId xmlns:a16="http://schemas.microsoft.com/office/drawing/2014/main" id="{18919EF3-E97B-4292-B1A9-7F088B140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903"/>
              <a:ext cx="11" cy="14"/>
            </a:xfrm>
            <a:custGeom>
              <a:avLst/>
              <a:gdLst>
                <a:gd name="T0" fmla="*/ 0 w 10"/>
                <a:gd name="T1" fmla="*/ 6 h 12"/>
                <a:gd name="T2" fmla="*/ 9 w 10"/>
                <a:gd name="T3" fmla="*/ 8 h 12"/>
                <a:gd name="T4" fmla="*/ 12 w 10"/>
                <a:gd name="T5" fmla="*/ 19 h 12"/>
                <a:gd name="T6" fmla="*/ 10 w 10"/>
                <a:gd name="T7" fmla="*/ 2 h 12"/>
                <a:gd name="T8" fmla="*/ 0 w 10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0" y="3"/>
                  </a:moveTo>
                  <a:cubicBezTo>
                    <a:pt x="2" y="4"/>
                    <a:pt x="4" y="3"/>
                    <a:pt x="6" y="5"/>
                  </a:cubicBezTo>
                  <a:cubicBezTo>
                    <a:pt x="7" y="7"/>
                    <a:pt x="7" y="10"/>
                    <a:pt x="9" y="12"/>
                  </a:cubicBezTo>
                  <a:cubicBezTo>
                    <a:pt x="10" y="10"/>
                    <a:pt x="9" y="3"/>
                    <a:pt x="7" y="2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4" name="Freeform 3812">
              <a:extLst>
                <a:ext uri="{FF2B5EF4-FFF2-40B4-BE49-F238E27FC236}">
                  <a16:creationId xmlns:a16="http://schemas.microsoft.com/office/drawing/2014/main" id="{18C0383E-BF95-4591-BD35-E0EFE83A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890"/>
              <a:ext cx="9" cy="8"/>
            </a:xfrm>
            <a:custGeom>
              <a:avLst/>
              <a:gdLst>
                <a:gd name="T0" fmla="*/ 11 w 8"/>
                <a:gd name="T1" fmla="*/ 8 h 7"/>
                <a:gd name="T2" fmla="*/ 0 w 8"/>
                <a:gd name="T3" fmla="*/ 10 h 7"/>
                <a:gd name="T4" fmla="*/ 8 w 8"/>
                <a:gd name="T5" fmla="*/ 0 h 7"/>
                <a:gd name="T6" fmla="*/ 11 w 8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5"/>
                  </a:moveTo>
                  <a:cubicBezTo>
                    <a:pt x="7" y="0"/>
                    <a:pt x="1" y="7"/>
                    <a:pt x="0" y="7"/>
                  </a:cubicBezTo>
                  <a:cubicBezTo>
                    <a:pt x="1" y="5"/>
                    <a:pt x="3" y="0"/>
                    <a:pt x="5" y="0"/>
                  </a:cubicBezTo>
                  <a:cubicBezTo>
                    <a:pt x="7" y="0"/>
                    <a:pt x="7" y="3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5" name="Freeform 3813">
              <a:extLst>
                <a:ext uri="{FF2B5EF4-FFF2-40B4-BE49-F238E27FC236}">
                  <a16:creationId xmlns:a16="http://schemas.microsoft.com/office/drawing/2014/main" id="{B5651E3D-7F1C-4B04-A37C-B6C4E1587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909"/>
              <a:ext cx="3" cy="5"/>
            </a:xfrm>
            <a:custGeom>
              <a:avLst/>
              <a:gdLst>
                <a:gd name="T0" fmla="*/ 1 w 3"/>
                <a:gd name="T1" fmla="*/ 0 h 4"/>
                <a:gd name="T2" fmla="*/ 0 w 3"/>
                <a:gd name="T3" fmla="*/ 8 h 4"/>
                <a:gd name="T4" fmla="*/ 3 w 3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4"/>
                    <a:pt x="2" y="2"/>
                    <a:pt x="3" y="1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6" name="Freeform 3814">
              <a:extLst>
                <a:ext uri="{FF2B5EF4-FFF2-40B4-BE49-F238E27FC236}">
                  <a16:creationId xmlns:a16="http://schemas.microsoft.com/office/drawing/2014/main" id="{8AED1914-AFB0-4A3E-AE14-49A50D7B8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915"/>
              <a:ext cx="5" cy="4"/>
            </a:xfrm>
            <a:custGeom>
              <a:avLst/>
              <a:gdLst>
                <a:gd name="T0" fmla="*/ 3 w 5"/>
                <a:gd name="T1" fmla="*/ 0 h 4"/>
                <a:gd name="T2" fmla="*/ 2 w 5"/>
                <a:gd name="T3" fmla="*/ 3 h 4"/>
                <a:gd name="T4" fmla="*/ 5 w 5"/>
                <a:gd name="T5" fmla="*/ 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1"/>
                    <a:pt x="0" y="3"/>
                    <a:pt x="2" y="3"/>
                  </a:cubicBezTo>
                  <a:cubicBezTo>
                    <a:pt x="2" y="4"/>
                    <a:pt x="4" y="2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7" name="Freeform 3815">
              <a:extLst>
                <a:ext uri="{FF2B5EF4-FFF2-40B4-BE49-F238E27FC236}">
                  <a16:creationId xmlns:a16="http://schemas.microsoft.com/office/drawing/2014/main" id="{5736E77F-7E10-4F0E-8D13-7E109346B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930"/>
              <a:ext cx="6" cy="7"/>
            </a:xfrm>
            <a:custGeom>
              <a:avLst/>
              <a:gdLst>
                <a:gd name="T0" fmla="*/ 0 w 5"/>
                <a:gd name="T1" fmla="*/ 2 h 6"/>
                <a:gd name="T2" fmla="*/ 8 w 5"/>
                <a:gd name="T3" fmla="*/ 0 h 6"/>
                <a:gd name="T4" fmla="*/ 1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1"/>
                    <a:pt x="4" y="0"/>
                    <a:pt x="5" y="0"/>
                  </a:cubicBezTo>
                  <a:cubicBezTo>
                    <a:pt x="4" y="3"/>
                    <a:pt x="3" y="4"/>
                    <a:pt x="1" y="6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8" name="Freeform 3816">
              <a:extLst>
                <a:ext uri="{FF2B5EF4-FFF2-40B4-BE49-F238E27FC236}">
                  <a16:creationId xmlns:a16="http://schemas.microsoft.com/office/drawing/2014/main" id="{5AD5E696-24FC-455C-825C-16D90ED33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877"/>
              <a:ext cx="94" cy="87"/>
            </a:xfrm>
            <a:custGeom>
              <a:avLst/>
              <a:gdLst>
                <a:gd name="T0" fmla="*/ 22 w 85"/>
                <a:gd name="T1" fmla="*/ 39 h 74"/>
                <a:gd name="T2" fmla="*/ 42 w 85"/>
                <a:gd name="T3" fmla="*/ 112 h 74"/>
                <a:gd name="T4" fmla="*/ 87 w 85"/>
                <a:gd name="T5" fmla="*/ 94 h 74"/>
                <a:gd name="T6" fmla="*/ 94 w 85"/>
                <a:gd name="T7" fmla="*/ 54 h 74"/>
                <a:gd name="T8" fmla="*/ 81 w 85"/>
                <a:gd name="T9" fmla="*/ 18 h 74"/>
                <a:gd name="T10" fmla="*/ 54 w 85"/>
                <a:gd name="T11" fmla="*/ 22 h 74"/>
                <a:gd name="T12" fmla="*/ 22 w 85"/>
                <a:gd name="T13" fmla="*/ 3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74">
                  <a:moveTo>
                    <a:pt x="16" y="24"/>
                  </a:moveTo>
                  <a:cubicBezTo>
                    <a:pt x="0" y="14"/>
                    <a:pt x="3" y="64"/>
                    <a:pt x="31" y="69"/>
                  </a:cubicBezTo>
                  <a:cubicBezTo>
                    <a:pt x="59" y="74"/>
                    <a:pt x="44" y="47"/>
                    <a:pt x="64" y="58"/>
                  </a:cubicBezTo>
                  <a:cubicBezTo>
                    <a:pt x="85" y="70"/>
                    <a:pt x="83" y="37"/>
                    <a:pt x="70" y="33"/>
                  </a:cubicBezTo>
                  <a:cubicBezTo>
                    <a:pt x="56" y="28"/>
                    <a:pt x="50" y="18"/>
                    <a:pt x="60" y="11"/>
                  </a:cubicBezTo>
                  <a:cubicBezTo>
                    <a:pt x="70" y="4"/>
                    <a:pt x="40" y="0"/>
                    <a:pt x="40" y="14"/>
                  </a:cubicBezTo>
                  <a:cubicBezTo>
                    <a:pt x="40" y="28"/>
                    <a:pt x="26" y="30"/>
                    <a:pt x="16" y="24"/>
                  </a:cubicBezTo>
                  <a:close/>
                </a:path>
              </a:pathLst>
            </a:custGeom>
            <a:solidFill>
              <a:srgbClr val="D1EEF5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19" name="Freeform 3817">
              <a:extLst>
                <a:ext uri="{FF2B5EF4-FFF2-40B4-BE49-F238E27FC236}">
                  <a16:creationId xmlns:a16="http://schemas.microsoft.com/office/drawing/2014/main" id="{D3C25538-617A-48DA-BC04-6303C0504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921"/>
              <a:ext cx="20" cy="20"/>
            </a:xfrm>
            <a:custGeom>
              <a:avLst/>
              <a:gdLst>
                <a:gd name="T0" fmla="*/ 1 w 18"/>
                <a:gd name="T1" fmla="*/ 28 h 17"/>
                <a:gd name="T2" fmla="*/ 9 w 18"/>
                <a:gd name="T3" fmla="*/ 2 h 17"/>
                <a:gd name="T4" fmla="*/ 24 w 18"/>
                <a:gd name="T5" fmla="*/ 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" y="17"/>
                  </a:moveTo>
                  <a:cubicBezTo>
                    <a:pt x="0" y="12"/>
                    <a:pt x="0" y="5"/>
                    <a:pt x="6" y="2"/>
                  </a:cubicBezTo>
                  <a:cubicBezTo>
                    <a:pt x="9" y="0"/>
                    <a:pt x="15" y="0"/>
                    <a:pt x="18" y="3"/>
                  </a:cubicBezTo>
                </a:path>
              </a:pathLst>
            </a:custGeom>
            <a:solidFill>
              <a:srgbClr val="D1EEF5"/>
            </a:solidFill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20" name="Freeform 3818">
              <a:extLst>
                <a:ext uri="{FF2B5EF4-FFF2-40B4-BE49-F238E27FC236}">
                  <a16:creationId xmlns:a16="http://schemas.microsoft.com/office/drawing/2014/main" id="{8CF59277-9645-47D1-A8AF-1F548997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921"/>
              <a:ext cx="20" cy="20"/>
            </a:xfrm>
            <a:custGeom>
              <a:avLst/>
              <a:gdLst>
                <a:gd name="T0" fmla="*/ 1 w 18"/>
                <a:gd name="T1" fmla="*/ 28 h 17"/>
                <a:gd name="T2" fmla="*/ 9 w 18"/>
                <a:gd name="T3" fmla="*/ 2 h 17"/>
                <a:gd name="T4" fmla="*/ 24 w 18"/>
                <a:gd name="T5" fmla="*/ 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" y="17"/>
                  </a:moveTo>
                  <a:cubicBezTo>
                    <a:pt x="0" y="12"/>
                    <a:pt x="0" y="5"/>
                    <a:pt x="6" y="2"/>
                  </a:cubicBezTo>
                  <a:cubicBezTo>
                    <a:pt x="9" y="0"/>
                    <a:pt x="15" y="0"/>
                    <a:pt x="18" y="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1" name="Freeform 3819">
              <a:extLst>
                <a:ext uri="{FF2B5EF4-FFF2-40B4-BE49-F238E27FC236}">
                  <a16:creationId xmlns:a16="http://schemas.microsoft.com/office/drawing/2014/main" id="{1D81B683-54B5-4230-AEBC-550819FE7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915"/>
              <a:ext cx="18" cy="20"/>
            </a:xfrm>
            <a:custGeom>
              <a:avLst/>
              <a:gdLst>
                <a:gd name="T0" fmla="*/ 19 w 17"/>
                <a:gd name="T1" fmla="*/ 28 h 17"/>
                <a:gd name="T2" fmla="*/ 0 w 17"/>
                <a:gd name="T3" fmla="*/ 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6" y="17"/>
                  </a:moveTo>
                  <a:cubicBezTo>
                    <a:pt x="17" y="11"/>
                    <a:pt x="5" y="0"/>
                    <a:pt x="0" y="5"/>
                  </a:cubicBezTo>
                </a:path>
              </a:pathLst>
            </a:custGeom>
            <a:solidFill>
              <a:srgbClr val="D1EEF5"/>
            </a:solidFill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22" name="Freeform 3820">
              <a:extLst>
                <a:ext uri="{FF2B5EF4-FFF2-40B4-BE49-F238E27FC236}">
                  <a16:creationId xmlns:a16="http://schemas.microsoft.com/office/drawing/2014/main" id="{8B9B28C8-1800-4E1D-8295-F49981A5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915"/>
              <a:ext cx="18" cy="20"/>
            </a:xfrm>
            <a:custGeom>
              <a:avLst/>
              <a:gdLst>
                <a:gd name="T0" fmla="*/ 19 w 17"/>
                <a:gd name="T1" fmla="*/ 28 h 17"/>
                <a:gd name="T2" fmla="*/ 0 w 17"/>
                <a:gd name="T3" fmla="*/ 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6" y="17"/>
                  </a:moveTo>
                  <a:cubicBezTo>
                    <a:pt x="17" y="11"/>
                    <a:pt x="5" y="0"/>
                    <a:pt x="0" y="5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3" name="Freeform 3821">
              <a:extLst>
                <a:ext uri="{FF2B5EF4-FFF2-40B4-BE49-F238E27FC236}">
                  <a16:creationId xmlns:a16="http://schemas.microsoft.com/office/drawing/2014/main" id="{9A469347-959D-428F-9497-1434F2CBF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901"/>
              <a:ext cx="34" cy="60"/>
            </a:xfrm>
            <a:custGeom>
              <a:avLst/>
              <a:gdLst>
                <a:gd name="T0" fmla="*/ 2 w 31"/>
                <a:gd name="T1" fmla="*/ 13 h 51"/>
                <a:gd name="T2" fmla="*/ 2 w 31"/>
                <a:gd name="T3" fmla="*/ 38 h 51"/>
                <a:gd name="T4" fmla="*/ 13 w 31"/>
                <a:gd name="T5" fmla="*/ 55 h 51"/>
                <a:gd name="T6" fmla="*/ 37 w 31"/>
                <a:gd name="T7" fmla="*/ 72 h 51"/>
                <a:gd name="T8" fmla="*/ 24 w 31"/>
                <a:gd name="T9" fmla="*/ 48 h 51"/>
                <a:gd name="T10" fmla="*/ 15 w 31"/>
                <a:gd name="T11" fmla="*/ 28 h 51"/>
                <a:gd name="T12" fmla="*/ 2 w 31"/>
                <a:gd name="T13" fmla="*/ 13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1">
                  <a:moveTo>
                    <a:pt x="2" y="8"/>
                  </a:moveTo>
                  <a:cubicBezTo>
                    <a:pt x="0" y="11"/>
                    <a:pt x="1" y="19"/>
                    <a:pt x="2" y="23"/>
                  </a:cubicBezTo>
                  <a:cubicBezTo>
                    <a:pt x="4" y="28"/>
                    <a:pt x="6" y="31"/>
                    <a:pt x="10" y="34"/>
                  </a:cubicBezTo>
                  <a:cubicBezTo>
                    <a:pt x="12" y="37"/>
                    <a:pt x="23" y="51"/>
                    <a:pt x="28" y="44"/>
                  </a:cubicBezTo>
                  <a:cubicBezTo>
                    <a:pt x="31" y="39"/>
                    <a:pt x="20" y="33"/>
                    <a:pt x="18" y="30"/>
                  </a:cubicBezTo>
                  <a:cubicBezTo>
                    <a:pt x="15" y="26"/>
                    <a:pt x="13" y="22"/>
                    <a:pt x="12" y="17"/>
                  </a:cubicBezTo>
                  <a:cubicBezTo>
                    <a:pt x="11" y="15"/>
                    <a:pt x="5" y="0"/>
                    <a:pt x="2" y="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4" name="Freeform 3822">
              <a:extLst>
                <a:ext uri="{FF2B5EF4-FFF2-40B4-BE49-F238E27FC236}">
                  <a16:creationId xmlns:a16="http://schemas.microsoft.com/office/drawing/2014/main" id="{A7C91D69-44F6-4D69-B7EE-C058FAAB8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910"/>
              <a:ext cx="34" cy="17"/>
            </a:xfrm>
            <a:custGeom>
              <a:avLst/>
              <a:gdLst>
                <a:gd name="T0" fmla="*/ 2 w 30"/>
                <a:gd name="T1" fmla="*/ 13 h 14"/>
                <a:gd name="T2" fmla="*/ 11 w 30"/>
                <a:gd name="T3" fmla="*/ 23 h 14"/>
                <a:gd name="T4" fmla="*/ 28 w 30"/>
                <a:gd name="T5" fmla="*/ 13 h 14"/>
                <a:gd name="T6" fmla="*/ 44 w 30"/>
                <a:gd name="T7" fmla="*/ 9 h 14"/>
                <a:gd name="T8" fmla="*/ 22 w 30"/>
                <a:gd name="T9" fmla="*/ 11 h 14"/>
                <a:gd name="T10" fmla="*/ 0 w 30"/>
                <a:gd name="T11" fmla="*/ 9 h 14"/>
                <a:gd name="T12" fmla="*/ 3 w 30"/>
                <a:gd name="T13" fmla="*/ 1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2" y="7"/>
                  </a:moveTo>
                  <a:cubicBezTo>
                    <a:pt x="4" y="9"/>
                    <a:pt x="7" y="10"/>
                    <a:pt x="8" y="13"/>
                  </a:cubicBezTo>
                  <a:cubicBezTo>
                    <a:pt x="10" y="14"/>
                    <a:pt x="16" y="8"/>
                    <a:pt x="19" y="7"/>
                  </a:cubicBezTo>
                  <a:cubicBezTo>
                    <a:pt x="22" y="5"/>
                    <a:pt x="26" y="2"/>
                    <a:pt x="30" y="5"/>
                  </a:cubicBezTo>
                  <a:cubicBezTo>
                    <a:pt x="24" y="0"/>
                    <a:pt x="21" y="3"/>
                    <a:pt x="15" y="6"/>
                  </a:cubicBezTo>
                  <a:cubicBezTo>
                    <a:pt x="10" y="8"/>
                    <a:pt x="6" y="5"/>
                    <a:pt x="0" y="5"/>
                  </a:cubicBezTo>
                  <a:cubicBezTo>
                    <a:pt x="1" y="7"/>
                    <a:pt x="2" y="7"/>
                    <a:pt x="3" y="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5" name="Freeform 3823">
              <a:extLst>
                <a:ext uri="{FF2B5EF4-FFF2-40B4-BE49-F238E27FC236}">
                  <a16:creationId xmlns:a16="http://schemas.microsoft.com/office/drawing/2014/main" id="{D6050194-4D26-47C7-81B4-DA3262C54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922"/>
              <a:ext cx="22" cy="25"/>
            </a:xfrm>
            <a:custGeom>
              <a:avLst/>
              <a:gdLst>
                <a:gd name="T0" fmla="*/ 0 w 20"/>
                <a:gd name="T1" fmla="*/ 24 h 21"/>
                <a:gd name="T2" fmla="*/ 24 w 20"/>
                <a:gd name="T3" fmla="*/ 32 h 21"/>
                <a:gd name="T4" fmla="*/ 25 w 20"/>
                <a:gd name="T5" fmla="*/ 14 h 21"/>
                <a:gd name="T6" fmla="*/ 21 w 20"/>
                <a:gd name="T7" fmla="*/ 0 h 21"/>
                <a:gd name="T8" fmla="*/ 19 w 20"/>
                <a:gd name="T9" fmla="*/ 25 h 21"/>
                <a:gd name="T10" fmla="*/ 2 w 20"/>
                <a:gd name="T11" fmla="*/ 2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1">
                  <a:moveTo>
                    <a:pt x="0" y="14"/>
                  </a:moveTo>
                  <a:cubicBezTo>
                    <a:pt x="3" y="15"/>
                    <a:pt x="16" y="21"/>
                    <a:pt x="18" y="19"/>
                  </a:cubicBezTo>
                  <a:cubicBezTo>
                    <a:pt x="20" y="18"/>
                    <a:pt x="19" y="10"/>
                    <a:pt x="19" y="8"/>
                  </a:cubicBezTo>
                  <a:cubicBezTo>
                    <a:pt x="19" y="5"/>
                    <a:pt x="17" y="2"/>
                    <a:pt x="15" y="0"/>
                  </a:cubicBezTo>
                  <a:cubicBezTo>
                    <a:pt x="10" y="3"/>
                    <a:pt x="19" y="12"/>
                    <a:pt x="14" y="15"/>
                  </a:cubicBezTo>
                  <a:cubicBezTo>
                    <a:pt x="13" y="17"/>
                    <a:pt x="5" y="15"/>
                    <a:pt x="2" y="1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6" name="Freeform 3824">
              <a:extLst>
                <a:ext uri="{FF2B5EF4-FFF2-40B4-BE49-F238E27FC236}">
                  <a16:creationId xmlns:a16="http://schemas.microsoft.com/office/drawing/2014/main" id="{D224A8C4-0841-4378-AD8B-423F19BB9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884"/>
              <a:ext cx="20" cy="27"/>
            </a:xfrm>
            <a:custGeom>
              <a:avLst/>
              <a:gdLst>
                <a:gd name="T0" fmla="*/ 24 w 18"/>
                <a:gd name="T1" fmla="*/ 6 h 23"/>
                <a:gd name="T2" fmla="*/ 8 w 18"/>
                <a:gd name="T3" fmla="*/ 19 h 23"/>
                <a:gd name="T4" fmla="*/ 24 w 18"/>
                <a:gd name="T5" fmla="*/ 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8" y="3"/>
                  </a:moveTo>
                  <a:cubicBezTo>
                    <a:pt x="13" y="4"/>
                    <a:pt x="12" y="23"/>
                    <a:pt x="5" y="12"/>
                  </a:cubicBezTo>
                  <a:cubicBezTo>
                    <a:pt x="0" y="4"/>
                    <a:pt x="17" y="0"/>
                    <a:pt x="18" y="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7" name="Freeform 3825">
              <a:extLst>
                <a:ext uri="{FF2B5EF4-FFF2-40B4-BE49-F238E27FC236}">
                  <a16:creationId xmlns:a16="http://schemas.microsoft.com/office/drawing/2014/main" id="{95C096B5-9A4E-4CAB-ABAF-8EE82DCD3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914"/>
              <a:ext cx="23" cy="40"/>
            </a:xfrm>
            <a:custGeom>
              <a:avLst/>
              <a:gdLst>
                <a:gd name="T0" fmla="*/ 27 w 21"/>
                <a:gd name="T1" fmla="*/ 54 h 34"/>
                <a:gd name="T2" fmla="*/ 10 w 21"/>
                <a:gd name="T3" fmla="*/ 36 h 34"/>
                <a:gd name="T4" fmla="*/ 1 w 21"/>
                <a:gd name="T5" fmla="*/ 0 h 34"/>
                <a:gd name="T6" fmla="*/ 9 w 21"/>
                <a:gd name="T7" fmla="*/ 19 h 34"/>
                <a:gd name="T8" fmla="*/ 18 w 21"/>
                <a:gd name="T9" fmla="*/ 39 h 34"/>
                <a:gd name="T10" fmla="*/ 27 w 21"/>
                <a:gd name="T11" fmla="*/ 5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4">
                  <a:moveTo>
                    <a:pt x="21" y="33"/>
                  </a:moveTo>
                  <a:cubicBezTo>
                    <a:pt x="16" y="33"/>
                    <a:pt x="10" y="26"/>
                    <a:pt x="7" y="22"/>
                  </a:cubicBezTo>
                  <a:cubicBezTo>
                    <a:pt x="3" y="16"/>
                    <a:pt x="0" y="8"/>
                    <a:pt x="1" y="0"/>
                  </a:cubicBezTo>
                  <a:cubicBezTo>
                    <a:pt x="4" y="3"/>
                    <a:pt x="5" y="8"/>
                    <a:pt x="6" y="12"/>
                  </a:cubicBezTo>
                  <a:cubicBezTo>
                    <a:pt x="8" y="16"/>
                    <a:pt x="11" y="20"/>
                    <a:pt x="14" y="24"/>
                  </a:cubicBezTo>
                  <a:cubicBezTo>
                    <a:pt x="15" y="26"/>
                    <a:pt x="21" y="32"/>
                    <a:pt x="21" y="3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8" name="Freeform 3826">
              <a:extLst>
                <a:ext uri="{FF2B5EF4-FFF2-40B4-BE49-F238E27FC236}">
                  <a16:creationId xmlns:a16="http://schemas.microsoft.com/office/drawing/2014/main" id="{A9660858-6F9A-46AB-9418-D31ABC625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918"/>
              <a:ext cx="12" cy="6"/>
            </a:xfrm>
            <a:custGeom>
              <a:avLst/>
              <a:gdLst>
                <a:gd name="T0" fmla="*/ 0 w 11"/>
                <a:gd name="T1" fmla="*/ 2 h 5"/>
                <a:gd name="T2" fmla="*/ 9 w 11"/>
                <a:gd name="T3" fmla="*/ 7 h 5"/>
                <a:gd name="T4" fmla="*/ 14 w 11"/>
                <a:gd name="T5" fmla="*/ 0 h 5"/>
                <a:gd name="T6" fmla="*/ 2 w 11"/>
                <a:gd name="T7" fmla="*/ 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">
                  <a:moveTo>
                    <a:pt x="0" y="2"/>
                  </a:moveTo>
                  <a:cubicBezTo>
                    <a:pt x="3" y="3"/>
                    <a:pt x="3" y="5"/>
                    <a:pt x="6" y="4"/>
                  </a:cubicBezTo>
                  <a:cubicBezTo>
                    <a:pt x="7" y="4"/>
                    <a:pt x="9" y="1"/>
                    <a:pt x="11" y="0"/>
                  </a:cubicBezTo>
                  <a:cubicBezTo>
                    <a:pt x="7" y="0"/>
                    <a:pt x="5" y="1"/>
                    <a:pt x="2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9" name="Freeform 3827">
              <a:extLst>
                <a:ext uri="{FF2B5EF4-FFF2-40B4-BE49-F238E27FC236}">
                  <a16:creationId xmlns:a16="http://schemas.microsoft.com/office/drawing/2014/main" id="{9B17C2E8-1313-4942-88AA-6F3FFE906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886"/>
              <a:ext cx="10" cy="13"/>
            </a:xfrm>
            <a:custGeom>
              <a:avLst/>
              <a:gdLst>
                <a:gd name="T0" fmla="*/ 12 w 9"/>
                <a:gd name="T1" fmla="*/ 1 h 11"/>
                <a:gd name="T2" fmla="*/ 4 w 9"/>
                <a:gd name="T3" fmla="*/ 18 h 11"/>
                <a:gd name="T4" fmla="*/ 1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1"/>
                  </a:moveTo>
                  <a:cubicBezTo>
                    <a:pt x="8" y="4"/>
                    <a:pt x="7" y="9"/>
                    <a:pt x="4" y="11"/>
                  </a:cubicBezTo>
                  <a:cubicBezTo>
                    <a:pt x="0" y="7"/>
                    <a:pt x="6" y="2"/>
                    <a:pt x="9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0" name="Freeform 3828">
              <a:extLst>
                <a:ext uri="{FF2B5EF4-FFF2-40B4-BE49-F238E27FC236}">
                  <a16:creationId xmlns:a16="http://schemas.microsoft.com/office/drawing/2014/main" id="{1AE4AC4D-F924-499A-B7EF-9F7BCF358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923"/>
              <a:ext cx="11" cy="18"/>
            </a:xfrm>
            <a:custGeom>
              <a:avLst/>
              <a:gdLst>
                <a:gd name="T0" fmla="*/ 12 w 10"/>
                <a:gd name="T1" fmla="*/ 0 h 15"/>
                <a:gd name="T2" fmla="*/ 0 w 10"/>
                <a:gd name="T3" fmla="*/ 26 h 15"/>
                <a:gd name="T4" fmla="*/ 13 w 10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9" y="0"/>
                  </a:moveTo>
                  <a:cubicBezTo>
                    <a:pt x="1" y="1"/>
                    <a:pt x="0" y="7"/>
                    <a:pt x="0" y="15"/>
                  </a:cubicBezTo>
                  <a:cubicBezTo>
                    <a:pt x="1" y="11"/>
                    <a:pt x="5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1" name="Freeform 3829">
              <a:extLst>
                <a:ext uri="{FF2B5EF4-FFF2-40B4-BE49-F238E27FC236}">
                  <a16:creationId xmlns:a16="http://schemas.microsoft.com/office/drawing/2014/main" id="{8CB4FF70-3F37-40DB-A4D0-9528DBE46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922"/>
              <a:ext cx="8" cy="10"/>
            </a:xfrm>
            <a:custGeom>
              <a:avLst/>
              <a:gdLst>
                <a:gd name="T0" fmla="*/ 0 w 7"/>
                <a:gd name="T1" fmla="*/ 0 h 9"/>
                <a:gd name="T2" fmla="*/ 10 w 7"/>
                <a:gd name="T3" fmla="*/ 12 h 9"/>
                <a:gd name="T4" fmla="*/ 0 w 7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3" y="1"/>
                    <a:pt x="7" y="6"/>
                    <a:pt x="7" y="9"/>
                  </a:cubicBezTo>
                  <a:cubicBezTo>
                    <a:pt x="5" y="7"/>
                    <a:pt x="2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2" name="Freeform 3830">
              <a:extLst>
                <a:ext uri="{FF2B5EF4-FFF2-40B4-BE49-F238E27FC236}">
                  <a16:creationId xmlns:a16="http://schemas.microsoft.com/office/drawing/2014/main" id="{076C8C4F-EE2B-4778-A11B-7D7C0355D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914"/>
              <a:ext cx="4" cy="7"/>
            </a:xfrm>
            <a:custGeom>
              <a:avLst/>
              <a:gdLst>
                <a:gd name="T0" fmla="*/ 0 w 4"/>
                <a:gd name="T1" fmla="*/ 9 h 6"/>
                <a:gd name="T2" fmla="*/ 0 w 4"/>
                <a:gd name="T3" fmla="*/ 0 h 6"/>
                <a:gd name="T4" fmla="*/ 4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2" y="1"/>
                    <a:pt x="3" y="3"/>
                    <a:pt x="4" y="4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3" name="Freeform 3831">
              <a:extLst>
                <a:ext uri="{FF2B5EF4-FFF2-40B4-BE49-F238E27FC236}">
                  <a16:creationId xmlns:a16="http://schemas.microsoft.com/office/drawing/2014/main" id="{0A19BE2D-AC3E-4CF7-A8CD-2164D567A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918"/>
              <a:ext cx="8" cy="7"/>
            </a:xfrm>
            <a:custGeom>
              <a:avLst/>
              <a:gdLst>
                <a:gd name="T0" fmla="*/ 3 w 8"/>
                <a:gd name="T1" fmla="*/ 1 h 6"/>
                <a:gd name="T2" fmla="*/ 2 w 8"/>
                <a:gd name="T3" fmla="*/ 9 h 6"/>
                <a:gd name="T4" fmla="*/ 8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3" y="2"/>
                    <a:pt x="0" y="5"/>
                    <a:pt x="2" y="6"/>
                  </a:cubicBezTo>
                  <a:cubicBezTo>
                    <a:pt x="3" y="6"/>
                    <a:pt x="6" y="1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4" name="Freeform 3832">
              <a:extLst>
                <a:ext uri="{FF2B5EF4-FFF2-40B4-BE49-F238E27FC236}">
                  <a16:creationId xmlns:a16="http://schemas.microsoft.com/office/drawing/2014/main" id="{02B76C0F-D365-44E4-A9C6-9346C1E9B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940"/>
              <a:ext cx="8" cy="1"/>
            </a:xfrm>
            <a:custGeom>
              <a:avLst/>
              <a:gdLst>
                <a:gd name="T0" fmla="*/ 0 w 7"/>
                <a:gd name="T1" fmla="*/ 0 h 1"/>
                <a:gd name="T2" fmla="*/ 1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0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5" name="Freeform 3833">
              <a:extLst>
                <a:ext uri="{FF2B5EF4-FFF2-40B4-BE49-F238E27FC236}">
                  <a16:creationId xmlns:a16="http://schemas.microsoft.com/office/drawing/2014/main" id="{63DD5A2E-0EA5-44FA-8F23-E7FD5F467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855"/>
              <a:ext cx="141" cy="41"/>
            </a:xfrm>
            <a:custGeom>
              <a:avLst/>
              <a:gdLst>
                <a:gd name="T0" fmla="*/ 3 w 128"/>
                <a:gd name="T1" fmla="*/ 0 h 35"/>
                <a:gd name="T2" fmla="*/ 96 w 128"/>
                <a:gd name="T3" fmla="*/ 19 h 35"/>
                <a:gd name="T4" fmla="*/ 171 w 128"/>
                <a:gd name="T5" fmla="*/ 56 h 35"/>
                <a:gd name="T6" fmla="*/ 91 w 128"/>
                <a:gd name="T7" fmla="*/ 25 h 35"/>
                <a:gd name="T8" fmla="*/ 0 w 128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35">
                  <a:moveTo>
                    <a:pt x="3" y="0"/>
                  </a:moveTo>
                  <a:cubicBezTo>
                    <a:pt x="19" y="10"/>
                    <a:pt x="54" y="10"/>
                    <a:pt x="72" y="12"/>
                  </a:cubicBezTo>
                  <a:cubicBezTo>
                    <a:pt x="90" y="14"/>
                    <a:pt x="116" y="19"/>
                    <a:pt x="128" y="35"/>
                  </a:cubicBezTo>
                  <a:cubicBezTo>
                    <a:pt x="108" y="27"/>
                    <a:pt x="90" y="14"/>
                    <a:pt x="68" y="15"/>
                  </a:cubicBezTo>
                  <a:cubicBezTo>
                    <a:pt x="28" y="17"/>
                    <a:pt x="20" y="3"/>
                    <a:pt x="0" y="1"/>
                  </a:cubicBezTo>
                </a:path>
              </a:pathLst>
            </a:custGeom>
            <a:solidFill>
              <a:srgbClr val="F98F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6" name="Freeform 3834">
              <a:extLst>
                <a:ext uri="{FF2B5EF4-FFF2-40B4-BE49-F238E27FC236}">
                  <a16:creationId xmlns:a16="http://schemas.microsoft.com/office/drawing/2014/main" id="{7D9D75C2-CA30-451F-A0E8-A5D7880EF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853"/>
              <a:ext cx="144" cy="30"/>
            </a:xfrm>
            <a:custGeom>
              <a:avLst/>
              <a:gdLst>
                <a:gd name="T0" fmla="*/ 177 w 130"/>
                <a:gd name="T1" fmla="*/ 43 h 25"/>
                <a:gd name="T2" fmla="*/ 110 w 130"/>
                <a:gd name="T3" fmla="*/ 24 h 25"/>
                <a:gd name="T4" fmla="*/ 90 w 130"/>
                <a:gd name="T5" fmla="*/ 23 h 25"/>
                <a:gd name="T6" fmla="*/ 62 w 130"/>
                <a:gd name="T7" fmla="*/ 7 h 25"/>
                <a:gd name="T8" fmla="*/ 0 w 130"/>
                <a:gd name="T9" fmla="*/ 10 h 25"/>
                <a:gd name="T10" fmla="*/ 58 w 130"/>
                <a:gd name="T11" fmla="*/ 8 h 25"/>
                <a:gd name="T12" fmla="*/ 93 w 130"/>
                <a:gd name="T13" fmla="*/ 23 h 25"/>
                <a:gd name="T14" fmla="*/ 137 w 130"/>
                <a:gd name="T15" fmla="*/ 31 h 25"/>
                <a:gd name="T16" fmla="*/ 173 w 130"/>
                <a:gd name="T17" fmla="*/ 4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25">
                  <a:moveTo>
                    <a:pt x="130" y="25"/>
                  </a:moveTo>
                  <a:cubicBezTo>
                    <a:pt x="114" y="21"/>
                    <a:pt x="98" y="15"/>
                    <a:pt x="80" y="14"/>
                  </a:cubicBezTo>
                  <a:cubicBezTo>
                    <a:pt x="75" y="14"/>
                    <a:pt x="71" y="14"/>
                    <a:pt x="66" y="13"/>
                  </a:cubicBezTo>
                  <a:cubicBezTo>
                    <a:pt x="59" y="11"/>
                    <a:pt x="53" y="6"/>
                    <a:pt x="46" y="4"/>
                  </a:cubicBezTo>
                  <a:cubicBezTo>
                    <a:pt x="35" y="0"/>
                    <a:pt x="27" y="3"/>
                    <a:pt x="0" y="6"/>
                  </a:cubicBezTo>
                  <a:cubicBezTo>
                    <a:pt x="11" y="7"/>
                    <a:pt x="31" y="3"/>
                    <a:pt x="42" y="5"/>
                  </a:cubicBezTo>
                  <a:cubicBezTo>
                    <a:pt x="52" y="6"/>
                    <a:pt x="60" y="11"/>
                    <a:pt x="69" y="13"/>
                  </a:cubicBezTo>
                  <a:cubicBezTo>
                    <a:pt x="79" y="16"/>
                    <a:pt x="90" y="16"/>
                    <a:pt x="101" y="18"/>
                  </a:cubicBezTo>
                  <a:cubicBezTo>
                    <a:pt x="110" y="20"/>
                    <a:pt x="119" y="23"/>
                    <a:pt x="127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7" name="Line 3835">
              <a:extLst>
                <a:ext uri="{FF2B5EF4-FFF2-40B4-BE49-F238E27FC236}">
                  <a16:creationId xmlns:a16="http://schemas.microsoft.com/office/drawing/2014/main" id="{546C8562-EFF6-40BE-8B96-AE226C5233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8" y="2644"/>
              <a:ext cx="1" cy="188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8" name="Line 3836">
              <a:extLst>
                <a:ext uri="{FF2B5EF4-FFF2-40B4-BE49-F238E27FC236}">
                  <a16:creationId xmlns:a16="http://schemas.microsoft.com/office/drawing/2014/main" id="{2C926DBA-A100-4794-ADCE-FC0D048311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8" y="3007"/>
              <a:ext cx="1" cy="569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9" name="Freeform 3837">
              <a:extLst>
                <a:ext uri="{FF2B5EF4-FFF2-40B4-BE49-F238E27FC236}">
                  <a16:creationId xmlns:a16="http://schemas.microsoft.com/office/drawing/2014/main" id="{A2F88E29-F99D-4648-83A0-3FD7CC52B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835"/>
              <a:ext cx="65" cy="17"/>
            </a:xfrm>
            <a:custGeom>
              <a:avLst/>
              <a:gdLst>
                <a:gd name="T0" fmla="*/ 0 w 59"/>
                <a:gd name="T1" fmla="*/ 0 h 15"/>
                <a:gd name="T2" fmla="*/ 79 w 59"/>
                <a:gd name="T3" fmla="*/ 12 h 15"/>
                <a:gd name="T4" fmla="*/ 0 w 5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5">
                  <a:moveTo>
                    <a:pt x="0" y="0"/>
                  </a:moveTo>
                  <a:cubicBezTo>
                    <a:pt x="0" y="0"/>
                    <a:pt x="16" y="15"/>
                    <a:pt x="59" y="9"/>
                  </a:cubicBezTo>
                  <a:cubicBezTo>
                    <a:pt x="59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0" name="Freeform 3838">
              <a:extLst>
                <a:ext uri="{FF2B5EF4-FFF2-40B4-BE49-F238E27FC236}">
                  <a16:creationId xmlns:a16="http://schemas.microsoft.com/office/drawing/2014/main" id="{6FE1B7AC-C564-49BF-ABF3-7DB2D954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846"/>
              <a:ext cx="53" cy="31"/>
            </a:xfrm>
            <a:custGeom>
              <a:avLst/>
              <a:gdLst>
                <a:gd name="T0" fmla="*/ 0 w 48"/>
                <a:gd name="T1" fmla="*/ 2 h 26"/>
                <a:gd name="T2" fmla="*/ 65 w 48"/>
                <a:gd name="T3" fmla="*/ 0 h 26"/>
                <a:gd name="T4" fmla="*/ 0 w 48"/>
                <a:gd name="T5" fmla="*/ 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6">
                  <a:moveTo>
                    <a:pt x="0" y="2"/>
                  </a:moveTo>
                  <a:cubicBezTo>
                    <a:pt x="0" y="2"/>
                    <a:pt x="16" y="26"/>
                    <a:pt x="48" y="0"/>
                  </a:cubicBezTo>
                  <a:cubicBezTo>
                    <a:pt x="48" y="0"/>
                    <a:pt x="16" y="14"/>
                    <a:pt x="0" y="2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1" name="Freeform 3839">
              <a:extLst>
                <a:ext uri="{FF2B5EF4-FFF2-40B4-BE49-F238E27FC236}">
                  <a16:creationId xmlns:a16="http://schemas.microsoft.com/office/drawing/2014/main" id="{880D98E1-989C-412F-8124-19B0C32E4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835"/>
              <a:ext cx="60" cy="36"/>
            </a:xfrm>
            <a:custGeom>
              <a:avLst/>
              <a:gdLst>
                <a:gd name="T0" fmla="*/ 0 w 54"/>
                <a:gd name="T1" fmla="*/ 0 h 31"/>
                <a:gd name="T2" fmla="*/ 74 w 54"/>
                <a:gd name="T3" fmla="*/ 44 h 31"/>
                <a:gd name="T4" fmla="*/ 0 w 5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1">
                  <a:moveTo>
                    <a:pt x="0" y="0"/>
                  </a:moveTo>
                  <a:cubicBezTo>
                    <a:pt x="0" y="0"/>
                    <a:pt x="24" y="31"/>
                    <a:pt x="54" y="28"/>
                  </a:cubicBezTo>
                  <a:cubicBezTo>
                    <a:pt x="54" y="28"/>
                    <a:pt x="11" y="16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2" name="Freeform 3840">
              <a:extLst>
                <a:ext uri="{FF2B5EF4-FFF2-40B4-BE49-F238E27FC236}">
                  <a16:creationId xmlns:a16="http://schemas.microsoft.com/office/drawing/2014/main" id="{17AB5F2B-CE93-46C0-837B-EE7DE7D63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2891"/>
              <a:ext cx="31" cy="70"/>
            </a:xfrm>
            <a:custGeom>
              <a:avLst/>
              <a:gdLst>
                <a:gd name="T0" fmla="*/ 4 w 28"/>
                <a:gd name="T1" fmla="*/ 0 h 59"/>
                <a:gd name="T2" fmla="*/ 0 w 28"/>
                <a:gd name="T3" fmla="*/ 98 h 59"/>
                <a:gd name="T4" fmla="*/ 4 w 28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9">
                  <a:moveTo>
                    <a:pt x="4" y="0"/>
                  </a:moveTo>
                  <a:cubicBezTo>
                    <a:pt x="4" y="0"/>
                    <a:pt x="28" y="33"/>
                    <a:pt x="0" y="59"/>
                  </a:cubicBezTo>
                  <a:cubicBezTo>
                    <a:pt x="0" y="59"/>
                    <a:pt x="15" y="23"/>
                    <a:pt x="4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3" name="Freeform 3841">
              <a:extLst>
                <a:ext uri="{FF2B5EF4-FFF2-40B4-BE49-F238E27FC236}">
                  <a16:creationId xmlns:a16="http://schemas.microsoft.com/office/drawing/2014/main" id="{A682BAF5-61A5-419D-8D7D-BF67A362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3004"/>
              <a:ext cx="61" cy="23"/>
            </a:xfrm>
            <a:custGeom>
              <a:avLst/>
              <a:gdLst>
                <a:gd name="T0" fmla="*/ 0 w 56"/>
                <a:gd name="T1" fmla="*/ 2 h 19"/>
                <a:gd name="T2" fmla="*/ 72 w 56"/>
                <a:gd name="T3" fmla="*/ 0 h 19"/>
                <a:gd name="T4" fmla="*/ 0 w 56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9">
                  <a:moveTo>
                    <a:pt x="0" y="2"/>
                  </a:moveTo>
                  <a:cubicBezTo>
                    <a:pt x="0" y="2"/>
                    <a:pt x="30" y="19"/>
                    <a:pt x="56" y="0"/>
                  </a:cubicBezTo>
                  <a:cubicBezTo>
                    <a:pt x="56" y="0"/>
                    <a:pt x="28" y="10"/>
                    <a:pt x="0" y="2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4" name="Freeform 3842">
              <a:extLst>
                <a:ext uri="{FF2B5EF4-FFF2-40B4-BE49-F238E27FC236}">
                  <a16:creationId xmlns:a16="http://schemas.microsoft.com/office/drawing/2014/main" id="{89A53334-2965-40EF-A9FC-1A4211D2F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976"/>
              <a:ext cx="60" cy="24"/>
            </a:xfrm>
            <a:custGeom>
              <a:avLst/>
              <a:gdLst>
                <a:gd name="T0" fmla="*/ 0 w 55"/>
                <a:gd name="T1" fmla="*/ 35 h 20"/>
                <a:gd name="T2" fmla="*/ 71 w 55"/>
                <a:gd name="T3" fmla="*/ 10 h 20"/>
                <a:gd name="T4" fmla="*/ 0 w 55"/>
                <a:gd name="T5" fmla="*/ 3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0" y="20"/>
                    <a:pt x="28" y="0"/>
                    <a:pt x="55" y="6"/>
                  </a:cubicBezTo>
                  <a:cubicBezTo>
                    <a:pt x="55" y="6"/>
                    <a:pt x="21" y="8"/>
                    <a:pt x="0" y="2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5" name="Freeform 3843">
              <a:extLst>
                <a:ext uri="{FF2B5EF4-FFF2-40B4-BE49-F238E27FC236}">
                  <a16:creationId xmlns:a16="http://schemas.microsoft.com/office/drawing/2014/main" id="{C43DC851-5466-440C-A16C-2275207A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976"/>
              <a:ext cx="29" cy="23"/>
            </a:xfrm>
            <a:custGeom>
              <a:avLst/>
              <a:gdLst>
                <a:gd name="T0" fmla="*/ 36 w 26"/>
                <a:gd name="T1" fmla="*/ 34 h 19"/>
                <a:gd name="T2" fmla="*/ 3 w 26"/>
                <a:gd name="T3" fmla="*/ 0 h 19"/>
                <a:gd name="T4" fmla="*/ 0 w 26"/>
                <a:gd name="T5" fmla="*/ 6 h 19"/>
                <a:gd name="T6" fmla="*/ 36 w 26"/>
                <a:gd name="T7" fmla="*/ 3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26" y="19"/>
                  </a:moveTo>
                  <a:cubicBezTo>
                    <a:pt x="26" y="19"/>
                    <a:pt x="14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1" y="2"/>
                    <a:pt x="26" y="19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6" name="Freeform 3844">
              <a:extLst>
                <a:ext uri="{FF2B5EF4-FFF2-40B4-BE49-F238E27FC236}">
                  <a16:creationId xmlns:a16="http://schemas.microsoft.com/office/drawing/2014/main" id="{6CDC2E40-AD1A-4C40-8FFF-29B78A2B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027"/>
              <a:ext cx="68" cy="28"/>
            </a:xfrm>
            <a:custGeom>
              <a:avLst/>
              <a:gdLst>
                <a:gd name="T0" fmla="*/ 0 w 62"/>
                <a:gd name="T1" fmla="*/ 21 h 24"/>
                <a:gd name="T2" fmla="*/ 82 w 62"/>
                <a:gd name="T3" fmla="*/ 0 h 24"/>
                <a:gd name="T4" fmla="*/ 0 w 62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4">
                  <a:moveTo>
                    <a:pt x="0" y="13"/>
                  </a:moveTo>
                  <a:cubicBezTo>
                    <a:pt x="0" y="13"/>
                    <a:pt x="38" y="24"/>
                    <a:pt x="62" y="0"/>
                  </a:cubicBezTo>
                  <a:cubicBezTo>
                    <a:pt x="62" y="0"/>
                    <a:pt x="30" y="17"/>
                    <a:pt x="0" y="13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7" name="Freeform 3845">
              <a:extLst>
                <a:ext uri="{FF2B5EF4-FFF2-40B4-BE49-F238E27FC236}">
                  <a16:creationId xmlns:a16="http://schemas.microsoft.com/office/drawing/2014/main" id="{A8EE393A-AE13-4ECA-9873-0DB6BA061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63"/>
              <a:ext cx="54" cy="37"/>
            </a:xfrm>
            <a:custGeom>
              <a:avLst/>
              <a:gdLst>
                <a:gd name="T0" fmla="*/ 0 w 49"/>
                <a:gd name="T1" fmla="*/ 20 h 31"/>
                <a:gd name="T2" fmla="*/ 66 w 49"/>
                <a:gd name="T3" fmla="*/ 0 h 31"/>
                <a:gd name="T4" fmla="*/ 0 w 49"/>
                <a:gd name="T5" fmla="*/ 2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0" y="12"/>
                  </a:moveTo>
                  <a:cubicBezTo>
                    <a:pt x="0" y="12"/>
                    <a:pt x="26" y="31"/>
                    <a:pt x="49" y="0"/>
                  </a:cubicBezTo>
                  <a:cubicBezTo>
                    <a:pt x="49" y="0"/>
                    <a:pt x="28" y="15"/>
                    <a:pt x="0" y="12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8" name="Freeform 3846">
              <a:extLst>
                <a:ext uri="{FF2B5EF4-FFF2-40B4-BE49-F238E27FC236}">
                  <a16:creationId xmlns:a16="http://schemas.microsoft.com/office/drawing/2014/main" id="{29DD2164-4790-4B08-9188-3809840DB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3092"/>
              <a:ext cx="74" cy="29"/>
            </a:xfrm>
            <a:custGeom>
              <a:avLst/>
              <a:gdLst>
                <a:gd name="T0" fmla="*/ 0 w 67"/>
                <a:gd name="T1" fmla="*/ 0 h 25"/>
                <a:gd name="T2" fmla="*/ 91 w 67"/>
                <a:gd name="T3" fmla="*/ 3 h 25"/>
                <a:gd name="T4" fmla="*/ 0 w 6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5">
                  <a:moveTo>
                    <a:pt x="0" y="0"/>
                  </a:moveTo>
                  <a:cubicBezTo>
                    <a:pt x="0" y="0"/>
                    <a:pt x="31" y="25"/>
                    <a:pt x="67" y="3"/>
                  </a:cubicBezTo>
                  <a:cubicBezTo>
                    <a:pt x="67" y="3"/>
                    <a:pt x="29" y="14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9" name="Freeform 3847">
              <a:extLst>
                <a:ext uri="{FF2B5EF4-FFF2-40B4-BE49-F238E27FC236}">
                  <a16:creationId xmlns:a16="http://schemas.microsoft.com/office/drawing/2014/main" id="{DA9158E0-2C27-4E20-8971-D3211B4CE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3102"/>
              <a:ext cx="57" cy="29"/>
            </a:xfrm>
            <a:custGeom>
              <a:avLst/>
              <a:gdLst>
                <a:gd name="T0" fmla="*/ 0 w 52"/>
                <a:gd name="T1" fmla="*/ 0 h 24"/>
                <a:gd name="T2" fmla="*/ 68 w 52"/>
                <a:gd name="T3" fmla="*/ 19 h 24"/>
                <a:gd name="T4" fmla="*/ 0 w 5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4">
                  <a:moveTo>
                    <a:pt x="0" y="0"/>
                  </a:moveTo>
                  <a:cubicBezTo>
                    <a:pt x="0" y="0"/>
                    <a:pt x="33" y="24"/>
                    <a:pt x="52" y="11"/>
                  </a:cubicBezTo>
                  <a:cubicBezTo>
                    <a:pt x="52" y="11"/>
                    <a:pt x="18" y="12"/>
                    <a:pt x="0" y="0"/>
                  </a:cubicBezTo>
                  <a:close/>
                </a:path>
              </a:pathLst>
            </a:custGeom>
            <a:solidFill>
              <a:srgbClr val="D3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extLst>
              <a:ext uri="{FF2B5EF4-FFF2-40B4-BE49-F238E27FC236}">
                <a16:creationId xmlns:a16="http://schemas.microsoft.com/office/drawing/2014/main" id="{7910C9B2-437A-4717-9FA6-FB9AD363BF6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Atherothrombosis (1)</a:t>
            </a:r>
          </a:p>
        </p:txBody>
      </p:sp>
      <p:grpSp>
        <p:nvGrpSpPr>
          <p:cNvPr id="49154" name="arterial-atherothrombosis-plaque-rupture">
            <a:extLst>
              <a:ext uri="{FF2B5EF4-FFF2-40B4-BE49-F238E27FC236}">
                <a16:creationId xmlns:a16="http://schemas.microsoft.com/office/drawing/2014/main" id="{3CE646E4-9989-49E2-BD23-5333CA6296AC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905000"/>
            <a:ext cx="7756525" cy="3233738"/>
            <a:chOff x="432" y="1344"/>
            <a:chExt cx="4886" cy="2037"/>
          </a:xfrm>
        </p:grpSpPr>
        <p:sp>
          <p:nvSpPr>
            <p:cNvPr id="49155" name="Freeform 4">
              <a:extLst>
                <a:ext uri="{FF2B5EF4-FFF2-40B4-BE49-F238E27FC236}">
                  <a16:creationId xmlns:a16="http://schemas.microsoft.com/office/drawing/2014/main" id="{5817BA68-78F6-4978-AADB-C8EDF1AB1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1812"/>
              <a:ext cx="4612" cy="1243"/>
            </a:xfrm>
            <a:custGeom>
              <a:avLst/>
              <a:gdLst>
                <a:gd name="T0" fmla="*/ 51370 w 1345"/>
                <a:gd name="T1" fmla="*/ 8313 h 340"/>
                <a:gd name="T2" fmla="*/ 54230 w 1345"/>
                <a:gd name="T3" fmla="*/ 494 h 340"/>
                <a:gd name="T4" fmla="*/ 49182 w 1345"/>
                <a:gd name="T5" fmla="*/ 494 h 340"/>
                <a:gd name="T6" fmla="*/ 45681 w 1345"/>
                <a:gd name="T7" fmla="*/ 589 h 340"/>
                <a:gd name="T8" fmla="*/ 38789 w 1345"/>
                <a:gd name="T9" fmla="*/ 3181 h 340"/>
                <a:gd name="T10" fmla="*/ 33865 w 1345"/>
                <a:gd name="T11" fmla="*/ 6255 h 340"/>
                <a:gd name="T12" fmla="*/ 29393 w 1345"/>
                <a:gd name="T13" fmla="*/ 7231 h 340"/>
                <a:gd name="T14" fmla="*/ 26808 w 1345"/>
                <a:gd name="T15" fmla="*/ 7323 h 340"/>
                <a:gd name="T16" fmla="*/ 23869 w 1345"/>
                <a:gd name="T17" fmla="*/ 6698 h 340"/>
                <a:gd name="T18" fmla="*/ 20084 w 1345"/>
                <a:gd name="T19" fmla="*/ 6160 h 340"/>
                <a:gd name="T20" fmla="*/ 15568 w 1345"/>
                <a:gd name="T21" fmla="*/ 4449 h 340"/>
                <a:gd name="T22" fmla="*/ 9077 w 1345"/>
                <a:gd name="T23" fmla="*/ 201 h 340"/>
                <a:gd name="T24" fmla="*/ 2904 w 1345"/>
                <a:gd name="T25" fmla="*/ 0 h 340"/>
                <a:gd name="T26" fmla="*/ 0 w 1345"/>
                <a:gd name="T27" fmla="*/ 8313 h 340"/>
                <a:gd name="T28" fmla="*/ 2987 w 1345"/>
                <a:gd name="T29" fmla="*/ 16612 h 340"/>
                <a:gd name="T30" fmla="*/ 2987 w 1345"/>
                <a:gd name="T31" fmla="*/ 16561 h 340"/>
                <a:gd name="T32" fmla="*/ 20001 w 1345"/>
                <a:gd name="T33" fmla="*/ 16466 h 340"/>
                <a:gd name="T34" fmla="*/ 54147 w 1345"/>
                <a:gd name="T35" fmla="*/ 16466 h 340"/>
                <a:gd name="T36" fmla="*/ 51370 w 1345"/>
                <a:gd name="T37" fmla="*/ 8313 h 3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45" h="340">
                  <a:moveTo>
                    <a:pt x="1274" y="170"/>
                  </a:moveTo>
                  <a:cubicBezTo>
                    <a:pt x="1274" y="83"/>
                    <a:pt x="1309" y="31"/>
                    <a:pt x="1345" y="10"/>
                  </a:cubicBezTo>
                  <a:cubicBezTo>
                    <a:pt x="1220" y="10"/>
                    <a:pt x="1220" y="10"/>
                    <a:pt x="1220" y="10"/>
                  </a:cubicBezTo>
                  <a:cubicBezTo>
                    <a:pt x="1191" y="10"/>
                    <a:pt x="1161" y="11"/>
                    <a:pt x="1133" y="12"/>
                  </a:cubicBezTo>
                  <a:cubicBezTo>
                    <a:pt x="1069" y="15"/>
                    <a:pt x="1020" y="29"/>
                    <a:pt x="962" y="65"/>
                  </a:cubicBezTo>
                  <a:cubicBezTo>
                    <a:pt x="922" y="89"/>
                    <a:pt x="871" y="121"/>
                    <a:pt x="840" y="128"/>
                  </a:cubicBezTo>
                  <a:cubicBezTo>
                    <a:pt x="805" y="137"/>
                    <a:pt x="764" y="144"/>
                    <a:pt x="729" y="148"/>
                  </a:cubicBezTo>
                  <a:cubicBezTo>
                    <a:pt x="694" y="151"/>
                    <a:pt x="665" y="150"/>
                    <a:pt x="665" y="150"/>
                  </a:cubicBezTo>
                  <a:cubicBezTo>
                    <a:pt x="639" y="151"/>
                    <a:pt x="614" y="139"/>
                    <a:pt x="592" y="137"/>
                  </a:cubicBezTo>
                  <a:cubicBezTo>
                    <a:pt x="551" y="133"/>
                    <a:pt x="517" y="131"/>
                    <a:pt x="498" y="126"/>
                  </a:cubicBezTo>
                  <a:cubicBezTo>
                    <a:pt x="437" y="109"/>
                    <a:pt x="457" y="107"/>
                    <a:pt x="386" y="91"/>
                  </a:cubicBezTo>
                  <a:cubicBezTo>
                    <a:pt x="299" y="60"/>
                    <a:pt x="320" y="9"/>
                    <a:pt x="225" y="4"/>
                  </a:cubicBezTo>
                  <a:cubicBezTo>
                    <a:pt x="178" y="4"/>
                    <a:pt x="101" y="1"/>
                    <a:pt x="72" y="0"/>
                  </a:cubicBezTo>
                  <a:cubicBezTo>
                    <a:pt x="40" y="8"/>
                    <a:pt x="0" y="71"/>
                    <a:pt x="0" y="170"/>
                  </a:cubicBezTo>
                  <a:cubicBezTo>
                    <a:pt x="0" y="271"/>
                    <a:pt x="42" y="334"/>
                    <a:pt x="74" y="340"/>
                  </a:cubicBezTo>
                  <a:cubicBezTo>
                    <a:pt x="74" y="339"/>
                    <a:pt x="74" y="339"/>
                    <a:pt x="74" y="339"/>
                  </a:cubicBezTo>
                  <a:cubicBezTo>
                    <a:pt x="496" y="337"/>
                    <a:pt x="496" y="337"/>
                    <a:pt x="496" y="337"/>
                  </a:cubicBezTo>
                  <a:cubicBezTo>
                    <a:pt x="1343" y="337"/>
                    <a:pt x="1343" y="337"/>
                    <a:pt x="1343" y="337"/>
                  </a:cubicBezTo>
                  <a:cubicBezTo>
                    <a:pt x="1308" y="315"/>
                    <a:pt x="1274" y="257"/>
                    <a:pt x="1274" y="170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6" name="Freeform 5">
              <a:extLst>
                <a:ext uri="{FF2B5EF4-FFF2-40B4-BE49-F238E27FC236}">
                  <a16:creationId xmlns:a16="http://schemas.microsoft.com/office/drawing/2014/main" id="{FAB78F8C-45D1-4AA5-AA89-F1784BB3B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848"/>
              <a:ext cx="2740" cy="1196"/>
            </a:xfrm>
            <a:custGeom>
              <a:avLst/>
              <a:gdLst>
                <a:gd name="T0" fmla="*/ 32222 w 799"/>
                <a:gd name="T1" fmla="*/ 0 h 327"/>
                <a:gd name="T2" fmla="*/ 27177 w 799"/>
                <a:gd name="T3" fmla="*/ 0 h 327"/>
                <a:gd name="T4" fmla="*/ 23672 w 799"/>
                <a:gd name="T5" fmla="*/ 95 h 327"/>
                <a:gd name="T6" fmla="*/ 16783 w 799"/>
                <a:gd name="T7" fmla="*/ 2688 h 327"/>
                <a:gd name="T8" fmla="*/ 13066 w 799"/>
                <a:gd name="T9" fmla="*/ 2743 h 327"/>
                <a:gd name="T10" fmla="*/ 7387 w 799"/>
                <a:gd name="T11" fmla="*/ 6755 h 327"/>
                <a:gd name="T12" fmla="*/ 4798 w 799"/>
                <a:gd name="T13" fmla="*/ 6850 h 327"/>
                <a:gd name="T14" fmla="*/ 1859 w 799"/>
                <a:gd name="T15" fmla="*/ 6221 h 327"/>
                <a:gd name="T16" fmla="*/ 1612 w 799"/>
                <a:gd name="T17" fmla="*/ 6167 h 327"/>
                <a:gd name="T18" fmla="*/ 600 w 799"/>
                <a:gd name="T19" fmla="*/ 12776 h 327"/>
                <a:gd name="T20" fmla="*/ 1941 w 799"/>
                <a:gd name="T21" fmla="*/ 15998 h 327"/>
                <a:gd name="T22" fmla="*/ 32139 w 799"/>
                <a:gd name="T23" fmla="*/ 15998 h 327"/>
                <a:gd name="T24" fmla="*/ 30281 w 799"/>
                <a:gd name="T25" fmla="*/ 13218 h 327"/>
                <a:gd name="T26" fmla="*/ 14310 w 799"/>
                <a:gd name="T27" fmla="*/ 13258 h 327"/>
                <a:gd name="T28" fmla="*/ 13796 w 799"/>
                <a:gd name="T29" fmla="*/ 9926 h 327"/>
                <a:gd name="T30" fmla="*/ 16934 w 799"/>
                <a:gd name="T31" fmla="*/ 6313 h 327"/>
                <a:gd name="T32" fmla="*/ 23110 w 799"/>
                <a:gd name="T33" fmla="*/ 2301 h 327"/>
                <a:gd name="T34" fmla="*/ 30445 w 799"/>
                <a:gd name="T35" fmla="*/ 2205 h 327"/>
                <a:gd name="T36" fmla="*/ 32222 w 799"/>
                <a:gd name="T37" fmla="*/ 0 h 3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99" h="327">
                  <a:moveTo>
                    <a:pt x="799" y="0"/>
                  </a:moveTo>
                  <a:cubicBezTo>
                    <a:pt x="674" y="0"/>
                    <a:pt x="674" y="0"/>
                    <a:pt x="674" y="0"/>
                  </a:cubicBezTo>
                  <a:cubicBezTo>
                    <a:pt x="645" y="0"/>
                    <a:pt x="615" y="1"/>
                    <a:pt x="587" y="2"/>
                  </a:cubicBezTo>
                  <a:cubicBezTo>
                    <a:pt x="523" y="5"/>
                    <a:pt x="474" y="19"/>
                    <a:pt x="416" y="55"/>
                  </a:cubicBezTo>
                  <a:cubicBezTo>
                    <a:pt x="376" y="79"/>
                    <a:pt x="354" y="48"/>
                    <a:pt x="324" y="56"/>
                  </a:cubicBezTo>
                  <a:cubicBezTo>
                    <a:pt x="289" y="65"/>
                    <a:pt x="218" y="134"/>
                    <a:pt x="183" y="138"/>
                  </a:cubicBezTo>
                  <a:cubicBezTo>
                    <a:pt x="148" y="141"/>
                    <a:pt x="119" y="140"/>
                    <a:pt x="119" y="140"/>
                  </a:cubicBezTo>
                  <a:cubicBezTo>
                    <a:pt x="93" y="141"/>
                    <a:pt x="68" y="129"/>
                    <a:pt x="46" y="127"/>
                  </a:cubicBezTo>
                  <a:cubicBezTo>
                    <a:pt x="44" y="127"/>
                    <a:pt x="42" y="126"/>
                    <a:pt x="40" y="126"/>
                  </a:cubicBezTo>
                  <a:cubicBezTo>
                    <a:pt x="12" y="163"/>
                    <a:pt x="0" y="208"/>
                    <a:pt x="15" y="261"/>
                  </a:cubicBezTo>
                  <a:cubicBezTo>
                    <a:pt x="22" y="287"/>
                    <a:pt x="33" y="309"/>
                    <a:pt x="48" y="327"/>
                  </a:cubicBezTo>
                  <a:cubicBezTo>
                    <a:pt x="797" y="327"/>
                    <a:pt x="797" y="327"/>
                    <a:pt x="797" y="327"/>
                  </a:cubicBezTo>
                  <a:cubicBezTo>
                    <a:pt x="780" y="316"/>
                    <a:pt x="764" y="297"/>
                    <a:pt x="751" y="270"/>
                  </a:cubicBezTo>
                  <a:cubicBezTo>
                    <a:pt x="749" y="268"/>
                    <a:pt x="398" y="272"/>
                    <a:pt x="355" y="271"/>
                  </a:cubicBezTo>
                  <a:cubicBezTo>
                    <a:pt x="311" y="267"/>
                    <a:pt x="327" y="221"/>
                    <a:pt x="342" y="203"/>
                  </a:cubicBezTo>
                  <a:cubicBezTo>
                    <a:pt x="364" y="175"/>
                    <a:pt x="405" y="141"/>
                    <a:pt x="420" y="129"/>
                  </a:cubicBezTo>
                  <a:cubicBezTo>
                    <a:pt x="472" y="88"/>
                    <a:pt x="501" y="52"/>
                    <a:pt x="573" y="47"/>
                  </a:cubicBezTo>
                  <a:cubicBezTo>
                    <a:pt x="631" y="39"/>
                    <a:pt x="693" y="39"/>
                    <a:pt x="755" y="45"/>
                  </a:cubicBezTo>
                  <a:cubicBezTo>
                    <a:pt x="768" y="24"/>
                    <a:pt x="783" y="9"/>
                    <a:pt x="799" y="0"/>
                  </a:cubicBezTo>
                  <a:close/>
                </a:path>
              </a:pathLst>
            </a:custGeom>
            <a:solidFill>
              <a:srgbClr val="AE3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7" name="Freeform 6">
              <a:extLst>
                <a:ext uri="{FF2B5EF4-FFF2-40B4-BE49-F238E27FC236}">
                  <a16:creationId xmlns:a16="http://schemas.microsoft.com/office/drawing/2014/main" id="{2A24667A-F207-4127-B2D3-73A58EC8F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848"/>
              <a:ext cx="2400" cy="1196"/>
            </a:xfrm>
            <a:custGeom>
              <a:avLst/>
              <a:gdLst>
                <a:gd name="T0" fmla="*/ 19666 w 700"/>
                <a:gd name="T1" fmla="*/ 95 h 327"/>
                <a:gd name="T2" fmla="*/ 12778 w 700"/>
                <a:gd name="T3" fmla="*/ 2688 h 327"/>
                <a:gd name="T4" fmla="*/ 9062 w 700"/>
                <a:gd name="T5" fmla="*/ 2743 h 327"/>
                <a:gd name="T6" fmla="*/ 3384 w 700"/>
                <a:gd name="T7" fmla="*/ 6755 h 327"/>
                <a:gd name="T8" fmla="*/ 1327 w 700"/>
                <a:gd name="T9" fmla="*/ 6850 h 327"/>
                <a:gd name="T10" fmla="*/ 165 w 700"/>
                <a:gd name="T11" fmla="*/ 9096 h 327"/>
                <a:gd name="T12" fmla="*/ 0 w 700"/>
                <a:gd name="T13" fmla="*/ 15998 h 327"/>
                <a:gd name="T14" fmla="*/ 8181 w 700"/>
                <a:gd name="T15" fmla="*/ 15998 h 327"/>
                <a:gd name="T16" fmla="*/ 8181 w 700"/>
                <a:gd name="T17" fmla="*/ 14381 h 327"/>
                <a:gd name="T18" fmla="*/ 7087 w 700"/>
                <a:gd name="T19" fmla="*/ 12670 h 327"/>
                <a:gd name="T20" fmla="*/ 7865 w 700"/>
                <a:gd name="T21" fmla="*/ 10662 h 327"/>
                <a:gd name="T22" fmla="*/ 8499 w 700"/>
                <a:gd name="T23" fmla="*/ 8321 h 327"/>
                <a:gd name="T24" fmla="*/ 9675 w 700"/>
                <a:gd name="T25" fmla="*/ 6796 h 327"/>
                <a:gd name="T26" fmla="*/ 10402 w 700"/>
                <a:gd name="T27" fmla="*/ 4897 h 327"/>
                <a:gd name="T28" fmla="*/ 13296 w 700"/>
                <a:gd name="T29" fmla="*/ 3277 h 327"/>
                <a:gd name="T30" fmla="*/ 19467 w 700"/>
                <a:gd name="T31" fmla="*/ 790 h 327"/>
                <a:gd name="T32" fmla="*/ 27449 w 700"/>
                <a:gd name="T33" fmla="*/ 735 h 327"/>
                <a:gd name="T34" fmla="*/ 28214 w 700"/>
                <a:gd name="T35" fmla="*/ 0 h 327"/>
                <a:gd name="T36" fmla="*/ 23170 w 700"/>
                <a:gd name="T37" fmla="*/ 0 h 327"/>
                <a:gd name="T38" fmla="*/ 19666 w 700"/>
                <a:gd name="T39" fmla="*/ 95 h 3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00" h="327">
                  <a:moveTo>
                    <a:pt x="488" y="2"/>
                  </a:moveTo>
                  <a:cubicBezTo>
                    <a:pt x="424" y="5"/>
                    <a:pt x="375" y="19"/>
                    <a:pt x="317" y="55"/>
                  </a:cubicBezTo>
                  <a:cubicBezTo>
                    <a:pt x="277" y="79"/>
                    <a:pt x="255" y="48"/>
                    <a:pt x="225" y="56"/>
                  </a:cubicBezTo>
                  <a:cubicBezTo>
                    <a:pt x="190" y="65"/>
                    <a:pt x="119" y="134"/>
                    <a:pt x="84" y="138"/>
                  </a:cubicBezTo>
                  <a:cubicBezTo>
                    <a:pt x="63" y="139"/>
                    <a:pt x="45" y="140"/>
                    <a:pt x="33" y="140"/>
                  </a:cubicBezTo>
                  <a:cubicBezTo>
                    <a:pt x="17" y="165"/>
                    <a:pt x="5" y="184"/>
                    <a:pt x="4" y="186"/>
                  </a:cubicBezTo>
                  <a:cubicBezTo>
                    <a:pt x="0" y="192"/>
                    <a:pt x="0" y="285"/>
                    <a:pt x="0" y="327"/>
                  </a:cubicBezTo>
                  <a:cubicBezTo>
                    <a:pt x="203" y="327"/>
                    <a:pt x="203" y="327"/>
                    <a:pt x="203" y="327"/>
                  </a:cubicBezTo>
                  <a:cubicBezTo>
                    <a:pt x="203" y="294"/>
                    <a:pt x="203" y="294"/>
                    <a:pt x="203" y="294"/>
                  </a:cubicBezTo>
                  <a:cubicBezTo>
                    <a:pt x="184" y="294"/>
                    <a:pt x="167" y="287"/>
                    <a:pt x="176" y="259"/>
                  </a:cubicBezTo>
                  <a:cubicBezTo>
                    <a:pt x="186" y="231"/>
                    <a:pt x="191" y="240"/>
                    <a:pt x="195" y="218"/>
                  </a:cubicBezTo>
                  <a:cubicBezTo>
                    <a:pt x="199" y="195"/>
                    <a:pt x="200" y="178"/>
                    <a:pt x="211" y="170"/>
                  </a:cubicBezTo>
                  <a:cubicBezTo>
                    <a:pt x="222" y="162"/>
                    <a:pt x="238" y="152"/>
                    <a:pt x="240" y="139"/>
                  </a:cubicBezTo>
                  <a:cubicBezTo>
                    <a:pt x="243" y="126"/>
                    <a:pt x="242" y="110"/>
                    <a:pt x="258" y="100"/>
                  </a:cubicBezTo>
                  <a:cubicBezTo>
                    <a:pt x="274" y="91"/>
                    <a:pt x="288" y="91"/>
                    <a:pt x="330" y="67"/>
                  </a:cubicBezTo>
                  <a:cubicBezTo>
                    <a:pt x="371" y="43"/>
                    <a:pt x="418" y="20"/>
                    <a:pt x="483" y="16"/>
                  </a:cubicBezTo>
                  <a:cubicBezTo>
                    <a:pt x="533" y="13"/>
                    <a:pt x="636" y="14"/>
                    <a:pt x="681" y="15"/>
                  </a:cubicBezTo>
                  <a:cubicBezTo>
                    <a:pt x="687" y="9"/>
                    <a:pt x="694" y="4"/>
                    <a:pt x="700" y="0"/>
                  </a:cubicBezTo>
                  <a:cubicBezTo>
                    <a:pt x="575" y="0"/>
                    <a:pt x="575" y="0"/>
                    <a:pt x="575" y="0"/>
                  </a:cubicBezTo>
                  <a:cubicBezTo>
                    <a:pt x="546" y="0"/>
                    <a:pt x="516" y="1"/>
                    <a:pt x="488" y="2"/>
                  </a:cubicBezTo>
                  <a:close/>
                </a:path>
              </a:pathLst>
            </a:custGeom>
            <a:solidFill>
              <a:srgbClr val="A22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8" name="Freeform 7">
              <a:extLst>
                <a:ext uri="{FF2B5EF4-FFF2-40B4-BE49-F238E27FC236}">
                  <a16:creationId xmlns:a16="http://schemas.microsoft.com/office/drawing/2014/main" id="{661E99A0-B770-4670-BBFA-8849FF81E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847"/>
              <a:ext cx="4467" cy="208"/>
            </a:xfrm>
            <a:custGeom>
              <a:avLst/>
              <a:gdLst>
                <a:gd name="T0" fmla="*/ 0 w 1303"/>
                <a:gd name="T1" fmla="*/ 1558 h 57"/>
                <a:gd name="T2" fmla="*/ 1375 w 1303"/>
                <a:gd name="T3" fmla="*/ 2770 h 57"/>
                <a:gd name="T4" fmla="*/ 1375 w 1303"/>
                <a:gd name="T5" fmla="*/ 2715 h 57"/>
                <a:gd name="T6" fmla="*/ 18369 w 1303"/>
                <a:gd name="T7" fmla="*/ 2624 h 57"/>
                <a:gd name="T8" fmla="*/ 52500 w 1303"/>
                <a:gd name="T9" fmla="*/ 2624 h 57"/>
                <a:gd name="T10" fmla="*/ 51009 w 1303"/>
                <a:gd name="T11" fmla="*/ 679 h 57"/>
                <a:gd name="T12" fmla="*/ 32273 w 1303"/>
                <a:gd name="T13" fmla="*/ 1025 h 57"/>
                <a:gd name="T14" fmla="*/ 9589 w 1303"/>
                <a:gd name="T15" fmla="*/ 0 h 57"/>
                <a:gd name="T16" fmla="*/ 0 w 1303"/>
                <a:gd name="T17" fmla="*/ 1558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3" h="57">
                  <a:moveTo>
                    <a:pt x="0" y="32"/>
                  </a:moveTo>
                  <a:cubicBezTo>
                    <a:pt x="11" y="46"/>
                    <a:pt x="23" y="55"/>
                    <a:pt x="34" y="57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456" y="54"/>
                    <a:pt x="456" y="54"/>
                    <a:pt x="456" y="54"/>
                  </a:cubicBezTo>
                  <a:cubicBezTo>
                    <a:pt x="1303" y="54"/>
                    <a:pt x="1303" y="54"/>
                    <a:pt x="1303" y="54"/>
                  </a:cubicBezTo>
                  <a:cubicBezTo>
                    <a:pt x="1290" y="46"/>
                    <a:pt x="1277" y="32"/>
                    <a:pt x="1266" y="14"/>
                  </a:cubicBezTo>
                  <a:cubicBezTo>
                    <a:pt x="801" y="21"/>
                    <a:pt x="801" y="21"/>
                    <a:pt x="801" y="21"/>
                  </a:cubicBezTo>
                  <a:cubicBezTo>
                    <a:pt x="238" y="0"/>
                    <a:pt x="238" y="0"/>
                    <a:pt x="238" y="0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rgbClr val="A22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9" name="Freeform 8">
              <a:extLst>
                <a:ext uri="{FF2B5EF4-FFF2-40B4-BE49-F238E27FC236}">
                  <a16:creationId xmlns:a16="http://schemas.microsoft.com/office/drawing/2014/main" id="{B6C1FE88-9E1C-4A79-95F1-E9D04F9CC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940"/>
              <a:ext cx="2448" cy="1068"/>
            </a:xfrm>
            <a:custGeom>
              <a:avLst/>
              <a:gdLst>
                <a:gd name="T0" fmla="*/ 28776 w 714"/>
                <a:gd name="T1" fmla="*/ 12081 h 292"/>
                <a:gd name="T2" fmla="*/ 26883 w 714"/>
                <a:gd name="T3" fmla="*/ 5633 h 292"/>
                <a:gd name="T4" fmla="*/ 26801 w 714"/>
                <a:gd name="T5" fmla="*/ 5633 h 292"/>
                <a:gd name="T6" fmla="*/ 23897 w 714"/>
                <a:gd name="T7" fmla="*/ 4938 h 292"/>
                <a:gd name="T8" fmla="*/ 20112 w 714"/>
                <a:gd name="T9" fmla="*/ 4455 h 292"/>
                <a:gd name="T10" fmla="*/ 15552 w 714"/>
                <a:gd name="T11" fmla="*/ 2688 h 292"/>
                <a:gd name="T12" fmla="*/ 12813 w 714"/>
                <a:gd name="T13" fmla="*/ 589 h 292"/>
                <a:gd name="T14" fmla="*/ 6525 w 714"/>
                <a:gd name="T15" fmla="*/ 201 h 292"/>
                <a:gd name="T16" fmla="*/ 1128 w 714"/>
                <a:gd name="T17" fmla="*/ 388 h 292"/>
                <a:gd name="T18" fmla="*/ 0 w 714"/>
                <a:gd name="T19" fmla="*/ 6554 h 292"/>
                <a:gd name="T20" fmla="*/ 1893 w 714"/>
                <a:gd name="T21" fmla="*/ 14045 h 292"/>
                <a:gd name="T22" fmla="*/ 26883 w 714"/>
                <a:gd name="T23" fmla="*/ 13847 h 292"/>
                <a:gd name="T24" fmla="*/ 28776 w 714"/>
                <a:gd name="T25" fmla="*/ 12081 h 2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4" h="292">
                  <a:moveTo>
                    <a:pt x="714" y="247"/>
                  </a:moveTo>
                  <a:cubicBezTo>
                    <a:pt x="667" y="115"/>
                    <a:pt x="667" y="115"/>
                    <a:pt x="667" y="115"/>
                  </a:cubicBezTo>
                  <a:cubicBezTo>
                    <a:pt x="666" y="115"/>
                    <a:pt x="666" y="115"/>
                    <a:pt x="665" y="115"/>
                  </a:cubicBezTo>
                  <a:cubicBezTo>
                    <a:pt x="640" y="116"/>
                    <a:pt x="614" y="103"/>
                    <a:pt x="593" y="101"/>
                  </a:cubicBezTo>
                  <a:cubicBezTo>
                    <a:pt x="551" y="97"/>
                    <a:pt x="517" y="96"/>
                    <a:pt x="499" y="91"/>
                  </a:cubicBezTo>
                  <a:cubicBezTo>
                    <a:pt x="437" y="73"/>
                    <a:pt x="458" y="72"/>
                    <a:pt x="386" y="55"/>
                  </a:cubicBezTo>
                  <a:cubicBezTo>
                    <a:pt x="351" y="43"/>
                    <a:pt x="333" y="26"/>
                    <a:pt x="318" y="12"/>
                  </a:cubicBezTo>
                  <a:cubicBezTo>
                    <a:pt x="307" y="0"/>
                    <a:pt x="231" y="7"/>
                    <a:pt x="162" y="4"/>
                  </a:cubicBezTo>
                  <a:cubicBezTo>
                    <a:pt x="98" y="1"/>
                    <a:pt x="31" y="4"/>
                    <a:pt x="28" y="8"/>
                  </a:cubicBezTo>
                  <a:cubicBezTo>
                    <a:pt x="12" y="38"/>
                    <a:pt x="0" y="81"/>
                    <a:pt x="0" y="134"/>
                  </a:cubicBezTo>
                  <a:cubicBezTo>
                    <a:pt x="0" y="207"/>
                    <a:pt x="22" y="261"/>
                    <a:pt x="47" y="287"/>
                  </a:cubicBezTo>
                  <a:cubicBezTo>
                    <a:pt x="51" y="292"/>
                    <a:pt x="357" y="284"/>
                    <a:pt x="667" y="283"/>
                  </a:cubicBezTo>
                  <a:lnTo>
                    <a:pt x="714" y="247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0" name="Freeform 9">
              <a:extLst>
                <a:ext uri="{FF2B5EF4-FFF2-40B4-BE49-F238E27FC236}">
                  <a16:creationId xmlns:a16="http://schemas.microsoft.com/office/drawing/2014/main" id="{501D767A-BBF1-4EEB-A520-AD920181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998"/>
              <a:ext cx="315" cy="337"/>
            </a:xfrm>
            <a:custGeom>
              <a:avLst/>
              <a:gdLst>
                <a:gd name="T0" fmla="*/ 0 w 92"/>
                <a:gd name="T1" fmla="*/ 348 h 92"/>
                <a:gd name="T2" fmla="*/ 1126 w 92"/>
                <a:gd name="T3" fmla="*/ 2403 h 92"/>
                <a:gd name="T4" fmla="*/ 1688 w 92"/>
                <a:gd name="T5" fmla="*/ 3048 h 92"/>
                <a:gd name="T6" fmla="*/ 2287 w 92"/>
                <a:gd name="T7" fmla="*/ 3245 h 92"/>
                <a:gd name="T8" fmla="*/ 2965 w 92"/>
                <a:gd name="T9" fmla="*/ 4520 h 92"/>
                <a:gd name="T10" fmla="*/ 2650 w 92"/>
                <a:gd name="T11" fmla="*/ 1571 h 92"/>
                <a:gd name="T12" fmla="*/ 1291 w 92"/>
                <a:gd name="T13" fmla="*/ 645 h 92"/>
                <a:gd name="T14" fmla="*/ 562 w 92"/>
                <a:gd name="T15" fmla="*/ 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92">
                  <a:moveTo>
                    <a:pt x="0" y="7"/>
                  </a:moveTo>
                  <a:cubicBezTo>
                    <a:pt x="6" y="23"/>
                    <a:pt x="18" y="35"/>
                    <a:pt x="28" y="49"/>
                  </a:cubicBezTo>
                  <a:cubicBezTo>
                    <a:pt x="32" y="55"/>
                    <a:pt x="35" y="60"/>
                    <a:pt x="42" y="62"/>
                  </a:cubicBezTo>
                  <a:cubicBezTo>
                    <a:pt x="48" y="63"/>
                    <a:pt x="52" y="61"/>
                    <a:pt x="57" y="66"/>
                  </a:cubicBezTo>
                  <a:cubicBezTo>
                    <a:pt x="62" y="71"/>
                    <a:pt x="62" y="92"/>
                    <a:pt x="74" y="92"/>
                  </a:cubicBezTo>
                  <a:cubicBezTo>
                    <a:pt x="92" y="91"/>
                    <a:pt x="73" y="41"/>
                    <a:pt x="66" y="32"/>
                  </a:cubicBezTo>
                  <a:cubicBezTo>
                    <a:pt x="58" y="21"/>
                    <a:pt x="44" y="19"/>
                    <a:pt x="32" y="13"/>
                  </a:cubicBezTo>
                  <a:cubicBezTo>
                    <a:pt x="27" y="11"/>
                    <a:pt x="15" y="7"/>
                    <a:pt x="14" y="0"/>
                  </a:cubicBezTo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1" name="Freeform 10">
              <a:extLst>
                <a:ext uri="{FF2B5EF4-FFF2-40B4-BE49-F238E27FC236}">
                  <a16:creationId xmlns:a16="http://schemas.microsoft.com/office/drawing/2014/main" id="{102A77B5-FB52-4101-BA79-456400457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214"/>
              <a:ext cx="885" cy="746"/>
            </a:xfrm>
            <a:custGeom>
              <a:avLst/>
              <a:gdLst>
                <a:gd name="T0" fmla="*/ 10013 w 258"/>
                <a:gd name="T1" fmla="*/ 8707 h 204"/>
                <a:gd name="T2" fmla="*/ 9320 w 258"/>
                <a:gd name="T3" fmla="*/ 7968 h 204"/>
                <a:gd name="T4" fmla="*/ 8884 w 258"/>
                <a:gd name="T5" fmla="*/ 7621 h 204"/>
                <a:gd name="T6" fmla="*/ 8802 w 258"/>
                <a:gd name="T7" fmla="*/ 6996 h 204"/>
                <a:gd name="T8" fmla="*/ 8270 w 258"/>
                <a:gd name="T9" fmla="*/ 6059 h 204"/>
                <a:gd name="T10" fmla="*/ 7471 w 258"/>
                <a:gd name="T11" fmla="*/ 5134 h 204"/>
                <a:gd name="T12" fmla="*/ 5166 w 258"/>
                <a:gd name="T13" fmla="*/ 5134 h 204"/>
                <a:gd name="T14" fmla="*/ 5166 w 258"/>
                <a:gd name="T15" fmla="*/ 5335 h 204"/>
                <a:gd name="T16" fmla="*/ 4919 w 258"/>
                <a:gd name="T17" fmla="*/ 5281 h 204"/>
                <a:gd name="T18" fmla="*/ 2542 w 258"/>
                <a:gd name="T19" fmla="*/ 3865 h 204"/>
                <a:gd name="T20" fmla="*/ 2261 w 258"/>
                <a:gd name="T21" fmla="*/ 3810 h 204"/>
                <a:gd name="T22" fmla="*/ 446 w 258"/>
                <a:gd name="T23" fmla="*/ 0 h 204"/>
                <a:gd name="T24" fmla="*/ 281 w 258"/>
                <a:gd name="T25" fmla="*/ 644 h 204"/>
                <a:gd name="T26" fmla="*/ 281 w 258"/>
                <a:gd name="T27" fmla="*/ 1470 h 204"/>
                <a:gd name="T28" fmla="*/ 199 w 258"/>
                <a:gd name="T29" fmla="*/ 2154 h 204"/>
                <a:gd name="T30" fmla="*/ 117 w 258"/>
                <a:gd name="T31" fmla="*/ 3075 h 204"/>
                <a:gd name="T32" fmla="*/ 199 w 258"/>
                <a:gd name="T33" fmla="*/ 4344 h 204"/>
                <a:gd name="T34" fmla="*/ 82 w 258"/>
                <a:gd name="T35" fmla="*/ 4933 h 204"/>
                <a:gd name="T36" fmla="*/ 281 w 258"/>
                <a:gd name="T37" fmla="*/ 5522 h 204"/>
                <a:gd name="T38" fmla="*/ 765 w 258"/>
                <a:gd name="T39" fmla="*/ 5723 h 204"/>
                <a:gd name="T40" fmla="*/ 1166 w 258"/>
                <a:gd name="T41" fmla="*/ 6165 h 204"/>
                <a:gd name="T42" fmla="*/ 1695 w 258"/>
                <a:gd name="T43" fmla="*/ 6165 h 204"/>
                <a:gd name="T44" fmla="*/ 2223 w 258"/>
                <a:gd name="T45" fmla="*/ 5672 h 204"/>
                <a:gd name="T46" fmla="*/ 2343 w 258"/>
                <a:gd name="T47" fmla="*/ 5482 h 204"/>
                <a:gd name="T48" fmla="*/ 2377 w 258"/>
                <a:gd name="T49" fmla="*/ 5522 h 204"/>
                <a:gd name="T50" fmla="*/ 3070 w 258"/>
                <a:gd name="T51" fmla="*/ 6846 h 204"/>
                <a:gd name="T52" fmla="*/ 3670 w 258"/>
                <a:gd name="T53" fmla="*/ 6941 h 204"/>
                <a:gd name="T54" fmla="*/ 4284 w 258"/>
                <a:gd name="T55" fmla="*/ 7288 h 204"/>
                <a:gd name="T56" fmla="*/ 5214 w 258"/>
                <a:gd name="T57" fmla="*/ 7434 h 204"/>
                <a:gd name="T58" fmla="*/ 5777 w 258"/>
                <a:gd name="T59" fmla="*/ 6553 h 204"/>
                <a:gd name="T60" fmla="*/ 6013 w 258"/>
                <a:gd name="T61" fmla="*/ 6257 h 204"/>
                <a:gd name="T62" fmla="*/ 6178 w 258"/>
                <a:gd name="T63" fmla="*/ 6458 h 204"/>
                <a:gd name="T64" fmla="*/ 5849 w 258"/>
                <a:gd name="T65" fmla="*/ 7343 h 204"/>
                <a:gd name="T66" fmla="*/ 5694 w 258"/>
                <a:gd name="T67" fmla="*/ 8411 h 204"/>
                <a:gd name="T68" fmla="*/ 6411 w 258"/>
                <a:gd name="T69" fmla="*/ 8945 h 204"/>
                <a:gd name="T70" fmla="*/ 7341 w 258"/>
                <a:gd name="T71" fmla="*/ 9000 h 204"/>
                <a:gd name="T72" fmla="*/ 8270 w 258"/>
                <a:gd name="T73" fmla="*/ 9146 h 204"/>
                <a:gd name="T74" fmla="*/ 8754 w 258"/>
                <a:gd name="T75" fmla="*/ 9588 h 204"/>
                <a:gd name="T76" fmla="*/ 8188 w 258"/>
                <a:gd name="T77" fmla="*/ 9775 h 204"/>
                <a:gd name="T78" fmla="*/ 10013 w 258"/>
                <a:gd name="T79" fmla="*/ 8707 h 20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58" h="204">
                  <a:moveTo>
                    <a:pt x="248" y="178"/>
                  </a:moveTo>
                  <a:cubicBezTo>
                    <a:pt x="244" y="171"/>
                    <a:pt x="237" y="167"/>
                    <a:pt x="231" y="163"/>
                  </a:cubicBezTo>
                  <a:cubicBezTo>
                    <a:pt x="228" y="162"/>
                    <a:pt x="222" y="159"/>
                    <a:pt x="220" y="156"/>
                  </a:cubicBezTo>
                  <a:cubicBezTo>
                    <a:pt x="217" y="152"/>
                    <a:pt x="219" y="148"/>
                    <a:pt x="218" y="143"/>
                  </a:cubicBezTo>
                  <a:cubicBezTo>
                    <a:pt x="216" y="136"/>
                    <a:pt x="209" y="130"/>
                    <a:pt x="205" y="124"/>
                  </a:cubicBezTo>
                  <a:cubicBezTo>
                    <a:pt x="199" y="115"/>
                    <a:pt x="195" y="108"/>
                    <a:pt x="185" y="105"/>
                  </a:cubicBezTo>
                  <a:cubicBezTo>
                    <a:pt x="167" y="99"/>
                    <a:pt x="145" y="106"/>
                    <a:pt x="128" y="105"/>
                  </a:cubicBezTo>
                  <a:cubicBezTo>
                    <a:pt x="128" y="109"/>
                    <a:pt x="128" y="109"/>
                    <a:pt x="128" y="109"/>
                  </a:cubicBezTo>
                  <a:cubicBezTo>
                    <a:pt x="125" y="109"/>
                    <a:pt x="123" y="109"/>
                    <a:pt x="122" y="108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1" y="77"/>
                    <a:pt x="58" y="77"/>
                    <a:pt x="56" y="78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6"/>
                    <a:pt x="9" y="8"/>
                    <a:pt x="7" y="13"/>
                  </a:cubicBezTo>
                  <a:cubicBezTo>
                    <a:pt x="4" y="19"/>
                    <a:pt x="6" y="24"/>
                    <a:pt x="7" y="30"/>
                  </a:cubicBezTo>
                  <a:cubicBezTo>
                    <a:pt x="9" y="36"/>
                    <a:pt x="8" y="39"/>
                    <a:pt x="5" y="44"/>
                  </a:cubicBezTo>
                  <a:cubicBezTo>
                    <a:pt x="0" y="51"/>
                    <a:pt x="0" y="56"/>
                    <a:pt x="3" y="63"/>
                  </a:cubicBezTo>
                  <a:cubicBezTo>
                    <a:pt x="6" y="73"/>
                    <a:pt x="8" y="78"/>
                    <a:pt x="5" y="89"/>
                  </a:cubicBezTo>
                  <a:cubicBezTo>
                    <a:pt x="4" y="92"/>
                    <a:pt x="2" y="97"/>
                    <a:pt x="2" y="101"/>
                  </a:cubicBezTo>
                  <a:cubicBezTo>
                    <a:pt x="2" y="104"/>
                    <a:pt x="5" y="111"/>
                    <a:pt x="7" y="113"/>
                  </a:cubicBezTo>
                  <a:cubicBezTo>
                    <a:pt x="9" y="116"/>
                    <a:pt x="15" y="116"/>
                    <a:pt x="19" y="117"/>
                  </a:cubicBezTo>
                  <a:cubicBezTo>
                    <a:pt x="23" y="120"/>
                    <a:pt x="25" y="123"/>
                    <a:pt x="29" y="126"/>
                  </a:cubicBezTo>
                  <a:cubicBezTo>
                    <a:pt x="33" y="129"/>
                    <a:pt x="37" y="127"/>
                    <a:pt x="42" y="126"/>
                  </a:cubicBezTo>
                  <a:cubicBezTo>
                    <a:pt x="49" y="124"/>
                    <a:pt x="50" y="121"/>
                    <a:pt x="55" y="116"/>
                  </a:cubicBezTo>
                  <a:cubicBezTo>
                    <a:pt x="56" y="115"/>
                    <a:pt x="57" y="113"/>
                    <a:pt x="58" y="112"/>
                  </a:cubicBezTo>
                  <a:cubicBezTo>
                    <a:pt x="58" y="112"/>
                    <a:pt x="59" y="113"/>
                    <a:pt x="59" y="113"/>
                  </a:cubicBezTo>
                  <a:cubicBezTo>
                    <a:pt x="60" y="126"/>
                    <a:pt x="63" y="137"/>
                    <a:pt x="76" y="140"/>
                  </a:cubicBezTo>
                  <a:cubicBezTo>
                    <a:pt x="81" y="142"/>
                    <a:pt x="86" y="141"/>
                    <a:pt x="91" y="142"/>
                  </a:cubicBezTo>
                  <a:cubicBezTo>
                    <a:pt x="97" y="143"/>
                    <a:pt x="101" y="146"/>
                    <a:pt x="106" y="149"/>
                  </a:cubicBezTo>
                  <a:cubicBezTo>
                    <a:pt x="113" y="154"/>
                    <a:pt x="121" y="155"/>
                    <a:pt x="129" y="152"/>
                  </a:cubicBezTo>
                  <a:cubicBezTo>
                    <a:pt x="137" y="149"/>
                    <a:pt x="139" y="141"/>
                    <a:pt x="143" y="134"/>
                  </a:cubicBezTo>
                  <a:cubicBezTo>
                    <a:pt x="145" y="132"/>
                    <a:pt x="147" y="130"/>
                    <a:pt x="149" y="128"/>
                  </a:cubicBezTo>
                  <a:cubicBezTo>
                    <a:pt x="150" y="129"/>
                    <a:pt x="152" y="130"/>
                    <a:pt x="153" y="132"/>
                  </a:cubicBezTo>
                  <a:cubicBezTo>
                    <a:pt x="155" y="137"/>
                    <a:pt x="148" y="146"/>
                    <a:pt x="145" y="150"/>
                  </a:cubicBezTo>
                  <a:cubicBezTo>
                    <a:pt x="140" y="157"/>
                    <a:pt x="137" y="163"/>
                    <a:pt x="141" y="172"/>
                  </a:cubicBezTo>
                  <a:cubicBezTo>
                    <a:pt x="143" y="178"/>
                    <a:pt x="153" y="182"/>
                    <a:pt x="159" y="183"/>
                  </a:cubicBezTo>
                  <a:cubicBezTo>
                    <a:pt x="167" y="184"/>
                    <a:pt x="174" y="182"/>
                    <a:pt x="182" y="184"/>
                  </a:cubicBezTo>
                  <a:cubicBezTo>
                    <a:pt x="190" y="186"/>
                    <a:pt x="197" y="186"/>
                    <a:pt x="205" y="187"/>
                  </a:cubicBezTo>
                  <a:cubicBezTo>
                    <a:pt x="211" y="189"/>
                    <a:pt x="214" y="189"/>
                    <a:pt x="217" y="196"/>
                  </a:cubicBezTo>
                  <a:cubicBezTo>
                    <a:pt x="220" y="202"/>
                    <a:pt x="205" y="196"/>
                    <a:pt x="203" y="200"/>
                  </a:cubicBezTo>
                  <a:cubicBezTo>
                    <a:pt x="217" y="204"/>
                    <a:pt x="258" y="194"/>
                    <a:pt x="248" y="178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2" name="Freeform 11">
              <a:extLst>
                <a:ext uri="{FF2B5EF4-FFF2-40B4-BE49-F238E27FC236}">
                  <a16:creationId xmlns:a16="http://schemas.microsoft.com/office/drawing/2014/main" id="{0A924F59-FCC8-46E5-9A77-FBFEEC92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552"/>
              <a:ext cx="460" cy="1763"/>
            </a:xfrm>
            <a:custGeom>
              <a:avLst/>
              <a:gdLst>
                <a:gd name="T0" fmla="*/ 5386 w 134"/>
                <a:gd name="T1" fmla="*/ 21138 h 482"/>
                <a:gd name="T2" fmla="*/ 1744 w 134"/>
                <a:gd name="T3" fmla="*/ 11800 h 482"/>
                <a:gd name="T4" fmla="*/ 5420 w 134"/>
                <a:gd name="T5" fmla="*/ 2502 h 482"/>
                <a:gd name="T6" fmla="*/ 5420 w 134"/>
                <a:gd name="T7" fmla="*/ 2502 h 482"/>
                <a:gd name="T8" fmla="*/ 5173 w 134"/>
                <a:gd name="T9" fmla="*/ 0 h 482"/>
                <a:gd name="T10" fmla="*/ 1778 w 134"/>
                <a:gd name="T11" fmla="*/ 3226 h 482"/>
                <a:gd name="T12" fmla="*/ 0 w 134"/>
                <a:gd name="T13" fmla="*/ 11800 h 482"/>
                <a:gd name="T14" fmla="*/ 5173 w 134"/>
                <a:gd name="T15" fmla="*/ 23585 h 482"/>
                <a:gd name="T16" fmla="*/ 5420 w 134"/>
                <a:gd name="T17" fmla="*/ 21138 h 482"/>
                <a:gd name="T18" fmla="*/ 5386 w 134"/>
                <a:gd name="T19" fmla="*/ 21138 h 4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482">
                  <a:moveTo>
                    <a:pt x="133" y="432"/>
                  </a:moveTo>
                  <a:cubicBezTo>
                    <a:pt x="89" y="423"/>
                    <a:pt x="43" y="350"/>
                    <a:pt x="43" y="241"/>
                  </a:cubicBezTo>
                  <a:cubicBezTo>
                    <a:pt x="43" y="129"/>
                    <a:pt x="89" y="56"/>
                    <a:pt x="134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05" y="4"/>
                    <a:pt x="70" y="24"/>
                    <a:pt x="44" y="66"/>
                  </a:cubicBezTo>
                  <a:cubicBezTo>
                    <a:pt x="16" y="112"/>
                    <a:pt x="0" y="174"/>
                    <a:pt x="0" y="241"/>
                  </a:cubicBezTo>
                  <a:cubicBezTo>
                    <a:pt x="0" y="366"/>
                    <a:pt x="56" y="470"/>
                    <a:pt x="128" y="482"/>
                  </a:cubicBezTo>
                  <a:cubicBezTo>
                    <a:pt x="134" y="432"/>
                    <a:pt x="134" y="432"/>
                    <a:pt x="134" y="432"/>
                  </a:cubicBezTo>
                  <a:cubicBezTo>
                    <a:pt x="134" y="432"/>
                    <a:pt x="133" y="432"/>
                    <a:pt x="133" y="432"/>
                  </a:cubicBezTo>
                  <a:close/>
                </a:path>
              </a:pathLst>
            </a:custGeom>
            <a:solidFill>
              <a:srgbClr val="FDD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3" name="Freeform 12">
              <a:extLst>
                <a:ext uri="{FF2B5EF4-FFF2-40B4-BE49-F238E27FC236}">
                  <a16:creationId xmlns:a16="http://schemas.microsoft.com/office/drawing/2014/main" id="{DE0D8E58-0282-429E-BDD7-8D25710B7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092"/>
              <a:ext cx="4361" cy="40"/>
            </a:xfrm>
            <a:custGeom>
              <a:avLst/>
              <a:gdLst>
                <a:gd name="T0" fmla="*/ 4361 w 4361"/>
                <a:gd name="T1" fmla="*/ 0 h 40"/>
                <a:gd name="T2" fmla="*/ 7 w 4361"/>
                <a:gd name="T3" fmla="*/ 0 h 40"/>
                <a:gd name="T4" fmla="*/ 0 w 4361"/>
                <a:gd name="T5" fmla="*/ 40 h 40"/>
                <a:gd name="T6" fmla="*/ 4354 w 4361"/>
                <a:gd name="T7" fmla="*/ 40 h 40"/>
                <a:gd name="T8" fmla="*/ 4361 w 436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61" h="40">
                  <a:moveTo>
                    <a:pt x="4361" y="0"/>
                  </a:moveTo>
                  <a:lnTo>
                    <a:pt x="7" y="0"/>
                  </a:lnTo>
                  <a:lnTo>
                    <a:pt x="0" y="40"/>
                  </a:lnTo>
                  <a:lnTo>
                    <a:pt x="4354" y="40"/>
                  </a:lnTo>
                  <a:lnTo>
                    <a:pt x="4361" y="0"/>
                  </a:ln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4" name="Freeform 13">
              <a:extLst>
                <a:ext uri="{FF2B5EF4-FFF2-40B4-BE49-F238E27FC236}">
                  <a16:creationId xmlns:a16="http://schemas.microsoft.com/office/drawing/2014/main" id="{0681EBEB-D1DC-47BB-9C5D-1786EB33D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132"/>
              <a:ext cx="4375" cy="183"/>
            </a:xfrm>
            <a:custGeom>
              <a:avLst/>
              <a:gdLst>
                <a:gd name="T0" fmla="*/ 4375 w 4375"/>
                <a:gd name="T1" fmla="*/ 0 h 183"/>
                <a:gd name="T2" fmla="*/ 21 w 4375"/>
                <a:gd name="T3" fmla="*/ 0 h 183"/>
                <a:gd name="T4" fmla="*/ 0 w 4375"/>
                <a:gd name="T5" fmla="*/ 183 h 183"/>
                <a:gd name="T6" fmla="*/ 4355 w 4375"/>
                <a:gd name="T7" fmla="*/ 183 h 183"/>
                <a:gd name="T8" fmla="*/ 4375 w 4375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75" h="183">
                  <a:moveTo>
                    <a:pt x="4375" y="0"/>
                  </a:moveTo>
                  <a:lnTo>
                    <a:pt x="21" y="0"/>
                  </a:lnTo>
                  <a:lnTo>
                    <a:pt x="0" y="183"/>
                  </a:lnTo>
                  <a:lnTo>
                    <a:pt x="4355" y="183"/>
                  </a:lnTo>
                  <a:lnTo>
                    <a:pt x="4375" y="0"/>
                  </a:ln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5" name="Freeform 14">
              <a:extLst>
                <a:ext uri="{FF2B5EF4-FFF2-40B4-BE49-F238E27FC236}">
                  <a16:creationId xmlns:a16="http://schemas.microsoft.com/office/drawing/2014/main" id="{C37D29BB-FFF5-4E49-B44E-F63693296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315"/>
              <a:ext cx="4362" cy="66"/>
            </a:xfrm>
            <a:custGeom>
              <a:avLst/>
              <a:gdLst>
                <a:gd name="T0" fmla="*/ 4362 w 4362"/>
                <a:gd name="T1" fmla="*/ 0 h 66"/>
                <a:gd name="T2" fmla="*/ 7 w 4362"/>
                <a:gd name="T3" fmla="*/ 0 h 66"/>
                <a:gd name="T4" fmla="*/ 0 w 4362"/>
                <a:gd name="T5" fmla="*/ 66 h 66"/>
                <a:gd name="T6" fmla="*/ 4355 w 4362"/>
                <a:gd name="T7" fmla="*/ 66 h 66"/>
                <a:gd name="T8" fmla="*/ 4362 w 4362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62" h="66">
                  <a:moveTo>
                    <a:pt x="4362" y="0"/>
                  </a:moveTo>
                  <a:lnTo>
                    <a:pt x="7" y="0"/>
                  </a:lnTo>
                  <a:lnTo>
                    <a:pt x="0" y="66"/>
                  </a:lnTo>
                  <a:lnTo>
                    <a:pt x="4355" y="66"/>
                  </a:lnTo>
                  <a:lnTo>
                    <a:pt x="4362" y="0"/>
                  </a:lnTo>
                  <a:close/>
                </a:path>
              </a:pathLst>
            </a:cu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6" name="Freeform 15">
              <a:extLst>
                <a:ext uri="{FF2B5EF4-FFF2-40B4-BE49-F238E27FC236}">
                  <a16:creationId xmlns:a16="http://schemas.microsoft.com/office/drawing/2014/main" id="{2FA7C781-7089-4634-9E2E-7FE22EA5C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3044"/>
              <a:ext cx="4357" cy="48"/>
            </a:xfrm>
            <a:custGeom>
              <a:avLst/>
              <a:gdLst>
                <a:gd name="T0" fmla="*/ 4357 w 4357"/>
                <a:gd name="T1" fmla="*/ 0 h 48"/>
                <a:gd name="T2" fmla="*/ 1450 w 4357"/>
                <a:gd name="T3" fmla="*/ 0 h 48"/>
                <a:gd name="T4" fmla="*/ 3 w 4357"/>
                <a:gd name="T5" fmla="*/ 8 h 48"/>
                <a:gd name="T6" fmla="*/ 0 w 4357"/>
                <a:gd name="T7" fmla="*/ 48 h 48"/>
                <a:gd name="T8" fmla="*/ 4354 w 4357"/>
                <a:gd name="T9" fmla="*/ 48 h 48"/>
                <a:gd name="T10" fmla="*/ 4357 w 4357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57" h="48">
                  <a:moveTo>
                    <a:pt x="4357" y="0"/>
                  </a:moveTo>
                  <a:lnTo>
                    <a:pt x="1450" y="0"/>
                  </a:lnTo>
                  <a:lnTo>
                    <a:pt x="3" y="8"/>
                  </a:lnTo>
                  <a:lnTo>
                    <a:pt x="0" y="48"/>
                  </a:lnTo>
                  <a:lnTo>
                    <a:pt x="4354" y="48"/>
                  </a:lnTo>
                  <a:lnTo>
                    <a:pt x="4357" y="0"/>
                  </a:lnTo>
                  <a:close/>
                </a:path>
              </a:pathLst>
            </a:custGeom>
            <a:solidFill>
              <a:srgbClr val="B7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Freeform 16">
              <a:extLst>
                <a:ext uri="{FF2B5EF4-FFF2-40B4-BE49-F238E27FC236}">
                  <a16:creationId xmlns:a16="http://schemas.microsoft.com/office/drawing/2014/main" id="{B9ECE3F1-2A08-4D55-83DF-D411BC5C4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490"/>
              <a:ext cx="497" cy="1887"/>
            </a:xfrm>
            <a:custGeom>
              <a:avLst/>
              <a:gdLst>
                <a:gd name="T0" fmla="*/ 5841 w 145"/>
                <a:gd name="T1" fmla="*/ 24407 h 516"/>
                <a:gd name="T2" fmla="*/ 682 w 145"/>
                <a:gd name="T3" fmla="*/ 12624 h 516"/>
                <a:gd name="T4" fmla="*/ 2454 w 145"/>
                <a:gd name="T5" fmla="*/ 4067 h 516"/>
                <a:gd name="T6" fmla="*/ 5841 w 145"/>
                <a:gd name="T7" fmla="*/ 830 h 516"/>
                <a:gd name="T8" fmla="*/ 5758 w 145"/>
                <a:gd name="T9" fmla="*/ 0 h 516"/>
                <a:gd name="T10" fmla="*/ 0 w 145"/>
                <a:gd name="T11" fmla="*/ 12624 h 516"/>
                <a:gd name="T12" fmla="*/ 5758 w 145"/>
                <a:gd name="T13" fmla="*/ 25237 h 516"/>
                <a:gd name="T14" fmla="*/ 5841 w 145"/>
                <a:gd name="T15" fmla="*/ 24407 h 5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16">
                  <a:moveTo>
                    <a:pt x="145" y="499"/>
                  </a:moveTo>
                  <a:cubicBezTo>
                    <a:pt x="74" y="487"/>
                    <a:pt x="17" y="383"/>
                    <a:pt x="17" y="258"/>
                  </a:cubicBezTo>
                  <a:cubicBezTo>
                    <a:pt x="17" y="191"/>
                    <a:pt x="33" y="129"/>
                    <a:pt x="61" y="83"/>
                  </a:cubicBezTo>
                  <a:cubicBezTo>
                    <a:pt x="87" y="41"/>
                    <a:pt x="123" y="21"/>
                    <a:pt x="145" y="17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62" y="14"/>
                    <a:pt x="0" y="123"/>
                    <a:pt x="0" y="258"/>
                  </a:cubicBezTo>
                  <a:cubicBezTo>
                    <a:pt x="0" y="393"/>
                    <a:pt x="62" y="503"/>
                    <a:pt x="143" y="516"/>
                  </a:cubicBezTo>
                  <a:lnTo>
                    <a:pt x="145" y="499"/>
                  </a:lnTo>
                  <a:close/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Freeform 17">
              <a:extLst>
                <a:ext uri="{FF2B5EF4-FFF2-40B4-BE49-F238E27FC236}">
                  <a16:creationId xmlns:a16="http://schemas.microsoft.com/office/drawing/2014/main" id="{1B32AB15-32B7-4F29-83E0-D2767858A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490"/>
              <a:ext cx="497" cy="1887"/>
            </a:xfrm>
            <a:custGeom>
              <a:avLst/>
              <a:gdLst>
                <a:gd name="T0" fmla="*/ 5841 w 145"/>
                <a:gd name="T1" fmla="*/ 24407 h 516"/>
                <a:gd name="T2" fmla="*/ 682 w 145"/>
                <a:gd name="T3" fmla="*/ 12624 h 516"/>
                <a:gd name="T4" fmla="*/ 2454 w 145"/>
                <a:gd name="T5" fmla="*/ 4067 h 516"/>
                <a:gd name="T6" fmla="*/ 5841 w 145"/>
                <a:gd name="T7" fmla="*/ 830 h 516"/>
                <a:gd name="T8" fmla="*/ 5758 w 145"/>
                <a:gd name="T9" fmla="*/ 0 h 516"/>
                <a:gd name="T10" fmla="*/ 0 w 145"/>
                <a:gd name="T11" fmla="*/ 12624 h 516"/>
                <a:gd name="T12" fmla="*/ 5758 w 145"/>
                <a:gd name="T13" fmla="*/ 25237 h 516"/>
                <a:gd name="T14" fmla="*/ 5841 w 145"/>
                <a:gd name="T15" fmla="*/ 24407 h 5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16">
                  <a:moveTo>
                    <a:pt x="145" y="499"/>
                  </a:moveTo>
                  <a:cubicBezTo>
                    <a:pt x="74" y="487"/>
                    <a:pt x="17" y="383"/>
                    <a:pt x="17" y="258"/>
                  </a:cubicBezTo>
                  <a:cubicBezTo>
                    <a:pt x="17" y="191"/>
                    <a:pt x="33" y="129"/>
                    <a:pt x="61" y="83"/>
                  </a:cubicBezTo>
                  <a:cubicBezTo>
                    <a:pt x="87" y="41"/>
                    <a:pt x="123" y="21"/>
                    <a:pt x="145" y="17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62" y="14"/>
                    <a:pt x="0" y="123"/>
                    <a:pt x="0" y="258"/>
                  </a:cubicBezTo>
                  <a:cubicBezTo>
                    <a:pt x="0" y="393"/>
                    <a:pt x="62" y="503"/>
                    <a:pt x="143" y="516"/>
                  </a:cubicBezTo>
                  <a:lnTo>
                    <a:pt x="145" y="499"/>
                  </a:lnTo>
                  <a:close/>
                </a:path>
              </a:pathLst>
            </a:custGeom>
            <a:solidFill>
              <a:srgbClr val="F8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Freeform 18">
              <a:extLst>
                <a:ext uri="{FF2B5EF4-FFF2-40B4-BE49-F238E27FC236}">
                  <a16:creationId xmlns:a16="http://schemas.microsoft.com/office/drawing/2014/main" id="{F5F51BC7-6562-414F-A716-C340D7A8B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402"/>
              <a:ext cx="4379" cy="362"/>
            </a:xfrm>
            <a:custGeom>
              <a:avLst/>
              <a:gdLst>
                <a:gd name="T0" fmla="*/ 51211 w 1277"/>
                <a:gd name="T1" fmla="*/ 2004 h 99"/>
                <a:gd name="T2" fmla="*/ 42381 w 1277"/>
                <a:gd name="T3" fmla="*/ 1565 h 99"/>
                <a:gd name="T4" fmla="*/ 26775 w 1277"/>
                <a:gd name="T5" fmla="*/ 0 h 99"/>
                <a:gd name="T6" fmla="*/ 7736 w 1277"/>
                <a:gd name="T7" fmla="*/ 1616 h 99"/>
                <a:gd name="T8" fmla="*/ 0 w 1277"/>
                <a:gd name="T9" fmla="*/ 2004 h 99"/>
                <a:gd name="T10" fmla="*/ 247 w 1277"/>
                <a:gd name="T11" fmla="*/ 4494 h 99"/>
                <a:gd name="T12" fmla="*/ 247 w 1277"/>
                <a:gd name="T13" fmla="*/ 4494 h 99"/>
                <a:gd name="T14" fmla="*/ 199 w 1277"/>
                <a:gd name="T15" fmla="*/ 4494 h 99"/>
                <a:gd name="T16" fmla="*/ 8185 w 1277"/>
                <a:gd name="T17" fmla="*/ 4494 h 99"/>
                <a:gd name="T18" fmla="*/ 15321 w 1277"/>
                <a:gd name="T19" fmla="*/ 3423 h 99"/>
                <a:gd name="T20" fmla="*/ 20084 w 1277"/>
                <a:gd name="T21" fmla="*/ 3035 h 99"/>
                <a:gd name="T22" fmla="*/ 24998 w 1277"/>
                <a:gd name="T23" fmla="*/ 3130 h 99"/>
                <a:gd name="T24" fmla="*/ 30163 w 1277"/>
                <a:gd name="T25" fmla="*/ 3130 h 99"/>
                <a:gd name="T26" fmla="*/ 33547 w 1277"/>
                <a:gd name="T27" fmla="*/ 3719 h 99"/>
                <a:gd name="T28" fmla="*/ 37666 w 1277"/>
                <a:gd name="T29" fmla="*/ 4011 h 99"/>
                <a:gd name="T30" fmla="*/ 43389 w 1277"/>
                <a:gd name="T31" fmla="*/ 4841 h 99"/>
                <a:gd name="T32" fmla="*/ 51492 w 1277"/>
                <a:gd name="T33" fmla="*/ 4841 h 99"/>
                <a:gd name="T34" fmla="*/ 51211 w 1277"/>
                <a:gd name="T35" fmla="*/ 2004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77" h="99">
                  <a:moveTo>
                    <a:pt x="1270" y="41"/>
                  </a:moveTo>
                  <a:cubicBezTo>
                    <a:pt x="1242" y="41"/>
                    <a:pt x="1149" y="39"/>
                    <a:pt x="1051" y="32"/>
                  </a:cubicBezTo>
                  <a:cubicBezTo>
                    <a:pt x="911" y="20"/>
                    <a:pt x="731" y="0"/>
                    <a:pt x="664" y="0"/>
                  </a:cubicBezTo>
                  <a:cubicBezTo>
                    <a:pt x="586" y="0"/>
                    <a:pt x="370" y="21"/>
                    <a:pt x="192" y="33"/>
                  </a:cubicBezTo>
                  <a:cubicBezTo>
                    <a:pt x="100" y="39"/>
                    <a:pt x="20" y="41"/>
                    <a:pt x="0" y="41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6" y="92"/>
                    <a:pt x="5" y="92"/>
                    <a:pt x="5" y="92"/>
                  </a:cubicBezTo>
                  <a:cubicBezTo>
                    <a:pt x="203" y="92"/>
                    <a:pt x="203" y="92"/>
                    <a:pt x="203" y="92"/>
                  </a:cubicBezTo>
                  <a:cubicBezTo>
                    <a:pt x="268" y="91"/>
                    <a:pt x="336" y="75"/>
                    <a:pt x="380" y="70"/>
                  </a:cubicBezTo>
                  <a:cubicBezTo>
                    <a:pt x="423" y="65"/>
                    <a:pt x="448" y="63"/>
                    <a:pt x="498" y="62"/>
                  </a:cubicBezTo>
                  <a:cubicBezTo>
                    <a:pt x="547" y="60"/>
                    <a:pt x="584" y="62"/>
                    <a:pt x="620" y="64"/>
                  </a:cubicBezTo>
                  <a:cubicBezTo>
                    <a:pt x="655" y="67"/>
                    <a:pt x="718" y="62"/>
                    <a:pt x="748" y="64"/>
                  </a:cubicBezTo>
                  <a:cubicBezTo>
                    <a:pt x="777" y="66"/>
                    <a:pt x="799" y="72"/>
                    <a:pt x="832" y="76"/>
                  </a:cubicBezTo>
                  <a:cubicBezTo>
                    <a:pt x="864" y="80"/>
                    <a:pt x="896" y="82"/>
                    <a:pt x="934" y="82"/>
                  </a:cubicBezTo>
                  <a:cubicBezTo>
                    <a:pt x="971" y="82"/>
                    <a:pt x="1003" y="99"/>
                    <a:pt x="1076" y="99"/>
                  </a:cubicBezTo>
                  <a:cubicBezTo>
                    <a:pt x="1182" y="99"/>
                    <a:pt x="1265" y="99"/>
                    <a:pt x="1277" y="99"/>
                  </a:cubicBezTo>
                  <a:lnTo>
                    <a:pt x="1270" y="41"/>
                  </a:ln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Freeform 19">
              <a:extLst>
                <a:ext uri="{FF2B5EF4-FFF2-40B4-BE49-F238E27FC236}">
                  <a16:creationId xmlns:a16="http://schemas.microsoft.com/office/drawing/2014/main" id="{DC2DA591-8714-4A1D-8E71-A8CBB244F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739"/>
              <a:ext cx="319" cy="1393"/>
            </a:xfrm>
            <a:custGeom>
              <a:avLst/>
              <a:gdLst>
                <a:gd name="T0" fmla="*/ 3670 w 93"/>
                <a:gd name="T1" fmla="*/ 18621 h 381"/>
                <a:gd name="T2" fmla="*/ 3670 w 93"/>
                <a:gd name="T3" fmla="*/ 18621 h 381"/>
                <a:gd name="T4" fmla="*/ 3753 w 93"/>
                <a:gd name="T5" fmla="*/ 18087 h 381"/>
                <a:gd name="T6" fmla="*/ 401 w 93"/>
                <a:gd name="T7" fmla="*/ 9290 h 381"/>
                <a:gd name="T8" fmla="*/ 3753 w 93"/>
                <a:gd name="T9" fmla="*/ 494 h 381"/>
                <a:gd name="T10" fmla="*/ 3670 w 93"/>
                <a:gd name="T11" fmla="*/ 0 h 381"/>
                <a:gd name="T12" fmla="*/ 3670 w 93"/>
                <a:gd name="T13" fmla="*/ 0 h 381"/>
                <a:gd name="T14" fmla="*/ 3670 w 93"/>
                <a:gd name="T15" fmla="*/ 0 h 381"/>
                <a:gd name="T16" fmla="*/ 0 w 93"/>
                <a:gd name="T17" fmla="*/ 9290 h 381"/>
                <a:gd name="T18" fmla="*/ 3670 w 93"/>
                <a:gd name="T19" fmla="*/ 18621 h 381"/>
                <a:gd name="T20" fmla="*/ 3670 w 93"/>
                <a:gd name="T21" fmla="*/ 18621 h 3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381">
                  <a:moveTo>
                    <a:pt x="91" y="381"/>
                  </a:moveTo>
                  <a:cubicBezTo>
                    <a:pt x="91" y="381"/>
                    <a:pt x="91" y="381"/>
                    <a:pt x="91" y="381"/>
                  </a:cubicBezTo>
                  <a:cubicBezTo>
                    <a:pt x="93" y="370"/>
                    <a:pt x="93" y="370"/>
                    <a:pt x="93" y="370"/>
                  </a:cubicBezTo>
                  <a:cubicBezTo>
                    <a:pt x="52" y="362"/>
                    <a:pt x="10" y="292"/>
                    <a:pt x="10" y="190"/>
                  </a:cubicBezTo>
                  <a:cubicBezTo>
                    <a:pt x="10" y="86"/>
                    <a:pt x="52" y="14"/>
                    <a:pt x="93" y="1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47" y="5"/>
                    <a:pt x="0" y="78"/>
                    <a:pt x="0" y="190"/>
                  </a:cubicBezTo>
                  <a:cubicBezTo>
                    <a:pt x="0" y="299"/>
                    <a:pt x="46" y="372"/>
                    <a:pt x="91" y="381"/>
                  </a:cubicBezTo>
                  <a:cubicBezTo>
                    <a:pt x="91" y="381"/>
                    <a:pt x="91" y="381"/>
                    <a:pt x="91" y="381"/>
                  </a:cubicBezTo>
                  <a:close/>
                </a:path>
              </a:pathLst>
            </a:custGeom>
            <a:solidFill>
              <a:srgbClr val="FFF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Freeform 20">
              <a:extLst>
                <a:ext uri="{FF2B5EF4-FFF2-40B4-BE49-F238E27FC236}">
                  <a16:creationId xmlns:a16="http://schemas.microsoft.com/office/drawing/2014/main" id="{06602BA5-951F-4259-9D45-3A8E7FDDE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775"/>
              <a:ext cx="288" cy="1317"/>
            </a:xfrm>
            <a:custGeom>
              <a:avLst/>
              <a:gdLst>
                <a:gd name="T0" fmla="*/ 3384 w 84"/>
                <a:gd name="T1" fmla="*/ 17132 h 360"/>
                <a:gd name="T2" fmla="*/ 401 w 84"/>
                <a:gd name="T3" fmla="*/ 8820 h 360"/>
                <a:gd name="T4" fmla="*/ 3384 w 84"/>
                <a:gd name="T5" fmla="*/ 494 h 360"/>
                <a:gd name="T6" fmla="*/ 3350 w 84"/>
                <a:gd name="T7" fmla="*/ 0 h 360"/>
                <a:gd name="T8" fmla="*/ 0 w 84"/>
                <a:gd name="T9" fmla="*/ 8820 h 360"/>
                <a:gd name="T10" fmla="*/ 3350 w 84"/>
                <a:gd name="T11" fmla="*/ 17626 h 360"/>
                <a:gd name="T12" fmla="*/ 3384 w 84"/>
                <a:gd name="T13" fmla="*/ 17132 h 3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360">
                  <a:moveTo>
                    <a:pt x="84" y="350"/>
                  </a:moveTo>
                  <a:cubicBezTo>
                    <a:pt x="52" y="344"/>
                    <a:pt x="10" y="281"/>
                    <a:pt x="10" y="180"/>
                  </a:cubicBezTo>
                  <a:cubicBezTo>
                    <a:pt x="10" y="79"/>
                    <a:pt x="52" y="15"/>
                    <a:pt x="84" y="1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42" y="4"/>
                    <a:pt x="0" y="76"/>
                    <a:pt x="0" y="180"/>
                  </a:cubicBezTo>
                  <a:cubicBezTo>
                    <a:pt x="0" y="282"/>
                    <a:pt x="42" y="352"/>
                    <a:pt x="83" y="360"/>
                  </a:cubicBezTo>
                  <a:lnTo>
                    <a:pt x="84" y="350"/>
                  </a:lnTo>
                  <a:close/>
                </a:path>
              </a:pathLst>
            </a:custGeom>
            <a:solidFill>
              <a:srgbClr val="D48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21">
              <a:extLst>
                <a:ext uri="{FF2B5EF4-FFF2-40B4-BE49-F238E27FC236}">
                  <a16:creationId xmlns:a16="http://schemas.microsoft.com/office/drawing/2014/main" id="{4B93C75D-C80E-466C-8F08-3D9F7E0D5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621"/>
              <a:ext cx="4364" cy="1142"/>
            </a:xfrm>
            <a:custGeom>
              <a:avLst/>
              <a:gdLst>
                <a:gd name="T0" fmla="*/ 51202 w 1273"/>
                <a:gd name="T1" fmla="*/ 1914 h 312"/>
                <a:gd name="T2" fmla="*/ 43105 w 1273"/>
                <a:gd name="T3" fmla="*/ 1914 h 312"/>
                <a:gd name="T4" fmla="*/ 37384 w 1273"/>
                <a:gd name="T5" fmla="*/ 1083 h 312"/>
                <a:gd name="T6" fmla="*/ 33280 w 1273"/>
                <a:gd name="T7" fmla="*/ 791 h 312"/>
                <a:gd name="T8" fmla="*/ 29897 w 1273"/>
                <a:gd name="T9" fmla="*/ 201 h 312"/>
                <a:gd name="T10" fmla="*/ 24737 w 1273"/>
                <a:gd name="T11" fmla="*/ 201 h 312"/>
                <a:gd name="T12" fmla="*/ 19825 w 1273"/>
                <a:gd name="T13" fmla="*/ 95 h 312"/>
                <a:gd name="T14" fmla="*/ 15067 w 1273"/>
                <a:gd name="T15" fmla="*/ 494 h 312"/>
                <a:gd name="T16" fmla="*/ 7933 w 1273"/>
                <a:gd name="T17" fmla="*/ 1567 h 312"/>
                <a:gd name="T18" fmla="*/ 0 w 1273"/>
                <a:gd name="T19" fmla="*/ 1567 h 312"/>
                <a:gd name="T20" fmla="*/ 0 w 1273"/>
                <a:gd name="T21" fmla="*/ 1567 h 312"/>
                <a:gd name="T22" fmla="*/ 82 w 1273"/>
                <a:gd name="T23" fmla="*/ 2064 h 312"/>
                <a:gd name="T24" fmla="*/ 82 w 1273"/>
                <a:gd name="T25" fmla="*/ 2105 h 312"/>
                <a:gd name="T26" fmla="*/ 4114 w 1273"/>
                <a:gd name="T27" fmla="*/ 2105 h 312"/>
                <a:gd name="T28" fmla="*/ 9990 w 1273"/>
                <a:gd name="T29" fmla="*/ 4019 h 312"/>
                <a:gd name="T30" fmla="*/ 13702 w 1273"/>
                <a:gd name="T31" fmla="*/ 10154 h 312"/>
                <a:gd name="T32" fmla="*/ 15958 w 1273"/>
                <a:gd name="T33" fmla="*/ 12796 h 312"/>
                <a:gd name="T34" fmla="*/ 19660 w 1273"/>
                <a:gd name="T35" fmla="*/ 13935 h 312"/>
                <a:gd name="T36" fmla="*/ 23130 w 1273"/>
                <a:gd name="T37" fmla="*/ 15153 h 312"/>
                <a:gd name="T38" fmla="*/ 26102 w 1273"/>
                <a:gd name="T39" fmla="*/ 15245 h 312"/>
                <a:gd name="T40" fmla="*/ 29050 w 1273"/>
                <a:gd name="T41" fmla="*/ 14363 h 312"/>
                <a:gd name="T42" fmla="*/ 31988 w 1273"/>
                <a:gd name="T43" fmla="*/ 7353 h 312"/>
                <a:gd name="T44" fmla="*/ 35889 w 1273"/>
                <a:gd name="T45" fmla="*/ 4663 h 312"/>
                <a:gd name="T46" fmla="*/ 42790 w 1273"/>
                <a:gd name="T47" fmla="*/ 2452 h 312"/>
                <a:gd name="T48" fmla="*/ 51285 w 1273"/>
                <a:gd name="T49" fmla="*/ 2452 h 312"/>
                <a:gd name="T50" fmla="*/ 51202 w 1273"/>
                <a:gd name="T51" fmla="*/ 1914 h 31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73" h="312">
                  <a:moveTo>
                    <a:pt x="1271" y="39"/>
                  </a:moveTo>
                  <a:cubicBezTo>
                    <a:pt x="1259" y="39"/>
                    <a:pt x="1176" y="39"/>
                    <a:pt x="1070" y="39"/>
                  </a:cubicBezTo>
                  <a:cubicBezTo>
                    <a:pt x="997" y="39"/>
                    <a:pt x="965" y="22"/>
                    <a:pt x="928" y="22"/>
                  </a:cubicBezTo>
                  <a:cubicBezTo>
                    <a:pt x="890" y="22"/>
                    <a:pt x="858" y="20"/>
                    <a:pt x="826" y="16"/>
                  </a:cubicBezTo>
                  <a:cubicBezTo>
                    <a:pt x="793" y="12"/>
                    <a:pt x="771" y="6"/>
                    <a:pt x="742" y="4"/>
                  </a:cubicBezTo>
                  <a:cubicBezTo>
                    <a:pt x="712" y="2"/>
                    <a:pt x="649" y="7"/>
                    <a:pt x="614" y="4"/>
                  </a:cubicBezTo>
                  <a:cubicBezTo>
                    <a:pt x="578" y="2"/>
                    <a:pt x="541" y="0"/>
                    <a:pt x="492" y="2"/>
                  </a:cubicBezTo>
                  <a:cubicBezTo>
                    <a:pt x="442" y="3"/>
                    <a:pt x="417" y="5"/>
                    <a:pt x="374" y="10"/>
                  </a:cubicBezTo>
                  <a:cubicBezTo>
                    <a:pt x="330" y="15"/>
                    <a:pt x="262" y="31"/>
                    <a:pt x="197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02" y="43"/>
                    <a:pt x="102" y="43"/>
                    <a:pt x="102" y="43"/>
                  </a:cubicBezTo>
                  <a:cubicBezTo>
                    <a:pt x="161" y="43"/>
                    <a:pt x="207" y="42"/>
                    <a:pt x="248" y="82"/>
                  </a:cubicBezTo>
                  <a:cubicBezTo>
                    <a:pt x="261" y="94"/>
                    <a:pt x="332" y="145"/>
                    <a:pt x="340" y="207"/>
                  </a:cubicBezTo>
                  <a:cubicBezTo>
                    <a:pt x="343" y="227"/>
                    <a:pt x="370" y="248"/>
                    <a:pt x="396" y="261"/>
                  </a:cubicBezTo>
                  <a:cubicBezTo>
                    <a:pt x="423" y="275"/>
                    <a:pt x="479" y="278"/>
                    <a:pt x="488" y="284"/>
                  </a:cubicBezTo>
                  <a:cubicBezTo>
                    <a:pt x="496" y="291"/>
                    <a:pt x="546" y="308"/>
                    <a:pt x="574" y="309"/>
                  </a:cubicBezTo>
                  <a:cubicBezTo>
                    <a:pt x="593" y="310"/>
                    <a:pt x="626" y="309"/>
                    <a:pt x="648" y="311"/>
                  </a:cubicBezTo>
                  <a:cubicBezTo>
                    <a:pt x="658" y="312"/>
                    <a:pt x="688" y="304"/>
                    <a:pt x="721" y="293"/>
                  </a:cubicBezTo>
                  <a:cubicBezTo>
                    <a:pt x="754" y="281"/>
                    <a:pt x="735" y="199"/>
                    <a:pt x="794" y="150"/>
                  </a:cubicBezTo>
                  <a:cubicBezTo>
                    <a:pt x="813" y="134"/>
                    <a:pt x="870" y="112"/>
                    <a:pt x="891" y="95"/>
                  </a:cubicBezTo>
                  <a:cubicBezTo>
                    <a:pt x="912" y="78"/>
                    <a:pt x="1000" y="50"/>
                    <a:pt x="1062" y="50"/>
                  </a:cubicBezTo>
                  <a:cubicBezTo>
                    <a:pt x="1273" y="50"/>
                    <a:pt x="1273" y="50"/>
                    <a:pt x="1273" y="50"/>
                  </a:cubicBezTo>
                  <a:lnTo>
                    <a:pt x="1271" y="39"/>
                  </a:ln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22">
              <a:extLst>
                <a:ext uri="{FF2B5EF4-FFF2-40B4-BE49-F238E27FC236}">
                  <a16:creationId xmlns:a16="http://schemas.microsoft.com/office/drawing/2014/main" id="{1ABF7E9C-B7B0-4DBA-B22E-04A08E6C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344"/>
              <a:ext cx="4362" cy="208"/>
            </a:xfrm>
            <a:custGeom>
              <a:avLst/>
              <a:gdLst>
                <a:gd name="T0" fmla="*/ 51212 w 1272"/>
                <a:gd name="T1" fmla="*/ 1890 h 57"/>
                <a:gd name="T2" fmla="*/ 44042 w 1272"/>
                <a:gd name="T3" fmla="*/ 1649 h 57"/>
                <a:gd name="T4" fmla="*/ 26577 w 1272"/>
                <a:gd name="T5" fmla="*/ 0 h 57"/>
                <a:gd name="T6" fmla="*/ 11406 w 1272"/>
                <a:gd name="T7" fmla="*/ 1212 h 57"/>
                <a:gd name="T8" fmla="*/ 3587 w 1272"/>
                <a:gd name="T9" fmla="*/ 1850 h 57"/>
                <a:gd name="T10" fmla="*/ 0 w 1272"/>
                <a:gd name="T11" fmla="*/ 1945 h 57"/>
                <a:gd name="T12" fmla="*/ 82 w 1272"/>
                <a:gd name="T13" fmla="*/ 2770 h 57"/>
                <a:gd name="T14" fmla="*/ 82 w 1272"/>
                <a:gd name="T15" fmla="*/ 2770 h 57"/>
                <a:gd name="T16" fmla="*/ 7819 w 1272"/>
                <a:gd name="T17" fmla="*/ 2383 h 57"/>
                <a:gd name="T18" fmla="*/ 26858 w 1272"/>
                <a:gd name="T19" fmla="*/ 774 h 57"/>
                <a:gd name="T20" fmla="*/ 42464 w 1272"/>
                <a:gd name="T21" fmla="*/ 2332 h 57"/>
                <a:gd name="T22" fmla="*/ 51295 w 1272"/>
                <a:gd name="T23" fmla="*/ 2770 h 57"/>
                <a:gd name="T24" fmla="*/ 51212 w 1272"/>
                <a:gd name="T25" fmla="*/ 1890 h 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2" h="57">
                  <a:moveTo>
                    <a:pt x="1270" y="39"/>
                  </a:moveTo>
                  <a:cubicBezTo>
                    <a:pt x="1245" y="39"/>
                    <a:pt x="1181" y="37"/>
                    <a:pt x="1092" y="34"/>
                  </a:cubicBezTo>
                  <a:cubicBezTo>
                    <a:pt x="979" y="30"/>
                    <a:pt x="826" y="0"/>
                    <a:pt x="659" y="0"/>
                  </a:cubicBezTo>
                  <a:cubicBezTo>
                    <a:pt x="519" y="0"/>
                    <a:pt x="396" y="19"/>
                    <a:pt x="283" y="25"/>
                  </a:cubicBezTo>
                  <a:cubicBezTo>
                    <a:pt x="199" y="29"/>
                    <a:pt x="141" y="35"/>
                    <a:pt x="89" y="38"/>
                  </a:cubicBezTo>
                  <a:cubicBezTo>
                    <a:pt x="42" y="40"/>
                    <a:pt x="0" y="40"/>
                    <a:pt x="0" y="40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1" y="57"/>
                    <a:pt x="102" y="55"/>
                    <a:pt x="194" y="49"/>
                  </a:cubicBezTo>
                  <a:cubicBezTo>
                    <a:pt x="372" y="37"/>
                    <a:pt x="588" y="16"/>
                    <a:pt x="666" y="16"/>
                  </a:cubicBezTo>
                  <a:cubicBezTo>
                    <a:pt x="733" y="16"/>
                    <a:pt x="913" y="36"/>
                    <a:pt x="1053" y="48"/>
                  </a:cubicBezTo>
                  <a:cubicBezTo>
                    <a:pt x="1151" y="55"/>
                    <a:pt x="1244" y="57"/>
                    <a:pt x="1272" y="57"/>
                  </a:cubicBezTo>
                  <a:lnTo>
                    <a:pt x="1270" y="39"/>
                  </a:lnTo>
                  <a:close/>
                </a:path>
              </a:pathLst>
            </a:cu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23">
              <a:extLst>
                <a:ext uri="{FF2B5EF4-FFF2-40B4-BE49-F238E27FC236}">
                  <a16:creationId xmlns:a16="http://schemas.microsoft.com/office/drawing/2014/main" id="{C5D1EF24-C05B-44D1-9BFC-CA03D8561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902"/>
              <a:ext cx="1430" cy="25"/>
            </a:xfrm>
            <a:custGeom>
              <a:avLst/>
              <a:gdLst>
                <a:gd name="T0" fmla="*/ 0 w 417"/>
                <a:gd name="T1" fmla="*/ 318 h 7"/>
                <a:gd name="T2" fmla="*/ 8868 w 417"/>
                <a:gd name="T3" fmla="*/ 50 h 7"/>
                <a:gd name="T4" fmla="*/ 16817 w 417"/>
                <a:gd name="T5" fmla="*/ 229 h 7"/>
                <a:gd name="T6" fmla="*/ 0 w 417"/>
                <a:gd name="T7" fmla="*/ 3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7" h="7">
                  <a:moveTo>
                    <a:pt x="0" y="7"/>
                  </a:moveTo>
                  <a:cubicBezTo>
                    <a:pt x="83" y="2"/>
                    <a:pt x="111" y="1"/>
                    <a:pt x="220" y="1"/>
                  </a:cubicBezTo>
                  <a:cubicBezTo>
                    <a:pt x="329" y="1"/>
                    <a:pt x="326" y="0"/>
                    <a:pt x="417" y="5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89D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Freeform 24">
              <a:extLst>
                <a:ext uri="{FF2B5EF4-FFF2-40B4-BE49-F238E27FC236}">
                  <a16:creationId xmlns:a16="http://schemas.microsoft.com/office/drawing/2014/main" id="{B1E4FEC4-0851-4E8A-8511-B0D1EB845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812"/>
              <a:ext cx="960" cy="157"/>
            </a:xfrm>
            <a:custGeom>
              <a:avLst/>
              <a:gdLst>
                <a:gd name="T0" fmla="*/ 5277 w 280"/>
                <a:gd name="T1" fmla="*/ 1946 h 43"/>
                <a:gd name="T2" fmla="*/ 9593 w 280"/>
                <a:gd name="T3" fmla="*/ 1946 h 43"/>
                <a:gd name="T4" fmla="*/ 9555 w 280"/>
                <a:gd name="T5" fmla="*/ 1946 h 43"/>
                <a:gd name="T6" fmla="*/ 7581 w 280"/>
                <a:gd name="T7" fmla="*/ 1654 h 43"/>
                <a:gd name="T8" fmla="*/ 4313 w 280"/>
                <a:gd name="T9" fmla="*/ 1413 h 43"/>
                <a:gd name="T10" fmla="*/ 2009 w 280"/>
                <a:gd name="T11" fmla="*/ 1066 h 43"/>
                <a:gd name="T12" fmla="*/ 2541 w 280"/>
                <a:gd name="T13" fmla="*/ 774 h 43"/>
                <a:gd name="T14" fmla="*/ 6288 w 280"/>
                <a:gd name="T15" fmla="*/ 825 h 43"/>
                <a:gd name="T16" fmla="*/ 8383 w 280"/>
                <a:gd name="T17" fmla="*/ 975 h 43"/>
                <a:gd name="T18" fmla="*/ 9840 w 280"/>
                <a:gd name="T19" fmla="*/ 1212 h 43"/>
                <a:gd name="T20" fmla="*/ 10968 w 280"/>
                <a:gd name="T21" fmla="*/ 2041 h 43"/>
                <a:gd name="T22" fmla="*/ 11283 w 280"/>
                <a:gd name="T23" fmla="*/ 2092 h 43"/>
                <a:gd name="T24" fmla="*/ 9473 w 280"/>
                <a:gd name="T25" fmla="*/ 588 h 43"/>
                <a:gd name="T26" fmla="*/ 6737 w 280"/>
                <a:gd name="T27" fmla="*/ 201 h 43"/>
                <a:gd name="T28" fmla="*/ 1858 w 280"/>
                <a:gd name="T29" fmla="*/ 0 h 43"/>
                <a:gd name="T30" fmla="*/ 1728 w 280"/>
                <a:gd name="T31" fmla="*/ 55 h 43"/>
                <a:gd name="T32" fmla="*/ 0 w 280"/>
                <a:gd name="T33" fmla="*/ 2041 h 43"/>
                <a:gd name="T34" fmla="*/ 5277 w 280"/>
                <a:gd name="T35" fmla="*/ 1946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0" h="43">
                  <a:moveTo>
                    <a:pt x="131" y="40"/>
                  </a:moveTo>
                  <a:cubicBezTo>
                    <a:pt x="169" y="41"/>
                    <a:pt x="208" y="40"/>
                    <a:pt x="238" y="40"/>
                  </a:cubicBezTo>
                  <a:cubicBezTo>
                    <a:pt x="238" y="40"/>
                    <a:pt x="238" y="40"/>
                    <a:pt x="237" y="40"/>
                  </a:cubicBezTo>
                  <a:cubicBezTo>
                    <a:pt x="221" y="36"/>
                    <a:pt x="205" y="35"/>
                    <a:pt x="188" y="34"/>
                  </a:cubicBezTo>
                  <a:cubicBezTo>
                    <a:pt x="159" y="33"/>
                    <a:pt x="136" y="29"/>
                    <a:pt x="107" y="29"/>
                  </a:cubicBezTo>
                  <a:cubicBezTo>
                    <a:pt x="95" y="29"/>
                    <a:pt x="61" y="30"/>
                    <a:pt x="50" y="22"/>
                  </a:cubicBezTo>
                  <a:cubicBezTo>
                    <a:pt x="41" y="16"/>
                    <a:pt x="57" y="16"/>
                    <a:pt x="63" y="16"/>
                  </a:cubicBezTo>
                  <a:cubicBezTo>
                    <a:pt x="94" y="16"/>
                    <a:pt x="125" y="16"/>
                    <a:pt x="156" y="17"/>
                  </a:cubicBezTo>
                  <a:cubicBezTo>
                    <a:pt x="173" y="17"/>
                    <a:pt x="191" y="19"/>
                    <a:pt x="208" y="20"/>
                  </a:cubicBezTo>
                  <a:cubicBezTo>
                    <a:pt x="220" y="21"/>
                    <a:pt x="232" y="21"/>
                    <a:pt x="244" y="25"/>
                  </a:cubicBezTo>
                  <a:cubicBezTo>
                    <a:pt x="253" y="29"/>
                    <a:pt x="263" y="35"/>
                    <a:pt x="272" y="42"/>
                  </a:cubicBezTo>
                  <a:cubicBezTo>
                    <a:pt x="275" y="42"/>
                    <a:pt x="278" y="43"/>
                    <a:pt x="280" y="43"/>
                  </a:cubicBezTo>
                  <a:cubicBezTo>
                    <a:pt x="271" y="28"/>
                    <a:pt x="252" y="16"/>
                    <a:pt x="235" y="12"/>
                  </a:cubicBezTo>
                  <a:cubicBezTo>
                    <a:pt x="213" y="6"/>
                    <a:pt x="190" y="5"/>
                    <a:pt x="167" y="4"/>
                  </a:cubicBezTo>
                  <a:cubicBezTo>
                    <a:pt x="124" y="3"/>
                    <a:pt x="72" y="1"/>
                    <a:pt x="46" y="0"/>
                  </a:cubicBezTo>
                  <a:cubicBezTo>
                    <a:pt x="45" y="1"/>
                    <a:pt x="44" y="1"/>
                    <a:pt x="43" y="1"/>
                  </a:cubicBezTo>
                  <a:cubicBezTo>
                    <a:pt x="26" y="7"/>
                    <a:pt x="9" y="27"/>
                    <a:pt x="0" y="42"/>
                  </a:cubicBezTo>
                  <a:cubicBezTo>
                    <a:pt x="12" y="39"/>
                    <a:pt x="73" y="37"/>
                    <a:pt x="131" y="40"/>
                  </a:cubicBezTo>
                  <a:close/>
                </a:path>
              </a:pathLst>
            </a:custGeom>
            <a:solidFill>
              <a:srgbClr val="A22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25">
              <a:extLst>
                <a:ext uri="{FF2B5EF4-FFF2-40B4-BE49-F238E27FC236}">
                  <a16:creationId xmlns:a16="http://schemas.microsoft.com/office/drawing/2014/main" id="{61B065B3-0EF8-4BEA-9BFC-33A581956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30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22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7" name="Freeform 26">
              <a:extLst>
                <a:ext uri="{FF2B5EF4-FFF2-40B4-BE49-F238E27FC236}">
                  <a16:creationId xmlns:a16="http://schemas.microsoft.com/office/drawing/2014/main" id="{7DB98B44-85CD-4509-B642-4FA86EDAC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863"/>
              <a:ext cx="391" cy="95"/>
            </a:xfrm>
            <a:custGeom>
              <a:avLst/>
              <a:gdLst>
                <a:gd name="T0" fmla="*/ 0 w 114"/>
                <a:gd name="T1" fmla="*/ 1027 h 26"/>
                <a:gd name="T2" fmla="*/ 2871 w 114"/>
                <a:gd name="T3" fmla="*/ 442 h 26"/>
                <a:gd name="T4" fmla="*/ 3787 w 114"/>
                <a:gd name="T5" fmla="*/ 347 h 26"/>
                <a:gd name="T6" fmla="*/ 4599 w 114"/>
                <a:gd name="T7" fmla="*/ 1268 h 26"/>
                <a:gd name="T8" fmla="*/ 1530 w 114"/>
                <a:gd name="T9" fmla="*/ 121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26">
                  <a:moveTo>
                    <a:pt x="0" y="21"/>
                  </a:moveTo>
                  <a:cubicBezTo>
                    <a:pt x="22" y="19"/>
                    <a:pt x="50" y="18"/>
                    <a:pt x="71" y="9"/>
                  </a:cubicBezTo>
                  <a:cubicBezTo>
                    <a:pt x="81" y="4"/>
                    <a:pt x="83" y="0"/>
                    <a:pt x="94" y="7"/>
                  </a:cubicBezTo>
                  <a:cubicBezTo>
                    <a:pt x="101" y="11"/>
                    <a:pt x="113" y="18"/>
                    <a:pt x="114" y="26"/>
                  </a:cubicBezTo>
                  <a:cubicBezTo>
                    <a:pt x="89" y="22"/>
                    <a:pt x="64" y="21"/>
                    <a:pt x="38" y="25"/>
                  </a:cubicBezTo>
                </a:path>
              </a:pathLst>
            </a:custGeom>
            <a:solidFill>
              <a:srgbClr val="A22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8" name="Freeform 27">
              <a:extLst>
                <a:ext uri="{FF2B5EF4-FFF2-40B4-BE49-F238E27FC236}">
                  <a16:creationId xmlns:a16="http://schemas.microsoft.com/office/drawing/2014/main" id="{35F9E99B-F839-46AF-A54E-6E6CFC2F9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867"/>
              <a:ext cx="120" cy="58"/>
            </a:xfrm>
            <a:custGeom>
              <a:avLst/>
              <a:gdLst>
                <a:gd name="T0" fmla="*/ 0 w 35"/>
                <a:gd name="T1" fmla="*/ 0 h 16"/>
                <a:gd name="T2" fmla="*/ 401 w 35"/>
                <a:gd name="T3" fmla="*/ 761 h 16"/>
                <a:gd name="T4" fmla="*/ 1409 w 35"/>
                <a:gd name="T5" fmla="*/ 475 h 16"/>
                <a:gd name="T6" fmla="*/ 1327 w 35"/>
                <a:gd name="T7" fmla="*/ 38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10" y="1"/>
                    <a:pt x="12" y="8"/>
                    <a:pt x="10" y="16"/>
                  </a:cubicBezTo>
                  <a:cubicBezTo>
                    <a:pt x="18" y="13"/>
                    <a:pt x="28" y="14"/>
                    <a:pt x="35" y="10"/>
                  </a:cubicBezTo>
                  <a:cubicBezTo>
                    <a:pt x="35" y="9"/>
                    <a:pt x="34" y="8"/>
                    <a:pt x="33" y="8"/>
                  </a:cubicBezTo>
                </a:path>
              </a:pathLst>
            </a:custGeom>
            <a:solidFill>
              <a:srgbClr val="A22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9" name="Freeform 28">
              <a:extLst>
                <a:ext uri="{FF2B5EF4-FFF2-40B4-BE49-F238E27FC236}">
                  <a16:creationId xmlns:a16="http://schemas.microsoft.com/office/drawing/2014/main" id="{C7C46523-5FB1-450E-9E25-0313E3715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695"/>
              <a:ext cx="1299" cy="95"/>
            </a:xfrm>
            <a:custGeom>
              <a:avLst/>
              <a:gdLst>
                <a:gd name="T0" fmla="*/ 0 w 379"/>
                <a:gd name="T1" fmla="*/ 1268 h 26"/>
                <a:gd name="T2" fmla="*/ 4511 w 379"/>
                <a:gd name="T3" fmla="*/ 387 h 26"/>
                <a:gd name="T4" fmla="*/ 8976 w 379"/>
                <a:gd name="T5" fmla="*/ 95 h 26"/>
                <a:gd name="T6" fmla="*/ 12757 w 379"/>
                <a:gd name="T7" fmla="*/ 146 h 26"/>
                <a:gd name="T8" fmla="*/ 15259 w 379"/>
                <a:gd name="T9" fmla="*/ 347 h 26"/>
                <a:gd name="T10" fmla="*/ 11677 w 379"/>
                <a:gd name="T11" fmla="*/ 442 h 26"/>
                <a:gd name="T12" fmla="*/ 8013 w 379"/>
                <a:gd name="T13" fmla="*/ 588 h 26"/>
                <a:gd name="T14" fmla="*/ 4956 w 379"/>
                <a:gd name="T15" fmla="*/ 639 h 26"/>
                <a:gd name="T16" fmla="*/ 0 w 379"/>
                <a:gd name="T17" fmla="*/ 126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9" h="26">
                  <a:moveTo>
                    <a:pt x="0" y="26"/>
                  </a:moveTo>
                  <a:cubicBezTo>
                    <a:pt x="33" y="18"/>
                    <a:pt x="68" y="15"/>
                    <a:pt x="112" y="8"/>
                  </a:cubicBezTo>
                  <a:cubicBezTo>
                    <a:pt x="156" y="1"/>
                    <a:pt x="171" y="1"/>
                    <a:pt x="223" y="2"/>
                  </a:cubicBezTo>
                  <a:cubicBezTo>
                    <a:pt x="275" y="3"/>
                    <a:pt x="287" y="0"/>
                    <a:pt x="317" y="3"/>
                  </a:cubicBezTo>
                  <a:cubicBezTo>
                    <a:pt x="347" y="6"/>
                    <a:pt x="364" y="7"/>
                    <a:pt x="379" y="7"/>
                  </a:cubicBezTo>
                  <a:cubicBezTo>
                    <a:pt x="357" y="8"/>
                    <a:pt x="309" y="6"/>
                    <a:pt x="290" y="9"/>
                  </a:cubicBezTo>
                  <a:cubicBezTo>
                    <a:pt x="271" y="12"/>
                    <a:pt x="223" y="9"/>
                    <a:pt x="199" y="12"/>
                  </a:cubicBezTo>
                  <a:cubicBezTo>
                    <a:pt x="175" y="15"/>
                    <a:pt x="140" y="11"/>
                    <a:pt x="123" y="13"/>
                  </a:cubicBezTo>
                  <a:cubicBezTo>
                    <a:pt x="106" y="15"/>
                    <a:pt x="29" y="19"/>
                    <a:pt x="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Oval 29">
              <a:extLst>
                <a:ext uri="{FF2B5EF4-FFF2-40B4-BE49-F238E27FC236}">
                  <a16:creationId xmlns:a16="http://schemas.microsoft.com/office/drawing/2014/main" id="{11DDD2FF-BB16-41BD-82CD-6F09853BC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" y="1461"/>
              <a:ext cx="34" cy="14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1" name="Oval 30">
              <a:extLst>
                <a:ext uri="{FF2B5EF4-FFF2-40B4-BE49-F238E27FC236}">
                  <a16:creationId xmlns:a16="http://schemas.microsoft.com/office/drawing/2014/main" id="{132A67E9-8A19-4730-AB3F-B8BA490A3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2" y="1504"/>
              <a:ext cx="34" cy="11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2" name="Oval 31">
              <a:extLst>
                <a:ext uri="{FF2B5EF4-FFF2-40B4-BE49-F238E27FC236}">
                  <a16:creationId xmlns:a16="http://schemas.microsoft.com/office/drawing/2014/main" id="{0EFFF5E8-313F-450E-8890-51A6BCBAB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1417"/>
              <a:ext cx="34" cy="11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3" name="Oval 32">
              <a:extLst>
                <a:ext uri="{FF2B5EF4-FFF2-40B4-BE49-F238E27FC236}">
                  <a16:creationId xmlns:a16="http://schemas.microsoft.com/office/drawing/2014/main" id="{E4B44FBC-F6D1-4FC6-A92D-97FAB7CC8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0" y="1424"/>
              <a:ext cx="31" cy="15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4" name="Oval 33">
              <a:extLst>
                <a:ext uri="{FF2B5EF4-FFF2-40B4-BE49-F238E27FC236}">
                  <a16:creationId xmlns:a16="http://schemas.microsoft.com/office/drawing/2014/main" id="{13E18359-929F-41AA-AD01-76D684D85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1358"/>
              <a:ext cx="34" cy="15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5" name="Oval 34">
              <a:extLst>
                <a:ext uri="{FF2B5EF4-FFF2-40B4-BE49-F238E27FC236}">
                  <a16:creationId xmlns:a16="http://schemas.microsoft.com/office/drawing/2014/main" id="{129E0368-652A-48F2-B239-8A5AABEC5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475"/>
              <a:ext cx="31" cy="11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6" name="Oval 35">
              <a:extLst>
                <a:ext uri="{FF2B5EF4-FFF2-40B4-BE49-F238E27FC236}">
                  <a16:creationId xmlns:a16="http://schemas.microsoft.com/office/drawing/2014/main" id="{28442C6E-22F8-4070-BF2E-3D03265F5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512"/>
              <a:ext cx="34" cy="14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7" name="Freeform 36">
              <a:extLst>
                <a:ext uri="{FF2B5EF4-FFF2-40B4-BE49-F238E27FC236}">
                  <a16:creationId xmlns:a16="http://schemas.microsoft.com/office/drawing/2014/main" id="{DAA7DF35-8991-4E78-9F7D-8F5CF3685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964"/>
              <a:ext cx="20" cy="40"/>
            </a:xfrm>
            <a:custGeom>
              <a:avLst/>
              <a:gdLst>
                <a:gd name="T0" fmla="*/ 33 w 6"/>
                <a:gd name="T1" fmla="*/ 55 h 11"/>
                <a:gd name="T2" fmla="*/ 190 w 6"/>
                <a:gd name="T3" fmla="*/ 236 h 11"/>
                <a:gd name="T4" fmla="*/ 190 w 6"/>
                <a:gd name="T5" fmla="*/ 476 h 11"/>
                <a:gd name="T6" fmla="*/ 33 w 6"/>
                <a:gd name="T7" fmla="*/ 291 h 11"/>
                <a:gd name="T8" fmla="*/ 33 w 6"/>
                <a:gd name="T9" fmla="*/ 5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1" y="1"/>
                  </a:moveTo>
                  <a:cubicBezTo>
                    <a:pt x="2" y="0"/>
                    <a:pt x="4" y="2"/>
                    <a:pt x="5" y="5"/>
                  </a:cubicBezTo>
                  <a:cubicBezTo>
                    <a:pt x="6" y="7"/>
                    <a:pt x="6" y="10"/>
                    <a:pt x="5" y="10"/>
                  </a:cubicBezTo>
                  <a:cubicBezTo>
                    <a:pt x="4" y="11"/>
                    <a:pt x="3" y="9"/>
                    <a:pt x="1" y="6"/>
                  </a:cubicBezTo>
                  <a:cubicBezTo>
                    <a:pt x="0" y="4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15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37">
              <a:extLst>
                <a:ext uri="{FF2B5EF4-FFF2-40B4-BE49-F238E27FC236}">
                  <a16:creationId xmlns:a16="http://schemas.microsoft.com/office/drawing/2014/main" id="{4E2A2B74-65F2-4332-B2C7-0EBFBE43F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311"/>
              <a:ext cx="34" cy="30"/>
            </a:xfrm>
            <a:custGeom>
              <a:avLst/>
              <a:gdLst>
                <a:gd name="T0" fmla="*/ 0 w 10"/>
                <a:gd name="T1" fmla="*/ 56 h 8"/>
                <a:gd name="T2" fmla="*/ 231 w 10"/>
                <a:gd name="T3" fmla="*/ 154 h 8"/>
                <a:gd name="T4" fmla="*/ 357 w 10"/>
                <a:gd name="T5" fmla="*/ 368 h 8"/>
                <a:gd name="T6" fmla="*/ 163 w 10"/>
                <a:gd name="T7" fmla="*/ 323 h 8"/>
                <a:gd name="T8" fmla="*/ 0 w 10"/>
                <a:gd name="T9" fmla="*/ 5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1" y="0"/>
                    <a:pt x="3" y="1"/>
                    <a:pt x="6" y="3"/>
                  </a:cubicBezTo>
                  <a:cubicBezTo>
                    <a:pt x="8" y="4"/>
                    <a:pt x="10" y="6"/>
                    <a:pt x="9" y="7"/>
                  </a:cubicBezTo>
                  <a:cubicBezTo>
                    <a:pt x="8" y="8"/>
                    <a:pt x="6" y="7"/>
                    <a:pt x="4" y="6"/>
                  </a:cubicBezTo>
                  <a:cubicBezTo>
                    <a:pt x="1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15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38">
              <a:extLst>
                <a:ext uri="{FF2B5EF4-FFF2-40B4-BE49-F238E27FC236}">
                  <a16:creationId xmlns:a16="http://schemas.microsoft.com/office/drawing/2014/main" id="{70C767C1-58C2-4644-BCC2-E93D39EBC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2543"/>
              <a:ext cx="17" cy="40"/>
            </a:xfrm>
            <a:custGeom>
              <a:avLst/>
              <a:gdLst>
                <a:gd name="T0" fmla="*/ 82 w 5"/>
                <a:gd name="T1" fmla="*/ 0 h 11"/>
                <a:gd name="T2" fmla="*/ 163 w 5"/>
                <a:gd name="T3" fmla="*/ 236 h 11"/>
                <a:gd name="T4" fmla="*/ 116 w 5"/>
                <a:gd name="T5" fmla="*/ 527 h 11"/>
                <a:gd name="T6" fmla="*/ 34 w 5"/>
                <a:gd name="T7" fmla="*/ 291 h 11"/>
                <a:gd name="T8" fmla="*/ 82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3" y="0"/>
                    <a:pt x="4" y="2"/>
                    <a:pt x="4" y="5"/>
                  </a:cubicBezTo>
                  <a:cubicBezTo>
                    <a:pt x="5" y="8"/>
                    <a:pt x="4" y="11"/>
                    <a:pt x="3" y="11"/>
                  </a:cubicBezTo>
                  <a:cubicBezTo>
                    <a:pt x="2" y="11"/>
                    <a:pt x="1" y="9"/>
                    <a:pt x="1" y="6"/>
                  </a:cubicBezTo>
                  <a:cubicBezTo>
                    <a:pt x="0" y="3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5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39">
              <a:extLst>
                <a:ext uri="{FF2B5EF4-FFF2-40B4-BE49-F238E27FC236}">
                  <a16:creationId xmlns:a16="http://schemas.microsoft.com/office/drawing/2014/main" id="{4B050BCE-C4FF-43B6-A043-E178F0033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024"/>
              <a:ext cx="20" cy="36"/>
            </a:xfrm>
            <a:custGeom>
              <a:avLst/>
              <a:gdLst>
                <a:gd name="T0" fmla="*/ 190 w 6"/>
                <a:gd name="T1" fmla="*/ 0 h 10"/>
                <a:gd name="T2" fmla="*/ 190 w 6"/>
                <a:gd name="T3" fmla="*/ 234 h 10"/>
                <a:gd name="T4" fmla="*/ 33 w 6"/>
                <a:gd name="T5" fmla="*/ 468 h 10"/>
                <a:gd name="T6" fmla="*/ 33 w 6"/>
                <a:gd name="T7" fmla="*/ 180 h 10"/>
                <a:gd name="T8" fmla="*/ 190 w 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5" y="0"/>
                  </a:moveTo>
                  <a:cubicBezTo>
                    <a:pt x="6" y="0"/>
                    <a:pt x="6" y="3"/>
                    <a:pt x="5" y="5"/>
                  </a:cubicBezTo>
                  <a:cubicBezTo>
                    <a:pt x="4" y="8"/>
                    <a:pt x="2" y="10"/>
                    <a:pt x="1" y="10"/>
                  </a:cubicBezTo>
                  <a:cubicBezTo>
                    <a:pt x="0" y="9"/>
                    <a:pt x="0" y="7"/>
                    <a:pt x="1" y="4"/>
                  </a:cubicBezTo>
                  <a:cubicBezTo>
                    <a:pt x="2" y="2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F15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40">
              <a:extLst>
                <a:ext uri="{FF2B5EF4-FFF2-40B4-BE49-F238E27FC236}">
                  <a16:creationId xmlns:a16="http://schemas.microsoft.com/office/drawing/2014/main" id="{DAC16CC3-BAE5-4A83-BFA6-800F0FB6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611"/>
              <a:ext cx="31" cy="32"/>
            </a:xfrm>
            <a:custGeom>
              <a:avLst/>
              <a:gdLst>
                <a:gd name="T0" fmla="*/ 369 w 9"/>
                <a:gd name="T1" fmla="*/ 50 h 9"/>
                <a:gd name="T2" fmla="*/ 248 w 9"/>
                <a:gd name="T3" fmla="*/ 267 h 9"/>
                <a:gd name="T4" fmla="*/ 34 w 9"/>
                <a:gd name="T5" fmla="*/ 356 h 9"/>
                <a:gd name="T6" fmla="*/ 165 w 9"/>
                <a:gd name="T7" fmla="*/ 139 h 9"/>
                <a:gd name="T8" fmla="*/ 369 w 9"/>
                <a:gd name="T9" fmla="*/ 5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9" y="1"/>
                  </a:moveTo>
                  <a:cubicBezTo>
                    <a:pt x="9" y="2"/>
                    <a:pt x="8" y="4"/>
                    <a:pt x="6" y="6"/>
                  </a:cubicBezTo>
                  <a:cubicBezTo>
                    <a:pt x="4" y="8"/>
                    <a:pt x="2" y="9"/>
                    <a:pt x="1" y="8"/>
                  </a:cubicBezTo>
                  <a:cubicBezTo>
                    <a:pt x="0" y="7"/>
                    <a:pt x="2" y="5"/>
                    <a:pt x="4" y="3"/>
                  </a:cubicBezTo>
                  <a:cubicBezTo>
                    <a:pt x="6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F15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Oval 41">
              <a:extLst>
                <a:ext uri="{FF2B5EF4-FFF2-40B4-BE49-F238E27FC236}">
                  <a16:creationId xmlns:a16="http://schemas.microsoft.com/office/drawing/2014/main" id="{8EF0D769-809D-475E-AB85-29AD42135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7" y="3344"/>
              <a:ext cx="31" cy="15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3" name="Oval 42">
              <a:extLst>
                <a:ext uri="{FF2B5EF4-FFF2-40B4-BE49-F238E27FC236}">
                  <a16:creationId xmlns:a16="http://schemas.microsoft.com/office/drawing/2014/main" id="{F6EC6127-2B99-4979-9A11-A4E5FE6AA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3344"/>
              <a:ext cx="31" cy="15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4" name="Oval 43">
              <a:extLst>
                <a:ext uri="{FF2B5EF4-FFF2-40B4-BE49-F238E27FC236}">
                  <a16:creationId xmlns:a16="http://schemas.microsoft.com/office/drawing/2014/main" id="{753EE862-FE15-4C79-8662-8A1BE55ED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7" y="3344"/>
              <a:ext cx="34" cy="15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5" name="Oval 44">
              <a:extLst>
                <a:ext uri="{FF2B5EF4-FFF2-40B4-BE49-F238E27FC236}">
                  <a16:creationId xmlns:a16="http://schemas.microsoft.com/office/drawing/2014/main" id="{2E2D6ADB-0F49-4131-862E-6EE57FEC5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3344"/>
              <a:ext cx="34" cy="15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6" name="Oval 45">
              <a:extLst>
                <a:ext uri="{FF2B5EF4-FFF2-40B4-BE49-F238E27FC236}">
                  <a16:creationId xmlns:a16="http://schemas.microsoft.com/office/drawing/2014/main" id="{64EBE828-8AA4-4778-B9F1-25BEF9C3C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344"/>
              <a:ext cx="34" cy="15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7" name="Oval 46">
              <a:extLst>
                <a:ext uri="{FF2B5EF4-FFF2-40B4-BE49-F238E27FC236}">
                  <a16:creationId xmlns:a16="http://schemas.microsoft.com/office/drawing/2014/main" id="{0DCC72D5-F19C-4852-8D1F-A993F98EA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3344"/>
              <a:ext cx="31" cy="15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8" name="Oval 47">
              <a:extLst>
                <a:ext uri="{FF2B5EF4-FFF2-40B4-BE49-F238E27FC236}">
                  <a16:creationId xmlns:a16="http://schemas.microsoft.com/office/drawing/2014/main" id="{DD0E037E-BAEA-4E2E-B9EF-6B3EFB9F5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3344"/>
              <a:ext cx="31" cy="15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9" name="Oval 48">
              <a:extLst>
                <a:ext uri="{FF2B5EF4-FFF2-40B4-BE49-F238E27FC236}">
                  <a16:creationId xmlns:a16="http://schemas.microsoft.com/office/drawing/2014/main" id="{FF11AAE0-5243-4DEF-A19E-232B9DBA6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3344"/>
              <a:ext cx="34" cy="15"/>
            </a:xfrm>
            <a:prstGeom prst="ellipse">
              <a:avLst/>
            </a:pr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0" name="Freeform 49">
              <a:extLst>
                <a:ext uri="{FF2B5EF4-FFF2-40B4-BE49-F238E27FC236}">
                  <a16:creationId xmlns:a16="http://schemas.microsoft.com/office/drawing/2014/main" id="{E352CA12-940B-4927-B96A-BE54D437F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514"/>
              <a:ext cx="2379" cy="494"/>
            </a:xfrm>
            <a:custGeom>
              <a:avLst/>
              <a:gdLst>
                <a:gd name="T0" fmla="*/ 27955 w 694"/>
                <a:gd name="T1" fmla="*/ 5397 h 135"/>
                <a:gd name="T2" fmla="*/ 12491 w 694"/>
                <a:gd name="T3" fmla="*/ 5489 h 135"/>
                <a:gd name="T4" fmla="*/ 2256 w 694"/>
                <a:gd name="T5" fmla="*/ 5489 h 135"/>
                <a:gd name="T6" fmla="*/ 319 w 694"/>
                <a:gd name="T7" fmla="*/ 1032 h 135"/>
                <a:gd name="T8" fmla="*/ 0 w 694"/>
                <a:gd name="T9" fmla="*/ 0 h 135"/>
                <a:gd name="T10" fmla="*/ 1810 w 694"/>
                <a:gd name="T11" fmla="*/ 6374 h 135"/>
                <a:gd name="T12" fmla="*/ 27955 w 694"/>
                <a:gd name="T13" fmla="*/ 6228 h 135"/>
                <a:gd name="T14" fmla="*/ 27955 w 694"/>
                <a:gd name="T15" fmla="*/ 5397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4" h="135">
                  <a:moveTo>
                    <a:pt x="694" y="110"/>
                  </a:moveTo>
                  <a:cubicBezTo>
                    <a:pt x="507" y="111"/>
                    <a:pt x="310" y="112"/>
                    <a:pt x="310" y="112"/>
                  </a:cubicBezTo>
                  <a:cubicBezTo>
                    <a:pt x="310" y="112"/>
                    <a:pt x="65" y="121"/>
                    <a:pt x="56" y="112"/>
                  </a:cubicBezTo>
                  <a:cubicBezTo>
                    <a:pt x="46" y="102"/>
                    <a:pt x="16" y="78"/>
                    <a:pt x="8" y="21"/>
                  </a:cubicBezTo>
                  <a:cubicBezTo>
                    <a:pt x="6" y="8"/>
                    <a:pt x="3" y="2"/>
                    <a:pt x="0" y="0"/>
                  </a:cubicBezTo>
                  <a:cubicBezTo>
                    <a:pt x="4" y="62"/>
                    <a:pt x="23" y="107"/>
                    <a:pt x="45" y="130"/>
                  </a:cubicBezTo>
                  <a:cubicBezTo>
                    <a:pt x="50" y="135"/>
                    <a:pt x="384" y="128"/>
                    <a:pt x="694" y="127"/>
                  </a:cubicBezTo>
                  <a:lnTo>
                    <a:pt x="694" y="110"/>
                  </a:ln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Freeform 50">
              <a:extLst>
                <a:ext uri="{FF2B5EF4-FFF2-40B4-BE49-F238E27FC236}">
                  <a16:creationId xmlns:a16="http://schemas.microsoft.com/office/drawing/2014/main" id="{85DA9432-E47F-404C-95D6-661E926063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3" y="1775"/>
              <a:ext cx="4365" cy="406"/>
            </a:xfrm>
            <a:custGeom>
              <a:avLst/>
              <a:gdLst>
                <a:gd name="T0" fmla="*/ 10921 w 1273"/>
                <a:gd name="T1" fmla="*/ 2835 h 111"/>
                <a:gd name="T2" fmla="*/ 9958 w 1273"/>
                <a:gd name="T3" fmla="*/ 1953 h 111"/>
                <a:gd name="T4" fmla="*/ 4067 w 1273"/>
                <a:gd name="T5" fmla="*/ 55 h 111"/>
                <a:gd name="T6" fmla="*/ 34 w 1273"/>
                <a:gd name="T7" fmla="*/ 55 h 111"/>
                <a:gd name="T8" fmla="*/ 82 w 1273"/>
                <a:gd name="T9" fmla="*/ 494 h 111"/>
                <a:gd name="T10" fmla="*/ 0 w 1273"/>
                <a:gd name="T11" fmla="*/ 494 h 111"/>
                <a:gd name="T12" fmla="*/ 6172 w 1273"/>
                <a:gd name="T13" fmla="*/ 684 h 111"/>
                <a:gd name="T14" fmla="*/ 10407 w 1273"/>
                <a:gd name="T15" fmla="*/ 3332 h 111"/>
                <a:gd name="T16" fmla="*/ 11850 w 1273"/>
                <a:gd name="T17" fmla="*/ 5377 h 111"/>
                <a:gd name="T18" fmla="*/ 11898 w 1273"/>
                <a:gd name="T19" fmla="*/ 5432 h 111"/>
                <a:gd name="T20" fmla="*/ 11970 w 1273"/>
                <a:gd name="T21" fmla="*/ 5084 h 111"/>
                <a:gd name="T22" fmla="*/ 12251 w 1273"/>
                <a:gd name="T23" fmla="*/ 4898 h 111"/>
                <a:gd name="T24" fmla="*/ 12334 w 1273"/>
                <a:gd name="T25" fmla="*/ 4898 h 111"/>
                <a:gd name="T26" fmla="*/ 12464 w 1273"/>
                <a:gd name="T27" fmla="*/ 4843 h 111"/>
                <a:gd name="T28" fmla="*/ 10921 w 1273"/>
                <a:gd name="T29" fmla="*/ 2835 h 111"/>
                <a:gd name="T30" fmla="*/ 51286 w 1273"/>
                <a:gd name="T31" fmla="*/ 388 h 111"/>
                <a:gd name="T32" fmla="*/ 42772 w 1273"/>
                <a:gd name="T33" fmla="*/ 388 h 111"/>
                <a:gd name="T34" fmla="*/ 35884 w 1273"/>
                <a:gd name="T35" fmla="*/ 2597 h 111"/>
                <a:gd name="T36" fmla="*/ 33627 w 1273"/>
                <a:gd name="T37" fmla="*/ 4162 h 111"/>
                <a:gd name="T38" fmla="*/ 33662 w 1273"/>
                <a:gd name="T39" fmla="*/ 4400 h 111"/>
                <a:gd name="T40" fmla="*/ 34025 w 1273"/>
                <a:gd name="T41" fmla="*/ 4360 h 111"/>
                <a:gd name="T42" fmla="*/ 33991 w 1273"/>
                <a:gd name="T43" fmla="*/ 4550 h 111"/>
                <a:gd name="T44" fmla="*/ 34190 w 1273"/>
                <a:gd name="T45" fmla="*/ 4642 h 111"/>
                <a:gd name="T46" fmla="*/ 34107 w 1273"/>
                <a:gd name="T47" fmla="*/ 4938 h 111"/>
                <a:gd name="T48" fmla="*/ 35884 w 1273"/>
                <a:gd name="T49" fmla="*/ 3665 h 111"/>
                <a:gd name="T50" fmla="*/ 42772 w 1273"/>
                <a:gd name="T51" fmla="*/ 1072 h 111"/>
                <a:gd name="T52" fmla="*/ 51320 w 1273"/>
                <a:gd name="T53" fmla="*/ 977 h 111"/>
                <a:gd name="T54" fmla="*/ 51286 w 1273"/>
                <a:gd name="T55" fmla="*/ 388 h 11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73" h="111">
                  <a:moveTo>
                    <a:pt x="271" y="58"/>
                  </a:moveTo>
                  <a:cubicBezTo>
                    <a:pt x="262" y="52"/>
                    <a:pt x="253" y="45"/>
                    <a:pt x="247" y="40"/>
                  </a:cubicBezTo>
                  <a:cubicBezTo>
                    <a:pt x="206" y="0"/>
                    <a:pt x="160" y="1"/>
                    <a:pt x="10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0" y="10"/>
                  </a:cubicBezTo>
                  <a:cubicBezTo>
                    <a:pt x="29" y="11"/>
                    <a:pt x="106" y="14"/>
                    <a:pt x="153" y="14"/>
                  </a:cubicBezTo>
                  <a:cubicBezTo>
                    <a:pt x="219" y="17"/>
                    <a:pt x="229" y="43"/>
                    <a:pt x="258" y="68"/>
                  </a:cubicBezTo>
                  <a:cubicBezTo>
                    <a:pt x="270" y="77"/>
                    <a:pt x="281" y="96"/>
                    <a:pt x="294" y="110"/>
                  </a:cubicBezTo>
                  <a:cubicBezTo>
                    <a:pt x="294" y="110"/>
                    <a:pt x="295" y="111"/>
                    <a:pt x="295" y="111"/>
                  </a:cubicBezTo>
                  <a:cubicBezTo>
                    <a:pt x="296" y="110"/>
                    <a:pt x="295" y="106"/>
                    <a:pt x="297" y="104"/>
                  </a:cubicBezTo>
                  <a:cubicBezTo>
                    <a:pt x="299" y="102"/>
                    <a:pt x="303" y="101"/>
                    <a:pt x="304" y="100"/>
                  </a:cubicBezTo>
                  <a:cubicBezTo>
                    <a:pt x="305" y="101"/>
                    <a:pt x="306" y="99"/>
                    <a:pt x="306" y="100"/>
                  </a:cubicBezTo>
                  <a:cubicBezTo>
                    <a:pt x="307" y="98"/>
                    <a:pt x="308" y="100"/>
                    <a:pt x="309" y="99"/>
                  </a:cubicBezTo>
                  <a:cubicBezTo>
                    <a:pt x="300" y="87"/>
                    <a:pt x="288" y="73"/>
                    <a:pt x="271" y="58"/>
                  </a:cubicBezTo>
                  <a:close/>
                  <a:moveTo>
                    <a:pt x="1272" y="8"/>
                  </a:moveTo>
                  <a:cubicBezTo>
                    <a:pt x="1061" y="8"/>
                    <a:pt x="1061" y="8"/>
                    <a:pt x="1061" y="8"/>
                  </a:cubicBezTo>
                  <a:cubicBezTo>
                    <a:pt x="999" y="8"/>
                    <a:pt x="911" y="36"/>
                    <a:pt x="890" y="53"/>
                  </a:cubicBezTo>
                  <a:cubicBezTo>
                    <a:pt x="879" y="62"/>
                    <a:pt x="839" y="82"/>
                    <a:pt x="834" y="85"/>
                  </a:cubicBezTo>
                  <a:cubicBezTo>
                    <a:pt x="834" y="87"/>
                    <a:pt x="835" y="88"/>
                    <a:pt x="835" y="90"/>
                  </a:cubicBezTo>
                  <a:cubicBezTo>
                    <a:pt x="838" y="88"/>
                    <a:pt x="841" y="89"/>
                    <a:pt x="844" y="89"/>
                  </a:cubicBezTo>
                  <a:cubicBezTo>
                    <a:pt x="844" y="89"/>
                    <a:pt x="843" y="93"/>
                    <a:pt x="843" y="93"/>
                  </a:cubicBezTo>
                  <a:cubicBezTo>
                    <a:pt x="845" y="94"/>
                    <a:pt x="846" y="93"/>
                    <a:pt x="848" y="95"/>
                  </a:cubicBezTo>
                  <a:cubicBezTo>
                    <a:pt x="846" y="97"/>
                    <a:pt x="846" y="99"/>
                    <a:pt x="846" y="101"/>
                  </a:cubicBezTo>
                  <a:cubicBezTo>
                    <a:pt x="861" y="93"/>
                    <a:pt x="876" y="83"/>
                    <a:pt x="890" y="75"/>
                  </a:cubicBezTo>
                  <a:cubicBezTo>
                    <a:pt x="948" y="39"/>
                    <a:pt x="997" y="25"/>
                    <a:pt x="1061" y="22"/>
                  </a:cubicBezTo>
                  <a:cubicBezTo>
                    <a:pt x="1149" y="18"/>
                    <a:pt x="1273" y="20"/>
                    <a:pt x="1273" y="20"/>
                  </a:cubicBezTo>
                  <a:lnTo>
                    <a:pt x="1272" y="8"/>
                  </a:lnTo>
                  <a:close/>
                </a:path>
              </a:pathLst>
            </a:custGeom>
            <a:solidFill>
              <a:srgbClr val="B7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Freeform 51">
              <a:extLst>
                <a:ext uri="{FF2B5EF4-FFF2-40B4-BE49-F238E27FC236}">
                  <a16:creationId xmlns:a16="http://schemas.microsoft.com/office/drawing/2014/main" id="{DE1A7C09-88A0-4E5E-9C86-9F4AFC14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752"/>
              <a:ext cx="412" cy="197"/>
            </a:xfrm>
            <a:custGeom>
              <a:avLst/>
              <a:gdLst>
                <a:gd name="T0" fmla="*/ 0 w 120"/>
                <a:gd name="T1" fmla="*/ 1598 h 54"/>
                <a:gd name="T2" fmla="*/ 532 w 120"/>
                <a:gd name="T3" fmla="*/ 1799 h 54"/>
                <a:gd name="T4" fmla="*/ 848 w 120"/>
                <a:gd name="T5" fmla="*/ 2382 h 54"/>
                <a:gd name="T6" fmla="*/ 1662 w 120"/>
                <a:gd name="T7" fmla="*/ 2528 h 54"/>
                <a:gd name="T8" fmla="*/ 2960 w 120"/>
                <a:gd name="T9" fmla="*/ 2477 h 54"/>
                <a:gd name="T10" fmla="*/ 4127 w 120"/>
                <a:gd name="T11" fmla="*/ 2141 h 54"/>
                <a:gd name="T12" fmla="*/ 4656 w 120"/>
                <a:gd name="T13" fmla="*/ 879 h 54"/>
                <a:gd name="T14" fmla="*/ 2877 w 120"/>
                <a:gd name="T15" fmla="*/ 347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4">
                  <a:moveTo>
                    <a:pt x="0" y="33"/>
                  </a:moveTo>
                  <a:cubicBezTo>
                    <a:pt x="4" y="32"/>
                    <a:pt x="11" y="35"/>
                    <a:pt x="13" y="37"/>
                  </a:cubicBezTo>
                  <a:cubicBezTo>
                    <a:pt x="18" y="40"/>
                    <a:pt x="18" y="46"/>
                    <a:pt x="21" y="49"/>
                  </a:cubicBezTo>
                  <a:cubicBezTo>
                    <a:pt x="26" y="54"/>
                    <a:pt x="35" y="52"/>
                    <a:pt x="41" y="52"/>
                  </a:cubicBezTo>
                  <a:cubicBezTo>
                    <a:pt x="52" y="51"/>
                    <a:pt x="63" y="51"/>
                    <a:pt x="73" y="51"/>
                  </a:cubicBezTo>
                  <a:cubicBezTo>
                    <a:pt x="85" y="52"/>
                    <a:pt x="92" y="52"/>
                    <a:pt x="102" y="44"/>
                  </a:cubicBezTo>
                  <a:cubicBezTo>
                    <a:pt x="113" y="37"/>
                    <a:pt x="120" y="30"/>
                    <a:pt x="115" y="18"/>
                  </a:cubicBezTo>
                  <a:cubicBezTo>
                    <a:pt x="107" y="1"/>
                    <a:pt x="86" y="0"/>
                    <a:pt x="71" y="7"/>
                  </a:cubicBezTo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Freeform 52">
              <a:extLst>
                <a:ext uri="{FF2B5EF4-FFF2-40B4-BE49-F238E27FC236}">
                  <a16:creationId xmlns:a16="http://schemas.microsoft.com/office/drawing/2014/main" id="{AA403676-C8CC-461B-B0C3-98979FC9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894"/>
              <a:ext cx="65" cy="41"/>
            </a:xfrm>
            <a:custGeom>
              <a:avLst/>
              <a:gdLst>
                <a:gd name="T0" fmla="*/ 82 w 19"/>
                <a:gd name="T1" fmla="*/ 362 h 11"/>
                <a:gd name="T2" fmla="*/ 246 w 19"/>
                <a:gd name="T3" fmla="*/ 306 h 11"/>
                <a:gd name="T4" fmla="*/ 198 w 19"/>
                <a:gd name="T5" fmla="*/ 153 h 11"/>
                <a:gd name="T6" fmla="*/ 116 w 19"/>
                <a:gd name="T7" fmla="*/ 97 h 11"/>
                <a:gd name="T8" fmla="*/ 0 w 19"/>
                <a:gd name="T9" fmla="*/ 56 h 11"/>
                <a:gd name="T10" fmla="*/ 198 w 19"/>
                <a:gd name="T11" fmla="*/ 56 h 11"/>
                <a:gd name="T12" fmla="*/ 643 w 19"/>
                <a:gd name="T13" fmla="*/ 265 h 11"/>
                <a:gd name="T14" fmla="*/ 595 w 19"/>
                <a:gd name="T15" fmla="*/ 514 h 11"/>
                <a:gd name="T16" fmla="*/ 315 w 19"/>
                <a:gd name="T17" fmla="*/ 514 h 11"/>
                <a:gd name="T18" fmla="*/ 0 w 19"/>
                <a:gd name="T19" fmla="*/ 51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1">
                  <a:moveTo>
                    <a:pt x="2" y="7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1" y="0"/>
                    <a:pt x="3" y="1"/>
                    <a:pt x="5" y="1"/>
                  </a:cubicBezTo>
                  <a:cubicBezTo>
                    <a:pt x="9" y="2"/>
                    <a:pt x="13" y="2"/>
                    <a:pt x="16" y="5"/>
                  </a:cubicBezTo>
                  <a:cubicBezTo>
                    <a:pt x="19" y="7"/>
                    <a:pt x="18" y="10"/>
                    <a:pt x="15" y="10"/>
                  </a:cubicBezTo>
                  <a:cubicBezTo>
                    <a:pt x="12" y="11"/>
                    <a:pt x="10" y="10"/>
                    <a:pt x="8" y="10"/>
                  </a:cubicBezTo>
                  <a:cubicBezTo>
                    <a:pt x="5" y="9"/>
                    <a:pt x="3" y="9"/>
                    <a:pt x="0" y="10"/>
                  </a:cubicBezTo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4" name="Freeform 53">
              <a:extLst>
                <a:ext uri="{FF2B5EF4-FFF2-40B4-BE49-F238E27FC236}">
                  <a16:creationId xmlns:a16="http://schemas.microsoft.com/office/drawing/2014/main" id="{D20D9BDD-D5C0-4536-BE98-DD47898FA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017"/>
              <a:ext cx="881" cy="51"/>
            </a:xfrm>
            <a:custGeom>
              <a:avLst/>
              <a:gdLst>
                <a:gd name="T0" fmla="*/ 10353 w 257"/>
                <a:gd name="T1" fmla="*/ 146 h 14"/>
                <a:gd name="T2" fmla="*/ 5358 w 257"/>
                <a:gd name="T3" fmla="*/ 200 h 14"/>
                <a:gd name="T4" fmla="*/ 0 w 257"/>
                <a:gd name="T5" fmla="*/ 346 h 14"/>
                <a:gd name="T6" fmla="*/ 3949 w 257"/>
                <a:gd name="T7" fmla="*/ 477 h 14"/>
                <a:gd name="T8" fmla="*/ 10353 w 257"/>
                <a:gd name="T9" fmla="*/ 1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7" h="14">
                  <a:moveTo>
                    <a:pt x="257" y="3"/>
                  </a:moveTo>
                  <a:cubicBezTo>
                    <a:pt x="236" y="2"/>
                    <a:pt x="176" y="6"/>
                    <a:pt x="133" y="4"/>
                  </a:cubicBezTo>
                  <a:cubicBezTo>
                    <a:pt x="90" y="2"/>
                    <a:pt x="22" y="0"/>
                    <a:pt x="0" y="7"/>
                  </a:cubicBezTo>
                  <a:cubicBezTo>
                    <a:pt x="24" y="8"/>
                    <a:pt x="68" y="6"/>
                    <a:pt x="98" y="10"/>
                  </a:cubicBezTo>
                  <a:cubicBezTo>
                    <a:pt x="128" y="14"/>
                    <a:pt x="208" y="12"/>
                    <a:pt x="257" y="3"/>
                  </a:cubicBezTo>
                  <a:close/>
                </a:path>
              </a:pathLst>
            </a:custGeom>
            <a:solidFill>
              <a:srgbClr val="F8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Freeform 54">
              <a:extLst>
                <a:ext uri="{FF2B5EF4-FFF2-40B4-BE49-F238E27FC236}">
                  <a16:creationId xmlns:a16="http://schemas.microsoft.com/office/drawing/2014/main" id="{ABAF748A-C693-4860-93DE-8BF61B9C3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145"/>
              <a:ext cx="905" cy="643"/>
            </a:xfrm>
            <a:custGeom>
              <a:avLst/>
              <a:gdLst>
                <a:gd name="T0" fmla="*/ 199 w 264"/>
                <a:gd name="T1" fmla="*/ 201 h 176"/>
                <a:gd name="T2" fmla="*/ 566 w 264"/>
                <a:gd name="T3" fmla="*/ 292 h 176"/>
                <a:gd name="T4" fmla="*/ 881 w 264"/>
                <a:gd name="T5" fmla="*/ 387 h 176"/>
                <a:gd name="T6" fmla="*/ 1728 w 264"/>
                <a:gd name="T7" fmla="*/ 146 h 176"/>
                <a:gd name="T8" fmla="*/ 2173 w 264"/>
                <a:gd name="T9" fmla="*/ 734 h 176"/>
                <a:gd name="T10" fmla="*/ 2091 w 264"/>
                <a:gd name="T11" fmla="*/ 1268 h 176"/>
                <a:gd name="T12" fmla="*/ 2821 w 264"/>
                <a:gd name="T13" fmla="*/ 1323 h 176"/>
                <a:gd name="T14" fmla="*/ 3267 w 264"/>
                <a:gd name="T15" fmla="*/ 1947 h 176"/>
                <a:gd name="T16" fmla="*/ 3983 w 264"/>
                <a:gd name="T17" fmla="*/ 2444 h 176"/>
                <a:gd name="T18" fmla="*/ 4429 w 264"/>
                <a:gd name="T19" fmla="*/ 2831 h 176"/>
                <a:gd name="T20" fmla="*/ 5440 w 264"/>
                <a:gd name="T21" fmla="*/ 2831 h 176"/>
                <a:gd name="T22" fmla="*/ 5759 w 264"/>
                <a:gd name="T23" fmla="*/ 3029 h 176"/>
                <a:gd name="T24" fmla="*/ 6088 w 264"/>
                <a:gd name="T25" fmla="*/ 3069 h 176"/>
                <a:gd name="T26" fmla="*/ 6969 w 264"/>
                <a:gd name="T27" fmla="*/ 3270 h 176"/>
                <a:gd name="T28" fmla="*/ 7531 w 264"/>
                <a:gd name="T29" fmla="*/ 3365 h 176"/>
                <a:gd name="T30" fmla="*/ 8063 w 264"/>
                <a:gd name="T31" fmla="*/ 3657 h 176"/>
                <a:gd name="T32" fmla="*/ 9670 w 264"/>
                <a:gd name="T33" fmla="*/ 4925 h 176"/>
                <a:gd name="T34" fmla="*/ 10106 w 264"/>
                <a:gd name="T35" fmla="*/ 5659 h 176"/>
                <a:gd name="T36" fmla="*/ 9989 w 264"/>
                <a:gd name="T37" fmla="*/ 6247 h 176"/>
                <a:gd name="T38" fmla="*/ 10551 w 264"/>
                <a:gd name="T39" fmla="*/ 7073 h 176"/>
                <a:gd name="T40" fmla="*/ 10072 w 264"/>
                <a:gd name="T41" fmla="*/ 8235 h 176"/>
                <a:gd name="T42" fmla="*/ 9506 w 264"/>
                <a:gd name="T43" fmla="*/ 7756 h 176"/>
                <a:gd name="T44" fmla="*/ 9060 w 264"/>
                <a:gd name="T45" fmla="*/ 7369 h 176"/>
                <a:gd name="T46" fmla="*/ 8262 w 264"/>
                <a:gd name="T47" fmla="*/ 7756 h 176"/>
                <a:gd name="T48" fmla="*/ 7850 w 264"/>
                <a:gd name="T49" fmla="*/ 7994 h 176"/>
                <a:gd name="T50" fmla="*/ 7168 w 264"/>
                <a:gd name="T51" fmla="*/ 7314 h 176"/>
                <a:gd name="T52" fmla="*/ 6722 w 264"/>
                <a:gd name="T53" fmla="*/ 6488 h 176"/>
                <a:gd name="T54" fmla="*/ 6568 w 264"/>
                <a:gd name="T55" fmla="*/ 5951 h 176"/>
                <a:gd name="T56" fmla="*/ 6568 w 264"/>
                <a:gd name="T57" fmla="*/ 7073 h 176"/>
                <a:gd name="T58" fmla="*/ 6205 w 264"/>
                <a:gd name="T59" fmla="*/ 6488 h 176"/>
                <a:gd name="T60" fmla="*/ 5440 w 264"/>
                <a:gd name="T61" fmla="*/ 6247 h 176"/>
                <a:gd name="T62" fmla="*/ 4631 w 264"/>
                <a:gd name="T63" fmla="*/ 5992 h 176"/>
                <a:gd name="T64" fmla="*/ 4230 w 264"/>
                <a:gd name="T65" fmla="*/ 5659 h 176"/>
                <a:gd name="T66" fmla="*/ 2537 w 264"/>
                <a:gd name="T67" fmla="*/ 5272 h 176"/>
                <a:gd name="T68" fmla="*/ 2057 w 264"/>
                <a:gd name="T69" fmla="*/ 5020 h 176"/>
                <a:gd name="T70" fmla="*/ 1776 w 264"/>
                <a:gd name="T71" fmla="*/ 5071 h 176"/>
                <a:gd name="T72" fmla="*/ 812 w 264"/>
                <a:gd name="T73" fmla="*/ 5020 h 176"/>
                <a:gd name="T74" fmla="*/ 446 w 264"/>
                <a:gd name="T75" fmla="*/ 5166 h 176"/>
                <a:gd name="T76" fmla="*/ 199 w 264"/>
                <a:gd name="T77" fmla="*/ 4432 h 176"/>
                <a:gd name="T78" fmla="*/ 319 w 264"/>
                <a:gd name="T79" fmla="*/ 3456 h 176"/>
                <a:gd name="T80" fmla="*/ 401 w 264"/>
                <a:gd name="T81" fmla="*/ 2335 h 176"/>
                <a:gd name="T82" fmla="*/ 446 w 264"/>
                <a:gd name="T83" fmla="*/ 1710 h 176"/>
                <a:gd name="T84" fmla="*/ 165 w 264"/>
                <a:gd name="T85" fmla="*/ 1469 h 176"/>
                <a:gd name="T86" fmla="*/ 0 w 264"/>
                <a:gd name="T87" fmla="*/ 680 h 17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64" h="176">
                  <a:moveTo>
                    <a:pt x="5" y="4"/>
                  </a:moveTo>
                  <a:cubicBezTo>
                    <a:pt x="7" y="7"/>
                    <a:pt x="11" y="6"/>
                    <a:pt x="14" y="6"/>
                  </a:cubicBezTo>
                  <a:cubicBezTo>
                    <a:pt x="17" y="7"/>
                    <a:pt x="19" y="8"/>
                    <a:pt x="22" y="8"/>
                  </a:cubicBezTo>
                  <a:cubicBezTo>
                    <a:pt x="29" y="9"/>
                    <a:pt x="34" y="0"/>
                    <a:pt x="43" y="3"/>
                  </a:cubicBezTo>
                  <a:cubicBezTo>
                    <a:pt x="50" y="4"/>
                    <a:pt x="54" y="8"/>
                    <a:pt x="54" y="15"/>
                  </a:cubicBezTo>
                  <a:cubicBezTo>
                    <a:pt x="54" y="19"/>
                    <a:pt x="52" y="22"/>
                    <a:pt x="52" y="26"/>
                  </a:cubicBezTo>
                  <a:cubicBezTo>
                    <a:pt x="58" y="23"/>
                    <a:pt x="64" y="22"/>
                    <a:pt x="70" y="27"/>
                  </a:cubicBezTo>
                  <a:cubicBezTo>
                    <a:pt x="75" y="32"/>
                    <a:pt x="74" y="37"/>
                    <a:pt x="81" y="40"/>
                  </a:cubicBezTo>
                  <a:cubicBezTo>
                    <a:pt x="88" y="43"/>
                    <a:pt x="93" y="45"/>
                    <a:pt x="99" y="50"/>
                  </a:cubicBezTo>
                  <a:cubicBezTo>
                    <a:pt x="102" y="53"/>
                    <a:pt x="106" y="56"/>
                    <a:pt x="110" y="58"/>
                  </a:cubicBezTo>
                  <a:cubicBezTo>
                    <a:pt x="118" y="61"/>
                    <a:pt x="126" y="56"/>
                    <a:pt x="135" y="58"/>
                  </a:cubicBezTo>
                  <a:cubicBezTo>
                    <a:pt x="138" y="58"/>
                    <a:pt x="141" y="60"/>
                    <a:pt x="143" y="62"/>
                  </a:cubicBezTo>
                  <a:cubicBezTo>
                    <a:pt x="145" y="65"/>
                    <a:pt x="146" y="62"/>
                    <a:pt x="151" y="63"/>
                  </a:cubicBezTo>
                  <a:cubicBezTo>
                    <a:pt x="159" y="66"/>
                    <a:pt x="165" y="65"/>
                    <a:pt x="173" y="67"/>
                  </a:cubicBezTo>
                  <a:cubicBezTo>
                    <a:pt x="178" y="68"/>
                    <a:pt x="183" y="68"/>
                    <a:pt x="187" y="69"/>
                  </a:cubicBezTo>
                  <a:cubicBezTo>
                    <a:pt x="192" y="70"/>
                    <a:pt x="196" y="74"/>
                    <a:pt x="200" y="75"/>
                  </a:cubicBezTo>
                  <a:cubicBezTo>
                    <a:pt x="214" y="81"/>
                    <a:pt x="229" y="89"/>
                    <a:pt x="240" y="101"/>
                  </a:cubicBezTo>
                  <a:cubicBezTo>
                    <a:pt x="244" y="106"/>
                    <a:pt x="252" y="108"/>
                    <a:pt x="251" y="116"/>
                  </a:cubicBezTo>
                  <a:cubicBezTo>
                    <a:pt x="251" y="120"/>
                    <a:pt x="247" y="123"/>
                    <a:pt x="248" y="128"/>
                  </a:cubicBezTo>
                  <a:cubicBezTo>
                    <a:pt x="249" y="136"/>
                    <a:pt x="260" y="137"/>
                    <a:pt x="262" y="145"/>
                  </a:cubicBezTo>
                  <a:cubicBezTo>
                    <a:pt x="264" y="153"/>
                    <a:pt x="263" y="176"/>
                    <a:pt x="250" y="169"/>
                  </a:cubicBezTo>
                  <a:cubicBezTo>
                    <a:pt x="245" y="167"/>
                    <a:pt x="241" y="163"/>
                    <a:pt x="236" y="159"/>
                  </a:cubicBezTo>
                  <a:cubicBezTo>
                    <a:pt x="232" y="156"/>
                    <a:pt x="230" y="152"/>
                    <a:pt x="225" y="151"/>
                  </a:cubicBezTo>
                  <a:cubicBezTo>
                    <a:pt x="218" y="150"/>
                    <a:pt x="210" y="154"/>
                    <a:pt x="205" y="159"/>
                  </a:cubicBezTo>
                  <a:cubicBezTo>
                    <a:pt x="200" y="163"/>
                    <a:pt x="201" y="167"/>
                    <a:pt x="195" y="164"/>
                  </a:cubicBezTo>
                  <a:cubicBezTo>
                    <a:pt x="187" y="161"/>
                    <a:pt x="184" y="155"/>
                    <a:pt x="178" y="150"/>
                  </a:cubicBezTo>
                  <a:cubicBezTo>
                    <a:pt x="172" y="143"/>
                    <a:pt x="169" y="142"/>
                    <a:pt x="167" y="133"/>
                  </a:cubicBezTo>
                  <a:cubicBezTo>
                    <a:pt x="166" y="130"/>
                    <a:pt x="168" y="123"/>
                    <a:pt x="163" y="122"/>
                  </a:cubicBezTo>
                  <a:cubicBezTo>
                    <a:pt x="163" y="126"/>
                    <a:pt x="166" y="144"/>
                    <a:pt x="163" y="145"/>
                  </a:cubicBezTo>
                  <a:cubicBezTo>
                    <a:pt x="161" y="146"/>
                    <a:pt x="157" y="135"/>
                    <a:pt x="154" y="133"/>
                  </a:cubicBezTo>
                  <a:cubicBezTo>
                    <a:pt x="149" y="129"/>
                    <a:pt x="141" y="128"/>
                    <a:pt x="135" y="128"/>
                  </a:cubicBezTo>
                  <a:cubicBezTo>
                    <a:pt x="129" y="127"/>
                    <a:pt x="121" y="125"/>
                    <a:pt x="115" y="123"/>
                  </a:cubicBezTo>
                  <a:cubicBezTo>
                    <a:pt x="111" y="121"/>
                    <a:pt x="109" y="118"/>
                    <a:pt x="105" y="116"/>
                  </a:cubicBezTo>
                  <a:cubicBezTo>
                    <a:pt x="91" y="112"/>
                    <a:pt x="76" y="114"/>
                    <a:pt x="63" y="108"/>
                  </a:cubicBezTo>
                  <a:cubicBezTo>
                    <a:pt x="59" y="106"/>
                    <a:pt x="55" y="104"/>
                    <a:pt x="51" y="103"/>
                  </a:cubicBezTo>
                  <a:cubicBezTo>
                    <a:pt x="48" y="102"/>
                    <a:pt x="47" y="102"/>
                    <a:pt x="44" y="104"/>
                  </a:cubicBezTo>
                  <a:cubicBezTo>
                    <a:pt x="37" y="109"/>
                    <a:pt x="29" y="101"/>
                    <a:pt x="20" y="103"/>
                  </a:cubicBezTo>
                  <a:cubicBezTo>
                    <a:pt x="10" y="105"/>
                    <a:pt x="13" y="113"/>
                    <a:pt x="11" y="106"/>
                  </a:cubicBezTo>
                  <a:cubicBezTo>
                    <a:pt x="9" y="101"/>
                    <a:pt x="6" y="96"/>
                    <a:pt x="5" y="91"/>
                  </a:cubicBezTo>
                  <a:cubicBezTo>
                    <a:pt x="4" y="83"/>
                    <a:pt x="7" y="78"/>
                    <a:pt x="8" y="71"/>
                  </a:cubicBezTo>
                  <a:cubicBezTo>
                    <a:pt x="9" y="63"/>
                    <a:pt x="8" y="55"/>
                    <a:pt x="10" y="48"/>
                  </a:cubicBezTo>
                  <a:cubicBezTo>
                    <a:pt x="12" y="43"/>
                    <a:pt x="16" y="39"/>
                    <a:pt x="11" y="35"/>
                  </a:cubicBezTo>
                  <a:cubicBezTo>
                    <a:pt x="9" y="33"/>
                    <a:pt x="6" y="32"/>
                    <a:pt x="4" y="30"/>
                  </a:cubicBezTo>
                  <a:cubicBezTo>
                    <a:pt x="0" y="25"/>
                    <a:pt x="0" y="20"/>
                    <a:pt x="0" y="14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Freeform 55">
              <a:extLst>
                <a:ext uri="{FF2B5EF4-FFF2-40B4-BE49-F238E27FC236}">
                  <a16:creationId xmlns:a16="http://schemas.microsoft.com/office/drawing/2014/main" id="{F26416A3-2926-4D0A-AF9D-B8735DC67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547"/>
              <a:ext cx="90" cy="113"/>
            </a:xfrm>
            <a:custGeom>
              <a:avLst/>
              <a:gdLst>
                <a:gd name="T0" fmla="*/ 575 w 26"/>
                <a:gd name="T1" fmla="*/ 95 h 31"/>
                <a:gd name="T2" fmla="*/ 336 w 26"/>
                <a:gd name="T3" fmla="*/ 95 h 31"/>
                <a:gd name="T4" fmla="*/ 502 w 26"/>
                <a:gd name="T5" fmla="*/ 970 h 31"/>
                <a:gd name="T6" fmla="*/ 35 w 26"/>
                <a:gd name="T7" fmla="*/ 1407 h 31"/>
                <a:gd name="T8" fmla="*/ 827 w 26"/>
                <a:gd name="T9" fmla="*/ 1064 h 31"/>
                <a:gd name="T10" fmla="*/ 910 w 26"/>
                <a:gd name="T11" fmla="*/ 729 h 31"/>
                <a:gd name="T12" fmla="*/ 1042 w 26"/>
                <a:gd name="T13" fmla="*/ 437 h 31"/>
                <a:gd name="T14" fmla="*/ 623 w 26"/>
                <a:gd name="T15" fmla="*/ 146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1">
                  <a:moveTo>
                    <a:pt x="14" y="2"/>
                  </a:moveTo>
                  <a:cubicBezTo>
                    <a:pt x="12" y="1"/>
                    <a:pt x="10" y="0"/>
                    <a:pt x="8" y="2"/>
                  </a:cubicBezTo>
                  <a:cubicBezTo>
                    <a:pt x="10" y="8"/>
                    <a:pt x="16" y="12"/>
                    <a:pt x="12" y="20"/>
                  </a:cubicBezTo>
                  <a:cubicBezTo>
                    <a:pt x="10" y="23"/>
                    <a:pt x="0" y="26"/>
                    <a:pt x="1" y="29"/>
                  </a:cubicBezTo>
                  <a:cubicBezTo>
                    <a:pt x="7" y="31"/>
                    <a:pt x="13" y="22"/>
                    <a:pt x="20" y="22"/>
                  </a:cubicBezTo>
                  <a:cubicBezTo>
                    <a:pt x="20" y="19"/>
                    <a:pt x="21" y="17"/>
                    <a:pt x="22" y="15"/>
                  </a:cubicBezTo>
                  <a:cubicBezTo>
                    <a:pt x="22" y="13"/>
                    <a:pt x="25" y="10"/>
                    <a:pt x="25" y="9"/>
                  </a:cubicBezTo>
                  <a:cubicBezTo>
                    <a:pt x="26" y="6"/>
                    <a:pt x="19" y="3"/>
                    <a:pt x="15" y="3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Freeform 56">
              <a:extLst>
                <a:ext uri="{FF2B5EF4-FFF2-40B4-BE49-F238E27FC236}">
                  <a16:creationId xmlns:a16="http://schemas.microsoft.com/office/drawing/2014/main" id="{9AF310A7-33FA-4EDD-9BD8-8784FB061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221"/>
              <a:ext cx="175" cy="377"/>
            </a:xfrm>
            <a:custGeom>
              <a:avLst/>
              <a:gdLst>
                <a:gd name="T0" fmla="*/ 0 w 51"/>
                <a:gd name="T1" fmla="*/ 0 h 103"/>
                <a:gd name="T2" fmla="*/ 649 w 51"/>
                <a:gd name="T3" fmla="*/ 684 h 103"/>
                <a:gd name="T4" fmla="*/ 882 w 51"/>
                <a:gd name="T5" fmla="*/ 1325 h 103"/>
                <a:gd name="T6" fmla="*/ 930 w 51"/>
                <a:gd name="T7" fmla="*/ 1515 h 103"/>
                <a:gd name="T8" fmla="*/ 1211 w 51"/>
                <a:gd name="T9" fmla="*/ 1808 h 103"/>
                <a:gd name="T10" fmla="*/ 1496 w 51"/>
                <a:gd name="T11" fmla="*/ 2357 h 103"/>
                <a:gd name="T12" fmla="*/ 2025 w 51"/>
                <a:gd name="T13" fmla="*/ 2745 h 103"/>
                <a:gd name="T14" fmla="*/ 1812 w 51"/>
                <a:gd name="T15" fmla="*/ 3485 h 103"/>
                <a:gd name="T16" fmla="*/ 1578 w 51"/>
                <a:gd name="T17" fmla="*/ 4114 h 103"/>
                <a:gd name="T18" fmla="*/ 731 w 51"/>
                <a:gd name="T19" fmla="*/ 4367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03">
                  <a:moveTo>
                    <a:pt x="0" y="0"/>
                  </a:moveTo>
                  <a:cubicBezTo>
                    <a:pt x="5" y="6"/>
                    <a:pt x="13" y="7"/>
                    <a:pt x="16" y="14"/>
                  </a:cubicBezTo>
                  <a:cubicBezTo>
                    <a:pt x="19" y="18"/>
                    <a:pt x="20" y="23"/>
                    <a:pt x="22" y="27"/>
                  </a:cubicBezTo>
                  <a:cubicBezTo>
                    <a:pt x="23" y="28"/>
                    <a:pt x="22" y="29"/>
                    <a:pt x="23" y="31"/>
                  </a:cubicBezTo>
                  <a:cubicBezTo>
                    <a:pt x="25" y="33"/>
                    <a:pt x="28" y="34"/>
                    <a:pt x="30" y="37"/>
                  </a:cubicBezTo>
                  <a:cubicBezTo>
                    <a:pt x="33" y="43"/>
                    <a:pt x="29" y="46"/>
                    <a:pt x="37" y="48"/>
                  </a:cubicBezTo>
                  <a:cubicBezTo>
                    <a:pt x="42" y="50"/>
                    <a:pt x="48" y="50"/>
                    <a:pt x="50" y="56"/>
                  </a:cubicBezTo>
                  <a:cubicBezTo>
                    <a:pt x="51" y="62"/>
                    <a:pt x="49" y="67"/>
                    <a:pt x="45" y="71"/>
                  </a:cubicBezTo>
                  <a:cubicBezTo>
                    <a:pt x="41" y="75"/>
                    <a:pt x="40" y="78"/>
                    <a:pt x="39" y="84"/>
                  </a:cubicBezTo>
                  <a:cubicBezTo>
                    <a:pt x="36" y="96"/>
                    <a:pt x="27" y="103"/>
                    <a:pt x="18" y="89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Freeform 57">
              <a:extLst>
                <a:ext uri="{FF2B5EF4-FFF2-40B4-BE49-F238E27FC236}">
                  <a16:creationId xmlns:a16="http://schemas.microsoft.com/office/drawing/2014/main" id="{F2D6CEEC-CA7A-4100-9735-CA681E99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514"/>
              <a:ext cx="140" cy="143"/>
            </a:xfrm>
            <a:custGeom>
              <a:avLst/>
              <a:gdLst>
                <a:gd name="T0" fmla="*/ 676 w 41"/>
                <a:gd name="T1" fmla="*/ 0 h 39"/>
                <a:gd name="T2" fmla="*/ 1352 w 41"/>
                <a:gd name="T3" fmla="*/ 499 h 39"/>
                <a:gd name="T4" fmla="*/ 1598 w 41"/>
                <a:gd name="T5" fmla="*/ 942 h 39"/>
                <a:gd name="T6" fmla="*/ 1598 w 41"/>
                <a:gd name="T7" fmla="*/ 1331 h 39"/>
                <a:gd name="T8" fmla="*/ 990 w 41"/>
                <a:gd name="T9" fmla="*/ 1870 h 39"/>
                <a:gd name="T10" fmla="*/ 0 w 41"/>
                <a:gd name="T11" fmla="*/ 38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9">
                  <a:moveTo>
                    <a:pt x="17" y="0"/>
                  </a:moveTo>
                  <a:cubicBezTo>
                    <a:pt x="21" y="7"/>
                    <a:pt x="29" y="5"/>
                    <a:pt x="34" y="10"/>
                  </a:cubicBezTo>
                  <a:cubicBezTo>
                    <a:pt x="37" y="13"/>
                    <a:pt x="36" y="19"/>
                    <a:pt x="40" y="19"/>
                  </a:cubicBezTo>
                  <a:cubicBezTo>
                    <a:pt x="40" y="21"/>
                    <a:pt x="41" y="24"/>
                    <a:pt x="40" y="27"/>
                  </a:cubicBezTo>
                  <a:cubicBezTo>
                    <a:pt x="38" y="32"/>
                    <a:pt x="30" y="37"/>
                    <a:pt x="25" y="38"/>
                  </a:cubicBezTo>
                  <a:cubicBezTo>
                    <a:pt x="10" y="39"/>
                    <a:pt x="6" y="19"/>
                    <a:pt x="0" y="8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Freeform 58">
              <a:extLst>
                <a:ext uri="{FF2B5EF4-FFF2-40B4-BE49-F238E27FC236}">
                  <a16:creationId xmlns:a16="http://schemas.microsoft.com/office/drawing/2014/main" id="{D5C5868D-478B-46A2-B057-E8882430C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474"/>
              <a:ext cx="240" cy="186"/>
            </a:xfrm>
            <a:custGeom>
              <a:avLst/>
              <a:gdLst>
                <a:gd name="T0" fmla="*/ 0 w 70"/>
                <a:gd name="T1" fmla="*/ 1065 h 51"/>
                <a:gd name="T2" fmla="*/ 319 w 70"/>
                <a:gd name="T3" fmla="*/ 1171 h 51"/>
                <a:gd name="T4" fmla="*/ 730 w 70"/>
                <a:gd name="T5" fmla="*/ 624 h 51"/>
                <a:gd name="T6" fmla="*/ 1810 w 70"/>
                <a:gd name="T7" fmla="*/ 146 h 51"/>
                <a:gd name="T8" fmla="*/ 2787 w 70"/>
                <a:gd name="T9" fmla="*/ 879 h 51"/>
                <a:gd name="T10" fmla="*/ 2174 w 70"/>
                <a:gd name="T11" fmla="*/ 2090 h 51"/>
                <a:gd name="T12" fmla="*/ 682 w 70"/>
                <a:gd name="T13" fmla="*/ 2236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1">
                  <a:moveTo>
                    <a:pt x="0" y="22"/>
                  </a:moveTo>
                  <a:cubicBezTo>
                    <a:pt x="2" y="25"/>
                    <a:pt x="5" y="24"/>
                    <a:pt x="8" y="24"/>
                  </a:cubicBezTo>
                  <a:cubicBezTo>
                    <a:pt x="17" y="23"/>
                    <a:pt x="13" y="19"/>
                    <a:pt x="18" y="13"/>
                  </a:cubicBezTo>
                  <a:cubicBezTo>
                    <a:pt x="22" y="6"/>
                    <a:pt x="38" y="4"/>
                    <a:pt x="45" y="3"/>
                  </a:cubicBezTo>
                  <a:cubicBezTo>
                    <a:pt x="57" y="0"/>
                    <a:pt x="70" y="4"/>
                    <a:pt x="69" y="18"/>
                  </a:cubicBezTo>
                  <a:cubicBezTo>
                    <a:pt x="69" y="28"/>
                    <a:pt x="61" y="38"/>
                    <a:pt x="54" y="43"/>
                  </a:cubicBezTo>
                  <a:cubicBezTo>
                    <a:pt x="45" y="51"/>
                    <a:pt x="28" y="47"/>
                    <a:pt x="17" y="46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Freeform 59">
              <a:extLst>
                <a:ext uri="{FF2B5EF4-FFF2-40B4-BE49-F238E27FC236}">
                  <a16:creationId xmlns:a16="http://schemas.microsoft.com/office/drawing/2014/main" id="{82C0F99F-069E-4310-A0D8-FE49CDE1C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397"/>
              <a:ext cx="68" cy="157"/>
            </a:xfrm>
            <a:custGeom>
              <a:avLst/>
              <a:gdLst>
                <a:gd name="T0" fmla="*/ 785 w 20"/>
                <a:gd name="T1" fmla="*/ 2092 h 43"/>
                <a:gd name="T2" fmla="*/ 357 w 20"/>
                <a:gd name="T3" fmla="*/ 1891 h 43"/>
                <a:gd name="T4" fmla="*/ 116 w 20"/>
                <a:gd name="T5" fmla="*/ 1508 h 43"/>
                <a:gd name="T6" fmla="*/ 116 w 20"/>
                <a:gd name="T7" fmla="*/ 1121 h 43"/>
                <a:gd name="T8" fmla="*/ 34 w 20"/>
                <a:gd name="T9" fmla="*/ 774 h 43"/>
                <a:gd name="T10" fmla="*/ 231 w 20"/>
                <a:gd name="T11" fmla="*/ 201 h 43"/>
                <a:gd name="T12" fmla="*/ 357 w 20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3">
                  <a:moveTo>
                    <a:pt x="20" y="43"/>
                  </a:moveTo>
                  <a:cubicBezTo>
                    <a:pt x="16" y="43"/>
                    <a:pt x="13" y="40"/>
                    <a:pt x="9" y="39"/>
                  </a:cubicBezTo>
                  <a:cubicBezTo>
                    <a:pt x="4" y="38"/>
                    <a:pt x="2" y="37"/>
                    <a:pt x="3" y="31"/>
                  </a:cubicBezTo>
                  <a:cubicBezTo>
                    <a:pt x="3" y="28"/>
                    <a:pt x="4" y="26"/>
                    <a:pt x="3" y="23"/>
                  </a:cubicBezTo>
                  <a:cubicBezTo>
                    <a:pt x="3" y="20"/>
                    <a:pt x="1" y="18"/>
                    <a:pt x="1" y="16"/>
                  </a:cubicBezTo>
                  <a:cubicBezTo>
                    <a:pt x="0" y="11"/>
                    <a:pt x="7" y="9"/>
                    <a:pt x="6" y="4"/>
                  </a:cubicBezTo>
                  <a:cubicBezTo>
                    <a:pt x="7" y="3"/>
                    <a:pt x="8" y="1"/>
                    <a:pt x="9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Freeform 60">
              <a:extLst>
                <a:ext uri="{FF2B5EF4-FFF2-40B4-BE49-F238E27FC236}">
                  <a16:creationId xmlns:a16="http://schemas.microsoft.com/office/drawing/2014/main" id="{0C841353-F89E-4BFD-8160-F12A738BB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126"/>
              <a:ext cx="192" cy="154"/>
            </a:xfrm>
            <a:custGeom>
              <a:avLst/>
              <a:gdLst>
                <a:gd name="T0" fmla="*/ 34 w 56"/>
                <a:gd name="T1" fmla="*/ 1628 h 42"/>
                <a:gd name="T2" fmla="*/ 319 w 56"/>
                <a:gd name="T3" fmla="*/ 741 h 42"/>
                <a:gd name="T4" fmla="*/ 765 w 56"/>
                <a:gd name="T5" fmla="*/ 590 h 42"/>
                <a:gd name="T6" fmla="*/ 1694 w 56"/>
                <a:gd name="T7" fmla="*/ 297 h 42"/>
                <a:gd name="T8" fmla="*/ 2174 w 56"/>
                <a:gd name="T9" fmla="*/ 942 h 42"/>
                <a:gd name="T10" fmla="*/ 2222 w 56"/>
                <a:gd name="T11" fmla="*/ 1236 h 42"/>
                <a:gd name="T12" fmla="*/ 1694 w 56"/>
                <a:gd name="T13" fmla="*/ 1628 h 42"/>
                <a:gd name="T14" fmla="*/ 1128 w 56"/>
                <a:gd name="T15" fmla="*/ 2072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42">
                  <a:moveTo>
                    <a:pt x="1" y="33"/>
                  </a:moveTo>
                  <a:cubicBezTo>
                    <a:pt x="0" y="29"/>
                    <a:pt x="5" y="18"/>
                    <a:pt x="8" y="15"/>
                  </a:cubicBezTo>
                  <a:cubicBezTo>
                    <a:pt x="12" y="11"/>
                    <a:pt x="15" y="13"/>
                    <a:pt x="19" y="12"/>
                  </a:cubicBezTo>
                  <a:cubicBezTo>
                    <a:pt x="27" y="10"/>
                    <a:pt x="33" y="0"/>
                    <a:pt x="42" y="6"/>
                  </a:cubicBezTo>
                  <a:cubicBezTo>
                    <a:pt x="45" y="8"/>
                    <a:pt x="52" y="15"/>
                    <a:pt x="54" y="19"/>
                  </a:cubicBezTo>
                  <a:cubicBezTo>
                    <a:pt x="55" y="21"/>
                    <a:pt x="56" y="23"/>
                    <a:pt x="55" y="25"/>
                  </a:cubicBezTo>
                  <a:cubicBezTo>
                    <a:pt x="53" y="29"/>
                    <a:pt x="45" y="31"/>
                    <a:pt x="42" y="33"/>
                  </a:cubicBezTo>
                  <a:cubicBezTo>
                    <a:pt x="37" y="35"/>
                    <a:pt x="33" y="39"/>
                    <a:pt x="28" y="42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Freeform 61">
              <a:extLst>
                <a:ext uri="{FF2B5EF4-FFF2-40B4-BE49-F238E27FC236}">
                  <a16:creationId xmlns:a16="http://schemas.microsoft.com/office/drawing/2014/main" id="{0D135CBE-6F78-41A2-8A96-0A3A1278D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349"/>
              <a:ext cx="96" cy="132"/>
            </a:xfrm>
            <a:custGeom>
              <a:avLst/>
              <a:gdLst>
                <a:gd name="T0" fmla="*/ 117 w 28"/>
                <a:gd name="T1" fmla="*/ 95 h 36"/>
                <a:gd name="T2" fmla="*/ 165 w 28"/>
                <a:gd name="T3" fmla="*/ 1034 h 36"/>
                <a:gd name="T4" fmla="*/ 765 w 28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6">
                  <a:moveTo>
                    <a:pt x="3" y="2"/>
                  </a:moveTo>
                  <a:cubicBezTo>
                    <a:pt x="7" y="8"/>
                    <a:pt x="0" y="15"/>
                    <a:pt x="4" y="21"/>
                  </a:cubicBezTo>
                  <a:cubicBezTo>
                    <a:pt x="13" y="36"/>
                    <a:pt x="28" y="10"/>
                    <a:pt x="19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Freeform 62">
              <a:extLst>
                <a:ext uri="{FF2B5EF4-FFF2-40B4-BE49-F238E27FC236}">
                  <a16:creationId xmlns:a16="http://schemas.microsoft.com/office/drawing/2014/main" id="{CB0330FF-5863-428C-9855-C551391BA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536"/>
              <a:ext cx="76" cy="121"/>
            </a:xfrm>
            <a:custGeom>
              <a:avLst/>
              <a:gdLst>
                <a:gd name="T0" fmla="*/ 739 w 22"/>
                <a:gd name="T1" fmla="*/ 348 h 33"/>
                <a:gd name="T2" fmla="*/ 788 w 22"/>
                <a:gd name="T3" fmla="*/ 741 h 33"/>
                <a:gd name="T4" fmla="*/ 871 w 22"/>
                <a:gd name="T5" fmla="*/ 1034 h 33"/>
                <a:gd name="T6" fmla="*/ 535 w 22"/>
                <a:gd name="T7" fmla="*/ 1628 h 33"/>
                <a:gd name="T8" fmla="*/ 335 w 22"/>
                <a:gd name="T9" fmla="*/ 686 h 33"/>
                <a:gd name="T10" fmla="*/ 204 w 22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3">
                  <a:moveTo>
                    <a:pt x="18" y="7"/>
                  </a:moveTo>
                  <a:cubicBezTo>
                    <a:pt x="19" y="10"/>
                    <a:pt x="18" y="12"/>
                    <a:pt x="19" y="15"/>
                  </a:cubicBezTo>
                  <a:cubicBezTo>
                    <a:pt x="19" y="17"/>
                    <a:pt x="21" y="18"/>
                    <a:pt x="21" y="21"/>
                  </a:cubicBezTo>
                  <a:cubicBezTo>
                    <a:pt x="22" y="26"/>
                    <a:pt x="19" y="31"/>
                    <a:pt x="13" y="33"/>
                  </a:cubicBezTo>
                  <a:cubicBezTo>
                    <a:pt x="11" y="27"/>
                    <a:pt x="11" y="20"/>
                    <a:pt x="8" y="14"/>
                  </a:cubicBezTo>
                  <a:cubicBezTo>
                    <a:pt x="5" y="10"/>
                    <a:pt x="0" y="5"/>
                    <a:pt x="5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Freeform 63">
              <a:extLst>
                <a:ext uri="{FF2B5EF4-FFF2-40B4-BE49-F238E27FC236}">
                  <a16:creationId xmlns:a16="http://schemas.microsoft.com/office/drawing/2014/main" id="{CBF13510-7DE4-48A6-BF51-011564A7A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134"/>
              <a:ext cx="93" cy="76"/>
            </a:xfrm>
            <a:custGeom>
              <a:avLst/>
              <a:gdLst>
                <a:gd name="T0" fmla="*/ 1102 w 27"/>
                <a:gd name="T1" fmla="*/ 525 h 21"/>
                <a:gd name="T2" fmla="*/ 451 w 27"/>
                <a:gd name="T3" fmla="*/ 51 h 21"/>
                <a:gd name="T4" fmla="*/ 617 w 27"/>
                <a:gd name="T5" fmla="*/ 99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27" y="11"/>
                  </a:moveTo>
                  <a:cubicBezTo>
                    <a:pt x="20" y="12"/>
                    <a:pt x="18" y="0"/>
                    <a:pt x="11" y="1"/>
                  </a:cubicBezTo>
                  <a:cubicBezTo>
                    <a:pt x="0" y="3"/>
                    <a:pt x="14" y="18"/>
                    <a:pt x="15" y="21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Freeform 64">
              <a:extLst>
                <a:ext uri="{FF2B5EF4-FFF2-40B4-BE49-F238E27FC236}">
                  <a16:creationId xmlns:a16="http://schemas.microsoft.com/office/drawing/2014/main" id="{0D560B21-D366-438E-8AA3-18EF3ADE1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269"/>
              <a:ext cx="374" cy="527"/>
            </a:xfrm>
            <a:custGeom>
              <a:avLst/>
              <a:gdLst>
                <a:gd name="T0" fmla="*/ 4402 w 109"/>
                <a:gd name="T1" fmla="*/ 0 h 144"/>
                <a:gd name="T2" fmla="*/ 528 w 109"/>
                <a:gd name="T3" fmla="*/ 4512 h 144"/>
                <a:gd name="T4" fmla="*/ 446 w 109"/>
                <a:gd name="T5" fmla="*/ 7060 h 144"/>
                <a:gd name="T6" fmla="*/ 848 w 109"/>
                <a:gd name="T7" fmla="*/ 4311 h 144"/>
                <a:gd name="T8" fmla="*/ 4402 w 109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44">
                  <a:moveTo>
                    <a:pt x="109" y="0"/>
                  </a:moveTo>
                  <a:cubicBezTo>
                    <a:pt x="88" y="18"/>
                    <a:pt x="25" y="68"/>
                    <a:pt x="13" y="92"/>
                  </a:cubicBezTo>
                  <a:cubicBezTo>
                    <a:pt x="0" y="115"/>
                    <a:pt x="2" y="137"/>
                    <a:pt x="11" y="144"/>
                  </a:cubicBezTo>
                  <a:cubicBezTo>
                    <a:pt x="6" y="137"/>
                    <a:pt x="4" y="111"/>
                    <a:pt x="21" y="88"/>
                  </a:cubicBezTo>
                  <a:cubicBezTo>
                    <a:pt x="38" y="66"/>
                    <a:pt x="100" y="7"/>
                    <a:pt x="109" y="0"/>
                  </a:cubicBezTo>
                  <a:close/>
                </a:path>
              </a:pathLst>
            </a:custGeom>
            <a:solidFill>
              <a:srgbClr val="E2B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Freeform 65">
              <a:extLst>
                <a:ext uri="{FF2B5EF4-FFF2-40B4-BE49-F238E27FC236}">
                  <a16:creationId xmlns:a16="http://schemas.microsoft.com/office/drawing/2014/main" id="{58B81D53-D748-4FEF-9432-A4AE098A4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327"/>
              <a:ext cx="1166" cy="70"/>
            </a:xfrm>
            <a:custGeom>
              <a:avLst/>
              <a:gdLst>
                <a:gd name="T0" fmla="*/ 10926 w 340"/>
                <a:gd name="T1" fmla="*/ 151 h 19"/>
                <a:gd name="T2" fmla="*/ 9842 w 340"/>
                <a:gd name="T3" fmla="*/ 243 h 19"/>
                <a:gd name="T4" fmla="*/ 9798 w 340"/>
                <a:gd name="T5" fmla="*/ 243 h 19"/>
                <a:gd name="T6" fmla="*/ 6211 w 340"/>
                <a:gd name="T7" fmla="*/ 597 h 19"/>
                <a:gd name="T8" fmla="*/ 2377 w 340"/>
                <a:gd name="T9" fmla="*/ 556 h 19"/>
                <a:gd name="T10" fmla="*/ 0 w 340"/>
                <a:gd name="T11" fmla="*/ 354 h 19"/>
                <a:gd name="T12" fmla="*/ 0 w 340"/>
                <a:gd name="T13" fmla="*/ 354 h 19"/>
                <a:gd name="T14" fmla="*/ 2377 w 340"/>
                <a:gd name="T15" fmla="*/ 597 h 19"/>
                <a:gd name="T16" fmla="*/ 6255 w 340"/>
                <a:gd name="T17" fmla="*/ 652 h 19"/>
                <a:gd name="T18" fmla="*/ 9798 w 340"/>
                <a:gd name="T19" fmla="*/ 298 h 19"/>
                <a:gd name="T20" fmla="*/ 9842 w 340"/>
                <a:gd name="T21" fmla="*/ 298 h 19"/>
                <a:gd name="T22" fmla="*/ 10926 w 340"/>
                <a:gd name="T23" fmla="*/ 203 h 19"/>
                <a:gd name="T24" fmla="*/ 13714 w 340"/>
                <a:gd name="T25" fmla="*/ 243 h 19"/>
                <a:gd name="T26" fmla="*/ 13714 w 340"/>
                <a:gd name="T27" fmla="*/ 243 h 19"/>
                <a:gd name="T28" fmla="*/ 10926 w 340"/>
                <a:gd name="T29" fmla="*/ 151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0" h="19">
                  <a:moveTo>
                    <a:pt x="271" y="3"/>
                  </a:moveTo>
                  <a:cubicBezTo>
                    <a:pt x="262" y="4"/>
                    <a:pt x="253" y="4"/>
                    <a:pt x="244" y="5"/>
                  </a:cubicBezTo>
                  <a:cubicBezTo>
                    <a:pt x="243" y="5"/>
                    <a:pt x="243" y="5"/>
                    <a:pt x="243" y="5"/>
                  </a:cubicBezTo>
                  <a:cubicBezTo>
                    <a:pt x="213" y="6"/>
                    <a:pt x="184" y="7"/>
                    <a:pt x="154" y="12"/>
                  </a:cubicBezTo>
                  <a:cubicBezTo>
                    <a:pt x="121" y="18"/>
                    <a:pt x="91" y="14"/>
                    <a:pt x="59" y="11"/>
                  </a:cubicBezTo>
                  <a:cubicBezTo>
                    <a:pt x="40" y="9"/>
                    <a:pt x="21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0" y="7"/>
                    <a:pt x="40" y="10"/>
                    <a:pt x="59" y="12"/>
                  </a:cubicBezTo>
                  <a:cubicBezTo>
                    <a:pt x="91" y="16"/>
                    <a:pt x="122" y="19"/>
                    <a:pt x="155" y="13"/>
                  </a:cubicBezTo>
                  <a:cubicBezTo>
                    <a:pt x="184" y="8"/>
                    <a:pt x="213" y="7"/>
                    <a:pt x="243" y="6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53" y="6"/>
                    <a:pt x="262" y="5"/>
                    <a:pt x="271" y="4"/>
                  </a:cubicBezTo>
                  <a:cubicBezTo>
                    <a:pt x="294" y="2"/>
                    <a:pt x="317" y="1"/>
                    <a:pt x="340" y="5"/>
                  </a:cubicBezTo>
                  <a:cubicBezTo>
                    <a:pt x="340" y="5"/>
                    <a:pt x="340" y="5"/>
                    <a:pt x="340" y="5"/>
                  </a:cubicBezTo>
                  <a:cubicBezTo>
                    <a:pt x="318" y="0"/>
                    <a:pt x="294" y="1"/>
                    <a:pt x="271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Freeform 66">
              <a:extLst>
                <a:ext uri="{FF2B5EF4-FFF2-40B4-BE49-F238E27FC236}">
                  <a16:creationId xmlns:a16="http://schemas.microsoft.com/office/drawing/2014/main" id="{58BAF543-55B0-4F45-A25E-B7C1958CF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280"/>
              <a:ext cx="1155" cy="197"/>
            </a:xfrm>
            <a:custGeom>
              <a:avLst/>
              <a:gdLst>
                <a:gd name="T0" fmla="*/ 10830 w 337"/>
                <a:gd name="T1" fmla="*/ 1944 h 54"/>
                <a:gd name="T2" fmla="*/ 9703 w 337"/>
                <a:gd name="T3" fmla="*/ 1799 h 54"/>
                <a:gd name="T4" fmla="*/ 9703 w 337"/>
                <a:gd name="T5" fmla="*/ 1799 h 54"/>
                <a:gd name="T6" fmla="*/ 6121 w 337"/>
                <a:gd name="T7" fmla="*/ 1452 h 54"/>
                <a:gd name="T8" fmla="*/ 2372 w 337"/>
                <a:gd name="T9" fmla="*/ 624 h 54"/>
                <a:gd name="T10" fmla="*/ 0 w 337"/>
                <a:gd name="T11" fmla="*/ 0 h 54"/>
                <a:gd name="T12" fmla="*/ 0 w 337"/>
                <a:gd name="T13" fmla="*/ 0 h 54"/>
                <a:gd name="T14" fmla="*/ 2337 w 337"/>
                <a:gd name="T15" fmla="*/ 733 h 54"/>
                <a:gd name="T16" fmla="*/ 6121 w 337"/>
                <a:gd name="T17" fmla="*/ 1503 h 54"/>
                <a:gd name="T18" fmla="*/ 9703 w 337"/>
                <a:gd name="T19" fmla="*/ 1890 h 54"/>
                <a:gd name="T20" fmla="*/ 9703 w 337"/>
                <a:gd name="T21" fmla="*/ 1890 h 54"/>
                <a:gd name="T22" fmla="*/ 10830 w 337"/>
                <a:gd name="T23" fmla="*/ 1996 h 54"/>
                <a:gd name="T24" fmla="*/ 13569 w 337"/>
                <a:gd name="T25" fmla="*/ 2623 h 54"/>
                <a:gd name="T26" fmla="*/ 13569 w 337"/>
                <a:gd name="T27" fmla="*/ 2623 h 54"/>
                <a:gd name="T28" fmla="*/ 10830 w 337"/>
                <a:gd name="T29" fmla="*/ 1944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7" h="54">
                  <a:moveTo>
                    <a:pt x="269" y="40"/>
                  </a:moveTo>
                  <a:cubicBezTo>
                    <a:pt x="260" y="39"/>
                    <a:pt x="250" y="39"/>
                    <a:pt x="241" y="37"/>
                  </a:cubicBezTo>
                  <a:cubicBezTo>
                    <a:pt x="241" y="37"/>
                    <a:pt x="241" y="37"/>
                    <a:pt x="241" y="37"/>
                  </a:cubicBezTo>
                  <a:cubicBezTo>
                    <a:pt x="211" y="33"/>
                    <a:pt x="182" y="30"/>
                    <a:pt x="152" y="30"/>
                  </a:cubicBezTo>
                  <a:cubicBezTo>
                    <a:pt x="119" y="30"/>
                    <a:pt x="90" y="22"/>
                    <a:pt x="59" y="13"/>
                  </a:cubicBezTo>
                  <a:cubicBezTo>
                    <a:pt x="40" y="8"/>
                    <a:pt x="21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3"/>
                    <a:pt x="40" y="9"/>
                    <a:pt x="58" y="15"/>
                  </a:cubicBezTo>
                  <a:cubicBezTo>
                    <a:pt x="89" y="23"/>
                    <a:pt x="119" y="32"/>
                    <a:pt x="152" y="31"/>
                  </a:cubicBezTo>
                  <a:cubicBezTo>
                    <a:pt x="182" y="31"/>
                    <a:pt x="211" y="35"/>
                    <a:pt x="241" y="39"/>
                  </a:cubicBezTo>
                  <a:cubicBezTo>
                    <a:pt x="241" y="39"/>
                    <a:pt x="241" y="39"/>
                    <a:pt x="241" y="39"/>
                  </a:cubicBezTo>
                  <a:cubicBezTo>
                    <a:pt x="250" y="40"/>
                    <a:pt x="260" y="41"/>
                    <a:pt x="269" y="41"/>
                  </a:cubicBezTo>
                  <a:cubicBezTo>
                    <a:pt x="292" y="43"/>
                    <a:pt x="314" y="45"/>
                    <a:pt x="337" y="54"/>
                  </a:cubicBezTo>
                  <a:cubicBezTo>
                    <a:pt x="337" y="54"/>
                    <a:pt x="337" y="54"/>
                    <a:pt x="337" y="54"/>
                  </a:cubicBezTo>
                  <a:cubicBezTo>
                    <a:pt x="315" y="44"/>
                    <a:pt x="292" y="42"/>
                    <a:pt x="269" y="4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Freeform 67">
              <a:extLst>
                <a:ext uri="{FF2B5EF4-FFF2-40B4-BE49-F238E27FC236}">
                  <a16:creationId xmlns:a16="http://schemas.microsoft.com/office/drawing/2014/main" id="{2117241E-F7FC-44E5-89CA-42DFADDB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54"/>
              <a:ext cx="1166" cy="70"/>
            </a:xfrm>
            <a:custGeom>
              <a:avLst/>
              <a:gdLst>
                <a:gd name="T0" fmla="*/ 10926 w 340"/>
                <a:gd name="T1" fmla="*/ 151 h 19"/>
                <a:gd name="T2" fmla="*/ 9842 w 340"/>
                <a:gd name="T3" fmla="*/ 243 h 19"/>
                <a:gd name="T4" fmla="*/ 9798 w 340"/>
                <a:gd name="T5" fmla="*/ 243 h 19"/>
                <a:gd name="T6" fmla="*/ 6211 w 340"/>
                <a:gd name="T7" fmla="*/ 597 h 19"/>
                <a:gd name="T8" fmla="*/ 2377 w 340"/>
                <a:gd name="T9" fmla="*/ 556 h 19"/>
                <a:gd name="T10" fmla="*/ 0 w 340"/>
                <a:gd name="T11" fmla="*/ 354 h 19"/>
                <a:gd name="T12" fmla="*/ 0 w 340"/>
                <a:gd name="T13" fmla="*/ 354 h 19"/>
                <a:gd name="T14" fmla="*/ 2377 w 340"/>
                <a:gd name="T15" fmla="*/ 597 h 19"/>
                <a:gd name="T16" fmla="*/ 6255 w 340"/>
                <a:gd name="T17" fmla="*/ 652 h 19"/>
                <a:gd name="T18" fmla="*/ 9798 w 340"/>
                <a:gd name="T19" fmla="*/ 298 h 19"/>
                <a:gd name="T20" fmla="*/ 9842 w 340"/>
                <a:gd name="T21" fmla="*/ 298 h 19"/>
                <a:gd name="T22" fmla="*/ 10926 w 340"/>
                <a:gd name="T23" fmla="*/ 203 h 19"/>
                <a:gd name="T24" fmla="*/ 13714 w 340"/>
                <a:gd name="T25" fmla="*/ 243 h 19"/>
                <a:gd name="T26" fmla="*/ 13714 w 340"/>
                <a:gd name="T27" fmla="*/ 243 h 19"/>
                <a:gd name="T28" fmla="*/ 10926 w 340"/>
                <a:gd name="T29" fmla="*/ 151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0" h="19">
                  <a:moveTo>
                    <a:pt x="271" y="3"/>
                  </a:moveTo>
                  <a:cubicBezTo>
                    <a:pt x="262" y="4"/>
                    <a:pt x="253" y="5"/>
                    <a:pt x="244" y="5"/>
                  </a:cubicBezTo>
                  <a:cubicBezTo>
                    <a:pt x="243" y="5"/>
                    <a:pt x="243" y="5"/>
                    <a:pt x="243" y="5"/>
                  </a:cubicBezTo>
                  <a:cubicBezTo>
                    <a:pt x="213" y="6"/>
                    <a:pt x="184" y="7"/>
                    <a:pt x="154" y="12"/>
                  </a:cubicBezTo>
                  <a:cubicBezTo>
                    <a:pt x="121" y="18"/>
                    <a:pt x="91" y="15"/>
                    <a:pt x="59" y="11"/>
                  </a:cubicBezTo>
                  <a:cubicBezTo>
                    <a:pt x="40" y="9"/>
                    <a:pt x="21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0" y="7"/>
                    <a:pt x="40" y="10"/>
                    <a:pt x="59" y="12"/>
                  </a:cubicBezTo>
                  <a:cubicBezTo>
                    <a:pt x="91" y="16"/>
                    <a:pt x="122" y="19"/>
                    <a:pt x="155" y="13"/>
                  </a:cubicBezTo>
                  <a:cubicBezTo>
                    <a:pt x="184" y="8"/>
                    <a:pt x="213" y="7"/>
                    <a:pt x="243" y="6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53" y="6"/>
                    <a:pt x="262" y="5"/>
                    <a:pt x="271" y="4"/>
                  </a:cubicBezTo>
                  <a:cubicBezTo>
                    <a:pt x="294" y="2"/>
                    <a:pt x="317" y="1"/>
                    <a:pt x="340" y="5"/>
                  </a:cubicBezTo>
                  <a:cubicBezTo>
                    <a:pt x="340" y="5"/>
                    <a:pt x="340" y="5"/>
                    <a:pt x="340" y="5"/>
                  </a:cubicBezTo>
                  <a:cubicBezTo>
                    <a:pt x="318" y="0"/>
                    <a:pt x="294" y="1"/>
                    <a:pt x="271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Freeform 68">
              <a:extLst>
                <a:ext uri="{FF2B5EF4-FFF2-40B4-BE49-F238E27FC236}">
                  <a16:creationId xmlns:a16="http://schemas.microsoft.com/office/drawing/2014/main" id="{736F1B47-D89E-48BC-A5FB-CFBA3DE6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463"/>
              <a:ext cx="1145" cy="248"/>
            </a:xfrm>
            <a:custGeom>
              <a:avLst/>
              <a:gdLst>
                <a:gd name="T0" fmla="*/ 10754 w 334"/>
                <a:gd name="T1" fmla="*/ 2473 h 68"/>
                <a:gd name="T2" fmla="*/ 9671 w 334"/>
                <a:gd name="T3" fmla="*/ 2327 h 68"/>
                <a:gd name="T4" fmla="*/ 9626 w 334"/>
                <a:gd name="T5" fmla="*/ 2327 h 68"/>
                <a:gd name="T6" fmla="*/ 6088 w 334"/>
                <a:gd name="T7" fmla="*/ 1743 h 68"/>
                <a:gd name="T8" fmla="*/ 2338 w 334"/>
                <a:gd name="T9" fmla="*/ 773 h 68"/>
                <a:gd name="T10" fmla="*/ 0 w 334"/>
                <a:gd name="T11" fmla="*/ 0 h 68"/>
                <a:gd name="T12" fmla="*/ 0 w 334"/>
                <a:gd name="T13" fmla="*/ 0 h 68"/>
                <a:gd name="T14" fmla="*/ 2338 w 334"/>
                <a:gd name="T15" fmla="*/ 824 h 68"/>
                <a:gd name="T16" fmla="*/ 6088 w 334"/>
                <a:gd name="T17" fmla="*/ 1849 h 68"/>
                <a:gd name="T18" fmla="*/ 9626 w 334"/>
                <a:gd name="T19" fmla="*/ 2382 h 68"/>
                <a:gd name="T20" fmla="*/ 9626 w 334"/>
                <a:gd name="T21" fmla="*/ 2382 h 68"/>
                <a:gd name="T22" fmla="*/ 10754 w 334"/>
                <a:gd name="T23" fmla="*/ 2568 h 68"/>
                <a:gd name="T24" fmla="*/ 13455 w 334"/>
                <a:gd name="T25" fmla="*/ 3297 h 68"/>
                <a:gd name="T26" fmla="*/ 13455 w 334"/>
                <a:gd name="T27" fmla="*/ 3297 h 68"/>
                <a:gd name="T28" fmla="*/ 10754 w 334"/>
                <a:gd name="T29" fmla="*/ 2473 h 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4" h="68">
                  <a:moveTo>
                    <a:pt x="267" y="51"/>
                  </a:moveTo>
                  <a:cubicBezTo>
                    <a:pt x="258" y="50"/>
                    <a:pt x="249" y="49"/>
                    <a:pt x="240" y="48"/>
                  </a:cubicBezTo>
                  <a:cubicBezTo>
                    <a:pt x="239" y="48"/>
                    <a:pt x="239" y="48"/>
                    <a:pt x="239" y="48"/>
                  </a:cubicBezTo>
                  <a:cubicBezTo>
                    <a:pt x="209" y="42"/>
                    <a:pt x="181" y="37"/>
                    <a:pt x="151" y="36"/>
                  </a:cubicBezTo>
                  <a:cubicBezTo>
                    <a:pt x="117" y="35"/>
                    <a:pt x="89" y="26"/>
                    <a:pt x="58" y="16"/>
                  </a:cubicBezTo>
                  <a:cubicBezTo>
                    <a:pt x="40" y="10"/>
                    <a:pt x="2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0" y="5"/>
                    <a:pt x="39" y="11"/>
                    <a:pt x="58" y="17"/>
                  </a:cubicBezTo>
                  <a:cubicBezTo>
                    <a:pt x="88" y="27"/>
                    <a:pt x="117" y="37"/>
                    <a:pt x="151" y="38"/>
                  </a:cubicBezTo>
                  <a:cubicBezTo>
                    <a:pt x="181" y="39"/>
                    <a:pt x="209" y="44"/>
                    <a:pt x="239" y="49"/>
                  </a:cubicBezTo>
                  <a:cubicBezTo>
                    <a:pt x="239" y="49"/>
                    <a:pt x="239" y="49"/>
                    <a:pt x="239" y="49"/>
                  </a:cubicBezTo>
                  <a:cubicBezTo>
                    <a:pt x="248" y="50"/>
                    <a:pt x="258" y="52"/>
                    <a:pt x="267" y="53"/>
                  </a:cubicBezTo>
                  <a:cubicBezTo>
                    <a:pt x="290" y="55"/>
                    <a:pt x="312" y="58"/>
                    <a:pt x="334" y="68"/>
                  </a:cubicBezTo>
                  <a:cubicBezTo>
                    <a:pt x="334" y="68"/>
                    <a:pt x="334" y="68"/>
                    <a:pt x="334" y="68"/>
                  </a:cubicBezTo>
                  <a:cubicBezTo>
                    <a:pt x="313" y="58"/>
                    <a:pt x="290" y="54"/>
                    <a:pt x="267" y="5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69">
              <a:extLst>
                <a:ext uri="{FF2B5EF4-FFF2-40B4-BE49-F238E27FC236}">
                  <a16:creationId xmlns:a16="http://schemas.microsoft.com/office/drawing/2014/main" id="{92CD392E-5921-4EE0-9A69-FB3B56BCF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602"/>
              <a:ext cx="665" cy="73"/>
            </a:xfrm>
            <a:custGeom>
              <a:avLst/>
              <a:gdLst>
                <a:gd name="T0" fmla="*/ 6321 w 194"/>
                <a:gd name="T1" fmla="*/ 241 h 20"/>
                <a:gd name="T2" fmla="*/ 5875 w 194"/>
                <a:gd name="T3" fmla="*/ 387 h 20"/>
                <a:gd name="T4" fmla="*/ 3630 w 194"/>
                <a:gd name="T5" fmla="*/ 493 h 20"/>
                <a:gd name="T6" fmla="*/ 1375 w 194"/>
                <a:gd name="T7" fmla="*/ 588 h 20"/>
                <a:gd name="T8" fmla="*/ 929 w 194"/>
                <a:gd name="T9" fmla="*/ 734 h 20"/>
                <a:gd name="T10" fmla="*/ 0 w 194"/>
                <a:gd name="T11" fmla="*/ 971 h 20"/>
                <a:gd name="T12" fmla="*/ 0 w 194"/>
                <a:gd name="T13" fmla="*/ 971 h 20"/>
                <a:gd name="T14" fmla="*/ 963 w 194"/>
                <a:gd name="T15" fmla="*/ 774 h 20"/>
                <a:gd name="T16" fmla="*/ 1375 w 194"/>
                <a:gd name="T17" fmla="*/ 628 h 20"/>
                <a:gd name="T18" fmla="*/ 3630 w 194"/>
                <a:gd name="T19" fmla="*/ 533 h 20"/>
                <a:gd name="T20" fmla="*/ 5875 w 194"/>
                <a:gd name="T21" fmla="*/ 438 h 20"/>
                <a:gd name="T22" fmla="*/ 6321 w 194"/>
                <a:gd name="T23" fmla="*/ 292 h 20"/>
                <a:gd name="T24" fmla="*/ 7815 w 194"/>
                <a:gd name="T25" fmla="*/ 95 h 20"/>
                <a:gd name="T26" fmla="*/ 7815 w 194"/>
                <a:gd name="T27" fmla="*/ 95 h 20"/>
                <a:gd name="T28" fmla="*/ 6321 w 194"/>
                <a:gd name="T29" fmla="*/ 241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4" h="20">
                  <a:moveTo>
                    <a:pt x="157" y="5"/>
                  </a:moveTo>
                  <a:cubicBezTo>
                    <a:pt x="146" y="8"/>
                    <a:pt x="146" y="8"/>
                    <a:pt x="146" y="8"/>
                  </a:cubicBezTo>
                  <a:cubicBezTo>
                    <a:pt x="128" y="11"/>
                    <a:pt x="110" y="12"/>
                    <a:pt x="90" y="10"/>
                  </a:cubicBezTo>
                  <a:cubicBezTo>
                    <a:pt x="75" y="8"/>
                    <a:pt x="54" y="7"/>
                    <a:pt x="34" y="12"/>
                  </a:cubicBezTo>
                  <a:cubicBezTo>
                    <a:pt x="30" y="13"/>
                    <a:pt x="27" y="14"/>
                    <a:pt x="23" y="15"/>
                  </a:cubicBezTo>
                  <a:cubicBezTo>
                    <a:pt x="16" y="17"/>
                    <a:pt x="8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20"/>
                    <a:pt x="16" y="18"/>
                    <a:pt x="24" y="16"/>
                  </a:cubicBezTo>
                  <a:cubicBezTo>
                    <a:pt x="27" y="15"/>
                    <a:pt x="31" y="14"/>
                    <a:pt x="34" y="13"/>
                  </a:cubicBezTo>
                  <a:cubicBezTo>
                    <a:pt x="54" y="9"/>
                    <a:pt x="74" y="10"/>
                    <a:pt x="90" y="11"/>
                  </a:cubicBezTo>
                  <a:cubicBezTo>
                    <a:pt x="110" y="13"/>
                    <a:pt x="128" y="12"/>
                    <a:pt x="146" y="9"/>
                  </a:cubicBezTo>
                  <a:cubicBezTo>
                    <a:pt x="157" y="6"/>
                    <a:pt x="157" y="6"/>
                    <a:pt x="157" y="6"/>
                  </a:cubicBezTo>
                  <a:cubicBezTo>
                    <a:pt x="170" y="4"/>
                    <a:pt x="182" y="0"/>
                    <a:pt x="194" y="2"/>
                  </a:cubicBezTo>
                  <a:cubicBezTo>
                    <a:pt x="194" y="2"/>
                    <a:pt x="194" y="2"/>
                    <a:pt x="194" y="2"/>
                  </a:cubicBezTo>
                  <a:cubicBezTo>
                    <a:pt x="182" y="0"/>
                    <a:pt x="169" y="2"/>
                    <a:pt x="157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Freeform 70">
              <a:extLst>
                <a:ext uri="{FF2B5EF4-FFF2-40B4-BE49-F238E27FC236}">
                  <a16:creationId xmlns:a16="http://schemas.microsoft.com/office/drawing/2014/main" id="{73A19878-F468-47BB-9AB8-966FEE150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507"/>
              <a:ext cx="666" cy="69"/>
            </a:xfrm>
            <a:custGeom>
              <a:avLst/>
              <a:gdLst>
                <a:gd name="T0" fmla="*/ 6351 w 194"/>
                <a:gd name="T1" fmla="*/ 236 h 19"/>
                <a:gd name="T2" fmla="*/ 5870 w 194"/>
                <a:gd name="T3" fmla="*/ 330 h 19"/>
                <a:gd name="T4" fmla="*/ 3642 w 194"/>
                <a:gd name="T5" fmla="*/ 436 h 19"/>
                <a:gd name="T6" fmla="*/ 1332 w 194"/>
                <a:gd name="T7" fmla="*/ 527 h 19"/>
                <a:gd name="T8" fmla="*/ 930 w 194"/>
                <a:gd name="T9" fmla="*/ 672 h 19"/>
                <a:gd name="T10" fmla="*/ 0 w 194"/>
                <a:gd name="T11" fmla="*/ 912 h 19"/>
                <a:gd name="T12" fmla="*/ 0 w 194"/>
                <a:gd name="T13" fmla="*/ 912 h 19"/>
                <a:gd name="T14" fmla="*/ 930 w 194"/>
                <a:gd name="T15" fmla="*/ 712 h 19"/>
                <a:gd name="T16" fmla="*/ 1380 w 194"/>
                <a:gd name="T17" fmla="*/ 621 h 19"/>
                <a:gd name="T18" fmla="*/ 3642 w 194"/>
                <a:gd name="T19" fmla="*/ 476 h 19"/>
                <a:gd name="T20" fmla="*/ 5870 w 194"/>
                <a:gd name="T21" fmla="*/ 381 h 19"/>
                <a:gd name="T22" fmla="*/ 6351 w 194"/>
                <a:gd name="T23" fmla="*/ 291 h 19"/>
                <a:gd name="T24" fmla="*/ 7848 w 194"/>
                <a:gd name="T25" fmla="*/ 91 h 19"/>
                <a:gd name="T26" fmla="*/ 7848 w 194"/>
                <a:gd name="T27" fmla="*/ 91 h 19"/>
                <a:gd name="T28" fmla="*/ 6351 w 194"/>
                <a:gd name="T29" fmla="*/ 236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4" h="19">
                  <a:moveTo>
                    <a:pt x="157" y="5"/>
                  </a:moveTo>
                  <a:cubicBezTo>
                    <a:pt x="145" y="7"/>
                    <a:pt x="145" y="7"/>
                    <a:pt x="145" y="7"/>
                  </a:cubicBezTo>
                  <a:cubicBezTo>
                    <a:pt x="128" y="10"/>
                    <a:pt x="110" y="11"/>
                    <a:pt x="90" y="9"/>
                  </a:cubicBezTo>
                  <a:cubicBezTo>
                    <a:pt x="74" y="8"/>
                    <a:pt x="54" y="7"/>
                    <a:pt x="33" y="11"/>
                  </a:cubicBezTo>
                  <a:cubicBezTo>
                    <a:pt x="30" y="12"/>
                    <a:pt x="27" y="13"/>
                    <a:pt x="23" y="14"/>
                  </a:cubicBezTo>
                  <a:cubicBezTo>
                    <a:pt x="15" y="16"/>
                    <a:pt x="7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8" y="19"/>
                    <a:pt x="16" y="18"/>
                    <a:pt x="23" y="15"/>
                  </a:cubicBezTo>
                  <a:cubicBezTo>
                    <a:pt x="27" y="14"/>
                    <a:pt x="30" y="13"/>
                    <a:pt x="34" y="13"/>
                  </a:cubicBezTo>
                  <a:cubicBezTo>
                    <a:pt x="54" y="8"/>
                    <a:pt x="74" y="9"/>
                    <a:pt x="90" y="10"/>
                  </a:cubicBezTo>
                  <a:cubicBezTo>
                    <a:pt x="110" y="12"/>
                    <a:pt x="128" y="12"/>
                    <a:pt x="145" y="8"/>
                  </a:cubicBezTo>
                  <a:cubicBezTo>
                    <a:pt x="157" y="6"/>
                    <a:pt x="157" y="6"/>
                    <a:pt x="157" y="6"/>
                  </a:cubicBezTo>
                  <a:cubicBezTo>
                    <a:pt x="169" y="3"/>
                    <a:pt x="182" y="0"/>
                    <a:pt x="194" y="2"/>
                  </a:cubicBezTo>
                  <a:cubicBezTo>
                    <a:pt x="194" y="2"/>
                    <a:pt x="194" y="2"/>
                    <a:pt x="194" y="2"/>
                  </a:cubicBezTo>
                  <a:cubicBezTo>
                    <a:pt x="182" y="0"/>
                    <a:pt x="169" y="2"/>
                    <a:pt x="157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Freeform 71">
              <a:extLst>
                <a:ext uri="{FF2B5EF4-FFF2-40B4-BE49-F238E27FC236}">
                  <a16:creationId xmlns:a16="http://schemas.microsoft.com/office/drawing/2014/main" id="{AC81627B-79CB-432A-9368-DFCBA0D74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642"/>
              <a:ext cx="661" cy="73"/>
            </a:xfrm>
            <a:custGeom>
              <a:avLst/>
              <a:gdLst>
                <a:gd name="T0" fmla="*/ 6264 w 193"/>
                <a:gd name="T1" fmla="*/ 241 h 20"/>
                <a:gd name="T2" fmla="*/ 5829 w 193"/>
                <a:gd name="T3" fmla="*/ 347 h 20"/>
                <a:gd name="T4" fmla="*/ 3579 w 193"/>
                <a:gd name="T5" fmla="*/ 438 h 20"/>
                <a:gd name="T6" fmla="*/ 1325 w 193"/>
                <a:gd name="T7" fmla="*/ 588 h 20"/>
                <a:gd name="T8" fmla="*/ 928 w 193"/>
                <a:gd name="T9" fmla="*/ 679 h 20"/>
                <a:gd name="T10" fmla="*/ 0 w 193"/>
                <a:gd name="T11" fmla="*/ 920 h 20"/>
                <a:gd name="T12" fmla="*/ 0 w 193"/>
                <a:gd name="T13" fmla="*/ 920 h 20"/>
                <a:gd name="T14" fmla="*/ 928 w 193"/>
                <a:gd name="T15" fmla="*/ 774 h 20"/>
                <a:gd name="T16" fmla="*/ 1325 w 193"/>
                <a:gd name="T17" fmla="*/ 628 h 20"/>
                <a:gd name="T18" fmla="*/ 3579 w 193"/>
                <a:gd name="T19" fmla="*/ 533 h 20"/>
                <a:gd name="T20" fmla="*/ 5829 w 193"/>
                <a:gd name="T21" fmla="*/ 438 h 20"/>
                <a:gd name="T22" fmla="*/ 6312 w 193"/>
                <a:gd name="T23" fmla="*/ 292 h 20"/>
                <a:gd name="T24" fmla="*/ 7754 w 193"/>
                <a:gd name="T25" fmla="*/ 95 h 20"/>
                <a:gd name="T26" fmla="*/ 7754 w 193"/>
                <a:gd name="T27" fmla="*/ 95 h 20"/>
                <a:gd name="T28" fmla="*/ 6264 w 193"/>
                <a:gd name="T29" fmla="*/ 241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3" h="20">
                  <a:moveTo>
                    <a:pt x="156" y="5"/>
                  </a:moveTo>
                  <a:cubicBezTo>
                    <a:pt x="145" y="7"/>
                    <a:pt x="145" y="7"/>
                    <a:pt x="145" y="7"/>
                  </a:cubicBezTo>
                  <a:cubicBezTo>
                    <a:pt x="127" y="11"/>
                    <a:pt x="110" y="11"/>
                    <a:pt x="89" y="9"/>
                  </a:cubicBezTo>
                  <a:cubicBezTo>
                    <a:pt x="74" y="8"/>
                    <a:pt x="53" y="7"/>
                    <a:pt x="33" y="12"/>
                  </a:cubicBezTo>
                  <a:cubicBezTo>
                    <a:pt x="30" y="12"/>
                    <a:pt x="26" y="13"/>
                    <a:pt x="23" y="14"/>
                  </a:cubicBezTo>
                  <a:cubicBezTo>
                    <a:pt x="15" y="17"/>
                    <a:pt x="7" y="20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7" y="20"/>
                    <a:pt x="15" y="18"/>
                    <a:pt x="23" y="16"/>
                  </a:cubicBezTo>
                  <a:cubicBezTo>
                    <a:pt x="27" y="15"/>
                    <a:pt x="30" y="14"/>
                    <a:pt x="33" y="13"/>
                  </a:cubicBezTo>
                  <a:cubicBezTo>
                    <a:pt x="53" y="8"/>
                    <a:pt x="74" y="9"/>
                    <a:pt x="89" y="11"/>
                  </a:cubicBezTo>
                  <a:cubicBezTo>
                    <a:pt x="110" y="13"/>
                    <a:pt x="128" y="12"/>
                    <a:pt x="145" y="9"/>
                  </a:cubicBezTo>
                  <a:cubicBezTo>
                    <a:pt x="157" y="6"/>
                    <a:pt x="157" y="6"/>
                    <a:pt x="157" y="6"/>
                  </a:cubicBezTo>
                  <a:cubicBezTo>
                    <a:pt x="169" y="3"/>
                    <a:pt x="181" y="0"/>
                    <a:pt x="193" y="2"/>
                  </a:cubicBezTo>
                  <a:cubicBezTo>
                    <a:pt x="193" y="2"/>
                    <a:pt x="193" y="2"/>
                    <a:pt x="193" y="2"/>
                  </a:cubicBezTo>
                  <a:cubicBezTo>
                    <a:pt x="181" y="0"/>
                    <a:pt x="169" y="2"/>
                    <a:pt x="156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72">
              <a:extLst>
                <a:ext uri="{FF2B5EF4-FFF2-40B4-BE49-F238E27FC236}">
                  <a16:creationId xmlns:a16="http://schemas.microsoft.com/office/drawing/2014/main" id="{D96D76D7-A813-4918-BC26-BEECFDC9E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777"/>
              <a:ext cx="665" cy="73"/>
            </a:xfrm>
            <a:custGeom>
              <a:avLst/>
              <a:gdLst>
                <a:gd name="T0" fmla="*/ 6321 w 194"/>
                <a:gd name="T1" fmla="*/ 241 h 20"/>
                <a:gd name="T2" fmla="*/ 5841 w 194"/>
                <a:gd name="T3" fmla="*/ 387 h 20"/>
                <a:gd name="T4" fmla="*/ 3630 w 194"/>
                <a:gd name="T5" fmla="*/ 493 h 20"/>
                <a:gd name="T6" fmla="*/ 1327 w 194"/>
                <a:gd name="T7" fmla="*/ 588 h 20"/>
                <a:gd name="T8" fmla="*/ 929 w 194"/>
                <a:gd name="T9" fmla="*/ 734 h 20"/>
                <a:gd name="T10" fmla="*/ 0 w 194"/>
                <a:gd name="T11" fmla="*/ 971 h 20"/>
                <a:gd name="T12" fmla="*/ 0 w 194"/>
                <a:gd name="T13" fmla="*/ 971 h 20"/>
                <a:gd name="T14" fmla="*/ 929 w 194"/>
                <a:gd name="T15" fmla="*/ 774 h 20"/>
                <a:gd name="T16" fmla="*/ 1375 w 194"/>
                <a:gd name="T17" fmla="*/ 628 h 20"/>
                <a:gd name="T18" fmla="*/ 3630 w 194"/>
                <a:gd name="T19" fmla="*/ 533 h 20"/>
                <a:gd name="T20" fmla="*/ 5841 w 194"/>
                <a:gd name="T21" fmla="*/ 438 h 20"/>
                <a:gd name="T22" fmla="*/ 6321 w 194"/>
                <a:gd name="T23" fmla="*/ 292 h 20"/>
                <a:gd name="T24" fmla="*/ 7815 w 194"/>
                <a:gd name="T25" fmla="*/ 95 h 20"/>
                <a:gd name="T26" fmla="*/ 7815 w 194"/>
                <a:gd name="T27" fmla="*/ 95 h 20"/>
                <a:gd name="T28" fmla="*/ 6321 w 194"/>
                <a:gd name="T29" fmla="*/ 241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4" h="20">
                  <a:moveTo>
                    <a:pt x="157" y="5"/>
                  </a:moveTo>
                  <a:cubicBezTo>
                    <a:pt x="145" y="8"/>
                    <a:pt x="145" y="8"/>
                    <a:pt x="145" y="8"/>
                  </a:cubicBezTo>
                  <a:cubicBezTo>
                    <a:pt x="128" y="11"/>
                    <a:pt x="110" y="12"/>
                    <a:pt x="90" y="10"/>
                  </a:cubicBezTo>
                  <a:cubicBezTo>
                    <a:pt x="74" y="8"/>
                    <a:pt x="54" y="7"/>
                    <a:pt x="33" y="12"/>
                  </a:cubicBezTo>
                  <a:cubicBezTo>
                    <a:pt x="30" y="13"/>
                    <a:pt x="27" y="14"/>
                    <a:pt x="23" y="15"/>
                  </a:cubicBezTo>
                  <a:cubicBezTo>
                    <a:pt x="15" y="17"/>
                    <a:pt x="7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20"/>
                    <a:pt x="16" y="18"/>
                    <a:pt x="23" y="16"/>
                  </a:cubicBezTo>
                  <a:cubicBezTo>
                    <a:pt x="27" y="15"/>
                    <a:pt x="30" y="14"/>
                    <a:pt x="34" y="13"/>
                  </a:cubicBezTo>
                  <a:cubicBezTo>
                    <a:pt x="54" y="9"/>
                    <a:pt x="74" y="10"/>
                    <a:pt x="90" y="11"/>
                  </a:cubicBezTo>
                  <a:cubicBezTo>
                    <a:pt x="110" y="13"/>
                    <a:pt x="128" y="12"/>
                    <a:pt x="145" y="9"/>
                  </a:cubicBezTo>
                  <a:cubicBezTo>
                    <a:pt x="157" y="6"/>
                    <a:pt x="157" y="6"/>
                    <a:pt x="157" y="6"/>
                  </a:cubicBezTo>
                  <a:cubicBezTo>
                    <a:pt x="169" y="4"/>
                    <a:pt x="182" y="0"/>
                    <a:pt x="194" y="2"/>
                  </a:cubicBezTo>
                  <a:cubicBezTo>
                    <a:pt x="194" y="2"/>
                    <a:pt x="194" y="2"/>
                    <a:pt x="194" y="2"/>
                  </a:cubicBezTo>
                  <a:cubicBezTo>
                    <a:pt x="182" y="0"/>
                    <a:pt x="169" y="2"/>
                    <a:pt x="157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Freeform 73">
              <a:extLst>
                <a:ext uri="{FF2B5EF4-FFF2-40B4-BE49-F238E27FC236}">
                  <a16:creationId xmlns:a16="http://schemas.microsoft.com/office/drawing/2014/main" id="{990ACDC5-07CA-4D8D-B03D-C6A0CC798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393"/>
              <a:ext cx="665" cy="48"/>
            </a:xfrm>
            <a:custGeom>
              <a:avLst/>
              <a:gdLst>
                <a:gd name="T0" fmla="*/ 6321 w 194"/>
                <a:gd name="T1" fmla="*/ 450 h 13"/>
                <a:gd name="T2" fmla="*/ 5841 w 194"/>
                <a:gd name="T3" fmla="*/ 506 h 13"/>
                <a:gd name="T4" fmla="*/ 3630 w 194"/>
                <a:gd name="T5" fmla="*/ 299 h 13"/>
                <a:gd name="T6" fmla="*/ 1375 w 194"/>
                <a:gd name="T7" fmla="*/ 151 h 13"/>
                <a:gd name="T8" fmla="*/ 929 w 194"/>
                <a:gd name="T9" fmla="*/ 244 h 13"/>
                <a:gd name="T10" fmla="*/ 0 w 194"/>
                <a:gd name="T11" fmla="*/ 354 h 13"/>
                <a:gd name="T12" fmla="*/ 0 w 194"/>
                <a:gd name="T13" fmla="*/ 354 h 13"/>
                <a:gd name="T14" fmla="*/ 929 w 194"/>
                <a:gd name="T15" fmla="*/ 299 h 13"/>
                <a:gd name="T16" fmla="*/ 1375 w 194"/>
                <a:gd name="T17" fmla="*/ 203 h 13"/>
                <a:gd name="T18" fmla="*/ 3630 w 194"/>
                <a:gd name="T19" fmla="*/ 410 h 13"/>
                <a:gd name="T20" fmla="*/ 5875 w 194"/>
                <a:gd name="T21" fmla="*/ 558 h 13"/>
                <a:gd name="T22" fmla="*/ 6321 w 194"/>
                <a:gd name="T23" fmla="*/ 506 h 13"/>
                <a:gd name="T24" fmla="*/ 7815 w 194"/>
                <a:gd name="T25" fmla="*/ 506 h 13"/>
                <a:gd name="T26" fmla="*/ 7815 w 194"/>
                <a:gd name="T27" fmla="*/ 506 h 13"/>
                <a:gd name="T28" fmla="*/ 6321 w 194"/>
                <a:gd name="T29" fmla="*/ 450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4" h="13">
                  <a:moveTo>
                    <a:pt x="157" y="9"/>
                  </a:moveTo>
                  <a:cubicBezTo>
                    <a:pt x="145" y="10"/>
                    <a:pt x="145" y="10"/>
                    <a:pt x="145" y="10"/>
                  </a:cubicBezTo>
                  <a:cubicBezTo>
                    <a:pt x="128" y="11"/>
                    <a:pt x="110" y="10"/>
                    <a:pt x="90" y="6"/>
                  </a:cubicBezTo>
                  <a:cubicBezTo>
                    <a:pt x="75" y="4"/>
                    <a:pt x="54" y="0"/>
                    <a:pt x="34" y="3"/>
                  </a:cubicBezTo>
                  <a:cubicBezTo>
                    <a:pt x="30" y="3"/>
                    <a:pt x="27" y="4"/>
                    <a:pt x="23" y="5"/>
                  </a:cubicBezTo>
                  <a:cubicBezTo>
                    <a:pt x="15" y="6"/>
                    <a:pt x="7" y="9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9"/>
                    <a:pt x="15" y="8"/>
                    <a:pt x="23" y="6"/>
                  </a:cubicBezTo>
                  <a:cubicBezTo>
                    <a:pt x="27" y="5"/>
                    <a:pt x="31" y="5"/>
                    <a:pt x="34" y="4"/>
                  </a:cubicBezTo>
                  <a:cubicBezTo>
                    <a:pt x="54" y="2"/>
                    <a:pt x="75" y="5"/>
                    <a:pt x="90" y="8"/>
                  </a:cubicBezTo>
                  <a:cubicBezTo>
                    <a:pt x="110" y="12"/>
                    <a:pt x="128" y="13"/>
                    <a:pt x="146" y="11"/>
                  </a:cubicBezTo>
                  <a:cubicBezTo>
                    <a:pt x="157" y="10"/>
                    <a:pt x="157" y="10"/>
                    <a:pt x="157" y="10"/>
                  </a:cubicBezTo>
                  <a:cubicBezTo>
                    <a:pt x="170" y="8"/>
                    <a:pt x="183" y="6"/>
                    <a:pt x="194" y="10"/>
                  </a:cubicBezTo>
                  <a:cubicBezTo>
                    <a:pt x="194" y="10"/>
                    <a:pt x="194" y="10"/>
                    <a:pt x="194" y="10"/>
                  </a:cubicBezTo>
                  <a:cubicBezTo>
                    <a:pt x="182" y="6"/>
                    <a:pt x="170" y="7"/>
                    <a:pt x="157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Freeform 74">
              <a:extLst>
                <a:ext uri="{FF2B5EF4-FFF2-40B4-BE49-F238E27FC236}">
                  <a16:creationId xmlns:a16="http://schemas.microsoft.com/office/drawing/2014/main" id="{7176DF4C-3A69-474D-9718-6D37CE1D6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309"/>
              <a:ext cx="655" cy="124"/>
            </a:xfrm>
            <a:custGeom>
              <a:avLst/>
              <a:gdLst>
                <a:gd name="T0" fmla="*/ 6255 w 191"/>
                <a:gd name="T1" fmla="*/ 346 h 34"/>
                <a:gd name="T2" fmla="*/ 5809 w 191"/>
                <a:gd name="T3" fmla="*/ 478 h 34"/>
                <a:gd name="T4" fmla="*/ 3553 w 191"/>
                <a:gd name="T5" fmla="*/ 824 h 34"/>
                <a:gd name="T6" fmla="*/ 1293 w 191"/>
                <a:gd name="T7" fmla="*/ 1116 h 34"/>
                <a:gd name="T8" fmla="*/ 881 w 191"/>
                <a:gd name="T9" fmla="*/ 1302 h 34"/>
                <a:gd name="T10" fmla="*/ 0 w 191"/>
                <a:gd name="T11" fmla="*/ 1648 h 34"/>
                <a:gd name="T12" fmla="*/ 0 w 191"/>
                <a:gd name="T13" fmla="*/ 1648 h 34"/>
                <a:gd name="T14" fmla="*/ 929 w 191"/>
                <a:gd name="T15" fmla="*/ 1357 h 34"/>
                <a:gd name="T16" fmla="*/ 1331 w 191"/>
                <a:gd name="T17" fmla="*/ 1171 h 34"/>
                <a:gd name="T18" fmla="*/ 3553 w 191"/>
                <a:gd name="T19" fmla="*/ 879 h 34"/>
                <a:gd name="T20" fmla="*/ 5809 w 191"/>
                <a:gd name="T21" fmla="*/ 532 h 34"/>
                <a:gd name="T22" fmla="*/ 6255 w 191"/>
                <a:gd name="T23" fmla="*/ 387 h 34"/>
                <a:gd name="T24" fmla="*/ 7702 w 191"/>
                <a:gd name="T25" fmla="*/ 55 h 34"/>
                <a:gd name="T26" fmla="*/ 7702 w 191"/>
                <a:gd name="T27" fmla="*/ 55 h 34"/>
                <a:gd name="T28" fmla="*/ 6255 w 191"/>
                <a:gd name="T29" fmla="*/ 346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1" h="34">
                  <a:moveTo>
                    <a:pt x="155" y="7"/>
                  </a:moveTo>
                  <a:cubicBezTo>
                    <a:pt x="144" y="10"/>
                    <a:pt x="144" y="10"/>
                    <a:pt x="144" y="10"/>
                  </a:cubicBezTo>
                  <a:cubicBezTo>
                    <a:pt x="126" y="15"/>
                    <a:pt x="109" y="17"/>
                    <a:pt x="88" y="17"/>
                  </a:cubicBezTo>
                  <a:cubicBezTo>
                    <a:pt x="73" y="16"/>
                    <a:pt x="52" y="17"/>
                    <a:pt x="32" y="23"/>
                  </a:cubicBezTo>
                  <a:cubicBezTo>
                    <a:pt x="29" y="24"/>
                    <a:pt x="26" y="25"/>
                    <a:pt x="22" y="27"/>
                  </a:cubicBezTo>
                  <a:cubicBezTo>
                    <a:pt x="15" y="30"/>
                    <a:pt x="7" y="3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7" y="33"/>
                    <a:pt x="15" y="31"/>
                    <a:pt x="23" y="28"/>
                  </a:cubicBezTo>
                  <a:cubicBezTo>
                    <a:pt x="26" y="27"/>
                    <a:pt x="29" y="25"/>
                    <a:pt x="33" y="24"/>
                  </a:cubicBezTo>
                  <a:cubicBezTo>
                    <a:pt x="52" y="18"/>
                    <a:pt x="73" y="18"/>
                    <a:pt x="88" y="18"/>
                  </a:cubicBezTo>
                  <a:cubicBezTo>
                    <a:pt x="109" y="18"/>
                    <a:pt x="127" y="16"/>
                    <a:pt x="144" y="11"/>
                  </a:cubicBezTo>
                  <a:cubicBezTo>
                    <a:pt x="155" y="8"/>
                    <a:pt x="155" y="8"/>
                    <a:pt x="155" y="8"/>
                  </a:cubicBezTo>
                  <a:cubicBezTo>
                    <a:pt x="167" y="4"/>
                    <a:pt x="179" y="0"/>
                    <a:pt x="191" y="1"/>
                  </a:cubicBezTo>
                  <a:cubicBezTo>
                    <a:pt x="191" y="1"/>
                    <a:pt x="191" y="1"/>
                    <a:pt x="191" y="1"/>
                  </a:cubicBezTo>
                  <a:cubicBezTo>
                    <a:pt x="179" y="0"/>
                    <a:pt x="167" y="3"/>
                    <a:pt x="155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6" name="Freeform 75">
              <a:extLst>
                <a:ext uri="{FF2B5EF4-FFF2-40B4-BE49-F238E27FC236}">
                  <a16:creationId xmlns:a16="http://schemas.microsoft.com/office/drawing/2014/main" id="{BB27E43F-D0B2-47CF-98AA-B47F60C2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635"/>
              <a:ext cx="665" cy="73"/>
            </a:xfrm>
            <a:custGeom>
              <a:avLst/>
              <a:gdLst>
                <a:gd name="T0" fmla="*/ 6321 w 194"/>
                <a:gd name="T1" fmla="*/ 241 h 20"/>
                <a:gd name="T2" fmla="*/ 5875 w 194"/>
                <a:gd name="T3" fmla="*/ 347 h 20"/>
                <a:gd name="T4" fmla="*/ 3630 w 194"/>
                <a:gd name="T5" fmla="*/ 438 h 20"/>
                <a:gd name="T6" fmla="*/ 1375 w 194"/>
                <a:gd name="T7" fmla="*/ 533 h 20"/>
                <a:gd name="T8" fmla="*/ 963 w 194"/>
                <a:gd name="T9" fmla="*/ 679 h 20"/>
                <a:gd name="T10" fmla="*/ 0 w 194"/>
                <a:gd name="T11" fmla="*/ 920 h 20"/>
                <a:gd name="T12" fmla="*/ 0 w 194"/>
                <a:gd name="T13" fmla="*/ 920 h 20"/>
                <a:gd name="T14" fmla="*/ 963 w 194"/>
                <a:gd name="T15" fmla="*/ 774 h 20"/>
                <a:gd name="T16" fmla="*/ 1375 w 194"/>
                <a:gd name="T17" fmla="*/ 628 h 20"/>
                <a:gd name="T18" fmla="*/ 3630 w 194"/>
                <a:gd name="T19" fmla="*/ 533 h 20"/>
                <a:gd name="T20" fmla="*/ 5875 w 194"/>
                <a:gd name="T21" fmla="*/ 387 h 20"/>
                <a:gd name="T22" fmla="*/ 6369 w 194"/>
                <a:gd name="T23" fmla="*/ 292 h 20"/>
                <a:gd name="T24" fmla="*/ 7815 w 194"/>
                <a:gd name="T25" fmla="*/ 95 h 20"/>
                <a:gd name="T26" fmla="*/ 7815 w 194"/>
                <a:gd name="T27" fmla="*/ 95 h 20"/>
                <a:gd name="T28" fmla="*/ 6321 w 194"/>
                <a:gd name="T29" fmla="*/ 241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4" h="20">
                  <a:moveTo>
                    <a:pt x="157" y="5"/>
                  </a:moveTo>
                  <a:cubicBezTo>
                    <a:pt x="146" y="7"/>
                    <a:pt x="146" y="7"/>
                    <a:pt x="146" y="7"/>
                  </a:cubicBezTo>
                  <a:cubicBezTo>
                    <a:pt x="128" y="10"/>
                    <a:pt x="111" y="11"/>
                    <a:pt x="90" y="9"/>
                  </a:cubicBezTo>
                  <a:cubicBezTo>
                    <a:pt x="75" y="8"/>
                    <a:pt x="54" y="7"/>
                    <a:pt x="34" y="11"/>
                  </a:cubicBezTo>
                  <a:cubicBezTo>
                    <a:pt x="31" y="12"/>
                    <a:pt x="27" y="13"/>
                    <a:pt x="24" y="14"/>
                  </a:cubicBezTo>
                  <a:cubicBezTo>
                    <a:pt x="16" y="17"/>
                    <a:pt x="8" y="20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8" y="20"/>
                    <a:pt x="16" y="18"/>
                    <a:pt x="24" y="16"/>
                  </a:cubicBezTo>
                  <a:cubicBezTo>
                    <a:pt x="27" y="14"/>
                    <a:pt x="31" y="13"/>
                    <a:pt x="34" y="13"/>
                  </a:cubicBezTo>
                  <a:cubicBezTo>
                    <a:pt x="54" y="8"/>
                    <a:pt x="75" y="9"/>
                    <a:pt x="90" y="11"/>
                  </a:cubicBezTo>
                  <a:cubicBezTo>
                    <a:pt x="111" y="12"/>
                    <a:pt x="128" y="12"/>
                    <a:pt x="146" y="8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70" y="3"/>
                    <a:pt x="182" y="0"/>
                    <a:pt x="194" y="2"/>
                  </a:cubicBezTo>
                  <a:cubicBezTo>
                    <a:pt x="194" y="2"/>
                    <a:pt x="194" y="2"/>
                    <a:pt x="194" y="2"/>
                  </a:cubicBezTo>
                  <a:cubicBezTo>
                    <a:pt x="182" y="0"/>
                    <a:pt x="170" y="2"/>
                    <a:pt x="157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Freeform 76">
              <a:extLst>
                <a:ext uri="{FF2B5EF4-FFF2-40B4-BE49-F238E27FC236}">
                  <a16:creationId xmlns:a16="http://schemas.microsoft.com/office/drawing/2014/main" id="{6E857A64-1033-46DE-9BC3-6A9FA376F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888"/>
              <a:ext cx="24" cy="30"/>
            </a:xfrm>
            <a:custGeom>
              <a:avLst/>
              <a:gdLst>
                <a:gd name="T0" fmla="*/ 281 w 7"/>
                <a:gd name="T1" fmla="*/ 0 h 8"/>
                <a:gd name="T2" fmla="*/ 0 w 7"/>
                <a:gd name="T3" fmla="*/ 42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1" y="0"/>
                    <a:pt x="1" y="4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Freeform 77">
              <a:extLst>
                <a:ext uri="{FF2B5EF4-FFF2-40B4-BE49-F238E27FC236}">
                  <a16:creationId xmlns:a16="http://schemas.microsoft.com/office/drawing/2014/main" id="{5A2BBAC2-01D7-474E-8367-324BC800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782"/>
              <a:ext cx="13" cy="41"/>
            </a:xfrm>
            <a:custGeom>
              <a:avLst/>
              <a:gdLst>
                <a:gd name="T0" fmla="*/ 137 w 4"/>
                <a:gd name="T1" fmla="*/ 0 h 11"/>
                <a:gd name="T2" fmla="*/ 137 w 4"/>
                <a:gd name="T3" fmla="*/ 57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0" y="3"/>
                    <a:pt x="2" y="7"/>
                    <a:pt x="4" y="1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Freeform 78">
              <a:extLst>
                <a:ext uri="{FF2B5EF4-FFF2-40B4-BE49-F238E27FC236}">
                  <a16:creationId xmlns:a16="http://schemas.microsoft.com/office/drawing/2014/main" id="{B6E8F358-8F85-477A-B529-8A486CD05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812"/>
              <a:ext cx="17" cy="11"/>
            </a:xfrm>
            <a:custGeom>
              <a:avLst/>
              <a:gdLst>
                <a:gd name="T0" fmla="*/ 197 w 5"/>
                <a:gd name="T1" fmla="*/ 0 h 3"/>
                <a:gd name="T2" fmla="*/ 0 w 5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0" name="Freeform 79">
              <a:extLst>
                <a:ext uri="{FF2B5EF4-FFF2-40B4-BE49-F238E27FC236}">
                  <a16:creationId xmlns:a16="http://schemas.microsoft.com/office/drawing/2014/main" id="{138FB30C-79AE-4EE3-B591-E2050630A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779"/>
              <a:ext cx="11" cy="44"/>
            </a:xfrm>
            <a:custGeom>
              <a:avLst/>
              <a:gdLst>
                <a:gd name="T0" fmla="*/ 147 w 3"/>
                <a:gd name="T1" fmla="*/ 0 h 12"/>
                <a:gd name="T2" fmla="*/ 55 w 3"/>
                <a:gd name="T3" fmla="*/ 59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3"/>
                    <a:pt x="1" y="8"/>
                    <a:pt x="1" y="1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1" name="Freeform 80">
              <a:extLst>
                <a:ext uri="{FF2B5EF4-FFF2-40B4-BE49-F238E27FC236}">
                  <a16:creationId xmlns:a16="http://schemas.microsoft.com/office/drawing/2014/main" id="{B416DBAE-8381-45EA-B366-33012F76D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779"/>
              <a:ext cx="10" cy="11"/>
            </a:xfrm>
            <a:custGeom>
              <a:avLst/>
              <a:gdLst>
                <a:gd name="T0" fmla="*/ 0 w 3"/>
                <a:gd name="T1" fmla="*/ 0 h 3"/>
                <a:gd name="T2" fmla="*/ 110 w 3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2" y="0"/>
                    <a:pt x="3" y="1"/>
                    <a:pt x="3" y="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Line 81">
              <a:extLst>
                <a:ext uri="{FF2B5EF4-FFF2-40B4-BE49-F238E27FC236}">
                  <a16:creationId xmlns:a16="http://schemas.microsoft.com/office/drawing/2014/main" id="{327533EE-65F4-475A-B047-A78D47DFD2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2452"/>
              <a:ext cx="1" cy="1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3" name="Freeform 82">
              <a:extLst>
                <a:ext uri="{FF2B5EF4-FFF2-40B4-BE49-F238E27FC236}">
                  <a16:creationId xmlns:a16="http://schemas.microsoft.com/office/drawing/2014/main" id="{449C4A4C-BA78-43FD-BD18-AE63DAEC8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998"/>
              <a:ext cx="28" cy="48"/>
            </a:xfrm>
            <a:custGeom>
              <a:avLst/>
              <a:gdLst>
                <a:gd name="T0" fmla="*/ 49 w 8"/>
                <a:gd name="T1" fmla="*/ 0 h 13"/>
                <a:gd name="T2" fmla="*/ 343 w 8"/>
                <a:gd name="T3" fmla="*/ 65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0" y="5"/>
                    <a:pt x="5" y="10"/>
                    <a:pt x="8" y="1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4" name="Freeform 83">
              <a:extLst>
                <a:ext uri="{FF2B5EF4-FFF2-40B4-BE49-F238E27FC236}">
                  <a16:creationId xmlns:a16="http://schemas.microsoft.com/office/drawing/2014/main" id="{E5C1E802-F43A-40CA-948A-BD2CF09CD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027"/>
              <a:ext cx="7" cy="37"/>
            </a:xfrm>
            <a:custGeom>
              <a:avLst/>
              <a:gdLst>
                <a:gd name="T0" fmla="*/ 88 w 2"/>
                <a:gd name="T1" fmla="*/ 0 h 10"/>
                <a:gd name="T2" fmla="*/ 0 w 2"/>
                <a:gd name="T3" fmla="*/ 50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3"/>
                    <a:pt x="0" y="7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84">
              <a:extLst>
                <a:ext uri="{FF2B5EF4-FFF2-40B4-BE49-F238E27FC236}">
                  <a16:creationId xmlns:a16="http://schemas.microsoft.com/office/drawing/2014/main" id="{A695010E-A1FC-4A3C-9F71-531B7E84A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841"/>
              <a:ext cx="24" cy="51"/>
            </a:xfrm>
            <a:custGeom>
              <a:avLst/>
              <a:gdLst>
                <a:gd name="T0" fmla="*/ 0 w 7"/>
                <a:gd name="T1" fmla="*/ 0 h 14"/>
                <a:gd name="T2" fmla="*/ 199 w 7"/>
                <a:gd name="T3" fmla="*/ 6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2" y="4"/>
                    <a:pt x="7" y="11"/>
                    <a:pt x="5" y="1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Freeform 85">
              <a:extLst>
                <a:ext uri="{FF2B5EF4-FFF2-40B4-BE49-F238E27FC236}">
                  <a16:creationId xmlns:a16="http://schemas.microsoft.com/office/drawing/2014/main" id="{5743A634-4F78-4376-AB61-A2A14AB4A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878"/>
              <a:ext cx="21" cy="10"/>
            </a:xfrm>
            <a:custGeom>
              <a:avLst/>
              <a:gdLst>
                <a:gd name="T0" fmla="*/ 259 w 6"/>
                <a:gd name="T1" fmla="*/ 110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Freeform 86">
              <a:extLst>
                <a:ext uri="{FF2B5EF4-FFF2-40B4-BE49-F238E27FC236}">
                  <a16:creationId xmlns:a16="http://schemas.microsoft.com/office/drawing/2014/main" id="{BEAE8750-15B8-40AC-942C-B956C59C8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804"/>
              <a:ext cx="7" cy="48"/>
            </a:xfrm>
            <a:custGeom>
              <a:avLst/>
              <a:gdLst>
                <a:gd name="T0" fmla="*/ 49 w 2"/>
                <a:gd name="T1" fmla="*/ 0 h 13"/>
                <a:gd name="T2" fmla="*/ 0 w 2"/>
                <a:gd name="T3" fmla="*/ 354 h 13"/>
                <a:gd name="T4" fmla="*/ 88 w 2"/>
                <a:gd name="T5" fmla="*/ 65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1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0" y="8"/>
                    <a:pt x="2" y="13"/>
                    <a:pt x="2" y="1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87">
              <a:extLst>
                <a:ext uri="{FF2B5EF4-FFF2-40B4-BE49-F238E27FC236}">
                  <a16:creationId xmlns:a16="http://schemas.microsoft.com/office/drawing/2014/main" id="{9B298519-69CB-4455-B89C-8729FE03E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804"/>
              <a:ext cx="13" cy="19"/>
            </a:xfrm>
            <a:custGeom>
              <a:avLst/>
              <a:gdLst>
                <a:gd name="T0" fmla="*/ 137 w 4"/>
                <a:gd name="T1" fmla="*/ 274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Freeform 88">
              <a:extLst>
                <a:ext uri="{FF2B5EF4-FFF2-40B4-BE49-F238E27FC236}">
                  <a16:creationId xmlns:a16="http://schemas.microsoft.com/office/drawing/2014/main" id="{3BFFC0D1-8C37-4FEB-A4A6-C61A95440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1804"/>
              <a:ext cx="7" cy="41"/>
            </a:xfrm>
            <a:custGeom>
              <a:avLst/>
              <a:gdLst>
                <a:gd name="T0" fmla="*/ 0 w 2"/>
                <a:gd name="T1" fmla="*/ 0 h 11"/>
                <a:gd name="T2" fmla="*/ 0 w 2"/>
                <a:gd name="T3" fmla="*/ 57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1" y="4"/>
                    <a:pt x="2" y="8"/>
                    <a:pt x="0" y="1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0" name="Freeform 89">
              <a:extLst>
                <a:ext uri="{FF2B5EF4-FFF2-40B4-BE49-F238E27FC236}">
                  <a16:creationId xmlns:a16="http://schemas.microsoft.com/office/drawing/2014/main" id="{7BACFC61-27C5-4ABB-A1E7-2D2A715BB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804"/>
              <a:ext cx="17" cy="15"/>
            </a:xfrm>
            <a:custGeom>
              <a:avLst/>
              <a:gdLst>
                <a:gd name="T0" fmla="*/ 197 w 5"/>
                <a:gd name="T1" fmla="*/ 0 h 4"/>
                <a:gd name="T2" fmla="*/ 0 w 5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3" y="1"/>
                    <a:pt x="1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90">
              <a:extLst>
                <a:ext uri="{FF2B5EF4-FFF2-40B4-BE49-F238E27FC236}">
                  <a16:creationId xmlns:a16="http://schemas.microsoft.com/office/drawing/2014/main" id="{FA7DBA93-48F5-49BE-B110-CD4503BA4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3055"/>
              <a:ext cx="24" cy="37"/>
            </a:xfrm>
            <a:custGeom>
              <a:avLst/>
              <a:gdLst>
                <a:gd name="T0" fmla="*/ 0 w 7"/>
                <a:gd name="T1" fmla="*/ 507 h 10"/>
                <a:gd name="T2" fmla="*/ 281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5" y="7"/>
                    <a:pt x="7" y="5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91">
              <a:extLst>
                <a:ext uri="{FF2B5EF4-FFF2-40B4-BE49-F238E27FC236}">
                  <a16:creationId xmlns:a16="http://schemas.microsoft.com/office/drawing/2014/main" id="{E44A4F4F-4270-4DCD-AD58-8ACEC5CAE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3066"/>
              <a:ext cx="10" cy="22"/>
            </a:xfrm>
            <a:custGeom>
              <a:avLst/>
              <a:gdLst>
                <a:gd name="T0" fmla="*/ 0 w 3"/>
                <a:gd name="T1" fmla="*/ 0 h 6"/>
                <a:gd name="T2" fmla="*/ 110 w 3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3"/>
                    <a:pt x="0" y="6"/>
                    <a:pt x="3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92">
              <a:extLst>
                <a:ext uri="{FF2B5EF4-FFF2-40B4-BE49-F238E27FC236}">
                  <a16:creationId xmlns:a16="http://schemas.microsoft.com/office/drawing/2014/main" id="{1B1F200F-5658-4028-88EE-AD770D250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3055"/>
              <a:ext cx="7" cy="37"/>
            </a:xfrm>
            <a:custGeom>
              <a:avLst/>
              <a:gdLst>
                <a:gd name="T0" fmla="*/ 88 w 2"/>
                <a:gd name="T1" fmla="*/ 507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1" y="4"/>
                    <a:pt x="1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93">
              <a:extLst>
                <a:ext uri="{FF2B5EF4-FFF2-40B4-BE49-F238E27FC236}">
                  <a16:creationId xmlns:a16="http://schemas.microsoft.com/office/drawing/2014/main" id="{46D3FB3F-F2B6-4A42-8F22-1C4F77872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3055"/>
              <a:ext cx="17" cy="33"/>
            </a:xfrm>
            <a:custGeom>
              <a:avLst/>
              <a:gdLst>
                <a:gd name="T0" fmla="*/ 0 w 5"/>
                <a:gd name="T1" fmla="*/ 444 h 9"/>
                <a:gd name="T2" fmla="*/ 163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3" y="7"/>
                    <a:pt x="5" y="3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5" name="Freeform 94">
              <a:extLst>
                <a:ext uri="{FF2B5EF4-FFF2-40B4-BE49-F238E27FC236}">
                  <a16:creationId xmlns:a16="http://schemas.microsoft.com/office/drawing/2014/main" id="{EB613767-B20C-4E98-BDBF-FAE2BD8DA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3077"/>
              <a:ext cx="14" cy="11"/>
            </a:xfrm>
            <a:custGeom>
              <a:avLst/>
              <a:gdLst>
                <a:gd name="T0" fmla="*/ 0 w 4"/>
                <a:gd name="T1" fmla="*/ 0 h 3"/>
                <a:gd name="T2" fmla="*/ 172 w 4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3" y="3"/>
                    <a:pt x="4" y="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Freeform 95">
              <a:extLst>
                <a:ext uri="{FF2B5EF4-FFF2-40B4-BE49-F238E27FC236}">
                  <a16:creationId xmlns:a16="http://schemas.microsoft.com/office/drawing/2014/main" id="{A7A98761-A9DC-4E94-8A2E-1890232D8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052"/>
              <a:ext cx="27" cy="33"/>
            </a:xfrm>
            <a:custGeom>
              <a:avLst/>
              <a:gdLst>
                <a:gd name="T0" fmla="*/ 0 w 8"/>
                <a:gd name="T1" fmla="*/ 0 h 9"/>
                <a:gd name="T2" fmla="*/ 159 w 8"/>
                <a:gd name="T3" fmla="*/ 4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7" y="0"/>
                    <a:pt x="8" y="4"/>
                    <a:pt x="4" y="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Freeform 96">
              <a:extLst>
                <a:ext uri="{FF2B5EF4-FFF2-40B4-BE49-F238E27FC236}">
                  <a16:creationId xmlns:a16="http://schemas.microsoft.com/office/drawing/2014/main" id="{14708B3B-1DB3-4713-BBD9-DFDDA3032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066"/>
              <a:ext cx="20" cy="22"/>
            </a:xfrm>
            <a:custGeom>
              <a:avLst/>
              <a:gdLst>
                <a:gd name="T0" fmla="*/ 0 w 6"/>
                <a:gd name="T1" fmla="*/ 0 h 6"/>
                <a:gd name="T2" fmla="*/ 223 w 6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1"/>
                    <a:pt x="5" y="5"/>
                    <a:pt x="6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Freeform 97">
              <a:extLst>
                <a:ext uri="{FF2B5EF4-FFF2-40B4-BE49-F238E27FC236}">
                  <a16:creationId xmlns:a16="http://schemas.microsoft.com/office/drawing/2014/main" id="{B6188534-584F-4F5A-80E6-55D5D48A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3041"/>
              <a:ext cx="17" cy="47"/>
            </a:xfrm>
            <a:custGeom>
              <a:avLst/>
              <a:gdLst>
                <a:gd name="T0" fmla="*/ 82 w 5"/>
                <a:gd name="T1" fmla="*/ 615 h 13"/>
                <a:gd name="T2" fmla="*/ 0 w 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2" y="13"/>
                  </a:moveTo>
                  <a:cubicBezTo>
                    <a:pt x="5" y="8"/>
                    <a:pt x="5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Freeform 98">
              <a:extLst>
                <a:ext uri="{FF2B5EF4-FFF2-40B4-BE49-F238E27FC236}">
                  <a16:creationId xmlns:a16="http://schemas.microsoft.com/office/drawing/2014/main" id="{07997B93-7320-432F-B8FB-B9ACED04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3070"/>
              <a:ext cx="20" cy="22"/>
            </a:xfrm>
            <a:custGeom>
              <a:avLst/>
              <a:gdLst>
                <a:gd name="T0" fmla="*/ 0 w 6"/>
                <a:gd name="T1" fmla="*/ 0 h 6"/>
                <a:gd name="T2" fmla="*/ 223 w 6"/>
                <a:gd name="T3" fmla="*/ 24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3" y="6"/>
                    <a:pt x="6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Freeform 99">
              <a:extLst>
                <a:ext uri="{FF2B5EF4-FFF2-40B4-BE49-F238E27FC236}">
                  <a16:creationId xmlns:a16="http://schemas.microsoft.com/office/drawing/2014/main" id="{6A756240-2194-4F15-8AAA-EF4740151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044"/>
              <a:ext cx="24" cy="48"/>
            </a:xfrm>
            <a:custGeom>
              <a:avLst/>
              <a:gdLst>
                <a:gd name="T0" fmla="*/ 0 w 7"/>
                <a:gd name="T1" fmla="*/ 654 h 13"/>
                <a:gd name="T2" fmla="*/ 247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5" y="10"/>
                    <a:pt x="7" y="5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Freeform 100">
              <a:extLst>
                <a:ext uri="{FF2B5EF4-FFF2-40B4-BE49-F238E27FC236}">
                  <a16:creationId xmlns:a16="http://schemas.microsoft.com/office/drawing/2014/main" id="{369430C4-920C-433E-9E86-9BFF14E65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066"/>
              <a:ext cx="14" cy="26"/>
            </a:xfrm>
            <a:custGeom>
              <a:avLst/>
              <a:gdLst>
                <a:gd name="T0" fmla="*/ 0 w 4"/>
                <a:gd name="T1" fmla="*/ 0 h 7"/>
                <a:gd name="T2" fmla="*/ 172 w 4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2"/>
                    <a:pt x="2" y="6"/>
                    <a:pt x="4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Freeform 101">
              <a:extLst>
                <a:ext uri="{FF2B5EF4-FFF2-40B4-BE49-F238E27FC236}">
                  <a16:creationId xmlns:a16="http://schemas.microsoft.com/office/drawing/2014/main" id="{88133DDD-E20E-4E35-A021-B7395B6C5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44"/>
              <a:ext cx="28" cy="48"/>
            </a:xfrm>
            <a:custGeom>
              <a:avLst/>
              <a:gdLst>
                <a:gd name="T0" fmla="*/ 0 w 8"/>
                <a:gd name="T1" fmla="*/ 0 h 13"/>
                <a:gd name="T2" fmla="*/ 221 w 8"/>
                <a:gd name="T3" fmla="*/ 65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7" y="0"/>
                    <a:pt x="8" y="8"/>
                    <a:pt x="5" y="1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Freeform 102">
              <a:extLst>
                <a:ext uri="{FF2B5EF4-FFF2-40B4-BE49-F238E27FC236}">
                  <a16:creationId xmlns:a16="http://schemas.microsoft.com/office/drawing/2014/main" id="{DEF624C0-0CF7-4890-A77E-8418C3851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77"/>
              <a:ext cx="17" cy="11"/>
            </a:xfrm>
            <a:custGeom>
              <a:avLst/>
              <a:gdLst>
                <a:gd name="T0" fmla="*/ 0 w 5"/>
                <a:gd name="T1" fmla="*/ 0 h 3"/>
                <a:gd name="T2" fmla="*/ 197 w 5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4" y="2"/>
                    <a:pt x="5" y="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Freeform 103">
              <a:extLst>
                <a:ext uri="{FF2B5EF4-FFF2-40B4-BE49-F238E27FC236}">
                  <a16:creationId xmlns:a16="http://schemas.microsoft.com/office/drawing/2014/main" id="{B1CB0374-5511-4A3D-8E7D-7B6517C9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041"/>
              <a:ext cx="17" cy="47"/>
            </a:xfrm>
            <a:custGeom>
              <a:avLst/>
              <a:gdLst>
                <a:gd name="T0" fmla="*/ 116 w 5"/>
                <a:gd name="T1" fmla="*/ 615 h 13"/>
                <a:gd name="T2" fmla="*/ 0 w 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3" y="13"/>
                  </a:moveTo>
                  <a:cubicBezTo>
                    <a:pt x="5" y="8"/>
                    <a:pt x="5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Freeform 104">
              <a:extLst>
                <a:ext uri="{FF2B5EF4-FFF2-40B4-BE49-F238E27FC236}">
                  <a16:creationId xmlns:a16="http://schemas.microsoft.com/office/drawing/2014/main" id="{BE543D29-45E5-439D-A255-C6D876A42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074"/>
              <a:ext cx="14" cy="18"/>
            </a:xfrm>
            <a:custGeom>
              <a:avLst/>
              <a:gdLst>
                <a:gd name="T0" fmla="*/ 0 w 4"/>
                <a:gd name="T1" fmla="*/ 0 h 5"/>
                <a:gd name="T2" fmla="*/ 172 w 4"/>
                <a:gd name="T3" fmla="*/ 18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1" y="5"/>
                    <a:pt x="4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Freeform 105">
              <a:extLst>
                <a:ext uri="{FF2B5EF4-FFF2-40B4-BE49-F238E27FC236}">
                  <a16:creationId xmlns:a16="http://schemas.microsoft.com/office/drawing/2014/main" id="{E6BE01DA-BA58-40D0-A415-D63840A3B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044"/>
              <a:ext cx="20" cy="48"/>
            </a:xfrm>
            <a:custGeom>
              <a:avLst/>
              <a:gdLst>
                <a:gd name="T0" fmla="*/ 0 w 6"/>
                <a:gd name="T1" fmla="*/ 654 h 13"/>
                <a:gd name="T2" fmla="*/ 190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4" y="10"/>
                    <a:pt x="6" y="5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Freeform 106">
              <a:extLst>
                <a:ext uri="{FF2B5EF4-FFF2-40B4-BE49-F238E27FC236}">
                  <a16:creationId xmlns:a16="http://schemas.microsoft.com/office/drawing/2014/main" id="{2F34A521-EC5D-4D68-A954-E36D7F52C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066"/>
              <a:ext cx="17" cy="26"/>
            </a:xfrm>
            <a:custGeom>
              <a:avLst/>
              <a:gdLst>
                <a:gd name="T0" fmla="*/ 0 w 5"/>
                <a:gd name="T1" fmla="*/ 0 h 7"/>
                <a:gd name="T2" fmla="*/ 197 w 5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3" y="7"/>
                    <a:pt x="5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Freeform 107">
              <a:extLst>
                <a:ext uri="{FF2B5EF4-FFF2-40B4-BE49-F238E27FC236}">
                  <a16:creationId xmlns:a16="http://schemas.microsoft.com/office/drawing/2014/main" id="{F95965CB-FD5A-4671-BD21-9F14EE6C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048"/>
              <a:ext cx="24" cy="44"/>
            </a:xfrm>
            <a:custGeom>
              <a:avLst/>
              <a:gdLst>
                <a:gd name="T0" fmla="*/ 0 w 7"/>
                <a:gd name="T1" fmla="*/ 590 h 12"/>
                <a:gd name="T2" fmla="*/ 199 w 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6" y="9"/>
                    <a:pt x="7" y="3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Freeform 108">
              <a:extLst>
                <a:ext uri="{FF2B5EF4-FFF2-40B4-BE49-F238E27FC236}">
                  <a16:creationId xmlns:a16="http://schemas.microsoft.com/office/drawing/2014/main" id="{8557802B-AC84-4D24-AFA2-6BAACB54A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048"/>
              <a:ext cx="21" cy="40"/>
            </a:xfrm>
            <a:custGeom>
              <a:avLst/>
              <a:gdLst>
                <a:gd name="T0" fmla="*/ 0 w 6"/>
                <a:gd name="T1" fmla="*/ 527 h 11"/>
                <a:gd name="T2" fmla="*/ 137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5" y="8"/>
                    <a:pt x="6" y="2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0" name="Freeform 109">
              <a:extLst>
                <a:ext uri="{FF2B5EF4-FFF2-40B4-BE49-F238E27FC236}">
                  <a16:creationId xmlns:a16="http://schemas.microsoft.com/office/drawing/2014/main" id="{D034E4F3-4E13-44E3-B1C6-FAC390AC6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3077"/>
              <a:ext cx="10" cy="15"/>
            </a:xfrm>
            <a:custGeom>
              <a:avLst/>
              <a:gdLst>
                <a:gd name="T0" fmla="*/ 0 w 3"/>
                <a:gd name="T1" fmla="*/ 0 h 4"/>
                <a:gd name="T2" fmla="*/ 110 w 3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0"/>
                    <a:pt x="1" y="3"/>
                    <a:pt x="3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1" name="Freeform 110">
              <a:extLst>
                <a:ext uri="{FF2B5EF4-FFF2-40B4-BE49-F238E27FC236}">
                  <a16:creationId xmlns:a16="http://schemas.microsoft.com/office/drawing/2014/main" id="{BD4B6083-B3AD-4A78-91D4-1E9385D6B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3048"/>
              <a:ext cx="30" cy="48"/>
            </a:xfrm>
            <a:custGeom>
              <a:avLst/>
              <a:gdLst>
                <a:gd name="T0" fmla="*/ 0 w 9"/>
                <a:gd name="T1" fmla="*/ 0 h 13"/>
                <a:gd name="T2" fmla="*/ 190 w 9"/>
                <a:gd name="T3" fmla="*/ 65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6" y="0"/>
                    <a:pt x="9" y="8"/>
                    <a:pt x="5" y="1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2" name="Freeform 111">
              <a:extLst>
                <a:ext uri="{FF2B5EF4-FFF2-40B4-BE49-F238E27FC236}">
                  <a16:creationId xmlns:a16="http://schemas.microsoft.com/office/drawing/2014/main" id="{1E8B843B-CA72-43D7-B85A-9A85AC71A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077"/>
              <a:ext cx="17" cy="11"/>
            </a:xfrm>
            <a:custGeom>
              <a:avLst/>
              <a:gdLst>
                <a:gd name="T0" fmla="*/ 0 w 5"/>
                <a:gd name="T1" fmla="*/ 0 h 3"/>
                <a:gd name="T2" fmla="*/ 197 w 5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4" y="2"/>
                    <a:pt x="5" y="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3" name="Freeform 112">
              <a:extLst>
                <a:ext uri="{FF2B5EF4-FFF2-40B4-BE49-F238E27FC236}">
                  <a16:creationId xmlns:a16="http://schemas.microsoft.com/office/drawing/2014/main" id="{D82FF6BE-E6F9-4BB1-A948-A5A62298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3041"/>
              <a:ext cx="17" cy="47"/>
            </a:xfrm>
            <a:custGeom>
              <a:avLst/>
              <a:gdLst>
                <a:gd name="T0" fmla="*/ 82 w 5"/>
                <a:gd name="T1" fmla="*/ 615 h 13"/>
                <a:gd name="T2" fmla="*/ 0 w 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2" y="13"/>
                  </a:moveTo>
                  <a:cubicBezTo>
                    <a:pt x="5" y="8"/>
                    <a:pt x="4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4" name="Freeform 113">
              <a:extLst>
                <a:ext uri="{FF2B5EF4-FFF2-40B4-BE49-F238E27FC236}">
                  <a16:creationId xmlns:a16="http://schemas.microsoft.com/office/drawing/2014/main" id="{266AF3FA-A540-4E5F-932D-549DF23AD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3070"/>
              <a:ext cx="20" cy="26"/>
            </a:xfrm>
            <a:custGeom>
              <a:avLst/>
              <a:gdLst>
                <a:gd name="T0" fmla="*/ 0 w 6"/>
                <a:gd name="T1" fmla="*/ 0 h 7"/>
                <a:gd name="T2" fmla="*/ 223 w 6"/>
                <a:gd name="T3" fmla="*/ 30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3"/>
                    <a:pt x="3" y="7"/>
                    <a:pt x="6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5" name="Freeform 114">
              <a:extLst>
                <a:ext uri="{FF2B5EF4-FFF2-40B4-BE49-F238E27FC236}">
                  <a16:creationId xmlns:a16="http://schemas.microsoft.com/office/drawing/2014/main" id="{0D940663-BE76-4920-9085-257D97203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3044"/>
              <a:ext cx="20" cy="44"/>
            </a:xfrm>
            <a:custGeom>
              <a:avLst/>
              <a:gdLst>
                <a:gd name="T0" fmla="*/ 0 w 6"/>
                <a:gd name="T1" fmla="*/ 590 h 12"/>
                <a:gd name="T2" fmla="*/ 77 w 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12"/>
                  </a:moveTo>
                  <a:cubicBezTo>
                    <a:pt x="5" y="9"/>
                    <a:pt x="6" y="3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6" name="Freeform 115">
              <a:extLst>
                <a:ext uri="{FF2B5EF4-FFF2-40B4-BE49-F238E27FC236}">
                  <a16:creationId xmlns:a16="http://schemas.microsoft.com/office/drawing/2014/main" id="{F3062234-A40E-4E04-90B7-FF0683637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3077"/>
              <a:ext cx="14" cy="15"/>
            </a:xfrm>
            <a:custGeom>
              <a:avLst/>
              <a:gdLst>
                <a:gd name="T0" fmla="*/ 0 w 4"/>
                <a:gd name="T1" fmla="*/ 0 h 4"/>
                <a:gd name="T2" fmla="*/ 172 w 4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0"/>
                    <a:pt x="2" y="4"/>
                    <a:pt x="4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7" name="Freeform 116">
              <a:extLst>
                <a:ext uri="{FF2B5EF4-FFF2-40B4-BE49-F238E27FC236}">
                  <a16:creationId xmlns:a16="http://schemas.microsoft.com/office/drawing/2014/main" id="{D83B6624-D1D4-42BB-9AFE-D72161D89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077"/>
              <a:ext cx="7" cy="19"/>
            </a:xfrm>
            <a:custGeom>
              <a:avLst/>
              <a:gdLst>
                <a:gd name="T0" fmla="*/ 0 w 2"/>
                <a:gd name="T1" fmla="*/ 0 h 5"/>
                <a:gd name="T2" fmla="*/ 88 w 2"/>
                <a:gd name="T3" fmla="*/ 27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8" name="Freeform 117">
              <a:extLst>
                <a:ext uri="{FF2B5EF4-FFF2-40B4-BE49-F238E27FC236}">
                  <a16:creationId xmlns:a16="http://schemas.microsoft.com/office/drawing/2014/main" id="{143A6CAE-1ED8-480C-B690-65FC2B416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055"/>
              <a:ext cx="10" cy="15"/>
            </a:xfrm>
            <a:custGeom>
              <a:avLst/>
              <a:gdLst>
                <a:gd name="T0" fmla="*/ 0 w 3"/>
                <a:gd name="T1" fmla="*/ 210 h 4"/>
                <a:gd name="T2" fmla="*/ 11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9" name="Freeform 118">
              <a:extLst>
                <a:ext uri="{FF2B5EF4-FFF2-40B4-BE49-F238E27FC236}">
                  <a16:creationId xmlns:a16="http://schemas.microsoft.com/office/drawing/2014/main" id="{574C1155-CF2A-4CF0-8D87-431B58250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3319"/>
              <a:ext cx="1" cy="58"/>
            </a:xfrm>
            <a:custGeom>
              <a:avLst/>
              <a:gdLst>
                <a:gd name="T0" fmla="*/ 0 w 1"/>
                <a:gd name="T1" fmla="*/ 0 h 16"/>
                <a:gd name="T2" fmla="*/ 0 w 1"/>
                <a:gd name="T3" fmla="*/ 7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0" y="6"/>
                    <a:pt x="0" y="11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0" name="Freeform 119">
              <a:extLst>
                <a:ext uri="{FF2B5EF4-FFF2-40B4-BE49-F238E27FC236}">
                  <a16:creationId xmlns:a16="http://schemas.microsoft.com/office/drawing/2014/main" id="{09918D87-621D-44C6-9B36-9D983F6A3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3352"/>
              <a:ext cx="18" cy="29"/>
            </a:xfrm>
            <a:custGeom>
              <a:avLst/>
              <a:gdLst>
                <a:gd name="T0" fmla="*/ 0 w 5"/>
                <a:gd name="T1" fmla="*/ 0 h 8"/>
                <a:gd name="T2" fmla="*/ 234 w 5"/>
                <a:gd name="T3" fmla="*/ 3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3"/>
                    <a:pt x="3" y="6"/>
                    <a:pt x="5" y="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1" name="Freeform 120">
              <a:extLst>
                <a:ext uri="{FF2B5EF4-FFF2-40B4-BE49-F238E27FC236}">
                  <a16:creationId xmlns:a16="http://schemas.microsoft.com/office/drawing/2014/main" id="{4B76CD4A-CE01-40C5-A1C2-35DE2E8D9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319"/>
              <a:ext cx="10" cy="58"/>
            </a:xfrm>
            <a:custGeom>
              <a:avLst/>
              <a:gdLst>
                <a:gd name="T0" fmla="*/ 0 w 3"/>
                <a:gd name="T1" fmla="*/ 761 h 16"/>
                <a:gd name="T2" fmla="*/ 33 w 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16"/>
                  </a:moveTo>
                  <a:cubicBezTo>
                    <a:pt x="1" y="10"/>
                    <a:pt x="3" y="5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2" name="Freeform 121">
              <a:extLst>
                <a:ext uri="{FF2B5EF4-FFF2-40B4-BE49-F238E27FC236}">
                  <a16:creationId xmlns:a16="http://schemas.microsoft.com/office/drawing/2014/main" id="{D24F9FBE-5E79-4BF3-962C-C9FD287D9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319"/>
              <a:ext cx="24" cy="25"/>
            </a:xfrm>
            <a:custGeom>
              <a:avLst/>
              <a:gdLst>
                <a:gd name="T0" fmla="*/ 0 w 7"/>
                <a:gd name="T1" fmla="*/ 229 h 7"/>
                <a:gd name="T2" fmla="*/ 34 w 7"/>
                <a:gd name="T3" fmla="*/ 318 h 7"/>
                <a:gd name="T4" fmla="*/ 281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0" y="6"/>
                    <a:pt x="0" y="7"/>
                    <a:pt x="1" y="7"/>
                  </a:cubicBezTo>
                  <a:cubicBezTo>
                    <a:pt x="2" y="4"/>
                    <a:pt x="3" y="1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3" name="Freeform 122">
              <a:extLst>
                <a:ext uri="{FF2B5EF4-FFF2-40B4-BE49-F238E27FC236}">
                  <a16:creationId xmlns:a16="http://schemas.microsoft.com/office/drawing/2014/main" id="{B32E94F0-C0FC-496D-8381-5BF694EB8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315"/>
              <a:ext cx="7" cy="66"/>
            </a:xfrm>
            <a:custGeom>
              <a:avLst/>
              <a:gdLst>
                <a:gd name="T0" fmla="*/ 0 w 2"/>
                <a:gd name="T1" fmla="*/ 0 h 18"/>
                <a:gd name="T2" fmla="*/ 88 w 2"/>
                <a:gd name="T3" fmla="*/ 88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2" y="6"/>
                    <a:pt x="1" y="12"/>
                    <a:pt x="2" y="1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4" name="Freeform 123">
              <a:extLst>
                <a:ext uri="{FF2B5EF4-FFF2-40B4-BE49-F238E27FC236}">
                  <a16:creationId xmlns:a16="http://schemas.microsoft.com/office/drawing/2014/main" id="{21158835-EC5B-4506-9205-CC4A3416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352"/>
              <a:ext cx="14" cy="29"/>
            </a:xfrm>
            <a:custGeom>
              <a:avLst/>
              <a:gdLst>
                <a:gd name="T0" fmla="*/ 172 w 4"/>
                <a:gd name="T1" fmla="*/ 0 h 8"/>
                <a:gd name="T2" fmla="*/ 0 w 4"/>
                <a:gd name="T3" fmla="*/ 3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2" y="5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5" name="Freeform 124">
              <a:extLst>
                <a:ext uri="{FF2B5EF4-FFF2-40B4-BE49-F238E27FC236}">
                  <a16:creationId xmlns:a16="http://schemas.microsoft.com/office/drawing/2014/main" id="{D98D1940-7FE8-4ED5-B392-B4AFF565A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3319"/>
              <a:ext cx="6" cy="62"/>
            </a:xfrm>
            <a:custGeom>
              <a:avLst/>
              <a:gdLst>
                <a:gd name="T0" fmla="*/ 0 w 2"/>
                <a:gd name="T1" fmla="*/ 0 h 17"/>
                <a:gd name="T2" fmla="*/ 0 w 2"/>
                <a:gd name="T3" fmla="*/ 82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1" y="4"/>
                    <a:pt x="2" y="13"/>
                    <a:pt x="0" y="1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Freeform 125">
              <a:extLst>
                <a:ext uri="{FF2B5EF4-FFF2-40B4-BE49-F238E27FC236}">
                  <a16:creationId xmlns:a16="http://schemas.microsoft.com/office/drawing/2014/main" id="{2302EA84-3238-4774-96CA-74CC49FF3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363"/>
              <a:ext cx="11" cy="18"/>
            </a:xfrm>
            <a:custGeom>
              <a:avLst/>
              <a:gdLst>
                <a:gd name="T0" fmla="*/ 0 w 3"/>
                <a:gd name="T1" fmla="*/ 0 h 5"/>
                <a:gd name="T2" fmla="*/ 147 w 3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Freeform 126">
              <a:extLst>
                <a:ext uri="{FF2B5EF4-FFF2-40B4-BE49-F238E27FC236}">
                  <a16:creationId xmlns:a16="http://schemas.microsoft.com/office/drawing/2014/main" id="{E32F5DFA-D3B1-4CAB-A61B-5247D57A4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319"/>
              <a:ext cx="17" cy="58"/>
            </a:xfrm>
            <a:custGeom>
              <a:avLst/>
              <a:gdLst>
                <a:gd name="T0" fmla="*/ 0 w 5"/>
                <a:gd name="T1" fmla="*/ 761 h 16"/>
                <a:gd name="T2" fmla="*/ 116 w 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16"/>
                  </a:moveTo>
                  <a:cubicBezTo>
                    <a:pt x="5" y="12"/>
                    <a:pt x="4" y="6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8" name="Freeform 127">
              <a:extLst>
                <a:ext uri="{FF2B5EF4-FFF2-40B4-BE49-F238E27FC236}">
                  <a16:creationId xmlns:a16="http://schemas.microsoft.com/office/drawing/2014/main" id="{22C527EE-4AE5-4A56-BE71-EFECA116D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359"/>
              <a:ext cx="7" cy="22"/>
            </a:xfrm>
            <a:custGeom>
              <a:avLst/>
              <a:gdLst>
                <a:gd name="T0" fmla="*/ 0 w 2"/>
                <a:gd name="T1" fmla="*/ 0 h 6"/>
                <a:gd name="T2" fmla="*/ 88 w 2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0" y="5"/>
                    <a:pt x="2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9" name="Freeform 128">
              <a:extLst>
                <a:ext uri="{FF2B5EF4-FFF2-40B4-BE49-F238E27FC236}">
                  <a16:creationId xmlns:a16="http://schemas.microsoft.com/office/drawing/2014/main" id="{9F510C4A-8655-4E00-8F5E-1693065D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311"/>
              <a:ext cx="7" cy="66"/>
            </a:xfrm>
            <a:custGeom>
              <a:avLst/>
              <a:gdLst>
                <a:gd name="T0" fmla="*/ 0 w 2"/>
                <a:gd name="T1" fmla="*/ 887 h 18"/>
                <a:gd name="T2" fmla="*/ 0 w 2"/>
                <a:gd name="T3" fmla="*/ 55 h 18"/>
                <a:gd name="T4" fmla="*/ 0 w 2"/>
                <a:gd name="T5" fmla="*/ 5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8">
                  <a:moveTo>
                    <a:pt x="0" y="18"/>
                  </a:moveTo>
                  <a:cubicBezTo>
                    <a:pt x="0" y="12"/>
                    <a:pt x="2" y="7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0" name="Freeform 129">
              <a:extLst>
                <a:ext uri="{FF2B5EF4-FFF2-40B4-BE49-F238E27FC236}">
                  <a16:creationId xmlns:a16="http://schemas.microsoft.com/office/drawing/2014/main" id="{6EA4D584-4FF2-4CF6-B874-3175A9CCF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315"/>
              <a:ext cx="10" cy="18"/>
            </a:xfrm>
            <a:custGeom>
              <a:avLst/>
              <a:gdLst>
                <a:gd name="T0" fmla="*/ 0 w 3"/>
                <a:gd name="T1" fmla="*/ 234 h 5"/>
                <a:gd name="T2" fmla="*/ 11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1" y="1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1" name="Freeform 130">
              <a:extLst>
                <a:ext uri="{FF2B5EF4-FFF2-40B4-BE49-F238E27FC236}">
                  <a16:creationId xmlns:a16="http://schemas.microsoft.com/office/drawing/2014/main" id="{D27929F5-2FAF-489C-BBCF-FFD31D807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3319"/>
              <a:ext cx="10" cy="62"/>
            </a:xfrm>
            <a:custGeom>
              <a:avLst/>
              <a:gdLst>
                <a:gd name="T0" fmla="*/ 0 w 3"/>
                <a:gd name="T1" fmla="*/ 0 h 17"/>
                <a:gd name="T2" fmla="*/ 33 w 3"/>
                <a:gd name="T3" fmla="*/ 82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1" y="5"/>
                    <a:pt x="3" y="13"/>
                    <a:pt x="1" y="1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2" name="Freeform 131">
              <a:extLst>
                <a:ext uri="{FF2B5EF4-FFF2-40B4-BE49-F238E27FC236}">
                  <a16:creationId xmlns:a16="http://schemas.microsoft.com/office/drawing/2014/main" id="{7998B570-B678-4A18-8C2D-5D942F05D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3359"/>
              <a:ext cx="14" cy="22"/>
            </a:xfrm>
            <a:custGeom>
              <a:avLst/>
              <a:gdLst>
                <a:gd name="T0" fmla="*/ 0 w 4"/>
                <a:gd name="T1" fmla="*/ 0 h 6"/>
                <a:gd name="T2" fmla="*/ 172 w 4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2" y="4"/>
                    <a:pt x="4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3" name="Freeform 132">
              <a:extLst>
                <a:ext uri="{FF2B5EF4-FFF2-40B4-BE49-F238E27FC236}">
                  <a16:creationId xmlns:a16="http://schemas.microsoft.com/office/drawing/2014/main" id="{2D4FCABB-D6F5-4C47-A810-4E6D05D9C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319"/>
              <a:ext cx="7" cy="62"/>
            </a:xfrm>
            <a:custGeom>
              <a:avLst/>
              <a:gdLst>
                <a:gd name="T0" fmla="*/ 0 w 2"/>
                <a:gd name="T1" fmla="*/ 0 h 17"/>
                <a:gd name="T2" fmla="*/ 49 w 2"/>
                <a:gd name="T3" fmla="*/ 82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0" y="5"/>
                    <a:pt x="2" y="11"/>
                    <a:pt x="1" y="1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4" name="Freeform 133">
              <a:extLst>
                <a:ext uri="{FF2B5EF4-FFF2-40B4-BE49-F238E27FC236}">
                  <a16:creationId xmlns:a16="http://schemas.microsoft.com/office/drawing/2014/main" id="{1B62A406-C5CB-4F92-BCD7-B633AFE43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3355"/>
              <a:ext cx="14" cy="26"/>
            </a:xfrm>
            <a:custGeom>
              <a:avLst/>
              <a:gdLst>
                <a:gd name="T0" fmla="*/ 0 w 4"/>
                <a:gd name="T1" fmla="*/ 0 h 7"/>
                <a:gd name="T2" fmla="*/ 172 w 4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3"/>
                    <a:pt x="1" y="6"/>
                    <a:pt x="4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5" name="Freeform 134">
              <a:extLst>
                <a:ext uri="{FF2B5EF4-FFF2-40B4-BE49-F238E27FC236}">
                  <a16:creationId xmlns:a16="http://schemas.microsoft.com/office/drawing/2014/main" id="{AC4F3693-7127-4784-A21B-2AF1B2819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3319"/>
              <a:ext cx="10" cy="22"/>
            </a:xfrm>
            <a:custGeom>
              <a:avLst/>
              <a:gdLst>
                <a:gd name="T0" fmla="*/ 0 w 3"/>
                <a:gd name="T1" fmla="*/ 297 h 6"/>
                <a:gd name="T2" fmla="*/ 11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6" name="Freeform 135">
              <a:extLst>
                <a:ext uri="{FF2B5EF4-FFF2-40B4-BE49-F238E27FC236}">
                  <a16:creationId xmlns:a16="http://schemas.microsoft.com/office/drawing/2014/main" id="{E62E6885-74FF-47DF-B91D-E326E1E27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903"/>
              <a:ext cx="17" cy="4"/>
            </a:xfrm>
            <a:custGeom>
              <a:avLst/>
              <a:gdLst>
                <a:gd name="T0" fmla="*/ 0 w 5"/>
                <a:gd name="T1" fmla="*/ 64 h 1"/>
                <a:gd name="T2" fmla="*/ 197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0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7" name="Freeform 136">
              <a:extLst>
                <a:ext uri="{FF2B5EF4-FFF2-40B4-BE49-F238E27FC236}">
                  <a16:creationId xmlns:a16="http://schemas.microsoft.com/office/drawing/2014/main" id="{F4BFCA45-14FA-4AA0-822F-EECB5FBFD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479"/>
              <a:ext cx="7" cy="51"/>
            </a:xfrm>
            <a:custGeom>
              <a:avLst/>
              <a:gdLst>
                <a:gd name="T0" fmla="*/ 0 w 2"/>
                <a:gd name="T1" fmla="*/ 0 h 14"/>
                <a:gd name="T2" fmla="*/ 88 w 2"/>
                <a:gd name="T3" fmla="*/ 6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1" y="4"/>
                    <a:pt x="2" y="9"/>
                    <a:pt x="2" y="1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8" name="Freeform 137">
              <a:extLst>
                <a:ext uri="{FF2B5EF4-FFF2-40B4-BE49-F238E27FC236}">
                  <a16:creationId xmlns:a16="http://schemas.microsoft.com/office/drawing/2014/main" id="{D5A4F857-0B6F-4567-BD08-5CDCF5CA9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504"/>
              <a:ext cx="20" cy="30"/>
            </a:xfrm>
            <a:custGeom>
              <a:avLst/>
              <a:gdLst>
                <a:gd name="T0" fmla="*/ 0 w 6"/>
                <a:gd name="T1" fmla="*/ 0 h 8"/>
                <a:gd name="T2" fmla="*/ 223 w 6"/>
                <a:gd name="T3" fmla="*/ 42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3"/>
                    <a:pt x="3" y="7"/>
                    <a:pt x="6" y="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9" name="Freeform 138">
              <a:extLst>
                <a:ext uri="{FF2B5EF4-FFF2-40B4-BE49-F238E27FC236}">
                  <a16:creationId xmlns:a16="http://schemas.microsoft.com/office/drawing/2014/main" id="{AB9C05BC-5C1D-4F8A-97D4-992293D5A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428"/>
              <a:ext cx="11" cy="62"/>
            </a:xfrm>
            <a:custGeom>
              <a:avLst/>
              <a:gdLst>
                <a:gd name="T0" fmla="*/ 0 w 3"/>
                <a:gd name="T1" fmla="*/ 0 h 17"/>
                <a:gd name="T2" fmla="*/ 55 w 3"/>
                <a:gd name="T3" fmla="*/ 82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0" y="6"/>
                    <a:pt x="3" y="11"/>
                    <a:pt x="1" y="1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0" name="Freeform 139">
              <a:extLst>
                <a:ext uri="{FF2B5EF4-FFF2-40B4-BE49-F238E27FC236}">
                  <a16:creationId xmlns:a16="http://schemas.microsoft.com/office/drawing/2014/main" id="{95CB8579-1396-44E1-804F-6B5A6924A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431"/>
              <a:ext cx="17" cy="30"/>
            </a:xfrm>
            <a:custGeom>
              <a:avLst/>
              <a:gdLst>
                <a:gd name="T0" fmla="*/ 0 w 5"/>
                <a:gd name="T1" fmla="*/ 424 h 8"/>
                <a:gd name="T2" fmla="*/ 197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2" y="6"/>
                    <a:pt x="4" y="1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1" name="Freeform 140">
              <a:extLst>
                <a:ext uri="{FF2B5EF4-FFF2-40B4-BE49-F238E27FC236}">
                  <a16:creationId xmlns:a16="http://schemas.microsoft.com/office/drawing/2014/main" id="{5DDB4A4B-35B2-4318-A5F4-8A51F0AA1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365"/>
              <a:ext cx="11" cy="63"/>
            </a:xfrm>
            <a:custGeom>
              <a:avLst/>
              <a:gdLst>
                <a:gd name="T0" fmla="*/ 0 w 3"/>
                <a:gd name="T1" fmla="*/ 0 h 17"/>
                <a:gd name="T2" fmla="*/ 95 w 3"/>
                <a:gd name="T3" fmla="*/ 86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0" y="6"/>
                    <a:pt x="3" y="11"/>
                    <a:pt x="2" y="1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Freeform 141">
              <a:extLst>
                <a:ext uri="{FF2B5EF4-FFF2-40B4-BE49-F238E27FC236}">
                  <a16:creationId xmlns:a16="http://schemas.microsoft.com/office/drawing/2014/main" id="{E05C05C1-7D3D-4E1A-8A82-E69DF1536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395"/>
              <a:ext cx="17" cy="36"/>
            </a:xfrm>
            <a:custGeom>
              <a:avLst/>
              <a:gdLst>
                <a:gd name="T0" fmla="*/ 197 w 5"/>
                <a:gd name="T1" fmla="*/ 0 h 10"/>
                <a:gd name="T2" fmla="*/ 0 w 5"/>
                <a:gd name="T3" fmla="*/ 4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4"/>
                    <a:pt x="4" y="8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3" name="Freeform 142">
              <a:extLst>
                <a:ext uri="{FF2B5EF4-FFF2-40B4-BE49-F238E27FC236}">
                  <a16:creationId xmlns:a16="http://schemas.microsoft.com/office/drawing/2014/main" id="{D8CEFCC8-15FA-4F74-8392-5947F58EF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351"/>
              <a:ext cx="10" cy="69"/>
            </a:xfrm>
            <a:custGeom>
              <a:avLst/>
              <a:gdLst>
                <a:gd name="T0" fmla="*/ 0 w 3"/>
                <a:gd name="T1" fmla="*/ 912 h 19"/>
                <a:gd name="T2" fmla="*/ 77 w 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0" y="19"/>
                  </a:moveTo>
                  <a:cubicBezTo>
                    <a:pt x="2" y="12"/>
                    <a:pt x="3" y="7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4" name="Freeform 143">
              <a:extLst>
                <a:ext uri="{FF2B5EF4-FFF2-40B4-BE49-F238E27FC236}">
                  <a16:creationId xmlns:a16="http://schemas.microsoft.com/office/drawing/2014/main" id="{B5A20783-2E0A-4CC8-95B0-EA3B75DF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417"/>
              <a:ext cx="7" cy="66"/>
            </a:xfrm>
            <a:custGeom>
              <a:avLst/>
              <a:gdLst>
                <a:gd name="T0" fmla="*/ 0 w 2"/>
                <a:gd name="T1" fmla="*/ 0 h 18"/>
                <a:gd name="T2" fmla="*/ 0 w 2"/>
                <a:gd name="T3" fmla="*/ 88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2" y="6"/>
                    <a:pt x="1" y="12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5" name="Freeform 144">
              <a:extLst>
                <a:ext uri="{FF2B5EF4-FFF2-40B4-BE49-F238E27FC236}">
                  <a16:creationId xmlns:a16="http://schemas.microsoft.com/office/drawing/2014/main" id="{DB4D0247-54FC-4502-A9B8-52AE7BFC4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457"/>
              <a:ext cx="13" cy="22"/>
            </a:xfrm>
            <a:custGeom>
              <a:avLst/>
              <a:gdLst>
                <a:gd name="T0" fmla="*/ 0 w 4"/>
                <a:gd name="T1" fmla="*/ 0 h 6"/>
                <a:gd name="T2" fmla="*/ 137 w 4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2"/>
                    <a:pt x="3" y="4"/>
                    <a:pt x="4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6" name="Freeform 145">
              <a:extLst>
                <a:ext uri="{FF2B5EF4-FFF2-40B4-BE49-F238E27FC236}">
                  <a16:creationId xmlns:a16="http://schemas.microsoft.com/office/drawing/2014/main" id="{435BF9BD-3F6A-4A52-86D6-147ABA8CE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1468"/>
              <a:ext cx="7" cy="51"/>
            </a:xfrm>
            <a:custGeom>
              <a:avLst/>
              <a:gdLst>
                <a:gd name="T0" fmla="*/ 0 w 2"/>
                <a:gd name="T1" fmla="*/ 0 h 14"/>
                <a:gd name="T2" fmla="*/ 49 w 2"/>
                <a:gd name="T3" fmla="*/ 6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1" y="4"/>
                    <a:pt x="2" y="9"/>
                    <a:pt x="1" y="1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7" name="Freeform 146">
              <a:extLst>
                <a:ext uri="{FF2B5EF4-FFF2-40B4-BE49-F238E27FC236}">
                  <a16:creationId xmlns:a16="http://schemas.microsoft.com/office/drawing/2014/main" id="{3B4C763B-49F8-4B93-9C96-C71BC48AC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501"/>
              <a:ext cx="10" cy="25"/>
            </a:xfrm>
            <a:custGeom>
              <a:avLst/>
              <a:gdLst>
                <a:gd name="T0" fmla="*/ 0 w 3"/>
                <a:gd name="T1" fmla="*/ 0 h 7"/>
                <a:gd name="T2" fmla="*/ 110 w 3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8" name="Freeform 147">
              <a:extLst>
                <a:ext uri="{FF2B5EF4-FFF2-40B4-BE49-F238E27FC236}">
                  <a16:creationId xmlns:a16="http://schemas.microsoft.com/office/drawing/2014/main" id="{619E074E-00AB-4A5B-8040-F4F83D4BC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483"/>
              <a:ext cx="17" cy="65"/>
            </a:xfrm>
            <a:custGeom>
              <a:avLst/>
              <a:gdLst>
                <a:gd name="T0" fmla="*/ 0 w 5"/>
                <a:gd name="T1" fmla="*/ 0 h 18"/>
                <a:gd name="T2" fmla="*/ 197 w 5"/>
                <a:gd name="T3" fmla="*/ 84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0"/>
                  </a:moveTo>
                  <a:cubicBezTo>
                    <a:pt x="2" y="6"/>
                    <a:pt x="3" y="13"/>
                    <a:pt x="5" y="1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9" name="Freeform 148">
              <a:extLst>
                <a:ext uri="{FF2B5EF4-FFF2-40B4-BE49-F238E27FC236}">
                  <a16:creationId xmlns:a16="http://schemas.microsoft.com/office/drawing/2014/main" id="{2DE9839D-36D6-4B94-ADC4-E866EC11F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523"/>
              <a:ext cx="10" cy="25"/>
            </a:xfrm>
            <a:custGeom>
              <a:avLst/>
              <a:gdLst>
                <a:gd name="T0" fmla="*/ 110 w 3"/>
                <a:gd name="T1" fmla="*/ 0 h 7"/>
                <a:gd name="T2" fmla="*/ 0 w 3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2"/>
                    <a:pt x="1" y="5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0" name="Freeform 149">
              <a:extLst>
                <a:ext uri="{FF2B5EF4-FFF2-40B4-BE49-F238E27FC236}">
                  <a16:creationId xmlns:a16="http://schemas.microsoft.com/office/drawing/2014/main" id="{CD225790-363A-466C-A19D-EEF52878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3139"/>
              <a:ext cx="2119" cy="139"/>
            </a:xfrm>
            <a:custGeom>
              <a:avLst/>
              <a:gdLst>
                <a:gd name="T0" fmla="*/ 0 w 618"/>
                <a:gd name="T1" fmla="*/ 1807 h 38"/>
                <a:gd name="T2" fmla="*/ 881 w 618"/>
                <a:gd name="T3" fmla="*/ 1767 h 38"/>
                <a:gd name="T4" fmla="*/ 1694 w 618"/>
                <a:gd name="T5" fmla="*/ 1072 h 38"/>
                <a:gd name="T6" fmla="*/ 3587 w 618"/>
                <a:gd name="T7" fmla="*/ 1620 h 38"/>
                <a:gd name="T8" fmla="*/ 5116 w 618"/>
                <a:gd name="T9" fmla="*/ 1218 h 38"/>
                <a:gd name="T10" fmla="*/ 5843 w 618"/>
                <a:gd name="T11" fmla="*/ 1072 h 38"/>
                <a:gd name="T12" fmla="*/ 6244 w 618"/>
                <a:gd name="T13" fmla="*/ 1511 h 38"/>
                <a:gd name="T14" fmla="*/ 7502 w 618"/>
                <a:gd name="T15" fmla="*/ 644 h 38"/>
                <a:gd name="T16" fmla="*/ 9511 w 618"/>
                <a:gd name="T17" fmla="*/ 1032 h 38"/>
                <a:gd name="T18" fmla="*/ 11205 w 618"/>
                <a:gd name="T19" fmla="*/ 388 h 38"/>
                <a:gd name="T20" fmla="*/ 13307 w 618"/>
                <a:gd name="T21" fmla="*/ 830 h 38"/>
                <a:gd name="T22" fmla="*/ 14555 w 618"/>
                <a:gd name="T23" fmla="*/ 348 h 38"/>
                <a:gd name="T24" fmla="*/ 16613 w 618"/>
                <a:gd name="T25" fmla="*/ 1123 h 38"/>
                <a:gd name="T26" fmla="*/ 18457 w 618"/>
                <a:gd name="T27" fmla="*/ 534 h 38"/>
                <a:gd name="T28" fmla="*/ 20151 w 618"/>
                <a:gd name="T29" fmla="*/ 1072 h 38"/>
                <a:gd name="T30" fmla="*/ 21245 w 618"/>
                <a:gd name="T31" fmla="*/ 534 h 38"/>
                <a:gd name="T32" fmla="*/ 22736 w 618"/>
                <a:gd name="T33" fmla="*/ 443 h 38"/>
                <a:gd name="T34" fmla="*/ 23419 w 618"/>
                <a:gd name="T35" fmla="*/ 95 h 38"/>
                <a:gd name="T36" fmla="*/ 23947 w 618"/>
                <a:gd name="T37" fmla="*/ 443 h 38"/>
                <a:gd name="T38" fmla="*/ 24914 w 618"/>
                <a:gd name="T39" fmla="*/ 146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18" h="38">
                  <a:moveTo>
                    <a:pt x="0" y="37"/>
                  </a:moveTo>
                  <a:cubicBezTo>
                    <a:pt x="8" y="36"/>
                    <a:pt x="15" y="38"/>
                    <a:pt x="22" y="36"/>
                  </a:cubicBezTo>
                  <a:cubicBezTo>
                    <a:pt x="31" y="34"/>
                    <a:pt x="34" y="27"/>
                    <a:pt x="42" y="22"/>
                  </a:cubicBezTo>
                  <a:cubicBezTo>
                    <a:pt x="59" y="12"/>
                    <a:pt x="72" y="28"/>
                    <a:pt x="89" y="33"/>
                  </a:cubicBezTo>
                  <a:cubicBezTo>
                    <a:pt x="105" y="38"/>
                    <a:pt x="112" y="31"/>
                    <a:pt x="127" y="25"/>
                  </a:cubicBezTo>
                  <a:cubicBezTo>
                    <a:pt x="134" y="22"/>
                    <a:pt x="137" y="20"/>
                    <a:pt x="145" y="22"/>
                  </a:cubicBezTo>
                  <a:cubicBezTo>
                    <a:pt x="149" y="24"/>
                    <a:pt x="152" y="30"/>
                    <a:pt x="155" y="31"/>
                  </a:cubicBezTo>
                  <a:cubicBezTo>
                    <a:pt x="166" y="31"/>
                    <a:pt x="177" y="18"/>
                    <a:pt x="186" y="13"/>
                  </a:cubicBezTo>
                  <a:cubicBezTo>
                    <a:pt x="208" y="3"/>
                    <a:pt x="217" y="16"/>
                    <a:pt x="236" y="21"/>
                  </a:cubicBezTo>
                  <a:cubicBezTo>
                    <a:pt x="253" y="25"/>
                    <a:pt x="263" y="13"/>
                    <a:pt x="278" y="8"/>
                  </a:cubicBezTo>
                  <a:cubicBezTo>
                    <a:pt x="297" y="0"/>
                    <a:pt x="311" y="12"/>
                    <a:pt x="330" y="17"/>
                  </a:cubicBezTo>
                  <a:cubicBezTo>
                    <a:pt x="347" y="22"/>
                    <a:pt x="347" y="12"/>
                    <a:pt x="361" y="7"/>
                  </a:cubicBezTo>
                  <a:cubicBezTo>
                    <a:pt x="380" y="0"/>
                    <a:pt x="395" y="18"/>
                    <a:pt x="412" y="23"/>
                  </a:cubicBezTo>
                  <a:cubicBezTo>
                    <a:pt x="431" y="28"/>
                    <a:pt x="440" y="13"/>
                    <a:pt x="458" y="11"/>
                  </a:cubicBezTo>
                  <a:cubicBezTo>
                    <a:pt x="471" y="10"/>
                    <a:pt x="486" y="24"/>
                    <a:pt x="500" y="22"/>
                  </a:cubicBezTo>
                  <a:cubicBezTo>
                    <a:pt x="513" y="20"/>
                    <a:pt x="512" y="9"/>
                    <a:pt x="527" y="11"/>
                  </a:cubicBezTo>
                  <a:cubicBezTo>
                    <a:pt x="542" y="12"/>
                    <a:pt x="549" y="16"/>
                    <a:pt x="564" y="9"/>
                  </a:cubicBezTo>
                  <a:cubicBezTo>
                    <a:pt x="570" y="7"/>
                    <a:pt x="574" y="2"/>
                    <a:pt x="581" y="2"/>
                  </a:cubicBezTo>
                  <a:cubicBezTo>
                    <a:pt x="587" y="3"/>
                    <a:pt x="589" y="8"/>
                    <a:pt x="594" y="9"/>
                  </a:cubicBezTo>
                  <a:cubicBezTo>
                    <a:pt x="602" y="11"/>
                    <a:pt x="611" y="9"/>
                    <a:pt x="618" y="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1" name="Freeform 150">
              <a:extLst>
                <a:ext uri="{FF2B5EF4-FFF2-40B4-BE49-F238E27FC236}">
                  <a16:creationId xmlns:a16="http://schemas.microsoft.com/office/drawing/2014/main" id="{360C38FB-B074-43BB-BE78-18A4F57CE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158"/>
              <a:ext cx="260" cy="109"/>
            </a:xfrm>
            <a:custGeom>
              <a:avLst/>
              <a:gdLst>
                <a:gd name="T0" fmla="*/ 0 w 76"/>
                <a:gd name="T1" fmla="*/ 581 h 30"/>
                <a:gd name="T2" fmla="*/ 1639 w 76"/>
                <a:gd name="T3" fmla="*/ 963 h 30"/>
                <a:gd name="T4" fmla="*/ 3041 w 76"/>
                <a:gd name="T5" fmla="*/ 110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30">
                  <a:moveTo>
                    <a:pt x="0" y="12"/>
                  </a:moveTo>
                  <a:cubicBezTo>
                    <a:pt x="10" y="0"/>
                    <a:pt x="31" y="14"/>
                    <a:pt x="41" y="20"/>
                  </a:cubicBezTo>
                  <a:cubicBezTo>
                    <a:pt x="57" y="30"/>
                    <a:pt x="58" y="28"/>
                    <a:pt x="76" y="2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2" name="Freeform 151">
              <a:extLst>
                <a:ext uri="{FF2B5EF4-FFF2-40B4-BE49-F238E27FC236}">
                  <a16:creationId xmlns:a16="http://schemas.microsoft.com/office/drawing/2014/main" id="{0808EFBE-8750-4756-9009-43DFB6A58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213"/>
              <a:ext cx="775" cy="87"/>
            </a:xfrm>
            <a:custGeom>
              <a:avLst/>
              <a:gdLst>
                <a:gd name="T0" fmla="*/ 0 w 226"/>
                <a:gd name="T1" fmla="*/ 196 h 24"/>
                <a:gd name="T2" fmla="*/ 1577 w 226"/>
                <a:gd name="T3" fmla="*/ 526 h 24"/>
                <a:gd name="T4" fmla="*/ 2541 w 226"/>
                <a:gd name="T5" fmla="*/ 54 h 24"/>
                <a:gd name="T6" fmla="*/ 3223 w 226"/>
                <a:gd name="T7" fmla="*/ 580 h 24"/>
                <a:gd name="T8" fmla="*/ 4599 w 226"/>
                <a:gd name="T9" fmla="*/ 435 h 24"/>
                <a:gd name="T10" fmla="*/ 6173 w 226"/>
                <a:gd name="T11" fmla="*/ 761 h 24"/>
                <a:gd name="T12" fmla="*/ 7304 w 226"/>
                <a:gd name="T13" fmla="*/ 761 h 24"/>
                <a:gd name="T14" fmla="*/ 9115 w 226"/>
                <a:gd name="T15" fmla="*/ 1142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6" h="24">
                  <a:moveTo>
                    <a:pt x="0" y="4"/>
                  </a:moveTo>
                  <a:cubicBezTo>
                    <a:pt x="12" y="10"/>
                    <a:pt x="26" y="13"/>
                    <a:pt x="39" y="11"/>
                  </a:cubicBezTo>
                  <a:cubicBezTo>
                    <a:pt x="46" y="9"/>
                    <a:pt x="58" y="0"/>
                    <a:pt x="63" y="1"/>
                  </a:cubicBezTo>
                  <a:cubicBezTo>
                    <a:pt x="69" y="1"/>
                    <a:pt x="74" y="9"/>
                    <a:pt x="80" y="12"/>
                  </a:cubicBezTo>
                  <a:cubicBezTo>
                    <a:pt x="93" y="18"/>
                    <a:pt x="101" y="11"/>
                    <a:pt x="114" y="9"/>
                  </a:cubicBezTo>
                  <a:cubicBezTo>
                    <a:pt x="127" y="7"/>
                    <a:pt x="141" y="11"/>
                    <a:pt x="153" y="16"/>
                  </a:cubicBezTo>
                  <a:cubicBezTo>
                    <a:pt x="167" y="21"/>
                    <a:pt x="167" y="21"/>
                    <a:pt x="181" y="16"/>
                  </a:cubicBezTo>
                  <a:cubicBezTo>
                    <a:pt x="195" y="9"/>
                    <a:pt x="217" y="7"/>
                    <a:pt x="226" y="2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3" name="Freeform 152">
              <a:extLst>
                <a:ext uri="{FF2B5EF4-FFF2-40B4-BE49-F238E27FC236}">
                  <a16:creationId xmlns:a16="http://schemas.microsoft.com/office/drawing/2014/main" id="{30A63AE2-179C-4B44-9397-20C933CCD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194"/>
              <a:ext cx="192" cy="26"/>
            </a:xfrm>
            <a:custGeom>
              <a:avLst/>
              <a:gdLst>
                <a:gd name="T0" fmla="*/ 0 w 56"/>
                <a:gd name="T1" fmla="*/ 0 h 7"/>
                <a:gd name="T2" fmla="*/ 2256 w 56"/>
                <a:gd name="T3" fmla="*/ 20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">
                  <a:moveTo>
                    <a:pt x="0" y="0"/>
                  </a:moveTo>
                  <a:cubicBezTo>
                    <a:pt x="20" y="7"/>
                    <a:pt x="36" y="7"/>
                    <a:pt x="56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4" name="Freeform 153">
              <a:extLst>
                <a:ext uri="{FF2B5EF4-FFF2-40B4-BE49-F238E27FC236}">
                  <a16:creationId xmlns:a16="http://schemas.microsoft.com/office/drawing/2014/main" id="{0E5BFA3F-BD0F-4E07-8B8D-2159DEB2A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213"/>
              <a:ext cx="782" cy="91"/>
            </a:xfrm>
            <a:custGeom>
              <a:avLst/>
              <a:gdLst>
                <a:gd name="T0" fmla="*/ 0 w 228"/>
                <a:gd name="T1" fmla="*/ 55 h 25"/>
                <a:gd name="T2" fmla="*/ 2377 w 228"/>
                <a:gd name="T3" fmla="*/ 240 h 25"/>
                <a:gd name="T4" fmla="*/ 3224 w 228"/>
                <a:gd name="T5" fmla="*/ 622 h 25"/>
                <a:gd name="T6" fmla="*/ 4846 w 228"/>
                <a:gd name="T7" fmla="*/ 331 h 25"/>
                <a:gd name="T8" fmla="*/ 6047 w 228"/>
                <a:gd name="T9" fmla="*/ 582 h 25"/>
                <a:gd name="T10" fmla="*/ 7024 w 228"/>
                <a:gd name="T11" fmla="*/ 55 h 25"/>
                <a:gd name="T12" fmla="*/ 8671 w 228"/>
                <a:gd name="T13" fmla="*/ 386 h 25"/>
                <a:gd name="T14" fmla="*/ 9199 w 228"/>
                <a:gd name="T15" fmla="*/ 1205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8" h="25">
                  <a:moveTo>
                    <a:pt x="0" y="1"/>
                  </a:moveTo>
                  <a:cubicBezTo>
                    <a:pt x="17" y="20"/>
                    <a:pt x="43" y="0"/>
                    <a:pt x="59" y="5"/>
                  </a:cubicBezTo>
                  <a:cubicBezTo>
                    <a:pt x="69" y="9"/>
                    <a:pt x="67" y="15"/>
                    <a:pt x="80" y="13"/>
                  </a:cubicBezTo>
                  <a:cubicBezTo>
                    <a:pt x="94" y="12"/>
                    <a:pt x="105" y="5"/>
                    <a:pt x="120" y="7"/>
                  </a:cubicBezTo>
                  <a:cubicBezTo>
                    <a:pt x="130" y="7"/>
                    <a:pt x="139" y="12"/>
                    <a:pt x="150" y="12"/>
                  </a:cubicBezTo>
                  <a:cubicBezTo>
                    <a:pt x="161" y="12"/>
                    <a:pt x="164" y="3"/>
                    <a:pt x="174" y="1"/>
                  </a:cubicBezTo>
                  <a:cubicBezTo>
                    <a:pt x="183" y="0"/>
                    <a:pt x="207" y="4"/>
                    <a:pt x="215" y="8"/>
                  </a:cubicBezTo>
                  <a:cubicBezTo>
                    <a:pt x="226" y="13"/>
                    <a:pt x="222" y="15"/>
                    <a:pt x="228" y="2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5" name="Freeform 154">
              <a:extLst>
                <a:ext uri="{FF2B5EF4-FFF2-40B4-BE49-F238E27FC236}">
                  <a16:creationId xmlns:a16="http://schemas.microsoft.com/office/drawing/2014/main" id="{A73F9A96-ECC8-4CD3-B192-89A53B4BA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3161"/>
              <a:ext cx="158" cy="52"/>
            </a:xfrm>
            <a:custGeom>
              <a:avLst/>
              <a:gdLst>
                <a:gd name="T0" fmla="*/ 0 w 46"/>
                <a:gd name="T1" fmla="*/ 717 h 14"/>
                <a:gd name="T2" fmla="*/ 1865 w 46"/>
                <a:gd name="T3" fmla="*/ 36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0" y="14"/>
                  </a:moveTo>
                  <a:cubicBezTo>
                    <a:pt x="16" y="0"/>
                    <a:pt x="27" y="2"/>
                    <a:pt x="46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6" name="Freeform 155">
              <a:extLst>
                <a:ext uri="{FF2B5EF4-FFF2-40B4-BE49-F238E27FC236}">
                  <a16:creationId xmlns:a16="http://schemas.microsoft.com/office/drawing/2014/main" id="{E1137F04-3F31-4BAB-A55B-12331E166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154"/>
              <a:ext cx="219" cy="70"/>
            </a:xfrm>
            <a:custGeom>
              <a:avLst/>
              <a:gdLst>
                <a:gd name="T0" fmla="*/ 0 w 64"/>
                <a:gd name="T1" fmla="*/ 799 h 19"/>
                <a:gd name="T2" fmla="*/ 1687 w 64"/>
                <a:gd name="T3" fmla="*/ 895 h 19"/>
                <a:gd name="T4" fmla="*/ 2563 w 6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9">
                  <a:moveTo>
                    <a:pt x="0" y="16"/>
                  </a:moveTo>
                  <a:cubicBezTo>
                    <a:pt x="12" y="3"/>
                    <a:pt x="29" y="19"/>
                    <a:pt x="42" y="18"/>
                  </a:cubicBezTo>
                  <a:cubicBezTo>
                    <a:pt x="51" y="18"/>
                    <a:pt x="62" y="6"/>
                    <a:pt x="6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7" name="Freeform 156">
              <a:extLst>
                <a:ext uri="{FF2B5EF4-FFF2-40B4-BE49-F238E27FC236}">
                  <a16:creationId xmlns:a16="http://schemas.microsoft.com/office/drawing/2014/main" id="{6B769C4D-88E8-4E4D-BFA3-A3BB1A717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154"/>
              <a:ext cx="141" cy="40"/>
            </a:xfrm>
            <a:custGeom>
              <a:avLst/>
              <a:gdLst>
                <a:gd name="T0" fmla="*/ 0 w 41"/>
                <a:gd name="T1" fmla="*/ 527 h 11"/>
                <a:gd name="T2" fmla="*/ 1668 w 41"/>
                <a:gd name="T3" fmla="*/ 23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1">
                  <a:moveTo>
                    <a:pt x="0" y="11"/>
                  </a:moveTo>
                  <a:cubicBezTo>
                    <a:pt x="10" y="3"/>
                    <a:pt x="33" y="0"/>
                    <a:pt x="41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8" name="Freeform 157">
              <a:extLst>
                <a:ext uri="{FF2B5EF4-FFF2-40B4-BE49-F238E27FC236}">
                  <a16:creationId xmlns:a16="http://schemas.microsoft.com/office/drawing/2014/main" id="{128CB2E5-3F77-4DD5-95B3-717E14AB1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253"/>
              <a:ext cx="161" cy="77"/>
            </a:xfrm>
            <a:custGeom>
              <a:avLst/>
              <a:gdLst>
                <a:gd name="T0" fmla="*/ 0 w 47"/>
                <a:gd name="T1" fmla="*/ 95 h 21"/>
                <a:gd name="T2" fmla="*/ 1891 w 4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1">
                  <a:moveTo>
                    <a:pt x="0" y="2"/>
                  </a:moveTo>
                  <a:cubicBezTo>
                    <a:pt x="14" y="21"/>
                    <a:pt x="33" y="9"/>
                    <a:pt x="4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9" name="Freeform 158">
              <a:extLst>
                <a:ext uri="{FF2B5EF4-FFF2-40B4-BE49-F238E27FC236}">
                  <a16:creationId xmlns:a16="http://schemas.microsoft.com/office/drawing/2014/main" id="{1CB31C72-D060-43E1-A8D6-2A1CEA06F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3125"/>
              <a:ext cx="151" cy="69"/>
            </a:xfrm>
            <a:custGeom>
              <a:avLst/>
              <a:gdLst>
                <a:gd name="T0" fmla="*/ 0 w 44"/>
                <a:gd name="T1" fmla="*/ 712 h 19"/>
                <a:gd name="T2" fmla="*/ 1778 w 44"/>
                <a:gd name="T3" fmla="*/ 91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9">
                  <a:moveTo>
                    <a:pt x="0" y="15"/>
                  </a:moveTo>
                  <a:cubicBezTo>
                    <a:pt x="14" y="0"/>
                    <a:pt x="30" y="12"/>
                    <a:pt x="44" y="1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0" name="Freeform 159">
              <a:extLst>
                <a:ext uri="{FF2B5EF4-FFF2-40B4-BE49-F238E27FC236}">
                  <a16:creationId xmlns:a16="http://schemas.microsoft.com/office/drawing/2014/main" id="{5AED5D41-8418-4E8C-BD08-50FC4F758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3187"/>
              <a:ext cx="188" cy="33"/>
            </a:xfrm>
            <a:custGeom>
              <a:avLst/>
              <a:gdLst>
                <a:gd name="T0" fmla="*/ 0 w 55"/>
                <a:gd name="T1" fmla="*/ 147 h 9"/>
                <a:gd name="T2" fmla="*/ 2198 w 5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9">
                  <a:moveTo>
                    <a:pt x="0" y="3"/>
                  </a:moveTo>
                  <a:cubicBezTo>
                    <a:pt x="20" y="6"/>
                    <a:pt x="38" y="9"/>
                    <a:pt x="5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1" name="Freeform 160">
              <a:extLst>
                <a:ext uri="{FF2B5EF4-FFF2-40B4-BE49-F238E27FC236}">
                  <a16:creationId xmlns:a16="http://schemas.microsoft.com/office/drawing/2014/main" id="{80B411ED-C758-4BEF-BC2E-1D24FCF7D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125"/>
              <a:ext cx="185" cy="58"/>
            </a:xfrm>
            <a:custGeom>
              <a:avLst/>
              <a:gdLst>
                <a:gd name="T0" fmla="*/ 0 w 54"/>
                <a:gd name="T1" fmla="*/ 616 h 16"/>
                <a:gd name="T2" fmla="*/ 2172 w 54"/>
                <a:gd name="T3" fmla="*/ 7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6">
                  <a:moveTo>
                    <a:pt x="0" y="13"/>
                  </a:moveTo>
                  <a:cubicBezTo>
                    <a:pt x="16" y="0"/>
                    <a:pt x="37" y="11"/>
                    <a:pt x="54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2" name="Freeform 161">
              <a:extLst>
                <a:ext uri="{FF2B5EF4-FFF2-40B4-BE49-F238E27FC236}">
                  <a16:creationId xmlns:a16="http://schemas.microsoft.com/office/drawing/2014/main" id="{07043A4C-5CA4-4BBA-9A3C-3F992651A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256"/>
              <a:ext cx="147" cy="55"/>
            </a:xfrm>
            <a:custGeom>
              <a:avLst/>
              <a:gdLst>
                <a:gd name="T0" fmla="*/ 0 w 43"/>
                <a:gd name="T1" fmla="*/ 0 h 15"/>
                <a:gd name="T2" fmla="*/ 1720 w 43"/>
                <a:gd name="T3" fmla="*/ 14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0" y="0"/>
                  </a:moveTo>
                  <a:cubicBezTo>
                    <a:pt x="19" y="15"/>
                    <a:pt x="25" y="8"/>
                    <a:pt x="43" y="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Freeform 162">
              <a:extLst>
                <a:ext uri="{FF2B5EF4-FFF2-40B4-BE49-F238E27FC236}">
                  <a16:creationId xmlns:a16="http://schemas.microsoft.com/office/drawing/2014/main" id="{8B243C00-4F21-42F7-90C2-739E3B559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260"/>
              <a:ext cx="199" cy="48"/>
            </a:xfrm>
            <a:custGeom>
              <a:avLst/>
              <a:gdLst>
                <a:gd name="T0" fmla="*/ 0 w 58"/>
                <a:gd name="T1" fmla="*/ 96 h 13"/>
                <a:gd name="T2" fmla="*/ 964 w 58"/>
                <a:gd name="T3" fmla="*/ 558 h 13"/>
                <a:gd name="T4" fmla="*/ 2343 w 58"/>
                <a:gd name="T5" fmla="*/ 35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3">
                  <a:moveTo>
                    <a:pt x="0" y="2"/>
                  </a:moveTo>
                  <a:cubicBezTo>
                    <a:pt x="3" y="0"/>
                    <a:pt x="16" y="10"/>
                    <a:pt x="24" y="11"/>
                  </a:cubicBezTo>
                  <a:cubicBezTo>
                    <a:pt x="35" y="13"/>
                    <a:pt x="46" y="8"/>
                    <a:pt x="58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4" name="Freeform 163">
              <a:extLst>
                <a:ext uri="{FF2B5EF4-FFF2-40B4-BE49-F238E27FC236}">
                  <a16:creationId xmlns:a16="http://schemas.microsoft.com/office/drawing/2014/main" id="{FAD219CC-1BCF-439B-A7A0-A387AFBF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3234"/>
              <a:ext cx="188" cy="66"/>
            </a:xfrm>
            <a:custGeom>
              <a:avLst/>
              <a:gdLst>
                <a:gd name="T0" fmla="*/ 34 w 55"/>
                <a:gd name="T1" fmla="*/ 444 h 18"/>
                <a:gd name="T2" fmla="*/ 0 w 55"/>
                <a:gd name="T3" fmla="*/ 242 h 18"/>
                <a:gd name="T4" fmla="*/ 1275 w 55"/>
                <a:gd name="T5" fmla="*/ 297 h 18"/>
                <a:gd name="T6" fmla="*/ 2198 w 55"/>
                <a:gd name="T7" fmla="*/ 88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8">
                  <a:moveTo>
                    <a:pt x="1" y="9"/>
                  </a:moveTo>
                  <a:cubicBezTo>
                    <a:pt x="0" y="8"/>
                    <a:pt x="0" y="7"/>
                    <a:pt x="0" y="5"/>
                  </a:cubicBezTo>
                  <a:cubicBezTo>
                    <a:pt x="11" y="0"/>
                    <a:pt x="22" y="2"/>
                    <a:pt x="32" y="6"/>
                  </a:cubicBezTo>
                  <a:cubicBezTo>
                    <a:pt x="40" y="9"/>
                    <a:pt x="47" y="17"/>
                    <a:pt x="55" y="1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5" name="Freeform 164">
              <a:extLst>
                <a:ext uri="{FF2B5EF4-FFF2-40B4-BE49-F238E27FC236}">
                  <a16:creationId xmlns:a16="http://schemas.microsoft.com/office/drawing/2014/main" id="{68897F3F-A3BF-4A5B-9C87-47B2742D4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253"/>
              <a:ext cx="165" cy="66"/>
            </a:xfrm>
            <a:custGeom>
              <a:avLst/>
              <a:gdLst>
                <a:gd name="T0" fmla="*/ 0 w 48"/>
                <a:gd name="T1" fmla="*/ 0 h 18"/>
                <a:gd name="T2" fmla="*/ 1949 w 48"/>
                <a:gd name="T3" fmla="*/ 9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8">
                  <a:moveTo>
                    <a:pt x="0" y="0"/>
                  </a:moveTo>
                  <a:cubicBezTo>
                    <a:pt x="13" y="13"/>
                    <a:pt x="35" y="18"/>
                    <a:pt x="48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6" name="Freeform 165">
              <a:extLst>
                <a:ext uri="{FF2B5EF4-FFF2-40B4-BE49-F238E27FC236}">
                  <a16:creationId xmlns:a16="http://schemas.microsoft.com/office/drawing/2014/main" id="{6F57774D-3C54-4DEB-907B-391FF17D6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260"/>
              <a:ext cx="205" cy="66"/>
            </a:xfrm>
            <a:custGeom>
              <a:avLst/>
              <a:gdLst>
                <a:gd name="T0" fmla="*/ 0 w 60"/>
                <a:gd name="T1" fmla="*/ 0 h 18"/>
                <a:gd name="T2" fmla="*/ 2392 w 60"/>
                <a:gd name="T3" fmla="*/ 9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8">
                  <a:moveTo>
                    <a:pt x="0" y="0"/>
                  </a:moveTo>
                  <a:cubicBezTo>
                    <a:pt x="9" y="16"/>
                    <a:pt x="55" y="18"/>
                    <a:pt x="60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7" name="Freeform 166">
              <a:extLst>
                <a:ext uri="{FF2B5EF4-FFF2-40B4-BE49-F238E27FC236}">
                  <a16:creationId xmlns:a16="http://schemas.microsoft.com/office/drawing/2014/main" id="{7B8EAC76-C551-47DC-AC8B-807BA530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3256"/>
              <a:ext cx="230" cy="41"/>
            </a:xfrm>
            <a:custGeom>
              <a:avLst/>
              <a:gdLst>
                <a:gd name="T0" fmla="*/ 0 w 67"/>
                <a:gd name="T1" fmla="*/ 0 h 11"/>
                <a:gd name="T2" fmla="*/ 2712 w 67"/>
                <a:gd name="T3" fmla="*/ 2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1">
                  <a:moveTo>
                    <a:pt x="0" y="0"/>
                  </a:moveTo>
                  <a:cubicBezTo>
                    <a:pt x="23" y="10"/>
                    <a:pt x="43" y="11"/>
                    <a:pt x="67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8" name="Freeform 167">
              <a:extLst>
                <a:ext uri="{FF2B5EF4-FFF2-40B4-BE49-F238E27FC236}">
                  <a16:creationId xmlns:a16="http://schemas.microsoft.com/office/drawing/2014/main" id="{59916784-F515-4F9A-AFAF-CF7579736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180"/>
              <a:ext cx="138" cy="33"/>
            </a:xfrm>
            <a:custGeom>
              <a:avLst/>
              <a:gdLst>
                <a:gd name="T0" fmla="*/ 0 w 40"/>
                <a:gd name="T1" fmla="*/ 95 h 9"/>
                <a:gd name="T2" fmla="*/ 1642 w 4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">
                  <a:moveTo>
                    <a:pt x="0" y="2"/>
                  </a:moveTo>
                  <a:cubicBezTo>
                    <a:pt x="15" y="7"/>
                    <a:pt x="25" y="9"/>
                    <a:pt x="4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9" name="Freeform 168">
              <a:extLst>
                <a:ext uri="{FF2B5EF4-FFF2-40B4-BE49-F238E27FC236}">
                  <a16:creationId xmlns:a16="http://schemas.microsoft.com/office/drawing/2014/main" id="{C1D6139A-A103-4492-BDCF-B937EDFD3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110"/>
              <a:ext cx="185" cy="84"/>
            </a:xfrm>
            <a:custGeom>
              <a:avLst/>
              <a:gdLst>
                <a:gd name="T0" fmla="*/ 0 w 54"/>
                <a:gd name="T1" fmla="*/ 920 h 23"/>
                <a:gd name="T2" fmla="*/ 2172 w 54"/>
                <a:gd name="T3" fmla="*/ 112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3">
                  <a:moveTo>
                    <a:pt x="0" y="19"/>
                  </a:moveTo>
                  <a:cubicBezTo>
                    <a:pt x="5" y="0"/>
                    <a:pt x="43" y="19"/>
                    <a:pt x="54" y="2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0" name="Freeform 169">
              <a:extLst>
                <a:ext uri="{FF2B5EF4-FFF2-40B4-BE49-F238E27FC236}">
                  <a16:creationId xmlns:a16="http://schemas.microsoft.com/office/drawing/2014/main" id="{1EFDEF18-3E1E-45F9-BF4D-8C1569B02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3139"/>
              <a:ext cx="1605" cy="139"/>
            </a:xfrm>
            <a:custGeom>
              <a:avLst/>
              <a:gdLst>
                <a:gd name="T0" fmla="*/ 0 w 468"/>
                <a:gd name="T1" fmla="*/ 1566 h 38"/>
                <a:gd name="T2" fmla="*/ 1293 w 468"/>
                <a:gd name="T3" fmla="*/ 1767 h 38"/>
                <a:gd name="T4" fmla="*/ 2092 w 468"/>
                <a:gd name="T5" fmla="*/ 1072 h 38"/>
                <a:gd name="T6" fmla="*/ 3999 w 468"/>
                <a:gd name="T7" fmla="*/ 1620 h 38"/>
                <a:gd name="T8" fmla="*/ 5528 w 468"/>
                <a:gd name="T9" fmla="*/ 1218 h 38"/>
                <a:gd name="T10" fmla="*/ 6255 w 468"/>
                <a:gd name="T11" fmla="*/ 1072 h 38"/>
                <a:gd name="T12" fmla="*/ 6657 w 468"/>
                <a:gd name="T13" fmla="*/ 1511 h 38"/>
                <a:gd name="T14" fmla="*/ 7905 w 468"/>
                <a:gd name="T15" fmla="*/ 644 h 38"/>
                <a:gd name="T16" fmla="*/ 9925 w 468"/>
                <a:gd name="T17" fmla="*/ 1032 h 38"/>
                <a:gd name="T18" fmla="*/ 11619 w 468"/>
                <a:gd name="T19" fmla="*/ 388 h 38"/>
                <a:gd name="T20" fmla="*/ 13715 w 468"/>
                <a:gd name="T21" fmla="*/ 830 h 38"/>
                <a:gd name="T22" fmla="*/ 14959 w 468"/>
                <a:gd name="T23" fmla="*/ 348 h 38"/>
                <a:gd name="T24" fmla="*/ 17017 w 468"/>
                <a:gd name="T25" fmla="*/ 1123 h 38"/>
                <a:gd name="T26" fmla="*/ 18876 w 468"/>
                <a:gd name="T27" fmla="*/ 534 h 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8" h="38">
                  <a:moveTo>
                    <a:pt x="0" y="32"/>
                  </a:moveTo>
                  <a:cubicBezTo>
                    <a:pt x="7" y="31"/>
                    <a:pt x="25" y="38"/>
                    <a:pt x="32" y="36"/>
                  </a:cubicBezTo>
                  <a:cubicBezTo>
                    <a:pt x="41" y="34"/>
                    <a:pt x="44" y="27"/>
                    <a:pt x="52" y="22"/>
                  </a:cubicBezTo>
                  <a:cubicBezTo>
                    <a:pt x="69" y="12"/>
                    <a:pt x="82" y="28"/>
                    <a:pt x="99" y="33"/>
                  </a:cubicBezTo>
                  <a:cubicBezTo>
                    <a:pt x="115" y="38"/>
                    <a:pt x="122" y="31"/>
                    <a:pt x="137" y="25"/>
                  </a:cubicBezTo>
                  <a:cubicBezTo>
                    <a:pt x="144" y="22"/>
                    <a:pt x="147" y="20"/>
                    <a:pt x="155" y="22"/>
                  </a:cubicBezTo>
                  <a:cubicBezTo>
                    <a:pt x="159" y="24"/>
                    <a:pt x="162" y="30"/>
                    <a:pt x="165" y="31"/>
                  </a:cubicBezTo>
                  <a:cubicBezTo>
                    <a:pt x="176" y="31"/>
                    <a:pt x="187" y="18"/>
                    <a:pt x="196" y="13"/>
                  </a:cubicBezTo>
                  <a:cubicBezTo>
                    <a:pt x="218" y="3"/>
                    <a:pt x="227" y="16"/>
                    <a:pt x="246" y="21"/>
                  </a:cubicBezTo>
                  <a:cubicBezTo>
                    <a:pt x="263" y="25"/>
                    <a:pt x="273" y="13"/>
                    <a:pt x="288" y="8"/>
                  </a:cubicBezTo>
                  <a:cubicBezTo>
                    <a:pt x="307" y="0"/>
                    <a:pt x="321" y="12"/>
                    <a:pt x="340" y="17"/>
                  </a:cubicBezTo>
                  <a:cubicBezTo>
                    <a:pt x="357" y="22"/>
                    <a:pt x="357" y="12"/>
                    <a:pt x="371" y="7"/>
                  </a:cubicBezTo>
                  <a:cubicBezTo>
                    <a:pt x="390" y="0"/>
                    <a:pt x="405" y="18"/>
                    <a:pt x="422" y="23"/>
                  </a:cubicBezTo>
                  <a:cubicBezTo>
                    <a:pt x="441" y="28"/>
                    <a:pt x="450" y="13"/>
                    <a:pt x="468" y="1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1" name="Freeform 170">
              <a:extLst>
                <a:ext uri="{FF2B5EF4-FFF2-40B4-BE49-F238E27FC236}">
                  <a16:creationId xmlns:a16="http://schemas.microsoft.com/office/drawing/2014/main" id="{57763686-806D-422E-B6A7-7ACD938BF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158"/>
              <a:ext cx="299" cy="109"/>
            </a:xfrm>
            <a:custGeom>
              <a:avLst/>
              <a:gdLst>
                <a:gd name="T0" fmla="*/ 0 w 87"/>
                <a:gd name="T1" fmla="*/ 581 h 30"/>
                <a:gd name="T2" fmla="*/ 2114 w 87"/>
                <a:gd name="T3" fmla="*/ 963 h 30"/>
                <a:gd name="T4" fmla="*/ 3533 w 87"/>
                <a:gd name="T5" fmla="*/ 110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30">
                  <a:moveTo>
                    <a:pt x="0" y="12"/>
                  </a:moveTo>
                  <a:cubicBezTo>
                    <a:pt x="11" y="0"/>
                    <a:pt x="42" y="14"/>
                    <a:pt x="52" y="20"/>
                  </a:cubicBezTo>
                  <a:cubicBezTo>
                    <a:pt x="68" y="30"/>
                    <a:pt x="69" y="28"/>
                    <a:pt x="87" y="2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2" name="Freeform 171">
              <a:extLst>
                <a:ext uri="{FF2B5EF4-FFF2-40B4-BE49-F238E27FC236}">
                  <a16:creationId xmlns:a16="http://schemas.microsoft.com/office/drawing/2014/main" id="{9DBAC4E6-395E-4D65-9F8A-AC9A61A4B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213"/>
              <a:ext cx="775" cy="87"/>
            </a:xfrm>
            <a:custGeom>
              <a:avLst/>
              <a:gdLst>
                <a:gd name="T0" fmla="*/ 0 w 226"/>
                <a:gd name="T1" fmla="*/ 196 h 24"/>
                <a:gd name="T2" fmla="*/ 1577 w 226"/>
                <a:gd name="T3" fmla="*/ 526 h 24"/>
                <a:gd name="T4" fmla="*/ 2541 w 226"/>
                <a:gd name="T5" fmla="*/ 54 h 24"/>
                <a:gd name="T6" fmla="*/ 3223 w 226"/>
                <a:gd name="T7" fmla="*/ 580 h 24"/>
                <a:gd name="T8" fmla="*/ 4599 w 226"/>
                <a:gd name="T9" fmla="*/ 435 h 24"/>
                <a:gd name="T10" fmla="*/ 6173 w 226"/>
                <a:gd name="T11" fmla="*/ 761 h 24"/>
                <a:gd name="T12" fmla="*/ 7304 w 226"/>
                <a:gd name="T13" fmla="*/ 761 h 24"/>
                <a:gd name="T14" fmla="*/ 9115 w 226"/>
                <a:gd name="T15" fmla="*/ 1142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6" h="24">
                  <a:moveTo>
                    <a:pt x="0" y="4"/>
                  </a:moveTo>
                  <a:cubicBezTo>
                    <a:pt x="12" y="10"/>
                    <a:pt x="26" y="13"/>
                    <a:pt x="39" y="11"/>
                  </a:cubicBezTo>
                  <a:cubicBezTo>
                    <a:pt x="46" y="9"/>
                    <a:pt x="58" y="0"/>
                    <a:pt x="63" y="1"/>
                  </a:cubicBezTo>
                  <a:cubicBezTo>
                    <a:pt x="69" y="1"/>
                    <a:pt x="74" y="9"/>
                    <a:pt x="80" y="12"/>
                  </a:cubicBezTo>
                  <a:cubicBezTo>
                    <a:pt x="93" y="18"/>
                    <a:pt x="101" y="11"/>
                    <a:pt x="114" y="9"/>
                  </a:cubicBezTo>
                  <a:cubicBezTo>
                    <a:pt x="127" y="7"/>
                    <a:pt x="141" y="11"/>
                    <a:pt x="153" y="16"/>
                  </a:cubicBezTo>
                  <a:cubicBezTo>
                    <a:pt x="167" y="21"/>
                    <a:pt x="167" y="21"/>
                    <a:pt x="181" y="16"/>
                  </a:cubicBezTo>
                  <a:cubicBezTo>
                    <a:pt x="195" y="9"/>
                    <a:pt x="217" y="7"/>
                    <a:pt x="226" y="2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3" name="Freeform 172">
              <a:extLst>
                <a:ext uri="{FF2B5EF4-FFF2-40B4-BE49-F238E27FC236}">
                  <a16:creationId xmlns:a16="http://schemas.microsoft.com/office/drawing/2014/main" id="{D0043AC4-658E-4FE9-892F-EEB7136AB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194"/>
              <a:ext cx="192" cy="26"/>
            </a:xfrm>
            <a:custGeom>
              <a:avLst/>
              <a:gdLst>
                <a:gd name="T0" fmla="*/ 0 w 56"/>
                <a:gd name="T1" fmla="*/ 0 h 7"/>
                <a:gd name="T2" fmla="*/ 2256 w 56"/>
                <a:gd name="T3" fmla="*/ 20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">
                  <a:moveTo>
                    <a:pt x="0" y="0"/>
                  </a:moveTo>
                  <a:cubicBezTo>
                    <a:pt x="20" y="7"/>
                    <a:pt x="36" y="7"/>
                    <a:pt x="56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4" name="Line 173">
              <a:extLst>
                <a:ext uri="{FF2B5EF4-FFF2-40B4-BE49-F238E27FC236}">
                  <a16:creationId xmlns:a16="http://schemas.microsoft.com/office/drawing/2014/main" id="{E8456601-58F7-41E0-9FBC-FCFEFD5F5A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8" y="3216"/>
              <a:ext cx="1" cy="1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5" name="Freeform 174">
              <a:extLst>
                <a:ext uri="{FF2B5EF4-FFF2-40B4-BE49-F238E27FC236}">
                  <a16:creationId xmlns:a16="http://schemas.microsoft.com/office/drawing/2014/main" id="{BCBBAC19-FC15-43FF-885B-9D7AE4D5F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161"/>
              <a:ext cx="158" cy="52"/>
            </a:xfrm>
            <a:custGeom>
              <a:avLst/>
              <a:gdLst>
                <a:gd name="T0" fmla="*/ 0 w 46"/>
                <a:gd name="T1" fmla="*/ 717 h 14"/>
                <a:gd name="T2" fmla="*/ 1865 w 46"/>
                <a:gd name="T3" fmla="*/ 36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0" y="14"/>
                  </a:moveTo>
                  <a:cubicBezTo>
                    <a:pt x="16" y="0"/>
                    <a:pt x="27" y="2"/>
                    <a:pt x="46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6" name="Freeform 175">
              <a:extLst>
                <a:ext uri="{FF2B5EF4-FFF2-40B4-BE49-F238E27FC236}">
                  <a16:creationId xmlns:a16="http://schemas.microsoft.com/office/drawing/2014/main" id="{C78053CF-BAB0-4DEC-8C12-DC6B5F0D0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143"/>
              <a:ext cx="230" cy="81"/>
            </a:xfrm>
            <a:custGeom>
              <a:avLst/>
              <a:gdLst>
                <a:gd name="T0" fmla="*/ 0 w 67"/>
                <a:gd name="T1" fmla="*/ 950 h 22"/>
                <a:gd name="T2" fmla="*/ 1696 w 67"/>
                <a:gd name="T3" fmla="*/ 1046 h 22"/>
                <a:gd name="T4" fmla="*/ 2712 w 6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2">
                  <a:moveTo>
                    <a:pt x="0" y="19"/>
                  </a:moveTo>
                  <a:cubicBezTo>
                    <a:pt x="12" y="6"/>
                    <a:pt x="29" y="22"/>
                    <a:pt x="42" y="21"/>
                  </a:cubicBezTo>
                  <a:cubicBezTo>
                    <a:pt x="51" y="21"/>
                    <a:pt x="65" y="7"/>
                    <a:pt x="6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7" name="Freeform 176">
              <a:extLst>
                <a:ext uri="{FF2B5EF4-FFF2-40B4-BE49-F238E27FC236}">
                  <a16:creationId xmlns:a16="http://schemas.microsoft.com/office/drawing/2014/main" id="{2F39CC03-6AB1-4A86-AAC8-BB24135B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154"/>
              <a:ext cx="140" cy="40"/>
            </a:xfrm>
            <a:custGeom>
              <a:avLst/>
              <a:gdLst>
                <a:gd name="T0" fmla="*/ 0 w 41"/>
                <a:gd name="T1" fmla="*/ 527 h 11"/>
                <a:gd name="T2" fmla="*/ 1632 w 41"/>
                <a:gd name="T3" fmla="*/ 23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1">
                  <a:moveTo>
                    <a:pt x="0" y="11"/>
                  </a:moveTo>
                  <a:cubicBezTo>
                    <a:pt x="10" y="3"/>
                    <a:pt x="33" y="0"/>
                    <a:pt x="41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8" name="Freeform 177">
              <a:extLst>
                <a:ext uri="{FF2B5EF4-FFF2-40B4-BE49-F238E27FC236}">
                  <a16:creationId xmlns:a16="http://schemas.microsoft.com/office/drawing/2014/main" id="{B4679454-D640-4F17-B25C-D746524F7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3253"/>
              <a:ext cx="161" cy="77"/>
            </a:xfrm>
            <a:custGeom>
              <a:avLst/>
              <a:gdLst>
                <a:gd name="T0" fmla="*/ 0 w 47"/>
                <a:gd name="T1" fmla="*/ 95 h 21"/>
                <a:gd name="T2" fmla="*/ 1891 w 4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1">
                  <a:moveTo>
                    <a:pt x="0" y="2"/>
                  </a:moveTo>
                  <a:cubicBezTo>
                    <a:pt x="14" y="21"/>
                    <a:pt x="33" y="9"/>
                    <a:pt x="4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9" name="Freeform 178">
              <a:extLst>
                <a:ext uri="{FF2B5EF4-FFF2-40B4-BE49-F238E27FC236}">
                  <a16:creationId xmlns:a16="http://schemas.microsoft.com/office/drawing/2014/main" id="{4E1026C8-13E0-4C1D-AF39-C0D9E1468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125"/>
              <a:ext cx="151" cy="69"/>
            </a:xfrm>
            <a:custGeom>
              <a:avLst/>
              <a:gdLst>
                <a:gd name="T0" fmla="*/ 0 w 44"/>
                <a:gd name="T1" fmla="*/ 712 h 19"/>
                <a:gd name="T2" fmla="*/ 1778 w 44"/>
                <a:gd name="T3" fmla="*/ 91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9">
                  <a:moveTo>
                    <a:pt x="0" y="15"/>
                  </a:moveTo>
                  <a:cubicBezTo>
                    <a:pt x="14" y="0"/>
                    <a:pt x="30" y="12"/>
                    <a:pt x="44" y="1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0" name="Freeform 179">
              <a:extLst>
                <a:ext uri="{FF2B5EF4-FFF2-40B4-BE49-F238E27FC236}">
                  <a16:creationId xmlns:a16="http://schemas.microsoft.com/office/drawing/2014/main" id="{6C1E50F1-A811-4CB1-88A3-3E06E52C9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187"/>
              <a:ext cx="189" cy="33"/>
            </a:xfrm>
            <a:custGeom>
              <a:avLst/>
              <a:gdLst>
                <a:gd name="T0" fmla="*/ 0 w 55"/>
                <a:gd name="T1" fmla="*/ 147 h 9"/>
                <a:gd name="T2" fmla="*/ 2230 w 5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9">
                  <a:moveTo>
                    <a:pt x="0" y="3"/>
                  </a:moveTo>
                  <a:cubicBezTo>
                    <a:pt x="20" y="6"/>
                    <a:pt x="38" y="9"/>
                    <a:pt x="5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1" name="Freeform 180">
              <a:extLst>
                <a:ext uri="{FF2B5EF4-FFF2-40B4-BE49-F238E27FC236}">
                  <a16:creationId xmlns:a16="http://schemas.microsoft.com/office/drawing/2014/main" id="{55D085DE-2D8B-46A2-A582-8E975079C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125"/>
              <a:ext cx="185" cy="58"/>
            </a:xfrm>
            <a:custGeom>
              <a:avLst/>
              <a:gdLst>
                <a:gd name="T0" fmla="*/ 0 w 54"/>
                <a:gd name="T1" fmla="*/ 616 h 16"/>
                <a:gd name="T2" fmla="*/ 2172 w 54"/>
                <a:gd name="T3" fmla="*/ 7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6">
                  <a:moveTo>
                    <a:pt x="0" y="13"/>
                  </a:moveTo>
                  <a:cubicBezTo>
                    <a:pt x="16" y="0"/>
                    <a:pt x="37" y="11"/>
                    <a:pt x="54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2" name="Freeform 181">
              <a:extLst>
                <a:ext uri="{FF2B5EF4-FFF2-40B4-BE49-F238E27FC236}">
                  <a16:creationId xmlns:a16="http://schemas.microsoft.com/office/drawing/2014/main" id="{5C47B9E2-48D1-475A-A91E-7205DA75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256"/>
              <a:ext cx="147" cy="55"/>
            </a:xfrm>
            <a:custGeom>
              <a:avLst/>
              <a:gdLst>
                <a:gd name="T0" fmla="*/ 0 w 43"/>
                <a:gd name="T1" fmla="*/ 0 h 15"/>
                <a:gd name="T2" fmla="*/ 1720 w 43"/>
                <a:gd name="T3" fmla="*/ 14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0" y="0"/>
                  </a:moveTo>
                  <a:cubicBezTo>
                    <a:pt x="19" y="15"/>
                    <a:pt x="25" y="8"/>
                    <a:pt x="43" y="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3" name="Freeform 182">
              <a:extLst>
                <a:ext uri="{FF2B5EF4-FFF2-40B4-BE49-F238E27FC236}">
                  <a16:creationId xmlns:a16="http://schemas.microsoft.com/office/drawing/2014/main" id="{5F031C64-9949-45FD-AF18-61C81507B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260"/>
              <a:ext cx="199" cy="48"/>
            </a:xfrm>
            <a:custGeom>
              <a:avLst/>
              <a:gdLst>
                <a:gd name="T0" fmla="*/ 0 w 58"/>
                <a:gd name="T1" fmla="*/ 96 h 13"/>
                <a:gd name="T2" fmla="*/ 964 w 58"/>
                <a:gd name="T3" fmla="*/ 558 h 13"/>
                <a:gd name="T4" fmla="*/ 2343 w 58"/>
                <a:gd name="T5" fmla="*/ 35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3">
                  <a:moveTo>
                    <a:pt x="0" y="2"/>
                  </a:moveTo>
                  <a:cubicBezTo>
                    <a:pt x="3" y="0"/>
                    <a:pt x="16" y="10"/>
                    <a:pt x="24" y="11"/>
                  </a:cubicBezTo>
                  <a:cubicBezTo>
                    <a:pt x="35" y="13"/>
                    <a:pt x="46" y="8"/>
                    <a:pt x="58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4" name="Freeform 183">
              <a:extLst>
                <a:ext uri="{FF2B5EF4-FFF2-40B4-BE49-F238E27FC236}">
                  <a16:creationId xmlns:a16="http://schemas.microsoft.com/office/drawing/2014/main" id="{CEAA908F-4B88-4F12-9BF7-5BFF76670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234"/>
              <a:ext cx="188" cy="66"/>
            </a:xfrm>
            <a:custGeom>
              <a:avLst/>
              <a:gdLst>
                <a:gd name="T0" fmla="*/ 34 w 55"/>
                <a:gd name="T1" fmla="*/ 444 h 18"/>
                <a:gd name="T2" fmla="*/ 0 w 55"/>
                <a:gd name="T3" fmla="*/ 242 h 18"/>
                <a:gd name="T4" fmla="*/ 1275 w 55"/>
                <a:gd name="T5" fmla="*/ 297 h 18"/>
                <a:gd name="T6" fmla="*/ 2198 w 55"/>
                <a:gd name="T7" fmla="*/ 88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8">
                  <a:moveTo>
                    <a:pt x="1" y="9"/>
                  </a:moveTo>
                  <a:cubicBezTo>
                    <a:pt x="0" y="8"/>
                    <a:pt x="0" y="7"/>
                    <a:pt x="0" y="5"/>
                  </a:cubicBezTo>
                  <a:cubicBezTo>
                    <a:pt x="11" y="0"/>
                    <a:pt x="22" y="2"/>
                    <a:pt x="32" y="6"/>
                  </a:cubicBezTo>
                  <a:cubicBezTo>
                    <a:pt x="40" y="9"/>
                    <a:pt x="47" y="17"/>
                    <a:pt x="55" y="1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5" name="Freeform 184">
              <a:extLst>
                <a:ext uri="{FF2B5EF4-FFF2-40B4-BE49-F238E27FC236}">
                  <a16:creationId xmlns:a16="http://schemas.microsoft.com/office/drawing/2014/main" id="{B68B0E4E-4601-4217-B7FF-32B7EB723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169"/>
              <a:ext cx="82" cy="36"/>
            </a:xfrm>
            <a:custGeom>
              <a:avLst/>
              <a:gdLst>
                <a:gd name="T0" fmla="*/ 0 w 24"/>
                <a:gd name="T1" fmla="*/ 180 h 10"/>
                <a:gd name="T2" fmla="*/ 957 w 24"/>
                <a:gd name="T3" fmla="*/ 23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4"/>
                  </a:moveTo>
                  <a:cubicBezTo>
                    <a:pt x="8" y="0"/>
                    <a:pt x="19" y="10"/>
                    <a:pt x="24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6" name="Freeform 185">
              <a:extLst>
                <a:ext uri="{FF2B5EF4-FFF2-40B4-BE49-F238E27FC236}">
                  <a16:creationId xmlns:a16="http://schemas.microsoft.com/office/drawing/2014/main" id="{F94F1DAB-D056-407C-A87C-21948F08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194"/>
              <a:ext cx="120" cy="88"/>
            </a:xfrm>
            <a:custGeom>
              <a:avLst/>
              <a:gdLst>
                <a:gd name="T0" fmla="*/ 0 w 35"/>
                <a:gd name="T1" fmla="*/ 1184 h 24"/>
                <a:gd name="T2" fmla="*/ 963 w 35"/>
                <a:gd name="T3" fmla="*/ 887 h 24"/>
                <a:gd name="T4" fmla="*/ 1409 w 3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4">
                  <a:moveTo>
                    <a:pt x="0" y="24"/>
                  </a:moveTo>
                  <a:cubicBezTo>
                    <a:pt x="5" y="21"/>
                    <a:pt x="17" y="24"/>
                    <a:pt x="24" y="18"/>
                  </a:cubicBezTo>
                  <a:cubicBezTo>
                    <a:pt x="29" y="14"/>
                    <a:pt x="32" y="2"/>
                    <a:pt x="3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7" name="Freeform 186">
              <a:extLst>
                <a:ext uri="{FF2B5EF4-FFF2-40B4-BE49-F238E27FC236}">
                  <a16:creationId xmlns:a16="http://schemas.microsoft.com/office/drawing/2014/main" id="{CA0FFEB3-A13D-4CD5-9483-020B967CE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3238"/>
              <a:ext cx="62" cy="18"/>
            </a:xfrm>
            <a:custGeom>
              <a:avLst/>
              <a:gdLst>
                <a:gd name="T0" fmla="*/ 0 w 18"/>
                <a:gd name="T1" fmla="*/ 180 h 5"/>
                <a:gd name="T2" fmla="*/ 737 w 18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cubicBezTo>
                    <a:pt x="6" y="0"/>
                    <a:pt x="12" y="2"/>
                    <a:pt x="18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8" name="Freeform 187">
              <a:extLst>
                <a:ext uri="{FF2B5EF4-FFF2-40B4-BE49-F238E27FC236}">
                  <a16:creationId xmlns:a16="http://schemas.microsoft.com/office/drawing/2014/main" id="{12738627-EB67-4604-9485-073A73B07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3143"/>
              <a:ext cx="195" cy="91"/>
            </a:xfrm>
            <a:custGeom>
              <a:avLst/>
              <a:gdLst>
                <a:gd name="T0" fmla="*/ 0 w 57"/>
                <a:gd name="T1" fmla="*/ 200 h 25"/>
                <a:gd name="T2" fmla="*/ 2282 w 5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5">
                  <a:moveTo>
                    <a:pt x="0" y="4"/>
                  </a:moveTo>
                  <a:cubicBezTo>
                    <a:pt x="13" y="25"/>
                    <a:pt x="51" y="24"/>
                    <a:pt x="57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9" name="Freeform 188">
              <a:extLst>
                <a:ext uri="{FF2B5EF4-FFF2-40B4-BE49-F238E27FC236}">
                  <a16:creationId xmlns:a16="http://schemas.microsoft.com/office/drawing/2014/main" id="{97005F49-CA67-4339-8D22-F13E1BF83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980"/>
              <a:ext cx="27" cy="18"/>
            </a:xfrm>
            <a:custGeom>
              <a:avLst/>
              <a:gdLst>
                <a:gd name="T0" fmla="*/ 0 w 8"/>
                <a:gd name="T1" fmla="*/ 0 h 5"/>
                <a:gd name="T2" fmla="*/ 307 w 8"/>
                <a:gd name="T3" fmla="*/ 18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2"/>
                    <a:pt x="5" y="5"/>
                    <a:pt x="8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9340" name="Group 189">
              <a:extLst>
                <a:ext uri="{FF2B5EF4-FFF2-40B4-BE49-F238E27FC236}">
                  <a16:creationId xmlns:a16="http://schemas.microsoft.com/office/drawing/2014/main" id="{7E22BBB0-24C4-4E55-A072-136994A112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6" y="1402"/>
              <a:ext cx="4882" cy="1920"/>
              <a:chOff x="436" y="1554"/>
              <a:chExt cx="4882" cy="1920"/>
            </a:xfrm>
          </p:grpSpPr>
          <p:sp>
            <p:nvSpPr>
              <p:cNvPr id="49633" name="Freeform 190">
                <a:extLst>
                  <a:ext uri="{FF2B5EF4-FFF2-40B4-BE49-F238E27FC236}">
                    <a16:creationId xmlns:a16="http://schemas.microsoft.com/office/drawing/2014/main" id="{34EE2ABA-D135-443A-96AB-347CFC79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139"/>
                <a:ext cx="28" cy="15"/>
              </a:xfrm>
              <a:custGeom>
                <a:avLst/>
                <a:gdLst>
                  <a:gd name="T0" fmla="*/ 0 w 8"/>
                  <a:gd name="T1" fmla="*/ 56 h 4"/>
                  <a:gd name="T2" fmla="*/ 343 w 8"/>
                  <a:gd name="T3" fmla="*/ 21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2" y="0"/>
                      <a:pt x="6" y="0"/>
                      <a:pt x="8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4" name="Freeform 191">
                <a:extLst>
                  <a:ext uri="{FF2B5EF4-FFF2-40B4-BE49-F238E27FC236}">
                    <a16:creationId xmlns:a16="http://schemas.microsoft.com/office/drawing/2014/main" id="{9BB79311-DF3F-4E84-A8FE-E8276121E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399"/>
                <a:ext cx="31" cy="15"/>
              </a:xfrm>
              <a:custGeom>
                <a:avLst/>
                <a:gdLst>
                  <a:gd name="T0" fmla="*/ 0 w 9"/>
                  <a:gd name="T1" fmla="*/ 0 h 4"/>
                  <a:gd name="T2" fmla="*/ 369 w 9"/>
                  <a:gd name="T3" fmla="*/ 15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2" y="3"/>
                      <a:pt x="7" y="4"/>
                      <a:pt x="9" y="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5" name="Freeform 192">
                <a:extLst>
                  <a:ext uri="{FF2B5EF4-FFF2-40B4-BE49-F238E27FC236}">
                    <a16:creationId xmlns:a16="http://schemas.microsoft.com/office/drawing/2014/main" id="{F0392520-6C4D-4159-8BA6-2620D2442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406"/>
                <a:ext cx="31" cy="11"/>
              </a:xfrm>
              <a:custGeom>
                <a:avLst/>
                <a:gdLst>
                  <a:gd name="T0" fmla="*/ 0 w 9"/>
                  <a:gd name="T1" fmla="*/ 95 h 3"/>
                  <a:gd name="T2" fmla="*/ 369 w 9"/>
                  <a:gd name="T3" fmla="*/ 14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2"/>
                    </a:moveTo>
                    <a:cubicBezTo>
                      <a:pt x="3" y="2"/>
                      <a:pt x="6" y="0"/>
                      <a:pt x="9" y="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6" name="Freeform 193">
                <a:extLst>
                  <a:ext uri="{FF2B5EF4-FFF2-40B4-BE49-F238E27FC236}">
                    <a16:creationId xmlns:a16="http://schemas.microsoft.com/office/drawing/2014/main" id="{353CA101-A86A-4FA3-8C32-B613132DA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724"/>
                <a:ext cx="28" cy="11"/>
              </a:xfrm>
              <a:custGeom>
                <a:avLst/>
                <a:gdLst>
                  <a:gd name="T0" fmla="*/ 0 w 8"/>
                  <a:gd name="T1" fmla="*/ 55 h 3"/>
                  <a:gd name="T2" fmla="*/ 343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2" y="3"/>
                      <a:pt x="5" y="1"/>
                      <a:pt x="8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7" name="Freeform 194">
                <a:extLst>
                  <a:ext uri="{FF2B5EF4-FFF2-40B4-BE49-F238E27FC236}">
                    <a16:creationId xmlns:a16="http://schemas.microsoft.com/office/drawing/2014/main" id="{D05E3A08-C658-4260-A267-B0B82773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728"/>
                <a:ext cx="28" cy="15"/>
              </a:xfrm>
              <a:custGeom>
                <a:avLst/>
                <a:gdLst>
                  <a:gd name="T0" fmla="*/ 0 w 8"/>
                  <a:gd name="T1" fmla="*/ 210 h 4"/>
                  <a:gd name="T2" fmla="*/ 343 w 8"/>
                  <a:gd name="T3" fmla="*/ 5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1"/>
                      <a:pt x="5" y="0"/>
                      <a:pt x="8" y="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8" name="Freeform 195">
                <a:extLst>
                  <a:ext uri="{FF2B5EF4-FFF2-40B4-BE49-F238E27FC236}">
                    <a16:creationId xmlns:a16="http://schemas.microsoft.com/office/drawing/2014/main" id="{3DC8D126-C40C-4386-A003-26B5AB324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656"/>
                <a:ext cx="21" cy="55"/>
              </a:xfrm>
              <a:custGeom>
                <a:avLst/>
                <a:gdLst>
                  <a:gd name="T0" fmla="*/ 0 w 6"/>
                  <a:gd name="T1" fmla="*/ 0 h 15"/>
                  <a:gd name="T2" fmla="*/ 88 w 6"/>
                  <a:gd name="T3" fmla="*/ 389 h 15"/>
                  <a:gd name="T4" fmla="*/ 259 w 6"/>
                  <a:gd name="T5" fmla="*/ 74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3" y="11"/>
                      <a:pt x="5" y="13"/>
                      <a:pt x="6" y="1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9" name="Freeform 196">
                <a:extLst>
                  <a:ext uri="{FF2B5EF4-FFF2-40B4-BE49-F238E27FC236}">
                    <a16:creationId xmlns:a16="http://schemas.microsoft.com/office/drawing/2014/main" id="{C904C3D5-CC3F-4CAD-A485-3DB49B6A4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686"/>
                <a:ext cx="3" cy="33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44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0" name="Freeform 197">
                <a:extLst>
                  <a:ext uri="{FF2B5EF4-FFF2-40B4-BE49-F238E27FC236}">
                    <a16:creationId xmlns:a16="http://schemas.microsoft.com/office/drawing/2014/main" id="{3578F191-A747-4CBE-B0BC-5C5E580E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1942"/>
                <a:ext cx="41" cy="44"/>
              </a:xfrm>
              <a:custGeom>
                <a:avLst/>
                <a:gdLst>
                  <a:gd name="T0" fmla="*/ 0 w 12"/>
                  <a:gd name="T1" fmla="*/ 0 h 12"/>
                  <a:gd name="T2" fmla="*/ 478 w 12"/>
                  <a:gd name="T3" fmla="*/ 59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2" y="6"/>
                      <a:pt x="8" y="9"/>
                      <a:pt x="12" y="1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1" name="Freeform 198">
                <a:extLst>
                  <a:ext uri="{FF2B5EF4-FFF2-40B4-BE49-F238E27FC236}">
                    <a16:creationId xmlns:a16="http://schemas.microsoft.com/office/drawing/2014/main" id="{67DAC894-6867-436E-9363-44ABAF56E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1971"/>
                <a:ext cx="13" cy="37"/>
              </a:xfrm>
              <a:custGeom>
                <a:avLst/>
                <a:gdLst>
                  <a:gd name="T0" fmla="*/ 0 w 4"/>
                  <a:gd name="T1" fmla="*/ 0 h 10"/>
                  <a:gd name="T2" fmla="*/ 137 w 4"/>
                  <a:gd name="T3" fmla="*/ 50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4"/>
                      <a:pt x="4" y="6"/>
                      <a:pt x="4" y="1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2" name="Freeform 199">
                <a:extLst>
                  <a:ext uri="{FF2B5EF4-FFF2-40B4-BE49-F238E27FC236}">
                    <a16:creationId xmlns:a16="http://schemas.microsoft.com/office/drawing/2014/main" id="{BF6CDA7D-57B1-4B7F-A0C7-0CCCFD62F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" y="2479"/>
                <a:ext cx="54" cy="26"/>
              </a:xfrm>
              <a:custGeom>
                <a:avLst/>
                <a:gdLst>
                  <a:gd name="T0" fmla="*/ 0 w 16"/>
                  <a:gd name="T1" fmla="*/ 0 h 7"/>
                  <a:gd name="T2" fmla="*/ 614 w 16"/>
                  <a:gd name="T3" fmla="*/ 26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0"/>
                    </a:moveTo>
                    <a:cubicBezTo>
                      <a:pt x="3" y="7"/>
                      <a:pt x="12" y="4"/>
                      <a:pt x="16" y="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3" name="Freeform 200">
                <a:extLst>
                  <a:ext uri="{FF2B5EF4-FFF2-40B4-BE49-F238E27FC236}">
                    <a16:creationId xmlns:a16="http://schemas.microsoft.com/office/drawing/2014/main" id="{63C4D48E-50B4-45A1-9921-041DBF420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" y="2498"/>
                <a:ext cx="21" cy="18"/>
              </a:xfrm>
              <a:custGeom>
                <a:avLst/>
                <a:gdLst>
                  <a:gd name="T0" fmla="*/ 0 w 6"/>
                  <a:gd name="T1" fmla="*/ 0 h 5"/>
                  <a:gd name="T2" fmla="*/ 259 w 6"/>
                  <a:gd name="T3" fmla="*/ 2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1"/>
                      <a:pt x="5" y="3"/>
                      <a:pt x="6" y="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4" name="Freeform 201">
                <a:extLst>
                  <a:ext uri="{FF2B5EF4-FFF2-40B4-BE49-F238E27FC236}">
                    <a16:creationId xmlns:a16="http://schemas.microsoft.com/office/drawing/2014/main" id="{44DB6358-BB9C-4AB2-932A-25E265F5B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" y="2904"/>
                <a:ext cx="55" cy="25"/>
              </a:xfrm>
              <a:custGeom>
                <a:avLst/>
                <a:gdLst>
                  <a:gd name="T0" fmla="*/ 0 w 16"/>
                  <a:gd name="T1" fmla="*/ 229 h 7"/>
                  <a:gd name="T2" fmla="*/ 650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5"/>
                    </a:moveTo>
                    <a:cubicBezTo>
                      <a:pt x="6" y="7"/>
                      <a:pt x="12" y="3"/>
                      <a:pt x="1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5" name="Freeform 202">
                <a:extLst>
                  <a:ext uri="{FF2B5EF4-FFF2-40B4-BE49-F238E27FC236}">
                    <a16:creationId xmlns:a16="http://schemas.microsoft.com/office/drawing/2014/main" id="{7579D089-4B22-4E5A-957A-7C69F165A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2918"/>
                <a:ext cx="24" cy="8"/>
              </a:xfrm>
              <a:custGeom>
                <a:avLst/>
                <a:gdLst>
                  <a:gd name="T0" fmla="*/ 0 w 7"/>
                  <a:gd name="T1" fmla="*/ 0 h 2"/>
                  <a:gd name="T2" fmla="*/ 281 w 7"/>
                  <a:gd name="T3" fmla="*/ 12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0"/>
                      <a:pt x="5" y="1"/>
                      <a:pt x="7" y="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6" name="Freeform 203">
                <a:extLst>
                  <a:ext uri="{FF2B5EF4-FFF2-40B4-BE49-F238E27FC236}">
                    <a16:creationId xmlns:a16="http://schemas.microsoft.com/office/drawing/2014/main" id="{51BE5F59-BCC2-4DF9-A5DE-2E39D9986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3291"/>
                <a:ext cx="38" cy="52"/>
              </a:xfrm>
              <a:custGeom>
                <a:avLst/>
                <a:gdLst>
                  <a:gd name="T0" fmla="*/ 453 w 11"/>
                  <a:gd name="T1" fmla="*/ 0 h 14"/>
                  <a:gd name="T2" fmla="*/ 0 w 11"/>
                  <a:gd name="T3" fmla="*/ 7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11" y="0"/>
                    </a:moveTo>
                    <a:cubicBezTo>
                      <a:pt x="8" y="5"/>
                      <a:pt x="5" y="11"/>
                      <a:pt x="0" y="1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7" name="Freeform 204">
                <a:extLst>
                  <a:ext uri="{FF2B5EF4-FFF2-40B4-BE49-F238E27FC236}">
                    <a16:creationId xmlns:a16="http://schemas.microsoft.com/office/drawing/2014/main" id="{CC565CA6-34B1-47D2-BA10-E94C2EBBA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306"/>
                <a:ext cx="21" cy="7"/>
              </a:xfrm>
              <a:custGeom>
                <a:avLst/>
                <a:gdLst>
                  <a:gd name="T0" fmla="*/ 0 w 6"/>
                  <a:gd name="T1" fmla="*/ 88 h 2"/>
                  <a:gd name="T2" fmla="*/ 259 w 6"/>
                  <a:gd name="T3" fmla="*/ 49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0"/>
                      <a:pt x="6" y="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8" name="Freeform 205">
                <a:extLst>
                  <a:ext uri="{FF2B5EF4-FFF2-40B4-BE49-F238E27FC236}">
                    <a16:creationId xmlns:a16="http://schemas.microsoft.com/office/drawing/2014/main" id="{58258DDC-56BC-4854-A16B-50FB6FDC8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3386"/>
                <a:ext cx="428" cy="74"/>
              </a:xfrm>
              <a:custGeom>
                <a:avLst/>
                <a:gdLst>
                  <a:gd name="T0" fmla="*/ 0 w 125"/>
                  <a:gd name="T1" fmla="*/ 1014 h 20"/>
                  <a:gd name="T2" fmla="*/ 1079 w 125"/>
                  <a:gd name="T3" fmla="*/ 56 h 20"/>
                  <a:gd name="T4" fmla="*/ 2767 w 125"/>
                  <a:gd name="T5" fmla="*/ 259 h 20"/>
                  <a:gd name="T6" fmla="*/ 3410 w 125"/>
                  <a:gd name="T7" fmla="*/ 152 h 20"/>
                  <a:gd name="T8" fmla="*/ 4057 w 125"/>
                  <a:gd name="T9" fmla="*/ 562 h 20"/>
                  <a:gd name="T10" fmla="*/ 5016 w 125"/>
                  <a:gd name="T11" fmla="*/ 56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20">
                    <a:moveTo>
                      <a:pt x="0" y="20"/>
                    </a:moveTo>
                    <a:cubicBezTo>
                      <a:pt x="8" y="11"/>
                      <a:pt x="13" y="0"/>
                      <a:pt x="27" y="1"/>
                    </a:cubicBezTo>
                    <a:cubicBezTo>
                      <a:pt x="41" y="2"/>
                      <a:pt x="54" y="7"/>
                      <a:pt x="69" y="5"/>
                    </a:cubicBezTo>
                    <a:cubicBezTo>
                      <a:pt x="74" y="4"/>
                      <a:pt x="79" y="3"/>
                      <a:pt x="85" y="3"/>
                    </a:cubicBezTo>
                    <a:cubicBezTo>
                      <a:pt x="91" y="4"/>
                      <a:pt x="95" y="9"/>
                      <a:pt x="101" y="11"/>
                    </a:cubicBezTo>
                    <a:cubicBezTo>
                      <a:pt x="109" y="14"/>
                      <a:pt x="118" y="11"/>
                      <a:pt x="125" y="1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9" name="Freeform 206">
                <a:extLst>
                  <a:ext uri="{FF2B5EF4-FFF2-40B4-BE49-F238E27FC236}">
                    <a16:creationId xmlns:a16="http://schemas.microsoft.com/office/drawing/2014/main" id="{E6C510ED-FEE3-4CB2-AFFD-25C0B9A3E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3365"/>
                <a:ext cx="137" cy="36"/>
              </a:xfrm>
              <a:custGeom>
                <a:avLst/>
                <a:gdLst>
                  <a:gd name="T0" fmla="*/ 0 w 40"/>
                  <a:gd name="T1" fmla="*/ 468 h 10"/>
                  <a:gd name="T2" fmla="*/ 1079 w 40"/>
                  <a:gd name="T3" fmla="*/ 50 h 10"/>
                  <a:gd name="T4" fmla="*/ 1606 w 40"/>
                  <a:gd name="T5" fmla="*/ 14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0">
                    <a:moveTo>
                      <a:pt x="0" y="10"/>
                    </a:moveTo>
                    <a:cubicBezTo>
                      <a:pt x="9" y="7"/>
                      <a:pt x="16" y="0"/>
                      <a:pt x="27" y="1"/>
                    </a:cubicBezTo>
                    <a:cubicBezTo>
                      <a:pt x="31" y="1"/>
                      <a:pt x="37" y="1"/>
                      <a:pt x="40" y="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0" name="Freeform 207">
                <a:extLst>
                  <a:ext uri="{FF2B5EF4-FFF2-40B4-BE49-F238E27FC236}">
                    <a16:creationId xmlns:a16="http://schemas.microsoft.com/office/drawing/2014/main" id="{F02FBB6A-E642-4DEC-8DC2-986979A7E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3291"/>
                <a:ext cx="226" cy="59"/>
              </a:xfrm>
              <a:custGeom>
                <a:avLst/>
                <a:gdLst>
                  <a:gd name="T0" fmla="*/ 0 w 66"/>
                  <a:gd name="T1" fmla="*/ 0 h 16"/>
                  <a:gd name="T2" fmla="*/ 281 w 66"/>
                  <a:gd name="T3" fmla="*/ 299 h 16"/>
                  <a:gd name="T4" fmla="*/ 1407 w 66"/>
                  <a:gd name="T5" fmla="*/ 708 h 16"/>
                  <a:gd name="T6" fmla="*/ 2452 w 66"/>
                  <a:gd name="T7" fmla="*/ 203 h 16"/>
                  <a:gd name="T8" fmla="*/ 2650 w 66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6">
                    <a:moveTo>
                      <a:pt x="0" y="0"/>
                    </a:moveTo>
                    <a:cubicBezTo>
                      <a:pt x="3" y="0"/>
                      <a:pt x="5" y="4"/>
                      <a:pt x="7" y="6"/>
                    </a:cubicBezTo>
                    <a:cubicBezTo>
                      <a:pt x="15" y="15"/>
                      <a:pt x="24" y="16"/>
                      <a:pt x="35" y="14"/>
                    </a:cubicBezTo>
                    <a:cubicBezTo>
                      <a:pt x="43" y="12"/>
                      <a:pt x="54" y="10"/>
                      <a:pt x="61" y="4"/>
                    </a:cubicBezTo>
                    <a:cubicBezTo>
                      <a:pt x="63" y="3"/>
                      <a:pt x="64" y="1"/>
                      <a:pt x="6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1" name="Freeform 208">
                <a:extLst>
                  <a:ext uri="{FF2B5EF4-FFF2-40B4-BE49-F238E27FC236}">
                    <a16:creationId xmlns:a16="http://schemas.microsoft.com/office/drawing/2014/main" id="{F5AEE034-8FC7-4792-B6FE-EDAF5B5E0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39"/>
                <a:ext cx="206" cy="58"/>
              </a:xfrm>
              <a:custGeom>
                <a:avLst/>
                <a:gdLst>
                  <a:gd name="T0" fmla="*/ 0 w 60"/>
                  <a:gd name="T1" fmla="*/ 671 h 16"/>
                  <a:gd name="T2" fmla="*/ 364 w 60"/>
                  <a:gd name="T3" fmla="*/ 330 h 16"/>
                  <a:gd name="T4" fmla="*/ 1463 w 60"/>
                  <a:gd name="T5" fmla="*/ 54 h 16"/>
                  <a:gd name="T6" fmla="*/ 2427 w 60"/>
                  <a:gd name="T7" fmla="*/ 76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6">
                    <a:moveTo>
                      <a:pt x="0" y="14"/>
                    </a:moveTo>
                    <a:cubicBezTo>
                      <a:pt x="3" y="12"/>
                      <a:pt x="6" y="9"/>
                      <a:pt x="9" y="7"/>
                    </a:cubicBezTo>
                    <a:cubicBezTo>
                      <a:pt x="17" y="3"/>
                      <a:pt x="27" y="0"/>
                      <a:pt x="36" y="1"/>
                    </a:cubicBezTo>
                    <a:cubicBezTo>
                      <a:pt x="46" y="2"/>
                      <a:pt x="51" y="12"/>
                      <a:pt x="60" y="1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2" name="Freeform 209">
                <a:extLst>
                  <a:ext uri="{FF2B5EF4-FFF2-40B4-BE49-F238E27FC236}">
                    <a16:creationId xmlns:a16="http://schemas.microsoft.com/office/drawing/2014/main" id="{9EE86D72-203E-40F5-B654-B131DD854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4" y="3306"/>
                <a:ext cx="171" cy="59"/>
              </a:xfrm>
              <a:custGeom>
                <a:avLst/>
                <a:gdLst>
                  <a:gd name="T0" fmla="*/ 0 w 50"/>
                  <a:gd name="T1" fmla="*/ 0 h 16"/>
                  <a:gd name="T2" fmla="*/ 280 w 50"/>
                  <a:gd name="T3" fmla="*/ 96 h 16"/>
                  <a:gd name="T4" fmla="*/ 595 w 50"/>
                  <a:gd name="T5" fmla="*/ 409 h 16"/>
                  <a:gd name="T6" fmla="*/ 1440 w 50"/>
                  <a:gd name="T7" fmla="*/ 450 h 16"/>
                  <a:gd name="T8" fmla="*/ 2001 w 50"/>
                  <a:gd name="T9" fmla="*/ 80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6">
                    <a:moveTo>
                      <a:pt x="0" y="0"/>
                    </a:moveTo>
                    <a:cubicBezTo>
                      <a:pt x="3" y="1"/>
                      <a:pt x="5" y="1"/>
                      <a:pt x="7" y="2"/>
                    </a:cubicBezTo>
                    <a:cubicBezTo>
                      <a:pt x="10" y="4"/>
                      <a:pt x="13" y="6"/>
                      <a:pt x="15" y="8"/>
                    </a:cubicBezTo>
                    <a:cubicBezTo>
                      <a:pt x="22" y="12"/>
                      <a:pt x="28" y="11"/>
                      <a:pt x="36" y="9"/>
                    </a:cubicBezTo>
                    <a:cubicBezTo>
                      <a:pt x="43" y="8"/>
                      <a:pt x="46" y="13"/>
                      <a:pt x="50" y="1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3" name="Freeform 210">
                <a:extLst>
                  <a:ext uri="{FF2B5EF4-FFF2-40B4-BE49-F238E27FC236}">
                    <a16:creationId xmlns:a16="http://schemas.microsoft.com/office/drawing/2014/main" id="{FF399AA7-B48B-41E8-8D7D-3FD2A72E5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3295"/>
                <a:ext cx="96" cy="48"/>
              </a:xfrm>
              <a:custGeom>
                <a:avLst/>
                <a:gdLst>
                  <a:gd name="T0" fmla="*/ 0 w 28"/>
                  <a:gd name="T1" fmla="*/ 654 h 13"/>
                  <a:gd name="T2" fmla="*/ 199 w 28"/>
                  <a:gd name="T3" fmla="*/ 410 h 13"/>
                  <a:gd name="T4" fmla="*/ 600 w 28"/>
                  <a:gd name="T5" fmla="*/ 203 h 13"/>
                  <a:gd name="T6" fmla="*/ 1128 w 28"/>
                  <a:gd name="T7" fmla="*/ 9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3">
                    <a:moveTo>
                      <a:pt x="0" y="13"/>
                    </a:moveTo>
                    <a:cubicBezTo>
                      <a:pt x="2" y="11"/>
                      <a:pt x="3" y="9"/>
                      <a:pt x="5" y="8"/>
                    </a:cubicBezTo>
                    <a:cubicBezTo>
                      <a:pt x="8" y="6"/>
                      <a:pt x="12" y="5"/>
                      <a:pt x="15" y="4"/>
                    </a:cubicBezTo>
                    <a:cubicBezTo>
                      <a:pt x="19" y="3"/>
                      <a:pt x="24" y="0"/>
                      <a:pt x="28" y="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4" name="Freeform 211">
                <a:extLst>
                  <a:ext uri="{FF2B5EF4-FFF2-40B4-BE49-F238E27FC236}">
                    <a16:creationId xmlns:a16="http://schemas.microsoft.com/office/drawing/2014/main" id="{3FCAE041-A5AF-4465-A3E6-3F557FA0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3412"/>
                <a:ext cx="203" cy="44"/>
              </a:xfrm>
              <a:custGeom>
                <a:avLst/>
                <a:gdLst>
                  <a:gd name="T0" fmla="*/ 0 w 59"/>
                  <a:gd name="T1" fmla="*/ 444 h 12"/>
                  <a:gd name="T2" fmla="*/ 200 w 59"/>
                  <a:gd name="T3" fmla="*/ 389 h 12"/>
                  <a:gd name="T4" fmla="*/ 733 w 59"/>
                  <a:gd name="T5" fmla="*/ 444 h 12"/>
                  <a:gd name="T6" fmla="*/ 1669 w 59"/>
                  <a:gd name="T7" fmla="*/ 499 h 12"/>
                  <a:gd name="T8" fmla="*/ 2402 w 59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2">
                    <a:moveTo>
                      <a:pt x="0" y="9"/>
                    </a:moveTo>
                    <a:cubicBezTo>
                      <a:pt x="2" y="9"/>
                      <a:pt x="3" y="9"/>
                      <a:pt x="5" y="8"/>
                    </a:cubicBezTo>
                    <a:cubicBezTo>
                      <a:pt x="10" y="7"/>
                      <a:pt x="13" y="7"/>
                      <a:pt x="18" y="9"/>
                    </a:cubicBezTo>
                    <a:cubicBezTo>
                      <a:pt x="25" y="11"/>
                      <a:pt x="33" y="12"/>
                      <a:pt x="41" y="10"/>
                    </a:cubicBezTo>
                    <a:cubicBezTo>
                      <a:pt x="48" y="9"/>
                      <a:pt x="54" y="2"/>
                      <a:pt x="59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5" name="Freeform 212">
                <a:extLst>
                  <a:ext uri="{FF2B5EF4-FFF2-40B4-BE49-F238E27FC236}">
                    <a16:creationId xmlns:a16="http://schemas.microsoft.com/office/drawing/2014/main" id="{3E7D1C15-ADEA-4DEC-A48A-A2542A9C4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3412"/>
                <a:ext cx="148" cy="62"/>
              </a:xfrm>
              <a:custGeom>
                <a:avLst/>
                <a:gdLst>
                  <a:gd name="T0" fmla="*/ 0 w 43"/>
                  <a:gd name="T1" fmla="*/ 0 h 17"/>
                  <a:gd name="T2" fmla="*/ 1136 w 43"/>
                  <a:gd name="T3" fmla="*/ 733 h 17"/>
                  <a:gd name="T4" fmla="*/ 1752 w 43"/>
                  <a:gd name="T5" fmla="*/ 29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7">
                    <a:moveTo>
                      <a:pt x="0" y="0"/>
                    </a:moveTo>
                    <a:cubicBezTo>
                      <a:pt x="6" y="9"/>
                      <a:pt x="16" y="17"/>
                      <a:pt x="28" y="15"/>
                    </a:cubicBezTo>
                    <a:cubicBezTo>
                      <a:pt x="34" y="13"/>
                      <a:pt x="38" y="9"/>
                      <a:pt x="43" y="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6" name="Freeform 213">
                <a:extLst>
                  <a:ext uri="{FF2B5EF4-FFF2-40B4-BE49-F238E27FC236}">
                    <a16:creationId xmlns:a16="http://schemas.microsoft.com/office/drawing/2014/main" id="{A4EDDD1C-7C5C-4123-92E4-95A4F670F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3288"/>
                <a:ext cx="233" cy="55"/>
              </a:xfrm>
              <a:custGeom>
                <a:avLst/>
                <a:gdLst>
                  <a:gd name="T0" fmla="*/ 0 w 68"/>
                  <a:gd name="T1" fmla="*/ 539 h 15"/>
                  <a:gd name="T2" fmla="*/ 1525 w 68"/>
                  <a:gd name="T3" fmla="*/ 202 h 15"/>
                  <a:gd name="T4" fmla="*/ 2255 w 68"/>
                  <a:gd name="T5" fmla="*/ 539 h 15"/>
                  <a:gd name="T6" fmla="*/ 2734 w 68"/>
                  <a:gd name="T7" fmla="*/ 64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5">
                    <a:moveTo>
                      <a:pt x="0" y="11"/>
                    </a:moveTo>
                    <a:cubicBezTo>
                      <a:pt x="12" y="5"/>
                      <a:pt x="24" y="0"/>
                      <a:pt x="38" y="4"/>
                    </a:cubicBezTo>
                    <a:cubicBezTo>
                      <a:pt x="44" y="6"/>
                      <a:pt x="50" y="9"/>
                      <a:pt x="56" y="11"/>
                    </a:cubicBezTo>
                    <a:cubicBezTo>
                      <a:pt x="60" y="12"/>
                      <a:pt x="64" y="15"/>
                      <a:pt x="68" y="1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7" name="Freeform 214">
                <a:extLst>
                  <a:ext uri="{FF2B5EF4-FFF2-40B4-BE49-F238E27FC236}">
                    <a16:creationId xmlns:a16="http://schemas.microsoft.com/office/drawing/2014/main" id="{411823FB-62F9-41B7-9D3D-D65F0A7DD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291"/>
                <a:ext cx="195" cy="44"/>
              </a:xfrm>
              <a:custGeom>
                <a:avLst/>
                <a:gdLst>
                  <a:gd name="T0" fmla="*/ 0 w 57"/>
                  <a:gd name="T1" fmla="*/ 590 h 12"/>
                  <a:gd name="T2" fmla="*/ 1440 w 57"/>
                  <a:gd name="T3" fmla="*/ 95 h 12"/>
                  <a:gd name="T4" fmla="*/ 1967 w 57"/>
                  <a:gd name="T5" fmla="*/ 297 h 12"/>
                  <a:gd name="T6" fmla="*/ 2282 w 57"/>
                  <a:gd name="T7" fmla="*/ 49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12">
                    <a:moveTo>
                      <a:pt x="0" y="12"/>
                    </a:moveTo>
                    <a:cubicBezTo>
                      <a:pt x="12" y="8"/>
                      <a:pt x="22" y="0"/>
                      <a:pt x="36" y="2"/>
                    </a:cubicBezTo>
                    <a:cubicBezTo>
                      <a:pt x="40" y="3"/>
                      <a:pt x="45" y="4"/>
                      <a:pt x="49" y="6"/>
                    </a:cubicBezTo>
                    <a:cubicBezTo>
                      <a:pt x="51" y="7"/>
                      <a:pt x="56" y="11"/>
                      <a:pt x="57" y="1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8" name="Freeform 215">
                <a:extLst>
                  <a:ext uri="{FF2B5EF4-FFF2-40B4-BE49-F238E27FC236}">
                    <a16:creationId xmlns:a16="http://schemas.microsoft.com/office/drawing/2014/main" id="{45FDAD0A-D11E-47EE-BBAF-48AC0526F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682"/>
                <a:ext cx="573" cy="88"/>
              </a:xfrm>
              <a:custGeom>
                <a:avLst/>
                <a:gdLst>
                  <a:gd name="T0" fmla="*/ 0 w 167"/>
                  <a:gd name="T1" fmla="*/ 1034 h 24"/>
                  <a:gd name="T2" fmla="*/ 731 w 167"/>
                  <a:gd name="T3" fmla="*/ 887 h 24"/>
                  <a:gd name="T4" fmla="*/ 1661 w 167"/>
                  <a:gd name="T5" fmla="*/ 942 h 24"/>
                  <a:gd name="T6" fmla="*/ 2906 w 167"/>
                  <a:gd name="T7" fmla="*/ 983 h 24"/>
                  <a:gd name="T8" fmla="*/ 4038 w 167"/>
                  <a:gd name="T9" fmla="*/ 389 h 24"/>
                  <a:gd name="T10" fmla="*/ 6746 w 167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7" h="24">
                    <a:moveTo>
                      <a:pt x="0" y="21"/>
                    </a:moveTo>
                    <a:cubicBezTo>
                      <a:pt x="6" y="23"/>
                      <a:pt x="12" y="19"/>
                      <a:pt x="18" y="18"/>
                    </a:cubicBezTo>
                    <a:cubicBezTo>
                      <a:pt x="26" y="16"/>
                      <a:pt x="33" y="17"/>
                      <a:pt x="41" y="19"/>
                    </a:cubicBezTo>
                    <a:cubicBezTo>
                      <a:pt x="51" y="21"/>
                      <a:pt x="63" y="23"/>
                      <a:pt x="72" y="20"/>
                    </a:cubicBezTo>
                    <a:cubicBezTo>
                      <a:pt x="83" y="18"/>
                      <a:pt x="90" y="10"/>
                      <a:pt x="100" y="8"/>
                    </a:cubicBezTo>
                    <a:cubicBezTo>
                      <a:pt x="118" y="3"/>
                      <a:pt x="156" y="24"/>
                      <a:pt x="167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9" name="Freeform 216">
                <a:extLst>
                  <a:ext uri="{FF2B5EF4-FFF2-40B4-BE49-F238E27FC236}">
                    <a16:creationId xmlns:a16="http://schemas.microsoft.com/office/drawing/2014/main" id="{FC7DCA3D-EC7E-4D0E-8EBA-056F441DD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682"/>
                <a:ext cx="1135" cy="121"/>
              </a:xfrm>
              <a:custGeom>
                <a:avLst/>
                <a:gdLst>
                  <a:gd name="T0" fmla="*/ 0 w 331"/>
                  <a:gd name="T1" fmla="*/ 832 h 33"/>
                  <a:gd name="T2" fmla="*/ 1941 w 331"/>
                  <a:gd name="T3" fmla="*/ 645 h 33"/>
                  <a:gd name="T4" fmla="*/ 2376 w 331"/>
                  <a:gd name="T5" fmla="*/ 983 h 33"/>
                  <a:gd name="T6" fmla="*/ 3552 w 331"/>
                  <a:gd name="T7" fmla="*/ 1129 h 33"/>
                  <a:gd name="T8" fmla="*/ 6971 w 331"/>
                  <a:gd name="T9" fmla="*/ 389 h 33"/>
                  <a:gd name="T10" fmla="*/ 8466 w 331"/>
                  <a:gd name="T11" fmla="*/ 1184 h 33"/>
                  <a:gd name="T12" fmla="*/ 9876 w 331"/>
                  <a:gd name="T13" fmla="*/ 942 h 33"/>
                  <a:gd name="T14" fmla="*/ 10688 w 331"/>
                  <a:gd name="T15" fmla="*/ 539 h 33"/>
                  <a:gd name="T16" fmla="*/ 11569 w 331"/>
                  <a:gd name="T17" fmla="*/ 942 h 33"/>
                  <a:gd name="T18" fmla="*/ 12533 w 331"/>
                  <a:gd name="T19" fmla="*/ 1089 h 33"/>
                  <a:gd name="T20" fmla="*/ 12982 w 331"/>
                  <a:gd name="T21" fmla="*/ 1089 h 33"/>
                  <a:gd name="T22" fmla="*/ 13346 w 331"/>
                  <a:gd name="T23" fmla="*/ 1426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1" h="33">
                    <a:moveTo>
                      <a:pt x="0" y="17"/>
                    </a:moveTo>
                    <a:cubicBezTo>
                      <a:pt x="8" y="33"/>
                      <a:pt x="37" y="8"/>
                      <a:pt x="48" y="13"/>
                    </a:cubicBezTo>
                    <a:cubicBezTo>
                      <a:pt x="52" y="14"/>
                      <a:pt x="55" y="18"/>
                      <a:pt x="59" y="20"/>
                    </a:cubicBezTo>
                    <a:cubicBezTo>
                      <a:pt x="69" y="25"/>
                      <a:pt x="78" y="25"/>
                      <a:pt x="88" y="23"/>
                    </a:cubicBezTo>
                    <a:cubicBezTo>
                      <a:pt x="117" y="19"/>
                      <a:pt x="144" y="0"/>
                      <a:pt x="173" y="8"/>
                    </a:cubicBezTo>
                    <a:cubicBezTo>
                      <a:pt x="187" y="12"/>
                      <a:pt x="197" y="22"/>
                      <a:pt x="210" y="24"/>
                    </a:cubicBezTo>
                    <a:cubicBezTo>
                      <a:pt x="223" y="27"/>
                      <a:pt x="233" y="25"/>
                      <a:pt x="245" y="19"/>
                    </a:cubicBezTo>
                    <a:cubicBezTo>
                      <a:pt x="251" y="15"/>
                      <a:pt x="257" y="11"/>
                      <a:pt x="265" y="11"/>
                    </a:cubicBezTo>
                    <a:cubicBezTo>
                      <a:pt x="274" y="11"/>
                      <a:pt x="279" y="16"/>
                      <a:pt x="287" y="19"/>
                    </a:cubicBezTo>
                    <a:cubicBezTo>
                      <a:pt x="294" y="22"/>
                      <a:pt x="303" y="24"/>
                      <a:pt x="311" y="22"/>
                    </a:cubicBezTo>
                    <a:cubicBezTo>
                      <a:pt x="315" y="22"/>
                      <a:pt x="318" y="20"/>
                      <a:pt x="322" y="22"/>
                    </a:cubicBezTo>
                    <a:cubicBezTo>
                      <a:pt x="325" y="24"/>
                      <a:pt x="326" y="28"/>
                      <a:pt x="331" y="29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0" name="Freeform 217">
                <a:extLst>
                  <a:ext uri="{FF2B5EF4-FFF2-40B4-BE49-F238E27FC236}">
                    <a16:creationId xmlns:a16="http://schemas.microsoft.com/office/drawing/2014/main" id="{95E6CF88-6200-4D83-81C0-895DEDAD3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759"/>
                <a:ext cx="470" cy="132"/>
              </a:xfrm>
              <a:custGeom>
                <a:avLst/>
                <a:gdLst>
                  <a:gd name="T0" fmla="*/ 0 w 137"/>
                  <a:gd name="T1" fmla="*/ 1331 h 36"/>
                  <a:gd name="T2" fmla="*/ 1660 w 137"/>
                  <a:gd name="T3" fmla="*/ 832 h 36"/>
                  <a:gd name="T4" fmla="*/ 2741 w 137"/>
                  <a:gd name="T5" fmla="*/ 983 h 36"/>
                  <a:gd name="T6" fmla="*/ 4000 w 137"/>
                  <a:gd name="T7" fmla="*/ 645 h 36"/>
                  <a:gd name="T8" fmla="*/ 5530 w 137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6">
                    <a:moveTo>
                      <a:pt x="0" y="27"/>
                    </a:moveTo>
                    <a:cubicBezTo>
                      <a:pt x="10" y="36"/>
                      <a:pt x="30" y="18"/>
                      <a:pt x="41" y="17"/>
                    </a:cubicBezTo>
                    <a:cubicBezTo>
                      <a:pt x="50" y="17"/>
                      <a:pt x="59" y="21"/>
                      <a:pt x="68" y="20"/>
                    </a:cubicBezTo>
                    <a:cubicBezTo>
                      <a:pt x="79" y="19"/>
                      <a:pt x="90" y="17"/>
                      <a:pt x="99" y="13"/>
                    </a:cubicBezTo>
                    <a:cubicBezTo>
                      <a:pt x="113" y="8"/>
                      <a:pt x="126" y="9"/>
                      <a:pt x="137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1" name="Freeform 218">
                <a:extLst>
                  <a:ext uri="{FF2B5EF4-FFF2-40B4-BE49-F238E27FC236}">
                    <a16:creationId xmlns:a16="http://schemas.microsoft.com/office/drawing/2014/main" id="{5A6AB613-4097-44D3-8900-8803AD84D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763"/>
                <a:ext cx="62" cy="32"/>
              </a:xfrm>
              <a:custGeom>
                <a:avLst/>
                <a:gdLst>
                  <a:gd name="T0" fmla="*/ 0 w 18"/>
                  <a:gd name="T1" fmla="*/ 0 h 9"/>
                  <a:gd name="T2" fmla="*/ 737 w 18"/>
                  <a:gd name="T3" fmla="*/ 3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0"/>
                    </a:moveTo>
                    <a:cubicBezTo>
                      <a:pt x="5" y="4"/>
                      <a:pt x="12" y="9"/>
                      <a:pt x="18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2" name="Freeform 219">
                <a:extLst>
                  <a:ext uri="{FF2B5EF4-FFF2-40B4-BE49-F238E27FC236}">
                    <a16:creationId xmlns:a16="http://schemas.microsoft.com/office/drawing/2014/main" id="{E5164F01-2CA8-4BC8-9E06-F0E87227E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708"/>
                <a:ext cx="133" cy="33"/>
              </a:xfrm>
              <a:custGeom>
                <a:avLst/>
                <a:gdLst>
                  <a:gd name="T0" fmla="*/ 0 w 39"/>
                  <a:gd name="T1" fmla="*/ 202 h 9"/>
                  <a:gd name="T2" fmla="*/ 1548 w 39"/>
                  <a:gd name="T3" fmla="*/ 44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">
                    <a:moveTo>
                      <a:pt x="0" y="4"/>
                    </a:moveTo>
                    <a:cubicBezTo>
                      <a:pt x="13" y="0"/>
                      <a:pt x="27" y="2"/>
                      <a:pt x="39" y="9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3" name="Freeform 220">
                <a:extLst>
                  <a:ext uri="{FF2B5EF4-FFF2-40B4-BE49-F238E27FC236}">
                    <a16:creationId xmlns:a16="http://schemas.microsoft.com/office/drawing/2014/main" id="{25121C84-6863-46D0-8F88-1E6FA965B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1733"/>
                <a:ext cx="260" cy="51"/>
              </a:xfrm>
              <a:custGeom>
                <a:avLst/>
                <a:gdLst>
                  <a:gd name="T0" fmla="*/ 0 w 76"/>
                  <a:gd name="T1" fmla="*/ 240 h 14"/>
                  <a:gd name="T2" fmla="*/ 1885 w 76"/>
                  <a:gd name="T3" fmla="*/ 477 h 14"/>
                  <a:gd name="T4" fmla="*/ 2679 w 76"/>
                  <a:gd name="T5" fmla="*/ 240 h 14"/>
                  <a:gd name="T6" fmla="*/ 3041 w 7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14">
                    <a:moveTo>
                      <a:pt x="0" y="5"/>
                    </a:moveTo>
                    <a:cubicBezTo>
                      <a:pt x="9" y="14"/>
                      <a:pt x="36" y="10"/>
                      <a:pt x="47" y="10"/>
                    </a:cubicBezTo>
                    <a:cubicBezTo>
                      <a:pt x="54" y="10"/>
                      <a:pt x="61" y="9"/>
                      <a:pt x="67" y="5"/>
                    </a:cubicBezTo>
                    <a:cubicBezTo>
                      <a:pt x="70" y="4"/>
                      <a:pt x="73" y="1"/>
                      <a:pt x="7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4" name="Freeform 221">
                <a:extLst>
                  <a:ext uri="{FF2B5EF4-FFF2-40B4-BE49-F238E27FC236}">
                    <a16:creationId xmlns:a16="http://schemas.microsoft.com/office/drawing/2014/main" id="{076BC451-16EF-453B-B705-782C97694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1711"/>
                <a:ext cx="196" cy="41"/>
              </a:xfrm>
              <a:custGeom>
                <a:avLst/>
                <a:gdLst>
                  <a:gd name="T0" fmla="*/ 0 w 57"/>
                  <a:gd name="T1" fmla="*/ 570 h 11"/>
                  <a:gd name="T2" fmla="*/ 450 w 57"/>
                  <a:gd name="T3" fmla="*/ 153 h 11"/>
                  <a:gd name="T4" fmla="*/ 1300 w 57"/>
                  <a:gd name="T5" fmla="*/ 56 h 11"/>
                  <a:gd name="T6" fmla="*/ 2318 w 57"/>
                  <a:gd name="T7" fmla="*/ 36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11">
                    <a:moveTo>
                      <a:pt x="0" y="11"/>
                    </a:moveTo>
                    <a:cubicBezTo>
                      <a:pt x="5" y="9"/>
                      <a:pt x="7" y="5"/>
                      <a:pt x="11" y="3"/>
                    </a:cubicBezTo>
                    <a:cubicBezTo>
                      <a:pt x="17" y="0"/>
                      <a:pt x="26" y="0"/>
                      <a:pt x="32" y="1"/>
                    </a:cubicBezTo>
                    <a:cubicBezTo>
                      <a:pt x="40" y="1"/>
                      <a:pt x="50" y="3"/>
                      <a:pt x="57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5" name="Freeform 222">
                <a:extLst>
                  <a:ext uri="{FF2B5EF4-FFF2-40B4-BE49-F238E27FC236}">
                    <a16:creationId xmlns:a16="http://schemas.microsoft.com/office/drawing/2014/main" id="{096BC371-9099-48F6-9CD0-96D50EED7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825"/>
                <a:ext cx="439" cy="55"/>
              </a:xfrm>
              <a:custGeom>
                <a:avLst/>
                <a:gdLst>
                  <a:gd name="T0" fmla="*/ 0 w 128"/>
                  <a:gd name="T1" fmla="*/ 95 h 15"/>
                  <a:gd name="T2" fmla="*/ 847 w 128"/>
                  <a:gd name="T3" fmla="*/ 389 h 15"/>
                  <a:gd name="T4" fmla="*/ 3268 w 128"/>
                  <a:gd name="T5" fmla="*/ 0 h 15"/>
                  <a:gd name="T6" fmla="*/ 5165 w 128"/>
                  <a:gd name="T7" fmla="*/ 74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15">
                    <a:moveTo>
                      <a:pt x="0" y="2"/>
                    </a:moveTo>
                    <a:cubicBezTo>
                      <a:pt x="7" y="4"/>
                      <a:pt x="12" y="8"/>
                      <a:pt x="21" y="8"/>
                    </a:cubicBezTo>
                    <a:cubicBezTo>
                      <a:pt x="41" y="7"/>
                      <a:pt x="60" y="0"/>
                      <a:pt x="81" y="0"/>
                    </a:cubicBezTo>
                    <a:cubicBezTo>
                      <a:pt x="99" y="0"/>
                      <a:pt x="111" y="10"/>
                      <a:pt x="128" y="1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6" name="Freeform 223">
                <a:extLst>
                  <a:ext uri="{FF2B5EF4-FFF2-40B4-BE49-F238E27FC236}">
                    <a16:creationId xmlns:a16="http://schemas.microsoft.com/office/drawing/2014/main" id="{BF6F2DCD-A58E-4BC5-BBB4-051CD1480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832"/>
                <a:ext cx="168" cy="40"/>
              </a:xfrm>
              <a:custGeom>
                <a:avLst/>
                <a:gdLst>
                  <a:gd name="T0" fmla="*/ 0 w 49"/>
                  <a:gd name="T1" fmla="*/ 0 h 11"/>
                  <a:gd name="T2" fmla="*/ 1327 w 49"/>
                  <a:gd name="T3" fmla="*/ 476 h 11"/>
                  <a:gd name="T4" fmla="*/ 1975 w 49"/>
                  <a:gd name="T5" fmla="*/ 43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1">
                    <a:moveTo>
                      <a:pt x="0" y="0"/>
                    </a:moveTo>
                    <a:cubicBezTo>
                      <a:pt x="9" y="7"/>
                      <a:pt x="21" y="11"/>
                      <a:pt x="33" y="10"/>
                    </a:cubicBezTo>
                    <a:cubicBezTo>
                      <a:pt x="39" y="10"/>
                      <a:pt x="43" y="8"/>
                      <a:pt x="49" y="9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7" name="Freeform 224">
                <a:extLst>
                  <a:ext uri="{FF2B5EF4-FFF2-40B4-BE49-F238E27FC236}">
                    <a16:creationId xmlns:a16="http://schemas.microsoft.com/office/drawing/2014/main" id="{118B20DF-C539-4F82-A7C8-A2D11B0A2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773"/>
                <a:ext cx="244" cy="81"/>
              </a:xfrm>
              <a:custGeom>
                <a:avLst/>
                <a:gdLst>
                  <a:gd name="T0" fmla="*/ 0 w 71"/>
                  <a:gd name="T1" fmla="*/ 0 h 22"/>
                  <a:gd name="T2" fmla="*/ 1832 w 71"/>
                  <a:gd name="T3" fmla="*/ 501 h 22"/>
                  <a:gd name="T4" fmla="*/ 2481 w 71"/>
                  <a:gd name="T5" fmla="*/ 747 h 22"/>
                  <a:gd name="T6" fmla="*/ 2883 w 71"/>
                  <a:gd name="T7" fmla="*/ 109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2">
                    <a:moveTo>
                      <a:pt x="0" y="0"/>
                    </a:moveTo>
                    <a:cubicBezTo>
                      <a:pt x="15" y="5"/>
                      <a:pt x="28" y="9"/>
                      <a:pt x="45" y="10"/>
                    </a:cubicBezTo>
                    <a:cubicBezTo>
                      <a:pt x="53" y="10"/>
                      <a:pt x="55" y="11"/>
                      <a:pt x="61" y="15"/>
                    </a:cubicBezTo>
                    <a:cubicBezTo>
                      <a:pt x="64" y="18"/>
                      <a:pt x="67" y="21"/>
                      <a:pt x="71" y="2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8" name="Freeform 225">
                <a:extLst>
                  <a:ext uri="{FF2B5EF4-FFF2-40B4-BE49-F238E27FC236}">
                    <a16:creationId xmlns:a16="http://schemas.microsoft.com/office/drawing/2014/main" id="{46332E0A-F35C-41AD-9D1F-8924624AB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799"/>
                <a:ext cx="120" cy="22"/>
              </a:xfrm>
              <a:custGeom>
                <a:avLst/>
                <a:gdLst>
                  <a:gd name="T0" fmla="*/ 0 w 35"/>
                  <a:gd name="T1" fmla="*/ 147 h 6"/>
                  <a:gd name="T2" fmla="*/ 881 w 35"/>
                  <a:gd name="T3" fmla="*/ 55 h 6"/>
                  <a:gd name="T4" fmla="*/ 1409 w 35"/>
                  <a:gd name="T5" fmla="*/ 29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6">
                    <a:moveTo>
                      <a:pt x="0" y="3"/>
                    </a:moveTo>
                    <a:cubicBezTo>
                      <a:pt x="8" y="3"/>
                      <a:pt x="14" y="0"/>
                      <a:pt x="22" y="1"/>
                    </a:cubicBezTo>
                    <a:cubicBezTo>
                      <a:pt x="26" y="2"/>
                      <a:pt x="31" y="4"/>
                      <a:pt x="35" y="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9" name="Freeform 226">
                <a:extLst>
                  <a:ext uri="{FF2B5EF4-FFF2-40B4-BE49-F238E27FC236}">
                    <a16:creationId xmlns:a16="http://schemas.microsoft.com/office/drawing/2014/main" id="{2CB0A6C0-5915-4A5A-A259-9B14C56DA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839"/>
                <a:ext cx="124" cy="37"/>
              </a:xfrm>
              <a:custGeom>
                <a:avLst/>
                <a:gdLst>
                  <a:gd name="T0" fmla="*/ 0 w 36"/>
                  <a:gd name="T1" fmla="*/ 152 h 10"/>
                  <a:gd name="T2" fmla="*/ 1471 w 3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">
                    <a:moveTo>
                      <a:pt x="0" y="3"/>
                    </a:moveTo>
                    <a:cubicBezTo>
                      <a:pt x="15" y="10"/>
                      <a:pt x="24" y="10"/>
                      <a:pt x="3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0" name="Freeform 227">
                <a:extLst>
                  <a:ext uri="{FF2B5EF4-FFF2-40B4-BE49-F238E27FC236}">
                    <a16:creationId xmlns:a16="http://schemas.microsoft.com/office/drawing/2014/main" id="{44AF817A-BA6E-47EE-AFFA-32A4134A6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719"/>
                <a:ext cx="147" cy="25"/>
              </a:xfrm>
              <a:custGeom>
                <a:avLst/>
                <a:gdLst>
                  <a:gd name="T0" fmla="*/ 0 w 43"/>
                  <a:gd name="T1" fmla="*/ 318 h 7"/>
                  <a:gd name="T2" fmla="*/ 995 w 43"/>
                  <a:gd name="T3" fmla="*/ 0 h 7"/>
                  <a:gd name="T4" fmla="*/ 1720 w 43"/>
                  <a:gd name="T5" fmla="*/ 3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">
                    <a:moveTo>
                      <a:pt x="0" y="7"/>
                    </a:moveTo>
                    <a:cubicBezTo>
                      <a:pt x="7" y="6"/>
                      <a:pt x="16" y="0"/>
                      <a:pt x="25" y="0"/>
                    </a:cubicBezTo>
                    <a:cubicBezTo>
                      <a:pt x="32" y="1"/>
                      <a:pt x="36" y="5"/>
                      <a:pt x="43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1" name="Freeform 228">
                <a:extLst>
                  <a:ext uri="{FF2B5EF4-FFF2-40B4-BE49-F238E27FC236}">
                    <a16:creationId xmlns:a16="http://schemas.microsoft.com/office/drawing/2014/main" id="{59F0C233-21A7-4145-8CC8-992ED6A0A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792"/>
                <a:ext cx="133" cy="29"/>
              </a:xfrm>
              <a:custGeom>
                <a:avLst/>
                <a:gdLst>
                  <a:gd name="T0" fmla="*/ 0 w 39"/>
                  <a:gd name="T1" fmla="*/ 330 h 8"/>
                  <a:gd name="T2" fmla="*/ 791 w 39"/>
                  <a:gd name="T3" fmla="*/ 54 h 8"/>
                  <a:gd name="T4" fmla="*/ 1548 w 39"/>
                  <a:gd name="T5" fmla="*/ 29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8">
                    <a:moveTo>
                      <a:pt x="0" y="7"/>
                    </a:moveTo>
                    <a:cubicBezTo>
                      <a:pt x="6" y="8"/>
                      <a:pt x="14" y="1"/>
                      <a:pt x="20" y="1"/>
                    </a:cubicBezTo>
                    <a:cubicBezTo>
                      <a:pt x="27" y="0"/>
                      <a:pt x="34" y="7"/>
                      <a:pt x="39" y="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2" name="Freeform 229">
                <a:extLst>
                  <a:ext uri="{FF2B5EF4-FFF2-40B4-BE49-F238E27FC236}">
                    <a16:creationId xmlns:a16="http://schemas.microsoft.com/office/drawing/2014/main" id="{E197E5AC-00A4-4902-8D80-F2AE1100A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788"/>
                <a:ext cx="137" cy="40"/>
              </a:xfrm>
              <a:custGeom>
                <a:avLst/>
                <a:gdLst>
                  <a:gd name="T0" fmla="*/ 0 w 40"/>
                  <a:gd name="T1" fmla="*/ 145 h 11"/>
                  <a:gd name="T2" fmla="*/ 808 w 40"/>
                  <a:gd name="T3" fmla="*/ 91 h 11"/>
                  <a:gd name="T4" fmla="*/ 1606 w 40"/>
                  <a:gd name="T5" fmla="*/ 52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1">
                    <a:moveTo>
                      <a:pt x="0" y="3"/>
                    </a:moveTo>
                    <a:cubicBezTo>
                      <a:pt x="7" y="4"/>
                      <a:pt x="13" y="0"/>
                      <a:pt x="20" y="2"/>
                    </a:cubicBezTo>
                    <a:cubicBezTo>
                      <a:pt x="28" y="4"/>
                      <a:pt x="33" y="8"/>
                      <a:pt x="40" y="1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3" name="Freeform 230">
                <a:extLst>
                  <a:ext uri="{FF2B5EF4-FFF2-40B4-BE49-F238E27FC236}">
                    <a16:creationId xmlns:a16="http://schemas.microsoft.com/office/drawing/2014/main" id="{C595FDAF-DB8E-49CE-B3B6-2C06B203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806"/>
                <a:ext cx="244" cy="37"/>
              </a:xfrm>
              <a:custGeom>
                <a:avLst/>
                <a:gdLst>
                  <a:gd name="T0" fmla="*/ 0 w 71"/>
                  <a:gd name="T1" fmla="*/ 259 h 10"/>
                  <a:gd name="T2" fmla="*/ 368 w 71"/>
                  <a:gd name="T3" fmla="*/ 300 h 10"/>
                  <a:gd name="T4" fmla="*/ 1619 w 71"/>
                  <a:gd name="T5" fmla="*/ 300 h 10"/>
                  <a:gd name="T6" fmla="*/ 2481 w 71"/>
                  <a:gd name="T7" fmla="*/ 207 h 10"/>
                  <a:gd name="T8" fmla="*/ 2883 w 71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0">
                    <a:moveTo>
                      <a:pt x="0" y="5"/>
                    </a:moveTo>
                    <a:cubicBezTo>
                      <a:pt x="1" y="10"/>
                      <a:pt x="6" y="7"/>
                      <a:pt x="9" y="6"/>
                    </a:cubicBezTo>
                    <a:cubicBezTo>
                      <a:pt x="20" y="3"/>
                      <a:pt x="29" y="4"/>
                      <a:pt x="40" y="6"/>
                    </a:cubicBezTo>
                    <a:cubicBezTo>
                      <a:pt x="48" y="7"/>
                      <a:pt x="54" y="7"/>
                      <a:pt x="61" y="4"/>
                    </a:cubicBezTo>
                    <a:cubicBezTo>
                      <a:pt x="65" y="2"/>
                      <a:pt x="67" y="0"/>
                      <a:pt x="71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4" name="Freeform 231">
                <a:extLst>
                  <a:ext uri="{FF2B5EF4-FFF2-40B4-BE49-F238E27FC236}">
                    <a16:creationId xmlns:a16="http://schemas.microsoft.com/office/drawing/2014/main" id="{B5C4F9DB-DFFD-4480-AAA3-1033615FB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784"/>
                <a:ext cx="158" cy="37"/>
              </a:xfrm>
              <a:custGeom>
                <a:avLst/>
                <a:gdLst>
                  <a:gd name="T0" fmla="*/ 0 w 46"/>
                  <a:gd name="T1" fmla="*/ 507 h 10"/>
                  <a:gd name="T2" fmla="*/ 1865 w 46"/>
                  <a:gd name="T3" fmla="*/ 35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0">
                    <a:moveTo>
                      <a:pt x="0" y="10"/>
                    </a:moveTo>
                    <a:cubicBezTo>
                      <a:pt x="15" y="3"/>
                      <a:pt x="30" y="0"/>
                      <a:pt x="46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5" name="Freeform 232">
                <a:extLst>
                  <a:ext uri="{FF2B5EF4-FFF2-40B4-BE49-F238E27FC236}">
                    <a16:creationId xmlns:a16="http://schemas.microsoft.com/office/drawing/2014/main" id="{501942DE-BF5F-4161-87A5-32B61A94C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565"/>
                <a:ext cx="1050" cy="194"/>
              </a:xfrm>
              <a:custGeom>
                <a:avLst/>
                <a:gdLst>
                  <a:gd name="T0" fmla="*/ 0 w 306"/>
                  <a:gd name="T1" fmla="*/ 2599 h 53"/>
                  <a:gd name="T2" fmla="*/ 1496 w 306"/>
                  <a:gd name="T3" fmla="*/ 1914 h 53"/>
                  <a:gd name="T4" fmla="*/ 4039 w 306"/>
                  <a:gd name="T5" fmla="*/ 1808 h 53"/>
                  <a:gd name="T6" fmla="*/ 6180 w 306"/>
                  <a:gd name="T7" fmla="*/ 1032 h 53"/>
                  <a:gd name="T8" fmla="*/ 7642 w 306"/>
                  <a:gd name="T9" fmla="*/ 1475 h 53"/>
                  <a:gd name="T10" fmla="*/ 8925 w 306"/>
                  <a:gd name="T11" fmla="*/ 886 h 53"/>
                  <a:gd name="T12" fmla="*/ 10551 w 306"/>
                  <a:gd name="T13" fmla="*/ 1179 h 53"/>
                  <a:gd name="T14" fmla="*/ 12082 w 306"/>
                  <a:gd name="T15" fmla="*/ 684 h 53"/>
                  <a:gd name="T16" fmla="*/ 12363 w 306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6" h="53">
                    <a:moveTo>
                      <a:pt x="0" y="53"/>
                    </a:moveTo>
                    <a:cubicBezTo>
                      <a:pt x="13" y="51"/>
                      <a:pt x="24" y="41"/>
                      <a:pt x="37" y="39"/>
                    </a:cubicBezTo>
                    <a:cubicBezTo>
                      <a:pt x="58" y="33"/>
                      <a:pt x="79" y="40"/>
                      <a:pt x="100" y="37"/>
                    </a:cubicBezTo>
                    <a:cubicBezTo>
                      <a:pt x="118" y="33"/>
                      <a:pt x="135" y="23"/>
                      <a:pt x="153" y="21"/>
                    </a:cubicBezTo>
                    <a:cubicBezTo>
                      <a:pt x="167" y="19"/>
                      <a:pt x="176" y="30"/>
                      <a:pt x="189" y="30"/>
                    </a:cubicBezTo>
                    <a:cubicBezTo>
                      <a:pt x="201" y="29"/>
                      <a:pt x="209" y="19"/>
                      <a:pt x="221" y="18"/>
                    </a:cubicBezTo>
                    <a:cubicBezTo>
                      <a:pt x="234" y="16"/>
                      <a:pt x="248" y="23"/>
                      <a:pt x="261" y="24"/>
                    </a:cubicBezTo>
                    <a:cubicBezTo>
                      <a:pt x="273" y="25"/>
                      <a:pt x="291" y="25"/>
                      <a:pt x="299" y="14"/>
                    </a:cubicBezTo>
                    <a:cubicBezTo>
                      <a:pt x="303" y="10"/>
                      <a:pt x="302" y="3"/>
                      <a:pt x="30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6" name="Freeform 233">
                <a:extLst>
                  <a:ext uri="{FF2B5EF4-FFF2-40B4-BE49-F238E27FC236}">
                    <a16:creationId xmlns:a16="http://schemas.microsoft.com/office/drawing/2014/main" id="{A46177F8-9F23-461B-AC13-384DD6AD8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613"/>
                <a:ext cx="713" cy="234"/>
              </a:xfrm>
              <a:custGeom>
                <a:avLst/>
                <a:gdLst>
                  <a:gd name="T0" fmla="*/ 0 w 208"/>
                  <a:gd name="T1" fmla="*/ 201 h 64"/>
                  <a:gd name="T2" fmla="*/ 881 w 208"/>
                  <a:gd name="T3" fmla="*/ 0 h 64"/>
                  <a:gd name="T4" fmla="*/ 2338 w 208"/>
                  <a:gd name="T5" fmla="*/ 680 h 64"/>
                  <a:gd name="T6" fmla="*/ 3829 w 208"/>
                  <a:gd name="T7" fmla="*/ 790 h 64"/>
                  <a:gd name="T8" fmla="*/ 4676 w 208"/>
                  <a:gd name="T9" fmla="*/ 1122 h 64"/>
                  <a:gd name="T10" fmla="*/ 5594 w 208"/>
                  <a:gd name="T11" fmla="*/ 1711 h 64"/>
                  <a:gd name="T12" fmla="*/ 7216 w 208"/>
                  <a:gd name="T13" fmla="*/ 1857 h 64"/>
                  <a:gd name="T14" fmla="*/ 8014 w 208"/>
                  <a:gd name="T15" fmla="*/ 2633 h 64"/>
                  <a:gd name="T16" fmla="*/ 8378 w 208"/>
                  <a:gd name="T17" fmla="*/ 313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8" h="64">
                    <a:moveTo>
                      <a:pt x="0" y="4"/>
                    </a:moveTo>
                    <a:cubicBezTo>
                      <a:pt x="8" y="2"/>
                      <a:pt x="15" y="0"/>
                      <a:pt x="22" y="0"/>
                    </a:cubicBezTo>
                    <a:cubicBezTo>
                      <a:pt x="36" y="0"/>
                      <a:pt x="45" y="9"/>
                      <a:pt x="58" y="14"/>
                    </a:cubicBezTo>
                    <a:cubicBezTo>
                      <a:pt x="71" y="20"/>
                      <a:pt x="82" y="18"/>
                      <a:pt x="95" y="16"/>
                    </a:cubicBezTo>
                    <a:cubicBezTo>
                      <a:pt x="105" y="14"/>
                      <a:pt x="110" y="17"/>
                      <a:pt x="116" y="23"/>
                    </a:cubicBezTo>
                    <a:cubicBezTo>
                      <a:pt x="123" y="30"/>
                      <a:pt x="128" y="34"/>
                      <a:pt x="139" y="35"/>
                    </a:cubicBezTo>
                    <a:cubicBezTo>
                      <a:pt x="152" y="36"/>
                      <a:pt x="166" y="34"/>
                      <a:pt x="179" y="38"/>
                    </a:cubicBezTo>
                    <a:cubicBezTo>
                      <a:pt x="189" y="40"/>
                      <a:pt x="193" y="46"/>
                      <a:pt x="199" y="54"/>
                    </a:cubicBezTo>
                    <a:cubicBezTo>
                      <a:pt x="201" y="57"/>
                      <a:pt x="204" y="62"/>
                      <a:pt x="208" y="6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7" name="Freeform 234">
                <a:extLst>
                  <a:ext uri="{FF2B5EF4-FFF2-40B4-BE49-F238E27FC236}">
                    <a16:creationId xmlns:a16="http://schemas.microsoft.com/office/drawing/2014/main" id="{480D40B4-CFC3-458F-80A4-487C5A15F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708"/>
                <a:ext cx="229" cy="44"/>
              </a:xfrm>
              <a:custGeom>
                <a:avLst/>
                <a:gdLst>
                  <a:gd name="T0" fmla="*/ 0 w 67"/>
                  <a:gd name="T1" fmla="*/ 389 h 12"/>
                  <a:gd name="T2" fmla="*/ 725 w 67"/>
                  <a:gd name="T3" fmla="*/ 499 h 12"/>
                  <a:gd name="T4" fmla="*/ 1716 w 67"/>
                  <a:gd name="T5" fmla="*/ 444 h 12"/>
                  <a:gd name="T6" fmla="*/ 2676 w 67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2">
                    <a:moveTo>
                      <a:pt x="0" y="8"/>
                    </a:moveTo>
                    <a:cubicBezTo>
                      <a:pt x="7" y="9"/>
                      <a:pt x="12" y="8"/>
                      <a:pt x="18" y="10"/>
                    </a:cubicBezTo>
                    <a:cubicBezTo>
                      <a:pt x="27" y="11"/>
                      <a:pt x="35" y="12"/>
                      <a:pt x="43" y="9"/>
                    </a:cubicBezTo>
                    <a:cubicBezTo>
                      <a:pt x="52" y="6"/>
                      <a:pt x="59" y="2"/>
                      <a:pt x="67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8" name="Freeform 235">
                <a:extLst>
                  <a:ext uri="{FF2B5EF4-FFF2-40B4-BE49-F238E27FC236}">
                    <a16:creationId xmlns:a16="http://schemas.microsoft.com/office/drawing/2014/main" id="{1E4F4F76-B1AD-4B2E-A8CB-A553C980E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686"/>
                <a:ext cx="483" cy="98"/>
              </a:xfrm>
              <a:custGeom>
                <a:avLst/>
                <a:gdLst>
                  <a:gd name="T0" fmla="*/ 0 w 141"/>
                  <a:gd name="T1" fmla="*/ 0 h 27"/>
                  <a:gd name="T2" fmla="*/ 397 w 141"/>
                  <a:gd name="T3" fmla="*/ 236 h 27"/>
                  <a:gd name="T4" fmla="*/ 599 w 141"/>
                  <a:gd name="T5" fmla="*/ 526 h 27"/>
                  <a:gd name="T6" fmla="*/ 1243 w 141"/>
                  <a:gd name="T7" fmla="*/ 621 h 27"/>
                  <a:gd name="T8" fmla="*/ 3463 w 141"/>
                  <a:gd name="T9" fmla="*/ 857 h 27"/>
                  <a:gd name="T10" fmla="*/ 3778 w 141"/>
                  <a:gd name="T11" fmla="*/ 1147 h 27"/>
                  <a:gd name="T12" fmla="*/ 4587 w 141"/>
                  <a:gd name="T13" fmla="*/ 1002 h 27"/>
                  <a:gd name="T14" fmla="*/ 5669 w 141"/>
                  <a:gd name="T15" fmla="*/ 1292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27">
                    <a:moveTo>
                      <a:pt x="0" y="0"/>
                    </a:moveTo>
                    <a:cubicBezTo>
                      <a:pt x="3" y="2"/>
                      <a:pt x="7" y="2"/>
                      <a:pt x="10" y="5"/>
                    </a:cubicBezTo>
                    <a:cubicBezTo>
                      <a:pt x="12" y="6"/>
                      <a:pt x="13" y="9"/>
                      <a:pt x="15" y="11"/>
                    </a:cubicBezTo>
                    <a:cubicBezTo>
                      <a:pt x="19" y="14"/>
                      <a:pt x="25" y="13"/>
                      <a:pt x="31" y="13"/>
                    </a:cubicBezTo>
                    <a:cubicBezTo>
                      <a:pt x="48" y="12"/>
                      <a:pt x="73" y="4"/>
                      <a:pt x="86" y="18"/>
                    </a:cubicBezTo>
                    <a:cubicBezTo>
                      <a:pt x="90" y="22"/>
                      <a:pt x="89" y="23"/>
                      <a:pt x="94" y="24"/>
                    </a:cubicBezTo>
                    <a:cubicBezTo>
                      <a:pt x="100" y="25"/>
                      <a:pt x="108" y="22"/>
                      <a:pt x="114" y="21"/>
                    </a:cubicBezTo>
                    <a:cubicBezTo>
                      <a:pt x="124" y="20"/>
                      <a:pt x="133" y="21"/>
                      <a:pt x="141" y="2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9" name="Freeform 236">
                <a:extLst>
                  <a:ext uri="{FF2B5EF4-FFF2-40B4-BE49-F238E27FC236}">
                    <a16:creationId xmlns:a16="http://schemas.microsoft.com/office/drawing/2014/main" id="{21E9BD6E-E0E7-4611-95E8-149711D30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37"/>
                <a:ext cx="253" cy="44"/>
              </a:xfrm>
              <a:custGeom>
                <a:avLst/>
                <a:gdLst>
                  <a:gd name="T0" fmla="*/ 0 w 74"/>
                  <a:gd name="T1" fmla="*/ 0 h 12"/>
                  <a:gd name="T2" fmla="*/ 2000 w 74"/>
                  <a:gd name="T3" fmla="*/ 242 h 12"/>
                  <a:gd name="T4" fmla="*/ 2513 w 74"/>
                  <a:gd name="T5" fmla="*/ 297 h 12"/>
                  <a:gd name="T6" fmla="*/ 2957 w 74"/>
                  <a:gd name="T7" fmla="*/ 49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12">
                    <a:moveTo>
                      <a:pt x="0" y="0"/>
                    </a:moveTo>
                    <a:cubicBezTo>
                      <a:pt x="10" y="11"/>
                      <a:pt x="38" y="6"/>
                      <a:pt x="50" y="5"/>
                    </a:cubicBezTo>
                    <a:cubicBezTo>
                      <a:pt x="55" y="4"/>
                      <a:pt x="58" y="4"/>
                      <a:pt x="63" y="6"/>
                    </a:cubicBezTo>
                    <a:cubicBezTo>
                      <a:pt x="67" y="8"/>
                      <a:pt x="69" y="12"/>
                      <a:pt x="74" y="1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0" name="Freeform 237">
                <a:extLst>
                  <a:ext uri="{FF2B5EF4-FFF2-40B4-BE49-F238E27FC236}">
                    <a16:creationId xmlns:a16="http://schemas.microsoft.com/office/drawing/2014/main" id="{C1624319-E24B-4DE9-A329-FA40C5A21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638"/>
                <a:ext cx="199" cy="70"/>
              </a:xfrm>
              <a:custGeom>
                <a:avLst/>
                <a:gdLst>
                  <a:gd name="T0" fmla="*/ 0 w 58"/>
                  <a:gd name="T1" fmla="*/ 449 h 19"/>
                  <a:gd name="T2" fmla="*/ 1578 w 58"/>
                  <a:gd name="T3" fmla="*/ 501 h 19"/>
                  <a:gd name="T4" fmla="*/ 2343 w 58"/>
                  <a:gd name="T5" fmla="*/ 15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9">
                    <a:moveTo>
                      <a:pt x="0" y="9"/>
                    </a:moveTo>
                    <a:cubicBezTo>
                      <a:pt x="5" y="19"/>
                      <a:pt x="32" y="13"/>
                      <a:pt x="39" y="10"/>
                    </a:cubicBezTo>
                    <a:cubicBezTo>
                      <a:pt x="45" y="7"/>
                      <a:pt x="51" y="0"/>
                      <a:pt x="58" y="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1" name="Freeform 238">
                <a:extLst>
                  <a:ext uri="{FF2B5EF4-FFF2-40B4-BE49-F238E27FC236}">
                    <a16:creationId xmlns:a16="http://schemas.microsoft.com/office/drawing/2014/main" id="{2ECD5325-3F5B-4DD4-9E95-4F9E3F44A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642"/>
                <a:ext cx="226" cy="51"/>
              </a:xfrm>
              <a:custGeom>
                <a:avLst/>
                <a:gdLst>
                  <a:gd name="T0" fmla="*/ 0 w 66"/>
                  <a:gd name="T1" fmla="*/ 0 h 14"/>
                  <a:gd name="T2" fmla="*/ 1770 w 66"/>
                  <a:gd name="T3" fmla="*/ 623 h 14"/>
                  <a:gd name="T4" fmla="*/ 2650 w 66"/>
                  <a:gd name="T5" fmla="*/ 38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4">
                    <a:moveTo>
                      <a:pt x="0" y="0"/>
                    </a:moveTo>
                    <a:cubicBezTo>
                      <a:pt x="12" y="13"/>
                      <a:pt x="28" y="14"/>
                      <a:pt x="44" y="13"/>
                    </a:cubicBezTo>
                    <a:cubicBezTo>
                      <a:pt x="52" y="12"/>
                      <a:pt x="58" y="8"/>
                      <a:pt x="66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2" name="Freeform 239">
                <a:extLst>
                  <a:ext uri="{FF2B5EF4-FFF2-40B4-BE49-F238E27FC236}">
                    <a16:creationId xmlns:a16="http://schemas.microsoft.com/office/drawing/2014/main" id="{7574F6DE-CE14-4EE8-B914-6FC4D5B34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613"/>
                <a:ext cx="350" cy="102"/>
              </a:xfrm>
              <a:custGeom>
                <a:avLst/>
                <a:gdLst>
                  <a:gd name="T0" fmla="*/ 0 w 102"/>
                  <a:gd name="T1" fmla="*/ 1355 h 28"/>
                  <a:gd name="T2" fmla="*/ 813 w 102"/>
                  <a:gd name="T3" fmla="*/ 874 h 28"/>
                  <a:gd name="T4" fmla="*/ 2179 w 102"/>
                  <a:gd name="T5" fmla="*/ 678 h 28"/>
                  <a:gd name="T6" fmla="*/ 4121 w 102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8">
                    <a:moveTo>
                      <a:pt x="0" y="28"/>
                    </a:moveTo>
                    <a:cubicBezTo>
                      <a:pt x="8" y="27"/>
                      <a:pt x="13" y="21"/>
                      <a:pt x="20" y="18"/>
                    </a:cubicBezTo>
                    <a:cubicBezTo>
                      <a:pt x="32" y="12"/>
                      <a:pt x="41" y="15"/>
                      <a:pt x="54" y="14"/>
                    </a:cubicBezTo>
                    <a:cubicBezTo>
                      <a:pt x="72" y="13"/>
                      <a:pt x="86" y="7"/>
                      <a:pt x="10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3" name="Freeform 240">
                <a:extLst>
                  <a:ext uri="{FF2B5EF4-FFF2-40B4-BE49-F238E27FC236}">
                    <a16:creationId xmlns:a16="http://schemas.microsoft.com/office/drawing/2014/main" id="{CD1C48C1-B9BA-4F8D-9B05-BF99E340B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56"/>
                <a:ext cx="179" cy="55"/>
              </a:xfrm>
              <a:custGeom>
                <a:avLst/>
                <a:gdLst>
                  <a:gd name="T0" fmla="*/ 0 w 52"/>
                  <a:gd name="T1" fmla="*/ 0 h 15"/>
                  <a:gd name="T2" fmla="*/ 1102 w 52"/>
                  <a:gd name="T3" fmla="*/ 55 h 15"/>
                  <a:gd name="T4" fmla="*/ 2120 w 52"/>
                  <a:gd name="T5" fmla="*/ 74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5">
                    <a:moveTo>
                      <a:pt x="0" y="0"/>
                    </a:moveTo>
                    <a:cubicBezTo>
                      <a:pt x="8" y="4"/>
                      <a:pt x="18" y="0"/>
                      <a:pt x="27" y="1"/>
                    </a:cubicBezTo>
                    <a:cubicBezTo>
                      <a:pt x="37" y="2"/>
                      <a:pt x="45" y="8"/>
                      <a:pt x="52" y="1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4" name="Freeform 241">
                <a:extLst>
                  <a:ext uri="{FF2B5EF4-FFF2-40B4-BE49-F238E27FC236}">
                    <a16:creationId xmlns:a16="http://schemas.microsoft.com/office/drawing/2014/main" id="{2A6559EF-2F34-4A20-B034-35898B6BB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583"/>
                <a:ext cx="380" cy="92"/>
              </a:xfrm>
              <a:custGeom>
                <a:avLst/>
                <a:gdLst>
                  <a:gd name="T0" fmla="*/ 0 w 111"/>
                  <a:gd name="T1" fmla="*/ 1248 h 25"/>
                  <a:gd name="T2" fmla="*/ 1126 w 111"/>
                  <a:gd name="T3" fmla="*/ 799 h 25"/>
                  <a:gd name="T4" fmla="*/ 2965 w 111"/>
                  <a:gd name="T5" fmla="*/ 799 h 25"/>
                  <a:gd name="T6" fmla="*/ 3810 w 111"/>
                  <a:gd name="T7" fmla="*/ 394 h 25"/>
                  <a:gd name="T8" fmla="*/ 4454 w 111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25">
                    <a:moveTo>
                      <a:pt x="0" y="25"/>
                    </a:moveTo>
                    <a:cubicBezTo>
                      <a:pt x="10" y="23"/>
                      <a:pt x="18" y="17"/>
                      <a:pt x="28" y="16"/>
                    </a:cubicBezTo>
                    <a:cubicBezTo>
                      <a:pt x="43" y="15"/>
                      <a:pt x="58" y="20"/>
                      <a:pt x="74" y="16"/>
                    </a:cubicBezTo>
                    <a:cubicBezTo>
                      <a:pt x="81" y="15"/>
                      <a:pt x="88" y="10"/>
                      <a:pt x="95" y="8"/>
                    </a:cubicBezTo>
                    <a:cubicBezTo>
                      <a:pt x="101" y="7"/>
                      <a:pt x="109" y="7"/>
                      <a:pt x="111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5" name="Freeform 242">
                <a:extLst>
                  <a:ext uri="{FF2B5EF4-FFF2-40B4-BE49-F238E27FC236}">
                    <a16:creationId xmlns:a16="http://schemas.microsoft.com/office/drawing/2014/main" id="{2035DC16-055E-4EA8-BA92-CDD00EA71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642"/>
                <a:ext cx="216" cy="62"/>
              </a:xfrm>
              <a:custGeom>
                <a:avLst/>
                <a:gdLst>
                  <a:gd name="T0" fmla="*/ 0 w 63"/>
                  <a:gd name="T1" fmla="*/ 824 h 17"/>
                  <a:gd name="T2" fmla="*/ 1447 w 63"/>
                  <a:gd name="T3" fmla="*/ 0 h 17"/>
                  <a:gd name="T4" fmla="*/ 2541 w 63"/>
                  <a:gd name="T5" fmla="*/ 20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7">
                    <a:moveTo>
                      <a:pt x="0" y="17"/>
                    </a:moveTo>
                    <a:cubicBezTo>
                      <a:pt x="12" y="6"/>
                      <a:pt x="20" y="0"/>
                      <a:pt x="36" y="0"/>
                    </a:cubicBezTo>
                    <a:cubicBezTo>
                      <a:pt x="45" y="0"/>
                      <a:pt x="54" y="3"/>
                      <a:pt x="63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6" name="Freeform 243">
                <a:extLst>
                  <a:ext uri="{FF2B5EF4-FFF2-40B4-BE49-F238E27FC236}">
                    <a16:creationId xmlns:a16="http://schemas.microsoft.com/office/drawing/2014/main" id="{C377EBBA-E943-4BC0-A89E-08EE2677E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558"/>
                <a:ext cx="244" cy="80"/>
              </a:xfrm>
              <a:custGeom>
                <a:avLst/>
                <a:gdLst>
                  <a:gd name="T0" fmla="*/ 0 w 71"/>
                  <a:gd name="T1" fmla="*/ 1058 h 22"/>
                  <a:gd name="T2" fmla="*/ 732 w 71"/>
                  <a:gd name="T3" fmla="*/ 527 h 22"/>
                  <a:gd name="T4" fmla="*/ 1866 w 71"/>
                  <a:gd name="T5" fmla="*/ 382 h 22"/>
                  <a:gd name="T6" fmla="*/ 2632 w 71"/>
                  <a:gd name="T7" fmla="*/ 331 h 22"/>
                  <a:gd name="T8" fmla="*/ 2883 w 71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22">
                    <a:moveTo>
                      <a:pt x="0" y="22"/>
                    </a:moveTo>
                    <a:cubicBezTo>
                      <a:pt x="7" y="18"/>
                      <a:pt x="9" y="13"/>
                      <a:pt x="18" y="11"/>
                    </a:cubicBezTo>
                    <a:cubicBezTo>
                      <a:pt x="27" y="9"/>
                      <a:pt x="37" y="9"/>
                      <a:pt x="46" y="8"/>
                    </a:cubicBezTo>
                    <a:cubicBezTo>
                      <a:pt x="51" y="8"/>
                      <a:pt x="61" y="10"/>
                      <a:pt x="65" y="7"/>
                    </a:cubicBezTo>
                    <a:cubicBezTo>
                      <a:pt x="68" y="6"/>
                      <a:pt x="69" y="2"/>
                      <a:pt x="71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7" name="Freeform 244">
                <a:extLst>
                  <a:ext uri="{FF2B5EF4-FFF2-40B4-BE49-F238E27FC236}">
                    <a16:creationId xmlns:a16="http://schemas.microsoft.com/office/drawing/2014/main" id="{914FC2ED-5C2C-4DAD-8232-31F41164C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587"/>
                <a:ext cx="257" cy="40"/>
              </a:xfrm>
              <a:custGeom>
                <a:avLst/>
                <a:gdLst>
                  <a:gd name="T0" fmla="*/ 0 w 75"/>
                  <a:gd name="T1" fmla="*/ 527 h 11"/>
                  <a:gd name="T2" fmla="*/ 1974 w 75"/>
                  <a:gd name="T3" fmla="*/ 236 h 11"/>
                  <a:gd name="T4" fmla="*/ 3019 w 75"/>
                  <a:gd name="T5" fmla="*/ 23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1">
                    <a:moveTo>
                      <a:pt x="0" y="11"/>
                    </a:moveTo>
                    <a:cubicBezTo>
                      <a:pt x="15" y="0"/>
                      <a:pt x="32" y="2"/>
                      <a:pt x="49" y="5"/>
                    </a:cubicBezTo>
                    <a:cubicBezTo>
                      <a:pt x="56" y="6"/>
                      <a:pt x="69" y="9"/>
                      <a:pt x="75" y="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8" name="Freeform 245">
                <a:extLst>
                  <a:ext uri="{FF2B5EF4-FFF2-40B4-BE49-F238E27FC236}">
                    <a16:creationId xmlns:a16="http://schemas.microsoft.com/office/drawing/2014/main" id="{13F76122-40A9-4D74-95F5-ECBB66F66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78"/>
                <a:ext cx="285" cy="95"/>
              </a:xfrm>
              <a:custGeom>
                <a:avLst/>
                <a:gdLst>
                  <a:gd name="T0" fmla="*/ 0 w 83"/>
                  <a:gd name="T1" fmla="*/ 55 h 26"/>
                  <a:gd name="T2" fmla="*/ 3362 w 83"/>
                  <a:gd name="T3" fmla="*/ 126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26">
                    <a:moveTo>
                      <a:pt x="0" y="1"/>
                    </a:moveTo>
                    <a:cubicBezTo>
                      <a:pt x="24" y="14"/>
                      <a:pt x="68" y="0"/>
                      <a:pt x="83" y="2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9" name="Freeform 246">
                <a:extLst>
                  <a:ext uri="{FF2B5EF4-FFF2-40B4-BE49-F238E27FC236}">
                    <a16:creationId xmlns:a16="http://schemas.microsoft.com/office/drawing/2014/main" id="{0D1B3099-901F-4315-96F5-85040D2F4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700"/>
                <a:ext cx="219" cy="73"/>
              </a:xfrm>
              <a:custGeom>
                <a:avLst/>
                <a:gdLst>
                  <a:gd name="T0" fmla="*/ 0 w 64"/>
                  <a:gd name="T1" fmla="*/ 0 h 20"/>
                  <a:gd name="T2" fmla="*/ 2563 w 64"/>
                  <a:gd name="T3" fmla="*/ 9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20">
                    <a:moveTo>
                      <a:pt x="0" y="0"/>
                    </a:moveTo>
                    <a:cubicBezTo>
                      <a:pt x="17" y="20"/>
                      <a:pt x="43" y="9"/>
                      <a:pt x="64" y="2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0" name="Freeform 247">
                <a:extLst>
                  <a:ext uri="{FF2B5EF4-FFF2-40B4-BE49-F238E27FC236}">
                    <a16:creationId xmlns:a16="http://schemas.microsoft.com/office/drawing/2014/main" id="{4655116D-5F48-41A4-B1EE-CD9298D43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1715"/>
                <a:ext cx="223" cy="51"/>
              </a:xfrm>
              <a:custGeom>
                <a:avLst/>
                <a:gdLst>
                  <a:gd name="T0" fmla="*/ 0 w 65"/>
                  <a:gd name="T1" fmla="*/ 346 h 14"/>
                  <a:gd name="T2" fmla="*/ 1743 w 65"/>
                  <a:gd name="T3" fmla="*/ 437 h 14"/>
                  <a:gd name="T4" fmla="*/ 2625 w 65"/>
                  <a:gd name="T5" fmla="*/ 14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14">
                    <a:moveTo>
                      <a:pt x="0" y="7"/>
                    </a:moveTo>
                    <a:cubicBezTo>
                      <a:pt x="13" y="14"/>
                      <a:pt x="30" y="13"/>
                      <a:pt x="43" y="9"/>
                    </a:cubicBezTo>
                    <a:cubicBezTo>
                      <a:pt x="49" y="7"/>
                      <a:pt x="59" y="0"/>
                      <a:pt x="65" y="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1" name="Freeform 248">
                <a:extLst>
                  <a:ext uri="{FF2B5EF4-FFF2-40B4-BE49-F238E27FC236}">
                    <a16:creationId xmlns:a16="http://schemas.microsoft.com/office/drawing/2014/main" id="{F9B04112-D58D-4478-85CB-C732BFE2D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645"/>
                <a:ext cx="236" cy="92"/>
              </a:xfrm>
              <a:custGeom>
                <a:avLst/>
                <a:gdLst>
                  <a:gd name="T0" fmla="*/ 0 w 69"/>
                  <a:gd name="T1" fmla="*/ 298 h 25"/>
                  <a:gd name="T2" fmla="*/ 2760 w 69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5">
                    <a:moveTo>
                      <a:pt x="0" y="6"/>
                    </a:moveTo>
                    <a:cubicBezTo>
                      <a:pt x="18" y="25"/>
                      <a:pt x="50" y="9"/>
                      <a:pt x="69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2" name="Freeform 249">
                <a:extLst>
                  <a:ext uri="{FF2B5EF4-FFF2-40B4-BE49-F238E27FC236}">
                    <a16:creationId xmlns:a16="http://schemas.microsoft.com/office/drawing/2014/main" id="{A212964E-1435-43F4-8609-BFFD4D63F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759"/>
                <a:ext cx="202" cy="47"/>
              </a:xfrm>
              <a:custGeom>
                <a:avLst/>
                <a:gdLst>
                  <a:gd name="T0" fmla="*/ 0 w 59"/>
                  <a:gd name="T1" fmla="*/ 90 h 13"/>
                  <a:gd name="T2" fmla="*/ 1441 w 59"/>
                  <a:gd name="T3" fmla="*/ 470 h 13"/>
                  <a:gd name="T4" fmla="*/ 2369 w 59"/>
                  <a:gd name="T5" fmla="*/ 5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3">
                    <a:moveTo>
                      <a:pt x="0" y="2"/>
                    </a:moveTo>
                    <a:cubicBezTo>
                      <a:pt x="10" y="12"/>
                      <a:pt x="23" y="13"/>
                      <a:pt x="36" y="10"/>
                    </a:cubicBezTo>
                    <a:cubicBezTo>
                      <a:pt x="43" y="8"/>
                      <a:pt x="53" y="0"/>
                      <a:pt x="59" y="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3" name="Freeform 250">
                <a:extLst>
                  <a:ext uri="{FF2B5EF4-FFF2-40B4-BE49-F238E27FC236}">
                    <a16:creationId xmlns:a16="http://schemas.microsoft.com/office/drawing/2014/main" id="{040B11B9-E6DD-4D03-898D-C2E6DBA5F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660"/>
                <a:ext cx="164" cy="59"/>
              </a:xfrm>
              <a:custGeom>
                <a:avLst/>
                <a:gdLst>
                  <a:gd name="T0" fmla="*/ 0 w 48"/>
                  <a:gd name="T1" fmla="*/ 0 h 16"/>
                  <a:gd name="T2" fmla="*/ 1203 w 48"/>
                  <a:gd name="T3" fmla="*/ 804 h 16"/>
                  <a:gd name="T4" fmla="*/ 1913 w 48"/>
                  <a:gd name="T5" fmla="*/ 65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0" y="0"/>
                    </a:moveTo>
                    <a:cubicBezTo>
                      <a:pt x="1" y="9"/>
                      <a:pt x="22" y="16"/>
                      <a:pt x="30" y="16"/>
                    </a:cubicBezTo>
                    <a:cubicBezTo>
                      <a:pt x="36" y="16"/>
                      <a:pt x="41" y="12"/>
                      <a:pt x="48" y="1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4" name="Freeform 251">
                <a:extLst>
                  <a:ext uri="{FF2B5EF4-FFF2-40B4-BE49-F238E27FC236}">
                    <a16:creationId xmlns:a16="http://schemas.microsoft.com/office/drawing/2014/main" id="{D516ABC5-9543-405B-8D80-16387C3EF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89"/>
                <a:ext cx="833" cy="81"/>
              </a:xfrm>
              <a:custGeom>
                <a:avLst/>
                <a:gdLst>
                  <a:gd name="T0" fmla="*/ 0 w 243"/>
                  <a:gd name="T1" fmla="*/ 950 h 22"/>
                  <a:gd name="T2" fmla="*/ 401 w 243"/>
                  <a:gd name="T3" fmla="*/ 950 h 22"/>
                  <a:gd name="T4" fmla="*/ 1611 w 243"/>
                  <a:gd name="T5" fmla="*/ 747 h 22"/>
                  <a:gd name="T6" fmla="*/ 3750 w 243"/>
                  <a:gd name="T7" fmla="*/ 854 h 22"/>
                  <a:gd name="T8" fmla="*/ 4830 w 243"/>
                  <a:gd name="T9" fmla="*/ 449 h 22"/>
                  <a:gd name="T10" fmla="*/ 6650 w 243"/>
                  <a:gd name="T11" fmla="*/ 950 h 22"/>
                  <a:gd name="T12" fmla="*/ 7850 w 243"/>
                  <a:gd name="T13" fmla="*/ 556 h 22"/>
                  <a:gd name="T14" fmla="*/ 8577 w 243"/>
                  <a:gd name="T15" fmla="*/ 596 h 22"/>
                  <a:gd name="T16" fmla="*/ 9790 w 243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3" h="22">
                    <a:moveTo>
                      <a:pt x="0" y="19"/>
                    </a:moveTo>
                    <a:cubicBezTo>
                      <a:pt x="3" y="22"/>
                      <a:pt x="7" y="20"/>
                      <a:pt x="10" y="19"/>
                    </a:cubicBezTo>
                    <a:cubicBezTo>
                      <a:pt x="20" y="17"/>
                      <a:pt x="30" y="15"/>
                      <a:pt x="40" y="15"/>
                    </a:cubicBezTo>
                    <a:cubicBezTo>
                      <a:pt x="57" y="14"/>
                      <a:pt x="75" y="22"/>
                      <a:pt x="93" y="17"/>
                    </a:cubicBezTo>
                    <a:cubicBezTo>
                      <a:pt x="103" y="13"/>
                      <a:pt x="108" y="7"/>
                      <a:pt x="120" y="9"/>
                    </a:cubicBezTo>
                    <a:cubicBezTo>
                      <a:pt x="136" y="12"/>
                      <a:pt x="149" y="18"/>
                      <a:pt x="165" y="19"/>
                    </a:cubicBezTo>
                    <a:cubicBezTo>
                      <a:pt x="177" y="19"/>
                      <a:pt x="184" y="13"/>
                      <a:pt x="195" y="11"/>
                    </a:cubicBezTo>
                    <a:cubicBezTo>
                      <a:pt x="201" y="9"/>
                      <a:pt x="207" y="11"/>
                      <a:pt x="213" y="12"/>
                    </a:cubicBezTo>
                    <a:cubicBezTo>
                      <a:pt x="222" y="13"/>
                      <a:pt x="243" y="12"/>
                      <a:pt x="243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5" name="Freeform 252">
                <a:extLst>
                  <a:ext uri="{FF2B5EF4-FFF2-40B4-BE49-F238E27FC236}">
                    <a16:creationId xmlns:a16="http://schemas.microsoft.com/office/drawing/2014/main" id="{87D39E6B-EB55-47C6-9D4E-A59723ADF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730"/>
                <a:ext cx="504" cy="131"/>
              </a:xfrm>
              <a:custGeom>
                <a:avLst/>
                <a:gdLst>
                  <a:gd name="T0" fmla="*/ 0 w 147"/>
                  <a:gd name="T1" fmla="*/ 0 h 36"/>
                  <a:gd name="T2" fmla="*/ 1975 w 147"/>
                  <a:gd name="T3" fmla="*/ 437 h 36"/>
                  <a:gd name="T4" fmla="*/ 3103 w 147"/>
                  <a:gd name="T5" fmla="*/ 1114 h 36"/>
                  <a:gd name="T6" fmla="*/ 4032 w 147"/>
                  <a:gd name="T7" fmla="*/ 1008 h 36"/>
                  <a:gd name="T8" fmla="*/ 5194 w 147"/>
                  <a:gd name="T9" fmla="*/ 1590 h 36"/>
                  <a:gd name="T10" fmla="*/ 5925 w 147"/>
                  <a:gd name="T11" fmla="*/ 173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36">
                    <a:moveTo>
                      <a:pt x="0" y="0"/>
                    </a:moveTo>
                    <a:cubicBezTo>
                      <a:pt x="8" y="12"/>
                      <a:pt x="37" y="5"/>
                      <a:pt x="49" y="9"/>
                    </a:cubicBezTo>
                    <a:cubicBezTo>
                      <a:pt x="59" y="13"/>
                      <a:pt x="67" y="20"/>
                      <a:pt x="77" y="23"/>
                    </a:cubicBezTo>
                    <a:cubicBezTo>
                      <a:pt x="87" y="25"/>
                      <a:pt x="92" y="24"/>
                      <a:pt x="100" y="21"/>
                    </a:cubicBezTo>
                    <a:cubicBezTo>
                      <a:pt x="113" y="18"/>
                      <a:pt x="119" y="28"/>
                      <a:pt x="129" y="33"/>
                    </a:cubicBezTo>
                    <a:cubicBezTo>
                      <a:pt x="135" y="36"/>
                      <a:pt x="142" y="35"/>
                      <a:pt x="147" y="3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6" name="Freeform 253">
                <a:extLst>
                  <a:ext uri="{FF2B5EF4-FFF2-40B4-BE49-F238E27FC236}">
                    <a16:creationId xmlns:a16="http://schemas.microsoft.com/office/drawing/2014/main" id="{A2DF59BC-57E8-4CEC-8D7F-D411D2B70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66"/>
                <a:ext cx="364" cy="117"/>
              </a:xfrm>
              <a:custGeom>
                <a:avLst/>
                <a:gdLst>
                  <a:gd name="T0" fmla="*/ 0 w 106"/>
                  <a:gd name="T1" fmla="*/ 0 h 32"/>
                  <a:gd name="T2" fmla="*/ 1133 w 106"/>
                  <a:gd name="T3" fmla="*/ 442 h 32"/>
                  <a:gd name="T4" fmla="*/ 2761 w 106"/>
                  <a:gd name="T5" fmla="*/ 644 h 32"/>
                  <a:gd name="T6" fmla="*/ 3444 w 106"/>
                  <a:gd name="T7" fmla="*/ 790 h 32"/>
                  <a:gd name="T8" fmla="*/ 3808 w 106"/>
                  <a:gd name="T9" fmla="*/ 1122 h 32"/>
                  <a:gd name="T10" fmla="*/ 4176 w 106"/>
                  <a:gd name="T11" fmla="*/ 1269 h 32"/>
                  <a:gd name="T12" fmla="*/ 4258 w 106"/>
                  <a:gd name="T13" fmla="*/ 1565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32">
                    <a:moveTo>
                      <a:pt x="0" y="0"/>
                    </a:moveTo>
                    <a:cubicBezTo>
                      <a:pt x="10" y="3"/>
                      <a:pt x="19" y="4"/>
                      <a:pt x="28" y="9"/>
                    </a:cubicBezTo>
                    <a:cubicBezTo>
                      <a:pt x="41" y="16"/>
                      <a:pt x="54" y="12"/>
                      <a:pt x="68" y="13"/>
                    </a:cubicBezTo>
                    <a:cubicBezTo>
                      <a:pt x="74" y="13"/>
                      <a:pt x="80" y="13"/>
                      <a:pt x="85" y="16"/>
                    </a:cubicBezTo>
                    <a:cubicBezTo>
                      <a:pt x="88" y="18"/>
                      <a:pt x="90" y="21"/>
                      <a:pt x="94" y="23"/>
                    </a:cubicBezTo>
                    <a:cubicBezTo>
                      <a:pt x="96" y="24"/>
                      <a:pt x="100" y="24"/>
                      <a:pt x="103" y="26"/>
                    </a:cubicBezTo>
                    <a:cubicBezTo>
                      <a:pt x="104" y="27"/>
                      <a:pt x="106" y="32"/>
                      <a:pt x="105" y="3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7" name="Freeform 254">
                <a:extLst>
                  <a:ext uri="{FF2B5EF4-FFF2-40B4-BE49-F238E27FC236}">
                    <a16:creationId xmlns:a16="http://schemas.microsoft.com/office/drawing/2014/main" id="{4FCB88E2-6928-4BEE-A817-55D232F5F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744"/>
                <a:ext cx="470" cy="103"/>
              </a:xfrm>
              <a:custGeom>
                <a:avLst/>
                <a:gdLst>
                  <a:gd name="T0" fmla="*/ 0 w 137"/>
                  <a:gd name="T1" fmla="*/ 1096 h 28"/>
                  <a:gd name="T2" fmla="*/ 930 w 137"/>
                  <a:gd name="T3" fmla="*/ 949 h 28"/>
                  <a:gd name="T4" fmla="*/ 2096 w 137"/>
                  <a:gd name="T5" fmla="*/ 1151 h 28"/>
                  <a:gd name="T6" fmla="*/ 4038 w 137"/>
                  <a:gd name="T7" fmla="*/ 703 h 28"/>
                  <a:gd name="T8" fmla="*/ 5002 w 137"/>
                  <a:gd name="T9" fmla="*/ 651 h 28"/>
                  <a:gd name="T10" fmla="*/ 5530 w 137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28">
                    <a:moveTo>
                      <a:pt x="0" y="22"/>
                    </a:moveTo>
                    <a:cubicBezTo>
                      <a:pt x="8" y="22"/>
                      <a:pt x="15" y="20"/>
                      <a:pt x="23" y="19"/>
                    </a:cubicBezTo>
                    <a:cubicBezTo>
                      <a:pt x="34" y="18"/>
                      <a:pt x="41" y="20"/>
                      <a:pt x="52" y="23"/>
                    </a:cubicBezTo>
                    <a:cubicBezTo>
                      <a:pt x="71" y="28"/>
                      <a:pt x="82" y="17"/>
                      <a:pt x="100" y="14"/>
                    </a:cubicBezTo>
                    <a:cubicBezTo>
                      <a:pt x="108" y="13"/>
                      <a:pt x="116" y="19"/>
                      <a:pt x="124" y="13"/>
                    </a:cubicBezTo>
                    <a:cubicBezTo>
                      <a:pt x="129" y="9"/>
                      <a:pt x="131" y="2"/>
                      <a:pt x="137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8" name="Freeform 255">
                <a:extLst>
                  <a:ext uri="{FF2B5EF4-FFF2-40B4-BE49-F238E27FC236}">
                    <a16:creationId xmlns:a16="http://schemas.microsoft.com/office/drawing/2014/main" id="{D778ECC2-440D-42B8-A7C4-5BC8C142B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803"/>
                <a:ext cx="367" cy="102"/>
              </a:xfrm>
              <a:custGeom>
                <a:avLst/>
                <a:gdLst>
                  <a:gd name="T0" fmla="*/ 0 w 107"/>
                  <a:gd name="T1" fmla="*/ 0 h 28"/>
                  <a:gd name="T2" fmla="*/ 1046 w 107"/>
                  <a:gd name="T3" fmla="*/ 477 h 28"/>
                  <a:gd name="T4" fmla="*/ 2789 w 107"/>
                  <a:gd name="T5" fmla="*/ 769 h 28"/>
                  <a:gd name="T6" fmla="*/ 4318 w 107"/>
                  <a:gd name="T7" fmla="*/ 135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28">
                    <a:moveTo>
                      <a:pt x="0" y="0"/>
                    </a:moveTo>
                    <a:cubicBezTo>
                      <a:pt x="9" y="4"/>
                      <a:pt x="18" y="3"/>
                      <a:pt x="26" y="10"/>
                    </a:cubicBezTo>
                    <a:cubicBezTo>
                      <a:pt x="41" y="21"/>
                      <a:pt x="52" y="19"/>
                      <a:pt x="69" y="16"/>
                    </a:cubicBezTo>
                    <a:cubicBezTo>
                      <a:pt x="81" y="14"/>
                      <a:pt x="97" y="24"/>
                      <a:pt x="107" y="2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9" name="Freeform 256">
                <a:extLst>
                  <a:ext uri="{FF2B5EF4-FFF2-40B4-BE49-F238E27FC236}">
                    <a16:creationId xmlns:a16="http://schemas.microsoft.com/office/drawing/2014/main" id="{D75EB827-513F-40E6-92C8-B0D547D62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777"/>
                <a:ext cx="141" cy="33"/>
              </a:xfrm>
              <a:custGeom>
                <a:avLst/>
                <a:gdLst>
                  <a:gd name="T0" fmla="*/ 0 w 41"/>
                  <a:gd name="T1" fmla="*/ 95 h 9"/>
                  <a:gd name="T2" fmla="*/ 1100 w 41"/>
                  <a:gd name="T3" fmla="*/ 147 h 9"/>
                  <a:gd name="T4" fmla="*/ 1668 w 41"/>
                  <a:gd name="T5" fmla="*/ 44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2"/>
                    </a:moveTo>
                    <a:cubicBezTo>
                      <a:pt x="9" y="2"/>
                      <a:pt x="19" y="0"/>
                      <a:pt x="27" y="3"/>
                    </a:cubicBezTo>
                    <a:cubicBezTo>
                      <a:pt x="32" y="4"/>
                      <a:pt x="36" y="7"/>
                      <a:pt x="41" y="9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0" name="Freeform 257">
                <a:extLst>
                  <a:ext uri="{FF2B5EF4-FFF2-40B4-BE49-F238E27FC236}">
                    <a16:creationId xmlns:a16="http://schemas.microsoft.com/office/drawing/2014/main" id="{8527A755-B80E-41B3-A78E-A5EA1408E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1795"/>
                <a:ext cx="110" cy="15"/>
              </a:xfrm>
              <a:custGeom>
                <a:avLst/>
                <a:gdLst>
                  <a:gd name="T0" fmla="*/ 0 w 32"/>
                  <a:gd name="T1" fmla="*/ 210 h 4"/>
                  <a:gd name="T2" fmla="*/ 767 w 32"/>
                  <a:gd name="T3" fmla="*/ 0 h 4"/>
                  <a:gd name="T4" fmla="*/ 1299 w 32"/>
                  <a:gd name="T5" fmla="*/ 5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">
                    <a:moveTo>
                      <a:pt x="0" y="4"/>
                    </a:moveTo>
                    <a:cubicBezTo>
                      <a:pt x="5" y="4"/>
                      <a:pt x="12" y="0"/>
                      <a:pt x="19" y="0"/>
                    </a:cubicBezTo>
                    <a:cubicBezTo>
                      <a:pt x="23" y="0"/>
                      <a:pt x="29" y="1"/>
                      <a:pt x="32" y="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1" name="Freeform 258">
                <a:extLst>
                  <a:ext uri="{FF2B5EF4-FFF2-40B4-BE49-F238E27FC236}">
                    <a16:creationId xmlns:a16="http://schemas.microsoft.com/office/drawing/2014/main" id="{698DA9DB-DD09-45B0-A50B-4D766EDD0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704"/>
                <a:ext cx="147" cy="55"/>
              </a:xfrm>
              <a:custGeom>
                <a:avLst/>
                <a:gdLst>
                  <a:gd name="T0" fmla="*/ 0 w 43"/>
                  <a:gd name="T1" fmla="*/ 242 h 15"/>
                  <a:gd name="T2" fmla="*/ 1155 w 43"/>
                  <a:gd name="T3" fmla="*/ 297 h 15"/>
                  <a:gd name="T4" fmla="*/ 1720 w 43"/>
                  <a:gd name="T5" fmla="*/ 74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5">
                    <a:moveTo>
                      <a:pt x="0" y="5"/>
                    </a:moveTo>
                    <a:cubicBezTo>
                      <a:pt x="11" y="5"/>
                      <a:pt x="18" y="0"/>
                      <a:pt x="29" y="6"/>
                    </a:cubicBezTo>
                    <a:cubicBezTo>
                      <a:pt x="34" y="8"/>
                      <a:pt x="39" y="13"/>
                      <a:pt x="43" y="1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2" name="Freeform 259">
                <a:extLst>
                  <a:ext uri="{FF2B5EF4-FFF2-40B4-BE49-F238E27FC236}">
                    <a16:creationId xmlns:a16="http://schemas.microsoft.com/office/drawing/2014/main" id="{C3893225-91F9-4095-983D-E4138EAFF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1730"/>
                <a:ext cx="216" cy="73"/>
              </a:xfrm>
              <a:custGeom>
                <a:avLst/>
                <a:gdLst>
                  <a:gd name="T0" fmla="*/ 0 w 63"/>
                  <a:gd name="T1" fmla="*/ 387 h 20"/>
                  <a:gd name="T2" fmla="*/ 813 w 63"/>
                  <a:gd name="T3" fmla="*/ 55 h 20"/>
                  <a:gd name="T4" fmla="*/ 1694 w 63"/>
                  <a:gd name="T5" fmla="*/ 387 h 20"/>
                  <a:gd name="T6" fmla="*/ 2541 w 63"/>
                  <a:gd name="T7" fmla="*/ 9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0">
                    <a:moveTo>
                      <a:pt x="0" y="8"/>
                    </a:moveTo>
                    <a:cubicBezTo>
                      <a:pt x="7" y="6"/>
                      <a:pt x="13" y="2"/>
                      <a:pt x="20" y="1"/>
                    </a:cubicBezTo>
                    <a:cubicBezTo>
                      <a:pt x="28" y="0"/>
                      <a:pt x="36" y="4"/>
                      <a:pt x="42" y="8"/>
                    </a:cubicBezTo>
                    <a:cubicBezTo>
                      <a:pt x="47" y="11"/>
                      <a:pt x="58" y="20"/>
                      <a:pt x="63" y="2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3" name="Freeform 260">
                <a:extLst>
                  <a:ext uri="{FF2B5EF4-FFF2-40B4-BE49-F238E27FC236}">
                    <a16:creationId xmlns:a16="http://schemas.microsoft.com/office/drawing/2014/main" id="{87395650-9CBC-4B3D-B4B0-CBECCF107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1708"/>
                <a:ext cx="185" cy="76"/>
              </a:xfrm>
              <a:custGeom>
                <a:avLst/>
                <a:gdLst>
                  <a:gd name="T0" fmla="*/ 0 w 54"/>
                  <a:gd name="T1" fmla="*/ 615 h 21"/>
                  <a:gd name="T2" fmla="*/ 1442 w 54"/>
                  <a:gd name="T3" fmla="*/ 470 h 21"/>
                  <a:gd name="T4" fmla="*/ 2172 w 54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1">
                    <a:moveTo>
                      <a:pt x="0" y="13"/>
                    </a:moveTo>
                    <a:cubicBezTo>
                      <a:pt x="9" y="21"/>
                      <a:pt x="27" y="15"/>
                      <a:pt x="36" y="10"/>
                    </a:cubicBezTo>
                    <a:cubicBezTo>
                      <a:pt x="42" y="7"/>
                      <a:pt x="49" y="4"/>
                      <a:pt x="54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4" name="Freeform 261">
                <a:extLst>
                  <a:ext uri="{FF2B5EF4-FFF2-40B4-BE49-F238E27FC236}">
                    <a16:creationId xmlns:a16="http://schemas.microsoft.com/office/drawing/2014/main" id="{675DFC99-9FDF-4B7B-B5DC-3E95520EB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817"/>
                <a:ext cx="186" cy="88"/>
              </a:xfrm>
              <a:custGeom>
                <a:avLst/>
                <a:gdLst>
                  <a:gd name="T0" fmla="*/ 0 w 54"/>
                  <a:gd name="T1" fmla="*/ 0 h 24"/>
                  <a:gd name="T2" fmla="*/ 2208 w 54"/>
                  <a:gd name="T3" fmla="*/ 49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4">
                    <a:moveTo>
                      <a:pt x="0" y="0"/>
                    </a:moveTo>
                    <a:cubicBezTo>
                      <a:pt x="11" y="24"/>
                      <a:pt x="36" y="19"/>
                      <a:pt x="54" y="1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5" name="Freeform 262">
                <a:extLst>
                  <a:ext uri="{FF2B5EF4-FFF2-40B4-BE49-F238E27FC236}">
                    <a16:creationId xmlns:a16="http://schemas.microsoft.com/office/drawing/2014/main" id="{0BC513A9-42F4-4D58-84C0-9231544E0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678"/>
                <a:ext cx="216" cy="70"/>
              </a:xfrm>
              <a:custGeom>
                <a:avLst/>
                <a:gdLst>
                  <a:gd name="T0" fmla="*/ 0 w 63"/>
                  <a:gd name="T1" fmla="*/ 0 h 19"/>
                  <a:gd name="T2" fmla="*/ 1409 w 63"/>
                  <a:gd name="T3" fmla="*/ 951 h 19"/>
                  <a:gd name="T4" fmla="*/ 2541 w 63"/>
                  <a:gd name="T5" fmla="*/ 74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9">
                    <a:moveTo>
                      <a:pt x="0" y="0"/>
                    </a:moveTo>
                    <a:cubicBezTo>
                      <a:pt x="5" y="11"/>
                      <a:pt x="24" y="19"/>
                      <a:pt x="35" y="19"/>
                    </a:cubicBezTo>
                    <a:cubicBezTo>
                      <a:pt x="45" y="19"/>
                      <a:pt x="54" y="18"/>
                      <a:pt x="63" y="1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6" name="Freeform 263">
                <a:extLst>
                  <a:ext uri="{FF2B5EF4-FFF2-40B4-BE49-F238E27FC236}">
                    <a16:creationId xmlns:a16="http://schemas.microsoft.com/office/drawing/2014/main" id="{5AB523BB-E8D9-4530-80E7-170595F4A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671"/>
                <a:ext cx="147" cy="70"/>
              </a:xfrm>
              <a:custGeom>
                <a:avLst/>
                <a:gdLst>
                  <a:gd name="T0" fmla="*/ 0 w 43"/>
                  <a:gd name="T1" fmla="*/ 203 h 19"/>
                  <a:gd name="T2" fmla="*/ 1203 w 43"/>
                  <a:gd name="T3" fmla="*/ 394 h 19"/>
                  <a:gd name="T4" fmla="*/ 1720 w 43"/>
                  <a:gd name="T5" fmla="*/ 95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9">
                    <a:moveTo>
                      <a:pt x="0" y="4"/>
                    </a:moveTo>
                    <a:cubicBezTo>
                      <a:pt x="11" y="0"/>
                      <a:pt x="22" y="0"/>
                      <a:pt x="30" y="8"/>
                    </a:cubicBezTo>
                    <a:cubicBezTo>
                      <a:pt x="33" y="10"/>
                      <a:pt x="39" y="19"/>
                      <a:pt x="43" y="19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7" name="Freeform 264">
                <a:extLst>
                  <a:ext uri="{FF2B5EF4-FFF2-40B4-BE49-F238E27FC236}">
                    <a16:creationId xmlns:a16="http://schemas.microsoft.com/office/drawing/2014/main" id="{6062349D-F50A-41C7-9467-059369927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1649"/>
                <a:ext cx="422" cy="37"/>
              </a:xfrm>
              <a:custGeom>
                <a:avLst/>
                <a:gdLst>
                  <a:gd name="T0" fmla="*/ 0 w 123"/>
                  <a:gd name="T1" fmla="*/ 507 h 10"/>
                  <a:gd name="T2" fmla="*/ 1046 w 123"/>
                  <a:gd name="T3" fmla="*/ 411 h 10"/>
                  <a:gd name="T4" fmla="*/ 2741 w 123"/>
                  <a:gd name="T5" fmla="*/ 96 h 10"/>
                  <a:gd name="T6" fmla="*/ 3191 w 123"/>
                  <a:gd name="T7" fmla="*/ 207 h 10"/>
                  <a:gd name="T8" fmla="*/ 3956 w 123"/>
                  <a:gd name="T9" fmla="*/ 259 h 10"/>
                  <a:gd name="T10" fmla="*/ 4968 w 12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10">
                    <a:moveTo>
                      <a:pt x="0" y="10"/>
                    </a:moveTo>
                    <a:cubicBezTo>
                      <a:pt x="10" y="6"/>
                      <a:pt x="16" y="7"/>
                      <a:pt x="26" y="8"/>
                    </a:cubicBezTo>
                    <a:cubicBezTo>
                      <a:pt x="40" y="10"/>
                      <a:pt x="55" y="4"/>
                      <a:pt x="68" y="2"/>
                    </a:cubicBezTo>
                    <a:cubicBezTo>
                      <a:pt x="74" y="1"/>
                      <a:pt x="73" y="1"/>
                      <a:pt x="79" y="4"/>
                    </a:cubicBezTo>
                    <a:cubicBezTo>
                      <a:pt x="85" y="6"/>
                      <a:pt x="92" y="6"/>
                      <a:pt x="98" y="5"/>
                    </a:cubicBezTo>
                    <a:cubicBezTo>
                      <a:pt x="105" y="5"/>
                      <a:pt x="118" y="5"/>
                      <a:pt x="123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8" name="Freeform 265">
                <a:extLst>
                  <a:ext uri="{FF2B5EF4-FFF2-40B4-BE49-F238E27FC236}">
                    <a16:creationId xmlns:a16="http://schemas.microsoft.com/office/drawing/2014/main" id="{AB1CF8E6-249B-49C4-8990-9D55FC561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638"/>
                <a:ext cx="34" cy="18"/>
              </a:xfrm>
              <a:custGeom>
                <a:avLst/>
                <a:gdLst>
                  <a:gd name="T0" fmla="*/ 0 w 10"/>
                  <a:gd name="T1" fmla="*/ 234 h 5"/>
                  <a:gd name="T2" fmla="*/ 394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3" y="2"/>
                      <a:pt x="6" y="1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9" name="Freeform 266">
                <a:extLst>
                  <a:ext uri="{FF2B5EF4-FFF2-40B4-BE49-F238E27FC236}">
                    <a16:creationId xmlns:a16="http://schemas.microsoft.com/office/drawing/2014/main" id="{40C2FA71-B4D2-419F-9155-A0B8C10DD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678"/>
                <a:ext cx="196" cy="41"/>
              </a:xfrm>
              <a:custGeom>
                <a:avLst/>
                <a:gdLst>
                  <a:gd name="T0" fmla="*/ 0 w 57"/>
                  <a:gd name="T1" fmla="*/ 97 h 11"/>
                  <a:gd name="T2" fmla="*/ 485 w 57"/>
                  <a:gd name="T3" fmla="*/ 417 h 11"/>
                  <a:gd name="T4" fmla="*/ 1503 w 57"/>
                  <a:gd name="T5" fmla="*/ 362 h 11"/>
                  <a:gd name="T6" fmla="*/ 2318 w 5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11">
                    <a:moveTo>
                      <a:pt x="0" y="2"/>
                    </a:moveTo>
                    <a:cubicBezTo>
                      <a:pt x="4" y="3"/>
                      <a:pt x="8" y="6"/>
                      <a:pt x="12" y="8"/>
                    </a:cubicBezTo>
                    <a:cubicBezTo>
                      <a:pt x="21" y="11"/>
                      <a:pt x="28" y="9"/>
                      <a:pt x="37" y="7"/>
                    </a:cubicBezTo>
                    <a:cubicBezTo>
                      <a:pt x="43" y="5"/>
                      <a:pt x="54" y="3"/>
                      <a:pt x="57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0" name="Freeform 267">
                <a:extLst>
                  <a:ext uri="{FF2B5EF4-FFF2-40B4-BE49-F238E27FC236}">
                    <a16:creationId xmlns:a16="http://schemas.microsoft.com/office/drawing/2014/main" id="{0D4EF72B-C853-4E94-AB1F-174B8CC6E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697"/>
                <a:ext cx="206" cy="47"/>
              </a:xfrm>
              <a:custGeom>
                <a:avLst/>
                <a:gdLst>
                  <a:gd name="T0" fmla="*/ 0 w 60"/>
                  <a:gd name="T1" fmla="*/ 615 h 13"/>
                  <a:gd name="T2" fmla="*/ 1579 w 60"/>
                  <a:gd name="T3" fmla="*/ 51 h 13"/>
                  <a:gd name="T4" fmla="*/ 2427 w 60"/>
                  <a:gd name="T5" fmla="*/ 3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3">
                    <a:moveTo>
                      <a:pt x="0" y="13"/>
                    </a:moveTo>
                    <a:cubicBezTo>
                      <a:pt x="7" y="2"/>
                      <a:pt x="28" y="0"/>
                      <a:pt x="39" y="1"/>
                    </a:cubicBezTo>
                    <a:cubicBezTo>
                      <a:pt x="47" y="2"/>
                      <a:pt x="54" y="6"/>
                      <a:pt x="60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1" name="Freeform 268">
                <a:extLst>
                  <a:ext uri="{FF2B5EF4-FFF2-40B4-BE49-F238E27FC236}">
                    <a16:creationId xmlns:a16="http://schemas.microsoft.com/office/drawing/2014/main" id="{6C51514B-3C31-43B8-B5D2-D22BE3298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693"/>
                <a:ext cx="230" cy="51"/>
              </a:xfrm>
              <a:custGeom>
                <a:avLst/>
                <a:gdLst>
                  <a:gd name="T0" fmla="*/ 0 w 67"/>
                  <a:gd name="T1" fmla="*/ 386 h 14"/>
                  <a:gd name="T2" fmla="*/ 529 w 67"/>
                  <a:gd name="T3" fmla="*/ 146 h 14"/>
                  <a:gd name="T4" fmla="*/ 1696 w 67"/>
                  <a:gd name="T5" fmla="*/ 95 h 14"/>
                  <a:gd name="T6" fmla="*/ 2393 w 67"/>
                  <a:gd name="T7" fmla="*/ 386 h 14"/>
                  <a:gd name="T8" fmla="*/ 2712 w 67"/>
                  <a:gd name="T9" fmla="*/ 67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4">
                    <a:moveTo>
                      <a:pt x="0" y="8"/>
                    </a:moveTo>
                    <a:cubicBezTo>
                      <a:pt x="5" y="8"/>
                      <a:pt x="9" y="4"/>
                      <a:pt x="13" y="3"/>
                    </a:cubicBezTo>
                    <a:cubicBezTo>
                      <a:pt x="22" y="0"/>
                      <a:pt x="33" y="1"/>
                      <a:pt x="42" y="2"/>
                    </a:cubicBezTo>
                    <a:cubicBezTo>
                      <a:pt x="50" y="2"/>
                      <a:pt x="53" y="4"/>
                      <a:pt x="59" y="8"/>
                    </a:cubicBezTo>
                    <a:cubicBezTo>
                      <a:pt x="62" y="10"/>
                      <a:pt x="64" y="13"/>
                      <a:pt x="67" y="1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2" name="Freeform 269">
                <a:extLst>
                  <a:ext uri="{FF2B5EF4-FFF2-40B4-BE49-F238E27FC236}">
                    <a16:creationId xmlns:a16="http://schemas.microsoft.com/office/drawing/2014/main" id="{9B05487E-51E0-4DDA-829C-4D9CC323B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806"/>
                <a:ext cx="185" cy="55"/>
              </a:xfrm>
              <a:custGeom>
                <a:avLst/>
                <a:gdLst>
                  <a:gd name="T0" fmla="*/ 0 w 54"/>
                  <a:gd name="T1" fmla="*/ 444 h 15"/>
                  <a:gd name="T2" fmla="*/ 480 w 54"/>
                  <a:gd name="T3" fmla="*/ 645 h 15"/>
                  <a:gd name="T4" fmla="*/ 1326 w 54"/>
                  <a:gd name="T5" fmla="*/ 590 h 15"/>
                  <a:gd name="T6" fmla="*/ 2172 w 54"/>
                  <a:gd name="T7" fmla="*/ 5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15">
                    <a:moveTo>
                      <a:pt x="0" y="9"/>
                    </a:moveTo>
                    <a:cubicBezTo>
                      <a:pt x="5" y="9"/>
                      <a:pt x="8" y="12"/>
                      <a:pt x="12" y="13"/>
                    </a:cubicBezTo>
                    <a:cubicBezTo>
                      <a:pt x="18" y="15"/>
                      <a:pt x="26" y="14"/>
                      <a:pt x="33" y="12"/>
                    </a:cubicBezTo>
                    <a:cubicBezTo>
                      <a:pt x="39" y="10"/>
                      <a:pt x="47" y="0"/>
                      <a:pt x="54" y="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3" name="Freeform 270">
                <a:extLst>
                  <a:ext uri="{FF2B5EF4-FFF2-40B4-BE49-F238E27FC236}">
                    <a16:creationId xmlns:a16="http://schemas.microsoft.com/office/drawing/2014/main" id="{A21F2381-B4E3-4FEF-AF03-01A676B5C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1817"/>
                <a:ext cx="202" cy="52"/>
              </a:xfrm>
              <a:custGeom>
                <a:avLst/>
                <a:gdLst>
                  <a:gd name="T0" fmla="*/ 0 w 59"/>
                  <a:gd name="T1" fmla="*/ 97 h 14"/>
                  <a:gd name="T2" fmla="*/ 527 w 59"/>
                  <a:gd name="T3" fmla="*/ 56 h 14"/>
                  <a:gd name="T4" fmla="*/ 1489 w 59"/>
                  <a:gd name="T5" fmla="*/ 152 h 14"/>
                  <a:gd name="T6" fmla="*/ 2287 w 59"/>
                  <a:gd name="T7" fmla="*/ 661 h 14"/>
                  <a:gd name="T8" fmla="*/ 2332 w 59"/>
                  <a:gd name="T9" fmla="*/ 6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4">
                    <a:moveTo>
                      <a:pt x="0" y="2"/>
                    </a:moveTo>
                    <a:cubicBezTo>
                      <a:pt x="4" y="3"/>
                      <a:pt x="9" y="2"/>
                      <a:pt x="13" y="1"/>
                    </a:cubicBezTo>
                    <a:cubicBezTo>
                      <a:pt x="22" y="0"/>
                      <a:pt x="28" y="0"/>
                      <a:pt x="37" y="3"/>
                    </a:cubicBezTo>
                    <a:cubicBezTo>
                      <a:pt x="44" y="5"/>
                      <a:pt x="52" y="7"/>
                      <a:pt x="57" y="13"/>
                    </a:cubicBezTo>
                    <a:cubicBezTo>
                      <a:pt x="58" y="14"/>
                      <a:pt x="59" y="13"/>
                      <a:pt x="58" y="1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4" name="Freeform 271">
                <a:extLst>
                  <a:ext uri="{FF2B5EF4-FFF2-40B4-BE49-F238E27FC236}">
                    <a16:creationId xmlns:a16="http://schemas.microsoft.com/office/drawing/2014/main" id="{2174CC13-E54E-4E4A-BC9B-968C15D2B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737"/>
                <a:ext cx="168" cy="51"/>
              </a:xfrm>
              <a:custGeom>
                <a:avLst/>
                <a:gdLst>
                  <a:gd name="T0" fmla="*/ 0 w 49"/>
                  <a:gd name="T1" fmla="*/ 0 h 14"/>
                  <a:gd name="T2" fmla="*/ 1094 w 49"/>
                  <a:gd name="T3" fmla="*/ 623 h 14"/>
                  <a:gd name="T4" fmla="*/ 1975 w 49"/>
                  <a:gd name="T5" fmla="*/ 38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4">
                    <a:moveTo>
                      <a:pt x="0" y="0"/>
                    </a:moveTo>
                    <a:cubicBezTo>
                      <a:pt x="3" y="9"/>
                      <a:pt x="18" y="13"/>
                      <a:pt x="27" y="13"/>
                    </a:cubicBezTo>
                    <a:cubicBezTo>
                      <a:pt x="36" y="14"/>
                      <a:pt x="41" y="11"/>
                      <a:pt x="49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5" name="Freeform 272">
                <a:extLst>
                  <a:ext uri="{FF2B5EF4-FFF2-40B4-BE49-F238E27FC236}">
                    <a16:creationId xmlns:a16="http://schemas.microsoft.com/office/drawing/2014/main" id="{DE4EEEB3-4832-4252-9048-3FB9D9B69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1799"/>
                <a:ext cx="147" cy="40"/>
              </a:xfrm>
              <a:custGeom>
                <a:avLst/>
                <a:gdLst>
                  <a:gd name="T0" fmla="*/ 0 w 43"/>
                  <a:gd name="T1" fmla="*/ 527 h 11"/>
                  <a:gd name="T2" fmla="*/ 1720 w 43"/>
                  <a:gd name="T3" fmla="*/ 23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1">
                    <a:moveTo>
                      <a:pt x="0" y="11"/>
                    </a:moveTo>
                    <a:cubicBezTo>
                      <a:pt x="12" y="0"/>
                      <a:pt x="28" y="6"/>
                      <a:pt x="43" y="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6" name="Freeform 273">
                <a:extLst>
                  <a:ext uri="{FF2B5EF4-FFF2-40B4-BE49-F238E27FC236}">
                    <a16:creationId xmlns:a16="http://schemas.microsoft.com/office/drawing/2014/main" id="{EF5B1B9B-FDA9-45E3-BDEB-C1D6F0B5C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1697"/>
                <a:ext cx="164" cy="62"/>
              </a:xfrm>
              <a:custGeom>
                <a:avLst/>
                <a:gdLst>
                  <a:gd name="T0" fmla="*/ 0 w 48"/>
                  <a:gd name="T1" fmla="*/ 824 h 17"/>
                  <a:gd name="T2" fmla="*/ 1913 w 48"/>
                  <a:gd name="T3" fmla="*/ 34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7">
                    <a:moveTo>
                      <a:pt x="0" y="17"/>
                    </a:moveTo>
                    <a:cubicBezTo>
                      <a:pt x="11" y="0"/>
                      <a:pt x="31" y="7"/>
                      <a:pt x="48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7" name="Freeform 274">
                <a:extLst>
                  <a:ext uri="{FF2B5EF4-FFF2-40B4-BE49-F238E27FC236}">
                    <a16:creationId xmlns:a16="http://schemas.microsoft.com/office/drawing/2014/main" id="{5D436CFD-07B6-46E1-BF2C-19B77CB8F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1817"/>
                <a:ext cx="147" cy="59"/>
              </a:xfrm>
              <a:custGeom>
                <a:avLst/>
                <a:gdLst>
                  <a:gd name="T0" fmla="*/ 0 w 43"/>
                  <a:gd name="T1" fmla="*/ 0 h 16"/>
                  <a:gd name="T2" fmla="*/ 1720 w 43"/>
                  <a:gd name="T3" fmla="*/ 29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6">
                    <a:moveTo>
                      <a:pt x="0" y="0"/>
                    </a:moveTo>
                    <a:cubicBezTo>
                      <a:pt x="10" y="16"/>
                      <a:pt x="28" y="16"/>
                      <a:pt x="43" y="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8" name="Freeform 275">
                <a:extLst>
                  <a:ext uri="{FF2B5EF4-FFF2-40B4-BE49-F238E27FC236}">
                    <a16:creationId xmlns:a16="http://schemas.microsoft.com/office/drawing/2014/main" id="{ACE42F4D-A798-49DC-A598-DA1B16F55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1850"/>
                <a:ext cx="199" cy="52"/>
              </a:xfrm>
              <a:custGeom>
                <a:avLst/>
                <a:gdLst>
                  <a:gd name="T0" fmla="*/ 0 w 58"/>
                  <a:gd name="T1" fmla="*/ 0 h 14"/>
                  <a:gd name="T2" fmla="*/ 2343 w 58"/>
                  <a:gd name="T3" fmla="*/ 26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4">
                    <a:moveTo>
                      <a:pt x="0" y="0"/>
                    </a:moveTo>
                    <a:cubicBezTo>
                      <a:pt x="15" y="14"/>
                      <a:pt x="41" y="7"/>
                      <a:pt x="58" y="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9" name="Freeform 276">
                <a:extLst>
                  <a:ext uri="{FF2B5EF4-FFF2-40B4-BE49-F238E27FC236}">
                    <a16:creationId xmlns:a16="http://schemas.microsoft.com/office/drawing/2014/main" id="{B3544AC2-2BBC-43A8-AA24-13282881B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748"/>
                <a:ext cx="199" cy="40"/>
              </a:xfrm>
              <a:custGeom>
                <a:avLst/>
                <a:gdLst>
                  <a:gd name="T0" fmla="*/ 0 w 58"/>
                  <a:gd name="T1" fmla="*/ 145 h 11"/>
                  <a:gd name="T2" fmla="*/ 484 w 58"/>
                  <a:gd name="T3" fmla="*/ 436 h 11"/>
                  <a:gd name="T4" fmla="*/ 1331 w 58"/>
                  <a:gd name="T5" fmla="*/ 382 h 11"/>
                  <a:gd name="T6" fmla="*/ 2343 w 58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1">
                    <a:moveTo>
                      <a:pt x="0" y="3"/>
                    </a:moveTo>
                    <a:cubicBezTo>
                      <a:pt x="4" y="4"/>
                      <a:pt x="8" y="8"/>
                      <a:pt x="12" y="9"/>
                    </a:cubicBezTo>
                    <a:cubicBezTo>
                      <a:pt x="18" y="11"/>
                      <a:pt x="27" y="10"/>
                      <a:pt x="33" y="8"/>
                    </a:cubicBezTo>
                    <a:cubicBezTo>
                      <a:pt x="41" y="7"/>
                      <a:pt x="49" y="0"/>
                      <a:pt x="58" y="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0" name="Freeform 277">
                <a:extLst>
                  <a:ext uri="{FF2B5EF4-FFF2-40B4-BE49-F238E27FC236}">
                    <a16:creationId xmlns:a16="http://schemas.microsoft.com/office/drawing/2014/main" id="{0B4EB16C-5724-427A-8E99-60E730B67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583"/>
                <a:ext cx="178" cy="66"/>
              </a:xfrm>
              <a:custGeom>
                <a:avLst/>
                <a:gdLst>
                  <a:gd name="T0" fmla="*/ 0 w 52"/>
                  <a:gd name="T1" fmla="*/ 499 h 18"/>
                  <a:gd name="T2" fmla="*/ 2085 w 5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8">
                    <a:moveTo>
                      <a:pt x="0" y="10"/>
                    </a:moveTo>
                    <a:cubicBezTo>
                      <a:pt x="16" y="18"/>
                      <a:pt x="39" y="10"/>
                      <a:pt x="5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1" name="Freeform 278">
                <a:extLst>
                  <a:ext uri="{FF2B5EF4-FFF2-40B4-BE49-F238E27FC236}">
                    <a16:creationId xmlns:a16="http://schemas.microsoft.com/office/drawing/2014/main" id="{2AF2123D-74C5-4387-8958-D090F55B0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594"/>
                <a:ext cx="319" cy="66"/>
              </a:xfrm>
              <a:custGeom>
                <a:avLst/>
                <a:gdLst>
                  <a:gd name="T0" fmla="*/ 0 w 93"/>
                  <a:gd name="T1" fmla="*/ 0 h 18"/>
                  <a:gd name="T2" fmla="*/ 1094 w 93"/>
                  <a:gd name="T3" fmla="*/ 686 h 18"/>
                  <a:gd name="T4" fmla="*/ 2377 w 93"/>
                  <a:gd name="T5" fmla="*/ 686 h 18"/>
                  <a:gd name="T6" fmla="*/ 3753 w 93"/>
                  <a:gd name="T7" fmla="*/ 4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18">
                    <a:moveTo>
                      <a:pt x="0" y="0"/>
                    </a:moveTo>
                    <a:cubicBezTo>
                      <a:pt x="11" y="3"/>
                      <a:pt x="15" y="13"/>
                      <a:pt x="27" y="14"/>
                    </a:cubicBezTo>
                    <a:cubicBezTo>
                      <a:pt x="38" y="14"/>
                      <a:pt x="48" y="10"/>
                      <a:pt x="59" y="14"/>
                    </a:cubicBezTo>
                    <a:cubicBezTo>
                      <a:pt x="70" y="18"/>
                      <a:pt x="82" y="15"/>
                      <a:pt x="93" y="9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2" name="Freeform 279">
                <a:extLst>
                  <a:ext uri="{FF2B5EF4-FFF2-40B4-BE49-F238E27FC236}">
                    <a16:creationId xmlns:a16="http://schemas.microsoft.com/office/drawing/2014/main" id="{88B14597-74B5-49CC-85BF-65C6008E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598"/>
                <a:ext cx="45" cy="37"/>
              </a:xfrm>
              <a:custGeom>
                <a:avLst/>
                <a:gdLst>
                  <a:gd name="T0" fmla="*/ 0 w 13"/>
                  <a:gd name="T1" fmla="*/ 0 h 10"/>
                  <a:gd name="T2" fmla="*/ 540 w 13"/>
                  <a:gd name="T3" fmla="*/ 50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6" y="1"/>
                      <a:pt x="8" y="7"/>
                      <a:pt x="13" y="1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3" name="Freeform 280">
                <a:extLst>
                  <a:ext uri="{FF2B5EF4-FFF2-40B4-BE49-F238E27FC236}">
                    <a16:creationId xmlns:a16="http://schemas.microsoft.com/office/drawing/2014/main" id="{B3C62278-26B2-4AC5-BC64-F7666668D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737"/>
                <a:ext cx="271" cy="91"/>
              </a:xfrm>
              <a:custGeom>
                <a:avLst/>
                <a:gdLst>
                  <a:gd name="T0" fmla="*/ 0 w 79"/>
                  <a:gd name="T1" fmla="*/ 531 h 25"/>
                  <a:gd name="T2" fmla="*/ 1942 w 79"/>
                  <a:gd name="T3" fmla="*/ 146 h 25"/>
                  <a:gd name="T4" fmla="*/ 2590 w 79"/>
                  <a:gd name="T5" fmla="*/ 622 h 25"/>
                  <a:gd name="T6" fmla="*/ 3190 w 79"/>
                  <a:gd name="T7" fmla="*/ 120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25">
                    <a:moveTo>
                      <a:pt x="0" y="11"/>
                    </a:moveTo>
                    <a:cubicBezTo>
                      <a:pt x="16" y="10"/>
                      <a:pt x="31" y="0"/>
                      <a:pt x="48" y="3"/>
                    </a:cubicBezTo>
                    <a:cubicBezTo>
                      <a:pt x="55" y="4"/>
                      <a:pt x="59" y="7"/>
                      <a:pt x="64" y="13"/>
                    </a:cubicBezTo>
                    <a:cubicBezTo>
                      <a:pt x="68" y="18"/>
                      <a:pt x="75" y="20"/>
                      <a:pt x="79" y="2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4" name="Freeform 281">
                <a:extLst>
                  <a:ext uri="{FF2B5EF4-FFF2-40B4-BE49-F238E27FC236}">
                    <a16:creationId xmlns:a16="http://schemas.microsoft.com/office/drawing/2014/main" id="{1398063C-1FBE-4279-BB05-E844C6E18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788"/>
                <a:ext cx="340" cy="44"/>
              </a:xfrm>
              <a:custGeom>
                <a:avLst/>
                <a:gdLst>
                  <a:gd name="T0" fmla="*/ 0 w 99"/>
                  <a:gd name="T1" fmla="*/ 95 h 12"/>
                  <a:gd name="T2" fmla="*/ 1051 w 99"/>
                  <a:gd name="T3" fmla="*/ 202 h 12"/>
                  <a:gd name="T4" fmla="*/ 2428 w 99"/>
                  <a:gd name="T5" fmla="*/ 147 h 12"/>
                  <a:gd name="T6" fmla="*/ 3197 w 99"/>
                  <a:gd name="T7" fmla="*/ 444 h 12"/>
                  <a:gd name="T8" fmla="*/ 4011 w 99"/>
                  <a:gd name="T9" fmla="*/ 59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2">
                    <a:moveTo>
                      <a:pt x="0" y="2"/>
                    </a:moveTo>
                    <a:cubicBezTo>
                      <a:pt x="9" y="3"/>
                      <a:pt x="16" y="5"/>
                      <a:pt x="26" y="4"/>
                    </a:cubicBezTo>
                    <a:cubicBezTo>
                      <a:pt x="37" y="2"/>
                      <a:pt x="49" y="0"/>
                      <a:pt x="60" y="3"/>
                    </a:cubicBezTo>
                    <a:cubicBezTo>
                      <a:pt x="66" y="4"/>
                      <a:pt x="72" y="8"/>
                      <a:pt x="79" y="9"/>
                    </a:cubicBezTo>
                    <a:cubicBezTo>
                      <a:pt x="86" y="10"/>
                      <a:pt x="92" y="10"/>
                      <a:pt x="99" y="1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5" name="Freeform 282">
                <a:extLst>
                  <a:ext uri="{FF2B5EF4-FFF2-40B4-BE49-F238E27FC236}">
                    <a16:creationId xmlns:a16="http://schemas.microsoft.com/office/drawing/2014/main" id="{F154409E-281B-4CB7-AA5A-88E8422AB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741"/>
                <a:ext cx="130" cy="47"/>
              </a:xfrm>
              <a:custGeom>
                <a:avLst/>
                <a:gdLst>
                  <a:gd name="T0" fmla="*/ 0 w 38"/>
                  <a:gd name="T1" fmla="*/ 0 h 13"/>
                  <a:gd name="T2" fmla="*/ 797 w 38"/>
                  <a:gd name="T3" fmla="*/ 560 h 13"/>
                  <a:gd name="T4" fmla="*/ 1522 w 38"/>
                  <a:gd name="T5" fmla="*/ 38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3">
                    <a:moveTo>
                      <a:pt x="0" y="0"/>
                    </a:moveTo>
                    <a:cubicBezTo>
                      <a:pt x="7" y="3"/>
                      <a:pt x="12" y="12"/>
                      <a:pt x="20" y="12"/>
                    </a:cubicBezTo>
                    <a:cubicBezTo>
                      <a:pt x="26" y="13"/>
                      <a:pt x="33" y="10"/>
                      <a:pt x="38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6" name="Freeform 283">
                <a:extLst>
                  <a:ext uri="{FF2B5EF4-FFF2-40B4-BE49-F238E27FC236}">
                    <a16:creationId xmlns:a16="http://schemas.microsoft.com/office/drawing/2014/main" id="{04339ACB-EBEC-470B-94F0-761CF0199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733"/>
                <a:ext cx="206" cy="44"/>
              </a:xfrm>
              <a:custGeom>
                <a:avLst/>
                <a:gdLst>
                  <a:gd name="T0" fmla="*/ 0 w 60"/>
                  <a:gd name="T1" fmla="*/ 590 h 12"/>
                  <a:gd name="T2" fmla="*/ 567 w 60"/>
                  <a:gd name="T3" fmla="*/ 147 h 12"/>
                  <a:gd name="T4" fmla="*/ 1332 w 60"/>
                  <a:gd name="T5" fmla="*/ 0 h 12"/>
                  <a:gd name="T6" fmla="*/ 2427 w 60"/>
                  <a:gd name="T7" fmla="*/ 14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2">
                    <a:moveTo>
                      <a:pt x="0" y="12"/>
                    </a:moveTo>
                    <a:cubicBezTo>
                      <a:pt x="6" y="10"/>
                      <a:pt x="9" y="5"/>
                      <a:pt x="14" y="3"/>
                    </a:cubicBezTo>
                    <a:cubicBezTo>
                      <a:pt x="20" y="1"/>
                      <a:pt x="27" y="0"/>
                      <a:pt x="33" y="0"/>
                    </a:cubicBezTo>
                    <a:cubicBezTo>
                      <a:pt x="42" y="1"/>
                      <a:pt x="52" y="1"/>
                      <a:pt x="60" y="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7" name="Freeform 284">
                <a:extLst>
                  <a:ext uri="{FF2B5EF4-FFF2-40B4-BE49-F238E27FC236}">
                    <a16:creationId xmlns:a16="http://schemas.microsoft.com/office/drawing/2014/main" id="{D6EA1139-F359-46C5-A427-F2178CA30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1752"/>
                <a:ext cx="323" cy="248"/>
              </a:xfrm>
              <a:custGeom>
                <a:avLst/>
                <a:gdLst>
                  <a:gd name="T0" fmla="*/ 3814 w 94"/>
                  <a:gd name="T1" fmla="*/ 146 h 68"/>
                  <a:gd name="T2" fmla="*/ 3130 w 94"/>
                  <a:gd name="T3" fmla="*/ 292 h 68"/>
                  <a:gd name="T4" fmla="*/ 2962 w 94"/>
                  <a:gd name="T5" fmla="*/ 879 h 68"/>
                  <a:gd name="T6" fmla="*/ 1749 w 94"/>
                  <a:gd name="T7" fmla="*/ 1794 h 68"/>
                  <a:gd name="T8" fmla="*/ 1498 w 94"/>
                  <a:gd name="T9" fmla="*/ 2527 h 68"/>
                  <a:gd name="T10" fmla="*/ 766 w 94"/>
                  <a:gd name="T11" fmla="*/ 2914 h 68"/>
                  <a:gd name="T12" fmla="*/ 368 w 94"/>
                  <a:gd name="T13" fmla="*/ 3100 h 68"/>
                  <a:gd name="T14" fmla="*/ 165 w 94"/>
                  <a:gd name="T15" fmla="*/ 3246 h 68"/>
                  <a:gd name="T16" fmla="*/ 0 w 94"/>
                  <a:gd name="T17" fmla="*/ 3297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68">
                    <a:moveTo>
                      <a:pt x="94" y="3"/>
                    </a:moveTo>
                    <a:cubicBezTo>
                      <a:pt x="89" y="0"/>
                      <a:pt x="81" y="2"/>
                      <a:pt x="77" y="6"/>
                    </a:cubicBezTo>
                    <a:cubicBezTo>
                      <a:pt x="74" y="10"/>
                      <a:pt x="75" y="14"/>
                      <a:pt x="73" y="18"/>
                    </a:cubicBezTo>
                    <a:cubicBezTo>
                      <a:pt x="67" y="30"/>
                      <a:pt x="48" y="24"/>
                      <a:pt x="43" y="37"/>
                    </a:cubicBezTo>
                    <a:cubicBezTo>
                      <a:pt x="41" y="43"/>
                      <a:pt x="42" y="48"/>
                      <a:pt x="37" y="52"/>
                    </a:cubicBezTo>
                    <a:cubicBezTo>
                      <a:pt x="32" y="58"/>
                      <a:pt x="26" y="59"/>
                      <a:pt x="19" y="60"/>
                    </a:cubicBezTo>
                    <a:cubicBezTo>
                      <a:pt x="15" y="61"/>
                      <a:pt x="12" y="62"/>
                      <a:pt x="9" y="64"/>
                    </a:cubicBezTo>
                    <a:cubicBezTo>
                      <a:pt x="7" y="65"/>
                      <a:pt x="6" y="66"/>
                      <a:pt x="4" y="67"/>
                    </a:cubicBezTo>
                    <a:cubicBezTo>
                      <a:pt x="3" y="67"/>
                      <a:pt x="1" y="67"/>
                      <a:pt x="0" y="6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8" name="Freeform 285">
                <a:extLst>
                  <a:ext uri="{FF2B5EF4-FFF2-40B4-BE49-F238E27FC236}">
                    <a16:creationId xmlns:a16="http://schemas.microsoft.com/office/drawing/2014/main" id="{FC549E9A-E808-492C-AB0C-F932F6339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1956"/>
                <a:ext cx="151" cy="527"/>
              </a:xfrm>
              <a:custGeom>
                <a:avLst/>
                <a:gdLst>
                  <a:gd name="T0" fmla="*/ 1778 w 44"/>
                  <a:gd name="T1" fmla="*/ 0 h 144"/>
                  <a:gd name="T2" fmla="*/ 1531 w 44"/>
                  <a:gd name="T3" fmla="*/ 736 h 144"/>
                  <a:gd name="T4" fmla="*/ 896 w 44"/>
                  <a:gd name="T5" fmla="*/ 1768 h 144"/>
                  <a:gd name="T6" fmla="*/ 765 w 44"/>
                  <a:gd name="T7" fmla="*/ 2946 h 144"/>
                  <a:gd name="T8" fmla="*/ 247 w 44"/>
                  <a:gd name="T9" fmla="*/ 4165 h 144"/>
                  <a:gd name="T10" fmla="*/ 281 w 44"/>
                  <a:gd name="T11" fmla="*/ 5142 h 144"/>
                  <a:gd name="T12" fmla="*/ 446 w 44"/>
                  <a:gd name="T13" fmla="*/ 5973 h 144"/>
                  <a:gd name="T14" fmla="*/ 566 w 44"/>
                  <a:gd name="T15" fmla="*/ 6562 h 144"/>
                  <a:gd name="T16" fmla="*/ 683 w 44"/>
                  <a:gd name="T17" fmla="*/ 7060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44">
                    <a:moveTo>
                      <a:pt x="44" y="0"/>
                    </a:moveTo>
                    <a:cubicBezTo>
                      <a:pt x="40" y="4"/>
                      <a:pt x="39" y="10"/>
                      <a:pt x="38" y="15"/>
                    </a:cubicBezTo>
                    <a:cubicBezTo>
                      <a:pt x="37" y="27"/>
                      <a:pt x="29" y="28"/>
                      <a:pt x="22" y="36"/>
                    </a:cubicBezTo>
                    <a:cubicBezTo>
                      <a:pt x="15" y="45"/>
                      <a:pt x="20" y="51"/>
                      <a:pt x="19" y="60"/>
                    </a:cubicBezTo>
                    <a:cubicBezTo>
                      <a:pt x="18" y="70"/>
                      <a:pt x="12" y="78"/>
                      <a:pt x="6" y="85"/>
                    </a:cubicBezTo>
                    <a:cubicBezTo>
                      <a:pt x="0" y="94"/>
                      <a:pt x="3" y="97"/>
                      <a:pt x="7" y="105"/>
                    </a:cubicBezTo>
                    <a:cubicBezTo>
                      <a:pt x="9" y="111"/>
                      <a:pt x="9" y="117"/>
                      <a:pt x="11" y="122"/>
                    </a:cubicBezTo>
                    <a:cubicBezTo>
                      <a:pt x="13" y="126"/>
                      <a:pt x="13" y="129"/>
                      <a:pt x="14" y="134"/>
                    </a:cubicBezTo>
                    <a:cubicBezTo>
                      <a:pt x="15" y="138"/>
                      <a:pt x="18" y="139"/>
                      <a:pt x="17" y="14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9" name="Freeform 286">
                <a:extLst>
                  <a:ext uri="{FF2B5EF4-FFF2-40B4-BE49-F238E27FC236}">
                    <a16:creationId xmlns:a16="http://schemas.microsoft.com/office/drawing/2014/main" id="{6E91677C-ED14-4B44-A551-88CC65B46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2329"/>
                <a:ext cx="99" cy="388"/>
              </a:xfrm>
              <a:custGeom>
                <a:avLst/>
                <a:gdLst>
                  <a:gd name="T0" fmla="*/ 1154 w 29"/>
                  <a:gd name="T1" fmla="*/ 0 h 106"/>
                  <a:gd name="T2" fmla="*/ 1038 w 29"/>
                  <a:gd name="T3" fmla="*/ 1325 h 106"/>
                  <a:gd name="T4" fmla="*/ 990 w 29"/>
                  <a:gd name="T5" fmla="*/ 2211 h 106"/>
                  <a:gd name="T6" fmla="*/ 758 w 29"/>
                  <a:gd name="T7" fmla="*/ 2947 h 106"/>
                  <a:gd name="T8" fmla="*/ 362 w 29"/>
                  <a:gd name="T9" fmla="*/ 4517 h 106"/>
                  <a:gd name="T10" fmla="*/ 0 w 29"/>
                  <a:gd name="T11" fmla="*/ 5198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06">
                    <a:moveTo>
                      <a:pt x="29" y="0"/>
                    </a:moveTo>
                    <a:cubicBezTo>
                      <a:pt x="21" y="7"/>
                      <a:pt x="24" y="17"/>
                      <a:pt x="26" y="27"/>
                    </a:cubicBezTo>
                    <a:cubicBezTo>
                      <a:pt x="29" y="34"/>
                      <a:pt x="29" y="38"/>
                      <a:pt x="25" y="45"/>
                    </a:cubicBezTo>
                    <a:cubicBezTo>
                      <a:pt x="22" y="50"/>
                      <a:pt x="19" y="53"/>
                      <a:pt x="19" y="60"/>
                    </a:cubicBezTo>
                    <a:cubicBezTo>
                      <a:pt x="20" y="74"/>
                      <a:pt x="20" y="82"/>
                      <a:pt x="9" y="92"/>
                    </a:cubicBezTo>
                    <a:cubicBezTo>
                      <a:pt x="4" y="97"/>
                      <a:pt x="4" y="101"/>
                      <a:pt x="0" y="10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0" name="Freeform 287">
                <a:extLst>
                  <a:ext uri="{FF2B5EF4-FFF2-40B4-BE49-F238E27FC236}">
                    <a16:creationId xmlns:a16="http://schemas.microsoft.com/office/drawing/2014/main" id="{6C9CC12B-DDDF-4BC8-ABBA-2626CC3EC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392"/>
                <a:ext cx="44" cy="157"/>
              </a:xfrm>
              <a:custGeom>
                <a:avLst/>
                <a:gdLst>
                  <a:gd name="T0" fmla="*/ 504 w 13"/>
                  <a:gd name="T1" fmla="*/ 0 h 43"/>
                  <a:gd name="T2" fmla="*/ 81 w 13"/>
                  <a:gd name="T3" fmla="*/ 1121 h 43"/>
                  <a:gd name="T4" fmla="*/ 308 w 13"/>
                  <a:gd name="T5" fmla="*/ 209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3">
                    <a:moveTo>
                      <a:pt x="13" y="0"/>
                    </a:moveTo>
                    <a:cubicBezTo>
                      <a:pt x="7" y="6"/>
                      <a:pt x="0" y="14"/>
                      <a:pt x="2" y="23"/>
                    </a:cubicBezTo>
                    <a:cubicBezTo>
                      <a:pt x="3" y="30"/>
                      <a:pt x="10" y="36"/>
                      <a:pt x="8" y="4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1" name="Freeform 288">
                <a:extLst>
                  <a:ext uri="{FF2B5EF4-FFF2-40B4-BE49-F238E27FC236}">
                    <a16:creationId xmlns:a16="http://schemas.microsoft.com/office/drawing/2014/main" id="{8F06311F-F0CC-44C4-885A-AFC92AC25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2103"/>
                <a:ext cx="58" cy="172"/>
              </a:xfrm>
              <a:custGeom>
                <a:avLst/>
                <a:gdLst>
                  <a:gd name="T0" fmla="*/ 676 w 17"/>
                  <a:gd name="T1" fmla="*/ 0 h 47"/>
                  <a:gd name="T2" fmla="*/ 82 w 17"/>
                  <a:gd name="T3" fmla="*/ 937 h 47"/>
                  <a:gd name="T4" fmla="*/ 82 w 17"/>
                  <a:gd name="T5" fmla="*/ 2302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7">
                    <a:moveTo>
                      <a:pt x="17" y="0"/>
                    </a:moveTo>
                    <a:cubicBezTo>
                      <a:pt x="11" y="6"/>
                      <a:pt x="5" y="10"/>
                      <a:pt x="2" y="19"/>
                    </a:cubicBezTo>
                    <a:cubicBezTo>
                      <a:pt x="0" y="27"/>
                      <a:pt x="2" y="39"/>
                      <a:pt x="2" y="4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2" name="Freeform 289">
                <a:extLst>
                  <a:ext uri="{FF2B5EF4-FFF2-40B4-BE49-F238E27FC236}">
                    <a16:creationId xmlns:a16="http://schemas.microsoft.com/office/drawing/2014/main" id="{C2CCD9C6-2B16-471E-87DD-967FBC8A7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2037"/>
                <a:ext cx="65" cy="153"/>
              </a:xfrm>
              <a:custGeom>
                <a:avLst/>
                <a:gdLst>
                  <a:gd name="T0" fmla="*/ 0 w 19"/>
                  <a:gd name="T1" fmla="*/ 2029 h 42"/>
                  <a:gd name="T2" fmla="*/ 725 w 19"/>
                  <a:gd name="T3" fmla="*/ 969 h 42"/>
                  <a:gd name="T4" fmla="*/ 677 w 1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2">
                    <a:moveTo>
                      <a:pt x="0" y="42"/>
                    </a:moveTo>
                    <a:cubicBezTo>
                      <a:pt x="9" y="36"/>
                      <a:pt x="17" y="32"/>
                      <a:pt x="18" y="20"/>
                    </a:cubicBezTo>
                    <a:cubicBezTo>
                      <a:pt x="19" y="14"/>
                      <a:pt x="17" y="7"/>
                      <a:pt x="17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3" name="Freeform 290">
                <a:extLst>
                  <a:ext uri="{FF2B5EF4-FFF2-40B4-BE49-F238E27FC236}">
                    <a16:creationId xmlns:a16="http://schemas.microsoft.com/office/drawing/2014/main" id="{AD9A4DDC-D700-4833-BF32-B1321FCF8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839"/>
                <a:ext cx="247" cy="198"/>
              </a:xfrm>
              <a:custGeom>
                <a:avLst/>
                <a:gdLst>
                  <a:gd name="T0" fmla="*/ 0 w 72"/>
                  <a:gd name="T1" fmla="*/ 2662 h 54"/>
                  <a:gd name="T2" fmla="*/ 683 w 72"/>
                  <a:gd name="T3" fmla="*/ 1921 h 54"/>
                  <a:gd name="T4" fmla="*/ 648 w 72"/>
                  <a:gd name="T5" fmla="*/ 1034 h 54"/>
                  <a:gd name="T6" fmla="*/ 1331 w 72"/>
                  <a:gd name="T7" fmla="*/ 645 h 54"/>
                  <a:gd name="T8" fmla="*/ 1612 w 72"/>
                  <a:gd name="T9" fmla="*/ 55 h 54"/>
                  <a:gd name="T10" fmla="*/ 2261 w 72"/>
                  <a:gd name="T11" fmla="*/ 242 h 54"/>
                  <a:gd name="T12" fmla="*/ 2906 w 72"/>
                  <a:gd name="T13" fmla="*/ 95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54">
                    <a:moveTo>
                      <a:pt x="0" y="54"/>
                    </a:moveTo>
                    <a:cubicBezTo>
                      <a:pt x="10" y="53"/>
                      <a:pt x="17" y="50"/>
                      <a:pt x="17" y="39"/>
                    </a:cubicBezTo>
                    <a:cubicBezTo>
                      <a:pt x="17" y="34"/>
                      <a:pt x="13" y="26"/>
                      <a:pt x="16" y="21"/>
                    </a:cubicBezTo>
                    <a:cubicBezTo>
                      <a:pt x="19" y="16"/>
                      <a:pt x="29" y="16"/>
                      <a:pt x="33" y="13"/>
                    </a:cubicBezTo>
                    <a:cubicBezTo>
                      <a:pt x="37" y="10"/>
                      <a:pt x="40" y="5"/>
                      <a:pt x="40" y="1"/>
                    </a:cubicBezTo>
                    <a:cubicBezTo>
                      <a:pt x="45" y="0"/>
                      <a:pt x="51" y="4"/>
                      <a:pt x="56" y="5"/>
                    </a:cubicBezTo>
                    <a:cubicBezTo>
                      <a:pt x="61" y="5"/>
                      <a:pt x="68" y="4"/>
                      <a:pt x="72" y="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4" name="Freeform 291">
                <a:extLst>
                  <a:ext uri="{FF2B5EF4-FFF2-40B4-BE49-F238E27FC236}">
                    <a16:creationId xmlns:a16="http://schemas.microsoft.com/office/drawing/2014/main" id="{AE8FA2EA-D97E-4B48-B55B-E9EE3B21D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806"/>
                <a:ext cx="99" cy="41"/>
              </a:xfrm>
              <a:custGeom>
                <a:avLst/>
                <a:gdLst>
                  <a:gd name="T0" fmla="*/ 1154 w 29"/>
                  <a:gd name="T1" fmla="*/ 56 h 11"/>
                  <a:gd name="T2" fmla="*/ 0 w 29"/>
                  <a:gd name="T3" fmla="*/ 57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1">
                    <a:moveTo>
                      <a:pt x="29" y="1"/>
                    </a:moveTo>
                    <a:cubicBezTo>
                      <a:pt x="17" y="0"/>
                      <a:pt x="11" y="8"/>
                      <a:pt x="0" y="1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5" name="Freeform 292">
                <a:extLst>
                  <a:ext uri="{FF2B5EF4-FFF2-40B4-BE49-F238E27FC236}">
                    <a16:creationId xmlns:a16="http://schemas.microsoft.com/office/drawing/2014/main" id="{51AE611F-D2F0-4B37-8146-11C435E05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766"/>
                <a:ext cx="134" cy="139"/>
              </a:xfrm>
              <a:custGeom>
                <a:avLst/>
                <a:gdLst>
                  <a:gd name="T0" fmla="*/ 0 w 39"/>
                  <a:gd name="T1" fmla="*/ 1858 h 38"/>
                  <a:gd name="T2" fmla="*/ 814 w 39"/>
                  <a:gd name="T3" fmla="*/ 1712 h 38"/>
                  <a:gd name="T4" fmla="*/ 1264 w 39"/>
                  <a:gd name="T5" fmla="*/ 1123 h 38"/>
                  <a:gd name="T6" fmla="*/ 1416 w 39"/>
                  <a:gd name="T7" fmla="*/ 388 h 38"/>
                  <a:gd name="T8" fmla="*/ 1581 w 3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8">
                    <a:moveTo>
                      <a:pt x="0" y="38"/>
                    </a:moveTo>
                    <a:cubicBezTo>
                      <a:pt x="6" y="35"/>
                      <a:pt x="14" y="38"/>
                      <a:pt x="20" y="35"/>
                    </a:cubicBezTo>
                    <a:cubicBezTo>
                      <a:pt x="24" y="32"/>
                      <a:pt x="28" y="27"/>
                      <a:pt x="31" y="23"/>
                    </a:cubicBezTo>
                    <a:cubicBezTo>
                      <a:pt x="33" y="19"/>
                      <a:pt x="33" y="13"/>
                      <a:pt x="35" y="8"/>
                    </a:cubicBezTo>
                    <a:cubicBezTo>
                      <a:pt x="36" y="5"/>
                      <a:pt x="38" y="3"/>
                      <a:pt x="39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6" name="Freeform 293">
                <a:extLst>
                  <a:ext uri="{FF2B5EF4-FFF2-40B4-BE49-F238E27FC236}">
                    <a16:creationId xmlns:a16="http://schemas.microsoft.com/office/drawing/2014/main" id="{FCE9A65B-97F1-47DB-B285-F2F19AB0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084"/>
                <a:ext cx="58" cy="169"/>
              </a:xfrm>
              <a:custGeom>
                <a:avLst/>
                <a:gdLst>
                  <a:gd name="T0" fmla="*/ 560 w 17"/>
                  <a:gd name="T1" fmla="*/ 0 h 46"/>
                  <a:gd name="T2" fmla="*/ 560 w 17"/>
                  <a:gd name="T3" fmla="*/ 1146 h 46"/>
                  <a:gd name="T4" fmla="*/ 0 w 17"/>
                  <a:gd name="T5" fmla="*/ 2282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4" y="0"/>
                    </a:moveTo>
                    <a:cubicBezTo>
                      <a:pt x="16" y="8"/>
                      <a:pt x="17" y="16"/>
                      <a:pt x="14" y="23"/>
                    </a:cubicBezTo>
                    <a:cubicBezTo>
                      <a:pt x="10" y="32"/>
                      <a:pt x="5" y="38"/>
                      <a:pt x="0" y="4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7" name="Freeform 294">
                <a:extLst>
                  <a:ext uri="{FF2B5EF4-FFF2-40B4-BE49-F238E27FC236}">
                    <a16:creationId xmlns:a16="http://schemas.microsoft.com/office/drawing/2014/main" id="{1FAEED29-4171-476F-94E4-C2AEEE68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234"/>
                <a:ext cx="54" cy="158"/>
              </a:xfrm>
              <a:custGeom>
                <a:avLst/>
                <a:gdLst>
                  <a:gd name="T0" fmla="*/ 614 w 16"/>
                  <a:gd name="T1" fmla="*/ 0 h 43"/>
                  <a:gd name="T2" fmla="*/ 422 w 16"/>
                  <a:gd name="T3" fmla="*/ 213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16" y="0"/>
                    </a:moveTo>
                    <a:cubicBezTo>
                      <a:pt x="0" y="7"/>
                      <a:pt x="7" y="30"/>
                      <a:pt x="11" y="4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8" name="Freeform 295">
                <a:extLst>
                  <a:ext uri="{FF2B5EF4-FFF2-40B4-BE49-F238E27FC236}">
                    <a16:creationId xmlns:a16="http://schemas.microsoft.com/office/drawing/2014/main" id="{CFBD80A5-D91C-4806-9E6E-A7988D0F0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2190"/>
                <a:ext cx="44" cy="154"/>
              </a:xfrm>
              <a:custGeom>
                <a:avLst/>
                <a:gdLst>
                  <a:gd name="T0" fmla="*/ 0 w 13"/>
                  <a:gd name="T1" fmla="*/ 2072 h 42"/>
                  <a:gd name="T2" fmla="*/ 504 w 13"/>
                  <a:gd name="T3" fmla="*/ 942 h 42"/>
                  <a:gd name="T4" fmla="*/ 470 w 1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2">
                    <a:moveTo>
                      <a:pt x="0" y="42"/>
                    </a:moveTo>
                    <a:cubicBezTo>
                      <a:pt x="11" y="40"/>
                      <a:pt x="13" y="29"/>
                      <a:pt x="13" y="19"/>
                    </a:cubicBezTo>
                    <a:cubicBezTo>
                      <a:pt x="13" y="14"/>
                      <a:pt x="10" y="6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9" name="Freeform 296">
                <a:extLst>
                  <a:ext uri="{FF2B5EF4-FFF2-40B4-BE49-F238E27FC236}">
                    <a16:creationId xmlns:a16="http://schemas.microsoft.com/office/drawing/2014/main" id="{F9FE6AB5-055C-46AD-9C7A-E683DF211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" y="2629"/>
                <a:ext cx="185" cy="494"/>
              </a:xfrm>
              <a:custGeom>
                <a:avLst/>
                <a:gdLst>
                  <a:gd name="T0" fmla="*/ 0 w 54"/>
                  <a:gd name="T1" fmla="*/ 0 h 135"/>
                  <a:gd name="T2" fmla="*/ 319 w 54"/>
                  <a:gd name="T3" fmla="*/ 831 h 135"/>
                  <a:gd name="T4" fmla="*/ 116 w 54"/>
                  <a:gd name="T5" fmla="*/ 2543 h 135"/>
                  <a:gd name="T6" fmla="*/ 600 w 54"/>
                  <a:gd name="T7" fmla="*/ 3776 h 135"/>
                  <a:gd name="T8" fmla="*/ 809 w 54"/>
                  <a:gd name="T9" fmla="*/ 4658 h 135"/>
                  <a:gd name="T10" fmla="*/ 1127 w 54"/>
                  <a:gd name="T11" fmla="*/ 5529 h 135"/>
                  <a:gd name="T12" fmla="*/ 1490 w 54"/>
                  <a:gd name="T13" fmla="*/ 6118 h 135"/>
                  <a:gd name="T14" fmla="*/ 2172 w 54"/>
                  <a:gd name="T15" fmla="*/ 6374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135">
                    <a:moveTo>
                      <a:pt x="0" y="0"/>
                    </a:moveTo>
                    <a:cubicBezTo>
                      <a:pt x="0" y="6"/>
                      <a:pt x="7" y="11"/>
                      <a:pt x="8" y="17"/>
                    </a:cubicBezTo>
                    <a:cubicBezTo>
                      <a:pt x="12" y="30"/>
                      <a:pt x="5" y="40"/>
                      <a:pt x="3" y="52"/>
                    </a:cubicBezTo>
                    <a:cubicBezTo>
                      <a:pt x="2" y="64"/>
                      <a:pt x="6" y="70"/>
                      <a:pt x="15" y="77"/>
                    </a:cubicBezTo>
                    <a:cubicBezTo>
                      <a:pt x="23" y="83"/>
                      <a:pt x="22" y="86"/>
                      <a:pt x="20" y="95"/>
                    </a:cubicBezTo>
                    <a:cubicBezTo>
                      <a:pt x="19" y="103"/>
                      <a:pt x="20" y="109"/>
                      <a:pt x="28" y="113"/>
                    </a:cubicBezTo>
                    <a:cubicBezTo>
                      <a:pt x="35" y="117"/>
                      <a:pt x="37" y="117"/>
                      <a:pt x="37" y="125"/>
                    </a:cubicBezTo>
                    <a:cubicBezTo>
                      <a:pt x="38" y="135"/>
                      <a:pt x="48" y="132"/>
                      <a:pt x="54" y="13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0" name="Freeform 297">
                <a:extLst>
                  <a:ext uri="{FF2B5EF4-FFF2-40B4-BE49-F238E27FC236}">
                    <a16:creationId xmlns:a16="http://schemas.microsoft.com/office/drawing/2014/main" id="{07C702DE-15C1-4BF7-9D11-62CB163A5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2629"/>
                <a:ext cx="34" cy="213"/>
              </a:xfrm>
              <a:custGeom>
                <a:avLst/>
                <a:gdLst>
                  <a:gd name="T0" fmla="*/ 231 w 10"/>
                  <a:gd name="T1" fmla="*/ 0 h 58"/>
                  <a:gd name="T2" fmla="*/ 34 w 10"/>
                  <a:gd name="T3" fmla="*/ 837 h 58"/>
                  <a:gd name="T4" fmla="*/ 163 w 10"/>
                  <a:gd name="T5" fmla="*/ 1590 h 58"/>
                  <a:gd name="T6" fmla="*/ 394 w 10"/>
                  <a:gd name="T7" fmla="*/ 287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8">
                    <a:moveTo>
                      <a:pt x="6" y="0"/>
                    </a:moveTo>
                    <a:cubicBezTo>
                      <a:pt x="5" y="6"/>
                      <a:pt x="3" y="11"/>
                      <a:pt x="1" y="17"/>
                    </a:cubicBezTo>
                    <a:cubicBezTo>
                      <a:pt x="0" y="23"/>
                      <a:pt x="2" y="27"/>
                      <a:pt x="4" y="32"/>
                    </a:cubicBezTo>
                    <a:cubicBezTo>
                      <a:pt x="6" y="41"/>
                      <a:pt x="7" y="49"/>
                      <a:pt x="10" y="5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1" name="Freeform 298">
                <a:extLst>
                  <a:ext uri="{FF2B5EF4-FFF2-40B4-BE49-F238E27FC236}">
                    <a16:creationId xmlns:a16="http://schemas.microsoft.com/office/drawing/2014/main" id="{447322E0-AB74-4094-8D3D-86633F8C3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2739"/>
                <a:ext cx="44" cy="190"/>
              </a:xfrm>
              <a:custGeom>
                <a:avLst/>
                <a:gdLst>
                  <a:gd name="T0" fmla="*/ 0 w 13"/>
                  <a:gd name="T1" fmla="*/ 0 h 52"/>
                  <a:gd name="T2" fmla="*/ 159 w 13"/>
                  <a:gd name="T3" fmla="*/ 387 h 52"/>
                  <a:gd name="T4" fmla="*/ 470 w 13"/>
                  <a:gd name="T5" fmla="*/ 1323 h 52"/>
                  <a:gd name="T6" fmla="*/ 423 w 13"/>
                  <a:gd name="T7" fmla="*/ 2536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2">
                    <a:moveTo>
                      <a:pt x="0" y="0"/>
                    </a:moveTo>
                    <a:cubicBezTo>
                      <a:pt x="0" y="3"/>
                      <a:pt x="2" y="5"/>
                      <a:pt x="4" y="8"/>
                    </a:cubicBezTo>
                    <a:cubicBezTo>
                      <a:pt x="7" y="15"/>
                      <a:pt x="10" y="19"/>
                      <a:pt x="12" y="27"/>
                    </a:cubicBezTo>
                    <a:cubicBezTo>
                      <a:pt x="13" y="36"/>
                      <a:pt x="11" y="43"/>
                      <a:pt x="11" y="5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2" name="Freeform 299">
                <a:extLst>
                  <a:ext uri="{FF2B5EF4-FFF2-40B4-BE49-F238E27FC236}">
                    <a16:creationId xmlns:a16="http://schemas.microsoft.com/office/drawing/2014/main" id="{21F58F2B-98AE-4B13-B785-CDABCA68C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2494"/>
                <a:ext cx="44" cy="161"/>
              </a:xfrm>
              <a:custGeom>
                <a:avLst/>
                <a:gdLst>
                  <a:gd name="T0" fmla="*/ 0 w 13"/>
                  <a:gd name="T1" fmla="*/ 2155 h 44"/>
                  <a:gd name="T2" fmla="*/ 423 w 13"/>
                  <a:gd name="T3" fmla="*/ 977 h 44"/>
                  <a:gd name="T4" fmla="*/ 81 w 13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4">
                    <a:moveTo>
                      <a:pt x="0" y="44"/>
                    </a:moveTo>
                    <a:cubicBezTo>
                      <a:pt x="10" y="39"/>
                      <a:pt x="13" y="29"/>
                      <a:pt x="11" y="20"/>
                    </a:cubicBezTo>
                    <a:cubicBezTo>
                      <a:pt x="9" y="12"/>
                      <a:pt x="4" y="6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3" name="Freeform 300">
                <a:extLst>
                  <a:ext uri="{FF2B5EF4-FFF2-40B4-BE49-F238E27FC236}">
                    <a16:creationId xmlns:a16="http://schemas.microsoft.com/office/drawing/2014/main" id="{79F95D6C-B41C-490C-ACE3-A2B443C2E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2479"/>
                <a:ext cx="41" cy="165"/>
              </a:xfrm>
              <a:custGeom>
                <a:avLst/>
                <a:gdLst>
                  <a:gd name="T0" fmla="*/ 314 w 12"/>
                  <a:gd name="T1" fmla="*/ 0 h 45"/>
                  <a:gd name="T2" fmla="*/ 82 w 12"/>
                  <a:gd name="T3" fmla="*/ 1129 h 45"/>
                  <a:gd name="T4" fmla="*/ 478 w 12"/>
                  <a:gd name="T5" fmla="*/ 221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5">
                    <a:moveTo>
                      <a:pt x="8" y="0"/>
                    </a:moveTo>
                    <a:cubicBezTo>
                      <a:pt x="6" y="8"/>
                      <a:pt x="0" y="13"/>
                      <a:pt x="2" y="23"/>
                    </a:cubicBezTo>
                    <a:cubicBezTo>
                      <a:pt x="4" y="30"/>
                      <a:pt x="10" y="37"/>
                      <a:pt x="12" y="4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4" name="Freeform 301">
                <a:extLst>
                  <a:ext uri="{FF2B5EF4-FFF2-40B4-BE49-F238E27FC236}">
                    <a16:creationId xmlns:a16="http://schemas.microsoft.com/office/drawing/2014/main" id="{B008674F-2323-48D3-BF4D-45FC2E610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2289"/>
                <a:ext cx="35" cy="161"/>
              </a:xfrm>
              <a:custGeom>
                <a:avLst/>
                <a:gdLst>
                  <a:gd name="T0" fmla="*/ 431 w 10"/>
                  <a:gd name="T1" fmla="*/ 0 h 44"/>
                  <a:gd name="T2" fmla="*/ 49 w 10"/>
                  <a:gd name="T3" fmla="*/ 977 h 44"/>
                  <a:gd name="T4" fmla="*/ 259 w 10"/>
                  <a:gd name="T5" fmla="*/ 2155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4">
                    <a:moveTo>
                      <a:pt x="10" y="0"/>
                    </a:moveTo>
                    <a:cubicBezTo>
                      <a:pt x="7" y="6"/>
                      <a:pt x="0" y="11"/>
                      <a:pt x="1" y="20"/>
                    </a:cubicBezTo>
                    <a:cubicBezTo>
                      <a:pt x="1" y="29"/>
                      <a:pt x="7" y="35"/>
                      <a:pt x="6" y="4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5" name="Freeform 302">
                <a:extLst>
                  <a:ext uri="{FF2B5EF4-FFF2-40B4-BE49-F238E27FC236}">
                    <a16:creationId xmlns:a16="http://schemas.microsoft.com/office/drawing/2014/main" id="{67AA65B9-B09E-4780-A442-F74A7B823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3116"/>
                <a:ext cx="244" cy="307"/>
              </a:xfrm>
              <a:custGeom>
                <a:avLst/>
                <a:gdLst>
                  <a:gd name="T0" fmla="*/ 0 w 71"/>
                  <a:gd name="T1" fmla="*/ 0 h 84"/>
                  <a:gd name="T2" fmla="*/ 320 w 71"/>
                  <a:gd name="T3" fmla="*/ 493 h 84"/>
                  <a:gd name="T4" fmla="*/ 567 w 71"/>
                  <a:gd name="T5" fmla="*/ 1656 h 84"/>
                  <a:gd name="T6" fmla="*/ 1134 w 71"/>
                  <a:gd name="T7" fmla="*/ 2390 h 84"/>
                  <a:gd name="T8" fmla="*/ 1667 w 71"/>
                  <a:gd name="T9" fmla="*/ 2832 h 84"/>
                  <a:gd name="T10" fmla="*/ 1983 w 71"/>
                  <a:gd name="T11" fmla="*/ 3461 h 84"/>
                  <a:gd name="T12" fmla="*/ 2564 w 71"/>
                  <a:gd name="T13" fmla="*/ 3658 h 84"/>
                  <a:gd name="T14" fmla="*/ 2883 w 71"/>
                  <a:gd name="T15" fmla="*/ 4101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84">
                    <a:moveTo>
                      <a:pt x="0" y="0"/>
                    </a:moveTo>
                    <a:cubicBezTo>
                      <a:pt x="3" y="3"/>
                      <a:pt x="6" y="6"/>
                      <a:pt x="8" y="10"/>
                    </a:cubicBezTo>
                    <a:cubicBezTo>
                      <a:pt x="14" y="18"/>
                      <a:pt x="12" y="25"/>
                      <a:pt x="14" y="34"/>
                    </a:cubicBezTo>
                    <a:cubicBezTo>
                      <a:pt x="16" y="41"/>
                      <a:pt x="21" y="46"/>
                      <a:pt x="28" y="49"/>
                    </a:cubicBezTo>
                    <a:cubicBezTo>
                      <a:pt x="35" y="51"/>
                      <a:pt x="39" y="51"/>
                      <a:pt x="41" y="58"/>
                    </a:cubicBezTo>
                    <a:cubicBezTo>
                      <a:pt x="43" y="63"/>
                      <a:pt x="44" y="67"/>
                      <a:pt x="49" y="71"/>
                    </a:cubicBezTo>
                    <a:cubicBezTo>
                      <a:pt x="53" y="74"/>
                      <a:pt x="59" y="72"/>
                      <a:pt x="63" y="75"/>
                    </a:cubicBezTo>
                    <a:cubicBezTo>
                      <a:pt x="66" y="77"/>
                      <a:pt x="66" y="84"/>
                      <a:pt x="71" y="8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6" name="Freeform 303">
                <a:extLst>
                  <a:ext uri="{FF2B5EF4-FFF2-40B4-BE49-F238E27FC236}">
                    <a16:creationId xmlns:a16="http://schemas.microsoft.com/office/drawing/2014/main" id="{B0749D5B-6F4C-4716-A0BC-C1BAD349E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3306"/>
                <a:ext cx="75" cy="84"/>
              </a:xfrm>
              <a:custGeom>
                <a:avLst/>
                <a:gdLst>
                  <a:gd name="T0" fmla="*/ 0 w 22"/>
                  <a:gd name="T1" fmla="*/ 55 h 23"/>
                  <a:gd name="T2" fmla="*/ 675 w 22"/>
                  <a:gd name="T3" fmla="*/ 347 h 23"/>
                  <a:gd name="T4" fmla="*/ 873 w 22"/>
                  <a:gd name="T5" fmla="*/ 11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3">
                    <a:moveTo>
                      <a:pt x="0" y="1"/>
                    </a:moveTo>
                    <a:cubicBezTo>
                      <a:pt x="6" y="5"/>
                      <a:pt x="12" y="0"/>
                      <a:pt x="17" y="7"/>
                    </a:cubicBezTo>
                    <a:cubicBezTo>
                      <a:pt x="19" y="11"/>
                      <a:pt x="20" y="20"/>
                      <a:pt x="22" y="2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7" name="Freeform 304">
                <a:extLst>
                  <a:ext uri="{FF2B5EF4-FFF2-40B4-BE49-F238E27FC236}">
                    <a16:creationId xmlns:a16="http://schemas.microsoft.com/office/drawing/2014/main" id="{574DB9FF-0AB3-4D98-959A-F881B863E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3185"/>
                <a:ext cx="110" cy="128"/>
              </a:xfrm>
              <a:custGeom>
                <a:avLst/>
                <a:gdLst>
                  <a:gd name="T0" fmla="*/ 0 w 32"/>
                  <a:gd name="T1" fmla="*/ 0 h 35"/>
                  <a:gd name="T2" fmla="*/ 1052 w 32"/>
                  <a:gd name="T3" fmla="*/ 684 h 35"/>
                  <a:gd name="T4" fmla="*/ 1299 w 32"/>
                  <a:gd name="T5" fmla="*/ 171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0" y="0"/>
                    </a:moveTo>
                    <a:cubicBezTo>
                      <a:pt x="1" y="7"/>
                      <a:pt x="21" y="9"/>
                      <a:pt x="26" y="14"/>
                    </a:cubicBezTo>
                    <a:cubicBezTo>
                      <a:pt x="31" y="20"/>
                      <a:pt x="29" y="29"/>
                      <a:pt x="32" y="3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8" name="Freeform 305">
                <a:extLst>
                  <a:ext uri="{FF2B5EF4-FFF2-40B4-BE49-F238E27FC236}">
                    <a16:creationId xmlns:a16="http://schemas.microsoft.com/office/drawing/2014/main" id="{FEBAB89C-7E37-4A42-9243-3EEFE1201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" y="3032"/>
                <a:ext cx="96" cy="168"/>
              </a:xfrm>
              <a:custGeom>
                <a:avLst/>
                <a:gdLst>
                  <a:gd name="T0" fmla="*/ 0 w 28"/>
                  <a:gd name="T1" fmla="*/ 0 h 46"/>
                  <a:gd name="T2" fmla="*/ 34 w 28"/>
                  <a:gd name="T3" fmla="*/ 825 h 46"/>
                  <a:gd name="T4" fmla="*/ 566 w 28"/>
                  <a:gd name="T5" fmla="*/ 1508 h 46"/>
                  <a:gd name="T6" fmla="*/ 1128 w 28"/>
                  <a:gd name="T7" fmla="*/ 224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0" y="0"/>
                    </a:moveTo>
                    <a:cubicBezTo>
                      <a:pt x="2" y="5"/>
                      <a:pt x="0" y="11"/>
                      <a:pt x="1" y="17"/>
                    </a:cubicBezTo>
                    <a:cubicBezTo>
                      <a:pt x="2" y="24"/>
                      <a:pt x="8" y="28"/>
                      <a:pt x="14" y="31"/>
                    </a:cubicBezTo>
                    <a:cubicBezTo>
                      <a:pt x="21" y="35"/>
                      <a:pt x="24" y="41"/>
                      <a:pt x="28" y="4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9" name="Freeform 306">
                <a:extLst>
                  <a:ext uri="{FF2B5EF4-FFF2-40B4-BE49-F238E27FC236}">
                    <a16:creationId xmlns:a16="http://schemas.microsoft.com/office/drawing/2014/main" id="{26F91B60-00E5-4AF9-8644-06FF933EC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2929"/>
                <a:ext cx="45" cy="132"/>
              </a:xfrm>
              <a:custGeom>
                <a:avLst/>
                <a:gdLst>
                  <a:gd name="T0" fmla="*/ 0 w 13"/>
                  <a:gd name="T1" fmla="*/ 0 h 36"/>
                  <a:gd name="T2" fmla="*/ 287 w 13"/>
                  <a:gd name="T3" fmla="*/ 202 h 36"/>
                  <a:gd name="T4" fmla="*/ 502 w 13"/>
                  <a:gd name="T5" fmla="*/ 792 h 36"/>
                  <a:gd name="T6" fmla="*/ 502 w 13"/>
                  <a:gd name="T7" fmla="*/ 177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0" y="0"/>
                    </a:moveTo>
                    <a:cubicBezTo>
                      <a:pt x="2" y="2"/>
                      <a:pt x="5" y="2"/>
                      <a:pt x="7" y="4"/>
                    </a:cubicBezTo>
                    <a:cubicBezTo>
                      <a:pt x="12" y="7"/>
                      <a:pt x="12" y="11"/>
                      <a:pt x="12" y="16"/>
                    </a:cubicBezTo>
                    <a:cubicBezTo>
                      <a:pt x="13" y="22"/>
                      <a:pt x="11" y="31"/>
                      <a:pt x="12" y="3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0" name="Freeform 307">
                <a:extLst>
                  <a:ext uri="{FF2B5EF4-FFF2-40B4-BE49-F238E27FC236}">
                    <a16:creationId xmlns:a16="http://schemas.microsoft.com/office/drawing/2014/main" id="{70709A40-9A50-4A81-8E05-4952DE18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" y="2794"/>
                <a:ext cx="68" cy="194"/>
              </a:xfrm>
              <a:custGeom>
                <a:avLst/>
                <a:gdLst>
                  <a:gd name="T0" fmla="*/ 0 w 20"/>
                  <a:gd name="T1" fmla="*/ 0 h 53"/>
                  <a:gd name="T2" fmla="*/ 473 w 20"/>
                  <a:gd name="T3" fmla="*/ 348 h 53"/>
                  <a:gd name="T4" fmla="*/ 704 w 20"/>
                  <a:gd name="T5" fmla="*/ 1083 h 53"/>
                  <a:gd name="T6" fmla="*/ 394 w 20"/>
                  <a:gd name="T7" fmla="*/ 2599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cubicBezTo>
                      <a:pt x="4" y="3"/>
                      <a:pt x="9" y="3"/>
                      <a:pt x="12" y="7"/>
                    </a:cubicBezTo>
                    <a:cubicBezTo>
                      <a:pt x="16" y="10"/>
                      <a:pt x="17" y="17"/>
                      <a:pt x="18" y="22"/>
                    </a:cubicBezTo>
                    <a:cubicBezTo>
                      <a:pt x="20" y="34"/>
                      <a:pt x="10" y="41"/>
                      <a:pt x="10" y="5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1" name="Freeform 308">
                <a:extLst>
                  <a:ext uri="{FF2B5EF4-FFF2-40B4-BE49-F238E27FC236}">
                    <a16:creationId xmlns:a16="http://schemas.microsoft.com/office/drawing/2014/main" id="{5C09171E-03A1-4304-8EA1-E4791D8DE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3061"/>
                <a:ext cx="79" cy="168"/>
              </a:xfrm>
              <a:custGeom>
                <a:avLst/>
                <a:gdLst>
                  <a:gd name="T0" fmla="*/ 0 w 23"/>
                  <a:gd name="T1" fmla="*/ 0 h 46"/>
                  <a:gd name="T2" fmla="*/ 896 w 23"/>
                  <a:gd name="T3" fmla="*/ 1121 h 46"/>
                  <a:gd name="T4" fmla="*/ 848 w 23"/>
                  <a:gd name="T5" fmla="*/ 2242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6">
                    <a:moveTo>
                      <a:pt x="0" y="0"/>
                    </a:moveTo>
                    <a:cubicBezTo>
                      <a:pt x="12" y="4"/>
                      <a:pt x="23" y="8"/>
                      <a:pt x="22" y="23"/>
                    </a:cubicBezTo>
                    <a:cubicBezTo>
                      <a:pt x="22" y="30"/>
                      <a:pt x="21" y="39"/>
                      <a:pt x="21" y="4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2" name="Freeform 309">
                <a:extLst>
                  <a:ext uri="{FF2B5EF4-FFF2-40B4-BE49-F238E27FC236}">
                    <a16:creationId xmlns:a16="http://schemas.microsoft.com/office/drawing/2014/main" id="{204B4DE0-0804-4F00-87B6-1767E5B8B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3255"/>
                <a:ext cx="137" cy="150"/>
              </a:xfrm>
              <a:custGeom>
                <a:avLst/>
                <a:gdLst>
                  <a:gd name="T0" fmla="*/ 0 w 40"/>
                  <a:gd name="T1" fmla="*/ 95 h 41"/>
                  <a:gd name="T2" fmla="*/ 928 w 40"/>
                  <a:gd name="T3" fmla="*/ 201 h 41"/>
                  <a:gd name="T4" fmla="*/ 1325 w 40"/>
                  <a:gd name="T5" fmla="*/ 977 h 41"/>
                  <a:gd name="T6" fmla="*/ 1606 w 40"/>
                  <a:gd name="T7" fmla="*/ 200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1">
                    <a:moveTo>
                      <a:pt x="0" y="2"/>
                    </a:moveTo>
                    <a:cubicBezTo>
                      <a:pt x="8" y="4"/>
                      <a:pt x="16" y="0"/>
                      <a:pt x="23" y="4"/>
                    </a:cubicBezTo>
                    <a:cubicBezTo>
                      <a:pt x="29" y="7"/>
                      <a:pt x="32" y="14"/>
                      <a:pt x="33" y="20"/>
                    </a:cubicBezTo>
                    <a:cubicBezTo>
                      <a:pt x="35" y="25"/>
                      <a:pt x="36" y="37"/>
                      <a:pt x="40" y="4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3" name="Freeform 310">
                <a:extLst>
                  <a:ext uri="{FF2B5EF4-FFF2-40B4-BE49-F238E27FC236}">
                    <a16:creationId xmlns:a16="http://schemas.microsoft.com/office/drawing/2014/main" id="{EE974A4A-F299-459E-902D-908C826C4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3244"/>
                <a:ext cx="4361" cy="40"/>
              </a:xfrm>
              <a:custGeom>
                <a:avLst/>
                <a:gdLst>
                  <a:gd name="T0" fmla="*/ 4361 w 4361"/>
                  <a:gd name="T1" fmla="*/ 0 h 40"/>
                  <a:gd name="T2" fmla="*/ 7 w 4361"/>
                  <a:gd name="T3" fmla="*/ 0 h 40"/>
                  <a:gd name="T4" fmla="*/ 0 w 4361"/>
                  <a:gd name="T5" fmla="*/ 40 h 40"/>
                  <a:gd name="T6" fmla="*/ 4354 w 4361"/>
                  <a:gd name="T7" fmla="*/ 40 h 40"/>
                  <a:gd name="T8" fmla="*/ 4361 w 4361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61" h="40">
                    <a:moveTo>
                      <a:pt x="4361" y="0"/>
                    </a:moveTo>
                    <a:lnTo>
                      <a:pt x="7" y="0"/>
                    </a:lnTo>
                    <a:lnTo>
                      <a:pt x="0" y="40"/>
                    </a:lnTo>
                    <a:lnTo>
                      <a:pt x="4354" y="40"/>
                    </a:lnTo>
                    <a:lnTo>
                      <a:pt x="4361" y="0"/>
                    </a:ln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4" name="Freeform 311">
                <a:extLst>
                  <a:ext uri="{FF2B5EF4-FFF2-40B4-BE49-F238E27FC236}">
                    <a16:creationId xmlns:a16="http://schemas.microsoft.com/office/drawing/2014/main" id="{934B3EFA-13ED-4B83-AEB2-1DE6832A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3284"/>
                <a:ext cx="4375" cy="183"/>
              </a:xfrm>
              <a:custGeom>
                <a:avLst/>
                <a:gdLst>
                  <a:gd name="T0" fmla="*/ 4375 w 4375"/>
                  <a:gd name="T1" fmla="*/ 0 h 183"/>
                  <a:gd name="T2" fmla="*/ 21 w 4375"/>
                  <a:gd name="T3" fmla="*/ 0 h 183"/>
                  <a:gd name="T4" fmla="*/ 0 w 4375"/>
                  <a:gd name="T5" fmla="*/ 183 h 183"/>
                  <a:gd name="T6" fmla="*/ 4355 w 4375"/>
                  <a:gd name="T7" fmla="*/ 183 h 183"/>
                  <a:gd name="T8" fmla="*/ 4375 w 4375"/>
                  <a:gd name="T9" fmla="*/ 0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75" h="183">
                    <a:moveTo>
                      <a:pt x="4375" y="0"/>
                    </a:moveTo>
                    <a:lnTo>
                      <a:pt x="21" y="0"/>
                    </a:lnTo>
                    <a:lnTo>
                      <a:pt x="0" y="183"/>
                    </a:lnTo>
                    <a:lnTo>
                      <a:pt x="4355" y="183"/>
                    </a:lnTo>
                    <a:lnTo>
                      <a:pt x="4375" y="0"/>
                    </a:ln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5" name="Freeform 312">
                <a:extLst>
                  <a:ext uri="{FF2B5EF4-FFF2-40B4-BE49-F238E27FC236}">
                    <a16:creationId xmlns:a16="http://schemas.microsoft.com/office/drawing/2014/main" id="{27BBD58B-0DCA-4AFD-91E0-55888E72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3196"/>
                <a:ext cx="4357" cy="48"/>
              </a:xfrm>
              <a:custGeom>
                <a:avLst/>
                <a:gdLst>
                  <a:gd name="T0" fmla="*/ 4357 w 4357"/>
                  <a:gd name="T1" fmla="*/ 0 h 48"/>
                  <a:gd name="T2" fmla="*/ 1450 w 4357"/>
                  <a:gd name="T3" fmla="*/ 0 h 48"/>
                  <a:gd name="T4" fmla="*/ 3 w 4357"/>
                  <a:gd name="T5" fmla="*/ 8 h 48"/>
                  <a:gd name="T6" fmla="*/ 0 w 4357"/>
                  <a:gd name="T7" fmla="*/ 48 h 48"/>
                  <a:gd name="T8" fmla="*/ 4354 w 4357"/>
                  <a:gd name="T9" fmla="*/ 48 h 48"/>
                  <a:gd name="T10" fmla="*/ 4357 w 4357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57" h="48">
                    <a:moveTo>
                      <a:pt x="4357" y="0"/>
                    </a:moveTo>
                    <a:lnTo>
                      <a:pt x="1450" y="0"/>
                    </a:lnTo>
                    <a:lnTo>
                      <a:pt x="3" y="8"/>
                    </a:lnTo>
                    <a:lnTo>
                      <a:pt x="0" y="48"/>
                    </a:lnTo>
                    <a:lnTo>
                      <a:pt x="4354" y="48"/>
                    </a:lnTo>
                    <a:lnTo>
                      <a:pt x="4357" y="0"/>
                    </a:ln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6" name="Freeform 313">
                <a:extLst>
                  <a:ext uri="{FF2B5EF4-FFF2-40B4-BE49-F238E27FC236}">
                    <a16:creationId xmlns:a16="http://schemas.microsoft.com/office/drawing/2014/main" id="{C054B4E8-D6CE-4394-A320-9536421AD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3032"/>
                <a:ext cx="27" cy="25"/>
              </a:xfrm>
              <a:custGeom>
                <a:avLst/>
                <a:gdLst>
                  <a:gd name="T0" fmla="*/ 0 w 8"/>
                  <a:gd name="T1" fmla="*/ 139 h 7"/>
                  <a:gd name="T2" fmla="*/ 307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2" y="7"/>
                      <a:pt x="6" y="3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7" name="Freeform 314">
                <a:extLst>
                  <a:ext uri="{FF2B5EF4-FFF2-40B4-BE49-F238E27FC236}">
                    <a16:creationId xmlns:a16="http://schemas.microsoft.com/office/drawing/2014/main" id="{F9467E38-2E6E-4BE1-A88B-895243A34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3039"/>
                <a:ext cx="20" cy="22"/>
              </a:xfrm>
              <a:custGeom>
                <a:avLst/>
                <a:gdLst>
                  <a:gd name="T0" fmla="*/ 0 w 6"/>
                  <a:gd name="T1" fmla="*/ 297 h 6"/>
                  <a:gd name="T2" fmla="*/ 223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2"/>
                      <a:pt x="3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8" name="Freeform 315">
                <a:extLst>
                  <a:ext uri="{FF2B5EF4-FFF2-40B4-BE49-F238E27FC236}">
                    <a16:creationId xmlns:a16="http://schemas.microsoft.com/office/drawing/2014/main" id="{1FC9CA12-171C-4E7C-8AAB-CAAA61774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" y="1704"/>
                <a:ext cx="460" cy="1763"/>
              </a:xfrm>
              <a:custGeom>
                <a:avLst/>
                <a:gdLst>
                  <a:gd name="T0" fmla="*/ 5420 w 134"/>
                  <a:gd name="T1" fmla="*/ 21138 h 482"/>
                  <a:gd name="T2" fmla="*/ 1744 w 134"/>
                  <a:gd name="T3" fmla="*/ 11800 h 482"/>
                  <a:gd name="T4" fmla="*/ 5420 w 134"/>
                  <a:gd name="T5" fmla="*/ 2502 h 482"/>
                  <a:gd name="T6" fmla="*/ 5420 w 134"/>
                  <a:gd name="T7" fmla="*/ 2502 h 482"/>
                  <a:gd name="T8" fmla="*/ 5173 w 134"/>
                  <a:gd name="T9" fmla="*/ 0 h 482"/>
                  <a:gd name="T10" fmla="*/ 1778 w 134"/>
                  <a:gd name="T11" fmla="*/ 3226 h 482"/>
                  <a:gd name="T12" fmla="*/ 0 w 134"/>
                  <a:gd name="T13" fmla="*/ 11800 h 482"/>
                  <a:gd name="T14" fmla="*/ 5173 w 134"/>
                  <a:gd name="T15" fmla="*/ 23585 h 482"/>
                  <a:gd name="T16" fmla="*/ 5420 w 134"/>
                  <a:gd name="T17" fmla="*/ 21138 h 482"/>
                  <a:gd name="T18" fmla="*/ 5420 w 134"/>
                  <a:gd name="T19" fmla="*/ 21138 h 4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4" h="482">
                    <a:moveTo>
                      <a:pt x="134" y="432"/>
                    </a:moveTo>
                    <a:cubicBezTo>
                      <a:pt x="89" y="423"/>
                      <a:pt x="43" y="350"/>
                      <a:pt x="43" y="241"/>
                    </a:cubicBezTo>
                    <a:cubicBezTo>
                      <a:pt x="43" y="129"/>
                      <a:pt x="90" y="56"/>
                      <a:pt x="134" y="51"/>
                    </a:cubicBezTo>
                    <a:cubicBezTo>
                      <a:pt x="134" y="51"/>
                      <a:pt x="134" y="51"/>
                      <a:pt x="134" y="51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06" y="4"/>
                      <a:pt x="70" y="24"/>
                      <a:pt x="44" y="66"/>
                    </a:cubicBezTo>
                    <a:cubicBezTo>
                      <a:pt x="16" y="112"/>
                      <a:pt x="0" y="174"/>
                      <a:pt x="0" y="241"/>
                    </a:cubicBezTo>
                    <a:cubicBezTo>
                      <a:pt x="0" y="366"/>
                      <a:pt x="57" y="470"/>
                      <a:pt x="128" y="482"/>
                    </a:cubicBezTo>
                    <a:cubicBezTo>
                      <a:pt x="134" y="432"/>
                      <a:pt x="134" y="432"/>
                      <a:pt x="134" y="432"/>
                    </a:cubicBezTo>
                    <a:cubicBezTo>
                      <a:pt x="134" y="432"/>
                      <a:pt x="134" y="432"/>
                      <a:pt x="134" y="432"/>
                    </a:cubicBez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9" name="Freeform 316">
                <a:extLst>
                  <a:ext uri="{FF2B5EF4-FFF2-40B4-BE49-F238E27FC236}">
                    <a16:creationId xmlns:a16="http://schemas.microsoft.com/office/drawing/2014/main" id="{1084F5A3-87F5-4158-97D4-0C33B45B9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554"/>
                <a:ext cx="4379" cy="362"/>
              </a:xfrm>
              <a:custGeom>
                <a:avLst/>
                <a:gdLst>
                  <a:gd name="T0" fmla="*/ 51211 w 1277"/>
                  <a:gd name="T1" fmla="*/ 2004 h 99"/>
                  <a:gd name="T2" fmla="*/ 42381 w 1277"/>
                  <a:gd name="T3" fmla="*/ 1565 h 99"/>
                  <a:gd name="T4" fmla="*/ 26775 w 1277"/>
                  <a:gd name="T5" fmla="*/ 0 h 99"/>
                  <a:gd name="T6" fmla="*/ 7736 w 1277"/>
                  <a:gd name="T7" fmla="*/ 1616 h 99"/>
                  <a:gd name="T8" fmla="*/ 0 w 1277"/>
                  <a:gd name="T9" fmla="*/ 2004 h 99"/>
                  <a:gd name="T10" fmla="*/ 247 w 1277"/>
                  <a:gd name="T11" fmla="*/ 4494 h 99"/>
                  <a:gd name="T12" fmla="*/ 247 w 1277"/>
                  <a:gd name="T13" fmla="*/ 4494 h 99"/>
                  <a:gd name="T14" fmla="*/ 199 w 1277"/>
                  <a:gd name="T15" fmla="*/ 4494 h 99"/>
                  <a:gd name="T16" fmla="*/ 8185 w 1277"/>
                  <a:gd name="T17" fmla="*/ 4494 h 99"/>
                  <a:gd name="T18" fmla="*/ 15321 w 1277"/>
                  <a:gd name="T19" fmla="*/ 3423 h 99"/>
                  <a:gd name="T20" fmla="*/ 20084 w 1277"/>
                  <a:gd name="T21" fmla="*/ 3035 h 99"/>
                  <a:gd name="T22" fmla="*/ 24998 w 1277"/>
                  <a:gd name="T23" fmla="*/ 3130 h 99"/>
                  <a:gd name="T24" fmla="*/ 30163 w 1277"/>
                  <a:gd name="T25" fmla="*/ 3130 h 99"/>
                  <a:gd name="T26" fmla="*/ 33547 w 1277"/>
                  <a:gd name="T27" fmla="*/ 3719 h 99"/>
                  <a:gd name="T28" fmla="*/ 37666 w 1277"/>
                  <a:gd name="T29" fmla="*/ 4011 h 99"/>
                  <a:gd name="T30" fmla="*/ 43389 w 1277"/>
                  <a:gd name="T31" fmla="*/ 4841 h 99"/>
                  <a:gd name="T32" fmla="*/ 51492 w 1277"/>
                  <a:gd name="T33" fmla="*/ 4841 h 99"/>
                  <a:gd name="T34" fmla="*/ 51211 w 1277"/>
                  <a:gd name="T35" fmla="*/ 2004 h 9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77" h="99">
                    <a:moveTo>
                      <a:pt x="1270" y="41"/>
                    </a:moveTo>
                    <a:cubicBezTo>
                      <a:pt x="1242" y="41"/>
                      <a:pt x="1149" y="39"/>
                      <a:pt x="1051" y="32"/>
                    </a:cubicBezTo>
                    <a:cubicBezTo>
                      <a:pt x="911" y="20"/>
                      <a:pt x="731" y="0"/>
                      <a:pt x="664" y="0"/>
                    </a:cubicBezTo>
                    <a:cubicBezTo>
                      <a:pt x="586" y="0"/>
                      <a:pt x="370" y="21"/>
                      <a:pt x="192" y="33"/>
                    </a:cubicBezTo>
                    <a:cubicBezTo>
                      <a:pt x="100" y="39"/>
                      <a:pt x="20" y="41"/>
                      <a:pt x="0" y="41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6" y="92"/>
                      <a:pt x="5" y="92"/>
                      <a:pt x="5" y="92"/>
                    </a:cubicBezTo>
                    <a:cubicBezTo>
                      <a:pt x="203" y="92"/>
                      <a:pt x="203" y="92"/>
                      <a:pt x="203" y="92"/>
                    </a:cubicBezTo>
                    <a:cubicBezTo>
                      <a:pt x="268" y="91"/>
                      <a:pt x="336" y="75"/>
                      <a:pt x="380" y="70"/>
                    </a:cubicBezTo>
                    <a:cubicBezTo>
                      <a:pt x="423" y="65"/>
                      <a:pt x="448" y="63"/>
                      <a:pt x="498" y="62"/>
                    </a:cubicBezTo>
                    <a:cubicBezTo>
                      <a:pt x="547" y="60"/>
                      <a:pt x="584" y="62"/>
                      <a:pt x="620" y="64"/>
                    </a:cubicBezTo>
                    <a:cubicBezTo>
                      <a:pt x="655" y="67"/>
                      <a:pt x="718" y="62"/>
                      <a:pt x="748" y="64"/>
                    </a:cubicBezTo>
                    <a:cubicBezTo>
                      <a:pt x="777" y="66"/>
                      <a:pt x="799" y="72"/>
                      <a:pt x="832" y="76"/>
                    </a:cubicBezTo>
                    <a:cubicBezTo>
                      <a:pt x="864" y="80"/>
                      <a:pt x="896" y="82"/>
                      <a:pt x="934" y="82"/>
                    </a:cubicBezTo>
                    <a:cubicBezTo>
                      <a:pt x="971" y="82"/>
                      <a:pt x="1003" y="99"/>
                      <a:pt x="1076" y="99"/>
                    </a:cubicBezTo>
                    <a:cubicBezTo>
                      <a:pt x="1182" y="99"/>
                      <a:pt x="1265" y="99"/>
                      <a:pt x="1277" y="99"/>
                    </a:cubicBezTo>
                    <a:lnTo>
                      <a:pt x="1270" y="41"/>
                    </a:ln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0" name="Freeform 317">
                <a:extLst>
                  <a:ext uri="{FF2B5EF4-FFF2-40B4-BE49-F238E27FC236}">
                    <a16:creationId xmlns:a16="http://schemas.microsoft.com/office/drawing/2014/main" id="{57FF740E-C38D-42C8-BD93-C16A93919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927"/>
                <a:ext cx="254" cy="1317"/>
              </a:xfrm>
              <a:custGeom>
                <a:avLst/>
                <a:gdLst>
                  <a:gd name="T0" fmla="*/ 2959 w 74"/>
                  <a:gd name="T1" fmla="*/ 17626 h 360"/>
                  <a:gd name="T2" fmla="*/ 2993 w 74"/>
                  <a:gd name="T3" fmla="*/ 17132 h 360"/>
                  <a:gd name="T4" fmla="*/ 0 w 74"/>
                  <a:gd name="T5" fmla="*/ 8820 h 360"/>
                  <a:gd name="T6" fmla="*/ 2993 w 74"/>
                  <a:gd name="T7" fmla="*/ 494 h 360"/>
                  <a:gd name="T8" fmla="*/ 2959 w 74"/>
                  <a:gd name="T9" fmla="*/ 0 h 3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360">
                    <a:moveTo>
                      <a:pt x="73" y="360"/>
                    </a:moveTo>
                    <a:cubicBezTo>
                      <a:pt x="74" y="350"/>
                      <a:pt x="74" y="350"/>
                      <a:pt x="74" y="350"/>
                    </a:cubicBezTo>
                    <a:cubicBezTo>
                      <a:pt x="42" y="344"/>
                      <a:pt x="0" y="281"/>
                      <a:pt x="0" y="180"/>
                    </a:cubicBezTo>
                    <a:cubicBezTo>
                      <a:pt x="0" y="79"/>
                      <a:pt x="42" y="15"/>
                      <a:pt x="74" y="10"/>
                    </a:cubicBezTo>
                    <a:cubicBezTo>
                      <a:pt x="73" y="0"/>
                      <a:pt x="73" y="0"/>
                      <a:pt x="73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1" name="Freeform 318">
                <a:extLst>
                  <a:ext uri="{FF2B5EF4-FFF2-40B4-BE49-F238E27FC236}">
                    <a16:creationId xmlns:a16="http://schemas.microsoft.com/office/drawing/2014/main" id="{FC323BFE-85EA-4A16-B2FA-28B6A1A94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773"/>
                <a:ext cx="4364" cy="1142"/>
              </a:xfrm>
              <a:custGeom>
                <a:avLst/>
                <a:gdLst>
                  <a:gd name="T0" fmla="*/ 51202 w 1273"/>
                  <a:gd name="T1" fmla="*/ 1914 h 312"/>
                  <a:gd name="T2" fmla="*/ 43105 w 1273"/>
                  <a:gd name="T3" fmla="*/ 1914 h 312"/>
                  <a:gd name="T4" fmla="*/ 37384 w 1273"/>
                  <a:gd name="T5" fmla="*/ 1083 h 312"/>
                  <a:gd name="T6" fmla="*/ 33280 w 1273"/>
                  <a:gd name="T7" fmla="*/ 791 h 312"/>
                  <a:gd name="T8" fmla="*/ 29897 w 1273"/>
                  <a:gd name="T9" fmla="*/ 201 h 312"/>
                  <a:gd name="T10" fmla="*/ 24737 w 1273"/>
                  <a:gd name="T11" fmla="*/ 201 h 312"/>
                  <a:gd name="T12" fmla="*/ 19825 w 1273"/>
                  <a:gd name="T13" fmla="*/ 95 h 312"/>
                  <a:gd name="T14" fmla="*/ 15067 w 1273"/>
                  <a:gd name="T15" fmla="*/ 494 h 312"/>
                  <a:gd name="T16" fmla="*/ 7933 w 1273"/>
                  <a:gd name="T17" fmla="*/ 1567 h 312"/>
                  <a:gd name="T18" fmla="*/ 0 w 1273"/>
                  <a:gd name="T19" fmla="*/ 1567 h 312"/>
                  <a:gd name="T20" fmla="*/ 0 w 1273"/>
                  <a:gd name="T21" fmla="*/ 1567 h 312"/>
                  <a:gd name="T22" fmla="*/ 82 w 1273"/>
                  <a:gd name="T23" fmla="*/ 2064 h 312"/>
                  <a:gd name="T24" fmla="*/ 82 w 1273"/>
                  <a:gd name="T25" fmla="*/ 2105 h 312"/>
                  <a:gd name="T26" fmla="*/ 4114 w 1273"/>
                  <a:gd name="T27" fmla="*/ 2105 h 312"/>
                  <a:gd name="T28" fmla="*/ 9990 w 1273"/>
                  <a:gd name="T29" fmla="*/ 4019 h 312"/>
                  <a:gd name="T30" fmla="*/ 13702 w 1273"/>
                  <a:gd name="T31" fmla="*/ 10154 h 312"/>
                  <a:gd name="T32" fmla="*/ 15958 w 1273"/>
                  <a:gd name="T33" fmla="*/ 12796 h 312"/>
                  <a:gd name="T34" fmla="*/ 19660 w 1273"/>
                  <a:gd name="T35" fmla="*/ 13935 h 312"/>
                  <a:gd name="T36" fmla="*/ 23130 w 1273"/>
                  <a:gd name="T37" fmla="*/ 15153 h 312"/>
                  <a:gd name="T38" fmla="*/ 26102 w 1273"/>
                  <a:gd name="T39" fmla="*/ 15245 h 312"/>
                  <a:gd name="T40" fmla="*/ 29050 w 1273"/>
                  <a:gd name="T41" fmla="*/ 14363 h 312"/>
                  <a:gd name="T42" fmla="*/ 31988 w 1273"/>
                  <a:gd name="T43" fmla="*/ 7353 h 312"/>
                  <a:gd name="T44" fmla="*/ 35889 w 1273"/>
                  <a:gd name="T45" fmla="*/ 4663 h 312"/>
                  <a:gd name="T46" fmla="*/ 42790 w 1273"/>
                  <a:gd name="T47" fmla="*/ 2452 h 312"/>
                  <a:gd name="T48" fmla="*/ 51285 w 1273"/>
                  <a:gd name="T49" fmla="*/ 2452 h 312"/>
                  <a:gd name="T50" fmla="*/ 51202 w 1273"/>
                  <a:gd name="T51" fmla="*/ 1914 h 31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73" h="312">
                    <a:moveTo>
                      <a:pt x="1271" y="39"/>
                    </a:moveTo>
                    <a:cubicBezTo>
                      <a:pt x="1259" y="39"/>
                      <a:pt x="1176" y="39"/>
                      <a:pt x="1070" y="39"/>
                    </a:cubicBezTo>
                    <a:cubicBezTo>
                      <a:pt x="997" y="39"/>
                      <a:pt x="965" y="22"/>
                      <a:pt x="928" y="22"/>
                    </a:cubicBezTo>
                    <a:cubicBezTo>
                      <a:pt x="890" y="22"/>
                      <a:pt x="858" y="20"/>
                      <a:pt x="826" y="16"/>
                    </a:cubicBezTo>
                    <a:cubicBezTo>
                      <a:pt x="793" y="12"/>
                      <a:pt x="771" y="6"/>
                      <a:pt x="742" y="4"/>
                    </a:cubicBezTo>
                    <a:cubicBezTo>
                      <a:pt x="712" y="2"/>
                      <a:pt x="649" y="7"/>
                      <a:pt x="614" y="4"/>
                    </a:cubicBezTo>
                    <a:cubicBezTo>
                      <a:pt x="578" y="2"/>
                      <a:pt x="541" y="0"/>
                      <a:pt x="492" y="2"/>
                    </a:cubicBezTo>
                    <a:cubicBezTo>
                      <a:pt x="442" y="3"/>
                      <a:pt x="417" y="5"/>
                      <a:pt x="374" y="10"/>
                    </a:cubicBezTo>
                    <a:cubicBezTo>
                      <a:pt x="330" y="15"/>
                      <a:pt x="262" y="31"/>
                      <a:pt x="197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102" y="43"/>
                      <a:pt x="102" y="43"/>
                      <a:pt x="102" y="43"/>
                    </a:cubicBezTo>
                    <a:cubicBezTo>
                      <a:pt x="161" y="43"/>
                      <a:pt x="207" y="42"/>
                      <a:pt x="248" y="82"/>
                    </a:cubicBezTo>
                    <a:cubicBezTo>
                      <a:pt x="261" y="94"/>
                      <a:pt x="332" y="145"/>
                      <a:pt x="340" y="207"/>
                    </a:cubicBezTo>
                    <a:cubicBezTo>
                      <a:pt x="343" y="227"/>
                      <a:pt x="370" y="248"/>
                      <a:pt x="396" y="261"/>
                    </a:cubicBezTo>
                    <a:cubicBezTo>
                      <a:pt x="423" y="275"/>
                      <a:pt x="479" y="278"/>
                      <a:pt x="488" y="284"/>
                    </a:cubicBezTo>
                    <a:cubicBezTo>
                      <a:pt x="496" y="291"/>
                      <a:pt x="546" y="308"/>
                      <a:pt x="574" y="309"/>
                    </a:cubicBezTo>
                    <a:cubicBezTo>
                      <a:pt x="593" y="310"/>
                      <a:pt x="626" y="309"/>
                      <a:pt x="648" y="311"/>
                    </a:cubicBezTo>
                    <a:cubicBezTo>
                      <a:pt x="658" y="312"/>
                      <a:pt x="688" y="304"/>
                      <a:pt x="721" y="293"/>
                    </a:cubicBezTo>
                    <a:cubicBezTo>
                      <a:pt x="754" y="281"/>
                      <a:pt x="735" y="199"/>
                      <a:pt x="794" y="150"/>
                    </a:cubicBezTo>
                    <a:cubicBezTo>
                      <a:pt x="813" y="134"/>
                      <a:pt x="870" y="112"/>
                      <a:pt x="891" y="95"/>
                    </a:cubicBezTo>
                    <a:cubicBezTo>
                      <a:pt x="912" y="78"/>
                      <a:pt x="1000" y="50"/>
                      <a:pt x="1062" y="50"/>
                    </a:cubicBezTo>
                    <a:cubicBezTo>
                      <a:pt x="1273" y="50"/>
                      <a:pt x="1273" y="50"/>
                      <a:pt x="1273" y="50"/>
                    </a:cubicBezTo>
                    <a:lnTo>
                      <a:pt x="1271" y="39"/>
                    </a:ln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2" name="Freeform 319">
                <a:extLst>
                  <a:ext uri="{FF2B5EF4-FFF2-40B4-BE49-F238E27FC236}">
                    <a16:creationId xmlns:a16="http://schemas.microsoft.com/office/drawing/2014/main" id="{730A5056-F94F-4692-B179-5D77B1DD2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095"/>
                <a:ext cx="2418" cy="1065"/>
              </a:xfrm>
              <a:custGeom>
                <a:avLst/>
                <a:gdLst>
                  <a:gd name="T0" fmla="*/ 12834 w 705"/>
                  <a:gd name="T1" fmla="*/ 534 h 291"/>
                  <a:gd name="T2" fmla="*/ 6493 w 705"/>
                  <a:gd name="T3" fmla="*/ 201 h 291"/>
                  <a:gd name="T4" fmla="*/ 1128 w 705"/>
                  <a:gd name="T5" fmla="*/ 388 h 291"/>
                  <a:gd name="T6" fmla="*/ 0 w 705"/>
                  <a:gd name="T7" fmla="*/ 6562 h 291"/>
                  <a:gd name="T8" fmla="*/ 1859 w 705"/>
                  <a:gd name="T9" fmla="*/ 14024 h 291"/>
                  <a:gd name="T10" fmla="*/ 26951 w 705"/>
                  <a:gd name="T11" fmla="*/ 13878 h 291"/>
                  <a:gd name="T12" fmla="*/ 28443 w 705"/>
                  <a:gd name="T13" fmla="*/ 13969 h 2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5" h="291">
                    <a:moveTo>
                      <a:pt x="318" y="11"/>
                    </a:moveTo>
                    <a:cubicBezTo>
                      <a:pt x="307" y="0"/>
                      <a:pt x="230" y="7"/>
                      <a:pt x="161" y="4"/>
                    </a:cubicBezTo>
                    <a:cubicBezTo>
                      <a:pt x="98" y="0"/>
                      <a:pt x="30" y="3"/>
                      <a:pt x="28" y="8"/>
                    </a:cubicBezTo>
                    <a:cubicBezTo>
                      <a:pt x="12" y="37"/>
                      <a:pt x="0" y="80"/>
                      <a:pt x="0" y="134"/>
                    </a:cubicBezTo>
                    <a:cubicBezTo>
                      <a:pt x="0" y="207"/>
                      <a:pt x="22" y="261"/>
                      <a:pt x="46" y="286"/>
                    </a:cubicBezTo>
                    <a:cubicBezTo>
                      <a:pt x="51" y="291"/>
                      <a:pt x="358" y="284"/>
                      <a:pt x="668" y="283"/>
                    </a:cubicBezTo>
                    <a:cubicBezTo>
                      <a:pt x="693" y="284"/>
                      <a:pt x="705" y="285"/>
                      <a:pt x="705" y="28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3" name="Freeform 320">
                <a:extLst>
                  <a:ext uri="{FF2B5EF4-FFF2-40B4-BE49-F238E27FC236}">
                    <a16:creationId xmlns:a16="http://schemas.microsoft.com/office/drawing/2014/main" id="{F8C6E650-A6B7-4BA4-8519-14618BB06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00"/>
                <a:ext cx="131" cy="92"/>
              </a:xfrm>
              <a:custGeom>
                <a:avLst/>
                <a:gdLst>
                  <a:gd name="T0" fmla="*/ 0 w 38"/>
                  <a:gd name="T1" fmla="*/ 1001 h 25"/>
                  <a:gd name="T2" fmla="*/ 1558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0" y="20"/>
                    </a:moveTo>
                    <a:cubicBezTo>
                      <a:pt x="16" y="25"/>
                      <a:pt x="32" y="12"/>
                      <a:pt x="38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4" name="Freeform 321">
                <a:extLst>
                  <a:ext uri="{FF2B5EF4-FFF2-40B4-BE49-F238E27FC236}">
                    <a16:creationId xmlns:a16="http://schemas.microsoft.com/office/drawing/2014/main" id="{85B75121-595B-4E2E-97BE-927B7A314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059"/>
                <a:ext cx="38" cy="99"/>
              </a:xfrm>
              <a:custGeom>
                <a:avLst/>
                <a:gdLst>
                  <a:gd name="T0" fmla="*/ 0 w 11"/>
                  <a:gd name="T1" fmla="*/ 0 h 27"/>
                  <a:gd name="T2" fmla="*/ 287 w 11"/>
                  <a:gd name="T3" fmla="*/ 13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0" y="0"/>
                    </a:moveTo>
                    <a:cubicBezTo>
                      <a:pt x="11" y="6"/>
                      <a:pt x="11" y="16"/>
                      <a:pt x="7" y="2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5" name="Freeform 322">
                <a:extLst>
                  <a:ext uri="{FF2B5EF4-FFF2-40B4-BE49-F238E27FC236}">
                    <a16:creationId xmlns:a16="http://schemas.microsoft.com/office/drawing/2014/main" id="{429D0480-B3A6-4D02-95FD-26BD46B6A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223"/>
                <a:ext cx="147" cy="66"/>
              </a:xfrm>
              <a:custGeom>
                <a:avLst/>
                <a:gdLst>
                  <a:gd name="T0" fmla="*/ 0 w 43"/>
                  <a:gd name="T1" fmla="*/ 297 h 18"/>
                  <a:gd name="T2" fmla="*/ 1720 w 4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8">
                    <a:moveTo>
                      <a:pt x="0" y="6"/>
                    </a:moveTo>
                    <a:cubicBezTo>
                      <a:pt x="10" y="18"/>
                      <a:pt x="40" y="17"/>
                      <a:pt x="43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6" name="Freeform 323">
                <a:extLst>
                  <a:ext uri="{FF2B5EF4-FFF2-40B4-BE49-F238E27FC236}">
                    <a16:creationId xmlns:a16="http://schemas.microsoft.com/office/drawing/2014/main" id="{3318598A-63DB-4AFE-B284-78B85CA1B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282"/>
                <a:ext cx="76" cy="55"/>
              </a:xfrm>
              <a:custGeom>
                <a:avLst/>
                <a:gdLst>
                  <a:gd name="T0" fmla="*/ 0 w 22"/>
                  <a:gd name="T1" fmla="*/ 0 h 15"/>
                  <a:gd name="T2" fmla="*/ 909 w 22"/>
                  <a:gd name="T3" fmla="*/ 74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0"/>
                    </a:moveTo>
                    <a:cubicBezTo>
                      <a:pt x="3" y="11"/>
                      <a:pt x="11" y="13"/>
                      <a:pt x="22" y="1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7" name="Freeform 324">
                <a:extLst>
                  <a:ext uri="{FF2B5EF4-FFF2-40B4-BE49-F238E27FC236}">
                    <a16:creationId xmlns:a16="http://schemas.microsoft.com/office/drawing/2014/main" id="{15C85D48-E743-463D-A95F-F308BC171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267"/>
                <a:ext cx="117" cy="103"/>
              </a:xfrm>
              <a:custGeom>
                <a:avLst/>
                <a:gdLst>
                  <a:gd name="T0" fmla="*/ 0 w 34"/>
                  <a:gd name="T1" fmla="*/ 703 h 28"/>
                  <a:gd name="T2" fmla="*/ 1387 w 3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8">
                    <a:moveTo>
                      <a:pt x="0" y="14"/>
                    </a:moveTo>
                    <a:cubicBezTo>
                      <a:pt x="11" y="28"/>
                      <a:pt x="30" y="10"/>
                      <a:pt x="34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8" name="Freeform 325">
                <a:extLst>
                  <a:ext uri="{FF2B5EF4-FFF2-40B4-BE49-F238E27FC236}">
                    <a16:creationId xmlns:a16="http://schemas.microsoft.com/office/drawing/2014/main" id="{28A3D088-0025-4A9E-80AE-A04E3AD74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253"/>
                <a:ext cx="96" cy="36"/>
              </a:xfrm>
              <a:custGeom>
                <a:avLst/>
                <a:gdLst>
                  <a:gd name="T0" fmla="*/ 0 w 28"/>
                  <a:gd name="T1" fmla="*/ 0 h 10"/>
                  <a:gd name="T2" fmla="*/ 1128 w 28"/>
                  <a:gd name="T3" fmla="*/ 5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0">
                    <a:moveTo>
                      <a:pt x="0" y="0"/>
                    </a:moveTo>
                    <a:cubicBezTo>
                      <a:pt x="7" y="8"/>
                      <a:pt x="22" y="10"/>
                      <a:pt x="28" y="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9" name="Freeform 326">
                <a:extLst>
                  <a:ext uri="{FF2B5EF4-FFF2-40B4-BE49-F238E27FC236}">
                    <a16:creationId xmlns:a16="http://schemas.microsoft.com/office/drawing/2014/main" id="{C1D7267C-36E3-4AEB-8E40-91BBAD8D7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267"/>
                <a:ext cx="96" cy="114"/>
              </a:xfrm>
              <a:custGeom>
                <a:avLst/>
                <a:gdLst>
                  <a:gd name="T0" fmla="*/ 0 w 28"/>
                  <a:gd name="T1" fmla="*/ 945 h 31"/>
                  <a:gd name="T2" fmla="*/ 1128 w 2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0" y="19"/>
                    </a:moveTo>
                    <a:cubicBezTo>
                      <a:pt x="13" y="31"/>
                      <a:pt x="25" y="8"/>
                      <a:pt x="28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0" name="Freeform 327">
                <a:extLst>
                  <a:ext uri="{FF2B5EF4-FFF2-40B4-BE49-F238E27FC236}">
                    <a16:creationId xmlns:a16="http://schemas.microsoft.com/office/drawing/2014/main" id="{21AE7DEE-486E-40F0-8E86-6957A37B5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220"/>
                <a:ext cx="110" cy="66"/>
              </a:xfrm>
              <a:custGeom>
                <a:avLst/>
                <a:gdLst>
                  <a:gd name="T0" fmla="*/ 0 w 32"/>
                  <a:gd name="T1" fmla="*/ 499 h 18"/>
                  <a:gd name="T2" fmla="*/ 1299 w 3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8">
                    <a:moveTo>
                      <a:pt x="0" y="10"/>
                    </a:moveTo>
                    <a:cubicBezTo>
                      <a:pt x="11" y="18"/>
                      <a:pt x="27" y="10"/>
                      <a:pt x="32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1" name="Freeform 328">
                <a:extLst>
                  <a:ext uri="{FF2B5EF4-FFF2-40B4-BE49-F238E27FC236}">
                    <a16:creationId xmlns:a16="http://schemas.microsoft.com/office/drawing/2014/main" id="{CC057172-A4F6-4B85-AB03-DD6AD39DB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934"/>
                <a:ext cx="144" cy="85"/>
              </a:xfrm>
              <a:custGeom>
                <a:avLst/>
                <a:gdLst>
                  <a:gd name="T0" fmla="*/ 0 w 42"/>
                  <a:gd name="T1" fmla="*/ 55 h 23"/>
                  <a:gd name="T2" fmla="*/ 1694 w 42"/>
                  <a:gd name="T3" fmla="*/ 116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3">
                    <a:moveTo>
                      <a:pt x="0" y="1"/>
                    </a:moveTo>
                    <a:cubicBezTo>
                      <a:pt x="21" y="3"/>
                      <a:pt x="35" y="0"/>
                      <a:pt x="42" y="2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2" name="Freeform 329">
                <a:extLst>
                  <a:ext uri="{FF2B5EF4-FFF2-40B4-BE49-F238E27FC236}">
                    <a16:creationId xmlns:a16="http://schemas.microsoft.com/office/drawing/2014/main" id="{BEA9E7CD-B5D0-4B39-A6B0-722498971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011"/>
                <a:ext cx="113" cy="66"/>
              </a:xfrm>
              <a:custGeom>
                <a:avLst/>
                <a:gdLst>
                  <a:gd name="T0" fmla="*/ 0 w 33"/>
                  <a:gd name="T1" fmla="*/ 297 h 18"/>
                  <a:gd name="T2" fmla="*/ 1325 w 33"/>
                  <a:gd name="T3" fmla="*/ 88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8">
                    <a:moveTo>
                      <a:pt x="0" y="6"/>
                    </a:moveTo>
                    <a:cubicBezTo>
                      <a:pt x="13" y="2"/>
                      <a:pt x="31" y="0"/>
                      <a:pt x="33" y="1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3" name="Freeform 330">
                <a:extLst>
                  <a:ext uri="{FF2B5EF4-FFF2-40B4-BE49-F238E27FC236}">
                    <a16:creationId xmlns:a16="http://schemas.microsoft.com/office/drawing/2014/main" id="{3C5D4F9B-B6CD-4F51-BB33-DE4881BCE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891"/>
                <a:ext cx="79" cy="91"/>
              </a:xfrm>
              <a:custGeom>
                <a:avLst/>
                <a:gdLst>
                  <a:gd name="T0" fmla="*/ 0 w 23"/>
                  <a:gd name="T1" fmla="*/ 437 h 25"/>
                  <a:gd name="T2" fmla="*/ 931 w 23"/>
                  <a:gd name="T3" fmla="*/ 1205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5">
                    <a:moveTo>
                      <a:pt x="0" y="9"/>
                    </a:moveTo>
                    <a:cubicBezTo>
                      <a:pt x="13" y="0"/>
                      <a:pt x="21" y="15"/>
                      <a:pt x="23" y="2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4" name="Freeform 331">
                <a:extLst>
                  <a:ext uri="{FF2B5EF4-FFF2-40B4-BE49-F238E27FC236}">
                    <a16:creationId xmlns:a16="http://schemas.microsoft.com/office/drawing/2014/main" id="{B7049DD3-2749-44EB-BB03-8BBB209D4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978"/>
                <a:ext cx="127" cy="99"/>
              </a:xfrm>
              <a:custGeom>
                <a:avLst/>
                <a:gdLst>
                  <a:gd name="T0" fmla="*/ 0 w 37"/>
                  <a:gd name="T1" fmla="*/ 686 h 27"/>
                  <a:gd name="T2" fmla="*/ 1497 w 37"/>
                  <a:gd name="T3" fmla="*/ 13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7">
                    <a:moveTo>
                      <a:pt x="0" y="14"/>
                    </a:moveTo>
                    <a:cubicBezTo>
                      <a:pt x="12" y="0"/>
                      <a:pt x="35" y="10"/>
                      <a:pt x="37" y="2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5" name="Freeform 332">
                <a:extLst>
                  <a:ext uri="{FF2B5EF4-FFF2-40B4-BE49-F238E27FC236}">
                    <a16:creationId xmlns:a16="http://schemas.microsoft.com/office/drawing/2014/main" id="{7D6D2437-20C1-423A-B2EB-5573E04D9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986"/>
                <a:ext cx="45" cy="54"/>
              </a:xfrm>
              <a:custGeom>
                <a:avLst/>
                <a:gdLst>
                  <a:gd name="T0" fmla="*/ 121 w 13"/>
                  <a:gd name="T1" fmla="*/ 698 h 15"/>
                  <a:gd name="T2" fmla="*/ 540 w 1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3" y="15"/>
                    </a:moveTo>
                    <a:cubicBezTo>
                      <a:pt x="0" y="7"/>
                      <a:pt x="8" y="3"/>
                      <a:pt x="13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6" name="Freeform 333">
                <a:extLst>
                  <a:ext uri="{FF2B5EF4-FFF2-40B4-BE49-F238E27FC236}">
                    <a16:creationId xmlns:a16="http://schemas.microsoft.com/office/drawing/2014/main" id="{1EC13F34-DA9B-4BD6-B0D1-CB5AC5F7D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099"/>
                <a:ext cx="120" cy="73"/>
              </a:xfrm>
              <a:custGeom>
                <a:avLst/>
                <a:gdLst>
                  <a:gd name="T0" fmla="*/ 0 w 35"/>
                  <a:gd name="T1" fmla="*/ 0 h 20"/>
                  <a:gd name="T2" fmla="*/ 1409 w 35"/>
                  <a:gd name="T3" fmla="*/ 92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0">
                    <a:moveTo>
                      <a:pt x="0" y="0"/>
                    </a:moveTo>
                    <a:cubicBezTo>
                      <a:pt x="0" y="20"/>
                      <a:pt x="20" y="20"/>
                      <a:pt x="35" y="1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7" name="Freeform 334">
                <a:extLst>
                  <a:ext uri="{FF2B5EF4-FFF2-40B4-BE49-F238E27FC236}">
                    <a16:creationId xmlns:a16="http://schemas.microsoft.com/office/drawing/2014/main" id="{CAC01E43-09DA-4513-B755-E37F3B11B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132"/>
                <a:ext cx="69" cy="77"/>
              </a:xfrm>
              <a:custGeom>
                <a:avLst/>
                <a:gdLst>
                  <a:gd name="T0" fmla="*/ 0 w 20"/>
                  <a:gd name="T1" fmla="*/ 0 h 21"/>
                  <a:gd name="T2" fmla="*/ 821 w 20"/>
                  <a:gd name="T3" fmla="*/ 103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1">
                    <a:moveTo>
                      <a:pt x="0" y="0"/>
                    </a:moveTo>
                    <a:cubicBezTo>
                      <a:pt x="0" y="11"/>
                      <a:pt x="9" y="21"/>
                      <a:pt x="20" y="2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8" name="Freeform 335">
                <a:extLst>
                  <a:ext uri="{FF2B5EF4-FFF2-40B4-BE49-F238E27FC236}">
                    <a16:creationId xmlns:a16="http://schemas.microsoft.com/office/drawing/2014/main" id="{220F8FDD-0175-420D-BB5F-D312E0721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187"/>
                <a:ext cx="65" cy="66"/>
              </a:xfrm>
              <a:custGeom>
                <a:avLst/>
                <a:gdLst>
                  <a:gd name="T0" fmla="*/ 198 w 19"/>
                  <a:gd name="T1" fmla="*/ 0 h 18"/>
                  <a:gd name="T2" fmla="*/ 759 w 19"/>
                  <a:gd name="T3" fmla="*/ 8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5" y="0"/>
                    </a:moveTo>
                    <a:cubicBezTo>
                      <a:pt x="0" y="9"/>
                      <a:pt x="10" y="18"/>
                      <a:pt x="19" y="1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9" name="Freeform 336">
                <a:extLst>
                  <a:ext uri="{FF2B5EF4-FFF2-40B4-BE49-F238E27FC236}">
                    <a16:creationId xmlns:a16="http://schemas.microsoft.com/office/drawing/2014/main" id="{9C591B77-37E1-43A7-A212-CF642A048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956"/>
                <a:ext cx="78" cy="110"/>
              </a:xfrm>
              <a:custGeom>
                <a:avLst/>
                <a:gdLst>
                  <a:gd name="T0" fmla="*/ 0 w 23"/>
                  <a:gd name="T1" fmla="*/ 389 h 30"/>
                  <a:gd name="T2" fmla="*/ 899 w 23"/>
                  <a:gd name="T3" fmla="*/ 147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0">
                    <a:moveTo>
                      <a:pt x="0" y="8"/>
                    </a:moveTo>
                    <a:cubicBezTo>
                      <a:pt x="15" y="0"/>
                      <a:pt x="22" y="19"/>
                      <a:pt x="23" y="3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0" name="Freeform 337">
                <a:extLst>
                  <a:ext uri="{FF2B5EF4-FFF2-40B4-BE49-F238E27FC236}">
                    <a16:creationId xmlns:a16="http://schemas.microsoft.com/office/drawing/2014/main" id="{9C6DB869-B3D6-4F48-9C8E-9828BB47F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982"/>
                <a:ext cx="69" cy="48"/>
              </a:xfrm>
              <a:custGeom>
                <a:avLst/>
                <a:gdLst>
                  <a:gd name="T0" fmla="*/ 0 w 20"/>
                  <a:gd name="T1" fmla="*/ 654 h 13"/>
                  <a:gd name="T2" fmla="*/ 821 w 20"/>
                  <a:gd name="T3" fmla="*/ 15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2" y="5"/>
                      <a:pt x="13" y="0"/>
                      <a:pt x="20" y="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1" name="Freeform 338">
                <a:extLst>
                  <a:ext uri="{FF2B5EF4-FFF2-40B4-BE49-F238E27FC236}">
                    <a16:creationId xmlns:a16="http://schemas.microsoft.com/office/drawing/2014/main" id="{E06A1A79-395F-49E6-AFB3-062FADEFE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293"/>
                <a:ext cx="147" cy="77"/>
              </a:xfrm>
              <a:custGeom>
                <a:avLst/>
                <a:gdLst>
                  <a:gd name="T0" fmla="*/ 0 w 43"/>
                  <a:gd name="T1" fmla="*/ 0 h 21"/>
                  <a:gd name="T2" fmla="*/ 1720 w 43"/>
                  <a:gd name="T3" fmla="*/ 44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1">
                    <a:moveTo>
                      <a:pt x="0" y="0"/>
                    </a:moveTo>
                    <a:cubicBezTo>
                      <a:pt x="1" y="21"/>
                      <a:pt x="31" y="13"/>
                      <a:pt x="43" y="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2" name="Freeform 339">
                <a:extLst>
                  <a:ext uri="{FF2B5EF4-FFF2-40B4-BE49-F238E27FC236}">
                    <a16:creationId xmlns:a16="http://schemas.microsoft.com/office/drawing/2014/main" id="{C031E5B6-073E-4364-9373-7A7332DC8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304"/>
                <a:ext cx="99" cy="73"/>
              </a:xfrm>
              <a:custGeom>
                <a:avLst/>
                <a:gdLst>
                  <a:gd name="T0" fmla="*/ 0 w 29"/>
                  <a:gd name="T1" fmla="*/ 0 h 20"/>
                  <a:gd name="T2" fmla="*/ 164 w 29"/>
                  <a:gd name="T3" fmla="*/ 438 h 20"/>
                  <a:gd name="T4" fmla="*/ 1154 w 29"/>
                  <a:gd name="T5" fmla="*/ 92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0">
                    <a:moveTo>
                      <a:pt x="0" y="0"/>
                    </a:moveTo>
                    <a:cubicBezTo>
                      <a:pt x="3" y="1"/>
                      <a:pt x="1" y="5"/>
                      <a:pt x="4" y="9"/>
                    </a:cubicBezTo>
                    <a:cubicBezTo>
                      <a:pt x="10" y="18"/>
                      <a:pt x="17" y="20"/>
                      <a:pt x="29" y="1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3" name="Freeform 340">
                <a:extLst>
                  <a:ext uri="{FF2B5EF4-FFF2-40B4-BE49-F238E27FC236}">
                    <a16:creationId xmlns:a16="http://schemas.microsoft.com/office/drawing/2014/main" id="{6ED0DED1-967C-4B19-AC34-46CF5AED6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044"/>
                <a:ext cx="20" cy="62"/>
              </a:xfrm>
              <a:custGeom>
                <a:avLst/>
                <a:gdLst>
                  <a:gd name="T0" fmla="*/ 33 w 6"/>
                  <a:gd name="T1" fmla="*/ 0 h 17"/>
                  <a:gd name="T2" fmla="*/ 0 w 6"/>
                  <a:gd name="T3" fmla="*/ 8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1" y="0"/>
                    </a:moveTo>
                    <a:cubicBezTo>
                      <a:pt x="6" y="4"/>
                      <a:pt x="6" y="13"/>
                      <a:pt x="0" y="1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4" name="Freeform 341">
                <a:extLst>
                  <a:ext uri="{FF2B5EF4-FFF2-40B4-BE49-F238E27FC236}">
                    <a16:creationId xmlns:a16="http://schemas.microsoft.com/office/drawing/2014/main" id="{6E27B861-B6AA-4B32-925A-56AA53CDB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070"/>
                <a:ext cx="41" cy="7"/>
              </a:xfrm>
              <a:custGeom>
                <a:avLst/>
                <a:gdLst>
                  <a:gd name="T0" fmla="*/ 0 w 12"/>
                  <a:gd name="T1" fmla="*/ 88 h 2"/>
                  <a:gd name="T2" fmla="*/ 478 w 12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2"/>
                    </a:moveTo>
                    <a:cubicBezTo>
                      <a:pt x="5" y="0"/>
                      <a:pt x="9" y="0"/>
                      <a:pt x="12" y="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5" name="Freeform 342">
                <a:extLst>
                  <a:ext uri="{FF2B5EF4-FFF2-40B4-BE49-F238E27FC236}">
                    <a16:creationId xmlns:a16="http://schemas.microsoft.com/office/drawing/2014/main" id="{15B8191F-106F-4A06-B4A4-9E705D91C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304"/>
                <a:ext cx="38" cy="66"/>
              </a:xfrm>
              <a:custGeom>
                <a:avLst/>
                <a:gdLst>
                  <a:gd name="T0" fmla="*/ 0 w 11"/>
                  <a:gd name="T1" fmla="*/ 0 h 18"/>
                  <a:gd name="T2" fmla="*/ 453 w 11"/>
                  <a:gd name="T3" fmla="*/ 8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0" y="0"/>
                    </a:moveTo>
                    <a:cubicBezTo>
                      <a:pt x="1" y="4"/>
                      <a:pt x="0" y="18"/>
                      <a:pt x="11" y="1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6" name="Freeform 343">
                <a:extLst>
                  <a:ext uri="{FF2B5EF4-FFF2-40B4-BE49-F238E27FC236}">
                    <a16:creationId xmlns:a16="http://schemas.microsoft.com/office/drawing/2014/main" id="{BEDBF52D-0AD1-40F9-B067-E5C1BE261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015"/>
                <a:ext cx="99" cy="113"/>
              </a:xfrm>
              <a:custGeom>
                <a:avLst/>
                <a:gdLst>
                  <a:gd name="T0" fmla="*/ 0 w 29"/>
                  <a:gd name="T1" fmla="*/ 1301 h 31"/>
                  <a:gd name="T2" fmla="*/ 1120 w 29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31">
                    <a:moveTo>
                      <a:pt x="0" y="27"/>
                    </a:moveTo>
                    <a:cubicBezTo>
                      <a:pt x="14" y="31"/>
                      <a:pt x="29" y="12"/>
                      <a:pt x="28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7" name="Freeform 344">
                <a:extLst>
                  <a:ext uri="{FF2B5EF4-FFF2-40B4-BE49-F238E27FC236}">
                    <a16:creationId xmlns:a16="http://schemas.microsoft.com/office/drawing/2014/main" id="{4D6EAFE5-41F5-4314-BFB4-CBEFF68A1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971"/>
                <a:ext cx="106" cy="69"/>
              </a:xfrm>
              <a:custGeom>
                <a:avLst/>
                <a:gdLst>
                  <a:gd name="T0" fmla="*/ 0 w 31"/>
                  <a:gd name="T1" fmla="*/ 330 h 19"/>
                  <a:gd name="T2" fmla="*/ 1238 w 3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9">
                    <a:moveTo>
                      <a:pt x="0" y="7"/>
                    </a:moveTo>
                    <a:cubicBezTo>
                      <a:pt x="1" y="19"/>
                      <a:pt x="29" y="9"/>
                      <a:pt x="31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8" name="Freeform 345">
                <a:extLst>
                  <a:ext uri="{FF2B5EF4-FFF2-40B4-BE49-F238E27FC236}">
                    <a16:creationId xmlns:a16="http://schemas.microsoft.com/office/drawing/2014/main" id="{0CB5E3FC-3B18-40CE-8798-D47E1D2A5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887"/>
                <a:ext cx="103" cy="29"/>
              </a:xfrm>
              <a:custGeom>
                <a:avLst/>
                <a:gdLst>
                  <a:gd name="T0" fmla="*/ 0 w 30"/>
                  <a:gd name="T1" fmla="*/ 330 h 8"/>
                  <a:gd name="T2" fmla="*/ 1215 w 30"/>
                  <a:gd name="T3" fmla="*/ 38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">
                    <a:moveTo>
                      <a:pt x="0" y="7"/>
                    </a:moveTo>
                    <a:cubicBezTo>
                      <a:pt x="10" y="0"/>
                      <a:pt x="21" y="1"/>
                      <a:pt x="30" y="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9" name="Freeform 346">
                <a:extLst>
                  <a:ext uri="{FF2B5EF4-FFF2-40B4-BE49-F238E27FC236}">
                    <a16:creationId xmlns:a16="http://schemas.microsoft.com/office/drawing/2014/main" id="{DBAD05B5-2A06-4AEC-9557-D3B6B9C52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880"/>
                <a:ext cx="17" cy="22"/>
              </a:xfrm>
              <a:custGeom>
                <a:avLst/>
                <a:gdLst>
                  <a:gd name="T0" fmla="*/ 0 w 5"/>
                  <a:gd name="T1" fmla="*/ 0 h 6"/>
                  <a:gd name="T2" fmla="*/ 197 w 5"/>
                  <a:gd name="T3" fmla="*/ 29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4" y="0"/>
                      <a:pt x="5" y="2"/>
                      <a:pt x="5" y="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0" name="Freeform 347">
                <a:extLst>
                  <a:ext uri="{FF2B5EF4-FFF2-40B4-BE49-F238E27FC236}">
                    <a16:creationId xmlns:a16="http://schemas.microsoft.com/office/drawing/2014/main" id="{4B392FD1-8DE9-4767-8023-824D5236A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1898"/>
                <a:ext cx="48" cy="44"/>
              </a:xfrm>
              <a:custGeom>
                <a:avLst/>
                <a:gdLst>
                  <a:gd name="T0" fmla="*/ 0 w 14"/>
                  <a:gd name="T1" fmla="*/ 590 h 12"/>
                  <a:gd name="T2" fmla="*/ 566 w 14"/>
                  <a:gd name="T3" fmla="*/ 9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12"/>
                    </a:moveTo>
                    <a:cubicBezTo>
                      <a:pt x="2" y="5"/>
                      <a:pt x="8" y="0"/>
                      <a:pt x="14" y="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1" name="Freeform 348">
                <a:extLst>
                  <a:ext uri="{FF2B5EF4-FFF2-40B4-BE49-F238E27FC236}">
                    <a16:creationId xmlns:a16="http://schemas.microsoft.com/office/drawing/2014/main" id="{10077EB5-D853-4631-9C77-7FE856C55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033"/>
                <a:ext cx="69" cy="84"/>
              </a:xfrm>
              <a:custGeom>
                <a:avLst/>
                <a:gdLst>
                  <a:gd name="T0" fmla="*/ 0 w 20"/>
                  <a:gd name="T1" fmla="*/ 0 h 23"/>
                  <a:gd name="T2" fmla="*/ 535 w 20"/>
                  <a:gd name="T3" fmla="*/ 112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3">
                    <a:moveTo>
                      <a:pt x="0" y="0"/>
                    </a:moveTo>
                    <a:cubicBezTo>
                      <a:pt x="9" y="4"/>
                      <a:pt x="20" y="11"/>
                      <a:pt x="13" y="2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2" name="Freeform 349">
                <a:extLst>
                  <a:ext uri="{FF2B5EF4-FFF2-40B4-BE49-F238E27FC236}">
                    <a16:creationId xmlns:a16="http://schemas.microsoft.com/office/drawing/2014/main" id="{2309B44A-6469-4363-ACB0-B5151A50C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022"/>
                <a:ext cx="62" cy="48"/>
              </a:xfrm>
              <a:custGeom>
                <a:avLst/>
                <a:gdLst>
                  <a:gd name="T0" fmla="*/ 0 w 18"/>
                  <a:gd name="T1" fmla="*/ 654 h 13"/>
                  <a:gd name="T2" fmla="*/ 737 w 18"/>
                  <a:gd name="T3" fmla="*/ 15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5" y="7"/>
                      <a:pt x="11" y="0"/>
                      <a:pt x="18" y="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3" name="Freeform 350">
                <a:extLst>
                  <a:ext uri="{FF2B5EF4-FFF2-40B4-BE49-F238E27FC236}">
                    <a16:creationId xmlns:a16="http://schemas.microsoft.com/office/drawing/2014/main" id="{2C5692ED-A2F8-44B6-8FB6-CEF229F2B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1814"/>
                <a:ext cx="172" cy="58"/>
              </a:xfrm>
              <a:custGeom>
                <a:avLst/>
                <a:gdLst>
                  <a:gd name="T0" fmla="*/ 0 w 50"/>
                  <a:gd name="T1" fmla="*/ 475 h 16"/>
                  <a:gd name="T2" fmla="*/ 2036 w 50"/>
                  <a:gd name="T3" fmla="*/ 76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">
                    <a:moveTo>
                      <a:pt x="0" y="10"/>
                    </a:moveTo>
                    <a:cubicBezTo>
                      <a:pt x="14" y="0"/>
                      <a:pt x="40" y="1"/>
                      <a:pt x="50" y="1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4" name="Freeform 351">
                <a:extLst>
                  <a:ext uri="{FF2B5EF4-FFF2-40B4-BE49-F238E27FC236}">
                    <a16:creationId xmlns:a16="http://schemas.microsoft.com/office/drawing/2014/main" id="{4892C0FB-453B-483C-BE9B-0D1F07608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814"/>
                <a:ext cx="96" cy="33"/>
              </a:xfrm>
              <a:custGeom>
                <a:avLst/>
                <a:gdLst>
                  <a:gd name="T0" fmla="*/ 0 w 28"/>
                  <a:gd name="T1" fmla="*/ 444 h 9"/>
                  <a:gd name="T2" fmla="*/ 1128 w 28"/>
                  <a:gd name="T3" fmla="*/ 29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9">
                    <a:moveTo>
                      <a:pt x="0" y="9"/>
                    </a:moveTo>
                    <a:cubicBezTo>
                      <a:pt x="10" y="3"/>
                      <a:pt x="18" y="0"/>
                      <a:pt x="28" y="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5" name="Freeform 352">
                <a:extLst>
                  <a:ext uri="{FF2B5EF4-FFF2-40B4-BE49-F238E27FC236}">
                    <a16:creationId xmlns:a16="http://schemas.microsoft.com/office/drawing/2014/main" id="{AEE0B302-59D5-423C-96FD-966B9CDA5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828"/>
                <a:ext cx="52" cy="33"/>
              </a:xfrm>
              <a:custGeom>
                <a:avLst/>
                <a:gdLst>
                  <a:gd name="T0" fmla="*/ 35 w 15"/>
                  <a:gd name="T1" fmla="*/ 444 h 9"/>
                  <a:gd name="T2" fmla="*/ 624 w 15"/>
                  <a:gd name="T3" fmla="*/ 9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1" y="9"/>
                    </a:moveTo>
                    <a:cubicBezTo>
                      <a:pt x="0" y="1"/>
                      <a:pt x="10" y="0"/>
                      <a:pt x="15" y="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6" name="Freeform 353">
                <a:extLst>
                  <a:ext uri="{FF2B5EF4-FFF2-40B4-BE49-F238E27FC236}">
                    <a16:creationId xmlns:a16="http://schemas.microsoft.com/office/drawing/2014/main" id="{42CAB023-4EA5-4970-91BE-C2B0D9E6E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960"/>
                <a:ext cx="44" cy="62"/>
              </a:xfrm>
              <a:custGeom>
                <a:avLst/>
                <a:gdLst>
                  <a:gd name="T0" fmla="*/ 0 w 13"/>
                  <a:gd name="T1" fmla="*/ 532 h 17"/>
                  <a:gd name="T2" fmla="*/ 308 w 13"/>
                  <a:gd name="T3" fmla="*/ 0 h 17"/>
                  <a:gd name="T4" fmla="*/ 115 w 13"/>
                  <a:gd name="T5" fmla="*/ 82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11"/>
                    </a:moveTo>
                    <a:cubicBezTo>
                      <a:pt x="0" y="6"/>
                      <a:pt x="3" y="1"/>
                      <a:pt x="8" y="0"/>
                    </a:cubicBezTo>
                    <a:cubicBezTo>
                      <a:pt x="13" y="4"/>
                      <a:pt x="6" y="13"/>
                      <a:pt x="3" y="17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7" name="Freeform 354">
                <a:extLst>
                  <a:ext uri="{FF2B5EF4-FFF2-40B4-BE49-F238E27FC236}">
                    <a16:creationId xmlns:a16="http://schemas.microsoft.com/office/drawing/2014/main" id="{6DF30ED6-6A4B-400A-BB74-CDF5B50BF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000"/>
                <a:ext cx="38" cy="44"/>
              </a:xfrm>
              <a:custGeom>
                <a:avLst/>
                <a:gdLst>
                  <a:gd name="T0" fmla="*/ 370 w 11"/>
                  <a:gd name="T1" fmla="*/ 389 h 12"/>
                  <a:gd name="T2" fmla="*/ 453 w 11"/>
                  <a:gd name="T3" fmla="*/ 297 h 12"/>
                  <a:gd name="T4" fmla="*/ 0 w 11"/>
                  <a:gd name="T5" fmla="*/ 0 h 12"/>
                  <a:gd name="T6" fmla="*/ 370 w 11"/>
                  <a:gd name="T7" fmla="*/ 59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9" y="8"/>
                    </a:moveTo>
                    <a:cubicBezTo>
                      <a:pt x="10" y="7"/>
                      <a:pt x="10" y="7"/>
                      <a:pt x="11" y="6"/>
                    </a:cubicBezTo>
                    <a:cubicBezTo>
                      <a:pt x="9" y="3"/>
                      <a:pt x="3" y="0"/>
                      <a:pt x="0" y="0"/>
                    </a:cubicBezTo>
                    <a:cubicBezTo>
                      <a:pt x="0" y="5"/>
                      <a:pt x="5" y="8"/>
                      <a:pt x="9" y="12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8" name="Freeform 355">
                <a:extLst>
                  <a:ext uri="{FF2B5EF4-FFF2-40B4-BE49-F238E27FC236}">
                    <a16:creationId xmlns:a16="http://schemas.microsoft.com/office/drawing/2014/main" id="{EA16FC73-AAF6-407F-B1FD-142BD12D2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095"/>
                <a:ext cx="44" cy="52"/>
              </a:xfrm>
              <a:custGeom>
                <a:avLst/>
                <a:gdLst>
                  <a:gd name="T0" fmla="*/ 0 w 13"/>
                  <a:gd name="T1" fmla="*/ 717 h 14"/>
                  <a:gd name="T2" fmla="*/ 0 w 13"/>
                  <a:gd name="T3" fmla="*/ 30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12" y="11"/>
                      <a:pt x="13" y="0"/>
                      <a:pt x="0" y="6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9" name="Freeform 356">
                <a:extLst>
                  <a:ext uri="{FF2B5EF4-FFF2-40B4-BE49-F238E27FC236}">
                    <a16:creationId xmlns:a16="http://schemas.microsoft.com/office/drawing/2014/main" id="{1F50051F-E74C-4E40-914C-EF34573A0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293"/>
                <a:ext cx="34" cy="22"/>
              </a:xfrm>
              <a:custGeom>
                <a:avLst/>
                <a:gdLst>
                  <a:gd name="T0" fmla="*/ 0 w 10"/>
                  <a:gd name="T1" fmla="*/ 297 h 6"/>
                  <a:gd name="T2" fmla="*/ 394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4" y="4"/>
                      <a:pt x="7" y="2"/>
                      <a:pt x="10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0" name="Freeform 357">
                <a:extLst>
                  <a:ext uri="{FF2B5EF4-FFF2-40B4-BE49-F238E27FC236}">
                    <a16:creationId xmlns:a16="http://schemas.microsoft.com/office/drawing/2014/main" id="{401C5A1D-1AE2-4A92-BF6B-23A8BB842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344"/>
                <a:ext cx="35" cy="40"/>
              </a:xfrm>
              <a:custGeom>
                <a:avLst/>
                <a:gdLst>
                  <a:gd name="T0" fmla="*/ 431 w 10"/>
                  <a:gd name="T1" fmla="*/ 527 h 11"/>
                  <a:gd name="T2" fmla="*/ 343 w 10"/>
                  <a:gd name="T3" fmla="*/ 0 h 11"/>
                  <a:gd name="T4" fmla="*/ 0 w 10"/>
                  <a:gd name="T5" fmla="*/ 43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10" y="7"/>
                      <a:pt x="10" y="3"/>
                      <a:pt x="8" y="0"/>
                    </a:cubicBezTo>
                    <a:cubicBezTo>
                      <a:pt x="4" y="2"/>
                      <a:pt x="1" y="5"/>
                      <a:pt x="0" y="9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1" name="Freeform 358">
                <a:extLst>
                  <a:ext uri="{FF2B5EF4-FFF2-40B4-BE49-F238E27FC236}">
                    <a16:creationId xmlns:a16="http://schemas.microsoft.com/office/drawing/2014/main" id="{CB4A0560-8129-4889-9861-F03EEAC4B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234"/>
                <a:ext cx="48" cy="66"/>
              </a:xfrm>
              <a:custGeom>
                <a:avLst/>
                <a:gdLst>
                  <a:gd name="T0" fmla="*/ 0 w 14"/>
                  <a:gd name="T1" fmla="*/ 499 h 18"/>
                  <a:gd name="T2" fmla="*/ 363 w 14"/>
                  <a:gd name="T3" fmla="*/ 55 h 18"/>
                  <a:gd name="T4" fmla="*/ 281 w 14"/>
                  <a:gd name="T5" fmla="*/ 88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0" y="10"/>
                    </a:moveTo>
                    <a:cubicBezTo>
                      <a:pt x="1" y="7"/>
                      <a:pt x="4" y="0"/>
                      <a:pt x="9" y="1"/>
                    </a:cubicBezTo>
                    <a:cubicBezTo>
                      <a:pt x="14" y="3"/>
                      <a:pt x="8" y="15"/>
                      <a:pt x="7" y="18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2" name="Freeform 359">
                <a:extLst>
                  <a:ext uri="{FF2B5EF4-FFF2-40B4-BE49-F238E27FC236}">
                    <a16:creationId xmlns:a16="http://schemas.microsoft.com/office/drawing/2014/main" id="{A315263E-DAA0-447C-9F90-5CE9C4D8E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993"/>
                <a:ext cx="41" cy="47"/>
              </a:xfrm>
              <a:custGeom>
                <a:avLst/>
                <a:gdLst>
                  <a:gd name="T0" fmla="*/ 198 w 12"/>
                  <a:gd name="T1" fmla="*/ 615 h 13"/>
                  <a:gd name="T2" fmla="*/ 396 w 12"/>
                  <a:gd name="T3" fmla="*/ 0 h 13"/>
                  <a:gd name="T4" fmla="*/ 444 w 12"/>
                  <a:gd name="T5" fmla="*/ 61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5" y="13"/>
                    </a:moveTo>
                    <a:cubicBezTo>
                      <a:pt x="2" y="7"/>
                      <a:pt x="0" y="0"/>
                      <a:pt x="10" y="0"/>
                    </a:cubicBezTo>
                    <a:cubicBezTo>
                      <a:pt x="12" y="4"/>
                      <a:pt x="10" y="9"/>
                      <a:pt x="11" y="13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3" name="Freeform 360">
                <a:extLst>
                  <a:ext uri="{FF2B5EF4-FFF2-40B4-BE49-F238E27FC236}">
                    <a16:creationId xmlns:a16="http://schemas.microsoft.com/office/drawing/2014/main" id="{C89C46BB-D8BB-4768-AB6A-8F40A1F36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817"/>
                <a:ext cx="52" cy="55"/>
              </a:xfrm>
              <a:custGeom>
                <a:avLst/>
                <a:gdLst>
                  <a:gd name="T0" fmla="*/ 0 w 15"/>
                  <a:gd name="T1" fmla="*/ 95 h 15"/>
                  <a:gd name="T2" fmla="*/ 458 w 1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0" y="2"/>
                    </a:moveTo>
                    <a:cubicBezTo>
                      <a:pt x="1" y="15"/>
                      <a:pt x="15" y="11"/>
                      <a:pt x="11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4" name="Freeform 361">
                <a:extLst>
                  <a:ext uri="{FF2B5EF4-FFF2-40B4-BE49-F238E27FC236}">
                    <a16:creationId xmlns:a16="http://schemas.microsoft.com/office/drawing/2014/main" id="{5761FB74-0E73-445B-BF91-B31E995D0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037"/>
                <a:ext cx="14" cy="14"/>
              </a:xfrm>
              <a:custGeom>
                <a:avLst/>
                <a:gdLst>
                  <a:gd name="T0" fmla="*/ 172 w 4"/>
                  <a:gd name="T1" fmla="*/ 0 h 4"/>
                  <a:gd name="T2" fmla="*/ 0 w 4"/>
                  <a:gd name="T3" fmla="*/ 17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5" name="Freeform 362">
                <a:extLst>
                  <a:ext uri="{FF2B5EF4-FFF2-40B4-BE49-F238E27FC236}">
                    <a16:creationId xmlns:a16="http://schemas.microsoft.com/office/drawing/2014/main" id="{BB9C5A08-BF91-46B1-8A35-F14E8410C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64"/>
                <a:ext cx="10" cy="25"/>
              </a:xfrm>
              <a:custGeom>
                <a:avLst/>
                <a:gdLst>
                  <a:gd name="T0" fmla="*/ 0 w 3"/>
                  <a:gd name="T1" fmla="*/ 0 h 7"/>
                  <a:gd name="T2" fmla="*/ 110 w 3"/>
                  <a:gd name="T3" fmla="*/ 3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3"/>
                      <a:pt x="1" y="5"/>
                      <a:pt x="3" y="7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6" name="Freeform 363">
                <a:extLst>
                  <a:ext uri="{FF2B5EF4-FFF2-40B4-BE49-F238E27FC236}">
                    <a16:creationId xmlns:a16="http://schemas.microsoft.com/office/drawing/2014/main" id="{ECAF755C-8DBA-4D2A-B14D-6EB19B3D1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220"/>
                <a:ext cx="48" cy="55"/>
              </a:xfrm>
              <a:custGeom>
                <a:avLst/>
                <a:gdLst>
                  <a:gd name="T0" fmla="*/ 165 w 14"/>
                  <a:gd name="T1" fmla="*/ 0 h 15"/>
                  <a:gd name="T2" fmla="*/ 446 w 14"/>
                  <a:gd name="T3" fmla="*/ 499 h 15"/>
                  <a:gd name="T4" fmla="*/ 0 w 14"/>
                  <a:gd name="T5" fmla="*/ 24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0"/>
                    </a:moveTo>
                    <a:cubicBezTo>
                      <a:pt x="6" y="3"/>
                      <a:pt x="14" y="6"/>
                      <a:pt x="11" y="10"/>
                    </a:cubicBezTo>
                    <a:cubicBezTo>
                      <a:pt x="7" y="15"/>
                      <a:pt x="1" y="8"/>
                      <a:pt x="0" y="5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7" name="Freeform 364">
                <a:extLst>
                  <a:ext uri="{FF2B5EF4-FFF2-40B4-BE49-F238E27FC236}">
                    <a16:creationId xmlns:a16="http://schemas.microsoft.com/office/drawing/2014/main" id="{8EEDEF94-5A7A-48FA-9F5A-C79F85108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000"/>
                <a:ext cx="65" cy="55"/>
              </a:xfrm>
              <a:custGeom>
                <a:avLst/>
                <a:gdLst>
                  <a:gd name="T0" fmla="*/ 281 w 19"/>
                  <a:gd name="T1" fmla="*/ 741 h 15"/>
                  <a:gd name="T2" fmla="*/ 0 w 19"/>
                  <a:gd name="T3" fmla="*/ 74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5">
                    <a:moveTo>
                      <a:pt x="7" y="15"/>
                    </a:moveTo>
                    <a:cubicBezTo>
                      <a:pt x="19" y="10"/>
                      <a:pt x="4" y="0"/>
                      <a:pt x="0" y="15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8" name="Freeform 365">
                <a:extLst>
                  <a:ext uri="{FF2B5EF4-FFF2-40B4-BE49-F238E27FC236}">
                    <a16:creationId xmlns:a16="http://schemas.microsoft.com/office/drawing/2014/main" id="{873F6AB8-62BE-4074-BA1D-050989034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971"/>
                <a:ext cx="55" cy="51"/>
              </a:xfrm>
              <a:custGeom>
                <a:avLst/>
                <a:gdLst>
                  <a:gd name="T0" fmla="*/ 199 w 16"/>
                  <a:gd name="T1" fmla="*/ 0 h 14"/>
                  <a:gd name="T2" fmla="*/ 368 w 16"/>
                  <a:gd name="T3" fmla="*/ 623 h 14"/>
                  <a:gd name="T4" fmla="*/ 0 w 16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5" y="0"/>
                    </a:moveTo>
                    <a:cubicBezTo>
                      <a:pt x="7" y="2"/>
                      <a:pt x="16" y="11"/>
                      <a:pt x="9" y="13"/>
                    </a:cubicBezTo>
                    <a:cubicBezTo>
                      <a:pt x="3" y="14"/>
                      <a:pt x="1" y="6"/>
                      <a:pt x="0" y="2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9" name="Freeform 366">
                <a:extLst>
                  <a:ext uri="{FF2B5EF4-FFF2-40B4-BE49-F238E27FC236}">
                    <a16:creationId xmlns:a16="http://schemas.microsoft.com/office/drawing/2014/main" id="{3B4199C6-CEB8-4C7F-90DB-29AEEFF7A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095"/>
                <a:ext cx="10" cy="30"/>
              </a:xfrm>
              <a:custGeom>
                <a:avLst/>
                <a:gdLst>
                  <a:gd name="T0" fmla="*/ 110 w 3"/>
                  <a:gd name="T1" fmla="*/ 424 h 8"/>
                  <a:gd name="T2" fmla="*/ 33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8"/>
                    </a:moveTo>
                    <a:cubicBezTo>
                      <a:pt x="3" y="5"/>
                      <a:pt x="0" y="3"/>
                      <a:pt x="1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0" name="Freeform 367">
                <a:extLst>
                  <a:ext uri="{FF2B5EF4-FFF2-40B4-BE49-F238E27FC236}">
                    <a16:creationId xmlns:a16="http://schemas.microsoft.com/office/drawing/2014/main" id="{56177A82-78EC-4BCC-982B-E36A28116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092"/>
                <a:ext cx="65" cy="66"/>
              </a:xfrm>
              <a:custGeom>
                <a:avLst/>
                <a:gdLst>
                  <a:gd name="T0" fmla="*/ 0 w 19"/>
                  <a:gd name="T1" fmla="*/ 444 h 18"/>
                  <a:gd name="T2" fmla="*/ 0 w 19"/>
                  <a:gd name="T3" fmla="*/ 79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cubicBezTo>
                      <a:pt x="19" y="0"/>
                      <a:pt x="6" y="18"/>
                      <a:pt x="0" y="16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1" name="Freeform 368">
                <a:extLst>
                  <a:ext uri="{FF2B5EF4-FFF2-40B4-BE49-F238E27FC236}">
                    <a16:creationId xmlns:a16="http://schemas.microsoft.com/office/drawing/2014/main" id="{9E250DA9-0206-447A-94E9-AA3AE2FAE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227"/>
                <a:ext cx="11" cy="22"/>
              </a:xfrm>
              <a:custGeom>
                <a:avLst/>
                <a:gdLst>
                  <a:gd name="T0" fmla="*/ 55 w 3"/>
                  <a:gd name="T1" fmla="*/ 297 h 6"/>
                  <a:gd name="T2" fmla="*/ 147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0" y="4"/>
                      <a:pt x="1" y="2"/>
                      <a:pt x="3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2" name="Freeform 369">
                <a:extLst>
                  <a:ext uri="{FF2B5EF4-FFF2-40B4-BE49-F238E27FC236}">
                    <a16:creationId xmlns:a16="http://schemas.microsoft.com/office/drawing/2014/main" id="{83690429-747F-4769-9D17-A1E2052A8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040"/>
                <a:ext cx="27" cy="8"/>
              </a:xfrm>
              <a:custGeom>
                <a:avLst/>
                <a:gdLst>
                  <a:gd name="T0" fmla="*/ 0 w 8"/>
                  <a:gd name="T1" fmla="*/ 128 h 2"/>
                  <a:gd name="T2" fmla="*/ 307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3" name="Freeform 370">
                <a:extLst>
                  <a:ext uri="{FF2B5EF4-FFF2-40B4-BE49-F238E27FC236}">
                    <a16:creationId xmlns:a16="http://schemas.microsoft.com/office/drawing/2014/main" id="{C12EA3D6-ABE0-417F-B108-CE0ECA59E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82"/>
                <a:ext cx="3" cy="29"/>
              </a:xfrm>
              <a:custGeom>
                <a:avLst/>
                <a:gdLst>
                  <a:gd name="T0" fmla="*/ 0 w 1"/>
                  <a:gd name="T1" fmla="*/ 381 h 8"/>
                  <a:gd name="T2" fmla="*/ 27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4" name="Freeform 371">
                <a:extLst>
                  <a:ext uri="{FF2B5EF4-FFF2-40B4-BE49-F238E27FC236}">
                    <a16:creationId xmlns:a16="http://schemas.microsoft.com/office/drawing/2014/main" id="{E77F7930-6932-464A-96A5-AE287BFE6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059"/>
                <a:ext cx="31" cy="14"/>
              </a:xfrm>
              <a:custGeom>
                <a:avLst/>
                <a:gdLst>
                  <a:gd name="T0" fmla="*/ 0 w 9"/>
                  <a:gd name="T1" fmla="*/ 172 h 4"/>
                  <a:gd name="T2" fmla="*/ 369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2"/>
                      <a:pt x="6" y="1"/>
                      <a:pt x="9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5" name="Freeform 372">
                <a:extLst>
                  <a:ext uri="{FF2B5EF4-FFF2-40B4-BE49-F238E27FC236}">
                    <a16:creationId xmlns:a16="http://schemas.microsoft.com/office/drawing/2014/main" id="{A395EB25-D07A-4CE2-8025-3226C4932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315"/>
                <a:ext cx="20" cy="33"/>
              </a:xfrm>
              <a:custGeom>
                <a:avLst/>
                <a:gdLst>
                  <a:gd name="T0" fmla="*/ 223 w 6"/>
                  <a:gd name="T1" fmla="*/ 0 h 9"/>
                  <a:gd name="T2" fmla="*/ 0 w 6"/>
                  <a:gd name="T3" fmla="*/ 44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4" y="3"/>
                      <a:pt x="2" y="6"/>
                      <a:pt x="0" y="9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6" name="Freeform 373">
                <a:extLst>
                  <a:ext uri="{FF2B5EF4-FFF2-40B4-BE49-F238E27FC236}">
                    <a16:creationId xmlns:a16="http://schemas.microsoft.com/office/drawing/2014/main" id="{EDEA2F3F-F4A2-41EE-AD32-5045889D7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227"/>
                <a:ext cx="17" cy="26"/>
              </a:xfrm>
              <a:custGeom>
                <a:avLst/>
                <a:gdLst>
                  <a:gd name="T0" fmla="*/ 0 w 5"/>
                  <a:gd name="T1" fmla="*/ 0 h 7"/>
                  <a:gd name="T2" fmla="*/ 197 w 5"/>
                  <a:gd name="T3" fmla="*/ 36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3"/>
                      <a:pt x="3" y="5"/>
                      <a:pt x="5" y="7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7" name="Freeform 374">
                <a:extLst>
                  <a:ext uri="{FF2B5EF4-FFF2-40B4-BE49-F238E27FC236}">
                    <a16:creationId xmlns:a16="http://schemas.microsoft.com/office/drawing/2014/main" id="{9465F1C1-731B-438B-A1AD-2AC579379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351"/>
                <a:ext cx="21" cy="19"/>
              </a:xfrm>
              <a:custGeom>
                <a:avLst/>
                <a:gdLst>
                  <a:gd name="T0" fmla="*/ 0 w 6"/>
                  <a:gd name="T1" fmla="*/ 274 h 5"/>
                  <a:gd name="T2" fmla="*/ 259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3" y="3"/>
                      <a:pt x="5" y="1"/>
                      <a:pt x="6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8" name="Freeform 375">
                <a:extLst>
                  <a:ext uri="{FF2B5EF4-FFF2-40B4-BE49-F238E27FC236}">
                    <a16:creationId xmlns:a16="http://schemas.microsoft.com/office/drawing/2014/main" id="{671E08FA-F33E-4CE0-B908-DBE298EFF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825"/>
                <a:ext cx="11" cy="29"/>
              </a:xfrm>
              <a:custGeom>
                <a:avLst/>
                <a:gdLst>
                  <a:gd name="T0" fmla="*/ 55 w 3"/>
                  <a:gd name="T1" fmla="*/ 0 h 8"/>
                  <a:gd name="T2" fmla="*/ 147 w 3"/>
                  <a:gd name="T3" fmla="*/ 38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0" y="3"/>
                      <a:pt x="1" y="6"/>
                      <a:pt x="3" y="8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9" name="Freeform 376">
                <a:extLst>
                  <a:ext uri="{FF2B5EF4-FFF2-40B4-BE49-F238E27FC236}">
                    <a16:creationId xmlns:a16="http://schemas.microsoft.com/office/drawing/2014/main" id="{254000DA-A93E-4908-9921-14C923990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898"/>
                <a:ext cx="11" cy="18"/>
              </a:xfrm>
              <a:custGeom>
                <a:avLst/>
                <a:gdLst>
                  <a:gd name="T0" fmla="*/ 147 w 3"/>
                  <a:gd name="T1" fmla="*/ 234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0" y="2"/>
                      <a:pt x="0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0" name="Freeform 377">
                <a:extLst>
                  <a:ext uri="{FF2B5EF4-FFF2-40B4-BE49-F238E27FC236}">
                    <a16:creationId xmlns:a16="http://schemas.microsoft.com/office/drawing/2014/main" id="{66B9FB0B-6CFE-41F0-865F-5FDE765321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3" y="1927"/>
                <a:ext cx="4365" cy="406"/>
              </a:xfrm>
              <a:custGeom>
                <a:avLst/>
                <a:gdLst>
                  <a:gd name="T0" fmla="*/ 51286 w 1273"/>
                  <a:gd name="T1" fmla="*/ 388 h 111"/>
                  <a:gd name="T2" fmla="*/ 42772 w 1273"/>
                  <a:gd name="T3" fmla="*/ 388 h 111"/>
                  <a:gd name="T4" fmla="*/ 35884 w 1273"/>
                  <a:gd name="T5" fmla="*/ 2597 h 111"/>
                  <a:gd name="T6" fmla="*/ 35753 w 1273"/>
                  <a:gd name="T7" fmla="*/ 2688 h 111"/>
                  <a:gd name="T8" fmla="*/ 35071 w 1273"/>
                  <a:gd name="T9" fmla="*/ 3222 h 111"/>
                  <a:gd name="T10" fmla="*/ 33627 w 1273"/>
                  <a:gd name="T11" fmla="*/ 4162 h 111"/>
                  <a:gd name="T12" fmla="*/ 33662 w 1273"/>
                  <a:gd name="T13" fmla="*/ 4400 h 111"/>
                  <a:gd name="T14" fmla="*/ 34025 w 1273"/>
                  <a:gd name="T15" fmla="*/ 4360 h 111"/>
                  <a:gd name="T16" fmla="*/ 33991 w 1273"/>
                  <a:gd name="T17" fmla="*/ 4550 h 111"/>
                  <a:gd name="T18" fmla="*/ 34190 w 1273"/>
                  <a:gd name="T19" fmla="*/ 4642 h 111"/>
                  <a:gd name="T20" fmla="*/ 34107 w 1273"/>
                  <a:gd name="T21" fmla="*/ 4938 h 111"/>
                  <a:gd name="T22" fmla="*/ 35884 w 1273"/>
                  <a:gd name="T23" fmla="*/ 3665 h 111"/>
                  <a:gd name="T24" fmla="*/ 42772 w 1273"/>
                  <a:gd name="T25" fmla="*/ 1072 h 111"/>
                  <a:gd name="T26" fmla="*/ 51320 w 1273"/>
                  <a:gd name="T27" fmla="*/ 977 h 111"/>
                  <a:gd name="T28" fmla="*/ 51286 w 1273"/>
                  <a:gd name="T29" fmla="*/ 388 h 111"/>
                  <a:gd name="T30" fmla="*/ 10078 w 1273"/>
                  <a:gd name="T31" fmla="*/ 2059 h 111"/>
                  <a:gd name="T32" fmla="*/ 10040 w 1273"/>
                  <a:gd name="T33" fmla="*/ 2059 h 111"/>
                  <a:gd name="T34" fmla="*/ 9958 w 1273"/>
                  <a:gd name="T35" fmla="*/ 1953 h 111"/>
                  <a:gd name="T36" fmla="*/ 4067 w 1273"/>
                  <a:gd name="T37" fmla="*/ 55 h 111"/>
                  <a:gd name="T38" fmla="*/ 34 w 1273"/>
                  <a:gd name="T39" fmla="*/ 55 h 111"/>
                  <a:gd name="T40" fmla="*/ 82 w 1273"/>
                  <a:gd name="T41" fmla="*/ 494 h 111"/>
                  <a:gd name="T42" fmla="*/ 0 w 1273"/>
                  <a:gd name="T43" fmla="*/ 494 h 111"/>
                  <a:gd name="T44" fmla="*/ 6172 w 1273"/>
                  <a:gd name="T45" fmla="*/ 684 h 111"/>
                  <a:gd name="T46" fmla="*/ 10407 w 1273"/>
                  <a:gd name="T47" fmla="*/ 3332 h 111"/>
                  <a:gd name="T48" fmla="*/ 11850 w 1273"/>
                  <a:gd name="T49" fmla="*/ 5377 h 111"/>
                  <a:gd name="T50" fmla="*/ 11898 w 1273"/>
                  <a:gd name="T51" fmla="*/ 5432 h 111"/>
                  <a:gd name="T52" fmla="*/ 11898 w 1273"/>
                  <a:gd name="T53" fmla="*/ 5139 h 111"/>
                  <a:gd name="T54" fmla="*/ 12053 w 1273"/>
                  <a:gd name="T55" fmla="*/ 5190 h 111"/>
                  <a:gd name="T56" fmla="*/ 12053 w 1273"/>
                  <a:gd name="T57" fmla="*/ 4938 h 111"/>
                  <a:gd name="T58" fmla="*/ 12251 w 1273"/>
                  <a:gd name="T59" fmla="*/ 4898 h 111"/>
                  <a:gd name="T60" fmla="*/ 12334 w 1273"/>
                  <a:gd name="T61" fmla="*/ 4898 h 111"/>
                  <a:gd name="T62" fmla="*/ 12416 w 1273"/>
                  <a:gd name="T63" fmla="*/ 4843 h 111"/>
                  <a:gd name="T64" fmla="*/ 10078 w 1273"/>
                  <a:gd name="T65" fmla="*/ 2059 h 1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73" h="111">
                    <a:moveTo>
                      <a:pt x="1272" y="8"/>
                    </a:moveTo>
                    <a:cubicBezTo>
                      <a:pt x="1061" y="8"/>
                      <a:pt x="1061" y="8"/>
                      <a:pt x="1061" y="8"/>
                    </a:cubicBezTo>
                    <a:cubicBezTo>
                      <a:pt x="999" y="8"/>
                      <a:pt x="911" y="36"/>
                      <a:pt x="890" y="53"/>
                    </a:cubicBezTo>
                    <a:cubicBezTo>
                      <a:pt x="889" y="54"/>
                      <a:pt x="888" y="54"/>
                      <a:pt x="887" y="55"/>
                    </a:cubicBezTo>
                    <a:cubicBezTo>
                      <a:pt x="882" y="58"/>
                      <a:pt x="877" y="62"/>
                      <a:pt x="870" y="66"/>
                    </a:cubicBezTo>
                    <a:cubicBezTo>
                      <a:pt x="855" y="74"/>
                      <a:pt x="837" y="84"/>
                      <a:pt x="834" y="85"/>
                    </a:cubicBezTo>
                    <a:cubicBezTo>
                      <a:pt x="834" y="87"/>
                      <a:pt x="835" y="88"/>
                      <a:pt x="835" y="90"/>
                    </a:cubicBezTo>
                    <a:cubicBezTo>
                      <a:pt x="838" y="88"/>
                      <a:pt x="841" y="89"/>
                      <a:pt x="844" y="89"/>
                    </a:cubicBezTo>
                    <a:cubicBezTo>
                      <a:pt x="844" y="89"/>
                      <a:pt x="843" y="93"/>
                      <a:pt x="843" y="93"/>
                    </a:cubicBezTo>
                    <a:cubicBezTo>
                      <a:pt x="845" y="94"/>
                      <a:pt x="846" y="93"/>
                      <a:pt x="848" y="95"/>
                    </a:cubicBezTo>
                    <a:cubicBezTo>
                      <a:pt x="846" y="97"/>
                      <a:pt x="846" y="99"/>
                      <a:pt x="846" y="101"/>
                    </a:cubicBezTo>
                    <a:cubicBezTo>
                      <a:pt x="861" y="93"/>
                      <a:pt x="876" y="83"/>
                      <a:pt x="890" y="75"/>
                    </a:cubicBezTo>
                    <a:cubicBezTo>
                      <a:pt x="948" y="39"/>
                      <a:pt x="997" y="25"/>
                      <a:pt x="1061" y="22"/>
                    </a:cubicBezTo>
                    <a:cubicBezTo>
                      <a:pt x="1149" y="18"/>
                      <a:pt x="1273" y="20"/>
                      <a:pt x="1273" y="20"/>
                    </a:cubicBezTo>
                    <a:lnTo>
                      <a:pt x="1272" y="8"/>
                    </a:lnTo>
                    <a:close/>
                    <a:moveTo>
                      <a:pt x="250" y="42"/>
                    </a:moveTo>
                    <a:cubicBezTo>
                      <a:pt x="250" y="42"/>
                      <a:pt x="249" y="42"/>
                      <a:pt x="249" y="42"/>
                    </a:cubicBezTo>
                    <a:cubicBezTo>
                      <a:pt x="248" y="41"/>
                      <a:pt x="248" y="40"/>
                      <a:pt x="247" y="40"/>
                    </a:cubicBezTo>
                    <a:cubicBezTo>
                      <a:pt x="206" y="0"/>
                      <a:pt x="160" y="1"/>
                      <a:pt x="10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29" y="11"/>
                      <a:pt x="106" y="14"/>
                      <a:pt x="153" y="14"/>
                    </a:cubicBezTo>
                    <a:cubicBezTo>
                      <a:pt x="219" y="17"/>
                      <a:pt x="229" y="43"/>
                      <a:pt x="258" y="68"/>
                    </a:cubicBezTo>
                    <a:cubicBezTo>
                      <a:pt x="270" y="77"/>
                      <a:pt x="281" y="96"/>
                      <a:pt x="294" y="110"/>
                    </a:cubicBezTo>
                    <a:cubicBezTo>
                      <a:pt x="294" y="110"/>
                      <a:pt x="295" y="111"/>
                      <a:pt x="295" y="111"/>
                    </a:cubicBezTo>
                    <a:cubicBezTo>
                      <a:pt x="296" y="111"/>
                      <a:pt x="294" y="106"/>
                      <a:pt x="295" y="105"/>
                    </a:cubicBezTo>
                    <a:cubicBezTo>
                      <a:pt x="296" y="104"/>
                      <a:pt x="298" y="107"/>
                      <a:pt x="299" y="106"/>
                    </a:cubicBezTo>
                    <a:cubicBezTo>
                      <a:pt x="299" y="105"/>
                      <a:pt x="298" y="102"/>
                      <a:pt x="299" y="101"/>
                    </a:cubicBezTo>
                    <a:cubicBezTo>
                      <a:pt x="300" y="99"/>
                      <a:pt x="303" y="100"/>
                      <a:pt x="304" y="100"/>
                    </a:cubicBezTo>
                    <a:cubicBezTo>
                      <a:pt x="305" y="101"/>
                      <a:pt x="306" y="99"/>
                      <a:pt x="306" y="100"/>
                    </a:cubicBezTo>
                    <a:cubicBezTo>
                      <a:pt x="307" y="99"/>
                      <a:pt x="307" y="99"/>
                      <a:pt x="308" y="99"/>
                    </a:cubicBezTo>
                    <a:cubicBezTo>
                      <a:pt x="287" y="72"/>
                      <a:pt x="260" y="52"/>
                      <a:pt x="250" y="42"/>
                    </a:cubicBez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1" name="Freeform 378">
                <a:extLst>
                  <a:ext uri="{FF2B5EF4-FFF2-40B4-BE49-F238E27FC236}">
                    <a16:creationId xmlns:a16="http://schemas.microsoft.com/office/drawing/2014/main" id="{64673EC2-B2BA-4833-99B9-381699B80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81"/>
                <a:ext cx="298" cy="289"/>
              </a:xfrm>
              <a:custGeom>
                <a:avLst/>
                <a:gdLst>
                  <a:gd name="T0" fmla="*/ 2898 w 87"/>
                  <a:gd name="T1" fmla="*/ 1273 h 79"/>
                  <a:gd name="T2" fmla="*/ 2733 w 87"/>
                  <a:gd name="T3" fmla="*/ 443 h 79"/>
                  <a:gd name="T4" fmla="*/ 2336 w 87"/>
                  <a:gd name="T5" fmla="*/ 241 h 79"/>
                  <a:gd name="T6" fmla="*/ 1771 w 87"/>
                  <a:gd name="T7" fmla="*/ 201 h 79"/>
                  <a:gd name="T8" fmla="*/ 644 w 87"/>
                  <a:gd name="T9" fmla="*/ 0 h 79"/>
                  <a:gd name="T10" fmla="*/ 363 w 87"/>
                  <a:gd name="T11" fmla="*/ 589 h 79"/>
                  <a:gd name="T12" fmla="*/ 34 w 87"/>
                  <a:gd name="T13" fmla="*/ 1178 h 79"/>
                  <a:gd name="T14" fmla="*/ 315 w 87"/>
                  <a:gd name="T15" fmla="*/ 1712 h 79"/>
                  <a:gd name="T16" fmla="*/ 808 w 87"/>
                  <a:gd name="T17" fmla="*/ 2542 h 79"/>
                  <a:gd name="T18" fmla="*/ 1045 w 87"/>
                  <a:gd name="T19" fmla="*/ 3333 h 79"/>
                  <a:gd name="T20" fmla="*/ 1606 w 87"/>
                  <a:gd name="T21" fmla="*/ 3625 h 79"/>
                  <a:gd name="T22" fmla="*/ 2172 w 87"/>
                  <a:gd name="T23" fmla="*/ 3625 h 79"/>
                  <a:gd name="T24" fmla="*/ 2850 w 87"/>
                  <a:gd name="T25" fmla="*/ 3775 h 79"/>
                  <a:gd name="T26" fmla="*/ 3299 w 87"/>
                  <a:gd name="T27" fmla="*/ 2930 h 79"/>
                  <a:gd name="T28" fmla="*/ 3096 w 87"/>
                  <a:gd name="T29" fmla="*/ 2060 h 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7" h="79">
                    <a:moveTo>
                      <a:pt x="72" y="26"/>
                    </a:moveTo>
                    <a:cubicBezTo>
                      <a:pt x="70" y="19"/>
                      <a:pt x="78" y="13"/>
                      <a:pt x="68" y="9"/>
                    </a:cubicBezTo>
                    <a:cubicBezTo>
                      <a:pt x="65" y="7"/>
                      <a:pt x="61" y="7"/>
                      <a:pt x="58" y="5"/>
                    </a:cubicBezTo>
                    <a:cubicBezTo>
                      <a:pt x="55" y="4"/>
                      <a:pt x="48" y="5"/>
                      <a:pt x="44" y="4"/>
                    </a:cubicBezTo>
                    <a:cubicBezTo>
                      <a:pt x="36" y="2"/>
                      <a:pt x="26" y="0"/>
                      <a:pt x="16" y="0"/>
                    </a:cubicBezTo>
                    <a:cubicBezTo>
                      <a:pt x="4" y="1"/>
                      <a:pt x="12" y="4"/>
                      <a:pt x="9" y="12"/>
                    </a:cubicBezTo>
                    <a:cubicBezTo>
                      <a:pt x="7" y="17"/>
                      <a:pt x="2" y="18"/>
                      <a:pt x="1" y="24"/>
                    </a:cubicBezTo>
                    <a:cubicBezTo>
                      <a:pt x="0" y="31"/>
                      <a:pt x="3" y="33"/>
                      <a:pt x="8" y="35"/>
                    </a:cubicBezTo>
                    <a:cubicBezTo>
                      <a:pt x="18" y="40"/>
                      <a:pt x="16" y="41"/>
                      <a:pt x="20" y="52"/>
                    </a:cubicBezTo>
                    <a:cubicBezTo>
                      <a:pt x="21" y="57"/>
                      <a:pt x="23" y="63"/>
                      <a:pt x="26" y="68"/>
                    </a:cubicBezTo>
                    <a:cubicBezTo>
                      <a:pt x="31" y="74"/>
                      <a:pt x="33" y="74"/>
                      <a:pt x="40" y="74"/>
                    </a:cubicBezTo>
                    <a:cubicBezTo>
                      <a:pt x="44" y="74"/>
                      <a:pt x="51" y="75"/>
                      <a:pt x="54" y="74"/>
                    </a:cubicBezTo>
                    <a:cubicBezTo>
                      <a:pt x="58" y="72"/>
                      <a:pt x="68" y="79"/>
                      <a:pt x="71" y="77"/>
                    </a:cubicBezTo>
                    <a:cubicBezTo>
                      <a:pt x="75" y="75"/>
                      <a:pt x="79" y="64"/>
                      <a:pt x="82" y="60"/>
                    </a:cubicBezTo>
                    <a:cubicBezTo>
                      <a:pt x="87" y="56"/>
                      <a:pt x="77" y="48"/>
                      <a:pt x="77" y="42"/>
                    </a:cubicBezTo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2" name="Freeform 379">
                <a:extLst>
                  <a:ext uri="{FF2B5EF4-FFF2-40B4-BE49-F238E27FC236}">
                    <a16:creationId xmlns:a16="http://schemas.microsoft.com/office/drawing/2014/main" id="{12431660-C888-453C-9626-9AF007678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81"/>
                <a:ext cx="298" cy="289"/>
              </a:xfrm>
              <a:custGeom>
                <a:avLst/>
                <a:gdLst>
                  <a:gd name="T0" fmla="*/ 2898 w 87"/>
                  <a:gd name="T1" fmla="*/ 1273 h 79"/>
                  <a:gd name="T2" fmla="*/ 2733 w 87"/>
                  <a:gd name="T3" fmla="*/ 443 h 79"/>
                  <a:gd name="T4" fmla="*/ 2336 w 87"/>
                  <a:gd name="T5" fmla="*/ 241 h 79"/>
                  <a:gd name="T6" fmla="*/ 1771 w 87"/>
                  <a:gd name="T7" fmla="*/ 201 h 79"/>
                  <a:gd name="T8" fmla="*/ 644 w 87"/>
                  <a:gd name="T9" fmla="*/ 0 h 79"/>
                  <a:gd name="T10" fmla="*/ 363 w 87"/>
                  <a:gd name="T11" fmla="*/ 589 h 79"/>
                  <a:gd name="T12" fmla="*/ 34 w 87"/>
                  <a:gd name="T13" fmla="*/ 1178 h 79"/>
                  <a:gd name="T14" fmla="*/ 315 w 87"/>
                  <a:gd name="T15" fmla="*/ 1712 h 79"/>
                  <a:gd name="T16" fmla="*/ 808 w 87"/>
                  <a:gd name="T17" fmla="*/ 2542 h 79"/>
                  <a:gd name="T18" fmla="*/ 1045 w 87"/>
                  <a:gd name="T19" fmla="*/ 3333 h 79"/>
                  <a:gd name="T20" fmla="*/ 1606 w 87"/>
                  <a:gd name="T21" fmla="*/ 3625 h 79"/>
                  <a:gd name="T22" fmla="*/ 2172 w 87"/>
                  <a:gd name="T23" fmla="*/ 3625 h 79"/>
                  <a:gd name="T24" fmla="*/ 2850 w 87"/>
                  <a:gd name="T25" fmla="*/ 3775 h 79"/>
                  <a:gd name="T26" fmla="*/ 3299 w 87"/>
                  <a:gd name="T27" fmla="*/ 2930 h 79"/>
                  <a:gd name="T28" fmla="*/ 3096 w 87"/>
                  <a:gd name="T29" fmla="*/ 2060 h 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7" h="79">
                    <a:moveTo>
                      <a:pt x="72" y="26"/>
                    </a:moveTo>
                    <a:cubicBezTo>
                      <a:pt x="70" y="19"/>
                      <a:pt x="78" y="13"/>
                      <a:pt x="68" y="9"/>
                    </a:cubicBezTo>
                    <a:cubicBezTo>
                      <a:pt x="65" y="7"/>
                      <a:pt x="61" y="7"/>
                      <a:pt x="58" y="5"/>
                    </a:cubicBezTo>
                    <a:cubicBezTo>
                      <a:pt x="55" y="4"/>
                      <a:pt x="48" y="5"/>
                      <a:pt x="44" y="4"/>
                    </a:cubicBezTo>
                    <a:cubicBezTo>
                      <a:pt x="36" y="2"/>
                      <a:pt x="26" y="0"/>
                      <a:pt x="16" y="0"/>
                    </a:cubicBezTo>
                    <a:cubicBezTo>
                      <a:pt x="4" y="1"/>
                      <a:pt x="12" y="4"/>
                      <a:pt x="9" y="12"/>
                    </a:cubicBezTo>
                    <a:cubicBezTo>
                      <a:pt x="7" y="17"/>
                      <a:pt x="2" y="18"/>
                      <a:pt x="1" y="24"/>
                    </a:cubicBezTo>
                    <a:cubicBezTo>
                      <a:pt x="0" y="31"/>
                      <a:pt x="3" y="33"/>
                      <a:pt x="8" y="35"/>
                    </a:cubicBezTo>
                    <a:cubicBezTo>
                      <a:pt x="18" y="40"/>
                      <a:pt x="16" y="41"/>
                      <a:pt x="20" y="52"/>
                    </a:cubicBezTo>
                    <a:cubicBezTo>
                      <a:pt x="21" y="57"/>
                      <a:pt x="23" y="63"/>
                      <a:pt x="26" y="68"/>
                    </a:cubicBezTo>
                    <a:cubicBezTo>
                      <a:pt x="31" y="74"/>
                      <a:pt x="33" y="74"/>
                      <a:pt x="40" y="74"/>
                    </a:cubicBezTo>
                    <a:cubicBezTo>
                      <a:pt x="44" y="74"/>
                      <a:pt x="51" y="75"/>
                      <a:pt x="54" y="74"/>
                    </a:cubicBezTo>
                    <a:cubicBezTo>
                      <a:pt x="58" y="72"/>
                      <a:pt x="68" y="79"/>
                      <a:pt x="71" y="77"/>
                    </a:cubicBezTo>
                    <a:cubicBezTo>
                      <a:pt x="75" y="75"/>
                      <a:pt x="79" y="64"/>
                      <a:pt x="82" y="60"/>
                    </a:cubicBezTo>
                    <a:cubicBezTo>
                      <a:pt x="87" y="56"/>
                      <a:pt x="77" y="48"/>
                      <a:pt x="77" y="4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3" name="Freeform 380">
                <a:extLst>
                  <a:ext uri="{FF2B5EF4-FFF2-40B4-BE49-F238E27FC236}">
                    <a16:creationId xmlns:a16="http://schemas.microsoft.com/office/drawing/2014/main" id="{056EF31E-322D-42A0-BBD6-D8E391C34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640"/>
                <a:ext cx="271" cy="260"/>
              </a:xfrm>
              <a:custGeom>
                <a:avLst/>
                <a:gdLst>
                  <a:gd name="T0" fmla="*/ 964 w 79"/>
                  <a:gd name="T1" fmla="*/ 297 h 71"/>
                  <a:gd name="T2" fmla="*/ 165 w 79"/>
                  <a:gd name="T3" fmla="*/ 1179 h 71"/>
                  <a:gd name="T4" fmla="*/ 165 w 79"/>
                  <a:gd name="T5" fmla="*/ 1769 h 71"/>
                  <a:gd name="T6" fmla="*/ 401 w 79"/>
                  <a:gd name="T7" fmla="*/ 2549 h 71"/>
                  <a:gd name="T8" fmla="*/ 1413 w 79"/>
                  <a:gd name="T9" fmla="*/ 2897 h 71"/>
                  <a:gd name="T10" fmla="*/ 2590 w 79"/>
                  <a:gd name="T11" fmla="*/ 3431 h 71"/>
                  <a:gd name="T12" fmla="*/ 3190 w 79"/>
                  <a:gd name="T13" fmla="*/ 2010 h 71"/>
                  <a:gd name="T14" fmla="*/ 3026 w 79"/>
                  <a:gd name="T15" fmla="*/ 1381 h 71"/>
                  <a:gd name="T16" fmla="*/ 2943 w 79"/>
                  <a:gd name="T17" fmla="*/ 791 h 71"/>
                  <a:gd name="T18" fmla="*/ 1859 w 79"/>
                  <a:gd name="T19" fmla="*/ 55 h 71"/>
                  <a:gd name="T20" fmla="*/ 964 w 79"/>
                  <a:gd name="T21" fmla="*/ 297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71">
                    <a:moveTo>
                      <a:pt x="24" y="6"/>
                    </a:moveTo>
                    <a:cubicBezTo>
                      <a:pt x="15" y="10"/>
                      <a:pt x="6" y="19"/>
                      <a:pt x="4" y="24"/>
                    </a:cubicBezTo>
                    <a:cubicBezTo>
                      <a:pt x="0" y="31"/>
                      <a:pt x="0" y="31"/>
                      <a:pt x="4" y="36"/>
                    </a:cubicBezTo>
                    <a:cubicBezTo>
                      <a:pt x="7" y="41"/>
                      <a:pt x="9" y="45"/>
                      <a:pt x="10" y="52"/>
                    </a:cubicBezTo>
                    <a:cubicBezTo>
                      <a:pt x="14" y="65"/>
                      <a:pt x="24" y="58"/>
                      <a:pt x="35" y="59"/>
                    </a:cubicBezTo>
                    <a:cubicBezTo>
                      <a:pt x="46" y="60"/>
                      <a:pt x="52" y="71"/>
                      <a:pt x="64" y="70"/>
                    </a:cubicBezTo>
                    <a:cubicBezTo>
                      <a:pt x="75" y="70"/>
                      <a:pt x="79" y="50"/>
                      <a:pt x="79" y="41"/>
                    </a:cubicBezTo>
                    <a:cubicBezTo>
                      <a:pt x="79" y="36"/>
                      <a:pt x="77" y="33"/>
                      <a:pt x="75" y="28"/>
                    </a:cubicBezTo>
                    <a:cubicBezTo>
                      <a:pt x="74" y="24"/>
                      <a:pt x="75" y="20"/>
                      <a:pt x="73" y="16"/>
                    </a:cubicBezTo>
                    <a:cubicBezTo>
                      <a:pt x="67" y="3"/>
                      <a:pt x="59" y="0"/>
                      <a:pt x="46" y="1"/>
                    </a:cubicBezTo>
                    <a:cubicBezTo>
                      <a:pt x="42" y="1"/>
                      <a:pt x="33" y="2"/>
                      <a:pt x="24" y="6"/>
                    </a:cubicBezTo>
                    <a:close/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4" name="Freeform 381">
                <a:extLst>
                  <a:ext uri="{FF2B5EF4-FFF2-40B4-BE49-F238E27FC236}">
                    <a16:creationId xmlns:a16="http://schemas.microsoft.com/office/drawing/2014/main" id="{D0341442-A928-4D2C-83EC-AEA7CC2A1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768"/>
                <a:ext cx="329" cy="278"/>
              </a:xfrm>
              <a:custGeom>
                <a:avLst/>
                <a:gdLst>
                  <a:gd name="T0" fmla="*/ 446 w 96"/>
                  <a:gd name="T1" fmla="*/ 1858 h 76"/>
                  <a:gd name="T2" fmla="*/ 1528 w 96"/>
                  <a:gd name="T3" fmla="*/ 3277 h 76"/>
                  <a:gd name="T4" fmla="*/ 2491 w 96"/>
                  <a:gd name="T5" fmla="*/ 3625 h 76"/>
                  <a:gd name="T6" fmla="*/ 3300 w 96"/>
                  <a:gd name="T7" fmla="*/ 3332 h 76"/>
                  <a:gd name="T8" fmla="*/ 3417 w 96"/>
                  <a:gd name="T9" fmla="*/ 1566 h 76"/>
                  <a:gd name="T10" fmla="*/ 2982 w 96"/>
                  <a:gd name="T11" fmla="*/ 830 h 76"/>
                  <a:gd name="T12" fmla="*/ 2420 w 96"/>
                  <a:gd name="T13" fmla="*/ 201 h 76"/>
                  <a:gd name="T14" fmla="*/ 963 w 96"/>
                  <a:gd name="T15" fmla="*/ 494 h 76"/>
                  <a:gd name="T16" fmla="*/ 600 w 96"/>
                  <a:gd name="T17" fmla="*/ 1178 h 76"/>
                  <a:gd name="T18" fmla="*/ 401 w 96"/>
                  <a:gd name="T19" fmla="*/ 1858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6">
                    <a:moveTo>
                      <a:pt x="11" y="38"/>
                    </a:moveTo>
                    <a:cubicBezTo>
                      <a:pt x="0" y="58"/>
                      <a:pt x="18" y="76"/>
                      <a:pt x="38" y="67"/>
                    </a:cubicBezTo>
                    <a:cubicBezTo>
                      <a:pt x="50" y="61"/>
                      <a:pt x="50" y="74"/>
                      <a:pt x="62" y="74"/>
                    </a:cubicBezTo>
                    <a:cubicBezTo>
                      <a:pt x="68" y="74"/>
                      <a:pt x="78" y="72"/>
                      <a:pt x="82" y="68"/>
                    </a:cubicBezTo>
                    <a:cubicBezTo>
                      <a:pt x="91" y="57"/>
                      <a:pt x="96" y="43"/>
                      <a:pt x="85" y="32"/>
                    </a:cubicBezTo>
                    <a:cubicBezTo>
                      <a:pt x="79" y="27"/>
                      <a:pt x="78" y="25"/>
                      <a:pt x="74" y="17"/>
                    </a:cubicBezTo>
                    <a:cubicBezTo>
                      <a:pt x="71" y="10"/>
                      <a:pt x="67" y="6"/>
                      <a:pt x="60" y="4"/>
                    </a:cubicBezTo>
                    <a:cubicBezTo>
                      <a:pt x="47" y="0"/>
                      <a:pt x="35" y="3"/>
                      <a:pt x="24" y="10"/>
                    </a:cubicBezTo>
                    <a:cubicBezTo>
                      <a:pt x="18" y="13"/>
                      <a:pt x="17" y="18"/>
                      <a:pt x="15" y="24"/>
                    </a:cubicBezTo>
                    <a:cubicBezTo>
                      <a:pt x="14" y="28"/>
                      <a:pt x="13" y="34"/>
                      <a:pt x="10" y="38"/>
                    </a:cubicBezTo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5" name="Freeform 382">
                <a:extLst>
                  <a:ext uri="{FF2B5EF4-FFF2-40B4-BE49-F238E27FC236}">
                    <a16:creationId xmlns:a16="http://schemas.microsoft.com/office/drawing/2014/main" id="{252484EC-6333-467E-A73E-A512873A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794"/>
                <a:ext cx="260" cy="282"/>
              </a:xfrm>
              <a:custGeom>
                <a:avLst/>
                <a:gdLst>
                  <a:gd name="T0" fmla="*/ 0 w 76"/>
                  <a:gd name="T1" fmla="*/ 978 h 77"/>
                  <a:gd name="T2" fmla="*/ 1324 w 76"/>
                  <a:gd name="T3" fmla="*/ 297 h 77"/>
                  <a:gd name="T4" fmla="*/ 1687 w 76"/>
                  <a:gd name="T5" fmla="*/ 831 h 77"/>
                  <a:gd name="T6" fmla="*/ 2528 w 76"/>
                  <a:gd name="T7" fmla="*/ 1128 h 77"/>
                  <a:gd name="T8" fmla="*/ 2925 w 76"/>
                  <a:gd name="T9" fmla="*/ 2655 h 77"/>
                  <a:gd name="T10" fmla="*/ 2316 w 76"/>
                  <a:gd name="T11" fmla="*/ 3395 h 77"/>
                  <a:gd name="T12" fmla="*/ 759 w 76"/>
                  <a:gd name="T13" fmla="*/ 3340 h 77"/>
                  <a:gd name="T14" fmla="*/ 281 w 76"/>
                  <a:gd name="T15" fmla="*/ 2897 h 77"/>
                  <a:gd name="T16" fmla="*/ 34 w 76"/>
                  <a:gd name="T17" fmla="*/ 284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77">
                    <a:moveTo>
                      <a:pt x="0" y="20"/>
                    </a:moveTo>
                    <a:cubicBezTo>
                      <a:pt x="2" y="9"/>
                      <a:pt x="24" y="0"/>
                      <a:pt x="33" y="6"/>
                    </a:cubicBezTo>
                    <a:cubicBezTo>
                      <a:pt x="37" y="9"/>
                      <a:pt x="38" y="14"/>
                      <a:pt x="42" y="17"/>
                    </a:cubicBezTo>
                    <a:cubicBezTo>
                      <a:pt x="49" y="21"/>
                      <a:pt x="57" y="19"/>
                      <a:pt x="63" y="23"/>
                    </a:cubicBezTo>
                    <a:cubicBezTo>
                      <a:pt x="72" y="29"/>
                      <a:pt x="76" y="45"/>
                      <a:pt x="73" y="54"/>
                    </a:cubicBezTo>
                    <a:cubicBezTo>
                      <a:pt x="72" y="63"/>
                      <a:pt x="66" y="67"/>
                      <a:pt x="58" y="69"/>
                    </a:cubicBezTo>
                    <a:cubicBezTo>
                      <a:pt x="44" y="73"/>
                      <a:pt x="31" y="77"/>
                      <a:pt x="19" y="68"/>
                    </a:cubicBezTo>
                    <a:cubicBezTo>
                      <a:pt x="15" y="64"/>
                      <a:pt x="12" y="61"/>
                      <a:pt x="7" y="59"/>
                    </a:cubicBezTo>
                    <a:cubicBezTo>
                      <a:pt x="5" y="59"/>
                      <a:pt x="2" y="59"/>
                      <a:pt x="1" y="58"/>
                    </a:cubicBezTo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6" name="Freeform 383">
                <a:extLst>
                  <a:ext uri="{FF2B5EF4-FFF2-40B4-BE49-F238E27FC236}">
                    <a16:creationId xmlns:a16="http://schemas.microsoft.com/office/drawing/2014/main" id="{E42572F3-791D-4B6A-82DC-A51D57DB7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615"/>
                <a:ext cx="247" cy="314"/>
              </a:xfrm>
              <a:custGeom>
                <a:avLst/>
                <a:gdLst>
                  <a:gd name="T0" fmla="*/ 117 w 72"/>
                  <a:gd name="T1" fmla="*/ 2147 h 86"/>
                  <a:gd name="T2" fmla="*/ 199 w 72"/>
                  <a:gd name="T3" fmla="*/ 1358 h 86"/>
                  <a:gd name="T4" fmla="*/ 528 w 72"/>
                  <a:gd name="T5" fmla="*/ 734 h 86"/>
                  <a:gd name="T6" fmla="*/ 1695 w 72"/>
                  <a:gd name="T7" fmla="*/ 201 h 86"/>
                  <a:gd name="T8" fmla="*/ 2624 w 72"/>
                  <a:gd name="T9" fmla="*/ 880 h 86"/>
                  <a:gd name="T10" fmla="*/ 2261 w 72"/>
                  <a:gd name="T11" fmla="*/ 2439 h 86"/>
                  <a:gd name="T12" fmla="*/ 2058 w 72"/>
                  <a:gd name="T13" fmla="*/ 3067 h 86"/>
                  <a:gd name="T14" fmla="*/ 1695 w 72"/>
                  <a:gd name="T15" fmla="*/ 3414 h 86"/>
                  <a:gd name="T16" fmla="*/ 1012 w 72"/>
                  <a:gd name="T17" fmla="*/ 3947 h 86"/>
                  <a:gd name="T18" fmla="*/ 364 w 72"/>
                  <a:gd name="T19" fmla="*/ 3841 h 86"/>
                  <a:gd name="T20" fmla="*/ 281 w 72"/>
                  <a:gd name="T21" fmla="*/ 3118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86">
                    <a:moveTo>
                      <a:pt x="3" y="44"/>
                    </a:moveTo>
                    <a:cubicBezTo>
                      <a:pt x="0" y="37"/>
                      <a:pt x="0" y="32"/>
                      <a:pt x="5" y="28"/>
                    </a:cubicBezTo>
                    <a:cubicBezTo>
                      <a:pt x="10" y="22"/>
                      <a:pt x="11" y="22"/>
                      <a:pt x="13" y="15"/>
                    </a:cubicBezTo>
                    <a:cubicBezTo>
                      <a:pt x="17" y="1"/>
                      <a:pt x="30" y="0"/>
                      <a:pt x="42" y="4"/>
                    </a:cubicBezTo>
                    <a:cubicBezTo>
                      <a:pt x="53" y="8"/>
                      <a:pt x="58" y="7"/>
                      <a:pt x="65" y="18"/>
                    </a:cubicBezTo>
                    <a:cubicBezTo>
                      <a:pt x="72" y="32"/>
                      <a:pt x="63" y="38"/>
                      <a:pt x="56" y="50"/>
                    </a:cubicBezTo>
                    <a:cubicBezTo>
                      <a:pt x="54" y="54"/>
                      <a:pt x="54" y="60"/>
                      <a:pt x="51" y="63"/>
                    </a:cubicBezTo>
                    <a:cubicBezTo>
                      <a:pt x="49" y="66"/>
                      <a:pt x="45" y="67"/>
                      <a:pt x="42" y="70"/>
                    </a:cubicBezTo>
                    <a:cubicBezTo>
                      <a:pt x="36" y="75"/>
                      <a:pt x="33" y="80"/>
                      <a:pt x="25" y="81"/>
                    </a:cubicBezTo>
                    <a:cubicBezTo>
                      <a:pt x="19" y="82"/>
                      <a:pt x="11" y="86"/>
                      <a:pt x="9" y="79"/>
                    </a:cubicBezTo>
                    <a:cubicBezTo>
                      <a:pt x="7" y="74"/>
                      <a:pt x="10" y="70"/>
                      <a:pt x="7" y="64"/>
                    </a:cubicBezTo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7" name="Freeform 384">
                <a:extLst>
                  <a:ext uri="{FF2B5EF4-FFF2-40B4-BE49-F238E27FC236}">
                    <a16:creationId xmlns:a16="http://schemas.microsoft.com/office/drawing/2014/main" id="{CC125B95-4ED1-48C4-A6A2-BC54BE69A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615"/>
                <a:ext cx="247" cy="314"/>
              </a:xfrm>
              <a:custGeom>
                <a:avLst/>
                <a:gdLst>
                  <a:gd name="T0" fmla="*/ 117 w 72"/>
                  <a:gd name="T1" fmla="*/ 2147 h 86"/>
                  <a:gd name="T2" fmla="*/ 199 w 72"/>
                  <a:gd name="T3" fmla="*/ 1358 h 86"/>
                  <a:gd name="T4" fmla="*/ 528 w 72"/>
                  <a:gd name="T5" fmla="*/ 734 h 86"/>
                  <a:gd name="T6" fmla="*/ 1695 w 72"/>
                  <a:gd name="T7" fmla="*/ 201 h 86"/>
                  <a:gd name="T8" fmla="*/ 2624 w 72"/>
                  <a:gd name="T9" fmla="*/ 880 h 86"/>
                  <a:gd name="T10" fmla="*/ 2261 w 72"/>
                  <a:gd name="T11" fmla="*/ 2439 h 86"/>
                  <a:gd name="T12" fmla="*/ 2058 w 72"/>
                  <a:gd name="T13" fmla="*/ 3067 h 86"/>
                  <a:gd name="T14" fmla="*/ 1695 w 72"/>
                  <a:gd name="T15" fmla="*/ 3414 h 86"/>
                  <a:gd name="T16" fmla="*/ 1012 w 72"/>
                  <a:gd name="T17" fmla="*/ 3947 h 86"/>
                  <a:gd name="T18" fmla="*/ 364 w 72"/>
                  <a:gd name="T19" fmla="*/ 3841 h 86"/>
                  <a:gd name="T20" fmla="*/ 281 w 72"/>
                  <a:gd name="T21" fmla="*/ 3118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86">
                    <a:moveTo>
                      <a:pt x="3" y="44"/>
                    </a:moveTo>
                    <a:cubicBezTo>
                      <a:pt x="0" y="37"/>
                      <a:pt x="0" y="32"/>
                      <a:pt x="5" y="28"/>
                    </a:cubicBezTo>
                    <a:cubicBezTo>
                      <a:pt x="10" y="22"/>
                      <a:pt x="11" y="22"/>
                      <a:pt x="13" y="15"/>
                    </a:cubicBezTo>
                    <a:cubicBezTo>
                      <a:pt x="17" y="1"/>
                      <a:pt x="30" y="0"/>
                      <a:pt x="42" y="4"/>
                    </a:cubicBezTo>
                    <a:cubicBezTo>
                      <a:pt x="53" y="8"/>
                      <a:pt x="58" y="7"/>
                      <a:pt x="65" y="18"/>
                    </a:cubicBezTo>
                    <a:cubicBezTo>
                      <a:pt x="72" y="32"/>
                      <a:pt x="63" y="38"/>
                      <a:pt x="56" y="50"/>
                    </a:cubicBezTo>
                    <a:cubicBezTo>
                      <a:pt x="54" y="54"/>
                      <a:pt x="54" y="60"/>
                      <a:pt x="51" y="63"/>
                    </a:cubicBezTo>
                    <a:cubicBezTo>
                      <a:pt x="49" y="66"/>
                      <a:pt x="45" y="67"/>
                      <a:pt x="42" y="70"/>
                    </a:cubicBezTo>
                    <a:cubicBezTo>
                      <a:pt x="36" y="75"/>
                      <a:pt x="33" y="80"/>
                      <a:pt x="25" y="81"/>
                    </a:cubicBezTo>
                    <a:cubicBezTo>
                      <a:pt x="19" y="82"/>
                      <a:pt x="11" y="86"/>
                      <a:pt x="9" y="79"/>
                    </a:cubicBezTo>
                    <a:cubicBezTo>
                      <a:pt x="7" y="74"/>
                      <a:pt x="10" y="70"/>
                      <a:pt x="7" y="6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8" name="Freeform 385">
                <a:extLst>
                  <a:ext uri="{FF2B5EF4-FFF2-40B4-BE49-F238E27FC236}">
                    <a16:creationId xmlns:a16="http://schemas.microsoft.com/office/drawing/2014/main" id="{0EDCBCBA-D6B1-4A50-8261-5601C2FAC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381"/>
                <a:ext cx="210" cy="311"/>
              </a:xfrm>
              <a:custGeom>
                <a:avLst/>
                <a:gdLst>
                  <a:gd name="T0" fmla="*/ 1387 w 61"/>
                  <a:gd name="T1" fmla="*/ 882 h 85"/>
                  <a:gd name="T2" fmla="*/ 534 w 61"/>
                  <a:gd name="T3" fmla="*/ 494 h 85"/>
                  <a:gd name="T4" fmla="*/ 485 w 61"/>
                  <a:gd name="T5" fmla="*/ 1471 h 85"/>
                  <a:gd name="T6" fmla="*/ 248 w 61"/>
                  <a:gd name="T7" fmla="*/ 1862 h 85"/>
                  <a:gd name="T8" fmla="*/ 203 w 61"/>
                  <a:gd name="T9" fmla="*/ 3132 h 85"/>
                  <a:gd name="T10" fmla="*/ 771 w 61"/>
                  <a:gd name="T11" fmla="*/ 3922 h 85"/>
                  <a:gd name="T12" fmla="*/ 1470 w 61"/>
                  <a:gd name="T13" fmla="*/ 3922 h 85"/>
                  <a:gd name="T14" fmla="*/ 1838 w 61"/>
                  <a:gd name="T15" fmla="*/ 3520 h 85"/>
                  <a:gd name="T16" fmla="*/ 2241 w 61"/>
                  <a:gd name="T17" fmla="*/ 3428 h 85"/>
                  <a:gd name="T18" fmla="*/ 2455 w 61"/>
                  <a:gd name="T19" fmla="*/ 3132 h 85"/>
                  <a:gd name="T20" fmla="*/ 2203 w 61"/>
                  <a:gd name="T21" fmla="*/ 2839 h 85"/>
                  <a:gd name="T22" fmla="*/ 2086 w 61"/>
                  <a:gd name="T23" fmla="*/ 2543 h 85"/>
                  <a:gd name="T24" fmla="*/ 2086 w 61"/>
                  <a:gd name="T25" fmla="*/ 1954 h 85"/>
                  <a:gd name="T26" fmla="*/ 1921 w 61"/>
                  <a:gd name="T27" fmla="*/ 790 h 8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" h="85">
                    <a:moveTo>
                      <a:pt x="34" y="18"/>
                    </a:moveTo>
                    <a:cubicBezTo>
                      <a:pt x="28" y="14"/>
                      <a:pt x="21" y="0"/>
                      <a:pt x="13" y="10"/>
                    </a:cubicBezTo>
                    <a:cubicBezTo>
                      <a:pt x="8" y="16"/>
                      <a:pt x="15" y="23"/>
                      <a:pt x="12" y="30"/>
                    </a:cubicBezTo>
                    <a:cubicBezTo>
                      <a:pt x="11" y="34"/>
                      <a:pt x="8" y="35"/>
                      <a:pt x="6" y="38"/>
                    </a:cubicBezTo>
                    <a:cubicBezTo>
                      <a:pt x="0" y="47"/>
                      <a:pt x="4" y="55"/>
                      <a:pt x="5" y="64"/>
                    </a:cubicBezTo>
                    <a:cubicBezTo>
                      <a:pt x="7" y="74"/>
                      <a:pt x="10" y="76"/>
                      <a:pt x="19" y="80"/>
                    </a:cubicBezTo>
                    <a:cubicBezTo>
                      <a:pt x="25" y="82"/>
                      <a:pt x="31" y="85"/>
                      <a:pt x="36" y="80"/>
                    </a:cubicBezTo>
                    <a:cubicBezTo>
                      <a:pt x="40" y="78"/>
                      <a:pt x="40" y="74"/>
                      <a:pt x="45" y="72"/>
                    </a:cubicBezTo>
                    <a:cubicBezTo>
                      <a:pt x="49" y="70"/>
                      <a:pt x="52" y="71"/>
                      <a:pt x="55" y="70"/>
                    </a:cubicBezTo>
                    <a:cubicBezTo>
                      <a:pt x="59" y="69"/>
                      <a:pt x="60" y="69"/>
                      <a:pt x="60" y="64"/>
                    </a:cubicBezTo>
                    <a:cubicBezTo>
                      <a:pt x="61" y="58"/>
                      <a:pt x="58" y="60"/>
                      <a:pt x="54" y="58"/>
                    </a:cubicBezTo>
                    <a:cubicBezTo>
                      <a:pt x="52" y="56"/>
                      <a:pt x="51" y="54"/>
                      <a:pt x="51" y="52"/>
                    </a:cubicBezTo>
                    <a:cubicBezTo>
                      <a:pt x="51" y="48"/>
                      <a:pt x="50" y="43"/>
                      <a:pt x="51" y="40"/>
                    </a:cubicBezTo>
                    <a:cubicBezTo>
                      <a:pt x="54" y="31"/>
                      <a:pt x="54" y="22"/>
                      <a:pt x="47" y="16"/>
                    </a:cubicBezTo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9" name="Freeform 386">
                <a:extLst>
                  <a:ext uri="{FF2B5EF4-FFF2-40B4-BE49-F238E27FC236}">
                    <a16:creationId xmlns:a16="http://schemas.microsoft.com/office/drawing/2014/main" id="{8D06B918-FFE3-4F3E-A370-A72721E55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476"/>
                <a:ext cx="240" cy="333"/>
              </a:xfrm>
              <a:custGeom>
                <a:avLst/>
                <a:gdLst>
                  <a:gd name="T0" fmla="*/ 929 w 70"/>
                  <a:gd name="T1" fmla="*/ 684 h 91"/>
                  <a:gd name="T2" fmla="*/ 165 w 70"/>
                  <a:gd name="T3" fmla="*/ 1621 h 91"/>
                  <a:gd name="T4" fmla="*/ 566 w 70"/>
                  <a:gd name="T5" fmla="*/ 2891 h 91"/>
                  <a:gd name="T6" fmla="*/ 363 w 70"/>
                  <a:gd name="T7" fmla="*/ 3630 h 91"/>
                  <a:gd name="T8" fmla="*/ 847 w 70"/>
                  <a:gd name="T9" fmla="*/ 3923 h 91"/>
                  <a:gd name="T10" fmla="*/ 1162 w 70"/>
                  <a:gd name="T11" fmla="*/ 4109 h 91"/>
                  <a:gd name="T12" fmla="*/ 1810 w 70"/>
                  <a:gd name="T13" fmla="*/ 4069 h 91"/>
                  <a:gd name="T14" fmla="*/ 2091 w 70"/>
                  <a:gd name="T15" fmla="*/ 3041 h 91"/>
                  <a:gd name="T16" fmla="*/ 2376 w 70"/>
                  <a:gd name="T17" fmla="*/ 2745 h 91"/>
                  <a:gd name="T18" fmla="*/ 2705 w 70"/>
                  <a:gd name="T19" fmla="*/ 2064 h 91"/>
                  <a:gd name="T20" fmla="*/ 1574 w 70"/>
                  <a:gd name="T21" fmla="*/ 242 h 91"/>
                  <a:gd name="T22" fmla="*/ 929 w 70"/>
                  <a:gd name="T23" fmla="*/ 886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" h="91">
                    <a:moveTo>
                      <a:pt x="23" y="14"/>
                    </a:moveTo>
                    <a:cubicBezTo>
                      <a:pt x="12" y="17"/>
                      <a:pt x="0" y="21"/>
                      <a:pt x="4" y="33"/>
                    </a:cubicBezTo>
                    <a:cubicBezTo>
                      <a:pt x="6" y="39"/>
                      <a:pt x="18" y="52"/>
                      <a:pt x="14" y="59"/>
                    </a:cubicBezTo>
                    <a:cubicBezTo>
                      <a:pt x="11" y="64"/>
                      <a:pt x="6" y="67"/>
                      <a:pt x="9" y="74"/>
                    </a:cubicBezTo>
                    <a:cubicBezTo>
                      <a:pt x="12" y="80"/>
                      <a:pt x="16" y="79"/>
                      <a:pt x="21" y="80"/>
                    </a:cubicBezTo>
                    <a:cubicBezTo>
                      <a:pt x="26" y="81"/>
                      <a:pt x="26" y="81"/>
                      <a:pt x="29" y="84"/>
                    </a:cubicBezTo>
                    <a:cubicBezTo>
                      <a:pt x="35" y="91"/>
                      <a:pt x="38" y="90"/>
                      <a:pt x="45" y="83"/>
                    </a:cubicBezTo>
                    <a:cubicBezTo>
                      <a:pt x="52" y="76"/>
                      <a:pt x="50" y="70"/>
                      <a:pt x="52" y="62"/>
                    </a:cubicBezTo>
                    <a:cubicBezTo>
                      <a:pt x="54" y="56"/>
                      <a:pt x="55" y="59"/>
                      <a:pt x="59" y="56"/>
                    </a:cubicBezTo>
                    <a:cubicBezTo>
                      <a:pt x="63" y="52"/>
                      <a:pt x="66" y="47"/>
                      <a:pt x="67" y="42"/>
                    </a:cubicBezTo>
                    <a:cubicBezTo>
                      <a:pt x="70" y="26"/>
                      <a:pt x="58" y="0"/>
                      <a:pt x="39" y="5"/>
                    </a:cubicBezTo>
                    <a:cubicBezTo>
                      <a:pt x="31" y="7"/>
                      <a:pt x="28" y="13"/>
                      <a:pt x="23" y="18"/>
                    </a:cubicBezTo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0" name="Freeform 387">
                <a:extLst>
                  <a:ext uri="{FF2B5EF4-FFF2-40B4-BE49-F238E27FC236}">
                    <a16:creationId xmlns:a16="http://schemas.microsoft.com/office/drawing/2014/main" id="{36806A66-4A46-4541-8036-1A9D7CDD6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640"/>
                <a:ext cx="271" cy="260"/>
              </a:xfrm>
              <a:custGeom>
                <a:avLst/>
                <a:gdLst>
                  <a:gd name="T0" fmla="*/ 964 w 79"/>
                  <a:gd name="T1" fmla="*/ 297 h 71"/>
                  <a:gd name="T2" fmla="*/ 165 w 79"/>
                  <a:gd name="T3" fmla="*/ 1179 h 71"/>
                  <a:gd name="T4" fmla="*/ 165 w 79"/>
                  <a:gd name="T5" fmla="*/ 1769 h 71"/>
                  <a:gd name="T6" fmla="*/ 401 w 79"/>
                  <a:gd name="T7" fmla="*/ 2549 h 71"/>
                  <a:gd name="T8" fmla="*/ 1413 w 79"/>
                  <a:gd name="T9" fmla="*/ 2897 h 71"/>
                  <a:gd name="T10" fmla="*/ 2590 w 79"/>
                  <a:gd name="T11" fmla="*/ 3431 h 71"/>
                  <a:gd name="T12" fmla="*/ 3190 w 79"/>
                  <a:gd name="T13" fmla="*/ 2010 h 71"/>
                  <a:gd name="T14" fmla="*/ 3026 w 79"/>
                  <a:gd name="T15" fmla="*/ 1381 h 71"/>
                  <a:gd name="T16" fmla="*/ 2943 w 79"/>
                  <a:gd name="T17" fmla="*/ 791 h 71"/>
                  <a:gd name="T18" fmla="*/ 1859 w 79"/>
                  <a:gd name="T19" fmla="*/ 55 h 71"/>
                  <a:gd name="T20" fmla="*/ 964 w 79"/>
                  <a:gd name="T21" fmla="*/ 297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71">
                    <a:moveTo>
                      <a:pt x="24" y="6"/>
                    </a:moveTo>
                    <a:cubicBezTo>
                      <a:pt x="15" y="10"/>
                      <a:pt x="6" y="19"/>
                      <a:pt x="4" y="24"/>
                    </a:cubicBezTo>
                    <a:cubicBezTo>
                      <a:pt x="0" y="31"/>
                      <a:pt x="0" y="31"/>
                      <a:pt x="4" y="36"/>
                    </a:cubicBezTo>
                    <a:cubicBezTo>
                      <a:pt x="7" y="41"/>
                      <a:pt x="9" y="45"/>
                      <a:pt x="10" y="52"/>
                    </a:cubicBezTo>
                    <a:cubicBezTo>
                      <a:pt x="14" y="65"/>
                      <a:pt x="24" y="58"/>
                      <a:pt x="35" y="59"/>
                    </a:cubicBezTo>
                    <a:cubicBezTo>
                      <a:pt x="46" y="60"/>
                      <a:pt x="52" y="71"/>
                      <a:pt x="64" y="70"/>
                    </a:cubicBezTo>
                    <a:cubicBezTo>
                      <a:pt x="75" y="70"/>
                      <a:pt x="79" y="50"/>
                      <a:pt x="79" y="41"/>
                    </a:cubicBezTo>
                    <a:cubicBezTo>
                      <a:pt x="79" y="36"/>
                      <a:pt x="77" y="33"/>
                      <a:pt x="75" y="28"/>
                    </a:cubicBezTo>
                    <a:cubicBezTo>
                      <a:pt x="74" y="24"/>
                      <a:pt x="75" y="20"/>
                      <a:pt x="73" y="16"/>
                    </a:cubicBezTo>
                    <a:cubicBezTo>
                      <a:pt x="67" y="3"/>
                      <a:pt x="59" y="0"/>
                      <a:pt x="46" y="1"/>
                    </a:cubicBezTo>
                    <a:cubicBezTo>
                      <a:pt x="42" y="1"/>
                      <a:pt x="33" y="2"/>
                      <a:pt x="24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1" name="Freeform 388">
                <a:extLst>
                  <a:ext uri="{FF2B5EF4-FFF2-40B4-BE49-F238E27FC236}">
                    <a16:creationId xmlns:a16="http://schemas.microsoft.com/office/drawing/2014/main" id="{1D6B39C6-8243-47A9-8728-43D506BC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768"/>
                <a:ext cx="329" cy="278"/>
              </a:xfrm>
              <a:custGeom>
                <a:avLst/>
                <a:gdLst>
                  <a:gd name="T0" fmla="*/ 446 w 96"/>
                  <a:gd name="T1" fmla="*/ 1858 h 76"/>
                  <a:gd name="T2" fmla="*/ 1528 w 96"/>
                  <a:gd name="T3" fmla="*/ 3277 h 76"/>
                  <a:gd name="T4" fmla="*/ 2491 w 96"/>
                  <a:gd name="T5" fmla="*/ 3625 h 76"/>
                  <a:gd name="T6" fmla="*/ 3300 w 96"/>
                  <a:gd name="T7" fmla="*/ 3332 h 76"/>
                  <a:gd name="T8" fmla="*/ 3417 w 96"/>
                  <a:gd name="T9" fmla="*/ 1566 h 76"/>
                  <a:gd name="T10" fmla="*/ 2982 w 96"/>
                  <a:gd name="T11" fmla="*/ 830 h 76"/>
                  <a:gd name="T12" fmla="*/ 2420 w 96"/>
                  <a:gd name="T13" fmla="*/ 201 h 76"/>
                  <a:gd name="T14" fmla="*/ 963 w 96"/>
                  <a:gd name="T15" fmla="*/ 494 h 76"/>
                  <a:gd name="T16" fmla="*/ 600 w 96"/>
                  <a:gd name="T17" fmla="*/ 1178 h 76"/>
                  <a:gd name="T18" fmla="*/ 401 w 96"/>
                  <a:gd name="T19" fmla="*/ 1858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6">
                    <a:moveTo>
                      <a:pt x="11" y="38"/>
                    </a:moveTo>
                    <a:cubicBezTo>
                      <a:pt x="0" y="58"/>
                      <a:pt x="18" y="76"/>
                      <a:pt x="38" y="67"/>
                    </a:cubicBezTo>
                    <a:cubicBezTo>
                      <a:pt x="50" y="61"/>
                      <a:pt x="50" y="74"/>
                      <a:pt x="62" y="74"/>
                    </a:cubicBezTo>
                    <a:cubicBezTo>
                      <a:pt x="68" y="74"/>
                      <a:pt x="78" y="72"/>
                      <a:pt x="82" y="68"/>
                    </a:cubicBezTo>
                    <a:cubicBezTo>
                      <a:pt x="91" y="57"/>
                      <a:pt x="96" y="43"/>
                      <a:pt x="85" y="32"/>
                    </a:cubicBezTo>
                    <a:cubicBezTo>
                      <a:pt x="79" y="27"/>
                      <a:pt x="78" y="25"/>
                      <a:pt x="74" y="17"/>
                    </a:cubicBezTo>
                    <a:cubicBezTo>
                      <a:pt x="71" y="10"/>
                      <a:pt x="67" y="6"/>
                      <a:pt x="60" y="4"/>
                    </a:cubicBezTo>
                    <a:cubicBezTo>
                      <a:pt x="47" y="0"/>
                      <a:pt x="35" y="3"/>
                      <a:pt x="24" y="10"/>
                    </a:cubicBezTo>
                    <a:cubicBezTo>
                      <a:pt x="18" y="13"/>
                      <a:pt x="17" y="18"/>
                      <a:pt x="15" y="24"/>
                    </a:cubicBezTo>
                    <a:cubicBezTo>
                      <a:pt x="14" y="28"/>
                      <a:pt x="13" y="34"/>
                      <a:pt x="10" y="38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2" name="Freeform 389">
                <a:extLst>
                  <a:ext uri="{FF2B5EF4-FFF2-40B4-BE49-F238E27FC236}">
                    <a16:creationId xmlns:a16="http://schemas.microsoft.com/office/drawing/2014/main" id="{F434BAF7-AEBA-4907-9126-C52813BAC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794"/>
                <a:ext cx="260" cy="282"/>
              </a:xfrm>
              <a:custGeom>
                <a:avLst/>
                <a:gdLst>
                  <a:gd name="T0" fmla="*/ 0 w 76"/>
                  <a:gd name="T1" fmla="*/ 978 h 77"/>
                  <a:gd name="T2" fmla="*/ 1324 w 76"/>
                  <a:gd name="T3" fmla="*/ 297 h 77"/>
                  <a:gd name="T4" fmla="*/ 1687 w 76"/>
                  <a:gd name="T5" fmla="*/ 831 h 77"/>
                  <a:gd name="T6" fmla="*/ 2528 w 76"/>
                  <a:gd name="T7" fmla="*/ 1128 h 77"/>
                  <a:gd name="T8" fmla="*/ 2925 w 76"/>
                  <a:gd name="T9" fmla="*/ 2655 h 77"/>
                  <a:gd name="T10" fmla="*/ 2316 w 76"/>
                  <a:gd name="T11" fmla="*/ 3395 h 77"/>
                  <a:gd name="T12" fmla="*/ 759 w 76"/>
                  <a:gd name="T13" fmla="*/ 3340 h 77"/>
                  <a:gd name="T14" fmla="*/ 281 w 76"/>
                  <a:gd name="T15" fmla="*/ 2897 h 77"/>
                  <a:gd name="T16" fmla="*/ 34 w 76"/>
                  <a:gd name="T17" fmla="*/ 284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77">
                    <a:moveTo>
                      <a:pt x="0" y="20"/>
                    </a:moveTo>
                    <a:cubicBezTo>
                      <a:pt x="2" y="9"/>
                      <a:pt x="24" y="0"/>
                      <a:pt x="33" y="6"/>
                    </a:cubicBezTo>
                    <a:cubicBezTo>
                      <a:pt x="37" y="9"/>
                      <a:pt x="38" y="14"/>
                      <a:pt x="42" y="17"/>
                    </a:cubicBezTo>
                    <a:cubicBezTo>
                      <a:pt x="49" y="21"/>
                      <a:pt x="57" y="19"/>
                      <a:pt x="63" y="23"/>
                    </a:cubicBezTo>
                    <a:cubicBezTo>
                      <a:pt x="72" y="29"/>
                      <a:pt x="76" y="45"/>
                      <a:pt x="73" y="54"/>
                    </a:cubicBezTo>
                    <a:cubicBezTo>
                      <a:pt x="72" y="63"/>
                      <a:pt x="66" y="67"/>
                      <a:pt x="58" y="69"/>
                    </a:cubicBezTo>
                    <a:cubicBezTo>
                      <a:pt x="44" y="73"/>
                      <a:pt x="31" y="77"/>
                      <a:pt x="19" y="68"/>
                    </a:cubicBezTo>
                    <a:cubicBezTo>
                      <a:pt x="15" y="64"/>
                      <a:pt x="12" y="61"/>
                      <a:pt x="7" y="59"/>
                    </a:cubicBezTo>
                    <a:cubicBezTo>
                      <a:pt x="5" y="59"/>
                      <a:pt x="2" y="59"/>
                      <a:pt x="1" y="58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9341" name="Freeform 390">
              <a:extLst>
                <a:ext uri="{FF2B5EF4-FFF2-40B4-BE49-F238E27FC236}">
                  <a16:creationId xmlns:a16="http://schemas.microsoft.com/office/drawing/2014/main" id="{345AAB00-302F-49CE-9D20-0F06ECF90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29"/>
              <a:ext cx="210" cy="311"/>
            </a:xfrm>
            <a:custGeom>
              <a:avLst/>
              <a:gdLst>
                <a:gd name="T0" fmla="*/ 1387 w 61"/>
                <a:gd name="T1" fmla="*/ 882 h 85"/>
                <a:gd name="T2" fmla="*/ 534 w 61"/>
                <a:gd name="T3" fmla="*/ 494 h 85"/>
                <a:gd name="T4" fmla="*/ 485 w 61"/>
                <a:gd name="T5" fmla="*/ 1471 h 85"/>
                <a:gd name="T6" fmla="*/ 248 w 61"/>
                <a:gd name="T7" fmla="*/ 1862 h 85"/>
                <a:gd name="T8" fmla="*/ 203 w 61"/>
                <a:gd name="T9" fmla="*/ 3132 h 85"/>
                <a:gd name="T10" fmla="*/ 771 w 61"/>
                <a:gd name="T11" fmla="*/ 3922 h 85"/>
                <a:gd name="T12" fmla="*/ 1470 w 61"/>
                <a:gd name="T13" fmla="*/ 3922 h 85"/>
                <a:gd name="T14" fmla="*/ 1838 w 61"/>
                <a:gd name="T15" fmla="*/ 3520 h 85"/>
                <a:gd name="T16" fmla="*/ 2241 w 61"/>
                <a:gd name="T17" fmla="*/ 3428 h 85"/>
                <a:gd name="T18" fmla="*/ 2455 w 61"/>
                <a:gd name="T19" fmla="*/ 3132 h 85"/>
                <a:gd name="T20" fmla="*/ 2203 w 61"/>
                <a:gd name="T21" fmla="*/ 2839 h 85"/>
                <a:gd name="T22" fmla="*/ 2086 w 61"/>
                <a:gd name="T23" fmla="*/ 2543 h 85"/>
                <a:gd name="T24" fmla="*/ 2086 w 61"/>
                <a:gd name="T25" fmla="*/ 1954 h 85"/>
                <a:gd name="T26" fmla="*/ 1921 w 61"/>
                <a:gd name="T27" fmla="*/ 790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1" h="85">
                  <a:moveTo>
                    <a:pt x="34" y="18"/>
                  </a:moveTo>
                  <a:cubicBezTo>
                    <a:pt x="28" y="14"/>
                    <a:pt x="21" y="0"/>
                    <a:pt x="13" y="10"/>
                  </a:cubicBezTo>
                  <a:cubicBezTo>
                    <a:pt x="8" y="16"/>
                    <a:pt x="15" y="23"/>
                    <a:pt x="12" y="30"/>
                  </a:cubicBezTo>
                  <a:cubicBezTo>
                    <a:pt x="11" y="34"/>
                    <a:pt x="8" y="35"/>
                    <a:pt x="6" y="38"/>
                  </a:cubicBezTo>
                  <a:cubicBezTo>
                    <a:pt x="0" y="47"/>
                    <a:pt x="4" y="55"/>
                    <a:pt x="5" y="64"/>
                  </a:cubicBezTo>
                  <a:cubicBezTo>
                    <a:pt x="7" y="74"/>
                    <a:pt x="10" y="76"/>
                    <a:pt x="19" y="80"/>
                  </a:cubicBezTo>
                  <a:cubicBezTo>
                    <a:pt x="25" y="82"/>
                    <a:pt x="31" y="85"/>
                    <a:pt x="36" y="80"/>
                  </a:cubicBezTo>
                  <a:cubicBezTo>
                    <a:pt x="40" y="78"/>
                    <a:pt x="40" y="74"/>
                    <a:pt x="45" y="72"/>
                  </a:cubicBezTo>
                  <a:cubicBezTo>
                    <a:pt x="49" y="70"/>
                    <a:pt x="52" y="71"/>
                    <a:pt x="55" y="70"/>
                  </a:cubicBezTo>
                  <a:cubicBezTo>
                    <a:pt x="59" y="69"/>
                    <a:pt x="60" y="69"/>
                    <a:pt x="60" y="64"/>
                  </a:cubicBezTo>
                  <a:cubicBezTo>
                    <a:pt x="61" y="58"/>
                    <a:pt x="58" y="60"/>
                    <a:pt x="54" y="58"/>
                  </a:cubicBezTo>
                  <a:cubicBezTo>
                    <a:pt x="52" y="56"/>
                    <a:pt x="51" y="54"/>
                    <a:pt x="51" y="52"/>
                  </a:cubicBezTo>
                  <a:cubicBezTo>
                    <a:pt x="51" y="48"/>
                    <a:pt x="50" y="43"/>
                    <a:pt x="51" y="40"/>
                  </a:cubicBezTo>
                  <a:cubicBezTo>
                    <a:pt x="54" y="31"/>
                    <a:pt x="54" y="22"/>
                    <a:pt x="47" y="1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2" name="Freeform 391">
              <a:extLst>
                <a:ext uri="{FF2B5EF4-FFF2-40B4-BE49-F238E27FC236}">
                  <a16:creationId xmlns:a16="http://schemas.microsoft.com/office/drawing/2014/main" id="{3D3AC11F-20D2-4A39-BACB-DF48A11CB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324"/>
              <a:ext cx="240" cy="333"/>
            </a:xfrm>
            <a:custGeom>
              <a:avLst/>
              <a:gdLst>
                <a:gd name="T0" fmla="*/ 929 w 70"/>
                <a:gd name="T1" fmla="*/ 684 h 91"/>
                <a:gd name="T2" fmla="*/ 165 w 70"/>
                <a:gd name="T3" fmla="*/ 1621 h 91"/>
                <a:gd name="T4" fmla="*/ 566 w 70"/>
                <a:gd name="T5" fmla="*/ 2891 h 91"/>
                <a:gd name="T6" fmla="*/ 363 w 70"/>
                <a:gd name="T7" fmla="*/ 3630 h 91"/>
                <a:gd name="T8" fmla="*/ 847 w 70"/>
                <a:gd name="T9" fmla="*/ 3923 h 91"/>
                <a:gd name="T10" fmla="*/ 1162 w 70"/>
                <a:gd name="T11" fmla="*/ 4109 h 91"/>
                <a:gd name="T12" fmla="*/ 1810 w 70"/>
                <a:gd name="T13" fmla="*/ 4069 h 91"/>
                <a:gd name="T14" fmla="*/ 2091 w 70"/>
                <a:gd name="T15" fmla="*/ 3041 h 91"/>
                <a:gd name="T16" fmla="*/ 2376 w 70"/>
                <a:gd name="T17" fmla="*/ 2745 h 91"/>
                <a:gd name="T18" fmla="*/ 2705 w 70"/>
                <a:gd name="T19" fmla="*/ 2064 h 91"/>
                <a:gd name="T20" fmla="*/ 1574 w 70"/>
                <a:gd name="T21" fmla="*/ 242 h 91"/>
                <a:gd name="T22" fmla="*/ 929 w 70"/>
                <a:gd name="T23" fmla="*/ 886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91">
                  <a:moveTo>
                    <a:pt x="23" y="14"/>
                  </a:moveTo>
                  <a:cubicBezTo>
                    <a:pt x="12" y="17"/>
                    <a:pt x="0" y="21"/>
                    <a:pt x="4" y="33"/>
                  </a:cubicBezTo>
                  <a:cubicBezTo>
                    <a:pt x="6" y="39"/>
                    <a:pt x="18" y="52"/>
                    <a:pt x="14" y="59"/>
                  </a:cubicBezTo>
                  <a:cubicBezTo>
                    <a:pt x="11" y="64"/>
                    <a:pt x="6" y="67"/>
                    <a:pt x="9" y="74"/>
                  </a:cubicBezTo>
                  <a:cubicBezTo>
                    <a:pt x="12" y="80"/>
                    <a:pt x="16" y="79"/>
                    <a:pt x="21" y="80"/>
                  </a:cubicBezTo>
                  <a:cubicBezTo>
                    <a:pt x="26" y="81"/>
                    <a:pt x="26" y="81"/>
                    <a:pt x="29" y="84"/>
                  </a:cubicBezTo>
                  <a:cubicBezTo>
                    <a:pt x="35" y="91"/>
                    <a:pt x="38" y="90"/>
                    <a:pt x="45" y="83"/>
                  </a:cubicBezTo>
                  <a:cubicBezTo>
                    <a:pt x="52" y="76"/>
                    <a:pt x="50" y="70"/>
                    <a:pt x="52" y="62"/>
                  </a:cubicBezTo>
                  <a:cubicBezTo>
                    <a:pt x="54" y="56"/>
                    <a:pt x="55" y="59"/>
                    <a:pt x="59" y="56"/>
                  </a:cubicBezTo>
                  <a:cubicBezTo>
                    <a:pt x="63" y="52"/>
                    <a:pt x="66" y="47"/>
                    <a:pt x="67" y="42"/>
                  </a:cubicBezTo>
                  <a:cubicBezTo>
                    <a:pt x="70" y="26"/>
                    <a:pt x="58" y="0"/>
                    <a:pt x="39" y="5"/>
                  </a:cubicBezTo>
                  <a:cubicBezTo>
                    <a:pt x="31" y="7"/>
                    <a:pt x="28" y="13"/>
                    <a:pt x="23" y="1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3" name="Freeform 392">
              <a:extLst>
                <a:ext uri="{FF2B5EF4-FFF2-40B4-BE49-F238E27FC236}">
                  <a16:creationId xmlns:a16="http://schemas.microsoft.com/office/drawing/2014/main" id="{B1587CA8-28FD-47E3-B288-C4D60AB75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315"/>
              <a:ext cx="4362" cy="66"/>
            </a:xfrm>
            <a:custGeom>
              <a:avLst/>
              <a:gdLst>
                <a:gd name="T0" fmla="*/ 4362 w 4362"/>
                <a:gd name="T1" fmla="*/ 0 h 66"/>
                <a:gd name="T2" fmla="*/ 7 w 4362"/>
                <a:gd name="T3" fmla="*/ 0 h 66"/>
                <a:gd name="T4" fmla="*/ 0 w 4362"/>
                <a:gd name="T5" fmla="*/ 66 h 66"/>
                <a:gd name="T6" fmla="*/ 4355 w 4362"/>
                <a:gd name="T7" fmla="*/ 66 h 66"/>
                <a:gd name="T8" fmla="*/ 4362 w 4362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62" h="66">
                  <a:moveTo>
                    <a:pt x="4362" y="0"/>
                  </a:moveTo>
                  <a:lnTo>
                    <a:pt x="7" y="0"/>
                  </a:lnTo>
                  <a:lnTo>
                    <a:pt x="0" y="66"/>
                  </a:lnTo>
                  <a:lnTo>
                    <a:pt x="4355" y="66"/>
                  </a:lnTo>
                  <a:lnTo>
                    <a:pt x="4362" y="0"/>
                  </a:lnTo>
                  <a:close/>
                </a:path>
              </a:pathLst>
            </a:custGeom>
            <a:noFill/>
            <a:ln w="15875" cap="flat">
              <a:solidFill>
                <a:srgbClr val="2E091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4" name="Freeform 393">
              <a:extLst>
                <a:ext uri="{FF2B5EF4-FFF2-40B4-BE49-F238E27FC236}">
                  <a16:creationId xmlns:a16="http://schemas.microsoft.com/office/drawing/2014/main" id="{FEC73705-0064-4A6E-A183-AD2EA3663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344"/>
              <a:ext cx="4362" cy="208"/>
            </a:xfrm>
            <a:custGeom>
              <a:avLst/>
              <a:gdLst>
                <a:gd name="T0" fmla="*/ 51212 w 1272"/>
                <a:gd name="T1" fmla="*/ 1890 h 57"/>
                <a:gd name="T2" fmla="*/ 44042 w 1272"/>
                <a:gd name="T3" fmla="*/ 1649 h 57"/>
                <a:gd name="T4" fmla="*/ 26577 w 1272"/>
                <a:gd name="T5" fmla="*/ 0 h 57"/>
                <a:gd name="T6" fmla="*/ 11406 w 1272"/>
                <a:gd name="T7" fmla="*/ 1212 h 57"/>
                <a:gd name="T8" fmla="*/ 3587 w 1272"/>
                <a:gd name="T9" fmla="*/ 1850 h 57"/>
                <a:gd name="T10" fmla="*/ 0 w 1272"/>
                <a:gd name="T11" fmla="*/ 1945 h 57"/>
                <a:gd name="T12" fmla="*/ 82 w 1272"/>
                <a:gd name="T13" fmla="*/ 2770 h 57"/>
                <a:gd name="T14" fmla="*/ 82 w 1272"/>
                <a:gd name="T15" fmla="*/ 2770 h 57"/>
                <a:gd name="T16" fmla="*/ 7819 w 1272"/>
                <a:gd name="T17" fmla="*/ 2383 h 57"/>
                <a:gd name="T18" fmla="*/ 26858 w 1272"/>
                <a:gd name="T19" fmla="*/ 774 h 57"/>
                <a:gd name="T20" fmla="*/ 42464 w 1272"/>
                <a:gd name="T21" fmla="*/ 2332 h 57"/>
                <a:gd name="T22" fmla="*/ 51295 w 1272"/>
                <a:gd name="T23" fmla="*/ 2770 h 57"/>
                <a:gd name="T24" fmla="*/ 51212 w 1272"/>
                <a:gd name="T25" fmla="*/ 1890 h 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2" h="57">
                  <a:moveTo>
                    <a:pt x="1270" y="39"/>
                  </a:moveTo>
                  <a:cubicBezTo>
                    <a:pt x="1245" y="39"/>
                    <a:pt x="1181" y="37"/>
                    <a:pt x="1092" y="34"/>
                  </a:cubicBezTo>
                  <a:cubicBezTo>
                    <a:pt x="979" y="30"/>
                    <a:pt x="826" y="0"/>
                    <a:pt x="659" y="0"/>
                  </a:cubicBezTo>
                  <a:cubicBezTo>
                    <a:pt x="519" y="0"/>
                    <a:pt x="396" y="19"/>
                    <a:pt x="283" y="25"/>
                  </a:cubicBezTo>
                  <a:cubicBezTo>
                    <a:pt x="199" y="29"/>
                    <a:pt x="141" y="35"/>
                    <a:pt x="89" y="38"/>
                  </a:cubicBezTo>
                  <a:cubicBezTo>
                    <a:pt x="42" y="40"/>
                    <a:pt x="0" y="40"/>
                    <a:pt x="0" y="40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1" y="57"/>
                    <a:pt x="102" y="55"/>
                    <a:pt x="194" y="49"/>
                  </a:cubicBezTo>
                  <a:cubicBezTo>
                    <a:pt x="372" y="37"/>
                    <a:pt x="588" y="16"/>
                    <a:pt x="666" y="16"/>
                  </a:cubicBezTo>
                  <a:cubicBezTo>
                    <a:pt x="733" y="16"/>
                    <a:pt x="913" y="36"/>
                    <a:pt x="1053" y="48"/>
                  </a:cubicBezTo>
                  <a:cubicBezTo>
                    <a:pt x="1151" y="55"/>
                    <a:pt x="1244" y="57"/>
                    <a:pt x="1272" y="57"/>
                  </a:cubicBezTo>
                  <a:lnTo>
                    <a:pt x="1270" y="39"/>
                  </a:lnTo>
                  <a:close/>
                </a:path>
              </a:pathLst>
            </a:custGeom>
            <a:noFill/>
            <a:ln w="15875" cap="flat">
              <a:solidFill>
                <a:srgbClr val="2E091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5" name="Freeform 394">
              <a:extLst>
                <a:ext uri="{FF2B5EF4-FFF2-40B4-BE49-F238E27FC236}">
                  <a16:creationId xmlns:a16="http://schemas.microsoft.com/office/drawing/2014/main" id="{8FA21BA7-1423-4C98-861C-E9C9BE479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490"/>
              <a:ext cx="497" cy="1887"/>
            </a:xfrm>
            <a:custGeom>
              <a:avLst/>
              <a:gdLst>
                <a:gd name="T0" fmla="*/ 5841 w 145"/>
                <a:gd name="T1" fmla="*/ 24407 h 516"/>
                <a:gd name="T2" fmla="*/ 682 w 145"/>
                <a:gd name="T3" fmla="*/ 12624 h 516"/>
                <a:gd name="T4" fmla="*/ 2454 w 145"/>
                <a:gd name="T5" fmla="*/ 4067 h 516"/>
                <a:gd name="T6" fmla="*/ 5841 w 145"/>
                <a:gd name="T7" fmla="*/ 830 h 516"/>
                <a:gd name="T8" fmla="*/ 5758 w 145"/>
                <a:gd name="T9" fmla="*/ 0 h 516"/>
                <a:gd name="T10" fmla="*/ 0 w 145"/>
                <a:gd name="T11" fmla="*/ 12624 h 516"/>
                <a:gd name="T12" fmla="*/ 5758 w 145"/>
                <a:gd name="T13" fmla="*/ 25237 h 516"/>
                <a:gd name="T14" fmla="*/ 5841 w 145"/>
                <a:gd name="T15" fmla="*/ 24407 h 5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16">
                  <a:moveTo>
                    <a:pt x="145" y="499"/>
                  </a:moveTo>
                  <a:cubicBezTo>
                    <a:pt x="74" y="487"/>
                    <a:pt x="17" y="383"/>
                    <a:pt x="17" y="258"/>
                  </a:cubicBezTo>
                  <a:cubicBezTo>
                    <a:pt x="17" y="191"/>
                    <a:pt x="33" y="129"/>
                    <a:pt x="61" y="83"/>
                  </a:cubicBezTo>
                  <a:cubicBezTo>
                    <a:pt x="87" y="41"/>
                    <a:pt x="123" y="21"/>
                    <a:pt x="145" y="17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62" y="14"/>
                    <a:pt x="0" y="123"/>
                    <a:pt x="0" y="258"/>
                  </a:cubicBezTo>
                  <a:cubicBezTo>
                    <a:pt x="0" y="393"/>
                    <a:pt x="62" y="503"/>
                    <a:pt x="143" y="516"/>
                  </a:cubicBezTo>
                  <a:lnTo>
                    <a:pt x="145" y="499"/>
                  </a:lnTo>
                  <a:close/>
                </a:path>
              </a:pathLst>
            </a:custGeom>
            <a:noFill/>
            <a:ln w="15875" cap="flat">
              <a:solidFill>
                <a:srgbClr val="2E091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6" name="Freeform 395">
              <a:extLst>
                <a:ext uri="{FF2B5EF4-FFF2-40B4-BE49-F238E27FC236}">
                  <a16:creationId xmlns:a16="http://schemas.microsoft.com/office/drawing/2014/main" id="{6787EEE6-0CD9-4941-995F-B4BD54918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1848"/>
              <a:ext cx="244" cy="1196"/>
            </a:xfrm>
            <a:custGeom>
              <a:avLst/>
              <a:gdLst>
                <a:gd name="T0" fmla="*/ 2797 w 71"/>
                <a:gd name="T1" fmla="*/ 15998 h 327"/>
                <a:gd name="T2" fmla="*/ 0 w 71"/>
                <a:gd name="T3" fmla="*/ 7827 h 327"/>
                <a:gd name="T4" fmla="*/ 2883 w 71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327">
                  <a:moveTo>
                    <a:pt x="69" y="327"/>
                  </a:moveTo>
                  <a:cubicBezTo>
                    <a:pt x="34" y="305"/>
                    <a:pt x="0" y="247"/>
                    <a:pt x="0" y="160"/>
                  </a:cubicBezTo>
                  <a:cubicBezTo>
                    <a:pt x="0" y="73"/>
                    <a:pt x="35" y="21"/>
                    <a:pt x="71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7" name="Line 396">
              <a:extLst>
                <a:ext uri="{FF2B5EF4-FFF2-40B4-BE49-F238E27FC236}">
                  <a16:creationId xmlns:a16="http://schemas.microsoft.com/office/drawing/2014/main" id="{05F7C827-D302-4826-BE54-1E00F3133E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4" y="3132"/>
              <a:ext cx="20" cy="183"/>
            </a:xfrm>
            <a:prstGeom prst="line">
              <a:avLst/>
            </a:prstGeom>
            <a:noFill/>
            <a:ln w="158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8" name="Line 397">
              <a:extLst>
                <a:ext uri="{FF2B5EF4-FFF2-40B4-BE49-F238E27FC236}">
                  <a16:creationId xmlns:a16="http://schemas.microsoft.com/office/drawing/2014/main" id="{323E5861-3FAC-4138-A2FB-3C5D68807D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1" y="3044"/>
              <a:ext cx="3" cy="48"/>
            </a:xfrm>
            <a:prstGeom prst="line">
              <a:avLst/>
            </a:prstGeom>
            <a:noFill/>
            <a:ln w="158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9" name="Line 398">
              <a:extLst>
                <a:ext uri="{FF2B5EF4-FFF2-40B4-BE49-F238E27FC236}">
                  <a16:creationId xmlns:a16="http://schemas.microsoft.com/office/drawing/2014/main" id="{7EDAF6A1-A342-4E7B-8D20-950503F74C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4" y="1552"/>
              <a:ext cx="24" cy="212"/>
            </a:xfrm>
            <a:prstGeom prst="line">
              <a:avLst/>
            </a:prstGeom>
            <a:noFill/>
            <a:ln w="158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0" name="Line 399">
              <a:extLst>
                <a:ext uri="{FF2B5EF4-FFF2-40B4-BE49-F238E27FC236}">
                  <a16:creationId xmlns:a16="http://schemas.microsoft.com/office/drawing/2014/main" id="{B2ED544C-FA17-4DA3-8957-9A4E2E49C8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308" y="1764"/>
              <a:ext cx="6" cy="40"/>
            </a:xfrm>
            <a:prstGeom prst="line">
              <a:avLst/>
            </a:prstGeom>
            <a:noFill/>
            <a:ln w="158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1" name="Line 400">
              <a:extLst>
                <a:ext uri="{FF2B5EF4-FFF2-40B4-BE49-F238E27FC236}">
                  <a16:creationId xmlns:a16="http://schemas.microsoft.com/office/drawing/2014/main" id="{B9165F6E-8D35-403F-AC34-1DC9352BE2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2" y="1497"/>
              <a:ext cx="35" cy="326"/>
            </a:xfrm>
            <a:prstGeom prst="line">
              <a:avLst/>
            </a:prstGeom>
            <a:noFill/>
            <a:ln w="11113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2" name="Line 401">
              <a:extLst>
                <a:ext uri="{FF2B5EF4-FFF2-40B4-BE49-F238E27FC236}">
                  <a16:creationId xmlns:a16="http://schemas.microsoft.com/office/drawing/2014/main" id="{5A137163-17FD-4A37-AAFD-56AB684D6D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2" y="3048"/>
              <a:ext cx="38" cy="329"/>
            </a:xfrm>
            <a:prstGeom prst="line">
              <a:avLst/>
            </a:prstGeom>
            <a:noFill/>
            <a:ln w="11113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3" name="Freeform 402">
              <a:extLst>
                <a:ext uri="{FF2B5EF4-FFF2-40B4-BE49-F238E27FC236}">
                  <a16:creationId xmlns:a16="http://schemas.microsoft.com/office/drawing/2014/main" id="{16D5025B-0CD4-40EB-ACDB-F89764432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490"/>
              <a:ext cx="497" cy="1887"/>
            </a:xfrm>
            <a:custGeom>
              <a:avLst/>
              <a:gdLst>
                <a:gd name="T0" fmla="*/ 5841 w 145"/>
                <a:gd name="T1" fmla="*/ 24407 h 516"/>
                <a:gd name="T2" fmla="*/ 682 w 145"/>
                <a:gd name="T3" fmla="*/ 12624 h 516"/>
                <a:gd name="T4" fmla="*/ 2454 w 145"/>
                <a:gd name="T5" fmla="*/ 4067 h 516"/>
                <a:gd name="T6" fmla="*/ 5841 w 145"/>
                <a:gd name="T7" fmla="*/ 830 h 516"/>
                <a:gd name="T8" fmla="*/ 5758 w 145"/>
                <a:gd name="T9" fmla="*/ 0 h 516"/>
                <a:gd name="T10" fmla="*/ 0 w 145"/>
                <a:gd name="T11" fmla="*/ 12624 h 516"/>
                <a:gd name="T12" fmla="*/ 5758 w 145"/>
                <a:gd name="T13" fmla="*/ 25237 h 516"/>
                <a:gd name="T14" fmla="*/ 5841 w 145"/>
                <a:gd name="T15" fmla="*/ 24407 h 5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16">
                  <a:moveTo>
                    <a:pt x="145" y="499"/>
                  </a:moveTo>
                  <a:cubicBezTo>
                    <a:pt x="74" y="487"/>
                    <a:pt x="17" y="383"/>
                    <a:pt x="17" y="258"/>
                  </a:cubicBezTo>
                  <a:cubicBezTo>
                    <a:pt x="17" y="191"/>
                    <a:pt x="33" y="129"/>
                    <a:pt x="61" y="83"/>
                  </a:cubicBezTo>
                  <a:cubicBezTo>
                    <a:pt x="87" y="41"/>
                    <a:pt x="123" y="21"/>
                    <a:pt x="145" y="17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62" y="14"/>
                    <a:pt x="0" y="123"/>
                    <a:pt x="0" y="258"/>
                  </a:cubicBezTo>
                  <a:cubicBezTo>
                    <a:pt x="0" y="393"/>
                    <a:pt x="62" y="503"/>
                    <a:pt x="143" y="516"/>
                  </a:cubicBezTo>
                  <a:lnTo>
                    <a:pt x="145" y="499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4" name="Line 403">
              <a:extLst>
                <a:ext uri="{FF2B5EF4-FFF2-40B4-BE49-F238E27FC236}">
                  <a16:creationId xmlns:a16="http://schemas.microsoft.com/office/drawing/2014/main" id="{59EF8237-5B88-4F19-8319-00C141D2E2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4" y="3092"/>
              <a:ext cx="7" cy="40"/>
            </a:xfrm>
            <a:prstGeom prst="lin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5" name="Line 404">
              <a:extLst>
                <a:ext uri="{FF2B5EF4-FFF2-40B4-BE49-F238E27FC236}">
                  <a16:creationId xmlns:a16="http://schemas.microsoft.com/office/drawing/2014/main" id="{E069FDA9-8C74-4DB0-9D01-332626E5D6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314" y="1804"/>
              <a:ext cx="4" cy="44"/>
            </a:xfrm>
            <a:prstGeom prst="line">
              <a:avLst/>
            </a:prstGeom>
            <a:noFill/>
            <a:ln w="158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6" name="Freeform 405">
              <a:extLst>
                <a:ext uri="{FF2B5EF4-FFF2-40B4-BE49-F238E27FC236}">
                  <a16:creationId xmlns:a16="http://schemas.microsoft.com/office/drawing/2014/main" id="{A0C8D24A-B661-4182-9053-4BE7B3A08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320"/>
              <a:ext cx="318" cy="282"/>
            </a:xfrm>
            <a:custGeom>
              <a:avLst/>
              <a:gdLst>
                <a:gd name="T0" fmla="*/ 1238 w 93"/>
                <a:gd name="T1" fmla="*/ 388 h 77"/>
                <a:gd name="T2" fmla="*/ 2876 w 93"/>
                <a:gd name="T3" fmla="*/ 645 h 77"/>
                <a:gd name="T4" fmla="*/ 3074 w 93"/>
                <a:gd name="T5" fmla="*/ 1234 h 77"/>
                <a:gd name="T6" fmla="*/ 3601 w 93"/>
                <a:gd name="T7" fmla="*/ 1329 h 77"/>
                <a:gd name="T8" fmla="*/ 3519 w 93"/>
                <a:gd name="T9" fmla="*/ 1959 h 77"/>
                <a:gd name="T10" fmla="*/ 3238 w 93"/>
                <a:gd name="T11" fmla="*/ 2655 h 77"/>
                <a:gd name="T12" fmla="*/ 2233 w 93"/>
                <a:gd name="T13" fmla="*/ 3340 h 77"/>
                <a:gd name="T14" fmla="*/ 2082 w 93"/>
                <a:gd name="T15" fmla="*/ 2992 h 77"/>
                <a:gd name="T16" fmla="*/ 1918 w 93"/>
                <a:gd name="T17" fmla="*/ 3285 h 77"/>
                <a:gd name="T18" fmla="*/ 1357 w 93"/>
                <a:gd name="T19" fmla="*/ 3285 h 77"/>
                <a:gd name="T20" fmla="*/ 1320 w 93"/>
                <a:gd name="T21" fmla="*/ 3043 h 77"/>
                <a:gd name="T22" fmla="*/ 995 w 93"/>
                <a:gd name="T23" fmla="*/ 3043 h 77"/>
                <a:gd name="T24" fmla="*/ 595 w 93"/>
                <a:gd name="T25" fmla="*/ 2549 h 77"/>
                <a:gd name="T26" fmla="*/ 445 w 93"/>
                <a:gd name="T27" fmla="*/ 2252 h 77"/>
                <a:gd name="T28" fmla="*/ 116 w 93"/>
                <a:gd name="T29" fmla="*/ 1959 h 77"/>
                <a:gd name="T30" fmla="*/ 362 w 93"/>
                <a:gd name="T31" fmla="*/ 1329 h 77"/>
                <a:gd name="T32" fmla="*/ 1238 w 93"/>
                <a:gd name="T33" fmla="*/ 388 h 77"/>
                <a:gd name="T34" fmla="*/ 1238 w 93"/>
                <a:gd name="T35" fmla="*/ 388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3" h="77">
                  <a:moveTo>
                    <a:pt x="31" y="8"/>
                  </a:moveTo>
                  <a:cubicBezTo>
                    <a:pt x="40" y="5"/>
                    <a:pt x="69" y="0"/>
                    <a:pt x="72" y="13"/>
                  </a:cubicBezTo>
                  <a:cubicBezTo>
                    <a:pt x="74" y="19"/>
                    <a:pt x="69" y="24"/>
                    <a:pt x="77" y="25"/>
                  </a:cubicBezTo>
                  <a:cubicBezTo>
                    <a:pt x="82" y="25"/>
                    <a:pt x="85" y="22"/>
                    <a:pt x="90" y="27"/>
                  </a:cubicBezTo>
                  <a:cubicBezTo>
                    <a:pt x="93" y="32"/>
                    <a:pt x="91" y="36"/>
                    <a:pt x="88" y="40"/>
                  </a:cubicBezTo>
                  <a:cubicBezTo>
                    <a:pt x="84" y="44"/>
                    <a:pt x="83" y="49"/>
                    <a:pt x="81" y="54"/>
                  </a:cubicBezTo>
                  <a:cubicBezTo>
                    <a:pt x="78" y="62"/>
                    <a:pt x="68" y="77"/>
                    <a:pt x="56" y="68"/>
                  </a:cubicBezTo>
                  <a:cubicBezTo>
                    <a:pt x="54" y="66"/>
                    <a:pt x="55" y="62"/>
                    <a:pt x="52" y="61"/>
                  </a:cubicBezTo>
                  <a:cubicBezTo>
                    <a:pt x="49" y="61"/>
                    <a:pt x="50" y="65"/>
                    <a:pt x="48" y="67"/>
                  </a:cubicBezTo>
                  <a:cubicBezTo>
                    <a:pt x="44" y="71"/>
                    <a:pt x="39" y="72"/>
                    <a:pt x="34" y="67"/>
                  </a:cubicBezTo>
                  <a:cubicBezTo>
                    <a:pt x="33" y="65"/>
                    <a:pt x="35" y="64"/>
                    <a:pt x="33" y="62"/>
                  </a:cubicBezTo>
                  <a:cubicBezTo>
                    <a:pt x="31" y="61"/>
                    <a:pt x="27" y="62"/>
                    <a:pt x="25" y="62"/>
                  </a:cubicBezTo>
                  <a:cubicBezTo>
                    <a:pt x="16" y="60"/>
                    <a:pt x="17" y="58"/>
                    <a:pt x="15" y="52"/>
                  </a:cubicBezTo>
                  <a:cubicBezTo>
                    <a:pt x="13" y="48"/>
                    <a:pt x="14" y="49"/>
                    <a:pt x="11" y="46"/>
                  </a:cubicBezTo>
                  <a:cubicBezTo>
                    <a:pt x="8" y="44"/>
                    <a:pt x="5" y="44"/>
                    <a:pt x="3" y="40"/>
                  </a:cubicBezTo>
                  <a:cubicBezTo>
                    <a:pt x="0" y="33"/>
                    <a:pt x="4" y="31"/>
                    <a:pt x="9" y="27"/>
                  </a:cubicBezTo>
                  <a:cubicBezTo>
                    <a:pt x="17" y="21"/>
                    <a:pt x="21" y="12"/>
                    <a:pt x="31" y="8"/>
                  </a:cubicBezTo>
                  <a:cubicBezTo>
                    <a:pt x="32" y="8"/>
                    <a:pt x="30" y="8"/>
                    <a:pt x="31" y="8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7" name="Freeform 406">
              <a:extLst>
                <a:ext uri="{FF2B5EF4-FFF2-40B4-BE49-F238E27FC236}">
                  <a16:creationId xmlns:a16="http://schemas.microsoft.com/office/drawing/2014/main" id="{9AD91087-B4F6-4A25-99D2-A48886B38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496"/>
              <a:ext cx="110" cy="76"/>
            </a:xfrm>
            <a:custGeom>
              <a:avLst/>
              <a:gdLst>
                <a:gd name="T0" fmla="*/ 0 w 32"/>
                <a:gd name="T1" fmla="*/ 0 h 21"/>
                <a:gd name="T2" fmla="*/ 285 w 32"/>
                <a:gd name="T3" fmla="*/ 470 h 21"/>
                <a:gd name="T4" fmla="*/ 767 w 32"/>
                <a:gd name="T5" fmla="*/ 615 h 21"/>
                <a:gd name="T6" fmla="*/ 1052 w 32"/>
                <a:gd name="T7" fmla="*/ 905 h 21"/>
                <a:gd name="T8" fmla="*/ 1299 w 32"/>
                <a:gd name="T9" fmla="*/ 431 h 21"/>
                <a:gd name="T10" fmla="*/ 1018 w 32"/>
                <a:gd name="T11" fmla="*/ 525 h 21"/>
                <a:gd name="T12" fmla="*/ 684 w 32"/>
                <a:gd name="T13" fmla="*/ 90 h 21"/>
                <a:gd name="T14" fmla="*/ 330 w 32"/>
                <a:gd name="T15" fmla="*/ 90 h 21"/>
                <a:gd name="T16" fmla="*/ 0 w 32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1">
                  <a:moveTo>
                    <a:pt x="0" y="0"/>
                  </a:moveTo>
                  <a:cubicBezTo>
                    <a:pt x="3" y="4"/>
                    <a:pt x="1" y="8"/>
                    <a:pt x="7" y="10"/>
                  </a:cubicBezTo>
                  <a:cubicBezTo>
                    <a:pt x="11" y="12"/>
                    <a:pt x="16" y="10"/>
                    <a:pt x="19" y="13"/>
                  </a:cubicBezTo>
                  <a:cubicBezTo>
                    <a:pt x="22" y="17"/>
                    <a:pt x="21" y="21"/>
                    <a:pt x="26" y="19"/>
                  </a:cubicBezTo>
                  <a:cubicBezTo>
                    <a:pt x="31" y="17"/>
                    <a:pt x="29" y="12"/>
                    <a:pt x="32" y="9"/>
                  </a:cubicBezTo>
                  <a:cubicBezTo>
                    <a:pt x="29" y="10"/>
                    <a:pt x="28" y="13"/>
                    <a:pt x="25" y="11"/>
                  </a:cubicBezTo>
                  <a:cubicBezTo>
                    <a:pt x="22" y="8"/>
                    <a:pt x="22" y="4"/>
                    <a:pt x="17" y="2"/>
                  </a:cubicBezTo>
                  <a:cubicBezTo>
                    <a:pt x="14" y="1"/>
                    <a:pt x="11" y="3"/>
                    <a:pt x="8" y="2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8" name="Freeform 407">
              <a:extLst>
                <a:ext uri="{FF2B5EF4-FFF2-40B4-BE49-F238E27FC236}">
                  <a16:creationId xmlns:a16="http://schemas.microsoft.com/office/drawing/2014/main" id="{5D861D70-752E-41A3-82DE-4DB310603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415"/>
              <a:ext cx="110" cy="165"/>
            </a:xfrm>
            <a:custGeom>
              <a:avLst/>
              <a:gdLst>
                <a:gd name="T0" fmla="*/ 0 w 32"/>
                <a:gd name="T1" fmla="*/ 1921 h 45"/>
                <a:gd name="T2" fmla="*/ 567 w 32"/>
                <a:gd name="T3" fmla="*/ 1830 h 45"/>
                <a:gd name="T4" fmla="*/ 853 w 32"/>
                <a:gd name="T5" fmla="*/ 1089 h 45"/>
                <a:gd name="T6" fmla="*/ 1018 w 32"/>
                <a:gd name="T7" fmla="*/ 741 h 45"/>
                <a:gd name="T8" fmla="*/ 1217 w 32"/>
                <a:gd name="T9" fmla="*/ 389 h 45"/>
                <a:gd name="T10" fmla="*/ 980 w 32"/>
                <a:gd name="T11" fmla="*/ 0 h 45"/>
                <a:gd name="T12" fmla="*/ 897 w 32"/>
                <a:gd name="T13" fmla="*/ 539 h 45"/>
                <a:gd name="T14" fmla="*/ 567 w 32"/>
                <a:gd name="T15" fmla="*/ 1129 h 45"/>
                <a:gd name="T16" fmla="*/ 402 w 32"/>
                <a:gd name="T17" fmla="*/ 1870 h 45"/>
                <a:gd name="T18" fmla="*/ 34 w 32"/>
                <a:gd name="T19" fmla="*/ 197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45">
                  <a:moveTo>
                    <a:pt x="0" y="39"/>
                  </a:moveTo>
                  <a:cubicBezTo>
                    <a:pt x="2" y="45"/>
                    <a:pt x="12" y="40"/>
                    <a:pt x="14" y="37"/>
                  </a:cubicBezTo>
                  <a:cubicBezTo>
                    <a:pt x="18" y="32"/>
                    <a:pt x="19" y="27"/>
                    <a:pt x="21" y="22"/>
                  </a:cubicBezTo>
                  <a:cubicBezTo>
                    <a:pt x="23" y="20"/>
                    <a:pt x="24" y="17"/>
                    <a:pt x="25" y="15"/>
                  </a:cubicBezTo>
                  <a:cubicBezTo>
                    <a:pt x="27" y="13"/>
                    <a:pt x="29" y="10"/>
                    <a:pt x="30" y="8"/>
                  </a:cubicBezTo>
                  <a:cubicBezTo>
                    <a:pt x="32" y="1"/>
                    <a:pt x="28" y="2"/>
                    <a:pt x="24" y="0"/>
                  </a:cubicBezTo>
                  <a:cubicBezTo>
                    <a:pt x="29" y="3"/>
                    <a:pt x="25" y="8"/>
                    <a:pt x="22" y="11"/>
                  </a:cubicBezTo>
                  <a:cubicBezTo>
                    <a:pt x="19" y="15"/>
                    <a:pt x="15" y="17"/>
                    <a:pt x="14" y="23"/>
                  </a:cubicBezTo>
                  <a:cubicBezTo>
                    <a:pt x="13" y="28"/>
                    <a:pt x="13" y="34"/>
                    <a:pt x="10" y="38"/>
                  </a:cubicBezTo>
                  <a:cubicBezTo>
                    <a:pt x="7" y="41"/>
                    <a:pt x="5" y="40"/>
                    <a:pt x="1" y="4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9" name="Freeform 408">
              <a:extLst>
                <a:ext uri="{FF2B5EF4-FFF2-40B4-BE49-F238E27FC236}">
                  <a16:creationId xmlns:a16="http://schemas.microsoft.com/office/drawing/2014/main" id="{5611CF11-C428-40C6-B9C0-E9359F8C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338"/>
              <a:ext cx="86" cy="59"/>
            </a:xfrm>
            <a:custGeom>
              <a:avLst/>
              <a:gdLst>
                <a:gd name="T0" fmla="*/ 165 w 25"/>
                <a:gd name="T1" fmla="*/ 96 h 16"/>
                <a:gd name="T2" fmla="*/ 898 w 25"/>
                <a:gd name="T3" fmla="*/ 804 h 16"/>
                <a:gd name="T4" fmla="*/ 568 w 25"/>
                <a:gd name="T5" fmla="*/ 203 h 16"/>
                <a:gd name="T6" fmla="*/ 330 w 25"/>
                <a:gd name="T7" fmla="*/ 203 h 16"/>
                <a:gd name="T8" fmla="*/ 165 w 25"/>
                <a:gd name="T9" fmla="*/ 96 h 16"/>
                <a:gd name="T10" fmla="*/ 0 w 25"/>
                <a:gd name="T11" fmla="*/ 20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6">
                  <a:moveTo>
                    <a:pt x="4" y="2"/>
                  </a:moveTo>
                  <a:cubicBezTo>
                    <a:pt x="14" y="0"/>
                    <a:pt x="25" y="4"/>
                    <a:pt x="22" y="16"/>
                  </a:cubicBezTo>
                  <a:cubicBezTo>
                    <a:pt x="22" y="11"/>
                    <a:pt x="18" y="6"/>
                    <a:pt x="14" y="4"/>
                  </a:cubicBezTo>
                  <a:cubicBezTo>
                    <a:pt x="12" y="4"/>
                    <a:pt x="10" y="4"/>
                    <a:pt x="8" y="4"/>
                  </a:cubicBezTo>
                  <a:cubicBezTo>
                    <a:pt x="6" y="4"/>
                    <a:pt x="6" y="2"/>
                    <a:pt x="4" y="2"/>
                  </a:cubicBezTo>
                  <a:cubicBezTo>
                    <a:pt x="3" y="2"/>
                    <a:pt x="2" y="3"/>
                    <a:pt x="0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0" name="Freeform 409">
              <a:extLst>
                <a:ext uri="{FF2B5EF4-FFF2-40B4-BE49-F238E27FC236}">
                  <a16:creationId xmlns:a16="http://schemas.microsoft.com/office/drawing/2014/main" id="{CF5039B4-62BD-4954-9414-D1E1A16FE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397"/>
              <a:ext cx="100" cy="73"/>
            </a:xfrm>
            <a:custGeom>
              <a:avLst/>
              <a:gdLst>
                <a:gd name="T0" fmla="*/ 0 w 29"/>
                <a:gd name="T1" fmla="*/ 679 h 20"/>
                <a:gd name="T2" fmla="*/ 738 w 29"/>
                <a:gd name="T3" fmla="*/ 438 h 20"/>
                <a:gd name="T4" fmla="*/ 1190 w 29"/>
                <a:gd name="T5" fmla="*/ 971 h 20"/>
                <a:gd name="T6" fmla="*/ 1069 w 29"/>
                <a:gd name="T7" fmla="*/ 241 h 20"/>
                <a:gd name="T8" fmla="*/ 655 w 29"/>
                <a:gd name="T9" fmla="*/ 201 h 20"/>
                <a:gd name="T10" fmla="*/ 286 w 29"/>
                <a:gd name="T11" fmla="*/ 493 h 20"/>
                <a:gd name="T12" fmla="*/ 34 w 29"/>
                <a:gd name="T13" fmla="*/ 67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0">
                  <a:moveTo>
                    <a:pt x="0" y="14"/>
                  </a:moveTo>
                  <a:cubicBezTo>
                    <a:pt x="6" y="17"/>
                    <a:pt x="12" y="8"/>
                    <a:pt x="18" y="9"/>
                  </a:cubicBezTo>
                  <a:cubicBezTo>
                    <a:pt x="22" y="10"/>
                    <a:pt x="28" y="17"/>
                    <a:pt x="29" y="20"/>
                  </a:cubicBezTo>
                  <a:cubicBezTo>
                    <a:pt x="29" y="16"/>
                    <a:pt x="29" y="9"/>
                    <a:pt x="26" y="5"/>
                  </a:cubicBezTo>
                  <a:cubicBezTo>
                    <a:pt x="22" y="0"/>
                    <a:pt x="21" y="2"/>
                    <a:pt x="16" y="4"/>
                  </a:cubicBezTo>
                  <a:cubicBezTo>
                    <a:pt x="12" y="6"/>
                    <a:pt x="11" y="8"/>
                    <a:pt x="7" y="10"/>
                  </a:cubicBezTo>
                  <a:cubicBezTo>
                    <a:pt x="5" y="11"/>
                    <a:pt x="4" y="14"/>
                    <a:pt x="1" y="1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1" name="Freeform 410">
              <a:extLst>
                <a:ext uri="{FF2B5EF4-FFF2-40B4-BE49-F238E27FC236}">
                  <a16:creationId xmlns:a16="http://schemas.microsoft.com/office/drawing/2014/main" id="{95BD84EB-DF00-48BB-973E-B38652ADD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547"/>
              <a:ext cx="62" cy="25"/>
            </a:xfrm>
            <a:custGeom>
              <a:avLst/>
              <a:gdLst>
                <a:gd name="T0" fmla="*/ 83 w 18"/>
                <a:gd name="T1" fmla="*/ 89 h 7"/>
                <a:gd name="T2" fmla="*/ 737 w 18"/>
                <a:gd name="T3" fmla="*/ 50 h 7"/>
                <a:gd name="T4" fmla="*/ 331 w 18"/>
                <a:gd name="T5" fmla="*/ 179 h 7"/>
                <a:gd name="T6" fmla="*/ 0 w 18"/>
                <a:gd name="T7" fmla="*/ 5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2" y="2"/>
                  </a:moveTo>
                  <a:cubicBezTo>
                    <a:pt x="5" y="7"/>
                    <a:pt x="15" y="7"/>
                    <a:pt x="18" y="1"/>
                  </a:cubicBezTo>
                  <a:cubicBezTo>
                    <a:pt x="14" y="3"/>
                    <a:pt x="12" y="5"/>
                    <a:pt x="8" y="4"/>
                  </a:cubicBezTo>
                  <a:cubicBezTo>
                    <a:pt x="5" y="3"/>
                    <a:pt x="4" y="0"/>
                    <a:pt x="0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2" name="Freeform 411">
              <a:extLst>
                <a:ext uri="{FF2B5EF4-FFF2-40B4-BE49-F238E27FC236}">
                  <a16:creationId xmlns:a16="http://schemas.microsoft.com/office/drawing/2014/main" id="{A6E766CD-7BDC-4126-9E11-59D6CBD8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525"/>
              <a:ext cx="61" cy="36"/>
            </a:xfrm>
            <a:custGeom>
              <a:avLst/>
              <a:gdLst>
                <a:gd name="T0" fmla="*/ 0 w 18"/>
                <a:gd name="T1" fmla="*/ 0 h 10"/>
                <a:gd name="T2" fmla="*/ 505 w 18"/>
                <a:gd name="T3" fmla="*/ 234 h 10"/>
                <a:gd name="T4" fmla="*/ 702 w 18"/>
                <a:gd name="T5" fmla="*/ 468 h 10"/>
                <a:gd name="T6" fmla="*/ 539 w 18"/>
                <a:gd name="T7" fmla="*/ 50 h 10"/>
                <a:gd name="T8" fmla="*/ 312 w 18"/>
                <a:gd name="T9" fmla="*/ 50 h 10"/>
                <a:gd name="T10" fmla="*/ 34 w 18"/>
                <a:gd name="T11" fmla="*/ 5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1" y="4"/>
                    <a:pt x="11" y="3"/>
                    <a:pt x="13" y="5"/>
                  </a:cubicBezTo>
                  <a:cubicBezTo>
                    <a:pt x="15" y="7"/>
                    <a:pt x="16" y="10"/>
                    <a:pt x="18" y="10"/>
                  </a:cubicBezTo>
                  <a:cubicBezTo>
                    <a:pt x="16" y="8"/>
                    <a:pt x="16" y="3"/>
                    <a:pt x="14" y="1"/>
                  </a:cubicBezTo>
                  <a:cubicBezTo>
                    <a:pt x="12" y="0"/>
                    <a:pt x="10" y="1"/>
                    <a:pt x="8" y="1"/>
                  </a:cubicBezTo>
                  <a:cubicBezTo>
                    <a:pt x="6" y="2"/>
                    <a:pt x="3" y="2"/>
                    <a:pt x="1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3" name="Freeform 412">
              <a:extLst>
                <a:ext uri="{FF2B5EF4-FFF2-40B4-BE49-F238E27FC236}">
                  <a16:creationId xmlns:a16="http://schemas.microsoft.com/office/drawing/2014/main" id="{EB03AD76-63A4-41CE-9290-6D44E1F6C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346"/>
              <a:ext cx="31" cy="55"/>
            </a:xfrm>
            <a:custGeom>
              <a:avLst/>
              <a:gdLst>
                <a:gd name="T0" fmla="*/ 0 w 9"/>
                <a:gd name="T1" fmla="*/ 55 h 15"/>
                <a:gd name="T2" fmla="*/ 248 w 9"/>
                <a:gd name="T3" fmla="*/ 741 h 15"/>
                <a:gd name="T4" fmla="*/ 0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1"/>
                  </a:moveTo>
                  <a:cubicBezTo>
                    <a:pt x="7" y="0"/>
                    <a:pt x="9" y="11"/>
                    <a:pt x="6" y="15"/>
                  </a:cubicBezTo>
                  <a:cubicBezTo>
                    <a:pt x="6" y="12"/>
                    <a:pt x="5" y="1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4" name="Freeform 413">
              <a:extLst>
                <a:ext uri="{FF2B5EF4-FFF2-40B4-BE49-F238E27FC236}">
                  <a16:creationId xmlns:a16="http://schemas.microsoft.com/office/drawing/2014/main" id="{B1BB8C47-74CF-4364-AE62-5E8D377C5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342"/>
              <a:ext cx="102" cy="77"/>
            </a:xfrm>
            <a:custGeom>
              <a:avLst/>
              <a:gdLst>
                <a:gd name="T0" fmla="*/ 0 w 30"/>
                <a:gd name="T1" fmla="*/ 1034 h 21"/>
                <a:gd name="T2" fmla="*/ 473 w 30"/>
                <a:gd name="T3" fmla="*/ 348 h 21"/>
                <a:gd name="T4" fmla="*/ 1180 w 30"/>
                <a:gd name="T5" fmla="*/ 55 h 21"/>
                <a:gd name="T6" fmla="*/ 785 w 30"/>
                <a:gd name="T7" fmla="*/ 242 h 21"/>
                <a:gd name="T8" fmla="*/ 510 w 30"/>
                <a:gd name="T9" fmla="*/ 539 h 21"/>
                <a:gd name="T10" fmla="*/ 279 w 30"/>
                <a:gd name="T11" fmla="*/ 741 h 21"/>
                <a:gd name="T12" fmla="*/ 0 w 30"/>
                <a:gd name="T13" fmla="*/ 103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5" y="18"/>
                    <a:pt x="8" y="11"/>
                    <a:pt x="12" y="7"/>
                  </a:cubicBezTo>
                  <a:cubicBezTo>
                    <a:pt x="16" y="4"/>
                    <a:pt x="25" y="0"/>
                    <a:pt x="30" y="1"/>
                  </a:cubicBezTo>
                  <a:cubicBezTo>
                    <a:pt x="27" y="3"/>
                    <a:pt x="23" y="3"/>
                    <a:pt x="20" y="5"/>
                  </a:cubicBezTo>
                  <a:cubicBezTo>
                    <a:pt x="17" y="6"/>
                    <a:pt x="15" y="9"/>
                    <a:pt x="13" y="11"/>
                  </a:cubicBezTo>
                  <a:cubicBezTo>
                    <a:pt x="11" y="13"/>
                    <a:pt x="9" y="14"/>
                    <a:pt x="7" y="15"/>
                  </a:cubicBezTo>
                  <a:cubicBezTo>
                    <a:pt x="4" y="17"/>
                    <a:pt x="2" y="18"/>
                    <a:pt x="0" y="21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5" name="Freeform 414">
              <a:extLst>
                <a:ext uri="{FF2B5EF4-FFF2-40B4-BE49-F238E27FC236}">
                  <a16:creationId xmlns:a16="http://schemas.microsoft.com/office/drawing/2014/main" id="{8E3758B6-38A0-4F8F-AC3E-3EC027AAB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26"/>
              <a:ext cx="68" cy="37"/>
            </a:xfrm>
            <a:custGeom>
              <a:avLst/>
              <a:gdLst>
                <a:gd name="T0" fmla="*/ 0 w 20"/>
                <a:gd name="T1" fmla="*/ 507 h 10"/>
                <a:gd name="T2" fmla="*/ 785 w 20"/>
                <a:gd name="T3" fmla="*/ 507 h 10"/>
                <a:gd name="T4" fmla="*/ 428 w 20"/>
                <a:gd name="T5" fmla="*/ 411 h 10"/>
                <a:gd name="T6" fmla="*/ 116 w 20"/>
                <a:gd name="T7" fmla="*/ 45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5" y="9"/>
                    <a:pt x="17" y="0"/>
                    <a:pt x="20" y="10"/>
                  </a:cubicBezTo>
                  <a:cubicBezTo>
                    <a:pt x="18" y="7"/>
                    <a:pt x="14" y="7"/>
                    <a:pt x="11" y="8"/>
                  </a:cubicBezTo>
                  <a:cubicBezTo>
                    <a:pt x="8" y="9"/>
                    <a:pt x="6" y="9"/>
                    <a:pt x="3" y="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6" name="Freeform 415">
              <a:extLst>
                <a:ext uri="{FF2B5EF4-FFF2-40B4-BE49-F238E27FC236}">
                  <a16:creationId xmlns:a16="http://schemas.microsoft.com/office/drawing/2014/main" id="{2CBD2E92-4E60-40D4-8C9C-9E4BB1930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379"/>
              <a:ext cx="55" cy="44"/>
            </a:xfrm>
            <a:custGeom>
              <a:avLst/>
              <a:gdLst>
                <a:gd name="T0" fmla="*/ 83 w 16"/>
                <a:gd name="T1" fmla="*/ 95 h 12"/>
                <a:gd name="T2" fmla="*/ 285 w 16"/>
                <a:gd name="T3" fmla="*/ 348 h 12"/>
                <a:gd name="T4" fmla="*/ 485 w 16"/>
                <a:gd name="T5" fmla="*/ 444 h 12"/>
                <a:gd name="T6" fmla="*/ 650 w 16"/>
                <a:gd name="T7" fmla="*/ 499 h 12"/>
                <a:gd name="T8" fmla="*/ 248 w 16"/>
                <a:gd name="T9" fmla="*/ 389 h 12"/>
                <a:gd name="T10" fmla="*/ 83 w 16"/>
                <a:gd name="T11" fmla="*/ 202 h 12"/>
                <a:gd name="T12" fmla="*/ 0 w 16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2">
                  <a:moveTo>
                    <a:pt x="2" y="2"/>
                  </a:moveTo>
                  <a:cubicBezTo>
                    <a:pt x="3" y="4"/>
                    <a:pt x="5" y="5"/>
                    <a:pt x="7" y="7"/>
                  </a:cubicBezTo>
                  <a:cubicBezTo>
                    <a:pt x="9" y="8"/>
                    <a:pt x="10" y="9"/>
                    <a:pt x="12" y="9"/>
                  </a:cubicBezTo>
                  <a:cubicBezTo>
                    <a:pt x="14" y="10"/>
                    <a:pt x="14" y="9"/>
                    <a:pt x="16" y="10"/>
                  </a:cubicBezTo>
                  <a:cubicBezTo>
                    <a:pt x="11" y="12"/>
                    <a:pt x="9" y="11"/>
                    <a:pt x="6" y="8"/>
                  </a:cubicBezTo>
                  <a:cubicBezTo>
                    <a:pt x="5" y="7"/>
                    <a:pt x="3" y="5"/>
                    <a:pt x="2" y="4"/>
                  </a:cubicBezTo>
                  <a:cubicBezTo>
                    <a:pt x="1" y="2"/>
                    <a:pt x="2" y="1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7" name="Freeform 416">
              <a:extLst>
                <a:ext uri="{FF2B5EF4-FFF2-40B4-BE49-F238E27FC236}">
                  <a16:creationId xmlns:a16="http://schemas.microsoft.com/office/drawing/2014/main" id="{5844EB9A-1FEB-4C77-9FC5-2F1CB1D7A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320"/>
              <a:ext cx="318" cy="282"/>
            </a:xfrm>
            <a:custGeom>
              <a:avLst/>
              <a:gdLst>
                <a:gd name="T0" fmla="*/ 1238 w 93"/>
                <a:gd name="T1" fmla="*/ 388 h 77"/>
                <a:gd name="T2" fmla="*/ 2876 w 93"/>
                <a:gd name="T3" fmla="*/ 645 h 77"/>
                <a:gd name="T4" fmla="*/ 3074 w 93"/>
                <a:gd name="T5" fmla="*/ 1234 h 77"/>
                <a:gd name="T6" fmla="*/ 3601 w 93"/>
                <a:gd name="T7" fmla="*/ 1329 h 77"/>
                <a:gd name="T8" fmla="*/ 3519 w 93"/>
                <a:gd name="T9" fmla="*/ 1959 h 77"/>
                <a:gd name="T10" fmla="*/ 3238 w 93"/>
                <a:gd name="T11" fmla="*/ 2655 h 77"/>
                <a:gd name="T12" fmla="*/ 2233 w 93"/>
                <a:gd name="T13" fmla="*/ 3340 h 77"/>
                <a:gd name="T14" fmla="*/ 2082 w 93"/>
                <a:gd name="T15" fmla="*/ 2992 h 77"/>
                <a:gd name="T16" fmla="*/ 1918 w 93"/>
                <a:gd name="T17" fmla="*/ 3285 h 77"/>
                <a:gd name="T18" fmla="*/ 1357 w 93"/>
                <a:gd name="T19" fmla="*/ 3285 h 77"/>
                <a:gd name="T20" fmla="*/ 1320 w 93"/>
                <a:gd name="T21" fmla="*/ 3043 h 77"/>
                <a:gd name="T22" fmla="*/ 995 w 93"/>
                <a:gd name="T23" fmla="*/ 3043 h 77"/>
                <a:gd name="T24" fmla="*/ 595 w 93"/>
                <a:gd name="T25" fmla="*/ 2549 h 77"/>
                <a:gd name="T26" fmla="*/ 445 w 93"/>
                <a:gd name="T27" fmla="*/ 2252 h 77"/>
                <a:gd name="T28" fmla="*/ 116 w 93"/>
                <a:gd name="T29" fmla="*/ 1959 h 77"/>
                <a:gd name="T30" fmla="*/ 362 w 93"/>
                <a:gd name="T31" fmla="*/ 1329 h 77"/>
                <a:gd name="T32" fmla="*/ 1238 w 93"/>
                <a:gd name="T33" fmla="*/ 388 h 77"/>
                <a:gd name="T34" fmla="*/ 1238 w 93"/>
                <a:gd name="T35" fmla="*/ 388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3" h="77">
                  <a:moveTo>
                    <a:pt x="31" y="8"/>
                  </a:moveTo>
                  <a:cubicBezTo>
                    <a:pt x="40" y="5"/>
                    <a:pt x="69" y="0"/>
                    <a:pt x="72" y="13"/>
                  </a:cubicBezTo>
                  <a:cubicBezTo>
                    <a:pt x="74" y="19"/>
                    <a:pt x="69" y="24"/>
                    <a:pt x="77" y="25"/>
                  </a:cubicBezTo>
                  <a:cubicBezTo>
                    <a:pt x="82" y="25"/>
                    <a:pt x="85" y="22"/>
                    <a:pt x="90" y="27"/>
                  </a:cubicBezTo>
                  <a:cubicBezTo>
                    <a:pt x="93" y="32"/>
                    <a:pt x="91" y="36"/>
                    <a:pt x="88" y="40"/>
                  </a:cubicBezTo>
                  <a:cubicBezTo>
                    <a:pt x="84" y="44"/>
                    <a:pt x="83" y="49"/>
                    <a:pt x="81" y="54"/>
                  </a:cubicBezTo>
                  <a:cubicBezTo>
                    <a:pt x="78" y="62"/>
                    <a:pt x="68" y="77"/>
                    <a:pt x="56" y="68"/>
                  </a:cubicBezTo>
                  <a:cubicBezTo>
                    <a:pt x="54" y="66"/>
                    <a:pt x="55" y="62"/>
                    <a:pt x="52" y="61"/>
                  </a:cubicBezTo>
                  <a:cubicBezTo>
                    <a:pt x="49" y="61"/>
                    <a:pt x="50" y="65"/>
                    <a:pt x="48" y="67"/>
                  </a:cubicBezTo>
                  <a:cubicBezTo>
                    <a:pt x="44" y="71"/>
                    <a:pt x="39" y="72"/>
                    <a:pt x="34" y="67"/>
                  </a:cubicBezTo>
                  <a:cubicBezTo>
                    <a:pt x="33" y="65"/>
                    <a:pt x="35" y="64"/>
                    <a:pt x="33" y="62"/>
                  </a:cubicBezTo>
                  <a:cubicBezTo>
                    <a:pt x="31" y="61"/>
                    <a:pt x="27" y="62"/>
                    <a:pt x="25" y="62"/>
                  </a:cubicBezTo>
                  <a:cubicBezTo>
                    <a:pt x="16" y="60"/>
                    <a:pt x="17" y="58"/>
                    <a:pt x="15" y="52"/>
                  </a:cubicBezTo>
                  <a:cubicBezTo>
                    <a:pt x="13" y="48"/>
                    <a:pt x="14" y="49"/>
                    <a:pt x="11" y="46"/>
                  </a:cubicBezTo>
                  <a:cubicBezTo>
                    <a:pt x="8" y="44"/>
                    <a:pt x="5" y="44"/>
                    <a:pt x="3" y="40"/>
                  </a:cubicBezTo>
                  <a:cubicBezTo>
                    <a:pt x="0" y="33"/>
                    <a:pt x="4" y="31"/>
                    <a:pt x="9" y="27"/>
                  </a:cubicBezTo>
                  <a:cubicBezTo>
                    <a:pt x="17" y="21"/>
                    <a:pt x="21" y="12"/>
                    <a:pt x="31" y="8"/>
                  </a:cubicBezTo>
                  <a:cubicBezTo>
                    <a:pt x="32" y="8"/>
                    <a:pt x="30" y="8"/>
                    <a:pt x="31" y="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8" name="Freeform 417">
              <a:extLst>
                <a:ext uri="{FF2B5EF4-FFF2-40B4-BE49-F238E27FC236}">
                  <a16:creationId xmlns:a16="http://schemas.microsoft.com/office/drawing/2014/main" id="{838CEDBE-F987-4010-9FB4-687ACE701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371"/>
              <a:ext cx="27" cy="37"/>
            </a:xfrm>
            <a:custGeom>
              <a:avLst/>
              <a:gdLst>
                <a:gd name="T0" fmla="*/ 0 w 8"/>
                <a:gd name="T1" fmla="*/ 0 h 10"/>
                <a:gd name="T2" fmla="*/ 307 w 8"/>
                <a:gd name="T3" fmla="*/ 50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3" y="5"/>
                    <a:pt x="2" y="7"/>
                    <a:pt x="8" y="1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9" name="Freeform 418">
              <a:extLst>
                <a:ext uri="{FF2B5EF4-FFF2-40B4-BE49-F238E27FC236}">
                  <a16:creationId xmlns:a16="http://schemas.microsoft.com/office/drawing/2014/main" id="{DEC0C453-60F1-472B-B8C8-F501BD9E0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430"/>
              <a:ext cx="103" cy="40"/>
            </a:xfrm>
            <a:custGeom>
              <a:avLst/>
              <a:gdLst>
                <a:gd name="T0" fmla="*/ 0 w 30"/>
                <a:gd name="T1" fmla="*/ 291 h 11"/>
                <a:gd name="T2" fmla="*/ 649 w 30"/>
                <a:gd name="T3" fmla="*/ 55 h 11"/>
                <a:gd name="T4" fmla="*/ 1215 w 30"/>
                <a:gd name="T5" fmla="*/ 5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1">
                  <a:moveTo>
                    <a:pt x="0" y="6"/>
                  </a:moveTo>
                  <a:cubicBezTo>
                    <a:pt x="8" y="9"/>
                    <a:pt x="9" y="2"/>
                    <a:pt x="16" y="1"/>
                  </a:cubicBezTo>
                  <a:cubicBezTo>
                    <a:pt x="22" y="0"/>
                    <a:pt x="28" y="6"/>
                    <a:pt x="30" y="1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0" name="Freeform 419">
              <a:extLst>
                <a:ext uri="{FF2B5EF4-FFF2-40B4-BE49-F238E27FC236}">
                  <a16:creationId xmlns:a16="http://schemas.microsoft.com/office/drawing/2014/main" id="{C7E0C3B8-D539-4E30-8B40-F0970E7BC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543"/>
              <a:ext cx="31" cy="11"/>
            </a:xfrm>
            <a:custGeom>
              <a:avLst/>
              <a:gdLst>
                <a:gd name="T0" fmla="*/ 0 w 9"/>
                <a:gd name="T1" fmla="*/ 0 h 3"/>
                <a:gd name="T2" fmla="*/ 369 w 9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0"/>
                    <a:pt x="7" y="1"/>
                    <a:pt x="9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1" name="Freeform 420">
              <a:extLst>
                <a:ext uri="{FF2B5EF4-FFF2-40B4-BE49-F238E27FC236}">
                  <a16:creationId xmlns:a16="http://schemas.microsoft.com/office/drawing/2014/main" id="{9A89B7AD-A08F-4F01-9510-1BCD8C02B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459"/>
              <a:ext cx="17" cy="11"/>
            </a:xfrm>
            <a:custGeom>
              <a:avLst/>
              <a:gdLst>
                <a:gd name="T0" fmla="*/ 82 w 5"/>
                <a:gd name="T1" fmla="*/ 147 h 3"/>
                <a:gd name="T2" fmla="*/ 197 w 5"/>
                <a:gd name="T3" fmla="*/ 0 h 3"/>
                <a:gd name="T4" fmla="*/ 0 w 5"/>
                <a:gd name="T5" fmla="*/ 14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3"/>
                  </a:moveTo>
                  <a:cubicBezTo>
                    <a:pt x="3" y="2"/>
                    <a:pt x="4" y="1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2" name="Freeform 421">
              <a:extLst>
                <a:ext uri="{FF2B5EF4-FFF2-40B4-BE49-F238E27FC236}">
                  <a16:creationId xmlns:a16="http://schemas.microsoft.com/office/drawing/2014/main" id="{BD7AB730-4752-4456-AA8C-F03088311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371"/>
              <a:ext cx="14" cy="22"/>
            </a:xfrm>
            <a:custGeom>
              <a:avLst/>
              <a:gdLst>
                <a:gd name="T0" fmla="*/ 137 w 4"/>
                <a:gd name="T1" fmla="*/ 55 h 6"/>
                <a:gd name="T2" fmla="*/ 172 w 4"/>
                <a:gd name="T3" fmla="*/ 5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0" y="0"/>
                    <a:pt x="1" y="6"/>
                    <a:pt x="4" y="1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3" name="Freeform 422">
              <a:extLst>
                <a:ext uri="{FF2B5EF4-FFF2-40B4-BE49-F238E27FC236}">
                  <a16:creationId xmlns:a16="http://schemas.microsoft.com/office/drawing/2014/main" id="{FDD2D3A7-84B2-425E-B44E-0C550BB1F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448"/>
              <a:ext cx="10" cy="15"/>
            </a:xfrm>
            <a:custGeom>
              <a:avLst/>
              <a:gdLst>
                <a:gd name="T0" fmla="*/ 33 w 3"/>
                <a:gd name="T1" fmla="*/ 0 h 4"/>
                <a:gd name="T2" fmla="*/ 33 w 3"/>
                <a:gd name="T3" fmla="*/ 210 h 4"/>
                <a:gd name="T4" fmla="*/ 11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3" y="1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4" name="Freeform 423">
              <a:extLst>
                <a:ext uri="{FF2B5EF4-FFF2-40B4-BE49-F238E27FC236}">
                  <a16:creationId xmlns:a16="http://schemas.microsoft.com/office/drawing/2014/main" id="{431CE312-0929-46C5-83EA-538B9B2E9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547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88 w 2"/>
                <a:gd name="T3" fmla="*/ 0 h 2"/>
                <a:gd name="T4" fmla="*/ 0 w 2"/>
                <a:gd name="T5" fmla="*/ 49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5" name="Freeform 424">
              <a:extLst>
                <a:ext uri="{FF2B5EF4-FFF2-40B4-BE49-F238E27FC236}">
                  <a16:creationId xmlns:a16="http://schemas.microsoft.com/office/drawing/2014/main" id="{A05EA192-D86D-47FE-8436-BE11103B4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781"/>
              <a:ext cx="322" cy="278"/>
            </a:xfrm>
            <a:custGeom>
              <a:avLst/>
              <a:gdLst>
                <a:gd name="T0" fmla="*/ 2535 w 94"/>
                <a:gd name="T1" fmla="*/ 348 h 76"/>
                <a:gd name="T2" fmla="*/ 880 w 94"/>
                <a:gd name="T3" fmla="*/ 644 h 76"/>
                <a:gd name="T4" fmla="*/ 682 w 94"/>
                <a:gd name="T5" fmla="*/ 1178 h 76"/>
                <a:gd name="T6" fmla="*/ 164 w 94"/>
                <a:gd name="T7" fmla="*/ 1324 h 76"/>
                <a:gd name="T8" fmla="*/ 247 w 94"/>
                <a:gd name="T9" fmla="*/ 1913 h 76"/>
                <a:gd name="T10" fmla="*/ 528 w 94"/>
                <a:gd name="T11" fmla="*/ 2597 h 76"/>
                <a:gd name="T12" fmla="*/ 1524 w 94"/>
                <a:gd name="T13" fmla="*/ 3277 h 76"/>
                <a:gd name="T14" fmla="*/ 1689 w 94"/>
                <a:gd name="T15" fmla="*/ 2985 h 76"/>
                <a:gd name="T16" fmla="*/ 1853 w 94"/>
                <a:gd name="T17" fmla="*/ 3226 h 76"/>
                <a:gd name="T18" fmla="*/ 2370 w 94"/>
                <a:gd name="T19" fmla="*/ 3226 h 76"/>
                <a:gd name="T20" fmla="*/ 2453 w 94"/>
                <a:gd name="T21" fmla="*/ 2985 h 76"/>
                <a:gd name="T22" fmla="*/ 2768 w 94"/>
                <a:gd name="T23" fmla="*/ 2985 h 76"/>
                <a:gd name="T24" fmla="*/ 3179 w 94"/>
                <a:gd name="T25" fmla="*/ 2502 h 76"/>
                <a:gd name="T26" fmla="*/ 3333 w 94"/>
                <a:gd name="T27" fmla="*/ 2250 h 76"/>
                <a:gd name="T28" fmla="*/ 3614 w 94"/>
                <a:gd name="T29" fmla="*/ 1953 h 76"/>
                <a:gd name="T30" fmla="*/ 3415 w 94"/>
                <a:gd name="T31" fmla="*/ 1324 h 76"/>
                <a:gd name="T32" fmla="*/ 2535 w 94"/>
                <a:gd name="T33" fmla="*/ 348 h 76"/>
                <a:gd name="T34" fmla="*/ 2535 w 94"/>
                <a:gd name="T35" fmla="*/ 348 h 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4" h="76">
                  <a:moveTo>
                    <a:pt x="63" y="7"/>
                  </a:moveTo>
                  <a:cubicBezTo>
                    <a:pt x="54" y="4"/>
                    <a:pt x="25" y="0"/>
                    <a:pt x="22" y="13"/>
                  </a:cubicBezTo>
                  <a:cubicBezTo>
                    <a:pt x="20" y="19"/>
                    <a:pt x="25" y="23"/>
                    <a:pt x="17" y="24"/>
                  </a:cubicBezTo>
                  <a:cubicBezTo>
                    <a:pt x="12" y="24"/>
                    <a:pt x="9" y="21"/>
                    <a:pt x="4" y="27"/>
                  </a:cubicBezTo>
                  <a:cubicBezTo>
                    <a:pt x="0" y="32"/>
                    <a:pt x="3" y="35"/>
                    <a:pt x="6" y="39"/>
                  </a:cubicBezTo>
                  <a:cubicBezTo>
                    <a:pt x="10" y="44"/>
                    <a:pt x="10" y="48"/>
                    <a:pt x="13" y="53"/>
                  </a:cubicBezTo>
                  <a:cubicBezTo>
                    <a:pt x="16" y="62"/>
                    <a:pt x="26" y="76"/>
                    <a:pt x="38" y="67"/>
                  </a:cubicBezTo>
                  <a:cubicBezTo>
                    <a:pt x="39" y="66"/>
                    <a:pt x="39" y="61"/>
                    <a:pt x="42" y="61"/>
                  </a:cubicBezTo>
                  <a:cubicBezTo>
                    <a:pt x="45" y="60"/>
                    <a:pt x="44" y="65"/>
                    <a:pt x="46" y="66"/>
                  </a:cubicBezTo>
                  <a:cubicBezTo>
                    <a:pt x="49" y="70"/>
                    <a:pt x="55" y="71"/>
                    <a:pt x="59" y="66"/>
                  </a:cubicBezTo>
                  <a:cubicBezTo>
                    <a:pt x="61" y="64"/>
                    <a:pt x="59" y="63"/>
                    <a:pt x="61" y="61"/>
                  </a:cubicBezTo>
                  <a:cubicBezTo>
                    <a:pt x="63" y="60"/>
                    <a:pt x="67" y="61"/>
                    <a:pt x="69" y="61"/>
                  </a:cubicBezTo>
                  <a:cubicBezTo>
                    <a:pt x="77" y="60"/>
                    <a:pt x="77" y="57"/>
                    <a:pt x="79" y="51"/>
                  </a:cubicBezTo>
                  <a:cubicBezTo>
                    <a:pt x="81" y="47"/>
                    <a:pt x="80" y="49"/>
                    <a:pt x="83" y="46"/>
                  </a:cubicBezTo>
                  <a:cubicBezTo>
                    <a:pt x="86" y="44"/>
                    <a:pt x="89" y="43"/>
                    <a:pt x="90" y="40"/>
                  </a:cubicBezTo>
                  <a:cubicBezTo>
                    <a:pt x="94" y="32"/>
                    <a:pt x="90" y="30"/>
                    <a:pt x="85" y="27"/>
                  </a:cubicBezTo>
                  <a:cubicBezTo>
                    <a:pt x="76" y="21"/>
                    <a:pt x="73" y="11"/>
                    <a:pt x="63" y="7"/>
                  </a:cubicBezTo>
                  <a:cubicBezTo>
                    <a:pt x="62" y="7"/>
                    <a:pt x="64" y="8"/>
                    <a:pt x="63" y="7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6" name="Freeform 425">
              <a:extLst>
                <a:ext uri="{FF2B5EF4-FFF2-40B4-BE49-F238E27FC236}">
                  <a16:creationId xmlns:a16="http://schemas.microsoft.com/office/drawing/2014/main" id="{23E93252-FF34-42A4-84C6-5EED256F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953"/>
              <a:ext cx="110" cy="77"/>
            </a:xfrm>
            <a:custGeom>
              <a:avLst/>
              <a:gdLst>
                <a:gd name="T0" fmla="*/ 1299 w 32"/>
                <a:gd name="T1" fmla="*/ 0 h 21"/>
                <a:gd name="T2" fmla="*/ 1018 w 32"/>
                <a:gd name="T3" fmla="*/ 499 h 21"/>
                <a:gd name="T4" fmla="*/ 533 w 32"/>
                <a:gd name="T5" fmla="*/ 686 h 21"/>
                <a:gd name="T6" fmla="*/ 248 w 32"/>
                <a:gd name="T7" fmla="*/ 942 h 21"/>
                <a:gd name="T8" fmla="*/ 0 w 32"/>
                <a:gd name="T9" fmla="*/ 444 h 21"/>
                <a:gd name="T10" fmla="*/ 285 w 32"/>
                <a:gd name="T11" fmla="*/ 539 h 21"/>
                <a:gd name="T12" fmla="*/ 615 w 32"/>
                <a:gd name="T13" fmla="*/ 95 h 21"/>
                <a:gd name="T14" fmla="*/ 980 w 32"/>
                <a:gd name="T15" fmla="*/ 147 h 21"/>
                <a:gd name="T16" fmla="*/ 1299 w 32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4"/>
                    <a:pt x="31" y="8"/>
                    <a:pt x="25" y="10"/>
                  </a:cubicBezTo>
                  <a:cubicBezTo>
                    <a:pt x="21" y="12"/>
                    <a:pt x="16" y="10"/>
                    <a:pt x="13" y="14"/>
                  </a:cubicBezTo>
                  <a:cubicBezTo>
                    <a:pt x="10" y="17"/>
                    <a:pt x="11" y="21"/>
                    <a:pt x="6" y="19"/>
                  </a:cubicBezTo>
                  <a:cubicBezTo>
                    <a:pt x="1" y="17"/>
                    <a:pt x="2" y="13"/>
                    <a:pt x="0" y="9"/>
                  </a:cubicBezTo>
                  <a:cubicBezTo>
                    <a:pt x="2" y="10"/>
                    <a:pt x="4" y="13"/>
                    <a:pt x="7" y="11"/>
                  </a:cubicBezTo>
                  <a:cubicBezTo>
                    <a:pt x="10" y="9"/>
                    <a:pt x="10" y="4"/>
                    <a:pt x="15" y="2"/>
                  </a:cubicBezTo>
                  <a:cubicBezTo>
                    <a:pt x="18" y="1"/>
                    <a:pt x="21" y="3"/>
                    <a:pt x="24" y="3"/>
                  </a:cubicBezTo>
                  <a:cubicBezTo>
                    <a:pt x="26" y="3"/>
                    <a:pt x="29" y="1"/>
                    <a:pt x="32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7" name="Freeform 426">
              <a:extLst>
                <a:ext uri="{FF2B5EF4-FFF2-40B4-BE49-F238E27FC236}">
                  <a16:creationId xmlns:a16="http://schemas.microsoft.com/office/drawing/2014/main" id="{6CE19A03-137F-4BBF-A595-93A0E9CE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876"/>
              <a:ext cx="110" cy="161"/>
            </a:xfrm>
            <a:custGeom>
              <a:avLst/>
              <a:gdLst>
                <a:gd name="T0" fmla="*/ 1299 w 32"/>
                <a:gd name="T1" fmla="*/ 1862 h 44"/>
                <a:gd name="T2" fmla="*/ 732 w 32"/>
                <a:gd name="T3" fmla="*/ 1767 h 44"/>
                <a:gd name="T4" fmla="*/ 450 w 32"/>
                <a:gd name="T5" fmla="*/ 1083 h 44"/>
                <a:gd name="T6" fmla="*/ 248 w 32"/>
                <a:gd name="T7" fmla="*/ 684 h 44"/>
                <a:gd name="T8" fmla="*/ 83 w 32"/>
                <a:gd name="T9" fmla="*/ 348 h 44"/>
                <a:gd name="T10" fmla="*/ 330 w 32"/>
                <a:gd name="T11" fmla="*/ 0 h 44"/>
                <a:gd name="T12" fmla="*/ 368 w 32"/>
                <a:gd name="T13" fmla="*/ 494 h 44"/>
                <a:gd name="T14" fmla="*/ 732 w 32"/>
                <a:gd name="T15" fmla="*/ 1123 h 44"/>
                <a:gd name="T16" fmla="*/ 897 w 32"/>
                <a:gd name="T17" fmla="*/ 1808 h 44"/>
                <a:gd name="T18" fmla="*/ 1265 w 32"/>
                <a:gd name="T19" fmla="*/ 195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44">
                  <a:moveTo>
                    <a:pt x="32" y="38"/>
                  </a:moveTo>
                  <a:cubicBezTo>
                    <a:pt x="30" y="44"/>
                    <a:pt x="20" y="39"/>
                    <a:pt x="18" y="36"/>
                  </a:cubicBezTo>
                  <a:cubicBezTo>
                    <a:pt x="14" y="32"/>
                    <a:pt x="13" y="27"/>
                    <a:pt x="11" y="22"/>
                  </a:cubicBezTo>
                  <a:cubicBezTo>
                    <a:pt x="9" y="19"/>
                    <a:pt x="8" y="17"/>
                    <a:pt x="6" y="14"/>
                  </a:cubicBezTo>
                  <a:cubicBezTo>
                    <a:pt x="5" y="12"/>
                    <a:pt x="3" y="10"/>
                    <a:pt x="2" y="7"/>
                  </a:cubicBezTo>
                  <a:cubicBezTo>
                    <a:pt x="0" y="1"/>
                    <a:pt x="4" y="1"/>
                    <a:pt x="8" y="0"/>
                  </a:cubicBezTo>
                  <a:cubicBezTo>
                    <a:pt x="3" y="2"/>
                    <a:pt x="7" y="7"/>
                    <a:pt x="9" y="10"/>
                  </a:cubicBezTo>
                  <a:cubicBezTo>
                    <a:pt x="13" y="15"/>
                    <a:pt x="16" y="17"/>
                    <a:pt x="18" y="23"/>
                  </a:cubicBezTo>
                  <a:cubicBezTo>
                    <a:pt x="19" y="27"/>
                    <a:pt x="19" y="33"/>
                    <a:pt x="22" y="37"/>
                  </a:cubicBezTo>
                  <a:cubicBezTo>
                    <a:pt x="25" y="40"/>
                    <a:pt x="27" y="40"/>
                    <a:pt x="31" y="4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8" name="Freeform 427">
              <a:extLst>
                <a:ext uri="{FF2B5EF4-FFF2-40B4-BE49-F238E27FC236}">
                  <a16:creationId xmlns:a16="http://schemas.microsoft.com/office/drawing/2014/main" id="{D230591A-CF0E-471E-ADAD-A3EC504ED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796"/>
              <a:ext cx="85" cy="58"/>
            </a:xfrm>
            <a:custGeom>
              <a:avLst/>
              <a:gdLst>
                <a:gd name="T0" fmla="*/ 785 w 25"/>
                <a:gd name="T1" fmla="*/ 91 h 16"/>
                <a:gd name="T2" fmla="*/ 116 w 25"/>
                <a:gd name="T3" fmla="*/ 761 h 16"/>
                <a:gd name="T4" fmla="*/ 428 w 25"/>
                <a:gd name="T5" fmla="*/ 236 h 16"/>
                <a:gd name="T6" fmla="*/ 670 w 25"/>
                <a:gd name="T7" fmla="*/ 196 h 16"/>
                <a:gd name="T8" fmla="*/ 785 w 25"/>
                <a:gd name="T9" fmla="*/ 145 h 16"/>
                <a:gd name="T10" fmla="*/ 983 w 25"/>
                <a:gd name="T11" fmla="*/ 19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6">
                  <a:moveTo>
                    <a:pt x="20" y="2"/>
                  </a:moveTo>
                  <a:cubicBezTo>
                    <a:pt x="11" y="0"/>
                    <a:pt x="0" y="4"/>
                    <a:pt x="3" y="16"/>
                  </a:cubicBezTo>
                  <a:cubicBezTo>
                    <a:pt x="3" y="11"/>
                    <a:pt x="6" y="6"/>
                    <a:pt x="11" y="5"/>
                  </a:cubicBezTo>
                  <a:cubicBezTo>
                    <a:pt x="13" y="4"/>
                    <a:pt x="15" y="5"/>
                    <a:pt x="17" y="4"/>
                  </a:cubicBezTo>
                  <a:cubicBezTo>
                    <a:pt x="18" y="4"/>
                    <a:pt x="19" y="3"/>
                    <a:pt x="20" y="3"/>
                  </a:cubicBezTo>
                  <a:cubicBezTo>
                    <a:pt x="22" y="3"/>
                    <a:pt x="23" y="4"/>
                    <a:pt x="25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9" name="Freeform 428">
              <a:extLst>
                <a:ext uri="{FF2B5EF4-FFF2-40B4-BE49-F238E27FC236}">
                  <a16:creationId xmlns:a16="http://schemas.microsoft.com/office/drawing/2014/main" id="{6B525FC3-856D-4478-99E8-707DB4816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858"/>
              <a:ext cx="99" cy="73"/>
            </a:xfrm>
            <a:custGeom>
              <a:avLst/>
              <a:gdLst>
                <a:gd name="T0" fmla="*/ 1154 w 29"/>
                <a:gd name="T1" fmla="*/ 679 h 20"/>
                <a:gd name="T2" fmla="*/ 444 w 29"/>
                <a:gd name="T3" fmla="*/ 438 h 20"/>
                <a:gd name="T4" fmla="*/ 0 w 29"/>
                <a:gd name="T5" fmla="*/ 971 h 20"/>
                <a:gd name="T6" fmla="*/ 116 w 29"/>
                <a:gd name="T7" fmla="*/ 201 h 20"/>
                <a:gd name="T8" fmla="*/ 512 w 29"/>
                <a:gd name="T9" fmla="*/ 146 h 20"/>
                <a:gd name="T10" fmla="*/ 874 w 29"/>
                <a:gd name="T11" fmla="*/ 438 h 20"/>
                <a:gd name="T12" fmla="*/ 1120 w 29"/>
                <a:gd name="T13" fmla="*/ 62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0">
                  <a:moveTo>
                    <a:pt x="29" y="14"/>
                  </a:moveTo>
                  <a:cubicBezTo>
                    <a:pt x="23" y="16"/>
                    <a:pt x="17" y="8"/>
                    <a:pt x="11" y="9"/>
                  </a:cubicBezTo>
                  <a:cubicBezTo>
                    <a:pt x="7" y="9"/>
                    <a:pt x="1" y="16"/>
                    <a:pt x="0" y="20"/>
                  </a:cubicBezTo>
                  <a:cubicBezTo>
                    <a:pt x="0" y="15"/>
                    <a:pt x="0" y="8"/>
                    <a:pt x="3" y="4"/>
                  </a:cubicBezTo>
                  <a:cubicBezTo>
                    <a:pt x="7" y="0"/>
                    <a:pt x="8" y="1"/>
                    <a:pt x="13" y="3"/>
                  </a:cubicBezTo>
                  <a:cubicBezTo>
                    <a:pt x="17" y="5"/>
                    <a:pt x="18" y="7"/>
                    <a:pt x="22" y="9"/>
                  </a:cubicBezTo>
                  <a:cubicBezTo>
                    <a:pt x="24" y="11"/>
                    <a:pt x="25" y="13"/>
                    <a:pt x="28" y="1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0" name="Freeform 429">
              <a:extLst>
                <a:ext uri="{FF2B5EF4-FFF2-40B4-BE49-F238E27FC236}">
                  <a16:creationId xmlns:a16="http://schemas.microsoft.com/office/drawing/2014/main" id="{F7B5CE37-1629-4FCB-9D73-1A91F17CE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3008"/>
              <a:ext cx="61" cy="25"/>
            </a:xfrm>
            <a:custGeom>
              <a:avLst/>
              <a:gdLst>
                <a:gd name="T0" fmla="*/ 620 w 18"/>
                <a:gd name="T1" fmla="*/ 50 h 7"/>
                <a:gd name="T2" fmla="*/ 0 w 18"/>
                <a:gd name="T3" fmla="*/ 0 h 7"/>
                <a:gd name="T4" fmla="*/ 390 w 18"/>
                <a:gd name="T5" fmla="*/ 139 h 7"/>
                <a:gd name="T6" fmla="*/ 702 w 1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16" y="1"/>
                  </a:moveTo>
                  <a:cubicBezTo>
                    <a:pt x="13" y="7"/>
                    <a:pt x="3" y="6"/>
                    <a:pt x="0" y="0"/>
                  </a:cubicBezTo>
                  <a:cubicBezTo>
                    <a:pt x="4" y="3"/>
                    <a:pt x="6" y="5"/>
                    <a:pt x="10" y="3"/>
                  </a:cubicBezTo>
                  <a:cubicBezTo>
                    <a:pt x="13" y="2"/>
                    <a:pt x="14" y="0"/>
                    <a:pt x="18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1" name="Freeform 430">
              <a:extLst>
                <a:ext uri="{FF2B5EF4-FFF2-40B4-BE49-F238E27FC236}">
                  <a16:creationId xmlns:a16="http://schemas.microsoft.com/office/drawing/2014/main" id="{AA16E275-9290-4708-9351-66FACA90D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982"/>
              <a:ext cx="62" cy="40"/>
            </a:xfrm>
            <a:custGeom>
              <a:avLst/>
              <a:gdLst>
                <a:gd name="T0" fmla="*/ 737 w 18"/>
                <a:gd name="T1" fmla="*/ 55 h 11"/>
                <a:gd name="T2" fmla="*/ 165 w 18"/>
                <a:gd name="T3" fmla="*/ 291 h 11"/>
                <a:gd name="T4" fmla="*/ 0 w 18"/>
                <a:gd name="T5" fmla="*/ 527 h 11"/>
                <a:gd name="T6" fmla="*/ 165 w 18"/>
                <a:gd name="T7" fmla="*/ 55 h 11"/>
                <a:gd name="T8" fmla="*/ 403 w 18"/>
                <a:gd name="T9" fmla="*/ 55 h 11"/>
                <a:gd name="T10" fmla="*/ 699 w 18"/>
                <a:gd name="T11" fmla="*/ 55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1">
                  <a:moveTo>
                    <a:pt x="18" y="1"/>
                  </a:moveTo>
                  <a:cubicBezTo>
                    <a:pt x="17" y="4"/>
                    <a:pt x="7" y="3"/>
                    <a:pt x="4" y="6"/>
                  </a:cubicBezTo>
                  <a:cubicBezTo>
                    <a:pt x="3" y="7"/>
                    <a:pt x="2" y="10"/>
                    <a:pt x="0" y="11"/>
                  </a:cubicBezTo>
                  <a:cubicBezTo>
                    <a:pt x="2" y="8"/>
                    <a:pt x="2" y="3"/>
                    <a:pt x="4" y="1"/>
                  </a:cubicBezTo>
                  <a:cubicBezTo>
                    <a:pt x="5" y="0"/>
                    <a:pt x="8" y="1"/>
                    <a:pt x="10" y="1"/>
                  </a:cubicBezTo>
                  <a:cubicBezTo>
                    <a:pt x="12" y="2"/>
                    <a:pt x="15" y="2"/>
                    <a:pt x="17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2" name="Freeform 431">
              <a:extLst>
                <a:ext uri="{FF2B5EF4-FFF2-40B4-BE49-F238E27FC236}">
                  <a16:creationId xmlns:a16="http://schemas.microsoft.com/office/drawing/2014/main" id="{294EBFB0-5A6E-4B41-AECF-AC0BBC3E7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803"/>
              <a:ext cx="31" cy="58"/>
            </a:xfrm>
            <a:custGeom>
              <a:avLst/>
              <a:gdLst>
                <a:gd name="T0" fmla="*/ 369 w 9"/>
                <a:gd name="T1" fmla="*/ 54 h 16"/>
                <a:gd name="T2" fmla="*/ 117 w 9"/>
                <a:gd name="T3" fmla="*/ 761 h 16"/>
                <a:gd name="T4" fmla="*/ 331 w 9"/>
                <a:gd name="T5" fmla="*/ 5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9" y="1"/>
                  </a:moveTo>
                  <a:cubicBezTo>
                    <a:pt x="2" y="0"/>
                    <a:pt x="0" y="11"/>
                    <a:pt x="3" y="16"/>
                  </a:cubicBezTo>
                  <a:cubicBezTo>
                    <a:pt x="3" y="12"/>
                    <a:pt x="4" y="1"/>
                    <a:pt x="8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3" name="Freeform 432">
              <a:extLst>
                <a:ext uri="{FF2B5EF4-FFF2-40B4-BE49-F238E27FC236}">
                  <a16:creationId xmlns:a16="http://schemas.microsoft.com/office/drawing/2014/main" id="{28F608CF-7123-48D3-B750-4BE787DEB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799"/>
              <a:ext cx="103" cy="81"/>
            </a:xfrm>
            <a:custGeom>
              <a:avLst/>
              <a:gdLst>
                <a:gd name="T0" fmla="*/ 1215 w 30"/>
                <a:gd name="T1" fmla="*/ 1046 h 22"/>
                <a:gd name="T2" fmla="*/ 731 w 30"/>
                <a:gd name="T3" fmla="*/ 394 h 22"/>
                <a:gd name="T4" fmla="*/ 0 w 30"/>
                <a:gd name="T5" fmla="*/ 96 h 22"/>
                <a:gd name="T6" fmla="*/ 402 w 30"/>
                <a:gd name="T7" fmla="*/ 243 h 22"/>
                <a:gd name="T8" fmla="*/ 683 w 30"/>
                <a:gd name="T9" fmla="*/ 596 h 22"/>
                <a:gd name="T10" fmla="*/ 930 w 30"/>
                <a:gd name="T11" fmla="*/ 799 h 22"/>
                <a:gd name="T12" fmla="*/ 1215 w 30"/>
                <a:gd name="T13" fmla="*/ 109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2">
                  <a:moveTo>
                    <a:pt x="30" y="21"/>
                  </a:moveTo>
                  <a:cubicBezTo>
                    <a:pt x="25" y="18"/>
                    <a:pt x="22" y="12"/>
                    <a:pt x="18" y="8"/>
                  </a:cubicBezTo>
                  <a:cubicBezTo>
                    <a:pt x="14" y="5"/>
                    <a:pt x="5" y="0"/>
                    <a:pt x="0" y="2"/>
                  </a:cubicBezTo>
                  <a:cubicBezTo>
                    <a:pt x="3" y="3"/>
                    <a:pt x="7" y="3"/>
                    <a:pt x="10" y="5"/>
                  </a:cubicBezTo>
                  <a:cubicBezTo>
                    <a:pt x="13" y="7"/>
                    <a:pt x="15" y="9"/>
                    <a:pt x="17" y="12"/>
                  </a:cubicBezTo>
                  <a:cubicBezTo>
                    <a:pt x="19" y="14"/>
                    <a:pt x="21" y="15"/>
                    <a:pt x="23" y="16"/>
                  </a:cubicBezTo>
                  <a:cubicBezTo>
                    <a:pt x="26" y="17"/>
                    <a:pt x="28" y="19"/>
                    <a:pt x="30" y="2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4" name="Freeform 433">
              <a:extLst>
                <a:ext uri="{FF2B5EF4-FFF2-40B4-BE49-F238E27FC236}">
                  <a16:creationId xmlns:a16="http://schemas.microsoft.com/office/drawing/2014/main" id="{2249BB15-542F-44E9-9480-D1872654F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883"/>
              <a:ext cx="69" cy="37"/>
            </a:xfrm>
            <a:custGeom>
              <a:avLst/>
              <a:gdLst>
                <a:gd name="T0" fmla="*/ 821 w 20"/>
                <a:gd name="T1" fmla="*/ 507 h 10"/>
                <a:gd name="T2" fmla="*/ 0 w 20"/>
                <a:gd name="T3" fmla="*/ 507 h 10"/>
                <a:gd name="T4" fmla="*/ 335 w 20"/>
                <a:gd name="T5" fmla="*/ 411 h 10"/>
                <a:gd name="T6" fmla="*/ 704 w 20"/>
                <a:gd name="T7" fmla="*/ 45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cubicBezTo>
                    <a:pt x="15" y="10"/>
                    <a:pt x="3" y="0"/>
                    <a:pt x="0" y="10"/>
                  </a:cubicBezTo>
                  <a:cubicBezTo>
                    <a:pt x="2" y="7"/>
                    <a:pt x="6" y="8"/>
                    <a:pt x="8" y="8"/>
                  </a:cubicBezTo>
                  <a:cubicBezTo>
                    <a:pt x="12" y="9"/>
                    <a:pt x="14" y="9"/>
                    <a:pt x="17" y="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5" name="Freeform 434">
              <a:extLst>
                <a:ext uri="{FF2B5EF4-FFF2-40B4-BE49-F238E27FC236}">
                  <a16:creationId xmlns:a16="http://schemas.microsoft.com/office/drawing/2014/main" id="{7B683957-3E07-4E25-9B0C-E24848DB0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839"/>
              <a:ext cx="51" cy="41"/>
            </a:xfrm>
            <a:custGeom>
              <a:avLst/>
              <a:gdLst>
                <a:gd name="T0" fmla="*/ 554 w 15"/>
                <a:gd name="T1" fmla="*/ 56 h 11"/>
                <a:gd name="T2" fmla="*/ 357 w 15"/>
                <a:gd name="T3" fmla="*/ 306 h 11"/>
                <a:gd name="T4" fmla="*/ 163 w 15"/>
                <a:gd name="T5" fmla="*/ 473 h 11"/>
                <a:gd name="T6" fmla="*/ 0 w 15"/>
                <a:gd name="T7" fmla="*/ 514 h 11"/>
                <a:gd name="T8" fmla="*/ 394 w 15"/>
                <a:gd name="T9" fmla="*/ 362 h 11"/>
                <a:gd name="T10" fmla="*/ 554 w 15"/>
                <a:gd name="T11" fmla="*/ 153 h 11"/>
                <a:gd name="T12" fmla="*/ 588 w 15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1">
                  <a:moveTo>
                    <a:pt x="14" y="1"/>
                  </a:moveTo>
                  <a:cubicBezTo>
                    <a:pt x="13" y="3"/>
                    <a:pt x="11" y="5"/>
                    <a:pt x="9" y="6"/>
                  </a:cubicBezTo>
                  <a:cubicBezTo>
                    <a:pt x="7" y="8"/>
                    <a:pt x="6" y="8"/>
                    <a:pt x="4" y="9"/>
                  </a:cubicBezTo>
                  <a:cubicBezTo>
                    <a:pt x="2" y="9"/>
                    <a:pt x="2" y="9"/>
                    <a:pt x="0" y="10"/>
                  </a:cubicBezTo>
                  <a:cubicBezTo>
                    <a:pt x="5" y="11"/>
                    <a:pt x="7" y="11"/>
                    <a:pt x="10" y="7"/>
                  </a:cubicBezTo>
                  <a:cubicBezTo>
                    <a:pt x="11" y="6"/>
                    <a:pt x="13" y="5"/>
                    <a:pt x="14" y="3"/>
                  </a:cubicBezTo>
                  <a:cubicBezTo>
                    <a:pt x="15" y="2"/>
                    <a:pt x="14" y="1"/>
                    <a:pt x="15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6" name="Freeform 435">
              <a:extLst>
                <a:ext uri="{FF2B5EF4-FFF2-40B4-BE49-F238E27FC236}">
                  <a16:creationId xmlns:a16="http://schemas.microsoft.com/office/drawing/2014/main" id="{17253156-7A3A-4EF7-B2E6-8B25AFEE8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781"/>
              <a:ext cx="322" cy="278"/>
            </a:xfrm>
            <a:custGeom>
              <a:avLst/>
              <a:gdLst>
                <a:gd name="T0" fmla="*/ 2535 w 94"/>
                <a:gd name="T1" fmla="*/ 348 h 76"/>
                <a:gd name="T2" fmla="*/ 880 w 94"/>
                <a:gd name="T3" fmla="*/ 644 h 76"/>
                <a:gd name="T4" fmla="*/ 682 w 94"/>
                <a:gd name="T5" fmla="*/ 1178 h 76"/>
                <a:gd name="T6" fmla="*/ 164 w 94"/>
                <a:gd name="T7" fmla="*/ 1324 h 76"/>
                <a:gd name="T8" fmla="*/ 247 w 94"/>
                <a:gd name="T9" fmla="*/ 1913 h 76"/>
                <a:gd name="T10" fmla="*/ 528 w 94"/>
                <a:gd name="T11" fmla="*/ 2597 h 76"/>
                <a:gd name="T12" fmla="*/ 1524 w 94"/>
                <a:gd name="T13" fmla="*/ 3277 h 76"/>
                <a:gd name="T14" fmla="*/ 1689 w 94"/>
                <a:gd name="T15" fmla="*/ 2985 h 76"/>
                <a:gd name="T16" fmla="*/ 1853 w 94"/>
                <a:gd name="T17" fmla="*/ 3226 h 76"/>
                <a:gd name="T18" fmla="*/ 2370 w 94"/>
                <a:gd name="T19" fmla="*/ 3226 h 76"/>
                <a:gd name="T20" fmla="*/ 2453 w 94"/>
                <a:gd name="T21" fmla="*/ 2985 h 76"/>
                <a:gd name="T22" fmla="*/ 2768 w 94"/>
                <a:gd name="T23" fmla="*/ 2985 h 76"/>
                <a:gd name="T24" fmla="*/ 3179 w 94"/>
                <a:gd name="T25" fmla="*/ 2502 h 76"/>
                <a:gd name="T26" fmla="*/ 3333 w 94"/>
                <a:gd name="T27" fmla="*/ 2250 h 76"/>
                <a:gd name="T28" fmla="*/ 3614 w 94"/>
                <a:gd name="T29" fmla="*/ 1953 h 76"/>
                <a:gd name="T30" fmla="*/ 3415 w 94"/>
                <a:gd name="T31" fmla="*/ 1324 h 76"/>
                <a:gd name="T32" fmla="*/ 2535 w 94"/>
                <a:gd name="T33" fmla="*/ 348 h 76"/>
                <a:gd name="T34" fmla="*/ 2535 w 94"/>
                <a:gd name="T35" fmla="*/ 348 h 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4" h="76">
                  <a:moveTo>
                    <a:pt x="63" y="7"/>
                  </a:moveTo>
                  <a:cubicBezTo>
                    <a:pt x="54" y="4"/>
                    <a:pt x="25" y="0"/>
                    <a:pt x="22" y="13"/>
                  </a:cubicBezTo>
                  <a:cubicBezTo>
                    <a:pt x="20" y="19"/>
                    <a:pt x="25" y="23"/>
                    <a:pt x="17" y="24"/>
                  </a:cubicBezTo>
                  <a:cubicBezTo>
                    <a:pt x="12" y="24"/>
                    <a:pt x="9" y="21"/>
                    <a:pt x="4" y="27"/>
                  </a:cubicBezTo>
                  <a:cubicBezTo>
                    <a:pt x="0" y="32"/>
                    <a:pt x="3" y="35"/>
                    <a:pt x="6" y="39"/>
                  </a:cubicBezTo>
                  <a:cubicBezTo>
                    <a:pt x="10" y="44"/>
                    <a:pt x="10" y="48"/>
                    <a:pt x="13" y="53"/>
                  </a:cubicBezTo>
                  <a:cubicBezTo>
                    <a:pt x="16" y="62"/>
                    <a:pt x="26" y="76"/>
                    <a:pt x="38" y="67"/>
                  </a:cubicBezTo>
                  <a:cubicBezTo>
                    <a:pt x="39" y="66"/>
                    <a:pt x="39" y="61"/>
                    <a:pt x="42" y="61"/>
                  </a:cubicBezTo>
                  <a:cubicBezTo>
                    <a:pt x="45" y="60"/>
                    <a:pt x="44" y="65"/>
                    <a:pt x="46" y="66"/>
                  </a:cubicBezTo>
                  <a:cubicBezTo>
                    <a:pt x="49" y="70"/>
                    <a:pt x="55" y="71"/>
                    <a:pt x="59" y="66"/>
                  </a:cubicBezTo>
                  <a:cubicBezTo>
                    <a:pt x="61" y="64"/>
                    <a:pt x="59" y="63"/>
                    <a:pt x="61" y="61"/>
                  </a:cubicBezTo>
                  <a:cubicBezTo>
                    <a:pt x="63" y="60"/>
                    <a:pt x="67" y="61"/>
                    <a:pt x="69" y="61"/>
                  </a:cubicBezTo>
                  <a:cubicBezTo>
                    <a:pt x="77" y="60"/>
                    <a:pt x="77" y="57"/>
                    <a:pt x="79" y="51"/>
                  </a:cubicBezTo>
                  <a:cubicBezTo>
                    <a:pt x="81" y="47"/>
                    <a:pt x="80" y="49"/>
                    <a:pt x="83" y="46"/>
                  </a:cubicBezTo>
                  <a:cubicBezTo>
                    <a:pt x="86" y="44"/>
                    <a:pt x="89" y="43"/>
                    <a:pt x="90" y="40"/>
                  </a:cubicBezTo>
                  <a:cubicBezTo>
                    <a:pt x="94" y="32"/>
                    <a:pt x="90" y="30"/>
                    <a:pt x="85" y="27"/>
                  </a:cubicBezTo>
                  <a:cubicBezTo>
                    <a:pt x="76" y="21"/>
                    <a:pt x="73" y="11"/>
                    <a:pt x="63" y="7"/>
                  </a:cubicBezTo>
                  <a:cubicBezTo>
                    <a:pt x="62" y="7"/>
                    <a:pt x="64" y="8"/>
                    <a:pt x="63" y="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7" name="Freeform 436">
              <a:extLst>
                <a:ext uri="{FF2B5EF4-FFF2-40B4-BE49-F238E27FC236}">
                  <a16:creationId xmlns:a16="http://schemas.microsoft.com/office/drawing/2014/main" id="{4AA60DAC-032C-4159-A0C4-2F2CB56B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828"/>
              <a:ext cx="28" cy="37"/>
            </a:xfrm>
            <a:custGeom>
              <a:avLst/>
              <a:gdLst>
                <a:gd name="T0" fmla="*/ 343 w 8"/>
                <a:gd name="T1" fmla="*/ 0 h 10"/>
                <a:gd name="T2" fmla="*/ 0 w 8"/>
                <a:gd name="T3" fmla="*/ 50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5" y="5"/>
                    <a:pt x="6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8" name="Freeform 437">
              <a:extLst>
                <a:ext uri="{FF2B5EF4-FFF2-40B4-BE49-F238E27FC236}">
                  <a16:creationId xmlns:a16="http://schemas.microsoft.com/office/drawing/2014/main" id="{27D47DEB-06A9-460B-B401-40C8EED3D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87"/>
              <a:ext cx="102" cy="40"/>
            </a:xfrm>
            <a:custGeom>
              <a:avLst/>
              <a:gdLst>
                <a:gd name="T0" fmla="*/ 1180 w 30"/>
                <a:gd name="T1" fmla="*/ 331 h 11"/>
                <a:gd name="T2" fmla="*/ 554 w 30"/>
                <a:gd name="T3" fmla="*/ 55 h 11"/>
                <a:gd name="T4" fmla="*/ 0 w 30"/>
                <a:gd name="T5" fmla="*/ 5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1">
                  <a:moveTo>
                    <a:pt x="30" y="7"/>
                  </a:moveTo>
                  <a:cubicBezTo>
                    <a:pt x="22" y="9"/>
                    <a:pt x="21" y="2"/>
                    <a:pt x="14" y="1"/>
                  </a:cubicBezTo>
                  <a:cubicBezTo>
                    <a:pt x="8" y="0"/>
                    <a:pt x="2" y="6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9" name="Freeform 438">
              <a:extLst>
                <a:ext uri="{FF2B5EF4-FFF2-40B4-BE49-F238E27FC236}">
                  <a16:creationId xmlns:a16="http://schemas.microsoft.com/office/drawing/2014/main" id="{CEF548B1-BA26-41CE-AF6C-CCAB74E85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719"/>
              <a:ext cx="103" cy="40"/>
            </a:xfrm>
            <a:custGeom>
              <a:avLst/>
              <a:gdLst>
                <a:gd name="T0" fmla="*/ 1215 w 30"/>
                <a:gd name="T1" fmla="*/ 331 h 11"/>
                <a:gd name="T2" fmla="*/ 567 w 30"/>
                <a:gd name="T3" fmla="*/ 55 h 11"/>
                <a:gd name="T4" fmla="*/ 0 w 30"/>
                <a:gd name="T5" fmla="*/ 5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1">
                  <a:moveTo>
                    <a:pt x="30" y="7"/>
                  </a:moveTo>
                  <a:cubicBezTo>
                    <a:pt x="22" y="9"/>
                    <a:pt x="21" y="2"/>
                    <a:pt x="14" y="1"/>
                  </a:cubicBezTo>
                  <a:cubicBezTo>
                    <a:pt x="8" y="0"/>
                    <a:pt x="2" y="6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0" name="Freeform 439">
              <a:extLst>
                <a:ext uri="{FF2B5EF4-FFF2-40B4-BE49-F238E27FC236}">
                  <a16:creationId xmlns:a16="http://schemas.microsoft.com/office/drawing/2014/main" id="{94A537B8-6B74-41FB-99A2-3DF7E7B45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000"/>
              <a:ext cx="31" cy="11"/>
            </a:xfrm>
            <a:custGeom>
              <a:avLst/>
              <a:gdLst>
                <a:gd name="T0" fmla="*/ 369 w 9"/>
                <a:gd name="T1" fmla="*/ 55 h 3"/>
                <a:gd name="T2" fmla="*/ 0 w 9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1"/>
                  </a:moveTo>
                  <a:cubicBezTo>
                    <a:pt x="6" y="0"/>
                    <a:pt x="2" y="1"/>
                    <a:pt x="0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1" name="Freeform 440">
              <a:extLst>
                <a:ext uri="{FF2B5EF4-FFF2-40B4-BE49-F238E27FC236}">
                  <a16:creationId xmlns:a16="http://schemas.microsoft.com/office/drawing/2014/main" id="{30ACDB70-2FD7-42C2-8723-2337F8820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916"/>
              <a:ext cx="17" cy="11"/>
            </a:xfrm>
            <a:custGeom>
              <a:avLst/>
              <a:gdLst>
                <a:gd name="T0" fmla="*/ 116 w 5"/>
                <a:gd name="T1" fmla="*/ 147 h 3"/>
                <a:gd name="T2" fmla="*/ 0 w 5"/>
                <a:gd name="T3" fmla="*/ 0 h 3"/>
                <a:gd name="T4" fmla="*/ 197 w 5"/>
                <a:gd name="T5" fmla="*/ 14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3"/>
                  </a:moveTo>
                  <a:cubicBezTo>
                    <a:pt x="1" y="3"/>
                    <a:pt x="1" y="1"/>
                    <a:pt x="0" y="0"/>
                  </a:cubicBezTo>
                  <a:cubicBezTo>
                    <a:pt x="2" y="0"/>
                    <a:pt x="4" y="2"/>
                    <a:pt x="5" y="3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2" name="Freeform 441">
              <a:extLst>
                <a:ext uri="{FF2B5EF4-FFF2-40B4-BE49-F238E27FC236}">
                  <a16:creationId xmlns:a16="http://schemas.microsoft.com/office/drawing/2014/main" id="{4232DA5C-525B-465A-B9A4-73060770B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28"/>
              <a:ext cx="14" cy="22"/>
            </a:xfrm>
            <a:custGeom>
              <a:avLst/>
              <a:gdLst>
                <a:gd name="T0" fmla="*/ 49 w 4"/>
                <a:gd name="T1" fmla="*/ 55 h 6"/>
                <a:gd name="T2" fmla="*/ 0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4" y="0"/>
                    <a:pt x="3" y="6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3" name="Freeform 442">
              <a:extLst>
                <a:ext uri="{FF2B5EF4-FFF2-40B4-BE49-F238E27FC236}">
                  <a16:creationId xmlns:a16="http://schemas.microsoft.com/office/drawing/2014/main" id="{8C429832-AB8F-4E40-92A8-29EDC1B64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905"/>
              <a:ext cx="13" cy="19"/>
            </a:xfrm>
            <a:custGeom>
              <a:avLst/>
              <a:gdLst>
                <a:gd name="T0" fmla="*/ 107 w 4"/>
                <a:gd name="T1" fmla="*/ 0 h 5"/>
                <a:gd name="T2" fmla="*/ 107 w 4"/>
                <a:gd name="T3" fmla="*/ 274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4" y="3"/>
                    <a:pt x="3" y="5"/>
                  </a:cubicBezTo>
                  <a:cubicBezTo>
                    <a:pt x="1" y="4"/>
                    <a:pt x="0" y="2"/>
                    <a:pt x="1" y="0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4" name="Freeform 443">
              <a:extLst>
                <a:ext uri="{FF2B5EF4-FFF2-40B4-BE49-F238E27FC236}">
                  <a16:creationId xmlns:a16="http://schemas.microsoft.com/office/drawing/2014/main" id="{B6C2D3BE-A740-40C9-9597-73264B584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686"/>
              <a:ext cx="99" cy="73"/>
            </a:xfrm>
            <a:custGeom>
              <a:avLst/>
              <a:gdLst>
                <a:gd name="T0" fmla="*/ 1154 w 29"/>
                <a:gd name="T1" fmla="*/ 679 h 20"/>
                <a:gd name="T2" fmla="*/ 444 w 29"/>
                <a:gd name="T3" fmla="*/ 438 h 20"/>
                <a:gd name="T4" fmla="*/ 0 w 29"/>
                <a:gd name="T5" fmla="*/ 971 h 20"/>
                <a:gd name="T6" fmla="*/ 116 w 29"/>
                <a:gd name="T7" fmla="*/ 241 h 20"/>
                <a:gd name="T8" fmla="*/ 512 w 29"/>
                <a:gd name="T9" fmla="*/ 201 h 20"/>
                <a:gd name="T10" fmla="*/ 874 w 29"/>
                <a:gd name="T11" fmla="*/ 493 h 20"/>
                <a:gd name="T12" fmla="*/ 1072 w 29"/>
                <a:gd name="T13" fmla="*/ 62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0">
                  <a:moveTo>
                    <a:pt x="29" y="14"/>
                  </a:moveTo>
                  <a:cubicBezTo>
                    <a:pt x="23" y="16"/>
                    <a:pt x="17" y="8"/>
                    <a:pt x="11" y="9"/>
                  </a:cubicBezTo>
                  <a:cubicBezTo>
                    <a:pt x="7" y="9"/>
                    <a:pt x="1" y="16"/>
                    <a:pt x="0" y="20"/>
                  </a:cubicBezTo>
                  <a:cubicBezTo>
                    <a:pt x="0" y="15"/>
                    <a:pt x="0" y="8"/>
                    <a:pt x="3" y="5"/>
                  </a:cubicBezTo>
                  <a:cubicBezTo>
                    <a:pt x="7" y="0"/>
                    <a:pt x="8" y="2"/>
                    <a:pt x="13" y="4"/>
                  </a:cubicBezTo>
                  <a:cubicBezTo>
                    <a:pt x="17" y="5"/>
                    <a:pt x="18" y="7"/>
                    <a:pt x="22" y="10"/>
                  </a:cubicBezTo>
                  <a:cubicBezTo>
                    <a:pt x="24" y="11"/>
                    <a:pt x="25" y="14"/>
                    <a:pt x="27" y="1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5" name="Freeform 444">
              <a:extLst>
                <a:ext uri="{FF2B5EF4-FFF2-40B4-BE49-F238E27FC236}">
                  <a16:creationId xmlns:a16="http://schemas.microsoft.com/office/drawing/2014/main" id="{13544254-EDDC-487A-88D4-FDC545E31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715"/>
              <a:ext cx="69" cy="37"/>
            </a:xfrm>
            <a:custGeom>
              <a:avLst/>
              <a:gdLst>
                <a:gd name="T0" fmla="*/ 821 w 20"/>
                <a:gd name="T1" fmla="*/ 507 h 10"/>
                <a:gd name="T2" fmla="*/ 0 w 20"/>
                <a:gd name="T3" fmla="*/ 507 h 10"/>
                <a:gd name="T4" fmla="*/ 335 w 20"/>
                <a:gd name="T5" fmla="*/ 411 h 10"/>
                <a:gd name="T6" fmla="*/ 704 w 20"/>
                <a:gd name="T7" fmla="*/ 45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cubicBezTo>
                    <a:pt x="15" y="10"/>
                    <a:pt x="3" y="0"/>
                    <a:pt x="0" y="10"/>
                  </a:cubicBezTo>
                  <a:cubicBezTo>
                    <a:pt x="2" y="7"/>
                    <a:pt x="6" y="8"/>
                    <a:pt x="8" y="8"/>
                  </a:cubicBezTo>
                  <a:cubicBezTo>
                    <a:pt x="12" y="9"/>
                    <a:pt x="14" y="9"/>
                    <a:pt x="17" y="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6" name="Freeform 445">
              <a:extLst>
                <a:ext uri="{FF2B5EF4-FFF2-40B4-BE49-F238E27FC236}">
                  <a16:creationId xmlns:a16="http://schemas.microsoft.com/office/drawing/2014/main" id="{F537CBCF-9C9A-4582-9CAC-108DDA111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748"/>
              <a:ext cx="17" cy="11"/>
            </a:xfrm>
            <a:custGeom>
              <a:avLst/>
              <a:gdLst>
                <a:gd name="T0" fmla="*/ 116 w 5"/>
                <a:gd name="T1" fmla="*/ 147 h 3"/>
                <a:gd name="T2" fmla="*/ 0 w 5"/>
                <a:gd name="T3" fmla="*/ 0 h 3"/>
                <a:gd name="T4" fmla="*/ 197 w 5"/>
                <a:gd name="T5" fmla="*/ 14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3"/>
                  </a:moveTo>
                  <a:cubicBezTo>
                    <a:pt x="1" y="3"/>
                    <a:pt x="1" y="1"/>
                    <a:pt x="0" y="0"/>
                  </a:cubicBezTo>
                  <a:cubicBezTo>
                    <a:pt x="2" y="0"/>
                    <a:pt x="4" y="2"/>
                    <a:pt x="5" y="3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7" name="Freeform 446">
              <a:extLst>
                <a:ext uri="{FF2B5EF4-FFF2-40B4-BE49-F238E27FC236}">
                  <a16:creationId xmlns:a16="http://schemas.microsoft.com/office/drawing/2014/main" id="{24E677E4-E533-4E41-843F-91625F98B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737"/>
              <a:ext cx="14" cy="18"/>
            </a:xfrm>
            <a:custGeom>
              <a:avLst/>
              <a:gdLst>
                <a:gd name="T0" fmla="*/ 137 w 4"/>
                <a:gd name="T1" fmla="*/ 0 h 5"/>
                <a:gd name="T2" fmla="*/ 137 w 4"/>
                <a:gd name="T3" fmla="*/ 234 h 5"/>
                <a:gd name="T4" fmla="*/ 49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4" y="3"/>
                    <a:pt x="3" y="5"/>
                  </a:cubicBezTo>
                  <a:cubicBezTo>
                    <a:pt x="1" y="4"/>
                    <a:pt x="0" y="2"/>
                    <a:pt x="1" y="0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8" name="Freeform 447">
              <a:extLst>
                <a:ext uri="{FF2B5EF4-FFF2-40B4-BE49-F238E27FC236}">
                  <a16:creationId xmlns:a16="http://schemas.microsoft.com/office/drawing/2014/main" id="{57626A45-EFFF-4819-92A9-F484933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004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0 h 2"/>
                <a:gd name="T4" fmla="*/ 88 w 2"/>
                <a:gd name="T5" fmla="*/ 8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9" name="Freeform 448">
              <a:extLst>
                <a:ext uri="{FF2B5EF4-FFF2-40B4-BE49-F238E27FC236}">
                  <a16:creationId xmlns:a16="http://schemas.microsoft.com/office/drawing/2014/main" id="{4FFF4CB7-D939-4F2C-A197-5C4D081DF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97"/>
              <a:ext cx="380" cy="256"/>
            </a:xfrm>
            <a:custGeom>
              <a:avLst/>
              <a:gdLst>
                <a:gd name="T0" fmla="*/ 798 w 111"/>
                <a:gd name="T1" fmla="*/ 1419 h 70"/>
                <a:gd name="T2" fmla="*/ 962 w 111"/>
                <a:gd name="T3" fmla="*/ 976 h 70"/>
                <a:gd name="T4" fmla="*/ 1078 w 111"/>
                <a:gd name="T5" fmla="*/ 388 h 70"/>
                <a:gd name="T6" fmla="*/ 1489 w 111"/>
                <a:gd name="T7" fmla="*/ 589 h 70"/>
                <a:gd name="T8" fmla="*/ 1886 w 111"/>
                <a:gd name="T9" fmla="*/ 0 h 70"/>
                <a:gd name="T10" fmla="*/ 2448 w 111"/>
                <a:gd name="T11" fmla="*/ 201 h 70"/>
                <a:gd name="T12" fmla="*/ 3047 w 111"/>
                <a:gd name="T13" fmla="*/ 201 h 70"/>
                <a:gd name="T14" fmla="*/ 3526 w 111"/>
                <a:gd name="T15" fmla="*/ 684 h 70"/>
                <a:gd name="T16" fmla="*/ 4091 w 111"/>
                <a:gd name="T17" fmla="*/ 1178 h 70"/>
                <a:gd name="T18" fmla="*/ 3810 w 111"/>
                <a:gd name="T19" fmla="*/ 2154 h 70"/>
                <a:gd name="T20" fmla="*/ 4173 w 111"/>
                <a:gd name="T21" fmla="*/ 2593 h 70"/>
                <a:gd name="T22" fmla="*/ 3810 w 111"/>
                <a:gd name="T23" fmla="*/ 3131 h 70"/>
                <a:gd name="T24" fmla="*/ 3293 w 111"/>
                <a:gd name="T25" fmla="*/ 3035 h 70"/>
                <a:gd name="T26" fmla="*/ 2848 w 111"/>
                <a:gd name="T27" fmla="*/ 2633 h 70"/>
                <a:gd name="T28" fmla="*/ 2814 w 111"/>
                <a:gd name="T29" fmla="*/ 3222 h 70"/>
                <a:gd name="T30" fmla="*/ 2085 w 111"/>
                <a:gd name="T31" fmla="*/ 3076 h 70"/>
                <a:gd name="T32" fmla="*/ 1838 w 111"/>
                <a:gd name="T33" fmla="*/ 2688 h 70"/>
                <a:gd name="T34" fmla="*/ 1407 w 111"/>
                <a:gd name="T35" fmla="*/ 2593 h 70"/>
                <a:gd name="T36" fmla="*/ 1006 w 111"/>
                <a:gd name="T37" fmla="*/ 2501 h 70"/>
                <a:gd name="T38" fmla="*/ 561 w 111"/>
                <a:gd name="T39" fmla="*/ 2501 h 70"/>
                <a:gd name="T40" fmla="*/ 527 w 111"/>
                <a:gd name="T41" fmla="*/ 1913 h 70"/>
                <a:gd name="T42" fmla="*/ 842 w 111"/>
                <a:gd name="T43" fmla="*/ 1807 h 70"/>
                <a:gd name="T44" fmla="*/ 798 w 111"/>
                <a:gd name="T45" fmla="*/ 1419 h 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1" h="70">
                  <a:moveTo>
                    <a:pt x="20" y="29"/>
                  </a:moveTo>
                  <a:cubicBezTo>
                    <a:pt x="22" y="24"/>
                    <a:pt x="23" y="26"/>
                    <a:pt x="24" y="20"/>
                  </a:cubicBezTo>
                  <a:cubicBezTo>
                    <a:pt x="24" y="17"/>
                    <a:pt x="25" y="9"/>
                    <a:pt x="27" y="8"/>
                  </a:cubicBezTo>
                  <a:cubicBezTo>
                    <a:pt x="34" y="4"/>
                    <a:pt x="31" y="15"/>
                    <a:pt x="37" y="12"/>
                  </a:cubicBezTo>
                  <a:cubicBezTo>
                    <a:pt x="42" y="8"/>
                    <a:pt x="39" y="1"/>
                    <a:pt x="47" y="0"/>
                  </a:cubicBezTo>
                  <a:cubicBezTo>
                    <a:pt x="52" y="0"/>
                    <a:pt x="57" y="3"/>
                    <a:pt x="61" y="4"/>
                  </a:cubicBezTo>
                  <a:cubicBezTo>
                    <a:pt x="66" y="5"/>
                    <a:pt x="71" y="2"/>
                    <a:pt x="76" y="4"/>
                  </a:cubicBezTo>
                  <a:cubicBezTo>
                    <a:pt x="83" y="5"/>
                    <a:pt x="83" y="11"/>
                    <a:pt x="88" y="14"/>
                  </a:cubicBezTo>
                  <a:cubicBezTo>
                    <a:pt x="92" y="18"/>
                    <a:pt x="98" y="19"/>
                    <a:pt x="102" y="24"/>
                  </a:cubicBezTo>
                  <a:cubicBezTo>
                    <a:pt x="111" y="36"/>
                    <a:pt x="87" y="34"/>
                    <a:pt x="95" y="44"/>
                  </a:cubicBezTo>
                  <a:cubicBezTo>
                    <a:pt x="98" y="47"/>
                    <a:pt x="103" y="48"/>
                    <a:pt x="104" y="53"/>
                  </a:cubicBezTo>
                  <a:cubicBezTo>
                    <a:pt x="105" y="58"/>
                    <a:pt x="99" y="62"/>
                    <a:pt x="95" y="64"/>
                  </a:cubicBezTo>
                  <a:cubicBezTo>
                    <a:pt x="91" y="65"/>
                    <a:pt x="88" y="65"/>
                    <a:pt x="82" y="62"/>
                  </a:cubicBezTo>
                  <a:cubicBezTo>
                    <a:pt x="78" y="60"/>
                    <a:pt x="73" y="53"/>
                    <a:pt x="71" y="54"/>
                  </a:cubicBezTo>
                  <a:cubicBezTo>
                    <a:pt x="67" y="57"/>
                    <a:pt x="75" y="62"/>
                    <a:pt x="70" y="66"/>
                  </a:cubicBezTo>
                  <a:cubicBezTo>
                    <a:pt x="66" y="70"/>
                    <a:pt x="56" y="67"/>
                    <a:pt x="52" y="63"/>
                  </a:cubicBezTo>
                  <a:cubicBezTo>
                    <a:pt x="49" y="61"/>
                    <a:pt x="49" y="57"/>
                    <a:pt x="46" y="55"/>
                  </a:cubicBezTo>
                  <a:cubicBezTo>
                    <a:pt x="42" y="52"/>
                    <a:pt x="39" y="54"/>
                    <a:pt x="35" y="53"/>
                  </a:cubicBezTo>
                  <a:cubicBezTo>
                    <a:pt x="30" y="52"/>
                    <a:pt x="30" y="50"/>
                    <a:pt x="25" y="51"/>
                  </a:cubicBezTo>
                  <a:cubicBezTo>
                    <a:pt x="20" y="52"/>
                    <a:pt x="20" y="54"/>
                    <a:pt x="14" y="51"/>
                  </a:cubicBezTo>
                  <a:cubicBezTo>
                    <a:pt x="6" y="47"/>
                    <a:pt x="0" y="36"/>
                    <a:pt x="13" y="39"/>
                  </a:cubicBezTo>
                  <a:cubicBezTo>
                    <a:pt x="17" y="39"/>
                    <a:pt x="18" y="41"/>
                    <a:pt x="21" y="37"/>
                  </a:cubicBezTo>
                  <a:cubicBezTo>
                    <a:pt x="23" y="34"/>
                    <a:pt x="18" y="34"/>
                    <a:pt x="20" y="29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0" name="Freeform 449">
              <a:extLst>
                <a:ext uri="{FF2B5EF4-FFF2-40B4-BE49-F238E27FC236}">
                  <a16:creationId xmlns:a16="http://schemas.microsoft.com/office/drawing/2014/main" id="{B2297084-AC86-4E92-A8B2-49734EF77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551"/>
              <a:ext cx="130" cy="87"/>
            </a:xfrm>
            <a:custGeom>
              <a:avLst/>
              <a:gdLst>
                <a:gd name="T0" fmla="*/ 643 w 38"/>
                <a:gd name="T1" fmla="*/ 526 h 24"/>
                <a:gd name="T2" fmla="*/ 1204 w 38"/>
                <a:gd name="T3" fmla="*/ 1142 h 24"/>
                <a:gd name="T4" fmla="*/ 1485 w 38"/>
                <a:gd name="T5" fmla="*/ 1051 h 24"/>
                <a:gd name="T6" fmla="*/ 1485 w 38"/>
                <a:gd name="T7" fmla="*/ 616 h 24"/>
                <a:gd name="T8" fmla="*/ 1276 w 38"/>
                <a:gd name="T9" fmla="*/ 906 h 24"/>
                <a:gd name="T10" fmla="*/ 961 w 38"/>
                <a:gd name="T11" fmla="*/ 526 h 24"/>
                <a:gd name="T12" fmla="*/ 479 w 38"/>
                <a:gd name="T13" fmla="*/ 236 h 24"/>
                <a:gd name="T14" fmla="*/ 0 w 38"/>
                <a:gd name="T15" fmla="*/ 0 h 24"/>
                <a:gd name="T16" fmla="*/ 363 w 38"/>
                <a:gd name="T17" fmla="*/ 330 h 24"/>
                <a:gd name="T18" fmla="*/ 595 w 38"/>
                <a:gd name="T19" fmla="*/ 475 h 24"/>
                <a:gd name="T20" fmla="*/ 725 w 38"/>
                <a:gd name="T21" fmla="*/ 58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24">
                  <a:moveTo>
                    <a:pt x="16" y="11"/>
                  </a:moveTo>
                  <a:cubicBezTo>
                    <a:pt x="21" y="17"/>
                    <a:pt x="22" y="22"/>
                    <a:pt x="30" y="24"/>
                  </a:cubicBezTo>
                  <a:cubicBezTo>
                    <a:pt x="33" y="24"/>
                    <a:pt x="36" y="24"/>
                    <a:pt x="37" y="22"/>
                  </a:cubicBezTo>
                  <a:cubicBezTo>
                    <a:pt x="38" y="20"/>
                    <a:pt x="37" y="15"/>
                    <a:pt x="37" y="13"/>
                  </a:cubicBezTo>
                  <a:cubicBezTo>
                    <a:pt x="36" y="15"/>
                    <a:pt x="34" y="18"/>
                    <a:pt x="32" y="19"/>
                  </a:cubicBezTo>
                  <a:cubicBezTo>
                    <a:pt x="28" y="21"/>
                    <a:pt x="26" y="13"/>
                    <a:pt x="24" y="11"/>
                  </a:cubicBezTo>
                  <a:cubicBezTo>
                    <a:pt x="21" y="7"/>
                    <a:pt x="16" y="7"/>
                    <a:pt x="12" y="5"/>
                  </a:cubicBezTo>
                  <a:cubicBezTo>
                    <a:pt x="7" y="4"/>
                    <a:pt x="4" y="1"/>
                    <a:pt x="0" y="0"/>
                  </a:cubicBezTo>
                  <a:cubicBezTo>
                    <a:pt x="1" y="3"/>
                    <a:pt x="6" y="6"/>
                    <a:pt x="9" y="7"/>
                  </a:cubicBezTo>
                  <a:cubicBezTo>
                    <a:pt x="11" y="8"/>
                    <a:pt x="14" y="8"/>
                    <a:pt x="15" y="10"/>
                  </a:cubicBezTo>
                  <a:cubicBezTo>
                    <a:pt x="16" y="10"/>
                    <a:pt x="16" y="12"/>
                    <a:pt x="18" y="1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1" name="Freeform 450">
              <a:extLst>
                <a:ext uri="{FF2B5EF4-FFF2-40B4-BE49-F238E27FC236}">
                  <a16:creationId xmlns:a16="http://schemas.microsoft.com/office/drawing/2014/main" id="{408FEE78-A2BB-4364-95EA-CE3A57A03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547"/>
              <a:ext cx="117" cy="40"/>
            </a:xfrm>
            <a:custGeom>
              <a:avLst/>
              <a:gdLst>
                <a:gd name="T0" fmla="*/ 0 w 34"/>
                <a:gd name="T1" fmla="*/ 55 h 11"/>
                <a:gd name="T2" fmla="*/ 616 w 34"/>
                <a:gd name="T3" fmla="*/ 382 h 11"/>
                <a:gd name="T4" fmla="*/ 936 w 34"/>
                <a:gd name="T5" fmla="*/ 436 h 11"/>
                <a:gd name="T6" fmla="*/ 1387 w 34"/>
                <a:gd name="T7" fmla="*/ 476 h 11"/>
                <a:gd name="T8" fmla="*/ 1019 w 34"/>
                <a:gd name="T9" fmla="*/ 331 h 11"/>
                <a:gd name="T10" fmla="*/ 853 w 34"/>
                <a:gd name="T11" fmla="*/ 55 h 11"/>
                <a:gd name="T12" fmla="*/ 485 w 34"/>
                <a:gd name="T13" fmla="*/ 200 h 11"/>
                <a:gd name="T14" fmla="*/ 117 w 34"/>
                <a:gd name="T15" fmla="*/ 91 h 11"/>
                <a:gd name="T16" fmla="*/ 0 w 34"/>
                <a:gd name="T17" fmla="*/ 55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1">
                  <a:moveTo>
                    <a:pt x="0" y="1"/>
                  </a:moveTo>
                  <a:cubicBezTo>
                    <a:pt x="2" y="7"/>
                    <a:pt x="9" y="10"/>
                    <a:pt x="15" y="8"/>
                  </a:cubicBezTo>
                  <a:cubicBezTo>
                    <a:pt x="19" y="7"/>
                    <a:pt x="20" y="7"/>
                    <a:pt x="23" y="9"/>
                  </a:cubicBezTo>
                  <a:cubicBezTo>
                    <a:pt x="27" y="10"/>
                    <a:pt x="31" y="11"/>
                    <a:pt x="34" y="10"/>
                  </a:cubicBezTo>
                  <a:cubicBezTo>
                    <a:pt x="32" y="10"/>
                    <a:pt x="27" y="8"/>
                    <a:pt x="25" y="7"/>
                  </a:cubicBezTo>
                  <a:cubicBezTo>
                    <a:pt x="23" y="6"/>
                    <a:pt x="23" y="3"/>
                    <a:pt x="21" y="1"/>
                  </a:cubicBezTo>
                  <a:cubicBezTo>
                    <a:pt x="21" y="4"/>
                    <a:pt x="15" y="4"/>
                    <a:pt x="12" y="4"/>
                  </a:cubicBezTo>
                  <a:cubicBezTo>
                    <a:pt x="9" y="4"/>
                    <a:pt x="6" y="3"/>
                    <a:pt x="3" y="2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2" name="Freeform 451">
              <a:extLst>
                <a:ext uri="{FF2B5EF4-FFF2-40B4-BE49-F238E27FC236}">
                  <a16:creationId xmlns:a16="http://schemas.microsoft.com/office/drawing/2014/main" id="{CED9F160-EE8C-43C8-A521-F269CCF1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572"/>
              <a:ext cx="131" cy="55"/>
            </a:xfrm>
            <a:custGeom>
              <a:avLst/>
              <a:gdLst>
                <a:gd name="T0" fmla="*/ 534 w 38"/>
                <a:gd name="T1" fmla="*/ 297 h 15"/>
                <a:gd name="T2" fmla="*/ 1151 w 38"/>
                <a:gd name="T3" fmla="*/ 686 h 15"/>
                <a:gd name="T4" fmla="*/ 1520 w 38"/>
                <a:gd name="T5" fmla="*/ 202 h 15"/>
                <a:gd name="T6" fmla="*/ 1151 w 38"/>
                <a:gd name="T7" fmla="*/ 539 h 15"/>
                <a:gd name="T8" fmla="*/ 738 w 38"/>
                <a:gd name="T9" fmla="*/ 202 h 15"/>
                <a:gd name="T10" fmla="*/ 286 w 38"/>
                <a:gd name="T11" fmla="*/ 0 h 15"/>
                <a:gd name="T12" fmla="*/ 34 w 38"/>
                <a:gd name="T13" fmla="*/ 389 h 15"/>
                <a:gd name="T14" fmla="*/ 534 w 38"/>
                <a:gd name="T15" fmla="*/ 348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5">
                  <a:moveTo>
                    <a:pt x="13" y="6"/>
                  </a:moveTo>
                  <a:cubicBezTo>
                    <a:pt x="16" y="11"/>
                    <a:pt x="22" y="15"/>
                    <a:pt x="28" y="14"/>
                  </a:cubicBezTo>
                  <a:cubicBezTo>
                    <a:pt x="33" y="14"/>
                    <a:pt x="38" y="11"/>
                    <a:pt x="37" y="4"/>
                  </a:cubicBezTo>
                  <a:cubicBezTo>
                    <a:pt x="35" y="7"/>
                    <a:pt x="33" y="11"/>
                    <a:pt x="28" y="11"/>
                  </a:cubicBezTo>
                  <a:cubicBezTo>
                    <a:pt x="25" y="11"/>
                    <a:pt x="22" y="6"/>
                    <a:pt x="18" y="4"/>
                  </a:cubicBezTo>
                  <a:cubicBezTo>
                    <a:pt x="15" y="2"/>
                    <a:pt x="11" y="0"/>
                    <a:pt x="7" y="0"/>
                  </a:cubicBezTo>
                  <a:cubicBezTo>
                    <a:pt x="3" y="1"/>
                    <a:pt x="0" y="5"/>
                    <a:pt x="1" y="8"/>
                  </a:cubicBezTo>
                  <a:cubicBezTo>
                    <a:pt x="3" y="4"/>
                    <a:pt x="9" y="5"/>
                    <a:pt x="13" y="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3" name="Freeform 452">
              <a:extLst>
                <a:ext uri="{FF2B5EF4-FFF2-40B4-BE49-F238E27FC236}">
                  <a16:creationId xmlns:a16="http://schemas.microsoft.com/office/drawing/2014/main" id="{1377F9A8-4E59-4815-AED6-10D408292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448"/>
              <a:ext cx="68" cy="92"/>
            </a:xfrm>
            <a:custGeom>
              <a:avLst/>
              <a:gdLst>
                <a:gd name="T0" fmla="*/ 357 w 20"/>
                <a:gd name="T1" fmla="*/ 243 h 25"/>
                <a:gd name="T2" fmla="*/ 670 w 20"/>
                <a:gd name="T3" fmla="*/ 854 h 25"/>
                <a:gd name="T4" fmla="*/ 313 w 20"/>
                <a:gd name="T5" fmla="*/ 1248 h 25"/>
                <a:gd name="T6" fmla="*/ 116 w 20"/>
                <a:gd name="T7" fmla="*/ 894 h 25"/>
                <a:gd name="T8" fmla="*/ 357 w 20"/>
                <a:gd name="T9" fmla="*/ 799 h 25"/>
                <a:gd name="T10" fmla="*/ 231 w 20"/>
                <a:gd name="T11" fmla="*/ 353 h 25"/>
                <a:gd name="T12" fmla="*/ 0 w 20"/>
                <a:gd name="T13" fmla="*/ 0 h 25"/>
                <a:gd name="T14" fmla="*/ 394 w 20"/>
                <a:gd name="T15" fmla="*/ 353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5">
                  <a:moveTo>
                    <a:pt x="9" y="5"/>
                  </a:moveTo>
                  <a:cubicBezTo>
                    <a:pt x="11" y="8"/>
                    <a:pt x="20" y="12"/>
                    <a:pt x="17" y="17"/>
                  </a:cubicBezTo>
                  <a:cubicBezTo>
                    <a:pt x="14" y="20"/>
                    <a:pt x="7" y="20"/>
                    <a:pt x="8" y="25"/>
                  </a:cubicBezTo>
                  <a:cubicBezTo>
                    <a:pt x="7" y="23"/>
                    <a:pt x="4" y="21"/>
                    <a:pt x="3" y="18"/>
                  </a:cubicBezTo>
                  <a:cubicBezTo>
                    <a:pt x="3" y="14"/>
                    <a:pt x="7" y="18"/>
                    <a:pt x="9" y="16"/>
                  </a:cubicBezTo>
                  <a:cubicBezTo>
                    <a:pt x="13" y="12"/>
                    <a:pt x="9" y="8"/>
                    <a:pt x="6" y="7"/>
                  </a:cubicBezTo>
                  <a:cubicBezTo>
                    <a:pt x="2" y="4"/>
                    <a:pt x="2" y="3"/>
                    <a:pt x="0" y="0"/>
                  </a:cubicBezTo>
                  <a:cubicBezTo>
                    <a:pt x="0" y="4"/>
                    <a:pt x="8" y="4"/>
                    <a:pt x="10" y="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4" name="Freeform 453">
              <a:extLst>
                <a:ext uri="{FF2B5EF4-FFF2-40B4-BE49-F238E27FC236}">
                  <a16:creationId xmlns:a16="http://schemas.microsoft.com/office/drawing/2014/main" id="{8978D453-3101-4D6F-B0E1-74E8A5AC1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448"/>
              <a:ext cx="86" cy="66"/>
            </a:xfrm>
            <a:custGeom>
              <a:avLst/>
              <a:gdLst>
                <a:gd name="T0" fmla="*/ 286 w 25"/>
                <a:gd name="T1" fmla="*/ 499 h 18"/>
                <a:gd name="T2" fmla="*/ 1018 w 25"/>
                <a:gd name="T3" fmla="*/ 0 h 18"/>
                <a:gd name="T4" fmla="*/ 568 w 25"/>
                <a:gd name="T5" fmla="*/ 792 h 18"/>
                <a:gd name="T6" fmla="*/ 0 w 25"/>
                <a:gd name="T7" fmla="*/ 44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7" y="10"/>
                  </a:moveTo>
                  <a:cubicBezTo>
                    <a:pt x="11" y="13"/>
                    <a:pt x="24" y="6"/>
                    <a:pt x="25" y="0"/>
                  </a:cubicBezTo>
                  <a:cubicBezTo>
                    <a:pt x="24" y="7"/>
                    <a:pt x="21" y="14"/>
                    <a:pt x="14" y="16"/>
                  </a:cubicBezTo>
                  <a:cubicBezTo>
                    <a:pt x="7" y="18"/>
                    <a:pt x="6" y="11"/>
                    <a:pt x="0" y="9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5" name="Freeform 454">
              <a:extLst>
                <a:ext uri="{FF2B5EF4-FFF2-40B4-BE49-F238E27FC236}">
                  <a16:creationId xmlns:a16="http://schemas.microsoft.com/office/drawing/2014/main" id="{632E50D2-C718-4217-B655-07AEF04E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433"/>
              <a:ext cx="48" cy="37"/>
            </a:xfrm>
            <a:custGeom>
              <a:avLst/>
              <a:gdLst>
                <a:gd name="T0" fmla="*/ 199 w 14"/>
                <a:gd name="T1" fmla="*/ 0 h 10"/>
                <a:gd name="T2" fmla="*/ 566 w 14"/>
                <a:gd name="T3" fmla="*/ 56 h 10"/>
                <a:gd name="T4" fmla="*/ 247 w 14"/>
                <a:gd name="T5" fmla="*/ 355 h 10"/>
                <a:gd name="T6" fmla="*/ 117 w 14"/>
                <a:gd name="T7" fmla="*/ 259 h 10"/>
                <a:gd name="T8" fmla="*/ 0 w 14"/>
                <a:gd name="T9" fmla="*/ 451 h 10"/>
                <a:gd name="T10" fmla="*/ 34 w 14"/>
                <a:gd name="T11" fmla="*/ 152 h 10"/>
                <a:gd name="T12" fmla="*/ 165 w 14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0">
                  <a:moveTo>
                    <a:pt x="5" y="0"/>
                  </a:moveTo>
                  <a:cubicBezTo>
                    <a:pt x="7" y="3"/>
                    <a:pt x="12" y="5"/>
                    <a:pt x="14" y="1"/>
                  </a:cubicBezTo>
                  <a:cubicBezTo>
                    <a:pt x="13" y="5"/>
                    <a:pt x="10" y="10"/>
                    <a:pt x="6" y="7"/>
                  </a:cubicBezTo>
                  <a:cubicBezTo>
                    <a:pt x="4" y="6"/>
                    <a:pt x="5" y="5"/>
                    <a:pt x="3" y="5"/>
                  </a:cubicBezTo>
                  <a:cubicBezTo>
                    <a:pt x="2" y="5"/>
                    <a:pt x="1" y="8"/>
                    <a:pt x="0" y="9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6" name="Freeform 455">
              <a:extLst>
                <a:ext uri="{FF2B5EF4-FFF2-40B4-BE49-F238E27FC236}">
                  <a16:creationId xmlns:a16="http://schemas.microsoft.com/office/drawing/2014/main" id="{35AF1F70-E9CF-4253-A194-990B7B3F0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507"/>
              <a:ext cx="41" cy="36"/>
            </a:xfrm>
            <a:custGeom>
              <a:avLst/>
              <a:gdLst>
                <a:gd name="T0" fmla="*/ 0 w 12"/>
                <a:gd name="T1" fmla="*/ 144 h 10"/>
                <a:gd name="T2" fmla="*/ 164 w 12"/>
                <a:gd name="T3" fmla="*/ 468 h 10"/>
                <a:gd name="T4" fmla="*/ 198 w 12"/>
                <a:gd name="T5" fmla="*/ 234 h 10"/>
                <a:gd name="T6" fmla="*/ 478 w 12"/>
                <a:gd name="T7" fmla="*/ 0 h 10"/>
                <a:gd name="T8" fmla="*/ 198 w 12"/>
                <a:gd name="T9" fmla="*/ 144 h 10"/>
                <a:gd name="T10" fmla="*/ 0 w 12"/>
                <a:gd name="T11" fmla="*/ 144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1" y="6"/>
                    <a:pt x="2" y="8"/>
                    <a:pt x="4" y="10"/>
                  </a:cubicBezTo>
                  <a:cubicBezTo>
                    <a:pt x="4" y="8"/>
                    <a:pt x="4" y="6"/>
                    <a:pt x="5" y="5"/>
                  </a:cubicBezTo>
                  <a:cubicBezTo>
                    <a:pt x="7" y="3"/>
                    <a:pt x="11" y="3"/>
                    <a:pt x="12" y="0"/>
                  </a:cubicBezTo>
                  <a:cubicBezTo>
                    <a:pt x="10" y="1"/>
                    <a:pt x="7" y="2"/>
                    <a:pt x="5" y="3"/>
                  </a:cubicBezTo>
                  <a:cubicBezTo>
                    <a:pt x="3" y="4"/>
                    <a:pt x="2" y="3"/>
                    <a:pt x="0" y="3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7" name="Freeform 456">
              <a:extLst>
                <a:ext uri="{FF2B5EF4-FFF2-40B4-BE49-F238E27FC236}">
                  <a16:creationId xmlns:a16="http://schemas.microsoft.com/office/drawing/2014/main" id="{2007C32E-81C5-4326-AA24-DC2ADF86A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91"/>
              <a:ext cx="75" cy="47"/>
            </a:xfrm>
            <a:custGeom>
              <a:avLst/>
              <a:gdLst>
                <a:gd name="T0" fmla="*/ 280 w 22"/>
                <a:gd name="T1" fmla="*/ 524 h 13"/>
                <a:gd name="T2" fmla="*/ 709 w 22"/>
                <a:gd name="T3" fmla="*/ 560 h 13"/>
                <a:gd name="T4" fmla="*/ 757 w 22"/>
                <a:gd name="T5" fmla="*/ 145 h 13"/>
                <a:gd name="T6" fmla="*/ 314 w 22"/>
                <a:gd name="T7" fmla="*/ 430 h 13"/>
                <a:gd name="T8" fmla="*/ 0 w 22"/>
                <a:gd name="T9" fmla="*/ 0 h 13"/>
                <a:gd name="T10" fmla="*/ 395 w 22"/>
                <a:gd name="T11" fmla="*/ 52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3">
                  <a:moveTo>
                    <a:pt x="7" y="11"/>
                  </a:moveTo>
                  <a:cubicBezTo>
                    <a:pt x="10" y="11"/>
                    <a:pt x="15" y="13"/>
                    <a:pt x="18" y="12"/>
                  </a:cubicBezTo>
                  <a:cubicBezTo>
                    <a:pt x="22" y="11"/>
                    <a:pt x="20" y="6"/>
                    <a:pt x="19" y="3"/>
                  </a:cubicBezTo>
                  <a:cubicBezTo>
                    <a:pt x="16" y="7"/>
                    <a:pt x="15" y="12"/>
                    <a:pt x="8" y="9"/>
                  </a:cubicBezTo>
                  <a:cubicBezTo>
                    <a:pt x="5" y="7"/>
                    <a:pt x="3" y="3"/>
                    <a:pt x="0" y="0"/>
                  </a:cubicBezTo>
                  <a:cubicBezTo>
                    <a:pt x="2" y="4"/>
                    <a:pt x="5" y="10"/>
                    <a:pt x="10" y="1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8" name="Freeform 457">
              <a:extLst>
                <a:ext uri="{FF2B5EF4-FFF2-40B4-BE49-F238E27FC236}">
                  <a16:creationId xmlns:a16="http://schemas.microsoft.com/office/drawing/2014/main" id="{757CF1F5-DE53-49AA-B932-FC5ABDFDF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602"/>
              <a:ext cx="69" cy="25"/>
            </a:xfrm>
            <a:custGeom>
              <a:avLst/>
              <a:gdLst>
                <a:gd name="T0" fmla="*/ 0 w 20"/>
                <a:gd name="T1" fmla="*/ 0 h 7"/>
                <a:gd name="T2" fmla="*/ 369 w 20"/>
                <a:gd name="T3" fmla="*/ 268 h 7"/>
                <a:gd name="T4" fmla="*/ 821 w 20"/>
                <a:gd name="T5" fmla="*/ 139 h 7"/>
                <a:gd name="T6" fmla="*/ 0 w 20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0" y="0"/>
                  </a:moveTo>
                  <a:cubicBezTo>
                    <a:pt x="2" y="3"/>
                    <a:pt x="6" y="5"/>
                    <a:pt x="9" y="6"/>
                  </a:cubicBezTo>
                  <a:cubicBezTo>
                    <a:pt x="12" y="6"/>
                    <a:pt x="19" y="6"/>
                    <a:pt x="20" y="3"/>
                  </a:cubicBezTo>
                  <a:cubicBezTo>
                    <a:pt x="14" y="7"/>
                    <a:pt x="5" y="4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9" name="Freeform 458">
              <a:extLst>
                <a:ext uri="{FF2B5EF4-FFF2-40B4-BE49-F238E27FC236}">
                  <a16:creationId xmlns:a16="http://schemas.microsoft.com/office/drawing/2014/main" id="{79FC335F-B8EB-4F26-B542-C6E14EED1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551"/>
              <a:ext cx="75" cy="36"/>
            </a:xfrm>
            <a:custGeom>
              <a:avLst/>
              <a:gdLst>
                <a:gd name="T0" fmla="*/ 0 w 22"/>
                <a:gd name="T1" fmla="*/ 324 h 10"/>
                <a:gd name="T2" fmla="*/ 511 w 22"/>
                <a:gd name="T3" fmla="*/ 414 h 10"/>
                <a:gd name="T4" fmla="*/ 709 w 22"/>
                <a:gd name="T5" fmla="*/ 468 h 10"/>
                <a:gd name="T6" fmla="*/ 873 w 22"/>
                <a:gd name="T7" fmla="*/ 414 h 10"/>
                <a:gd name="T8" fmla="*/ 593 w 22"/>
                <a:gd name="T9" fmla="*/ 324 h 10"/>
                <a:gd name="T10" fmla="*/ 361 w 22"/>
                <a:gd name="T11" fmla="*/ 0 h 10"/>
                <a:gd name="T12" fmla="*/ 232 w 22"/>
                <a:gd name="T13" fmla="*/ 180 h 10"/>
                <a:gd name="T14" fmla="*/ 34 w 22"/>
                <a:gd name="T15" fmla="*/ 324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0">
                  <a:moveTo>
                    <a:pt x="0" y="7"/>
                  </a:moveTo>
                  <a:cubicBezTo>
                    <a:pt x="5" y="7"/>
                    <a:pt x="9" y="6"/>
                    <a:pt x="13" y="9"/>
                  </a:cubicBezTo>
                  <a:cubicBezTo>
                    <a:pt x="16" y="10"/>
                    <a:pt x="16" y="10"/>
                    <a:pt x="18" y="10"/>
                  </a:cubicBezTo>
                  <a:cubicBezTo>
                    <a:pt x="20" y="10"/>
                    <a:pt x="21" y="9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1" y="6"/>
                    <a:pt x="10" y="4"/>
                    <a:pt x="9" y="0"/>
                  </a:cubicBezTo>
                  <a:cubicBezTo>
                    <a:pt x="8" y="1"/>
                    <a:pt x="8" y="3"/>
                    <a:pt x="6" y="4"/>
                  </a:cubicBezTo>
                  <a:cubicBezTo>
                    <a:pt x="5" y="5"/>
                    <a:pt x="2" y="6"/>
                    <a:pt x="1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0" name="Freeform 459">
              <a:extLst>
                <a:ext uri="{FF2B5EF4-FFF2-40B4-BE49-F238E27FC236}">
                  <a16:creationId xmlns:a16="http://schemas.microsoft.com/office/drawing/2014/main" id="{8CDF6A03-BC93-493F-B61B-A23114362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408"/>
              <a:ext cx="82" cy="25"/>
            </a:xfrm>
            <a:custGeom>
              <a:avLst/>
              <a:gdLst>
                <a:gd name="T0" fmla="*/ 0 w 24"/>
                <a:gd name="T1" fmla="*/ 139 h 7"/>
                <a:gd name="T2" fmla="*/ 362 w 24"/>
                <a:gd name="T3" fmla="*/ 89 h 7"/>
                <a:gd name="T4" fmla="*/ 957 w 24"/>
                <a:gd name="T5" fmla="*/ 179 h 7"/>
                <a:gd name="T6" fmla="*/ 724 w 24"/>
                <a:gd name="T7" fmla="*/ 318 h 7"/>
                <a:gd name="T8" fmla="*/ 478 w 24"/>
                <a:gd name="T9" fmla="*/ 268 h 7"/>
                <a:gd name="T10" fmla="*/ 0 w 24"/>
                <a:gd name="T11" fmla="*/ 179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">
                  <a:moveTo>
                    <a:pt x="0" y="3"/>
                  </a:moveTo>
                  <a:cubicBezTo>
                    <a:pt x="3" y="0"/>
                    <a:pt x="5" y="1"/>
                    <a:pt x="9" y="2"/>
                  </a:cubicBezTo>
                  <a:cubicBezTo>
                    <a:pt x="14" y="5"/>
                    <a:pt x="19" y="5"/>
                    <a:pt x="24" y="4"/>
                  </a:cubicBezTo>
                  <a:cubicBezTo>
                    <a:pt x="22" y="5"/>
                    <a:pt x="20" y="6"/>
                    <a:pt x="18" y="7"/>
                  </a:cubicBezTo>
                  <a:cubicBezTo>
                    <a:pt x="15" y="7"/>
                    <a:pt x="15" y="7"/>
                    <a:pt x="12" y="6"/>
                  </a:cubicBezTo>
                  <a:cubicBezTo>
                    <a:pt x="8" y="4"/>
                    <a:pt x="4" y="3"/>
                    <a:pt x="0" y="4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1" name="Freeform 460">
              <a:extLst>
                <a:ext uri="{FF2B5EF4-FFF2-40B4-BE49-F238E27FC236}">
                  <a16:creationId xmlns:a16="http://schemas.microsoft.com/office/drawing/2014/main" id="{6552FE15-C14F-40E4-9381-F0EB5CE6F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507"/>
              <a:ext cx="38" cy="69"/>
            </a:xfrm>
            <a:custGeom>
              <a:avLst/>
              <a:gdLst>
                <a:gd name="T0" fmla="*/ 0 w 11"/>
                <a:gd name="T1" fmla="*/ 0 h 19"/>
                <a:gd name="T2" fmla="*/ 166 w 11"/>
                <a:gd name="T3" fmla="*/ 527 h 19"/>
                <a:gd name="T4" fmla="*/ 453 w 11"/>
                <a:gd name="T5" fmla="*/ 912 h 19"/>
                <a:gd name="T6" fmla="*/ 83 w 11"/>
                <a:gd name="T7" fmla="*/ 527 h 19"/>
                <a:gd name="T8" fmla="*/ 0 w 11"/>
                <a:gd name="T9" fmla="*/ 236 h 19"/>
                <a:gd name="T10" fmla="*/ 0 w 11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0" y="3"/>
                    <a:pt x="2" y="8"/>
                    <a:pt x="4" y="11"/>
                  </a:cubicBezTo>
                  <a:cubicBezTo>
                    <a:pt x="6" y="14"/>
                    <a:pt x="10" y="16"/>
                    <a:pt x="11" y="19"/>
                  </a:cubicBezTo>
                  <a:cubicBezTo>
                    <a:pt x="7" y="18"/>
                    <a:pt x="4" y="15"/>
                    <a:pt x="2" y="11"/>
                  </a:cubicBezTo>
                  <a:cubicBezTo>
                    <a:pt x="1" y="9"/>
                    <a:pt x="1" y="8"/>
                    <a:pt x="0" y="5"/>
                  </a:cubicBez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2" name="Freeform 461">
              <a:extLst>
                <a:ext uri="{FF2B5EF4-FFF2-40B4-BE49-F238E27FC236}">
                  <a16:creationId xmlns:a16="http://schemas.microsoft.com/office/drawing/2014/main" id="{2C54F133-6436-406C-9A55-D03AFB28A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97"/>
              <a:ext cx="380" cy="256"/>
            </a:xfrm>
            <a:custGeom>
              <a:avLst/>
              <a:gdLst>
                <a:gd name="T0" fmla="*/ 798 w 111"/>
                <a:gd name="T1" fmla="*/ 1419 h 70"/>
                <a:gd name="T2" fmla="*/ 962 w 111"/>
                <a:gd name="T3" fmla="*/ 976 h 70"/>
                <a:gd name="T4" fmla="*/ 1078 w 111"/>
                <a:gd name="T5" fmla="*/ 388 h 70"/>
                <a:gd name="T6" fmla="*/ 1489 w 111"/>
                <a:gd name="T7" fmla="*/ 589 h 70"/>
                <a:gd name="T8" fmla="*/ 1886 w 111"/>
                <a:gd name="T9" fmla="*/ 0 h 70"/>
                <a:gd name="T10" fmla="*/ 2448 w 111"/>
                <a:gd name="T11" fmla="*/ 201 h 70"/>
                <a:gd name="T12" fmla="*/ 3047 w 111"/>
                <a:gd name="T13" fmla="*/ 201 h 70"/>
                <a:gd name="T14" fmla="*/ 3526 w 111"/>
                <a:gd name="T15" fmla="*/ 684 h 70"/>
                <a:gd name="T16" fmla="*/ 4091 w 111"/>
                <a:gd name="T17" fmla="*/ 1178 h 70"/>
                <a:gd name="T18" fmla="*/ 3810 w 111"/>
                <a:gd name="T19" fmla="*/ 2154 h 70"/>
                <a:gd name="T20" fmla="*/ 4173 w 111"/>
                <a:gd name="T21" fmla="*/ 2593 h 70"/>
                <a:gd name="T22" fmla="*/ 3810 w 111"/>
                <a:gd name="T23" fmla="*/ 3131 h 70"/>
                <a:gd name="T24" fmla="*/ 3293 w 111"/>
                <a:gd name="T25" fmla="*/ 3035 h 70"/>
                <a:gd name="T26" fmla="*/ 2848 w 111"/>
                <a:gd name="T27" fmla="*/ 2633 h 70"/>
                <a:gd name="T28" fmla="*/ 2814 w 111"/>
                <a:gd name="T29" fmla="*/ 3222 h 70"/>
                <a:gd name="T30" fmla="*/ 2085 w 111"/>
                <a:gd name="T31" fmla="*/ 3076 h 70"/>
                <a:gd name="T32" fmla="*/ 1838 w 111"/>
                <a:gd name="T33" fmla="*/ 2688 h 70"/>
                <a:gd name="T34" fmla="*/ 1407 w 111"/>
                <a:gd name="T35" fmla="*/ 2593 h 70"/>
                <a:gd name="T36" fmla="*/ 1006 w 111"/>
                <a:gd name="T37" fmla="*/ 2501 h 70"/>
                <a:gd name="T38" fmla="*/ 561 w 111"/>
                <a:gd name="T39" fmla="*/ 2501 h 70"/>
                <a:gd name="T40" fmla="*/ 527 w 111"/>
                <a:gd name="T41" fmla="*/ 1913 h 70"/>
                <a:gd name="T42" fmla="*/ 842 w 111"/>
                <a:gd name="T43" fmla="*/ 1807 h 70"/>
                <a:gd name="T44" fmla="*/ 798 w 111"/>
                <a:gd name="T45" fmla="*/ 1419 h 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1" h="70">
                  <a:moveTo>
                    <a:pt x="20" y="29"/>
                  </a:moveTo>
                  <a:cubicBezTo>
                    <a:pt x="22" y="24"/>
                    <a:pt x="23" y="26"/>
                    <a:pt x="24" y="20"/>
                  </a:cubicBezTo>
                  <a:cubicBezTo>
                    <a:pt x="24" y="17"/>
                    <a:pt x="25" y="9"/>
                    <a:pt x="27" y="8"/>
                  </a:cubicBezTo>
                  <a:cubicBezTo>
                    <a:pt x="34" y="4"/>
                    <a:pt x="31" y="15"/>
                    <a:pt x="37" y="12"/>
                  </a:cubicBezTo>
                  <a:cubicBezTo>
                    <a:pt x="42" y="8"/>
                    <a:pt x="39" y="1"/>
                    <a:pt x="47" y="0"/>
                  </a:cubicBezTo>
                  <a:cubicBezTo>
                    <a:pt x="52" y="0"/>
                    <a:pt x="57" y="3"/>
                    <a:pt x="61" y="4"/>
                  </a:cubicBezTo>
                  <a:cubicBezTo>
                    <a:pt x="66" y="5"/>
                    <a:pt x="71" y="2"/>
                    <a:pt x="76" y="4"/>
                  </a:cubicBezTo>
                  <a:cubicBezTo>
                    <a:pt x="83" y="5"/>
                    <a:pt x="83" y="11"/>
                    <a:pt x="88" y="14"/>
                  </a:cubicBezTo>
                  <a:cubicBezTo>
                    <a:pt x="92" y="18"/>
                    <a:pt x="98" y="19"/>
                    <a:pt x="102" y="24"/>
                  </a:cubicBezTo>
                  <a:cubicBezTo>
                    <a:pt x="111" y="36"/>
                    <a:pt x="87" y="34"/>
                    <a:pt x="95" y="44"/>
                  </a:cubicBezTo>
                  <a:cubicBezTo>
                    <a:pt x="98" y="47"/>
                    <a:pt x="103" y="48"/>
                    <a:pt x="104" y="53"/>
                  </a:cubicBezTo>
                  <a:cubicBezTo>
                    <a:pt x="105" y="58"/>
                    <a:pt x="99" y="62"/>
                    <a:pt x="95" y="64"/>
                  </a:cubicBezTo>
                  <a:cubicBezTo>
                    <a:pt x="91" y="65"/>
                    <a:pt x="88" y="65"/>
                    <a:pt x="82" y="62"/>
                  </a:cubicBezTo>
                  <a:cubicBezTo>
                    <a:pt x="78" y="60"/>
                    <a:pt x="73" y="53"/>
                    <a:pt x="71" y="54"/>
                  </a:cubicBezTo>
                  <a:cubicBezTo>
                    <a:pt x="67" y="57"/>
                    <a:pt x="75" y="62"/>
                    <a:pt x="70" y="66"/>
                  </a:cubicBezTo>
                  <a:cubicBezTo>
                    <a:pt x="66" y="70"/>
                    <a:pt x="56" y="67"/>
                    <a:pt x="52" y="63"/>
                  </a:cubicBezTo>
                  <a:cubicBezTo>
                    <a:pt x="49" y="61"/>
                    <a:pt x="49" y="57"/>
                    <a:pt x="46" y="55"/>
                  </a:cubicBezTo>
                  <a:cubicBezTo>
                    <a:pt x="42" y="52"/>
                    <a:pt x="39" y="54"/>
                    <a:pt x="35" y="53"/>
                  </a:cubicBezTo>
                  <a:cubicBezTo>
                    <a:pt x="30" y="52"/>
                    <a:pt x="30" y="50"/>
                    <a:pt x="25" y="51"/>
                  </a:cubicBezTo>
                  <a:cubicBezTo>
                    <a:pt x="20" y="52"/>
                    <a:pt x="20" y="54"/>
                    <a:pt x="14" y="51"/>
                  </a:cubicBezTo>
                  <a:cubicBezTo>
                    <a:pt x="6" y="47"/>
                    <a:pt x="0" y="36"/>
                    <a:pt x="13" y="39"/>
                  </a:cubicBezTo>
                  <a:cubicBezTo>
                    <a:pt x="17" y="39"/>
                    <a:pt x="18" y="41"/>
                    <a:pt x="21" y="37"/>
                  </a:cubicBezTo>
                  <a:cubicBezTo>
                    <a:pt x="23" y="34"/>
                    <a:pt x="18" y="34"/>
                    <a:pt x="20" y="2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3" name="Freeform 462">
              <a:extLst>
                <a:ext uri="{FF2B5EF4-FFF2-40B4-BE49-F238E27FC236}">
                  <a16:creationId xmlns:a16="http://schemas.microsoft.com/office/drawing/2014/main" id="{B52A311F-BC31-430B-ADC3-A1FF47210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433"/>
              <a:ext cx="107" cy="59"/>
            </a:xfrm>
            <a:custGeom>
              <a:avLst/>
              <a:gdLst>
                <a:gd name="T0" fmla="*/ 1156 w 31"/>
                <a:gd name="T1" fmla="*/ 0 h 16"/>
                <a:gd name="T2" fmla="*/ 739 w 31"/>
                <a:gd name="T3" fmla="*/ 653 h 16"/>
                <a:gd name="T4" fmla="*/ 0 w 31"/>
                <a:gd name="T5" fmla="*/ 4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6">
                  <a:moveTo>
                    <a:pt x="28" y="0"/>
                  </a:moveTo>
                  <a:cubicBezTo>
                    <a:pt x="31" y="7"/>
                    <a:pt x="23" y="11"/>
                    <a:pt x="18" y="13"/>
                  </a:cubicBezTo>
                  <a:cubicBezTo>
                    <a:pt x="11" y="16"/>
                    <a:pt x="6" y="12"/>
                    <a:pt x="0" y="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4" name="Freeform 463">
              <a:extLst>
                <a:ext uri="{FF2B5EF4-FFF2-40B4-BE49-F238E27FC236}">
                  <a16:creationId xmlns:a16="http://schemas.microsoft.com/office/drawing/2014/main" id="{0C09FBB9-5C61-432E-A0AE-D8A2F94E9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529"/>
              <a:ext cx="62" cy="73"/>
            </a:xfrm>
            <a:custGeom>
              <a:avLst/>
              <a:gdLst>
                <a:gd name="T0" fmla="*/ 0 w 18"/>
                <a:gd name="T1" fmla="*/ 0 h 20"/>
                <a:gd name="T2" fmla="*/ 286 w 18"/>
                <a:gd name="T3" fmla="*/ 533 h 20"/>
                <a:gd name="T4" fmla="*/ 486 w 18"/>
                <a:gd name="T5" fmla="*/ 628 h 20"/>
                <a:gd name="T6" fmla="*/ 737 w 18"/>
                <a:gd name="T7" fmla="*/ 9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cubicBezTo>
                    <a:pt x="0" y="6"/>
                    <a:pt x="1" y="9"/>
                    <a:pt x="7" y="11"/>
                  </a:cubicBezTo>
                  <a:cubicBezTo>
                    <a:pt x="8" y="12"/>
                    <a:pt x="11" y="12"/>
                    <a:pt x="12" y="13"/>
                  </a:cubicBezTo>
                  <a:cubicBezTo>
                    <a:pt x="15" y="15"/>
                    <a:pt x="15" y="14"/>
                    <a:pt x="18" y="2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5" name="Freeform 464">
              <a:extLst>
                <a:ext uri="{FF2B5EF4-FFF2-40B4-BE49-F238E27FC236}">
                  <a16:creationId xmlns:a16="http://schemas.microsoft.com/office/drawing/2014/main" id="{6952CD27-221E-4A43-804A-8B9EBCEE7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518"/>
              <a:ext cx="28" cy="43"/>
            </a:xfrm>
            <a:custGeom>
              <a:avLst/>
              <a:gdLst>
                <a:gd name="T0" fmla="*/ 0 w 8"/>
                <a:gd name="T1" fmla="*/ 0 h 12"/>
                <a:gd name="T2" fmla="*/ 343 w 8"/>
                <a:gd name="T3" fmla="*/ 5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1" y="5"/>
                    <a:pt x="5" y="9"/>
                    <a:pt x="8" y="1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6" name="Freeform 465">
              <a:extLst>
                <a:ext uri="{FF2B5EF4-FFF2-40B4-BE49-F238E27FC236}">
                  <a16:creationId xmlns:a16="http://schemas.microsoft.com/office/drawing/2014/main" id="{3607E960-60B8-4CC8-A42F-D95360C81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594"/>
              <a:ext cx="24" cy="26"/>
            </a:xfrm>
            <a:custGeom>
              <a:avLst/>
              <a:gdLst>
                <a:gd name="T0" fmla="*/ 281 w 7"/>
                <a:gd name="T1" fmla="*/ 0 h 7"/>
                <a:gd name="T2" fmla="*/ 0 w 7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7" name="Freeform 466">
              <a:extLst>
                <a:ext uri="{FF2B5EF4-FFF2-40B4-BE49-F238E27FC236}">
                  <a16:creationId xmlns:a16="http://schemas.microsoft.com/office/drawing/2014/main" id="{D7866464-E01A-4EC9-B65B-2B6472D44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543"/>
              <a:ext cx="21" cy="4"/>
            </a:xfrm>
            <a:custGeom>
              <a:avLst/>
              <a:gdLst>
                <a:gd name="T0" fmla="*/ 0 w 6"/>
                <a:gd name="T1" fmla="*/ 0 h 1"/>
                <a:gd name="T2" fmla="*/ 259 w 6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8" name="Freeform 467">
              <a:extLst>
                <a:ext uri="{FF2B5EF4-FFF2-40B4-BE49-F238E27FC236}">
                  <a16:creationId xmlns:a16="http://schemas.microsoft.com/office/drawing/2014/main" id="{1A2D98FB-0686-4A9A-9D69-7844D002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529"/>
              <a:ext cx="18" cy="14"/>
            </a:xfrm>
            <a:custGeom>
              <a:avLst/>
              <a:gdLst>
                <a:gd name="T0" fmla="*/ 0 w 5"/>
                <a:gd name="T1" fmla="*/ 88 h 4"/>
                <a:gd name="T2" fmla="*/ 180 w 5"/>
                <a:gd name="T3" fmla="*/ 0 h 4"/>
                <a:gd name="T4" fmla="*/ 50 w 5"/>
                <a:gd name="T5" fmla="*/ 17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2"/>
                    <a:pt x="3" y="3"/>
                    <a:pt x="1" y="4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9" name="Freeform 468">
              <a:extLst>
                <a:ext uri="{FF2B5EF4-FFF2-40B4-BE49-F238E27FC236}">
                  <a16:creationId xmlns:a16="http://schemas.microsoft.com/office/drawing/2014/main" id="{7A832669-5DB9-4493-AD80-B5AD11E3D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463"/>
              <a:ext cx="10" cy="18"/>
            </a:xfrm>
            <a:custGeom>
              <a:avLst/>
              <a:gdLst>
                <a:gd name="T0" fmla="*/ 0 w 3"/>
                <a:gd name="T1" fmla="*/ 180 h 5"/>
                <a:gd name="T2" fmla="*/ 110 w 3"/>
                <a:gd name="T3" fmla="*/ 0 h 5"/>
                <a:gd name="T4" fmla="*/ 77 w 3"/>
                <a:gd name="T5" fmla="*/ 2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3" y="2"/>
                    <a:pt x="2" y="4"/>
                    <a:pt x="2" y="5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0" name="Freeform 469">
              <a:extLst>
                <a:ext uri="{FF2B5EF4-FFF2-40B4-BE49-F238E27FC236}">
                  <a16:creationId xmlns:a16="http://schemas.microsoft.com/office/drawing/2014/main" id="{A56E04E0-F439-4656-AE1D-08AB19D7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433"/>
              <a:ext cx="21" cy="15"/>
            </a:xfrm>
            <a:custGeom>
              <a:avLst/>
              <a:gdLst>
                <a:gd name="T0" fmla="*/ 221 w 6"/>
                <a:gd name="T1" fmla="*/ 56 h 4"/>
                <a:gd name="T2" fmla="*/ 0 w 6"/>
                <a:gd name="T3" fmla="*/ 113 h 4"/>
                <a:gd name="T4" fmla="*/ 259 w 6"/>
                <a:gd name="T5" fmla="*/ 21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1"/>
                  </a:moveTo>
                  <a:cubicBezTo>
                    <a:pt x="4" y="0"/>
                    <a:pt x="0" y="0"/>
                    <a:pt x="0" y="2"/>
                  </a:cubicBezTo>
                  <a:cubicBezTo>
                    <a:pt x="1" y="4"/>
                    <a:pt x="5" y="2"/>
                    <a:pt x="6" y="4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1" name="Freeform 470">
              <a:extLst>
                <a:ext uri="{FF2B5EF4-FFF2-40B4-BE49-F238E27FC236}">
                  <a16:creationId xmlns:a16="http://schemas.microsoft.com/office/drawing/2014/main" id="{3EC2A04F-5054-49AE-A0CF-287431E12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521"/>
              <a:ext cx="11" cy="15"/>
            </a:xfrm>
            <a:custGeom>
              <a:avLst/>
              <a:gdLst>
                <a:gd name="T0" fmla="*/ 147 w 3"/>
                <a:gd name="T1" fmla="*/ 0 h 4"/>
                <a:gd name="T2" fmla="*/ 147 w 3"/>
                <a:gd name="T3" fmla="*/ 11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0" y="1"/>
                    <a:pt x="2" y="4"/>
                    <a:pt x="3" y="2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2" name="Freeform 471">
              <a:extLst>
                <a:ext uri="{FF2B5EF4-FFF2-40B4-BE49-F238E27FC236}">
                  <a16:creationId xmlns:a16="http://schemas.microsoft.com/office/drawing/2014/main" id="{82BDF25A-F593-46C7-B677-1A15958FE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536"/>
              <a:ext cx="4" cy="15"/>
            </a:xfrm>
            <a:custGeom>
              <a:avLst/>
              <a:gdLst>
                <a:gd name="T0" fmla="*/ 0 w 1"/>
                <a:gd name="T1" fmla="*/ 210 h 4"/>
                <a:gd name="T2" fmla="*/ 64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3" name="Freeform 472">
              <a:extLst>
                <a:ext uri="{FF2B5EF4-FFF2-40B4-BE49-F238E27FC236}">
                  <a16:creationId xmlns:a16="http://schemas.microsoft.com/office/drawing/2014/main" id="{0C987984-A838-43DC-8A72-22C9B0CBB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580"/>
              <a:ext cx="274" cy="205"/>
            </a:xfrm>
            <a:custGeom>
              <a:avLst/>
              <a:gdLst>
                <a:gd name="T0" fmla="*/ 2254 w 80"/>
                <a:gd name="T1" fmla="*/ 297 h 56"/>
                <a:gd name="T2" fmla="*/ 3014 w 80"/>
                <a:gd name="T3" fmla="*/ 937 h 56"/>
                <a:gd name="T4" fmla="*/ 3130 w 80"/>
                <a:gd name="T5" fmla="*/ 1274 h 56"/>
                <a:gd name="T6" fmla="*/ 3014 w 80"/>
                <a:gd name="T7" fmla="*/ 1325 h 56"/>
                <a:gd name="T8" fmla="*/ 2733 w 80"/>
                <a:gd name="T9" fmla="*/ 2065 h 56"/>
                <a:gd name="T10" fmla="*/ 2336 w 80"/>
                <a:gd name="T11" fmla="*/ 2105 h 56"/>
                <a:gd name="T12" fmla="*/ 2288 w 80"/>
                <a:gd name="T13" fmla="*/ 2548 h 56"/>
                <a:gd name="T14" fmla="*/ 1853 w 80"/>
                <a:gd name="T15" fmla="*/ 2548 h 56"/>
                <a:gd name="T16" fmla="*/ 1408 w 80"/>
                <a:gd name="T17" fmla="*/ 2548 h 56"/>
                <a:gd name="T18" fmla="*/ 562 w 80"/>
                <a:gd name="T19" fmla="*/ 2453 h 56"/>
                <a:gd name="T20" fmla="*/ 397 w 80"/>
                <a:gd name="T21" fmla="*/ 2010 h 56"/>
                <a:gd name="T22" fmla="*/ 315 w 80"/>
                <a:gd name="T23" fmla="*/ 1567 h 56"/>
                <a:gd name="T24" fmla="*/ 199 w 80"/>
                <a:gd name="T25" fmla="*/ 494 h 56"/>
                <a:gd name="T26" fmla="*/ 1045 w 80"/>
                <a:gd name="T27" fmla="*/ 0 h 56"/>
                <a:gd name="T28" fmla="*/ 2254 w 80"/>
                <a:gd name="T29" fmla="*/ 297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56">
                  <a:moveTo>
                    <a:pt x="56" y="6"/>
                  </a:moveTo>
                  <a:cubicBezTo>
                    <a:pt x="62" y="5"/>
                    <a:pt x="72" y="15"/>
                    <a:pt x="75" y="19"/>
                  </a:cubicBezTo>
                  <a:cubicBezTo>
                    <a:pt x="76" y="21"/>
                    <a:pt x="78" y="24"/>
                    <a:pt x="78" y="26"/>
                  </a:cubicBezTo>
                  <a:cubicBezTo>
                    <a:pt x="78" y="27"/>
                    <a:pt x="76" y="26"/>
                    <a:pt x="75" y="27"/>
                  </a:cubicBezTo>
                  <a:cubicBezTo>
                    <a:pt x="74" y="34"/>
                    <a:pt x="80" y="41"/>
                    <a:pt x="68" y="42"/>
                  </a:cubicBezTo>
                  <a:cubicBezTo>
                    <a:pt x="64" y="42"/>
                    <a:pt x="61" y="41"/>
                    <a:pt x="58" y="43"/>
                  </a:cubicBezTo>
                  <a:cubicBezTo>
                    <a:pt x="55" y="46"/>
                    <a:pt x="58" y="49"/>
                    <a:pt x="57" y="52"/>
                  </a:cubicBezTo>
                  <a:cubicBezTo>
                    <a:pt x="55" y="56"/>
                    <a:pt x="51" y="53"/>
                    <a:pt x="46" y="52"/>
                  </a:cubicBezTo>
                  <a:cubicBezTo>
                    <a:pt x="40" y="50"/>
                    <a:pt x="40" y="50"/>
                    <a:pt x="35" y="52"/>
                  </a:cubicBezTo>
                  <a:cubicBezTo>
                    <a:pt x="31" y="53"/>
                    <a:pt x="19" y="56"/>
                    <a:pt x="14" y="50"/>
                  </a:cubicBezTo>
                  <a:cubicBezTo>
                    <a:pt x="10" y="47"/>
                    <a:pt x="10" y="44"/>
                    <a:pt x="10" y="41"/>
                  </a:cubicBezTo>
                  <a:cubicBezTo>
                    <a:pt x="11" y="37"/>
                    <a:pt x="11" y="36"/>
                    <a:pt x="8" y="32"/>
                  </a:cubicBezTo>
                  <a:cubicBezTo>
                    <a:pt x="2" y="24"/>
                    <a:pt x="0" y="16"/>
                    <a:pt x="5" y="10"/>
                  </a:cubicBezTo>
                  <a:cubicBezTo>
                    <a:pt x="8" y="5"/>
                    <a:pt x="18" y="0"/>
                    <a:pt x="26" y="0"/>
                  </a:cubicBezTo>
                  <a:cubicBezTo>
                    <a:pt x="34" y="1"/>
                    <a:pt x="49" y="7"/>
                    <a:pt x="56" y="6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4" name="Freeform 473">
              <a:extLst>
                <a:ext uri="{FF2B5EF4-FFF2-40B4-BE49-F238E27FC236}">
                  <a16:creationId xmlns:a16="http://schemas.microsoft.com/office/drawing/2014/main" id="{B5647BFB-B0A2-41C2-B26F-D5A90243E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722"/>
              <a:ext cx="93" cy="55"/>
            </a:xfrm>
            <a:custGeom>
              <a:avLst/>
              <a:gdLst>
                <a:gd name="T0" fmla="*/ 83 w 27"/>
                <a:gd name="T1" fmla="*/ 0 h 15"/>
                <a:gd name="T2" fmla="*/ 117 w 27"/>
                <a:gd name="T3" fmla="*/ 444 h 15"/>
                <a:gd name="T4" fmla="*/ 403 w 27"/>
                <a:gd name="T5" fmla="*/ 686 h 15"/>
                <a:gd name="T6" fmla="*/ 1102 w 27"/>
                <a:gd name="T7" fmla="*/ 539 h 15"/>
                <a:gd name="T8" fmla="*/ 854 w 27"/>
                <a:gd name="T9" fmla="*/ 499 h 15"/>
                <a:gd name="T10" fmla="*/ 568 w 27"/>
                <a:gd name="T11" fmla="*/ 348 h 15"/>
                <a:gd name="T12" fmla="*/ 286 w 27"/>
                <a:gd name="T13" fmla="*/ 297 h 15"/>
                <a:gd name="T14" fmla="*/ 83 w 27"/>
                <a:gd name="T15" fmla="*/ 55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5">
                  <a:moveTo>
                    <a:pt x="2" y="0"/>
                  </a:moveTo>
                  <a:cubicBezTo>
                    <a:pt x="2" y="4"/>
                    <a:pt x="0" y="6"/>
                    <a:pt x="3" y="9"/>
                  </a:cubicBezTo>
                  <a:cubicBezTo>
                    <a:pt x="5" y="11"/>
                    <a:pt x="7" y="13"/>
                    <a:pt x="10" y="14"/>
                  </a:cubicBezTo>
                  <a:cubicBezTo>
                    <a:pt x="15" y="15"/>
                    <a:pt x="22" y="13"/>
                    <a:pt x="27" y="11"/>
                  </a:cubicBezTo>
                  <a:cubicBezTo>
                    <a:pt x="25" y="11"/>
                    <a:pt x="23" y="10"/>
                    <a:pt x="21" y="10"/>
                  </a:cubicBezTo>
                  <a:cubicBezTo>
                    <a:pt x="18" y="9"/>
                    <a:pt x="17" y="8"/>
                    <a:pt x="14" y="7"/>
                  </a:cubicBezTo>
                  <a:cubicBezTo>
                    <a:pt x="11" y="5"/>
                    <a:pt x="9" y="7"/>
                    <a:pt x="7" y="6"/>
                  </a:cubicBezTo>
                  <a:cubicBezTo>
                    <a:pt x="3" y="6"/>
                    <a:pt x="3" y="3"/>
                    <a:pt x="2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5" name="Freeform 474">
              <a:extLst>
                <a:ext uri="{FF2B5EF4-FFF2-40B4-BE49-F238E27FC236}">
                  <a16:creationId xmlns:a16="http://schemas.microsoft.com/office/drawing/2014/main" id="{BDBF74CB-1281-4181-AB27-22FA6D6B7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722"/>
              <a:ext cx="48" cy="55"/>
            </a:xfrm>
            <a:custGeom>
              <a:avLst/>
              <a:gdLst>
                <a:gd name="T0" fmla="*/ 0 w 14"/>
                <a:gd name="T1" fmla="*/ 499 h 15"/>
                <a:gd name="T2" fmla="*/ 528 w 14"/>
                <a:gd name="T3" fmla="*/ 645 h 15"/>
                <a:gd name="T4" fmla="*/ 483 w 14"/>
                <a:gd name="T5" fmla="*/ 348 h 15"/>
                <a:gd name="T6" fmla="*/ 528 w 14"/>
                <a:gd name="T7" fmla="*/ 0 h 15"/>
                <a:gd name="T8" fmla="*/ 401 w 14"/>
                <a:gd name="T9" fmla="*/ 348 h 15"/>
                <a:gd name="T10" fmla="*/ 117 w 14"/>
                <a:gd name="T11" fmla="*/ 499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5">
                  <a:moveTo>
                    <a:pt x="0" y="10"/>
                  </a:moveTo>
                  <a:cubicBezTo>
                    <a:pt x="2" y="10"/>
                    <a:pt x="10" y="15"/>
                    <a:pt x="13" y="13"/>
                  </a:cubicBezTo>
                  <a:cubicBezTo>
                    <a:pt x="14" y="12"/>
                    <a:pt x="12" y="9"/>
                    <a:pt x="12" y="7"/>
                  </a:cubicBezTo>
                  <a:cubicBezTo>
                    <a:pt x="12" y="4"/>
                    <a:pt x="13" y="2"/>
                    <a:pt x="13" y="0"/>
                  </a:cubicBezTo>
                  <a:cubicBezTo>
                    <a:pt x="12" y="2"/>
                    <a:pt x="11" y="5"/>
                    <a:pt x="10" y="7"/>
                  </a:cubicBezTo>
                  <a:cubicBezTo>
                    <a:pt x="9" y="10"/>
                    <a:pt x="6" y="10"/>
                    <a:pt x="3" y="1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6" name="Freeform 475">
              <a:extLst>
                <a:ext uri="{FF2B5EF4-FFF2-40B4-BE49-F238E27FC236}">
                  <a16:creationId xmlns:a16="http://schemas.microsoft.com/office/drawing/2014/main" id="{E01E0B8F-A0D1-4DEF-B77D-CE94112D3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690"/>
              <a:ext cx="55" cy="40"/>
            </a:xfrm>
            <a:custGeom>
              <a:avLst/>
              <a:gdLst>
                <a:gd name="T0" fmla="*/ 117 w 16"/>
                <a:gd name="T1" fmla="*/ 236 h 11"/>
                <a:gd name="T2" fmla="*/ 34 w 16"/>
                <a:gd name="T3" fmla="*/ 527 h 11"/>
                <a:gd name="T4" fmla="*/ 485 w 16"/>
                <a:gd name="T5" fmla="*/ 476 h 11"/>
                <a:gd name="T6" fmla="*/ 567 w 16"/>
                <a:gd name="T7" fmla="*/ 0 h 11"/>
                <a:gd name="T8" fmla="*/ 402 w 16"/>
                <a:gd name="T9" fmla="*/ 291 h 11"/>
                <a:gd name="T10" fmla="*/ 117 w 16"/>
                <a:gd name="T11" fmla="*/ 23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1">
                  <a:moveTo>
                    <a:pt x="3" y="5"/>
                  </a:moveTo>
                  <a:cubicBezTo>
                    <a:pt x="2" y="7"/>
                    <a:pt x="0" y="8"/>
                    <a:pt x="1" y="11"/>
                  </a:cubicBezTo>
                  <a:cubicBezTo>
                    <a:pt x="3" y="8"/>
                    <a:pt x="9" y="11"/>
                    <a:pt x="12" y="10"/>
                  </a:cubicBezTo>
                  <a:cubicBezTo>
                    <a:pt x="16" y="9"/>
                    <a:pt x="16" y="3"/>
                    <a:pt x="14" y="0"/>
                  </a:cubicBezTo>
                  <a:cubicBezTo>
                    <a:pt x="14" y="3"/>
                    <a:pt x="14" y="6"/>
                    <a:pt x="10" y="6"/>
                  </a:cubicBezTo>
                  <a:cubicBezTo>
                    <a:pt x="8" y="6"/>
                    <a:pt x="5" y="3"/>
                    <a:pt x="3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7" name="Freeform 476">
              <a:extLst>
                <a:ext uri="{FF2B5EF4-FFF2-40B4-BE49-F238E27FC236}">
                  <a16:creationId xmlns:a16="http://schemas.microsoft.com/office/drawing/2014/main" id="{B3D69682-7445-4638-9403-46365AEB1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620"/>
              <a:ext cx="38" cy="84"/>
            </a:xfrm>
            <a:custGeom>
              <a:avLst/>
              <a:gdLst>
                <a:gd name="T0" fmla="*/ 83 w 11"/>
                <a:gd name="T1" fmla="*/ 95 h 23"/>
                <a:gd name="T2" fmla="*/ 418 w 11"/>
                <a:gd name="T3" fmla="*/ 533 h 23"/>
                <a:gd name="T4" fmla="*/ 287 w 11"/>
                <a:gd name="T5" fmla="*/ 774 h 23"/>
                <a:gd name="T6" fmla="*/ 335 w 11"/>
                <a:gd name="T7" fmla="*/ 1121 h 23"/>
                <a:gd name="T8" fmla="*/ 252 w 11"/>
                <a:gd name="T9" fmla="*/ 493 h 23"/>
                <a:gd name="T10" fmla="*/ 0 w 11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3">
                  <a:moveTo>
                    <a:pt x="2" y="2"/>
                  </a:moveTo>
                  <a:cubicBezTo>
                    <a:pt x="4" y="5"/>
                    <a:pt x="9" y="8"/>
                    <a:pt x="10" y="11"/>
                  </a:cubicBezTo>
                  <a:cubicBezTo>
                    <a:pt x="11" y="14"/>
                    <a:pt x="8" y="13"/>
                    <a:pt x="7" y="16"/>
                  </a:cubicBezTo>
                  <a:cubicBezTo>
                    <a:pt x="7" y="18"/>
                    <a:pt x="9" y="22"/>
                    <a:pt x="8" y="23"/>
                  </a:cubicBezTo>
                  <a:cubicBezTo>
                    <a:pt x="6" y="19"/>
                    <a:pt x="8" y="14"/>
                    <a:pt x="6" y="10"/>
                  </a:cubicBezTo>
                  <a:cubicBezTo>
                    <a:pt x="5" y="7"/>
                    <a:pt x="2" y="3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8" name="Freeform 477">
              <a:extLst>
                <a:ext uri="{FF2B5EF4-FFF2-40B4-BE49-F238E27FC236}">
                  <a16:creationId xmlns:a16="http://schemas.microsoft.com/office/drawing/2014/main" id="{51A76376-5942-4A61-B226-21F69D331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602"/>
              <a:ext cx="96" cy="44"/>
            </a:xfrm>
            <a:custGeom>
              <a:avLst/>
              <a:gdLst>
                <a:gd name="T0" fmla="*/ 165 w 28"/>
                <a:gd name="T1" fmla="*/ 55 h 12"/>
                <a:gd name="T2" fmla="*/ 566 w 28"/>
                <a:gd name="T3" fmla="*/ 499 h 12"/>
                <a:gd name="T4" fmla="*/ 1128 w 28"/>
                <a:gd name="T5" fmla="*/ 499 h 12"/>
                <a:gd name="T6" fmla="*/ 566 w 28"/>
                <a:gd name="T7" fmla="*/ 242 h 12"/>
                <a:gd name="T8" fmla="*/ 281 w 28"/>
                <a:gd name="T9" fmla="*/ 95 h 12"/>
                <a:gd name="T10" fmla="*/ 0 w 2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2">
                  <a:moveTo>
                    <a:pt x="4" y="1"/>
                  </a:moveTo>
                  <a:cubicBezTo>
                    <a:pt x="7" y="4"/>
                    <a:pt x="9" y="8"/>
                    <a:pt x="14" y="10"/>
                  </a:cubicBezTo>
                  <a:cubicBezTo>
                    <a:pt x="18" y="12"/>
                    <a:pt x="23" y="11"/>
                    <a:pt x="28" y="10"/>
                  </a:cubicBezTo>
                  <a:cubicBezTo>
                    <a:pt x="21" y="11"/>
                    <a:pt x="19" y="8"/>
                    <a:pt x="14" y="5"/>
                  </a:cubicBezTo>
                  <a:cubicBezTo>
                    <a:pt x="12" y="4"/>
                    <a:pt x="9" y="2"/>
                    <a:pt x="7" y="2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9" name="Freeform 478">
              <a:extLst>
                <a:ext uri="{FF2B5EF4-FFF2-40B4-BE49-F238E27FC236}">
                  <a16:creationId xmlns:a16="http://schemas.microsoft.com/office/drawing/2014/main" id="{BDB40095-762E-419F-B023-D97680EA9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759"/>
              <a:ext cx="62" cy="15"/>
            </a:xfrm>
            <a:custGeom>
              <a:avLst/>
              <a:gdLst>
                <a:gd name="T0" fmla="*/ 0 w 18"/>
                <a:gd name="T1" fmla="*/ 56 h 4"/>
                <a:gd name="T2" fmla="*/ 203 w 18"/>
                <a:gd name="T3" fmla="*/ 210 h 4"/>
                <a:gd name="T4" fmla="*/ 403 w 18"/>
                <a:gd name="T5" fmla="*/ 210 h 4"/>
                <a:gd name="T6" fmla="*/ 737 w 18"/>
                <a:gd name="T7" fmla="*/ 56 h 4"/>
                <a:gd name="T8" fmla="*/ 486 w 18"/>
                <a:gd name="T9" fmla="*/ 0 h 4"/>
                <a:gd name="T10" fmla="*/ 0 w 18"/>
                <a:gd name="T11" fmla="*/ 56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">
                  <a:moveTo>
                    <a:pt x="0" y="1"/>
                  </a:moveTo>
                  <a:cubicBezTo>
                    <a:pt x="2" y="2"/>
                    <a:pt x="3" y="3"/>
                    <a:pt x="5" y="4"/>
                  </a:cubicBezTo>
                  <a:cubicBezTo>
                    <a:pt x="7" y="4"/>
                    <a:pt x="8" y="4"/>
                    <a:pt x="10" y="4"/>
                  </a:cubicBezTo>
                  <a:cubicBezTo>
                    <a:pt x="13" y="3"/>
                    <a:pt x="16" y="3"/>
                    <a:pt x="18" y="1"/>
                  </a:cubicBezTo>
                  <a:cubicBezTo>
                    <a:pt x="17" y="0"/>
                    <a:pt x="14" y="0"/>
                    <a:pt x="12" y="0"/>
                  </a:cubicBezTo>
                  <a:cubicBezTo>
                    <a:pt x="8" y="1"/>
                    <a:pt x="4" y="3"/>
                    <a:pt x="0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0" name="Freeform 479">
              <a:extLst>
                <a:ext uri="{FF2B5EF4-FFF2-40B4-BE49-F238E27FC236}">
                  <a16:creationId xmlns:a16="http://schemas.microsoft.com/office/drawing/2014/main" id="{E688C686-538B-404F-BFB2-8BED0832E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697"/>
              <a:ext cx="38" cy="33"/>
            </a:xfrm>
            <a:custGeom>
              <a:avLst/>
              <a:gdLst>
                <a:gd name="T0" fmla="*/ 166 w 11"/>
                <a:gd name="T1" fmla="*/ 147 h 9"/>
                <a:gd name="T2" fmla="*/ 0 w 11"/>
                <a:gd name="T3" fmla="*/ 444 h 9"/>
                <a:gd name="T4" fmla="*/ 453 w 11"/>
                <a:gd name="T5" fmla="*/ 297 h 9"/>
                <a:gd name="T6" fmla="*/ 252 w 11"/>
                <a:gd name="T7" fmla="*/ 242 h 9"/>
                <a:gd name="T8" fmla="*/ 83 w 11"/>
                <a:gd name="T9" fmla="*/ 1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4" y="3"/>
                  </a:moveTo>
                  <a:cubicBezTo>
                    <a:pt x="2" y="5"/>
                    <a:pt x="0" y="7"/>
                    <a:pt x="0" y="9"/>
                  </a:cubicBezTo>
                  <a:cubicBezTo>
                    <a:pt x="3" y="5"/>
                    <a:pt x="8" y="8"/>
                    <a:pt x="11" y="6"/>
                  </a:cubicBezTo>
                  <a:cubicBezTo>
                    <a:pt x="9" y="7"/>
                    <a:pt x="8" y="7"/>
                    <a:pt x="6" y="5"/>
                  </a:cubicBezTo>
                  <a:cubicBezTo>
                    <a:pt x="5" y="4"/>
                    <a:pt x="4" y="0"/>
                    <a:pt x="2" y="3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1" name="Freeform 480">
              <a:extLst>
                <a:ext uri="{FF2B5EF4-FFF2-40B4-BE49-F238E27FC236}">
                  <a16:creationId xmlns:a16="http://schemas.microsoft.com/office/drawing/2014/main" id="{024816B1-65EE-4109-AA08-9A826DF17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602"/>
              <a:ext cx="35" cy="88"/>
            </a:xfrm>
            <a:custGeom>
              <a:avLst/>
              <a:gdLst>
                <a:gd name="T0" fmla="*/ 431 w 10"/>
                <a:gd name="T1" fmla="*/ 0 h 24"/>
                <a:gd name="T2" fmla="*/ 49 w 10"/>
                <a:gd name="T3" fmla="*/ 499 h 24"/>
                <a:gd name="T4" fmla="*/ 259 w 10"/>
                <a:gd name="T5" fmla="*/ 1184 h 24"/>
                <a:gd name="T6" fmla="*/ 221 w 10"/>
                <a:gd name="T7" fmla="*/ 444 h 24"/>
                <a:gd name="T8" fmla="*/ 392 w 10"/>
                <a:gd name="T9" fmla="*/ 5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10" y="0"/>
                  </a:moveTo>
                  <a:cubicBezTo>
                    <a:pt x="6" y="3"/>
                    <a:pt x="2" y="5"/>
                    <a:pt x="1" y="10"/>
                  </a:cubicBezTo>
                  <a:cubicBezTo>
                    <a:pt x="0" y="16"/>
                    <a:pt x="5" y="20"/>
                    <a:pt x="6" y="24"/>
                  </a:cubicBezTo>
                  <a:cubicBezTo>
                    <a:pt x="4" y="18"/>
                    <a:pt x="2" y="15"/>
                    <a:pt x="5" y="9"/>
                  </a:cubicBezTo>
                  <a:cubicBezTo>
                    <a:pt x="6" y="6"/>
                    <a:pt x="7" y="4"/>
                    <a:pt x="9" y="1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2" name="Freeform 481">
              <a:extLst>
                <a:ext uri="{FF2B5EF4-FFF2-40B4-BE49-F238E27FC236}">
                  <a16:creationId xmlns:a16="http://schemas.microsoft.com/office/drawing/2014/main" id="{5694562B-A736-4CBD-AE79-661384249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620"/>
              <a:ext cx="83" cy="55"/>
            </a:xfrm>
            <a:custGeom>
              <a:avLst/>
              <a:gdLst>
                <a:gd name="T0" fmla="*/ 0 w 24"/>
                <a:gd name="T1" fmla="*/ 0 h 15"/>
                <a:gd name="T2" fmla="*/ 335 w 24"/>
                <a:gd name="T3" fmla="*/ 348 h 15"/>
                <a:gd name="T4" fmla="*/ 993 w 24"/>
                <a:gd name="T5" fmla="*/ 444 h 15"/>
                <a:gd name="T6" fmla="*/ 370 w 24"/>
                <a:gd name="T7" fmla="*/ 499 h 15"/>
                <a:gd name="T8" fmla="*/ 0 w 24"/>
                <a:gd name="T9" fmla="*/ 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3" y="2"/>
                    <a:pt x="5" y="5"/>
                    <a:pt x="8" y="7"/>
                  </a:cubicBezTo>
                  <a:cubicBezTo>
                    <a:pt x="14" y="10"/>
                    <a:pt x="18" y="9"/>
                    <a:pt x="24" y="9"/>
                  </a:cubicBezTo>
                  <a:cubicBezTo>
                    <a:pt x="19" y="10"/>
                    <a:pt x="14" y="15"/>
                    <a:pt x="9" y="10"/>
                  </a:cubicBezTo>
                  <a:cubicBezTo>
                    <a:pt x="6" y="8"/>
                    <a:pt x="3" y="4"/>
                    <a:pt x="0" y="1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3" name="Freeform 482">
              <a:extLst>
                <a:ext uri="{FF2B5EF4-FFF2-40B4-BE49-F238E27FC236}">
                  <a16:creationId xmlns:a16="http://schemas.microsoft.com/office/drawing/2014/main" id="{8236D009-D949-4F62-AED9-980C58AEA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580"/>
              <a:ext cx="274" cy="205"/>
            </a:xfrm>
            <a:custGeom>
              <a:avLst/>
              <a:gdLst>
                <a:gd name="T0" fmla="*/ 2254 w 80"/>
                <a:gd name="T1" fmla="*/ 297 h 56"/>
                <a:gd name="T2" fmla="*/ 3014 w 80"/>
                <a:gd name="T3" fmla="*/ 937 h 56"/>
                <a:gd name="T4" fmla="*/ 3130 w 80"/>
                <a:gd name="T5" fmla="*/ 1274 h 56"/>
                <a:gd name="T6" fmla="*/ 3014 w 80"/>
                <a:gd name="T7" fmla="*/ 1325 h 56"/>
                <a:gd name="T8" fmla="*/ 2733 w 80"/>
                <a:gd name="T9" fmla="*/ 2065 h 56"/>
                <a:gd name="T10" fmla="*/ 2336 w 80"/>
                <a:gd name="T11" fmla="*/ 2105 h 56"/>
                <a:gd name="T12" fmla="*/ 2288 w 80"/>
                <a:gd name="T13" fmla="*/ 2548 h 56"/>
                <a:gd name="T14" fmla="*/ 1853 w 80"/>
                <a:gd name="T15" fmla="*/ 2548 h 56"/>
                <a:gd name="T16" fmla="*/ 1408 w 80"/>
                <a:gd name="T17" fmla="*/ 2548 h 56"/>
                <a:gd name="T18" fmla="*/ 562 w 80"/>
                <a:gd name="T19" fmla="*/ 2453 h 56"/>
                <a:gd name="T20" fmla="*/ 397 w 80"/>
                <a:gd name="T21" fmla="*/ 2010 h 56"/>
                <a:gd name="T22" fmla="*/ 315 w 80"/>
                <a:gd name="T23" fmla="*/ 1567 h 56"/>
                <a:gd name="T24" fmla="*/ 199 w 80"/>
                <a:gd name="T25" fmla="*/ 494 h 56"/>
                <a:gd name="T26" fmla="*/ 1045 w 80"/>
                <a:gd name="T27" fmla="*/ 0 h 56"/>
                <a:gd name="T28" fmla="*/ 2254 w 80"/>
                <a:gd name="T29" fmla="*/ 297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56">
                  <a:moveTo>
                    <a:pt x="56" y="6"/>
                  </a:moveTo>
                  <a:cubicBezTo>
                    <a:pt x="62" y="5"/>
                    <a:pt x="72" y="15"/>
                    <a:pt x="75" y="19"/>
                  </a:cubicBezTo>
                  <a:cubicBezTo>
                    <a:pt x="76" y="21"/>
                    <a:pt x="78" y="24"/>
                    <a:pt x="78" y="26"/>
                  </a:cubicBezTo>
                  <a:cubicBezTo>
                    <a:pt x="78" y="27"/>
                    <a:pt x="76" y="26"/>
                    <a:pt x="75" y="27"/>
                  </a:cubicBezTo>
                  <a:cubicBezTo>
                    <a:pt x="74" y="34"/>
                    <a:pt x="80" y="41"/>
                    <a:pt x="68" y="42"/>
                  </a:cubicBezTo>
                  <a:cubicBezTo>
                    <a:pt x="64" y="42"/>
                    <a:pt x="61" y="41"/>
                    <a:pt x="58" y="43"/>
                  </a:cubicBezTo>
                  <a:cubicBezTo>
                    <a:pt x="55" y="46"/>
                    <a:pt x="58" y="49"/>
                    <a:pt x="57" y="52"/>
                  </a:cubicBezTo>
                  <a:cubicBezTo>
                    <a:pt x="55" y="56"/>
                    <a:pt x="51" y="53"/>
                    <a:pt x="46" y="52"/>
                  </a:cubicBezTo>
                  <a:cubicBezTo>
                    <a:pt x="40" y="50"/>
                    <a:pt x="40" y="50"/>
                    <a:pt x="35" y="52"/>
                  </a:cubicBezTo>
                  <a:cubicBezTo>
                    <a:pt x="31" y="53"/>
                    <a:pt x="19" y="56"/>
                    <a:pt x="14" y="50"/>
                  </a:cubicBezTo>
                  <a:cubicBezTo>
                    <a:pt x="10" y="47"/>
                    <a:pt x="10" y="44"/>
                    <a:pt x="10" y="41"/>
                  </a:cubicBezTo>
                  <a:cubicBezTo>
                    <a:pt x="11" y="37"/>
                    <a:pt x="11" y="36"/>
                    <a:pt x="8" y="32"/>
                  </a:cubicBezTo>
                  <a:cubicBezTo>
                    <a:pt x="2" y="24"/>
                    <a:pt x="0" y="16"/>
                    <a:pt x="5" y="10"/>
                  </a:cubicBezTo>
                  <a:cubicBezTo>
                    <a:pt x="8" y="5"/>
                    <a:pt x="18" y="0"/>
                    <a:pt x="26" y="0"/>
                  </a:cubicBezTo>
                  <a:cubicBezTo>
                    <a:pt x="34" y="1"/>
                    <a:pt x="49" y="7"/>
                    <a:pt x="56" y="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4" name="Freeform 483">
              <a:extLst>
                <a:ext uri="{FF2B5EF4-FFF2-40B4-BE49-F238E27FC236}">
                  <a16:creationId xmlns:a16="http://schemas.microsoft.com/office/drawing/2014/main" id="{B42E2EF7-6363-4FE0-B02C-5D0040253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700"/>
              <a:ext cx="20" cy="48"/>
            </a:xfrm>
            <a:custGeom>
              <a:avLst/>
              <a:gdLst>
                <a:gd name="T0" fmla="*/ 223 w 6"/>
                <a:gd name="T1" fmla="*/ 0 h 13"/>
                <a:gd name="T2" fmla="*/ 33 w 6"/>
                <a:gd name="T3" fmla="*/ 65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0" y="3"/>
                    <a:pt x="1" y="8"/>
                    <a:pt x="1" y="1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5" name="Freeform 484">
              <a:extLst>
                <a:ext uri="{FF2B5EF4-FFF2-40B4-BE49-F238E27FC236}">
                  <a16:creationId xmlns:a16="http://schemas.microsoft.com/office/drawing/2014/main" id="{802E4272-A21F-45DD-A167-98D5190F2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598"/>
              <a:ext cx="113" cy="51"/>
            </a:xfrm>
            <a:custGeom>
              <a:avLst/>
              <a:gdLst>
                <a:gd name="T0" fmla="*/ 1325 w 33"/>
                <a:gd name="T1" fmla="*/ 532 h 14"/>
                <a:gd name="T2" fmla="*/ 599 w 33"/>
                <a:gd name="T3" fmla="*/ 532 h 14"/>
                <a:gd name="T4" fmla="*/ 0 w 33"/>
                <a:gd name="T5" fmla="*/ 9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33" y="11"/>
                  </a:moveTo>
                  <a:cubicBezTo>
                    <a:pt x="26" y="12"/>
                    <a:pt x="22" y="14"/>
                    <a:pt x="15" y="11"/>
                  </a:cubicBezTo>
                  <a:cubicBezTo>
                    <a:pt x="9" y="8"/>
                    <a:pt x="5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6" name="Freeform 485">
              <a:extLst>
                <a:ext uri="{FF2B5EF4-FFF2-40B4-BE49-F238E27FC236}">
                  <a16:creationId xmlns:a16="http://schemas.microsoft.com/office/drawing/2014/main" id="{EE5862BB-290F-4A25-B674-90E1A7BB5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755"/>
              <a:ext cx="35" cy="11"/>
            </a:xfrm>
            <a:custGeom>
              <a:avLst/>
              <a:gdLst>
                <a:gd name="T0" fmla="*/ 431 w 10"/>
                <a:gd name="T1" fmla="*/ 147 h 3"/>
                <a:gd name="T2" fmla="*/ 0 w 10"/>
                <a:gd name="T3" fmla="*/ 5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7" y="2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7" name="Freeform 486">
              <a:extLst>
                <a:ext uri="{FF2B5EF4-FFF2-40B4-BE49-F238E27FC236}">
                  <a16:creationId xmlns:a16="http://schemas.microsoft.com/office/drawing/2014/main" id="{CD35C782-CE40-4CA3-BD04-59FBB3B39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598"/>
              <a:ext cx="13" cy="18"/>
            </a:xfrm>
            <a:custGeom>
              <a:avLst/>
              <a:gdLst>
                <a:gd name="T0" fmla="*/ 0 w 4"/>
                <a:gd name="T1" fmla="*/ 180 h 5"/>
                <a:gd name="T2" fmla="*/ 107 w 4"/>
                <a:gd name="T3" fmla="*/ 0 h 5"/>
                <a:gd name="T4" fmla="*/ 75 w 4"/>
                <a:gd name="T5" fmla="*/ 2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2" y="5"/>
                    <a:pt x="2" y="5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8" name="Freeform 487">
              <a:extLst>
                <a:ext uri="{FF2B5EF4-FFF2-40B4-BE49-F238E27FC236}">
                  <a16:creationId xmlns:a16="http://schemas.microsoft.com/office/drawing/2014/main" id="{96659FE0-04AD-41D3-9094-0A1C5EB78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631"/>
              <a:ext cx="14" cy="22"/>
            </a:xfrm>
            <a:custGeom>
              <a:avLst/>
              <a:gdLst>
                <a:gd name="T0" fmla="*/ 172 w 4"/>
                <a:gd name="T1" fmla="*/ 202 h 6"/>
                <a:gd name="T2" fmla="*/ 137 w 4"/>
                <a:gd name="T3" fmla="*/ 0 h 6"/>
                <a:gd name="T4" fmla="*/ 137 w 4"/>
                <a:gd name="T5" fmla="*/ 2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4"/>
                  </a:moveTo>
                  <a:cubicBezTo>
                    <a:pt x="4" y="2"/>
                    <a:pt x="4" y="1"/>
                    <a:pt x="3" y="0"/>
                  </a:cubicBezTo>
                  <a:cubicBezTo>
                    <a:pt x="0" y="0"/>
                    <a:pt x="2" y="4"/>
                    <a:pt x="3" y="6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9" name="Freeform 488">
              <a:extLst>
                <a:ext uri="{FF2B5EF4-FFF2-40B4-BE49-F238E27FC236}">
                  <a16:creationId xmlns:a16="http://schemas.microsoft.com/office/drawing/2014/main" id="{5DBA95CA-045A-418E-B881-CEDDB2472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605"/>
              <a:ext cx="96" cy="44"/>
            </a:xfrm>
            <a:custGeom>
              <a:avLst/>
              <a:gdLst>
                <a:gd name="T0" fmla="*/ 165 w 28"/>
                <a:gd name="T1" fmla="*/ 55 h 12"/>
                <a:gd name="T2" fmla="*/ 566 w 28"/>
                <a:gd name="T3" fmla="*/ 499 h 12"/>
                <a:gd name="T4" fmla="*/ 1128 w 28"/>
                <a:gd name="T5" fmla="*/ 499 h 12"/>
                <a:gd name="T6" fmla="*/ 566 w 28"/>
                <a:gd name="T7" fmla="*/ 242 h 12"/>
                <a:gd name="T8" fmla="*/ 281 w 28"/>
                <a:gd name="T9" fmla="*/ 55 h 12"/>
                <a:gd name="T10" fmla="*/ 0 w 2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2">
                  <a:moveTo>
                    <a:pt x="4" y="1"/>
                  </a:moveTo>
                  <a:cubicBezTo>
                    <a:pt x="7" y="4"/>
                    <a:pt x="9" y="8"/>
                    <a:pt x="14" y="10"/>
                  </a:cubicBezTo>
                  <a:cubicBezTo>
                    <a:pt x="18" y="12"/>
                    <a:pt x="23" y="10"/>
                    <a:pt x="28" y="10"/>
                  </a:cubicBezTo>
                  <a:cubicBezTo>
                    <a:pt x="21" y="11"/>
                    <a:pt x="19" y="8"/>
                    <a:pt x="14" y="5"/>
                  </a:cubicBezTo>
                  <a:cubicBezTo>
                    <a:pt x="12" y="3"/>
                    <a:pt x="9" y="2"/>
                    <a:pt x="7" y="1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0" name="Freeform 489">
              <a:extLst>
                <a:ext uri="{FF2B5EF4-FFF2-40B4-BE49-F238E27FC236}">
                  <a16:creationId xmlns:a16="http://schemas.microsoft.com/office/drawing/2014/main" id="{D3E527FB-1B4D-46B7-902A-1E72A57EA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624"/>
              <a:ext cx="83" cy="51"/>
            </a:xfrm>
            <a:custGeom>
              <a:avLst/>
              <a:gdLst>
                <a:gd name="T0" fmla="*/ 0 w 24"/>
                <a:gd name="T1" fmla="*/ 0 h 14"/>
                <a:gd name="T2" fmla="*/ 335 w 24"/>
                <a:gd name="T3" fmla="*/ 346 h 14"/>
                <a:gd name="T4" fmla="*/ 993 w 24"/>
                <a:gd name="T5" fmla="*/ 437 h 14"/>
                <a:gd name="T6" fmla="*/ 370 w 24"/>
                <a:gd name="T7" fmla="*/ 477 h 14"/>
                <a:gd name="T8" fmla="*/ 0 w 2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0" y="0"/>
                  </a:moveTo>
                  <a:cubicBezTo>
                    <a:pt x="3" y="2"/>
                    <a:pt x="5" y="5"/>
                    <a:pt x="8" y="7"/>
                  </a:cubicBezTo>
                  <a:cubicBezTo>
                    <a:pt x="14" y="10"/>
                    <a:pt x="18" y="9"/>
                    <a:pt x="24" y="9"/>
                  </a:cubicBezTo>
                  <a:cubicBezTo>
                    <a:pt x="19" y="10"/>
                    <a:pt x="14" y="14"/>
                    <a:pt x="9" y="10"/>
                  </a:cubicBezTo>
                  <a:cubicBezTo>
                    <a:pt x="6" y="7"/>
                    <a:pt x="3" y="3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1" name="Freeform 490">
              <a:extLst>
                <a:ext uri="{FF2B5EF4-FFF2-40B4-BE49-F238E27FC236}">
                  <a16:creationId xmlns:a16="http://schemas.microsoft.com/office/drawing/2014/main" id="{99EFDF04-52A4-43B2-ADC1-2FDEDAB4D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602"/>
              <a:ext cx="113" cy="51"/>
            </a:xfrm>
            <a:custGeom>
              <a:avLst/>
              <a:gdLst>
                <a:gd name="T0" fmla="*/ 1325 w 33"/>
                <a:gd name="T1" fmla="*/ 532 h 14"/>
                <a:gd name="T2" fmla="*/ 599 w 33"/>
                <a:gd name="T3" fmla="*/ 477 h 14"/>
                <a:gd name="T4" fmla="*/ 0 w 33"/>
                <a:gd name="T5" fmla="*/ 5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33" y="11"/>
                  </a:moveTo>
                  <a:cubicBezTo>
                    <a:pt x="26" y="12"/>
                    <a:pt x="22" y="14"/>
                    <a:pt x="15" y="10"/>
                  </a:cubicBezTo>
                  <a:cubicBezTo>
                    <a:pt x="9" y="8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2" name="Freeform 491">
              <a:extLst>
                <a:ext uri="{FF2B5EF4-FFF2-40B4-BE49-F238E27FC236}">
                  <a16:creationId xmlns:a16="http://schemas.microsoft.com/office/drawing/2014/main" id="{CEB97B1B-E55F-465C-8344-532105E91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598"/>
              <a:ext cx="13" cy="18"/>
            </a:xfrm>
            <a:custGeom>
              <a:avLst/>
              <a:gdLst>
                <a:gd name="T0" fmla="*/ 0 w 4"/>
                <a:gd name="T1" fmla="*/ 180 h 5"/>
                <a:gd name="T2" fmla="*/ 107 w 4"/>
                <a:gd name="T3" fmla="*/ 50 h 5"/>
                <a:gd name="T4" fmla="*/ 75 w 4"/>
                <a:gd name="T5" fmla="*/ 2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0" y="3"/>
                    <a:pt x="1" y="0"/>
                    <a:pt x="3" y="1"/>
                  </a:cubicBezTo>
                  <a:cubicBezTo>
                    <a:pt x="4" y="1"/>
                    <a:pt x="2" y="5"/>
                    <a:pt x="2" y="5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3" name="Freeform 492">
              <a:extLst>
                <a:ext uri="{FF2B5EF4-FFF2-40B4-BE49-F238E27FC236}">
                  <a16:creationId xmlns:a16="http://schemas.microsoft.com/office/drawing/2014/main" id="{4538715E-21BA-4962-AE00-E550C23DC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635"/>
              <a:ext cx="14" cy="18"/>
            </a:xfrm>
            <a:custGeom>
              <a:avLst/>
              <a:gdLst>
                <a:gd name="T0" fmla="*/ 172 w 4"/>
                <a:gd name="T1" fmla="*/ 144 h 5"/>
                <a:gd name="T2" fmla="*/ 137 w 4"/>
                <a:gd name="T3" fmla="*/ 0 h 5"/>
                <a:gd name="T4" fmla="*/ 137 w 4"/>
                <a:gd name="T5" fmla="*/ 2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2"/>
                    <a:pt x="4" y="1"/>
                    <a:pt x="3" y="0"/>
                  </a:cubicBezTo>
                  <a:cubicBezTo>
                    <a:pt x="0" y="0"/>
                    <a:pt x="2" y="4"/>
                    <a:pt x="3" y="5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4" name="Freeform 493">
              <a:extLst>
                <a:ext uri="{FF2B5EF4-FFF2-40B4-BE49-F238E27FC236}">
                  <a16:creationId xmlns:a16="http://schemas.microsoft.com/office/drawing/2014/main" id="{8A775497-0881-4FA7-80CE-695FC1A98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697"/>
              <a:ext cx="4" cy="7"/>
            </a:xfrm>
            <a:custGeom>
              <a:avLst/>
              <a:gdLst>
                <a:gd name="T0" fmla="*/ 64 w 1"/>
                <a:gd name="T1" fmla="*/ 8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5" name="Freeform 494">
              <a:extLst>
                <a:ext uri="{FF2B5EF4-FFF2-40B4-BE49-F238E27FC236}">
                  <a16:creationId xmlns:a16="http://schemas.microsoft.com/office/drawing/2014/main" id="{10946A47-D45B-436E-A2AF-5F4CBCFF2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156"/>
              <a:ext cx="243" cy="252"/>
            </a:xfrm>
            <a:custGeom>
              <a:avLst/>
              <a:gdLst>
                <a:gd name="T0" fmla="*/ 2201 w 71"/>
                <a:gd name="T1" fmla="*/ 774 h 69"/>
                <a:gd name="T2" fmla="*/ 2601 w 71"/>
                <a:gd name="T3" fmla="*/ 1172 h 69"/>
                <a:gd name="T4" fmla="*/ 2567 w 71"/>
                <a:gd name="T5" fmla="*/ 1322 h 69"/>
                <a:gd name="T6" fmla="*/ 2765 w 71"/>
                <a:gd name="T7" fmla="*/ 1706 h 69"/>
                <a:gd name="T8" fmla="*/ 2601 w 71"/>
                <a:gd name="T9" fmla="*/ 1895 h 69"/>
                <a:gd name="T10" fmla="*/ 2646 w 71"/>
                <a:gd name="T11" fmla="*/ 2188 h 69"/>
                <a:gd name="T12" fmla="*/ 2485 w 71"/>
                <a:gd name="T13" fmla="*/ 2827 h 69"/>
                <a:gd name="T14" fmla="*/ 2084 w 71"/>
                <a:gd name="T15" fmla="*/ 3068 h 69"/>
                <a:gd name="T16" fmla="*/ 1605 w 71"/>
                <a:gd name="T17" fmla="*/ 3214 h 69"/>
                <a:gd name="T18" fmla="*/ 1126 w 71"/>
                <a:gd name="T19" fmla="*/ 3309 h 69"/>
                <a:gd name="T20" fmla="*/ 962 w 71"/>
                <a:gd name="T21" fmla="*/ 2735 h 69"/>
                <a:gd name="T22" fmla="*/ 479 w 71"/>
                <a:gd name="T23" fmla="*/ 2827 h 69"/>
                <a:gd name="T24" fmla="*/ 164 w 71"/>
                <a:gd name="T25" fmla="*/ 2389 h 69"/>
                <a:gd name="T26" fmla="*/ 116 w 71"/>
                <a:gd name="T27" fmla="*/ 1706 h 69"/>
                <a:gd name="T28" fmla="*/ 82 w 71"/>
                <a:gd name="T29" fmla="*/ 920 h 69"/>
                <a:gd name="T30" fmla="*/ 479 w 71"/>
                <a:gd name="T31" fmla="*/ 387 h 69"/>
                <a:gd name="T32" fmla="*/ 760 w 71"/>
                <a:gd name="T33" fmla="*/ 493 h 69"/>
                <a:gd name="T34" fmla="*/ 1006 w 71"/>
                <a:gd name="T35" fmla="*/ 201 h 69"/>
                <a:gd name="T36" fmla="*/ 1441 w 71"/>
                <a:gd name="T37" fmla="*/ 95 h 69"/>
                <a:gd name="T38" fmla="*/ 1769 w 71"/>
                <a:gd name="T39" fmla="*/ 533 h 69"/>
                <a:gd name="T40" fmla="*/ 2201 w 71"/>
                <a:gd name="T41" fmla="*/ 774 h 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1" h="69">
                  <a:moveTo>
                    <a:pt x="55" y="16"/>
                  </a:moveTo>
                  <a:cubicBezTo>
                    <a:pt x="61" y="18"/>
                    <a:pt x="63" y="18"/>
                    <a:pt x="65" y="24"/>
                  </a:cubicBezTo>
                  <a:cubicBezTo>
                    <a:pt x="65" y="25"/>
                    <a:pt x="64" y="26"/>
                    <a:pt x="64" y="27"/>
                  </a:cubicBezTo>
                  <a:cubicBezTo>
                    <a:pt x="65" y="28"/>
                    <a:pt x="71" y="30"/>
                    <a:pt x="69" y="35"/>
                  </a:cubicBezTo>
                  <a:cubicBezTo>
                    <a:pt x="68" y="37"/>
                    <a:pt x="65" y="38"/>
                    <a:pt x="65" y="39"/>
                  </a:cubicBezTo>
                  <a:cubicBezTo>
                    <a:pt x="64" y="41"/>
                    <a:pt x="66" y="43"/>
                    <a:pt x="66" y="45"/>
                  </a:cubicBezTo>
                  <a:cubicBezTo>
                    <a:pt x="67" y="50"/>
                    <a:pt x="66" y="56"/>
                    <a:pt x="62" y="58"/>
                  </a:cubicBezTo>
                  <a:cubicBezTo>
                    <a:pt x="58" y="61"/>
                    <a:pt x="55" y="60"/>
                    <a:pt x="52" y="63"/>
                  </a:cubicBezTo>
                  <a:cubicBezTo>
                    <a:pt x="47" y="67"/>
                    <a:pt x="46" y="67"/>
                    <a:pt x="40" y="66"/>
                  </a:cubicBezTo>
                  <a:cubicBezTo>
                    <a:pt x="36" y="66"/>
                    <a:pt x="32" y="69"/>
                    <a:pt x="28" y="68"/>
                  </a:cubicBezTo>
                  <a:cubicBezTo>
                    <a:pt x="22" y="66"/>
                    <a:pt x="27" y="60"/>
                    <a:pt x="24" y="56"/>
                  </a:cubicBezTo>
                  <a:cubicBezTo>
                    <a:pt x="20" y="52"/>
                    <a:pt x="16" y="58"/>
                    <a:pt x="12" y="58"/>
                  </a:cubicBezTo>
                  <a:cubicBezTo>
                    <a:pt x="7" y="58"/>
                    <a:pt x="5" y="53"/>
                    <a:pt x="4" y="49"/>
                  </a:cubicBezTo>
                  <a:cubicBezTo>
                    <a:pt x="2" y="45"/>
                    <a:pt x="3" y="40"/>
                    <a:pt x="3" y="35"/>
                  </a:cubicBezTo>
                  <a:cubicBezTo>
                    <a:pt x="2" y="29"/>
                    <a:pt x="0" y="25"/>
                    <a:pt x="2" y="19"/>
                  </a:cubicBezTo>
                  <a:cubicBezTo>
                    <a:pt x="4" y="15"/>
                    <a:pt x="8" y="8"/>
                    <a:pt x="12" y="8"/>
                  </a:cubicBezTo>
                  <a:cubicBezTo>
                    <a:pt x="14" y="7"/>
                    <a:pt x="16" y="10"/>
                    <a:pt x="19" y="10"/>
                  </a:cubicBezTo>
                  <a:cubicBezTo>
                    <a:pt x="23" y="9"/>
                    <a:pt x="23" y="6"/>
                    <a:pt x="25" y="4"/>
                  </a:cubicBezTo>
                  <a:cubicBezTo>
                    <a:pt x="28" y="0"/>
                    <a:pt x="32" y="0"/>
                    <a:pt x="36" y="2"/>
                  </a:cubicBezTo>
                  <a:cubicBezTo>
                    <a:pt x="41" y="4"/>
                    <a:pt x="41" y="8"/>
                    <a:pt x="44" y="11"/>
                  </a:cubicBezTo>
                  <a:cubicBezTo>
                    <a:pt x="48" y="14"/>
                    <a:pt x="52" y="13"/>
                    <a:pt x="55" y="16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6" name="Freeform 495">
              <a:extLst>
                <a:ext uri="{FF2B5EF4-FFF2-40B4-BE49-F238E27FC236}">
                  <a16:creationId xmlns:a16="http://schemas.microsoft.com/office/drawing/2014/main" id="{5D15B880-B569-4E87-9645-19FC2A1BF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276"/>
              <a:ext cx="59" cy="88"/>
            </a:xfrm>
            <a:custGeom>
              <a:avLst/>
              <a:gdLst>
                <a:gd name="T0" fmla="*/ 35 w 17"/>
                <a:gd name="T1" fmla="*/ 0 h 24"/>
                <a:gd name="T2" fmla="*/ 121 w 17"/>
                <a:gd name="T3" fmla="*/ 832 h 24"/>
                <a:gd name="T4" fmla="*/ 711 w 17"/>
                <a:gd name="T5" fmla="*/ 942 h 24"/>
                <a:gd name="T6" fmla="*/ 288 w 17"/>
                <a:gd name="T7" fmla="*/ 686 h 24"/>
                <a:gd name="T8" fmla="*/ 83 w 17"/>
                <a:gd name="T9" fmla="*/ 1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4">
                  <a:moveTo>
                    <a:pt x="1" y="0"/>
                  </a:moveTo>
                  <a:cubicBezTo>
                    <a:pt x="4" y="5"/>
                    <a:pt x="0" y="12"/>
                    <a:pt x="3" y="17"/>
                  </a:cubicBezTo>
                  <a:cubicBezTo>
                    <a:pt x="6" y="24"/>
                    <a:pt x="12" y="20"/>
                    <a:pt x="17" y="19"/>
                  </a:cubicBezTo>
                  <a:cubicBezTo>
                    <a:pt x="13" y="19"/>
                    <a:pt x="8" y="20"/>
                    <a:pt x="7" y="14"/>
                  </a:cubicBezTo>
                  <a:cubicBezTo>
                    <a:pt x="5" y="10"/>
                    <a:pt x="4" y="7"/>
                    <a:pt x="2" y="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7" name="Freeform 496">
              <a:extLst>
                <a:ext uri="{FF2B5EF4-FFF2-40B4-BE49-F238E27FC236}">
                  <a16:creationId xmlns:a16="http://schemas.microsoft.com/office/drawing/2014/main" id="{F6EC151B-F723-4432-A05A-5E74A5D18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357"/>
              <a:ext cx="62" cy="40"/>
            </a:xfrm>
            <a:custGeom>
              <a:avLst/>
              <a:gdLst>
                <a:gd name="T0" fmla="*/ 83 w 18"/>
                <a:gd name="T1" fmla="*/ 55 h 11"/>
                <a:gd name="T2" fmla="*/ 248 w 18"/>
                <a:gd name="T3" fmla="*/ 527 h 11"/>
                <a:gd name="T4" fmla="*/ 737 w 18"/>
                <a:gd name="T5" fmla="*/ 476 h 11"/>
                <a:gd name="T6" fmla="*/ 331 w 18"/>
                <a:gd name="T7" fmla="*/ 331 h 11"/>
                <a:gd name="T8" fmla="*/ 83 w 1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2" y="1"/>
                  </a:moveTo>
                  <a:cubicBezTo>
                    <a:pt x="4" y="4"/>
                    <a:pt x="0" y="10"/>
                    <a:pt x="6" y="11"/>
                  </a:cubicBezTo>
                  <a:cubicBezTo>
                    <a:pt x="10" y="11"/>
                    <a:pt x="14" y="10"/>
                    <a:pt x="18" y="10"/>
                  </a:cubicBezTo>
                  <a:cubicBezTo>
                    <a:pt x="15" y="8"/>
                    <a:pt x="11" y="9"/>
                    <a:pt x="8" y="7"/>
                  </a:cubicBezTo>
                  <a:cubicBezTo>
                    <a:pt x="4" y="5"/>
                    <a:pt x="5" y="0"/>
                    <a:pt x="2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8" name="Freeform 497">
              <a:extLst>
                <a:ext uri="{FF2B5EF4-FFF2-40B4-BE49-F238E27FC236}">
                  <a16:creationId xmlns:a16="http://schemas.microsoft.com/office/drawing/2014/main" id="{013F015A-5214-4509-8FE7-9B3B2DC3D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284"/>
              <a:ext cx="103" cy="109"/>
            </a:xfrm>
            <a:custGeom>
              <a:avLst/>
              <a:gdLst>
                <a:gd name="T0" fmla="*/ 1013 w 30"/>
                <a:gd name="T1" fmla="*/ 0 h 30"/>
                <a:gd name="T2" fmla="*/ 848 w 30"/>
                <a:gd name="T3" fmla="*/ 1057 h 30"/>
                <a:gd name="T4" fmla="*/ 446 w 30"/>
                <a:gd name="T5" fmla="*/ 1293 h 30"/>
                <a:gd name="T6" fmla="*/ 0 w 30"/>
                <a:gd name="T7" fmla="*/ 1439 h 30"/>
                <a:gd name="T8" fmla="*/ 446 w 30"/>
                <a:gd name="T9" fmla="*/ 1057 h 30"/>
                <a:gd name="T10" fmla="*/ 567 w 30"/>
                <a:gd name="T11" fmla="*/ 912 h 30"/>
                <a:gd name="T12" fmla="*/ 766 w 30"/>
                <a:gd name="T13" fmla="*/ 818 h 30"/>
                <a:gd name="T14" fmla="*/ 814 w 30"/>
                <a:gd name="T15" fmla="*/ 291 h 30"/>
                <a:gd name="T16" fmla="*/ 968 w 30"/>
                <a:gd name="T17" fmla="*/ 5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0">
                  <a:moveTo>
                    <a:pt x="25" y="0"/>
                  </a:moveTo>
                  <a:cubicBezTo>
                    <a:pt x="19" y="6"/>
                    <a:pt x="30" y="18"/>
                    <a:pt x="21" y="22"/>
                  </a:cubicBezTo>
                  <a:cubicBezTo>
                    <a:pt x="17" y="23"/>
                    <a:pt x="14" y="25"/>
                    <a:pt x="11" y="27"/>
                  </a:cubicBezTo>
                  <a:cubicBezTo>
                    <a:pt x="7" y="29"/>
                    <a:pt x="4" y="30"/>
                    <a:pt x="0" y="30"/>
                  </a:cubicBezTo>
                  <a:cubicBezTo>
                    <a:pt x="4" y="30"/>
                    <a:pt x="8" y="26"/>
                    <a:pt x="11" y="22"/>
                  </a:cubicBezTo>
                  <a:cubicBezTo>
                    <a:pt x="12" y="21"/>
                    <a:pt x="12" y="20"/>
                    <a:pt x="14" y="19"/>
                  </a:cubicBezTo>
                  <a:cubicBezTo>
                    <a:pt x="16" y="19"/>
                    <a:pt x="17" y="19"/>
                    <a:pt x="19" y="17"/>
                  </a:cubicBezTo>
                  <a:cubicBezTo>
                    <a:pt x="21" y="14"/>
                    <a:pt x="18" y="10"/>
                    <a:pt x="20" y="6"/>
                  </a:cubicBezTo>
                  <a:cubicBezTo>
                    <a:pt x="21" y="4"/>
                    <a:pt x="23" y="3"/>
                    <a:pt x="24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9" name="Freeform 498">
              <a:extLst>
                <a:ext uri="{FF2B5EF4-FFF2-40B4-BE49-F238E27FC236}">
                  <a16:creationId xmlns:a16="http://schemas.microsoft.com/office/drawing/2014/main" id="{0BD81253-9364-4EFC-B093-CBD860CA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163"/>
              <a:ext cx="48" cy="47"/>
            </a:xfrm>
            <a:custGeom>
              <a:avLst/>
              <a:gdLst>
                <a:gd name="T0" fmla="*/ 82 w 14"/>
                <a:gd name="T1" fmla="*/ 0 h 13"/>
                <a:gd name="T2" fmla="*/ 281 w 14"/>
                <a:gd name="T3" fmla="*/ 289 h 13"/>
                <a:gd name="T4" fmla="*/ 566 w 14"/>
                <a:gd name="T5" fmla="*/ 560 h 13"/>
                <a:gd name="T6" fmla="*/ 199 w 14"/>
                <a:gd name="T7" fmla="*/ 430 h 13"/>
                <a:gd name="T8" fmla="*/ 0 w 14"/>
                <a:gd name="T9" fmla="*/ 5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2" y="0"/>
                  </a:moveTo>
                  <a:cubicBezTo>
                    <a:pt x="5" y="1"/>
                    <a:pt x="6" y="4"/>
                    <a:pt x="7" y="6"/>
                  </a:cubicBezTo>
                  <a:cubicBezTo>
                    <a:pt x="9" y="8"/>
                    <a:pt x="12" y="11"/>
                    <a:pt x="14" y="12"/>
                  </a:cubicBezTo>
                  <a:cubicBezTo>
                    <a:pt x="10" y="12"/>
                    <a:pt x="7" y="13"/>
                    <a:pt x="5" y="9"/>
                  </a:cubicBezTo>
                  <a:cubicBezTo>
                    <a:pt x="4" y="5"/>
                    <a:pt x="4" y="3"/>
                    <a:pt x="0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0" name="Freeform 499">
              <a:extLst>
                <a:ext uri="{FF2B5EF4-FFF2-40B4-BE49-F238E27FC236}">
                  <a16:creationId xmlns:a16="http://schemas.microsoft.com/office/drawing/2014/main" id="{209E33E0-CAD1-4DA4-BF80-1746C7244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188"/>
              <a:ext cx="31" cy="22"/>
            </a:xfrm>
            <a:custGeom>
              <a:avLst/>
              <a:gdLst>
                <a:gd name="T0" fmla="*/ 248 w 9"/>
                <a:gd name="T1" fmla="*/ 55 h 6"/>
                <a:gd name="T2" fmla="*/ 0 w 9"/>
                <a:gd name="T3" fmla="*/ 297 h 6"/>
                <a:gd name="T4" fmla="*/ 369 w 9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6" y="1"/>
                  </a:moveTo>
                  <a:cubicBezTo>
                    <a:pt x="2" y="0"/>
                    <a:pt x="1" y="3"/>
                    <a:pt x="0" y="6"/>
                  </a:cubicBezTo>
                  <a:cubicBezTo>
                    <a:pt x="2" y="5"/>
                    <a:pt x="6" y="1"/>
                    <a:pt x="9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1" name="Freeform 500">
              <a:extLst>
                <a:ext uri="{FF2B5EF4-FFF2-40B4-BE49-F238E27FC236}">
                  <a16:creationId xmlns:a16="http://schemas.microsoft.com/office/drawing/2014/main" id="{82521AA9-FCA0-4301-843E-AD511425A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21"/>
              <a:ext cx="21" cy="52"/>
            </a:xfrm>
            <a:custGeom>
              <a:avLst/>
              <a:gdLst>
                <a:gd name="T0" fmla="*/ 49 w 6"/>
                <a:gd name="T1" fmla="*/ 97 h 14"/>
                <a:gd name="T2" fmla="*/ 137 w 6"/>
                <a:gd name="T3" fmla="*/ 360 h 14"/>
                <a:gd name="T4" fmla="*/ 172 w 6"/>
                <a:gd name="T5" fmla="*/ 717 h 14"/>
                <a:gd name="T6" fmla="*/ 221 w 6"/>
                <a:gd name="T7" fmla="*/ 264 h 14"/>
                <a:gd name="T8" fmla="*/ 0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1" y="2"/>
                  </a:moveTo>
                  <a:cubicBezTo>
                    <a:pt x="1" y="4"/>
                    <a:pt x="2" y="6"/>
                    <a:pt x="3" y="7"/>
                  </a:cubicBezTo>
                  <a:cubicBezTo>
                    <a:pt x="3" y="10"/>
                    <a:pt x="4" y="12"/>
                    <a:pt x="4" y="14"/>
                  </a:cubicBezTo>
                  <a:cubicBezTo>
                    <a:pt x="6" y="12"/>
                    <a:pt x="6" y="7"/>
                    <a:pt x="5" y="5"/>
                  </a:cubicBezTo>
                  <a:cubicBezTo>
                    <a:pt x="4" y="1"/>
                    <a:pt x="3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2" name="Freeform 501">
              <a:extLst>
                <a:ext uri="{FF2B5EF4-FFF2-40B4-BE49-F238E27FC236}">
                  <a16:creationId xmlns:a16="http://schemas.microsoft.com/office/drawing/2014/main" id="{4B693A71-3064-49C4-849E-7FD5F2D9D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309"/>
              <a:ext cx="41" cy="66"/>
            </a:xfrm>
            <a:custGeom>
              <a:avLst/>
              <a:gdLst>
                <a:gd name="T0" fmla="*/ 396 w 12"/>
                <a:gd name="T1" fmla="*/ 55 h 18"/>
                <a:gd name="T2" fmla="*/ 396 w 12"/>
                <a:gd name="T3" fmla="*/ 645 h 18"/>
                <a:gd name="T4" fmla="*/ 246 w 12"/>
                <a:gd name="T5" fmla="*/ 741 h 18"/>
                <a:gd name="T6" fmla="*/ 0 w 12"/>
                <a:gd name="T7" fmla="*/ 887 h 18"/>
                <a:gd name="T8" fmla="*/ 362 w 12"/>
                <a:gd name="T9" fmla="*/ 499 h 18"/>
                <a:gd name="T10" fmla="*/ 444 w 12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8">
                  <a:moveTo>
                    <a:pt x="10" y="1"/>
                  </a:moveTo>
                  <a:cubicBezTo>
                    <a:pt x="11" y="4"/>
                    <a:pt x="12" y="10"/>
                    <a:pt x="10" y="13"/>
                  </a:cubicBezTo>
                  <a:cubicBezTo>
                    <a:pt x="9" y="14"/>
                    <a:pt x="8" y="14"/>
                    <a:pt x="6" y="15"/>
                  </a:cubicBezTo>
                  <a:cubicBezTo>
                    <a:pt x="4" y="16"/>
                    <a:pt x="2" y="17"/>
                    <a:pt x="0" y="18"/>
                  </a:cubicBezTo>
                  <a:cubicBezTo>
                    <a:pt x="2" y="15"/>
                    <a:pt x="7" y="13"/>
                    <a:pt x="9" y="10"/>
                  </a:cubicBezTo>
                  <a:cubicBezTo>
                    <a:pt x="11" y="6"/>
                    <a:pt x="9" y="3"/>
                    <a:pt x="11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3" name="Freeform 502">
              <a:extLst>
                <a:ext uri="{FF2B5EF4-FFF2-40B4-BE49-F238E27FC236}">
                  <a16:creationId xmlns:a16="http://schemas.microsoft.com/office/drawing/2014/main" id="{9DED0905-09BD-4E30-90C8-2C39778D3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353"/>
              <a:ext cx="21" cy="40"/>
            </a:xfrm>
            <a:custGeom>
              <a:avLst/>
              <a:gdLst>
                <a:gd name="T0" fmla="*/ 0 w 6"/>
                <a:gd name="T1" fmla="*/ 55 h 11"/>
                <a:gd name="T2" fmla="*/ 221 w 6"/>
                <a:gd name="T3" fmla="*/ 527 h 11"/>
                <a:gd name="T4" fmla="*/ 221 w 6"/>
                <a:gd name="T5" fmla="*/ 527 h 11"/>
                <a:gd name="T6" fmla="*/ 221 w 6"/>
                <a:gd name="T7" fmla="*/ 527 h 11"/>
                <a:gd name="T8" fmla="*/ 259 w 6"/>
                <a:gd name="T9" fmla="*/ 200 h 11"/>
                <a:gd name="T10" fmla="*/ 0 w 6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1">
                  <a:moveTo>
                    <a:pt x="0" y="1"/>
                  </a:moveTo>
                  <a:cubicBezTo>
                    <a:pt x="5" y="1"/>
                    <a:pt x="0" y="10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2" y="9"/>
                    <a:pt x="6" y="6"/>
                    <a:pt x="6" y="4"/>
                  </a:cubicBezTo>
                  <a:cubicBezTo>
                    <a:pt x="6" y="2"/>
                    <a:pt x="3" y="0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4" name="Freeform 503">
              <a:extLst>
                <a:ext uri="{FF2B5EF4-FFF2-40B4-BE49-F238E27FC236}">
                  <a16:creationId xmlns:a16="http://schemas.microsoft.com/office/drawing/2014/main" id="{08B28A1A-6550-4E08-A9D4-A1C70A08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327"/>
              <a:ext cx="41" cy="33"/>
            </a:xfrm>
            <a:custGeom>
              <a:avLst/>
              <a:gdLst>
                <a:gd name="T0" fmla="*/ 0 w 12"/>
                <a:gd name="T1" fmla="*/ 0 h 9"/>
                <a:gd name="T2" fmla="*/ 164 w 12"/>
                <a:gd name="T3" fmla="*/ 348 h 9"/>
                <a:gd name="T4" fmla="*/ 478 w 12"/>
                <a:gd name="T5" fmla="*/ 297 h 9"/>
                <a:gd name="T6" fmla="*/ 246 w 12"/>
                <a:gd name="T7" fmla="*/ 348 h 9"/>
                <a:gd name="T8" fmla="*/ 34 w 12"/>
                <a:gd name="T9" fmla="*/ 5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2" y="2"/>
                    <a:pt x="1" y="5"/>
                    <a:pt x="4" y="7"/>
                  </a:cubicBezTo>
                  <a:cubicBezTo>
                    <a:pt x="7" y="9"/>
                    <a:pt x="9" y="8"/>
                    <a:pt x="12" y="6"/>
                  </a:cubicBezTo>
                  <a:cubicBezTo>
                    <a:pt x="10" y="6"/>
                    <a:pt x="8" y="7"/>
                    <a:pt x="6" y="7"/>
                  </a:cubicBezTo>
                  <a:cubicBezTo>
                    <a:pt x="3" y="6"/>
                    <a:pt x="2" y="3"/>
                    <a:pt x="1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5" name="Freeform 504">
              <a:extLst>
                <a:ext uri="{FF2B5EF4-FFF2-40B4-BE49-F238E27FC236}">
                  <a16:creationId xmlns:a16="http://schemas.microsoft.com/office/drawing/2014/main" id="{1B297851-2B80-4827-AB9F-ED306849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170"/>
              <a:ext cx="51" cy="40"/>
            </a:xfrm>
            <a:custGeom>
              <a:avLst/>
              <a:gdLst>
                <a:gd name="T0" fmla="*/ 588 w 15"/>
                <a:gd name="T1" fmla="*/ 0 h 11"/>
                <a:gd name="T2" fmla="*/ 357 w 15"/>
                <a:gd name="T3" fmla="*/ 291 h 11"/>
                <a:gd name="T4" fmla="*/ 0 w 15"/>
                <a:gd name="T5" fmla="*/ 476 h 11"/>
                <a:gd name="T6" fmla="*/ 428 w 15"/>
                <a:gd name="T7" fmla="*/ 382 h 11"/>
                <a:gd name="T8" fmla="*/ 554 w 1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12" y="1"/>
                    <a:pt x="11" y="4"/>
                    <a:pt x="9" y="6"/>
                  </a:cubicBezTo>
                  <a:cubicBezTo>
                    <a:pt x="7" y="9"/>
                    <a:pt x="4" y="10"/>
                    <a:pt x="0" y="10"/>
                  </a:cubicBezTo>
                  <a:cubicBezTo>
                    <a:pt x="4" y="11"/>
                    <a:pt x="8" y="11"/>
                    <a:pt x="11" y="8"/>
                  </a:cubicBezTo>
                  <a:cubicBezTo>
                    <a:pt x="13" y="6"/>
                    <a:pt x="13" y="3"/>
                    <a:pt x="14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6" name="Freeform 505">
              <a:extLst>
                <a:ext uri="{FF2B5EF4-FFF2-40B4-BE49-F238E27FC236}">
                  <a16:creationId xmlns:a16="http://schemas.microsoft.com/office/drawing/2014/main" id="{4B81CDCA-8CC9-40FA-8069-BC32E11E8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156"/>
              <a:ext cx="243" cy="252"/>
            </a:xfrm>
            <a:custGeom>
              <a:avLst/>
              <a:gdLst>
                <a:gd name="T0" fmla="*/ 2201 w 71"/>
                <a:gd name="T1" fmla="*/ 774 h 69"/>
                <a:gd name="T2" fmla="*/ 2601 w 71"/>
                <a:gd name="T3" fmla="*/ 1172 h 69"/>
                <a:gd name="T4" fmla="*/ 2567 w 71"/>
                <a:gd name="T5" fmla="*/ 1322 h 69"/>
                <a:gd name="T6" fmla="*/ 2765 w 71"/>
                <a:gd name="T7" fmla="*/ 1706 h 69"/>
                <a:gd name="T8" fmla="*/ 2601 w 71"/>
                <a:gd name="T9" fmla="*/ 1895 h 69"/>
                <a:gd name="T10" fmla="*/ 2646 w 71"/>
                <a:gd name="T11" fmla="*/ 2188 h 69"/>
                <a:gd name="T12" fmla="*/ 2485 w 71"/>
                <a:gd name="T13" fmla="*/ 2827 h 69"/>
                <a:gd name="T14" fmla="*/ 2084 w 71"/>
                <a:gd name="T15" fmla="*/ 3068 h 69"/>
                <a:gd name="T16" fmla="*/ 1605 w 71"/>
                <a:gd name="T17" fmla="*/ 3214 h 69"/>
                <a:gd name="T18" fmla="*/ 1126 w 71"/>
                <a:gd name="T19" fmla="*/ 3309 h 69"/>
                <a:gd name="T20" fmla="*/ 962 w 71"/>
                <a:gd name="T21" fmla="*/ 2735 h 69"/>
                <a:gd name="T22" fmla="*/ 479 w 71"/>
                <a:gd name="T23" fmla="*/ 2827 h 69"/>
                <a:gd name="T24" fmla="*/ 164 w 71"/>
                <a:gd name="T25" fmla="*/ 2389 h 69"/>
                <a:gd name="T26" fmla="*/ 116 w 71"/>
                <a:gd name="T27" fmla="*/ 1706 h 69"/>
                <a:gd name="T28" fmla="*/ 82 w 71"/>
                <a:gd name="T29" fmla="*/ 920 h 69"/>
                <a:gd name="T30" fmla="*/ 479 w 71"/>
                <a:gd name="T31" fmla="*/ 387 h 69"/>
                <a:gd name="T32" fmla="*/ 760 w 71"/>
                <a:gd name="T33" fmla="*/ 493 h 69"/>
                <a:gd name="T34" fmla="*/ 1006 w 71"/>
                <a:gd name="T35" fmla="*/ 201 h 69"/>
                <a:gd name="T36" fmla="*/ 1441 w 71"/>
                <a:gd name="T37" fmla="*/ 95 h 69"/>
                <a:gd name="T38" fmla="*/ 1769 w 71"/>
                <a:gd name="T39" fmla="*/ 533 h 69"/>
                <a:gd name="T40" fmla="*/ 2201 w 71"/>
                <a:gd name="T41" fmla="*/ 774 h 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1" h="69">
                  <a:moveTo>
                    <a:pt x="55" y="16"/>
                  </a:moveTo>
                  <a:cubicBezTo>
                    <a:pt x="61" y="18"/>
                    <a:pt x="63" y="18"/>
                    <a:pt x="65" y="24"/>
                  </a:cubicBezTo>
                  <a:cubicBezTo>
                    <a:pt x="65" y="25"/>
                    <a:pt x="64" y="26"/>
                    <a:pt x="64" y="27"/>
                  </a:cubicBezTo>
                  <a:cubicBezTo>
                    <a:pt x="65" y="28"/>
                    <a:pt x="71" y="30"/>
                    <a:pt x="69" y="35"/>
                  </a:cubicBezTo>
                  <a:cubicBezTo>
                    <a:pt x="68" y="37"/>
                    <a:pt x="65" y="38"/>
                    <a:pt x="65" y="39"/>
                  </a:cubicBezTo>
                  <a:cubicBezTo>
                    <a:pt x="64" y="41"/>
                    <a:pt x="66" y="43"/>
                    <a:pt x="66" y="45"/>
                  </a:cubicBezTo>
                  <a:cubicBezTo>
                    <a:pt x="67" y="50"/>
                    <a:pt x="66" y="56"/>
                    <a:pt x="62" y="58"/>
                  </a:cubicBezTo>
                  <a:cubicBezTo>
                    <a:pt x="58" y="61"/>
                    <a:pt x="55" y="60"/>
                    <a:pt x="52" y="63"/>
                  </a:cubicBezTo>
                  <a:cubicBezTo>
                    <a:pt x="47" y="67"/>
                    <a:pt x="46" y="67"/>
                    <a:pt x="40" y="66"/>
                  </a:cubicBezTo>
                  <a:cubicBezTo>
                    <a:pt x="36" y="66"/>
                    <a:pt x="32" y="69"/>
                    <a:pt x="28" y="68"/>
                  </a:cubicBezTo>
                  <a:cubicBezTo>
                    <a:pt x="22" y="66"/>
                    <a:pt x="27" y="60"/>
                    <a:pt x="24" y="56"/>
                  </a:cubicBezTo>
                  <a:cubicBezTo>
                    <a:pt x="20" y="52"/>
                    <a:pt x="16" y="58"/>
                    <a:pt x="12" y="58"/>
                  </a:cubicBezTo>
                  <a:cubicBezTo>
                    <a:pt x="7" y="58"/>
                    <a:pt x="5" y="53"/>
                    <a:pt x="4" y="49"/>
                  </a:cubicBezTo>
                  <a:cubicBezTo>
                    <a:pt x="2" y="45"/>
                    <a:pt x="3" y="40"/>
                    <a:pt x="3" y="35"/>
                  </a:cubicBezTo>
                  <a:cubicBezTo>
                    <a:pt x="2" y="29"/>
                    <a:pt x="0" y="25"/>
                    <a:pt x="2" y="19"/>
                  </a:cubicBezTo>
                  <a:cubicBezTo>
                    <a:pt x="4" y="15"/>
                    <a:pt x="8" y="8"/>
                    <a:pt x="12" y="8"/>
                  </a:cubicBezTo>
                  <a:cubicBezTo>
                    <a:pt x="14" y="7"/>
                    <a:pt x="16" y="10"/>
                    <a:pt x="19" y="10"/>
                  </a:cubicBezTo>
                  <a:cubicBezTo>
                    <a:pt x="23" y="9"/>
                    <a:pt x="23" y="6"/>
                    <a:pt x="25" y="4"/>
                  </a:cubicBezTo>
                  <a:cubicBezTo>
                    <a:pt x="28" y="0"/>
                    <a:pt x="32" y="0"/>
                    <a:pt x="36" y="2"/>
                  </a:cubicBezTo>
                  <a:cubicBezTo>
                    <a:pt x="41" y="4"/>
                    <a:pt x="41" y="8"/>
                    <a:pt x="44" y="11"/>
                  </a:cubicBezTo>
                  <a:cubicBezTo>
                    <a:pt x="48" y="14"/>
                    <a:pt x="52" y="13"/>
                    <a:pt x="55" y="1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7" name="Freeform 506">
              <a:extLst>
                <a:ext uri="{FF2B5EF4-FFF2-40B4-BE49-F238E27FC236}">
                  <a16:creationId xmlns:a16="http://schemas.microsoft.com/office/drawing/2014/main" id="{1880E4EC-DB0D-4E92-B0B2-6BA5D180E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349"/>
              <a:ext cx="37" cy="11"/>
            </a:xfrm>
            <a:custGeom>
              <a:avLst/>
              <a:gdLst>
                <a:gd name="T0" fmla="*/ 417 w 11"/>
                <a:gd name="T1" fmla="*/ 147 h 3"/>
                <a:gd name="T2" fmla="*/ 0 w 11"/>
                <a:gd name="T3" fmla="*/ 9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8" y="0"/>
                    <a:pt x="4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8" name="Freeform 507">
              <a:extLst>
                <a:ext uri="{FF2B5EF4-FFF2-40B4-BE49-F238E27FC236}">
                  <a16:creationId xmlns:a16="http://schemas.microsoft.com/office/drawing/2014/main" id="{FD40BF33-86DF-430A-ABCF-7CFD58C8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221"/>
              <a:ext cx="17" cy="55"/>
            </a:xfrm>
            <a:custGeom>
              <a:avLst/>
              <a:gdLst>
                <a:gd name="T0" fmla="*/ 197 w 5"/>
                <a:gd name="T1" fmla="*/ 741 h 15"/>
                <a:gd name="T2" fmla="*/ 0 w 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15"/>
                  </a:moveTo>
                  <a:cubicBezTo>
                    <a:pt x="5" y="9"/>
                    <a:pt x="5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9" name="Freeform 508">
              <a:extLst>
                <a:ext uri="{FF2B5EF4-FFF2-40B4-BE49-F238E27FC236}">
                  <a16:creationId xmlns:a16="http://schemas.microsoft.com/office/drawing/2014/main" id="{A610EA11-B771-4AF7-9AAA-472F020CD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85"/>
              <a:ext cx="27" cy="11"/>
            </a:xfrm>
            <a:custGeom>
              <a:avLst/>
              <a:gdLst>
                <a:gd name="T0" fmla="*/ 307 w 8"/>
                <a:gd name="T1" fmla="*/ 0 h 3"/>
                <a:gd name="T2" fmla="*/ 0 w 8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6" y="2"/>
                    <a:pt x="2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0" name="Freeform 509">
              <a:extLst>
                <a:ext uri="{FF2B5EF4-FFF2-40B4-BE49-F238E27FC236}">
                  <a16:creationId xmlns:a16="http://schemas.microsoft.com/office/drawing/2014/main" id="{FB6E4B2D-CE3E-4E07-9780-FE9C4883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353"/>
              <a:ext cx="7" cy="7"/>
            </a:xfrm>
            <a:custGeom>
              <a:avLst/>
              <a:gdLst>
                <a:gd name="T0" fmla="*/ 0 w 2"/>
                <a:gd name="T1" fmla="*/ 88 h 2"/>
                <a:gd name="T2" fmla="*/ 8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1" name="Freeform 510">
              <a:extLst>
                <a:ext uri="{FF2B5EF4-FFF2-40B4-BE49-F238E27FC236}">
                  <a16:creationId xmlns:a16="http://schemas.microsoft.com/office/drawing/2014/main" id="{2C92D13A-7AD9-4A7E-9400-A55864960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265"/>
              <a:ext cx="11" cy="8"/>
            </a:xfrm>
            <a:custGeom>
              <a:avLst/>
              <a:gdLst>
                <a:gd name="T0" fmla="*/ 147 w 3"/>
                <a:gd name="T1" fmla="*/ 64 h 2"/>
                <a:gd name="T2" fmla="*/ 0 w 3"/>
                <a:gd name="T3" fmla="*/ 64 h 2"/>
                <a:gd name="T4" fmla="*/ 14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1" y="2"/>
                    <a:pt x="0" y="1"/>
                  </a:cubicBezTo>
                  <a:cubicBezTo>
                    <a:pt x="0" y="0"/>
                    <a:pt x="1" y="0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2" name="Freeform 511">
              <a:extLst>
                <a:ext uri="{FF2B5EF4-FFF2-40B4-BE49-F238E27FC236}">
                  <a16:creationId xmlns:a16="http://schemas.microsoft.com/office/drawing/2014/main" id="{B48EA4A1-AB8D-40AF-871B-759199B46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221"/>
              <a:ext cx="7" cy="8"/>
            </a:xfrm>
            <a:custGeom>
              <a:avLst/>
              <a:gdLst>
                <a:gd name="T0" fmla="*/ 88 w 2"/>
                <a:gd name="T1" fmla="*/ 0 h 2"/>
                <a:gd name="T2" fmla="*/ 0 w 2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3" name="Freeform 512">
              <a:extLst>
                <a:ext uri="{FF2B5EF4-FFF2-40B4-BE49-F238E27FC236}">
                  <a16:creationId xmlns:a16="http://schemas.microsoft.com/office/drawing/2014/main" id="{6C634D3E-9067-494F-A44C-E8F2589E5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196"/>
              <a:ext cx="1" cy="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4" name="Freeform 513">
              <a:extLst>
                <a:ext uri="{FF2B5EF4-FFF2-40B4-BE49-F238E27FC236}">
                  <a16:creationId xmlns:a16="http://schemas.microsoft.com/office/drawing/2014/main" id="{C74345D7-981A-4C5D-AB19-31784E53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240"/>
              <a:ext cx="356" cy="292"/>
            </a:xfrm>
            <a:custGeom>
              <a:avLst/>
              <a:gdLst>
                <a:gd name="T0" fmla="*/ 3375 w 104"/>
                <a:gd name="T1" fmla="*/ 1945 h 80"/>
                <a:gd name="T2" fmla="*/ 4091 w 104"/>
                <a:gd name="T3" fmla="*/ 2000 h 80"/>
                <a:gd name="T4" fmla="*/ 4091 w 104"/>
                <a:gd name="T5" fmla="*/ 2478 h 80"/>
                <a:gd name="T6" fmla="*/ 3772 w 104"/>
                <a:gd name="T7" fmla="*/ 2679 h 80"/>
                <a:gd name="T8" fmla="*/ 3728 w 104"/>
                <a:gd name="T9" fmla="*/ 3303 h 80"/>
                <a:gd name="T10" fmla="*/ 3245 w 104"/>
                <a:gd name="T11" fmla="*/ 3599 h 80"/>
                <a:gd name="T12" fmla="*/ 2485 w 104"/>
                <a:gd name="T13" fmla="*/ 3544 h 80"/>
                <a:gd name="T14" fmla="*/ 2085 w 104"/>
                <a:gd name="T15" fmla="*/ 3796 h 80"/>
                <a:gd name="T16" fmla="*/ 1523 w 104"/>
                <a:gd name="T17" fmla="*/ 3796 h 80"/>
                <a:gd name="T18" fmla="*/ 1078 w 104"/>
                <a:gd name="T19" fmla="*/ 3303 h 80"/>
                <a:gd name="T20" fmla="*/ 479 w 104"/>
                <a:gd name="T21" fmla="*/ 3409 h 80"/>
                <a:gd name="T22" fmla="*/ 82 w 104"/>
                <a:gd name="T23" fmla="*/ 2091 h 80"/>
                <a:gd name="T24" fmla="*/ 34 w 104"/>
                <a:gd name="T25" fmla="*/ 1413 h 80"/>
                <a:gd name="T26" fmla="*/ 527 w 104"/>
                <a:gd name="T27" fmla="*/ 880 h 80"/>
                <a:gd name="T28" fmla="*/ 599 w 104"/>
                <a:gd name="T29" fmla="*/ 347 h 80"/>
                <a:gd name="T30" fmla="*/ 1006 w 104"/>
                <a:gd name="T31" fmla="*/ 292 h 80"/>
                <a:gd name="T32" fmla="*/ 1006 w 104"/>
                <a:gd name="T33" fmla="*/ 880 h 80"/>
                <a:gd name="T34" fmla="*/ 1489 w 104"/>
                <a:gd name="T35" fmla="*/ 825 h 80"/>
                <a:gd name="T36" fmla="*/ 1770 w 104"/>
                <a:gd name="T37" fmla="*/ 1267 h 80"/>
                <a:gd name="T38" fmla="*/ 2204 w 104"/>
                <a:gd name="T39" fmla="*/ 1413 h 80"/>
                <a:gd name="T40" fmla="*/ 2612 w 104"/>
                <a:gd name="T41" fmla="*/ 1799 h 80"/>
                <a:gd name="T42" fmla="*/ 3375 w 104"/>
                <a:gd name="T43" fmla="*/ 1945 h 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4" h="80">
                  <a:moveTo>
                    <a:pt x="84" y="40"/>
                  </a:moveTo>
                  <a:cubicBezTo>
                    <a:pt x="91" y="43"/>
                    <a:pt x="97" y="29"/>
                    <a:pt x="102" y="41"/>
                  </a:cubicBezTo>
                  <a:cubicBezTo>
                    <a:pt x="103" y="44"/>
                    <a:pt x="104" y="49"/>
                    <a:pt x="102" y="51"/>
                  </a:cubicBezTo>
                  <a:cubicBezTo>
                    <a:pt x="100" y="54"/>
                    <a:pt x="95" y="53"/>
                    <a:pt x="94" y="55"/>
                  </a:cubicBezTo>
                  <a:cubicBezTo>
                    <a:pt x="90" y="59"/>
                    <a:pt x="96" y="64"/>
                    <a:pt x="93" y="68"/>
                  </a:cubicBezTo>
                  <a:cubicBezTo>
                    <a:pt x="91" y="72"/>
                    <a:pt x="84" y="70"/>
                    <a:pt x="81" y="74"/>
                  </a:cubicBezTo>
                  <a:cubicBezTo>
                    <a:pt x="78" y="78"/>
                    <a:pt x="67" y="74"/>
                    <a:pt x="62" y="73"/>
                  </a:cubicBezTo>
                  <a:cubicBezTo>
                    <a:pt x="58" y="72"/>
                    <a:pt x="56" y="76"/>
                    <a:pt x="52" y="78"/>
                  </a:cubicBezTo>
                  <a:cubicBezTo>
                    <a:pt x="48" y="80"/>
                    <a:pt x="42" y="79"/>
                    <a:pt x="38" y="78"/>
                  </a:cubicBezTo>
                  <a:cubicBezTo>
                    <a:pt x="32" y="76"/>
                    <a:pt x="32" y="71"/>
                    <a:pt x="27" y="68"/>
                  </a:cubicBezTo>
                  <a:cubicBezTo>
                    <a:pt x="23" y="66"/>
                    <a:pt x="18" y="71"/>
                    <a:pt x="12" y="70"/>
                  </a:cubicBezTo>
                  <a:cubicBezTo>
                    <a:pt x="1" y="66"/>
                    <a:pt x="1" y="52"/>
                    <a:pt x="2" y="43"/>
                  </a:cubicBezTo>
                  <a:cubicBezTo>
                    <a:pt x="2" y="38"/>
                    <a:pt x="0" y="33"/>
                    <a:pt x="1" y="29"/>
                  </a:cubicBezTo>
                  <a:cubicBezTo>
                    <a:pt x="2" y="22"/>
                    <a:pt x="9" y="22"/>
                    <a:pt x="13" y="18"/>
                  </a:cubicBezTo>
                  <a:cubicBezTo>
                    <a:pt x="18" y="13"/>
                    <a:pt x="13" y="12"/>
                    <a:pt x="15" y="7"/>
                  </a:cubicBezTo>
                  <a:cubicBezTo>
                    <a:pt x="17" y="1"/>
                    <a:pt x="23" y="0"/>
                    <a:pt x="25" y="6"/>
                  </a:cubicBezTo>
                  <a:cubicBezTo>
                    <a:pt x="26" y="10"/>
                    <a:pt x="22" y="16"/>
                    <a:pt x="25" y="18"/>
                  </a:cubicBezTo>
                  <a:cubicBezTo>
                    <a:pt x="27" y="19"/>
                    <a:pt x="34" y="16"/>
                    <a:pt x="37" y="17"/>
                  </a:cubicBezTo>
                  <a:cubicBezTo>
                    <a:pt x="43" y="19"/>
                    <a:pt x="41" y="22"/>
                    <a:pt x="44" y="26"/>
                  </a:cubicBezTo>
                  <a:cubicBezTo>
                    <a:pt x="47" y="32"/>
                    <a:pt x="49" y="28"/>
                    <a:pt x="55" y="29"/>
                  </a:cubicBezTo>
                  <a:cubicBezTo>
                    <a:pt x="59" y="30"/>
                    <a:pt x="63" y="33"/>
                    <a:pt x="65" y="37"/>
                  </a:cubicBezTo>
                  <a:cubicBezTo>
                    <a:pt x="71" y="50"/>
                    <a:pt x="75" y="37"/>
                    <a:pt x="84" y="40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5" name="Freeform 514">
              <a:extLst>
                <a:ext uri="{FF2B5EF4-FFF2-40B4-BE49-F238E27FC236}">
                  <a16:creationId xmlns:a16="http://schemas.microsoft.com/office/drawing/2014/main" id="{C6F8CF89-8FF9-4F43-BD36-41C910C59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390"/>
              <a:ext cx="85" cy="102"/>
            </a:xfrm>
            <a:custGeom>
              <a:avLst/>
              <a:gdLst>
                <a:gd name="T0" fmla="*/ 82 w 25"/>
                <a:gd name="T1" fmla="*/ 200 h 28"/>
                <a:gd name="T2" fmla="*/ 313 w 25"/>
                <a:gd name="T3" fmla="*/ 1209 h 28"/>
                <a:gd name="T4" fmla="*/ 983 w 25"/>
                <a:gd name="T5" fmla="*/ 1301 h 28"/>
                <a:gd name="T6" fmla="*/ 751 w 25"/>
                <a:gd name="T7" fmla="*/ 1024 h 28"/>
                <a:gd name="T8" fmla="*/ 510 w 25"/>
                <a:gd name="T9" fmla="*/ 1024 h 28"/>
                <a:gd name="T10" fmla="*/ 313 w 25"/>
                <a:gd name="T11" fmla="*/ 386 h 28"/>
                <a:gd name="T12" fmla="*/ 0 w 25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8">
                  <a:moveTo>
                    <a:pt x="2" y="4"/>
                  </a:moveTo>
                  <a:cubicBezTo>
                    <a:pt x="2" y="11"/>
                    <a:pt x="2" y="20"/>
                    <a:pt x="8" y="25"/>
                  </a:cubicBezTo>
                  <a:cubicBezTo>
                    <a:pt x="13" y="28"/>
                    <a:pt x="22" y="23"/>
                    <a:pt x="25" y="27"/>
                  </a:cubicBezTo>
                  <a:cubicBezTo>
                    <a:pt x="24" y="25"/>
                    <a:pt x="22" y="21"/>
                    <a:pt x="19" y="21"/>
                  </a:cubicBezTo>
                  <a:cubicBezTo>
                    <a:pt x="17" y="20"/>
                    <a:pt x="15" y="21"/>
                    <a:pt x="13" y="21"/>
                  </a:cubicBezTo>
                  <a:cubicBezTo>
                    <a:pt x="6" y="18"/>
                    <a:pt x="11" y="12"/>
                    <a:pt x="8" y="8"/>
                  </a:cubicBezTo>
                  <a:cubicBezTo>
                    <a:pt x="6" y="4"/>
                    <a:pt x="1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6" name="Freeform 515">
              <a:extLst>
                <a:ext uri="{FF2B5EF4-FFF2-40B4-BE49-F238E27FC236}">
                  <a16:creationId xmlns:a16="http://schemas.microsoft.com/office/drawing/2014/main" id="{A01CE52A-209B-4858-9BC5-9DA07669D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485"/>
              <a:ext cx="107" cy="36"/>
            </a:xfrm>
            <a:custGeom>
              <a:avLst/>
              <a:gdLst>
                <a:gd name="T0" fmla="*/ 0 w 31"/>
                <a:gd name="T1" fmla="*/ 90 h 10"/>
                <a:gd name="T2" fmla="*/ 704 w 31"/>
                <a:gd name="T3" fmla="*/ 374 h 10"/>
                <a:gd name="T4" fmla="*/ 1274 w 31"/>
                <a:gd name="T5" fmla="*/ 180 h 10"/>
                <a:gd name="T6" fmla="*/ 787 w 31"/>
                <a:gd name="T7" fmla="*/ 50 h 10"/>
                <a:gd name="T8" fmla="*/ 0 w 31"/>
                <a:gd name="T9" fmla="*/ 9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">
                  <a:moveTo>
                    <a:pt x="0" y="2"/>
                  </a:moveTo>
                  <a:cubicBezTo>
                    <a:pt x="2" y="8"/>
                    <a:pt x="13" y="10"/>
                    <a:pt x="17" y="8"/>
                  </a:cubicBezTo>
                  <a:cubicBezTo>
                    <a:pt x="22" y="6"/>
                    <a:pt x="24" y="2"/>
                    <a:pt x="31" y="4"/>
                  </a:cubicBezTo>
                  <a:cubicBezTo>
                    <a:pt x="27" y="2"/>
                    <a:pt x="23" y="0"/>
                    <a:pt x="19" y="1"/>
                  </a:cubicBezTo>
                  <a:cubicBezTo>
                    <a:pt x="15" y="3"/>
                    <a:pt x="3" y="8"/>
                    <a:pt x="0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7" name="Freeform 516">
              <a:extLst>
                <a:ext uri="{FF2B5EF4-FFF2-40B4-BE49-F238E27FC236}">
                  <a16:creationId xmlns:a16="http://schemas.microsoft.com/office/drawing/2014/main" id="{DB223AB5-5EE4-4890-BAF5-AC8532FF6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423"/>
              <a:ext cx="72" cy="65"/>
            </a:xfrm>
            <a:custGeom>
              <a:avLst/>
              <a:gdLst>
                <a:gd name="T0" fmla="*/ 117 w 21"/>
                <a:gd name="T1" fmla="*/ 235 h 18"/>
                <a:gd name="T2" fmla="*/ 247 w 21"/>
                <a:gd name="T3" fmla="*/ 469 h 18"/>
                <a:gd name="T4" fmla="*/ 401 w 21"/>
                <a:gd name="T5" fmla="*/ 560 h 18"/>
                <a:gd name="T6" fmla="*/ 847 w 21"/>
                <a:gd name="T7" fmla="*/ 469 h 18"/>
                <a:gd name="T8" fmla="*/ 247 w 21"/>
                <a:gd name="T9" fmla="*/ 560 h 18"/>
                <a:gd name="T10" fmla="*/ 34 w 21"/>
                <a:gd name="T11" fmla="*/ 325 h 18"/>
                <a:gd name="T12" fmla="*/ 0 w 21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8">
                  <a:moveTo>
                    <a:pt x="3" y="5"/>
                  </a:moveTo>
                  <a:cubicBezTo>
                    <a:pt x="5" y="6"/>
                    <a:pt x="5" y="8"/>
                    <a:pt x="6" y="10"/>
                  </a:cubicBezTo>
                  <a:cubicBezTo>
                    <a:pt x="7" y="11"/>
                    <a:pt x="9" y="11"/>
                    <a:pt x="10" y="12"/>
                  </a:cubicBezTo>
                  <a:cubicBezTo>
                    <a:pt x="14" y="13"/>
                    <a:pt x="18" y="12"/>
                    <a:pt x="21" y="10"/>
                  </a:cubicBezTo>
                  <a:cubicBezTo>
                    <a:pt x="16" y="14"/>
                    <a:pt x="12" y="18"/>
                    <a:pt x="6" y="12"/>
                  </a:cubicBezTo>
                  <a:cubicBezTo>
                    <a:pt x="5" y="11"/>
                    <a:pt x="2" y="9"/>
                    <a:pt x="1" y="7"/>
                  </a:cubicBez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8" name="Freeform 517">
              <a:extLst>
                <a:ext uri="{FF2B5EF4-FFF2-40B4-BE49-F238E27FC236}">
                  <a16:creationId xmlns:a16="http://schemas.microsoft.com/office/drawing/2014/main" id="{64AAD1C1-BF0B-4A53-8315-9AB7B684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441"/>
              <a:ext cx="93" cy="73"/>
            </a:xfrm>
            <a:custGeom>
              <a:avLst/>
              <a:gdLst>
                <a:gd name="T0" fmla="*/ 34 w 27"/>
                <a:gd name="T1" fmla="*/ 825 h 20"/>
                <a:gd name="T2" fmla="*/ 451 w 27"/>
                <a:gd name="T3" fmla="*/ 825 h 20"/>
                <a:gd name="T4" fmla="*/ 617 w 27"/>
                <a:gd name="T5" fmla="*/ 734 h 20"/>
                <a:gd name="T6" fmla="*/ 772 w 27"/>
                <a:gd name="T7" fmla="*/ 679 h 20"/>
                <a:gd name="T8" fmla="*/ 985 w 27"/>
                <a:gd name="T9" fmla="*/ 0 h 20"/>
                <a:gd name="T10" fmla="*/ 820 w 27"/>
                <a:gd name="T11" fmla="*/ 201 h 20"/>
                <a:gd name="T12" fmla="*/ 568 w 27"/>
                <a:gd name="T13" fmla="*/ 438 h 20"/>
                <a:gd name="T14" fmla="*/ 331 w 27"/>
                <a:gd name="T15" fmla="*/ 628 h 20"/>
                <a:gd name="T16" fmla="*/ 0 w 27"/>
                <a:gd name="T17" fmla="*/ 825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0">
                  <a:moveTo>
                    <a:pt x="1" y="17"/>
                  </a:moveTo>
                  <a:cubicBezTo>
                    <a:pt x="5" y="17"/>
                    <a:pt x="8" y="20"/>
                    <a:pt x="11" y="17"/>
                  </a:cubicBezTo>
                  <a:cubicBezTo>
                    <a:pt x="13" y="17"/>
                    <a:pt x="13" y="15"/>
                    <a:pt x="15" y="15"/>
                  </a:cubicBezTo>
                  <a:cubicBezTo>
                    <a:pt x="16" y="14"/>
                    <a:pt x="18" y="14"/>
                    <a:pt x="19" y="14"/>
                  </a:cubicBezTo>
                  <a:cubicBezTo>
                    <a:pt x="27" y="12"/>
                    <a:pt x="22" y="6"/>
                    <a:pt x="24" y="0"/>
                  </a:cubicBezTo>
                  <a:cubicBezTo>
                    <a:pt x="22" y="1"/>
                    <a:pt x="21" y="2"/>
                    <a:pt x="20" y="4"/>
                  </a:cubicBezTo>
                  <a:cubicBezTo>
                    <a:pt x="18" y="7"/>
                    <a:pt x="18" y="8"/>
                    <a:pt x="14" y="9"/>
                  </a:cubicBezTo>
                  <a:cubicBezTo>
                    <a:pt x="10" y="10"/>
                    <a:pt x="10" y="11"/>
                    <a:pt x="8" y="13"/>
                  </a:cubicBezTo>
                  <a:cubicBezTo>
                    <a:pt x="6" y="16"/>
                    <a:pt x="3" y="17"/>
                    <a:pt x="0" y="1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9" name="Freeform 518">
              <a:extLst>
                <a:ext uri="{FF2B5EF4-FFF2-40B4-BE49-F238E27FC236}">
                  <a16:creationId xmlns:a16="http://schemas.microsoft.com/office/drawing/2014/main" id="{985EB6D7-09A4-4B6D-9D92-69DFE1A84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375"/>
              <a:ext cx="55" cy="66"/>
            </a:xfrm>
            <a:custGeom>
              <a:avLst/>
              <a:gdLst>
                <a:gd name="T0" fmla="*/ 450 w 16"/>
                <a:gd name="T1" fmla="*/ 55 h 18"/>
                <a:gd name="T2" fmla="*/ 533 w 16"/>
                <a:gd name="T3" fmla="*/ 590 h 18"/>
                <a:gd name="T4" fmla="*/ 0 w 16"/>
                <a:gd name="T5" fmla="*/ 887 h 18"/>
                <a:gd name="T6" fmla="*/ 402 w 16"/>
                <a:gd name="T7" fmla="*/ 348 h 18"/>
                <a:gd name="T8" fmla="*/ 368 w 16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11" y="1"/>
                  </a:moveTo>
                  <a:cubicBezTo>
                    <a:pt x="13" y="4"/>
                    <a:pt x="16" y="9"/>
                    <a:pt x="13" y="12"/>
                  </a:cubicBezTo>
                  <a:cubicBezTo>
                    <a:pt x="11" y="16"/>
                    <a:pt x="3" y="16"/>
                    <a:pt x="0" y="18"/>
                  </a:cubicBezTo>
                  <a:cubicBezTo>
                    <a:pt x="4" y="17"/>
                    <a:pt x="9" y="12"/>
                    <a:pt x="10" y="7"/>
                  </a:cubicBezTo>
                  <a:cubicBezTo>
                    <a:pt x="10" y="6"/>
                    <a:pt x="9" y="1"/>
                    <a:pt x="9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0" name="Freeform 519">
              <a:extLst>
                <a:ext uri="{FF2B5EF4-FFF2-40B4-BE49-F238E27FC236}">
                  <a16:creationId xmlns:a16="http://schemas.microsoft.com/office/drawing/2014/main" id="{7B2A760D-1AF9-4ABE-B482-C23BF1E7D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349"/>
              <a:ext cx="34" cy="26"/>
            </a:xfrm>
            <a:custGeom>
              <a:avLst/>
              <a:gdLst>
                <a:gd name="T0" fmla="*/ 0 w 10"/>
                <a:gd name="T1" fmla="*/ 0 h 7"/>
                <a:gd name="T2" fmla="*/ 313 w 10"/>
                <a:gd name="T3" fmla="*/ 56 h 7"/>
                <a:gd name="T4" fmla="*/ 394 w 10"/>
                <a:gd name="T5" fmla="*/ 305 h 7"/>
                <a:gd name="T6" fmla="*/ 197 w 10"/>
                <a:gd name="T7" fmla="*/ 305 h 7"/>
                <a:gd name="T8" fmla="*/ 0 w 10"/>
                <a:gd name="T9" fmla="*/ 9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2" y="0"/>
                    <a:pt x="6" y="0"/>
                    <a:pt x="8" y="1"/>
                  </a:cubicBezTo>
                  <a:cubicBezTo>
                    <a:pt x="9" y="2"/>
                    <a:pt x="10" y="4"/>
                    <a:pt x="10" y="6"/>
                  </a:cubicBezTo>
                  <a:cubicBezTo>
                    <a:pt x="9" y="4"/>
                    <a:pt x="6" y="7"/>
                    <a:pt x="5" y="6"/>
                  </a:cubicBezTo>
                  <a:cubicBezTo>
                    <a:pt x="3" y="5"/>
                    <a:pt x="3" y="2"/>
                    <a:pt x="0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1" name="Freeform 520">
              <a:extLst>
                <a:ext uri="{FF2B5EF4-FFF2-40B4-BE49-F238E27FC236}">
                  <a16:creationId xmlns:a16="http://schemas.microsoft.com/office/drawing/2014/main" id="{D24A01DA-471D-4A45-AEF8-FB9F8CD37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459"/>
              <a:ext cx="62" cy="26"/>
            </a:xfrm>
            <a:custGeom>
              <a:avLst/>
              <a:gdLst>
                <a:gd name="T0" fmla="*/ 0 w 18"/>
                <a:gd name="T1" fmla="*/ 0 h 7"/>
                <a:gd name="T2" fmla="*/ 286 w 18"/>
                <a:gd name="T3" fmla="*/ 360 h 7"/>
                <a:gd name="T4" fmla="*/ 737 w 18"/>
                <a:gd name="T5" fmla="*/ 305 h 7"/>
                <a:gd name="T6" fmla="*/ 451 w 18"/>
                <a:gd name="T7" fmla="*/ 97 h 7"/>
                <a:gd name="T8" fmla="*/ 248 w 18"/>
                <a:gd name="T9" fmla="*/ 208 h 7"/>
                <a:gd name="T10" fmla="*/ 34 w 18"/>
                <a:gd name="T11" fmla="*/ 5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1" y="4"/>
                    <a:pt x="3" y="6"/>
                    <a:pt x="7" y="7"/>
                  </a:cubicBezTo>
                  <a:cubicBezTo>
                    <a:pt x="11" y="7"/>
                    <a:pt x="14" y="5"/>
                    <a:pt x="18" y="6"/>
                  </a:cubicBezTo>
                  <a:cubicBezTo>
                    <a:pt x="15" y="5"/>
                    <a:pt x="14" y="2"/>
                    <a:pt x="11" y="2"/>
                  </a:cubicBezTo>
                  <a:cubicBezTo>
                    <a:pt x="9" y="3"/>
                    <a:pt x="9" y="5"/>
                    <a:pt x="6" y="4"/>
                  </a:cubicBezTo>
                  <a:cubicBezTo>
                    <a:pt x="4" y="3"/>
                    <a:pt x="3" y="2"/>
                    <a:pt x="1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2" name="Freeform 521">
              <a:extLst>
                <a:ext uri="{FF2B5EF4-FFF2-40B4-BE49-F238E27FC236}">
                  <a16:creationId xmlns:a16="http://schemas.microsoft.com/office/drawing/2014/main" id="{CB5CA666-55B1-4DC1-8FB3-B2F9AB808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444"/>
              <a:ext cx="52" cy="63"/>
            </a:xfrm>
            <a:custGeom>
              <a:avLst/>
              <a:gdLst>
                <a:gd name="T0" fmla="*/ 0 w 15"/>
                <a:gd name="T1" fmla="*/ 863 h 17"/>
                <a:gd name="T2" fmla="*/ 506 w 15"/>
                <a:gd name="T3" fmla="*/ 563 h 17"/>
                <a:gd name="T4" fmla="*/ 589 w 15"/>
                <a:gd name="T5" fmla="*/ 0 h 17"/>
                <a:gd name="T6" fmla="*/ 458 w 15"/>
                <a:gd name="T7" fmla="*/ 356 h 17"/>
                <a:gd name="T8" fmla="*/ 253 w 15"/>
                <a:gd name="T9" fmla="*/ 563 h 17"/>
                <a:gd name="T10" fmla="*/ 83 w 15"/>
                <a:gd name="T11" fmla="*/ 660 h 17"/>
                <a:gd name="T12" fmla="*/ 35 w 15"/>
                <a:gd name="T13" fmla="*/ 8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3" y="12"/>
                    <a:pt x="8" y="14"/>
                    <a:pt x="12" y="11"/>
                  </a:cubicBezTo>
                  <a:cubicBezTo>
                    <a:pt x="15" y="8"/>
                    <a:pt x="13" y="3"/>
                    <a:pt x="14" y="0"/>
                  </a:cubicBezTo>
                  <a:cubicBezTo>
                    <a:pt x="9" y="1"/>
                    <a:pt x="12" y="4"/>
                    <a:pt x="11" y="7"/>
                  </a:cubicBezTo>
                  <a:cubicBezTo>
                    <a:pt x="10" y="9"/>
                    <a:pt x="8" y="9"/>
                    <a:pt x="6" y="11"/>
                  </a:cubicBezTo>
                  <a:cubicBezTo>
                    <a:pt x="5" y="11"/>
                    <a:pt x="3" y="12"/>
                    <a:pt x="2" y="13"/>
                  </a:cubicBezTo>
                  <a:cubicBezTo>
                    <a:pt x="2" y="14"/>
                    <a:pt x="2" y="15"/>
                    <a:pt x="1" y="16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3" name="Freeform 522">
              <a:extLst>
                <a:ext uri="{FF2B5EF4-FFF2-40B4-BE49-F238E27FC236}">
                  <a16:creationId xmlns:a16="http://schemas.microsoft.com/office/drawing/2014/main" id="{0044BD2F-CC16-4FED-AE0B-BF2F67DB9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386"/>
              <a:ext cx="17" cy="44"/>
            </a:xfrm>
            <a:custGeom>
              <a:avLst/>
              <a:gdLst>
                <a:gd name="T0" fmla="*/ 116 w 5"/>
                <a:gd name="T1" fmla="*/ 55 h 12"/>
                <a:gd name="T2" fmla="*/ 197 w 5"/>
                <a:gd name="T3" fmla="*/ 348 h 12"/>
                <a:gd name="T4" fmla="*/ 0 w 5"/>
                <a:gd name="T5" fmla="*/ 590 h 12"/>
                <a:gd name="T6" fmla="*/ 116 w 5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2">
                  <a:moveTo>
                    <a:pt x="3" y="1"/>
                  </a:moveTo>
                  <a:cubicBezTo>
                    <a:pt x="3" y="3"/>
                    <a:pt x="5" y="5"/>
                    <a:pt x="5" y="7"/>
                  </a:cubicBezTo>
                  <a:cubicBezTo>
                    <a:pt x="4" y="9"/>
                    <a:pt x="2" y="11"/>
                    <a:pt x="0" y="12"/>
                  </a:cubicBezTo>
                  <a:cubicBezTo>
                    <a:pt x="4" y="9"/>
                    <a:pt x="3" y="4"/>
                    <a:pt x="3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4" name="Freeform 523">
              <a:extLst>
                <a:ext uri="{FF2B5EF4-FFF2-40B4-BE49-F238E27FC236}">
                  <a16:creationId xmlns:a16="http://schemas.microsoft.com/office/drawing/2014/main" id="{394969D6-5C57-444C-82DB-CF18153A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496"/>
              <a:ext cx="65" cy="22"/>
            </a:xfrm>
            <a:custGeom>
              <a:avLst/>
              <a:gdLst>
                <a:gd name="T0" fmla="*/ 164 w 19"/>
                <a:gd name="T1" fmla="*/ 297 h 6"/>
                <a:gd name="T2" fmla="*/ 759 w 19"/>
                <a:gd name="T3" fmla="*/ 95 h 6"/>
                <a:gd name="T4" fmla="*/ 397 w 19"/>
                <a:gd name="T5" fmla="*/ 55 h 6"/>
                <a:gd name="T6" fmla="*/ 198 w 19"/>
                <a:gd name="T7" fmla="*/ 242 h 6"/>
                <a:gd name="T8" fmla="*/ 0 w 19"/>
                <a:gd name="T9" fmla="*/ 29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">
                  <a:moveTo>
                    <a:pt x="4" y="6"/>
                  </a:moveTo>
                  <a:cubicBezTo>
                    <a:pt x="9" y="4"/>
                    <a:pt x="13" y="0"/>
                    <a:pt x="19" y="2"/>
                  </a:cubicBezTo>
                  <a:cubicBezTo>
                    <a:pt x="17" y="0"/>
                    <a:pt x="13" y="0"/>
                    <a:pt x="10" y="1"/>
                  </a:cubicBezTo>
                  <a:cubicBezTo>
                    <a:pt x="8" y="2"/>
                    <a:pt x="7" y="4"/>
                    <a:pt x="5" y="5"/>
                  </a:cubicBezTo>
                  <a:cubicBezTo>
                    <a:pt x="3" y="6"/>
                    <a:pt x="2" y="5"/>
                    <a:pt x="0" y="6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5" name="Freeform 524">
              <a:extLst>
                <a:ext uri="{FF2B5EF4-FFF2-40B4-BE49-F238E27FC236}">
                  <a16:creationId xmlns:a16="http://schemas.microsoft.com/office/drawing/2014/main" id="{899CEC14-D773-4FE0-AFD9-EE30E523C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386"/>
              <a:ext cx="92" cy="29"/>
            </a:xfrm>
            <a:custGeom>
              <a:avLst/>
              <a:gdLst>
                <a:gd name="T0" fmla="*/ 34 w 27"/>
                <a:gd name="T1" fmla="*/ 91 h 8"/>
                <a:gd name="T2" fmla="*/ 593 w 27"/>
                <a:gd name="T3" fmla="*/ 91 h 8"/>
                <a:gd name="T4" fmla="*/ 1067 w 27"/>
                <a:gd name="T5" fmla="*/ 0 h 8"/>
                <a:gd name="T6" fmla="*/ 593 w 27"/>
                <a:gd name="T7" fmla="*/ 290 h 8"/>
                <a:gd name="T8" fmla="*/ 232 w 27"/>
                <a:gd name="T9" fmla="*/ 330 h 8"/>
                <a:gd name="T10" fmla="*/ 0 w 27"/>
                <a:gd name="T11" fmla="*/ 14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8">
                  <a:moveTo>
                    <a:pt x="1" y="2"/>
                  </a:moveTo>
                  <a:cubicBezTo>
                    <a:pt x="5" y="7"/>
                    <a:pt x="10" y="4"/>
                    <a:pt x="15" y="2"/>
                  </a:cubicBezTo>
                  <a:cubicBezTo>
                    <a:pt x="18" y="2"/>
                    <a:pt x="26" y="3"/>
                    <a:pt x="27" y="0"/>
                  </a:cubicBezTo>
                  <a:cubicBezTo>
                    <a:pt x="26" y="5"/>
                    <a:pt x="19" y="4"/>
                    <a:pt x="15" y="6"/>
                  </a:cubicBezTo>
                  <a:cubicBezTo>
                    <a:pt x="11" y="7"/>
                    <a:pt x="10" y="8"/>
                    <a:pt x="6" y="7"/>
                  </a:cubicBezTo>
                  <a:cubicBezTo>
                    <a:pt x="3" y="6"/>
                    <a:pt x="3" y="4"/>
                    <a:pt x="0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6" name="Freeform 525">
              <a:extLst>
                <a:ext uri="{FF2B5EF4-FFF2-40B4-BE49-F238E27FC236}">
                  <a16:creationId xmlns:a16="http://schemas.microsoft.com/office/drawing/2014/main" id="{C1BE491D-10F8-4AF1-8FA9-638C855DA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294"/>
              <a:ext cx="65" cy="37"/>
            </a:xfrm>
            <a:custGeom>
              <a:avLst/>
              <a:gdLst>
                <a:gd name="T0" fmla="*/ 0 w 19"/>
                <a:gd name="T1" fmla="*/ 207 h 10"/>
                <a:gd name="T2" fmla="*/ 759 w 19"/>
                <a:gd name="T3" fmla="*/ 507 h 10"/>
                <a:gd name="T4" fmla="*/ 517 w 19"/>
                <a:gd name="T5" fmla="*/ 355 h 10"/>
                <a:gd name="T6" fmla="*/ 445 w 19"/>
                <a:gd name="T7" fmla="*/ 411 h 10"/>
                <a:gd name="T8" fmla="*/ 246 w 19"/>
                <a:gd name="T9" fmla="*/ 35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4"/>
                  </a:moveTo>
                  <a:cubicBezTo>
                    <a:pt x="6" y="9"/>
                    <a:pt x="17" y="0"/>
                    <a:pt x="19" y="10"/>
                  </a:cubicBezTo>
                  <a:cubicBezTo>
                    <a:pt x="18" y="8"/>
                    <a:pt x="15" y="7"/>
                    <a:pt x="13" y="7"/>
                  </a:cubicBezTo>
                  <a:cubicBezTo>
                    <a:pt x="12" y="7"/>
                    <a:pt x="11" y="8"/>
                    <a:pt x="11" y="8"/>
                  </a:cubicBezTo>
                  <a:cubicBezTo>
                    <a:pt x="9" y="8"/>
                    <a:pt x="8" y="7"/>
                    <a:pt x="6" y="7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7" name="Freeform 526">
              <a:extLst>
                <a:ext uri="{FF2B5EF4-FFF2-40B4-BE49-F238E27FC236}">
                  <a16:creationId xmlns:a16="http://schemas.microsoft.com/office/drawing/2014/main" id="{A2F7E37E-ED0A-4AF1-B823-55E69A08A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316"/>
              <a:ext cx="45" cy="55"/>
            </a:xfrm>
            <a:custGeom>
              <a:avLst/>
              <a:gdLst>
                <a:gd name="T0" fmla="*/ 540 w 13"/>
                <a:gd name="T1" fmla="*/ 0 h 15"/>
                <a:gd name="T2" fmla="*/ 204 w 13"/>
                <a:gd name="T3" fmla="*/ 741 h 15"/>
                <a:gd name="T4" fmla="*/ 287 w 13"/>
                <a:gd name="T5" fmla="*/ 297 h 15"/>
                <a:gd name="T6" fmla="*/ 502 w 13"/>
                <a:gd name="T7" fmla="*/ 55 h 15"/>
                <a:gd name="T8" fmla="*/ 502 w 13"/>
                <a:gd name="T9" fmla="*/ 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7" y="3"/>
                    <a:pt x="0" y="6"/>
                    <a:pt x="5" y="15"/>
                  </a:cubicBezTo>
                  <a:cubicBezTo>
                    <a:pt x="5" y="12"/>
                    <a:pt x="5" y="9"/>
                    <a:pt x="7" y="6"/>
                  </a:cubicBezTo>
                  <a:cubicBezTo>
                    <a:pt x="8" y="3"/>
                    <a:pt x="10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8" name="Freeform 527">
              <a:extLst>
                <a:ext uri="{FF2B5EF4-FFF2-40B4-BE49-F238E27FC236}">
                  <a16:creationId xmlns:a16="http://schemas.microsoft.com/office/drawing/2014/main" id="{857CEA2F-FC08-4695-8D57-A2BC79577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240"/>
              <a:ext cx="356" cy="292"/>
            </a:xfrm>
            <a:custGeom>
              <a:avLst/>
              <a:gdLst>
                <a:gd name="T0" fmla="*/ 3375 w 104"/>
                <a:gd name="T1" fmla="*/ 1945 h 80"/>
                <a:gd name="T2" fmla="*/ 4091 w 104"/>
                <a:gd name="T3" fmla="*/ 2000 h 80"/>
                <a:gd name="T4" fmla="*/ 4091 w 104"/>
                <a:gd name="T5" fmla="*/ 2478 h 80"/>
                <a:gd name="T6" fmla="*/ 3772 w 104"/>
                <a:gd name="T7" fmla="*/ 2679 h 80"/>
                <a:gd name="T8" fmla="*/ 3728 w 104"/>
                <a:gd name="T9" fmla="*/ 3303 h 80"/>
                <a:gd name="T10" fmla="*/ 3245 w 104"/>
                <a:gd name="T11" fmla="*/ 3599 h 80"/>
                <a:gd name="T12" fmla="*/ 2485 w 104"/>
                <a:gd name="T13" fmla="*/ 3544 h 80"/>
                <a:gd name="T14" fmla="*/ 2085 w 104"/>
                <a:gd name="T15" fmla="*/ 3796 h 80"/>
                <a:gd name="T16" fmla="*/ 1523 w 104"/>
                <a:gd name="T17" fmla="*/ 3796 h 80"/>
                <a:gd name="T18" fmla="*/ 1078 w 104"/>
                <a:gd name="T19" fmla="*/ 3303 h 80"/>
                <a:gd name="T20" fmla="*/ 479 w 104"/>
                <a:gd name="T21" fmla="*/ 3409 h 80"/>
                <a:gd name="T22" fmla="*/ 82 w 104"/>
                <a:gd name="T23" fmla="*/ 2091 h 80"/>
                <a:gd name="T24" fmla="*/ 34 w 104"/>
                <a:gd name="T25" fmla="*/ 1413 h 80"/>
                <a:gd name="T26" fmla="*/ 527 w 104"/>
                <a:gd name="T27" fmla="*/ 880 h 80"/>
                <a:gd name="T28" fmla="*/ 599 w 104"/>
                <a:gd name="T29" fmla="*/ 347 h 80"/>
                <a:gd name="T30" fmla="*/ 1006 w 104"/>
                <a:gd name="T31" fmla="*/ 292 h 80"/>
                <a:gd name="T32" fmla="*/ 1006 w 104"/>
                <a:gd name="T33" fmla="*/ 880 h 80"/>
                <a:gd name="T34" fmla="*/ 1489 w 104"/>
                <a:gd name="T35" fmla="*/ 825 h 80"/>
                <a:gd name="T36" fmla="*/ 1770 w 104"/>
                <a:gd name="T37" fmla="*/ 1267 h 80"/>
                <a:gd name="T38" fmla="*/ 2204 w 104"/>
                <a:gd name="T39" fmla="*/ 1413 h 80"/>
                <a:gd name="T40" fmla="*/ 2612 w 104"/>
                <a:gd name="T41" fmla="*/ 1799 h 80"/>
                <a:gd name="T42" fmla="*/ 3375 w 104"/>
                <a:gd name="T43" fmla="*/ 1945 h 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4" h="80">
                  <a:moveTo>
                    <a:pt x="84" y="40"/>
                  </a:moveTo>
                  <a:cubicBezTo>
                    <a:pt x="91" y="43"/>
                    <a:pt x="97" y="29"/>
                    <a:pt x="102" y="41"/>
                  </a:cubicBezTo>
                  <a:cubicBezTo>
                    <a:pt x="103" y="44"/>
                    <a:pt x="104" y="49"/>
                    <a:pt x="102" y="51"/>
                  </a:cubicBezTo>
                  <a:cubicBezTo>
                    <a:pt x="100" y="54"/>
                    <a:pt x="95" y="53"/>
                    <a:pt x="94" y="55"/>
                  </a:cubicBezTo>
                  <a:cubicBezTo>
                    <a:pt x="90" y="59"/>
                    <a:pt x="96" y="64"/>
                    <a:pt x="93" y="68"/>
                  </a:cubicBezTo>
                  <a:cubicBezTo>
                    <a:pt x="91" y="72"/>
                    <a:pt x="84" y="70"/>
                    <a:pt x="81" y="74"/>
                  </a:cubicBezTo>
                  <a:cubicBezTo>
                    <a:pt x="78" y="78"/>
                    <a:pt x="67" y="74"/>
                    <a:pt x="62" y="73"/>
                  </a:cubicBezTo>
                  <a:cubicBezTo>
                    <a:pt x="58" y="72"/>
                    <a:pt x="56" y="76"/>
                    <a:pt x="52" y="78"/>
                  </a:cubicBezTo>
                  <a:cubicBezTo>
                    <a:pt x="48" y="80"/>
                    <a:pt x="42" y="79"/>
                    <a:pt x="38" y="78"/>
                  </a:cubicBezTo>
                  <a:cubicBezTo>
                    <a:pt x="32" y="76"/>
                    <a:pt x="32" y="71"/>
                    <a:pt x="27" y="68"/>
                  </a:cubicBezTo>
                  <a:cubicBezTo>
                    <a:pt x="23" y="66"/>
                    <a:pt x="18" y="71"/>
                    <a:pt x="12" y="70"/>
                  </a:cubicBezTo>
                  <a:cubicBezTo>
                    <a:pt x="1" y="66"/>
                    <a:pt x="1" y="52"/>
                    <a:pt x="2" y="43"/>
                  </a:cubicBezTo>
                  <a:cubicBezTo>
                    <a:pt x="2" y="38"/>
                    <a:pt x="0" y="33"/>
                    <a:pt x="1" y="29"/>
                  </a:cubicBezTo>
                  <a:cubicBezTo>
                    <a:pt x="2" y="22"/>
                    <a:pt x="9" y="22"/>
                    <a:pt x="13" y="18"/>
                  </a:cubicBezTo>
                  <a:cubicBezTo>
                    <a:pt x="18" y="13"/>
                    <a:pt x="13" y="12"/>
                    <a:pt x="15" y="7"/>
                  </a:cubicBezTo>
                  <a:cubicBezTo>
                    <a:pt x="17" y="1"/>
                    <a:pt x="23" y="0"/>
                    <a:pt x="25" y="6"/>
                  </a:cubicBezTo>
                  <a:cubicBezTo>
                    <a:pt x="26" y="10"/>
                    <a:pt x="22" y="16"/>
                    <a:pt x="25" y="18"/>
                  </a:cubicBezTo>
                  <a:cubicBezTo>
                    <a:pt x="27" y="19"/>
                    <a:pt x="34" y="16"/>
                    <a:pt x="37" y="17"/>
                  </a:cubicBezTo>
                  <a:cubicBezTo>
                    <a:pt x="43" y="19"/>
                    <a:pt x="41" y="22"/>
                    <a:pt x="44" y="26"/>
                  </a:cubicBezTo>
                  <a:cubicBezTo>
                    <a:pt x="47" y="32"/>
                    <a:pt x="49" y="28"/>
                    <a:pt x="55" y="29"/>
                  </a:cubicBezTo>
                  <a:cubicBezTo>
                    <a:pt x="59" y="30"/>
                    <a:pt x="63" y="33"/>
                    <a:pt x="65" y="37"/>
                  </a:cubicBezTo>
                  <a:cubicBezTo>
                    <a:pt x="71" y="50"/>
                    <a:pt x="75" y="37"/>
                    <a:pt x="84" y="4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9" name="Freeform 528">
              <a:extLst>
                <a:ext uri="{FF2B5EF4-FFF2-40B4-BE49-F238E27FC236}">
                  <a16:creationId xmlns:a16="http://schemas.microsoft.com/office/drawing/2014/main" id="{050EABDD-496A-4CE9-B333-FF9245EFD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463"/>
              <a:ext cx="44" cy="40"/>
            </a:xfrm>
            <a:custGeom>
              <a:avLst/>
              <a:gdLst>
                <a:gd name="T0" fmla="*/ 504 w 13"/>
                <a:gd name="T1" fmla="*/ 527 h 11"/>
                <a:gd name="T2" fmla="*/ 0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11"/>
                  </a:moveTo>
                  <a:cubicBezTo>
                    <a:pt x="12" y="7"/>
                    <a:pt x="4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0" name="Freeform 529">
              <a:extLst>
                <a:ext uri="{FF2B5EF4-FFF2-40B4-BE49-F238E27FC236}">
                  <a16:creationId xmlns:a16="http://schemas.microsoft.com/office/drawing/2014/main" id="{13B20927-60D3-4A94-AC52-B7713BCA6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346"/>
              <a:ext cx="24" cy="25"/>
            </a:xfrm>
            <a:custGeom>
              <a:avLst/>
              <a:gdLst>
                <a:gd name="T0" fmla="*/ 281 w 7"/>
                <a:gd name="T1" fmla="*/ 318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4" y="6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1" name="Freeform 530">
              <a:extLst>
                <a:ext uri="{FF2B5EF4-FFF2-40B4-BE49-F238E27FC236}">
                  <a16:creationId xmlns:a16="http://schemas.microsoft.com/office/drawing/2014/main" id="{4C02548F-3F0A-4603-A2E9-C390C2C75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19"/>
              <a:ext cx="82" cy="47"/>
            </a:xfrm>
            <a:custGeom>
              <a:avLst/>
              <a:gdLst>
                <a:gd name="T0" fmla="*/ 957 w 24"/>
                <a:gd name="T1" fmla="*/ 430 h 13"/>
                <a:gd name="T2" fmla="*/ 362 w 24"/>
                <a:gd name="T3" fmla="*/ 470 h 13"/>
                <a:gd name="T4" fmla="*/ 164 w 24"/>
                <a:gd name="T5" fmla="*/ 184 h 13"/>
                <a:gd name="T6" fmla="*/ 0 w 24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3">
                  <a:moveTo>
                    <a:pt x="24" y="9"/>
                  </a:moveTo>
                  <a:cubicBezTo>
                    <a:pt x="19" y="13"/>
                    <a:pt x="14" y="13"/>
                    <a:pt x="9" y="10"/>
                  </a:cubicBezTo>
                  <a:cubicBezTo>
                    <a:pt x="6" y="8"/>
                    <a:pt x="5" y="7"/>
                    <a:pt x="4" y="4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2" name="Freeform 531">
              <a:extLst>
                <a:ext uri="{FF2B5EF4-FFF2-40B4-BE49-F238E27FC236}">
                  <a16:creationId xmlns:a16="http://schemas.microsoft.com/office/drawing/2014/main" id="{0ACB3564-A021-43FF-AE48-1F93FBB94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441"/>
              <a:ext cx="20" cy="14"/>
            </a:xfrm>
            <a:custGeom>
              <a:avLst/>
              <a:gdLst>
                <a:gd name="T0" fmla="*/ 223 w 6"/>
                <a:gd name="T1" fmla="*/ 0 h 4"/>
                <a:gd name="T2" fmla="*/ 0 w 6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4" y="0"/>
                    <a:pt x="1" y="2"/>
                    <a:pt x="0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3" name="Freeform 532">
              <a:extLst>
                <a:ext uri="{FF2B5EF4-FFF2-40B4-BE49-F238E27FC236}">
                  <a16:creationId xmlns:a16="http://schemas.microsoft.com/office/drawing/2014/main" id="{7CE43F92-9F08-497C-A66B-5945B3A86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15"/>
              <a:ext cx="13" cy="18"/>
            </a:xfrm>
            <a:custGeom>
              <a:avLst/>
              <a:gdLst>
                <a:gd name="T0" fmla="*/ 0 w 4"/>
                <a:gd name="T1" fmla="*/ 144 h 5"/>
                <a:gd name="T2" fmla="*/ 137 w 4"/>
                <a:gd name="T3" fmla="*/ 0 h 5"/>
                <a:gd name="T4" fmla="*/ 33 w 4"/>
                <a:gd name="T5" fmla="*/ 2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2"/>
                    <a:pt x="2" y="3"/>
                    <a:pt x="1" y="5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4" name="Freeform 533">
              <a:extLst>
                <a:ext uri="{FF2B5EF4-FFF2-40B4-BE49-F238E27FC236}">
                  <a16:creationId xmlns:a16="http://schemas.microsoft.com/office/drawing/2014/main" id="{EF723F07-AA31-4170-946C-1C7A33568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452"/>
              <a:ext cx="7" cy="7"/>
            </a:xfrm>
            <a:custGeom>
              <a:avLst/>
              <a:gdLst>
                <a:gd name="T0" fmla="*/ 0 w 2"/>
                <a:gd name="T1" fmla="*/ 0 h 2"/>
                <a:gd name="T2" fmla="*/ 88 w 2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5" name="Freeform 534">
              <a:extLst>
                <a:ext uri="{FF2B5EF4-FFF2-40B4-BE49-F238E27FC236}">
                  <a16:creationId xmlns:a16="http://schemas.microsoft.com/office/drawing/2014/main" id="{8D6B65E4-798D-4CE0-B9DD-A60D1E7C4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360"/>
              <a:ext cx="20" cy="26"/>
            </a:xfrm>
            <a:custGeom>
              <a:avLst/>
              <a:gdLst>
                <a:gd name="T0" fmla="*/ 223 w 6"/>
                <a:gd name="T1" fmla="*/ 152 h 7"/>
                <a:gd name="T2" fmla="*/ 19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3" y="7"/>
                    <a:pt x="0" y="3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6" name="Freeform 535">
              <a:extLst>
                <a:ext uri="{FF2B5EF4-FFF2-40B4-BE49-F238E27FC236}">
                  <a16:creationId xmlns:a16="http://schemas.microsoft.com/office/drawing/2014/main" id="{11AE755B-3205-4805-A2F5-A36FCBF8B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452"/>
              <a:ext cx="10" cy="14"/>
            </a:xfrm>
            <a:custGeom>
              <a:avLst/>
              <a:gdLst>
                <a:gd name="T0" fmla="*/ 0 w 3"/>
                <a:gd name="T1" fmla="*/ 172 h 4"/>
                <a:gd name="T2" fmla="*/ 77 w 3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0"/>
                    <a:pt x="3" y="4"/>
                    <a:pt x="2" y="4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7" name="Freeform 536">
              <a:extLst>
                <a:ext uri="{FF2B5EF4-FFF2-40B4-BE49-F238E27FC236}">
                  <a16:creationId xmlns:a16="http://schemas.microsoft.com/office/drawing/2014/main" id="{D179DD12-A7E0-420D-BF62-48187E715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126"/>
              <a:ext cx="216" cy="340"/>
            </a:xfrm>
            <a:custGeom>
              <a:avLst/>
              <a:gdLst>
                <a:gd name="T0" fmla="*/ 1327 w 63"/>
                <a:gd name="T1" fmla="*/ 881 h 93"/>
                <a:gd name="T2" fmla="*/ 1810 w 63"/>
                <a:gd name="T3" fmla="*/ 775 h 93"/>
                <a:gd name="T4" fmla="*/ 2421 w 63"/>
                <a:gd name="T5" fmla="*/ 830 h 93"/>
                <a:gd name="T6" fmla="*/ 2421 w 63"/>
                <a:gd name="T7" fmla="*/ 1565 h 93"/>
                <a:gd name="T8" fmla="*/ 2222 w 63"/>
                <a:gd name="T9" fmla="*/ 1952 h 93"/>
                <a:gd name="T10" fmla="*/ 2222 w 63"/>
                <a:gd name="T11" fmla="*/ 2592 h 93"/>
                <a:gd name="T12" fmla="*/ 1941 w 63"/>
                <a:gd name="T13" fmla="*/ 3126 h 93"/>
                <a:gd name="T14" fmla="*/ 1694 w 63"/>
                <a:gd name="T15" fmla="*/ 3623 h 93"/>
                <a:gd name="T16" fmla="*/ 1529 w 63"/>
                <a:gd name="T17" fmla="*/ 4343 h 93"/>
                <a:gd name="T18" fmla="*/ 1094 w 63"/>
                <a:gd name="T19" fmla="*/ 4343 h 93"/>
                <a:gd name="T20" fmla="*/ 682 w 63"/>
                <a:gd name="T21" fmla="*/ 3905 h 93"/>
                <a:gd name="T22" fmla="*/ 363 w 63"/>
                <a:gd name="T23" fmla="*/ 3769 h 93"/>
                <a:gd name="T24" fmla="*/ 401 w 63"/>
                <a:gd name="T25" fmla="*/ 3367 h 93"/>
                <a:gd name="T26" fmla="*/ 247 w 63"/>
                <a:gd name="T27" fmla="*/ 3221 h 93"/>
                <a:gd name="T28" fmla="*/ 199 w 63"/>
                <a:gd name="T29" fmla="*/ 2592 h 93"/>
                <a:gd name="T30" fmla="*/ 34 w 63"/>
                <a:gd name="T31" fmla="*/ 2340 h 93"/>
                <a:gd name="T32" fmla="*/ 82 w 63"/>
                <a:gd name="T33" fmla="*/ 1806 h 93"/>
                <a:gd name="T34" fmla="*/ 363 w 63"/>
                <a:gd name="T35" fmla="*/ 1323 h 93"/>
                <a:gd name="T36" fmla="*/ 446 w 63"/>
                <a:gd name="T37" fmla="*/ 388 h 93"/>
                <a:gd name="T38" fmla="*/ 963 w 63"/>
                <a:gd name="T39" fmla="*/ 442 h 93"/>
                <a:gd name="T40" fmla="*/ 1046 w 63"/>
                <a:gd name="T41" fmla="*/ 830 h 93"/>
                <a:gd name="T42" fmla="*/ 1327 w 63"/>
                <a:gd name="T43" fmla="*/ 881 h 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3" h="93">
                  <a:moveTo>
                    <a:pt x="33" y="18"/>
                  </a:moveTo>
                  <a:cubicBezTo>
                    <a:pt x="40" y="23"/>
                    <a:pt x="39" y="23"/>
                    <a:pt x="45" y="16"/>
                  </a:cubicBezTo>
                  <a:cubicBezTo>
                    <a:pt x="50" y="10"/>
                    <a:pt x="56" y="10"/>
                    <a:pt x="60" y="17"/>
                  </a:cubicBezTo>
                  <a:cubicBezTo>
                    <a:pt x="63" y="21"/>
                    <a:pt x="63" y="27"/>
                    <a:pt x="60" y="32"/>
                  </a:cubicBezTo>
                  <a:cubicBezTo>
                    <a:pt x="56" y="36"/>
                    <a:pt x="52" y="33"/>
                    <a:pt x="55" y="40"/>
                  </a:cubicBezTo>
                  <a:cubicBezTo>
                    <a:pt x="57" y="45"/>
                    <a:pt x="60" y="48"/>
                    <a:pt x="55" y="53"/>
                  </a:cubicBezTo>
                  <a:cubicBezTo>
                    <a:pt x="51" y="58"/>
                    <a:pt x="49" y="54"/>
                    <a:pt x="48" y="64"/>
                  </a:cubicBezTo>
                  <a:cubicBezTo>
                    <a:pt x="47" y="73"/>
                    <a:pt x="47" y="70"/>
                    <a:pt x="42" y="74"/>
                  </a:cubicBezTo>
                  <a:cubicBezTo>
                    <a:pt x="37" y="78"/>
                    <a:pt x="41" y="83"/>
                    <a:pt x="38" y="89"/>
                  </a:cubicBezTo>
                  <a:cubicBezTo>
                    <a:pt x="36" y="93"/>
                    <a:pt x="29" y="92"/>
                    <a:pt x="27" y="89"/>
                  </a:cubicBezTo>
                  <a:cubicBezTo>
                    <a:pt x="23" y="86"/>
                    <a:pt x="23" y="80"/>
                    <a:pt x="17" y="80"/>
                  </a:cubicBezTo>
                  <a:cubicBezTo>
                    <a:pt x="14" y="79"/>
                    <a:pt x="10" y="83"/>
                    <a:pt x="9" y="77"/>
                  </a:cubicBezTo>
                  <a:cubicBezTo>
                    <a:pt x="9" y="74"/>
                    <a:pt x="11" y="72"/>
                    <a:pt x="10" y="69"/>
                  </a:cubicBezTo>
                  <a:cubicBezTo>
                    <a:pt x="10" y="64"/>
                    <a:pt x="8" y="68"/>
                    <a:pt x="6" y="66"/>
                  </a:cubicBezTo>
                  <a:cubicBezTo>
                    <a:pt x="3" y="61"/>
                    <a:pt x="7" y="59"/>
                    <a:pt x="5" y="53"/>
                  </a:cubicBezTo>
                  <a:cubicBezTo>
                    <a:pt x="4" y="50"/>
                    <a:pt x="2" y="50"/>
                    <a:pt x="1" y="48"/>
                  </a:cubicBezTo>
                  <a:cubicBezTo>
                    <a:pt x="0" y="45"/>
                    <a:pt x="1" y="40"/>
                    <a:pt x="2" y="37"/>
                  </a:cubicBezTo>
                  <a:cubicBezTo>
                    <a:pt x="3" y="31"/>
                    <a:pt x="7" y="32"/>
                    <a:pt x="9" y="27"/>
                  </a:cubicBezTo>
                  <a:cubicBezTo>
                    <a:pt x="11" y="22"/>
                    <a:pt x="9" y="14"/>
                    <a:pt x="11" y="8"/>
                  </a:cubicBezTo>
                  <a:cubicBezTo>
                    <a:pt x="14" y="0"/>
                    <a:pt x="21" y="1"/>
                    <a:pt x="24" y="9"/>
                  </a:cubicBezTo>
                  <a:cubicBezTo>
                    <a:pt x="25" y="13"/>
                    <a:pt x="24" y="14"/>
                    <a:pt x="26" y="17"/>
                  </a:cubicBezTo>
                  <a:cubicBezTo>
                    <a:pt x="28" y="21"/>
                    <a:pt x="31" y="17"/>
                    <a:pt x="33" y="18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8" name="Freeform 537">
              <a:extLst>
                <a:ext uri="{FF2B5EF4-FFF2-40B4-BE49-F238E27FC236}">
                  <a16:creationId xmlns:a16="http://schemas.microsoft.com/office/drawing/2014/main" id="{2F7E5C4A-5527-4446-997A-E890028F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174"/>
              <a:ext cx="52" cy="99"/>
            </a:xfrm>
            <a:custGeom>
              <a:avLst/>
              <a:gdLst>
                <a:gd name="T0" fmla="*/ 371 w 15"/>
                <a:gd name="T1" fmla="*/ 147 h 27"/>
                <a:gd name="T2" fmla="*/ 541 w 15"/>
                <a:gd name="T3" fmla="*/ 792 h 27"/>
                <a:gd name="T4" fmla="*/ 336 w 15"/>
                <a:gd name="T5" fmla="*/ 983 h 27"/>
                <a:gd name="T6" fmla="*/ 0 w 15"/>
                <a:gd name="T7" fmla="*/ 1331 h 27"/>
                <a:gd name="T8" fmla="*/ 170 w 15"/>
                <a:gd name="T9" fmla="*/ 887 h 27"/>
                <a:gd name="T10" fmla="*/ 371 w 15"/>
                <a:gd name="T11" fmla="*/ 444 h 27"/>
                <a:gd name="T12" fmla="*/ 253 w 15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9" y="3"/>
                  </a:moveTo>
                  <a:cubicBezTo>
                    <a:pt x="14" y="4"/>
                    <a:pt x="15" y="13"/>
                    <a:pt x="13" y="16"/>
                  </a:cubicBezTo>
                  <a:cubicBezTo>
                    <a:pt x="11" y="18"/>
                    <a:pt x="10" y="19"/>
                    <a:pt x="8" y="20"/>
                  </a:cubicBezTo>
                  <a:cubicBezTo>
                    <a:pt x="4" y="22"/>
                    <a:pt x="2" y="23"/>
                    <a:pt x="0" y="27"/>
                  </a:cubicBezTo>
                  <a:cubicBezTo>
                    <a:pt x="1" y="24"/>
                    <a:pt x="2" y="20"/>
                    <a:pt x="4" y="18"/>
                  </a:cubicBezTo>
                  <a:cubicBezTo>
                    <a:pt x="6" y="15"/>
                    <a:pt x="9" y="13"/>
                    <a:pt x="9" y="9"/>
                  </a:cubicBezTo>
                  <a:cubicBezTo>
                    <a:pt x="9" y="5"/>
                    <a:pt x="8" y="3"/>
                    <a:pt x="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9" name="Freeform 538">
              <a:extLst>
                <a:ext uri="{FF2B5EF4-FFF2-40B4-BE49-F238E27FC236}">
                  <a16:creationId xmlns:a16="http://schemas.microsoft.com/office/drawing/2014/main" id="{3D79E4C2-307B-45D5-89E4-6B0635284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69"/>
              <a:ext cx="51" cy="124"/>
            </a:xfrm>
            <a:custGeom>
              <a:avLst/>
              <a:gdLst>
                <a:gd name="T0" fmla="*/ 473 w 15"/>
                <a:gd name="T1" fmla="*/ 0 h 34"/>
                <a:gd name="T2" fmla="*/ 554 w 15"/>
                <a:gd name="T3" fmla="*/ 438 h 34"/>
                <a:gd name="T4" fmla="*/ 357 w 15"/>
                <a:gd name="T5" fmla="*/ 733 h 34"/>
                <a:gd name="T6" fmla="*/ 0 w 15"/>
                <a:gd name="T7" fmla="*/ 1648 h 34"/>
                <a:gd name="T8" fmla="*/ 82 w 15"/>
                <a:gd name="T9" fmla="*/ 1262 h 34"/>
                <a:gd name="T10" fmla="*/ 197 w 15"/>
                <a:gd name="T11" fmla="*/ 773 h 34"/>
                <a:gd name="T12" fmla="*/ 394 w 15"/>
                <a:gd name="T13" fmla="*/ 241 h 34"/>
                <a:gd name="T14" fmla="*/ 473 w 15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4">
                  <a:moveTo>
                    <a:pt x="12" y="0"/>
                  </a:moveTo>
                  <a:cubicBezTo>
                    <a:pt x="12" y="3"/>
                    <a:pt x="15" y="6"/>
                    <a:pt x="14" y="9"/>
                  </a:cubicBezTo>
                  <a:cubicBezTo>
                    <a:pt x="14" y="13"/>
                    <a:pt x="12" y="13"/>
                    <a:pt x="9" y="15"/>
                  </a:cubicBezTo>
                  <a:cubicBezTo>
                    <a:pt x="4" y="20"/>
                    <a:pt x="6" y="29"/>
                    <a:pt x="0" y="34"/>
                  </a:cubicBezTo>
                  <a:cubicBezTo>
                    <a:pt x="2" y="31"/>
                    <a:pt x="3" y="29"/>
                    <a:pt x="2" y="26"/>
                  </a:cubicBezTo>
                  <a:cubicBezTo>
                    <a:pt x="2" y="22"/>
                    <a:pt x="2" y="19"/>
                    <a:pt x="5" y="16"/>
                  </a:cubicBezTo>
                  <a:cubicBezTo>
                    <a:pt x="8" y="12"/>
                    <a:pt x="9" y="10"/>
                    <a:pt x="10" y="5"/>
                  </a:cubicBezTo>
                  <a:cubicBezTo>
                    <a:pt x="10" y="3"/>
                    <a:pt x="11" y="1"/>
                    <a:pt x="12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0" name="Freeform 539">
              <a:extLst>
                <a:ext uri="{FF2B5EF4-FFF2-40B4-BE49-F238E27FC236}">
                  <a16:creationId xmlns:a16="http://schemas.microsoft.com/office/drawing/2014/main" id="{92BCBD5A-B407-4F05-9D1C-6A8414F45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386"/>
              <a:ext cx="44" cy="69"/>
            </a:xfrm>
            <a:custGeom>
              <a:avLst/>
              <a:gdLst>
                <a:gd name="T0" fmla="*/ 504 w 13"/>
                <a:gd name="T1" fmla="*/ 54 h 19"/>
                <a:gd name="T2" fmla="*/ 389 w 13"/>
                <a:gd name="T3" fmla="*/ 330 h 19"/>
                <a:gd name="T4" fmla="*/ 345 w 13"/>
                <a:gd name="T5" fmla="*/ 766 h 19"/>
                <a:gd name="T6" fmla="*/ 0 w 13"/>
                <a:gd name="T7" fmla="*/ 712 h 19"/>
                <a:gd name="T8" fmla="*/ 274 w 13"/>
                <a:gd name="T9" fmla="*/ 476 h 19"/>
                <a:gd name="T10" fmla="*/ 345 w 13"/>
                <a:gd name="T11" fmla="*/ 91 h 19"/>
                <a:gd name="T12" fmla="*/ 470 w 13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9">
                  <a:moveTo>
                    <a:pt x="13" y="1"/>
                  </a:moveTo>
                  <a:cubicBezTo>
                    <a:pt x="12" y="3"/>
                    <a:pt x="11" y="5"/>
                    <a:pt x="10" y="7"/>
                  </a:cubicBezTo>
                  <a:cubicBezTo>
                    <a:pt x="10" y="10"/>
                    <a:pt x="10" y="14"/>
                    <a:pt x="9" y="16"/>
                  </a:cubicBezTo>
                  <a:cubicBezTo>
                    <a:pt x="7" y="19"/>
                    <a:pt x="2" y="19"/>
                    <a:pt x="0" y="15"/>
                  </a:cubicBezTo>
                  <a:cubicBezTo>
                    <a:pt x="4" y="19"/>
                    <a:pt x="7" y="13"/>
                    <a:pt x="7" y="10"/>
                  </a:cubicBezTo>
                  <a:cubicBezTo>
                    <a:pt x="8" y="7"/>
                    <a:pt x="7" y="4"/>
                    <a:pt x="9" y="2"/>
                  </a:cubicBezTo>
                  <a:cubicBezTo>
                    <a:pt x="10" y="1"/>
                    <a:pt x="12" y="1"/>
                    <a:pt x="12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1" name="Freeform 540">
              <a:extLst>
                <a:ext uri="{FF2B5EF4-FFF2-40B4-BE49-F238E27FC236}">
                  <a16:creationId xmlns:a16="http://schemas.microsoft.com/office/drawing/2014/main" id="{9621879F-8E7C-4A25-B1CB-7656B8658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331"/>
              <a:ext cx="45" cy="48"/>
            </a:xfrm>
            <a:custGeom>
              <a:avLst/>
              <a:gdLst>
                <a:gd name="T0" fmla="*/ 121 w 13"/>
                <a:gd name="T1" fmla="*/ 410 h 13"/>
                <a:gd name="T2" fmla="*/ 502 w 13"/>
                <a:gd name="T3" fmla="*/ 0 h 13"/>
                <a:gd name="T4" fmla="*/ 336 w 13"/>
                <a:gd name="T5" fmla="*/ 558 h 13"/>
                <a:gd name="T6" fmla="*/ 0 w 13"/>
                <a:gd name="T7" fmla="*/ 45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3" y="8"/>
                  </a:moveTo>
                  <a:cubicBezTo>
                    <a:pt x="7" y="6"/>
                    <a:pt x="10" y="5"/>
                    <a:pt x="12" y="0"/>
                  </a:cubicBezTo>
                  <a:cubicBezTo>
                    <a:pt x="9" y="3"/>
                    <a:pt x="13" y="8"/>
                    <a:pt x="8" y="11"/>
                  </a:cubicBezTo>
                  <a:cubicBezTo>
                    <a:pt x="6" y="13"/>
                    <a:pt x="2" y="10"/>
                    <a:pt x="0" y="9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2" name="Freeform 541">
              <a:extLst>
                <a:ext uri="{FF2B5EF4-FFF2-40B4-BE49-F238E27FC236}">
                  <a16:creationId xmlns:a16="http://schemas.microsoft.com/office/drawing/2014/main" id="{480CF4AB-7CBF-4BFE-BED3-AB30B14FD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137"/>
              <a:ext cx="58" cy="81"/>
            </a:xfrm>
            <a:custGeom>
              <a:avLst/>
              <a:gdLst>
                <a:gd name="T0" fmla="*/ 164 w 17"/>
                <a:gd name="T1" fmla="*/ 96 h 22"/>
                <a:gd name="T2" fmla="*/ 676 w 17"/>
                <a:gd name="T3" fmla="*/ 895 h 22"/>
                <a:gd name="T4" fmla="*/ 280 w 17"/>
                <a:gd name="T5" fmla="*/ 449 h 22"/>
                <a:gd name="T6" fmla="*/ 0 w 17"/>
                <a:gd name="T7" fmla="*/ 298 h 22"/>
                <a:gd name="T8" fmla="*/ 164 w 17"/>
                <a:gd name="T9" fmla="*/ 9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4" y="2"/>
                  </a:moveTo>
                  <a:cubicBezTo>
                    <a:pt x="12" y="0"/>
                    <a:pt x="8" y="21"/>
                    <a:pt x="17" y="18"/>
                  </a:cubicBezTo>
                  <a:cubicBezTo>
                    <a:pt x="11" y="22"/>
                    <a:pt x="9" y="13"/>
                    <a:pt x="7" y="9"/>
                  </a:cubicBezTo>
                  <a:cubicBezTo>
                    <a:pt x="6" y="7"/>
                    <a:pt x="3" y="1"/>
                    <a:pt x="0" y="6"/>
                  </a:cubicBezTo>
                  <a:cubicBezTo>
                    <a:pt x="1" y="4"/>
                    <a:pt x="2" y="2"/>
                    <a:pt x="4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3" name="Freeform 542">
              <a:extLst>
                <a:ext uri="{FF2B5EF4-FFF2-40B4-BE49-F238E27FC236}">
                  <a16:creationId xmlns:a16="http://schemas.microsoft.com/office/drawing/2014/main" id="{4D19FB13-190C-4906-BF62-D5E07FBCB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232"/>
              <a:ext cx="24" cy="52"/>
            </a:xfrm>
            <a:custGeom>
              <a:avLst/>
              <a:gdLst>
                <a:gd name="T0" fmla="*/ 281 w 7"/>
                <a:gd name="T1" fmla="*/ 0 h 14"/>
                <a:gd name="T2" fmla="*/ 117 w 7"/>
                <a:gd name="T3" fmla="*/ 717 h 14"/>
                <a:gd name="T4" fmla="*/ 247 w 7"/>
                <a:gd name="T5" fmla="*/ 360 h 14"/>
                <a:gd name="T6" fmla="*/ 281 w 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5" y="3"/>
                    <a:pt x="0" y="9"/>
                    <a:pt x="3" y="14"/>
                  </a:cubicBezTo>
                  <a:cubicBezTo>
                    <a:pt x="3" y="10"/>
                    <a:pt x="4" y="9"/>
                    <a:pt x="6" y="7"/>
                  </a:cubicBezTo>
                  <a:cubicBezTo>
                    <a:pt x="7" y="4"/>
                    <a:pt x="6" y="2"/>
                    <a:pt x="7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4" name="Freeform 543">
              <a:extLst>
                <a:ext uri="{FF2B5EF4-FFF2-40B4-BE49-F238E27FC236}">
                  <a16:creationId xmlns:a16="http://schemas.microsoft.com/office/drawing/2014/main" id="{AD243655-CB04-46CA-BB8C-AA661F1D5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379"/>
              <a:ext cx="24" cy="40"/>
            </a:xfrm>
            <a:custGeom>
              <a:avLst/>
              <a:gdLst>
                <a:gd name="T0" fmla="*/ 82 w 7"/>
                <a:gd name="T1" fmla="*/ 0 h 11"/>
                <a:gd name="T2" fmla="*/ 281 w 7"/>
                <a:gd name="T3" fmla="*/ 436 h 11"/>
                <a:gd name="T4" fmla="*/ 82 w 7"/>
                <a:gd name="T5" fmla="*/ 527 h 11"/>
                <a:gd name="T6" fmla="*/ 82 w 7"/>
                <a:gd name="T7" fmla="*/ 9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2" y="0"/>
                  </a:moveTo>
                  <a:cubicBezTo>
                    <a:pt x="3" y="3"/>
                    <a:pt x="4" y="7"/>
                    <a:pt x="7" y="9"/>
                  </a:cubicBezTo>
                  <a:cubicBezTo>
                    <a:pt x="6" y="10"/>
                    <a:pt x="3" y="10"/>
                    <a:pt x="2" y="11"/>
                  </a:cubicBezTo>
                  <a:cubicBezTo>
                    <a:pt x="2" y="8"/>
                    <a:pt x="0" y="5"/>
                    <a:pt x="2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5" name="Freeform 544">
              <a:extLst>
                <a:ext uri="{FF2B5EF4-FFF2-40B4-BE49-F238E27FC236}">
                  <a16:creationId xmlns:a16="http://schemas.microsoft.com/office/drawing/2014/main" id="{B03F921E-D55E-4112-8E94-B3251B846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393"/>
              <a:ext cx="51" cy="59"/>
            </a:xfrm>
            <a:custGeom>
              <a:avLst/>
              <a:gdLst>
                <a:gd name="T0" fmla="*/ 34 w 15"/>
                <a:gd name="T1" fmla="*/ 203 h 16"/>
                <a:gd name="T2" fmla="*/ 313 w 15"/>
                <a:gd name="T3" fmla="*/ 557 h 16"/>
                <a:gd name="T4" fmla="*/ 588 w 15"/>
                <a:gd name="T5" fmla="*/ 749 h 16"/>
                <a:gd name="T6" fmla="*/ 313 w 15"/>
                <a:gd name="T7" fmla="*/ 55 h 16"/>
                <a:gd name="T8" fmla="*/ 0 w 15"/>
                <a:gd name="T9" fmla="*/ 24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" y="4"/>
                  </a:moveTo>
                  <a:cubicBezTo>
                    <a:pt x="5" y="2"/>
                    <a:pt x="6" y="9"/>
                    <a:pt x="8" y="11"/>
                  </a:cubicBezTo>
                  <a:cubicBezTo>
                    <a:pt x="8" y="15"/>
                    <a:pt x="12" y="16"/>
                    <a:pt x="15" y="15"/>
                  </a:cubicBezTo>
                  <a:cubicBezTo>
                    <a:pt x="8" y="14"/>
                    <a:pt x="12" y="4"/>
                    <a:pt x="8" y="1"/>
                  </a:cubicBezTo>
                  <a:cubicBezTo>
                    <a:pt x="5" y="0"/>
                    <a:pt x="1" y="2"/>
                    <a:pt x="0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6" name="Freeform 545">
              <a:extLst>
                <a:ext uri="{FF2B5EF4-FFF2-40B4-BE49-F238E27FC236}">
                  <a16:creationId xmlns:a16="http://schemas.microsoft.com/office/drawing/2014/main" id="{8ACC5DC7-945F-4CB7-B2EB-42100B4D3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232"/>
              <a:ext cx="62" cy="55"/>
            </a:xfrm>
            <a:custGeom>
              <a:avLst/>
              <a:gdLst>
                <a:gd name="T0" fmla="*/ 331 w 18"/>
                <a:gd name="T1" fmla="*/ 95 h 15"/>
                <a:gd name="T2" fmla="*/ 534 w 18"/>
                <a:gd name="T3" fmla="*/ 389 h 15"/>
                <a:gd name="T4" fmla="*/ 737 w 18"/>
                <a:gd name="T5" fmla="*/ 741 h 15"/>
                <a:gd name="T6" fmla="*/ 651 w 18"/>
                <a:gd name="T7" fmla="*/ 348 h 15"/>
                <a:gd name="T8" fmla="*/ 403 w 18"/>
                <a:gd name="T9" fmla="*/ 95 h 15"/>
                <a:gd name="T10" fmla="*/ 248 w 18"/>
                <a:gd name="T11" fmla="*/ 55 h 15"/>
                <a:gd name="T12" fmla="*/ 34 w 18"/>
                <a:gd name="T13" fmla="*/ 202 h 15"/>
                <a:gd name="T14" fmla="*/ 0 w 18"/>
                <a:gd name="T15" fmla="*/ 147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5">
                  <a:moveTo>
                    <a:pt x="8" y="2"/>
                  </a:moveTo>
                  <a:cubicBezTo>
                    <a:pt x="11" y="3"/>
                    <a:pt x="11" y="6"/>
                    <a:pt x="13" y="8"/>
                  </a:cubicBezTo>
                  <a:cubicBezTo>
                    <a:pt x="15" y="11"/>
                    <a:pt x="17" y="12"/>
                    <a:pt x="18" y="15"/>
                  </a:cubicBezTo>
                  <a:cubicBezTo>
                    <a:pt x="18" y="12"/>
                    <a:pt x="18" y="9"/>
                    <a:pt x="16" y="7"/>
                  </a:cubicBezTo>
                  <a:cubicBezTo>
                    <a:pt x="15" y="5"/>
                    <a:pt x="12" y="4"/>
                    <a:pt x="10" y="2"/>
                  </a:cubicBezTo>
                  <a:cubicBezTo>
                    <a:pt x="8" y="1"/>
                    <a:pt x="9" y="0"/>
                    <a:pt x="6" y="1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0" y="3"/>
                    <a:pt x="1" y="3"/>
                    <a:pt x="0" y="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7" name="Freeform 546">
              <a:extLst>
                <a:ext uri="{FF2B5EF4-FFF2-40B4-BE49-F238E27FC236}">
                  <a16:creationId xmlns:a16="http://schemas.microsoft.com/office/drawing/2014/main" id="{CE161CC9-F0A9-476E-98C2-635094E71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04"/>
              <a:ext cx="27" cy="70"/>
            </a:xfrm>
            <a:custGeom>
              <a:avLst/>
              <a:gdLst>
                <a:gd name="T0" fmla="*/ 307 w 8"/>
                <a:gd name="T1" fmla="*/ 0 h 19"/>
                <a:gd name="T2" fmla="*/ 0 w 8"/>
                <a:gd name="T3" fmla="*/ 652 h 19"/>
                <a:gd name="T4" fmla="*/ 192 w 8"/>
                <a:gd name="T5" fmla="*/ 556 h 19"/>
                <a:gd name="T6" fmla="*/ 307 w 8"/>
                <a:gd name="T7" fmla="*/ 5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8" y="2"/>
                    <a:pt x="7" y="19"/>
                    <a:pt x="0" y="13"/>
                  </a:cubicBezTo>
                  <a:cubicBezTo>
                    <a:pt x="2" y="12"/>
                    <a:pt x="4" y="12"/>
                    <a:pt x="5" y="11"/>
                  </a:cubicBezTo>
                  <a:cubicBezTo>
                    <a:pt x="7" y="8"/>
                    <a:pt x="6" y="4"/>
                    <a:pt x="8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8" name="Freeform 547">
              <a:extLst>
                <a:ext uri="{FF2B5EF4-FFF2-40B4-BE49-F238E27FC236}">
                  <a16:creationId xmlns:a16="http://schemas.microsoft.com/office/drawing/2014/main" id="{8BD58B81-FF66-4C14-9745-48E2AF73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188"/>
              <a:ext cx="44" cy="74"/>
            </a:xfrm>
            <a:custGeom>
              <a:avLst/>
              <a:gdLst>
                <a:gd name="T0" fmla="*/ 345 w 13"/>
                <a:gd name="T1" fmla="*/ 56 h 20"/>
                <a:gd name="T2" fmla="*/ 308 w 13"/>
                <a:gd name="T3" fmla="*/ 659 h 20"/>
                <a:gd name="T4" fmla="*/ 0 w 13"/>
                <a:gd name="T5" fmla="*/ 1014 h 20"/>
                <a:gd name="T6" fmla="*/ 274 w 13"/>
                <a:gd name="T7" fmla="*/ 507 h 20"/>
                <a:gd name="T8" fmla="*/ 389 w 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9" y="1"/>
                  </a:moveTo>
                  <a:cubicBezTo>
                    <a:pt x="13" y="4"/>
                    <a:pt x="10" y="11"/>
                    <a:pt x="8" y="13"/>
                  </a:cubicBezTo>
                  <a:cubicBezTo>
                    <a:pt x="6" y="15"/>
                    <a:pt x="1" y="17"/>
                    <a:pt x="0" y="20"/>
                  </a:cubicBezTo>
                  <a:cubicBezTo>
                    <a:pt x="1" y="16"/>
                    <a:pt x="5" y="14"/>
                    <a:pt x="7" y="10"/>
                  </a:cubicBezTo>
                  <a:cubicBezTo>
                    <a:pt x="10" y="7"/>
                    <a:pt x="9" y="4"/>
                    <a:pt x="1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9" name="Freeform 548">
              <a:extLst>
                <a:ext uri="{FF2B5EF4-FFF2-40B4-BE49-F238E27FC236}">
                  <a16:creationId xmlns:a16="http://schemas.microsoft.com/office/drawing/2014/main" id="{263E4ABD-F66C-4CFE-B379-33DAF7272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265"/>
              <a:ext cx="27" cy="59"/>
            </a:xfrm>
            <a:custGeom>
              <a:avLst/>
              <a:gdLst>
                <a:gd name="T0" fmla="*/ 81 w 8"/>
                <a:gd name="T1" fmla="*/ 0 h 16"/>
                <a:gd name="T2" fmla="*/ 34 w 8"/>
                <a:gd name="T3" fmla="*/ 804 h 16"/>
                <a:gd name="T4" fmla="*/ 81 w 8"/>
                <a:gd name="T5" fmla="*/ 299 h 16"/>
                <a:gd name="T6" fmla="*/ 81 w 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2" y="0"/>
                  </a:moveTo>
                  <a:cubicBezTo>
                    <a:pt x="4" y="7"/>
                    <a:pt x="8" y="11"/>
                    <a:pt x="1" y="16"/>
                  </a:cubicBezTo>
                  <a:cubicBezTo>
                    <a:pt x="3" y="13"/>
                    <a:pt x="3" y="10"/>
                    <a:pt x="2" y="6"/>
                  </a:cubicBezTo>
                  <a:cubicBezTo>
                    <a:pt x="1" y="3"/>
                    <a:pt x="0" y="3"/>
                    <a:pt x="2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0" name="Freeform 549">
              <a:extLst>
                <a:ext uri="{FF2B5EF4-FFF2-40B4-BE49-F238E27FC236}">
                  <a16:creationId xmlns:a16="http://schemas.microsoft.com/office/drawing/2014/main" id="{674BA072-4688-40E0-A68C-A1AA544F2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386"/>
              <a:ext cx="21" cy="37"/>
            </a:xfrm>
            <a:custGeom>
              <a:avLst/>
              <a:gdLst>
                <a:gd name="T0" fmla="*/ 88 w 6"/>
                <a:gd name="T1" fmla="*/ 56 h 10"/>
                <a:gd name="T2" fmla="*/ 259 w 6"/>
                <a:gd name="T3" fmla="*/ 355 h 10"/>
                <a:gd name="T4" fmla="*/ 137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0" y="5"/>
                    <a:pt x="1" y="10"/>
                    <a:pt x="6" y="7"/>
                  </a:cubicBezTo>
                  <a:cubicBezTo>
                    <a:pt x="4" y="8"/>
                    <a:pt x="2" y="1"/>
                    <a:pt x="3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1" name="Freeform 550">
              <a:extLst>
                <a:ext uri="{FF2B5EF4-FFF2-40B4-BE49-F238E27FC236}">
                  <a16:creationId xmlns:a16="http://schemas.microsoft.com/office/drawing/2014/main" id="{11D7EDE0-C43C-498E-8793-6843C3CF7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174"/>
              <a:ext cx="14" cy="80"/>
            </a:xfrm>
            <a:custGeom>
              <a:avLst/>
              <a:gdLst>
                <a:gd name="T0" fmla="*/ 88 w 4"/>
                <a:gd name="T1" fmla="*/ 91 h 22"/>
                <a:gd name="T2" fmla="*/ 88 w 4"/>
                <a:gd name="T3" fmla="*/ 527 h 22"/>
                <a:gd name="T4" fmla="*/ 49 w 4"/>
                <a:gd name="T5" fmla="*/ 1058 h 22"/>
                <a:gd name="T6" fmla="*/ 172 w 4"/>
                <a:gd name="T7" fmla="*/ 436 h 22"/>
                <a:gd name="T8" fmla="*/ 137 w 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2">
                  <a:moveTo>
                    <a:pt x="2" y="2"/>
                  </a:moveTo>
                  <a:cubicBezTo>
                    <a:pt x="2" y="5"/>
                    <a:pt x="2" y="8"/>
                    <a:pt x="2" y="11"/>
                  </a:cubicBezTo>
                  <a:cubicBezTo>
                    <a:pt x="2" y="14"/>
                    <a:pt x="0" y="20"/>
                    <a:pt x="1" y="22"/>
                  </a:cubicBezTo>
                  <a:cubicBezTo>
                    <a:pt x="3" y="18"/>
                    <a:pt x="4" y="13"/>
                    <a:pt x="4" y="9"/>
                  </a:cubicBezTo>
                  <a:cubicBezTo>
                    <a:pt x="4" y="6"/>
                    <a:pt x="3" y="4"/>
                    <a:pt x="3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2" name="Freeform 551">
              <a:extLst>
                <a:ext uri="{FF2B5EF4-FFF2-40B4-BE49-F238E27FC236}">
                  <a16:creationId xmlns:a16="http://schemas.microsoft.com/office/drawing/2014/main" id="{659DACD7-7822-4336-A374-F01B832D2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247"/>
              <a:ext cx="41" cy="29"/>
            </a:xfrm>
            <a:custGeom>
              <a:avLst/>
              <a:gdLst>
                <a:gd name="T0" fmla="*/ 0 w 12"/>
                <a:gd name="T1" fmla="*/ 91 h 8"/>
                <a:gd name="T2" fmla="*/ 280 w 12"/>
                <a:gd name="T3" fmla="*/ 54 h 8"/>
                <a:gd name="T4" fmla="*/ 478 w 12"/>
                <a:gd name="T5" fmla="*/ 381 h 8"/>
                <a:gd name="T6" fmla="*/ 246 w 12"/>
                <a:gd name="T7" fmla="*/ 145 h 8"/>
                <a:gd name="T8" fmla="*/ 34 w 12"/>
                <a:gd name="T9" fmla="*/ 14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0" y="2"/>
                  </a:moveTo>
                  <a:cubicBezTo>
                    <a:pt x="2" y="3"/>
                    <a:pt x="4" y="0"/>
                    <a:pt x="7" y="1"/>
                  </a:cubicBezTo>
                  <a:cubicBezTo>
                    <a:pt x="9" y="2"/>
                    <a:pt x="11" y="5"/>
                    <a:pt x="12" y="8"/>
                  </a:cubicBezTo>
                  <a:cubicBezTo>
                    <a:pt x="10" y="6"/>
                    <a:pt x="9" y="4"/>
                    <a:pt x="6" y="3"/>
                  </a:cubicBezTo>
                  <a:cubicBezTo>
                    <a:pt x="5" y="3"/>
                    <a:pt x="2" y="3"/>
                    <a:pt x="1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3" name="Freeform 552">
              <a:extLst>
                <a:ext uri="{FF2B5EF4-FFF2-40B4-BE49-F238E27FC236}">
                  <a16:creationId xmlns:a16="http://schemas.microsoft.com/office/drawing/2014/main" id="{6111E39A-6517-4B1A-AA01-ACB7FCEE2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181"/>
              <a:ext cx="48" cy="48"/>
            </a:xfrm>
            <a:custGeom>
              <a:avLst/>
              <a:gdLst>
                <a:gd name="T0" fmla="*/ 0 w 14"/>
                <a:gd name="T1" fmla="*/ 410 h 13"/>
                <a:gd name="T2" fmla="*/ 566 w 14"/>
                <a:gd name="T3" fmla="*/ 0 h 13"/>
                <a:gd name="T4" fmla="*/ 82 w 14"/>
                <a:gd name="T5" fmla="*/ 4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6" y="10"/>
                    <a:pt x="10" y="3"/>
                    <a:pt x="14" y="0"/>
                  </a:cubicBezTo>
                  <a:cubicBezTo>
                    <a:pt x="12" y="2"/>
                    <a:pt x="6" y="13"/>
                    <a:pt x="2" y="8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4" name="Freeform 553">
              <a:extLst>
                <a:ext uri="{FF2B5EF4-FFF2-40B4-BE49-F238E27FC236}">
                  <a16:creationId xmlns:a16="http://schemas.microsoft.com/office/drawing/2014/main" id="{EB9D9544-CF32-41A4-89CD-4D5E09E1C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126"/>
              <a:ext cx="216" cy="340"/>
            </a:xfrm>
            <a:custGeom>
              <a:avLst/>
              <a:gdLst>
                <a:gd name="T0" fmla="*/ 1327 w 63"/>
                <a:gd name="T1" fmla="*/ 881 h 93"/>
                <a:gd name="T2" fmla="*/ 1810 w 63"/>
                <a:gd name="T3" fmla="*/ 775 h 93"/>
                <a:gd name="T4" fmla="*/ 2421 w 63"/>
                <a:gd name="T5" fmla="*/ 830 h 93"/>
                <a:gd name="T6" fmla="*/ 2421 w 63"/>
                <a:gd name="T7" fmla="*/ 1565 h 93"/>
                <a:gd name="T8" fmla="*/ 2222 w 63"/>
                <a:gd name="T9" fmla="*/ 1952 h 93"/>
                <a:gd name="T10" fmla="*/ 2222 w 63"/>
                <a:gd name="T11" fmla="*/ 2592 h 93"/>
                <a:gd name="T12" fmla="*/ 1941 w 63"/>
                <a:gd name="T13" fmla="*/ 3126 h 93"/>
                <a:gd name="T14" fmla="*/ 1694 w 63"/>
                <a:gd name="T15" fmla="*/ 3623 h 93"/>
                <a:gd name="T16" fmla="*/ 1529 w 63"/>
                <a:gd name="T17" fmla="*/ 4343 h 93"/>
                <a:gd name="T18" fmla="*/ 1094 w 63"/>
                <a:gd name="T19" fmla="*/ 4343 h 93"/>
                <a:gd name="T20" fmla="*/ 682 w 63"/>
                <a:gd name="T21" fmla="*/ 3905 h 93"/>
                <a:gd name="T22" fmla="*/ 363 w 63"/>
                <a:gd name="T23" fmla="*/ 3769 h 93"/>
                <a:gd name="T24" fmla="*/ 401 w 63"/>
                <a:gd name="T25" fmla="*/ 3367 h 93"/>
                <a:gd name="T26" fmla="*/ 247 w 63"/>
                <a:gd name="T27" fmla="*/ 3221 h 93"/>
                <a:gd name="T28" fmla="*/ 199 w 63"/>
                <a:gd name="T29" fmla="*/ 2592 h 93"/>
                <a:gd name="T30" fmla="*/ 34 w 63"/>
                <a:gd name="T31" fmla="*/ 2340 h 93"/>
                <a:gd name="T32" fmla="*/ 82 w 63"/>
                <a:gd name="T33" fmla="*/ 1806 h 93"/>
                <a:gd name="T34" fmla="*/ 363 w 63"/>
                <a:gd name="T35" fmla="*/ 1323 h 93"/>
                <a:gd name="T36" fmla="*/ 446 w 63"/>
                <a:gd name="T37" fmla="*/ 388 h 93"/>
                <a:gd name="T38" fmla="*/ 963 w 63"/>
                <a:gd name="T39" fmla="*/ 442 h 93"/>
                <a:gd name="T40" fmla="*/ 1046 w 63"/>
                <a:gd name="T41" fmla="*/ 830 h 93"/>
                <a:gd name="T42" fmla="*/ 1327 w 63"/>
                <a:gd name="T43" fmla="*/ 881 h 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3" h="93">
                  <a:moveTo>
                    <a:pt x="33" y="18"/>
                  </a:moveTo>
                  <a:cubicBezTo>
                    <a:pt x="40" y="23"/>
                    <a:pt x="39" y="23"/>
                    <a:pt x="45" y="16"/>
                  </a:cubicBezTo>
                  <a:cubicBezTo>
                    <a:pt x="50" y="10"/>
                    <a:pt x="56" y="10"/>
                    <a:pt x="60" y="17"/>
                  </a:cubicBezTo>
                  <a:cubicBezTo>
                    <a:pt x="63" y="21"/>
                    <a:pt x="63" y="27"/>
                    <a:pt x="60" y="32"/>
                  </a:cubicBezTo>
                  <a:cubicBezTo>
                    <a:pt x="56" y="36"/>
                    <a:pt x="52" y="33"/>
                    <a:pt x="55" y="40"/>
                  </a:cubicBezTo>
                  <a:cubicBezTo>
                    <a:pt x="57" y="45"/>
                    <a:pt x="60" y="48"/>
                    <a:pt x="55" y="53"/>
                  </a:cubicBezTo>
                  <a:cubicBezTo>
                    <a:pt x="51" y="58"/>
                    <a:pt x="49" y="54"/>
                    <a:pt x="48" y="64"/>
                  </a:cubicBezTo>
                  <a:cubicBezTo>
                    <a:pt x="47" y="73"/>
                    <a:pt x="47" y="70"/>
                    <a:pt x="42" y="74"/>
                  </a:cubicBezTo>
                  <a:cubicBezTo>
                    <a:pt x="37" y="78"/>
                    <a:pt x="41" y="83"/>
                    <a:pt x="38" y="89"/>
                  </a:cubicBezTo>
                  <a:cubicBezTo>
                    <a:pt x="36" y="93"/>
                    <a:pt x="29" y="92"/>
                    <a:pt x="27" y="89"/>
                  </a:cubicBezTo>
                  <a:cubicBezTo>
                    <a:pt x="23" y="86"/>
                    <a:pt x="23" y="80"/>
                    <a:pt x="17" y="80"/>
                  </a:cubicBezTo>
                  <a:cubicBezTo>
                    <a:pt x="14" y="79"/>
                    <a:pt x="10" y="83"/>
                    <a:pt x="9" y="77"/>
                  </a:cubicBezTo>
                  <a:cubicBezTo>
                    <a:pt x="9" y="74"/>
                    <a:pt x="11" y="72"/>
                    <a:pt x="10" y="69"/>
                  </a:cubicBezTo>
                  <a:cubicBezTo>
                    <a:pt x="10" y="64"/>
                    <a:pt x="8" y="68"/>
                    <a:pt x="6" y="66"/>
                  </a:cubicBezTo>
                  <a:cubicBezTo>
                    <a:pt x="3" y="61"/>
                    <a:pt x="7" y="59"/>
                    <a:pt x="5" y="53"/>
                  </a:cubicBezTo>
                  <a:cubicBezTo>
                    <a:pt x="4" y="50"/>
                    <a:pt x="2" y="50"/>
                    <a:pt x="1" y="48"/>
                  </a:cubicBezTo>
                  <a:cubicBezTo>
                    <a:pt x="0" y="45"/>
                    <a:pt x="1" y="40"/>
                    <a:pt x="2" y="37"/>
                  </a:cubicBezTo>
                  <a:cubicBezTo>
                    <a:pt x="3" y="31"/>
                    <a:pt x="7" y="32"/>
                    <a:pt x="9" y="27"/>
                  </a:cubicBezTo>
                  <a:cubicBezTo>
                    <a:pt x="11" y="22"/>
                    <a:pt x="9" y="14"/>
                    <a:pt x="11" y="8"/>
                  </a:cubicBezTo>
                  <a:cubicBezTo>
                    <a:pt x="14" y="0"/>
                    <a:pt x="21" y="1"/>
                    <a:pt x="24" y="9"/>
                  </a:cubicBezTo>
                  <a:cubicBezTo>
                    <a:pt x="25" y="13"/>
                    <a:pt x="24" y="14"/>
                    <a:pt x="26" y="17"/>
                  </a:cubicBezTo>
                  <a:cubicBezTo>
                    <a:pt x="28" y="21"/>
                    <a:pt x="31" y="17"/>
                    <a:pt x="33" y="1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5" name="Freeform 554">
              <a:extLst>
                <a:ext uri="{FF2B5EF4-FFF2-40B4-BE49-F238E27FC236}">
                  <a16:creationId xmlns:a16="http://schemas.microsoft.com/office/drawing/2014/main" id="{6977A53C-BAEF-470C-B18C-AF94AA2FF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254"/>
              <a:ext cx="21" cy="26"/>
            </a:xfrm>
            <a:custGeom>
              <a:avLst/>
              <a:gdLst>
                <a:gd name="T0" fmla="*/ 259 w 6"/>
                <a:gd name="T1" fmla="*/ 0 h 7"/>
                <a:gd name="T2" fmla="*/ 0 w 6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4" y="0"/>
                    <a:pt x="0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6" name="Freeform 555">
              <a:extLst>
                <a:ext uri="{FF2B5EF4-FFF2-40B4-BE49-F238E27FC236}">
                  <a16:creationId xmlns:a16="http://schemas.microsoft.com/office/drawing/2014/main" id="{D0C21304-EA21-4820-BB15-210A75C87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210"/>
              <a:ext cx="10" cy="52"/>
            </a:xfrm>
            <a:custGeom>
              <a:avLst/>
              <a:gdLst>
                <a:gd name="T0" fmla="*/ 110 w 3"/>
                <a:gd name="T1" fmla="*/ 0 h 14"/>
                <a:gd name="T2" fmla="*/ 0 w 3"/>
                <a:gd name="T3" fmla="*/ 71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1" y="10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7" name="Freeform 556">
              <a:extLst>
                <a:ext uri="{FF2B5EF4-FFF2-40B4-BE49-F238E27FC236}">
                  <a16:creationId xmlns:a16="http://schemas.microsoft.com/office/drawing/2014/main" id="{781B34B7-E488-445D-846A-DAA0CEDA2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327"/>
              <a:ext cx="41" cy="41"/>
            </a:xfrm>
            <a:custGeom>
              <a:avLst/>
              <a:gdLst>
                <a:gd name="T0" fmla="*/ 0 w 12"/>
                <a:gd name="T1" fmla="*/ 362 h 11"/>
                <a:gd name="T2" fmla="*/ 47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7"/>
                  </a:moveTo>
                  <a:cubicBezTo>
                    <a:pt x="5" y="11"/>
                    <a:pt x="10" y="8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8" name="Freeform 557">
              <a:extLst>
                <a:ext uri="{FF2B5EF4-FFF2-40B4-BE49-F238E27FC236}">
                  <a16:creationId xmlns:a16="http://schemas.microsoft.com/office/drawing/2014/main" id="{C305DA15-DA96-4AB2-9166-E1297CD05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240"/>
              <a:ext cx="65" cy="51"/>
            </a:xfrm>
            <a:custGeom>
              <a:avLst/>
              <a:gdLst>
                <a:gd name="T0" fmla="*/ 0 w 19"/>
                <a:gd name="T1" fmla="*/ 55 h 14"/>
                <a:gd name="T2" fmla="*/ 198 w 19"/>
                <a:gd name="T3" fmla="*/ 55 h 14"/>
                <a:gd name="T4" fmla="*/ 479 w 19"/>
                <a:gd name="T5" fmla="*/ 146 h 14"/>
                <a:gd name="T6" fmla="*/ 643 w 19"/>
                <a:gd name="T7" fmla="*/ 437 h 14"/>
                <a:gd name="T8" fmla="*/ 759 w 19"/>
                <a:gd name="T9" fmla="*/ 67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0" y="1"/>
                  </a:moveTo>
                  <a:cubicBezTo>
                    <a:pt x="2" y="5"/>
                    <a:pt x="3" y="2"/>
                    <a:pt x="5" y="1"/>
                  </a:cubicBezTo>
                  <a:cubicBezTo>
                    <a:pt x="7" y="0"/>
                    <a:pt x="9" y="1"/>
                    <a:pt x="12" y="3"/>
                  </a:cubicBezTo>
                  <a:cubicBezTo>
                    <a:pt x="14" y="4"/>
                    <a:pt x="14" y="7"/>
                    <a:pt x="16" y="9"/>
                  </a:cubicBezTo>
                  <a:cubicBezTo>
                    <a:pt x="17" y="10"/>
                    <a:pt x="19" y="10"/>
                    <a:pt x="19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9" name="Freeform 558">
              <a:extLst>
                <a:ext uri="{FF2B5EF4-FFF2-40B4-BE49-F238E27FC236}">
                  <a16:creationId xmlns:a16="http://schemas.microsoft.com/office/drawing/2014/main" id="{EE606168-0E78-4692-A777-08BD7CCC4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379"/>
              <a:ext cx="10" cy="33"/>
            </a:xfrm>
            <a:custGeom>
              <a:avLst/>
              <a:gdLst>
                <a:gd name="T0" fmla="*/ 110 w 3"/>
                <a:gd name="T1" fmla="*/ 0 h 9"/>
                <a:gd name="T2" fmla="*/ 0 w 3"/>
                <a:gd name="T3" fmla="*/ 4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2" y="3"/>
                    <a:pt x="1" y="6"/>
                    <a:pt x="0" y="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0" name="Freeform 559">
              <a:extLst>
                <a:ext uri="{FF2B5EF4-FFF2-40B4-BE49-F238E27FC236}">
                  <a16:creationId xmlns:a16="http://schemas.microsoft.com/office/drawing/2014/main" id="{CD868F40-64DE-4AA9-9F7B-9DC66D1C4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368"/>
              <a:ext cx="18" cy="33"/>
            </a:xfrm>
            <a:custGeom>
              <a:avLst/>
              <a:gdLst>
                <a:gd name="T0" fmla="*/ 0 w 5"/>
                <a:gd name="T1" fmla="*/ 0 h 9"/>
                <a:gd name="T2" fmla="*/ 234 w 5"/>
                <a:gd name="T3" fmla="*/ 4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2"/>
                    <a:pt x="3" y="8"/>
                    <a:pt x="5" y="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1" name="Freeform 560">
              <a:extLst>
                <a:ext uri="{FF2B5EF4-FFF2-40B4-BE49-F238E27FC236}">
                  <a16:creationId xmlns:a16="http://schemas.microsoft.com/office/drawing/2014/main" id="{F066D241-9409-411C-BEF2-1519D0892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243"/>
              <a:ext cx="14" cy="15"/>
            </a:xfrm>
            <a:custGeom>
              <a:avLst/>
              <a:gdLst>
                <a:gd name="T0" fmla="*/ 88 w 4"/>
                <a:gd name="T1" fmla="*/ 0 h 4"/>
                <a:gd name="T2" fmla="*/ 0 w 4"/>
                <a:gd name="T3" fmla="*/ 210 h 4"/>
                <a:gd name="T4" fmla="*/ 172 w 4"/>
                <a:gd name="T5" fmla="*/ 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2" y="4"/>
                    <a:pt x="3" y="2"/>
                    <a:pt x="4" y="1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2" name="Freeform 561">
              <a:extLst>
                <a:ext uri="{FF2B5EF4-FFF2-40B4-BE49-F238E27FC236}">
                  <a16:creationId xmlns:a16="http://schemas.microsoft.com/office/drawing/2014/main" id="{CA716B3B-D730-4740-B03B-DB7719CF0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280"/>
              <a:ext cx="10" cy="7"/>
            </a:xfrm>
            <a:custGeom>
              <a:avLst/>
              <a:gdLst>
                <a:gd name="T0" fmla="*/ 0 w 3"/>
                <a:gd name="T1" fmla="*/ 88 h 2"/>
                <a:gd name="T2" fmla="*/ 11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3" name="Freeform 562">
              <a:extLst>
                <a:ext uri="{FF2B5EF4-FFF2-40B4-BE49-F238E27FC236}">
                  <a16:creationId xmlns:a16="http://schemas.microsoft.com/office/drawing/2014/main" id="{C1CF6DE0-899E-4FFE-B2B4-33075846A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324"/>
              <a:ext cx="14" cy="14"/>
            </a:xfrm>
            <a:custGeom>
              <a:avLst/>
              <a:gdLst>
                <a:gd name="T0" fmla="*/ 172 w 4"/>
                <a:gd name="T1" fmla="*/ 137 h 4"/>
                <a:gd name="T2" fmla="*/ 0 w 4"/>
                <a:gd name="T3" fmla="*/ 137 h 4"/>
                <a:gd name="T4" fmla="*/ 137 w 4"/>
                <a:gd name="T5" fmla="*/ 17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2" y="3"/>
                    <a:pt x="0" y="0"/>
                    <a:pt x="0" y="3"/>
                  </a:cubicBezTo>
                  <a:cubicBezTo>
                    <a:pt x="1" y="3"/>
                    <a:pt x="2" y="3"/>
                    <a:pt x="3" y="4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4" name="Freeform 563">
              <a:extLst>
                <a:ext uri="{FF2B5EF4-FFF2-40B4-BE49-F238E27FC236}">
                  <a16:creationId xmlns:a16="http://schemas.microsoft.com/office/drawing/2014/main" id="{9F6609E6-83F4-43D5-BB43-6A020C156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276"/>
              <a:ext cx="7" cy="4"/>
            </a:xfrm>
            <a:custGeom>
              <a:avLst/>
              <a:gdLst>
                <a:gd name="T0" fmla="*/ 0 w 2"/>
                <a:gd name="T1" fmla="*/ 0 h 1"/>
                <a:gd name="T2" fmla="*/ 88 w 2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5" name="Freeform 564">
              <a:extLst>
                <a:ext uri="{FF2B5EF4-FFF2-40B4-BE49-F238E27FC236}">
                  <a16:creationId xmlns:a16="http://schemas.microsoft.com/office/drawing/2014/main" id="{BCEF3B18-8DB5-41DC-B8FE-AFC86BB91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353"/>
              <a:ext cx="3" cy="7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6" name="Freeform 565">
              <a:extLst>
                <a:ext uri="{FF2B5EF4-FFF2-40B4-BE49-F238E27FC236}">
                  <a16:creationId xmlns:a16="http://schemas.microsoft.com/office/drawing/2014/main" id="{17BEC39D-78EA-4B23-B0FE-1B97D496F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386"/>
              <a:ext cx="11" cy="11"/>
            </a:xfrm>
            <a:custGeom>
              <a:avLst/>
              <a:gdLst>
                <a:gd name="T0" fmla="*/ 55 w 3"/>
                <a:gd name="T1" fmla="*/ 147 h 3"/>
                <a:gd name="T2" fmla="*/ 147 w 3"/>
                <a:gd name="T3" fmla="*/ 0 h 3"/>
                <a:gd name="T4" fmla="*/ 0 w 3"/>
                <a:gd name="T5" fmla="*/ 9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2" y="2"/>
                    <a:pt x="3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7" name="Freeform 566">
              <a:extLst>
                <a:ext uri="{FF2B5EF4-FFF2-40B4-BE49-F238E27FC236}">
                  <a16:creationId xmlns:a16="http://schemas.microsoft.com/office/drawing/2014/main" id="{B31F1A79-0C61-4F59-B595-F1F344368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258"/>
              <a:ext cx="10" cy="1"/>
            </a:xfrm>
            <a:custGeom>
              <a:avLst/>
              <a:gdLst>
                <a:gd name="T0" fmla="*/ 0 w 3"/>
                <a:gd name="T1" fmla="*/ 0 h 1"/>
                <a:gd name="T2" fmla="*/ 11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8" name="Freeform 567">
              <a:extLst>
                <a:ext uri="{FF2B5EF4-FFF2-40B4-BE49-F238E27FC236}">
                  <a16:creationId xmlns:a16="http://schemas.microsoft.com/office/drawing/2014/main" id="{46B7A242-B8C4-462F-AF86-680B77867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291"/>
              <a:ext cx="308" cy="278"/>
            </a:xfrm>
            <a:custGeom>
              <a:avLst/>
              <a:gdLst>
                <a:gd name="T0" fmla="*/ 3210 w 90"/>
                <a:gd name="T1" fmla="*/ 735 h 76"/>
                <a:gd name="T2" fmla="*/ 3525 w 90"/>
                <a:gd name="T3" fmla="*/ 1712 h 76"/>
                <a:gd name="T4" fmla="*/ 3292 w 90"/>
                <a:gd name="T5" fmla="*/ 1913 h 76"/>
                <a:gd name="T6" fmla="*/ 3210 w 90"/>
                <a:gd name="T7" fmla="*/ 2250 h 76"/>
                <a:gd name="T8" fmla="*/ 2964 w 90"/>
                <a:gd name="T9" fmla="*/ 2798 h 76"/>
                <a:gd name="T10" fmla="*/ 2601 w 90"/>
                <a:gd name="T11" fmla="*/ 3332 h 76"/>
                <a:gd name="T12" fmla="*/ 2050 w 90"/>
                <a:gd name="T13" fmla="*/ 3131 h 76"/>
                <a:gd name="T14" fmla="*/ 1557 w 90"/>
                <a:gd name="T15" fmla="*/ 3625 h 76"/>
                <a:gd name="T16" fmla="*/ 1126 w 90"/>
                <a:gd name="T17" fmla="*/ 3277 h 76"/>
                <a:gd name="T18" fmla="*/ 517 w 90"/>
                <a:gd name="T19" fmla="*/ 3186 h 76"/>
                <a:gd name="T20" fmla="*/ 397 w 90"/>
                <a:gd name="T21" fmla="*/ 2597 h 76"/>
                <a:gd name="T22" fmla="*/ 164 w 90"/>
                <a:gd name="T23" fmla="*/ 2008 h 76"/>
                <a:gd name="T24" fmla="*/ 479 w 90"/>
                <a:gd name="T25" fmla="*/ 644 h 76"/>
                <a:gd name="T26" fmla="*/ 1044 w 90"/>
                <a:gd name="T27" fmla="*/ 348 h 76"/>
                <a:gd name="T28" fmla="*/ 1557 w 90"/>
                <a:gd name="T29" fmla="*/ 146 h 76"/>
                <a:gd name="T30" fmla="*/ 1886 w 90"/>
                <a:gd name="T31" fmla="*/ 241 h 76"/>
                <a:gd name="T32" fmla="*/ 2200 w 90"/>
                <a:gd name="T33" fmla="*/ 95 h 76"/>
                <a:gd name="T34" fmla="*/ 2810 w 90"/>
                <a:gd name="T35" fmla="*/ 241 h 76"/>
                <a:gd name="T36" fmla="*/ 3210 w 90"/>
                <a:gd name="T37" fmla="*/ 735 h 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0" h="76">
                  <a:moveTo>
                    <a:pt x="80" y="15"/>
                  </a:moveTo>
                  <a:cubicBezTo>
                    <a:pt x="84" y="19"/>
                    <a:pt x="90" y="30"/>
                    <a:pt x="88" y="35"/>
                  </a:cubicBezTo>
                  <a:cubicBezTo>
                    <a:pt x="87" y="38"/>
                    <a:pt x="84" y="37"/>
                    <a:pt x="82" y="39"/>
                  </a:cubicBezTo>
                  <a:cubicBezTo>
                    <a:pt x="78" y="43"/>
                    <a:pt x="81" y="42"/>
                    <a:pt x="80" y="46"/>
                  </a:cubicBezTo>
                  <a:cubicBezTo>
                    <a:pt x="80" y="51"/>
                    <a:pt x="77" y="53"/>
                    <a:pt x="74" y="57"/>
                  </a:cubicBezTo>
                  <a:cubicBezTo>
                    <a:pt x="71" y="62"/>
                    <a:pt x="72" y="68"/>
                    <a:pt x="65" y="68"/>
                  </a:cubicBezTo>
                  <a:cubicBezTo>
                    <a:pt x="58" y="68"/>
                    <a:pt x="58" y="63"/>
                    <a:pt x="51" y="64"/>
                  </a:cubicBezTo>
                  <a:cubicBezTo>
                    <a:pt x="46" y="66"/>
                    <a:pt x="45" y="73"/>
                    <a:pt x="39" y="74"/>
                  </a:cubicBezTo>
                  <a:cubicBezTo>
                    <a:pt x="32" y="76"/>
                    <a:pt x="32" y="71"/>
                    <a:pt x="28" y="67"/>
                  </a:cubicBezTo>
                  <a:cubicBezTo>
                    <a:pt x="22" y="63"/>
                    <a:pt x="18" y="67"/>
                    <a:pt x="13" y="65"/>
                  </a:cubicBezTo>
                  <a:cubicBezTo>
                    <a:pt x="8" y="63"/>
                    <a:pt x="10" y="57"/>
                    <a:pt x="10" y="53"/>
                  </a:cubicBezTo>
                  <a:cubicBezTo>
                    <a:pt x="9" y="48"/>
                    <a:pt x="7" y="46"/>
                    <a:pt x="4" y="41"/>
                  </a:cubicBezTo>
                  <a:cubicBezTo>
                    <a:pt x="0" y="33"/>
                    <a:pt x="4" y="19"/>
                    <a:pt x="12" y="13"/>
                  </a:cubicBezTo>
                  <a:cubicBezTo>
                    <a:pt x="16" y="10"/>
                    <a:pt x="21" y="10"/>
                    <a:pt x="26" y="7"/>
                  </a:cubicBezTo>
                  <a:cubicBezTo>
                    <a:pt x="30" y="5"/>
                    <a:pt x="33" y="1"/>
                    <a:pt x="39" y="3"/>
                  </a:cubicBezTo>
                  <a:cubicBezTo>
                    <a:pt x="42" y="4"/>
                    <a:pt x="43" y="6"/>
                    <a:pt x="47" y="5"/>
                  </a:cubicBezTo>
                  <a:cubicBezTo>
                    <a:pt x="49" y="5"/>
                    <a:pt x="52" y="3"/>
                    <a:pt x="55" y="2"/>
                  </a:cubicBezTo>
                  <a:cubicBezTo>
                    <a:pt x="61" y="0"/>
                    <a:pt x="65" y="1"/>
                    <a:pt x="70" y="5"/>
                  </a:cubicBezTo>
                  <a:cubicBezTo>
                    <a:pt x="73" y="8"/>
                    <a:pt x="78" y="11"/>
                    <a:pt x="80" y="1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9" name="Freeform 568">
              <a:extLst>
                <a:ext uri="{FF2B5EF4-FFF2-40B4-BE49-F238E27FC236}">
                  <a16:creationId xmlns:a16="http://schemas.microsoft.com/office/drawing/2014/main" id="{3CA827BD-7BDD-41E3-A83C-4034EF761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415"/>
              <a:ext cx="120" cy="143"/>
            </a:xfrm>
            <a:custGeom>
              <a:avLst/>
              <a:gdLst>
                <a:gd name="T0" fmla="*/ 34 w 35"/>
                <a:gd name="T1" fmla="*/ 741 h 39"/>
                <a:gd name="T2" fmla="*/ 82 w 35"/>
                <a:gd name="T3" fmla="*/ 1331 h 39"/>
                <a:gd name="T4" fmla="*/ 600 w 35"/>
                <a:gd name="T5" fmla="*/ 1426 h 39"/>
                <a:gd name="T6" fmla="*/ 929 w 35"/>
                <a:gd name="T7" fmla="*/ 1830 h 39"/>
                <a:gd name="T8" fmla="*/ 1409 w 35"/>
                <a:gd name="T9" fmla="*/ 1533 h 39"/>
                <a:gd name="T10" fmla="*/ 881 w 35"/>
                <a:gd name="T11" fmla="*/ 1533 h 39"/>
                <a:gd name="T12" fmla="*/ 813 w 35"/>
                <a:gd name="T13" fmla="*/ 832 h 39"/>
                <a:gd name="T14" fmla="*/ 528 w 35"/>
                <a:gd name="T15" fmla="*/ 389 h 39"/>
                <a:gd name="T16" fmla="*/ 682 w 35"/>
                <a:gd name="T17" fmla="*/ 0 h 39"/>
                <a:gd name="T18" fmla="*/ 363 w 35"/>
                <a:gd name="T19" fmla="*/ 297 h 39"/>
                <a:gd name="T20" fmla="*/ 281 w 35"/>
                <a:gd name="T21" fmla="*/ 1129 h 39"/>
                <a:gd name="T22" fmla="*/ 34 w 35"/>
                <a:gd name="T23" fmla="*/ 686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39">
                  <a:moveTo>
                    <a:pt x="1" y="15"/>
                  </a:moveTo>
                  <a:cubicBezTo>
                    <a:pt x="1" y="18"/>
                    <a:pt x="0" y="25"/>
                    <a:pt x="2" y="27"/>
                  </a:cubicBezTo>
                  <a:cubicBezTo>
                    <a:pt x="5" y="30"/>
                    <a:pt x="11" y="28"/>
                    <a:pt x="15" y="29"/>
                  </a:cubicBezTo>
                  <a:cubicBezTo>
                    <a:pt x="18" y="31"/>
                    <a:pt x="19" y="35"/>
                    <a:pt x="23" y="37"/>
                  </a:cubicBezTo>
                  <a:cubicBezTo>
                    <a:pt x="27" y="39"/>
                    <a:pt x="32" y="35"/>
                    <a:pt x="35" y="31"/>
                  </a:cubicBezTo>
                  <a:cubicBezTo>
                    <a:pt x="33" y="36"/>
                    <a:pt x="25" y="35"/>
                    <a:pt x="22" y="31"/>
                  </a:cubicBezTo>
                  <a:cubicBezTo>
                    <a:pt x="19" y="27"/>
                    <a:pt x="23" y="22"/>
                    <a:pt x="20" y="17"/>
                  </a:cubicBezTo>
                  <a:cubicBezTo>
                    <a:pt x="17" y="14"/>
                    <a:pt x="13" y="13"/>
                    <a:pt x="13" y="8"/>
                  </a:cubicBezTo>
                  <a:cubicBezTo>
                    <a:pt x="13" y="4"/>
                    <a:pt x="16" y="3"/>
                    <a:pt x="17" y="0"/>
                  </a:cubicBezTo>
                  <a:cubicBezTo>
                    <a:pt x="15" y="0"/>
                    <a:pt x="10" y="4"/>
                    <a:pt x="9" y="6"/>
                  </a:cubicBezTo>
                  <a:cubicBezTo>
                    <a:pt x="8" y="10"/>
                    <a:pt x="14" y="22"/>
                    <a:pt x="7" y="23"/>
                  </a:cubicBezTo>
                  <a:cubicBezTo>
                    <a:pt x="4" y="20"/>
                    <a:pt x="5" y="16"/>
                    <a:pt x="1" y="1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0" name="Freeform 569">
              <a:extLst>
                <a:ext uri="{FF2B5EF4-FFF2-40B4-BE49-F238E27FC236}">
                  <a16:creationId xmlns:a16="http://schemas.microsoft.com/office/drawing/2014/main" id="{16631775-8AED-4B80-921A-9224216E5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448"/>
              <a:ext cx="79" cy="88"/>
            </a:xfrm>
            <a:custGeom>
              <a:avLst/>
              <a:gdLst>
                <a:gd name="T0" fmla="*/ 34 w 23"/>
                <a:gd name="T1" fmla="*/ 983 h 24"/>
                <a:gd name="T2" fmla="*/ 402 w 23"/>
                <a:gd name="T3" fmla="*/ 1129 h 24"/>
                <a:gd name="T4" fmla="*/ 649 w 23"/>
                <a:gd name="T5" fmla="*/ 792 h 24"/>
                <a:gd name="T6" fmla="*/ 931 w 23"/>
                <a:gd name="T7" fmla="*/ 0 h 24"/>
                <a:gd name="T8" fmla="*/ 732 w 23"/>
                <a:gd name="T9" fmla="*/ 389 h 24"/>
                <a:gd name="T10" fmla="*/ 532 w 23"/>
                <a:gd name="T11" fmla="*/ 645 h 24"/>
                <a:gd name="T12" fmla="*/ 282 w 23"/>
                <a:gd name="T13" fmla="*/ 792 h 24"/>
                <a:gd name="T14" fmla="*/ 0 w 23"/>
                <a:gd name="T15" fmla="*/ 983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4">
                  <a:moveTo>
                    <a:pt x="1" y="20"/>
                  </a:moveTo>
                  <a:cubicBezTo>
                    <a:pt x="4" y="19"/>
                    <a:pt x="6" y="24"/>
                    <a:pt x="10" y="23"/>
                  </a:cubicBezTo>
                  <a:cubicBezTo>
                    <a:pt x="13" y="23"/>
                    <a:pt x="15" y="19"/>
                    <a:pt x="16" y="16"/>
                  </a:cubicBezTo>
                  <a:cubicBezTo>
                    <a:pt x="18" y="11"/>
                    <a:pt x="23" y="7"/>
                    <a:pt x="23" y="0"/>
                  </a:cubicBezTo>
                  <a:cubicBezTo>
                    <a:pt x="21" y="3"/>
                    <a:pt x="21" y="6"/>
                    <a:pt x="18" y="8"/>
                  </a:cubicBezTo>
                  <a:cubicBezTo>
                    <a:pt x="16" y="10"/>
                    <a:pt x="15" y="10"/>
                    <a:pt x="13" y="13"/>
                  </a:cubicBezTo>
                  <a:cubicBezTo>
                    <a:pt x="11" y="16"/>
                    <a:pt x="10" y="15"/>
                    <a:pt x="7" y="16"/>
                  </a:cubicBezTo>
                  <a:cubicBezTo>
                    <a:pt x="5" y="17"/>
                    <a:pt x="1" y="18"/>
                    <a:pt x="0" y="2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1" name="Freeform 570">
              <a:extLst>
                <a:ext uri="{FF2B5EF4-FFF2-40B4-BE49-F238E27FC236}">
                  <a16:creationId xmlns:a16="http://schemas.microsoft.com/office/drawing/2014/main" id="{88CD8767-48BA-4186-BA5F-538B2110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320"/>
              <a:ext cx="52" cy="106"/>
            </a:xfrm>
            <a:custGeom>
              <a:avLst/>
              <a:gdLst>
                <a:gd name="T0" fmla="*/ 205 w 15"/>
                <a:gd name="T1" fmla="*/ 201 h 29"/>
                <a:gd name="T2" fmla="*/ 541 w 15"/>
                <a:gd name="T3" fmla="*/ 830 h 29"/>
                <a:gd name="T4" fmla="*/ 589 w 15"/>
                <a:gd name="T5" fmla="*/ 1217 h 29"/>
                <a:gd name="T6" fmla="*/ 336 w 15"/>
                <a:gd name="T7" fmla="*/ 1415 h 29"/>
                <a:gd name="T8" fmla="*/ 336 w 15"/>
                <a:gd name="T9" fmla="*/ 735 h 29"/>
                <a:gd name="T10" fmla="*/ 205 w 15"/>
                <a:gd name="T11" fmla="*/ 292 h 29"/>
                <a:gd name="T12" fmla="*/ 0 w 15"/>
                <a:gd name="T13" fmla="*/ 0 h 29"/>
                <a:gd name="T14" fmla="*/ 205 w 15"/>
                <a:gd name="T15" fmla="*/ 146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9">
                  <a:moveTo>
                    <a:pt x="5" y="4"/>
                  </a:moveTo>
                  <a:cubicBezTo>
                    <a:pt x="9" y="8"/>
                    <a:pt x="11" y="12"/>
                    <a:pt x="13" y="17"/>
                  </a:cubicBezTo>
                  <a:cubicBezTo>
                    <a:pt x="14" y="20"/>
                    <a:pt x="15" y="22"/>
                    <a:pt x="14" y="25"/>
                  </a:cubicBezTo>
                  <a:cubicBezTo>
                    <a:pt x="13" y="28"/>
                    <a:pt x="11" y="28"/>
                    <a:pt x="8" y="29"/>
                  </a:cubicBezTo>
                  <a:cubicBezTo>
                    <a:pt x="13" y="25"/>
                    <a:pt x="11" y="20"/>
                    <a:pt x="8" y="15"/>
                  </a:cubicBezTo>
                  <a:cubicBezTo>
                    <a:pt x="6" y="12"/>
                    <a:pt x="6" y="9"/>
                    <a:pt x="5" y="6"/>
                  </a:cubicBezTo>
                  <a:cubicBezTo>
                    <a:pt x="3" y="4"/>
                    <a:pt x="1" y="2"/>
                    <a:pt x="0" y="0"/>
                  </a:cubicBezTo>
                  <a:cubicBezTo>
                    <a:pt x="2" y="0"/>
                    <a:pt x="4" y="2"/>
                    <a:pt x="5" y="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2" name="Freeform 571">
              <a:extLst>
                <a:ext uri="{FF2B5EF4-FFF2-40B4-BE49-F238E27FC236}">
                  <a16:creationId xmlns:a16="http://schemas.microsoft.com/office/drawing/2014/main" id="{6A23A129-5BC0-444C-A10D-A639C98D7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287"/>
              <a:ext cx="44" cy="29"/>
            </a:xfrm>
            <a:custGeom>
              <a:avLst/>
              <a:gdLst>
                <a:gd name="T0" fmla="*/ 0 w 13"/>
                <a:gd name="T1" fmla="*/ 381 h 8"/>
                <a:gd name="T2" fmla="*/ 504 w 13"/>
                <a:gd name="T3" fmla="*/ 196 h 8"/>
                <a:gd name="T4" fmla="*/ 389 w 13"/>
                <a:gd name="T5" fmla="*/ 236 h 8"/>
                <a:gd name="T6" fmla="*/ 274 w 13"/>
                <a:gd name="T7" fmla="*/ 330 h 8"/>
                <a:gd name="T8" fmla="*/ 0 w 13"/>
                <a:gd name="T9" fmla="*/ 38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0" y="8"/>
                  </a:moveTo>
                  <a:cubicBezTo>
                    <a:pt x="3" y="6"/>
                    <a:pt x="9" y="0"/>
                    <a:pt x="13" y="4"/>
                  </a:cubicBezTo>
                  <a:cubicBezTo>
                    <a:pt x="12" y="4"/>
                    <a:pt x="11" y="4"/>
                    <a:pt x="10" y="5"/>
                  </a:cubicBezTo>
                  <a:cubicBezTo>
                    <a:pt x="8" y="5"/>
                    <a:pt x="8" y="7"/>
                    <a:pt x="7" y="7"/>
                  </a:cubicBezTo>
                  <a:cubicBezTo>
                    <a:pt x="5" y="8"/>
                    <a:pt x="2" y="7"/>
                    <a:pt x="0" y="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3" name="Freeform 572">
              <a:extLst>
                <a:ext uri="{FF2B5EF4-FFF2-40B4-BE49-F238E27FC236}">
                  <a16:creationId xmlns:a16="http://schemas.microsoft.com/office/drawing/2014/main" id="{454CA00B-3E76-4624-9346-4188D4797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349"/>
              <a:ext cx="48" cy="48"/>
            </a:xfrm>
            <a:custGeom>
              <a:avLst/>
              <a:gdLst>
                <a:gd name="T0" fmla="*/ 165 w 14"/>
                <a:gd name="T1" fmla="*/ 96 h 13"/>
                <a:gd name="T2" fmla="*/ 319 w 14"/>
                <a:gd name="T3" fmla="*/ 299 h 13"/>
                <a:gd name="T4" fmla="*/ 319 w 14"/>
                <a:gd name="T5" fmla="*/ 654 h 13"/>
                <a:gd name="T6" fmla="*/ 0 w 14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4" y="2"/>
                  </a:moveTo>
                  <a:cubicBezTo>
                    <a:pt x="5" y="2"/>
                    <a:pt x="7" y="5"/>
                    <a:pt x="8" y="6"/>
                  </a:cubicBezTo>
                  <a:cubicBezTo>
                    <a:pt x="9" y="8"/>
                    <a:pt x="8" y="11"/>
                    <a:pt x="8" y="13"/>
                  </a:cubicBezTo>
                  <a:cubicBezTo>
                    <a:pt x="14" y="6"/>
                    <a:pt x="8" y="0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4" name="Freeform 573">
              <a:extLst>
                <a:ext uri="{FF2B5EF4-FFF2-40B4-BE49-F238E27FC236}">
                  <a16:creationId xmlns:a16="http://schemas.microsoft.com/office/drawing/2014/main" id="{AEE3C13A-4959-4AF5-A966-0F4C79746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63"/>
              <a:ext cx="48" cy="44"/>
            </a:xfrm>
            <a:custGeom>
              <a:avLst/>
              <a:gdLst>
                <a:gd name="T0" fmla="*/ 0 w 14"/>
                <a:gd name="T1" fmla="*/ 0 h 12"/>
                <a:gd name="T2" fmla="*/ 446 w 14"/>
                <a:gd name="T3" fmla="*/ 55 h 12"/>
                <a:gd name="T4" fmla="*/ 483 w 14"/>
                <a:gd name="T5" fmla="*/ 590 h 12"/>
                <a:gd name="T6" fmla="*/ 363 w 14"/>
                <a:gd name="T7" fmla="*/ 297 h 12"/>
                <a:gd name="T8" fmla="*/ 0 w 14"/>
                <a:gd name="T9" fmla="*/ 24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3" y="4"/>
                    <a:pt x="8" y="0"/>
                    <a:pt x="11" y="1"/>
                  </a:cubicBezTo>
                  <a:cubicBezTo>
                    <a:pt x="14" y="3"/>
                    <a:pt x="13" y="9"/>
                    <a:pt x="12" y="12"/>
                  </a:cubicBezTo>
                  <a:cubicBezTo>
                    <a:pt x="13" y="9"/>
                    <a:pt x="12" y="6"/>
                    <a:pt x="9" y="6"/>
                  </a:cubicBezTo>
                  <a:cubicBezTo>
                    <a:pt x="6" y="5"/>
                    <a:pt x="3" y="10"/>
                    <a:pt x="0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5" name="Freeform 574">
              <a:extLst>
                <a:ext uri="{FF2B5EF4-FFF2-40B4-BE49-F238E27FC236}">
                  <a16:creationId xmlns:a16="http://schemas.microsoft.com/office/drawing/2014/main" id="{6A2955B0-5224-493D-800D-4B68BA7EB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309"/>
              <a:ext cx="106" cy="103"/>
            </a:xfrm>
            <a:custGeom>
              <a:avLst/>
              <a:gdLst>
                <a:gd name="T0" fmla="*/ 34 w 31"/>
                <a:gd name="T1" fmla="*/ 1394 h 28"/>
                <a:gd name="T2" fmla="*/ 445 w 31"/>
                <a:gd name="T3" fmla="*/ 445 h 28"/>
                <a:gd name="T4" fmla="*/ 797 w 31"/>
                <a:gd name="T5" fmla="*/ 298 h 28"/>
                <a:gd name="T6" fmla="*/ 1238 w 31"/>
                <a:gd name="T7" fmla="*/ 55 h 28"/>
                <a:gd name="T8" fmla="*/ 1039 w 31"/>
                <a:gd name="T9" fmla="*/ 147 h 28"/>
                <a:gd name="T10" fmla="*/ 875 w 31"/>
                <a:gd name="T11" fmla="*/ 394 h 28"/>
                <a:gd name="T12" fmla="*/ 479 w 31"/>
                <a:gd name="T13" fmla="*/ 596 h 28"/>
                <a:gd name="T14" fmla="*/ 34 w 31"/>
                <a:gd name="T15" fmla="*/ 139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8">
                  <a:moveTo>
                    <a:pt x="1" y="28"/>
                  </a:moveTo>
                  <a:cubicBezTo>
                    <a:pt x="1" y="20"/>
                    <a:pt x="3" y="13"/>
                    <a:pt x="11" y="9"/>
                  </a:cubicBezTo>
                  <a:cubicBezTo>
                    <a:pt x="14" y="8"/>
                    <a:pt x="17" y="7"/>
                    <a:pt x="20" y="6"/>
                  </a:cubicBezTo>
                  <a:cubicBezTo>
                    <a:pt x="24" y="4"/>
                    <a:pt x="27" y="0"/>
                    <a:pt x="31" y="1"/>
                  </a:cubicBezTo>
                  <a:cubicBezTo>
                    <a:pt x="29" y="2"/>
                    <a:pt x="28" y="2"/>
                    <a:pt x="26" y="3"/>
                  </a:cubicBezTo>
                  <a:cubicBezTo>
                    <a:pt x="24" y="5"/>
                    <a:pt x="24" y="7"/>
                    <a:pt x="22" y="8"/>
                  </a:cubicBezTo>
                  <a:cubicBezTo>
                    <a:pt x="20" y="11"/>
                    <a:pt x="15" y="10"/>
                    <a:pt x="12" y="12"/>
                  </a:cubicBezTo>
                  <a:cubicBezTo>
                    <a:pt x="7" y="15"/>
                    <a:pt x="0" y="22"/>
                    <a:pt x="1" y="28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6" name="Freeform 575">
              <a:extLst>
                <a:ext uri="{FF2B5EF4-FFF2-40B4-BE49-F238E27FC236}">
                  <a16:creationId xmlns:a16="http://schemas.microsoft.com/office/drawing/2014/main" id="{B95C10F3-85C1-4F19-8925-379CB67F1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390"/>
              <a:ext cx="38" cy="54"/>
            </a:xfrm>
            <a:custGeom>
              <a:avLst/>
              <a:gdLst>
                <a:gd name="T0" fmla="*/ 418 w 11"/>
                <a:gd name="T1" fmla="*/ 0 h 15"/>
                <a:gd name="T2" fmla="*/ 287 w 11"/>
                <a:gd name="T3" fmla="*/ 90 h 15"/>
                <a:gd name="T4" fmla="*/ 252 w 11"/>
                <a:gd name="T5" fmla="*/ 284 h 15"/>
                <a:gd name="T6" fmla="*/ 166 w 11"/>
                <a:gd name="T7" fmla="*/ 698 h 15"/>
                <a:gd name="T8" fmla="*/ 335 w 11"/>
                <a:gd name="T9" fmla="*/ 374 h 15"/>
                <a:gd name="T10" fmla="*/ 453 w 11"/>
                <a:gd name="T11" fmla="*/ 5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0" y="0"/>
                  </a:moveTo>
                  <a:cubicBezTo>
                    <a:pt x="10" y="0"/>
                    <a:pt x="8" y="1"/>
                    <a:pt x="7" y="2"/>
                  </a:cubicBezTo>
                  <a:cubicBezTo>
                    <a:pt x="7" y="3"/>
                    <a:pt x="6" y="5"/>
                    <a:pt x="6" y="6"/>
                  </a:cubicBezTo>
                  <a:cubicBezTo>
                    <a:pt x="5" y="9"/>
                    <a:pt x="0" y="13"/>
                    <a:pt x="4" y="15"/>
                  </a:cubicBezTo>
                  <a:cubicBezTo>
                    <a:pt x="2" y="12"/>
                    <a:pt x="7" y="11"/>
                    <a:pt x="8" y="8"/>
                  </a:cubicBezTo>
                  <a:cubicBezTo>
                    <a:pt x="9" y="5"/>
                    <a:pt x="8" y="3"/>
                    <a:pt x="11" y="1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7" name="Freeform 576">
              <a:extLst>
                <a:ext uri="{FF2B5EF4-FFF2-40B4-BE49-F238E27FC236}">
                  <a16:creationId xmlns:a16="http://schemas.microsoft.com/office/drawing/2014/main" id="{6D90ADAA-424B-4076-AD54-5FD5AC09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357"/>
              <a:ext cx="31" cy="18"/>
            </a:xfrm>
            <a:custGeom>
              <a:avLst/>
              <a:gdLst>
                <a:gd name="T0" fmla="*/ 0 w 9"/>
                <a:gd name="T1" fmla="*/ 0 h 5"/>
                <a:gd name="T2" fmla="*/ 248 w 9"/>
                <a:gd name="T3" fmla="*/ 50 h 5"/>
                <a:gd name="T4" fmla="*/ 369 w 9"/>
                <a:gd name="T5" fmla="*/ 234 h 5"/>
                <a:gd name="T6" fmla="*/ 34 w 9"/>
                <a:gd name="T7" fmla="*/ 5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2" y="0"/>
                    <a:pt x="5" y="0"/>
                    <a:pt x="6" y="1"/>
                  </a:cubicBezTo>
                  <a:cubicBezTo>
                    <a:pt x="8" y="2"/>
                    <a:pt x="8" y="4"/>
                    <a:pt x="9" y="5"/>
                  </a:cubicBezTo>
                  <a:cubicBezTo>
                    <a:pt x="6" y="4"/>
                    <a:pt x="4" y="1"/>
                    <a:pt x="1" y="1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8" name="Freeform 577">
              <a:extLst>
                <a:ext uri="{FF2B5EF4-FFF2-40B4-BE49-F238E27FC236}">
                  <a16:creationId xmlns:a16="http://schemas.microsoft.com/office/drawing/2014/main" id="{F5F5E207-796C-45F4-81EB-4E270AE64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496"/>
              <a:ext cx="65" cy="47"/>
            </a:xfrm>
            <a:custGeom>
              <a:avLst/>
              <a:gdLst>
                <a:gd name="T0" fmla="*/ 0 w 19"/>
                <a:gd name="T1" fmla="*/ 145 h 13"/>
                <a:gd name="T2" fmla="*/ 397 w 19"/>
                <a:gd name="T3" fmla="*/ 325 h 13"/>
                <a:gd name="T4" fmla="*/ 759 w 19"/>
                <a:gd name="T5" fmla="*/ 615 h 13"/>
                <a:gd name="T6" fmla="*/ 643 w 19"/>
                <a:gd name="T7" fmla="*/ 289 h 13"/>
                <a:gd name="T8" fmla="*/ 643 w 19"/>
                <a:gd name="T9" fmla="*/ 90 h 13"/>
                <a:gd name="T10" fmla="*/ 561 w 19"/>
                <a:gd name="T11" fmla="*/ 51 h 13"/>
                <a:gd name="T12" fmla="*/ 479 w 19"/>
                <a:gd name="T13" fmla="*/ 184 h 13"/>
                <a:gd name="T14" fmla="*/ 363 w 19"/>
                <a:gd name="T15" fmla="*/ 235 h 13"/>
                <a:gd name="T16" fmla="*/ 82 w 19"/>
                <a:gd name="T17" fmla="*/ 23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3">
                  <a:moveTo>
                    <a:pt x="0" y="3"/>
                  </a:moveTo>
                  <a:cubicBezTo>
                    <a:pt x="1" y="8"/>
                    <a:pt x="6" y="7"/>
                    <a:pt x="10" y="7"/>
                  </a:cubicBezTo>
                  <a:cubicBezTo>
                    <a:pt x="15" y="7"/>
                    <a:pt x="16" y="10"/>
                    <a:pt x="19" y="13"/>
                  </a:cubicBezTo>
                  <a:cubicBezTo>
                    <a:pt x="17" y="11"/>
                    <a:pt x="17" y="9"/>
                    <a:pt x="16" y="6"/>
                  </a:cubicBezTo>
                  <a:cubicBezTo>
                    <a:pt x="16" y="5"/>
                    <a:pt x="16" y="3"/>
                    <a:pt x="16" y="2"/>
                  </a:cubicBezTo>
                  <a:cubicBezTo>
                    <a:pt x="15" y="1"/>
                    <a:pt x="15" y="0"/>
                    <a:pt x="14" y="1"/>
                  </a:cubicBezTo>
                  <a:cubicBezTo>
                    <a:pt x="13" y="2"/>
                    <a:pt x="13" y="3"/>
                    <a:pt x="12" y="4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7" y="6"/>
                    <a:pt x="4" y="6"/>
                    <a:pt x="2" y="5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9" name="Freeform 578">
              <a:extLst>
                <a:ext uri="{FF2B5EF4-FFF2-40B4-BE49-F238E27FC236}">
                  <a16:creationId xmlns:a16="http://schemas.microsoft.com/office/drawing/2014/main" id="{0D31266E-2D40-45AA-951E-565CAFCD5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503"/>
              <a:ext cx="45" cy="33"/>
            </a:xfrm>
            <a:custGeom>
              <a:avLst/>
              <a:gdLst>
                <a:gd name="T0" fmla="*/ 166 w 13"/>
                <a:gd name="T1" fmla="*/ 242 h 9"/>
                <a:gd name="T2" fmla="*/ 370 w 13"/>
                <a:gd name="T3" fmla="*/ 389 h 9"/>
                <a:gd name="T4" fmla="*/ 540 w 13"/>
                <a:gd name="T5" fmla="*/ 297 h 9"/>
                <a:gd name="T6" fmla="*/ 370 w 13"/>
                <a:gd name="T7" fmla="*/ 0 h 9"/>
                <a:gd name="T8" fmla="*/ 166 w 13"/>
                <a:gd name="T9" fmla="*/ 95 h 9"/>
                <a:gd name="T10" fmla="*/ 0 w 13"/>
                <a:gd name="T11" fmla="*/ 242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9">
                  <a:moveTo>
                    <a:pt x="4" y="5"/>
                  </a:moveTo>
                  <a:cubicBezTo>
                    <a:pt x="6" y="6"/>
                    <a:pt x="7" y="8"/>
                    <a:pt x="9" y="8"/>
                  </a:cubicBezTo>
                  <a:cubicBezTo>
                    <a:pt x="11" y="9"/>
                    <a:pt x="12" y="7"/>
                    <a:pt x="13" y="6"/>
                  </a:cubicBezTo>
                  <a:cubicBezTo>
                    <a:pt x="9" y="7"/>
                    <a:pt x="6" y="4"/>
                    <a:pt x="9" y="0"/>
                  </a:cubicBezTo>
                  <a:cubicBezTo>
                    <a:pt x="7" y="0"/>
                    <a:pt x="5" y="1"/>
                    <a:pt x="4" y="2"/>
                  </a:cubicBezTo>
                  <a:cubicBezTo>
                    <a:pt x="3" y="3"/>
                    <a:pt x="1" y="4"/>
                    <a:pt x="0" y="5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0" name="Freeform 579">
              <a:extLst>
                <a:ext uri="{FF2B5EF4-FFF2-40B4-BE49-F238E27FC236}">
                  <a16:creationId xmlns:a16="http://schemas.microsoft.com/office/drawing/2014/main" id="{1DF87901-0ED3-48F3-9C99-6A44E1C7D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353"/>
              <a:ext cx="24" cy="70"/>
            </a:xfrm>
            <a:custGeom>
              <a:avLst/>
              <a:gdLst>
                <a:gd name="T0" fmla="*/ 0 w 7"/>
                <a:gd name="T1" fmla="*/ 0 h 19"/>
                <a:gd name="T2" fmla="*/ 165 w 7"/>
                <a:gd name="T3" fmla="*/ 243 h 19"/>
                <a:gd name="T4" fmla="*/ 247 w 7"/>
                <a:gd name="T5" fmla="*/ 556 h 19"/>
                <a:gd name="T6" fmla="*/ 247 w 7"/>
                <a:gd name="T7" fmla="*/ 855 h 19"/>
                <a:gd name="T8" fmla="*/ 34 w 7"/>
                <a:gd name="T9" fmla="*/ 951 h 19"/>
                <a:gd name="T10" fmla="*/ 165 w 7"/>
                <a:gd name="T11" fmla="*/ 556 h 19"/>
                <a:gd name="T12" fmla="*/ 82 w 7"/>
                <a:gd name="T13" fmla="*/ 243 h 19"/>
                <a:gd name="T14" fmla="*/ 0 w 7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5" y="7"/>
                    <a:pt x="6" y="9"/>
                    <a:pt x="6" y="11"/>
                  </a:cubicBezTo>
                  <a:cubicBezTo>
                    <a:pt x="6" y="13"/>
                    <a:pt x="7" y="16"/>
                    <a:pt x="6" y="17"/>
                  </a:cubicBezTo>
                  <a:cubicBezTo>
                    <a:pt x="5" y="18"/>
                    <a:pt x="3" y="19"/>
                    <a:pt x="1" y="19"/>
                  </a:cubicBezTo>
                  <a:cubicBezTo>
                    <a:pt x="5" y="17"/>
                    <a:pt x="5" y="14"/>
                    <a:pt x="4" y="11"/>
                  </a:cubicBezTo>
                  <a:cubicBezTo>
                    <a:pt x="3" y="9"/>
                    <a:pt x="3" y="7"/>
                    <a:pt x="2" y="5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1" name="Freeform 580">
              <a:extLst>
                <a:ext uri="{FF2B5EF4-FFF2-40B4-BE49-F238E27FC236}">
                  <a16:creationId xmlns:a16="http://schemas.microsoft.com/office/drawing/2014/main" id="{98021C6A-D48A-4616-929D-A31DDC3EF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291"/>
              <a:ext cx="308" cy="278"/>
            </a:xfrm>
            <a:custGeom>
              <a:avLst/>
              <a:gdLst>
                <a:gd name="T0" fmla="*/ 3210 w 90"/>
                <a:gd name="T1" fmla="*/ 735 h 76"/>
                <a:gd name="T2" fmla="*/ 3525 w 90"/>
                <a:gd name="T3" fmla="*/ 1712 h 76"/>
                <a:gd name="T4" fmla="*/ 3292 w 90"/>
                <a:gd name="T5" fmla="*/ 1913 h 76"/>
                <a:gd name="T6" fmla="*/ 3210 w 90"/>
                <a:gd name="T7" fmla="*/ 2250 h 76"/>
                <a:gd name="T8" fmla="*/ 2964 w 90"/>
                <a:gd name="T9" fmla="*/ 2798 h 76"/>
                <a:gd name="T10" fmla="*/ 2601 w 90"/>
                <a:gd name="T11" fmla="*/ 3332 h 76"/>
                <a:gd name="T12" fmla="*/ 2050 w 90"/>
                <a:gd name="T13" fmla="*/ 3131 h 76"/>
                <a:gd name="T14" fmla="*/ 1557 w 90"/>
                <a:gd name="T15" fmla="*/ 3625 h 76"/>
                <a:gd name="T16" fmla="*/ 1126 w 90"/>
                <a:gd name="T17" fmla="*/ 3277 h 76"/>
                <a:gd name="T18" fmla="*/ 517 w 90"/>
                <a:gd name="T19" fmla="*/ 3186 h 76"/>
                <a:gd name="T20" fmla="*/ 397 w 90"/>
                <a:gd name="T21" fmla="*/ 2597 h 76"/>
                <a:gd name="T22" fmla="*/ 164 w 90"/>
                <a:gd name="T23" fmla="*/ 2008 h 76"/>
                <a:gd name="T24" fmla="*/ 479 w 90"/>
                <a:gd name="T25" fmla="*/ 644 h 76"/>
                <a:gd name="T26" fmla="*/ 1044 w 90"/>
                <a:gd name="T27" fmla="*/ 348 h 76"/>
                <a:gd name="T28" fmla="*/ 1557 w 90"/>
                <a:gd name="T29" fmla="*/ 146 h 76"/>
                <a:gd name="T30" fmla="*/ 1886 w 90"/>
                <a:gd name="T31" fmla="*/ 241 h 76"/>
                <a:gd name="T32" fmla="*/ 2200 w 90"/>
                <a:gd name="T33" fmla="*/ 95 h 76"/>
                <a:gd name="T34" fmla="*/ 2810 w 90"/>
                <a:gd name="T35" fmla="*/ 241 h 76"/>
                <a:gd name="T36" fmla="*/ 3210 w 90"/>
                <a:gd name="T37" fmla="*/ 735 h 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0" h="76">
                  <a:moveTo>
                    <a:pt x="80" y="15"/>
                  </a:moveTo>
                  <a:cubicBezTo>
                    <a:pt x="84" y="19"/>
                    <a:pt x="90" y="30"/>
                    <a:pt x="88" y="35"/>
                  </a:cubicBezTo>
                  <a:cubicBezTo>
                    <a:pt x="87" y="38"/>
                    <a:pt x="84" y="37"/>
                    <a:pt x="82" y="39"/>
                  </a:cubicBezTo>
                  <a:cubicBezTo>
                    <a:pt x="78" y="43"/>
                    <a:pt x="81" y="42"/>
                    <a:pt x="80" y="46"/>
                  </a:cubicBezTo>
                  <a:cubicBezTo>
                    <a:pt x="80" y="51"/>
                    <a:pt x="77" y="53"/>
                    <a:pt x="74" y="57"/>
                  </a:cubicBezTo>
                  <a:cubicBezTo>
                    <a:pt x="71" y="62"/>
                    <a:pt x="72" y="68"/>
                    <a:pt x="65" y="68"/>
                  </a:cubicBezTo>
                  <a:cubicBezTo>
                    <a:pt x="58" y="68"/>
                    <a:pt x="58" y="63"/>
                    <a:pt x="51" y="64"/>
                  </a:cubicBezTo>
                  <a:cubicBezTo>
                    <a:pt x="46" y="66"/>
                    <a:pt x="45" y="73"/>
                    <a:pt x="39" y="74"/>
                  </a:cubicBezTo>
                  <a:cubicBezTo>
                    <a:pt x="32" y="76"/>
                    <a:pt x="32" y="71"/>
                    <a:pt x="28" y="67"/>
                  </a:cubicBezTo>
                  <a:cubicBezTo>
                    <a:pt x="22" y="63"/>
                    <a:pt x="18" y="67"/>
                    <a:pt x="13" y="65"/>
                  </a:cubicBezTo>
                  <a:cubicBezTo>
                    <a:pt x="8" y="63"/>
                    <a:pt x="10" y="57"/>
                    <a:pt x="10" y="53"/>
                  </a:cubicBezTo>
                  <a:cubicBezTo>
                    <a:pt x="9" y="48"/>
                    <a:pt x="7" y="46"/>
                    <a:pt x="4" y="41"/>
                  </a:cubicBezTo>
                  <a:cubicBezTo>
                    <a:pt x="0" y="33"/>
                    <a:pt x="4" y="19"/>
                    <a:pt x="12" y="13"/>
                  </a:cubicBezTo>
                  <a:cubicBezTo>
                    <a:pt x="16" y="10"/>
                    <a:pt x="21" y="10"/>
                    <a:pt x="26" y="7"/>
                  </a:cubicBezTo>
                  <a:cubicBezTo>
                    <a:pt x="30" y="5"/>
                    <a:pt x="33" y="1"/>
                    <a:pt x="39" y="3"/>
                  </a:cubicBezTo>
                  <a:cubicBezTo>
                    <a:pt x="42" y="4"/>
                    <a:pt x="43" y="6"/>
                    <a:pt x="47" y="5"/>
                  </a:cubicBezTo>
                  <a:cubicBezTo>
                    <a:pt x="49" y="5"/>
                    <a:pt x="52" y="3"/>
                    <a:pt x="55" y="2"/>
                  </a:cubicBezTo>
                  <a:cubicBezTo>
                    <a:pt x="61" y="0"/>
                    <a:pt x="65" y="1"/>
                    <a:pt x="70" y="5"/>
                  </a:cubicBezTo>
                  <a:cubicBezTo>
                    <a:pt x="73" y="8"/>
                    <a:pt x="78" y="11"/>
                    <a:pt x="80" y="1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2" name="Freeform 581">
              <a:extLst>
                <a:ext uri="{FF2B5EF4-FFF2-40B4-BE49-F238E27FC236}">
                  <a16:creationId xmlns:a16="http://schemas.microsoft.com/office/drawing/2014/main" id="{444D2D13-8156-44B6-A771-59DEB1992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492"/>
              <a:ext cx="55" cy="40"/>
            </a:xfrm>
            <a:custGeom>
              <a:avLst/>
              <a:gdLst>
                <a:gd name="T0" fmla="*/ 0 w 16"/>
                <a:gd name="T1" fmla="*/ 527 h 11"/>
                <a:gd name="T2" fmla="*/ 650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7" y="6"/>
                    <a:pt x="9" y="2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3" name="Freeform 582">
              <a:extLst>
                <a:ext uri="{FF2B5EF4-FFF2-40B4-BE49-F238E27FC236}">
                  <a16:creationId xmlns:a16="http://schemas.microsoft.com/office/drawing/2014/main" id="{9E1E944F-A399-420F-819B-314302CEC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309"/>
              <a:ext cx="35" cy="15"/>
            </a:xfrm>
            <a:custGeom>
              <a:avLst/>
              <a:gdLst>
                <a:gd name="T0" fmla="*/ 431 w 10"/>
                <a:gd name="T1" fmla="*/ 154 h 4"/>
                <a:gd name="T2" fmla="*/ 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3"/>
                  </a:moveTo>
                  <a:cubicBezTo>
                    <a:pt x="6" y="4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4" name="Freeform 583">
              <a:extLst>
                <a:ext uri="{FF2B5EF4-FFF2-40B4-BE49-F238E27FC236}">
                  <a16:creationId xmlns:a16="http://schemas.microsoft.com/office/drawing/2014/main" id="{D4066711-9E47-4765-83A8-E32F28E17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375"/>
              <a:ext cx="61" cy="102"/>
            </a:xfrm>
            <a:custGeom>
              <a:avLst/>
              <a:gdLst>
                <a:gd name="T0" fmla="*/ 702 w 18"/>
                <a:gd name="T1" fmla="*/ 0 h 28"/>
                <a:gd name="T2" fmla="*/ 312 w 18"/>
                <a:gd name="T3" fmla="*/ 240 h 28"/>
                <a:gd name="T4" fmla="*/ 275 w 18"/>
                <a:gd name="T5" fmla="*/ 437 h 28"/>
                <a:gd name="T6" fmla="*/ 159 w 18"/>
                <a:gd name="T7" fmla="*/ 623 h 28"/>
                <a:gd name="T8" fmla="*/ 115 w 18"/>
                <a:gd name="T9" fmla="*/ 1115 h 28"/>
                <a:gd name="T10" fmla="*/ 505 w 18"/>
                <a:gd name="T11" fmla="*/ 135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18" y="0"/>
                  </a:moveTo>
                  <a:cubicBezTo>
                    <a:pt x="16" y="0"/>
                    <a:pt x="10" y="3"/>
                    <a:pt x="8" y="5"/>
                  </a:cubicBezTo>
                  <a:cubicBezTo>
                    <a:pt x="7" y="6"/>
                    <a:pt x="8" y="8"/>
                    <a:pt x="7" y="9"/>
                  </a:cubicBezTo>
                  <a:cubicBezTo>
                    <a:pt x="7" y="11"/>
                    <a:pt x="5" y="12"/>
                    <a:pt x="4" y="13"/>
                  </a:cubicBezTo>
                  <a:cubicBezTo>
                    <a:pt x="2" y="16"/>
                    <a:pt x="0" y="20"/>
                    <a:pt x="3" y="23"/>
                  </a:cubicBezTo>
                  <a:cubicBezTo>
                    <a:pt x="6" y="26"/>
                    <a:pt x="13" y="23"/>
                    <a:pt x="13" y="2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5" name="Freeform 584">
              <a:extLst>
                <a:ext uri="{FF2B5EF4-FFF2-40B4-BE49-F238E27FC236}">
                  <a16:creationId xmlns:a16="http://schemas.microsoft.com/office/drawing/2014/main" id="{33D555F7-C039-4835-AB50-155EED625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346"/>
              <a:ext cx="65" cy="47"/>
            </a:xfrm>
            <a:custGeom>
              <a:avLst/>
              <a:gdLst>
                <a:gd name="T0" fmla="*/ 561 w 19"/>
                <a:gd name="T1" fmla="*/ 615 h 13"/>
                <a:gd name="T2" fmla="*/ 363 w 19"/>
                <a:gd name="T3" fmla="*/ 90 h 13"/>
                <a:gd name="T4" fmla="*/ 0 w 19"/>
                <a:gd name="T5" fmla="*/ 5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14" y="13"/>
                  </a:moveTo>
                  <a:cubicBezTo>
                    <a:pt x="19" y="10"/>
                    <a:pt x="12" y="4"/>
                    <a:pt x="9" y="2"/>
                  </a:cubicBezTo>
                  <a:cubicBezTo>
                    <a:pt x="6" y="0"/>
                    <a:pt x="3" y="2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6" name="Freeform 585">
              <a:extLst>
                <a:ext uri="{FF2B5EF4-FFF2-40B4-BE49-F238E27FC236}">
                  <a16:creationId xmlns:a16="http://schemas.microsoft.com/office/drawing/2014/main" id="{6D00A717-FB43-42F8-8D2A-D8F8F0C5F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342"/>
              <a:ext cx="10" cy="22"/>
            </a:xfrm>
            <a:custGeom>
              <a:avLst/>
              <a:gdLst>
                <a:gd name="T0" fmla="*/ 0 w 3"/>
                <a:gd name="T1" fmla="*/ 202 h 6"/>
                <a:gd name="T2" fmla="*/ 77 w 3"/>
                <a:gd name="T3" fmla="*/ 0 h 6"/>
                <a:gd name="T4" fmla="*/ 33 w 3"/>
                <a:gd name="T5" fmla="*/ 2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3" y="2"/>
                    <a:pt x="1" y="4"/>
                    <a:pt x="1" y="6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7" name="Freeform 586">
              <a:extLst>
                <a:ext uri="{FF2B5EF4-FFF2-40B4-BE49-F238E27FC236}">
                  <a16:creationId xmlns:a16="http://schemas.microsoft.com/office/drawing/2014/main" id="{291868E4-9D80-46F2-8126-8C1300F1E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368"/>
              <a:ext cx="10" cy="18"/>
            </a:xfrm>
            <a:custGeom>
              <a:avLst/>
              <a:gdLst>
                <a:gd name="T0" fmla="*/ 110 w 3"/>
                <a:gd name="T1" fmla="*/ 180 h 5"/>
                <a:gd name="T2" fmla="*/ 33 w 3"/>
                <a:gd name="T3" fmla="*/ 0 h 5"/>
                <a:gd name="T4" fmla="*/ 33 w 3"/>
                <a:gd name="T5" fmla="*/ 2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2" y="3"/>
                    <a:pt x="2" y="0"/>
                    <a:pt x="1" y="0"/>
                  </a:cubicBezTo>
                  <a:cubicBezTo>
                    <a:pt x="0" y="1"/>
                    <a:pt x="1" y="4"/>
                    <a:pt x="1" y="5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8" name="Freeform 587">
              <a:extLst>
                <a:ext uri="{FF2B5EF4-FFF2-40B4-BE49-F238E27FC236}">
                  <a16:creationId xmlns:a16="http://schemas.microsoft.com/office/drawing/2014/main" id="{61C3E804-6261-4E12-8848-B6C8F6123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316"/>
              <a:ext cx="10" cy="11"/>
            </a:xfrm>
            <a:custGeom>
              <a:avLst/>
              <a:gdLst>
                <a:gd name="T0" fmla="*/ 77 w 3"/>
                <a:gd name="T1" fmla="*/ 0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3"/>
                    <a:pt x="0" y="3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9" name="Freeform 588">
              <a:extLst>
                <a:ext uri="{FF2B5EF4-FFF2-40B4-BE49-F238E27FC236}">
                  <a16:creationId xmlns:a16="http://schemas.microsoft.com/office/drawing/2014/main" id="{02908369-2600-4608-B863-D6262B979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390"/>
              <a:ext cx="7" cy="7"/>
            </a:xfrm>
            <a:custGeom>
              <a:avLst/>
              <a:gdLst>
                <a:gd name="T0" fmla="*/ 0 w 2"/>
                <a:gd name="T1" fmla="*/ 0 h 2"/>
                <a:gd name="T2" fmla="*/ 88 w 2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0" name="Freeform 589">
              <a:extLst>
                <a:ext uri="{FF2B5EF4-FFF2-40B4-BE49-F238E27FC236}">
                  <a16:creationId xmlns:a16="http://schemas.microsoft.com/office/drawing/2014/main" id="{1ECEFF7A-058E-47DA-8F63-22981CC92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463"/>
              <a:ext cx="14" cy="14"/>
            </a:xfrm>
            <a:custGeom>
              <a:avLst/>
              <a:gdLst>
                <a:gd name="T0" fmla="*/ 49 w 4"/>
                <a:gd name="T1" fmla="*/ 172 h 4"/>
                <a:gd name="T2" fmla="*/ 0 w 4"/>
                <a:gd name="T3" fmla="*/ 8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1" name="Freeform 590">
              <a:extLst>
                <a:ext uri="{FF2B5EF4-FFF2-40B4-BE49-F238E27FC236}">
                  <a16:creationId xmlns:a16="http://schemas.microsoft.com/office/drawing/2014/main" id="{C970F101-962C-4620-8E3A-9F9F1DD78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488"/>
              <a:ext cx="11" cy="11"/>
            </a:xfrm>
            <a:custGeom>
              <a:avLst/>
              <a:gdLst>
                <a:gd name="T0" fmla="*/ 95 w 3"/>
                <a:gd name="T1" fmla="*/ 95 h 3"/>
                <a:gd name="T2" fmla="*/ 55 w 3"/>
                <a:gd name="T3" fmla="*/ 0 h 3"/>
                <a:gd name="T4" fmla="*/ 55 w 3"/>
                <a:gd name="T5" fmla="*/ 14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3" y="2"/>
                    <a:pt x="2" y="0"/>
                    <a:pt x="1" y="0"/>
                  </a:cubicBez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2" name="Freeform 591">
              <a:extLst>
                <a:ext uri="{FF2B5EF4-FFF2-40B4-BE49-F238E27FC236}">
                  <a16:creationId xmlns:a16="http://schemas.microsoft.com/office/drawing/2014/main" id="{9895934E-2C6D-4B0E-BF75-4B8740DBB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675"/>
              <a:ext cx="55" cy="36"/>
            </a:xfrm>
            <a:custGeom>
              <a:avLst/>
              <a:gdLst>
                <a:gd name="T0" fmla="*/ 0 w 16"/>
                <a:gd name="T1" fmla="*/ 0 h 10"/>
                <a:gd name="T2" fmla="*/ 248 w 16"/>
                <a:gd name="T3" fmla="*/ 144 h 10"/>
                <a:gd name="T4" fmla="*/ 533 w 16"/>
                <a:gd name="T5" fmla="*/ 374 h 10"/>
                <a:gd name="T6" fmla="*/ 650 w 16"/>
                <a:gd name="T7" fmla="*/ 46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  <a:cubicBezTo>
                    <a:pt x="8" y="5"/>
                    <a:pt x="11" y="6"/>
                    <a:pt x="13" y="8"/>
                  </a:cubicBezTo>
                  <a:cubicBezTo>
                    <a:pt x="14" y="9"/>
                    <a:pt x="15" y="10"/>
                    <a:pt x="16" y="1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3" name="Freeform 592">
              <a:extLst>
                <a:ext uri="{FF2B5EF4-FFF2-40B4-BE49-F238E27FC236}">
                  <a16:creationId xmlns:a16="http://schemas.microsoft.com/office/drawing/2014/main" id="{69DF0ABA-E646-4BF7-9029-C295CFEF8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788"/>
              <a:ext cx="45" cy="8"/>
            </a:xfrm>
            <a:custGeom>
              <a:avLst/>
              <a:gdLst>
                <a:gd name="T0" fmla="*/ 0 w 13"/>
                <a:gd name="T1" fmla="*/ 128 h 2"/>
                <a:gd name="T2" fmla="*/ 253 w 13"/>
                <a:gd name="T3" fmla="*/ 0 h 2"/>
                <a:gd name="T4" fmla="*/ 540 w 13"/>
                <a:gd name="T5" fmla="*/ 6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9" y="0"/>
                    <a:pt x="10" y="1"/>
                    <a:pt x="13" y="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4" name="Freeform 593">
              <a:extLst>
                <a:ext uri="{FF2B5EF4-FFF2-40B4-BE49-F238E27FC236}">
                  <a16:creationId xmlns:a16="http://schemas.microsoft.com/office/drawing/2014/main" id="{CE1A9EB2-4224-4F6E-A4F9-370DAFCBB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635"/>
              <a:ext cx="52" cy="69"/>
            </a:xfrm>
            <a:custGeom>
              <a:avLst/>
              <a:gdLst>
                <a:gd name="T0" fmla="*/ 0 w 15"/>
                <a:gd name="T1" fmla="*/ 817 h 19"/>
                <a:gd name="T2" fmla="*/ 205 w 15"/>
                <a:gd name="T3" fmla="*/ 857 h 19"/>
                <a:gd name="T4" fmla="*/ 419 w 15"/>
                <a:gd name="T5" fmla="*/ 476 h 19"/>
                <a:gd name="T6" fmla="*/ 541 w 15"/>
                <a:gd name="T7" fmla="*/ 91 h 19"/>
                <a:gd name="T8" fmla="*/ 624 w 15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0" y="17"/>
                  </a:moveTo>
                  <a:cubicBezTo>
                    <a:pt x="1" y="19"/>
                    <a:pt x="4" y="18"/>
                    <a:pt x="5" y="18"/>
                  </a:cubicBezTo>
                  <a:cubicBezTo>
                    <a:pt x="8" y="16"/>
                    <a:pt x="9" y="12"/>
                    <a:pt x="10" y="10"/>
                  </a:cubicBezTo>
                  <a:cubicBezTo>
                    <a:pt x="11" y="7"/>
                    <a:pt x="11" y="4"/>
                    <a:pt x="13" y="2"/>
                  </a:cubicBezTo>
                  <a:cubicBezTo>
                    <a:pt x="14" y="1"/>
                    <a:pt x="15" y="1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5" name="Freeform 594">
              <a:extLst>
                <a:ext uri="{FF2B5EF4-FFF2-40B4-BE49-F238E27FC236}">
                  <a16:creationId xmlns:a16="http://schemas.microsoft.com/office/drawing/2014/main" id="{4EE9ECE2-5D0C-4F86-8FDF-A7EF8F437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715"/>
              <a:ext cx="1" cy="11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6" name="Freeform 595">
              <a:extLst>
                <a:ext uri="{FF2B5EF4-FFF2-40B4-BE49-F238E27FC236}">
                  <a16:creationId xmlns:a16="http://schemas.microsoft.com/office/drawing/2014/main" id="{12B100AF-4E8A-4748-A515-5F8189E31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690"/>
              <a:ext cx="82" cy="21"/>
            </a:xfrm>
            <a:custGeom>
              <a:avLst/>
              <a:gdLst>
                <a:gd name="T0" fmla="*/ 0 w 24"/>
                <a:gd name="T1" fmla="*/ 0 h 6"/>
                <a:gd name="T2" fmla="*/ 677 w 24"/>
                <a:gd name="T3" fmla="*/ 221 h 6"/>
                <a:gd name="T4" fmla="*/ 957 w 24"/>
                <a:gd name="T5" fmla="*/ 25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3" y="5"/>
                    <a:pt x="12" y="4"/>
                    <a:pt x="17" y="5"/>
                  </a:cubicBezTo>
                  <a:cubicBezTo>
                    <a:pt x="19" y="5"/>
                    <a:pt x="21" y="5"/>
                    <a:pt x="24" y="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7" name="Freeform 596">
              <a:extLst>
                <a:ext uri="{FF2B5EF4-FFF2-40B4-BE49-F238E27FC236}">
                  <a16:creationId xmlns:a16="http://schemas.microsoft.com/office/drawing/2014/main" id="{BEC8AE47-3815-4AE3-8B32-DDDD17A89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839"/>
              <a:ext cx="24" cy="33"/>
            </a:xfrm>
            <a:custGeom>
              <a:avLst/>
              <a:gdLst>
                <a:gd name="T0" fmla="*/ 0 w 7"/>
                <a:gd name="T1" fmla="*/ 0 h 9"/>
                <a:gd name="T2" fmla="*/ 281 w 7"/>
                <a:gd name="T3" fmla="*/ 4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4" y="1"/>
                    <a:pt x="4" y="7"/>
                    <a:pt x="7" y="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8" name="Freeform 597">
              <a:extLst>
                <a:ext uri="{FF2B5EF4-FFF2-40B4-BE49-F238E27FC236}">
                  <a16:creationId xmlns:a16="http://schemas.microsoft.com/office/drawing/2014/main" id="{1310ABB6-4A9D-4C1B-9699-0B1A2A7E1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766"/>
              <a:ext cx="51" cy="88"/>
            </a:xfrm>
            <a:custGeom>
              <a:avLst/>
              <a:gdLst>
                <a:gd name="T0" fmla="*/ 510 w 15"/>
                <a:gd name="T1" fmla="*/ 0 h 24"/>
                <a:gd name="T2" fmla="*/ 588 w 15"/>
                <a:gd name="T3" fmla="*/ 389 h 24"/>
                <a:gd name="T4" fmla="*/ 313 w 15"/>
                <a:gd name="T5" fmla="*/ 792 h 24"/>
                <a:gd name="T6" fmla="*/ 0 w 15"/>
                <a:gd name="T7" fmla="*/ 118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13" y="0"/>
                  </a:moveTo>
                  <a:cubicBezTo>
                    <a:pt x="14" y="3"/>
                    <a:pt x="15" y="5"/>
                    <a:pt x="15" y="8"/>
                  </a:cubicBezTo>
                  <a:cubicBezTo>
                    <a:pt x="15" y="12"/>
                    <a:pt x="12" y="14"/>
                    <a:pt x="8" y="16"/>
                  </a:cubicBezTo>
                  <a:cubicBezTo>
                    <a:pt x="5" y="18"/>
                    <a:pt x="1" y="1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9" name="Freeform 598">
              <a:extLst>
                <a:ext uri="{FF2B5EF4-FFF2-40B4-BE49-F238E27FC236}">
                  <a16:creationId xmlns:a16="http://schemas.microsoft.com/office/drawing/2014/main" id="{551D07EC-DB5B-447B-9AEE-4DEE91EE4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679"/>
              <a:ext cx="61" cy="80"/>
            </a:xfrm>
            <a:custGeom>
              <a:avLst/>
              <a:gdLst>
                <a:gd name="T0" fmla="*/ 0 w 18"/>
                <a:gd name="T1" fmla="*/ 1058 h 22"/>
                <a:gd name="T2" fmla="*/ 230 w 18"/>
                <a:gd name="T3" fmla="*/ 727 h 22"/>
                <a:gd name="T4" fmla="*/ 70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22"/>
                  </a:moveTo>
                  <a:cubicBezTo>
                    <a:pt x="2" y="20"/>
                    <a:pt x="4" y="17"/>
                    <a:pt x="6" y="15"/>
                  </a:cubicBezTo>
                  <a:cubicBezTo>
                    <a:pt x="11" y="11"/>
                    <a:pt x="17" y="8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0" name="Freeform 599">
              <a:extLst>
                <a:ext uri="{FF2B5EF4-FFF2-40B4-BE49-F238E27FC236}">
                  <a16:creationId xmlns:a16="http://schemas.microsoft.com/office/drawing/2014/main" id="{6FFFAE62-3F73-4EE1-AD52-667105F85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832"/>
              <a:ext cx="72" cy="26"/>
            </a:xfrm>
            <a:custGeom>
              <a:avLst/>
              <a:gdLst>
                <a:gd name="T0" fmla="*/ 0 w 21"/>
                <a:gd name="T1" fmla="*/ 0 h 7"/>
                <a:gd name="T2" fmla="*/ 165 w 21"/>
                <a:gd name="T3" fmla="*/ 0 h 7"/>
                <a:gd name="T4" fmla="*/ 446 w 21"/>
                <a:gd name="T5" fmla="*/ 56 h 7"/>
                <a:gd name="T6" fmla="*/ 730 w 21"/>
                <a:gd name="T7" fmla="*/ 264 h 7"/>
                <a:gd name="T8" fmla="*/ 847 w 21"/>
                <a:gd name="T9" fmla="*/ 3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7" y="0"/>
                    <a:pt x="8" y="0"/>
                    <a:pt x="11" y="1"/>
                  </a:cubicBezTo>
                  <a:cubicBezTo>
                    <a:pt x="13" y="2"/>
                    <a:pt x="16" y="3"/>
                    <a:pt x="18" y="5"/>
                  </a:cubicBezTo>
                  <a:cubicBezTo>
                    <a:pt x="19" y="6"/>
                    <a:pt x="20" y="7"/>
                    <a:pt x="21" y="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1" name="Freeform 600">
              <a:extLst>
                <a:ext uri="{FF2B5EF4-FFF2-40B4-BE49-F238E27FC236}">
                  <a16:creationId xmlns:a16="http://schemas.microsoft.com/office/drawing/2014/main" id="{9CD0B4D9-E8A8-4685-A2F5-97962F5F4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700"/>
              <a:ext cx="86" cy="22"/>
            </a:xfrm>
            <a:custGeom>
              <a:avLst/>
              <a:gdLst>
                <a:gd name="T0" fmla="*/ 0 w 25"/>
                <a:gd name="T1" fmla="*/ 55 h 6"/>
                <a:gd name="T2" fmla="*/ 83 w 25"/>
                <a:gd name="T3" fmla="*/ 0 h 6"/>
                <a:gd name="T4" fmla="*/ 368 w 25"/>
                <a:gd name="T5" fmla="*/ 55 h 6"/>
                <a:gd name="T6" fmla="*/ 898 w 25"/>
                <a:gd name="T7" fmla="*/ 202 h 6"/>
                <a:gd name="T8" fmla="*/ 1018 w 25"/>
                <a:gd name="T9" fmla="*/ 29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">
                  <a:moveTo>
                    <a:pt x="0" y="1"/>
                  </a:moveTo>
                  <a:cubicBezTo>
                    <a:pt x="1" y="1"/>
                    <a:pt x="1" y="1"/>
                    <a:pt x="2" y="0"/>
                  </a:cubicBezTo>
                  <a:cubicBezTo>
                    <a:pt x="4" y="0"/>
                    <a:pt x="7" y="1"/>
                    <a:pt x="9" y="1"/>
                  </a:cubicBezTo>
                  <a:cubicBezTo>
                    <a:pt x="13" y="2"/>
                    <a:pt x="18" y="3"/>
                    <a:pt x="22" y="4"/>
                  </a:cubicBezTo>
                  <a:cubicBezTo>
                    <a:pt x="23" y="5"/>
                    <a:pt x="24" y="5"/>
                    <a:pt x="25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2" name="Freeform 601">
              <a:extLst>
                <a:ext uri="{FF2B5EF4-FFF2-40B4-BE49-F238E27FC236}">
                  <a16:creationId xmlns:a16="http://schemas.microsoft.com/office/drawing/2014/main" id="{1F74D713-3054-4883-98B5-7071E1292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532"/>
              <a:ext cx="51" cy="26"/>
            </a:xfrm>
            <a:custGeom>
              <a:avLst/>
              <a:gdLst>
                <a:gd name="T0" fmla="*/ 0 w 15"/>
                <a:gd name="T1" fmla="*/ 360 h 7"/>
                <a:gd name="T2" fmla="*/ 394 w 15"/>
                <a:gd name="T3" fmla="*/ 56 h 7"/>
                <a:gd name="T4" fmla="*/ 588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2" y="4"/>
                    <a:pt x="7" y="2"/>
                    <a:pt x="10" y="1"/>
                  </a:cubicBezTo>
                  <a:cubicBezTo>
                    <a:pt x="12" y="1"/>
                    <a:pt x="14" y="1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3" name="Freeform 602">
              <a:extLst>
                <a:ext uri="{FF2B5EF4-FFF2-40B4-BE49-F238E27FC236}">
                  <a16:creationId xmlns:a16="http://schemas.microsoft.com/office/drawing/2014/main" id="{6A3615AF-871A-4B63-8031-B86B70B59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532"/>
              <a:ext cx="7" cy="51"/>
            </a:xfrm>
            <a:custGeom>
              <a:avLst/>
              <a:gdLst>
                <a:gd name="T0" fmla="*/ 49 w 2"/>
                <a:gd name="T1" fmla="*/ 0 h 14"/>
                <a:gd name="T2" fmla="*/ 0 w 2"/>
                <a:gd name="T3" fmla="*/ 6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1" y="0"/>
                  </a:moveTo>
                  <a:cubicBezTo>
                    <a:pt x="2" y="5"/>
                    <a:pt x="0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4" name="Freeform 603">
              <a:extLst>
                <a:ext uri="{FF2B5EF4-FFF2-40B4-BE49-F238E27FC236}">
                  <a16:creationId xmlns:a16="http://schemas.microsoft.com/office/drawing/2014/main" id="{BDD6DA48-032B-4ED1-BAAF-EFE02D83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404"/>
              <a:ext cx="28" cy="37"/>
            </a:xfrm>
            <a:custGeom>
              <a:avLst/>
              <a:gdLst>
                <a:gd name="T0" fmla="*/ 0 w 8"/>
                <a:gd name="T1" fmla="*/ 0 h 10"/>
                <a:gd name="T2" fmla="*/ 221 w 8"/>
                <a:gd name="T3" fmla="*/ 411 h 10"/>
                <a:gd name="T4" fmla="*/ 343 w 8"/>
                <a:gd name="T5" fmla="*/ 50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3"/>
                    <a:pt x="2" y="6"/>
                    <a:pt x="5" y="8"/>
                  </a:cubicBezTo>
                  <a:cubicBezTo>
                    <a:pt x="6" y="8"/>
                    <a:pt x="7" y="9"/>
                    <a:pt x="8" y="1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5" name="Freeform 604">
              <a:extLst>
                <a:ext uri="{FF2B5EF4-FFF2-40B4-BE49-F238E27FC236}">
                  <a16:creationId xmlns:a16="http://schemas.microsoft.com/office/drawing/2014/main" id="{4874BC76-1B71-4F49-9BAA-88E33504D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668"/>
              <a:ext cx="17" cy="54"/>
            </a:xfrm>
            <a:custGeom>
              <a:avLst/>
              <a:gdLst>
                <a:gd name="T0" fmla="*/ 163 w 5"/>
                <a:gd name="T1" fmla="*/ 0 h 15"/>
                <a:gd name="T2" fmla="*/ 116 w 5"/>
                <a:gd name="T3" fmla="*/ 144 h 15"/>
                <a:gd name="T4" fmla="*/ 116 w 5"/>
                <a:gd name="T5" fmla="*/ 374 h 15"/>
                <a:gd name="T6" fmla="*/ 116 w 5"/>
                <a:gd name="T7" fmla="*/ 558 h 15"/>
                <a:gd name="T8" fmla="*/ 0 w 5"/>
                <a:gd name="T9" fmla="*/ 69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1"/>
                    <a:pt x="3" y="2"/>
                    <a:pt x="3" y="3"/>
                  </a:cubicBezTo>
                  <a:cubicBezTo>
                    <a:pt x="3" y="5"/>
                    <a:pt x="3" y="6"/>
                    <a:pt x="3" y="8"/>
                  </a:cubicBezTo>
                  <a:cubicBezTo>
                    <a:pt x="3" y="9"/>
                    <a:pt x="3" y="11"/>
                    <a:pt x="3" y="12"/>
                  </a:cubicBezTo>
                  <a:cubicBezTo>
                    <a:pt x="2" y="13"/>
                    <a:pt x="2" y="14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6" name="Freeform 605">
              <a:extLst>
                <a:ext uri="{FF2B5EF4-FFF2-40B4-BE49-F238E27FC236}">
                  <a16:creationId xmlns:a16="http://schemas.microsoft.com/office/drawing/2014/main" id="{A0C429D8-5FC6-4DAB-94B6-F23B26255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547"/>
              <a:ext cx="83" cy="14"/>
            </a:xfrm>
            <a:custGeom>
              <a:avLst/>
              <a:gdLst>
                <a:gd name="T0" fmla="*/ 0 w 24"/>
                <a:gd name="T1" fmla="*/ 172 h 4"/>
                <a:gd name="T2" fmla="*/ 335 w 24"/>
                <a:gd name="T3" fmla="*/ 0 h 4"/>
                <a:gd name="T4" fmla="*/ 740 w 24"/>
                <a:gd name="T5" fmla="*/ 49 h 4"/>
                <a:gd name="T6" fmla="*/ 993 w 2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">
                  <a:moveTo>
                    <a:pt x="0" y="4"/>
                  </a:moveTo>
                  <a:cubicBezTo>
                    <a:pt x="2" y="2"/>
                    <a:pt x="5" y="1"/>
                    <a:pt x="8" y="0"/>
                  </a:cubicBezTo>
                  <a:cubicBezTo>
                    <a:pt x="11" y="0"/>
                    <a:pt x="15" y="1"/>
                    <a:pt x="18" y="1"/>
                  </a:cubicBezTo>
                  <a:cubicBezTo>
                    <a:pt x="20" y="1"/>
                    <a:pt x="23" y="1"/>
                    <a:pt x="24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7" name="Freeform 606">
              <a:extLst>
                <a:ext uri="{FF2B5EF4-FFF2-40B4-BE49-F238E27FC236}">
                  <a16:creationId xmlns:a16="http://schemas.microsoft.com/office/drawing/2014/main" id="{FE373D91-BE87-4786-A4D3-859D2F117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540"/>
              <a:ext cx="41" cy="76"/>
            </a:xfrm>
            <a:custGeom>
              <a:avLst/>
              <a:gdLst>
                <a:gd name="T0" fmla="*/ 444 w 12"/>
                <a:gd name="T1" fmla="*/ 0 h 21"/>
                <a:gd name="T2" fmla="*/ 444 w 12"/>
                <a:gd name="T3" fmla="*/ 470 h 21"/>
                <a:gd name="T4" fmla="*/ 0 w 12"/>
                <a:gd name="T5" fmla="*/ 99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1" y="0"/>
                  </a:moveTo>
                  <a:cubicBezTo>
                    <a:pt x="9" y="3"/>
                    <a:pt x="12" y="7"/>
                    <a:pt x="11" y="10"/>
                  </a:cubicBezTo>
                  <a:cubicBezTo>
                    <a:pt x="11" y="15"/>
                    <a:pt x="5" y="2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8" name="Freeform 607">
              <a:extLst>
                <a:ext uri="{FF2B5EF4-FFF2-40B4-BE49-F238E27FC236}">
                  <a16:creationId xmlns:a16="http://schemas.microsoft.com/office/drawing/2014/main" id="{E09877EC-3023-4B04-8749-09FA2DAE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514"/>
              <a:ext cx="124" cy="223"/>
            </a:xfrm>
            <a:custGeom>
              <a:avLst/>
              <a:gdLst>
                <a:gd name="T0" fmla="*/ 248 w 36"/>
                <a:gd name="T1" fmla="*/ 241 h 61"/>
                <a:gd name="T2" fmla="*/ 699 w 36"/>
                <a:gd name="T3" fmla="*/ 241 h 61"/>
                <a:gd name="T4" fmla="*/ 985 w 36"/>
                <a:gd name="T5" fmla="*/ 0 h 61"/>
                <a:gd name="T6" fmla="*/ 1185 w 36"/>
                <a:gd name="T7" fmla="*/ 292 h 61"/>
                <a:gd name="T8" fmla="*/ 1271 w 36"/>
                <a:gd name="T9" fmla="*/ 534 h 61"/>
                <a:gd name="T10" fmla="*/ 1305 w 36"/>
                <a:gd name="T11" fmla="*/ 830 h 61"/>
                <a:gd name="T12" fmla="*/ 1354 w 36"/>
                <a:gd name="T13" fmla="*/ 1122 h 61"/>
                <a:gd name="T14" fmla="*/ 1436 w 36"/>
                <a:gd name="T15" fmla="*/ 1510 h 61"/>
                <a:gd name="T16" fmla="*/ 1354 w 36"/>
                <a:gd name="T17" fmla="*/ 2446 h 61"/>
                <a:gd name="T18" fmla="*/ 985 w 36"/>
                <a:gd name="T19" fmla="*/ 2979 h 61"/>
                <a:gd name="T20" fmla="*/ 451 w 36"/>
                <a:gd name="T21" fmla="*/ 2738 h 61"/>
                <a:gd name="T22" fmla="*/ 286 w 36"/>
                <a:gd name="T23" fmla="*/ 2632 h 61"/>
                <a:gd name="T24" fmla="*/ 617 w 36"/>
                <a:gd name="T25" fmla="*/ 2778 h 61"/>
                <a:gd name="T26" fmla="*/ 937 w 36"/>
                <a:gd name="T27" fmla="*/ 2778 h 61"/>
                <a:gd name="T28" fmla="*/ 1140 w 36"/>
                <a:gd name="T29" fmla="*/ 2299 h 61"/>
                <a:gd name="T30" fmla="*/ 1020 w 36"/>
                <a:gd name="T31" fmla="*/ 1616 h 61"/>
                <a:gd name="T32" fmla="*/ 737 w 36"/>
                <a:gd name="T33" fmla="*/ 1616 h 61"/>
                <a:gd name="T34" fmla="*/ 820 w 36"/>
                <a:gd name="T35" fmla="*/ 1470 h 61"/>
                <a:gd name="T36" fmla="*/ 1020 w 36"/>
                <a:gd name="T37" fmla="*/ 775 h 61"/>
                <a:gd name="T38" fmla="*/ 854 w 36"/>
                <a:gd name="T39" fmla="*/ 494 h 61"/>
                <a:gd name="T40" fmla="*/ 486 w 36"/>
                <a:gd name="T41" fmla="*/ 442 h 61"/>
                <a:gd name="T42" fmla="*/ 0 w 36"/>
                <a:gd name="T43" fmla="*/ 201 h 6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6" h="61">
                  <a:moveTo>
                    <a:pt x="6" y="5"/>
                  </a:moveTo>
                  <a:cubicBezTo>
                    <a:pt x="8" y="7"/>
                    <a:pt x="15" y="5"/>
                    <a:pt x="17" y="5"/>
                  </a:cubicBezTo>
                  <a:cubicBezTo>
                    <a:pt x="20" y="4"/>
                    <a:pt x="22" y="0"/>
                    <a:pt x="24" y="0"/>
                  </a:cubicBezTo>
                  <a:cubicBezTo>
                    <a:pt x="26" y="0"/>
                    <a:pt x="28" y="5"/>
                    <a:pt x="29" y="6"/>
                  </a:cubicBezTo>
                  <a:cubicBezTo>
                    <a:pt x="30" y="8"/>
                    <a:pt x="31" y="9"/>
                    <a:pt x="31" y="11"/>
                  </a:cubicBezTo>
                  <a:cubicBezTo>
                    <a:pt x="32" y="13"/>
                    <a:pt x="31" y="15"/>
                    <a:pt x="32" y="17"/>
                  </a:cubicBezTo>
                  <a:cubicBezTo>
                    <a:pt x="32" y="19"/>
                    <a:pt x="33" y="21"/>
                    <a:pt x="33" y="23"/>
                  </a:cubicBezTo>
                  <a:cubicBezTo>
                    <a:pt x="34" y="26"/>
                    <a:pt x="34" y="29"/>
                    <a:pt x="35" y="31"/>
                  </a:cubicBezTo>
                  <a:cubicBezTo>
                    <a:pt x="36" y="38"/>
                    <a:pt x="35" y="44"/>
                    <a:pt x="33" y="50"/>
                  </a:cubicBezTo>
                  <a:cubicBezTo>
                    <a:pt x="31" y="54"/>
                    <a:pt x="29" y="61"/>
                    <a:pt x="24" y="61"/>
                  </a:cubicBezTo>
                  <a:cubicBezTo>
                    <a:pt x="19" y="61"/>
                    <a:pt x="15" y="59"/>
                    <a:pt x="11" y="56"/>
                  </a:cubicBezTo>
                  <a:cubicBezTo>
                    <a:pt x="10" y="55"/>
                    <a:pt x="9" y="54"/>
                    <a:pt x="7" y="54"/>
                  </a:cubicBezTo>
                  <a:cubicBezTo>
                    <a:pt x="10" y="55"/>
                    <a:pt x="12" y="55"/>
                    <a:pt x="15" y="57"/>
                  </a:cubicBezTo>
                  <a:cubicBezTo>
                    <a:pt x="18" y="58"/>
                    <a:pt x="20" y="59"/>
                    <a:pt x="23" y="57"/>
                  </a:cubicBezTo>
                  <a:cubicBezTo>
                    <a:pt x="26" y="54"/>
                    <a:pt x="27" y="51"/>
                    <a:pt x="28" y="47"/>
                  </a:cubicBezTo>
                  <a:cubicBezTo>
                    <a:pt x="30" y="43"/>
                    <a:pt x="32" y="33"/>
                    <a:pt x="25" y="33"/>
                  </a:cubicBezTo>
                  <a:cubicBezTo>
                    <a:pt x="23" y="33"/>
                    <a:pt x="19" y="35"/>
                    <a:pt x="18" y="33"/>
                  </a:cubicBezTo>
                  <a:cubicBezTo>
                    <a:pt x="16" y="32"/>
                    <a:pt x="19" y="31"/>
                    <a:pt x="20" y="30"/>
                  </a:cubicBezTo>
                  <a:cubicBezTo>
                    <a:pt x="24" y="26"/>
                    <a:pt x="26" y="21"/>
                    <a:pt x="25" y="16"/>
                  </a:cubicBezTo>
                  <a:cubicBezTo>
                    <a:pt x="24" y="14"/>
                    <a:pt x="24" y="11"/>
                    <a:pt x="21" y="10"/>
                  </a:cubicBezTo>
                  <a:cubicBezTo>
                    <a:pt x="19" y="9"/>
                    <a:pt x="15" y="10"/>
                    <a:pt x="12" y="9"/>
                  </a:cubicBezTo>
                  <a:cubicBezTo>
                    <a:pt x="8" y="9"/>
                    <a:pt x="3" y="7"/>
                    <a:pt x="0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9" name="Freeform 608">
              <a:extLst>
                <a:ext uri="{FF2B5EF4-FFF2-40B4-BE49-F238E27FC236}">
                  <a16:creationId xmlns:a16="http://schemas.microsoft.com/office/drawing/2014/main" id="{63D9FA6C-AB3E-4BCB-8C6B-3068C1624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613"/>
              <a:ext cx="86" cy="91"/>
            </a:xfrm>
            <a:custGeom>
              <a:avLst/>
              <a:gdLst>
                <a:gd name="T0" fmla="*/ 117 w 25"/>
                <a:gd name="T1" fmla="*/ 240 h 25"/>
                <a:gd name="T2" fmla="*/ 200 w 25"/>
                <a:gd name="T3" fmla="*/ 477 h 25"/>
                <a:gd name="T4" fmla="*/ 286 w 25"/>
                <a:gd name="T5" fmla="*/ 728 h 25"/>
                <a:gd name="T6" fmla="*/ 402 w 25"/>
                <a:gd name="T7" fmla="*/ 1059 h 25"/>
                <a:gd name="T8" fmla="*/ 1018 w 25"/>
                <a:gd name="T9" fmla="*/ 1114 h 25"/>
                <a:gd name="T10" fmla="*/ 616 w 25"/>
                <a:gd name="T11" fmla="*/ 968 h 25"/>
                <a:gd name="T12" fmla="*/ 533 w 25"/>
                <a:gd name="T13" fmla="*/ 728 h 25"/>
                <a:gd name="T14" fmla="*/ 402 w 25"/>
                <a:gd name="T15" fmla="*/ 437 h 25"/>
                <a:gd name="T16" fmla="*/ 83 w 25"/>
                <a:gd name="T17" fmla="*/ 91 h 25"/>
                <a:gd name="T18" fmla="*/ 0 w 25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25">
                  <a:moveTo>
                    <a:pt x="3" y="5"/>
                  </a:moveTo>
                  <a:cubicBezTo>
                    <a:pt x="4" y="6"/>
                    <a:pt x="4" y="8"/>
                    <a:pt x="5" y="10"/>
                  </a:cubicBezTo>
                  <a:cubicBezTo>
                    <a:pt x="6" y="11"/>
                    <a:pt x="6" y="13"/>
                    <a:pt x="7" y="15"/>
                  </a:cubicBezTo>
                  <a:cubicBezTo>
                    <a:pt x="8" y="17"/>
                    <a:pt x="8" y="20"/>
                    <a:pt x="10" y="22"/>
                  </a:cubicBezTo>
                  <a:cubicBezTo>
                    <a:pt x="14" y="25"/>
                    <a:pt x="20" y="23"/>
                    <a:pt x="25" y="23"/>
                  </a:cubicBezTo>
                  <a:cubicBezTo>
                    <a:pt x="22" y="23"/>
                    <a:pt x="18" y="22"/>
                    <a:pt x="15" y="20"/>
                  </a:cubicBezTo>
                  <a:cubicBezTo>
                    <a:pt x="14" y="18"/>
                    <a:pt x="14" y="16"/>
                    <a:pt x="13" y="15"/>
                  </a:cubicBezTo>
                  <a:cubicBezTo>
                    <a:pt x="13" y="12"/>
                    <a:pt x="12" y="11"/>
                    <a:pt x="10" y="9"/>
                  </a:cubicBezTo>
                  <a:cubicBezTo>
                    <a:pt x="8" y="6"/>
                    <a:pt x="5" y="4"/>
                    <a:pt x="2" y="2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0" name="Freeform 609">
              <a:extLst>
                <a:ext uri="{FF2B5EF4-FFF2-40B4-BE49-F238E27FC236}">
                  <a16:creationId xmlns:a16="http://schemas.microsoft.com/office/drawing/2014/main" id="{27DE8F45-B8F1-46AE-A2C8-539912EDF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507"/>
              <a:ext cx="134" cy="36"/>
            </a:xfrm>
            <a:custGeom>
              <a:avLst/>
              <a:gdLst>
                <a:gd name="T0" fmla="*/ 0 w 39"/>
                <a:gd name="T1" fmla="*/ 468 h 10"/>
                <a:gd name="T2" fmla="*/ 484 w 39"/>
                <a:gd name="T3" fmla="*/ 90 h 10"/>
                <a:gd name="T4" fmla="*/ 732 w 39"/>
                <a:gd name="T5" fmla="*/ 0 h 10"/>
                <a:gd name="T6" fmla="*/ 814 w 39"/>
                <a:gd name="T7" fmla="*/ 90 h 10"/>
                <a:gd name="T8" fmla="*/ 1014 w 39"/>
                <a:gd name="T9" fmla="*/ 234 h 10"/>
                <a:gd name="T10" fmla="*/ 1581 w 39"/>
                <a:gd name="T11" fmla="*/ 414 h 10"/>
                <a:gd name="T12" fmla="*/ 1216 w 39"/>
                <a:gd name="T13" fmla="*/ 468 h 10"/>
                <a:gd name="T14" fmla="*/ 766 w 39"/>
                <a:gd name="T15" fmla="*/ 234 h 10"/>
                <a:gd name="T16" fmla="*/ 402 w 39"/>
                <a:gd name="T17" fmla="*/ 284 h 10"/>
                <a:gd name="T18" fmla="*/ 82 w 39"/>
                <a:gd name="T19" fmla="*/ 46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0">
                  <a:moveTo>
                    <a:pt x="0" y="10"/>
                  </a:moveTo>
                  <a:cubicBezTo>
                    <a:pt x="3" y="7"/>
                    <a:pt x="7" y="4"/>
                    <a:pt x="12" y="2"/>
                  </a:cubicBezTo>
                  <a:cubicBezTo>
                    <a:pt x="14" y="1"/>
                    <a:pt x="15" y="0"/>
                    <a:pt x="18" y="0"/>
                  </a:cubicBezTo>
                  <a:cubicBezTo>
                    <a:pt x="19" y="0"/>
                    <a:pt x="19" y="1"/>
                    <a:pt x="20" y="2"/>
                  </a:cubicBezTo>
                  <a:cubicBezTo>
                    <a:pt x="22" y="3"/>
                    <a:pt x="23" y="4"/>
                    <a:pt x="25" y="5"/>
                  </a:cubicBezTo>
                  <a:cubicBezTo>
                    <a:pt x="29" y="7"/>
                    <a:pt x="34" y="9"/>
                    <a:pt x="39" y="9"/>
                  </a:cubicBezTo>
                  <a:cubicBezTo>
                    <a:pt x="36" y="10"/>
                    <a:pt x="33" y="10"/>
                    <a:pt x="30" y="10"/>
                  </a:cubicBezTo>
                  <a:cubicBezTo>
                    <a:pt x="25" y="10"/>
                    <a:pt x="22" y="8"/>
                    <a:pt x="19" y="5"/>
                  </a:cubicBezTo>
                  <a:cubicBezTo>
                    <a:pt x="16" y="3"/>
                    <a:pt x="13" y="5"/>
                    <a:pt x="10" y="6"/>
                  </a:cubicBezTo>
                  <a:cubicBezTo>
                    <a:pt x="8" y="6"/>
                    <a:pt x="3" y="7"/>
                    <a:pt x="2" y="1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1" name="Freeform 610">
              <a:extLst>
                <a:ext uri="{FF2B5EF4-FFF2-40B4-BE49-F238E27FC236}">
                  <a16:creationId xmlns:a16="http://schemas.microsoft.com/office/drawing/2014/main" id="{9C904A79-2FBA-4A8C-97A1-1D0EA73BB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375"/>
              <a:ext cx="86" cy="172"/>
            </a:xfrm>
            <a:custGeom>
              <a:avLst/>
              <a:gdLst>
                <a:gd name="T0" fmla="*/ 733 w 25"/>
                <a:gd name="T1" fmla="*/ 0 h 47"/>
                <a:gd name="T2" fmla="*/ 898 w 25"/>
                <a:gd name="T3" fmla="*/ 242 h 47"/>
                <a:gd name="T4" fmla="*/ 853 w 25"/>
                <a:gd name="T5" fmla="*/ 644 h 47"/>
                <a:gd name="T6" fmla="*/ 853 w 25"/>
                <a:gd name="T7" fmla="*/ 977 h 47"/>
                <a:gd name="T8" fmla="*/ 984 w 25"/>
                <a:gd name="T9" fmla="*/ 1365 h 47"/>
                <a:gd name="T10" fmla="*/ 733 w 25"/>
                <a:gd name="T11" fmla="*/ 1954 h 47"/>
                <a:gd name="T12" fmla="*/ 0 w 25"/>
                <a:gd name="T13" fmla="*/ 2302 h 47"/>
                <a:gd name="T14" fmla="*/ 451 w 25"/>
                <a:gd name="T15" fmla="*/ 1914 h 47"/>
                <a:gd name="T16" fmla="*/ 771 w 25"/>
                <a:gd name="T17" fmla="*/ 1325 h 47"/>
                <a:gd name="T18" fmla="*/ 688 w 25"/>
                <a:gd name="T19" fmla="*/ 1123 h 47"/>
                <a:gd name="T20" fmla="*/ 533 w 25"/>
                <a:gd name="T21" fmla="*/ 1083 h 47"/>
                <a:gd name="T22" fmla="*/ 402 w 25"/>
                <a:gd name="T23" fmla="*/ 790 h 47"/>
                <a:gd name="T24" fmla="*/ 568 w 25"/>
                <a:gd name="T25" fmla="*/ 348 h 47"/>
                <a:gd name="T26" fmla="*/ 733 w 25"/>
                <a:gd name="T27" fmla="*/ 55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" h="47">
                  <a:moveTo>
                    <a:pt x="18" y="0"/>
                  </a:moveTo>
                  <a:cubicBezTo>
                    <a:pt x="19" y="2"/>
                    <a:pt x="21" y="3"/>
                    <a:pt x="22" y="5"/>
                  </a:cubicBezTo>
                  <a:cubicBezTo>
                    <a:pt x="22" y="8"/>
                    <a:pt x="21" y="10"/>
                    <a:pt x="21" y="13"/>
                  </a:cubicBezTo>
                  <a:cubicBezTo>
                    <a:pt x="21" y="15"/>
                    <a:pt x="21" y="18"/>
                    <a:pt x="21" y="20"/>
                  </a:cubicBezTo>
                  <a:cubicBezTo>
                    <a:pt x="22" y="23"/>
                    <a:pt x="23" y="25"/>
                    <a:pt x="24" y="28"/>
                  </a:cubicBezTo>
                  <a:cubicBezTo>
                    <a:pt x="25" y="33"/>
                    <a:pt x="22" y="37"/>
                    <a:pt x="18" y="40"/>
                  </a:cubicBezTo>
                  <a:cubicBezTo>
                    <a:pt x="13" y="44"/>
                    <a:pt x="5" y="43"/>
                    <a:pt x="0" y="47"/>
                  </a:cubicBezTo>
                  <a:cubicBezTo>
                    <a:pt x="4" y="44"/>
                    <a:pt x="7" y="42"/>
                    <a:pt x="11" y="39"/>
                  </a:cubicBezTo>
                  <a:cubicBezTo>
                    <a:pt x="16" y="36"/>
                    <a:pt x="19" y="33"/>
                    <a:pt x="19" y="27"/>
                  </a:cubicBezTo>
                  <a:cubicBezTo>
                    <a:pt x="18" y="26"/>
                    <a:pt x="18" y="24"/>
                    <a:pt x="17" y="23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1" y="21"/>
                    <a:pt x="10" y="18"/>
                    <a:pt x="10" y="16"/>
                  </a:cubicBezTo>
                  <a:cubicBezTo>
                    <a:pt x="10" y="12"/>
                    <a:pt x="10" y="9"/>
                    <a:pt x="14" y="7"/>
                  </a:cubicBezTo>
                  <a:cubicBezTo>
                    <a:pt x="16" y="5"/>
                    <a:pt x="18" y="3"/>
                    <a:pt x="18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2" name="Freeform 611">
              <a:extLst>
                <a:ext uri="{FF2B5EF4-FFF2-40B4-BE49-F238E27FC236}">
                  <a16:creationId xmlns:a16="http://schemas.microsoft.com/office/drawing/2014/main" id="{CC13AE32-5F49-4A23-A775-CD4C75415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543"/>
              <a:ext cx="107" cy="99"/>
            </a:xfrm>
            <a:custGeom>
              <a:avLst/>
              <a:gdLst>
                <a:gd name="T0" fmla="*/ 904 w 31"/>
                <a:gd name="T1" fmla="*/ 202 h 27"/>
                <a:gd name="T2" fmla="*/ 1274 w 31"/>
                <a:gd name="T3" fmla="*/ 0 h 27"/>
                <a:gd name="T4" fmla="*/ 1156 w 31"/>
                <a:gd name="T5" fmla="*/ 539 h 27"/>
                <a:gd name="T6" fmla="*/ 904 w 31"/>
                <a:gd name="T7" fmla="*/ 1129 h 27"/>
                <a:gd name="T8" fmla="*/ 739 w 31"/>
                <a:gd name="T9" fmla="*/ 1276 h 27"/>
                <a:gd name="T10" fmla="*/ 573 w 31"/>
                <a:gd name="T11" fmla="*/ 1184 h 27"/>
                <a:gd name="T12" fmla="*/ 0 w 31"/>
                <a:gd name="T13" fmla="*/ 942 h 27"/>
                <a:gd name="T14" fmla="*/ 335 w 31"/>
                <a:gd name="T15" fmla="*/ 832 h 27"/>
                <a:gd name="T16" fmla="*/ 535 w 31"/>
                <a:gd name="T17" fmla="*/ 887 h 27"/>
                <a:gd name="T18" fmla="*/ 787 w 31"/>
                <a:gd name="T19" fmla="*/ 832 h 27"/>
                <a:gd name="T20" fmla="*/ 904 w 31"/>
                <a:gd name="T21" fmla="*/ 242 h 27"/>
                <a:gd name="T22" fmla="*/ 942 w 31"/>
                <a:gd name="T23" fmla="*/ 242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27">
                  <a:moveTo>
                    <a:pt x="22" y="4"/>
                  </a:moveTo>
                  <a:cubicBezTo>
                    <a:pt x="24" y="1"/>
                    <a:pt x="28" y="0"/>
                    <a:pt x="31" y="0"/>
                  </a:cubicBezTo>
                  <a:cubicBezTo>
                    <a:pt x="28" y="2"/>
                    <a:pt x="28" y="7"/>
                    <a:pt x="28" y="11"/>
                  </a:cubicBezTo>
                  <a:cubicBezTo>
                    <a:pt x="27" y="15"/>
                    <a:pt x="26" y="19"/>
                    <a:pt x="22" y="23"/>
                  </a:cubicBezTo>
                  <a:cubicBezTo>
                    <a:pt x="21" y="24"/>
                    <a:pt x="19" y="25"/>
                    <a:pt x="18" y="26"/>
                  </a:cubicBezTo>
                  <a:cubicBezTo>
                    <a:pt x="16" y="27"/>
                    <a:pt x="15" y="25"/>
                    <a:pt x="14" y="24"/>
                  </a:cubicBezTo>
                  <a:cubicBezTo>
                    <a:pt x="11" y="21"/>
                    <a:pt x="6" y="17"/>
                    <a:pt x="0" y="19"/>
                  </a:cubicBezTo>
                  <a:cubicBezTo>
                    <a:pt x="2" y="17"/>
                    <a:pt x="6" y="17"/>
                    <a:pt x="8" y="17"/>
                  </a:cubicBezTo>
                  <a:cubicBezTo>
                    <a:pt x="10" y="17"/>
                    <a:pt x="11" y="18"/>
                    <a:pt x="13" y="18"/>
                  </a:cubicBezTo>
                  <a:cubicBezTo>
                    <a:pt x="15" y="18"/>
                    <a:pt x="17" y="17"/>
                    <a:pt x="19" y="17"/>
                  </a:cubicBezTo>
                  <a:cubicBezTo>
                    <a:pt x="23" y="15"/>
                    <a:pt x="25" y="9"/>
                    <a:pt x="22" y="5"/>
                  </a:cubicBezTo>
                  <a:cubicBezTo>
                    <a:pt x="22" y="5"/>
                    <a:pt x="22" y="5"/>
                    <a:pt x="23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3" name="Freeform 612">
              <a:extLst>
                <a:ext uri="{FF2B5EF4-FFF2-40B4-BE49-F238E27FC236}">
                  <a16:creationId xmlns:a16="http://schemas.microsoft.com/office/drawing/2014/main" id="{D0D90692-B14D-49A0-BE7F-89A46A717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423"/>
              <a:ext cx="99" cy="62"/>
            </a:xfrm>
            <a:custGeom>
              <a:avLst/>
              <a:gdLst>
                <a:gd name="T0" fmla="*/ 116 w 29"/>
                <a:gd name="T1" fmla="*/ 55 h 17"/>
                <a:gd name="T2" fmla="*/ 396 w 29"/>
                <a:gd name="T3" fmla="*/ 95 h 17"/>
                <a:gd name="T4" fmla="*/ 642 w 29"/>
                <a:gd name="T5" fmla="*/ 438 h 17"/>
                <a:gd name="T6" fmla="*/ 840 w 29"/>
                <a:gd name="T7" fmla="*/ 624 h 17"/>
                <a:gd name="T8" fmla="*/ 1154 w 29"/>
                <a:gd name="T9" fmla="*/ 478 h 17"/>
                <a:gd name="T10" fmla="*/ 922 w 29"/>
                <a:gd name="T11" fmla="*/ 773 h 17"/>
                <a:gd name="T12" fmla="*/ 560 w 29"/>
                <a:gd name="T13" fmla="*/ 584 h 17"/>
                <a:gd name="T14" fmla="*/ 280 w 29"/>
                <a:gd name="T15" fmla="*/ 241 h 17"/>
                <a:gd name="T16" fmla="*/ 0 w 29"/>
                <a:gd name="T17" fmla="*/ 95 h 17"/>
                <a:gd name="T18" fmla="*/ 0 w 29"/>
                <a:gd name="T19" fmla="*/ 95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17">
                  <a:moveTo>
                    <a:pt x="3" y="1"/>
                  </a:moveTo>
                  <a:cubicBezTo>
                    <a:pt x="5" y="1"/>
                    <a:pt x="8" y="0"/>
                    <a:pt x="10" y="2"/>
                  </a:cubicBezTo>
                  <a:cubicBezTo>
                    <a:pt x="12" y="4"/>
                    <a:pt x="14" y="7"/>
                    <a:pt x="16" y="9"/>
                  </a:cubicBezTo>
                  <a:cubicBezTo>
                    <a:pt x="18" y="11"/>
                    <a:pt x="19" y="12"/>
                    <a:pt x="21" y="13"/>
                  </a:cubicBezTo>
                  <a:cubicBezTo>
                    <a:pt x="23" y="13"/>
                    <a:pt x="28" y="13"/>
                    <a:pt x="29" y="10"/>
                  </a:cubicBezTo>
                  <a:cubicBezTo>
                    <a:pt x="27" y="12"/>
                    <a:pt x="26" y="16"/>
                    <a:pt x="23" y="16"/>
                  </a:cubicBezTo>
                  <a:cubicBezTo>
                    <a:pt x="20" y="17"/>
                    <a:pt x="16" y="14"/>
                    <a:pt x="14" y="12"/>
                  </a:cubicBezTo>
                  <a:cubicBezTo>
                    <a:pt x="12" y="9"/>
                    <a:pt x="11" y="6"/>
                    <a:pt x="7" y="5"/>
                  </a:cubicBezTo>
                  <a:cubicBezTo>
                    <a:pt x="5" y="4"/>
                    <a:pt x="2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4" name="Freeform 613">
              <a:extLst>
                <a:ext uri="{FF2B5EF4-FFF2-40B4-BE49-F238E27FC236}">
                  <a16:creationId xmlns:a16="http://schemas.microsoft.com/office/drawing/2014/main" id="{EC794DB0-7A12-42EC-91C8-196E88685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551"/>
              <a:ext cx="21" cy="51"/>
            </a:xfrm>
            <a:custGeom>
              <a:avLst/>
              <a:gdLst>
                <a:gd name="T0" fmla="*/ 221 w 6"/>
                <a:gd name="T1" fmla="*/ 95 h 14"/>
                <a:gd name="T2" fmla="*/ 221 w 6"/>
                <a:gd name="T3" fmla="*/ 678 h 14"/>
                <a:gd name="T4" fmla="*/ 172 w 6"/>
                <a:gd name="T5" fmla="*/ 346 h 14"/>
                <a:gd name="T6" fmla="*/ 259 w 6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5" y="2"/>
                  </a:moveTo>
                  <a:cubicBezTo>
                    <a:pt x="1" y="5"/>
                    <a:pt x="0" y="10"/>
                    <a:pt x="5" y="14"/>
                  </a:cubicBezTo>
                  <a:cubicBezTo>
                    <a:pt x="6" y="13"/>
                    <a:pt x="4" y="9"/>
                    <a:pt x="4" y="7"/>
                  </a:cubicBezTo>
                  <a:cubicBezTo>
                    <a:pt x="4" y="5"/>
                    <a:pt x="5" y="2"/>
                    <a:pt x="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5" name="Freeform 614">
              <a:extLst>
                <a:ext uri="{FF2B5EF4-FFF2-40B4-BE49-F238E27FC236}">
                  <a16:creationId xmlns:a16="http://schemas.microsoft.com/office/drawing/2014/main" id="{F64AE80B-7A9E-4286-A79D-424E9D4E2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386"/>
              <a:ext cx="62" cy="77"/>
            </a:xfrm>
            <a:custGeom>
              <a:avLst/>
              <a:gdLst>
                <a:gd name="T0" fmla="*/ 534 w 18"/>
                <a:gd name="T1" fmla="*/ 0 h 21"/>
                <a:gd name="T2" fmla="*/ 83 w 18"/>
                <a:gd name="T3" fmla="*/ 389 h 21"/>
                <a:gd name="T4" fmla="*/ 331 w 18"/>
                <a:gd name="T5" fmla="*/ 1034 h 21"/>
                <a:gd name="T6" fmla="*/ 248 w 18"/>
                <a:gd name="T7" fmla="*/ 539 h 21"/>
                <a:gd name="T8" fmla="*/ 403 w 18"/>
                <a:gd name="T9" fmla="*/ 444 h 21"/>
                <a:gd name="T10" fmla="*/ 568 w 18"/>
                <a:gd name="T11" fmla="*/ 590 h 21"/>
                <a:gd name="T12" fmla="*/ 737 w 18"/>
                <a:gd name="T13" fmla="*/ 590 h 21"/>
                <a:gd name="T14" fmla="*/ 617 w 18"/>
                <a:gd name="T15" fmla="*/ 499 h 21"/>
                <a:gd name="T16" fmla="*/ 486 w 18"/>
                <a:gd name="T17" fmla="*/ 389 h 21"/>
                <a:gd name="T18" fmla="*/ 534 w 18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21">
                  <a:moveTo>
                    <a:pt x="13" y="0"/>
                  </a:moveTo>
                  <a:cubicBezTo>
                    <a:pt x="9" y="0"/>
                    <a:pt x="4" y="4"/>
                    <a:pt x="2" y="8"/>
                  </a:cubicBezTo>
                  <a:cubicBezTo>
                    <a:pt x="0" y="13"/>
                    <a:pt x="5" y="18"/>
                    <a:pt x="8" y="21"/>
                  </a:cubicBezTo>
                  <a:cubicBezTo>
                    <a:pt x="8" y="18"/>
                    <a:pt x="5" y="15"/>
                    <a:pt x="6" y="11"/>
                  </a:cubicBezTo>
                  <a:cubicBezTo>
                    <a:pt x="6" y="9"/>
                    <a:pt x="8" y="7"/>
                    <a:pt x="10" y="9"/>
                  </a:cubicBezTo>
                  <a:cubicBezTo>
                    <a:pt x="11" y="10"/>
                    <a:pt x="12" y="12"/>
                    <a:pt x="14" y="12"/>
                  </a:cubicBezTo>
                  <a:cubicBezTo>
                    <a:pt x="15" y="13"/>
                    <a:pt x="17" y="13"/>
                    <a:pt x="18" y="12"/>
                  </a:cubicBezTo>
                  <a:cubicBezTo>
                    <a:pt x="16" y="12"/>
                    <a:pt x="16" y="11"/>
                    <a:pt x="15" y="10"/>
                  </a:cubicBezTo>
                  <a:cubicBezTo>
                    <a:pt x="14" y="10"/>
                    <a:pt x="12" y="9"/>
                    <a:pt x="12" y="8"/>
                  </a:cubicBezTo>
                  <a:cubicBezTo>
                    <a:pt x="10" y="6"/>
                    <a:pt x="12" y="2"/>
                    <a:pt x="13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6" name="Freeform 615">
              <a:extLst>
                <a:ext uri="{FF2B5EF4-FFF2-40B4-BE49-F238E27FC236}">
                  <a16:creationId xmlns:a16="http://schemas.microsoft.com/office/drawing/2014/main" id="{EA232EF1-131F-4027-A07C-89E6AC8B8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796"/>
              <a:ext cx="124" cy="69"/>
            </a:xfrm>
            <a:custGeom>
              <a:avLst/>
              <a:gdLst>
                <a:gd name="T0" fmla="*/ 331 w 36"/>
                <a:gd name="T1" fmla="*/ 581 h 19"/>
                <a:gd name="T2" fmla="*/ 568 w 36"/>
                <a:gd name="T3" fmla="*/ 817 h 19"/>
                <a:gd name="T4" fmla="*/ 902 w 36"/>
                <a:gd name="T5" fmla="*/ 912 h 19"/>
                <a:gd name="T6" fmla="*/ 1471 w 36"/>
                <a:gd name="T7" fmla="*/ 672 h 19"/>
                <a:gd name="T8" fmla="*/ 1223 w 36"/>
                <a:gd name="T9" fmla="*/ 621 h 19"/>
                <a:gd name="T10" fmla="*/ 937 w 36"/>
                <a:gd name="T11" fmla="*/ 581 h 19"/>
                <a:gd name="T12" fmla="*/ 486 w 36"/>
                <a:gd name="T13" fmla="*/ 527 h 19"/>
                <a:gd name="T14" fmla="*/ 203 w 36"/>
                <a:gd name="T15" fmla="*/ 0 h 19"/>
                <a:gd name="T16" fmla="*/ 369 w 36"/>
                <a:gd name="T17" fmla="*/ 62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9">
                  <a:moveTo>
                    <a:pt x="8" y="12"/>
                  </a:moveTo>
                  <a:cubicBezTo>
                    <a:pt x="10" y="14"/>
                    <a:pt x="11" y="16"/>
                    <a:pt x="14" y="17"/>
                  </a:cubicBezTo>
                  <a:cubicBezTo>
                    <a:pt x="16" y="18"/>
                    <a:pt x="19" y="19"/>
                    <a:pt x="22" y="19"/>
                  </a:cubicBezTo>
                  <a:cubicBezTo>
                    <a:pt x="27" y="19"/>
                    <a:pt x="31" y="16"/>
                    <a:pt x="36" y="14"/>
                  </a:cubicBezTo>
                  <a:cubicBezTo>
                    <a:pt x="34" y="14"/>
                    <a:pt x="32" y="13"/>
                    <a:pt x="30" y="13"/>
                  </a:cubicBezTo>
                  <a:cubicBezTo>
                    <a:pt x="28" y="12"/>
                    <a:pt x="25" y="11"/>
                    <a:pt x="23" y="12"/>
                  </a:cubicBezTo>
                  <a:cubicBezTo>
                    <a:pt x="19" y="13"/>
                    <a:pt x="15" y="14"/>
                    <a:pt x="12" y="11"/>
                  </a:cubicBezTo>
                  <a:cubicBezTo>
                    <a:pt x="8" y="8"/>
                    <a:pt x="6" y="4"/>
                    <a:pt x="5" y="0"/>
                  </a:cubicBezTo>
                  <a:cubicBezTo>
                    <a:pt x="0" y="2"/>
                    <a:pt x="8" y="12"/>
                    <a:pt x="9" y="1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7" name="Freeform 616">
              <a:extLst>
                <a:ext uri="{FF2B5EF4-FFF2-40B4-BE49-F238E27FC236}">
                  <a16:creationId xmlns:a16="http://schemas.microsoft.com/office/drawing/2014/main" id="{C7A8ACE7-FE9E-49CF-A62B-5DA5739DB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679"/>
              <a:ext cx="116" cy="208"/>
            </a:xfrm>
            <a:custGeom>
              <a:avLst/>
              <a:gdLst>
                <a:gd name="T0" fmla="*/ 0 w 34"/>
                <a:gd name="T1" fmla="*/ 2529 h 57"/>
                <a:gd name="T2" fmla="*/ 757 w 34"/>
                <a:gd name="T3" fmla="*/ 2569 h 57"/>
                <a:gd name="T4" fmla="*/ 1235 w 34"/>
                <a:gd name="T5" fmla="*/ 1945 h 57"/>
                <a:gd name="T6" fmla="*/ 1269 w 34"/>
                <a:gd name="T7" fmla="*/ 1066 h 57"/>
                <a:gd name="T8" fmla="*/ 955 w 34"/>
                <a:gd name="T9" fmla="*/ 588 h 57"/>
                <a:gd name="T10" fmla="*/ 757 w 34"/>
                <a:gd name="T11" fmla="*/ 241 h 57"/>
                <a:gd name="T12" fmla="*/ 676 w 34"/>
                <a:gd name="T13" fmla="*/ 0 h 57"/>
                <a:gd name="T14" fmla="*/ 839 w 34"/>
                <a:gd name="T15" fmla="*/ 679 h 57"/>
                <a:gd name="T16" fmla="*/ 1071 w 34"/>
                <a:gd name="T17" fmla="*/ 1212 h 57"/>
                <a:gd name="T18" fmla="*/ 1037 w 34"/>
                <a:gd name="T19" fmla="*/ 1744 h 57"/>
                <a:gd name="T20" fmla="*/ 676 w 34"/>
                <a:gd name="T21" fmla="*/ 2146 h 57"/>
                <a:gd name="T22" fmla="*/ 512 w 34"/>
                <a:gd name="T23" fmla="*/ 2182 h 57"/>
                <a:gd name="T24" fmla="*/ 396 w 34"/>
                <a:gd name="T25" fmla="*/ 2383 h 57"/>
                <a:gd name="T26" fmla="*/ 34 w 34"/>
                <a:gd name="T27" fmla="*/ 2529 h 57"/>
                <a:gd name="T28" fmla="*/ 34 w 34"/>
                <a:gd name="T29" fmla="*/ 2529 h 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" h="57">
                  <a:moveTo>
                    <a:pt x="0" y="52"/>
                  </a:moveTo>
                  <a:cubicBezTo>
                    <a:pt x="5" y="57"/>
                    <a:pt x="12" y="55"/>
                    <a:pt x="19" y="53"/>
                  </a:cubicBezTo>
                  <a:cubicBezTo>
                    <a:pt x="25" y="51"/>
                    <a:pt x="28" y="45"/>
                    <a:pt x="31" y="40"/>
                  </a:cubicBezTo>
                  <a:cubicBezTo>
                    <a:pt x="34" y="35"/>
                    <a:pt x="34" y="27"/>
                    <a:pt x="32" y="22"/>
                  </a:cubicBezTo>
                  <a:cubicBezTo>
                    <a:pt x="30" y="18"/>
                    <a:pt x="26" y="16"/>
                    <a:pt x="24" y="12"/>
                  </a:cubicBezTo>
                  <a:cubicBezTo>
                    <a:pt x="22" y="10"/>
                    <a:pt x="21" y="8"/>
                    <a:pt x="19" y="5"/>
                  </a:cubicBezTo>
                  <a:cubicBezTo>
                    <a:pt x="19" y="4"/>
                    <a:pt x="18" y="1"/>
                    <a:pt x="17" y="0"/>
                  </a:cubicBezTo>
                  <a:cubicBezTo>
                    <a:pt x="16" y="5"/>
                    <a:pt x="20" y="11"/>
                    <a:pt x="21" y="14"/>
                  </a:cubicBezTo>
                  <a:cubicBezTo>
                    <a:pt x="23" y="18"/>
                    <a:pt x="26" y="21"/>
                    <a:pt x="27" y="25"/>
                  </a:cubicBezTo>
                  <a:cubicBezTo>
                    <a:pt x="28" y="28"/>
                    <a:pt x="28" y="33"/>
                    <a:pt x="26" y="36"/>
                  </a:cubicBezTo>
                  <a:cubicBezTo>
                    <a:pt x="24" y="40"/>
                    <a:pt x="21" y="43"/>
                    <a:pt x="17" y="44"/>
                  </a:cubicBezTo>
                  <a:cubicBezTo>
                    <a:pt x="16" y="45"/>
                    <a:pt x="14" y="45"/>
                    <a:pt x="13" y="45"/>
                  </a:cubicBezTo>
                  <a:cubicBezTo>
                    <a:pt x="11" y="46"/>
                    <a:pt x="11" y="48"/>
                    <a:pt x="10" y="49"/>
                  </a:cubicBezTo>
                  <a:cubicBezTo>
                    <a:pt x="7" y="53"/>
                    <a:pt x="5" y="52"/>
                    <a:pt x="1" y="52"/>
                  </a:cubicBezTo>
                  <a:cubicBezTo>
                    <a:pt x="0" y="52"/>
                    <a:pt x="0" y="52"/>
                    <a:pt x="1" y="5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8" name="Freeform 617">
              <a:extLst>
                <a:ext uri="{FF2B5EF4-FFF2-40B4-BE49-F238E27FC236}">
                  <a16:creationId xmlns:a16="http://schemas.microsoft.com/office/drawing/2014/main" id="{0276F749-6BA6-4AC5-BA0A-8CAD1FE9A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646"/>
              <a:ext cx="72" cy="18"/>
            </a:xfrm>
            <a:custGeom>
              <a:avLst/>
              <a:gdLst>
                <a:gd name="T0" fmla="*/ 165 w 21"/>
                <a:gd name="T1" fmla="*/ 0 h 5"/>
                <a:gd name="T2" fmla="*/ 600 w 21"/>
                <a:gd name="T3" fmla="*/ 50 h 5"/>
                <a:gd name="T4" fmla="*/ 765 w 21"/>
                <a:gd name="T5" fmla="*/ 0 h 5"/>
                <a:gd name="T6" fmla="*/ 847 w 21"/>
                <a:gd name="T7" fmla="*/ 144 h 5"/>
                <a:gd name="T8" fmla="*/ 648 w 21"/>
                <a:gd name="T9" fmla="*/ 144 h 5"/>
                <a:gd name="T10" fmla="*/ 401 w 21"/>
                <a:gd name="T11" fmla="*/ 180 h 5"/>
                <a:gd name="T12" fmla="*/ 165 w 21"/>
                <a:gd name="T13" fmla="*/ 50 h 5"/>
                <a:gd name="T14" fmla="*/ 0 w 21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5">
                  <a:moveTo>
                    <a:pt x="4" y="0"/>
                  </a:moveTo>
                  <a:cubicBezTo>
                    <a:pt x="8" y="2"/>
                    <a:pt x="12" y="2"/>
                    <a:pt x="15" y="1"/>
                  </a:cubicBezTo>
                  <a:cubicBezTo>
                    <a:pt x="16" y="1"/>
                    <a:pt x="18" y="0"/>
                    <a:pt x="19" y="0"/>
                  </a:cubicBezTo>
                  <a:cubicBezTo>
                    <a:pt x="19" y="0"/>
                    <a:pt x="21" y="3"/>
                    <a:pt x="21" y="3"/>
                  </a:cubicBezTo>
                  <a:cubicBezTo>
                    <a:pt x="20" y="2"/>
                    <a:pt x="18" y="2"/>
                    <a:pt x="16" y="3"/>
                  </a:cubicBezTo>
                  <a:cubicBezTo>
                    <a:pt x="14" y="4"/>
                    <a:pt x="13" y="5"/>
                    <a:pt x="10" y="4"/>
                  </a:cubicBezTo>
                  <a:cubicBezTo>
                    <a:pt x="8" y="3"/>
                    <a:pt x="6" y="2"/>
                    <a:pt x="4" y="1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9" name="Freeform 618">
              <a:extLst>
                <a:ext uri="{FF2B5EF4-FFF2-40B4-BE49-F238E27FC236}">
                  <a16:creationId xmlns:a16="http://schemas.microsoft.com/office/drawing/2014/main" id="{3EB61DB2-FF3B-4CC1-8F76-4B325BC73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664"/>
              <a:ext cx="44" cy="66"/>
            </a:xfrm>
            <a:custGeom>
              <a:avLst/>
              <a:gdLst>
                <a:gd name="T0" fmla="*/ 470 w 13"/>
                <a:gd name="T1" fmla="*/ 95 h 18"/>
                <a:gd name="T2" fmla="*/ 274 w 13"/>
                <a:gd name="T3" fmla="*/ 590 h 18"/>
                <a:gd name="T4" fmla="*/ 115 w 13"/>
                <a:gd name="T5" fmla="*/ 741 h 18"/>
                <a:gd name="T6" fmla="*/ 0 w 13"/>
                <a:gd name="T7" fmla="*/ 887 h 18"/>
                <a:gd name="T8" fmla="*/ 34 w 13"/>
                <a:gd name="T9" fmla="*/ 645 h 18"/>
                <a:gd name="T10" fmla="*/ 115 w 13"/>
                <a:gd name="T11" fmla="*/ 389 h 18"/>
                <a:gd name="T12" fmla="*/ 345 w 13"/>
                <a:gd name="T13" fmla="*/ 147 h 18"/>
                <a:gd name="T14" fmla="*/ 504 w 13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8">
                  <a:moveTo>
                    <a:pt x="12" y="2"/>
                  </a:moveTo>
                  <a:cubicBezTo>
                    <a:pt x="11" y="5"/>
                    <a:pt x="9" y="9"/>
                    <a:pt x="7" y="12"/>
                  </a:cubicBezTo>
                  <a:cubicBezTo>
                    <a:pt x="5" y="13"/>
                    <a:pt x="4" y="14"/>
                    <a:pt x="3" y="15"/>
                  </a:cubicBezTo>
                  <a:cubicBezTo>
                    <a:pt x="2" y="16"/>
                    <a:pt x="1" y="17"/>
                    <a:pt x="0" y="18"/>
                  </a:cubicBezTo>
                  <a:cubicBezTo>
                    <a:pt x="0" y="16"/>
                    <a:pt x="1" y="15"/>
                    <a:pt x="1" y="13"/>
                  </a:cubicBezTo>
                  <a:cubicBezTo>
                    <a:pt x="1" y="11"/>
                    <a:pt x="2" y="9"/>
                    <a:pt x="3" y="8"/>
                  </a:cubicBezTo>
                  <a:cubicBezTo>
                    <a:pt x="5" y="7"/>
                    <a:pt x="7" y="5"/>
                    <a:pt x="9" y="3"/>
                  </a:cubicBezTo>
                  <a:cubicBezTo>
                    <a:pt x="10" y="2"/>
                    <a:pt x="11" y="1"/>
                    <a:pt x="13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0" name="Freeform 619">
              <a:extLst>
                <a:ext uri="{FF2B5EF4-FFF2-40B4-BE49-F238E27FC236}">
                  <a16:creationId xmlns:a16="http://schemas.microsoft.com/office/drawing/2014/main" id="{AE5CE704-3C6B-468C-A9D2-3A1951DE9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796"/>
              <a:ext cx="20" cy="62"/>
            </a:xfrm>
            <a:custGeom>
              <a:avLst/>
              <a:gdLst>
                <a:gd name="T0" fmla="*/ 223 w 6"/>
                <a:gd name="T1" fmla="*/ 0 h 17"/>
                <a:gd name="T2" fmla="*/ 0 w 6"/>
                <a:gd name="T3" fmla="*/ 733 h 17"/>
                <a:gd name="T4" fmla="*/ 143 w 6"/>
                <a:gd name="T5" fmla="*/ 824 h 17"/>
                <a:gd name="T6" fmla="*/ 110 w 6"/>
                <a:gd name="T7" fmla="*/ 678 h 17"/>
                <a:gd name="T8" fmla="*/ 33 w 6"/>
                <a:gd name="T9" fmla="*/ 62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4" y="5"/>
                    <a:pt x="2" y="10"/>
                    <a:pt x="0" y="15"/>
                  </a:cubicBezTo>
                  <a:cubicBezTo>
                    <a:pt x="1" y="16"/>
                    <a:pt x="3" y="17"/>
                    <a:pt x="4" y="17"/>
                  </a:cubicBezTo>
                  <a:cubicBezTo>
                    <a:pt x="4" y="16"/>
                    <a:pt x="4" y="15"/>
                    <a:pt x="3" y="14"/>
                  </a:cubicBezTo>
                  <a:cubicBezTo>
                    <a:pt x="2" y="14"/>
                    <a:pt x="1" y="14"/>
                    <a:pt x="1" y="1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1" name="Freeform 620">
              <a:extLst>
                <a:ext uri="{FF2B5EF4-FFF2-40B4-BE49-F238E27FC236}">
                  <a16:creationId xmlns:a16="http://schemas.microsoft.com/office/drawing/2014/main" id="{9E220FDA-4AEE-4500-8A2D-DE8813551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777"/>
              <a:ext cx="226" cy="125"/>
            </a:xfrm>
            <a:custGeom>
              <a:avLst/>
              <a:gdLst>
                <a:gd name="T0" fmla="*/ 82 w 66"/>
                <a:gd name="T1" fmla="*/ 0 h 34"/>
                <a:gd name="T2" fmla="*/ 34 w 66"/>
                <a:gd name="T3" fmla="*/ 596 h 34"/>
                <a:gd name="T4" fmla="*/ 164 w 66"/>
                <a:gd name="T5" fmla="*/ 893 h 34"/>
                <a:gd name="T6" fmla="*/ 281 w 66"/>
                <a:gd name="T7" fmla="*/ 1151 h 34"/>
                <a:gd name="T8" fmla="*/ 644 w 66"/>
                <a:gd name="T9" fmla="*/ 1540 h 34"/>
                <a:gd name="T10" fmla="*/ 1079 w 66"/>
                <a:gd name="T11" fmla="*/ 1691 h 34"/>
                <a:gd name="T12" fmla="*/ 1325 w 66"/>
                <a:gd name="T13" fmla="*/ 1636 h 34"/>
                <a:gd name="T14" fmla="*/ 1688 w 66"/>
                <a:gd name="T15" fmla="*/ 1636 h 34"/>
                <a:gd name="T16" fmla="*/ 1924 w 66"/>
                <a:gd name="T17" fmla="*/ 1485 h 34"/>
                <a:gd name="T18" fmla="*/ 2205 w 66"/>
                <a:gd name="T19" fmla="*/ 1393 h 34"/>
                <a:gd name="T20" fmla="*/ 2452 w 66"/>
                <a:gd name="T21" fmla="*/ 298 h 34"/>
                <a:gd name="T22" fmla="*/ 2332 w 66"/>
                <a:gd name="T23" fmla="*/ 853 h 34"/>
                <a:gd name="T24" fmla="*/ 2007 w 66"/>
                <a:gd name="T25" fmla="*/ 1151 h 34"/>
                <a:gd name="T26" fmla="*/ 1606 w 66"/>
                <a:gd name="T27" fmla="*/ 1393 h 34"/>
                <a:gd name="T28" fmla="*/ 1161 w 66"/>
                <a:gd name="T29" fmla="*/ 1540 h 34"/>
                <a:gd name="T30" fmla="*/ 846 w 66"/>
                <a:gd name="T31" fmla="*/ 1243 h 34"/>
                <a:gd name="T32" fmla="*/ 527 w 66"/>
                <a:gd name="T33" fmla="*/ 945 h 34"/>
                <a:gd name="T34" fmla="*/ 116 w 66"/>
                <a:gd name="T35" fmla="*/ 596 h 34"/>
                <a:gd name="T36" fmla="*/ 82 w 66"/>
                <a:gd name="T37" fmla="*/ 500 h 34"/>
                <a:gd name="T38" fmla="*/ 82 w 66"/>
                <a:gd name="T39" fmla="*/ 353 h 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6" h="34">
                  <a:moveTo>
                    <a:pt x="2" y="0"/>
                  </a:moveTo>
                  <a:cubicBezTo>
                    <a:pt x="4" y="4"/>
                    <a:pt x="0" y="8"/>
                    <a:pt x="1" y="12"/>
                  </a:cubicBezTo>
                  <a:cubicBezTo>
                    <a:pt x="1" y="14"/>
                    <a:pt x="3" y="17"/>
                    <a:pt x="4" y="18"/>
                  </a:cubicBezTo>
                  <a:cubicBezTo>
                    <a:pt x="5" y="20"/>
                    <a:pt x="6" y="21"/>
                    <a:pt x="7" y="23"/>
                  </a:cubicBezTo>
                  <a:cubicBezTo>
                    <a:pt x="9" y="26"/>
                    <a:pt x="13" y="28"/>
                    <a:pt x="16" y="31"/>
                  </a:cubicBezTo>
                  <a:cubicBezTo>
                    <a:pt x="19" y="34"/>
                    <a:pt x="23" y="34"/>
                    <a:pt x="27" y="34"/>
                  </a:cubicBezTo>
                  <a:cubicBezTo>
                    <a:pt x="29" y="34"/>
                    <a:pt x="31" y="34"/>
                    <a:pt x="33" y="33"/>
                  </a:cubicBezTo>
                  <a:cubicBezTo>
                    <a:pt x="36" y="33"/>
                    <a:pt x="39" y="33"/>
                    <a:pt x="42" y="33"/>
                  </a:cubicBezTo>
                  <a:cubicBezTo>
                    <a:pt x="44" y="32"/>
                    <a:pt x="46" y="31"/>
                    <a:pt x="48" y="30"/>
                  </a:cubicBezTo>
                  <a:cubicBezTo>
                    <a:pt x="50" y="30"/>
                    <a:pt x="53" y="29"/>
                    <a:pt x="55" y="28"/>
                  </a:cubicBezTo>
                  <a:cubicBezTo>
                    <a:pt x="63" y="24"/>
                    <a:pt x="66" y="14"/>
                    <a:pt x="61" y="6"/>
                  </a:cubicBezTo>
                  <a:cubicBezTo>
                    <a:pt x="61" y="10"/>
                    <a:pt x="61" y="14"/>
                    <a:pt x="58" y="17"/>
                  </a:cubicBezTo>
                  <a:cubicBezTo>
                    <a:pt x="56" y="19"/>
                    <a:pt x="53" y="21"/>
                    <a:pt x="50" y="23"/>
                  </a:cubicBezTo>
                  <a:cubicBezTo>
                    <a:pt x="47" y="25"/>
                    <a:pt x="43" y="27"/>
                    <a:pt x="40" y="28"/>
                  </a:cubicBezTo>
                  <a:cubicBezTo>
                    <a:pt x="36" y="29"/>
                    <a:pt x="32" y="30"/>
                    <a:pt x="29" y="31"/>
                  </a:cubicBezTo>
                  <a:cubicBezTo>
                    <a:pt x="25" y="31"/>
                    <a:pt x="23" y="27"/>
                    <a:pt x="21" y="25"/>
                  </a:cubicBezTo>
                  <a:cubicBezTo>
                    <a:pt x="19" y="23"/>
                    <a:pt x="16" y="21"/>
                    <a:pt x="13" y="19"/>
                  </a:cubicBezTo>
                  <a:cubicBezTo>
                    <a:pt x="10" y="16"/>
                    <a:pt x="6" y="15"/>
                    <a:pt x="3" y="12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2" y="9"/>
                    <a:pt x="2" y="8"/>
                    <a:pt x="2" y="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2" name="Freeform 621">
              <a:extLst>
                <a:ext uri="{FF2B5EF4-FFF2-40B4-BE49-F238E27FC236}">
                  <a16:creationId xmlns:a16="http://schemas.microsoft.com/office/drawing/2014/main" id="{83F75C4F-977D-498B-B67C-EF16F3948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774"/>
              <a:ext cx="65" cy="91"/>
            </a:xfrm>
            <a:custGeom>
              <a:avLst/>
              <a:gdLst>
                <a:gd name="T0" fmla="*/ 643 w 19"/>
                <a:gd name="T1" fmla="*/ 0 h 25"/>
                <a:gd name="T2" fmla="*/ 643 w 19"/>
                <a:gd name="T3" fmla="*/ 386 h 25"/>
                <a:gd name="T4" fmla="*/ 479 w 19"/>
                <a:gd name="T5" fmla="*/ 677 h 25"/>
                <a:gd name="T6" fmla="*/ 246 w 19"/>
                <a:gd name="T7" fmla="*/ 874 h 25"/>
                <a:gd name="T8" fmla="*/ 34 w 19"/>
                <a:gd name="T9" fmla="*/ 1205 h 25"/>
                <a:gd name="T10" fmla="*/ 246 w 19"/>
                <a:gd name="T11" fmla="*/ 968 h 25"/>
                <a:gd name="T12" fmla="*/ 643 w 19"/>
                <a:gd name="T13" fmla="*/ 728 h 25"/>
                <a:gd name="T14" fmla="*/ 725 w 19"/>
                <a:gd name="T15" fmla="*/ 386 h 25"/>
                <a:gd name="T16" fmla="*/ 643 w 19"/>
                <a:gd name="T17" fmla="*/ 91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5">
                  <a:moveTo>
                    <a:pt x="16" y="0"/>
                  </a:moveTo>
                  <a:cubicBezTo>
                    <a:pt x="16" y="3"/>
                    <a:pt x="17" y="5"/>
                    <a:pt x="16" y="8"/>
                  </a:cubicBezTo>
                  <a:cubicBezTo>
                    <a:pt x="16" y="11"/>
                    <a:pt x="14" y="12"/>
                    <a:pt x="12" y="14"/>
                  </a:cubicBezTo>
                  <a:cubicBezTo>
                    <a:pt x="10" y="15"/>
                    <a:pt x="8" y="16"/>
                    <a:pt x="6" y="18"/>
                  </a:cubicBezTo>
                  <a:cubicBezTo>
                    <a:pt x="4" y="19"/>
                    <a:pt x="0" y="22"/>
                    <a:pt x="1" y="25"/>
                  </a:cubicBezTo>
                  <a:cubicBezTo>
                    <a:pt x="3" y="23"/>
                    <a:pt x="3" y="21"/>
                    <a:pt x="6" y="20"/>
                  </a:cubicBezTo>
                  <a:cubicBezTo>
                    <a:pt x="9" y="19"/>
                    <a:pt x="13" y="18"/>
                    <a:pt x="16" y="15"/>
                  </a:cubicBezTo>
                  <a:cubicBezTo>
                    <a:pt x="18" y="13"/>
                    <a:pt x="19" y="11"/>
                    <a:pt x="18" y="8"/>
                  </a:cubicBezTo>
                  <a:cubicBezTo>
                    <a:pt x="18" y="6"/>
                    <a:pt x="17" y="4"/>
                    <a:pt x="16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3" name="Freeform 622">
              <a:extLst>
                <a:ext uri="{FF2B5EF4-FFF2-40B4-BE49-F238E27FC236}">
                  <a16:creationId xmlns:a16="http://schemas.microsoft.com/office/drawing/2014/main" id="{9200A5DE-7360-417B-A493-1165D663D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664"/>
              <a:ext cx="93" cy="36"/>
            </a:xfrm>
            <a:custGeom>
              <a:avLst/>
              <a:gdLst>
                <a:gd name="T0" fmla="*/ 403 w 27"/>
                <a:gd name="T1" fmla="*/ 180 h 10"/>
                <a:gd name="T2" fmla="*/ 534 w 27"/>
                <a:gd name="T3" fmla="*/ 324 h 10"/>
                <a:gd name="T4" fmla="*/ 699 w 27"/>
                <a:gd name="T5" fmla="*/ 414 h 10"/>
                <a:gd name="T6" fmla="*/ 937 w 27"/>
                <a:gd name="T7" fmla="*/ 414 h 10"/>
                <a:gd name="T8" fmla="*/ 1102 w 27"/>
                <a:gd name="T9" fmla="*/ 468 h 10"/>
                <a:gd name="T10" fmla="*/ 902 w 27"/>
                <a:gd name="T11" fmla="*/ 180 h 10"/>
                <a:gd name="T12" fmla="*/ 651 w 27"/>
                <a:gd name="T13" fmla="*/ 0 h 10"/>
                <a:gd name="T14" fmla="*/ 0 w 27"/>
                <a:gd name="T15" fmla="*/ 180 h 10"/>
                <a:gd name="T16" fmla="*/ 248 w 27"/>
                <a:gd name="T17" fmla="*/ 144 h 10"/>
                <a:gd name="T18" fmla="*/ 451 w 27"/>
                <a:gd name="T19" fmla="*/ 18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10">
                  <a:moveTo>
                    <a:pt x="10" y="4"/>
                  </a:moveTo>
                  <a:cubicBezTo>
                    <a:pt x="12" y="5"/>
                    <a:pt x="12" y="6"/>
                    <a:pt x="13" y="7"/>
                  </a:cubicBezTo>
                  <a:cubicBezTo>
                    <a:pt x="14" y="8"/>
                    <a:pt x="16" y="9"/>
                    <a:pt x="17" y="9"/>
                  </a:cubicBezTo>
                  <a:cubicBezTo>
                    <a:pt x="19" y="10"/>
                    <a:pt x="21" y="9"/>
                    <a:pt x="23" y="9"/>
                  </a:cubicBezTo>
                  <a:cubicBezTo>
                    <a:pt x="25" y="9"/>
                    <a:pt x="26" y="10"/>
                    <a:pt x="27" y="10"/>
                  </a:cubicBezTo>
                  <a:cubicBezTo>
                    <a:pt x="25" y="9"/>
                    <a:pt x="23" y="6"/>
                    <a:pt x="22" y="4"/>
                  </a:cubicBezTo>
                  <a:cubicBezTo>
                    <a:pt x="20" y="2"/>
                    <a:pt x="19" y="0"/>
                    <a:pt x="16" y="0"/>
                  </a:cubicBezTo>
                  <a:cubicBezTo>
                    <a:pt x="12" y="0"/>
                    <a:pt x="2" y="0"/>
                    <a:pt x="0" y="4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8" y="3"/>
                    <a:pt x="9" y="4"/>
                    <a:pt x="11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4" name="Freeform 623">
              <a:extLst>
                <a:ext uri="{FF2B5EF4-FFF2-40B4-BE49-F238E27FC236}">
                  <a16:creationId xmlns:a16="http://schemas.microsoft.com/office/drawing/2014/main" id="{B205481F-D250-4945-9C30-62E80674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737"/>
              <a:ext cx="37" cy="95"/>
            </a:xfrm>
            <a:custGeom>
              <a:avLst/>
              <a:gdLst>
                <a:gd name="T0" fmla="*/ 114 w 11"/>
                <a:gd name="T1" fmla="*/ 146 h 26"/>
                <a:gd name="T2" fmla="*/ 192 w 11"/>
                <a:gd name="T3" fmla="*/ 775 h 26"/>
                <a:gd name="T4" fmla="*/ 192 w 11"/>
                <a:gd name="T5" fmla="*/ 1067 h 26"/>
                <a:gd name="T6" fmla="*/ 417 w 11"/>
                <a:gd name="T7" fmla="*/ 1268 h 26"/>
                <a:gd name="T8" fmla="*/ 340 w 11"/>
                <a:gd name="T9" fmla="*/ 921 h 26"/>
                <a:gd name="T10" fmla="*/ 272 w 11"/>
                <a:gd name="T11" fmla="*/ 241 h 26"/>
                <a:gd name="T12" fmla="*/ 114 w 11"/>
                <a:gd name="T13" fmla="*/ 95 h 26"/>
                <a:gd name="T14" fmla="*/ 0 w 11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6">
                  <a:moveTo>
                    <a:pt x="3" y="3"/>
                  </a:moveTo>
                  <a:cubicBezTo>
                    <a:pt x="6" y="5"/>
                    <a:pt x="6" y="12"/>
                    <a:pt x="5" y="16"/>
                  </a:cubicBezTo>
                  <a:cubicBezTo>
                    <a:pt x="5" y="18"/>
                    <a:pt x="4" y="20"/>
                    <a:pt x="5" y="22"/>
                  </a:cubicBezTo>
                  <a:cubicBezTo>
                    <a:pt x="6" y="24"/>
                    <a:pt x="9" y="26"/>
                    <a:pt x="11" y="26"/>
                  </a:cubicBezTo>
                  <a:cubicBezTo>
                    <a:pt x="8" y="26"/>
                    <a:pt x="9" y="20"/>
                    <a:pt x="9" y="19"/>
                  </a:cubicBezTo>
                  <a:cubicBezTo>
                    <a:pt x="9" y="14"/>
                    <a:pt x="9" y="9"/>
                    <a:pt x="7" y="5"/>
                  </a:cubicBezTo>
                  <a:cubicBezTo>
                    <a:pt x="6" y="3"/>
                    <a:pt x="5" y="3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5" name="Freeform 624">
              <a:extLst>
                <a:ext uri="{FF2B5EF4-FFF2-40B4-BE49-F238E27FC236}">
                  <a16:creationId xmlns:a16="http://schemas.microsoft.com/office/drawing/2014/main" id="{C0C18531-AF71-4690-8E37-1B979AF99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686"/>
              <a:ext cx="34" cy="29"/>
            </a:xfrm>
            <a:custGeom>
              <a:avLst/>
              <a:gdLst>
                <a:gd name="T0" fmla="*/ 0 w 10"/>
                <a:gd name="T1" fmla="*/ 0 h 8"/>
                <a:gd name="T2" fmla="*/ 82 w 10"/>
                <a:gd name="T3" fmla="*/ 330 h 8"/>
                <a:gd name="T4" fmla="*/ 197 w 10"/>
                <a:gd name="T5" fmla="*/ 330 h 8"/>
                <a:gd name="T6" fmla="*/ 394 w 10"/>
                <a:gd name="T7" fmla="*/ 381 h 8"/>
                <a:gd name="T8" fmla="*/ 197 w 10"/>
                <a:gd name="T9" fmla="*/ 145 h 8"/>
                <a:gd name="T10" fmla="*/ 34 w 10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0" y="2"/>
                    <a:pt x="0" y="6"/>
                    <a:pt x="2" y="7"/>
                  </a:cubicBezTo>
                  <a:cubicBezTo>
                    <a:pt x="3" y="8"/>
                    <a:pt x="4" y="7"/>
                    <a:pt x="5" y="7"/>
                  </a:cubicBezTo>
                  <a:cubicBezTo>
                    <a:pt x="7" y="7"/>
                    <a:pt x="8" y="8"/>
                    <a:pt x="10" y="8"/>
                  </a:cubicBezTo>
                  <a:cubicBezTo>
                    <a:pt x="9" y="6"/>
                    <a:pt x="7" y="4"/>
                    <a:pt x="5" y="3"/>
                  </a:cubicBezTo>
                  <a:cubicBezTo>
                    <a:pt x="4" y="2"/>
                    <a:pt x="2" y="2"/>
                    <a:pt x="1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6" name="Freeform 625">
              <a:extLst>
                <a:ext uri="{FF2B5EF4-FFF2-40B4-BE49-F238E27FC236}">
                  <a16:creationId xmlns:a16="http://schemas.microsoft.com/office/drawing/2014/main" id="{09D4721B-3B93-4E89-902E-3658FA60C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642"/>
              <a:ext cx="96" cy="168"/>
            </a:xfrm>
            <a:custGeom>
              <a:avLst/>
              <a:gdLst>
                <a:gd name="T0" fmla="*/ 682 w 28"/>
                <a:gd name="T1" fmla="*/ 493 h 46"/>
                <a:gd name="T2" fmla="*/ 929 w 28"/>
                <a:gd name="T3" fmla="*/ 1026 h 46"/>
                <a:gd name="T4" fmla="*/ 929 w 28"/>
                <a:gd name="T5" fmla="*/ 1362 h 46"/>
                <a:gd name="T6" fmla="*/ 1046 w 28"/>
                <a:gd name="T7" fmla="*/ 1614 h 46"/>
                <a:gd name="T8" fmla="*/ 881 w 28"/>
                <a:gd name="T9" fmla="*/ 2147 h 46"/>
                <a:gd name="T10" fmla="*/ 528 w 28"/>
                <a:gd name="T11" fmla="*/ 2042 h 46"/>
                <a:gd name="T12" fmla="*/ 730 w 28"/>
                <a:gd name="T13" fmla="*/ 2042 h 46"/>
                <a:gd name="T14" fmla="*/ 929 w 28"/>
                <a:gd name="T15" fmla="*/ 1895 h 46"/>
                <a:gd name="T16" fmla="*/ 247 w 28"/>
                <a:gd name="T17" fmla="*/ 1895 h 46"/>
                <a:gd name="T18" fmla="*/ 117 w 28"/>
                <a:gd name="T19" fmla="*/ 1855 h 46"/>
                <a:gd name="T20" fmla="*/ 363 w 28"/>
                <a:gd name="T21" fmla="*/ 1706 h 46"/>
                <a:gd name="T22" fmla="*/ 600 w 28"/>
                <a:gd name="T23" fmla="*/ 1362 h 46"/>
                <a:gd name="T24" fmla="*/ 446 w 28"/>
                <a:gd name="T25" fmla="*/ 825 h 46"/>
                <a:gd name="T26" fmla="*/ 34 w 28"/>
                <a:gd name="T27" fmla="*/ 880 h 46"/>
                <a:gd name="T28" fmla="*/ 401 w 28"/>
                <a:gd name="T29" fmla="*/ 292 h 46"/>
                <a:gd name="T30" fmla="*/ 600 w 28"/>
                <a:gd name="T31" fmla="*/ 0 h 46"/>
                <a:gd name="T32" fmla="*/ 600 w 28"/>
                <a:gd name="T33" fmla="*/ 201 h 46"/>
                <a:gd name="T34" fmla="*/ 600 w 28"/>
                <a:gd name="T35" fmla="*/ 347 h 46"/>
                <a:gd name="T36" fmla="*/ 682 w 28"/>
                <a:gd name="T37" fmla="*/ 493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8" h="46">
                  <a:moveTo>
                    <a:pt x="17" y="10"/>
                  </a:moveTo>
                  <a:cubicBezTo>
                    <a:pt x="19" y="14"/>
                    <a:pt x="23" y="16"/>
                    <a:pt x="23" y="21"/>
                  </a:cubicBezTo>
                  <a:cubicBezTo>
                    <a:pt x="23" y="23"/>
                    <a:pt x="23" y="25"/>
                    <a:pt x="23" y="28"/>
                  </a:cubicBezTo>
                  <a:cubicBezTo>
                    <a:pt x="23" y="30"/>
                    <a:pt x="25" y="31"/>
                    <a:pt x="26" y="33"/>
                  </a:cubicBezTo>
                  <a:cubicBezTo>
                    <a:pt x="28" y="36"/>
                    <a:pt x="25" y="43"/>
                    <a:pt x="22" y="44"/>
                  </a:cubicBezTo>
                  <a:cubicBezTo>
                    <a:pt x="19" y="46"/>
                    <a:pt x="16" y="41"/>
                    <a:pt x="13" y="42"/>
                  </a:cubicBezTo>
                  <a:cubicBezTo>
                    <a:pt x="14" y="41"/>
                    <a:pt x="17" y="42"/>
                    <a:pt x="18" y="42"/>
                  </a:cubicBezTo>
                  <a:cubicBezTo>
                    <a:pt x="20" y="42"/>
                    <a:pt x="22" y="41"/>
                    <a:pt x="23" y="39"/>
                  </a:cubicBezTo>
                  <a:cubicBezTo>
                    <a:pt x="24" y="33"/>
                    <a:pt x="9" y="38"/>
                    <a:pt x="6" y="39"/>
                  </a:cubicBezTo>
                  <a:cubicBezTo>
                    <a:pt x="5" y="40"/>
                    <a:pt x="0" y="41"/>
                    <a:pt x="3" y="38"/>
                  </a:cubicBezTo>
                  <a:cubicBezTo>
                    <a:pt x="4" y="37"/>
                    <a:pt x="7" y="36"/>
                    <a:pt x="9" y="35"/>
                  </a:cubicBezTo>
                  <a:cubicBezTo>
                    <a:pt x="12" y="33"/>
                    <a:pt x="14" y="31"/>
                    <a:pt x="15" y="28"/>
                  </a:cubicBezTo>
                  <a:cubicBezTo>
                    <a:pt x="17" y="23"/>
                    <a:pt x="16" y="17"/>
                    <a:pt x="11" y="17"/>
                  </a:cubicBezTo>
                  <a:cubicBezTo>
                    <a:pt x="8" y="17"/>
                    <a:pt x="4" y="18"/>
                    <a:pt x="1" y="18"/>
                  </a:cubicBezTo>
                  <a:cubicBezTo>
                    <a:pt x="6" y="16"/>
                    <a:pt x="9" y="11"/>
                    <a:pt x="10" y="6"/>
                  </a:cubicBezTo>
                  <a:cubicBezTo>
                    <a:pt x="10" y="4"/>
                    <a:pt x="11" y="0"/>
                    <a:pt x="15" y="0"/>
                  </a:cubicBezTo>
                  <a:cubicBezTo>
                    <a:pt x="14" y="1"/>
                    <a:pt x="15" y="3"/>
                    <a:pt x="15" y="4"/>
                  </a:cubicBezTo>
                  <a:cubicBezTo>
                    <a:pt x="15" y="5"/>
                    <a:pt x="15" y="6"/>
                    <a:pt x="15" y="7"/>
                  </a:cubicBezTo>
                  <a:cubicBezTo>
                    <a:pt x="16" y="8"/>
                    <a:pt x="17" y="9"/>
                    <a:pt x="17" y="1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7" name="Freeform 626">
              <a:extLst>
                <a:ext uri="{FF2B5EF4-FFF2-40B4-BE49-F238E27FC236}">
                  <a16:creationId xmlns:a16="http://schemas.microsoft.com/office/drawing/2014/main" id="{DD34BAD2-002C-47F0-B032-8C1AFAAF1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47"/>
              <a:ext cx="178" cy="91"/>
            </a:xfrm>
            <a:custGeom>
              <a:avLst/>
              <a:gdLst>
                <a:gd name="T0" fmla="*/ 1325 w 52"/>
                <a:gd name="T1" fmla="*/ 55 h 25"/>
                <a:gd name="T2" fmla="*/ 1804 w 52"/>
                <a:gd name="T3" fmla="*/ 240 h 25"/>
                <a:gd name="T4" fmla="*/ 2003 w 52"/>
                <a:gd name="T5" fmla="*/ 531 h 25"/>
                <a:gd name="T6" fmla="*/ 1770 w 52"/>
                <a:gd name="T7" fmla="*/ 914 h 25"/>
                <a:gd name="T8" fmla="*/ 1640 w 52"/>
                <a:gd name="T9" fmla="*/ 1059 h 25"/>
                <a:gd name="T10" fmla="*/ 1441 w 52"/>
                <a:gd name="T11" fmla="*/ 1205 h 25"/>
                <a:gd name="T12" fmla="*/ 1688 w 52"/>
                <a:gd name="T13" fmla="*/ 728 h 25"/>
                <a:gd name="T14" fmla="*/ 1523 w 52"/>
                <a:gd name="T15" fmla="*/ 331 h 25"/>
                <a:gd name="T16" fmla="*/ 1078 w 52"/>
                <a:gd name="T17" fmla="*/ 386 h 25"/>
                <a:gd name="T18" fmla="*/ 681 w 52"/>
                <a:gd name="T19" fmla="*/ 622 h 25"/>
                <a:gd name="T20" fmla="*/ 164 w 52"/>
                <a:gd name="T21" fmla="*/ 386 h 25"/>
                <a:gd name="T22" fmla="*/ 116 w 52"/>
                <a:gd name="T23" fmla="*/ 240 h 25"/>
                <a:gd name="T24" fmla="*/ 0 w 52"/>
                <a:gd name="T25" fmla="*/ 331 h 25"/>
                <a:gd name="T26" fmla="*/ 82 w 52"/>
                <a:gd name="T27" fmla="*/ 91 h 25"/>
                <a:gd name="T28" fmla="*/ 164 w 52"/>
                <a:gd name="T29" fmla="*/ 200 h 25"/>
                <a:gd name="T30" fmla="*/ 599 w 52"/>
                <a:gd name="T31" fmla="*/ 477 h 25"/>
                <a:gd name="T32" fmla="*/ 962 w 52"/>
                <a:gd name="T33" fmla="*/ 291 h 25"/>
                <a:gd name="T34" fmla="*/ 1126 w 52"/>
                <a:gd name="T35" fmla="*/ 91 h 25"/>
                <a:gd name="T36" fmla="*/ 1325 w 52"/>
                <a:gd name="T37" fmla="*/ 5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" h="25">
                  <a:moveTo>
                    <a:pt x="33" y="1"/>
                  </a:moveTo>
                  <a:cubicBezTo>
                    <a:pt x="37" y="1"/>
                    <a:pt x="41" y="3"/>
                    <a:pt x="45" y="5"/>
                  </a:cubicBezTo>
                  <a:cubicBezTo>
                    <a:pt x="48" y="6"/>
                    <a:pt x="52" y="7"/>
                    <a:pt x="50" y="11"/>
                  </a:cubicBezTo>
                  <a:cubicBezTo>
                    <a:pt x="49" y="14"/>
                    <a:pt x="46" y="17"/>
                    <a:pt x="44" y="19"/>
                  </a:cubicBezTo>
                  <a:cubicBezTo>
                    <a:pt x="43" y="20"/>
                    <a:pt x="42" y="21"/>
                    <a:pt x="41" y="22"/>
                  </a:cubicBezTo>
                  <a:cubicBezTo>
                    <a:pt x="39" y="23"/>
                    <a:pt x="37" y="23"/>
                    <a:pt x="36" y="25"/>
                  </a:cubicBezTo>
                  <a:cubicBezTo>
                    <a:pt x="39" y="22"/>
                    <a:pt x="41" y="18"/>
                    <a:pt x="42" y="15"/>
                  </a:cubicBezTo>
                  <a:cubicBezTo>
                    <a:pt x="44" y="11"/>
                    <a:pt x="42" y="8"/>
                    <a:pt x="38" y="7"/>
                  </a:cubicBezTo>
                  <a:cubicBezTo>
                    <a:pt x="34" y="6"/>
                    <a:pt x="30" y="6"/>
                    <a:pt x="27" y="8"/>
                  </a:cubicBezTo>
                  <a:cubicBezTo>
                    <a:pt x="24" y="10"/>
                    <a:pt x="21" y="12"/>
                    <a:pt x="17" y="13"/>
                  </a:cubicBezTo>
                  <a:cubicBezTo>
                    <a:pt x="12" y="14"/>
                    <a:pt x="7" y="12"/>
                    <a:pt x="4" y="8"/>
                  </a:cubicBezTo>
                  <a:cubicBezTo>
                    <a:pt x="4" y="7"/>
                    <a:pt x="4" y="5"/>
                    <a:pt x="3" y="5"/>
                  </a:cubicBezTo>
                  <a:cubicBezTo>
                    <a:pt x="2" y="5"/>
                    <a:pt x="1" y="6"/>
                    <a:pt x="0" y="7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4" y="0"/>
                    <a:pt x="4" y="3"/>
                    <a:pt x="4" y="4"/>
                  </a:cubicBezTo>
                  <a:cubicBezTo>
                    <a:pt x="6" y="8"/>
                    <a:pt x="10" y="11"/>
                    <a:pt x="15" y="10"/>
                  </a:cubicBezTo>
                  <a:cubicBezTo>
                    <a:pt x="18" y="9"/>
                    <a:pt x="21" y="9"/>
                    <a:pt x="24" y="6"/>
                  </a:cubicBezTo>
                  <a:cubicBezTo>
                    <a:pt x="25" y="5"/>
                    <a:pt x="27" y="3"/>
                    <a:pt x="28" y="2"/>
                  </a:cubicBezTo>
                  <a:cubicBezTo>
                    <a:pt x="30" y="1"/>
                    <a:pt x="32" y="2"/>
                    <a:pt x="33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8" name="Freeform 627">
              <a:extLst>
                <a:ext uri="{FF2B5EF4-FFF2-40B4-BE49-F238E27FC236}">
                  <a16:creationId xmlns:a16="http://schemas.microsoft.com/office/drawing/2014/main" id="{2448C25D-9C09-4350-BE8E-2E84DBAAB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499"/>
              <a:ext cx="69" cy="48"/>
            </a:xfrm>
            <a:custGeom>
              <a:avLst/>
              <a:gdLst>
                <a:gd name="T0" fmla="*/ 335 w 20"/>
                <a:gd name="T1" fmla="*/ 55 h 13"/>
                <a:gd name="T2" fmla="*/ 248 w 20"/>
                <a:gd name="T3" fmla="*/ 299 h 13"/>
                <a:gd name="T4" fmla="*/ 0 w 20"/>
                <a:gd name="T5" fmla="*/ 654 h 13"/>
                <a:gd name="T6" fmla="*/ 286 w 20"/>
                <a:gd name="T7" fmla="*/ 598 h 13"/>
                <a:gd name="T8" fmla="*/ 535 w 20"/>
                <a:gd name="T9" fmla="*/ 598 h 13"/>
                <a:gd name="T10" fmla="*/ 738 w 20"/>
                <a:gd name="T11" fmla="*/ 506 h 13"/>
                <a:gd name="T12" fmla="*/ 821 w 20"/>
                <a:gd name="T13" fmla="*/ 410 h 13"/>
                <a:gd name="T14" fmla="*/ 738 w 20"/>
                <a:gd name="T15" fmla="*/ 299 h 13"/>
                <a:gd name="T16" fmla="*/ 573 w 20"/>
                <a:gd name="T17" fmla="*/ 244 h 13"/>
                <a:gd name="T18" fmla="*/ 335 w 20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3">
                  <a:moveTo>
                    <a:pt x="8" y="1"/>
                  </a:moveTo>
                  <a:cubicBezTo>
                    <a:pt x="6" y="2"/>
                    <a:pt x="6" y="4"/>
                    <a:pt x="6" y="6"/>
                  </a:cubicBezTo>
                  <a:cubicBezTo>
                    <a:pt x="5" y="10"/>
                    <a:pt x="2" y="10"/>
                    <a:pt x="0" y="13"/>
                  </a:cubicBezTo>
                  <a:cubicBezTo>
                    <a:pt x="2" y="12"/>
                    <a:pt x="5" y="12"/>
                    <a:pt x="7" y="12"/>
                  </a:cubicBezTo>
                  <a:cubicBezTo>
                    <a:pt x="9" y="12"/>
                    <a:pt x="11" y="12"/>
                    <a:pt x="13" y="12"/>
                  </a:cubicBezTo>
                  <a:cubicBezTo>
                    <a:pt x="15" y="12"/>
                    <a:pt x="16" y="11"/>
                    <a:pt x="18" y="10"/>
                  </a:cubicBezTo>
                  <a:cubicBezTo>
                    <a:pt x="18" y="9"/>
                    <a:pt x="19" y="7"/>
                    <a:pt x="20" y="8"/>
                  </a:cubicBezTo>
                  <a:cubicBezTo>
                    <a:pt x="20" y="8"/>
                    <a:pt x="19" y="7"/>
                    <a:pt x="18" y="6"/>
                  </a:cubicBezTo>
                  <a:cubicBezTo>
                    <a:pt x="17" y="5"/>
                    <a:pt x="16" y="5"/>
                    <a:pt x="14" y="5"/>
                  </a:cubicBezTo>
                  <a:cubicBezTo>
                    <a:pt x="12" y="4"/>
                    <a:pt x="9" y="2"/>
                    <a:pt x="8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9" name="Freeform 628">
              <a:extLst>
                <a:ext uri="{FF2B5EF4-FFF2-40B4-BE49-F238E27FC236}">
                  <a16:creationId xmlns:a16="http://schemas.microsoft.com/office/drawing/2014/main" id="{A0098444-0F5F-4BA0-93FD-D9B2292B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583"/>
              <a:ext cx="92" cy="125"/>
            </a:xfrm>
            <a:custGeom>
              <a:avLst/>
              <a:gdLst>
                <a:gd name="T0" fmla="*/ 164 w 27"/>
                <a:gd name="T1" fmla="*/ 0 h 34"/>
                <a:gd name="T2" fmla="*/ 361 w 27"/>
                <a:gd name="T3" fmla="*/ 393 h 34"/>
                <a:gd name="T4" fmla="*/ 753 w 27"/>
                <a:gd name="T5" fmla="*/ 945 h 34"/>
                <a:gd name="T6" fmla="*/ 791 w 27"/>
                <a:gd name="T7" fmla="*/ 1298 h 34"/>
                <a:gd name="T8" fmla="*/ 709 w 27"/>
                <a:gd name="T9" fmla="*/ 1393 h 34"/>
                <a:gd name="T10" fmla="*/ 709 w 27"/>
                <a:gd name="T11" fmla="*/ 1691 h 34"/>
                <a:gd name="T12" fmla="*/ 791 w 27"/>
                <a:gd name="T13" fmla="*/ 1485 h 34"/>
                <a:gd name="T14" fmla="*/ 906 w 27"/>
                <a:gd name="T15" fmla="*/ 1243 h 34"/>
                <a:gd name="T16" fmla="*/ 753 w 27"/>
                <a:gd name="T17" fmla="*/ 500 h 34"/>
                <a:gd name="T18" fmla="*/ 511 w 27"/>
                <a:gd name="T19" fmla="*/ 393 h 34"/>
                <a:gd name="T20" fmla="*/ 313 w 27"/>
                <a:gd name="T21" fmla="*/ 298 h 34"/>
                <a:gd name="T22" fmla="*/ 164 w 27"/>
                <a:gd name="T23" fmla="*/ 96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34">
                  <a:moveTo>
                    <a:pt x="4" y="0"/>
                  </a:moveTo>
                  <a:cubicBezTo>
                    <a:pt x="0" y="4"/>
                    <a:pt x="6" y="7"/>
                    <a:pt x="9" y="8"/>
                  </a:cubicBezTo>
                  <a:cubicBezTo>
                    <a:pt x="13" y="11"/>
                    <a:pt x="16" y="15"/>
                    <a:pt x="19" y="19"/>
                  </a:cubicBezTo>
                  <a:cubicBezTo>
                    <a:pt x="20" y="21"/>
                    <a:pt x="22" y="24"/>
                    <a:pt x="20" y="26"/>
                  </a:cubicBezTo>
                  <a:cubicBezTo>
                    <a:pt x="19" y="27"/>
                    <a:pt x="18" y="27"/>
                    <a:pt x="18" y="28"/>
                  </a:cubicBezTo>
                  <a:cubicBezTo>
                    <a:pt x="18" y="30"/>
                    <a:pt x="18" y="32"/>
                    <a:pt x="18" y="34"/>
                  </a:cubicBezTo>
                  <a:cubicBezTo>
                    <a:pt x="19" y="33"/>
                    <a:pt x="19" y="32"/>
                    <a:pt x="20" y="30"/>
                  </a:cubicBezTo>
                  <a:cubicBezTo>
                    <a:pt x="20" y="28"/>
                    <a:pt x="22" y="27"/>
                    <a:pt x="23" y="25"/>
                  </a:cubicBezTo>
                  <a:cubicBezTo>
                    <a:pt x="27" y="20"/>
                    <a:pt x="24" y="14"/>
                    <a:pt x="19" y="10"/>
                  </a:cubicBezTo>
                  <a:cubicBezTo>
                    <a:pt x="17" y="9"/>
                    <a:pt x="15" y="8"/>
                    <a:pt x="13" y="8"/>
                  </a:cubicBezTo>
                  <a:cubicBezTo>
                    <a:pt x="12" y="7"/>
                    <a:pt x="9" y="7"/>
                    <a:pt x="8" y="6"/>
                  </a:cubicBezTo>
                  <a:cubicBezTo>
                    <a:pt x="6" y="6"/>
                    <a:pt x="4" y="4"/>
                    <a:pt x="4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0" name="Freeform 629">
              <a:extLst>
                <a:ext uri="{FF2B5EF4-FFF2-40B4-BE49-F238E27FC236}">
                  <a16:creationId xmlns:a16="http://schemas.microsoft.com/office/drawing/2014/main" id="{80800803-B888-4773-8ADE-F6BE0F382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591"/>
              <a:ext cx="58" cy="113"/>
            </a:xfrm>
            <a:custGeom>
              <a:avLst/>
              <a:gdLst>
                <a:gd name="T0" fmla="*/ 116 w 17"/>
                <a:gd name="T1" fmla="*/ 970 h 31"/>
                <a:gd name="T2" fmla="*/ 34 w 17"/>
                <a:gd name="T3" fmla="*/ 1210 h 31"/>
                <a:gd name="T4" fmla="*/ 34 w 17"/>
                <a:gd name="T5" fmla="*/ 1502 h 31"/>
                <a:gd name="T6" fmla="*/ 232 w 17"/>
                <a:gd name="T7" fmla="*/ 1156 h 31"/>
                <a:gd name="T8" fmla="*/ 362 w 17"/>
                <a:gd name="T9" fmla="*/ 729 h 31"/>
                <a:gd name="T10" fmla="*/ 512 w 17"/>
                <a:gd name="T11" fmla="*/ 346 h 31"/>
                <a:gd name="T12" fmla="*/ 676 w 17"/>
                <a:gd name="T13" fmla="*/ 0 h 31"/>
                <a:gd name="T14" fmla="*/ 314 w 17"/>
                <a:gd name="T15" fmla="*/ 386 h 31"/>
                <a:gd name="T16" fmla="*/ 82 w 17"/>
                <a:gd name="T17" fmla="*/ 583 h 31"/>
                <a:gd name="T18" fmla="*/ 34 w 17"/>
                <a:gd name="T19" fmla="*/ 769 h 31"/>
                <a:gd name="T20" fmla="*/ 34 w 17"/>
                <a:gd name="T21" fmla="*/ 1024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31">
                  <a:moveTo>
                    <a:pt x="3" y="20"/>
                  </a:moveTo>
                  <a:cubicBezTo>
                    <a:pt x="1" y="21"/>
                    <a:pt x="1" y="23"/>
                    <a:pt x="1" y="25"/>
                  </a:cubicBezTo>
                  <a:cubicBezTo>
                    <a:pt x="1" y="27"/>
                    <a:pt x="0" y="30"/>
                    <a:pt x="1" y="31"/>
                  </a:cubicBezTo>
                  <a:cubicBezTo>
                    <a:pt x="3" y="30"/>
                    <a:pt x="6" y="27"/>
                    <a:pt x="6" y="24"/>
                  </a:cubicBezTo>
                  <a:cubicBezTo>
                    <a:pt x="7" y="21"/>
                    <a:pt x="8" y="18"/>
                    <a:pt x="9" y="15"/>
                  </a:cubicBezTo>
                  <a:cubicBezTo>
                    <a:pt x="10" y="12"/>
                    <a:pt x="11" y="10"/>
                    <a:pt x="13" y="7"/>
                  </a:cubicBezTo>
                  <a:cubicBezTo>
                    <a:pt x="14" y="5"/>
                    <a:pt x="17" y="3"/>
                    <a:pt x="17" y="0"/>
                  </a:cubicBezTo>
                  <a:cubicBezTo>
                    <a:pt x="15" y="3"/>
                    <a:pt x="11" y="6"/>
                    <a:pt x="8" y="8"/>
                  </a:cubicBezTo>
                  <a:cubicBezTo>
                    <a:pt x="6" y="9"/>
                    <a:pt x="3" y="10"/>
                    <a:pt x="2" y="12"/>
                  </a:cubicBezTo>
                  <a:cubicBezTo>
                    <a:pt x="1" y="13"/>
                    <a:pt x="1" y="15"/>
                    <a:pt x="1" y="16"/>
                  </a:cubicBezTo>
                  <a:cubicBezTo>
                    <a:pt x="1" y="18"/>
                    <a:pt x="1" y="19"/>
                    <a:pt x="1" y="2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1" name="Freeform 630">
              <a:extLst>
                <a:ext uri="{FF2B5EF4-FFF2-40B4-BE49-F238E27FC236}">
                  <a16:creationId xmlns:a16="http://schemas.microsoft.com/office/drawing/2014/main" id="{0E9BEAFA-4A4E-4D7F-8C20-DD628FE5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532"/>
              <a:ext cx="41" cy="95"/>
            </a:xfrm>
            <a:custGeom>
              <a:avLst/>
              <a:gdLst>
                <a:gd name="T0" fmla="*/ 362 w 12"/>
                <a:gd name="T1" fmla="*/ 55 h 26"/>
                <a:gd name="T2" fmla="*/ 362 w 12"/>
                <a:gd name="T3" fmla="*/ 775 h 26"/>
                <a:gd name="T4" fmla="*/ 198 w 12"/>
                <a:gd name="T5" fmla="*/ 1067 h 26"/>
                <a:gd name="T6" fmla="*/ 0 w 12"/>
                <a:gd name="T7" fmla="*/ 1268 h 26"/>
                <a:gd name="T8" fmla="*/ 314 w 12"/>
                <a:gd name="T9" fmla="*/ 533 h 26"/>
                <a:gd name="T10" fmla="*/ 280 w 12"/>
                <a:gd name="T11" fmla="*/ 241 h 26"/>
                <a:gd name="T12" fmla="*/ 314 w 1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6">
                  <a:moveTo>
                    <a:pt x="9" y="1"/>
                  </a:moveTo>
                  <a:cubicBezTo>
                    <a:pt x="12" y="4"/>
                    <a:pt x="11" y="12"/>
                    <a:pt x="9" y="16"/>
                  </a:cubicBezTo>
                  <a:cubicBezTo>
                    <a:pt x="8" y="18"/>
                    <a:pt x="6" y="20"/>
                    <a:pt x="5" y="22"/>
                  </a:cubicBezTo>
                  <a:cubicBezTo>
                    <a:pt x="4" y="23"/>
                    <a:pt x="1" y="25"/>
                    <a:pt x="0" y="26"/>
                  </a:cubicBezTo>
                  <a:cubicBezTo>
                    <a:pt x="4" y="22"/>
                    <a:pt x="8" y="17"/>
                    <a:pt x="8" y="11"/>
                  </a:cubicBezTo>
                  <a:cubicBezTo>
                    <a:pt x="9" y="9"/>
                    <a:pt x="7" y="7"/>
                    <a:pt x="7" y="5"/>
                  </a:cubicBezTo>
                  <a:cubicBezTo>
                    <a:pt x="7" y="4"/>
                    <a:pt x="8" y="2"/>
                    <a:pt x="8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2" name="Freeform 631">
              <a:extLst>
                <a:ext uri="{FF2B5EF4-FFF2-40B4-BE49-F238E27FC236}">
                  <a16:creationId xmlns:a16="http://schemas.microsoft.com/office/drawing/2014/main" id="{31D5FB20-7E45-438A-8871-00600D081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503"/>
              <a:ext cx="107" cy="62"/>
            </a:xfrm>
            <a:custGeom>
              <a:avLst/>
              <a:gdLst>
                <a:gd name="T0" fmla="*/ 1108 w 31"/>
                <a:gd name="T1" fmla="*/ 0 h 17"/>
                <a:gd name="T2" fmla="*/ 904 w 31"/>
                <a:gd name="T3" fmla="*/ 241 h 17"/>
                <a:gd name="T4" fmla="*/ 656 w 31"/>
                <a:gd name="T5" fmla="*/ 478 h 17"/>
                <a:gd name="T6" fmla="*/ 335 w 31"/>
                <a:gd name="T7" fmla="*/ 387 h 17"/>
                <a:gd name="T8" fmla="*/ 0 w 31"/>
                <a:gd name="T9" fmla="*/ 292 h 17"/>
                <a:gd name="T10" fmla="*/ 286 w 31"/>
                <a:gd name="T11" fmla="*/ 478 h 17"/>
                <a:gd name="T12" fmla="*/ 618 w 31"/>
                <a:gd name="T13" fmla="*/ 733 h 17"/>
                <a:gd name="T14" fmla="*/ 1073 w 31"/>
                <a:gd name="T15" fmla="*/ 292 h 17"/>
                <a:gd name="T16" fmla="*/ 1156 w 31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7">
                  <a:moveTo>
                    <a:pt x="27" y="0"/>
                  </a:moveTo>
                  <a:cubicBezTo>
                    <a:pt x="25" y="1"/>
                    <a:pt x="24" y="4"/>
                    <a:pt x="22" y="5"/>
                  </a:cubicBezTo>
                  <a:cubicBezTo>
                    <a:pt x="21" y="7"/>
                    <a:pt x="18" y="10"/>
                    <a:pt x="16" y="10"/>
                  </a:cubicBezTo>
                  <a:cubicBezTo>
                    <a:pt x="13" y="10"/>
                    <a:pt x="10" y="9"/>
                    <a:pt x="8" y="8"/>
                  </a:cubicBezTo>
                  <a:cubicBezTo>
                    <a:pt x="6" y="8"/>
                    <a:pt x="2" y="5"/>
                    <a:pt x="0" y="6"/>
                  </a:cubicBezTo>
                  <a:cubicBezTo>
                    <a:pt x="2" y="8"/>
                    <a:pt x="5" y="8"/>
                    <a:pt x="7" y="10"/>
                  </a:cubicBezTo>
                  <a:cubicBezTo>
                    <a:pt x="9" y="12"/>
                    <a:pt x="12" y="14"/>
                    <a:pt x="15" y="15"/>
                  </a:cubicBezTo>
                  <a:cubicBezTo>
                    <a:pt x="23" y="17"/>
                    <a:pt x="23" y="11"/>
                    <a:pt x="26" y="6"/>
                  </a:cubicBezTo>
                  <a:cubicBezTo>
                    <a:pt x="28" y="4"/>
                    <a:pt x="31" y="2"/>
                    <a:pt x="28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3" name="Freeform 632">
              <a:extLst>
                <a:ext uri="{FF2B5EF4-FFF2-40B4-BE49-F238E27FC236}">
                  <a16:creationId xmlns:a16="http://schemas.microsoft.com/office/drawing/2014/main" id="{698904F1-C0FC-4B23-9CB8-13E250ED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697"/>
              <a:ext cx="103" cy="62"/>
            </a:xfrm>
            <a:custGeom>
              <a:avLst/>
              <a:gdLst>
                <a:gd name="T0" fmla="*/ 0 w 30"/>
                <a:gd name="T1" fmla="*/ 584 h 17"/>
                <a:gd name="T2" fmla="*/ 199 w 30"/>
                <a:gd name="T3" fmla="*/ 824 h 17"/>
                <a:gd name="T4" fmla="*/ 649 w 30"/>
                <a:gd name="T5" fmla="*/ 733 h 17"/>
                <a:gd name="T6" fmla="*/ 930 w 30"/>
                <a:gd name="T7" fmla="*/ 584 h 17"/>
                <a:gd name="T8" fmla="*/ 1095 w 30"/>
                <a:gd name="T9" fmla="*/ 387 h 17"/>
                <a:gd name="T10" fmla="*/ 1215 w 30"/>
                <a:gd name="T11" fmla="*/ 95 h 17"/>
                <a:gd name="T12" fmla="*/ 532 w 30"/>
                <a:gd name="T13" fmla="*/ 584 h 17"/>
                <a:gd name="T14" fmla="*/ 364 w 30"/>
                <a:gd name="T15" fmla="*/ 292 h 17"/>
                <a:gd name="T16" fmla="*/ 402 w 30"/>
                <a:gd name="T17" fmla="*/ 0 h 17"/>
                <a:gd name="T18" fmla="*/ 319 w 30"/>
                <a:gd name="T19" fmla="*/ 0 h 17"/>
                <a:gd name="T20" fmla="*/ 247 w 30"/>
                <a:gd name="T21" fmla="*/ 438 h 17"/>
                <a:gd name="T22" fmla="*/ 0 w 30"/>
                <a:gd name="T23" fmla="*/ 532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17">
                  <a:moveTo>
                    <a:pt x="0" y="12"/>
                  </a:moveTo>
                  <a:cubicBezTo>
                    <a:pt x="1" y="15"/>
                    <a:pt x="1" y="17"/>
                    <a:pt x="5" y="17"/>
                  </a:cubicBezTo>
                  <a:cubicBezTo>
                    <a:pt x="8" y="17"/>
                    <a:pt x="12" y="16"/>
                    <a:pt x="16" y="15"/>
                  </a:cubicBezTo>
                  <a:cubicBezTo>
                    <a:pt x="18" y="14"/>
                    <a:pt x="21" y="13"/>
                    <a:pt x="23" y="12"/>
                  </a:cubicBezTo>
                  <a:cubicBezTo>
                    <a:pt x="25" y="10"/>
                    <a:pt x="26" y="9"/>
                    <a:pt x="27" y="8"/>
                  </a:cubicBezTo>
                  <a:cubicBezTo>
                    <a:pt x="28" y="6"/>
                    <a:pt x="30" y="4"/>
                    <a:pt x="30" y="2"/>
                  </a:cubicBezTo>
                  <a:cubicBezTo>
                    <a:pt x="26" y="7"/>
                    <a:pt x="20" y="12"/>
                    <a:pt x="13" y="12"/>
                  </a:cubicBezTo>
                  <a:cubicBezTo>
                    <a:pt x="9" y="12"/>
                    <a:pt x="10" y="8"/>
                    <a:pt x="9" y="6"/>
                  </a:cubicBezTo>
                  <a:cubicBezTo>
                    <a:pt x="9" y="4"/>
                    <a:pt x="9" y="2"/>
                    <a:pt x="10" y="0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7" y="3"/>
                    <a:pt x="8" y="6"/>
                    <a:pt x="6" y="9"/>
                  </a:cubicBezTo>
                  <a:cubicBezTo>
                    <a:pt x="5" y="11"/>
                    <a:pt x="2" y="11"/>
                    <a:pt x="0" y="1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4" name="Freeform 633">
              <a:extLst>
                <a:ext uri="{FF2B5EF4-FFF2-40B4-BE49-F238E27FC236}">
                  <a16:creationId xmlns:a16="http://schemas.microsoft.com/office/drawing/2014/main" id="{4E977A0D-9A5A-4F81-9401-1BA1B7FBA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433"/>
              <a:ext cx="178" cy="88"/>
            </a:xfrm>
            <a:custGeom>
              <a:avLst/>
              <a:gdLst>
                <a:gd name="T0" fmla="*/ 315 w 52"/>
                <a:gd name="T1" fmla="*/ 0 h 24"/>
                <a:gd name="T2" fmla="*/ 199 w 52"/>
                <a:gd name="T3" fmla="*/ 242 h 24"/>
                <a:gd name="T4" fmla="*/ 116 w 52"/>
                <a:gd name="T5" fmla="*/ 645 h 24"/>
                <a:gd name="T6" fmla="*/ 726 w 52"/>
                <a:gd name="T7" fmla="*/ 1129 h 24"/>
                <a:gd name="T8" fmla="*/ 1078 w 52"/>
                <a:gd name="T9" fmla="*/ 983 h 24"/>
                <a:gd name="T10" fmla="*/ 1291 w 52"/>
                <a:gd name="T11" fmla="*/ 741 h 24"/>
                <a:gd name="T12" fmla="*/ 1523 w 52"/>
                <a:gd name="T13" fmla="*/ 645 h 24"/>
                <a:gd name="T14" fmla="*/ 1886 w 52"/>
                <a:gd name="T15" fmla="*/ 539 h 24"/>
                <a:gd name="T16" fmla="*/ 2003 w 52"/>
                <a:gd name="T17" fmla="*/ 297 h 24"/>
                <a:gd name="T18" fmla="*/ 1804 w 52"/>
                <a:gd name="T19" fmla="*/ 444 h 24"/>
                <a:gd name="T20" fmla="*/ 1441 w 52"/>
                <a:gd name="T21" fmla="*/ 389 h 24"/>
                <a:gd name="T22" fmla="*/ 1126 w 52"/>
                <a:gd name="T23" fmla="*/ 645 h 24"/>
                <a:gd name="T24" fmla="*/ 763 w 52"/>
                <a:gd name="T25" fmla="*/ 792 h 24"/>
                <a:gd name="T26" fmla="*/ 479 w 52"/>
                <a:gd name="T27" fmla="*/ 499 h 24"/>
                <a:gd name="T28" fmla="*/ 397 w 52"/>
                <a:gd name="T29" fmla="*/ 147 h 24"/>
                <a:gd name="T30" fmla="*/ 363 w 52"/>
                <a:gd name="T31" fmla="*/ 0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" h="24">
                  <a:moveTo>
                    <a:pt x="8" y="0"/>
                  </a:moveTo>
                  <a:cubicBezTo>
                    <a:pt x="5" y="1"/>
                    <a:pt x="4" y="2"/>
                    <a:pt x="5" y="5"/>
                  </a:cubicBezTo>
                  <a:cubicBezTo>
                    <a:pt x="5" y="8"/>
                    <a:pt x="5" y="10"/>
                    <a:pt x="3" y="13"/>
                  </a:cubicBezTo>
                  <a:cubicBezTo>
                    <a:pt x="0" y="20"/>
                    <a:pt x="14" y="23"/>
                    <a:pt x="18" y="23"/>
                  </a:cubicBezTo>
                  <a:cubicBezTo>
                    <a:pt x="22" y="24"/>
                    <a:pt x="25" y="23"/>
                    <a:pt x="27" y="20"/>
                  </a:cubicBezTo>
                  <a:cubicBezTo>
                    <a:pt x="29" y="18"/>
                    <a:pt x="30" y="16"/>
                    <a:pt x="32" y="15"/>
                  </a:cubicBezTo>
                  <a:cubicBezTo>
                    <a:pt x="34" y="13"/>
                    <a:pt x="36" y="13"/>
                    <a:pt x="38" y="13"/>
                  </a:cubicBezTo>
                  <a:cubicBezTo>
                    <a:pt x="41" y="12"/>
                    <a:pt x="44" y="12"/>
                    <a:pt x="47" y="11"/>
                  </a:cubicBezTo>
                  <a:cubicBezTo>
                    <a:pt x="48" y="11"/>
                    <a:pt x="52" y="7"/>
                    <a:pt x="50" y="6"/>
                  </a:cubicBezTo>
                  <a:cubicBezTo>
                    <a:pt x="48" y="8"/>
                    <a:pt x="48" y="9"/>
                    <a:pt x="45" y="9"/>
                  </a:cubicBezTo>
                  <a:cubicBezTo>
                    <a:pt x="42" y="10"/>
                    <a:pt x="39" y="8"/>
                    <a:pt x="36" y="8"/>
                  </a:cubicBezTo>
                  <a:cubicBezTo>
                    <a:pt x="32" y="8"/>
                    <a:pt x="30" y="10"/>
                    <a:pt x="28" y="13"/>
                  </a:cubicBezTo>
                  <a:cubicBezTo>
                    <a:pt x="25" y="15"/>
                    <a:pt x="23" y="17"/>
                    <a:pt x="19" y="16"/>
                  </a:cubicBezTo>
                  <a:cubicBezTo>
                    <a:pt x="16" y="15"/>
                    <a:pt x="13" y="14"/>
                    <a:pt x="12" y="10"/>
                  </a:cubicBezTo>
                  <a:cubicBezTo>
                    <a:pt x="11" y="8"/>
                    <a:pt x="10" y="5"/>
                    <a:pt x="10" y="3"/>
                  </a:cubicBezTo>
                  <a:cubicBezTo>
                    <a:pt x="10" y="1"/>
                    <a:pt x="10" y="0"/>
                    <a:pt x="9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5" name="Freeform 634">
              <a:extLst>
                <a:ext uri="{FF2B5EF4-FFF2-40B4-BE49-F238E27FC236}">
                  <a16:creationId xmlns:a16="http://schemas.microsoft.com/office/drawing/2014/main" id="{27214EDB-A406-4FF0-89CD-46EBB5BF1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269"/>
              <a:ext cx="34" cy="117"/>
            </a:xfrm>
            <a:custGeom>
              <a:avLst/>
              <a:gdLst>
                <a:gd name="T0" fmla="*/ 163 w 10"/>
                <a:gd name="T1" fmla="*/ 494 h 32"/>
                <a:gd name="T2" fmla="*/ 163 w 10"/>
                <a:gd name="T3" fmla="*/ 790 h 32"/>
                <a:gd name="T4" fmla="*/ 163 w 10"/>
                <a:gd name="T5" fmla="*/ 976 h 32"/>
                <a:gd name="T6" fmla="*/ 231 w 10"/>
                <a:gd name="T7" fmla="*/ 1218 h 32"/>
                <a:gd name="T8" fmla="*/ 394 w 10"/>
                <a:gd name="T9" fmla="*/ 1565 h 32"/>
                <a:gd name="T10" fmla="*/ 279 w 10"/>
                <a:gd name="T11" fmla="*/ 1071 h 32"/>
                <a:gd name="T12" fmla="*/ 279 w 10"/>
                <a:gd name="T13" fmla="*/ 735 h 32"/>
                <a:gd name="T14" fmla="*/ 197 w 10"/>
                <a:gd name="T15" fmla="*/ 347 h 32"/>
                <a:gd name="T16" fmla="*/ 197 w 10"/>
                <a:gd name="T17" fmla="*/ 0 h 32"/>
                <a:gd name="T18" fmla="*/ 197 w 10"/>
                <a:gd name="T19" fmla="*/ 534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32">
                  <a:moveTo>
                    <a:pt x="4" y="10"/>
                  </a:moveTo>
                  <a:cubicBezTo>
                    <a:pt x="5" y="11"/>
                    <a:pt x="4" y="15"/>
                    <a:pt x="4" y="16"/>
                  </a:cubicBezTo>
                  <a:cubicBezTo>
                    <a:pt x="4" y="17"/>
                    <a:pt x="3" y="19"/>
                    <a:pt x="4" y="20"/>
                  </a:cubicBezTo>
                  <a:cubicBezTo>
                    <a:pt x="4" y="22"/>
                    <a:pt x="5" y="24"/>
                    <a:pt x="6" y="25"/>
                  </a:cubicBezTo>
                  <a:cubicBezTo>
                    <a:pt x="8" y="27"/>
                    <a:pt x="9" y="30"/>
                    <a:pt x="10" y="32"/>
                  </a:cubicBezTo>
                  <a:cubicBezTo>
                    <a:pt x="10" y="29"/>
                    <a:pt x="8" y="26"/>
                    <a:pt x="7" y="22"/>
                  </a:cubicBezTo>
                  <a:cubicBezTo>
                    <a:pt x="7" y="20"/>
                    <a:pt x="8" y="17"/>
                    <a:pt x="7" y="15"/>
                  </a:cubicBezTo>
                  <a:cubicBezTo>
                    <a:pt x="7" y="12"/>
                    <a:pt x="6" y="9"/>
                    <a:pt x="5" y="7"/>
                  </a:cubicBezTo>
                  <a:cubicBezTo>
                    <a:pt x="5" y="4"/>
                    <a:pt x="5" y="3"/>
                    <a:pt x="5" y="0"/>
                  </a:cubicBezTo>
                  <a:cubicBezTo>
                    <a:pt x="0" y="1"/>
                    <a:pt x="3" y="9"/>
                    <a:pt x="5" y="1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6" name="Freeform 635">
              <a:extLst>
                <a:ext uri="{FF2B5EF4-FFF2-40B4-BE49-F238E27FC236}">
                  <a16:creationId xmlns:a16="http://schemas.microsoft.com/office/drawing/2014/main" id="{C6B84EA2-879A-4AB8-AF8A-E47DCC10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316"/>
              <a:ext cx="79" cy="110"/>
            </a:xfrm>
            <a:custGeom>
              <a:avLst/>
              <a:gdLst>
                <a:gd name="T0" fmla="*/ 34 w 23"/>
                <a:gd name="T1" fmla="*/ 147 h 30"/>
                <a:gd name="T2" fmla="*/ 402 w 23"/>
                <a:gd name="T3" fmla="*/ 792 h 30"/>
                <a:gd name="T4" fmla="*/ 684 w 23"/>
                <a:gd name="T5" fmla="*/ 686 h 30"/>
                <a:gd name="T6" fmla="*/ 896 w 23"/>
                <a:gd name="T7" fmla="*/ 741 h 30"/>
                <a:gd name="T8" fmla="*/ 896 w 23"/>
                <a:gd name="T9" fmla="*/ 1089 h 30"/>
                <a:gd name="T10" fmla="*/ 931 w 23"/>
                <a:gd name="T11" fmla="*/ 1478 h 30"/>
                <a:gd name="T12" fmla="*/ 766 w 23"/>
                <a:gd name="T13" fmla="*/ 1129 h 30"/>
                <a:gd name="T14" fmla="*/ 649 w 23"/>
                <a:gd name="T15" fmla="*/ 1129 h 30"/>
                <a:gd name="T16" fmla="*/ 364 w 23"/>
                <a:gd name="T17" fmla="*/ 1089 h 30"/>
                <a:gd name="T18" fmla="*/ 165 w 23"/>
                <a:gd name="T19" fmla="*/ 887 h 30"/>
                <a:gd name="T20" fmla="*/ 34 w 23"/>
                <a:gd name="T21" fmla="*/ 444 h 30"/>
                <a:gd name="T22" fmla="*/ 0 w 23"/>
                <a:gd name="T23" fmla="*/ 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30">
                  <a:moveTo>
                    <a:pt x="1" y="3"/>
                  </a:moveTo>
                  <a:cubicBezTo>
                    <a:pt x="2" y="7"/>
                    <a:pt x="5" y="14"/>
                    <a:pt x="10" y="16"/>
                  </a:cubicBezTo>
                  <a:cubicBezTo>
                    <a:pt x="12" y="17"/>
                    <a:pt x="15" y="15"/>
                    <a:pt x="17" y="14"/>
                  </a:cubicBezTo>
                  <a:cubicBezTo>
                    <a:pt x="19" y="13"/>
                    <a:pt x="21" y="12"/>
                    <a:pt x="22" y="15"/>
                  </a:cubicBezTo>
                  <a:cubicBezTo>
                    <a:pt x="22" y="17"/>
                    <a:pt x="22" y="20"/>
                    <a:pt x="22" y="22"/>
                  </a:cubicBezTo>
                  <a:cubicBezTo>
                    <a:pt x="22" y="25"/>
                    <a:pt x="23" y="27"/>
                    <a:pt x="23" y="30"/>
                  </a:cubicBezTo>
                  <a:cubicBezTo>
                    <a:pt x="22" y="28"/>
                    <a:pt x="21" y="24"/>
                    <a:pt x="19" y="23"/>
                  </a:cubicBezTo>
                  <a:cubicBezTo>
                    <a:pt x="18" y="22"/>
                    <a:pt x="17" y="23"/>
                    <a:pt x="16" y="23"/>
                  </a:cubicBezTo>
                  <a:cubicBezTo>
                    <a:pt x="14" y="23"/>
                    <a:pt x="12" y="24"/>
                    <a:pt x="9" y="22"/>
                  </a:cubicBezTo>
                  <a:cubicBezTo>
                    <a:pt x="7" y="21"/>
                    <a:pt x="5" y="20"/>
                    <a:pt x="4" y="18"/>
                  </a:cubicBezTo>
                  <a:cubicBezTo>
                    <a:pt x="2" y="15"/>
                    <a:pt x="2" y="12"/>
                    <a:pt x="1" y="9"/>
                  </a:cubicBez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7" name="Freeform 636">
              <a:extLst>
                <a:ext uri="{FF2B5EF4-FFF2-40B4-BE49-F238E27FC236}">
                  <a16:creationId xmlns:a16="http://schemas.microsoft.com/office/drawing/2014/main" id="{5D8BBE13-C89D-49BF-95F5-F7140463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543"/>
              <a:ext cx="35" cy="88"/>
            </a:xfrm>
            <a:custGeom>
              <a:avLst/>
              <a:gdLst>
                <a:gd name="T0" fmla="*/ 88 w 10"/>
                <a:gd name="T1" fmla="*/ 147 h 24"/>
                <a:gd name="T2" fmla="*/ 431 w 10"/>
                <a:gd name="T3" fmla="*/ 0 h 24"/>
                <a:gd name="T4" fmla="*/ 343 w 10"/>
                <a:gd name="T5" fmla="*/ 202 h 24"/>
                <a:gd name="T6" fmla="*/ 259 w 10"/>
                <a:gd name="T7" fmla="*/ 539 h 24"/>
                <a:gd name="T8" fmla="*/ 0 w 10"/>
                <a:gd name="T9" fmla="*/ 1184 h 24"/>
                <a:gd name="T10" fmla="*/ 221 w 10"/>
                <a:gd name="T11" fmla="*/ 444 h 24"/>
                <a:gd name="T12" fmla="*/ 137 w 10"/>
                <a:gd name="T13" fmla="*/ 297 h 24"/>
                <a:gd name="T14" fmla="*/ 88 w 10"/>
                <a:gd name="T15" fmla="*/ 147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4">
                  <a:moveTo>
                    <a:pt x="2" y="3"/>
                  </a:moveTo>
                  <a:cubicBezTo>
                    <a:pt x="4" y="2"/>
                    <a:pt x="7" y="0"/>
                    <a:pt x="10" y="0"/>
                  </a:cubicBezTo>
                  <a:cubicBezTo>
                    <a:pt x="9" y="2"/>
                    <a:pt x="8" y="2"/>
                    <a:pt x="8" y="4"/>
                  </a:cubicBezTo>
                  <a:cubicBezTo>
                    <a:pt x="7" y="6"/>
                    <a:pt x="7" y="9"/>
                    <a:pt x="6" y="11"/>
                  </a:cubicBezTo>
                  <a:cubicBezTo>
                    <a:pt x="6" y="16"/>
                    <a:pt x="4" y="21"/>
                    <a:pt x="0" y="24"/>
                  </a:cubicBezTo>
                  <a:cubicBezTo>
                    <a:pt x="3" y="19"/>
                    <a:pt x="5" y="15"/>
                    <a:pt x="5" y="9"/>
                  </a:cubicBezTo>
                  <a:cubicBezTo>
                    <a:pt x="5" y="7"/>
                    <a:pt x="4" y="7"/>
                    <a:pt x="3" y="6"/>
                  </a:cubicBezTo>
                  <a:cubicBezTo>
                    <a:pt x="2" y="5"/>
                    <a:pt x="1" y="4"/>
                    <a:pt x="2" y="3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8" name="Freeform 637">
              <a:extLst>
                <a:ext uri="{FF2B5EF4-FFF2-40B4-BE49-F238E27FC236}">
                  <a16:creationId xmlns:a16="http://schemas.microsoft.com/office/drawing/2014/main" id="{40701474-4C03-430E-B50F-35D092E6D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386"/>
              <a:ext cx="24" cy="139"/>
            </a:xfrm>
            <a:custGeom>
              <a:avLst/>
              <a:gdLst>
                <a:gd name="T0" fmla="*/ 165 w 7"/>
                <a:gd name="T1" fmla="*/ 348 h 38"/>
                <a:gd name="T2" fmla="*/ 247 w 7"/>
                <a:gd name="T3" fmla="*/ 1178 h 38"/>
                <a:gd name="T4" fmla="*/ 0 w 7"/>
                <a:gd name="T5" fmla="*/ 1858 h 38"/>
                <a:gd name="T6" fmla="*/ 165 w 7"/>
                <a:gd name="T7" fmla="*/ 1273 h 38"/>
                <a:gd name="T8" fmla="*/ 117 w 7"/>
                <a:gd name="T9" fmla="*/ 1032 h 38"/>
                <a:gd name="T10" fmla="*/ 0 w 7"/>
                <a:gd name="T11" fmla="*/ 830 h 38"/>
                <a:gd name="T12" fmla="*/ 82 w 7"/>
                <a:gd name="T13" fmla="*/ 644 h 38"/>
                <a:gd name="T14" fmla="*/ 117 w 7"/>
                <a:gd name="T15" fmla="*/ 348 h 38"/>
                <a:gd name="T16" fmla="*/ 117 w 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8">
                  <a:moveTo>
                    <a:pt x="4" y="7"/>
                  </a:moveTo>
                  <a:cubicBezTo>
                    <a:pt x="4" y="13"/>
                    <a:pt x="5" y="18"/>
                    <a:pt x="6" y="24"/>
                  </a:cubicBezTo>
                  <a:cubicBezTo>
                    <a:pt x="7" y="29"/>
                    <a:pt x="5" y="35"/>
                    <a:pt x="0" y="38"/>
                  </a:cubicBezTo>
                  <a:cubicBezTo>
                    <a:pt x="3" y="34"/>
                    <a:pt x="4" y="31"/>
                    <a:pt x="4" y="26"/>
                  </a:cubicBezTo>
                  <a:cubicBezTo>
                    <a:pt x="4" y="24"/>
                    <a:pt x="4" y="23"/>
                    <a:pt x="3" y="21"/>
                  </a:cubicBezTo>
                  <a:cubicBezTo>
                    <a:pt x="2" y="19"/>
                    <a:pt x="1" y="18"/>
                    <a:pt x="0" y="17"/>
                  </a:cubicBezTo>
                  <a:cubicBezTo>
                    <a:pt x="0" y="15"/>
                    <a:pt x="1" y="15"/>
                    <a:pt x="2" y="13"/>
                  </a:cubicBezTo>
                  <a:cubicBezTo>
                    <a:pt x="3" y="11"/>
                    <a:pt x="3" y="10"/>
                    <a:pt x="3" y="7"/>
                  </a:cubicBezTo>
                  <a:cubicBezTo>
                    <a:pt x="3" y="5"/>
                    <a:pt x="4" y="2"/>
                    <a:pt x="3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9" name="Freeform 638">
              <a:extLst>
                <a:ext uri="{FF2B5EF4-FFF2-40B4-BE49-F238E27FC236}">
                  <a16:creationId xmlns:a16="http://schemas.microsoft.com/office/drawing/2014/main" id="{699254FD-237B-4046-A89B-9B7B4ECD9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514"/>
              <a:ext cx="79" cy="40"/>
            </a:xfrm>
            <a:custGeom>
              <a:avLst/>
              <a:gdLst>
                <a:gd name="T0" fmla="*/ 247 w 23"/>
                <a:gd name="T1" fmla="*/ 291 h 11"/>
                <a:gd name="T2" fmla="*/ 532 w 23"/>
                <a:gd name="T3" fmla="*/ 145 h 11"/>
                <a:gd name="T4" fmla="*/ 732 w 23"/>
                <a:gd name="T5" fmla="*/ 0 h 11"/>
                <a:gd name="T6" fmla="*/ 931 w 23"/>
                <a:gd name="T7" fmla="*/ 527 h 11"/>
                <a:gd name="T8" fmla="*/ 567 w 23"/>
                <a:gd name="T9" fmla="*/ 291 h 11"/>
                <a:gd name="T10" fmla="*/ 0 w 23"/>
                <a:gd name="T11" fmla="*/ 23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1">
                  <a:moveTo>
                    <a:pt x="6" y="6"/>
                  </a:moveTo>
                  <a:cubicBezTo>
                    <a:pt x="9" y="5"/>
                    <a:pt x="11" y="5"/>
                    <a:pt x="13" y="3"/>
                  </a:cubicBezTo>
                  <a:cubicBezTo>
                    <a:pt x="15" y="2"/>
                    <a:pt x="16" y="0"/>
                    <a:pt x="18" y="0"/>
                  </a:cubicBezTo>
                  <a:cubicBezTo>
                    <a:pt x="19" y="3"/>
                    <a:pt x="23" y="7"/>
                    <a:pt x="23" y="11"/>
                  </a:cubicBezTo>
                  <a:cubicBezTo>
                    <a:pt x="23" y="5"/>
                    <a:pt x="18" y="5"/>
                    <a:pt x="14" y="6"/>
                  </a:cubicBezTo>
                  <a:cubicBezTo>
                    <a:pt x="10" y="7"/>
                    <a:pt x="4" y="8"/>
                    <a:pt x="0" y="5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0" name="Freeform 639">
              <a:extLst>
                <a:ext uri="{FF2B5EF4-FFF2-40B4-BE49-F238E27FC236}">
                  <a16:creationId xmlns:a16="http://schemas.microsoft.com/office/drawing/2014/main" id="{DA9D8BD8-F8D0-4681-8D1A-5692A0AFA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561"/>
              <a:ext cx="31" cy="143"/>
            </a:xfrm>
            <a:custGeom>
              <a:avLst/>
              <a:gdLst>
                <a:gd name="T0" fmla="*/ 248 w 9"/>
                <a:gd name="T1" fmla="*/ 242 h 39"/>
                <a:gd name="T2" fmla="*/ 369 w 9"/>
                <a:gd name="T3" fmla="*/ 983 h 39"/>
                <a:gd name="T4" fmla="*/ 248 w 9"/>
                <a:gd name="T5" fmla="*/ 1921 h 39"/>
                <a:gd name="T6" fmla="*/ 286 w 9"/>
                <a:gd name="T7" fmla="*/ 1184 h 39"/>
                <a:gd name="T8" fmla="*/ 248 w 9"/>
                <a:gd name="T9" fmla="*/ 887 h 39"/>
                <a:gd name="T10" fmla="*/ 34 w 9"/>
                <a:gd name="T11" fmla="*/ 792 h 39"/>
                <a:gd name="T12" fmla="*/ 203 w 9"/>
                <a:gd name="T13" fmla="*/ 444 h 39"/>
                <a:gd name="T14" fmla="*/ 203 w 9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9">
                  <a:moveTo>
                    <a:pt x="6" y="5"/>
                  </a:moveTo>
                  <a:cubicBezTo>
                    <a:pt x="6" y="10"/>
                    <a:pt x="8" y="15"/>
                    <a:pt x="9" y="20"/>
                  </a:cubicBezTo>
                  <a:cubicBezTo>
                    <a:pt x="9" y="25"/>
                    <a:pt x="9" y="34"/>
                    <a:pt x="6" y="39"/>
                  </a:cubicBezTo>
                  <a:cubicBezTo>
                    <a:pt x="7" y="34"/>
                    <a:pt x="8" y="29"/>
                    <a:pt x="7" y="24"/>
                  </a:cubicBezTo>
                  <a:cubicBezTo>
                    <a:pt x="7" y="22"/>
                    <a:pt x="7" y="19"/>
                    <a:pt x="6" y="18"/>
                  </a:cubicBezTo>
                  <a:cubicBezTo>
                    <a:pt x="4" y="17"/>
                    <a:pt x="2" y="18"/>
                    <a:pt x="1" y="16"/>
                  </a:cubicBezTo>
                  <a:cubicBezTo>
                    <a:pt x="0" y="14"/>
                    <a:pt x="4" y="11"/>
                    <a:pt x="5" y="9"/>
                  </a:cubicBezTo>
                  <a:cubicBezTo>
                    <a:pt x="5" y="7"/>
                    <a:pt x="5" y="3"/>
                    <a:pt x="5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1" name="Freeform 640">
              <a:extLst>
                <a:ext uri="{FF2B5EF4-FFF2-40B4-BE49-F238E27FC236}">
                  <a16:creationId xmlns:a16="http://schemas.microsoft.com/office/drawing/2014/main" id="{66607C29-23C7-4691-B6CE-702B61B0F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649"/>
              <a:ext cx="48" cy="55"/>
            </a:xfrm>
            <a:custGeom>
              <a:avLst/>
              <a:gdLst>
                <a:gd name="T0" fmla="*/ 34 w 14"/>
                <a:gd name="T1" fmla="*/ 0 h 15"/>
                <a:gd name="T2" fmla="*/ 165 w 14"/>
                <a:gd name="T3" fmla="*/ 539 h 15"/>
                <a:gd name="T4" fmla="*/ 566 w 14"/>
                <a:gd name="T5" fmla="*/ 645 h 15"/>
                <a:gd name="T6" fmla="*/ 247 w 14"/>
                <a:gd name="T7" fmla="*/ 389 h 15"/>
                <a:gd name="T8" fmla="*/ 0 w 1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0"/>
                  </a:moveTo>
                  <a:cubicBezTo>
                    <a:pt x="3" y="2"/>
                    <a:pt x="2" y="8"/>
                    <a:pt x="4" y="11"/>
                  </a:cubicBezTo>
                  <a:cubicBezTo>
                    <a:pt x="7" y="15"/>
                    <a:pt x="10" y="14"/>
                    <a:pt x="14" y="13"/>
                  </a:cubicBezTo>
                  <a:cubicBezTo>
                    <a:pt x="11" y="13"/>
                    <a:pt x="6" y="11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2" name="Freeform 641">
              <a:extLst>
                <a:ext uri="{FF2B5EF4-FFF2-40B4-BE49-F238E27FC236}">
                  <a16:creationId xmlns:a16="http://schemas.microsoft.com/office/drawing/2014/main" id="{D820A948-AD7A-44F1-BA43-7D426FB20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810"/>
              <a:ext cx="72" cy="88"/>
            </a:xfrm>
            <a:custGeom>
              <a:avLst/>
              <a:gdLst>
                <a:gd name="T0" fmla="*/ 847 w 21"/>
                <a:gd name="T1" fmla="*/ 0 h 24"/>
                <a:gd name="T2" fmla="*/ 648 w 21"/>
                <a:gd name="T3" fmla="*/ 832 h 24"/>
                <a:gd name="T4" fmla="*/ 0 w 21"/>
                <a:gd name="T5" fmla="*/ 1184 h 24"/>
                <a:gd name="T6" fmla="*/ 648 w 21"/>
                <a:gd name="T7" fmla="*/ 686 h 24"/>
                <a:gd name="T8" fmla="*/ 765 w 21"/>
                <a:gd name="T9" fmla="*/ 348 h 24"/>
                <a:gd name="T10" fmla="*/ 847 w 21"/>
                <a:gd name="T11" fmla="*/ 9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4">
                  <a:moveTo>
                    <a:pt x="21" y="0"/>
                  </a:moveTo>
                  <a:cubicBezTo>
                    <a:pt x="21" y="6"/>
                    <a:pt x="21" y="12"/>
                    <a:pt x="16" y="17"/>
                  </a:cubicBezTo>
                  <a:cubicBezTo>
                    <a:pt x="11" y="21"/>
                    <a:pt x="5" y="21"/>
                    <a:pt x="0" y="24"/>
                  </a:cubicBezTo>
                  <a:cubicBezTo>
                    <a:pt x="5" y="20"/>
                    <a:pt x="13" y="19"/>
                    <a:pt x="16" y="14"/>
                  </a:cubicBezTo>
                  <a:cubicBezTo>
                    <a:pt x="17" y="12"/>
                    <a:pt x="18" y="9"/>
                    <a:pt x="19" y="7"/>
                  </a:cubicBezTo>
                  <a:cubicBezTo>
                    <a:pt x="20" y="5"/>
                    <a:pt x="19" y="4"/>
                    <a:pt x="21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3" name="Freeform 642">
              <a:extLst>
                <a:ext uri="{FF2B5EF4-FFF2-40B4-BE49-F238E27FC236}">
                  <a16:creationId xmlns:a16="http://schemas.microsoft.com/office/drawing/2014/main" id="{CBEE20D9-D4F6-43B2-A46A-996742075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664"/>
              <a:ext cx="41" cy="139"/>
            </a:xfrm>
            <a:custGeom>
              <a:avLst/>
              <a:gdLst>
                <a:gd name="T0" fmla="*/ 246 w 12"/>
                <a:gd name="T1" fmla="*/ 494 h 38"/>
                <a:gd name="T2" fmla="*/ 314 w 12"/>
                <a:gd name="T3" fmla="*/ 684 h 38"/>
                <a:gd name="T4" fmla="*/ 314 w 12"/>
                <a:gd name="T5" fmla="*/ 830 h 38"/>
                <a:gd name="T6" fmla="*/ 314 w 12"/>
                <a:gd name="T7" fmla="*/ 1178 h 38"/>
                <a:gd name="T8" fmla="*/ 478 w 12"/>
                <a:gd name="T9" fmla="*/ 1470 h 38"/>
                <a:gd name="T10" fmla="*/ 280 w 12"/>
                <a:gd name="T11" fmla="*/ 1858 h 38"/>
                <a:gd name="T12" fmla="*/ 314 w 12"/>
                <a:gd name="T13" fmla="*/ 1364 h 38"/>
                <a:gd name="T14" fmla="*/ 198 w 12"/>
                <a:gd name="T15" fmla="*/ 1178 h 38"/>
                <a:gd name="T16" fmla="*/ 246 w 12"/>
                <a:gd name="T17" fmla="*/ 882 h 38"/>
                <a:gd name="T18" fmla="*/ 82 w 12"/>
                <a:gd name="T19" fmla="*/ 443 h 38"/>
                <a:gd name="T20" fmla="*/ 0 w 12"/>
                <a:gd name="T21" fmla="*/ 0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38">
                  <a:moveTo>
                    <a:pt x="6" y="10"/>
                  </a:moveTo>
                  <a:cubicBezTo>
                    <a:pt x="6" y="12"/>
                    <a:pt x="7" y="12"/>
                    <a:pt x="8" y="14"/>
                  </a:cubicBezTo>
                  <a:cubicBezTo>
                    <a:pt x="8" y="15"/>
                    <a:pt x="8" y="16"/>
                    <a:pt x="8" y="17"/>
                  </a:cubicBezTo>
                  <a:cubicBezTo>
                    <a:pt x="8" y="20"/>
                    <a:pt x="7" y="22"/>
                    <a:pt x="8" y="24"/>
                  </a:cubicBezTo>
                  <a:cubicBezTo>
                    <a:pt x="9" y="27"/>
                    <a:pt x="11" y="28"/>
                    <a:pt x="12" y="30"/>
                  </a:cubicBezTo>
                  <a:cubicBezTo>
                    <a:pt x="12" y="34"/>
                    <a:pt x="9" y="35"/>
                    <a:pt x="7" y="38"/>
                  </a:cubicBezTo>
                  <a:cubicBezTo>
                    <a:pt x="9" y="34"/>
                    <a:pt x="10" y="31"/>
                    <a:pt x="8" y="28"/>
                  </a:cubicBezTo>
                  <a:cubicBezTo>
                    <a:pt x="6" y="26"/>
                    <a:pt x="5" y="26"/>
                    <a:pt x="5" y="24"/>
                  </a:cubicBezTo>
                  <a:cubicBezTo>
                    <a:pt x="4" y="22"/>
                    <a:pt x="6" y="20"/>
                    <a:pt x="6" y="18"/>
                  </a:cubicBezTo>
                  <a:cubicBezTo>
                    <a:pt x="5" y="15"/>
                    <a:pt x="3" y="12"/>
                    <a:pt x="2" y="9"/>
                  </a:cubicBezTo>
                  <a:cubicBezTo>
                    <a:pt x="1" y="6"/>
                    <a:pt x="1" y="3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4" name="Freeform 643">
              <a:extLst>
                <a:ext uri="{FF2B5EF4-FFF2-40B4-BE49-F238E27FC236}">
                  <a16:creationId xmlns:a16="http://schemas.microsoft.com/office/drawing/2014/main" id="{D0208E92-3AAC-46A7-8460-911753BAE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558"/>
              <a:ext cx="30" cy="58"/>
            </a:xfrm>
            <a:custGeom>
              <a:avLst/>
              <a:gdLst>
                <a:gd name="T0" fmla="*/ 190 w 9"/>
                <a:gd name="T1" fmla="*/ 145 h 16"/>
                <a:gd name="T2" fmla="*/ 257 w 9"/>
                <a:gd name="T3" fmla="*/ 381 h 16"/>
                <a:gd name="T4" fmla="*/ 0 w 9"/>
                <a:gd name="T5" fmla="*/ 761 h 16"/>
                <a:gd name="T6" fmla="*/ 190 w 9"/>
                <a:gd name="T7" fmla="*/ 290 h 16"/>
                <a:gd name="T8" fmla="*/ 33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5" y="3"/>
                  </a:moveTo>
                  <a:cubicBezTo>
                    <a:pt x="6" y="5"/>
                    <a:pt x="9" y="5"/>
                    <a:pt x="7" y="8"/>
                  </a:cubicBezTo>
                  <a:cubicBezTo>
                    <a:pt x="6" y="11"/>
                    <a:pt x="2" y="14"/>
                    <a:pt x="0" y="16"/>
                  </a:cubicBezTo>
                  <a:cubicBezTo>
                    <a:pt x="3" y="14"/>
                    <a:pt x="6" y="9"/>
                    <a:pt x="5" y="6"/>
                  </a:cubicBezTo>
                  <a:cubicBezTo>
                    <a:pt x="4" y="4"/>
                    <a:pt x="2" y="2"/>
                    <a:pt x="1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5" name="Freeform 644">
              <a:extLst>
                <a:ext uri="{FF2B5EF4-FFF2-40B4-BE49-F238E27FC236}">
                  <a16:creationId xmlns:a16="http://schemas.microsoft.com/office/drawing/2014/main" id="{BDD8E7C4-5606-4CF4-868A-A168CDD32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836"/>
              <a:ext cx="82" cy="25"/>
            </a:xfrm>
            <a:custGeom>
              <a:avLst/>
              <a:gdLst>
                <a:gd name="T0" fmla="*/ 362 w 24"/>
                <a:gd name="T1" fmla="*/ 268 h 7"/>
                <a:gd name="T2" fmla="*/ 478 w 24"/>
                <a:gd name="T3" fmla="*/ 318 h 7"/>
                <a:gd name="T4" fmla="*/ 677 w 24"/>
                <a:gd name="T5" fmla="*/ 229 h 7"/>
                <a:gd name="T6" fmla="*/ 957 w 24"/>
                <a:gd name="T7" fmla="*/ 139 h 7"/>
                <a:gd name="T8" fmla="*/ 444 w 24"/>
                <a:gd name="T9" fmla="*/ 139 h 7"/>
                <a:gd name="T10" fmla="*/ 0 w 24"/>
                <a:gd name="T11" fmla="*/ 89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">
                  <a:moveTo>
                    <a:pt x="9" y="6"/>
                  </a:moveTo>
                  <a:cubicBezTo>
                    <a:pt x="10" y="6"/>
                    <a:pt x="11" y="7"/>
                    <a:pt x="12" y="7"/>
                  </a:cubicBezTo>
                  <a:cubicBezTo>
                    <a:pt x="14" y="7"/>
                    <a:pt x="16" y="6"/>
                    <a:pt x="17" y="5"/>
                  </a:cubicBezTo>
                  <a:cubicBezTo>
                    <a:pt x="19" y="5"/>
                    <a:pt x="22" y="2"/>
                    <a:pt x="24" y="3"/>
                  </a:cubicBezTo>
                  <a:cubicBezTo>
                    <a:pt x="20" y="2"/>
                    <a:pt x="15" y="0"/>
                    <a:pt x="11" y="3"/>
                  </a:cubicBezTo>
                  <a:cubicBezTo>
                    <a:pt x="8" y="5"/>
                    <a:pt x="3" y="5"/>
                    <a:pt x="0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6" name="Freeform 645">
              <a:extLst>
                <a:ext uri="{FF2B5EF4-FFF2-40B4-BE49-F238E27FC236}">
                  <a16:creationId xmlns:a16="http://schemas.microsoft.com/office/drawing/2014/main" id="{5399110D-82C2-4FEA-B65D-14C076FA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697"/>
              <a:ext cx="31" cy="33"/>
            </a:xfrm>
            <a:custGeom>
              <a:avLst/>
              <a:gdLst>
                <a:gd name="T0" fmla="*/ 83 w 9"/>
                <a:gd name="T1" fmla="*/ 55 h 9"/>
                <a:gd name="T2" fmla="*/ 0 w 9"/>
                <a:gd name="T3" fmla="*/ 444 h 9"/>
                <a:gd name="T4" fmla="*/ 369 w 9"/>
                <a:gd name="T5" fmla="*/ 0 h 9"/>
                <a:gd name="T6" fmla="*/ 83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2" y="3"/>
                    <a:pt x="1" y="7"/>
                    <a:pt x="0" y="9"/>
                  </a:cubicBezTo>
                  <a:cubicBezTo>
                    <a:pt x="4" y="7"/>
                    <a:pt x="7" y="2"/>
                    <a:pt x="9" y="0"/>
                  </a:cubicBezTo>
                  <a:cubicBezTo>
                    <a:pt x="8" y="1"/>
                    <a:pt x="1" y="4"/>
                    <a:pt x="2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7" name="Freeform 646">
              <a:extLst>
                <a:ext uri="{FF2B5EF4-FFF2-40B4-BE49-F238E27FC236}">
                  <a16:creationId xmlns:a16="http://schemas.microsoft.com/office/drawing/2014/main" id="{81031F74-D452-4281-A5CB-AB6F6F04C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744"/>
              <a:ext cx="65" cy="128"/>
            </a:xfrm>
            <a:custGeom>
              <a:avLst/>
              <a:gdLst>
                <a:gd name="T0" fmla="*/ 643 w 19"/>
                <a:gd name="T1" fmla="*/ 347 h 35"/>
                <a:gd name="T2" fmla="*/ 479 w 19"/>
                <a:gd name="T3" fmla="*/ 1324 h 35"/>
                <a:gd name="T4" fmla="*/ 0 w 19"/>
                <a:gd name="T5" fmla="*/ 1712 h 35"/>
                <a:gd name="T6" fmla="*/ 445 w 19"/>
                <a:gd name="T7" fmla="*/ 0 h 35"/>
                <a:gd name="T8" fmla="*/ 643 w 19"/>
                <a:gd name="T9" fmla="*/ 34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16" y="7"/>
                  </a:moveTo>
                  <a:cubicBezTo>
                    <a:pt x="18" y="13"/>
                    <a:pt x="15" y="21"/>
                    <a:pt x="12" y="27"/>
                  </a:cubicBezTo>
                  <a:cubicBezTo>
                    <a:pt x="10" y="31"/>
                    <a:pt x="5" y="35"/>
                    <a:pt x="0" y="35"/>
                  </a:cubicBezTo>
                  <a:cubicBezTo>
                    <a:pt x="13" y="29"/>
                    <a:pt x="19" y="12"/>
                    <a:pt x="11" y="0"/>
                  </a:cubicBezTo>
                  <a:cubicBezTo>
                    <a:pt x="13" y="2"/>
                    <a:pt x="15" y="4"/>
                    <a:pt x="16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8" name="Freeform 647">
              <a:extLst>
                <a:ext uri="{FF2B5EF4-FFF2-40B4-BE49-F238E27FC236}">
                  <a16:creationId xmlns:a16="http://schemas.microsoft.com/office/drawing/2014/main" id="{C2A12D0D-B663-4FB1-BF3B-7190A6D02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671"/>
              <a:ext cx="45" cy="29"/>
            </a:xfrm>
            <a:custGeom>
              <a:avLst/>
              <a:gdLst>
                <a:gd name="T0" fmla="*/ 0 w 13"/>
                <a:gd name="T1" fmla="*/ 145 h 8"/>
                <a:gd name="T2" fmla="*/ 253 w 13"/>
                <a:gd name="T3" fmla="*/ 330 h 8"/>
                <a:gd name="T4" fmla="*/ 540 w 13"/>
                <a:gd name="T5" fmla="*/ 381 h 8"/>
                <a:gd name="T6" fmla="*/ 336 w 13"/>
                <a:gd name="T7" fmla="*/ 0 h 8"/>
                <a:gd name="T8" fmla="*/ 253 w 13"/>
                <a:gd name="T9" fmla="*/ 236 h 8"/>
                <a:gd name="T10" fmla="*/ 0 w 13"/>
                <a:gd name="T11" fmla="*/ 19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5"/>
                    <a:pt x="3" y="7"/>
                    <a:pt x="6" y="7"/>
                  </a:cubicBezTo>
                  <a:cubicBezTo>
                    <a:pt x="8" y="8"/>
                    <a:pt x="11" y="7"/>
                    <a:pt x="13" y="8"/>
                  </a:cubicBezTo>
                  <a:cubicBezTo>
                    <a:pt x="11" y="6"/>
                    <a:pt x="10" y="3"/>
                    <a:pt x="8" y="0"/>
                  </a:cubicBezTo>
                  <a:cubicBezTo>
                    <a:pt x="9" y="3"/>
                    <a:pt x="8" y="5"/>
                    <a:pt x="6" y="5"/>
                  </a:cubicBezTo>
                  <a:cubicBezTo>
                    <a:pt x="4" y="6"/>
                    <a:pt x="2" y="3"/>
                    <a:pt x="0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9" name="Freeform 648">
              <a:extLst>
                <a:ext uri="{FF2B5EF4-FFF2-40B4-BE49-F238E27FC236}">
                  <a16:creationId xmlns:a16="http://schemas.microsoft.com/office/drawing/2014/main" id="{889B43F8-01C1-4FF3-A995-8015A7E0C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711"/>
              <a:ext cx="79" cy="59"/>
            </a:xfrm>
            <a:custGeom>
              <a:avLst/>
              <a:gdLst>
                <a:gd name="T0" fmla="*/ 282 w 23"/>
                <a:gd name="T1" fmla="*/ 0 h 16"/>
                <a:gd name="T2" fmla="*/ 165 w 23"/>
                <a:gd name="T3" fmla="*/ 354 h 16"/>
                <a:gd name="T4" fmla="*/ 82 w 23"/>
                <a:gd name="T5" fmla="*/ 597 h 16"/>
                <a:gd name="T6" fmla="*/ 484 w 23"/>
                <a:gd name="T7" fmla="*/ 597 h 16"/>
                <a:gd name="T8" fmla="*/ 931 w 23"/>
                <a:gd name="T9" fmla="*/ 354 h 16"/>
                <a:gd name="T10" fmla="*/ 282 w 23"/>
                <a:gd name="T11" fmla="*/ 557 h 16"/>
                <a:gd name="T12" fmla="*/ 319 w 23"/>
                <a:gd name="T13" fmla="*/ 9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6">
                  <a:moveTo>
                    <a:pt x="7" y="0"/>
                  </a:moveTo>
                  <a:cubicBezTo>
                    <a:pt x="9" y="3"/>
                    <a:pt x="6" y="6"/>
                    <a:pt x="4" y="7"/>
                  </a:cubicBezTo>
                  <a:cubicBezTo>
                    <a:pt x="1" y="9"/>
                    <a:pt x="0" y="9"/>
                    <a:pt x="2" y="12"/>
                  </a:cubicBezTo>
                  <a:cubicBezTo>
                    <a:pt x="4" y="16"/>
                    <a:pt x="9" y="13"/>
                    <a:pt x="12" y="12"/>
                  </a:cubicBezTo>
                  <a:cubicBezTo>
                    <a:pt x="16" y="11"/>
                    <a:pt x="21" y="11"/>
                    <a:pt x="23" y="7"/>
                  </a:cubicBezTo>
                  <a:cubicBezTo>
                    <a:pt x="19" y="9"/>
                    <a:pt x="11" y="12"/>
                    <a:pt x="7" y="11"/>
                  </a:cubicBezTo>
                  <a:cubicBezTo>
                    <a:pt x="2" y="10"/>
                    <a:pt x="9" y="5"/>
                    <a:pt x="8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0" name="Freeform 649">
              <a:extLst>
                <a:ext uri="{FF2B5EF4-FFF2-40B4-BE49-F238E27FC236}">
                  <a16:creationId xmlns:a16="http://schemas.microsoft.com/office/drawing/2014/main" id="{BE6B27F5-D492-4BFE-8F98-B5A342D39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609"/>
              <a:ext cx="41" cy="91"/>
            </a:xfrm>
            <a:custGeom>
              <a:avLst/>
              <a:gdLst>
                <a:gd name="T0" fmla="*/ 444 w 12"/>
                <a:gd name="T1" fmla="*/ 146 h 25"/>
                <a:gd name="T2" fmla="*/ 246 w 12"/>
                <a:gd name="T3" fmla="*/ 622 h 25"/>
                <a:gd name="T4" fmla="*/ 0 w 12"/>
                <a:gd name="T5" fmla="*/ 1205 h 25"/>
                <a:gd name="T6" fmla="*/ 164 w 12"/>
                <a:gd name="T7" fmla="*/ 823 h 25"/>
                <a:gd name="T8" fmla="*/ 82 w 12"/>
                <a:gd name="T9" fmla="*/ 477 h 25"/>
                <a:gd name="T10" fmla="*/ 478 w 12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5">
                  <a:moveTo>
                    <a:pt x="11" y="3"/>
                  </a:moveTo>
                  <a:cubicBezTo>
                    <a:pt x="9" y="6"/>
                    <a:pt x="7" y="10"/>
                    <a:pt x="6" y="13"/>
                  </a:cubicBezTo>
                  <a:cubicBezTo>
                    <a:pt x="4" y="18"/>
                    <a:pt x="5" y="22"/>
                    <a:pt x="0" y="25"/>
                  </a:cubicBezTo>
                  <a:cubicBezTo>
                    <a:pt x="2" y="23"/>
                    <a:pt x="3" y="19"/>
                    <a:pt x="4" y="17"/>
                  </a:cubicBezTo>
                  <a:cubicBezTo>
                    <a:pt x="4" y="14"/>
                    <a:pt x="2" y="12"/>
                    <a:pt x="2" y="10"/>
                  </a:cubicBezTo>
                  <a:cubicBezTo>
                    <a:pt x="3" y="6"/>
                    <a:pt x="12" y="4"/>
                    <a:pt x="12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1" name="Freeform 650">
              <a:extLst>
                <a:ext uri="{FF2B5EF4-FFF2-40B4-BE49-F238E27FC236}">
                  <a16:creationId xmlns:a16="http://schemas.microsoft.com/office/drawing/2014/main" id="{EDE5A6C7-090D-4A9D-8CA8-ABF50E037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474"/>
              <a:ext cx="110" cy="55"/>
            </a:xfrm>
            <a:custGeom>
              <a:avLst/>
              <a:gdLst>
                <a:gd name="T0" fmla="*/ 34 w 32"/>
                <a:gd name="T1" fmla="*/ 539 h 15"/>
                <a:gd name="T2" fmla="*/ 485 w 32"/>
                <a:gd name="T3" fmla="*/ 590 h 15"/>
                <a:gd name="T4" fmla="*/ 767 w 32"/>
                <a:gd name="T5" fmla="*/ 242 h 15"/>
                <a:gd name="T6" fmla="*/ 1299 w 32"/>
                <a:gd name="T7" fmla="*/ 55 h 15"/>
                <a:gd name="T8" fmla="*/ 650 w 32"/>
                <a:gd name="T9" fmla="*/ 202 h 15"/>
                <a:gd name="T10" fmla="*/ 0 w 32"/>
                <a:gd name="T11" fmla="*/ 59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5">
                  <a:moveTo>
                    <a:pt x="1" y="11"/>
                  </a:moveTo>
                  <a:cubicBezTo>
                    <a:pt x="4" y="13"/>
                    <a:pt x="9" y="14"/>
                    <a:pt x="12" y="12"/>
                  </a:cubicBezTo>
                  <a:cubicBezTo>
                    <a:pt x="16" y="11"/>
                    <a:pt x="17" y="7"/>
                    <a:pt x="19" y="5"/>
                  </a:cubicBezTo>
                  <a:cubicBezTo>
                    <a:pt x="23" y="2"/>
                    <a:pt x="28" y="2"/>
                    <a:pt x="32" y="1"/>
                  </a:cubicBezTo>
                  <a:cubicBezTo>
                    <a:pt x="26" y="1"/>
                    <a:pt x="20" y="0"/>
                    <a:pt x="16" y="4"/>
                  </a:cubicBezTo>
                  <a:cubicBezTo>
                    <a:pt x="13" y="7"/>
                    <a:pt x="5" y="15"/>
                    <a:pt x="0" y="1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2" name="Freeform 651">
              <a:extLst>
                <a:ext uri="{FF2B5EF4-FFF2-40B4-BE49-F238E27FC236}">
                  <a16:creationId xmlns:a16="http://schemas.microsoft.com/office/drawing/2014/main" id="{1E413CAA-AA3F-4D63-9B30-83F94EE4E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437"/>
              <a:ext cx="24" cy="51"/>
            </a:xfrm>
            <a:custGeom>
              <a:avLst/>
              <a:gdLst>
                <a:gd name="T0" fmla="*/ 247 w 7"/>
                <a:gd name="T1" fmla="*/ 0 h 14"/>
                <a:gd name="T2" fmla="*/ 117 w 7"/>
                <a:gd name="T3" fmla="*/ 55 h 14"/>
                <a:gd name="T4" fmla="*/ 117 w 7"/>
                <a:gd name="T5" fmla="*/ 200 h 14"/>
                <a:gd name="T6" fmla="*/ 0 w 7"/>
                <a:gd name="T7" fmla="*/ 678 h 14"/>
                <a:gd name="T8" fmla="*/ 199 w 7"/>
                <a:gd name="T9" fmla="*/ 240 h 14"/>
                <a:gd name="T10" fmla="*/ 281 w 7"/>
                <a:gd name="T11" fmla="*/ 5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4">
                  <a:moveTo>
                    <a:pt x="6" y="0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1" y="2"/>
                    <a:pt x="3" y="2"/>
                    <a:pt x="3" y="4"/>
                  </a:cubicBezTo>
                  <a:cubicBezTo>
                    <a:pt x="3" y="8"/>
                    <a:pt x="2" y="11"/>
                    <a:pt x="0" y="14"/>
                  </a:cubicBezTo>
                  <a:cubicBezTo>
                    <a:pt x="3" y="11"/>
                    <a:pt x="4" y="9"/>
                    <a:pt x="5" y="5"/>
                  </a:cubicBezTo>
                  <a:cubicBezTo>
                    <a:pt x="5" y="4"/>
                    <a:pt x="5" y="1"/>
                    <a:pt x="7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3" name="Freeform 652">
              <a:extLst>
                <a:ext uri="{FF2B5EF4-FFF2-40B4-BE49-F238E27FC236}">
                  <a16:creationId xmlns:a16="http://schemas.microsoft.com/office/drawing/2014/main" id="{A9E0DFDB-5945-4AE1-A211-C7B8B7A50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364"/>
              <a:ext cx="41" cy="59"/>
            </a:xfrm>
            <a:custGeom>
              <a:avLst/>
              <a:gdLst>
                <a:gd name="T0" fmla="*/ 198 w 12"/>
                <a:gd name="T1" fmla="*/ 96 h 16"/>
                <a:gd name="T2" fmla="*/ 444 w 12"/>
                <a:gd name="T3" fmla="*/ 55 h 16"/>
                <a:gd name="T4" fmla="*/ 478 w 12"/>
                <a:gd name="T5" fmla="*/ 299 h 16"/>
                <a:gd name="T6" fmla="*/ 478 w 12"/>
                <a:gd name="T7" fmla="*/ 804 h 16"/>
                <a:gd name="T8" fmla="*/ 362 w 12"/>
                <a:gd name="T9" fmla="*/ 243 h 16"/>
                <a:gd name="T10" fmla="*/ 0 w 12"/>
                <a:gd name="T11" fmla="*/ 20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6">
                  <a:moveTo>
                    <a:pt x="5" y="2"/>
                  </a:moveTo>
                  <a:cubicBezTo>
                    <a:pt x="7" y="1"/>
                    <a:pt x="9" y="0"/>
                    <a:pt x="11" y="1"/>
                  </a:cubicBezTo>
                  <a:cubicBezTo>
                    <a:pt x="12" y="2"/>
                    <a:pt x="12" y="4"/>
                    <a:pt x="12" y="6"/>
                  </a:cubicBezTo>
                  <a:cubicBezTo>
                    <a:pt x="12" y="9"/>
                    <a:pt x="12" y="12"/>
                    <a:pt x="12" y="16"/>
                  </a:cubicBezTo>
                  <a:cubicBezTo>
                    <a:pt x="11" y="12"/>
                    <a:pt x="11" y="7"/>
                    <a:pt x="9" y="5"/>
                  </a:cubicBezTo>
                  <a:cubicBezTo>
                    <a:pt x="6" y="3"/>
                    <a:pt x="3" y="4"/>
                    <a:pt x="0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4" name="Freeform 653">
              <a:extLst>
                <a:ext uri="{FF2B5EF4-FFF2-40B4-BE49-F238E27FC236}">
                  <a16:creationId xmlns:a16="http://schemas.microsoft.com/office/drawing/2014/main" id="{5DFF10A7-2C7E-4664-8133-E4B5BDBDE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452"/>
              <a:ext cx="38" cy="69"/>
            </a:xfrm>
            <a:custGeom>
              <a:avLst/>
              <a:gdLst>
                <a:gd name="T0" fmla="*/ 453 w 11"/>
                <a:gd name="T1" fmla="*/ 54 h 19"/>
                <a:gd name="T2" fmla="*/ 204 w 11"/>
                <a:gd name="T3" fmla="*/ 381 h 19"/>
                <a:gd name="T4" fmla="*/ 0 w 11"/>
                <a:gd name="T5" fmla="*/ 912 h 19"/>
                <a:gd name="T6" fmla="*/ 121 w 11"/>
                <a:gd name="T7" fmla="*/ 330 h 19"/>
                <a:gd name="T8" fmla="*/ 453 w 11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11" y="1"/>
                  </a:moveTo>
                  <a:cubicBezTo>
                    <a:pt x="10" y="3"/>
                    <a:pt x="7" y="5"/>
                    <a:pt x="5" y="8"/>
                  </a:cubicBezTo>
                  <a:cubicBezTo>
                    <a:pt x="3" y="11"/>
                    <a:pt x="1" y="16"/>
                    <a:pt x="0" y="19"/>
                  </a:cubicBezTo>
                  <a:cubicBezTo>
                    <a:pt x="2" y="15"/>
                    <a:pt x="1" y="11"/>
                    <a:pt x="3" y="7"/>
                  </a:cubicBezTo>
                  <a:cubicBezTo>
                    <a:pt x="5" y="5"/>
                    <a:pt x="10" y="2"/>
                    <a:pt x="11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5" name="Freeform 654">
              <a:extLst>
                <a:ext uri="{FF2B5EF4-FFF2-40B4-BE49-F238E27FC236}">
                  <a16:creationId xmlns:a16="http://schemas.microsoft.com/office/drawing/2014/main" id="{2ED1D9B2-4DCA-40D0-A903-FDB86AAC0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423"/>
              <a:ext cx="55" cy="18"/>
            </a:xfrm>
            <a:custGeom>
              <a:avLst/>
              <a:gdLst>
                <a:gd name="T0" fmla="*/ 0 w 16"/>
                <a:gd name="T1" fmla="*/ 180 h 5"/>
                <a:gd name="T2" fmla="*/ 368 w 16"/>
                <a:gd name="T3" fmla="*/ 90 h 5"/>
                <a:gd name="T4" fmla="*/ 650 w 16"/>
                <a:gd name="T5" fmla="*/ 234 h 5"/>
                <a:gd name="T6" fmla="*/ 485 w 16"/>
                <a:gd name="T7" fmla="*/ 50 h 5"/>
                <a:gd name="T8" fmla="*/ 330 w 16"/>
                <a:gd name="T9" fmla="*/ 0 h 5"/>
                <a:gd name="T10" fmla="*/ 34 w 16"/>
                <a:gd name="T11" fmla="*/ 18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">
                  <a:moveTo>
                    <a:pt x="0" y="4"/>
                  </a:moveTo>
                  <a:cubicBezTo>
                    <a:pt x="4" y="3"/>
                    <a:pt x="5" y="1"/>
                    <a:pt x="9" y="2"/>
                  </a:cubicBezTo>
                  <a:cubicBezTo>
                    <a:pt x="11" y="2"/>
                    <a:pt x="14" y="5"/>
                    <a:pt x="16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2" y="0"/>
                    <a:pt x="9" y="0"/>
                    <a:pt x="8" y="0"/>
                  </a:cubicBezTo>
                  <a:cubicBezTo>
                    <a:pt x="6" y="0"/>
                    <a:pt x="1" y="2"/>
                    <a:pt x="1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6" name="Freeform 655">
              <a:extLst>
                <a:ext uri="{FF2B5EF4-FFF2-40B4-BE49-F238E27FC236}">
                  <a16:creationId xmlns:a16="http://schemas.microsoft.com/office/drawing/2014/main" id="{5AE4E1BF-6999-47F5-8AD2-D3FB5F970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474"/>
              <a:ext cx="48" cy="22"/>
            </a:xfrm>
            <a:custGeom>
              <a:avLst/>
              <a:gdLst>
                <a:gd name="T0" fmla="*/ 0 w 14"/>
                <a:gd name="T1" fmla="*/ 202 h 6"/>
                <a:gd name="T2" fmla="*/ 566 w 14"/>
                <a:gd name="T3" fmla="*/ 0 h 6"/>
                <a:gd name="T4" fmla="*/ 363 w 14"/>
                <a:gd name="T5" fmla="*/ 202 h 6"/>
                <a:gd name="T6" fmla="*/ 34 w 14"/>
                <a:gd name="T7" fmla="*/ 24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0" y="4"/>
                  </a:moveTo>
                  <a:cubicBezTo>
                    <a:pt x="4" y="6"/>
                    <a:pt x="11" y="2"/>
                    <a:pt x="14" y="0"/>
                  </a:cubicBezTo>
                  <a:cubicBezTo>
                    <a:pt x="12" y="0"/>
                    <a:pt x="11" y="3"/>
                    <a:pt x="9" y="4"/>
                  </a:cubicBezTo>
                  <a:cubicBezTo>
                    <a:pt x="8" y="5"/>
                    <a:pt x="2" y="6"/>
                    <a:pt x="1" y="5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7" name="Freeform 656">
              <a:extLst>
                <a:ext uri="{FF2B5EF4-FFF2-40B4-BE49-F238E27FC236}">
                  <a16:creationId xmlns:a16="http://schemas.microsoft.com/office/drawing/2014/main" id="{E473281E-B142-45BB-B61B-834DB9119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839"/>
              <a:ext cx="14" cy="15"/>
            </a:xfrm>
            <a:custGeom>
              <a:avLst/>
              <a:gdLst>
                <a:gd name="T0" fmla="*/ 88 w 4"/>
                <a:gd name="T1" fmla="*/ 0 h 4"/>
                <a:gd name="T2" fmla="*/ 0 w 4"/>
                <a:gd name="T3" fmla="*/ 154 h 4"/>
                <a:gd name="T4" fmla="*/ 172 w 4"/>
                <a:gd name="T5" fmla="*/ 210 h 4"/>
                <a:gd name="T6" fmla="*/ 88 w 4"/>
                <a:gd name="T7" fmla="*/ 5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4"/>
                    <a:pt x="3" y="3"/>
                    <a:pt x="4" y="4"/>
                  </a:cubicBezTo>
                  <a:cubicBezTo>
                    <a:pt x="4" y="3"/>
                    <a:pt x="2" y="2"/>
                    <a:pt x="2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8" name="Freeform 657">
              <a:extLst>
                <a:ext uri="{FF2B5EF4-FFF2-40B4-BE49-F238E27FC236}">
                  <a16:creationId xmlns:a16="http://schemas.microsoft.com/office/drawing/2014/main" id="{7622B8FB-3A68-448A-91D9-342A6A5AB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876"/>
              <a:ext cx="44" cy="26"/>
            </a:xfrm>
            <a:custGeom>
              <a:avLst/>
              <a:gdLst>
                <a:gd name="T0" fmla="*/ 34 w 13"/>
                <a:gd name="T1" fmla="*/ 360 h 7"/>
                <a:gd name="T2" fmla="*/ 504 w 13"/>
                <a:gd name="T3" fmla="*/ 152 h 7"/>
                <a:gd name="T4" fmla="*/ 0 w 13"/>
                <a:gd name="T5" fmla="*/ 3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1" y="7"/>
                  </a:moveTo>
                  <a:cubicBezTo>
                    <a:pt x="4" y="5"/>
                    <a:pt x="8" y="1"/>
                    <a:pt x="13" y="3"/>
                  </a:cubicBezTo>
                  <a:cubicBezTo>
                    <a:pt x="9" y="0"/>
                    <a:pt x="1" y="2"/>
                    <a:pt x="0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9" name="Freeform 658">
              <a:extLst>
                <a:ext uri="{FF2B5EF4-FFF2-40B4-BE49-F238E27FC236}">
                  <a16:creationId xmlns:a16="http://schemas.microsoft.com/office/drawing/2014/main" id="{6C2F8700-94CA-418A-B6E3-5ADF6322C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920"/>
              <a:ext cx="24" cy="62"/>
            </a:xfrm>
            <a:custGeom>
              <a:avLst/>
              <a:gdLst>
                <a:gd name="T0" fmla="*/ 34 w 7"/>
                <a:gd name="T1" fmla="*/ 146 h 17"/>
                <a:gd name="T2" fmla="*/ 117 w 7"/>
                <a:gd name="T3" fmla="*/ 292 h 17"/>
                <a:gd name="T4" fmla="*/ 165 w 7"/>
                <a:gd name="T5" fmla="*/ 478 h 17"/>
                <a:gd name="T6" fmla="*/ 281 w 7"/>
                <a:gd name="T7" fmla="*/ 824 h 17"/>
                <a:gd name="T8" fmla="*/ 247 w 7"/>
                <a:gd name="T9" fmla="*/ 387 h 17"/>
                <a:gd name="T10" fmla="*/ 0 w 7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7">
                  <a:moveTo>
                    <a:pt x="1" y="3"/>
                  </a:moveTo>
                  <a:cubicBezTo>
                    <a:pt x="1" y="4"/>
                    <a:pt x="2" y="4"/>
                    <a:pt x="3" y="6"/>
                  </a:cubicBezTo>
                  <a:cubicBezTo>
                    <a:pt x="3" y="7"/>
                    <a:pt x="4" y="8"/>
                    <a:pt x="4" y="10"/>
                  </a:cubicBezTo>
                  <a:cubicBezTo>
                    <a:pt x="5" y="12"/>
                    <a:pt x="6" y="15"/>
                    <a:pt x="7" y="17"/>
                  </a:cubicBezTo>
                  <a:cubicBezTo>
                    <a:pt x="6" y="14"/>
                    <a:pt x="7" y="11"/>
                    <a:pt x="6" y="8"/>
                  </a:cubicBezTo>
                  <a:cubicBezTo>
                    <a:pt x="5" y="4"/>
                    <a:pt x="1" y="4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0" name="Freeform 659">
              <a:extLst>
                <a:ext uri="{FF2B5EF4-FFF2-40B4-BE49-F238E27FC236}">
                  <a16:creationId xmlns:a16="http://schemas.microsoft.com/office/drawing/2014/main" id="{ED7B37B4-0996-4E34-BF81-8EA23AAC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485"/>
              <a:ext cx="20" cy="91"/>
            </a:xfrm>
            <a:custGeom>
              <a:avLst/>
              <a:gdLst>
                <a:gd name="T0" fmla="*/ 0 w 6"/>
                <a:gd name="T1" fmla="*/ 55 h 25"/>
                <a:gd name="T2" fmla="*/ 110 w 6"/>
                <a:gd name="T3" fmla="*/ 582 h 25"/>
                <a:gd name="T4" fmla="*/ 143 w 6"/>
                <a:gd name="T5" fmla="*/ 1205 h 25"/>
                <a:gd name="T6" fmla="*/ 190 w 6"/>
                <a:gd name="T7" fmla="*/ 968 h 25"/>
                <a:gd name="T8" fmla="*/ 190 w 6"/>
                <a:gd name="T9" fmla="*/ 477 h 25"/>
                <a:gd name="T10" fmla="*/ 0 w 6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5">
                  <a:moveTo>
                    <a:pt x="0" y="1"/>
                  </a:moveTo>
                  <a:cubicBezTo>
                    <a:pt x="2" y="4"/>
                    <a:pt x="3" y="8"/>
                    <a:pt x="3" y="12"/>
                  </a:cubicBezTo>
                  <a:cubicBezTo>
                    <a:pt x="4" y="16"/>
                    <a:pt x="5" y="21"/>
                    <a:pt x="4" y="25"/>
                  </a:cubicBezTo>
                  <a:cubicBezTo>
                    <a:pt x="4" y="24"/>
                    <a:pt x="5" y="22"/>
                    <a:pt x="5" y="20"/>
                  </a:cubicBezTo>
                  <a:cubicBezTo>
                    <a:pt x="6" y="17"/>
                    <a:pt x="6" y="13"/>
                    <a:pt x="5" y="10"/>
                  </a:cubicBezTo>
                  <a:cubicBezTo>
                    <a:pt x="4" y="6"/>
                    <a:pt x="3" y="2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1" name="Freeform 660">
              <a:extLst>
                <a:ext uri="{FF2B5EF4-FFF2-40B4-BE49-F238E27FC236}">
                  <a16:creationId xmlns:a16="http://schemas.microsoft.com/office/drawing/2014/main" id="{7A193A08-8C5D-43C9-A0B4-57A2ABF77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690"/>
              <a:ext cx="44" cy="62"/>
            </a:xfrm>
            <a:custGeom>
              <a:avLst/>
              <a:gdLst>
                <a:gd name="T0" fmla="*/ 470 w 13"/>
                <a:gd name="T1" fmla="*/ 0 h 17"/>
                <a:gd name="T2" fmla="*/ 389 w 13"/>
                <a:gd name="T3" fmla="*/ 201 h 17"/>
                <a:gd name="T4" fmla="*/ 274 w 13"/>
                <a:gd name="T5" fmla="*/ 438 h 17"/>
                <a:gd name="T6" fmla="*/ 0 w 13"/>
                <a:gd name="T7" fmla="*/ 824 h 17"/>
                <a:gd name="T8" fmla="*/ 389 w 13"/>
                <a:gd name="T9" fmla="*/ 387 h 17"/>
                <a:gd name="T10" fmla="*/ 470 w 13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7">
                  <a:moveTo>
                    <a:pt x="12" y="0"/>
                  </a:moveTo>
                  <a:cubicBezTo>
                    <a:pt x="11" y="0"/>
                    <a:pt x="11" y="2"/>
                    <a:pt x="10" y="4"/>
                  </a:cubicBezTo>
                  <a:cubicBezTo>
                    <a:pt x="10" y="5"/>
                    <a:pt x="9" y="7"/>
                    <a:pt x="7" y="9"/>
                  </a:cubicBezTo>
                  <a:cubicBezTo>
                    <a:pt x="5" y="12"/>
                    <a:pt x="2" y="14"/>
                    <a:pt x="0" y="17"/>
                  </a:cubicBezTo>
                  <a:cubicBezTo>
                    <a:pt x="3" y="17"/>
                    <a:pt x="8" y="11"/>
                    <a:pt x="10" y="8"/>
                  </a:cubicBezTo>
                  <a:cubicBezTo>
                    <a:pt x="11" y="6"/>
                    <a:pt x="13" y="1"/>
                    <a:pt x="12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2" name="Freeform 661">
              <a:extLst>
                <a:ext uri="{FF2B5EF4-FFF2-40B4-BE49-F238E27FC236}">
                  <a16:creationId xmlns:a16="http://schemas.microsoft.com/office/drawing/2014/main" id="{87F102F2-B053-4434-9C7D-06028C290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700"/>
              <a:ext cx="148" cy="55"/>
            </a:xfrm>
            <a:custGeom>
              <a:avLst/>
              <a:gdLst>
                <a:gd name="T0" fmla="*/ 34 w 43"/>
                <a:gd name="T1" fmla="*/ 0 h 15"/>
                <a:gd name="T2" fmla="*/ 248 w 43"/>
                <a:gd name="T3" fmla="*/ 147 h 15"/>
                <a:gd name="T4" fmla="*/ 533 w 43"/>
                <a:gd name="T5" fmla="*/ 202 h 15"/>
                <a:gd name="T6" fmla="*/ 854 w 43"/>
                <a:gd name="T7" fmla="*/ 202 h 15"/>
                <a:gd name="T8" fmla="*/ 1267 w 43"/>
                <a:gd name="T9" fmla="*/ 348 h 15"/>
                <a:gd name="T10" fmla="*/ 1752 w 43"/>
                <a:gd name="T11" fmla="*/ 741 h 15"/>
                <a:gd name="T12" fmla="*/ 1387 w 43"/>
                <a:gd name="T13" fmla="*/ 444 h 15"/>
                <a:gd name="T14" fmla="*/ 1136 w 43"/>
                <a:gd name="T15" fmla="*/ 444 h 15"/>
                <a:gd name="T16" fmla="*/ 854 w 43"/>
                <a:gd name="T17" fmla="*/ 297 h 15"/>
                <a:gd name="T18" fmla="*/ 699 w 43"/>
                <a:gd name="T19" fmla="*/ 297 h 15"/>
                <a:gd name="T20" fmla="*/ 451 w 43"/>
                <a:gd name="T21" fmla="*/ 242 h 15"/>
                <a:gd name="T22" fmla="*/ 117 w 43"/>
                <a:gd name="T23" fmla="*/ 147 h 15"/>
                <a:gd name="T24" fmla="*/ 0 w 43"/>
                <a:gd name="T25" fmla="*/ 55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" h="15">
                  <a:moveTo>
                    <a:pt x="1" y="0"/>
                  </a:moveTo>
                  <a:cubicBezTo>
                    <a:pt x="1" y="2"/>
                    <a:pt x="5" y="2"/>
                    <a:pt x="6" y="3"/>
                  </a:cubicBezTo>
                  <a:cubicBezTo>
                    <a:pt x="8" y="3"/>
                    <a:pt x="11" y="4"/>
                    <a:pt x="13" y="4"/>
                  </a:cubicBezTo>
                  <a:cubicBezTo>
                    <a:pt x="16" y="4"/>
                    <a:pt x="18" y="3"/>
                    <a:pt x="21" y="4"/>
                  </a:cubicBezTo>
                  <a:cubicBezTo>
                    <a:pt x="24" y="5"/>
                    <a:pt x="28" y="6"/>
                    <a:pt x="31" y="7"/>
                  </a:cubicBezTo>
                  <a:cubicBezTo>
                    <a:pt x="36" y="8"/>
                    <a:pt x="41" y="10"/>
                    <a:pt x="43" y="15"/>
                  </a:cubicBezTo>
                  <a:cubicBezTo>
                    <a:pt x="42" y="12"/>
                    <a:pt x="36" y="10"/>
                    <a:pt x="34" y="9"/>
                  </a:cubicBezTo>
                  <a:cubicBezTo>
                    <a:pt x="32" y="9"/>
                    <a:pt x="30" y="9"/>
                    <a:pt x="28" y="9"/>
                  </a:cubicBezTo>
                  <a:cubicBezTo>
                    <a:pt x="26" y="8"/>
                    <a:pt x="23" y="6"/>
                    <a:pt x="21" y="6"/>
                  </a:cubicBezTo>
                  <a:cubicBezTo>
                    <a:pt x="19" y="5"/>
                    <a:pt x="18" y="6"/>
                    <a:pt x="17" y="6"/>
                  </a:cubicBezTo>
                  <a:cubicBezTo>
                    <a:pt x="15" y="5"/>
                    <a:pt x="13" y="5"/>
                    <a:pt x="11" y="5"/>
                  </a:cubicBezTo>
                  <a:cubicBezTo>
                    <a:pt x="8" y="4"/>
                    <a:pt x="5" y="4"/>
                    <a:pt x="3" y="3"/>
                  </a:cubicBezTo>
                  <a:cubicBezTo>
                    <a:pt x="2" y="2"/>
                    <a:pt x="1" y="0"/>
                    <a:pt x="0" y="1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3" name="Freeform 662">
              <a:extLst>
                <a:ext uri="{FF2B5EF4-FFF2-40B4-BE49-F238E27FC236}">
                  <a16:creationId xmlns:a16="http://schemas.microsoft.com/office/drawing/2014/main" id="{B7DF48C7-F11B-4091-B7F8-FE3E48D99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591"/>
              <a:ext cx="51" cy="69"/>
            </a:xfrm>
            <a:custGeom>
              <a:avLst/>
              <a:gdLst>
                <a:gd name="T0" fmla="*/ 279 w 15"/>
                <a:gd name="T1" fmla="*/ 0 h 19"/>
                <a:gd name="T2" fmla="*/ 116 w 15"/>
                <a:gd name="T3" fmla="*/ 196 h 19"/>
                <a:gd name="T4" fmla="*/ 34 w 15"/>
                <a:gd name="T5" fmla="*/ 476 h 19"/>
                <a:gd name="T6" fmla="*/ 197 w 15"/>
                <a:gd name="T7" fmla="*/ 712 h 19"/>
                <a:gd name="T8" fmla="*/ 588 w 15"/>
                <a:gd name="T9" fmla="*/ 912 h 19"/>
                <a:gd name="T10" fmla="*/ 231 w 15"/>
                <a:gd name="T11" fmla="*/ 712 h 19"/>
                <a:gd name="T12" fmla="*/ 82 w 15"/>
                <a:gd name="T13" fmla="*/ 436 h 19"/>
                <a:gd name="T14" fmla="*/ 279 w 15"/>
                <a:gd name="T15" fmla="*/ 54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9">
                  <a:moveTo>
                    <a:pt x="7" y="0"/>
                  </a:moveTo>
                  <a:cubicBezTo>
                    <a:pt x="6" y="0"/>
                    <a:pt x="4" y="2"/>
                    <a:pt x="3" y="4"/>
                  </a:cubicBezTo>
                  <a:cubicBezTo>
                    <a:pt x="1" y="6"/>
                    <a:pt x="0" y="7"/>
                    <a:pt x="1" y="10"/>
                  </a:cubicBezTo>
                  <a:cubicBezTo>
                    <a:pt x="2" y="12"/>
                    <a:pt x="2" y="13"/>
                    <a:pt x="5" y="15"/>
                  </a:cubicBezTo>
                  <a:cubicBezTo>
                    <a:pt x="8" y="16"/>
                    <a:pt x="11" y="18"/>
                    <a:pt x="15" y="19"/>
                  </a:cubicBezTo>
                  <a:cubicBezTo>
                    <a:pt x="12" y="18"/>
                    <a:pt x="8" y="17"/>
                    <a:pt x="6" y="15"/>
                  </a:cubicBezTo>
                  <a:cubicBezTo>
                    <a:pt x="5" y="14"/>
                    <a:pt x="2" y="11"/>
                    <a:pt x="2" y="9"/>
                  </a:cubicBezTo>
                  <a:cubicBezTo>
                    <a:pt x="3" y="6"/>
                    <a:pt x="7" y="3"/>
                    <a:pt x="7" y="1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4" name="Freeform 663">
              <a:extLst>
                <a:ext uri="{FF2B5EF4-FFF2-40B4-BE49-F238E27FC236}">
                  <a16:creationId xmlns:a16="http://schemas.microsoft.com/office/drawing/2014/main" id="{A6BCD948-0446-4606-B4B7-0C8BBA0FF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554"/>
              <a:ext cx="83" cy="18"/>
            </a:xfrm>
            <a:custGeom>
              <a:avLst/>
              <a:gdLst>
                <a:gd name="T0" fmla="*/ 0 w 24"/>
                <a:gd name="T1" fmla="*/ 234 h 5"/>
                <a:gd name="T2" fmla="*/ 370 w 24"/>
                <a:gd name="T3" fmla="*/ 50 h 5"/>
                <a:gd name="T4" fmla="*/ 657 w 24"/>
                <a:gd name="T5" fmla="*/ 50 h 5"/>
                <a:gd name="T6" fmla="*/ 993 w 24"/>
                <a:gd name="T7" fmla="*/ 0 h 5"/>
                <a:gd name="T8" fmla="*/ 657 w 24"/>
                <a:gd name="T9" fmla="*/ 90 h 5"/>
                <a:gd name="T10" fmla="*/ 335 w 24"/>
                <a:gd name="T11" fmla="*/ 90 h 5"/>
                <a:gd name="T12" fmla="*/ 166 w 24"/>
                <a:gd name="T13" fmla="*/ 144 h 5"/>
                <a:gd name="T14" fmla="*/ 0 w 24"/>
                <a:gd name="T15" fmla="*/ 234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">
                  <a:moveTo>
                    <a:pt x="0" y="5"/>
                  </a:moveTo>
                  <a:cubicBezTo>
                    <a:pt x="1" y="2"/>
                    <a:pt x="5" y="1"/>
                    <a:pt x="9" y="1"/>
                  </a:cubicBezTo>
                  <a:cubicBezTo>
                    <a:pt x="11" y="1"/>
                    <a:pt x="13" y="1"/>
                    <a:pt x="16" y="1"/>
                  </a:cubicBezTo>
                  <a:cubicBezTo>
                    <a:pt x="18" y="1"/>
                    <a:pt x="22" y="2"/>
                    <a:pt x="24" y="0"/>
                  </a:cubicBezTo>
                  <a:cubicBezTo>
                    <a:pt x="22" y="1"/>
                    <a:pt x="19" y="2"/>
                    <a:pt x="16" y="2"/>
                  </a:cubicBezTo>
                  <a:cubicBezTo>
                    <a:pt x="14" y="3"/>
                    <a:pt x="11" y="2"/>
                    <a:pt x="8" y="2"/>
                  </a:cubicBezTo>
                  <a:cubicBezTo>
                    <a:pt x="7" y="2"/>
                    <a:pt x="5" y="3"/>
                    <a:pt x="4" y="3"/>
                  </a:cubicBezTo>
                  <a:cubicBezTo>
                    <a:pt x="2" y="4"/>
                    <a:pt x="1" y="5"/>
                    <a:pt x="0" y="5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5" name="Freeform 664">
              <a:extLst>
                <a:ext uri="{FF2B5EF4-FFF2-40B4-BE49-F238E27FC236}">
                  <a16:creationId xmlns:a16="http://schemas.microsoft.com/office/drawing/2014/main" id="{0461F16D-7653-4288-A859-FDCAF1347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704"/>
              <a:ext cx="14" cy="18"/>
            </a:xfrm>
            <a:custGeom>
              <a:avLst/>
              <a:gdLst>
                <a:gd name="T0" fmla="*/ 88 w 4"/>
                <a:gd name="T1" fmla="*/ 234 h 5"/>
                <a:gd name="T2" fmla="*/ 49 w 4"/>
                <a:gd name="T3" fmla="*/ 90 h 5"/>
                <a:gd name="T4" fmla="*/ 0 w 4"/>
                <a:gd name="T5" fmla="*/ 18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4" y="4"/>
                    <a:pt x="3" y="0"/>
                    <a:pt x="1" y="2"/>
                  </a:cubicBezTo>
                  <a:cubicBezTo>
                    <a:pt x="1" y="3"/>
                    <a:pt x="1" y="4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6" name="Freeform 665">
              <a:extLst>
                <a:ext uri="{FF2B5EF4-FFF2-40B4-BE49-F238E27FC236}">
                  <a16:creationId xmlns:a16="http://schemas.microsoft.com/office/drawing/2014/main" id="{13DFA6FF-DF4C-41AD-B8E2-829233211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547"/>
              <a:ext cx="14" cy="11"/>
            </a:xfrm>
            <a:custGeom>
              <a:avLst/>
              <a:gdLst>
                <a:gd name="T0" fmla="*/ 88 w 4"/>
                <a:gd name="T1" fmla="*/ 147 h 3"/>
                <a:gd name="T2" fmla="*/ 49 w 4"/>
                <a:gd name="T3" fmla="*/ 0 h 3"/>
                <a:gd name="T4" fmla="*/ 137 w 4"/>
                <a:gd name="T5" fmla="*/ 95 h 3"/>
                <a:gd name="T6" fmla="*/ 137 w 4"/>
                <a:gd name="T7" fmla="*/ 5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2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2"/>
                    <a:pt x="3" y="1"/>
                    <a:pt x="3" y="1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7" name="Freeform 666">
              <a:extLst>
                <a:ext uri="{FF2B5EF4-FFF2-40B4-BE49-F238E27FC236}">
                  <a16:creationId xmlns:a16="http://schemas.microsoft.com/office/drawing/2014/main" id="{1899AD6F-4A4B-4BD5-B2B5-0A3A25D9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565"/>
              <a:ext cx="11" cy="18"/>
            </a:xfrm>
            <a:custGeom>
              <a:avLst/>
              <a:gdLst>
                <a:gd name="T0" fmla="*/ 0 w 3"/>
                <a:gd name="T1" fmla="*/ 144 h 5"/>
                <a:gd name="T2" fmla="*/ 55 w 3"/>
                <a:gd name="T3" fmla="*/ 50 h 5"/>
                <a:gd name="T4" fmla="*/ 55 w 3"/>
                <a:gd name="T5" fmla="*/ 5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3" y="5"/>
                    <a:pt x="3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8" name="Freeform 667">
              <a:extLst>
                <a:ext uri="{FF2B5EF4-FFF2-40B4-BE49-F238E27FC236}">
                  <a16:creationId xmlns:a16="http://schemas.microsoft.com/office/drawing/2014/main" id="{F4EB0E48-BFE3-470E-9C3C-2CC534500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408"/>
              <a:ext cx="17" cy="15"/>
            </a:xfrm>
            <a:custGeom>
              <a:avLst/>
              <a:gdLst>
                <a:gd name="T0" fmla="*/ 163 w 5"/>
                <a:gd name="T1" fmla="*/ 0 h 4"/>
                <a:gd name="T2" fmla="*/ 197 w 5"/>
                <a:gd name="T3" fmla="*/ 11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0" y="0"/>
                    <a:pt x="4" y="4"/>
                    <a:pt x="5" y="2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9" name="Freeform 668">
              <a:extLst>
                <a:ext uri="{FF2B5EF4-FFF2-40B4-BE49-F238E27FC236}">
                  <a16:creationId xmlns:a16="http://schemas.microsoft.com/office/drawing/2014/main" id="{1ACEFD08-D57C-4645-803E-7549710E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543"/>
              <a:ext cx="11" cy="15"/>
            </a:xfrm>
            <a:custGeom>
              <a:avLst/>
              <a:gdLst>
                <a:gd name="T0" fmla="*/ 95 w 3"/>
                <a:gd name="T1" fmla="*/ 0 h 4"/>
                <a:gd name="T2" fmla="*/ 147 w 3"/>
                <a:gd name="T3" fmla="*/ 210 h 4"/>
                <a:gd name="T4" fmla="*/ 5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1"/>
                    <a:pt x="3" y="3"/>
                    <a:pt x="3" y="4"/>
                  </a:cubicBezTo>
                  <a:cubicBezTo>
                    <a:pt x="2" y="4"/>
                    <a:pt x="0" y="1"/>
                    <a:pt x="1" y="0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0" name="Freeform 669">
              <a:extLst>
                <a:ext uri="{FF2B5EF4-FFF2-40B4-BE49-F238E27FC236}">
                  <a16:creationId xmlns:a16="http://schemas.microsoft.com/office/drawing/2014/main" id="{51D6B16E-5D3D-4B1B-8396-C47F773C6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540"/>
              <a:ext cx="17" cy="14"/>
            </a:xfrm>
            <a:custGeom>
              <a:avLst/>
              <a:gdLst>
                <a:gd name="T0" fmla="*/ 197 w 5"/>
                <a:gd name="T1" fmla="*/ 88 h 4"/>
                <a:gd name="T2" fmla="*/ 163 w 5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2" y="0"/>
                    <a:pt x="0" y="4"/>
                    <a:pt x="4" y="3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1" name="Freeform 670">
              <a:extLst>
                <a:ext uri="{FF2B5EF4-FFF2-40B4-BE49-F238E27FC236}">
                  <a16:creationId xmlns:a16="http://schemas.microsoft.com/office/drawing/2014/main" id="{0FD7AD9F-D0BC-4F60-B4CB-F871F5F66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605"/>
              <a:ext cx="17" cy="15"/>
            </a:xfrm>
            <a:custGeom>
              <a:avLst/>
              <a:gdLst>
                <a:gd name="T0" fmla="*/ 82 w 5"/>
                <a:gd name="T1" fmla="*/ 210 h 4"/>
                <a:gd name="T2" fmla="*/ 163 w 5"/>
                <a:gd name="T3" fmla="*/ 15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0" y="0"/>
                    <a:pt x="5" y="0"/>
                    <a:pt x="4" y="3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2" name="Freeform 671">
              <a:extLst>
                <a:ext uri="{FF2B5EF4-FFF2-40B4-BE49-F238E27FC236}">
                  <a16:creationId xmlns:a16="http://schemas.microsoft.com/office/drawing/2014/main" id="{FF78E68C-C3B6-4FE6-AB83-B0E10CA4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668"/>
              <a:ext cx="14" cy="11"/>
            </a:xfrm>
            <a:custGeom>
              <a:avLst/>
              <a:gdLst>
                <a:gd name="T0" fmla="*/ 172 w 4"/>
                <a:gd name="T1" fmla="*/ 55 h 3"/>
                <a:gd name="T2" fmla="*/ 49 w 4"/>
                <a:gd name="T3" fmla="*/ 95 h 3"/>
                <a:gd name="T4" fmla="*/ 172 w 4"/>
                <a:gd name="T5" fmla="*/ 14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0" y="0"/>
                    <a:pt x="1" y="2"/>
                  </a:cubicBezTo>
                  <a:cubicBezTo>
                    <a:pt x="1" y="3"/>
                    <a:pt x="3" y="3"/>
                    <a:pt x="4" y="3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3" name="Freeform 672">
              <a:extLst>
                <a:ext uri="{FF2B5EF4-FFF2-40B4-BE49-F238E27FC236}">
                  <a16:creationId xmlns:a16="http://schemas.microsoft.com/office/drawing/2014/main" id="{03C5D6F2-38B3-4FC0-85CE-B4BAB54B3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781"/>
              <a:ext cx="14" cy="15"/>
            </a:xfrm>
            <a:custGeom>
              <a:avLst/>
              <a:gdLst>
                <a:gd name="T0" fmla="*/ 88 w 4"/>
                <a:gd name="T1" fmla="*/ 210 h 4"/>
                <a:gd name="T2" fmla="*/ 0 w 4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4" y="1"/>
                    <a:pt x="0" y="0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4" name="Freeform 673">
              <a:extLst>
                <a:ext uri="{FF2B5EF4-FFF2-40B4-BE49-F238E27FC236}">
                  <a16:creationId xmlns:a16="http://schemas.microsoft.com/office/drawing/2014/main" id="{0388C60F-C96E-470E-8FAA-D9B79484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697"/>
              <a:ext cx="11" cy="11"/>
            </a:xfrm>
            <a:custGeom>
              <a:avLst/>
              <a:gdLst>
                <a:gd name="T0" fmla="*/ 0 w 3"/>
                <a:gd name="T1" fmla="*/ 147 h 3"/>
                <a:gd name="T2" fmla="*/ 147 w 3"/>
                <a:gd name="T3" fmla="*/ 0 h 3"/>
                <a:gd name="T4" fmla="*/ 147 w 3"/>
                <a:gd name="T5" fmla="*/ 14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3" y="1"/>
                    <a:pt x="2" y="2"/>
                    <a:pt x="3" y="3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5" name="Freeform 674">
              <a:extLst>
                <a:ext uri="{FF2B5EF4-FFF2-40B4-BE49-F238E27FC236}">
                  <a16:creationId xmlns:a16="http://schemas.microsoft.com/office/drawing/2014/main" id="{FBC2DD8A-1092-4516-92D1-D71BD0EA1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697"/>
              <a:ext cx="14" cy="14"/>
            </a:xfrm>
            <a:custGeom>
              <a:avLst/>
              <a:gdLst>
                <a:gd name="T0" fmla="*/ 88 w 4"/>
                <a:gd name="T1" fmla="*/ 172 h 4"/>
                <a:gd name="T2" fmla="*/ 0 w 4"/>
                <a:gd name="T3" fmla="*/ 137 h 4"/>
                <a:gd name="T4" fmla="*/ 0 w 4"/>
                <a:gd name="T5" fmla="*/ 13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4" y="3"/>
                    <a:pt x="3" y="0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6" name="Freeform 675">
              <a:extLst>
                <a:ext uri="{FF2B5EF4-FFF2-40B4-BE49-F238E27FC236}">
                  <a16:creationId xmlns:a16="http://schemas.microsoft.com/office/drawing/2014/main" id="{BC6E45B2-5366-465B-B3DF-52186F77D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631"/>
              <a:ext cx="17" cy="15"/>
            </a:xfrm>
            <a:custGeom>
              <a:avLst/>
              <a:gdLst>
                <a:gd name="T0" fmla="*/ 197 w 5"/>
                <a:gd name="T1" fmla="*/ 154 h 4"/>
                <a:gd name="T2" fmla="*/ 116 w 5"/>
                <a:gd name="T3" fmla="*/ 56 h 4"/>
                <a:gd name="T4" fmla="*/ 116 w 5"/>
                <a:gd name="T5" fmla="*/ 21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4" y="2"/>
                    <a:pt x="4" y="0"/>
                    <a:pt x="3" y="1"/>
                  </a:cubicBezTo>
                  <a:cubicBezTo>
                    <a:pt x="0" y="1"/>
                    <a:pt x="2" y="3"/>
                    <a:pt x="3" y="4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7" name="Freeform 676">
              <a:extLst>
                <a:ext uri="{FF2B5EF4-FFF2-40B4-BE49-F238E27FC236}">
                  <a16:creationId xmlns:a16="http://schemas.microsoft.com/office/drawing/2014/main" id="{E5E2E5F6-BEF5-4770-9E7F-894E4C555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832"/>
              <a:ext cx="18" cy="18"/>
            </a:xfrm>
            <a:custGeom>
              <a:avLst/>
              <a:gdLst>
                <a:gd name="T0" fmla="*/ 180 w 5"/>
                <a:gd name="T1" fmla="*/ 234 h 5"/>
                <a:gd name="T2" fmla="*/ 234 w 5"/>
                <a:gd name="T3" fmla="*/ 14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4" y="5"/>
                  </a:moveTo>
                  <a:cubicBezTo>
                    <a:pt x="0" y="3"/>
                    <a:pt x="3" y="0"/>
                    <a:pt x="5" y="3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8" name="Freeform 677">
              <a:extLst>
                <a:ext uri="{FF2B5EF4-FFF2-40B4-BE49-F238E27FC236}">
                  <a16:creationId xmlns:a16="http://schemas.microsoft.com/office/drawing/2014/main" id="{EE513B6E-3F34-4330-ADEB-C29D7C89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766"/>
              <a:ext cx="18" cy="15"/>
            </a:xfrm>
            <a:custGeom>
              <a:avLst/>
              <a:gdLst>
                <a:gd name="T0" fmla="*/ 144 w 5"/>
                <a:gd name="T1" fmla="*/ 0 h 4"/>
                <a:gd name="T2" fmla="*/ 50 w 5"/>
                <a:gd name="T3" fmla="*/ 154 h 4"/>
                <a:gd name="T4" fmla="*/ 234 w 5"/>
                <a:gd name="T5" fmla="*/ 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0"/>
                    <a:pt x="0" y="2"/>
                    <a:pt x="1" y="3"/>
                  </a:cubicBezTo>
                  <a:cubicBezTo>
                    <a:pt x="2" y="4"/>
                    <a:pt x="5" y="2"/>
                    <a:pt x="5" y="1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9" name="Freeform 678">
              <a:extLst>
                <a:ext uri="{FF2B5EF4-FFF2-40B4-BE49-F238E27FC236}">
                  <a16:creationId xmlns:a16="http://schemas.microsoft.com/office/drawing/2014/main" id="{6CF32717-9634-49B2-8506-D2369A0A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693"/>
              <a:ext cx="14" cy="7"/>
            </a:xfrm>
            <a:custGeom>
              <a:avLst/>
              <a:gdLst>
                <a:gd name="T0" fmla="*/ 88 w 4"/>
                <a:gd name="T1" fmla="*/ 0 h 2"/>
                <a:gd name="T2" fmla="*/ 172 w 4"/>
                <a:gd name="T3" fmla="*/ 49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0" y="1"/>
                    <a:pt x="2" y="2"/>
                    <a:pt x="4" y="1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0" name="Freeform 679">
              <a:extLst>
                <a:ext uri="{FF2B5EF4-FFF2-40B4-BE49-F238E27FC236}">
                  <a16:creationId xmlns:a16="http://schemas.microsoft.com/office/drawing/2014/main" id="{2070623F-BEAF-4377-9062-7002A8C35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836"/>
              <a:ext cx="10" cy="14"/>
            </a:xfrm>
            <a:custGeom>
              <a:avLst/>
              <a:gdLst>
                <a:gd name="T0" fmla="*/ 0 w 3"/>
                <a:gd name="T1" fmla="*/ 88 h 4"/>
                <a:gd name="T2" fmla="*/ 77 w 3"/>
                <a:gd name="T3" fmla="*/ 49 h 4"/>
                <a:gd name="T4" fmla="*/ 33 w 3"/>
                <a:gd name="T5" fmla="*/ 17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0"/>
                    <a:pt x="1" y="0"/>
                    <a:pt x="2" y="1"/>
                  </a:cubicBezTo>
                  <a:cubicBezTo>
                    <a:pt x="3" y="3"/>
                    <a:pt x="2" y="3"/>
                    <a:pt x="1" y="4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1" name="Freeform 680">
              <a:extLst>
                <a:ext uri="{FF2B5EF4-FFF2-40B4-BE49-F238E27FC236}">
                  <a16:creationId xmlns:a16="http://schemas.microsoft.com/office/drawing/2014/main" id="{54808D78-D9EC-4905-8851-BAE16721C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821"/>
              <a:ext cx="24" cy="15"/>
            </a:xfrm>
            <a:custGeom>
              <a:avLst/>
              <a:gdLst>
                <a:gd name="T0" fmla="*/ 0 w 7"/>
                <a:gd name="T1" fmla="*/ 210 h 4"/>
                <a:gd name="T2" fmla="*/ 82 w 7"/>
                <a:gd name="T3" fmla="*/ 56 h 4"/>
                <a:gd name="T4" fmla="*/ 117 w 7"/>
                <a:gd name="T5" fmla="*/ 210 h 4"/>
                <a:gd name="T6" fmla="*/ 247 w 7"/>
                <a:gd name="T7" fmla="*/ 0 h 4"/>
                <a:gd name="T8" fmla="*/ 247 w 7"/>
                <a:gd name="T9" fmla="*/ 21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0" y="3"/>
                    <a:pt x="1" y="2"/>
                    <a:pt x="2" y="1"/>
                  </a:cubicBezTo>
                  <a:cubicBezTo>
                    <a:pt x="2" y="1"/>
                    <a:pt x="3" y="3"/>
                    <a:pt x="3" y="4"/>
                  </a:cubicBezTo>
                  <a:cubicBezTo>
                    <a:pt x="4" y="2"/>
                    <a:pt x="5" y="0"/>
                    <a:pt x="6" y="0"/>
                  </a:cubicBezTo>
                  <a:cubicBezTo>
                    <a:pt x="7" y="1"/>
                    <a:pt x="7" y="3"/>
                    <a:pt x="6" y="4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2" name="Freeform 681">
              <a:extLst>
                <a:ext uri="{FF2B5EF4-FFF2-40B4-BE49-F238E27FC236}">
                  <a16:creationId xmlns:a16="http://schemas.microsoft.com/office/drawing/2014/main" id="{E98548BE-12C9-4BA2-887A-63C456164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682"/>
              <a:ext cx="14" cy="8"/>
            </a:xfrm>
            <a:custGeom>
              <a:avLst/>
              <a:gdLst>
                <a:gd name="T0" fmla="*/ 49 w 4"/>
                <a:gd name="T1" fmla="*/ 0 h 2"/>
                <a:gd name="T2" fmla="*/ 172 w 4"/>
                <a:gd name="T3" fmla="*/ 64 h 2"/>
                <a:gd name="T4" fmla="*/ 0 w 4"/>
                <a:gd name="T5" fmla="*/ 12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2" y="0"/>
                    <a:pt x="4" y="0"/>
                    <a:pt x="4" y="1"/>
                  </a:cubicBezTo>
                  <a:cubicBezTo>
                    <a:pt x="3" y="2"/>
                    <a:pt x="1" y="2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3D74AECD-3CF7-4C28-9D1A-6F93AADB0CC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Atherothrombosis (2)</a:t>
            </a:r>
          </a:p>
        </p:txBody>
      </p:sp>
      <p:grpSp>
        <p:nvGrpSpPr>
          <p:cNvPr id="50178" name="atherosclerosis-plaque-in-artery">
            <a:extLst>
              <a:ext uri="{FF2B5EF4-FFF2-40B4-BE49-F238E27FC236}">
                <a16:creationId xmlns:a16="http://schemas.microsoft.com/office/drawing/2014/main" id="{A8B64686-3043-48AF-9ADA-BB5C547E3E63}"/>
              </a:ext>
            </a:extLst>
          </p:cNvPr>
          <p:cNvGrpSpPr>
            <a:grpSpLocks/>
          </p:cNvGrpSpPr>
          <p:nvPr/>
        </p:nvGrpSpPr>
        <p:grpSpPr bwMode="auto">
          <a:xfrm>
            <a:off x="1987550" y="1749425"/>
            <a:ext cx="4222750" cy="2190750"/>
            <a:chOff x="292" y="722"/>
            <a:chExt cx="2660" cy="1380"/>
          </a:xfrm>
        </p:grpSpPr>
        <p:sp>
          <p:nvSpPr>
            <p:cNvPr id="115542" name="Freeform 4">
              <a:extLst>
                <a:ext uri="{FF2B5EF4-FFF2-40B4-BE49-F238E27FC236}">
                  <a16:creationId xmlns:a16="http://schemas.microsoft.com/office/drawing/2014/main" id="{792F7417-B53B-416C-8C52-1785CCD5AD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" y="722"/>
              <a:ext cx="2461" cy="1266"/>
            </a:xfrm>
            <a:custGeom>
              <a:avLst/>
              <a:gdLst>
                <a:gd name="T0" fmla="*/ 9038 w 1273"/>
                <a:gd name="T1" fmla="*/ 1454 h 614"/>
                <a:gd name="T2" fmla="*/ 9198 w 1273"/>
                <a:gd name="T3" fmla="*/ 1165 h 614"/>
                <a:gd name="T4" fmla="*/ 4118 w 1273"/>
                <a:gd name="T5" fmla="*/ 544 h 614"/>
                <a:gd name="T6" fmla="*/ 1270 w 1273"/>
                <a:gd name="T7" fmla="*/ 0 h 614"/>
                <a:gd name="T8" fmla="*/ 1170 w 1273"/>
                <a:gd name="T9" fmla="*/ 107 h 614"/>
                <a:gd name="T10" fmla="*/ 3924 w 1273"/>
                <a:gd name="T11" fmla="*/ 736 h 614"/>
                <a:gd name="T12" fmla="*/ 9038 w 1273"/>
                <a:gd name="T13" fmla="*/ 1454 h 614"/>
                <a:gd name="T14" fmla="*/ 0 w 1273"/>
                <a:gd name="T15" fmla="*/ 1561 h 614"/>
                <a:gd name="T16" fmla="*/ 4450 w 1273"/>
                <a:gd name="T17" fmla="*/ 3532 h 614"/>
                <a:gd name="T18" fmla="*/ 6892 w 1273"/>
                <a:gd name="T19" fmla="*/ 5382 h 614"/>
                <a:gd name="T20" fmla="*/ 6892 w 1273"/>
                <a:gd name="T21" fmla="*/ 5382 h 614"/>
                <a:gd name="T22" fmla="*/ 7045 w 1273"/>
                <a:gd name="T23" fmla="*/ 5109 h 614"/>
                <a:gd name="T24" fmla="*/ 4638 w 1273"/>
                <a:gd name="T25" fmla="*/ 3303 h 614"/>
                <a:gd name="T26" fmla="*/ 72 w 1273"/>
                <a:gd name="T27" fmla="*/ 1462 h 614"/>
                <a:gd name="T28" fmla="*/ 72 w 1273"/>
                <a:gd name="T29" fmla="*/ 1462 h 614"/>
                <a:gd name="T30" fmla="*/ 0 w 1273"/>
                <a:gd name="T31" fmla="*/ 1561 h 6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3" h="614">
                  <a:moveTo>
                    <a:pt x="1251" y="166"/>
                  </a:moveTo>
                  <a:cubicBezTo>
                    <a:pt x="1273" y="133"/>
                    <a:pt x="1273" y="133"/>
                    <a:pt x="1273" y="133"/>
                  </a:cubicBezTo>
                  <a:cubicBezTo>
                    <a:pt x="1137" y="65"/>
                    <a:pt x="789" y="72"/>
                    <a:pt x="570" y="62"/>
                  </a:cubicBezTo>
                  <a:cubicBezTo>
                    <a:pt x="407" y="55"/>
                    <a:pt x="260" y="30"/>
                    <a:pt x="176" y="0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246" y="43"/>
                    <a:pt x="380" y="77"/>
                    <a:pt x="543" y="84"/>
                  </a:cubicBezTo>
                  <a:cubicBezTo>
                    <a:pt x="762" y="93"/>
                    <a:pt x="1115" y="98"/>
                    <a:pt x="1251" y="166"/>
                  </a:cubicBezTo>
                  <a:close/>
                  <a:moveTo>
                    <a:pt x="0" y="178"/>
                  </a:moveTo>
                  <a:cubicBezTo>
                    <a:pt x="124" y="265"/>
                    <a:pt x="435" y="328"/>
                    <a:pt x="616" y="403"/>
                  </a:cubicBezTo>
                  <a:cubicBezTo>
                    <a:pt x="817" y="486"/>
                    <a:pt x="914" y="580"/>
                    <a:pt x="954" y="614"/>
                  </a:cubicBezTo>
                  <a:cubicBezTo>
                    <a:pt x="954" y="614"/>
                    <a:pt x="954" y="614"/>
                    <a:pt x="954" y="614"/>
                  </a:cubicBezTo>
                  <a:cubicBezTo>
                    <a:pt x="975" y="583"/>
                    <a:pt x="975" y="583"/>
                    <a:pt x="975" y="583"/>
                  </a:cubicBezTo>
                  <a:cubicBezTo>
                    <a:pt x="933" y="547"/>
                    <a:pt x="837" y="458"/>
                    <a:pt x="642" y="377"/>
                  </a:cubicBezTo>
                  <a:cubicBezTo>
                    <a:pt x="461" y="302"/>
                    <a:pt x="134" y="254"/>
                    <a:pt x="10" y="167"/>
                  </a:cubicBezTo>
                  <a:cubicBezTo>
                    <a:pt x="10" y="167"/>
                    <a:pt x="10" y="167"/>
                    <a:pt x="10" y="167"/>
                  </a:cubicBezTo>
                  <a:lnTo>
                    <a:pt x="0" y="178"/>
                  </a:lnTo>
                  <a:close/>
                </a:path>
              </a:pathLst>
            </a:custGeom>
            <a:solidFill>
              <a:srgbClr val="FAD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43" name="Freeform 5">
              <a:extLst>
                <a:ext uri="{FF2B5EF4-FFF2-40B4-BE49-F238E27FC236}">
                  <a16:creationId xmlns:a16="http://schemas.microsoft.com/office/drawing/2014/main" id="{73D4C3D2-E047-4B10-BB60-2FE1FDA498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44" y="885"/>
              <a:ext cx="1391" cy="1072"/>
            </a:xfrm>
            <a:custGeom>
              <a:avLst/>
              <a:gdLst>
                <a:gd name="T0" fmla="*/ 5191 w 720"/>
                <a:gd name="T1" fmla="*/ 501 h 520"/>
                <a:gd name="T2" fmla="*/ 4859 w 720"/>
                <a:gd name="T3" fmla="*/ 464 h 520"/>
                <a:gd name="T4" fmla="*/ 4045 w 720"/>
                <a:gd name="T5" fmla="*/ 237 h 520"/>
                <a:gd name="T6" fmla="*/ 0 w 720"/>
                <a:gd name="T7" fmla="*/ 0 h 520"/>
                <a:gd name="T8" fmla="*/ 5083 w 720"/>
                <a:gd name="T9" fmla="*/ 676 h 520"/>
                <a:gd name="T10" fmla="*/ 5183 w 720"/>
                <a:gd name="T11" fmla="*/ 501 h 520"/>
                <a:gd name="T12" fmla="*/ 2919 w 720"/>
                <a:gd name="T13" fmla="*/ 4432 h 520"/>
                <a:gd name="T14" fmla="*/ 2956 w 720"/>
                <a:gd name="T15" fmla="*/ 4556 h 520"/>
                <a:gd name="T16" fmla="*/ 3035 w 720"/>
                <a:gd name="T17" fmla="*/ 4424 h 520"/>
                <a:gd name="T18" fmla="*/ 634 w 720"/>
                <a:gd name="T19" fmla="*/ 2618 h 520"/>
                <a:gd name="T20" fmla="*/ 172 w 720"/>
                <a:gd name="T21" fmla="*/ 2418 h 520"/>
                <a:gd name="T22" fmla="*/ 2919 w 720"/>
                <a:gd name="T23" fmla="*/ 4432 h 5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20" h="520">
                  <a:moveTo>
                    <a:pt x="720" y="57"/>
                  </a:moveTo>
                  <a:cubicBezTo>
                    <a:pt x="720" y="57"/>
                    <a:pt x="709" y="65"/>
                    <a:pt x="674" y="53"/>
                  </a:cubicBezTo>
                  <a:cubicBezTo>
                    <a:pt x="646" y="45"/>
                    <a:pt x="605" y="34"/>
                    <a:pt x="561" y="27"/>
                  </a:cubicBezTo>
                  <a:cubicBezTo>
                    <a:pt x="447" y="8"/>
                    <a:pt x="102" y="0"/>
                    <a:pt x="0" y="0"/>
                  </a:cubicBezTo>
                  <a:cubicBezTo>
                    <a:pt x="219" y="10"/>
                    <a:pt x="569" y="9"/>
                    <a:pt x="705" y="77"/>
                  </a:cubicBezTo>
                  <a:cubicBezTo>
                    <a:pt x="719" y="57"/>
                    <a:pt x="719" y="57"/>
                    <a:pt x="719" y="57"/>
                  </a:cubicBezTo>
                  <a:moveTo>
                    <a:pt x="405" y="506"/>
                  </a:moveTo>
                  <a:cubicBezTo>
                    <a:pt x="413" y="514"/>
                    <a:pt x="410" y="520"/>
                    <a:pt x="410" y="520"/>
                  </a:cubicBezTo>
                  <a:cubicBezTo>
                    <a:pt x="421" y="505"/>
                    <a:pt x="421" y="505"/>
                    <a:pt x="421" y="505"/>
                  </a:cubicBezTo>
                  <a:cubicBezTo>
                    <a:pt x="379" y="469"/>
                    <a:pt x="283" y="380"/>
                    <a:pt x="88" y="299"/>
                  </a:cubicBezTo>
                  <a:cubicBezTo>
                    <a:pt x="68" y="291"/>
                    <a:pt x="47" y="283"/>
                    <a:pt x="24" y="276"/>
                  </a:cubicBezTo>
                  <a:cubicBezTo>
                    <a:pt x="54" y="291"/>
                    <a:pt x="233" y="347"/>
                    <a:pt x="405" y="5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44" name="Freeform 6">
              <a:extLst>
                <a:ext uri="{FF2B5EF4-FFF2-40B4-BE49-F238E27FC236}">
                  <a16:creationId xmlns:a16="http://schemas.microsoft.com/office/drawing/2014/main" id="{76882746-C0F7-44F4-B4CC-E580327ED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996"/>
              <a:ext cx="816" cy="1106"/>
            </a:xfrm>
            <a:custGeom>
              <a:avLst/>
              <a:gdLst>
                <a:gd name="T0" fmla="*/ 2307 w 422"/>
                <a:gd name="T1" fmla="*/ 0 h 536"/>
                <a:gd name="T2" fmla="*/ 2299 w 422"/>
                <a:gd name="T3" fmla="*/ 8 h 536"/>
                <a:gd name="T4" fmla="*/ 2146 w 422"/>
                <a:gd name="T5" fmla="*/ 289 h 536"/>
                <a:gd name="T6" fmla="*/ 2003 w 422"/>
                <a:gd name="T7" fmla="*/ 3531 h 536"/>
                <a:gd name="T8" fmla="*/ 153 w 422"/>
                <a:gd name="T9" fmla="*/ 3956 h 536"/>
                <a:gd name="T10" fmla="*/ 0 w 422"/>
                <a:gd name="T11" fmla="*/ 4228 h 536"/>
                <a:gd name="T12" fmla="*/ 2214 w 422"/>
                <a:gd name="T13" fmla="*/ 3751 h 536"/>
                <a:gd name="T14" fmla="*/ 2307 w 422"/>
                <a:gd name="T15" fmla="*/ 0 h 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2" h="536">
                  <a:moveTo>
                    <a:pt x="319" y="0"/>
                  </a:moveTo>
                  <a:cubicBezTo>
                    <a:pt x="318" y="1"/>
                    <a:pt x="318" y="1"/>
                    <a:pt x="318" y="1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357" y="104"/>
                    <a:pt x="379" y="280"/>
                    <a:pt x="277" y="402"/>
                  </a:cubicBezTo>
                  <a:cubicBezTo>
                    <a:pt x="202" y="493"/>
                    <a:pt x="61" y="480"/>
                    <a:pt x="21" y="450"/>
                  </a:cubicBezTo>
                  <a:cubicBezTo>
                    <a:pt x="0" y="481"/>
                    <a:pt x="0" y="481"/>
                    <a:pt x="0" y="481"/>
                  </a:cubicBezTo>
                  <a:cubicBezTo>
                    <a:pt x="53" y="521"/>
                    <a:pt x="216" y="536"/>
                    <a:pt x="306" y="427"/>
                  </a:cubicBezTo>
                  <a:cubicBezTo>
                    <a:pt x="422" y="287"/>
                    <a:pt x="398" y="83"/>
                    <a:pt x="319" y="0"/>
                  </a:cubicBezTo>
                  <a:close/>
                </a:path>
              </a:pathLst>
            </a:custGeom>
            <a:solidFill>
              <a:srgbClr val="F6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45" name="Freeform 7">
              <a:extLst>
                <a:ext uri="{FF2B5EF4-FFF2-40B4-BE49-F238E27FC236}">
                  <a16:creationId xmlns:a16="http://schemas.microsoft.com/office/drawing/2014/main" id="{CEC11B12-AC3C-49FE-A162-AA0CBCB43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" y="749"/>
              <a:ext cx="2558" cy="1264"/>
            </a:xfrm>
            <a:custGeom>
              <a:avLst/>
              <a:gdLst>
                <a:gd name="T0" fmla="*/ 4569 w 1323"/>
                <a:gd name="T1" fmla="*/ 3194 h 613"/>
                <a:gd name="T2" fmla="*/ 6976 w 1323"/>
                <a:gd name="T3" fmla="*/ 4996 h 613"/>
                <a:gd name="T4" fmla="*/ 6976 w 1323"/>
                <a:gd name="T5" fmla="*/ 4996 h 613"/>
                <a:gd name="T6" fmla="*/ 8826 w 1323"/>
                <a:gd name="T7" fmla="*/ 4576 h 613"/>
                <a:gd name="T8" fmla="*/ 8968 w 1323"/>
                <a:gd name="T9" fmla="*/ 1340 h 613"/>
                <a:gd name="T10" fmla="*/ 9035 w 1323"/>
                <a:gd name="T11" fmla="*/ 1221 h 613"/>
                <a:gd name="T12" fmla="*/ 9035 w 1323"/>
                <a:gd name="T13" fmla="*/ 1221 h 613"/>
                <a:gd name="T14" fmla="*/ 8968 w 1323"/>
                <a:gd name="T15" fmla="*/ 1340 h 613"/>
                <a:gd name="T16" fmla="*/ 3853 w 1323"/>
                <a:gd name="T17" fmla="*/ 621 h 613"/>
                <a:gd name="T18" fmla="*/ 1098 w 1323"/>
                <a:gd name="T19" fmla="*/ 0 h 613"/>
                <a:gd name="T20" fmla="*/ 0 w 1323"/>
                <a:gd name="T21" fmla="*/ 1353 h 613"/>
                <a:gd name="T22" fmla="*/ 0 w 1323"/>
                <a:gd name="T23" fmla="*/ 1353 h 613"/>
                <a:gd name="T24" fmla="*/ 4569 w 1323"/>
                <a:gd name="T25" fmla="*/ 3194 h 6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3" h="613">
                  <a:moveTo>
                    <a:pt x="632" y="364"/>
                  </a:moveTo>
                  <a:cubicBezTo>
                    <a:pt x="827" y="445"/>
                    <a:pt x="923" y="534"/>
                    <a:pt x="965" y="570"/>
                  </a:cubicBezTo>
                  <a:cubicBezTo>
                    <a:pt x="965" y="570"/>
                    <a:pt x="965" y="570"/>
                    <a:pt x="965" y="570"/>
                  </a:cubicBezTo>
                  <a:cubicBezTo>
                    <a:pt x="1005" y="600"/>
                    <a:pt x="1146" y="613"/>
                    <a:pt x="1221" y="522"/>
                  </a:cubicBezTo>
                  <a:cubicBezTo>
                    <a:pt x="1323" y="400"/>
                    <a:pt x="1301" y="224"/>
                    <a:pt x="1241" y="153"/>
                  </a:cubicBezTo>
                  <a:cubicBezTo>
                    <a:pt x="1250" y="139"/>
                    <a:pt x="1250" y="139"/>
                    <a:pt x="1250" y="139"/>
                  </a:cubicBezTo>
                  <a:cubicBezTo>
                    <a:pt x="1250" y="139"/>
                    <a:pt x="1250" y="139"/>
                    <a:pt x="1250" y="139"/>
                  </a:cubicBezTo>
                  <a:cubicBezTo>
                    <a:pt x="1241" y="153"/>
                    <a:pt x="1241" y="153"/>
                    <a:pt x="1241" y="153"/>
                  </a:cubicBezTo>
                  <a:cubicBezTo>
                    <a:pt x="1105" y="85"/>
                    <a:pt x="752" y="80"/>
                    <a:pt x="533" y="71"/>
                  </a:cubicBezTo>
                  <a:cubicBezTo>
                    <a:pt x="370" y="64"/>
                    <a:pt x="236" y="30"/>
                    <a:pt x="152" y="0"/>
                  </a:cubicBezTo>
                  <a:cubicBezTo>
                    <a:pt x="194" y="80"/>
                    <a:pt x="123" y="199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124" y="241"/>
                    <a:pt x="451" y="289"/>
                    <a:pt x="632" y="364"/>
                  </a:cubicBezTo>
                  <a:close/>
                </a:path>
              </a:pathLst>
            </a:custGeom>
            <a:solidFill>
              <a:srgbClr val="E97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46" name="Freeform 8">
              <a:extLst>
                <a:ext uri="{FF2B5EF4-FFF2-40B4-BE49-F238E27FC236}">
                  <a16:creationId xmlns:a16="http://schemas.microsoft.com/office/drawing/2014/main" id="{C036A639-95E4-4022-A124-AB321793F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749"/>
              <a:ext cx="2256" cy="829"/>
            </a:xfrm>
            <a:custGeom>
              <a:avLst/>
              <a:gdLst>
                <a:gd name="T0" fmla="*/ 7961 w 1167"/>
                <a:gd name="T1" fmla="*/ 1345 h 402"/>
                <a:gd name="T2" fmla="*/ 8026 w 1167"/>
                <a:gd name="T3" fmla="*/ 1221 h 402"/>
                <a:gd name="T4" fmla="*/ 8026 w 1167"/>
                <a:gd name="T5" fmla="*/ 1221 h 402"/>
                <a:gd name="T6" fmla="*/ 7961 w 1167"/>
                <a:gd name="T7" fmla="*/ 1345 h 402"/>
                <a:gd name="T8" fmla="*/ 2848 w 1167"/>
                <a:gd name="T9" fmla="*/ 621 h 402"/>
                <a:gd name="T10" fmla="*/ 93 w 1167"/>
                <a:gd name="T11" fmla="*/ 0 h 402"/>
                <a:gd name="T12" fmla="*/ 0 w 1167"/>
                <a:gd name="T13" fmla="*/ 1081 h 402"/>
                <a:gd name="T14" fmla="*/ 961 w 1167"/>
                <a:gd name="T15" fmla="*/ 808 h 402"/>
                <a:gd name="T16" fmla="*/ 3215 w 1167"/>
                <a:gd name="T17" fmla="*/ 1314 h 402"/>
                <a:gd name="T18" fmla="*/ 6047 w 1167"/>
                <a:gd name="T19" fmla="*/ 1701 h 402"/>
                <a:gd name="T20" fmla="*/ 8251 w 1167"/>
                <a:gd name="T21" fmla="*/ 3526 h 402"/>
                <a:gd name="T22" fmla="*/ 7961 w 1167"/>
                <a:gd name="T23" fmla="*/ 1345 h 4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7" h="402">
                  <a:moveTo>
                    <a:pt x="1102" y="153"/>
                  </a:moveTo>
                  <a:cubicBezTo>
                    <a:pt x="1111" y="139"/>
                    <a:pt x="1111" y="139"/>
                    <a:pt x="1111" y="139"/>
                  </a:cubicBezTo>
                  <a:cubicBezTo>
                    <a:pt x="1111" y="139"/>
                    <a:pt x="1111" y="139"/>
                    <a:pt x="1111" y="139"/>
                  </a:cubicBezTo>
                  <a:cubicBezTo>
                    <a:pt x="1102" y="153"/>
                    <a:pt x="1102" y="153"/>
                    <a:pt x="1102" y="153"/>
                  </a:cubicBezTo>
                  <a:cubicBezTo>
                    <a:pt x="966" y="85"/>
                    <a:pt x="613" y="80"/>
                    <a:pt x="394" y="71"/>
                  </a:cubicBezTo>
                  <a:cubicBezTo>
                    <a:pt x="231" y="64"/>
                    <a:pt x="97" y="30"/>
                    <a:pt x="13" y="0"/>
                  </a:cubicBezTo>
                  <a:cubicBezTo>
                    <a:pt x="34" y="39"/>
                    <a:pt x="27" y="89"/>
                    <a:pt x="0" y="123"/>
                  </a:cubicBezTo>
                  <a:cubicBezTo>
                    <a:pt x="28" y="103"/>
                    <a:pt x="62" y="91"/>
                    <a:pt x="133" y="92"/>
                  </a:cubicBezTo>
                  <a:cubicBezTo>
                    <a:pt x="227" y="94"/>
                    <a:pt x="299" y="132"/>
                    <a:pt x="445" y="150"/>
                  </a:cubicBezTo>
                  <a:cubicBezTo>
                    <a:pt x="591" y="168"/>
                    <a:pt x="711" y="178"/>
                    <a:pt x="837" y="194"/>
                  </a:cubicBezTo>
                  <a:cubicBezTo>
                    <a:pt x="954" y="209"/>
                    <a:pt x="1129" y="282"/>
                    <a:pt x="1142" y="402"/>
                  </a:cubicBezTo>
                  <a:cubicBezTo>
                    <a:pt x="1167" y="303"/>
                    <a:pt x="1144" y="202"/>
                    <a:pt x="1102" y="153"/>
                  </a:cubicBezTo>
                  <a:close/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47" name="Freeform 9">
              <a:extLst>
                <a:ext uri="{FF2B5EF4-FFF2-40B4-BE49-F238E27FC236}">
                  <a16:creationId xmlns:a16="http://schemas.microsoft.com/office/drawing/2014/main" id="{71F14807-72A3-4549-B662-0F564C738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" y="1067"/>
              <a:ext cx="741" cy="272"/>
            </a:xfrm>
            <a:custGeom>
              <a:avLst/>
              <a:gdLst>
                <a:gd name="T0" fmla="*/ 2571 w 383"/>
                <a:gd name="T1" fmla="*/ 1121 h 132"/>
                <a:gd name="T2" fmla="*/ 1389 w 383"/>
                <a:gd name="T3" fmla="*/ 628 h 132"/>
                <a:gd name="T4" fmla="*/ 472 w 383"/>
                <a:gd name="T5" fmla="*/ 80 h 132"/>
                <a:gd name="T6" fmla="*/ 0 w 383"/>
                <a:gd name="T7" fmla="*/ 0 h 132"/>
                <a:gd name="T8" fmla="*/ 0 w 383"/>
                <a:gd name="T9" fmla="*/ 0 h 132"/>
                <a:gd name="T10" fmla="*/ 2751 w 383"/>
                <a:gd name="T11" fmla="*/ 1154 h 132"/>
                <a:gd name="T12" fmla="*/ 2571 w 383"/>
                <a:gd name="T13" fmla="*/ 1121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3" h="132">
                  <a:moveTo>
                    <a:pt x="355" y="128"/>
                  </a:moveTo>
                  <a:cubicBezTo>
                    <a:pt x="329" y="114"/>
                    <a:pt x="265" y="96"/>
                    <a:pt x="192" y="72"/>
                  </a:cubicBezTo>
                  <a:cubicBezTo>
                    <a:pt x="150" y="58"/>
                    <a:pt x="90" y="34"/>
                    <a:pt x="65" y="9"/>
                  </a:cubicBezTo>
                  <a:cubicBezTo>
                    <a:pt x="46" y="11"/>
                    <a:pt x="24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7" y="54"/>
                    <a:pt x="231" y="93"/>
                    <a:pt x="380" y="132"/>
                  </a:cubicBezTo>
                  <a:cubicBezTo>
                    <a:pt x="383" y="127"/>
                    <a:pt x="362" y="132"/>
                    <a:pt x="355" y="128"/>
                  </a:cubicBezTo>
                  <a:close/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48" name="Freeform 10">
              <a:extLst>
                <a:ext uri="{FF2B5EF4-FFF2-40B4-BE49-F238E27FC236}">
                  <a16:creationId xmlns:a16="http://schemas.microsoft.com/office/drawing/2014/main" id="{4F916DE6-FB4E-4BD5-B6BE-979A0FEAB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399"/>
              <a:ext cx="765" cy="175"/>
            </a:xfrm>
            <a:custGeom>
              <a:avLst/>
              <a:gdLst>
                <a:gd name="T0" fmla="*/ 396 w 396"/>
                <a:gd name="T1" fmla="*/ 208 h 85"/>
                <a:gd name="T2" fmla="*/ 945 w 396"/>
                <a:gd name="T3" fmla="*/ 237 h 85"/>
                <a:gd name="T4" fmla="*/ 1609 w 396"/>
                <a:gd name="T5" fmla="*/ 560 h 85"/>
                <a:gd name="T6" fmla="*/ 2336 w 396"/>
                <a:gd name="T7" fmla="*/ 644 h 85"/>
                <a:gd name="T8" fmla="*/ 2855 w 396"/>
                <a:gd name="T9" fmla="*/ 741 h 85"/>
                <a:gd name="T10" fmla="*/ 2042 w 396"/>
                <a:gd name="T11" fmla="*/ 533 h 85"/>
                <a:gd name="T12" fmla="*/ 1097 w 396"/>
                <a:gd name="T13" fmla="*/ 229 h 85"/>
                <a:gd name="T14" fmla="*/ 469 w 396"/>
                <a:gd name="T15" fmla="*/ 156 h 85"/>
                <a:gd name="T16" fmla="*/ 0 w 396"/>
                <a:gd name="T17" fmla="*/ 0 h 85"/>
                <a:gd name="T18" fmla="*/ 396 w 396"/>
                <a:gd name="T19" fmla="*/ 208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6" h="85">
                  <a:moveTo>
                    <a:pt x="55" y="24"/>
                  </a:moveTo>
                  <a:cubicBezTo>
                    <a:pt x="80" y="27"/>
                    <a:pt x="106" y="21"/>
                    <a:pt x="131" y="27"/>
                  </a:cubicBezTo>
                  <a:cubicBezTo>
                    <a:pt x="170" y="35"/>
                    <a:pt x="189" y="50"/>
                    <a:pt x="223" y="64"/>
                  </a:cubicBezTo>
                  <a:cubicBezTo>
                    <a:pt x="257" y="77"/>
                    <a:pt x="290" y="79"/>
                    <a:pt x="324" y="74"/>
                  </a:cubicBezTo>
                  <a:cubicBezTo>
                    <a:pt x="347" y="71"/>
                    <a:pt x="376" y="78"/>
                    <a:pt x="396" y="85"/>
                  </a:cubicBezTo>
                  <a:cubicBezTo>
                    <a:pt x="364" y="69"/>
                    <a:pt x="323" y="60"/>
                    <a:pt x="283" y="61"/>
                  </a:cubicBezTo>
                  <a:cubicBezTo>
                    <a:pt x="240" y="62"/>
                    <a:pt x="187" y="37"/>
                    <a:pt x="152" y="26"/>
                  </a:cubicBezTo>
                  <a:cubicBezTo>
                    <a:pt x="117" y="16"/>
                    <a:pt x="95" y="18"/>
                    <a:pt x="65" y="18"/>
                  </a:cubicBezTo>
                  <a:cubicBezTo>
                    <a:pt x="38" y="18"/>
                    <a:pt x="17" y="9"/>
                    <a:pt x="0" y="0"/>
                  </a:cubicBezTo>
                  <a:cubicBezTo>
                    <a:pt x="19" y="11"/>
                    <a:pt x="31" y="21"/>
                    <a:pt x="55" y="24"/>
                  </a:cubicBezTo>
                  <a:close/>
                </a:path>
              </a:pathLst>
            </a:custGeom>
            <a:solidFill>
              <a:srgbClr val="FFF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49" name="Freeform 11">
              <a:extLst>
                <a:ext uri="{FF2B5EF4-FFF2-40B4-BE49-F238E27FC236}">
                  <a16:creationId xmlns:a16="http://schemas.microsoft.com/office/drawing/2014/main" id="{F792F2B2-B394-41E0-99D7-C8F4C1BCD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275"/>
              <a:ext cx="1527" cy="649"/>
            </a:xfrm>
            <a:custGeom>
              <a:avLst/>
              <a:gdLst>
                <a:gd name="T0" fmla="*/ 4946 w 790"/>
                <a:gd name="T1" fmla="*/ 2755 h 315"/>
                <a:gd name="T2" fmla="*/ 5706 w 790"/>
                <a:gd name="T3" fmla="*/ 1370 h 315"/>
                <a:gd name="T4" fmla="*/ 5706 w 790"/>
                <a:gd name="T5" fmla="*/ 1362 h 315"/>
                <a:gd name="T6" fmla="*/ 5006 w 790"/>
                <a:gd name="T7" fmla="*/ 1172 h 315"/>
                <a:gd name="T8" fmla="*/ 4274 w 790"/>
                <a:gd name="T9" fmla="*/ 1082 h 315"/>
                <a:gd name="T10" fmla="*/ 3609 w 790"/>
                <a:gd name="T11" fmla="*/ 760 h 315"/>
                <a:gd name="T12" fmla="*/ 3064 w 790"/>
                <a:gd name="T13" fmla="*/ 733 h 315"/>
                <a:gd name="T14" fmla="*/ 2631 w 790"/>
                <a:gd name="T15" fmla="*/ 505 h 315"/>
                <a:gd name="T16" fmla="*/ 1633 w 790"/>
                <a:gd name="T17" fmla="*/ 245 h 315"/>
                <a:gd name="T18" fmla="*/ 389 w 790"/>
                <a:gd name="T19" fmla="*/ 16 h 315"/>
                <a:gd name="T20" fmla="*/ 0 w 790"/>
                <a:gd name="T21" fmla="*/ 33 h 315"/>
                <a:gd name="T22" fmla="*/ 2540 w 790"/>
                <a:gd name="T23" fmla="*/ 956 h 315"/>
                <a:gd name="T24" fmla="*/ 4946 w 790"/>
                <a:gd name="T25" fmla="*/ 2755 h 3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0" h="315">
                  <a:moveTo>
                    <a:pt x="685" y="315"/>
                  </a:moveTo>
                  <a:cubicBezTo>
                    <a:pt x="790" y="157"/>
                    <a:pt x="790" y="157"/>
                    <a:pt x="790" y="157"/>
                  </a:cubicBezTo>
                  <a:cubicBezTo>
                    <a:pt x="790" y="157"/>
                    <a:pt x="790" y="156"/>
                    <a:pt x="790" y="156"/>
                  </a:cubicBezTo>
                  <a:cubicBezTo>
                    <a:pt x="783" y="150"/>
                    <a:pt x="730" y="129"/>
                    <a:pt x="693" y="134"/>
                  </a:cubicBezTo>
                  <a:cubicBezTo>
                    <a:pt x="659" y="139"/>
                    <a:pt x="626" y="137"/>
                    <a:pt x="592" y="124"/>
                  </a:cubicBezTo>
                  <a:cubicBezTo>
                    <a:pt x="558" y="110"/>
                    <a:pt x="539" y="95"/>
                    <a:pt x="500" y="87"/>
                  </a:cubicBezTo>
                  <a:cubicBezTo>
                    <a:pt x="475" y="81"/>
                    <a:pt x="449" y="87"/>
                    <a:pt x="424" y="84"/>
                  </a:cubicBezTo>
                  <a:cubicBezTo>
                    <a:pt x="398" y="81"/>
                    <a:pt x="386" y="69"/>
                    <a:pt x="364" y="58"/>
                  </a:cubicBezTo>
                  <a:cubicBezTo>
                    <a:pt x="321" y="34"/>
                    <a:pt x="273" y="37"/>
                    <a:pt x="226" y="28"/>
                  </a:cubicBezTo>
                  <a:cubicBezTo>
                    <a:pt x="171" y="17"/>
                    <a:pt x="112" y="0"/>
                    <a:pt x="54" y="2"/>
                  </a:cubicBezTo>
                  <a:cubicBezTo>
                    <a:pt x="39" y="3"/>
                    <a:pt x="19" y="4"/>
                    <a:pt x="0" y="4"/>
                  </a:cubicBezTo>
                  <a:cubicBezTo>
                    <a:pt x="124" y="38"/>
                    <a:pt x="258" y="70"/>
                    <a:pt x="352" y="109"/>
                  </a:cubicBezTo>
                  <a:cubicBezTo>
                    <a:pt x="547" y="190"/>
                    <a:pt x="643" y="279"/>
                    <a:pt x="685" y="315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50" name="Freeform 12">
              <a:extLst>
                <a:ext uri="{FF2B5EF4-FFF2-40B4-BE49-F238E27FC236}">
                  <a16:creationId xmlns:a16="http://schemas.microsoft.com/office/drawing/2014/main" id="{91B8EAAB-FE46-46FA-B537-93424C83F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599"/>
              <a:ext cx="599" cy="414"/>
            </a:xfrm>
            <a:custGeom>
              <a:avLst/>
              <a:gdLst>
                <a:gd name="T0" fmla="*/ 1847 w 310"/>
                <a:gd name="T1" fmla="*/ 964 h 201"/>
                <a:gd name="T2" fmla="*/ 2236 w 310"/>
                <a:gd name="T3" fmla="*/ 97 h 201"/>
                <a:gd name="T4" fmla="*/ 1942 w 310"/>
                <a:gd name="T5" fmla="*/ 612 h 201"/>
                <a:gd name="T6" fmla="*/ 1509 w 310"/>
                <a:gd name="T7" fmla="*/ 733 h 201"/>
                <a:gd name="T8" fmla="*/ 1225 w 310"/>
                <a:gd name="T9" fmla="*/ 552 h 201"/>
                <a:gd name="T10" fmla="*/ 757 w 310"/>
                <a:gd name="T11" fmla="*/ 0 h 201"/>
                <a:gd name="T12" fmla="*/ 0 w 310"/>
                <a:gd name="T13" fmla="*/ 1378 h 201"/>
                <a:gd name="T14" fmla="*/ 0 w 310"/>
                <a:gd name="T15" fmla="*/ 1378 h 201"/>
                <a:gd name="T16" fmla="*/ 0 w 310"/>
                <a:gd name="T17" fmla="*/ 1378 h 201"/>
                <a:gd name="T18" fmla="*/ 1847 w 310"/>
                <a:gd name="T19" fmla="*/ 964 h 2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0" h="201">
                  <a:moveTo>
                    <a:pt x="256" y="110"/>
                  </a:moveTo>
                  <a:cubicBezTo>
                    <a:pt x="281" y="80"/>
                    <a:pt x="299" y="46"/>
                    <a:pt x="310" y="11"/>
                  </a:cubicBezTo>
                  <a:cubicBezTo>
                    <a:pt x="299" y="34"/>
                    <a:pt x="284" y="60"/>
                    <a:pt x="269" y="70"/>
                  </a:cubicBezTo>
                  <a:cubicBezTo>
                    <a:pt x="248" y="84"/>
                    <a:pt x="230" y="87"/>
                    <a:pt x="209" y="84"/>
                  </a:cubicBezTo>
                  <a:cubicBezTo>
                    <a:pt x="192" y="82"/>
                    <a:pt x="180" y="74"/>
                    <a:pt x="170" y="63"/>
                  </a:cubicBezTo>
                  <a:cubicBezTo>
                    <a:pt x="148" y="40"/>
                    <a:pt x="107" y="29"/>
                    <a:pt x="10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40" y="188"/>
                    <a:pt x="181" y="201"/>
                    <a:pt x="256" y="110"/>
                  </a:cubicBezTo>
                  <a:close/>
                </a:path>
              </a:pathLst>
            </a:custGeom>
            <a:solidFill>
              <a:srgbClr val="FDC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51" name="Freeform 13">
              <a:extLst>
                <a:ext uri="{FF2B5EF4-FFF2-40B4-BE49-F238E27FC236}">
                  <a16:creationId xmlns:a16="http://schemas.microsoft.com/office/drawing/2014/main" id="{7F9E68F2-7E9C-4467-9D1E-B91E39ED7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89"/>
              <a:ext cx="242" cy="101"/>
            </a:xfrm>
            <a:custGeom>
              <a:avLst/>
              <a:gdLst>
                <a:gd name="T0" fmla="*/ 23 w 125"/>
                <a:gd name="T1" fmla="*/ 165 h 49"/>
                <a:gd name="T2" fmla="*/ 304 w 125"/>
                <a:gd name="T3" fmla="*/ 348 h 49"/>
                <a:gd name="T4" fmla="*/ 738 w 125"/>
                <a:gd name="T5" fmla="*/ 229 h 49"/>
                <a:gd name="T6" fmla="*/ 908 w 125"/>
                <a:gd name="T7" fmla="*/ 0 h 49"/>
                <a:gd name="T8" fmla="*/ 0 w 125"/>
                <a:gd name="T9" fmla="*/ 140 h 49"/>
                <a:gd name="T10" fmla="*/ 23 w 125"/>
                <a:gd name="T11" fmla="*/ 16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49">
                  <a:moveTo>
                    <a:pt x="3" y="19"/>
                  </a:moveTo>
                  <a:cubicBezTo>
                    <a:pt x="13" y="30"/>
                    <a:pt x="25" y="38"/>
                    <a:pt x="42" y="40"/>
                  </a:cubicBezTo>
                  <a:cubicBezTo>
                    <a:pt x="63" y="43"/>
                    <a:pt x="81" y="40"/>
                    <a:pt x="102" y="26"/>
                  </a:cubicBezTo>
                  <a:cubicBezTo>
                    <a:pt x="110" y="21"/>
                    <a:pt x="117" y="11"/>
                    <a:pt x="125" y="0"/>
                  </a:cubicBezTo>
                  <a:cubicBezTo>
                    <a:pt x="71" y="49"/>
                    <a:pt x="19" y="30"/>
                    <a:pt x="0" y="16"/>
                  </a:cubicBezTo>
                  <a:cubicBezTo>
                    <a:pt x="1" y="17"/>
                    <a:pt x="2" y="18"/>
                    <a:pt x="3" y="19"/>
                  </a:cubicBezTo>
                  <a:close/>
                </a:path>
              </a:pathLst>
            </a:custGeom>
            <a:solidFill>
              <a:srgbClr val="FFF2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52" name="Freeform 14">
              <a:extLst>
                <a:ext uri="{FF2B5EF4-FFF2-40B4-BE49-F238E27FC236}">
                  <a16:creationId xmlns:a16="http://schemas.microsoft.com/office/drawing/2014/main" id="{59ECFF4A-E106-4B3A-8160-85E8C2E46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933"/>
              <a:ext cx="404" cy="90"/>
            </a:xfrm>
            <a:custGeom>
              <a:avLst/>
              <a:gdLst>
                <a:gd name="T0" fmla="*/ 0 w 209"/>
                <a:gd name="T1" fmla="*/ 221 h 44"/>
                <a:gd name="T2" fmla="*/ 108 w 209"/>
                <a:gd name="T3" fmla="*/ 16 h 44"/>
                <a:gd name="T4" fmla="*/ 1510 w 209"/>
                <a:gd name="T5" fmla="*/ 0 h 44"/>
                <a:gd name="T6" fmla="*/ 412 w 209"/>
                <a:gd name="T7" fmla="*/ 213 h 44"/>
                <a:gd name="T8" fmla="*/ 0 w 209"/>
                <a:gd name="T9" fmla="*/ 22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44">
                  <a:moveTo>
                    <a:pt x="0" y="26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35" y="16"/>
                    <a:pt x="120" y="44"/>
                    <a:pt x="209" y="0"/>
                  </a:cubicBezTo>
                  <a:cubicBezTo>
                    <a:pt x="179" y="21"/>
                    <a:pt x="118" y="42"/>
                    <a:pt x="57" y="25"/>
                  </a:cubicBezTo>
                  <a:cubicBezTo>
                    <a:pt x="8" y="12"/>
                    <a:pt x="3" y="22"/>
                    <a:pt x="0" y="26"/>
                  </a:cubicBezTo>
                  <a:close/>
                </a:path>
              </a:pathLst>
            </a:custGeom>
            <a:solidFill>
              <a:srgbClr val="E39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53" name="Freeform 15">
              <a:extLst>
                <a:ext uri="{FF2B5EF4-FFF2-40B4-BE49-F238E27FC236}">
                  <a16:creationId xmlns:a16="http://schemas.microsoft.com/office/drawing/2014/main" id="{15942564-7CF6-4C4F-8773-D93171451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023"/>
              <a:ext cx="147" cy="530"/>
            </a:xfrm>
            <a:custGeom>
              <a:avLst/>
              <a:gdLst>
                <a:gd name="T0" fmla="*/ 296 w 76"/>
                <a:gd name="T1" fmla="*/ 2254 h 257"/>
                <a:gd name="T2" fmla="*/ 0 w 76"/>
                <a:gd name="T3" fmla="*/ 165 h 257"/>
                <a:gd name="T4" fmla="*/ 93 w 76"/>
                <a:gd name="T5" fmla="*/ 0 h 257"/>
                <a:gd name="T6" fmla="*/ 124 w 76"/>
                <a:gd name="T7" fmla="*/ 237 h 257"/>
                <a:gd name="T8" fmla="*/ 296 w 76"/>
                <a:gd name="T9" fmla="*/ 2254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57">
                  <a:moveTo>
                    <a:pt x="41" y="257"/>
                  </a:moveTo>
                  <a:cubicBezTo>
                    <a:pt x="70" y="123"/>
                    <a:pt x="18" y="46"/>
                    <a:pt x="0" y="19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9"/>
                    <a:pt x="12" y="15"/>
                    <a:pt x="17" y="27"/>
                  </a:cubicBezTo>
                  <a:cubicBezTo>
                    <a:pt x="21" y="39"/>
                    <a:pt x="76" y="103"/>
                    <a:pt x="41" y="257"/>
                  </a:cubicBezTo>
                  <a:close/>
                </a:path>
              </a:pathLst>
            </a:custGeom>
            <a:solidFill>
              <a:srgbClr val="E39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54" name="Freeform 16">
              <a:extLst>
                <a:ext uri="{FF2B5EF4-FFF2-40B4-BE49-F238E27FC236}">
                  <a16:creationId xmlns:a16="http://schemas.microsoft.com/office/drawing/2014/main" id="{B74B3838-0F28-4C1A-8DDC-D6E809AAD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629"/>
              <a:ext cx="302" cy="297"/>
            </a:xfrm>
            <a:custGeom>
              <a:avLst/>
              <a:gdLst>
                <a:gd name="T0" fmla="*/ 0 w 156"/>
                <a:gd name="T1" fmla="*/ 1264 h 144"/>
                <a:gd name="T2" fmla="*/ 660 w 156"/>
                <a:gd name="T3" fmla="*/ 72 h 144"/>
                <a:gd name="T4" fmla="*/ 728 w 156"/>
                <a:gd name="T5" fmla="*/ 80 h 144"/>
                <a:gd name="T6" fmla="*/ 885 w 156"/>
                <a:gd name="T7" fmla="*/ 248 h 144"/>
                <a:gd name="T8" fmla="*/ 1133 w 156"/>
                <a:gd name="T9" fmla="*/ 456 h 144"/>
                <a:gd name="T10" fmla="*/ 885 w 156"/>
                <a:gd name="T11" fmla="*/ 307 h 144"/>
                <a:gd name="T12" fmla="*/ 681 w 156"/>
                <a:gd name="T13" fmla="*/ 212 h 144"/>
                <a:gd name="T14" fmla="*/ 0 w 156"/>
                <a:gd name="T15" fmla="*/ 1264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44">
                  <a:moveTo>
                    <a:pt x="0" y="144"/>
                  </a:move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8" y="0"/>
                    <a:pt x="100" y="9"/>
                  </a:cubicBezTo>
                  <a:cubicBezTo>
                    <a:pt x="104" y="15"/>
                    <a:pt x="109" y="22"/>
                    <a:pt x="122" y="28"/>
                  </a:cubicBezTo>
                  <a:cubicBezTo>
                    <a:pt x="140" y="36"/>
                    <a:pt x="152" y="47"/>
                    <a:pt x="156" y="52"/>
                  </a:cubicBezTo>
                  <a:cubicBezTo>
                    <a:pt x="144" y="44"/>
                    <a:pt x="132" y="38"/>
                    <a:pt x="122" y="35"/>
                  </a:cubicBezTo>
                  <a:cubicBezTo>
                    <a:pt x="113" y="31"/>
                    <a:pt x="101" y="20"/>
                    <a:pt x="94" y="24"/>
                  </a:cubicBezTo>
                  <a:cubicBezTo>
                    <a:pt x="88" y="28"/>
                    <a:pt x="0" y="144"/>
                    <a:pt x="0" y="144"/>
                  </a:cubicBezTo>
                  <a:close/>
                </a:path>
              </a:pathLst>
            </a:custGeom>
            <a:solidFill>
              <a:srgbClr val="FFE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55" name="Freeform 17">
              <a:extLst>
                <a:ext uri="{FF2B5EF4-FFF2-40B4-BE49-F238E27FC236}">
                  <a16:creationId xmlns:a16="http://schemas.microsoft.com/office/drawing/2014/main" id="{357BC38C-3D52-48E1-9A2C-334810D2B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749"/>
              <a:ext cx="2297" cy="841"/>
            </a:xfrm>
            <a:custGeom>
              <a:avLst/>
              <a:gdLst>
                <a:gd name="T0" fmla="*/ 8109 w 1188"/>
                <a:gd name="T1" fmla="*/ 1338 h 408"/>
                <a:gd name="T2" fmla="*/ 8177 w 1188"/>
                <a:gd name="T3" fmla="*/ 1220 h 408"/>
                <a:gd name="T4" fmla="*/ 8177 w 1188"/>
                <a:gd name="T5" fmla="*/ 1220 h 408"/>
                <a:gd name="T6" fmla="*/ 8109 w 1188"/>
                <a:gd name="T7" fmla="*/ 1338 h 408"/>
                <a:gd name="T8" fmla="*/ 2991 w 1188"/>
                <a:gd name="T9" fmla="*/ 620 h 408"/>
                <a:gd name="T10" fmla="*/ 240 w 1188"/>
                <a:gd name="T11" fmla="*/ 0 h 408"/>
                <a:gd name="T12" fmla="*/ 0 w 1188"/>
                <a:gd name="T13" fmla="*/ 1245 h 408"/>
                <a:gd name="T14" fmla="*/ 644 w 1188"/>
                <a:gd name="T15" fmla="*/ 429 h 408"/>
                <a:gd name="T16" fmla="*/ 2972 w 1188"/>
                <a:gd name="T17" fmla="*/ 789 h 408"/>
                <a:gd name="T18" fmla="*/ 6295 w 1188"/>
                <a:gd name="T19" fmla="*/ 1148 h 408"/>
                <a:gd name="T20" fmla="*/ 8393 w 1188"/>
                <a:gd name="T21" fmla="*/ 3574 h 408"/>
                <a:gd name="T22" fmla="*/ 8109 w 1188"/>
                <a:gd name="T23" fmla="*/ 1338 h 4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8" h="408">
                  <a:moveTo>
                    <a:pt x="1122" y="153"/>
                  </a:moveTo>
                  <a:cubicBezTo>
                    <a:pt x="1131" y="139"/>
                    <a:pt x="1131" y="139"/>
                    <a:pt x="1131" y="139"/>
                  </a:cubicBezTo>
                  <a:cubicBezTo>
                    <a:pt x="1131" y="139"/>
                    <a:pt x="1131" y="139"/>
                    <a:pt x="1131" y="139"/>
                  </a:cubicBezTo>
                  <a:cubicBezTo>
                    <a:pt x="1122" y="153"/>
                    <a:pt x="1122" y="153"/>
                    <a:pt x="1122" y="153"/>
                  </a:cubicBezTo>
                  <a:cubicBezTo>
                    <a:pt x="986" y="85"/>
                    <a:pt x="633" y="80"/>
                    <a:pt x="414" y="71"/>
                  </a:cubicBezTo>
                  <a:cubicBezTo>
                    <a:pt x="251" y="64"/>
                    <a:pt x="117" y="30"/>
                    <a:pt x="33" y="0"/>
                  </a:cubicBezTo>
                  <a:cubicBezTo>
                    <a:pt x="58" y="48"/>
                    <a:pt x="43" y="109"/>
                    <a:pt x="0" y="142"/>
                  </a:cubicBezTo>
                  <a:cubicBezTo>
                    <a:pt x="29" y="124"/>
                    <a:pt x="53" y="68"/>
                    <a:pt x="89" y="49"/>
                  </a:cubicBezTo>
                  <a:cubicBezTo>
                    <a:pt x="127" y="29"/>
                    <a:pt x="243" y="82"/>
                    <a:pt x="411" y="90"/>
                  </a:cubicBezTo>
                  <a:cubicBezTo>
                    <a:pt x="579" y="98"/>
                    <a:pt x="707" y="113"/>
                    <a:pt x="871" y="131"/>
                  </a:cubicBezTo>
                  <a:cubicBezTo>
                    <a:pt x="1034" y="148"/>
                    <a:pt x="1187" y="189"/>
                    <a:pt x="1161" y="408"/>
                  </a:cubicBezTo>
                  <a:cubicBezTo>
                    <a:pt x="1188" y="308"/>
                    <a:pt x="1165" y="203"/>
                    <a:pt x="1122" y="153"/>
                  </a:cubicBezTo>
                  <a:close/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56" name="Freeform 18">
              <a:extLst>
                <a:ext uri="{FF2B5EF4-FFF2-40B4-BE49-F238E27FC236}">
                  <a16:creationId xmlns:a16="http://schemas.microsoft.com/office/drawing/2014/main" id="{65423D48-3843-41FF-B36F-041253122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314"/>
              <a:ext cx="472" cy="718"/>
            </a:xfrm>
            <a:custGeom>
              <a:avLst/>
              <a:gdLst>
                <a:gd name="T0" fmla="*/ 1681 w 244"/>
                <a:gd name="T1" fmla="*/ 8 h 348"/>
                <a:gd name="T2" fmla="*/ 1093 w 244"/>
                <a:gd name="T3" fmla="*/ 2303 h 348"/>
                <a:gd name="T4" fmla="*/ 0 w 244"/>
                <a:gd name="T5" fmla="*/ 3056 h 348"/>
                <a:gd name="T6" fmla="*/ 0 w 244"/>
                <a:gd name="T7" fmla="*/ 3056 h 348"/>
                <a:gd name="T8" fmla="*/ 1145 w 244"/>
                <a:gd name="T9" fmla="*/ 2346 h 348"/>
                <a:gd name="T10" fmla="*/ 1681 w 244"/>
                <a:gd name="T11" fmla="*/ 0 h 348"/>
                <a:gd name="T12" fmla="*/ 1681 w 244"/>
                <a:gd name="T13" fmla="*/ 8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348">
                  <a:moveTo>
                    <a:pt x="232" y="1"/>
                  </a:moveTo>
                  <a:cubicBezTo>
                    <a:pt x="240" y="97"/>
                    <a:pt x="209" y="192"/>
                    <a:pt x="151" y="262"/>
                  </a:cubicBezTo>
                  <a:cubicBezTo>
                    <a:pt x="105" y="318"/>
                    <a:pt x="44" y="343"/>
                    <a:pt x="0" y="348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45" y="343"/>
                    <a:pt x="109" y="325"/>
                    <a:pt x="158" y="267"/>
                  </a:cubicBezTo>
                  <a:cubicBezTo>
                    <a:pt x="217" y="195"/>
                    <a:pt x="244" y="98"/>
                    <a:pt x="232" y="0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57" name="Freeform 19">
              <a:extLst>
                <a:ext uri="{FF2B5EF4-FFF2-40B4-BE49-F238E27FC236}">
                  <a16:creationId xmlns:a16="http://schemas.microsoft.com/office/drawing/2014/main" id="{87FCCD47-0C0E-4BF8-9EBD-8AF9C4FCB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275"/>
              <a:ext cx="1527" cy="649"/>
            </a:xfrm>
            <a:custGeom>
              <a:avLst/>
              <a:gdLst>
                <a:gd name="T0" fmla="*/ 4946 w 790"/>
                <a:gd name="T1" fmla="*/ 2755 h 315"/>
                <a:gd name="T2" fmla="*/ 5706 w 790"/>
                <a:gd name="T3" fmla="*/ 1370 h 315"/>
                <a:gd name="T4" fmla="*/ 5706 w 790"/>
                <a:gd name="T5" fmla="*/ 1362 h 315"/>
                <a:gd name="T6" fmla="*/ 5006 w 790"/>
                <a:gd name="T7" fmla="*/ 1172 h 315"/>
                <a:gd name="T8" fmla="*/ 4274 w 790"/>
                <a:gd name="T9" fmla="*/ 1082 h 315"/>
                <a:gd name="T10" fmla="*/ 3609 w 790"/>
                <a:gd name="T11" fmla="*/ 760 h 315"/>
                <a:gd name="T12" fmla="*/ 3064 w 790"/>
                <a:gd name="T13" fmla="*/ 733 h 315"/>
                <a:gd name="T14" fmla="*/ 2631 w 790"/>
                <a:gd name="T15" fmla="*/ 505 h 315"/>
                <a:gd name="T16" fmla="*/ 1633 w 790"/>
                <a:gd name="T17" fmla="*/ 245 h 315"/>
                <a:gd name="T18" fmla="*/ 389 w 790"/>
                <a:gd name="T19" fmla="*/ 16 h 315"/>
                <a:gd name="T20" fmla="*/ 0 w 790"/>
                <a:gd name="T21" fmla="*/ 33 h 315"/>
                <a:gd name="T22" fmla="*/ 2540 w 790"/>
                <a:gd name="T23" fmla="*/ 956 h 315"/>
                <a:gd name="T24" fmla="*/ 4946 w 790"/>
                <a:gd name="T25" fmla="*/ 2755 h 3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0" h="315">
                  <a:moveTo>
                    <a:pt x="685" y="315"/>
                  </a:moveTo>
                  <a:cubicBezTo>
                    <a:pt x="790" y="157"/>
                    <a:pt x="790" y="157"/>
                    <a:pt x="790" y="157"/>
                  </a:cubicBezTo>
                  <a:cubicBezTo>
                    <a:pt x="790" y="157"/>
                    <a:pt x="790" y="156"/>
                    <a:pt x="790" y="156"/>
                  </a:cubicBezTo>
                  <a:cubicBezTo>
                    <a:pt x="783" y="150"/>
                    <a:pt x="730" y="129"/>
                    <a:pt x="693" y="134"/>
                  </a:cubicBezTo>
                  <a:cubicBezTo>
                    <a:pt x="659" y="139"/>
                    <a:pt x="626" y="137"/>
                    <a:pt x="592" y="124"/>
                  </a:cubicBezTo>
                  <a:cubicBezTo>
                    <a:pt x="558" y="110"/>
                    <a:pt x="539" y="95"/>
                    <a:pt x="500" y="87"/>
                  </a:cubicBezTo>
                  <a:cubicBezTo>
                    <a:pt x="475" y="81"/>
                    <a:pt x="449" y="87"/>
                    <a:pt x="424" y="84"/>
                  </a:cubicBezTo>
                  <a:cubicBezTo>
                    <a:pt x="398" y="81"/>
                    <a:pt x="386" y="69"/>
                    <a:pt x="364" y="58"/>
                  </a:cubicBezTo>
                  <a:cubicBezTo>
                    <a:pt x="321" y="34"/>
                    <a:pt x="273" y="37"/>
                    <a:pt x="226" y="28"/>
                  </a:cubicBezTo>
                  <a:cubicBezTo>
                    <a:pt x="171" y="17"/>
                    <a:pt x="112" y="0"/>
                    <a:pt x="54" y="2"/>
                  </a:cubicBezTo>
                  <a:cubicBezTo>
                    <a:pt x="39" y="3"/>
                    <a:pt x="19" y="4"/>
                    <a:pt x="0" y="4"/>
                  </a:cubicBezTo>
                  <a:cubicBezTo>
                    <a:pt x="124" y="38"/>
                    <a:pt x="258" y="70"/>
                    <a:pt x="352" y="109"/>
                  </a:cubicBezTo>
                  <a:cubicBezTo>
                    <a:pt x="547" y="190"/>
                    <a:pt x="643" y="279"/>
                    <a:pt x="685" y="31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58" name="Freeform 20">
              <a:extLst>
                <a:ext uri="{FF2B5EF4-FFF2-40B4-BE49-F238E27FC236}">
                  <a16:creationId xmlns:a16="http://schemas.microsoft.com/office/drawing/2014/main" id="{FDAF2FC5-863F-4C8A-8FF0-48996889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599"/>
              <a:ext cx="599" cy="414"/>
            </a:xfrm>
            <a:custGeom>
              <a:avLst/>
              <a:gdLst>
                <a:gd name="T0" fmla="*/ 1847 w 310"/>
                <a:gd name="T1" fmla="*/ 964 h 201"/>
                <a:gd name="T2" fmla="*/ 2236 w 310"/>
                <a:gd name="T3" fmla="*/ 97 h 201"/>
                <a:gd name="T4" fmla="*/ 1942 w 310"/>
                <a:gd name="T5" fmla="*/ 612 h 201"/>
                <a:gd name="T6" fmla="*/ 1509 w 310"/>
                <a:gd name="T7" fmla="*/ 733 h 201"/>
                <a:gd name="T8" fmla="*/ 1225 w 310"/>
                <a:gd name="T9" fmla="*/ 552 h 201"/>
                <a:gd name="T10" fmla="*/ 757 w 310"/>
                <a:gd name="T11" fmla="*/ 0 h 201"/>
                <a:gd name="T12" fmla="*/ 0 w 310"/>
                <a:gd name="T13" fmla="*/ 1378 h 201"/>
                <a:gd name="T14" fmla="*/ 0 w 310"/>
                <a:gd name="T15" fmla="*/ 1378 h 201"/>
                <a:gd name="T16" fmla="*/ 0 w 310"/>
                <a:gd name="T17" fmla="*/ 1378 h 201"/>
                <a:gd name="T18" fmla="*/ 1847 w 310"/>
                <a:gd name="T19" fmla="*/ 964 h 2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0" h="201">
                  <a:moveTo>
                    <a:pt x="256" y="110"/>
                  </a:moveTo>
                  <a:cubicBezTo>
                    <a:pt x="281" y="80"/>
                    <a:pt x="299" y="46"/>
                    <a:pt x="310" y="11"/>
                  </a:cubicBezTo>
                  <a:cubicBezTo>
                    <a:pt x="299" y="34"/>
                    <a:pt x="284" y="60"/>
                    <a:pt x="269" y="70"/>
                  </a:cubicBezTo>
                  <a:cubicBezTo>
                    <a:pt x="248" y="84"/>
                    <a:pt x="230" y="87"/>
                    <a:pt x="209" y="84"/>
                  </a:cubicBezTo>
                  <a:cubicBezTo>
                    <a:pt x="192" y="82"/>
                    <a:pt x="180" y="74"/>
                    <a:pt x="170" y="63"/>
                  </a:cubicBezTo>
                  <a:cubicBezTo>
                    <a:pt x="148" y="40"/>
                    <a:pt x="107" y="29"/>
                    <a:pt x="10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40" y="188"/>
                    <a:pt x="181" y="201"/>
                    <a:pt x="256" y="11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59" name="Freeform 21">
              <a:extLst>
                <a:ext uri="{FF2B5EF4-FFF2-40B4-BE49-F238E27FC236}">
                  <a16:creationId xmlns:a16="http://schemas.microsoft.com/office/drawing/2014/main" id="{B209DB63-62D2-4CF3-B57D-D2E118514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89"/>
              <a:ext cx="242" cy="101"/>
            </a:xfrm>
            <a:custGeom>
              <a:avLst/>
              <a:gdLst>
                <a:gd name="T0" fmla="*/ 23 w 125"/>
                <a:gd name="T1" fmla="*/ 165 h 49"/>
                <a:gd name="T2" fmla="*/ 304 w 125"/>
                <a:gd name="T3" fmla="*/ 348 h 49"/>
                <a:gd name="T4" fmla="*/ 738 w 125"/>
                <a:gd name="T5" fmla="*/ 229 h 49"/>
                <a:gd name="T6" fmla="*/ 908 w 125"/>
                <a:gd name="T7" fmla="*/ 0 h 49"/>
                <a:gd name="T8" fmla="*/ 0 w 125"/>
                <a:gd name="T9" fmla="*/ 140 h 49"/>
                <a:gd name="T10" fmla="*/ 23 w 125"/>
                <a:gd name="T11" fmla="*/ 16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49">
                  <a:moveTo>
                    <a:pt x="3" y="19"/>
                  </a:moveTo>
                  <a:cubicBezTo>
                    <a:pt x="13" y="30"/>
                    <a:pt x="25" y="38"/>
                    <a:pt x="42" y="40"/>
                  </a:cubicBezTo>
                  <a:cubicBezTo>
                    <a:pt x="63" y="43"/>
                    <a:pt x="81" y="40"/>
                    <a:pt x="102" y="26"/>
                  </a:cubicBezTo>
                  <a:cubicBezTo>
                    <a:pt x="110" y="21"/>
                    <a:pt x="117" y="11"/>
                    <a:pt x="125" y="0"/>
                  </a:cubicBezTo>
                  <a:cubicBezTo>
                    <a:pt x="71" y="49"/>
                    <a:pt x="19" y="30"/>
                    <a:pt x="0" y="16"/>
                  </a:cubicBezTo>
                  <a:cubicBezTo>
                    <a:pt x="1" y="17"/>
                    <a:pt x="2" y="18"/>
                    <a:pt x="3" y="19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60" name="Freeform 22">
              <a:extLst>
                <a:ext uri="{FF2B5EF4-FFF2-40B4-BE49-F238E27FC236}">
                  <a16:creationId xmlns:a16="http://schemas.microsoft.com/office/drawing/2014/main" id="{E1F2C2B5-9C9B-4C52-8B1F-479D1E378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89"/>
              <a:ext cx="242" cy="101"/>
            </a:xfrm>
            <a:custGeom>
              <a:avLst/>
              <a:gdLst>
                <a:gd name="T0" fmla="*/ 23 w 125"/>
                <a:gd name="T1" fmla="*/ 165 h 49"/>
                <a:gd name="T2" fmla="*/ 304 w 125"/>
                <a:gd name="T3" fmla="*/ 348 h 49"/>
                <a:gd name="T4" fmla="*/ 738 w 125"/>
                <a:gd name="T5" fmla="*/ 229 h 49"/>
                <a:gd name="T6" fmla="*/ 908 w 125"/>
                <a:gd name="T7" fmla="*/ 0 h 49"/>
                <a:gd name="T8" fmla="*/ 0 w 125"/>
                <a:gd name="T9" fmla="*/ 140 h 49"/>
                <a:gd name="T10" fmla="*/ 23 w 125"/>
                <a:gd name="T11" fmla="*/ 16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49">
                  <a:moveTo>
                    <a:pt x="3" y="19"/>
                  </a:moveTo>
                  <a:cubicBezTo>
                    <a:pt x="13" y="30"/>
                    <a:pt x="25" y="38"/>
                    <a:pt x="42" y="40"/>
                  </a:cubicBezTo>
                  <a:cubicBezTo>
                    <a:pt x="63" y="43"/>
                    <a:pt x="81" y="40"/>
                    <a:pt x="102" y="26"/>
                  </a:cubicBezTo>
                  <a:cubicBezTo>
                    <a:pt x="110" y="21"/>
                    <a:pt x="117" y="11"/>
                    <a:pt x="125" y="0"/>
                  </a:cubicBezTo>
                  <a:cubicBezTo>
                    <a:pt x="71" y="49"/>
                    <a:pt x="19" y="30"/>
                    <a:pt x="0" y="16"/>
                  </a:cubicBezTo>
                  <a:cubicBezTo>
                    <a:pt x="1" y="17"/>
                    <a:pt x="2" y="18"/>
                    <a:pt x="3" y="19"/>
                  </a:cubicBezTo>
                  <a:close/>
                </a:path>
              </a:pathLst>
            </a:custGeom>
            <a:solidFill>
              <a:srgbClr val="FFEA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61" name="Freeform 23">
              <a:extLst>
                <a:ext uri="{FF2B5EF4-FFF2-40B4-BE49-F238E27FC236}">
                  <a16:creationId xmlns:a16="http://schemas.microsoft.com/office/drawing/2014/main" id="{FA1B3734-E56F-426B-AB8A-ECB4356A9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399"/>
              <a:ext cx="765" cy="175"/>
            </a:xfrm>
            <a:custGeom>
              <a:avLst/>
              <a:gdLst>
                <a:gd name="T0" fmla="*/ 2855 w 396"/>
                <a:gd name="T1" fmla="*/ 741 h 85"/>
                <a:gd name="T2" fmla="*/ 2042 w 396"/>
                <a:gd name="T3" fmla="*/ 533 h 85"/>
                <a:gd name="T4" fmla="*/ 1097 w 396"/>
                <a:gd name="T5" fmla="*/ 229 h 85"/>
                <a:gd name="T6" fmla="*/ 469 w 396"/>
                <a:gd name="T7" fmla="*/ 156 h 85"/>
                <a:gd name="T8" fmla="*/ 0 w 396"/>
                <a:gd name="T9" fmla="*/ 0 h 85"/>
                <a:gd name="T10" fmla="*/ 396 w 396"/>
                <a:gd name="T11" fmla="*/ 208 h 85"/>
                <a:gd name="T12" fmla="*/ 945 w 396"/>
                <a:gd name="T13" fmla="*/ 237 h 85"/>
                <a:gd name="T14" fmla="*/ 1609 w 396"/>
                <a:gd name="T15" fmla="*/ 560 h 85"/>
                <a:gd name="T16" fmla="*/ 2336 w 396"/>
                <a:gd name="T17" fmla="*/ 644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6" h="85">
                  <a:moveTo>
                    <a:pt x="396" y="85"/>
                  </a:moveTo>
                  <a:cubicBezTo>
                    <a:pt x="364" y="69"/>
                    <a:pt x="323" y="60"/>
                    <a:pt x="283" y="61"/>
                  </a:cubicBezTo>
                  <a:cubicBezTo>
                    <a:pt x="240" y="62"/>
                    <a:pt x="187" y="37"/>
                    <a:pt x="152" y="26"/>
                  </a:cubicBezTo>
                  <a:cubicBezTo>
                    <a:pt x="117" y="16"/>
                    <a:pt x="95" y="18"/>
                    <a:pt x="65" y="18"/>
                  </a:cubicBezTo>
                  <a:cubicBezTo>
                    <a:pt x="38" y="18"/>
                    <a:pt x="17" y="9"/>
                    <a:pt x="0" y="0"/>
                  </a:cubicBezTo>
                  <a:cubicBezTo>
                    <a:pt x="19" y="11"/>
                    <a:pt x="31" y="21"/>
                    <a:pt x="55" y="24"/>
                  </a:cubicBezTo>
                  <a:cubicBezTo>
                    <a:pt x="80" y="27"/>
                    <a:pt x="106" y="21"/>
                    <a:pt x="131" y="27"/>
                  </a:cubicBezTo>
                  <a:cubicBezTo>
                    <a:pt x="170" y="35"/>
                    <a:pt x="189" y="50"/>
                    <a:pt x="223" y="64"/>
                  </a:cubicBezTo>
                  <a:cubicBezTo>
                    <a:pt x="257" y="77"/>
                    <a:pt x="290" y="79"/>
                    <a:pt x="324" y="7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62" name="Freeform 24">
              <a:extLst>
                <a:ext uri="{FF2B5EF4-FFF2-40B4-BE49-F238E27FC236}">
                  <a16:creationId xmlns:a16="http://schemas.microsoft.com/office/drawing/2014/main" id="{0A447CAD-104D-48C0-8FCD-EC5CC3B8D6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" y="722"/>
              <a:ext cx="2461" cy="1266"/>
            </a:xfrm>
            <a:custGeom>
              <a:avLst/>
              <a:gdLst>
                <a:gd name="T0" fmla="*/ 9038 w 1273"/>
                <a:gd name="T1" fmla="*/ 1454 h 614"/>
                <a:gd name="T2" fmla="*/ 9198 w 1273"/>
                <a:gd name="T3" fmla="*/ 1165 h 614"/>
                <a:gd name="T4" fmla="*/ 4118 w 1273"/>
                <a:gd name="T5" fmla="*/ 544 h 614"/>
                <a:gd name="T6" fmla="*/ 1270 w 1273"/>
                <a:gd name="T7" fmla="*/ 0 h 614"/>
                <a:gd name="T8" fmla="*/ 1170 w 1273"/>
                <a:gd name="T9" fmla="*/ 107 h 614"/>
                <a:gd name="T10" fmla="*/ 3924 w 1273"/>
                <a:gd name="T11" fmla="*/ 736 h 614"/>
                <a:gd name="T12" fmla="*/ 9038 w 1273"/>
                <a:gd name="T13" fmla="*/ 1454 h 614"/>
                <a:gd name="T14" fmla="*/ 0 w 1273"/>
                <a:gd name="T15" fmla="*/ 1561 h 614"/>
                <a:gd name="T16" fmla="*/ 4450 w 1273"/>
                <a:gd name="T17" fmla="*/ 3532 h 614"/>
                <a:gd name="T18" fmla="*/ 6892 w 1273"/>
                <a:gd name="T19" fmla="*/ 5382 h 614"/>
                <a:gd name="T20" fmla="*/ 6892 w 1273"/>
                <a:gd name="T21" fmla="*/ 5382 h 614"/>
                <a:gd name="T22" fmla="*/ 7045 w 1273"/>
                <a:gd name="T23" fmla="*/ 5109 h 614"/>
                <a:gd name="T24" fmla="*/ 4638 w 1273"/>
                <a:gd name="T25" fmla="*/ 3303 h 614"/>
                <a:gd name="T26" fmla="*/ 72 w 1273"/>
                <a:gd name="T27" fmla="*/ 1462 h 614"/>
                <a:gd name="T28" fmla="*/ 72 w 1273"/>
                <a:gd name="T29" fmla="*/ 1462 h 614"/>
                <a:gd name="T30" fmla="*/ 0 w 1273"/>
                <a:gd name="T31" fmla="*/ 1561 h 6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3" h="614">
                  <a:moveTo>
                    <a:pt x="1251" y="166"/>
                  </a:moveTo>
                  <a:cubicBezTo>
                    <a:pt x="1273" y="133"/>
                    <a:pt x="1273" y="133"/>
                    <a:pt x="1273" y="133"/>
                  </a:cubicBezTo>
                  <a:cubicBezTo>
                    <a:pt x="1137" y="65"/>
                    <a:pt x="789" y="72"/>
                    <a:pt x="570" y="62"/>
                  </a:cubicBezTo>
                  <a:cubicBezTo>
                    <a:pt x="407" y="55"/>
                    <a:pt x="260" y="30"/>
                    <a:pt x="176" y="0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246" y="43"/>
                    <a:pt x="380" y="77"/>
                    <a:pt x="543" y="84"/>
                  </a:cubicBezTo>
                  <a:cubicBezTo>
                    <a:pt x="762" y="93"/>
                    <a:pt x="1115" y="98"/>
                    <a:pt x="1251" y="166"/>
                  </a:cubicBezTo>
                  <a:close/>
                  <a:moveTo>
                    <a:pt x="0" y="178"/>
                  </a:moveTo>
                  <a:cubicBezTo>
                    <a:pt x="124" y="265"/>
                    <a:pt x="435" y="328"/>
                    <a:pt x="616" y="403"/>
                  </a:cubicBezTo>
                  <a:cubicBezTo>
                    <a:pt x="817" y="486"/>
                    <a:pt x="914" y="580"/>
                    <a:pt x="954" y="614"/>
                  </a:cubicBezTo>
                  <a:cubicBezTo>
                    <a:pt x="954" y="614"/>
                    <a:pt x="954" y="614"/>
                    <a:pt x="954" y="614"/>
                  </a:cubicBezTo>
                  <a:cubicBezTo>
                    <a:pt x="975" y="583"/>
                    <a:pt x="975" y="583"/>
                    <a:pt x="975" y="583"/>
                  </a:cubicBezTo>
                  <a:cubicBezTo>
                    <a:pt x="933" y="547"/>
                    <a:pt x="837" y="458"/>
                    <a:pt x="642" y="377"/>
                  </a:cubicBezTo>
                  <a:cubicBezTo>
                    <a:pt x="461" y="302"/>
                    <a:pt x="134" y="254"/>
                    <a:pt x="10" y="167"/>
                  </a:cubicBezTo>
                  <a:cubicBezTo>
                    <a:pt x="10" y="167"/>
                    <a:pt x="10" y="167"/>
                    <a:pt x="10" y="167"/>
                  </a:cubicBezTo>
                  <a:lnTo>
                    <a:pt x="0" y="178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63" name="Freeform 25">
              <a:extLst>
                <a:ext uri="{FF2B5EF4-FFF2-40B4-BE49-F238E27FC236}">
                  <a16:creationId xmlns:a16="http://schemas.microsoft.com/office/drawing/2014/main" id="{D4355C26-2EFD-4C2E-BB56-77963B4F2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996"/>
              <a:ext cx="816" cy="1106"/>
            </a:xfrm>
            <a:custGeom>
              <a:avLst/>
              <a:gdLst>
                <a:gd name="T0" fmla="*/ 2307 w 422"/>
                <a:gd name="T1" fmla="*/ 0 h 536"/>
                <a:gd name="T2" fmla="*/ 2299 w 422"/>
                <a:gd name="T3" fmla="*/ 8 h 536"/>
                <a:gd name="T4" fmla="*/ 2146 w 422"/>
                <a:gd name="T5" fmla="*/ 289 h 536"/>
                <a:gd name="T6" fmla="*/ 2003 w 422"/>
                <a:gd name="T7" fmla="*/ 3531 h 536"/>
                <a:gd name="T8" fmla="*/ 153 w 422"/>
                <a:gd name="T9" fmla="*/ 3956 h 536"/>
                <a:gd name="T10" fmla="*/ 0 w 422"/>
                <a:gd name="T11" fmla="*/ 4228 h 536"/>
                <a:gd name="T12" fmla="*/ 2214 w 422"/>
                <a:gd name="T13" fmla="*/ 3751 h 536"/>
                <a:gd name="T14" fmla="*/ 2307 w 422"/>
                <a:gd name="T15" fmla="*/ 0 h 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2" h="536">
                  <a:moveTo>
                    <a:pt x="319" y="0"/>
                  </a:moveTo>
                  <a:cubicBezTo>
                    <a:pt x="318" y="1"/>
                    <a:pt x="318" y="1"/>
                    <a:pt x="318" y="1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357" y="104"/>
                    <a:pt x="379" y="280"/>
                    <a:pt x="277" y="402"/>
                  </a:cubicBezTo>
                  <a:cubicBezTo>
                    <a:pt x="202" y="493"/>
                    <a:pt x="61" y="480"/>
                    <a:pt x="21" y="450"/>
                  </a:cubicBezTo>
                  <a:cubicBezTo>
                    <a:pt x="0" y="481"/>
                    <a:pt x="0" y="481"/>
                    <a:pt x="0" y="481"/>
                  </a:cubicBezTo>
                  <a:cubicBezTo>
                    <a:pt x="53" y="521"/>
                    <a:pt x="216" y="536"/>
                    <a:pt x="306" y="427"/>
                  </a:cubicBezTo>
                  <a:cubicBezTo>
                    <a:pt x="422" y="287"/>
                    <a:pt x="398" y="83"/>
                    <a:pt x="319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64" name="Freeform 26">
              <a:extLst>
                <a:ext uri="{FF2B5EF4-FFF2-40B4-BE49-F238E27FC236}">
                  <a16:creationId xmlns:a16="http://schemas.microsoft.com/office/drawing/2014/main" id="{21F37C79-325E-4D14-A051-0A1AAFFD7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" y="749"/>
              <a:ext cx="2558" cy="1264"/>
            </a:xfrm>
            <a:custGeom>
              <a:avLst/>
              <a:gdLst>
                <a:gd name="T0" fmla="*/ 4569 w 1323"/>
                <a:gd name="T1" fmla="*/ 3194 h 613"/>
                <a:gd name="T2" fmla="*/ 6976 w 1323"/>
                <a:gd name="T3" fmla="*/ 4996 h 613"/>
                <a:gd name="T4" fmla="*/ 6976 w 1323"/>
                <a:gd name="T5" fmla="*/ 4996 h 613"/>
                <a:gd name="T6" fmla="*/ 8826 w 1323"/>
                <a:gd name="T7" fmla="*/ 4576 h 613"/>
                <a:gd name="T8" fmla="*/ 8968 w 1323"/>
                <a:gd name="T9" fmla="*/ 1340 h 613"/>
                <a:gd name="T10" fmla="*/ 9035 w 1323"/>
                <a:gd name="T11" fmla="*/ 1221 h 613"/>
                <a:gd name="T12" fmla="*/ 9035 w 1323"/>
                <a:gd name="T13" fmla="*/ 1221 h 613"/>
                <a:gd name="T14" fmla="*/ 8968 w 1323"/>
                <a:gd name="T15" fmla="*/ 1340 h 613"/>
                <a:gd name="T16" fmla="*/ 3853 w 1323"/>
                <a:gd name="T17" fmla="*/ 621 h 613"/>
                <a:gd name="T18" fmla="*/ 1098 w 1323"/>
                <a:gd name="T19" fmla="*/ 0 h 613"/>
                <a:gd name="T20" fmla="*/ 0 w 1323"/>
                <a:gd name="T21" fmla="*/ 1353 h 613"/>
                <a:gd name="T22" fmla="*/ 0 w 1323"/>
                <a:gd name="T23" fmla="*/ 1353 h 613"/>
                <a:gd name="T24" fmla="*/ 4569 w 1323"/>
                <a:gd name="T25" fmla="*/ 3194 h 6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3" h="613">
                  <a:moveTo>
                    <a:pt x="632" y="364"/>
                  </a:moveTo>
                  <a:cubicBezTo>
                    <a:pt x="827" y="445"/>
                    <a:pt x="923" y="534"/>
                    <a:pt x="965" y="570"/>
                  </a:cubicBezTo>
                  <a:cubicBezTo>
                    <a:pt x="965" y="570"/>
                    <a:pt x="965" y="570"/>
                    <a:pt x="965" y="570"/>
                  </a:cubicBezTo>
                  <a:cubicBezTo>
                    <a:pt x="1005" y="600"/>
                    <a:pt x="1146" y="613"/>
                    <a:pt x="1221" y="522"/>
                  </a:cubicBezTo>
                  <a:cubicBezTo>
                    <a:pt x="1323" y="400"/>
                    <a:pt x="1301" y="224"/>
                    <a:pt x="1241" y="153"/>
                  </a:cubicBezTo>
                  <a:cubicBezTo>
                    <a:pt x="1250" y="139"/>
                    <a:pt x="1250" y="139"/>
                    <a:pt x="1250" y="139"/>
                  </a:cubicBezTo>
                  <a:cubicBezTo>
                    <a:pt x="1250" y="139"/>
                    <a:pt x="1250" y="139"/>
                    <a:pt x="1250" y="139"/>
                  </a:cubicBezTo>
                  <a:cubicBezTo>
                    <a:pt x="1241" y="153"/>
                    <a:pt x="1241" y="153"/>
                    <a:pt x="1241" y="153"/>
                  </a:cubicBezTo>
                  <a:cubicBezTo>
                    <a:pt x="1105" y="85"/>
                    <a:pt x="752" y="80"/>
                    <a:pt x="533" y="71"/>
                  </a:cubicBezTo>
                  <a:cubicBezTo>
                    <a:pt x="370" y="64"/>
                    <a:pt x="236" y="30"/>
                    <a:pt x="152" y="0"/>
                  </a:cubicBezTo>
                  <a:cubicBezTo>
                    <a:pt x="194" y="80"/>
                    <a:pt x="123" y="199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124" y="241"/>
                    <a:pt x="451" y="289"/>
                    <a:pt x="632" y="36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65" name="Line 27">
              <a:extLst>
                <a:ext uri="{FF2B5EF4-FFF2-40B4-BE49-F238E27FC236}">
                  <a16:creationId xmlns:a16="http://schemas.microsoft.com/office/drawing/2014/main" id="{0270D5BC-B397-4F97-8932-79622D91BB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77" y="1599"/>
              <a:ext cx="203" cy="325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66" name="Freeform 28">
              <a:extLst>
                <a:ext uri="{FF2B5EF4-FFF2-40B4-BE49-F238E27FC236}">
                  <a16:creationId xmlns:a16="http://schemas.microsoft.com/office/drawing/2014/main" id="{EDBC4FE3-C598-43BF-9940-BAC6BCC05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275"/>
              <a:ext cx="1923" cy="738"/>
            </a:xfrm>
            <a:custGeom>
              <a:avLst/>
              <a:gdLst>
                <a:gd name="T0" fmla="*/ 7029 w 995"/>
                <a:gd name="T1" fmla="*/ 1798 h 358"/>
                <a:gd name="T2" fmla="*/ 7052 w 995"/>
                <a:gd name="T3" fmla="*/ 1758 h 358"/>
                <a:gd name="T4" fmla="*/ 6152 w 995"/>
                <a:gd name="T5" fmla="*/ 1899 h 358"/>
                <a:gd name="T6" fmla="*/ 6152 w 995"/>
                <a:gd name="T7" fmla="*/ 1899 h 358"/>
                <a:gd name="T8" fmla="*/ 5703 w 995"/>
                <a:gd name="T9" fmla="*/ 1377 h 358"/>
                <a:gd name="T10" fmla="*/ 5703 w 995"/>
                <a:gd name="T11" fmla="*/ 1369 h 358"/>
                <a:gd name="T12" fmla="*/ 5520 w 995"/>
                <a:gd name="T13" fmla="*/ 1270 h 358"/>
                <a:gd name="T14" fmla="*/ 4706 w 995"/>
                <a:gd name="T15" fmla="*/ 1058 h 358"/>
                <a:gd name="T16" fmla="*/ 3761 w 995"/>
                <a:gd name="T17" fmla="*/ 752 h 358"/>
                <a:gd name="T18" fmla="*/ 3135 w 995"/>
                <a:gd name="T19" fmla="*/ 684 h 358"/>
                <a:gd name="T20" fmla="*/ 2663 w 995"/>
                <a:gd name="T21" fmla="*/ 528 h 358"/>
                <a:gd name="T22" fmla="*/ 2626 w 995"/>
                <a:gd name="T23" fmla="*/ 509 h 358"/>
                <a:gd name="T24" fmla="*/ 1633 w 995"/>
                <a:gd name="T25" fmla="*/ 247 h 358"/>
                <a:gd name="T26" fmla="*/ 388 w 995"/>
                <a:gd name="T27" fmla="*/ 16 h 358"/>
                <a:gd name="T28" fmla="*/ 0 w 995"/>
                <a:gd name="T29" fmla="*/ 33 h 358"/>
                <a:gd name="T30" fmla="*/ 2540 w 995"/>
                <a:gd name="T31" fmla="*/ 957 h 358"/>
                <a:gd name="T32" fmla="*/ 4946 w 995"/>
                <a:gd name="T33" fmla="*/ 2758 h 358"/>
                <a:gd name="T34" fmla="*/ 4946 w 995"/>
                <a:gd name="T35" fmla="*/ 2758 h 358"/>
                <a:gd name="T36" fmla="*/ 4946 w 995"/>
                <a:gd name="T37" fmla="*/ 2758 h 358"/>
                <a:gd name="T38" fmla="*/ 6795 w 995"/>
                <a:gd name="T39" fmla="*/ 2338 h 358"/>
                <a:gd name="T40" fmla="*/ 7184 w 995"/>
                <a:gd name="T41" fmla="*/ 1470 h 358"/>
                <a:gd name="T42" fmla="*/ 7029 w 995"/>
                <a:gd name="T43" fmla="*/ 1798 h 35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95" h="358">
                  <a:moveTo>
                    <a:pt x="974" y="205"/>
                  </a:moveTo>
                  <a:cubicBezTo>
                    <a:pt x="975" y="204"/>
                    <a:pt x="976" y="203"/>
                    <a:pt x="977" y="201"/>
                  </a:cubicBezTo>
                  <a:cubicBezTo>
                    <a:pt x="923" y="250"/>
                    <a:pt x="871" y="231"/>
                    <a:pt x="852" y="217"/>
                  </a:cubicBezTo>
                  <a:cubicBezTo>
                    <a:pt x="852" y="217"/>
                    <a:pt x="852" y="217"/>
                    <a:pt x="852" y="217"/>
                  </a:cubicBezTo>
                  <a:cubicBezTo>
                    <a:pt x="830" y="196"/>
                    <a:pt x="792" y="185"/>
                    <a:pt x="790" y="157"/>
                  </a:cubicBezTo>
                  <a:cubicBezTo>
                    <a:pt x="790" y="157"/>
                    <a:pt x="790" y="156"/>
                    <a:pt x="790" y="156"/>
                  </a:cubicBezTo>
                  <a:cubicBezTo>
                    <a:pt x="787" y="154"/>
                    <a:pt x="778" y="150"/>
                    <a:pt x="765" y="145"/>
                  </a:cubicBezTo>
                  <a:cubicBezTo>
                    <a:pt x="733" y="129"/>
                    <a:pt x="692" y="120"/>
                    <a:pt x="652" y="121"/>
                  </a:cubicBezTo>
                  <a:cubicBezTo>
                    <a:pt x="609" y="122"/>
                    <a:pt x="556" y="97"/>
                    <a:pt x="521" y="86"/>
                  </a:cubicBezTo>
                  <a:cubicBezTo>
                    <a:pt x="486" y="76"/>
                    <a:pt x="464" y="78"/>
                    <a:pt x="434" y="78"/>
                  </a:cubicBezTo>
                  <a:cubicBezTo>
                    <a:pt x="407" y="78"/>
                    <a:pt x="386" y="69"/>
                    <a:pt x="369" y="60"/>
                  </a:cubicBezTo>
                  <a:cubicBezTo>
                    <a:pt x="367" y="59"/>
                    <a:pt x="366" y="58"/>
                    <a:pt x="364" y="58"/>
                  </a:cubicBezTo>
                  <a:cubicBezTo>
                    <a:pt x="321" y="34"/>
                    <a:pt x="273" y="37"/>
                    <a:pt x="226" y="28"/>
                  </a:cubicBezTo>
                  <a:cubicBezTo>
                    <a:pt x="171" y="17"/>
                    <a:pt x="112" y="0"/>
                    <a:pt x="54" y="2"/>
                  </a:cubicBezTo>
                  <a:cubicBezTo>
                    <a:pt x="39" y="3"/>
                    <a:pt x="19" y="4"/>
                    <a:pt x="0" y="4"/>
                  </a:cubicBezTo>
                  <a:cubicBezTo>
                    <a:pt x="124" y="38"/>
                    <a:pt x="258" y="70"/>
                    <a:pt x="352" y="109"/>
                  </a:cubicBezTo>
                  <a:cubicBezTo>
                    <a:pt x="547" y="190"/>
                    <a:pt x="643" y="279"/>
                    <a:pt x="685" y="315"/>
                  </a:cubicBezTo>
                  <a:cubicBezTo>
                    <a:pt x="685" y="315"/>
                    <a:pt x="685" y="315"/>
                    <a:pt x="685" y="315"/>
                  </a:cubicBezTo>
                  <a:cubicBezTo>
                    <a:pt x="685" y="315"/>
                    <a:pt x="685" y="315"/>
                    <a:pt x="685" y="315"/>
                  </a:cubicBezTo>
                  <a:cubicBezTo>
                    <a:pt x="725" y="345"/>
                    <a:pt x="866" y="358"/>
                    <a:pt x="941" y="267"/>
                  </a:cubicBezTo>
                  <a:cubicBezTo>
                    <a:pt x="966" y="237"/>
                    <a:pt x="984" y="203"/>
                    <a:pt x="995" y="168"/>
                  </a:cubicBezTo>
                  <a:cubicBezTo>
                    <a:pt x="989" y="181"/>
                    <a:pt x="982" y="194"/>
                    <a:pt x="974" y="20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67" name="Freeform 29">
              <a:extLst>
                <a:ext uri="{FF2B5EF4-FFF2-40B4-BE49-F238E27FC236}">
                  <a16:creationId xmlns:a16="http://schemas.microsoft.com/office/drawing/2014/main" id="{AF60EE4A-1B49-4E52-AC31-3C1A93722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648"/>
              <a:ext cx="39" cy="27"/>
            </a:xfrm>
            <a:custGeom>
              <a:avLst/>
              <a:gdLst>
                <a:gd name="T0" fmla="*/ 0 w 20"/>
                <a:gd name="T1" fmla="*/ 116 h 13"/>
                <a:gd name="T2" fmla="*/ 148 w 20"/>
                <a:gd name="T3" fmla="*/ 2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2" y="5"/>
                    <a:pt x="13" y="0"/>
                    <a:pt x="20" y="3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68" name="Freeform 30">
              <a:extLst>
                <a:ext uri="{FF2B5EF4-FFF2-40B4-BE49-F238E27FC236}">
                  <a16:creationId xmlns:a16="http://schemas.microsoft.com/office/drawing/2014/main" id="{C6CD0E0B-8778-48FC-AFA0-A85E46EFC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648"/>
              <a:ext cx="4" cy="17"/>
            </a:xfrm>
            <a:custGeom>
              <a:avLst/>
              <a:gdLst>
                <a:gd name="T0" fmla="*/ 0 w 2"/>
                <a:gd name="T1" fmla="*/ 77 h 8"/>
                <a:gd name="T2" fmla="*/ 16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69" name="Freeform 31">
              <a:extLst>
                <a:ext uri="{FF2B5EF4-FFF2-40B4-BE49-F238E27FC236}">
                  <a16:creationId xmlns:a16="http://schemas.microsoft.com/office/drawing/2014/main" id="{CEF2202C-E959-41A3-B8A5-86A1628EC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786"/>
              <a:ext cx="66" cy="41"/>
            </a:xfrm>
            <a:custGeom>
              <a:avLst/>
              <a:gdLst>
                <a:gd name="T0" fmla="*/ 0 w 34"/>
                <a:gd name="T1" fmla="*/ 0 h 20"/>
                <a:gd name="T2" fmla="*/ 64 w 34"/>
                <a:gd name="T3" fmla="*/ 121 h 20"/>
                <a:gd name="T4" fmla="*/ 248 w 34"/>
                <a:gd name="T5" fmla="*/ 14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3" y="4"/>
                    <a:pt x="4" y="10"/>
                    <a:pt x="9" y="14"/>
                  </a:cubicBezTo>
                  <a:cubicBezTo>
                    <a:pt x="15" y="19"/>
                    <a:pt x="27" y="20"/>
                    <a:pt x="34" y="1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70" name="Freeform 32">
              <a:extLst>
                <a:ext uri="{FF2B5EF4-FFF2-40B4-BE49-F238E27FC236}">
                  <a16:creationId xmlns:a16="http://schemas.microsoft.com/office/drawing/2014/main" id="{062117AE-4336-4E65-BE75-13D4D02F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803"/>
              <a:ext cx="36" cy="64"/>
            </a:xfrm>
            <a:custGeom>
              <a:avLst/>
              <a:gdLst>
                <a:gd name="T0" fmla="*/ 8 w 19"/>
                <a:gd name="T1" fmla="*/ 0 h 31"/>
                <a:gd name="T2" fmla="*/ 129 w 19"/>
                <a:gd name="T3" fmla="*/ 27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1" y="0"/>
                  </a:moveTo>
                  <a:cubicBezTo>
                    <a:pt x="0" y="13"/>
                    <a:pt x="6" y="28"/>
                    <a:pt x="19" y="3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71" name="Freeform 33">
              <a:extLst>
                <a:ext uri="{FF2B5EF4-FFF2-40B4-BE49-F238E27FC236}">
                  <a16:creationId xmlns:a16="http://schemas.microsoft.com/office/drawing/2014/main" id="{B7DA2E77-8A8E-4801-86CA-ED884E8EA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848"/>
              <a:ext cx="13" cy="52"/>
            </a:xfrm>
            <a:custGeom>
              <a:avLst/>
              <a:gdLst>
                <a:gd name="T0" fmla="*/ 37 w 7"/>
                <a:gd name="T1" fmla="*/ 0 h 25"/>
                <a:gd name="T2" fmla="*/ 45 w 7"/>
                <a:gd name="T3" fmla="*/ 22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6" y="0"/>
                  </a:moveTo>
                  <a:cubicBezTo>
                    <a:pt x="2" y="6"/>
                    <a:pt x="0" y="21"/>
                    <a:pt x="7" y="25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72" name="Freeform 34">
              <a:extLst>
                <a:ext uri="{FF2B5EF4-FFF2-40B4-BE49-F238E27FC236}">
                  <a16:creationId xmlns:a16="http://schemas.microsoft.com/office/drawing/2014/main" id="{609E4043-5C9D-4FF1-9E06-7A4BE919D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737"/>
              <a:ext cx="27" cy="62"/>
            </a:xfrm>
            <a:custGeom>
              <a:avLst/>
              <a:gdLst>
                <a:gd name="T0" fmla="*/ 0 w 14"/>
                <a:gd name="T1" fmla="*/ 0 h 30"/>
                <a:gd name="T2" fmla="*/ 71 w 14"/>
                <a:gd name="T3" fmla="*/ 52 h 30"/>
                <a:gd name="T4" fmla="*/ 79 w 14"/>
                <a:gd name="T5" fmla="*/ 26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0" y="0"/>
                  </a:moveTo>
                  <a:cubicBezTo>
                    <a:pt x="3" y="2"/>
                    <a:pt x="7" y="3"/>
                    <a:pt x="10" y="6"/>
                  </a:cubicBezTo>
                  <a:cubicBezTo>
                    <a:pt x="14" y="12"/>
                    <a:pt x="12" y="24"/>
                    <a:pt x="11" y="3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73" name="Freeform 35">
              <a:extLst>
                <a:ext uri="{FF2B5EF4-FFF2-40B4-BE49-F238E27FC236}">
                  <a16:creationId xmlns:a16="http://schemas.microsoft.com/office/drawing/2014/main" id="{8DF9B294-1122-454C-AB13-349D27776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766"/>
              <a:ext cx="27" cy="8"/>
            </a:xfrm>
            <a:custGeom>
              <a:avLst/>
              <a:gdLst>
                <a:gd name="T0" fmla="*/ 0 w 14"/>
                <a:gd name="T1" fmla="*/ 24 h 4"/>
                <a:gd name="T2" fmla="*/ 100 w 1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4" y="0"/>
                    <a:pt x="10" y="0"/>
                    <a:pt x="14" y="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74" name="Freeform 36">
              <a:extLst>
                <a:ext uri="{FF2B5EF4-FFF2-40B4-BE49-F238E27FC236}">
                  <a16:creationId xmlns:a16="http://schemas.microsoft.com/office/drawing/2014/main" id="{55C603CB-104A-43FC-9493-5101DA95A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679"/>
              <a:ext cx="74" cy="41"/>
            </a:xfrm>
            <a:custGeom>
              <a:avLst/>
              <a:gdLst>
                <a:gd name="T0" fmla="*/ 0 w 38"/>
                <a:gd name="T1" fmla="*/ 0 h 20"/>
                <a:gd name="T2" fmla="*/ 280 w 38"/>
                <a:gd name="T3" fmla="*/ 13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0">
                  <a:moveTo>
                    <a:pt x="0" y="0"/>
                  </a:moveTo>
                  <a:cubicBezTo>
                    <a:pt x="9" y="15"/>
                    <a:pt x="20" y="20"/>
                    <a:pt x="38" y="16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75" name="Freeform 37">
              <a:extLst>
                <a:ext uri="{FF2B5EF4-FFF2-40B4-BE49-F238E27FC236}">
                  <a16:creationId xmlns:a16="http://schemas.microsoft.com/office/drawing/2014/main" id="{F77E12CD-DB34-4884-BFCF-8FF5565F7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687"/>
              <a:ext cx="52" cy="54"/>
            </a:xfrm>
            <a:custGeom>
              <a:avLst/>
              <a:gdLst>
                <a:gd name="T0" fmla="*/ 0 w 27"/>
                <a:gd name="T1" fmla="*/ 0 h 26"/>
                <a:gd name="T2" fmla="*/ 193 w 27"/>
                <a:gd name="T3" fmla="*/ 21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0" y="0"/>
                  </a:moveTo>
                  <a:cubicBezTo>
                    <a:pt x="4" y="12"/>
                    <a:pt x="12" y="26"/>
                    <a:pt x="27" y="2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76" name="Freeform 38">
              <a:extLst>
                <a:ext uri="{FF2B5EF4-FFF2-40B4-BE49-F238E27FC236}">
                  <a16:creationId xmlns:a16="http://schemas.microsoft.com/office/drawing/2014/main" id="{7DF7EBE3-590B-43D1-BE99-AE1DDD5AD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615"/>
              <a:ext cx="44" cy="21"/>
            </a:xfrm>
            <a:custGeom>
              <a:avLst/>
              <a:gdLst>
                <a:gd name="T0" fmla="*/ 0 w 23"/>
                <a:gd name="T1" fmla="*/ 36 h 10"/>
                <a:gd name="T2" fmla="*/ 161 w 2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4"/>
                  </a:moveTo>
                  <a:cubicBezTo>
                    <a:pt x="8" y="0"/>
                    <a:pt x="20" y="0"/>
                    <a:pt x="23" y="1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77" name="Freeform 39">
              <a:extLst>
                <a:ext uri="{FF2B5EF4-FFF2-40B4-BE49-F238E27FC236}">
                  <a16:creationId xmlns:a16="http://schemas.microsoft.com/office/drawing/2014/main" id="{2C9C22B4-1F97-4CB5-AB5F-12DACF515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582"/>
              <a:ext cx="14" cy="35"/>
            </a:xfrm>
            <a:custGeom>
              <a:avLst/>
              <a:gdLst>
                <a:gd name="T0" fmla="*/ 16 w 7"/>
                <a:gd name="T1" fmla="*/ 148 h 17"/>
                <a:gd name="T2" fmla="*/ 0 w 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2" y="17"/>
                  </a:moveTo>
                  <a:cubicBezTo>
                    <a:pt x="7" y="12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78" name="Freeform 40">
              <a:extLst>
                <a:ext uri="{FF2B5EF4-FFF2-40B4-BE49-F238E27FC236}">
                  <a16:creationId xmlns:a16="http://schemas.microsoft.com/office/drawing/2014/main" id="{AB08043C-090E-4268-9A6F-FEEAC0F71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563"/>
              <a:ext cx="72" cy="21"/>
            </a:xfrm>
            <a:custGeom>
              <a:avLst/>
              <a:gdLst>
                <a:gd name="T0" fmla="*/ 0 w 37"/>
                <a:gd name="T1" fmla="*/ 92 h 10"/>
                <a:gd name="T2" fmla="*/ 272 w 37"/>
                <a:gd name="T3" fmla="*/ 6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0" y="10"/>
                  </a:moveTo>
                  <a:cubicBezTo>
                    <a:pt x="9" y="0"/>
                    <a:pt x="27" y="1"/>
                    <a:pt x="37" y="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79" name="Freeform 41">
              <a:extLst>
                <a:ext uri="{FF2B5EF4-FFF2-40B4-BE49-F238E27FC236}">
                  <a16:creationId xmlns:a16="http://schemas.microsoft.com/office/drawing/2014/main" id="{DD226A48-DB51-4DFD-A11E-EE3EEAFEB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68"/>
              <a:ext cx="50" cy="24"/>
            </a:xfrm>
            <a:custGeom>
              <a:avLst/>
              <a:gdLst>
                <a:gd name="T0" fmla="*/ 0 w 26"/>
                <a:gd name="T1" fmla="*/ 96 h 12"/>
                <a:gd name="T2" fmla="*/ 185 w 2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">
                  <a:moveTo>
                    <a:pt x="0" y="12"/>
                  </a:moveTo>
                  <a:cubicBezTo>
                    <a:pt x="5" y="0"/>
                    <a:pt x="14" y="0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80" name="Freeform 42">
              <a:extLst>
                <a:ext uri="{FF2B5EF4-FFF2-40B4-BE49-F238E27FC236}">
                  <a16:creationId xmlns:a16="http://schemas.microsoft.com/office/drawing/2014/main" id="{0806F906-BDD3-4ED4-AEB5-73D8E605E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570"/>
              <a:ext cx="42" cy="43"/>
            </a:xfrm>
            <a:custGeom>
              <a:avLst/>
              <a:gdLst>
                <a:gd name="T0" fmla="*/ 0 w 22"/>
                <a:gd name="T1" fmla="*/ 8 h 21"/>
                <a:gd name="T2" fmla="*/ 153 w 22"/>
                <a:gd name="T3" fmla="*/ 18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0" y="1"/>
                  </a:moveTo>
                  <a:cubicBezTo>
                    <a:pt x="11" y="0"/>
                    <a:pt x="22" y="9"/>
                    <a:pt x="22" y="2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81" name="Freeform 43">
              <a:extLst>
                <a:ext uri="{FF2B5EF4-FFF2-40B4-BE49-F238E27FC236}">
                  <a16:creationId xmlns:a16="http://schemas.microsoft.com/office/drawing/2014/main" id="{ADEAC010-738A-4E34-AE4E-82E078327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662"/>
              <a:ext cx="29" cy="31"/>
            </a:xfrm>
            <a:custGeom>
              <a:avLst/>
              <a:gdLst>
                <a:gd name="T0" fmla="*/ 0 w 15"/>
                <a:gd name="T1" fmla="*/ 0 h 15"/>
                <a:gd name="T2" fmla="*/ 108 w 15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0" y="8"/>
                    <a:pt x="8" y="14"/>
                    <a:pt x="15" y="15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82" name="Freeform 44">
              <a:extLst>
                <a:ext uri="{FF2B5EF4-FFF2-40B4-BE49-F238E27FC236}">
                  <a16:creationId xmlns:a16="http://schemas.microsoft.com/office/drawing/2014/main" id="{95E805FC-FA22-46A3-99E0-6F92310A3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683"/>
              <a:ext cx="18" cy="58"/>
            </a:xfrm>
            <a:custGeom>
              <a:avLst/>
              <a:gdLst>
                <a:gd name="T0" fmla="*/ 72 w 9"/>
                <a:gd name="T1" fmla="*/ 0 h 28"/>
                <a:gd name="T2" fmla="*/ 56 w 9"/>
                <a:gd name="T3" fmla="*/ 2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4" y="8"/>
                    <a:pt x="0" y="21"/>
                    <a:pt x="7" y="2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83" name="Freeform 45">
              <a:extLst>
                <a:ext uri="{FF2B5EF4-FFF2-40B4-BE49-F238E27FC236}">
                  <a16:creationId xmlns:a16="http://schemas.microsoft.com/office/drawing/2014/main" id="{65E3A5C4-6002-4740-B28E-0E46A0FED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665"/>
              <a:ext cx="37" cy="16"/>
            </a:xfrm>
            <a:custGeom>
              <a:avLst/>
              <a:gdLst>
                <a:gd name="T0" fmla="*/ 0 w 19"/>
                <a:gd name="T1" fmla="*/ 40 h 8"/>
                <a:gd name="T2" fmla="*/ 140 w 19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5"/>
                  </a:moveTo>
                  <a:cubicBezTo>
                    <a:pt x="8" y="0"/>
                    <a:pt x="12" y="6"/>
                    <a:pt x="19" y="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84" name="Freeform 46">
              <a:extLst>
                <a:ext uri="{FF2B5EF4-FFF2-40B4-BE49-F238E27FC236}">
                  <a16:creationId xmlns:a16="http://schemas.microsoft.com/office/drawing/2014/main" id="{1009862F-B894-4B0A-9DA0-76EEEE3DB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615"/>
              <a:ext cx="41" cy="66"/>
            </a:xfrm>
            <a:custGeom>
              <a:avLst/>
              <a:gdLst>
                <a:gd name="T0" fmla="*/ 141 w 21"/>
                <a:gd name="T1" fmla="*/ 0 h 32"/>
                <a:gd name="T2" fmla="*/ 0 w 21"/>
                <a:gd name="T3" fmla="*/ 28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2">
                  <a:moveTo>
                    <a:pt x="19" y="0"/>
                  </a:moveTo>
                  <a:cubicBezTo>
                    <a:pt x="21" y="15"/>
                    <a:pt x="15" y="27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85" name="Freeform 47">
              <a:extLst>
                <a:ext uri="{FF2B5EF4-FFF2-40B4-BE49-F238E27FC236}">
                  <a16:creationId xmlns:a16="http://schemas.microsoft.com/office/drawing/2014/main" id="{376EC02A-C21E-4BB9-887D-74D7AC997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667"/>
              <a:ext cx="33" cy="59"/>
            </a:xfrm>
            <a:custGeom>
              <a:avLst/>
              <a:gdLst>
                <a:gd name="T0" fmla="*/ 72 w 17"/>
                <a:gd name="T1" fmla="*/ 0 h 29"/>
                <a:gd name="T2" fmla="*/ 0 w 17"/>
                <a:gd name="T3" fmla="*/ 244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9">
                  <a:moveTo>
                    <a:pt x="10" y="0"/>
                  </a:moveTo>
                  <a:cubicBezTo>
                    <a:pt x="17" y="11"/>
                    <a:pt x="9" y="23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86" name="Freeform 48">
              <a:extLst>
                <a:ext uri="{FF2B5EF4-FFF2-40B4-BE49-F238E27FC236}">
                  <a16:creationId xmlns:a16="http://schemas.microsoft.com/office/drawing/2014/main" id="{13325B6C-E9CD-43E8-864D-48D8E8D7C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574"/>
              <a:ext cx="25" cy="39"/>
            </a:xfrm>
            <a:custGeom>
              <a:avLst/>
              <a:gdLst>
                <a:gd name="T0" fmla="*/ 92 w 13"/>
                <a:gd name="T1" fmla="*/ 25 h 19"/>
                <a:gd name="T2" fmla="*/ 0 w 13"/>
                <a:gd name="T3" fmla="*/ 16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3"/>
                  </a:moveTo>
                  <a:cubicBezTo>
                    <a:pt x="3" y="0"/>
                    <a:pt x="0" y="12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87" name="Freeform 49">
              <a:extLst>
                <a:ext uri="{FF2B5EF4-FFF2-40B4-BE49-F238E27FC236}">
                  <a16:creationId xmlns:a16="http://schemas.microsoft.com/office/drawing/2014/main" id="{A1900497-EFF6-4AD2-97F4-4E5DCFDD2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605"/>
              <a:ext cx="29" cy="16"/>
            </a:xfrm>
            <a:custGeom>
              <a:avLst/>
              <a:gdLst>
                <a:gd name="T0" fmla="*/ 108 w 15"/>
                <a:gd name="T1" fmla="*/ 48 h 8"/>
                <a:gd name="T2" fmla="*/ 0 w 15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6"/>
                  </a:moveTo>
                  <a:cubicBezTo>
                    <a:pt x="11" y="0"/>
                    <a:pt x="5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88" name="Freeform 50">
              <a:extLst>
                <a:ext uri="{FF2B5EF4-FFF2-40B4-BE49-F238E27FC236}">
                  <a16:creationId xmlns:a16="http://schemas.microsoft.com/office/drawing/2014/main" id="{230885CB-F790-47BD-8264-3CD50B28F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912"/>
              <a:ext cx="66" cy="35"/>
            </a:xfrm>
            <a:custGeom>
              <a:avLst/>
              <a:gdLst>
                <a:gd name="T0" fmla="*/ 0 w 34"/>
                <a:gd name="T1" fmla="*/ 0 h 17"/>
                <a:gd name="T2" fmla="*/ 248 w 34"/>
                <a:gd name="T3" fmla="*/ 9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3" y="17"/>
                    <a:pt x="20" y="16"/>
                    <a:pt x="34" y="1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89" name="Freeform 51">
              <a:extLst>
                <a:ext uri="{FF2B5EF4-FFF2-40B4-BE49-F238E27FC236}">
                  <a16:creationId xmlns:a16="http://schemas.microsoft.com/office/drawing/2014/main" id="{D22B6EC7-C6A2-4868-89BD-E96AA47D0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914"/>
              <a:ext cx="40" cy="45"/>
            </a:xfrm>
            <a:custGeom>
              <a:avLst/>
              <a:gdLst>
                <a:gd name="T0" fmla="*/ 0 w 21"/>
                <a:gd name="T1" fmla="*/ 0 h 22"/>
                <a:gd name="T2" fmla="*/ 145 w 21"/>
                <a:gd name="T3" fmla="*/ 16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">
                  <a:moveTo>
                    <a:pt x="0" y="0"/>
                  </a:moveTo>
                  <a:cubicBezTo>
                    <a:pt x="0" y="10"/>
                    <a:pt x="10" y="22"/>
                    <a:pt x="21" y="1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90" name="Freeform 52">
              <a:extLst>
                <a:ext uri="{FF2B5EF4-FFF2-40B4-BE49-F238E27FC236}">
                  <a16:creationId xmlns:a16="http://schemas.microsoft.com/office/drawing/2014/main" id="{1B77ADFC-6678-446F-9BE7-377AD9D9D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854"/>
              <a:ext cx="47" cy="35"/>
            </a:xfrm>
            <a:custGeom>
              <a:avLst/>
              <a:gdLst>
                <a:gd name="T0" fmla="*/ 0 w 24"/>
                <a:gd name="T1" fmla="*/ 8 h 17"/>
                <a:gd name="T2" fmla="*/ 180 w 24"/>
                <a:gd name="T3" fmla="*/ 14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1"/>
                  </a:moveTo>
                  <a:cubicBezTo>
                    <a:pt x="13" y="0"/>
                    <a:pt x="19" y="3"/>
                    <a:pt x="24" y="1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91" name="Freeform 53">
              <a:extLst>
                <a:ext uri="{FF2B5EF4-FFF2-40B4-BE49-F238E27FC236}">
                  <a16:creationId xmlns:a16="http://schemas.microsoft.com/office/drawing/2014/main" id="{0F7DF6E0-3B82-4243-9923-274936BA4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867"/>
              <a:ext cx="27" cy="10"/>
            </a:xfrm>
            <a:custGeom>
              <a:avLst/>
              <a:gdLst>
                <a:gd name="T0" fmla="*/ 0 w 14"/>
                <a:gd name="T1" fmla="*/ 40 h 5"/>
                <a:gd name="T2" fmla="*/ 100 w 14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3" y="2"/>
                    <a:pt x="9" y="0"/>
                    <a:pt x="14" y="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92" name="Freeform 54">
              <a:extLst>
                <a:ext uri="{FF2B5EF4-FFF2-40B4-BE49-F238E27FC236}">
                  <a16:creationId xmlns:a16="http://schemas.microsoft.com/office/drawing/2014/main" id="{4004EFFC-388A-4BFF-BD7B-838F355D3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887"/>
              <a:ext cx="15" cy="37"/>
            </a:xfrm>
            <a:custGeom>
              <a:avLst/>
              <a:gdLst>
                <a:gd name="T0" fmla="*/ 53 w 8"/>
                <a:gd name="T1" fmla="*/ 0 h 18"/>
                <a:gd name="T2" fmla="*/ 0 w 8"/>
                <a:gd name="T3" fmla="*/ 15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8" y="7"/>
                    <a:pt x="6" y="14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93" name="Freeform 55">
              <a:extLst>
                <a:ext uri="{FF2B5EF4-FFF2-40B4-BE49-F238E27FC236}">
                  <a16:creationId xmlns:a16="http://schemas.microsoft.com/office/drawing/2014/main" id="{E19BEC0B-1E70-4549-8438-C51F6C486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910"/>
              <a:ext cx="17" cy="16"/>
            </a:xfrm>
            <a:custGeom>
              <a:avLst/>
              <a:gdLst>
                <a:gd name="T0" fmla="*/ 0 w 9"/>
                <a:gd name="T1" fmla="*/ 0 h 8"/>
                <a:gd name="T2" fmla="*/ 60 w 9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5" y="1"/>
                    <a:pt x="9" y="4"/>
                    <a:pt x="9" y="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94" name="Freeform 56">
              <a:extLst>
                <a:ext uri="{FF2B5EF4-FFF2-40B4-BE49-F238E27FC236}">
                  <a16:creationId xmlns:a16="http://schemas.microsoft.com/office/drawing/2014/main" id="{33851D03-A2C7-4681-869E-85B145BE4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908"/>
              <a:ext cx="58" cy="55"/>
            </a:xfrm>
            <a:custGeom>
              <a:avLst/>
              <a:gdLst>
                <a:gd name="T0" fmla="*/ 0 w 30"/>
                <a:gd name="T1" fmla="*/ 145 h 27"/>
                <a:gd name="T2" fmla="*/ 217 w 3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17"/>
                  </a:moveTo>
                  <a:cubicBezTo>
                    <a:pt x="9" y="27"/>
                    <a:pt x="30" y="10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95" name="Freeform 57">
              <a:extLst>
                <a:ext uri="{FF2B5EF4-FFF2-40B4-BE49-F238E27FC236}">
                  <a16:creationId xmlns:a16="http://schemas.microsoft.com/office/drawing/2014/main" id="{C1E08C05-901C-4488-86A9-744DE0497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893"/>
              <a:ext cx="52" cy="21"/>
            </a:xfrm>
            <a:custGeom>
              <a:avLst/>
              <a:gdLst>
                <a:gd name="T0" fmla="*/ 0 w 27"/>
                <a:gd name="T1" fmla="*/ 0 h 10"/>
                <a:gd name="T2" fmla="*/ 193 w 27"/>
                <a:gd name="T3" fmla="*/ 2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6" y="10"/>
                    <a:pt x="18" y="9"/>
                    <a:pt x="27" y="3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96" name="Freeform 58">
              <a:extLst>
                <a:ext uri="{FF2B5EF4-FFF2-40B4-BE49-F238E27FC236}">
                  <a16:creationId xmlns:a16="http://schemas.microsoft.com/office/drawing/2014/main" id="{6A101052-284B-4A97-9249-F06B7F3E7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885"/>
              <a:ext cx="20" cy="25"/>
            </a:xfrm>
            <a:custGeom>
              <a:avLst/>
              <a:gdLst>
                <a:gd name="T0" fmla="*/ 0 w 10"/>
                <a:gd name="T1" fmla="*/ 0 h 12"/>
                <a:gd name="T2" fmla="*/ 80 w 10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6"/>
                    <a:pt x="3" y="12"/>
                    <a:pt x="10" y="1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97" name="Freeform 59">
              <a:extLst>
                <a:ext uri="{FF2B5EF4-FFF2-40B4-BE49-F238E27FC236}">
                  <a16:creationId xmlns:a16="http://schemas.microsoft.com/office/drawing/2014/main" id="{BAFBCCF9-BF59-465F-BA13-6ECB1A3DE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823"/>
              <a:ext cx="36" cy="52"/>
            </a:xfrm>
            <a:custGeom>
              <a:avLst/>
              <a:gdLst>
                <a:gd name="T0" fmla="*/ 0 w 19"/>
                <a:gd name="T1" fmla="*/ 0 h 25"/>
                <a:gd name="T2" fmla="*/ 129 w 19"/>
                <a:gd name="T3" fmla="*/ 22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5">
                  <a:moveTo>
                    <a:pt x="0" y="0"/>
                  </a:moveTo>
                  <a:cubicBezTo>
                    <a:pt x="15" y="1"/>
                    <a:pt x="17" y="11"/>
                    <a:pt x="19" y="25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98" name="Freeform 60">
              <a:extLst>
                <a:ext uri="{FF2B5EF4-FFF2-40B4-BE49-F238E27FC236}">
                  <a16:creationId xmlns:a16="http://schemas.microsoft.com/office/drawing/2014/main" id="{D9FB8E25-A57F-4B9B-91F7-0EAF5CD23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854"/>
              <a:ext cx="22" cy="6"/>
            </a:xfrm>
            <a:custGeom>
              <a:avLst/>
              <a:gdLst>
                <a:gd name="T0" fmla="*/ 0 w 11"/>
                <a:gd name="T1" fmla="*/ 24 h 3"/>
                <a:gd name="T2" fmla="*/ 88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99" name="Freeform 61">
              <a:extLst>
                <a:ext uri="{FF2B5EF4-FFF2-40B4-BE49-F238E27FC236}">
                  <a16:creationId xmlns:a16="http://schemas.microsoft.com/office/drawing/2014/main" id="{BC256E4E-A66A-492C-BCFC-7D0EF9A2E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784"/>
              <a:ext cx="40" cy="48"/>
            </a:xfrm>
            <a:custGeom>
              <a:avLst/>
              <a:gdLst>
                <a:gd name="T0" fmla="*/ 137 w 21"/>
                <a:gd name="T1" fmla="*/ 0 h 23"/>
                <a:gd name="T2" fmla="*/ 0 w 21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3">
                  <a:moveTo>
                    <a:pt x="20" y="0"/>
                  </a:moveTo>
                  <a:cubicBezTo>
                    <a:pt x="21" y="11"/>
                    <a:pt x="10" y="21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00" name="Freeform 62">
              <a:extLst>
                <a:ext uri="{FF2B5EF4-FFF2-40B4-BE49-F238E27FC236}">
                  <a16:creationId xmlns:a16="http://schemas.microsoft.com/office/drawing/2014/main" id="{46D48D46-1D8E-484A-9476-A69CEF410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811"/>
              <a:ext cx="23" cy="39"/>
            </a:xfrm>
            <a:custGeom>
              <a:avLst/>
              <a:gdLst>
                <a:gd name="T0" fmla="*/ 84 w 12"/>
                <a:gd name="T1" fmla="*/ 0 h 19"/>
                <a:gd name="T2" fmla="*/ 0 w 12"/>
                <a:gd name="T3" fmla="*/ 16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0"/>
                  </a:moveTo>
                  <a:cubicBezTo>
                    <a:pt x="11" y="8"/>
                    <a:pt x="8" y="15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01" name="Freeform 63">
              <a:extLst>
                <a:ext uri="{FF2B5EF4-FFF2-40B4-BE49-F238E27FC236}">
                  <a16:creationId xmlns:a16="http://schemas.microsoft.com/office/drawing/2014/main" id="{8CDFDF99-8E16-4D96-B3CF-816A6E45D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778"/>
              <a:ext cx="40" cy="29"/>
            </a:xfrm>
            <a:custGeom>
              <a:avLst/>
              <a:gdLst>
                <a:gd name="T0" fmla="*/ 145 w 21"/>
                <a:gd name="T1" fmla="*/ 17 h 14"/>
                <a:gd name="T2" fmla="*/ 0 w 21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21" y="2"/>
                  </a:moveTo>
                  <a:cubicBezTo>
                    <a:pt x="11" y="0"/>
                    <a:pt x="3" y="2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02" name="Freeform 64">
              <a:extLst>
                <a:ext uri="{FF2B5EF4-FFF2-40B4-BE49-F238E27FC236}">
                  <a16:creationId xmlns:a16="http://schemas.microsoft.com/office/drawing/2014/main" id="{59A1C524-C9FC-4094-A69C-FBA1C1C2D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803"/>
              <a:ext cx="27" cy="6"/>
            </a:xfrm>
            <a:custGeom>
              <a:avLst/>
              <a:gdLst>
                <a:gd name="T0" fmla="*/ 0 w 14"/>
                <a:gd name="T1" fmla="*/ 16 h 3"/>
                <a:gd name="T2" fmla="*/ 100 w 1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4" y="1"/>
                    <a:pt x="10" y="0"/>
                    <a:pt x="14" y="3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03" name="Freeform 65">
              <a:extLst>
                <a:ext uri="{FF2B5EF4-FFF2-40B4-BE49-F238E27FC236}">
                  <a16:creationId xmlns:a16="http://schemas.microsoft.com/office/drawing/2014/main" id="{238E2081-3B53-4047-9910-0B08C5F2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761"/>
              <a:ext cx="31" cy="50"/>
            </a:xfrm>
            <a:custGeom>
              <a:avLst/>
              <a:gdLst>
                <a:gd name="T0" fmla="*/ 116 w 16"/>
                <a:gd name="T1" fmla="*/ 0 h 24"/>
                <a:gd name="T2" fmla="*/ 16 w 16"/>
                <a:gd name="T3" fmla="*/ 21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4" y="0"/>
                    <a:pt x="0" y="14"/>
                    <a:pt x="2" y="2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04" name="Freeform 66">
              <a:extLst>
                <a:ext uri="{FF2B5EF4-FFF2-40B4-BE49-F238E27FC236}">
                  <a16:creationId xmlns:a16="http://schemas.microsoft.com/office/drawing/2014/main" id="{745B35C8-3C39-4188-9DFA-400B1E7A5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728"/>
              <a:ext cx="19" cy="66"/>
            </a:xfrm>
            <a:custGeom>
              <a:avLst/>
              <a:gdLst>
                <a:gd name="T0" fmla="*/ 68 w 10"/>
                <a:gd name="T1" fmla="*/ 0 h 32"/>
                <a:gd name="T2" fmla="*/ 40 w 10"/>
                <a:gd name="T3" fmla="*/ 28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0" y="5"/>
                    <a:pt x="0" y="23"/>
                    <a:pt x="6" y="3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05" name="Freeform 67">
              <a:extLst>
                <a:ext uri="{FF2B5EF4-FFF2-40B4-BE49-F238E27FC236}">
                  <a16:creationId xmlns:a16="http://schemas.microsoft.com/office/drawing/2014/main" id="{6E4484E7-82E3-4BED-8375-53319776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693"/>
              <a:ext cx="21" cy="56"/>
            </a:xfrm>
            <a:custGeom>
              <a:avLst/>
              <a:gdLst>
                <a:gd name="T0" fmla="*/ 8 w 11"/>
                <a:gd name="T1" fmla="*/ 0 h 27"/>
                <a:gd name="T2" fmla="*/ 0 w 11"/>
                <a:gd name="T3" fmla="*/ 24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" y="0"/>
                  </a:moveTo>
                  <a:cubicBezTo>
                    <a:pt x="11" y="6"/>
                    <a:pt x="5" y="19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06" name="Freeform 68">
              <a:extLst>
                <a:ext uri="{FF2B5EF4-FFF2-40B4-BE49-F238E27FC236}">
                  <a16:creationId xmlns:a16="http://schemas.microsoft.com/office/drawing/2014/main" id="{8D75383C-A2FF-4700-BCC1-7690DA208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728"/>
              <a:ext cx="12" cy="21"/>
            </a:xfrm>
            <a:custGeom>
              <a:avLst/>
              <a:gdLst>
                <a:gd name="T0" fmla="*/ 0 w 6"/>
                <a:gd name="T1" fmla="*/ 0 h 10"/>
                <a:gd name="T2" fmla="*/ 40 w 6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4" y="2"/>
                    <a:pt x="6" y="6"/>
                    <a:pt x="5" y="1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07" name="Freeform 69">
              <a:extLst>
                <a:ext uri="{FF2B5EF4-FFF2-40B4-BE49-F238E27FC236}">
                  <a16:creationId xmlns:a16="http://schemas.microsoft.com/office/drawing/2014/main" id="{B6C9AFE5-20EC-42B9-B2AB-E1B7CFBF3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730"/>
              <a:ext cx="49" cy="42"/>
            </a:xfrm>
            <a:custGeom>
              <a:avLst/>
              <a:gdLst>
                <a:gd name="T0" fmla="*/ 0 w 25"/>
                <a:gd name="T1" fmla="*/ 0 h 20"/>
                <a:gd name="T2" fmla="*/ 188 w 25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15" y="0"/>
                    <a:pt x="21" y="5"/>
                    <a:pt x="25" y="2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08" name="Freeform 70">
              <a:extLst>
                <a:ext uri="{FF2B5EF4-FFF2-40B4-BE49-F238E27FC236}">
                  <a16:creationId xmlns:a16="http://schemas.microsoft.com/office/drawing/2014/main" id="{485225BE-13E0-446D-AAA1-6C2DE3448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763"/>
              <a:ext cx="52" cy="19"/>
            </a:xfrm>
            <a:custGeom>
              <a:avLst/>
              <a:gdLst>
                <a:gd name="T0" fmla="*/ 0 w 27"/>
                <a:gd name="T1" fmla="*/ 84 h 9"/>
                <a:gd name="T2" fmla="*/ 193 w 27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7" y="0"/>
                    <a:pt x="19" y="5"/>
                    <a:pt x="27" y="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09" name="Freeform 71">
              <a:extLst>
                <a:ext uri="{FF2B5EF4-FFF2-40B4-BE49-F238E27FC236}">
                  <a16:creationId xmlns:a16="http://schemas.microsoft.com/office/drawing/2014/main" id="{8E926F71-378A-4413-98DB-9705FC535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788"/>
              <a:ext cx="31" cy="44"/>
            </a:xfrm>
            <a:custGeom>
              <a:avLst/>
              <a:gdLst>
                <a:gd name="T0" fmla="*/ 45 w 16"/>
                <a:gd name="T1" fmla="*/ 0 h 21"/>
                <a:gd name="T2" fmla="*/ 116 w 16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1">
                  <a:moveTo>
                    <a:pt x="6" y="0"/>
                  </a:moveTo>
                  <a:cubicBezTo>
                    <a:pt x="0" y="7"/>
                    <a:pt x="10" y="18"/>
                    <a:pt x="16" y="2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10" name="Freeform 72">
              <a:extLst>
                <a:ext uri="{FF2B5EF4-FFF2-40B4-BE49-F238E27FC236}">
                  <a16:creationId xmlns:a16="http://schemas.microsoft.com/office/drawing/2014/main" id="{EB6FC7D5-ED79-4D55-A26B-D2DD01B5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815"/>
              <a:ext cx="19" cy="62"/>
            </a:xfrm>
            <a:custGeom>
              <a:avLst/>
              <a:gdLst>
                <a:gd name="T0" fmla="*/ 68 w 10"/>
                <a:gd name="T1" fmla="*/ 0 h 30"/>
                <a:gd name="T2" fmla="*/ 48 w 10"/>
                <a:gd name="T3" fmla="*/ 26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4" y="6"/>
                    <a:pt x="0" y="24"/>
                    <a:pt x="7" y="3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11" name="Freeform 73">
              <a:extLst>
                <a:ext uri="{FF2B5EF4-FFF2-40B4-BE49-F238E27FC236}">
                  <a16:creationId xmlns:a16="http://schemas.microsoft.com/office/drawing/2014/main" id="{B5E73F41-7CF3-43FC-A680-69E1335C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829"/>
              <a:ext cx="9" cy="29"/>
            </a:xfrm>
            <a:custGeom>
              <a:avLst/>
              <a:gdLst>
                <a:gd name="T0" fmla="*/ 0 w 5"/>
                <a:gd name="T1" fmla="*/ 0 h 14"/>
                <a:gd name="T2" fmla="*/ 23 w 5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5" y="3"/>
                    <a:pt x="5" y="9"/>
                    <a:pt x="4" y="1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12" name="Freeform 74">
              <a:extLst>
                <a:ext uri="{FF2B5EF4-FFF2-40B4-BE49-F238E27FC236}">
                  <a16:creationId xmlns:a16="http://schemas.microsoft.com/office/drawing/2014/main" id="{4A0CCBEB-D40B-4E0F-8C06-7FD473988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838"/>
              <a:ext cx="20" cy="8"/>
            </a:xfrm>
            <a:custGeom>
              <a:avLst/>
              <a:gdLst>
                <a:gd name="T0" fmla="*/ 0 w 10"/>
                <a:gd name="T1" fmla="*/ 32 h 4"/>
                <a:gd name="T2" fmla="*/ 8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2"/>
                    <a:pt x="6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13" name="Freeform 75">
              <a:extLst>
                <a:ext uri="{FF2B5EF4-FFF2-40B4-BE49-F238E27FC236}">
                  <a16:creationId xmlns:a16="http://schemas.microsoft.com/office/drawing/2014/main" id="{47A9D777-A19C-4E04-B2C3-DC0346D1C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543"/>
              <a:ext cx="72" cy="47"/>
            </a:xfrm>
            <a:custGeom>
              <a:avLst/>
              <a:gdLst>
                <a:gd name="T0" fmla="*/ 0 w 37"/>
                <a:gd name="T1" fmla="*/ 0 h 23"/>
                <a:gd name="T2" fmla="*/ 272 w 37"/>
                <a:gd name="T3" fmla="*/ 16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3">
                  <a:moveTo>
                    <a:pt x="0" y="0"/>
                  </a:moveTo>
                  <a:cubicBezTo>
                    <a:pt x="6" y="13"/>
                    <a:pt x="22" y="23"/>
                    <a:pt x="37" y="1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14" name="Freeform 76">
              <a:extLst>
                <a:ext uri="{FF2B5EF4-FFF2-40B4-BE49-F238E27FC236}">
                  <a16:creationId xmlns:a16="http://schemas.microsoft.com/office/drawing/2014/main" id="{8A64D2BE-E223-47FC-9558-140F44A89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563"/>
              <a:ext cx="33" cy="40"/>
            </a:xfrm>
            <a:custGeom>
              <a:avLst/>
              <a:gdLst>
                <a:gd name="T0" fmla="*/ 8 w 17"/>
                <a:gd name="T1" fmla="*/ 0 h 19"/>
                <a:gd name="T2" fmla="*/ 124 w 17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1" y="0"/>
                  </a:moveTo>
                  <a:cubicBezTo>
                    <a:pt x="0" y="11"/>
                    <a:pt x="8" y="17"/>
                    <a:pt x="17" y="1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15" name="Freeform 77">
              <a:extLst>
                <a:ext uri="{FF2B5EF4-FFF2-40B4-BE49-F238E27FC236}">
                  <a16:creationId xmlns:a16="http://schemas.microsoft.com/office/drawing/2014/main" id="{8B53BF36-C984-4214-A91B-FDC14E531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520"/>
              <a:ext cx="64" cy="37"/>
            </a:xfrm>
            <a:custGeom>
              <a:avLst/>
              <a:gdLst>
                <a:gd name="T0" fmla="*/ 0 w 33"/>
                <a:gd name="T1" fmla="*/ 0 h 18"/>
                <a:gd name="T2" fmla="*/ 240 w 33"/>
                <a:gd name="T3" fmla="*/ 3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0" y="0"/>
                  </a:moveTo>
                  <a:cubicBezTo>
                    <a:pt x="4" y="12"/>
                    <a:pt x="28" y="18"/>
                    <a:pt x="33" y="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16" name="Freeform 78">
              <a:extLst>
                <a:ext uri="{FF2B5EF4-FFF2-40B4-BE49-F238E27FC236}">
                  <a16:creationId xmlns:a16="http://schemas.microsoft.com/office/drawing/2014/main" id="{E0E4F5E0-E92A-4193-AC05-C3D36226A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456"/>
              <a:ext cx="73" cy="21"/>
            </a:xfrm>
            <a:custGeom>
              <a:avLst/>
              <a:gdLst>
                <a:gd name="T0" fmla="*/ 0 w 38"/>
                <a:gd name="T1" fmla="*/ 84 h 10"/>
                <a:gd name="T2" fmla="*/ 269 w 38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9"/>
                  </a:moveTo>
                  <a:cubicBezTo>
                    <a:pt x="12" y="0"/>
                    <a:pt x="27" y="0"/>
                    <a:pt x="38" y="1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17" name="Freeform 79">
              <a:extLst>
                <a:ext uri="{FF2B5EF4-FFF2-40B4-BE49-F238E27FC236}">
                  <a16:creationId xmlns:a16="http://schemas.microsoft.com/office/drawing/2014/main" id="{CEEA3D82-228C-4F5B-BE40-DD159CC4D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464"/>
              <a:ext cx="53" cy="29"/>
            </a:xfrm>
            <a:custGeom>
              <a:avLst/>
              <a:gdLst>
                <a:gd name="T0" fmla="*/ 0 w 27"/>
                <a:gd name="T1" fmla="*/ 124 h 14"/>
                <a:gd name="T2" fmla="*/ 204 w 27"/>
                <a:gd name="T3" fmla="*/ 6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0" y="14"/>
                  </a:moveTo>
                  <a:cubicBezTo>
                    <a:pt x="9" y="5"/>
                    <a:pt x="15" y="0"/>
                    <a:pt x="27" y="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18" name="Freeform 80">
              <a:extLst>
                <a:ext uri="{FF2B5EF4-FFF2-40B4-BE49-F238E27FC236}">
                  <a16:creationId xmlns:a16="http://schemas.microsoft.com/office/drawing/2014/main" id="{C66B1204-4202-40DE-BFAA-D580BEC01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522"/>
              <a:ext cx="23" cy="48"/>
            </a:xfrm>
            <a:custGeom>
              <a:avLst/>
              <a:gdLst>
                <a:gd name="T0" fmla="*/ 0 w 12"/>
                <a:gd name="T1" fmla="*/ 0 h 23"/>
                <a:gd name="T2" fmla="*/ 56 w 12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8" y="5"/>
                    <a:pt x="12" y="13"/>
                    <a:pt x="8" y="23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19" name="Freeform 81">
              <a:extLst>
                <a:ext uri="{FF2B5EF4-FFF2-40B4-BE49-F238E27FC236}">
                  <a16:creationId xmlns:a16="http://schemas.microsoft.com/office/drawing/2014/main" id="{52FC923C-277D-4F27-9A61-FF880DD92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549"/>
              <a:ext cx="23" cy="6"/>
            </a:xfrm>
            <a:custGeom>
              <a:avLst/>
              <a:gdLst>
                <a:gd name="T0" fmla="*/ 0 w 12"/>
                <a:gd name="T1" fmla="*/ 24 h 3"/>
                <a:gd name="T2" fmla="*/ 84 w 12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8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20" name="Freeform 82">
              <a:extLst>
                <a:ext uri="{FF2B5EF4-FFF2-40B4-BE49-F238E27FC236}">
                  <a16:creationId xmlns:a16="http://schemas.microsoft.com/office/drawing/2014/main" id="{B7B7E1E5-140D-4F48-8F5E-20A26BB44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429"/>
              <a:ext cx="70" cy="44"/>
            </a:xfrm>
            <a:custGeom>
              <a:avLst/>
              <a:gdLst>
                <a:gd name="T0" fmla="*/ 0 w 36"/>
                <a:gd name="T1" fmla="*/ 0 h 21"/>
                <a:gd name="T2" fmla="*/ 264 w 36"/>
                <a:gd name="T3" fmla="*/ 17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1">
                  <a:moveTo>
                    <a:pt x="0" y="0"/>
                  </a:moveTo>
                  <a:cubicBezTo>
                    <a:pt x="4" y="16"/>
                    <a:pt x="21" y="21"/>
                    <a:pt x="36" y="1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21" name="Freeform 83">
              <a:extLst>
                <a:ext uri="{FF2B5EF4-FFF2-40B4-BE49-F238E27FC236}">
                  <a16:creationId xmlns:a16="http://schemas.microsoft.com/office/drawing/2014/main" id="{BA847B55-5503-43BE-9D19-47D41A743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454"/>
              <a:ext cx="18" cy="31"/>
            </a:xfrm>
            <a:custGeom>
              <a:avLst/>
              <a:gdLst>
                <a:gd name="T0" fmla="*/ 0 w 9"/>
                <a:gd name="T1" fmla="*/ 0 h 15"/>
                <a:gd name="T2" fmla="*/ 72 w 9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0" y="6"/>
                    <a:pt x="3" y="14"/>
                    <a:pt x="9" y="15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22" name="Freeform 84">
              <a:extLst>
                <a:ext uri="{FF2B5EF4-FFF2-40B4-BE49-F238E27FC236}">
                  <a16:creationId xmlns:a16="http://schemas.microsoft.com/office/drawing/2014/main" id="{9942A62C-0C59-4FEB-BC28-EA6DD8E6C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349"/>
              <a:ext cx="60" cy="27"/>
            </a:xfrm>
            <a:custGeom>
              <a:avLst/>
              <a:gdLst>
                <a:gd name="T0" fmla="*/ 0 w 31"/>
                <a:gd name="T1" fmla="*/ 116 h 13"/>
                <a:gd name="T2" fmla="*/ 225 w 31"/>
                <a:gd name="T3" fmla="*/ 1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6" y="0"/>
                    <a:pt x="23" y="7"/>
                    <a:pt x="31" y="1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23" name="Freeform 85">
              <a:extLst>
                <a:ext uri="{FF2B5EF4-FFF2-40B4-BE49-F238E27FC236}">
                  <a16:creationId xmlns:a16="http://schemas.microsoft.com/office/drawing/2014/main" id="{6AD21465-37F7-429B-BC39-5FEB5C6D4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361"/>
              <a:ext cx="58" cy="35"/>
            </a:xfrm>
            <a:custGeom>
              <a:avLst/>
              <a:gdLst>
                <a:gd name="T0" fmla="*/ 0 w 30"/>
                <a:gd name="T1" fmla="*/ 89 h 17"/>
                <a:gd name="T2" fmla="*/ 217 w 30"/>
                <a:gd name="T3" fmla="*/ 14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7">
                  <a:moveTo>
                    <a:pt x="0" y="10"/>
                  </a:moveTo>
                  <a:cubicBezTo>
                    <a:pt x="7" y="0"/>
                    <a:pt x="28" y="5"/>
                    <a:pt x="30" y="1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24" name="Freeform 86">
              <a:extLst>
                <a:ext uri="{FF2B5EF4-FFF2-40B4-BE49-F238E27FC236}">
                  <a16:creationId xmlns:a16="http://schemas.microsoft.com/office/drawing/2014/main" id="{DA24E021-C087-410B-BE77-0472EA56C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392"/>
              <a:ext cx="29" cy="11"/>
            </a:xfrm>
            <a:custGeom>
              <a:avLst/>
              <a:gdLst>
                <a:gd name="T0" fmla="*/ 0 w 15"/>
                <a:gd name="T1" fmla="*/ 53 h 5"/>
                <a:gd name="T2" fmla="*/ 108 w 15"/>
                <a:gd name="T3" fmla="*/ 3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4" y="1"/>
                    <a:pt x="10" y="0"/>
                    <a:pt x="15" y="3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25" name="Freeform 87">
              <a:extLst>
                <a:ext uri="{FF2B5EF4-FFF2-40B4-BE49-F238E27FC236}">
                  <a16:creationId xmlns:a16="http://schemas.microsoft.com/office/drawing/2014/main" id="{0C0D0284-DEDD-45AF-9267-94612931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436"/>
              <a:ext cx="19" cy="37"/>
            </a:xfrm>
            <a:custGeom>
              <a:avLst/>
              <a:gdLst>
                <a:gd name="T0" fmla="*/ 0 w 10"/>
                <a:gd name="T1" fmla="*/ 0 h 18"/>
                <a:gd name="T2" fmla="*/ 40 w 10"/>
                <a:gd name="T3" fmla="*/ 15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4" y="5"/>
                    <a:pt x="10" y="11"/>
                    <a:pt x="6" y="1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26" name="Freeform 88">
              <a:extLst>
                <a:ext uri="{FF2B5EF4-FFF2-40B4-BE49-F238E27FC236}">
                  <a16:creationId xmlns:a16="http://schemas.microsoft.com/office/drawing/2014/main" id="{9E05615D-0550-4332-9FA9-DC1F79877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450"/>
              <a:ext cx="16" cy="8"/>
            </a:xfrm>
            <a:custGeom>
              <a:avLst/>
              <a:gdLst>
                <a:gd name="T0" fmla="*/ 0 w 8"/>
                <a:gd name="T1" fmla="*/ 32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27" name="Freeform 89">
              <a:extLst>
                <a:ext uri="{FF2B5EF4-FFF2-40B4-BE49-F238E27FC236}">
                  <a16:creationId xmlns:a16="http://schemas.microsoft.com/office/drawing/2014/main" id="{DAC8757B-6970-4E08-AAF0-D8B4B6265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361"/>
              <a:ext cx="76" cy="31"/>
            </a:xfrm>
            <a:custGeom>
              <a:avLst/>
              <a:gdLst>
                <a:gd name="T0" fmla="*/ 0 w 39"/>
                <a:gd name="T1" fmla="*/ 0 h 15"/>
                <a:gd name="T2" fmla="*/ 288 w 39"/>
                <a:gd name="T3" fmla="*/ 8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0" y="0"/>
                  </a:moveTo>
                  <a:cubicBezTo>
                    <a:pt x="8" y="10"/>
                    <a:pt x="27" y="15"/>
                    <a:pt x="39" y="1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28" name="Freeform 90">
              <a:extLst>
                <a:ext uri="{FF2B5EF4-FFF2-40B4-BE49-F238E27FC236}">
                  <a16:creationId xmlns:a16="http://schemas.microsoft.com/office/drawing/2014/main" id="{9F40C728-EEB0-4EB4-B0D7-0BF88ECB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366"/>
              <a:ext cx="38" cy="37"/>
            </a:xfrm>
            <a:custGeom>
              <a:avLst/>
              <a:gdLst>
                <a:gd name="T0" fmla="*/ 0 w 20"/>
                <a:gd name="T1" fmla="*/ 0 h 18"/>
                <a:gd name="T2" fmla="*/ 137 w 20"/>
                <a:gd name="T3" fmla="*/ 15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3" y="8"/>
                    <a:pt x="9" y="18"/>
                    <a:pt x="20" y="1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29" name="Freeform 91">
              <a:extLst>
                <a:ext uri="{FF2B5EF4-FFF2-40B4-BE49-F238E27FC236}">
                  <a16:creationId xmlns:a16="http://schemas.microsoft.com/office/drawing/2014/main" id="{BE8A83E1-DBE4-4AF8-AB5F-035AE3CA0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345"/>
              <a:ext cx="49" cy="27"/>
            </a:xfrm>
            <a:custGeom>
              <a:avLst/>
              <a:gdLst>
                <a:gd name="T0" fmla="*/ 0 w 25"/>
                <a:gd name="T1" fmla="*/ 73 h 13"/>
                <a:gd name="T2" fmla="*/ 188 w 2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3">
                  <a:moveTo>
                    <a:pt x="0" y="8"/>
                  </a:moveTo>
                  <a:cubicBezTo>
                    <a:pt x="7" y="13"/>
                    <a:pt x="20" y="6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30" name="Freeform 92">
              <a:extLst>
                <a:ext uri="{FF2B5EF4-FFF2-40B4-BE49-F238E27FC236}">
                  <a16:creationId xmlns:a16="http://schemas.microsoft.com/office/drawing/2014/main" id="{5DC9D32A-1C3E-43AC-891B-3B71D5C63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306"/>
              <a:ext cx="39" cy="18"/>
            </a:xfrm>
            <a:custGeom>
              <a:avLst/>
              <a:gdLst>
                <a:gd name="T0" fmla="*/ 0 w 20"/>
                <a:gd name="T1" fmla="*/ 8 h 9"/>
                <a:gd name="T2" fmla="*/ 148 w 20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1"/>
                  </a:moveTo>
                  <a:cubicBezTo>
                    <a:pt x="10" y="1"/>
                    <a:pt x="13" y="0"/>
                    <a:pt x="20" y="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31" name="Freeform 93">
              <a:extLst>
                <a:ext uri="{FF2B5EF4-FFF2-40B4-BE49-F238E27FC236}">
                  <a16:creationId xmlns:a16="http://schemas.microsoft.com/office/drawing/2014/main" id="{1B59FAD2-8714-4657-A777-B8DFEFBB4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308"/>
              <a:ext cx="16" cy="8"/>
            </a:xfrm>
            <a:custGeom>
              <a:avLst/>
              <a:gdLst>
                <a:gd name="T0" fmla="*/ 0 w 8"/>
                <a:gd name="T1" fmla="*/ 32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32" name="Freeform 94">
              <a:extLst>
                <a:ext uri="{FF2B5EF4-FFF2-40B4-BE49-F238E27FC236}">
                  <a16:creationId xmlns:a16="http://schemas.microsoft.com/office/drawing/2014/main" id="{38073E70-9274-477E-BA52-E095DC5BC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353"/>
              <a:ext cx="17" cy="29"/>
            </a:xfrm>
            <a:custGeom>
              <a:avLst/>
              <a:gdLst>
                <a:gd name="T0" fmla="*/ 0 w 9"/>
                <a:gd name="T1" fmla="*/ 0 h 14"/>
                <a:gd name="T2" fmla="*/ 40 w 9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3"/>
                    <a:pt x="9" y="9"/>
                    <a:pt x="6" y="1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33" name="Freeform 95">
              <a:extLst>
                <a:ext uri="{FF2B5EF4-FFF2-40B4-BE49-F238E27FC236}">
                  <a16:creationId xmlns:a16="http://schemas.microsoft.com/office/drawing/2014/main" id="{177364BB-EDBF-4802-A2A9-27EE73F74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368"/>
              <a:ext cx="15" cy="6"/>
            </a:xfrm>
            <a:custGeom>
              <a:avLst/>
              <a:gdLst>
                <a:gd name="T0" fmla="*/ 0 w 8"/>
                <a:gd name="T1" fmla="*/ 24 h 3"/>
                <a:gd name="T2" fmla="*/ 53 w 8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34" name="Freeform 96">
              <a:extLst>
                <a:ext uri="{FF2B5EF4-FFF2-40B4-BE49-F238E27FC236}">
                  <a16:creationId xmlns:a16="http://schemas.microsoft.com/office/drawing/2014/main" id="{50CD1635-C047-4458-A228-BB6C5CFCA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673"/>
              <a:ext cx="8" cy="18"/>
            </a:xfrm>
            <a:custGeom>
              <a:avLst/>
              <a:gdLst>
                <a:gd name="T0" fmla="*/ 32 w 4"/>
                <a:gd name="T1" fmla="*/ 0 h 9"/>
                <a:gd name="T2" fmla="*/ 0 w 4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1" y="2"/>
                    <a:pt x="1" y="6"/>
                    <a:pt x="0" y="9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35" name="Freeform 97">
              <a:extLst>
                <a:ext uri="{FF2B5EF4-FFF2-40B4-BE49-F238E27FC236}">
                  <a16:creationId xmlns:a16="http://schemas.microsoft.com/office/drawing/2014/main" id="{FF7A3D15-99B6-4AA3-B09F-3141B5503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730"/>
              <a:ext cx="31" cy="29"/>
            </a:xfrm>
            <a:custGeom>
              <a:avLst/>
              <a:gdLst>
                <a:gd name="T0" fmla="*/ 0 w 16"/>
                <a:gd name="T1" fmla="*/ 81 h 14"/>
                <a:gd name="T2" fmla="*/ 64 w 16"/>
                <a:gd name="T3" fmla="*/ 8 h 14"/>
                <a:gd name="T4" fmla="*/ 45 w 16"/>
                <a:gd name="T5" fmla="*/ 1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9"/>
                  </a:moveTo>
                  <a:cubicBezTo>
                    <a:pt x="0" y="6"/>
                    <a:pt x="6" y="0"/>
                    <a:pt x="9" y="1"/>
                  </a:cubicBezTo>
                  <a:cubicBezTo>
                    <a:pt x="16" y="2"/>
                    <a:pt x="9" y="11"/>
                    <a:pt x="6" y="14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36" name="Freeform 98">
              <a:extLst>
                <a:ext uri="{FF2B5EF4-FFF2-40B4-BE49-F238E27FC236}">
                  <a16:creationId xmlns:a16="http://schemas.microsoft.com/office/drawing/2014/main" id="{CFA4E11A-AD24-4994-BEC1-95D5733D0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761"/>
              <a:ext cx="13" cy="29"/>
            </a:xfrm>
            <a:custGeom>
              <a:avLst/>
              <a:gdLst>
                <a:gd name="T0" fmla="*/ 45 w 7"/>
                <a:gd name="T1" fmla="*/ 0 h 14"/>
                <a:gd name="T2" fmla="*/ 0 w 7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3" y="4"/>
                    <a:pt x="2" y="9"/>
                    <a:pt x="0" y="14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37" name="Freeform 99">
              <a:extLst>
                <a:ext uri="{FF2B5EF4-FFF2-40B4-BE49-F238E27FC236}">
                  <a16:creationId xmlns:a16="http://schemas.microsoft.com/office/drawing/2014/main" id="{4BEE7DEF-6480-4DE6-AF6D-6E0077010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708"/>
              <a:ext cx="20" cy="20"/>
            </a:xfrm>
            <a:custGeom>
              <a:avLst/>
              <a:gdLst>
                <a:gd name="T0" fmla="*/ 48 w 10"/>
                <a:gd name="T1" fmla="*/ 80 h 10"/>
                <a:gd name="T2" fmla="*/ 24 w 10"/>
                <a:gd name="T3" fmla="*/ 16 h 10"/>
                <a:gd name="T4" fmla="*/ 80 w 10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cubicBezTo>
                    <a:pt x="4" y="9"/>
                    <a:pt x="0" y="4"/>
                    <a:pt x="3" y="2"/>
                  </a:cubicBezTo>
                  <a:cubicBezTo>
                    <a:pt x="6" y="0"/>
                    <a:pt x="8" y="6"/>
                    <a:pt x="10" y="6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38" name="Freeform 100">
              <a:extLst>
                <a:ext uri="{FF2B5EF4-FFF2-40B4-BE49-F238E27FC236}">
                  <a16:creationId xmlns:a16="http://schemas.microsoft.com/office/drawing/2014/main" id="{06AF62DB-6948-4B3A-A057-DF15EEA7E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621"/>
              <a:ext cx="18" cy="4"/>
            </a:xfrm>
            <a:custGeom>
              <a:avLst/>
              <a:gdLst>
                <a:gd name="T0" fmla="*/ 72 w 9"/>
                <a:gd name="T1" fmla="*/ 0 h 2"/>
                <a:gd name="T2" fmla="*/ 0 w 9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0"/>
                    <a:pt x="3" y="2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39" name="Freeform 101">
              <a:extLst>
                <a:ext uri="{FF2B5EF4-FFF2-40B4-BE49-F238E27FC236}">
                  <a16:creationId xmlns:a16="http://schemas.microsoft.com/office/drawing/2014/main" id="{BFE17F76-8184-498C-92A1-8B5A8B531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574"/>
              <a:ext cx="5" cy="16"/>
            </a:xfrm>
            <a:custGeom>
              <a:avLst/>
              <a:gdLst>
                <a:gd name="T0" fmla="*/ 5 w 3"/>
                <a:gd name="T1" fmla="*/ 0 h 8"/>
                <a:gd name="T2" fmla="*/ 13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3"/>
                    <a:pt x="1" y="6"/>
                    <a:pt x="3" y="8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40" name="Freeform 102">
              <a:extLst>
                <a:ext uri="{FF2B5EF4-FFF2-40B4-BE49-F238E27FC236}">
                  <a16:creationId xmlns:a16="http://schemas.microsoft.com/office/drawing/2014/main" id="{4AE7D23D-DF3A-4DA3-AFB9-9BC04AF14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59"/>
              <a:ext cx="4" cy="17"/>
            </a:xfrm>
            <a:custGeom>
              <a:avLst/>
              <a:gdLst>
                <a:gd name="T0" fmla="*/ 16 w 2"/>
                <a:gd name="T1" fmla="*/ 0 h 8"/>
                <a:gd name="T2" fmla="*/ 16 w 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2" y="8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41" name="Freeform 103">
              <a:extLst>
                <a:ext uri="{FF2B5EF4-FFF2-40B4-BE49-F238E27FC236}">
                  <a16:creationId xmlns:a16="http://schemas.microsoft.com/office/drawing/2014/main" id="{D16B4732-503E-4025-9B72-FD26A617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601"/>
              <a:ext cx="18" cy="8"/>
            </a:xfrm>
            <a:custGeom>
              <a:avLst/>
              <a:gdLst>
                <a:gd name="T0" fmla="*/ 0 w 9"/>
                <a:gd name="T1" fmla="*/ 32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2"/>
                    <a:pt x="6" y="0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42" name="Freeform 104">
              <a:extLst>
                <a:ext uri="{FF2B5EF4-FFF2-40B4-BE49-F238E27FC236}">
                  <a16:creationId xmlns:a16="http://schemas.microsoft.com/office/drawing/2014/main" id="{135DBEED-E91A-4D90-B825-2D64D020B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667"/>
              <a:ext cx="16" cy="10"/>
            </a:xfrm>
            <a:custGeom>
              <a:avLst/>
              <a:gdLst>
                <a:gd name="T0" fmla="*/ 0 w 8"/>
                <a:gd name="T1" fmla="*/ 40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5" y="2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43" name="Freeform 105">
              <a:extLst>
                <a:ext uri="{FF2B5EF4-FFF2-40B4-BE49-F238E27FC236}">
                  <a16:creationId xmlns:a16="http://schemas.microsoft.com/office/drawing/2014/main" id="{CE38E6BA-30AA-4BB0-872C-7FA29F27F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714"/>
              <a:ext cx="27" cy="27"/>
            </a:xfrm>
            <a:custGeom>
              <a:avLst/>
              <a:gdLst>
                <a:gd name="T0" fmla="*/ 29 w 14"/>
                <a:gd name="T1" fmla="*/ 116 h 13"/>
                <a:gd name="T2" fmla="*/ 93 w 14"/>
                <a:gd name="T3" fmla="*/ 44 h 13"/>
                <a:gd name="T4" fmla="*/ 0 w 14"/>
                <a:gd name="T5" fmla="*/ 7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4" y="13"/>
                  </a:moveTo>
                  <a:cubicBezTo>
                    <a:pt x="7" y="12"/>
                    <a:pt x="14" y="8"/>
                    <a:pt x="13" y="5"/>
                  </a:cubicBezTo>
                  <a:cubicBezTo>
                    <a:pt x="12" y="0"/>
                    <a:pt x="2" y="7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44" name="Freeform 106">
              <a:extLst>
                <a:ext uri="{FF2B5EF4-FFF2-40B4-BE49-F238E27FC236}">
                  <a16:creationId xmlns:a16="http://schemas.microsoft.com/office/drawing/2014/main" id="{E26F9C78-6E39-4D77-94FC-AFBAC8B8F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786"/>
              <a:ext cx="17" cy="21"/>
            </a:xfrm>
            <a:custGeom>
              <a:avLst/>
              <a:gdLst>
                <a:gd name="T0" fmla="*/ 0 w 9"/>
                <a:gd name="T1" fmla="*/ 27 h 10"/>
                <a:gd name="T2" fmla="*/ 60 w 9"/>
                <a:gd name="T3" fmla="*/ 48 h 10"/>
                <a:gd name="T4" fmla="*/ 15 w 9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3"/>
                  </a:moveTo>
                  <a:cubicBezTo>
                    <a:pt x="3" y="3"/>
                    <a:pt x="9" y="0"/>
                    <a:pt x="9" y="5"/>
                  </a:cubicBezTo>
                  <a:cubicBezTo>
                    <a:pt x="8" y="8"/>
                    <a:pt x="4" y="10"/>
                    <a:pt x="2" y="1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45" name="Freeform 107">
              <a:extLst>
                <a:ext uri="{FF2B5EF4-FFF2-40B4-BE49-F238E27FC236}">
                  <a16:creationId xmlns:a16="http://schemas.microsoft.com/office/drawing/2014/main" id="{454659FD-CB0B-4DD5-94A4-0CBE53699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809"/>
              <a:ext cx="15" cy="2"/>
            </a:xfrm>
            <a:custGeom>
              <a:avLst/>
              <a:gdLst>
                <a:gd name="T0" fmla="*/ 0 w 8"/>
                <a:gd name="T1" fmla="*/ 0 h 1"/>
                <a:gd name="T2" fmla="*/ 53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6" y="1"/>
                    <a:pt x="8" y="1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46" name="Freeform 108">
              <a:extLst>
                <a:ext uri="{FF2B5EF4-FFF2-40B4-BE49-F238E27FC236}">
                  <a16:creationId xmlns:a16="http://schemas.microsoft.com/office/drawing/2014/main" id="{1D98FF6A-A630-4B0D-B94F-438F4B176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889"/>
              <a:ext cx="8" cy="6"/>
            </a:xfrm>
            <a:custGeom>
              <a:avLst/>
              <a:gdLst>
                <a:gd name="T0" fmla="*/ 0 w 4"/>
                <a:gd name="T1" fmla="*/ 24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47" name="Freeform 109">
              <a:extLst>
                <a:ext uri="{FF2B5EF4-FFF2-40B4-BE49-F238E27FC236}">
                  <a16:creationId xmlns:a16="http://schemas.microsoft.com/office/drawing/2014/main" id="{D2B92C23-82AA-4179-98A3-E88EEACF6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722"/>
              <a:ext cx="19" cy="25"/>
            </a:xfrm>
            <a:custGeom>
              <a:avLst/>
              <a:gdLst>
                <a:gd name="T0" fmla="*/ 61 w 10"/>
                <a:gd name="T1" fmla="*/ 108 h 12"/>
                <a:gd name="T2" fmla="*/ 55 w 10"/>
                <a:gd name="T3" fmla="*/ 17 h 12"/>
                <a:gd name="T4" fmla="*/ 0 w 10"/>
                <a:gd name="T5" fmla="*/ 10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9" y="12"/>
                  </a:moveTo>
                  <a:cubicBezTo>
                    <a:pt x="9" y="10"/>
                    <a:pt x="10" y="3"/>
                    <a:pt x="8" y="2"/>
                  </a:cubicBezTo>
                  <a:cubicBezTo>
                    <a:pt x="4" y="0"/>
                    <a:pt x="0" y="8"/>
                    <a:pt x="0" y="11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48" name="Freeform 110">
              <a:extLst>
                <a:ext uri="{FF2B5EF4-FFF2-40B4-BE49-F238E27FC236}">
                  <a16:creationId xmlns:a16="http://schemas.microsoft.com/office/drawing/2014/main" id="{955CED8C-2004-4185-8550-815FC93FE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689"/>
              <a:ext cx="16" cy="11"/>
            </a:xfrm>
            <a:custGeom>
              <a:avLst/>
              <a:gdLst>
                <a:gd name="T0" fmla="*/ 0 w 8"/>
                <a:gd name="T1" fmla="*/ 33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3" y="5"/>
                    <a:pt x="6" y="1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49" name="Freeform 111">
              <a:extLst>
                <a:ext uri="{FF2B5EF4-FFF2-40B4-BE49-F238E27FC236}">
                  <a16:creationId xmlns:a16="http://schemas.microsoft.com/office/drawing/2014/main" id="{6E6EED85-971F-41E6-AB63-B077D670E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621"/>
              <a:ext cx="8" cy="13"/>
            </a:xfrm>
            <a:custGeom>
              <a:avLst/>
              <a:gdLst>
                <a:gd name="T0" fmla="*/ 32 w 4"/>
                <a:gd name="T1" fmla="*/ 0 h 6"/>
                <a:gd name="T2" fmla="*/ 0 w 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50" name="Freeform 112">
              <a:extLst>
                <a:ext uri="{FF2B5EF4-FFF2-40B4-BE49-F238E27FC236}">
                  <a16:creationId xmlns:a16="http://schemas.microsoft.com/office/drawing/2014/main" id="{DCF3DFF4-5393-4585-9068-E6E5D6114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586"/>
              <a:ext cx="16" cy="8"/>
            </a:xfrm>
            <a:custGeom>
              <a:avLst/>
              <a:gdLst>
                <a:gd name="T0" fmla="*/ 0 w 8"/>
                <a:gd name="T1" fmla="*/ 32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51" name="Freeform 113">
              <a:extLst>
                <a:ext uri="{FF2B5EF4-FFF2-40B4-BE49-F238E27FC236}">
                  <a16:creationId xmlns:a16="http://schemas.microsoft.com/office/drawing/2014/main" id="{FF4BFC89-B24F-4742-8B23-729BAA799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609"/>
              <a:ext cx="8" cy="25"/>
            </a:xfrm>
            <a:custGeom>
              <a:avLst/>
              <a:gdLst>
                <a:gd name="T0" fmla="*/ 0 w 4"/>
                <a:gd name="T1" fmla="*/ 0 h 12"/>
                <a:gd name="T2" fmla="*/ 32 w 4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3" y="4"/>
                    <a:pt x="3" y="8"/>
                    <a:pt x="4" y="12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52" name="Freeform 114">
              <a:extLst>
                <a:ext uri="{FF2B5EF4-FFF2-40B4-BE49-F238E27FC236}">
                  <a16:creationId xmlns:a16="http://schemas.microsoft.com/office/drawing/2014/main" id="{BA70CEE6-5D9E-4577-BFF1-E37A257FE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681"/>
              <a:ext cx="10" cy="6"/>
            </a:xfrm>
            <a:custGeom>
              <a:avLst/>
              <a:gdLst>
                <a:gd name="T0" fmla="*/ 0 w 5"/>
                <a:gd name="T1" fmla="*/ 24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53" name="Freeform 115">
              <a:extLst>
                <a:ext uri="{FF2B5EF4-FFF2-40B4-BE49-F238E27FC236}">
                  <a16:creationId xmlns:a16="http://schemas.microsoft.com/office/drawing/2014/main" id="{1825F834-CAC3-4BF0-9C51-676AEF9BF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543"/>
              <a:ext cx="2" cy="16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54" name="Freeform 116">
              <a:extLst>
                <a:ext uri="{FF2B5EF4-FFF2-40B4-BE49-F238E27FC236}">
                  <a16:creationId xmlns:a16="http://schemas.microsoft.com/office/drawing/2014/main" id="{E4FB34F2-2651-46C6-BE07-E408DEFE5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473"/>
              <a:ext cx="4" cy="12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55" name="Freeform 117">
              <a:extLst>
                <a:ext uri="{FF2B5EF4-FFF2-40B4-BE49-F238E27FC236}">
                  <a16:creationId xmlns:a16="http://schemas.microsoft.com/office/drawing/2014/main" id="{DC998CD3-E39B-45EE-AFBC-C27554F48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467"/>
              <a:ext cx="11" cy="12"/>
            </a:xfrm>
            <a:custGeom>
              <a:avLst/>
              <a:gdLst>
                <a:gd name="T0" fmla="*/ 0 w 6"/>
                <a:gd name="T1" fmla="*/ 0 h 6"/>
                <a:gd name="T2" fmla="*/ 37 w 6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3" y="1"/>
                    <a:pt x="4" y="4"/>
                    <a:pt x="6" y="6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56" name="Freeform 118">
              <a:extLst>
                <a:ext uri="{FF2B5EF4-FFF2-40B4-BE49-F238E27FC236}">
                  <a16:creationId xmlns:a16="http://schemas.microsoft.com/office/drawing/2014/main" id="{5B926935-C78B-4092-B2C4-113D9B7F4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516"/>
              <a:ext cx="13" cy="19"/>
            </a:xfrm>
            <a:custGeom>
              <a:avLst/>
              <a:gdLst>
                <a:gd name="T0" fmla="*/ 0 w 7"/>
                <a:gd name="T1" fmla="*/ 84 h 9"/>
                <a:gd name="T2" fmla="*/ 45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57" name="Freeform 119">
              <a:extLst>
                <a:ext uri="{FF2B5EF4-FFF2-40B4-BE49-F238E27FC236}">
                  <a16:creationId xmlns:a16="http://schemas.microsoft.com/office/drawing/2014/main" id="{89624E10-38B5-4B01-A034-6324AAFFC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70"/>
              <a:ext cx="9" cy="2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58" name="Freeform 120">
              <a:extLst>
                <a:ext uri="{FF2B5EF4-FFF2-40B4-BE49-F238E27FC236}">
                  <a16:creationId xmlns:a16="http://schemas.microsoft.com/office/drawing/2014/main" id="{6BFEE8B7-96D2-4146-A903-81AE5A1E4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592"/>
              <a:ext cx="6" cy="13"/>
            </a:xfrm>
            <a:custGeom>
              <a:avLst/>
              <a:gdLst>
                <a:gd name="T0" fmla="*/ 0 w 3"/>
                <a:gd name="T1" fmla="*/ 61 h 6"/>
                <a:gd name="T2" fmla="*/ 24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4"/>
                    <a:pt x="2" y="2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59" name="Freeform 121">
              <a:extLst>
                <a:ext uri="{FF2B5EF4-FFF2-40B4-BE49-F238E27FC236}">
                  <a16:creationId xmlns:a16="http://schemas.microsoft.com/office/drawing/2014/main" id="{A722ACBA-1888-4E28-84B9-A65920BFF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440"/>
              <a:ext cx="17" cy="8"/>
            </a:xfrm>
            <a:custGeom>
              <a:avLst/>
              <a:gdLst>
                <a:gd name="T0" fmla="*/ 0 w 9"/>
                <a:gd name="T1" fmla="*/ 32 h 4"/>
                <a:gd name="T2" fmla="*/ 6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1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60" name="Freeform 122">
              <a:extLst>
                <a:ext uri="{FF2B5EF4-FFF2-40B4-BE49-F238E27FC236}">
                  <a16:creationId xmlns:a16="http://schemas.microsoft.com/office/drawing/2014/main" id="{72D35B97-7219-45B1-9FF7-35BFEABD8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436"/>
              <a:ext cx="13" cy="8"/>
            </a:xfrm>
            <a:custGeom>
              <a:avLst/>
              <a:gdLst>
                <a:gd name="T0" fmla="*/ 0 w 7"/>
                <a:gd name="T1" fmla="*/ 32 h 4"/>
                <a:gd name="T2" fmla="*/ 4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61" name="Freeform 123">
              <a:extLst>
                <a:ext uri="{FF2B5EF4-FFF2-40B4-BE49-F238E27FC236}">
                  <a16:creationId xmlns:a16="http://schemas.microsoft.com/office/drawing/2014/main" id="{C4C4B7C5-9F3C-4583-8C5B-AC70A0123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363"/>
              <a:ext cx="14" cy="13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3"/>
                    <a:pt x="4" y="5"/>
                    <a:pt x="7" y="6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62" name="Freeform 124">
              <a:extLst>
                <a:ext uri="{FF2B5EF4-FFF2-40B4-BE49-F238E27FC236}">
                  <a16:creationId xmlns:a16="http://schemas.microsoft.com/office/drawing/2014/main" id="{7B269FAD-14A4-4361-A98A-C4EFF1D46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353"/>
              <a:ext cx="18" cy="10"/>
            </a:xfrm>
            <a:custGeom>
              <a:avLst/>
              <a:gdLst>
                <a:gd name="T0" fmla="*/ 0 w 9"/>
                <a:gd name="T1" fmla="*/ 40 h 5"/>
                <a:gd name="T2" fmla="*/ 7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4" y="4"/>
                    <a:pt x="6" y="1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63" name="Freeform 125">
              <a:extLst>
                <a:ext uri="{FF2B5EF4-FFF2-40B4-BE49-F238E27FC236}">
                  <a16:creationId xmlns:a16="http://schemas.microsoft.com/office/drawing/2014/main" id="{A17C5713-C263-4E41-A835-BB6AB9D1F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343"/>
              <a:ext cx="19" cy="14"/>
            </a:xfrm>
            <a:custGeom>
              <a:avLst/>
              <a:gdLst>
                <a:gd name="T0" fmla="*/ 0 w 10"/>
                <a:gd name="T1" fmla="*/ 0 h 7"/>
                <a:gd name="T2" fmla="*/ 68 w 10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0" y="6"/>
                    <a:pt x="6" y="7"/>
                    <a:pt x="10" y="7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64" name="Freeform 126">
              <a:extLst>
                <a:ext uri="{FF2B5EF4-FFF2-40B4-BE49-F238E27FC236}">
                  <a16:creationId xmlns:a16="http://schemas.microsoft.com/office/drawing/2014/main" id="{7AC0B15D-3A28-4877-9CAF-FE971C09E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368"/>
              <a:ext cx="13" cy="6"/>
            </a:xfrm>
            <a:custGeom>
              <a:avLst/>
              <a:gdLst>
                <a:gd name="T0" fmla="*/ 0 w 7"/>
                <a:gd name="T1" fmla="*/ 24 h 3"/>
                <a:gd name="T2" fmla="*/ 45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3"/>
                    <a:pt x="5" y="1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65" name="Freeform 127">
              <a:extLst>
                <a:ext uri="{FF2B5EF4-FFF2-40B4-BE49-F238E27FC236}">
                  <a16:creationId xmlns:a16="http://schemas.microsoft.com/office/drawing/2014/main" id="{3EEF845B-39D3-4D93-9FDD-D677EDB9A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300"/>
              <a:ext cx="20" cy="22"/>
            </a:xfrm>
            <a:custGeom>
              <a:avLst/>
              <a:gdLst>
                <a:gd name="T0" fmla="*/ 8 w 10"/>
                <a:gd name="T1" fmla="*/ 0 h 11"/>
                <a:gd name="T2" fmla="*/ 80 w 10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" y="0"/>
                  </a:moveTo>
                  <a:cubicBezTo>
                    <a:pt x="0" y="11"/>
                    <a:pt x="10" y="11"/>
                    <a:pt x="10" y="1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66" name="Freeform 128">
              <a:extLst>
                <a:ext uri="{FF2B5EF4-FFF2-40B4-BE49-F238E27FC236}">
                  <a16:creationId xmlns:a16="http://schemas.microsoft.com/office/drawing/2014/main" id="{8F64FDD0-8703-4734-88CA-31E6E4363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568"/>
              <a:ext cx="6" cy="14"/>
            </a:xfrm>
            <a:custGeom>
              <a:avLst/>
              <a:gdLst>
                <a:gd name="T0" fmla="*/ 24 w 3"/>
                <a:gd name="T1" fmla="*/ 0 h 7"/>
                <a:gd name="T2" fmla="*/ 0 w 3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2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67" name="Freeform 129">
              <a:extLst>
                <a:ext uri="{FF2B5EF4-FFF2-40B4-BE49-F238E27FC236}">
                  <a16:creationId xmlns:a16="http://schemas.microsoft.com/office/drawing/2014/main" id="{DCACE0F6-907C-4F7C-AA66-C9865D942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607"/>
              <a:ext cx="5" cy="18"/>
            </a:xfrm>
            <a:custGeom>
              <a:avLst/>
              <a:gdLst>
                <a:gd name="T0" fmla="*/ 0 w 3"/>
                <a:gd name="T1" fmla="*/ 0 h 9"/>
                <a:gd name="T2" fmla="*/ 13 w 3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1" y="4"/>
                    <a:pt x="2" y="6"/>
                    <a:pt x="3" y="9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68" name="Freeform 130">
              <a:extLst>
                <a:ext uri="{FF2B5EF4-FFF2-40B4-BE49-F238E27FC236}">
                  <a16:creationId xmlns:a16="http://schemas.microsoft.com/office/drawing/2014/main" id="{A5A76633-8C70-48AF-9813-79AAAF6CA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697"/>
              <a:ext cx="11" cy="9"/>
            </a:xfrm>
            <a:custGeom>
              <a:avLst/>
              <a:gdLst>
                <a:gd name="T0" fmla="*/ 0 w 6"/>
                <a:gd name="T1" fmla="*/ 45 h 4"/>
                <a:gd name="T2" fmla="*/ 3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0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69" name="Freeform 131">
              <a:extLst>
                <a:ext uri="{FF2B5EF4-FFF2-40B4-BE49-F238E27FC236}">
                  <a16:creationId xmlns:a16="http://schemas.microsoft.com/office/drawing/2014/main" id="{0262BAF8-15FA-43C2-AE74-26DB491C2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722"/>
              <a:ext cx="1" cy="21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3"/>
                    <a:pt x="0" y="6"/>
                    <a:pt x="0" y="1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70" name="Freeform 132">
              <a:extLst>
                <a:ext uri="{FF2B5EF4-FFF2-40B4-BE49-F238E27FC236}">
                  <a16:creationId xmlns:a16="http://schemas.microsoft.com/office/drawing/2014/main" id="{82259CC7-CEF1-4BEF-9C2F-705403C6D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761"/>
              <a:ext cx="20" cy="31"/>
            </a:xfrm>
            <a:custGeom>
              <a:avLst/>
              <a:gdLst>
                <a:gd name="T0" fmla="*/ 80 w 10"/>
                <a:gd name="T1" fmla="*/ 43 h 15"/>
                <a:gd name="T2" fmla="*/ 48 w 10"/>
                <a:gd name="T3" fmla="*/ 124 h 15"/>
                <a:gd name="T4" fmla="*/ 40 w 1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5"/>
                  </a:moveTo>
                  <a:cubicBezTo>
                    <a:pt x="10" y="8"/>
                    <a:pt x="10" y="15"/>
                    <a:pt x="6" y="14"/>
                  </a:cubicBezTo>
                  <a:cubicBezTo>
                    <a:pt x="0" y="13"/>
                    <a:pt x="4" y="3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71" name="Freeform 133">
              <a:extLst>
                <a:ext uri="{FF2B5EF4-FFF2-40B4-BE49-F238E27FC236}">
                  <a16:creationId xmlns:a16="http://schemas.microsoft.com/office/drawing/2014/main" id="{6EC20889-9C68-4630-BB65-8283FA544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815"/>
              <a:ext cx="5" cy="23"/>
            </a:xfrm>
            <a:custGeom>
              <a:avLst/>
              <a:gdLst>
                <a:gd name="T0" fmla="*/ 13 w 3"/>
                <a:gd name="T1" fmla="*/ 0 h 11"/>
                <a:gd name="T2" fmla="*/ 0 w 3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4"/>
                    <a:pt x="1" y="7"/>
                    <a:pt x="0" y="11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72" name="Freeform 134">
              <a:extLst>
                <a:ext uri="{FF2B5EF4-FFF2-40B4-BE49-F238E27FC236}">
                  <a16:creationId xmlns:a16="http://schemas.microsoft.com/office/drawing/2014/main" id="{D5E48D20-0B23-4328-8142-386D8AB4B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778"/>
              <a:ext cx="1" cy="14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73" name="Freeform 135">
              <a:extLst>
                <a:ext uri="{FF2B5EF4-FFF2-40B4-BE49-F238E27FC236}">
                  <a16:creationId xmlns:a16="http://schemas.microsoft.com/office/drawing/2014/main" id="{90C0A336-5994-4C03-A02B-14C8A9812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790"/>
              <a:ext cx="14" cy="2"/>
            </a:xfrm>
            <a:custGeom>
              <a:avLst/>
              <a:gdLst>
                <a:gd name="T0" fmla="*/ 0 w 7"/>
                <a:gd name="T1" fmla="*/ 8 h 1"/>
                <a:gd name="T2" fmla="*/ 56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74" name="Freeform 136">
              <a:extLst>
                <a:ext uri="{FF2B5EF4-FFF2-40B4-BE49-F238E27FC236}">
                  <a16:creationId xmlns:a16="http://schemas.microsoft.com/office/drawing/2014/main" id="{82AEDB57-E3C3-4838-A011-67DA570D4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846"/>
              <a:ext cx="4" cy="19"/>
            </a:xfrm>
            <a:custGeom>
              <a:avLst/>
              <a:gdLst>
                <a:gd name="T0" fmla="*/ 0 w 2"/>
                <a:gd name="T1" fmla="*/ 84 h 9"/>
                <a:gd name="T2" fmla="*/ 16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2" y="6"/>
                    <a:pt x="2" y="3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75" name="Freeform 137">
              <a:extLst>
                <a:ext uri="{FF2B5EF4-FFF2-40B4-BE49-F238E27FC236}">
                  <a16:creationId xmlns:a16="http://schemas.microsoft.com/office/drawing/2014/main" id="{21C8EA91-4198-49E1-81B4-2F805D7B7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889"/>
              <a:ext cx="14" cy="17"/>
            </a:xfrm>
            <a:custGeom>
              <a:avLst/>
              <a:gdLst>
                <a:gd name="T0" fmla="*/ 0 w 7"/>
                <a:gd name="T1" fmla="*/ 77 h 8"/>
                <a:gd name="T2" fmla="*/ 5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3" y="2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76" name="Freeform 138">
              <a:extLst>
                <a:ext uri="{FF2B5EF4-FFF2-40B4-BE49-F238E27FC236}">
                  <a16:creationId xmlns:a16="http://schemas.microsoft.com/office/drawing/2014/main" id="{76FB808C-06D0-4259-97E3-DD2936C96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862"/>
              <a:ext cx="21" cy="11"/>
            </a:xfrm>
            <a:custGeom>
              <a:avLst/>
              <a:gdLst>
                <a:gd name="T0" fmla="*/ 0 w 11"/>
                <a:gd name="T1" fmla="*/ 53 h 5"/>
                <a:gd name="T2" fmla="*/ 76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4" y="4"/>
                    <a:pt x="8" y="3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77" name="Freeform 139">
              <a:extLst>
                <a:ext uri="{FF2B5EF4-FFF2-40B4-BE49-F238E27FC236}">
                  <a16:creationId xmlns:a16="http://schemas.microsoft.com/office/drawing/2014/main" id="{017192D0-C030-4804-B276-5403B1EE6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819"/>
              <a:ext cx="11" cy="6"/>
            </a:xfrm>
            <a:custGeom>
              <a:avLst/>
              <a:gdLst>
                <a:gd name="T0" fmla="*/ 0 w 6"/>
                <a:gd name="T1" fmla="*/ 0 h 3"/>
                <a:gd name="T2" fmla="*/ 37 w 6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1"/>
                    <a:pt x="4" y="3"/>
                    <a:pt x="6" y="3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78" name="Freeform 140">
              <a:extLst>
                <a:ext uri="{FF2B5EF4-FFF2-40B4-BE49-F238E27FC236}">
                  <a16:creationId xmlns:a16="http://schemas.microsoft.com/office/drawing/2014/main" id="{7D836EE7-834D-4DCF-B2E0-A4E68CE7F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766"/>
              <a:ext cx="21" cy="26"/>
            </a:xfrm>
            <a:custGeom>
              <a:avLst/>
              <a:gdLst>
                <a:gd name="T0" fmla="*/ 21 w 11"/>
                <a:gd name="T1" fmla="*/ 104 h 13"/>
                <a:gd name="T2" fmla="*/ 0 w 11"/>
                <a:gd name="T3" fmla="*/ 5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3" y="13"/>
                  </a:moveTo>
                  <a:cubicBezTo>
                    <a:pt x="9" y="13"/>
                    <a:pt x="11" y="0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79" name="Freeform 141">
              <a:extLst>
                <a:ext uri="{FF2B5EF4-FFF2-40B4-BE49-F238E27FC236}">
                  <a16:creationId xmlns:a16="http://schemas.microsoft.com/office/drawing/2014/main" id="{1918CD77-7988-4251-B9E9-EA02FDEFB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844"/>
              <a:ext cx="29" cy="29"/>
            </a:xfrm>
            <a:custGeom>
              <a:avLst/>
              <a:gdLst>
                <a:gd name="T0" fmla="*/ 44 w 15"/>
                <a:gd name="T1" fmla="*/ 0 h 14"/>
                <a:gd name="T2" fmla="*/ 44 w 15"/>
                <a:gd name="T3" fmla="*/ 116 h 14"/>
                <a:gd name="T4" fmla="*/ 93 w 1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0"/>
                  </a:moveTo>
                  <a:cubicBezTo>
                    <a:pt x="5" y="3"/>
                    <a:pt x="0" y="12"/>
                    <a:pt x="6" y="13"/>
                  </a:cubicBezTo>
                  <a:cubicBezTo>
                    <a:pt x="11" y="14"/>
                    <a:pt x="15" y="5"/>
                    <a:pt x="13" y="1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80" name="Freeform 142">
              <a:extLst>
                <a:ext uri="{FF2B5EF4-FFF2-40B4-BE49-F238E27FC236}">
                  <a16:creationId xmlns:a16="http://schemas.microsoft.com/office/drawing/2014/main" id="{2F6AA3E1-BE04-4AC4-9235-C8CDB9365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916"/>
              <a:ext cx="13" cy="8"/>
            </a:xfrm>
            <a:custGeom>
              <a:avLst/>
              <a:gdLst>
                <a:gd name="T0" fmla="*/ 0 w 7"/>
                <a:gd name="T1" fmla="*/ 32 h 4"/>
                <a:gd name="T2" fmla="*/ 4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81" name="Freeform 143">
              <a:extLst>
                <a:ext uri="{FF2B5EF4-FFF2-40B4-BE49-F238E27FC236}">
                  <a16:creationId xmlns:a16="http://schemas.microsoft.com/office/drawing/2014/main" id="{84CB2726-8A09-43FA-85AB-3538A5A0F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918"/>
              <a:ext cx="13" cy="2"/>
            </a:xfrm>
            <a:custGeom>
              <a:avLst/>
              <a:gdLst>
                <a:gd name="T0" fmla="*/ 0 w 7"/>
                <a:gd name="T1" fmla="*/ 8 h 1"/>
                <a:gd name="T2" fmla="*/ 4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82" name="Freeform 144">
              <a:extLst>
                <a:ext uri="{FF2B5EF4-FFF2-40B4-BE49-F238E27FC236}">
                  <a16:creationId xmlns:a16="http://schemas.microsoft.com/office/drawing/2014/main" id="{2FA91F9C-7B0B-4D26-AF26-9ACB8AC75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856"/>
              <a:ext cx="2" cy="29"/>
            </a:xfrm>
            <a:custGeom>
              <a:avLst/>
              <a:gdLst>
                <a:gd name="T0" fmla="*/ 0 w 1"/>
                <a:gd name="T1" fmla="*/ 0 h 14"/>
                <a:gd name="T2" fmla="*/ 8 w 1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0" y="10"/>
                    <a:pt x="1" y="14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83" name="Freeform 145">
              <a:extLst>
                <a:ext uri="{FF2B5EF4-FFF2-40B4-BE49-F238E27FC236}">
                  <a16:creationId xmlns:a16="http://schemas.microsoft.com/office/drawing/2014/main" id="{82DECE03-D26C-450B-AD35-D6D2AE7A0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916"/>
              <a:ext cx="12" cy="12"/>
            </a:xfrm>
            <a:custGeom>
              <a:avLst/>
              <a:gdLst>
                <a:gd name="T0" fmla="*/ 0 w 6"/>
                <a:gd name="T1" fmla="*/ 0 h 6"/>
                <a:gd name="T2" fmla="*/ 48 w 6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1"/>
                    <a:pt x="5" y="3"/>
                    <a:pt x="6" y="6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84" name="Freeform 146">
              <a:extLst>
                <a:ext uri="{FF2B5EF4-FFF2-40B4-BE49-F238E27FC236}">
                  <a16:creationId xmlns:a16="http://schemas.microsoft.com/office/drawing/2014/main" id="{16E9EA35-B043-458B-8DA1-7FD8C3B71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796"/>
              <a:ext cx="27" cy="9"/>
            </a:xfrm>
            <a:custGeom>
              <a:avLst/>
              <a:gdLst>
                <a:gd name="T0" fmla="*/ 0 w 14"/>
                <a:gd name="T1" fmla="*/ 45 h 4"/>
                <a:gd name="T2" fmla="*/ 100 w 14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4"/>
                  </a:moveTo>
                  <a:cubicBezTo>
                    <a:pt x="4" y="0"/>
                    <a:pt x="9" y="0"/>
                    <a:pt x="14" y="1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85" name="Freeform 147">
              <a:extLst>
                <a:ext uri="{FF2B5EF4-FFF2-40B4-BE49-F238E27FC236}">
                  <a16:creationId xmlns:a16="http://schemas.microsoft.com/office/drawing/2014/main" id="{0084F7FD-FB8C-4456-A060-6383B5230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141"/>
              <a:ext cx="188" cy="107"/>
            </a:xfrm>
            <a:custGeom>
              <a:avLst/>
              <a:gdLst>
                <a:gd name="T0" fmla="*/ 0 w 97"/>
                <a:gd name="T1" fmla="*/ 123 h 52"/>
                <a:gd name="T2" fmla="*/ 525 w 97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52">
                  <a:moveTo>
                    <a:pt x="0" y="14"/>
                  </a:moveTo>
                  <a:cubicBezTo>
                    <a:pt x="18" y="52"/>
                    <a:pt x="97" y="38"/>
                    <a:pt x="72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86" name="Freeform 148">
              <a:extLst>
                <a:ext uri="{FF2B5EF4-FFF2-40B4-BE49-F238E27FC236}">
                  <a16:creationId xmlns:a16="http://schemas.microsoft.com/office/drawing/2014/main" id="{EEA83CA3-408E-4003-A961-D2873E051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248"/>
              <a:ext cx="135" cy="78"/>
            </a:xfrm>
            <a:custGeom>
              <a:avLst/>
              <a:gdLst>
                <a:gd name="T0" fmla="*/ 0 w 70"/>
                <a:gd name="T1" fmla="*/ 88 h 38"/>
                <a:gd name="T2" fmla="*/ 372 w 70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38">
                  <a:moveTo>
                    <a:pt x="0" y="10"/>
                  </a:moveTo>
                  <a:cubicBezTo>
                    <a:pt x="13" y="38"/>
                    <a:pt x="70" y="28"/>
                    <a:pt x="52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87" name="Freeform 149">
              <a:extLst>
                <a:ext uri="{FF2B5EF4-FFF2-40B4-BE49-F238E27FC236}">
                  <a16:creationId xmlns:a16="http://schemas.microsoft.com/office/drawing/2014/main" id="{BCDD6008-D13C-4C16-BC7B-11F1663B5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920"/>
              <a:ext cx="95" cy="48"/>
            </a:xfrm>
            <a:custGeom>
              <a:avLst/>
              <a:gdLst>
                <a:gd name="T0" fmla="*/ 16 w 49"/>
                <a:gd name="T1" fmla="*/ 27 h 23"/>
                <a:gd name="T2" fmla="*/ 217 w 49"/>
                <a:gd name="T3" fmla="*/ 209 h 23"/>
                <a:gd name="T4" fmla="*/ 264 w 4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3">
                  <a:moveTo>
                    <a:pt x="2" y="3"/>
                  </a:moveTo>
                  <a:cubicBezTo>
                    <a:pt x="0" y="12"/>
                    <a:pt x="22" y="23"/>
                    <a:pt x="30" y="23"/>
                  </a:cubicBezTo>
                  <a:cubicBezTo>
                    <a:pt x="43" y="23"/>
                    <a:pt x="49" y="5"/>
                    <a:pt x="36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88" name="Freeform 150">
              <a:extLst>
                <a:ext uri="{FF2B5EF4-FFF2-40B4-BE49-F238E27FC236}">
                  <a16:creationId xmlns:a16="http://schemas.microsoft.com/office/drawing/2014/main" id="{9203C046-4F07-4C68-AF59-0B9D78D53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019"/>
              <a:ext cx="99" cy="72"/>
            </a:xfrm>
            <a:custGeom>
              <a:avLst/>
              <a:gdLst>
                <a:gd name="T0" fmla="*/ 0 w 51"/>
                <a:gd name="T1" fmla="*/ 115 h 35"/>
                <a:gd name="T2" fmla="*/ 212 w 51"/>
                <a:gd name="T3" fmla="*/ 288 h 35"/>
                <a:gd name="T4" fmla="*/ 301 w 5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5">
                  <a:moveTo>
                    <a:pt x="0" y="13"/>
                  </a:moveTo>
                  <a:cubicBezTo>
                    <a:pt x="2" y="24"/>
                    <a:pt x="19" y="35"/>
                    <a:pt x="29" y="33"/>
                  </a:cubicBezTo>
                  <a:cubicBezTo>
                    <a:pt x="45" y="30"/>
                    <a:pt x="51" y="11"/>
                    <a:pt x="41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89" name="Freeform 151">
              <a:extLst>
                <a:ext uri="{FF2B5EF4-FFF2-40B4-BE49-F238E27FC236}">
                  <a16:creationId xmlns:a16="http://schemas.microsoft.com/office/drawing/2014/main" id="{0B209F95-A078-4670-ACF1-DB7B91F74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060"/>
              <a:ext cx="133" cy="99"/>
            </a:xfrm>
            <a:custGeom>
              <a:avLst/>
              <a:gdLst>
                <a:gd name="T0" fmla="*/ 0 w 69"/>
                <a:gd name="T1" fmla="*/ 229 h 48"/>
                <a:gd name="T2" fmla="*/ 349 w 69"/>
                <a:gd name="T3" fmla="*/ 340 h 48"/>
                <a:gd name="T4" fmla="*/ 393 w 69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8">
                  <a:moveTo>
                    <a:pt x="0" y="26"/>
                  </a:moveTo>
                  <a:cubicBezTo>
                    <a:pt x="12" y="46"/>
                    <a:pt x="34" y="48"/>
                    <a:pt x="49" y="39"/>
                  </a:cubicBezTo>
                  <a:cubicBezTo>
                    <a:pt x="63" y="30"/>
                    <a:pt x="69" y="9"/>
                    <a:pt x="55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90" name="Freeform 152">
              <a:extLst>
                <a:ext uri="{FF2B5EF4-FFF2-40B4-BE49-F238E27FC236}">
                  <a16:creationId xmlns:a16="http://schemas.microsoft.com/office/drawing/2014/main" id="{D393D80E-83AE-443C-9568-89BE15D19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970"/>
              <a:ext cx="149" cy="74"/>
            </a:xfrm>
            <a:custGeom>
              <a:avLst/>
              <a:gdLst>
                <a:gd name="T0" fmla="*/ 0 w 77"/>
                <a:gd name="T1" fmla="*/ 156 h 36"/>
                <a:gd name="T2" fmla="*/ 364 w 77"/>
                <a:gd name="T3" fmla="*/ 261 h 36"/>
                <a:gd name="T4" fmla="*/ 420 w 77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6">
                  <a:moveTo>
                    <a:pt x="0" y="18"/>
                  </a:moveTo>
                  <a:cubicBezTo>
                    <a:pt x="13" y="32"/>
                    <a:pt x="31" y="36"/>
                    <a:pt x="50" y="30"/>
                  </a:cubicBezTo>
                  <a:cubicBezTo>
                    <a:pt x="59" y="28"/>
                    <a:pt x="77" y="7"/>
                    <a:pt x="58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91" name="Freeform 153">
              <a:extLst>
                <a:ext uri="{FF2B5EF4-FFF2-40B4-BE49-F238E27FC236}">
                  <a16:creationId xmlns:a16="http://schemas.microsoft.com/office/drawing/2014/main" id="{60CAF3C5-6BB1-47A9-8337-35249921C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368"/>
              <a:ext cx="251" cy="138"/>
            </a:xfrm>
            <a:custGeom>
              <a:avLst/>
              <a:gdLst>
                <a:gd name="T0" fmla="*/ 0 w 130"/>
                <a:gd name="T1" fmla="*/ 445 h 67"/>
                <a:gd name="T2" fmla="*/ 380 w 130"/>
                <a:gd name="T3" fmla="*/ 332 h 67"/>
                <a:gd name="T4" fmla="*/ 656 w 130"/>
                <a:gd name="T5" fmla="*/ 356 h 67"/>
                <a:gd name="T6" fmla="*/ 805 w 130"/>
                <a:gd name="T7" fmla="*/ 385 h 67"/>
                <a:gd name="T8" fmla="*/ 780 w 130"/>
                <a:gd name="T9" fmla="*/ 192 h 67"/>
                <a:gd name="T10" fmla="*/ 131 w 130"/>
                <a:gd name="T11" fmla="*/ 124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67">
                  <a:moveTo>
                    <a:pt x="0" y="51"/>
                  </a:moveTo>
                  <a:cubicBezTo>
                    <a:pt x="18" y="67"/>
                    <a:pt x="37" y="42"/>
                    <a:pt x="53" y="38"/>
                  </a:cubicBezTo>
                  <a:cubicBezTo>
                    <a:pt x="65" y="35"/>
                    <a:pt x="81" y="39"/>
                    <a:pt x="91" y="41"/>
                  </a:cubicBezTo>
                  <a:cubicBezTo>
                    <a:pt x="99" y="43"/>
                    <a:pt x="102" y="49"/>
                    <a:pt x="112" y="44"/>
                  </a:cubicBezTo>
                  <a:cubicBezTo>
                    <a:pt x="130" y="35"/>
                    <a:pt x="120" y="27"/>
                    <a:pt x="108" y="22"/>
                  </a:cubicBezTo>
                  <a:cubicBezTo>
                    <a:pt x="82" y="8"/>
                    <a:pt x="46" y="0"/>
                    <a:pt x="18" y="14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92" name="Freeform 154">
              <a:extLst>
                <a:ext uri="{FF2B5EF4-FFF2-40B4-BE49-F238E27FC236}">
                  <a16:creationId xmlns:a16="http://schemas.microsoft.com/office/drawing/2014/main" id="{63F2A871-3DBD-4070-B955-0E64B0778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038"/>
              <a:ext cx="143" cy="90"/>
            </a:xfrm>
            <a:custGeom>
              <a:avLst/>
              <a:gdLst>
                <a:gd name="T0" fmla="*/ 0 w 74"/>
                <a:gd name="T1" fmla="*/ 0 h 44"/>
                <a:gd name="T2" fmla="*/ 52 w 74"/>
                <a:gd name="T3" fmla="*/ 180 h 44"/>
                <a:gd name="T4" fmla="*/ 193 w 74"/>
                <a:gd name="T5" fmla="*/ 293 h 44"/>
                <a:gd name="T6" fmla="*/ 512 w 74"/>
                <a:gd name="T7" fmla="*/ 15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44">
                  <a:moveTo>
                    <a:pt x="0" y="0"/>
                  </a:moveTo>
                  <a:cubicBezTo>
                    <a:pt x="6" y="6"/>
                    <a:pt x="4" y="14"/>
                    <a:pt x="7" y="21"/>
                  </a:cubicBezTo>
                  <a:cubicBezTo>
                    <a:pt x="11" y="28"/>
                    <a:pt x="20" y="32"/>
                    <a:pt x="27" y="34"/>
                  </a:cubicBezTo>
                  <a:cubicBezTo>
                    <a:pt x="44" y="40"/>
                    <a:pt x="74" y="44"/>
                    <a:pt x="71" y="18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93" name="Freeform 155">
              <a:extLst>
                <a:ext uri="{FF2B5EF4-FFF2-40B4-BE49-F238E27FC236}">
                  <a16:creationId xmlns:a16="http://schemas.microsoft.com/office/drawing/2014/main" id="{8AB8C7B3-17C2-48B5-9C4B-306807AE4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104"/>
              <a:ext cx="155" cy="88"/>
            </a:xfrm>
            <a:custGeom>
              <a:avLst/>
              <a:gdLst>
                <a:gd name="T0" fmla="*/ 0 w 80"/>
                <a:gd name="T1" fmla="*/ 104 h 43"/>
                <a:gd name="T2" fmla="*/ 436 w 80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43">
                  <a:moveTo>
                    <a:pt x="0" y="12"/>
                  </a:moveTo>
                  <a:cubicBezTo>
                    <a:pt x="15" y="43"/>
                    <a:pt x="80" y="32"/>
                    <a:pt x="60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94" name="Freeform 156">
              <a:extLst>
                <a:ext uri="{FF2B5EF4-FFF2-40B4-BE49-F238E27FC236}">
                  <a16:creationId xmlns:a16="http://schemas.microsoft.com/office/drawing/2014/main" id="{024E3B61-2B3F-4D23-B7B7-66F6F9343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085"/>
              <a:ext cx="106" cy="81"/>
            </a:xfrm>
            <a:custGeom>
              <a:avLst/>
              <a:gdLst>
                <a:gd name="T0" fmla="*/ 0 w 55"/>
                <a:gd name="T1" fmla="*/ 189 h 39"/>
                <a:gd name="T2" fmla="*/ 324 w 55"/>
                <a:gd name="T3" fmla="*/ 241 h 39"/>
                <a:gd name="T4" fmla="*/ 279 w 5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9">
                  <a:moveTo>
                    <a:pt x="0" y="21"/>
                  </a:moveTo>
                  <a:cubicBezTo>
                    <a:pt x="1" y="35"/>
                    <a:pt x="27" y="39"/>
                    <a:pt x="45" y="27"/>
                  </a:cubicBezTo>
                  <a:cubicBezTo>
                    <a:pt x="55" y="21"/>
                    <a:pt x="51" y="1"/>
                    <a:pt x="39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95" name="Freeform 157">
              <a:extLst>
                <a:ext uri="{FF2B5EF4-FFF2-40B4-BE49-F238E27FC236}">
                  <a16:creationId xmlns:a16="http://schemas.microsoft.com/office/drawing/2014/main" id="{8A2A7106-24D3-46EB-9D92-783D6884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974"/>
              <a:ext cx="81" cy="80"/>
            </a:xfrm>
            <a:custGeom>
              <a:avLst/>
              <a:gdLst>
                <a:gd name="T0" fmla="*/ 23 w 42"/>
                <a:gd name="T1" fmla="*/ 232 h 39"/>
                <a:gd name="T2" fmla="*/ 231 w 42"/>
                <a:gd name="T3" fmla="*/ 261 h 39"/>
                <a:gd name="T4" fmla="*/ 231 w 4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9">
                  <a:moveTo>
                    <a:pt x="3" y="27"/>
                  </a:moveTo>
                  <a:cubicBezTo>
                    <a:pt x="0" y="39"/>
                    <a:pt x="26" y="36"/>
                    <a:pt x="32" y="30"/>
                  </a:cubicBezTo>
                  <a:cubicBezTo>
                    <a:pt x="41" y="22"/>
                    <a:pt x="42" y="7"/>
                    <a:pt x="32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96" name="Freeform 158">
              <a:extLst>
                <a:ext uri="{FF2B5EF4-FFF2-40B4-BE49-F238E27FC236}">
                  <a16:creationId xmlns:a16="http://schemas.microsoft.com/office/drawing/2014/main" id="{AA114747-A8ED-4FA3-B0CC-4893C0A39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968"/>
              <a:ext cx="192" cy="125"/>
            </a:xfrm>
            <a:custGeom>
              <a:avLst/>
              <a:gdLst>
                <a:gd name="T0" fmla="*/ 504 w 99"/>
                <a:gd name="T1" fmla="*/ 96 h 61"/>
                <a:gd name="T2" fmla="*/ 465 w 99"/>
                <a:gd name="T3" fmla="*/ 320 h 61"/>
                <a:gd name="T4" fmla="*/ 0 w 99"/>
                <a:gd name="T5" fmla="*/ 113 h 61"/>
                <a:gd name="T6" fmla="*/ 496 w 99"/>
                <a:gd name="T7" fmla="*/ 113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61">
                  <a:moveTo>
                    <a:pt x="69" y="11"/>
                  </a:moveTo>
                  <a:cubicBezTo>
                    <a:pt x="69" y="11"/>
                    <a:pt x="99" y="61"/>
                    <a:pt x="64" y="37"/>
                  </a:cubicBezTo>
                  <a:cubicBezTo>
                    <a:pt x="30" y="12"/>
                    <a:pt x="16" y="10"/>
                    <a:pt x="0" y="13"/>
                  </a:cubicBezTo>
                  <a:cubicBezTo>
                    <a:pt x="8" y="7"/>
                    <a:pt x="43" y="0"/>
                    <a:pt x="68" y="13"/>
                  </a:cubicBezTo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97" name="Freeform 159">
              <a:extLst>
                <a:ext uri="{FF2B5EF4-FFF2-40B4-BE49-F238E27FC236}">
                  <a16:creationId xmlns:a16="http://schemas.microsoft.com/office/drawing/2014/main" id="{8E60EBC9-2C60-403F-9BBF-7BA542DF7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215"/>
              <a:ext cx="261" cy="206"/>
            </a:xfrm>
            <a:custGeom>
              <a:avLst/>
              <a:gdLst>
                <a:gd name="T0" fmla="*/ 0 w 135"/>
                <a:gd name="T1" fmla="*/ 173 h 100"/>
                <a:gd name="T2" fmla="*/ 621 w 135"/>
                <a:gd name="T3" fmla="*/ 43 h 100"/>
                <a:gd name="T4" fmla="*/ 845 w 135"/>
                <a:gd name="T5" fmla="*/ 52 h 100"/>
                <a:gd name="T6" fmla="*/ 976 w 135"/>
                <a:gd name="T7" fmla="*/ 412 h 100"/>
                <a:gd name="T8" fmla="*/ 853 w 135"/>
                <a:gd name="T9" fmla="*/ 717 h 100"/>
                <a:gd name="T10" fmla="*/ 425 w 135"/>
                <a:gd name="T11" fmla="*/ 873 h 100"/>
                <a:gd name="T12" fmla="*/ 269 w 135"/>
                <a:gd name="T13" fmla="*/ 323 h 100"/>
                <a:gd name="T14" fmla="*/ 0 w 135"/>
                <a:gd name="T15" fmla="*/ 183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00">
                  <a:moveTo>
                    <a:pt x="0" y="20"/>
                  </a:moveTo>
                  <a:cubicBezTo>
                    <a:pt x="19" y="26"/>
                    <a:pt x="63" y="21"/>
                    <a:pt x="86" y="5"/>
                  </a:cubicBezTo>
                  <a:cubicBezTo>
                    <a:pt x="95" y="0"/>
                    <a:pt x="117" y="6"/>
                    <a:pt x="117" y="6"/>
                  </a:cubicBezTo>
                  <a:cubicBezTo>
                    <a:pt x="135" y="47"/>
                    <a:pt x="135" y="47"/>
                    <a:pt x="135" y="47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0"/>
                    <a:pt x="73" y="50"/>
                    <a:pt x="37" y="37"/>
                  </a:cubicBezTo>
                  <a:cubicBezTo>
                    <a:pt x="2" y="24"/>
                    <a:pt x="0" y="21"/>
                    <a:pt x="0" y="21"/>
                  </a:cubicBezTo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98" name="Freeform 160">
              <a:extLst>
                <a:ext uri="{FF2B5EF4-FFF2-40B4-BE49-F238E27FC236}">
                  <a16:creationId xmlns:a16="http://schemas.microsoft.com/office/drawing/2014/main" id="{43497782-5B2E-47E0-8435-054A509BF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68"/>
              <a:ext cx="255" cy="66"/>
            </a:xfrm>
            <a:custGeom>
              <a:avLst/>
              <a:gdLst>
                <a:gd name="T0" fmla="*/ 0 w 132"/>
                <a:gd name="T1" fmla="*/ 221 h 32"/>
                <a:gd name="T2" fmla="*/ 589 w 132"/>
                <a:gd name="T3" fmla="*/ 192 h 32"/>
                <a:gd name="T4" fmla="*/ 504 w 132"/>
                <a:gd name="T5" fmla="*/ 25 h 32"/>
                <a:gd name="T6" fmla="*/ 0 w 132"/>
                <a:gd name="T7" fmla="*/ 2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32">
                  <a:moveTo>
                    <a:pt x="0" y="25"/>
                  </a:moveTo>
                  <a:cubicBezTo>
                    <a:pt x="11" y="16"/>
                    <a:pt x="32" y="13"/>
                    <a:pt x="82" y="22"/>
                  </a:cubicBezTo>
                  <a:cubicBezTo>
                    <a:pt x="132" y="32"/>
                    <a:pt x="70" y="3"/>
                    <a:pt x="70" y="3"/>
                  </a:cubicBezTo>
                  <a:cubicBezTo>
                    <a:pt x="70" y="3"/>
                    <a:pt x="27" y="0"/>
                    <a:pt x="0" y="25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99" name="Freeform 161">
              <a:extLst>
                <a:ext uri="{FF2B5EF4-FFF2-40B4-BE49-F238E27FC236}">
                  <a16:creationId xmlns:a16="http://schemas.microsoft.com/office/drawing/2014/main" id="{D7C5D4BB-7CA0-4E13-B7A5-D6568440C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196"/>
              <a:ext cx="197" cy="62"/>
            </a:xfrm>
            <a:custGeom>
              <a:avLst/>
              <a:gdLst>
                <a:gd name="T0" fmla="*/ 0 w 102"/>
                <a:gd name="T1" fmla="*/ 157 h 30"/>
                <a:gd name="T2" fmla="*/ 541 w 102"/>
                <a:gd name="T3" fmla="*/ 99 h 30"/>
                <a:gd name="T4" fmla="*/ 541 w 102"/>
                <a:gd name="T5" fmla="*/ 265 h 30"/>
                <a:gd name="T6" fmla="*/ 0 w 102"/>
                <a:gd name="T7" fmla="*/ 15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30">
                  <a:moveTo>
                    <a:pt x="0" y="18"/>
                  </a:moveTo>
                  <a:cubicBezTo>
                    <a:pt x="10" y="24"/>
                    <a:pt x="49" y="22"/>
                    <a:pt x="75" y="11"/>
                  </a:cubicBezTo>
                  <a:cubicBezTo>
                    <a:pt x="102" y="0"/>
                    <a:pt x="75" y="30"/>
                    <a:pt x="75" y="30"/>
                  </a:cubicBezTo>
                  <a:cubicBezTo>
                    <a:pt x="75" y="30"/>
                    <a:pt x="17" y="26"/>
                    <a:pt x="0" y="18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00" name="Freeform 162">
              <a:extLst>
                <a:ext uri="{FF2B5EF4-FFF2-40B4-BE49-F238E27FC236}">
                  <a16:creationId xmlns:a16="http://schemas.microsoft.com/office/drawing/2014/main" id="{4EE233F1-553E-4984-87C9-D27496D8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178"/>
              <a:ext cx="196" cy="84"/>
            </a:xfrm>
            <a:custGeom>
              <a:avLst/>
              <a:gdLst>
                <a:gd name="T0" fmla="*/ 0 w 101"/>
                <a:gd name="T1" fmla="*/ 0 h 41"/>
                <a:gd name="T2" fmla="*/ 505 w 101"/>
                <a:gd name="T3" fmla="*/ 277 h 41"/>
                <a:gd name="T4" fmla="*/ 460 w 101"/>
                <a:gd name="T5" fmla="*/ 0 h 41"/>
                <a:gd name="T6" fmla="*/ 0 w 101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41">
                  <a:moveTo>
                    <a:pt x="0" y="0"/>
                  </a:moveTo>
                  <a:cubicBezTo>
                    <a:pt x="10" y="13"/>
                    <a:pt x="37" y="41"/>
                    <a:pt x="69" y="32"/>
                  </a:cubicBezTo>
                  <a:cubicBezTo>
                    <a:pt x="101" y="24"/>
                    <a:pt x="63" y="0"/>
                    <a:pt x="63" y="0"/>
                  </a:cubicBezTo>
                  <a:cubicBezTo>
                    <a:pt x="63" y="0"/>
                    <a:pt x="40" y="28"/>
                    <a:pt x="0" y="0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01" name="Freeform 163">
              <a:extLst>
                <a:ext uri="{FF2B5EF4-FFF2-40B4-BE49-F238E27FC236}">
                  <a16:creationId xmlns:a16="http://schemas.microsoft.com/office/drawing/2014/main" id="{8514C8FB-597B-4116-9F9C-9516EAA3F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223"/>
              <a:ext cx="145" cy="23"/>
            </a:xfrm>
            <a:custGeom>
              <a:avLst/>
              <a:gdLst>
                <a:gd name="T0" fmla="*/ 0 w 75"/>
                <a:gd name="T1" fmla="*/ 17 h 11"/>
                <a:gd name="T2" fmla="*/ 0 w 75"/>
                <a:gd name="T3" fmla="*/ 17 h 11"/>
                <a:gd name="T4" fmla="*/ 541 w 75"/>
                <a:gd name="T5" fmla="*/ 17 h 11"/>
                <a:gd name="T6" fmla="*/ 534 w 75"/>
                <a:gd name="T7" fmla="*/ 0 h 11"/>
                <a:gd name="T8" fmla="*/ 0 w 75"/>
                <a:gd name="T9" fmla="*/ 1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1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6" y="11"/>
                    <a:pt x="61" y="8"/>
                    <a:pt x="75" y="2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59" y="6"/>
                    <a:pt x="14" y="1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02" name="Freeform 164">
              <a:extLst>
                <a:ext uri="{FF2B5EF4-FFF2-40B4-BE49-F238E27FC236}">
                  <a16:creationId xmlns:a16="http://schemas.microsoft.com/office/drawing/2014/main" id="{8AFE8D34-D78D-4879-A5F7-DE193E341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986"/>
              <a:ext cx="147" cy="39"/>
            </a:xfrm>
            <a:custGeom>
              <a:avLst/>
              <a:gdLst>
                <a:gd name="T0" fmla="*/ 0 w 76"/>
                <a:gd name="T1" fmla="*/ 164 h 19"/>
                <a:gd name="T2" fmla="*/ 0 w 76"/>
                <a:gd name="T3" fmla="*/ 164 h 19"/>
                <a:gd name="T4" fmla="*/ 542 w 76"/>
                <a:gd name="T5" fmla="*/ 105 h 19"/>
                <a:gd name="T6" fmla="*/ 549 w 76"/>
                <a:gd name="T7" fmla="*/ 88 h 19"/>
                <a:gd name="T8" fmla="*/ 0 w 76"/>
                <a:gd name="T9" fmla="*/ 16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9">
                  <a:moveTo>
                    <a:pt x="0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24" y="1"/>
                    <a:pt x="51" y="6"/>
                    <a:pt x="75" y="12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51" y="4"/>
                    <a:pt x="25" y="0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03" name="Freeform 165">
              <a:extLst>
                <a:ext uri="{FF2B5EF4-FFF2-40B4-BE49-F238E27FC236}">
                  <a16:creationId xmlns:a16="http://schemas.microsoft.com/office/drawing/2014/main" id="{5B085197-F01C-4881-8324-E457850A1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986"/>
              <a:ext cx="114" cy="52"/>
            </a:xfrm>
            <a:custGeom>
              <a:avLst/>
              <a:gdLst>
                <a:gd name="T0" fmla="*/ 0 w 59"/>
                <a:gd name="T1" fmla="*/ 17 h 25"/>
                <a:gd name="T2" fmla="*/ 0 w 59"/>
                <a:gd name="T3" fmla="*/ 17 h 25"/>
                <a:gd name="T4" fmla="*/ 412 w 59"/>
                <a:gd name="T5" fmla="*/ 225 h 25"/>
                <a:gd name="T6" fmla="*/ 425 w 59"/>
                <a:gd name="T7" fmla="*/ 208 h 25"/>
                <a:gd name="T8" fmla="*/ 0 w 59"/>
                <a:gd name="T9" fmla="*/ 1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6" y="0"/>
                    <a:pt x="44" y="10"/>
                    <a:pt x="57" y="25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45" y="8"/>
                    <a:pt x="1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04" name="Freeform 166">
              <a:extLst>
                <a:ext uri="{FF2B5EF4-FFF2-40B4-BE49-F238E27FC236}">
                  <a16:creationId xmlns:a16="http://schemas.microsoft.com/office/drawing/2014/main" id="{9FF6E2D6-E38B-42F5-A68F-E2A59B9BF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170"/>
              <a:ext cx="127" cy="86"/>
            </a:xfrm>
            <a:custGeom>
              <a:avLst/>
              <a:gdLst>
                <a:gd name="T0" fmla="*/ 393 w 66"/>
                <a:gd name="T1" fmla="*/ 328 h 42"/>
                <a:gd name="T2" fmla="*/ 8 w 66"/>
                <a:gd name="T3" fmla="*/ 0 h 42"/>
                <a:gd name="T4" fmla="*/ 0 w 66"/>
                <a:gd name="T5" fmla="*/ 0 h 42"/>
                <a:gd name="T6" fmla="*/ 393 w 66"/>
                <a:gd name="T7" fmla="*/ 344 h 42"/>
                <a:gd name="T8" fmla="*/ 456 w 66"/>
                <a:gd name="T9" fmla="*/ 352 h 42"/>
                <a:gd name="T10" fmla="*/ 441 w 66"/>
                <a:gd name="T11" fmla="*/ 328 h 42"/>
                <a:gd name="T12" fmla="*/ 393 w 66"/>
                <a:gd name="T13" fmla="*/ 328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2">
                  <a:moveTo>
                    <a:pt x="55" y="38"/>
                  </a:moveTo>
                  <a:cubicBezTo>
                    <a:pt x="38" y="34"/>
                    <a:pt x="15" y="16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17"/>
                    <a:pt x="37" y="37"/>
                    <a:pt x="55" y="40"/>
                  </a:cubicBezTo>
                  <a:cubicBezTo>
                    <a:pt x="58" y="41"/>
                    <a:pt x="63" y="42"/>
                    <a:pt x="64" y="41"/>
                  </a:cubicBezTo>
                  <a:cubicBezTo>
                    <a:pt x="66" y="40"/>
                    <a:pt x="62" y="38"/>
                    <a:pt x="62" y="38"/>
                  </a:cubicBezTo>
                  <a:cubicBezTo>
                    <a:pt x="62" y="38"/>
                    <a:pt x="57" y="38"/>
                    <a:pt x="55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05" name="Freeform 167">
              <a:extLst>
                <a:ext uri="{FF2B5EF4-FFF2-40B4-BE49-F238E27FC236}">
                  <a16:creationId xmlns:a16="http://schemas.microsoft.com/office/drawing/2014/main" id="{8F2416E9-F9C7-465D-ADA5-6E6375474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221"/>
              <a:ext cx="213" cy="58"/>
            </a:xfrm>
            <a:custGeom>
              <a:avLst/>
              <a:gdLst>
                <a:gd name="T0" fmla="*/ 653 w 110"/>
                <a:gd name="T1" fmla="*/ 44 h 28"/>
                <a:gd name="T2" fmla="*/ 0 w 110"/>
                <a:gd name="T3" fmla="*/ 108 h 28"/>
                <a:gd name="T4" fmla="*/ 0 w 110"/>
                <a:gd name="T5" fmla="*/ 108 h 28"/>
                <a:gd name="T6" fmla="*/ 660 w 110"/>
                <a:gd name="T7" fmla="*/ 64 h 28"/>
                <a:gd name="T8" fmla="*/ 798 w 110"/>
                <a:gd name="T9" fmla="*/ 17 h 28"/>
                <a:gd name="T10" fmla="*/ 792 w 110"/>
                <a:gd name="T11" fmla="*/ 0 h 28"/>
                <a:gd name="T12" fmla="*/ 653 w 110"/>
                <a:gd name="T13" fmla="*/ 4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28">
                  <a:moveTo>
                    <a:pt x="90" y="5"/>
                  </a:moveTo>
                  <a:cubicBezTo>
                    <a:pt x="71" y="12"/>
                    <a:pt x="31" y="28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2" y="28"/>
                    <a:pt x="72" y="15"/>
                    <a:pt x="91" y="7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09" y="0"/>
                    <a:pt x="109" y="0"/>
                    <a:pt x="109" y="0"/>
                  </a:cubicBezTo>
                  <a:lnTo>
                    <a:pt x="9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06" name="Freeform 168">
              <a:extLst>
                <a:ext uri="{FF2B5EF4-FFF2-40B4-BE49-F238E27FC236}">
                  <a16:creationId xmlns:a16="http://schemas.microsoft.com/office/drawing/2014/main" id="{12298DEE-08F6-44B5-8C00-8B6DB9A29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308"/>
              <a:ext cx="93" cy="76"/>
            </a:xfrm>
            <a:custGeom>
              <a:avLst/>
              <a:gdLst>
                <a:gd name="T0" fmla="*/ 0 w 48"/>
                <a:gd name="T1" fmla="*/ 189 h 37"/>
                <a:gd name="T2" fmla="*/ 285 w 48"/>
                <a:gd name="T3" fmla="*/ 253 h 37"/>
                <a:gd name="T4" fmla="*/ 248 w 48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7">
                  <a:moveTo>
                    <a:pt x="0" y="22"/>
                  </a:moveTo>
                  <a:cubicBezTo>
                    <a:pt x="6" y="34"/>
                    <a:pt x="29" y="37"/>
                    <a:pt x="39" y="29"/>
                  </a:cubicBezTo>
                  <a:cubicBezTo>
                    <a:pt x="47" y="22"/>
                    <a:pt x="48" y="0"/>
                    <a:pt x="34" y="1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07" name="Freeform 169">
              <a:extLst>
                <a:ext uri="{FF2B5EF4-FFF2-40B4-BE49-F238E27FC236}">
                  <a16:creationId xmlns:a16="http://schemas.microsoft.com/office/drawing/2014/main" id="{FA9B3BA2-1ADD-47E6-83AC-F07A8735A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227"/>
              <a:ext cx="147" cy="89"/>
            </a:xfrm>
            <a:custGeom>
              <a:avLst/>
              <a:gdLst>
                <a:gd name="T0" fmla="*/ 0 w 76"/>
                <a:gd name="T1" fmla="*/ 89 h 43"/>
                <a:gd name="T2" fmla="*/ 101 w 76"/>
                <a:gd name="T3" fmla="*/ 213 h 43"/>
                <a:gd name="T4" fmla="*/ 269 w 76"/>
                <a:gd name="T5" fmla="*/ 348 h 43"/>
                <a:gd name="T6" fmla="*/ 493 w 76"/>
                <a:gd name="T7" fmla="*/ 52 h 43"/>
                <a:gd name="T8" fmla="*/ 348 w 76"/>
                <a:gd name="T9" fmla="*/ 132 h 43"/>
                <a:gd name="T10" fmla="*/ 124 w 76"/>
                <a:gd name="T11" fmla="*/ 43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3">
                  <a:moveTo>
                    <a:pt x="0" y="10"/>
                  </a:moveTo>
                  <a:cubicBezTo>
                    <a:pt x="3" y="18"/>
                    <a:pt x="10" y="19"/>
                    <a:pt x="14" y="24"/>
                  </a:cubicBezTo>
                  <a:cubicBezTo>
                    <a:pt x="21" y="32"/>
                    <a:pt x="26" y="37"/>
                    <a:pt x="37" y="39"/>
                  </a:cubicBezTo>
                  <a:cubicBezTo>
                    <a:pt x="57" y="43"/>
                    <a:pt x="76" y="26"/>
                    <a:pt x="68" y="6"/>
                  </a:cubicBezTo>
                  <a:cubicBezTo>
                    <a:pt x="64" y="14"/>
                    <a:pt x="57" y="19"/>
                    <a:pt x="48" y="15"/>
                  </a:cubicBezTo>
                  <a:cubicBezTo>
                    <a:pt x="35" y="10"/>
                    <a:pt x="33" y="0"/>
                    <a:pt x="17" y="5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08" name="Freeform 170">
              <a:extLst>
                <a:ext uri="{FF2B5EF4-FFF2-40B4-BE49-F238E27FC236}">
                  <a16:creationId xmlns:a16="http://schemas.microsoft.com/office/drawing/2014/main" id="{317BB0F9-996B-4E60-BCB0-0CE94A0A0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015"/>
              <a:ext cx="69" cy="85"/>
            </a:xfrm>
            <a:custGeom>
              <a:avLst/>
              <a:gdLst>
                <a:gd name="T0" fmla="*/ 192 w 36"/>
                <a:gd name="T1" fmla="*/ 0 h 41"/>
                <a:gd name="T2" fmla="*/ 184 w 36"/>
                <a:gd name="T3" fmla="*/ 216 h 41"/>
                <a:gd name="T4" fmla="*/ 245 w 36"/>
                <a:gd name="T5" fmla="*/ 365 h 41"/>
                <a:gd name="T6" fmla="*/ 69 w 36"/>
                <a:gd name="T7" fmla="*/ 292 h 41"/>
                <a:gd name="T8" fmla="*/ 56 w 36"/>
                <a:gd name="T9" fmla="*/ 14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1">
                  <a:moveTo>
                    <a:pt x="27" y="0"/>
                  </a:moveTo>
                  <a:cubicBezTo>
                    <a:pt x="31" y="7"/>
                    <a:pt x="29" y="17"/>
                    <a:pt x="26" y="24"/>
                  </a:cubicBezTo>
                  <a:cubicBezTo>
                    <a:pt x="32" y="28"/>
                    <a:pt x="36" y="32"/>
                    <a:pt x="35" y="41"/>
                  </a:cubicBezTo>
                  <a:cubicBezTo>
                    <a:pt x="27" y="31"/>
                    <a:pt x="22" y="34"/>
                    <a:pt x="10" y="33"/>
                  </a:cubicBezTo>
                  <a:cubicBezTo>
                    <a:pt x="0" y="32"/>
                    <a:pt x="1" y="22"/>
                    <a:pt x="8" y="16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09" name="Freeform 171">
              <a:extLst>
                <a:ext uri="{FF2B5EF4-FFF2-40B4-BE49-F238E27FC236}">
                  <a16:creationId xmlns:a16="http://schemas.microsoft.com/office/drawing/2014/main" id="{381EF863-587B-4BC8-96D6-9CE3FF44E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262"/>
              <a:ext cx="158" cy="93"/>
            </a:xfrm>
            <a:custGeom>
              <a:avLst/>
              <a:gdLst>
                <a:gd name="T0" fmla="*/ 44 w 82"/>
                <a:gd name="T1" fmla="*/ 0 h 45"/>
                <a:gd name="T2" fmla="*/ 356 w 82"/>
                <a:gd name="T3" fmla="*/ 380 h 45"/>
                <a:gd name="T4" fmla="*/ 493 w 82"/>
                <a:gd name="T5" fmla="*/ 2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45">
                  <a:moveTo>
                    <a:pt x="6" y="0"/>
                  </a:moveTo>
                  <a:cubicBezTo>
                    <a:pt x="0" y="26"/>
                    <a:pt x="25" y="45"/>
                    <a:pt x="50" y="43"/>
                  </a:cubicBezTo>
                  <a:cubicBezTo>
                    <a:pt x="70" y="42"/>
                    <a:pt x="82" y="18"/>
                    <a:pt x="69" y="3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10" name="Freeform 172">
              <a:extLst>
                <a:ext uri="{FF2B5EF4-FFF2-40B4-BE49-F238E27FC236}">
                  <a16:creationId xmlns:a16="http://schemas.microsoft.com/office/drawing/2014/main" id="{B31B7EFE-68B8-430C-8567-16AAB4C91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415"/>
              <a:ext cx="101" cy="62"/>
            </a:xfrm>
            <a:custGeom>
              <a:avLst/>
              <a:gdLst>
                <a:gd name="T0" fmla="*/ 0 w 52"/>
                <a:gd name="T1" fmla="*/ 167 h 30"/>
                <a:gd name="T2" fmla="*/ 249 w 52"/>
                <a:gd name="T3" fmla="*/ 248 h 30"/>
                <a:gd name="T4" fmla="*/ 381 w 52"/>
                <a:gd name="T5" fmla="*/ 25 h 30"/>
                <a:gd name="T6" fmla="*/ 309 w 52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0">
                  <a:moveTo>
                    <a:pt x="0" y="19"/>
                  </a:moveTo>
                  <a:cubicBezTo>
                    <a:pt x="7" y="26"/>
                    <a:pt x="23" y="30"/>
                    <a:pt x="34" y="28"/>
                  </a:cubicBezTo>
                  <a:cubicBezTo>
                    <a:pt x="47" y="27"/>
                    <a:pt x="52" y="15"/>
                    <a:pt x="52" y="3"/>
                  </a:cubicBezTo>
                  <a:cubicBezTo>
                    <a:pt x="49" y="3"/>
                    <a:pt x="45" y="3"/>
                    <a:pt x="42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11" name="Freeform 173">
              <a:extLst>
                <a:ext uri="{FF2B5EF4-FFF2-40B4-BE49-F238E27FC236}">
                  <a16:creationId xmlns:a16="http://schemas.microsoft.com/office/drawing/2014/main" id="{A29D0F8B-E634-47B3-8533-AFCADBCFE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112"/>
              <a:ext cx="184" cy="80"/>
            </a:xfrm>
            <a:custGeom>
              <a:avLst/>
              <a:gdLst>
                <a:gd name="T0" fmla="*/ 0 w 95"/>
                <a:gd name="T1" fmla="*/ 51 h 39"/>
                <a:gd name="T2" fmla="*/ 604 w 95"/>
                <a:gd name="T3" fmla="*/ 113 h 39"/>
                <a:gd name="T4" fmla="*/ 401 w 95"/>
                <a:gd name="T5" fmla="*/ 336 h 39"/>
                <a:gd name="T6" fmla="*/ 0 w 95"/>
                <a:gd name="T7" fmla="*/ 5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39">
                  <a:moveTo>
                    <a:pt x="0" y="6"/>
                  </a:moveTo>
                  <a:cubicBezTo>
                    <a:pt x="36" y="0"/>
                    <a:pt x="71" y="5"/>
                    <a:pt x="83" y="13"/>
                  </a:cubicBezTo>
                  <a:cubicBezTo>
                    <a:pt x="95" y="22"/>
                    <a:pt x="55" y="39"/>
                    <a:pt x="55" y="39"/>
                  </a:cubicBezTo>
                  <a:cubicBezTo>
                    <a:pt x="55" y="39"/>
                    <a:pt x="48" y="9"/>
                    <a:pt x="0" y="6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12" name="Freeform 174">
              <a:extLst>
                <a:ext uri="{FF2B5EF4-FFF2-40B4-BE49-F238E27FC236}">
                  <a16:creationId xmlns:a16="http://schemas.microsoft.com/office/drawing/2014/main" id="{B065D608-D8FB-49EE-B5E2-620C98CDD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524"/>
              <a:ext cx="121" cy="99"/>
            </a:xfrm>
            <a:custGeom>
              <a:avLst/>
              <a:gdLst>
                <a:gd name="T0" fmla="*/ 0 w 63"/>
                <a:gd name="T1" fmla="*/ 80 h 48"/>
                <a:gd name="T2" fmla="*/ 401 w 63"/>
                <a:gd name="T3" fmla="*/ 361 h 48"/>
                <a:gd name="T4" fmla="*/ 446 w 63"/>
                <a:gd name="T5" fmla="*/ 80 h 48"/>
                <a:gd name="T6" fmla="*/ 0 w 63"/>
                <a:gd name="T7" fmla="*/ 8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8">
                  <a:moveTo>
                    <a:pt x="0" y="9"/>
                  </a:moveTo>
                  <a:cubicBezTo>
                    <a:pt x="30" y="9"/>
                    <a:pt x="53" y="35"/>
                    <a:pt x="57" y="41"/>
                  </a:cubicBezTo>
                  <a:cubicBezTo>
                    <a:pt x="62" y="48"/>
                    <a:pt x="63" y="9"/>
                    <a:pt x="63" y="9"/>
                  </a:cubicBezTo>
                  <a:cubicBezTo>
                    <a:pt x="63" y="9"/>
                    <a:pt x="23" y="0"/>
                    <a:pt x="0" y="9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13" name="Freeform 175">
              <a:extLst>
                <a:ext uri="{FF2B5EF4-FFF2-40B4-BE49-F238E27FC236}">
                  <a16:creationId xmlns:a16="http://schemas.microsoft.com/office/drawing/2014/main" id="{0328A670-E733-4353-9FEA-42224624B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429"/>
              <a:ext cx="122" cy="106"/>
            </a:xfrm>
            <a:custGeom>
              <a:avLst/>
              <a:gdLst>
                <a:gd name="T0" fmla="*/ 56 w 63"/>
                <a:gd name="T1" fmla="*/ 0 h 51"/>
                <a:gd name="T2" fmla="*/ 380 w 63"/>
                <a:gd name="T3" fmla="*/ 208 h 51"/>
                <a:gd name="T4" fmla="*/ 132 w 63"/>
                <a:gd name="T5" fmla="*/ 457 h 51"/>
                <a:gd name="T6" fmla="*/ 56 w 63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1">
                  <a:moveTo>
                    <a:pt x="8" y="0"/>
                  </a:moveTo>
                  <a:cubicBezTo>
                    <a:pt x="10" y="32"/>
                    <a:pt x="40" y="18"/>
                    <a:pt x="52" y="23"/>
                  </a:cubicBezTo>
                  <a:cubicBezTo>
                    <a:pt x="63" y="28"/>
                    <a:pt x="18" y="51"/>
                    <a:pt x="18" y="51"/>
                  </a:cubicBezTo>
                  <a:cubicBezTo>
                    <a:pt x="18" y="51"/>
                    <a:pt x="0" y="17"/>
                    <a:pt x="8" y="0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14" name="Freeform 176">
              <a:extLst>
                <a:ext uri="{FF2B5EF4-FFF2-40B4-BE49-F238E27FC236}">
                  <a16:creationId xmlns:a16="http://schemas.microsoft.com/office/drawing/2014/main" id="{B4098259-2A64-49FE-9747-BEA7EB35B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213"/>
              <a:ext cx="89" cy="82"/>
            </a:xfrm>
            <a:custGeom>
              <a:avLst/>
              <a:gdLst>
                <a:gd name="T0" fmla="*/ 37 w 46"/>
                <a:gd name="T1" fmla="*/ 0 h 40"/>
                <a:gd name="T2" fmla="*/ 277 w 46"/>
                <a:gd name="T3" fmla="*/ 68 h 40"/>
                <a:gd name="T4" fmla="*/ 232 w 46"/>
                <a:gd name="T5" fmla="*/ 344 h 40"/>
                <a:gd name="T6" fmla="*/ 37 w 46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0">
                  <a:moveTo>
                    <a:pt x="5" y="0"/>
                  </a:moveTo>
                  <a:cubicBezTo>
                    <a:pt x="16" y="12"/>
                    <a:pt x="30" y="9"/>
                    <a:pt x="38" y="8"/>
                  </a:cubicBezTo>
                  <a:cubicBezTo>
                    <a:pt x="46" y="6"/>
                    <a:pt x="32" y="40"/>
                    <a:pt x="32" y="40"/>
                  </a:cubicBezTo>
                  <a:cubicBezTo>
                    <a:pt x="32" y="40"/>
                    <a:pt x="0" y="26"/>
                    <a:pt x="5" y="0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15" name="Freeform 177">
              <a:extLst>
                <a:ext uri="{FF2B5EF4-FFF2-40B4-BE49-F238E27FC236}">
                  <a16:creationId xmlns:a16="http://schemas.microsoft.com/office/drawing/2014/main" id="{56F19EE3-6ACF-454B-872E-B9B162719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326"/>
              <a:ext cx="106" cy="75"/>
            </a:xfrm>
            <a:custGeom>
              <a:avLst/>
              <a:gdLst>
                <a:gd name="T0" fmla="*/ 0 w 55"/>
                <a:gd name="T1" fmla="*/ 173 h 36"/>
                <a:gd name="T2" fmla="*/ 372 w 55"/>
                <a:gd name="T3" fmla="*/ 300 h 36"/>
                <a:gd name="T4" fmla="*/ 385 w 55"/>
                <a:gd name="T5" fmla="*/ 0 h 36"/>
                <a:gd name="T6" fmla="*/ 0 w 55"/>
                <a:gd name="T7" fmla="*/ 17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6">
                  <a:moveTo>
                    <a:pt x="0" y="19"/>
                  </a:moveTo>
                  <a:cubicBezTo>
                    <a:pt x="26" y="13"/>
                    <a:pt x="49" y="30"/>
                    <a:pt x="52" y="33"/>
                  </a:cubicBezTo>
                  <a:cubicBezTo>
                    <a:pt x="55" y="36"/>
                    <a:pt x="54" y="0"/>
                    <a:pt x="54" y="0"/>
                  </a:cubicBezTo>
                  <a:cubicBezTo>
                    <a:pt x="54" y="0"/>
                    <a:pt x="21" y="0"/>
                    <a:pt x="0" y="19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16" name="Freeform 178">
              <a:extLst>
                <a:ext uri="{FF2B5EF4-FFF2-40B4-BE49-F238E27FC236}">
                  <a16:creationId xmlns:a16="http://schemas.microsoft.com/office/drawing/2014/main" id="{792E15EF-1930-43F3-827B-22660B4FC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970"/>
              <a:ext cx="79" cy="74"/>
            </a:xfrm>
            <a:custGeom>
              <a:avLst/>
              <a:gdLst>
                <a:gd name="T0" fmla="*/ 23 w 41"/>
                <a:gd name="T1" fmla="*/ 0 h 36"/>
                <a:gd name="T2" fmla="*/ 264 w 41"/>
                <a:gd name="T3" fmla="*/ 60 h 36"/>
                <a:gd name="T4" fmla="*/ 137 w 41"/>
                <a:gd name="T5" fmla="*/ 312 h 36"/>
                <a:gd name="T6" fmla="*/ 23 w 41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6">
                  <a:moveTo>
                    <a:pt x="3" y="0"/>
                  </a:moveTo>
                  <a:cubicBezTo>
                    <a:pt x="9" y="15"/>
                    <a:pt x="34" y="7"/>
                    <a:pt x="37" y="7"/>
                  </a:cubicBezTo>
                  <a:cubicBezTo>
                    <a:pt x="41" y="7"/>
                    <a:pt x="19" y="36"/>
                    <a:pt x="19" y="36"/>
                  </a:cubicBezTo>
                  <a:cubicBezTo>
                    <a:pt x="19" y="36"/>
                    <a:pt x="0" y="11"/>
                    <a:pt x="3" y="0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17" name="Freeform 179">
              <a:extLst>
                <a:ext uri="{FF2B5EF4-FFF2-40B4-BE49-F238E27FC236}">
                  <a16:creationId xmlns:a16="http://schemas.microsoft.com/office/drawing/2014/main" id="{4FC3CAA8-4E92-4031-B6B8-4168D95A7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982"/>
              <a:ext cx="27" cy="12"/>
            </a:xfrm>
            <a:custGeom>
              <a:avLst/>
              <a:gdLst>
                <a:gd name="T0" fmla="*/ 0 w 14"/>
                <a:gd name="T1" fmla="*/ 0 h 6"/>
                <a:gd name="T2" fmla="*/ 100 w 14"/>
                <a:gd name="T3" fmla="*/ 4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10" y="6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18" name="Freeform 180">
              <a:extLst>
                <a:ext uri="{FF2B5EF4-FFF2-40B4-BE49-F238E27FC236}">
                  <a16:creationId xmlns:a16="http://schemas.microsoft.com/office/drawing/2014/main" id="{DDADAF23-0A3A-49E6-A1C6-19C43C8B0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221"/>
              <a:ext cx="37" cy="21"/>
            </a:xfrm>
            <a:custGeom>
              <a:avLst/>
              <a:gdLst>
                <a:gd name="T0" fmla="*/ 0 w 19"/>
                <a:gd name="T1" fmla="*/ 0 h 10"/>
                <a:gd name="T2" fmla="*/ 140 w 19"/>
                <a:gd name="T3" fmla="*/ 48 h 10"/>
                <a:gd name="T4" fmla="*/ 0 w 1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5" y="6"/>
                    <a:pt x="19" y="5"/>
                    <a:pt x="19" y="5"/>
                  </a:cubicBezTo>
                  <a:cubicBezTo>
                    <a:pt x="12" y="10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19" name="Freeform 181">
              <a:extLst>
                <a:ext uri="{FF2B5EF4-FFF2-40B4-BE49-F238E27FC236}">
                  <a16:creationId xmlns:a16="http://schemas.microsoft.com/office/drawing/2014/main" id="{C86093C9-C496-47EA-8DAB-F837631F7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333"/>
              <a:ext cx="60" cy="22"/>
            </a:xfrm>
            <a:custGeom>
              <a:avLst/>
              <a:gdLst>
                <a:gd name="T0" fmla="*/ 0 w 31"/>
                <a:gd name="T1" fmla="*/ 88 h 11"/>
                <a:gd name="T2" fmla="*/ 225 w 3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0" y="11"/>
                  </a:moveTo>
                  <a:cubicBezTo>
                    <a:pt x="14" y="0"/>
                    <a:pt x="31" y="0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20" name="Freeform 182">
              <a:extLst>
                <a:ext uri="{FF2B5EF4-FFF2-40B4-BE49-F238E27FC236}">
                  <a16:creationId xmlns:a16="http://schemas.microsoft.com/office/drawing/2014/main" id="{584696A6-E909-40C7-A43A-C1676C380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114"/>
              <a:ext cx="101" cy="14"/>
            </a:xfrm>
            <a:custGeom>
              <a:avLst/>
              <a:gdLst>
                <a:gd name="T0" fmla="*/ 0 w 52"/>
                <a:gd name="T1" fmla="*/ 40 h 7"/>
                <a:gd name="T2" fmla="*/ 381 w 52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">
                  <a:moveTo>
                    <a:pt x="0" y="5"/>
                  </a:moveTo>
                  <a:cubicBezTo>
                    <a:pt x="16" y="0"/>
                    <a:pt x="42" y="5"/>
                    <a:pt x="5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21" name="Freeform 183">
              <a:extLst>
                <a:ext uri="{FF2B5EF4-FFF2-40B4-BE49-F238E27FC236}">
                  <a16:creationId xmlns:a16="http://schemas.microsoft.com/office/drawing/2014/main" id="{DAB66F26-9ACE-455E-936E-3B8364105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450"/>
              <a:ext cx="39" cy="27"/>
            </a:xfrm>
            <a:custGeom>
              <a:avLst/>
              <a:gdLst>
                <a:gd name="T0" fmla="*/ 0 w 20"/>
                <a:gd name="T1" fmla="*/ 0 h 13"/>
                <a:gd name="T2" fmla="*/ 148 w 20"/>
                <a:gd name="T3" fmla="*/ 108 h 13"/>
                <a:gd name="T4" fmla="*/ 0 w 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6" y="9"/>
                    <a:pt x="10" y="13"/>
                    <a:pt x="20" y="12"/>
                  </a:cubicBezTo>
                  <a:cubicBezTo>
                    <a:pt x="20" y="12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22" name="Freeform 184">
              <a:extLst>
                <a:ext uri="{FF2B5EF4-FFF2-40B4-BE49-F238E27FC236}">
                  <a16:creationId xmlns:a16="http://schemas.microsoft.com/office/drawing/2014/main" id="{ABEF7ACC-E4E8-4A01-BEC1-F76E0726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524"/>
              <a:ext cx="95" cy="21"/>
            </a:xfrm>
            <a:custGeom>
              <a:avLst/>
              <a:gdLst>
                <a:gd name="T0" fmla="*/ 0 w 49"/>
                <a:gd name="T1" fmla="*/ 67 h 10"/>
                <a:gd name="T2" fmla="*/ 357 w 49"/>
                <a:gd name="T3" fmla="*/ 76 h 10"/>
                <a:gd name="T4" fmla="*/ 335 w 49"/>
                <a:gd name="T5" fmla="*/ 92 h 10"/>
                <a:gd name="T6" fmla="*/ 0 w 49"/>
                <a:gd name="T7" fmla="*/ 6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0">
                  <a:moveTo>
                    <a:pt x="0" y="7"/>
                  </a:moveTo>
                  <a:cubicBezTo>
                    <a:pt x="17" y="2"/>
                    <a:pt x="32" y="4"/>
                    <a:pt x="49" y="8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6" y="10"/>
                    <a:pt x="23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23" name="Freeform 185">
              <a:extLst>
                <a:ext uri="{FF2B5EF4-FFF2-40B4-BE49-F238E27FC236}">
                  <a16:creationId xmlns:a16="http://schemas.microsoft.com/office/drawing/2014/main" id="{45A7F55E-435F-4868-951D-8315C1A86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013"/>
              <a:ext cx="56" cy="47"/>
            </a:xfrm>
            <a:custGeom>
              <a:avLst/>
              <a:gdLst>
                <a:gd name="T0" fmla="*/ 124 w 29"/>
                <a:gd name="T1" fmla="*/ 0 h 23"/>
                <a:gd name="T2" fmla="*/ 0 w 29"/>
                <a:gd name="T3" fmla="*/ 155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3">
                  <a:moveTo>
                    <a:pt x="17" y="0"/>
                  </a:moveTo>
                  <a:cubicBezTo>
                    <a:pt x="29" y="16"/>
                    <a:pt x="15" y="23"/>
                    <a:pt x="0" y="18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24" name="Freeform 186">
              <a:extLst>
                <a:ext uri="{FF2B5EF4-FFF2-40B4-BE49-F238E27FC236}">
                  <a16:creationId xmlns:a16="http://schemas.microsoft.com/office/drawing/2014/main" id="{B7A88C29-9D07-4341-BE0F-6277CCA22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192"/>
              <a:ext cx="110" cy="126"/>
            </a:xfrm>
            <a:custGeom>
              <a:avLst/>
              <a:gdLst>
                <a:gd name="T0" fmla="*/ 0 w 57"/>
                <a:gd name="T1" fmla="*/ 504 h 61"/>
                <a:gd name="T2" fmla="*/ 309 w 57"/>
                <a:gd name="T3" fmla="*/ 432 h 61"/>
                <a:gd name="T4" fmla="*/ 172 w 57"/>
                <a:gd name="T5" fmla="*/ 176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1">
                  <a:moveTo>
                    <a:pt x="0" y="57"/>
                  </a:moveTo>
                  <a:cubicBezTo>
                    <a:pt x="14" y="56"/>
                    <a:pt x="32" y="61"/>
                    <a:pt x="43" y="49"/>
                  </a:cubicBezTo>
                  <a:cubicBezTo>
                    <a:pt x="57" y="33"/>
                    <a:pt x="45" y="0"/>
                    <a:pt x="24" y="2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25" name="Freeform 187">
              <a:extLst>
                <a:ext uri="{FF2B5EF4-FFF2-40B4-BE49-F238E27FC236}">
                  <a16:creationId xmlns:a16="http://schemas.microsoft.com/office/drawing/2014/main" id="{501C3660-5714-4228-9162-A9C3B29FD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394"/>
              <a:ext cx="327" cy="110"/>
            </a:xfrm>
            <a:custGeom>
              <a:avLst/>
              <a:gdLst>
                <a:gd name="T0" fmla="*/ 0 w 169"/>
                <a:gd name="T1" fmla="*/ 17 h 53"/>
                <a:gd name="T2" fmla="*/ 153 w 169"/>
                <a:gd name="T3" fmla="*/ 181 h 53"/>
                <a:gd name="T4" fmla="*/ 312 w 169"/>
                <a:gd name="T5" fmla="*/ 259 h 53"/>
                <a:gd name="T6" fmla="*/ 501 w 169"/>
                <a:gd name="T7" fmla="*/ 332 h 53"/>
                <a:gd name="T8" fmla="*/ 729 w 169"/>
                <a:gd name="T9" fmla="*/ 293 h 53"/>
                <a:gd name="T10" fmla="*/ 1225 w 169"/>
                <a:gd name="T11" fmla="*/ 181 h 53"/>
                <a:gd name="T12" fmla="*/ 1116 w 169"/>
                <a:gd name="T13" fmla="*/ 8 h 53"/>
                <a:gd name="T14" fmla="*/ 993 w 169"/>
                <a:gd name="T15" fmla="*/ 25 h 53"/>
                <a:gd name="T16" fmla="*/ 828 w 169"/>
                <a:gd name="T17" fmla="*/ 44 h 53"/>
                <a:gd name="T18" fmla="*/ 397 w 169"/>
                <a:gd name="T19" fmla="*/ 91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9" h="53">
                  <a:moveTo>
                    <a:pt x="0" y="2"/>
                  </a:moveTo>
                  <a:cubicBezTo>
                    <a:pt x="8" y="5"/>
                    <a:pt x="13" y="15"/>
                    <a:pt x="21" y="20"/>
                  </a:cubicBezTo>
                  <a:cubicBezTo>
                    <a:pt x="27" y="24"/>
                    <a:pt x="36" y="26"/>
                    <a:pt x="43" y="29"/>
                  </a:cubicBezTo>
                  <a:cubicBezTo>
                    <a:pt x="52" y="32"/>
                    <a:pt x="60" y="36"/>
                    <a:pt x="69" y="37"/>
                  </a:cubicBezTo>
                  <a:cubicBezTo>
                    <a:pt x="80" y="38"/>
                    <a:pt x="90" y="34"/>
                    <a:pt x="101" y="33"/>
                  </a:cubicBezTo>
                  <a:cubicBezTo>
                    <a:pt x="119" y="31"/>
                    <a:pt x="167" y="53"/>
                    <a:pt x="169" y="20"/>
                  </a:cubicBezTo>
                  <a:cubicBezTo>
                    <a:pt x="169" y="10"/>
                    <a:pt x="163" y="2"/>
                    <a:pt x="154" y="1"/>
                  </a:cubicBezTo>
                  <a:cubicBezTo>
                    <a:pt x="149" y="0"/>
                    <a:pt x="142" y="3"/>
                    <a:pt x="137" y="3"/>
                  </a:cubicBezTo>
                  <a:cubicBezTo>
                    <a:pt x="129" y="3"/>
                    <a:pt x="122" y="3"/>
                    <a:pt x="114" y="5"/>
                  </a:cubicBezTo>
                  <a:cubicBezTo>
                    <a:pt x="94" y="8"/>
                    <a:pt x="76" y="11"/>
                    <a:pt x="55" y="1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26" name="Freeform 188">
              <a:extLst>
                <a:ext uri="{FF2B5EF4-FFF2-40B4-BE49-F238E27FC236}">
                  <a16:creationId xmlns:a16="http://schemas.microsoft.com/office/drawing/2014/main" id="{CA84E169-C2A6-4448-AC56-10CEF2700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384"/>
              <a:ext cx="73" cy="95"/>
            </a:xfrm>
            <a:custGeom>
              <a:avLst/>
              <a:gdLst>
                <a:gd name="T0" fmla="*/ 0 w 38"/>
                <a:gd name="T1" fmla="*/ 316 h 46"/>
                <a:gd name="T2" fmla="*/ 248 w 38"/>
                <a:gd name="T3" fmla="*/ 140 h 46"/>
                <a:gd name="T4" fmla="*/ 108 w 38"/>
                <a:gd name="T5" fmla="*/ 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6">
                  <a:moveTo>
                    <a:pt x="0" y="36"/>
                  </a:moveTo>
                  <a:cubicBezTo>
                    <a:pt x="9" y="46"/>
                    <a:pt x="33" y="25"/>
                    <a:pt x="35" y="16"/>
                  </a:cubicBezTo>
                  <a:cubicBezTo>
                    <a:pt x="38" y="0"/>
                    <a:pt x="27" y="1"/>
                    <a:pt x="15" y="2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27" name="Freeform 189">
              <a:extLst>
                <a:ext uri="{FF2B5EF4-FFF2-40B4-BE49-F238E27FC236}">
                  <a16:creationId xmlns:a16="http://schemas.microsoft.com/office/drawing/2014/main" id="{EE1D3531-CD7A-4107-8AE8-6466DF7D6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182"/>
              <a:ext cx="114" cy="87"/>
            </a:xfrm>
            <a:custGeom>
              <a:avLst/>
              <a:gdLst>
                <a:gd name="T0" fmla="*/ 0 w 59"/>
                <a:gd name="T1" fmla="*/ 124 h 42"/>
                <a:gd name="T2" fmla="*/ 124 w 59"/>
                <a:gd name="T3" fmla="*/ 276 h 42"/>
                <a:gd name="T4" fmla="*/ 303 w 59"/>
                <a:gd name="T5" fmla="*/ 365 h 42"/>
                <a:gd name="T6" fmla="*/ 425 w 59"/>
                <a:gd name="T7" fmla="*/ 176 h 42"/>
                <a:gd name="T8" fmla="*/ 325 w 59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2">
                  <a:moveTo>
                    <a:pt x="0" y="14"/>
                  </a:moveTo>
                  <a:cubicBezTo>
                    <a:pt x="2" y="21"/>
                    <a:pt x="12" y="27"/>
                    <a:pt x="17" y="31"/>
                  </a:cubicBezTo>
                  <a:cubicBezTo>
                    <a:pt x="24" y="36"/>
                    <a:pt x="33" y="42"/>
                    <a:pt x="42" y="41"/>
                  </a:cubicBezTo>
                  <a:cubicBezTo>
                    <a:pt x="52" y="39"/>
                    <a:pt x="58" y="29"/>
                    <a:pt x="59" y="20"/>
                  </a:cubicBezTo>
                  <a:cubicBezTo>
                    <a:pt x="59" y="10"/>
                    <a:pt x="53" y="5"/>
                    <a:pt x="45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28" name="Freeform 190">
              <a:extLst>
                <a:ext uri="{FF2B5EF4-FFF2-40B4-BE49-F238E27FC236}">
                  <a16:creationId xmlns:a16="http://schemas.microsoft.com/office/drawing/2014/main" id="{12FC0907-3D62-4406-AC4F-4EE52E514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304"/>
              <a:ext cx="194" cy="125"/>
            </a:xfrm>
            <a:custGeom>
              <a:avLst/>
              <a:gdLst>
                <a:gd name="T0" fmla="*/ 0 w 100"/>
                <a:gd name="T1" fmla="*/ 41 h 61"/>
                <a:gd name="T2" fmla="*/ 132 w 100"/>
                <a:gd name="T3" fmla="*/ 248 h 61"/>
                <a:gd name="T4" fmla="*/ 184 w 100"/>
                <a:gd name="T5" fmla="*/ 369 h 61"/>
                <a:gd name="T6" fmla="*/ 380 w 100"/>
                <a:gd name="T7" fmla="*/ 508 h 61"/>
                <a:gd name="T8" fmla="*/ 592 w 100"/>
                <a:gd name="T9" fmla="*/ 484 h 61"/>
                <a:gd name="T10" fmla="*/ 729 w 100"/>
                <a:gd name="T11" fmla="*/ 256 h 61"/>
                <a:gd name="T12" fmla="*/ 272 w 10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61">
                  <a:moveTo>
                    <a:pt x="0" y="5"/>
                  </a:moveTo>
                  <a:cubicBezTo>
                    <a:pt x="4" y="16"/>
                    <a:pt x="11" y="21"/>
                    <a:pt x="18" y="29"/>
                  </a:cubicBezTo>
                  <a:cubicBezTo>
                    <a:pt x="22" y="33"/>
                    <a:pt x="22" y="38"/>
                    <a:pt x="25" y="43"/>
                  </a:cubicBezTo>
                  <a:cubicBezTo>
                    <a:pt x="30" y="51"/>
                    <a:pt x="42" y="58"/>
                    <a:pt x="52" y="59"/>
                  </a:cubicBezTo>
                  <a:cubicBezTo>
                    <a:pt x="61" y="60"/>
                    <a:pt x="73" y="61"/>
                    <a:pt x="81" y="56"/>
                  </a:cubicBezTo>
                  <a:cubicBezTo>
                    <a:pt x="88" y="52"/>
                    <a:pt x="98" y="38"/>
                    <a:pt x="100" y="30"/>
                  </a:cubicBezTo>
                  <a:cubicBezTo>
                    <a:pt x="75" y="37"/>
                    <a:pt x="53" y="18"/>
                    <a:pt x="37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29" name="Freeform 191">
              <a:extLst>
                <a:ext uri="{FF2B5EF4-FFF2-40B4-BE49-F238E27FC236}">
                  <a16:creationId xmlns:a16="http://schemas.microsoft.com/office/drawing/2014/main" id="{C545CED5-6479-4D62-938A-23BE97C1D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514"/>
              <a:ext cx="160" cy="113"/>
            </a:xfrm>
            <a:custGeom>
              <a:avLst/>
              <a:gdLst>
                <a:gd name="T0" fmla="*/ 0 w 83"/>
                <a:gd name="T1" fmla="*/ 148 h 55"/>
                <a:gd name="T2" fmla="*/ 401 w 83"/>
                <a:gd name="T3" fmla="*/ 452 h 55"/>
                <a:gd name="T4" fmla="*/ 580 w 83"/>
                <a:gd name="T5" fmla="*/ 189 h 55"/>
                <a:gd name="T6" fmla="*/ 345 w 83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55">
                  <a:moveTo>
                    <a:pt x="0" y="17"/>
                  </a:moveTo>
                  <a:cubicBezTo>
                    <a:pt x="11" y="35"/>
                    <a:pt x="33" y="55"/>
                    <a:pt x="56" y="52"/>
                  </a:cubicBezTo>
                  <a:cubicBezTo>
                    <a:pt x="72" y="50"/>
                    <a:pt x="83" y="38"/>
                    <a:pt x="81" y="22"/>
                  </a:cubicBezTo>
                  <a:cubicBezTo>
                    <a:pt x="78" y="3"/>
                    <a:pt x="61" y="7"/>
                    <a:pt x="48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30" name="Freeform 192">
              <a:extLst>
                <a:ext uri="{FF2B5EF4-FFF2-40B4-BE49-F238E27FC236}">
                  <a16:creationId xmlns:a16="http://schemas.microsoft.com/office/drawing/2014/main" id="{CA045A14-AA20-4882-A07F-3D1E11A94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609"/>
              <a:ext cx="137" cy="107"/>
            </a:xfrm>
            <a:custGeom>
              <a:avLst/>
              <a:gdLst>
                <a:gd name="T0" fmla="*/ 0 w 71"/>
                <a:gd name="T1" fmla="*/ 0 h 52"/>
                <a:gd name="T2" fmla="*/ 301 w 71"/>
                <a:gd name="T3" fmla="*/ 420 h 52"/>
                <a:gd name="T4" fmla="*/ 496 w 71"/>
                <a:gd name="T5" fmla="*/ 364 h 52"/>
                <a:gd name="T6" fmla="*/ 465 w 71"/>
                <a:gd name="T7" fmla="*/ 14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2">
                  <a:moveTo>
                    <a:pt x="0" y="0"/>
                  </a:moveTo>
                  <a:cubicBezTo>
                    <a:pt x="7" y="20"/>
                    <a:pt x="22" y="39"/>
                    <a:pt x="42" y="48"/>
                  </a:cubicBezTo>
                  <a:cubicBezTo>
                    <a:pt x="52" y="52"/>
                    <a:pt x="64" y="51"/>
                    <a:pt x="69" y="42"/>
                  </a:cubicBezTo>
                  <a:cubicBezTo>
                    <a:pt x="71" y="35"/>
                    <a:pt x="70" y="21"/>
                    <a:pt x="65" y="16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31" name="Freeform 193">
              <a:extLst>
                <a:ext uri="{FF2B5EF4-FFF2-40B4-BE49-F238E27FC236}">
                  <a16:creationId xmlns:a16="http://schemas.microsoft.com/office/drawing/2014/main" id="{3E259672-8BEA-40A2-A47E-846B1FABE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023"/>
              <a:ext cx="164" cy="85"/>
            </a:xfrm>
            <a:custGeom>
              <a:avLst/>
              <a:gdLst>
                <a:gd name="T0" fmla="*/ 0 w 85"/>
                <a:gd name="T1" fmla="*/ 81 h 41"/>
                <a:gd name="T2" fmla="*/ 432 w 85"/>
                <a:gd name="T3" fmla="*/ 189 h 41"/>
                <a:gd name="T4" fmla="*/ 448 w 8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41">
                  <a:moveTo>
                    <a:pt x="0" y="9"/>
                  </a:moveTo>
                  <a:cubicBezTo>
                    <a:pt x="9" y="29"/>
                    <a:pt x="35" y="41"/>
                    <a:pt x="60" y="21"/>
                  </a:cubicBezTo>
                  <a:cubicBezTo>
                    <a:pt x="85" y="1"/>
                    <a:pt x="62" y="0"/>
                    <a:pt x="62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32" name="Freeform 194">
              <a:extLst>
                <a:ext uri="{FF2B5EF4-FFF2-40B4-BE49-F238E27FC236}">
                  <a16:creationId xmlns:a16="http://schemas.microsoft.com/office/drawing/2014/main" id="{A28E99A5-C358-40F4-9895-F19D236BA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277"/>
              <a:ext cx="133" cy="169"/>
            </a:xfrm>
            <a:custGeom>
              <a:avLst/>
              <a:gdLst>
                <a:gd name="T0" fmla="*/ 0 w 69"/>
                <a:gd name="T1" fmla="*/ 629 h 82"/>
                <a:gd name="T2" fmla="*/ 416 w 69"/>
                <a:gd name="T3" fmla="*/ 324 h 82"/>
                <a:gd name="T4" fmla="*/ 172 w 69"/>
                <a:gd name="T5" fmla="*/ 412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82">
                  <a:moveTo>
                    <a:pt x="0" y="72"/>
                  </a:moveTo>
                  <a:cubicBezTo>
                    <a:pt x="19" y="82"/>
                    <a:pt x="69" y="73"/>
                    <a:pt x="58" y="37"/>
                  </a:cubicBezTo>
                  <a:cubicBezTo>
                    <a:pt x="47" y="0"/>
                    <a:pt x="24" y="47"/>
                    <a:pt x="24" y="47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33" name="Freeform 195">
              <a:extLst>
                <a:ext uri="{FF2B5EF4-FFF2-40B4-BE49-F238E27FC236}">
                  <a16:creationId xmlns:a16="http://schemas.microsoft.com/office/drawing/2014/main" id="{90E1ABF3-5EB3-4FA4-A316-3CB27D450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120"/>
              <a:ext cx="77" cy="62"/>
            </a:xfrm>
            <a:custGeom>
              <a:avLst/>
              <a:gdLst>
                <a:gd name="T0" fmla="*/ 0 w 40"/>
                <a:gd name="T1" fmla="*/ 99 h 30"/>
                <a:gd name="T2" fmla="*/ 171 w 40"/>
                <a:gd name="T3" fmla="*/ 248 h 30"/>
                <a:gd name="T4" fmla="*/ 271 w 40"/>
                <a:gd name="T5" fmla="*/ 141 h 30"/>
                <a:gd name="T6" fmla="*/ 241 w 40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0">
                  <a:moveTo>
                    <a:pt x="0" y="11"/>
                  </a:moveTo>
                  <a:cubicBezTo>
                    <a:pt x="6" y="19"/>
                    <a:pt x="7" y="30"/>
                    <a:pt x="24" y="28"/>
                  </a:cubicBezTo>
                  <a:cubicBezTo>
                    <a:pt x="33" y="27"/>
                    <a:pt x="37" y="22"/>
                    <a:pt x="38" y="16"/>
                  </a:cubicBezTo>
                  <a:cubicBezTo>
                    <a:pt x="40" y="9"/>
                    <a:pt x="37" y="6"/>
                    <a:pt x="34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34" name="Freeform 196">
              <a:extLst>
                <a:ext uri="{FF2B5EF4-FFF2-40B4-BE49-F238E27FC236}">
                  <a16:creationId xmlns:a16="http://schemas.microsoft.com/office/drawing/2014/main" id="{7E0BEC5C-06A8-424F-B7B8-7D8193D78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100"/>
              <a:ext cx="83" cy="68"/>
            </a:xfrm>
            <a:custGeom>
              <a:avLst/>
              <a:gdLst>
                <a:gd name="T0" fmla="*/ 0 w 43"/>
                <a:gd name="T1" fmla="*/ 107 h 33"/>
                <a:gd name="T2" fmla="*/ 180 w 43"/>
                <a:gd name="T3" fmla="*/ 272 h 33"/>
                <a:gd name="T4" fmla="*/ 293 w 43"/>
                <a:gd name="T5" fmla="*/ 165 h 33"/>
                <a:gd name="T6" fmla="*/ 245 w 43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3">
                  <a:moveTo>
                    <a:pt x="0" y="12"/>
                  </a:moveTo>
                  <a:cubicBezTo>
                    <a:pt x="0" y="26"/>
                    <a:pt x="11" y="33"/>
                    <a:pt x="25" y="31"/>
                  </a:cubicBezTo>
                  <a:cubicBezTo>
                    <a:pt x="32" y="29"/>
                    <a:pt x="40" y="27"/>
                    <a:pt x="41" y="19"/>
                  </a:cubicBezTo>
                  <a:cubicBezTo>
                    <a:pt x="43" y="12"/>
                    <a:pt x="39" y="4"/>
                    <a:pt x="34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35" name="Freeform 197">
              <a:extLst>
                <a:ext uri="{FF2B5EF4-FFF2-40B4-BE49-F238E27FC236}">
                  <a16:creationId xmlns:a16="http://schemas.microsoft.com/office/drawing/2014/main" id="{59B585F0-C501-4B4B-92E8-47EEA7A2A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302"/>
              <a:ext cx="80" cy="72"/>
            </a:xfrm>
            <a:custGeom>
              <a:avLst/>
              <a:gdLst>
                <a:gd name="T0" fmla="*/ 8 w 41"/>
                <a:gd name="T1" fmla="*/ 181 h 35"/>
                <a:gd name="T2" fmla="*/ 76 w 41"/>
                <a:gd name="T3" fmla="*/ 280 h 35"/>
                <a:gd name="T4" fmla="*/ 244 w 41"/>
                <a:gd name="T5" fmla="*/ 237 h 35"/>
                <a:gd name="T6" fmla="*/ 267 w 41"/>
                <a:gd name="T7" fmla="*/ 80 h 35"/>
                <a:gd name="T8" fmla="*/ 103 w 41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5">
                  <a:moveTo>
                    <a:pt x="1" y="21"/>
                  </a:moveTo>
                  <a:cubicBezTo>
                    <a:pt x="0" y="26"/>
                    <a:pt x="6" y="30"/>
                    <a:pt x="10" y="32"/>
                  </a:cubicBezTo>
                  <a:cubicBezTo>
                    <a:pt x="19" y="35"/>
                    <a:pt x="26" y="33"/>
                    <a:pt x="33" y="27"/>
                  </a:cubicBezTo>
                  <a:cubicBezTo>
                    <a:pt x="39" y="22"/>
                    <a:pt x="41" y="16"/>
                    <a:pt x="36" y="9"/>
                  </a:cubicBezTo>
                  <a:cubicBezTo>
                    <a:pt x="31" y="0"/>
                    <a:pt x="22" y="3"/>
                    <a:pt x="14" y="1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36" name="Freeform 198">
              <a:extLst>
                <a:ext uri="{FF2B5EF4-FFF2-40B4-BE49-F238E27FC236}">
                  <a16:creationId xmlns:a16="http://schemas.microsoft.com/office/drawing/2014/main" id="{186ABBEF-6C85-4788-B5A9-257E102E6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277"/>
              <a:ext cx="131" cy="134"/>
            </a:xfrm>
            <a:custGeom>
              <a:avLst/>
              <a:gdLst>
                <a:gd name="T0" fmla="*/ 449 w 68"/>
                <a:gd name="T1" fmla="*/ 0 h 65"/>
                <a:gd name="T2" fmla="*/ 464 w 68"/>
                <a:gd name="T3" fmla="*/ 157 h 65"/>
                <a:gd name="T4" fmla="*/ 441 w 68"/>
                <a:gd name="T5" fmla="*/ 501 h 65"/>
                <a:gd name="T6" fmla="*/ 277 w 68"/>
                <a:gd name="T7" fmla="*/ 561 h 65"/>
                <a:gd name="T8" fmla="*/ 56 w 68"/>
                <a:gd name="T9" fmla="*/ 17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65">
                  <a:moveTo>
                    <a:pt x="63" y="0"/>
                  </a:moveTo>
                  <a:cubicBezTo>
                    <a:pt x="65" y="6"/>
                    <a:pt x="66" y="12"/>
                    <a:pt x="65" y="18"/>
                  </a:cubicBezTo>
                  <a:cubicBezTo>
                    <a:pt x="65" y="28"/>
                    <a:pt x="68" y="48"/>
                    <a:pt x="62" y="57"/>
                  </a:cubicBezTo>
                  <a:cubicBezTo>
                    <a:pt x="59" y="63"/>
                    <a:pt x="46" y="65"/>
                    <a:pt x="39" y="64"/>
                  </a:cubicBezTo>
                  <a:cubicBezTo>
                    <a:pt x="25" y="61"/>
                    <a:pt x="0" y="34"/>
                    <a:pt x="8" y="2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37" name="Freeform 199">
              <a:extLst>
                <a:ext uri="{FF2B5EF4-FFF2-40B4-BE49-F238E27FC236}">
                  <a16:creationId xmlns:a16="http://schemas.microsoft.com/office/drawing/2014/main" id="{C1B83991-51E1-4BEC-8A0C-B05ED1F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236"/>
              <a:ext cx="100" cy="160"/>
            </a:xfrm>
            <a:custGeom>
              <a:avLst/>
              <a:gdLst>
                <a:gd name="T0" fmla="*/ 192 w 52"/>
                <a:gd name="T1" fmla="*/ 139 h 78"/>
                <a:gd name="T2" fmla="*/ 263 w 52"/>
                <a:gd name="T3" fmla="*/ 113 h 78"/>
                <a:gd name="T4" fmla="*/ 356 w 52"/>
                <a:gd name="T5" fmla="*/ 131 h 78"/>
                <a:gd name="T6" fmla="*/ 348 w 52"/>
                <a:gd name="T7" fmla="*/ 232 h 78"/>
                <a:gd name="T8" fmla="*/ 321 w 52"/>
                <a:gd name="T9" fmla="*/ 295 h 78"/>
                <a:gd name="T10" fmla="*/ 325 w 52"/>
                <a:gd name="T11" fmla="*/ 379 h 78"/>
                <a:gd name="T12" fmla="*/ 277 w 52"/>
                <a:gd name="T13" fmla="*/ 468 h 78"/>
                <a:gd name="T14" fmla="*/ 248 w 52"/>
                <a:gd name="T15" fmla="*/ 535 h 78"/>
                <a:gd name="T16" fmla="*/ 221 w 52"/>
                <a:gd name="T17" fmla="*/ 640 h 78"/>
                <a:gd name="T18" fmla="*/ 156 w 52"/>
                <a:gd name="T19" fmla="*/ 648 h 78"/>
                <a:gd name="T20" fmla="*/ 100 w 52"/>
                <a:gd name="T21" fmla="*/ 568 h 78"/>
                <a:gd name="T22" fmla="*/ 48 w 52"/>
                <a:gd name="T23" fmla="*/ 552 h 78"/>
                <a:gd name="T24" fmla="*/ 56 w 52"/>
                <a:gd name="T25" fmla="*/ 501 h 78"/>
                <a:gd name="T26" fmla="*/ 37 w 52"/>
                <a:gd name="T27" fmla="*/ 476 h 78"/>
                <a:gd name="T28" fmla="*/ 29 w 52"/>
                <a:gd name="T29" fmla="*/ 379 h 78"/>
                <a:gd name="T30" fmla="*/ 8 w 52"/>
                <a:gd name="T31" fmla="*/ 345 h 78"/>
                <a:gd name="T32" fmla="*/ 8 w 52"/>
                <a:gd name="T33" fmla="*/ 269 h 78"/>
                <a:gd name="T34" fmla="*/ 48 w 52"/>
                <a:gd name="T35" fmla="*/ 197 h 78"/>
                <a:gd name="T36" fmla="*/ 63 w 52"/>
                <a:gd name="T37" fmla="*/ 59 h 78"/>
                <a:gd name="T38" fmla="*/ 137 w 52"/>
                <a:gd name="T39" fmla="*/ 68 h 78"/>
                <a:gd name="T40" fmla="*/ 148 w 52"/>
                <a:gd name="T41" fmla="*/ 131 h 78"/>
                <a:gd name="T42" fmla="*/ 192 w 52"/>
                <a:gd name="T43" fmla="*/ 139 h 7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2" h="78">
                  <a:moveTo>
                    <a:pt x="27" y="16"/>
                  </a:moveTo>
                  <a:cubicBezTo>
                    <a:pt x="33" y="19"/>
                    <a:pt x="32" y="19"/>
                    <a:pt x="37" y="13"/>
                  </a:cubicBezTo>
                  <a:cubicBezTo>
                    <a:pt x="41" y="9"/>
                    <a:pt x="46" y="9"/>
                    <a:pt x="50" y="15"/>
                  </a:cubicBezTo>
                  <a:cubicBezTo>
                    <a:pt x="52" y="18"/>
                    <a:pt x="52" y="23"/>
                    <a:pt x="49" y="27"/>
                  </a:cubicBezTo>
                  <a:cubicBezTo>
                    <a:pt x="46" y="30"/>
                    <a:pt x="42" y="28"/>
                    <a:pt x="45" y="34"/>
                  </a:cubicBezTo>
                  <a:cubicBezTo>
                    <a:pt x="47" y="38"/>
                    <a:pt x="49" y="40"/>
                    <a:pt x="46" y="44"/>
                  </a:cubicBezTo>
                  <a:cubicBezTo>
                    <a:pt x="42" y="48"/>
                    <a:pt x="40" y="46"/>
                    <a:pt x="39" y="54"/>
                  </a:cubicBezTo>
                  <a:cubicBezTo>
                    <a:pt x="38" y="61"/>
                    <a:pt x="39" y="59"/>
                    <a:pt x="35" y="62"/>
                  </a:cubicBezTo>
                  <a:cubicBezTo>
                    <a:pt x="30" y="65"/>
                    <a:pt x="34" y="70"/>
                    <a:pt x="31" y="74"/>
                  </a:cubicBezTo>
                  <a:cubicBezTo>
                    <a:pt x="29" y="78"/>
                    <a:pt x="24" y="77"/>
                    <a:pt x="22" y="75"/>
                  </a:cubicBezTo>
                  <a:cubicBezTo>
                    <a:pt x="18" y="72"/>
                    <a:pt x="18" y="67"/>
                    <a:pt x="14" y="66"/>
                  </a:cubicBezTo>
                  <a:cubicBezTo>
                    <a:pt x="12" y="66"/>
                    <a:pt x="8" y="69"/>
                    <a:pt x="7" y="64"/>
                  </a:cubicBezTo>
                  <a:cubicBezTo>
                    <a:pt x="7" y="62"/>
                    <a:pt x="9" y="60"/>
                    <a:pt x="8" y="58"/>
                  </a:cubicBezTo>
                  <a:cubicBezTo>
                    <a:pt x="8" y="54"/>
                    <a:pt x="7" y="57"/>
                    <a:pt x="5" y="55"/>
                  </a:cubicBezTo>
                  <a:cubicBezTo>
                    <a:pt x="2" y="51"/>
                    <a:pt x="5" y="49"/>
                    <a:pt x="4" y="44"/>
                  </a:cubicBezTo>
                  <a:cubicBezTo>
                    <a:pt x="3" y="42"/>
                    <a:pt x="2" y="42"/>
                    <a:pt x="1" y="40"/>
                  </a:cubicBezTo>
                  <a:cubicBezTo>
                    <a:pt x="0" y="38"/>
                    <a:pt x="0" y="34"/>
                    <a:pt x="1" y="31"/>
                  </a:cubicBezTo>
                  <a:cubicBezTo>
                    <a:pt x="2" y="26"/>
                    <a:pt x="5" y="27"/>
                    <a:pt x="7" y="23"/>
                  </a:cubicBezTo>
                  <a:cubicBezTo>
                    <a:pt x="9" y="19"/>
                    <a:pt x="7" y="12"/>
                    <a:pt x="9" y="7"/>
                  </a:cubicBezTo>
                  <a:cubicBezTo>
                    <a:pt x="12" y="0"/>
                    <a:pt x="17" y="1"/>
                    <a:pt x="19" y="8"/>
                  </a:cubicBezTo>
                  <a:cubicBezTo>
                    <a:pt x="20" y="11"/>
                    <a:pt x="19" y="12"/>
                    <a:pt x="21" y="15"/>
                  </a:cubicBezTo>
                  <a:cubicBezTo>
                    <a:pt x="23" y="18"/>
                    <a:pt x="25" y="14"/>
                    <a:pt x="27" y="16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38" name="Freeform 200">
              <a:extLst>
                <a:ext uri="{FF2B5EF4-FFF2-40B4-BE49-F238E27FC236}">
                  <a16:creationId xmlns:a16="http://schemas.microsoft.com/office/drawing/2014/main" id="{C8723C04-5164-4182-9E8F-C006D6C78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258"/>
              <a:ext cx="23" cy="46"/>
            </a:xfrm>
            <a:custGeom>
              <a:avLst/>
              <a:gdLst>
                <a:gd name="T0" fmla="*/ 48 w 12"/>
                <a:gd name="T1" fmla="*/ 27 h 22"/>
                <a:gd name="T2" fmla="*/ 69 w 12"/>
                <a:gd name="T3" fmla="*/ 128 h 22"/>
                <a:gd name="T4" fmla="*/ 44 w 12"/>
                <a:gd name="T5" fmla="*/ 157 h 22"/>
                <a:gd name="T6" fmla="*/ 0 w 12"/>
                <a:gd name="T7" fmla="*/ 201 h 22"/>
                <a:gd name="T8" fmla="*/ 23 w 12"/>
                <a:gd name="T9" fmla="*/ 136 h 22"/>
                <a:gd name="T10" fmla="*/ 48 w 12"/>
                <a:gd name="T11" fmla="*/ 75 h 22"/>
                <a:gd name="T12" fmla="*/ 29 w 12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2">
                  <a:moveTo>
                    <a:pt x="7" y="3"/>
                  </a:moveTo>
                  <a:cubicBezTo>
                    <a:pt x="11" y="3"/>
                    <a:pt x="12" y="11"/>
                    <a:pt x="10" y="14"/>
                  </a:cubicBezTo>
                  <a:cubicBezTo>
                    <a:pt x="9" y="15"/>
                    <a:pt x="8" y="16"/>
                    <a:pt x="6" y="17"/>
                  </a:cubicBezTo>
                  <a:cubicBezTo>
                    <a:pt x="3" y="18"/>
                    <a:pt x="1" y="20"/>
                    <a:pt x="0" y="22"/>
                  </a:cubicBezTo>
                  <a:cubicBezTo>
                    <a:pt x="0" y="20"/>
                    <a:pt x="2" y="17"/>
                    <a:pt x="3" y="15"/>
                  </a:cubicBezTo>
                  <a:cubicBezTo>
                    <a:pt x="5" y="12"/>
                    <a:pt x="7" y="11"/>
                    <a:pt x="7" y="8"/>
                  </a:cubicBezTo>
                  <a:cubicBezTo>
                    <a:pt x="7" y="4"/>
                    <a:pt x="6" y="3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39" name="Freeform 201">
              <a:extLst>
                <a:ext uri="{FF2B5EF4-FFF2-40B4-BE49-F238E27FC236}">
                  <a16:creationId xmlns:a16="http://schemas.microsoft.com/office/drawing/2014/main" id="{4142EBBB-258B-4D5C-BC4B-5554527EC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302"/>
              <a:ext cx="24" cy="59"/>
            </a:xfrm>
            <a:custGeom>
              <a:avLst/>
              <a:gdLst>
                <a:gd name="T0" fmla="*/ 80 w 12"/>
                <a:gd name="T1" fmla="*/ 8 h 29"/>
                <a:gd name="T2" fmla="*/ 96 w 12"/>
                <a:gd name="T3" fmla="*/ 67 h 29"/>
                <a:gd name="T4" fmla="*/ 56 w 12"/>
                <a:gd name="T5" fmla="*/ 108 h 29"/>
                <a:gd name="T6" fmla="*/ 0 w 12"/>
                <a:gd name="T7" fmla="*/ 244 h 29"/>
                <a:gd name="T8" fmla="*/ 16 w 12"/>
                <a:gd name="T9" fmla="*/ 187 h 29"/>
                <a:gd name="T10" fmla="*/ 32 w 12"/>
                <a:gd name="T11" fmla="*/ 116 h 29"/>
                <a:gd name="T12" fmla="*/ 64 w 12"/>
                <a:gd name="T13" fmla="*/ 41 h 29"/>
                <a:gd name="T14" fmla="*/ 72 w 12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9">
                  <a:moveTo>
                    <a:pt x="10" y="1"/>
                  </a:moveTo>
                  <a:cubicBezTo>
                    <a:pt x="9" y="4"/>
                    <a:pt x="12" y="5"/>
                    <a:pt x="12" y="8"/>
                  </a:cubicBezTo>
                  <a:cubicBezTo>
                    <a:pt x="11" y="11"/>
                    <a:pt x="9" y="12"/>
                    <a:pt x="7" y="13"/>
                  </a:cubicBezTo>
                  <a:cubicBezTo>
                    <a:pt x="3" y="17"/>
                    <a:pt x="5" y="25"/>
                    <a:pt x="0" y="29"/>
                  </a:cubicBezTo>
                  <a:cubicBezTo>
                    <a:pt x="2" y="27"/>
                    <a:pt x="2" y="25"/>
                    <a:pt x="2" y="22"/>
                  </a:cubicBezTo>
                  <a:cubicBezTo>
                    <a:pt x="1" y="19"/>
                    <a:pt x="1" y="17"/>
                    <a:pt x="4" y="14"/>
                  </a:cubicBezTo>
                  <a:cubicBezTo>
                    <a:pt x="7" y="11"/>
                    <a:pt x="7" y="9"/>
                    <a:pt x="8" y="5"/>
                  </a:cubicBezTo>
                  <a:cubicBezTo>
                    <a:pt x="8" y="3"/>
                    <a:pt x="9" y="2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40" name="Freeform 202">
              <a:extLst>
                <a:ext uri="{FF2B5EF4-FFF2-40B4-BE49-F238E27FC236}">
                  <a16:creationId xmlns:a16="http://schemas.microsoft.com/office/drawing/2014/main" id="{5AF46B0D-E56C-4466-9C97-662E726F7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357"/>
              <a:ext cx="20" cy="33"/>
            </a:xfrm>
            <a:custGeom>
              <a:avLst/>
              <a:gdLst>
                <a:gd name="T0" fmla="*/ 80 w 10"/>
                <a:gd name="T1" fmla="*/ 8 h 16"/>
                <a:gd name="T2" fmla="*/ 72 w 10"/>
                <a:gd name="T3" fmla="*/ 52 h 16"/>
                <a:gd name="T4" fmla="*/ 64 w 10"/>
                <a:gd name="T5" fmla="*/ 124 h 16"/>
                <a:gd name="T6" fmla="*/ 0 w 10"/>
                <a:gd name="T7" fmla="*/ 116 h 16"/>
                <a:gd name="T8" fmla="*/ 48 w 10"/>
                <a:gd name="T9" fmla="*/ 72 h 16"/>
                <a:gd name="T10" fmla="*/ 64 w 10"/>
                <a:gd name="T11" fmla="*/ 17 h 16"/>
                <a:gd name="T12" fmla="*/ 80 w 1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6">
                  <a:moveTo>
                    <a:pt x="10" y="1"/>
                  </a:moveTo>
                  <a:cubicBezTo>
                    <a:pt x="10" y="3"/>
                    <a:pt x="9" y="4"/>
                    <a:pt x="9" y="6"/>
                  </a:cubicBezTo>
                  <a:cubicBezTo>
                    <a:pt x="8" y="8"/>
                    <a:pt x="9" y="12"/>
                    <a:pt x="8" y="14"/>
                  </a:cubicBezTo>
                  <a:cubicBezTo>
                    <a:pt x="6" y="16"/>
                    <a:pt x="1" y="16"/>
                    <a:pt x="0" y="13"/>
                  </a:cubicBezTo>
                  <a:cubicBezTo>
                    <a:pt x="3" y="16"/>
                    <a:pt x="6" y="11"/>
                    <a:pt x="6" y="8"/>
                  </a:cubicBezTo>
                  <a:cubicBezTo>
                    <a:pt x="7" y="6"/>
                    <a:pt x="6" y="4"/>
                    <a:pt x="8" y="2"/>
                  </a:cubicBezTo>
                  <a:cubicBezTo>
                    <a:pt x="8" y="1"/>
                    <a:pt x="10" y="1"/>
                    <a:pt x="1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41" name="Freeform 203">
              <a:extLst>
                <a:ext uri="{FF2B5EF4-FFF2-40B4-BE49-F238E27FC236}">
                  <a16:creationId xmlns:a16="http://schemas.microsoft.com/office/drawing/2014/main" id="{98E1D75D-393F-47F7-BA22-E5E83528A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333"/>
              <a:ext cx="22" cy="20"/>
            </a:xfrm>
            <a:custGeom>
              <a:avLst/>
              <a:gdLst>
                <a:gd name="T0" fmla="*/ 24 w 11"/>
                <a:gd name="T1" fmla="*/ 48 h 10"/>
                <a:gd name="T2" fmla="*/ 80 w 11"/>
                <a:gd name="T3" fmla="*/ 0 h 10"/>
                <a:gd name="T4" fmla="*/ 64 w 11"/>
                <a:gd name="T5" fmla="*/ 72 h 10"/>
                <a:gd name="T6" fmla="*/ 0 w 11"/>
                <a:gd name="T7" fmla="*/ 5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3" y="6"/>
                  </a:moveTo>
                  <a:cubicBezTo>
                    <a:pt x="7" y="5"/>
                    <a:pt x="9" y="4"/>
                    <a:pt x="10" y="0"/>
                  </a:cubicBezTo>
                  <a:cubicBezTo>
                    <a:pt x="8" y="3"/>
                    <a:pt x="11" y="7"/>
                    <a:pt x="8" y="9"/>
                  </a:cubicBezTo>
                  <a:cubicBezTo>
                    <a:pt x="5" y="10"/>
                    <a:pt x="2" y="8"/>
                    <a:pt x="0" y="7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42" name="Freeform 204">
              <a:extLst>
                <a:ext uri="{FF2B5EF4-FFF2-40B4-BE49-F238E27FC236}">
                  <a16:creationId xmlns:a16="http://schemas.microsoft.com/office/drawing/2014/main" id="{D64AF5CF-A6E4-42BB-A627-C9E7A9237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242"/>
              <a:ext cx="27" cy="37"/>
            </a:xfrm>
            <a:custGeom>
              <a:avLst/>
              <a:gdLst>
                <a:gd name="T0" fmla="*/ 23 w 14"/>
                <a:gd name="T1" fmla="*/ 8 h 18"/>
                <a:gd name="T2" fmla="*/ 100 w 14"/>
                <a:gd name="T3" fmla="*/ 132 h 18"/>
                <a:gd name="T4" fmla="*/ 37 w 14"/>
                <a:gd name="T5" fmla="*/ 60 h 18"/>
                <a:gd name="T6" fmla="*/ 0 w 14"/>
                <a:gd name="T7" fmla="*/ 43 h 18"/>
                <a:gd name="T8" fmla="*/ 15 w 14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3" y="1"/>
                  </a:moveTo>
                  <a:cubicBezTo>
                    <a:pt x="9" y="0"/>
                    <a:pt x="6" y="17"/>
                    <a:pt x="14" y="15"/>
                  </a:cubicBezTo>
                  <a:cubicBezTo>
                    <a:pt x="8" y="18"/>
                    <a:pt x="7" y="11"/>
                    <a:pt x="5" y="7"/>
                  </a:cubicBezTo>
                  <a:cubicBezTo>
                    <a:pt x="4" y="6"/>
                    <a:pt x="2" y="1"/>
                    <a:pt x="0" y="5"/>
                  </a:cubicBezTo>
                  <a:cubicBezTo>
                    <a:pt x="0" y="3"/>
                    <a:pt x="1" y="2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43" name="Freeform 205">
              <a:extLst>
                <a:ext uri="{FF2B5EF4-FFF2-40B4-BE49-F238E27FC236}">
                  <a16:creationId xmlns:a16="http://schemas.microsoft.com/office/drawing/2014/main" id="{D79CDA36-E835-40A7-A3EC-6E114F73A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285"/>
              <a:ext cx="9" cy="25"/>
            </a:xfrm>
            <a:custGeom>
              <a:avLst/>
              <a:gdLst>
                <a:gd name="T0" fmla="*/ 29 w 5"/>
                <a:gd name="T1" fmla="*/ 0 h 12"/>
                <a:gd name="T2" fmla="*/ 13 w 5"/>
                <a:gd name="T3" fmla="*/ 108 h 12"/>
                <a:gd name="T4" fmla="*/ 23 w 5"/>
                <a:gd name="T5" fmla="*/ 56 h 12"/>
                <a:gd name="T6" fmla="*/ 29 w 5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3" y="3"/>
                    <a:pt x="0" y="8"/>
                    <a:pt x="2" y="12"/>
                  </a:cubicBezTo>
                  <a:cubicBezTo>
                    <a:pt x="2" y="9"/>
                    <a:pt x="3" y="8"/>
                    <a:pt x="4" y="6"/>
                  </a:cubicBezTo>
                  <a:cubicBezTo>
                    <a:pt x="5" y="4"/>
                    <a:pt x="5" y="2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44" name="Freeform 206">
              <a:extLst>
                <a:ext uri="{FF2B5EF4-FFF2-40B4-BE49-F238E27FC236}">
                  <a16:creationId xmlns:a16="http://schemas.microsoft.com/office/drawing/2014/main" id="{9521161F-3BEB-4503-96E7-E24EA05CE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355"/>
              <a:ext cx="12" cy="17"/>
            </a:xfrm>
            <a:custGeom>
              <a:avLst/>
              <a:gdLst>
                <a:gd name="T0" fmla="*/ 16 w 6"/>
                <a:gd name="T1" fmla="*/ 0 h 8"/>
                <a:gd name="T2" fmla="*/ 48 w 6"/>
                <a:gd name="T3" fmla="*/ 68 h 8"/>
                <a:gd name="T4" fmla="*/ 8 w 6"/>
                <a:gd name="T5" fmla="*/ 77 h 8"/>
                <a:gd name="T6" fmla="*/ 16 w 6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3" y="2"/>
                    <a:pt x="4" y="5"/>
                    <a:pt x="6" y="7"/>
                  </a:cubicBezTo>
                  <a:cubicBezTo>
                    <a:pt x="5" y="8"/>
                    <a:pt x="3" y="8"/>
                    <a:pt x="1" y="8"/>
                  </a:cubicBezTo>
                  <a:cubicBezTo>
                    <a:pt x="1" y="6"/>
                    <a:pt x="0" y="3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45" name="Freeform 207">
              <a:extLst>
                <a:ext uri="{FF2B5EF4-FFF2-40B4-BE49-F238E27FC236}">
                  <a16:creationId xmlns:a16="http://schemas.microsoft.com/office/drawing/2014/main" id="{565C62B9-0CD5-4340-851E-90ADF5AF4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361"/>
              <a:ext cx="25" cy="27"/>
            </a:xfrm>
            <a:custGeom>
              <a:avLst/>
              <a:gdLst>
                <a:gd name="T0" fmla="*/ 8 w 13"/>
                <a:gd name="T1" fmla="*/ 35 h 13"/>
                <a:gd name="T2" fmla="*/ 48 w 13"/>
                <a:gd name="T3" fmla="*/ 81 h 13"/>
                <a:gd name="T4" fmla="*/ 92 w 13"/>
                <a:gd name="T5" fmla="*/ 108 h 13"/>
                <a:gd name="T6" fmla="*/ 48 w 13"/>
                <a:gd name="T7" fmla="*/ 8 h 13"/>
                <a:gd name="T8" fmla="*/ 0 w 13"/>
                <a:gd name="T9" fmla="*/ 3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4"/>
                  </a:moveTo>
                  <a:cubicBezTo>
                    <a:pt x="5" y="2"/>
                    <a:pt x="5" y="7"/>
                    <a:pt x="7" y="9"/>
                  </a:cubicBezTo>
                  <a:cubicBezTo>
                    <a:pt x="8" y="12"/>
                    <a:pt x="10" y="13"/>
                    <a:pt x="13" y="12"/>
                  </a:cubicBezTo>
                  <a:cubicBezTo>
                    <a:pt x="7" y="12"/>
                    <a:pt x="10" y="3"/>
                    <a:pt x="7" y="1"/>
                  </a:cubicBezTo>
                  <a:cubicBezTo>
                    <a:pt x="5" y="0"/>
                    <a:pt x="1" y="1"/>
                    <a:pt x="0" y="4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46" name="Freeform 208">
              <a:extLst>
                <a:ext uri="{FF2B5EF4-FFF2-40B4-BE49-F238E27FC236}">
                  <a16:creationId xmlns:a16="http://schemas.microsoft.com/office/drawing/2014/main" id="{116CE24D-D3FA-4B6B-A93A-609BF6FB8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287"/>
              <a:ext cx="29" cy="25"/>
            </a:xfrm>
            <a:custGeom>
              <a:avLst/>
              <a:gdLst>
                <a:gd name="T0" fmla="*/ 44 w 15"/>
                <a:gd name="T1" fmla="*/ 8 h 12"/>
                <a:gd name="T2" fmla="*/ 72 w 15"/>
                <a:gd name="T3" fmla="*/ 56 h 12"/>
                <a:gd name="T4" fmla="*/ 108 w 15"/>
                <a:gd name="T5" fmla="*/ 108 h 12"/>
                <a:gd name="T6" fmla="*/ 93 w 15"/>
                <a:gd name="T7" fmla="*/ 44 h 12"/>
                <a:gd name="T8" fmla="*/ 56 w 15"/>
                <a:gd name="T9" fmla="*/ 8 h 12"/>
                <a:gd name="T10" fmla="*/ 29 w 15"/>
                <a:gd name="T11" fmla="*/ 0 h 12"/>
                <a:gd name="T12" fmla="*/ 0 w 15"/>
                <a:gd name="T13" fmla="*/ 17 h 12"/>
                <a:gd name="T14" fmla="*/ 0 w 15"/>
                <a:gd name="T15" fmla="*/ 1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2">
                  <a:moveTo>
                    <a:pt x="6" y="1"/>
                  </a:moveTo>
                  <a:cubicBezTo>
                    <a:pt x="9" y="2"/>
                    <a:pt x="9" y="4"/>
                    <a:pt x="10" y="6"/>
                  </a:cubicBezTo>
                  <a:cubicBezTo>
                    <a:pt x="12" y="8"/>
                    <a:pt x="14" y="9"/>
                    <a:pt x="15" y="12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3"/>
                    <a:pt x="10" y="2"/>
                    <a:pt x="8" y="1"/>
                  </a:cubicBezTo>
                  <a:cubicBezTo>
                    <a:pt x="6" y="0"/>
                    <a:pt x="6" y="0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47" name="Freeform 209">
              <a:extLst>
                <a:ext uri="{FF2B5EF4-FFF2-40B4-BE49-F238E27FC236}">
                  <a16:creationId xmlns:a16="http://schemas.microsoft.com/office/drawing/2014/main" id="{5D54EB4C-2D6C-49FF-9801-84332088B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366"/>
              <a:ext cx="14" cy="33"/>
            </a:xfrm>
            <a:custGeom>
              <a:avLst/>
              <a:gdLst>
                <a:gd name="T0" fmla="*/ 56 w 7"/>
                <a:gd name="T1" fmla="*/ 0 h 16"/>
                <a:gd name="T2" fmla="*/ 0 w 7"/>
                <a:gd name="T3" fmla="*/ 97 h 16"/>
                <a:gd name="T4" fmla="*/ 32 w 7"/>
                <a:gd name="T5" fmla="*/ 80 h 16"/>
                <a:gd name="T6" fmla="*/ 56 w 7"/>
                <a:gd name="T7" fmla="*/ 1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6" y="2"/>
                    <a:pt x="5" y="16"/>
                    <a:pt x="0" y="11"/>
                  </a:cubicBezTo>
                  <a:cubicBezTo>
                    <a:pt x="1" y="11"/>
                    <a:pt x="3" y="10"/>
                    <a:pt x="4" y="9"/>
                  </a:cubicBezTo>
                  <a:cubicBezTo>
                    <a:pt x="6" y="7"/>
                    <a:pt x="5" y="4"/>
                    <a:pt x="7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48" name="Freeform 210">
              <a:extLst>
                <a:ext uri="{FF2B5EF4-FFF2-40B4-BE49-F238E27FC236}">
                  <a16:creationId xmlns:a16="http://schemas.microsoft.com/office/drawing/2014/main" id="{27855932-0C15-4D85-BF69-75746B750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267"/>
              <a:ext cx="21" cy="33"/>
            </a:xfrm>
            <a:custGeom>
              <a:avLst/>
              <a:gdLst>
                <a:gd name="T0" fmla="*/ 55 w 11"/>
                <a:gd name="T1" fmla="*/ 0 h 16"/>
                <a:gd name="T2" fmla="*/ 48 w 11"/>
                <a:gd name="T3" fmla="*/ 89 h 16"/>
                <a:gd name="T4" fmla="*/ 0 w 11"/>
                <a:gd name="T5" fmla="*/ 140 h 16"/>
                <a:gd name="T6" fmla="*/ 40 w 11"/>
                <a:gd name="T7" fmla="*/ 72 h 16"/>
                <a:gd name="T8" fmla="*/ 55 w 1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11" y="3"/>
                    <a:pt x="8" y="8"/>
                    <a:pt x="7" y="10"/>
                  </a:cubicBezTo>
                  <a:cubicBezTo>
                    <a:pt x="5" y="12"/>
                    <a:pt x="1" y="14"/>
                    <a:pt x="0" y="16"/>
                  </a:cubicBezTo>
                  <a:cubicBezTo>
                    <a:pt x="1" y="13"/>
                    <a:pt x="4" y="11"/>
                    <a:pt x="6" y="8"/>
                  </a:cubicBezTo>
                  <a:cubicBezTo>
                    <a:pt x="8" y="5"/>
                    <a:pt x="8" y="3"/>
                    <a:pt x="8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49" name="Freeform 211">
              <a:extLst>
                <a:ext uri="{FF2B5EF4-FFF2-40B4-BE49-F238E27FC236}">
                  <a16:creationId xmlns:a16="http://schemas.microsoft.com/office/drawing/2014/main" id="{7358C1C5-A652-4603-97DF-B0DC70E2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302"/>
              <a:ext cx="13" cy="26"/>
            </a:xfrm>
            <a:custGeom>
              <a:avLst/>
              <a:gdLst>
                <a:gd name="T0" fmla="*/ 13 w 7"/>
                <a:gd name="T1" fmla="*/ 0 h 13"/>
                <a:gd name="T2" fmla="*/ 7 w 7"/>
                <a:gd name="T3" fmla="*/ 104 h 13"/>
                <a:gd name="T4" fmla="*/ 13 w 7"/>
                <a:gd name="T5" fmla="*/ 40 h 13"/>
                <a:gd name="T6" fmla="*/ 13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cubicBezTo>
                    <a:pt x="3" y="5"/>
                    <a:pt x="7" y="9"/>
                    <a:pt x="1" y="13"/>
                  </a:cubicBezTo>
                  <a:cubicBezTo>
                    <a:pt x="3" y="10"/>
                    <a:pt x="2" y="8"/>
                    <a:pt x="2" y="5"/>
                  </a:cubicBezTo>
                  <a:cubicBezTo>
                    <a:pt x="1" y="3"/>
                    <a:pt x="0" y="2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50" name="Freeform 212">
              <a:extLst>
                <a:ext uri="{FF2B5EF4-FFF2-40B4-BE49-F238E27FC236}">
                  <a16:creationId xmlns:a16="http://schemas.microsoft.com/office/drawing/2014/main" id="{59E45EA2-FACC-4487-8517-6870C3F5F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357"/>
              <a:ext cx="10" cy="17"/>
            </a:xfrm>
            <a:custGeom>
              <a:avLst/>
              <a:gdLst>
                <a:gd name="T0" fmla="*/ 16 w 5"/>
                <a:gd name="T1" fmla="*/ 9 h 8"/>
                <a:gd name="T2" fmla="*/ 40 w 5"/>
                <a:gd name="T3" fmla="*/ 60 h 8"/>
                <a:gd name="T4" fmla="*/ 24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1"/>
                  </a:moveTo>
                  <a:cubicBezTo>
                    <a:pt x="0" y="4"/>
                    <a:pt x="1" y="8"/>
                    <a:pt x="5" y="6"/>
                  </a:cubicBezTo>
                  <a:cubicBezTo>
                    <a:pt x="4" y="7"/>
                    <a:pt x="2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51" name="Freeform 213">
              <a:extLst>
                <a:ext uri="{FF2B5EF4-FFF2-40B4-BE49-F238E27FC236}">
                  <a16:creationId xmlns:a16="http://schemas.microsoft.com/office/drawing/2014/main" id="{310EB76C-57AB-44E7-A315-F1614FBFE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260"/>
              <a:ext cx="6" cy="35"/>
            </a:xfrm>
            <a:custGeom>
              <a:avLst/>
              <a:gdLst>
                <a:gd name="T0" fmla="*/ 16 w 3"/>
                <a:gd name="T1" fmla="*/ 8 h 17"/>
                <a:gd name="T2" fmla="*/ 8 w 3"/>
                <a:gd name="T3" fmla="*/ 68 h 17"/>
                <a:gd name="T4" fmla="*/ 8 w 3"/>
                <a:gd name="T5" fmla="*/ 148 h 17"/>
                <a:gd name="T6" fmla="*/ 24 w 3"/>
                <a:gd name="T7" fmla="*/ 60 h 17"/>
                <a:gd name="T8" fmla="*/ 16 w 3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7">
                  <a:moveTo>
                    <a:pt x="2" y="1"/>
                  </a:moveTo>
                  <a:cubicBezTo>
                    <a:pt x="2" y="3"/>
                    <a:pt x="1" y="6"/>
                    <a:pt x="1" y="8"/>
                  </a:cubicBezTo>
                  <a:cubicBezTo>
                    <a:pt x="1" y="11"/>
                    <a:pt x="0" y="16"/>
                    <a:pt x="1" y="17"/>
                  </a:cubicBezTo>
                  <a:cubicBezTo>
                    <a:pt x="3" y="14"/>
                    <a:pt x="3" y="10"/>
                    <a:pt x="3" y="7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52" name="Freeform 214">
              <a:extLst>
                <a:ext uri="{FF2B5EF4-FFF2-40B4-BE49-F238E27FC236}">
                  <a16:creationId xmlns:a16="http://schemas.microsoft.com/office/drawing/2014/main" id="{047C816F-DF50-4C41-BE33-6EA5CD24D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293"/>
              <a:ext cx="17" cy="13"/>
            </a:xfrm>
            <a:custGeom>
              <a:avLst/>
              <a:gdLst>
                <a:gd name="T0" fmla="*/ 0 w 9"/>
                <a:gd name="T1" fmla="*/ 20 h 6"/>
                <a:gd name="T2" fmla="*/ 32 w 9"/>
                <a:gd name="T3" fmla="*/ 9 h 6"/>
                <a:gd name="T4" fmla="*/ 60 w 9"/>
                <a:gd name="T5" fmla="*/ 61 h 6"/>
                <a:gd name="T6" fmla="*/ 28 w 9"/>
                <a:gd name="T7" fmla="*/ 20 h 6"/>
                <a:gd name="T8" fmla="*/ 0 w 9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1" y="3"/>
                    <a:pt x="3" y="0"/>
                    <a:pt x="5" y="1"/>
                  </a:cubicBezTo>
                  <a:cubicBezTo>
                    <a:pt x="7" y="1"/>
                    <a:pt x="8" y="4"/>
                    <a:pt x="9" y="6"/>
                  </a:cubicBezTo>
                  <a:cubicBezTo>
                    <a:pt x="7" y="5"/>
                    <a:pt x="7" y="3"/>
                    <a:pt x="4" y="2"/>
                  </a:cubicBezTo>
                  <a:cubicBezTo>
                    <a:pt x="4" y="2"/>
                    <a:pt x="1" y="2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53" name="Freeform 215">
              <a:extLst>
                <a:ext uri="{FF2B5EF4-FFF2-40B4-BE49-F238E27FC236}">
                  <a16:creationId xmlns:a16="http://schemas.microsoft.com/office/drawing/2014/main" id="{C5B5BD8D-58C9-4E7B-A338-C5600BD42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262"/>
              <a:ext cx="21" cy="23"/>
            </a:xfrm>
            <a:custGeom>
              <a:avLst/>
              <a:gdLst>
                <a:gd name="T0" fmla="*/ 0 w 11"/>
                <a:gd name="T1" fmla="*/ 65 h 11"/>
                <a:gd name="T2" fmla="*/ 76 w 11"/>
                <a:gd name="T3" fmla="*/ 0 h 11"/>
                <a:gd name="T4" fmla="*/ 8 w 11"/>
                <a:gd name="T5" fmla="*/ 5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7"/>
                  </a:moveTo>
                  <a:cubicBezTo>
                    <a:pt x="5" y="8"/>
                    <a:pt x="8" y="2"/>
                    <a:pt x="11" y="0"/>
                  </a:cubicBezTo>
                  <a:cubicBezTo>
                    <a:pt x="9" y="2"/>
                    <a:pt x="5" y="11"/>
                    <a:pt x="1" y="6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54" name="Freeform 216">
              <a:extLst>
                <a:ext uri="{FF2B5EF4-FFF2-40B4-BE49-F238E27FC236}">
                  <a16:creationId xmlns:a16="http://schemas.microsoft.com/office/drawing/2014/main" id="{E009ED0D-4654-4856-9D21-D4D2E4E98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236"/>
              <a:ext cx="100" cy="160"/>
            </a:xfrm>
            <a:custGeom>
              <a:avLst/>
              <a:gdLst>
                <a:gd name="T0" fmla="*/ 192 w 52"/>
                <a:gd name="T1" fmla="*/ 139 h 78"/>
                <a:gd name="T2" fmla="*/ 263 w 52"/>
                <a:gd name="T3" fmla="*/ 113 h 78"/>
                <a:gd name="T4" fmla="*/ 356 w 52"/>
                <a:gd name="T5" fmla="*/ 131 h 78"/>
                <a:gd name="T6" fmla="*/ 348 w 52"/>
                <a:gd name="T7" fmla="*/ 232 h 78"/>
                <a:gd name="T8" fmla="*/ 321 w 52"/>
                <a:gd name="T9" fmla="*/ 295 h 78"/>
                <a:gd name="T10" fmla="*/ 325 w 52"/>
                <a:gd name="T11" fmla="*/ 379 h 78"/>
                <a:gd name="T12" fmla="*/ 277 w 52"/>
                <a:gd name="T13" fmla="*/ 468 h 78"/>
                <a:gd name="T14" fmla="*/ 248 w 52"/>
                <a:gd name="T15" fmla="*/ 535 h 78"/>
                <a:gd name="T16" fmla="*/ 221 w 52"/>
                <a:gd name="T17" fmla="*/ 640 h 78"/>
                <a:gd name="T18" fmla="*/ 156 w 52"/>
                <a:gd name="T19" fmla="*/ 648 h 78"/>
                <a:gd name="T20" fmla="*/ 100 w 52"/>
                <a:gd name="T21" fmla="*/ 568 h 78"/>
                <a:gd name="T22" fmla="*/ 48 w 52"/>
                <a:gd name="T23" fmla="*/ 552 h 78"/>
                <a:gd name="T24" fmla="*/ 56 w 52"/>
                <a:gd name="T25" fmla="*/ 501 h 78"/>
                <a:gd name="T26" fmla="*/ 37 w 52"/>
                <a:gd name="T27" fmla="*/ 476 h 78"/>
                <a:gd name="T28" fmla="*/ 29 w 52"/>
                <a:gd name="T29" fmla="*/ 379 h 78"/>
                <a:gd name="T30" fmla="*/ 8 w 52"/>
                <a:gd name="T31" fmla="*/ 345 h 78"/>
                <a:gd name="T32" fmla="*/ 8 w 52"/>
                <a:gd name="T33" fmla="*/ 269 h 78"/>
                <a:gd name="T34" fmla="*/ 48 w 52"/>
                <a:gd name="T35" fmla="*/ 197 h 78"/>
                <a:gd name="T36" fmla="*/ 63 w 52"/>
                <a:gd name="T37" fmla="*/ 59 h 78"/>
                <a:gd name="T38" fmla="*/ 137 w 52"/>
                <a:gd name="T39" fmla="*/ 68 h 78"/>
                <a:gd name="T40" fmla="*/ 148 w 52"/>
                <a:gd name="T41" fmla="*/ 131 h 78"/>
                <a:gd name="T42" fmla="*/ 192 w 52"/>
                <a:gd name="T43" fmla="*/ 139 h 7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2" h="78">
                  <a:moveTo>
                    <a:pt x="27" y="16"/>
                  </a:moveTo>
                  <a:cubicBezTo>
                    <a:pt x="33" y="19"/>
                    <a:pt x="32" y="19"/>
                    <a:pt x="37" y="13"/>
                  </a:cubicBezTo>
                  <a:cubicBezTo>
                    <a:pt x="41" y="9"/>
                    <a:pt x="46" y="9"/>
                    <a:pt x="50" y="15"/>
                  </a:cubicBezTo>
                  <a:cubicBezTo>
                    <a:pt x="52" y="18"/>
                    <a:pt x="52" y="23"/>
                    <a:pt x="49" y="27"/>
                  </a:cubicBezTo>
                  <a:cubicBezTo>
                    <a:pt x="46" y="30"/>
                    <a:pt x="42" y="28"/>
                    <a:pt x="45" y="34"/>
                  </a:cubicBezTo>
                  <a:cubicBezTo>
                    <a:pt x="47" y="38"/>
                    <a:pt x="49" y="40"/>
                    <a:pt x="46" y="44"/>
                  </a:cubicBezTo>
                  <a:cubicBezTo>
                    <a:pt x="42" y="48"/>
                    <a:pt x="40" y="46"/>
                    <a:pt x="39" y="54"/>
                  </a:cubicBezTo>
                  <a:cubicBezTo>
                    <a:pt x="38" y="61"/>
                    <a:pt x="39" y="59"/>
                    <a:pt x="35" y="62"/>
                  </a:cubicBezTo>
                  <a:cubicBezTo>
                    <a:pt x="30" y="65"/>
                    <a:pt x="34" y="70"/>
                    <a:pt x="31" y="74"/>
                  </a:cubicBezTo>
                  <a:cubicBezTo>
                    <a:pt x="29" y="78"/>
                    <a:pt x="24" y="77"/>
                    <a:pt x="22" y="75"/>
                  </a:cubicBezTo>
                  <a:cubicBezTo>
                    <a:pt x="18" y="72"/>
                    <a:pt x="18" y="67"/>
                    <a:pt x="14" y="66"/>
                  </a:cubicBezTo>
                  <a:cubicBezTo>
                    <a:pt x="12" y="66"/>
                    <a:pt x="8" y="69"/>
                    <a:pt x="7" y="64"/>
                  </a:cubicBezTo>
                  <a:cubicBezTo>
                    <a:pt x="7" y="62"/>
                    <a:pt x="9" y="60"/>
                    <a:pt x="8" y="58"/>
                  </a:cubicBezTo>
                  <a:cubicBezTo>
                    <a:pt x="8" y="54"/>
                    <a:pt x="7" y="57"/>
                    <a:pt x="5" y="55"/>
                  </a:cubicBezTo>
                  <a:cubicBezTo>
                    <a:pt x="2" y="51"/>
                    <a:pt x="5" y="49"/>
                    <a:pt x="4" y="44"/>
                  </a:cubicBezTo>
                  <a:cubicBezTo>
                    <a:pt x="3" y="42"/>
                    <a:pt x="2" y="42"/>
                    <a:pt x="1" y="40"/>
                  </a:cubicBezTo>
                  <a:cubicBezTo>
                    <a:pt x="0" y="38"/>
                    <a:pt x="0" y="34"/>
                    <a:pt x="1" y="31"/>
                  </a:cubicBezTo>
                  <a:cubicBezTo>
                    <a:pt x="2" y="26"/>
                    <a:pt x="5" y="27"/>
                    <a:pt x="7" y="23"/>
                  </a:cubicBezTo>
                  <a:cubicBezTo>
                    <a:pt x="9" y="19"/>
                    <a:pt x="7" y="12"/>
                    <a:pt x="9" y="7"/>
                  </a:cubicBezTo>
                  <a:cubicBezTo>
                    <a:pt x="12" y="0"/>
                    <a:pt x="17" y="1"/>
                    <a:pt x="19" y="8"/>
                  </a:cubicBezTo>
                  <a:cubicBezTo>
                    <a:pt x="20" y="11"/>
                    <a:pt x="19" y="12"/>
                    <a:pt x="21" y="15"/>
                  </a:cubicBezTo>
                  <a:cubicBezTo>
                    <a:pt x="23" y="18"/>
                    <a:pt x="25" y="14"/>
                    <a:pt x="27" y="1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55" name="Freeform 217">
              <a:extLst>
                <a:ext uri="{FF2B5EF4-FFF2-40B4-BE49-F238E27FC236}">
                  <a16:creationId xmlns:a16="http://schemas.microsoft.com/office/drawing/2014/main" id="{B5A11517-5EC5-40D2-8679-C95F9768E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295"/>
              <a:ext cx="8" cy="13"/>
            </a:xfrm>
            <a:custGeom>
              <a:avLst/>
              <a:gdLst>
                <a:gd name="T0" fmla="*/ 32 w 4"/>
                <a:gd name="T1" fmla="*/ 0 h 6"/>
                <a:gd name="T2" fmla="*/ 0 w 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0"/>
                    <a:pt x="0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56" name="Freeform 218">
              <a:extLst>
                <a:ext uri="{FF2B5EF4-FFF2-40B4-BE49-F238E27FC236}">
                  <a16:creationId xmlns:a16="http://schemas.microsoft.com/office/drawing/2014/main" id="{FB6CC51D-0025-4BB9-BEEC-EECC0C02C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277"/>
              <a:ext cx="6" cy="23"/>
            </a:xfrm>
            <a:custGeom>
              <a:avLst/>
              <a:gdLst>
                <a:gd name="T0" fmla="*/ 24 w 3"/>
                <a:gd name="T1" fmla="*/ 0 h 11"/>
                <a:gd name="T2" fmla="*/ 0 w 3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4"/>
                    <a:pt x="2" y="8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57" name="Freeform 219">
              <a:extLst>
                <a:ext uri="{FF2B5EF4-FFF2-40B4-BE49-F238E27FC236}">
                  <a16:creationId xmlns:a16="http://schemas.microsoft.com/office/drawing/2014/main" id="{E4005CF8-E449-4372-BDB8-0D3F687C8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330"/>
              <a:ext cx="20" cy="19"/>
            </a:xfrm>
            <a:custGeom>
              <a:avLst/>
              <a:gdLst>
                <a:gd name="T0" fmla="*/ 0 w 10"/>
                <a:gd name="T1" fmla="*/ 57 h 9"/>
                <a:gd name="T2" fmla="*/ 80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4" y="9"/>
                    <a:pt x="9" y="7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58" name="Freeform 220">
              <a:extLst>
                <a:ext uri="{FF2B5EF4-FFF2-40B4-BE49-F238E27FC236}">
                  <a16:creationId xmlns:a16="http://schemas.microsoft.com/office/drawing/2014/main" id="{68087855-8FCE-4728-A0D1-EB58EAFB1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289"/>
              <a:ext cx="31" cy="23"/>
            </a:xfrm>
            <a:custGeom>
              <a:avLst/>
              <a:gdLst>
                <a:gd name="T0" fmla="*/ 0 w 16"/>
                <a:gd name="T1" fmla="*/ 8 h 11"/>
                <a:gd name="T2" fmla="*/ 31 w 16"/>
                <a:gd name="T3" fmla="*/ 8 h 11"/>
                <a:gd name="T4" fmla="*/ 64 w 16"/>
                <a:gd name="T5" fmla="*/ 17 h 11"/>
                <a:gd name="T6" fmla="*/ 93 w 16"/>
                <a:gd name="T7" fmla="*/ 65 h 11"/>
                <a:gd name="T8" fmla="*/ 116 w 16"/>
                <a:gd name="T9" fmla="*/ 1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0" y="1"/>
                  </a:moveTo>
                  <a:cubicBezTo>
                    <a:pt x="1" y="4"/>
                    <a:pt x="2" y="2"/>
                    <a:pt x="4" y="1"/>
                  </a:cubicBezTo>
                  <a:cubicBezTo>
                    <a:pt x="6" y="0"/>
                    <a:pt x="7" y="1"/>
                    <a:pt x="9" y="2"/>
                  </a:cubicBezTo>
                  <a:cubicBezTo>
                    <a:pt x="11" y="4"/>
                    <a:pt x="12" y="6"/>
                    <a:pt x="13" y="7"/>
                  </a:cubicBezTo>
                  <a:cubicBezTo>
                    <a:pt x="14" y="9"/>
                    <a:pt x="16" y="9"/>
                    <a:pt x="16" y="1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59" name="Freeform 221">
              <a:extLst>
                <a:ext uri="{FF2B5EF4-FFF2-40B4-BE49-F238E27FC236}">
                  <a16:creationId xmlns:a16="http://schemas.microsoft.com/office/drawing/2014/main" id="{A5A39E1C-46A9-4D6F-AF62-4D64CDDBC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355"/>
              <a:ext cx="5" cy="15"/>
            </a:xfrm>
            <a:custGeom>
              <a:avLst/>
              <a:gdLst>
                <a:gd name="T0" fmla="*/ 13 w 3"/>
                <a:gd name="T1" fmla="*/ 0 h 7"/>
                <a:gd name="T2" fmla="*/ 0 w 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2"/>
                    <a:pt x="1" y="4"/>
                    <a:pt x="0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60" name="Freeform 222">
              <a:extLst>
                <a:ext uri="{FF2B5EF4-FFF2-40B4-BE49-F238E27FC236}">
                  <a16:creationId xmlns:a16="http://schemas.microsoft.com/office/drawing/2014/main" id="{EC1CEF8A-48A6-41F5-ADF6-670B94EE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351"/>
              <a:ext cx="8" cy="12"/>
            </a:xfrm>
            <a:custGeom>
              <a:avLst/>
              <a:gdLst>
                <a:gd name="T0" fmla="*/ 0 w 4"/>
                <a:gd name="T1" fmla="*/ 0 h 6"/>
                <a:gd name="T2" fmla="*/ 32 w 4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1"/>
                    <a:pt x="2" y="6"/>
                    <a:pt x="4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61" name="Freeform 223">
              <a:extLst>
                <a:ext uri="{FF2B5EF4-FFF2-40B4-BE49-F238E27FC236}">
                  <a16:creationId xmlns:a16="http://schemas.microsoft.com/office/drawing/2014/main" id="{19415478-4FDC-4B18-B4F1-4DDFF8C54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291"/>
              <a:ext cx="6" cy="9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36 h 4"/>
                <a:gd name="T4" fmla="*/ 24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2" y="2"/>
                    <a:pt x="3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62" name="Freeform 224">
              <a:extLst>
                <a:ext uri="{FF2B5EF4-FFF2-40B4-BE49-F238E27FC236}">
                  <a16:creationId xmlns:a16="http://schemas.microsoft.com/office/drawing/2014/main" id="{247E10C7-2A72-4627-BE73-34B18F516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308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63" name="Freeform 225">
              <a:extLst>
                <a:ext uri="{FF2B5EF4-FFF2-40B4-BE49-F238E27FC236}">
                  <a16:creationId xmlns:a16="http://schemas.microsoft.com/office/drawing/2014/main" id="{AD70F9B9-2C4D-4996-886F-AFB5AE8F8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328"/>
              <a:ext cx="8" cy="9"/>
            </a:xfrm>
            <a:custGeom>
              <a:avLst/>
              <a:gdLst>
                <a:gd name="T0" fmla="*/ 32 w 4"/>
                <a:gd name="T1" fmla="*/ 36 h 4"/>
                <a:gd name="T2" fmla="*/ 0 w 4"/>
                <a:gd name="T3" fmla="*/ 36 h 4"/>
                <a:gd name="T4" fmla="*/ 24 w 4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2" y="2"/>
                    <a:pt x="0" y="0"/>
                    <a:pt x="0" y="3"/>
                  </a:cubicBezTo>
                  <a:cubicBezTo>
                    <a:pt x="1" y="3"/>
                    <a:pt x="2" y="3"/>
                    <a:pt x="3" y="4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64" name="Freeform 226">
              <a:extLst>
                <a:ext uri="{FF2B5EF4-FFF2-40B4-BE49-F238E27FC236}">
                  <a16:creationId xmlns:a16="http://schemas.microsoft.com/office/drawing/2014/main" id="{F47D69B8-25DE-4B2C-AB27-9841C4D40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306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65" name="Freeform 227">
              <a:extLst>
                <a:ext uri="{FF2B5EF4-FFF2-40B4-BE49-F238E27FC236}">
                  <a16:creationId xmlns:a16="http://schemas.microsoft.com/office/drawing/2014/main" id="{9D885396-88EE-4C35-B173-EA8C69891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343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66" name="Freeform 228">
              <a:extLst>
                <a:ext uri="{FF2B5EF4-FFF2-40B4-BE49-F238E27FC236}">
                  <a16:creationId xmlns:a16="http://schemas.microsoft.com/office/drawing/2014/main" id="{C1668C06-46FD-403C-AD5B-DFDBF564E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357"/>
              <a:ext cx="4" cy="6"/>
            </a:xfrm>
            <a:custGeom>
              <a:avLst/>
              <a:gdLst>
                <a:gd name="T0" fmla="*/ 8 w 2"/>
                <a:gd name="T1" fmla="*/ 24 h 3"/>
                <a:gd name="T2" fmla="*/ 16 w 2"/>
                <a:gd name="T3" fmla="*/ 0 h 3"/>
                <a:gd name="T4" fmla="*/ 0 w 2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67" name="Freeform 229">
              <a:extLst>
                <a:ext uri="{FF2B5EF4-FFF2-40B4-BE49-F238E27FC236}">
                  <a16:creationId xmlns:a16="http://schemas.microsoft.com/office/drawing/2014/main" id="{EC58A781-97C4-4EC0-9A85-28F91D5DB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297"/>
              <a:ext cx="6" cy="1"/>
            </a:xfrm>
            <a:custGeom>
              <a:avLst/>
              <a:gdLst>
                <a:gd name="T0" fmla="*/ 0 w 3"/>
                <a:gd name="T1" fmla="*/ 0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68" name="Freeform 230">
              <a:extLst>
                <a:ext uri="{FF2B5EF4-FFF2-40B4-BE49-F238E27FC236}">
                  <a16:creationId xmlns:a16="http://schemas.microsoft.com/office/drawing/2014/main" id="{0DDEC1E5-6B3E-46EB-A146-F2D227E27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326"/>
              <a:ext cx="164" cy="101"/>
            </a:xfrm>
            <a:custGeom>
              <a:avLst/>
              <a:gdLst>
                <a:gd name="T0" fmla="*/ 152 w 85"/>
                <a:gd name="T1" fmla="*/ 8 h 49"/>
                <a:gd name="T2" fmla="*/ 15 w 85"/>
                <a:gd name="T3" fmla="*/ 175 h 49"/>
                <a:gd name="T4" fmla="*/ 280 w 85"/>
                <a:gd name="T5" fmla="*/ 412 h 49"/>
                <a:gd name="T6" fmla="*/ 588 w 85"/>
                <a:gd name="T7" fmla="*/ 280 h 49"/>
                <a:gd name="T8" fmla="*/ 540 w 85"/>
                <a:gd name="T9" fmla="*/ 115 h 49"/>
                <a:gd name="T10" fmla="*/ 345 w 85"/>
                <a:gd name="T11" fmla="*/ 60 h 49"/>
                <a:gd name="T12" fmla="*/ 152 w 85"/>
                <a:gd name="T13" fmla="*/ 8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49">
                  <a:moveTo>
                    <a:pt x="21" y="1"/>
                  </a:moveTo>
                  <a:cubicBezTo>
                    <a:pt x="10" y="2"/>
                    <a:pt x="3" y="8"/>
                    <a:pt x="2" y="20"/>
                  </a:cubicBezTo>
                  <a:cubicBezTo>
                    <a:pt x="0" y="36"/>
                    <a:pt x="16" y="45"/>
                    <a:pt x="39" y="47"/>
                  </a:cubicBezTo>
                  <a:cubicBezTo>
                    <a:pt x="63" y="49"/>
                    <a:pt x="75" y="47"/>
                    <a:pt x="82" y="32"/>
                  </a:cubicBezTo>
                  <a:cubicBezTo>
                    <a:pt x="85" y="25"/>
                    <a:pt x="82" y="18"/>
                    <a:pt x="75" y="13"/>
                  </a:cubicBezTo>
                  <a:cubicBezTo>
                    <a:pt x="66" y="8"/>
                    <a:pt x="60" y="9"/>
                    <a:pt x="48" y="7"/>
                  </a:cubicBezTo>
                  <a:cubicBezTo>
                    <a:pt x="41" y="6"/>
                    <a:pt x="31" y="0"/>
                    <a:pt x="21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69" name="Freeform 231">
              <a:extLst>
                <a:ext uri="{FF2B5EF4-FFF2-40B4-BE49-F238E27FC236}">
                  <a16:creationId xmlns:a16="http://schemas.microsoft.com/office/drawing/2014/main" id="{B7ABC0E7-BFA4-4871-B582-3151B3A60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347"/>
              <a:ext cx="108" cy="47"/>
            </a:xfrm>
            <a:custGeom>
              <a:avLst/>
              <a:gdLst>
                <a:gd name="T0" fmla="*/ 365 w 56"/>
                <a:gd name="T1" fmla="*/ 104 h 23"/>
                <a:gd name="T2" fmla="*/ 164 w 56"/>
                <a:gd name="T3" fmla="*/ 172 h 23"/>
                <a:gd name="T4" fmla="*/ 71 w 56"/>
                <a:gd name="T5" fmla="*/ 16 h 23"/>
                <a:gd name="T6" fmla="*/ 231 w 56"/>
                <a:gd name="T7" fmla="*/ 51 h 23"/>
                <a:gd name="T8" fmla="*/ 365 w 56"/>
                <a:gd name="T9" fmla="*/ 10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3">
                  <a:moveTo>
                    <a:pt x="51" y="12"/>
                  </a:moveTo>
                  <a:cubicBezTo>
                    <a:pt x="56" y="16"/>
                    <a:pt x="46" y="23"/>
                    <a:pt x="23" y="20"/>
                  </a:cubicBezTo>
                  <a:cubicBezTo>
                    <a:pt x="0" y="17"/>
                    <a:pt x="0" y="5"/>
                    <a:pt x="10" y="2"/>
                  </a:cubicBezTo>
                  <a:cubicBezTo>
                    <a:pt x="17" y="0"/>
                    <a:pt x="20" y="2"/>
                    <a:pt x="32" y="6"/>
                  </a:cubicBezTo>
                  <a:cubicBezTo>
                    <a:pt x="44" y="9"/>
                    <a:pt x="47" y="7"/>
                    <a:pt x="51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0" name="Freeform 232">
              <a:extLst>
                <a:ext uri="{FF2B5EF4-FFF2-40B4-BE49-F238E27FC236}">
                  <a16:creationId xmlns:a16="http://schemas.microsoft.com/office/drawing/2014/main" id="{E5D25530-246B-4DC7-B206-0CB82F9E3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353"/>
              <a:ext cx="99" cy="37"/>
            </a:xfrm>
            <a:custGeom>
              <a:avLst/>
              <a:gdLst>
                <a:gd name="T0" fmla="*/ 169 w 51"/>
                <a:gd name="T1" fmla="*/ 148 h 18"/>
                <a:gd name="T2" fmla="*/ 373 w 51"/>
                <a:gd name="T3" fmla="*/ 123 h 18"/>
                <a:gd name="T4" fmla="*/ 184 w 51"/>
                <a:gd name="T5" fmla="*/ 113 h 18"/>
                <a:gd name="T6" fmla="*/ 60 w 51"/>
                <a:gd name="T7" fmla="*/ 0 h 18"/>
                <a:gd name="T8" fmla="*/ 169 w 51"/>
                <a:gd name="T9" fmla="*/ 14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8">
                  <a:moveTo>
                    <a:pt x="23" y="17"/>
                  </a:moveTo>
                  <a:cubicBezTo>
                    <a:pt x="38" y="18"/>
                    <a:pt x="47" y="17"/>
                    <a:pt x="51" y="14"/>
                  </a:cubicBezTo>
                  <a:cubicBezTo>
                    <a:pt x="42" y="17"/>
                    <a:pt x="33" y="15"/>
                    <a:pt x="25" y="13"/>
                  </a:cubicBezTo>
                  <a:cubicBezTo>
                    <a:pt x="19" y="12"/>
                    <a:pt x="0" y="9"/>
                    <a:pt x="8" y="0"/>
                  </a:cubicBezTo>
                  <a:cubicBezTo>
                    <a:pt x="0" y="4"/>
                    <a:pt x="2" y="14"/>
                    <a:pt x="23" y="1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1" name="Freeform 233">
              <a:extLst>
                <a:ext uri="{FF2B5EF4-FFF2-40B4-BE49-F238E27FC236}">
                  <a16:creationId xmlns:a16="http://schemas.microsoft.com/office/drawing/2014/main" id="{31BFE2B4-2D7D-4980-BF76-16040B5E9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349"/>
              <a:ext cx="70" cy="21"/>
            </a:xfrm>
            <a:custGeom>
              <a:avLst/>
              <a:gdLst>
                <a:gd name="T0" fmla="*/ 132 w 36"/>
                <a:gd name="T1" fmla="*/ 67 h 10"/>
                <a:gd name="T2" fmla="*/ 204 w 36"/>
                <a:gd name="T3" fmla="*/ 76 h 10"/>
                <a:gd name="T4" fmla="*/ 264 w 36"/>
                <a:gd name="T5" fmla="*/ 92 h 10"/>
                <a:gd name="T6" fmla="*/ 132 w 36"/>
                <a:gd name="T7" fmla="*/ 48 h 10"/>
                <a:gd name="T8" fmla="*/ 0 w 36"/>
                <a:gd name="T9" fmla="*/ 0 h 10"/>
                <a:gd name="T10" fmla="*/ 60 w 36"/>
                <a:gd name="T11" fmla="*/ 27 h 10"/>
                <a:gd name="T12" fmla="*/ 132 w 36"/>
                <a:gd name="T13" fmla="*/ 6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0">
                  <a:moveTo>
                    <a:pt x="18" y="7"/>
                  </a:moveTo>
                  <a:cubicBezTo>
                    <a:pt x="22" y="7"/>
                    <a:pt x="24" y="8"/>
                    <a:pt x="28" y="8"/>
                  </a:cubicBezTo>
                  <a:cubicBezTo>
                    <a:pt x="31" y="8"/>
                    <a:pt x="34" y="9"/>
                    <a:pt x="36" y="10"/>
                  </a:cubicBezTo>
                  <a:cubicBezTo>
                    <a:pt x="32" y="7"/>
                    <a:pt x="29" y="8"/>
                    <a:pt x="18" y="5"/>
                  </a:cubicBezTo>
                  <a:cubicBezTo>
                    <a:pt x="8" y="2"/>
                    <a:pt x="5" y="0"/>
                    <a:pt x="0" y="0"/>
                  </a:cubicBezTo>
                  <a:cubicBezTo>
                    <a:pt x="2" y="1"/>
                    <a:pt x="6" y="2"/>
                    <a:pt x="8" y="3"/>
                  </a:cubicBezTo>
                  <a:cubicBezTo>
                    <a:pt x="11" y="5"/>
                    <a:pt x="15" y="6"/>
                    <a:pt x="18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2" name="Freeform 234">
              <a:extLst>
                <a:ext uri="{FF2B5EF4-FFF2-40B4-BE49-F238E27FC236}">
                  <a16:creationId xmlns:a16="http://schemas.microsoft.com/office/drawing/2014/main" id="{8EEB738D-31D4-4534-8109-3FFC9234E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328"/>
              <a:ext cx="62" cy="62"/>
            </a:xfrm>
            <a:custGeom>
              <a:avLst/>
              <a:gdLst>
                <a:gd name="T0" fmla="*/ 233 w 32"/>
                <a:gd name="T1" fmla="*/ 25 h 30"/>
                <a:gd name="T2" fmla="*/ 45 w 32"/>
                <a:gd name="T3" fmla="*/ 72 h 30"/>
                <a:gd name="T4" fmla="*/ 31 w 32"/>
                <a:gd name="T5" fmla="*/ 265 h 30"/>
                <a:gd name="T6" fmla="*/ 64 w 32"/>
                <a:gd name="T7" fmla="*/ 60 h 30"/>
                <a:gd name="T8" fmla="*/ 233 w 32"/>
                <a:gd name="T9" fmla="*/ 2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32" y="3"/>
                  </a:moveTo>
                  <a:cubicBezTo>
                    <a:pt x="26" y="0"/>
                    <a:pt x="12" y="1"/>
                    <a:pt x="6" y="8"/>
                  </a:cubicBezTo>
                  <a:cubicBezTo>
                    <a:pt x="0" y="15"/>
                    <a:pt x="1" y="25"/>
                    <a:pt x="4" y="30"/>
                  </a:cubicBezTo>
                  <a:cubicBezTo>
                    <a:pt x="3" y="27"/>
                    <a:pt x="1" y="14"/>
                    <a:pt x="9" y="7"/>
                  </a:cubicBezTo>
                  <a:cubicBezTo>
                    <a:pt x="18" y="1"/>
                    <a:pt x="28" y="2"/>
                    <a:pt x="32" y="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3" name="Freeform 235">
              <a:extLst>
                <a:ext uri="{FF2B5EF4-FFF2-40B4-BE49-F238E27FC236}">
                  <a16:creationId xmlns:a16="http://schemas.microsoft.com/office/drawing/2014/main" id="{CD7FE26F-BEE7-481B-B48B-1A7F033B1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343"/>
              <a:ext cx="60" cy="25"/>
            </a:xfrm>
            <a:custGeom>
              <a:avLst/>
              <a:gdLst>
                <a:gd name="T0" fmla="*/ 0 w 31"/>
                <a:gd name="T1" fmla="*/ 0 h 12"/>
                <a:gd name="T2" fmla="*/ 225 w 31"/>
                <a:gd name="T3" fmla="*/ 108 h 12"/>
                <a:gd name="T4" fmla="*/ 116 w 31"/>
                <a:gd name="T5" fmla="*/ 35 h 12"/>
                <a:gd name="T6" fmla="*/ 0 w 3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2">
                  <a:moveTo>
                    <a:pt x="0" y="0"/>
                  </a:moveTo>
                  <a:cubicBezTo>
                    <a:pt x="8" y="1"/>
                    <a:pt x="21" y="0"/>
                    <a:pt x="31" y="12"/>
                  </a:cubicBezTo>
                  <a:cubicBezTo>
                    <a:pt x="28" y="10"/>
                    <a:pt x="23" y="6"/>
                    <a:pt x="16" y="4"/>
                  </a:cubicBezTo>
                  <a:cubicBezTo>
                    <a:pt x="11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4" name="Freeform 236">
              <a:extLst>
                <a:ext uri="{FF2B5EF4-FFF2-40B4-BE49-F238E27FC236}">
                  <a16:creationId xmlns:a16="http://schemas.microsoft.com/office/drawing/2014/main" id="{E840AA85-9CEC-4DEE-9B78-B37E81E54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374"/>
              <a:ext cx="89" cy="22"/>
            </a:xfrm>
            <a:custGeom>
              <a:avLst/>
              <a:gdLst>
                <a:gd name="T0" fmla="*/ 0 w 46"/>
                <a:gd name="T1" fmla="*/ 0 h 11"/>
                <a:gd name="T2" fmla="*/ 153 w 46"/>
                <a:gd name="T3" fmla="*/ 64 h 11"/>
                <a:gd name="T4" fmla="*/ 333 w 46"/>
                <a:gd name="T5" fmla="*/ 40 h 11"/>
                <a:gd name="T6" fmla="*/ 153 w 46"/>
                <a:gd name="T7" fmla="*/ 72 h 11"/>
                <a:gd name="T8" fmla="*/ 0 w 4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1">
                  <a:moveTo>
                    <a:pt x="0" y="0"/>
                  </a:moveTo>
                  <a:cubicBezTo>
                    <a:pt x="4" y="4"/>
                    <a:pt x="11" y="7"/>
                    <a:pt x="21" y="8"/>
                  </a:cubicBezTo>
                  <a:cubicBezTo>
                    <a:pt x="33" y="9"/>
                    <a:pt x="41" y="8"/>
                    <a:pt x="46" y="5"/>
                  </a:cubicBezTo>
                  <a:cubicBezTo>
                    <a:pt x="44" y="7"/>
                    <a:pt x="36" y="11"/>
                    <a:pt x="21" y="9"/>
                  </a:cubicBezTo>
                  <a:cubicBezTo>
                    <a:pt x="7" y="7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5" name="Freeform 237">
              <a:extLst>
                <a:ext uri="{FF2B5EF4-FFF2-40B4-BE49-F238E27FC236}">
                  <a16:creationId xmlns:a16="http://schemas.microsoft.com/office/drawing/2014/main" id="{3225D040-C30D-41BD-A877-D588DAA56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390"/>
              <a:ext cx="118" cy="39"/>
            </a:xfrm>
            <a:custGeom>
              <a:avLst/>
              <a:gdLst>
                <a:gd name="T0" fmla="*/ 0 w 61"/>
                <a:gd name="T1" fmla="*/ 96 h 19"/>
                <a:gd name="T2" fmla="*/ 348 w 61"/>
                <a:gd name="T3" fmla="*/ 113 h 19"/>
                <a:gd name="T4" fmla="*/ 441 w 61"/>
                <a:gd name="T5" fmla="*/ 0 h 19"/>
                <a:gd name="T6" fmla="*/ 288 w 61"/>
                <a:gd name="T7" fmla="*/ 113 h 19"/>
                <a:gd name="T8" fmla="*/ 0 w 61"/>
                <a:gd name="T9" fmla="*/ 9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9">
                  <a:moveTo>
                    <a:pt x="0" y="11"/>
                  </a:moveTo>
                  <a:cubicBezTo>
                    <a:pt x="7" y="13"/>
                    <a:pt x="35" y="19"/>
                    <a:pt x="48" y="13"/>
                  </a:cubicBezTo>
                  <a:cubicBezTo>
                    <a:pt x="52" y="12"/>
                    <a:pt x="58" y="7"/>
                    <a:pt x="61" y="0"/>
                  </a:cubicBezTo>
                  <a:cubicBezTo>
                    <a:pt x="60" y="1"/>
                    <a:pt x="56" y="10"/>
                    <a:pt x="40" y="13"/>
                  </a:cubicBezTo>
                  <a:cubicBezTo>
                    <a:pt x="23" y="16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6" name="Freeform 238">
              <a:extLst>
                <a:ext uri="{FF2B5EF4-FFF2-40B4-BE49-F238E27FC236}">
                  <a16:creationId xmlns:a16="http://schemas.microsoft.com/office/drawing/2014/main" id="{E51926D3-04D0-400B-9699-B10838D4B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326"/>
              <a:ext cx="164" cy="101"/>
            </a:xfrm>
            <a:custGeom>
              <a:avLst/>
              <a:gdLst>
                <a:gd name="T0" fmla="*/ 152 w 85"/>
                <a:gd name="T1" fmla="*/ 8 h 49"/>
                <a:gd name="T2" fmla="*/ 15 w 85"/>
                <a:gd name="T3" fmla="*/ 175 h 49"/>
                <a:gd name="T4" fmla="*/ 280 w 85"/>
                <a:gd name="T5" fmla="*/ 412 h 49"/>
                <a:gd name="T6" fmla="*/ 588 w 85"/>
                <a:gd name="T7" fmla="*/ 280 h 49"/>
                <a:gd name="T8" fmla="*/ 540 w 85"/>
                <a:gd name="T9" fmla="*/ 115 h 49"/>
                <a:gd name="T10" fmla="*/ 345 w 85"/>
                <a:gd name="T11" fmla="*/ 60 h 49"/>
                <a:gd name="T12" fmla="*/ 152 w 85"/>
                <a:gd name="T13" fmla="*/ 8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49">
                  <a:moveTo>
                    <a:pt x="21" y="1"/>
                  </a:moveTo>
                  <a:cubicBezTo>
                    <a:pt x="10" y="2"/>
                    <a:pt x="3" y="8"/>
                    <a:pt x="2" y="20"/>
                  </a:cubicBezTo>
                  <a:cubicBezTo>
                    <a:pt x="0" y="36"/>
                    <a:pt x="16" y="45"/>
                    <a:pt x="39" y="47"/>
                  </a:cubicBezTo>
                  <a:cubicBezTo>
                    <a:pt x="63" y="49"/>
                    <a:pt x="75" y="47"/>
                    <a:pt x="82" y="32"/>
                  </a:cubicBezTo>
                  <a:cubicBezTo>
                    <a:pt x="85" y="25"/>
                    <a:pt x="82" y="18"/>
                    <a:pt x="75" y="13"/>
                  </a:cubicBezTo>
                  <a:cubicBezTo>
                    <a:pt x="66" y="8"/>
                    <a:pt x="60" y="9"/>
                    <a:pt x="48" y="7"/>
                  </a:cubicBezTo>
                  <a:cubicBezTo>
                    <a:pt x="41" y="6"/>
                    <a:pt x="31" y="0"/>
                    <a:pt x="21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7" name="Freeform 239">
              <a:extLst>
                <a:ext uri="{FF2B5EF4-FFF2-40B4-BE49-F238E27FC236}">
                  <a16:creationId xmlns:a16="http://schemas.microsoft.com/office/drawing/2014/main" id="{7126707E-043C-479C-B4A2-F6CB5BD5C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351"/>
              <a:ext cx="97" cy="41"/>
            </a:xfrm>
            <a:custGeom>
              <a:avLst/>
              <a:gdLst>
                <a:gd name="T0" fmla="*/ 349 w 50"/>
                <a:gd name="T1" fmla="*/ 88 h 20"/>
                <a:gd name="T2" fmla="*/ 357 w 50"/>
                <a:gd name="T3" fmla="*/ 113 h 20"/>
                <a:gd name="T4" fmla="*/ 147 w 50"/>
                <a:gd name="T5" fmla="*/ 148 h 20"/>
                <a:gd name="T6" fmla="*/ 8 w 50"/>
                <a:gd name="T7" fmla="*/ 59 h 20"/>
                <a:gd name="T8" fmla="*/ 52 w 50"/>
                <a:gd name="T9" fmla="*/ 0 h 20"/>
                <a:gd name="T10" fmla="*/ 52 w 50"/>
                <a:gd name="T11" fmla="*/ 0 h 20"/>
                <a:gd name="T12" fmla="*/ 0 w 50"/>
                <a:gd name="T13" fmla="*/ 59 h 20"/>
                <a:gd name="T14" fmla="*/ 147 w 50"/>
                <a:gd name="T15" fmla="*/ 156 h 20"/>
                <a:gd name="T16" fmla="*/ 357 w 50"/>
                <a:gd name="T17" fmla="*/ 113 h 20"/>
                <a:gd name="T18" fmla="*/ 349 w 50"/>
                <a:gd name="T19" fmla="*/ 8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20">
                  <a:moveTo>
                    <a:pt x="48" y="10"/>
                  </a:moveTo>
                  <a:cubicBezTo>
                    <a:pt x="49" y="11"/>
                    <a:pt x="50" y="12"/>
                    <a:pt x="49" y="13"/>
                  </a:cubicBezTo>
                  <a:cubicBezTo>
                    <a:pt x="48" y="16"/>
                    <a:pt x="39" y="20"/>
                    <a:pt x="20" y="17"/>
                  </a:cubicBezTo>
                  <a:cubicBezTo>
                    <a:pt x="6" y="16"/>
                    <a:pt x="1" y="11"/>
                    <a:pt x="1" y="7"/>
                  </a:cubicBezTo>
                  <a:cubicBezTo>
                    <a:pt x="1" y="4"/>
                    <a:pt x="3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ubicBezTo>
                    <a:pt x="0" y="11"/>
                    <a:pt x="6" y="16"/>
                    <a:pt x="20" y="18"/>
                  </a:cubicBezTo>
                  <a:cubicBezTo>
                    <a:pt x="38" y="20"/>
                    <a:pt x="48" y="17"/>
                    <a:pt x="49" y="13"/>
                  </a:cubicBezTo>
                  <a:cubicBezTo>
                    <a:pt x="50" y="12"/>
                    <a:pt x="49" y="11"/>
                    <a:pt x="48" y="1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8" name="Freeform 240">
              <a:extLst>
                <a:ext uri="{FF2B5EF4-FFF2-40B4-BE49-F238E27FC236}">
                  <a16:creationId xmlns:a16="http://schemas.microsoft.com/office/drawing/2014/main" id="{B9771A4B-E62E-4E74-9083-703C966B1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947"/>
              <a:ext cx="101" cy="99"/>
            </a:xfrm>
            <a:custGeom>
              <a:avLst/>
              <a:gdLst>
                <a:gd name="T0" fmla="*/ 95 w 52"/>
                <a:gd name="T1" fmla="*/ 72 h 48"/>
                <a:gd name="T2" fmla="*/ 8 w 52"/>
                <a:gd name="T3" fmla="*/ 184 h 48"/>
                <a:gd name="T4" fmla="*/ 31 w 52"/>
                <a:gd name="T5" fmla="*/ 324 h 48"/>
                <a:gd name="T6" fmla="*/ 301 w 52"/>
                <a:gd name="T7" fmla="*/ 297 h 48"/>
                <a:gd name="T8" fmla="*/ 287 w 52"/>
                <a:gd name="T9" fmla="*/ 25 h 48"/>
                <a:gd name="T10" fmla="*/ 95 w 52"/>
                <a:gd name="T11" fmla="*/ 7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48">
                  <a:moveTo>
                    <a:pt x="13" y="8"/>
                  </a:moveTo>
                  <a:cubicBezTo>
                    <a:pt x="8" y="11"/>
                    <a:pt x="3" y="15"/>
                    <a:pt x="1" y="21"/>
                  </a:cubicBezTo>
                  <a:cubicBezTo>
                    <a:pt x="0" y="26"/>
                    <a:pt x="1" y="32"/>
                    <a:pt x="4" y="37"/>
                  </a:cubicBezTo>
                  <a:cubicBezTo>
                    <a:pt x="12" y="48"/>
                    <a:pt x="31" y="46"/>
                    <a:pt x="41" y="34"/>
                  </a:cubicBezTo>
                  <a:cubicBezTo>
                    <a:pt x="52" y="22"/>
                    <a:pt x="48" y="7"/>
                    <a:pt x="39" y="3"/>
                  </a:cubicBezTo>
                  <a:cubicBezTo>
                    <a:pt x="30" y="0"/>
                    <a:pt x="26" y="1"/>
                    <a:pt x="13" y="8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9" name="Freeform 241">
              <a:extLst>
                <a:ext uri="{FF2B5EF4-FFF2-40B4-BE49-F238E27FC236}">
                  <a16:creationId xmlns:a16="http://schemas.microsoft.com/office/drawing/2014/main" id="{E9DD75D0-1756-4B59-BADC-6C796BC4D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951"/>
              <a:ext cx="60" cy="85"/>
            </a:xfrm>
            <a:custGeom>
              <a:avLst/>
              <a:gdLst>
                <a:gd name="T0" fmla="*/ 139 w 31"/>
                <a:gd name="T1" fmla="*/ 17 h 41"/>
                <a:gd name="T2" fmla="*/ 72 w 31"/>
                <a:gd name="T3" fmla="*/ 8 h 41"/>
                <a:gd name="T4" fmla="*/ 124 w 31"/>
                <a:gd name="T5" fmla="*/ 17 h 41"/>
                <a:gd name="T6" fmla="*/ 139 w 31"/>
                <a:gd name="T7" fmla="*/ 284 h 41"/>
                <a:gd name="T8" fmla="*/ 0 w 31"/>
                <a:gd name="T9" fmla="*/ 365 h 41"/>
                <a:gd name="T10" fmla="*/ 153 w 31"/>
                <a:gd name="T11" fmla="*/ 284 h 41"/>
                <a:gd name="T12" fmla="*/ 139 w 31"/>
                <a:gd name="T13" fmla="*/ 1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1">
                  <a:moveTo>
                    <a:pt x="19" y="2"/>
                  </a:moveTo>
                  <a:cubicBezTo>
                    <a:pt x="15" y="1"/>
                    <a:pt x="13" y="0"/>
                    <a:pt x="10" y="1"/>
                  </a:cubicBezTo>
                  <a:cubicBezTo>
                    <a:pt x="12" y="1"/>
                    <a:pt x="14" y="1"/>
                    <a:pt x="17" y="2"/>
                  </a:cubicBezTo>
                  <a:cubicBezTo>
                    <a:pt x="25" y="6"/>
                    <a:pt x="29" y="20"/>
                    <a:pt x="19" y="32"/>
                  </a:cubicBezTo>
                  <a:cubicBezTo>
                    <a:pt x="14" y="38"/>
                    <a:pt x="7" y="41"/>
                    <a:pt x="0" y="41"/>
                  </a:cubicBezTo>
                  <a:cubicBezTo>
                    <a:pt x="7" y="41"/>
                    <a:pt x="15" y="38"/>
                    <a:pt x="21" y="32"/>
                  </a:cubicBezTo>
                  <a:cubicBezTo>
                    <a:pt x="31" y="20"/>
                    <a:pt x="27" y="6"/>
                    <a:pt x="19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0" name="Freeform 242">
              <a:extLst>
                <a:ext uri="{FF2B5EF4-FFF2-40B4-BE49-F238E27FC236}">
                  <a16:creationId xmlns:a16="http://schemas.microsoft.com/office/drawing/2014/main" id="{6205A328-C34B-4AF7-9955-1772482EE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953"/>
              <a:ext cx="56" cy="83"/>
            </a:xfrm>
            <a:custGeom>
              <a:avLst/>
              <a:gdLst>
                <a:gd name="T0" fmla="*/ 44 w 29"/>
                <a:gd name="T1" fmla="*/ 293 h 40"/>
                <a:gd name="T2" fmla="*/ 23 w 29"/>
                <a:gd name="T3" fmla="*/ 160 h 40"/>
                <a:gd name="T4" fmla="*/ 100 w 29"/>
                <a:gd name="T5" fmla="*/ 52 h 40"/>
                <a:gd name="T6" fmla="*/ 209 w 29"/>
                <a:gd name="T7" fmla="*/ 0 h 40"/>
                <a:gd name="T8" fmla="*/ 93 w 29"/>
                <a:gd name="T9" fmla="*/ 52 h 40"/>
                <a:gd name="T10" fmla="*/ 8 w 29"/>
                <a:gd name="T11" fmla="*/ 160 h 40"/>
                <a:gd name="T12" fmla="*/ 29 w 29"/>
                <a:gd name="T13" fmla="*/ 293 h 40"/>
                <a:gd name="T14" fmla="*/ 153 w 29"/>
                <a:gd name="T15" fmla="*/ 357 h 40"/>
                <a:gd name="T16" fmla="*/ 44 w 29"/>
                <a:gd name="T17" fmla="*/ 29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0">
                  <a:moveTo>
                    <a:pt x="6" y="33"/>
                  </a:moveTo>
                  <a:cubicBezTo>
                    <a:pt x="2" y="29"/>
                    <a:pt x="2" y="23"/>
                    <a:pt x="3" y="18"/>
                  </a:cubicBezTo>
                  <a:cubicBezTo>
                    <a:pt x="4" y="12"/>
                    <a:pt x="9" y="9"/>
                    <a:pt x="14" y="6"/>
                  </a:cubicBezTo>
                  <a:cubicBezTo>
                    <a:pt x="21" y="2"/>
                    <a:pt x="25" y="0"/>
                    <a:pt x="29" y="0"/>
                  </a:cubicBezTo>
                  <a:cubicBezTo>
                    <a:pt x="25" y="0"/>
                    <a:pt x="20" y="2"/>
                    <a:pt x="13" y="6"/>
                  </a:cubicBezTo>
                  <a:cubicBezTo>
                    <a:pt x="7" y="9"/>
                    <a:pt x="2" y="12"/>
                    <a:pt x="1" y="18"/>
                  </a:cubicBezTo>
                  <a:cubicBezTo>
                    <a:pt x="0" y="23"/>
                    <a:pt x="0" y="29"/>
                    <a:pt x="4" y="33"/>
                  </a:cubicBezTo>
                  <a:cubicBezTo>
                    <a:pt x="8" y="38"/>
                    <a:pt x="14" y="40"/>
                    <a:pt x="21" y="40"/>
                  </a:cubicBezTo>
                  <a:cubicBezTo>
                    <a:pt x="15" y="40"/>
                    <a:pt x="9" y="38"/>
                    <a:pt x="6" y="3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1" name="Freeform 243">
              <a:extLst>
                <a:ext uri="{FF2B5EF4-FFF2-40B4-BE49-F238E27FC236}">
                  <a16:creationId xmlns:a16="http://schemas.microsoft.com/office/drawing/2014/main" id="{D10ABBAB-CE07-4DF0-9123-A65BFF207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970"/>
              <a:ext cx="58" cy="53"/>
            </a:xfrm>
            <a:custGeom>
              <a:avLst/>
              <a:gdLst>
                <a:gd name="T0" fmla="*/ 131 w 30"/>
                <a:gd name="T1" fmla="*/ 0 h 26"/>
                <a:gd name="T2" fmla="*/ 124 w 30"/>
                <a:gd name="T3" fmla="*/ 171 h 26"/>
                <a:gd name="T4" fmla="*/ 0 w 30"/>
                <a:gd name="T5" fmla="*/ 112 h 26"/>
                <a:gd name="T6" fmla="*/ 131 w 30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6">
                  <a:moveTo>
                    <a:pt x="18" y="0"/>
                  </a:moveTo>
                  <a:cubicBezTo>
                    <a:pt x="30" y="0"/>
                    <a:pt x="30" y="14"/>
                    <a:pt x="17" y="20"/>
                  </a:cubicBezTo>
                  <a:cubicBezTo>
                    <a:pt x="5" y="26"/>
                    <a:pt x="0" y="18"/>
                    <a:pt x="0" y="13"/>
                  </a:cubicBezTo>
                  <a:cubicBezTo>
                    <a:pt x="1" y="7"/>
                    <a:pt x="11" y="0"/>
                    <a:pt x="1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2" name="Freeform 244">
              <a:extLst>
                <a:ext uri="{FF2B5EF4-FFF2-40B4-BE49-F238E27FC236}">
                  <a16:creationId xmlns:a16="http://schemas.microsoft.com/office/drawing/2014/main" id="{92406ADE-1D79-403F-A771-C174D90F7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974"/>
              <a:ext cx="53" cy="45"/>
            </a:xfrm>
            <a:custGeom>
              <a:avLst/>
              <a:gdLst>
                <a:gd name="T0" fmla="*/ 165 w 27"/>
                <a:gd name="T1" fmla="*/ 0 h 22"/>
                <a:gd name="T2" fmla="*/ 104 w 27"/>
                <a:gd name="T3" fmla="*/ 147 h 22"/>
                <a:gd name="T4" fmla="*/ 0 w 27"/>
                <a:gd name="T5" fmla="*/ 147 h 22"/>
                <a:gd name="T6" fmla="*/ 112 w 27"/>
                <a:gd name="T7" fmla="*/ 155 h 22"/>
                <a:gd name="T8" fmla="*/ 165 w 27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2" y="0"/>
                  </a:moveTo>
                  <a:cubicBezTo>
                    <a:pt x="25" y="4"/>
                    <a:pt x="23" y="12"/>
                    <a:pt x="14" y="17"/>
                  </a:cubicBezTo>
                  <a:cubicBezTo>
                    <a:pt x="7" y="20"/>
                    <a:pt x="3" y="19"/>
                    <a:pt x="0" y="17"/>
                  </a:cubicBezTo>
                  <a:cubicBezTo>
                    <a:pt x="2" y="20"/>
                    <a:pt x="7" y="22"/>
                    <a:pt x="15" y="18"/>
                  </a:cubicBezTo>
                  <a:cubicBezTo>
                    <a:pt x="25" y="13"/>
                    <a:pt x="27" y="4"/>
                    <a:pt x="2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3" name="Freeform 245">
              <a:extLst>
                <a:ext uri="{FF2B5EF4-FFF2-40B4-BE49-F238E27FC236}">
                  <a16:creationId xmlns:a16="http://schemas.microsoft.com/office/drawing/2014/main" id="{EF402A1F-8306-445D-84C5-2462226BA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972"/>
              <a:ext cx="24" cy="18"/>
            </a:xfrm>
            <a:custGeom>
              <a:avLst/>
              <a:gdLst>
                <a:gd name="T0" fmla="*/ 96 w 12"/>
                <a:gd name="T1" fmla="*/ 0 h 9"/>
                <a:gd name="T2" fmla="*/ 0 w 12"/>
                <a:gd name="T3" fmla="*/ 72 h 9"/>
                <a:gd name="T4" fmla="*/ 96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7" y="1"/>
                    <a:pt x="1" y="5"/>
                    <a:pt x="0" y="9"/>
                  </a:cubicBezTo>
                  <a:cubicBezTo>
                    <a:pt x="2" y="6"/>
                    <a:pt x="7" y="1"/>
                    <a:pt x="1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4" name="Freeform 246">
              <a:extLst>
                <a:ext uri="{FF2B5EF4-FFF2-40B4-BE49-F238E27FC236}">
                  <a16:creationId xmlns:a16="http://schemas.microsoft.com/office/drawing/2014/main" id="{ACBBF2FC-3A04-4BF1-82E4-E220D0B90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984"/>
              <a:ext cx="37" cy="33"/>
            </a:xfrm>
            <a:custGeom>
              <a:avLst/>
              <a:gdLst>
                <a:gd name="T0" fmla="*/ 0 w 19"/>
                <a:gd name="T1" fmla="*/ 140 h 16"/>
                <a:gd name="T2" fmla="*/ 132 w 19"/>
                <a:gd name="T3" fmla="*/ 0 h 16"/>
                <a:gd name="T4" fmla="*/ 0 w 19"/>
                <a:gd name="T5" fmla="*/ 14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16"/>
                  </a:moveTo>
                  <a:cubicBezTo>
                    <a:pt x="4" y="16"/>
                    <a:pt x="18" y="11"/>
                    <a:pt x="18" y="0"/>
                  </a:cubicBezTo>
                  <a:cubicBezTo>
                    <a:pt x="19" y="5"/>
                    <a:pt x="14" y="16"/>
                    <a:pt x="0" y="16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5" name="Freeform 247">
              <a:extLst>
                <a:ext uri="{FF2B5EF4-FFF2-40B4-BE49-F238E27FC236}">
                  <a16:creationId xmlns:a16="http://schemas.microsoft.com/office/drawing/2014/main" id="{B472EA8E-4778-47AA-9BFA-E5323E6B4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947"/>
              <a:ext cx="101" cy="99"/>
            </a:xfrm>
            <a:custGeom>
              <a:avLst/>
              <a:gdLst>
                <a:gd name="T0" fmla="*/ 95 w 52"/>
                <a:gd name="T1" fmla="*/ 72 h 48"/>
                <a:gd name="T2" fmla="*/ 8 w 52"/>
                <a:gd name="T3" fmla="*/ 184 h 48"/>
                <a:gd name="T4" fmla="*/ 31 w 52"/>
                <a:gd name="T5" fmla="*/ 324 h 48"/>
                <a:gd name="T6" fmla="*/ 301 w 52"/>
                <a:gd name="T7" fmla="*/ 297 h 48"/>
                <a:gd name="T8" fmla="*/ 287 w 52"/>
                <a:gd name="T9" fmla="*/ 25 h 48"/>
                <a:gd name="T10" fmla="*/ 95 w 52"/>
                <a:gd name="T11" fmla="*/ 7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48">
                  <a:moveTo>
                    <a:pt x="13" y="8"/>
                  </a:moveTo>
                  <a:cubicBezTo>
                    <a:pt x="8" y="11"/>
                    <a:pt x="3" y="15"/>
                    <a:pt x="1" y="21"/>
                  </a:cubicBezTo>
                  <a:cubicBezTo>
                    <a:pt x="0" y="26"/>
                    <a:pt x="1" y="32"/>
                    <a:pt x="4" y="37"/>
                  </a:cubicBezTo>
                  <a:cubicBezTo>
                    <a:pt x="12" y="48"/>
                    <a:pt x="31" y="46"/>
                    <a:pt x="41" y="34"/>
                  </a:cubicBezTo>
                  <a:cubicBezTo>
                    <a:pt x="52" y="22"/>
                    <a:pt x="48" y="7"/>
                    <a:pt x="39" y="3"/>
                  </a:cubicBezTo>
                  <a:cubicBezTo>
                    <a:pt x="30" y="0"/>
                    <a:pt x="26" y="1"/>
                    <a:pt x="13" y="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6" name="Freeform 248">
              <a:extLst>
                <a:ext uri="{FF2B5EF4-FFF2-40B4-BE49-F238E27FC236}">
                  <a16:creationId xmlns:a16="http://schemas.microsoft.com/office/drawing/2014/main" id="{EBE66228-BF42-4F6A-AF1E-CE18786AE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970"/>
              <a:ext cx="54" cy="49"/>
            </a:xfrm>
            <a:custGeom>
              <a:avLst/>
              <a:gdLst>
                <a:gd name="T0" fmla="*/ 131 w 28"/>
                <a:gd name="T1" fmla="*/ 0 h 24"/>
                <a:gd name="T2" fmla="*/ 193 w 28"/>
                <a:gd name="T3" fmla="*/ 51 h 24"/>
                <a:gd name="T4" fmla="*/ 123 w 28"/>
                <a:gd name="T5" fmla="*/ 172 h 24"/>
                <a:gd name="T6" fmla="*/ 29 w 28"/>
                <a:gd name="T7" fmla="*/ 180 h 24"/>
                <a:gd name="T8" fmla="*/ 0 w 28"/>
                <a:gd name="T9" fmla="*/ 112 h 24"/>
                <a:gd name="T10" fmla="*/ 0 w 28"/>
                <a:gd name="T11" fmla="*/ 112 h 24"/>
                <a:gd name="T12" fmla="*/ 29 w 28"/>
                <a:gd name="T13" fmla="*/ 180 h 24"/>
                <a:gd name="T14" fmla="*/ 123 w 28"/>
                <a:gd name="T15" fmla="*/ 172 h 24"/>
                <a:gd name="T16" fmla="*/ 193 w 28"/>
                <a:gd name="T17" fmla="*/ 51 h 24"/>
                <a:gd name="T18" fmla="*/ 131 w 28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18" y="0"/>
                  </a:moveTo>
                  <a:cubicBezTo>
                    <a:pt x="23" y="0"/>
                    <a:pt x="26" y="2"/>
                    <a:pt x="27" y="6"/>
                  </a:cubicBezTo>
                  <a:cubicBezTo>
                    <a:pt x="28" y="10"/>
                    <a:pt x="25" y="16"/>
                    <a:pt x="17" y="20"/>
                  </a:cubicBezTo>
                  <a:cubicBezTo>
                    <a:pt x="10" y="23"/>
                    <a:pt x="6" y="22"/>
                    <a:pt x="4" y="21"/>
                  </a:cubicBezTo>
                  <a:cubicBezTo>
                    <a:pt x="1" y="19"/>
                    <a:pt x="0" y="1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2"/>
                    <a:pt x="10" y="24"/>
                    <a:pt x="17" y="20"/>
                  </a:cubicBezTo>
                  <a:cubicBezTo>
                    <a:pt x="25" y="16"/>
                    <a:pt x="28" y="10"/>
                    <a:pt x="27" y="6"/>
                  </a:cubicBezTo>
                  <a:cubicBezTo>
                    <a:pt x="26" y="2"/>
                    <a:pt x="23" y="0"/>
                    <a:pt x="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7" name="Freeform 249">
              <a:extLst>
                <a:ext uri="{FF2B5EF4-FFF2-40B4-BE49-F238E27FC236}">
                  <a16:creationId xmlns:a16="http://schemas.microsoft.com/office/drawing/2014/main" id="{AC400E99-A531-4B33-8C57-A0ED8A6F1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361"/>
              <a:ext cx="145" cy="132"/>
            </a:xfrm>
            <a:custGeom>
              <a:avLst/>
              <a:gdLst>
                <a:gd name="T0" fmla="*/ 201 w 75"/>
                <a:gd name="T1" fmla="*/ 35 h 64"/>
                <a:gd name="T2" fmla="*/ 44 w 75"/>
                <a:gd name="T3" fmla="*/ 149 h 64"/>
                <a:gd name="T4" fmla="*/ 23 w 75"/>
                <a:gd name="T5" fmla="*/ 353 h 64"/>
                <a:gd name="T6" fmla="*/ 396 w 75"/>
                <a:gd name="T7" fmla="*/ 456 h 64"/>
                <a:gd name="T8" fmla="*/ 464 w 75"/>
                <a:gd name="T9" fmla="*/ 72 h 64"/>
                <a:gd name="T10" fmla="*/ 201 w 75"/>
                <a:gd name="T11" fmla="*/ 3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64">
                  <a:moveTo>
                    <a:pt x="28" y="4"/>
                  </a:moveTo>
                  <a:cubicBezTo>
                    <a:pt x="18" y="7"/>
                    <a:pt x="10" y="9"/>
                    <a:pt x="6" y="17"/>
                  </a:cubicBezTo>
                  <a:cubicBezTo>
                    <a:pt x="2" y="24"/>
                    <a:pt x="0" y="32"/>
                    <a:pt x="3" y="40"/>
                  </a:cubicBezTo>
                  <a:cubicBezTo>
                    <a:pt x="10" y="58"/>
                    <a:pt x="36" y="64"/>
                    <a:pt x="55" y="52"/>
                  </a:cubicBezTo>
                  <a:cubicBezTo>
                    <a:pt x="75" y="40"/>
                    <a:pt x="75" y="17"/>
                    <a:pt x="64" y="8"/>
                  </a:cubicBezTo>
                  <a:cubicBezTo>
                    <a:pt x="54" y="0"/>
                    <a:pt x="47" y="0"/>
                    <a:pt x="28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8" name="Freeform 250">
              <a:extLst>
                <a:ext uri="{FF2B5EF4-FFF2-40B4-BE49-F238E27FC236}">
                  <a16:creationId xmlns:a16="http://schemas.microsoft.com/office/drawing/2014/main" id="{AC462E18-024E-4441-88D1-94E5F2F9C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370"/>
              <a:ext cx="100" cy="111"/>
            </a:xfrm>
            <a:custGeom>
              <a:avLst/>
              <a:gdLst>
                <a:gd name="T0" fmla="*/ 300 w 52"/>
                <a:gd name="T1" fmla="*/ 43 h 54"/>
                <a:gd name="T2" fmla="*/ 221 w 52"/>
                <a:gd name="T3" fmla="*/ 0 h 54"/>
                <a:gd name="T4" fmla="*/ 277 w 52"/>
                <a:gd name="T5" fmla="*/ 33 h 54"/>
                <a:gd name="T6" fmla="*/ 215 w 52"/>
                <a:gd name="T7" fmla="*/ 401 h 54"/>
                <a:gd name="T8" fmla="*/ 0 w 52"/>
                <a:gd name="T9" fmla="*/ 444 h 54"/>
                <a:gd name="T10" fmla="*/ 233 w 52"/>
                <a:gd name="T11" fmla="*/ 409 h 54"/>
                <a:gd name="T12" fmla="*/ 300 w 52"/>
                <a:gd name="T13" fmla="*/ 4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4">
                  <a:moveTo>
                    <a:pt x="42" y="5"/>
                  </a:moveTo>
                  <a:cubicBezTo>
                    <a:pt x="38" y="2"/>
                    <a:pt x="35" y="1"/>
                    <a:pt x="31" y="0"/>
                  </a:cubicBezTo>
                  <a:cubicBezTo>
                    <a:pt x="34" y="1"/>
                    <a:pt x="36" y="2"/>
                    <a:pt x="39" y="4"/>
                  </a:cubicBezTo>
                  <a:cubicBezTo>
                    <a:pt x="49" y="13"/>
                    <a:pt x="49" y="34"/>
                    <a:pt x="30" y="46"/>
                  </a:cubicBezTo>
                  <a:cubicBezTo>
                    <a:pt x="21" y="52"/>
                    <a:pt x="10" y="53"/>
                    <a:pt x="0" y="51"/>
                  </a:cubicBezTo>
                  <a:cubicBezTo>
                    <a:pt x="10" y="54"/>
                    <a:pt x="23" y="53"/>
                    <a:pt x="33" y="47"/>
                  </a:cubicBezTo>
                  <a:cubicBezTo>
                    <a:pt x="51" y="35"/>
                    <a:pt x="52" y="14"/>
                    <a:pt x="42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9" name="Freeform 251">
              <a:extLst>
                <a:ext uri="{FF2B5EF4-FFF2-40B4-BE49-F238E27FC236}">
                  <a16:creationId xmlns:a16="http://schemas.microsoft.com/office/drawing/2014/main" id="{6577DDAC-EAFE-4C2C-A15C-F513B6CCB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366"/>
              <a:ext cx="99" cy="109"/>
            </a:xfrm>
            <a:custGeom>
              <a:avLst/>
              <a:gdLst>
                <a:gd name="T0" fmla="*/ 37 w 51"/>
                <a:gd name="T1" fmla="*/ 329 h 53"/>
                <a:gd name="T2" fmla="*/ 52 w 51"/>
                <a:gd name="T3" fmla="*/ 140 h 53"/>
                <a:gd name="T4" fmla="*/ 204 w 51"/>
                <a:gd name="T5" fmla="*/ 33 h 53"/>
                <a:gd name="T6" fmla="*/ 373 w 51"/>
                <a:gd name="T7" fmla="*/ 16 h 53"/>
                <a:gd name="T8" fmla="*/ 188 w 51"/>
                <a:gd name="T9" fmla="*/ 25 h 53"/>
                <a:gd name="T10" fmla="*/ 37 w 51"/>
                <a:gd name="T11" fmla="*/ 140 h 53"/>
                <a:gd name="T12" fmla="*/ 16 w 51"/>
                <a:gd name="T13" fmla="*/ 321 h 53"/>
                <a:gd name="T14" fmla="*/ 169 w 51"/>
                <a:gd name="T15" fmla="*/ 461 h 53"/>
                <a:gd name="T16" fmla="*/ 37 w 51"/>
                <a:gd name="T17" fmla="*/ 329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53">
                  <a:moveTo>
                    <a:pt x="5" y="38"/>
                  </a:moveTo>
                  <a:cubicBezTo>
                    <a:pt x="2" y="30"/>
                    <a:pt x="4" y="23"/>
                    <a:pt x="7" y="16"/>
                  </a:cubicBezTo>
                  <a:cubicBezTo>
                    <a:pt x="12" y="9"/>
                    <a:pt x="19" y="6"/>
                    <a:pt x="28" y="4"/>
                  </a:cubicBezTo>
                  <a:cubicBezTo>
                    <a:pt x="39" y="2"/>
                    <a:pt x="45" y="1"/>
                    <a:pt x="51" y="2"/>
                  </a:cubicBezTo>
                  <a:cubicBezTo>
                    <a:pt x="45" y="0"/>
                    <a:pt x="38" y="1"/>
                    <a:pt x="26" y="3"/>
                  </a:cubicBezTo>
                  <a:cubicBezTo>
                    <a:pt x="17" y="6"/>
                    <a:pt x="9" y="8"/>
                    <a:pt x="5" y="16"/>
                  </a:cubicBezTo>
                  <a:cubicBezTo>
                    <a:pt x="2" y="22"/>
                    <a:pt x="0" y="30"/>
                    <a:pt x="2" y="37"/>
                  </a:cubicBezTo>
                  <a:cubicBezTo>
                    <a:pt x="6" y="46"/>
                    <a:pt x="14" y="51"/>
                    <a:pt x="23" y="53"/>
                  </a:cubicBezTo>
                  <a:cubicBezTo>
                    <a:pt x="15" y="51"/>
                    <a:pt x="8" y="46"/>
                    <a:pt x="5" y="3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0" name="Freeform 252">
              <a:extLst>
                <a:ext uri="{FF2B5EF4-FFF2-40B4-BE49-F238E27FC236}">
                  <a16:creationId xmlns:a16="http://schemas.microsoft.com/office/drawing/2014/main" id="{479F6C29-2264-4543-AED8-A71629307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386"/>
              <a:ext cx="95" cy="68"/>
            </a:xfrm>
            <a:custGeom>
              <a:avLst/>
              <a:gdLst>
                <a:gd name="T0" fmla="*/ 240 w 49"/>
                <a:gd name="T1" fmla="*/ 16 h 33"/>
                <a:gd name="T2" fmla="*/ 169 w 49"/>
                <a:gd name="T3" fmla="*/ 264 h 33"/>
                <a:gd name="T4" fmla="*/ 23 w 49"/>
                <a:gd name="T5" fmla="*/ 115 h 33"/>
                <a:gd name="T6" fmla="*/ 240 w 49"/>
                <a:gd name="T7" fmla="*/ 1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3">
                  <a:moveTo>
                    <a:pt x="33" y="2"/>
                  </a:moveTo>
                  <a:cubicBezTo>
                    <a:pt x="49" y="8"/>
                    <a:pt x="43" y="26"/>
                    <a:pt x="23" y="30"/>
                  </a:cubicBezTo>
                  <a:cubicBezTo>
                    <a:pt x="4" y="33"/>
                    <a:pt x="0" y="20"/>
                    <a:pt x="3" y="13"/>
                  </a:cubicBezTo>
                  <a:cubicBezTo>
                    <a:pt x="6" y="5"/>
                    <a:pt x="23" y="0"/>
                    <a:pt x="33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1" name="Freeform 253">
              <a:extLst>
                <a:ext uri="{FF2B5EF4-FFF2-40B4-BE49-F238E27FC236}">
                  <a16:creationId xmlns:a16="http://schemas.microsoft.com/office/drawing/2014/main" id="{FC5629A6-F51C-4885-8E1F-B5147BF7D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401"/>
              <a:ext cx="83" cy="51"/>
            </a:xfrm>
            <a:custGeom>
              <a:avLst/>
              <a:gdLst>
                <a:gd name="T0" fmla="*/ 264 w 43"/>
                <a:gd name="T1" fmla="*/ 0 h 25"/>
                <a:gd name="T2" fmla="*/ 137 w 43"/>
                <a:gd name="T3" fmla="*/ 171 h 25"/>
                <a:gd name="T4" fmla="*/ 0 w 43"/>
                <a:gd name="T5" fmla="*/ 129 h 25"/>
                <a:gd name="T6" fmla="*/ 145 w 43"/>
                <a:gd name="T7" fmla="*/ 196 h 25"/>
                <a:gd name="T8" fmla="*/ 264 w 4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5">
                  <a:moveTo>
                    <a:pt x="37" y="0"/>
                  </a:moveTo>
                  <a:cubicBezTo>
                    <a:pt x="40" y="8"/>
                    <a:pt x="33" y="18"/>
                    <a:pt x="19" y="20"/>
                  </a:cubicBezTo>
                  <a:cubicBezTo>
                    <a:pt x="9" y="22"/>
                    <a:pt x="3" y="19"/>
                    <a:pt x="0" y="15"/>
                  </a:cubicBezTo>
                  <a:cubicBezTo>
                    <a:pt x="2" y="20"/>
                    <a:pt x="8" y="25"/>
                    <a:pt x="20" y="23"/>
                  </a:cubicBezTo>
                  <a:cubicBezTo>
                    <a:pt x="36" y="20"/>
                    <a:pt x="43" y="8"/>
                    <a:pt x="3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2" name="Freeform 254">
              <a:extLst>
                <a:ext uri="{FF2B5EF4-FFF2-40B4-BE49-F238E27FC236}">
                  <a16:creationId xmlns:a16="http://schemas.microsoft.com/office/drawing/2014/main" id="{22E9BB96-FF1B-4FD4-9DAF-B58A577B1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388"/>
              <a:ext cx="40" cy="17"/>
            </a:xfrm>
            <a:custGeom>
              <a:avLst/>
              <a:gdLst>
                <a:gd name="T0" fmla="*/ 145 w 21"/>
                <a:gd name="T1" fmla="*/ 0 h 8"/>
                <a:gd name="T2" fmla="*/ 0 w 21"/>
                <a:gd name="T3" fmla="*/ 77 h 8"/>
                <a:gd name="T4" fmla="*/ 145 w 2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8">
                  <a:moveTo>
                    <a:pt x="21" y="0"/>
                  </a:moveTo>
                  <a:cubicBezTo>
                    <a:pt x="14" y="0"/>
                    <a:pt x="3" y="4"/>
                    <a:pt x="0" y="8"/>
                  </a:cubicBezTo>
                  <a:cubicBezTo>
                    <a:pt x="4" y="6"/>
                    <a:pt x="14" y="1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3" name="Freeform 255">
              <a:extLst>
                <a:ext uri="{FF2B5EF4-FFF2-40B4-BE49-F238E27FC236}">
                  <a16:creationId xmlns:a16="http://schemas.microsoft.com/office/drawing/2014/main" id="{216B5F52-416B-4881-9328-476491C7F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419"/>
              <a:ext cx="60" cy="41"/>
            </a:xfrm>
            <a:custGeom>
              <a:avLst/>
              <a:gdLst>
                <a:gd name="T0" fmla="*/ 0 w 31"/>
                <a:gd name="T1" fmla="*/ 121 h 20"/>
                <a:gd name="T2" fmla="*/ 225 w 31"/>
                <a:gd name="T3" fmla="*/ 0 h 20"/>
                <a:gd name="T4" fmla="*/ 0 w 31"/>
                <a:gd name="T5" fmla="*/ 12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0" y="14"/>
                  </a:moveTo>
                  <a:cubicBezTo>
                    <a:pt x="5" y="16"/>
                    <a:pt x="26" y="15"/>
                    <a:pt x="31" y="0"/>
                  </a:cubicBezTo>
                  <a:cubicBezTo>
                    <a:pt x="31" y="7"/>
                    <a:pt x="18" y="20"/>
                    <a:pt x="0" y="14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4" name="Freeform 256">
              <a:extLst>
                <a:ext uri="{FF2B5EF4-FFF2-40B4-BE49-F238E27FC236}">
                  <a16:creationId xmlns:a16="http://schemas.microsoft.com/office/drawing/2014/main" id="{EDAC5528-9FF4-46CD-8442-2A38E0A9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361"/>
              <a:ext cx="145" cy="132"/>
            </a:xfrm>
            <a:custGeom>
              <a:avLst/>
              <a:gdLst>
                <a:gd name="T0" fmla="*/ 201 w 75"/>
                <a:gd name="T1" fmla="*/ 35 h 64"/>
                <a:gd name="T2" fmla="*/ 44 w 75"/>
                <a:gd name="T3" fmla="*/ 149 h 64"/>
                <a:gd name="T4" fmla="*/ 23 w 75"/>
                <a:gd name="T5" fmla="*/ 353 h 64"/>
                <a:gd name="T6" fmla="*/ 396 w 75"/>
                <a:gd name="T7" fmla="*/ 456 h 64"/>
                <a:gd name="T8" fmla="*/ 464 w 75"/>
                <a:gd name="T9" fmla="*/ 72 h 64"/>
                <a:gd name="T10" fmla="*/ 201 w 75"/>
                <a:gd name="T11" fmla="*/ 3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64">
                  <a:moveTo>
                    <a:pt x="28" y="4"/>
                  </a:moveTo>
                  <a:cubicBezTo>
                    <a:pt x="18" y="7"/>
                    <a:pt x="10" y="9"/>
                    <a:pt x="6" y="17"/>
                  </a:cubicBezTo>
                  <a:cubicBezTo>
                    <a:pt x="2" y="24"/>
                    <a:pt x="0" y="32"/>
                    <a:pt x="3" y="40"/>
                  </a:cubicBezTo>
                  <a:cubicBezTo>
                    <a:pt x="10" y="58"/>
                    <a:pt x="36" y="64"/>
                    <a:pt x="55" y="52"/>
                  </a:cubicBezTo>
                  <a:cubicBezTo>
                    <a:pt x="75" y="40"/>
                    <a:pt x="75" y="17"/>
                    <a:pt x="64" y="8"/>
                  </a:cubicBezTo>
                  <a:cubicBezTo>
                    <a:pt x="54" y="0"/>
                    <a:pt x="47" y="0"/>
                    <a:pt x="28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5" name="Freeform 257">
              <a:extLst>
                <a:ext uri="{FF2B5EF4-FFF2-40B4-BE49-F238E27FC236}">
                  <a16:creationId xmlns:a16="http://schemas.microsoft.com/office/drawing/2014/main" id="{1BAD0521-FCD7-44FC-BB06-1E6840884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390"/>
              <a:ext cx="81" cy="62"/>
            </a:xfrm>
            <a:custGeom>
              <a:avLst/>
              <a:gdLst>
                <a:gd name="T0" fmla="*/ 231 w 42"/>
                <a:gd name="T1" fmla="*/ 0 h 30"/>
                <a:gd name="T2" fmla="*/ 293 w 42"/>
                <a:gd name="T3" fmla="*/ 107 h 30"/>
                <a:gd name="T4" fmla="*/ 156 w 42"/>
                <a:gd name="T5" fmla="*/ 240 h 30"/>
                <a:gd name="T6" fmla="*/ 29 w 42"/>
                <a:gd name="T7" fmla="*/ 205 h 30"/>
                <a:gd name="T8" fmla="*/ 15 w 42"/>
                <a:gd name="T9" fmla="*/ 99 h 30"/>
                <a:gd name="T10" fmla="*/ 15 w 42"/>
                <a:gd name="T11" fmla="*/ 99 h 30"/>
                <a:gd name="T12" fmla="*/ 23 w 42"/>
                <a:gd name="T13" fmla="*/ 205 h 30"/>
                <a:gd name="T14" fmla="*/ 156 w 42"/>
                <a:gd name="T15" fmla="*/ 248 h 30"/>
                <a:gd name="T16" fmla="*/ 293 w 42"/>
                <a:gd name="T17" fmla="*/ 107 h 30"/>
                <a:gd name="T18" fmla="*/ 231 w 42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30">
                  <a:moveTo>
                    <a:pt x="32" y="0"/>
                  </a:moveTo>
                  <a:cubicBezTo>
                    <a:pt x="38" y="2"/>
                    <a:pt x="41" y="7"/>
                    <a:pt x="41" y="12"/>
                  </a:cubicBezTo>
                  <a:cubicBezTo>
                    <a:pt x="40" y="18"/>
                    <a:pt x="34" y="25"/>
                    <a:pt x="22" y="27"/>
                  </a:cubicBezTo>
                  <a:cubicBezTo>
                    <a:pt x="12" y="29"/>
                    <a:pt x="6" y="26"/>
                    <a:pt x="4" y="23"/>
                  </a:cubicBezTo>
                  <a:cubicBezTo>
                    <a:pt x="1" y="19"/>
                    <a:pt x="0" y="14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0" y="14"/>
                    <a:pt x="0" y="19"/>
                    <a:pt x="3" y="23"/>
                  </a:cubicBezTo>
                  <a:cubicBezTo>
                    <a:pt x="6" y="26"/>
                    <a:pt x="11" y="30"/>
                    <a:pt x="22" y="28"/>
                  </a:cubicBezTo>
                  <a:cubicBezTo>
                    <a:pt x="35" y="26"/>
                    <a:pt x="41" y="18"/>
                    <a:pt x="41" y="12"/>
                  </a:cubicBezTo>
                  <a:cubicBezTo>
                    <a:pt x="42" y="7"/>
                    <a:pt x="38" y="3"/>
                    <a:pt x="32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6" name="Freeform 258">
              <a:extLst>
                <a:ext uri="{FF2B5EF4-FFF2-40B4-BE49-F238E27FC236}">
                  <a16:creationId xmlns:a16="http://schemas.microsoft.com/office/drawing/2014/main" id="{D890B2B2-0282-4272-B946-E16FCCD6F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337"/>
              <a:ext cx="144" cy="119"/>
            </a:xfrm>
            <a:custGeom>
              <a:avLst/>
              <a:gdLst>
                <a:gd name="T0" fmla="*/ 288 w 74"/>
                <a:gd name="T1" fmla="*/ 25 h 58"/>
                <a:gd name="T2" fmla="*/ 103 w 74"/>
                <a:gd name="T3" fmla="*/ 43 h 58"/>
                <a:gd name="T4" fmla="*/ 16 w 74"/>
                <a:gd name="T5" fmla="*/ 207 h 58"/>
                <a:gd name="T6" fmla="*/ 311 w 74"/>
                <a:gd name="T7" fmla="*/ 484 h 58"/>
                <a:gd name="T8" fmla="*/ 508 w 74"/>
                <a:gd name="T9" fmla="*/ 189 h 58"/>
                <a:gd name="T10" fmla="*/ 288 w 74"/>
                <a:gd name="T11" fmla="*/ 2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58">
                  <a:moveTo>
                    <a:pt x="39" y="3"/>
                  </a:moveTo>
                  <a:cubicBezTo>
                    <a:pt x="29" y="1"/>
                    <a:pt x="21" y="0"/>
                    <a:pt x="14" y="5"/>
                  </a:cubicBezTo>
                  <a:cubicBezTo>
                    <a:pt x="8" y="9"/>
                    <a:pt x="3" y="16"/>
                    <a:pt x="2" y="24"/>
                  </a:cubicBezTo>
                  <a:cubicBezTo>
                    <a:pt x="0" y="42"/>
                    <a:pt x="20" y="58"/>
                    <a:pt x="42" y="56"/>
                  </a:cubicBezTo>
                  <a:cubicBezTo>
                    <a:pt x="64" y="54"/>
                    <a:pt x="74" y="35"/>
                    <a:pt x="69" y="22"/>
                  </a:cubicBezTo>
                  <a:cubicBezTo>
                    <a:pt x="63" y="11"/>
                    <a:pt x="57" y="8"/>
                    <a:pt x="39" y="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7" name="Freeform 259">
              <a:extLst>
                <a:ext uri="{FF2B5EF4-FFF2-40B4-BE49-F238E27FC236}">
                  <a16:creationId xmlns:a16="http://schemas.microsoft.com/office/drawing/2014/main" id="{591202A8-3D6C-43CE-93DF-2687E643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366"/>
              <a:ext cx="116" cy="86"/>
            </a:xfrm>
            <a:custGeom>
              <a:avLst/>
              <a:gdLst>
                <a:gd name="T0" fmla="*/ 396 w 60"/>
                <a:gd name="T1" fmla="*/ 76 h 42"/>
                <a:gd name="T2" fmla="*/ 356 w 60"/>
                <a:gd name="T3" fmla="*/ 0 h 42"/>
                <a:gd name="T4" fmla="*/ 389 w 60"/>
                <a:gd name="T5" fmla="*/ 59 h 42"/>
                <a:gd name="T6" fmla="*/ 201 w 60"/>
                <a:gd name="T7" fmla="*/ 336 h 42"/>
                <a:gd name="T8" fmla="*/ 0 w 60"/>
                <a:gd name="T9" fmla="*/ 264 h 42"/>
                <a:gd name="T10" fmla="*/ 217 w 60"/>
                <a:gd name="T11" fmla="*/ 352 h 42"/>
                <a:gd name="T12" fmla="*/ 396 w 60"/>
                <a:gd name="T13" fmla="*/ 7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2">
                  <a:moveTo>
                    <a:pt x="55" y="9"/>
                  </a:moveTo>
                  <a:cubicBezTo>
                    <a:pt x="53" y="5"/>
                    <a:pt x="51" y="2"/>
                    <a:pt x="49" y="0"/>
                  </a:cubicBezTo>
                  <a:cubicBezTo>
                    <a:pt x="50" y="2"/>
                    <a:pt x="52" y="4"/>
                    <a:pt x="54" y="7"/>
                  </a:cubicBezTo>
                  <a:cubicBezTo>
                    <a:pt x="59" y="19"/>
                    <a:pt x="49" y="37"/>
                    <a:pt x="28" y="39"/>
                  </a:cubicBezTo>
                  <a:cubicBezTo>
                    <a:pt x="17" y="41"/>
                    <a:pt x="7" y="37"/>
                    <a:pt x="0" y="31"/>
                  </a:cubicBezTo>
                  <a:cubicBezTo>
                    <a:pt x="7" y="38"/>
                    <a:pt x="18" y="42"/>
                    <a:pt x="30" y="41"/>
                  </a:cubicBezTo>
                  <a:cubicBezTo>
                    <a:pt x="51" y="39"/>
                    <a:pt x="60" y="21"/>
                    <a:pt x="55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8" name="Freeform 260">
              <a:extLst>
                <a:ext uri="{FF2B5EF4-FFF2-40B4-BE49-F238E27FC236}">
                  <a16:creationId xmlns:a16="http://schemas.microsoft.com/office/drawing/2014/main" id="{A2720017-F693-405E-A0CC-A52E62EAF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339"/>
              <a:ext cx="110" cy="93"/>
            </a:xfrm>
            <a:custGeom>
              <a:avLst/>
              <a:gdLst>
                <a:gd name="T0" fmla="*/ 15 w 57"/>
                <a:gd name="T1" fmla="*/ 213 h 45"/>
                <a:gd name="T2" fmla="*/ 100 w 57"/>
                <a:gd name="T3" fmla="*/ 60 h 45"/>
                <a:gd name="T4" fmla="*/ 264 w 57"/>
                <a:gd name="T5" fmla="*/ 43 h 45"/>
                <a:gd name="T6" fmla="*/ 409 w 57"/>
                <a:gd name="T7" fmla="*/ 116 h 45"/>
                <a:gd name="T8" fmla="*/ 253 w 57"/>
                <a:gd name="T9" fmla="*/ 25 h 45"/>
                <a:gd name="T10" fmla="*/ 85 w 57"/>
                <a:gd name="T11" fmla="*/ 43 h 45"/>
                <a:gd name="T12" fmla="*/ 0 w 57"/>
                <a:gd name="T13" fmla="*/ 205 h 45"/>
                <a:gd name="T14" fmla="*/ 79 w 57"/>
                <a:gd name="T15" fmla="*/ 397 h 45"/>
                <a:gd name="T16" fmla="*/ 15 w 57"/>
                <a:gd name="T17" fmla="*/ 213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5">
                  <a:moveTo>
                    <a:pt x="2" y="24"/>
                  </a:moveTo>
                  <a:cubicBezTo>
                    <a:pt x="3" y="16"/>
                    <a:pt x="8" y="11"/>
                    <a:pt x="14" y="7"/>
                  </a:cubicBezTo>
                  <a:cubicBezTo>
                    <a:pt x="21" y="2"/>
                    <a:pt x="28" y="3"/>
                    <a:pt x="37" y="5"/>
                  </a:cubicBezTo>
                  <a:cubicBezTo>
                    <a:pt x="47" y="8"/>
                    <a:pt x="53" y="10"/>
                    <a:pt x="57" y="13"/>
                  </a:cubicBezTo>
                  <a:cubicBezTo>
                    <a:pt x="53" y="9"/>
                    <a:pt x="47" y="6"/>
                    <a:pt x="35" y="3"/>
                  </a:cubicBezTo>
                  <a:cubicBezTo>
                    <a:pt x="26" y="1"/>
                    <a:pt x="19" y="0"/>
                    <a:pt x="12" y="5"/>
                  </a:cubicBezTo>
                  <a:cubicBezTo>
                    <a:pt x="6" y="9"/>
                    <a:pt x="1" y="15"/>
                    <a:pt x="0" y="23"/>
                  </a:cubicBezTo>
                  <a:cubicBezTo>
                    <a:pt x="0" y="31"/>
                    <a:pt x="4" y="40"/>
                    <a:pt x="11" y="45"/>
                  </a:cubicBezTo>
                  <a:cubicBezTo>
                    <a:pt x="5" y="40"/>
                    <a:pt x="1" y="32"/>
                    <a:pt x="2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9" name="Freeform 261">
              <a:extLst>
                <a:ext uri="{FF2B5EF4-FFF2-40B4-BE49-F238E27FC236}">
                  <a16:creationId xmlns:a16="http://schemas.microsoft.com/office/drawing/2014/main" id="{A422DF3A-80D7-4F50-B24F-0FBD17E03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359"/>
              <a:ext cx="94" cy="70"/>
            </a:xfrm>
            <a:custGeom>
              <a:avLst/>
              <a:gdLst>
                <a:gd name="T0" fmla="*/ 269 w 49"/>
                <a:gd name="T1" fmla="*/ 89 h 34"/>
                <a:gd name="T2" fmla="*/ 129 w 49"/>
                <a:gd name="T3" fmla="*/ 255 h 34"/>
                <a:gd name="T4" fmla="*/ 48 w 49"/>
                <a:gd name="T5" fmla="*/ 51 h 34"/>
                <a:gd name="T6" fmla="*/ 269 w 49"/>
                <a:gd name="T7" fmla="*/ 8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4">
                  <a:moveTo>
                    <a:pt x="38" y="10"/>
                  </a:moveTo>
                  <a:cubicBezTo>
                    <a:pt x="49" y="21"/>
                    <a:pt x="36" y="34"/>
                    <a:pt x="18" y="29"/>
                  </a:cubicBezTo>
                  <a:cubicBezTo>
                    <a:pt x="0" y="23"/>
                    <a:pt x="2" y="10"/>
                    <a:pt x="7" y="6"/>
                  </a:cubicBezTo>
                  <a:cubicBezTo>
                    <a:pt x="13" y="0"/>
                    <a:pt x="31" y="3"/>
                    <a:pt x="38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00" name="Freeform 262">
              <a:extLst>
                <a:ext uri="{FF2B5EF4-FFF2-40B4-BE49-F238E27FC236}">
                  <a16:creationId xmlns:a16="http://schemas.microsoft.com/office/drawing/2014/main" id="{3AAEF69D-43E5-4977-B84E-69DAD0C5B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386"/>
              <a:ext cx="78" cy="41"/>
            </a:xfrm>
            <a:custGeom>
              <a:avLst/>
              <a:gdLst>
                <a:gd name="T0" fmla="*/ 289 w 40"/>
                <a:gd name="T1" fmla="*/ 33 h 20"/>
                <a:gd name="T2" fmla="*/ 111 w 40"/>
                <a:gd name="T3" fmla="*/ 113 h 20"/>
                <a:gd name="T4" fmla="*/ 0 w 40"/>
                <a:gd name="T5" fmla="*/ 0 h 20"/>
                <a:gd name="T6" fmla="*/ 111 w 40"/>
                <a:gd name="T7" fmla="*/ 139 h 20"/>
                <a:gd name="T8" fmla="*/ 289 w 40"/>
                <a:gd name="T9" fmla="*/ 3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4"/>
                  </a:moveTo>
                  <a:cubicBezTo>
                    <a:pt x="38" y="11"/>
                    <a:pt x="28" y="17"/>
                    <a:pt x="15" y="13"/>
                  </a:cubicBezTo>
                  <a:cubicBezTo>
                    <a:pt x="5" y="10"/>
                    <a:pt x="1" y="5"/>
                    <a:pt x="0" y="0"/>
                  </a:cubicBezTo>
                  <a:cubicBezTo>
                    <a:pt x="0" y="5"/>
                    <a:pt x="3" y="12"/>
                    <a:pt x="15" y="16"/>
                  </a:cubicBezTo>
                  <a:cubicBezTo>
                    <a:pt x="29" y="20"/>
                    <a:pt x="40" y="13"/>
                    <a:pt x="39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01" name="Freeform 263">
              <a:extLst>
                <a:ext uri="{FF2B5EF4-FFF2-40B4-BE49-F238E27FC236}">
                  <a16:creationId xmlns:a16="http://schemas.microsoft.com/office/drawing/2014/main" id="{3668976D-CAB4-44BD-B678-3F46A8872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361"/>
              <a:ext cx="40" cy="11"/>
            </a:xfrm>
            <a:custGeom>
              <a:avLst/>
              <a:gdLst>
                <a:gd name="T0" fmla="*/ 145 w 21"/>
                <a:gd name="T1" fmla="*/ 53 h 5"/>
                <a:gd name="T2" fmla="*/ 0 w 21"/>
                <a:gd name="T3" fmla="*/ 20 h 5"/>
                <a:gd name="T4" fmla="*/ 145 w 21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">
                  <a:moveTo>
                    <a:pt x="21" y="5"/>
                  </a:moveTo>
                  <a:cubicBezTo>
                    <a:pt x="15" y="1"/>
                    <a:pt x="4" y="0"/>
                    <a:pt x="0" y="2"/>
                  </a:cubicBezTo>
                  <a:cubicBezTo>
                    <a:pt x="4" y="2"/>
                    <a:pt x="14" y="2"/>
                    <a:pt x="21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02" name="Freeform 264">
              <a:extLst>
                <a:ext uri="{FF2B5EF4-FFF2-40B4-BE49-F238E27FC236}">
                  <a16:creationId xmlns:a16="http://schemas.microsoft.com/office/drawing/2014/main" id="{D1C658C5-234F-4C30-9121-D0AB051B0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409"/>
              <a:ext cx="64" cy="27"/>
            </a:xfrm>
            <a:custGeom>
              <a:avLst/>
              <a:gdLst>
                <a:gd name="T0" fmla="*/ 0 w 33"/>
                <a:gd name="T1" fmla="*/ 0 h 13"/>
                <a:gd name="T2" fmla="*/ 240 w 33"/>
                <a:gd name="T3" fmla="*/ 8 h 13"/>
                <a:gd name="T4" fmla="*/ 0 w 3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0"/>
                  </a:moveTo>
                  <a:cubicBezTo>
                    <a:pt x="4" y="4"/>
                    <a:pt x="22" y="12"/>
                    <a:pt x="33" y="1"/>
                  </a:cubicBezTo>
                  <a:cubicBezTo>
                    <a:pt x="29" y="7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03" name="Freeform 265">
              <a:extLst>
                <a:ext uri="{FF2B5EF4-FFF2-40B4-BE49-F238E27FC236}">
                  <a16:creationId xmlns:a16="http://schemas.microsoft.com/office/drawing/2014/main" id="{7C5E03BA-A813-408E-8338-9FC08EEC7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337"/>
              <a:ext cx="144" cy="119"/>
            </a:xfrm>
            <a:custGeom>
              <a:avLst/>
              <a:gdLst>
                <a:gd name="T0" fmla="*/ 288 w 74"/>
                <a:gd name="T1" fmla="*/ 25 h 58"/>
                <a:gd name="T2" fmla="*/ 103 w 74"/>
                <a:gd name="T3" fmla="*/ 43 h 58"/>
                <a:gd name="T4" fmla="*/ 16 w 74"/>
                <a:gd name="T5" fmla="*/ 207 h 58"/>
                <a:gd name="T6" fmla="*/ 311 w 74"/>
                <a:gd name="T7" fmla="*/ 484 h 58"/>
                <a:gd name="T8" fmla="*/ 508 w 74"/>
                <a:gd name="T9" fmla="*/ 189 h 58"/>
                <a:gd name="T10" fmla="*/ 288 w 74"/>
                <a:gd name="T11" fmla="*/ 2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58">
                  <a:moveTo>
                    <a:pt x="39" y="3"/>
                  </a:moveTo>
                  <a:cubicBezTo>
                    <a:pt x="29" y="1"/>
                    <a:pt x="21" y="0"/>
                    <a:pt x="14" y="5"/>
                  </a:cubicBezTo>
                  <a:cubicBezTo>
                    <a:pt x="8" y="9"/>
                    <a:pt x="3" y="16"/>
                    <a:pt x="2" y="24"/>
                  </a:cubicBezTo>
                  <a:cubicBezTo>
                    <a:pt x="0" y="42"/>
                    <a:pt x="20" y="58"/>
                    <a:pt x="42" y="56"/>
                  </a:cubicBezTo>
                  <a:cubicBezTo>
                    <a:pt x="64" y="54"/>
                    <a:pt x="74" y="35"/>
                    <a:pt x="69" y="22"/>
                  </a:cubicBezTo>
                  <a:cubicBezTo>
                    <a:pt x="63" y="11"/>
                    <a:pt x="57" y="8"/>
                    <a:pt x="39" y="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04" name="Freeform 266">
              <a:extLst>
                <a:ext uri="{FF2B5EF4-FFF2-40B4-BE49-F238E27FC236}">
                  <a16:creationId xmlns:a16="http://schemas.microsoft.com/office/drawing/2014/main" id="{758FDC08-EEBC-4900-A56C-B4D8937F0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372"/>
              <a:ext cx="80" cy="53"/>
            </a:xfrm>
            <a:custGeom>
              <a:avLst/>
              <a:gdLst>
                <a:gd name="T0" fmla="*/ 267 w 41"/>
                <a:gd name="T1" fmla="*/ 33 h 26"/>
                <a:gd name="T2" fmla="*/ 281 w 41"/>
                <a:gd name="T3" fmla="*/ 145 h 26"/>
                <a:gd name="T4" fmla="*/ 117 w 41"/>
                <a:gd name="T5" fmla="*/ 188 h 26"/>
                <a:gd name="T6" fmla="*/ 16 w 41"/>
                <a:gd name="T7" fmla="*/ 92 h 26"/>
                <a:gd name="T8" fmla="*/ 39 w 41"/>
                <a:gd name="T9" fmla="*/ 0 h 26"/>
                <a:gd name="T10" fmla="*/ 39 w 41"/>
                <a:gd name="T11" fmla="*/ 0 h 26"/>
                <a:gd name="T12" fmla="*/ 8 w 41"/>
                <a:gd name="T13" fmla="*/ 92 h 26"/>
                <a:gd name="T14" fmla="*/ 117 w 41"/>
                <a:gd name="T15" fmla="*/ 196 h 26"/>
                <a:gd name="T16" fmla="*/ 289 w 41"/>
                <a:gd name="T17" fmla="*/ 145 h 26"/>
                <a:gd name="T18" fmla="*/ 267 w 41"/>
                <a:gd name="T19" fmla="*/ 3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6">
                  <a:moveTo>
                    <a:pt x="36" y="4"/>
                  </a:moveTo>
                  <a:cubicBezTo>
                    <a:pt x="40" y="8"/>
                    <a:pt x="41" y="13"/>
                    <a:pt x="38" y="17"/>
                  </a:cubicBezTo>
                  <a:cubicBezTo>
                    <a:pt x="35" y="22"/>
                    <a:pt x="27" y="26"/>
                    <a:pt x="16" y="22"/>
                  </a:cubicBezTo>
                  <a:cubicBezTo>
                    <a:pt x="6" y="19"/>
                    <a:pt x="3" y="14"/>
                    <a:pt x="2" y="11"/>
                  </a:cubicBezTo>
                  <a:cubicBezTo>
                    <a:pt x="1" y="6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0" y="6"/>
                    <a:pt x="1" y="11"/>
                  </a:cubicBezTo>
                  <a:cubicBezTo>
                    <a:pt x="2" y="14"/>
                    <a:pt x="5" y="20"/>
                    <a:pt x="16" y="23"/>
                  </a:cubicBezTo>
                  <a:cubicBezTo>
                    <a:pt x="27" y="26"/>
                    <a:pt x="36" y="23"/>
                    <a:pt x="39" y="17"/>
                  </a:cubicBezTo>
                  <a:cubicBezTo>
                    <a:pt x="41" y="13"/>
                    <a:pt x="40" y="8"/>
                    <a:pt x="36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05" name="Freeform 267">
              <a:extLst>
                <a:ext uri="{FF2B5EF4-FFF2-40B4-BE49-F238E27FC236}">
                  <a16:creationId xmlns:a16="http://schemas.microsoft.com/office/drawing/2014/main" id="{55C3CA9F-3316-4FA0-80CB-487B84A45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984"/>
              <a:ext cx="131" cy="97"/>
            </a:xfrm>
            <a:custGeom>
              <a:avLst/>
              <a:gdLst>
                <a:gd name="T0" fmla="*/ 200 w 68"/>
                <a:gd name="T1" fmla="*/ 0 h 47"/>
                <a:gd name="T2" fmla="*/ 92 w 68"/>
                <a:gd name="T3" fmla="*/ 43 h 47"/>
                <a:gd name="T4" fmla="*/ 185 w 68"/>
                <a:gd name="T5" fmla="*/ 353 h 47"/>
                <a:gd name="T6" fmla="*/ 457 w 68"/>
                <a:gd name="T7" fmla="*/ 289 h 47"/>
                <a:gd name="T8" fmla="*/ 430 w 68"/>
                <a:gd name="T9" fmla="*/ 107 h 47"/>
                <a:gd name="T10" fmla="*/ 301 w 68"/>
                <a:gd name="T11" fmla="*/ 35 h 47"/>
                <a:gd name="T12" fmla="*/ 200 w 68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7">
                  <a:moveTo>
                    <a:pt x="28" y="0"/>
                  </a:moveTo>
                  <a:cubicBezTo>
                    <a:pt x="22" y="0"/>
                    <a:pt x="17" y="1"/>
                    <a:pt x="13" y="5"/>
                  </a:cubicBezTo>
                  <a:cubicBezTo>
                    <a:pt x="0" y="17"/>
                    <a:pt x="10" y="34"/>
                    <a:pt x="26" y="40"/>
                  </a:cubicBezTo>
                  <a:cubicBezTo>
                    <a:pt x="43" y="47"/>
                    <a:pt x="60" y="41"/>
                    <a:pt x="64" y="33"/>
                  </a:cubicBezTo>
                  <a:cubicBezTo>
                    <a:pt x="68" y="25"/>
                    <a:pt x="67" y="18"/>
                    <a:pt x="60" y="12"/>
                  </a:cubicBezTo>
                  <a:cubicBezTo>
                    <a:pt x="55" y="7"/>
                    <a:pt x="47" y="5"/>
                    <a:pt x="42" y="4"/>
                  </a:cubicBezTo>
                  <a:cubicBezTo>
                    <a:pt x="38" y="3"/>
                    <a:pt x="32" y="0"/>
                    <a:pt x="28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06" name="Freeform 268">
              <a:extLst>
                <a:ext uri="{FF2B5EF4-FFF2-40B4-BE49-F238E27FC236}">
                  <a16:creationId xmlns:a16="http://schemas.microsoft.com/office/drawing/2014/main" id="{9C986212-C63F-42AC-A922-00E61B0B1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986"/>
              <a:ext cx="97" cy="64"/>
            </a:xfrm>
            <a:custGeom>
              <a:avLst/>
              <a:gdLst>
                <a:gd name="T0" fmla="*/ 312 w 50"/>
                <a:gd name="T1" fmla="*/ 97 h 31"/>
                <a:gd name="T2" fmla="*/ 184 w 50"/>
                <a:gd name="T3" fmla="*/ 35 h 31"/>
                <a:gd name="T4" fmla="*/ 87 w 50"/>
                <a:gd name="T5" fmla="*/ 0 h 31"/>
                <a:gd name="T6" fmla="*/ 0 w 50"/>
                <a:gd name="T7" fmla="*/ 25 h 31"/>
                <a:gd name="T8" fmla="*/ 80 w 50"/>
                <a:gd name="T9" fmla="*/ 8 h 31"/>
                <a:gd name="T10" fmla="*/ 177 w 50"/>
                <a:gd name="T11" fmla="*/ 43 h 31"/>
                <a:gd name="T12" fmla="*/ 301 w 50"/>
                <a:gd name="T13" fmla="*/ 107 h 31"/>
                <a:gd name="T14" fmla="*/ 336 w 50"/>
                <a:gd name="T15" fmla="*/ 273 h 31"/>
                <a:gd name="T16" fmla="*/ 336 w 50"/>
                <a:gd name="T17" fmla="*/ 273 h 31"/>
                <a:gd name="T18" fmla="*/ 312 w 50"/>
                <a:gd name="T19" fmla="*/ 9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31">
                  <a:moveTo>
                    <a:pt x="43" y="11"/>
                  </a:moveTo>
                  <a:cubicBezTo>
                    <a:pt x="38" y="7"/>
                    <a:pt x="30" y="5"/>
                    <a:pt x="25" y="4"/>
                  </a:cubicBezTo>
                  <a:cubicBezTo>
                    <a:pt x="21" y="3"/>
                    <a:pt x="16" y="0"/>
                    <a:pt x="12" y="0"/>
                  </a:cubicBezTo>
                  <a:cubicBezTo>
                    <a:pt x="7" y="0"/>
                    <a:pt x="3" y="0"/>
                    <a:pt x="0" y="3"/>
                  </a:cubicBezTo>
                  <a:cubicBezTo>
                    <a:pt x="3" y="1"/>
                    <a:pt x="6" y="1"/>
                    <a:pt x="11" y="1"/>
                  </a:cubicBezTo>
                  <a:cubicBezTo>
                    <a:pt x="15" y="1"/>
                    <a:pt x="19" y="4"/>
                    <a:pt x="24" y="5"/>
                  </a:cubicBezTo>
                  <a:cubicBezTo>
                    <a:pt x="28" y="6"/>
                    <a:pt x="36" y="8"/>
                    <a:pt x="41" y="12"/>
                  </a:cubicBezTo>
                  <a:cubicBezTo>
                    <a:pt x="47" y="17"/>
                    <a:pt x="50" y="23"/>
                    <a:pt x="46" y="3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50" y="23"/>
                    <a:pt x="48" y="16"/>
                    <a:pt x="43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07" name="Freeform 269">
              <a:extLst>
                <a:ext uri="{FF2B5EF4-FFF2-40B4-BE49-F238E27FC236}">
                  <a16:creationId xmlns:a16="http://schemas.microsoft.com/office/drawing/2014/main" id="{5FC4188F-24F2-4521-9F29-65FA52E3B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992"/>
              <a:ext cx="113" cy="85"/>
            </a:xfrm>
            <a:custGeom>
              <a:avLst/>
              <a:gdLst>
                <a:gd name="T0" fmla="*/ 193 w 58"/>
                <a:gd name="T1" fmla="*/ 301 h 41"/>
                <a:gd name="T2" fmla="*/ 103 w 58"/>
                <a:gd name="T3" fmla="*/ 8 h 41"/>
                <a:gd name="T4" fmla="*/ 103 w 58"/>
                <a:gd name="T5" fmla="*/ 0 h 41"/>
                <a:gd name="T6" fmla="*/ 88 w 58"/>
                <a:gd name="T7" fmla="*/ 17 h 41"/>
                <a:gd name="T8" fmla="*/ 185 w 58"/>
                <a:gd name="T9" fmla="*/ 313 h 41"/>
                <a:gd name="T10" fmla="*/ 429 w 58"/>
                <a:gd name="T11" fmla="*/ 284 h 41"/>
                <a:gd name="T12" fmla="*/ 193 w 58"/>
                <a:gd name="T13" fmla="*/ 30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41">
                  <a:moveTo>
                    <a:pt x="26" y="34"/>
                  </a:moveTo>
                  <a:cubicBezTo>
                    <a:pt x="11" y="28"/>
                    <a:pt x="2" y="12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3" y="1"/>
                    <a:pt x="12" y="2"/>
                  </a:cubicBezTo>
                  <a:cubicBezTo>
                    <a:pt x="0" y="13"/>
                    <a:pt x="9" y="29"/>
                    <a:pt x="25" y="35"/>
                  </a:cubicBezTo>
                  <a:cubicBezTo>
                    <a:pt x="38" y="41"/>
                    <a:pt x="51" y="38"/>
                    <a:pt x="58" y="32"/>
                  </a:cubicBezTo>
                  <a:cubicBezTo>
                    <a:pt x="51" y="37"/>
                    <a:pt x="38" y="39"/>
                    <a:pt x="26" y="3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08" name="Freeform 270">
              <a:extLst>
                <a:ext uri="{FF2B5EF4-FFF2-40B4-BE49-F238E27FC236}">
                  <a16:creationId xmlns:a16="http://schemas.microsoft.com/office/drawing/2014/main" id="{77C519FF-2019-4D74-A629-8294F3F1C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009"/>
              <a:ext cx="72" cy="45"/>
            </a:xfrm>
            <a:custGeom>
              <a:avLst/>
              <a:gdLst>
                <a:gd name="T0" fmla="*/ 257 w 37"/>
                <a:gd name="T1" fmla="*/ 121 h 22"/>
                <a:gd name="T2" fmla="*/ 68 w 37"/>
                <a:gd name="T3" fmla="*/ 129 h 22"/>
                <a:gd name="T4" fmla="*/ 45 w 37"/>
                <a:gd name="T5" fmla="*/ 8 h 22"/>
                <a:gd name="T6" fmla="*/ 171 w 37"/>
                <a:gd name="T7" fmla="*/ 25 h 22"/>
                <a:gd name="T8" fmla="*/ 257 w 37"/>
                <a:gd name="T9" fmla="*/ 12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2">
                  <a:moveTo>
                    <a:pt x="35" y="14"/>
                  </a:moveTo>
                  <a:cubicBezTo>
                    <a:pt x="31" y="22"/>
                    <a:pt x="19" y="20"/>
                    <a:pt x="9" y="15"/>
                  </a:cubicBezTo>
                  <a:cubicBezTo>
                    <a:pt x="0" y="10"/>
                    <a:pt x="1" y="3"/>
                    <a:pt x="6" y="1"/>
                  </a:cubicBezTo>
                  <a:cubicBezTo>
                    <a:pt x="11" y="0"/>
                    <a:pt x="16" y="0"/>
                    <a:pt x="23" y="3"/>
                  </a:cubicBezTo>
                  <a:cubicBezTo>
                    <a:pt x="31" y="6"/>
                    <a:pt x="37" y="10"/>
                    <a:pt x="35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09" name="Freeform 271">
              <a:extLst>
                <a:ext uri="{FF2B5EF4-FFF2-40B4-BE49-F238E27FC236}">
                  <a16:creationId xmlns:a16="http://schemas.microsoft.com/office/drawing/2014/main" id="{26A9B161-FD51-49FC-890B-9E89837D0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013"/>
              <a:ext cx="66" cy="41"/>
            </a:xfrm>
            <a:custGeom>
              <a:avLst/>
              <a:gdLst>
                <a:gd name="T0" fmla="*/ 72 w 34"/>
                <a:gd name="T1" fmla="*/ 96 h 20"/>
                <a:gd name="T2" fmla="*/ 23 w 34"/>
                <a:gd name="T3" fmla="*/ 0 h 20"/>
                <a:gd name="T4" fmla="*/ 60 w 34"/>
                <a:gd name="T5" fmla="*/ 113 h 20"/>
                <a:gd name="T6" fmla="*/ 248 w 34"/>
                <a:gd name="T7" fmla="*/ 105 h 20"/>
                <a:gd name="T8" fmla="*/ 72 w 34"/>
                <a:gd name="T9" fmla="*/ 9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0">
                  <a:moveTo>
                    <a:pt x="10" y="11"/>
                  </a:moveTo>
                  <a:cubicBezTo>
                    <a:pt x="4" y="7"/>
                    <a:pt x="2" y="3"/>
                    <a:pt x="3" y="0"/>
                  </a:cubicBezTo>
                  <a:cubicBezTo>
                    <a:pt x="0" y="3"/>
                    <a:pt x="1" y="9"/>
                    <a:pt x="8" y="13"/>
                  </a:cubicBezTo>
                  <a:cubicBezTo>
                    <a:pt x="17" y="18"/>
                    <a:pt x="30" y="20"/>
                    <a:pt x="34" y="12"/>
                  </a:cubicBezTo>
                  <a:cubicBezTo>
                    <a:pt x="29" y="17"/>
                    <a:pt x="18" y="16"/>
                    <a:pt x="10" y="1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0" name="Freeform 272">
              <a:extLst>
                <a:ext uri="{FF2B5EF4-FFF2-40B4-BE49-F238E27FC236}">
                  <a16:creationId xmlns:a16="http://schemas.microsoft.com/office/drawing/2014/main" id="{C5292D1D-CFBA-4A34-B7D9-8CE8C7DFB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011"/>
              <a:ext cx="41" cy="18"/>
            </a:xfrm>
            <a:custGeom>
              <a:avLst/>
              <a:gdLst>
                <a:gd name="T0" fmla="*/ 0 w 21"/>
                <a:gd name="T1" fmla="*/ 0 h 9"/>
                <a:gd name="T2" fmla="*/ 156 w 21"/>
                <a:gd name="T3" fmla="*/ 72 h 9"/>
                <a:gd name="T4" fmla="*/ 76 w 21"/>
                <a:gd name="T5" fmla="*/ 32 h 9"/>
                <a:gd name="T6" fmla="*/ 0 w 2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">
                  <a:moveTo>
                    <a:pt x="0" y="0"/>
                  </a:moveTo>
                  <a:cubicBezTo>
                    <a:pt x="7" y="1"/>
                    <a:pt x="17" y="3"/>
                    <a:pt x="21" y="9"/>
                  </a:cubicBezTo>
                  <a:cubicBezTo>
                    <a:pt x="18" y="7"/>
                    <a:pt x="13" y="5"/>
                    <a:pt x="10" y="4"/>
                  </a:cubicBezTo>
                  <a:cubicBezTo>
                    <a:pt x="6" y="2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1" name="Freeform 273">
              <a:extLst>
                <a:ext uri="{FF2B5EF4-FFF2-40B4-BE49-F238E27FC236}">
                  <a16:creationId xmlns:a16="http://schemas.microsoft.com/office/drawing/2014/main" id="{BA504B56-718E-4255-9D4D-B51673579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009"/>
              <a:ext cx="35" cy="22"/>
            </a:xfrm>
            <a:custGeom>
              <a:avLst/>
              <a:gdLst>
                <a:gd name="T0" fmla="*/ 80 w 18"/>
                <a:gd name="T1" fmla="*/ 24 h 11"/>
                <a:gd name="T2" fmla="*/ 0 w 18"/>
                <a:gd name="T3" fmla="*/ 0 h 11"/>
                <a:gd name="T4" fmla="*/ 132 w 18"/>
                <a:gd name="T5" fmla="*/ 88 h 11"/>
                <a:gd name="T6" fmla="*/ 80 w 18"/>
                <a:gd name="T7" fmla="*/ 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11" y="3"/>
                  </a:moveTo>
                  <a:cubicBezTo>
                    <a:pt x="8" y="1"/>
                    <a:pt x="5" y="0"/>
                    <a:pt x="0" y="0"/>
                  </a:cubicBezTo>
                  <a:cubicBezTo>
                    <a:pt x="4" y="1"/>
                    <a:pt x="17" y="5"/>
                    <a:pt x="18" y="11"/>
                  </a:cubicBezTo>
                  <a:cubicBezTo>
                    <a:pt x="17" y="9"/>
                    <a:pt x="15" y="5"/>
                    <a:pt x="1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2" name="Freeform 274">
              <a:extLst>
                <a:ext uri="{FF2B5EF4-FFF2-40B4-BE49-F238E27FC236}">
                  <a16:creationId xmlns:a16="http://schemas.microsoft.com/office/drawing/2014/main" id="{60454BFD-D72F-4A4B-ABB7-87A355631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984"/>
              <a:ext cx="131" cy="97"/>
            </a:xfrm>
            <a:custGeom>
              <a:avLst/>
              <a:gdLst>
                <a:gd name="T0" fmla="*/ 200 w 68"/>
                <a:gd name="T1" fmla="*/ 0 h 47"/>
                <a:gd name="T2" fmla="*/ 92 w 68"/>
                <a:gd name="T3" fmla="*/ 43 h 47"/>
                <a:gd name="T4" fmla="*/ 185 w 68"/>
                <a:gd name="T5" fmla="*/ 353 h 47"/>
                <a:gd name="T6" fmla="*/ 457 w 68"/>
                <a:gd name="T7" fmla="*/ 289 h 47"/>
                <a:gd name="T8" fmla="*/ 430 w 68"/>
                <a:gd name="T9" fmla="*/ 107 h 47"/>
                <a:gd name="T10" fmla="*/ 301 w 68"/>
                <a:gd name="T11" fmla="*/ 35 h 47"/>
                <a:gd name="T12" fmla="*/ 200 w 68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7">
                  <a:moveTo>
                    <a:pt x="28" y="0"/>
                  </a:moveTo>
                  <a:cubicBezTo>
                    <a:pt x="22" y="0"/>
                    <a:pt x="17" y="1"/>
                    <a:pt x="13" y="5"/>
                  </a:cubicBezTo>
                  <a:cubicBezTo>
                    <a:pt x="0" y="17"/>
                    <a:pt x="10" y="34"/>
                    <a:pt x="26" y="40"/>
                  </a:cubicBezTo>
                  <a:cubicBezTo>
                    <a:pt x="43" y="47"/>
                    <a:pt x="60" y="41"/>
                    <a:pt x="64" y="33"/>
                  </a:cubicBezTo>
                  <a:cubicBezTo>
                    <a:pt x="68" y="25"/>
                    <a:pt x="67" y="18"/>
                    <a:pt x="60" y="12"/>
                  </a:cubicBezTo>
                  <a:cubicBezTo>
                    <a:pt x="55" y="7"/>
                    <a:pt x="47" y="5"/>
                    <a:pt x="42" y="4"/>
                  </a:cubicBezTo>
                  <a:cubicBezTo>
                    <a:pt x="38" y="3"/>
                    <a:pt x="32" y="0"/>
                    <a:pt x="28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3" name="Freeform 275">
              <a:extLst>
                <a:ext uri="{FF2B5EF4-FFF2-40B4-BE49-F238E27FC236}">
                  <a16:creationId xmlns:a16="http://schemas.microsoft.com/office/drawing/2014/main" id="{E94BDEFB-AFCE-4535-8516-6CD94BDE3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011"/>
              <a:ext cx="64" cy="41"/>
            </a:xfrm>
            <a:custGeom>
              <a:avLst/>
              <a:gdLst>
                <a:gd name="T0" fmla="*/ 0 w 33"/>
                <a:gd name="T1" fmla="*/ 43 h 20"/>
                <a:gd name="T2" fmla="*/ 52 w 33"/>
                <a:gd name="T3" fmla="*/ 121 h 20"/>
                <a:gd name="T4" fmla="*/ 196 w 33"/>
                <a:gd name="T5" fmla="*/ 156 h 20"/>
                <a:gd name="T6" fmla="*/ 240 w 33"/>
                <a:gd name="T7" fmla="*/ 113 h 20"/>
                <a:gd name="T8" fmla="*/ 240 w 33"/>
                <a:gd name="T9" fmla="*/ 113 h 20"/>
                <a:gd name="T10" fmla="*/ 196 w 33"/>
                <a:gd name="T11" fmla="*/ 148 h 20"/>
                <a:gd name="T12" fmla="*/ 60 w 33"/>
                <a:gd name="T13" fmla="*/ 121 h 20"/>
                <a:gd name="T14" fmla="*/ 8 w 33"/>
                <a:gd name="T15" fmla="*/ 43 h 20"/>
                <a:gd name="T16" fmla="*/ 31 w 33"/>
                <a:gd name="T17" fmla="*/ 0 h 20"/>
                <a:gd name="T18" fmla="*/ 31 w 33"/>
                <a:gd name="T19" fmla="*/ 0 h 20"/>
                <a:gd name="T20" fmla="*/ 0 w 33"/>
                <a:gd name="T21" fmla="*/ 43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0">
                  <a:moveTo>
                    <a:pt x="0" y="5"/>
                  </a:moveTo>
                  <a:cubicBezTo>
                    <a:pt x="0" y="8"/>
                    <a:pt x="3" y="11"/>
                    <a:pt x="7" y="14"/>
                  </a:cubicBezTo>
                  <a:cubicBezTo>
                    <a:pt x="14" y="18"/>
                    <a:pt x="22" y="20"/>
                    <a:pt x="27" y="18"/>
                  </a:cubicBezTo>
                  <a:cubicBezTo>
                    <a:pt x="30" y="17"/>
                    <a:pt x="32" y="15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5"/>
                    <a:pt x="30" y="17"/>
                    <a:pt x="27" y="17"/>
                  </a:cubicBezTo>
                  <a:cubicBezTo>
                    <a:pt x="22" y="19"/>
                    <a:pt x="14" y="18"/>
                    <a:pt x="8" y="14"/>
                  </a:cubicBezTo>
                  <a:cubicBezTo>
                    <a:pt x="3" y="11"/>
                    <a:pt x="0" y="8"/>
                    <a:pt x="1" y="5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4" name="Freeform 276">
              <a:extLst>
                <a:ext uri="{FF2B5EF4-FFF2-40B4-BE49-F238E27FC236}">
                  <a16:creationId xmlns:a16="http://schemas.microsoft.com/office/drawing/2014/main" id="{7647CDEA-DCEF-46E2-81B3-F3E64E681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1091"/>
              <a:ext cx="170" cy="118"/>
            </a:xfrm>
            <a:custGeom>
              <a:avLst/>
              <a:gdLst>
                <a:gd name="T0" fmla="*/ 240 w 88"/>
                <a:gd name="T1" fmla="*/ 0 h 57"/>
                <a:gd name="T2" fmla="*/ 108 w 88"/>
                <a:gd name="T3" fmla="*/ 81 h 57"/>
                <a:gd name="T4" fmla="*/ 265 w 88"/>
                <a:gd name="T5" fmla="*/ 464 h 57"/>
                <a:gd name="T6" fmla="*/ 605 w 88"/>
                <a:gd name="T7" fmla="*/ 321 h 57"/>
                <a:gd name="T8" fmla="*/ 541 w 88"/>
                <a:gd name="T9" fmla="*/ 89 h 57"/>
                <a:gd name="T10" fmla="*/ 369 w 88"/>
                <a:gd name="T11" fmla="*/ 25 h 57"/>
                <a:gd name="T12" fmla="*/ 240 w 88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57">
                  <a:moveTo>
                    <a:pt x="33" y="0"/>
                  </a:moveTo>
                  <a:cubicBezTo>
                    <a:pt x="25" y="1"/>
                    <a:pt x="19" y="4"/>
                    <a:pt x="15" y="9"/>
                  </a:cubicBezTo>
                  <a:cubicBezTo>
                    <a:pt x="0" y="27"/>
                    <a:pt x="15" y="46"/>
                    <a:pt x="37" y="52"/>
                  </a:cubicBezTo>
                  <a:cubicBezTo>
                    <a:pt x="59" y="57"/>
                    <a:pt x="80" y="47"/>
                    <a:pt x="84" y="36"/>
                  </a:cubicBezTo>
                  <a:cubicBezTo>
                    <a:pt x="88" y="25"/>
                    <a:pt x="84" y="16"/>
                    <a:pt x="75" y="10"/>
                  </a:cubicBezTo>
                  <a:cubicBezTo>
                    <a:pt x="68" y="5"/>
                    <a:pt x="57" y="4"/>
                    <a:pt x="51" y="3"/>
                  </a:cubicBezTo>
                  <a:cubicBezTo>
                    <a:pt x="45" y="2"/>
                    <a:pt x="38" y="0"/>
                    <a:pt x="33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5" name="Freeform 277">
              <a:extLst>
                <a:ext uri="{FF2B5EF4-FFF2-40B4-BE49-F238E27FC236}">
                  <a16:creationId xmlns:a16="http://schemas.microsoft.com/office/drawing/2014/main" id="{207F8556-AADA-495D-98DF-C9D3EFDD3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093"/>
              <a:ext cx="129" cy="70"/>
            </a:xfrm>
            <a:custGeom>
              <a:avLst/>
              <a:gdLst>
                <a:gd name="T0" fmla="*/ 393 w 67"/>
                <a:gd name="T1" fmla="*/ 89 h 34"/>
                <a:gd name="T2" fmla="*/ 237 w 67"/>
                <a:gd name="T3" fmla="*/ 33 h 34"/>
                <a:gd name="T4" fmla="*/ 108 w 67"/>
                <a:gd name="T5" fmla="*/ 8 h 34"/>
                <a:gd name="T6" fmla="*/ 0 w 67"/>
                <a:gd name="T7" fmla="*/ 60 h 34"/>
                <a:gd name="T8" fmla="*/ 92 w 67"/>
                <a:gd name="T9" fmla="*/ 25 h 34"/>
                <a:gd name="T10" fmla="*/ 223 w 67"/>
                <a:gd name="T11" fmla="*/ 43 h 34"/>
                <a:gd name="T12" fmla="*/ 385 w 67"/>
                <a:gd name="T13" fmla="*/ 97 h 34"/>
                <a:gd name="T14" fmla="*/ 449 w 67"/>
                <a:gd name="T15" fmla="*/ 296 h 34"/>
                <a:gd name="T16" fmla="*/ 449 w 67"/>
                <a:gd name="T17" fmla="*/ 296 h 34"/>
                <a:gd name="T18" fmla="*/ 393 w 67"/>
                <a:gd name="T19" fmla="*/ 89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34">
                  <a:moveTo>
                    <a:pt x="55" y="10"/>
                  </a:moveTo>
                  <a:cubicBezTo>
                    <a:pt x="48" y="5"/>
                    <a:pt x="38" y="4"/>
                    <a:pt x="33" y="4"/>
                  </a:cubicBezTo>
                  <a:cubicBezTo>
                    <a:pt x="27" y="3"/>
                    <a:pt x="20" y="0"/>
                    <a:pt x="15" y="1"/>
                  </a:cubicBezTo>
                  <a:cubicBezTo>
                    <a:pt x="9" y="2"/>
                    <a:pt x="4" y="3"/>
                    <a:pt x="0" y="7"/>
                  </a:cubicBezTo>
                  <a:cubicBezTo>
                    <a:pt x="4" y="4"/>
                    <a:pt x="8" y="3"/>
                    <a:pt x="13" y="3"/>
                  </a:cubicBezTo>
                  <a:cubicBezTo>
                    <a:pt x="18" y="2"/>
                    <a:pt x="25" y="4"/>
                    <a:pt x="31" y="5"/>
                  </a:cubicBezTo>
                  <a:cubicBezTo>
                    <a:pt x="36" y="6"/>
                    <a:pt x="47" y="7"/>
                    <a:pt x="54" y="11"/>
                  </a:cubicBezTo>
                  <a:cubicBezTo>
                    <a:pt x="62" y="17"/>
                    <a:pt x="66" y="23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7" y="23"/>
                    <a:pt x="64" y="15"/>
                    <a:pt x="55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6" name="Freeform 278">
              <a:extLst>
                <a:ext uri="{FF2B5EF4-FFF2-40B4-BE49-F238E27FC236}">
                  <a16:creationId xmlns:a16="http://schemas.microsoft.com/office/drawing/2014/main" id="{756ECDC3-C7A2-4F6E-8E03-9E811637D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108"/>
              <a:ext cx="145" cy="97"/>
            </a:xfrm>
            <a:custGeom>
              <a:avLst/>
              <a:gdLst>
                <a:gd name="T0" fmla="*/ 261 w 75"/>
                <a:gd name="T1" fmla="*/ 361 h 47"/>
                <a:gd name="T2" fmla="*/ 108 w 75"/>
                <a:gd name="T3" fmla="*/ 0 h 47"/>
                <a:gd name="T4" fmla="*/ 108 w 75"/>
                <a:gd name="T5" fmla="*/ 0 h 47"/>
                <a:gd name="T6" fmla="*/ 93 w 75"/>
                <a:gd name="T7" fmla="*/ 17 h 47"/>
                <a:gd name="T8" fmla="*/ 253 w 75"/>
                <a:gd name="T9" fmla="*/ 380 h 47"/>
                <a:gd name="T10" fmla="*/ 541 w 75"/>
                <a:gd name="T11" fmla="*/ 289 h 47"/>
                <a:gd name="T12" fmla="*/ 261 w 75"/>
                <a:gd name="T13" fmla="*/ 36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47">
                  <a:moveTo>
                    <a:pt x="36" y="41"/>
                  </a:moveTo>
                  <a:cubicBezTo>
                    <a:pt x="16" y="35"/>
                    <a:pt x="2" y="17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0" y="19"/>
                    <a:pt x="14" y="37"/>
                    <a:pt x="35" y="43"/>
                  </a:cubicBezTo>
                  <a:cubicBezTo>
                    <a:pt x="52" y="47"/>
                    <a:pt x="69" y="41"/>
                    <a:pt x="75" y="33"/>
                  </a:cubicBezTo>
                  <a:cubicBezTo>
                    <a:pt x="68" y="40"/>
                    <a:pt x="52" y="45"/>
                    <a:pt x="36" y="41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7" name="Freeform 279">
              <a:extLst>
                <a:ext uri="{FF2B5EF4-FFF2-40B4-BE49-F238E27FC236}">
                  <a16:creationId xmlns:a16="http://schemas.microsoft.com/office/drawing/2014/main" id="{59CE9897-8300-4AB4-9E10-3B1B4EC83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122"/>
              <a:ext cx="89" cy="52"/>
            </a:xfrm>
            <a:custGeom>
              <a:avLst/>
              <a:gdLst>
                <a:gd name="T0" fmla="*/ 317 w 46"/>
                <a:gd name="T1" fmla="*/ 125 h 25"/>
                <a:gd name="T2" fmla="*/ 93 w 46"/>
                <a:gd name="T3" fmla="*/ 181 h 25"/>
                <a:gd name="T4" fmla="*/ 52 w 46"/>
                <a:gd name="T5" fmla="*/ 25 h 25"/>
                <a:gd name="T6" fmla="*/ 201 w 46"/>
                <a:gd name="T7" fmla="*/ 25 h 25"/>
                <a:gd name="T8" fmla="*/ 317 w 46"/>
                <a:gd name="T9" fmla="*/ 1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5">
                  <a:moveTo>
                    <a:pt x="44" y="14"/>
                  </a:moveTo>
                  <a:cubicBezTo>
                    <a:pt x="41" y="25"/>
                    <a:pt x="25" y="25"/>
                    <a:pt x="13" y="20"/>
                  </a:cubicBezTo>
                  <a:cubicBezTo>
                    <a:pt x="0" y="14"/>
                    <a:pt x="0" y="6"/>
                    <a:pt x="7" y="3"/>
                  </a:cubicBezTo>
                  <a:cubicBezTo>
                    <a:pt x="13" y="0"/>
                    <a:pt x="18" y="0"/>
                    <a:pt x="28" y="3"/>
                  </a:cubicBezTo>
                  <a:cubicBezTo>
                    <a:pt x="38" y="5"/>
                    <a:pt x="46" y="9"/>
                    <a:pt x="44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8" name="Freeform 280">
              <a:extLst>
                <a:ext uri="{FF2B5EF4-FFF2-40B4-BE49-F238E27FC236}">
                  <a16:creationId xmlns:a16="http://schemas.microsoft.com/office/drawing/2014/main" id="{6EA59F85-9771-4557-ABA1-4160AF0D3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133"/>
              <a:ext cx="83" cy="41"/>
            </a:xfrm>
            <a:custGeom>
              <a:avLst/>
              <a:gdLst>
                <a:gd name="T0" fmla="*/ 93 w 43"/>
                <a:gd name="T1" fmla="*/ 105 h 20"/>
                <a:gd name="T2" fmla="*/ 23 w 43"/>
                <a:gd name="T3" fmla="*/ 0 h 20"/>
                <a:gd name="T4" fmla="*/ 85 w 43"/>
                <a:gd name="T5" fmla="*/ 131 h 20"/>
                <a:gd name="T6" fmla="*/ 309 w 43"/>
                <a:gd name="T7" fmla="*/ 76 h 20"/>
                <a:gd name="T8" fmla="*/ 93 w 43"/>
                <a:gd name="T9" fmla="*/ 10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0">
                  <a:moveTo>
                    <a:pt x="13" y="12"/>
                  </a:moveTo>
                  <a:cubicBezTo>
                    <a:pt x="5" y="8"/>
                    <a:pt x="2" y="3"/>
                    <a:pt x="3" y="0"/>
                  </a:cubicBezTo>
                  <a:cubicBezTo>
                    <a:pt x="0" y="4"/>
                    <a:pt x="1" y="10"/>
                    <a:pt x="12" y="15"/>
                  </a:cubicBezTo>
                  <a:cubicBezTo>
                    <a:pt x="24" y="20"/>
                    <a:pt x="40" y="20"/>
                    <a:pt x="43" y="9"/>
                  </a:cubicBezTo>
                  <a:cubicBezTo>
                    <a:pt x="38" y="17"/>
                    <a:pt x="24" y="16"/>
                    <a:pt x="13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9" name="Freeform 281">
              <a:extLst>
                <a:ext uri="{FF2B5EF4-FFF2-40B4-BE49-F238E27FC236}">
                  <a16:creationId xmlns:a16="http://schemas.microsoft.com/office/drawing/2014/main" id="{81E7A2EF-000E-4951-B734-7F1BC138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124"/>
              <a:ext cx="54" cy="19"/>
            </a:xfrm>
            <a:custGeom>
              <a:avLst/>
              <a:gdLst>
                <a:gd name="T0" fmla="*/ 0 w 28"/>
                <a:gd name="T1" fmla="*/ 0 h 9"/>
                <a:gd name="T2" fmla="*/ 201 w 28"/>
                <a:gd name="T3" fmla="*/ 84 h 9"/>
                <a:gd name="T4" fmla="*/ 93 w 28"/>
                <a:gd name="T5" fmla="*/ 27 h 9"/>
                <a:gd name="T6" fmla="*/ 0 w 2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">
                  <a:moveTo>
                    <a:pt x="0" y="0"/>
                  </a:moveTo>
                  <a:cubicBezTo>
                    <a:pt x="9" y="0"/>
                    <a:pt x="22" y="2"/>
                    <a:pt x="28" y="9"/>
                  </a:cubicBezTo>
                  <a:cubicBezTo>
                    <a:pt x="24" y="7"/>
                    <a:pt x="17" y="4"/>
                    <a:pt x="13" y="3"/>
                  </a:cubicBezTo>
                  <a:cubicBezTo>
                    <a:pt x="7" y="2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0" name="Freeform 282">
              <a:extLst>
                <a:ext uri="{FF2B5EF4-FFF2-40B4-BE49-F238E27FC236}">
                  <a16:creationId xmlns:a16="http://schemas.microsoft.com/office/drawing/2014/main" id="{3B9B0A12-5AEF-4547-9DA5-D67AAACF0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120"/>
              <a:ext cx="46" cy="23"/>
            </a:xfrm>
            <a:custGeom>
              <a:avLst/>
              <a:gdLst>
                <a:gd name="T0" fmla="*/ 100 w 24"/>
                <a:gd name="T1" fmla="*/ 17 h 11"/>
                <a:gd name="T2" fmla="*/ 0 w 24"/>
                <a:gd name="T3" fmla="*/ 8 h 11"/>
                <a:gd name="T4" fmla="*/ 169 w 24"/>
                <a:gd name="T5" fmla="*/ 100 h 11"/>
                <a:gd name="T6" fmla="*/ 100 w 24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14" y="2"/>
                  </a:moveTo>
                  <a:cubicBezTo>
                    <a:pt x="10" y="1"/>
                    <a:pt x="6" y="0"/>
                    <a:pt x="0" y="1"/>
                  </a:cubicBezTo>
                  <a:cubicBezTo>
                    <a:pt x="5" y="1"/>
                    <a:pt x="23" y="4"/>
                    <a:pt x="24" y="11"/>
                  </a:cubicBezTo>
                  <a:cubicBezTo>
                    <a:pt x="23" y="9"/>
                    <a:pt x="20" y="5"/>
                    <a:pt x="1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1" name="Freeform 283">
              <a:extLst>
                <a:ext uri="{FF2B5EF4-FFF2-40B4-BE49-F238E27FC236}">
                  <a16:creationId xmlns:a16="http://schemas.microsoft.com/office/drawing/2014/main" id="{E77175F9-E402-4FE0-B578-26CAA9B9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157"/>
              <a:ext cx="62" cy="21"/>
            </a:xfrm>
            <a:custGeom>
              <a:avLst/>
              <a:gdLst>
                <a:gd name="T0" fmla="*/ 0 w 32"/>
                <a:gd name="T1" fmla="*/ 0 h 10"/>
                <a:gd name="T2" fmla="*/ 233 w 32"/>
                <a:gd name="T3" fmla="*/ 57 h 10"/>
                <a:gd name="T4" fmla="*/ 0 w 3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">
                  <a:moveTo>
                    <a:pt x="0" y="0"/>
                  </a:moveTo>
                  <a:cubicBezTo>
                    <a:pt x="4" y="3"/>
                    <a:pt x="19" y="9"/>
                    <a:pt x="32" y="6"/>
                  </a:cubicBezTo>
                  <a:cubicBezTo>
                    <a:pt x="28" y="8"/>
                    <a:pt x="11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2" name="Freeform 284">
              <a:extLst>
                <a:ext uri="{FF2B5EF4-FFF2-40B4-BE49-F238E27FC236}">
                  <a16:creationId xmlns:a16="http://schemas.microsoft.com/office/drawing/2014/main" id="{AABD06B9-E897-425E-8180-08707A627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1091"/>
              <a:ext cx="170" cy="118"/>
            </a:xfrm>
            <a:custGeom>
              <a:avLst/>
              <a:gdLst>
                <a:gd name="T0" fmla="*/ 240 w 88"/>
                <a:gd name="T1" fmla="*/ 0 h 57"/>
                <a:gd name="T2" fmla="*/ 108 w 88"/>
                <a:gd name="T3" fmla="*/ 81 h 57"/>
                <a:gd name="T4" fmla="*/ 265 w 88"/>
                <a:gd name="T5" fmla="*/ 464 h 57"/>
                <a:gd name="T6" fmla="*/ 605 w 88"/>
                <a:gd name="T7" fmla="*/ 321 h 57"/>
                <a:gd name="T8" fmla="*/ 541 w 88"/>
                <a:gd name="T9" fmla="*/ 89 h 57"/>
                <a:gd name="T10" fmla="*/ 369 w 88"/>
                <a:gd name="T11" fmla="*/ 25 h 57"/>
                <a:gd name="T12" fmla="*/ 240 w 88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57">
                  <a:moveTo>
                    <a:pt x="33" y="0"/>
                  </a:moveTo>
                  <a:cubicBezTo>
                    <a:pt x="25" y="1"/>
                    <a:pt x="19" y="4"/>
                    <a:pt x="15" y="9"/>
                  </a:cubicBezTo>
                  <a:cubicBezTo>
                    <a:pt x="0" y="27"/>
                    <a:pt x="15" y="46"/>
                    <a:pt x="37" y="52"/>
                  </a:cubicBezTo>
                  <a:cubicBezTo>
                    <a:pt x="59" y="57"/>
                    <a:pt x="80" y="47"/>
                    <a:pt x="84" y="36"/>
                  </a:cubicBezTo>
                  <a:cubicBezTo>
                    <a:pt x="88" y="25"/>
                    <a:pt x="84" y="16"/>
                    <a:pt x="75" y="10"/>
                  </a:cubicBezTo>
                  <a:cubicBezTo>
                    <a:pt x="68" y="5"/>
                    <a:pt x="57" y="4"/>
                    <a:pt x="51" y="3"/>
                  </a:cubicBezTo>
                  <a:cubicBezTo>
                    <a:pt x="45" y="2"/>
                    <a:pt x="38" y="0"/>
                    <a:pt x="33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3" name="Freeform 285">
              <a:extLst>
                <a:ext uri="{FF2B5EF4-FFF2-40B4-BE49-F238E27FC236}">
                  <a16:creationId xmlns:a16="http://schemas.microsoft.com/office/drawing/2014/main" id="{2868426D-0FBC-4E6A-95A6-409D87ED5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128"/>
              <a:ext cx="81" cy="44"/>
            </a:xfrm>
            <a:custGeom>
              <a:avLst/>
              <a:gdLst>
                <a:gd name="T0" fmla="*/ 0 w 42"/>
                <a:gd name="T1" fmla="*/ 57 h 21"/>
                <a:gd name="T2" fmla="*/ 79 w 42"/>
                <a:gd name="T3" fmla="*/ 157 h 21"/>
                <a:gd name="T4" fmla="*/ 257 w 42"/>
                <a:gd name="T5" fmla="*/ 168 h 21"/>
                <a:gd name="T6" fmla="*/ 301 w 42"/>
                <a:gd name="T7" fmla="*/ 101 h 21"/>
                <a:gd name="T8" fmla="*/ 301 w 42"/>
                <a:gd name="T9" fmla="*/ 101 h 21"/>
                <a:gd name="T10" fmla="*/ 257 w 42"/>
                <a:gd name="T11" fmla="*/ 168 h 21"/>
                <a:gd name="T12" fmla="*/ 79 w 42"/>
                <a:gd name="T13" fmla="*/ 149 h 21"/>
                <a:gd name="T14" fmla="*/ 8 w 42"/>
                <a:gd name="T15" fmla="*/ 57 h 21"/>
                <a:gd name="T16" fmla="*/ 37 w 42"/>
                <a:gd name="T17" fmla="*/ 0 h 21"/>
                <a:gd name="T18" fmla="*/ 37 w 42"/>
                <a:gd name="T19" fmla="*/ 0 h 21"/>
                <a:gd name="T20" fmla="*/ 0 w 42"/>
                <a:gd name="T21" fmla="*/ 57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1">
                  <a:moveTo>
                    <a:pt x="0" y="6"/>
                  </a:moveTo>
                  <a:cubicBezTo>
                    <a:pt x="0" y="10"/>
                    <a:pt x="4" y="14"/>
                    <a:pt x="11" y="17"/>
                  </a:cubicBezTo>
                  <a:cubicBezTo>
                    <a:pt x="20" y="21"/>
                    <a:pt x="30" y="21"/>
                    <a:pt x="36" y="18"/>
                  </a:cubicBezTo>
                  <a:cubicBezTo>
                    <a:pt x="39" y="17"/>
                    <a:pt x="41" y="14"/>
                    <a:pt x="42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14"/>
                    <a:pt x="39" y="16"/>
                    <a:pt x="36" y="18"/>
                  </a:cubicBezTo>
                  <a:cubicBezTo>
                    <a:pt x="30" y="21"/>
                    <a:pt x="20" y="20"/>
                    <a:pt x="11" y="16"/>
                  </a:cubicBezTo>
                  <a:cubicBezTo>
                    <a:pt x="5" y="14"/>
                    <a:pt x="1" y="10"/>
                    <a:pt x="1" y="6"/>
                  </a:cubicBezTo>
                  <a:cubicBezTo>
                    <a:pt x="1" y="3"/>
                    <a:pt x="2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1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4" name="Freeform 286">
              <a:extLst>
                <a:ext uri="{FF2B5EF4-FFF2-40B4-BE49-F238E27FC236}">
                  <a16:creationId xmlns:a16="http://schemas.microsoft.com/office/drawing/2014/main" id="{5D7E12B7-2E6F-42B8-B236-FC6B223BB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209"/>
              <a:ext cx="132" cy="93"/>
            </a:xfrm>
            <a:custGeom>
              <a:avLst/>
              <a:gdLst>
                <a:gd name="T0" fmla="*/ 184 w 68"/>
                <a:gd name="T1" fmla="*/ 0 h 45"/>
                <a:gd name="T2" fmla="*/ 80 w 68"/>
                <a:gd name="T3" fmla="*/ 72 h 45"/>
                <a:gd name="T4" fmla="*/ 212 w 68"/>
                <a:gd name="T5" fmla="*/ 364 h 45"/>
                <a:gd name="T6" fmla="*/ 476 w 68"/>
                <a:gd name="T7" fmla="*/ 248 h 45"/>
                <a:gd name="T8" fmla="*/ 433 w 68"/>
                <a:gd name="T9" fmla="*/ 72 h 45"/>
                <a:gd name="T10" fmla="*/ 293 w 68"/>
                <a:gd name="T11" fmla="*/ 25 h 45"/>
                <a:gd name="T12" fmla="*/ 184 w 68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5">
                  <a:moveTo>
                    <a:pt x="25" y="0"/>
                  </a:moveTo>
                  <a:cubicBezTo>
                    <a:pt x="19" y="1"/>
                    <a:pt x="14" y="4"/>
                    <a:pt x="11" y="8"/>
                  </a:cubicBezTo>
                  <a:cubicBezTo>
                    <a:pt x="0" y="21"/>
                    <a:pt x="11" y="36"/>
                    <a:pt x="29" y="41"/>
                  </a:cubicBezTo>
                  <a:cubicBezTo>
                    <a:pt x="46" y="45"/>
                    <a:pt x="62" y="37"/>
                    <a:pt x="65" y="28"/>
                  </a:cubicBezTo>
                  <a:cubicBezTo>
                    <a:pt x="68" y="20"/>
                    <a:pt x="65" y="13"/>
                    <a:pt x="59" y="8"/>
                  </a:cubicBezTo>
                  <a:cubicBezTo>
                    <a:pt x="53" y="4"/>
                    <a:pt x="44" y="4"/>
                    <a:pt x="40" y="3"/>
                  </a:cubicBezTo>
                  <a:cubicBezTo>
                    <a:pt x="35" y="2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5" name="Freeform 287">
              <a:extLst>
                <a:ext uri="{FF2B5EF4-FFF2-40B4-BE49-F238E27FC236}">
                  <a16:creationId xmlns:a16="http://schemas.microsoft.com/office/drawing/2014/main" id="{E1AA9999-E5B8-4468-A039-18D25FE23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211"/>
              <a:ext cx="101" cy="56"/>
            </a:xfrm>
            <a:custGeom>
              <a:avLst/>
              <a:gdLst>
                <a:gd name="T0" fmla="*/ 317 w 52"/>
                <a:gd name="T1" fmla="*/ 73 h 27"/>
                <a:gd name="T2" fmla="*/ 185 w 52"/>
                <a:gd name="T3" fmla="*/ 25 h 27"/>
                <a:gd name="T4" fmla="*/ 80 w 52"/>
                <a:gd name="T5" fmla="*/ 8 h 27"/>
                <a:gd name="T6" fmla="*/ 0 w 52"/>
                <a:gd name="T7" fmla="*/ 44 h 27"/>
                <a:gd name="T8" fmla="*/ 72 w 52"/>
                <a:gd name="T9" fmla="*/ 17 h 27"/>
                <a:gd name="T10" fmla="*/ 177 w 52"/>
                <a:gd name="T11" fmla="*/ 35 h 27"/>
                <a:gd name="T12" fmla="*/ 301 w 52"/>
                <a:gd name="T13" fmla="*/ 81 h 27"/>
                <a:gd name="T14" fmla="*/ 352 w 52"/>
                <a:gd name="T15" fmla="*/ 232 h 27"/>
                <a:gd name="T16" fmla="*/ 359 w 52"/>
                <a:gd name="T17" fmla="*/ 232 h 27"/>
                <a:gd name="T18" fmla="*/ 317 w 52"/>
                <a:gd name="T19" fmla="*/ 7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27">
                  <a:moveTo>
                    <a:pt x="43" y="8"/>
                  </a:moveTo>
                  <a:cubicBezTo>
                    <a:pt x="37" y="4"/>
                    <a:pt x="29" y="3"/>
                    <a:pt x="25" y="3"/>
                  </a:cubicBezTo>
                  <a:cubicBezTo>
                    <a:pt x="21" y="2"/>
                    <a:pt x="15" y="0"/>
                    <a:pt x="11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3" y="3"/>
                    <a:pt x="6" y="3"/>
                    <a:pt x="10" y="2"/>
                  </a:cubicBezTo>
                  <a:cubicBezTo>
                    <a:pt x="14" y="1"/>
                    <a:pt x="19" y="3"/>
                    <a:pt x="24" y="4"/>
                  </a:cubicBezTo>
                  <a:cubicBezTo>
                    <a:pt x="28" y="5"/>
                    <a:pt x="36" y="5"/>
                    <a:pt x="41" y="9"/>
                  </a:cubicBezTo>
                  <a:cubicBezTo>
                    <a:pt x="48" y="13"/>
                    <a:pt x="51" y="18"/>
                    <a:pt x="48" y="26"/>
                  </a:cubicBezTo>
                  <a:cubicBezTo>
                    <a:pt x="48" y="27"/>
                    <a:pt x="48" y="27"/>
                    <a:pt x="49" y="26"/>
                  </a:cubicBezTo>
                  <a:cubicBezTo>
                    <a:pt x="52" y="18"/>
                    <a:pt x="49" y="12"/>
                    <a:pt x="43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6" name="Freeform 288">
              <a:extLst>
                <a:ext uri="{FF2B5EF4-FFF2-40B4-BE49-F238E27FC236}">
                  <a16:creationId xmlns:a16="http://schemas.microsoft.com/office/drawing/2014/main" id="{1122922A-5735-4E0B-B808-F64138922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221"/>
              <a:ext cx="114" cy="76"/>
            </a:xfrm>
            <a:custGeom>
              <a:avLst/>
              <a:gdLst>
                <a:gd name="T0" fmla="*/ 201 w 59"/>
                <a:gd name="T1" fmla="*/ 279 h 37"/>
                <a:gd name="T2" fmla="*/ 85 w 59"/>
                <a:gd name="T3" fmla="*/ 8 h 37"/>
                <a:gd name="T4" fmla="*/ 85 w 59"/>
                <a:gd name="T5" fmla="*/ 0 h 37"/>
                <a:gd name="T6" fmla="*/ 71 w 59"/>
                <a:gd name="T7" fmla="*/ 16 h 37"/>
                <a:gd name="T8" fmla="*/ 193 w 59"/>
                <a:gd name="T9" fmla="*/ 296 h 37"/>
                <a:gd name="T10" fmla="*/ 425 w 59"/>
                <a:gd name="T11" fmla="*/ 224 h 37"/>
                <a:gd name="T12" fmla="*/ 201 w 59"/>
                <a:gd name="T13" fmla="*/ 27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37">
                  <a:moveTo>
                    <a:pt x="28" y="32"/>
                  </a:moveTo>
                  <a:cubicBezTo>
                    <a:pt x="12" y="28"/>
                    <a:pt x="1" y="13"/>
                    <a:pt x="12" y="1"/>
                  </a:cubicBezTo>
                  <a:cubicBezTo>
                    <a:pt x="12" y="1"/>
                    <a:pt x="12" y="1"/>
                    <a:pt x="12" y="0"/>
                  </a:cubicBezTo>
                  <a:cubicBezTo>
                    <a:pt x="12" y="1"/>
                    <a:pt x="11" y="2"/>
                    <a:pt x="10" y="2"/>
                  </a:cubicBezTo>
                  <a:cubicBezTo>
                    <a:pt x="0" y="15"/>
                    <a:pt x="11" y="29"/>
                    <a:pt x="27" y="34"/>
                  </a:cubicBezTo>
                  <a:cubicBezTo>
                    <a:pt x="41" y="37"/>
                    <a:pt x="54" y="33"/>
                    <a:pt x="59" y="26"/>
                  </a:cubicBezTo>
                  <a:cubicBezTo>
                    <a:pt x="53" y="32"/>
                    <a:pt x="41" y="35"/>
                    <a:pt x="28" y="3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7" name="Freeform 289">
              <a:extLst>
                <a:ext uri="{FF2B5EF4-FFF2-40B4-BE49-F238E27FC236}">
                  <a16:creationId xmlns:a16="http://schemas.microsoft.com/office/drawing/2014/main" id="{5AEBA47E-54D3-4D46-9C80-4C8E72E65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234"/>
              <a:ext cx="70" cy="39"/>
            </a:xfrm>
            <a:custGeom>
              <a:avLst/>
              <a:gdLst>
                <a:gd name="T0" fmla="*/ 257 w 36"/>
                <a:gd name="T1" fmla="*/ 96 h 19"/>
                <a:gd name="T2" fmla="*/ 72 w 36"/>
                <a:gd name="T3" fmla="*/ 131 h 19"/>
                <a:gd name="T4" fmla="*/ 37 w 36"/>
                <a:gd name="T5" fmla="*/ 16 h 19"/>
                <a:gd name="T6" fmla="*/ 163 w 36"/>
                <a:gd name="T7" fmla="*/ 16 h 19"/>
                <a:gd name="T8" fmla="*/ 257 w 36"/>
                <a:gd name="T9" fmla="*/ 9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35" y="11"/>
                  </a:moveTo>
                  <a:cubicBezTo>
                    <a:pt x="32" y="19"/>
                    <a:pt x="20" y="19"/>
                    <a:pt x="10" y="15"/>
                  </a:cubicBezTo>
                  <a:cubicBezTo>
                    <a:pt x="1" y="11"/>
                    <a:pt x="0" y="4"/>
                    <a:pt x="5" y="2"/>
                  </a:cubicBezTo>
                  <a:cubicBezTo>
                    <a:pt x="10" y="0"/>
                    <a:pt x="14" y="0"/>
                    <a:pt x="22" y="2"/>
                  </a:cubicBezTo>
                  <a:cubicBezTo>
                    <a:pt x="30" y="4"/>
                    <a:pt x="36" y="7"/>
                    <a:pt x="35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8" name="Freeform 290">
              <a:extLst>
                <a:ext uri="{FF2B5EF4-FFF2-40B4-BE49-F238E27FC236}">
                  <a16:creationId xmlns:a16="http://schemas.microsoft.com/office/drawing/2014/main" id="{B003CB8B-8B24-4747-B7F9-B2CEC185C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242"/>
              <a:ext cx="66" cy="31"/>
            </a:xfrm>
            <a:custGeom>
              <a:avLst/>
              <a:gdLst>
                <a:gd name="T0" fmla="*/ 72 w 34"/>
                <a:gd name="T1" fmla="*/ 81 h 15"/>
                <a:gd name="T2" fmla="*/ 16 w 34"/>
                <a:gd name="T3" fmla="*/ 0 h 15"/>
                <a:gd name="T4" fmla="*/ 64 w 34"/>
                <a:gd name="T5" fmla="*/ 99 h 15"/>
                <a:gd name="T6" fmla="*/ 248 w 34"/>
                <a:gd name="T7" fmla="*/ 60 h 15"/>
                <a:gd name="T8" fmla="*/ 72 w 34"/>
                <a:gd name="T9" fmla="*/ 8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5">
                  <a:moveTo>
                    <a:pt x="10" y="9"/>
                  </a:moveTo>
                  <a:cubicBezTo>
                    <a:pt x="4" y="6"/>
                    <a:pt x="2" y="2"/>
                    <a:pt x="2" y="0"/>
                  </a:cubicBezTo>
                  <a:cubicBezTo>
                    <a:pt x="0" y="3"/>
                    <a:pt x="1" y="8"/>
                    <a:pt x="9" y="11"/>
                  </a:cubicBezTo>
                  <a:cubicBezTo>
                    <a:pt x="19" y="15"/>
                    <a:pt x="31" y="15"/>
                    <a:pt x="34" y="7"/>
                  </a:cubicBezTo>
                  <a:cubicBezTo>
                    <a:pt x="30" y="13"/>
                    <a:pt x="19" y="12"/>
                    <a:pt x="10" y="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9" name="Freeform 291">
              <a:extLst>
                <a:ext uri="{FF2B5EF4-FFF2-40B4-BE49-F238E27FC236}">
                  <a16:creationId xmlns:a16="http://schemas.microsoft.com/office/drawing/2014/main" id="{D4149812-D390-4477-809F-0F6CFE796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36"/>
              <a:ext cx="43" cy="14"/>
            </a:xfrm>
            <a:custGeom>
              <a:avLst/>
              <a:gdLst>
                <a:gd name="T0" fmla="*/ 0 w 22"/>
                <a:gd name="T1" fmla="*/ 0 h 7"/>
                <a:gd name="T2" fmla="*/ 164 w 22"/>
                <a:gd name="T3" fmla="*/ 56 h 7"/>
                <a:gd name="T4" fmla="*/ 76 w 22"/>
                <a:gd name="T5" fmla="*/ 16 h 7"/>
                <a:gd name="T6" fmla="*/ 0 w 2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7" y="0"/>
                    <a:pt x="17" y="1"/>
                    <a:pt x="22" y="7"/>
                  </a:cubicBezTo>
                  <a:cubicBezTo>
                    <a:pt x="19" y="5"/>
                    <a:pt x="13" y="3"/>
                    <a:pt x="10" y="2"/>
                  </a:cubicBezTo>
                  <a:cubicBezTo>
                    <a:pt x="6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30" name="Freeform 292">
              <a:extLst>
                <a:ext uri="{FF2B5EF4-FFF2-40B4-BE49-F238E27FC236}">
                  <a16:creationId xmlns:a16="http://schemas.microsoft.com/office/drawing/2014/main" id="{E4B9C726-4304-4645-A408-462754181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31"/>
              <a:ext cx="35" cy="19"/>
            </a:xfrm>
            <a:custGeom>
              <a:avLst/>
              <a:gdLst>
                <a:gd name="T0" fmla="*/ 72 w 18"/>
                <a:gd name="T1" fmla="*/ 17 h 9"/>
                <a:gd name="T2" fmla="*/ 0 w 18"/>
                <a:gd name="T3" fmla="*/ 8 h 9"/>
                <a:gd name="T4" fmla="*/ 132 w 18"/>
                <a:gd name="T5" fmla="*/ 84 h 9"/>
                <a:gd name="T6" fmla="*/ 72 w 18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9">
                  <a:moveTo>
                    <a:pt x="10" y="2"/>
                  </a:moveTo>
                  <a:cubicBezTo>
                    <a:pt x="8" y="1"/>
                    <a:pt x="4" y="0"/>
                    <a:pt x="0" y="1"/>
                  </a:cubicBezTo>
                  <a:cubicBezTo>
                    <a:pt x="4" y="1"/>
                    <a:pt x="17" y="4"/>
                    <a:pt x="18" y="9"/>
                  </a:cubicBezTo>
                  <a:cubicBezTo>
                    <a:pt x="18" y="7"/>
                    <a:pt x="15" y="4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31" name="Freeform 293">
              <a:extLst>
                <a:ext uri="{FF2B5EF4-FFF2-40B4-BE49-F238E27FC236}">
                  <a16:creationId xmlns:a16="http://schemas.microsoft.com/office/drawing/2014/main" id="{311932F3-08C3-4C3F-9B6E-C7A6291DE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260"/>
              <a:ext cx="46" cy="17"/>
            </a:xfrm>
            <a:custGeom>
              <a:avLst/>
              <a:gdLst>
                <a:gd name="T0" fmla="*/ 0 w 24"/>
                <a:gd name="T1" fmla="*/ 0 h 8"/>
                <a:gd name="T2" fmla="*/ 169 w 24"/>
                <a:gd name="T3" fmla="*/ 49 h 8"/>
                <a:gd name="T4" fmla="*/ 0 w 2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">
                  <a:moveTo>
                    <a:pt x="0" y="0"/>
                  </a:moveTo>
                  <a:cubicBezTo>
                    <a:pt x="2" y="3"/>
                    <a:pt x="14" y="7"/>
                    <a:pt x="24" y="5"/>
                  </a:cubicBezTo>
                  <a:cubicBezTo>
                    <a:pt x="21" y="7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32" name="Freeform 294">
              <a:extLst>
                <a:ext uri="{FF2B5EF4-FFF2-40B4-BE49-F238E27FC236}">
                  <a16:creationId xmlns:a16="http://schemas.microsoft.com/office/drawing/2014/main" id="{1D727F0D-76F1-4EB3-9E8C-CA09050BB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209"/>
              <a:ext cx="132" cy="93"/>
            </a:xfrm>
            <a:custGeom>
              <a:avLst/>
              <a:gdLst>
                <a:gd name="T0" fmla="*/ 184 w 68"/>
                <a:gd name="T1" fmla="*/ 0 h 45"/>
                <a:gd name="T2" fmla="*/ 80 w 68"/>
                <a:gd name="T3" fmla="*/ 72 h 45"/>
                <a:gd name="T4" fmla="*/ 212 w 68"/>
                <a:gd name="T5" fmla="*/ 364 h 45"/>
                <a:gd name="T6" fmla="*/ 476 w 68"/>
                <a:gd name="T7" fmla="*/ 248 h 45"/>
                <a:gd name="T8" fmla="*/ 433 w 68"/>
                <a:gd name="T9" fmla="*/ 72 h 45"/>
                <a:gd name="T10" fmla="*/ 293 w 68"/>
                <a:gd name="T11" fmla="*/ 25 h 45"/>
                <a:gd name="T12" fmla="*/ 184 w 68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5">
                  <a:moveTo>
                    <a:pt x="25" y="0"/>
                  </a:moveTo>
                  <a:cubicBezTo>
                    <a:pt x="19" y="1"/>
                    <a:pt x="14" y="4"/>
                    <a:pt x="11" y="8"/>
                  </a:cubicBezTo>
                  <a:cubicBezTo>
                    <a:pt x="0" y="21"/>
                    <a:pt x="11" y="36"/>
                    <a:pt x="29" y="41"/>
                  </a:cubicBezTo>
                  <a:cubicBezTo>
                    <a:pt x="46" y="45"/>
                    <a:pt x="62" y="37"/>
                    <a:pt x="65" y="28"/>
                  </a:cubicBezTo>
                  <a:cubicBezTo>
                    <a:pt x="68" y="20"/>
                    <a:pt x="65" y="13"/>
                    <a:pt x="59" y="8"/>
                  </a:cubicBezTo>
                  <a:cubicBezTo>
                    <a:pt x="53" y="4"/>
                    <a:pt x="44" y="4"/>
                    <a:pt x="40" y="3"/>
                  </a:cubicBezTo>
                  <a:cubicBezTo>
                    <a:pt x="35" y="2"/>
                    <a:pt x="29" y="0"/>
                    <a:pt x="25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33" name="Freeform 295">
              <a:extLst>
                <a:ext uri="{FF2B5EF4-FFF2-40B4-BE49-F238E27FC236}">
                  <a16:creationId xmlns:a16="http://schemas.microsoft.com/office/drawing/2014/main" id="{DF2B5C2F-03DE-490B-809C-108C7ADBB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238"/>
              <a:ext cx="64" cy="35"/>
            </a:xfrm>
            <a:custGeom>
              <a:avLst/>
              <a:gdLst>
                <a:gd name="T0" fmla="*/ 0 w 33"/>
                <a:gd name="T1" fmla="*/ 43 h 17"/>
                <a:gd name="T2" fmla="*/ 60 w 33"/>
                <a:gd name="T3" fmla="*/ 115 h 17"/>
                <a:gd name="T4" fmla="*/ 204 w 33"/>
                <a:gd name="T5" fmla="*/ 124 h 17"/>
                <a:gd name="T6" fmla="*/ 240 w 33"/>
                <a:gd name="T7" fmla="*/ 80 h 17"/>
                <a:gd name="T8" fmla="*/ 240 w 33"/>
                <a:gd name="T9" fmla="*/ 80 h 17"/>
                <a:gd name="T10" fmla="*/ 204 w 33"/>
                <a:gd name="T11" fmla="*/ 124 h 17"/>
                <a:gd name="T12" fmla="*/ 60 w 33"/>
                <a:gd name="T13" fmla="*/ 115 h 17"/>
                <a:gd name="T14" fmla="*/ 0 w 33"/>
                <a:gd name="T15" fmla="*/ 43 h 17"/>
                <a:gd name="T16" fmla="*/ 23 w 33"/>
                <a:gd name="T17" fmla="*/ 0 h 17"/>
                <a:gd name="T18" fmla="*/ 23 w 33"/>
                <a:gd name="T19" fmla="*/ 0 h 17"/>
                <a:gd name="T20" fmla="*/ 0 w 33"/>
                <a:gd name="T21" fmla="*/ 43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7">
                  <a:moveTo>
                    <a:pt x="0" y="5"/>
                  </a:moveTo>
                  <a:cubicBezTo>
                    <a:pt x="0" y="8"/>
                    <a:pt x="3" y="11"/>
                    <a:pt x="8" y="13"/>
                  </a:cubicBezTo>
                  <a:cubicBezTo>
                    <a:pt x="15" y="16"/>
                    <a:pt x="23" y="17"/>
                    <a:pt x="28" y="14"/>
                  </a:cubicBezTo>
                  <a:cubicBezTo>
                    <a:pt x="31" y="13"/>
                    <a:pt x="32" y="11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11"/>
                    <a:pt x="30" y="13"/>
                    <a:pt x="28" y="14"/>
                  </a:cubicBezTo>
                  <a:cubicBezTo>
                    <a:pt x="23" y="16"/>
                    <a:pt x="15" y="16"/>
                    <a:pt x="8" y="13"/>
                  </a:cubicBezTo>
                  <a:cubicBezTo>
                    <a:pt x="3" y="11"/>
                    <a:pt x="0" y="8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34" name="Freeform 296">
              <a:extLst>
                <a:ext uri="{FF2B5EF4-FFF2-40B4-BE49-F238E27FC236}">
                  <a16:creationId xmlns:a16="http://schemas.microsoft.com/office/drawing/2014/main" id="{695F1CB8-22EA-492F-9258-F44D4D829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867"/>
              <a:ext cx="104" cy="101"/>
            </a:xfrm>
            <a:custGeom>
              <a:avLst/>
              <a:gdLst>
                <a:gd name="T0" fmla="*/ 85 w 54"/>
                <a:gd name="T1" fmla="*/ 43 h 49"/>
                <a:gd name="T2" fmla="*/ 29 w 54"/>
                <a:gd name="T3" fmla="*/ 229 h 49"/>
                <a:gd name="T4" fmla="*/ 200 w 54"/>
                <a:gd name="T5" fmla="*/ 396 h 49"/>
                <a:gd name="T6" fmla="*/ 341 w 54"/>
                <a:gd name="T7" fmla="*/ 324 h 49"/>
                <a:gd name="T8" fmla="*/ 85 w 54"/>
                <a:gd name="T9" fmla="*/ 4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9">
                  <a:moveTo>
                    <a:pt x="12" y="5"/>
                  </a:moveTo>
                  <a:cubicBezTo>
                    <a:pt x="3" y="8"/>
                    <a:pt x="0" y="17"/>
                    <a:pt x="4" y="26"/>
                  </a:cubicBezTo>
                  <a:cubicBezTo>
                    <a:pt x="7" y="35"/>
                    <a:pt x="18" y="42"/>
                    <a:pt x="28" y="45"/>
                  </a:cubicBezTo>
                  <a:cubicBezTo>
                    <a:pt x="40" y="49"/>
                    <a:pt x="45" y="43"/>
                    <a:pt x="48" y="37"/>
                  </a:cubicBezTo>
                  <a:cubicBezTo>
                    <a:pt x="54" y="23"/>
                    <a:pt x="29" y="0"/>
                    <a:pt x="12" y="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35" name="Freeform 297">
              <a:extLst>
                <a:ext uri="{FF2B5EF4-FFF2-40B4-BE49-F238E27FC236}">
                  <a16:creationId xmlns:a16="http://schemas.microsoft.com/office/drawing/2014/main" id="{969BB0E2-940F-45D2-9FFC-B47239D5B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871"/>
              <a:ext cx="77" cy="90"/>
            </a:xfrm>
            <a:custGeom>
              <a:avLst/>
              <a:gdLst>
                <a:gd name="T0" fmla="*/ 0 w 40"/>
                <a:gd name="T1" fmla="*/ 25 h 44"/>
                <a:gd name="T2" fmla="*/ 237 w 40"/>
                <a:gd name="T3" fmla="*/ 301 h 44"/>
                <a:gd name="T4" fmla="*/ 171 w 40"/>
                <a:gd name="T5" fmla="*/ 376 h 44"/>
                <a:gd name="T6" fmla="*/ 248 w 40"/>
                <a:gd name="T7" fmla="*/ 301 h 44"/>
                <a:gd name="T8" fmla="*/ 0 w 40"/>
                <a:gd name="T9" fmla="*/ 2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4">
                  <a:moveTo>
                    <a:pt x="0" y="3"/>
                  </a:moveTo>
                  <a:cubicBezTo>
                    <a:pt x="17" y="1"/>
                    <a:pt x="39" y="22"/>
                    <a:pt x="33" y="35"/>
                  </a:cubicBezTo>
                  <a:cubicBezTo>
                    <a:pt x="32" y="39"/>
                    <a:pt x="29" y="42"/>
                    <a:pt x="24" y="44"/>
                  </a:cubicBezTo>
                  <a:cubicBezTo>
                    <a:pt x="30" y="43"/>
                    <a:pt x="33" y="39"/>
                    <a:pt x="35" y="35"/>
                  </a:cubicBezTo>
                  <a:cubicBezTo>
                    <a:pt x="40" y="22"/>
                    <a:pt x="17" y="0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36" name="Freeform 298">
              <a:extLst>
                <a:ext uri="{FF2B5EF4-FFF2-40B4-BE49-F238E27FC236}">
                  <a16:creationId xmlns:a16="http://schemas.microsoft.com/office/drawing/2014/main" id="{9E077687-90D8-43CC-8D96-43DC73579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881"/>
              <a:ext cx="51" cy="76"/>
            </a:xfrm>
            <a:custGeom>
              <a:avLst/>
              <a:gdLst>
                <a:gd name="T0" fmla="*/ 196 w 26"/>
                <a:gd name="T1" fmla="*/ 320 h 37"/>
                <a:gd name="T2" fmla="*/ 39 w 26"/>
                <a:gd name="T3" fmla="*/ 156 h 37"/>
                <a:gd name="T4" fmla="*/ 53 w 26"/>
                <a:gd name="T5" fmla="*/ 0 h 37"/>
                <a:gd name="T6" fmla="*/ 24 w 26"/>
                <a:gd name="T7" fmla="*/ 164 h 37"/>
                <a:gd name="T8" fmla="*/ 196 w 26"/>
                <a:gd name="T9" fmla="*/ 320 h 37"/>
                <a:gd name="T10" fmla="*/ 196 w 26"/>
                <a:gd name="T11" fmla="*/ 32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7">
                  <a:moveTo>
                    <a:pt x="26" y="37"/>
                  </a:moveTo>
                  <a:cubicBezTo>
                    <a:pt x="16" y="34"/>
                    <a:pt x="8" y="26"/>
                    <a:pt x="5" y="18"/>
                  </a:cubicBezTo>
                  <a:cubicBezTo>
                    <a:pt x="2" y="11"/>
                    <a:pt x="3" y="4"/>
                    <a:pt x="7" y="0"/>
                  </a:cubicBezTo>
                  <a:cubicBezTo>
                    <a:pt x="1" y="4"/>
                    <a:pt x="0" y="11"/>
                    <a:pt x="3" y="19"/>
                  </a:cubicBezTo>
                  <a:cubicBezTo>
                    <a:pt x="6" y="27"/>
                    <a:pt x="16" y="35"/>
                    <a:pt x="26" y="37"/>
                  </a:cubicBezTo>
                  <a:cubicBezTo>
                    <a:pt x="26" y="37"/>
                    <a:pt x="26" y="37"/>
                    <a:pt x="26" y="3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37" name="Freeform 299">
              <a:extLst>
                <a:ext uri="{FF2B5EF4-FFF2-40B4-BE49-F238E27FC236}">
                  <a16:creationId xmlns:a16="http://schemas.microsoft.com/office/drawing/2014/main" id="{7EFE5950-4886-447D-80B0-36E61050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889"/>
              <a:ext cx="66" cy="58"/>
            </a:xfrm>
            <a:custGeom>
              <a:avLst/>
              <a:gdLst>
                <a:gd name="T0" fmla="*/ 212 w 34"/>
                <a:gd name="T1" fmla="*/ 189 h 28"/>
                <a:gd name="T2" fmla="*/ 45 w 34"/>
                <a:gd name="T3" fmla="*/ 141 h 28"/>
                <a:gd name="T4" fmla="*/ 60 w 34"/>
                <a:gd name="T5" fmla="*/ 8 h 28"/>
                <a:gd name="T6" fmla="*/ 212 w 34"/>
                <a:gd name="T7" fmla="*/ 18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8">
                  <a:moveTo>
                    <a:pt x="29" y="21"/>
                  </a:moveTo>
                  <a:cubicBezTo>
                    <a:pt x="25" y="28"/>
                    <a:pt x="12" y="23"/>
                    <a:pt x="6" y="16"/>
                  </a:cubicBezTo>
                  <a:cubicBezTo>
                    <a:pt x="1" y="9"/>
                    <a:pt x="0" y="1"/>
                    <a:pt x="8" y="1"/>
                  </a:cubicBezTo>
                  <a:cubicBezTo>
                    <a:pt x="17" y="0"/>
                    <a:pt x="34" y="14"/>
                    <a:pt x="29" y="2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38" name="Freeform 300">
              <a:extLst>
                <a:ext uri="{FF2B5EF4-FFF2-40B4-BE49-F238E27FC236}">
                  <a16:creationId xmlns:a16="http://schemas.microsoft.com/office/drawing/2014/main" id="{23B7A1BF-CD1B-4AAC-AB39-DF7BFF0D8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893"/>
              <a:ext cx="56" cy="54"/>
            </a:xfrm>
            <a:custGeom>
              <a:avLst/>
              <a:gdLst>
                <a:gd name="T0" fmla="*/ 56 w 29"/>
                <a:gd name="T1" fmla="*/ 108 h 26"/>
                <a:gd name="T2" fmla="*/ 29 w 29"/>
                <a:gd name="T3" fmla="*/ 0 h 26"/>
                <a:gd name="T4" fmla="*/ 44 w 29"/>
                <a:gd name="T5" fmla="*/ 125 h 26"/>
                <a:gd name="T6" fmla="*/ 209 w 29"/>
                <a:gd name="T7" fmla="*/ 168 h 26"/>
                <a:gd name="T8" fmla="*/ 209 w 29"/>
                <a:gd name="T9" fmla="*/ 168 h 26"/>
                <a:gd name="T10" fmla="*/ 56 w 29"/>
                <a:gd name="T11" fmla="*/ 10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6">
                  <a:moveTo>
                    <a:pt x="8" y="12"/>
                  </a:moveTo>
                  <a:cubicBezTo>
                    <a:pt x="4" y="8"/>
                    <a:pt x="3" y="3"/>
                    <a:pt x="4" y="0"/>
                  </a:cubicBezTo>
                  <a:cubicBezTo>
                    <a:pt x="0" y="3"/>
                    <a:pt x="2" y="9"/>
                    <a:pt x="6" y="14"/>
                  </a:cubicBezTo>
                  <a:cubicBezTo>
                    <a:pt x="12" y="21"/>
                    <a:pt x="25" y="26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4" y="24"/>
                    <a:pt x="13" y="18"/>
                    <a:pt x="8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39" name="Freeform 301">
              <a:extLst>
                <a:ext uri="{FF2B5EF4-FFF2-40B4-BE49-F238E27FC236}">
                  <a16:creationId xmlns:a16="http://schemas.microsoft.com/office/drawing/2014/main" id="{D911E6F6-98E5-4A50-8D17-912564D96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893"/>
              <a:ext cx="31" cy="33"/>
            </a:xfrm>
            <a:custGeom>
              <a:avLst/>
              <a:gdLst>
                <a:gd name="T0" fmla="*/ 0 w 16"/>
                <a:gd name="T1" fmla="*/ 0 h 16"/>
                <a:gd name="T2" fmla="*/ 116 w 16"/>
                <a:gd name="T3" fmla="*/ 140 h 16"/>
                <a:gd name="T4" fmla="*/ 0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2"/>
                    <a:pt x="15" y="9"/>
                    <a:pt x="16" y="16"/>
                  </a:cubicBezTo>
                  <a:cubicBezTo>
                    <a:pt x="15" y="14"/>
                    <a:pt x="8" y="4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0" name="Freeform 302">
              <a:extLst>
                <a:ext uri="{FF2B5EF4-FFF2-40B4-BE49-F238E27FC236}">
                  <a16:creationId xmlns:a16="http://schemas.microsoft.com/office/drawing/2014/main" id="{B767A8C9-5766-42FC-B98B-F6364ED36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895"/>
              <a:ext cx="25" cy="33"/>
            </a:xfrm>
            <a:custGeom>
              <a:avLst/>
              <a:gdLst>
                <a:gd name="T0" fmla="*/ 0 w 13"/>
                <a:gd name="T1" fmla="*/ 0 h 16"/>
                <a:gd name="T2" fmla="*/ 92 w 13"/>
                <a:gd name="T3" fmla="*/ 140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4" y="2"/>
                    <a:pt x="13" y="9"/>
                    <a:pt x="13" y="16"/>
                  </a:cubicBezTo>
                  <a:cubicBezTo>
                    <a:pt x="13" y="12"/>
                    <a:pt x="1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1" name="Freeform 303">
              <a:extLst>
                <a:ext uri="{FF2B5EF4-FFF2-40B4-BE49-F238E27FC236}">
                  <a16:creationId xmlns:a16="http://schemas.microsoft.com/office/drawing/2014/main" id="{686E2B7A-DDD8-4B65-92FA-85D8904AC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916"/>
              <a:ext cx="38" cy="27"/>
            </a:xfrm>
            <a:custGeom>
              <a:avLst/>
              <a:gdLst>
                <a:gd name="T0" fmla="*/ 0 w 20"/>
                <a:gd name="T1" fmla="*/ 0 h 13"/>
                <a:gd name="T2" fmla="*/ 137 w 20"/>
                <a:gd name="T3" fmla="*/ 108 h 13"/>
                <a:gd name="T4" fmla="*/ 0 w 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1" y="3"/>
                    <a:pt x="10" y="13"/>
                    <a:pt x="20" y="12"/>
                  </a:cubicBezTo>
                  <a:cubicBezTo>
                    <a:pt x="16" y="12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2" name="Freeform 304">
              <a:extLst>
                <a:ext uri="{FF2B5EF4-FFF2-40B4-BE49-F238E27FC236}">
                  <a16:creationId xmlns:a16="http://schemas.microsoft.com/office/drawing/2014/main" id="{06DC00C3-5F34-4D82-A580-907075D2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867"/>
              <a:ext cx="104" cy="101"/>
            </a:xfrm>
            <a:custGeom>
              <a:avLst/>
              <a:gdLst>
                <a:gd name="T0" fmla="*/ 85 w 54"/>
                <a:gd name="T1" fmla="*/ 43 h 49"/>
                <a:gd name="T2" fmla="*/ 29 w 54"/>
                <a:gd name="T3" fmla="*/ 229 h 49"/>
                <a:gd name="T4" fmla="*/ 200 w 54"/>
                <a:gd name="T5" fmla="*/ 396 h 49"/>
                <a:gd name="T6" fmla="*/ 341 w 54"/>
                <a:gd name="T7" fmla="*/ 324 h 49"/>
                <a:gd name="T8" fmla="*/ 85 w 54"/>
                <a:gd name="T9" fmla="*/ 4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9">
                  <a:moveTo>
                    <a:pt x="12" y="5"/>
                  </a:moveTo>
                  <a:cubicBezTo>
                    <a:pt x="3" y="8"/>
                    <a:pt x="0" y="17"/>
                    <a:pt x="4" y="26"/>
                  </a:cubicBezTo>
                  <a:cubicBezTo>
                    <a:pt x="7" y="35"/>
                    <a:pt x="18" y="42"/>
                    <a:pt x="28" y="45"/>
                  </a:cubicBezTo>
                  <a:cubicBezTo>
                    <a:pt x="40" y="49"/>
                    <a:pt x="45" y="43"/>
                    <a:pt x="48" y="37"/>
                  </a:cubicBezTo>
                  <a:cubicBezTo>
                    <a:pt x="54" y="23"/>
                    <a:pt x="29" y="0"/>
                    <a:pt x="12" y="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3" name="Freeform 305">
              <a:extLst>
                <a:ext uri="{FF2B5EF4-FFF2-40B4-BE49-F238E27FC236}">
                  <a16:creationId xmlns:a16="http://schemas.microsoft.com/office/drawing/2014/main" id="{F3F75482-36D2-4C2E-B6A7-B95B4CF9E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891"/>
              <a:ext cx="54" cy="50"/>
            </a:xfrm>
            <a:custGeom>
              <a:avLst/>
              <a:gdLst>
                <a:gd name="T0" fmla="*/ 8 w 28"/>
                <a:gd name="T1" fmla="*/ 27 h 24"/>
                <a:gd name="T2" fmla="*/ 37 w 28"/>
                <a:gd name="T3" fmla="*/ 135 h 24"/>
                <a:gd name="T4" fmla="*/ 156 w 28"/>
                <a:gd name="T5" fmla="*/ 217 h 24"/>
                <a:gd name="T6" fmla="*/ 201 w 28"/>
                <a:gd name="T7" fmla="*/ 183 h 24"/>
                <a:gd name="T8" fmla="*/ 201 w 28"/>
                <a:gd name="T9" fmla="*/ 183 h 24"/>
                <a:gd name="T10" fmla="*/ 156 w 28"/>
                <a:gd name="T11" fmla="*/ 208 h 24"/>
                <a:gd name="T12" fmla="*/ 37 w 28"/>
                <a:gd name="T13" fmla="*/ 135 h 24"/>
                <a:gd name="T14" fmla="*/ 8 w 28"/>
                <a:gd name="T15" fmla="*/ 27 h 24"/>
                <a:gd name="T16" fmla="*/ 52 w 28"/>
                <a:gd name="T17" fmla="*/ 0 h 24"/>
                <a:gd name="T18" fmla="*/ 52 w 28"/>
                <a:gd name="T19" fmla="*/ 0 h 24"/>
                <a:gd name="T20" fmla="*/ 8 w 28"/>
                <a:gd name="T21" fmla="*/ 27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24">
                  <a:moveTo>
                    <a:pt x="1" y="3"/>
                  </a:moveTo>
                  <a:cubicBezTo>
                    <a:pt x="0" y="6"/>
                    <a:pt x="1" y="11"/>
                    <a:pt x="5" y="15"/>
                  </a:cubicBezTo>
                  <a:cubicBezTo>
                    <a:pt x="9" y="20"/>
                    <a:pt x="16" y="24"/>
                    <a:pt x="22" y="24"/>
                  </a:cubicBezTo>
                  <a:cubicBezTo>
                    <a:pt x="25" y="24"/>
                    <a:pt x="27" y="22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7" y="22"/>
                    <a:pt x="25" y="23"/>
                    <a:pt x="22" y="23"/>
                  </a:cubicBezTo>
                  <a:cubicBezTo>
                    <a:pt x="17" y="24"/>
                    <a:pt x="9" y="19"/>
                    <a:pt x="5" y="15"/>
                  </a:cubicBezTo>
                  <a:cubicBezTo>
                    <a:pt x="2" y="10"/>
                    <a:pt x="0" y="6"/>
                    <a:pt x="1" y="3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2" y="1"/>
                    <a:pt x="1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4" name="Freeform 306">
              <a:extLst>
                <a:ext uri="{FF2B5EF4-FFF2-40B4-BE49-F238E27FC236}">
                  <a16:creationId xmlns:a16="http://schemas.microsoft.com/office/drawing/2014/main" id="{ACA64702-F93D-42B5-A875-705F740EB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928"/>
              <a:ext cx="159" cy="97"/>
            </a:xfrm>
            <a:custGeom>
              <a:avLst/>
              <a:gdLst>
                <a:gd name="T0" fmla="*/ 64 w 82"/>
                <a:gd name="T1" fmla="*/ 132 h 47"/>
                <a:gd name="T2" fmla="*/ 116 w 82"/>
                <a:gd name="T3" fmla="*/ 353 h 47"/>
                <a:gd name="T4" fmla="*/ 444 w 82"/>
                <a:gd name="T5" fmla="*/ 388 h 47"/>
                <a:gd name="T6" fmla="*/ 589 w 82"/>
                <a:gd name="T7" fmla="*/ 213 h 47"/>
                <a:gd name="T8" fmla="*/ 64 w 82"/>
                <a:gd name="T9" fmla="*/ 13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7">
                  <a:moveTo>
                    <a:pt x="9" y="15"/>
                  </a:moveTo>
                  <a:cubicBezTo>
                    <a:pt x="0" y="24"/>
                    <a:pt x="4" y="33"/>
                    <a:pt x="16" y="40"/>
                  </a:cubicBezTo>
                  <a:cubicBezTo>
                    <a:pt x="27" y="46"/>
                    <a:pt x="46" y="47"/>
                    <a:pt x="61" y="44"/>
                  </a:cubicBezTo>
                  <a:cubicBezTo>
                    <a:pt x="79" y="39"/>
                    <a:pt x="82" y="31"/>
                    <a:pt x="81" y="24"/>
                  </a:cubicBezTo>
                  <a:cubicBezTo>
                    <a:pt x="77" y="7"/>
                    <a:pt x="26" y="0"/>
                    <a:pt x="9" y="1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5" name="Freeform 307">
              <a:extLst>
                <a:ext uri="{FF2B5EF4-FFF2-40B4-BE49-F238E27FC236}">
                  <a16:creationId xmlns:a16="http://schemas.microsoft.com/office/drawing/2014/main" id="{B7CD38C7-8934-4530-8773-D83B5DEB4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930"/>
              <a:ext cx="135" cy="79"/>
            </a:xfrm>
            <a:custGeom>
              <a:avLst/>
              <a:gdLst>
                <a:gd name="T0" fmla="*/ 0 w 70"/>
                <a:gd name="T1" fmla="*/ 125 h 38"/>
                <a:gd name="T2" fmla="*/ 480 w 70"/>
                <a:gd name="T3" fmla="*/ 216 h 38"/>
                <a:gd name="T4" fmla="*/ 446 w 70"/>
                <a:gd name="T5" fmla="*/ 341 h 38"/>
                <a:gd name="T6" fmla="*/ 496 w 70"/>
                <a:gd name="T7" fmla="*/ 208 h 38"/>
                <a:gd name="T8" fmla="*/ 0 w 70"/>
                <a:gd name="T9" fmla="*/ 12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8">
                  <a:moveTo>
                    <a:pt x="0" y="14"/>
                  </a:moveTo>
                  <a:cubicBezTo>
                    <a:pt x="19" y="2"/>
                    <a:pt x="64" y="8"/>
                    <a:pt x="67" y="24"/>
                  </a:cubicBezTo>
                  <a:cubicBezTo>
                    <a:pt x="68" y="29"/>
                    <a:pt x="67" y="34"/>
                    <a:pt x="62" y="38"/>
                  </a:cubicBezTo>
                  <a:cubicBezTo>
                    <a:pt x="69" y="33"/>
                    <a:pt x="70" y="28"/>
                    <a:pt x="69" y="23"/>
                  </a:cubicBezTo>
                  <a:cubicBezTo>
                    <a:pt x="65" y="7"/>
                    <a:pt x="18" y="0"/>
                    <a:pt x="0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6" name="Freeform 308">
              <a:extLst>
                <a:ext uri="{FF2B5EF4-FFF2-40B4-BE49-F238E27FC236}">
                  <a16:creationId xmlns:a16="http://schemas.microsoft.com/office/drawing/2014/main" id="{FD0C8D9B-33AB-40A4-AE17-A1E77E4C0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968"/>
              <a:ext cx="110" cy="55"/>
            </a:xfrm>
            <a:custGeom>
              <a:avLst/>
              <a:gdLst>
                <a:gd name="T0" fmla="*/ 409 w 57"/>
                <a:gd name="T1" fmla="*/ 204 h 27"/>
                <a:gd name="T2" fmla="*/ 108 w 57"/>
                <a:gd name="T3" fmla="*/ 153 h 27"/>
                <a:gd name="T4" fmla="*/ 37 w 57"/>
                <a:gd name="T5" fmla="*/ 0 h 27"/>
                <a:gd name="T6" fmla="*/ 100 w 57"/>
                <a:gd name="T7" fmla="*/ 171 h 27"/>
                <a:gd name="T8" fmla="*/ 409 w 57"/>
                <a:gd name="T9" fmla="*/ 204 h 27"/>
                <a:gd name="T10" fmla="*/ 409 w 57"/>
                <a:gd name="T11" fmla="*/ 20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7">
                  <a:moveTo>
                    <a:pt x="57" y="24"/>
                  </a:moveTo>
                  <a:cubicBezTo>
                    <a:pt x="43" y="27"/>
                    <a:pt x="26" y="24"/>
                    <a:pt x="15" y="18"/>
                  </a:cubicBezTo>
                  <a:cubicBezTo>
                    <a:pt x="7" y="13"/>
                    <a:pt x="2" y="6"/>
                    <a:pt x="5" y="0"/>
                  </a:cubicBezTo>
                  <a:cubicBezTo>
                    <a:pt x="0" y="7"/>
                    <a:pt x="5" y="15"/>
                    <a:pt x="14" y="20"/>
                  </a:cubicBezTo>
                  <a:cubicBezTo>
                    <a:pt x="25" y="26"/>
                    <a:pt x="43" y="27"/>
                    <a:pt x="57" y="24"/>
                  </a:cubicBezTo>
                  <a:cubicBezTo>
                    <a:pt x="57" y="24"/>
                    <a:pt x="57" y="24"/>
                    <a:pt x="57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7" name="Freeform 309">
              <a:extLst>
                <a:ext uri="{FF2B5EF4-FFF2-40B4-BE49-F238E27FC236}">
                  <a16:creationId xmlns:a16="http://schemas.microsoft.com/office/drawing/2014/main" id="{96569302-A345-4710-8F23-E91B41482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953"/>
              <a:ext cx="102" cy="50"/>
            </a:xfrm>
            <a:custGeom>
              <a:avLst/>
              <a:gdLst>
                <a:gd name="T0" fmla="*/ 370 w 53"/>
                <a:gd name="T1" fmla="*/ 108 h 24"/>
                <a:gd name="T2" fmla="*/ 137 w 53"/>
                <a:gd name="T3" fmla="*/ 192 h 24"/>
                <a:gd name="T4" fmla="*/ 64 w 53"/>
                <a:gd name="T5" fmla="*/ 56 h 24"/>
                <a:gd name="T6" fmla="*/ 370 w 53"/>
                <a:gd name="T7" fmla="*/ 10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4">
                  <a:moveTo>
                    <a:pt x="52" y="12"/>
                  </a:moveTo>
                  <a:cubicBezTo>
                    <a:pt x="53" y="22"/>
                    <a:pt x="32" y="24"/>
                    <a:pt x="19" y="21"/>
                  </a:cubicBezTo>
                  <a:cubicBezTo>
                    <a:pt x="7" y="18"/>
                    <a:pt x="0" y="11"/>
                    <a:pt x="9" y="6"/>
                  </a:cubicBezTo>
                  <a:cubicBezTo>
                    <a:pt x="20" y="0"/>
                    <a:pt x="52" y="3"/>
                    <a:pt x="52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8" name="Freeform 310">
              <a:extLst>
                <a:ext uri="{FF2B5EF4-FFF2-40B4-BE49-F238E27FC236}">
                  <a16:creationId xmlns:a16="http://schemas.microsoft.com/office/drawing/2014/main" id="{42134BEF-75EB-4F71-84E0-0140BDB38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972"/>
              <a:ext cx="97" cy="31"/>
            </a:xfrm>
            <a:custGeom>
              <a:avLst/>
              <a:gdLst>
                <a:gd name="T0" fmla="*/ 124 w 50"/>
                <a:gd name="T1" fmla="*/ 89 h 15"/>
                <a:gd name="T2" fmla="*/ 16 w 50"/>
                <a:gd name="T3" fmla="*/ 0 h 15"/>
                <a:gd name="T4" fmla="*/ 116 w 50"/>
                <a:gd name="T5" fmla="*/ 107 h 15"/>
                <a:gd name="T6" fmla="*/ 357 w 50"/>
                <a:gd name="T7" fmla="*/ 25 h 15"/>
                <a:gd name="T8" fmla="*/ 357 w 50"/>
                <a:gd name="T9" fmla="*/ 25 h 15"/>
                <a:gd name="T10" fmla="*/ 124 w 50"/>
                <a:gd name="T11" fmla="*/ 89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5">
                  <a:moveTo>
                    <a:pt x="17" y="10"/>
                  </a:moveTo>
                  <a:cubicBezTo>
                    <a:pt x="9" y="8"/>
                    <a:pt x="3" y="4"/>
                    <a:pt x="2" y="0"/>
                  </a:cubicBezTo>
                  <a:cubicBezTo>
                    <a:pt x="0" y="5"/>
                    <a:pt x="7" y="10"/>
                    <a:pt x="16" y="12"/>
                  </a:cubicBezTo>
                  <a:cubicBezTo>
                    <a:pt x="29" y="15"/>
                    <a:pt x="50" y="13"/>
                    <a:pt x="49" y="3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6" y="11"/>
                    <a:pt x="28" y="12"/>
                    <a:pt x="17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9" name="Freeform 311">
              <a:extLst>
                <a:ext uri="{FF2B5EF4-FFF2-40B4-BE49-F238E27FC236}">
                  <a16:creationId xmlns:a16="http://schemas.microsoft.com/office/drawing/2014/main" id="{4689DF96-6213-402C-A7BF-98F7E0574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957"/>
              <a:ext cx="66" cy="15"/>
            </a:xfrm>
            <a:custGeom>
              <a:avLst/>
              <a:gdLst>
                <a:gd name="T0" fmla="*/ 0 w 34"/>
                <a:gd name="T1" fmla="*/ 9 h 7"/>
                <a:gd name="T2" fmla="*/ 248 w 34"/>
                <a:gd name="T3" fmla="*/ 69 h 7"/>
                <a:gd name="T4" fmla="*/ 0 w 34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7">
                  <a:moveTo>
                    <a:pt x="0" y="1"/>
                  </a:moveTo>
                  <a:cubicBezTo>
                    <a:pt x="10" y="0"/>
                    <a:pt x="28" y="1"/>
                    <a:pt x="34" y="7"/>
                  </a:cubicBezTo>
                  <a:cubicBezTo>
                    <a:pt x="31" y="5"/>
                    <a:pt x="14" y="0"/>
                    <a:pt x="0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0" name="Freeform 312">
              <a:extLst>
                <a:ext uri="{FF2B5EF4-FFF2-40B4-BE49-F238E27FC236}">
                  <a16:creationId xmlns:a16="http://schemas.microsoft.com/office/drawing/2014/main" id="{C2359566-5271-4474-A7BD-E16F566EF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951"/>
              <a:ext cx="56" cy="21"/>
            </a:xfrm>
            <a:custGeom>
              <a:avLst/>
              <a:gdLst>
                <a:gd name="T0" fmla="*/ 0 w 29"/>
                <a:gd name="T1" fmla="*/ 27 h 10"/>
                <a:gd name="T2" fmla="*/ 209 w 29"/>
                <a:gd name="T3" fmla="*/ 92 h 10"/>
                <a:gd name="T4" fmla="*/ 0 w 29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0" y="3"/>
                  </a:moveTo>
                  <a:cubicBezTo>
                    <a:pt x="7" y="2"/>
                    <a:pt x="24" y="3"/>
                    <a:pt x="29" y="10"/>
                  </a:cubicBezTo>
                  <a:cubicBezTo>
                    <a:pt x="26" y="6"/>
                    <a:pt x="20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1" name="Freeform 313">
              <a:extLst>
                <a:ext uri="{FF2B5EF4-FFF2-40B4-BE49-F238E27FC236}">
                  <a16:creationId xmlns:a16="http://schemas.microsoft.com/office/drawing/2014/main" id="{FA627D47-51F7-4612-AFE5-ED8E9731B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994"/>
              <a:ext cx="65" cy="15"/>
            </a:xfrm>
            <a:custGeom>
              <a:avLst/>
              <a:gdLst>
                <a:gd name="T0" fmla="*/ 0 w 34"/>
                <a:gd name="T1" fmla="*/ 0 h 7"/>
                <a:gd name="T2" fmla="*/ 237 w 34"/>
                <a:gd name="T3" fmla="*/ 0 h 7"/>
                <a:gd name="T4" fmla="*/ 0 w 3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7">
                  <a:moveTo>
                    <a:pt x="0" y="0"/>
                  </a:moveTo>
                  <a:cubicBezTo>
                    <a:pt x="4" y="3"/>
                    <a:pt x="22" y="7"/>
                    <a:pt x="34" y="0"/>
                  </a:cubicBezTo>
                  <a:cubicBezTo>
                    <a:pt x="29" y="2"/>
                    <a:pt x="15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2" name="Freeform 314">
              <a:extLst>
                <a:ext uri="{FF2B5EF4-FFF2-40B4-BE49-F238E27FC236}">
                  <a16:creationId xmlns:a16="http://schemas.microsoft.com/office/drawing/2014/main" id="{47248927-23BC-4D65-AA45-F41022A1D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928"/>
              <a:ext cx="159" cy="97"/>
            </a:xfrm>
            <a:custGeom>
              <a:avLst/>
              <a:gdLst>
                <a:gd name="T0" fmla="*/ 64 w 82"/>
                <a:gd name="T1" fmla="*/ 132 h 47"/>
                <a:gd name="T2" fmla="*/ 116 w 82"/>
                <a:gd name="T3" fmla="*/ 353 h 47"/>
                <a:gd name="T4" fmla="*/ 444 w 82"/>
                <a:gd name="T5" fmla="*/ 388 h 47"/>
                <a:gd name="T6" fmla="*/ 589 w 82"/>
                <a:gd name="T7" fmla="*/ 213 h 47"/>
                <a:gd name="T8" fmla="*/ 64 w 82"/>
                <a:gd name="T9" fmla="*/ 13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7">
                  <a:moveTo>
                    <a:pt x="9" y="15"/>
                  </a:moveTo>
                  <a:cubicBezTo>
                    <a:pt x="0" y="24"/>
                    <a:pt x="4" y="33"/>
                    <a:pt x="16" y="40"/>
                  </a:cubicBezTo>
                  <a:cubicBezTo>
                    <a:pt x="27" y="46"/>
                    <a:pt x="46" y="47"/>
                    <a:pt x="61" y="44"/>
                  </a:cubicBezTo>
                  <a:cubicBezTo>
                    <a:pt x="79" y="39"/>
                    <a:pt x="82" y="31"/>
                    <a:pt x="81" y="24"/>
                  </a:cubicBezTo>
                  <a:cubicBezTo>
                    <a:pt x="77" y="7"/>
                    <a:pt x="26" y="0"/>
                    <a:pt x="9" y="1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3" name="Freeform 315">
              <a:extLst>
                <a:ext uri="{FF2B5EF4-FFF2-40B4-BE49-F238E27FC236}">
                  <a16:creationId xmlns:a16="http://schemas.microsoft.com/office/drawing/2014/main" id="{1664C146-AC82-4965-9428-89C799B4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966"/>
              <a:ext cx="95" cy="37"/>
            </a:xfrm>
            <a:custGeom>
              <a:avLst/>
              <a:gdLst>
                <a:gd name="T0" fmla="*/ 8 w 49"/>
                <a:gd name="T1" fmla="*/ 51 h 18"/>
                <a:gd name="T2" fmla="*/ 109 w 49"/>
                <a:gd name="T3" fmla="*/ 132 h 18"/>
                <a:gd name="T4" fmla="*/ 320 w 49"/>
                <a:gd name="T5" fmla="*/ 113 h 18"/>
                <a:gd name="T6" fmla="*/ 349 w 49"/>
                <a:gd name="T7" fmla="*/ 51 h 18"/>
                <a:gd name="T8" fmla="*/ 349 w 49"/>
                <a:gd name="T9" fmla="*/ 51 h 18"/>
                <a:gd name="T10" fmla="*/ 320 w 49"/>
                <a:gd name="T11" fmla="*/ 113 h 18"/>
                <a:gd name="T12" fmla="*/ 116 w 49"/>
                <a:gd name="T13" fmla="*/ 132 h 18"/>
                <a:gd name="T14" fmla="*/ 8 w 49"/>
                <a:gd name="T15" fmla="*/ 51 h 18"/>
                <a:gd name="T16" fmla="*/ 37 w 49"/>
                <a:gd name="T17" fmla="*/ 0 h 18"/>
                <a:gd name="T18" fmla="*/ 37 w 49"/>
                <a:gd name="T19" fmla="*/ 0 h 18"/>
                <a:gd name="T20" fmla="*/ 8 w 49"/>
                <a:gd name="T21" fmla="*/ 51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18">
                  <a:moveTo>
                    <a:pt x="1" y="6"/>
                  </a:moveTo>
                  <a:cubicBezTo>
                    <a:pt x="2" y="10"/>
                    <a:pt x="7" y="14"/>
                    <a:pt x="15" y="15"/>
                  </a:cubicBezTo>
                  <a:cubicBezTo>
                    <a:pt x="24" y="18"/>
                    <a:pt x="37" y="17"/>
                    <a:pt x="44" y="13"/>
                  </a:cubicBezTo>
                  <a:cubicBezTo>
                    <a:pt x="47" y="11"/>
                    <a:pt x="49" y="9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9" y="9"/>
                    <a:pt x="47" y="11"/>
                    <a:pt x="44" y="13"/>
                  </a:cubicBezTo>
                  <a:cubicBezTo>
                    <a:pt x="37" y="17"/>
                    <a:pt x="24" y="17"/>
                    <a:pt x="16" y="15"/>
                  </a:cubicBezTo>
                  <a:cubicBezTo>
                    <a:pt x="8" y="13"/>
                    <a:pt x="2" y="10"/>
                    <a:pt x="1" y="6"/>
                  </a:cubicBezTo>
                  <a:cubicBezTo>
                    <a:pt x="1" y="4"/>
                    <a:pt x="2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4" name="Freeform 316">
              <a:extLst>
                <a:ext uri="{FF2B5EF4-FFF2-40B4-BE49-F238E27FC236}">
                  <a16:creationId xmlns:a16="http://schemas.microsoft.com/office/drawing/2014/main" id="{7C1372F7-53CD-444C-8C46-6B0499D8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029"/>
              <a:ext cx="130" cy="75"/>
            </a:xfrm>
            <a:custGeom>
              <a:avLst/>
              <a:gdLst>
                <a:gd name="T0" fmla="*/ 64 w 67"/>
                <a:gd name="T1" fmla="*/ 73 h 36"/>
                <a:gd name="T2" fmla="*/ 60 w 67"/>
                <a:gd name="T3" fmla="*/ 235 h 36"/>
                <a:gd name="T4" fmla="*/ 320 w 67"/>
                <a:gd name="T5" fmla="*/ 325 h 36"/>
                <a:gd name="T6" fmla="*/ 481 w 67"/>
                <a:gd name="T7" fmla="*/ 225 h 36"/>
                <a:gd name="T8" fmla="*/ 64 w 67"/>
                <a:gd name="T9" fmla="*/ 7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6">
                  <a:moveTo>
                    <a:pt x="9" y="8"/>
                  </a:moveTo>
                  <a:cubicBezTo>
                    <a:pt x="0" y="12"/>
                    <a:pt x="0" y="20"/>
                    <a:pt x="8" y="26"/>
                  </a:cubicBezTo>
                  <a:cubicBezTo>
                    <a:pt x="15" y="33"/>
                    <a:pt x="31" y="36"/>
                    <a:pt x="44" y="36"/>
                  </a:cubicBezTo>
                  <a:cubicBezTo>
                    <a:pt x="60" y="36"/>
                    <a:pt x="65" y="31"/>
                    <a:pt x="66" y="25"/>
                  </a:cubicBezTo>
                  <a:cubicBezTo>
                    <a:pt x="67" y="12"/>
                    <a:pt x="27" y="0"/>
                    <a:pt x="9" y="8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5" name="Freeform 317">
              <a:extLst>
                <a:ext uri="{FF2B5EF4-FFF2-40B4-BE49-F238E27FC236}">
                  <a16:creationId xmlns:a16="http://schemas.microsoft.com/office/drawing/2014/main" id="{83F90A68-FDAF-40FC-9201-6A123E59B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031"/>
              <a:ext cx="106" cy="69"/>
            </a:xfrm>
            <a:custGeom>
              <a:avLst/>
              <a:gdLst>
                <a:gd name="T0" fmla="*/ 0 w 55"/>
                <a:gd name="T1" fmla="*/ 56 h 33"/>
                <a:gd name="T2" fmla="*/ 372 w 55"/>
                <a:gd name="T3" fmla="*/ 220 h 33"/>
                <a:gd name="T4" fmla="*/ 316 w 55"/>
                <a:gd name="T5" fmla="*/ 301 h 33"/>
                <a:gd name="T6" fmla="*/ 385 w 55"/>
                <a:gd name="T7" fmla="*/ 220 h 33"/>
                <a:gd name="T8" fmla="*/ 0 w 55"/>
                <a:gd name="T9" fmla="*/ 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3">
                  <a:moveTo>
                    <a:pt x="0" y="6"/>
                  </a:moveTo>
                  <a:cubicBezTo>
                    <a:pt x="19" y="1"/>
                    <a:pt x="54" y="13"/>
                    <a:pt x="52" y="24"/>
                  </a:cubicBezTo>
                  <a:cubicBezTo>
                    <a:pt x="52" y="28"/>
                    <a:pt x="50" y="31"/>
                    <a:pt x="44" y="33"/>
                  </a:cubicBezTo>
                  <a:cubicBezTo>
                    <a:pt x="51" y="31"/>
                    <a:pt x="53" y="28"/>
                    <a:pt x="54" y="24"/>
                  </a:cubicBezTo>
                  <a:cubicBezTo>
                    <a:pt x="55" y="12"/>
                    <a:pt x="18" y="0"/>
                    <a:pt x="0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6" name="Freeform 318">
              <a:extLst>
                <a:ext uri="{FF2B5EF4-FFF2-40B4-BE49-F238E27FC236}">
                  <a16:creationId xmlns:a16="http://schemas.microsoft.com/office/drawing/2014/main" id="{A337F02A-9F7C-4D9E-AF59-7F3838C57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050"/>
              <a:ext cx="83" cy="54"/>
            </a:xfrm>
            <a:custGeom>
              <a:avLst/>
              <a:gdLst>
                <a:gd name="T0" fmla="*/ 309 w 43"/>
                <a:gd name="T1" fmla="*/ 224 h 26"/>
                <a:gd name="T2" fmla="*/ 71 w 43"/>
                <a:gd name="T3" fmla="*/ 133 h 26"/>
                <a:gd name="T4" fmla="*/ 44 w 43"/>
                <a:gd name="T5" fmla="*/ 0 h 26"/>
                <a:gd name="T6" fmla="*/ 56 w 43"/>
                <a:gd name="T7" fmla="*/ 143 h 26"/>
                <a:gd name="T8" fmla="*/ 309 w 43"/>
                <a:gd name="T9" fmla="*/ 224 h 26"/>
                <a:gd name="T10" fmla="*/ 309 w 43"/>
                <a:gd name="T11" fmla="*/ 22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6">
                  <a:moveTo>
                    <a:pt x="43" y="25"/>
                  </a:moveTo>
                  <a:cubicBezTo>
                    <a:pt x="30" y="26"/>
                    <a:pt x="17" y="21"/>
                    <a:pt x="10" y="15"/>
                  </a:cubicBezTo>
                  <a:cubicBezTo>
                    <a:pt x="4" y="10"/>
                    <a:pt x="2" y="4"/>
                    <a:pt x="6" y="0"/>
                  </a:cubicBezTo>
                  <a:cubicBezTo>
                    <a:pt x="0" y="4"/>
                    <a:pt x="2" y="11"/>
                    <a:pt x="8" y="16"/>
                  </a:cubicBezTo>
                  <a:cubicBezTo>
                    <a:pt x="15" y="22"/>
                    <a:pt x="30" y="26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7" name="Freeform 319">
              <a:extLst>
                <a:ext uri="{FF2B5EF4-FFF2-40B4-BE49-F238E27FC236}">
                  <a16:creationId xmlns:a16="http://schemas.microsoft.com/office/drawing/2014/main" id="{FC92FE62-5CD9-4C77-AA77-A64849A7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048"/>
              <a:ext cx="87" cy="43"/>
            </a:xfrm>
            <a:custGeom>
              <a:avLst/>
              <a:gdLst>
                <a:gd name="T0" fmla="*/ 309 w 45"/>
                <a:gd name="T1" fmla="*/ 121 h 21"/>
                <a:gd name="T2" fmla="*/ 93 w 45"/>
                <a:gd name="T3" fmla="*/ 129 h 21"/>
                <a:gd name="T4" fmla="*/ 64 w 45"/>
                <a:gd name="T5" fmla="*/ 25 h 21"/>
                <a:gd name="T6" fmla="*/ 309 w 45"/>
                <a:gd name="T7" fmla="*/ 1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1">
                  <a:moveTo>
                    <a:pt x="43" y="14"/>
                  </a:moveTo>
                  <a:cubicBezTo>
                    <a:pt x="40" y="21"/>
                    <a:pt x="23" y="19"/>
                    <a:pt x="13" y="15"/>
                  </a:cubicBezTo>
                  <a:cubicBezTo>
                    <a:pt x="4" y="11"/>
                    <a:pt x="0" y="5"/>
                    <a:pt x="9" y="3"/>
                  </a:cubicBezTo>
                  <a:cubicBezTo>
                    <a:pt x="19" y="0"/>
                    <a:pt x="45" y="7"/>
                    <a:pt x="43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8" name="Freeform 320">
              <a:extLst>
                <a:ext uri="{FF2B5EF4-FFF2-40B4-BE49-F238E27FC236}">
                  <a16:creationId xmlns:a16="http://schemas.microsoft.com/office/drawing/2014/main" id="{0A0999C9-D9EA-4AE0-A325-ED2E4EE98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056"/>
              <a:ext cx="80" cy="35"/>
            </a:xfrm>
            <a:custGeom>
              <a:avLst/>
              <a:gdLst>
                <a:gd name="T0" fmla="*/ 88 w 41"/>
                <a:gd name="T1" fmla="*/ 80 h 17"/>
                <a:gd name="T2" fmla="*/ 23 w 41"/>
                <a:gd name="T3" fmla="*/ 0 h 17"/>
                <a:gd name="T4" fmla="*/ 80 w 41"/>
                <a:gd name="T5" fmla="*/ 97 h 17"/>
                <a:gd name="T6" fmla="*/ 304 w 41"/>
                <a:gd name="T7" fmla="*/ 89 h 17"/>
                <a:gd name="T8" fmla="*/ 304 w 41"/>
                <a:gd name="T9" fmla="*/ 89 h 17"/>
                <a:gd name="T10" fmla="*/ 88 w 41"/>
                <a:gd name="T11" fmla="*/ 8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">
                  <a:moveTo>
                    <a:pt x="12" y="9"/>
                  </a:moveTo>
                  <a:cubicBezTo>
                    <a:pt x="6" y="7"/>
                    <a:pt x="3" y="3"/>
                    <a:pt x="3" y="0"/>
                  </a:cubicBezTo>
                  <a:cubicBezTo>
                    <a:pt x="0" y="3"/>
                    <a:pt x="4" y="8"/>
                    <a:pt x="11" y="11"/>
                  </a:cubicBezTo>
                  <a:cubicBezTo>
                    <a:pt x="21" y="15"/>
                    <a:pt x="38" y="17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36" y="15"/>
                    <a:pt x="21" y="13"/>
                    <a:pt x="12" y="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9" name="Freeform 321">
              <a:extLst>
                <a:ext uri="{FF2B5EF4-FFF2-40B4-BE49-F238E27FC236}">
                  <a16:creationId xmlns:a16="http://schemas.microsoft.com/office/drawing/2014/main" id="{27A58A8E-2EF7-4D74-AF24-05E6AF1A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052"/>
              <a:ext cx="49" cy="19"/>
            </a:xfrm>
            <a:custGeom>
              <a:avLst/>
              <a:gdLst>
                <a:gd name="T0" fmla="*/ 0 w 25"/>
                <a:gd name="T1" fmla="*/ 0 h 9"/>
                <a:gd name="T2" fmla="*/ 188 w 25"/>
                <a:gd name="T3" fmla="*/ 84 h 9"/>
                <a:gd name="T4" fmla="*/ 0 w 2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9">
                  <a:moveTo>
                    <a:pt x="0" y="0"/>
                  </a:moveTo>
                  <a:cubicBezTo>
                    <a:pt x="8" y="1"/>
                    <a:pt x="22" y="4"/>
                    <a:pt x="25" y="9"/>
                  </a:cubicBezTo>
                  <a:cubicBezTo>
                    <a:pt x="24" y="8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60" name="Freeform 322">
              <a:extLst>
                <a:ext uri="{FF2B5EF4-FFF2-40B4-BE49-F238E27FC236}">
                  <a16:creationId xmlns:a16="http://schemas.microsoft.com/office/drawing/2014/main" id="{3729496D-262A-4090-9C5C-9AF6EBC96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052"/>
              <a:ext cx="41" cy="21"/>
            </a:xfrm>
            <a:custGeom>
              <a:avLst/>
              <a:gdLst>
                <a:gd name="T0" fmla="*/ 0 w 21"/>
                <a:gd name="T1" fmla="*/ 0 h 10"/>
                <a:gd name="T2" fmla="*/ 156 w 21"/>
                <a:gd name="T3" fmla="*/ 92 h 10"/>
                <a:gd name="T4" fmla="*/ 0 w 2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0" y="0"/>
                  </a:moveTo>
                  <a:cubicBezTo>
                    <a:pt x="5" y="0"/>
                    <a:pt x="20" y="4"/>
                    <a:pt x="21" y="10"/>
                  </a:cubicBezTo>
                  <a:cubicBezTo>
                    <a:pt x="20" y="7"/>
                    <a:pt x="16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61" name="Freeform 323">
              <a:extLst>
                <a:ext uri="{FF2B5EF4-FFF2-40B4-BE49-F238E27FC236}">
                  <a16:creationId xmlns:a16="http://schemas.microsoft.com/office/drawing/2014/main" id="{91B68DBF-5D88-4E6F-A7D5-89B06DD70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075"/>
              <a:ext cx="54" cy="18"/>
            </a:xfrm>
            <a:custGeom>
              <a:avLst/>
              <a:gdLst>
                <a:gd name="T0" fmla="*/ 0 w 28"/>
                <a:gd name="T1" fmla="*/ 0 h 9"/>
                <a:gd name="T2" fmla="*/ 201 w 28"/>
                <a:gd name="T3" fmla="*/ 48 h 9"/>
                <a:gd name="T4" fmla="*/ 0 w 2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0"/>
                  </a:moveTo>
                  <a:cubicBezTo>
                    <a:pt x="2" y="3"/>
                    <a:pt x="16" y="9"/>
                    <a:pt x="28" y="6"/>
                  </a:cubicBezTo>
                  <a:cubicBezTo>
                    <a:pt x="23" y="7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62" name="Freeform 324">
              <a:extLst>
                <a:ext uri="{FF2B5EF4-FFF2-40B4-BE49-F238E27FC236}">
                  <a16:creationId xmlns:a16="http://schemas.microsoft.com/office/drawing/2014/main" id="{60074ACA-93E2-41BB-B80A-36507793C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029"/>
              <a:ext cx="130" cy="75"/>
            </a:xfrm>
            <a:custGeom>
              <a:avLst/>
              <a:gdLst>
                <a:gd name="T0" fmla="*/ 64 w 67"/>
                <a:gd name="T1" fmla="*/ 73 h 36"/>
                <a:gd name="T2" fmla="*/ 60 w 67"/>
                <a:gd name="T3" fmla="*/ 235 h 36"/>
                <a:gd name="T4" fmla="*/ 320 w 67"/>
                <a:gd name="T5" fmla="*/ 325 h 36"/>
                <a:gd name="T6" fmla="*/ 481 w 67"/>
                <a:gd name="T7" fmla="*/ 225 h 36"/>
                <a:gd name="T8" fmla="*/ 64 w 67"/>
                <a:gd name="T9" fmla="*/ 7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6">
                  <a:moveTo>
                    <a:pt x="9" y="8"/>
                  </a:moveTo>
                  <a:cubicBezTo>
                    <a:pt x="0" y="12"/>
                    <a:pt x="0" y="20"/>
                    <a:pt x="8" y="26"/>
                  </a:cubicBezTo>
                  <a:cubicBezTo>
                    <a:pt x="15" y="33"/>
                    <a:pt x="31" y="36"/>
                    <a:pt x="44" y="36"/>
                  </a:cubicBezTo>
                  <a:cubicBezTo>
                    <a:pt x="60" y="36"/>
                    <a:pt x="65" y="31"/>
                    <a:pt x="66" y="25"/>
                  </a:cubicBezTo>
                  <a:cubicBezTo>
                    <a:pt x="67" y="12"/>
                    <a:pt x="27" y="0"/>
                    <a:pt x="9" y="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63" name="Freeform 325">
              <a:extLst>
                <a:ext uri="{FF2B5EF4-FFF2-40B4-BE49-F238E27FC236}">
                  <a16:creationId xmlns:a16="http://schemas.microsoft.com/office/drawing/2014/main" id="{E4C87CB4-36E0-4BBE-AFA3-A7B77A1F7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054"/>
              <a:ext cx="78" cy="35"/>
            </a:xfrm>
            <a:custGeom>
              <a:avLst/>
              <a:gdLst>
                <a:gd name="T0" fmla="*/ 8 w 40"/>
                <a:gd name="T1" fmla="*/ 25 h 17"/>
                <a:gd name="T2" fmla="*/ 76 w 40"/>
                <a:gd name="T3" fmla="*/ 105 h 17"/>
                <a:gd name="T4" fmla="*/ 252 w 40"/>
                <a:gd name="T5" fmla="*/ 132 h 17"/>
                <a:gd name="T6" fmla="*/ 296 w 40"/>
                <a:gd name="T7" fmla="*/ 97 h 17"/>
                <a:gd name="T8" fmla="*/ 296 w 40"/>
                <a:gd name="T9" fmla="*/ 97 h 17"/>
                <a:gd name="T10" fmla="*/ 252 w 40"/>
                <a:gd name="T11" fmla="*/ 132 h 17"/>
                <a:gd name="T12" fmla="*/ 76 w 40"/>
                <a:gd name="T13" fmla="*/ 105 h 17"/>
                <a:gd name="T14" fmla="*/ 8 w 40"/>
                <a:gd name="T15" fmla="*/ 25 h 17"/>
                <a:gd name="T16" fmla="*/ 45 w 40"/>
                <a:gd name="T17" fmla="*/ 0 h 17"/>
                <a:gd name="T18" fmla="*/ 45 w 40"/>
                <a:gd name="T19" fmla="*/ 0 h 17"/>
                <a:gd name="T20" fmla="*/ 8 w 40"/>
                <a:gd name="T21" fmla="*/ 25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7">
                  <a:moveTo>
                    <a:pt x="1" y="3"/>
                  </a:moveTo>
                  <a:cubicBezTo>
                    <a:pt x="0" y="6"/>
                    <a:pt x="4" y="10"/>
                    <a:pt x="10" y="12"/>
                  </a:cubicBezTo>
                  <a:cubicBezTo>
                    <a:pt x="17" y="15"/>
                    <a:pt x="27" y="17"/>
                    <a:pt x="34" y="15"/>
                  </a:cubicBezTo>
                  <a:cubicBezTo>
                    <a:pt x="37" y="14"/>
                    <a:pt x="39" y="13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39" y="13"/>
                    <a:pt x="37" y="14"/>
                    <a:pt x="34" y="15"/>
                  </a:cubicBezTo>
                  <a:cubicBezTo>
                    <a:pt x="27" y="17"/>
                    <a:pt x="17" y="15"/>
                    <a:pt x="10" y="12"/>
                  </a:cubicBezTo>
                  <a:cubicBezTo>
                    <a:pt x="4" y="9"/>
                    <a:pt x="1" y="6"/>
                    <a:pt x="1" y="3"/>
                  </a:cubicBezTo>
                  <a:cubicBezTo>
                    <a:pt x="1" y="2"/>
                    <a:pt x="3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64" name="Freeform 326">
              <a:extLst>
                <a:ext uri="{FF2B5EF4-FFF2-40B4-BE49-F238E27FC236}">
                  <a16:creationId xmlns:a16="http://schemas.microsoft.com/office/drawing/2014/main" id="{668F0F47-B107-45C2-996B-3F8945FD5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201"/>
              <a:ext cx="151" cy="134"/>
            </a:xfrm>
            <a:custGeom>
              <a:avLst/>
              <a:gdLst>
                <a:gd name="T0" fmla="*/ 93 w 78"/>
                <a:gd name="T1" fmla="*/ 107 h 65"/>
                <a:gd name="T2" fmla="*/ 56 w 78"/>
                <a:gd name="T3" fmla="*/ 388 h 65"/>
                <a:gd name="T4" fmla="*/ 341 w 78"/>
                <a:gd name="T5" fmla="*/ 561 h 65"/>
                <a:gd name="T6" fmla="*/ 529 w 78"/>
                <a:gd name="T7" fmla="*/ 412 h 65"/>
                <a:gd name="T8" fmla="*/ 93 w 78"/>
                <a:gd name="T9" fmla="*/ 10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5">
                  <a:moveTo>
                    <a:pt x="13" y="12"/>
                  </a:moveTo>
                  <a:cubicBezTo>
                    <a:pt x="1" y="19"/>
                    <a:pt x="0" y="32"/>
                    <a:pt x="8" y="44"/>
                  </a:cubicBezTo>
                  <a:cubicBezTo>
                    <a:pt x="15" y="55"/>
                    <a:pt x="32" y="63"/>
                    <a:pt x="47" y="64"/>
                  </a:cubicBezTo>
                  <a:cubicBezTo>
                    <a:pt x="65" y="65"/>
                    <a:pt x="71" y="57"/>
                    <a:pt x="73" y="47"/>
                  </a:cubicBezTo>
                  <a:cubicBezTo>
                    <a:pt x="78" y="26"/>
                    <a:pt x="35" y="0"/>
                    <a:pt x="13" y="1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65" name="Freeform 327">
              <a:extLst>
                <a:ext uri="{FF2B5EF4-FFF2-40B4-BE49-F238E27FC236}">
                  <a16:creationId xmlns:a16="http://schemas.microsoft.com/office/drawing/2014/main" id="{F5BC45D3-7E16-435D-B7D8-B326842D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205"/>
              <a:ext cx="120" cy="123"/>
            </a:xfrm>
            <a:custGeom>
              <a:avLst/>
              <a:gdLst>
                <a:gd name="T0" fmla="*/ 0 w 62"/>
                <a:gd name="T1" fmla="*/ 88 h 60"/>
                <a:gd name="T2" fmla="*/ 397 w 62"/>
                <a:gd name="T3" fmla="*/ 387 h 60"/>
                <a:gd name="T4" fmla="*/ 319 w 62"/>
                <a:gd name="T5" fmla="*/ 517 h 60"/>
                <a:gd name="T6" fmla="*/ 412 w 62"/>
                <a:gd name="T7" fmla="*/ 387 h 60"/>
                <a:gd name="T8" fmla="*/ 0 w 62"/>
                <a:gd name="T9" fmla="*/ 8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0">
                  <a:moveTo>
                    <a:pt x="0" y="10"/>
                  </a:moveTo>
                  <a:cubicBezTo>
                    <a:pt x="23" y="3"/>
                    <a:pt x="59" y="26"/>
                    <a:pt x="55" y="45"/>
                  </a:cubicBezTo>
                  <a:cubicBezTo>
                    <a:pt x="54" y="51"/>
                    <a:pt x="51" y="57"/>
                    <a:pt x="44" y="60"/>
                  </a:cubicBezTo>
                  <a:cubicBezTo>
                    <a:pt x="52" y="57"/>
                    <a:pt x="56" y="51"/>
                    <a:pt x="57" y="45"/>
                  </a:cubicBezTo>
                  <a:cubicBezTo>
                    <a:pt x="62" y="25"/>
                    <a:pt x="22" y="0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66" name="Freeform 328">
              <a:extLst>
                <a:ext uri="{FF2B5EF4-FFF2-40B4-BE49-F238E27FC236}">
                  <a16:creationId xmlns:a16="http://schemas.microsoft.com/office/drawing/2014/main" id="{C0F09D2C-4999-49FF-9B9F-1D08293F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234"/>
              <a:ext cx="83" cy="96"/>
            </a:xfrm>
            <a:custGeom>
              <a:avLst/>
              <a:gdLst>
                <a:gd name="T0" fmla="*/ 309 w 43"/>
                <a:gd name="T1" fmla="*/ 400 h 47"/>
                <a:gd name="T2" fmla="*/ 56 w 43"/>
                <a:gd name="T3" fmla="*/ 212 h 47"/>
                <a:gd name="T4" fmla="*/ 52 w 43"/>
                <a:gd name="T5" fmla="*/ 0 h 47"/>
                <a:gd name="T6" fmla="*/ 44 w 43"/>
                <a:gd name="T7" fmla="*/ 229 h 47"/>
                <a:gd name="T8" fmla="*/ 309 w 43"/>
                <a:gd name="T9" fmla="*/ 400 h 47"/>
                <a:gd name="T10" fmla="*/ 309 w 43"/>
                <a:gd name="T11" fmla="*/ 40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7">
                  <a:moveTo>
                    <a:pt x="43" y="47"/>
                  </a:moveTo>
                  <a:cubicBezTo>
                    <a:pt x="29" y="46"/>
                    <a:pt x="15" y="36"/>
                    <a:pt x="8" y="25"/>
                  </a:cubicBezTo>
                  <a:cubicBezTo>
                    <a:pt x="3" y="16"/>
                    <a:pt x="2" y="7"/>
                    <a:pt x="7" y="0"/>
                  </a:cubicBezTo>
                  <a:cubicBezTo>
                    <a:pt x="0" y="7"/>
                    <a:pt x="0" y="18"/>
                    <a:pt x="6" y="27"/>
                  </a:cubicBezTo>
                  <a:cubicBezTo>
                    <a:pt x="13" y="38"/>
                    <a:pt x="29" y="46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67" name="Freeform 329">
              <a:extLst>
                <a:ext uri="{FF2B5EF4-FFF2-40B4-BE49-F238E27FC236}">
                  <a16:creationId xmlns:a16="http://schemas.microsoft.com/office/drawing/2014/main" id="{42B947CC-CB23-469D-9636-4BF2E313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234"/>
              <a:ext cx="99" cy="78"/>
            </a:xfrm>
            <a:custGeom>
              <a:avLst/>
              <a:gdLst>
                <a:gd name="T0" fmla="*/ 344 w 51"/>
                <a:gd name="T1" fmla="*/ 232 h 38"/>
                <a:gd name="T2" fmla="*/ 95 w 51"/>
                <a:gd name="T3" fmla="*/ 224 h 38"/>
                <a:gd name="T4" fmla="*/ 80 w 51"/>
                <a:gd name="T5" fmla="*/ 33 h 38"/>
                <a:gd name="T6" fmla="*/ 344 w 51"/>
                <a:gd name="T7" fmla="*/ 23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47" y="27"/>
                  </a:moveTo>
                  <a:cubicBezTo>
                    <a:pt x="43" y="38"/>
                    <a:pt x="23" y="33"/>
                    <a:pt x="13" y="26"/>
                  </a:cubicBezTo>
                  <a:cubicBezTo>
                    <a:pt x="4" y="18"/>
                    <a:pt x="0" y="7"/>
                    <a:pt x="11" y="4"/>
                  </a:cubicBezTo>
                  <a:cubicBezTo>
                    <a:pt x="24" y="0"/>
                    <a:pt x="51" y="15"/>
                    <a:pt x="47" y="2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68" name="Freeform 330">
              <a:extLst>
                <a:ext uri="{FF2B5EF4-FFF2-40B4-BE49-F238E27FC236}">
                  <a16:creationId xmlns:a16="http://schemas.microsoft.com/office/drawing/2014/main" id="{EB9067A0-0F4E-4C49-BBAA-2288AA6A7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248"/>
              <a:ext cx="87" cy="64"/>
            </a:xfrm>
            <a:custGeom>
              <a:avLst/>
              <a:gdLst>
                <a:gd name="T0" fmla="*/ 93 w 45"/>
                <a:gd name="T1" fmla="*/ 132 h 31"/>
                <a:gd name="T2" fmla="*/ 29 w 45"/>
                <a:gd name="T3" fmla="*/ 0 h 31"/>
                <a:gd name="T4" fmla="*/ 79 w 45"/>
                <a:gd name="T5" fmla="*/ 167 h 31"/>
                <a:gd name="T6" fmla="*/ 325 w 45"/>
                <a:gd name="T7" fmla="*/ 175 h 31"/>
                <a:gd name="T8" fmla="*/ 325 w 45"/>
                <a:gd name="T9" fmla="*/ 167 h 31"/>
                <a:gd name="T10" fmla="*/ 93 w 45"/>
                <a:gd name="T11" fmla="*/ 13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1">
                  <a:moveTo>
                    <a:pt x="13" y="15"/>
                  </a:moveTo>
                  <a:cubicBezTo>
                    <a:pt x="7" y="10"/>
                    <a:pt x="3" y="4"/>
                    <a:pt x="4" y="0"/>
                  </a:cubicBezTo>
                  <a:cubicBezTo>
                    <a:pt x="0" y="4"/>
                    <a:pt x="4" y="12"/>
                    <a:pt x="11" y="19"/>
                  </a:cubicBezTo>
                  <a:cubicBezTo>
                    <a:pt x="21" y="26"/>
                    <a:pt x="41" y="31"/>
                    <a:pt x="45" y="20"/>
                  </a:cubicBezTo>
                  <a:cubicBezTo>
                    <a:pt x="45" y="20"/>
                    <a:pt x="45" y="19"/>
                    <a:pt x="45" y="19"/>
                  </a:cubicBezTo>
                  <a:cubicBezTo>
                    <a:pt x="39" y="27"/>
                    <a:pt x="22" y="23"/>
                    <a:pt x="13" y="1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69" name="Freeform 331">
              <a:extLst>
                <a:ext uri="{FF2B5EF4-FFF2-40B4-BE49-F238E27FC236}">
                  <a16:creationId xmlns:a16="http://schemas.microsoft.com/office/drawing/2014/main" id="{632AEA1E-8D73-4997-B12C-7382D26AE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240"/>
              <a:ext cx="52" cy="39"/>
            </a:xfrm>
            <a:custGeom>
              <a:avLst/>
              <a:gdLst>
                <a:gd name="T0" fmla="*/ 0 w 27"/>
                <a:gd name="T1" fmla="*/ 0 h 19"/>
                <a:gd name="T2" fmla="*/ 193 w 27"/>
                <a:gd name="T3" fmla="*/ 164 h 19"/>
                <a:gd name="T4" fmla="*/ 0 w 2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9">
                  <a:moveTo>
                    <a:pt x="0" y="0"/>
                  </a:moveTo>
                  <a:cubicBezTo>
                    <a:pt x="9" y="2"/>
                    <a:pt x="25" y="9"/>
                    <a:pt x="27" y="19"/>
                  </a:cubicBezTo>
                  <a:cubicBezTo>
                    <a:pt x="26" y="16"/>
                    <a:pt x="13" y="4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70" name="Freeform 332">
              <a:extLst>
                <a:ext uri="{FF2B5EF4-FFF2-40B4-BE49-F238E27FC236}">
                  <a16:creationId xmlns:a16="http://schemas.microsoft.com/office/drawing/2014/main" id="{A71D4C2B-1D4E-4FC1-8490-0C1C31F8B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242"/>
              <a:ext cx="43" cy="39"/>
            </a:xfrm>
            <a:custGeom>
              <a:avLst/>
              <a:gdLst>
                <a:gd name="T0" fmla="*/ 0 w 22"/>
                <a:gd name="T1" fmla="*/ 0 h 19"/>
                <a:gd name="T2" fmla="*/ 164 w 22"/>
                <a:gd name="T3" fmla="*/ 164 h 19"/>
                <a:gd name="T4" fmla="*/ 0 w 2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0" y="0"/>
                  </a:moveTo>
                  <a:cubicBezTo>
                    <a:pt x="6" y="1"/>
                    <a:pt x="21" y="9"/>
                    <a:pt x="22" y="19"/>
                  </a:cubicBezTo>
                  <a:cubicBezTo>
                    <a:pt x="22" y="13"/>
                    <a:pt x="18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71" name="Freeform 333">
              <a:extLst>
                <a:ext uri="{FF2B5EF4-FFF2-40B4-BE49-F238E27FC236}">
                  <a16:creationId xmlns:a16="http://schemas.microsoft.com/office/drawing/2014/main" id="{3BD3FBED-8C33-482E-9085-FAF3D1071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279"/>
              <a:ext cx="58" cy="31"/>
            </a:xfrm>
            <a:custGeom>
              <a:avLst/>
              <a:gdLst>
                <a:gd name="T0" fmla="*/ 0 w 30"/>
                <a:gd name="T1" fmla="*/ 0 h 15"/>
                <a:gd name="T2" fmla="*/ 217 w 30"/>
                <a:gd name="T3" fmla="*/ 107 h 15"/>
                <a:gd name="T4" fmla="*/ 0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0"/>
                  </a:moveTo>
                  <a:cubicBezTo>
                    <a:pt x="2" y="5"/>
                    <a:pt x="16" y="15"/>
                    <a:pt x="30" y="12"/>
                  </a:cubicBezTo>
                  <a:cubicBezTo>
                    <a:pt x="24" y="13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72" name="Freeform 334">
              <a:extLst>
                <a:ext uri="{FF2B5EF4-FFF2-40B4-BE49-F238E27FC236}">
                  <a16:creationId xmlns:a16="http://schemas.microsoft.com/office/drawing/2014/main" id="{207BBD29-516E-4DBF-9ED8-CDDD04FEB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201"/>
              <a:ext cx="151" cy="134"/>
            </a:xfrm>
            <a:custGeom>
              <a:avLst/>
              <a:gdLst>
                <a:gd name="T0" fmla="*/ 93 w 78"/>
                <a:gd name="T1" fmla="*/ 107 h 65"/>
                <a:gd name="T2" fmla="*/ 56 w 78"/>
                <a:gd name="T3" fmla="*/ 388 h 65"/>
                <a:gd name="T4" fmla="*/ 341 w 78"/>
                <a:gd name="T5" fmla="*/ 561 h 65"/>
                <a:gd name="T6" fmla="*/ 529 w 78"/>
                <a:gd name="T7" fmla="*/ 412 h 65"/>
                <a:gd name="T8" fmla="*/ 93 w 78"/>
                <a:gd name="T9" fmla="*/ 10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5">
                  <a:moveTo>
                    <a:pt x="13" y="12"/>
                  </a:moveTo>
                  <a:cubicBezTo>
                    <a:pt x="1" y="19"/>
                    <a:pt x="0" y="32"/>
                    <a:pt x="8" y="44"/>
                  </a:cubicBezTo>
                  <a:cubicBezTo>
                    <a:pt x="15" y="55"/>
                    <a:pt x="32" y="63"/>
                    <a:pt x="47" y="64"/>
                  </a:cubicBezTo>
                  <a:cubicBezTo>
                    <a:pt x="65" y="65"/>
                    <a:pt x="71" y="57"/>
                    <a:pt x="73" y="47"/>
                  </a:cubicBezTo>
                  <a:cubicBezTo>
                    <a:pt x="78" y="26"/>
                    <a:pt x="35" y="0"/>
                    <a:pt x="13" y="1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73" name="Freeform 335">
              <a:extLst>
                <a:ext uri="{FF2B5EF4-FFF2-40B4-BE49-F238E27FC236}">
                  <a16:creationId xmlns:a16="http://schemas.microsoft.com/office/drawing/2014/main" id="{BD5C529F-92CC-49C3-B39F-E3D1904B9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242"/>
              <a:ext cx="85" cy="64"/>
            </a:xfrm>
            <a:custGeom>
              <a:avLst/>
              <a:gdLst>
                <a:gd name="T0" fmla="*/ 8 w 44"/>
                <a:gd name="T1" fmla="*/ 52 h 31"/>
                <a:gd name="T2" fmla="*/ 71 w 44"/>
                <a:gd name="T3" fmla="*/ 192 h 31"/>
                <a:gd name="T4" fmla="*/ 265 w 44"/>
                <a:gd name="T5" fmla="*/ 256 h 31"/>
                <a:gd name="T6" fmla="*/ 317 w 44"/>
                <a:gd name="T7" fmla="*/ 200 h 31"/>
                <a:gd name="T8" fmla="*/ 317 w 44"/>
                <a:gd name="T9" fmla="*/ 200 h 31"/>
                <a:gd name="T10" fmla="*/ 265 w 44"/>
                <a:gd name="T11" fmla="*/ 256 h 31"/>
                <a:gd name="T12" fmla="*/ 79 w 44"/>
                <a:gd name="T13" fmla="*/ 184 h 31"/>
                <a:gd name="T14" fmla="*/ 15 w 44"/>
                <a:gd name="T15" fmla="*/ 52 h 31"/>
                <a:gd name="T16" fmla="*/ 56 w 44"/>
                <a:gd name="T17" fmla="*/ 0 h 31"/>
                <a:gd name="T18" fmla="*/ 56 w 44"/>
                <a:gd name="T19" fmla="*/ 0 h 31"/>
                <a:gd name="T20" fmla="*/ 8 w 44"/>
                <a:gd name="T21" fmla="*/ 52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1">
                  <a:moveTo>
                    <a:pt x="1" y="6"/>
                  </a:moveTo>
                  <a:cubicBezTo>
                    <a:pt x="0" y="10"/>
                    <a:pt x="4" y="17"/>
                    <a:pt x="10" y="22"/>
                  </a:cubicBezTo>
                  <a:cubicBezTo>
                    <a:pt x="17" y="27"/>
                    <a:pt x="29" y="31"/>
                    <a:pt x="37" y="29"/>
                  </a:cubicBezTo>
                  <a:cubicBezTo>
                    <a:pt x="41" y="28"/>
                    <a:pt x="43" y="26"/>
                    <a:pt x="44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3" y="26"/>
                    <a:pt x="40" y="28"/>
                    <a:pt x="37" y="29"/>
                  </a:cubicBezTo>
                  <a:cubicBezTo>
                    <a:pt x="29" y="31"/>
                    <a:pt x="17" y="27"/>
                    <a:pt x="11" y="21"/>
                  </a:cubicBezTo>
                  <a:cubicBezTo>
                    <a:pt x="4" y="16"/>
                    <a:pt x="1" y="10"/>
                    <a:pt x="2" y="6"/>
                  </a:cubicBezTo>
                  <a:cubicBezTo>
                    <a:pt x="2" y="3"/>
                    <a:pt x="5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2" y="3"/>
                    <a:pt x="1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74" name="Freeform 336">
              <a:extLst>
                <a:ext uri="{FF2B5EF4-FFF2-40B4-BE49-F238E27FC236}">
                  <a16:creationId xmlns:a16="http://schemas.microsoft.com/office/drawing/2014/main" id="{05E9A228-93FA-42F2-B497-5C0245C41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021"/>
              <a:ext cx="132" cy="116"/>
            </a:xfrm>
            <a:custGeom>
              <a:avLst/>
              <a:gdLst>
                <a:gd name="T0" fmla="*/ 37 w 68"/>
                <a:gd name="T1" fmla="*/ 197 h 56"/>
                <a:gd name="T2" fmla="*/ 116 w 68"/>
                <a:gd name="T3" fmla="*/ 445 h 56"/>
                <a:gd name="T4" fmla="*/ 396 w 68"/>
                <a:gd name="T5" fmla="*/ 416 h 56"/>
                <a:gd name="T6" fmla="*/ 476 w 68"/>
                <a:gd name="T7" fmla="*/ 168 h 56"/>
                <a:gd name="T8" fmla="*/ 37 w 68"/>
                <a:gd name="T9" fmla="*/ 19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6">
                  <a:moveTo>
                    <a:pt x="5" y="22"/>
                  </a:moveTo>
                  <a:cubicBezTo>
                    <a:pt x="0" y="34"/>
                    <a:pt x="5" y="44"/>
                    <a:pt x="16" y="50"/>
                  </a:cubicBezTo>
                  <a:cubicBezTo>
                    <a:pt x="27" y="56"/>
                    <a:pt x="42" y="54"/>
                    <a:pt x="54" y="47"/>
                  </a:cubicBezTo>
                  <a:cubicBezTo>
                    <a:pt x="68" y="39"/>
                    <a:pt x="68" y="28"/>
                    <a:pt x="65" y="19"/>
                  </a:cubicBezTo>
                  <a:cubicBezTo>
                    <a:pt x="59" y="0"/>
                    <a:pt x="16" y="1"/>
                    <a:pt x="5" y="2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75" name="Freeform 337">
              <a:extLst>
                <a:ext uri="{FF2B5EF4-FFF2-40B4-BE49-F238E27FC236}">
                  <a16:creationId xmlns:a16="http://schemas.microsoft.com/office/drawing/2014/main" id="{52084D5F-78CE-4CDA-AC49-303127C32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023"/>
              <a:ext cx="116" cy="79"/>
            </a:xfrm>
            <a:custGeom>
              <a:avLst/>
              <a:gdLst>
                <a:gd name="T0" fmla="*/ 0 w 60"/>
                <a:gd name="T1" fmla="*/ 181 h 38"/>
                <a:gd name="T2" fmla="*/ 404 w 60"/>
                <a:gd name="T3" fmla="*/ 181 h 38"/>
                <a:gd name="T4" fmla="*/ 396 w 60"/>
                <a:gd name="T5" fmla="*/ 341 h 38"/>
                <a:gd name="T6" fmla="*/ 420 w 60"/>
                <a:gd name="T7" fmla="*/ 160 h 38"/>
                <a:gd name="T8" fmla="*/ 0 w 60"/>
                <a:gd name="T9" fmla="*/ 18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8">
                  <a:moveTo>
                    <a:pt x="0" y="20"/>
                  </a:moveTo>
                  <a:cubicBezTo>
                    <a:pt x="13" y="2"/>
                    <a:pt x="50" y="2"/>
                    <a:pt x="56" y="20"/>
                  </a:cubicBezTo>
                  <a:cubicBezTo>
                    <a:pt x="58" y="26"/>
                    <a:pt x="59" y="32"/>
                    <a:pt x="55" y="38"/>
                  </a:cubicBezTo>
                  <a:cubicBezTo>
                    <a:pt x="60" y="31"/>
                    <a:pt x="60" y="25"/>
                    <a:pt x="58" y="18"/>
                  </a:cubicBezTo>
                  <a:cubicBezTo>
                    <a:pt x="51" y="0"/>
                    <a:pt x="11" y="1"/>
                    <a:pt x="0" y="2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76" name="Freeform 338">
              <a:extLst>
                <a:ext uri="{FF2B5EF4-FFF2-40B4-BE49-F238E27FC236}">
                  <a16:creationId xmlns:a16="http://schemas.microsoft.com/office/drawing/2014/main" id="{13E5A9AE-50BB-4DBE-977D-1CCD5D8B7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075"/>
              <a:ext cx="99" cy="60"/>
            </a:xfrm>
            <a:custGeom>
              <a:avLst/>
              <a:gdLst>
                <a:gd name="T0" fmla="*/ 373 w 51"/>
                <a:gd name="T1" fmla="*/ 176 h 29"/>
                <a:gd name="T2" fmla="*/ 109 w 51"/>
                <a:gd name="T3" fmla="*/ 176 h 29"/>
                <a:gd name="T4" fmla="*/ 23 w 51"/>
                <a:gd name="T5" fmla="*/ 0 h 29"/>
                <a:gd name="T6" fmla="*/ 109 w 51"/>
                <a:gd name="T7" fmla="*/ 205 h 29"/>
                <a:gd name="T8" fmla="*/ 373 w 51"/>
                <a:gd name="T9" fmla="*/ 176 h 29"/>
                <a:gd name="T10" fmla="*/ 373 w 51"/>
                <a:gd name="T11" fmla="*/ 17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9">
                  <a:moveTo>
                    <a:pt x="51" y="20"/>
                  </a:moveTo>
                  <a:cubicBezTo>
                    <a:pt x="40" y="26"/>
                    <a:pt x="25" y="26"/>
                    <a:pt x="15" y="20"/>
                  </a:cubicBezTo>
                  <a:cubicBezTo>
                    <a:pt x="7" y="16"/>
                    <a:pt x="2" y="9"/>
                    <a:pt x="3" y="0"/>
                  </a:cubicBezTo>
                  <a:cubicBezTo>
                    <a:pt x="0" y="10"/>
                    <a:pt x="6" y="18"/>
                    <a:pt x="15" y="23"/>
                  </a:cubicBezTo>
                  <a:cubicBezTo>
                    <a:pt x="25" y="29"/>
                    <a:pt x="40" y="26"/>
                    <a:pt x="51" y="20"/>
                  </a:cubicBezTo>
                  <a:cubicBezTo>
                    <a:pt x="51" y="20"/>
                    <a:pt x="51" y="20"/>
                    <a:pt x="51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77" name="Freeform 339">
              <a:extLst>
                <a:ext uri="{FF2B5EF4-FFF2-40B4-BE49-F238E27FC236}">
                  <a16:creationId xmlns:a16="http://schemas.microsoft.com/office/drawing/2014/main" id="{385B1EA6-D43D-452D-A620-185B3E555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044"/>
              <a:ext cx="87" cy="62"/>
            </a:xfrm>
            <a:custGeom>
              <a:avLst/>
              <a:gdLst>
                <a:gd name="T0" fmla="*/ 309 w 45"/>
                <a:gd name="T1" fmla="*/ 107 h 30"/>
                <a:gd name="T2" fmla="*/ 131 w 45"/>
                <a:gd name="T3" fmla="*/ 248 h 30"/>
                <a:gd name="T4" fmla="*/ 44 w 45"/>
                <a:gd name="T5" fmla="*/ 107 h 30"/>
                <a:gd name="T6" fmla="*/ 309 w 45"/>
                <a:gd name="T7" fmla="*/ 10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0">
                  <a:moveTo>
                    <a:pt x="43" y="12"/>
                  </a:moveTo>
                  <a:cubicBezTo>
                    <a:pt x="45" y="23"/>
                    <a:pt x="29" y="30"/>
                    <a:pt x="18" y="28"/>
                  </a:cubicBezTo>
                  <a:cubicBezTo>
                    <a:pt x="7" y="27"/>
                    <a:pt x="0" y="20"/>
                    <a:pt x="6" y="12"/>
                  </a:cubicBezTo>
                  <a:cubicBezTo>
                    <a:pt x="14" y="3"/>
                    <a:pt x="41" y="0"/>
                    <a:pt x="43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78" name="Freeform 340">
              <a:extLst>
                <a:ext uri="{FF2B5EF4-FFF2-40B4-BE49-F238E27FC236}">
                  <a16:creationId xmlns:a16="http://schemas.microsoft.com/office/drawing/2014/main" id="{212445A2-ADBE-4C23-A9C2-8DE3DE4A7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069"/>
              <a:ext cx="81" cy="37"/>
            </a:xfrm>
            <a:custGeom>
              <a:avLst/>
              <a:gdLst>
                <a:gd name="T0" fmla="*/ 108 w 42"/>
                <a:gd name="T1" fmla="*/ 113 h 18"/>
                <a:gd name="T2" fmla="*/ 8 w 42"/>
                <a:gd name="T3" fmla="*/ 43 h 18"/>
                <a:gd name="T4" fmla="*/ 108 w 42"/>
                <a:gd name="T5" fmla="*/ 140 h 18"/>
                <a:gd name="T6" fmla="*/ 287 w 42"/>
                <a:gd name="T7" fmla="*/ 0 h 18"/>
                <a:gd name="T8" fmla="*/ 287 w 42"/>
                <a:gd name="T9" fmla="*/ 0 h 18"/>
                <a:gd name="T10" fmla="*/ 108 w 42"/>
                <a:gd name="T11" fmla="*/ 11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8">
                  <a:moveTo>
                    <a:pt x="15" y="13"/>
                  </a:moveTo>
                  <a:cubicBezTo>
                    <a:pt x="8" y="12"/>
                    <a:pt x="2" y="9"/>
                    <a:pt x="1" y="5"/>
                  </a:cubicBezTo>
                  <a:cubicBezTo>
                    <a:pt x="0" y="11"/>
                    <a:pt x="6" y="15"/>
                    <a:pt x="15" y="16"/>
                  </a:cubicBezTo>
                  <a:cubicBezTo>
                    <a:pt x="26" y="18"/>
                    <a:pt x="42" y="11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9"/>
                    <a:pt x="25" y="14"/>
                    <a:pt x="15" y="1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79" name="Freeform 341">
              <a:extLst>
                <a:ext uri="{FF2B5EF4-FFF2-40B4-BE49-F238E27FC236}">
                  <a16:creationId xmlns:a16="http://schemas.microsoft.com/office/drawing/2014/main" id="{BF7DB170-04D6-4981-B17F-AFA94DC9E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048"/>
              <a:ext cx="56" cy="12"/>
            </a:xfrm>
            <a:custGeom>
              <a:avLst/>
              <a:gdLst>
                <a:gd name="T0" fmla="*/ 0 w 29"/>
                <a:gd name="T1" fmla="*/ 40 h 6"/>
                <a:gd name="T2" fmla="*/ 209 w 29"/>
                <a:gd name="T3" fmla="*/ 48 h 6"/>
                <a:gd name="T4" fmla="*/ 0 w 29"/>
                <a:gd name="T5" fmla="*/ 4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">
                  <a:moveTo>
                    <a:pt x="0" y="5"/>
                  </a:moveTo>
                  <a:cubicBezTo>
                    <a:pt x="8" y="2"/>
                    <a:pt x="23" y="0"/>
                    <a:pt x="29" y="6"/>
                  </a:cubicBezTo>
                  <a:cubicBezTo>
                    <a:pt x="26" y="4"/>
                    <a:pt x="12" y="2"/>
                    <a:pt x="0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80" name="Freeform 342">
              <a:extLst>
                <a:ext uri="{FF2B5EF4-FFF2-40B4-BE49-F238E27FC236}">
                  <a16:creationId xmlns:a16="http://schemas.microsoft.com/office/drawing/2014/main" id="{06131A19-F8EB-475C-B9F0-78B052A20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040"/>
              <a:ext cx="48" cy="20"/>
            </a:xfrm>
            <a:custGeom>
              <a:avLst/>
              <a:gdLst>
                <a:gd name="T0" fmla="*/ 0 w 25"/>
                <a:gd name="T1" fmla="*/ 56 h 10"/>
                <a:gd name="T2" fmla="*/ 177 w 25"/>
                <a:gd name="T3" fmla="*/ 80 h 10"/>
                <a:gd name="T4" fmla="*/ 0 w 25"/>
                <a:gd name="T5" fmla="*/ 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7"/>
                  </a:moveTo>
                  <a:cubicBezTo>
                    <a:pt x="5" y="5"/>
                    <a:pt x="20" y="3"/>
                    <a:pt x="25" y="10"/>
                  </a:cubicBezTo>
                  <a:cubicBezTo>
                    <a:pt x="22" y="6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81" name="Freeform 343">
              <a:extLst>
                <a:ext uri="{FF2B5EF4-FFF2-40B4-BE49-F238E27FC236}">
                  <a16:creationId xmlns:a16="http://schemas.microsoft.com/office/drawing/2014/main" id="{DE943C48-304C-4CB4-A418-C19FE0B53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091"/>
              <a:ext cx="54" cy="19"/>
            </a:xfrm>
            <a:custGeom>
              <a:avLst/>
              <a:gdLst>
                <a:gd name="T0" fmla="*/ 0 w 28"/>
                <a:gd name="T1" fmla="*/ 49 h 9"/>
                <a:gd name="T2" fmla="*/ 201 w 28"/>
                <a:gd name="T3" fmla="*/ 0 h 9"/>
                <a:gd name="T4" fmla="*/ 0 w 28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5"/>
                  </a:moveTo>
                  <a:cubicBezTo>
                    <a:pt x="3" y="8"/>
                    <a:pt x="19" y="9"/>
                    <a:pt x="28" y="0"/>
                  </a:cubicBezTo>
                  <a:cubicBezTo>
                    <a:pt x="24" y="3"/>
                    <a:pt x="12" y="9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82" name="Freeform 344">
              <a:extLst>
                <a:ext uri="{FF2B5EF4-FFF2-40B4-BE49-F238E27FC236}">
                  <a16:creationId xmlns:a16="http://schemas.microsoft.com/office/drawing/2014/main" id="{A97E2B5F-63CF-4DE1-AB6B-87FD4174D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021"/>
              <a:ext cx="132" cy="116"/>
            </a:xfrm>
            <a:custGeom>
              <a:avLst/>
              <a:gdLst>
                <a:gd name="T0" fmla="*/ 37 w 68"/>
                <a:gd name="T1" fmla="*/ 197 h 56"/>
                <a:gd name="T2" fmla="*/ 116 w 68"/>
                <a:gd name="T3" fmla="*/ 445 h 56"/>
                <a:gd name="T4" fmla="*/ 396 w 68"/>
                <a:gd name="T5" fmla="*/ 416 h 56"/>
                <a:gd name="T6" fmla="*/ 476 w 68"/>
                <a:gd name="T7" fmla="*/ 168 h 56"/>
                <a:gd name="T8" fmla="*/ 37 w 68"/>
                <a:gd name="T9" fmla="*/ 19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6">
                  <a:moveTo>
                    <a:pt x="5" y="22"/>
                  </a:moveTo>
                  <a:cubicBezTo>
                    <a:pt x="0" y="34"/>
                    <a:pt x="5" y="44"/>
                    <a:pt x="16" y="50"/>
                  </a:cubicBezTo>
                  <a:cubicBezTo>
                    <a:pt x="27" y="56"/>
                    <a:pt x="42" y="54"/>
                    <a:pt x="54" y="47"/>
                  </a:cubicBezTo>
                  <a:cubicBezTo>
                    <a:pt x="68" y="39"/>
                    <a:pt x="68" y="28"/>
                    <a:pt x="65" y="19"/>
                  </a:cubicBezTo>
                  <a:cubicBezTo>
                    <a:pt x="59" y="0"/>
                    <a:pt x="16" y="1"/>
                    <a:pt x="5" y="2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83" name="Freeform 345">
              <a:extLst>
                <a:ext uri="{FF2B5EF4-FFF2-40B4-BE49-F238E27FC236}">
                  <a16:creationId xmlns:a16="http://schemas.microsoft.com/office/drawing/2014/main" id="{40C7722C-21F0-4E21-AE3C-47B54A385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069"/>
              <a:ext cx="79" cy="37"/>
            </a:xfrm>
            <a:custGeom>
              <a:avLst/>
              <a:gdLst>
                <a:gd name="T0" fmla="*/ 8 w 41"/>
                <a:gd name="T1" fmla="*/ 68 h 18"/>
                <a:gd name="T2" fmla="*/ 108 w 41"/>
                <a:gd name="T3" fmla="*/ 148 h 18"/>
                <a:gd name="T4" fmla="*/ 272 w 41"/>
                <a:gd name="T5" fmla="*/ 80 h 18"/>
                <a:gd name="T6" fmla="*/ 285 w 41"/>
                <a:gd name="T7" fmla="*/ 0 h 18"/>
                <a:gd name="T8" fmla="*/ 285 w 41"/>
                <a:gd name="T9" fmla="*/ 0 h 18"/>
                <a:gd name="T10" fmla="*/ 272 w 41"/>
                <a:gd name="T11" fmla="*/ 80 h 18"/>
                <a:gd name="T12" fmla="*/ 108 w 41"/>
                <a:gd name="T13" fmla="*/ 140 h 18"/>
                <a:gd name="T14" fmla="*/ 8 w 41"/>
                <a:gd name="T15" fmla="*/ 68 h 18"/>
                <a:gd name="T16" fmla="*/ 23 w 41"/>
                <a:gd name="T17" fmla="*/ 0 h 18"/>
                <a:gd name="T18" fmla="*/ 23 w 41"/>
                <a:gd name="T19" fmla="*/ 0 h 18"/>
                <a:gd name="T20" fmla="*/ 8 w 41"/>
                <a:gd name="T21" fmla="*/ 68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8">
                  <a:moveTo>
                    <a:pt x="1" y="8"/>
                  </a:moveTo>
                  <a:cubicBezTo>
                    <a:pt x="2" y="13"/>
                    <a:pt x="8" y="16"/>
                    <a:pt x="15" y="17"/>
                  </a:cubicBezTo>
                  <a:cubicBezTo>
                    <a:pt x="22" y="18"/>
                    <a:pt x="33" y="15"/>
                    <a:pt x="38" y="9"/>
                  </a:cubicBezTo>
                  <a:cubicBezTo>
                    <a:pt x="40" y="6"/>
                    <a:pt x="41" y="3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1" y="3"/>
                    <a:pt x="40" y="6"/>
                    <a:pt x="38" y="9"/>
                  </a:cubicBezTo>
                  <a:cubicBezTo>
                    <a:pt x="33" y="15"/>
                    <a:pt x="22" y="17"/>
                    <a:pt x="15" y="16"/>
                  </a:cubicBezTo>
                  <a:cubicBezTo>
                    <a:pt x="8" y="15"/>
                    <a:pt x="3" y="12"/>
                    <a:pt x="1" y="8"/>
                  </a:cubicBezTo>
                  <a:cubicBezTo>
                    <a:pt x="1" y="6"/>
                    <a:pt x="1" y="3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3"/>
                    <a:pt x="0" y="6"/>
                    <a:pt x="1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84" name="Freeform 346">
              <a:extLst>
                <a:ext uri="{FF2B5EF4-FFF2-40B4-BE49-F238E27FC236}">
                  <a16:creationId xmlns:a16="http://schemas.microsoft.com/office/drawing/2014/main" id="{8FF9C8EC-0418-402A-A6D2-CA49853C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980"/>
              <a:ext cx="131" cy="82"/>
            </a:xfrm>
            <a:custGeom>
              <a:avLst/>
              <a:gdLst>
                <a:gd name="T0" fmla="*/ 116 w 68"/>
                <a:gd name="T1" fmla="*/ 16 h 40"/>
                <a:gd name="T2" fmla="*/ 0 w 68"/>
                <a:gd name="T3" fmla="*/ 148 h 40"/>
                <a:gd name="T4" fmla="*/ 223 w 68"/>
                <a:gd name="T5" fmla="*/ 336 h 40"/>
                <a:gd name="T6" fmla="*/ 464 w 68"/>
                <a:gd name="T7" fmla="*/ 223 h 40"/>
                <a:gd name="T8" fmla="*/ 424 w 68"/>
                <a:gd name="T9" fmla="*/ 96 h 40"/>
                <a:gd name="T10" fmla="*/ 272 w 68"/>
                <a:gd name="T11" fmla="*/ 51 h 40"/>
                <a:gd name="T12" fmla="*/ 116 w 68"/>
                <a:gd name="T13" fmla="*/ 1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0">
                  <a:moveTo>
                    <a:pt x="16" y="2"/>
                  </a:moveTo>
                  <a:cubicBezTo>
                    <a:pt x="7" y="3"/>
                    <a:pt x="1" y="8"/>
                    <a:pt x="0" y="17"/>
                  </a:cubicBezTo>
                  <a:cubicBezTo>
                    <a:pt x="0" y="30"/>
                    <a:pt x="12" y="38"/>
                    <a:pt x="31" y="39"/>
                  </a:cubicBezTo>
                  <a:cubicBezTo>
                    <a:pt x="50" y="40"/>
                    <a:pt x="60" y="38"/>
                    <a:pt x="65" y="26"/>
                  </a:cubicBezTo>
                  <a:cubicBezTo>
                    <a:pt x="68" y="20"/>
                    <a:pt x="66" y="14"/>
                    <a:pt x="59" y="11"/>
                  </a:cubicBezTo>
                  <a:cubicBezTo>
                    <a:pt x="52" y="6"/>
                    <a:pt x="47" y="7"/>
                    <a:pt x="38" y="6"/>
                  </a:cubicBezTo>
                  <a:cubicBezTo>
                    <a:pt x="32" y="5"/>
                    <a:pt x="24" y="0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85" name="Freeform 347">
              <a:extLst>
                <a:ext uri="{FF2B5EF4-FFF2-40B4-BE49-F238E27FC236}">
                  <a16:creationId xmlns:a16="http://schemas.microsoft.com/office/drawing/2014/main" id="{C676E0AE-7892-48F2-BC3E-8260C192A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998"/>
              <a:ext cx="89" cy="38"/>
            </a:xfrm>
            <a:custGeom>
              <a:avLst/>
              <a:gdLst>
                <a:gd name="T0" fmla="*/ 304 w 46"/>
                <a:gd name="T1" fmla="*/ 84 h 18"/>
                <a:gd name="T2" fmla="*/ 139 w 46"/>
                <a:gd name="T3" fmla="*/ 152 h 18"/>
                <a:gd name="T4" fmla="*/ 64 w 46"/>
                <a:gd name="T5" fmla="*/ 8 h 18"/>
                <a:gd name="T6" fmla="*/ 188 w 46"/>
                <a:gd name="T7" fmla="*/ 36 h 18"/>
                <a:gd name="T8" fmla="*/ 304 w 46"/>
                <a:gd name="T9" fmla="*/ 8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8">
                  <a:moveTo>
                    <a:pt x="42" y="9"/>
                  </a:moveTo>
                  <a:cubicBezTo>
                    <a:pt x="46" y="13"/>
                    <a:pt x="38" y="18"/>
                    <a:pt x="19" y="16"/>
                  </a:cubicBezTo>
                  <a:cubicBezTo>
                    <a:pt x="1" y="13"/>
                    <a:pt x="0" y="4"/>
                    <a:pt x="9" y="1"/>
                  </a:cubicBezTo>
                  <a:cubicBezTo>
                    <a:pt x="15" y="0"/>
                    <a:pt x="17" y="2"/>
                    <a:pt x="26" y="4"/>
                  </a:cubicBezTo>
                  <a:cubicBezTo>
                    <a:pt x="36" y="7"/>
                    <a:pt x="38" y="5"/>
                    <a:pt x="42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86" name="Freeform 348">
              <a:extLst>
                <a:ext uri="{FF2B5EF4-FFF2-40B4-BE49-F238E27FC236}">
                  <a16:creationId xmlns:a16="http://schemas.microsoft.com/office/drawing/2014/main" id="{B17394A6-CA85-4929-96C7-C530E7CE1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003"/>
              <a:ext cx="81" cy="31"/>
            </a:xfrm>
            <a:custGeom>
              <a:avLst/>
              <a:gdLst>
                <a:gd name="T0" fmla="*/ 137 w 42"/>
                <a:gd name="T1" fmla="*/ 124 h 15"/>
                <a:gd name="T2" fmla="*/ 301 w 42"/>
                <a:gd name="T3" fmla="*/ 99 h 15"/>
                <a:gd name="T4" fmla="*/ 152 w 42"/>
                <a:gd name="T5" fmla="*/ 99 h 15"/>
                <a:gd name="T6" fmla="*/ 52 w 42"/>
                <a:gd name="T7" fmla="*/ 0 h 15"/>
                <a:gd name="T8" fmla="*/ 137 w 42"/>
                <a:gd name="T9" fmla="*/ 12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5">
                  <a:moveTo>
                    <a:pt x="19" y="14"/>
                  </a:moveTo>
                  <a:cubicBezTo>
                    <a:pt x="31" y="15"/>
                    <a:pt x="39" y="13"/>
                    <a:pt x="42" y="11"/>
                  </a:cubicBezTo>
                  <a:cubicBezTo>
                    <a:pt x="35" y="13"/>
                    <a:pt x="27" y="12"/>
                    <a:pt x="21" y="11"/>
                  </a:cubicBezTo>
                  <a:cubicBezTo>
                    <a:pt x="16" y="10"/>
                    <a:pt x="1" y="8"/>
                    <a:pt x="7" y="0"/>
                  </a:cubicBezTo>
                  <a:cubicBezTo>
                    <a:pt x="0" y="3"/>
                    <a:pt x="2" y="12"/>
                    <a:pt x="19" y="1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87" name="Freeform 349">
              <a:extLst>
                <a:ext uri="{FF2B5EF4-FFF2-40B4-BE49-F238E27FC236}">
                  <a16:creationId xmlns:a16="http://schemas.microsoft.com/office/drawing/2014/main" id="{55E2B55D-E853-4733-B5D8-0BEE7125C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998"/>
              <a:ext cx="56" cy="17"/>
            </a:xfrm>
            <a:custGeom>
              <a:avLst/>
              <a:gdLst>
                <a:gd name="T0" fmla="*/ 108 w 29"/>
                <a:gd name="T1" fmla="*/ 60 h 8"/>
                <a:gd name="T2" fmla="*/ 164 w 29"/>
                <a:gd name="T3" fmla="*/ 68 h 8"/>
                <a:gd name="T4" fmla="*/ 209 w 29"/>
                <a:gd name="T5" fmla="*/ 77 h 8"/>
                <a:gd name="T6" fmla="*/ 100 w 29"/>
                <a:gd name="T7" fmla="*/ 40 h 8"/>
                <a:gd name="T8" fmla="*/ 0 w 29"/>
                <a:gd name="T9" fmla="*/ 9 h 8"/>
                <a:gd name="T10" fmla="*/ 44 w 29"/>
                <a:gd name="T11" fmla="*/ 28 h 8"/>
                <a:gd name="T12" fmla="*/ 108 w 29"/>
                <a:gd name="T13" fmla="*/ 6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">
                  <a:moveTo>
                    <a:pt x="15" y="6"/>
                  </a:moveTo>
                  <a:cubicBezTo>
                    <a:pt x="18" y="6"/>
                    <a:pt x="20" y="6"/>
                    <a:pt x="23" y="7"/>
                  </a:cubicBezTo>
                  <a:cubicBezTo>
                    <a:pt x="25" y="7"/>
                    <a:pt x="27" y="8"/>
                    <a:pt x="29" y="8"/>
                  </a:cubicBezTo>
                  <a:cubicBezTo>
                    <a:pt x="26" y="6"/>
                    <a:pt x="24" y="7"/>
                    <a:pt x="14" y="4"/>
                  </a:cubicBezTo>
                  <a:cubicBezTo>
                    <a:pt x="6" y="2"/>
                    <a:pt x="3" y="0"/>
                    <a:pt x="0" y="1"/>
                  </a:cubicBezTo>
                  <a:cubicBezTo>
                    <a:pt x="2" y="1"/>
                    <a:pt x="5" y="2"/>
                    <a:pt x="6" y="3"/>
                  </a:cubicBezTo>
                  <a:cubicBezTo>
                    <a:pt x="9" y="4"/>
                    <a:pt x="12" y="5"/>
                    <a:pt x="15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88" name="Freeform 350">
              <a:extLst>
                <a:ext uri="{FF2B5EF4-FFF2-40B4-BE49-F238E27FC236}">
                  <a16:creationId xmlns:a16="http://schemas.microsoft.com/office/drawing/2014/main" id="{FF7BB34D-5ADC-4FD3-8014-E8D1A28E8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984"/>
              <a:ext cx="50" cy="50"/>
            </a:xfrm>
            <a:custGeom>
              <a:avLst/>
              <a:gdLst>
                <a:gd name="T0" fmla="*/ 185 w 26"/>
                <a:gd name="T1" fmla="*/ 17 h 24"/>
                <a:gd name="T2" fmla="*/ 29 w 26"/>
                <a:gd name="T3" fmla="*/ 56 h 24"/>
                <a:gd name="T4" fmla="*/ 23 w 26"/>
                <a:gd name="T5" fmla="*/ 217 h 24"/>
                <a:gd name="T6" fmla="*/ 48 w 26"/>
                <a:gd name="T7" fmla="*/ 56 h 24"/>
                <a:gd name="T8" fmla="*/ 185 w 26"/>
                <a:gd name="T9" fmla="*/ 1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6" y="2"/>
                  </a:moveTo>
                  <a:cubicBezTo>
                    <a:pt x="21" y="0"/>
                    <a:pt x="9" y="0"/>
                    <a:pt x="4" y="6"/>
                  </a:cubicBezTo>
                  <a:cubicBezTo>
                    <a:pt x="0" y="12"/>
                    <a:pt x="1" y="20"/>
                    <a:pt x="3" y="24"/>
                  </a:cubicBezTo>
                  <a:cubicBezTo>
                    <a:pt x="2" y="22"/>
                    <a:pt x="0" y="11"/>
                    <a:pt x="7" y="6"/>
                  </a:cubicBezTo>
                  <a:cubicBezTo>
                    <a:pt x="14" y="0"/>
                    <a:pt x="22" y="1"/>
                    <a:pt x="26" y="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89" name="Freeform 351">
              <a:extLst>
                <a:ext uri="{FF2B5EF4-FFF2-40B4-BE49-F238E27FC236}">
                  <a16:creationId xmlns:a16="http://schemas.microsoft.com/office/drawing/2014/main" id="{23DF2192-1A90-4A81-B9F5-6CBD33BF6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994"/>
              <a:ext cx="46" cy="21"/>
            </a:xfrm>
            <a:custGeom>
              <a:avLst/>
              <a:gdLst>
                <a:gd name="T0" fmla="*/ 0 w 24"/>
                <a:gd name="T1" fmla="*/ 0 h 10"/>
                <a:gd name="T2" fmla="*/ 169 w 24"/>
                <a:gd name="T3" fmla="*/ 92 h 10"/>
                <a:gd name="T4" fmla="*/ 92 w 24"/>
                <a:gd name="T5" fmla="*/ 27 h 10"/>
                <a:gd name="T6" fmla="*/ 0 w 2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0">
                  <a:moveTo>
                    <a:pt x="0" y="0"/>
                  </a:moveTo>
                  <a:cubicBezTo>
                    <a:pt x="6" y="1"/>
                    <a:pt x="17" y="0"/>
                    <a:pt x="24" y="10"/>
                  </a:cubicBezTo>
                  <a:cubicBezTo>
                    <a:pt x="22" y="8"/>
                    <a:pt x="18" y="5"/>
                    <a:pt x="13" y="3"/>
                  </a:cubicBezTo>
                  <a:cubicBezTo>
                    <a:pt x="8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90" name="Freeform 352">
              <a:extLst>
                <a:ext uri="{FF2B5EF4-FFF2-40B4-BE49-F238E27FC236}">
                  <a16:creationId xmlns:a16="http://schemas.microsoft.com/office/drawing/2014/main" id="{9A0F87DE-D207-476F-A281-F153DBA43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021"/>
              <a:ext cx="71" cy="17"/>
            </a:xfrm>
            <a:custGeom>
              <a:avLst/>
              <a:gdLst>
                <a:gd name="T0" fmla="*/ 0 w 37"/>
                <a:gd name="T1" fmla="*/ 0 h 8"/>
                <a:gd name="T2" fmla="*/ 121 w 37"/>
                <a:gd name="T3" fmla="*/ 49 h 8"/>
                <a:gd name="T4" fmla="*/ 261 w 37"/>
                <a:gd name="T5" fmla="*/ 28 h 8"/>
                <a:gd name="T6" fmla="*/ 121 w 37"/>
                <a:gd name="T7" fmla="*/ 60 h 8"/>
                <a:gd name="T8" fmla="*/ 0 w 3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8">
                  <a:moveTo>
                    <a:pt x="0" y="0"/>
                  </a:moveTo>
                  <a:cubicBezTo>
                    <a:pt x="3" y="2"/>
                    <a:pt x="9" y="5"/>
                    <a:pt x="17" y="5"/>
                  </a:cubicBezTo>
                  <a:cubicBezTo>
                    <a:pt x="27" y="6"/>
                    <a:pt x="33" y="6"/>
                    <a:pt x="37" y="3"/>
                  </a:cubicBezTo>
                  <a:cubicBezTo>
                    <a:pt x="35" y="5"/>
                    <a:pt x="29" y="8"/>
                    <a:pt x="17" y="6"/>
                  </a:cubicBezTo>
                  <a:cubicBezTo>
                    <a:pt x="5" y="5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91" name="Freeform 353">
              <a:extLst>
                <a:ext uri="{FF2B5EF4-FFF2-40B4-BE49-F238E27FC236}">
                  <a16:creationId xmlns:a16="http://schemas.microsoft.com/office/drawing/2014/main" id="{2776D3B8-4BD0-4CCA-835F-C58EFA25A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031"/>
              <a:ext cx="96" cy="33"/>
            </a:xfrm>
            <a:custGeom>
              <a:avLst/>
              <a:gdLst>
                <a:gd name="T0" fmla="*/ 0 w 50"/>
                <a:gd name="T1" fmla="*/ 80 h 16"/>
                <a:gd name="T2" fmla="*/ 284 w 50"/>
                <a:gd name="T3" fmla="*/ 97 h 16"/>
                <a:gd name="T4" fmla="*/ 353 w 50"/>
                <a:gd name="T5" fmla="*/ 0 h 16"/>
                <a:gd name="T6" fmla="*/ 232 w 50"/>
                <a:gd name="T7" fmla="*/ 97 h 16"/>
                <a:gd name="T8" fmla="*/ 0 w 50"/>
                <a:gd name="T9" fmla="*/ 8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6">
                  <a:moveTo>
                    <a:pt x="0" y="9"/>
                  </a:moveTo>
                  <a:cubicBezTo>
                    <a:pt x="6" y="12"/>
                    <a:pt x="28" y="16"/>
                    <a:pt x="40" y="11"/>
                  </a:cubicBezTo>
                  <a:cubicBezTo>
                    <a:pt x="42" y="10"/>
                    <a:pt x="47" y="6"/>
                    <a:pt x="50" y="0"/>
                  </a:cubicBezTo>
                  <a:cubicBezTo>
                    <a:pt x="49" y="1"/>
                    <a:pt x="46" y="8"/>
                    <a:pt x="33" y="11"/>
                  </a:cubicBezTo>
                  <a:cubicBezTo>
                    <a:pt x="20" y="13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92" name="Freeform 354">
              <a:extLst>
                <a:ext uri="{FF2B5EF4-FFF2-40B4-BE49-F238E27FC236}">
                  <a16:creationId xmlns:a16="http://schemas.microsoft.com/office/drawing/2014/main" id="{0DDF978E-3A2A-4326-A7AD-38587404A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980"/>
              <a:ext cx="131" cy="82"/>
            </a:xfrm>
            <a:custGeom>
              <a:avLst/>
              <a:gdLst>
                <a:gd name="T0" fmla="*/ 116 w 68"/>
                <a:gd name="T1" fmla="*/ 16 h 40"/>
                <a:gd name="T2" fmla="*/ 0 w 68"/>
                <a:gd name="T3" fmla="*/ 148 h 40"/>
                <a:gd name="T4" fmla="*/ 223 w 68"/>
                <a:gd name="T5" fmla="*/ 336 h 40"/>
                <a:gd name="T6" fmla="*/ 464 w 68"/>
                <a:gd name="T7" fmla="*/ 223 h 40"/>
                <a:gd name="T8" fmla="*/ 424 w 68"/>
                <a:gd name="T9" fmla="*/ 96 h 40"/>
                <a:gd name="T10" fmla="*/ 272 w 68"/>
                <a:gd name="T11" fmla="*/ 51 h 40"/>
                <a:gd name="T12" fmla="*/ 116 w 68"/>
                <a:gd name="T13" fmla="*/ 1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0">
                  <a:moveTo>
                    <a:pt x="16" y="2"/>
                  </a:moveTo>
                  <a:cubicBezTo>
                    <a:pt x="7" y="3"/>
                    <a:pt x="1" y="8"/>
                    <a:pt x="0" y="17"/>
                  </a:cubicBezTo>
                  <a:cubicBezTo>
                    <a:pt x="0" y="30"/>
                    <a:pt x="12" y="38"/>
                    <a:pt x="31" y="39"/>
                  </a:cubicBezTo>
                  <a:cubicBezTo>
                    <a:pt x="50" y="40"/>
                    <a:pt x="60" y="38"/>
                    <a:pt x="65" y="26"/>
                  </a:cubicBezTo>
                  <a:cubicBezTo>
                    <a:pt x="68" y="20"/>
                    <a:pt x="66" y="14"/>
                    <a:pt x="59" y="11"/>
                  </a:cubicBezTo>
                  <a:cubicBezTo>
                    <a:pt x="52" y="6"/>
                    <a:pt x="47" y="7"/>
                    <a:pt x="38" y="6"/>
                  </a:cubicBezTo>
                  <a:cubicBezTo>
                    <a:pt x="32" y="5"/>
                    <a:pt x="24" y="0"/>
                    <a:pt x="16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93" name="Freeform 355">
              <a:extLst>
                <a:ext uri="{FF2B5EF4-FFF2-40B4-BE49-F238E27FC236}">
                  <a16:creationId xmlns:a16="http://schemas.microsoft.com/office/drawing/2014/main" id="{17EE020F-B9B0-4185-8803-01362873B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001"/>
              <a:ext cx="77" cy="33"/>
            </a:xfrm>
            <a:custGeom>
              <a:avLst/>
              <a:gdLst>
                <a:gd name="T0" fmla="*/ 277 w 40"/>
                <a:gd name="T1" fmla="*/ 72 h 16"/>
                <a:gd name="T2" fmla="*/ 285 w 40"/>
                <a:gd name="T3" fmla="*/ 97 h 16"/>
                <a:gd name="T4" fmla="*/ 116 w 40"/>
                <a:gd name="T5" fmla="*/ 124 h 16"/>
                <a:gd name="T6" fmla="*/ 8 w 40"/>
                <a:gd name="T7" fmla="*/ 52 h 16"/>
                <a:gd name="T8" fmla="*/ 44 w 40"/>
                <a:gd name="T9" fmla="*/ 0 h 16"/>
                <a:gd name="T10" fmla="*/ 44 w 40"/>
                <a:gd name="T11" fmla="*/ 0 h 16"/>
                <a:gd name="T12" fmla="*/ 0 w 40"/>
                <a:gd name="T13" fmla="*/ 52 h 16"/>
                <a:gd name="T14" fmla="*/ 116 w 40"/>
                <a:gd name="T15" fmla="*/ 132 h 16"/>
                <a:gd name="T16" fmla="*/ 285 w 40"/>
                <a:gd name="T17" fmla="*/ 97 h 16"/>
                <a:gd name="T18" fmla="*/ 277 w 40"/>
                <a:gd name="T19" fmla="*/ 7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16">
                  <a:moveTo>
                    <a:pt x="39" y="8"/>
                  </a:moveTo>
                  <a:cubicBezTo>
                    <a:pt x="40" y="9"/>
                    <a:pt x="40" y="10"/>
                    <a:pt x="40" y="11"/>
                  </a:cubicBezTo>
                  <a:cubicBezTo>
                    <a:pt x="39" y="13"/>
                    <a:pt x="31" y="16"/>
                    <a:pt x="16" y="14"/>
                  </a:cubicBezTo>
                  <a:cubicBezTo>
                    <a:pt x="5" y="13"/>
                    <a:pt x="1" y="9"/>
                    <a:pt x="1" y="6"/>
                  </a:cubicBezTo>
                  <a:cubicBezTo>
                    <a:pt x="0" y="4"/>
                    <a:pt x="2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1"/>
                    <a:pt x="0" y="3"/>
                    <a:pt x="0" y="6"/>
                  </a:cubicBezTo>
                  <a:cubicBezTo>
                    <a:pt x="0" y="9"/>
                    <a:pt x="5" y="14"/>
                    <a:pt x="16" y="15"/>
                  </a:cubicBezTo>
                  <a:cubicBezTo>
                    <a:pt x="31" y="16"/>
                    <a:pt x="39" y="14"/>
                    <a:pt x="40" y="11"/>
                  </a:cubicBezTo>
                  <a:cubicBezTo>
                    <a:pt x="40" y="10"/>
                    <a:pt x="40" y="9"/>
                    <a:pt x="39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94" name="Freeform 356">
              <a:extLst>
                <a:ext uri="{FF2B5EF4-FFF2-40B4-BE49-F238E27FC236}">
                  <a16:creationId xmlns:a16="http://schemas.microsoft.com/office/drawing/2014/main" id="{45126611-6EDE-47BC-86E3-97B3D7D33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974"/>
              <a:ext cx="118" cy="128"/>
            </a:xfrm>
            <a:custGeom>
              <a:avLst/>
              <a:gdLst>
                <a:gd name="T0" fmla="*/ 371 w 61"/>
                <a:gd name="T1" fmla="*/ 353 h 62"/>
                <a:gd name="T2" fmla="*/ 277 w 61"/>
                <a:gd name="T3" fmla="*/ 52 h 62"/>
                <a:gd name="T4" fmla="*/ 23 w 61"/>
                <a:gd name="T5" fmla="*/ 213 h 62"/>
                <a:gd name="T6" fmla="*/ 371 w 61"/>
                <a:gd name="T7" fmla="*/ 353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2">
                  <a:moveTo>
                    <a:pt x="51" y="40"/>
                  </a:moveTo>
                  <a:cubicBezTo>
                    <a:pt x="61" y="28"/>
                    <a:pt x="55" y="12"/>
                    <a:pt x="38" y="6"/>
                  </a:cubicBezTo>
                  <a:cubicBezTo>
                    <a:pt x="21" y="0"/>
                    <a:pt x="6" y="7"/>
                    <a:pt x="3" y="24"/>
                  </a:cubicBezTo>
                  <a:cubicBezTo>
                    <a:pt x="0" y="42"/>
                    <a:pt x="36" y="62"/>
                    <a:pt x="51" y="4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95" name="Freeform 357">
              <a:extLst>
                <a:ext uri="{FF2B5EF4-FFF2-40B4-BE49-F238E27FC236}">
                  <a16:creationId xmlns:a16="http://schemas.microsoft.com/office/drawing/2014/main" id="{42EE2A63-2C81-42A3-9ADE-991E3A676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996"/>
              <a:ext cx="87" cy="87"/>
            </a:xfrm>
            <a:custGeom>
              <a:avLst/>
              <a:gdLst>
                <a:gd name="T0" fmla="*/ 240 w 45"/>
                <a:gd name="T1" fmla="*/ 0 h 42"/>
                <a:gd name="T2" fmla="*/ 253 w 45"/>
                <a:gd name="T3" fmla="*/ 240 h 42"/>
                <a:gd name="T4" fmla="*/ 0 w 45"/>
                <a:gd name="T5" fmla="*/ 265 h 42"/>
                <a:gd name="T6" fmla="*/ 269 w 45"/>
                <a:gd name="T7" fmla="*/ 249 h 42"/>
                <a:gd name="T8" fmla="*/ 240 w 45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2">
                  <a:moveTo>
                    <a:pt x="33" y="0"/>
                  </a:moveTo>
                  <a:cubicBezTo>
                    <a:pt x="41" y="7"/>
                    <a:pt x="43" y="18"/>
                    <a:pt x="35" y="27"/>
                  </a:cubicBezTo>
                  <a:cubicBezTo>
                    <a:pt x="27" y="40"/>
                    <a:pt x="10" y="38"/>
                    <a:pt x="0" y="30"/>
                  </a:cubicBezTo>
                  <a:cubicBezTo>
                    <a:pt x="10" y="39"/>
                    <a:pt x="28" y="42"/>
                    <a:pt x="37" y="28"/>
                  </a:cubicBezTo>
                  <a:cubicBezTo>
                    <a:pt x="45" y="19"/>
                    <a:pt x="42" y="7"/>
                    <a:pt x="33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96" name="Freeform 358">
              <a:extLst>
                <a:ext uri="{FF2B5EF4-FFF2-40B4-BE49-F238E27FC236}">
                  <a16:creationId xmlns:a16="http://schemas.microsoft.com/office/drawing/2014/main" id="{1F30508F-159E-4BCC-81CE-2620CE5BA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978"/>
              <a:ext cx="64" cy="86"/>
            </a:xfrm>
            <a:custGeom>
              <a:avLst/>
              <a:gdLst>
                <a:gd name="T0" fmla="*/ 72 w 33"/>
                <a:gd name="T1" fmla="*/ 344 h 42"/>
                <a:gd name="T2" fmla="*/ 23 w 33"/>
                <a:gd name="T3" fmla="*/ 197 h 42"/>
                <a:gd name="T4" fmla="*/ 225 w 33"/>
                <a:gd name="T5" fmla="*/ 33 h 42"/>
                <a:gd name="T6" fmla="*/ 225 w 33"/>
                <a:gd name="T7" fmla="*/ 33 h 42"/>
                <a:gd name="T8" fmla="*/ 8 w 33"/>
                <a:gd name="T9" fmla="*/ 188 h 42"/>
                <a:gd name="T10" fmla="*/ 80 w 33"/>
                <a:gd name="T11" fmla="*/ 344 h 42"/>
                <a:gd name="T12" fmla="*/ 72 w 33"/>
                <a:gd name="T13" fmla="*/ 34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2">
                  <a:moveTo>
                    <a:pt x="10" y="40"/>
                  </a:moveTo>
                  <a:cubicBezTo>
                    <a:pt x="5" y="35"/>
                    <a:pt x="2" y="29"/>
                    <a:pt x="3" y="23"/>
                  </a:cubicBezTo>
                  <a:cubicBezTo>
                    <a:pt x="5" y="8"/>
                    <a:pt x="17" y="1"/>
                    <a:pt x="31" y="4"/>
                  </a:cubicBezTo>
                  <a:cubicBezTo>
                    <a:pt x="33" y="4"/>
                    <a:pt x="32" y="4"/>
                    <a:pt x="31" y="4"/>
                  </a:cubicBezTo>
                  <a:cubicBezTo>
                    <a:pt x="16" y="0"/>
                    <a:pt x="4" y="7"/>
                    <a:pt x="1" y="22"/>
                  </a:cubicBezTo>
                  <a:cubicBezTo>
                    <a:pt x="0" y="29"/>
                    <a:pt x="4" y="35"/>
                    <a:pt x="11" y="40"/>
                  </a:cubicBezTo>
                  <a:cubicBezTo>
                    <a:pt x="13" y="42"/>
                    <a:pt x="12" y="41"/>
                    <a:pt x="10" y="4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97" name="Freeform 359">
              <a:extLst>
                <a:ext uri="{FF2B5EF4-FFF2-40B4-BE49-F238E27FC236}">
                  <a16:creationId xmlns:a16="http://schemas.microsoft.com/office/drawing/2014/main" id="{F3611F1C-27FF-4400-A901-4DE90741C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994"/>
              <a:ext cx="71" cy="68"/>
            </a:xfrm>
            <a:custGeom>
              <a:avLst/>
              <a:gdLst>
                <a:gd name="T0" fmla="*/ 15 w 37"/>
                <a:gd name="T1" fmla="*/ 140 h 33"/>
                <a:gd name="T2" fmla="*/ 205 w 37"/>
                <a:gd name="T3" fmla="*/ 229 h 33"/>
                <a:gd name="T4" fmla="*/ 155 w 37"/>
                <a:gd name="T5" fmla="*/ 25 h 33"/>
                <a:gd name="T6" fmla="*/ 15 w 37"/>
                <a:gd name="T7" fmla="*/ 14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3">
                  <a:moveTo>
                    <a:pt x="2" y="16"/>
                  </a:moveTo>
                  <a:cubicBezTo>
                    <a:pt x="4" y="29"/>
                    <a:pt x="21" y="33"/>
                    <a:pt x="29" y="26"/>
                  </a:cubicBezTo>
                  <a:cubicBezTo>
                    <a:pt x="37" y="20"/>
                    <a:pt x="33" y="4"/>
                    <a:pt x="22" y="3"/>
                  </a:cubicBezTo>
                  <a:cubicBezTo>
                    <a:pt x="7" y="0"/>
                    <a:pt x="0" y="8"/>
                    <a:pt x="2" y="1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98" name="Freeform 360">
              <a:extLst>
                <a:ext uri="{FF2B5EF4-FFF2-40B4-BE49-F238E27FC236}">
                  <a16:creationId xmlns:a16="http://schemas.microsoft.com/office/drawing/2014/main" id="{43A2D415-33DE-4A52-BC61-673AA2096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005"/>
              <a:ext cx="56" cy="53"/>
            </a:xfrm>
            <a:custGeom>
              <a:avLst/>
              <a:gdLst>
                <a:gd name="T0" fmla="*/ 153 w 29"/>
                <a:gd name="T1" fmla="*/ 0 h 26"/>
                <a:gd name="T2" fmla="*/ 153 w 29"/>
                <a:gd name="T3" fmla="*/ 163 h 26"/>
                <a:gd name="T4" fmla="*/ 0 w 29"/>
                <a:gd name="T5" fmla="*/ 163 h 26"/>
                <a:gd name="T6" fmla="*/ 164 w 29"/>
                <a:gd name="T7" fmla="*/ 179 h 26"/>
                <a:gd name="T8" fmla="*/ 153 w 2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6">
                  <a:moveTo>
                    <a:pt x="21" y="0"/>
                  </a:moveTo>
                  <a:cubicBezTo>
                    <a:pt x="26" y="5"/>
                    <a:pt x="26" y="15"/>
                    <a:pt x="21" y="19"/>
                  </a:cubicBezTo>
                  <a:cubicBezTo>
                    <a:pt x="16" y="24"/>
                    <a:pt x="6" y="23"/>
                    <a:pt x="0" y="19"/>
                  </a:cubicBezTo>
                  <a:cubicBezTo>
                    <a:pt x="6" y="25"/>
                    <a:pt x="17" y="26"/>
                    <a:pt x="23" y="21"/>
                  </a:cubicBezTo>
                  <a:cubicBezTo>
                    <a:pt x="29" y="16"/>
                    <a:pt x="28" y="4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99" name="Freeform 361">
              <a:extLst>
                <a:ext uri="{FF2B5EF4-FFF2-40B4-BE49-F238E27FC236}">
                  <a16:creationId xmlns:a16="http://schemas.microsoft.com/office/drawing/2014/main" id="{4BFD26BC-72DC-48F8-9F47-F44AB49F5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998"/>
              <a:ext cx="25" cy="19"/>
            </a:xfrm>
            <a:custGeom>
              <a:avLst/>
              <a:gdLst>
                <a:gd name="T0" fmla="*/ 92 w 13"/>
                <a:gd name="T1" fmla="*/ 0 h 9"/>
                <a:gd name="T2" fmla="*/ 0 w 13"/>
                <a:gd name="T3" fmla="*/ 84 h 9"/>
                <a:gd name="T4" fmla="*/ 92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7" y="0"/>
                    <a:pt x="1" y="4"/>
                    <a:pt x="0" y="9"/>
                  </a:cubicBezTo>
                  <a:cubicBezTo>
                    <a:pt x="3" y="6"/>
                    <a:pt x="6" y="2"/>
                    <a:pt x="13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00" name="Freeform 362">
              <a:extLst>
                <a:ext uri="{FF2B5EF4-FFF2-40B4-BE49-F238E27FC236}">
                  <a16:creationId xmlns:a16="http://schemas.microsoft.com/office/drawing/2014/main" id="{F0B39DC4-FB37-49C9-A4F3-634F9452D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019"/>
              <a:ext cx="42" cy="43"/>
            </a:xfrm>
            <a:custGeom>
              <a:avLst/>
              <a:gdLst>
                <a:gd name="T0" fmla="*/ 124 w 22"/>
                <a:gd name="T1" fmla="*/ 0 h 21"/>
                <a:gd name="T2" fmla="*/ 0 w 22"/>
                <a:gd name="T3" fmla="*/ 147 h 21"/>
                <a:gd name="T4" fmla="*/ 124 w 2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18" y="0"/>
                  </a:moveTo>
                  <a:cubicBezTo>
                    <a:pt x="19" y="7"/>
                    <a:pt x="19" y="21"/>
                    <a:pt x="0" y="17"/>
                  </a:cubicBezTo>
                  <a:cubicBezTo>
                    <a:pt x="8" y="20"/>
                    <a:pt x="22" y="20"/>
                    <a:pt x="1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01" name="Freeform 363">
              <a:extLst>
                <a:ext uri="{FF2B5EF4-FFF2-40B4-BE49-F238E27FC236}">
                  <a16:creationId xmlns:a16="http://schemas.microsoft.com/office/drawing/2014/main" id="{D62E9856-AB09-45A8-A603-AC8EA3C50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974"/>
              <a:ext cx="118" cy="128"/>
            </a:xfrm>
            <a:custGeom>
              <a:avLst/>
              <a:gdLst>
                <a:gd name="T0" fmla="*/ 371 w 61"/>
                <a:gd name="T1" fmla="*/ 353 h 62"/>
                <a:gd name="T2" fmla="*/ 277 w 61"/>
                <a:gd name="T3" fmla="*/ 52 h 62"/>
                <a:gd name="T4" fmla="*/ 23 w 61"/>
                <a:gd name="T5" fmla="*/ 213 h 62"/>
                <a:gd name="T6" fmla="*/ 371 w 61"/>
                <a:gd name="T7" fmla="*/ 353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2">
                  <a:moveTo>
                    <a:pt x="51" y="40"/>
                  </a:moveTo>
                  <a:cubicBezTo>
                    <a:pt x="61" y="28"/>
                    <a:pt x="55" y="12"/>
                    <a:pt x="38" y="6"/>
                  </a:cubicBezTo>
                  <a:cubicBezTo>
                    <a:pt x="21" y="0"/>
                    <a:pt x="6" y="7"/>
                    <a:pt x="3" y="24"/>
                  </a:cubicBezTo>
                  <a:cubicBezTo>
                    <a:pt x="0" y="42"/>
                    <a:pt x="36" y="62"/>
                    <a:pt x="51" y="4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02" name="Freeform 364">
              <a:extLst>
                <a:ext uri="{FF2B5EF4-FFF2-40B4-BE49-F238E27FC236}">
                  <a16:creationId xmlns:a16="http://schemas.microsoft.com/office/drawing/2014/main" id="{6FE68173-1160-4CBE-9226-61F36E141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1001"/>
              <a:ext cx="62" cy="57"/>
            </a:xfrm>
            <a:custGeom>
              <a:avLst/>
              <a:gdLst>
                <a:gd name="T0" fmla="*/ 147 w 32"/>
                <a:gd name="T1" fmla="*/ 0 h 28"/>
                <a:gd name="T2" fmla="*/ 217 w 32"/>
                <a:gd name="T3" fmla="*/ 75 h 28"/>
                <a:gd name="T4" fmla="*/ 196 w 32"/>
                <a:gd name="T5" fmla="*/ 195 h 28"/>
                <a:gd name="T6" fmla="*/ 79 w 32"/>
                <a:gd name="T7" fmla="*/ 212 h 28"/>
                <a:gd name="T8" fmla="*/ 0 w 32"/>
                <a:gd name="T9" fmla="*/ 108 h 28"/>
                <a:gd name="T10" fmla="*/ 0 w 32"/>
                <a:gd name="T11" fmla="*/ 108 h 28"/>
                <a:gd name="T12" fmla="*/ 79 w 32"/>
                <a:gd name="T13" fmla="*/ 220 h 28"/>
                <a:gd name="T14" fmla="*/ 196 w 32"/>
                <a:gd name="T15" fmla="*/ 204 h 28"/>
                <a:gd name="T16" fmla="*/ 225 w 32"/>
                <a:gd name="T17" fmla="*/ 75 h 28"/>
                <a:gd name="T18" fmla="*/ 147 w 32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28">
                  <a:moveTo>
                    <a:pt x="20" y="0"/>
                  </a:moveTo>
                  <a:cubicBezTo>
                    <a:pt x="25" y="0"/>
                    <a:pt x="29" y="4"/>
                    <a:pt x="30" y="9"/>
                  </a:cubicBezTo>
                  <a:cubicBezTo>
                    <a:pt x="32" y="14"/>
                    <a:pt x="31" y="20"/>
                    <a:pt x="27" y="23"/>
                  </a:cubicBezTo>
                  <a:cubicBezTo>
                    <a:pt x="23" y="26"/>
                    <a:pt x="17" y="27"/>
                    <a:pt x="11" y="25"/>
                  </a:cubicBezTo>
                  <a:cubicBezTo>
                    <a:pt x="5" y="23"/>
                    <a:pt x="1" y="1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9"/>
                    <a:pt x="5" y="23"/>
                    <a:pt x="11" y="26"/>
                  </a:cubicBezTo>
                  <a:cubicBezTo>
                    <a:pt x="17" y="28"/>
                    <a:pt x="23" y="27"/>
                    <a:pt x="27" y="24"/>
                  </a:cubicBezTo>
                  <a:cubicBezTo>
                    <a:pt x="31" y="20"/>
                    <a:pt x="32" y="14"/>
                    <a:pt x="31" y="9"/>
                  </a:cubicBezTo>
                  <a:cubicBezTo>
                    <a:pt x="29" y="3"/>
                    <a:pt x="25" y="0"/>
                    <a:pt x="2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03" name="Freeform 365">
              <a:extLst>
                <a:ext uri="{FF2B5EF4-FFF2-40B4-BE49-F238E27FC236}">
                  <a16:creationId xmlns:a16="http://schemas.microsoft.com/office/drawing/2014/main" id="{C278BE73-110D-4588-A0A7-11820EE8F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054"/>
              <a:ext cx="112" cy="107"/>
            </a:xfrm>
            <a:custGeom>
              <a:avLst/>
              <a:gdLst>
                <a:gd name="T0" fmla="*/ 44 w 58"/>
                <a:gd name="T1" fmla="*/ 245 h 52"/>
                <a:gd name="T2" fmla="*/ 201 w 58"/>
                <a:gd name="T3" fmla="*/ 8 h 52"/>
                <a:gd name="T4" fmla="*/ 404 w 58"/>
                <a:gd name="T5" fmla="*/ 224 h 52"/>
                <a:gd name="T6" fmla="*/ 44 w 58"/>
                <a:gd name="T7" fmla="*/ 24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2">
                  <a:moveTo>
                    <a:pt x="6" y="28"/>
                  </a:moveTo>
                  <a:cubicBezTo>
                    <a:pt x="0" y="14"/>
                    <a:pt x="10" y="2"/>
                    <a:pt x="28" y="1"/>
                  </a:cubicBezTo>
                  <a:cubicBezTo>
                    <a:pt x="46" y="0"/>
                    <a:pt x="58" y="9"/>
                    <a:pt x="56" y="26"/>
                  </a:cubicBezTo>
                  <a:cubicBezTo>
                    <a:pt x="54" y="42"/>
                    <a:pt x="15" y="52"/>
                    <a:pt x="6" y="28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04" name="Freeform 366">
              <a:extLst>
                <a:ext uri="{FF2B5EF4-FFF2-40B4-BE49-F238E27FC236}">
                  <a16:creationId xmlns:a16="http://schemas.microsoft.com/office/drawing/2014/main" id="{2DD75210-6AAB-49FA-8616-6FA236A53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062"/>
              <a:ext cx="77" cy="81"/>
            </a:xfrm>
            <a:custGeom>
              <a:avLst/>
              <a:gdLst>
                <a:gd name="T0" fmla="*/ 123 w 40"/>
                <a:gd name="T1" fmla="*/ 0 h 39"/>
                <a:gd name="T2" fmla="*/ 48 w 40"/>
                <a:gd name="T3" fmla="*/ 208 h 39"/>
                <a:gd name="T4" fmla="*/ 285 w 40"/>
                <a:gd name="T5" fmla="*/ 305 h 39"/>
                <a:gd name="T6" fmla="*/ 37 w 40"/>
                <a:gd name="T7" fmla="*/ 216 h 39"/>
                <a:gd name="T8" fmla="*/ 123 w 40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9">
                  <a:moveTo>
                    <a:pt x="17" y="0"/>
                  </a:moveTo>
                  <a:cubicBezTo>
                    <a:pt x="7" y="4"/>
                    <a:pt x="3" y="13"/>
                    <a:pt x="7" y="23"/>
                  </a:cubicBezTo>
                  <a:cubicBezTo>
                    <a:pt x="12" y="36"/>
                    <a:pt x="28" y="38"/>
                    <a:pt x="40" y="34"/>
                  </a:cubicBezTo>
                  <a:cubicBezTo>
                    <a:pt x="28" y="39"/>
                    <a:pt x="10" y="38"/>
                    <a:pt x="5" y="24"/>
                  </a:cubicBezTo>
                  <a:cubicBezTo>
                    <a:pt x="0" y="13"/>
                    <a:pt x="6" y="3"/>
                    <a:pt x="1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05" name="Freeform 367">
              <a:extLst>
                <a:ext uri="{FF2B5EF4-FFF2-40B4-BE49-F238E27FC236}">
                  <a16:creationId xmlns:a16="http://schemas.microsoft.com/office/drawing/2014/main" id="{D5420AF5-EFE4-4673-AA4F-E6EDF89BF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058"/>
              <a:ext cx="52" cy="79"/>
            </a:xfrm>
            <a:custGeom>
              <a:avLst/>
              <a:gdLst>
                <a:gd name="T0" fmla="*/ 85 w 27"/>
                <a:gd name="T1" fmla="*/ 333 h 38"/>
                <a:gd name="T2" fmla="*/ 164 w 27"/>
                <a:gd name="T3" fmla="*/ 216 h 38"/>
                <a:gd name="T4" fmla="*/ 8 w 27"/>
                <a:gd name="T5" fmla="*/ 0 h 38"/>
                <a:gd name="T6" fmla="*/ 15 w 27"/>
                <a:gd name="T7" fmla="*/ 0 h 38"/>
                <a:gd name="T8" fmla="*/ 177 w 27"/>
                <a:gd name="T9" fmla="*/ 216 h 38"/>
                <a:gd name="T10" fmla="*/ 77 w 27"/>
                <a:gd name="T11" fmla="*/ 333 h 38"/>
                <a:gd name="T12" fmla="*/ 85 w 27"/>
                <a:gd name="T13" fmla="*/ 33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8">
                  <a:moveTo>
                    <a:pt x="12" y="37"/>
                  </a:moveTo>
                  <a:cubicBezTo>
                    <a:pt x="18" y="34"/>
                    <a:pt x="22" y="29"/>
                    <a:pt x="23" y="24"/>
                  </a:cubicBezTo>
                  <a:cubicBezTo>
                    <a:pt x="25" y="10"/>
                    <a:pt x="15" y="1"/>
                    <a:pt x="1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17" y="0"/>
                    <a:pt x="27" y="9"/>
                    <a:pt x="25" y="24"/>
                  </a:cubicBezTo>
                  <a:cubicBezTo>
                    <a:pt x="24" y="29"/>
                    <a:pt x="19" y="34"/>
                    <a:pt x="11" y="37"/>
                  </a:cubicBezTo>
                  <a:cubicBezTo>
                    <a:pt x="9" y="38"/>
                    <a:pt x="9" y="38"/>
                    <a:pt x="12" y="3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06" name="Freeform 368">
              <a:extLst>
                <a:ext uri="{FF2B5EF4-FFF2-40B4-BE49-F238E27FC236}">
                  <a16:creationId xmlns:a16="http://schemas.microsoft.com/office/drawing/2014/main" id="{DC3A1E7B-8745-4D27-9377-CA22C9C03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069"/>
              <a:ext cx="73" cy="59"/>
            </a:xfrm>
            <a:custGeom>
              <a:avLst/>
              <a:gdLst>
                <a:gd name="T0" fmla="*/ 240 w 38"/>
                <a:gd name="T1" fmla="*/ 161 h 29"/>
                <a:gd name="T2" fmla="*/ 44 w 38"/>
                <a:gd name="T3" fmla="*/ 177 h 29"/>
                <a:gd name="T4" fmla="*/ 129 w 38"/>
                <a:gd name="T5" fmla="*/ 8 h 29"/>
                <a:gd name="T6" fmla="*/ 240 w 38"/>
                <a:gd name="T7" fmla="*/ 16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9">
                  <a:moveTo>
                    <a:pt x="34" y="19"/>
                  </a:moveTo>
                  <a:cubicBezTo>
                    <a:pt x="29" y="29"/>
                    <a:pt x="11" y="28"/>
                    <a:pt x="6" y="21"/>
                  </a:cubicBezTo>
                  <a:cubicBezTo>
                    <a:pt x="0" y="13"/>
                    <a:pt x="8" y="0"/>
                    <a:pt x="18" y="1"/>
                  </a:cubicBezTo>
                  <a:cubicBezTo>
                    <a:pt x="34" y="3"/>
                    <a:pt x="38" y="11"/>
                    <a:pt x="34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07" name="Freeform 369">
              <a:extLst>
                <a:ext uri="{FF2B5EF4-FFF2-40B4-BE49-F238E27FC236}">
                  <a16:creationId xmlns:a16="http://schemas.microsoft.com/office/drawing/2014/main" id="{2C2D0CF1-4337-4DA1-A515-B5768CD2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073"/>
              <a:ext cx="54" cy="53"/>
            </a:xfrm>
            <a:custGeom>
              <a:avLst/>
              <a:gdLst>
                <a:gd name="T0" fmla="*/ 85 w 28"/>
                <a:gd name="T1" fmla="*/ 0 h 26"/>
                <a:gd name="T2" fmla="*/ 52 w 28"/>
                <a:gd name="T3" fmla="*/ 145 h 26"/>
                <a:gd name="T4" fmla="*/ 201 w 28"/>
                <a:gd name="T5" fmla="*/ 188 h 26"/>
                <a:gd name="T6" fmla="*/ 37 w 28"/>
                <a:gd name="T7" fmla="*/ 163 h 26"/>
                <a:gd name="T8" fmla="*/ 85 w 2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12" y="0"/>
                  </a:moveTo>
                  <a:cubicBezTo>
                    <a:pt x="6" y="3"/>
                    <a:pt x="3" y="12"/>
                    <a:pt x="7" y="17"/>
                  </a:cubicBezTo>
                  <a:cubicBezTo>
                    <a:pt x="11" y="23"/>
                    <a:pt x="20" y="25"/>
                    <a:pt x="28" y="22"/>
                  </a:cubicBezTo>
                  <a:cubicBezTo>
                    <a:pt x="20" y="26"/>
                    <a:pt x="9" y="25"/>
                    <a:pt x="5" y="19"/>
                  </a:cubicBezTo>
                  <a:cubicBezTo>
                    <a:pt x="0" y="12"/>
                    <a:pt x="4" y="2"/>
                    <a:pt x="1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08" name="Freeform 370">
              <a:extLst>
                <a:ext uri="{FF2B5EF4-FFF2-40B4-BE49-F238E27FC236}">
                  <a16:creationId xmlns:a16="http://schemas.microsoft.com/office/drawing/2014/main" id="{1F768292-1034-499B-A1A2-7A8947295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075"/>
              <a:ext cx="21" cy="22"/>
            </a:xfrm>
            <a:custGeom>
              <a:avLst/>
              <a:gdLst>
                <a:gd name="T0" fmla="*/ 0 w 11"/>
                <a:gd name="T1" fmla="*/ 0 h 11"/>
                <a:gd name="T2" fmla="*/ 76 w 11"/>
                <a:gd name="T3" fmla="*/ 88 h 11"/>
                <a:gd name="T4" fmla="*/ 0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6" y="1"/>
                    <a:pt x="11" y="6"/>
                    <a:pt x="11" y="11"/>
                  </a:cubicBezTo>
                  <a:cubicBezTo>
                    <a:pt x="9" y="7"/>
                    <a:pt x="7" y="3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09" name="Freeform 371">
              <a:extLst>
                <a:ext uri="{FF2B5EF4-FFF2-40B4-BE49-F238E27FC236}">
                  <a16:creationId xmlns:a16="http://schemas.microsoft.com/office/drawing/2014/main" id="{08C8A206-17ED-472E-87B7-95DC09D7E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083"/>
              <a:ext cx="41" cy="41"/>
            </a:xfrm>
            <a:custGeom>
              <a:avLst/>
              <a:gdLst>
                <a:gd name="T0" fmla="*/ 61 w 21"/>
                <a:gd name="T1" fmla="*/ 0 h 20"/>
                <a:gd name="T2" fmla="*/ 156 w 21"/>
                <a:gd name="T3" fmla="*/ 172 h 20"/>
                <a:gd name="T4" fmla="*/ 61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8" y="0"/>
                  </a:moveTo>
                  <a:cubicBezTo>
                    <a:pt x="6" y="5"/>
                    <a:pt x="2" y="19"/>
                    <a:pt x="21" y="20"/>
                  </a:cubicBezTo>
                  <a:cubicBezTo>
                    <a:pt x="13" y="20"/>
                    <a:pt x="0" y="17"/>
                    <a:pt x="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10" name="Freeform 372">
              <a:extLst>
                <a:ext uri="{FF2B5EF4-FFF2-40B4-BE49-F238E27FC236}">
                  <a16:creationId xmlns:a16="http://schemas.microsoft.com/office/drawing/2014/main" id="{FEE154E0-9AC2-4C65-94EC-3A3C97944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054"/>
              <a:ext cx="112" cy="107"/>
            </a:xfrm>
            <a:custGeom>
              <a:avLst/>
              <a:gdLst>
                <a:gd name="T0" fmla="*/ 44 w 58"/>
                <a:gd name="T1" fmla="*/ 245 h 52"/>
                <a:gd name="T2" fmla="*/ 201 w 58"/>
                <a:gd name="T3" fmla="*/ 8 h 52"/>
                <a:gd name="T4" fmla="*/ 404 w 58"/>
                <a:gd name="T5" fmla="*/ 224 h 52"/>
                <a:gd name="T6" fmla="*/ 44 w 58"/>
                <a:gd name="T7" fmla="*/ 24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2">
                  <a:moveTo>
                    <a:pt x="6" y="28"/>
                  </a:moveTo>
                  <a:cubicBezTo>
                    <a:pt x="0" y="14"/>
                    <a:pt x="10" y="2"/>
                    <a:pt x="28" y="1"/>
                  </a:cubicBezTo>
                  <a:cubicBezTo>
                    <a:pt x="46" y="0"/>
                    <a:pt x="58" y="9"/>
                    <a:pt x="56" y="26"/>
                  </a:cubicBezTo>
                  <a:cubicBezTo>
                    <a:pt x="54" y="42"/>
                    <a:pt x="15" y="52"/>
                    <a:pt x="6" y="2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11" name="Freeform 373">
              <a:extLst>
                <a:ext uri="{FF2B5EF4-FFF2-40B4-BE49-F238E27FC236}">
                  <a16:creationId xmlns:a16="http://schemas.microsoft.com/office/drawing/2014/main" id="{35AA8376-6E16-447B-BA3A-E98D9D2F6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069"/>
              <a:ext cx="60" cy="55"/>
            </a:xfrm>
            <a:custGeom>
              <a:avLst/>
              <a:gdLst>
                <a:gd name="T0" fmla="*/ 108 w 31"/>
                <a:gd name="T1" fmla="*/ 8 h 27"/>
                <a:gd name="T2" fmla="*/ 29 w 31"/>
                <a:gd name="T3" fmla="*/ 59 h 27"/>
                <a:gd name="T4" fmla="*/ 23 w 31"/>
                <a:gd name="T5" fmla="*/ 171 h 27"/>
                <a:gd name="T6" fmla="*/ 124 w 31"/>
                <a:gd name="T7" fmla="*/ 220 h 27"/>
                <a:gd name="T8" fmla="*/ 225 w 31"/>
                <a:gd name="T9" fmla="*/ 161 h 27"/>
                <a:gd name="T10" fmla="*/ 225 w 31"/>
                <a:gd name="T11" fmla="*/ 161 h 27"/>
                <a:gd name="T12" fmla="*/ 124 w 31"/>
                <a:gd name="T13" fmla="*/ 220 h 27"/>
                <a:gd name="T14" fmla="*/ 15 w 31"/>
                <a:gd name="T15" fmla="*/ 179 h 27"/>
                <a:gd name="T16" fmla="*/ 23 w 31"/>
                <a:gd name="T17" fmla="*/ 59 h 27"/>
                <a:gd name="T18" fmla="*/ 108 w 31"/>
                <a:gd name="T19" fmla="*/ 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7">
                  <a:moveTo>
                    <a:pt x="15" y="1"/>
                  </a:moveTo>
                  <a:cubicBezTo>
                    <a:pt x="11" y="1"/>
                    <a:pt x="6" y="3"/>
                    <a:pt x="4" y="7"/>
                  </a:cubicBezTo>
                  <a:cubicBezTo>
                    <a:pt x="0" y="11"/>
                    <a:pt x="0" y="17"/>
                    <a:pt x="3" y="20"/>
                  </a:cubicBezTo>
                  <a:cubicBezTo>
                    <a:pt x="5" y="24"/>
                    <a:pt x="11" y="26"/>
                    <a:pt x="17" y="26"/>
                  </a:cubicBezTo>
                  <a:cubicBezTo>
                    <a:pt x="24" y="26"/>
                    <a:pt x="29" y="23"/>
                    <a:pt x="31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29" y="23"/>
                    <a:pt x="24" y="26"/>
                    <a:pt x="17" y="26"/>
                  </a:cubicBezTo>
                  <a:cubicBezTo>
                    <a:pt x="11" y="27"/>
                    <a:pt x="5" y="25"/>
                    <a:pt x="2" y="21"/>
                  </a:cubicBezTo>
                  <a:cubicBezTo>
                    <a:pt x="0" y="17"/>
                    <a:pt x="0" y="11"/>
                    <a:pt x="3" y="7"/>
                  </a:cubicBezTo>
                  <a:cubicBezTo>
                    <a:pt x="6" y="2"/>
                    <a:pt x="11" y="0"/>
                    <a:pt x="15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12" name="Freeform 374">
              <a:extLst>
                <a:ext uri="{FF2B5EF4-FFF2-40B4-BE49-F238E27FC236}">
                  <a16:creationId xmlns:a16="http://schemas.microsoft.com/office/drawing/2014/main" id="{8490CAA3-04C4-4267-8E15-B4ED6A3C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211"/>
              <a:ext cx="106" cy="91"/>
            </a:xfrm>
            <a:custGeom>
              <a:avLst/>
              <a:gdLst>
                <a:gd name="T0" fmla="*/ 164 w 55"/>
                <a:gd name="T1" fmla="*/ 8 h 44"/>
                <a:gd name="T2" fmla="*/ 44 w 55"/>
                <a:gd name="T3" fmla="*/ 60 h 44"/>
                <a:gd name="T4" fmla="*/ 8 w 55"/>
                <a:gd name="T5" fmla="*/ 205 h 44"/>
                <a:gd name="T6" fmla="*/ 256 w 55"/>
                <a:gd name="T7" fmla="*/ 337 h 44"/>
                <a:gd name="T8" fmla="*/ 345 w 55"/>
                <a:gd name="T9" fmla="*/ 72 h 44"/>
                <a:gd name="T10" fmla="*/ 164 w 55"/>
                <a:gd name="T11" fmla="*/ 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44">
                  <a:moveTo>
                    <a:pt x="23" y="1"/>
                  </a:moveTo>
                  <a:cubicBezTo>
                    <a:pt x="16" y="1"/>
                    <a:pt x="10" y="2"/>
                    <a:pt x="6" y="7"/>
                  </a:cubicBezTo>
                  <a:cubicBezTo>
                    <a:pt x="2" y="12"/>
                    <a:pt x="0" y="17"/>
                    <a:pt x="1" y="23"/>
                  </a:cubicBezTo>
                  <a:cubicBezTo>
                    <a:pt x="3" y="37"/>
                    <a:pt x="21" y="44"/>
                    <a:pt x="36" y="38"/>
                  </a:cubicBezTo>
                  <a:cubicBezTo>
                    <a:pt x="52" y="32"/>
                    <a:pt x="55" y="16"/>
                    <a:pt x="48" y="8"/>
                  </a:cubicBezTo>
                  <a:cubicBezTo>
                    <a:pt x="42" y="1"/>
                    <a:pt x="37" y="0"/>
                    <a:pt x="23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13" name="Freeform 375">
              <a:extLst>
                <a:ext uri="{FF2B5EF4-FFF2-40B4-BE49-F238E27FC236}">
                  <a16:creationId xmlns:a16="http://schemas.microsoft.com/office/drawing/2014/main" id="{32416E5A-0184-4D6C-B528-D05E73C81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219"/>
              <a:ext cx="81" cy="76"/>
            </a:xfrm>
            <a:custGeom>
              <a:avLst/>
              <a:gdLst>
                <a:gd name="T0" fmla="*/ 257 w 42"/>
                <a:gd name="T1" fmla="*/ 43 h 37"/>
                <a:gd name="T2" fmla="*/ 208 w 42"/>
                <a:gd name="T3" fmla="*/ 0 h 37"/>
                <a:gd name="T4" fmla="*/ 245 w 42"/>
                <a:gd name="T5" fmla="*/ 33 h 37"/>
                <a:gd name="T6" fmla="*/ 164 w 42"/>
                <a:gd name="T7" fmla="*/ 279 h 37"/>
                <a:gd name="T8" fmla="*/ 0 w 42"/>
                <a:gd name="T9" fmla="*/ 279 h 37"/>
                <a:gd name="T10" fmla="*/ 172 w 42"/>
                <a:gd name="T11" fmla="*/ 288 h 37"/>
                <a:gd name="T12" fmla="*/ 257 w 42"/>
                <a:gd name="T13" fmla="*/ 4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7">
                  <a:moveTo>
                    <a:pt x="36" y="5"/>
                  </a:moveTo>
                  <a:cubicBezTo>
                    <a:pt x="33" y="2"/>
                    <a:pt x="31" y="1"/>
                    <a:pt x="29" y="0"/>
                  </a:cubicBezTo>
                  <a:cubicBezTo>
                    <a:pt x="31" y="1"/>
                    <a:pt x="32" y="2"/>
                    <a:pt x="34" y="4"/>
                  </a:cubicBezTo>
                  <a:cubicBezTo>
                    <a:pt x="40" y="11"/>
                    <a:pt x="37" y="26"/>
                    <a:pt x="23" y="32"/>
                  </a:cubicBezTo>
                  <a:cubicBezTo>
                    <a:pt x="15" y="36"/>
                    <a:pt x="7" y="35"/>
                    <a:pt x="0" y="32"/>
                  </a:cubicBezTo>
                  <a:cubicBezTo>
                    <a:pt x="7" y="36"/>
                    <a:pt x="16" y="37"/>
                    <a:pt x="24" y="33"/>
                  </a:cubicBezTo>
                  <a:cubicBezTo>
                    <a:pt x="39" y="27"/>
                    <a:pt x="42" y="12"/>
                    <a:pt x="3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14" name="Freeform 376">
              <a:extLst>
                <a:ext uri="{FF2B5EF4-FFF2-40B4-BE49-F238E27FC236}">
                  <a16:creationId xmlns:a16="http://schemas.microsoft.com/office/drawing/2014/main" id="{62E954EA-1215-4E8E-A44F-2539A95ED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213"/>
              <a:ext cx="77" cy="74"/>
            </a:xfrm>
            <a:custGeom>
              <a:avLst/>
              <a:gdLst>
                <a:gd name="T0" fmla="*/ 15 w 40"/>
                <a:gd name="T1" fmla="*/ 189 h 36"/>
                <a:gd name="T2" fmla="*/ 48 w 40"/>
                <a:gd name="T3" fmla="*/ 60 h 36"/>
                <a:gd name="T4" fmla="*/ 164 w 40"/>
                <a:gd name="T5" fmla="*/ 8 h 36"/>
                <a:gd name="T6" fmla="*/ 285 w 40"/>
                <a:gd name="T7" fmla="*/ 25 h 36"/>
                <a:gd name="T8" fmla="*/ 148 w 40"/>
                <a:gd name="T9" fmla="*/ 8 h 36"/>
                <a:gd name="T10" fmla="*/ 37 w 40"/>
                <a:gd name="T11" fmla="*/ 60 h 36"/>
                <a:gd name="T12" fmla="*/ 8 w 40"/>
                <a:gd name="T13" fmla="*/ 189 h 36"/>
                <a:gd name="T14" fmla="*/ 92 w 40"/>
                <a:gd name="T15" fmla="*/ 312 h 36"/>
                <a:gd name="T16" fmla="*/ 15 w 40"/>
                <a:gd name="T17" fmla="*/ 189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36">
                  <a:moveTo>
                    <a:pt x="2" y="22"/>
                  </a:moveTo>
                  <a:cubicBezTo>
                    <a:pt x="1" y="17"/>
                    <a:pt x="4" y="12"/>
                    <a:pt x="7" y="7"/>
                  </a:cubicBezTo>
                  <a:cubicBezTo>
                    <a:pt x="11" y="3"/>
                    <a:pt x="16" y="2"/>
                    <a:pt x="23" y="1"/>
                  </a:cubicBezTo>
                  <a:cubicBezTo>
                    <a:pt x="31" y="1"/>
                    <a:pt x="36" y="1"/>
                    <a:pt x="40" y="3"/>
                  </a:cubicBezTo>
                  <a:cubicBezTo>
                    <a:pt x="35" y="0"/>
                    <a:pt x="30" y="0"/>
                    <a:pt x="21" y="1"/>
                  </a:cubicBezTo>
                  <a:cubicBezTo>
                    <a:pt x="15" y="1"/>
                    <a:pt x="9" y="2"/>
                    <a:pt x="5" y="7"/>
                  </a:cubicBezTo>
                  <a:cubicBezTo>
                    <a:pt x="2" y="11"/>
                    <a:pt x="0" y="16"/>
                    <a:pt x="1" y="22"/>
                  </a:cubicBezTo>
                  <a:cubicBezTo>
                    <a:pt x="2" y="28"/>
                    <a:pt x="7" y="33"/>
                    <a:pt x="13" y="36"/>
                  </a:cubicBezTo>
                  <a:cubicBezTo>
                    <a:pt x="8" y="33"/>
                    <a:pt x="4" y="28"/>
                    <a:pt x="2" y="2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15" name="Freeform 377">
              <a:extLst>
                <a:ext uri="{FF2B5EF4-FFF2-40B4-BE49-F238E27FC236}">
                  <a16:creationId xmlns:a16="http://schemas.microsoft.com/office/drawing/2014/main" id="{550ACA7C-A28D-4B3F-80E3-7DB1F72E1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225"/>
              <a:ext cx="70" cy="46"/>
            </a:xfrm>
            <a:custGeom>
              <a:avLst/>
              <a:gdLst>
                <a:gd name="T0" fmla="*/ 185 w 36"/>
                <a:gd name="T1" fmla="*/ 27 h 22"/>
                <a:gd name="T2" fmla="*/ 109 w 36"/>
                <a:gd name="T3" fmla="*/ 192 h 22"/>
                <a:gd name="T4" fmla="*/ 16 w 36"/>
                <a:gd name="T5" fmla="*/ 65 h 22"/>
                <a:gd name="T6" fmla="*/ 185 w 36"/>
                <a:gd name="T7" fmla="*/ 2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25" y="3"/>
                  </a:moveTo>
                  <a:cubicBezTo>
                    <a:pt x="36" y="9"/>
                    <a:pt x="29" y="22"/>
                    <a:pt x="15" y="21"/>
                  </a:cubicBezTo>
                  <a:cubicBezTo>
                    <a:pt x="1" y="21"/>
                    <a:pt x="0" y="12"/>
                    <a:pt x="2" y="7"/>
                  </a:cubicBezTo>
                  <a:cubicBezTo>
                    <a:pt x="5" y="2"/>
                    <a:pt x="19" y="0"/>
                    <a:pt x="25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16" name="Freeform 378">
              <a:extLst>
                <a:ext uri="{FF2B5EF4-FFF2-40B4-BE49-F238E27FC236}">
                  <a16:creationId xmlns:a16="http://schemas.microsoft.com/office/drawing/2014/main" id="{14E9C991-E9C4-4074-B668-7A51586B3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242"/>
              <a:ext cx="62" cy="29"/>
            </a:xfrm>
            <a:custGeom>
              <a:avLst/>
              <a:gdLst>
                <a:gd name="T0" fmla="*/ 211 w 32"/>
                <a:gd name="T1" fmla="*/ 0 h 14"/>
                <a:gd name="T2" fmla="*/ 93 w 32"/>
                <a:gd name="T3" fmla="*/ 99 h 14"/>
                <a:gd name="T4" fmla="*/ 0 w 32"/>
                <a:gd name="T5" fmla="*/ 44 h 14"/>
                <a:gd name="T6" fmla="*/ 101 w 32"/>
                <a:gd name="T7" fmla="*/ 116 h 14"/>
                <a:gd name="T8" fmla="*/ 211 w 3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29" y="0"/>
                  </a:moveTo>
                  <a:cubicBezTo>
                    <a:pt x="30" y="5"/>
                    <a:pt x="23" y="12"/>
                    <a:pt x="13" y="11"/>
                  </a:cubicBezTo>
                  <a:cubicBezTo>
                    <a:pt x="6" y="11"/>
                    <a:pt x="2" y="9"/>
                    <a:pt x="0" y="5"/>
                  </a:cubicBezTo>
                  <a:cubicBezTo>
                    <a:pt x="1" y="9"/>
                    <a:pt x="5" y="13"/>
                    <a:pt x="14" y="13"/>
                  </a:cubicBezTo>
                  <a:cubicBezTo>
                    <a:pt x="25" y="14"/>
                    <a:pt x="32" y="6"/>
                    <a:pt x="2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17" name="Freeform 379">
              <a:extLst>
                <a:ext uri="{FF2B5EF4-FFF2-40B4-BE49-F238E27FC236}">
                  <a16:creationId xmlns:a16="http://schemas.microsoft.com/office/drawing/2014/main" id="{D6473DC1-F944-4032-B256-7B6BA9007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227"/>
              <a:ext cx="31" cy="9"/>
            </a:xfrm>
            <a:custGeom>
              <a:avLst/>
              <a:gdLst>
                <a:gd name="T0" fmla="*/ 116 w 16"/>
                <a:gd name="T1" fmla="*/ 11 h 4"/>
                <a:gd name="T2" fmla="*/ 0 w 16"/>
                <a:gd name="T3" fmla="*/ 45 h 4"/>
                <a:gd name="T4" fmla="*/ 116 w 16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16" y="1"/>
                  </a:moveTo>
                  <a:cubicBezTo>
                    <a:pt x="11" y="0"/>
                    <a:pt x="3" y="1"/>
                    <a:pt x="0" y="4"/>
                  </a:cubicBezTo>
                  <a:cubicBezTo>
                    <a:pt x="3" y="2"/>
                    <a:pt x="11" y="0"/>
                    <a:pt x="16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18" name="Freeform 380">
              <a:extLst>
                <a:ext uri="{FF2B5EF4-FFF2-40B4-BE49-F238E27FC236}">
                  <a16:creationId xmlns:a16="http://schemas.microsoft.com/office/drawing/2014/main" id="{E6C9397C-D9B2-4D69-8B3A-1B853E55E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254"/>
              <a:ext cx="46" cy="27"/>
            </a:xfrm>
            <a:custGeom>
              <a:avLst/>
              <a:gdLst>
                <a:gd name="T0" fmla="*/ 0 w 24"/>
                <a:gd name="T1" fmla="*/ 52 h 13"/>
                <a:gd name="T2" fmla="*/ 169 w 24"/>
                <a:gd name="T3" fmla="*/ 0 h 13"/>
                <a:gd name="T4" fmla="*/ 0 w 24"/>
                <a:gd name="T5" fmla="*/ 5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0" y="6"/>
                  </a:moveTo>
                  <a:cubicBezTo>
                    <a:pt x="4" y="8"/>
                    <a:pt x="19" y="10"/>
                    <a:pt x="24" y="0"/>
                  </a:cubicBezTo>
                  <a:cubicBezTo>
                    <a:pt x="23" y="5"/>
                    <a:pt x="12" y="13"/>
                    <a:pt x="0" y="6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19" name="Freeform 381">
              <a:extLst>
                <a:ext uri="{FF2B5EF4-FFF2-40B4-BE49-F238E27FC236}">
                  <a16:creationId xmlns:a16="http://schemas.microsoft.com/office/drawing/2014/main" id="{3A800C94-5F4A-4AA6-AEAF-5CDA57C8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211"/>
              <a:ext cx="106" cy="91"/>
            </a:xfrm>
            <a:custGeom>
              <a:avLst/>
              <a:gdLst>
                <a:gd name="T0" fmla="*/ 164 w 55"/>
                <a:gd name="T1" fmla="*/ 8 h 44"/>
                <a:gd name="T2" fmla="*/ 44 w 55"/>
                <a:gd name="T3" fmla="*/ 60 h 44"/>
                <a:gd name="T4" fmla="*/ 8 w 55"/>
                <a:gd name="T5" fmla="*/ 205 h 44"/>
                <a:gd name="T6" fmla="*/ 256 w 55"/>
                <a:gd name="T7" fmla="*/ 337 h 44"/>
                <a:gd name="T8" fmla="*/ 345 w 55"/>
                <a:gd name="T9" fmla="*/ 72 h 44"/>
                <a:gd name="T10" fmla="*/ 164 w 55"/>
                <a:gd name="T11" fmla="*/ 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44">
                  <a:moveTo>
                    <a:pt x="23" y="1"/>
                  </a:moveTo>
                  <a:cubicBezTo>
                    <a:pt x="16" y="1"/>
                    <a:pt x="10" y="2"/>
                    <a:pt x="6" y="7"/>
                  </a:cubicBezTo>
                  <a:cubicBezTo>
                    <a:pt x="2" y="12"/>
                    <a:pt x="0" y="17"/>
                    <a:pt x="1" y="23"/>
                  </a:cubicBezTo>
                  <a:cubicBezTo>
                    <a:pt x="3" y="37"/>
                    <a:pt x="21" y="44"/>
                    <a:pt x="36" y="38"/>
                  </a:cubicBezTo>
                  <a:cubicBezTo>
                    <a:pt x="52" y="32"/>
                    <a:pt x="55" y="16"/>
                    <a:pt x="48" y="8"/>
                  </a:cubicBezTo>
                  <a:cubicBezTo>
                    <a:pt x="42" y="1"/>
                    <a:pt x="37" y="0"/>
                    <a:pt x="23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20" name="Freeform 382">
              <a:extLst>
                <a:ext uri="{FF2B5EF4-FFF2-40B4-BE49-F238E27FC236}">
                  <a16:creationId xmlns:a16="http://schemas.microsoft.com/office/drawing/2014/main" id="{70F59799-ABD5-49E8-88C2-2699E523F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231"/>
              <a:ext cx="60" cy="40"/>
            </a:xfrm>
            <a:custGeom>
              <a:avLst/>
              <a:gdLst>
                <a:gd name="T0" fmla="*/ 180 w 31"/>
                <a:gd name="T1" fmla="*/ 0 h 19"/>
                <a:gd name="T2" fmla="*/ 217 w 31"/>
                <a:gd name="T3" fmla="*/ 93 h 19"/>
                <a:gd name="T4" fmla="*/ 108 w 31"/>
                <a:gd name="T5" fmla="*/ 168 h 19"/>
                <a:gd name="T6" fmla="*/ 15 w 31"/>
                <a:gd name="T7" fmla="*/ 120 h 19"/>
                <a:gd name="T8" fmla="*/ 15 w 31"/>
                <a:gd name="T9" fmla="*/ 36 h 19"/>
                <a:gd name="T10" fmla="*/ 15 w 31"/>
                <a:gd name="T11" fmla="*/ 36 h 19"/>
                <a:gd name="T12" fmla="*/ 15 w 31"/>
                <a:gd name="T13" fmla="*/ 120 h 19"/>
                <a:gd name="T14" fmla="*/ 108 w 31"/>
                <a:gd name="T15" fmla="*/ 177 h 19"/>
                <a:gd name="T16" fmla="*/ 217 w 31"/>
                <a:gd name="T17" fmla="*/ 93 h 19"/>
                <a:gd name="T18" fmla="*/ 180 w 31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9">
                  <a:moveTo>
                    <a:pt x="25" y="0"/>
                  </a:moveTo>
                  <a:cubicBezTo>
                    <a:pt x="29" y="3"/>
                    <a:pt x="31" y="6"/>
                    <a:pt x="30" y="10"/>
                  </a:cubicBezTo>
                  <a:cubicBezTo>
                    <a:pt x="29" y="14"/>
                    <a:pt x="24" y="18"/>
                    <a:pt x="15" y="18"/>
                  </a:cubicBezTo>
                  <a:cubicBezTo>
                    <a:pt x="7" y="18"/>
                    <a:pt x="4" y="15"/>
                    <a:pt x="2" y="13"/>
                  </a:cubicBezTo>
                  <a:cubicBezTo>
                    <a:pt x="1" y="10"/>
                    <a:pt x="1" y="6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6"/>
                    <a:pt x="0" y="10"/>
                    <a:pt x="2" y="13"/>
                  </a:cubicBezTo>
                  <a:cubicBezTo>
                    <a:pt x="3" y="15"/>
                    <a:pt x="7" y="19"/>
                    <a:pt x="15" y="19"/>
                  </a:cubicBezTo>
                  <a:cubicBezTo>
                    <a:pt x="24" y="19"/>
                    <a:pt x="29" y="14"/>
                    <a:pt x="30" y="10"/>
                  </a:cubicBezTo>
                  <a:cubicBezTo>
                    <a:pt x="31" y="6"/>
                    <a:pt x="29" y="3"/>
                    <a:pt x="2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21" name="Freeform 383">
              <a:extLst>
                <a:ext uri="{FF2B5EF4-FFF2-40B4-BE49-F238E27FC236}">
                  <a16:creationId xmlns:a16="http://schemas.microsoft.com/office/drawing/2014/main" id="{2451EFB6-A23F-4D69-A075-2D702E378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291"/>
              <a:ext cx="101" cy="85"/>
            </a:xfrm>
            <a:custGeom>
              <a:avLst/>
              <a:gdLst>
                <a:gd name="T0" fmla="*/ 163 w 52"/>
                <a:gd name="T1" fmla="*/ 0 h 41"/>
                <a:gd name="T2" fmla="*/ 45 w 52"/>
                <a:gd name="T3" fmla="*/ 52 h 41"/>
                <a:gd name="T4" fmla="*/ 8 w 52"/>
                <a:gd name="T5" fmla="*/ 189 h 41"/>
                <a:gd name="T6" fmla="*/ 249 w 52"/>
                <a:gd name="T7" fmla="*/ 313 h 41"/>
                <a:gd name="T8" fmla="*/ 336 w 52"/>
                <a:gd name="T9" fmla="*/ 64 h 41"/>
                <a:gd name="T10" fmla="*/ 163 w 52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41">
                  <a:moveTo>
                    <a:pt x="22" y="0"/>
                  </a:moveTo>
                  <a:cubicBezTo>
                    <a:pt x="15" y="1"/>
                    <a:pt x="9" y="2"/>
                    <a:pt x="6" y="6"/>
                  </a:cubicBezTo>
                  <a:cubicBezTo>
                    <a:pt x="2" y="11"/>
                    <a:pt x="0" y="16"/>
                    <a:pt x="1" y="21"/>
                  </a:cubicBezTo>
                  <a:cubicBezTo>
                    <a:pt x="3" y="34"/>
                    <a:pt x="20" y="41"/>
                    <a:pt x="34" y="35"/>
                  </a:cubicBezTo>
                  <a:cubicBezTo>
                    <a:pt x="49" y="29"/>
                    <a:pt x="52" y="14"/>
                    <a:pt x="46" y="7"/>
                  </a:cubicBezTo>
                  <a:cubicBezTo>
                    <a:pt x="39" y="1"/>
                    <a:pt x="35" y="0"/>
                    <a:pt x="22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22" name="Freeform 384">
              <a:extLst>
                <a:ext uri="{FF2B5EF4-FFF2-40B4-BE49-F238E27FC236}">
                  <a16:creationId xmlns:a16="http://schemas.microsoft.com/office/drawing/2014/main" id="{BCC310D1-640D-48BE-A84F-504237D68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297"/>
              <a:ext cx="76" cy="73"/>
            </a:xfrm>
            <a:custGeom>
              <a:avLst/>
              <a:gdLst>
                <a:gd name="T0" fmla="*/ 244 w 39"/>
                <a:gd name="T1" fmla="*/ 44 h 35"/>
                <a:gd name="T2" fmla="*/ 201 w 39"/>
                <a:gd name="T3" fmla="*/ 0 h 35"/>
                <a:gd name="T4" fmla="*/ 236 w 39"/>
                <a:gd name="T5" fmla="*/ 35 h 35"/>
                <a:gd name="T6" fmla="*/ 156 w 39"/>
                <a:gd name="T7" fmla="*/ 284 h 35"/>
                <a:gd name="T8" fmla="*/ 0 w 39"/>
                <a:gd name="T9" fmla="*/ 273 h 35"/>
                <a:gd name="T10" fmla="*/ 164 w 39"/>
                <a:gd name="T11" fmla="*/ 292 h 35"/>
                <a:gd name="T12" fmla="*/ 244 w 39"/>
                <a:gd name="T13" fmla="*/ 4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5">
                  <a:moveTo>
                    <a:pt x="33" y="5"/>
                  </a:moveTo>
                  <a:cubicBezTo>
                    <a:pt x="31" y="3"/>
                    <a:pt x="29" y="1"/>
                    <a:pt x="27" y="0"/>
                  </a:cubicBezTo>
                  <a:cubicBezTo>
                    <a:pt x="28" y="1"/>
                    <a:pt x="30" y="2"/>
                    <a:pt x="32" y="4"/>
                  </a:cubicBezTo>
                  <a:cubicBezTo>
                    <a:pt x="37" y="11"/>
                    <a:pt x="34" y="25"/>
                    <a:pt x="21" y="31"/>
                  </a:cubicBezTo>
                  <a:cubicBezTo>
                    <a:pt x="14" y="34"/>
                    <a:pt x="6" y="33"/>
                    <a:pt x="0" y="30"/>
                  </a:cubicBezTo>
                  <a:cubicBezTo>
                    <a:pt x="6" y="34"/>
                    <a:pt x="15" y="35"/>
                    <a:pt x="22" y="32"/>
                  </a:cubicBezTo>
                  <a:cubicBezTo>
                    <a:pt x="36" y="26"/>
                    <a:pt x="39" y="12"/>
                    <a:pt x="33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23" name="Freeform 385">
              <a:extLst>
                <a:ext uri="{FF2B5EF4-FFF2-40B4-BE49-F238E27FC236}">
                  <a16:creationId xmlns:a16="http://schemas.microsoft.com/office/drawing/2014/main" id="{B38577A1-4D92-43EA-B503-DADCEC02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293"/>
              <a:ext cx="74" cy="68"/>
            </a:xfrm>
            <a:custGeom>
              <a:avLst/>
              <a:gdLst>
                <a:gd name="T0" fmla="*/ 23 w 38"/>
                <a:gd name="T1" fmla="*/ 183 h 33"/>
                <a:gd name="T2" fmla="*/ 53 w 38"/>
                <a:gd name="T3" fmla="*/ 60 h 33"/>
                <a:gd name="T4" fmla="*/ 164 w 38"/>
                <a:gd name="T5" fmla="*/ 8 h 33"/>
                <a:gd name="T6" fmla="*/ 280 w 38"/>
                <a:gd name="T7" fmla="*/ 16 h 33"/>
                <a:gd name="T8" fmla="*/ 148 w 38"/>
                <a:gd name="T9" fmla="*/ 0 h 33"/>
                <a:gd name="T10" fmla="*/ 37 w 38"/>
                <a:gd name="T11" fmla="*/ 52 h 33"/>
                <a:gd name="T12" fmla="*/ 8 w 38"/>
                <a:gd name="T13" fmla="*/ 173 h 33"/>
                <a:gd name="T14" fmla="*/ 95 w 38"/>
                <a:gd name="T15" fmla="*/ 288 h 33"/>
                <a:gd name="T16" fmla="*/ 23 w 38"/>
                <a:gd name="T17" fmla="*/ 183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3">
                  <a:moveTo>
                    <a:pt x="3" y="21"/>
                  </a:moveTo>
                  <a:cubicBezTo>
                    <a:pt x="2" y="15"/>
                    <a:pt x="4" y="10"/>
                    <a:pt x="7" y="7"/>
                  </a:cubicBezTo>
                  <a:cubicBezTo>
                    <a:pt x="11" y="2"/>
                    <a:pt x="16" y="1"/>
                    <a:pt x="22" y="1"/>
                  </a:cubicBezTo>
                  <a:cubicBezTo>
                    <a:pt x="29" y="1"/>
                    <a:pt x="34" y="1"/>
                    <a:pt x="38" y="2"/>
                  </a:cubicBezTo>
                  <a:cubicBezTo>
                    <a:pt x="34" y="0"/>
                    <a:pt x="29" y="0"/>
                    <a:pt x="20" y="0"/>
                  </a:cubicBezTo>
                  <a:cubicBezTo>
                    <a:pt x="14" y="1"/>
                    <a:pt x="9" y="1"/>
                    <a:pt x="5" y="6"/>
                  </a:cubicBezTo>
                  <a:cubicBezTo>
                    <a:pt x="2" y="10"/>
                    <a:pt x="0" y="15"/>
                    <a:pt x="1" y="20"/>
                  </a:cubicBezTo>
                  <a:cubicBezTo>
                    <a:pt x="2" y="26"/>
                    <a:pt x="7" y="31"/>
                    <a:pt x="13" y="33"/>
                  </a:cubicBezTo>
                  <a:cubicBezTo>
                    <a:pt x="8" y="31"/>
                    <a:pt x="4" y="26"/>
                    <a:pt x="3" y="21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24" name="Freeform 386">
              <a:extLst>
                <a:ext uri="{FF2B5EF4-FFF2-40B4-BE49-F238E27FC236}">
                  <a16:creationId xmlns:a16="http://schemas.microsoft.com/office/drawing/2014/main" id="{81028E70-174D-4CB0-B4EC-FE2E91B2A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304"/>
              <a:ext cx="65" cy="41"/>
            </a:xfrm>
            <a:custGeom>
              <a:avLst/>
              <a:gdLst>
                <a:gd name="T0" fmla="*/ 168 w 34"/>
                <a:gd name="T1" fmla="*/ 25 h 20"/>
                <a:gd name="T2" fmla="*/ 105 w 34"/>
                <a:gd name="T3" fmla="*/ 172 h 20"/>
                <a:gd name="T4" fmla="*/ 21 w 34"/>
                <a:gd name="T5" fmla="*/ 59 h 20"/>
                <a:gd name="T6" fmla="*/ 168 w 34"/>
                <a:gd name="T7" fmla="*/ 2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0">
                  <a:moveTo>
                    <a:pt x="24" y="3"/>
                  </a:moveTo>
                  <a:cubicBezTo>
                    <a:pt x="34" y="9"/>
                    <a:pt x="28" y="20"/>
                    <a:pt x="15" y="20"/>
                  </a:cubicBezTo>
                  <a:cubicBezTo>
                    <a:pt x="1" y="20"/>
                    <a:pt x="0" y="11"/>
                    <a:pt x="3" y="7"/>
                  </a:cubicBezTo>
                  <a:cubicBezTo>
                    <a:pt x="6" y="2"/>
                    <a:pt x="18" y="0"/>
                    <a:pt x="24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25" name="Freeform 387">
              <a:extLst>
                <a:ext uri="{FF2B5EF4-FFF2-40B4-BE49-F238E27FC236}">
                  <a16:creationId xmlns:a16="http://schemas.microsoft.com/office/drawing/2014/main" id="{27912969-80FD-4CF7-852F-555589BB9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318"/>
              <a:ext cx="56" cy="27"/>
            </a:xfrm>
            <a:custGeom>
              <a:avLst/>
              <a:gdLst>
                <a:gd name="T0" fmla="*/ 187 w 29"/>
                <a:gd name="T1" fmla="*/ 0 h 13"/>
                <a:gd name="T2" fmla="*/ 85 w 29"/>
                <a:gd name="T3" fmla="*/ 100 h 13"/>
                <a:gd name="T4" fmla="*/ 0 w 29"/>
                <a:gd name="T5" fmla="*/ 52 h 13"/>
                <a:gd name="T6" fmla="*/ 93 w 29"/>
                <a:gd name="T7" fmla="*/ 116 h 13"/>
                <a:gd name="T8" fmla="*/ 187 w 2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26" y="0"/>
                  </a:moveTo>
                  <a:cubicBezTo>
                    <a:pt x="27" y="6"/>
                    <a:pt x="22" y="11"/>
                    <a:pt x="12" y="11"/>
                  </a:cubicBezTo>
                  <a:cubicBezTo>
                    <a:pt x="5" y="11"/>
                    <a:pt x="1" y="9"/>
                    <a:pt x="0" y="6"/>
                  </a:cubicBezTo>
                  <a:cubicBezTo>
                    <a:pt x="1" y="9"/>
                    <a:pt x="4" y="13"/>
                    <a:pt x="13" y="13"/>
                  </a:cubicBezTo>
                  <a:cubicBezTo>
                    <a:pt x="23" y="13"/>
                    <a:pt x="29" y="6"/>
                    <a:pt x="2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26" name="Freeform 388">
              <a:extLst>
                <a:ext uri="{FF2B5EF4-FFF2-40B4-BE49-F238E27FC236}">
                  <a16:creationId xmlns:a16="http://schemas.microsoft.com/office/drawing/2014/main" id="{09ABC556-014C-44EC-8005-F480F3D40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306"/>
              <a:ext cx="29" cy="8"/>
            </a:xfrm>
            <a:custGeom>
              <a:avLst/>
              <a:gdLst>
                <a:gd name="T0" fmla="*/ 108 w 15"/>
                <a:gd name="T1" fmla="*/ 8 h 4"/>
                <a:gd name="T2" fmla="*/ 0 w 15"/>
                <a:gd name="T3" fmla="*/ 32 h 4"/>
                <a:gd name="T4" fmla="*/ 108 w 1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15" y="1"/>
                  </a:moveTo>
                  <a:cubicBezTo>
                    <a:pt x="11" y="0"/>
                    <a:pt x="3" y="1"/>
                    <a:pt x="0" y="4"/>
                  </a:cubicBezTo>
                  <a:cubicBezTo>
                    <a:pt x="4" y="3"/>
                    <a:pt x="10" y="1"/>
                    <a:pt x="15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27" name="Freeform 389">
              <a:extLst>
                <a:ext uri="{FF2B5EF4-FFF2-40B4-BE49-F238E27FC236}">
                  <a16:creationId xmlns:a16="http://schemas.microsoft.com/office/drawing/2014/main" id="{B7BE2115-044B-4ED4-866C-84B7F7F93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333"/>
              <a:ext cx="43" cy="22"/>
            </a:xfrm>
            <a:custGeom>
              <a:avLst/>
              <a:gdLst>
                <a:gd name="T0" fmla="*/ 0 w 22"/>
                <a:gd name="T1" fmla="*/ 40 h 11"/>
                <a:gd name="T2" fmla="*/ 164 w 22"/>
                <a:gd name="T3" fmla="*/ 0 h 11"/>
                <a:gd name="T4" fmla="*/ 0 w 22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5"/>
                  </a:moveTo>
                  <a:cubicBezTo>
                    <a:pt x="3" y="7"/>
                    <a:pt x="17" y="9"/>
                    <a:pt x="22" y="0"/>
                  </a:cubicBezTo>
                  <a:cubicBezTo>
                    <a:pt x="21" y="4"/>
                    <a:pt x="11" y="11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28" name="Freeform 390">
              <a:extLst>
                <a:ext uri="{FF2B5EF4-FFF2-40B4-BE49-F238E27FC236}">
                  <a16:creationId xmlns:a16="http://schemas.microsoft.com/office/drawing/2014/main" id="{2EBC17B6-7B30-479C-BEC8-793166C14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291"/>
              <a:ext cx="101" cy="85"/>
            </a:xfrm>
            <a:custGeom>
              <a:avLst/>
              <a:gdLst>
                <a:gd name="T0" fmla="*/ 163 w 52"/>
                <a:gd name="T1" fmla="*/ 0 h 41"/>
                <a:gd name="T2" fmla="*/ 45 w 52"/>
                <a:gd name="T3" fmla="*/ 52 h 41"/>
                <a:gd name="T4" fmla="*/ 8 w 52"/>
                <a:gd name="T5" fmla="*/ 189 h 41"/>
                <a:gd name="T6" fmla="*/ 249 w 52"/>
                <a:gd name="T7" fmla="*/ 313 h 41"/>
                <a:gd name="T8" fmla="*/ 336 w 52"/>
                <a:gd name="T9" fmla="*/ 64 h 41"/>
                <a:gd name="T10" fmla="*/ 163 w 52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41">
                  <a:moveTo>
                    <a:pt x="22" y="0"/>
                  </a:moveTo>
                  <a:cubicBezTo>
                    <a:pt x="15" y="1"/>
                    <a:pt x="9" y="2"/>
                    <a:pt x="6" y="6"/>
                  </a:cubicBezTo>
                  <a:cubicBezTo>
                    <a:pt x="2" y="11"/>
                    <a:pt x="0" y="16"/>
                    <a:pt x="1" y="21"/>
                  </a:cubicBezTo>
                  <a:cubicBezTo>
                    <a:pt x="3" y="34"/>
                    <a:pt x="20" y="41"/>
                    <a:pt x="34" y="35"/>
                  </a:cubicBezTo>
                  <a:cubicBezTo>
                    <a:pt x="49" y="29"/>
                    <a:pt x="52" y="14"/>
                    <a:pt x="46" y="7"/>
                  </a:cubicBezTo>
                  <a:cubicBezTo>
                    <a:pt x="39" y="1"/>
                    <a:pt x="35" y="0"/>
                    <a:pt x="22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29" name="Freeform 391">
              <a:extLst>
                <a:ext uri="{FF2B5EF4-FFF2-40B4-BE49-F238E27FC236}">
                  <a16:creationId xmlns:a16="http://schemas.microsoft.com/office/drawing/2014/main" id="{65B32CFA-B777-426C-BA65-3865CCEA5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310"/>
              <a:ext cx="56" cy="37"/>
            </a:xfrm>
            <a:custGeom>
              <a:avLst/>
              <a:gdLst>
                <a:gd name="T0" fmla="*/ 164 w 29"/>
                <a:gd name="T1" fmla="*/ 0 h 18"/>
                <a:gd name="T2" fmla="*/ 201 w 29"/>
                <a:gd name="T3" fmla="*/ 80 h 18"/>
                <a:gd name="T4" fmla="*/ 100 w 29"/>
                <a:gd name="T5" fmla="*/ 148 h 18"/>
                <a:gd name="T6" fmla="*/ 15 w 29"/>
                <a:gd name="T7" fmla="*/ 105 h 18"/>
                <a:gd name="T8" fmla="*/ 15 w 29"/>
                <a:gd name="T9" fmla="*/ 33 h 18"/>
                <a:gd name="T10" fmla="*/ 15 w 29"/>
                <a:gd name="T11" fmla="*/ 33 h 18"/>
                <a:gd name="T12" fmla="*/ 15 w 29"/>
                <a:gd name="T13" fmla="*/ 105 h 18"/>
                <a:gd name="T14" fmla="*/ 100 w 29"/>
                <a:gd name="T15" fmla="*/ 156 h 18"/>
                <a:gd name="T16" fmla="*/ 201 w 29"/>
                <a:gd name="T17" fmla="*/ 80 h 18"/>
                <a:gd name="T18" fmla="*/ 164 w 29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18">
                  <a:moveTo>
                    <a:pt x="23" y="0"/>
                  </a:moveTo>
                  <a:cubicBezTo>
                    <a:pt x="27" y="2"/>
                    <a:pt x="29" y="6"/>
                    <a:pt x="28" y="9"/>
                  </a:cubicBezTo>
                  <a:cubicBezTo>
                    <a:pt x="27" y="13"/>
                    <a:pt x="22" y="17"/>
                    <a:pt x="14" y="17"/>
                  </a:cubicBezTo>
                  <a:cubicBezTo>
                    <a:pt x="6" y="17"/>
                    <a:pt x="3" y="14"/>
                    <a:pt x="2" y="12"/>
                  </a:cubicBezTo>
                  <a:cubicBezTo>
                    <a:pt x="0" y="9"/>
                    <a:pt x="1" y="6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6"/>
                    <a:pt x="0" y="9"/>
                    <a:pt x="2" y="12"/>
                  </a:cubicBezTo>
                  <a:cubicBezTo>
                    <a:pt x="3" y="15"/>
                    <a:pt x="6" y="17"/>
                    <a:pt x="14" y="18"/>
                  </a:cubicBezTo>
                  <a:cubicBezTo>
                    <a:pt x="22" y="18"/>
                    <a:pt x="27" y="13"/>
                    <a:pt x="28" y="9"/>
                  </a:cubicBezTo>
                  <a:cubicBezTo>
                    <a:pt x="29" y="6"/>
                    <a:pt x="27" y="3"/>
                    <a:pt x="23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30" name="Freeform 392">
              <a:extLst>
                <a:ext uri="{FF2B5EF4-FFF2-40B4-BE49-F238E27FC236}">
                  <a16:creationId xmlns:a16="http://schemas.microsoft.com/office/drawing/2014/main" id="{A0E49E77-B74A-4B7E-8277-F3F9723A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157"/>
              <a:ext cx="122" cy="122"/>
            </a:xfrm>
            <a:custGeom>
              <a:avLst/>
              <a:gdLst>
                <a:gd name="T0" fmla="*/ 405 w 63"/>
                <a:gd name="T1" fmla="*/ 281 h 59"/>
                <a:gd name="T2" fmla="*/ 232 w 63"/>
                <a:gd name="T3" fmla="*/ 8 h 59"/>
                <a:gd name="T4" fmla="*/ 15 w 63"/>
                <a:gd name="T5" fmla="*/ 265 h 59"/>
                <a:gd name="T6" fmla="*/ 405 w 63"/>
                <a:gd name="T7" fmla="*/ 28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9">
                  <a:moveTo>
                    <a:pt x="56" y="32"/>
                  </a:moveTo>
                  <a:cubicBezTo>
                    <a:pt x="63" y="16"/>
                    <a:pt x="52" y="2"/>
                    <a:pt x="32" y="1"/>
                  </a:cubicBezTo>
                  <a:cubicBezTo>
                    <a:pt x="13" y="0"/>
                    <a:pt x="0" y="11"/>
                    <a:pt x="2" y="30"/>
                  </a:cubicBezTo>
                  <a:cubicBezTo>
                    <a:pt x="4" y="49"/>
                    <a:pt x="47" y="59"/>
                    <a:pt x="56" y="3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31" name="Freeform 393">
              <a:extLst>
                <a:ext uri="{FF2B5EF4-FFF2-40B4-BE49-F238E27FC236}">
                  <a16:creationId xmlns:a16="http://schemas.microsoft.com/office/drawing/2014/main" id="{D3D41E0B-8644-43FF-8C34-4AE808225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166"/>
              <a:ext cx="83" cy="94"/>
            </a:xfrm>
            <a:custGeom>
              <a:avLst/>
              <a:gdLst>
                <a:gd name="T0" fmla="*/ 180 w 43"/>
                <a:gd name="T1" fmla="*/ 0 h 46"/>
                <a:gd name="T2" fmla="*/ 253 w 43"/>
                <a:gd name="T3" fmla="*/ 229 h 46"/>
                <a:gd name="T4" fmla="*/ 0 w 43"/>
                <a:gd name="T5" fmla="*/ 343 h 46"/>
                <a:gd name="T6" fmla="*/ 272 w 43"/>
                <a:gd name="T7" fmla="*/ 229 h 46"/>
                <a:gd name="T8" fmla="*/ 180 w 4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25" y="0"/>
                  </a:moveTo>
                  <a:cubicBezTo>
                    <a:pt x="35" y="5"/>
                    <a:pt x="40" y="15"/>
                    <a:pt x="35" y="27"/>
                  </a:cubicBezTo>
                  <a:cubicBezTo>
                    <a:pt x="30" y="42"/>
                    <a:pt x="13" y="45"/>
                    <a:pt x="0" y="40"/>
                  </a:cubicBezTo>
                  <a:cubicBezTo>
                    <a:pt x="13" y="46"/>
                    <a:pt x="32" y="44"/>
                    <a:pt x="38" y="27"/>
                  </a:cubicBezTo>
                  <a:cubicBezTo>
                    <a:pt x="43" y="16"/>
                    <a:pt x="37" y="4"/>
                    <a:pt x="25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32" name="Freeform 394">
              <a:extLst>
                <a:ext uri="{FF2B5EF4-FFF2-40B4-BE49-F238E27FC236}">
                  <a16:creationId xmlns:a16="http://schemas.microsoft.com/office/drawing/2014/main" id="{A626D5FF-DDD8-4425-9BE4-93522FA3E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161"/>
              <a:ext cx="56" cy="91"/>
            </a:xfrm>
            <a:custGeom>
              <a:avLst/>
              <a:gdLst>
                <a:gd name="T0" fmla="*/ 124 w 29"/>
                <a:gd name="T1" fmla="*/ 381 h 44"/>
                <a:gd name="T2" fmla="*/ 37 w 29"/>
                <a:gd name="T3" fmla="*/ 248 h 44"/>
                <a:gd name="T4" fmla="*/ 193 w 29"/>
                <a:gd name="T5" fmla="*/ 0 h 44"/>
                <a:gd name="T6" fmla="*/ 193 w 29"/>
                <a:gd name="T7" fmla="*/ 0 h 44"/>
                <a:gd name="T8" fmla="*/ 15 w 29"/>
                <a:gd name="T9" fmla="*/ 248 h 44"/>
                <a:gd name="T10" fmla="*/ 124 w 29"/>
                <a:gd name="T11" fmla="*/ 381 h 44"/>
                <a:gd name="T12" fmla="*/ 124 w 29"/>
                <a:gd name="T13" fmla="*/ 38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4">
                  <a:moveTo>
                    <a:pt x="17" y="43"/>
                  </a:moveTo>
                  <a:cubicBezTo>
                    <a:pt x="10" y="40"/>
                    <a:pt x="5" y="34"/>
                    <a:pt x="5" y="28"/>
                  </a:cubicBezTo>
                  <a:cubicBezTo>
                    <a:pt x="3" y="12"/>
                    <a:pt x="13" y="2"/>
                    <a:pt x="27" y="0"/>
                  </a:cubicBezTo>
                  <a:cubicBezTo>
                    <a:pt x="29" y="0"/>
                    <a:pt x="28" y="0"/>
                    <a:pt x="27" y="0"/>
                  </a:cubicBezTo>
                  <a:cubicBezTo>
                    <a:pt x="11" y="1"/>
                    <a:pt x="0" y="11"/>
                    <a:pt x="2" y="28"/>
                  </a:cubicBezTo>
                  <a:cubicBezTo>
                    <a:pt x="3" y="34"/>
                    <a:pt x="9" y="40"/>
                    <a:pt x="17" y="43"/>
                  </a:cubicBezTo>
                  <a:cubicBezTo>
                    <a:pt x="20" y="44"/>
                    <a:pt x="19" y="44"/>
                    <a:pt x="17" y="4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33" name="Freeform 395">
              <a:extLst>
                <a:ext uri="{FF2B5EF4-FFF2-40B4-BE49-F238E27FC236}">
                  <a16:creationId xmlns:a16="http://schemas.microsoft.com/office/drawing/2014/main" id="{B3C241B4-9BB4-4B80-891C-758BEFEB8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1174"/>
              <a:ext cx="79" cy="68"/>
            </a:xfrm>
            <a:custGeom>
              <a:avLst/>
              <a:gdLst>
                <a:gd name="T0" fmla="*/ 37 w 41"/>
                <a:gd name="T1" fmla="*/ 192 h 33"/>
                <a:gd name="T2" fmla="*/ 249 w 41"/>
                <a:gd name="T3" fmla="*/ 208 h 33"/>
                <a:gd name="T4" fmla="*/ 156 w 41"/>
                <a:gd name="T5" fmla="*/ 8 h 33"/>
                <a:gd name="T6" fmla="*/ 37 w 41"/>
                <a:gd name="T7" fmla="*/ 19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3">
                  <a:moveTo>
                    <a:pt x="5" y="22"/>
                  </a:moveTo>
                  <a:cubicBezTo>
                    <a:pt x="11" y="33"/>
                    <a:pt x="30" y="32"/>
                    <a:pt x="35" y="24"/>
                  </a:cubicBezTo>
                  <a:cubicBezTo>
                    <a:pt x="41" y="15"/>
                    <a:pt x="33" y="0"/>
                    <a:pt x="22" y="1"/>
                  </a:cubicBezTo>
                  <a:cubicBezTo>
                    <a:pt x="5" y="3"/>
                    <a:pt x="0" y="13"/>
                    <a:pt x="5" y="2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34" name="Freeform 396">
              <a:extLst>
                <a:ext uri="{FF2B5EF4-FFF2-40B4-BE49-F238E27FC236}">
                  <a16:creationId xmlns:a16="http://schemas.microsoft.com/office/drawing/2014/main" id="{8E0784D9-6234-48C0-9E1A-124C87F06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178"/>
              <a:ext cx="56" cy="62"/>
            </a:xfrm>
            <a:custGeom>
              <a:avLst/>
              <a:gdLst>
                <a:gd name="T0" fmla="*/ 116 w 29"/>
                <a:gd name="T1" fmla="*/ 0 h 30"/>
                <a:gd name="T2" fmla="*/ 156 w 29"/>
                <a:gd name="T3" fmla="*/ 176 h 30"/>
                <a:gd name="T4" fmla="*/ 0 w 29"/>
                <a:gd name="T5" fmla="*/ 231 h 30"/>
                <a:gd name="T6" fmla="*/ 172 w 29"/>
                <a:gd name="T7" fmla="*/ 192 h 30"/>
                <a:gd name="T8" fmla="*/ 116 w 29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">
                  <a:moveTo>
                    <a:pt x="16" y="0"/>
                  </a:moveTo>
                  <a:cubicBezTo>
                    <a:pt x="23" y="4"/>
                    <a:pt x="26" y="14"/>
                    <a:pt x="22" y="20"/>
                  </a:cubicBezTo>
                  <a:cubicBezTo>
                    <a:pt x="18" y="26"/>
                    <a:pt x="8" y="29"/>
                    <a:pt x="0" y="26"/>
                  </a:cubicBezTo>
                  <a:cubicBezTo>
                    <a:pt x="8" y="30"/>
                    <a:pt x="20" y="28"/>
                    <a:pt x="24" y="22"/>
                  </a:cubicBezTo>
                  <a:cubicBezTo>
                    <a:pt x="29" y="14"/>
                    <a:pt x="24" y="3"/>
                    <a:pt x="1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35" name="Freeform 397">
              <a:extLst>
                <a:ext uri="{FF2B5EF4-FFF2-40B4-BE49-F238E27FC236}">
                  <a16:creationId xmlns:a16="http://schemas.microsoft.com/office/drawing/2014/main" id="{88FE7E89-1ABB-499E-81C8-F8D77C644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180"/>
              <a:ext cx="21" cy="27"/>
            </a:xfrm>
            <a:custGeom>
              <a:avLst/>
              <a:gdLst>
                <a:gd name="T0" fmla="*/ 76 w 11"/>
                <a:gd name="T1" fmla="*/ 0 h 13"/>
                <a:gd name="T2" fmla="*/ 0 w 11"/>
                <a:gd name="T3" fmla="*/ 116 h 13"/>
                <a:gd name="T4" fmla="*/ 76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1" y="0"/>
                  </a:moveTo>
                  <a:cubicBezTo>
                    <a:pt x="5" y="2"/>
                    <a:pt x="0" y="7"/>
                    <a:pt x="0" y="13"/>
                  </a:cubicBezTo>
                  <a:cubicBezTo>
                    <a:pt x="2" y="9"/>
                    <a:pt x="4" y="4"/>
                    <a:pt x="1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36" name="Freeform 398">
              <a:extLst>
                <a:ext uri="{FF2B5EF4-FFF2-40B4-BE49-F238E27FC236}">
                  <a16:creationId xmlns:a16="http://schemas.microsoft.com/office/drawing/2014/main" id="{F92FA220-BDB7-4104-A9C3-D979FFC56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190"/>
              <a:ext cx="45" cy="48"/>
            </a:xfrm>
            <a:custGeom>
              <a:avLst/>
              <a:gdLst>
                <a:gd name="T0" fmla="*/ 104 w 23"/>
                <a:gd name="T1" fmla="*/ 0 h 23"/>
                <a:gd name="T2" fmla="*/ 0 w 23"/>
                <a:gd name="T3" fmla="*/ 209 h 23"/>
                <a:gd name="T4" fmla="*/ 104 w 2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4" y="0"/>
                  </a:moveTo>
                  <a:cubicBezTo>
                    <a:pt x="17" y="6"/>
                    <a:pt x="20" y="21"/>
                    <a:pt x="0" y="23"/>
                  </a:cubicBezTo>
                  <a:cubicBezTo>
                    <a:pt x="9" y="23"/>
                    <a:pt x="23" y="19"/>
                    <a:pt x="1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37" name="Freeform 399">
              <a:extLst>
                <a:ext uri="{FF2B5EF4-FFF2-40B4-BE49-F238E27FC236}">
                  <a16:creationId xmlns:a16="http://schemas.microsoft.com/office/drawing/2014/main" id="{BD3454A4-D1DF-437A-9E88-D325F7121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157"/>
              <a:ext cx="122" cy="122"/>
            </a:xfrm>
            <a:custGeom>
              <a:avLst/>
              <a:gdLst>
                <a:gd name="T0" fmla="*/ 405 w 63"/>
                <a:gd name="T1" fmla="*/ 281 h 59"/>
                <a:gd name="T2" fmla="*/ 232 w 63"/>
                <a:gd name="T3" fmla="*/ 8 h 59"/>
                <a:gd name="T4" fmla="*/ 15 w 63"/>
                <a:gd name="T5" fmla="*/ 265 h 59"/>
                <a:gd name="T6" fmla="*/ 405 w 63"/>
                <a:gd name="T7" fmla="*/ 28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9">
                  <a:moveTo>
                    <a:pt x="56" y="32"/>
                  </a:moveTo>
                  <a:cubicBezTo>
                    <a:pt x="63" y="16"/>
                    <a:pt x="52" y="2"/>
                    <a:pt x="32" y="1"/>
                  </a:cubicBezTo>
                  <a:cubicBezTo>
                    <a:pt x="13" y="0"/>
                    <a:pt x="0" y="11"/>
                    <a:pt x="2" y="30"/>
                  </a:cubicBezTo>
                  <a:cubicBezTo>
                    <a:pt x="4" y="49"/>
                    <a:pt x="47" y="59"/>
                    <a:pt x="56" y="3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38" name="Freeform 400">
              <a:extLst>
                <a:ext uri="{FF2B5EF4-FFF2-40B4-BE49-F238E27FC236}">
                  <a16:creationId xmlns:a16="http://schemas.microsoft.com/office/drawing/2014/main" id="{1B751782-96E2-4F84-8EFD-D38D1D469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176"/>
              <a:ext cx="63" cy="62"/>
            </a:xfrm>
            <a:custGeom>
              <a:avLst/>
              <a:gdLst>
                <a:gd name="T0" fmla="*/ 116 w 33"/>
                <a:gd name="T1" fmla="*/ 0 h 30"/>
                <a:gd name="T2" fmla="*/ 200 w 33"/>
                <a:gd name="T3" fmla="*/ 60 h 30"/>
                <a:gd name="T4" fmla="*/ 208 w 33"/>
                <a:gd name="T5" fmla="*/ 192 h 30"/>
                <a:gd name="T6" fmla="*/ 105 w 33"/>
                <a:gd name="T7" fmla="*/ 256 h 30"/>
                <a:gd name="T8" fmla="*/ 0 w 33"/>
                <a:gd name="T9" fmla="*/ 184 h 30"/>
                <a:gd name="T10" fmla="*/ 0 w 33"/>
                <a:gd name="T11" fmla="*/ 184 h 30"/>
                <a:gd name="T12" fmla="*/ 105 w 33"/>
                <a:gd name="T13" fmla="*/ 256 h 30"/>
                <a:gd name="T14" fmla="*/ 216 w 33"/>
                <a:gd name="T15" fmla="*/ 205 h 30"/>
                <a:gd name="T16" fmla="*/ 208 w 33"/>
                <a:gd name="T17" fmla="*/ 60 h 30"/>
                <a:gd name="T18" fmla="*/ 116 w 33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0">
                  <a:moveTo>
                    <a:pt x="17" y="0"/>
                  </a:moveTo>
                  <a:cubicBezTo>
                    <a:pt x="22" y="0"/>
                    <a:pt x="26" y="2"/>
                    <a:pt x="29" y="7"/>
                  </a:cubicBezTo>
                  <a:cubicBezTo>
                    <a:pt x="33" y="12"/>
                    <a:pt x="33" y="18"/>
                    <a:pt x="30" y="22"/>
                  </a:cubicBezTo>
                  <a:cubicBezTo>
                    <a:pt x="27" y="27"/>
                    <a:pt x="21" y="29"/>
                    <a:pt x="15" y="29"/>
                  </a:cubicBezTo>
                  <a:cubicBezTo>
                    <a:pt x="8" y="29"/>
                    <a:pt x="2" y="26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3" y="26"/>
                    <a:pt x="8" y="29"/>
                    <a:pt x="15" y="29"/>
                  </a:cubicBezTo>
                  <a:cubicBezTo>
                    <a:pt x="21" y="30"/>
                    <a:pt x="28" y="27"/>
                    <a:pt x="31" y="23"/>
                  </a:cubicBezTo>
                  <a:cubicBezTo>
                    <a:pt x="33" y="18"/>
                    <a:pt x="33" y="12"/>
                    <a:pt x="30" y="7"/>
                  </a:cubicBezTo>
                  <a:cubicBezTo>
                    <a:pt x="26" y="2"/>
                    <a:pt x="22" y="0"/>
                    <a:pt x="1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39" name="Freeform 401">
              <a:extLst>
                <a:ext uri="{FF2B5EF4-FFF2-40B4-BE49-F238E27FC236}">
                  <a16:creationId xmlns:a16="http://schemas.microsoft.com/office/drawing/2014/main" id="{D0BA0E26-338A-4760-BD0C-EC0E61831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69"/>
              <a:ext cx="135" cy="94"/>
            </a:xfrm>
            <a:custGeom>
              <a:avLst/>
              <a:gdLst>
                <a:gd name="T0" fmla="*/ 185 w 70"/>
                <a:gd name="T1" fmla="*/ 8 h 46"/>
                <a:gd name="T2" fmla="*/ 85 w 70"/>
                <a:gd name="T3" fmla="*/ 67 h 46"/>
                <a:gd name="T4" fmla="*/ 216 w 70"/>
                <a:gd name="T5" fmla="*/ 351 h 46"/>
                <a:gd name="T6" fmla="*/ 480 w 70"/>
                <a:gd name="T7" fmla="*/ 247 h 46"/>
                <a:gd name="T8" fmla="*/ 432 w 70"/>
                <a:gd name="T9" fmla="*/ 76 h 46"/>
                <a:gd name="T10" fmla="*/ 293 w 70"/>
                <a:gd name="T11" fmla="*/ 25 h 46"/>
                <a:gd name="T12" fmla="*/ 185 w 70"/>
                <a:gd name="T13" fmla="*/ 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46">
                  <a:moveTo>
                    <a:pt x="26" y="1"/>
                  </a:moveTo>
                  <a:cubicBezTo>
                    <a:pt x="20" y="2"/>
                    <a:pt x="15" y="4"/>
                    <a:pt x="12" y="8"/>
                  </a:cubicBezTo>
                  <a:cubicBezTo>
                    <a:pt x="0" y="22"/>
                    <a:pt x="12" y="37"/>
                    <a:pt x="30" y="41"/>
                  </a:cubicBezTo>
                  <a:cubicBezTo>
                    <a:pt x="47" y="46"/>
                    <a:pt x="64" y="38"/>
                    <a:pt x="67" y="29"/>
                  </a:cubicBezTo>
                  <a:cubicBezTo>
                    <a:pt x="70" y="20"/>
                    <a:pt x="67" y="13"/>
                    <a:pt x="60" y="9"/>
                  </a:cubicBezTo>
                  <a:cubicBezTo>
                    <a:pt x="54" y="5"/>
                    <a:pt x="45" y="4"/>
                    <a:pt x="41" y="3"/>
                  </a:cubicBezTo>
                  <a:cubicBezTo>
                    <a:pt x="36" y="2"/>
                    <a:pt x="30" y="0"/>
                    <a:pt x="26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40" name="Freeform 402">
              <a:extLst>
                <a:ext uri="{FF2B5EF4-FFF2-40B4-BE49-F238E27FC236}">
                  <a16:creationId xmlns:a16="http://schemas.microsoft.com/office/drawing/2014/main" id="{E74A4FF9-593C-4930-A3EC-AE0174C1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071"/>
              <a:ext cx="102" cy="55"/>
            </a:xfrm>
            <a:custGeom>
              <a:avLst/>
              <a:gdLst>
                <a:gd name="T0" fmla="*/ 316 w 53"/>
                <a:gd name="T1" fmla="*/ 67 h 27"/>
                <a:gd name="T2" fmla="*/ 185 w 53"/>
                <a:gd name="T3" fmla="*/ 24 h 27"/>
                <a:gd name="T4" fmla="*/ 85 w 53"/>
                <a:gd name="T5" fmla="*/ 8 h 27"/>
                <a:gd name="T6" fmla="*/ 0 w 53"/>
                <a:gd name="T7" fmla="*/ 49 h 27"/>
                <a:gd name="T8" fmla="*/ 77 w 53"/>
                <a:gd name="T9" fmla="*/ 16 h 27"/>
                <a:gd name="T10" fmla="*/ 177 w 53"/>
                <a:gd name="T11" fmla="*/ 33 h 27"/>
                <a:gd name="T12" fmla="*/ 308 w 53"/>
                <a:gd name="T13" fmla="*/ 75 h 27"/>
                <a:gd name="T14" fmla="*/ 356 w 53"/>
                <a:gd name="T15" fmla="*/ 228 h 27"/>
                <a:gd name="T16" fmla="*/ 356 w 53"/>
                <a:gd name="T17" fmla="*/ 228 h 27"/>
                <a:gd name="T18" fmla="*/ 316 w 53"/>
                <a:gd name="T19" fmla="*/ 67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27">
                  <a:moveTo>
                    <a:pt x="44" y="8"/>
                  </a:moveTo>
                  <a:cubicBezTo>
                    <a:pt x="39" y="4"/>
                    <a:pt x="30" y="4"/>
                    <a:pt x="26" y="3"/>
                  </a:cubicBezTo>
                  <a:cubicBezTo>
                    <a:pt x="21" y="2"/>
                    <a:pt x="16" y="0"/>
                    <a:pt x="12" y="1"/>
                  </a:cubicBezTo>
                  <a:cubicBezTo>
                    <a:pt x="7" y="2"/>
                    <a:pt x="4" y="2"/>
                    <a:pt x="0" y="6"/>
                  </a:cubicBezTo>
                  <a:cubicBezTo>
                    <a:pt x="3" y="3"/>
                    <a:pt x="7" y="3"/>
                    <a:pt x="11" y="2"/>
                  </a:cubicBezTo>
                  <a:cubicBezTo>
                    <a:pt x="15" y="2"/>
                    <a:pt x="20" y="4"/>
                    <a:pt x="25" y="4"/>
                  </a:cubicBezTo>
                  <a:cubicBezTo>
                    <a:pt x="29" y="5"/>
                    <a:pt x="37" y="5"/>
                    <a:pt x="43" y="9"/>
                  </a:cubicBezTo>
                  <a:cubicBezTo>
                    <a:pt x="49" y="14"/>
                    <a:pt x="53" y="19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3" y="19"/>
                    <a:pt x="51" y="12"/>
                    <a:pt x="44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41" name="Freeform 403">
              <a:extLst>
                <a:ext uri="{FF2B5EF4-FFF2-40B4-BE49-F238E27FC236}">
                  <a16:creationId xmlns:a16="http://schemas.microsoft.com/office/drawing/2014/main" id="{C93862D4-2291-44FE-A823-A6D44149E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083"/>
              <a:ext cx="116" cy="76"/>
            </a:xfrm>
            <a:custGeom>
              <a:avLst/>
              <a:gdLst>
                <a:gd name="T0" fmla="*/ 209 w 60"/>
                <a:gd name="T1" fmla="*/ 279 h 37"/>
                <a:gd name="T2" fmla="*/ 85 w 60"/>
                <a:gd name="T3" fmla="*/ 0 h 37"/>
                <a:gd name="T4" fmla="*/ 93 w 60"/>
                <a:gd name="T5" fmla="*/ 0 h 37"/>
                <a:gd name="T6" fmla="*/ 79 w 60"/>
                <a:gd name="T7" fmla="*/ 16 h 37"/>
                <a:gd name="T8" fmla="*/ 201 w 60"/>
                <a:gd name="T9" fmla="*/ 288 h 37"/>
                <a:gd name="T10" fmla="*/ 433 w 60"/>
                <a:gd name="T11" fmla="*/ 224 h 37"/>
                <a:gd name="T12" fmla="*/ 209 w 60"/>
                <a:gd name="T13" fmla="*/ 27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7">
                  <a:moveTo>
                    <a:pt x="29" y="32"/>
                  </a:moveTo>
                  <a:cubicBezTo>
                    <a:pt x="13" y="28"/>
                    <a:pt x="2" y="13"/>
                    <a:pt x="1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1"/>
                    <a:pt x="11" y="2"/>
                  </a:cubicBezTo>
                  <a:cubicBezTo>
                    <a:pt x="0" y="15"/>
                    <a:pt x="11" y="29"/>
                    <a:pt x="28" y="33"/>
                  </a:cubicBezTo>
                  <a:cubicBezTo>
                    <a:pt x="42" y="37"/>
                    <a:pt x="55" y="32"/>
                    <a:pt x="60" y="26"/>
                  </a:cubicBezTo>
                  <a:cubicBezTo>
                    <a:pt x="54" y="32"/>
                    <a:pt x="42" y="35"/>
                    <a:pt x="29" y="3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42" name="Freeform 404">
              <a:extLst>
                <a:ext uri="{FF2B5EF4-FFF2-40B4-BE49-F238E27FC236}">
                  <a16:creationId xmlns:a16="http://schemas.microsoft.com/office/drawing/2014/main" id="{99B24FFE-CDDF-4AD2-ADCA-7EE00CB9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093"/>
              <a:ext cx="70" cy="42"/>
            </a:xfrm>
            <a:custGeom>
              <a:avLst/>
              <a:gdLst>
                <a:gd name="T0" fmla="*/ 257 w 36"/>
                <a:gd name="T1" fmla="*/ 101 h 20"/>
                <a:gd name="T2" fmla="*/ 72 w 36"/>
                <a:gd name="T3" fmla="*/ 149 h 20"/>
                <a:gd name="T4" fmla="*/ 37 w 36"/>
                <a:gd name="T5" fmla="*/ 17 h 20"/>
                <a:gd name="T6" fmla="*/ 163 w 36"/>
                <a:gd name="T7" fmla="*/ 27 h 20"/>
                <a:gd name="T8" fmla="*/ 257 w 36"/>
                <a:gd name="T9" fmla="*/ 10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">
                  <a:moveTo>
                    <a:pt x="35" y="11"/>
                  </a:moveTo>
                  <a:cubicBezTo>
                    <a:pt x="33" y="20"/>
                    <a:pt x="20" y="20"/>
                    <a:pt x="10" y="16"/>
                  </a:cubicBezTo>
                  <a:cubicBezTo>
                    <a:pt x="0" y="12"/>
                    <a:pt x="0" y="5"/>
                    <a:pt x="5" y="2"/>
                  </a:cubicBezTo>
                  <a:cubicBezTo>
                    <a:pt x="10" y="0"/>
                    <a:pt x="14" y="1"/>
                    <a:pt x="22" y="3"/>
                  </a:cubicBezTo>
                  <a:cubicBezTo>
                    <a:pt x="30" y="4"/>
                    <a:pt x="36" y="7"/>
                    <a:pt x="35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43" name="Freeform 405">
              <a:extLst>
                <a:ext uri="{FF2B5EF4-FFF2-40B4-BE49-F238E27FC236}">
                  <a16:creationId xmlns:a16="http://schemas.microsoft.com/office/drawing/2014/main" id="{AE36F59B-26E3-4867-8951-FFEC971E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102"/>
              <a:ext cx="68" cy="33"/>
            </a:xfrm>
            <a:custGeom>
              <a:avLst/>
              <a:gdLst>
                <a:gd name="T0" fmla="*/ 80 w 35"/>
                <a:gd name="T1" fmla="*/ 89 h 16"/>
                <a:gd name="T2" fmla="*/ 23 w 35"/>
                <a:gd name="T3" fmla="*/ 0 h 16"/>
                <a:gd name="T4" fmla="*/ 72 w 35"/>
                <a:gd name="T5" fmla="*/ 107 h 16"/>
                <a:gd name="T6" fmla="*/ 256 w 35"/>
                <a:gd name="T7" fmla="*/ 72 h 16"/>
                <a:gd name="T8" fmla="*/ 80 w 35"/>
                <a:gd name="T9" fmla="*/ 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6">
                  <a:moveTo>
                    <a:pt x="11" y="10"/>
                  </a:moveTo>
                  <a:cubicBezTo>
                    <a:pt x="5" y="7"/>
                    <a:pt x="2" y="3"/>
                    <a:pt x="3" y="0"/>
                  </a:cubicBezTo>
                  <a:cubicBezTo>
                    <a:pt x="0" y="3"/>
                    <a:pt x="2" y="8"/>
                    <a:pt x="10" y="12"/>
                  </a:cubicBezTo>
                  <a:cubicBezTo>
                    <a:pt x="20" y="16"/>
                    <a:pt x="32" y="16"/>
                    <a:pt x="35" y="8"/>
                  </a:cubicBezTo>
                  <a:cubicBezTo>
                    <a:pt x="31" y="14"/>
                    <a:pt x="20" y="13"/>
                    <a:pt x="11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44" name="Freeform 406">
              <a:extLst>
                <a:ext uri="{FF2B5EF4-FFF2-40B4-BE49-F238E27FC236}">
                  <a16:creationId xmlns:a16="http://schemas.microsoft.com/office/drawing/2014/main" id="{28D657DA-7726-40F9-A6D3-EDD48D329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095"/>
              <a:ext cx="42" cy="15"/>
            </a:xfrm>
            <a:custGeom>
              <a:avLst/>
              <a:gdLst>
                <a:gd name="T0" fmla="*/ 0 w 22"/>
                <a:gd name="T1" fmla="*/ 0 h 7"/>
                <a:gd name="T2" fmla="*/ 153 w 22"/>
                <a:gd name="T3" fmla="*/ 69 h 7"/>
                <a:gd name="T4" fmla="*/ 69 w 22"/>
                <a:gd name="T5" fmla="*/ 28 h 7"/>
                <a:gd name="T6" fmla="*/ 0 w 2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7" y="0"/>
                    <a:pt x="18" y="2"/>
                    <a:pt x="22" y="7"/>
                  </a:cubicBezTo>
                  <a:cubicBezTo>
                    <a:pt x="19" y="5"/>
                    <a:pt x="13" y="3"/>
                    <a:pt x="10" y="3"/>
                  </a:cubicBezTo>
                  <a:cubicBezTo>
                    <a:pt x="6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45" name="Freeform 407">
              <a:extLst>
                <a:ext uri="{FF2B5EF4-FFF2-40B4-BE49-F238E27FC236}">
                  <a16:creationId xmlns:a16="http://schemas.microsoft.com/office/drawing/2014/main" id="{5F587BF2-BF0D-46D8-899D-E18108405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091"/>
              <a:ext cx="37" cy="19"/>
            </a:xfrm>
            <a:custGeom>
              <a:avLst/>
              <a:gdLst>
                <a:gd name="T0" fmla="*/ 80 w 19"/>
                <a:gd name="T1" fmla="*/ 17 h 9"/>
                <a:gd name="T2" fmla="*/ 0 w 19"/>
                <a:gd name="T3" fmla="*/ 8 h 9"/>
                <a:gd name="T4" fmla="*/ 140 w 19"/>
                <a:gd name="T5" fmla="*/ 84 h 9"/>
                <a:gd name="T6" fmla="*/ 80 w 19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1" y="2"/>
                  </a:moveTo>
                  <a:cubicBezTo>
                    <a:pt x="8" y="1"/>
                    <a:pt x="4" y="0"/>
                    <a:pt x="0" y="1"/>
                  </a:cubicBezTo>
                  <a:cubicBezTo>
                    <a:pt x="4" y="1"/>
                    <a:pt x="18" y="4"/>
                    <a:pt x="19" y="9"/>
                  </a:cubicBezTo>
                  <a:cubicBezTo>
                    <a:pt x="18" y="8"/>
                    <a:pt x="16" y="4"/>
                    <a:pt x="1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46" name="Freeform 408">
              <a:extLst>
                <a:ext uri="{FF2B5EF4-FFF2-40B4-BE49-F238E27FC236}">
                  <a16:creationId xmlns:a16="http://schemas.microsoft.com/office/drawing/2014/main" id="{A113855A-5C31-49CA-8DF9-6382DF5E7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120"/>
              <a:ext cx="48" cy="19"/>
            </a:xfrm>
            <a:custGeom>
              <a:avLst/>
              <a:gdLst>
                <a:gd name="T0" fmla="*/ 0 w 25"/>
                <a:gd name="T1" fmla="*/ 0 h 9"/>
                <a:gd name="T2" fmla="*/ 177 w 25"/>
                <a:gd name="T3" fmla="*/ 49 h 9"/>
                <a:gd name="T4" fmla="*/ 0 w 2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9">
                  <a:moveTo>
                    <a:pt x="0" y="0"/>
                  </a:moveTo>
                  <a:cubicBezTo>
                    <a:pt x="3" y="3"/>
                    <a:pt x="15" y="8"/>
                    <a:pt x="25" y="5"/>
                  </a:cubicBezTo>
                  <a:cubicBezTo>
                    <a:pt x="22" y="7"/>
                    <a:pt x="8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47" name="Freeform 409">
              <a:extLst>
                <a:ext uri="{FF2B5EF4-FFF2-40B4-BE49-F238E27FC236}">
                  <a16:creationId xmlns:a16="http://schemas.microsoft.com/office/drawing/2014/main" id="{202E35ED-CE15-460E-941C-A33EFD8B2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69"/>
              <a:ext cx="135" cy="94"/>
            </a:xfrm>
            <a:custGeom>
              <a:avLst/>
              <a:gdLst>
                <a:gd name="T0" fmla="*/ 185 w 70"/>
                <a:gd name="T1" fmla="*/ 8 h 46"/>
                <a:gd name="T2" fmla="*/ 85 w 70"/>
                <a:gd name="T3" fmla="*/ 67 h 46"/>
                <a:gd name="T4" fmla="*/ 216 w 70"/>
                <a:gd name="T5" fmla="*/ 351 h 46"/>
                <a:gd name="T6" fmla="*/ 480 w 70"/>
                <a:gd name="T7" fmla="*/ 247 h 46"/>
                <a:gd name="T8" fmla="*/ 432 w 70"/>
                <a:gd name="T9" fmla="*/ 76 h 46"/>
                <a:gd name="T10" fmla="*/ 293 w 70"/>
                <a:gd name="T11" fmla="*/ 25 h 46"/>
                <a:gd name="T12" fmla="*/ 185 w 70"/>
                <a:gd name="T13" fmla="*/ 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46">
                  <a:moveTo>
                    <a:pt x="26" y="1"/>
                  </a:moveTo>
                  <a:cubicBezTo>
                    <a:pt x="20" y="2"/>
                    <a:pt x="15" y="4"/>
                    <a:pt x="12" y="8"/>
                  </a:cubicBezTo>
                  <a:cubicBezTo>
                    <a:pt x="0" y="22"/>
                    <a:pt x="12" y="37"/>
                    <a:pt x="30" y="41"/>
                  </a:cubicBezTo>
                  <a:cubicBezTo>
                    <a:pt x="47" y="46"/>
                    <a:pt x="64" y="38"/>
                    <a:pt x="67" y="29"/>
                  </a:cubicBezTo>
                  <a:cubicBezTo>
                    <a:pt x="70" y="20"/>
                    <a:pt x="67" y="13"/>
                    <a:pt x="60" y="9"/>
                  </a:cubicBezTo>
                  <a:cubicBezTo>
                    <a:pt x="54" y="5"/>
                    <a:pt x="45" y="4"/>
                    <a:pt x="41" y="3"/>
                  </a:cubicBezTo>
                  <a:cubicBezTo>
                    <a:pt x="36" y="2"/>
                    <a:pt x="30" y="0"/>
                    <a:pt x="26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48" name="Freeform 410">
              <a:extLst>
                <a:ext uri="{FF2B5EF4-FFF2-40B4-BE49-F238E27FC236}">
                  <a16:creationId xmlns:a16="http://schemas.microsoft.com/office/drawing/2014/main" id="{65BB12FD-2ED0-4423-937A-AA81FB4B1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097"/>
              <a:ext cx="64" cy="38"/>
            </a:xfrm>
            <a:custGeom>
              <a:avLst/>
              <a:gdLst>
                <a:gd name="T0" fmla="*/ 0 w 33"/>
                <a:gd name="T1" fmla="*/ 49 h 18"/>
                <a:gd name="T2" fmla="*/ 60 w 33"/>
                <a:gd name="T3" fmla="*/ 133 h 18"/>
                <a:gd name="T4" fmla="*/ 204 w 33"/>
                <a:gd name="T5" fmla="*/ 144 h 18"/>
                <a:gd name="T6" fmla="*/ 240 w 33"/>
                <a:gd name="T7" fmla="*/ 84 h 18"/>
                <a:gd name="T8" fmla="*/ 240 w 33"/>
                <a:gd name="T9" fmla="*/ 84 h 18"/>
                <a:gd name="T10" fmla="*/ 204 w 33"/>
                <a:gd name="T11" fmla="*/ 144 h 18"/>
                <a:gd name="T12" fmla="*/ 60 w 33"/>
                <a:gd name="T13" fmla="*/ 133 h 18"/>
                <a:gd name="T14" fmla="*/ 0 w 33"/>
                <a:gd name="T15" fmla="*/ 49 h 18"/>
                <a:gd name="T16" fmla="*/ 23 w 33"/>
                <a:gd name="T17" fmla="*/ 0 h 18"/>
                <a:gd name="T18" fmla="*/ 23 w 33"/>
                <a:gd name="T19" fmla="*/ 0 h 18"/>
                <a:gd name="T20" fmla="*/ 0 w 33"/>
                <a:gd name="T21" fmla="*/ 4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8">
                  <a:moveTo>
                    <a:pt x="0" y="5"/>
                  </a:moveTo>
                  <a:cubicBezTo>
                    <a:pt x="0" y="9"/>
                    <a:pt x="3" y="12"/>
                    <a:pt x="8" y="14"/>
                  </a:cubicBezTo>
                  <a:cubicBezTo>
                    <a:pt x="15" y="17"/>
                    <a:pt x="23" y="18"/>
                    <a:pt x="28" y="15"/>
                  </a:cubicBezTo>
                  <a:cubicBezTo>
                    <a:pt x="31" y="14"/>
                    <a:pt x="32" y="12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12"/>
                    <a:pt x="31" y="14"/>
                    <a:pt x="28" y="15"/>
                  </a:cubicBezTo>
                  <a:cubicBezTo>
                    <a:pt x="23" y="17"/>
                    <a:pt x="15" y="17"/>
                    <a:pt x="8" y="14"/>
                  </a:cubicBezTo>
                  <a:cubicBezTo>
                    <a:pt x="3" y="12"/>
                    <a:pt x="0" y="8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49" name="Freeform 411">
              <a:extLst>
                <a:ext uri="{FF2B5EF4-FFF2-40B4-BE49-F238E27FC236}">
                  <a16:creationId xmlns:a16="http://schemas.microsoft.com/office/drawing/2014/main" id="{4231D258-9DB1-40AC-B0DA-347E6A218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539"/>
              <a:ext cx="176" cy="167"/>
            </a:xfrm>
            <a:custGeom>
              <a:avLst/>
              <a:gdLst>
                <a:gd name="T0" fmla="*/ 145 w 91"/>
                <a:gd name="T1" fmla="*/ 0 h 81"/>
                <a:gd name="T2" fmla="*/ 44 w 91"/>
                <a:gd name="T3" fmla="*/ 264 h 81"/>
                <a:gd name="T4" fmla="*/ 333 w 91"/>
                <a:gd name="T5" fmla="*/ 621 h 81"/>
                <a:gd name="T6" fmla="*/ 588 w 91"/>
                <a:gd name="T7" fmla="*/ 588 h 81"/>
                <a:gd name="T8" fmla="*/ 145 w 91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81">
                  <a:moveTo>
                    <a:pt x="20" y="0"/>
                  </a:moveTo>
                  <a:cubicBezTo>
                    <a:pt x="4" y="2"/>
                    <a:pt x="0" y="14"/>
                    <a:pt x="6" y="30"/>
                  </a:cubicBezTo>
                  <a:cubicBezTo>
                    <a:pt x="11" y="45"/>
                    <a:pt x="29" y="62"/>
                    <a:pt x="46" y="71"/>
                  </a:cubicBezTo>
                  <a:cubicBezTo>
                    <a:pt x="67" y="81"/>
                    <a:pt x="76" y="76"/>
                    <a:pt x="81" y="67"/>
                  </a:cubicBezTo>
                  <a:cubicBezTo>
                    <a:pt x="91" y="48"/>
                    <a:pt x="48" y="0"/>
                    <a:pt x="20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50" name="Freeform 412">
              <a:extLst>
                <a:ext uri="{FF2B5EF4-FFF2-40B4-BE49-F238E27FC236}">
                  <a16:creationId xmlns:a16="http://schemas.microsoft.com/office/drawing/2014/main" id="{6630E477-0913-4CCA-B3F8-727B26DC5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543"/>
              <a:ext cx="131" cy="154"/>
            </a:xfrm>
            <a:custGeom>
              <a:avLst/>
              <a:gdLst>
                <a:gd name="T0" fmla="*/ 0 w 68"/>
                <a:gd name="T1" fmla="*/ 0 h 75"/>
                <a:gd name="T2" fmla="*/ 401 w 68"/>
                <a:gd name="T3" fmla="*/ 552 h 75"/>
                <a:gd name="T4" fmla="*/ 277 w 68"/>
                <a:gd name="T5" fmla="*/ 632 h 75"/>
                <a:gd name="T6" fmla="*/ 416 w 68"/>
                <a:gd name="T7" fmla="*/ 552 h 75"/>
                <a:gd name="T8" fmla="*/ 0 w 68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75">
                  <a:moveTo>
                    <a:pt x="0" y="0"/>
                  </a:moveTo>
                  <a:cubicBezTo>
                    <a:pt x="28" y="4"/>
                    <a:pt x="65" y="47"/>
                    <a:pt x="56" y="64"/>
                  </a:cubicBezTo>
                  <a:cubicBezTo>
                    <a:pt x="52" y="69"/>
                    <a:pt x="48" y="74"/>
                    <a:pt x="39" y="73"/>
                  </a:cubicBezTo>
                  <a:cubicBezTo>
                    <a:pt x="49" y="75"/>
                    <a:pt x="55" y="70"/>
                    <a:pt x="58" y="64"/>
                  </a:cubicBezTo>
                  <a:cubicBezTo>
                    <a:pt x="68" y="46"/>
                    <a:pt x="28" y="2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51" name="Freeform 413">
              <a:extLst>
                <a:ext uri="{FF2B5EF4-FFF2-40B4-BE49-F238E27FC236}">
                  <a16:creationId xmlns:a16="http://schemas.microsoft.com/office/drawing/2014/main" id="{AAD93EE4-948F-4D52-A37D-A7F019767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545"/>
              <a:ext cx="83" cy="136"/>
            </a:xfrm>
            <a:custGeom>
              <a:avLst/>
              <a:gdLst>
                <a:gd name="T0" fmla="*/ 309 w 43"/>
                <a:gd name="T1" fmla="*/ 577 h 66"/>
                <a:gd name="T2" fmla="*/ 56 w 43"/>
                <a:gd name="T3" fmla="*/ 229 h 66"/>
                <a:gd name="T4" fmla="*/ 93 w 43"/>
                <a:gd name="T5" fmla="*/ 0 h 66"/>
                <a:gd name="T6" fmla="*/ 37 w 43"/>
                <a:gd name="T7" fmla="*/ 237 h 66"/>
                <a:gd name="T8" fmla="*/ 309 w 43"/>
                <a:gd name="T9" fmla="*/ 577 h 66"/>
                <a:gd name="T10" fmla="*/ 309 w 43"/>
                <a:gd name="T11" fmla="*/ 577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6">
                  <a:moveTo>
                    <a:pt x="43" y="66"/>
                  </a:moveTo>
                  <a:cubicBezTo>
                    <a:pt x="27" y="57"/>
                    <a:pt x="13" y="41"/>
                    <a:pt x="8" y="26"/>
                  </a:cubicBezTo>
                  <a:cubicBezTo>
                    <a:pt x="4" y="14"/>
                    <a:pt x="5" y="4"/>
                    <a:pt x="13" y="0"/>
                  </a:cubicBezTo>
                  <a:cubicBezTo>
                    <a:pt x="2" y="3"/>
                    <a:pt x="0" y="14"/>
                    <a:pt x="5" y="27"/>
                  </a:cubicBezTo>
                  <a:cubicBezTo>
                    <a:pt x="10" y="42"/>
                    <a:pt x="27" y="57"/>
                    <a:pt x="43" y="66"/>
                  </a:cubicBezTo>
                  <a:cubicBezTo>
                    <a:pt x="43" y="66"/>
                    <a:pt x="43" y="66"/>
                    <a:pt x="43" y="6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52" name="Freeform 414">
              <a:extLst>
                <a:ext uri="{FF2B5EF4-FFF2-40B4-BE49-F238E27FC236}">
                  <a16:creationId xmlns:a16="http://schemas.microsoft.com/office/drawing/2014/main" id="{7429E3E4-6589-4E26-BC8B-0F1BE42D4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561"/>
              <a:ext cx="111" cy="112"/>
            </a:xfrm>
            <a:custGeom>
              <a:avLst/>
              <a:gdLst>
                <a:gd name="T0" fmla="*/ 368 w 57"/>
                <a:gd name="T1" fmla="*/ 400 h 54"/>
                <a:gd name="T2" fmla="*/ 80 w 57"/>
                <a:gd name="T3" fmla="*/ 232 h 54"/>
                <a:gd name="T4" fmla="*/ 103 w 57"/>
                <a:gd name="T5" fmla="*/ 25 h 54"/>
                <a:gd name="T6" fmla="*/ 368 w 57"/>
                <a:gd name="T7" fmla="*/ 40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54">
                  <a:moveTo>
                    <a:pt x="50" y="45"/>
                  </a:moveTo>
                  <a:cubicBezTo>
                    <a:pt x="42" y="54"/>
                    <a:pt x="20" y="39"/>
                    <a:pt x="11" y="26"/>
                  </a:cubicBezTo>
                  <a:cubicBezTo>
                    <a:pt x="2" y="13"/>
                    <a:pt x="0" y="0"/>
                    <a:pt x="14" y="3"/>
                  </a:cubicBezTo>
                  <a:cubicBezTo>
                    <a:pt x="29" y="6"/>
                    <a:pt x="57" y="35"/>
                    <a:pt x="50" y="4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53" name="Freeform 415">
              <a:extLst>
                <a:ext uri="{FF2B5EF4-FFF2-40B4-BE49-F238E27FC236}">
                  <a16:creationId xmlns:a16="http://schemas.microsoft.com/office/drawing/2014/main" id="{B284F59A-4857-4A71-A8AD-FF1A029B2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568"/>
              <a:ext cx="95" cy="105"/>
            </a:xfrm>
            <a:custGeom>
              <a:avLst/>
              <a:gdLst>
                <a:gd name="T0" fmla="*/ 93 w 49"/>
                <a:gd name="T1" fmla="*/ 183 h 51"/>
                <a:gd name="T2" fmla="*/ 45 w 49"/>
                <a:gd name="T3" fmla="*/ 0 h 51"/>
                <a:gd name="T4" fmla="*/ 72 w 49"/>
                <a:gd name="T5" fmla="*/ 200 h 51"/>
                <a:gd name="T6" fmla="*/ 357 w 49"/>
                <a:gd name="T7" fmla="*/ 364 h 51"/>
                <a:gd name="T8" fmla="*/ 357 w 49"/>
                <a:gd name="T9" fmla="*/ 356 h 51"/>
                <a:gd name="T10" fmla="*/ 93 w 49"/>
                <a:gd name="T11" fmla="*/ 18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1">
                  <a:moveTo>
                    <a:pt x="13" y="21"/>
                  </a:moveTo>
                  <a:cubicBezTo>
                    <a:pt x="7" y="12"/>
                    <a:pt x="4" y="4"/>
                    <a:pt x="6" y="0"/>
                  </a:cubicBezTo>
                  <a:cubicBezTo>
                    <a:pt x="0" y="3"/>
                    <a:pt x="3" y="13"/>
                    <a:pt x="10" y="23"/>
                  </a:cubicBezTo>
                  <a:cubicBezTo>
                    <a:pt x="19" y="36"/>
                    <a:pt x="41" y="51"/>
                    <a:pt x="49" y="42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0" y="46"/>
                    <a:pt x="21" y="33"/>
                    <a:pt x="13" y="2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54" name="Freeform 416">
              <a:extLst>
                <a:ext uri="{FF2B5EF4-FFF2-40B4-BE49-F238E27FC236}">
                  <a16:creationId xmlns:a16="http://schemas.microsoft.com/office/drawing/2014/main" id="{8D0DD72D-1B43-4F76-9331-13B4E610D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576"/>
              <a:ext cx="52" cy="68"/>
            </a:xfrm>
            <a:custGeom>
              <a:avLst/>
              <a:gdLst>
                <a:gd name="T0" fmla="*/ 0 w 27"/>
                <a:gd name="T1" fmla="*/ 0 h 33"/>
                <a:gd name="T2" fmla="*/ 193 w 27"/>
                <a:gd name="T3" fmla="*/ 288 h 33"/>
                <a:gd name="T4" fmla="*/ 0 w 2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0" y="0"/>
                  </a:moveTo>
                  <a:cubicBezTo>
                    <a:pt x="10" y="7"/>
                    <a:pt x="26" y="22"/>
                    <a:pt x="27" y="33"/>
                  </a:cubicBezTo>
                  <a:cubicBezTo>
                    <a:pt x="26" y="29"/>
                    <a:pt x="14" y="11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55" name="Freeform 417">
              <a:extLst>
                <a:ext uri="{FF2B5EF4-FFF2-40B4-BE49-F238E27FC236}">
                  <a16:creationId xmlns:a16="http://schemas.microsoft.com/office/drawing/2014/main" id="{46B3353A-6F27-4B26-897B-75A4C773B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582"/>
              <a:ext cx="45" cy="64"/>
            </a:xfrm>
            <a:custGeom>
              <a:avLst/>
              <a:gdLst>
                <a:gd name="T0" fmla="*/ 0 w 23"/>
                <a:gd name="T1" fmla="*/ 0 h 31"/>
                <a:gd name="T2" fmla="*/ 164 w 23"/>
                <a:gd name="T3" fmla="*/ 273 h 31"/>
                <a:gd name="T4" fmla="*/ 0 w 23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0" y="0"/>
                  </a:moveTo>
                  <a:cubicBezTo>
                    <a:pt x="7" y="5"/>
                    <a:pt x="23" y="21"/>
                    <a:pt x="22" y="31"/>
                  </a:cubicBezTo>
                  <a:cubicBezTo>
                    <a:pt x="22" y="25"/>
                    <a:pt x="21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56" name="Freeform 418">
              <a:extLst>
                <a:ext uri="{FF2B5EF4-FFF2-40B4-BE49-F238E27FC236}">
                  <a16:creationId xmlns:a16="http://schemas.microsoft.com/office/drawing/2014/main" id="{3547EC6F-CE33-4A41-9CAC-549481E82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603"/>
              <a:ext cx="62" cy="57"/>
            </a:xfrm>
            <a:custGeom>
              <a:avLst/>
              <a:gdLst>
                <a:gd name="T0" fmla="*/ 0 w 32"/>
                <a:gd name="T1" fmla="*/ 0 h 28"/>
                <a:gd name="T2" fmla="*/ 233 w 32"/>
                <a:gd name="T3" fmla="*/ 236 h 28"/>
                <a:gd name="T4" fmla="*/ 0 w 3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">
                  <a:moveTo>
                    <a:pt x="0" y="0"/>
                  </a:moveTo>
                  <a:cubicBezTo>
                    <a:pt x="1" y="6"/>
                    <a:pt x="16" y="24"/>
                    <a:pt x="32" y="28"/>
                  </a:cubicBezTo>
                  <a:cubicBezTo>
                    <a:pt x="26" y="26"/>
                    <a:pt x="9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57" name="Freeform 419">
              <a:extLst>
                <a:ext uri="{FF2B5EF4-FFF2-40B4-BE49-F238E27FC236}">
                  <a16:creationId xmlns:a16="http://schemas.microsoft.com/office/drawing/2014/main" id="{679C4D13-A8FA-482D-833A-16B7A0295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539"/>
              <a:ext cx="176" cy="167"/>
            </a:xfrm>
            <a:custGeom>
              <a:avLst/>
              <a:gdLst>
                <a:gd name="T0" fmla="*/ 145 w 91"/>
                <a:gd name="T1" fmla="*/ 0 h 81"/>
                <a:gd name="T2" fmla="*/ 44 w 91"/>
                <a:gd name="T3" fmla="*/ 264 h 81"/>
                <a:gd name="T4" fmla="*/ 333 w 91"/>
                <a:gd name="T5" fmla="*/ 621 h 81"/>
                <a:gd name="T6" fmla="*/ 588 w 91"/>
                <a:gd name="T7" fmla="*/ 588 h 81"/>
                <a:gd name="T8" fmla="*/ 145 w 91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81">
                  <a:moveTo>
                    <a:pt x="20" y="0"/>
                  </a:moveTo>
                  <a:cubicBezTo>
                    <a:pt x="4" y="2"/>
                    <a:pt x="0" y="14"/>
                    <a:pt x="6" y="30"/>
                  </a:cubicBezTo>
                  <a:cubicBezTo>
                    <a:pt x="11" y="45"/>
                    <a:pt x="29" y="62"/>
                    <a:pt x="46" y="71"/>
                  </a:cubicBezTo>
                  <a:cubicBezTo>
                    <a:pt x="67" y="81"/>
                    <a:pt x="76" y="76"/>
                    <a:pt x="81" y="67"/>
                  </a:cubicBezTo>
                  <a:cubicBezTo>
                    <a:pt x="91" y="48"/>
                    <a:pt x="48" y="0"/>
                    <a:pt x="2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58" name="Freeform 420">
              <a:extLst>
                <a:ext uri="{FF2B5EF4-FFF2-40B4-BE49-F238E27FC236}">
                  <a16:creationId xmlns:a16="http://schemas.microsoft.com/office/drawing/2014/main" id="{129089D9-535D-46DD-8390-FC7D16D44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566"/>
              <a:ext cx="93" cy="94"/>
            </a:xfrm>
            <a:custGeom>
              <a:avLst/>
              <a:gdLst>
                <a:gd name="T0" fmla="*/ 16 w 48"/>
                <a:gd name="T1" fmla="*/ 25 h 46"/>
                <a:gd name="T2" fmla="*/ 64 w 48"/>
                <a:gd name="T3" fmla="*/ 204 h 46"/>
                <a:gd name="T4" fmla="*/ 277 w 48"/>
                <a:gd name="T5" fmla="*/ 384 h 46"/>
                <a:gd name="T6" fmla="*/ 349 w 48"/>
                <a:gd name="T7" fmla="*/ 368 h 46"/>
                <a:gd name="T8" fmla="*/ 349 w 48"/>
                <a:gd name="T9" fmla="*/ 368 h 46"/>
                <a:gd name="T10" fmla="*/ 277 w 48"/>
                <a:gd name="T11" fmla="*/ 384 h 46"/>
                <a:gd name="T12" fmla="*/ 64 w 48"/>
                <a:gd name="T13" fmla="*/ 204 h 46"/>
                <a:gd name="T14" fmla="*/ 23 w 48"/>
                <a:gd name="T15" fmla="*/ 33 h 46"/>
                <a:gd name="T16" fmla="*/ 87 w 48"/>
                <a:gd name="T17" fmla="*/ 8 h 46"/>
                <a:gd name="T18" fmla="*/ 87 w 48"/>
                <a:gd name="T19" fmla="*/ 8 h 46"/>
                <a:gd name="T20" fmla="*/ 16 w 48"/>
                <a:gd name="T21" fmla="*/ 25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46">
                  <a:moveTo>
                    <a:pt x="2" y="3"/>
                  </a:moveTo>
                  <a:cubicBezTo>
                    <a:pt x="0" y="8"/>
                    <a:pt x="3" y="15"/>
                    <a:pt x="9" y="24"/>
                  </a:cubicBezTo>
                  <a:cubicBezTo>
                    <a:pt x="15" y="33"/>
                    <a:pt x="28" y="43"/>
                    <a:pt x="38" y="45"/>
                  </a:cubicBezTo>
                  <a:cubicBezTo>
                    <a:pt x="42" y="46"/>
                    <a:pt x="46" y="45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6" y="45"/>
                    <a:pt x="42" y="46"/>
                    <a:pt x="38" y="45"/>
                  </a:cubicBezTo>
                  <a:cubicBezTo>
                    <a:pt x="28" y="43"/>
                    <a:pt x="16" y="32"/>
                    <a:pt x="9" y="24"/>
                  </a:cubicBezTo>
                  <a:cubicBezTo>
                    <a:pt x="3" y="15"/>
                    <a:pt x="1" y="8"/>
                    <a:pt x="3" y="4"/>
                  </a:cubicBezTo>
                  <a:cubicBezTo>
                    <a:pt x="4" y="1"/>
                    <a:pt x="7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7" y="0"/>
                    <a:pt x="4" y="1"/>
                    <a:pt x="2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59" name="Freeform 421">
              <a:extLst>
                <a:ext uri="{FF2B5EF4-FFF2-40B4-BE49-F238E27FC236}">
                  <a16:creationId xmlns:a16="http://schemas.microsoft.com/office/drawing/2014/main" id="{E82F2537-3C0A-4CC0-99B9-59F1AA933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469"/>
              <a:ext cx="161" cy="138"/>
            </a:xfrm>
            <a:custGeom>
              <a:avLst/>
              <a:gdLst>
                <a:gd name="T0" fmla="*/ 357 w 83"/>
                <a:gd name="T1" fmla="*/ 51 h 67"/>
                <a:gd name="T2" fmla="*/ 155 w 83"/>
                <a:gd name="T3" fmla="*/ 33 h 67"/>
                <a:gd name="T4" fmla="*/ 37 w 83"/>
                <a:gd name="T5" fmla="*/ 200 h 67"/>
                <a:gd name="T6" fmla="*/ 320 w 83"/>
                <a:gd name="T7" fmla="*/ 577 h 67"/>
                <a:gd name="T8" fmla="*/ 584 w 83"/>
                <a:gd name="T9" fmla="*/ 280 h 67"/>
                <a:gd name="T10" fmla="*/ 357 w 83"/>
                <a:gd name="T11" fmla="*/ 51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67">
                  <a:moveTo>
                    <a:pt x="49" y="6"/>
                  </a:moveTo>
                  <a:cubicBezTo>
                    <a:pt x="39" y="2"/>
                    <a:pt x="30" y="0"/>
                    <a:pt x="21" y="4"/>
                  </a:cubicBezTo>
                  <a:cubicBezTo>
                    <a:pt x="14" y="8"/>
                    <a:pt x="7" y="14"/>
                    <a:pt x="5" y="23"/>
                  </a:cubicBezTo>
                  <a:cubicBezTo>
                    <a:pt x="0" y="43"/>
                    <a:pt x="19" y="65"/>
                    <a:pt x="44" y="66"/>
                  </a:cubicBezTo>
                  <a:cubicBezTo>
                    <a:pt x="69" y="67"/>
                    <a:pt x="83" y="47"/>
                    <a:pt x="80" y="32"/>
                  </a:cubicBezTo>
                  <a:cubicBezTo>
                    <a:pt x="75" y="18"/>
                    <a:pt x="68" y="14"/>
                    <a:pt x="49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60" name="Freeform 422">
              <a:extLst>
                <a:ext uri="{FF2B5EF4-FFF2-40B4-BE49-F238E27FC236}">
                  <a16:creationId xmlns:a16="http://schemas.microsoft.com/office/drawing/2014/main" id="{53E82D6B-F786-42B3-98ED-77369DAEE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512"/>
              <a:ext cx="135" cy="93"/>
            </a:xfrm>
            <a:custGeom>
              <a:avLst/>
              <a:gdLst>
                <a:gd name="T0" fmla="*/ 473 w 70"/>
                <a:gd name="T1" fmla="*/ 107 h 45"/>
                <a:gd name="T2" fmla="*/ 432 w 70"/>
                <a:gd name="T3" fmla="*/ 0 h 45"/>
                <a:gd name="T4" fmla="*/ 457 w 70"/>
                <a:gd name="T5" fmla="*/ 81 h 45"/>
                <a:gd name="T6" fmla="*/ 224 w 70"/>
                <a:gd name="T7" fmla="*/ 364 h 45"/>
                <a:gd name="T8" fmla="*/ 0 w 70"/>
                <a:gd name="T9" fmla="*/ 240 h 45"/>
                <a:gd name="T10" fmla="*/ 231 w 70"/>
                <a:gd name="T11" fmla="*/ 389 h 45"/>
                <a:gd name="T12" fmla="*/ 473 w 70"/>
                <a:gd name="T13" fmla="*/ 10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45">
                  <a:moveTo>
                    <a:pt x="66" y="12"/>
                  </a:moveTo>
                  <a:cubicBezTo>
                    <a:pt x="64" y="7"/>
                    <a:pt x="62" y="3"/>
                    <a:pt x="60" y="0"/>
                  </a:cubicBezTo>
                  <a:cubicBezTo>
                    <a:pt x="62" y="3"/>
                    <a:pt x="63" y="6"/>
                    <a:pt x="64" y="9"/>
                  </a:cubicBezTo>
                  <a:cubicBezTo>
                    <a:pt x="68" y="24"/>
                    <a:pt x="54" y="42"/>
                    <a:pt x="31" y="41"/>
                  </a:cubicBezTo>
                  <a:cubicBezTo>
                    <a:pt x="18" y="41"/>
                    <a:pt x="7" y="35"/>
                    <a:pt x="0" y="27"/>
                  </a:cubicBezTo>
                  <a:cubicBezTo>
                    <a:pt x="7" y="36"/>
                    <a:pt x="19" y="43"/>
                    <a:pt x="32" y="44"/>
                  </a:cubicBezTo>
                  <a:cubicBezTo>
                    <a:pt x="56" y="45"/>
                    <a:pt x="70" y="26"/>
                    <a:pt x="66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61" name="Freeform 423">
              <a:extLst>
                <a:ext uri="{FF2B5EF4-FFF2-40B4-BE49-F238E27FC236}">
                  <a16:creationId xmlns:a16="http://schemas.microsoft.com/office/drawing/2014/main" id="{507FDFE4-961A-4A10-A2AD-808FC5161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471"/>
              <a:ext cx="131" cy="101"/>
            </a:xfrm>
            <a:custGeom>
              <a:avLst/>
              <a:gdLst>
                <a:gd name="T0" fmla="*/ 29 w 68"/>
                <a:gd name="T1" fmla="*/ 208 h 49"/>
                <a:gd name="T2" fmla="*/ 144 w 68"/>
                <a:gd name="T3" fmla="*/ 52 h 49"/>
                <a:gd name="T4" fmla="*/ 329 w 68"/>
                <a:gd name="T5" fmla="*/ 68 h 49"/>
                <a:gd name="T6" fmla="*/ 485 w 68"/>
                <a:gd name="T7" fmla="*/ 175 h 49"/>
                <a:gd name="T8" fmla="*/ 316 w 68"/>
                <a:gd name="T9" fmla="*/ 52 h 49"/>
                <a:gd name="T10" fmla="*/ 129 w 68"/>
                <a:gd name="T11" fmla="*/ 33 h 49"/>
                <a:gd name="T12" fmla="*/ 15 w 68"/>
                <a:gd name="T13" fmla="*/ 192 h 49"/>
                <a:gd name="T14" fmla="*/ 77 w 68"/>
                <a:gd name="T15" fmla="*/ 429 h 49"/>
                <a:gd name="T16" fmla="*/ 29 w 68"/>
                <a:gd name="T17" fmla="*/ 208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49">
                  <a:moveTo>
                    <a:pt x="4" y="24"/>
                  </a:moveTo>
                  <a:cubicBezTo>
                    <a:pt x="6" y="16"/>
                    <a:pt x="13" y="10"/>
                    <a:pt x="20" y="6"/>
                  </a:cubicBezTo>
                  <a:cubicBezTo>
                    <a:pt x="28" y="2"/>
                    <a:pt x="36" y="5"/>
                    <a:pt x="46" y="8"/>
                  </a:cubicBezTo>
                  <a:cubicBezTo>
                    <a:pt x="57" y="13"/>
                    <a:pt x="63" y="16"/>
                    <a:pt x="68" y="20"/>
                  </a:cubicBezTo>
                  <a:cubicBezTo>
                    <a:pt x="63" y="15"/>
                    <a:pt x="56" y="11"/>
                    <a:pt x="44" y="6"/>
                  </a:cubicBezTo>
                  <a:cubicBezTo>
                    <a:pt x="35" y="3"/>
                    <a:pt x="26" y="0"/>
                    <a:pt x="18" y="4"/>
                  </a:cubicBezTo>
                  <a:cubicBezTo>
                    <a:pt x="11" y="8"/>
                    <a:pt x="5" y="14"/>
                    <a:pt x="2" y="22"/>
                  </a:cubicBezTo>
                  <a:cubicBezTo>
                    <a:pt x="0" y="32"/>
                    <a:pt x="4" y="42"/>
                    <a:pt x="11" y="49"/>
                  </a:cubicBezTo>
                  <a:cubicBezTo>
                    <a:pt x="5" y="42"/>
                    <a:pt x="2" y="33"/>
                    <a:pt x="4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62" name="Freeform 424">
              <a:extLst>
                <a:ext uri="{FF2B5EF4-FFF2-40B4-BE49-F238E27FC236}">
                  <a16:creationId xmlns:a16="http://schemas.microsoft.com/office/drawing/2014/main" id="{BDD667E1-E2B6-43D7-9F89-86AAC4A07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493"/>
              <a:ext cx="109" cy="89"/>
            </a:xfrm>
            <a:custGeom>
              <a:avLst/>
              <a:gdLst>
                <a:gd name="T0" fmla="*/ 333 w 56"/>
                <a:gd name="T1" fmla="*/ 132 h 43"/>
                <a:gd name="T2" fmla="*/ 140 w 56"/>
                <a:gd name="T3" fmla="*/ 292 h 43"/>
                <a:gd name="T4" fmla="*/ 80 w 56"/>
                <a:gd name="T5" fmla="*/ 52 h 43"/>
                <a:gd name="T6" fmla="*/ 333 w 56"/>
                <a:gd name="T7" fmla="*/ 13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3">
                  <a:moveTo>
                    <a:pt x="45" y="15"/>
                  </a:moveTo>
                  <a:cubicBezTo>
                    <a:pt x="56" y="30"/>
                    <a:pt x="39" y="43"/>
                    <a:pt x="19" y="33"/>
                  </a:cubicBezTo>
                  <a:cubicBezTo>
                    <a:pt x="0" y="24"/>
                    <a:pt x="5" y="10"/>
                    <a:pt x="11" y="6"/>
                  </a:cubicBezTo>
                  <a:cubicBezTo>
                    <a:pt x="19" y="0"/>
                    <a:pt x="38" y="7"/>
                    <a:pt x="45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63" name="Freeform 425">
              <a:extLst>
                <a:ext uri="{FF2B5EF4-FFF2-40B4-BE49-F238E27FC236}">
                  <a16:creationId xmlns:a16="http://schemas.microsoft.com/office/drawing/2014/main" id="{F6BC7D97-43EA-4B8F-8402-02C42DF75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522"/>
              <a:ext cx="87" cy="56"/>
            </a:xfrm>
            <a:custGeom>
              <a:avLst/>
              <a:gdLst>
                <a:gd name="T0" fmla="*/ 317 w 45"/>
                <a:gd name="T1" fmla="*/ 91 h 27"/>
                <a:gd name="T2" fmla="*/ 116 w 45"/>
                <a:gd name="T3" fmla="*/ 141 h 27"/>
                <a:gd name="T4" fmla="*/ 15 w 45"/>
                <a:gd name="T5" fmla="*/ 0 h 27"/>
                <a:gd name="T6" fmla="*/ 108 w 45"/>
                <a:gd name="T7" fmla="*/ 168 h 27"/>
                <a:gd name="T8" fmla="*/ 317 w 45"/>
                <a:gd name="T9" fmla="*/ 9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7">
                  <a:moveTo>
                    <a:pt x="44" y="10"/>
                  </a:moveTo>
                  <a:cubicBezTo>
                    <a:pt x="42" y="18"/>
                    <a:pt x="29" y="23"/>
                    <a:pt x="16" y="16"/>
                  </a:cubicBezTo>
                  <a:cubicBezTo>
                    <a:pt x="5" y="11"/>
                    <a:pt x="2" y="5"/>
                    <a:pt x="2" y="0"/>
                  </a:cubicBezTo>
                  <a:cubicBezTo>
                    <a:pt x="0" y="6"/>
                    <a:pt x="3" y="14"/>
                    <a:pt x="15" y="19"/>
                  </a:cubicBezTo>
                  <a:cubicBezTo>
                    <a:pt x="31" y="27"/>
                    <a:pt x="45" y="20"/>
                    <a:pt x="44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64" name="Freeform 426">
              <a:extLst>
                <a:ext uri="{FF2B5EF4-FFF2-40B4-BE49-F238E27FC236}">
                  <a16:creationId xmlns:a16="http://schemas.microsoft.com/office/drawing/2014/main" id="{F32A79DC-7181-40F8-89A6-49951B0B1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500"/>
              <a:ext cx="47" cy="16"/>
            </a:xfrm>
            <a:custGeom>
              <a:avLst/>
              <a:gdLst>
                <a:gd name="T0" fmla="*/ 180 w 24"/>
                <a:gd name="T1" fmla="*/ 64 h 8"/>
                <a:gd name="T2" fmla="*/ 0 w 24"/>
                <a:gd name="T3" fmla="*/ 8 h 8"/>
                <a:gd name="T4" fmla="*/ 180 w 24"/>
                <a:gd name="T5" fmla="*/ 6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cubicBezTo>
                    <a:pt x="18" y="3"/>
                    <a:pt x="6" y="0"/>
                    <a:pt x="0" y="1"/>
                  </a:cubicBezTo>
                  <a:cubicBezTo>
                    <a:pt x="6" y="2"/>
                    <a:pt x="17" y="4"/>
                    <a:pt x="24" y="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65" name="Freeform 427">
              <a:extLst>
                <a:ext uri="{FF2B5EF4-FFF2-40B4-BE49-F238E27FC236}">
                  <a16:creationId xmlns:a16="http://schemas.microsoft.com/office/drawing/2014/main" id="{603EB51F-14F7-419C-9B36-1285FE2AA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547"/>
              <a:ext cx="67" cy="35"/>
            </a:xfrm>
            <a:custGeom>
              <a:avLst/>
              <a:gdLst>
                <a:gd name="T0" fmla="*/ 0 w 35"/>
                <a:gd name="T1" fmla="*/ 0 h 17"/>
                <a:gd name="T2" fmla="*/ 245 w 35"/>
                <a:gd name="T3" fmla="*/ 60 h 17"/>
                <a:gd name="T4" fmla="*/ 0 w 3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0" y="0"/>
                  </a:moveTo>
                  <a:cubicBezTo>
                    <a:pt x="3" y="5"/>
                    <a:pt x="22" y="17"/>
                    <a:pt x="35" y="7"/>
                  </a:cubicBezTo>
                  <a:cubicBezTo>
                    <a:pt x="31" y="13"/>
                    <a:pt x="12" y="17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66" name="Freeform 428">
              <a:extLst>
                <a:ext uri="{FF2B5EF4-FFF2-40B4-BE49-F238E27FC236}">
                  <a16:creationId xmlns:a16="http://schemas.microsoft.com/office/drawing/2014/main" id="{9FC443F6-CD47-45EB-A46F-8D15E1C05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469"/>
              <a:ext cx="161" cy="138"/>
            </a:xfrm>
            <a:custGeom>
              <a:avLst/>
              <a:gdLst>
                <a:gd name="T0" fmla="*/ 357 w 83"/>
                <a:gd name="T1" fmla="*/ 51 h 67"/>
                <a:gd name="T2" fmla="*/ 155 w 83"/>
                <a:gd name="T3" fmla="*/ 33 h 67"/>
                <a:gd name="T4" fmla="*/ 37 w 83"/>
                <a:gd name="T5" fmla="*/ 200 h 67"/>
                <a:gd name="T6" fmla="*/ 320 w 83"/>
                <a:gd name="T7" fmla="*/ 577 h 67"/>
                <a:gd name="T8" fmla="*/ 584 w 83"/>
                <a:gd name="T9" fmla="*/ 280 h 67"/>
                <a:gd name="T10" fmla="*/ 357 w 83"/>
                <a:gd name="T11" fmla="*/ 51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67">
                  <a:moveTo>
                    <a:pt x="49" y="6"/>
                  </a:moveTo>
                  <a:cubicBezTo>
                    <a:pt x="39" y="2"/>
                    <a:pt x="30" y="0"/>
                    <a:pt x="21" y="4"/>
                  </a:cubicBezTo>
                  <a:cubicBezTo>
                    <a:pt x="14" y="8"/>
                    <a:pt x="7" y="14"/>
                    <a:pt x="5" y="23"/>
                  </a:cubicBezTo>
                  <a:cubicBezTo>
                    <a:pt x="0" y="43"/>
                    <a:pt x="19" y="65"/>
                    <a:pt x="44" y="66"/>
                  </a:cubicBezTo>
                  <a:cubicBezTo>
                    <a:pt x="69" y="67"/>
                    <a:pt x="83" y="47"/>
                    <a:pt x="80" y="32"/>
                  </a:cubicBezTo>
                  <a:cubicBezTo>
                    <a:pt x="75" y="18"/>
                    <a:pt x="68" y="14"/>
                    <a:pt x="49" y="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67" name="Freeform 429">
              <a:extLst>
                <a:ext uri="{FF2B5EF4-FFF2-40B4-BE49-F238E27FC236}">
                  <a16:creationId xmlns:a16="http://schemas.microsoft.com/office/drawing/2014/main" id="{E47741E9-DD7D-4198-98BE-8793B75BB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506"/>
              <a:ext cx="87" cy="70"/>
            </a:xfrm>
            <a:custGeom>
              <a:avLst/>
              <a:gdLst>
                <a:gd name="T0" fmla="*/ 288 w 45"/>
                <a:gd name="T1" fmla="*/ 80 h 34"/>
                <a:gd name="T2" fmla="*/ 288 w 45"/>
                <a:gd name="T3" fmla="*/ 216 h 34"/>
                <a:gd name="T4" fmla="*/ 101 w 45"/>
                <a:gd name="T5" fmla="*/ 237 h 34"/>
                <a:gd name="T6" fmla="*/ 8 w 45"/>
                <a:gd name="T7" fmla="*/ 105 h 34"/>
                <a:gd name="T8" fmla="*/ 44 w 45"/>
                <a:gd name="T9" fmla="*/ 0 h 34"/>
                <a:gd name="T10" fmla="*/ 44 w 45"/>
                <a:gd name="T11" fmla="*/ 0 h 34"/>
                <a:gd name="T12" fmla="*/ 0 w 45"/>
                <a:gd name="T13" fmla="*/ 105 h 34"/>
                <a:gd name="T14" fmla="*/ 101 w 45"/>
                <a:gd name="T15" fmla="*/ 245 h 34"/>
                <a:gd name="T16" fmla="*/ 296 w 45"/>
                <a:gd name="T17" fmla="*/ 216 h 34"/>
                <a:gd name="T18" fmla="*/ 288 w 45"/>
                <a:gd name="T19" fmla="*/ 8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34">
                  <a:moveTo>
                    <a:pt x="40" y="9"/>
                  </a:moveTo>
                  <a:cubicBezTo>
                    <a:pt x="44" y="15"/>
                    <a:pt x="44" y="21"/>
                    <a:pt x="40" y="25"/>
                  </a:cubicBezTo>
                  <a:cubicBezTo>
                    <a:pt x="36" y="30"/>
                    <a:pt x="26" y="33"/>
                    <a:pt x="14" y="27"/>
                  </a:cubicBezTo>
                  <a:cubicBezTo>
                    <a:pt x="4" y="22"/>
                    <a:pt x="1" y="16"/>
                    <a:pt x="1" y="12"/>
                  </a:cubicBezTo>
                  <a:cubicBezTo>
                    <a:pt x="0" y="7"/>
                    <a:pt x="3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2"/>
                    <a:pt x="0" y="6"/>
                    <a:pt x="0" y="12"/>
                  </a:cubicBezTo>
                  <a:cubicBezTo>
                    <a:pt x="1" y="16"/>
                    <a:pt x="3" y="23"/>
                    <a:pt x="14" y="28"/>
                  </a:cubicBezTo>
                  <a:cubicBezTo>
                    <a:pt x="26" y="34"/>
                    <a:pt x="37" y="31"/>
                    <a:pt x="41" y="25"/>
                  </a:cubicBezTo>
                  <a:cubicBezTo>
                    <a:pt x="45" y="21"/>
                    <a:pt x="44" y="15"/>
                    <a:pt x="40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68" name="Freeform 430">
              <a:extLst>
                <a:ext uri="{FF2B5EF4-FFF2-40B4-BE49-F238E27FC236}">
                  <a16:creationId xmlns:a16="http://schemas.microsoft.com/office/drawing/2014/main" id="{F0CC33B6-F5AF-41FB-9AEF-BB8B5BFDA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205"/>
              <a:ext cx="138" cy="111"/>
            </a:xfrm>
            <a:custGeom>
              <a:avLst/>
              <a:gdLst>
                <a:gd name="T0" fmla="*/ 109 w 71"/>
                <a:gd name="T1" fmla="*/ 97 h 54"/>
                <a:gd name="T2" fmla="*/ 37 w 71"/>
                <a:gd name="T3" fmla="*/ 216 h 54"/>
                <a:gd name="T4" fmla="*/ 288 w 71"/>
                <a:gd name="T5" fmla="*/ 436 h 54"/>
                <a:gd name="T6" fmla="*/ 513 w 71"/>
                <a:gd name="T7" fmla="*/ 156 h 54"/>
                <a:gd name="T8" fmla="*/ 389 w 71"/>
                <a:gd name="T9" fmla="*/ 8 h 54"/>
                <a:gd name="T10" fmla="*/ 227 w 71"/>
                <a:gd name="T11" fmla="*/ 51 h 54"/>
                <a:gd name="T12" fmla="*/ 109 w 71"/>
                <a:gd name="T13" fmla="*/ 9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4">
                  <a:moveTo>
                    <a:pt x="15" y="11"/>
                  </a:moveTo>
                  <a:cubicBezTo>
                    <a:pt x="10" y="15"/>
                    <a:pt x="6" y="20"/>
                    <a:pt x="5" y="25"/>
                  </a:cubicBezTo>
                  <a:cubicBezTo>
                    <a:pt x="0" y="45"/>
                    <a:pt x="20" y="54"/>
                    <a:pt x="39" y="50"/>
                  </a:cubicBezTo>
                  <a:cubicBezTo>
                    <a:pt x="59" y="45"/>
                    <a:pt x="71" y="28"/>
                    <a:pt x="70" y="18"/>
                  </a:cubicBezTo>
                  <a:cubicBezTo>
                    <a:pt x="69" y="8"/>
                    <a:pt x="62" y="3"/>
                    <a:pt x="53" y="1"/>
                  </a:cubicBezTo>
                  <a:cubicBezTo>
                    <a:pt x="45" y="0"/>
                    <a:pt x="36" y="4"/>
                    <a:pt x="31" y="6"/>
                  </a:cubicBezTo>
                  <a:cubicBezTo>
                    <a:pt x="26" y="7"/>
                    <a:pt x="19" y="8"/>
                    <a:pt x="15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69" name="Freeform 431">
              <a:extLst>
                <a:ext uri="{FF2B5EF4-FFF2-40B4-BE49-F238E27FC236}">
                  <a16:creationId xmlns:a16="http://schemas.microsoft.com/office/drawing/2014/main" id="{B5AF3AAA-B79F-4BC2-8FBB-8CE0A048F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207"/>
              <a:ext cx="116" cy="43"/>
            </a:xfrm>
            <a:custGeom>
              <a:avLst/>
              <a:gdLst>
                <a:gd name="T0" fmla="*/ 317 w 60"/>
                <a:gd name="T1" fmla="*/ 8 h 21"/>
                <a:gd name="T2" fmla="*/ 172 w 60"/>
                <a:gd name="T3" fmla="*/ 41 h 21"/>
                <a:gd name="T4" fmla="*/ 64 w 60"/>
                <a:gd name="T5" fmla="*/ 84 h 21"/>
                <a:gd name="T6" fmla="*/ 0 w 60"/>
                <a:gd name="T7" fmla="*/ 180 h 21"/>
                <a:gd name="T8" fmla="*/ 56 w 60"/>
                <a:gd name="T9" fmla="*/ 104 h 21"/>
                <a:gd name="T10" fmla="*/ 164 w 60"/>
                <a:gd name="T11" fmla="*/ 59 h 21"/>
                <a:gd name="T12" fmla="*/ 317 w 60"/>
                <a:gd name="T13" fmla="*/ 25 h 21"/>
                <a:gd name="T14" fmla="*/ 433 w 60"/>
                <a:gd name="T15" fmla="*/ 147 h 21"/>
                <a:gd name="T16" fmla="*/ 433 w 60"/>
                <a:gd name="T17" fmla="*/ 147 h 21"/>
                <a:gd name="T18" fmla="*/ 317 w 60"/>
                <a:gd name="T19" fmla="*/ 8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21">
                  <a:moveTo>
                    <a:pt x="44" y="1"/>
                  </a:moveTo>
                  <a:cubicBezTo>
                    <a:pt x="37" y="0"/>
                    <a:pt x="28" y="4"/>
                    <a:pt x="24" y="5"/>
                  </a:cubicBezTo>
                  <a:cubicBezTo>
                    <a:pt x="19" y="7"/>
                    <a:pt x="13" y="8"/>
                    <a:pt x="9" y="10"/>
                  </a:cubicBezTo>
                  <a:cubicBezTo>
                    <a:pt x="4" y="14"/>
                    <a:pt x="1" y="16"/>
                    <a:pt x="0" y="21"/>
                  </a:cubicBezTo>
                  <a:cubicBezTo>
                    <a:pt x="1" y="17"/>
                    <a:pt x="4" y="15"/>
                    <a:pt x="8" y="12"/>
                  </a:cubicBezTo>
                  <a:cubicBezTo>
                    <a:pt x="12" y="10"/>
                    <a:pt x="18" y="9"/>
                    <a:pt x="23" y="7"/>
                  </a:cubicBezTo>
                  <a:cubicBezTo>
                    <a:pt x="28" y="6"/>
                    <a:pt x="36" y="2"/>
                    <a:pt x="44" y="3"/>
                  </a:cubicBezTo>
                  <a:cubicBezTo>
                    <a:pt x="52" y="4"/>
                    <a:pt x="58" y="7"/>
                    <a:pt x="60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7"/>
                    <a:pt x="53" y="2"/>
                    <a:pt x="44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70" name="Freeform 432">
              <a:extLst>
                <a:ext uri="{FF2B5EF4-FFF2-40B4-BE49-F238E27FC236}">
                  <a16:creationId xmlns:a16="http://schemas.microsoft.com/office/drawing/2014/main" id="{4D435983-69DF-4220-A307-4436FA786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250"/>
              <a:ext cx="128" cy="62"/>
            </a:xfrm>
            <a:custGeom>
              <a:avLst/>
              <a:gdLst>
                <a:gd name="T0" fmla="*/ 279 w 66"/>
                <a:gd name="T1" fmla="*/ 213 h 30"/>
                <a:gd name="T2" fmla="*/ 37 w 66"/>
                <a:gd name="T3" fmla="*/ 8 h 30"/>
                <a:gd name="T4" fmla="*/ 37 w 66"/>
                <a:gd name="T5" fmla="*/ 0 h 30"/>
                <a:gd name="T6" fmla="*/ 31 w 66"/>
                <a:gd name="T7" fmla="*/ 25 h 30"/>
                <a:gd name="T8" fmla="*/ 272 w 66"/>
                <a:gd name="T9" fmla="*/ 231 h 30"/>
                <a:gd name="T10" fmla="*/ 481 w 66"/>
                <a:gd name="T11" fmla="*/ 17 h 30"/>
                <a:gd name="T12" fmla="*/ 279 w 66"/>
                <a:gd name="T13" fmla="*/ 21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0">
                  <a:moveTo>
                    <a:pt x="38" y="24"/>
                  </a:moveTo>
                  <a:cubicBezTo>
                    <a:pt x="19" y="28"/>
                    <a:pt x="1" y="19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1"/>
                    <a:pt x="4" y="2"/>
                    <a:pt x="4" y="3"/>
                  </a:cubicBezTo>
                  <a:cubicBezTo>
                    <a:pt x="0" y="22"/>
                    <a:pt x="19" y="30"/>
                    <a:pt x="37" y="26"/>
                  </a:cubicBezTo>
                  <a:cubicBezTo>
                    <a:pt x="53" y="23"/>
                    <a:pt x="64" y="12"/>
                    <a:pt x="66" y="2"/>
                  </a:cubicBezTo>
                  <a:cubicBezTo>
                    <a:pt x="63" y="11"/>
                    <a:pt x="52" y="21"/>
                    <a:pt x="38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71" name="Freeform 433">
              <a:extLst>
                <a:ext uri="{FF2B5EF4-FFF2-40B4-BE49-F238E27FC236}">
                  <a16:creationId xmlns:a16="http://schemas.microsoft.com/office/drawing/2014/main" id="{705EB22C-FC3D-41A8-A114-D6C8CCDC3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234"/>
              <a:ext cx="79" cy="47"/>
            </a:xfrm>
            <a:custGeom>
              <a:avLst/>
              <a:gdLst>
                <a:gd name="T0" fmla="*/ 279 w 41"/>
                <a:gd name="T1" fmla="*/ 41 h 23"/>
                <a:gd name="T2" fmla="*/ 116 w 41"/>
                <a:gd name="T3" fmla="*/ 188 h 23"/>
                <a:gd name="T4" fmla="*/ 29 w 41"/>
                <a:gd name="T5" fmla="*/ 92 h 23"/>
                <a:gd name="T6" fmla="*/ 148 w 41"/>
                <a:gd name="T7" fmla="*/ 16 h 23"/>
                <a:gd name="T8" fmla="*/ 279 w 41"/>
                <a:gd name="T9" fmla="*/ 4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3">
                  <a:moveTo>
                    <a:pt x="39" y="5"/>
                  </a:moveTo>
                  <a:cubicBezTo>
                    <a:pt x="41" y="14"/>
                    <a:pt x="28" y="21"/>
                    <a:pt x="16" y="22"/>
                  </a:cubicBezTo>
                  <a:cubicBezTo>
                    <a:pt x="4" y="23"/>
                    <a:pt x="0" y="16"/>
                    <a:pt x="4" y="11"/>
                  </a:cubicBezTo>
                  <a:cubicBezTo>
                    <a:pt x="8" y="6"/>
                    <a:pt x="12" y="4"/>
                    <a:pt x="21" y="2"/>
                  </a:cubicBezTo>
                  <a:cubicBezTo>
                    <a:pt x="30" y="0"/>
                    <a:pt x="38" y="0"/>
                    <a:pt x="39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72" name="Freeform 434">
              <a:extLst>
                <a:ext uri="{FF2B5EF4-FFF2-40B4-BE49-F238E27FC236}">
                  <a16:creationId xmlns:a16="http://schemas.microsoft.com/office/drawing/2014/main" id="{C1EF51C7-5DCC-4631-ACDC-7BF35BAFB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1244"/>
              <a:ext cx="73" cy="37"/>
            </a:xfrm>
            <a:custGeom>
              <a:avLst/>
              <a:gdLst>
                <a:gd name="T0" fmla="*/ 100 w 38"/>
                <a:gd name="T1" fmla="*/ 123 h 18"/>
                <a:gd name="T2" fmla="*/ 8 w 38"/>
                <a:gd name="T3" fmla="*/ 68 h 18"/>
                <a:gd name="T4" fmla="*/ 100 w 38"/>
                <a:gd name="T5" fmla="*/ 148 h 18"/>
                <a:gd name="T6" fmla="*/ 261 w 38"/>
                <a:gd name="T7" fmla="*/ 0 h 18"/>
                <a:gd name="T8" fmla="*/ 100 w 38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14" y="14"/>
                  </a:moveTo>
                  <a:cubicBezTo>
                    <a:pt x="6" y="15"/>
                    <a:pt x="2" y="12"/>
                    <a:pt x="1" y="8"/>
                  </a:cubicBezTo>
                  <a:cubicBezTo>
                    <a:pt x="0" y="13"/>
                    <a:pt x="4" y="18"/>
                    <a:pt x="14" y="17"/>
                  </a:cubicBezTo>
                  <a:cubicBezTo>
                    <a:pt x="26" y="16"/>
                    <a:pt x="38" y="9"/>
                    <a:pt x="37" y="0"/>
                  </a:cubicBezTo>
                  <a:cubicBezTo>
                    <a:pt x="36" y="8"/>
                    <a:pt x="24" y="13"/>
                    <a:pt x="14" y="1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73" name="Freeform 435">
              <a:extLst>
                <a:ext uri="{FF2B5EF4-FFF2-40B4-BE49-F238E27FC236}">
                  <a16:creationId xmlns:a16="http://schemas.microsoft.com/office/drawing/2014/main" id="{868C059A-1576-4445-BD62-DA6A1DA66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231"/>
              <a:ext cx="49" cy="15"/>
            </a:xfrm>
            <a:custGeom>
              <a:avLst/>
              <a:gdLst>
                <a:gd name="T0" fmla="*/ 0 w 25"/>
                <a:gd name="T1" fmla="*/ 69 h 7"/>
                <a:gd name="T2" fmla="*/ 188 w 25"/>
                <a:gd name="T3" fmla="*/ 28 h 7"/>
                <a:gd name="T4" fmla="*/ 84 w 25"/>
                <a:gd name="T5" fmla="*/ 51 h 7"/>
                <a:gd name="T6" fmla="*/ 0 w 25"/>
                <a:gd name="T7" fmla="*/ 6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">
                  <a:moveTo>
                    <a:pt x="0" y="7"/>
                  </a:moveTo>
                  <a:cubicBezTo>
                    <a:pt x="6" y="4"/>
                    <a:pt x="18" y="0"/>
                    <a:pt x="25" y="3"/>
                  </a:cubicBezTo>
                  <a:cubicBezTo>
                    <a:pt x="21" y="3"/>
                    <a:pt x="15" y="4"/>
                    <a:pt x="11" y="5"/>
                  </a:cubicBezTo>
                  <a:cubicBezTo>
                    <a:pt x="6" y="6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74" name="Freeform 436">
              <a:extLst>
                <a:ext uri="{FF2B5EF4-FFF2-40B4-BE49-F238E27FC236}">
                  <a16:creationId xmlns:a16="http://schemas.microsoft.com/office/drawing/2014/main" id="{A138CD36-3FAC-4D67-8A2E-E17F04A1B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225"/>
              <a:ext cx="47" cy="15"/>
            </a:xfrm>
            <a:custGeom>
              <a:avLst/>
              <a:gdLst>
                <a:gd name="T0" fmla="*/ 92 w 24"/>
                <a:gd name="T1" fmla="*/ 19 h 7"/>
                <a:gd name="T2" fmla="*/ 0 w 24"/>
                <a:gd name="T3" fmla="*/ 69 h 7"/>
                <a:gd name="T4" fmla="*/ 180 w 24"/>
                <a:gd name="T5" fmla="*/ 51 h 7"/>
                <a:gd name="T6" fmla="*/ 92 w 24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">
                  <a:moveTo>
                    <a:pt x="12" y="2"/>
                  </a:moveTo>
                  <a:cubicBezTo>
                    <a:pt x="9" y="3"/>
                    <a:pt x="5" y="4"/>
                    <a:pt x="0" y="7"/>
                  </a:cubicBezTo>
                  <a:cubicBezTo>
                    <a:pt x="5" y="5"/>
                    <a:pt x="20" y="0"/>
                    <a:pt x="24" y="5"/>
                  </a:cubicBezTo>
                  <a:cubicBezTo>
                    <a:pt x="22" y="4"/>
                    <a:pt x="18" y="2"/>
                    <a:pt x="1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75" name="Freeform 437">
              <a:extLst>
                <a:ext uri="{FF2B5EF4-FFF2-40B4-BE49-F238E27FC236}">
                  <a16:creationId xmlns:a16="http://schemas.microsoft.com/office/drawing/2014/main" id="{F932018F-C420-4FC9-A05E-3FD5DF919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264"/>
              <a:ext cx="52" cy="25"/>
            </a:xfrm>
            <a:custGeom>
              <a:avLst/>
              <a:gdLst>
                <a:gd name="T0" fmla="*/ 0 w 27"/>
                <a:gd name="T1" fmla="*/ 65 h 12"/>
                <a:gd name="T2" fmla="*/ 193 w 27"/>
                <a:gd name="T3" fmla="*/ 0 h 12"/>
                <a:gd name="T4" fmla="*/ 0 w 27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">
                  <a:moveTo>
                    <a:pt x="0" y="7"/>
                  </a:moveTo>
                  <a:cubicBezTo>
                    <a:pt x="4" y="9"/>
                    <a:pt x="19" y="7"/>
                    <a:pt x="27" y="0"/>
                  </a:cubicBezTo>
                  <a:cubicBezTo>
                    <a:pt x="25" y="3"/>
                    <a:pt x="13" y="12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76" name="Freeform 438">
              <a:extLst>
                <a:ext uri="{FF2B5EF4-FFF2-40B4-BE49-F238E27FC236}">
                  <a16:creationId xmlns:a16="http://schemas.microsoft.com/office/drawing/2014/main" id="{B1C0A4C6-61BE-4E85-B09C-FFB384964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205"/>
              <a:ext cx="138" cy="111"/>
            </a:xfrm>
            <a:custGeom>
              <a:avLst/>
              <a:gdLst>
                <a:gd name="T0" fmla="*/ 109 w 71"/>
                <a:gd name="T1" fmla="*/ 97 h 54"/>
                <a:gd name="T2" fmla="*/ 37 w 71"/>
                <a:gd name="T3" fmla="*/ 216 h 54"/>
                <a:gd name="T4" fmla="*/ 288 w 71"/>
                <a:gd name="T5" fmla="*/ 436 h 54"/>
                <a:gd name="T6" fmla="*/ 513 w 71"/>
                <a:gd name="T7" fmla="*/ 156 h 54"/>
                <a:gd name="T8" fmla="*/ 389 w 71"/>
                <a:gd name="T9" fmla="*/ 8 h 54"/>
                <a:gd name="T10" fmla="*/ 227 w 71"/>
                <a:gd name="T11" fmla="*/ 51 h 54"/>
                <a:gd name="T12" fmla="*/ 109 w 71"/>
                <a:gd name="T13" fmla="*/ 9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4">
                  <a:moveTo>
                    <a:pt x="15" y="11"/>
                  </a:moveTo>
                  <a:cubicBezTo>
                    <a:pt x="10" y="15"/>
                    <a:pt x="6" y="20"/>
                    <a:pt x="5" y="25"/>
                  </a:cubicBezTo>
                  <a:cubicBezTo>
                    <a:pt x="0" y="45"/>
                    <a:pt x="20" y="54"/>
                    <a:pt x="39" y="50"/>
                  </a:cubicBezTo>
                  <a:cubicBezTo>
                    <a:pt x="59" y="45"/>
                    <a:pt x="71" y="28"/>
                    <a:pt x="70" y="18"/>
                  </a:cubicBezTo>
                  <a:cubicBezTo>
                    <a:pt x="69" y="8"/>
                    <a:pt x="62" y="3"/>
                    <a:pt x="53" y="1"/>
                  </a:cubicBezTo>
                  <a:cubicBezTo>
                    <a:pt x="45" y="0"/>
                    <a:pt x="36" y="4"/>
                    <a:pt x="31" y="6"/>
                  </a:cubicBezTo>
                  <a:cubicBezTo>
                    <a:pt x="26" y="7"/>
                    <a:pt x="19" y="8"/>
                    <a:pt x="15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77" name="Freeform 439">
              <a:extLst>
                <a:ext uri="{FF2B5EF4-FFF2-40B4-BE49-F238E27FC236}">
                  <a16:creationId xmlns:a16="http://schemas.microsoft.com/office/drawing/2014/main" id="{A1C5FAE8-62F8-475A-9D3F-7AE2A68E8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1244"/>
              <a:ext cx="72" cy="35"/>
            </a:xfrm>
            <a:custGeom>
              <a:avLst/>
              <a:gdLst>
                <a:gd name="T0" fmla="*/ 8 w 37"/>
                <a:gd name="T1" fmla="*/ 115 h 17"/>
                <a:gd name="T2" fmla="*/ 103 w 37"/>
                <a:gd name="T3" fmla="*/ 148 h 17"/>
                <a:gd name="T4" fmla="*/ 257 w 37"/>
                <a:gd name="T5" fmla="*/ 68 h 17"/>
                <a:gd name="T6" fmla="*/ 272 w 37"/>
                <a:gd name="T7" fmla="*/ 0 h 17"/>
                <a:gd name="T8" fmla="*/ 272 w 37"/>
                <a:gd name="T9" fmla="*/ 0 h 17"/>
                <a:gd name="T10" fmla="*/ 249 w 37"/>
                <a:gd name="T11" fmla="*/ 68 h 17"/>
                <a:gd name="T12" fmla="*/ 103 w 37"/>
                <a:gd name="T13" fmla="*/ 148 h 17"/>
                <a:gd name="T14" fmla="*/ 16 w 37"/>
                <a:gd name="T15" fmla="*/ 105 h 17"/>
                <a:gd name="T16" fmla="*/ 16 w 37"/>
                <a:gd name="T17" fmla="*/ 51 h 17"/>
                <a:gd name="T18" fmla="*/ 16 w 37"/>
                <a:gd name="T19" fmla="*/ 51 h 17"/>
                <a:gd name="T20" fmla="*/ 8 w 37"/>
                <a:gd name="T21" fmla="*/ 115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17">
                  <a:moveTo>
                    <a:pt x="1" y="13"/>
                  </a:moveTo>
                  <a:cubicBezTo>
                    <a:pt x="3" y="16"/>
                    <a:pt x="8" y="17"/>
                    <a:pt x="14" y="17"/>
                  </a:cubicBezTo>
                  <a:cubicBezTo>
                    <a:pt x="23" y="16"/>
                    <a:pt x="31" y="13"/>
                    <a:pt x="35" y="8"/>
                  </a:cubicBezTo>
                  <a:cubicBezTo>
                    <a:pt x="37" y="5"/>
                    <a:pt x="37" y="3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2"/>
                    <a:pt x="36" y="5"/>
                    <a:pt x="34" y="8"/>
                  </a:cubicBezTo>
                  <a:cubicBezTo>
                    <a:pt x="31" y="12"/>
                    <a:pt x="23" y="16"/>
                    <a:pt x="14" y="17"/>
                  </a:cubicBezTo>
                  <a:cubicBezTo>
                    <a:pt x="8" y="17"/>
                    <a:pt x="3" y="15"/>
                    <a:pt x="2" y="12"/>
                  </a:cubicBezTo>
                  <a:cubicBezTo>
                    <a:pt x="1" y="10"/>
                    <a:pt x="1" y="8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8"/>
                    <a:pt x="0" y="10"/>
                    <a:pt x="1" y="1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78" name="Freeform 440">
              <a:extLst>
                <a:ext uri="{FF2B5EF4-FFF2-40B4-BE49-F238E27FC236}">
                  <a16:creationId xmlns:a16="http://schemas.microsoft.com/office/drawing/2014/main" id="{6DA840B3-60B4-454A-8A53-E1EC8BCE7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314"/>
              <a:ext cx="157" cy="150"/>
            </a:xfrm>
            <a:custGeom>
              <a:avLst/>
              <a:gdLst>
                <a:gd name="T0" fmla="*/ 124 w 81"/>
                <a:gd name="T1" fmla="*/ 60 h 73"/>
                <a:gd name="T2" fmla="*/ 37 w 81"/>
                <a:gd name="T3" fmla="*/ 337 h 73"/>
                <a:gd name="T4" fmla="*/ 297 w 81"/>
                <a:gd name="T5" fmla="*/ 592 h 73"/>
                <a:gd name="T6" fmla="*/ 525 w 81"/>
                <a:gd name="T7" fmla="*/ 485 h 73"/>
                <a:gd name="T8" fmla="*/ 124 w 81"/>
                <a:gd name="T9" fmla="*/ 6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73">
                  <a:moveTo>
                    <a:pt x="17" y="7"/>
                  </a:moveTo>
                  <a:cubicBezTo>
                    <a:pt x="3" y="12"/>
                    <a:pt x="0" y="26"/>
                    <a:pt x="5" y="39"/>
                  </a:cubicBezTo>
                  <a:cubicBezTo>
                    <a:pt x="10" y="53"/>
                    <a:pt x="26" y="64"/>
                    <a:pt x="41" y="68"/>
                  </a:cubicBezTo>
                  <a:cubicBezTo>
                    <a:pt x="60" y="73"/>
                    <a:pt x="68" y="66"/>
                    <a:pt x="72" y="56"/>
                  </a:cubicBezTo>
                  <a:cubicBezTo>
                    <a:pt x="81" y="35"/>
                    <a:pt x="42" y="0"/>
                    <a:pt x="17" y="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79" name="Freeform 441">
              <a:extLst>
                <a:ext uri="{FF2B5EF4-FFF2-40B4-BE49-F238E27FC236}">
                  <a16:creationId xmlns:a16="http://schemas.microsoft.com/office/drawing/2014/main" id="{AA125BCA-DF81-4309-A129-A0120BFFA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318"/>
              <a:ext cx="118" cy="138"/>
            </a:xfrm>
            <a:custGeom>
              <a:avLst/>
              <a:gdLst>
                <a:gd name="T0" fmla="*/ 0 w 61"/>
                <a:gd name="T1" fmla="*/ 51 h 67"/>
                <a:gd name="T2" fmla="*/ 364 w 61"/>
                <a:gd name="T3" fmla="*/ 472 h 67"/>
                <a:gd name="T4" fmla="*/ 261 w 61"/>
                <a:gd name="T5" fmla="*/ 585 h 67"/>
                <a:gd name="T6" fmla="*/ 377 w 61"/>
                <a:gd name="T7" fmla="*/ 472 h 67"/>
                <a:gd name="T8" fmla="*/ 0 w 61"/>
                <a:gd name="T9" fmla="*/ 5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7">
                  <a:moveTo>
                    <a:pt x="0" y="6"/>
                  </a:moveTo>
                  <a:cubicBezTo>
                    <a:pt x="25" y="3"/>
                    <a:pt x="58" y="35"/>
                    <a:pt x="50" y="54"/>
                  </a:cubicBezTo>
                  <a:cubicBezTo>
                    <a:pt x="48" y="60"/>
                    <a:pt x="43" y="65"/>
                    <a:pt x="36" y="67"/>
                  </a:cubicBezTo>
                  <a:cubicBezTo>
                    <a:pt x="45" y="66"/>
                    <a:pt x="50" y="60"/>
                    <a:pt x="52" y="54"/>
                  </a:cubicBezTo>
                  <a:cubicBezTo>
                    <a:pt x="61" y="34"/>
                    <a:pt x="25" y="0"/>
                    <a:pt x="0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80" name="Freeform 442">
              <a:extLst>
                <a:ext uri="{FF2B5EF4-FFF2-40B4-BE49-F238E27FC236}">
                  <a16:creationId xmlns:a16="http://schemas.microsoft.com/office/drawing/2014/main" id="{4699D8D8-3D9A-4F2F-93BF-BF222BE49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337"/>
              <a:ext cx="75" cy="115"/>
            </a:xfrm>
            <a:custGeom>
              <a:avLst/>
              <a:gdLst>
                <a:gd name="T0" fmla="*/ 277 w 39"/>
                <a:gd name="T1" fmla="*/ 485 h 56"/>
                <a:gd name="T2" fmla="*/ 48 w 39"/>
                <a:gd name="T3" fmla="*/ 224 h 56"/>
                <a:gd name="T4" fmla="*/ 77 w 39"/>
                <a:gd name="T5" fmla="*/ 0 h 56"/>
                <a:gd name="T6" fmla="*/ 29 w 39"/>
                <a:gd name="T7" fmla="*/ 240 h 56"/>
                <a:gd name="T8" fmla="*/ 277 w 39"/>
                <a:gd name="T9" fmla="*/ 485 h 56"/>
                <a:gd name="T10" fmla="*/ 277 w 39"/>
                <a:gd name="T11" fmla="*/ 485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6">
                  <a:moveTo>
                    <a:pt x="39" y="56"/>
                  </a:moveTo>
                  <a:cubicBezTo>
                    <a:pt x="24" y="52"/>
                    <a:pt x="12" y="39"/>
                    <a:pt x="7" y="26"/>
                  </a:cubicBezTo>
                  <a:cubicBezTo>
                    <a:pt x="3" y="16"/>
                    <a:pt x="4" y="6"/>
                    <a:pt x="11" y="0"/>
                  </a:cubicBezTo>
                  <a:cubicBezTo>
                    <a:pt x="2" y="5"/>
                    <a:pt x="0" y="17"/>
                    <a:pt x="4" y="28"/>
                  </a:cubicBezTo>
                  <a:cubicBezTo>
                    <a:pt x="9" y="41"/>
                    <a:pt x="24" y="52"/>
                    <a:pt x="39" y="56"/>
                  </a:cubicBezTo>
                  <a:cubicBezTo>
                    <a:pt x="39" y="56"/>
                    <a:pt x="39" y="56"/>
                    <a:pt x="39" y="5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81" name="Freeform 443">
              <a:extLst>
                <a:ext uri="{FF2B5EF4-FFF2-40B4-BE49-F238E27FC236}">
                  <a16:creationId xmlns:a16="http://schemas.microsoft.com/office/drawing/2014/main" id="{0C54682A-C4CB-45F9-B0DE-D2A7BBCA5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347"/>
              <a:ext cx="99" cy="91"/>
            </a:xfrm>
            <a:custGeom>
              <a:avLst/>
              <a:gdLst>
                <a:gd name="T0" fmla="*/ 328 w 51"/>
                <a:gd name="T1" fmla="*/ 292 h 44"/>
                <a:gd name="T2" fmla="*/ 72 w 51"/>
                <a:gd name="T3" fmla="*/ 223 h 44"/>
                <a:gd name="T4" fmla="*/ 87 w 51"/>
                <a:gd name="T5" fmla="*/ 17 h 44"/>
                <a:gd name="T6" fmla="*/ 328 w 51"/>
                <a:gd name="T7" fmla="*/ 29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4">
                  <a:moveTo>
                    <a:pt x="45" y="33"/>
                  </a:moveTo>
                  <a:cubicBezTo>
                    <a:pt x="38" y="44"/>
                    <a:pt x="18" y="35"/>
                    <a:pt x="10" y="25"/>
                  </a:cubicBezTo>
                  <a:cubicBezTo>
                    <a:pt x="1" y="14"/>
                    <a:pt x="0" y="3"/>
                    <a:pt x="12" y="2"/>
                  </a:cubicBezTo>
                  <a:cubicBezTo>
                    <a:pt x="25" y="0"/>
                    <a:pt x="51" y="21"/>
                    <a:pt x="45" y="3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82" name="Freeform 444">
              <a:extLst>
                <a:ext uri="{FF2B5EF4-FFF2-40B4-BE49-F238E27FC236}">
                  <a16:creationId xmlns:a16="http://schemas.microsoft.com/office/drawing/2014/main" id="{46933906-8E10-41A6-9C16-2D3C12D3F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355"/>
              <a:ext cx="85" cy="83"/>
            </a:xfrm>
            <a:custGeom>
              <a:avLst/>
              <a:gdLst>
                <a:gd name="T0" fmla="*/ 79 w 44"/>
                <a:gd name="T1" fmla="*/ 160 h 40"/>
                <a:gd name="T2" fmla="*/ 37 w 44"/>
                <a:gd name="T3" fmla="*/ 0 h 40"/>
                <a:gd name="T4" fmla="*/ 64 w 44"/>
                <a:gd name="T5" fmla="*/ 189 h 40"/>
                <a:gd name="T6" fmla="*/ 317 w 44"/>
                <a:gd name="T7" fmla="*/ 259 h 40"/>
                <a:gd name="T8" fmla="*/ 317 w 44"/>
                <a:gd name="T9" fmla="*/ 249 h 40"/>
                <a:gd name="T10" fmla="*/ 79 w 44"/>
                <a:gd name="T11" fmla="*/ 16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0">
                  <a:moveTo>
                    <a:pt x="11" y="18"/>
                  </a:moveTo>
                  <a:cubicBezTo>
                    <a:pt x="6" y="11"/>
                    <a:pt x="3" y="4"/>
                    <a:pt x="5" y="0"/>
                  </a:cubicBezTo>
                  <a:cubicBezTo>
                    <a:pt x="0" y="4"/>
                    <a:pt x="2" y="13"/>
                    <a:pt x="9" y="21"/>
                  </a:cubicBezTo>
                  <a:cubicBezTo>
                    <a:pt x="17" y="31"/>
                    <a:pt x="37" y="40"/>
                    <a:pt x="44" y="29"/>
                  </a:cubicBezTo>
                  <a:cubicBezTo>
                    <a:pt x="44" y="29"/>
                    <a:pt x="44" y="29"/>
                    <a:pt x="44" y="28"/>
                  </a:cubicBezTo>
                  <a:cubicBezTo>
                    <a:pt x="36" y="35"/>
                    <a:pt x="19" y="27"/>
                    <a:pt x="11" y="1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83" name="Freeform 445">
              <a:extLst>
                <a:ext uri="{FF2B5EF4-FFF2-40B4-BE49-F238E27FC236}">
                  <a16:creationId xmlns:a16="http://schemas.microsoft.com/office/drawing/2014/main" id="{64690831-5490-40F4-A6CE-E918DD406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353"/>
              <a:ext cx="46" cy="52"/>
            </a:xfrm>
            <a:custGeom>
              <a:avLst/>
              <a:gdLst>
                <a:gd name="T0" fmla="*/ 0 w 24"/>
                <a:gd name="T1" fmla="*/ 0 h 25"/>
                <a:gd name="T2" fmla="*/ 169 w 24"/>
                <a:gd name="T3" fmla="*/ 225 h 25"/>
                <a:gd name="T4" fmla="*/ 0 w 2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0" y="0"/>
                  </a:moveTo>
                  <a:cubicBezTo>
                    <a:pt x="9" y="4"/>
                    <a:pt x="24" y="15"/>
                    <a:pt x="24" y="25"/>
                  </a:cubicBezTo>
                  <a:cubicBezTo>
                    <a:pt x="24" y="21"/>
                    <a:pt x="13" y="7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84" name="Freeform 446">
              <a:extLst>
                <a:ext uri="{FF2B5EF4-FFF2-40B4-BE49-F238E27FC236}">
                  <a16:creationId xmlns:a16="http://schemas.microsoft.com/office/drawing/2014/main" id="{E7C8F68E-911D-43BB-9E8C-57A616CA6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357"/>
              <a:ext cx="41" cy="50"/>
            </a:xfrm>
            <a:custGeom>
              <a:avLst/>
              <a:gdLst>
                <a:gd name="T0" fmla="*/ 0 w 21"/>
                <a:gd name="T1" fmla="*/ 0 h 24"/>
                <a:gd name="T2" fmla="*/ 148 w 21"/>
                <a:gd name="T3" fmla="*/ 217 h 24"/>
                <a:gd name="T4" fmla="*/ 0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0" y="0"/>
                  </a:moveTo>
                  <a:cubicBezTo>
                    <a:pt x="6" y="3"/>
                    <a:pt x="21" y="13"/>
                    <a:pt x="20" y="24"/>
                  </a:cubicBezTo>
                  <a:cubicBezTo>
                    <a:pt x="20" y="18"/>
                    <a:pt x="1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85" name="Freeform 447">
              <a:extLst>
                <a:ext uri="{FF2B5EF4-FFF2-40B4-BE49-F238E27FC236}">
                  <a16:creationId xmlns:a16="http://schemas.microsoft.com/office/drawing/2014/main" id="{9B7E5A56-03CB-4D44-869F-DF50270F4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388"/>
              <a:ext cx="56" cy="41"/>
            </a:xfrm>
            <a:custGeom>
              <a:avLst/>
              <a:gdLst>
                <a:gd name="T0" fmla="*/ 0 w 29"/>
                <a:gd name="T1" fmla="*/ 0 h 20"/>
                <a:gd name="T2" fmla="*/ 209 w 29"/>
                <a:gd name="T3" fmla="*/ 164 h 20"/>
                <a:gd name="T4" fmla="*/ 0 w 2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0"/>
                  </a:moveTo>
                  <a:cubicBezTo>
                    <a:pt x="1" y="5"/>
                    <a:pt x="15" y="20"/>
                    <a:pt x="29" y="19"/>
                  </a:cubicBezTo>
                  <a:cubicBezTo>
                    <a:pt x="24" y="19"/>
                    <a:pt x="9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86" name="Freeform 448">
              <a:extLst>
                <a:ext uri="{FF2B5EF4-FFF2-40B4-BE49-F238E27FC236}">
                  <a16:creationId xmlns:a16="http://schemas.microsoft.com/office/drawing/2014/main" id="{8D4951F0-6FF9-4A27-95D3-8E37EE22E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314"/>
              <a:ext cx="157" cy="150"/>
            </a:xfrm>
            <a:custGeom>
              <a:avLst/>
              <a:gdLst>
                <a:gd name="T0" fmla="*/ 124 w 81"/>
                <a:gd name="T1" fmla="*/ 60 h 73"/>
                <a:gd name="T2" fmla="*/ 37 w 81"/>
                <a:gd name="T3" fmla="*/ 337 h 73"/>
                <a:gd name="T4" fmla="*/ 297 w 81"/>
                <a:gd name="T5" fmla="*/ 592 h 73"/>
                <a:gd name="T6" fmla="*/ 525 w 81"/>
                <a:gd name="T7" fmla="*/ 485 h 73"/>
                <a:gd name="T8" fmla="*/ 124 w 81"/>
                <a:gd name="T9" fmla="*/ 6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73">
                  <a:moveTo>
                    <a:pt x="17" y="7"/>
                  </a:moveTo>
                  <a:cubicBezTo>
                    <a:pt x="3" y="12"/>
                    <a:pt x="0" y="26"/>
                    <a:pt x="5" y="39"/>
                  </a:cubicBezTo>
                  <a:cubicBezTo>
                    <a:pt x="10" y="53"/>
                    <a:pt x="26" y="64"/>
                    <a:pt x="41" y="68"/>
                  </a:cubicBezTo>
                  <a:cubicBezTo>
                    <a:pt x="60" y="73"/>
                    <a:pt x="68" y="66"/>
                    <a:pt x="72" y="56"/>
                  </a:cubicBezTo>
                  <a:cubicBezTo>
                    <a:pt x="81" y="35"/>
                    <a:pt x="42" y="0"/>
                    <a:pt x="17" y="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87" name="Freeform 449">
              <a:extLst>
                <a:ext uri="{FF2B5EF4-FFF2-40B4-BE49-F238E27FC236}">
                  <a16:creationId xmlns:a16="http://schemas.microsoft.com/office/drawing/2014/main" id="{0DFED64D-AB89-43E6-A2B9-EC2DC550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351"/>
              <a:ext cx="83" cy="76"/>
            </a:xfrm>
            <a:custGeom>
              <a:avLst/>
              <a:gdLst>
                <a:gd name="T0" fmla="*/ 15 w 43"/>
                <a:gd name="T1" fmla="*/ 33 h 37"/>
                <a:gd name="T2" fmla="*/ 52 w 43"/>
                <a:gd name="T3" fmla="*/ 199 h 37"/>
                <a:gd name="T4" fmla="*/ 245 w 43"/>
                <a:gd name="T5" fmla="*/ 312 h 37"/>
                <a:gd name="T6" fmla="*/ 309 w 43"/>
                <a:gd name="T7" fmla="*/ 269 h 37"/>
                <a:gd name="T8" fmla="*/ 309 w 43"/>
                <a:gd name="T9" fmla="*/ 269 h 37"/>
                <a:gd name="T10" fmla="*/ 245 w 43"/>
                <a:gd name="T11" fmla="*/ 312 h 37"/>
                <a:gd name="T12" fmla="*/ 56 w 43"/>
                <a:gd name="T13" fmla="*/ 199 h 37"/>
                <a:gd name="T14" fmla="*/ 15 w 43"/>
                <a:gd name="T15" fmla="*/ 43 h 37"/>
                <a:gd name="T16" fmla="*/ 71 w 43"/>
                <a:gd name="T17" fmla="*/ 0 h 37"/>
                <a:gd name="T18" fmla="*/ 71 w 43"/>
                <a:gd name="T19" fmla="*/ 0 h 37"/>
                <a:gd name="T20" fmla="*/ 15 w 43"/>
                <a:gd name="T21" fmla="*/ 33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37">
                  <a:moveTo>
                    <a:pt x="2" y="4"/>
                  </a:moveTo>
                  <a:cubicBezTo>
                    <a:pt x="0" y="9"/>
                    <a:pt x="2" y="16"/>
                    <a:pt x="7" y="23"/>
                  </a:cubicBezTo>
                  <a:cubicBezTo>
                    <a:pt x="13" y="30"/>
                    <a:pt x="25" y="37"/>
                    <a:pt x="34" y="36"/>
                  </a:cubicBezTo>
                  <a:cubicBezTo>
                    <a:pt x="38" y="36"/>
                    <a:pt x="41" y="34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1" y="34"/>
                    <a:pt x="38" y="35"/>
                    <a:pt x="34" y="36"/>
                  </a:cubicBezTo>
                  <a:cubicBezTo>
                    <a:pt x="25" y="36"/>
                    <a:pt x="14" y="29"/>
                    <a:pt x="8" y="23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3" y="2"/>
                    <a:pt x="6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1"/>
                    <a:pt x="2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88" name="Freeform 450">
              <a:extLst>
                <a:ext uri="{FF2B5EF4-FFF2-40B4-BE49-F238E27FC236}">
                  <a16:creationId xmlns:a16="http://schemas.microsoft.com/office/drawing/2014/main" id="{6F0EB836-4359-44D5-BD9F-01C36FF83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353"/>
              <a:ext cx="172" cy="105"/>
            </a:xfrm>
            <a:custGeom>
              <a:avLst/>
              <a:gdLst>
                <a:gd name="T0" fmla="*/ 131 w 89"/>
                <a:gd name="T1" fmla="*/ 33 h 51"/>
                <a:gd name="T2" fmla="*/ 8 w 89"/>
                <a:gd name="T3" fmla="*/ 245 h 51"/>
                <a:gd name="T4" fmla="*/ 332 w 89"/>
                <a:gd name="T5" fmla="*/ 420 h 51"/>
                <a:gd name="T6" fmla="*/ 628 w 89"/>
                <a:gd name="T7" fmla="*/ 200 h 51"/>
                <a:gd name="T8" fmla="*/ 549 w 89"/>
                <a:gd name="T9" fmla="*/ 43 h 51"/>
                <a:gd name="T10" fmla="*/ 340 w 89"/>
                <a:gd name="T11" fmla="*/ 33 h 51"/>
                <a:gd name="T12" fmla="*/ 131 w 89"/>
                <a:gd name="T13" fmla="*/ 33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51">
                  <a:moveTo>
                    <a:pt x="18" y="4"/>
                  </a:moveTo>
                  <a:cubicBezTo>
                    <a:pt x="7" y="7"/>
                    <a:pt x="0" y="15"/>
                    <a:pt x="1" y="28"/>
                  </a:cubicBezTo>
                  <a:cubicBezTo>
                    <a:pt x="3" y="44"/>
                    <a:pt x="22" y="51"/>
                    <a:pt x="46" y="48"/>
                  </a:cubicBezTo>
                  <a:cubicBezTo>
                    <a:pt x="71" y="45"/>
                    <a:pt x="83" y="40"/>
                    <a:pt x="87" y="23"/>
                  </a:cubicBezTo>
                  <a:cubicBezTo>
                    <a:pt x="89" y="15"/>
                    <a:pt x="85" y="8"/>
                    <a:pt x="76" y="5"/>
                  </a:cubicBezTo>
                  <a:cubicBezTo>
                    <a:pt x="66" y="1"/>
                    <a:pt x="59" y="4"/>
                    <a:pt x="47" y="4"/>
                  </a:cubicBezTo>
                  <a:cubicBezTo>
                    <a:pt x="40" y="4"/>
                    <a:pt x="28" y="0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89" name="Freeform 451">
              <a:extLst>
                <a:ext uri="{FF2B5EF4-FFF2-40B4-BE49-F238E27FC236}">
                  <a16:creationId xmlns:a16="http://schemas.microsoft.com/office/drawing/2014/main" id="{9945E0F7-7EFA-43BE-BC3C-AD0792DD9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376"/>
              <a:ext cx="118" cy="43"/>
            </a:xfrm>
            <a:custGeom>
              <a:avLst/>
              <a:gdLst>
                <a:gd name="T0" fmla="*/ 397 w 61"/>
                <a:gd name="T1" fmla="*/ 51 h 21"/>
                <a:gd name="T2" fmla="*/ 195 w 61"/>
                <a:gd name="T3" fmla="*/ 164 h 21"/>
                <a:gd name="T4" fmla="*/ 72 w 61"/>
                <a:gd name="T5" fmla="*/ 33 h 21"/>
                <a:gd name="T6" fmla="*/ 248 w 61"/>
                <a:gd name="T7" fmla="*/ 25 h 21"/>
                <a:gd name="T8" fmla="*/ 397 w 61"/>
                <a:gd name="T9" fmla="*/ 5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1">
                  <a:moveTo>
                    <a:pt x="55" y="6"/>
                  </a:moveTo>
                  <a:cubicBezTo>
                    <a:pt x="61" y="9"/>
                    <a:pt x="52" y="18"/>
                    <a:pt x="27" y="19"/>
                  </a:cubicBezTo>
                  <a:cubicBezTo>
                    <a:pt x="3" y="21"/>
                    <a:pt x="0" y="9"/>
                    <a:pt x="10" y="4"/>
                  </a:cubicBezTo>
                  <a:cubicBezTo>
                    <a:pt x="17" y="0"/>
                    <a:pt x="20" y="2"/>
                    <a:pt x="34" y="3"/>
                  </a:cubicBezTo>
                  <a:cubicBezTo>
                    <a:pt x="47" y="4"/>
                    <a:pt x="49" y="2"/>
                    <a:pt x="55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90" name="Freeform 452">
              <a:extLst>
                <a:ext uri="{FF2B5EF4-FFF2-40B4-BE49-F238E27FC236}">
                  <a16:creationId xmlns:a16="http://schemas.microsoft.com/office/drawing/2014/main" id="{F9E0A02E-6764-48A9-8F90-B6D474BF5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386"/>
              <a:ext cx="106" cy="33"/>
            </a:xfrm>
            <a:custGeom>
              <a:avLst/>
              <a:gdLst>
                <a:gd name="T0" fmla="*/ 193 w 55"/>
                <a:gd name="T1" fmla="*/ 124 h 16"/>
                <a:gd name="T2" fmla="*/ 393 w 55"/>
                <a:gd name="T3" fmla="*/ 52 h 16"/>
                <a:gd name="T4" fmla="*/ 200 w 55"/>
                <a:gd name="T5" fmla="*/ 97 h 16"/>
                <a:gd name="T6" fmla="*/ 56 w 55"/>
                <a:gd name="T7" fmla="*/ 0 h 16"/>
                <a:gd name="T8" fmla="*/ 193 w 55"/>
                <a:gd name="T9" fmla="*/ 12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6">
                  <a:moveTo>
                    <a:pt x="27" y="14"/>
                  </a:moveTo>
                  <a:cubicBezTo>
                    <a:pt x="43" y="13"/>
                    <a:pt x="52" y="9"/>
                    <a:pt x="55" y="6"/>
                  </a:cubicBezTo>
                  <a:cubicBezTo>
                    <a:pt x="47" y="10"/>
                    <a:pt x="37" y="11"/>
                    <a:pt x="28" y="11"/>
                  </a:cubicBezTo>
                  <a:cubicBezTo>
                    <a:pt x="22" y="11"/>
                    <a:pt x="2" y="11"/>
                    <a:pt x="8" y="0"/>
                  </a:cubicBezTo>
                  <a:cubicBezTo>
                    <a:pt x="0" y="6"/>
                    <a:pt x="5" y="16"/>
                    <a:pt x="27" y="1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91" name="Freeform 453">
              <a:extLst>
                <a:ext uri="{FF2B5EF4-FFF2-40B4-BE49-F238E27FC236}">
                  <a16:creationId xmlns:a16="http://schemas.microsoft.com/office/drawing/2014/main" id="{D6D0FE85-2952-4993-85CF-14074BFB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378"/>
              <a:ext cx="75" cy="8"/>
            </a:xfrm>
            <a:custGeom>
              <a:avLst/>
              <a:gdLst>
                <a:gd name="T0" fmla="*/ 140 w 39"/>
                <a:gd name="T1" fmla="*/ 32 h 4"/>
                <a:gd name="T2" fmla="*/ 221 w 39"/>
                <a:gd name="T3" fmla="*/ 24 h 4"/>
                <a:gd name="T4" fmla="*/ 277 w 39"/>
                <a:gd name="T5" fmla="*/ 32 h 4"/>
                <a:gd name="T6" fmla="*/ 140 w 39"/>
                <a:gd name="T7" fmla="*/ 16 h 4"/>
                <a:gd name="T8" fmla="*/ 0 w 39"/>
                <a:gd name="T9" fmla="*/ 8 h 4"/>
                <a:gd name="T10" fmla="*/ 63 w 39"/>
                <a:gd name="T11" fmla="*/ 16 h 4"/>
                <a:gd name="T12" fmla="*/ 140 w 39"/>
                <a:gd name="T13" fmla="*/ 32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">
                  <a:moveTo>
                    <a:pt x="20" y="4"/>
                  </a:moveTo>
                  <a:cubicBezTo>
                    <a:pt x="24" y="4"/>
                    <a:pt x="27" y="4"/>
                    <a:pt x="31" y="3"/>
                  </a:cubicBezTo>
                  <a:cubicBezTo>
                    <a:pt x="34" y="3"/>
                    <a:pt x="37" y="4"/>
                    <a:pt x="39" y="4"/>
                  </a:cubicBezTo>
                  <a:cubicBezTo>
                    <a:pt x="35" y="1"/>
                    <a:pt x="32" y="3"/>
                    <a:pt x="20" y="2"/>
                  </a:cubicBezTo>
                  <a:cubicBezTo>
                    <a:pt x="8" y="1"/>
                    <a:pt x="5" y="0"/>
                    <a:pt x="0" y="1"/>
                  </a:cubicBezTo>
                  <a:cubicBezTo>
                    <a:pt x="2" y="1"/>
                    <a:pt x="7" y="2"/>
                    <a:pt x="9" y="2"/>
                  </a:cubicBezTo>
                  <a:cubicBezTo>
                    <a:pt x="12" y="3"/>
                    <a:pt x="16" y="4"/>
                    <a:pt x="20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92" name="Freeform 454">
              <a:extLst>
                <a:ext uri="{FF2B5EF4-FFF2-40B4-BE49-F238E27FC236}">
                  <a16:creationId xmlns:a16="http://schemas.microsoft.com/office/drawing/2014/main" id="{826E7E27-1BFF-4C9C-9BCF-3A27835C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359"/>
              <a:ext cx="59" cy="73"/>
            </a:xfrm>
            <a:custGeom>
              <a:avLst/>
              <a:gdLst>
                <a:gd name="T0" fmla="*/ 213 w 31"/>
                <a:gd name="T1" fmla="*/ 8 h 35"/>
                <a:gd name="T2" fmla="*/ 36 w 31"/>
                <a:gd name="T3" fmla="*/ 108 h 35"/>
                <a:gd name="T4" fmla="*/ 48 w 31"/>
                <a:gd name="T5" fmla="*/ 317 h 35"/>
                <a:gd name="T6" fmla="*/ 55 w 31"/>
                <a:gd name="T7" fmla="*/ 100 h 35"/>
                <a:gd name="T8" fmla="*/ 213 w 31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31" y="1"/>
                  </a:moveTo>
                  <a:cubicBezTo>
                    <a:pt x="24" y="0"/>
                    <a:pt x="9" y="3"/>
                    <a:pt x="5" y="12"/>
                  </a:cubicBezTo>
                  <a:cubicBezTo>
                    <a:pt x="0" y="21"/>
                    <a:pt x="3" y="31"/>
                    <a:pt x="7" y="35"/>
                  </a:cubicBezTo>
                  <a:cubicBezTo>
                    <a:pt x="6" y="32"/>
                    <a:pt x="0" y="19"/>
                    <a:pt x="8" y="11"/>
                  </a:cubicBezTo>
                  <a:cubicBezTo>
                    <a:pt x="15" y="2"/>
                    <a:pt x="26" y="1"/>
                    <a:pt x="31" y="1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93" name="Freeform 455">
              <a:extLst>
                <a:ext uri="{FF2B5EF4-FFF2-40B4-BE49-F238E27FC236}">
                  <a16:creationId xmlns:a16="http://schemas.microsoft.com/office/drawing/2014/main" id="{FAD7C8CF-9E30-4741-822F-20A92C001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355"/>
              <a:ext cx="64" cy="21"/>
            </a:xfrm>
            <a:custGeom>
              <a:avLst/>
              <a:gdLst>
                <a:gd name="T0" fmla="*/ 0 w 33"/>
                <a:gd name="T1" fmla="*/ 36 h 10"/>
                <a:gd name="T2" fmla="*/ 240 w 33"/>
                <a:gd name="T3" fmla="*/ 92 h 10"/>
                <a:gd name="T4" fmla="*/ 124 w 33"/>
                <a:gd name="T5" fmla="*/ 36 h 10"/>
                <a:gd name="T6" fmla="*/ 0 w 33"/>
                <a:gd name="T7" fmla="*/ 3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0">
                  <a:moveTo>
                    <a:pt x="0" y="4"/>
                  </a:moveTo>
                  <a:cubicBezTo>
                    <a:pt x="7" y="4"/>
                    <a:pt x="21" y="0"/>
                    <a:pt x="33" y="10"/>
                  </a:cubicBezTo>
                  <a:cubicBezTo>
                    <a:pt x="31" y="8"/>
                    <a:pt x="24" y="5"/>
                    <a:pt x="17" y="4"/>
                  </a:cubicBezTo>
                  <a:cubicBezTo>
                    <a:pt x="11" y="3"/>
                    <a:pt x="2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94" name="Freeform 456">
              <a:extLst>
                <a:ext uri="{FF2B5EF4-FFF2-40B4-BE49-F238E27FC236}">
                  <a16:creationId xmlns:a16="http://schemas.microsoft.com/office/drawing/2014/main" id="{DA3AA67B-2E7F-49AB-9E2A-58119941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401"/>
              <a:ext cx="95" cy="20"/>
            </a:xfrm>
            <a:custGeom>
              <a:avLst/>
              <a:gdLst>
                <a:gd name="T0" fmla="*/ 0 w 49"/>
                <a:gd name="T1" fmla="*/ 40 h 10"/>
                <a:gd name="T2" fmla="*/ 176 w 49"/>
                <a:gd name="T3" fmla="*/ 64 h 10"/>
                <a:gd name="T4" fmla="*/ 357 w 49"/>
                <a:gd name="T5" fmla="*/ 0 h 10"/>
                <a:gd name="T6" fmla="*/ 169 w 49"/>
                <a:gd name="T7" fmla="*/ 72 h 10"/>
                <a:gd name="T8" fmla="*/ 0 w 49"/>
                <a:gd name="T9" fmla="*/ 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">
                  <a:moveTo>
                    <a:pt x="0" y="5"/>
                  </a:moveTo>
                  <a:cubicBezTo>
                    <a:pt x="5" y="7"/>
                    <a:pt x="13" y="9"/>
                    <a:pt x="24" y="8"/>
                  </a:cubicBezTo>
                  <a:cubicBezTo>
                    <a:pt x="36" y="6"/>
                    <a:pt x="44" y="4"/>
                    <a:pt x="49" y="0"/>
                  </a:cubicBezTo>
                  <a:cubicBezTo>
                    <a:pt x="47" y="3"/>
                    <a:pt x="40" y="8"/>
                    <a:pt x="23" y="9"/>
                  </a:cubicBezTo>
                  <a:cubicBezTo>
                    <a:pt x="8" y="10"/>
                    <a:pt x="5" y="8"/>
                    <a:pt x="0" y="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95" name="Freeform 457">
              <a:extLst>
                <a:ext uri="{FF2B5EF4-FFF2-40B4-BE49-F238E27FC236}">
                  <a16:creationId xmlns:a16="http://schemas.microsoft.com/office/drawing/2014/main" id="{154059E0-F892-4347-BBEB-43FA55B33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399"/>
              <a:ext cx="118" cy="53"/>
            </a:xfrm>
            <a:custGeom>
              <a:avLst/>
              <a:gdLst>
                <a:gd name="T0" fmla="*/ 0 w 61"/>
                <a:gd name="T1" fmla="*/ 204 h 26"/>
                <a:gd name="T2" fmla="*/ 371 w 61"/>
                <a:gd name="T3" fmla="*/ 145 h 26"/>
                <a:gd name="T4" fmla="*/ 441 w 61"/>
                <a:gd name="T5" fmla="*/ 0 h 26"/>
                <a:gd name="T6" fmla="*/ 304 w 61"/>
                <a:gd name="T7" fmla="*/ 153 h 26"/>
                <a:gd name="T8" fmla="*/ 0 w 61"/>
                <a:gd name="T9" fmla="*/ 20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6">
                  <a:moveTo>
                    <a:pt x="0" y="24"/>
                  </a:moveTo>
                  <a:cubicBezTo>
                    <a:pt x="7" y="26"/>
                    <a:pt x="38" y="26"/>
                    <a:pt x="51" y="17"/>
                  </a:cubicBezTo>
                  <a:cubicBezTo>
                    <a:pt x="54" y="14"/>
                    <a:pt x="59" y="9"/>
                    <a:pt x="61" y="0"/>
                  </a:cubicBezTo>
                  <a:cubicBezTo>
                    <a:pt x="61" y="2"/>
                    <a:pt x="58" y="12"/>
                    <a:pt x="42" y="18"/>
                  </a:cubicBezTo>
                  <a:cubicBezTo>
                    <a:pt x="25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96" name="Freeform 458">
              <a:extLst>
                <a:ext uri="{FF2B5EF4-FFF2-40B4-BE49-F238E27FC236}">
                  <a16:creationId xmlns:a16="http://schemas.microsoft.com/office/drawing/2014/main" id="{12AF75EB-CF79-4E89-906A-5F3607F2F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353"/>
              <a:ext cx="172" cy="105"/>
            </a:xfrm>
            <a:custGeom>
              <a:avLst/>
              <a:gdLst>
                <a:gd name="T0" fmla="*/ 131 w 89"/>
                <a:gd name="T1" fmla="*/ 33 h 51"/>
                <a:gd name="T2" fmla="*/ 8 w 89"/>
                <a:gd name="T3" fmla="*/ 245 h 51"/>
                <a:gd name="T4" fmla="*/ 332 w 89"/>
                <a:gd name="T5" fmla="*/ 420 h 51"/>
                <a:gd name="T6" fmla="*/ 628 w 89"/>
                <a:gd name="T7" fmla="*/ 200 h 51"/>
                <a:gd name="T8" fmla="*/ 549 w 89"/>
                <a:gd name="T9" fmla="*/ 43 h 51"/>
                <a:gd name="T10" fmla="*/ 340 w 89"/>
                <a:gd name="T11" fmla="*/ 33 h 51"/>
                <a:gd name="T12" fmla="*/ 131 w 89"/>
                <a:gd name="T13" fmla="*/ 33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51">
                  <a:moveTo>
                    <a:pt x="18" y="4"/>
                  </a:moveTo>
                  <a:cubicBezTo>
                    <a:pt x="7" y="7"/>
                    <a:pt x="0" y="15"/>
                    <a:pt x="1" y="28"/>
                  </a:cubicBezTo>
                  <a:cubicBezTo>
                    <a:pt x="3" y="44"/>
                    <a:pt x="22" y="51"/>
                    <a:pt x="46" y="48"/>
                  </a:cubicBezTo>
                  <a:cubicBezTo>
                    <a:pt x="71" y="45"/>
                    <a:pt x="83" y="40"/>
                    <a:pt x="87" y="23"/>
                  </a:cubicBezTo>
                  <a:cubicBezTo>
                    <a:pt x="89" y="15"/>
                    <a:pt x="85" y="8"/>
                    <a:pt x="76" y="5"/>
                  </a:cubicBezTo>
                  <a:cubicBezTo>
                    <a:pt x="66" y="1"/>
                    <a:pt x="59" y="4"/>
                    <a:pt x="47" y="4"/>
                  </a:cubicBezTo>
                  <a:cubicBezTo>
                    <a:pt x="40" y="4"/>
                    <a:pt x="28" y="0"/>
                    <a:pt x="18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97" name="Freeform 459">
              <a:extLst>
                <a:ext uri="{FF2B5EF4-FFF2-40B4-BE49-F238E27FC236}">
                  <a16:creationId xmlns:a16="http://schemas.microsoft.com/office/drawing/2014/main" id="{A6717F71-251F-4CFA-A546-138C0A302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384"/>
              <a:ext cx="104" cy="35"/>
            </a:xfrm>
            <a:custGeom>
              <a:avLst/>
              <a:gdLst>
                <a:gd name="T0" fmla="*/ 372 w 54"/>
                <a:gd name="T1" fmla="*/ 16 h 17"/>
                <a:gd name="T2" fmla="*/ 377 w 54"/>
                <a:gd name="T3" fmla="*/ 43 h 17"/>
                <a:gd name="T4" fmla="*/ 171 w 54"/>
                <a:gd name="T5" fmla="*/ 132 h 17"/>
                <a:gd name="T6" fmla="*/ 15 w 54"/>
                <a:gd name="T7" fmla="*/ 68 h 17"/>
                <a:gd name="T8" fmla="*/ 48 w 54"/>
                <a:gd name="T9" fmla="*/ 0 h 17"/>
                <a:gd name="T10" fmla="*/ 48 w 54"/>
                <a:gd name="T11" fmla="*/ 0 h 17"/>
                <a:gd name="T12" fmla="*/ 8 w 54"/>
                <a:gd name="T13" fmla="*/ 68 h 17"/>
                <a:gd name="T14" fmla="*/ 171 w 54"/>
                <a:gd name="T15" fmla="*/ 140 h 17"/>
                <a:gd name="T16" fmla="*/ 385 w 54"/>
                <a:gd name="T17" fmla="*/ 43 h 17"/>
                <a:gd name="T18" fmla="*/ 372 w 54"/>
                <a:gd name="T19" fmla="*/ 16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7">
                  <a:moveTo>
                    <a:pt x="52" y="2"/>
                  </a:moveTo>
                  <a:cubicBezTo>
                    <a:pt x="53" y="2"/>
                    <a:pt x="54" y="3"/>
                    <a:pt x="53" y="5"/>
                  </a:cubicBezTo>
                  <a:cubicBezTo>
                    <a:pt x="52" y="8"/>
                    <a:pt x="44" y="14"/>
                    <a:pt x="24" y="15"/>
                  </a:cubicBezTo>
                  <a:cubicBezTo>
                    <a:pt x="9" y="16"/>
                    <a:pt x="3" y="12"/>
                    <a:pt x="2" y="8"/>
                  </a:cubicBezTo>
                  <a:cubicBezTo>
                    <a:pt x="1" y="5"/>
                    <a:pt x="3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2"/>
                    <a:pt x="0" y="5"/>
                    <a:pt x="1" y="8"/>
                  </a:cubicBezTo>
                  <a:cubicBezTo>
                    <a:pt x="2" y="13"/>
                    <a:pt x="9" y="17"/>
                    <a:pt x="24" y="16"/>
                  </a:cubicBezTo>
                  <a:cubicBezTo>
                    <a:pt x="43" y="14"/>
                    <a:pt x="53" y="9"/>
                    <a:pt x="54" y="5"/>
                  </a:cubicBezTo>
                  <a:cubicBezTo>
                    <a:pt x="54" y="3"/>
                    <a:pt x="53" y="2"/>
                    <a:pt x="52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98" name="Freeform 460">
              <a:extLst>
                <a:ext uri="{FF2B5EF4-FFF2-40B4-BE49-F238E27FC236}">
                  <a16:creationId xmlns:a16="http://schemas.microsoft.com/office/drawing/2014/main" id="{449A2B68-DCCC-42B1-968E-3707BB724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128"/>
              <a:ext cx="155" cy="132"/>
            </a:xfrm>
            <a:custGeom>
              <a:avLst/>
              <a:gdLst>
                <a:gd name="T0" fmla="*/ 240 w 80"/>
                <a:gd name="T1" fmla="*/ 17 h 64"/>
                <a:gd name="T2" fmla="*/ 60 w 80"/>
                <a:gd name="T3" fmla="*/ 140 h 64"/>
                <a:gd name="T4" fmla="*/ 211 w 80"/>
                <a:gd name="T5" fmla="*/ 472 h 64"/>
                <a:gd name="T6" fmla="*/ 529 w 80"/>
                <a:gd name="T7" fmla="*/ 456 h 64"/>
                <a:gd name="T8" fmla="*/ 544 w 80"/>
                <a:gd name="T9" fmla="*/ 264 h 64"/>
                <a:gd name="T10" fmla="*/ 393 w 80"/>
                <a:gd name="T11" fmla="*/ 140 h 64"/>
                <a:gd name="T12" fmla="*/ 240 w 80"/>
                <a:gd name="T13" fmla="*/ 1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64">
                  <a:moveTo>
                    <a:pt x="33" y="2"/>
                  </a:moveTo>
                  <a:cubicBezTo>
                    <a:pt x="23" y="0"/>
                    <a:pt x="14" y="4"/>
                    <a:pt x="8" y="16"/>
                  </a:cubicBezTo>
                  <a:cubicBezTo>
                    <a:pt x="0" y="31"/>
                    <a:pt x="10" y="45"/>
                    <a:pt x="29" y="54"/>
                  </a:cubicBezTo>
                  <a:cubicBezTo>
                    <a:pt x="49" y="63"/>
                    <a:pt x="61" y="64"/>
                    <a:pt x="73" y="52"/>
                  </a:cubicBezTo>
                  <a:cubicBezTo>
                    <a:pt x="79" y="45"/>
                    <a:pt x="80" y="37"/>
                    <a:pt x="75" y="30"/>
                  </a:cubicBezTo>
                  <a:cubicBezTo>
                    <a:pt x="70" y="22"/>
                    <a:pt x="64" y="21"/>
                    <a:pt x="54" y="16"/>
                  </a:cubicBezTo>
                  <a:cubicBezTo>
                    <a:pt x="49" y="13"/>
                    <a:pt x="43" y="4"/>
                    <a:pt x="33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99" name="Freeform 461">
              <a:extLst>
                <a:ext uri="{FF2B5EF4-FFF2-40B4-BE49-F238E27FC236}">
                  <a16:creationId xmlns:a16="http://schemas.microsoft.com/office/drawing/2014/main" id="{ADD85555-7EEC-48C5-A54F-2712548F3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155"/>
              <a:ext cx="95" cy="66"/>
            </a:xfrm>
            <a:custGeom>
              <a:avLst/>
              <a:gdLst>
                <a:gd name="T0" fmla="*/ 341 w 49"/>
                <a:gd name="T1" fmla="*/ 200 h 32"/>
                <a:gd name="T2" fmla="*/ 140 w 49"/>
                <a:gd name="T3" fmla="*/ 192 h 32"/>
                <a:gd name="T4" fmla="*/ 109 w 49"/>
                <a:gd name="T5" fmla="*/ 8 h 32"/>
                <a:gd name="T6" fmla="*/ 240 w 49"/>
                <a:gd name="T7" fmla="*/ 97 h 32"/>
                <a:gd name="T8" fmla="*/ 341 w 49"/>
                <a:gd name="T9" fmla="*/ 2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2">
                  <a:moveTo>
                    <a:pt x="47" y="23"/>
                  </a:moveTo>
                  <a:cubicBezTo>
                    <a:pt x="49" y="29"/>
                    <a:pt x="38" y="32"/>
                    <a:pt x="19" y="22"/>
                  </a:cubicBezTo>
                  <a:cubicBezTo>
                    <a:pt x="0" y="13"/>
                    <a:pt x="5" y="0"/>
                    <a:pt x="15" y="1"/>
                  </a:cubicBezTo>
                  <a:cubicBezTo>
                    <a:pt x="23" y="1"/>
                    <a:pt x="23" y="4"/>
                    <a:pt x="33" y="11"/>
                  </a:cubicBezTo>
                  <a:cubicBezTo>
                    <a:pt x="42" y="18"/>
                    <a:pt x="45" y="17"/>
                    <a:pt x="47" y="2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00" name="Freeform 462">
              <a:extLst>
                <a:ext uri="{FF2B5EF4-FFF2-40B4-BE49-F238E27FC236}">
                  <a16:creationId xmlns:a16="http://schemas.microsoft.com/office/drawing/2014/main" id="{80A64627-BB54-4741-9707-CB0120BB7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157"/>
              <a:ext cx="81" cy="60"/>
            </a:xfrm>
            <a:custGeom>
              <a:avLst/>
              <a:gdLst>
                <a:gd name="T0" fmla="*/ 123 w 42"/>
                <a:gd name="T1" fmla="*/ 184 h 29"/>
                <a:gd name="T2" fmla="*/ 301 w 42"/>
                <a:gd name="T3" fmla="*/ 240 h 29"/>
                <a:gd name="T4" fmla="*/ 145 w 42"/>
                <a:gd name="T5" fmla="*/ 168 h 29"/>
                <a:gd name="T6" fmla="*/ 79 w 42"/>
                <a:gd name="T7" fmla="*/ 0 h 29"/>
                <a:gd name="T8" fmla="*/ 123 w 42"/>
                <a:gd name="T9" fmla="*/ 18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9">
                  <a:moveTo>
                    <a:pt x="17" y="21"/>
                  </a:moveTo>
                  <a:cubicBezTo>
                    <a:pt x="29" y="28"/>
                    <a:pt x="38" y="29"/>
                    <a:pt x="42" y="27"/>
                  </a:cubicBezTo>
                  <a:cubicBezTo>
                    <a:pt x="34" y="27"/>
                    <a:pt x="26" y="23"/>
                    <a:pt x="20" y="19"/>
                  </a:cubicBezTo>
                  <a:cubicBezTo>
                    <a:pt x="15" y="16"/>
                    <a:pt x="0" y="7"/>
                    <a:pt x="11" y="0"/>
                  </a:cubicBezTo>
                  <a:cubicBezTo>
                    <a:pt x="2" y="1"/>
                    <a:pt x="0" y="12"/>
                    <a:pt x="17" y="2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01" name="Freeform 463">
              <a:extLst>
                <a:ext uri="{FF2B5EF4-FFF2-40B4-BE49-F238E27FC236}">
                  <a16:creationId xmlns:a16="http://schemas.microsoft.com/office/drawing/2014/main" id="{057F7DCB-97B9-4401-BE6E-4AD0D1865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157"/>
              <a:ext cx="54" cy="44"/>
            </a:xfrm>
            <a:custGeom>
              <a:avLst/>
              <a:gdLst>
                <a:gd name="T0" fmla="*/ 93 w 28"/>
                <a:gd name="T1" fmla="*/ 109 h 21"/>
                <a:gd name="T2" fmla="*/ 156 w 28"/>
                <a:gd name="T3" fmla="*/ 149 h 21"/>
                <a:gd name="T4" fmla="*/ 201 w 28"/>
                <a:gd name="T5" fmla="*/ 193 h 21"/>
                <a:gd name="T6" fmla="*/ 100 w 28"/>
                <a:gd name="T7" fmla="*/ 92 h 21"/>
                <a:gd name="T8" fmla="*/ 0 w 28"/>
                <a:gd name="T9" fmla="*/ 0 h 21"/>
                <a:gd name="T10" fmla="*/ 44 w 28"/>
                <a:gd name="T11" fmla="*/ 44 h 21"/>
                <a:gd name="T12" fmla="*/ 93 w 28"/>
                <a:gd name="T13" fmla="*/ 10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1">
                  <a:moveTo>
                    <a:pt x="13" y="12"/>
                  </a:moveTo>
                  <a:cubicBezTo>
                    <a:pt x="16" y="14"/>
                    <a:pt x="18" y="15"/>
                    <a:pt x="22" y="16"/>
                  </a:cubicBezTo>
                  <a:cubicBezTo>
                    <a:pt x="24" y="17"/>
                    <a:pt x="26" y="19"/>
                    <a:pt x="28" y="21"/>
                  </a:cubicBezTo>
                  <a:cubicBezTo>
                    <a:pt x="25" y="16"/>
                    <a:pt x="22" y="17"/>
                    <a:pt x="14" y="10"/>
                  </a:cubicBezTo>
                  <a:cubicBezTo>
                    <a:pt x="6" y="4"/>
                    <a:pt x="4" y="1"/>
                    <a:pt x="0" y="0"/>
                  </a:cubicBezTo>
                  <a:cubicBezTo>
                    <a:pt x="2" y="1"/>
                    <a:pt x="5" y="4"/>
                    <a:pt x="6" y="5"/>
                  </a:cubicBezTo>
                  <a:cubicBezTo>
                    <a:pt x="8" y="8"/>
                    <a:pt x="10" y="10"/>
                    <a:pt x="13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02" name="Freeform 464">
              <a:extLst>
                <a:ext uri="{FF2B5EF4-FFF2-40B4-BE49-F238E27FC236}">
                  <a16:creationId xmlns:a16="http://schemas.microsoft.com/office/drawing/2014/main" id="{41F2D96E-0E02-4790-A010-081955C2B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130"/>
              <a:ext cx="69" cy="54"/>
            </a:xfrm>
            <a:custGeom>
              <a:avLst/>
              <a:gdLst>
                <a:gd name="T0" fmla="*/ 253 w 36"/>
                <a:gd name="T1" fmla="*/ 73 h 26"/>
                <a:gd name="T2" fmla="*/ 77 w 36"/>
                <a:gd name="T3" fmla="*/ 44 h 26"/>
                <a:gd name="T4" fmla="*/ 0 w 36"/>
                <a:gd name="T5" fmla="*/ 233 h 26"/>
                <a:gd name="T6" fmla="*/ 100 w 36"/>
                <a:gd name="T7" fmla="*/ 52 h 26"/>
                <a:gd name="T8" fmla="*/ 253 w 36"/>
                <a:gd name="T9" fmla="*/ 7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6">
                  <a:moveTo>
                    <a:pt x="36" y="8"/>
                  </a:moveTo>
                  <a:cubicBezTo>
                    <a:pt x="32" y="3"/>
                    <a:pt x="19" y="0"/>
                    <a:pt x="11" y="5"/>
                  </a:cubicBezTo>
                  <a:cubicBezTo>
                    <a:pt x="3" y="11"/>
                    <a:pt x="0" y="21"/>
                    <a:pt x="0" y="26"/>
                  </a:cubicBezTo>
                  <a:cubicBezTo>
                    <a:pt x="1" y="24"/>
                    <a:pt x="4" y="10"/>
                    <a:pt x="14" y="6"/>
                  </a:cubicBezTo>
                  <a:cubicBezTo>
                    <a:pt x="25" y="1"/>
                    <a:pt x="33" y="6"/>
                    <a:pt x="36" y="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03" name="Freeform 465">
              <a:extLst>
                <a:ext uri="{FF2B5EF4-FFF2-40B4-BE49-F238E27FC236}">
                  <a16:creationId xmlns:a16="http://schemas.microsoft.com/office/drawing/2014/main" id="{50E47964-129A-4B4E-952E-B296CEB6C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166"/>
              <a:ext cx="40" cy="43"/>
            </a:xfrm>
            <a:custGeom>
              <a:avLst/>
              <a:gdLst>
                <a:gd name="T0" fmla="*/ 0 w 21"/>
                <a:gd name="T1" fmla="*/ 0 h 21"/>
                <a:gd name="T2" fmla="*/ 145 w 21"/>
                <a:gd name="T3" fmla="*/ 180 h 21"/>
                <a:gd name="T4" fmla="*/ 84 w 21"/>
                <a:gd name="T5" fmla="*/ 68 h 21"/>
                <a:gd name="T6" fmla="*/ 0 w 2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0" y="0"/>
                  </a:moveTo>
                  <a:cubicBezTo>
                    <a:pt x="6" y="3"/>
                    <a:pt x="18" y="6"/>
                    <a:pt x="21" y="21"/>
                  </a:cubicBezTo>
                  <a:cubicBezTo>
                    <a:pt x="20" y="18"/>
                    <a:pt x="17" y="13"/>
                    <a:pt x="12" y="8"/>
                  </a:cubicBezTo>
                  <a:cubicBezTo>
                    <a:pt x="8" y="5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04" name="Freeform 466">
              <a:extLst>
                <a:ext uri="{FF2B5EF4-FFF2-40B4-BE49-F238E27FC236}">
                  <a16:creationId xmlns:a16="http://schemas.microsoft.com/office/drawing/2014/main" id="{BBEAC4A4-341A-41A0-9ECB-CDA2E86CF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176"/>
              <a:ext cx="75" cy="45"/>
            </a:xfrm>
            <a:custGeom>
              <a:avLst/>
              <a:gdLst>
                <a:gd name="T0" fmla="*/ 0 w 39"/>
                <a:gd name="T1" fmla="*/ 0 h 22"/>
                <a:gd name="T2" fmla="*/ 115 w 39"/>
                <a:gd name="T3" fmla="*/ 121 h 22"/>
                <a:gd name="T4" fmla="*/ 277 w 39"/>
                <a:gd name="T5" fmla="*/ 164 h 22"/>
                <a:gd name="T6" fmla="*/ 108 w 39"/>
                <a:gd name="T7" fmla="*/ 129 h 22"/>
                <a:gd name="T8" fmla="*/ 0 w 3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0" y="0"/>
                  </a:moveTo>
                  <a:cubicBezTo>
                    <a:pt x="2" y="5"/>
                    <a:pt x="7" y="10"/>
                    <a:pt x="16" y="14"/>
                  </a:cubicBezTo>
                  <a:cubicBezTo>
                    <a:pt x="26" y="19"/>
                    <a:pt x="33" y="21"/>
                    <a:pt x="39" y="19"/>
                  </a:cubicBezTo>
                  <a:cubicBezTo>
                    <a:pt x="36" y="20"/>
                    <a:pt x="28" y="22"/>
                    <a:pt x="15" y="15"/>
                  </a:cubicBezTo>
                  <a:cubicBezTo>
                    <a:pt x="3" y="9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05" name="Freeform 467">
              <a:extLst>
                <a:ext uri="{FF2B5EF4-FFF2-40B4-BE49-F238E27FC236}">
                  <a16:creationId xmlns:a16="http://schemas.microsoft.com/office/drawing/2014/main" id="{6B8EC527-2175-4C59-A2B7-5B1623A8F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217"/>
              <a:ext cx="112" cy="39"/>
            </a:xfrm>
            <a:custGeom>
              <a:avLst/>
              <a:gdLst>
                <a:gd name="T0" fmla="*/ 0 w 58"/>
                <a:gd name="T1" fmla="*/ 0 h 19"/>
                <a:gd name="T2" fmla="*/ 295 w 58"/>
                <a:gd name="T3" fmla="*/ 148 h 19"/>
                <a:gd name="T4" fmla="*/ 417 w 58"/>
                <a:gd name="T5" fmla="*/ 60 h 19"/>
                <a:gd name="T6" fmla="*/ 245 w 58"/>
                <a:gd name="T7" fmla="*/ 123 h 19"/>
                <a:gd name="T8" fmla="*/ 0 w 58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9">
                  <a:moveTo>
                    <a:pt x="0" y="0"/>
                  </a:moveTo>
                  <a:cubicBezTo>
                    <a:pt x="5" y="5"/>
                    <a:pt x="27" y="19"/>
                    <a:pt x="41" y="17"/>
                  </a:cubicBezTo>
                  <a:cubicBezTo>
                    <a:pt x="45" y="16"/>
                    <a:pt x="52" y="14"/>
                    <a:pt x="58" y="7"/>
                  </a:cubicBezTo>
                  <a:cubicBezTo>
                    <a:pt x="57" y="8"/>
                    <a:pt x="50" y="16"/>
                    <a:pt x="34" y="14"/>
                  </a:cubicBezTo>
                  <a:cubicBezTo>
                    <a:pt x="18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06" name="Freeform 468">
              <a:extLst>
                <a:ext uri="{FF2B5EF4-FFF2-40B4-BE49-F238E27FC236}">
                  <a16:creationId xmlns:a16="http://schemas.microsoft.com/office/drawing/2014/main" id="{664D2137-083D-4E82-AC4D-883370FFB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128"/>
              <a:ext cx="155" cy="132"/>
            </a:xfrm>
            <a:custGeom>
              <a:avLst/>
              <a:gdLst>
                <a:gd name="T0" fmla="*/ 240 w 80"/>
                <a:gd name="T1" fmla="*/ 17 h 64"/>
                <a:gd name="T2" fmla="*/ 60 w 80"/>
                <a:gd name="T3" fmla="*/ 140 h 64"/>
                <a:gd name="T4" fmla="*/ 211 w 80"/>
                <a:gd name="T5" fmla="*/ 472 h 64"/>
                <a:gd name="T6" fmla="*/ 529 w 80"/>
                <a:gd name="T7" fmla="*/ 456 h 64"/>
                <a:gd name="T8" fmla="*/ 544 w 80"/>
                <a:gd name="T9" fmla="*/ 264 h 64"/>
                <a:gd name="T10" fmla="*/ 393 w 80"/>
                <a:gd name="T11" fmla="*/ 140 h 64"/>
                <a:gd name="T12" fmla="*/ 240 w 80"/>
                <a:gd name="T13" fmla="*/ 1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64">
                  <a:moveTo>
                    <a:pt x="33" y="2"/>
                  </a:moveTo>
                  <a:cubicBezTo>
                    <a:pt x="23" y="0"/>
                    <a:pt x="14" y="4"/>
                    <a:pt x="8" y="16"/>
                  </a:cubicBezTo>
                  <a:cubicBezTo>
                    <a:pt x="0" y="31"/>
                    <a:pt x="10" y="45"/>
                    <a:pt x="29" y="54"/>
                  </a:cubicBezTo>
                  <a:cubicBezTo>
                    <a:pt x="49" y="63"/>
                    <a:pt x="61" y="64"/>
                    <a:pt x="73" y="52"/>
                  </a:cubicBezTo>
                  <a:cubicBezTo>
                    <a:pt x="79" y="45"/>
                    <a:pt x="80" y="37"/>
                    <a:pt x="75" y="30"/>
                  </a:cubicBezTo>
                  <a:cubicBezTo>
                    <a:pt x="70" y="22"/>
                    <a:pt x="64" y="21"/>
                    <a:pt x="54" y="16"/>
                  </a:cubicBezTo>
                  <a:cubicBezTo>
                    <a:pt x="49" y="13"/>
                    <a:pt x="43" y="4"/>
                    <a:pt x="33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07" name="Freeform 469">
              <a:extLst>
                <a:ext uri="{FF2B5EF4-FFF2-40B4-BE49-F238E27FC236}">
                  <a16:creationId xmlns:a16="http://schemas.microsoft.com/office/drawing/2014/main" id="{0AC9511D-4587-4AF5-9697-8A72577C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157"/>
              <a:ext cx="83" cy="60"/>
            </a:xfrm>
            <a:custGeom>
              <a:avLst/>
              <a:gdLst>
                <a:gd name="T0" fmla="*/ 301 w 43"/>
                <a:gd name="T1" fmla="*/ 197 h 29"/>
                <a:gd name="T2" fmla="*/ 293 w 43"/>
                <a:gd name="T3" fmla="*/ 232 h 29"/>
                <a:gd name="T4" fmla="*/ 100 w 43"/>
                <a:gd name="T5" fmla="*/ 184 h 29"/>
                <a:gd name="T6" fmla="*/ 15 w 43"/>
                <a:gd name="T7" fmla="*/ 43 h 29"/>
                <a:gd name="T8" fmla="*/ 71 w 43"/>
                <a:gd name="T9" fmla="*/ 0 h 29"/>
                <a:gd name="T10" fmla="*/ 71 w 43"/>
                <a:gd name="T11" fmla="*/ 0 h 29"/>
                <a:gd name="T12" fmla="*/ 8 w 43"/>
                <a:gd name="T13" fmla="*/ 43 h 29"/>
                <a:gd name="T14" fmla="*/ 100 w 43"/>
                <a:gd name="T15" fmla="*/ 197 h 29"/>
                <a:gd name="T16" fmla="*/ 301 w 43"/>
                <a:gd name="T17" fmla="*/ 232 h 29"/>
                <a:gd name="T18" fmla="*/ 301 w 43"/>
                <a:gd name="T19" fmla="*/ 197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9">
                  <a:moveTo>
                    <a:pt x="42" y="22"/>
                  </a:moveTo>
                  <a:cubicBezTo>
                    <a:pt x="42" y="23"/>
                    <a:pt x="42" y="24"/>
                    <a:pt x="41" y="26"/>
                  </a:cubicBezTo>
                  <a:cubicBezTo>
                    <a:pt x="39" y="28"/>
                    <a:pt x="30" y="29"/>
                    <a:pt x="14" y="21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3" y="2"/>
                    <a:pt x="6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2" y="1"/>
                    <a:pt x="1" y="5"/>
                  </a:cubicBezTo>
                  <a:cubicBezTo>
                    <a:pt x="0" y="9"/>
                    <a:pt x="2" y="16"/>
                    <a:pt x="14" y="22"/>
                  </a:cubicBezTo>
                  <a:cubicBezTo>
                    <a:pt x="29" y="29"/>
                    <a:pt x="39" y="29"/>
                    <a:pt x="42" y="26"/>
                  </a:cubicBezTo>
                  <a:cubicBezTo>
                    <a:pt x="43" y="25"/>
                    <a:pt x="43" y="24"/>
                    <a:pt x="42" y="2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08" name="Freeform 470">
              <a:extLst>
                <a:ext uri="{FF2B5EF4-FFF2-40B4-BE49-F238E27FC236}">
                  <a16:creationId xmlns:a16="http://schemas.microsoft.com/office/drawing/2014/main" id="{DFA5CF64-7900-4514-B1B6-3DE011F6E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306"/>
              <a:ext cx="172" cy="113"/>
            </a:xfrm>
            <a:custGeom>
              <a:avLst/>
              <a:gdLst>
                <a:gd name="T0" fmla="*/ 193 w 89"/>
                <a:gd name="T1" fmla="*/ 25 h 55"/>
                <a:gd name="T2" fmla="*/ 79 w 89"/>
                <a:gd name="T3" fmla="*/ 140 h 55"/>
                <a:gd name="T4" fmla="*/ 309 w 89"/>
                <a:gd name="T5" fmla="*/ 468 h 55"/>
                <a:gd name="T6" fmla="*/ 628 w 89"/>
                <a:gd name="T7" fmla="*/ 244 h 55"/>
                <a:gd name="T8" fmla="*/ 526 w 89"/>
                <a:gd name="T9" fmla="*/ 33 h 55"/>
                <a:gd name="T10" fmla="*/ 340 w 89"/>
                <a:gd name="T11" fmla="*/ 16 h 55"/>
                <a:gd name="T12" fmla="*/ 193 w 89"/>
                <a:gd name="T13" fmla="*/ 2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55">
                  <a:moveTo>
                    <a:pt x="27" y="3"/>
                  </a:moveTo>
                  <a:cubicBezTo>
                    <a:pt x="19" y="5"/>
                    <a:pt x="14" y="10"/>
                    <a:pt x="11" y="16"/>
                  </a:cubicBezTo>
                  <a:cubicBezTo>
                    <a:pt x="0" y="37"/>
                    <a:pt x="19" y="54"/>
                    <a:pt x="43" y="54"/>
                  </a:cubicBezTo>
                  <a:cubicBezTo>
                    <a:pt x="66" y="55"/>
                    <a:pt x="86" y="40"/>
                    <a:pt x="87" y="28"/>
                  </a:cubicBezTo>
                  <a:cubicBezTo>
                    <a:pt x="89" y="16"/>
                    <a:pt x="83" y="8"/>
                    <a:pt x="73" y="4"/>
                  </a:cubicBezTo>
                  <a:cubicBezTo>
                    <a:pt x="64" y="0"/>
                    <a:pt x="53" y="2"/>
                    <a:pt x="47" y="2"/>
                  </a:cubicBezTo>
                  <a:cubicBezTo>
                    <a:pt x="40" y="2"/>
                    <a:pt x="32" y="1"/>
                    <a:pt x="27" y="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09" name="Freeform 471">
              <a:extLst>
                <a:ext uri="{FF2B5EF4-FFF2-40B4-BE49-F238E27FC236}">
                  <a16:creationId xmlns:a16="http://schemas.microsoft.com/office/drawing/2014/main" id="{E03007D0-A243-400E-AB01-471BF2872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308"/>
              <a:ext cx="137" cy="55"/>
            </a:xfrm>
            <a:custGeom>
              <a:avLst/>
              <a:gdLst>
                <a:gd name="T0" fmla="*/ 409 w 71"/>
                <a:gd name="T1" fmla="*/ 24 h 27"/>
                <a:gd name="T2" fmla="*/ 232 w 71"/>
                <a:gd name="T3" fmla="*/ 16 h 27"/>
                <a:gd name="T4" fmla="*/ 100 w 71"/>
                <a:gd name="T5" fmla="*/ 24 h 27"/>
                <a:gd name="T6" fmla="*/ 0 w 71"/>
                <a:gd name="T7" fmla="*/ 100 h 27"/>
                <a:gd name="T8" fmla="*/ 93 w 71"/>
                <a:gd name="T9" fmla="*/ 41 h 27"/>
                <a:gd name="T10" fmla="*/ 224 w 71"/>
                <a:gd name="T11" fmla="*/ 33 h 27"/>
                <a:gd name="T12" fmla="*/ 396 w 71"/>
                <a:gd name="T13" fmla="*/ 41 h 27"/>
                <a:gd name="T14" fmla="*/ 496 w 71"/>
                <a:gd name="T15" fmla="*/ 220 h 27"/>
                <a:gd name="T16" fmla="*/ 502 w 71"/>
                <a:gd name="T17" fmla="*/ 220 h 27"/>
                <a:gd name="T18" fmla="*/ 409 w 71"/>
                <a:gd name="T19" fmla="*/ 24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27">
                  <a:moveTo>
                    <a:pt x="57" y="3"/>
                  </a:moveTo>
                  <a:cubicBezTo>
                    <a:pt x="49" y="0"/>
                    <a:pt x="38" y="2"/>
                    <a:pt x="32" y="2"/>
                  </a:cubicBezTo>
                  <a:cubicBezTo>
                    <a:pt x="26" y="2"/>
                    <a:pt x="19" y="1"/>
                    <a:pt x="14" y="3"/>
                  </a:cubicBezTo>
                  <a:cubicBezTo>
                    <a:pt x="8" y="5"/>
                    <a:pt x="3" y="7"/>
                    <a:pt x="0" y="12"/>
                  </a:cubicBezTo>
                  <a:cubicBezTo>
                    <a:pt x="3" y="8"/>
                    <a:pt x="7" y="7"/>
                    <a:pt x="13" y="5"/>
                  </a:cubicBezTo>
                  <a:cubicBezTo>
                    <a:pt x="17" y="3"/>
                    <a:pt x="25" y="4"/>
                    <a:pt x="31" y="4"/>
                  </a:cubicBezTo>
                  <a:cubicBezTo>
                    <a:pt x="37" y="4"/>
                    <a:pt x="47" y="2"/>
                    <a:pt x="55" y="5"/>
                  </a:cubicBezTo>
                  <a:cubicBezTo>
                    <a:pt x="65" y="9"/>
                    <a:pt x="71" y="15"/>
                    <a:pt x="69" y="26"/>
                  </a:cubicBezTo>
                  <a:cubicBezTo>
                    <a:pt x="70" y="27"/>
                    <a:pt x="70" y="27"/>
                    <a:pt x="70" y="26"/>
                  </a:cubicBezTo>
                  <a:cubicBezTo>
                    <a:pt x="71" y="15"/>
                    <a:pt x="66" y="7"/>
                    <a:pt x="57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10" name="Freeform 472">
              <a:extLst>
                <a:ext uri="{FF2B5EF4-FFF2-40B4-BE49-F238E27FC236}">
                  <a16:creationId xmlns:a16="http://schemas.microsoft.com/office/drawing/2014/main" id="{7BCFF97E-8771-405A-A353-CCEA69B86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335"/>
              <a:ext cx="156" cy="82"/>
            </a:xfrm>
            <a:custGeom>
              <a:avLst/>
              <a:gdLst>
                <a:gd name="T0" fmla="*/ 300 w 81"/>
                <a:gd name="T1" fmla="*/ 320 h 40"/>
                <a:gd name="T2" fmla="*/ 85 w 81"/>
                <a:gd name="T3" fmla="*/ 0 h 40"/>
                <a:gd name="T4" fmla="*/ 85 w 81"/>
                <a:gd name="T5" fmla="*/ 0 h 40"/>
                <a:gd name="T6" fmla="*/ 71 w 81"/>
                <a:gd name="T7" fmla="*/ 16 h 40"/>
                <a:gd name="T8" fmla="*/ 293 w 81"/>
                <a:gd name="T9" fmla="*/ 336 h 40"/>
                <a:gd name="T10" fmla="*/ 578 w 81"/>
                <a:gd name="T11" fmla="*/ 180 h 40"/>
                <a:gd name="T12" fmla="*/ 300 w 81"/>
                <a:gd name="T13" fmla="*/ 32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40">
                  <a:moveTo>
                    <a:pt x="42" y="37"/>
                  </a:moveTo>
                  <a:cubicBezTo>
                    <a:pt x="20" y="36"/>
                    <a:pt x="2" y="2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1"/>
                    <a:pt x="10" y="2"/>
                  </a:cubicBezTo>
                  <a:cubicBezTo>
                    <a:pt x="0" y="22"/>
                    <a:pt x="18" y="38"/>
                    <a:pt x="41" y="39"/>
                  </a:cubicBezTo>
                  <a:cubicBezTo>
                    <a:pt x="60" y="40"/>
                    <a:pt x="75" y="30"/>
                    <a:pt x="81" y="21"/>
                  </a:cubicBezTo>
                  <a:cubicBezTo>
                    <a:pt x="74" y="29"/>
                    <a:pt x="60" y="37"/>
                    <a:pt x="42" y="3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11" name="Freeform 473">
              <a:extLst>
                <a:ext uri="{FF2B5EF4-FFF2-40B4-BE49-F238E27FC236}">
                  <a16:creationId xmlns:a16="http://schemas.microsoft.com/office/drawing/2014/main" id="{6086EB0C-DFBC-4700-ABF0-8EF266A0F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339"/>
              <a:ext cx="91" cy="47"/>
            </a:xfrm>
            <a:custGeom>
              <a:avLst/>
              <a:gdLst>
                <a:gd name="T0" fmla="*/ 341 w 47"/>
                <a:gd name="T1" fmla="*/ 67 h 23"/>
                <a:gd name="T2" fmla="*/ 116 w 47"/>
                <a:gd name="T3" fmla="*/ 180 h 23"/>
                <a:gd name="T4" fmla="*/ 45 w 47"/>
                <a:gd name="T5" fmla="*/ 41 h 23"/>
                <a:gd name="T6" fmla="*/ 203 w 47"/>
                <a:gd name="T7" fmla="*/ 0 h 23"/>
                <a:gd name="T8" fmla="*/ 341 w 47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3">
                  <a:moveTo>
                    <a:pt x="47" y="8"/>
                  </a:moveTo>
                  <a:cubicBezTo>
                    <a:pt x="46" y="20"/>
                    <a:pt x="29" y="23"/>
                    <a:pt x="16" y="21"/>
                  </a:cubicBezTo>
                  <a:cubicBezTo>
                    <a:pt x="2" y="18"/>
                    <a:pt x="0" y="9"/>
                    <a:pt x="6" y="5"/>
                  </a:cubicBezTo>
                  <a:cubicBezTo>
                    <a:pt x="11" y="1"/>
                    <a:pt x="17" y="0"/>
                    <a:pt x="28" y="0"/>
                  </a:cubicBezTo>
                  <a:cubicBezTo>
                    <a:pt x="39" y="1"/>
                    <a:pt x="47" y="3"/>
                    <a:pt x="47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12" name="Freeform 474">
              <a:extLst>
                <a:ext uri="{FF2B5EF4-FFF2-40B4-BE49-F238E27FC236}">
                  <a16:creationId xmlns:a16="http://schemas.microsoft.com/office/drawing/2014/main" id="{788DA7A1-90ED-4936-B89F-531999580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353"/>
              <a:ext cx="89" cy="33"/>
            </a:xfrm>
            <a:custGeom>
              <a:avLst/>
              <a:gdLst>
                <a:gd name="T0" fmla="*/ 108 w 46"/>
                <a:gd name="T1" fmla="*/ 89 h 16"/>
                <a:gd name="T2" fmla="*/ 15 w 46"/>
                <a:gd name="T3" fmla="*/ 0 h 16"/>
                <a:gd name="T4" fmla="*/ 108 w 46"/>
                <a:gd name="T5" fmla="*/ 124 h 16"/>
                <a:gd name="T6" fmla="*/ 333 w 46"/>
                <a:gd name="T7" fmla="*/ 17 h 16"/>
                <a:gd name="T8" fmla="*/ 108 w 46"/>
                <a:gd name="T9" fmla="*/ 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6">
                  <a:moveTo>
                    <a:pt x="15" y="10"/>
                  </a:moveTo>
                  <a:cubicBezTo>
                    <a:pt x="6" y="9"/>
                    <a:pt x="2" y="4"/>
                    <a:pt x="2" y="0"/>
                  </a:cubicBezTo>
                  <a:cubicBezTo>
                    <a:pt x="0" y="5"/>
                    <a:pt x="3" y="12"/>
                    <a:pt x="15" y="14"/>
                  </a:cubicBezTo>
                  <a:cubicBezTo>
                    <a:pt x="28" y="16"/>
                    <a:pt x="44" y="13"/>
                    <a:pt x="46" y="2"/>
                  </a:cubicBezTo>
                  <a:cubicBezTo>
                    <a:pt x="42" y="10"/>
                    <a:pt x="27" y="13"/>
                    <a:pt x="15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13" name="Freeform 475">
              <a:extLst>
                <a:ext uri="{FF2B5EF4-FFF2-40B4-BE49-F238E27FC236}">
                  <a16:creationId xmlns:a16="http://schemas.microsoft.com/office/drawing/2014/main" id="{7F6F5C24-2638-44D7-AF19-D8ADABF1D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335"/>
              <a:ext cx="58" cy="12"/>
            </a:xfrm>
            <a:custGeom>
              <a:avLst/>
              <a:gdLst>
                <a:gd name="T0" fmla="*/ 0 w 30"/>
                <a:gd name="T1" fmla="*/ 24 h 6"/>
                <a:gd name="T2" fmla="*/ 217 w 30"/>
                <a:gd name="T3" fmla="*/ 48 h 6"/>
                <a:gd name="T4" fmla="*/ 101 w 30"/>
                <a:gd name="T5" fmla="*/ 32 h 6"/>
                <a:gd name="T6" fmla="*/ 0 w 30"/>
                <a:gd name="T7" fmla="*/ 24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">
                  <a:moveTo>
                    <a:pt x="0" y="3"/>
                  </a:moveTo>
                  <a:cubicBezTo>
                    <a:pt x="9" y="1"/>
                    <a:pt x="23" y="0"/>
                    <a:pt x="30" y="6"/>
                  </a:cubicBezTo>
                  <a:cubicBezTo>
                    <a:pt x="26" y="5"/>
                    <a:pt x="18" y="4"/>
                    <a:pt x="14" y="4"/>
                  </a:cubicBezTo>
                  <a:cubicBezTo>
                    <a:pt x="8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14" name="Freeform 476">
              <a:extLst>
                <a:ext uri="{FF2B5EF4-FFF2-40B4-BE49-F238E27FC236}">
                  <a16:creationId xmlns:a16="http://schemas.microsoft.com/office/drawing/2014/main" id="{06299E74-EFB7-4E6D-8372-F83C8AEF5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330"/>
              <a:ext cx="50" cy="17"/>
            </a:xfrm>
            <a:custGeom>
              <a:avLst/>
              <a:gdLst>
                <a:gd name="T0" fmla="*/ 100 w 26"/>
                <a:gd name="T1" fmla="*/ 9 h 8"/>
                <a:gd name="T2" fmla="*/ 0 w 26"/>
                <a:gd name="T3" fmla="*/ 28 h 8"/>
                <a:gd name="T4" fmla="*/ 185 w 26"/>
                <a:gd name="T5" fmla="*/ 77 h 8"/>
                <a:gd name="T6" fmla="*/ 100 w 26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8">
                  <a:moveTo>
                    <a:pt x="14" y="1"/>
                  </a:moveTo>
                  <a:cubicBezTo>
                    <a:pt x="10" y="0"/>
                    <a:pt x="6" y="0"/>
                    <a:pt x="0" y="3"/>
                  </a:cubicBezTo>
                  <a:cubicBezTo>
                    <a:pt x="5" y="1"/>
                    <a:pt x="24" y="1"/>
                    <a:pt x="26" y="8"/>
                  </a:cubicBezTo>
                  <a:cubicBezTo>
                    <a:pt x="26" y="6"/>
                    <a:pt x="21" y="2"/>
                    <a:pt x="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15" name="Freeform 477">
              <a:extLst>
                <a:ext uri="{FF2B5EF4-FFF2-40B4-BE49-F238E27FC236}">
                  <a16:creationId xmlns:a16="http://schemas.microsoft.com/office/drawing/2014/main" id="{8ED01FD0-7D16-4BA3-B85E-729BA04BB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378"/>
              <a:ext cx="63" cy="18"/>
            </a:xfrm>
            <a:custGeom>
              <a:avLst/>
              <a:gdLst>
                <a:gd name="T0" fmla="*/ 0 w 33"/>
                <a:gd name="T1" fmla="*/ 0 h 9"/>
                <a:gd name="T2" fmla="*/ 229 w 33"/>
                <a:gd name="T3" fmla="*/ 0 h 9"/>
                <a:gd name="T4" fmla="*/ 0 w 3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0" y="0"/>
                  </a:moveTo>
                  <a:cubicBezTo>
                    <a:pt x="4" y="3"/>
                    <a:pt x="21" y="6"/>
                    <a:pt x="33" y="0"/>
                  </a:cubicBezTo>
                  <a:cubicBezTo>
                    <a:pt x="30" y="3"/>
                    <a:pt x="12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16" name="Freeform 478">
              <a:extLst>
                <a:ext uri="{FF2B5EF4-FFF2-40B4-BE49-F238E27FC236}">
                  <a16:creationId xmlns:a16="http://schemas.microsoft.com/office/drawing/2014/main" id="{BC4E8703-CF84-4183-85A7-128E9137E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306"/>
              <a:ext cx="172" cy="113"/>
            </a:xfrm>
            <a:custGeom>
              <a:avLst/>
              <a:gdLst>
                <a:gd name="T0" fmla="*/ 193 w 89"/>
                <a:gd name="T1" fmla="*/ 25 h 55"/>
                <a:gd name="T2" fmla="*/ 79 w 89"/>
                <a:gd name="T3" fmla="*/ 140 h 55"/>
                <a:gd name="T4" fmla="*/ 309 w 89"/>
                <a:gd name="T5" fmla="*/ 468 h 55"/>
                <a:gd name="T6" fmla="*/ 628 w 89"/>
                <a:gd name="T7" fmla="*/ 244 h 55"/>
                <a:gd name="T8" fmla="*/ 526 w 89"/>
                <a:gd name="T9" fmla="*/ 33 h 55"/>
                <a:gd name="T10" fmla="*/ 340 w 89"/>
                <a:gd name="T11" fmla="*/ 16 h 55"/>
                <a:gd name="T12" fmla="*/ 193 w 89"/>
                <a:gd name="T13" fmla="*/ 2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55">
                  <a:moveTo>
                    <a:pt x="27" y="3"/>
                  </a:moveTo>
                  <a:cubicBezTo>
                    <a:pt x="19" y="5"/>
                    <a:pt x="14" y="10"/>
                    <a:pt x="11" y="16"/>
                  </a:cubicBezTo>
                  <a:cubicBezTo>
                    <a:pt x="0" y="37"/>
                    <a:pt x="19" y="54"/>
                    <a:pt x="43" y="54"/>
                  </a:cubicBezTo>
                  <a:cubicBezTo>
                    <a:pt x="66" y="55"/>
                    <a:pt x="86" y="40"/>
                    <a:pt x="87" y="28"/>
                  </a:cubicBezTo>
                  <a:cubicBezTo>
                    <a:pt x="89" y="16"/>
                    <a:pt x="83" y="8"/>
                    <a:pt x="73" y="4"/>
                  </a:cubicBezTo>
                  <a:cubicBezTo>
                    <a:pt x="64" y="0"/>
                    <a:pt x="53" y="2"/>
                    <a:pt x="47" y="2"/>
                  </a:cubicBezTo>
                  <a:cubicBezTo>
                    <a:pt x="40" y="2"/>
                    <a:pt x="32" y="1"/>
                    <a:pt x="27" y="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17" name="Freeform 479">
              <a:extLst>
                <a:ext uri="{FF2B5EF4-FFF2-40B4-BE49-F238E27FC236}">
                  <a16:creationId xmlns:a16="http://schemas.microsoft.com/office/drawing/2014/main" id="{A9341E3A-5E67-424E-9688-7E8EFA59D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349"/>
              <a:ext cx="87" cy="37"/>
            </a:xfrm>
            <a:custGeom>
              <a:avLst/>
              <a:gdLst>
                <a:gd name="T0" fmla="*/ 0 w 45"/>
                <a:gd name="T1" fmla="*/ 60 h 18"/>
                <a:gd name="T2" fmla="*/ 93 w 45"/>
                <a:gd name="T3" fmla="*/ 140 h 18"/>
                <a:gd name="T4" fmla="*/ 288 w 45"/>
                <a:gd name="T5" fmla="*/ 105 h 18"/>
                <a:gd name="T6" fmla="*/ 325 w 45"/>
                <a:gd name="T7" fmla="*/ 25 h 18"/>
                <a:gd name="T8" fmla="*/ 325 w 45"/>
                <a:gd name="T9" fmla="*/ 25 h 18"/>
                <a:gd name="T10" fmla="*/ 288 w 45"/>
                <a:gd name="T11" fmla="*/ 97 h 18"/>
                <a:gd name="T12" fmla="*/ 101 w 45"/>
                <a:gd name="T13" fmla="*/ 132 h 18"/>
                <a:gd name="T14" fmla="*/ 8 w 45"/>
                <a:gd name="T15" fmla="*/ 60 h 18"/>
                <a:gd name="T16" fmla="*/ 29 w 45"/>
                <a:gd name="T17" fmla="*/ 0 h 18"/>
                <a:gd name="T18" fmla="*/ 29 w 45"/>
                <a:gd name="T19" fmla="*/ 0 h 18"/>
                <a:gd name="T20" fmla="*/ 0 w 45"/>
                <a:gd name="T21" fmla="*/ 6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18">
                  <a:moveTo>
                    <a:pt x="0" y="7"/>
                  </a:moveTo>
                  <a:cubicBezTo>
                    <a:pt x="1" y="11"/>
                    <a:pt x="6" y="15"/>
                    <a:pt x="13" y="16"/>
                  </a:cubicBezTo>
                  <a:cubicBezTo>
                    <a:pt x="24" y="18"/>
                    <a:pt x="34" y="16"/>
                    <a:pt x="40" y="12"/>
                  </a:cubicBezTo>
                  <a:cubicBezTo>
                    <a:pt x="43" y="10"/>
                    <a:pt x="44" y="7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7"/>
                    <a:pt x="43" y="9"/>
                    <a:pt x="40" y="11"/>
                  </a:cubicBezTo>
                  <a:cubicBezTo>
                    <a:pt x="34" y="16"/>
                    <a:pt x="24" y="17"/>
                    <a:pt x="14" y="15"/>
                  </a:cubicBezTo>
                  <a:cubicBezTo>
                    <a:pt x="7" y="14"/>
                    <a:pt x="2" y="11"/>
                    <a:pt x="1" y="7"/>
                  </a:cubicBezTo>
                  <a:cubicBezTo>
                    <a:pt x="0" y="4"/>
                    <a:pt x="1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2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18" name="Freeform 480">
              <a:extLst>
                <a:ext uri="{FF2B5EF4-FFF2-40B4-BE49-F238E27FC236}">
                  <a16:creationId xmlns:a16="http://schemas.microsoft.com/office/drawing/2014/main" id="{633827B5-C907-479B-BA7F-6921D7C86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219"/>
              <a:ext cx="156" cy="173"/>
            </a:xfrm>
            <a:custGeom>
              <a:avLst/>
              <a:gdLst>
                <a:gd name="T0" fmla="*/ 485 w 81"/>
                <a:gd name="T1" fmla="*/ 472 h 84"/>
                <a:gd name="T2" fmla="*/ 356 w 81"/>
                <a:gd name="T3" fmla="*/ 68 h 84"/>
                <a:gd name="T4" fmla="*/ 23 w 81"/>
                <a:gd name="T5" fmla="*/ 288 h 84"/>
                <a:gd name="T6" fmla="*/ 485 w 81"/>
                <a:gd name="T7" fmla="*/ 472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84">
                  <a:moveTo>
                    <a:pt x="68" y="54"/>
                  </a:moveTo>
                  <a:cubicBezTo>
                    <a:pt x="81" y="38"/>
                    <a:pt x="73" y="16"/>
                    <a:pt x="50" y="8"/>
                  </a:cubicBezTo>
                  <a:cubicBezTo>
                    <a:pt x="28" y="0"/>
                    <a:pt x="7" y="9"/>
                    <a:pt x="3" y="33"/>
                  </a:cubicBezTo>
                  <a:cubicBezTo>
                    <a:pt x="0" y="56"/>
                    <a:pt x="48" y="84"/>
                    <a:pt x="68" y="5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19" name="Freeform 481">
              <a:extLst>
                <a:ext uri="{FF2B5EF4-FFF2-40B4-BE49-F238E27FC236}">
                  <a16:creationId xmlns:a16="http://schemas.microsoft.com/office/drawing/2014/main" id="{14A6373F-C1D4-414F-A4EA-5C2CFABF8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250"/>
              <a:ext cx="116" cy="116"/>
            </a:xfrm>
            <a:custGeom>
              <a:avLst/>
              <a:gdLst>
                <a:gd name="T0" fmla="*/ 309 w 60"/>
                <a:gd name="T1" fmla="*/ 0 h 56"/>
                <a:gd name="T2" fmla="*/ 340 w 60"/>
                <a:gd name="T3" fmla="*/ 321 h 56"/>
                <a:gd name="T4" fmla="*/ 0 w 60"/>
                <a:gd name="T5" fmla="*/ 356 h 56"/>
                <a:gd name="T6" fmla="*/ 356 w 60"/>
                <a:gd name="T7" fmla="*/ 340 h 56"/>
                <a:gd name="T8" fmla="*/ 309 w 60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6">
                  <a:moveTo>
                    <a:pt x="43" y="0"/>
                  </a:moveTo>
                  <a:cubicBezTo>
                    <a:pt x="54" y="10"/>
                    <a:pt x="57" y="24"/>
                    <a:pt x="47" y="36"/>
                  </a:cubicBezTo>
                  <a:cubicBezTo>
                    <a:pt x="35" y="53"/>
                    <a:pt x="14" y="50"/>
                    <a:pt x="0" y="40"/>
                  </a:cubicBezTo>
                  <a:cubicBezTo>
                    <a:pt x="14" y="52"/>
                    <a:pt x="37" y="56"/>
                    <a:pt x="49" y="38"/>
                  </a:cubicBezTo>
                  <a:cubicBezTo>
                    <a:pt x="60" y="26"/>
                    <a:pt x="56" y="10"/>
                    <a:pt x="43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20" name="Freeform 482">
              <a:extLst>
                <a:ext uri="{FF2B5EF4-FFF2-40B4-BE49-F238E27FC236}">
                  <a16:creationId xmlns:a16="http://schemas.microsoft.com/office/drawing/2014/main" id="{33C57512-822C-4FA9-86F8-D0A480571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227"/>
              <a:ext cx="83" cy="112"/>
            </a:xfrm>
            <a:custGeom>
              <a:avLst/>
              <a:gdLst>
                <a:gd name="T0" fmla="*/ 100 w 43"/>
                <a:gd name="T1" fmla="*/ 465 h 54"/>
                <a:gd name="T2" fmla="*/ 29 w 43"/>
                <a:gd name="T3" fmla="*/ 268 h 54"/>
                <a:gd name="T4" fmla="*/ 293 w 43"/>
                <a:gd name="T5" fmla="*/ 44 h 54"/>
                <a:gd name="T6" fmla="*/ 293 w 43"/>
                <a:gd name="T7" fmla="*/ 35 h 54"/>
                <a:gd name="T8" fmla="*/ 8 w 43"/>
                <a:gd name="T9" fmla="*/ 257 h 54"/>
                <a:gd name="T10" fmla="*/ 100 w 43"/>
                <a:gd name="T11" fmla="*/ 465 h 54"/>
                <a:gd name="T12" fmla="*/ 100 w 43"/>
                <a:gd name="T13" fmla="*/ 46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4">
                  <a:moveTo>
                    <a:pt x="14" y="52"/>
                  </a:moveTo>
                  <a:cubicBezTo>
                    <a:pt x="6" y="46"/>
                    <a:pt x="2" y="38"/>
                    <a:pt x="4" y="30"/>
                  </a:cubicBezTo>
                  <a:cubicBezTo>
                    <a:pt x="7" y="10"/>
                    <a:pt x="23" y="1"/>
                    <a:pt x="41" y="5"/>
                  </a:cubicBezTo>
                  <a:cubicBezTo>
                    <a:pt x="43" y="5"/>
                    <a:pt x="42" y="5"/>
                    <a:pt x="41" y="4"/>
                  </a:cubicBezTo>
                  <a:cubicBezTo>
                    <a:pt x="21" y="0"/>
                    <a:pt x="4" y="8"/>
                    <a:pt x="1" y="29"/>
                  </a:cubicBezTo>
                  <a:cubicBezTo>
                    <a:pt x="0" y="37"/>
                    <a:pt x="5" y="46"/>
                    <a:pt x="14" y="52"/>
                  </a:cubicBezTo>
                  <a:cubicBezTo>
                    <a:pt x="16" y="54"/>
                    <a:pt x="16" y="54"/>
                    <a:pt x="14" y="5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21" name="Freeform 483">
              <a:extLst>
                <a:ext uri="{FF2B5EF4-FFF2-40B4-BE49-F238E27FC236}">
                  <a16:creationId xmlns:a16="http://schemas.microsoft.com/office/drawing/2014/main" id="{18A94ED8-D059-4EB8-865E-7ED7A6FF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248"/>
              <a:ext cx="95" cy="91"/>
            </a:xfrm>
            <a:custGeom>
              <a:avLst/>
              <a:gdLst>
                <a:gd name="T0" fmla="*/ 16 w 49"/>
                <a:gd name="T1" fmla="*/ 196 h 44"/>
                <a:gd name="T2" fmla="*/ 285 w 49"/>
                <a:gd name="T3" fmla="*/ 308 h 44"/>
                <a:gd name="T4" fmla="*/ 217 w 49"/>
                <a:gd name="T5" fmla="*/ 25 h 44"/>
                <a:gd name="T6" fmla="*/ 16 w 49"/>
                <a:gd name="T7" fmla="*/ 19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4">
                  <a:moveTo>
                    <a:pt x="2" y="22"/>
                  </a:moveTo>
                  <a:cubicBezTo>
                    <a:pt x="6" y="38"/>
                    <a:pt x="28" y="44"/>
                    <a:pt x="39" y="35"/>
                  </a:cubicBezTo>
                  <a:cubicBezTo>
                    <a:pt x="49" y="26"/>
                    <a:pt x="44" y="5"/>
                    <a:pt x="30" y="3"/>
                  </a:cubicBezTo>
                  <a:cubicBezTo>
                    <a:pt x="9" y="0"/>
                    <a:pt x="0" y="10"/>
                    <a:pt x="2" y="2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22" name="Freeform 484">
              <a:extLst>
                <a:ext uri="{FF2B5EF4-FFF2-40B4-BE49-F238E27FC236}">
                  <a16:creationId xmlns:a16="http://schemas.microsoft.com/office/drawing/2014/main" id="{38FC0EE2-8F32-48E1-8AAB-CBFE627E8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260"/>
              <a:ext cx="78" cy="75"/>
            </a:xfrm>
            <a:custGeom>
              <a:avLst/>
              <a:gdLst>
                <a:gd name="T0" fmla="*/ 216 w 40"/>
                <a:gd name="T1" fmla="*/ 0 h 36"/>
                <a:gd name="T2" fmla="*/ 216 w 40"/>
                <a:gd name="T3" fmla="*/ 235 h 36"/>
                <a:gd name="T4" fmla="*/ 0 w 40"/>
                <a:gd name="T5" fmla="*/ 225 h 36"/>
                <a:gd name="T6" fmla="*/ 236 w 40"/>
                <a:gd name="T7" fmla="*/ 260 h 36"/>
                <a:gd name="T8" fmla="*/ 216 w 4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6">
                  <a:moveTo>
                    <a:pt x="29" y="0"/>
                  </a:moveTo>
                  <a:cubicBezTo>
                    <a:pt x="36" y="7"/>
                    <a:pt x="36" y="20"/>
                    <a:pt x="29" y="26"/>
                  </a:cubicBezTo>
                  <a:cubicBezTo>
                    <a:pt x="22" y="32"/>
                    <a:pt x="9" y="32"/>
                    <a:pt x="0" y="25"/>
                  </a:cubicBezTo>
                  <a:cubicBezTo>
                    <a:pt x="8" y="34"/>
                    <a:pt x="24" y="36"/>
                    <a:pt x="32" y="29"/>
                  </a:cubicBezTo>
                  <a:cubicBezTo>
                    <a:pt x="40" y="22"/>
                    <a:pt x="38" y="6"/>
                    <a:pt x="2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23" name="Freeform 485">
              <a:extLst>
                <a:ext uri="{FF2B5EF4-FFF2-40B4-BE49-F238E27FC236}">
                  <a16:creationId xmlns:a16="http://schemas.microsoft.com/office/drawing/2014/main" id="{9C1288E8-1A0D-4065-B602-DA9C2A25C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254"/>
              <a:ext cx="35" cy="25"/>
            </a:xfrm>
            <a:custGeom>
              <a:avLst/>
              <a:gdLst>
                <a:gd name="T0" fmla="*/ 132 w 18"/>
                <a:gd name="T1" fmla="*/ 0 h 12"/>
                <a:gd name="T2" fmla="*/ 0 w 18"/>
                <a:gd name="T3" fmla="*/ 108 h 12"/>
                <a:gd name="T4" fmla="*/ 132 w 1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0" y="0"/>
                    <a:pt x="2" y="4"/>
                    <a:pt x="0" y="12"/>
                  </a:cubicBezTo>
                  <a:cubicBezTo>
                    <a:pt x="4" y="8"/>
                    <a:pt x="8" y="2"/>
                    <a:pt x="18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24" name="Freeform 486">
              <a:extLst>
                <a:ext uri="{FF2B5EF4-FFF2-40B4-BE49-F238E27FC236}">
                  <a16:creationId xmlns:a16="http://schemas.microsoft.com/office/drawing/2014/main" id="{A206A1E1-B692-4A98-9122-08D58DBC7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281"/>
              <a:ext cx="56" cy="58"/>
            </a:xfrm>
            <a:custGeom>
              <a:avLst/>
              <a:gdLst>
                <a:gd name="T0" fmla="*/ 172 w 29"/>
                <a:gd name="T1" fmla="*/ 0 h 28"/>
                <a:gd name="T2" fmla="*/ 0 w 29"/>
                <a:gd name="T3" fmla="*/ 205 h 28"/>
                <a:gd name="T4" fmla="*/ 172 w 2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24" y="0"/>
                  </a:moveTo>
                  <a:cubicBezTo>
                    <a:pt x="26" y="9"/>
                    <a:pt x="25" y="28"/>
                    <a:pt x="0" y="23"/>
                  </a:cubicBezTo>
                  <a:cubicBezTo>
                    <a:pt x="11" y="26"/>
                    <a:pt x="29" y="26"/>
                    <a:pt x="2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25" name="Freeform 487">
              <a:extLst>
                <a:ext uri="{FF2B5EF4-FFF2-40B4-BE49-F238E27FC236}">
                  <a16:creationId xmlns:a16="http://schemas.microsoft.com/office/drawing/2014/main" id="{6E4159D2-0B47-4BCF-B58B-3119C49DC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219"/>
              <a:ext cx="156" cy="173"/>
            </a:xfrm>
            <a:custGeom>
              <a:avLst/>
              <a:gdLst>
                <a:gd name="T0" fmla="*/ 485 w 81"/>
                <a:gd name="T1" fmla="*/ 472 h 84"/>
                <a:gd name="T2" fmla="*/ 356 w 81"/>
                <a:gd name="T3" fmla="*/ 68 h 84"/>
                <a:gd name="T4" fmla="*/ 23 w 81"/>
                <a:gd name="T5" fmla="*/ 288 h 84"/>
                <a:gd name="T6" fmla="*/ 485 w 81"/>
                <a:gd name="T7" fmla="*/ 472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84">
                  <a:moveTo>
                    <a:pt x="68" y="54"/>
                  </a:moveTo>
                  <a:cubicBezTo>
                    <a:pt x="81" y="38"/>
                    <a:pt x="73" y="16"/>
                    <a:pt x="50" y="8"/>
                  </a:cubicBezTo>
                  <a:cubicBezTo>
                    <a:pt x="28" y="0"/>
                    <a:pt x="7" y="9"/>
                    <a:pt x="3" y="33"/>
                  </a:cubicBezTo>
                  <a:cubicBezTo>
                    <a:pt x="0" y="56"/>
                    <a:pt x="48" y="84"/>
                    <a:pt x="68" y="5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26" name="Freeform 488">
              <a:extLst>
                <a:ext uri="{FF2B5EF4-FFF2-40B4-BE49-F238E27FC236}">
                  <a16:creationId xmlns:a16="http://schemas.microsoft.com/office/drawing/2014/main" id="{D33537E7-F626-4603-8700-875F8655D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254"/>
              <a:ext cx="85" cy="76"/>
            </a:xfrm>
            <a:custGeom>
              <a:avLst/>
              <a:gdLst>
                <a:gd name="T0" fmla="*/ 201 w 44"/>
                <a:gd name="T1" fmla="*/ 0 h 37"/>
                <a:gd name="T2" fmla="*/ 296 w 44"/>
                <a:gd name="T3" fmla="*/ 113 h 37"/>
                <a:gd name="T4" fmla="*/ 261 w 44"/>
                <a:gd name="T5" fmla="*/ 279 h 37"/>
                <a:gd name="T6" fmla="*/ 108 w 44"/>
                <a:gd name="T7" fmla="*/ 296 h 37"/>
                <a:gd name="T8" fmla="*/ 0 w 44"/>
                <a:gd name="T9" fmla="*/ 164 h 37"/>
                <a:gd name="T10" fmla="*/ 0 w 44"/>
                <a:gd name="T11" fmla="*/ 164 h 37"/>
                <a:gd name="T12" fmla="*/ 108 w 44"/>
                <a:gd name="T13" fmla="*/ 304 h 37"/>
                <a:gd name="T14" fmla="*/ 265 w 44"/>
                <a:gd name="T15" fmla="*/ 279 h 37"/>
                <a:gd name="T16" fmla="*/ 296 w 44"/>
                <a:gd name="T17" fmla="*/ 105 h 37"/>
                <a:gd name="T18" fmla="*/ 201 w 44"/>
                <a:gd name="T19" fmla="*/ 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37">
                  <a:moveTo>
                    <a:pt x="28" y="0"/>
                  </a:moveTo>
                  <a:cubicBezTo>
                    <a:pt x="34" y="1"/>
                    <a:pt x="39" y="6"/>
                    <a:pt x="41" y="13"/>
                  </a:cubicBezTo>
                  <a:cubicBezTo>
                    <a:pt x="43" y="20"/>
                    <a:pt x="41" y="27"/>
                    <a:pt x="36" y="32"/>
                  </a:cubicBezTo>
                  <a:cubicBezTo>
                    <a:pt x="31" y="36"/>
                    <a:pt x="23" y="37"/>
                    <a:pt x="15" y="34"/>
                  </a:cubicBezTo>
                  <a:cubicBezTo>
                    <a:pt x="8" y="32"/>
                    <a:pt x="2" y="26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26"/>
                    <a:pt x="7" y="32"/>
                    <a:pt x="15" y="35"/>
                  </a:cubicBezTo>
                  <a:cubicBezTo>
                    <a:pt x="23" y="37"/>
                    <a:pt x="32" y="36"/>
                    <a:pt x="37" y="32"/>
                  </a:cubicBezTo>
                  <a:cubicBezTo>
                    <a:pt x="42" y="28"/>
                    <a:pt x="44" y="20"/>
                    <a:pt x="41" y="12"/>
                  </a:cubicBezTo>
                  <a:cubicBezTo>
                    <a:pt x="39" y="5"/>
                    <a:pt x="34" y="1"/>
                    <a:pt x="2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27" name="Freeform 489">
              <a:extLst>
                <a:ext uri="{FF2B5EF4-FFF2-40B4-BE49-F238E27FC236}">
                  <a16:creationId xmlns:a16="http://schemas.microsoft.com/office/drawing/2014/main" id="{7A295973-18EF-461D-9418-B12997267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071"/>
              <a:ext cx="83" cy="76"/>
            </a:xfrm>
            <a:custGeom>
              <a:avLst/>
              <a:gdLst>
                <a:gd name="T0" fmla="*/ 280 w 43"/>
                <a:gd name="T1" fmla="*/ 68 h 37"/>
                <a:gd name="T2" fmla="*/ 301 w 43"/>
                <a:gd name="T3" fmla="*/ 148 h 37"/>
                <a:gd name="T4" fmla="*/ 280 w 43"/>
                <a:gd name="T5" fmla="*/ 164 h 37"/>
                <a:gd name="T6" fmla="*/ 280 w 43"/>
                <a:gd name="T7" fmla="*/ 199 h 37"/>
                <a:gd name="T8" fmla="*/ 257 w 43"/>
                <a:gd name="T9" fmla="*/ 244 h 37"/>
                <a:gd name="T10" fmla="*/ 224 w 43"/>
                <a:gd name="T11" fmla="*/ 288 h 37"/>
                <a:gd name="T12" fmla="*/ 180 w 43"/>
                <a:gd name="T13" fmla="*/ 269 h 37"/>
                <a:gd name="T14" fmla="*/ 137 w 43"/>
                <a:gd name="T15" fmla="*/ 312 h 37"/>
                <a:gd name="T16" fmla="*/ 93 w 43"/>
                <a:gd name="T17" fmla="*/ 288 h 37"/>
                <a:gd name="T18" fmla="*/ 52 w 43"/>
                <a:gd name="T19" fmla="*/ 279 h 37"/>
                <a:gd name="T20" fmla="*/ 37 w 43"/>
                <a:gd name="T21" fmla="*/ 224 h 37"/>
                <a:gd name="T22" fmla="*/ 15 w 43"/>
                <a:gd name="T23" fmla="*/ 173 h 37"/>
                <a:gd name="T24" fmla="*/ 44 w 43"/>
                <a:gd name="T25" fmla="*/ 60 h 37"/>
                <a:gd name="T26" fmla="*/ 93 w 43"/>
                <a:gd name="T27" fmla="*/ 33 h 37"/>
                <a:gd name="T28" fmla="*/ 137 w 43"/>
                <a:gd name="T29" fmla="*/ 16 h 37"/>
                <a:gd name="T30" fmla="*/ 164 w 43"/>
                <a:gd name="T31" fmla="*/ 25 h 37"/>
                <a:gd name="T32" fmla="*/ 187 w 43"/>
                <a:gd name="T33" fmla="*/ 8 h 37"/>
                <a:gd name="T34" fmla="*/ 245 w 43"/>
                <a:gd name="T35" fmla="*/ 25 h 37"/>
                <a:gd name="T36" fmla="*/ 280 w 43"/>
                <a:gd name="T37" fmla="*/ 68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37">
                  <a:moveTo>
                    <a:pt x="39" y="8"/>
                  </a:moveTo>
                  <a:cubicBezTo>
                    <a:pt x="40" y="10"/>
                    <a:pt x="43" y="15"/>
                    <a:pt x="42" y="17"/>
                  </a:cubicBezTo>
                  <a:cubicBezTo>
                    <a:pt x="42" y="19"/>
                    <a:pt x="40" y="18"/>
                    <a:pt x="39" y="19"/>
                  </a:cubicBezTo>
                  <a:cubicBezTo>
                    <a:pt x="38" y="21"/>
                    <a:pt x="39" y="21"/>
                    <a:pt x="39" y="23"/>
                  </a:cubicBezTo>
                  <a:cubicBezTo>
                    <a:pt x="39" y="25"/>
                    <a:pt x="37" y="26"/>
                    <a:pt x="36" y="28"/>
                  </a:cubicBezTo>
                  <a:cubicBezTo>
                    <a:pt x="34" y="30"/>
                    <a:pt x="35" y="33"/>
                    <a:pt x="31" y="33"/>
                  </a:cubicBezTo>
                  <a:cubicBezTo>
                    <a:pt x="28" y="33"/>
                    <a:pt x="28" y="31"/>
                    <a:pt x="25" y="31"/>
                  </a:cubicBezTo>
                  <a:cubicBezTo>
                    <a:pt x="22" y="32"/>
                    <a:pt x="22" y="35"/>
                    <a:pt x="19" y="36"/>
                  </a:cubicBezTo>
                  <a:cubicBezTo>
                    <a:pt x="15" y="37"/>
                    <a:pt x="15" y="35"/>
                    <a:pt x="13" y="33"/>
                  </a:cubicBezTo>
                  <a:cubicBezTo>
                    <a:pt x="11" y="31"/>
                    <a:pt x="9" y="33"/>
                    <a:pt x="7" y="32"/>
                  </a:cubicBezTo>
                  <a:cubicBezTo>
                    <a:pt x="4" y="31"/>
                    <a:pt x="5" y="28"/>
                    <a:pt x="5" y="26"/>
                  </a:cubicBezTo>
                  <a:cubicBezTo>
                    <a:pt x="5" y="23"/>
                    <a:pt x="3" y="23"/>
                    <a:pt x="2" y="20"/>
                  </a:cubicBezTo>
                  <a:cubicBezTo>
                    <a:pt x="0" y="16"/>
                    <a:pt x="2" y="10"/>
                    <a:pt x="6" y="7"/>
                  </a:cubicBezTo>
                  <a:cubicBezTo>
                    <a:pt x="8" y="5"/>
                    <a:pt x="10" y="5"/>
                    <a:pt x="13" y="4"/>
                  </a:cubicBezTo>
                  <a:cubicBezTo>
                    <a:pt x="15" y="3"/>
                    <a:pt x="16" y="1"/>
                    <a:pt x="19" y="2"/>
                  </a:cubicBezTo>
                  <a:cubicBezTo>
                    <a:pt x="20" y="2"/>
                    <a:pt x="21" y="3"/>
                    <a:pt x="23" y="3"/>
                  </a:cubicBezTo>
                  <a:cubicBezTo>
                    <a:pt x="24" y="3"/>
                    <a:pt x="25" y="2"/>
                    <a:pt x="26" y="1"/>
                  </a:cubicBezTo>
                  <a:cubicBezTo>
                    <a:pt x="29" y="0"/>
                    <a:pt x="31" y="1"/>
                    <a:pt x="34" y="3"/>
                  </a:cubicBezTo>
                  <a:cubicBezTo>
                    <a:pt x="35" y="4"/>
                    <a:pt x="37" y="6"/>
                    <a:pt x="39" y="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28" name="Freeform 490">
              <a:extLst>
                <a:ext uri="{FF2B5EF4-FFF2-40B4-BE49-F238E27FC236}">
                  <a16:creationId xmlns:a16="http://schemas.microsoft.com/office/drawing/2014/main" id="{DAAAEB76-426C-4135-9216-2FFF629A2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106"/>
              <a:ext cx="33" cy="39"/>
            </a:xfrm>
            <a:custGeom>
              <a:avLst/>
              <a:gdLst>
                <a:gd name="T0" fmla="*/ 8 w 17"/>
                <a:gd name="T1" fmla="*/ 60 h 19"/>
                <a:gd name="T2" fmla="*/ 8 w 17"/>
                <a:gd name="T3" fmla="*/ 113 h 19"/>
                <a:gd name="T4" fmla="*/ 52 w 17"/>
                <a:gd name="T5" fmla="*/ 123 h 19"/>
                <a:gd name="T6" fmla="*/ 80 w 17"/>
                <a:gd name="T7" fmla="*/ 156 h 19"/>
                <a:gd name="T8" fmla="*/ 124 w 17"/>
                <a:gd name="T9" fmla="*/ 131 h 19"/>
                <a:gd name="T10" fmla="*/ 80 w 17"/>
                <a:gd name="T11" fmla="*/ 131 h 19"/>
                <a:gd name="T12" fmla="*/ 72 w 17"/>
                <a:gd name="T13" fmla="*/ 68 h 19"/>
                <a:gd name="T14" fmla="*/ 52 w 17"/>
                <a:gd name="T15" fmla="*/ 33 h 19"/>
                <a:gd name="T16" fmla="*/ 64 w 17"/>
                <a:gd name="T17" fmla="*/ 0 h 19"/>
                <a:gd name="T18" fmla="*/ 37 w 17"/>
                <a:gd name="T19" fmla="*/ 25 h 19"/>
                <a:gd name="T20" fmla="*/ 31 w 17"/>
                <a:gd name="T21" fmla="*/ 96 h 19"/>
                <a:gd name="T22" fmla="*/ 8 w 17"/>
                <a:gd name="T23" fmla="*/ 60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" h="19">
                  <a:moveTo>
                    <a:pt x="1" y="7"/>
                  </a:moveTo>
                  <a:cubicBezTo>
                    <a:pt x="1" y="8"/>
                    <a:pt x="0" y="12"/>
                    <a:pt x="1" y="13"/>
                  </a:cubicBezTo>
                  <a:cubicBezTo>
                    <a:pt x="3" y="14"/>
                    <a:pt x="6" y="13"/>
                    <a:pt x="7" y="14"/>
                  </a:cubicBezTo>
                  <a:cubicBezTo>
                    <a:pt x="9" y="15"/>
                    <a:pt x="10" y="17"/>
                    <a:pt x="11" y="18"/>
                  </a:cubicBezTo>
                  <a:cubicBezTo>
                    <a:pt x="14" y="19"/>
                    <a:pt x="16" y="17"/>
                    <a:pt x="17" y="15"/>
                  </a:cubicBezTo>
                  <a:cubicBezTo>
                    <a:pt x="16" y="17"/>
                    <a:pt x="13" y="16"/>
                    <a:pt x="11" y="15"/>
                  </a:cubicBezTo>
                  <a:cubicBezTo>
                    <a:pt x="10" y="13"/>
                    <a:pt x="11" y="10"/>
                    <a:pt x="10" y="8"/>
                  </a:cubicBezTo>
                  <a:cubicBezTo>
                    <a:pt x="9" y="6"/>
                    <a:pt x="7" y="6"/>
                    <a:pt x="7" y="4"/>
                  </a:cubicBezTo>
                  <a:cubicBezTo>
                    <a:pt x="7" y="2"/>
                    <a:pt x="8" y="1"/>
                    <a:pt x="9" y="0"/>
                  </a:cubicBezTo>
                  <a:cubicBezTo>
                    <a:pt x="8" y="0"/>
                    <a:pt x="5" y="2"/>
                    <a:pt x="5" y="3"/>
                  </a:cubicBezTo>
                  <a:cubicBezTo>
                    <a:pt x="4" y="5"/>
                    <a:pt x="7" y="10"/>
                    <a:pt x="4" y="11"/>
                  </a:cubicBezTo>
                  <a:cubicBezTo>
                    <a:pt x="2" y="10"/>
                    <a:pt x="3" y="7"/>
                    <a:pt x="1" y="7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29" name="Freeform 491">
              <a:extLst>
                <a:ext uri="{FF2B5EF4-FFF2-40B4-BE49-F238E27FC236}">
                  <a16:creationId xmlns:a16="http://schemas.microsoft.com/office/drawing/2014/main" id="{D061BF67-A667-451F-868D-BAAAB95EA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114"/>
              <a:ext cx="22" cy="25"/>
            </a:xfrm>
            <a:custGeom>
              <a:avLst/>
              <a:gdLst>
                <a:gd name="T0" fmla="*/ 0 w 11"/>
                <a:gd name="T1" fmla="*/ 92 h 12"/>
                <a:gd name="T2" fmla="*/ 32 w 11"/>
                <a:gd name="T3" fmla="*/ 100 h 12"/>
                <a:gd name="T4" fmla="*/ 56 w 11"/>
                <a:gd name="T5" fmla="*/ 73 h 12"/>
                <a:gd name="T6" fmla="*/ 80 w 11"/>
                <a:gd name="T7" fmla="*/ 0 h 12"/>
                <a:gd name="T8" fmla="*/ 64 w 11"/>
                <a:gd name="T9" fmla="*/ 35 h 12"/>
                <a:gd name="T10" fmla="*/ 48 w 11"/>
                <a:gd name="T11" fmla="*/ 56 h 12"/>
                <a:gd name="T12" fmla="*/ 24 w 11"/>
                <a:gd name="T13" fmla="*/ 73 h 12"/>
                <a:gd name="T14" fmla="*/ 0 w 11"/>
                <a:gd name="T15" fmla="*/ 92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12">
                  <a:moveTo>
                    <a:pt x="0" y="10"/>
                  </a:moveTo>
                  <a:cubicBezTo>
                    <a:pt x="2" y="9"/>
                    <a:pt x="3" y="12"/>
                    <a:pt x="4" y="11"/>
                  </a:cubicBezTo>
                  <a:cubicBezTo>
                    <a:pt x="6" y="11"/>
                    <a:pt x="7" y="9"/>
                    <a:pt x="7" y="8"/>
                  </a:cubicBezTo>
                  <a:cubicBezTo>
                    <a:pt x="8" y="5"/>
                    <a:pt x="11" y="4"/>
                    <a:pt x="10" y="0"/>
                  </a:cubicBezTo>
                  <a:cubicBezTo>
                    <a:pt x="10" y="1"/>
                    <a:pt x="10" y="3"/>
                    <a:pt x="8" y="4"/>
                  </a:cubicBezTo>
                  <a:cubicBezTo>
                    <a:pt x="7" y="5"/>
                    <a:pt x="7" y="5"/>
                    <a:pt x="6" y="6"/>
                  </a:cubicBezTo>
                  <a:cubicBezTo>
                    <a:pt x="5" y="8"/>
                    <a:pt x="4" y="7"/>
                    <a:pt x="3" y="8"/>
                  </a:cubicBezTo>
                  <a:cubicBezTo>
                    <a:pt x="2" y="8"/>
                    <a:pt x="0" y="9"/>
                    <a:pt x="0" y="1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30" name="Freeform 492">
              <a:extLst>
                <a:ext uri="{FF2B5EF4-FFF2-40B4-BE49-F238E27FC236}">
                  <a16:creationId xmlns:a16="http://schemas.microsoft.com/office/drawing/2014/main" id="{4D828BAA-A0C4-468D-83D1-41EE46D5C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079"/>
              <a:ext cx="14" cy="29"/>
            </a:xfrm>
            <a:custGeom>
              <a:avLst/>
              <a:gdLst>
                <a:gd name="T0" fmla="*/ 24 w 7"/>
                <a:gd name="T1" fmla="*/ 17 h 14"/>
                <a:gd name="T2" fmla="*/ 48 w 7"/>
                <a:gd name="T3" fmla="*/ 81 h 14"/>
                <a:gd name="T4" fmla="*/ 56 w 7"/>
                <a:gd name="T5" fmla="*/ 108 h 14"/>
                <a:gd name="T6" fmla="*/ 32 w 7"/>
                <a:gd name="T7" fmla="*/ 124 h 14"/>
                <a:gd name="T8" fmla="*/ 32 w 7"/>
                <a:gd name="T9" fmla="*/ 73 h 14"/>
                <a:gd name="T10" fmla="*/ 16 w 7"/>
                <a:gd name="T11" fmla="*/ 25 h 14"/>
                <a:gd name="T12" fmla="*/ 0 w 7"/>
                <a:gd name="T13" fmla="*/ 0 h 14"/>
                <a:gd name="T14" fmla="*/ 24 w 7"/>
                <a:gd name="T15" fmla="*/ 17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4">
                  <a:moveTo>
                    <a:pt x="3" y="2"/>
                  </a:moveTo>
                  <a:cubicBezTo>
                    <a:pt x="5" y="4"/>
                    <a:pt x="5" y="6"/>
                    <a:pt x="6" y="9"/>
                  </a:cubicBezTo>
                  <a:cubicBezTo>
                    <a:pt x="7" y="10"/>
                    <a:pt x="7" y="11"/>
                    <a:pt x="7" y="12"/>
                  </a:cubicBezTo>
                  <a:cubicBezTo>
                    <a:pt x="7" y="14"/>
                    <a:pt x="5" y="14"/>
                    <a:pt x="4" y="14"/>
                  </a:cubicBezTo>
                  <a:cubicBezTo>
                    <a:pt x="7" y="12"/>
                    <a:pt x="6" y="10"/>
                    <a:pt x="4" y="8"/>
                  </a:cubicBezTo>
                  <a:cubicBezTo>
                    <a:pt x="3" y="6"/>
                    <a:pt x="3" y="5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31" name="Freeform 493">
              <a:extLst>
                <a:ext uri="{FF2B5EF4-FFF2-40B4-BE49-F238E27FC236}">
                  <a16:creationId xmlns:a16="http://schemas.microsoft.com/office/drawing/2014/main" id="{2765F273-64DD-4BFC-A5A6-BEBAD0BD9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071"/>
              <a:ext cx="11" cy="8"/>
            </a:xfrm>
            <a:custGeom>
              <a:avLst/>
              <a:gdLst>
                <a:gd name="T0" fmla="*/ 0 w 6"/>
                <a:gd name="T1" fmla="*/ 32 h 4"/>
                <a:gd name="T2" fmla="*/ 37 w 6"/>
                <a:gd name="T3" fmla="*/ 16 h 4"/>
                <a:gd name="T4" fmla="*/ 24 w 6"/>
                <a:gd name="T5" fmla="*/ 16 h 4"/>
                <a:gd name="T6" fmla="*/ 20 w 6"/>
                <a:gd name="T7" fmla="*/ 32 h 4"/>
                <a:gd name="T8" fmla="*/ 0 w 6"/>
                <a:gd name="T9" fmla="*/ 3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3"/>
                    <a:pt x="4" y="0"/>
                    <a:pt x="6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3"/>
                    <a:pt x="3" y="3"/>
                    <a:pt x="3" y="4"/>
                  </a:cubicBezTo>
                  <a:cubicBezTo>
                    <a:pt x="2" y="4"/>
                    <a:pt x="1" y="3"/>
                    <a:pt x="0" y="4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32" name="Freeform 494">
              <a:extLst>
                <a:ext uri="{FF2B5EF4-FFF2-40B4-BE49-F238E27FC236}">
                  <a16:creationId xmlns:a16="http://schemas.microsoft.com/office/drawing/2014/main" id="{0CE818BB-0B6C-41DD-844E-11FCF2DE0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087"/>
              <a:ext cx="14" cy="15"/>
            </a:xfrm>
            <a:custGeom>
              <a:avLst/>
              <a:gdLst>
                <a:gd name="T0" fmla="*/ 16 w 7"/>
                <a:gd name="T1" fmla="*/ 9 h 7"/>
                <a:gd name="T2" fmla="*/ 32 w 7"/>
                <a:gd name="T3" fmla="*/ 28 h 7"/>
                <a:gd name="T4" fmla="*/ 32 w 7"/>
                <a:gd name="T5" fmla="*/ 69 h 7"/>
                <a:gd name="T6" fmla="*/ 0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1"/>
                    <a:pt x="4" y="3"/>
                    <a:pt x="4" y="3"/>
                  </a:cubicBezTo>
                  <a:cubicBezTo>
                    <a:pt x="5" y="4"/>
                    <a:pt x="4" y="6"/>
                    <a:pt x="4" y="7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33" name="Freeform 495">
              <a:extLst>
                <a:ext uri="{FF2B5EF4-FFF2-40B4-BE49-F238E27FC236}">
                  <a16:creationId xmlns:a16="http://schemas.microsoft.com/office/drawing/2014/main" id="{4DB31742-4644-4B5C-A081-DB6EBFA87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118"/>
              <a:ext cx="12" cy="12"/>
            </a:xfrm>
            <a:custGeom>
              <a:avLst/>
              <a:gdLst>
                <a:gd name="T0" fmla="*/ 0 w 6"/>
                <a:gd name="T1" fmla="*/ 0 h 6"/>
                <a:gd name="T2" fmla="*/ 40 w 6"/>
                <a:gd name="T3" fmla="*/ 8 h 6"/>
                <a:gd name="T4" fmla="*/ 48 w 6"/>
                <a:gd name="T5" fmla="*/ 48 h 6"/>
                <a:gd name="T6" fmla="*/ 32 w 6"/>
                <a:gd name="T7" fmla="*/ 24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2"/>
                    <a:pt x="3" y="0"/>
                    <a:pt x="5" y="1"/>
                  </a:cubicBezTo>
                  <a:cubicBezTo>
                    <a:pt x="6" y="1"/>
                    <a:pt x="6" y="4"/>
                    <a:pt x="6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2" y="2"/>
                    <a:pt x="1" y="5"/>
                    <a:pt x="0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34" name="Freeform 496">
              <a:extLst>
                <a:ext uri="{FF2B5EF4-FFF2-40B4-BE49-F238E27FC236}">
                  <a16:creationId xmlns:a16="http://schemas.microsoft.com/office/drawing/2014/main" id="{D0A9F9E6-E4B9-4692-845B-17493C80D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077"/>
              <a:ext cx="27" cy="27"/>
            </a:xfrm>
            <a:custGeom>
              <a:avLst/>
              <a:gdLst>
                <a:gd name="T0" fmla="*/ 0 w 14"/>
                <a:gd name="T1" fmla="*/ 116 h 13"/>
                <a:gd name="T2" fmla="*/ 37 w 14"/>
                <a:gd name="T3" fmla="*/ 35 h 13"/>
                <a:gd name="T4" fmla="*/ 64 w 14"/>
                <a:gd name="T5" fmla="*/ 25 h 13"/>
                <a:gd name="T6" fmla="*/ 100 w 14"/>
                <a:gd name="T7" fmla="*/ 0 h 13"/>
                <a:gd name="T8" fmla="*/ 85 w 14"/>
                <a:gd name="T9" fmla="*/ 8 h 13"/>
                <a:gd name="T10" fmla="*/ 71 w 14"/>
                <a:gd name="T11" fmla="*/ 35 h 13"/>
                <a:gd name="T12" fmla="*/ 37 w 14"/>
                <a:gd name="T13" fmla="*/ 52 h 13"/>
                <a:gd name="T14" fmla="*/ 0 w 14"/>
                <a:gd name="T15" fmla="*/ 11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9"/>
                    <a:pt x="1" y="6"/>
                    <a:pt x="5" y="4"/>
                  </a:cubicBezTo>
                  <a:cubicBezTo>
                    <a:pt x="6" y="4"/>
                    <a:pt x="8" y="3"/>
                    <a:pt x="9" y="3"/>
                  </a:cubicBezTo>
                  <a:cubicBezTo>
                    <a:pt x="11" y="2"/>
                    <a:pt x="12" y="0"/>
                    <a:pt x="14" y="0"/>
                  </a:cubicBezTo>
                  <a:cubicBezTo>
                    <a:pt x="14" y="1"/>
                    <a:pt x="13" y="1"/>
                    <a:pt x="12" y="1"/>
                  </a:cubicBezTo>
                  <a:cubicBezTo>
                    <a:pt x="11" y="2"/>
                    <a:pt x="11" y="3"/>
                    <a:pt x="10" y="4"/>
                  </a:cubicBezTo>
                  <a:cubicBezTo>
                    <a:pt x="9" y="5"/>
                    <a:pt x="7" y="5"/>
                    <a:pt x="5" y="6"/>
                  </a:cubicBezTo>
                  <a:cubicBezTo>
                    <a:pt x="3" y="7"/>
                    <a:pt x="0" y="10"/>
                    <a:pt x="0" y="13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35" name="Freeform 497">
              <a:extLst>
                <a:ext uri="{FF2B5EF4-FFF2-40B4-BE49-F238E27FC236}">
                  <a16:creationId xmlns:a16="http://schemas.microsoft.com/office/drawing/2014/main" id="{3CA65DD9-B6C5-4E24-949F-D85A6BFF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097"/>
              <a:ext cx="10" cy="17"/>
            </a:xfrm>
            <a:custGeom>
              <a:avLst/>
              <a:gdLst>
                <a:gd name="T0" fmla="*/ 32 w 5"/>
                <a:gd name="T1" fmla="*/ 0 h 8"/>
                <a:gd name="T2" fmla="*/ 24 w 5"/>
                <a:gd name="T3" fmla="*/ 9 h 8"/>
                <a:gd name="T4" fmla="*/ 16 w 5"/>
                <a:gd name="T5" fmla="*/ 40 h 8"/>
                <a:gd name="T6" fmla="*/ 8 w 5"/>
                <a:gd name="T7" fmla="*/ 77 h 8"/>
                <a:gd name="T8" fmla="*/ 24 w 5"/>
                <a:gd name="T9" fmla="*/ 40 h 8"/>
                <a:gd name="T10" fmla="*/ 40 w 5"/>
                <a:gd name="T11" fmla="*/ 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8">
                  <a:moveTo>
                    <a:pt x="4" y="0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3" y="2"/>
                    <a:pt x="3" y="3"/>
                    <a:pt x="2" y="4"/>
                  </a:cubicBezTo>
                  <a:cubicBezTo>
                    <a:pt x="2" y="5"/>
                    <a:pt x="0" y="7"/>
                    <a:pt x="1" y="8"/>
                  </a:cubicBezTo>
                  <a:cubicBezTo>
                    <a:pt x="1" y="6"/>
                    <a:pt x="3" y="6"/>
                    <a:pt x="3" y="4"/>
                  </a:cubicBezTo>
                  <a:cubicBezTo>
                    <a:pt x="4" y="3"/>
                    <a:pt x="3" y="2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36" name="Freeform 498">
              <a:extLst>
                <a:ext uri="{FF2B5EF4-FFF2-40B4-BE49-F238E27FC236}">
                  <a16:creationId xmlns:a16="http://schemas.microsoft.com/office/drawing/2014/main" id="{D8BD91EE-0E55-47AD-9B52-5441A92D1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089"/>
              <a:ext cx="8" cy="6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8 h 3"/>
                <a:gd name="T4" fmla="*/ 32 w 4"/>
                <a:gd name="T5" fmla="*/ 24 h 3"/>
                <a:gd name="T6" fmla="*/ 0 w 4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0"/>
                    <a:pt x="2" y="0"/>
                    <a:pt x="2" y="1"/>
                  </a:cubicBezTo>
                  <a:cubicBezTo>
                    <a:pt x="3" y="1"/>
                    <a:pt x="3" y="2"/>
                    <a:pt x="4" y="3"/>
                  </a:cubicBezTo>
                  <a:cubicBezTo>
                    <a:pt x="3" y="2"/>
                    <a:pt x="1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37" name="Freeform 499">
              <a:extLst>
                <a:ext uri="{FF2B5EF4-FFF2-40B4-BE49-F238E27FC236}">
                  <a16:creationId xmlns:a16="http://schemas.microsoft.com/office/drawing/2014/main" id="{13BD62BE-2789-4130-8051-A17D86C4F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128"/>
              <a:ext cx="17" cy="11"/>
            </a:xfrm>
            <a:custGeom>
              <a:avLst/>
              <a:gdLst>
                <a:gd name="T0" fmla="*/ 0 w 9"/>
                <a:gd name="T1" fmla="*/ 9 h 5"/>
                <a:gd name="T2" fmla="*/ 32 w 9"/>
                <a:gd name="T3" fmla="*/ 33 h 5"/>
                <a:gd name="T4" fmla="*/ 60 w 9"/>
                <a:gd name="T5" fmla="*/ 53 h 5"/>
                <a:gd name="T6" fmla="*/ 53 w 9"/>
                <a:gd name="T7" fmla="*/ 20 h 5"/>
                <a:gd name="T8" fmla="*/ 47 w 9"/>
                <a:gd name="T9" fmla="*/ 0 h 5"/>
                <a:gd name="T10" fmla="*/ 47 w 9"/>
                <a:gd name="T11" fmla="*/ 0 h 5"/>
                <a:gd name="T12" fmla="*/ 40 w 9"/>
                <a:gd name="T13" fmla="*/ 9 h 5"/>
                <a:gd name="T14" fmla="*/ 28 w 9"/>
                <a:gd name="T15" fmla="*/ 20 h 5"/>
                <a:gd name="T16" fmla="*/ 8 w 9"/>
                <a:gd name="T17" fmla="*/ 2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1" y="3"/>
                    <a:pt x="3" y="3"/>
                    <a:pt x="5" y="3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8" y="5"/>
                    <a:pt x="8" y="4"/>
                    <a:pt x="8" y="2"/>
                  </a:cubicBezTo>
                  <a:cubicBezTo>
                    <a:pt x="8" y="2"/>
                    <a:pt x="8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1"/>
                    <a:pt x="5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38" name="Freeform 500">
              <a:extLst>
                <a:ext uri="{FF2B5EF4-FFF2-40B4-BE49-F238E27FC236}">
                  <a16:creationId xmlns:a16="http://schemas.microsoft.com/office/drawing/2014/main" id="{EF1B2E29-5EEA-4EEF-8971-73FAB56B2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128"/>
              <a:ext cx="12" cy="9"/>
            </a:xfrm>
            <a:custGeom>
              <a:avLst/>
              <a:gdLst>
                <a:gd name="T0" fmla="*/ 16 w 6"/>
                <a:gd name="T1" fmla="*/ 36 h 4"/>
                <a:gd name="T2" fmla="*/ 32 w 6"/>
                <a:gd name="T3" fmla="*/ 45 h 4"/>
                <a:gd name="T4" fmla="*/ 48 w 6"/>
                <a:gd name="T5" fmla="*/ 36 h 4"/>
                <a:gd name="T6" fmla="*/ 32 w 6"/>
                <a:gd name="T7" fmla="*/ 0 h 4"/>
                <a:gd name="T8" fmla="*/ 8 w 6"/>
                <a:gd name="T9" fmla="*/ 11 h 4"/>
                <a:gd name="T10" fmla="*/ 0 w 6"/>
                <a:gd name="T11" fmla="*/ 36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4">
                  <a:moveTo>
                    <a:pt x="2" y="3"/>
                  </a:moveTo>
                  <a:cubicBezTo>
                    <a:pt x="2" y="3"/>
                    <a:pt x="3" y="4"/>
                    <a:pt x="4" y="4"/>
                  </a:cubicBezTo>
                  <a:cubicBezTo>
                    <a:pt x="5" y="4"/>
                    <a:pt x="5" y="4"/>
                    <a:pt x="6" y="3"/>
                  </a:cubicBezTo>
                  <a:cubicBezTo>
                    <a:pt x="4" y="3"/>
                    <a:pt x="3" y="2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1" y="2"/>
                    <a:pt x="0" y="2"/>
                    <a:pt x="0" y="3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39" name="Freeform 501">
              <a:extLst>
                <a:ext uri="{FF2B5EF4-FFF2-40B4-BE49-F238E27FC236}">
                  <a16:creationId xmlns:a16="http://schemas.microsoft.com/office/drawing/2014/main" id="{E291EBF4-011F-4B91-89D6-95E2EE5CD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089"/>
              <a:ext cx="7" cy="19"/>
            </a:xfrm>
            <a:custGeom>
              <a:avLst/>
              <a:gdLst>
                <a:gd name="T0" fmla="*/ 7 w 4"/>
                <a:gd name="T1" fmla="*/ 0 h 9"/>
                <a:gd name="T2" fmla="*/ 12 w 4"/>
                <a:gd name="T3" fmla="*/ 17 h 9"/>
                <a:gd name="T4" fmla="*/ 16 w 4"/>
                <a:gd name="T5" fmla="*/ 49 h 9"/>
                <a:gd name="T6" fmla="*/ 16 w 4"/>
                <a:gd name="T7" fmla="*/ 76 h 9"/>
                <a:gd name="T8" fmla="*/ 7 w 4"/>
                <a:gd name="T9" fmla="*/ 84 h 9"/>
                <a:gd name="T10" fmla="*/ 12 w 4"/>
                <a:gd name="T11" fmla="*/ 49 h 9"/>
                <a:gd name="T12" fmla="*/ 7 w 4"/>
                <a:gd name="T13" fmla="*/ 17 h 9"/>
                <a:gd name="T14" fmla="*/ 0 w 4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3" y="3"/>
                    <a:pt x="3" y="4"/>
                    <a:pt x="3" y="5"/>
                  </a:cubicBezTo>
                  <a:cubicBezTo>
                    <a:pt x="4" y="6"/>
                    <a:pt x="4" y="7"/>
                    <a:pt x="3" y="8"/>
                  </a:cubicBezTo>
                  <a:cubicBezTo>
                    <a:pt x="3" y="9"/>
                    <a:pt x="2" y="9"/>
                    <a:pt x="1" y="9"/>
                  </a:cubicBezTo>
                  <a:cubicBezTo>
                    <a:pt x="3" y="8"/>
                    <a:pt x="3" y="6"/>
                    <a:pt x="2" y="5"/>
                  </a:cubicBezTo>
                  <a:cubicBezTo>
                    <a:pt x="2" y="4"/>
                    <a:pt x="2" y="3"/>
                    <a:pt x="1" y="2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40" name="Freeform 502">
              <a:extLst>
                <a:ext uri="{FF2B5EF4-FFF2-40B4-BE49-F238E27FC236}">
                  <a16:creationId xmlns:a16="http://schemas.microsoft.com/office/drawing/2014/main" id="{5FA7A724-90D8-46F3-8AC7-C3E7D8BA8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071"/>
              <a:ext cx="83" cy="76"/>
            </a:xfrm>
            <a:custGeom>
              <a:avLst/>
              <a:gdLst>
                <a:gd name="T0" fmla="*/ 280 w 43"/>
                <a:gd name="T1" fmla="*/ 68 h 37"/>
                <a:gd name="T2" fmla="*/ 301 w 43"/>
                <a:gd name="T3" fmla="*/ 148 h 37"/>
                <a:gd name="T4" fmla="*/ 280 w 43"/>
                <a:gd name="T5" fmla="*/ 164 h 37"/>
                <a:gd name="T6" fmla="*/ 280 w 43"/>
                <a:gd name="T7" fmla="*/ 199 h 37"/>
                <a:gd name="T8" fmla="*/ 257 w 43"/>
                <a:gd name="T9" fmla="*/ 244 h 37"/>
                <a:gd name="T10" fmla="*/ 224 w 43"/>
                <a:gd name="T11" fmla="*/ 288 h 37"/>
                <a:gd name="T12" fmla="*/ 180 w 43"/>
                <a:gd name="T13" fmla="*/ 269 h 37"/>
                <a:gd name="T14" fmla="*/ 137 w 43"/>
                <a:gd name="T15" fmla="*/ 312 h 37"/>
                <a:gd name="T16" fmla="*/ 93 w 43"/>
                <a:gd name="T17" fmla="*/ 288 h 37"/>
                <a:gd name="T18" fmla="*/ 52 w 43"/>
                <a:gd name="T19" fmla="*/ 279 h 37"/>
                <a:gd name="T20" fmla="*/ 37 w 43"/>
                <a:gd name="T21" fmla="*/ 224 h 37"/>
                <a:gd name="T22" fmla="*/ 15 w 43"/>
                <a:gd name="T23" fmla="*/ 173 h 37"/>
                <a:gd name="T24" fmla="*/ 44 w 43"/>
                <a:gd name="T25" fmla="*/ 60 h 37"/>
                <a:gd name="T26" fmla="*/ 93 w 43"/>
                <a:gd name="T27" fmla="*/ 33 h 37"/>
                <a:gd name="T28" fmla="*/ 137 w 43"/>
                <a:gd name="T29" fmla="*/ 16 h 37"/>
                <a:gd name="T30" fmla="*/ 164 w 43"/>
                <a:gd name="T31" fmla="*/ 25 h 37"/>
                <a:gd name="T32" fmla="*/ 187 w 43"/>
                <a:gd name="T33" fmla="*/ 8 h 37"/>
                <a:gd name="T34" fmla="*/ 245 w 43"/>
                <a:gd name="T35" fmla="*/ 25 h 37"/>
                <a:gd name="T36" fmla="*/ 280 w 43"/>
                <a:gd name="T37" fmla="*/ 68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37">
                  <a:moveTo>
                    <a:pt x="39" y="8"/>
                  </a:moveTo>
                  <a:cubicBezTo>
                    <a:pt x="40" y="10"/>
                    <a:pt x="43" y="15"/>
                    <a:pt x="42" y="17"/>
                  </a:cubicBezTo>
                  <a:cubicBezTo>
                    <a:pt x="42" y="19"/>
                    <a:pt x="40" y="18"/>
                    <a:pt x="39" y="19"/>
                  </a:cubicBezTo>
                  <a:cubicBezTo>
                    <a:pt x="38" y="21"/>
                    <a:pt x="39" y="21"/>
                    <a:pt x="39" y="23"/>
                  </a:cubicBezTo>
                  <a:cubicBezTo>
                    <a:pt x="39" y="25"/>
                    <a:pt x="37" y="26"/>
                    <a:pt x="36" y="28"/>
                  </a:cubicBezTo>
                  <a:cubicBezTo>
                    <a:pt x="34" y="30"/>
                    <a:pt x="35" y="33"/>
                    <a:pt x="31" y="33"/>
                  </a:cubicBezTo>
                  <a:cubicBezTo>
                    <a:pt x="28" y="33"/>
                    <a:pt x="28" y="31"/>
                    <a:pt x="25" y="31"/>
                  </a:cubicBezTo>
                  <a:cubicBezTo>
                    <a:pt x="22" y="32"/>
                    <a:pt x="22" y="35"/>
                    <a:pt x="19" y="36"/>
                  </a:cubicBezTo>
                  <a:cubicBezTo>
                    <a:pt x="15" y="37"/>
                    <a:pt x="15" y="35"/>
                    <a:pt x="13" y="33"/>
                  </a:cubicBezTo>
                  <a:cubicBezTo>
                    <a:pt x="11" y="31"/>
                    <a:pt x="9" y="33"/>
                    <a:pt x="7" y="32"/>
                  </a:cubicBezTo>
                  <a:cubicBezTo>
                    <a:pt x="4" y="31"/>
                    <a:pt x="5" y="28"/>
                    <a:pt x="5" y="26"/>
                  </a:cubicBezTo>
                  <a:cubicBezTo>
                    <a:pt x="5" y="23"/>
                    <a:pt x="3" y="23"/>
                    <a:pt x="2" y="20"/>
                  </a:cubicBezTo>
                  <a:cubicBezTo>
                    <a:pt x="0" y="16"/>
                    <a:pt x="2" y="10"/>
                    <a:pt x="6" y="7"/>
                  </a:cubicBezTo>
                  <a:cubicBezTo>
                    <a:pt x="8" y="5"/>
                    <a:pt x="10" y="5"/>
                    <a:pt x="13" y="4"/>
                  </a:cubicBezTo>
                  <a:cubicBezTo>
                    <a:pt x="15" y="3"/>
                    <a:pt x="16" y="1"/>
                    <a:pt x="19" y="2"/>
                  </a:cubicBezTo>
                  <a:cubicBezTo>
                    <a:pt x="20" y="2"/>
                    <a:pt x="21" y="3"/>
                    <a:pt x="23" y="3"/>
                  </a:cubicBezTo>
                  <a:cubicBezTo>
                    <a:pt x="24" y="3"/>
                    <a:pt x="25" y="2"/>
                    <a:pt x="26" y="1"/>
                  </a:cubicBezTo>
                  <a:cubicBezTo>
                    <a:pt x="29" y="0"/>
                    <a:pt x="31" y="1"/>
                    <a:pt x="34" y="3"/>
                  </a:cubicBezTo>
                  <a:cubicBezTo>
                    <a:pt x="35" y="4"/>
                    <a:pt x="37" y="6"/>
                    <a:pt x="39" y="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41" name="Freeform 503">
              <a:extLst>
                <a:ext uri="{FF2B5EF4-FFF2-40B4-BE49-F238E27FC236}">
                  <a16:creationId xmlns:a16="http://schemas.microsoft.com/office/drawing/2014/main" id="{78954351-D80D-4E9F-ABDD-19D8CC87D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126"/>
              <a:ext cx="13" cy="11"/>
            </a:xfrm>
            <a:custGeom>
              <a:avLst/>
              <a:gdLst>
                <a:gd name="T0" fmla="*/ 0 w 7"/>
                <a:gd name="T1" fmla="*/ 53 h 5"/>
                <a:gd name="T2" fmla="*/ 4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4" y="1"/>
                    <a:pt x="7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42" name="Freeform 504">
              <a:extLst>
                <a:ext uri="{FF2B5EF4-FFF2-40B4-BE49-F238E27FC236}">
                  <a16:creationId xmlns:a16="http://schemas.microsoft.com/office/drawing/2014/main" id="{92F954E6-406F-49B2-A5B5-3824C4A64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1077"/>
              <a:ext cx="10" cy="4"/>
            </a:xfrm>
            <a:custGeom>
              <a:avLst/>
              <a:gdLst>
                <a:gd name="T0" fmla="*/ 40 w 5"/>
                <a:gd name="T1" fmla="*/ 8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43" name="Freeform 505">
              <a:extLst>
                <a:ext uri="{FF2B5EF4-FFF2-40B4-BE49-F238E27FC236}">
                  <a16:creationId xmlns:a16="http://schemas.microsoft.com/office/drawing/2014/main" id="{E6D070C9-E7EA-4B26-BC69-1FFD85866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095"/>
              <a:ext cx="18" cy="27"/>
            </a:xfrm>
            <a:custGeom>
              <a:avLst/>
              <a:gdLst>
                <a:gd name="T0" fmla="*/ 72 w 9"/>
                <a:gd name="T1" fmla="*/ 0 h 13"/>
                <a:gd name="T2" fmla="*/ 32 w 9"/>
                <a:gd name="T3" fmla="*/ 17 h 13"/>
                <a:gd name="T4" fmla="*/ 32 w 9"/>
                <a:gd name="T5" fmla="*/ 35 h 13"/>
                <a:gd name="T6" fmla="*/ 16 w 9"/>
                <a:gd name="T7" fmla="*/ 52 h 13"/>
                <a:gd name="T8" fmla="*/ 16 w 9"/>
                <a:gd name="T9" fmla="*/ 91 h 13"/>
                <a:gd name="T10" fmla="*/ 48 w 9"/>
                <a:gd name="T11" fmla="*/ 11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8" y="0"/>
                    <a:pt x="5" y="1"/>
                    <a:pt x="4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3" y="5"/>
                    <a:pt x="3" y="5"/>
                    <a:pt x="2" y="6"/>
                  </a:cubicBezTo>
                  <a:cubicBezTo>
                    <a:pt x="1" y="7"/>
                    <a:pt x="0" y="9"/>
                    <a:pt x="2" y="10"/>
                  </a:cubicBezTo>
                  <a:cubicBezTo>
                    <a:pt x="3" y="12"/>
                    <a:pt x="6" y="11"/>
                    <a:pt x="6" y="1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44" name="Freeform 506">
              <a:extLst>
                <a:ext uri="{FF2B5EF4-FFF2-40B4-BE49-F238E27FC236}">
                  <a16:creationId xmlns:a16="http://schemas.microsoft.com/office/drawing/2014/main" id="{C289B551-C565-464E-9117-A56E9C3D1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087"/>
              <a:ext cx="18" cy="13"/>
            </a:xfrm>
            <a:custGeom>
              <a:avLst/>
              <a:gdLst>
                <a:gd name="T0" fmla="*/ 56 w 9"/>
                <a:gd name="T1" fmla="*/ 61 h 6"/>
                <a:gd name="T2" fmla="*/ 32 w 9"/>
                <a:gd name="T3" fmla="*/ 9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6"/>
                  </a:moveTo>
                  <a:cubicBezTo>
                    <a:pt x="9" y="4"/>
                    <a:pt x="6" y="2"/>
                    <a:pt x="4" y="1"/>
                  </a:cubicBezTo>
                  <a:cubicBezTo>
                    <a:pt x="3" y="0"/>
                    <a:pt x="2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45" name="Freeform 507">
              <a:extLst>
                <a:ext uri="{FF2B5EF4-FFF2-40B4-BE49-F238E27FC236}">
                  <a16:creationId xmlns:a16="http://schemas.microsoft.com/office/drawing/2014/main" id="{2FA9BA3D-4339-4AA0-A0BF-C8CE54D03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085"/>
              <a:ext cx="2" cy="6"/>
            </a:xfrm>
            <a:custGeom>
              <a:avLst/>
              <a:gdLst>
                <a:gd name="T0" fmla="*/ 0 w 1"/>
                <a:gd name="T1" fmla="*/ 16 h 3"/>
                <a:gd name="T2" fmla="*/ 8 w 1"/>
                <a:gd name="T3" fmla="*/ 0 h 3"/>
                <a:gd name="T4" fmla="*/ 8 w 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46" name="Freeform 508">
              <a:extLst>
                <a:ext uri="{FF2B5EF4-FFF2-40B4-BE49-F238E27FC236}">
                  <a16:creationId xmlns:a16="http://schemas.microsoft.com/office/drawing/2014/main" id="{025AE89E-F208-48EC-9C4E-D9C74ECAE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093"/>
              <a:ext cx="4" cy="4"/>
            </a:xfrm>
            <a:custGeom>
              <a:avLst/>
              <a:gdLst>
                <a:gd name="T0" fmla="*/ 16 w 2"/>
                <a:gd name="T1" fmla="*/ 8 h 2"/>
                <a:gd name="T2" fmla="*/ 8 w 2"/>
                <a:gd name="T3" fmla="*/ 0 h 2"/>
                <a:gd name="T4" fmla="*/ 8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1" y="2"/>
                    <a:pt x="1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47" name="Freeform 509">
              <a:extLst>
                <a:ext uri="{FF2B5EF4-FFF2-40B4-BE49-F238E27FC236}">
                  <a16:creationId xmlns:a16="http://schemas.microsoft.com/office/drawing/2014/main" id="{0449C3DC-48FC-4629-99F9-4DFB3B031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079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48" name="Freeform 510">
              <a:extLst>
                <a:ext uri="{FF2B5EF4-FFF2-40B4-BE49-F238E27FC236}">
                  <a16:creationId xmlns:a16="http://schemas.microsoft.com/office/drawing/2014/main" id="{B9857BBB-F464-4895-8BD8-EC40B0ED8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100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49" name="Freeform 511">
              <a:extLst>
                <a:ext uri="{FF2B5EF4-FFF2-40B4-BE49-F238E27FC236}">
                  <a16:creationId xmlns:a16="http://schemas.microsoft.com/office/drawing/2014/main" id="{596EA34C-C93C-45BF-B3E4-BA761E7E1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118"/>
              <a:ext cx="2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50" name="Freeform 512">
              <a:extLst>
                <a:ext uri="{FF2B5EF4-FFF2-40B4-BE49-F238E27FC236}">
                  <a16:creationId xmlns:a16="http://schemas.microsoft.com/office/drawing/2014/main" id="{E12AFF1A-65C4-4722-8E90-8FC9FCDAA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124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8 h 2"/>
                <a:gd name="T4" fmla="*/ 0 w 1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51" name="Freeform 513">
              <a:extLst>
                <a:ext uri="{FF2B5EF4-FFF2-40B4-BE49-F238E27FC236}">
                  <a16:creationId xmlns:a16="http://schemas.microsoft.com/office/drawing/2014/main" id="{1E21D570-C96F-4DE5-A699-0353730DE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264"/>
              <a:ext cx="89" cy="91"/>
            </a:xfrm>
            <a:custGeom>
              <a:avLst/>
              <a:gdLst>
                <a:gd name="T0" fmla="*/ 261 w 46"/>
                <a:gd name="T1" fmla="*/ 89 h 44"/>
                <a:gd name="T2" fmla="*/ 304 w 46"/>
                <a:gd name="T3" fmla="*/ 141 h 44"/>
                <a:gd name="T4" fmla="*/ 304 w 46"/>
                <a:gd name="T5" fmla="*/ 159 h 44"/>
                <a:gd name="T6" fmla="*/ 325 w 46"/>
                <a:gd name="T7" fmla="*/ 205 h 44"/>
                <a:gd name="T8" fmla="*/ 304 w 46"/>
                <a:gd name="T9" fmla="*/ 223 h 44"/>
                <a:gd name="T10" fmla="*/ 312 w 46"/>
                <a:gd name="T11" fmla="*/ 256 h 44"/>
                <a:gd name="T12" fmla="*/ 288 w 46"/>
                <a:gd name="T13" fmla="*/ 337 h 44"/>
                <a:gd name="T14" fmla="*/ 248 w 46"/>
                <a:gd name="T15" fmla="*/ 356 h 44"/>
                <a:gd name="T16" fmla="*/ 188 w 46"/>
                <a:gd name="T17" fmla="*/ 381 h 44"/>
                <a:gd name="T18" fmla="*/ 139 w 46"/>
                <a:gd name="T19" fmla="*/ 389 h 44"/>
                <a:gd name="T20" fmla="*/ 116 w 46"/>
                <a:gd name="T21" fmla="*/ 316 h 44"/>
                <a:gd name="T22" fmla="*/ 56 w 46"/>
                <a:gd name="T23" fmla="*/ 329 h 44"/>
                <a:gd name="T24" fmla="*/ 23 w 46"/>
                <a:gd name="T25" fmla="*/ 283 h 44"/>
                <a:gd name="T26" fmla="*/ 15 w 46"/>
                <a:gd name="T27" fmla="*/ 205 h 44"/>
                <a:gd name="T28" fmla="*/ 15 w 46"/>
                <a:gd name="T29" fmla="*/ 108 h 44"/>
                <a:gd name="T30" fmla="*/ 56 w 46"/>
                <a:gd name="T31" fmla="*/ 43 h 44"/>
                <a:gd name="T32" fmla="*/ 93 w 46"/>
                <a:gd name="T33" fmla="*/ 52 h 44"/>
                <a:gd name="T34" fmla="*/ 124 w 46"/>
                <a:gd name="T35" fmla="*/ 25 h 44"/>
                <a:gd name="T36" fmla="*/ 172 w 46"/>
                <a:gd name="T37" fmla="*/ 8 h 44"/>
                <a:gd name="T38" fmla="*/ 209 w 46"/>
                <a:gd name="T39" fmla="*/ 60 h 44"/>
                <a:gd name="T40" fmla="*/ 261 w 46"/>
                <a:gd name="T41" fmla="*/ 89 h 4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" h="44">
                  <a:moveTo>
                    <a:pt x="36" y="10"/>
                  </a:moveTo>
                  <a:cubicBezTo>
                    <a:pt x="39" y="12"/>
                    <a:pt x="41" y="12"/>
                    <a:pt x="42" y="16"/>
                  </a:cubicBezTo>
                  <a:cubicBezTo>
                    <a:pt x="42" y="16"/>
                    <a:pt x="41" y="17"/>
                    <a:pt x="42" y="18"/>
                  </a:cubicBezTo>
                  <a:cubicBezTo>
                    <a:pt x="42" y="18"/>
                    <a:pt x="46" y="20"/>
                    <a:pt x="45" y="23"/>
                  </a:cubicBezTo>
                  <a:cubicBezTo>
                    <a:pt x="44" y="24"/>
                    <a:pt x="42" y="24"/>
                    <a:pt x="42" y="25"/>
                  </a:cubicBezTo>
                  <a:cubicBezTo>
                    <a:pt x="42" y="26"/>
                    <a:pt x="43" y="28"/>
                    <a:pt x="43" y="29"/>
                  </a:cubicBezTo>
                  <a:cubicBezTo>
                    <a:pt x="44" y="32"/>
                    <a:pt x="43" y="36"/>
                    <a:pt x="40" y="38"/>
                  </a:cubicBezTo>
                  <a:cubicBezTo>
                    <a:pt x="38" y="39"/>
                    <a:pt x="36" y="39"/>
                    <a:pt x="34" y="40"/>
                  </a:cubicBezTo>
                  <a:cubicBezTo>
                    <a:pt x="30" y="43"/>
                    <a:pt x="30" y="43"/>
                    <a:pt x="26" y="43"/>
                  </a:cubicBezTo>
                  <a:cubicBezTo>
                    <a:pt x="24" y="42"/>
                    <a:pt x="21" y="44"/>
                    <a:pt x="19" y="44"/>
                  </a:cubicBezTo>
                  <a:cubicBezTo>
                    <a:pt x="14" y="42"/>
                    <a:pt x="18" y="39"/>
                    <a:pt x="16" y="36"/>
                  </a:cubicBezTo>
                  <a:cubicBezTo>
                    <a:pt x="14" y="33"/>
                    <a:pt x="11" y="37"/>
                    <a:pt x="8" y="37"/>
                  </a:cubicBezTo>
                  <a:cubicBezTo>
                    <a:pt x="5" y="37"/>
                    <a:pt x="4" y="34"/>
                    <a:pt x="3" y="32"/>
                  </a:cubicBezTo>
                  <a:cubicBezTo>
                    <a:pt x="2" y="29"/>
                    <a:pt x="3" y="26"/>
                    <a:pt x="2" y="23"/>
                  </a:cubicBezTo>
                  <a:cubicBezTo>
                    <a:pt x="2" y="19"/>
                    <a:pt x="0" y="16"/>
                    <a:pt x="2" y="12"/>
                  </a:cubicBezTo>
                  <a:cubicBezTo>
                    <a:pt x="3" y="10"/>
                    <a:pt x="6" y="5"/>
                    <a:pt x="8" y="5"/>
                  </a:cubicBezTo>
                  <a:cubicBezTo>
                    <a:pt x="10" y="5"/>
                    <a:pt x="11" y="7"/>
                    <a:pt x="13" y="6"/>
                  </a:cubicBezTo>
                  <a:cubicBezTo>
                    <a:pt x="15" y="6"/>
                    <a:pt x="15" y="4"/>
                    <a:pt x="17" y="3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7" y="3"/>
                    <a:pt x="27" y="6"/>
                    <a:pt x="29" y="7"/>
                  </a:cubicBezTo>
                  <a:cubicBezTo>
                    <a:pt x="31" y="9"/>
                    <a:pt x="34" y="9"/>
                    <a:pt x="36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52" name="Freeform 514">
              <a:extLst>
                <a:ext uri="{FF2B5EF4-FFF2-40B4-BE49-F238E27FC236}">
                  <a16:creationId xmlns:a16="http://schemas.microsoft.com/office/drawing/2014/main" id="{DB83CBB7-C170-43AD-B432-F3A7F0585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310"/>
              <a:ext cx="22" cy="29"/>
            </a:xfrm>
            <a:custGeom>
              <a:avLst/>
              <a:gdLst>
                <a:gd name="T0" fmla="*/ 0 w 11"/>
                <a:gd name="T1" fmla="*/ 0 h 14"/>
                <a:gd name="T2" fmla="*/ 16 w 11"/>
                <a:gd name="T3" fmla="*/ 91 h 14"/>
                <a:gd name="T4" fmla="*/ 88 w 11"/>
                <a:gd name="T5" fmla="*/ 108 h 14"/>
                <a:gd name="T6" fmla="*/ 32 w 11"/>
                <a:gd name="T7" fmla="*/ 81 h 14"/>
                <a:gd name="T8" fmla="*/ 8 w 11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2" y="3"/>
                    <a:pt x="0" y="7"/>
                    <a:pt x="2" y="10"/>
                  </a:cubicBezTo>
                  <a:cubicBezTo>
                    <a:pt x="4" y="14"/>
                    <a:pt x="7" y="12"/>
                    <a:pt x="11" y="12"/>
                  </a:cubicBezTo>
                  <a:cubicBezTo>
                    <a:pt x="8" y="12"/>
                    <a:pt x="5" y="12"/>
                    <a:pt x="4" y="9"/>
                  </a:cubicBezTo>
                  <a:cubicBezTo>
                    <a:pt x="3" y="6"/>
                    <a:pt x="2" y="4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53" name="Freeform 515">
              <a:extLst>
                <a:ext uri="{FF2B5EF4-FFF2-40B4-BE49-F238E27FC236}">
                  <a16:creationId xmlns:a16="http://schemas.microsoft.com/office/drawing/2014/main" id="{5CF40E7F-55E4-4296-8CCE-30FFD4CA6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337"/>
              <a:ext cx="23" cy="16"/>
            </a:xfrm>
            <a:custGeom>
              <a:avLst/>
              <a:gdLst>
                <a:gd name="T0" fmla="*/ 8 w 12"/>
                <a:gd name="T1" fmla="*/ 8 h 8"/>
                <a:gd name="T2" fmla="*/ 29 w 12"/>
                <a:gd name="T3" fmla="*/ 56 h 8"/>
                <a:gd name="T4" fmla="*/ 84 w 12"/>
                <a:gd name="T5" fmla="*/ 56 h 8"/>
                <a:gd name="T6" fmla="*/ 36 w 12"/>
                <a:gd name="T7" fmla="*/ 40 h 8"/>
                <a:gd name="T8" fmla="*/ 8 w 1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" y="1"/>
                  </a:moveTo>
                  <a:cubicBezTo>
                    <a:pt x="3" y="3"/>
                    <a:pt x="0" y="7"/>
                    <a:pt x="4" y="7"/>
                  </a:cubicBezTo>
                  <a:cubicBezTo>
                    <a:pt x="6" y="8"/>
                    <a:pt x="9" y="7"/>
                    <a:pt x="12" y="7"/>
                  </a:cubicBezTo>
                  <a:cubicBezTo>
                    <a:pt x="9" y="5"/>
                    <a:pt x="7" y="6"/>
                    <a:pt x="5" y="5"/>
                  </a:cubicBezTo>
                  <a:cubicBezTo>
                    <a:pt x="3" y="4"/>
                    <a:pt x="3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54" name="Freeform 516">
              <a:extLst>
                <a:ext uri="{FF2B5EF4-FFF2-40B4-BE49-F238E27FC236}">
                  <a16:creationId xmlns:a16="http://schemas.microsoft.com/office/drawing/2014/main" id="{B7F60B58-1645-44A7-AF45-1B79EA32C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312"/>
              <a:ext cx="39" cy="39"/>
            </a:xfrm>
            <a:custGeom>
              <a:avLst/>
              <a:gdLst>
                <a:gd name="T0" fmla="*/ 117 w 20"/>
                <a:gd name="T1" fmla="*/ 0 h 19"/>
                <a:gd name="T2" fmla="*/ 103 w 20"/>
                <a:gd name="T3" fmla="*/ 113 h 19"/>
                <a:gd name="T4" fmla="*/ 53 w 20"/>
                <a:gd name="T5" fmla="*/ 148 h 19"/>
                <a:gd name="T6" fmla="*/ 0 w 20"/>
                <a:gd name="T7" fmla="*/ 164 h 19"/>
                <a:gd name="T8" fmla="*/ 53 w 20"/>
                <a:gd name="T9" fmla="*/ 123 h 19"/>
                <a:gd name="T10" fmla="*/ 68 w 20"/>
                <a:gd name="T11" fmla="*/ 105 h 19"/>
                <a:gd name="T12" fmla="*/ 88 w 20"/>
                <a:gd name="T13" fmla="*/ 96 h 19"/>
                <a:gd name="T14" fmla="*/ 96 w 20"/>
                <a:gd name="T15" fmla="*/ 25 h 19"/>
                <a:gd name="T16" fmla="*/ 117 w 20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16" y="0"/>
                  </a:moveTo>
                  <a:cubicBezTo>
                    <a:pt x="12" y="3"/>
                    <a:pt x="20" y="11"/>
                    <a:pt x="14" y="13"/>
                  </a:cubicBezTo>
                  <a:cubicBezTo>
                    <a:pt x="11" y="14"/>
                    <a:pt x="9" y="15"/>
                    <a:pt x="7" y="17"/>
                  </a:cubicBezTo>
                  <a:cubicBezTo>
                    <a:pt x="5" y="18"/>
                    <a:pt x="3" y="19"/>
                    <a:pt x="0" y="19"/>
                  </a:cubicBezTo>
                  <a:cubicBezTo>
                    <a:pt x="3" y="19"/>
                    <a:pt x="5" y="16"/>
                    <a:pt x="7" y="14"/>
                  </a:cubicBezTo>
                  <a:cubicBezTo>
                    <a:pt x="8" y="13"/>
                    <a:pt x="8" y="13"/>
                    <a:pt x="9" y="12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4" y="8"/>
                    <a:pt x="12" y="6"/>
                    <a:pt x="13" y="3"/>
                  </a:cubicBezTo>
                  <a:cubicBezTo>
                    <a:pt x="14" y="2"/>
                    <a:pt x="15" y="2"/>
                    <a:pt x="16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55" name="Freeform 517">
              <a:extLst>
                <a:ext uri="{FF2B5EF4-FFF2-40B4-BE49-F238E27FC236}">
                  <a16:creationId xmlns:a16="http://schemas.microsoft.com/office/drawing/2014/main" id="{BFC23E6D-E749-4362-9B7C-6EEE19045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269"/>
              <a:ext cx="18" cy="16"/>
            </a:xfrm>
            <a:custGeom>
              <a:avLst/>
              <a:gdLst>
                <a:gd name="T0" fmla="*/ 16 w 9"/>
                <a:gd name="T1" fmla="*/ 0 h 8"/>
                <a:gd name="T2" fmla="*/ 40 w 9"/>
                <a:gd name="T3" fmla="*/ 24 h 8"/>
                <a:gd name="T4" fmla="*/ 72 w 9"/>
                <a:gd name="T5" fmla="*/ 56 h 8"/>
                <a:gd name="T6" fmla="*/ 32 w 9"/>
                <a:gd name="T7" fmla="*/ 40 h 8"/>
                <a:gd name="T8" fmla="*/ 0 w 9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4" y="0"/>
                    <a:pt x="4" y="2"/>
                    <a:pt x="5" y="3"/>
                  </a:cubicBezTo>
                  <a:cubicBezTo>
                    <a:pt x="6" y="5"/>
                    <a:pt x="8" y="6"/>
                    <a:pt x="9" y="7"/>
                  </a:cubicBezTo>
                  <a:cubicBezTo>
                    <a:pt x="7" y="7"/>
                    <a:pt x="5" y="8"/>
                    <a:pt x="4" y="5"/>
                  </a:cubicBezTo>
                  <a:cubicBezTo>
                    <a:pt x="3" y="3"/>
                    <a:pt x="3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56" name="Freeform 518">
              <a:extLst>
                <a:ext uri="{FF2B5EF4-FFF2-40B4-BE49-F238E27FC236}">
                  <a16:creationId xmlns:a16="http://schemas.microsoft.com/office/drawing/2014/main" id="{A2BB99D8-58FB-4457-B9F4-3778545F4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277"/>
              <a:ext cx="12" cy="8"/>
            </a:xfrm>
            <a:custGeom>
              <a:avLst/>
              <a:gdLst>
                <a:gd name="T0" fmla="*/ 32 w 6"/>
                <a:gd name="T1" fmla="*/ 0 h 4"/>
                <a:gd name="T2" fmla="*/ 0 w 6"/>
                <a:gd name="T3" fmla="*/ 32 h 4"/>
                <a:gd name="T4" fmla="*/ 48 w 6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1" y="2"/>
                    <a:pt x="0" y="4"/>
                  </a:cubicBezTo>
                  <a:cubicBezTo>
                    <a:pt x="2" y="3"/>
                    <a:pt x="4" y="0"/>
                    <a:pt x="6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57" name="Freeform 519">
              <a:extLst>
                <a:ext uri="{FF2B5EF4-FFF2-40B4-BE49-F238E27FC236}">
                  <a16:creationId xmlns:a16="http://schemas.microsoft.com/office/drawing/2014/main" id="{B7D966FA-3714-4EC7-B041-1BF6C3125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289"/>
              <a:ext cx="7" cy="19"/>
            </a:xfrm>
            <a:custGeom>
              <a:avLst/>
              <a:gdLst>
                <a:gd name="T0" fmla="*/ 7 w 4"/>
                <a:gd name="T1" fmla="*/ 8 h 9"/>
                <a:gd name="T2" fmla="*/ 12 w 4"/>
                <a:gd name="T3" fmla="*/ 36 h 9"/>
                <a:gd name="T4" fmla="*/ 12 w 4"/>
                <a:gd name="T5" fmla="*/ 84 h 9"/>
                <a:gd name="T6" fmla="*/ 16 w 4"/>
                <a:gd name="T7" fmla="*/ 27 h 9"/>
                <a:gd name="T8" fmla="*/ 0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1" y="1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2" y="6"/>
                    <a:pt x="2" y="7"/>
                    <a:pt x="2" y="9"/>
                  </a:cubicBezTo>
                  <a:cubicBezTo>
                    <a:pt x="4" y="7"/>
                    <a:pt x="4" y="4"/>
                    <a:pt x="3" y="3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58" name="Freeform 520">
              <a:extLst>
                <a:ext uri="{FF2B5EF4-FFF2-40B4-BE49-F238E27FC236}">
                  <a16:creationId xmlns:a16="http://schemas.microsoft.com/office/drawing/2014/main" id="{8E2EE4B1-9B26-4CF1-8529-B227723F2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320"/>
              <a:ext cx="16" cy="25"/>
            </a:xfrm>
            <a:custGeom>
              <a:avLst/>
              <a:gdLst>
                <a:gd name="T0" fmla="*/ 56 w 8"/>
                <a:gd name="T1" fmla="*/ 8 h 12"/>
                <a:gd name="T2" fmla="*/ 56 w 8"/>
                <a:gd name="T3" fmla="*/ 73 h 12"/>
                <a:gd name="T4" fmla="*/ 32 w 8"/>
                <a:gd name="T5" fmla="*/ 92 h 12"/>
                <a:gd name="T6" fmla="*/ 0 w 8"/>
                <a:gd name="T7" fmla="*/ 108 h 12"/>
                <a:gd name="T8" fmla="*/ 48 w 8"/>
                <a:gd name="T9" fmla="*/ 56 h 12"/>
                <a:gd name="T10" fmla="*/ 64 w 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2">
                  <a:moveTo>
                    <a:pt x="7" y="1"/>
                  </a:moveTo>
                  <a:cubicBezTo>
                    <a:pt x="7" y="3"/>
                    <a:pt x="8" y="6"/>
                    <a:pt x="7" y="8"/>
                  </a:cubicBezTo>
                  <a:cubicBezTo>
                    <a:pt x="6" y="9"/>
                    <a:pt x="6" y="9"/>
                    <a:pt x="4" y="10"/>
                  </a:cubicBezTo>
                  <a:cubicBezTo>
                    <a:pt x="3" y="10"/>
                    <a:pt x="2" y="11"/>
                    <a:pt x="0" y="12"/>
                  </a:cubicBezTo>
                  <a:cubicBezTo>
                    <a:pt x="2" y="10"/>
                    <a:pt x="5" y="9"/>
                    <a:pt x="6" y="6"/>
                  </a:cubicBezTo>
                  <a:cubicBezTo>
                    <a:pt x="7" y="4"/>
                    <a:pt x="6" y="2"/>
                    <a:pt x="8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59" name="Freeform 521">
              <a:extLst>
                <a:ext uri="{FF2B5EF4-FFF2-40B4-BE49-F238E27FC236}">
                  <a16:creationId xmlns:a16="http://schemas.microsoft.com/office/drawing/2014/main" id="{BC7B535E-9610-4B71-A701-1A5C1BD64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335"/>
              <a:ext cx="7" cy="16"/>
            </a:xfrm>
            <a:custGeom>
              <a:avLst/>
              <a:gdLst>
                <a:gd name="T0" fmla="*/ 0 w 4"/>
                <a:gd name="T1" fmla="*/ 8 h 8"/>
                <a:gd name="T2" fmla="*/ 16 w 4"/>
                <a:gd name="T3" fmla="*/ 64 h 8"/>
                <a:gd name="T4" fmla="*/ 16 w 4"/>
                <a:gd name="T5" fmla="*/ 64 h 8"/>
                <a:gd name="T6" fmla="*/ 16 w 4"/>
                <a:gd name="T7" fmla="*/ 64 h 8"/>
                <a:gd name="T8" fmla="*/ 21 w 4"/>
                <a:gd name="T9" fmla="*/ 24 h 8"/>
                <a:gd name="T10" fmla="*/ 0 w 4"/>
                <a:gd name="T11" fmla="*/ 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8">
                  <a:moveTo>
                    <a:pt x="0" y="1"/>
                  </a:moveTo>
                  <a:cubicBezTo>
                    <a:pt x="3" y="1"/>
                    <a:pt x="0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6"/>
                    <a:pt x="4" y="5"/>
                    <a:pt x="4" y="3"/>
                  </a:cubicBezTo>
                  <a:cubicBezTo>
                    <a:pt x="4" y="2"/>
                    <a:pt x="2" y="0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60" name="Freeform 522">
              <a:extLst>
                <a:ext uri="{FF2B5EF4-FFF2-40B4-BE49-F238E27FC236}">
                  <a16:creationId xmlns:a16="http://schemas.microsoft.com/office/drawing/2014/main" id="{40ACB057-3FBE-46EC-B226-CAB584D3A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26"/>
              <a:ext cx="16" cy="13"/>
            </a:xfrm>
            <a:custGeom>
              <a:avLst/>
              <a:gdLst>
                <a:gd name="T0" fmla="*/ 0 w 8"/>
                <a:gd name="T1" fmla="*/ 0 h 6"/>
                <a:gd name="T2" fmla="*/ 16 w 8"/>
                <a:gd name="T3" fmla="*/ 52 h 6"/>
                <a:gd name="T4" fmla="*/ 64 w 8"/>
                <a:gd name="T5" fmla="*/ 43 h 6"/>
                <a:gd name="T6" fmla="*/ 32 w 8"/>
                <a:gd name="T7" fmla="*/ 43 h 6"/>
                <a:gd name="T8" fmla="*/ 0 w 8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4" y="6"/>
                    <a:pt x="6" y="5"/>
                    <a:pt x="8" y="4"/>
                  </a:cubicBezTo>
                  <a:cubicBezTo>
                    <a:pt x="6" y="4"/>
                    <a:pt x="5" y="5"/>
                    <a:pt x="4" y="4"/>
                  </a:cubicBezTo>
                  <a:cubicBezTo>
                    <a:pt x="2" y="4"/>
                    <a:pt x="1" y="2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61" name="Freeform 523">
              <a:extLst>
                <a:ext uri="{FF2B5EF4-FFF2-40B4-BE49-F238E27FC236}">
                  <a16:creationId xmlns:a16="http://schemas.microsoft.com/office/drawing/2014/main" id="{63F1773E-4BB1-4A48-B56F-FC1913974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271"/>
              <a:ext cx="17" cy="14"/>
            </a:xfrm>
            <a:custGeom>
              <a:avLst/>
              <a:gdLst>
                <a:gd name="T0" fmla="*/ 60 w 9"/>
                <a:gd name="T1" fmla="*/ 0 h 7"/>
                <a:gd name="T2" fmla="*/ 40 w 9"/>
                <a:gd name="T3" fmla="*/ 32 h 7"/>
                <a:gd name="T4" fmla="*/ 0 w 9"/>
                <a:gd name="T5" fmla="*/ 48 h 7"/>
                <a:gd name="T6" fmla="*/ 47 w 9"/>
                <a:gd name="T7" fmla="*/ 40 h 7"/>
                <a:gd name="T8" fmla="*/ 60 w 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8" y="0"/>
                    <a:pt x="7" y="3"/>
                    <a:pt x="6" y="4"/>
                  </a:cubicBezTo>
                  <a:cubicBezTo>
                    <a:pt x="4" y="6"/>
                    <a:pt x="2" y="6"/>
                    <a:pt x="0" y="6"/>
                  </a:cubicBezTo>
                  <a:cubicBezTo>
                    <a:pt x="2" y="7"/>
                    <a:pt x="5" y="7"/>
                    <a:pt x="7" y="5"/>
                  </a:cubicBezTo>
                  <a:cubicBezTo>
                    <a:pt x="8" y="3"/>
                    <a:pt x="8" y="2"/>
                    <a:pt x="9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62" name="Freeform 524">
              <a:extLst>
                <a:ext uri="{FF2B5EF4-FFF2-40B4-BE49-F238E27FC236}">
                  <a16:creationId xmlns:a16="http://schemas.microsoft.com/office/drawing/2014/main" id="{42E747A8-0538-4247-99E7-9C3E66C3F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264"/>
              <a:ext cx="89" cy="91"/>
            </a:xfrm>
            <a:custGeom>
              <a:avLst/>
              <a:gdLst>
                <a:gd name="T0" fmla="*/ 261 w 46"/>
                <a:gd name="T1" fmla="*/ 89 h 44"/>
                <a:gd name="T2" fmla="*/ 304 w 46"/>
                <a:gd name="T3" fmla="*/ 141 h 44"/>
                <a:gd name="T4" fmla="*/ 304 w 46"/>
                <a:gd name="T5" fmla="*/ 159 h 44"/>
                <a:gd name="T6" fmla="*/ 325 w 46"/>
                <a:gd name="T7" fmla="*/ 205 h 44"/>
                <a:gd name="T8" fmla="*/ 304 w 46"/>
                <a:gd name="T9" fmla="*/ 223 h 44"/>
                <a:gd name="T10" fmla="*/ 312 w 46"/>
                <a:gd name="T11" fmla="*/ 256 h 44"/>
                <a:gd name="T12" fmla="*/ 288 w 46"/>
                <a:gd name="T13" fmla="*/ 337 h 44"/>
                <a:gd name="T14" fmla="*/ 248 w 46"/>
                <a:gd name="T15" fmla="*/ 356 h 44"/>
                <a:gd name="T16" fmla="*/ 188 w 46"/>
                <a:gd name="T17" fmla="*/ 381 h 44"/>
                <a:gd name="T18" fmla="*/ 139 w 46"/>
                <a:gd name="T19" fmla="*/ 389 h 44"/>
                <a:gd name="T20" fmla="*/ 116 w 46"/>
                <a:gd name="T21" fmla="*/ 316 h 44"/>
                <a:gd name="T22" fmla="*/ 56 w 46"/>
                <a:gd name="T23" fmla="*/ 329 h 44"/>
                <a:gd name="T24" fmla="*/ 23 w 46"/>
                <a:gd name="T25" fmla="*/ 283 h 44"/>
                <a:gd name="T26" fmla="*/ 15 w 46"/>
                <a:gd name="T27" fmla="*/ 205 h 44"/>
                <a:gd name="T28" fmla="*/ 15 w 46"/>
                <a:gd name="T29" fmla="*/ 108 h 44"/>
                <a:gd name="T30" fmla="*/ 56 w 46"/>
                <a:gd name="T31" fmla="*/ 43 h 44"/>
                <a:gd name="T32" fmla="*/ 93 w 46"/>
                <a:gd name="T33" fmla="*/ 52 h 44"/>
                <a:gd name="T34" fmla="*/ 124 w 46"/>
                <a:gd name="T35" fmla="*/ 25 h 44"/>
                <a:gd name="T36" fmla="*/ 172 w 46"/>
                <a:gd name="T37" fmla="*/ 8 h 44"/>
                <a:gd name="T38" fmla="*/ 209 w 46"/>
                <a:gd name="T39" fmla="*/ 60 h 44"/>
                <a:gd name="T40" fmla="*/ 261 w 46"/>
                <a:gd name="T41" fmla="*/ 89 h 4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" h="44">
                  <a:moveTo>
                    <a:pt x="36" y="10"/>
                  </a:moveTo>
                  <a:cubicBezTo>
                    <a:pt x="39" y="12"/>
                    <a:pt x="41" y="12"/>
                    <a:pt x="42" y="16"/>
                  </a:cubicBezTo>
                  <a:cubicBezTo>
                    <a:pt x="42" y="16"/>
                    <a:pt x="41" y="17"/>
                    <a:pt x="42" y="18"/>
                  </a:cubicBezTo>
                  <a:cubicBezTo>
                    <a:pt x="42" y="18"/>
                    <a:pt x="46" y="20"/>
                    <a:pt x="45" y="23"/>
                  </a:cubicBezTo>
                  <a:cubicBezTo>
                    <a:pt x="44" y="24"/>
                    <a:pt x="42" y="24"/>
                    <a:pt x="42" y="25"/>
                  </a:cubicBezTo>
                  <a:cubicBezTo>
                    <a:pt x="42" y="26"/>
                    <a:pt x="43" y="28"/>
                    <a:pt x="43" y="29"/>
                  </a:cubicBezTo>
                  <a:cubicBezTo>
                    <a:pt x="44" y="32"/>
                    <a:pt x="43" y="36"/>
                    <a:pt x="40" y="38"/>
                  </a:cubicBezTo>
                  <a:cubicBezTo>
                    <a:pt x="38" y="39"/>
                    <a:pt x="36" y="39"/>
                    <a:pt x="34" y="40"/>
                  </a:cubicBezTo>
                  <a:cubicBezTo>
                    <a:pt x="30" y="43"/>
                    <a:pt x="30" y="43"/>
                    <a:pt x="26" y="43"/>
                  </a:cubicBezTo>
                  <a:cubicBezTo>
                    <a:pt x="24" y="42"/>
                    <a:pt x="21" y="44"/>
                    <a:pt x="19" y="44"/>
                  </a:cubicBezTo>
                  <a:cubicBezTo>
                    <a:pt x="14" y="42"/>
                    <a:pt x="18" y="39"/>
                    <a:pt x="16" y="36"/>
                  </a:cubicBezTo>
                  <a:cubicBezTo>
                    <a:pt x="14" y="33"/>
                    <a:pt x="11" y="37"/>
                    <a:pt x="8" y="37"/>
                  </a:cubicBezTo>
                  <a:cubicBezTo>
                    <a:pt x="5" y="37"/>
                    <a:pt x="4" y="34"/>
                    <a:pt x="3" y="32"/>
                  </a:cubicBezTo>
                  <a:cubicBezTo>
                    <a:pt x="2" y="29"/>
                    <a:pt x="3" y="26"/>
                    <a:pt x="2" y="23"/>
                  </a:cubicBezTo>
                  <a:cubicBezTo>
                    <a:pt x="2" y="19"/>
                    <a:pt x="0" y="16"/>
                    <a:pt x="2" y="12"/>
                  </a:cubicBezTo>
                  <a:cubicBezTo>
                    <a:pt x="3" y="10"/>
                    <a:pt x="6" y="5"/>
                    <a:pt x="8" y="5"/>
                  </a:cubicBezTo>
                  <a:cubicBezTo>
                    <a:pt x="10" y="5"/>
                    <a:pt x="11" y="7"/>
                    <a:pt x="13" y="6"/>
                  </a:cubicBezTo>
                  <a:cubicBezTo>
                    <a:pt x="15" y="6"/>
                    <a:pt x="15" y="4"/>
                    <a:pt x="17" y="3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7" y="3"/>
                    <a:pt x="27" y="6"/>
                    <a:pt x="29" y="7"/>
                  </a:cubicBezTo>
                  <a:cubicBezTo>
                    <a:pt x="31" y="9"/>
                    <a:pt x="34" y="9"/>
                    <a:pt x="36" y="1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63" name="Freeform 525">
              <a:extLst>
                <a:ext uri="{FF2B5EF4-FFF2-40B4-BE49-F238E27FC236}">
                  <a16:creationId xmlns:a16="http://schemas.microsoft.com/office/drawing/2014/main" id="{8C8358B3-0D91-4BB7-B771-DDFCD0DA9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335"/>
              <a:ext cx="13" cy="4"/>
            </a:xfrm>
            <a:custGeom>
              <a:avLst/>
              <a:gdLst>
                <a:gd name="T0" fmla="*/ 45 w 7"/>
                <a:gd name="T1" fmla="*/ 16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0"/>
                    <a:pt x="3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64" name="Freeform 526">
              <a:extLst>
                <a:ext uri="{FF2B5EF4-FFF2-40B4-BE49-F238E27FC236}">
                  <a16:creationId xmlns:a16="http://schemas.microsoft.com/office/drawing/2014/main" id="{DFBF56FD-3DB9-4AD2-AB87-33EFF1949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289"/>
              <a:ext cx="5" cy="19"/>
            </a:xfrm>
            <a:custGeom>
              <a:avLst/>
              <a:gdLst>
                <a:gd name="T0" fmla="*/ 13 w 3"/>
                <a:gd name="T1" fmla="*/ 84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6"/>
                    <a:pt x="3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65" name="Freeform 527">
              <a:extLst>
                <a:ext uri="{FF2B5EF4-FFF2-40B4-BE49-F238E27FC236}">
                  <a16:creationId xmlns:a16="http://schemas.microsoft.com/office/drawing/2014/main" id="{2C363C86-F956-4B2D-B73D-153116D49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277"/>
              <a:ext cx="8" cy="4"/>
            </a:xfrm>
            <a:custGeom>
              <a:avLst/>
              <a:gdLst>
                <a:gd name="T0" fmla="*/ 32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66" name="Freeform 528">
              <a:extLst>
                <a:ext uri="{FF2B5EF4-FFF2-40B4-BE49-F238E27FC236}">
                  <a16:creationId xmlns:a16="http://schemas.microsoft.com/office/drawing/2014/main" id="{83FEB967-F6FD-43B7-8C3B-C16ED434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337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67" name="Freeform 529">
              <a:extLst>
                <a:ext uri="{FF2B5EF4-FFF2-40B4-BE49-F238E27FC236}">
                  <a16:creationId xmlns:a16="http://schemas.microsoft.com/office/drawing/2014/main" id="{9E0BB3DA-FE72-46F5-865A-2C5CB3CF7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304"/>
              <a:ext cx="4" cy="4"/>
            </a:xfrm>
            <a:custGeom>
              <a:avLst/>
              <a:gdLst>
                <a:gd name="T0" fmla="*/ 16 w 2"/>
                <a:gd name="T1" fmla="*/ 8 h 2"/>
                <a:gd name="T2" fmla="*/ 0 w 2"/>
                <a:gd name="T3" fmla="*/ 8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68" name="Freeform 530">
              <a:extLst>
                <a:ext uri="{FF2B5EF4-FFF2-40B4-BE49-F238E27FC236}">
                  <a16:creationId xmlns:a16="http://schemas.microsoft.com/office/drawing/2014/main" id="{E9F7BC39-5ACF-43EF-ADDA-815A9AB87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289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69" name="Freeform 531">
              <a:extLst>
                <a:ext uri="{FF2B5EF4-FFF2-40B4-BE49-F238E27FC236}">
                  <a16:creationId xmlns:a16="http://schemas.microsoft.com/office/drawing/2014/main" id="{AD323770-101F-4664-8F8E-68550706E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279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70" name="Freeform 532">
              <a:extLst>
                <a:ext uri="{FF2B5EF4-FFF2-40B4-BE49-F238E27FC236}">
                  <a16:creationId xmlns:a16="http://schemas.microsoft.com/office/drawing/2014/main" id="{AC0A9FDD-4D75-47BF-AB2D-F70FCC9E4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100"/>
              <a:ext cx="85" cy="68"/>
            </a:xfrm>
            <a:custGeom>
              <a:avLst/>
              <a:gdLst>
                <a:gd name="T0" fmla="*/ 317 w 44"/>
                <a:gd name="T1" fmla="*/ 132 h 33"/>
                <a:gd name="T2" fmla="*/ 216 w 44"/>
                <a:gd name="T3" fmla="*/ 256 h 33"/>
                <a:gd name="T4" fmla="*/ 172 w 44"/>
                <a:gd name="T5" fmla="*/ 256 h 33"/>
                <a:gd name="T6" fmla="*/ 137 w 44"/>
                <a:gd name="T7" fmla="*/ 288 h 33"/>
                <a:gd name="T8" fmla="*/ 93 w 44"/>
                <a:gd name="T9" fmla="*/ 264 h 33"/>
                <a:gd name="T10" fmla="*/ 56 w 44"/>
                <a:gd name="T11" fmla="*/ 220 h 33"/>
                <a:gd name="T12" fmla="*/ 52 w 44"/>
                <a:gd name="T13" fmla="*/ 115 h 33"/>
                <a:gd name="T14" fmla="*/ 85 w 44"/>
                <a:gd name="T15" fmla="*/ 115 h 33"/>
                <a:gd name="T16" fmla="*/ 71 w 44"/>
                <a:gd name="T17" fmla="*/ 97 h 33"/>
                <a:gd name="T18" fmla="*/ 93 w 44"/>
                <a:gd name="T19" fmla="*/ 52 h 33"/>
                <a:gd name="T20" fmla="*/ 116 w 44"/>
                <a:gd name="T21" fmla="*/ 52 h 33"/>
                <a:gd name="T22" fmla="*/ 131 w 44"/>
                <a:gd name="T23" fmla="*/ 25 h 33"/>
                <a:gd name="T24" fmla="*/ 187 w 44"/>
                <a:gd name="T25" fmla="*/ 16 h 33"/>
                <a:gd name="T26" fmla="*/ 216 w 44"/>
                <a:gd name="T27" fmla="*/ 8 h 33"/>
                <a:gd name="T28" fmla="*/ 253 w 44"/>
                <a:gd name="T29" fmla="*/ 0 h 33"/>
                <a:gd name="T30" fmla="*/ 288 w 44"/>
                <a:gd name="T31" fmla="*/ 33 h 33"/>
                <a:gd name="T32" fmla="*/ 317 w 44"/>
                <a:gd name="T33" fmla="*/ 132 h 33"/>
                <a:gd name="T34" fmla="*/ 317 w 44"/>
                <a:gd name="T35" fmla="*/ 132 h 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4" h="33">
                  <a:moveTo>
                    <a:pt x="44" y="15"/>
                  </a:moveTo>
                  <a:cubicBezTo>
                    <a:pt x="43" y="19"/>
                    <a:pt x="38" y="30"/>
                    <a:pt x="30" y="29"/>
                  </a:cubicBezTo>
                  <a:cubicBezTo>
                    <a:pt x="27" y="29"/>
                    <a:pt x="26" y="26"/>
                    <a:pt x="24" y="29"/>
                  </a:cubicBezTo>
                  <a:cubicBezTo>
                    <a:pt x="22" y="31"/>
                    <a:pt x="23" y="32"/>
                    <a:pt x="19" y="33"/>
                  </a:cubicBezTo>
                  <a:cubicBezTo>
                    <a:pt x="16" y="33"/>
                    <a:pt x="15" y="32"/>
                    <a:pt x="13" y="30"/>
                  </a:cubicBezTo>
                  <a:cubicBezTo>
                    <a:pt x="12" y="28"/>
                    <a:pt x="10" y="27"/>
                    <a:pt x="8" y="25"/>
                  </a:cubicBezTo>
                  <a:cubicBezTo>
                    <a:pt x="5" y="22"/>
                    <a:pt x="0" y="16"/>
                    <a:pt x="7" y="13"/>
                  </a:cubicBezTo>
                  <a:cubicBezTo>
                    <a:pt x="8" y="13"/>
                    <a:pt x="11" y="14"/>
                    <a:pt x="12" y="13"/>
                  </a:cubicBezTo>
                  <a:cubicBezTo>
                    <a:pt x="13" y="12"/>
                    <a:pt x="10" y="12"/>
                    <a:pt x="10" y="11"/>
                  </a:cubicBezTo>
                  <a:cubicBezTo>
                    <a:pt x="9" y="9"/>
                    <a:pt x="10" y="6"/>
                    <a:pt x="13" y="6"/>
                  </a:cubicBezTo>
                  <a:cubicBezTo>
                    <a:pt x="15" y="6"/>
                    <a:pt x="15" y="7"/>
                    <a:pt x="16" y="6"/>
                  </a:cubicBezTo>
                  <a:cubicBezTo>
                    <a:pt x="17" y="6"/>
                    <a:pt x="18" y="4"/>
                    <a:pt x="18" y="3"/>
                  </a:cubicBezTo>
                  <a:cubicBezTo>
                    <a:pt x="21" y="1"/>
                    <a:pt x="22" y="1"/>
                    <a:pt x="26" y="2"/>
                  </a:cubicBezTo>
                  <a:cubicBezTo>
                    <a:pt x="28" y="2"/>
                    <a:pt x="27" y="2"/>
                    <a:pt x="30" y="1"/>
                  </a:cubicBezTo>
                  <a:cubicBezTo>
                    <a:pt x="31" y="0"/>
                    <a:pt x="32" y="0"/>
                    <a:pt x="35" y="0"/>
                  </a:cubicBezTo>
                  <a:cubicBezTo>
                    <a:pt x="39" y="0"/>
                    <a:pt x="39" y="1"/>
                    <a:pt x="40" y="4"/>
                  </a:cubicBezTo>
                  <a:cubicBezTo>
                    <a:pt x="40" y="8"/>
                    <a:pt x="44" y="11"/>
                    <a:pt x="44" y="15"/>
                  </a:cubicBezTo>
                  <a:cubicBezTo>
                    <a:pt x="44" y="16"/>
                    <a:pt x="44" y="15"/>
                    <a:pt x="44" y="15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71" name="Freeform 533">
              <a:extLst>
                <a:ext uri="{FF2B5EF4-FFF2-40B4-BE49-F238E27FC236}">
                  <a16:creationId xmlns:a16="http://schemas.microsoft.com/office/drawing/2014/main" id="{76C81052-C90F-48AD-8C32-93A537AD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104"/>
              <a:ext cx="31" cy="22"/>
            </a:xfrm>
            <a:custGeom>
              <a:avLst/>
              <a:gdLst>
                <a:gd name="T0" fmla="*/ 116 w 16"/>
                <a:gd name="T1" fmla="*/ 8 h 11"/>
                <a:gd name="T2" fmla="*/ 64 w 16"/>
                <a:gd name="T3" fmla="*/ 16 h 11"/>
                <a:gd name="T4" fmla="*/ 37 w 16"/>
                <a:gd name="T5" fmla="*/ 40 h 11"/>
                <a:gd name="T6" fmla="*/ 0 w 16"/>
                <a:gd name="T7" fmla="*/ 56 h 11"/>
                <a:gd name="T8" fmla="*/ 31 w 16"/>
                <a:gd name="T9" fmla="*/ 88 h 11"/>
                <a:gd name="T10" fmla="*/ 31 w 16"/>
                <a:gd name="T11" fmla="*/ 64 h 11"/>
                <a:gd name="T12" fmla="*/ 79 w 16"/>
                <a:gd name="T13" fmla="*/ 56 h 11"/>
                <a:gd name="T14" fmla="*/ 93 w 16"/>
                <a:gd name="T15" fmla="*/ 24 h 11"/>
                <a:gd name="T16" fmla="*/ 116 w 16"/>
                <a:gd name="T17" fmla="*/ 8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1">
                  <a:moveTo>
                    <a:pt x="16" y="1"/>
                  </a:moveTo>
                  <a:cubicBezTo>
                    <a:pt x="14" y="1"/>
                    <a:pt x="12" y="0"/>
                    <a:pt x="9" y="2"/>
                  </a:cubicBezTo>
                  <a:cubicBezTo>
                    <a:pt x="8" y="3"/>
                    <a:pt x="7" y="5"/>
                    <a:pt x="5" y="5"/>
                  </a:cubicBezTo>
                  <a:cubicBezTo>
                    <a:pt x="2" y="6"/>
                    <a:pt x="1" y="5"/>
                    <a:pt x="0" y="7"/>
                  </a:cubicBezTo>
                  <a:cubicBezTo>
                    <a:pt x="0" y="9"/>
                    <a:pt x="3" y="9"/>
                    <a:pt x="4" y="11"/>
                  </a:cubicBezTo>
                  <a:cubicBezTo>
                    <a:pt x="4" y="10"/>
                    <a:pt x="3" y="9"/>
                    <a:pt x="4" y="8"/>
                  </a:cubicBezTo>
                  <a:cubicBezTo>
                    <a:pt x="6" y="7"/>
                    <a:pt x="9" y="8"/>
                    <a:pt x="11" y="7"/>
                  </a:cubicBezTo>
                  <a:cubicBezTo>
                    <a:pt x="12" y="6"/>
                    <a:pt x="12" y="5"/>
                    <a:pt x="13" y="3"/>
                  </a:cubicBezTo>
                  <a:cubicBezTo>
                    <a:pt x="14" y="3"/>
                    <a:pt x="15" y="2"/>
                    <a:pt x="16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72" name="Freeform 534">
              <a:extLst>
                <a:ext uri="{FF2B5EF4-FFF2-40B4-BE49-F238E27FC236}">
                  <a16:creationId xmlns:a16="http://schemas.microsoft.com/office/drawing/2014/main" id="{33D44C4C-6C25-44C6-B97F-48EA90211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128"/>
              <a:ext cx="33" cy="40"/>
            </a:xfrm>
            <a:custGeom>
              <a:avLst/>
              <a:gdLst>
                <a:gd name="T0" fmla="*/ 23 w 17"/>
                <a:gd name="T1" fmla="*/ 8 h 19"/>
                <a:gd name="T2" fmla="*/ 8 w 17"/>
                <a:gd name="T3" fmla="*/ 57 h 19"/>
                <a:gd name="T4" fmla="*/ 45 w 17"/>
                <a:gd name="T5" fmla="*/ 101 h 19"/>
                <a:gd name="T6" fmla="*/ 64 w 17"/>
                <a:gd name="T7" fmla="*/ 128 h 19"/>
                <a:gd name="T8" fmla="*/ 80 w 17"/>
                <a:gd name="T9" fmla="*/ 160 h 19"/>
                <a:gd name="T10" fmla="*/ 124 w 17"/>
                <a:gd name="T11" fmla="*/ 152 h 19"/>
                <a:gd name="T12" fmla="*/ 87 w 17"/>
                <a:gd name="T13" fmla="*/ 128 h 19"/>
                <a:gd name="T14" fmla="*/ 60 w 17"/>
                <a:gd name="T15" fmla="*/ 84 h 19"/>
                <a:gd name="T16" fmla="*/ 8 w 17"/>
                <a:gd name="T17" fmla="*/ 36 h 19"/>
                <a:gd name="T18" fmla="*/ 16 w 17"/>
                <a:gd name="T19" fmla="*/ 8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9">
                  <a:moveTo>
                    <a:pt x="3" y="1"/>
                  </a:moveTo>
                  <a:cubicBezTo>
                    <a:pt x="0" y="0"/>
                    <a:pt x="0" y="5"/>
                    <a:pt x="1" y="6"/>
                  </a:cubicBezTo>
                  <a:cubicBezTo>
                    <a:pt x="2" y="8"/>
                    <a:pt x="4" y="9"/>
                    <a:pt x="6" y="11"/>
                  </a:cubicBezTo>
                  <a:cubicBezTo>
                    <a:pt x="7" y="12"/>
                    <a:pt x="8" y="13"/>
                    <a:pt x="9" y="14"/>
                  </a:cubicBezTo>
                  <a:cubicBezTo>
                    <a:pt x="10" y="15"/>
                    <a:pt x="10" y="16"/>
                    <a:pt x="11" y="17"/>
                  </a:cubicBezTo>
                  <a:cubicBezTo>
                    <a:pt x="14" y="19"/>
                    <a:pt x="15" y="17"/>
                    <a:pt x="17" y="16"/>
                  </a:cubicBezTo>
                  <a:cubicBezTo>
                    <a:pt x="14" y="18"/>
                    <a:pt x="12" y="15"/>
                    <a:pt x="12" y="14"/>
                  </a:cubicBezTo>
                  <a:cubicBezTo>
                    <a:pt x="10" y="12"/>
                    <a:pt x="10" y="10"/>
                    <a:pt x="8" y="9"/>
                  </a:cubicBezTo>
                  <a:cubicBezTo>
                    <a:pt x="5" y="7"/>
                    <a:pt x="2" y="6"/>
                    <a:pt x="1" y="4"/>
                  </a:cubicBezTo>
                  <a:cubicBezTo>
                    <a:pt x="1" y="3"/>
                    <a:pt x="1" y="2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73" name="Freeform 535">
              <a:extLst>
                <a:ext uri="{FF2B5EF4-FFF2-40B4-BE49-F238E27FC236}">
                  <a16:creationId xmlns:a16="http://schemas.microsoft.com/office/drawing/2014/main" id="{A026196C-D0C0-44C1-BE06-47E1521D9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143"/>
              <a:ext cx="23" cy="18"/>
            </a:xfrm>
            <a:custGeom>
              <a:avLst/>
              <a:gdLst>
                <a:gd name="T0" fmla="*/ 84 w 12"/>
                <a:gd name="T1" fmla="*/ 16 h 9"/>
                <a:gd name="T2" fmla="*/ 0 w 12"/>
                <a:gd name="T3" fmla="*/ 48 h 9"/>
                <a:gd name="T4" fmla="*/ 56 w 12"/>
                <a:gd name="T5" fmla="*/ 40 h 9"/>
                <a:gd name="T6" fmla="*/ 69 w 12"/>
                <a:gd name="T7" fmla="*/ 24 h 9"/>
                <a:gd name="T8" fmla="*/ 77 w 12"/>
                <a:gd name="T9" fmla="*/ 16 h 9"/>
                <a:gd name="T10" fmla="*/ 84 w 1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9">
                  <a:moveTo>
                    <a:pt x="12" y="2"/>
                  </a:moveTo>
                  <a:cubicBezTo>
                    <a:pt x="10" y="6"/>
                    <a:pt x="5" y="9"/>
                    <a:pt x="0" y="6"/>
                  </a:cubicBezTo>
                  <a:cubicBezTo>
                    <a:pt x="3" y="7"/>
                    <a:pt x="6" y="7"/>
                    <a:pt x="8" y="5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10" y="3"/>
                    <a:pt x="11" y="3"/>
                    <a:pt x="11" y="2"/>
                  </a:cubicBezTo>
                  <a:cubicBezTo>
                    <a:pt x="12" y="2"/>
                    <a:pt x="12" y="1"/>
                    <a:pt x="1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74" name="Freeform 536">
              <a:extLst>
                <a:ext uri="{FF2B5EF4-FFF2-40B4-BE49-F238E27FC236}">
                  <a16:creationId xmlns:a16="http://schemas.microsoft.com/office/drawing/2014/main" id="{B4A635C9-A30E-4A7A-B05A-4037BA4C6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112"/>
              <a:ext cx="23" cy="25"/>
            </a:xfrm>
            <a:custGeom>
              <a:avLst/>
              <a:gdLst>
                <a:gd name="T0" fmla="*/ 77 w 12"/>
                <a:gd name="T1" fmla="*/ 0 h 12"/>
                <a:gd name="T2" fmla="*/ 63 w 12"/>
                <a:gd name="T3" fmla="*/ 73 h 12"/>
                <a:gd name="T4" fmla="*/ 0 w 12"/>
                <a:gd name="T5" fmla="*/ 92 h 12"/>
                <a:gd name="T6" fmla="*/ 63 w 12"/>
                <a:gd name="T7" fmla="*/ 100 h 12"/>
                <a:gd name="T8" fmla="*/ 84 w 12"/>
                <a:gd name="T9" fmla="*/ 73 h 12"/>
                <a:gd name="T10" fmla="*/ 77 w 12"/>
                <a:gd name="T11" fmla="*/ 35 h 12"/>
                <a:gd name="T12" fmla="*/ 77 w 12"/>
                <a:gd name="T13" fmla="*/ 8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11" y="0"/>
                  </a:moveTo>
                  <a:cubicBezTo>
                    <a:pt x="8" y="2"/>
                    <a:pt x="11" y="6"/>
                    <a:pt x="9" y="8"/>
                  </a:cubicBezTo>
                  <a:cubicBezTo>
                    <a:pt x="7" y="9"/>
                    <a:pt x="2" y="10"/>
                    <a:pt x="0" y="10"/>
                  </a:cubicBezTo>
                  <a:cubicBezTo>
                    <a:pt x="3" y="10"/>
                    <a:pt x="6" y="12"/>
                    <a:pt x="9" y="11"/>
                  </a:cubicBezTo>
                  <a:cubicBezTo>
                    <a:pt x="12" y="11"/>
                    <a:pt x="11" y="10"/>
                    <a:pt x="12" y="8"/>
                  </a:cubicBezTo>
                  <a:cubicBezTo>
                    <a:pt x="12" y="6"/>
                    <a:pt x="11" y="5"/>
                    <a:pt x="11" y="4"/>
                  </a:cubicBezTo>
                  <a:cubicBezTo>
                    <a:pt x="11" y="3"/>
                    <a:pt x="10" y="2"/>
                    <a:pt x="1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75" name="Freeform 537">
              <a:extLst>
                <a:ext uri="{FF2B5EF4-FFF2-40B4-BE49-F238E27FC236}">
                  <a16:creationId xmlns:a16="http://schemas.microsoft.com/office/drawing/2014/main" id="{9F522E61-0C5A-40E4-91A1-B073244F0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126"/>
              <a:ext cx="14" cy="13"/>
            </a:xfrm>
            <a:custGeom>
              <a:avLst/>
              <a:gdLst>
                <a:gd name="T0" fmla="*/ 48 w 7"/>
                <a:gd name="T1" fmla="*/ 9 h 6"/>
                <a:gd name="T2" fmla="*/ 16 w 7"/>
                <a:gd name="T3" fmla="*/ 61 h 6"/>
                <a:gd name="T4" fmla="*/ 24 w 7"/>
                <a:gd name="T5" fmla="*/ 20 h 6"/>
                <a:gd name="T6" fmla="*/ 56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2" y="1"/>
                    <a:pt x="0" y="4"/>
                    <a:pt x="2" y="6"/>
                  </a:cubicBezTo>
                  <a:cubicBezTo>
                    <a:pt x="2" y="5"/>
                    <a:pt x="1" y="4"/>
                    <a:pt x="3" y="2"/>
                  </a:cubicBezTo>
                  <a:cubicBezTo>
                    <a:pt x="5" y="2"/>
                    <a:pt x="6" y="2"/>
                    <a:pt x="7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76" name="Freeform 538">
              <a:extLst>
                <a:ext uri="{FF2B5EF4-FFF2-40B4-BE49-F238E27FC236}">
                  <a16:creationId xmlns:a16="http://schemas.microsoft.com/office/drawing/2014/main" id="{A064B3E4-0009-4C29-920C-EC8412C7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106"/>
              <a:ext cx="19" cy="10"/>
            </a:xfrm>
            <a:custGeom>
              <a:avLst/>
              <a:gdLst>
                <a:gd name="T0" fmla="*/ 68 w 10"/>
                <a:gd name="T1" fmla="*/ 0 h 5"/>
                <a:gd name="T2" fmla="*/ 29 w 10"/>
                <a:gd name="T3" fmla="*/ 32 h 5"/>
                <a:gd name="T4" fmla="*/ 0 w 10"/>
                <a:gd name="T5" fmla="*/ 40 h 5"/>
                <a:gd name="T6" fmla="*/ 40 w 10"/>
                <a:gd name="T7" fmla="*/ 40 h 5"/>
                <a:gd name="T8" fmla="*/ 48 w 10"/>
                <a:gd name="T9" fmla="*/ 24 h 5"/>
                <a:gd name="T10" fmla="*/ 68 w 10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8" y="0"/>
                    <a:pt x="6" y="3"/>
                    <a:pt x="4" y="4"/>
                  </a:cubicBezTo>
                  <a:cubicBezTo>
                    <a:pt x="3" y="4"/>
                    <a:pt x="1" y="4"/>
                    <a:pt x="0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8" y="2"/>
                    <a:pt x="8" y="1"/>
                    <a:pt x="1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77" name="Freeform 539">
              <a:extLst>
                <a:ext uri="{FF2B5EF4-FFF2-40B4-BE49-F238E27FC236}">
                  <a16:creationId xmlns:a16="http://schemas.microsoft.com/office/drawing/2014/main" id="{350B73D0-955C-4F23-BA6D-CCC4D36A1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155"/>
              <a:ext cx="15" cy="6"/>
            </a:xfrm>
            <a:custGeom>
              <a:avLst/>
              <a:gdLst>
                <a:gd name="T0" fmla="*/ 53 w 8"/>
                <a:gd name="T1" fmla="*/ 0 h 3"/>
                <a:gd name="T2" fmla="*/ 0 w 8"/>
                <a:gd name="T3" fmla="*/ 0 h 3"/>
                <a:gd name="T4" fmla="*/ 53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7" y="3"/>
                    <a:pt x="1" y="2"/>
                    <a:pt x="0" y="0"/>
                  </a:cubicBezTo>
                  <a:cubicBezTo>
                    <a:pt x="1" y="0"/>
                    <a:pt x="7" y="2"/>
                    <a:pt x="8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78" name="Freeform 540">
              <a:extLst>
                <a:ext uri="{FF2B5EF4-FFF2-40B4-BE49-F238E27FC236}">
                  <a16:creationId xmlns:a16="http://schemas.microsoft.com/office/drawing/2014/main" id="{7D2AA0B7-D0F2-462B-8494-F11A884D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112"/>
              <a:ext cx="10" cy="29"/>
            </a:xfrm>
            <a:custGeom>
              <a:avLst/>
              <a:gdLst>
                <a:gd name="T0" fmla="*/ 0 w 5"/>
                <a:gd name="T1" fmla="*/ 0 h 14"/>
                <a:gd name="T2" fmla="*/ 32 w 5"/>
                <a:gd name="T3" fmla="*/ 64 h 14"/>
                <a:gd name="T4" fmla="*/ 24 w 5"/>
                <a:gd name="T5" fmla="*/ 124 h 14"/>
                <a:gd name="T6" fmla="*/ 32 w 5"/>
                <a:gd name="T7" fmla="*/ 91 h 14"/>
                <a:gd name="T8" fmla="*/ 16 w 5"/>
                <a:gd name="T9" fmla="*/ 52 h 14"/>
                <a:gd name="T10" fmla="*/ 8 w 5"/>
                <a:gd name="T11" fmla="*/ 25 h 14"/>
                <a:gd name="T12" fmla="*/ 0 w 5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1" y="2"/>
                    <a:pt x="3" y="4"/>
                    <a:pt x="4" y="7"/>
                  </a:cubicBezTo>
                  <a:cubicBezTo>
                    <a:pt x="5" y="8"/>
                    <a:pt x="5" y="13"/>
                    <a:pt x="3" y="14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4" y="8"/>
                    <a:pt x="3" y="7"/>
                    <a:pt x="2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79" name="Freeform 541">
              <a:extLst>
                <a:ext uri="{FF2B5EF4-FFF2-40B4-BE49-F238E27FC236}">
                  <a16:creationId xmlns:a16="http://schemas.microsoft.com/office/drawing/2014/main" id="{4564D0B3-DBCD-4DDE-B9B1-50DED7B0E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114"/>
              <a:ext cx="11" cy="16"/>
            </a:xfrm>
            <a:custGeom>
              <a:avLst/>
              <a:gdLst>
                <a:gd name="T0" fmla="*/ 31 w 6"/>
                <a:gd name="T1" fmla="*/ 0 h 8"/>
                <a:gd name="T2" fmla="*/ 0 w 6"/>
                <a:gd name="T3" fmla="*/ 56 h 8"/>
                <a:gd name="T4" fmla="*/ 20 w 6"/>
                <a:gd name="T5" fmla="*/ 40 h 8"/>
                <a:gd name="T6" fmla="*/ 31 w 6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cubicBezTo>
                    <a:pt x="4" y="2"/>
                    <a:pt x="6" y="8"/>
                    <a:pt x="0" y="7"/>
                  </a:cubicBezTo>
                  <a:cubicBezTo>
                    <a:pt x="2" y="7"/>
                    <a:pt x="3" y="6"/>
                    <a:pt x="3" y="5"/>
                  </a:cubicBezTo>
                  <a:cubicBezTo>
                    <a:pt x="3" y="3"/>
                    <a:pt x="4" y="3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80" name="Freeform 542">
              <a:extLst>
                <a:ext uri="{FF2B5EF4-FFF2-40B4-BE49-F238E27FC236}">
                  <a16:creationId xmlns:a16="http://schemas.microsoft.com/office/drawing/2014/main" id="{D4BC03B9-07C1-4F70-8797-1509D2A3A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151"/>
              <a:ext cx="15" cy="8"/>
            </a:xfrm>
            <a:custGeom>
              <a:avLst/>
              <a:gdLst>
                <a:gd name="T0" fmla="*/ 45 w 8"/>
                <a:gd name="T1" fmla="*/ 0 h 4"/>
                <a:gd name="T2" fmla="*/ 28 w 8"/>
                <a:gd name="T3" fmla="*/ 8 h 4"/>
                <a:gd name="T4" fmla="*/ 8 w 8"/>
                <a:gd name="T5" fmla="*/ 24 h 4"/>
                <a:gd name="T6" fmla="*/ 0 w 8"/>
                <a:gd name="T7" fmla="*/ 32 h 4"/>
                <a:gd name="T8" fmla="*/ 21 w 8"/>
                <a:gd name="T9" fmla="*/ 8 h 4"/>
                <a:gd name="T10" fmla="*/ 45 w 8"/>
                <a:gd name="T11" fmla="*/ 0 h 4"/>
                <a:gd name="T12" fmla="*/ 53 w 8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">
                  <a:moveTo>
                    <a:pt x="7" y="0"/>
                  </a:moveTo>
                  <a:cubicBezTo>
                    <a:pt x="6" y="0"/>
                    <a:pt x="5" y="1"/>
                    <a:pt x="4" y="1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81" name="Freeform 543">
              <a:extLst>
                <a:ext uri="{FF2B5EF4-FFF2-40B4-BE49-F238E27FC236}">
                  <a16:creationId xmlns:a16="http://schemas.microsoft.com/office/drawing/2014/main" id="{906EFC9D-7B4D-489F-BEF0-6102ECCDE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100"/>
              <a:ext cx="85" cy="68"/>
            </a:xfrm>
            <a:custGeom>
              <a:avLst/>
              <a:gdLst>
                <a:gd name="T0" fmla="*/ 317 w 44"/>
                <a:gd name="T1" fmla="*/ 132 h 33"/>
                <a:gd name="T2" fmla="*/ 216 w 44"/>
                <a:gd name="T3" fmla="*/ 256 h 33"/>
                <a:gd name="T4" fmla="*/ 172 w 44"/>
                <a:gd name="T5" fmla="*/ 256 h 33"/>
                <a:gd name="T6" fmla="*/ 137 w 44"/>
                <a:gd name="T7" fmla="*/ 288 h 33"/>
                <a:gd name="T8" fmla="*/ 93 w 44"/>
                <a:gd name="T9" fmla="*/ 264 h 33"/>
                <a:gd name="T10" fmla="*/ 56 w 44"/>
                <a:gd name="T11" fmla="*/ 220 h 33"/>
                <a:gd name="T12" fmla="*/ 52 w 44"/>
                <a:gd name="T13" fmla="*/ 115 h 33"/>
                <a:gd name="T14" fmla="*/ 85 w 44"/>
                <a:gd name="T15" fmla="*/ 115 h 33"/>
                <a:gd name="T16" fmla="*/ 71 w 44"/>
                <a:gd name="T17" fmla="*/ 97 h 33"/>
                <a:gd name="T18" fmla="*/ 93 w 44"/>
                <a:gd name="T19" fmla="*/ 52 h 33"/>
                <a:gd name="T20" fmla="*/ 116 w 44"/>
                <a:gd name="T21" fmla="*/ 52 h 33"/>
                <a:gd name="T22" fmla="*/ 131 w 44"/>
                <a:gd name="T23" fmla="*/ 25 h 33"/>
                <a:gd name="T24" fmla="*/ 187 w 44"/>
                <a:gd name="T25" fmla="*/ 16 h 33"/>
                <a:gd name="T26" fmla="*/ 216 w 44"/>
                <a:gd name="T27" fmla="*/ 8 h 33"/>
                <a:gd name="T28" fmla="*/ 253 w 44"/>
                <a:gd name="T29" fmla="*/ 0 h 33"/>
                <a:gd name="T30" fmla="*/ 288 w 44"/>
                <a:gd name="T31" fmla="*/ 33 h 33"/>
                <a:gd name="T32" fmla="*/ 317 w 44"/>
                <a:gd name="T33" fmla="*/ 132 h 33"/>
                <a:gd name="T34" fmla="*/ 317 w 44"/>
                <a:gd name="T35" fmla="*/ 132 h 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4" h="33">
                  <a:moveTo>
                    <a:pt x="44" y="15"/>
                  </a:moveTo>
                  <a:cubicBezTo>
                    <a:pt x="43" y="19"/>
                    <a:pt x="38" y="30"/>
                    <a:pt x="30" y="29"/>
                  </a:cubicBezTo>
                  <a:cubicBezTo>
                    <a:pt x="27" y="29"/>
                    <a:pt x="26" y="26"/>
                    <a:pt x="24" y="29"/>
                  </a:cubicBezTo>
                  <a:cubicBezTo>
                    <a:pt x="22" y="31"/>
                    <a:pt x="23" y="32"/>
                    <a:pt x="19" y="33"/>
                  </a:cubicBezTo>
                  <a:cubicBezTo>
                    <a:pt x="16" y="33"/>
                    <a:pt x="15" y="32"/>
                    <a:pt x="13" y="30"/>
                  </a:cubicBezTo>
                  <a:cubicBezTo>
                    <a:pt x="12" y="28"/>
                    <a:pt x="10" y="27"/>
                    <a:pt x="8" y="25"/>
                  </a:cubicBezTo>
                  <a:cubicBezTo>
                    <a:pt x="5" y="22"/>
                    <a:pt x="0" y="16"/>
                    <a:pt x="7" y="13"/>
                  </a:cubicBezTo>
                  <a:cubicBezTo>
                    <a:pt x="8" y="13"/>
                    <a:pt x="11" y="14"/>
                    <a:pt x="12" y="13"/>
                  </a:cubicBezTo>
                  <a:cubicBezTo>
                    <a:pt x="13" y="12"/>
                    <a:pt x="10" y="12"/>
                    <a:pt x="10" y="11"/>
                  </a:cubicBezTo>
                  <a:cubicBezTo>
                    <a:pt x="9" y="9"/>
                    <a:pt x="10" y="6"/>
                    <a:pt x="13" y="6"/>
                  </a:cubicBezTo>
                  <a:cubicBezTo>
                    <a:pt x="15" y="6"/>
                    <a:pt x="15" y="7"/>
                    <a:pt x="16" y="6"/>
                  </a:cubicBezTo>
                  <a:cubicBezTo>
                    <a:pt x="17" y="6"/>
                    <a:pt x="18" y="4"/>
                    <a:pt x="18" y="3"/>
                  </a:cubicBezTo>
                  <a:cubicBezTo>
                    <a:pt x="21" y="1"/>
                    <a:pt x="22" y="1"/>
                    <a:pt x="26" y="2"/>
                  </a:cubicBezTo>
                  <a:cubicBezTo>
                    <a:pt x="28" y="2"/>
                    <a:pt x="27" y="2"/>
                    <a:pt x="30" y="1"/>
                  </a:cubicBezTo>
                  <a:cubicBezTo>
                    <a:pt x="31" y="0"/>
                    <a:pt x="32" y="0"/>
                    <a:pt x="35" y="0"/>
                  </a:cubicBezTo>
                  <a:cubicBezTo>
                    <a:pt x="39" y="0"/>
                    <a:pt x="39" y="1"/>
                    <a:pt x="40" y="4"/>
                  </a:cubicBezTo>
                  <a:cubicBezTo>
                    <a:pt x="40" y="8"/>
                    <a:pt x="44" y="11"/>
                    <a:pt x="44" y="15"/>
                  </a:cubicBezTo>
                  <a:cubicBezTo>
                    <a:pt x="44" y="16"/>
                    <a:pt x="44" y="15"/>
                    <a:pt x="44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82" name="Freeform 544">
              <a:extLst>
                <a:ext uri="{FF2B5EF4-FFF2-40B4-BE49-F238E27FC236}">
                  <a16:creationId xmlns:a16="http://schemas.microsoft.com/office/drawing/2014/main" id="{0094DAEC-82EB-472A-83E6-51317BB1F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153"/>
              <a:ext cx="13" cy="4"/>
            </a:xfrm>
            <a:custGeom>
              <a:avLst/>
              <a:gdLst>
                <a:gd name="T0" fmla="*/ 45 w 7"/>
                <a:gd name="T1" fmla="*/ 8 h 2"/>
                <a:gd name="T2" fmla="*/ 0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4" y="1"/>
                    <a:pt x="3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83" name="Freeform 545">
              <a:extLst>
                <a:ext uri="{FF2B5EF4-FFF2-40B4-BE49-F238E27FC236}">
                  <a16:creationId xmlns:a16="http://schemas.microsoft.com/office/drawing/2014/main" id="{CC596706-43FE-4DE5-B1B0-C9E2E72B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112"/>
              <a:ext cx="19" cy="21"/>
            </a:xfrm>
            <a:custGeom>
              <a:avLst/>
              <a:gdLst>
                <a:gd name="T0" fmla="*/ 68 w 10"/>
                <a:gd name="T1" fmla="*/ 0 h 10"/>
                <a:gd name="T2" fmla="*/ 61 w 10"/>
                <a:gd name="T3" fmla="*/ 67 h 10"/>
                <a:gd name="T4" fmla="*/ 0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7" y="3"/>
                    <a:pt x="10" y="4"/>
                    <a:pt x="9" y="7"/>
                  </a:cubicBezTo>
                  <a:cubicBezTo>
                    <a:pt x="8" y="9"/>
                    <a:pt x="3" y="10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84" name="Freeform 546">
              <a:extLst>
                <a:ext uri="{FF2B5EF4-FFF2-40B4-BE49-F238E27FC236}">
                  <a16:creationId xmlns:a16="http://schemas.microsoft.com/office/drawing/2014/main" id="{D54C599B-C7E1-45D0-BD4D-573A4079A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126"/>
              <a:ext cx="8" cy="4"/>
            </a:xfrm>
            <a:custGeom>
              <a:avLst/>
              <a:gdLst>
                <a:gd name="T0" fmla="*/ 32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85" name="Freeform 547">
              <a:extLst>
                <a:ext uri="{FF2B5EF4-FFF2-40B4-BE49-F238E27FC236}">
                  <a16:creationId xmlns:a16="http://schemas.microsoft.com/office/drawing/2014/main" id="{4E59CEAD-EBE4-41B0-873E-CA6BB6787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130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86" name="Freeform 548">
              <a:extLst>
                <a:ext uri="{FF2B5EF4-FFF2-40B4-BE49-F238E27FC236}">
                  <a16:creationId xmlns:a16="http://schemas.microsoft.com/office/drawing/2014/main" id="{01760BF6-DBCF-4322-B0A8-5170A9E40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151"/>
              <a:ext cx="6" cy="4"/>
            </a:xfrm>
            <a:custGeom>
              <a:avLst/>
              <a:gdLst>
                <a:gd name="T0" fmla="*/ 16 w 3"/>
                <a:gd name="T1" fmla="*/ 16 h 2"/>
                <a:gd name="T2" fmla="*/ 16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3" y="1"/>
                    <a:pt x="0" y="0"/>
                    <a:pt x="2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87" name="Freeform 549">
              <a:extLst>
                <a:ext uri="{FF2B5EF4-FFF2-40B4-BE49-F238E27FC236}">
                  <a16:creationId xmlns:a16="http://schemas.microsoft.com/office/drawing/2014/main" id="{F7DB11E1-9BBE-4238-9005-2A07B1250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112"/>
              <a:ext cx="6" cy="4"/>
            </a:xfrm>
            <a:custGeom>
              <a:avLst/>
              <a:gdLst>
                <a:gd name="T0" fmla="*/ 24 w 3"/>
                <a:gd name="T1" fmla="*/ 8 h 2"/>
                <a:gd name="T2" fmla="*/ 8 w 3"/>
                <a:gd name="T3" fmla="*/ 0 h 2"/>
                <a:gd name="T4" fmla="*/ 16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88" name="Freeform 550">
              <a:extLst>
                <a:ext uri="{FF2B5EF4-FFF2-40B4-BE49-F238E27FC236}">
                  <a16:creationId xmlns:a16="http://schemas.microsoft.com/office/drawing/2014/main" id="{9768A1A1-87F7-46A0-8E73-1E34D9A23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130"/>
              <a:ext cx="4" cy="3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27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89" name="Freeform 551">
              <a:extLst>
                <a:ext uri="{FF2B5EF4-FFF2-40B4-BE49-F238E27FC236}">
                  <a16:creationId xmlns:a16="http://schemas.microsoft.com/office/drawing/2014/main" id="{A7ECD45C-0111-415B-9CF3-C3C221BE7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322"/>
              <a:ext cx="167" cy="122"/>
            </a:xfrm>
            <a:custGeom>
              <a:avLst/>
              <a:gdLst>
                <a:gd name="T0" fmla="*/ 117 w 86"/>
                <a:gd name="T1" fmla="*/ 17 h 59"/>
                <a:gd name="T2" fmla="*/ 52 w 86"/>
                <a:gd name="T3" fmla="*/ 223 h 59"/>
                <a:gd name="T4" fmla="*/ 351 w 86"/>
                <a:gd name="T5" fmla="*/ 469 h 59"/>
                <a:gd name="T6" fmla="*/ 577 w 86"/>
                <a:gd name="T7" fmla="*/ 424 h 59"/>
                <a:gd name="T8" fmla="*/ 117 w 86"/>
                <a:gd name="T9" fmla="*/ 1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59">
                  <a:moveTo>
                    <a:pt x="16" y="2"/>
                  </a:moveTo>
                  <a:cubicBezTo>
                    <a:pt x="2" y="4"/>
                    <a:pt x="0" y="14"/>
                    <a:pt x="7" y="25"/>
                  </a:cubicBezTo>
                  <a:cubicBezTo>
                    <a:pt x="13" y="36"/>
                    <a:pt x="31" y="47"/>
                    <a:pt x="48" y="53"/>
                  </a:cubicBezTo>
                  <a:cubicBezTo>
                    <a:pt x="67" y="59"/>
                    <a:pt x="75" y="55"/>
                    <a:pt x="79" y="48"/>
                  </a:cubicBezTo>
                  <a:cubicBezTo>
                    <a:pt x="86" y="33"/>
                    <a:pt x="42" y="0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90" name="Freeform 552">
              <a:extLst>
                <a:ext uri="{FF2B5EF4-FFF2-40B4-BE49-F238E27FC236}">
                  <a16:creationId xmlns:a16="http://schemas.microsoft.com/office/drawing/2014/main" id="{177CE200-B3AE-4610-9060-F95C5B1B8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326"/>
              <a:ext cx="128" cy="112"/>
            </a:xfrm>
            <a:custGeom>
              <a:avLst/>
              <a:gdLst>
                <a:gd name="T0" fmla="*/ 0 w 66"/>
                <a:gd name="T1" fmla="*/ 8 h 54"/>
                <a:gd name="T2" fmla="*/ 417 w 66"/>
                <a:gd name="T3" fmla="*/ 400 h 54"/>
                <a:gd name="T4" fmla="*/ 312 w 66"/>
                <a:gd name="T5" fmla="*/ 473 h 54"/>
                <a:gd name="T6" fmla="*/ 429 w 66"/>
                <a:gd name="T7" fmla="*/ 400 h 54"/>
                <a:gd name="T8" fmla="*/ 0 w 66"/>
                <a:gd name="T9" fmla="*/ 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4">
                  <a:moveTo>
                    <a:pt x="0" y="1"/>
                  </a:moveTo>
                  <a:cubicBezTo>
                    <a:pt x="25" y="2"/>
                    <a:pt x="63" y="32"/>
                    <a:pt x="57" y="45"/>
                  </a:cubicBezTo>
                  <a:cubicBezTo>
                    <a:pt x="55" y="49"/>
                    <a:pt x="50" y="53"/>
                    <a:pt x="43" y="53"/>
                  </a:cubicBezTo>
                  <a:cubicBezTo>
                    <a:pt x="52" y="54"/>
                    <a:pt x="57" y="50"/>
                    <a:pt x="59" y="45"/>
                  </a:cubicBezTo>
                  <a:cubicBezTo>
                    <a:pt x="66" y="31"/>
                    <a:pt x="25" y="0"/>
                    <a:pt x="0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91" name="Freeform 553">
              <a:extLst>
                <a:ext uri="{FF2B5EF4-FFF2-40B4-BE49-F238E27FC236}">
                  <a16:creationId xmlns:a16="http://schemas.microsoft.com/office/drawing/2014/main" id="{74619EE7-7704-4E76-9666-47474A6E1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330"/>
              <a:ext cx="85" cy="97"/>
            </a:xfrm>
            <a:custGeom>
              <a:avLst/>
              <a:gdLst>
                <a:gd name="T0" fmla="*/ 317 w 44"/>
                <a:gd name="T1" fmla="*/ 413 h 47"/>
                <a:gd name="T2" fmla="*/ 56 w 44"/>
                <a:gd name="T3" fmla="*/ 175 h 47"/>
                <a:gd name="T4" fmla="*/ 71 w 44"/>
                <a:gd name="T5" fmla="*/ 0 h 47"/>
                <a:gd name="T6" fmla="*/ 37 w 44"/>
                <a:gd name="T7" fmla="*/ 184 h 47"/>
                <a:gd name="T8" fmla="*/ 317 w 44"/>
                <a:gd name="T9" fmla="*/ 413 h 47"/>
                <a:gd name="T10" fmla="*/ 317 w 44"/>
                <a:gd name="T11" fmla="*/ 41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7">
                  <a:moveTo>
                    <a:pt x="44" y="47"/>
                  </a:moveTo>
                  <a:cubicBezTo>
                    <a:pt x="28" y="42"/>
                    <a:pt x="14" y="31"/>
                    <a:pt x="8" y="20"/>
                  </a:cubicBezTo>
                  <a:cubicBezTo>
                    <a:pt x="3" y="12"/>
                    <a:pt x="3" y="4"/>
                    <a:pt x="10" y="0"/>
                  </a:cubicBezTo>
                  <a:cubicBezTo>
                    <a:pt x="1" y="3"/>
                    <a:pt x="0" y="12"/>
                    <a:pt x="5" y="21"/>
                  </a:cubicBezTo>
                  <a:cubicBezTo>
                    <a:pt x="12" y="32"/>
                    <a:pt x="28" y="42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92" name="Freeform 554">
              <a:extLst>
                <a:ext uri="{FF2B5EF4-FFF2-40B4-BE49-F238E27FC236}">
                  <a16:creationId xmlns:a16="http://schemas.microsoft.com/office/drawing/2014/main" id="{178F3460-A13B-422B-9F6C-D714C1232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345"/>
              <a:ext cx="108" cy="76"/>
            </a:xfrm>
            <a:custGeom>
              <a:avLst/>
              <a:gdLst>
                <a:gd name="T0" fmla="*/ 357 w 56"/>
                <a:gd name="T1" fmla="*/ 253 h 37"/>
                <a:gd name="T2" fmla="*/ 93 w 56"/>
                <a:gd name="T3" fmla="*/ 156 h 37"/>
                <a:gd name="T4" fmla="*/ 93 w 56"/>
                <a:gd name="T5" fmla="*/ 0 h 37"/>
                <a:gd name="T6" fmla="*/ 357 w 56"/>
                <a:gd name="T7" fmla="*/ 25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7">
                  <a:moveTo>
                    <a:pt x="50" y="29"/>
                  </a:moveTo>
                  <a:cubicBezTo>
                    <a:pt x="44" y="37"/>
                    <a:pt x="23" y="27"/>
                    <a:pt x="13" y="18"/>
                  </a:cubicBezTo>
                  <a:cubicBezTo>
                    <a:pt x="3" y="9"/>
                    <a:pt x="0" y="0"/>
                    <a:pt x="13" y="0"/>
                  </a:cubicBezTo>
                  <a:cubicBezTo>
                    <a:pt x="27" y="2"/>
                    <a:pt x="56" y="21"/>
                    <a:pt x="50" y="2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93" name="Freeform 555">
              <a:extLst>
                <a:ext uri="{FF2B5EF4-FFF2-40B4-BE49-F238E27FC236}">
                  <a16:creationId xmlns:a16="http://schemas.microsoft.com/office/drawing/2014/main" id="{F5E634C2-1015-4665-91EA-8DE8FE3EB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347"/>
              <a:ext cx="93" cy="74"/>
            </a:xfrm>
            <a:custGeom>
              <a:avLst/>
              <a:gdLst>
                <a:gd name="T0" fmla="*/ 93 w 48"/>
                <a:gd name="T1" fmla="*/ 132 h 36"/>
                <a:gd name="T2" fmla="*/ 37 w 48"/>
                <a:gd name="T3" fmla="*/ 0 h 36"/>
                <a:gd name="T4" fmla="*/ 79 w 48"/>
                <a:gd name="T5" fmla="*/ 148 h 36"/>
                <a:gd name="T6" fmla="*/ 349 w 48"/>
                <a:gd name="T7" fmla="*/ 245 h 36"/>
                <a:gd name="T8" fmla="*/ 349 w 48"/>
                <a:gd name="T9" fmla="*/ 245 h 36"/>
                <a:gd name="T10" fmla="*/ 93 w 48"/>
                <a:gd name="T11" fmla="*/ 13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6">
                  <a:moveTo>
                    <a:pt x="13" y="15"/>
                  </a:moveTo>
                  <a:cubicBezTo>
                    <a:pt x="6" y="9"/>
                    <a:pt x="3" y="3"/>
                    <a:pt x="5" y="0"/>
                  </a:cubicBezTo>
                  <a:cubicBezTo>
                    <a:pt x="0" y="2"/>
                    <a:pt x="3" y="10"/>
                    <a:pt x="11" y="17"/>
                  </a:cubicBezTo>
                  <a:cubicBezTo>
                    <a:pt x="21" y="26"/>
                    <a:pt x="42" y="36"/>
                    <a:pt x="48" y="28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0" y="32"/>
                    <a:pt x="22" y="23"/>
                    <a:pt x="13" y="1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94" name="Freeform 556">
              <a:extLst>
                <a:ext uri="{FF2B5EF4-FFF2-40B4-BE49-F238E27FC236}">
                  <a16:creationId xmlns:a16="http://schemas.microsoft.com/office/drawing/2014/main" id="{8D3D7AE5-34C9-46FC-ABD7-CB0EA712A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51"/>
              <a:ext cx="52" cy="48"/>
            </a:xfrm>
            <a:custGeom>
              <a:avLst/>
              <a:gdLst>
                <a:gd name="T0" fmla="*/ 0 w 27"/>
                <a:gd name="T1" fmla="*/ 0 h 23"/>
                <a:gd name="T2" fmla="*/ 193 w 27"/>
                <a:gd name="T3" fmla="*/ 209 h 23"/>
                <a:gd name="T4" fmla="*/ 0 w 2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3">
                  <a:moveTo>
                    <a:pt x="0" y="0"/>
                  </a:moveTo>
                  <a:cubicBezTo>
                    <a:pt x="9" y="4"/>
                    <a:pt x="26" y="14"/>
                    <a:pt x="27" y="23"/>
                  </a:cubicBezTo>
                  <a:cubicBezTo>
                    <a:pt x="26" y="20"/>
                    <a:pt x="13" y="7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95" name="Freeform 557">
              <a:extLst>
                <a:ext uri="{FF2B5EF4-FFF2-40B4-BE49-F238E27FC236}">
                  <a16:creationId xmlns:a16="http://schemas.microsoft.com/office/drawing/2014/main" id="{47A5DC8B-258B-4D40-86E4-4C056EA96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355"/>
              <a:ext cx="44" cy="44"/>
            </a:xfrm>
            <a:custGeom>
              <a:avLst/>
              <a:gdLst>
                <a:gd name="T0" fmla="*/ 0 w 23"/>
                <a:gd name="T1" fmla="*/ 0 h 21"/>
                <a:gd name="T2" fmla="*/ 161 w 23"/>
                <a:gd name="T3" fmla="*/ 193 h 21"/>
                <a:gd name="T4" fmla="*/ 0 w 2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7" y="3"/>
                    <a:pt x="23" y="14"/>
                    <a:pt x="23" y="21"/>
                  </a:cubicBezTo>
                  <a:cubicBezTo>
                    <a:pt x="22" y="17"/>
                    <a:pt x="20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96" name="Freeform 558">
              <a:extLst>
                <a:ext uri="{FF2B5EF4-FFF2-40B4-BE49-F238E27FC236}">
                  <a16:creationId xmlns:a16="http://schemas.microsoft.com/office/drawing/2014/main" id="{0E07CFBD-B73E-4F0D-B8C1-E4800948B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374"/>
              <a:ext cx="62" cy="39"/>
            </a:xfrm>
            <a:custGeom>
              <a:avLst/>
              <a:gdLst>
                <a:gd name="T0" fmla="*/ 0 w 32"/>
                <a:gd name="T1" fmla="*/ 0 h 19"/>
                <a:gd name="T2" fmla="*/ 233 w 32"/>
                <a:gd name="T3" fmla="*/ 164 h 19"/>
                <a:gd name="T4" fmla="*/ 0 w 3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9">
                  <a:moveTo>
                    <a:pt x="0" y="0"/>
                  </a:moveTo>
                  <a:cubicBezTo>
                    <a:pt x="1" y="4"/>
                    <a:pt x="16" y="17"/>
                    <a:pt x="32" y="19"/>
                  </a:cubicBezTo>
                  <a:cubicBezTo>
                    <a:pt x="26" y="17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97" name="Freeform 559">
              <a:extLst>
                <a:ext uri="{FF2B5EF4-FFF2-40B4-BE49-F238E27FC236}">
                  <a16:creationId xmlns:a16="http://schemas.microsoft.com/office/drawing/2014/main" id="{F7DCA662-7344-44E9-BE68-4A20E177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322"/>
              <a:ext cx="167" cy="122"/>
            </a:xfrm>
            <a:custGeom>
              <a:avLst/>
              <a:gdLst>
                <a:gd name="T0" fmla="*/ 117 w 86"/>
                <a:gd name="T1" fmla="*/ 17 h 59"/>
                <a:gd name="T2" fmla="*/ 52 w 86"/>
                <a:gd name="T3" fmla="*/ 223 h 59"/>
                <a:gd name="T4" fmla="*/ 351 w 86"/>
                <a:gd name="T5" fmla="*/ 469 h 59"/>
                <a:gd name="T6" fmla="*/ 577 w 86"/>
                <a:gd name="T7" fmla="*/ 424 h 59"/>
                <a:gd name="T8" fmla="*/ 117 w 86"/>
                <a:gd name="T9" fmla="*/ 1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59">
                  <a:moveTo>
                    <a:pt x="16" y="2"/>
                  </a:moveTo>
                  <a:cubicBezTo>
                    <a:pt x="2" y="4"/>
                    <a:pt x="0" y="14"/>
                    <a:pt x="7" y="25"/>
                  </a:cubicBezTo>
                  <a:cubicBezTo>
                    <a:pt x="13" y="36"/>
                    <a:pt x="31" y="47"/>
                    <a:pt x="48" y="53"/>
                  </a:cubicBezTo>
                  <a:cubicBezTo>
                    <a:pt x="67" y="59"/>
                    <a:pt x="75" y="55"/>
                    <a:pt x="79" y="48"/>
                  </a:cubicBezTo>
                  <a:cubicBezTo>
                    <a:pt x="86" y="33"/>
                    <a:pt x="42" y="0"/>
                    <a:pt x="16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98" name="Freeform 560">
              <a:extLst>
                <a:ext uri="{FF2B5EF4-FFF2-40B4-BE49-F238E27FC236}">
                  <a16:creationId xmlns:a16="http://schemas.microsoft.com/office/drawing/2014/main" id="{F5B181D8-FB24-41A8-8CEF-0A4F35B20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345"/>
              <a:ext cx="91" cy="66"/>
            </a:xfrm>
            <a:custGeom>
              <a:avLst/>
              <a:gdLst>
                <a:gd name="T0" fmla="*/ 15 w 47"/>
                <a:gd name="T1" fmla="*/ 25 h 32"/>
                <a:gd name="T2" fmla="*/ 64 w 47"/>
                <a:gd name="T3" fmla="*/ 157 h 32"/>
                <a:gd name="T4" fmla="*/ 277 w 47"/>
                <a:gd name="T5" fmla="*/ 281 h 32"/>
                <a:gd name="T6" fmla="*/ 341 w 47"/>
                <a:gd name="T7" fmla="*/ 256 h 32"/>
                <a:gd name="T8" fmla="*/ 341 w 47"/>
                <a:gd name="T9" fmla="*/ 256 h 32"/>
                <a:gd name="T10" fmla="*/ 277 w 47"/>
                <a:gd name="T11" fmla="*/ 281 h 32"/>
                <a:gd name="T12" fmla="*/ 72 w 47"/>
                <a:gd name="T13" fmla="*/ 157 h 32"/>
                <a:gd name="T14" fmla="*/ 15 w 47"/>
                <a:gd name="T15" fmla="*/ 25 h 32"/>
                <a:gd name="T16" fmla="*/ 72 w 47"/>
                <a:gd name="T17" fmla="*/ 0 h 32"/>
                <a:gd name="T18" fmla="*/ 72 w 47"/>
                <a:gd name="T19" fmla="*/ 0 h 32"/>
                <a:gd name="T20" fmla="*/ 15 w 47"/>
                <a:gd name="T21" fmla="*/ 25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32">
                  <a:moveTo>
                    <a:pt x="2" y="3"/>
                  </a:moveTo>
                  <a:cubicBezTo>
                    <a:pt x="0" y="6"/>
                    <a:pt x="3" y="12"/>
                    <a:pt x="9" y="18"/>
                  </a:cubicBezTo>
                  <a:cubicBezTo>
                    <a:pt x="16" y="24"/>
                    <a:pt x="29" y="31"/>
                    <a:pt x="38" y="32"/>
                  </a:cubicBezTo>
                  <a:cubicBezTo>
                    <a:pt x="42" y="32"/>
                    <a:pt x="45" y="31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5" y="31"/>
                    <a:pt x="42" y="32"/>
                    <a:pt x="38" y="32"/>
                  </a:cubicBezTo>
                  <a:cubicBezTo>
                    <a:pt x="29" y="31"/>
                    <a:pt x="17" y="24"/>
                    <a:pt x="10" y="18"/>
                  </a:cubicBezTo>
                  <a:cubicBezTo>
                    <a:pt x="4" y="12"/>
                    <a:pt x="1" y="6"/>
                    <a:pt x="2" y="3"/>
                  </a:cubicBezTo>
                  <a:cubicBezTo>
                    <a:pt x="3" y="1"/>
                    <a:pt x="6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3" y="1"/>
                    <a:pt x="2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79" name="artery-atherothrombosis-cross-section">
            <a:extLst>
              <a:ext uri="{FF2B5EF4-FFF2-40B4-BE49-F238E27FC236}">
                <a16:creationId xmlns:a16="http://schemas.microsoft.com/office/drawing/2014/main" id="{67E5B998-F086-4BF9-AA35-9FC8D2F5C8FD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749425"/>
            <a:ext cx="4222750" cy="2190750"/>
            <a:chOff x="2880" y="722"/>
            <a:chExt cx="2660" cy="1380"/>
          </a:xfrm>
        </p:grpSpPr>
        <p:sp>
          <p:nvSpPr>
            <p:cNvPr id="51108" name="Freeform 562">
              <a:extLst>
                <a:ext uri="{FF2B5EF4-FFF2-40B4-BE49-F238E27FC236}">
                  <a16:creationId xmlns:a16="http://schemas.microsoft.com/office/drawing/2014/main" id="{FF363E23-85B2-425E-B450-48F08A9E75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0" y="722"/>
              <a:ext cx="2460" cy="1266"/>
            </a:xfrm>
            <a:custGeom>
              <a:avLst/>
              <a:gdLst>
                <a:gd name="T0" fmla="*/ 9026 w 1273"/>
                <a:gd name="T1" fmla="*/ 1454 h 614"/>
                <a:gd name="T2" fmla="*/ 9187 w 1273"/>
                <a:gd name="T3" fmla="*/ 1165 h 614"/>
                <a:gd name="T4" fmla="*/ 4112 w 1273"/>
                <a:gd name="T5" fmla="*/ 544 h 614"/>
                <a:gd name="T6" fmla="*/ 1270 w 1273"/>
                <a:gd name="T7" fmla="*/ 0 h 614"/>
                <a:gd name="T8" fmla="*/ 1169 w 1273"/>
                <a:gd name="T9" fmla="*/ 115 h 614"/>
                <a:gd name="T10" fmla="*/ 3917 w 1273"/>
                <a:gd name="T11" fmla="*/ 736 h 614"/>
                <a:gd name="T12" fmla="*/ 9026 w 1273"/>
                <a:gd name="T13" fmla="*/ 1454 h 614"/>
                <a:gd name="T14" fmla="*/ 0 w 1273"/>
                <a:gd name="T15" fmla="*/ 1561 h 614"/>
                <a:gd name="T16" fmla="*/ 4445 w 1273"/>
                <a:gd name="T17" fmla="*/ 3532 h 614"/>
                <a:gd name="T18" fmla="*/ 6885 w 1273"/>
                <a:gd name="T19" fmla="*/ 5382 h 614"/>
                <a:gd name="T20" fmla="*/ 6885 w 1273"/>
                <a:gd name="T21" fmla="*/ 5382 h 614"/>
                <a:gd name="T22" fmla="*/ 7036 w 1273"/>
                <a:gd name="T23" fmla="*/ 5109 h 614"/>
                <a:gd name="T24" fmla="*/ 4634 w 1273"/>
                <a:gd name="T25" fmla="*/ 3303 h 614"/>
                <a:gd name="T26" fmla="*/ 72 w 1273"/>
                <a:gd name="T27" fmla="*/ 1462 h 614"/>
                <a:gd name="T28" fmla="*/ 72 w 1273"/>
                <a:gd name="T29" fmla="*/ 1462 h 614"/>
                <a:gd name="T30" fmla="*/ 0 w 1273"/>
                <a:gd name="T31" fmla="*/ 1561 h 6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3" h="614">
                  <a:moveTo>
                    <a:pt x="1251" y="166"/>
                  </a:moveTo>
                  <a:cubicBezTo>
                    <a:pt x="1273" y="133"/>
                    <a:pt x="1273" y="133"/>
                    <a:pt x="1273" y="133"/>
                  </a:cubicBezTo>
                  <a:cubicBezTo>
                    <a:pt x="1137" y="65"/>
                    <a:pt x="789" y="72"/>
                    <a:pt x="570" y="62"/>
                  </a:cubicBezTo>
                  <a:cubicBezTo>
                    <a:pt x="407" y="55"/>
                    <a:pt x="260" y="30"/>
                    <a:pt x="176" y="0"/>
                  </a:cubicBezTo>
                  <a:cubicBezTo>
                    <a:pt x="162" y="13"/>
                    <a:pt x="162" y="13"/>
                    <a:pt x="162" y="13"/>
                  </a:cubicBezTo>
                  <a:cubicBezTo>
                    <a:pt x="246" y="43"/>
                    <a:pt x="380" y="77"/>
                    <a:pt x="543" y="84"/>
                  </a:cubicBezTo>
                  <a:cubicBezTo>
                    <a:pt x="762" y="94"/>
                    <a:pt x="1115" y="98"/>
                    <a:pt x="1251" y="166"/>
                  </a:cubicBezTo>
                  <a:close/>
                  <a:moveTo>
                    <a:pt x="0" y="178"/>
                  </a:moveTo>
                  <a:cubicBezTo>
                    <a:pt x="124" y="265"/>
                    <a:pt x="435" y="328"/>
                    <a:pt x="616" y="403"/>
                  </a:cubicBezTo>
                  <a:cubicBezTo>
                    <a:pt x="817" y="486"/>
                    <a:pt x="914" y="580"/>
                    <a:pt x="954" y="614"/>
                  </a:cubicBezTo>
                  <a:cubicBezTo>
                    <a:pt x="954" y="614"/>
                    <a:pt x="954" y="614"/>
                    <a:pt x="954" y="614"/>
                  </a:cubicBezTo>
                  <a:cubicBezTo>
                    <a:pt x="975" y="583"/>
                    <a:pt x="975" y="583"/>
                    <a:pt x="975" y="583"/>
                  </a:cubicBezTo>
                  <a:cubicBezTo>
                    <a:pt x="933" y="547"/>
                    <a:pt x="837" y="458"/>
                    <a:pt x="642" y="377"/>
                  </a:cubicBezTo>
                  <a:cubicBezTo>
                    <a:pt x="461" y="302"/>
                    <a:pt x="134" y="254"/>
                    <a:pt x="10" y="167"/>
                  </a:cubicBezTo>
                  <a:cubicBezTo>
                    <a:pt x="10" y="167"/>
                    <a:pt x="10" y="167"/>
                    <a:pt x="10" y="167"/>
                  </a:cubicBezTo>
                  <a:lnTo>
                    <a:pt x="0" y="178"/>
                  </a:lnTo>
                  <a:close/>
                </a:path>
              </a:pathLst>
            </a:custGeom>
            <a:solidFill>
              <a:srgbClr val="FAD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09" name="Freeform 563">
              <a:extLst>
                <a:ext uri="{FF2B5EF4-FFF2-40B4-BE49-F238E27FC236}">
                  <a16:creationId xmlns:a16="http://schemas.microsoft.com/office/drawing/2014/main" id="{26CEB8D3-7FD1-4392-A9D4-61FE903B68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1" y="885"/>
              <a:ext cx="1392" cy="1072"/>
            </a:xfrm>
            <a:custGeom>
              <a:avLst/>
              <a:gdLst>
                <a:gd name="T0" fmla="*/ 5203 w 720"/>
                <a:gd name="T1" fmla="*/ 501 h 520"/>
                <a:gd name="T2" fmla="*/ 4870 w 720"/>
                <a:gd name="T3" fmla="*/ 464 h 520"/>
                <a:gd name="T4" fmla="*/ 4056 w 720"/>
                <a:gd name="T5" fmla="*/ 237 h 520"/>
                <a:gd name="T6" fmla="*/ 0 w 720"/>
                <a:gd name="T7" fmla="*/ 0 h 520"/>
                <a:gd name="T8" fmla="*/ 5094 w 720"/>
                <a:gd name="T9" fmla="*/ 676 h 520"/>
                <a:gd name="T10" fmla="*/ 5195 w 720"/>
                <a:gd name="T11" fmla="*/ 501 h 520"/>
                <a:gd name="T12" fmla="*/ 2927 w 720"/>
                <a:gd name="T13" fmla="*/ 4432 h 520"/>
                <a:gd name="T14" fmla="*/ 2964 w 720"/>
                <a:gd name="T15" fmla="*/ 4556 h 520"/>
                <a:gd name="T16" fmla="*/ 3043 w 720"/>
                <a:gd name="T17" fmla="*/ 4424 h 520"/>
                <a:gd name="T18" fmla="*/ 636 w 720"/>
                <a:gd name="T19" fmla="*/ 2618 h 520"/>
                <a:gd name="T20" fmla="*/ 172 w 720"/>
                <a:gd name="T21" fmla="*/ 2418 h 520"/>
                <a:gd name="T22" fmla="*/ 2927 w 720"/>
                <a:gd name="T23" fmla="*/ 4432 h 5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20" h="520">
                  <a:moveTo>
                    <a:pt x="720" y="57"/>
                  </a:moveTo>
                  <a:cubicBezTo>
                    <a:pt x="720" y="57"/>
                    <a:pt x="709" y="65"/>
                    <a:pt x="674" y="53"/>
                  </a:cubicBezTo>
                  <a:cubicBezTo>
                    <a:pt x="646" y="45"/>
                    <a:pt x="605" y="35"/>
                    <a:pt x="561" y="27"/>
                  </a:cubicBezTo>
                  <a:cubicBezTo>
                    <a:pt x="447" y="8"/>
                    <a:pt x="102" y="0"/>
                    <a:pt x="0" y="0"/>
                  </a:cubicBezTo>
                  <a:cubicBezTo>
                    <a:pt x="219" y="10"/>
                    <a:pt x="569" y="9"/>
                    <a:pt x="705" y="77"/>
                  </a:cubicBezTo>
                  <a:cubicBezTo>
                    <a:pt x="719" y="57"/>
                    <a:pt x="719" y="57"/>
                    <a:pt x="719" y="57"/>
                  </a:cubicBezTo>
                  <a:moveTo>
                    <a:pt x="405" y="506"/>
                  </a:moveTo>
                  <a:cubicBezTo>
                    <a:pt x="413" y="514"/>
                    <a:pt x="410" y="520"/>
                    <a:pt x="410" y="520"/>
                  </a:cubicBezTo>
                  <a:cubicBezTo>
                    <a:pt x="421" y="505"/>
                    <a:pt x="421" y="505"/>
                    <a:pt x="421" y="505"/>
                  </a:cubicBezTo>
                  <a:cubicBezTo>
                    <a:pt x="379" y="469"/>
                    <a:pt x="283" y="380"/>
                    <a:pt x="88" y="299"/>
                  </a:cubicBezTo>
                  <a:cubicBezTo>
                    <a:pt x="68" y="291"/>
                    <a:pt x="47" y="283"/>
                    <a:pt x="24" y="276"/>
                  </a:cubicBezTo>
                  <a:cubicBezTo>
                    <a:pt x="54" y="291"/>
                    <a:pt x="233" y="347"/>
                    <a:pt x="405" y="5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10" name="Freeform 564">
              <a:extLst>
                <a:ext uri="{FF2B5EF4-FFF2-40B4-BE49-F238E27FC236}">
                  <a16:creationId xmlns:a16="http://schemas.microsoft.com/office/drawing/2014/main" id="{EBF5B31A-7833-46FD-961A-ED121C2C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996"/>
              <a:ext cx="816" cy="1106"/>
            </a:xfrm>
            <a:custGeom>
              <a:avLst/>
              <a:gdLst>
                <a:gd name="T0" fmla="*/ 2307 w 422"/>
                <a:gd name="T1" fmla="*/ 0 h 536"/>
                <a:gd name="T2" fmla="*/ 2299 w 422"/>
                <a:gd name="T3" fmla="*/ 8 h 536"/>
                <a:gd name="T4" fmla="*/ 2146 w 422"/>
                <a:gd name="T5" fmla="*/ 289 h 536"/>
                <a:gd name="T6" fmla="*/ 2003 w 422"/>
                <a:gd name="T7" fmla="*/ 3543 h 536"/>
                <a:gd name="T8" fmla="*/ 153 w 422"/>
                <a:gd name="T9" fmla="*/ 3956 h 536"/>
                <a:gd name="T10" fmla="*/ 0 w 422"/>
                <a:gd name="T11" fmla="*/ 4228 h 536"/>
                <a:gd name="T12" fmla="*/ 2214 w 422"/>
                <a:gd name="T13" fmla="*/ 3751 h 536"/>
                <a:gd name="T14" fmla="*/ 2307 w 422"/>
                <a:gd name="T15" fmla="*/ 0 h 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2" h="536">
                  <a:moveTo>
                    <a:pt x="319" y="0"/>
                  </a:moveTo>
                  <a:cubicBezTo>
                    <a:pt x="318" y="1"/>
                    <a:pt x="318" y="1"/>
                    <a:pt x="318" y="1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357" y="104"/>
                    <a:pt x="379" y="280"/>
                    <a:pt x="277" y="403"/>
                  </a:cubicBezTo>
                  <a:cubicBezTo>
                    <a:pt x="202" y="494"/>
                    <a:pt x="61" y="480"/>
                    <a:pt x="21" y="450"/>
                  </a:cubicBezTo>
                  <a:cubicBezTo>
                    <a:pt x="0" y="481"/>
                    <a:pt x="0" y="481"/>
                    <a:pt x="0" y="481"/>
                  </a:cubicBezTo>
                  <a:cubicBezTo>
                    <a:pt x="53" y="522"/>
                    <a:pt x="216" y="536"/>
                    <a:pt x="306" y="427"/>
                  </a:cubicBezTo>
                  <a:cubicBezTo>
                    <a:pt x="422" y="288"/>
                    <a:pt x="398" y="83"/>
                    <a:pt x="319" y="0"/>
                  </a:cubicBezTo>
                  <a:close/>
                </a:path>
              </a:pathLst>
            </a:custGeom>
            <a:solidFill>
              <a:srgbClr val="F6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11" name="Freeform 565">
              <a:extLst>
                <a:ext uri="{FF2B5EF4-FFF2-40B4-BE49-F238E27FC236}">
                  <a16:creationId xmlns:a16="http://schemas.microsoft.com/office/drawing/2014/main" id="{C779C8CF-257A-4825-8E79-43995968C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749"/>
              <a:ext cx="2557" cy="1266"/>
            </a:xfrm>
            <a:custGeom>
              <a:avLst/>
              <a:gdLst>
                <a:gd name="T0" fmla="*/ 4561 w 1323"/>
                <a:gd name="T1" fmla="*/ 3192 h 614"/>
                <a:gd name="T2" fmla="*/ 6967 w 1323"/>
                <a:gd name="T3" fmla="*/ 4996 h 614"/>
                <a:gd name="T4" fmla="*/ 6967 w 1323"/>
                <a:gd name="T5" fmla="*/ 4996 h 614"/>
                <a:gd name="T6" fmla="*/ 8815 w 1323"/>
                <a:gd name="T7" fmla="*/ 4584 h 614"/>
                <a:gd name="T8" fmla="*/ 8962 w 1323"/>
                <a:gd name="T9" fmla="*/ 1338 h 614"/>
                <a:gd name="T10" fmla="*/ 9024 w 1323"/>
                <a:gd name="T11" fmla="*/ 1221 h 614"/>
                <a:gd name="T12" fmla="*/ 9024 w 1323"/>
                <a:gd name="T13" fmla="*/ 1221 h 614"/>
                <a:gd name="T14" fmla="*/ 8962 w 1323"/>
                <a:gd name="T15" fmla="*/ 1338 h 614"/>
                <a:gd name="T16" fmla="*/ 3848 w 1323"/>
                <a:gd name="T17" fmla="*/ 621 h 614"/>
                <a:gd name="T18" fmla="*/ 1098 w 1323"/>
                <a:gd name="T19" fmla="*/ 0 h 614"/>
                <a:gd name="T20" fmla="*/ 0 w 1323"/>
                <a:gd name="T21" fmla="*/ 1353 h 614"/>
                <a:gd name="T22" fmla="*/ 0 w 1323"/>
                <a:gd name="T23" fmla="*/ 1353 h 614"/>
                <a:gd name="T24" fmla="*/ 4561 w 1323"/>
                <a:gd name="T25" fmla="*/ 3192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3" h="614">
                  <a:moveTo>
                    <a:pt x="632" y="364"/>
                  </a:moveTo>
                  <a:cubicBezTo>
                    <a:pt x="827" y="445"/>
                    <a:pt x="923" y="534"/>
                    <a:pt x="965" y="570"/>
                  </a:cubicBezTo>
                  <a:cubicBezTo>
                    <a:pt x="965" y="570"/>
                    <a:pt x="965" y="570"/>
                    <a:pt x="965" y="570"/>
                  </a:cubicBezTo>
                  <a:cubicBezTo>
                    <a:pt x="1005" y="600"/>
                    <a:pt x="1146" y="614"/>
                    <a:pt x="1221" y="523"/>
                  </a:cubicBezTo>
                  <a:cubicBezTo>
                    <a:pt x="1323" y="400"/>
                    <a:pt x="1301" y="224"/>
                    <a:pt x="1241" y="153"/>
                  </a:cubicBezTo>
                  <a:cubicBezTo>
                    <a:pt x="1250" y="139"/>
                    <a:pt x="1250" y="139"/>
                    <a:pt x="1250" y="139"/>
                  </a:cubicBezTo>
                  <a:cubicBezTo>
                    <a:pt x="1250" y="139"/>
                    <a:pt x="1250" y="139"/>
                    <a:pt x="1250" y="139"/>
                  </a:cubicBezTo>
                  <a:cubicBezTo>
                    <a:pt x="1241" y="153"/>
                    <a:pt x="1241" y="153"/>
                    <a:pt x="1241" y="153"/>
                  </a:cubicBezTo>
                  <a:cubicBezTo>
                    <a:pt x="1105" y="85"/>
                    <a:pt x="752" y="81"/>
                    <a:pt x="533" y="71"/>
                  </a:cubicBezTo>
                  <a:cubicBezTo>
                    <a:pt x="370" y="64"/>
                    <a:pt x="236" y="30"/>
                    <a:pt x="152" y="0"/>
                  </a:cubicBezTo>
                  <a:cubicBezTo>
                    <a:pt x="194" y="80"/>
                    <a:pt x="123" y="200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124" y="241"/>
                    <a:pt x="451" y="289"/>
                    <a:pt x="632" y="364"/>
                  </a:cubicBezTo>
                  <a:close/>
                </a:path>
              </a:pathLst>
            </a:custGeom>
            <a:solidFill>
              <a:srgbClr val="E97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12" name="Freeform 566">
              <a:extLst>
                <a:ext uri="{FF2B5EF4-FFF2-40B4-BE49-F238E27FC236}">
                  <a16:creationId xmlns:a16="http://schemas.microsoft.com/office/drawing/2014/main" id="{99C01290-AE0A-4295-8D1B-A2C8E9329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213"/>
              <a:ext cx="382" cy="117"/>
            </a:xfrm>
            <a:custGeom>
              <a:avLst/>
              <a:gdLst>
                <a:gd name="T0" fmla="*/ 1393 w 198"/>
                <a:gd name="T1" fmla="*/ 493 h 57"/>
                <a:gd name="T2" fmla="*/ 1422 w 198"/>
                <a:gd name="T3" fmla="*/ 320 h 57"/>
                <a:gd name="T4" fmla="*/ 1150 w 198"/>
                <a:gd name="T5" fmla="*/ 51 h 57"/>
                <a:gd name="T6" fmla="*/ 864 w 198"/>
                <a:gd name="T7" fmla="*/ 51 h 57"/>
                <a:gd name="T8" fmla="*/ 774 w 198"/>
                <a:gd name="T9" fmla="*/ 172 h 57"/>
                <a:gd name="T10" fmla="*/ 417 w 198"/>
                <a:gd name="T11" fmla="*/ 224 h 57"/>
                <a:gd name="T12" fmla="*/ 0 w 198"/>
                <a:gd name="T13" fmla="*/ 224 h 57"/>
                <a:gd name="T14" fmla="*/ 15 w 198"/>
                <a:gd name="T15" fmla="*/ 277 h 57"/>
                <a:gd name="T16" fmla="*/ 208 w 198"/>
                <a:gd name="T17" fmla="*/ 345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57">
                  <a:moveTo>
                    <a:pt x="194" y="57"/>
                  </a:moveTo>
                  <a:cubicBezTo>
                    <a:pt x="198" y="37"/>
                    <a:pt x="198" y="37"/>
                    <a:pt x="198" y="37"/>
                  </a:cubicBezTo>
                  <a:cubicBezTo>
                    <a:pt x="198" y="37"/>
                    <a:pt x="194" y="11"/>
                    <a:pt x="160" y="6"/>
                  </a:cubicBezTo>
                  <a:cubicBezTo>
                    <a:pt x="136" y="2"/>
                    <a:pt x="128" y="0"/>
                    <a:pt x="120" y="6"/>
                  </a:cubicBezTo>
                  <a:cubicBezTo>
                    <a:pt x="116" y="9"/>
                    <a:pt x="111" y="17"/>
                    <a:pt x="108" y="20"/>
                  </a:cubicBezTo>
                  <a:cubicBezTo>
                    <a:pt x="99" y="29"/>
                    <a:pt x="78" y="24"/>
                    <a:pt x="58" y="26"/>
                  </a:cubicBezTo>
                  <a:cubicBezTo>
                    <a:pt x="38" y="28"/>
                    <a:pt x="27" y="32"/>
                    <a:pt x="0" y="26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9" y="40"/>
                    <a:pt x="29" y="40"/>
                    <a:pt x="29" y="4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13" name="Freeform 567">
              <a:extLst>
                <a:ext uri="{FF2B5EF4-FFF2-40B4-BE49-F238E27FC236}">
                  <a16:creationId xmlns:a16="http://schemas.microsoft.com/office/drawing/2014/main" id="{19C6E8B8-3C27-4E23-8062-900CF55DC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167"/>
              <a:ext cx="1117" cy="390"/>
            </a:xfrm>
            <a:custGeom>
              <a:avLst/>
              <a:gdLst>
                <a:gd name="T0" fmla="*/ 224 w 578"/>
                <a:gd name="T1" fmla="*/ 440 h 189"/>
                <a:gd name="T2" fmla="*/ 56 w 578"/>
                <a:gd name="T3" fmla="*/ 545 h 189"/>
                <a:gd name="T4" fmla="*/ 526 w 578"/>
                <a:gd name="T5" fmla="*/ 728 h 189"/>
                <a:gd name="T6" fmla="*/ 1747 w 578"/>
                <a:gd name="T7" fmla="*/ 1116 h 189"/>
                <a:gd name="T8" fmla="*/ 2850 w 578"/>
                <a:gd name="T9" fmla="*/ 1494 h 189"/>
                <a:gd name="T10" fmla="*/ 3189 w 578"/>
                <a:gd name="T11" fmla="*/ 1570 h 189"/>
                <a:gd name="T12" fmla="*/ 3560 w 578"/>
                <a:gd name="T13" fmla="*/ 1618 h 189"/>
                <a:gd name="T14" fmla="*/ 3861 w 578"/>
                <a:gd name="T15" fmla="*/ 1634 h 189"/>
                <a:gd name="T16" fmla="*/ 4033 w 578"/>
                <a:gd name="T17" fmla="*/ 1645 h 189"/>
                <a:gd name="T18" fmla="*/ 4126 w 578"/>
                <a:gd name="T19" fmla="*/ 1329 h 189"/>
                <a:gd name="T20" fmla="*/ 4070 w 578"/>
                <a:gd name="T21" fmla="*/ 1180 h 189"/>
                <a:gd name="T22" fmla="*/ 4116 w 578"/>
                <a:gd name="T23" fmla="*/ 1081 h 189"/>
                <a:gd name="T24" fmla="*/ 4116 w 578"/>
                <a:gd name="T25" fmla="*/ 784 h 189"/>
                <a:gd name="T26" fmla="*/ 3977 w 578"/>
                <a:gd name="T27" fmla="*/ 633 h 189"/>
                <a:gd name="T28" fmla="*/ 3917 w 578"/>
                <a:gd name="T29" fmla="*/ 580 h 189"/>
                <a:gd name="T30" fmla="*/ 3933 w 578"/>
                <a:gd name="T31" fmla="*/ 501 h 189"/>
                <a:gd name="T32" fmla="*/ 3709 w 578"/>
                <a:gd name="T33" fmla="*/ 380 h 189"/>
                <a:gd name="T34" fmla="*/ 2951 w 578"/>
                <a:gd name="T35" fmla="*/ 324 h 189"/>
                <a:gd name="T36" fmla="*/ 2431 w 578"/>
                <a:gd name="T37" fmla="*/ 157 h 189"/>
                <a:gd name="T38" fmla="*/ 1349 w 578"/>
                <a:gd name="T39" fmla="*/ 116 h 189"/>
                <a:gd name="T40" fmla="*/ 845 w 578"/>
                <a:gd name="T41" fmla="*/ 140 h 189"/>
                <a:gd name="T42" fmla="*/ 557 w 578"/>
                <a:gd name="T43" fmla="*/ 192 h 189"/>
                <a:gd name="T44" fmla="*/ 504 w 578"/>
                <a:gd name="T45" fmla="*/ 248 h 189"/>
                <a:gd name="T46" fmla="*/ 456 w 578"/>
                <a:gd name="T47" fmla="*/ 256 h 189"/>
                <a:gd name="T48" fmla="*/ 317 w 578"/>
                <a:gd name="T49" fmla="*/ 332 h 189"/>
                <a:gd name="T50" fmla="*/ 0 w 578"/>
                <a:gd name="T51" fmla="*/ 388 h 1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78" h="189">
                  <a:moveTo>
                    <a:pt x="31" y="50"/>
                  </a:moveTo>
                  <a:cubicBezTo>
                    <a:pt x="23" y="49"/>
                    <a:pt x="8" y="52"/>
                    <a:pt x="8" y="62"/>
                  </a:cubicBezTo>
                  <a:cubicBezTo>
                    <a:pt x="9" y="79"/>
                    <a:pt x="63" y="80"/>
                    <a:pt x="73" y="83"/>
                  </a:cubicBezTo>
                  <a:cubicBezTo>
                    <a:pt x="129" y="99"/>
                    <a:pt x="186" y="111"/>
                    <a:pt x="242" y="127"/>
                  </a:cubicBezTo>
                  <a:cubicBezTo>
                    <a:pt x="293" y="142"/>
                    <a:pt x="343" y="159"/>
                    <a:pt x="395" y="170"/>
                  </a:cubicBezTo>
                  <a:cubicBezTo>
                    <a:pt x="410" y="174"/>
                    <a:pt x="426" y="178"/>
                    <a:pt x="442" y="179"/>
                  </a:cubicBezTo>
                  <a:cubicBezTo>
                    <a:pt x="460" y="180"/>
                    <a:pt x="476" y="181"/>
                    <a:pt x="493" y="184"/>
                  </a:cubicBezTo>
                  <a:cubicBezTo>
                    <a:pt x="507" y="186"/>
                    <a:pt x="521" y="185"/>
                    <a:pt x="535" y="186"/>
                  </a:cubicBezTo>
                  <a:cubicBezTo>
                    <a:pt x="543" y="186"/>
                    <a:pt x="551" y="189"/>
                    <a:pt x="559" y="187"/>
                  </a:cubicBezTo>
                  <a:cubicBezTo>
                    <a:pt x="573" y="183"/>
                    <a:pt x="575" y="163"/>
                    <a:pt x="572" y="151"/>
                  </a:cubicBezTo>
                  <a:cubicBezTo>
                    <a:pt x="570" y="146"/>
                    <a:pt x="565" y="139"/>
                    <a:pt x="564" y="134"/>
                  </a:cubicBezTo>
                  <a:cubicBezTo>
                    <a:pt x="564" y="128"/>
                    <a:pt x="566" y="128"/>
                    <a:pt x="570" y="123"/>
                  </a:cubicBezTo>
                  <a:cubicBezTo>
                    <a:pt x="577" y="112"/>
                    <a:pt x="578" y="99"/>
                    <a:pt x="570" y="89"/>
                  </a:cubicBezTo>
                  <a:cubicBezTo>
                    <a:pt x="564" y="82"/>
                    <a:pt x="557" y="79"/>
                    <a:pt x="551" y="72"/>
                  </a:cubicBezTo>
                  <a:cubicBezTo>
                    <a:pt x="549" y="70"/>
                    <a:pt x="544" y="68"/>
                    <a:pt x="543" y="66"/>
                  </a:cubicBezTo>
                  <a:cubicBezTo>
                    <a:pt x="540" y="60"/>
                    <a:pt x="543" y="62"/>
                    <a:pt x="545" y="57"/>
                  </a:cubicBezTo>
                  <a:cubicBezTo>
                    <a:pt x="558" y="33"/>
                    <a:pt x="526" y="43"/>
                    <a:pt x="514" y="43"/>
                  </a:cubicBezTo>
                  <a:cubicBezTo>
                    <a:pt x="479" y="44"/>
                    <a:pt x="444" y="44"/>
                    <a:pt x="409" y="37"/>
                  </a:cubicBezTo>
                  <a:cubicBezTo>
                    <a:pt x="385" y="32"/>
                    <a:pt x="362" y="22"/>
                    <a:pt x="337" y="18"/>
                  </a:cubicBezTo>
                  <a:cubicBezTo>
                    <a:pt x="289" y="11"/>
                    <a:pt x="236" y="0"/>
                    <a:pt x="187" y="13"/>
                  </a:cubicBezTo>
                  <a:cubicBezTo>
                    <a:pt x="164" y="19"/>
                    <a:pt x="141" y="15"/>
                    <a:pt x="117" y="16"/>
                  </a:cubicBezTo>
                  <a:cubicBezTo>
                    <a:pt x="106" y="16"/>
                    <a:pt x="88" y="17"/>
                    <a:pt x="77" y="22"/>
                  </a:cubicBezTo>
                  <a:cubicBezTo>
                    <a:pt x="75" y="23"/>
                    <a:pt x="73" y="27"/>
                    <a:pt x="70" y="28"/>
                  </a:cubicBezTo>
                  <a:cubicBezTo>
                    <a:pt x="68" y="29"/>
                    <a:pt x="65" y="29"/>
                    <a:pt x="63" y="29"/>
                  </a:cubicBezTo>
                  <a:cubicBezTo>
                    <a:pt x="56" y="31"/>
                    <a:pt x="50" y="35"/>
                    <a:pt x="44" y="38"/>
                  </a:cubicBezTo>
                  <a:cubicBezTo>
                    <a:pt x="30" y="43"/>
                    <a:pt x="12" y="37"/>
                    <a:pt x="0" y="44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14" name="Freeform 568">
              <a:extLst>
                <a:ext uri="{FF2B5EF4-FFF2-40B4-BE49-F238E27FC236}">
                  <a16:creationId xmlns:a16="http://schemas.microsoft.com/office/drawing/2014/main" id="{33FCCD82-5900-4A8F-A228-714108CD9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749"/>
              <a:ext cx="2256" cy="829"/>
            </a:xfrm>
            <a:custGeom>
              <a:avLst/>
              <a:gdLst>
                <a:gd name="T0" fmla="*/ 7961 w 1167"/>
                <a:gd name="T1" fmla="*/ 1345 h 402"/>
                <a:gd name="T2" fmla="*/ 8026 w 1167"/>
                <a:gd name="T3" fmla="*/ 1221 h 402"/>
                <a:gd name="T4" fmla="*/ 8026 w 1167"/>
                <a:gd name="T5" fmla="*/ 1221 h 402"/>
                <a:gd name="T6" fmla="*/ 7961 w 1167"/>
                <a:gd name="T7" fmla="*/ 1345 h 402"/>
                <a:gd name="T8" fmla="*/ 2848 w 1167"/>
                <a:gd name="T9" fmla="*/ 621 h 402"/>
                <a:gd name="T10" fmla="*/ 93 w 1167"/>
                <a:gd name="T11" fmla="*/ 0 h 402"/>
                <a:gd name="T12" fmla="*/ 0 w 1167"/>
                <a:gd name="T13" fmla="*/ 1081 h 402"/>
                <a:gd name="T14" fmla="*/ 961 w 1167"/>
                <a:gd name="T15" fmla="*/ 808 h 402"/>
                <a:gd name="T16" fmla="*/ 3215 w 1167"/>
                <a:gd name="T17" fmla="*/ 1314 h 402"/>
                <a:gd name="T18" fmla="*/ 6047 w 1167"/>
                <a:gd name="T19" fmla="*/ 1701 h 402"/>
                <a:gd name="T20" fmla="*/ 8251 w 1167"/>
                <a:gd name="T21" fmla="*/ 3526 h 402"/>
                <a:gd name="T22" fmla="*/ 7961 w 1167"/>
                <a:gd name="T23" fmla="*/ 1345 h 4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7" h="402">
                  <a:moveTo>
                    <a:pt x="1102" y="153"/>
                  </a:moveTo>
                  <a:cubicBezTo>
                    <a:pt x="1111" y="139"/>
                    <a:pt x="1111" y="139"/>
                    <a:pt x="1111" y="139"/>
                  </a:cubicBezTo>
                  <a:cubicBezTo>
                    <a:pt x="1111" y="139"/>
                    <a:pt x="1111" y="139"/>
                    <a:pt x="1111" y="139"/>
                  </a:cubicBezTo>
                  <a:cubicBezTo>
                    <a:pt x="1102" y="153"/>
                    <a:pt x="1102" y="153"/>
                    <a:pt x="1102" y="153"/>
                  </a:cubicBezTo>
                  <a:cubicBezTo>
                    <a:pt x="966" y="85"/>
                    <a:pt x="613" y="81"/>
                    <a:pt x="394" y="71"/>
                  </a:cubicBezTo>
                  <a:cubicBezTo>
                    <a:pt x="231" y="64"/>
                    <a:pt x="97" y="30"/>
                    <a:pt x="13" y="0"/>
                  </a:cubicBezTo>
                  <a:cubicBezTo>
                    <a:pt x="34" y="40"/>
                    <a:pt x="27" y="89"/>
                    <a:pt x="0" y="123"/>
                  </a:cubicBezTo>
                  <a:cubicBezTo>
                    <a:pt x="28" y="103"/>
                    <a:pt x="62" y="91"/>
                    <a:pt x="133" y="92"/>
                  </a:cubicBezTo>
                  <a:cubicBezTo>
                    <a:pt x="227" y="94"/>
                    <a:pt x="299" y="132"/>
                    <a:pt x="445" y="150"/>
                  </a:cubicBezTo>
                  <a:cubicBezTo>
                    <a:pt x="591" y="168"/>
                    <a:pt x="711" y="178"/>
                    <a:pt x="837" y="194"/>
                  </a:cubicBezTo>
                  <a:cubicBezTo>
                    <a:pt x="954" y="209"/>
                    <a:pt x="1129" y="282"/>
                    <a:pt x="1142" y="402"/>
                  </a:cubicBezTo>
                  <a:cubicBezTo>
                    <a:pt x="1167" y="304"/>
                    <a:pt x="1144" y="202"/>
                    <a:pt x="1102" y="153"/>
                  </a:cubicBezTo>
                  <a:close/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15" name="Freeform 569">
              <a:extLst>
                <a:ext uri="{FF2B5EF4-FFF2-40B4-BE49-F238E27FC236}">
                  <a16:creationId xmlns:a16="http://schemas.microsoft.com/office/drawing/2014/main" id="{AD453DBC-6D0E-4DF9-B1EF-8D00AEAF0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066"/>
              <a:ext cx="741" cy="273"/>
            </a:xfrm>
            <a:custGeom>
              <a:avLst/>
              <a:gdLst>
                <a:gd name="T0" fmla="*/ 2564 w 383"/>
                <a:gd name="T1" fmla="*/ 1078 h 132"/>
                <a:gd name="T2" fmla="*/ 1389 w 383"/>
                <a:gd name="T3" fmla="*/ 637 h 132"/>
                <a:gd name="T4" fmla="*/ 472 w 383"/>
                <a:gd name="T5" fmla="*/ 81 h 132"/>
                <a:gd name="T6" fmla="*/ 0 w 383"/>
                <a:gd name="T7" fmla="*/ 0 h 132"/>
                <a:gd name="T8" fmla="*/ 0 w 383"/>
                <a:gd name="T9" fmla="*/ 0 h 132"/>
                <a:gd name="T10" fmla="*/ 2751 w 383"/>
                <a:gd name="T11" fmla="*/ 1169 h 132"/>
                <a:gd name="T12" fmla="*/ 2564 w 383"/>
                <a:gd name="T13" fmla="*/ 1078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3" h="132">
                  <a:moveTo>
                    <a:pt x="354" y="122"/>
                  </a:moveTo>
                  <a:cubicBezTo>
                    <a:pt x="328" y="108"/>
                    <a:pt x="265" y="96"/>
                    <a:pt x="192" y="72"/>
                  </a:cubicBezTo>
                  <a:cubicBezTo>
                    <a:pt x="150" y="58"/>
                    <a:pt x="90" y="34"/>
                    <a:pt x="65" y="9"/>
                  </a:cubicBezTo>
                  <a:cubicBezTo>
                    <a:pt x="46" y="11"/>
                    <a:pt x="24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7" y="54"/>
                    <a:pt x="231" y="93"/>
                    <a:pt x="380" y="132"/>
                  </a:cubicBezTo>
                  <a:cubicBezTo>
                    <a:pt x="383" y="127"/>
                    <a:pt x="361" y="126"/>
                    <a:pt x="354" y="122"/>
                  </a:cubicBezTo>
                  <a:close/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16" name="Freeform 570">
              <a:extLst>
                <a:ext uri="{FF2B5EF4-FFF2-40B4-BE49-F238E27FC236}">
                  <a16:creationId xmlns:a16="http://schemas.microsoft.com/office/drawing/2014/main" id="{165C9D09-1878-482E-AEC1-F19FF93D2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398"/>
              <a:ext cx="765" cy="176"/>
            </a:xfrm>
            <a:custGeom>
              <a:avLst/>
              <a:gdLst>
                <a:gd name="T0" fmla="*/ 396 w 396"/>
                <a:gd name="T1" fmla="*/ 215 h 85"/>
                <a:gd name="T2" fmla="*/ 945 w 396"/>
                <a:gd name="T3" fmla="*/ 240 h 85"/>
                <a:gd name="T4" fmla="*/ 1609 w 396"/>
                <a:gd name="T5" fmla="*/ 569 h 85"/>
                <a:gd name="T6" fmla="*/ 2336 w 396"/>
                <a:gd name="T7" fmla="*/ 665 h 85"/>
                <a:gd name="T8" fmla="*/ 2855 w 396"/>
                <a:gd name="T9" fmla="*/ 754 h 85"/>
                <a:gd name="T10" fmla="*/ 2042 w 396"/>
                <a:gd name="T11" fmla="*/ 540 h 85"/>
                <a:gd name="T12" fmla="*/ 1097 w 396"/>
                <a:gd name="T13" fmla="*/ 240 h 85"/>
                <a:gd name="T14" fmla="*/ 469 w 396"/>
                <a:gd name="T15" fmla="*/ 168 h 85"/>
                <a:gd name="T16" fmla="*/ 0 w 396"/>
                <a:gd name="T17" fmla="*/ 0 h 85"/>
                <a:gd name="T18" fmla="*/ 396 w 396"/>
                <a:gd name="T19" fmla="*/ 215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6" h="85">
                  <a:moveTo>
                    <a:pt x="55" y="24"/>
                  </a:moveTo>
                  <a:cubicBezTo>
                    <a:pt x="80" y="27"/>
                    <a:pt x="106" y="21"/>
                    <a:pt x="131" y="27"/>
                  </a:cubicBezTo>
                  <a:cubicBezTo>
                    <a:pt x="170" y="35"/>
                    <a:pt x="189" y="50"/>
                    <a:pt x="223" y="64"/>
                  </a:cubicBezTo>
                  <a:cubicBezTo>
                    <a:pt x="257" y="77"/>
                    <a:pt x="290" y="80"/>
                    <a:pt x="324" y="75"/>
                  </a:cubicBezTo>
                  <a:cubicBezTo>
                    <a:pt x="347" y="71"/>
                    <a:pt x="376" y="78"/>
                    <a:pt x="396" y="85"/>
                  </a:cubicBezTo>
                  <a:cubicBezTo>
                    <a:pt x="364" y="69"/>
                    <a:pt x="323" y="60"/>
                    <a:pt x="283" y="61"/>
                  </a:cubicBezTo>
                  <a:cubicBezTo>
                    <a:pt x="240" y="63"/>
                    <a:pt x="187" y="37"/>
                    <a:pt x="152" y="27"/>
                  </a:cubicBezTo>
                  <a:cubicBezTo>
                    <a:pt x="117" y="16"/>
                    <a:pt x="95" y="19"/>
                    <a:pt x="65" y="19"/>
                  </a:cubicBezTo>
                  <a:cubicBezTo>
                    <a:pt x="38" y="19"/>
                    <a:pt x="17" y="10"/>
                    <a:pt x="0" y="0"/>
                  </a:cubicBezTo>
                  <a:cubicBezTo>
                    <a:pt x="19" y="11"/>
                    <a:pt x="31" y="21"/>
                    <a:pt x="55" y="24"/>
                  </a:cubicBezTo>
                  <a:close/>
                </a:path>
              </a:pathLst>
            </a:custGeom>
            <a:solidFill>
              <a:srgbClr val="FFF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17" name="Freeform 571">
              <a:extLst>
                <a:ext uri="{FF2B5EF4-FFF2-40B4-BE49-F238E27FC236}">
                  <a16:creationId xmlns:a16="http://schemas.microsoft.com/office/drawing/2014/main" id="{DB845CF6-EE08-4C11-BBC9-ED62425B8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1275"/>
              <a:ext cx="1526" cy="649"/>
            </a:xfrm>
            <a:custGeom>
              <a:avLst/>
              <a:gdLst>
                <a:gd name="T0" fmla="*/ 4937 w 790"/>
                <a:gd name="T1" fmla="*/ 2755 h 315"/>
                <a:gd name="T2" fmla="*/ 5694 w 790"/>
                <a:gd name="T3" fmla="*/ 1370 h 315"/>
                <a:gd name="T4" fmla="*/ 5694 w 790"/>
                <a:gd name="T5" fmla="*/ 1362 h 315"/>
                <a:gd name="T6" fmla="*/ 4995 w 790"/>
                <a:gd name="T7" fmla="*/ 1181 h 315"/>
                <a:gd name="T8" fmla="*/ 4269 w 790"/>
                <a:gd name="T9" fmla="*/ 1082 h 315"/>
                <a:gd name="T10" fmla="*/ 3604 w 790"/>
                <a:gd name="T11" fmla="*/ 760 h 315"/>
                <a:gd name="T12" fmla="*/ 3056 w 790"/>
                <a:gd name="T13" fmla="*/ 733 h 315"/>
                <a:gd name="T14" fmla="*/ 2623 w 790"/>
                <a:gd name="T15" fmla="*/ 505 h 315"/>
                <a:gd name="T16" fmla="*/ 1630 w 790"/>
                <a:gd name="T17" fmla="*/ 245 h 315"/>
                <a:gd name="T18" fmla="*/ 388 w 790"/>
                <a:gd name="T19" fmla="*/ 25 h 315"/>
                <a:gd name="T20" fmla="*/ 0 w 790"/>
                <a:gd name="T21" fmla="*/ 33 h 315"/>
                <a:gd name="T22" fmla="*/ 2538 w 790"/>
                <a:gd name="T23" fmla="*/ 956 h 315"/>
                <a:gd name="T24" fmla="*/ 4937 w 790"/>
                <a:gd name="T25" fmla="*/ 2755 h 3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0" h="315">
                  <a:moveTo>
                    <a:pt x="685" y="315"/>
                  </a:moveTo>
                  <a:cubicBezTo>
                    <a:pt x="790" y="157"/>
                    <a:pt x="790" y="157"/>
                    <a:pt x="790" y="157"/>
                  </a:cubicBezTo>
                  <a:cubicBezTo>
                    <a:pt x="790" y="157"/>
                    <a:pt x="790" y="157"/>
                    <a:pt x="790" y="156"/>
                  </a:cubicBezTo>
                  <a:cubicBezTo>
                    <a:pt x="783" y="150"/>
                    <a:pt x="730" y="129"/>
                    <a:pt x="693" y="135"/>
                  </a:cubicBezTo>
                  <a:cubicBezTo>
                    <a:pt x="659" y="140"/>
                    <a:pt x="626" y="137"/>
                    <a:pt x="592" y="124"/>
                  </a:cubicBezTo>
                  <a:cubicBezTo>
                    <a:pt x="558" y="110"/>
                    <a:pt x="539" y="95"/>
                    <a:pt x="500" y="87"/>
                  </a:cubicBezTo>
                  <a:cubicBezTo>
                    <a:pt x="475" y="81"/>
                    <a:pt x="449" y="87"/>
                    <a:pt x="424" y="84"/>
                  </a:cubicBezTo>
                  <a:cubicBezTo>
                    <a:pt x="398" y="81"/>
                    <a:pt x="386" y="69"/>
                    <a:pt x="364" y="58"/>
                  </a:cubicBezTo>
                  <a:cubicBezTo>
                    <a:pt x="321" y="34"/>
                    <a:pt x="273" y="37"/>
                    <a:pt x="226" y="28"/>
                  </a:cubicBezTo>
                  <a:cubicBezTo>
                    <a:pt x="171" y="17"/>
                    <a:pt x="112" y="0"/>
                    <a:pt x="54" y="3"/>
                  </a:cubicBezTo>
                  <a:cubicBezTo>
                    <a:pt x="39" y="3"/>
                    <a:pt x="19" y="4"/>
                    <a:pt x="0" y="4"/>
                  </a:cubicBezTo>
                  <a:cubicBezTo>
                    <a:pt x="124" y="38"/>
                    <a:pt x="258" y="70"/>
                    <a:pt x="352" y="109"/>
                  </a:cubicBezTo>
                  <a:cubicBezTo>
                    <a:pt x="547" y="190"/>
                    <a:pt x="643" y="279"/>
                    <a:pt x="685" y="315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18" name="Freeform 572">
              <a:extLst>
                <a:ext uri="{FF2B5EF4-FFF2-40B4-BE49-F238E27FC236}">
                  <a16:creationId xmlns:a16="http://schemas.microsoft.com/office/drawing/2014/main" id="{CBB7669C-79CE-4C68-A2C1-45FDE658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598"/>
              <a:ext cx="599" cy="417"/>
            </a:xfrm>
            <a:custGeom>
              <a:avLst/>
              <a:gdLst>
                <a:gd name="T0" fmla="*/ 1847 w 310"/>
                <a:gd name="T1" fmla="*/ 976 h 202"/>
                <a:gd name="T2" fmla="*/ 2236 w 310"/>
                <a:gd name="T3" fmla="*/ 97 h 202"/>
                <a:gd name="T4" fmla="*/ 1942 w 310"/>
                <a:gd name="T5" fmla="*/ 617 h 202"/>
                <a:gd name="T6" fmla="*/ 1509 w 310"/>
                <a:gd name="T7" fmla="*/ 737 h 202"/>
                <a:gd name="T8" fmla="*/ 1225 w 310"/>
                <a:gd name="T9" fmla="*/ 553 h 202"/>
                <a:gd name="T10" fmla="*/ 757 w 310"/>
                <a:gd name="T11" fmla="*/ 0 h 202"/>
                <a:gd name="T12" fmla="*/ 0 w 310"/>
                <a:gd name="T13" fmla="*/ 1389 h 202"/>
                <a:gd name="T14" fmla="*/ 0 w 310"/>
                <a:gd name="T15" fmla="*/ 1389 h 202"/>
                <a:gd name="T16" fmla="*/ 0 w 310"/>
                <a:gd name="T17" fmla="*/ 1389 h 202"/>
                <a:gd name="T18" fmla="*/ 1847 w 310"/>
                <a:gd name="T19" fmla="*/ 976 h 2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0" h="202">
                  <a:moveTo>
                    <a:pt x="256" y="111"/>
                  </a:moveTo>
                  <a:cubicBezTo>
                    <a:pt x="281" y="80"/>
                    <a:pt x="299" y="46"/>
                    <a:pt x="310" y="11"/>
                  </a:cubicBezTo>
                  <a:cubicBezTo>
                    <a:pt x="299" y="34"/>
                    <a:pt x="284" y="60"/>
                    <a:pt x="269" y="70"/>
                  </a:cubicBezTo>
                  <a:cubicBezTo>
                    <a:pt x="248" y="85"/>
                    <a:pt x="230" y="87"/>
                    <a:pt x="209" y="84"/>
                  </a:cubicBezTo>
                  <a:cubicBezTo>
                    <a:pt x="192" y="82"/>
                    <a:pt x="180" y="74"/>
                    <a:pt x="170" y="63"/>
                  </a:cubicBezTo>
                  <a:cubicBezTo>
                    <a:pt x="148" y="40"/>
                    <a:pt x="107" y="29"/>
                    <a:pt x="10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40" y="188"/>
                    <a:pt x="181" y="202"/>
                    <a:pt x="256" y="111"/>
                  </a:cubicBezTo>
                  <a:close/>
                </a:path>
              </a:pathLst>
            </a:custGeom>
            <a:solidFill>
              <a:srgbClr val="FDC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19" name="Freeform 573">
              <a:extLst>
                <a:ext uri="{FF2B5EF4-FFF2-40B4-BE49-F238E27FC236}">
                  <a16:creationId xmlns:a16="http://schemas.microsoft.com/office/drawing/2014/main" id="{4EC969FD-3676-4CA3-A789-4A2AA2317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1689"/>
              <a:ext cx="242" cy="101"/>
            </a:xfrm>
            <a:custGeom>
              <a:avLst/>
              <a:gdLst>
                <a:gd name="T0" fmla="*/ 23 w 125"/>
                <a:gd name="T1" fmla="*/ 165 h 49"/>
                <a:gd name="T2" fmla="*/ 304 w 125"/>
                <a:gd name="T3" fmla="*/ 348 h 49"/>
                <a:gd name="T4" fmla="*/ 738 w 125"/>
                <a:gd name="T5" fmla="*/ 229 h 49"/>
                <a:gd name="T6" fmla="*/ 908 w 125"/>
                <a:gd name="T7" fmla="*/ 0 h 49"/>
                <a:gd name="T8" fmla="*/ 0 w 125"/>
                <a:gd name="T9" fmla="*/ 140 h 49"/>
                <a:gd name="T10" fmla="*/ 23 w 125"/>
                <a:gd name="T11" fmla="*/ 16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49">
                  <a:moveTo>
                    <a:pt x="3" y="19"/>
                  </a:moveTo>
                  <a:cubicBezTo>
                    <a:pt x="13" y="30"/>
                    <a:pt x="25" y="38"/>
                    <a:pt x="42" y="40"/>
                  </a:cubicBezTo>
                  <a:cubicBezTo>
                    <a:pt x="63" y="43"/>
                    <a:pt x="81" y="41"/>
                    <a:pt x="102" y="26"/>
                  </a:cubicBezTo>
                  <a:cubicBezTo>
                    <a:pt x="110" y="21"/>
                    <a:pt x="117" y="11"/>
                    <a:pt x="125" y="0"/>
                  </a:cubicBezTo>
                  <a:cubicBezTo>
                    <a:pt x="71" y="49"/>
                    <a:pt x="19" y="30"/>
                    <a:pt x="0" y="16"/>
                  </a:cubicBezTo>
                  <a:cubicBezTo>
                    <a:pt x="1" y="17"/>
                    <a:pt x="2" y="18"/>
                    <a:pt x="3" y="19"/>
                  </a:cubicBezTo>
                  <a:close/>
                </a:path>
              </a:pathLst>
            </a:custGeom>
            <a:solidFill>
              <a:srgbClr val="FFF2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20" name="Freeform 574">
              <a:extLst>
                <a:ext uri="{FF2B5EF4-FFF2-40B4-BE49-F238E27FC236}">
                  <a16:creationId xmlns:a16="http://schemas.microsoft.com/office/drawing/2014/main" id="{F11D5585-5FE4-4361-A9D4-CC58B223E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933"/>
              <a:ext cx="404" cy="90"/>
            </a:xfrm>
            <a:custGeom>
              <a:avLst/>
              <a:gdLst>
                <a:gd name="T0" fmla="*/ 0 w 209"/>
                <a:gd name="T1" fmla="*/ 221 h 44"/>
                <a:gd name="T2" fmla="*/ 108 w 209"/>
                <a:gd name="T3" fmla="*/ 16 h 44"/>
                <a:gd name="T4" fmla="*/ 1510 w 209"/>
                <a:gd name="T5" fmla="*/ 0 h 44"/>
                <a:gd name="T6" fmla="*/ 412 w 209"/>
                <a:gd name="T7" fmla="*/ 213 h 44"/>
                <a:gd name="T8" fmla="*/ 0 w 209"/>
                <a:gd name="T9" fmla="*/ 22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44">
                  <a:moveTo>
                    <a:pt x="0" y="26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35" y="16"/>
                    <a:pt x="120" y="44"/>
                    <a:pt x="209" y="0"/>
                  </a:cubicBezTo>
                  <a:cubicBezTo>
                    <a:pt x="179" y="21"/>
                    <a:pt x="118" y="42"/>
                    <a:pt x="57" y="25"/>
                  </a:cubicBezTo>
                  <a:cubicBezTo>
                    <a:pt x="8" y="12"/>
                    <a:pt x="3" y="22"/>
                    <a:pt x="0" y="26"/>
                  </a:cubicBezTo>
                  <a:close/>
                </a:path>
              </a:pathLst>
            </a:custGeom>
            <a:solidFill>
              <a:srgbClr val="E39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21" name="Freeform 575">
              <a:extLst>
                <a:ext uri="{FF2B5EF4-FFF2-40B4-BE49-F238E27FC236}">
                  <a16:creationId xmlns:a16="http://schemas.microsoft.com/office/drawing/2014/main" id="{1429FC38-0EE3-4075-A18C-A30D80DE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23"/>
              <a:ext cx="146" cy="530"/>
            </a:xfrm>
            <a:custGeom>
              <a:avLst/>
              <a:gdLst>
                <a:gd name="T0" fmla="*/ 292 w 76"/>
                <a:gd name="T1" fmla="*/ 2254 h 257"/>
                <a:gd name="T2" fmla="*/ 0 w 76"/>
                <a:gd name="T3" fmla="*/ 165 h 257"/>
                <a:gd name="T4" fmla="*/ 92 w 76"/>
                <a:gd name="T5" fmla="*/ 0 h 257"/>
                <a:gd name="T6" fmla="*/ 121 w 76"/>
                <a:gd name="T7" fmla="*/ 237 h 257"/>
                <a:gd name="T8" fmla="*/ 292 w 76"/>
                <a:gd name="T9" fmla="*/ 2254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57">
                  <a:moveTo>
                    <a:pt x="41" y="257"/>
                  </a:moveTo>
                  <a:cubicBezTo>
                    <a:pt x="70" y="123"/>
                    <a:pt x="18" y="46"/>
                    <a:pt x="0" y="19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9"/>
                    <a:pt x="12" y="15"/>
                    <a:pt x="17" y="27"/>
                  </a:cubicBezTo>
                  <a:cubicBezTo>
                    <a:pt x="21" y="39"/>
                    <a:pt x="76" y="103"/>
                    <a:pt x="41" y="257"/>
                  </a:cubicBezTo>
                  <a:close/>
                </a:path>
              </a:pathLst>
            </a:custGeom>
            <a:solidFill>
              <a:srgbClr val="E39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22" name="Freeform 576">
              <a:extLst>
                <a:ext uri="{FF2B5EF4-FFF2-40B4-BE49-F238E27FC236}">
                  <a16:creationId xmlns:a16="http://schemas.microsoft.com/office/drawing/2014/main" id="{720DCC30-D3CF-4DD9-B3B9-06D72125D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629"/>
              <a:ext cx="302" cy="297"/>
            </a:xfrm>
            <a:custGeom>
              <a:avLst/>
              <a:gdLst>
                <a:gd name="T0" fmla="*/ 0 w 156"/>
                <a:gd name="T1" fmla="*/ 1264 h 144"/>
                <a:gd name="T2" fmla="*/ 660 w 156"/>
                <a:gd name="T3" fmla="*/ 72 h 144"/>
                <a:gd name="T4" fmla="*/ 728 w 156"/>
                <a:gd name="T5" fmla="*/ 80 h 144"/>
                <a:gd name="T6" fmla="*/ 885 w 156"/>
                <a:gd name="T7" fmla="*/ 248 h 144"/>
                <a:gd name="T8" fmla="*/ 1133 w 156"/>
                <a:gd name="T9" fmla="*/ 456 h 144"/>
                <a:gd name="T10" fmla="*/ 885 w 156"/>
                <a:gd name="T11" fmla="*/ 307 h 144"/>
                <a:gd name="T12" fmla="*/ 681 w 156"/>
                <a:gd name="T13" fmla="*/ 212 h 144"/>
                <a:gd name="T14" fmla="*/ 0 w 156"/>
                <a:gd name="T15" fmla="*/ 1264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44">
                  <a:moveTo>
                    <a:pt x="0" y="144"/>
                  </a:move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8" y="0"/>
                    <a:pt x="100" y="9"/>
                  </a:cubicBezTo>
                  <a:cubicBezTo>
                    <a:pt x="104" y="16"/>
                    <a:pt x="109" y="22"/>
                    <a:pt x="122" y="28"/>
                  </a:cubicBezTo>
                  <a:cubicBezTo>
                    <a:pt x="140" y="36"/>
                    <a:pt x="152" y="47"/>
                    <a:pt x="156" y="52"/>
                  </a:cubicBezTo>
                  <a:cubicBezTo>
                    <a:pt x="144" y="44"/>
                    <a:pt x="132" y="38"/>
                    <a:pt x="122" y="35"/>
                  </a:cubicBezTo>
                  <a:cubicBezTo>
                    <a:pt x="113" y="32"/>
                    <a:pt x="101" y="20"/>
                    <a:pt x="94" y="24"/>
                  </a:cubicBezTo>
                  <a:cubicBezTo>
                    <a:pt x="88" y="28"/>
                    <a:pt x="0" y="144"/>
                    <a:pt x="0" y="144"/>
                  </a:cubicBezTo>
                  <a:close/>
                </a:path>
              </a:pathLst>
            </a:custGeom>
            <a:solidFill>
              <a:srgbClr val="FFE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23" name="Freeform 577">
              <a:extLst>
                <a:ext uri="{FF2B5EF4-FFF2-40B4-BE49-F238E27FC236}">
                  <a16:creationId xmlns:a16="http://schemas.microsoft.com/office/drawing/2014/main" id="{CBCF32A0-F25A-4B3E-BCF6-147102C1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749"/>
              <a:ext cx="2297" cy="841"/>
            </a:xfrm>
            <a:custGeom>
              <a:avLst/>
              <a:gdLst>
                <a:gd name="T0" fmla="*/ 8109 w 1188"/>
                <a:gd name="T1" fmla="*/ 1338 h 408"/>
                <a:gd name="T2" fmla="*/ 8177 w 1188"/>
                <a:gd name="T3" fmla="*/ 1220 h 408"/>
                <a:gd name="T4" fmla="*/ 8177 w 1188"/>
                <a:gd name="T5" fmla="*/ 1220 h 408"/>
                <a:gd name="T6" fmla="*/ 8109 w 1188"/>
                <a:gd name="T7" fmla="*/ 1338 h 408"/>
                <a:gd name="T8" fmla="*/ 2991 w 1188"/>
                <a:gd name="T9" fmla="*/ 620 h 408"/>
                <a:gd name="T10" fmla="*/ 240 w 1188"/>
                <a:gd name="T11" fmla="*/ 0 h 408"/>
                <a:gd name="T12" fmla="*/ 0 w 1188"/>
                <a:gd name="T13" fmla="*/ 1245 h 408"/>
                <a:gd name="T14" fmla="*/ 644 w 1188"/>
                <a:gd name="T15" fmla="*/ 429 h 408"/>
                <a:gd name="T16" fmla="*/ 2972 w 1188"/>
                <a:gd name="T17" fmla="*/ 789 h 408"/>
                <a:gd name="T18" fmla="*/ 6295 w 1188"/>
                <a:gd name="T19" fmla="*/ 1148 h 408"/>
                <a:gd name="T20" fmla="*/ 8393 w 1188"/>
                <a:gd name="T21" fmla="*/ 3574 h 408"/>
                <a:gd name="T22" fmla="*/ 8109 w 1188"/>
                <a:gd name="T23" fmla="*/ 1338 h 4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8" h="408">
                  <a:moveTo>
                    <a:pt x="1122" y="153"/>
                  </a:moveTo>
                  <a:cubicBezTo>
                    <a:pt x="1131" y="139"/>
                    <a:pt x="1131" y="139"/>
                    <a:pt x="1131" y="139"/>
                  </a:cubicBezTo>
                  <a:cubicBezTo>
                    <a:pt x="1131" y="139"/>
                    <a:pt x="1131" y="139"/>
                    <a:pt x="1131" y="139"/>
                  </a:cubicBezTo>
                  <a:cubicBezTo>
                    <a:pt x="1122" y="153"/>
                    <a:pt x="1122" y="153"/>
                    <a:pt x="1122" y="153"/>
                  </a:cubicBezTo>
                  <a:cubicBezTo>
                    <a:pt x="986" y="85"/>
                    <a:pt x="633" y="81"/>
                    <a:pt x="414" y="71"/>
                  </a:cubicBezTo>
                  <a:cubicBezTo>
                    <a:pt x="251" y="64"/>
                    <a:pt x="117" y="30"/>
                    <a:pt x="33" y="0"/>
                  </a:cubicBezTo>
                  <a:cubicBezTo>
                    <a:pt x="58" y="48"/>
                    <a:pt x="43" y="110"/>
                    <a:pt x="0" y="142"/>
                  </a:cubicBezTo>
                  <a:cubicBezTo>
                    <a:pt x="29" y="124"/>
                    <a:pt x="53" y="68"/>
                    <a:pt x="89" y="49"/>
                  </a:cubicBezTo>
                  <a:cubicBezTo>
                    <a:pt x="127" y="29"/>
                    <a:pt x="243" y="82"/>
                    <a:pt x="411" y="90"/>
                  </a:cubicBezTo>
                  <a:cubicBezTo>
                    <a:pt x="579" y="98"/>
                    <a:pt x="707" y="113"/>
                    <a:pt x="871" y="131"/>
                  </a:cubicBezTo>
                  <a:cubicBezTo>
                    <a:pt x="1034" y="148"/>
                    <a:pt x="1187" y="189"/>
                    <a:pt x="1161" y="408"/>
                  </a:cubicBezTo>
                  <a:cubicBezTo>
                    <a:pt x="1188" y="308"/>
                    <a:pt x="1165" y="203"/>
                    <a:pt x="1122" y="153"/>
                  </a:cubicBezTo>
                  <a:close/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24" name="Freeform 578">
              <a:extLst>
                <a:ext uri="{FF2B5EF4-FFF2-40B4-BE49-F238E27FC236}">
                  <a16:creationId xmlns:a16="http://schemas.microsoft.com/office/drawing/2014/main" id="{550F591E-2553-4F65-AE87-AFC3FF907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101"/>
              <a:ext cx="106" cy="79"/>
            </a:xfrm>
            <a:custGeom>
              <a:avLst/>
              <a:gdLst>
                <a:gd name="T0" fmla="*/ 0 w 55"/>
                <a:gd name="T1" fmla="*/ 116 h 38"/>
                <a:gd name="T2" fmla="*/ 285 w 55"/>
                <a:gd name="T3" fmla="*/ 268 h 38"/>
                <a:gd name="T4" fmla="*/ 301 w 55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8">
                  <a:moveTo>
                    <a:pt x="0" y="13"/>
                  </a:moveTo>
                  <a:cubicBezTo>
                    <a:pt x="3" y="31"/>
                    <a:pt x="25" y="38"/>
                    <a:pt x="40" y="30"/>
                  </a:cubicBezTo>
                  <a:cubicBezTo>
                    <a:pt x="55" y="21"/>
                    <a:pt x="49" y="12"/>
                    <a:pt x="42" y="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25" name="Freeform 579">
              <a:extLst>
                <a:ext uri="{FF2B5EF4-FFF2-40B4-BE49-F238E27FC236}">
                  <a16:creationId xmlns:a16="http://schemas.microsoft.com/office/drawing/2014/main" id="{FD3B85BF-E68C-4C37-B003-A5DC443D8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029"/>
              <a:ext cx="110" cy="54"/>
            </a:xfrm>
            <a:custGeom>
              <a:avLst/>
              <a:gdLst>
                <a:gd name="T0" fmla="*/ 0 w 57"/>
                <a:gd name="T1" fmla="*/ 0 h 26"/>
                <a:gd name="T2" fmla="*/ 280 w 57"/>
                <a:gd name="T3" fmla="*/ 233 h 26"/>
                <a:gd name="T4" fmla="*/ 365 w 5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6">
                  <a:moveTo>
                    <a:pt x="0" y="0"/>
                  </a:moveTo>
                  <a:cubicBezTo>
                    <a:pt x="1" y="15"/>
                    <a:pt x="26" y="26"/>
                    <a:pt x="39" y="26"/>
                  </a:cubicBezTo>
                  <a:cubicBezTo>
                    <a:pt x="57" y="26"/>
                    <a:pt x="56" y="12"/>
                    <a:pt x="51" y="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26" name="Freeform 580">
              <a:extLst>
                <a:ext uri="{FF2B5EF4-FFF2-40B4-BE49-F238E27FC236}">
                  <a16:creationId xmlns:a16="http://schemas.microsoft.com/office/drawing/2014/main" id="{18E65696-9C80-46F4-9EA9-CC14E5343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036"/>
              <a:ext cx="184" cy="86"/>
            </a:xfrm>
            <a:custGeom>
              <a:avLst/>
              <a:gdLst>
                <a:gd name="T0" fmla="*/ 0 w 95"/>
                <a:gd name="T1" fmla="*/ 0 h 42"/>
                <a:gd name="T2" fmla="*/ 52 w 95"/>
                <a:gd name="T3" fmla="*/ 113 h 42"/>
                <a:gd name="T4" fmla="*/ 108 w 95"/>
                <a:gd name="T5" fmla="*/ 164 h 42"/>
                <a:gd name="T6" fmla="*/ 269 w 95"/>
                <a:gd name="T7" fmla="*/ 328 h 42"/>
                <a:gd name="T8" fmla="*/ 633 w 95"/>
                <a:gd name="T9" fmla="*/ 240 h 42"/>
                <a:gd name="T10" fmla="*/ 604 w 95"/>
                <a:gd name="T11" fmla="*/ 8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42">
                  <a:moveTo>
                    <a:pt x="0" y="0"/>
                  </a:moveTo>
                  <a:cubicBezTo>
                    <a:pt x="2" y="5"/>
                    <a:pt x="3" y="9"/>
                    <a:pt x="7" y="13"/>
                  </a:cubicBezTo>
                  <a:cubicBezTo>
                    <a:pt x="9" y="15"/>
                    <a:pt x="12" y="16"/>
                    <a:pt x="15" y="19"/>
                  </a:cubicBezTo>
                  <a:cubicBezTo>
                    <a:pt x="22" y="27"/>
                    <a:pt x="25" y="35"/>
                    <a:pt x="37" y="38"/>
                  </a:cubicBezTo>
                  <a:cubicBezTo>
                    <a:pt x="52" y="42"/>
                    <a:pt x="77" y="41"/>
                    <a:pt x="87" y="28"/>
                  </a:cubicBezTo>
                  <a:cubicBezTo>
                    <a:pt x="93" y="19"/>
                    <a:pt x="95" y="5"/>
                    <a:pt x="83" y="1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27" name="Freeform 581">
              <a:extLst>
                <a:ext uri="{FF2B5EF4-FFF2-40B4-BE49-F238E27FC236}">
                  <a16:creationId xmlns:a16="http://schemas.microsoft.com/office/drawing/2014/main" id="{E02E7FC9-B118-4C6E-807B-F5D007FD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159"/>
              <a:ext cx="75" cy="77"/>
            </a:xfrm>
            <a:custGeom>
              <a:avLst/>
              <a:gdLst>
                <a:gd name="T0" fmla="*/ 0 w 39"/>
                <a:gd name="T1" fmla="*/ 216 h 37"/>
                <a:gd name="T2" fmla="*/ 233 w 39"/>
                <a:gd name="T3" fmla="*/ 225 h 37"/>
                <a:gd name="T4" fmla="*/ 156 w 39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7">
                  <a:moveTo>
                    <a:pt x="0" y="24"/>
                  </a:moveTo>
                  <a:cubicBezTo>
                    <a:pt x="9" y="30"/>
                    <a:pt x="24" y="37"/>
                    <a:pt x="33" y="25"/>
                  </a:cubicBezTo>
                  <a:cubicBezTo>
                    <a:pt x="39" y="18"/>
                    <a:pt x="33" y="0"/>
                    <a:pt x="22" y="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28" name="Freeform 582">
              <a:extLst>
                <a:ext uri="{FF2B5EF4-FFF2-40B4-BE49-F238E27FC236}">
                  <a16:creationId xmlns:a16="http://schemas.microsoft.com/office/drawing/2014/main" id="{E79F9B09-26F2-46D3-A263-C9239B9A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077"/>
              <a:ext cx="120" cy="105"/>
            </a:xfrm>
            <a:custGeom>
              <a:avLst/>
              <a:gdLst>
                <a:gd name="T0" fmla="*/ 79 w 62"/>
                <a:gd name="T1" fmla="*/ 183 h 51"/>
                <a:gd name="T2" fmla="*/ 168 w 62"/>
                <a:gd name="T3" fmla="*/ 404 h 51"/>
                <a:gd name="T4" fmla="*/ 435 w 62"/>
                <a:gd name="T5" fmla="*/ 313 h 51"/>
                <a:gd name="T6" fmla="*/ 397 w 62"/>
                <a:gd name="T7" fmla="*/ 264 h 51"/>
                <a:gd name="T8" fmla="*/ 441 w 62"/>
                <a:gd name="T9" fmla="*/ 124 h 51"/>
                <a:gd name="T10" fmla="*/ 312 w 6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11" y="21"/>
                  </a:moveTo>
                  <a:cubicBezTo>
                    <a:pt x="12" y="35"/>
                    <a:pt x="0" y="51"/>
                    <a:pt x="23" y="46"/>
                  </a:cubicBezTo>
                  <a:cubicBezTo>
                    <a:pt x="33" y="44"/>
                    <a:pt x="51" y="43"/>
                    <a:pt x="60" y="36"/>
                  </a:cubicBezTo>
                  <a:cubicBezTo>
                    <a:pt x="58" y="34"/>
                    <a:pt x="55" y="34"/>
                    <a:pt x="55" y="30"/>
                  </a:cubicBezTo>
                  <a:cubicBezTo>
                    <a:pt x="55" y="25"/>
                    <a:pt x="62" y="21"/>
                    <a:pt x="61" y="14"/>
                  </a:cubicBezTo>
                  <a:cubicBezTo>
                    <a:pt x="59" y="7"/>
                    <a:pt x="50" y="0"/>
                    <a:pt x="43" y="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29" name="Freeform 583">
              <a:extLst>
                <a:ext uri="{FF2B5EF4-FFF2-40B4-BE49-F238E27FC236}">
                  <a16:creationId xmlns:a16="http://schemas.microsoft.com/office/drawing/2014/main" id="{2BFC25B2-176B-4D65-A2C0-F4B8EAE0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153"/>
              <a:ext cx="110" cy="151"/>
            </a:xfrm>
            <a:custGeom>
              <a:avLst/>
              <a:gdLst>
                <a:gd name="T0" fmla="*/ 131 w 57"/>
                <a:gd name="T1" fmla="*/ 0 h 73"/>
                <a:gd name="T2" fmla="*/ 216 w 57"/>
                <a:gd name="T3" fmla="*/ 197 h 73"/>
                <a:gd name="T4" fmla="*/ 345 w 57"/>
                <a:gd name="T5" fmla="*/ 329 h 73"/>
                <a:gd name="T6" fmla="*/ 0 w 57"/>
                <a:gd name="T7" fmla="*/ 645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73">
                  <a:moveTo>
                    <a:pt x="18" y="0"/>
                  </a:moveTo>
                  <a:cubicBezTo>
                    <a:pt x="28" y="3"/>
                    <a:pt x="30" y="14"/>
                    <a:pt x="30" y="22"/>
                  </a:cubicBezTo>
                  <a:cubicBezTo>
                    <a:pt x="39" y="21"/>
                    <a:pt x="46" y="28"/>
                    <a:pt x="48" y="37"/>
                  </a:cubicBezTo>
                  <a:cubicBezTo>
                    <a:pt x="57" y="66"/>
                    <a:pt x="19" y="69"/>
                    <a:pt x="0" y="73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30" name="Freeform 584">
              <a:extLst>
                <a:ext uri="{FF2B5EF4-FFF2-40B4-BE49-F238E27FC236}">
                  <a16:creationId xmlns:a16="http://schemas.microsoft.com/office/drawing/2014/main" id="{36432A33-B4BF-470F-85F1-B7EF540C4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104"/>
              <a:ext cx="141" cy="113"/>
            </a:xfrm>
            <a:custGeom>
              <a:avLst/>
              <a:gdLst>
                <a:gd name="T0" fmla="*/ 0 w 73"/>
                <a:gd name="T1" fmla="*/ 355 h 55"/>
                <a:gd name="T2" fmla="*/ 137 w 73"/>
                <a:gd name="T3" fmla="*/ 444 h 55"/>
                <a:gd name="T4" fmla="*/ 404 w 73"/>
                <a:gd name="T5" fmla="*/ 427 h 55"/>
                <a:gd name="T6" fmla="*/ 525 w 73"/>
                <a:gd name="T7" fmla="*/ 156 h 55"/>
                <a:gd name="T8" fmla="*/ 361 w 73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5">
                  <a:moveTo>
                    <a:pt x="0" y="41"/>
                  </a:moveTo>
                  <a:cubicBezTo>
                    <a:pt x="6" y="43"/>
                    <a:pt x="12" y="49"/>
                    <a:pt x="19" y="51"/>
                  </a:cubicBezTo>
                  <a:cubicBezTo>
                    <a:pt x="31" y="55"/>
                    <a:pt x="45" y="54"/>
                    <a:pt x="56" y="49"/>
                  </a:cubicBezTo>
                  <a:cubicBezTo>
                    <a:pt x="67" y="43"/>
                    <a:pt x="73" y="30"/>
                    <a:pt x="73" y="18"/>
                  </a:cubicBezTo>
                  <a:cubicBezTo>
                    <a:pt x="72" y="6"/>
                    <a:pt x="61" y="0"/>
                    <a:pt x="50" y="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31" name="Freeform 585">
              <a:extLst>
                <a:ext uri="{FF2B5EF4-FFF2-40B4-BE49-F238E27FC236}">
                  <a16:creationId xmlns:a16="http://schemas.microsoft.com/office/drawing/2014/main" id="{69A0250C-C751-45B3-9155-A97EA880E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1349"/>
              <a:ext cx="178" cy="95"/>
            </a:xfrm>
            <a:custGeom>
              <a:avLst/>
              <a:gdLst>
                <a:gd name="T0" fmla="*/ 0 w 92"/>
                <a:gd name="T1" fmla="*/ 192 h 46"/>
                <a:gd name="T2" fmla="*/ 501 w 92"/>
                <a:gd name="T3" fmla="*/ 324 h 46"/>
                <a:gd name="T4" fmla="*/ 629 w 92"/>
                <a:gd name="T5" fmla="*/ 149 h 46"/>
                <a:gd name="T6" fmla="*/ 536 w 92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6">
                  <a:moveTo>
                    <a:pt x="0" y="22"/>
                  </a:moveTo>
                  <a:cubicBezTo>
                    <a:pt x="16" y="37"/>
                    <a:pt x="48" y="46"/>
                    <a:pt x="69" y="37"/>
                  </a:cubicBezTo>
                  <a:cubicBezTo>
                    <a:pt x="77" y="33"/>
                    <a:pt x="84" y="25"/>
                    <a:pt x="87" y="17"/>
                  </a:cubicBezTo>
                  <a:cubicBezTo>
                    <a:pt x="92" y="4"/>
                    <a:pt x="85" y="2"/>
                    <a:pt x="74" y="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32" name="Freeform 586">
              <a:extLst>
                <a:ext uri="{FF2B5EF4-FFF2-40B4-BE49-F238E27FC236}">
                  <a16:creationId xmlns:a16="http://schemas.microsoft.com/office/drawing/2014/main" id="{1D02B8D3-96EA-4C9D-A0BC-4AD209453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" y="1227"/>
              <a:ext cx="80" cy="130"/>
            </a:xfrm>
            <a:custGeom>
              <a:avLst/>
              <a:gdLst>
                <a:gd name="T0" fmla="*/ 0 w 41"/>
                <a:gd name="T1" fmla="*/ 0 h 63"/>
                <a:gd name="T2" fmla="*/ 260 w 41"/>
                <a:gd name="T3" fmla="*/ 184 h 63"/>
                <a:gd name="T4" fmla="*/ 209 w 41"/>
                <a:gd name="T5" fmla="*/ 55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3">
                  <a:moveTo>
                    <a:pt x="0" y="0"/>
                  </a:moveTo>
                  <a:cubicBezTo>
                    <a:pt x="12" y="6"/>
                    <a:pt x="28" y="8"/>
                    <a:pt x="35" y="21"/>
                  </a:cubicBezTo>
                  <a:cubicBezTo>
                    <a:pt x="41" y="32"/>
                    <a:pt x="39" y="56"/>
                    <a:pt x="28" y="63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33" name="Freeform 587">
              <a:extLst>
                <a:ext uri="{FF2B5EF4-FFF2-40B4-BE49-F238E27FC236}">
                  <a16:creationId xmlns:a16="http://schemas.microsoft.com/office/drawing/2014/main" id="{CF1C17EB-5882-4D5B-AD28-6785ED88C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1314"/>
              <a:ext cx="472" cy="718"/>
            </a:xfrm>
            <a:custGeom>
              <a:avLst/>
              <a:gdLst>
                <a:gd name="T0" fmla="*/ 1681 w 244"/>
                <a:gd name="T1" fmla="*/ 0 h 348"/>
                <a:gd name="T2" fmla="*/ 1093 w 244"/>
                <a:gd name="T3" fmla="*/ 2303 h 348"/>
                <a:gd name="T4" fmla="*/ 0 w 244"/>
                <a:gd name="T5" fmla="*/ 3047 h 348"/>
                <a:gd name="T6" fmla="*/ 0 w 244"/>
                <a:gd name="T7" fmla="*/ 3056 h 348"/>
                <a:gd name="T8" fmla="*/ 1145 w 244"/>
                <a:gd name="T9" fmla="*/ 2346 h 348"/>
                <a:gd name="T10" fmla="*/ 1681 w 244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4" h="348">
                  <a:moveTo>
                    <a:pt x="232" y="0"/>
                  </a:moveTo>
                  <a:cubicBezTo>
                    <a:pt x="240" y="96"/>
                    <a:pt x="209" y="192"/>
                    <a:pt x="151" y="262"/>
                  </a:cubicBezTo>
                  <a:cubicBezTo>
                    <a:pt x="105" y="318"/>
                    <a:pt x="44" y="343"/>
                    <a:pt x="0" y="347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45" y="343"/>
                    <a:pt x="109" y="325"/>
                    <a:pt x="158" y="267"/>
                  </a:cubicBezTo>
                  <a:cubicBezTo>
                    <a:pt x="217" y="195"/>
                    <a:pt x="244" y="98"/>
                    <a:pt x="2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34" name="Freeform 588">
              <a:extLst>
                <a:ext uri="{FF2B5EF4-FFF2-40B4-BE49-F238E27FC236}">
                  <a16:creationId xmlns:a16="http://schemas.microsoft.com/office/drawing/2014/main" id="{A141A477-EEB6-44F4-876D-0EE08A019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1275"/>
              <a:ext cx="1526" cy="649"/>
            </a:xfrm>
            <a:custGeom>
              <a:avLst/>
              <a:gdLst>
                <a:gd name="T0" fmla="*/ 4937 w 790"/>
                <a:gd name="T1" fmla="*/ 2755 h 315"/>
                <a:gd name="T2" fmla="*/ 5694 w 790"/>
                <a:gd name="T3" fmla="*/ 1370 h 315"/>
                <a:gd name="T4" fmla="*/ 5694 w 790"/>
                <a:gd name="T5" fmla="*/ 1362 h 315"/>
                <a:gd name="T6" fmla="*/ 4995 w 790"/>
                <a:gd name="T7" fmla="*/ 1181 h 315"/>
                <a:gd name="T8" fmla="*/ 4269 w 790"/>
                <a:gd name="T9" fmla="*/ 1082 h 315"/>
                <a:gd name="T10" fmla="*/ 3604 w 790"/>
                <a:gd name="T11" fmla="*/ 760 h 315"/>
                <a:gd name="T12" fmla="*/ 3056 w 790"/>
                <a:gd name="T13" fmla="*/ 733 h 315"/>
                <a:gd name="T14" fmla="*/ 2623 w 790"/>
                <a:gd name="T15" fmla="*/ 505 h 315"/>
                <a:gd name="T16" fmla="*/ 1630 w 790"/>
                <a:gd name="T17" fmla="*/ 245 h 315"/>
                <a:gd name="T18" fmla="*/ 388 w 790"/>
                <a:gd name="T19" fmla="*/ 25 h 315"/>
                <a:gd name="T20" fmla="*/ 0 w 790"/>
                <a:gd name="T21" fmla="*/ 33 h 315"/>
                <a:gd name="T22" fmla="*/ 2538 w 790"/>
                <a:gd name="T23" fmla="*/ 956 h 315"/>
                <a:gd name="T24" fmla="*/ 4937 w 790"/>
                <a:gd name="T25" fmla="*/ 2755 h 3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0" h="315">
                  <a:moveTo>
                    <a:pt x="685" y="315"/>
                  </a:moveTo>
                  <a:cubicBezTo>
                    <a:pt x="790" y="157"/>
                    <a:pt x="790" y="157"/>
                    <a:pt x="790" y="157"/>
                  </a:cubicBezTo>
                  <a:cubicBezTo>
                    <a:pt x="790" y="157"/>
                    <a:pt x="790" y="157"/>
                    <a:pt x="790" y="156"/>
                  </a:cubicBezTo>
                  <a:cubicBezTo>
                    <a:pt x="783" y="150"/>
                    <a:pt x="730" y="129"/>
                    <a:pt x="693" y="135"/>
                  </a:cubicBezTo>
                  <a:cubicBezTo>
                    <a:pt x="659" y="140"/>
                    <a:pt x="626" y="137"/>
                    <a:pt x="592" y="124"/>
                  </a:cubicBezTo>
                  <a:cubicBezTo>
                    <a:pt x="558" y="110"/>
                    <a:pt x="539" y="95"/>
                    <a:pt x="500" y="87"/>
                  </a:cubicBezTo>
                  <a:cubicBezTo>
                    <a:pt x="475" y="81"/>
                    <a:pt x="449" y="87"/>
                    <a:pt x="424" y="84"/>
                  </a:cubicBezTo>
                  <a:cubicBezTo>
                    <a:pt x="398" y="81"/>
                    <a:pt x="386" y="69"/>
                    <a:pt x="364" y="58"/>
                  </a:cubicBezTo>
                  <a:cubicBezTo>
                    <a:pt x="321" y="34"/>
                    <a:pt x="273" y="37"/>
                    <a:pt x="226" y="28"/>
                  </a:cubicBezTo>
                  <a:cubicBezTo>
                    <a:pt x="171" y="17"/>
                    <a:pt x="112" y="0"/>
                    <a:pt x="54" y="3"/>
                  </a:cubicBezTo>
                  <a:cubicBezTo>
                    <a:pt x="39" y="3"/>
                    <a:pt x="19" y="4"/>
                    <a:pt x="0" y="4"/>
                  </a:cubicBezTo>
                  <a:cubicBezTo>
                    <a:pt x="124" y="38"/>
                    <a:pt x="258" y="70"/>
                    <a:pt x="352" y="109"/>
                  </a:cubicBezTo>
                  <a:cubicBezTo>
                    <a:pt x="547" y="190"/>
                    <a:pt x="643" y="279"/>
                    <a:pt x="685" y="31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35" name="Freeform 589">
              <a:extLst>
                <a:ext uri="{FF2B5EF4-FFF2-40B4-BE49-F238E27FC236}">
                  <a16:creationId xmlns:a16="http://schemas.microsoft.com/office/drawing/2014/main" id="{D12406CB-3C84-4C24-8ED5-19BAE2712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598"/>
              <a:ext cx="599" cy="417"/>
            </a:xfrm>
            <a:custGeom>
              <a:avLst/>
              <a:gdLst>
                <a:gd name="T0" fmla="*/ 1847 w 310"/>
                <a:gd name="T1" fmla="*/ 976 h 202"/>
                <a:gd name="T2" fmla="*/ 2236 w 310"/>
                <a:gd name="T3" fmla="*/ 97 h 202"/>
                <a:gd name="T4" fmla="*/ 1942 w 310"/>
                <a:gd name="T5" fmla="*/ 617 h 202"/>
                <a:gd name="T6" fmla="*/ 1509 w 310"/>
                <a:gd name="T7" fmla="*/ 737 h 202"/>
                <a:gd name="T8" fmla="*/ 1225 w 310"/>
                <a:gd name="T9" fmla="*/ 553 h 202"/>
                <a:gd name="T10" fmla="*/ 757 w 310"/>
                <a:gd name="T11" fmla="*/ 0 h 202"/>
                <a:gd name="T12" fmla="*/ 0 w 310"/>
                <a:gd name="T13" fmla="*/ 1389 h 202"/>
                <a:gd name="T14" fmla="*/ 0 w 310"/>
                <a:gd name="T15" fmla="*/ 1389 h 202"/>
                <a:gd name="T16" fmla="*/ 0 w 310"/>
                <a:gd name="T17" fmla="*/ 1389 h 202"/>
                <a:gd name="T18" fmla="*/ 1847 w 310"/>
                <a:gd name="T19" fmla="*/ 976 h 2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0" h="202">
                  <a:moveTo>
                    <a:pt x="256" y="111"/>
                  </a:moveTo>
                  <a:cubicBezTo>
                    <a:pt x="281" y="80"/>
                    <a:pt x="299" y="46"/>
                    <a:pt x="310" y="11"/>
                  </a:cubicBezTo>
                  <a:cubicBezTo>
                    <a:pt x="299" y="34"/>
                    <a:pt x="284" y="60"/>
                    <a:pt x="269" y="70"/>
                  </a:cubicBezTo>
                  <a:cubicBezTo>
                    <a:pt x="248" y="85"/>
                    <a:pt x="230" y="87"/>
                    <a:pt x="209" y="84"/>
                  </a:cubicBezTo>
                  <a:cubicBezTo>
                    <a:pt x="192" y="82"/>
                    <a:pt x="180" y="74"/>
                    <a:pt x="170" y="63"/>
                  </a:cubicBezTo>
                  <a:cubicBezTo>
                    <a:pt x="148" y="40"/>
                    <a:pt x="107" y="29"/>
                    <a:pt x="10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40" y="188"/>
                    <a:pt x="181" y="202"/>
                    <a:pt x="256" y="11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36" name="Freeform 590">
              <a:extLst>
                <a:ext uri="{FF2B5EF4-FFF2-40B4-BE49-F238E27FC236}">
                  <a16:creationId xmlns:a16="http://schemas.microsoft.com/office/drawing/2014/main" id="{5D43399C-A0DD-440E-81F2-9F122047A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1689"/>
              <a:ext cx="242" cy="101"/>
            </a:xfrm>
            <a:custGeom>
              <a:avLst/>
              <a:gdLst>
                <a:gd name="T0" fmla="*/ 23 w 125"/>
                <a:gd name="T1" fmla="*/ 165 h 49"/>
                <a:gd name="T2" fmla="*/ 304 w 125"/>
                <a:gd name="T3" fmla="*/ 348 h 49"/>
                <a:gd name="T4" fmla="*/ 738 w 125"/>
                <a:gd name="T5" fmla="*/ 229 h 49"/>
                <a:gd name="T6" fmla="*/ 908 w 125"/>
                <a:gd name="T7" fmla="*/ 0 h 49"/>
                <a:gd name="T8" fmla="*/ 0 w 125"/>
                <a:gd name="T9" fmla="*/ 140 h 49"/>
                <a:gd name="T10" fmla="*/ 23 w 125"/>
                <a:gd name="T11" fmla="*/ 16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49">
                  <a:moveTo>
                    <a:pt x="3" y="19"/>
                  </a:moveTo>
                  <a:cubicBezTo>
                    <a:pt x="13" y="30"/>
                    <a:pt x="25" y="38"/>
                    <a:pt x="42" y="40"/>
                  </a:cubicBezTo>
                  <a:cubicBezTo>
                    <a:pt x="63" y="43"/>
                    <a:pt x="81" y="41"/>
                    <a:pt x="102" y="26"/>
                  </a:cubicBezTo>
                  <a:cubicBezTo>
                    <a:pt x="110" y="21"/>
                    <a:pt x="117" y="11"/>
                    <a:pt x="125" y="0"/>
                  </a:cubicBezTo>
                  <a:cubicBezTo>
                    <a:pt x="71" y="49"/>
                    <a:pt x="19" y="30"/>
                    <a:pt x="0" y="16"/>
                  </a:cubicBezTo>
                  <a:cubicBezTo>
                    <a:pt x="1" y="17"/>
                    <a:pt x="2" y="18"/>
                    <a:pt x="3" y="19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37" name="Freeform 591">
              <a:extLst>
                <a:ext uri="{FF2B5EF4-FFF2-40B4-BE49-F238E27FC236}">
                  <a16:creationId xmlns:a16="http://schemas.microsoft.com/office/drawing/2014/main" id="{80921E7B-7D5C-4129-B1EE-04E6200A0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1689"/>
              <a:ext cx="242" cy="101"/>
            </a:xfrm>
            <a:custGeom>
              <a:avLst/>
              <a:gdLst>
                <a:gd name="T0" fmla="*/ 23 w 125"/>
                <a:gd name="T1" fmla="*/ 165 h 49"/>
                <a:gd name="T2" fmla="*/ 304 w 125"/>
                <a:gd name="T3" fmla="*/ 348 h 49"/>
                <a:gd name="T4" fmla="*/ 738 w 125"/>
                <a:gd name="T5" fmla="*/ 229 h 49"/>
                <a:gd name="T6" fmla="*/ 908 w 125"/>
                <a:gd name="T7" fmla="*/ 0 h 49"/>
                <a:gd name="T8" fmla="*/ 0 w 125"/>
                <a:gd name="T9" fmla="*/ 140 h 49"/>
                <a:gd name="T10" fmla="*/ 23 w 125"/>
                <a:gd name="T11" fmla="*/ 16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49">
                  <a:moveTo>
                    <a:pt x="3" y="19"/>
                  </a:moveTo>
                  <a:cubicBezTo>
                    <a:pt x="13" y="30"/>
                    <a:pt x="25" y="38"/>
                    <a:pt x="42" y="40"/>
                  </a:cubicBezTo>
                  <a:cubicBezTo>
                    <a:pt x="63" y="43"/>
                    <a:pt x="81" y="41"/>
                    <a:pt x="102" y="26"/>
                  </a:cubicBezTo>
                  <a:cubicBezTo>
                    <a:pt x="110" y="21"/>
                    <a:pt x="117" y="11"/>
                    <a:pt x="125" y="0"/>
                  </a:cubicBezTo>
                  <a:cubicBezTo>
                    <a:pt x="71" y="49"/>
                    <a:pt x="19" y="30"/>
                    <a:pt x="0" y="16"/>
                  </a:cubicBezTo>
                  <a:cubicBezTo>
                    <a:pt x="1" y="17"/>
                    <a:pt x="2" y="18"/>
                    <a:pt x="3" y="19"/>
                  </a:cubicBezTo>
                  <a:close/>
                </a:path>
              </a:pathLst>
            </a:custGeom>
            <a:solidFill>
              <a:srgbClr val="FFEA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38" name="Freeform 592">
              <a:extLst>
                <a:ext uri="{FF2B5EF4-FFF2-40B4-BE49-F238E27FC236}">
                  <a16:creationId xmlns:a16="http://schemas.microsoft.com/office/drawing/2014/main" id="{37F48255-A7E4-49B4-A88A-ADDD18948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398"/>
              <a:ext cx="765" cy="176"/>
            </a:xfrm>
            <a:custGeom>
              <a:avLst/>
              <a:gdLst>
                <a:gd name="T0" fmla="*/ 2855 w 396"/>
                <a:gd name="T1" fmla="*/ 754 h 85"/>
                <a:gd name="T2" fmla="*/ 2042 w 396"/>
                <a:gd name="T3" fmla="*/ 540 h 85"/>
                <a:gd name="T4" fmla="*/ 1097 w 396"/>
                <a:gd name="T5" fmla="*/ 240 h 85"/>
                <a:gd name="T6" fmla="*/ 469 w 396"/>
                <a:gd name="T7" fmla="*/ 168 h 85"/>
                <a:gd name="T8" fmla="*/ 0 w 396"/>
                <a:gd name="T9" fmla="*/ 0 h 85"/>
                <a:gd name="T10" fmla="*/ 396 w 396"/>
                <a:gd name="T11" fmla="*/ 215 h 85"/>
                <a:gd name="T12" fmla="*/ 945 w 396"/>
                <a:gd name="T13" fmla="*/ 240 h 85"/>
                <a:gd name="T14" fmla="*/ 1609 w 396"/>
                <a:gd name="T15" fmla="*/ 569 h 85"/>
                <a:gd name="T16" fmla="*/ 2336 w 396"/>
                <a:gd name="T17" fmla="*/ 665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6" h="85">
                  <a:moveTo>
                    <a:pt x="396" y="85"/>
                  </a:moveTo>
                  <a:cubicBezTo>
                    <a:pt x="364" y="69"/>
                    <a:pt x="323" y="60"/>
                    <a:pt x="283" y="61"/>
                  </a:cubicBezTo>
                  <a:cubicBezTo>
                    <a:pt x="240" y="63"/>
                    <a:pt x="187" y="37"/>
                    <a:pt x="152" y="27"/>
                  </a:cubicBezTo>
                  <a:cubicBezTo>
                    <a:pt x="117" y="16"/>
                    <a:pt x="95" y="19"/>
                    <a:pt x="65" y="19"/>
                  </a:cubicBezTo>
                  <a:cubicBezTo>
                    <a:pt x="38" y="19"/>
                    <a:pt x="17" y="10"/>
                    <a:pt x="0" y="0"/>
                  </a:cubicBezTo>
                  <a:cubicBezTo>
                    <a:pt x="19" y="11"/>
                    <a:pt x="31" y="21"/>
                    <a:pt x="55" y="24"/>
                  </a:cubicBezTo>
                  <a:cubicBezTo>
                    <a:pt x="80" y="27"/>
                    <a:pt x="106" y="21"/>
                    <a:pt x="131" y="27"/>
                  </a:cubicBezTo>
                  <a:cubicBezTo>
                    <a:pt x="170" y="35"/>
                    <a:pt x="189" y="50"/>
                    <a:pt x="223" y="64"/>
                  </a:cubicBezTo>
                  <a:cubicBezTo>
                    <a:pt x="257" y="77"/>
                    <a:pt x="290" y="80"/>
                    <a:pt x="324" y="7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39" name="Freeform 593">
              <a:extLst>
                <a:ext uri="{FF2B5EF4-FFF2-40B4-BE49-F238E27FC236}">
                  <a16:creationId xmlns:a16="http://schemas.microsoft.com/office/drawing/2014/main" id="{10A16AC8-03EA-4C4D-BFC8-1E7A75ECBE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0" y="722"/>
              <a:ext cx="2460" cy="1266"/>
            </a:xfrm>
            <a:custGeom>
              <a:avLst/>
              <a:gdLst>
                <a:gd name="T0" fmla="*/ 9026 w 1273"/>
                <a:gd name="T1" fmla="*/ 1454 h 614"/>
                <a:gd name="T2" fmla="*/ 9187 w 1273"/>
                <a:gd name="T3" fmla="*/ 1165 h 614"/>
                <a:gd name="T4" fmla="*/ 4112 w 1273"/>
                <a:gd name="T5" fmla="*/ 544 h 614"/>
                <a:gd name="T6" fmla="*/ 1270 w 1273"/>
                <a:gd name="T7" fmla="*/ 0 h 614"/>
                <a:gd name="T8" fmla="*/ 1169 w 1273"/>
                <a:gd name="T9" fmla="*/ 115 h 614"/>
                <a:gd name="T10" fmla="*/ 3917 w 1273"/>
                <a:gd name="T11" fmla="*/ 736 h 614"/>
                <a:gd name="T12" fmla="*/ 9026 w 1273"/>
                <a:gd name="T13" fmla="*/ 1454 h 614"/>
                <a:gd name="T14" fmla="*/ 0 w 1273"/>
                <a:gd name="T15" fmla="*/ 1561 h 614"/>
                <a:gd name="T16" fmla="*/ 4445 w 1273"/>
                <a:gd name="T17" fmla="*/ 3532 h 614"/>
                <a:gd name="T18" fmla="*/ 6885 w 1273"/>
                <a:gd name="T19" fmla="*/ 5382 h 614"/>
                <a:gd name="T20" fmla="*/ 6885 w 1273"/>
                <a:gd name="T21" fmla="*/ 5382 h 614"/>
                <a:gd name="T22" fmla="*/ 7036 w 1273"/>
                <a:gd name="T23" fmla="*/ 5109 h 614"/>
                <a:gd name="T24" fmla="*/ 4634 w 1273"/>
                <a:gd name="T25" fmla="*/ 3303 h 614"/>
                <a:gd name="T26" fmla="*/ 72 w 1273"/>
                <a:gd name="T27" fmla="*/ 1462 h 614"/>
                <a:gd name="T28" fmla="*/ 72 w 1273"/>
                <a:gd name="T29" fmla="*/ 1462 h 614"/>
                <a:gd name="T30" fmla="*/ 0 w 1273"/>
                <a:gd name="T31" fmla="*/ 1561 h 6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3" h="614">
                  <a:moveTo>
                    <a:pt x="1251" y="166"/>
                  </a:moveTo>
                  <a:cubicBezTo>
                    <a:pt x="1273" y="133"/>
                    <a:pt x="1273" y="133"/>
                    <a:pt x="1273" y="133"/>
                  </a:cubicBezTo>
                  <a:cubicBezTo>
                    <a:pt x="1137" y="65"/>
                    <a:pt x="789" y="72"/>
                    <a:pt x="570" y="62"/>
                  </a:cubicBezTo>
                  <a:cubicBezTo>
                    <a:pt x="407" y="55"/>
                    <a:pt x="260" y="30"/>
                    <a:pt x="176" y="0"/>
                  </a:cubicBezTo>
                  <a:cubicBezTo>
                    <a:pt x="162" y="13"/>
                    <a:pt x="162" y="13"/>
                    <a:pt x="162" y="13"/>
                  </a:cubicBezTo>
                  <a:cubicBezTo>
                    <a:pt x="246" y="43"/>
                    <a:pt x="380" y="77"/>
                    <a:pt x="543" y="84"/>
                  </a:cubicBezTo>
                  <a:cubicBezTo>
                    <a:pt x="762" y="94"/>
                    <a:pt x="1115" y="98"/>
                    <a:pt x="1251" y="166"/>
                  </a:cubicBezTo>
                  <a:close/>
                  <a:moveTo>
                    <a:pt x="0" y="178"/>
                  </a:moveTo>
                  <a:cubicBezTo>
                    <a:pt x="124" y="265"/>
                    <a:pt x="435" y="328"/>
                    <a:pt x="616" y="403"/>
                  </a:cubicBezTo>
                  <a:cubicBezTo>
                    <a:pt x="817" y="486"/>
                    <a:pt x="914" y="580"/>
                    <a:pt x="954" y="614"/>
                  </a:cubicBezTo>
                  <a:cubicBezTo>
                    <a:pt x="954" y="614"/>
                    <a:pt x="954" y="614"/>
                    <a:pt x="954" y="614"/>
                  </a:cubicBezTo>
                  <a:cubicBezTo>
                    <a:pt x="975" y="583"/>
                    <a:pt x="975" y="583"/>
                    <a:pt x="975" y="583"/>
                  </a:cubicBezTo>
                  <a:cubicBezTo>
                    <a:pt x="933" y="547"/>
                    <a:pt x="837" y="458"/>
                    <a:pt x="642" y="377"/>
                  </a:cubicBezTo>
                  <a:cubicBezTo>
                    <a:pt x="461" y="302"/>
                    <a:pt x="134" y="254"/>
                    <a:pt x="10" y="167"/>
                  </a:cubicBezTo>
                  <a:cubicBezTo>
                    <a:pt x="10" y="167"/>
                    <a:pt x="10" y="167"/>
                    <a:pt x="10" y="167"/>
                  </a:cubicBezTo>
                  <a:lnTo>
                    <a:pt x="0" y="178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40" name="Freeform 594">
              <a:extLst>
                <a:ext uri="{FF2B5EF4-FFF2-40B4-BE49-F238E27FC236}">
                  <a16:creationId xmlns:a16="http://schemas.microsoft.com/office/drawing/2014/main" id="{6794E4AC-B0FD-4A11-942A-99BF812C3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996"/>
              <a:ext cx="816" cy="1106"/>
            </a:xfrm>
            <a:custGeom>
              <a:avLst/>
              <a:gdLst>
                <a:gd name="T0" fmla="*/ 2307 w 422"/>
                <a:gd name="T1" fmla="*/ 0 h 536"/>
                <a:gd name="T2" fmla="*/ 2299 w 422"/>
                <a:gd name="T3" fmla="*/ 8 h 536"/>
                <a:gd name="T4" fmla="*/ 2146 w 422"/>
                <a:gd name="T5" fmla="*/ 289 h 536"/>
                <a:gd name="T6" fmla="*/ 2003 w 422"/>
                <a:gd name="T7" fmla="*/ 3543 h 536"/>
                <a:gd name="T8" fmla="*/ 153 w 422"/>
                <a:gd name="T9" fmla="*/ 3956 h 536"/>
                <a:gd name="T10" fmla="*/ 0 w 422"/>
                <a:gd name="T11" fmla="*/ 4228 h 536"/>
                <a:gd name="T12" fmla="*/ 2214 w 422"/>
                <a:gd name="T13" fmla="*/ 3751 h 536"/>
                <a:gd name="T14" fmla="*/ 2307 w 422"/>
                <a:gd name="T15" fmla="*/ 0 h 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2" h="536">
                  <a:moveTo>
                    <a:pt x="319" y="0"/>
                  </a:moveTo>
                  <a:cubicBezTo>
                    <a:pt x="318" y="1"/>
                    <a:pt x="318" y="1"/>
                    <a:pt x="318" y="1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357" y="104"/>
                    <a:pt x="379" y="280"/>
                    <a:pt x="277" y="403"/>
                  </a:cubicBezTo>
                  <a:cubicBezTo>
                    <a:pt x="202" y="494"/>
                    <a:pt x="61" y="480"/>
                    <a:pt x="21" y="450"/>
                  </a:cubicBezTo>
                  <a:cubicBezTo>
                    <a:pt x="0" y="481"/>
                    <a:pt x="0" y="481"/>
                    <a:pt x="0" y="481"/>
                  </a:cubicBezTo>
                  <a:cubicBezTo>
                    <a:pt x="53" y="522"/>
                    <a:pt x="216" y="536"/>
                    <a:pt x="306" y="427"/>
                  </a:cubicBezTo>
                  <a:cubicBezTo>
                    <a:pt x="422" y="288"/>
                    <a:pt x="398" y="83"/>
                    <a:pt x="319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41" name="Freeform 595">
              <a:extLst>
                <a:ext uri="{FF2B5EF4-FFF2-40B4-BE49-F238E27FC236}">
                  <a16:creationId xmlns:a16="http://schemas.microsoft.com/office/drawing/2014/main" id="{1753E58D-F16F-4A02-AF67-DEED1B6EF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749"/>
              <a:ext cx="2557" cy="1266"/>
            </a:xfrm>
            <a:custGeom>
              <a:avLst/>
              <a:gdLst>
                <a:gd name="T0" fmla="*/ 4561 w 1323"/>
                <a:gd name="T1" fmla="*/ 3192 h 614"/>
                <a:gd name="T2" fmla="*/ 6967 w 1323"/>
                <a:gd name="T3" fmla="*/ 4996 h 614"/>
                <a:gd name="T4" fmla="*/ 6967 w 1323"/>
                <a:gd name="T5" fmla="*/ 4996 h 614"/>
                <a:gd name="T6" fmla="*/ 8815 w 1323"/>
                <a:gd name="T7" fmla="*/ 4584 h 614"/>
                <a:gd name="T8" fmla="*/ 8962 w 1323"/>
                <a:gd name="T9" fmla="*/ 1338 h 614"/>
                <a:gd name="T10" fmla="*/ 9024 w 1323"/>
                <a:gd name="T11" fmla="*/ 1221 h 614"/>
                <a:gd name="T12" fmla="*/ 9024 w 1323"/>
                <a:gd name="T13" fmla="*/ 1221 h 614"/>
                <a:gd name="T14" fmla="*/ 8962 w 1323"/>
                <a:gd name="T15" fmla="*/ 1338 h 614"/>
                <a:gd name="T16" fmla="*/ 3848 w 1323"/>
                <a:gd name="T17" fmla="*/ 621 h 614"/>
                <a:gd name="T18" fmla="*/ 1098 w 1323"/>
                <a:gd name="T19" fmla="*/ 0 h 614"/>
                <a:gd name="T20" fmla="*/ 0 w 1323"/>
                <a:gd name="T21" fmla="*/ 1353 h 614"/>
                <a:gd name="T22" fmla="*/ 0 w 1323"/>
                <a:gd name="T23" fmla="*/ 1353 h 614"/>
                <a:gd name="T24" fmla="*/ 4561 w 1323"/>
                <a:gd name="T25" fmla="*/ 3192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3" h="614">
                  <a:moveTo>
                    <a:pt x="632" y="364"/>
                  </a:moveTo>
                  <a:cubicBezTo>
                    <a:pt x="827" y="445"/>
                    <a:pt x="923" y="534"/>
                    <a:pt x="965" y="570"/>
                  </a:cubicBezTo>
                  <a:cubicBezTo>
                    <a:pt x="965" y="570"/>
                    <a:pt x="965" y="570"/>
                    <a:pt x="965" y="570"/>
                  </a:cubicBezTo>
                  <a:cubicBezTo>
                    <a:pt x="1005" y="600"/>
                    <a:pt x="1146" y="614"/>
                    <a:pt x="1221" y="523"/>
                  </a:cubicBezTo>
                  <a:cubicBezTo>
                    <a:pt x="1323" y="400"/>
                    <a:pt x="1301" y="224"/>
                    <a:pt x="1241" y="153"/>
                  </a:cubicBezTo>
                  <a:cubicBezTo>
                    <a:pt x="1250" y="139"/>
                    <a:pt x="1250" y="139"/>
                    <a:pt x="1250" y="139"/>
                  </a:cubicBezTo>
                  <a:cubicBezTo>
                    <a:pt x="1250" y="139"/>
                    <a:pt x="1250" y="139"/>
                    <a:pt x="1250" y="139"/>
                  </a:cubicBezTo>
                  <a:cubicBezTo>
                    <a:pt x="1241" y="153"/>
                    <a:pt x="1241" y="153"/>
                    <a:pt x="1241" y="153"/>
                  </a:cubicBezTo>
                  <a:cubicBezTo>
                    <a:pt x="1105" y="85"/>
                    <a:pt x="752" y="81"/>
                    <a:pt x="533" y="71"/>
                  </a:cubicBezTo>
                  <a:cubicBezTo>
                    <a:pt x="370" y="64"/>
                    <a:pt x="236" y="30"/>
                    <a:pt x="152" y="0"/>
                  </a:cubicBezTo>
                  <a:cubicBezTo>
                    <a:pt x="194" y="80"/>
                    <a:pt x="123" y="200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124" y="241"/>
                    <a:pt x="451" y="289"/>
                    <a:pt x="632" y="36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42" name="Line 596">
              <a:extLst>
                <a:ext uri="{FF2B5EF4-FFF2-40B4-BE49-F238E27FC236}">
                  <a16:creationId xmlns:a16="http://schemas.microsoft.com/office/drawing/2014/main" id="{6B77BEE1-B9B7-408C-810E-74AAE2EC3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5" y="1598"/>
              <a:ext cx="202" cy="326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43" name="Freeform 597">
              <a:extLst>
                <a:ext uri="{FF2B5EF4-FFF2-40B4-BE49-F238E27FC236}">
                  <a16:creationId xmlns:a16="http://schemas.microsoft.com/office/drawing/2014/main" id="{B02C4C1B-B541-4D6A-80F3-52E74E09F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1275"/>
              <a:ext cx="1923" cy="740"/>
            </a:xfrm>
            <a:custGeom>
              <a:avLst/>
              <a:gdLst>
                <a:gd name="T0" fmla="*/ 7029 w 995"/>
                <a:gd name="T1" fmla="*/ 1797 h 359"/>
                <a:gd name="T2" fmla="*/ 7052 w 995"/>
                <a:gd name="T3" fmla="*/ 1758 h 359"/>
                <a:gd name="T4" fmla="*/ 6152 w 995"/>
                <a:gd name="T5" fmla="*/ 1898 h 359"/>
                <a:gd name="T6" fmla="*/ 6152 w 995"/>
                <a:gd name="T7" fmla="*/ 1898 h 359"/>
                <a:gd name="T8" fmla="*/ 5703 w 995"/>
                <a:gd name="T9" fmla="*/ 1377 h 359"/>
                <a:gd name="T10" fmla="*/ 5703 w 995"/>
                <a:gd name="T11" fmla="*/ 1369 h 359"/>
                <a:gd name="T12" fmla="*/ 5520 w 995"/>
                <a:gd name="T13" fmla="*/ 1270 h 359"/>
                <a:gd name="T14" fmla="*/ 4706 w 995"/>
                <a:gd name="T15" fmla="*/ 1057 h 359"/>
                <a:gd name="T16" fmla="*/ 3761 w 995"/>
                <a:gd name="T17" fmla="*/ 761 h 359"/>
                <a:gd name="T18" fmla="*/ 3135 w 995"/>
                <a:gd name="T19" fmla="*/ 693 h 359"/>
                <a:gd name="T20" fmla="*/ 2663 w 995"/>
                <a:gd name="T21" fmla="*/ 528 h 359"/>
                <a:gd name="T22" fmla="*/ 2626 w 995"/>
                <a:gd name="T23" fmla="*/ 509 h 359"/>
                <a:gd name="T24" fmla="*/ 1633 w 995"/>
                <a:gd name="T25" fmla="*/ 247 h 359"/>
                <a:gd name="T26" fmla="*/ 388 w 995"/>
                <a:gd name="T27" fmla="*/ 25 h 359"/>
                <a:gd name="T28" fmla="*/ 0 w 995"/>
                <a:gd name="T29" fmla="*/ 33 h 359"/>
                <a:gd name="T30" fmla="*/ 2540 w 995"/>
                <a:gd name="T31" fmla="*/ 956 h 359"/>
                <a:gd name="T32" fmla="*/ 4946 w 995"/>
                <a:gd name="T33" fmla="*/ 2758 h 359"/>
                <a:gd name="T34" fmla="*/ 4946 w 995"/>
                <a:gd name="T35" fmla="*/ 2758 h 359"/>
                <a:gd name="T36" fmla="*/ 4946 w 995"/>
                <a:gd name="T37" fmla="*/ 2758 h 359"/>
                <a:gd name="T38" fmla="*/ 6795 w 995"/>
                <a:gd name="T39" fmla="*/ 2346 h 359"/>
                <a:gd name="T40" fmla="*/ 7184 w 995"/>
                <a:gd name="T41" fmla="*/ 1470 h 359"/>
                <a:gd name="T42" fmla="*/ 7029 w 995"/>
                <a:gd name="T43" fmla="*/ 1797 h 3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95" h="359">
                  <a:moveTo>
                    <a:pt x="974" y="205"/>
                  </a:moveTo>
                  <a:cubicBezTo>
                    <a:pt x="975" y="204"/>
                    <a:pt x="976" y="203"/>
                    <a:pt x="977" y="201"/>
                  </a:cubicBezTo>
                  <a:cubicBezTo>
                    <a:pt x="923" y="250"/>
                    <a:pt x="871" y="231"/>
                    <a:pt x="852" y="217"/>
                  </a:cubicBezTo>
                  <a:cubicBezTo>
                    <a:pt x="852" y="217"/>
                    <a:pt x="852" y="217"/>
                    <a:pt x="852" y="217"/>
                  </a:cubicBezTo>
                  <a:cubicBezTo>
                    <a:pt x="830" y="196"/>
                    <a:pt x="792" y="185"/>
                    <a:pt x="790" y="157"/>
                  </a:cubicBezTo>
                  <a:cubicBezTo>
                    <a:pt x="790" y="157"/>
                    <a:pt x="790" y="157"/>
                    <a:pt x="790" y="156"/>
                  </a:cubicBezTo>
                  <a:cubicBezTo>
                    <a:pt x="787" y="154"/>
                    <a:pt x="778" y="150"/>
                    <a:pt x="765" y="145"/>
                  </a:cubicBezTo>
                  <a:cubicBezTo>
                    <a:pt x="733" y="129"/>
                    <a:pt x="692" y="120"/>
                    <a:pt x="652" y="121"/>
                  </a:cubicBezTo>
                  <a:cubicBezTo>
                    <a:pt x="609" y="123"/>
                    <a:pt x="556" y="97"/>
                    <a:pt x="521" y="87"/>
                  </a:cubicBezTo>
                  <a:cubicBezTo>
                    <a:pt x="486" y="76"/>
                    <a:pt x="464" y="79"/>
                    <a:pt x="434" y="79"/>
                  </a:cubicBezTo>
                  <a:cubicBezTo>
                    <a:pt x="407" y="79"/>
                    <a:pt x="386" y="70"/>
                    <a:pt x="369" y="60"/>
                  </a:cubicBezTo>
                  <a:cubicBezTo>
                    <a:pt x="367" y="59"/>
                    <a:pt x="366" y="58"/>
                    <a:pt x="364" y="58"/>
                  </a:cubicBezTo>
                  <a:cubicBezTo>
                    <a:pt x="321" y="34"/>
                    <a:pt x="273" y="37"/>
                    <a:pt x="226" y="28"/>
                  </a:cubicBezTo>
                  <a:cubicBezTo>
                    <a:pt x="171" y="17"/>
                    <a:pt x="112" y="0"/>
                    <a:pt x="54" y="3"/>
                  </a:cubicBezTo>
                  <a:cubicBezTo>
                    <a:pt x="39" y="3"/>
                    <a:pt x="19" y="4"/>
                    <a:pt x="0" y="4"/>
                  </a:cubicBezTo>
                  <a:cubicBezTo>
                    <a:pt x="124" y="38"/>
                    <a:pt x="258" y="70"/>
                    <a:pt x="352" y="109"/>
                  </a:cubicBezTo>
                  <a:cubicBezTo>
                    <a:pt x="547" y="190"/>
                    <a:pt x="643" y="279"/>
                    <a:pt x="685" y="315"/>
                  </a:cubicBezTo>
                  <a:cubicBezTo>
                    <a:pt x="685" y="315"/>
                    <a:pt x="685" y="315"/>
                    <a:pt x="685" y="315"/>
                  </a:cubicBezTo>
                  <a:cubicBezTo>
                    <a:pt x="685" y="315"/>
                    <a:pt x="685" y="315"/>
                    <a:pt x="685" y="315"/>
                  </a:cubicBezTo>
                  <a:cubicBezTo>
                    <a:pt x="725" y="345"/>
                    <a:pt x="866" y="359"/>
                    <a:pt x="941" y="268"/>
                  </a:cubicBezTo>
                  <a:cubicBezTo>
                    <a:pt x="966" y="237"/>
                    <a:pt x="984" y="203"/>
                    <a:pt x="995" y="168"/>
                  </a:cubicBezTo>
                  <a:cubicBezTo>
                    <a:pt x="989" y="181"/>
                    <a:pt x="982" y="194"/>
                    <a:pt x="974" y="20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44" name="Freeform 598">
              <a:extLst>
                <a:ext uri="{FF2B5EF4-FFF2-40B4-BE49-F238E27FC236}">
                  <a16:creationId xmlns:a16="http://schemas.microsoft.com/office/drawing/2014/main" id="{7174B5DF-C496-4CE1-B223-30EBA2863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648"/>
              <a:ext cx="39" cy="27"/>
            </a:xfrm>
            <a:custGeom>
              <a:avLst/>
              <a:gdLst>
                <a:gd name="T0" fmla="*/ 0 w 20"/>
                <a:gd name="T1" fmla="*/ 116 h 13"/>
                <a:gd name="T2" fmla="*/ 148 w 20"/>
                <a:gd name="T3" fmla="*/ 2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2" y="5"/>
                    <a:pt x="13" y="0"/>
                    <a:pt x="20" y="3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45" name="Freeform 599">
              <a:extLst>
                <a:ext uri="{FF2B5EF4-FFF2-40B4-BE49-F238E27FC236}">
                  <a16:creationId xmlns:a16="http://schemas.microsoft.com/office/drawing/2014/main" id="{328855A6-4017-4990-85DC-EEC6AB1D5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648"/>
              <a:ext cx="4" cy="16"/>
            </a:xfrm>
            <a:custGeom>
              <a:avLst/>
              <a:gdLst>
                <a:gd name="T0" fmla="*/ 0 w 2"/>
                <a:gd name="T1" fmla="*/ 64 h 8"/>
                <a:gd name="T2" fmla="*/ 16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1" y="3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46" name="Freeform 600">
              <a:extLst>
                <a:ext uri="{FF2B5EF4-FFF2-40B4-BE49-F238E27FC236}">
                  <a16:creationId xmlns:a16="http://schemas.microsoft.com/office/drawing/2014/main" id="{C03168FB-4C6A-413F-99BD-89413748B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786"/>
              <a:ext cx="65" cy="41"/>
            </a:xfrm>
            <a:custGeom>
              <a:avLst/>
              <a:gdLst>
                <a:gd name="T0" fmla="*/ 0 w 34"/>
                <a:gd name="T1" fmla="*/ 0 h 20"/>
                <a:gd name="T2" fmla="*/ 63 w 34"/>
                <a:gd name="T3" fmla="*/ 121 h 20"/>
                <a:gd name="T4" fmla="*/ 237 w 34"/>
                <a:gd name="T5" fmla="*/ 14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3" y="4"/>
                    <a:pt x="4" y="10"/>
                    <a:pt x="9" y="14"/>
                  </a:cubicBezTo>
                  <a:cubicBezTo>
                    <a:pt x="15" y="19"/>
                    <a:pt x="27" y="20"/>
                    <a:pt x="34" y="1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47" name="Freeform 601">
              <a:extLst>
                <a:ext uri="{FF2B5EF4-FFF2-40B4-BE49-F238E27FC236}">
                  <a16:creationId xmlns:a16="http://schemas.microsoft.com/office/drawing/2014/main" id="{7A8233E6-1196-4BA4-BC19-4C9301AC2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805"/>
              <a:ext cx="36" cy="62"/>
            </a:xfrm>
            <a:custGeom>
              <a:avLst/>
              <a:gdLst>
                <a:gd name="T0" fmla="*/ 8 w 19"/>
                <a:gd name="T1" fmla="*/ 0 h 30"/>
                <a:gd name="T2" fmla="*/ 129 w 19"/>
                <a:gd name="T3" fmla="*/ 26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0">
                  <a:moveTo>
                    <a:pt x="1" y="0"/>
                  </a:moveTo>
                  <a:cubicBezTo>
                    <a:pt x="0" y="12"/>
                    <a:pt x="6" y="27"/>
                    <a:pt x="19" y="3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48" name="Freeform 602">
              <a:extLst>
                <a:ext uri="{FF2B5EF4-FFF2-40B4-BE49-F238E27FC236}">
                  <a16:creationId xmlns:a16="http://schemas.microsoft.com/office/drawing/2014/main" id="{F6183D58-1740-4E96-84B4-F96BB63FE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848"/>
              <a:ext cx="14" cy="52"/>
            </a:xfrm>
            <a:custGeom>
              <a:avLst/>
              <a:gdLst>
                <a:gd name="T0" fmla="*/ 48 w 7"/>
                <a:gd name="T1" fmla="*/ 0 h 25"/>
                <a:gd name="T2" fmla="*/ 56 w 7"/>
                <a:gd name="T3" fmla="*/ 22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6" y="0"/>
                  </a:moveTo>
                  <a:cubicBezTo>
                    <a:pt x="2" y="6"/>
                    <a:pt x="0" y="21"/>
                    <a:pt x="7" y="25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49" name="Freeform 603">
              <a:extLst>
                <a:ext uri="{FF2B5EF4-FFF2-40B4-BE49-F238E27FC236}">
                  <a16:creationId xmlns:a16="http://schemas.microsoft.com/office/drawing/2014/main" id="{A680B3AF-3E4F-4E91-90FF-3EEAAE0EA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737"/>
              <a:ext cx="27" cy="64"/>
            </a:xfrm>
            <a:custGeom>
              <a:avLst/>
              <a:gdLst>
                <a:gd name="T0" fmla="*/ 0 w 14"/>
                <a:gd name="T1" fmla="*/ 0 h 31"/>
                <a:gd name="T2" fmla="*/ 71 w 14"/>
                <a:gd name="T3" fmla="*/ 52 h 31"/>
                <a:gd name="T4" fmla="*/ 79 w 14"/>
                <a:gd name="T5" fmla="*/ 2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0" y="0"/>
                  </a:moveTo>
                  <a:cubicBezTo>
                    <a:pt x="3" y="2"/>
                    <a:pt x="7" y="3"/>
                    <a:pt x="10" y="6"/>
                  </a:cubicBezTo>
                  <a:cubicBezTo>
                    <a:pt x="14" y="12"/>
                    <a:pt x="12" y="24"/>
                    <a:pt x="11" y="3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50" name="Freeform 604">
              <a:extLst>
                <a:ext uri="{FF2B5EF4-FFF2-40B4-BE49-F238E27FC236}">
                  <a16:creationId xmlns:a16="http://schemas.microsoft.com/office/drawing/2014/main" id="{F459DC32-375A-4F4F-8243-AD32B346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766"/>
              <a:ext cx="27" cy="10"/>
            </a:xfrm>
            <a:custGeom>
              <a:avLst/>
              <a:gdLst>
                <a:gd name="T0" fmla="*/ 0 w 14"/>
                <a:gd name="T1" fmla="*/ 24 h 5"/>
                <a:gd name="T2" fmla="*/ 100 w 14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3"/>
                  </a:moveTo>
                  <a:cubicBezTo>
                    <a:pt x="4" y="0"/>
                    <a:pt x="10" y="0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51" name="Freeform 605">
              <a:extLst>
                <a:ext uri="{FF2B5EF4-FFF2-40B4-BE49-F238E27FC236}">
                  <a16:creationId xmlns:a16="http://schemas.microsoft.com/office/drawing/2014/main" id="{7DD58BFD-9FFE-4BA8-A7CC-2E77828EC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679"/>
              <a:ext cx="74" cy="41"/>
            </a:xfrm>
            <a:custGeom>
              <a:avLst/>
              <a:gdLst>
                <a:gd name="T0" fmla="*/ 0 w 38"/>
                <a:gd name="T1" fmla="*/ 0 h 20"/>
                <a:gd name="T2" fmla="*/ 280 w 38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0">
                  <a:moveTo>
                    <a:pt x="0" y="0"/>
                  </a:moveTo>
                  <a:cubicBezTo>
                    <a:pt x="9" y="15"/>
                    <a:pt x="20" y="20"/>
                    <a:pt x="38" y="1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52" name="Freeform 606">
              <a:extLst>
                <a:ext uri="{FF2B5EF4-FFF2-40B4-BE49-F238E27FC236}">
                  <a16:creationId xmlns:a16="http://schemas.microsoft.com/office/drawing/2014/main" id="{35ADBC59-2A8C-4707-9D8F-3C19CA737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687"/>
              <a:ext cx="52" cy="54"/>
            </a:xfrm>
            <a:custGeom>
              <a:avLst/>
              <a:gdLst>
                <a:gd name="T0" fmla="*/ 0 w 27"/>
                <a:gd name="T1" fmla="*/ 0 h 26"/>
                <a:gd name="T2" fmla="*/ 193 w 27"/>
                <a:gd name="T3" fmla="*/ 22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0" y="0"/>
                  </a:moveTo>
                  <a:cubicBezTo>
                    <a:pt x="4" y="13"/>
                    <a:pt x="12" y="26"/>
                    <a:pt x="27" y="25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53" name="Freeform 607">
              <a:extLst>
                <a:ext uri="{FF2B5EF4-FFF2-40B4-BE49-F238E27FC236}">
                  <a16:creationId xmlns:a16="http://schemas.microsoft.com/office/drawing/2014/main" id="{63DF6CDA-51B8-41C8-BCFA-DBB820824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615"/>
              <a:ext cx="45" cy="21"/>
            </a:xfrm>
            <a:custGeom>
              <a:avLst/>
              <a:gdLst>
                <a:gd name="T0" fmla="*/ 0 w 23"/>
                <a:gd name="T1" fmla="*/ 36 h 10"/>
                <a:gd name="T2" fmla="*/ 172 w 2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4"/>
                  </a:moveTo>
                  <a:cubicBezTo>
                    <a:pt x="8" y="1"/>
                    <a:pt x="20" y="0"/>
                    <a:pt x="23" y="1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54" name="Freeform 608">
              <a:extLst>
                <a:ext uri="{FF2B5EF4-FFF2-40B4-BE49-F238E27FC236}">
                  <a16:creationId xmlns:a16="http://schemas.microsoft.com/office/drawing/2014/main" id="{07C9195E-2DEE-4B55-BCF0-6A663C5F2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582"/>
              <a:ext cx="14" cy="37"/>
            </a:xfrm>
            <a:custGeom>
              <a:avLst/>
              <a:gdLst>
                <a:gd name="T0" fmla="*/ 16 w 7"/>
                <a:gd name="T1" fmla="*/ 156 h 18"/>
                <a:gd name="T2" fmla="*/ 0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2" y="18"/>
                  </a:moveTo>
                  <a:cubicBezTo>
                    <a:pt x="7" y="12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55" name="Freeform 609">
              <a:extLst>
                <a:ext uri="{FF2B5EF4-FFF2-40B4-BE49-F238E27FC236}">
                  <a16:creationId xmlns:a16="http://schemas.microsoft.com/office/drawing/2014/main" id="{3C8A57EF-825B-4A61-9B38-0D46D376F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563"/>
              <a:ext cx="72" cy="21"/>
            </a:xfrm>
            <a:custGeom>
              <a:avLst/>
              <a:gdLst>
                <a:gd name="T0" fmla="*/ 0 w 37"/>
                <a:gd name="T1" fmla="*/ 92 h 10"/>
                <a:gd name="T2" fmla="*/ 272 w 37"/>
                <a:gd name="T3" fmla="*/ 6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0" y="10"/>
                  </a:moveTo>
                  <a:cubicBezTo>
                    <a:pt x="9" y="0"/>
                    <a:pt x="27" y="1"/>
                    <a:pt x="37" y="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56" name="Freeform 610">
              <a:extLst>
                <a:ext uri="{FF2B5EF4-FFF2-40B4-BE49-F238E27FC236}">
                  <a16:creationId xmlns:a16="http://schemas.microsoft.com/office/drawing/2014/main" id="{7E80D778-A690-4E4C-97C5-49D54B20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568"/>
              <a:ext cx="50" cy="26"/>
            </a:xfrm>
            <a:custGeom>
              <a:avLst/>
              <a:gdLst>
                <a:gd name="T0" fmla="*/ 0 w 26"/>
                <a:gd name="T1" fmla="*/ 104 h 13"/>
                <a:gd name="T2" fmla="*/ 185 w 2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0" y="13"/>
                  </a:moveTo>
                  <a:cubicBezTo>
                    <a:pt x="5" y="0"/>
                    <a:pt x="14" y="0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57" name="Freeform 611">
              <a:extLst>
                <a:ext uri="{FF2B5EF4-FFF2-40B4-BE49-F238E27FC236}">
                  <a16:creationId xmlns:a16="http://schemas.microsoft.com/office/drawing/2014/main" id="{EC5F2095-F861-4BEF-AAD6-30DC52BA7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570"/>
              <a:ext cx="43" cy="45"/>
            </a:xfrm>
            <a:custGeom>
              <a:avLst/>
              <a:gdLst>
                <a:gd name="T0" fmla="*/ 0 w 22"/>
                <a:gd name="T1" fmla="*/ 8 h 22"/>
                <a:gd name="T2" fmla="*/ 164 w 22"/>
                <a:gd name="T3" fmla="*/ 18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0" y="1"/>
                  </a:moveTo>
                  <a:cubicBezTo>
                    <a:pt x="11" y="0"/>
                    <a:pt x="22" y="10"/>
                    <a:pt x="22" y="2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58" name="Freeform 612">
              <a:extLst>
                <a:ext uri="{FF2B5EF4-FFF2-40B4-BE49-F238E27FC236}">
                  <a16:creationId xmlns:a16="http://schemas.microsoft.com/office/drawing/2014/main" id="{28720C1F-82E5-415A-8F9C-9C293C4B2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664"/>
              <a:ext cx="29" cy="29"/>
            </a:xfrm>
            <a:custGeom>
              <a:avLst/>
              <a:gdLst>
                <a:gd name="T0" fmla="*/ 0 w 15"/>
                <a:gd name="T1" fmla="*/ 0 h 14"/>
                <a:gd name="T2" fmla="*/ 108 w 15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0" y="7"/>
                    <a:pt x="8" y="14"/>
                    <a:pt x="15" y="1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59" name="Freeform 613">
              <a:extLst>
                <a:ext uri="{FF2B5EF4-FFF2-40B4-BE49-F238E27FC236}">
                  <a16:creationId xmlns:a16="http://schemas.microsoft.com/office/drawing/2014/main" id="{E4841952-6B33-40EA-A8D4-9611C17BA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683"/>
              <a:ext cx="18" cy="60"/>
            </a:xfrm>
            <a:custGeom>
              <a:avLst/>
              <a:gdLst>
                <a:gd name="T0" fmla="*/ 72 w 9"/>
                <a:gd name="T1" fmla="*/ 0 h 29"/>
                <a:gd name="T2" fmla="*/ 56 w 9"/>
                <a:gd name="T3" fmla="*/ 25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9" y="0"/>
                  </a:moveTo>
                  <a:cubicBezTo>
                    <a:pt x="4" y="8"/>
                    <a:pt x="0" y="21"/>
                    <a:pt x="7" y="2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60" name="Freeform 614">
              <a:extLst>
                <a:ext uri="{FF2B5EF4-FFF2-40B4-BE49-F238E27FC236}">
                  <a16:creationId xmlns:a16="http://schemas.microsoft.com/office/drawing/2014/main" id="{B57AABB9-4208-4618-AE0A-80F8F16A0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664"/>
              <a:ext cx="37" cy="17"/>
            </a:xfrm>
            <a:custGeom>
              <a:avLst/>
              <a:gdLst>
                <a:gd name="T0" fmla="*/ 0 w 19"/>
                <a:gd name="T1" fmla="*/ 49 h 8"/>
                <a:gd name="T2" fmla="*/ 140 w 19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5"/>
                  </a:moveTo>
                  <a:cubicBezTo>
                    <a:pt x="8" y="0"/>
                    <a:pt x="12" y="6"/>
                    <a:pt x="19" y="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61" name="Freeform 615">
              <a:extLst>
                <a:ext uri="{FF2B5EF4-FFF2-40B4-BE49-F238E27FC236}">
                  <a16:creationId xmlns:a16="http://schemas.microsoft.com/office/drawing/2014/main" id="{6E8BC419-C0B4-4479-9E0E-6C5D8A509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1615"/>
              <a:ext cx="41" cy="66"/>
            </a:xfrm>
            <a:custGeom>
              <a:avLst/>
              <a:gdLst>
                <a:gd name="T0" fmla="*/ 141 w 21"/>
                <a:gd name="T1" fmla="*/ 0 h 32"/>
                <a:gd name="T2" fmla="*/ 0 w 21"/>
                <a:gd name="T3" fmla="*/ 28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2">
                  <a:moveTo>
                    <a:pt x="19" y="0"/>
                  </a:moveTo>
                  <a:cubicBezTo>
                    <a:pt x="21" y="16"/>
                    <a:pt x="15" y="27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62" name="Freeform 616">
              <a:extLst>
                <a:ext uri="{FF2B5EF4-FFF2-40B4-BE49-F238E27FC236}">
                  <a16:creationId xmlns:a16="http://schemas.microsoft.com/office/drawing/2014/main" id="{AEB0144C-CF9A-4D47-AB04-516D99E1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667"/>
              <a:ext cx="33" cy="59"/>
            </a:xfrm>
            <a:custGeom>
              <a:avLst/>
              <a:gdLst>
                <a:gd name="T0" fmla="*/ 72 w 17"/>
                <a:gd name="T1" fmla="*/ 0 h 29"/>
                <a:gd name="T2" fmla="*/ 0 w 17"/>
                <a:gd name="T3" fmla="*/ 244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9">
                  <a:moveTo>
                    <a:pt x="10" y="0"/>
                  </a:moveTo>
                  <a:cubicBezTo>
                    <a:pt x="17" y="11"/>
                    <a:pt x="9" y="23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63" name="Freeform 617">
              <a:extLst>
                <a:ext uri="{FF2B5EF4-FFF2-40B4-BE49-F238E27FC236}">
                  <a16:creationId xmlns:a16="http://schemas.microsoft.com/office/drawing/2014/main" id="{709C5F12-40FC-48F6-A139-A13D223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574"/>
              <a:ext cx="25" cy="39"/>
            </a:xfrm>
            <a:custGeom>
              <a:avLst/>
              <a:gdLst>
                <a:gd name="T0" fmla="*/ 92 w 13"/>
                <a:gd name="T1" fmla="*/ 33 h 19"/>
                <a:gd name="T2" fmla="*/ 0 w 13"/>
                <a:gd name="T3" fmla="*/ 16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4"/>
                  </a:moveTo>
                  <a:cubicBezTo>
                    <a:pt x="3" y="0"/>
                    <a:pt x="0" y="12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64" name="Freeform 618">
              <a:extLst>
                <a:ext uri="{FF2B5EF4-FFF2-40B4-BE49-F238E27FC236}">
                  <a16:creationId xmlns:a16="http://schemas.microsoft.com/office/drawing/2014/main" id="{5EA927C5-FAA4-4973-B4D5-FFEDFF91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607"/>
              <a:ext cx="29" cy="14"/>
            </a:xfrm>
            <a:custGeom>
              <a:avLst/>
              <a:gdLst>
                <a:gd name="T0" fmla="*/ 108 w 15"/>
                <a:gd name="T1" fmla="*/ 40 h 7"/>
                <a:gd name="T2" fmla="*/ 0 w 15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5"/>
                  </a:moveTo>
                  <a:cubicBezTo>
                    <a:pt x="11" y="0"/>
                    <a:pt x="5" y="4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65" name="Freeform 619">
              <a:extLst>
                <a:ext uri="{FF2B5EF4-FFF2-40B4-BE49-F238E27FC236}">
                  <a16:creationId xmlns:a16="http://schemas.microsoft.com/office/drawing/2014/main" id="{4252B676-BF17-43AB-A93C-8B6B22754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912"/>
              <a:ext cx="65" cy="37"/>
            </a:xfrm>
            <a:custGeom>
              <a:avLst/>
              <a:gdLst>
                <a:gd name="T0" fmla="*/ 0 w 34"/>
                <a:gd name="T1" fmla="*/ 0 h 18"/>
                <a:gd name="T2" fmla="*/ 237 w 34"/>
                <a:gd name="T3" fmla="*/ 9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3" y="18"/>
                    <a:pt x="20" y="16"/>
                    <a:pt x="34" y="1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66" name="Freeform 620">
              <a:extLst>
                <a:ext uri="{FF2B5EF4-FFF2-40B4-BE49-F238E27FC236}">
                  <a16:creationId xmlns:a16="http://schemas.microsoft.com/office/drawing/2014/main" id="{427A1771-5E45-4BC1-8E8F-294150921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914"/>
              <a:ext cx="41" cy="45"/>
            </a:xfrm>
            <a:custGeom>
              <a:avLst/>
              <a:gdLst>
                <a:gd name="T0" fmla="*/ 0 w 21"/>
                <a:gd name="T1" fmla="*/ 0 h 22"/>
                <a:gd name="T2" fmla="*/ 156 w 21"/>
                <a:gd name="T3" fmla="*/ 16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">
                  <a:moveTo>
                    <a:pt x="0" y="0"/>
                  </a:moveTo>
                  <a:cubicBezTo>
                    <a:pt x="0" y="10"/>
                    <a:pt x="10" y="22"/>
                    <a:pt x="21" y="1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67" name="Freeform 621">
              <a:extLst>
                <a:ext uri="{FF2B5EF4-FFF2-40B4-BE49-F238E27FC236}">
                  <a16:creationId xmlns:a16="http://schemas.microsoft.com/office/drawing/2014/main" id="{996C1914-3897-4F76-BD77-729B616B9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1854"/>
              <a:ext cx="46" cy="37"/>
            </a:xfrm>
            <a:custGeom>
              <a:avLst/>
              <a:gdLst>
                <a:gd name="T0" fmla="*/ 0 w 24"/>
                <a:gd name="T1" fmla="*/ 16 h 18"/>
                <a:gd name="T2" fmla="*/ 169 w 24"/>
                <a:gd name="T3" fmla="*/ 15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2"/>
                  </a:moveTo>
                  <a:cubicBezTo>
                    <a:pt x="13" y="0"/>
                    <a:pt x="19" y="3"/>
                    <a:pt x="24" y="1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68" name="Freeform 622">
              <a:extLst>
                <a:ext uri="{FF2B5EF4-FFF2-40B4-BE49-F238E27FC236}">
                  <a16:creationId xmlns:a16="http://schemas.microsoft.com/office/drawing/2014/main" id="{4EDE0DC4-A917-40FD-9973-EA71BE336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869"/>
              <a:ext cx="27" cy="10"/>
            </a:xfrm>
            <a:custGeom>
              <a:avLst/>
              <a:gdLst>
                <a:gd name="T0" fmla="*/ 0 w 14"/>
                <a:gd name="T1" fmla="*/ 40 h 5"/>
                <a:gd name="T2" fmla="*/ 100 w 14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3" y="1"/>
                    <a:pt x="9" y="0"/>
                    <a:pt x="14" y="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69" name="Freeform 623">
              <a:extLst>
                <a:ext uri="{FF2B5EF4-FFF2-40B4-BE49-F238E27FC236}">
                  <a16:creationId xmlns:a16="http://schemas.microsoft.com/office/drawing/2014/main" id="{E6C3A636-9B88-412E-AD18-A6DCC6986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1887"/>
              <a:ext cx="15" cy="37"/>
            </a:xfrm>
            <a:custGeom>
              <a:avLst/>
              <a:gdLst>
                <a:gd name="T0" fmla="*/ 53 w 8"/>
                <a:gd name="T1" fmla="*/ 0 h 18"/>
                <a:gd name="T2" fmla="*/ 0 w 8"/>
                <a:gd name="T3" fmla="*/ 15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8" y="7"/>
                    <a:pt x="6" y="14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70" name="Freeform 624">
              <a:extLst>
                <a:ext uri="{FF2B5EF4-FFF2-40B4-BE49-F238E27FC236}">
                  <a16:creationId xmlns:a16="http://schemas.microsoft.com/office/drawing/2014/main" id="{D6C322DB-78E3-4E50-BF2A-DA44596F7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1910"/>
              <a:ext cx="18" cy="18"/>
            </a:xfrm>
            <a:custGeom>
              <a:avLst/>
              <a:gdLst>
                <a:gd name="T0" fmla="*/ 0 w 9"/>
                <a:gd name="T1" fmla="*/ 0 h 9"/>
                <a:gd name="T2" fmla="*/ 72 w 9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5" y="1"/>
                    <a:pt x="9" y="4"/>
                    <a:pt x="9" y="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71" name="Freeform 625">
              <a:extLst>
                <a:ext uri="{FF2B5EF4-FFF2-40B4-BE49-F238E27FC236}">
                  <a16:creationId xmlns:a16="http://schemas.microsoft.com/office/drawing/2014/main" id="{25650F60-F4EC-4528-A919-F12D40840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1908"/>
              <a:ext cx="58" cy="56"/>
            </a:xfrm>
            <a:custGeom>
              <a:avLst/>
              <a:gdLst>
                <a:gd name="T0" fmla="*/ 0 w 30"/>
                <a:gd name="T1" fmla="*/ 160 h 27"/>
                <a:gd name="T2" fmla="*/ 217 w 3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18"/>
                  </a:moveTo>
                  <a:cubicBezTo>
                    <a:pt x="9" y="27"/>
                    <a:pt x="30" y="10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72" name="Freeform 626">
              <a:extLst>
                <a:ext uri="{FF2B5EF4-FFF2-40B4-BE49-F238E27FC236}">
                  <a16:creationId xmlns:a16="http://schemas.microsoft.com/office/drawing/2014/main" id="{FD025B0B-2B5E-48C4-B374-E8DCB05C4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1893"/>
              <a:ext cx="52" cy="23"/>
            </a:xfrm>
            <a:custGeom>
              <a:avLst/>
              <a:gdLst>
                <a:gd name="T0" fmla="*/ 0 w 27"/>
                <a:gd name="T1" fmla="*/ 0 h 11"/>
                <a:gd name="T2" fmla="*/ 193 w 27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6" y="11"/>
                    <a:pt x="18" y="9"/>
                    <a:pt x="27" y="3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73" name="Freeform 627">
              <a:extLst>
                <a:ext uri="{FF2B5EF4-FFF2-40B4-BE49-F238E27FC236}">
                  <a16:creationId xmlns:a16="http://schemas.microsoft.com/office/drawing/2014/main" id="{09817EA1-0313-4959-8480-25578860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1885"/>
              <a:ext cx="19" cy="25"/>
            </a:xfrm>
            <a:custGeom>
              <a:avLst/>
              <a:gdLst>
                <a:gd name="T0" fmla="*/ 0 w 10"/>
                <a:gd name="T1" fmla="*/ 0 h 12"/>
                <a:gd name="T2" fmla="*/ 68 w 10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6"/>
                    <a:pt x="3" y="12"/>
                    <a:pt x="10" y="1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74" name="Freeform 628">
              <a:extLst>
                <a:ext uri="{FF2B5EF4-FFF2-40B4-BE49-F238E27FC236}">
                  <a16:creationId xmlns:a16="http://schemas.microsoft.com/office/drawing/2014/main" id="{FAC71225-90D8-4AA7-B015-7C4D1E6CF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1823"/>
              <a:ext cx="36" cy="52"/>
            </a:xfrm>
            <a:custGeom>
              <a:avLst/>
              <a:gdLst>
                <a:gd name="T0" fmla="*/ 0 w 19"/>
                <a:gd name="T1" fmla="*/ 0 h 25"/>
                <a:gd name="T2" fmla="*/ 129 w 19"/>
                <a:gd name="T3" fmla="*/ 22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5">
                  <a:moveTo>
                    <a:pt x="0" y="0"/>
                  </a:moveTo>
                  <a:cubicBezTo>
                    <a:pt x="15" y="1"/>
                    <a:pt x="17" y="12"/>
                    <a:pt x="19" y="25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75" name="Freeform 629">
              <a:extLst>
                <a:ext uri="{FF2B5EF4-FFF2-40B4-BE49-F238E27FC236}">
                  <a16:creationId xmlns:a16="http://schemas.microsoft.com/office/drawing/2014/main" id="{60BA1221-3B7F-420B-9814-950B80011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854"/>
              <a:ext cx="22" cy="8"/>
            </a:xfrm>
            <a:custGeom>
              <a:avLst/>
              <a:gdLst>
                <a:gd name="T0" fmla="*/ 0 w 11"/>
                <a:gd name="T1" fmla="*/ 32 h 4"/>
                <a:gd name="T2" fmla="*/ 88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3" y="1"/>
                    <a:pt x="7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76" name="Freeform 630">
              <a:extLst>
                <a:ext uri="{FF2B5EF4-FFF2-40B4-BE49-F238E27FC236}">
                  <a16:creationId xmlns:a16="http://schemas.microsoft.com/office/drawing/2014/main" id="{A30CE34A-0DEE-46D4-A3F9-C3AD53321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1784"/>
              <a:ext cx="41" cy="48"/>
            </a:xfrm>
            <a:custGeom>
              <a:avLst/>
              <a:gdLst>
                <a:gd name="T0" fmla="*/ 148 w 21"/>
                <a:gd name="T1" fmla="*/ 0 h 23"/>
                <a:gd name="T2" fmla="*/ 0 w 21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3">
                  <a:moveTo>
                    <a:pt x="20" y="0"/>
                  </a:moveTo>
                  <a:cubicBezTo>
                    <a:pt x="21" y="11"/>
                    <a:pt x="10" y="21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77" name="Freeform 631">
              <a:extLst>
                <a:ext uri="{FF2B5EF4-FFF2-40B4-BE49-F238E27FC236}">
                  <a16:creationId xmlns:a16="http://schemas.microsoft.com/office/drawing/2014/main" id="{ED8F1576-6A7A-4070-8760-8FAC58D1B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811"/>
              <a:ext cx="23" cy="39"/>
            </a:xfrm>
            <a:custGeom>
              <a:avLst/>
              <a:gdLst>
                <a:gd name="T0" fmla="*/ 84 w 12"/>
                <a:gd name="T1" fmla="*/ 0 h 19"/>
                <a:gd name="T2" fmla="*/ 0 w 12"/>
                <a:gd name="T3" fmla="*/ 16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0"/>
                  </a:moveTo>
                  <a:cubicBezTo>
                    <a:pt x="11" y="8"/>
                    <a:pt x="8" y="15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78" name="Freeform 632">
              <a:extLst>
                <a:ext uri="{FF2B5EF4-FFF2-40B4-BE49-F238E27FC236}">
                  <a16:creationId xmlns:a16="http://schemas.microsoft.com/office/drawing/2014/main" id="{A3339476-DBC9-4EEE-9327-E55B8969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1778"/>
              <a:ext cx="41" cy="29"/>
            </a:xfrm>
            <a:custGeom>
              <a:avLst/>
              <a:gdLst>
                <a:gd name="T0" fmla="*/ 156 w 21"/>
                <a:gd name="T1" fmla="*/ 17 h 14"/>
                <a:gd name="T2" fmla="*/ 0 w 21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21" y="2"/>
                  </a:moveTo>
                  <a:cubicBezTo>
                    <a:pt x="11" y="0"/>
                    <a:pt x="3" y="2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79" name="Freeform 633">
              <a:extLst>
                <a:ext uri="{FF2B5EF4-FFF2-40B4-BE49-F238E27FC236}">
                  <a16:creationId xmlns:a16="http://schemas.microsoft.com/office/drawing/2014/main" id="{1328010F-7CBD-47AE-BAE7-D7B8F05FD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803"/>
              <a:ext cx="27" cy="6"/>
            </a:xfrm>
            <a:custGeom>
              <a:avLst/>
              <a:gdLst>
                <a:gd name="T0" fmla="*/ 0 w 14"/>
                <a:gd name="T1" fmla="*/ 24 h 3"/>
                <a:gd name="T2" fmla="*/ 100 w 1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4" y="1"/>
                    <a:pt x="10" y="0"/>
                    <a:pt x="14" y="3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80" name="Freeform 634">
              <a:extLst>
                <a:ext uri="{FF2B5EF4-FFF2-40B4-BE49-F238E27FC236}">
                  <a16:creationId xmlns:a16="http://schemas.microsoft.com/office/drawing/2014/main" id="{B0F0A661-5C5C-4966-AA69-374332E14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1761"/>
              <a:ext cx="30" cy="50"/>
            </a:xfrm>
            <a:custGeom>
              <a:avLst/>
              <a:gdLst>
                <a:gd name="T0" fmla="*/ 105 w 16"/>
                <a:gd name="T1" fmla="*/ 0 h 24"/>
                <a:gd name="T2" fmla="*/ 15 w 16"/>
                <a:gd name="T3" fmla="*/ 21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4" y="0"/>
                    <a:pt x="0" y="15"/>
                    <a:pt x="2" y="2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81" name="Freeform 635">
              <a:extLst>
                <a:ext uri="{FF2B5EF4-FFF2-40B4-BE49-F238E27FC236}">
                  <a16:creationId xmlns:a16="http://schemas.microsoft.com/office/drawing/2014/main" id="{92668052-667E-42F8-8ECD-FE2F274FF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728"/>
              <a:ext cx="19" cy="66"/>
            </a:xfrm>
            <a:custGeom>
              <a:avLst/>
              <a:gdLst>
                <a:gd name="T0" fmla="*/ 68 w 10"/>
                <a:gd name="T1" fmla="*/ 0 h 32"/>
                <a:gd name="T2" fmla="*/ 40 w 10"/>
                <a:gd name="T3" fmla="*/ 28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0" y="6"/>
                    <a:pt x="0" y="23"/>
                    <a:pt x="6" y="3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82" name="Freeform 636">
              <a:extLst>
                <a:ext uri="{FF2B5EF4-FFF2-40B4-BE49-F238E27FC236}">
                  <a16:creationId xmlns:a16="http://schemas.microsoft.com/office/drawing/2014/main" id="{F5C3F1C5-9CF4-4294-9DF8-AE5CD30BC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1693"/>
              <a:ext cx="21" cy="56"/>
            </a:xfrm>
            <a:custGeom>
              <a:avLst/>
              <a:gdLst>
                <a:gd name="T0" fmla="*/ 8 w 11"/>
                <a:gd name="T1" fmla="*/ 0 h 27"/>
                <a:gd name="T2" fmla="*/ 0 w 11"/>
                <a:gd name="T3" fmla="*/ 24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" y="0"/>
                  </a:moveTo>
                  <a:cubicBezTo>
                    <a:pt x="11" y="7"/>
                    <a:pt x="5" y="20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83" name="Freeform 637">
              <a:extLst>
                <a:ext uri="{FF2B5EF4-FFF2-40B4-BE49-F238E27FC236}">
                  <a16:creationId xmlns:a16="http://schemas.microsoft.com/office/drawing/2014/main" id="{E6EEDBCF-486B-4D4E-B1AE-806FCF35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1730"/>
              <a:ext cx="12" cy="21"/>
            </a:xfrm>
            <a:custGeom>
              <a:avLst/>
              <a:gdLst>
                <a:gd name="T0" fmla="*/ 0 w 6"/>
                <a:gd name="T1" fmla="*/ 0 h 10"/>
                <a:gd name="T2" fmla="*/ 40 w 6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4" y="1"/>
                    <a:pt x="6" y="5"/>
                    <a:pt x="5" y="1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84" name="Freeform 638">
              <a:extLst>
                <a:ext uri="{FF2B5EF4-FFF2-40B4-BE49-F238E27FC236}">
                  <a16:creationId xmlns:a16="http://schemas.microsoft.com/office/drawing/2014/main" id="{508CD390-30BB-4845-BA2C-A8CB45D1B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1730"/>
              <a:ext cx="48" cy="42"/>
            </a:xfrm>
            <a:custGeom>
              <a:avLst/>
              <a:gdLst>
                <a:gd name="T0" fmla="*/ 0 w 25"/>
                <a:gd name="T1" fmla="*/ 0 h 20"/>
                <a:gd name="T2" fmla="*/ 177 w 25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15" y="0"/>
                    <a:pt x="21" y="5"/>
                    <a:pt x="25" y="2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85" name="Freeform 639">
              <a:extLst>
                <a:ext uri="{FF2B5EF4-FFF2-40B4-BE49-F238E27FC236}">
                  <a16:creationId xmlns:a16="http://schemas.microsoft.com/office/drawing/2014/main" id="{5C841140-23CF-4B1D-A764-FD8876DC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766"/>
              <a:ext cx="52" cy="18"/>
            </a:xfrm>
            <a:custGeom>
              <a:avLst/>
              <a:gdLst>
                <a:gd name="T0" fmla="*/ 0 w 27"/>
                <a:gd name="T1" fmla="*/ 72 h 9"/>
                <a:gd name="T2" fmla="*/ 193 w 27"/>
                <a:gd name="T3" fmla="*/ 6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7" y="0"/>
                    <a:pt x="19" y="4"/>
                    <a:pt x="27" y="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86" name="Freeform 640">
              <a:extLst>
                <a:ext uri="{FF2B5EF4-FFF2-40B4-BE49-F238E27FC236}">
                  <a16:creationId xmlns:a16="http://schemas.microsoft.com/office/drawing/2014/main" id="{EA461FBB-62BC-419E-86E6-03702792D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788"/>
              <a:ext cx="31" cy="46"/>
            </a:xfrm>
            <a:custGeom>
              <a:avLst/>
              <a:gdLst>
                <a:gd name="T0" fmla="*/ 45 w 16"/>
                <a:gd name="T1" fmla="*/ 0 h 22"/>
                <a:gd name="T2" fmla="*/ 116 w 16"/>
                <a:gd name="T3" fmla="*/ 20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6" y="0"/>
                  </a:moveTo>
                  <a:cubicBezTo>
                    <a:pt x="0" y="7"/>
                    <a:pt x="10" y="18"/>
                    <a:pt x="16" y="2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87" name="Freeform 641">
              <a:extLst>
                <a:ext uri="{FF2B5EF4-FFF2-40B4-BE49-F238E27FC236}">
                  <a16:creationId xmlns:a16="http://schemas.microsoft.com/office/drawing/2014/main" id="{BBB4A9CD-AA50-4518-AD7F-1FCF91151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1817"/>
              <a:ext cx="19" cy="60"/>
            </a:xfrm>
            <a:custGeom>
              <a:avLst/>
              <a:gdLst>
                <a:gd name="T0" fmla="*/ 68 w 10"/>
                <a:gd name="T1" fmla="*/ 0 h 29"/>
                <a:gd name="T2" fmla="*/ 48 w 10"/>
                <a:gd name="T3" fmla="*/ 25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10" y="0"/>
                  </a:moveTo>
                  <a:cubicBezTo>
                    <a:pt x="4" y="5"/>
                    <a:pt x="0" y="23"/>
                    <a:pt x="7" y="2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88" name="Freeform 642">
              <a:extLst>
                <a:ext uri="{FF2B5EF4-FFF2-40B4-BE49-F238E27FC236}">
                  <a16:creationId xmlns:a16="http://schemas.microsoft.com/office/drawing/2014/main" id="{8B69FEEC-C00F-4A06-A093-36E1B8010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829"/>
              <a:ext cx="10" cy="29"/>
            </a:xfrm>
            <a:custGeom>
              <a:avLst/>
              <a:gdLst>
                <a:gd name="T0" fmla="*/ 0 w 5"/>
                <a:gd name="T1" fmla="*/ 0 h 14"/>
                <a:gd name="T2" fmla="*/ 32 w 5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5" y="3"/>
                    <a:pt x="5" y="9"/>
                    <a:pt x="4" y="1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89" name="Freeform 643">
              <a:extLst>
                <a:ext uri="{FF2B5EF4-FFF2-40B4-BE49-F238E27FC236}">
                  <a16:creationId xmlns:a16="http://schemas.microsoft.com/office/drawing/2014/main" id="{E418E9B7-883F-46BA-8575-A104E0FCC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1838"/>
              <a:ext cx="19" cy="8"/>
            </a:xfrm>
            <a:custGeom>
              <a:avLst/>
              <a:gdLst>
                <a:gd name="T0" fmla="*/ 0 w 10"/>
                <a:gd name="T1" fmla="*/ 32 h 4"/>
                <a:gd name="T2" fmla="*/ 6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2"/>
                    <a:pt x="6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90" name="Freeform 644">
              <a:extLst>
                <a:ext uri="{FF2B5EF4-FFF2-40B4-BE49-F238E27FC236}">
                  <a16:creationId xmlns:a16="http://schemas.microsoft.com/office/drawing/2014/main" id="{D0CBA97F-657F-438E-80EF-FE737D597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543"/>
              <a:ext cx="71" cy="47"/>
            </a:xfrm>
            <a:custGeom>
              <a:avLst/>
              <a:gdLst>
                <a:gd name="T0" fmla="*/ 0 w 37"/>
                <a:gd name="T1" fmla="*/ 0 h 23"/>
                <a:gd name="T2" fmla="*/ 261 w 37"/>
                <a:gd name="T3" fmla="*/ 16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3">
                  <a:moveTo>
                    <a:pt x="0" y="0"/>
                  </a:moveTo>
                  <a:cubicBezTo>
                    <a:pt x="6" y="13"/>
                    <a:pt x="22" y="23"/>
                    <a:pt x="37" y="1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91" name="Freeform 645">
              <a:extLst>
                <a:ext uri="{FF2B5EF4-FFF2-40B4-BE49-F238E27FC236}">
                  <a16:creationId xmlns:a16="http://schemas.microsoft.com/office/drawing/2014/main" id="{AB97500C-D031-4547-A45C-6A02E0DC9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565"/>
              <a:ext cx="32" cy="38"/>
            </a:xfrm>
            <a:custGeom>
              <a:avLst/>
              <a:gdLst>
                <a:gd name="T0" fmla="*/ 8 w 17"/>
                <a:gd name="T1" fmla="*/ 0 h 18"/>
                <a:gd name="T2" fmla="*/ 113 w 17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1" y="0"/>
                  </a:moveTo>
                  <a:cubicBezTo>
                    <a:pt x="0" y="10"/>
                    <a:pt x="8" y="16"/>
                    <a:pt x="17" y="1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92" name="Freeform 646">
              <a:extLst>
                <a:ext uri="{FF2B5EF4-FFF2-40B4-BE49-F238E27FC236}">
                  <a16:creationId xmlns:a16="http://schemas.microsoft.com/office/drawing/2014/main" id="{8640CC65-9F45-440E-AFA0-43382E691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20"/>
              <a:ext cx="64" cy="37"/>
            </a:xfrm>
            <a:custGeom>
              <a:avLst/>
              <a:gdLst>
                <a:gd name="T0" fmla="*/ 0 w 33"/>
                <a:gd name="T1" fmla="*/ 0 h 18"/>
                <a:gd name="T2" fmla="*/ 240 w 33"/>
                <a:gd name="T3" fmla="*/ 3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0" y="0"/>
                  </a:moveTo>
                  <a:cubicBezTo>
                    <a:pt x="4" y="13"/>
                    <a:pt x="28" y="18"/>
                    <a:pt x="33" y="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93" name="Freeform 647">
              <a:extLst>
                <a:ext uri="{FF2B5EF4-FFF2-40B4-BE49-F238E27FC236}">
                  <a16:creationId xmlns:a16="http://schemas.microsoft.com/office/drawing/2014/main" id="{87848600-8E71-4FED-BDF1-D8930407B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456"/>
              <a:ext cx="74" cy="23"/>
            </a:xfrm>
            <a:custGeom>
              <a:avLst/>
              <a:gdLst>
                <a:gd name="T0" fmla="*/ 0 w 38"/>
                <a:gd name="T1" fmla="*/ 84 h 11"/>
                <a:gd name="T2" fmla="*/ 280 w 38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0" y="9"/>
                  </a:moveTo>
                  <a:cubicBezTo>
                    <a:pt x="12" y="0"/>
                    <a:pt x="27" y="0"/>
                    <a:pt x="38" y="1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94" name="Freeform 648">
              <a:extLst>
                <a:ext uri="{FF2B5EF4-FFF2-40B4-BE49-F238E27FC236}">
                  <a16:creationId xmlns:a16="http://schemas.microsoft.com/office/drawing/2014/main" id="{D18075B4-6C13-41B6-87B0-F49FCC402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464"/>
              <a:ext cx="53" cy="29"/>
            </a:xfrm>
            <a:custGeom>
              <a:avLst/>
              <a:gdLst>
                <a:gd name="T0" fmla="*/ 0 w 27"/>
                <a:gd name="T1" fmla="*/ 124 h 14"/>
                <a:gd name="T2" fmla="*/ 204 w 27"/>
                <a:gd name="T3" fmla="*/ 6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0" y="14"/>
                  </a:moveTo>
                  <a:cubicBezTo>
                    <a:pt x="9" y="5"/>
                    <a:pt x="15" y="0"/>
                    <a:pt x="27" y="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95" name="Freeform 649">
              <a:extLst>
                <a:ext uri="{FF2B5EF4-FFF2-40B4-BE49-F238E27FC236}">
                  <a16:creationId xmlns:a16="http://schemas.microsoft.com/office/drawing/2014/main" id="{6F3DBCCE-8162-4A61-A585-13241A01D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522"/>
              <a:ext cx="23" cy="48"/>
            </a:xfrm>
            <a:custGeom>
              <a:avLst/>
              <a:gdLst>
                <a:gd name="T0" fmla="*/ 0 w 12"/>
                <a:gd name="T1" fmla="*/ 0 h 23"/>
                <a:gd name="T2" fmla="*/ 56 w 12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8" y="5"/>
                    <a:pt x="12" y="13"/>
                    <a:pt x="8" y="23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96" name="Freeform 650">
              <a:extLst>
                <a:ext uri="{FF2B5EF4-FFF2-40B4-BE49-F238E27FC236}">
                  <a16:creationId xmlns:a16="http://schemas.microsoft.com/office/drawing/2014/main" id="{8EE496ED-9618-4A3F-B222-CE8D87814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549"/>
              <a:ext cx="23" cy="6"/>
            </a:xfrm>
            <a:custGeom>
              <a:avLst/>
              <a:gdLst>
                <a:gd name="T0" fmla="*/ 0 w 12"/>
                <a:gd name="T1" fmla="*/ 24 h 3"/>
                <a:gd name="T2" fmla="*/ 84 w 12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8" y="0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97" name="Freeform 651">
              <a:extLst>
                <a:ext uri="{FF2B5EF4-FFF2-40B4-BE49-F238E27FC236}">
                  <a16:creationId xmlns:a16="http://schemas.microsoft.com/office/drawing/2014/main" id="{DA5B4AB1-77E8-4F05-88D9-B2B82FDB7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429"/>
              <a:ext cx="70" cy="44"/>
            </a:xfrm>
            <a:custGeom>
              <a:avLst/>
              <a:gdLst>
                <a:gd name="T0" fmla="*/ 0 w 36"/>
                <a:gd name="T1" fmla="*/ 0 h 21"/>
                <a:gd name="T2" fmla="*/ 264 w 36"/>
                <a:gd name="T3" fmla="*/ 17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1">
                  <a:moveTo>
                    <a:pt x="0" y="0"/>
                  </a:moveTo>
                  <a:cubicBezTo>
                    <a:pt x="4" y="16"/>
                    <a:pt x="21" y="21"/>
                    <a:pt x="36" y="1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98" name="Freeform 652">
              <a:extLst>
                <a:ext uri="{FF2B5EF4-FFF2-40B4-BE49-F238E27FC236}">
                  <a16:creationId xmlns:a16="http://schemas.microsoft.com/office/drawing/2014/main" id="{C0200316-B18B-4DD2-AD96-6E0D3A0BE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454"/>
              <a:ext cx="17" cy="33"/>
            </a:xfrm>
            <a:custGeom>
              <a:avLst/>
              <a:gdLst>
                <a:gd name="T0" fmla="*/ 0 w 9"/>
                <a:gd name="T1" fmla="*/ 0 h 16"/>
                <a:gd name="T2" fmla="*/ 60 w 9"/>
                <a:gd name="T3" fmla="*/ 14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6"/>
                    <a:pt x="3" y="14"/>
                    <a:pt x="9" y="16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99" name="Freeform 653">
              <a:extLst>
                <a:ext uri="{FF2B5EF4-FFF2-40B4-BE49-F238E27FC236}">
                  <a16:creationId xmlns:a16="http://schemas.microsoft.com/office/drawing/2014/main" id="{8B881E75-E364-43BE-99A9-C77E7577C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349"/>
              <a:ext cx="60" cy="27"/>
            </a:xfrm>
            <a:custGeom>
              <a:avLst/>
              <a:gdLst>
                <a:gd name="T0" fmla="*/ 0 w 31"/>
                <a:gd name="T1" fmla="*/ 116 h 13"/>
                <a:gd name="T2" fmla="*/ 225 w 31"/>
                <a:gd name="T3" fmla="*/ 1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6" y="0"/>
                    <a:pt x="23" y="7"/>
                    <a:pt x="31" y="12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88" name="Freeform 654">
              <a:extLst>
                <a:ext uri="{FF2B5EF4-FFF2-40B4-BE49-F238E27FC236}">
                  <a16:creationId xmlns:a16="http://schemas.microsoft.com/office/drawing/2014/main" id="{FFB0ECDF-8115-43BD-9AA6-008E74BA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361"/>
              <a:ext cx="58" cy="35"/>
            </a:xfrm>
            <a:custGeom>
              <a:avLst/>
              <a:gdLst>
                <a:gd name="T0" fmla="*/ 0 w 30"/>
                <a:gd name="T1" fmla="*/ 97 h 17"/>
                <a:gd name="T2" fmla="*/ 217 w 30"/>
                <a:gd name="T3" fmla="*/ 14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7">
                  <a:moveTo>
                    <a:pt x="0" y="11"/>
                  </a:moveTo>
                  <a:cubicBezTo>
                    <a:pt x="7" y="0"/>
                    <a:pt x="28" y="5"/>
                    <a:pt x="30" y="1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89" name="Freeform 655">
              <a:extLst>
                <a:ext uri="{FF2B5EF4-FFF2-40B4-BE49-F238E27FC236}">
                  <a16:creationId xmlns:a16="http://schemas.microsoft.com/office/drawing/2014/main" id="{E459786D-937E-4199-B558-BB49C8074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392"/>
              <a:ext cx="29" cy="13"/>
            </a:xfrm>
            <a:custGeom>
              <a:avLst/>
              <a:gdLst>
                <a:gd name="T0" fmla="*/ 0 w 15"/>
                <a:gd name="T1" fmla="*/ 61 h 6"/>
                <a:gd name="T2" fmla="*/ 108 w 15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4" y="1"/>
                    <a:pt x="10" y="0"/>
                    <a:pt x="15" y="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0" name="Freeform 656">
              <a:extLst>
                <a:ext uri="{FF2B5EF4-FFF2-40B4-BE49-F238E27FC236}">
                  <a16:creationId xmlns:a16="http://schemas.microsoft.com/office/drawing/2014/main" id="{0A069BC5-AB43-4241-9380-5A69A2560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438"/>
              <a:ext cx="19" cy="35"/>
            </a:xfrm>
            <a:custGeom>
              <a:avLst/>
              <a:gdLst>
                <a:gd name="T0" fmla="*/ 0 w 10"/>
                <a:gd name="T1" fmla="*/ 0 h 17"/>
                <a:gd name="T2" fmla="*/ 40 w 10"/>
                <a:gd name="T3" fmla="*/ 14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4" y="4"/>
                    <a:pt x="10" y="10"/>
                    <a:pt x="6" y="17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1" name="Freeform 657">
              <a:extLst>
                <a:ext uri="{FF2B5EF4-FFF2-40B4-BE49-F238E27FC236}">
                  <a16:creationId xmlns:a16="http://schemas.microsoft.com/office/drawing/2014/main" id="{4020C1D7-9E78-4A54-A68E-F8891DA1B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450"/>
              <a:ext cx="16" cy="10"/>
            </a:xfrm>
            <a:custGeom>
              <a:avLst/>
              <a:gdLst>
                <a:gd name="T0" fmla="*/ 0 w 8"/>
                <a:gd name="T1" fmla="*/ 40 h 5"/>
                <a:gd name="T2" fmla="*/ 64 w 8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2"/>
                    <a:pt x="5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2" name="Freeform 658">
              <a:extLst>
                <a:ext uri="{FF2B5EF4-FFF2-40B4-BE49-F238E27FC236}">
                  <a16:creationId xmlns:a16="http://schemas.microsoft.com/office/drawing/2014/main" id="{FABB2206-6EEB-4C7F-9C31-A90024497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361"/>
              <a:ext cx="75" cy="31"/>
            </a:xfrm>
            <a:custGeom>
              <a:avLst/>
              <a:gdLst>
                <a:gd name="T0" fmla="*/ 0 w 39"/>
                <a:gd name="T1" fmla="*/ 0 h 15"/>
                <a:gd name="T2" fmla="*/ 277 w 39"/>
                <a:gd name="T3" fmla="*/ 8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0" y="0"/>
                  </a:moveTo>
                  <a:cubicBezTo>
                    <a:pt x="8" y="10"/>
                    <a:pt x="27" y="15"/>
                    <a:pt x="39" y="1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3" name="Freeform 659">
              <a:extLst>
                <a:ext uri="{FF2B5EF4-FFF2-40B4-BE49-F238E27FC236}">
                  <a16:creationId xmlns:a16="http://schemas.microsoft.com/office/drawing/2014/main" id="{0C21FF0E-2A0E-4839-9A05-6566E15E5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365"/>
              <a:ext cx="38" cy="38"/>
            </a:xfrm>
            <a:custGeom>
              <a:avLst/>
              <a:gdLst>
                <a:gd name="T0" fmla="*/ 0 w 20"/>
                <a:gd name="T1" fmla="*/ 0 h 18"/>
                <a:gd name="T2" fmla="*/ 137 w 20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3" y="8"/>
                    <a:pt x="9" y="18"/>
                    <a:pt x="20" y="18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4" name="Freeform 660">
              <a:extLst>
                <a:ext uri="{FF2B5EF4-FFF2-40B4-BE49-F238E27FC236}">
                  <a16:creationId xmlns:a16="http://schemas.microsoft.com/office/drawing/2014/main" id="{679A3356-5F67-42CC-A31A-5BF395449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347"/>
              <a:ext cx="48" cy="25"/>
            </a:xfrm>
            <a:custGeom>
              <a:avLst/>
              <a:gdLst>
                <a:gd name="T0" fmla="*/ 0 w 25"/>
                <a:gd name="T1" fmla="*/ 65 h 12"/>
                <a:gd name="T2" fmla="*/ 177 w 2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0" y="7"/>
                  </a:moveTo>
                  <a:cubicBezTo>
                    <a:pt x="7" y="12"/>
                    <a:pt x="20" y="5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5" name="Freeform 661">
              <a:extLst>
                <a:ext uri="{FF2B5EF4-FFF2-40B4-BE49-F238E27FC236}">
                  <a16:creationId xmlns:a16="http://schemas.microsoft.com/office/drawing/2014/main" id="{7A05F9F5-57AC-4424-860E-0B82FBACD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306"/>
              <a:ext cx="39" cy="18"/>
            </a:xfrm>
            <a:custGeom>
              <a:avLst/>
              <a:gdLst>
                <a:gd name="T0" fmla="*/ 0 w 20"/>
                <a:gd name="T1" fmla="*/ 16 h 9"/>
                <a:gd name="T2" fmla="*/ 148 w 20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2"/>
                  </a:moveTo>
                  <a:cubicBezTo>
                    <a:pt x="10" y="1"/>
                    <a:pt x="13" y="0"/>
                    <a:pt x="20" y="9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6" name="Freeform 662">
              <a:extLst>
                <a:ext uri="{FF2B5EF4-FFF2-40B4-BE49-F238E27FC236}">
                  <a16:creationId xmlns:a16="http://schemas.microsoft.com/office/drawing/2014/main" id="{0A2E1D8A-FF57-42D1-BBBC-A870A7A31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308"/>
              <a:ext cx="16" cy="10"/>
            </a:xfrm>
            <a:custGeom>
              <a:avLst/>
              <a:gdLst>
                <a:gd name="T0" fmla="*/ 0 w 8"/>
                <a:gd name="T1" fmla="*/ 40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7" name="Freeform 663">
              <a:extLst>
                <a:ext uri="{FF2B5EF4-FFF2-40B4-BE49-F238E27FC236}">
                  <a16:creationId xmlns:a16="http://schemas.microsoft.com/office/drawing/2014/main" id="{BE4A25C6-ADE0-4F03-8321-0778D9DFA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355"/>
              <a:ext cx="17" cy="29"/>
            </a:xfrm>
            <a:custGeom>
              <a:avLst/>
              <a:gdLst>
                <a:gd name="T0" fmla="*/ 0 w 9"/>
                <a:gd name="T1" fmla="*/ 0 h 14"/>
                <a:gd name="T2" fmla="*/ 40 w 9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3"/>
                    <a:pt x="9" y="8"/>
                    <a:pt x="6" y="14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8" name="Freeform 664">
              <a:extLst>
                <a:ext uri="{FF2B5EF4-FFF2-40B4-BE49-F238E27FC236}">
                  <a16:creationId xmlns:a16="http://schemas.microsoft.com/office/drawing/2014/main" id="{51D2FF0A-510C-498E-9DB5-B1B72065E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368"/>
              <a:ext cx="16" cy="6"/>
            </a:xfrm>
            <a:custGeom>
              <a:avLst/>
              <a:gdLst>
                <a:gd name="T0" fmla="*/ 0 w 8"/>
                <a:gd name="T1" fmla="*/ 24 h 3"/>
                <a:gd name="T2" fmla="*/ 64 w 8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9" name="Freeform 665">
              <a:extLst>
                <a:ext uri="{FF2B5EF4-FFF2-40B4-BE49-F238E27FC236}">
                  <a16:creationId xmlns:a16="http://schemas.microsoft.com/office/drawing/2014/main" id="{45BD7944-ADE5-44E0-88F3-5B148E13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673"/>
              <a:ext cx="8" cy="18"/>
            </a:xfrm>
            <a:custGeom>
              <a:avLst/>
              <a:gdLst>
                <a:gd name="T0" fmla="*/ 32 w 4"/>
                <a:gd name="T1" fmla="*/ 0 h 9"/>
                <a:gd name="T2" fmla="*/ 0 w 4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1" y="2"/>
                    <a:pt x="1" y="6"/>
                    <a:pt x="0" y="9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0" name="Freeform 666">
              <a:extLst>
                <a:ext uri="{FF2B5EF4-FFF2-40B4-BE49-F238E27FC236}">
                  <a16:creationId xmlns:a16="http://schemas.microsoft.com/office/drawing/2014/main" id="{126170EE-BC2A-4D47-B4D8-3A387DA3E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730"/>
              <a:ext cx="31" cy="29"/>
            </a:xfrm>
            <a:custGeom>
              <a:avLst/>
              <a:gdLst>
                <a:gd name="T0" fmla="*/ 0 w 16"/>
                <a:gd name="T1" fmla="*/ 81 h 14"/>
                <a:gd name="T2" fmla="*/ 64 w 16"/>
                <a:gd name="T3" fmla="*/ 8 h 14"/>
                <a:gd name="T4" fmla="*/ 45 w 16"/>
                <a:gd name="T5" fmla="*/ 1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9"/>
                  </a:moveTo>
                  <a:cubicBezTo>
                    <a:pt x="0" y="6"/>
                    <a:pt x="6" y="0"/>
                    <a:pt x="9" y="1"/>
                  </a:cubicBezTo>
                  <a:cubicBezTo>
                    <a:pt x="16" y="3"/>
                    <a:pt x="9" y="11"/>
                    <a:pt x="6" y="14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1" name="Freeform 667">
              <a:extLst>
                <a:ext uri="{FF2B5EF4-FFF2-40B4-BE49-F238E27FC236}">
                  <a16:creationId xmlns:a16="http://schemas.microsoft.com/office/drawing/2014/main" id="{8EF047A0-C878-4196-84C3-CCF5533F7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761"/>
              <a:ext cx="13" cy="29"/>
            </a:xfrm>
            <a:custGeom>
              <a:avLst/>
              <a:gdLst>
                <a:gd name="T0" fmla="*/ 45 w 7"/>
                <a:gd name="T1" fmla="*/ 0 h 14"/>
                <a:gd name="T2" fmla="*/ 0 w 7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3" y="4"/>
                    <a:pt x="2" y="10"/>
                    <a:pt x="0" y="14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2" name="Freeform 668">
              <a:extLst>
                <a:ext uri="{FF2B5EF4-FFF2-40B4-BE49-F238E27FC236}">
                  <a16:creationId xmlns:a16="http://schemas.microsoft.com/office/drawing/2014/main" id="{FFC814B8-C1F8-4242-B549-EA3E579F0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708"/>
              <a:ext cx="20" cy="20"/>
            </a:xfrm>
            <a:custGeom>
              <a:avLst/>
              <a:gdLst>
                <a:gd name="T0" fmla="*/ 48 w 10"/>
                <a:gd name="T1" fmla="*/ 80 h 10"/>
                <a:gd name="T2" fmla="*/ 24 w 10"/>
                <a:gd name="T3" fmla="*/ 16 h 10"/>
                <a:gd name="T4" fmla="*/ 80 w 10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cubicBezTo>
                    <a:pt x="4" y="9"/>
                    <a:pt x="0" y="4"/>
                    <a:pt x="3" y="2"/>
                  </a:cubicBezTo>
                  <a:cubicBezTo>
                    <a:pt x="6" y="0"/>
                    <a:pt x="8" y="6"/>
                    <a:pt x="10" y="6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3" name="Freeform 669">
              <a:extLst>
                <a:ext uri="{FF2B5EF4-FFF2-40B4-BE49-F238E27FC236}">
                  <a16:creationId xmlns:a16="http://schemas.microsoft.com/office/drawing/2014/main" id="{2FC6C4E1-7181-47AC-845A-51AE25616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621"/>
              <a:ext cx="18" cy="4"/>
            </a:xfrm>
            <a:custGeom>
              <a:avLst/>
              <a:gdLst>
                <a:gd name="T0" fmla="*/ 72 w 9"/>
                <a:gd name="T1" fmla="*/ 0 h 2"/>
                <a:gd name="T2" fmla="*/ 0 w 9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0"/>
                    <a:pt x="3" y="2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4" name="Freeform 670">
              <a:extLst>
                <a:ext uri="{FF2B5EF4-FFF2-40B4-BE49-F238E27FC236}">
                  <a16:creationId xmlns:a16="http://schemas.microsoft.com/office/drawing/2014/main" id="{6C844D27-963F-4478-9B06-A4A8B3FCF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574"/>
              <a:ext cx="6" cy="16"/>
            </a:xfrm>
            <a:custGeom>
              <a:avLst/>
              <a:gdLst>
                <a:gd name="T0" fmla="*/ 8 w 3"/>
                <a:gd name="T1" fmla="*/ 0 h 8"/>
                <a:gd name="T2" fmla="*/ 24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3"/>
                    <a:pt x="1" y="6"/>
                    <a:pt x="3" y="8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5" name="Freeform 671">
              <a:extLst>
                <a:ext uri="{FF2B5EF4-FFF2-40B4-BE49-F238E27FC236}">
                  <a16:creationId xmlns:a16="http://schemas.microsoft.com/office/drawing/2014/main" id="{440B8F5C-74B8-4420-B05A-DCF023620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559"/>
              <a:ext cx="3" cy="17"/>
            </a:xfrm>
            <a:custGeom>
              <a:avLst/>
              <a:gdLst>
                <a:gd name="T0" fmla="*/ 8 w 2"/>
                <a:gd name="T1" fmla="*/ 0 h 8"/>
                <a:gd name="T2" fmla="*/ 8 w 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3"/>
                    <a:pt x="0" y="6"/>
                    <a:pt x="2" y="8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6" name="Freeform 672">
              <a:extLst>
                <a:ext uri="{FF2B5EF4-FFF2-40B4-BE49-F238E27FC236}">
                  <a16:creationId xmlns:a16="http://schemas.microsoft.com/office/drawing/2014/main" id="{AA556CDC-7279-4692-8191-A7EF9610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601"/>
              <a:ext cx="18" cy="8"/>
            </a:xfrm>
            <a:custGeom>
              <a:avLst/>
              <a:gdLst>
                <a:gd name="T0" fmla="*/ 0 w 9"/>
                <a:gd name="T1" fmla="*/ 32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2"/>
                    <a:pt x="6" y="0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7" name="Freeform 673">
              <a:extLst>
                <a:ext uri="{FF2B5EF4-FFF2-40B4-BE49-F238E27FC236}">
                  <a16:creationId xmlns:a16="http://schemas.microsoft.com/office/drawing/2014/main" id="{15145ACA-A4F5-4311-ABF9-8FE879C1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667"/>
              <a:ext cx="16" cy="10"/>
            </a:xfrm>
            <a:custGeom>
              <a:avLst/>
              <a:gdLst>
                <a:gd name="T0" fmla="*/ 0 w 8"/>
                <a:gd name="T1" fmla="*/ 40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5" y="2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8" name="Freeform 674">
              <a:extLst>
                <a:ext uri="{FF2B5EF4-FFF2-40B4-BE49-F238E27FC236}">
                  <a16:creationId xmlns:a16="http://schemas.microsoft.com/office/drawing/2014/main" id="{31E2F946-1131-4DCF-B425-9720532E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714"/>
              <a:ext cx="27" cy="27"/>
            </a:xfrm>
            <a:custGeom>
              <a:avLst/>
              <a:gdLst>
                <a:gd name="T0" fmla="*/ 29 w 14"/>
                <a:gd name="T1" fmla="*/ 116 h 13"/>
                <a:gd name="T2" fmla="*/ 93 w 14"/>
                <a:gd name="T3" fmla="*/ 44 h 13"/>
                <a:gd name="T4" fmla="*/ 0 w 14"/>
                <a:gd name="T5" fmla="*/ 7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4" y="13"/>
                  </a:moveTo>
                  <a:cubicBezTo>
                    <a:pt x="7" y="12"/>
                    <a:pt x="14" y="9"/>
                    <a:pt x="13" y="5"/>
                  </a:cubicBezTo>
                  <a:cubicBezTo>
                    <a:pt x="12" y="0"/>
                    <a:pt x="2" y="7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9" name="Freeform 675">
              <a:extLst>
                <a:ext uri="{FF2B5EF4-FFF2-40B4-BE49-F238E27FC236}">
                  <a16:creationId xmlns:a16="http://schemas.microsoft.com/office/drawing/2014/main" id="{8AD5B866-CFC2-47DF-91B0-376E22C2C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786"/>
              <a:ext cx="17" cy="23"/>
            </a:xfrm>
            <a:custGeom>
              <a:avLst/>
              <a:gdLst>
                <a:gd name="T0" fmla="*/ 0 w 9"/>
                <a:gd name="T1" fmla="*/ 27 h 11"/>
                <a:gd name="T2" fmla="*/ 60 w 9"/>
                <a:gd name="T3" fmla="*/ 44 h 11"/>
                <a:gd name="T4" fmla="*/ 15 w 9"/>
                <a:gd name="T5" fmla="*/ 9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3"/>
                  </a:moveTo>
                  <a:cubicBezTo>
                    <a:pt x="3" y="3"/>
                    <a:pt x="9" y="0"/>
                    <a:pt x="9" y="5"/>
                  </a:cubicBezTo>
                  <a:cubicBezTo>
                    <a:pt x="8" y="8"/>
                    <a:pt x="4" y="11"/>
                    <a:pt x="2" y="1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0" name="Freeform 676">
              <a:extLst>
                <a:ext uri="{FF2B5EF4-FFF2-40B4-BE49-F238E27FC236}">
                  <a16:creationId xmlns:a16="http://schemas.microsoft.com/office/drawing/2014/main" id="{D6111396-228C-41C7-A22C-F3BDE26F9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809"/>
              <a:ext cx="15" cy="2"/>
            </a:xfrm>
            <a:custGeom>
              <a:avLst/>
              <a:gdLst>
                <a:gd name="T0" fmla="*/ 0 w 8"/>
                <a:gd name="T1" fmla="*/ 0 h 1"/>
                <a:gd name="T2" fmla="*/ 53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6" y="1"/>
                    <a:pt x="8" y="1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1" name="Freeform 677">
              <a:extLst>
                <a:ext uri="{FF2B5EF4-FFF2-40B4-BE49-F238E27FC236}">
                  <a16:creationId xmlns:a16="http://schemas.microsoft.com/office/drawing/2014/main" id="{5A6A0F0F-7937-47D3-95ED-B4645049B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889"/>
              <a:ext cx="8" cy="6"/>
            </a:xfrm>
            <a:custGeom>
              <a:avLst/>
              <a:gdLst>
                <a:gd name="T0" fmla="*/ 0 w 4"/>
                <a:gd name="T1" fmla="*/ 24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2" name="Freeform 678">
              <a:extLst>
                <a:ext uri="{FF2B5EF4-FFF2-40B4-BE49-F238E27FC236}">
                  <a16:creationId xmlns:a16="http://schemas.microsoft.com/office/drawing/2014/main" id="{25FC5044-52AF-446C-83B5-842B1B258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722"/>
              <a:ext cx="19" cy="25"/>
            </a:xfrm>
            <a:custGeom>
              <a:avLst/>
              <a:gdLst>
                <a:gd name="T0" fmla="*/ 61 w 10"/>
                <a:gd name="T1" fmla="*/ 108 h 12"/>
                <a:gd name="T2" fmla="*/ 55 w 10"/>
                <a:gd name="T3" fmla="*/ 17 h 12"/>
                <a:gd name="T4" fmla="*/ 0 w 10"/>
                <a:gd name="T5" fmla="*/ 10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9" y="12"/>
                  </a:moveTo>
                  <a:cubicBezTo>
                    <a:pt x="9" y="10"/>
                    <a:pt x="10" y="3"/>
                    <a:pt x="8" y="2"/>
                  </a:cubicBezTo>
                  <a:cubicBezTo>
                    <a:pt x="4" y="0"/>
                    <a:pt x="0" y="8"/>
                    <a:pt x="0" y="11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3" name="Freeform 679">
              <a:extLst>
                <a:ext uri="{FF2B5EF4-FFF2-40B4-BE49-F238E27FC236}">
                  <a16:creationId xmlns:a16="http://schemas.microsoft.com/office/drawing/2014/main" id="{19A09A46-1DA0-4A40-8D0D-37AB0CF79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689"/>
              <a:ext cx="15" cy="11"/>
            </a:xfrm>
            <a:custGeom>
              <a:avLst/>
              <a:gdLst>
                <a:gd name="T0" fmla="*/ 0 w 8"/>
                <a:gd name="T1" fmla="*/ 33 h 5"/>
                <a:gd name="T2" fmla="*/ 53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3" y="5"/>
                    <a:pt x="6" y="2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4" name="Freeform 680">
              <a:extLst>
                <a:ext uri="{FF2B5EF4-FFF2-40B4-BE49-F238E27FC236}">
                  <a16:creationId xmlns:a16="http://schemas.microsoft.com/office/drawing/2014/main" id="{D295DA11-ACF3-4D50-AD26-7C437B41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621"/>
              <a:ext cx="8" cy="13"/>
            </a:xfrm>
            <a:custGeom>
              <a:avLst/>
              <a:gdLst>
                <a:gd name="T0" fmla="*/ 32 w 4"/>
                <a:gd name="T1" fmla="*/ 0 h 6"/>
                <a:gd name="T2" fmla="*/ 0 w 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5" name="Freeform 681">
              <a:extLst>
                <a:ext uri="{FF2B5EF4-FFF2-40B4-BE49-F238E27FC236}">
                  <a16:creationId xmlns:a16="http://schemas.microsoft.com/office/drawing/2014/main" id="{0C77B458-F191-4D62-932D-6F6CB0CDA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586"/>
              <a:ext cx="16" cy="8"/>
            </a:xfrm>
            <a:custGeom>
              <a:avLst/>
              <a:gdLst>
                <a:gd name="T0" fmla="*/ 0 w 8"/>
                <a:gd name="T1" fmla="*/ 32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6" name="Freeform 682">
              <a:extLst>
                <a:ext uri="{FF2B5EF4-FFF2-40B4-BE49-F238E27FC236}">
                  <a16:creationId xmlns:a16="http://schemas.microsoft.com/office/drawing/2014/main" id="{059B4D91-25A3-4E78-AEEE-E350D2E56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1611"/>
              <a:ext cx="8" cy="23"/>
            </a:xfrm>
            <a:custGeom>
              <a:avLst/>
              <a:gdLst>
                <a:gd name="T0" fmla="*/ 0 w 4"/>
                <a:gd name="T1" fmla="*/ 0 h 11"/>
                <a:gd name="T2" fmla="*/ 32 w 4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3" y="3"/>
                    <a:pt x="3" y="7"/>
                    <a:pt x="4" y="11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7" name="Freeform 683">
              <a:extLst>
                <a:ext uri="{FF2B5EF4-FFF2-40B4-BE49-F238E27FC236}">
                  <a16:creationId xmlns:a16="http://schemas.microsoft.com/office/drawing/2014/main" id="{35D17ADC-02D1-4785-804E-B954CFB4A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683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8" name="Freeform 684">
              <a:extLst>
                <a:ext uri="{FF2B5EF4-FFF2-40B4-BE49-F238E27FC236}">
                  <a16:creationId xmlns:a16="http://schemas.microsoft.com/office/drawing/2014/main" id="{60DE3974-9E35-405F-9A7F-D14A14480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543"/>
              <a:ext cx="1" cy="16"/>
            </a:xfrm>
            <a:custGeom>
              <a:avLst/>
              <a:gdLst>
                <a:gd name="T0" fmla="*/ 1 w 1"/>
                <a:gd name="T1" fmla="*/ 0 h 8"/>
                <a:gd name="T2" fmla="*/ 1 w 1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9" name="Freeform 685">
              <a:extLst>
                <a:ext uri="{FF2B5EF4-FFF2-40B4-BE49-F238E27FC236}">
                  <a16:creationId xmlns:a16="http://schemas.microsoft.com/office/drawing/2014/main" id="{36EB05EC-ADCD-40E2-AF0D-A7E92A79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473"/>
              <a:ext cx="4" cy="12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0" name="Freeform 686">
              <a:extLst>
                <a:ext uri="{FF2B5EF4-FFF2-40B4-BE49-F238E27FC236}">
                  <a16:creationId xmlns:a16="http://schemas.microsoft.com/office/drawing/2014/main" id="{B0C55EFC-466C-4739-8492-123EC84B3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469"/>
              <a:ext cx="12" cy="10"/>
            </a:xfrm>
            <a:custGeom>
              <a:avLst/>
              <a:gdLst>
                <a:gd name="T0" fmla="*/ 0 w 6"/>
                <a:gd name="T1" fmla="*/ 0 h 5"/>
                <a:gd name="T2" fmla="*/ 48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4" y="3"/>
                    <a:pt x="6" y="5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1" name="Freeform 687">
              <a:extLst>
                <a:ext uri="{FF2B5EF4-FFF2-40B4-BE49-F238E27FC236}">
                  <a16:creationId xmlns:a16="http://schemas.microsoft.com/office/drawing/2014/main" id="{4EEBF686-AD1F-4200-92CC-547F499D0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516"/>
              <a:ext cx="13" cy="19"/>
            </a:xfrm>
            <a:custGeom>
              <a:avLst/>
              <a:gdLst>
                <a:gd name="T0" fmla="*/ 0 w 7"/>
                <a:gd name="T1" fmla="*/ 84 h 9"/>
                <a:gd name="T2" fmla="*/ 45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2" name="Freeform 688">
              <a:extLst>
                <a:ext uri="{FF2B5EF4-FFF2-40B4-BE49-F238E27FC236}">
                  <a16:creationId xmlns:a16="http://schemas.microsoft.com/office/drawing/2014/main" id="{2C8BB3E4-1FC7-457E-809B-DCF77C70E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570"/>
              <a:ext cx="9" cy="2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3" name="Freeform 689">
              <a:extLst>
                <a:ext uri="{FF2B5EF4-FFF2-40B4-BE49-F238E27FC236}">
                  <a16:creationId xmlns:a16="http://schemas.microsoft.com/office/drawing/2014/main" id="{E969FFA0-02DD-41D2-BAAE-5EF4EB1B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592"/>
              <a:ext cx="6" cy="13"/>
            </a:xfrm>
            <a:custGeom>
              <a:avLst/>
              <a:gdLst>
                <a:gd name="T0" fmla="*/ 0 w 3"/>
                <a:gd name="T1" fmla="*/ 61 h 6"/>
                <a:gd name="T2" fmla="*/ 24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4"/>
                    <a:pt x="2" y="2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4" name="Freeform 690">
              <a:extLst>
                <a:ext uri="{FF2B5EF4-FFF2-40B4-BE49-F238E27FC236}">
                  <a16:creationId xmlns:a16="http://schemas.microsoft.com/office/drawing/2014/main" id="{1297C283-0829-49BE-A0FA-F709CE18C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440"/>
              <a:ext cx="17" cy="8"/>
            </a:xfrm>
            <a:custGeom>
              <a:avLst/>
              <a:gdLst>
                <a:gd name="T0" fmla="*/ 0 w 9"/>
                <a:gd name="T1" fmla="*/ 32 h 4"/>
                <a:gd name="T2" fmla="*/ 6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1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5" name="Freeform 691">
              <a:extLst>
                <a:ext uri="{FF2B5EF4-FFF2-40B4-BE49-F238E27FC236}">
                  <a16:creationId xmlns:a16="http://schemas.microsoft.com/office/drawing/2014/main" id="{96C1CA3E-C53F-40DF-BCF2-8D92F0D82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436"/>
              <a:ext cx="13" cy="8"/>
            </a:xfrm>
            <a:custGeom>
              <a:avLst/>
              <a:gdLst>
                <a:gd name="T0" fmla="*/ 0 w 7"/>
                <a:gd name="T1" fmla="*/ 32 h 4"/>
                <a:gd name="T2" fmla="*/ 4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6" name="Freeform 692">
              <a:extLst>
                <a:ext uri="{FF2B5EF4-FFF2-40B4-BE49-F238E27FC236}">
                  <a16:creationId xmlns:a16="http://schemas.microsoft.com/office/drawing/2014/main" id="{04798D0E-FD5A-4F03-AD51-AFC938850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363"/>
              <a:ext cx="14" cy="13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3"/>
                    <a:pt x="4" y="5"/>
                    <a:pt x="7" y="6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7" name="Freeform 693">
              <a:extLst>
                <a:ext uri="{FF2B5EF4-FFF2-40B4-BE49-F238E27FC236}">
                  <a16:creationId xmlns:a16="http://schemas.microsoft.com/office/drawing/2014/main" id="{FE73F66E-8846-452E-9E68-29F1BEADB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353"/>
              <a:ext cx="17" cy="10"/>
            </a:xfrm>
            <a:custGeom>
              <a:avLst/>
              <a:gdLst>
                <a:gd name="T0" fmla="*/ 0 w 9"/>
                <a:gd name="T1" fmla="*/ 40 h 5"/>
                <a:gd name="T2" fmla="*/ 6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4" y="4"/>
                    <a:pt x="6" y="1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8" name="Freeform 694">
              <a:extLst>
                <a:ext uri="{FF2B5EF4-FFF2-40B4-BE49-F238E27FC236}">
                  <a16:creationId xmlns:a16="http://schemas.microsoft.com/office/drawing/2014/main" id="{B0238EDF-3A5A-4681-8E6F-6EE6ABF20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345"/>
              <a:ext cx="19" cy="12"/>
            </a:xfrm>
            <a:custGeom>
              <a:avLst/>
              <a:gdLst>
                <a:gd name="T0" fmla="*/ 0 w 10"/>
                <a:gd name="T1" fmla="*/ 0 h 6"/>
                <a:gd name="T2" fmla="*/ 68 w 10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5"/>
                    <a:pt x="6" y="6"/>
                    <a:pt x="10" y="6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9" name="Freeform 695">
              <a:extLst>
                <a:ext uri="{FF2B5EF4-FFF2-40B4-BE49-F238E27FC236}">
                  <a16:creationId xmlns:a16="http://schemas.microsoft.com/office/drawing/2014/main" id="{479C98DC-CD17-4757-9556-A60B3CFB9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370"/>
              <a:ext cx="13" cy="4"/>
            </a:xfrm>
            <a:custGeom>
              <a:avLst/>
              <a:gdLst>
                <a:gd name="T0" fmla="*/ 0 w 7"/>
                <a:gd name="T1" fmla="*/ 16 h 2"/>
                <a:gd name="T2" fmla="*/ 4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5" y="0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0" name="Freeform 696">
              <a:extLst>
                <a:ext uri="{FF2B5EF4-FFF2-40B4-BE49-F238E27FC236}">
                  <a16:creationId xmlns:a16="http://schemas.microsoft.com/office/drawing/2014/main" id="{FE8A6851-BEFB-46AD-9507-24AAE696B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299"/>
              <a:ext cx="20" cy="23"/>
            </a:xfrm>
            <a:custGeom>
              <a:avLst/>
              <a:gdLst>
                <a:gd name="T0" fmla="*/ 8 w 10"/>
                <a:gd name="T1" fmla="*/ 0 h 11"/>
                <a:gd name="T2" fmla="*/ 80 w 10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" y="0"/>
                  </a:moveTo>
                  <a:cubicBezTo>
                    <a:pt x="0" y="11"/>
                    <a:pt x="10" y="11"/>
                    <a:pt x="10" y="1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1" name="Freeform 697">
              <a:extLst>
                <a:ext uri="{FF2B5EF4-FFF2-40B4-BE49-F238E27FC236}">
                  <a16:creationId xmlns:a16="http://schemas.microsoft.com/office/drawing/2014/main" id="{68AB32C0-A9F9-4C36-B2DF-4DA202745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568"/>
              <a:ext cx="6" cy="16"/>
            </a:xfrm>
            <a:custGeom>
              <a:avLst/>
              <a:gdLst>
                <a:gd name="T0" fmla="*/ 24 w 3"/>
                <a:gd name="T1" fmla="*/ 0 h 8"/>
                <a:gd name="T2" fmla="*/ 0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2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2" name="Freeform 698">
              <a:extLst>
                <a:ext uri="{FF2B5EF4-FFF2-40B4-BE49-F238E27FC236}">
                  <a16:creationId xmlns:a16="http://schemas.microsoft.com/office/drawing/2014/main" id="{651A35A1-6304-4822-99D2-D32BFC5FB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609"/>
              <a:ext cx="5" cy="16"/>
            </a:xfrm>
            <a:custGeom>
              <a:avLst/>
              <a:gdLst>
                <a:gd name="T0" fmla="*/ 0 w 3"/>
                <a:gd name="T1" fmla="*/ 0 h 8"/>
                <a:gd name="T2" fmla="*/ 13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3"/>
                    <a:pt x="2" y="6"/>
                    <a:pt x="3" y="8"/>
                  </a:cubicBezTo>
                </a:path>
              </a:pathLst>
            </a:custGeom>
            <a:noFill/>
            <a:ln w="11113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3" name="Freeform 699">
              <a:extLst>
                <a:ext uri="{FF2B5EF4-FFF2-40B4-BE49-F238E27FC236}">
                  <a16:creationId xmlns:a16="http://schemas.microsoft.com/office/drawing/2014/main" id="{E171F043-C4A6-450C-9526-EC0E286E8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1697"/>
              <a:ext cx="11" cy="9"/>
            </a:xfrm>
            <a:custGeom>
              <a:avLst/>
              <a:gdLst>
                <a:gd name="T0" fmla="*/ 0 w 6"/>
                <a:gd name="T1" fmla="*/ 45 h 4"/>
                <a:gd name="T2" fmla="*/ 3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0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4" name="Freeform 700">
              <a:extLst>
                <a:ext uri="{FF2B5EF4-FFF2-40B4-BE49-F238E27FC236}">
                  <a16:creationId xmlns:a16="http://schemas.microsoft.com/office/drawing/2014/main" id="{75B43C76-231F-4BB5-BC19-CD5E85672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1722"/>
              <a:ext cx="1" cy="21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3"/>
                    <a:pt x="0" y="7"/>
                    <a:pt x="0" y="1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5" name="Freeform 701">
              <a:extLst>
                <a:ext uri="{FF2B5EF4-FFF2-40B4-BE49-F238E27FC236}">
                  <a16:creationId xmlns:a16="http://schemas.microsoft.com/office/drawing/2014/main" id="{5494D08C-AA48-4BF1-AA55-91825D931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761"/>
              <a:ext cx="19" cy="31"/>
            </a:xfrm>
            <a:custGeom>
              <a:avLst/>
              <a:gdLst>
                <a:gd name="T0" fmla="*/ 68 w 10"/>
                <a:gd name="T1" fmla="*/ 43 h 15"/>
                <a:gd name="T2" fmla="*/ 40 w 10"/>
                <a:gd name="T3" fmla="*/ 124 h 15"/>
                <a:gd name="T4" fmla="*/ 36 w 1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5"/>
                  </a:moveTo>
                  <a:cubicBezTo>
                    <a:pt x="10" y="8"/>
                    <a:pt x="10" y="15"/>
                    <a:pt x="6" y="14"/>
                  </a:cubicBezTo>
                  <a:cubicBezTo>
                    <a:pt x="0" y="13"/>
                    <a:pt x="4" y="4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6" name="Freeform 702">
              <a:extLst>
                <a:ext uri="{FF2B5EF4-FFF2-40B4-BE49-F238E27FC236}">
                  <a16:creationId xmlns:a16="http://schemas.microsoft.com/office/drawing/2014/main" id="{60343CFF-72FE-4E20-BEE3-C9489483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1815"/>
              <a:ext cx="6" cy="23"/>
            </a:xfrm>
            <a:custGeom>
              <a:avLst/>
              <a:gdLst>
                <a:gd name="T0" fmla="*/ 24 w 3"/>
                <a:gd name="T1" fmla="*/ 0 h 11"/>
                <a:gd name="T2" fmla="*/ 0 w 3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4"/>
                    <a:pt x="1" y="8"/>
                    <a:pt x="0" y="11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7" name="Freeform 703">
              <a:extLst>
                <a:ext uri="{FF2B5EF4-FFF2-40B4-BE49-F238E27FC236}">
                  <a16:creationId xmlns:a16="http://schemas.microsoft.com/office/drawing/2014/main" id="{E3322072-DA8B-4052-96F1-41EF5081C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1778"/>
              <a:ext cx="2" cy="14"/>
            </a:xfrm>
            <a:custGeom>
              <a:avLst/>
              <a:gdLst>
                <a:gd name="T0" fmla="*/ 8 w 1"/>
                <a:gd name="T1" fmla="*/ 0 h 7"/>
                <a:gd name="T2" fmla="*/ 0 w 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8" name="Freeform 704">
              <a:extLst>
                <a:ext uri="{FF2B5EF4-FFF2-40B4-BE49-F238E27FC236}">
                  <a16:creationId xmlns:a16="http://schemas.microsoft.com/office/drawing/2014/main" id="{34373DD5-DB17-4D96-9A1B-01E28BD7B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1790"/>
              <a:ext cx="14" cy="2"/>
            </a:xfrm>
            <a:custGeom>
              <a:avLst/>
              <a:gdLst>
                <a:gd name="T0" fmla="*/ 0 w 7"/>
                <a:gd name="T1" fmla="*/ 8 h 1"/>
                <a:gd name="T2" fmla="*/ 56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9" name="Freeform 705">
              <a:extLst>
                <a:ext uri="{FF2B5EF4-FFF2-40B4-BE49-F238E27FC236}">
                  <a16:creationId xmlns:a16="http://schemas.microsoft.com/office/drawing/2014/main" id="{AD265FB4-BF63-4083-9C9F-EEAB42A31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846"/>
              <a:ext cx="4" cy="19"/>
            </a:xfrm>
            <a:custGeom>
              <a:avLst/>
              <a:gdLst>
                <a:gd name="T0" fmla="*/ 0 w 2"/>
                <a:gd name="T1" fmla="*/ 84 h 9"/>
                <a:gd name="T2" fmla="*/ 16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2" y="6"/>
                    <a:pt x="2" y="3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0" name="Freeform 706">
              <a:extLst>
                <a:ext uri="{FF2B5EF4-FFF2-40B4-BE49-F238E27FC236}">
                  <a16:creationId xmlns:a16="http://schemas.microsoft.com/office/drawing/2014/main" id="{3C6A5331-F2CD-491B-BE67-98B2D7B68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1889"/>
              <a:ext cx="13" cy="17"/>
            </a:xfrm>
            <a:custGeom>
              <a:avLst/>
              <a:gdLst>
                <a:gd name="T0" fmla="*/ 0 w 7"/>
                <a:gd name="T1" fmla="*/ 77 h 8"/>
                <a:gd name="T2" fmla="*/ 4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3" y="2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1" name="Freeform 707">
              <a:extLst>
                <a:ext uri="{FF2B5EF4-FFF2-40B4-BE49-F238E27FC236}">
                  <a16:creationId xmlns:a16="http://schemas.microsoft.com/office/drawing/2014/main" id="{85315799-30E5-4EA9-B04C-A4CF9CFA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1862"/>
              <a:ext cx="21" cy="11"/>
            </a:xfrm>
            <a:custGeom>
              <a:avLst/>
              <a:gdLst>
                <a:gd name="T0" fmla="*/ 0 w 11"/>
                <a:gd name="T1" fmla="*/ 53 h 5"/>
                <a:gd name="T2" fmla="*/ 76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4" y="4"/>
                    <a:pt x="8" y="3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2" name="Freeform 708">
              <a:extLst>
                <a:ext uri="{FF2B5EF4-FFF2-40B4-BE49-F238E27FC236}">
                  <a16:creationId xmlns:a16="http://schemas.microsoft.com/office/drawing/2014/main" id="{47CD814C-186B-4E0F-869B-2F1212B9B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1819"/>
              <a:ext cx="11" cy="8"/>
            </a:xfrm>
            <a:custGeom>
              <a:avLst/>
              <a:gdLst>
                <a:gd name="T0" fmla="*/ 0 w 6"/>
                <a:gd name="T1" fmla="*/ 0 h 4"/>
                <a:gd name="T2" fmla="*/ 37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1"/>
                    <a:pt x="4" y="3"/>
                    <a:pt x="6" y="4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3" name="Freeform 709">
              <a:extLst>
                <a:ext uri="{FF2B5EF4-FFF2-40B4-BE49-F238E27FC236}">
                  <a16:creationId xmlns:a16="http://schemas.microsoft.com/office/drawing/2014/main" id="{34BB9360-D86C-439E-A194-3F4AF8984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766"/>
              <a:ext cx="21" cy="26"/>
            </a:xfrm>
            <a:custGeom>
              <a:avLst/>
              <a:gdLst>
                <a:gd name="T0" fmla="*/ 21 w 11"/>
                <a:gd name="T1" fmla="*/ 104 h 13"/>
                <a:gd name="T2" fmla="*/ 0 w 11"/>
                <a:gd name="T3" fmla="*/ 5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3" y="13"/>
                  </a:moveTo>
                  <a:cubicBezTo>
                    <a:pt x="9" y="13"/>
                    <a:pt x="11" y="0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4" name="Freeform 710">
              <a:extLst>
                <a:ext uri="{FF2B5EF4-FFF2-40B4-BE49-F238E27FC236}">
                  <a16:creationId xmlns:a16="http://schemas.microsoft.com/office/drawing/2014/main" id="{D011CA62-62FF-4E34-90DF-DA7FEC2E0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844"/>
              <a:ext cx="29" cy="29"/>
            </a:xfrm>
            <a:custGeom>
              <a:avLst/>
              <a:gdLst>
                <a:gd name="T0" fmla="*/ 44 w 15"/>
                <a:gd name="T1" fmla="*/ 0 h 14"/>
                <a:gd name="T2" fmla="*/ 44 w 15"/>
                <a:gd name="T3" fmla="*/ 116 h 14"/>
                <a:gd name="T4" fmla="*/ 93 w 1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0"/>
                  </a:moveTo>
                  <a:cubicBezTo>
                    <a:pt x="5" y="3"/>
                    <a:pt x="0" y="12"/>
                    <a:pt x="6" y="13"/>
                  </a:cubicBezTo>
                  <a:cubicBezTo>
                    <a:pt x="11" y="14"/>
                    <a:pt x="15" y="5"/>
                    <a:pt x="13" y="1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5" name="Freeform 711">
              <a:extLst>
                <a:ext uri="{FF2B5EF4-FFF2-40B4-BE49-F238E27FC236}">
                  <a16:creationId xmlns:a16="http://schemas.microsoft.com/office/drawing/2014/main" id="{C34B5B20-F077-4848-A7F8-1E0C5D43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916"/>
              <a:ext cx="13" cy="8"/>
            </a:xfrm>
            <a:custGeom>
              <a:avLst/>
              <a:gdLst>
                <a:gd name="T0" fmla="*/ 0 w 7"/>
                <a:gd name="T1" fmla="*/ 32 h 4"/>
                <a:gd name="T2" fmla="*/ 4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6" name="Freeform 712">
              <a:extLst>
                <a:ext uri="{FF2B5EF4-FFF2-40B4-BE49-F238E27FC236}">
                  <a16:creationId xmlns:a16="http://schemas.microsoft.com/office/drawing/2014/main" id="{84D7EE71-BC18-461A-9F6C-74D8D91B5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918"/>
              <a:ext cx="13" cy="2"/>
            </a:xfrm>
            <a:custGeom>
              <a:avLst/>
              <a:gdLst>
                <a:gd name="T0" fmla="*/ 0 w 7"/>
                <a:gd name="T1" fmla="*/ 8 h 1"/>
                <a:gd name="T2" fmla="*/ 45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4" y="0"/>
                    <a:pt x="7" y="1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7" name="Freeform 713">
              <a:extLst>
                <a:ext uri="{FF2B5EF4-FFF2-40B4-BE49-F238E27FC236}">
                  <a16:creationId xmlns:a16="http://schemas.microsoft.com/office/drawing/2014/main" id="{F82D34EE-2AF8-4551-925B-C56033400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1856"/>
              <a:ext cx="2" cy="29"/>
            </a:xfrm>
            <a:custGeom>
              <a:avLst/>
              <a:gdLst>
                <a:gd name="T0" fmla="*/ 0 w 1"/>
                <a:gd name="T1" fmla="*/ 0 h 14"/>
                <a:gd name="T2" fmla="*/ 8 w 1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0" y="10"/>
                    <a:pt x="1" y="14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8" name="Freeform 714">
              <a:extLst>
                <a:ext uri="{FF2B5EF4-FFF2-40B4-BE49-F238E27FC236}">
                  <a16:creationId xmlns:a16="http://schemas.microsoft.com/office/drawing/2014/main" id="{C02F15B5-29B6-4666-AA48-F83458C17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1916"/>
              <a:ext cx="11" cy="12"/>
            </a:xfrm>
            <a:custGeom>
              <a:avLst/>
              <a:gdLst>
                <a:gd name="T0" fmla="*/ 0 w 6"/>
                <a:gd name="T1" fmla="*/ 0 h 6"/>
                <a:gd name="T2" fmla="*/ 37 w 6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1"/>
                    <a:pt x="5" y="4"/>
                    <a:pt x="6" y="6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9" name="Freeform 715">
              <a:extLst>
                <a:ext uri="{FF2B5EF4-FFF2-40B4-BE49-F238E27FC236}">
                  <a16:creationId xmlns:a16="http://schemas.microsoft.com/office/drawing/2014/main" id="{4F245173-C211-4B25-8343-6CDC24AA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796"/>
              <a:ext cx="27" cy="9"/>
            </a:xfrm>
            <a:custGeom>
              <a:avLst/>
              <a:gdLst>
                <a:gd name="T0" fmla="*/ 0 w 14"/>
                <a:gd name="T1" fmla="*/ 45 h 4"/>
                <a:gd name="T2" fmla="*/ 100 w 14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4"/>
                  </a:moveTo>
                  <a:cubicBezTo>
                    <a:pt x="4" y="0"/>
                    <a:pt x="9" y="0"/>
                    <a:pt x="14" y="1"/>
                  </a:cubicBezTo>
                </a:path>
              </a:pathLst>
            </a:custGeom>
            <a:noFill/>
            <a:ln w="11113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0" name="Freeform 716">
              <a:extLst>
                <a:ext uri="{FF2B5EF4-FFF2-40B4-BE49-F238E27FC236}">
                  <a16:creationId xmlns:a16="http://schemas.microsoft.com/office/drawing/2014/main" id="{58167FEF-5BBB-4933-A7E3-CEFB8F13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116"/>
              <a:ext cx="140" cy="58"/>
            </a:xfrm>
            <a:custGeom>
              <a:avLst/>
              <a:gdLst>
                <a:gd name="T0" fmla="*/ 0 w 72"/>
                <a:gd name="T1" fmla="*/ 0 h 28"/>
                <a:gd name="T2" fmla="*/ 389 w 72"/>
                <a:gd name="T3" fmla="*/ 91 h 28"/>
                <a:gd name="T4" fmla="*/ 360 w 72"/>
                <a:gd name="T5" fmla="*/ 249 h 28"/>
                <a:gd name="T6" fmla="*/ 0 w 7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8">
                  <a:moveTo>
                    <a:pt x="0" y="0"/>
                  </a:moveTo>
                  <a:cubicBezTo>
                    <a:pt x="7" y="8"/>
                    <a:pt x="33" y="15"/>
                    <a:pt x="53" y="10"/>
                  </a:cubicBezTo>
                  <a:cubicBezTo>
                    <a:pt x="72" y="6"/>
                    <a:pt x="49" y="28"/>
                    <a:pt x="49" y="28"/>
                  </a:cubicBezTo>
                  <a:cubicBezTo>
                    <a:pt x="49" y="28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1" name="Freeform 717">
              <a:extLst>
                <a:ext uri="{FF2B5EF4-FFF2-40B4-BE49-F238E27FC236}">
                  <a16:creationId xmlns:a16="http://schemas.microsoft.com/office/drawing/2014/main" id="{C37575FD-453A-4049-B74A-CBB648AE6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108"/>
              <a:ext cx="96" cy="39"/>
            </a:xfrm>
            <a:custGeom>
              <a:avLst/>
              <a:gdLst>
                <a:gd name="T0" fmla="*/ 0 w 50"/>
                <a:gd name="T1" fmla="*/ 0 h 19"/>
                <a:gd name="T2" fmla="*/ 0 w 50"/>
                <a:gd name="T3" fmla="*/ 0 h 19"/>
                <a:gd name="T4" fmla="*/ 353 w 50"/>
                <a:gd name="T5" fmla="*/ 148 h 19"/>
                <a:gd name="T6" fmla="*/ 353 w 50"/>
                <a:gd name="T7" fmla="*/ 131 h 19"/>
                <a:gd name="T8" fmla="*/ 0 w 5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9" y="12"/>
                    <a:pt x="40" y="19"/>
                    <a:pt x="50" y="17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39" y="17"/>
                    <a:pt x="8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2" name="Freeform 718">
              <a:extLst>
                <a:ext uri="{FF2B5EF4-FFF2-40B4-BE49-F238E27FC236}">
                  <a16:creationId xmlns:a16="http://schemas.microsoft.com/office/drawing/2014/main" id="{6326FB93-EA97-4C85-8395-BBF1E78CF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269"/>
              <a:ext cx="195" cy="111"/>
            </a:xfrm>
            <a:custGeom>
              <a:avLst/>
              <a:gdLst>
                <a:gd name="T0" fmla="*/ 0 w 101"/>
                <a:gd name="T1" fmla="*/ 113 h 54"/>
                <a:gd name="T2" fmla="*/ 496 w 101"/>
                <a:gd name="T3" fmla="*/ 401 h 54"/>
                <a:gd name="T4" fmla="*/ 361 w 101"/>
                <a:gd name="T5" fmla="*/ 0 h 54"/>
                <a:gd name="T6" fmla="*/ 0 w 101"/>
                <a:gd name="T7" fmla="*/ 11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54">
                  <a:moveTo>
                    <a:pt x="0" y="13"/>
                  </a:moveTo>
                  <a:cubicBezTo>
                    <a:pt x="10" y="26"/>
                    <a:pt x="37" y="54"/>
                    <a:pt x="69" y="46"/>
                  </a:cubicBezTo>
                  <a:cubicBezTo>
                    <a:pt x="101" y="37"/>
                    <a:pt x="50" y="0"/>
                    <a:pt x="50" y="0"/>
                  </a:cubicBezTo>
                  <a:cubicBezTo>
                    <a:pt x="50" y="0"/>
                    <a:pt x="40" y="41"/>
                    <a:pt x="0" y="13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3" name="Freeform 719">
              <a:extLst>
                <a:ext uri="{FF2B5EF4-FFF2-40B4-BE49-F238E27FC236}">
                  <a16:creationId xmlns:a16="http://schemas.microsoft.com/office/drawing/2014/main" id="{E211D3A6-53D0-4A26-AB02-351712EBF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961"/>
              <a:ext cx="79" cy="75"/>
            </a:xfrm>
            <a:custGeom>
              <a:avLst/>
              <a:gdLst>
                <a:gd name="T0" fmla="*/ 23 w 41"/>
                <a:gd name="T1" fmla="*/ 0 h 36"/>
                <a:gd name="T2" fmla="*/ 264 w 41"/>
                <a:gd name="T3" fmla="*/ 65 h 36"/>
                <a:gd name="T4" fmla="*/ 137 w 41"/>
                <a:gd name="T5" fmla="*/ 325 h 36"/>
                <a:gd name="T6" fmla="*/ 23 w 41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6">
                  <a:moveTo>
                    <a:pt x="3" y="0"/>
                  </a:moveTo>
                  <a:cubicBezTo>
                    <a:pt x="9" y="15"/>
                    <a:pt x="34" y="7"/>
                    <a:pt x="37" y="7"/>
                  </a:cubicBezTo>
                  <a:cubicBezTo>
                    <a:pt x="41" y="7"/>
                    <a:pt x="19" y="36"/>
                    <a:pt x="19" y="36"/>
                  </a:cubicBezTo>
                  <a:cubicBezTo>
                    <a:pt x="19" y="36"/>
                    <a:pt x="0" y="11"/>
                    <a:pt x="3" y="0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4" name="Freeform 720">
              <a:extLst>
                <a:ext uri="{FF2B5EF4-FFF2-40B4-BE49-F238E27FC236}">
                  <a16:creationId xmlns:a16="http://schemas.microsoft.com/office/drawing/2014/main" id="{B0E8289E-9511-4CDE-A74D-0D7B4F15F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974"/>
              <a:ext cx="27" cy="12"/>
            </a:xfrm>
            <a:custGeom>
              <a:avLst/>
              <a:gdLst>
                <a:gd name="T0" fmla="*/ 0 w 14"/>
                <a:gd name="T1" fmla="*/ 0 h 6"/>
                <a:gd name="T2" fmla="*/ 100 w 14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10" y="6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5" name="Freeform 721">
              <a:extLst>
                <a:ext uri="{FF2B5EF4-FFF2-40B4-BE49-F238E27FC236}">
                  <a16:creationId xmlns:a16="http://schemas.microsoft.com/office/drawing/2014/main" id="{6F14DCEF-E7DE-4432-9CA7-11FFE19E7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1190"/>
              <a:ext cx="79" cy="72"/>
            </a:xfrm>
            <a:custGeom>
              <a:avLst/>
              <a:gdLst>
                <a:gd name="T0" fmla="*/ 23 w 41"/>
                <a:gd name="T1" fmla="*/ 0 h 35"/>
                <a:gd name="T2" fmla="*/ 264 w 41"/>
                <a:gd name="T3" fmla="*/ 51 h 35"/>
                <a:gd name="T4" fmla="*/ 137 w 41"/>
                <a:gd name="T5" fmla="*/ 304 h 35"/>
                <a:gd name="T6" fmla="*/ 23 w 41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5">
                  <a:moveTo>
                    <a:pt x="3" y="0"/>
                  </a:moveTo>
                  <a:cubicBezTo>
                    <a:pt x="9" y="15"/>
                    <a:pt x="34" y="6"/>
                    <a:pt x="37" y="6"/>
                  </a:cubicBezTo>
                  <a:cubicBezTo>
                    <a:pt x="41" y="6"/>
                    <a:pt x="19" y="35"/>
                    <a:pt x="19" y="35"/>
                  </a:cubicBezTo>
                  <a:cubicBezTo>
                    <a:pt x="19" y="35"/>
                    <a:pt x="0" y="11"/>
                    <a:pt x="3" y="0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6" name="Freeform 722">
              <a:extLst>
                <a:ext uri="{FF2B5EF4-FFF2-40B4-BE49-F238E27FC236}">
                  <a16:creationId xmlns:a16="http://schemas.microsoft.com/office/drawing/2014/main" id="{63D0FDE2-2FAC-432D-9A00-B0D843CC7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1203"/>
              <a:ext cx="27" cy="12"/>
            </a:xfrm>
            <a:custGeom>
              <a:avLst/>
              <a:gdLst>
                <a:gd name="T0" fmla="*/ 0 w 14"/>
                <a:gd name="T1" fmla="*/ 0 h 6"/>
                <a:gd name="T2" fmla="*/ 100 w 14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5"/>
                    <a:pt x="10" y="6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7" name="Freeform 723">
              <a:extLst>
                <a:ext uri="{FF2B5EF4-FFF2-40B4-BE49-F238E27FC236}">
                  <a16:creationId xmlns:a16="http://schemas.microsoft.com/office/drawing/2014/main" id="{302107DF-B463-4DDF-9AA5-919098DED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052"/>
              <a:ext cx="183" cy="103"/>
            </a:xfrm>
            <a:custGeom>
              <a:avLst/>
              <a:gdLst>
                <a:gd name="T0" fmla="*/ 0 w 95"/>
                <a:gd name="T1" fmla="*/ 52 h 50"/>
                <a:gd name="T2" fmla="*/ 593 w 95"/>
                <a:gd name="T3" fmla="*/ 115 h 50"/>
                <a:gd name="T4" fmla="*/ 408 w 95"/>
                <a:gd name="T5" fmla="*/ 437 h 50"/>
                <a:gd name="T6" fmla="*/ 0 w 95"/>
                <a:gd name="T7" fmla="*/ 5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50">
                  <a:moveTo>
                    <a:pt x="0" y="6"/>
                  </a:moveTo>
                  <a:cubicBezTo>
                    <a:pt x="36" y="0"/>
                    <a:pt x="71" y="4"/>
                    <a:pt x="83" y="13"/>
                  </a:cubicBezTo>
                  <a:cubicBezTo>
                    <a:pt x="95" y="21"/>
                    <a:pt x="57" y="50"/>
                    <a:pt x="57" y="50"/>
                  </a:cubicBezTo>
                  <a:cubicBezTo>
                    <a:pt x="57" y="50"/>
                    <a:pt x="48" y="8"/>
                    <a:pt x="0" y="6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8" name="Freeform 724">
              <a:extLst>
                <a:ext uri="{FF2B5EF4-FFF2-40B4-BE49-F238E27FC236}">
                  <a16:creationId xmlns:a16="http://schemas.microsoft.com/office/drawing/2014/main" id="{C1405EC3-1C30-4035-8670-35E7A1B27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054"/>
              <a:ext cx="100" cy="12"/>
            </a:xfrm>
            <a:custGeom>
              <a:avLst/>
              <a:gdLst>
                <a:gd name="T0" fmla="*/ 0 w 52"/>
                <a:gd name="T1" fmla="*/ 32 h 6"/>
                <a:gd name="T2" fmla="*/ 369 w 52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">
                  <a:moveTo>
                    <a:pt x="0" y="4"/>
                  </a:moveTo>
                  <a:cubicBezTo>
                    <a:pt x="16" y="0"/>
                    <a:pt x="42" y="4"/>
                    <a:pt x="5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9" name="Freeform 725">
              <a:extLst>
                <a:ext uri="{FF2B5EF4-FFF2-40B4-BE49-F238E27FC236}">
                  <a16:creationId xmlns:a16="http://schemas.microsoft.com/office/drawing/2014/main" id="{28F3E76B-B8C0-4C3F-B166-2D7CDBBE6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060"/>
              <a:ext cx="105" cy="66"/>
            </a:xfrm>
            <a:custGeom>
              <a:avLst/>
              <a:gdLst>
                <a:gd name="T0" fmla="*/ 0 w 54"/>
                <a:gd name="T1" fmla="*/ 0 h 32"/>
                <a:gd name="T2" fmla="*/ 325 w 54"/>
                <a:gd name="T3" fmla="*/ 8 h 32"/>
                <a:gd name="T4" fmla="*/ 280 w 54"/>
                <a:gd name="T5" fmla="*/ 281 h 32"/>
                <a:gd name="T6" fmla="*/ 0 w 54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2">
                  <a:moveTo>
                    <a:pt x="0" y="0"/>
                  </a:moveTo>
                  <a:cubicBezTo>
                    <a:pt x="15" y="25"/>
                    <a:pt x="33" y="2"/>
                    <a:pt x="44" y="1"/>
                  </a:cubicBezTo>
                  <a:cubicBezTo>
                    <a:pt x="54" y="0"/>
                    <a:pt x="38" y="32"/>
                    <a:pt x="38" y="32"/>
                  </a:cubicBezTo>
                  <a:cubicBezTo>
                    <a:pt x="38" y="32"/>
                    <a:pt x="1" y="17"/>
                    <a:pt x="0" y="0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0" name="Freeform 726">
              <a:extLst>
                <a:ext uri="{FF2B5EF4-FFF2-40B4-BE49-F238E27FC236}">
                  <a16:creationId xmlns:a16="http://schemas.microsoft.com/office/drawing/2014/main" id="{BB438B87-F288-4DCF-B320-3EDC49C4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077"/>
              <a:ext cx="41" cy="12"/>
            </a:xfrm>
            <a:custGeom>
              <a:avLst/>
              <a:gdLst>
                <a:gd name="T0" fmla="*/ 0 w 21"/>
                <a:gd name="T1" fmla="*/ 0 h 6"/>
                <a:gd name="T2" fmla="*/ 156 w 21"/>
                <a:gd name="T3" fmla="*/ 8 h 6"/>
                <a:gd name="T4" fmla="*/ 0 w 2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">
                  <a:moveTo>
                    <a:pt x="0" y="0"/>
                  </a:moveTo>
                  <a:cubicBezTo>
                    <a:pt x="8" y="4"/>
                    <a:pt x="13" y="6"/>
                    <a:pt x="21" y="1"/>
                  </a:cubicBezTo>
                  <a:cubicBezTo>
                    <a:pt x="21" y="1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1" name="Freeform 727">
              <a:extLst>
                <a:ext uri="{FF2B5EF4-FFF2-40B4-BE49-F238E27FC236}">
                  <a16:creationId xmlns:a16="http://schemas.microsoft.com/office/drawing/2014/main" id="{ADFBD023-016A-4BBC-82C0-AAAA6693B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068"/>
              <a:ext cx="79" cy="62"/>
            </a:xfrm>
            <a:custGeom>
              <a:avLst/>
              <a:gdLst>
                <a:gd name="T0" fmla="*/ 0 w 41"/>
                <a:gd name="T1" fmla="*/ 99 h 30"/>
                <a:gd name="T2" fmla="*/ 171 w 41"/>
                <a:gd name="T3" fmla="*/ 248 h 30"/>
                <a:gd name="T4" fmla="*/ 279 w 41"/>
                <a:gd name="T5" fmla="*/ 141 h 30"/>
                <a:gd name="T6" fmla="*/ 249 w 41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0">
                  <a:moveTo>
                    <a:pt x="0" y="11"/>
                  </a:moveTo>
                  <a:cubicBezTo>
                    <a:pt x="6" y="19"/>
                    <a:pt x="7" y="30"/>
                    <a:pt x="24" y="28"/>
                  </a:cubicBezTo>
                  <a:cubicBezTo>
                    <a:pt x="33" y="27"/>
                    <a:pt x="37" y="22"/>
                    <a:pt x="39" y="16"/>
                  </a:cubicBezTo>
                  <a:cubicBezTo>
                    <a:pt x="41" y="9"/>
                    <a:pt x="37" y="6"/>
                    <a:pt x="35" y="0"/>
                  </a:cubicBezTo>
                </a:path>
              </a:pathLst>
            </a:custGeom>
            <a:solidFill>
              <a:srgbClr val="C2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2" name="Freeform 728">
              <a:extLst>
                <a:ext uri="{FF2B5EF4-FFF2-40B4-BE49-F238E27FC236}">
                  <a16:creationId xmlns:a16="http://schemas.microsoft.com/office/drawing/2014/main" id="{FEE10BC6-C63C-4E96-B495-3C15C0EF6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293"/>
              <a:ext cx="55" cy="27"/>
            </a:xfrm>
            <a:custGeom>
              <a:avLst/>
              <a:gdLst>
                <a:gd name="T0" fmla="*/ 16 w 28"/>
                <a:gd name="T1" fmla="*/ 81 h 13"/>
                <a:gd name="T2" fmla="*/ 212 w 28"/>
                <a:gd name="T3" fmla="*/ 0 h 13"/>
                <a:gd name="T4" fmla="*/ 0 w 28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" y="9"/>
                  </a:moveTo>
                  <a:cubicBezTo>
                    <a:pt x="12" y="13"/>
                    <a:pt x="22" y="9"/>
                    <a:pt x="28" y="0"/>
                  </a:cubicBezTo>
                  <a:cubicBezTo>
                    <a:pt x="22" y="5"/>
                    <a:pt x="7" y="10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3" name="Freeform 729">
              <a:extLst>
                <a:ext uri="{FF2B5EF4-FFF2-40B4-BE49-F238E27FC236}">
                  <a16:creationId xmlns:a16="http://schemas.microsoft.com/office/drawing/2014/main" id="{51A362E1-BDD1-425C-A60B-890100F94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025"/>
              <a:ext cx="152" cy="165"/>
            </a:xfrm>
            <a:custGeom>
              <a:avLst/>
              <a:gdLst>
                <a:gd name="T0" fmla="*/ 448 w 79"/>
                <a:gd name="T1" fmla="*/ 493 h 80"/>
                <a:gd name="T2" fmla="*/ 400 w 79"/>
                <a:gd name="T3" fmla="*/ 97 h 80"/>
                <a:gd name="T4" fmla="*/ 56 w 79"/>
                <a:gd name="T5" fmla="*/ 221 h 80"/>
                <a:gd name="T6" fmla="*/ 448 w 79"/>
                <a:gd name="T7" fmla="*/ 493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80">
                  <a:moveTo>
                    <a:pt x="63" y="56"/>
                  </a:moveTo>
                  <a:cubicBezTo>
                    <a:pt x="79" y="44"/>
                    <a:pt x="75" y="22"/>
                    <a:pt x="56" y="11"/>
                  </a:cubicBezTo>
                  <a:cubicBezTo>
                    <a:pt x="36" y="0"/>
                    <a:pt x="16" y="4"/>
                    <a:pt x="8" y="25"/>
                  </a:cubicBezTo>
                  <a:cubicBezTo>
                    <a:pt x="0" y="46"/>
                    <a:pt x="39" y="80"/>
                    <a:pt x="63" y="5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4" name="Freeform 730">
              <a:extLst>
                <a:ext uri="{FF2B5EF4-FFF2-40B4-BE49-F238E27FC236}">
                  <a16:creationId xmlns:a16="http://schemas.microsoft.com/office/drawing/2014/main" id="{E34A7CEE-FBAC-4AC7-BD16-F9FD76A19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066"/>
              <a:ext cx="112" cy="104"/>
            </a:xfrm>
            <a:custGeom>
              <a:avLst/>
              <a:gdLst>
                <a:gd name="T0" fmla="*/ 340 w 58"/>
                <a:gd name="T1" fmla="*/ 0 h 50"/>
                <a:gd name="T2" fmla="*/ 317 w 58"/>
                <a:gd name="T3" fmla="*/ 300 h 50"/>
                <a:gd name="T4" fmla="*/ 0 w 58"/>
                <a:gd name="T5" fmla="*/ 252 h 50"/>
                <a:gd name="T6" fmla="*/ 332 w 58"/>
                <a:gd name="T7" fmla="*/ 316 h 50"/>
                <a:gd name="T8" fmla="*/ 340 w 5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0">
                  <a:moveTo>
                    <a:pt x="47" y="0"/>
                  </a:moveTo>
                  <a:cubicBezTo>
                    <a:pt x="56" y="10"/>
                    <a:pt x="55" y="24"/>
                    <a:pt x="44" y="33"/>
                  </a:cubicBezTo>
                  <a:cubicBezTo>
                    <a:pt x="30" y="47"/>
                    <a:pt x="11" y="40"/>
                    <a:pt x="0" y="28"/>
                  </a:cubicBezTo>
                  <a:cubicBezTo>
                    <a:pt x="11" y="41"/>
                    <a:pt x="31" y="50"/>
                    <a:pt x="46" y="35"/>
                  </a:cubicBezTo>
                  <a:cubicBezTo>
                    <a:pt x="58" y="26"/>
                    <a:pt x="58" y="11"/>
                    <a:pt x="4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5" name="Freeform 731">
              <a:extLst>
                <a:ext uri="{FF2B5EF4-FFF2-40B4-BE49-F238E27FC236}">
                  <a16:creationId xmlns:a16="http://schemas.microsoft.com/office/drawing/2014/main" id="{91F96D5B-66E3-46E1-8F1F-39AE92E4C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029"/>
              <a:ext cx="89" cy="103"/>
            </a:xfrm>
            <a:custGeom>
              <a:avLst/>
              <a:gdLst>
                <a:gd name="T0" fmla="*/ 72 w 46"/>
                <a:gd name="T1" fmla="*/ 412 h 50"/>
                <a:gd name="T2" fmla="*/ 37 w 46"/>
                <a:gd name="T3" fmla="*/ 220 h 50"/>
                <a:gd name="T4" fmla="*/ 317 w 46"/>
                <a:gd name="T5" fmla="*/ 68 h 50"/>
                <a:gd name="T6" fmla="*/ 317 w 46"/>
                <a:gd name="T7" fmla="*/ 68 h 50"/>
                <a:gd name="T8" fmla="*/ 15 w 46"/>
                <a:gd name="T9" fmla="*/ 200 h 50"/>
                <a:gd name="T10" fmla="*/ 72 w 46"/>
                <a:gd name="T11" fmla="*/ 412 h 50"/>
                <a:gd name="T12" fmla="*/ 72 w 46"/>
                <a:gd name="T13" fmla="*/ 41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0">
                  <a:moveTo>
                    <a:pt x="10" y="47"/>
                  </a:moveTo>
                  <a:cubicBezTo>
                    <a:pt x="4" y="40"/>
                    <a:pt x="2" y="32"/>
                    <a:pt x="5" y="25"/>
                  </a:cubicBezTo>
                  <a:cubicBezTo>
                    <a:pt x="11" y="7"/>
                    <a:pt x="27" y="2"/>
                    <a:pt x="44" y="8"/>
                  </a:cubicBezTo>
                  <a:cubicBezTo>
                    <a:pt x="46" y="9"/>
                    <a:pt x="45" y="9"/>
                    <a:pt x="44" y="8"/>
                  </a:cubicBezTo>
                  <a:cubicBezTo>
                    <a:pt x="26" y="0"/>
                    <a:pt x="9" y="5"/>
                    <a:pt x="2" y="23"/>
                  </a:cubicBezTo>
                  <a:cubicBezTo>
                    <a:pt x="0" y="31"/>
                    <a:pt x="3" y="40"/>
                    <a:pt x="10" y="47"/>
                  </a:cubicBezTo>
                  <a:cubicBezTo>
                    <a:pt x="12" y="50"/>
                    <a:pt x="11" y="49"/>
                    <a:pt x="10" y="4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6" name="Freeform 732">
              <a:extLst>
                <a:ext uri="{FF2B5EF4-FFF2-40B4-BE49-F238E27FC236}">
                  <a16:creationId xmlns:a16="http://schemas.microsoft.com/office/drawing/2014/main" id="{43B6F9AB-F2B1-4A91-BEDA-552CDB66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048"/>
              <a:ext cx="82" cy="91"/>
            </a:xfrm>
            <a:custGeom>
              <a:avLst/>
              <a:gdLst>
                <a:gd name="T0" fmla="*/ 0 w 42"/>
                <a:gd name="T1" fmla="*/ 168 h 44"/>
                <a:gd name="T2" fmla="*/ 232 w 42"/>
                <a:gd name="T3" fmla="*/ 337 h 44"/>
                <a:gd name="T4" fmla="*/ 217 w 42"/>
                <a:gd name="T5" fmla="*/ 60 h 44"/>
                <a:gd name="T6" fmla="*/ 0 w 42"/>
                <a:gd name="T7" fmla="*/ 16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4">
                  <a:moveTo>
                    <a:pt x="0" y="19"/>
                  </a:moveTo>
                  <a:cubicBezTo>
                    <a:pt x="0" y="34"/>
                    <a:pt x="20" y="44"/>
                    <a:pt x="31" y="38"/>
                  </a:cubicBezTo>
                  <a:cubicBezTo>
                    <a:pt x="42" y="32"/>
                    <a:pt x="42" y="11"/>
                    <a:pt x="29" y="7"/>
                  </a:cubicBezTo>
                  <a:cubicBezTo>
                    <a:pt x="11" y="0"/>
                    <a:pt x="0" y="8"/>
                    <a:pt x="0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7" name="Freeform 733">
              <a:extLst>
                <a:ext uri="{FF2B5EF4-FFF2-40B4-BE49-F238E27FC236}">
                  <a16:creationId xmlns:a16="http://schemas.microsoft.com/office/drawing/2014/main" id="{86007337-6FDD-424E-9989-5BABA6B3E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71"/>
              <a:ext cx="76" cy="63"/>
            </a:xfrm>
            <a:custGeom>
              <a:avLst/>
              <a:gdLst>
                <a:gd name="T0" fmla="*/ 236 w 39"/>
                <a:gd name="T1" fmla="*/ 0 h 31"/>
                <a:gd name="T2" fmla="*/ 193 w 39"/>
                <a:gd name="T3" fmla="*/ 203 h 31"/>
                <a:gd name="T4" fmla="*/ 0 w 39"/>
                <a:gd name="T5" fmla="*/ 144 h 31"/>
                <a:gd name="T6" fmla="*/ 209 w 39"/>
                <a:gd name="T7" fmla="*/ 228 h 31"/>
                <a:gd name="T8" fmla="*/ 236 w 3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1">
                  <a:moveTo>
                    <a:pt x="32" y="0"/>
                  </a:moveTo>
                  <a:cubicBezTo>
                    <a:pt x="36" y="7"/>
                    <a:pt x="34" y="19"/>
                    <a:pt x="26" y="24"/>
                  </a:cubicBezTo>
                  <a:cubicBezTo>
                    <a:pt x="19" y="28"/>
                    <a:pt x="7" y="25"/>
                    <a:pt x="0" y="17"/>
                  </a:cubicBezTo>
                  <a:cubicBezTo>
                    <a:pt x="6" y="27"/>
                    <a:pt x="20" y="31"/>
                    <a:pt x="28" y="27"/>
                  </a:cubicBezTo>
                  <a:cubicBezTo>
                    <a:pt x="37" y="22"/>
                    <a:pt x="39" y="7"/>
                    <a:pt x="3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8" name="Freeform 734">
              <a:extLst>
                <a:ext uri="{FF2B5EF4-FFF2-40B4-BE49-F238E27FC236}">
                  <a16:creationId xmlns:a16="http://schemas.microsoft.com/office/drawing/2014/main" id="{4DFB9612-E68C-465C-9353-3BF8BC3B6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54"/>
              <a:ext cx="35" cy="19"/>
            </a:xfrm>
            <a:custGeom>
              <a:avLst/>
              <a:gdLst>
                <a:gd name="T0" fmla="*/ 132 w 18"/>
                <a:gd name="T1" fmla="*/ 17 h 9"/>
                <a:gd name="T2" fmla="*/ 0 w 18"/>
                <a:gd name="T3" fmla="*/ 84 h 9"/>
                <a:gd name="T4" fmla="*/ 132 w 18"/>
                <a:gd name="T5" fmla="*/ 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18" y="2"/>
                  </a:moveTo>
                  <a:cubicBezTo>
                    <a:pt x="11" y="0"/>
                    <a:pt x="3" y="3"/>
                    <a:pt x="0" y="9"/>
                  </a:cubicBezTo>
                  <a:cubicBezTo>
                    <a:pt x="4" y="6"/>
                    <a:pt x="9" y="2"/>
                    <a:pt x="18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9" name="Freeform 735">
              <a:extLst>
                <a:ext uri="{FF2B5EF4-FFF2-40B4-BE49-F238E27FC236}">
                  <a16:creationId xmlns:a16="http://schemas.microsoft.com/office/drawing/2014/main" id="{0DD0E04C-BFD7-41E1-86CD-D9ACB31F2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091"/>
              <a:ext cx="52" cy="54"/>
            </a:xfrm>
            <a:custGeom>
              <a:avLst/>
              <a:gdLst>
                <a:gd name="T0" fmla="*/ 193 w 27"/>
                <a:gd name="T1" fmla="*/ 0 h 26"/>
                <a:gd name="T2" fmla="*/ 0 w 27"/>
                <a:gd name="T3" fmla="*/ 152 h 26"/>
                <a:gd name="T4" fmla="*/ 193 w 2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27" y="9"/>
                    <a:pt x="22" y="26"/>
                    <a:pt x="0" y="17"/>
                  </a:cubicBezTo>
                  <a:cubicBezTo>
                    <a:pt x="10" y="22"/>
                    <a:pt x="26" y="25"/>
                    <a:pt x="2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0" name="Freeform 736">
              <a:extLst>
                <a:ext uri="{FF2B5EF4-FFF2-40B4-BE49-F238E27FC236}">
                  <a16:creationId xmlns:a16="http://schemas.microsoft.com/office/drawing/2014/main" id="{341B3B15-0C3F-48E9-88EC-EC4B7CE7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025"/>
              <a:ext cx="152" cy="165"/>
            </a:xfrm>
            <a:custGeom>
              <a:avLst/>
              <a:gdLst>
                <a:gd name="T0" fmla="*/ 448 w 79"/>
                <a:gd name="T1" fmla="*/ 493 h 80"/>
                <a:gd name="T2" fmla="*/ 400 w 79"/>
                <a:gd name="T3" fmla="*/ 97 h 80"/>
                <a:gd name="T4" fmla="*/ 56 w 79"/>
                <a:gd name="T5" fmla="*/ 221 h 80"/>
                <a:gd name="T6" fmla="*/ 448 w 79"/>
                <a:gd name="T7" fmla="*/ 493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80">
                  <a:moveTo>
                    <a:pt x="63" y="56"/>
                  </a:moveTo>
                  <a:cubicBezTo>
                    <a:pt x="79" y="44"/>
                    <a:pt x="75" y="22"/>
                    <a:pt x="56" y="11"/>
                  </a:cubicBezTo>
                  <a:cubicBezTo>
                    <a:pt x="36" y="0"/>
                    <a:pt x="16" y="4"/>
                    <a:pt x="8" y="25"/>
                  </a:cubicBezTo>
                  <a:cubicBezTo>
                    <a:pt x="0" y="46"/>
                    <a:pt x="39" y="80"/>
                    <a:pt x="63" y="5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1" name="Freeform 737">
              <a:extLst>
                <a:ext uri="{FF2B5EF4-FFF2-40B4-BE49-F238E27FC236}">
                  <a16:creationId xmlns:a16="http://schemas.microsoft.com/office/drawing/2014/main" id="{9F274543-6D67-414A-818D-0544EDB12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062"/>
              <a:ext cx="78" cy="70"/>
            </a:xfrm>
            <a:custGeom>
              <a:avLst/>
              <a:gdLst>
                <a:gd name="T0" fmla="*/ 216 w 40"/>
                <a:gd name="T1" fmla="*/ 0 h 34"/>
                <a:gd name="T2" fmla="*/ 289 w 40"/>
                <a:gd name="T3" fmla="*/ 124 h 34"/>
                <a:gd name="T4" fmla="*/ 228 w 40"/>
                <a:gd name="T5" fmla="*/ 264 h 34"/>
                <a:gd name="T6" fmla="*/ 80 w 40"/>
                <a:gd name="T7" fmla="*/ 255 h 34"/>
                <a:gd name="T8" fmla="*/ 0 w 40"/>
                <a:gd name="T9" fmla="*/ 105 h 34"/>
                <a:gd name="T10" fmla="*/ 0 w 40"/>
                <a:gd name="T11" fmla="*/ 105 h 34"/>
                <a:gd name="T12" fmla="*/ 80 w 40"/>
                <a:gd name="T13" fmla="*/ 255 h 34"/>
                <a:gd name="T14" fmla="*/ 228 w 40"/>
                <a:gd name="T15" fmla="*/ 272 h 34"/>
                <a:gd name="T16" fmla="*/ 289 w 40"/>
                <a:gd name="T17" fmla="*/ 124 h 34"/>
                <a:gd name="T18" fmla="*/ 216 w 40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4">
                  <a:moveTo>
                    <a:pt x="29" y="0"/>
                  </a:moveTo>
                  <a:cubicBezTo>
                    <a:pt x="34" y="2"/>
                    <a:pt x="38" y="7"/>
                    <a:pt x="39" y="14"/>
                  </a:cubicBezTo>
                  <a:cubicBezTo>
                    <a:pt x="39" y="21"/>
                    <a:pt x="36" y="28"/>
                    <a:pt x="31" y="30"/>
                  </a:cubicBezTo>
                  <a:cubicBezTo>
                    <a:pt x="26" y="33"/>
                    <a:pt x="18" y="33"/>
                    <a:pt x="11" y="29"/>
                  </a:cubicBezTo>
                  <a:cubicBezTo>
                    <a:pt x="5" y="25"/>
                    <a:pt x="0" y="19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4" y="25"/>
                    <a:pt x="11" y="29"/>
                  </a:cubicBezTo>
                  <a:cubicBezTo>
                    <a:pt x="18" y="33"/>
                    <a:pt x="26" y="34"/>
                    <a:pt x="31" y="31"/>
                  </a:cubicBezTo>
                  <a:cubicBezTo>
                    <a:pt x="37" y="28"/>
                    <a:pt x="40" y="21"/>
                    <a:pt x="39" y="14"/>
                  </a:cubicBezTo>
                  <a:cubicBezTo>
                    <a:pt x="38" y="7"/>
                    <a:pt x="35" y="2"/>
                    <a:pt x="2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2" name="Freeform 738">
              <a:extLst>
                <a:ext uri="{FF2B5EF4-FFF2-40B4-BE49-F238E27FC236}">
                  <a16:creationId xmlns:a16="http://schemas.microsoft.com/office/drawing/2014/main" id="{3C858990-D46C-4EB8-85F9-82CBED61A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050"/>
              <a:ext cx="165" cy="122"/>
            </a:xfrm>
            <a:custGeom>
              <a:avLst/>
              <a:gdLst>
                <a:gd name="T0" fmla="*/ 264 w 85"/>
                <a:gd name="T1" fmla="*/ 0 h 59"/>
                <a:gd name="T2" fmla="*/ 124 w 85"/>
                <a:gd name="T3" fmla="*/ 52 h 59"/>
                <a:gd name="T4" fmla="*/ 233 w 85"/>
                <a:gd name="T5" fmla="*/ 440 h 59"/>
                <a:gd name="T6" fmla="*/ 584 w 85"/>
                <a:gd name="T7" fmla="*/ 380 h 59"/>
                <a:gd name="T8" fmla="*/ 557 w 85"/>
                <a:gd name="T9" fmla="*/ 149 h 59"/>
                <a:gd name="T10" fmla="*/ 396 w 85"/>
                <a:gd name="T11" fmla="*/ 52 h 59"/>
                <a:gd name="T12" fmla="*/ 264 w 85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9">
                  <a:moveTo>
                    <a:pt x="36" y="0"/>
                  </a:moveTo>
                  <a:cubicBezTo>
                    <a:pt x="29" y="0"/>
                    <a:pt x="22" y="2"/>
                    <a:pt x="17" y="6"/>
                  </a:cubicBezTo>
                  <a:cubicBezTo>
                    <a:pt x="0" y="20"/>
                    <a:pt x="12" y="42"/>
                    <a:pt x="32" y="50"/>
                  </a:cubicBezTo>
                  <a:cubicBezTo>
                    <a:pt x="53" y="59"/>
                    <a:pt x="74" y="53"/>
                    <a:pt x="80" y="43"/>
                  </a:cubicBezTo>
                  <a:cubicBezTo>
                    <a:pt x="85" y="33"/>
                    <a:pt x="83" y="24"/>
                    <a:pt x="76" y="17"/>
                  </a:cubicBezTo>
                  <a:cubicBezTo>
                    <a:pt x="69" y="10"/>
                    <a:pt x="59" y="8"/>
                    <a:pt x="54" y="6"/>
                  </a:cubicBezTo>
                  <a:cubicBezTo>
                    <a:pt x="48" y="4"/>
                    <a:pt x="41" y="0"/>
                    <a:pt x="36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3" name="Freeform 739">
              <a:extLst>
                <a:ext uri="{FF2B5EF4-FFF2-40B4-BE49-F238E27FC236}">
                  <a16:creationId xmlns:a16="http://schemas.microsoft.com/office/drawing/2014/main" id="{5FD8DD44-0E50-4783-8B92-A35230580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054"/>
              <a:ext cx="120" cy="80"/>
            </a:xfrm>
            <a:custGeom>
              <a:avLst/>
              <a:gdLst>
                <a:gd name="T0" fmla="*/ 385 w 62"/>
                <a:gd name="T1" fmla="*/ 131 h 39"/>
                <a:gd name="T2" fmla="*/ 232 w 62"/>
                <a:gd name="T3" fmla="*/ 43 h 39"/>
                <a:gd name="T4" fmla="*/ 108 w 62"/>
                <a:gd name="T5" fmla="*/ 0 h 39"/>
                <a:gd name="T6" fmla="*/ 0 w 62"/>
                <a:gd name="T7" fmla="*/ 25 h 39"/>
                <a:gd name="T8" fmla="*/ 93 w 62"/>
                <a:gd name="T9" fmla="*/ 8 h 39"/>
                <a:gd name="T10" fmla="*/ 217 w 62"/>
                <a:gd name="T11" fmla="*/ 51 h 39"/>
                <a:gd name="T12" fmla="*/ 372 w 62"/>
                <a:gd name="T13" fmla="*/ 139 h 39"/>
                <a:gd name="T14" fmla="*/ 405 w 62"/>
                <a:gd name="T15" fmla="*/ 336 h 39"/>
                <a:gd name="T16" fmla="*/ 405 w 62"/>
                <a:gd name="T17" fmla="*/ 336 h 39"/>
                <a:gd name="T18" fmla="*/ 385 w 62"/>
                <a:gd name="T19" fmla="*/ 13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39">
                  <a:moveTo>
                    <a:pt x="53" y="15"/>
                  </a:moveTo>
                  <a:cubicBezTo>
                    <a:pt x="47" y="9"/>
                    <a:pt x="37" y="7"/>
                    <a:pt x="32" y="5"/>
                  </a:cubicBezTo>
                  <a:cubicBezTo>
                    <a:pt x="26" y="3"/>
                    <a:pt x="20" y="0"/>
                    <a:pt x="15" y="0"/>
                  </a:cubicBezTo>
                  <a:cubicBezTo>
                    <a:pt x="9" y="0"/>
                    <a:pt x="4" y="0"/>
                    <a:pt x="0" y="3"/>
                  </a:cubicBezTo>
                  <a:cubicBezTo>
                    <a:pt x="4" y="1"/>
                    <a:pt x="8" y="1"/>
                    <a:pt x="13" y="1"/>
                  </a:cubicBezTo>
                  <a:cubicBezTo>
                    <a:pt x="18" y="1"/>
                    <a:pt x="24" y="4"/>
                    <a:pt x="30" y="6"/>
                  </a:cubicBezTo>
                  <a:cubicBezTo>
                    <a:pt x="35" y="8"/>
                    <a:pt x="45" y="10"/>
                    <a:pt x="51" y="16"/>
                  </a:cubicBezTo>
                  <a:cubicBezTo>
                    <a:pt x="58" y="23"/>
                    <a:pt x="61" y="30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62" y="29"/>
                    <a:pt x="60" y="21"/>
                    <a:pt x="53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4" name="Freeform 740">
              <a:extLst>
                <a:ext uri="{FF2B5EF4-FFF2-40B4-BE49-F238E27FC236}">
                  <a16:creationId xmlns:a16="http://schemas.microsoft.com/office/drawing/2014/main" id="{F846559D-1A68-4255-9C0A-2926BD11E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060"/>
              <a:ext cx="137" cy="107"/>
            </a:xfrm>
            <a:custGeom>
              <a:avLst/>
              <a:gdLst>
                <a:gd name="T0" fmla="*/ 232 w 71"/>
                <a:gd name="T1" fmla="*/ 372 h 52"/>
                <a:gd name="T2" fmla="*/ 131 w 71"/>
                <a:gd name="T3" fmla="*/ 0 h 52"/>
                <a:gd name="T4" fmla="*/ 131 w 71"/>
                <a:gd name="T5" fmla="*/ 0 h 52"/>
                <a:gd name="T6" fmla="*/ 108 w 71"/>
                <a:gd name="T7" fmla="*/ 16 h 52"/>
                <a:gd name="T8" fmla="*/ 216 w 71"/>
                <a:gd name="T9" fmla="*/ 385 h 52"/>
                <a:gd name="T10" fmla="*/ 509 w 71"/>
                <a:gd name="T11" fmla="*/ 364 h 52"/>
                <a:gd name="T12" fmla="*/ 232 w 71"/>
                <a:gd name="T13" fmla="*/ 37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2">
                  <a:moveTo>
                    <a:pt x="32" y="43"/>
                  </a:moveTo>
                  <a:cubicBezTo>
                    <a:pt x="13" y="34"/>
                    <a:pt x="2" y="14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1"/>
                    <a:pt x="16" y="1"/>
                    <a:pt x="15" y="2"/>
                  </a:cubicBezTo>
                  <a:cubicBezTo>
                    <a:pt x="0" y="16"/>
                    <a:pt x="11" y="36"/>
                    <a:pt x="30" y="44"/>
                  </a:cubicBezTo>
                  <a:cubicBezTo>
                    <a:pt x="46" y="52"/>
                    <a:pt x="63" y="48"/>
                    <a:pt x="71" y="42"/>
                  </a:cubicBezTo>
                  <a:cubicBezTo>
                    <a:pt x="62" y="47"/>
                    <a:pt x="47" y="49"/>
                    <a:pt x="32" y="4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5" name="Freeform 741">
              <a:extLst>
                <a:ext uri="{FF2B5EF4-FFF2-40B4-BE49-F238E27FC236}">
                  <a16:creationId xmlns:a16="http://schemas.microsoft.com/office/drawing/2014/main" id="{3C9CBCB4-EED1-4E7F-B8BA-0E2FF91A3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81"/>
              <a:ext cx="87" cy="58"/>
            </a:xfrm>
            <a:custGeom>
              <a:avLst/>
              <a:gdLst>
                <a:gd name="T0" fmla="*/ 309 w 45"/>
                <a:gd name="T1" fmla="*/ 168 h 28"/>
                <a:gd name="T2" fmla="*/ 79 w 45"/>
                <a:gd name="T3" fmla="*/ 168 h 28"/>
                <a:gd name="T4" fmla="*/ 56 w 45"/>
                <a:gd name="T5" fmla="*/ 17 h 28"/>
                <a:gd name="T6" fmla="*/ 209 w 45"/>
                <a:gd name="T7" fmla="*/ 44 h 28"/>
                <a:gd name="T8" fmla="*/ 309 w 45"/>
                <a:gd name="T9" fmla="*/ 16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8">
                  <a:moveTo>
                    <a:pt x="43" y="19"/>
                  </a:moveTo>
                  <a:cubicBezTo>
                    <a:pt x="38" y="28"/>
                    <a:pt x="22" y="26"/>
                    <a:pt x="11" y="19"/>
                  </a:cubicBezTo>
                  <a:cubicBezTo>
                    <a:pt x="0" y="12"/>
                    <a:pt x="2" y="3"/>
                    <a:pt x="8" y="2"/>
                  </a:cubicBezTo>
                  <a:cubicBezTo>
                    <a:pt x="14" y="0"/>
                    <a:pt x="20" y="1"/>
                    <a:pt x="29" y="5"/>
                  </a:cubicBezTo>
                  <a:cubicBezTo>
                    <a:pt x="38" y="9"/>
                    <a:pt x="45" y="14"/>
                    <a:pt x="43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6" name="Freeform 742">
              <a:extLst>
                <a:ext uri="{FF2B5EF4-FFF2-40B4-BE49-F238E27FC236}">
                  <a16:creationId xmlns:a16="http://schemas.microsoft.com/office/drawing/2014/main" id="{F105E3CD-30CA-4951-856E-97D8D5E8C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087"/>
              <a:ext cx="81" cy="52"/>
            </a:xfrm>
            <a:custGeom>
              <a:avLst/>
              <a:gdLst>
                <a:gd name="T0" fmla="*/ 85 w 42"/>
                <a:gd name="T1" fmla="*/ 116 h 25"/>
                <a:gd name="T2" fmla="*/ 29 w 42"/>
                <a:gd name="T3" fmla="*/ 0 h 25"/>
                <a:gd name="T4" fmla="*/ 71 w 42"/>
                <a:gd name="T5" fmla="*/ 144 h 25"/>
                <a:gd name="T6" fmla="*/ 301 w 42"/>
                <a:gd name="T7" fmla="*/ 144 h 25"/>
                <a:gd name="T8" fmla="*/ 85 w 42"/>
                <a:gd name="T9" fmla="*/ 11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12" y="13"/>
                  </a:moveTo>
                  <a:cubicBezTo>
                    <a:pt x="5" y="9"/>
                    <a:pt x="3" y="4"/>
                    <a:pt x="4" y="0"/>
                  </a:cubicBezTo>
                  <a:cubicBezTo>
                    <a:pt x="0" y="3"/>
                    <a:pt x="1" y="10"/>
                    <a:pt x="10" y="16"/>
                  </a:cubicBezTo>
                  <a:cubicBezTo>
                    <a:pt x="21" y="23"/>
                    <a:pt x="37" y="25"/>
                    <a:pt x="42" y="16"/>
                  </a:cubicBezTo>
                  <a:cubicBezTo>
                    <a:pt x="35" y="22"/>
                    <a:pt x="22" y="20"/>
                    <a:pt x="12" y="1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7" name="Freeform 743">
              <a:extLst>
                <a:ext uri="{FF2B5EF4-FFF2-40B4-BE49-F238E27FC236}">
                  <a16:creationId xmlns:a16="http://schemas.microsoft.com/office/drawing/2014/main" id="{2854A69E-C64A-498A-B81F-1333FFC3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083"/>
              <a:ext cx="48" cy="27"/>
            </a:xfrm>
            <a:custGeom>
              <a:avLst/>
              <a:gdLst>
                <a:gd name="T0" fmla="*/ 0 w 25"/>
                <a:gd name="T1" fmla="*/ 0 h 13"/>
                <a:gd name="T2" fmla="*/ 177 w 25"/>
                <a:gd name="T3" fmla="*/ 116 h 13"/>
                <a:gd name="T4" fmla="*/ 77 w 25"/>
                <a:gd name="T5" fmla="*/ 52 h 13"/>
                <a:gd name="T6" fmla="*/ 0 w 2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8" y="2"/>
                    <a:pt x="21" y="6"/>
                    <a:pt x="25" y="13"/>
                  </a:cubicBezTo>
                  <a:cubicBezTo>
                    <a:pt x="22" y="11"/>
                    <a:pt x="16" y="7"/>
                    <a:pt x="11" y="6"/>
                  </a:cubicBezTo>
                  <a:cubicBezTo>
                    <a:pt x="6" y="4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8" name="Freeform 744">
              <a:extLst>
                <a:ext uri="{FF2B5EF4-FFF2-40B4-BE49-F238E27FC236}">
                  <a16:creationId xmlns:a16="http://schemas.microsoft.com/office/drawing/2014/main" id="{065CD5D7-1D91-4BA5-B545-8D7C0D663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083"/>
              <a:ext cx="41" cy="29"/>
            </a:xfrm>
            <a:custGeom>
              <a:avLst/>
              <a:gdLst>
                <a:gd name="T0" fmla="*/ 96 w 21"/>
                <a:gd name="T1" fmla="*/ 35 h 14"/>
                <a:gd name="T2" fmla="*/ 0 w 21"/>
                <a:gd name="T3" fmla="*/ 0 h 14"/>
                <a:gd name="T4" fmla="*/ 156 w 21"/>
                <a:gd name="T5" fmla="*/ 124 h 14"/>
                <a:gd name="T6" fmla="*/ 96 w 21"/>
                <a:gd name="T7" fmla="*/ 3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13" y="4"/>
                  </a:moveTo>
                  <a:cubicBezTo>
                    <a:pt x="10" y="2"/>
                    <a:pt x="6" y="0"/>
                    <a:pt x="0" y="0"/>
                  </a:cubicBezTo>
                  <a:cubicBezTo>
                    <a:pt x="5" y="1"/>
                    <a:pt x="21" y="7"/>
                    <a:pt x="21" y="14"/>
                  </a:cubicBezTo>
                  <a:cubicBezTo>
                    <a:pt x="21" y="12"/>
                    <a:pt x="19" y="7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9" name="Freeform 745">
              <a:extLst>
                <a:ext uri="{FF2B5EF4-FFF2-40B4-BE49-F238E27FC236}">
                  <a16:creationId xmlns:a16="http://schemas.microsoft.com/office/drawing/2014/main" id="{65F58CB7-1FA5-4166-9911-4C29925D3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112"/>
              <a:ext cx="56" cy="27"/>
            </a:xfrm>
            <a:custGeom>
              <a:avLst/>
              <a:gdLst>
                <a:gd name="T0" fmla="*/ 0 w 29"/>
                <a:gd name="T1" fmla="*/ 0 h 13"/>
                <a:gd name="T2" fmla="*/ 209 w 29"/>
                <a:gd name="T3" fmla="*/ 100 h 13"/>
                <a:gd name="T4" fmla="*/ 0 w 2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3">
                  <a:moveTo>
                    <a:pt x="0" y="0"/>
                  </a:moveTo>
                  <a:cubicBezTo>
                    <a:pt x="3" y="4"/>
                    <a:pt x="16" y="12"/>
                    <a:pt x="29" y="11"/>
                  </a:cubicBezTo>
                  <a:cubicBezTo>
                    <a:pt x="25" y="13"/>
                    <a:pt x="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0" name="Freeform 746">
              <a:extLst>
                <a:ext uri="{FF2B5EF4-FFF2-40B4-BE49-F238E27FC236}">
                  <a16:creationId xmlns:a16="http://schemas.microsoft.com/office/drawing/2014/main" id="{4532AA19-A24B-496B-846E-35BB56C89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050"/>
              <a:ext cx="165" cy="122"/>
            </a:xfrm>
            <a:custGeom>
              <a:avLst/>
              <a:gdLst>
                <a:gd name="T0" fmla="*/ 264 w 85"/>
                <a:gd name="T1" fmla="*/ 0 h 59"/>
                <a:gd name="T2" fmla="*/ 124 w 85"/>
                <a:gd name="T3" fmla="*/ 52 h 59"/>
                <a:gd name="T4" fmla="*/ 233 w 85"/>
                <a:gd name="T5" fmla="*/ 440 h 59"/>
                <a:gd name="T6" fmla="*/ 584 w 85"/>
                <a:gd name="T7" fmla="*/ 380 h 59"/>
                <a:gd name="T8" fmla="*/ 557 w 85"/>
                <a:gd name="T9" fmla="*/ 149 h 59"/>
                <a:gd name="T10" fmla="*/ 396 w 85"/>
                <a:gd name="T11" fmla="*/ 52 h 59"/>
                <a:gd name="T12" fmla="*/ 264 w 85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9">
                  <a:moveTo>
                    <a:pt x="36" y="0"/>
                  </a:moveTo>
                  <a:cubicBezTo>
                    <a:pt x="29" y="0"/>
                    <a:pt x="22" y="2"/>
                    <a:pt x="17" y="6"/>
                  </a:cubicBezTo>
                  <a:cubicBezTo>
                    <a:pt x="0" y="20"/>
                    <a:pt x="12" y="42"/>
                    <a:pt x="32" y="50"/>
                  </a:cubicBezTo>
                  <a:cubicBezTo>
                    <a:pt x="53" y="59"/>
                    <a:pt x="74" y="53"/>
                    <a:pt x="80" y="43"/>
                  </a:cubicBezTo>
                  <a:cubicBezTo>
                    <a:pt x="85" y="33"/>
                    <a:pt x="83" y="24"/>
                    <a:pt x="76" y="17"/>
                  </a:cubicBezTo>
                  <a:cubicBezTo>
                    <a:pt x="69" y="10"/>
                    <a:pt x="59" y="8"/>
                    <a:pt x="54" y="6"/>
                  </a:cubicBezTo>
                  <a:cubicBezTo>
                    <a:pt x="48" y="4"/>
                    <a:pt x="41" y="0"/>
                    <a:pt x="36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1" name="Freeform 747">
              <a:extLst>
                <a:ext uri="{FF2B5EF4-FFF2-40B4-BE49-F238E27FC236}">
                  <a16:creationId xmlns:a16="http://schemas.microsoft.com/office/drawing/2014/main" id="{45A0683A-635E-4DD0-9891-8A35B588F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085"/>
              <a:ext cx="79" cy="52"/>
            </a:xfrm>
            <a:custGeom>
              <a:avLst/>
              <a:gdLst>
                <a:gd name="T0" fmla="*/ 8 w 41"/>
                <a:gd name="T1" fmla="*/ 44 h 25"/>
                <a:gd name="T2" fmla="*/ 64 w 41"/>
                <a:gd name="T3" fmla="*/ 152 h 25"/>
                <a:gd name="T4" fmla="*/ 245 w 41"/>
                <a:gd name="T5" fmla="*/ 208 h 25"/>
                <a:gd name="T6" fmla="*/ 293 w 41"/>
                <a:gd name="T7" fmla="*/ 152 h 25"/>
                <a:gd name="T8" fmla="*/ 293 w 41"/>
                <a:gd name="T9" fmla="*/ 152 h 25"/>
                <a:gd name="T10" fmla="*/ 245 w 41"/>
                <a:gd name="T11" fmla="*/ 200 h 25"/>
                <a:gd name="T12" fmla="*/ 71 w 41"/>
                <a:gd name="T13" fmla="*/ 152 h 25"/>
                <a:gd name="T14" fmla="*/ 8 w 41"/>
                <a:gd name="T15" fmla="*/ 44 h 25"/>
                <a:gd name="T16" fmla="*/ 44 w 41"/>
                <a:gd name="T17" fmla="*/ 0 h 25"/>
                <a:gd name="T18" fmla="*/ 44 w 41"/>
                <a:gd name="T19" fmla="*/ 0 h 25"/>
                <a:gd name="T20" fmla="*/ 8 w 41"/>
                <a:gd name="T21" fmla="*/ 44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5">
                  <a:moveTo>
                    <a:pt x="1" y="5"/>
                  </a:moveTo>
                  <a:cubicBezTo>
                    <a:pt x="0" y="9"/>
                    <a:pt x="3" y="14"/>
                    <a:pt x="9" y="17"/>
                  </a:cubicBezTo>
                  <a:cubicBezTo>
                    <a:pt x="18" y="22"/>
                    <a:pt x="27" y="25"/>
                    <a:pt x="34" y="23"/>
                  </a:cubicBezTo>
                  <a:cubicBezTo>
                    <a:pt x="37" y="22"/>
                    <a:pt x="40" y="20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0" y="19"/>
                    <a:pt x="37" y="21"/>
                    <a:pt x="34" y="22"/>
                  </a:cubicBezTo>
                  <a:cubicBezTo>
                    <a:pt x="27" y="24"/>
                    <a:pt x="18" y="22"/>
                    <a:pt x="10" y="17"/>
                  </a:cubicBezTo>
                  <a:cubicBezTo>
                    <a:pt x="4" y="13"/>
                    <a:pt x="1" y="9"/>
                    <a:pt x="1" y="5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2"/>
                    <a:pt x="1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2" name="Freeform 748">
              <a:extLst>
                <a:ext uri="{FF2B5EF4-FFF2-40B4-BE49-F238E27FC236}">
                  <a16:creationId xmlns:a16="http://schemas.microsoft.com/office/drawing/2014/main" id="{94DC27D2-3192-447B-AD7D-0DE291B66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095"/>
              <a:ext cx="135" cy="116"/>
            </a:xfrm>
            <a:custGeom>
              <a:avLst/>
              <a:gdLst>
                <a:gd name="T0" fmla="*/ 237 w 70"/>
                <a:gd name="T1" fmla="*/ 17 h 56"/>
                <a:gd name="T2" fmla="*/ 71 w 70"/>
                <a:gd name="T3" fmla="*/ 44 h 56"/>
                <a:gd name="T4" fmla="*/ 0 w 70"/>
                <a:gd name="T5" fmla="*/ 215 h 56"/>
                <a:gd name="T6" fmla="*/ 293 w 70"/>
                <a:gd name="T7" fmla="*/ 464 h 56"/>
                <a:gd name="T8" fmla="*/ 457 w 70"/>
                <a:gd name="T9" fmla="*/ 151 h 56"/>
                <a:gd name="T10" fmla="*/ 237 w 70"/>
                <a:gd name="T11" fmla="*/ 1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3" y="2"/>
                  </a:moveTo>
                  <a:cubicBezTo>
                    <a:pt x="24" y="0"/>
                    <a:pt x="17" y="0"/>
                    <a:pt x="10" y="5"/>
                  </a:cubicBezTo>
                  <a:cubicBezTo>
                    <a:pt x="5" y="10"/>
                    <a:pt x="0" y="16"/>
                    <a:pt x="0" y="24"/>
                  </a:cubicBezTo>
                  <a:cubicBezTo>
                    <a:pt x="0" y="42"/>
                    <a:pt x="20" y="56"/>
                    <a:pt x="41" y="52"/>
                  </a:cubicBezTo>
                  <a:cubicBezTo>
                    <a:pt x="62" y="48"/>
                    <a:pt x="70" y="29"/>
                    <a:pt x="64" y="17"/>
                  </a:cubicBezTo>
                  <a:cubicBezTo>
                    <a:pt x="57" y="7"/>
                    <a:pt x="51" y="5"/>
                    <a:pt x="33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3" name="Freeform 749">
              <a:extLst>
                <a:ext uri="{FF2B5EF4-FFF2-40B4-BE49-F238E27FC236}">
                  <a16:creationId xmlns:a16="http://schemas.microsoft.com/office/drawing/2014/main" id="{195809A7-6197-4187-AFBE-824B7F4B9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116"/>
              <a:ext cx="110" cy="89"/>
            </a:xfrm>
            <a:custGeom>
              <a:avLst/>
              <a:gdLst>
                <a:gd name="T0" fmla="*/ 372 w 57"/>
                <a:gd name="T1" fmla="*/ 72 h 43"/>
                <a:gd name="T2" fmla="*/ 316 w 57"/>
                <a:gd name="T3" fmla="*/ 0 h 43"/>
                <a:gd name="T4" fmla="*/ 357 w 57"/>
                <a:gd name="T5" fmla="*/ 52 h 43"/>
                <a:gd name="T6" fmla="*/ 201 w 57"/>
                <a:gd name="T7" fmla="*/ 348 h 43"/>
                <a:gd name="T8" fmla="*/ 0 w 57"/>
                <a:gd name="T9" fmla="*/ 292 h 43"/>
                <a:gd name="T10" fmla="*/ 216 w 57"/>
                <a:gd name="T11" fmla="*/ 364 h 43"/>
                <a:gd name="T12" fmla="*/ 372 w 57"/>
                <a:gd name="T13" fmla="*/ 7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3">
                  <a:moveTo>
                    <a:pt x="52" y="8"/>
                  </a:moveTo>
                  <a:cubicBezTo>
                    <a:pt x="49" y="4"/>
                    <a:pt x="47" y="2"/>
                    <a:pt x="44" y="0"/>
                  </a:cubicBezTo>
                  <a:cubicBezTo>
                    <a:pt x="46" y="1"/>
                    <a:pt x="48" y="4"/>
                    <a:pt x="50" y="6"/>
                  </a:cubicBezTo>
                  <a:cubicBezTo>
                    <a:pt x="56" y="17"/>
                    <a:pt x="48" y="36"/>
                    <a:pt x="28" y="39"/>
                  </a:cubicBezTo>
                  <a:cubicBezTo>
                    <a:pt x="18" y="41"/>
                    <a:pt x="8" y="39"/>
                    <a:pt x="0" y="33"/>
                  </a:cubicBezTo>
                  <a:cubicBezTo>
                    <a:pt x="8" y="40"/>
                    <a:pt x="19" y="43"/>
                    <a:pt x="30" y="41"/>
                  </a:cubicBezTo>
                  <a:cubicBezTo>
                    <a:pt x="50" y="37"/>
                    <a:pt x="57" y="19"/>
                    <a:pt x="52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4" name="Freeform 750">
              <a:extLst>
                <a:ext uri="{FF2B5EF4-FFF2-40B4-BE49-F238E27FC236}">
                  <a16:creationId xmlns:a16="http://schemas.microsoft.com/office/drawing/2014/main" id="{1A9D6192-368A-412D-8DC3-633B00B7B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097"/>
              <a:ext cx="104" cy="91"/>
            </a:xfrm>
            <a:custGeom>
              <a:avLst/>
              <a:gdLst>
                <a:gd name="T0" fmla="*/ 15 w 54"/>
                <a:gd name="T1" fmla="*/ 213 h 44"/>
                <a:gd name="T2" fmla="*/ 85 w 54"/>
                <a:gd name="T3" fmla="*/ 52 h 44"/>
                <a:gd name="T4" fmla="*/ 241 w 54"/>
                <a:gd name="T5" fmla="*/ 25 h 44"/>
                <a:gd name="T6" fmla="*/ 385 w 54"/>
                <a:gd name="T7" fmla="*/ 81 h 44"/>
                <a:gd name="T8" fmla="*/ 229 w 54"/>
                <a:gd name="T9" fmla="*/ 17 h 44"/>
                <a:gd name="T10" fmla="*/ 71 w 54"/>
                <a:gd name="T11" fmla="*/ 43 h 44"/>
                <a:gd name="T12" fmla="*/ 0 w 54"/>
                <a:gd name="T13" fmla="*/ 205 h 44"/>
                <a:gd name="T14" fmla="*/ 92 w 54"/>
                <a:gd name="T15" fmla="*/ 389 h 44"/>
                <a:gd name="T16" fmla="*/ 15 w 54"/>
                <a:gd name="T17" fmla="*/ 21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4">
                  <a:moveTo>
                    <a:pt x="2" y="24"/>
                  </a:moveTo>
                  <a:cubicBezTo>
                    <a:pt x="3" y="17"/>
                    <a:pt x="7" y="11"/>
                    <a:pt x="12" y="6"/>
                  </a:cubicBezTo>
                  <a:cubicBezTo>
                    <a:pt x="18" y="1"/>
                    <a:pt x="25" y="2"/>
                    <a:pt x="34" y="3"/>
                  </a:cubicBezTo>
                  <a:cubicBezTo>
                    <a:pt x="44" y="5"/>
                    <a:pt x="50" y="6"/>
                    <a:pt x="54" y="9"/>
                  </a:cubicBezTo>
                  <a:cubicBezTo>
                    <a:pt x="49" y="5"/>
                    <a:pt x="43" y="4"/>
                    <a:pt x="32" y="2"/>
                  </a:cubicBezTo>
                  <a:cubicBezTo>
                    <a:pt x="23" y="0"/>
                    <a:pt x="16" y="0"/>
                    <a:pt x="10" y="5"/>
                  </a:cubicBezTo>
                  <a:cubicBezTo>
                    <a:pt x="5" y="9"/>
                    <a:pt x="1" y="15"/>
                    <a:pt x="0" y="23"/>
                  </a:cubicBezTo>
                  <a:cubicBezTo>
                    <a:pt x="0" y="31"/>
                    <a:pt x="5" y="39"/>
                    <a:pt x="13" y="44"/>
                  </a:cubicBezTo>
                  <a:cubicBezTo>
                    <a:pt x="6" y="39"/>
                    <a:pt x="2" y="32"/>
                    <a:pt x="2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5" name="Freeform 751">
              <a:extLst>
                <a:ext uri="{FF2B5EF4-FFF2-40B4-BE49-F238E27FC236}">
                  <a16:creationId xmlns:a16="http://schemas.microsoft.com/office/drawing/2014/main" id="{92E1DB47-3DCE-4D3B-895A-6D25D4AC5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116"/>
              <a:ext cx="91" cy="64"/>
            </a:xfrm>
            <a:custGeom>
              <a:avLst/>
              <a:gdLst>
                <a:gd name="T0" fmla="*/ 263 w 47"/>
                <a:gd name="T1" fmla="*/ 60 h 31"/>
                <a:gd name="T2" fmla="*/ 132 w 47"/>
                <a:gd name="T3" fmla="*/ 239 h 31"/>
                <a:gd name="T4" fmla="*/ 45 w 47"/>
                <a:gd name="T5" fmla="*/ 52 h 31"/>
                <a:gd name="T6" fmla="*/ 263 w 47"/>
                <a:gd name="T7" fmla="*/ 6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36" y="7"/>
                  </a:moveTo>
                  <a:cubicBezTo>
                    <a:pt x="47" y="17"/>
                    <a:pt x="36" y="31"/>
                    <a:pt x="18" y="27"/>
                  </a:cubicBezTo>
                  <a:cubicBezTo>
                    <a:pt x="0" y="23"/>
                    <a:pt x="1" y="11"/>
                    <a:pt x="6" y="6"/>
                  </a:cubicBezTo>
                  <a:cubicBezTo>
                    <a:pt x="11" y="0"/>
                    <a:pt x="28" y="1"/>
                    <a:pt x="36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6" name="Freeform 752">
              <a:extLst>
                <a:ext uri="{FF2B5EF4-FFF2-40B4-BE49-F238E27FC236}">
                  <a16:creationId xmlns:a16="http://schemas.microsoft.com/office/drawing/2014/main" id="{924B7126-75BE-4CA4-8432-7085B99AB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143"/>
              <a:ext cx="75" cy="35"/>
            </a:xfrm>
            <a:custGeom>
              <a:avLst/>
              <a:gdLst>
                <a:gd name="T0" fmla="*/ 263 w 39"/>
                <a:gd name="T1" fmla="*/ 0 h 17"/>
                <a:gd name="T2" fmla="*/ 108 w 39"/>
                <a:gd name="T3" fmla="*/ 97 h 17"/>
                <a:gd name="T4" fmla="*/ 0 w 39"/>
                <a:gd name="T5" fmla="*/ 0 h 17"/>
                <a:gd name="T6" fmla="*/ 108 w 39"/>
                <a:gd name="T7" fmla="*/ 124 h 17"/>
                <a:gd name="T8" fmla="*/ 263 w 3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7">
                  <a:moveTo>
                    <a:pt x="37" y="0"/>
                  </a:moveTo>
                  <a:cubicBezTo>
                    <a:pt x="37" y="8"/>
                    <a:pt x="27" y="14"/>
                    <a:pt x="15" y="11"/>
                  </a:cubicBezTo>
                  <a:cubicBezTo>
                    <a:pt x="5" y="9"/>
                    <a:pt x="1" y="5"/>
                    <a:pt x="0" y="0"/>
                  </a:cubicBezTo>
                  <a:cubicBezTo>
                    <a:pt x="0" y="5"/>
                    <a:pt x="4" y="11"/>
                    <a:pt x="15" y="14"/>
                  </a:cubicBezTo>
                  <a:cubicBezTo>
                    <a:pt x="29" y="17"/>
                    <a:pt x="39" y="9"/>
                    <a:pt x="3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7" name="Freeform 753">
              <a:extLst>
                <a:ext uri="{FF2B5EF4-FFF2-40B4-BE49-F238E27FC236}">
                  <a16:creationId xmlns:a16="http://schemas.microsoft.com/office/drawing/2014/main" id="{47C12520-82DA-40C9-9805-404D2EBEC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118"/>
              <a:ext cx="41" cy="6"/>
            </a:xfrm>
            <a:custGeom>
              <a:avLst/>
              <a:gdLst>
                <a:gd name="T0" fmla="*/ 156 w 21"/>
                <a:gd name="T1" fmla="*/ 24 h 3"/>
                <a:gd name="T2" fmla="*/ 0 w 21"/>
                <a:gd name="T3" fmla="*/ 16 h 3"/>
                <a:gd name="T4" fmla="*/ 156 w 2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">
                  <a:moveTo>
                    <a:pt x="21" y="3"/>
                  </a:moveTo>
                  <a:cubicBezTo>
                    <a:pt x="15" y="0"/>
                    <a:pt x="4" y="0"/>
                    <a:pt x="0" y="2"/>
                  </a:cubicBezTo>
                  <a:cubicBezTo>
                    <a:pt x="4" y="2"/>
                    <a:pt x="14" y="1"/>
                    <a:pt x="2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8" name="Freeform 754">
              <a:extLst>
                <a:ext uri="{FF2B5EF4-FFF2-40B4-BE49-F238E27FC236}">
                  <a16:creationId xmlns:a16="http://schemas.microsoft.com/office/drawing/2014/main" id="{E202C265-6F3F-45E9-AC3F-5078B51B1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161"/>
              <a:ext cx="60" cy="25"/>
            </a:xfrm>
            <a:custGeom>
              <a:avLst/>
              <a:gdLst>
                <a:gd name="T0" fmla="*/ 0 w 31"/>
                <a:gd name="T1" fmla="*/ 8 h 12"/>
                <a:gd name="T2" fmla="*/ 225 w 31"/>
                <a:gd name="T3" fmla="*/ 0 h 12"/>
                <a:gd name="T4" fmla="*/ 0 w 31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">
                  <a:moveTo>
                    <a:pt x="0" y="1"/>
                  </a:moveTo>
                  <a:cubicBezTo>
                    <a:pt x="3" y="5"/>
                    <a:pt x="22" y="11"/>
                    <a:pt x="31" y="0"/>
                  </a:cubicBezTo>
                  <a:cubicBezTo>
                    <a:pt x="28" y="5"/>
                    <a:pt x="13" y="12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9" name="Freeform 755">
              <a:extLst>
                <a:ext uri="{FF2B5EF4-FFF2-40B4-BE49-F238E27FC236}">
                  <a16:creationId xmlns:a16="http://schemas.microsoft.com/office/drawing/2014/main" id="{0E42EC66-D194-44DC-9F15-AA9023B8A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095"/>
              <a:ext cx="135" cy="116"/>
            </a:xfrm>
            <a:custGeom>
              <a:avLst/>
              <a:gdLst>
                <a:gd name="T0" fmla="*/ 237 w 70"/>
                <a:gd name="T1" fmla="*/ 17 h 56"/>
                <a:gd name="T2" fmla="*/ 71 w 70"/>
                <a:gd name="T3" fmla="*/ 44 h 56"/>
                <a:gd name="T4" fmla="*/ 0 w 70"/>
                <a:gd name="T5" fmla="*/ 215 h 56"/>
                <a:gd name="T6" fmla="*/ 293 w 70"/>
                <a:gd name="T7" fmla="*/ 464 h 56"/>
                <a:gd name="T8" fmla="*/ 457 w 70"/>
                <a:gd name="T9" fmla="*/ 151 h 56"/>
                <a:gd name="T10" fmla="*/ 237 w 70"/>
                <a:gd name="T11" fmla="*/ 1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3" y="2"/>
                  </a:moveTo>
                  <a:cubicBezTo>
                    <a:pt x="24" y="0"/>
                    <a:pt x="17" y="0"/>
                    <a:pt x="10" y="5"/>
                  </a:cubicBezTo>
                  <a:cubicBezTo>
                    <a:pt x="5" y="10"/>
                    <a:pt x="0" y="16"/>
                    <a:pt x="0" y="24"/>
                  </a:cubicBezTo>
                  <a:cubicBezTo>
                    <a:pt x="0" y="42"/>
                    <a:pt x="20" y="56"/>
                    <a:pt x="41" y="52"/>
                  </a:cubicBezTo>
                  <a:cubicBezTo>
                    <a:pt x="62" y="48"/>
                    <a:pt x="70" y="29"/>
                    <a:pt x="64" y="17"/>
                  </a:cubicBezTo>
                  <a:cubicBezTo>
                    <a:pt x="57" y="7"/>
                    <a:pt x="51" y="5"/>
                    <a:pt x="33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0" name="Freeform 756">
              <a:extLst>
                <a:ext uri="{FF2B5EF4-FFF2-40B4-BE49-F238E27FC236}">
                  <a16:creationId xmlns:a16="http://schemas.microsoft.com/office/drawing/2014/main" id="{6DFCD1D7-12E1-406E-8114-5EDA3D3A9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128"/>
              <a:ext cx="77" cy="50"/>
            </a:xfrm>
            <a:custGeom>
              <a:avLst/>
              <a:gdLst>
                <a:gd name="T0" fmla="*/ 241 w 40"/>
                <a:gd name="T1" fmla="*/ 8 h 24"/>
                <a:gd name="T2" fmla="*/ 264 w 40"/>
                <a:gd name="T3" fmla="*/ 125 h 24"/>
                <a:gd name="T4" fmla="*/ 116 w 40"/>
                <a:gd name="T5" fmla="*/ 192 h 24"/>
                <a:gd name="T6" fmla="*/ 15 w 40"/>
                <a:gd name="T7" fmla="*/ 100 h 24"/>
                <a:gd name="T8" fmla="*/ 29 w 40"/>
                <a:gd name="T9" fmla="*/ 0 h 24"/>
                <a:gd name="T10" fmla="*/ 29 w 40"/>
                <a:gd name="T11" fmla="*/ 0 h 24"/>
                <a:gd name="T12" fmla="*/ 8 w 40"/>
                <a:gd name="T13" fmla="*/ 100 h 24"/>
                <a:gd name="T14" fmla="*/ 116 w 40"/>
                <a:gd name="T15" fmla="*/ 192 h 24"/>
                <a:gd name="T16" fmla="*/ 271 w 40"/>
                <a:gd name="T17" fmla="*/ 125 h 24"/>
                <a:gd name="T18" fmla="*/ 241 w 40"/>
                <a:gd name="T19" fmla="*/ 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4">
                  <a:moveTo>
                    <a:pt x="34" y="1"/>
                  </a:moveTo>
                  <a:cubicBezTo>
                    <a:pt x="38" y="5"/>
                    <a:pt x="39" y="9"/>
                    <a:pt x="37" y="14"/>
                  </a:cubicBezTo>
                  <a:cubicBezTo>
                    <a:pt x="35" y="19"/>
                    <a:pt x="27" y="23"/>
                    <a:pt x="16" y="21"/>
                  </a:cubicBezTo>
                  <a:cubicBezTo>
                    <a:pt x="6" y="19"/>
                    <a:pt x="3" y="14"/>
                    <a:pt x="2" y="11"/>
                  </a:cubicBezTo>
                  <a:cubicBezTo>
                    <a:pt x="0" y="6"/>
                    <a:pt x="2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0" y="6"/>
                    <a:pt x="1" y="11"/>
                  </a:cubicBezTo>
                  <a:cubicBezTo>
                    <a:pt x="2" y="14"/>
                    <a:pt x="6" y="19"/>
                    <a:pt x="16" y="21"/>
                  </a:cubicBezTo>
                  <a:cubicBezTo>
                    <a:pt x="27" y="24"/>
                    <a:pt x="35" y="19"/>
                    <a:pt x="38" y="14"/>
                  </a:cubicBezTo>
                  <a:cubicBezTo>
                    <a:pt x="40" y="10"/>
                    <a:pt x="38" y="5"/>
                    <a:pt x="34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1" name="Freeform 757">
              <a:extLst>
                <a:ext uri="{FF2B5EF4-FFF2-40B4-BE49-F238E27FC236}">
                  <a16:creationId xmlns:a16="http://schemas.microsoft.com/office/drawing/2014/main" id="{E5D1335B-83B6-45E0-A472-02CE867E7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221"/>
              <a:ext cx="124" cy="76"/>
            </a:xfrm>
            <a:custGeom>
              <a:avLst/>
              <a:gdLst>
                <a:gd name="T0" fmla="*/ 116 w 64"/>
                <a:gd name="T1" fmla="*/ 8 h 37"/>
                <a:gd name="T2" fmla="*/ 8 w 64"/>
                <a:gd name="T3" fmla="*/ 131 h 37"/>
                <a:gd name="T4" fmla="*/ 217 w 64"/>
                <a:gd name="T5" fmla="*/ 312 h 37"/>
                <a:gd name="T6" fmla="*/ 451 w 64"/>
                <a:gd name="T7" fmla="*/ 199 h 37"/>
                <a:gd name="T8" fmla="*/ 409 w 64"/>
                <a:gd name="T9" fmla="*/ 76 h 37"/>
                <a:gd name="T10" fmla="*/ 264 w 64"/>
                <a:gd name="T11" fmla="*/ 43 h 37"/>
                <a:gd name="T12" fmla="*/ 116 w 64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7">
                  <a:moveTo>
                    <a:pt x="16" y="1"/>
                  </a:moveTo>
                  <a:cubicBezTo>
                    <a:pt x="7" y="2"/>
                    <a:pt x="2" y="7"/>
                    <a:pt x="1" y="15"/>
                  </a:cubicBezTo>
                  <a:cubicBezTo>
                    <a:pt x="0" y="27"/>
                    <a:pt x="12" y="34"/>
                    <a:pt x="30" y="36"/>
                  </a:cubicBezTo>
                  <a:cubicBezTo>
                    <a:pt x="48" y="37"/>
                    <a:pt x="57" y="35"/>
                    <a:pt x="62" y="23"/>
                  </a:cubicBezTo>
                  <a:cubicBezTo>
                    <a:pt x="64" y="18"/>
                    <a:pt x="62" y="13"/>
                    <a:pt x="56" y="9"/>
                  </a:cubicBezTo>
                  <a:cubicBezTo>
                    <a:pt x="50" y="5"/>
                    <a:pt x="45" y="6"/>
                    <a:pt x="36" y="5"/>
                  </a:cubicBezTo>
                  <a:cubicBezTo>
                    <a:pt x="31" y="4"/>
                    <a:pt x="23" y="0"/>
                    <a:pt x="16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2" name="Freeform 758">
              <a:extLst>
                <a:ext uri="{FF2B5EF4-FFF2-40B4-BE49-F238E27FC236}">
                  <a16:creationId xmlns:a16="http://schemas.microsoft.com/office/drawing/2014/main" id="{F42BFBD0-B7C7-4A6C-9152-FADB50D6A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236"/>
              <a:ext cx="83" cy="35"/>
            </a:xfrm>
            <a:custGeom>
              <a:avLst/>
              <a:gdLst>
                <a:gd name="T0" fmla="*/ 280 w 43"/>
                <a:gd name="T1" fmla="*/ 80 h 17"/>
                <a:gd name="T2" fmla="*/ 131 w 43"/>
                <a:gd name="T3" fmla="*/ 132 h 17"/>
                <a:gd name="T4" fmla="*/ 56 w 43"/>
                <a:gd name="T5" fmla="*/ 16 h 17"/>
                <a:gd name="T6" fmla="*/ 180 w 43"/>
                <a:gd name="T7" fmla="*/ 43 h 17"/>
                <a:gd name="T8" fmla="*/ 280 w 43"/>
                <a:gd name="T9" fmla="*/ 8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7">
                  <a:moveTo>
                    <a:pt x="39" y="9"/>
                  </a:moveTo>
                  <a:cubicBezTo>
                    <a:pt x="43" y="12"/>
                    <a:pt x="36" y="17"/>
                    <a:pt x="18" y="15"/>
                  </a:cubicBezTo>
                  <a:cubicBezTo>
                    <a:pt x="1" y="13"/>
                    <a:pt x="0" y="4"/>
                    <a:pt x="8" y="2"/>
                  </a:cubicBezTo>
                  <a:cubicBezTo>
                    <a:pt x="14" y="0"/>
                    <a:pt x="16" y="2"/>
                    <a:pt x="25" y="5"/>
                  </a:cubicBezTo>
                  <a:cubicBezTo>
                    <a:pt x="34" y="7"/>
                    <a:pt x="36" y="5"/>
                    <a:pt x="39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3" name="Freeform 759">
              <a:extLst>
                <a:ext uri="{FF2B5EF4-FFF2-40B4-BE49-F238E27FC236}">
                  <a16:creationId xmlns:a16="http://schemas.microsoft.com/office/drawing/2014/main" id="{25599FCE-5888-4BC8-B39F-09F43F7B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242"/>
              <a:ext cx="74" cy="27"/>
            </a:xfrm>
            <a:custGeom>
              <a:avLst/>
              <a:gdLst>
                <a:gd name="T0" fmla="*/ 125 w 38"/>
                <a:gd name="T1" fmla="*/ 108 h 13"/>
                <a:gd name="T2" fmla="*/ 280 w 38"/>
                <a:gd name="T3" fmla="*/ 91 h 13"/>
                <a:gd name="T4" fmla="*/ 132 w 38"/>
                <a:gd name="T5" fmla="*/ 91 h 13"/>
                <a:gd name="T6" fmla="*/ 45 w 38"/>
                <a:gd name="T7" fmla="*/ 0 h 13"/>
                <a:gd name="T8" fmla="*/ 125 w 38"/>
                <a:gd name="T9" fmla="*/ 10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">
                  <a:moveTo>
                    <a:pt x="17" y="12"/>
                  </a:moveTo>
                  <a:cubicBezTo>
                    <a:pt x="28" y="13"/>
                    <a:pt x="35" y="12"/>
                    <a:pt x="38" y="10"/>
                  </a:cubicBezTo>
                  <a:cubicBezTo>
                    <a:pt x="32" y="12"/>
                    <a:pt x="25" y="11"/>
                    <a:pt x="18" y="10"/>
                  </a:cubicBezTo>
                  <a:cubicBezTo>
                    <a:pt x="14" y="9"/>
                    <a:pt x="0" y="7"/>
                    <a:pt x="6" y="0"/>
                  </a:cubicBezTo>
                  <a:cubicBezTo>
                    <a:pt x="0" y="3"/>
                    <a:pt x="1" y="10"/>
                    <a:pt x="17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4" name="Freeform 760">
              <a:extLst>
                <a:ext uri="{FF2B5EF4-FFF2-40B4-BE49-F238E27FC236}">
                  <a16:creationId xmlns:a16="http://schemas.microsoft.com/office/drawing/2014/main" id="{9CEA252B-3F2A-417A-A70B-E2C456B28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238"/>
              <a:ext cx="54" cy="14"/>
            </a:xfrm>
            <a:custGeom>
              <a:avLst/>
              <a:gdLst>
                <a:gd name="T0" fmla="*/ 100 w 28"/>
                <a:gd name="T1" fmla="*/ 40 h 7"/>
                <a:gd name="T2" fmla="*/ 156 w 28"/>
                <a:gd name="T3" fmla="*/ 48 h 7"/>
                <a:gd name="T4" fmla="*/ 201 w 28"/>
                <a:gd name="T5" fmla="*/ 56 h 7"/>
                <a:gd name="T6" fmla="*/ 100 w 28"/>
                <a:gd name="T7" fmla="*/ 32 h 7"/>
                <a:gd name="T8" fmla="*/ 0 w 28"/>
                <a:gd name="T9" fmla="*/ 0 h 7"/>
                <a:gd name="T10" fmla="*/ 44 w 28"/>
                <a:gd name="T11" fmla="*/ 16 h 7"/>
                <a:gd name="T12" fmla="*/ 100 w 28"/>
                <a:gd name="T13" fmla="*/ 4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">
                  <a:moveTo>
                    <a:pt x="14" y="5"/>
                  </a:moveTo>
                  <a:cubicBezTo>
                    <a:pt x="17" y="5"/>
                    <a:pt x="19" y="6"/>
                    <a:pt x="22" y="6"/>
                  </a:cubicBezTo>
                  <a:cubicBezTo>
                    <a:pt x="23" y="6"/>
                    <a:pt x="26" y="7"/>
                    <a:pt x="28" y="7"/>
                  </a:cubicBezTo>
                  <a:cubicBezTo>
                    <a:pt x="25" y="5"/>
                    <a:pt x="22" y="6"/>
                    <a:pt x="14" y="4"/>
                  </a:cubicBezTo>
                  <a:cubicBezTo>
                    <a:pt x="6" y="2"/>
                    <a:pt x="4" y="0"/>
                    <a:pt x="0" y="0"/>
                  </a:cubicBezTo>
                  <a:cubicBezTo>
                    <a:pt x="2" y="1"/>
                    <a:pt x="5" y="2"/>
                    <a:pt x="6" y="2"/>
                  </a:cubicBezTo>
                  <a:cubicBezTo>
                    <a:pt x="9" y="4"/>
                    <a:pt x="11" y="4"/>
                    <a:pt x="14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5" name="Freeform 761">
              <a:extLst>
                <a:ext uri="{FF2B5EF4-FFF2-40B4-BE49-F238E27FC236}">
                  <a16:creationId xmlns:a16="http://schemas.microsoft.com/office/drawing/2014/main" id="{1DCEBA4C-BC4A-46AC-BA48-430E564D5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223"/>
              <a:ext cx="48" cy="46"/>
            </a:xfrm>
            <a:custGeom>
              <a:avLst/>
              <a:gdLst>
                <a:gd name="T0" fmla="*/ 177 w 25"/>
                <a:gd name="T1" fmla="*/ 17 h 22"/>
                <a:gd name="T2" fmla="*/ 36 w 25"/>
                <a:gd name="T3" fmla="*/ 56 h 22"/>
                <a:gd name="T4" fmla="*/ 23 w 25"/>
                <a:gd name="T5" fmla="*/ 201 h 22"/>
                <a:gd name="T6" fmla="*/ 48 w 25"/>
                <a:gd name="T7" fmla="*/ 56 h 22"/>
                <a:gd name="T8" fmla="*/ 177 w 25"/>
                <a:gd name="T9" fmla="*/ 1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5" y="2"/>
                  </a:moveTo>
                  <a:cubicBezTo>
                    <a:pt x="20" y="0"/>
                    <a:pt x="9" y="0"/>
                    <a:pt x="5" y="6"/>
                  </a:cubicBezTo>
                  <a:cubicBezTo>
                    <a:pt x="0" y="12"/>
                    <a:pt x="1" y="19"/>
                    <a:pt x="3" y="22"/>
                  </a:cubicBezTo>
                  <a:cubicBezTo>
                    <a:pt x="3" y="20"/>
                    <a:pt x="1" y="11"/>
                    <a:pt x="7" y="6"/>
                  </a:cubicBezTo>
                  <a:cubicBezTo>
                    <a:pt x="14" y="0"/>
                    <a:pt x="21" y="1"/>
                    <a:pt x="25" y="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6" name="Freeform 762">
              <a:extLst>
                <a:ext uri="{FF2B5EF4-FFF2-40B4-BE49-F238E27FC236}">
                  <a16:creationId xmlns:a16="http://schemas.microsoft.com/office/drawing/2014/main" id="{3F3BB735-E75C-4F63-9B08-63342B3FE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233"/>
              <a:ext cx="45" cy="17"/>
            </a:xfrm>
            <a:custGeom>
              <a:avLst/>
              <a:gdLst>
                <a:gd name="T0" fmla="*/ 0 w 23"/>
                <a:gd name="T1" fmla="*/ 0 h 8"/>
                <a:gd name="T2" fmla="*/ 172 w 23"/>
                <a:gd name="T3" fmla="*/ 77 h 8"/>
                <a:gd name="T4" fmla="*/ 88 w 23"/>
                <a:gd name="T5" fmla="*/ 19 h 8"/>
                <a:gd name="T6" fmla="*/ 0 w 2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5" y="1"/>
                    <a:pt x="16" y="0"/>
                    <a:pt x="23" y="8"/>
                  </a:cubicBezTo>
                  <a:cubicBezTo>
                    <a:pt x="21" y="7"/>
                    <a:pt x="17" y="4"/>
                    <a:pt x="12" y="2"/>
                  </a:cubicBezTo>
                  <a:cubicBezTo>
                    <a:pt x="8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7" name="Freeform 763">
              <a:extLst>
                <a:ext uri="{FF2B5EF4-FFF2-40B4-BE49-F238E27FC236}">
                  <a16:creationId xmlns:a16="http://schemas.microsoft.com/office/drawing/2014/main" id="{AE265A95-EB53-4815-B5F6-CBE6A73DC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258"/>
              <a:ext cx="68" cy="15"/>
            </a:xfrm>
            <a:custGeom>
              <a:avLst/>
              <a:gdLst>
                <a:gd name="T0" fmla="*/ 0 w 35"/>
                <a:gd name="T1" fmla="*/ 0 h 7"/>
                <a:gd name="T2" fmla="*/ 117 w 35"/>
                <a:gd name="T3" fmla="*/ 51 h 7"/>
                <a:gd name="T4" fmla="*/ 256 w 35"/>
                <a:gd name="T5" fmla="*/ 28 h 7"/>
                <a:gd name="T6" fmla="*/ 117 w 35"/>
                <a:gd name="T7" fmla="*/ 60 h 7"/>
                <a:gd name="T8" fmla="*/ 0 w 3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">
                  <a:moveTo>
                    <a:pt x="0" y="0"/>
                  </a:moveTo>
                  <a:cubicBezTo>
                    <a:pt x="3" y="2"/>
                    <a:pt x="8" y="4"/>
                    <a:pt x="16" y="5"/>
                  </a:cubicBezTo>
                  <a:cubicBezTo>
                    <a:pt x="25" y="5"/>
                    <a:pt x="31" y="5"/>
                    <a:pt x="35" y="3"/>
                  </a:cubicBezTo>
                  <a:cubicBezTo>
                    <a:pt x="33" y="4"/>
                    <a:pt x="27" y="7"/>
                    <a:pt x="16" y="6"/>
                  </a:cubicBezTo>
                  <a:cubicBezTo>
                    <a:pt x="5" y="5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8" name="Freeform 764">
              <a:extLst>
                <a:ext uri="{FF2B5EF4-FFF2-40B4-BE49-F238E27FC236}">
                  <a16:creationId xmlns:a16="http://schemas.microsoft.com/office/drawing/2014/main" id="{74DBB761-807C-46E6-8973-A374ADBC2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266"/>
              <a:ext cx="89" cy="31"/>
            </a:xfrm>
            <a:custGeom>
              <a:avLst/>
              <a:gdLst>
                <a:gd name="T0" fmla="*/ 0 w 46"/>
                <a:gd name="T1" fmla="*/ 81 h 15"/>
                <a:gd name="T2" fmla="*/ 269 w 46"/>
                <a:gd name="T3" fmla="*/ 99 h 15"/>
                <a:gd name="T4" fmla="*/ 333 w 46"/>
                <a:gd name="T5" fmla="*/ 0 h 15"/>
                <a:gd name="T6" fmla="*/ 217 w 46"/>
                <a:gd name="T7" fmla="*/ 89 h 15"/>
                <a:gd name="T8" fmla="*/ 0 w 46"/>
                <a:gd name="T9" fmla="*/ 8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5">
                  <a:moveTo>
                    <a:pt x="0" y="9"/>
                  </a:moveTo>
                  <a:cubicBezTo>
                    <a:pt x="5" y="11"/>
                    <a:pt x="26" y="15"/>
                    <a:pt x="37" y="11"/>
                  </a:cubicBezTo>
                  <a:cubicBezTo>
                    <a:pt x="39" y="9"/>
                    <a:pt x="44" y="6"/>
                    <a:pt x="46" y="0"/>
                  </a:cubicBezTo>
                  <a:cubicBezTo>
                    <a:pt x="46" y="1"/>
                    <a:pt x="43" y="8"/>
                    <a:pt x="30" y="10"/>
                  </a:cubicBezTo>
                  <a:cubicBezTo>
                    <a:pt x="18" y="13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9" name="Freeform 765">
              <a:extLst>
                <a:ext uri="{FF2B5EF4-FFF2-40B4-BE49-F238E27FC236}">
                  <a16:creationId xmlns:a16="http://schemas.microsoft.com/office/drawing/2014/main" id="{1FF55B72-243D-4632-B1F1-D9EB2C65C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221"/>
              <a:ext cx="124" cy="76"/>
            </a:xfrm>
            <a:custGeom>
              <a:avLst/>
              <a:gdLst>
                <a:gd name="T0" fmla="*/ 116 w 64"/>
                <a:gd name="T1" fmla="*/ 8 h 37"/>
                <a:gd name="T2" fmla="*/ 8 w 64"/>
                <a:gd name="T3" fmla="*/ 131 h 37"/>
                <a:gd name="T4" fmla="*/ 217 w 64"/>
                <a:gd name="T5" fmla="*/ 312 h 37"/>
                <a:gd name="T6" fmla="*/ 451 w 64"/>
                <a:gd name="T7" fmla="*/ 199 h 37"/>
                <a:gd name="T8" fmla="*/ 409 w 64"/>
                <a:gd name="T9" fmla="*/ 76 h 37"/>
                <a:gd name="T10" fmla="*/ 264 w 64"/>
                <a:gd name="T11" fmla="*/ 43 h 37"/>
                <a:gd name="T12" fmla="*/ 116 w 64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7">
                  <a:moveTo>
                    <a:pt x="16" y="1"/>
                  </a:moveTo>
                  <a:cubicBezTo>
                    <a:pt x="7" y="2"/>
                    <a:pt x="2" y="7"/>
                    <a:pt x="1" y="15"/>
                  </a:cubicBezTo>
                  <a:cubicBezTo>
                    <a:pt x="0" y="27"/>
                    <a:pt x="12" y="34"/>
                    <a:pt x="30" y="36"/>
                  </a:cubicBezTo>
                  <a:cubicBezTo>
                    <a:pt x="48" y="37"/>
                    <a:pt x="57" y="35"/>
                    <a:pt x="62" y="23"/>
                  </a:cubicBezTo>
                  <a:cubicBezTo>
                    <a:pt x="64" y="18"/>
                    <a:pt x="62" y="13"/>
                    <a:pt x="56" y="9"/>
                  </a:cubicBezTo>
                  <a:cubicBezTo>
                    <a:pt x="50" y="5"/>
                    <a:pt x="45" y="6"/>
                    <a:pt x="36" y="5"/>
                  </a:cubicBezTo>
                  <a:cubicBezTo>
                    <a:pt x="31" y="4"/>
                    <a:pt x="23" y="0"/>
                    <a:pt x="16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0" name="Freeform 766">
              <a:extLst>
                <a:ext uri="{FF2B5EF4-FFF2-40B4-BE49-F238E27FC236}">
                  <a16:creationId xmlns:a16="http://schemas.microsoft.com/office/drawing/2014/main" id="{CCF3F810-1E74-4976-A5BA-3C492966D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240"/>
              <a:ext cx="73" cy="31"/>
            </a:xfrm>
            <a:custGeom>
              <a:avLst/>
              <a:gdLst>
                <a:gd name="T0" fmla="*/ 256 w 38"/>
                <a:gd name="T1" fmla="*/ 60 h 15"/>
                <a:gd name="T2" fmla="*/ 261 w 38"/>
                <a:gd name="T3" fmla="*/ 81 h 15"/>
                <a:gd name="T4" fmla="*/ 108 w 38"/>
                <a:gd name="T5" fmla="*/ 116 h 15"/>
                <a:gd name="T6" fmla="*/ 8 w 38"/>
                <a:gd name="T7" fmla="*/ 43 h 15"/>
                <a:gd name="T8" fmla="*/ 37 w 38"/>
                <a:gd name="T9" fmla="*/ 0 h 15"/>
                <a:gd name="T10" fmla="*/ 37 w 38"/>
                <a:gd name="T11" fmla="*/ 0 h 15"/>
                <a:gd name="T12" fmla="*/ 0 w 38"/>
                <a:gd name="T13" fmla="*/ 43 h 15"/>
                <a:gd name="T14" fmla="*/ 108 w 38"/>
                <a:gd name="T15" fmla="*/ 116 h 15"/>
                <a:gd name="T16" fmla="*/ 261 w 38"/>
                <a:gd name="T17" fmla="*/ 89 h 15"/>
                <a:gd name="T18" fmla="*/ 256 w 38"/>
                <a:gd name="T19" fmla="*/ 6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6" y="7"/>
                  </a:moveTo>
                  <a:cubicBezTo>
                    <a:pt x="37" y="8"/>
                    <a:pt x="37" y="8"/>
                    <a:pt x="37" y="9"/>
                  </a:cubicBezTo>
                  <a:cubicBezTo>
                    <a:pt x="36" y="12"/>
                    <a:pt x="29" y="14"/>
                    <a:pt x="15" y="13"/>
                  </a:cubicBezTo>
                  <a:cubicBezTo>
                    <a:pt x="5" y="12"/>
                    <a:pt x="1" y="8"/>
                    <a:pt x="1" y="5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1"/>
                    <a:pt x="0" y="3"/>
                    <a:pt x="0" y="5"/>
                  </a:cubicBezTo>
                  <a:cubicBezTo>
                    <a:pt x="0" y="8"/>
                    <a:pt x="5" y="12"/>
                    <a:pt x="15" y="13"/>
                  </a:cubicBezTo>
                  <a:cubicBezTo>
                    <a:pt x="29" y="15"/>
                    <a:pt x="36" y="12"/>
                    <a:pt x="37" y="10"/>
                  </a:cubicBezTo>
                  <a:cubicBezTo>
                    <a:pt x="38" y="9"/>
                    <a:pt x="37" y="8"/>
                    <a:pt x="36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1" name="Freeform 767">
              <a:extLst>
                <a:ext uri="{FF2B5EF4-FFF2-40B4-BE49-F238E27FC236}">
                  <a16:creationId xmlns:a16="http://schemas.microsoft.com/office/drawing/2014/main" id="{FB9D880E-D2FE-4EBC-9B7B-CF7015125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130"/>
              <a:ext cx="108" cy="108"/>
            </a:xfrm>
            <a:custGeom>
              <a:avLst/>
              <a:gdLst>
                <a:gd name="T0" fmla="*/ 301 w 56"/>
                <a:gd name="T1" fmla="*/ 376 h 52"/>
                <a:gd name="T2" fmla="*/ 393 w 56"/>
                <a:gd name="T3" fmla="*/ 249 h 52"/>
                <a:gd name="T4" fmla="*/ 365 w 56"/>
                <a:gd name="T5" fmla="*/ 100 h 52"/>
                <a:gd name="T6" fmla="*/ 79 w 56"/>
                <a:gd name="T7" fmla="*/ 133 h 52"/>
                <a:gd name="T8" fmla="*/ 108 w 56"/>
                <a:gd name="T9" fmla="*/ 440 h 52"/>
                <a:gd name="T10" fmla="*/ 301 w 56"/>
                <a:gd name="T11" fmla="*/ 37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2">
                  <a:moveTo>
                    <a:pt x="42" y="42"/>
                  </a:moveTo>
                  <a:cubicBezTo>
                    <a:pt x="48" y="38"/>
                    <a:pt x="53" y="35"/>
                    <a:pt x="55" y="28"/>
                  </a:cubicBezTo>
                  <a:cubicBezTo>
                    <a:pt x="56" y="22"/>
                    <a:pt x="55" y="16"/>
                    <a:pt x="51" y="11"/>
                  </a:cubicBezTo>
                  <a:cubicBezTo>
                    <a:pt x="42" y="0"/>
                    <a:pt x="22" y="2"/>
                    <a:pt x="11" y="15"/>
                  </a:cubicBezTo>
                  <a:cubicBezTo>
                    <a:pt x="0" y="29"/>
                    <a:pt x="5" y="45"/>
                    <a:pt x="15" y="49"/>
                  </a:cubicBezTo>
                  <a:cubicBezTo>
                    <a:pt x="25" y="52"/>
                    <a:pt x="29" y="50"/>
                    <a:pt x="42" y="4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2" name="Freeform 768">
              <a:extLst>
                <a:ext uri="{FF2B5EF4-FFF2-40B4-BE49-F238E27FC236}">
                  <a16:creationId xmlns:a16="http://schemas.microsoft.com/office/drawing/2014/main" id="{D7523A7B-2834-4123-A875-4D99F7BB1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141"/>
              <a:ext cx="64" cy="90"/>
            </a:xfrm>
            <a:custGeom>
              <a:avLst/>
              <a:gdLst>
                <a:gd name="T0" fmla="*/ 101 w 33"/>
                <a:gd name="T1" fmla="*/ 368 h 44"/>
                <a:gd name="T2" fmla="*/ 169 w 33"/>
                <a:gd name="T3" fmla="*/ 376 h 44"/>
                <a:gd name="T4" fmla="*/ 116 w 33"/>
                <a:gd name="T5" fmla="*/ 368 h 44"/>
                <a:gd name="T6" fmla="*/ 87 w 33"/>
                <a:gd name="T7" fmla="*/ 96 h 44"/>
                <a:gd name="T8" fmla="*/ 240 w 33"/>
                <a:gd name="T9" fmla="*/ 0 h 44"/>
                <a:gd name="T10" fmla="*/ 72 w 33"/>
                <a:gd name="T11" fmla="*/ 96 h 44"/>
                <a:gd name="T12" fmla="*/ 101 w 33"/>
                <a:gd name="T13" fmla="*/ 36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4">
                  <a:moveTo>
                    <a:pt x="14" y="43"/>
                  </a:moveTo>
                  <a:cubicBezTo>
                    <a:pt x="18" y="44"/>
                    <a:pt x="20" y="44"/>
                    <a:pt x="23" y="44"/>
                  </a:cubicBezTo>
                  <a:cubicBezTo>
                    <a:pt x="21" y="44"/>
                    <a:pt x="19" y="44"/>
                    <a:pt x="16" y="43"/>
                  </a:cubicBezTo>
                  <a:cubicBezTo>
                    <a:pt x="7" y="39"/>
                    <a:pt x="2" y="23"/>
                    <a:pt x="12" y="11"/>
                  </a:cubicBezTo>
                  <a:cubicBezTo>
                    <a:pt x="17" y="4"/>
                    <a:pt x="25" y="0"/>
                    <a:pt x="33" y="0"/>
                  </a:cubicBezTo>
                  <a:cubicBezTo>
                    <a:pt x="25" y="0"/>
                    <a:pt x="16" y="4"/>
                    <a:pt x="10" y="11"/>
                  </a:cubicBezTo>
                  <a:cubicBezTo>
                    <a:pt x="0" y="24"/>
                    <a:pt x="5" y="39"/>
                    <a:pt x="14" y="4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3" name="Freeform 769">
              <a:extLst>
                <a:ext uri="{FF2B5EF4-FFF2-40B4-BE49-F238E27FC236}">
                  <a16:creationId xmlns:a16="http://schemas.microsoft.com/office/drawing/2014/main" id="{682048A8-EED3-45FB-B0E9-B360EE798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139"/>
              <a:ext cx="60" cy="92"/>
            </a:xfrm>
            <a:custGeom>
              <a:avLst/>
              <a:gdLst>
                <a:gd name="T0" fmla="*/ 172 w 31"/>
                <a:gd name="T1" fmla="*/ 67 h 45"/>
                <a:gd name="T2" fmla="*/ 203 w 31"/>
                <a:gd name="T3" fmla="*/ 204 h 45"/>
                <a:gd name="T4" fmla="*/ 116 w 31"/>
                <a:gd name="T5" fmla="*/ 325 h 45"/>
                <a:gd name="T6" fmla="*/ 0 w 31"/>
                <a:gd name="T7" fmla="*/ 384 h 45"/>
                <a:gd name="T8" fmla="*/ 132 w 31"/>
                <a:gd name="T9" fmla="*/ 317 h 45"/>
                <a:gd name="T10" fmla="*/ 217 w 31"/>
                <a:gd name="T11" fmla="*/ 204 h 45"/>
                <a:gd name="T12" fmla="*/ 188 w 31"/>
                <a:gd name="T13" fmla="*/ 67 h 45"/>
                <a:gd name="T14" fmla="*/ 52 w 31"/>
                <a:gd name="T15" fmla="*/ 8 h 45"/>
                <a:gd name="T16" fmla="*/ 172 w 31"/>
                <a:gd name="T17" fmla="*/ 6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5">
                  <a:moveTo>
                    <a:pt x="24" y="8"/>
                  </a:moveTo>
                  <a:cubicBezTo>
                    <a:pt x="28" y="12"/>
                    <a:pt x="29" y="18"/>
                    <a:pt x="28" y="24"/>
                  </a:cubicBezTo>
                  <a:cubicBezTo>
                    <a:pt x="27" y="30"/>
                    <a:pt x="22" y="34"/>
                    <a:pt x="16" y="38"/>
                  </a:cubicBezTo>
                  <a:cubicBezTo>
                    <a:pt x="9" y="42"/>
                    <a:pt x="4" y="44"/>
                    <a:pt x="0" y="45"/>
                  </a:cubicBezTo>
                  <a:cubicBezTo>
                    <a:pt x="5" y="45"/>
                    <a:pt x="10" y="42"/>
                    <a:pt x="18" y="37"/>
                  </a:cubicBezTo>
                  <a:cubicBezTo>
                    <a:pt x="24" y="34"/>
                    <a:pt x="29" y="30"/>
                    <a:pt x="30" y="24"/>
                  </a:cubicBezTo>
                  <a:cubicBezTo>
                    <a:pt x="31" y="18"/>
                    <a:pt x="30" y="12"/>
                    <a:pt x="26" y="8"/>
                  </a:cubicBezTo>
                  <a:cubicBezTo>
                    <a:pt x="22" y="2"/>
                    <a:pt x="15" y="0"/>
                    <a:pt x="7" y="1"/>
                  </a:cubicBezTo>
                  <a:cubicBezTo>
                    <a:pt x="14" y="1"/>
                    <a:pt x="20" y="3"/>
                    <a:pt x="24" y="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4" name="Freeform 770">
              <a:extLst>
                <a:ext uri="{FF2B5EF4-FFF2-40B4-BE49-F238E27FC236}">
                  <a16:creationId xmlns:a16="http://schemas.microsoft.com/office/drawing/2014/main" id="{B0160DA3-3CBA-46A0-BA6D-B502F9D74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153"/>
              <a:ext cx="62" cy="60"/>
            </a:xfrm>
            <a:custGeom>
              <a:avLst/>
              <a:gdLst>
                <a:gd name="T0" fmla="*/ 93 w 32"/>
                <a:gd name="T1" fmla="*/ 257 h 29"/>
                <a:gd name="T2" fmla="*/ 93 w 32"/>
                <a:gd name="T3" fmla="*/ 60 h 29"/>
                <a:gd name="T4" fmla="*/ 233 w 32"/>
                <a:gd name="T5" fmla="*/ 124 h 29"/>
                <a:gd name="T6" fmla="*/ 93 w 32"/>
                <a:gd name="T7" fmla="*/ 25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13" y="29"/>
                  </a:moveTo>
                  <a:cubicBezTo>
                    <a:pt x="0" y="29"/>
                    <a:pt x="0" y="14"/>
                    <a:pt x="13" y="7"/>
                  </a:cubicBezTo>
                  <a:cubicBezTo>
                    <a:pt x="26" y="0"/>
                    <a:pt x="32" y="8"/>
                    <a:pt x="32" y="14"/>
                  </a:cubicBezTo>
                  <a:cubicBezTo>
                    <a:pt x="32" y="20"/>
                    <a:pt x="20" y="28"/>
                    <a:pt x="13" y="2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5" name="Freeform 771">
              <a:extLst>
                <a:ext uri="{FF2B5EF4-FFF2-40B4-BE49-F238E27FC236}">
                  <a16:creationId xmlns:a16="http://schemas.microsoft.com/office/drawing/2014/main" id="{AB685D75-C7AC-4A62-A38E-77844C03C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157"/>
              <a:ext cx="56" cy="52"/>
            </a:xfrm>
            <a:custGeom>
              <a:avLst/>
              <a:gdLst>
                <a:gd name="T0" fmla="*/ 44 w 29"/>
                <a:gd name="T1" fmla="*/ 225 h 25"/>
                <a:gd name="T2" fmla="*/ 100 w 29"/>
                <a:gd name="T3" fmla="*/ 64 h 25"/>
                <a:gd name="T4" fmla="*/ 209 w 29"/>
                <a:gd name="T5" fmla="*/ 52 h 25"/>
                <a:gd name="T6" fmla="*/ 85 w 29"/>
                <a:gd name="T7" fmla="*/ 44 h 25"/>
                <a:gd name="T8" fmla="*/ 44 w 29"/>
                <a:gd name="T9" fmla="*/ 2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6" y="25"/>
                  </a:moveTo>
                  <a:cubicBezTo>
                    <a:pt x="2" y="20"/>
                    <a:pt x="4" y="12"/>
                    <a:pt x="14" y="7"/>
                  </a:cubicBezTo>
                  <a:cubicBezTo>
                    <a:pt x="21" y="3"/>
                    <a:pt x="26" y="3"/>
                    <a:pt x="29" y="6"/>
                  </a:cubicBezTo>
                  <a:cubicBezTo>
                    <a:pt x="26" y="2"/>
                    <a:pt x="20" y="0"/>
                    <a:pt x="12" y="5"/>
                  </a:cubicBezTo>
                  <a:cubicBezTo>
                    <a:pt x="2" y="11"/>
                    <a:pt x="0" y="21"/>
                    <a:pt x="6" y="2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6" name="Freeform 772">
              <a:extLst>
                <a:ext uri="{FF2B5EF4-FFF2-40B4-BE49-F238E27FC236}">
                  <a16:creationId xmlns:a16="http://schemas.microsoft.com/office/drawing/2014/main" id="{9CEFF196-D11D-43AA-9567-1EFCB83D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188"/>
              <a:ext cx="27" cy="23"/>
            </a:xfrm>
            <a:custGeom>
              <a:avLst/>
              <a:gdLst>
                <a:gd name="T0" fmla="*/ 0 w 14"/>
                <a:gd name="T1" fmla="*/ 100 h 11"/>
                <a:gd name="T2" fmla="*/ 100 w 14"/>
                <a:gd name="T3" fmla="*/ 0 h 11"/>
                <a:gd name="T4" fmla="*/ 0 w 14"/>
                <a:gd name="T5" fmla="*/ 1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6" y="10"/>
                    <a:pt x="12" y="4"/>
                    <a:pt x="14" y="0"/>
                  </a:cubicBezTo>
                  <a:cubicBezTo>
                    <a:pt x="11" y="3"/>
                    <a:pt x="5" y="9"/>
                    <a:pt x="0" y="1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7" name="Freeform 773">
              <a:extLst>
                <a:ext uri="{FF2B5EF4-FFF2-40B4-BE49-F238E27FC236}">
                  <a16:creationId xmlns:a16="http://schemas.microsoft.com/office/drawing/2014/main" id="{A8B0562D-5FBC-43CE-9D91-358E8585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161"/>
              <a:ext cx="39" cy="35"/>
            </a:xfrm>
            <a:custGeom>
              <a:avLst/>
              <a:gdLst>
                <a:gd name="T0" fmla="*/ 148 w 20"/>
                <a:gd name="T1" fmla="*/ 0 h 17"/>
                <a:gd name="T2" fmla="*/ 8 w 20"/>
                <a:gd name="T3" fmla="*/ 148 h 17"/>
                <a:gd name="T4" fmla="*/ 148 w 2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20" y="0"/>
                  </a:moveTo>
                  <a:cubicBezTo>
                    <a:pt x="15" y="0"/>
                    <a:pt x="1" y="5"/>
                    <a:pt x="1" y="17"/>
                  </a:cubicBezTo>
                  <a:cubicBezTo>
                    <a:pt x="0" y="12"/>
                    <a:pt x="5" y="0"/>
                    <a:pt x="2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8" name="Freeform 774">
              <a:extLst>
                <a:ext uri="{FF2B5EF4-FFF2-40B4-BE49-F238E27FC236}">
                  <a16:creationId xmlns:a16="http://schemas.microsoft.com/office/drawing/2014/main" id="{F7506CA3-D248-40E1-BC11-380D1828E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130"/>
              <a:ext cx="108" cy="108"/>
            </a:xfrm>
            <a:custGeom>
              <a:avLst/>
              <a:gdLst>
                <a:gd name="T0" fmla="*/ 301 w 56"/>
                <a:gd name="T1" fmla="*/ 376 h 52"/>
                <a:gd name="T2" fmla="*/ 393 w 56"/>
                <a:gd name="T3" fmla="*/ 249 h 52"/>
                <a:gd name="T4" fmla="*/ 365 w 56"/>
                <a:gd name="T5" fmla="*/ 100 h 52"/>
                <a:gd name="T6" fmla="*/ 79 w 56"/>
                <a:gd name="T7" fmla="*/ 133 h 52"/>
                <a:gd name="T8" fmla="*/ 108 w 56"/>
                <a:gd name="T9" fmla="*/ 440 h 52"/>
                <a:gd name="T10" fmla="*/ 301 w 56"/>
                <a:gd name="T11" fmla="*/ 37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2">
                  <a:moveTo>
                    <a:pt x="42" y="42"/>
                  </a:moveTo>
                  <a:cubicBezTo>
                    <a:pt x="48" y="38"/>
                    <a:pt x="53" y="35"/>
                    <a:pt x="55" y="28"/>
                  </a:cubicBezTo>
                  <a:cubicBezTo>
                    <a:pt x="56" y="22"/>
                    <a:pt x="55" y="16"/>
                    <a:pt x="51" y="11"/>
                  </a:cubicBezTo>
                  <a:cubicBezTo>
                    <a:pt x="42" y="0"/>
                    <a:pt x="22" y="2"/>
                    <a:pt x="11" y="15"/>
                  </a:cubicBezTo>
                  <a:cubicBezTo>
                    <a:pt x="0" y="29"/>
                    <a:pt x="5" y="45"/>
                    <a:pt x="15" y="49"/>
                  </a:cubicBezTo>
                  <a:cubicBezTo>
                    <a:pt x="25" y="52"/>
                    <a:pt x="29" y="50"/>
                    <a:pt x="42" y="4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9" name="Freeform 775">
              <a:extLst>
                <a:ext uri="{FF2B5EF4-FFF2-40B4-BE49-F238E27FC236}">
                  <a16:creationId xmlns:a16="http://schemas.microsoft.com/office/drawing/2014/main" id="{40492B55-2118-4DD1-B0E4-E58AAB4AB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159"/>
              <a:ext cx="58" cy="54"/>
            </a:xfrm>
            <a:custGeom>
              <a:avLst/>
              <a:gdLst>
                <a:gd name="T0" fmla="*/ 79 w 30"/>
                <a:gd name="T1" fmla="*/ 233 h 26"/>
                <a:gd name="T2" fmla="*/ 15 w 30"/>
                <a:gd name="T3" fmla="*/ 181 h 26"/>
                <a:gd name="T4" fmla="*/ 79 w 30"/>
                <a:gd name="T5" fmla="*/ 35 h 26"/>
                <a:gd name="T6" fmla="*/ 180 w 30"/>
                <a:gd name="T7" fmla="*/ 25 h 26"/>
                <a:gd name="T8" fmla="*/ 217 w 30"/>
                <a:gd name="T9" fmla="*/ 100 h 26"/>
                <a:gd name="T10" fmla="*/ 217 w 30"/>
                <a:gd name="T11" fmla="*/ 100 h 26"/>
                <a:gd name="T12" fmla="*/ 188 w 30"/>
                <a:gd name="T13" fmla="*/ 25 h 26"/>
                <a:gd name="T14" fmla="*/ 79 w 30"/>
                <a:gd name="T15" fmla="*/ 35 h 26"/>
                <a:gd name="T16" fmla="*/ 8 w 30"/>
                <a:gd name="T17" fmla="*/ 181 h 26"/>
                <a:gd name="T18" fmla="*/ 79 w 30"/>
                <a:gd name="T19" fmla="*/ 23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26">
                  <a:moveTo>
                    <a:pt x="11" y="26"/>
                  </a:moveTo>
                  <a:cubicBezTo>
                    <a:pt x="6" y="26"/>
                    <a:pt x="3" y="23"/>
                    <a:pt x="2" y="20"/>
                  </a:cubicBezTo>
                  <a:cubicBezTo>
                    <a:pt x="1" y="15"/>
                    <a:pt x="3" y="9"/>
                    <a:pt x="11" y="4"/>
                  </a:cubicBezTo>
                  <a:cubicBezTo>
                    <a:pt x="18" y="0"/>
                    <a:pt x="23" y="1"/>
                    <a:pt x="25" y="3"/>
                  </a:cubicBezTo>
                  <a:cubicBezTo>
                    <a:pt x="29" y="5"/>
                    <a:pt x="30" y="8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8"/>
                    <a:pt x="29" y="5"/>
                    <a:pt x="26" y="3"/>
                  </a:cubicBezTo>
                  <a:cubicBezTo>
                    <a:pt x="23" y="1"/>
                    <a:pt x="18" y="0"/>
                    <a:pt x="11" y="4"/>
                  </a:cubicBezTo>
                  <a:cubicBezTo>
                    <a:pt x="3" y="8"/>
                    <a:pt x="0" y="15"/>
                    <a:pt x="1" y="20"/>
                  </a:cubicBezTo>
                  <a:cubicBezTo>
                    <a:pt x="2" y="24"/>
                    <a:pt x="6" y="26"/>
                    <a:pt x="11" y="2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0" name="Freeform 776">
              <a:extLst>
                <a:ext uri="{FF2B5EF4-FFF2-40B4-BE49-F238E27FC236}">
                  <a16:creationId xmlns:a16="http://schemas.microsoft.com/office/drawing/2014/main" id="{DAC544FD-45BC-4287-B6FE-9EDB35A03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147"/>
              <a:ext cx="135" cy="115"/>
            </a:xfrm>
            <a:custGeom>
              <a:avLst/>
              <a:gdLst>
                <a:gd name="T0" fmla="*/ 245 w 70"/>
                <a:gd name="T1" fmla="*/ 16 h 56"/>
                <a:gd name="T2" fmla="*/ 79 w 70"/>
                <a:gd name="T3" fmla="*/ 51 h 56"/>
                <a:gd name="T4" fmla="*/ 8 w 70"/>
                <a:gd name="T5" fmla="*/ 216 h 56"/>
                <a:gd name="T6" fmla="*/ 293 w 70"/>
                <a:gd name="T7" fmla="*/ 452 h 56"/>
                <a:gd name="T8" fmla="*/ 457 w 70"/>
                <a:gd name="T9" fmla="*/ 156 h 56"/>
                <a:gd name="T10" fmla="*/ 245 w 70"/>
                <a:gd name="T11" fmla="*/ 1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4" y="2"/>
                  </a:moveTo>
                  <a:cubicBezTo>
                    <a:pt x="25" y="1"/>
                    <a:pt x="17" y="0"/>
                    <a:pt x="11" y="6"/>
                  </a:cubicBezTo>
                  <a:cubicBezTo>
                    <a:pt x="5" y="10"/>
                    <a:pt x="1" y="17"/>
                    <a:pt x="1" y="25"/>
                  </a:cubicBezTo>
                  <a:cubicBezTo>
                    <a:pt x="0" y="42"/>
                    <a:pt x="21" y="56"/>
                    <a:pt x="41" y="52"/>
                  </a:cubicBezTo>
                  <a:cubicBezTo>
                    <a:pt x="62" y="48"/>
                    <a:pt x="70" y="29"/>
                    <a:pt x="64" y="18"/>
                  </a:cubicBezTo>
                  <a:cubicBezTo>
                    <a:pt x="58" y="7"/>
                    <a:pt x="52" y="5"/>
                    <a:pt x="34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1" name="Freeform 777">
              <a:extLst>
                <a:ext uri="{FF2B5EF4-FFF2-40B4-BE49-F238E27FC236}">
                  <a16:creationId xmlns:a16="http://schemas.microsoft.com/office/drawing/2014/main" id="{11E616CB-6C36-4955-B38E-1A85C013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167"/>
              <a:ext cx="110" cy="89"/>
            </a:xfrm>
            <a:custGeom>
              <a:avLst/>
              <a:gdLst>
                <a:gd name="T0" fmla="*/ 365 w 57"/>
                <a:gd name="T1" fmla="*/ 72 h 43"/>
                <a:gd name="T2" fmla="*/ 316 w 57"/>
                <a:gd name="T3" fmla="*/ 0 h 43"/>
                <a:gd name="T4" fmla="*/ 353 w 57"/>
                <a:gd name="T5" fmla="*/ 60 h 43"/>
                <a:gd name="T6" fmla="*/ 201 w 57"/>
                <a:gd name="T7" fmla="*/ 356 h 43"/>
                <a:gd name="T8" fmla="*/ 0 w 57"/>
                <a:gd name="T9" fmla="*/ 300 h 43"/>
                <a:gd name="T10" fmla="*/ 216 w 57"/>
                <a:gd name="T11" fmla="*/ 364 h 43"/>
                <a:gd name="T12" fmla="*/ 365 w 57"/>
                <a:gd name="T13" fmla="*/ 7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3">
                  <a:moveTo>
                    <a:pt x="51" y="8"/>
                  </a:moveTo>
                  <a:cubicBezTo>
                    <a:pt x="49" y="5"/>
                    <a:pt x="47" y="2"/>
                    <a:pt x="44" y="0"/>
                  </a:cubicBezTo>
                  <a:cubicBezTo>
                    <a:pt x="46" y="2"/>
                    <a:pt x="48" y="4"/>
                    <a:pt x="49" y="7"/>
                  </a:cubicBezTo>
                  <a:cubicBezTo>
                    <a:pt x="55" y="18"/>
                    <a:pt x="47" y="36"/>
                    <a:pt x="28" y="40"/>
                  </a:cubicBezTo>
                  <a:cubicBezTo>
                    <a:pt x="17" y="42"/>
                    <a:pt x="7" y="39"/>
                    <a:pt x="0" y="34"/>
                  </a:cubicBezTo>
                  <a:cubicBezTo>
                    <a:pt x="7" y="40"/>
                    <a:pt x="18" y="43"/>
                    <a:pt x="30" y="41"/>
                  </a:cubicBezTo>
                  <a:cubicBezTo>
                    <a:pt x="49" y="38"/>
                    <a:pt x="57" y="19"/>
                    <a:pt x="51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2" name="Freeform 778">
              <a:extLst>
                <a:ext uri="{FF2B5EF4-FFF2-40B4-BE49-F238E27FC236}">
                  <a16:creationId xmlns:a16="http://schemas.microsoft.com/office/drawing/2014/main" id="{5328ED4A-6F0D-47B6-AE30-3AD7793E5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151"/>
              <a:ext cx="104" cy="89"/>
            </a:xfrm>
            <a:custGeom>
              <a:avLst/>
              <a:gdLst>
                <a:gd name="T0" fmla="*/ 15 w 54"/>
                <a:gd name="T1" fmla="*/ 213 h 43"/>
                <a:gd name="T2" fmla="*/ 77 w 54"/>
                <a:gd name="T3" fmla="*/ 52 h 43"/>
                <a:gd name="T4" fmla="*/ 237 w 54"/>
                <a:gd name="T5" fmla="*/ 17 h 43"/>
                <a:gd name="T6" fmla="*/ 385 w 54"/>
                <a:gd name="T7" fmla="*/ 72 h 43"/>
                <a:gd name="T8" fmla="*/ 223 w 54"/>
                <a:gd name="T9" fmla="*/ 8 h 43"/>
                <a:gd name="T10" fmla="*/ 64 w 54"/>
                <a:gd name="T11" fmla="*/ 43 h 43"/>
                <a:gd name="T12" fmla="*/ 0 w 54"/>
                <a:gd name="T13" fmla="*/ 197 h 43"/>
                <a:gd name="T14" fmla="*/ 85 w 54"/>
                <a:gd name="T15" fmla="*/ 381 h 43"/>
                <a:gd name="T16" fmla="*/ 15 w 54"/>
                <a:gd name="T17" fmla="*/ 2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3">
                  <a:moveTo>
                    <a:pt x="2" y="24"/>
                  </a:moveTo>
                  <a:cubicBezTo>
                    <a:pt x="2" y="16"/>
                    <a:pt x="6" y="10"/>
                    <a:pt x="11" y="6"/>
                  </a:cubicBezTo>
                  <a:cubicBezTo>
                    <a:pt x="17" y="1"/>
                    <a:pt x="25" y="1"/>
                    <a:pt x="33" y="2"/>
                  </a:cubicBezTo>
                  <a:cubicBezTo>
                    <a:pt x="43" y="4"/>
                    <a:pt x="49" y="6"/>
                    <a:pt x="54" y="8"/>
                  </a:cubicBezTo>
                  <a:cubicBezTo>
                    <a:pt x="49" y="5"/>
                    <a:pt x="43" y="3"/>
                    <a:pt x="31" y="1"/>
                  </a:cubicBezTo>
                  <a:cubicBezTo>
                    <a:pt x="23" y="0"/>
                    <a:pt x="16" y="0"/>
                    <a:pt x="9" y="5"/>
                  </a:cubicBezTo>
                  <a:cubicBezTo>
                    <a:pt x="4" y="9"/>
                    <a:pt x="0" y="15"/>
                    <a:pt x="0" y="22"/>
                  </a:cubicBezTo>
                  <a:cubicBezTo>
                    <a:pt x="0" y="31"/>
                    <a:pt x="5" y="38"/>
                    <a:pt x="12" y="43"/>
                  </a:cubicBezTo>
                  <a:cubicBezTo>
                    <a:pt x="6" y="38"/>
                    <a:pt x="2" y="31"/>
                    <a:pt x="2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3" name="Freeform 779">
              <a:extLst>
                <a:ext uri="{FF2B5EF4-FFF2-40B4-BE49-F238E27FC236}">
                  <a16:creationId xmlns:a16="http://schemas.microsoft.com/office/drawing/2014/main" id="{C80F852D-805D-4C3F-8F18-E58D53FB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167"/>
              <a:ext cx="91" cy="64"/>
            </a:xfrm>
            <a:custGeom>
              <a:avLst/>
              <a:gdLst>
                <a:gd name="T0" fmla="*/ 256 w 47"/>
                <a:gd name="T1" fmla="*/ 60 h 31"/>
                <a:gd name="T2" fmla="*/ 132 w 47"/>
                <a:gd name="T3" fmla="*/ 239 h 31"/>
                <a:gd name="T4" fmla="*/ 37 w 47"/>
                <a:gd name="T5" fmla="*/ 52 h 31"/>
                <a:gd name="T6" fmla="*/ 256 w 47"/>
                <a:gd name="T7" fmla="*/ 6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35" y="7"/>
                  </a:moveTo>
                  <a:cubicBezTo>
                    <a:pt x="47" y="17"/>
                    <a:pt x="35" y="31"/>
                    <a:pt x="18" y="27"/>
                  </a:cubicBezTo>
                  <a:cubicBezTo>
                    <a:pt x="0" y="24"/>
                    <a:pt x="1" y="11"/>
                    <a:pt x="5" y="6"/>
                  </a:cubicBezTo>
                  <a:cubicBezTo>
                    <a:pt x="11" y="0"/>
                    <a:pt x="28" y="2"/>
                    <a:pt x="35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4" name="Freeform 780">
              <a:extLst>
                <a:ext uri="{FF2B5EF4-FFF2-40B4-BE49-F238E27FC236}">
                  <a16:creationId xmlns:a16="http://schemas.microsoft.com/office/drawing/2014/main" id="{C44E32DE-C16B-4146-88CF-6FB1AD2D4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196"/>
              <a:ext cx="77" cy="35"/>
            </a:xfrm>
            <a:custGeom>
              <a:avLst/>
              <a:gdLst>
                <a:gd name="T0" fmla="*/ 264 w 40"/>
                <a:gd name="T1" fmla="*/ 0 h 17"/>
                <a:gd name="T2" fmla="*/ 108 w 40"/>
                <a:gd name="T3" fmla="*/ 97 h 17"/>
                <a:gd name="T4" fmla="*/ 0 w 40"/>
                <a:gd name="T5" fmla="*/ 0 h 17"/>
                <a:gd name="T6" fmla="*/ 116 w 40"/>
                <a:gd name="T7" fmla="*/ 115 h 17"/>
                <a:gd name="T8" fmla="*/ 264 w 4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7">
                  <a:moveTo>
                    <a:pt x="37" y="0"/>
                  </a:moveTo>
                  <a:cubicBezTo>
                    <a:pt x="37" y="7"/>
                    <a:pt x="28" y="13"/>
                    <a:pt x="15" y="11"/>
                  </a:cubicBezTo>
                  <a:cubicBezTo>
                    <a:pt x="6" y="9"/>
                    <a:pt x="2" y="4"/>
                    <a:pt x="0" y="0"/>
                  </a:cubicBezTo>
                  <a:cubicBezTo>
                    <a:pt x="0" y="5"/>
                    <a:pt x="4" y="11"/>
                    <a:pt x="16" y="13"/>
                  </a:cubicBezTo>
                  <a:cubicBezTo>
                    <a:pt x="30" y="17"/>
                    <a:pt x="40" y="8"/>
                    <a:pt x="3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5" name="Freeform 781">
              <a:extLst>
                <a:ext uri="{FF2B5EF4-FFF2-40B4-BE49-F238E27FC236}">
                  <a16:creationId xmlns:a16="http://schemas.microsoft.com/office/drawing/2014/main" id="{BC941172-7EED-43EB-AB9C-76250EA05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170"/>
              <a:ext cx="41" cy="8"/>
            </a:xfrm>
            <a:custGeom>
              <a:avLst/>
              <a:gdLst>
                <a:gd name="T0" fmla="*/ 156 w 21"/>
                <a:gd name="T1" fmla="*/ 32 h 4"/>
                <a:gd name="T2" fmla="*/ 0 w 21"/>
                <a:gd name="T3" fmla="*/ 24 h 4"/>
                <a:gd name="T4" fmla="*/ 156 w 21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21" y="4"/>
                  </a:moveTo>
                  <a:cubicBezTo>
                    <a:pt x="15" y="1"/>
                    <a:pt x="5" y="0"/>
                    <a:pt x="0" y="3"/>
                  </a:cubicBezTo>
                  <a:cubicBezTo>
                    <a:pt x="5" y="2"/>
                    <a:pt x="15" y="2"/>
                    <a:pt x="21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6" name="Freeform 782">
              <a:extLst>
                <a:ext uri="{FF2B5EF4-FFF2-40B4-BE49-F238E27FC236}">
                  <a16:creationId xmlns:a16="http://schemas.microsoft.com/office/drawing/2014/main" id="{746E44CE-806C-47F3-BE7C-D64936396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1213"/>
              <a:ext cx="59" cy="27"/>
            </a:xfrm>
            <a:custGeom>
              <a:avLst/>
              <a:gdLst>
                <a:gd name="T0" fmla="*/ 0 w 31"/>
                <a:gd name="T1" fmla="*/ 17 h 13"/>
                <a:gd name="T2" fmla="*/ 213 w 31"/>
                <a:gd name="T3" fmla="*/ 0 h 13"/>
                <a:gd name="T4" fmla="*/ 0 w 31"/>
                <a:gd name="T5" fmla="*/ 1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3">
                  <a:moveTo>
                    <a:pt x="0" y="2"/>
                  </a:moveTo>
                  <a:cubicBezTo>
                    <a:pt x="4" y="5"/>
                    <a:pt x="22" y="11"/>
                    <a:pt x="31" y="0"/>
                  </a:cubicBezTo>
                  <a:cubicBezTo>
                    <a:pt x="28" y="6"/>
                    <a:pt x="13" y="13"/>
                    <a:pt x="0" y="2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7" name="Freeform 783">
              <a:extLst>
                <a:ext uri="{FF2B5EF4-FFF2-40B4-BE49-F238E27FC236}">
                  <a16:creationId xmlns:a16="http://schemas.microsoft.com/office/drawing/2014/main" id="{51D1D466-898D-4540-B38E-F6846866E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147"/>
              <a:ext cx="135" cy="115"/>
            </a:xfrm>
            <a:custGeom>
              <a:avLst/>
              <a:gdLst>
                <a:gd name="T0" fmla="*/ 245 w 70"/>
                <a:gd name="T1" fmla="*/ 16 h 56"/>
                <a:gd name="T2" fmla="*/ 79 w 70"/>
                <a:gd name="T3" fmla="*/ 51 h 56"/>
                <a:gd name="T4" fmla="*/ 8 w 70"/>
                <a:gd name="T5" fmla="*/ 216 h 56"/>
                <a:gd name="T6" fmla="*/ 293 w 70"/>
                <a:gd name="T7" fmla="*/ 452 h 56"/>
                <a:gd name="T8" fmla="*/ 457 w 70"/>
                <a:gd name="T9" fmla="*/ 156 h 56"/>
                <a:gd name="T10" fmla="*/ 245 w 70"/>
                <a:gd name="T11" fmla="*/ 1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4" y="2"/>
                  </a:moveTo>
                  <a:cubicBezTo>
                    <a:pt x="25" y="1"/>
                    <a:pt x="17" y="0"/>
                    <a:pt x="11" y="6"/>
                  </a:cubicBezTo>
                  <a:cubicBezTo>
                    <a:pt x="5" y="10"/>
                    <a:pt x="1" y="17"/>
                    <a:pt x="1" y="25"/>
                  </a:cubicBezTo>
                  <a:cubicBezTo>
                    <a:pt x="0" y="42"/>
                    <a:pt x="21" y="56"/>
                    <a:pt x="41" y="52"/>
                  </a:cubicBezTo>
                  <a:cubicBezTo>
                    <a:pt x="62" y="48"/>
                    <a:pt x="70" y="29"/>
                    <a:pt x="64" y="18"/>
                  </a:cubicBezTo>
                  <a:cubicBezTo>
                    <a:pt x="58" y="7"/>
                    <a:pt x="52" y="5"/>
                    <a:pt x="34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8" name="Freeform 784">
              <a:extLst>
                <a:ext uri="{FF2B5EF4-FFF2-40B4-BE49-F238E27FC236}">
                  <a16:creationId xmlns:a16="http://schemas.microsoft.com/office/drawing/2014/main" id="{C16353AB-E0FC-4878-AB84-F75581C5E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180"/>
              <a:ext cx="77" cy="49"/>
            </a:xfrm>
            <a:custGeom>
              <a:avLst/>
              <a:gdLst>
                <a:gd name="T0" fmla="*/ 241 w 40"/>
                <a:gd name="T1" fmla="*/ 8 h 24"/>
                <a:gd name="T2" fmla="*/ 271 w 40"/>
                <a:gd name="T3" fmla="*/ 120 h 24"/>
                <a:gd name="T4" fmla="*/ 123 w 40"/>
                <a:gd name="T5" fmla="*/ 180 h 24"/>
                <a:gd name="T6" fmla="*/ 15 w 40"/>
                <a:gd name="T7" fmla="*/ 92 h 24"/>
                <a:gd name="T8" fmla="*/ 29 w 40"/>
                <a:gd name="T9" fmla="*/ 0 h 24"/>
                <a:gd name="T10" fmla="*/ 29 w 40"/>
                <a:gd name="T11" fmla="*/ 0 h 24"/>
                <a:gd name="T12" fmla="*/ 15 w 40"/>
                <a:gd name="T13" fmla="*/ 92 h 24"/>
                <a:gd name="T14" fmla="*/ 116 w 40"/>
                <a:gd name="T15" fmla="*/ 188 h 24"/>
                <a:gd name="T16" fmla="*/ 271 w 40"/>
                <a:gd name="T17" fmla="*/ 129 h 24"/>
                <a:gd name="T18" fmla="*/ 241 w 40"/>
                <a:gd name="T19" fmla="*/ 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4">
                  <a:moveTo>
                    <a:pt x="34" y="1"/>
                  </a:moveTo>
                  <a:cubicBezTo>
                    <a:pt x="39" y="5"/>
                    <a:pt x="40" y="10"/>
                    <a:pt x="38" y="14"/>
                  </a:cubicBezTo>
                  <a:cubicBezTo>
                    <a:pt x="35" y="19"/>
                    <a:pt x="28" y="24"/>
                    <a:pt x="17" y="21"/>
                  </a:cubicBezTo>
                  <a:cubicBezTo>
                    <a:pt x="7" y="19"/>
                    <a:pt x="3" y="14"/>
                    <a:pt x="2" y="11"/>
                  </a:cubicBezTo>
                  <a:cubicBezTo>
                    <a:pt x="1" y="7"/>
                    <a:pt x="2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3"/>
                    <a:pt x="0" y="7"/>
                    <a:pt x="2" y="11"/>
                  </a:cubicBezTo>
                  <a:cubicBezTo>
                    <a:pt x="3" y="15"/>
                    <a:pt x="6" y="20"/>
                    <a:pt x="16" y="22"/>
                  </a:cubicBezTo>
                  <a:cubicBezTo>
                    <a:pt x="28" y="24"/>
                    <a:pt x="36" y="20"/>
                    <a:pt x="38" y="15"/>
                  </a:cubicBezTo>
                  <a:cubicBezTo>
                    <a:pt x="40" y="10"/>
                    <a:pt x="39" y="5"/>
                    <a:pt x="34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9" name="Freeform 785">
              <a:extLst>
                <a:ext uri="{FF2B5EF4-FFF2-40B4-BE49-F238E27FC236}">
                  <a16:creationId xmlns:a16="http://schemas.microsoft.com/office/drawing/2014/main" id="{C23AA4E3-6447-4B1A-89A4-27EE4D30B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163"/>
              <a:ext cx="145" cy="122"/>
            </a:xfrm>
            <a:custGeom>
              <a:avLst/>
              <a:gdLst>
                <a:gd name="T0" fmla="*/ 288 w 75"/>
                <a:gd name="T1" fmla="*/ 35 h 59"/>
                <a:gd name="T2" fmla="*/ 116 w 75"/>
                <a:gd name="T3" fmla="*/ 43 h 59"/>
                <a:gd name="T4" fmla="*/ 23 w 75"/>
                <a:gd name="T5" fmla="*/ 213 h 59"/>
                <a:gd name="T6" fmla="*/ 304 w 75"/>
                <a:gd name="T7" fmla="*/ 505 h 59"/>
                <a:gd name="T8" fmla="*/ 505 w 75"/>
                <a:gd name="T9" fmla="*/ 213 h 59"/>
                <a:gd name="T10" fmla="*/ 288 w 75"/>
                <a:gd name="T11" fmla="*/ 3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9">
                  <a:moveTo>
                    <a:pt x="40" y="4"/>
                  </a:moveTo>
                  <a:cubicBezTo>
                    <a:pt x="31" y="2"/>
                    <a:pt x="23" y="0"/>
                    <a:pt x="16" y="5"/>
                  </a:cubicBezTo>
                  <a:cubicBezTo>
                    <a:pt x="9" y="9"/>
                    <a:pt x="4" y="15"/>
                    <a:pt x="3" y="24"/>
                  </a:cubicBezTo>
                  <a:cubicBezTo>
                    <a:pt x="0" y="42"/>
                    <a:pt x="20" y="59"/>
                    <a:pt x="42" y="57"/>
                  </a:cubicBezTo>
                  <a:cubicBezTo>
                    <a:pt x="64" y="56"/>
                    <a:pt x="75" y="37"/>
                    <a:pt x="70" y="24"/>
                  </a:cubicBezTo>
                  <a:cubicBezTo>
                    <a:pt x="64" y="12"/>
                    <a:pt x="58" y="10"/>
                    <a:pt x="40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0" name="Freeform 786">
              <a:extLst>
                <a:ext uri="{FF2B5EF4-FFF2-40B4-BE49-F238E27FC236}">
                  <a16:creationId xmlns:a16="http://schemas.microsoft.com/office/drawing/2014/main" id="{B4E9F3A2-7E0C-4EFE-B791-B483F423F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194"/>
              <a:ext cx="118" cy="87"/>
            </a:xfrm>
            <a:custGeom>
              <a:avLst/>
              <a:gdLst>
                <a:gd name="T0" fmla="*/ 412 w 61"/>
                <a:gd name="T1" fmla="*/ 91 h 42"/>
                <a:gd name="T2" fmla="*/ 364 w 61"/>
                <a:gd name="T3" fmla="*/ 0 h 42"/>
                <a:gd name="T4" fmla="*/ 397 w 61"/>
                <a:gd name="T5" fmla="*/ 73 h 42"/>
                <a:gd name="T6" fmla="*/ 201 w 61"/>
                <a:gd name="T7" fmla="*/ 356 h 42"/>
                <a:gd name="T8" fmla="*/ 0 w 61"/>
                <a:gd name="T9" fmla="*/ 265 h 42"/>
                <a:gd name="T10" fmla="*/ 217 w 61"/>
                <a:gd name="T11" fmla="*/ 365 h 42"/>
                <a:gd name="T12" fmla="*/ 412 w 61"/>
                <a:gd name="T13" fmla="*/ 9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2">
                  <a:moveTo>
                    <a:pt x="57" y="10"/>
                  </a:moveTo>
                  <a:cubicBezTo>
                    <a:pt x="55" y="6"/>
                    <a:pt x="53" y="3"/>
                    <a:pt x="50" y="0"/>
                  </a:cubicBezTo>
                  <a:cubicBezTo>
                    <a:pt x="52" y="2"/>
                    <a:pt x="53" y="5"/>
                    <a:pt x="55" y="8"/>
                  </a:cubicBezTo>
                  <a:cubicBezTo>
                    <a:pt x="60" y="20"/>
                    <a:pt x="49" y="38"/>
                    <a:pt x="28" y="40"/>
                  </a:cubicBezTo>
                  <a:cubicBezTo>
                    <a:pt x="17" y="40"/>
                    <a:pt x="7" y="36"/>
                    <a:pt x="0" y="30"/>
                  </a:cubicBezTo>
                  <a:cubicBezTo>
                    <a:pt x="7" y="37"/>
                    <a:pt x="18" y="42"/>
                    <a:pt x="30" y="41"/>
                  </a:cubicBezTo>
                  <a:cubicBezTo>
                    <a:pt x="51" y="40"/>
                    <a:pt x="61" y="22"/>
                    <a:pt x="57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1" name="Freeform 787">
              <a:extLst>
                <a:ext uri="{FF2B5EF4-FFF2-40B4-BE49-F238E27FC236}">
                  <a16:creationId xmlns:a16="http://schemas.microsoft.com/office/drawing/2014/main" id="{5C326B2D-A1C7-474B-BA66-9DE057EC2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167"/>
              <a:ext cx="114" cy="93"/>
            </a:xfrm>
            <a:custGeom>
              <a:avLst/>
              <a:gdLst>
                <a:gd name="T0" fmla="*/ 23 w 59"/>
                <a:gd name="T1" fmla="*/ 205 h 45"/>
                <a:gd name="T2" fmla="*/ 108 w 59"/>
                <a:gd name="T3" fmla="*/ 52 h 45"/>
                <a:gd name="T4" fmla="*/ 272 w 59"/>
                <a:gd name="T5" fmla="*/ 43 h 45"/>
                <a:gd name="T6" fmla="*/ 425 w 59"/>
                <a:gd name="T7" fmla="*/ 116 h 45"/>
                <a:gd name="T8" fmla="*/ 261 w 59"/>
                <a:gd name="T9" fmla="*/ 25 h 45"/>
                <a:gd name="T10" fmla="*/ 93 w 59"/>
                <a:gd name="T11" fmla="*/ 35 h 45"/>
                <a:gd name="T12" fmla="*/ 8 w 59"/>
                <a:gd name="T13" fmla="*/ 184 h 45"/>
                <a:gd name="T14" fmla="*/ 79 w 59"/>
                <a:gd name="T15" fmla="*/ 397 h 45"/>
                <a:gd name="T16" fmla="*/ 23 w 59"/>
                <a:gd name="T17" fmla="*/ 205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5">
                  <a:moveTo>
                    <a:pt x="3" y="23"/>
                  </a:moveTo>
                  <a:cubicBezTo>
                    <a:pt x="4" y="15"/>
                    <a:pt x="9" y="10"/>
                    <a:pt x="15" y="6"/>
                  </a:cubicBezTo>
                  <a:cubicBezTo>
                    <a:pt x="22" y="1"/>
                    <a:pt x="30" y="3"/>
                    <a:pt x="38" y="5"/>
                  </a:cubicBezTo>
                  <a:cubicBezTo>
                    <a:pt x="48" y="8"/>
                    <a:pt x="54" y="10"/>
                    <a:pt x="59" y="13"/>
                  </a:cubicBezTo>
                  <a:cubicBezTo>
                    <a:pt x="54" y="9"/>
                    <a:pt x="48" y="7"/>
                    <a:pt x="36" y="3"/>
                  </a:cubicBezTo>
                  <a:cubicBezTo>
                    <a:pt x="28" y="1"/>
                    <a:pt x="20" y="0"/>
                    <a:pt x="13" y="4"/>
                  </a:cubicBezTo>
                  <a:cubicBezTo>
                    <a:pt x="7" y="8"/>
                    <a:pt x="2" y="14"/>
                    <a:pt x="1" y="21"/>
                  </a:cubicBezTo>
                  <a:cubicBezTo>
                    <a:pt x="0" y="30"/>
                    <a:pt x="4" y="39"/>
                    <a:pt x="11" y="45"/>
                  </a:cubicBezTo>
                  <a:cubicBezTo>
                    <a:pt x="5" y="39"/>
                    <a:pt x="2" y="31"/>
                    <a:pt x="3" y="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2" name="Freeform 788">
              <a:extLst>
                <a:ext uri="{FF2B5EF4-FFF2-40B4-BE49-F238E27FC236}">
                  <a16:creationId xmlns:a16="http://schemas.microsoft.com/office/drawing/2014/main" id="{06519BB9-8DA7-451A-9AE3-48B8DE946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186"/>
              <a:ext cx="97" cy="74"/>
            </a:xfrm>
            <a:custGeom>
              <a:avLst/>
              <a:gdLst>
                <a:gd name="T0" fmla="*/ 285 w 50"/>
                <a:gd name="T1" fmla="*/ 97 h 36"/>
                <a:gd name="T2" fmla="*/ 132 w 50"/>
                <a:gd name="T3" fmla="*/ 253 h 36"/>
                <a:gd name="T4" fmla="*/ 60 w 50"/>
                <a:gd name="T5" fmla="*/ 51 h 36"/>
                <a:gd name="T6" fmla="*/ 285 w 50"/>
                <a:gd name="T7" fmla="*/ 97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6">
                  <a:moveTo>
                    <a:pt x="39" y="11"/>
                  </a:moveTo>
                  <a:cubicBezTo>
                    <a:pt x="50" y="23"/>
                    <a:pt x="36" y="36"/>
                    <a:pt x="18" y="29"/>
                  </a:cubicBezTo>
                  <a:cubicBezTo>
                    <a:pt x="0" y="23"/>
                    <a:pt x="3" y="10"/>
                    <a:pt x="8" y="6"/>
                  </a:cubicBezTo>
                  <a:cubicBezTo>
                    <a:pt x="15" y="0"/>
                    <a:pt x="32" y="4"/>
                    <a:pt x="39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3" name="Freeform 789">
              <a:extLst>
                <a:ext uri="{FF2B5EF4-FFF2-40B4-BE49-F238E27FC236}">
                  <a16:creationId xmlns:a16="http://schemas.microsoft.com/office/drawing/2014/main" id="{831D9797-5DA5-4617-921A-5980A7A94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213"/>
              <a:ext cx="77" cy="43"/>
            </a:xfrm>
            <a:custGeom>
              <a:avLst/>
              <a:gdLst>
                <a:gd name="T0" fmla="*/ 277 w 40"/>
                <a:gd name="T1" fmla="*/ 41 h 21"/>
                <a:gd name="T2" fmla="*/ 100 w 40"/>
                <a:gd name="T3" fmla="*/ 121 h 21"/>
                <a:gd name="T4" fmla="*/ 0 w 40"/>
                <a:gd name="T5" fmla="*/ 0 h 21"/>
                <a:gd name="T6" fmla="*/ 100 w 40"/>
                <a:gd name="T7" fmla="*/ 139 h 21"/>
                <a:gd name="T8" fmla="*/ 277 w 40"/>
                <a:gd name="T9" fmla="*/ 4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1">
                  <a:moveTo>
                    <a:pt x="39" y="5"/>
                  </a:moveTo>
                  <a:cubicBezTo>
                    <a:pt x="38" y="13"/>
                    <a:pt x="27" y="18"/>
                    <a:pt x="14" y="14"/>
                  </a:cubicBezTo>
                  <a:cubicBezTo>
                    <a:pt x="5" y="10"/>
                    <a:pt x="1" y="5"/>
                    <a:pt x="0" y="0"/>
                  </a:cubicBezTo>
                  <a:cubicBezTo>
                    <a:pt x="0" y="6"/>
                    <a:pt x="3" y="12"/>
                    <a:pt x="14" y="16"/>
                  </a:cubicBezTo>
                  <a:cubicBezTo>
                    <a:pt x="29" y="21"/>
                    <a:pt x="40" y="14"/>
                    <a:pt x="39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4" name="Freeform 790">
              <a:extLst>
                <a:ext uri="{FF2B5EF4-FFF2-40B4-BE49-F238E27FC236}">
                  <a16:creationId xmlns:a16="http://schemas.microsoft.com/office/drawing/2014/main" id="{DF1EFE49-D67E-49DD-9E76-FBA786898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190"/>
              <a:ext cx="41" cy="10"/>
            </a:xfrm>
            <a:custGeom>
              <a:avLst/>
              <a:gdLst>
                <a:gd name="T0" fmla="*/ 156 w 21"/>
                <a:gd name="T1" fmla="*/ 40 h 5"/>
                <a:gd name="T2" fmla="*/ 0 w 21"/>
                <a:gd name="T3" fmla="*/ 16 h 5"/>
                <a:gd name="T4" fmla="*/ 156 w 21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">
                  <a:moveTo>
                    <a:pt x="21" y="5"/>
                  </a:moveTo>
                  <a:cubicBezTo>
                    <a:pt x="15" y="1"/>
                    <a:pt x="5" y="0"/>
                    <a:pt x="0" y="2"/>
                  </a:cubicBezTo>
                  <a:cubicBezTo>
                    <a:pt x="4" y="2"/>
                    <a:pt x="15" y="2"/>
                    <a:pt x="21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5" name="Freeform 791">
              <a:extLst>
                <a:ext uri="{FF2B5EF4-FFF2-40B4-BE49-F238E27FC236}">
                  <a16:creationId xmlns:a16="http://schemas.microsoft.com/office/drawing/2014/main" id="{4D8D5A82-865D-4197-885D-84FA861A6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236"/>
              <a:ext cx="62" cy="26"/>
            </a:xfrm>
            <a:custGeom>
              <a:avLst/>
              <a:gdLst>
                <a:gd name="T0" fmla="*/ 0 w 32"/>
                <a:gd name="T1" fmla="*/ 0 h 13"/>
                <a:gd name="T2" fmla="*/ 233 w 32"/>
                <a:gd name="T3" fmla="*/ 24 h 13"/>
                <a:gd name="T4" fmla="*/ 0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3" y="4"/>
                    <a:pt x="22" y="13"/>
                    <a:pt x="32" y="3"/>
                  </a:cubicBezTo>
                  <a:cubicBezTo>
                    <a:pt x="29" y="8"/>
                    <a:pt x="12" y="1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6" name="Freeform 792">
              <a:extLst>
                <a:ext uri="{FF2B5EF4-FFF2-40B4-BE49-F238E27FC236}">
                  <a16:creationId xmlns:a16="http://schemas.microsoft.com/office/drawing/2014/main" id="{792AD18B-7DA9-4399-AA41-9D06D9835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163"/>
              <a:ext cx="145" cy="122"/>
            </a:xfrm>
            <a:custGeom>
              <a:avLst/>
              <a:gdLst>
                <a:gd name="T0" fmla="*/ 288 w 75"/>
                <a:gd name="T1" fmla="*/ 35 h 59"/>
                <a:gd name="T2" fmla="*/ 116 w 75"/>
                <a:gd name="T3" fmla="*/ 43 h 59"/>
                <a:gd name="T4" fmla="*/ 23 w 75"/>
                <a:gd name="T5" fmla="*/ 213 h 59"/>
                <a:gd name="T6" fmla="*/ 304 w 75"/>
                <a:gd name="T7" fmla="*/ 505 h 59"/>
                <a:gd name="T8" fmla="*/ 505 w 75"/>
                <a:gd name="T9" fmla="*/ 213 h 59"/>
                <a:gd name="T10" fmla="*/ 288 w 75"/>
                <a:gd name="T11" fmla="*/ 3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9">
                  <a:moveTo>
                    <a:pt x="40" y="4"/>
                  </a:moveTo>
                  <a:cubicBezTo>
                    <a:pt x="31" y="2"/>
                    <a:pt x="23" y="0"/>
                    <a:pt x="16" y="5"/>
                  </a:cubicBezTo>
                  <a:cubicBezTo>
                    <a:pt x="9" y="9"/>
                    <a:pt x="4" y="15"/>
                    <a:pt x="3" y="24"/>
                  </a:cubicBezTo>
                  <a:cubicBezTo>
                    <a:pt x="0" y="42"/>
                    <a:pt x="20" y="59"/>
                    <a:pt x="42" y="57"/>
                  </a:cubicBezTo>
                  <a:cubicBezTo>
                    <a:pt x="64" y="56"/>
                    <a:pt x="75" y="37"/>
                    <a:pt x="70" y="24"/>
                  </a:cubicBezTo>
                  <a:cubicBezTo>
                    <a:pt x="64" y="12"/>
                    <a:pt x="58" y="10"/>
                    <a:pt x="40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7" name="Freeform 793">
              <a:extLst>
                <a:ext uri="{FF2B5EF4-FFF2-40B4-BE49-F238E27FC236}">
                  <a16:creationId xmlns:a16="http://schemas.microsoft.com/office/drawing/2014/main" id="{C6581FA4-53B4-41ED-A3BE-B1BB46601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198"/>
              <a:ext cx="79" cy="58"/>
            </a:xfrm>
            <a:custGeom>
              <a:avLst/>
              <a:gdLst>
                <a:gd name="T0" fmla="*/ 256 w 41"/>
                <a:gd name="T1" fmla="*/ 44 h 28"/>
                <a:gd name="T2" fmla="*/ 272 w 41"/>
                <a:gd name="T3" fmla="*/ 168 h 28"/>
                <a:gd name="T4" fmla="*/ 108 w 41"/>
                <a:gd name="T5" fmla="*/ 205 h 28"/>
                <a:gd name="T6" fmla="*/ 15 w 41"/>
                <a:gd name="T7" fmla="*/ 99 h 28"/>
                <a:gd name="T8" fmla="*/ 37 w 41"/>
                <a:gd name="T9" fmla="*/ 0 h 28"/>
                <a:gd name="T10" fmla="*/ 37 w 41"/>
                <a:gd name="T11" fmla="*/ 0 h 28"/>
                <a:gd name="T12" fmla="*/ 8 w 41"/>
                <a:gd name="T13" fmla="*/ 99 h 28"/>
                <a:gd name="T14" fmla="*/ 108 w 41"/>
                <a:gd name="T15" fmla="*/ 215 h 28"/>
                <a:gd name="T16" fmla="*/ 279 w 41"/>
                <a:gd name="T17" fmla="*/ 168 h 28"/>
                <a:gd name="T18" fmla="*/ 256 w 41"/>
                <a:gd name="T19" fmla="*/ 44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8">
                  <a:moveTo>
                    <a:pt x="36" y="5"/>
                  </a:moveTo>
                  <a:cubicBezTo>
                    <a:pt x="40" y="9"/>
                    <a:pt x="41" y="14"/>
                    <a:pt x="38" y="19"/>
                  </a:cubicBezTo>
                  <a:cubicBezTo>
                    <a:pt x="35" y="23"/>
                    <a:pt x="26" y="27"/>
                    <a:pt x="15" y="23"/>
                  </a:cubicBezTo>
                  <a:cubicBezTo>
                    <a:pt x="5" y="20"/>
                    <a:pt x="2" y="15"/>
                    <a:pt x="2" y="11"/>
                  </a:cubicBezTo>
                  <a:cubicBezTo>
                    <a:pt x="1" y="6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2"/>
                    <a:pt x="0" y="6"/>
                    <a:pt x="1" y="11"/>
                  </a:cubicBezTo>
                  <a:cubicBezTo>
                    <a:pt x="2" y="15"/>
                    <a:pt x="5" y="20"/>
                    <a:pt x="15" y="24"/>
                  </a:cubicBezTo>
                  <a:cubicBezTo>
                    <a:pt x="27" y="28"/>
                    <a:pt x="35" y="24"/>
                    <a:pt x="39" y="19"/>
                  </a:cubicBezTo>
                  <a:cubicBezTo>
                    <a:pt x="41" y="15"/>
                    <a:pt x="40" y="9"/>
                    <a:pt x="36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8" name="Freeform 794">
              <a:extLst>
                <a:ext uri="{FF2B5EF4-FFF2-40B4-BE49-F238E27FC236}">
                  <a16:creationId xmlns:a16="http://schemas.microsoft.com/office/drawing/2014/main" id="{17BB2DA9-0886-48B0-8107-728EB86B2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188"/>
              <a:ext cx="135" cy="116"/>
            </a:xfrm>
            <a:custGeom>
              <a:avLst/>
              <a:gdLst>
                <a:gd name="T0" fmla="*/ 237 w 70"/>
                <a:gd name="T1" fmla="*/ 17 h 56"/>
                <a:gd name="T2" fmla="*/ 71 w 70"/>
                <a:gd name="T3" fmla="*/ 52 h 56"/>
                <a:gd name="T4" fmla="*/ 0 w 70"/>
                <a:gd name="T5" fmla="*/ 224 h 56"/>
                <a:gd name="T6" fmla="*/ 293 w 70"/>
                <a:gd name="T7" fmla="*/ 464 h 56"/>
                <a:gd name="T8" fmla="*/ 457 w 70"/>
                <a:gd name="T9" fmla="*/ 151 h 56"/>
                <a:gd name="T10" fmla="*/ 237 w 70"/>
                <a:gd name="T11" fmla="*/ 1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3" y="2"/>
                  </a:moveTo>
                  <a:cubicBezTo>
                    <a:pt x="24" y="1"/>
                    <a:pt x="17" y="0"/>
                    <a:pt x="10" y="6"/>
                  </a:cubicBezTo>
                  <a:cubicBezTo>
                    <a:pt x="5" y="10"/>
                    <a:pt x="0" y="17"/>
                    <a:pt x="0" y="25"/>
                  </a:cubicBezTo>
                  <a:cubicBezTo>
                    <a:pt x="0" y="42"/>
                    <a:pt x="20" y="56"/>
                    <a:pt x="41" y="52"/>
                  </a:cubicBezTo>
                  <a:cubicBezTo>
                    <a:pt x="62" y="48"/>
                    <a:pt x="70" y="29"/>
                    <a:pt x="64" y="17"/>
                  </a:cubicBezTo>
                  <a:cubicBezTo>
                    <a:pt x="57" y="7"/>
                    <a:pt x="51" y="5"/>
                    <a:pt x="33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9" name="Freeform 795">
              <a:extLst>
                <a:ext uri="{FF2B5EF4-FFF2-40B4-BE49-F238E27FC236}">
                  <a16:creationId xmlns:a16="http://schemas.microsoft.com/office/drawing/2014/main" id="{66FE084A-8D56-4040-B18B-1B71CF617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209"/>
              <a:ext cx="110" cy="88"/>
            </a:xfrm>
            <a:custGeom>
              <a:avLst/>
              <a:gdLst>
                <a:gd name="T0" fmla="*/ 372 w 57"/>
                <a:gd name="T1" fmla="*/ 68 h 43"/>
                <a:gd name="T2" fmla="*/ 316 w 57"/>
                <a:gd name="T3" fmla="*/ 0 h 43"/>
                <a:gd name="T4" fmla="*/ 357 w 57"/>
                <a:gd name="T5" fmla="*/ 59 h 43"/>
                <a:gd name="T6" fmla="*/ 201 w 57"/>
                <a:gd name="T7" fmla="*/ 344 h 43"/>
                <a:gd name="T8" fmla="*/ 0 w 57"/>
                <a:gd name="T9" fmla="*/ 293 h 43"/>
                <a:gd name="T10" fmla="*/ 216 w 57"/>
                <a:gd name="T11" fmla="*/ 352 h 43"/>
                <a:gd name="T12" fmla="*/ 372 w 57"/>
                <a:gd name="T13" fmla="*/ 6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3">
                  <a:moveTo>
                    <a:pt x="52" y="8"/>
                  </a:moveTo>
                  <a:cubicBezTo>
                    <a:pt x="49" y="5"/>
                    <a:pt x="47" y="2"/>
                    <a:pt x="44" y="0"/>
                  </a:cubicBezTo>
                  <a:cubicBezTo>
                    <a:pt x="46" y="2"/>
                    <a:pt x="48" y="4"/>
                    <a:pt x="50" y="7"/>
                  </a:cubicBezTo>
                  <a:cubicBezTo>
                    <a:pt x="56" y="18"/>
                    <a:pt x="48" y="36"/>
                    <a:pt x="28" y="40"/>
                  </a:cubicBezTo>
                  <a:cubicBezTo>
                    <a:pt x="18" y="42"/>
                    <a:pt x="8" y="39"/>
                    <a:pt x="0" y="34"/>
                  </a:cubicBezTo>
                  <a:cubicBezTo>
                    <a:pt x="8" y="40"/>
                    <a:pt x="19" y="43"/>
                    <a:pt x="30" y="41"/>
                  </a:cubicBezTo>
                  <a:cubicBezTo>
                    <a:pt x="50" y="38"/>
                    <a:pt x="57" y="19"/>
                    <a:pt x="52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0" name="Freeform 796">
              <a:extLst>
                <a:ext uri="{FF2B5EF4-FFF2-40B4-BE49-F238E27FC236}">
                  <a16:creationId xmlns:a16="http://schemas.microsoft.com/office/drawing/2014/main" id="{79A94499-9A54-4CB4-A544-C9B560F7C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190"/>
              <a:ext cx="104" cy="91"/>
            </a:xfrm>
            <a:custGeom>
              <a:avLst/>
              <a:gdLst>
                <a:gd name="T0" fmla="*/ 15 w 54"/>
                <a:gd name="T1" fmla="*/ 223 h 44"/>
                <a:gd name="T2" fmla="*/ 85 w 54"/>
                <a:gd name="T3" fmla="*/ 60 h 44"/>
                <a:gd name="T4" fmla="*/ 241 w 54"/>
                <a:gd name="T5" fmla="*/ 25 h 44"/>
                <a:gd name="T6" fmla="*/ 385 w 54"/>
                <a:gd name="T7" fmla="*/ 81 h 44"/>
                <a:gd name="T8" fmla="*/ 229 w 54"/>
                <a:gd name="T9" fmla="*/ 17 h 44"/>
                <a:gd name="T10" fmla="*/ 71 w 54"/>
                <a:gd name="T11" fmla="*/ 52 h 44"/>
                <a:gd name="T12" fmla="*/ 8 w 54"/>
                <a:gd name="T13" fmla="*/ 205 h 44"/>
                <a:gd name="T14" fmla="*/ 92 w 54"/>
                <a:gd name="T15" fmla="*/ 389 h 44"/>
                <a:gd name="T16" fmla="*/ 15 w 54"/>
                <a:gd name="T17" fmla="*/ 22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4">
                  <a:moveTo>
                    <a:pt x="2" y="25"/>
                  </a:moveTo>
                  <a:cubicBezTo>
                    <a:pt x="3" y="17"/>
                    <a:pt x="7" y="11"/>
                    <a:pt x="12" y="7"/>
                  </a:cubicBezTo>
                  <a:cubicBezTo>
                    <a:pt x="18" y="2"/>
                    <a:pt x="25" y="2"/>
                    <a:pt x="34" y="3"/>
                  </a:cubicBezTo>
                  <a:cubicBezTo>
                    <a:pt x="44" y="5"/>
                    <a:pt x="50" y="6"/>
                    <a:pt x="54" y="9"/>
                  </a:cubicBezTo>
                  <a:cubicBezTo>
                    <a:pt x="49" y="5"/>
                    <a:pt x="43" y="4"/>
                    <a:pt x="32" y="2"/>
                  </a:cubicBezTo>
                  <a:cubicBezTo>
                    <a:pt x="23" y="1"/>
                    <a:pt x="16" y="0"/>
                    <a:pt x="10" y="6"/>
                  </a:cubicBezTo>
                  <a:cubicBezTo>
                    <a:pt x="5" y="10"/>
                    <a:pt x="1" y="16"/>
                    <a:pt x="1" y="23"/>
                  </a:cubicBezTo>
                  <a:cubicBezTo>
                    <a:pt x="0" y="32"/>
                    <a:pt x="5" y="39"/>
                    <a:pt x="13" y="44"/>
                  </a:cubicBezTo>
                  <a:cubicBezTo>
                    <a:pt x="6" y="39"/>
                    <a:pt x="2" y="32"/>
                    <a:pt x="2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1" name="Freeform 797">
              <a:extLst>
                <a:ext uri="{FF2B5EF4-FFF2-40B4-BE49-F238E27FC236}">
                  <a16:creationId xmlns:a16="http://schemas.microsoft.com/office/drawing/2014/main" id="{B5B93DC5-70F0-41CE-B8FC-915840651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209"/>
              <a:ext cx="91" cy="64"/>
            </a:xfrm>
            <a:custGeom>
              <a:avLst/>
              <a:gdLst>
                <a:gd name="T0" fmla="*/ 263 w 47"/>
                <a:gd name="T1" fmla="*/ 60 h 31"/>
                <a:gd name="T2" fmla="*/ 132 w 47"/>
                <a:gd name="T3" fmla="*/ 239 h 31"/>
                <a:gd name="T4" fmla="*/ 45 w 47"/>
                <a:gd name="T5" fmla="*/ 52 h 31"/>
                <a:gd name="T6" fmla="*/ 263 w 47"/>
                <a:gd name="T7" fmla="*/ 6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36" y="7"/>
                  </a:moveTo>
                  <a:cubicBezTo>
                    <a:pt x="47" y="17"/>
                    <a:pt x="36" y="31"/>
                    <a:pt x="18" y="27"/>
                  </a:cubicBezTo>
                  <a:cubicBezTo>
                    <a:pt x="0" y="23"/>
                    <a:pt x="1" y="11"/>
                    <a:pt x="6" y="6"/>
                  </a:cubicBezTo>
                  <a:cubicBezTo>
                    <a:pt x="11" y="0"/>
                    <a:pt x="28" y="2"/>
                    <a:pt x="36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2" name="Freeform 798">
              <a:extLst>
                <a:ext uri="{FF2B5EF4-FFF2-40B4-BE49-F238E27FC236}">
                  <a16:creationId xmlns:a16="http://schemas.microsoft.com/office/drawing/2014/main" id="{62649EB7-631F-45CE-8DFF-803537FA4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238"/>
              <a:ext cx="75" cy="33"/>
            </a:xfrm>
            <a:custGeom>
              <a:avLst/>
              <a:gdLst>
                <a:gd name="T0" fmla="*/ 263 w 39"/>
                <a:gd name="T1" fmla="*/ 0 h 16"/>
                <a:gd name="T2" fmla="*/ 108 w 39"/>
                <a:gd name="T3" fmla="*/ 97 h 16"/>
                <a:gd name="T4" fmla="*/ 0 w 39"/>
                <a:gd name="T5" fmla="*/ 0 h 16"/>
                <a:gd name="T6" fmla="*/ 108 w 39"/>
                <a:gd name="T7" fmla="*/ 116 h 16"/>
                <a:gd name="T8" fmla="*/ 263 w 3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6">
                  <a:moveTo>
                    <a:pt x="37" y="0"/>
                  </a:moveTo>
                  <a:cubicBezTo>
                    <a:pt x="37" y="7"/>
                    <a:pt x="27" y="13"/>
                    <a:pt x="15" y="11"/>
                  </a:cubicBezTo>
                  <a:cubicBezTo>
                    <a:pt x="5" y="8"/>
                    <a:pt x="1" y="4"/>
                    <a:pt x="0" y="0"/>
                  </a:cubicBezTo>
                  <a:cubicBezTo>
                    <a:pt x="0" y="5"/>
                    <a:pt x="4" y="11"/>
                    <a:pt x="15" y="13"/>
                  </a:cubicBezTo>
                  <a:cubicBezTo>
                    <a:pt x="29" y="16"/>
                    <a:pt x="39" y="8"/>
                    <a:pt x="3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3" name="Freeform 799">
              <a:extLst>
                <a:ext uri="{FF2B5EF4-FFF2-40B4-BE49-F238E27FC236}">
                  <a16:creationId xmlns:a16="http://schemas.microsoft.com/office/drawing/2014/main" id="{79D366B2-30E4-4A05-8F1E-6B852A091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211"/>
              <a:ext cx="41" cy="6"/>
            </a:xfrm>
            <a:custGeom>
              <a:avLst/>
              <a:gdLst>
                <a:gd name="T0" fmla="*/ 156 w 21"/>
                <a:gd name="T1" fmla="*/ 24 h 3"/>
                <a:gd name="T2" fmla="*/ 0 w 21"/>
                <a:gd name="T3" fmla="*/ 24 h 3"/>
                <a:gd name="T4" fmla="*/ 156 w 2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">
                  <a:moveTo>
                    <a:pt x="21" y="3"/>
                  </a:moveTo>
                  <a:cubicBezTo>
                    <a:pt x="15" y="0"/>
                    <a:pt x="4" y="0"/>
                    <a:pt x="0" y="3"/>
                  </a:cubicBezTo>
                  <a:cubicBezTo>
                    <a:pt x="4" y="2"/>
                    <a:pt x="14" y="1"/>
                    <a:pt x="2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4" name="Freeform 800">
              <a:extLst>
                <a:ext uri="{FF2B5EF4-FFF2-40B4-BE49-F238E27FC236}">
                  <a16:creationId xmlns:a16="http://schemas.microsoft.com/office/drawing/2014/main" id="{48CED4D7-B92A-488E-B4D6-144B54B4D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254"/>
              <a:ext cx="59" cy="27"/>
            </a:xfrm>
            <a:custGeom>
              <a:avLst/>
              <a:gdLst>
                <a:gd name="T0" fmla="*/ 0 w 31"/>
                <a:gd name="T1" fmla="*/ 17 h 13"/>
                <a:gd name="T2" fmla="*/ 213 w 31"/>
                <a:gd name="T3" fmla="*/ 0 h 13"/>
                <a:gd name="T4" fmla="*/ 0 w 31"/>
                <a:gd name="T5" fmla="*/ 1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3">
                  <a:moveTo>
                    <a:pt x="0" y="2"/>
                  </a:moveTo>
                  <a:cubicBezTo>
                    <a:pt x="3" y="5"/>
                    <a:pt x="22" y="11"/>
                    <a:pt x="31" y="0"/>
                  </a:cubicBezTo>
                  <a:cubicBezTo>
                    <a:pt x="28" y="6"/>
                    <a:pt x="13" y="13"/>
                    <a:pt x="0" y="2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5" name="Freeform 801">
              <a:extLst>
                <a:ext uri="{FF2B5EF4-FFF2-40B4-BE49-F238E27FC236}">
                  <a16:creationId xmlns:a16="http://schemas.microsoft.com/office/drawing/2014/main" id="{4EB4DB4E-F0C0-48D2-AE95-99C0B303D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188"/>
              <a:ext cx="135" cy="116"/>
            </a:xfrm>
            <a:custGeom>
              <a:avLst/>
              <a:gdLst>
                <a:gd name="T0" fmla="*/ 237 w 70"/>
                <a:gd name="T1" fmla="*/ 17 h 56"/>
                <a:gd name="T2" fmla="*/ 71 w 70"/>
                <a:gd name="T3" fmla="*/ 52 h 56"/>
                <a:gd name="T4" fmla="*/ 0 w 70"/>
                <a:gd name="T5" fmla="*/ 224 h 56"/>
                <a:gd name="T6" fmla="*/ 293 w 70"/>
                <a:gd name="T7" fmla="*/ 464 h 56"/>
                <a:gd name="T8" fmla="*/ 457 w 70"/>
                <a:gd name="T9" fmla="*/ 151 h 56"/>
                <a:gd name="T10" fmla="*/ 237 w 70"/>
                <a:gd name="T11" fmla="*/ 1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3" y="2"/>
                  </a:moveTo>
                  <a:cubicBezTo>
                    <a:pt x="24" y="1"/>
                    <a:pt x="17" y="0"/>
                    <a:pt x="10" y="6"/>
                  </a:cubicBezTo>
                  <a:cubicBezTo>
                    <a:pt x="5" y="10"/>
                    <a:pt x="0" y="17"/>
                    <a:pt x="0" y="25"/>
                  </a:cubicBezTo>
                  <a:cubicBezTo>
                    <a:pt x="0" y="42"/>
                    <a:pt x="20" y="56"/>
                    <a:pt x="41" y="52"/>
                  </a:cubicBezTo>
                  <a:cubicBezTo>
                    <a:pt x="62" y="48"/>
                    <a:pt x="70" y="29"/>
                    <a:pt x="64" y="17"/>
                  </a:cubicBezTo>
                  <a:cubicBezTo>
                    <a:pt x="57" y="7"/>
                    <a:pt x="51" y="5"/>
                    <a:pt x="33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6" name="Freeform 802">
              <a:extLst>
                <a:ext uri="{FF2B5EF4-FFF2-40B4-BE49-F238E27FC236}">
                  <a16:creationId xmlns:a16="http://schemas.microsoft.com/office/drawing/2014/main" id="{8FC49ADD-54A6-4F54-BE02-3807860C1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221"/>
              <a:ext cx="77" cy="50"/>
            </a:xfrm>
            <a:custGeom>
              <a:avLst/>
              <a:gdLst>
                <a:gd name="T0" fmla="*/ 241 w 40"/>
                <a:gd name="T1" fmla="*/ 8 h 24"/>
                <a:gd name="T2" fmla="*/ 264 w 40"/>
                <a:gd name="T3" fmla="*/ 125 h 24"/>
                <a:gd name="T4" fmla="*/ 116 w 40"/>
                <a:gd name="T5" fmla="*/ 192 h 24"/>
                <a:gd name="T6" fmla="*/ 15 w 40"/>
                <a:gd name="T7" fmla="*/ 100 h 24"/>
                <a:gd name="T8" fmla="*/ 29 w 40"/>
                <a:gd name="T9" fmla="*/ 0 h 24"/>
                <a:gd name="T10" fmla="*/ 29 w 40"/>
                <a:gd name="T11" fmla="*/ 0 h 24"/>
                <a:gd name="T12" fmla="*/ 8 w 40"/>
                <a:gd name="T13" fmla="*/ 100 h 24"/>
                <a:gd name="T14" fmla="*/ 116 w 40"/>
                <a:gd name="T15" fmla="*/ 200 h 24"/>
                <a:gd name="T16" fmla="*/ 271 w 40"/>
                <a:gd name="T17" fmla="*/ 125 h 24"/>
                <a:gd name="T18" fmla="*/ 241 w 40"/>
                <a:gd name="T19" fmla="*/ 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4">
                  <a:moveTo>
                    <a:pt x="34" y="1"/>
                  </a:moveTo>
                  <a:cubicBezTo>
                    <a:pt x="38" y="5"/>
                    <a:pt x="39" y="10"/>
                    <a:pt x="37" y="14"/>
                  </a:cubicBezTo>
                  <a:cubicBezTo>
                    <a:pt x="35" y="19"/>
                    <a:pt x="27" y="23"/>
                    <a:pt x="16" y="21"/>
                  </a:cubicBezTo>
                  <a:cubicBezTo>
                    <a:pt x="6" y="19"/>
                    <a:pt x="3" y="14"/>
                    <a:pt x="2" y="11"/>
                  </a:cubicBezTo>
                  <a:cubicBezTo>
                    <a:pt x="0" y="7"/>
                    <a:pt x="2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3"/>
                    <a:pt x="0" y="7"/>
                    <a:pt x="1" y="11"/>
                  </a:cubicBezTo>
                  <a:cubicBezTo>
                    <a:pt x="2" y="15"/>
                    <a:pt x="6" y="19"/>
                    <a:pt x="16" y="22"/>
                  </a:cubicBezTo>
                  <a:cubicBezTo>
                    <a:pt x="27" y="24"/>
                    <a:pt x="35" y="20"/>
                    <a:pt x="38" y="14"/>
                  </a:cubicBezTo>
                  <a:cubicBezTo>
                    <a:pt x="40" y="10"/>
                    <a:pt x="38" y="5"/>
                    <a:pt x="34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7" name="Freeform 803">
              <a:extLst>
                <a:ext uri="{FF2B5EF4-FFF2-40B4-BE49-F238E27FC236}">
                  <a16:creationId xmlns:a16="http://schemas.microsoft.com/office/drawing/2014/main" id="{2D42BE4B-CD1A-4EE2-9222-B74EE9AEA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304"/>
              <a:ext cx="157" cy="92"/>
            </a:xfrm>
            <a:custGeom>
              <a:avLst/>
              <a:gdLst>
                <a:gd name="T0" fmla="*/ 124 w 81"/>
                <a:gd name="T1" fmla="*/ 16 h 45"/>
                <a:gd name="T2" fmla="*/ 0 w 81"/>
                <a:gd name="T3" fmla="*/ 188 h 45"/>
                <a:gd name="T4" fmla="*/ 285 w 81"/>
                <a:gd name="T5" fmla="*/ 384 h 45"/>
                <a:gd name="T6" fmla="*/ 576 w 81"/>
                <a:gd name="T7" fmla="*/ 229 h 45"/>
                <a:gd name="T8" fmla="*/ 512 w 81"/>
                <a:gd name="T9" fmla="*/ 76 h 45"/>
                <a:gd name="T10" fmla="*/ 320 w 81"/>
                <a:gd name="T11" fmla="*/ 41 h 45"/>
                <a:gd name="T12" fmla="*/ 124 w 81"/>
                <a:gd name="T13" fmla="*/ 1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45">
                  <a:moveTo>
                    <a:pt x="17" y="2"/>
                  </a:moveTo>
                  <a:cubicBezTo>
                    <a:pt x="7" y="4"/>
                    <a:pt x="0" y="10"/>
                    <a:pt x="0" y="22"/>
                  </a:cubicBezTo>
                  <a:cubicBezTo>
                    <a:pt x="0" y="37"/>
                    <a:pt x="16" y="45"/>
                    <a:pt x="39" y="45"/>
                  </a:cubicBezTo>
                  <a:cubicBezTo>
                    <a:pt x="62" y="45"/>
                    <a:pt x="73" y="42"/>
                    <a:pt x="79" y="27"/>
                  </a:cubicBezTo>
                  <a:cubicBezTo>
                    <a:pt x="81" y="20"/>
                    <a:pt x="78" y="13"/>
                    <a:pt x="70" y="9"/>
                  </a:cubicBezTo>
                  <a:cubicBezTo>
                    <a:pt x="61" y="4"/>
                    <a:pt x="55" y="6"/>
                    <a:pt x="44" y="5"/>
                  </a:cubicBezTo>
                  <a:cubicBezTo>
                    <a:pt x="37" y="5"/>
                    <a:pt x="27" y="0"/>
                    <a:pt x="17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8" name="Freeform 804">
              <a:extLst>
                <a:ext uri="{FF2B5EF4-FFF2-40B4-BE49-F238E27FC236}">
                  <a16:creationId xmlns:a16="http://schemas.microsoft.com/office/drawing/2014/main" id="{A3C4BA62-B38C-443D-9A7C-9DF7DC8C5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324"/>
              <a:ext cx="108" cy="39"/>
            </a:xfrm>
            <a:custGeom>
              <a:avLst/>
              <a:gdLst>
                <a:gd name="T0" fmla="*/ 365 w 56"/>
                <a:gd name="T1" fmla="*/ 76 h 19"/>
                <a:gd name="T2" fmla="*/ 172 w 56"/>
                <a:gd name="T3" fmla="*/ 156 h 19"/>
                <a:gd name="T4" fmla="*/ 71 w 56"/>
                <a:gd name="T5" fmla="*/ 16 h 19"/>
                <a:gd name="T6" fmla="*/ 231 w 56"/>
                <a:gd name="T7" fmla="*/ 33 h 19"/>
                <a:gd name="T8" fmla="*/ 365 w 56"/>
                <a:gd name="T9" fmla="*/ 7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9">
                  <a:moveTo>
                    <a:pt x="51" y="9"/>
                  </a:moveTo>
                  <a:cubicBezTo>
                    <a:pt x="56" y="12"/>
                    <a:pt x="47" y="19"/>
                    <a:pt x="24" y="18"/>
                  </a:cubicBezTo>
                  <a:cubicBezTo>
                    <a:pt x="2" y="17"/>
                    <a:pt x="0" y="6"/>
                    <a:pt x="10" y="2"/>
                  </a:cubicBezTo>
                  <a:cubicBezTo>
                    <a:pt x="17" y="0"/>
                    <a:pt x="20" y="2"/>
                    <a:pt x="32" y="4"/>
                  </a:cubicBezTo>
                  <a:cubicBezTo>
                    <a:pt x="44" y="6"/>
                    <a:pt x="46" y="4"/>
                    <a:pt x="51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9" name="Freeform 805">
              <a:extLst>
                <a:ext uri="{FF2B5EF4-FFF2-40B4-BE49-F238E27FC236}">
                  <a16:creationId xmlns:a16="http://schemas.microsoft.com/office/drawing/2014/main" id="{91CA8A03-C52A-441C-9FC8-31BB1F353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330"/>
              <a:ext cx="96" cy="33"/>
            </a:xfrm>
            <a:custGeom>
              <a:avLst/>
              <a:gdLst>
                <a:gd name="T0" fmla="*/ 161 w 50"/>
                <a:gd name="T1" fmla="*/ 132 h 16"/>
                <a:gd name="T2" fmla="*/ 353 w 50"/>
                <a:gd name="T3" fmla="*/ 89 h 16"/>
                <a:gd name="T4" fmla="*/ 169 w 50"/>
                <a:gd name="T5" fmla="*/ 107 h 16"/>
                <a:gd name="T6" fmla="*/ 48 w 50"/>
                <a:gd name="T7" fmla="*/ 0 h 16"/>
                <a:gd name="T8" fmla="*/ 161 w 50"/>
                <a:gd name="T9" fmla="*/ 13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6">
                  <a:moveTo>
                    <a:pt x="23" y="15"/>
                  </a:moveTo>
                  <a:cubicBezTo>
                    <a:pt x="37" y="16"/>
                    <a:pt x="46" y="13"/>
                    <a:pt x="50" y="10"/>
                  </a:cubicBezTo>
                  <a:cubicBezTo>
                    <a:pt x="42" y="14"/>
                    <a:pt x="33" y="13"/>
                    <a:pt x="24" y="12"/>
                  </a:cubicBezTo>
                  <a:cubicBezTo>
                    <a:pt x="19" y="11"/>
                    <a:pt x="1" y="10"/>
                    <a:pt x="7" y="0"/>
                  </a:cubicBezTo>
                  <a:cubicBezTo>
                    <a:pt x="0" y="5"/>
                    <a:pt x="3" y="15"/>
                    <a:pt x="23" y="1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0" name="Freeform 806">
              <a:extLst>
                <a:ext uri="{FF2B5EF4-FFF2-40B4-BE49-F238E27FC236}">
                  <a16:creationId xmlns:a16="http://schemas.microsoft.com/office/drawing/2014/main" id="{A07D7020-9EEB-4839-98B6-7C76356BE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324"/>
              <a:ext cx="69" cy="17"/>
            </a:xfrm>
            <a:custGeom>
              <a:avLst/>
              <a:gdLst>
                <a:gd name="T0" fmla="*/ 128 w 36"/>
                <a:gd name="T1" fmla="*/ 60 h 8"/>
                <a:gd name="T2" fmla="*/ 199 w 36"/>
                <a:gd name="T3" fmla="*/ 60 h 8"/>
                <a:gd name="T4" fmla="*/ 253 w 36"/>
                <a:gd name="T5" fmla="*/ 77 h 8"/>
                <a:gd name="T6" fmla="*/ 128 w 36"/>
                <a:gd name="T7" fmla="*/ 40 h 8"/>
                <a:gd name="T8" fmla="*/ 0 w 36"/>
                <a:gd name="T9" fmla="*/ 9 h 8"/>
                <a:gd name="T10" fmla="*/ 56 w 36"/>
                <a:gd name="T11" fmla="*/ 28 h 8"/>
                <a:gd name="T12" fmla="*/ 128 w 36"/>
                <a:gd name="T13" fmla="*/ 6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8">
                  <a:moveTo>
                    <a:pt x="18" y="6"/>
                  </a:moveTo>
                  <a:cubicBezTo>
                    <a:pt x="22" y="6"/>
                    <a:pt x="24" y="6"/>
                    <a:pt x="28" y="6"/>
                  </a:cubicBezTo>
                  <a:cubicBezTo>
                    <a:pt x="30" y="6"/>
                    <a:pt x="33" y="7"/>
                    <a:pt x="36" y="8"/>
                  </a:cubicBezTo>
                  <a:cubicBezTo>
                    <a:pt x="32" y="5"/>
                    <a:pt x="29" y="6"/>
                    <a:pt x="18" y="4"/>
                  </a:cubicBezTo>
                  <a:cubicBezTo>
                    <a:pt x="8" y="2"/>
                    <a:pt x="4" y="0"/>
                    <a:pt x="0" y="1"/>
                  </a:cubicBezTo>
                  <a:cubicBezTo>
                    <a:pt x="2" y="2"/>
                    <a:pt x="6" y="2"/>
                    <a:pt x="8" y="3"/>
                  </a:cubicBezTo>
                  <a:cubicBezTo>
                    <a:pt x="11" y="5"/>
                    <a:pt x="14" y="6"/>
                    <a:pt x="18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1" name="Freeform 807">
              <a:extLst>
                <a:ext uri="{FF2B5EF4-FFF2-40B4-BE49-F238E27FC236}">
                  <a16:creationId xmlns:a16="http://schemas.microsoft.com/office/drawing/2014/main" id="{59F7918C-CDC3-44C2-A1AE-998281DB9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308"/>
              <a:ext cx="60" cy="62"/>
            </a:xfrm>
            <a:custGeom>
              <a:avLst/>
              <a:gdLst>
                <a:gd name="T0" fmla="*/ 225 w 31"/>
                <a:gd name="T1" fmla="*/ 17 h 30"/>
                <a:gd name="T2" fmla="*/ 37 w 31"/>
                <a:gd name="T3" fmla="*/ 81 h 30"/>
                <a:gd name="T4" fmla="*/ 37 w 31"/>
                <a:gd name="T5" fmla="*/ 265 h 30"/>
                <a:gd name="T6" fmla="*/ 56 w 31"/>
                <a:gd name="T7" fmla="*/ 72 h 30"/>
                <a:gd name="T8" fmla="*/ 225 w 31"/>
                <a:gd name="T9" fmla="*/ 1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1" y="2"/>
                  </a:moveTo>
                  <a:cubicBezTo>
                    <a:pt x="24" y="0"/>
                    <a:pt x="10" y="1"/>
                    <a:pt x="5" y="9"/>
                  </a:cubicBezTo>
                  <a:cubicBezTo>
                    <a:pt x="0" y="16"/>
                    <a:pt x="2" y="26"/>
                    <a:pt x="5" y="30"/>
                  </a:cubicBezTo>
                  <a:cubicBezTo>
                    <a:pt x="4" y="27"/>
                    <a:pt x="1" y="15"/>
                    <a:pt x="8" y="8"/>
                  </a:cubicBezTo>
                  <a:cubicBezTo>
                    <a:pt x="16" y="1"/>
                    <a:pt x="26" y="1"/>
                    <a:pt x="31" y="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2" name="Freeform 808">
              <a:extLst>
                <a:ext uri="{FF2B5EF4-FFF2-40B4-BE49-F238E27FC236}">
                  <a16:creationId xmlns:a16="http://schemas.microsoft.com/office/drawing/2014/main" id="{2AD332D3-ADE7-4E03-8B9A-2337D81B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314"/>
              <a:ext cx="58" cy="21"/>
            </a:xfrm>
            <a:custGeom>
              <a:avLst/>
              <a:gdLst>
                <a:gd name="T0" fmla="*/ 0 w 30"/>
                <a:gd name="T1" fmla="*/ 17 h 10"/>
                <a:gd name="T2" fmla="*/ 217 w 30"/>
                <a:gd name="T3" fmla="*/ 92 h 10"/>
                <a:gd name="T4" fmla="*/ 116 w 30"/>
                <a:gd name="T5" fmla="*/ 27 h 10"/>
                <a:gd name="T6" fmla="*/ 0 w 30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0">
                  <a:moveTo>
                    <a:pt x="0" y="2"/>
                  </a:moveTo>
                  <a:cubicBezTo>
                    <a:pt x="8" y="2"/>
                    <a:pt x="21" y="0"/>
                    <a:pt x="30" y="10"/>
                  </a:cubicBezTo>
                  <a:cubicBezTo>
                    <a:pt x="28" y="8"/>
                    <a:pt x="22" y="5"/>
                    <a:pt x="16" y="3"/>
                  </a:cubicBezTo>
                  <a:cubicBezTo>
                    <a:pt x="11" y="2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3" name="Freeform 809">
              <a:extLst>
                <a:ext uri="{FF2B5EF4-FFF2-40B4-BE49-F238E27FC236}">
                  <a16:creationId xmlns:a16="http://schemas.microsoft.com/office/drawing/2014/main" id="{CE6997BE-F5E0-43C2-9B9C-7138F917B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353"/>
              <a:ext cx="85" cy="15"/>
            </a:xfrm>
            <a:custGeom>
              <a:avLst/>
              <a:gdLst>
                <a:gd name="T0" fmla="*/ 0 w 44"/>
                <a:gd name="T1" fmla="*/ 0 h 7"/>
                <a:gd name="T2" fmla="*/ 153 w 44"/>
                <a:gd name="T3" fmla="*/ 51 h 7"/>
                <a:gd name="T4" fmla="*/ 317 w 44"/>
                <a:gd name="T5" fmla="*/ 9 h 7"/>
                <a:gd name="T6" fmla="*/ 145 w 44"/>
                <a:gd name="T7" fmla="*/ 60 h 7"/>
                <a:gd name="T8" fmla="*/ 0 w 4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">
                  <a:moveTo>
                    <a:pt x="0" y="0"/>
                  </a:moveTo>
                  <a:cubicBezTo>
                    <a:pt x="3" y="3"/>
                    <a:pt x="10" y="5"/>
                    <a:pt x="21" y="5"/>
                  </a:cubicBezTo>
                  <a:cubicBezTo>
                    <a:pt x="32" y="5"/>
                    <a:pt x="40" y="4"/>
                    <a:pt x="44" y="1"/>
                  </a:cubicBezTo>
                  <a:cubicBezTo>
                    <a:pt x="42" y="3"/>
                    <a:pt x="35" y="7"/>
                    <a:pt x="20" y="6"/>
                  </a:cubicBezTo>
                  <a:cubicBezTo>
                    <a:pt x="6" y="6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4" name="Freeform 810">
              <a:extLst>
                <a:ext uri="{FF2B5EF4-FFF2-40B4-BE49-F238E27FC236}">
                  <a16:creationId xmlns:a16="http://schemas.microsoft.com/office/drawing/2014/main" id="{2957A385-0744-4038-8001-A7B5F18D9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1355"/>
              <a:ext cx="112" cy="43"/>
            </a:xfrm>
            <a:custGeom>
              <a:avLst/>
              <a:gdLst>
                <a:gd name="T0" fmla="*/ 0 w 58"/>
                <a:gd name="T1" fmla="*/ 139 h 21"/>
                <a:gd name="T2" fmla="*/ 340 w 58"/>
                <a:gd name="T3" fmla="*/ 129 h 21"/>
                <a:gd name="T4" fmla="*/ 417 w 58"/>
                <a:gd name="T5" fmla="*/ 0 h 21"/>
                <a:gd name="T6" fmla="*/ 272 w 58"/>
                <a:gd name="T7" fmla="*/ 129 h 21"/>
                <a:gd name="T8" fmla="*/ 0 w 58"/>
                <a:gd name="T9" fmla="*/ 1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1">
                  <a:moveTo>
                    <a:pt x="0" y="16"/>
                  </a:moveTo>
                  <a:cubicBezTo>
                    <a:pt x="6" y="18"/>
                    <a:pt x="34" y="21"/>
                    <a:pt x="47" y="15"/>
                  </a:cubicBezTo>
                  <a:cubicBezTo>
                    <a:pt x="50" y="13"/>
                    <a:pt x="55" y="8"/>
                    <a:pt x="58" y="0"/>
                  </a:cubicBezTo>
                  <a:cubicBezTo>
                    <a:pt x="57" y="2"/>
                    <a:pt x="54" y="11"/>
                    <a:pt x="38" y="15"/>
                  </a:cubicBezTo>
                  <a:cubicBezTo>
                    <a:pt x="23" y="19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5" name="Freeform 811">
              <a:extLst>
                <a:ext uri="{FF2B5EF4-FFF2-40B4-BE49-F238E27FC236}">
                  <a16:creationId xmlns:a16="http://schemas.microsoft.com/office/drawing/2014/main" id="{469B462C-3C96-4F6F-AA0C-FF7FC3189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304"/>
              <a:ext cx="157" cy="92"/>
            </a:xfrm>
            <a:custGeom>
              <a:avLst/>
              <a:gdLst>
                <a:gd name="T0" fmla="*/ 124 w 81"/>
                <a:gd name="T1" fmla="*/ 16 h 45"/>
                <a:gd name="T2" fmla="*/ 0 w 81"/>
                <a:gd name="T3" fmla="*/ 188 h 45"/>
                <a:gd name="T4" fmla="*/ 285 w 81"/>
                <a:gd name="T5" fmla="*/ 384 h 45"/>
                <a:gd name="T6" fmla="*/ 576 w 81"/>
                <a:gd name="T7" fmla="*/ 229 h 45"/>
                <a:gd name="T8" fmla="*/ 512 w 81"/>
                <a:gd name="T9" fmla="*/ 76 h 45"/>
                <a:gd name="T10" fmla="*/ 320 w 81"/>
                <a:gd name="T11" fmla="*/ 41 h 45"/>
                <a:gd name="T12" fmla="*/ 124 w 81"/>
                <a:gd name="T13" fmla="*/ 1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45">
                  <a:moveTo>
                    <a:pt x="17" y="2"/>
                  </a:moveTo>
                  <a:cubicBezTo>
                    <a:pt x="7" y="4"/>
                    <a:pt x="0" y="10"/>
                    <a:pt x="0" y="22"/>
                  </a:cubicBezTo>
                  <a:cubicBezTo>
                    <a:pt x="0" y="37"/>
                    <a:pt x="16" y="45"/>
                    <a:pt x="39" y="45"/>
                  </a:cubicBezTo>
                  <a:cubicBezTo>
                    <a:pt x="62" y="45"/>
                    <a:pt x="73" y="42"/>
                    <a:pt x="79" y="27"/>
                  </a:cubicBezTo>
                  <a:cubicBezTo>
                    <a:pt x="81" y="20"/>
                    <a:pt x="78" y="13"/>
                    <a:pt x="70" y="9"/>
                  </a:cubicBezTo>
                  <a:cubicBezTo>
                    <a:pt x="61" y="4"/>
                    <a:pt x="55" y="6"/>
                    <a:pt x="44" y="5"/>
                  </a:cubicBezTo>
                  <a:cubicBezTo>
                    <a:pt x="37" y="5"/>
                    <a:pt x="27" y="0"/>
                    <a:pt x="17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6" name="Freeform 812">
              <a:extLst>
                <a:ext uri="{FF2B5EF4-FFF2-40B4-BE49-F238E27FC236}">
                  <a16:creationId xmlns:a16="http://schemas.microsoft.com/office/drawing/2014/main" id="{CB4A8247-D5A3-491A-8145-01EF482F4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328"/>
              <a:ext cx="94" cy="35"/>
            </a:xfrm>
            <a:custGeom>
              <a:avLst/>
              <a:gdLst>
                <a:gd name="T0" fmla="*/ 332 w 49"/>
                <a:gd name="T1" fmla="*/ 60 h 17"/>
                <a:gd name="T2" fmla="*/ 338 w 49"/>
                <a:gd name="T3" fmla="*/ 89 h 17"/>
                <a:gd name="T4" fmla="*/ 140 w 49"/>
                <a:gd name="T5" fmla="*/ 140 h 17"/>
                <a:gd name="T6" fmla="*/ 8 w 49"/>
                <a:gd name="T7" fmla="*/ 60 h 17"/>
                <a:gd name="T8" fmla="*/ 44 w 49"/>
                <a:gd name="T9" fmla="*/ 0 h 17"/>
                <a:gd name="T10" fmla="*/ 44 w 49"/>
                <a:gd name="T11" fmla="*/ 0 h 17"/>
                <a:gd name="T12" fmla="*/ 0 w 49"/>
                <a:gd name="T13" fmla="*/ 68 h 17"/>
                <a:gd name="T14" fmla="*/ 140 w 49"/>
                <a:gd name="T15" fmla="*/ 148 h 17"/>
                <a:gd name="T16" fmla="*/ 338 w 49"/>
                <a:gd name="T17" fmla="*/ 89 h 17"/>
                <a:gd name="T18" fmla="*/ 332 w 49"/>
                <a:gd name="T19" fmla="*/ 6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17">
                  <a:moveTo>
                    <a:pt x="47" y="7"/>
                  </a:moveTo>
                  <a:cubicBezTo>
                    <a:pt x="48" y="7"/>
                    <a:pt x="48" y="8"/>
                    <a:pt x="48" y="10"/>
                  </a:cubicBezTo>
                  <a:cubicBezTo>
                    <a:pt x="47" y="13"/>
                    <a:pt x="38" y="17"/>
                    <a:pt x="20" y="16"/>
                  </a:cubicBezTo>
                  <a:cubicBezTo>
                    <a:pt x="7" y="16"/>
                    <a:pt x="1" y="11"/>
                    <a:pt x="1" y="7"/>
                  </a:cubicBezTo>
                  <a:cubicBezTo>
                    <a:pt x="0" y="5"/>
                    <a:pt x="2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2"/>
                    <a:pt x="0" y="4"/>
                    <a:pt x="0" y="8"/>
                  </a:cubicBezTo>
                  <a:cubicBezTo>
                    <a:pt x="1" y="12"/>
                    <a:pt x="6" y="16"/>
                    <a:pt x="20" y="17"/>
                  </a:cubicBezTo>
                  <a:cubicBezTo>
                    <a:pt x="38" y="17"/>
                    <a:pt x="47" y="13"/>
                    <a:pt x="48" y="10"/>
                  </a:cubicBezTo>
                  <a:cubicBezTo>
                    <a:pt x="49" y="9"/>
                    <a:pt x="48" y="8"/>
                    <a:pt x="47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7" name="Freeform 813">
              <a:extLst>
                <a:ext uri="{FF2B5EF4-FFF2-40B4-BE49-F238E27FC236}">
                  <a16:creationId xmlns:a16="http://schemas.microsoft.com/office/drawing/2014/main" id="{2AAE68FC-E71B-446D-B6AF-509BB0CE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258"/>
              <a:ext cx="119" cy="105"/>
            </a:xfrm>
            <a:custGeom>
              <a:avLst/>
              <a:gdLst>
                <a:gd name="T0" fmla="*/ 269 w 62"/>
                <a:gd name="T1" fmla="*/ 43 h 51"/>
                <a:gd name="T2" fmla="*/ 129 w 62"/>
                <a:gd name="T3" fmla="*/ 25 h 51"/>
                <a:gd name="T4" fmla="*/ 36 w 62"/>
                <a:gd name="T5" fmla="*/ 140 h 51"/>
                <a:gd name="T6" fmla="*/ 221 w 62"/>
                <a:gd name="T7" fmla="*/ 428 h 51"/>
                <a:gd name="T8" fmla="*/ 424 w 62"/>
                <a:gd name="T9" fmla="*/ 229 h 51"/>
                <a:gd name="T10" fmla="*/ 269 w 62"/>
                <a:gd name="T11" fmla="*/ 4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38" y="5"/>
                  </a:moveTo>
                  <a:cubicBezTo>
                    <a:pt x="31" y="2"/>
                    <a:pt x="25" y="0"/>
                    <a:pt x="18" y="3"/>
                  </a:cubicBezTo>
                  <a:cubicBezTo>
                    <a:pt x="12" y="5"/>
                    <a:pt x="7" y="9"/>
                    <a:pt x="5" y="16"/>
                  </a:cubicBezTo>
                  <a:cubicBezTo>
                    <a:pt x="0" y="30"/>
                    <a:pt x="13" y="47"/>
                    <a:pt x="31" y="49"/>
                  </a:cubicBezTo>
                  <a:cubicBezTo>
                    <a:pt x="50" y="51"/>
                    <a:pt x="62" y="37"/>
                    <a:pt x="60" y="26"/>
                  </a:cubicBezTo>
                  <a:cubicBezTo>
                    <a:pt x="57" y="15"/>
                    <a:pt x="52" y="12"/>
                    <a:pt x="38" y="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8" name="Freeform 814">
              <a:extLst>
                <a:ext uri="{FF2B5EF4-FFF2-40B4-BE49-F238E27FC236}">
                  <a16:creationId xmlns:a16="http://schemas.microsoft.com/office/drawing/2014/main" id="{E3BC79A5-A3D9-4366-AA23-A57AE16AF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295"/>
              <a:ext cx="99" cy="66"/>
            </a:xfrm>
            <a:custGeom>
              <a:avLst/>
              <a:gdLst>
                <a:gd name="T0" fmla="*/ 357 w 51"/>
                <a:gd name="T1" fmla="*/ 72 h 32"/>
                <a:gd name="T2" fmla="*/ 336 w 51"/>
                <a:gd name="T3" fmla="*/ 0 h 32"/>
                <a:gd name="T4" fmla="*/ 351 w 51"/>
                <a:gd name="T5" fmla="*/ 52 h 32"/>
                <a:gd name="T6" fmla="*/ 155 w 51"/>
                <a:gd name="T7" fmla="*/ 256 h 32"/>
                <a:gd name="T8" fmla="*/ 0 w 51"/>
                <a:gd name="T9" fmla="*/ 149 h 32"/>
                <a:gd name="T10" fmla="*/ 169 w 51"/>
                <a:gd name="T11" fmla="*/ 264 h 32"/>
                <a:gd name="T12" fmla="*/ 357 w 51"/>
                <a:gd name="T13" fmla="*/ 7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2">
                  <a:moveTo>
                    <a:pt x="49" y="8"/>
                  </a:moveTo>
                  <a:cubicBezTo>
                    <a:pt x="49" y="5"/>
                    <a:pt x="47" y="2"/>
                    <a:pt x="46" y="0"/>
                  </a:cubicBezTo>
                  <a:cubicBezTo>
                    <a:pt x="47" y="1"/>
                    <a:pt x="48" y="4"/>
                    <a:pt x="48" y="6"/>
                  </a:cubicBezTo>
                  <a:cubicBezTo>
                    <a:pt x="50" y="17"/>
                    <a:pt x="39" y="30"/>
                    <a:pt x="21" y="29"/>
                  </a:cubicBezTo>
                  <a:cubicBezTo>
                    <a:pt x="12" y="28"/>
                    <a:pt x="5" y="23"/>
                    <a:pt x="0" y="17"/>
                  </a:cubicBezTo>
                  <a:cubicBezTo>
                    <a:pt x="4" y="24"/>
                    <a:pt x="13" y="29"/>
                    <a:pt x="23" y="30"/>
                  </a:cubicBezTo>
                  <a:cubicBezTo>
                    <a:pt x="40" y="32"/>
                    <a:pt x="51" y="19"/>
                    <a:pt x="49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9" name="Freeform 815">
              <a:extLst>
                <a:ext uri="{FF2B5EF4-FFF2-40B4-BE49-F238E27FC236}">
                  <a16:creationId xmlns:a16="http://schemas.microsoft.com/office/drawing/2014/main" id="{E7B6D609-83DD-4897-89D8-CB07CAD88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260"/>
              <a:ext cx="99" cy="72"/>
            </a:xfrm>
            <a:custGeom>
              <a:avLst/>
              <a:gdLst>
                <a:gd name="T0" fmla="*/ 31 w 51"/>
                <a:gd name="T1" fmla="*/ 148 h 35"/>
                <a:gd name="T2" fmla="*/ 124 w 51"/>
                <a:gd name="T3" fmla="*/ 33 h 35"/>
                <a:gd name="T4" fmla="*/ 264 w 51"/>
                <a:gd name="T5" fmla="*/ 60 h 35"/>
                <a:gd name="T6" fmla="*/ 373 w 51"/>
                <a:gd name="T7" fmla="*/ 148 h 35"/>
                <a:gd name="T8" fmla="*/ 256 w 51"/>
                <a:gd name="T9" fmla="*/ 43 h 35"/>
                <a:gd name="T10" fmla="*/ 116 w 51"/>
                <a:gd name="T11" fmla="*/ 25 h 35"/>
                <a:gd name="T12" fmla="*/ 23 w 51"/>
                <a:gd name="T13" fmla="*/ 132 h 35"/>
                <a:gd name="T14" fmla="*/ 52 w 51"/>
                <a:gd name="T15" fmla="*/ 304 h 35"/>
                <a:gd name="T16" fmla="*/ 31 w 51"/>
                <a:gd name="T17" fmla="*/ 14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5">
                  <a:moveTo>
                    <a:pt x="4" y="17"/>
                  </a:moveTo>
                  <a:cubicBezTo>
                    <a:pt x="6" y="10"/>
                    <a:pt x="11" y="7"/>
                    <a:pt x="17" y="4"/>
                  </a:cubicBezTo>
                  <a:cubicBezTo>
                    <a:pt x="23" y="1"/>
                    <a:pt x="29" y="4"/>
                    <a:pt x="36" y="7"/>
                  </a:cubicBezTo>
                  <a:cubicBezTo>
                    <a:pt x="44" y="11"/>
                    <a:pt x="48" y="13"/>
                    <a:pt x="51" y="17"/>
                  </a:cubicBezTo>
                  <a:cubicBezTo>
                    <a:pt x="48" y="12"/>
                    <a:pt x="44" y="9"/>
                    <a:pt x="35" y="5"/>
                  </a:cubicBezTo>
                  <a:cubicBezTo>
                    <a:pt x="28" y="2"/>
                    <a:pt x="22" y="0"/>
                    <a:pt x="16" y="3"/>
                  </a:cubicBezTo>
                  <a:cubicBezTo>
                    <a:pt x="10" y="5"/>
                    <a:pt x="5" y="9"/>
                    <a:pt x="3" y="15"/>
                  </a:cubicBezTo>
                  <a:cubicBezTo>
                    <a:pt x="0" y="22"/>
                    <a:pt x="3" y="29"/>
                    <a:pt x="7" y="35"/>
                  </a:cubicBezTo>
                  <a:cubicBezTo>
                    <a:pt x="3" y="30"/>
                    <a:pt x="2" y="23"/>
                    <a:pt x="4" y="1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0" name="Freeform 816">
              <a:extLst>
                <a:ext uri="{FF2B5EF4-FFF2-40B4-BE49-F238E27FC236}">
                  <a16:creationId xmlns:a16="http://schemas.microsoft.com/office/drawing/2014/main" id="{62F4CB2F-658C-42A1-A724-95BCC5FD2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277"/>
              <a:ext cx="79" cy="66"/>
            </a:xfrm>
            <a:custGeom>
              <a:avLst/>
              <a:gdLst>
                <a:gd name="T0" fmla="*/ 245 w 41"/>
                <a:gd name="T1" fmla="*/ 107 h 32"/>
                <a:gd name="T2" fmla="*/ 100 w 41"/>
                <a:gd name="T3" fmla="*/ 221 h 32"/>
                <a:gd name="T4" fmla="*/ 71 w 41"/>
                <a:gd name="T5" fmla="*/ 35 h 32"/>
                <a:gd name="T6" fmla="*/ 245 w 41"/>
                <a:gd name="T7" fmla="*/ 10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34" y="12"/>
                  </a:moveTo>
                  <a:cubicBezTo>
                    <a:pt x="41" y="24"/>
                    <a:pt x="28" y="32"/>
                    <a:pt x="14" y="25"/>
                  </a:cubicBezTo>
                  <a:cubicBezTo>
                    <a:pt x="0" y="17"/>
                    <a:pt x="5" y="7"/>
                    <a:pt x="10" y="4"/>
                  </a:cubicBezTo>
                  <a:cubicBezTo>
                    <a:pt x="16" y="0"/>
                    <a:pt x="30" y="6"/>
                    <a:pt x="34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1" name="Freeform 817">
              <a:extLst>
                <a:ext uri="{FF2B5EF4-FFF2-40B4-BE49-F238E27FC236}">
                  <a16:creationId xmlns:a16="http://schemas.microsoft.com/office/drawing/2014/main" id="{9626E016-6D87-44F6-B264-6EEC09C57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297"/>
              <a:ext cx="61" cy="44"/>
            </a:xfrm>
            <a:custGeom>
              <a:avLst/>
              <a:gdLst>
                <a:gd name="T0" fmla="*/ 221 w 32"/>
                <a:gd name="T1" fmla="*/ 84 h 21"/>
                <a:gd name="T2" fmla="*/ 76 w 32"/>
                <a:gd name="T3" fmla="*/ 109 h 21"/>
                <a:gd name="T4" fmla="*/ 8 w 32"/>
                <a:gd name="T5" fmla="*/ 0 h 21"/>
                <a:gd name="T6" fmla="*/ 69 w 32"/>
                <a:gd name="T7" fmla="*/ 136 h 21"/>
                <a:gd name="T8" fmla="*/ 221 w 32"/>
                <a:gd name="T9" fmla="*/ 8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32" y="9"/>
                  </a:moveTo>
                  <a:cubicBezTo>
                    <a:pt x="30" y="15"/>
                    <a:pt x="21" y="18"/>
                    <a:pt x="11" y="12"/>
                  </a:cubicBezTo>
                  <a:cubicBezTo>
                    <a:pt x="3" y="8"/>
                    <a:pt x="1" y="4"/>
                    <a:pt x="1" y="0"/>
                  </a:cubicBezTo>
                  <a:cubicBezTo>
                    <a:pt x="0" y="4"/>
                    <a:pt x="1" y="10"/>
                    <a:pt x="10" y="15"/>
                  </a:cubicBezTo>
                  <a:cubicBezTo>
                    <a:pt x="21" y="21"/>
                    <a:pt x="32" y="16"/>
                    <a:pt x="32" y="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2" name="Freeform 818">
              <a:extLst>
                <a:ext uri="{FF2B5EF4-FFF2-40B4-BE49-F238E27FC236}">
                  <a16:creationId xmlns:a16="http://schemas.microsoft.com/office/drawing/2014/main" id="{82801657-7B3F-40FF-9DB5-778BFB417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281"/>
              <a:ext cx="33" cy="14"/>
            </a:xfrm>
            <a:custGeom>
              <a:avLst/>
              <a:gdLst>
                <a:gd name="T0" fmla="*/ 124 w 17"/>
                <a:gd name="T1" fmla="*/ 56 h 7"/>
                <a:gd name="T2" fmla="*/ 0 w 17"/>
                <a:gd name="T3" fmla="*/ 8 h 7"/>
                <a:gd name="T4" fmla="*/ 124 w 17"/>
                <a:gd name="T5" fmla="*/ 5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17" y="7"/>
                  </a:moveTo>
                  <a:cubicBezTo>
                    <a:pt x="13" y="3"/>
                    <a:pt x="4" y="0"/>
                    <a:pt x="0" y="1"/>
                  </a:cubicBezTo>
                  <a:cubicBezTo>
                    <a:pt x="4" y="2"/>
                    <a:pt x="12" y="4"/>
                    <a:pt x="17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3" name="Freeform 819">
              <a:extLst>
                <a:ext uri="{FF2B5EF4-FFF2-40B4-BE49-F238E27FC236}">
                  <a16:creationId xmlns:a16="http://schemas.microsoft.com/office/drawing/2014/main" id="{F7611F5E-4D63-45A4-981D-E49FC1E8A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316"/>
              <a:ext cx="51" cy="29"/>
            </a:xfrm>
            <a:custGeom>
              <a:avLst/>
              <a:gdLst>
                <a:gd name="T0" fmla="*/ 0 w 26"/>
                <a:gd name="T1" fmla="*/ 0 h 14"/>
                <a:gd name="T2" fmla="*/ 196 w 26"/>
                <a:gd name="T3" fmla="*/ 64 h 14"/>
                <a:gd name="T4" fmla="*/ 0 w 2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0" y="0"/>
                  </a:moveTo>
                  <a:cubicBezTo>
                    <a:pt x="2" y="4"/>
                    <a:pt x="15" y="14"/>
                    <a:pt x="26" y="7"/>
                  </a:cubicBezTo>
                  <a:cubicBezTo>
                    <a:pt x="22" y="1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4" name="Freeform 820">
              <a:extLst>
                <a:ext uri="{FF2B5EF4-FFF2-40B4-BE49-F238E27FC236}">
                  <a16:creationId xmlns:a16="http://schemas.microsoft.com/office/drawing/2014/main" id="{3F9EDF3B-495E-44B2-901B-011264EB2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258"/>
              <a:ext cx="119" cy="105"/>
            </a:xfrm>
            <a:custGeom>
              <a:avLst/>
              <a:gdLst>
                <a:gd name="T0" fmla="*/ 269 w 62"/>
                <a:gd name="T1" fmla="*/ 43 h 51"/>
                <a:gd name="T2" fmla="*/ 129 w 62"/>
                <a:gd name="T3" fmla="*/ 25 h 51"/>
                <a:gd name="T4" fmla="*/ 36 w 62"/>
                <a:gd name="T5" fmla="*/ 140 h 51"/>
                <a:gd name="T6" fmla="*/ 221 w 62"/>
                <a:gd name="T7" fmla="*/ 428 h 51"/>
                <a:gd name="T8" fmla="*/ 424 w 62"/>
                <a:gd name="T9" fmla="*/ 229 h 51"/>
                <a:gd name="T10" fmla="*/ 269 w 62"/>
                <a:gd name="T11" fmla="*/ 4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38" y="5"/>
                  </a:moveTo>
                  <a:cubicBezTo>
                    <a:pt x="31" y="2"/>
                    <a:pt x="25" y="0"/>
                    <a:pt x="18" y="3"/>
                  </a:cubicBezTo>
                  <a:cubicBezTo>
                    <a:pt x="12" y="5"/>
                    <a:pt x="7" y="9"/>
                    <a:pt x="5" y="16"/>
                  </a:cubicBezTo>
                  <a:cubicBezTo>
                    <a:pt x="0" y="30"/>
                    <a:pt x="13" y="47"/>
                    <a:pt x="31" y="49"/>
                  </a:cubicBezTo>
                  <a:cubicBezTo>
                    <a:pt x="50" y="51"/>
                    <a:pt x="62" y="37"/>
                    <a:pt x="60" y="26"/>
                  </a:cubicBezTo>
                  <a:cubicBezTo>
                    <a:pt x="57" y="15"/>
                    <a:pt x="52" y="12"/>
                    <a:pt x="38" y="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5" name="Freeform 821">
              <a:extLst>
                <a:ext uri="{FF2B5EF4-FFF2-40B4-BE49-F238E27FC236}">
                  <a16:creationId xmlns:a16="http://schemas.microsoft.com/office/drawing/2014/main" id="{B881ABBC-8B2C-4956-847D-7002DFF18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285"/>
              <a:ext cx="61" cy="54"/>
            </a:xfrm>
            <a:custGeom>
              <a:avLst/>
              <a:gdLst>
                <a:gd name="T0" fmla="*/ 200 w 32"/>
                <a:gd name="T1" fmla="*/ 73 h 26"/>
                <a:gd name="T2" fmla="*/ 200 w 32"/>
                <a:gd name="T3" fmla="*/ 181 h 26"/>
                <a:gd name="T4" fmla="*/ 61 w 32"/>
                <a:gd name="T5" fmla="*/ 189 h 26"/>
                <a:gd name="T6" fmla="*/ 0 w 32"/>
                <a:gd name="T7" fmla="*/ 81 h 26"/>
                <a:gd name="T8" fmla="*/ 36 w 32"/>
                <a:gd name="T9" fmla="*/ 0 h 26"/>
                <a:gd name="T10" fmla="*/ 36 w 32"/>
                <a:gd name="T11" fmla="*/ 0 h 26"/>
                <a:gd name="T12" fmla="*/ 0 w 32"/>
                <a:gd name="T13" fmla="*/ 81 h 26"/>
                <a:gd name="T14" fmla="*/ 61 w 32"/>
                <a:gd name="T15" fmla="*/ 189 h 26"/>
                <a:gd name="T16" fmla="*/ 200 w 32"/>
                <a:gd name="T17" fmla="*/ 181 h 26"/>
                <a:gd name="T18" fmla="*/ 200 w 32"/>
                <a:gd name="T19" fmla="*/ 7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26">
                  <a:moveTo>
                    <a:pt x="29" y="8"/>
                  </a:moveTo>
                  <a:cubicBezTo>
                    <a:pt x="32" y="13"/>
                    <a:pt x="32" y="17"/>
                    <a:pt x="29" y="20"/>
                  </a:cubicBezTo>
                  <a:cubicBezTo>
                    <a:pt x="25" y="23"/>
                    <a:pt x="18" y="25"/>
                    <a:pt x="9" y="21"/>
                  </a:cubicBezTo>
                  <a:cubicBezTo>
                    <a:pt x="2" y="16"/>
                    <a:pt x="0" y="12"/>
                    <a:pt x="0" y="9"/>
                  </a:cubicBezTo>
                  <a:cubicBezTo>
                    <a:pt x="0" y="5"/>
                    <a:pt x="2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2"/>
                    <a:pt x="0" y="5"/>
                    <a:pt x="0" y="9"/>
                  </a:cubicBezTo>
                  <a:cubicBezTo>
                    <a:pt x="0" y="12"/>
                    <a:pt x="1" y="17"/>
                    <a:pt x="9" y="21"/>
                  </a:cubicBezTo>
                  <a:cubicBezTo>
                    <a:pt x="18" y="26"/>
                    <a:pt x="26" y="24"/>
                    <a:pt x="29" y="20"/>
                  </a:cubicBezTo>
                  <a:cubicBezTo>
                    <a:pt x="32" y="17"/>
                    <a:pt x="32" y="13"/>
                    <a:pt x="29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6" name="Freeform 822">
              <a:extLst>
                <a:ext uri="{FF2B5EF4-FFF2-40B4-BE49-F238E27FC236}">
                  <a16:creationId xmlns:a16="http://schemas.microsoft.com/office/drawing/2014/main" id="{A9398538-EB05-4EEA-816C-AE08452FB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324"/>
              <a:ext cx="170" cy="116"/>
            </a:xfrm>
            <a:custGeom>
              <a:avLst/>
              <a:gdLst>
                <a:gd name="T0" fmla="*/ 79 w 88"/>
                <a:gd name="T1" fmla="*/ 116 h 56"/>
                <a:gd name="T2" fmla="*/ 93 w 88"/>
                <a:gd name="T3" fmla="*/ 365 h 56"/>
                <a:gd name="T4" fmla="*/ 448 w 88"/>
                <a:gd name="T5" fmla="*/ 497 h 56"/>
                <a:gd name="T6" fmla="*/ 634 w 88"/>
                <a:gd name="T7" fmla="*/ 340 h 56"/>
                <a:gd name="T8" fmla="*/ 79 w 88"/>
                <a:gd name="T9" fmla="*/ 11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6">
                  <a:moveTo>
                    <a:pt x="11" y="13"/>
                  </a:moveTo>
                  <a:cubicBezTo>
                    <a:pt x="0" y="20"/>
                    <a:pt x="2" y="32"/>
                    <a:pt x="13" y="41"/>
                  </a:cubicBezTo>
                  <a:cubicBezTo>
                    <a:pt x="24" y="51"/>
                    <a:pt x="45" y="56"/>
                    <a:pt x="62" y="56"/>
                  </a:cubicBezTo>
                  <a:cubicBezTo>
                    <a:pt x="83" y="55"/>
                    <a:pt x="88" y="47"/>
                    <a:pt x="88" y="38"/>
                  </a:cubicBezTo>
                  <a:cubicBezTo>
                    <a:pt x="88" y="19"/>
                    <a:pt x="33" y="0"/>
                    <a:pt x="11" y="1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7" name="Freeform 823">
              <a:extLst>
                <a:ext uri="{FF2B5EF4-FFF2-40B4-BE49-F238E27FC236}">
                  <a16:creationId xmlns:a16="http://schemas.microsoft.com/office/drawing/2014/main" id="{AA6B66C8-DB2A-4D38-86D0-1CD2706E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328"/>
              <a:ext cx="141" cy="106"/>
            </a:xfrm>
            <a:custGeom>
              <a:avLst/>
              <a:gdLst>
                <a:gd name="T0" fmla="*/ 0 w 73"/>
                <a:gd name="T1" fmla="*/ 91 h 51"/>
                <a:gd name="T2" fmla="*/ 512 w 73"/>
                <a:gd name="T3" fmla="*/ 324 h 51"/>
                <a:gd name="T4" fmla="*/ 448 w 73"/>
                <a:gd name="T5" fmla="*/ 457 h 51"/>
                <a:gd name="T6" fmla="*/ 525 w 73"/>
                <a:gd name="T7" fmla="*/ 324 h 51"/>
                <a:gd name="T8" fmla="*/ 0 w 73"/>
                <a:gd name="T9" fmla="*/ 9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1">
                  <a:moveTo>
                    <a:pt x="0" y="10"/>
                  </a:moveTo>
                  <a:cubicBezTo>
                    <a:pt x="23" y="2"/>
                    <a:pt x="71" y="19"/>
                    <a:pt x="71" y="36"/>
                  </a:cubicBezTo>
                  <a:cubicBezTo>
                    <a:pt x="71" y="42"/>
                    <a:pt x="69" y="47"/>
                    <a:pt x="62" y="51"/>
                  </a:cubicBezTo>
                  <a:cubicBezTo>
                    <a:pt x="70" y="47"/>
                    <a:pt x="73" y="42"/>
                    <a:pt x="73" y="36"/>
                  </a:cubicBezTo>
                  <a:cubicBezTo>
                    <a:pt x="73" y="18"/>
                    <a:pt x="22" y="0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8" name="Freeform 824">
              <a:extLst>
                <a:ext uri="{FF2B5EF4-FFF2-40B4-BE49-F238E27FC236}">
                  <a16:creationId xmlns:a16="http://schemas.microsoft.com/office/drawing/2014/main" id="{8D6BD679-F739-4078-A033-F05E2F753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357"/>
              <a:ext cx="114" cy="81"/>
            </a:xfrm>
            <a:custGeom>
              <a:avLst/>
              <a:gdLst>
                <a:gd name="T0" fmla="*/ 425 w 59"/>
                <a:gd name="T1" fmla="*/ 341 h 39"/>
                <a:gd name="T2" fmla="*/ 108 w 59"/>
                <a:gd name="T3" fmla="*/ 208 h 39"/>
                <a:gd name="T4" fmla="*/ 52 w 59"/>
                <a:gd name="T5" fmla="*/ 0 h 39"/>
                <a:gd name="T6" fmla="*/ 93 w 59"/>
                <a:gd name="T7" fmla="*/ 224 h 39"/>
                <a:gd name="T8" fmla="*/ 425 w 59"/>
                <a:gd name="T9" fmla="*/ 341 h 39"/>
                <a:gd name="T10" fmla="*/ 425 w 59"/>
                <a:gd name="T11" fmla="*/ 341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9">
                  <a:moveTo>
                    <a:pt x="59" y="38"/>
                  </a:moveTo>
                  <a:cubicBezTo>
                    <a:pt x="43" y="39"/>
                    <a:pt x="25" y="32"/>
                    <a:pt x="15" y="23"/>
                  </a:cubicBezTo>
                  <a:cubicBezTo>
                    <a:pt x="6" y="15"/>
                    <a:pt x="3" y="7"/>
                    <a:pt x="7" y="0"/>
                  </a:cubicBezTo>
                  <a:cubicBezTo>
                    <a:pt x="0" y="7"/>
                    <a:pt x="4" y="17"/>
                    <a:pt x="13" y="25"/>
                  </a:cubicBezTo>
                  <a:cubicBezTo>
                    <a:pt x="23" y="34"/>
                    <a:pt x="43" y="39"/>
                    <a:pt x="59" y="38"/>
                  </a:cubicBezTo>
                  <a:cubicBezTo>
                    <a:pt x="59" y="38"/>
                    <a:pt x="59" y="38"/>
                    <a:pt x="59" y="3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9" name="Freeform 825">
              <a:extLst>
                <a:ext uri="{FF2B5EF4-FFF2-40B4-BE49-F238E27FC236}">
                  <a16:creationId xmlns:a16="http://schemas.microsoft.com/office/drawing/2014/main" id="{5835F8CC-E3A0-46A7-B931-566B21977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353"/>
              <a:ext cx="116" cy="66"/>
            </a:xfrm>
            <a:custGeom>
              <a:avLst/>
              <a:gdLst>
                <a:gd name="T0" fmla="*/ 420 w 60"/>
                <a:gd name="T1" fmla="*/ 184 h 32"/>
                <a:gd name="T2" fmla="*/ 145 w 60"/>
                <a:gd name="T3" fmla="*/ 212 h 32"/>
                <a:gd name="T4" fmla="*/ 85 w 60"/>
                <a:gd name="T5" fmla="*/ 35 h 32"/>
                <a:gd name="T6" fmla="*/ 420 w 60"/>
                <a:gd name="T7" fmla="*/ 18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2">
                  <a:moveTo>
                    <a:pt x="58" y="21"/>
                  </a:moveTo>
                  <a:cubicBezTo>
                    <a:pt x="56" y="32"/>
                    <a:pt x="33" y="30"/>
                    <a:pt x="20" y="24"/>
                  </a:cubicBezTo>
                  <a:cubicBezTo>
                    <a:pt x="7" y="18"/>
                    <a:pt x="0" y="8"/>
                    <a:pt x="12" y="4"/>
                  </a:cubicBezTo>
                  <a:cubicBezTo>
                    <a:pt x="25" y="0"/>
                    <a:pt x="60" y="11"/>
                    <a:pt x="58" y="2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0" name="Freeform 826">
              <a:extLst>
                <a:ext uri="{FF2B5EF4-FFF2-40B4-BE49-F238E27FC236}">
                  <a16:creationId xmlns:a16="http://schemas.microsoft.com/office/drawing/2014/main" id="{2D6EFBBA-BFA5-44BD-BC5A-C80C63724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370"/>
              <a:ext cx="106" cy="49"/>
            </a:xfrm>
            <a:custGeom>
              <a:avLst/>
              <a:gdLst>
                <a:gd name="T0" fmla="*/ 129 w 55"/>
                <a:gd name="T1" fmla="*/ 112 h 24"/>
                <a:gd name="T2" fmla="*/ 29 w 55"/>
                <a:gd name="T3" fmla="*/ 0 h 24"/>
                <a:gd name="T4" fmla="*/ 123 w 55"/>
                <a:gd name="T5" fmla="*/ 137 h 24"/>
                <a:gd name="T6" fmla="*/ 393 w 55"/>
                <a:gd name="T7" fmla="*/ 112 h 24"/>
                <a:gd name="T8" fmla="*/ 393 w 55"/>
                <a:gd name="T9" fmla="*/ 112 h 24"/>
                <a:gd name="T10" fmla="*/ 129 w 55"/>
                <a:gd name="T11" fmla="*/ 1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4">
                  <a:moveTo>
                    <a:pt x="18" y="13"/>
                  </a:moveTo>
                  <a:cubicBezTo>
                    <a:pt x="10" y="9"/>
                    <a:pt x="4" y="4"/>
                    <a:pt x="4" y="0"/>
                  </a:cubicBezTo>
                  <a:cubicBezTo>
                    <a:pt x="0" y="4"/>
                    <a:pt x="7" y="11"/>
                    <a:pt x="17" y="16"/>
                  </a:cubicBezTo>
                  <a:cubicBezTo>
                    <a:pt x="30" y="22"/>
                    <a:pt x="53" y="24"/>
                    <a:pt x="55" y="13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0" y="21"/>
                    <a:pt x="30" y="18"/>
                    <a:pt x="18" y="1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1" name="Freeform 827">
              <a:extLst>
                <a:ext uri="{FF2B5EF4-FFF2-40B4-BE49-F238E27FC236}">
                  <a16:creationId xmlns:a16="http://schemas.microsoft.com/office/drawing/2014/main" id="{0DFB3C12-CC98-4B1E-985A-6A3E22FF8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359"/>
              <a:ext cx="67" cy="29"/>
            </a:xfrm>
            <a:custGeom>
              <a:avLst/>
              <a:gdLst>
                <a:gd name="T0" fmla="*/ 0 w 35"/>
                <a:gd name="T1" fmla="*/ 0 h 14"/>
                <a:gd name="T2" fmla="*/ 245 w 35"/>
                <a:gd name="T3" fmla="*/ 124 h 14"/>
                <a:gd name="T4" fmla="*/ 0 w 3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4">
                  <a:moveTo>
                    <a:pt x="0" y="0"/>
                  </a:moveTo>
                  <a:cubicBezTo>
                    <a:pt x="10" y="1"/>
                    <a:pt x="30" y="6"/>
                    <a:pt x="35" y="14"/>
                  </a:cubicBezTo>
                  <a:cubicBezTo>
                    <a:pt x="32" y="12"/>
                    <a:pt x="15" y="3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2" name="Freeform 828">
              <a:extLst>
                <a:ext uri="{FF2B5EF4-FFF2-40B4-BE49-F238E27FC236}">
                  <a16:creationId xmlns:a16="http://schemas.microsoft.com/office/drawing/2014/main" id="{259B8233-F540-4C4C-9E45-10C370E28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359"/>
              <a:ext cx="58" cy="31"/>
            </a:xfrm>
            <a:custGeom>
              <a:avLst/>
              <a:gdLst>
                <a:gd name="T0" fmla="*/ 0 w 30"/>
                <a:gd name="T1" fmla="*/ 0 h 15"/>
                <a:gd name="T2" fmla="*/ 217 w 30"/>
                <a:gd name="T3" fmla="*/ 132 h 15"/>
                <a:gd name="T4" fmla="*/ 0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0"/>
                  </a:moveTo>
                  <a:cubicBezTo>
                    <a:pt x="8" y="1"/>
                    <a:pt x="27" y="6"/>
                    <a:pt x="30" y="15"/>
                  </a:cubicBezTo>
                  <a:cubicBezTo>
                    <a:pt x="28" y="10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3" name="Freeform 829">
              <a:extLst>
                <a:ext uri="{FF2B5EF4-FFF2-40B4-BE49-F238E27FC236}">
                  <a16:creationId xmlns:a16="http://schemas.microsoft.com/office/drawing/2014/main" id="{25E41EB3-EED8-48D3-AF23-7ED5E4553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396"/>
              <a:ext cx="74" cy="25"/>
            </a:xfrm>
            <a:custGeom>
              <a:avLst/>
              <a:gdLst>
                <a:gd name="T0" fmla="*/ 0 w 38"/>
                <a:gd name="T1" fmla="*/ 0 h 12"/>
                <a:gd name="T2" fmla="*/ 280 w 38"/>
                <a:gd name="T3" fmla="*/ 73 h 12"/>
                <a:gd name="T4" fmla="*/ 0 w 3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0" y="0"/>
                  </a:moveTo>
                  <a:cubicBezTo>
                    <a:pt x="4" y="4"/>
                    <a:pt x="23" y="12"/>
                    <a:pt x="38" y="8"/>
                  </a:cubicBezTo>
                  <a:cubicBezTo>
                    <a:pt x="32" y="9"/>
                    <a:pt x="15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4" name="Freeform 830">
              <a:extLst>
                <a:ext uri="{FF2B5EF4-FFF2-40B4-BE49-F238E27FC236}">
                  <a16:creationId xmlns:a16="http://schemas.microsoft.com/office/drawing/2014/main" id="{3361DBEE-344A-48EA-82B6-81991317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324"/>
              <a:ext cx="170" cy="116"/>
            </a:xfrm>
            <a:custGeom>
              <a:avLst/>
              <a:gdLst>
                <a:gd name="T0" fmla="*/ 79 w 88"/>
                <a:gd name="T1" fmla="*/ 116 h 56"/>
                <a:gd name="T2" fmla="*/ 93 w 88"/>
                <a:gd name="T3" fmla="*/ 365 h 56"/>
                <a:gd name="T4" fmla="*/ 448 w 88"/>
                <a:gd name="T5" fmla="*/ 497 h 56"/>
                <a:gd name="T6" fmla="*/ 634 w 88"/>
                <a:gd name="T7" fmla="*/ 340 h 56"/>
                <a:gd name="T8" fmla="*/ 79 w 88"/>
                <a:gd name="T9" fmla="*/ 11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6">
                  <a:moveTo>
                    <a:pt x="11" y="13"/>
                  </a:moveTo>
                  <a:cubicBezTo>
                    <a:pt x="0" y="20"/>
                    <a:pt x="2" y="32"/>
                    <a:pt x="13" y="41"/>
                  </a:cubicBezTo>
                  <a:cubicBezTo>
                    <a:pt x="24" y="51"/>
                    <a:pt x="45" y="56"/>
                    <a:pt x="62" y="56"/>
                  </a:cubicBezTo>
                  <a:cubicBezTo>
                    <a:pt x="83" y="55"/>
                    <a:pt x="88" y="47"/>
                    <a:pt x="88" y="38"/>
                  </a:cubicBezTo>
                  <a:cubicBezTo>
                    <a:pt x="88" y="19"/>
                    <a:pt x="33" y="0"/>
                    <a:pt x="11" y="1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5" name="Freeform 831">
              <a:extLst>
                <a:ext uri="{FF2B5EF4-FFF2-40B4-BE49-F238E27FC236}">
                  <a16:creationId xmlns:a16="http://schemas.microsoft.com/office/drawing/2014/main" id="{8FCC983E-5C6A-4C43-9CD0-626AF2D82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361"/>
              <a:ext cx="100" cy="56"/>
            </a:xfrm>
            <a:custGeom>
              <a:avLst/>
              <a:gdLst>
                <a:gd name="T0" fmla="*/ 0 w 52"/>
                <a:gd name="T1" fmla="*/ 64 h 27"/>
                <a:gd name="T2" fmla="*/ 100 w 52"/>
                <a:gd name="T3" fmla="*/ 176 h 27"/>
                <a:gd name="T4" fmla="*/ 325 w 52"/>
                <a:gd name="T5" fmla="*/ 216 h 27"/>
                <a:gd name="T6" fmla="*/ 369 w 52"/>
                <a:gd name="T7" fmla="*/ 151 h 27"/>
                <a:gd name="T8" fmla="*/ 369 w 52"/>
                <a:gd name="T9" fmla="*/ 151 h 27"/>
                <a:gd name="T10" fmla="*/ 321 w 52"/>
                <a:gd name="T11" fmla="*/ 207 h 27"/>
                <a:gd name="T12" fmla="*/ 100 w 52"/>
                <a:gd name="T13" fmla="*/ 168 h 27"/>
                <a:gd name="T14" fmla="*/ 0 w 52"/>
                <a:gd name="T15" fmla="*/ 64 h 27"/>
                <a:gd name="T16" fmla="*/ 44 w 52"/>
                <a:gd name="T17" fmla="*/ 0 h 27"/>
                <a:gd name="T18" fmla="*/ 44 w 52"/>
                <a:gd name="T19" fmla="*/ 0 h 27"/>
                <a:gd name="T20" fmla="*/ 0 w 52"/>
                <a:gd name="T21" fmla="*/ 6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27">
                  <a:moveTo>
                    <a:pt x="0" y="7"/>
                  </a:moveTo>
                  <a:cubicBezTo>
                    <a:pt x="0" y="11"/>
                    <a:pt x="5" y="16"/>
                    <a:pt x="14" y="20"/>
                  </a:cubicBezTo>
                  <a:cubicBezTo>
                    <a:pt x="23" y="24"/>
                    <a:pt x="37" y="27"/>
                    <a:pt x="46" y="24"/>
                  </a:cubicBezTo>
                  <a:cubicBezTo>
                    <a:pt x="50" y="23"/>
                    <a:pt x="52" y="20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20"/>
                    <a:pt x="49" y="22"/>
                    <a:pt x="45" y="23"/>
                  </a:cubicBezTo>
                  <a:cubicBezTo>
                    <a:pt x="37" y="26"/>
                    <a:pt x="23" y="24"/>
                    <a:pt x="14" y="19"/>
                  </a:cubicBezTo>
                  <a:cubicBezTo>
                    <a:pt x="6" y="16"/>
                    <a:pt x="0" y="11"/>
                    <a:pt x="0" y="7"/>
                  </a:cubicBezTo>
                  <a:cubicBezTo>
                    <a:pt x="0" y="4"/>
                    <a:pt x="2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2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6" name="Freeform 832">
              <a:extLst>
                <a:ext uri="{FF2B5EF4-FFF2-40B4-BE49-F238E27FC236}">
                  <a16:creationId xmlns:a16="http://schemas.microsoft.com/office/drawing/2014/main" id="{C77805A5-5C0C-432A-97EE-C5B5F14F5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231"/>
              <a:ext cx="172" cy="116"/>
            </a:xfrm>
            <a:custGeom>
              <a:avLst/>
              <a:gdLst>
                <a:gd name="T0" fmla="*/ 85 w 89"/>
                <a:gd name="T1" fmla="*/ 108 h 56"/>
                <a:gd name="T2" fmla="*/ 100 w 89"/>
                <a:gd name="T3" fmla="*/ 365 h 56"/>
                <a:gd name="T4" fmla="*/ 456 w 89"/>
                <a:gd name="T5" fmla="*/ 489 h 56"/>
                <a:gd name="T6" fmla="*/ 642 w 89"/>
                <a:gd name="T7" fmla="*/ 331 h 56"/>
                <a:gd name="T8" fmla="*/ 85 w 89"/>
                <a:gd name="T9" fmla="*/ 10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6">
                  <a:moveTo>
                    <a:pt x="12" y="12"/>
                  </a:moveTo>
                  <a:cubicBezTo>
                    <a:pt x="0" y="20"/>
                    <a:pt x="3" y="31"/>
                    <a:pt x="14" y="41"/>
                  </a:cubicBezTo>
                  <a:cubicBezTo>
                    <a:pt x="25" y="51"/>
                    <a:pt x="46" y="56"/>
                    <a:pt x="63" y="55"/>
                  </a:cubicBezTo>
                  <a:cubicBezTo>
                    <a:pt x="83" y="55"/>
                    <a:pt x="88" y="46"/>
                    <a:pt x="89" y="37"/>
                  </a:cubicBezTo>
                  <a:cubicBezTo>
                    <a:pt x="88" y="18"/>
                    <a:pt x="34" y="0"/>
                    <a:pt x="12" y="1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7" name="Freeform 833">
              <a:extLst>
                <a:ext uri="{FF2B5EF4-FFF2-40B4-BE49-F238E27FC236}">
                  <a16:creationId xmlns:a16="http://schemas.microsoft.com/office/drawing/2014/main" id="{15E4D09A-D1DF-4376-8881-E0487B7E0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233"/>
              <a:ext cx="143" cy="106"/>
            </a:xfrm>
            <a:custGeom>
              <a:avLst/>
              <a:gdLst>
                <a:gd name="T0" fmla="*/ 0 w 74"/>
                <a:gd name="T1" fmla="*/ 100 h 51"/>
                <a:gd name="T2" fmla="*/ 512 w 74"/>
                <a:gd name="T3" fmla="*/ 333 h 51"/>
                <a:gd name="T4" fmla="*/ 456 w 74"/>
                <a:gd name="T5" fmla="*/ 457 h 51"/>
                <a:gd name="T6" fmla="*/ 533 w 74"/>
                <a:gd name="T7" fmla="*/ 324 h 51"/>
                <a:gd name="T8" fmla="*/ 0 w 74"/>
                <a:gd name="T9" fmla="*/ 10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1">
                  <a:moveTo>
                    <a:pt x="0" y="11"/>
                  </a:moveTo>
                  <a:cubicBezTo>
                    <a:pt x="24" y="2"/>
                    <a:pt x="71" y="20"/>
                    <a:pt x="71" y="37"/>
                  </a:cubicBezTo>
                  <a:cubicBezTo>
                    <a:pt x="71" y="43"/>
                    <a:pt x="69" y="48"/>
                    <a:pt x="63" y="51"/>
                  </a:cubicBezTo>
                  <a:cubicBezTo>
                    <a:pt x="71" y="48"/>
                    <a:pt x="73" y="42"/>
                    <a:pt x="74" y="36"/>
                  </a:cubicBezTo>
                  <a:cubicBezTo>
                    <a:pt x="73" y="18"/>
                    <a:pt x="23" y="0"/>
                    <a:pt x="0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8" name="Freeform 834">
              <a:extLst>
                <a:ext uri="{FF2B5EF4-FFF2-40B4-BE49-F238E27FC236}">
                  <a16:creationId xmlns:a16="http://schemas.microsoft.com/office/drawing/2014/main" id="{ADE1FB09-0455-4247-A6C3-8B0B15E0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264"/>
              <a:ext cx="114" cy="79"/>
            </a:xfrm>
            <a:custGeom>
              <a:avLst/>
              <a:gdLst>
                <a:gd name="T0" fmla="*/ 425 w 59"/>
                <a:gd name="T1" fmla="*/ 341 h 38"/>
                <a:gd name="T2" fmla="*/ 100 w 59"/>
                <a:gd name="T3" fmla="*/ 200 h 38"/>
                <a:gd name="T4" fmla="*/ 52 w 59"/>
                <a:gd name="T5" fmla="*/ 0 h 38"/>
                <a:gd name="T6" fmla="*/ 85 w 59"/>
                <a:gd name="T7" fmla="*/ 216 h 38"/>
                <a:gd name="T8" fmla="*/ 425 w 59"/>
                <a:gd name="T9" fmla="*/ 341 h 38"/>
                <a:gd name="T10" fmla="*/ 425 w 59"/>
                <a:gd name="T11" fmla="*/ 341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8">
                  <a:moveTo>
                    <a:pt x="59" y="38"/>
                  </a:moveTo>
                  <a:cubicBezTo>
                    <a:pt x="43" y="38"/>
                    <a:pt x="25" y="31"/>
                    <a:pt x="14" y="22"/>
                  </a:cubicBezTo>
                  <a:cubicBezTo>
                    <a:pt x="6" y="15"/>
                    <a:pt x="2" y="6"/>
                    <a:pt x="7" y="0"/>
                  </a:cubicBezTo>
                  <a:cubicBezTo>
                    <a:pt x="0" y="7"/>
                    <a:pt x="3" y="16"/>
                    <a:pt x="12" y="24"/>
                  </a:cubicBezTo>
                  <a:cubicBezTo>
                    <a:pt x="23" y="34"/>
                    <a:pt x="43" y="38"/>
                    <a:pt x="59" y="38"/>
                  </a:cubicBezTo>
                  <a:cubicBezTo>
                    <a:pt x="59" y="38"/>
                    <a:pt x="59" y="38"/>
                    <a:pt x="59" y="3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9" name="Freeform 835">
              <a:extLst>
                <a:ext uri="{FF2B5EF4-FFF2-40B4-BE49-F238E27FC236}">
                  <a16:creationId xmlns:a16="http://schemas.microsoft.com/office/drawing/2014/main" id="{614FAE78-6C70-490D-B84B-E2FAC1569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260"/>
              <a:ext cx="114" cy="66"/>
            </a:xfrm>
            <a:custGeom>
              <a:avLst/>
              <a:gdLst>
                <a:gd name="T0" fmla="*/ 417 w 59"/>
                <a:gd name="T1" fmla="*/ 184 h 32"/>
                <a:gd name="T2" fmla="*/ 137 w 59"/>
                <a:gd name="T3" fmla="*/ 200 h 32"/>
                <a:gd name="T4" fmla="*/ 85 w 59"/>
                <a:gd name="T5" fmla="*/ 35 h 32"/>
                <a:gd name="T6" fmla="*/ 417 w 59"/>
                <a:gd name="T7" fmla="*/ 18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2">
                  <a:moveTo>
                    <a:pt x="58" y="21"/>
                  </a:moveTo>
                  <a:cubicBezTo>
                    <a:pt x="56" y="32"/>
                    <a:pt x="32" y="29"/>
                    <a:pt x="19" y="23"/>
                  </a:cubicBezTo>
                  <a:cubicBezTo>
                    <a:pt x="6" y="17"/>
                    <a:pt x="0" y="8"/>
                    <a:pt x="12" y="4"/>
                  </a:cubicBezTo>
                  <a:cubicBezTo>
                    <a:pt x="24" y="0"/>
                    <a:pt x="59" y="10"/>
                    <a:pt x="58" y="2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0" name="Freeform 836">
              <a:extLst>
                <a:ext uri="{FF2B5EF4-FFF2-40B4-BE49-F238E27FC236}">
                  <a16:creationId xmlns:a16="http://schemas.microsoft.com/office/drawing/2014/main" id="{E9973CE5-9F86-4357-B1DF-8D4BC2BF7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275"/>
              <a:ext cx="107" cy="51"/>
            </a:xfrm>
            <a:custGeom>
              <a:avLst/>
              <a:gdLst>
                <a:gd name="T0" fmla="*/ 125 w 55"/>
                <a:gd name="T1" fmla="*/ 112 h 25"/>
                <a:gd name="T2" fmla="*/ 31 w 55"/>
                <a:gd name="T3" fmla="*/ 0 h 25"/>
                <a:gd name="T4" fmla="*/ 117 w 55"/>
                <a:gd name="T5" fmla="*/ 137 h 25"/>
                <a:gd name="T6" fmla="*/ 405 w 55"/>
                <a:gd name="T7" fmla="*/ 120 h 25"/>
                <a:gd name="T8" fmla="*/ 405 w 55"/>
                <a:gd name="T9" fmla="*/ 120 h 25"/>
                <a:gd name="T10" fmla="*/ 125 w 55"/>
                <a:gd name="T11" fmla="*/ 11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5">
                  <a:moveTo>
                    <a:pt x="17" y="13"/>
                  </a:moveTo>
                  <a:cubicBezTo>
                    <a:pt x="9" y="10"/>
                    <a:pt x="4" y="4"/>
                    <a:pt x="4" y="0"/>
                  </a:cubicBezTo>
                  <a:cubicBezTo>
                    <a:pt x="0" y="5"/>
                    <a:pt x="6" y="11"/>
                    <a:pt x="16" y="16"/>
                  </a:cubicBezTo>
                  <a:cubicBezTo>
                    <a:pt x="29" y="22"/>
                    <a:pt x="53" y="25"/>
                    <a:pt x="55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0" y="21"/>
                    <a:pt x="29" y="19"/>
                    <a:pt x="17" y="1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1" name="Freeform 837">
              <a:extLst>
                <a:ext uri="{FF2B5EF4-FFF2-40B4-BE49-F238E27FC236}">
                  <a16:creationId xmlns:a16="http://schemas.microsoft.com/office/drawing/2014/main" id="{CDB79645-C5C8-4B72-B7BB-93886FB2A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266"/>
              <a:ext cx="68" cy="29"/>
            </a:xfrm>
            <a:custGeom>
              <a:avLst/>
              <a:gdLst>
                <a:gd name="T0" fmla="*/ 0 w 35"/>
                <a:gd name="T1" fmla="*/ 0 h 14"/>
                <a:gd name="T2" fmla="*/ 256 w 35"/>
                <a:gd name="T3" fmla="*/ 124 h 14"/>
                <a:gd name="T4" fmla="*/ 0 w 3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4">
                  <a:moveTo>
                    <a:pt x="0" y="0"/>
                  </a:moveTo>
                  <a:cubicBezTo>
                    <a:pt x="11" y="1"/>
                    <a:pt x="30" y="6"/>
                    <a:pt x="35" y="14"/>
                  </a:cubicBezTo>
                  <a:cubicBezTo>
                    <a:pt x="33" y="11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2" name="Freeform 838">
              <a:extLst>
                <a:ext uri="{FF2B5EF4-FFF2-40B4-BE49-F238E27FC236}">
                  <a16:creationId xmlns:a16="http://schemas.microsoft.com/office/drawing/2014/main" id="{D33CDB49-4820-45D6-ACE3-07D3BEB3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266"/>
              <a:ext cx="58" cy="29"/>
            </a:xfrm>
            <a:custGeom>
              <a:avLst/>
              <a:gdLst>
                <a:gd name="T0" fmla="*/ 0 w 30"/>
                <a:gd name="T1" fmla="*/ 0 h 14"/>
                <a:gd name="T2" fmla="*/ 217 w 30"/>
                <a:gd name="T3" fmla="*/ 124 h 14"/>
                <a:gd name="T4" fmla="*/ 0 w 3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">
                  <a:moveTo>
                    <a:pt x="0" y="0"/>
                  </a:moveTo>
                  <a:cubicBezTo>
                    <a:pt x="7" y="1"/>
                    <a:pt x="26" y="6"/>
                    <a:pt x="30" y="14"/>
                  </a:cubicBezTo>
                  <a:cubicBezTo>
                    <a:pt x="28" y="10"/>
                    <a:pt x="2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3" name="Freeform 839">
              <a:extLst>
                <a:ext uri="{FF2B5EF4-FFF2-40B4-BE49-F238E27FC236}">
                  <a16:creationId xmlns:a16="http://schemas.microsoft.com/office/drawing/2014/main" id="{4AB70C5E-FF27-4B84-9388-5D7BB183D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304"/>
              <a:ext cx="71" cy="24"/>
            </a:xfrm>
            <a:custGeom>
              <a:avLst/>
              <a:gdLst>
                <a:gd name="T0" fmla="*/ 0 w 37"/>
                <a:gd name="T1" fmla="*/ 0 h 12"/>
                <a:gd name="T2" fmla="*/ 261 w 37"/>
                <a:gd name="T3" fmla="*/ 64 h 12"/>
                <a:gd name="T4" fmla="*/ 0 w 3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2">
                  <a:moveTo>
                    <a:pt x="0" y="0"/>
                  </a:moveTo>
                  <a:cubicBezTo>
                    <a:pt x="4" y="4"/>
                    <a:pt x="23" y="12"/>
                    <a:pt x="37" y="8"/>
                  </a:cubicBezTo>
                  <a:cubicBezTo>
                    <a:pt x="31" y="9"/>
                    <a:pt x="1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4" name="Freeform 840">
              <a:extLst>
                <a:ext uri="{FF2B5EF4-FFF2-40B4-BE49-F238E27FC236}">
                  <a16:creationId xmlns:a16="http://schemas.microsoft.com/office/drawing/2014/main" id="{C70C4346-EF79-426D-AC5A-BD62F0CB5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231"/>
              <a:ext cx="172" cy="116"/>
            </a:xfrm>
            <a:custGeom>
              <a:avLst/>
              <a:gdLst>
                <a:gd name="T0" fmla="*/ 85 w 89"/>
                <a:gd name="T1" fmla="*/ 108 h 56"/>
                <a:gd name="T2" fmla="*/ 100 w 89"/>
                <a:gd name="T3" fmla="*/ 365 h 56"/>
                <a:gd name="T4" fmla="*/ 456 w 89"/>
                <a:gd name="T5" fmla="*/ 489 h 56"/>
                <a:gd name="T6" fmla="*/ 642 w 89"/>
                <a:gd name="T7" fmla="*/ 331 h 56"/>
                <a:gd name="T8" fmla="*/ 85 w 89"/>
                <a:gd name="T9" fmla="*/ 10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6">
                  <a:moveTo>
                    <a:pt x="12" y="12"/>
                  </a:moveTo>
                  <a:cubicBezTo>
                    <a:pt x="0" y="20"/>
                    <a:pt x="3" y="31"/>
                    <a:pt x="14" y="41"/>
                  </a:cubicBezTo>
                  <a:cubicBezTo>
                    <a:pt x="25" y="51"/>
                    <a:pt x="46" y="56"/>
                    <a:pt x="63" y="55"/>
                  </a:cubicBezTo>
                  <a:cubicBezTo>
                    <a:pt x="83" y="55"/>
                    <a:pt x="88" y="46"/>
                    <a:pt x="89" y="37"/>
                  </a:cubicBezTo>
                  <a:cubicBezTo>
                    <a:pt x="88" y="18"/>
                    <a:pt x="34" y="0"/>
                    <a:pt x="12" y="1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5" name="Freeform 841">
              <a:extLst>
                <a:ext uri="{FF2B5EF4-FFF2-40B4-BE49-F238E27FC236}">
                  <a16:creationId xmlns:a16="http://schemas.microsoft.com/office/drawing/2014/main" id="{5022ECA3-0FB4-46EE-B0CE-B606972C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269"/>
              <a:ext cx="103" cy="53"/>
            </a:xfrm>
            <a:custGeom>
              <a:avLst/>
              <a:gdLst>
                <a:gd name="T0" fmla="*/ 0 w 53"/>
                <a:gd name="T1" fmla="*/ 49 h 26"/>
                <a:gd name="T2" fmla="*/ 101 w 53"/>
                <a:gd name="T3" fmla="*/ 171 h 26"/>
                <a:gd name="T4" fmla="*/ 336 w 53"/>
                <a:gd name="T5" fmla="*/ 204 h 26"/>
                <a:gd name="T6" fmla="*/ 389 w 53"/>
                <a:gd name="T7" fmla="*/ 145 h 26"/>
                <a:gd name="T8" fmla="*/ 389 w 53"/>
                <a:gd name="T9" fmla="*/ 145 h 26"/>
                <a:gd name="T10" fmla="*/ 336 w 53"/>
                <a:gd name="T11" fmla="*/ 196 h 26"/>
                <a:gd name="T12" fmla="*/ 109 w 53"/>
                <a:gd name="T13" fmla="*/ 163 h 26"/>
                <a:gd name="T14" fmla="*/ 8 w 53"/>
                <a:gd name="T15" fmla="*/ 49 h 26"/>
                <a:gd name="T16" fmla="*/ 52 w 53"/>
                <a:gd name="T17" fmla="*/ 0 h 26"/>
                <a:gd name="T18" fmla="*/ 52 w 53"/>
                <a:gd name="T19" fmla="*/ 0 h 26"/>
                <a:gd name="T20" fmla="*/ 0 w 53"/>
                <a:gd name="T21" fmla="*/ 49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6">
                  <a:moveTo>
                    <a:pt x="0" y="6"/>
                  </a:moveTo>
                  <a:cubicBezTo>
                    <a:pt x="0" y="10"/>
                    <a:pt x="6" y="16"/>
                    <a:pt x="14" y="20"/>
                  </a:cubicBezTo>
                  <a:cubicBezTo>
                    <a:pt x="23" y="24"/>
                    <a:pt x="38" y="26"/>
                    <a:pt x="46" y="24"/>
                  </a:cubicBezTo>
                  <a:cubicBezTo>
                    <a:pt x="50" y="22"/>
                    <a:pt x="52" y="20"/>
                    <a:pt x="53" y="17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2" y="20"/>
                    <a:pt x="50" y="22"/>
                    <a:pt x="46" y="23"/>
                  </a:cubicBezTo>
                  <a:cubicBezTo>
                    <a:pt x="37" y="26"/>
                    <a:pt x="23" y="23"/>
                    <a:pt x="15" y="19"/>
                  </a:cubicBezTo>
                  <a:cubicBezTo>
                    <a:pt x="6" y="15"/>
                    <a:pt x="1" y="10"/>
                    <a:pt x="1" y="6"/>
                  </a:cubicBezTo>
                  <a:cubicBezTo>
                    <a:pt x="1" y="4"/>
                    <a:pt x="3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2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6" name="Freeform 842">
              <a:extLst>
                <a:ext uri="{FF2B5EF4-FFF2-40B4-BE49-F238E27FC236}">
                  <a16:creationId xmlns:a16="http://schemas.microsoft.com/office/drawing/2014/main" id="{6115CF84-4C10-446C-B312-A84537350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167"/>
              <a:ext cx="120" cy="83"/>
            </a:xfrm>
            <a:custGeom>
              <a:avLst/>
              <a:gdLst>
                <a:gd name="T0" fmla="*/ 132 w 62"/>
                <a:gd name="T1" fmla="*/ 35 h 40"/>
                <a:gd name="T2" fmla="*/ 52 w 62"/>
                <a:gd name="T3" fmla="*/ 125 h 40"/>
                <a:gd name="T4" fmla="*/ 225 w 62"/>
                <a:gd name="T5" fmla="*/ 357 h 40"/>
                <a:gd name="T6" fmla="*/ 449 w 62"/>
                <a:gd name="T7" fmla="*/ 168 h 40"/>
                <a:gd name="T8" fmla="*/ 372 w 62"/>
                <a:gd name="T9" fmla="*/ 25 h 40"/>
                <a:gd name="T10" fmla="*/ 232 w 62"/>
                <a:gd name="T11" fmla="*/ 17 h 40"/>
                <a:gd name="T12" fmla="*/ 132 w 62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0">
                  <a:moveTo>
                    <a:pt x="18" y="4"/>
                  </a:moveTo>
                  <a:cubicBezTo>
                    <a:pt x="13" y="6"/>
                    <a:pt x="9" y="9"/>
                    <a:pt x="7" y="14"/>
                  </a:cubicBezTo>
                  <a:cubicBezTo>
                    <a:pt x="0" y="29"/>
                    <a:pt x="15" y="40"/>
                    <a:pt x="31" y="40"/>
                  </a:cubicBezTo>
                  <a:cubicBezTo>
                    <a:pt x="48" y="39"/>
                    <a:pt x="61" y="28"/>
                    <a:pt x="62" y="19"/>
                  </a:cubicBezTo>
                  <a:cubicBezTo>
                    <a:pt x="62" y="10"/>
                    <a:pt x="58" y="5"/>
                    <a:pt x="51" y="3"/>
                  </a:cubicBezTo>
                  <a:cubicBezTo>
                    <a:pt x="44" y="0"/>
                    <a:pt x="36" y="2"/>
                    <a:pt x="32" y="2"/>
                  </a:cubicBezTo>
                  <a:cubicBezTo>
                    <a:pt x="27" y="3"/>
                    <a:pt x="22" y="2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7" name="Freeform 843">
              <a:extLst>
                <a:ext uri="{FF2B5EF4-FFF2-40B4-BE49-F238E27FC236}">
                  <a16:creationId xmlns:a16="http://schemas.microsoft.com/office/drawing/2014/main" id="{B1B2A3B8-7801-46B6-BB86-729E5516C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170"/>
              <a:ext cx="98" cy="37"/>
            </a:xfrm>
            <a:custGeom>
              <a:avLst/>
              <a:gdLst>
                <a:gd name="T0" fmla="*/ 284 w 51"/>
                <a:gd name="T1" fmla="*/ 16 h 18"/>
                <a:gd name="T2" fmla="*/ 163 w 51"/>
                <a:gd name="T3" fmla="*/ 16 h 18"/>
                <a:gd name="T4" fmla="*/ 71 w 51"/>
                <a:gd name="T5" fmla="*/ 33 h 18"/>
                <a:gd name="T6" fmla="*/ 0 w 51"/>
                <a:gd name="T7" fmla="*/ 97 h 18"/>
                <a:gd name="T8" fmla="*/ 63 w 51"/>
                <a:gd name="T9" fmla="*/ 43 h 18"/>
                <a:gd name="T10" fmla="*/ 156 w 51"/>
                <a:gd name="T11" fmla="*/ 33 h 18"/>
                <a:gd name="T12" fmla="*/ 277 w 51"/>
                <a:gd name="T13" fmla="*/ 25 h 18"/>
                <a:gd name="T14" fmla="*/ 354 w 51"/>
                <a:gd name="T15" fmla="*/ 156 h 18"/>
                <a:gd name="T16" fmla="*/ 354 w 51"/>
                <a:gd name="T17" fmla="*/ 156 h 18"/>
                <a:gd name="T18" fmla="*/ 284 w 51"/>
                <a:gd name="T19" fmla="*/ 16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8">
                  <a:moveTo>
                    <a:pt x="40" y="2"/>
                  </a:moveTo>
                  <a:cubicBezTo>
                    <a:pt x="34" y="0"/>
                    <a:pt x="27" y="2"/>
                    <a:pt x="23" y="2"/>
                  </a:cubicBezTo>
                  <a:cubicBezTo>
                    <a:pt x="18" y="3"/>
                    <a:pt x="13" y="2"/>
                    <a:pt x="10" y="4"/>
                  </a:cubicBezTo>
                  <a:cubicBezTo>
                    <a:pt x="5" y="6"/>
                    <a:pt x="2" y="7"/>
                    <a:pt x="0" y="11"/>
                  </a:cubicBezTo>
                  <a:cubicBezTo>
                    <a:pt x="2" y="8"/>
                    <a:pt x="5" y="7"/>
                    <a:pt x="9" y="5"/>
                  </a:cubicBezTo>
                  <a:cubicBezTo>
                    <a:pt x="12" y="4"/>
                    <a:pt x="17" y="4"/>
                    <a:pt x="22" y="4"/>
                  </a:cubicBezTo>
                  <a:cubicBezTo>
                    <a:pt x="26" y="3"/>
                    <a:pt x="33" y="2"/>
                    <a:pt x="39" y="3"/>
                  </a:cubicBezTo>
                  <a:cubicBezTo>
                    <a:pt x="46" y="6"/>
                    <a:pt x="50" y="9"/>
                    <a:pt x="50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1" y="9"/>
                    <a:pt x="47" y="4"/>
                    <a:pt x="4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8" name="Freeform 844">
              <a:extLst>
                <a:ext uri="{FF2B5EF4-FFF2-40B4-BE49-F238E27FC236}">
                  <a16:creationId xmlns:a16="http://schemas.microsoft.com/office/drawing/2014/main" id="{0668BA0C-AA2B-4CD8-9C19-199BC0A0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92"/>
              <a:ext cx="110" cy="56"/>
            </a:xfrm>
            <a:custGeom>
              <a:avLst/>
              <a:gdLst>
                <a:gd name="T0" fmla="*/ 216 w 57"/>
                <a:gd name="T1" fmla="*/ 224 h 27"/>
                <a:gd name="T2" fmla="*/ 52 w 57"/>
                <a:gd name="T3" fmla="*/ 0 h 27"/>
                <a:gd name="T4" fmla="*/ 56 w 57"/>
                <a:gd name="T5" fmla="*/ 0 h 27"/>
                <a:gd name="T6" fmla="*/ 44 w 57"/>
                <a:gd name="T7" fmla="*/ 17 h 27"/>
                <a:gd name="T8" fmla="*/ 216 w 57"/>
                <a:gd name="T9" fmla="*/ 241 h 27"/>
                <a:gd name="T10" fmla="*/ 409 w 57"/>
                <a:gd name="T11" fmla="*/ 108 h 27"/>
                <a:gd name="T12" fmla="*/ 216 w 57"/>
                <a:gd name="T13" fmla="*/ 2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7">
                  <a:moveTo>
                    <a:pt x="30" y="25"/>
                  </a:moveTo>
                  <a:cubicBezTo>
                    <a:pt x="15" y="25"/>
                    <a:pt x="1" y="15"/>
                    <a:pt x="7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7" y="1"/>
                    <a:pt x="7" y="1"/>
                    <a:pt x="6" y="2"/>
                  </a:cubicBezTo>
                  <a:cubicBezTo>
                    <a:pt x="0" y="16"/>
                    <a:pt x="14" y="27"/>
                    <a:pt x="30" y="27"/>
                  </a:cubicBezTo>
                  <a:cubicBezTo>
                    <a:pt x="43" y="26"/>
                    <a:pt x="53" y="19"/>
                    <a:pt x="57" y="12"/>
                  </a:cubicBezTo>
                  <a:cubicBezTo>
                    <a:pt x="53" y="18"/>
                    <a:pt x="43" y="25"/>
                    <a:pt x="30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9" name="Freeform 845">
              <a:extLst>
                <a:ext uri="{FF2B5EF4-FFF2-40B4-BE49-F238E27FC236}">
                  <a16:creationId xmlns:a16="http://schemas.microsoft.com/office/drawing/2014/main" id="{58FC27A2-4911-4E5C-968D-85F4A7C0D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192"/>
              <a:ext cx="64" cy="33"/>
            </a:xfrm>
            <a:custGeom>
              <a:avLst/>
              <a:gdLst>
                <a:gd name="T0" fmla="*/ 240 w 33"/>
                <a:gd name="T1" fmla="*/ 43 h 16"/>
                <a:gd name="T2" fmla="*/ 80 w 33"/>
                <a:gd name="T3" fmla="*/ 132 h 16"/>
                <a:gd name="T4" fmla="*/ 31 w 33"/>
                <a:gd name="T5" fmla="*/ 35 h 16"/>
                <a:gd name="T6" fmla="*/ 140 w 33"/>
                <a:gd name="T7" fmla="*/ 0 h 16"/>
                <a:gd name="T8" fmla="*/ 240 w 33"/>
                <a:gd name="T9" fmla="*/ 4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6">
                  <a:moveTo>
                    <a:pt x="33" y="5"/>
                  </a:moveTo>
                  <a:cubicBezTo>
                    <a:pt x="33" y="13"/>
                    <a:pt x="21" y="16"/>
                    <a:pt x="11" y="15"/>
                  </a:cubicBezTo>
                  <a:cubicBezTo>
                    <a:pt x="2" y="14"/>
                    <a:pt x="0" y="8"/>
                    <a:pt x="4" y="4"/>
                  </a:cubicBezTo>
                  <a:cubicBezTo>
                    <a:pt x="8" y="1"/>
                    <a:pt x="11" y="0"/>
                    <a:pt x="19" y="0"/>
                  </a:cubicBezTo>
                  <a:cubicBezTo>
                    <a:pt x="27" y="0"/>
                    <a:pt x="33" y="1"/>
                    <a:pt x="33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0" name="Freeform 846">
              <a:extLst>
                <a:ext uri="{FF2B5EF4-FFF2-40B4-BE49-F238E27FC236}">
                  <a16:creationId xmlns:a16="http://schemas.microsoft.com/office/drawing/2014/main" id="{C5ABE15E-DFE9-442B-B46C-C9CF7EEC2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203"/>
              <a:ext cx="62" cy="22"/>
            </a:xfrm>
            <a:custGeom>
              <a:avLst/>
              <a:gdLst>
                <a:gd name="T0" fmla="*/ 79 w 32"/>
                <a:gd name="T1" fmla="*/ 64 h 11"/>
                <a:gd name="T2" fmla="*/ 8 w 32"/>
                <a:gd name="T3" fmla="*/ 8 h 11"/>
                <a:gd name="T4" fmla="*/ 72 w 32"/>
                <a:gd name="T5" fmla="*/ 80 h 11"/>
                <a:gd name="T6" fmla="*/ 233 w 32"/>
                <a:gd name="T7" fmla="*/ 0 h 11"/>
                <a:gd name="T8" fmla="*/ 79 w 32"/>
                <a:gd name="T9" fmla="*/ 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">
                  <a:moveTo>
                    <a:pt x="11" y="8"/>
                  </a:moveTo>
                  <a:cubicBezTo>
                    <a:pt x="5" y="7"/>
                    <a:pt x="2" y="4"/>
                    <a:pt x="1" y="1"/>
                  </a:cubicBezTo>
                  <a:cubicBezTo>
                    <a:pt x="0" y="5"/>
                    <a:pt x="2" y="9"/>
                    <a:pt x="10" y="10"/>
                  </a:cubicBezTo>
                  <a:cubicBezTo>
                    <a:pt x="20" y="11"/>
                    <a:pt x="31" y="8"/>
                    <a:pt x="32" y="0"/>
                  </a:cubicBezTo>
                  <a:cubicBezTo>
                    <a:pt x="30" y="7"/>
                    <a:pt x="20" y="9"/>
                    <a:pt x="11" y="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1" name="Freeform 847">
              <a:extLst>
                <a:ext uri="{FF2B5EF4-FFF2-40B4-BE49-F238E27FC236}">
                  <a16:creationId xmlns:a16="http://schemas.microsoft.com/office/drawing/2014/main" id="{06D5B65C-A2B3-4740-89E8-7795A5873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188"/>
              <a:ext cx="40" cy="8"/>
            </a:xfrm>
            <a:custGeom>
              <a:avLst/>
              <a:gdLst>
                <a:gd name="T0" fmla="*/ 0 w 21"/>
                <a:gd name="T1" fmla="*/ 32 h 4"/>
                <a:gd name="T2" fmla="*/ 145 w 21"/>
                <a:gd name="T3" fmla="*/ 32 h 4"/>
                <a:gd name="T4" fmla="*/ 61 w 21"/>
                <a:gd name="T5" fmla="*/ 24 h 4"/>
                <a:gd name="T6" fmla="*/ 0 w 21"/>
                <a:gd name="T7" fmla="*/ 3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">
                  <a:moveTo>
                    <a:pt x="0" y="4"/>
                  </a:moveTo>
                  <a:cubicBezTo>
                    <a:pt x="6" y="2"/>
                    <a:pt x="16" y="0"/>
                    <a:pt x="21" y="4"/>
                  </a:cubicBezTo>
                  <a:cubicBezTo>
                    <a:pt x="18" y="3"/>
                    <a:pt x="13" y="3"/>
                    <a:pt x="9" y="3"/>
                  </a:cubicBezTo>
                  <a:cubicBezTo>
                    <a:pt x="5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2" name="Freeform 848">
              <a:extLst>
                <a:ext uri="{FF2B5EF4-FFF2-40B4-BE49-F238E27FC236}">
                  <a16:creationId xmlns:a16="http://schemas.microsoft.com/office/drawing/2014/main" id="{2DDE098B-B649-4A98-8C05-F5EC7FF66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186"/>
              <a:ext cx="39" cy="10"/>
            </a:xfrm>
            <a:custGeom>
              <a:avLst/>
              <a:gdLst>
                <a:gd name="T0" fmla="*/ 80 w 20"/>
                <a:gd name="T1" fmla="*/ 8 h 5"/>
                <a:gd name="T2" fmla="*/ 0 w 20"/>
                <a:gd name="T3" fmla="*/ 16 h 5"/>
                <a:gd name="T4" fmla="*/ 148 w 20"/>
                <a:gd name="T5" fmla="*/ 40 h 5"/>
                <a:gd name="T6" fmla="*/ 80 w 20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">
                  <a:moveTo>
                    <a:pt x="11" y="1"/>
                  </a:moveTo>
                  <a:cubicBezTo>
                    <a:pt x="8" y="0"/>
                    <a:pt x="5" y="1"/>
                    <a:pt x="0" y="2"/>
                  </a:cubicBezTo>
                  <a:cubicBezTo>
                    <a:pt x="4" y="1"/>
                    <a:pt x="17" y="1"/>
                    <a:pt x="20" y="5"/>
                  </a:cubicBezTo>
                  <a:cubicBezTo>
                    <a:pt x="19" y="4"/>
                    <a:pt x="16" y="1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3" name="Freeform 849">
              <a:extLst>
                <a:ext uri="{FF2B5EF4-FFF2-40B4-BE49-F238E27FC236}">
                  <a16:creationId xmlns:a16="http://schemas.microsoft.com/office/drawing/2014/main" id="{D40A3426-44A7-44B4-BC9F-188615395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219"/>
              <a:ext cx="44" cy="14"/>
            </a:xfrm>
            <a:custGeom>
              <a:avLst/>
              <a:gdLst>
                <a:gd name="T0" fmla="*/ 0 w 23"/>
                <a:gd name="T1" fmla="*/ 16 h 7"/>
                <a:gd name="T2" fmla="*/ 161 w 23"/>
                <a:gd name="T3" fmla="*/ 0 h 7"/>
                <a:gd name="T4" fmla="*/ 0 w 23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">
                  <a:moveTo>
                    <a:pt x="0" y="2"/>
                  </a:moveTo>
                  <a:cubicBezTo>
                    <a:pt x="3" y="3"/>
                    <a:pt x="15" y="5"/>
                    <a:pt x="23" y="0"/>
                  </a:cubicBezTo>
                  <a:cubicBezTo>
                    <a:pt x="21" y="2"/>
                    <a:pt x="9" y="7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4" name="Freeform 850">
              <a:extLst>
                <a:ext uri="{FF2B5EF4-FFF2-40B4-BE49-F238E27FC236}">
                  <a16:creationId xmlns:a16="http://schemas.microsoft.com/office/drawing/2014/main" id="{69DE4FA3-3852-456F-A488-3544F6876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167"/>
              <a:ext cx="120" cy="83"/>
            </a:xfrm>
            <a:custGeom>
              <a:avLst/>
              <a:gdLst>
                <a:gd name="T0" fmla="*/ 132 w 62"/>
                <a:gd name="T1" fmla="*/ 35 h 40"/>
                <a:gd name="T2" fmla="*/ 52 w 62"/>
                <a:gd name="T3" fmla="*/ 125 h 40"/>
                <a:gd name="T4" fmla="*/ 225 w 62"/>
                <a:gd name="T5" fmla="*/ 357 h 40"/>
                <a:gd name="T6" fmla="*/ 449 w 62"/>
                <a:gd name="T7" fmla="*/ 168 h 40"/>
                <a:gd name="T8" fmla="*/ 372 w 62"/>
                <a:gd name="T9" fmla="*/ 25 h 40"/>
                <a:gd name="T10" fmla="*/ 232 w 62"/>
                <a:gd name="T11" fmla="*/ 17 h 40"/>
                <a:gd name="T12" fmla="*/ 132 w 62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0">
                  <a:moveTo>
                    <a:pt x="18" y="4"/>
                  </a:moveTo>
                  <a:cubicBezTo>
                    <a:pt x="13" y="6"/>
                    <a:pt x="9" y="9"/>
                    <a:pt x="7" y="14"/>
                  </a:cubicBezTo>
                  <a:cubicBezTo>
                    <a:pt x="0" y="29"/>
                    <a:pt x="15" y="40"/>
                    <a:pt x="31" y="40"/>
                  </a:cubicBezTo>
                  <a:cubicBezTo>
                    <a:pt x="48" y="39"/>
                    <a:pt x="61" y="28"/>
                    <a:pt x="62" y="19"/>
                  </a:cubicBezTo>
                  <a:cubicBezTo>
                    <a:pt x="62" y="10"/>
                    <a:pt x="58" y="5"/>
                    <a:pt x="51" y="3"/>
                  </a:cubicBezTo>
                  <a:cubicBezTo>
                    <a:pt x="44" y="0"/>
                    <a:pt x="36" y="2"/>
                    <a:pt x="32" y="2"/>
                  </a:cubicBezTo>
                  <a:cubicBezTo>
                    <a:pt x="27" y="3"/>
                    <a:pt x="22" y="2"/>
                    <a:pt x="18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5" name="Freeform 851">
              <a:extLst>
                <a:ext uri="{FF2B5EF4-FFF2-40B4-BE49-F238E27FC236}">
                  <a16:creationId xmlns:a16="http://schemas.microsoft.com/office/drawing/2014/main" id="{6854D29D-2C33-4083-9B99-FE5F593B2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200"/>
              <a:ext cx="62" cy="25"/>
            </a:xfrm>
            <a:custGeom>
              <a:avLst/>
              <a:gdLst>
                <a:gd name="T0" fmla="*/ 8 w 32"/>
                <a:gd name="T1" fmla="*/ 56 h 12"/>
                <a:gd name="T2" fmla="*/ 72 w 32"/>
                <a:gd name="T3" fmla="*/ 100 h 12"/>
                <a:gd name="T4" fmla="*/ 211 w 32"/>
                <a:gd name="T5" fmla="*/ 65 h 12"/>
                <a:gd name="T6" fmla="*/ 233 w 32"/>
                <a:gd name="T7" fmla="*/ 8 h 12"/>
                <a:gd name="T8" fmla="*/ 233 w 32"/>
                <a:gd name="T9" fmla="*/ 8 h 12"/>
                <a:gd name="T10" fmla="*/ 211 w 32"/>
                <a:gd name="T11" fmla="*/ 65 h 12"/>
                <a:gd name="T12" fmla="*/ 79 w 32"/>
                <a:gd name="T13" fmla="*/ 100 h 12"/>
                <a:gd name="T14" fmla="*/ 8 w 32"/>
                <a:gd name="T15" fmla="*/ 56 h 12"/>
                <a:gd name="T16" fmla="*/ 23 w 32"/>
                <a:gd name="T17" fmla="*/ 0 h 12"/>
                <a:gd name="T18" fmla="*/ 23 w 32"/>
                <a:gd name="T19" fmla="*/ 0 h 12"/>
                <a:gd name="T20" fmla="*/ 8 w 32"/>
                <a:gd name="T21" fmla="*/ 56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12">
                  <a:moveTo>
                    <a:pt x="1" y="6"/>
                  </a:moveTo>
                  <a:cubicBezTo>
                    <a:pt x="2" y="9"/>
                    <a:pt x="5" y="11"/>
                    <a:pt x="10" y="11"/>
                  </a:cubicBezTo>
                  <a:cubicBezTo>
                    <a:pt x="18" y="12"/>
                    <a:pt x="25" y="11"/>
                    <a:pt x="29" y="7"/>
                  </a:cubicBezTo>
                  <a:cubicBezTo>
                    <a:pt x="31" y="6"/>
                    <a:pt x="32" y="3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3"/>
                    <a:pt x="31" y="5"/>
                    <a:pt x="29" y="7"/>
                  </a:cubicBezTo>
                  <a:cubicBezTo>
                    <a:pt x="25" y="10"/>
                    <a:pt x="18" y="12"/>
                    <a:pt x="11" y="11"/>
                  </a:cubicBezTo>
                  <a:cubicBezTo>
                    <a:pt x="6" y="10"/>
                    <a:pt x="2" y="8"/>
                    <a:pt x="1" y="6"/>
                  </a:cubicBezTo>
                  <a:cubicBezTo>
                    <a:pt x="1" y="4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6" name="Freeform 852">
              <a:extLst>
                <a:ext uri="{FF2B5EF4-FFF2-40B4-BE49-F238E27FC236}">
                  <a16:creationId xmlns:a16="http://schemas.microsoft.com/office/drawing/2014/main" id="{69653F52-92F5-4F8C-8DA4-EFD639442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306"/>
              <a:ext cx="87" cy="115"/>
            </a:xfrm>
            <a:custGeom>
              <a:avLst/>
              <a:gdLst>
                <a:gd name="T0" fmla="*/ 8 w 45"/>
                <a:gd name="T1" fmla="*/ 253 h 56"/>
                <a:gd name="T2" fmla="*/ 29 w 45"/>
                <a:gd name="T3" fmla="*/ 409 h 56"/>
                <a:gd name="T4" fmla="*/ 145 w 45"/>
                <a:gd name="T5" fmla="*/ 476 h 56"/>
                <a:gd name="T6" fmla="*/ 296 w 45"/>
                <a:gd name="T7" fmla="*/ 199 h 56"/>
                <a:gd name="T8" fmla="*/ 101 w 45"/>
                <a:gd name="T9" fmla="*/ 43 h 56"/>
                <a:gd name="T10" fmla="*/ 8 w 45"/>
                <a:gd name="T11" fmla="*/ 25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6">
                  <a:moveTo>
                    <a:pt x="1" y="29"/>
                  </a:moveTo>
                  <a:cubicBezTo>
                    <a:pt x="0" y="36"/>
                    <a:pt x="0" y="42"/>
                    <a:pt x="4" y="47"/>
                  </a:cubicBezTo>
                  <a:cubicBezTo>
                    <a:pt x="8" y="52"/>
                    <a:pt x="13" y="55"/>
                    <a:pt x="20" y="55"/>
                  </a:cubicBezTo>
                  <a:cubicBezTo>
                    <a:pt x="33" y="56"/>
                    <a:pt x="45" y="39"/>
                    <a:pt x="41" y="23"/>
                  </a:cubicBezTo>
                  <a:cubicBezTo>
                    <a:pt x="38" y="6"/>
                    <a:pt x="23" y="0"/>
                    <a:pt x="14" y="5"/>
                  </a:cubicBezTo>
                  <a:cubicBezTo>
                    <a:pt x="5" y="10"/>
                    <a:pt x="4" y="15"/>
                    <a:pt x="1" y="2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7" name="Freeform 853">
              <a:extLst>
                <a:ext uri="{FF2B5EF4-FFF2-40B4-BE49-F238E27FC236}">
                  <a16:creationId xmlns:a16="http://schemas.microsoft.com/office/drawing/2014/main" id="{D7E3C269-85AF-4C6B-A6BF-EE6B5BBD5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308"/>
              <a:ext cx="66" cy="93"/>
            </a:xfrm>
            <a:custGeom>
              <a:avLst/>
              <a:gdLst>
                <a:gd name="T0" fmla="*/ 45 w 34"/>
                <a:gd name="T1" fmla="*/ 43 h 45"/>
                <a:gd name="T2" fmla="*/ 0 w 34"/>
                <a:gd name="T3" fmla="*/ 89 h 45"/>
                <a:gd name="T4" fmla="*/ 37 w 34"/>
                <a:gd name="T5" fmla="*/ 52 h 45"/>
                <a:gd name="T6" fmla="*/ 225 w 34"/>
                <a:gd name="T7" fmla="*/ 205 h 45"/>
                <a:gd name="T8" fmla="*/ 196 w 34"/>
                <a:gd name="T9" fmla="*/ 397 h 45"/>
                <a:gd name="T10" fmla="*/ 241 w 34"/>
                <a:gd name="T11" fmla="*/ 192 h 45"/>
                <a:gd name="T12" fmla="*/ 45 w 34"/>
                <a:gd name="T13" fmla="*/ 4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5">
                  <a:moveTo>
                    <a:pt x="6" y="5"/>
                  </a:moveTo>
                  <a:cubicBezTo>
                    <a:pt x="3" y="6"/>
                    <a:pt x="1" y="8"/>
                    <a:pt x="0" y="10"/>
                  </a:cubicBezTo>
                  <a:cubicBezTo>
                    <a:pt x="1" y="9"/>
                    <a:pt x="3" y="7"/>
                    <a:pt x="5" y="6"/>
                  </a:cubicBezTo>
                  <a:cubicBezTo>
                    <a:pt x="14" y="1"/>
                    <a:pt x="28" y="7"/>
                    <a:pt x="31" y="23"/>
                  </a:cubicBezTo>
                  <a:cubicBezTo>
                    <a:pt x="33" y="31"/>
                    <a:pt x="31" y="39"/>
                    <a:pt x="27" y="45"/>
                  </a:cubicBezTo>
                  <a:cubicBezTo>
                    <a:pt x="32" y="39"/>
                    <a:pt x="34" y="31"/>
                    <a:pt x="33" y="22"/>
                  </a:cubicBezTo>
                  <a:cubicBezTo>
                    <a:pt x="30" y="6"/>
                    <a:pt x="15" y="0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8" name="Freeform 854">
              <a:extLst>
                <a:ext uri="{FF2B5EF4-FFF2-40B4-BE49-F238E27FC236}">
                  <a16:creationId xmlns:a16="http://schemas.microsoft.com/office/drawing/2014/main" id="{C195E67F-0D19-40F5-82F6-E0AE84473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330"/>
              <a:ext cx="68" cy="87"/>
            </a:xfrm>
            <a:custGeom>
              <a:avLst/>
              <a:gdLst>
                <a:gd name="T0" fmla="*/ 140 w 35"/>
                <a:gd name="T1" fmla="*/ 365 h 42"/>
                <a:gd name="T2" fmla="*/ 37 w 35"/>
                <a:gd name="T3" fmla="*/ 292 h 42"/>
                <a:gd name="T4" fmla="*/ 16 w 35"/>
                <a:gd name="T5" fmla="*/ 141 h 42"/>
                <a:gd name="T6" fmla="*/ 52 w 35"/>
                <a:gd name="T7" fmla="*/ 0 h 42"/>
                <a:gd name="T8" fmla="*/ 8 w 35"/>
                <a:gd name="T9" fmla="*/ 151 h 42"/>
                <a:gd name="T10" fmla="*/ 31 w 35"/>
                <a:gd name="T11" fmla="*/ 313 h 42"/>
                <a:gd name="T12" fmla="*/ 132 w 35"/>
                <a:gd name="T13" fmla="*/ 373 h 42"/>
                <a:gd name="T14" fmla="*/ 256 w 35"/>
                <a:gd name="T15" fmla="*/ 284 h 42"/>
                <a:gd name="T16" fmla="*/ 140 w 35"/>
                <a:gd name="T17" fmla="*/ 36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42">
                  <a:moveTo>
                    <a:pt x="19" y="41"/>
                  </a:moveTo>
                  <a:cubicBezTo>
                    <a:pt x="13" y="41"/>
                    <a:pt x="9" y="37"/>
                    <a:pt x="5" y="33"/>
                  </a:cubicBezTo>
                  <a:cubicBezTo>
                    <a:pt x="1" y="28"/>
                    <a:pt x="1" y="23"/>
                    <a:pt x="2" y="16"/>
                  </a:cubicBezTo>
                  <a:cubicBezTo>
                    <a:pt x="4" y="8"/>
                    <a:pt x="5" y="3"/>
                    <a:pt x="7" y="0"/>
                  </a:cubicBezTo>
                  <a:cubicBezTo>
                    <a:pt x="4" y="3"/>
                    <a:pt x="3" y="8"/>
                    <a:pt x="1" y="17"/>
                  </a:cubicBezTo>
                  <a:cubicBezTo>
                    <a:pt x="0" y="24"/>
                    <a:pt x="0" y="30"/>
                    <a:pt x="4" y="35"/>
                  </a:cubicBezTo>
                  <a:cubicBezTo>
                    <a:pt x="8" y="39"/>
                    <a:pt x="12" y="42"/>
                    <a:pt x="18" y="42"/>
                  </a:cubicBezTo>
                  <a:cubicBezTo>
                    <a:pt x="25" y="42"/>
                    <a:pt x="31" y="38"/>
                    <a:pt x="35" y="32"/>
                  </a:cubicBezTo>
                  <a:cubicBezTo>
                    <a:pt x="31" y="38"/>
                    <a:pt x="25" y="41"/>
                    <a:pt x="19" y="41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9" name="Freeform 855">
              <a:extLst>
                <a:ext uri="{FF2B5EF4-FFF2-40B4-BE49-F238E27FC236}">
                  <a16:creationId xmlns:a16="http://schemas.microsoft.com/office/drawing/2014/main" id="{CBA4C7D4-5D8C-4B22-97C5-CD0CA95EA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324"/>
              <a:ext cx="49" cy="79"/>
            </a:xfrm>
            <a:custGeom>
              <a:avLst/>
              <a:gdLst>
                <a:gd name="T0" fmla="*/ 47 w 25"/>
                <a:gd name="T1" fmla="*/ 83 h 38"/>
                <a:gd name="T2" fmla="*/ 165 w 25"/>
                <a:gd name="T3" fmla="*/ 208 h 38"/>
                <a:gd name="T4" fmla="*/ 39 w 25"/>
                <a:gd name="T5" fmla="*/ 297 h 38"/>
                <a:gd name="T6" fmla="*/ 47 w 25"/>
                <a:gd name="T7" fmla="*/ 8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8">
                  <a:moveTo>
                    <a:pt x="6" y="9"/>
                  </a:moveTo>
                  <a:cubicBezTo>
                    <a:pt x="13" y="0"/>
                    <a:pt x="25" y="9"/>
                    <a:pt x="22" y="23"/>
                  </a:cubicBezTo>
                  <a:cubicBezTo>
                    <a:pt x="19" y="38"/>
                    <a:pt x="9" y="37"/>
                    <a:pt x="5" y="33"/>
                  </a:cubicBezTo>
                  <a:cubicBezTo>
                    <a:pt x="0" y="29"/>
                    <a:pt x="1" y="15"/>
                    <a:pt x="6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0" name="Freeform 856">
              <a:extLst>
                <a:ext uri="{FF2B5EF4-FFF2-40B4-BE49-F238E27FC236}">
                  <a16:creationId xmlns:a16="http://schemas.microsoft.com/office/drawing/2014/main" id="{1E9FEDC4-06C2-4F9E-A9C0-1B8743517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332"/>
              <a:ext cx="25" cy="64"/>
            </a:xfrm>
            <a:custGeom>
              <a:avLst/>
              <a:gdLst>
                <a:gd name="T0" fmla="*/ 0 w 13"/>
                <a:gd name="T1" fmla="*/ 17 h 31"/>
                <a:gd name="T2" fmla="*/ 56 w 13"/>
                <a:gd name="T3" fmla="*/ 175 h 31"/>
                <a:gd name="T4" fmla="*/ 0 w 13"/>
                <a:gd name="T5" fmla="*/ 273 h 31"/>
                <a:gd name="T6" fmla="*/ 77 w 13"/>
                <a:gd name="T7" fmla="*/ 167 h 31"/>
                <a:gd name="T8" fmla="*/ 0 w 13"/>
                <a:gd name="T9" fmla="*/ 1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0" y="2"/>
                  </a:moveTo>
                  <a:cubicBezTo>
                    <a:pt x="6" y="2"/>
                    <a:pt x="11" y="10"/>
                    <a:pt x="8" y="20"/>
                  </a:cubicBezTo>
                  <a:cubicBezTo>
                    <a:pt x="7" y="27"/>
                    <a:pt x="3" y="30"/>
                    <a:pt x="0" y="31"/>
                  </a:cubicBezTo>
                  <a:cubicBezTo>
                    <a:pt x="4" y="31"/>
                    <a:pt x="9" y="28"/>
                    <a:pt x="11" y="19"/>
                  </a:cubicBezTo>
                  <a:cubicBezTo>
                    <a:pt x="13" y="8"/>
                    <a:pt x="6" y="0"/>
                    <a:pt x="0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1" name="Freeform 857">
              <a:extLst>
                <a:ext uri="{FF2B5EF4-FFF2-40B4-BE49-F238E27FC236}">
                  <a16:creationId xmlns:a16="http://schemas.microsoft.com/office/drawing/2014/main" id="{8B863F5F-3E5F-4D29-8109-59EB1E4DF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351"/>
              <a:ext cx="4" cy="35"/>
            </a:xfrm>
            <a:custGeom>
              <a:avLst/>
              <a:gdLst>
                <a:gd name="T0" fmla="*/ 16 w 2"/>
                <a:gd name="T1" fmla="*/ 0 h 17"/>
                <a:gd name="T2" fmla="*/ 16 w 2"/>
                <a:gd name="T3" fmla="*/ 148 h 17"/>
                <a:gd name="T4" fmla="*/ 16 w 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0" y="5"/>
                    <a:pt x="0" y="13"/>
                    <a:pt x="2" y="17"/>
                  </a:cubicBezTo>
                  <a:cubicBezTo>
                    <a:pt x="1" y="13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2" name="Freeform 858">
              <a:extLst>
                <a:ext uri="{FF2B5EF4-FFF2-40B4-BE49-F238E27FC236}">
                  <a16:creationId xmlns:a16="http://schemas.microsoft.com/office/drawing/2014/main" id="{BF1BD9E8-A074-4A9D-9B81-D04D0A4A8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339"/>
              <a:ext cx="20" cy="51"/>
            </a:xfrm>
            <a:custGeom>
              <a:avLst/>
              <a:gdLst>
                <a:gd name="T0" fmla="*/ 16 w 10"/>
                <a:gd name="T1" fmla="*/ 212 h 25"/>
                <a:gd name="T2" fmla="*/ 0 w 10"/>
                <a:gd name="T3" fmla="*/ 0 h 25"/>
                <a:gd name="T4" fmla="*/ 16 w 10"/>
                <a:gd name="T5" fmla="*/ 21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2" y="25"/>
                  </a:moveTo>
                  <a:cubicBezTo>
                    <a:pt x="4" y="22"/>
                    <a:pt x="9" y="7"/>
                    <a:pt x="0" y="0"/>
                  </a:cubicBezTo>
                  <a:cubicBezTo>
                    <a:pt x="5" y="2"/>
                    <a:pt x="10" y="14"/>
                    <a:pt x="2" y="2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3" name="Freeform 859">
              <a:extLst>
                <a:ext uri="{FF2B5EF4-FFF2-40B4-BE49-F238E27FC236}">
                  <a16:creationId xmlns:a16="http://schemas.microsoft.com/office/drawing/2014/main" id="{9E11CD6B-EA2B-4FC0-BC3D-93929EFDE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306"/>
              <a:ext cx="87" cy="115"/>
            </a:xfrm>
            <a:custGeom>
              <a:avLst/>
              <a:gdLst>
                <a:gd name="T0" fmla="*/ 8 w 45"/>
                <a:gd name="T1" fmla="*/ 253 h 56"/>
                <a:gd name="T2" fmla="*/ 29 w 45"/>
                <a:gd name="T3" fmla="*/ 409 h 56"/>
                <a:gd name="T4" fmla="*/ 145 w 45"/>
                <a:gd name="T5" fmla="*/ 476 h 56"/>
                <a:gd name="T6" fmla="*/ 296 w 45"/>
                <a:gd name="T7" fmla="*/ 199 h 56"/>
                <a:gd name="T8" fmla="*/ 101 w 45"/>
                <a:gd name="T9" fmla="*/ 43 h 56"/>
                <a:gd name="T10" fmla="*/ 8 w 45"/>
                <a:gd name="T11" fmla="*/ 25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6">
                  <a:moveTo>
                    <a:pt x="1" y="29"/>
                  </a:moveTo>
                  <a:cubicBezTo>
                    <a:pt x="0" y="36"/>
                    <a:pt x="0" y="42"/>
                    <a:pt x="4" y="47"/>
                  </a:cubicBezTo>
                  <a:cubicBezTo>
                    <a:pt x="8" y="52"/>
                    <a:pt x="13" y="55"/>
                    <a:pt x="20" y="55"/>
                  </a:cubicBezTo>
                  <a:cubicBezTo>
                    <a:pt x="33" y="56"/>
                    <a:pt x="45" y="39"/>
                    <a:pt x="41" y="23"/>
                  </a:cubicBezTo>
                  <a:cubicBezTo>
                    <a:pt x="38" y="6"/>
                    <a:pt x="23" y="0"/>
                    <a:pt x="14" y="5"/>
                  </a:cubicBezTo>
                  <a:cubicBezTo>
                    <a:pt x="5" y="10"/>
                    <a:pt x="4" y="15"/>
                    <a:pt x="1" y="2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4" name="Freeform 860">
              <a:extLst>
                <a:ext uri="{FF2B5EF4-FFF2-40B4-BE49-F238E27FC236}">
                  <a16:creationId xmlns:a16="http://schemas.microsoft.com/office/drawing/2014/main" id="{82E39AA0-66BB-4217-B191-226DE03AE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332"/>
              <a:ext cx="37" cy="66"/>
            </a:xfrm>
            <a:custGeom>
              <a:avLst/>
              <a:gdLst>
                <a:gd name="T0" fmla="*/ 8 w 19"/>
                <a:gd name="T1" fmla="*/ 43 h 32"/>
                <a:gd name="T2" fmla="*/ 80 w 19"/>
                <a:gd name="T3" fmla="*/ 17 h 32"/>
                <a:gd name="T4" fmla="*/ 117 w 19"/>
                <a:gd name="T5" fmla="*/ 165 h 32"/>
                <a:gd name="T6" fmla="*/ 60 w 19"/>
                <a:gd name="T7" fmla="*/ 272 h 32"/>
                <a:gd name="T8" fmla="*/ 0 w 19"/>
                <a:gd name="T9" fmla="*/ 256 h 32"/>
                <a:gd name="T10" fmla="*/ 0 w 19"/>
                <a:gd name="T11" fmla="*/ 256 h 32"/>
                <a:gd name="T12" fmla="*/ 60 w 19"/>
                <a:gd name="T13" fmla="*/ 272 h 32"/>
                <a:gd name="T14" fmla="*/ 125 w 19"/>
                <a:gd name="T15" fmla="*/ 165 h 32"/>
                <a:gd name="T16" fmla="*/ 80 w 19"/>
                <a:gd name="T17" fmla="*/ 17 h 32"/>
                <a:gd name="T18" fmla="*/ 8 w 19"/>
                <a:gd name="T19" fmla="*/ 4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2">
                  <a:moveTo>
                    <a:pt x="1" y="5"/>
                  </a:moveTo>
                  <a:cubicBezTo>
                    <a:pt x="4" y="2"/>
                    <a:pt x="7" y="1"/>
                    <a:pt x="11" y="2"/>
                  </a:cubicBezTo>
                  <a:cubicBezTo>
                    <a:pt x="15" y="4"/>
                    <a:pt x="18" y="10"/>
                    <a:pt x="16" y="19"/>
                  </a:cubicBezTo>
                  <a:cubicBezTo>
                    <a:pt x="15" y="27"/>
                    <a:pt x="11" y="30"/>
                    <a:pt x="8" y="31"/>
                  </a:cubicBezTo>
                  <a:cubicBezTo>
                    <a:pt x="5" y="32"/>
                    <a:pt x="2" y="31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2" y="31"/>
                    <a:pt x="5" y="32"/>
                    <a:pt x="8" y="31"/>
                  </a:cubicBezTo>
                  <a:cubicBezTo>
                    <a:pt x="11" y="30"/>
                    <a:pt x="15" y="27"/>
                    <a:pt x="17" y="19"/>
                  </a:cubicBezTo>
                  <a:cubicBezTo>
                    <a:pt x="19" y="10"/>
                    <a:pt x="15" y="4"/>
                    <a:pt x="11" y="2"/>
                  </a:cubicBezTo>
                  <a:cubicBezTo>
                    <a:pt x="7" y="0"/>
                    <a:pt x="4" y="2"/>
                    <a:pt x="1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5" name="Freeform 861">
              <a:extLst>
                <a:ext uri="{FF2B5EF4-FFF2-40B4-BE49-F238E27FC236}">
                  <a16:creationId xmlns:a16="http://schemas.microsoft.com/office/drawing/2014/main" id="{C1153E17-8B99-4ABB-9D6D-4D5EEDE0F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178"/>
              <a:ext cx="139" cy="130"/>
            </a:xfrm>
            <a:custGeom>
              <a:avLst/>
              <a:gdLst>
                <a:gd name="T0" fmla="*/ 172 w 72"/>
                <a:gd name="T1" fmla="*/ 52 h 63"/>
                <a:gd name="T2" fmla="*/ 29 w 72"/>
                <a:gd name="T3" fmla="*/ 175 h 63"/>
                <a:gd name="T4" fmla="*/ 23 w 72"/>
                <a:gd name="T5" fmla="*/ 380 h 63"/>
                <a:gd name="T6" fmla="*/ 396 w 72"/>
                <a:gd name="T7" fmla="*/ 440 h 63"/>
                <a:gd name="T8" fmla="*/ 432 w 72"/>
                <a:gd name="T9" fmla="*/ 52 h 63"/>
                <a:gd name="T10" fmla="*/ 172 w 72"/>
                <a:gd name="T11" fmla="*/ 5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3">
                  <a:moveTo>
                    <a:pt x="24" y="6"/>
                  </a:moveTo>
                  <a:cubicBezTo>
                    <a:pt x="15" y="9"/>
                    <a:pt x="8" y="12"/>
                    <a:pt x="4" y="20"/>
                  </a:cubicBezTo>
                  <a:cubicBezTo>
                    <a:pt x="1" y="27"/>
                    <a:pt x="0" y="35"/>
                    <a:pt x="3" y="43"/>
                  </a:cubicBezTo>
                  <a:cubicBezTo>
                    <a:pt x="11" y="59"/>
                    <a:pt x="37" y="63"/>
                    <a:pt x="55" y="50"/>
                  </a:cubicBezTo>
                  <a:cubicBezTo>
                    <a:pt x="72" y="36"/>
                    <a:pt x="71" y="14"/>
                    <a:pt x="60" y="6"/>
                  </a:cubicBezTo>
                  <a:cubicBezTo>
                    <a:pt x="49" y="0"/>
                    <a:pt x="42" y="1"/>
                    <a:pt x="24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6" name="Freeform 862">
              <a:extLst>
                <a:ext uri="{FF2B5EF4-FFF2-40B4-BE49-F238E27FC236}">
                  <a16:creationId xmlns:a16="http://schemas.microsoft.com/office/drawing/2014/main" id="{7E8E7ED9-34C6-499C-B04A-50EEB3334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184"/>
              <a:ext cx="92" cy="113"/>
            </a:xfrm>
            <a:custGeom>
              <a:avLst/>
              <a:gdLst>
                <a:gd name="T0" fmla="*/ 253 w 48"/>
                <a:gd name="T1" fmla="*/ 43 h 55"/>
                <a:gd name="T2" fmla="*/ 184 w 48"/>
                <a:gd name="T3" fmla="*/ 0 h 55"/>
                <a:gd name="T4" fmla="*/ 240 w 48"/>
                <a:gd name="T5" fmla="*/ 33 h 55"/>
                <a:gd name="T6" fmla="*/ 205 w 48"/>
                <a:gd name="T7" fmla="*/ 388 h 55"/>
                <a:gd name="T8" fmla="*/ 0 w 48"/>
                <a:gd name="T9" fmla="*/ 460 h 55"/>
                <a:gd name="T10" fmla="*/ 217 w 48"/>
                <a:gd name="T11" fmla="*/ 401 h 55"/>
                <a:gd name="T12" fmla="*/ 253 w 48"/>
                <a:gd name="T13" fmla="*/ 43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5">
                  <a:moveTo>
                    <a:pt x="36" y="5"/>
                  </a:moveTo>
                  <a:cubicBezTo>
                    <a:pt x="32" y="2"/>
                    <a:pt x="29" y="1"/>
                    <a:pt x="26" y="0"/>
                  </a:cubicBezTo>
                  <a:cubicBezTo>
                    <a:pt x="28" y="1"/>
                    <a:pt x="31" y="2"/>
                    <a:pt x="34" y="4"/>
                  </a:cubicBezTo>
                  <a:cubicBezTo>
                    <a:pt x="44" y="12"/>
                    <a:pt x="46" y="33"/>
                    <a:pt x="29" y="45"/>
                  </a:cubicBezTo>
                  <a:cubicBezTo>
                    <a:pt x="20" y="52"/>
                    <a:pt x="9" y="54"/>
                    <a:pt x="0" y="53"/>
                  </a:cubicBezTo>
                  <a:cubicBezTo>
                    <a:pt x="10" y="55"/>
                    <a:pt x="22" y="53"/>
                    <a:pt x="31" y="46"/>
                  </a:cubicBezTo>
                  <a:cubicBezTo>
                    <a:pt x="48" y="33"/>
                    <a:pt x="47" y="12"/>
                    <a:pt x="3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7" name="Freeform 863">
              <a:extLst>
                <a:ext uri="{FF2B5EF4-FFF2-40B4-BE49-F238E27FC236}">
                  <a16:creationId xmlns:a16="http://schemas.microsoft.com/office/drawing/2014/main" id="{2A766E45-3EA9-4267-97C0-C15F08A24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82"/>
              <a:ext cx="91" cy="111"/>
            </a:xfrm>
            <a:custGeom>
              <a:avLst/>
              <a:gdLst>
                <a:gd name="T0" fmla="*/ 45 w 47"/>
                <a:gd name="T1" fmla="*/ 347 h 54"/>
                <a:gd name="T2" fmla="*/ 52 w 47"/>
                <a:gd name="T3" fmla="*/ 164 h 54"/>
                <a:gd name="T4" fmla="*/ 180 w 47"/>
                <a:gd name="T5" fmla="*/ 51 h 54"/>
                <a:gd name="T6" fmla="*/ 341 w 47"/>
                <a:gd name="T7" fmla="*/ 16 h 54"/>
                <a:gd name="T8" fmla="*/ 168 w 47"/>
                <a:gd name="T9" fmla="*/ 43 h 54"/>
                <a:gd name="T10" fmla="*/ 29 w 47"/>
                <a:gd name="T11" fmla="*/ 164 h 54"/>
                <a:gd name="T12" fmla="*/ 29 w 47"/>
                <a:gd name="T13" fmla="*/ 347 h 54"/>
                <a:gd name="T14" fmla="*/ 180 w 47"/>
                <a:gd name="T15" fmla="*/ 469 h 54"/>
                <a:gd name="T16" fmla="*/ 45 w 47"/>
                <a:gd name="T17" fmla="*/ 347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4">
                  <a:moveTo>
                    <a:pt x="6" y="40"/>
                  </a:moveTo>
                  <a:cubicBezTo>
                    <a:pt x="3" y="33"/>
                    <a:pt x="4" y="26"/>
                    <a:pt x="7" y="19"/>
                  </a:cubicBezTo>
                  <a:cubicBezTo>
                    <a:pt x="10" y="12"/>
                    <a:pt x="17" y="9"/>
                    <a:pt x="25" y="6"/>
                  </a:cubicBezTo>
                  <a:cubicBezTo>
                    <a:pt x="36" y="3"/>
                    <a:pt x="42" y="1"/>
                    <a:pt x="47" y="2"/>
                  </a:cubicBezTo>
                  <a:cubicBezTo>
                    <a:pt x="41" y="0"/>
                    <a:pt x="35" y="2"/>
                    <a:pt x="23" y="5"/>
                  </a:cubicBezTo>
                  <a:cubicBezTo>
                    <a:pt x="15" y="8"/>
                    <a:pt x="8" y="11"/>
                    <a:pt x="4" y="19"/>
                  </a:cubicBezTo>
                  <a:cubicBezTo>
                    <a:pt x="1" y="25"/>
                    <a:pt x="0" y="33"/>
                    <a:pt x="4" y="40"/>
                  </a:cubicBezTo>
                  <a:cubicBezTo>
                    <a:pt x="7" y="48"/>
                    <a:pt x="16" y="53"/>
                    <a:pt x="25" y="54"/>
                  </a:cubicBezTo>
                  <a:cubicBezTo>
                    <a:pt x="17" y="52"/>
                    <a:pt x="9" y="48"/>
                    <a:pt x="6" y="4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8" name="Freeform 864">
              <a:extLst>
                <a:ext uri="{FF2B5EF4-FFF2-40B4-BE49-F238E27FC236}">
                  <a16:creationId xmlns:a16="http://schemas.microsoft.com/office/drawing/2014/main" id="{93C24EDB-1C6B-480D-BAD1-50A305EA5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203"/>
              <a:ext cx="89" cy="70"/>
            </a:xfrm>
            <a:custGeom>
              <a:avLst/>
              <a:gdLst>
                <a:gd name="T0" fmla="*/ 224 w 46"/>
                <a:gd name="T1" fmla="*/ 16 h 34"/>
                <a:gd name="T2" fmla="*/ 172 w 46"/>
                <a:gd name="T3" fmla="*/ 255 h 34"/>
                <a:gd name="T4" fmla="*/ 15 w 46"/>
                <a:gd name="T5" fmla="*/ 132 h 34"/>
                <a:gd name="T6" fmla="*/ 224 w 46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4">
                  <a:moveTo>
                    <a:pt x="31" y="2"/>
                  </a:moveTo>
                  <a:cubicBezTo>
                    <a:pt x="46" y="6"/>
                    <a:pt x="42" y="25"/>
                    <a:pt x="24" y="29"/>
                  </a:cubicBezTo>
                  <a:cubicBezTo>
                    <a:pt x="5" y="34"/>
                    <a:pt x="0" y="22"/>
                    <a:pt x="2" y="15"/>
                  </a:cubicBezTo>
                  <a:cubicBezTo>
                    <a:pt x="4" y="7"/>
                    <a:pt x="21" y="0"/>
                    <a:pt x="31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9" name="Freeform 865">
              <a:extLst>
                <a:ext uri="{FF2B5EF4-FFF2-40B4-BE49-F238E27FC236}">
                  <a16:creationId xmlns:a16="http://schemas.microsoft.com/office/drawing/2014/main" id="{FCAFAF42-ACD5-4D1D-A4AD-193DB91B5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215"/>
              <a:ext cx="79" cy="54"/>
            </a:xfrm>
            <a:custGeom>
              <a:avLst/>
              <a:gdLst>
                <a:gd name="T0" fmla="*/ 249 w 41"/>
                <a:gd name="T1" fmla="*/ 0 h 26"/>
                <a:gd name="T2" fmla="*/ 137 w 41"/>
                <a:gd name="T3" fmla="*/ 189 h 26"/>
                <a:gd name="T4" fmla="*/ 0 w 41"/>
                <a:gd name="T5" fmla="*/ 152 h 26"/>
                <a:gd name="T6" fmla="*/ 148 w 41"/>
                <a:gd name="T7" fmla="*/ 208 h 26"/>
                <a:gd name="T8" fmla="*/ 249 w 41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6">
                  <a:moveTo>
                    <a:pt x="35" y="0"/>
                  </a:moveTo>
                  <a:cubicBezTo>
                    <a:pt x="38" y="7"/>
                    <a:pt x="32" y="18"/>
                    <a:pt x="19" y="21"/>
                  </a:cubicBezTo>
                  <a:cubicBezTo>
                    <a:pt x="9" y="23"/>
                    <a:pt x="3" y="21"/>
                    <a:pt x="0" y="17"/>
                  </a:cubicBezTo>
                  <a:cubicBezTo>
                    <a:pt x="2" y="22"/>
                    <a:pt x="9" y="26"/>
                    <a:pt x="21" y="23"/>
                  </a:cubicBezTo>
                  <a:cubicBezTo>
                    <a:pt x="35" y="20"/>
                    <a:pt x="41" y="7"/>
                    <a:pt x="35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0" name="Freeform 866">
              <a:extLst>
                <a:ext uri="{FF2B5EF4-FFF2-40B4-BE49-F238E27FC236}">
                  <a16:creationId xmlns:a16="http://schemas.microsoft.com/office/drawing/2014/main" id="{9394DE63-E3D2-4DCA-B5D7-913ED124F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207"/>
              <a:ext cx="39" cy="18"/>
            </a:xfrm>
            <a:custGeom>
              <a:avLst/>
              <a:gdLst>
                <a:gd name="T0" fmla="*/ 148 w 20"/>
                <a:gd name="T1" fmla="*/ 0 h 9"/>
                <a:gd name="T2" fmla="*/ 0 w 20"/>
                <a:gd name="T3" fmla="*/ 72 h 9"/>
                <a:gd name="T4" fmla="*/ 148 w 2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cubicBezTo>
                    <a:pt x="13" y="0"/>
                    <a:pt x="3" y="5"/>
                    <a:pt x="0" y="9"/>
                  </a:cubicBezTo>
                  <a:cubicBezTo>
                    <a:pt x="4" y="6"/>
                    <a:pt x="13" y="1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1" name="Freeform 867">
              <a:extLst>
                <a:ext uri="{FF2B5EF4-FFF2-40B4-BE49-F238E27FC236}">
                  <a16:creationId xmlns:a16="http://schemas.microsoft.com/office/drawing/2014/main" id="{D8B792B4-42AF-44BD-97B6-DD412E7AB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233"/>
              <a:ext cx="56" cy="42"/>
            </a:xfrm>
            <a:custGeom>
              <a:avLst/>
              <a:gdLst>
                <a:gd name="T0" fmla="*/ 0 w 29"/>
                <a:gd name="T1" fmla="*/ 149 h 20"/>
                <a:gd name="T2" fmla="*/ 209 w 29"/>
                <a:gd name="T3" fmla="*/ 0 h 20"/>
                <a:gd name="T4" fmla="*/ 0 w 29"/>
                <a:gd name="T5" fmla="*/ 1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16"/>
                  </a:moveTo>
                  <a:cubicBezTo>
                    <a:pt x="5" y="17"/>
                    <a:pt x="25" y="14"/>
                    <a:pt x="29" y="0"/>
                  </a:cubicBezTo>
                  <a:cubicBezTo>
                    <a:pt x="29" y="6"/>
                    <a:pt x="18" y="20"/>
                    <a:pt x="0" y="16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2" name="Freeform 868">
              <a:extLst>
                <a:ext uri="{FF2B5EF4-FFF2-40B4-BE49-F238E27FC236}">
                  <a16:creationId xmlns:a16="http://schemas.microsoft.com/office/drawing/2014/main" id="{F40D190D-AB4C-4BD0-8AE8-5B8C4FB50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178"/>
              <a:ext cx="139" cy="130"/>
            </a:xfrm>
            <a:custGeom>
              <a:avLst/>
              <a:gdLst>
                <a:gd name="T0" fmla="*/ 172 w 72"/>
                <a:gd name="T1" fmla="*/ 52 h 63"/>
                <a:gd name="T2" fmla="*/ 29 w 72"/>
                <a:gd name="T3" fmla="*/ 175 h 63"/>
                <a:gd name="T4" fmla="*/ 23 w 72"/>
                <a:gd name="T5" fmla="*/ 380 h 63"/>
                <a:gd name="T6" fmla="*/ 396 w 72"/>
                <a:gd name="T7" fmla="*/ 440 h 63"/>
                <a:gd name="T8" fmla="*/ 432 w 72"/>
                <a:gd name="T9" fmla="*/ 52 h 63"/>
                <a:gd name="T10" fmla="*/ 172 w 72"/>
                <a:gd name="T11" fmla="*/ 5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3">
                  <a:moveTo>
                    <a:pt x="24" y="6"/>
                  </a:moveTo>
                  <a:cubicBezTo>
                    <a:pt x="15" y="9"/>
                    <a:pt x="8" y="12"/>
                    <a:pt x="4" y="20"/>
                  </a:cubicBezTo>
                  <a:cubicBezTo>
                    <a:pt x="1" y="27"/>
                    <a:pt x="0" y="35"/>
                    <a:pt x="3" y="43"/>
                  </a:cubicBezTo>
                  <a:cubicBezTo>
                    <a:pt x="11" y="59"/>
                    <a:pt x="37" y="63"/>
                    <a:pt x="55" y="50"/>
                  </a:cubicBezTo>
                  <a:cubicBezTo>
                    <a:pt x="72" y="36"/>
                    <a:pt x="71" y="14"/>
                    <a:pt x="60" y="6"/>
                  </a:cubicBezTo>
                  <a:cubicBezTo>
                    <a:pt x="49" y="0"/>
                    <a:pt x="42" y="1"/>
                    <a:pt x="24" y="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3" name="Freeform 869">
              <a:extLst>
                <a:ext uri="{FF2B5EF4-FFF2-40B4-BE49-F238E27FC236}">
                  <a16:creationId xmlns:a16="http://schemas.microsoft.com/office/drawing/2014/main" id="{608621AC-F9E2-4FA0-B959-C6C8F0C80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207"/>
              <a:ext cx="78" cy="62"/>
            </a:xfrm>
            <a:custGeom>
              <a:avLst/>
              <a:gdLst>
                <a:gd name="T0" fmla="*/ 224 w 40"/>
                <a:gd name="T1" fmla="*/ 0 h 30"/>
                <a:gd name="T2" fmla="*/ 289 w 40"/>
                <a:gd name="T3" fmla="*/ 99 h 30"/>
                <a:gd name="T4" fmla="*/ 172 w 40"/>
                <a:gd name="T5" fmla="*/ 240 h 30"/>
                <a:gd name="T6" fmla="*/ 31 w 40"/>
                <a:gd name="T7" fmla="*/ 213 h 30"/>
                <a:gd name="T8" fmla="*/ 8 w 40"/>
                <a:gd name="T9" fmla="*/ 116 h 30"/>
                <a:gd name="T10" fmla="*/ 8 w 40"/>
                <a:gd name="T11" fmla="*/ 116 h 30"/>
                <a:gd name="T12" fmla="*/ 31 w 40"/>
                <a:gd name="T13" fmla="*/ 221 h 30"/>
                <a:gd name="T14" fmla="*/ 172 w 40"/>
                <a:gd name="T15" fmla="*/ 248 h 30"/>
                <a:gd name="T16" fmla="*/ 296 w 40"/>
                <a:gd name="T17" fmla="*/ 99 h 30"/>
                <a:gd name="T18" fmla="*/ 224 w 40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0">
                  <a:moveTo>
                    <a:pt x="30" y="0"/>
                  </a:moveTo>
                  <a:cubicBezTo>
                    <a:pt x="36" y="2"/>
                    <a:pt x="39" y="6"/>
                    <a:pt x="39" y="11"/>
                  </a:cubicBezTo>
                  <a:cubicBezTo>
                    <a:pt x="39" y="17"/>
                    <a:pt x="34" y="24"/>
                    <a:pt x="23" y="27"/>
                  </a:cubicBezTo>
                  <a:cubicBezTo>
                    <a:pt x="12" y="30"/>
                    <a:pt x="7" y="27"/>
                    <a:pt x="4" y="24"/>
                  </a:cubicBezTo>
                  <a:cubicBezTo>
                    <a:pt x="1" y="21"/>
                    <a:pt x="0" y="16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7"/>
                    <a:pt x="1" y="21"/>
                    <a:pt x="4" y="25"/>
                  </a:cubicBezTo>
                  <a:cubicBezTo>
                    <a:pt x="7" y="27"/>
                    <a:pt x="12" y="30"/>
                    <a:pt x="23" y="28"/>
                  </a:cubicBezTo>
                  <a:cubicBezTo>
                    <a:pt x="34" y="25"/>
                    <a:pt x="40" y="17"/>
                    <a:pt x="40" y="11"/>
                  </a:cubicBezTo>
                  <a:cubicBezTo>
                    <a:pt x="40" y="6"/>
                    <a:pt x="36" y="2"/>
                    <a:pt x="3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4" name="Freeform 870">
              <a:extLst>
                <a:ext uri="{FF2B5EF4-FFF2-40B4-BE49-F238E27FC236}">
                  <a16:creationId xmlns:a16="http://schemas.microsoft.com/office/drawing/2014/main" id="{2C10CCD4-B7F0-4060-80F9-26F6C31E2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095"/>
              <a:ext cx="118" cy="112"/>
            </a:xfrm>
            <a:custGeom>
              <a:avLst/>
              <a:gdLst>
                <a:gd name="T0" fmla="*/ 153 w 61"/>
                <a:gd name="T1" fmla="*/ 52 h 54"/>
                <a:gd name="T2" fmla="*/ 29 w 61"/>
                <a:gd name="T3" fmla="*/ 160 h 54"/>
                <a:gd name="T4" fmla="*/ 23 w 61"/>
                <a:gd name="T5" fmla="*/ 332 h 54"/>
                <a:gd name="T6" fmla="*/ 340 w 61"/>
                <a:gd name="T7" fmla="*/ 373 h 54"/>
                <a:gd name="T8" fmla="*/ 371 w 61"/>
                <a:gd name="T9" fmla="*/ 52 h 54"/>
                <a:gd name="T10" fmla="*/ 153 w 61"/>
                <a:gd name="T11" fmla="*/ 52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54">
                  <a:moveTo>
                    <a:pt x="21" y="6"/>
                  </a:moveTo>
                  <a:cubicBezTo>
                    <a:pt x="13" y="8"/>
                    <a:pt x="7" y="11"/>
                    <a:pt x="4" y="18"/>
                  </a:cubicBezTo>
                  <a:cubicBezTo>
                    <a:pt x="1" y="23"/>
                    <a:pt x="0" y="30"/>
                    <a:pt x="3" y="37"/>
                  </a:cubicBezTo>
                  <a:cubicBezTo>
                    <a:pt x="10" y="50"/>
                    <a:pt x="32" y="54"/>
                    <a:pt x="47" y="42"/>
                  </a:cubicBezTo>
                  <a:cubicBezTo>
                    <a:pt x="61" y="31"/>
                    <a:pt x="60" y="13"/>
                    <a:pt x="51" y="6"/>
                  </a:cubicBezTo>
                  <a:cubicBezTo>
                    <a:pt x="42" y="0"/>
                    <a:pt x="36" y="1"/>
                    <a:pt x="21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5" name="Freeform 871">
              <a:extLst>
                <a:ext uri="{FF2B5EF4-FFF2-40B4-BE49-F238E27FC236}">
                  <a16:creationId xmlns:a16="http://schemas.microsoft.com/office/drawing/2014/main" id="{F67F7E29-35D0-44D2-9271-F6E10396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101"/>
              <a:ext cx="77" cy="95"/>
            </a:xfrm>
            <a:custGeom>
              <a:avLst/>
              <a:gdLst>
                <a:gd name="T0" fmla="*/ 216 w 40"/>
                <a:gd name="T1" fmla="*/ 35 h 46"/>
                <a:gd name="T2" fmla="*/ 148 w 40"/>
                <a:gd name="T3" fmla="*/ 0 h 46"/>
                <a:gd name="T4" fmla="*/ 200 w 40"/>
                <a:gd name="T5" fmla="*/ 25 h 46"/>
                <a:gd name="T6" fmla="*/ 171 w 40"/>
                <a:gd name="T7" fmla="*/ 333 h 46"/>
                <a:gd name="T8" fmla="*/ 0 w 40"/>
                <a:gd name="T9" fmla="*/ 388 h 46"/>
                <a:gd name="T10" fmla="*/ 185 w 40"/>
                <a:gd name="T11" fmla="*/ 333 h 46"/>
                <a:gd name="T12" fmla="*/ 216 w 40"/>
                <a:gd name="T13" fmla="*/ 3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6">
                  <a:moveTo>
                    <a:pt x="30" y="4"/>
                  </a:moveTo>
                  <a:cubicBezTo>
                    <a:pt x="27" y="2"/>
                    <a:pt x="24" y="1"/>
                    <a:pt x="21" y="0"/>
                  </a:cubicBezTo>
                  <a:cubicBezTo>
                    <a:pt x="24" y="1"/>
                    <a:pt x="26" y="2"/>
                    <a:pt x="28" y="3"/>
                  </a:cubicBezTo>
                  <a:cubicBezTo>
                    <a:pt x="37" y="10"/>
                    <a:pt x="38" y="27"/>
                    <a:pt x="24" y="38"/>
                  </a:cubicBezTo>
                  <a:cubicBezTo>
                    <a:pt x="17" y="44"/>
                    <a:pt x="8" y="46"/>
                    <a:pt x="0" y="44"/>
                  </a:cubicBezTo>
                  <a:cubicBezTo>
                    <a:pt x="8" y="46"/>
                    <a:pt x="18" y="45"/>
                    <a:pt x="26" y="38"/>
                  </a:cubicBezTo>
                  <a:cubicBezTo>
                    <a:pt x="40" y="28"/>
                    <a:pt x="39" y="10"/>
                    <a:pt x="30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6" name="Freeform 872">
              <a:extLst>
                <a:ext uri="{FF2B5EF4-FFF2-40B4-BE49-F238E27FC236}">
                  <a16:creationId xmlns:a16="http://schemas.microsoft.com/office/drawing/2014/main" id="{8F1DD49A-F6E4-4324-9CEE-FC42EF19B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1099"/>
              <a:ext cx="75" cy="93"/>
            </a:xfrm>
            <a:custGeom>
              <a:avLst/>
              <a:gdLst>
                <a:gd name="T0" fmla="*/ 29 w 39"/>
                <a:gd name="T1" fmla="*/ 300 h 45"/>
                <a:gd name="T2" fmla="*/ 37 w 39"/>
                <a:gd name="T3" fmla="*/ 141 h 45"/>
                <a:gd name="T4" fmla="*/ 148 w 39"/>
                <a:gd name="T5" fmla="*/ 43 h 45"/>
                <a:gd name="T6" fmla="*/ 277 w 39"/>
                <a:gd name="T7" fmla="*/ 17 h 45"/>
                <a:gd name="T8" fmla="*/ 137 w 39"/>
                <a:gd name="T9" fmla="*/ 43 h 45"/>
                <a:gd name="T10" fmla="*/ 23 w 39"/>
                <a:gd name="T11" fmla="*/ 141 h 45"/>
                <a:gd name="T12" fmla="*/ 15 w 39"/>
                <a:gd name="T13" fmla="*/ 300 h 45"/>
                <a:gd name="T14" fmla="*/ 140 w 39"/>
                <a:gd name="T15" fmla="*/ 397 h 45"/>
                <a:gd name="T16" fmla="*/ 29 w 39"/>
                <a:gd name="T17" fmla="*/ 30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45">
                  <a:moveTo>
                    <a:pt x="4" y="34"/>
                  </a:moveTo>
                  <a:cubicBezTo>
                    <a:pt x="2" y="28"/>
                    <a:pt x="3" y="22"/>
                    <a:pt x="5" y="16"/>
                  </a:cubicBezTo>
                  <a:cubicBezTo>
                    <a:pt x="8" y="10"/>
                    <a:pt x="14" y="7"/>
                    <a:pt x="21" y="5"/>
                  </a:cubicBezTo>
                  <a:cubicBezTo>
                    <a:pt x="29" y="2"/>
                    <a:pt x="35" y="1"/>
                    <a:pt x="39" y="2"/>
                  </a:cubicBezTo>
                  <a:cubicBezTo>
                    <a:pt x="34" y="0"/>
                    <a:pt x="28" y="2"/>
                    <a:pt x="19" y="5"/>
                  </a:cubicBezTo>
                  <a:cubicBezTo>
                    <a:pt x="12" y="7"/>
                    <a:pt x="6" y="10"/>
                    <a:pt x="3" y="16"/>
                  </a:cubicBezTo>
                  <a:cubicBezTo>
                    <a:pt x="1" y="21"/>
                    <a:pt x="0" y="28"/>
                    <a:pt x="2" y="34"/>
                  </a:cubicBezTo>
                  <a:cubicBezTo>
                    <a:pt x="5" y="40"/>
                    <a:pt x="12" y="44"/>
                    <a:pt x="20" y="45"/>
                  </a:cubicBezTo>
                  <a:cubicBezTo>
                    <a:pt x="13" y="44"/>
                    <a:pt x="7" y="40"/>
                    <a:pt x="4" y="3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7" name="Freeform 873">
              <a:extLst>
                <a:ext uri="{FF2B5EF4-FFF2-40B4-BE49-F238E27FC236}">
                  <a16:creationId xmlns:a16="http://schemas.microsoft.com/office/drawing/2014/main" id="{3E033DDC-75C4-4A9C-A3CE-934CE840B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118"/>
              <a:ext cx="74" cy="58"/>
            </a:xfrm>
            <a:custGeom>
              <a:avLst/>
              <a:gdLst>
                <a:gd name="T0" fmla="*/ 185 w 38"/>
                <a:gd name="T1" fmla="*/ 17 h 28"/>
                <a:gd name="T2" fmla="*/ 140 w 38"/>
                <a:gd name="T3" fmla="*/ 215 h 28"/>
                <a:gd name="T4" fmla="*/ 8 w 38"/>
                <a:gd name="T5" fmla="*/ 108 h 28"/>
                <a:gd name="T6" fmla="*/ 185 w 38"/>
                <a:gd name="T7" fmla="*/ 1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8">
                  <a:moveTo>
                    <a:pt x="25" y="2"/>
                  </a:moveTo>
                  <a:cubicBezTo>
                    <a:pt x="38" y="5"/>
                    <a:pt x="35" y="20"/>
                    <a:pt x="19" y="24"/>
                  </a:cubicBezTo>
                  <a:cubicBezTo>
                    <a:pt x="4" y="28"/>
                    <a:pt x="0" y="18"/>
                    <a:pt x="1" y="12"/>
                  </a:cubicBezTo>
                  <a:cubicBezTo>
                    <a:pt x="3" y="5"/>
                    <a:pt x="17" y="0"/>
                    <a:pt x="25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8" name="Freeform 874">
              <a:extLst>
                <a:ext uri="{FF2B5EF4-FFF2-40B4-BE49-F238E27FC236}">
                  <a16:creationId xmlns:a16="http://schemas.microsoft.com/office/drawing/2014/main" id="{80B9830A-C152-42BC-95E6-24759964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128"/>
              <a:ext cx="66" cy="46"/>
            </a:xfrm>
            <a:custGeom>
              <a:avLst/>
              <a:gdLst>
                <a:gd name="T0" fmla="*/ 212 w 34"/>
                <a:gd name="T1" fmla="*/ 0 h 22"/>
                <a:gd name="T2" fmla="*/ 116 w 34"/>
                <a:gd name="T3" fmla="*/ 157 h 22"/>
                <a:gd name="T4" fmla="*/ 0 w 34"/>
                <a:gd name="T5" fmla="*/ 128 h 22"/>
                <a:gd name="T6" fmla="*/ 124 w 34"/>
                <a:gd name="T7" fmla="*/ 176 h 22"/>
                <a:gd name="T8" fmla="*/ 212 w 3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2">
                  <a:moveTo>
                    <a:pt x="29" y="0"/>
                  </a:moveTo>
                  <a:cubicBezTo>
                    <a:pt x="32" y="6"/>
                    <a:pt x="27" y="14"/>
                    <a:pt x="16" y="17"/>
                  </a:cubicBezTo>
                  <a:cubicBezTo>
                    <a:pt x="8" y="19"/>
                    <a:pt x="3" y="17"/>
                    <a:pt x="0" y="14"/>
                  </a:cubicBezTo>
                  <a:cubicBezTo>
                    <a:pt x="2" y="18"/>
                    <a:pt x="7" y="22"/>
                    <a:pt x="17" y="19"/>
                  </a:cubicBezTo>
                  <a:cubicBezTo>
                    <a:pt x="30" y="16"/>
                    <a:pt x="34" y="6"/>
                    <a:pt x="2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9" name="Freeform 875">
              <a:extLst>
                <a:ext uri="{FF2B5EF4-FFF2-40B4-BE49-F238E27FC236}">
                  <a16:creationId xmlns:a16="http://schemas.microsoft.com/office/drawing/2014/main" id="{AD48C787-9555-4D22-8D6C-CC6DB9417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120"/>
              <a:ext cx="31" cy="17"/>
            </a:xfrm>
            <a:custGeom>
              <a:avLst/>
              <a:gdLst>
                <a:gd name="T0" fmla="*/ 116 w 16"/>
                <a:gd name="T1" fmla="*/ 0 h 8"/>
                <a:gd name="T2" fmla="*/ 0 w 16"/>
                <a:gd name="T3" fmla="*/ 77 h 8"/>
                <a:gd name="T4" fmla="*/ 116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cubicBezTo>
                    <a:pt x="10" y="0"/>
                    <a:pt x="2" y="4"/>
                    <a:pt x="0" y="8"/>
                  </a:cubicBezTo>
                  <a:cubicBezTo>
                    <a:pt x="3" y="6"/>
                    <a:pt x="10" y="1"/>
                    <a:pt x="1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0" name="Freeform 876">
              <a:extLst>
                <a:ext uri="{FF2B5EF4-FFF2-40B4-BE49-F238E27FC236}">
                  <a16:creationId xmlns:a16="http://schemas.microsoft.com/office/drawing/2014/main" id="{AFF2BE12-A7A3-43BA-965D-C0A10CDD1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1143"/>
              <a:ext cx="46" cy="35"/>
            </a:xfrm>
            <a:custGeom>
              <a:avLst/>
              <a:gdLst>
                <a:gd name="T0" fmla="*/ 0 w 24"/>
                <a:gd name="T1" fmla="*/ 115 h 17"/>
                <a:gd name="T2" fmla="*/ 169 w 24"/>
                <a:gd name="T3" fmla="*/ 0 h 17"/>
                <a:gd name="T4" fmla="*/ 0 w 24"/>
                <a:gd name="T5" fmla="*/ 1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0" y="13"/>
                  </a:moveTo>
                  <a:cubicBezTo>
                    <a:pt x="4" y="15"/>
                    <a:pt x="21" y="12"/>
                    <a:pt x="24" y="0"/>
                  </a:cubicBezTo>
                  <a:cubicBezTo>
                    <a:pt x="24" y="5"/>
                    <a:pt x="14" y="17"/>
                    <a:pt x="0" y="13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1" name="Freeform 877">
              <a:extLst>
                <a:ext uri="{FF2B5EF4-FFF2-40B4-BE49-F238E27FC236}">
                  <a16:creationId xmlns:a16="http://schemas.microsoft.com/office/drawing/2014/main" id="{6963E3E3-07A0-4407-A909-9158AA167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095"/>
              <a:ext cx="118" cy="112"/>
            </a:xfrm>
            <a:custGeom>
              <a:avLst/>
              <a:gdLst>
                <a:gd name="T0" fmla="*/ 153 w 61"/>
                <a:gd name="T1" fmla="*/ 52 h 54"/>
                <a:gd name="T2" fmla="*/ 29 w 61"/>
                <a:gd name="T3" fmla="*/ 160 h 54"/>
                <a:gd name="T4" fmla="*/ 23 w 61"/>
                <a:gd name="T5" fmla="*/ 332 h 54"/>
                <a:gd name="T6" fmla="*/ 340 w 61"/>
                <a:gd name="T7" fmla="*/ 373 h 54"/>
                <a:gd name="T8" fmla="*/ 371 w 61"/>
                <a:gd name="T9" fmla="*/ 52 h 54"/>
                <a:gd name="T10" fmla="*/ 153 w 61"/>
                <a:gd name="T11" fmla="*/ 52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54">
                  <a:moveTo>
                    <a:pt x="21" y="6"/>
                  </a:moveTo>
                  <a:cubicBezTo>
                    <a:pt x="13" y="8"/>
                    <a:pt x="7" y="11"/>
                    <a:pt x="4" y="18"/>
                  </a:cubicBezTo>
                  <a:cubicBezTo>
                    <a:pt x="1" y="23"/>
                    <a:pt x="0" y="30"/>
                    <a:pt x="3" y="37"/>
                  </a:cubicBezTo>
                  <a:cubicBezTo>
                    <a:pt x="10" y="50"/>
                    <a:pt x="32" y="54"/>
                    <a:pt x="47" y="42"/>
                  </a:cubicBezTo>
                  <a:cubicBezTo>
                    <a:pt x="61" y="31"/>
                    <a:pt x="60" y="13"/>
                    <a:pt x="51" y="6"/>
                  </a:cubicBezTo>
                  <a:cubicBezTo>
                    <a:pt x="42" y="0"/>
                    <a:pt x="36" y="1"/>
                    <a:pt x="21" y="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2" name="Freeform 878">
              <a:extLst>
                <a:ext uri="{FF2B5EF4-FFF2-40B4-BE49-F238E27FC236}">
                  <a16:creationId xmlns:a16="http://schemas.microsoft.com/office/drawing/2014/main" id="{C347CF7E-1211-43A2-9CE9-78CA76891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122"/>
              <a:ext cx="66" cy="52"/>
            </a:xfrm>
            <a:custGeom>
              <a:avLst/>
              <a:gdLst>
                <a:gd name="T0" fmla="*/ 184 w 34"/>
                <a:gd name="T1" fmla="*/ 0 h 25"/>
                <a:gd name="T2" fmla="*/ 241 w 34"/>
                <a:gd name="T3" fmla="*/ 73 h 25"/>
                <a:gd name="T4" fmla="*/ 140 w 34"/>
                <a:gd name="T5" fmla="*/ 200 h 25"/>
                <a:gd name="T6" fmla="*/ 31 w 34"/>
                <a:gd name="T7" fmla="*/ 181 h 25"/>
                <a:gd name="T8" fmla="*/ 8 w 34"/>
                <a:gd name="T9" fmla="*/ 92 h 25"/>
                <a:gd name="T10" fmla="*/ 8 w 34"/>
                <a:gd name="T11" fmla="*/ 92 h 25"/>
                <a:gd name="T12" fmla="*/ 31 w 34"/>
                <a:gd name="T13" fmla="*/ 181 h 25"/>
                <a:gd name="T14" fmla="*/ 140 w 34"/>
                <a:gd name="T15" fmla="*/ 200 h 25"/>
                <a:gd name="T16" fmla="*/ 248 w 34"/>
                <a:gd name="T17" fmla="*/ 73 h 25"/>
                <a:gd name="T18" fmla="*/ 184 w 34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25">
                  <a:moveTo>
                    <a:pt x="25" y="0"/>
                  </a:moveTo>
                  <a:cubicBezTo>
                    <a:pt x="30" y="1"/>
                    <a:pt x="33" y="4"/>
                    <a:pt x="33" y="8"/>
                  </a:cubicBezTo>
                  <a:cubicBezTo>
                    <a:pt x="33" y="13"/>
                    <a:pt x="29" y="20"/>
                    <a:pt x="19" y="22"/>
                  </a:cubicBezTo>
                  <a:cubicBezTo>
                    <a:pt x="11" y="24"/>
                    <a:pt x="6" y="22"/>
                    <a:pt x="4" y="20"/>
                  </a:cubicBezTo>
                  <a:cubicBezTo>
                    <a:pt x="1" y="17"/>
                    <a:pt x="0" y="13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3"/>
                    <a:pt x="1" y="17"/>
                    <a:pt x="4" y="20"/>
                  </a:cubicBezTo>
                  <a:cubicBezTo>
                    <a:pt x="6" y="22"/>
                    <a:pt x="10" y="25"/>
                    <a:pt x="19" y="22"/>
                  </a:cubicBezTo>
                  <a:cubicBezTo>
                    <a:pt x="29" y="20"/>
                    <a:pt x="34" y="13"/>
                    <a:pt x="34" y="8"/>
                  </a:cubicBezTo>
                  <a:cubicBezTo>
                    <a:pt x="34" y="4"/>
                    <a:pt x="30" y="1"/>
                    <a:pt x="2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3" name="Freeform 879">
              <a:extLst>
                <a:ext uri="{FF2B5EF4-FFF2-40B4-BE49-F238E27FC236}">
                  <a16:creationId xmlns:a16="http://schemas.microsoft.com/office/drawing/2014/main" id="{BBCCBAED-5D26-497F-90E2-3575D6AB5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139"/>
              <a:ext cx="130" cy="142"/>
            </a:xfrm>
            <a:custGeom>
              <a:avLst/>
              <a:gdLst>
                <a:gd name="T0" fmla="*/ 396 w 67"/>
                <a:gd name="T1" fmla="*/ 420 h 69"/>
                <a:gd name="T2" fmla="*/ 343 w 67"/>
                <a:gd name="T3" fmla="*/ 88 h 69"/>
                <a:gd name="T4" fmla="*/ 45 w 67"/>
                <a:gd name="T5" fmla="*/ 181 h 69"/>
                <a:gd name="T6" fmla="*/ 396 w 67"/>
                <a:gd name="T7" fmla="*/ 42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9">
                  <a:moveTo>
                    <a:pt x="54" y="48"/>
                  </a:moveTo>
                  <a:cubicBezTo>
                    <a:pt x="67" y="38"/>
                    <a:pt x="64" y="19"/>
                    <a:pt x="47" y="10"/>
                  </a:cubicBezTo>
                  <a:cubicBezTo>
                    <a:pt x="31" y="0"/>
                    <a:pt x="13" y="3"/>
                    <a:pt x="6" y="21"/>
                  </a:cubicBezTo>
                  <a:cubicBezTo>
                    <a:pt x="0" y="39"/>
                    <a:pt x="33" y="69"/>
                    <a:pt x="54" y="48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4" name="Freeform 880">
              <a:extLst>
                <a:ext uri="{FF2B5EF4-FFF2-40B4-BE49-F238E27FC236}">
                  <a16:creationId xmlns:a16="http://schemas.microsoft.com/office/drawing/2014/main" id="{03DAB431-A05E-4778-BF7A-6C7F30B7E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174"/>
              <a:ext cx="97" cy="88"/>
            </a:xfrm>
            <a:custGeom>
              <a:avLst/>
              <a:gdLst>
                <a:gd name="T0" fmla="*/ 301 w 50"/>
                <a:gd name="T1" fmla="*/ 0 h 43"/>
                <a:gd name="T2" fmla="*/ 279 w 50"/>
                <a:gd name="T3" fmla="*/ 248 h 43"/>
                <a:gd name="T4" fmla="*/ 0 w 50"/>
                <a:gd name="T5" fmla="*/ 205 h 43"/>
                <a:gd name="T6" fmla="*/ 293 w 50"/>
                <a:gd name="T7" fmla="*/ 264 h 43"/>
                <a:gd name="T8" fmla="*/ 301 w 50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3">
                  <a:moveTo>
                    <a:pt x="41" y="0"/>
                  </a:moveTo>
                  <a:cubicBezTo>
                    <a:pt x="48" y="9"/>
                    <a:pt x="48" y="21"/>
                    <a:pt x="38" y="29"/>
                  </a:cubicBezTo>
                  <a:cubicBezTo>
                    <a:pt x="26" y="40"/>
                    <a:pt x="10" y="34"/>
                    <a:pt x="0" y="24"/>
                  </a:cubicBezTo>
                  <a:cubicBezTo>
                    <a:pt x="9" y="35"/>
                    <a:pt x="27" y="43"/>
                    <a:pt x="40" y="31"/>
                  </a:cubicBezTo>
                  <a:cubicBezTo>
                    <a:pt x="50" y="22"/>
                    <a:pt x="50" y="9"/>
                    <a:pt x="4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5" name="Freeform 881">
              <a:extLst>
                <a:ext uri="{FF2B5EF4-FFF2-40B4-BE49-F238E27FC236}">
                  <a16:creationId xmlns:a16="http://schemas.microsoft.com/office/drawing/2014/main" id="{C7F6A77A-5E6E-4A31-8F2E-E5D9C682C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143"/>
              <a:ext cx="77" cy="86"/>
            </a:xfrm>
            <a:custGeom>
              <a:avLst/>
              <a:gdLst>
                <a:gd name="T0" fmla="*/ 64 w 40"/>
                <a:gd name="T1" fmla="*/ 344 h 42"/>
                <a:gd name="T2" fmla="*/ 29 w 40"/>
                <a:gd name="T3" fmla="*/ 180 h 42"/>
                <a:gd name="T4" fmla="*/ 271 w 40"/>
                <a:gd name="T5" fmla="*/ 59 h 42"/>
                <a:gd name="T6" fmla="*/ 271 w 40"/>
                <a:gd name="T7" fmla="*/ 59 h 42"/>
                <a:gd name="T8" fmla="*/ 23 w 40"/>
                <a:gd name="T9" fmla="*/ 172 h 42"/>
                <a:gd name="T10" fmla="*/ 64 w 40"/>
                <a:gd name="T11" fmla="*/ 344 h 42"/>
                <a:gd name="T12" fmla="*/ 64 w 40"/>
                <a:gd name="T13" fmla="*/ 34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2">
                  <a:moveTo>
                    <a:pt x="9" y="40"/>
                  </a:moveTo>
                  <a:cubicBezTo>
                    <a:pt x="4" y="34"/>
                    <a:pt x="2" y="27"/>
                    <a:pt x="4" y="21"/>
                  </a:cubicBezTo>
                  <a:cubicBezTo>
                    <a:pt x="10" y="6"/>
                    <a:pt x="24" y="1"/>
                    <a:pt x="38" y="7"/>
                  </a:cubicBezTo>
                  <a:cubicBezTo>
                    <a:pt x="40" y="8"/>
                    <a:pt x="39" y="7"/>
                    <a:pt x="38" y="7"/>
                  </a:cubicBezTo>
                  <a:cubicBezTo>
                    <a:pt x="23" y="0"/>
                    <a:pt x="9" y="4"/>
                    <a:pt x="3" y="20"/>
                  </a:cubicBezTo>
                  <a:cubicBezTo>
                    <a:pt x="0" y="26"/>
                    <a:pt x="3" y="34"/>
                    <a:pt x="9" y="40"/>
                  </a:cubicBezTo>
                  <a:cubicBezTo>
                    <a:pt x="11" y="42"/>
                    <a:pt x="10" y="42"/>
                    <a:pt x="9" y="4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6" name="Freeform 882">
              <a:extLst>
                <a:ext uri="{FF2B5EF4-FFF2-40B4-BE49-F238E27FC236}">
                  <a16:creationId xmlns:a16="http://schemas.microsoft.com/office/drawing/2014/main" id="{8AD98366-E717-435C-8211-E4CDAB8FD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157"/>
              <a:ext cx="70" cy="79"/>
            </a:xfrm>
            <a:custGeom>
              <a:avLst/>
              <a:gdLst>
                <a:gd name="T0" fmla="*/ 0 w 36"/>
                <a:gd name="T1" fmla="*/ 152 h 38"/>
                <a:gd name="T2" fmla="*/ 200 w 36"/>
                <a:gd name="T3" fmla="*/ 297 h 38"/>
                <a:gd name="T4" fmla="*/ 185 w 36"/>
                <a:gd name="T5" fmla="*/ 64 h 38"/>
                <a:gd name="T6" fmla="*/ 0 w 36"/>
                <a:gd name="T7" fmla="*/ 15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17"/>
                  </a:moveTo>
                  <a:cubicBezTo>
                    <a:pt x="0" y="30"/>
                    <a:pt x="17" y="38"/>
                    <a:pt x="27" y="33"/>
                  </a:cubicBezTo>
                  <a:cubicBezTo>
                    <a:pt x="36" y="28"/>
                    <a:pt x="36" y="10"/>
                    <a:pt x="25" y="7"/>
                  </a:cubicBezTo>
                  <a:cubicBezTo>
                    <a:pt x="9" y="0"/>
                    <a:pt x="0" y="7"/>
                    <a:pt x="0" y="1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7" name="Freeform 883">
              <a:extLst>
                <a:ext uri="{FF2B5EF4-FFF2-40B4-BE49-F238E27FC236}">
                  <a16:creationId xmlns:a16="http://schemas.microsoft.com/office/drawing/2014/main" id="{5F15A8F6-D9A8-41F9-9F1A-7E9ACA590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178"/>
              <a:ext cx="64" cy="55"/>
            </a:xfrm>
            <a:custGeom>
              <a:avLst/>
              <a:gdLst>
                <a:gd name="T0" fmla="*/ 196 w 33"/>
                <a:gd name="T1" fmla="*/ 0 h 27"/>
                <a:gd name="T2" fmla="*/ 161 w 33"/>
                <a:gd name="T3" fmla="*/ 171 h 27"/>
                <a:gd name="T4" fmla="*/ 0 w 33"/>
                <a:gd name="T5" fmla="*/ 128 h 27"/>
                <a:gd name="T6" fmla="*/ 176 w 33"/>
                <a:gd name="T7" fmla="*/ 196 h 27"/>
                <a:gd name="T8" fmla="*/ 196 w 3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27" y="0"/>
                  </a:moveTo>
                  <a:cubicBezTo>
                    <a:pt x="30" y="6"/>
                    <a:pt x="29" y="17"/>
                    <a:pt x="22" y="20"/>
                  </a:cubicBezTo>
                  <a:cubicBezTo>
                    <a:pt x="16" y="24"/>
                    <a:pt x="5" y="21"/>
                    <a:pt x="0" y="15"/>
                  </a:cubicBezTo>
                  <a:cubicBezTo>
                    <a:pt x="5" y="23"/>
                    <a:pt x="17" y="27"/>
                    <a:pt x="24" y="23"/>
                  </a:cubicBezTo>
                  <a:cubicBezTo>
                    <a:pt x="31" y="19"/>
                    <a:pt x="33" y="6"/>
                    <a:pt x="2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8" name="Freeform 884">
              <a:extLst>
                <a:ext uri="{FF2B5EF4-FFF2-40B4-BE49-F238E27FC236}">
                  <a16:creationId xmlns:a16="http://schemas.microsoft.com/office/drawing/2014/main" id="{336F8305-6BE9-4BF9-9978-DC223A1B6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163"/>
              <a:ext cx="31" cy="17"/>
            </a:xfrm>
            <a:custGeom>
              <a:avLst/>
              <a:gdLst>
                <a:gd name="T0" fmla="*/ 116 w 16"/>
                <a:gd name="T1" fmla="*/ 19 h 8"/>
                <a:gd name="T2" fmla="*/ 0 w 16"/>
                <a:gd name="T3" fmla="*/ 77 h 8"/>
                <a:gd name="T4" fmla="*/ 116 w 16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16" y="2"/>
                  </a:moveTo>
                  <a:cubicBezTo>
                    <a:pt x="10" y="0"/>
                    <a:pt x="3" y="3"/>
                    <a:pt x="0" y="8"/>
                  </a:cubicBezTo>
                  <a:cubicBezTo>
                    <a:pt x="4" y="5"/>
                    <a:pt x="8" y="2"/>
                    <a:pt x="16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9" name="Freeform 885">
              <a:extLst>
                <a:ext uri="{FF2B5EF4-FFF2-40B4-BE49-F238E27FC236}">
                  <a16:creationId xmlns:a16="http://schemas.microsoft.com/office/drawing/2014/main" id="{3E3B5A7C-2E7D-4266-8D79-30066B147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196"/>
              <a:ext cx="44" cy="46"/>
            </a:xfrm>
            <a:custGeom>
              <a:avLst/>
              <a:gdLst>
                <a:gd name="T0" fmla="*/ 161 w 23"/>
                <a:gd name="T1" fmla="*/ 0 h 22"/>
                <a:gd name="T2" fmla="*/ 0 w 23"/>
                <a:gd name="T3" fmla="*/ 128 h 22"/>
                <a:gd name="T4" fmla="*/ 161 w 2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23" y="0"/>
                  </a:moveTo>
                  <a:cubicBezTo>
                    <a:pt x="23" y="7"/>
                    <a:pt x="19" y="22"/>
                    <a:pt x="0" y="14"/>
                  </a:cubicBezTo>
                  <a:cubicBezTo>
                    <a:pt x="8" y="18"/>
                    <a:pt x="23" y="21"/>
                    <a:pt x="2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0" name="Freeform 886">
              <a:extLst>
                <a:ext uri="{FF2B5EF4-FFF2-40B4-BE49-F238E27FC236}">
                  <a16:creationId xmlns:a16="http://schemas.microsoft.com/office/drawing/2014/main" id="{4DB5AAD4-3509-4DE8-AF71-B2947B751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139"/>
              <a:ext cx="130" cy="142"/>
            </a:xfrm>
            <a:custGeom>
              <a:avLst/>
              <a:gdLst>
                <a:gd name="T0" fmla="*/ 396 w 67"/>
                <a:gd name="T1" fmla="*/ 420 h 69"/>
                <a:gd name="T2" fmla="*/ 343 w 67"/>
                <a:gd name="T3" fmla="*/ 88 h 69"/>
                <a:gd name="T4" fmla="*/ 45 w 67"/>
                <a:gd name="T5" fmla="*/ 181 h 69"/>
                <a:gd name="T6" fmla="*/ 396 w 67"/>
                <a:gd name="T7" fmla="*/ 42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9">
                  <a:moveTo>
                    <a:pt x="54" y="48"/>
                  </a:moveTo>
                  <a:cubicBezTo>
                    <a:pt x="67" y="38"/>
                    <a:pt x="64" y="19"/>
                    <a:pt x="47" y="10"/>
                  </a:cubicBezTo>
                  <a:cubicBezTo>
                    <a:pt x="31" y="0"/>
                    <a:pt x="13" y="3"/>
                    <a:pt x="6" y="21"/>
                  </a:cubicBezTo>
                  <a:cubicBezTo>
                    <a:pt x="0" y="39"/>
                    <a:pt x="33" y="69"/>
                    <a:pt x="54" y="4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1" name="Freeform 887">
              <a:extLst>
                <a:ext uri="{FF2B5EF4-FFF2-40B4-BE49-F238E27FC236}">
                  <a16:creationId xmlns:a16="http://schemas.microsoft.com/office/drawing/2014/main" id="{CA4917CF-465F-44B5-A384-DC8A977A7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172"/>
              <a:ext cx="66" cy="59"/>
            </a:xfrm>
            <a:custGeom>
              <a:avLst/>
              <a:gdLst>
                <a:gd name="T0" fmla="*/ 184 w 34"/>
                <a:gd name="T1" fmla="*/ 0 h 29"/>
                <a:gd name="T2" fmla="*/ 241 w 34"/>
                <a:gd name="T3" fmla="*/ 92 h 29"/>
                <a:gd name="T4" fmla="*/ 196 w 34"/>
                <a:gd name="T5" fmla="*/ 220 h 29"/>
                <a:gd name="T6" fmla="*/ 72 w 34"/>
                <a:gd name="T7" fmla="*/ 203 h 29"/>
                <a:gd name="T8" fmla="*/ 0 w 34"/>
                <a:gd name="T9" fmla="*/ 83 h 29"/>
                <a:gd name="T10" fmla="*/ 0 w 34"/>
                <a:gd name="T11" fmla="*/ 83 h 29"/>
                <a:gd name="T12" fmla="*/ 72 w 34"/>
                <a:gd name="T13" fmla="*/ 212 h 29"/>
                <a:gd name="T14" fmla="*/ 196 w 34"/>
                <a:gd name="T15" fmla="*/ 220 h 29"/>
                <a:gd name="T16" fmla="*/ 248 w 34"/>
                <a:gd name="T17" fmla="*/ 92 h 29"/>
                <a:gd name="T18" fmla="*/ 184 w 34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29">
                  <a:moveTo>
                    <a:pt x="25" y="0"/>
                  </a:moveTo>
                  <a:cubicBezTo>
                    <a:pt x="30" y="1"/>
                    <a:pt x="33" y="6"/>
                    <a:pt x="33" y="11"/>
                  </a:cubicBezTo>
                  <a:cubicBezTo>
                    <a:pt x="34" y="17"/>
                    <a:pt x="31" y="23"/>
                    <a:pt x="27" y="26"/>
                  </a:cubicBezTo>
                  <a:cubicBezTo>
                    <a:pt x="22" y="28"/>
                    <a:pt x="15" y="28"/>
                    <a:pt x="10" y="24"/>
                  </a:cubicBezTo>
                  <a:cubicBezTo>
                    <a:pt x="4" y="21"/>
                    <a:pt x="0" y="16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4" y="21"/>
                    <a:pt x="10" y="25"/>
                  </a:cubicBezTo>
                  <a:cubicBezTo>
                    <a:pt x="15" y="28"/>
                    <a:pt x="22" y="29"/>
                    <a:pt x="27" y="26"/>
                  </a:cubicBezTo>
                  <a:cubicBezTo>
                    <a:pt x="31" y="23"/>
                    <a:pt x="34" y="18"/>
                    <a:pt x="34" y="11"/>
                  </a:cubicBezTo>
                  <a:cubicBezTo>
                    <a:pt x="33" y="5"/>
                    <a:pt x="30" y="1"/>
                    <a:pt x="2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2" name="Freeform 888">
              <a:extLst>
                <a:ext uri="{FF2B5EF4-FFF2-40B4-BE49-F238E27FC236}">
                  <a16:creationId xmlns:a16="http://schemas.microsoft.com/office/drawing/2014/main" id="{0FA69A53-FE95-4A84-85FD-C44C8A7AD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052"/>
              <a:ext cx="113" cy="95"/>
            </a:xfrm>
            <a:custGeom>
              <a:avLst/>
              <a:gdLst>
                <a:gd name="T0" fmla="*/ 208 w 58"/>
                <a:gd name="T1" fmla="*/ 8 h 46"/>
                <a:gd name="T2" fmla="*/ 68 w 58"/>
                <a:gd name="T3" fmla="*/ 35 h 46"/>
                <a:gd name="T4" fmla="*/ 8 w 58"/>
                <a:gd name="T5" fmla="*/ 176 h 46"/>
                <a:gd name="T6" fmla="*/ 251 w 58"/>
                <a:gd name="T7" fmla="*/ 372 h 46"/>
                <a:gd name="T8" fmla="*/ 392 w 58"/>
                <a:gd name="T9" fmla="*/ 124 h 46"/>
                <a:gd name="T10" fmla="*/ 208 w 58"/>
                <a:gd name="T11" fmla="*/ 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1"/>
                  </a:moveTo>
                  <a:cubicBezTo>
                    <a:pt x="20" y="0"/>
                    <a:pt x="14" y="0"/>
                    <a:pt x="9" y="4"/>
                  </a:cubicBezTo>
                  <a:cubicBezTo>
                    <a:pt x="4" y="8"/>
                    <a:pt x="1" y="13"/>
                    <a:pt x="1" y="20"/>
                  </a:cubicBezTo>
                  <a:cubicBezTo>
                    <a:pt x="0" y="34"/>
                    <a:pt x="17" y="46"/>
                    <a:pt x="34" y="42"/>
                  </a:cubicBezTo>
                  <a:cubicBezTo>
                    <a:pt x="51" y="39"/>
                    <a:pt x="58" y="24"/>
                    <a:pt x="53" y="14"/>
                  </a:cubicBezTo>
                  <a:cubicBezTo>
                    <a:pt x="47" y="6"/>
                    <a:pt x="42" y="4"/>
                    <a:pt x="28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3" name="Freeform 889">
              <a:extLst>
                <a:ext uri="{FF2B5EF4-FFF2-40B4-BE49-F238E27FC236}">
                  <a16:creationId xmlns:a16="http://schemas.microsoft.com/office/drawing/2014/main" id="{6253F6A8-EBFE-4A5A-8D56-AEB208BC2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068"/>
              <a:ext cx="89" cy="73"/>
            </a:xfrm>
            <a:custGeom>
              <a:avLst/>
              <a:gdLst>
                <a:gd name="T0" fmla="*/ 304 w 46"/>
                <a:gd name="T1" fmla="*/ 65 h 35"/>
                <a:gd name="T2" fmla="*/ 261 w 46"/>
                <a:gd name="T3" fmla="*/ 0 h 35"/>
                <a:gd name="T4" fmla="*/ 288 w 46"/>
                <a:gd name="T5" fmla="*/ 44 h 35"/>
                <a:gd name="T6" fmla="*/ 168 w 46"/>
                <a:gd name="T7" fmla="*/ 292 h 35"/>
                <a:gd name="T8" fmla="*/ 0 w 46"/>
                <a:gd name="T9" fmla="*/ 244 h 35"/>
                <a:gd name="T10" fmla="*/ 172 w 46"/>
                <a:gd name="T11" fmla="*/ 309 h 35"/>
                <a:gd name="T12" fmla="*/ 304 w 46"/>
                <a:gd name="T13" fmla="*/ 6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5">
                  <a:moveTo>
                    <a:pt x="42" y="7"/>
                  </a:moveTo>
                  <a:cubicBezTo>
                    <a:pt x="40" y="4"/>
                    <a:pt x="38" y="2"/>
                    <a:pt x="36" y="0"/>
                  </a:cubicBezTo>
                  <a:cubicBezTo>
                    <a:pt x="37" y="1"/>
                    <a:pt x="39" y="3"/>
                    <a:pt x="40" y="5"/>
                  </a:cubicBezTo>
                  <a:cubicBezTo>
                    <a:pt x="45" y="15"/>
                    <a:pt x="39" y="29"/>
                    <a:pt x="23" y="32"/>
                  </a:cubicBezTo>
                  <a:cubicBezTo>
                    <a:pt x="14" y="34"/>
                    <a:pt x="6" y="32"/>
                    <a:pt x="0" y="27"/>
                  </a:cubicBezTo>
                  <a:cubicBezTo>
                    <a:pt x="6" y="33"/>
                    <a:pt x="15" y="35"/>
                    <a:pt x="24" y="34"/>
                  </a:cubicBezTo>
                  <a:cubicBezTo>
                    <a:pt x="40" y="31"/>
                    <a:pt x="46" y="16"/>
                    <a:pt x="42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4" name="Freeform 890">
              <a:extLst>
                <a:ext uri="{FF2B5EF4-FFF2-40B4-BE49-F238E27FC236}">
                  <a16:creationId xmlns:a16="http://schemas.microsoft.com/office/drawing/2014/main" id="{F72623C5-6D9B-401D-9C4A-58894BC80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054"/>
              <a:ext cx="85" cy="74"/>
            </a:xfrm>
            <a:custGeom>
              <a:avLst/>
              <a:gdLst>
                <a:gd name="T0" fmla="*/ 8 w 44"/>
                <a:gd name="T1" fmla="*/ 173 h 36"/>
                <a:gd name="T2" fmla="*/ 64 w 44"/>
                <a:gd name="T3" fmla="*/ 43 h 36"/>
                <a:gd name="T4" fmla="*/ 193 w 44"/>
                <a:gd name="T5" fmla="*/ 16 h 36"/>
                <a:gd name="T6" fmla="*/ 317 w 44"/>
                <a:gd name="T7" fmla="*/ 60 h 36"/>
                <a:gd name="T8" fmla="*/ 180 w 44"/>
                <a:gd name="T9" fmla="*/ 8 h 36"/>
                <a:gd name="T10" fmla="*/ 56 w 44"/>
                <a:gd name="T11" fmla="*/ 33 h 36"/>
                <a:gd name="T12" fmla="*/ 0 w 44"/>
                <a:gd name="T13" fmla="*/ 164 h 36"/>
                <a:gd name="T14" fmla="*/ 71 w 44"/>
                <a:gd name="T15" fmla="*/ 312 h 36"/>
                <a:gd name="T16" fmla="*/ 8 w 44"/>
                <a:gd name="T17" fmla="*/ 17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6">
                  <a:moveTo>
                    <a:pt x="1" y="20"/>
                  </a:moveTo>
                  <a:cubicBezTo>
                    <a:pt x="1" y="14"/>
                    <a:pt x="5" y="9"/>
                    <a:pt x="9" y="5"/>
                  </a:cubicBezTo>
                  <a:cubicBezTo>
                    <a:pt x="14" y="1"/>
                    <a:pt x="20" y="1"/>
                    <a:pt x="27" y="2"/>
                  </a:cubicBezTo>
                  <a:cubicBezTo>
                    <a:pt x="35" y="4"/>
                    <a:pt x="40" y="5"/>
                    <a:pt x="44" y="7"/>
                  </a:cubicBezTo>
                  <a:cubicBezTo>
                    <a:pt x="40" y="4"/>
                    <a:pt x="35" y="3"/>
                    <a:pt x="25" y="1"/>
                  </a:cubicBezTo>
                  <a:cubicBezTo>
                    <a:pt x="18" y="0"/>
                    <a:pt x="12" y="0"/>
                    <a:pt x="8" y="4"/>
                  </a:cubicBezTo>
                  <a:cubicBezTo>
                    <a:pt x="3" y="8"/>
                    <a:pt x="0" y="12"/>
                    <a:pt x="0" y="19"/>
                  </a:cubicBezTo>
                  <a:cubicBezTo>
                    <a:pt x="0" y="25"/>
                    <a:pt x="4" y="32"/>
                    <a:pt x="10" y="36"/>
                  </a:cubicBezTo>
                  <a:cubicBezTo>
                    <a:pt x="4" y="32"/>
                    <a:pt x="1" y="26"/>
                    <a:pt x="1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5" name="Freeform 891">
              <a:extLst>
                <a:ext uri="{FF2B5EF4-FFF2-40B4-BE49-F238E27FC236}">
                  <a16:creationId xmlns:a16="http://schemas.microsoft.com/office/drawing/2014/main" id="{2FD36F83-5807-4F1B-968D-39612EF8B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068"/>
              <a:ext cx="73" cy="52"/>
            </a:xfrm>
            <a:custGeom>
              <a:avLst/>
              <a:gdLst>
                <a:gd name="T0" fmla="*/ 207 w 38"/>
                <a:gd name="T1" fmla="*/ 52 h 25"/>
                <a:gd name="T2" fmla="*/ 100 w 38"/>
                <a:gd name="T3" fmla="*/ 200 h 25"/>
                <a:gd name="T4" fmla="*/ 29 w 38"/>
                <a:gd name="T5" fmla="*/ 44 h 25"/>
                <a:gd name="T6" fmla="*/ 207 w 38"/>
                <a:gd name="T7" fmla="*/ 5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29" y="6"/>
                  </a:moveTo>
                  <a:cubicBezTo>
                    <a:pt x="38" y="14"/>
                    <a:pt x="29" y="25"/>
                    <a:pt x="14" y="22"/>
                  </a:cubicBezTo>
                  <a:cubicBezTo>
                    <a:pt x="0" y="19"/>
                    <a:pt x="1" y="9"/>
                    <a:pt x="4" y="5"/>
                  </a:cubicBezTo>
                  <a:cubicBezTo>
                    <a:pt x="9" y="0"/>
                    <a:pt x="23" y="1"/>
                    <a:pt x="2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6" name="Freeform 892">
              <a:extLst>
                <a:ext uri="{FF2B5EF4-FFF2-40B4-BE49-F238E27FC236}">
                  <a16:creationId xmlns:a16="http://schemas.microsoft.com/office/drawing/2014/main" id="{FEF5AF5B-1E57-475D-AF1E-363AA5086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091"/>
              <a:ext cx="62" cy="29"/>
            </a:xfrm>
            <a:custGeom>
              <a:avLst/>
              <a:gdLst>
                <a:gd name="T0" fmla="*/ 217 w 32"/>
                <a:gd name="T1" fmla="*/ 0 h 14"/>
                <a:gd name="T2" fmla="*/ 87 w 32"/>
                <a:gd name="T3" fmla="*/ 81 h 14"/>
                <a:gd name="T4" fmla="*/ 0 w 32"/>
                <a:gd name="T5" fmla="*/ 0 h 14"/>
                <a:gd name="T6" fmla="*/ 87 w 32"/>
                <a:gd name="T7" fmla="*/ 99 h 14"/>
                <a:gd name="T8" fmla="*/ 217 w 3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30" y="0"/>
                  </a:moveTo>
                  <a:cubicBezTo>
                    <a:pt x="30" y="6"/>
                    <a:pt x="22" y="11"/>
                    <a:pt x="12" y="9"/>
                  </a:cubicBezTo>
                  <a:cubicBezTo>
                    <a:pt x="4" y="7"/>
                    <a:pt x="1" y="4"/>
                    <a:pt x="0" y="0"/>
                  </a:cubicBezTo>
                  <a:cubicBezTo>
                    <a:pt x="0" y="4"/>
                    <a:pt x="3" y="9"/>
                    <a:pt x="12" y="11"/>
                  </a:cubicBezTo>
                  <a:cubicBezTo>
                    <a:pt x="24" y="14"/>
                    <a:pt x="32" y="7"/>
                    <a:pt x="3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7" name="Freeform 893">
              <a:extLst>
                <a:ext uri="{FF2B5EF4-FFF2-40B4-BE49-F238E27FC236}">
                  <a16:creationId xmlns:a16="http://schemas.microsoft.com/office/drawing/2014/main" id="{50DF30E7-4FC2-42D3-85A0-9F2B04ADA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071"/>
              <a:ext cx="33" cy="6"/>
            </a:xfrm>
            <a:custGeom>
              <a:avLst/>
              <a:gdLst>
                <a:gd name="T0" fmla="*/ 124 w 17"/>
                <a:gd name="T1" fmla="*/ 24 h 3"/>
                <a:gd name="T2" fmla="*/ 0 w 17"/>
                <a:gd name="T3" fmla="*/ 16 h 3"/>
                <a:gd name="T4" fmla="*/ 124 w 17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">
                  <a:moveTo>
                    <a:pt x="17" y="3"/>
                  </a:moveTo>
                  <a:cubicBezTo>
                    <a:pt x="12" y="0"/>
                    <a:pt x="3" y="0"/>
                    <a:pt x="0" y="2"/>
                  </a:cubicBezTo>
                  <a:cubicBezTo>
                    <a:pt x="3" y="1"/>
                    <a:pt x="11" y="1"/>
                    <a:pt x="17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8" name="Freeform 894">
              <a:extLst>
                <a:ext uri="{FF2B5EF4-FFF2-40B4-BE49-F238E27FC236}">
                  <a16:creationId xmlns:a16="http://schemas.microsoft.com/office/drawing/2014/main" id="{41AAE6C2-F6CE-4678-8B31-65029F836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106"/>
              <a:ext cx="49" cy="20"/>
            </a:xfrm>
            <a:custGeom>
              <a:avLst/>
              <a:gdLst>
                <a:gd name="T0" fmla="*/ 0 w 25"/>
                <a:gd name="T1" fmla="*/ 8 h 10"/>
                <a:gd name="T2" fmla="*/ 188 w 25"/>
                <a:gd name="T3" fmla="*/ 0 h 10"/>
                <a:gd name="T4" fmla="*/ 0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3" y="4"/>
                    <a:pt x="18" y="9"/>
                    <a:pt x="25" y="0"/>
                  </a:cubicBezTo>
                  <a:cubicBezTo>
                    <a:pt x="23" y="5"/>
                    <a:pt x="11" y="10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9" name="Freeform 895">
              <a:extLst>
                <a:ext uri="{FF2B5EF4-FFF2-40B4-BE49-F238E27FC236}">
                  <a16:creationId xmlns:a16="http://schemas.microsoft.com/office/drawing/2014/main" id="{E1C9AB1F-2209-49FA-9163-636B2D176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052"/>
              <a:ext cx="113" cy="95"/>
            </a:xfrm>
            <a:custGeom>
              <a:avLst/>
              <a:gdLst>
                <a:gd name="T0" fmla="*/ 208 w 58"/>
                <a:gd name="T1" fmla="*/ 8 h 46"/>
                <a:gd name="T2" fmla="*/ 68 w 58"/>
                <a:gd name="T3" fmla="*/ 35 h 46"/>
                <a:gd name="T4" fmla="*/ 8 w 58"/>
                <a:gd name="T5" fmla="*/ 176 h 46"/>
                <a:gd name="T6" fmla="*/ 251 w 58"/>
                <a:gd name="T7" fmla="*/ 372 h 46"/>
                <a:gd name="T8" fmla="*/ 392 w 58"/>
                <a:gd name="T9" fmla="*/ 124 h 46"/>
                <a:gd name="T10" fmla="*/ 208 w 58"/>
                <a:gd name="T11" fmla="*/ 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1"/>
                  </a:moveTo>
                  <a:cubicBezTo>
                    <a:pt x="20" y="0"/>
                    <a:pt x="14" y="0"/>
                    <a:pt x="9" y="4"/>
                  </a:cubicBezTo>
                  <a:cubicBezTo>
                    <a:pt x="4" y="8"/>
                    <a:pt x="1" y="13"/>
                    <a:pt x="1" y="20"/>
                  </a:cubicBezTo>
                  <a:cubicBezTo>
                    <a:pt x="0" y="34"/>
                    <a:pt x="17" y="46"/>
                    <a:pt x="34" y="42"/>
                  </a:cubicBezTo>
                  <a:cubicBezTo>
                    <a:pt x="51" y="39"/>
                    <a:pt x="58" y="24"/>
                    <a:pt x="53" y="14"/>
                  </a:cubicBezTo>
                  <a:cubicBezTo>
                    <a:pt x="47" y="6"/>
                    <a:pt x="42" y="4"/>
                    <a:pt x="28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0" name="Freeform 896">
              <a:extLst>
                <a:ext uri="{FF2B5EF4-FFF2-40B4-BE49-F238E27FC236}">
                  <a16:creationId xmlns:a16="http://schemas.microsoft.com/office/drawing/2014/main" id="{E697725F-AEAA-47B1-8D7E-24BECFAB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079"/>
              <a:ext cx="64" cy="39"/>
            </a:xfrm>
            <a:custGeom>
              <a:avLst/>
              <a:gdLst>
                <a:gd name="T0" fmla="*/ 204 w 33"/>
                <a:gd name="T1" fmla="*/ 8 h 19"/>
                <a:gd name="T2" fmla="*/ 225 w 33"/>
                <a:gd name="T3" fmla="*/ 96 h 19"/>
                <a:gd name="T4" fmla="*/ 93 w 33"/>
                <a:gd name="T5" fmla="*/ 148 h 19"/>
                <a:gd name="T6" fmla="*/ 16 w 33"/>
                <a:gd name="T7" fmla="*/ 76 h 19"/>
                <a:gd name="T8" fmla="*/ 23 w 33"/>
                <a:gd name="T9" fmla="*/ 0 h 19"/>
                <a:gd name="T10" fmla="*/ 23 w 33"/>
                <a:gd name="T11" fmla="*/ 0 h 19"/>
                <a:gd name="T12" fmla="*/ 8 w 33"/>
                <a:gd name="T13" fmla="*/ 76 h 19"/>
                <a:gd name="T14" fmla="*/ 93 w 33"/>
                <a:gd name="T15" fmla="*/ 148 h 19"/>
                <a:gd name="T16" fmla="*/ 225 w 33"/>
                <a:gd name="T17" fmla="*/ 105 h 19"/>
                <a:gd name="T18" fmla="*/ 204 w 33"/>
                <a:gd name="T19" fmla="*/ 8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9">
                  <a:moveTo>
                    <a:pt x="28" y="1"/>
                  </a:moveTo>
                  <a:cubicBezTo>
                    <a:pt x="31" y="4"/>
                    <a:pt x="32" y="8"/>
                    <a:pt x="31" y="11"/>
                  </a:cubicBezTo>
                  <a:cubicBezTo>
                    <a:pt x="29" y="16"/>
                    <a:pt x="22" y="19"/>
                    <a:pt x="13" y="17"/>
                  </a:cubicBezTo>
                  <a:cubicBezTo>
                    <a:pt x="5" y="15"/>
                    <a:pt x="2" y="12"/>
                    <a:pt x="2" y="9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1" y="9"/>
                  </a:cubicBezTo>
                  <a:cubicBezTo>
                    <a:pt x="2" y="12"/>
                    <a:pt x="5" y="16"/>
                    <a:pt x="13" y="17"/>
                  </a:cubicBezTo>
                  <a:cubicBezTo>
                    <a:pt x="22" y="19"/>
                    <a:pt x="29" y="16"/>
                    <a:pt x="31" y="12"/>
                  </a:cubicBezTo>
                  <a:cubicBezTo>
                    <a:pt x="33" y="8"/>
                    <a:pt x="31" y="4"/>
                    <a:pt x="28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1" name="Freeform 897">
              <a:extLst>
                <a:ext uri="{FF2B5EF4-FFF2-40B4-BE49-F238E27FC236}">
                  <a16:creationId xmlns:a16="http://schemas.microsoft.com/office/drawing/2014/main" id="{95FAD81D-8050-4E3F-B5DA-7BD2D783B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200"/>
              <a:ext cx="112" cy="95"/>
            </a:xfrm>
            <a:custGeom>
              <a:avLst/>
              <a:gdLst>
                <a:gd name="T0" fmla="*/ 201 w 58"/>
                <a:gd name="T1" fmla="*/ 8 h 46"/>
                <a:gd name="T2" fmla="*/ 64 w 58"/>
                <a:gd name="T3" fmla="*/ 35 h 46"/>
                <a:gd name="T4" fmla="*/ 8 w 58"/>
                <a:gd name="T5" fmla="*/ 176 h 46"/>
                <a:gd name="T6" fmla="*/ 245 w 58"/>
                <a:gd name="T7" fmla="*/ 380 h 46"/>
                <a:gd name="T8" fmla="*/ 380 w 58"/>
                <a:gd name="T9" fmla="*/ 124 h 46"/>
                <a:gd name="T10" fmla="*/ 201 w 58"/>
                <a:gd name="T11" fmla="*/ 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1"/>
                  </a:moveTo>
                  <a:cubicBezTo>
                    <a:pt x="20" y="0"/>
                    <a:pt x="14" y="0"/>
                    <a:pt x="9" y="4"/>
                  </a:cubicBezTo>
                  <a:cubicBezTo>
                    <a:pt x="4" y="8"/>
                    <a:pt x="1" y="13"/>
                    <a:pt x="1" y="20"/>
                  </a:cubicBezTo>
                  <a:cubicBezTo>
                    <a:pt x="0" y="34"/>
                    <a:pt x="17" y="46"/>
                    <a:pt x="34" y="43"/>
                  </a:cubicBezTo>
                  <a:cubicBezTo>
                    <a:pt x="51" y="39"/>
                    <a:pt x="58" y="24"/>
                    <a:pt x="53" y="14"/>
                  </a:cubicBezTo>
                  <a:cubicBezTo>
                    <a:pt x="47" y="6"/>
                    <a:pt x="42" y="4"/>
                    <a:pt x="28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2" name="Freeform 898">
              <a:extLst>
                <a:ext uri="{FF2B5EF4-FFF2-40B4-BE49-F238E27FC236}">
                  <a16:creationId xmlns:a16="http://schemas.microsoft.com/office/drawing/2014/main" id="{5F7AC359-FFB7-427B-8E7F-066CE2D75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217"/>
              <a:ext cx="89" cy="72"/>
            </a:xfrm>
            <a:custGeom>
              <a:avLst/>
              <a:gdLst>
                <a:gd name="T0" fmla="*/ 304 w 46"/>
                <a:gd name="T1" fmla="*/ 60 h 35"/>
                <a:gd name="T2" fmla="*/ 261 w 46"/>
                <a:gd name="T3" fmla="*/ 0 h 35"/>
                <a:gd name="T4" fmla="*/ 288 w 46"/>
                <a:gd name="T5" fmla="*/ 51 h 35"/>
                <a:gd name="T6" fmla="*/ 168 w 46"/>
                <a:gd name="T7" fmla="*/ 288 h 35"/>
                <a:gd name="T8" fmla="*/ 0 w 46"/>
                <a:gd name="T9" fmla="*/ 245 h 35"/>
                <a:gd name="T10" fmla="*/ 172 w 46"/>
                <a:gd name="T11" fmla="*/ 296 h 35"/>
                <a:gd name="T12" fmla="*/ 304 w 46"/>
                <a:gd name="T13" fmla="*/ 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5">
                  <a:moveTo>
                    <a:pt x="42" y="7"/>
                  </a:moveTo>
                  <a:cubicBezTo>
                    <a:pt x="40" y="4"/>
                    <a:pt x="38" y="2"/>
                    <a:pt x="36" y="0"/>
                  </a:cubicBezTo>
                  <a:cubicBezTo>
                    <a:pt x="37" y="2"/>
                    <a:pt x="39" y="3"/>
                    <a:pt x="40" y="6"/>
                  </a:cubicBezTo>
                  <a:cubicBezTo>
                    <a:pt x="45" y="15"/>
                    <a:pt x="39" y="29"/>
                    <a:pt x="23" y="33"/>
                  </a:cubicBezTo>
                  <a:cubicBezTo>
                    <a:pt x="14" y="34"/>
                    <a:pt x="6" y="32"/>
                    <a:pt x="0" y="28"/>
                  </a:cubicBezTo>
                  <a:cubicBezTo>
                    <a:pt x="6" y="33"/>
                    <a:pt x="15" y="35"/>
                    <a:pt x="24" y="34"/>
                  </a:cubicBezTo>
                  <a:cubicBezTo>
                    <a:pt x="40" y="31"/>
                    <a:pt x="46" y="16"/>
                    <a:pt x="42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3" name="Freeform 899">
              <a:extLst>
                <a:ext uri="{FF2B5EF4-FFF2-40B4-BE49-F238E27FC236}">
                  <a16:creationId xmlns:a16="http://schemas.microsoft.com/office/drawing/2014/main" id="{2817EEDD-FFD9-4755-B269-4910AC043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203"/>
              <a:ext cx="85" cy="74"/>
            </a:xfrm>
            <a:custGeom>
              <a:avLst/>
              <a:gdLst>
                <a:gd name="T0" fmla="*/ 8 w 44"/>
                <a:gd name="T1" fmla="*/ 173 h 36"/>
                <a:gd name="T2" fmla="*/ 64 w 44"/>
                <a:gd name="T3" fmla="*/ 43 h 36"/>
                <a:gd name="T4" fmla="*/ 193 w 44"/>
                <a:gd name="T5" fmla="*/ 16 h 36"/>
                <a:gd name="T6" fmla="*/ 317 w 44"/>
                <a:gd name="T7" fmla="*/ 60 h 36"/>
                <a:gd name="T8" fmla="*/ 180 w 44"/>
                <a:gd name="T9" fmla="*/ 8 h 36"/>
                <a:gd name="T10" fmla="*/ 56 w 44"/>
                <a:gd name="T11" fmla="*/ 33 h 36"/>
                <a:gd name="T12" fmla="*/ 0 w 44"/>
                <a:gd name="T13" fmla="*/ 164 h 36"/>
                <a:gd name="T14" fmla="*/ 71 w 44"/>
                <a:gd name="T15" fmla="*/ 312 h 36"/>
                <a:gd name="T16" fmla="*/ 8 w 44"/>
                <a:gd name="T17" fmla="*/ 17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6">
                  <a:moveTo>
                    <a:pt x="1" y="20"/>
                  </a:moveTo>
                  <a:cubicBezTo>
                    <a:pt x="1" y="14"/>
                    <a:pt x="5" y="9"/>
                    <a:pt x="9" y="5"/>
                  </a:cubicBezTo>
                  <a:cubicBezTo>
                    <a:pt x="14" y="1"/>
                    <a:pt x="20" y="1"/>
                    <a:pt x="27" y="2"/>
                  </a:cubicBezTo>
                  <a:cubicBezTo>
                    <a:pt x="35" y="4"/>
                    <a:pt x="40" y="5"/>
                    <a:pt x="44" y="7"/>
                  </a:cubicBezTo>
                  <a:cubicBezTo>
                    <a:pt x="40" y="4"/>
                    <a:pt x="35" y="3"/>
                    <a:pt x="25" y="1"/>
                  </a:cubicBezTo>
                  <a:cubicBezTo>
                    <a:pt x="18" y="0"/>
                    <a:pt x="12" y="0"/>
                    <a:pt x="8" y="4"/>
                  </a:cubicBezTo>
                  <a:cubicBezTo>
                    <a:pt x="3" y="8"/>
                    <a:pt x="0" y="12"/>
                    <a:pt x="0" y="19"/>
                  </a:cubicBezTo>
                  <a:cubicBezTo>
                    <a:pt x="0" y="25"/>
                    <a:pt x="4" y="32"/>
                    <a:pt x="10" y="36"/>
                  </a:cubicBezTo>
                  <a:cubicBezTo>
                    <a:pt x="4" y="32"/>
                    <a:pt x="1" y="26"/>
                    <a:pt x="1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4" name="Freeform 900">
              <a:extLst>
                <a:ext uri="{FF2B5EF4-FFF2-40B4-BE49-F238E27FC236}">
                  <a16:creationId xmlns:a16="http://schemas.microsoft.com/office/drawing/2014/main" id="{9C25F330-F542-4C1C-9234-2DFF9A661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217"/>
              <a:ext cx="73" cy="54"/>
            </a:xfrm>
            <a:custGeom>
              <a:avLst/>
              <a:gdLst>
                <a:gd name="T0" fmla="*/ 207 w 38"/>
                <a:gd name="T1" fmla="*/ 52 h 26"/>
                <a:gd name="T2" fmla="*/ 100 w 38"/>
                <a:gd name="T3" fmla="*/ 199 h 26"/>
                <a:gd name="T4" fmla="*/ 29 w 38"/>
                <a:gd name="T5" fmla="*/ 44 h 26"/>
                <a:gd name="T6" fmla="*/ 207 w 38"/>
                <a:gd name="T7" fmla="*/ 5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6">
                  <a:moveTo>
                    <a:pt x="29" y="6"/>
                  </a:moveTo>
                  <a:cubicBezTo>
                    <a:pt x="38" y="14"/>
                    <a:pt x="29" y="26"/>
                    <a:pt x="14" y="22"/>
                  </a:cubicBezTo>
                  <a:cubicBezTo>
                    <a:pt x="0" y="19"/>
                    <a:pt x="1" y="9"/>
                    <a:pt x="4" y="5"/>
                  </a:cubicBezTo>
                  <a:cubicBezTo>
                    <a:pt x="9" y="0"/>
                    <a:pt x="23" y="1"/>
                    <a:pt x="2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5" name="Freeform 901">
              <a:extLst>
                <a:ext uri="{FF2B5EF4-FFF2-40B4-BE49-F238E27FC236}">
                  <a16:creationId xmlns:a16="http://schemas.microsoft.com/office/drawing/2014/main" id="{45425B90-0C02-4CED-8ECE-ED3259C87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240"/>
              <a:ext cx="62" cy="29"/>
            </a:xfrm>
            <a:custGeom>
              <a:avLst/>
              <a:gdLst>
                <a:gd name="T0" fmla="*/ 217 w 32"/>
                <a:gd name="T1" fmla="*/ 0 h 14"/>
                <a:gd name="T2" fmla="*/ 87 w 32"/>
                <a:gd name="T3" fmla="*/ 81 h 14"/>
                <a:gd name="T4" fmla="*/ 0 w 32"/>
                <a:gd name="T5" fmla="*/ 0 h 14"/>
                <a:gd name="T6" fmla="*/ 87 w 32"/>
                <a:gd name="T7" fmla="*/ 99 h 14"/>
                <a:gd name="T8" fmla="*/ 217 w 3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30" y="0"/>
                  </a:moveTo>
                  <a:cubicBezTo>
                    <a:pt x="30" y="6"/>
                    <a:pt x="22" y="11"/>
                    <a:pt x="12" y="9"/>
                  </a:cubicBezTo>
                  <a:cubicBezTo>
                    <a:pt x="4" y="7"/>
                    <a:pt x="1" y="4"/>
                    <a:pt x="0" y="0"/>
                  </a:cubicBezTo>
                  <a:cubicBezTo>
                    <a:pt x="0" y="4"/>
                    <a:pt x="3" y="9"/>
                    <a:pt x="12" y="11"/>
                  </a:cubicBezTo>
                  <a:cubicBezTo>
                    <a:pt x="24" y="14"/>
                    <a:pt x="32" y="7"/>
                    <a:pt x="3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6" name="Freeform 902">
              <a:extLst>
                <a:ext uri="{FF2B5EF4-FFF2-40B4-BE49-F238E27FC236}">
                  <a16:creationId xmlns:a16="http://schemas.microsoft.com/office/drawing/2014/main" id="{EA3C5E28-E14C-4122-B304-E668BF7B0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219"/>
              <a:ext cx="31" cy="6"/>
            </a:xfrm>
            <a:custGeom>
              <a:avLst/>
              <a:gdLst>
                <a:gd name="T0" fmla="*/ 116 w 16"/>
                <a:gd name="T1" fmla="*/ 24 h 3"/>
                <a:gd name="T2" fmla="*/ 0 w 16"/>
                <a:gd name="T3" fmla="*/ 16 h 3"/>
                <a:gd name="T4" fmla="*/ 116 w 16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">
                  <a:moveTo>
                    <a:pt x="16" y="3"/>
                  </a:moveTo>
                  <a:cubicBezTo>
                    <a:pt x="12" y="0"/>
                    <a:pt x="3" y="0"/>
                    <a:pt x="0" y="2"/>
                  </a:cubicBezTo>
                  <a:cubicBezTo>
                    <a:pt x="3" y="2"/>
                    <a:pt x="11" y="1"/>
                    <a:pt x="16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7" name="Freeform 903">
              <a:extLst>
                <a:ext uri="{FF2B5EF4-FFF2-40B4-BE49-F238E27FC236}">
                  <a16:creationId xmlns:a16="http://schemas.microsoft.com/office/drawing/2014/main" id="{4735331D-8872-4B2F-99C1-06D2DB8A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254"/>
              <a:ext cx="49" cy="21"/>
            </a:xfrm>
            <a:custGeom>
              <a:avLst/>
              <a:gdLst>
                <a:gd name="T0" fmla="*/ 0 w 25"/>
                <a:gd name="T1" fmla="*/ 8 h 10"/>
                <a:gd name="T2" fmla="*/ 188 w 25"/>
                <a:gd name="T3" fmla="*/ 0 h 10"/>
                <a:gd name="T4" fmla="*/ 0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3" y="4"/>
                    <a:pt x="18" y="9"/>
                    <a:pt x="25" y="0"/>
                  </a:cubicBezTo>
                  <a:cubicBezTo>
                    <a:pt x="23" y="5"/>
                    <a:pt x="11" y="10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8" name="Freeform 904">
              <a:extLst>
                <a:ext uri="{FF2B5EF4-FFF2-40B4-BE49-F238E27FC236}">
                  <a16:creationId xmlns:a16="http://schemas.microsoft.com/office/drawing/2014/main" id="{388F2D6F-7924-45A2-ABA1-BB78E9E0B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200"/>
              <a:ext cx="112" cy="95"/>
            </a:xfrm>
            <a:custGeom>
              <a:avLst/>
              <a:gdLst>
                <a:gd name="T0" fmla="*/ 201 w 58"/>
                <a:gd name="T1" fmla="*/ 8 h 46"/>
                <a:gd name="T2" fmla="*/ 64 w 58"/>
                <a:gd name="T3" fmla="*/ 35 h 46"/>
                <a:gd name="T4" fmla="*/ 8 w 58"/>
                <a:gd name="T5" fmla="*/ 176 h 46"/>
                <a:gd name="T6" fmla="*/ 245 w 58"/>
                <a:gd name="T7" fmla="*/ 380 h 46"/>
                <a:gd name="T8" fmla="*/ 380 w 58"/>
                <a:gd name="T9" fmla="*/ 124 h 46"/>
                <a:gd name="T10" fmla="*/ 201 w 58"/>
                <a:gd name="T11" fmla="*/ 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1"/>
                  </a:moveTo>
                  <a:cubicBezTo>
                    <a:pt x="20" y="0"/>
                    <a:pt x="14" y="0"/>
                    <a:pt x="9" y="4"/>
                  </a:cubicBezTo>
                  <a:cubicBezTo>
                    <a:pt x="4" y="8"/>
                    <a:pt x="1" y="13"/>
                    <a:pt x="1" y="20"/>
                  </a:cubicBezTo>
                  <a:cubicBezTo>
                    <a:pt x="0" y="34"/>
                    <a:pt x="17" y="46"/>
                    <a:pt x="34" y="43"/>
                  </a:cubicBezTo>
                  <a:cubicBezTo>
                    <a:pt x="51" y="39"/>
                    <a:pt x="58" y="24"/>
                    <a:pt x="53" y="14"/>
                  </a:cubicBezTo>
                  <a:cubicBezTo>
                    <a:pt x="47" y="6"/>
                    <a:pt x="42" y="4"/>
                    <a:pt x="28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9" name="Freeform 905">
              <a:extLst>
                <a:ext uri="{FF2B5EF4-FFF2-40B4-BE49-F238E27FC236}">
                  <a16:creationId xmlns:a16="http://schemas.microsoft.com/office/drawing/2014/main" id="{3F5B1264-E903-4EE8-A242-4B03829F7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227"/>
              <a:ext cx="63" cy="42"/>
            </a:xfrm>
            <a:custGeom>
              <a:avLst/>
              <a:gdLst>
                <a:gd name="T0" fmla="*/ 193 w 33"/>
                <a:gd name="T1" fmla="*/ 8 h 20"/>
                <a:gd name="T2" fmla="*/ 216 w 33"/>
                <a:gd name="T3" fmla="*/ 101 h 20"/>
                <a:gd name="T4" fmla="*/ 92 w 33"/>
                <a:gd name="T5" fmla="*/ 160 h 20"/>
                <a:gd name="T6" fmla="*/ 15 w 33"/>
                <a:gd name="T7" fmla="*/ 84 h 20"/>
                <a:gd name="T8" fmla="*/ 21 w 33"/>
                <a:gd name="T9" fmla="*/ 0 h 20"/>
                <a:gd name="T10" fmla="*/ 21 w 33"/>
                <a:gd name="T11" fmla="*/ 0 h 20"/>
                <a:gd name="T12" fmla="*/ 8 w 33"/>
                <a:gd name="T13" fmla="*/ 84 h 20"/>
                <a:gd name="T14" fmla="*/ 92 w 33"/>
                <a:gd name="T15" fmla="*/ 168 h 20"/>
                <a:gd name="T16" fmla="*/ 216 w 33"/>
                <a:gd name="T17" fmla="*/ 111 h 20"/>
                <a:gd name="T18" fmla="*/ 193 w 33"/>
                <a:gd name="T19" fmla="*/ 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0">
                  <a:moveTo>
                    <a:pt x="28" y="1"/>
                  </a:moveTo>
                  <a:cubicBezTo>
                    <a:pt x="31" y="4"/>
                    <a:pt x="32" y="8"/>
                    <a:pt x="31" y="11"/>
                  </a:cubicBezTo>
                  <a:cubicBezTo>
                    <a:pt x="29" y="16"/>
                    <a:pt x="22" y="19"/>
                    <a:pt x="13" y="17"/>
                  </a:cubicBezTo>
                  <a:cubicBezTo>
                    <a:pt x="5" y="15"/>
                    <a:pt x="2" y="12"/>
                    <a:pt x="2" y="9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1" y="9"/>
                  </a:cubicBezTo>
                  <a:cubicBezTo>
                    <a:pt x="2" y="12"/>
                    <a:pt x="5" y="16"/>
                    <a:pt x="13" y="18"/>
                  </a:cubicBezTo>
                  <a:cubicBezTo>
                    <a:pt x="22" y="20"/>
                    <a:pt x="29" y="16"/>
                    <a:pt x="31" y="12"/>
                  </a:cubicBezTo>
                  <a:cubicBezTo>
                    <a:pt x="33" y="8"/>
                    <a:pt x="31" y="4"/>
                    <a:pt x="28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0" name="Freeform 906">
              <a:extLst>
                <a:ext uri="{FF2B5EF4-FFF2-40B4-BE49-F238E27FC236}">
                  <a16:creationId xmlns:a16="http://schemas.microsoft.com/office/drawing/2014/main" id="{B9A7BEF9-A637-46C1-99CE-9D750C25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236"/>
              <a:ext cx="112" cy="92"/>
            </a:xfrm>
            <a:custGeom>
              <a:avLst/>
              <a:gdLst>
                <a:gd name="T0" fmla="*/ 201 w 58"/>
                <a:gd name="T1" fmla="*/ 8 h 45"/>
                <a:gd name="T2" fmla="*/ 64 w 58"/>
                <a:gd name="T3" fmla="*/ 33 h 45"/>
                <a:gd name="T4" fmla="*/ 8 w 58"/>
                <a:gd name="T5" fmla="*/ 172 h 45"/>
                <a:gd name="T6" fmla="*/ 245 w 58"/>
                <a:gd name="T7" fmla="*/ 360 h 45"/>
                <a:gd name="T8" fmla="*/ 380 w 58"/>
                <a:gd name="T9" fmla="*/ 121 h 45"/>
                <a:gd name="T10" fmla="*/ 201 w 58"/>
                <a:gd name="T11" fmla="*/ 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28" y="1"/>
                  </a:moveTo>
                  <a:cubicBezTo>
                    <a:pt x="21" y="0"/>
                    <a:pt x="14" y="0"/>
                    <a:pt x="9" y="4"/>
                  </a:cubicBezTo>
                  <a:cubicBezTo>
                    <a:pt x="5" y="8"/>
                    <a:pt x="1" y="13"/>
                    <a:pt x="1" y="20"/>
                  </a:cubicBezTo>
                  <a:cubicBezTo>
                    <a:pt x="0" y="34"/>
                    <a:pt x="17" y="45"/>
                    <a:pt x="34" y="42"/>
                  </a:cubicBezTo>
                  <a:cubicBezTo>
                    <a:pt x="51" y="39"/>
                    <a:pt x="58" y="23"/>
                    <a:pt x="53" y="14"/>
                  </a:cubicBezTo>
                  <a:cubicBezTo>
                    <a:pt x="47" y="5"/>
                    <a:pt x="43" y="4"/>
                    <a:pt x="28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1" name="Freeform 907">
              <a:extLst>
                <a:ext uri="{FF2B5EF4-FFF2-40B4-BE49-F238E27FC236}">
                  <a16:creationId xmlns:a16="http://schemas.microsoft.com/office/drawing/2014/main" id="{2C689E10-1386-4EC8-9C8E-289F6193E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252"/>
              <a:ext cx="91" cy="72"/>
            </a:xfrm>
            <a:custGeom>
              <a:avLst/>
              <a:gdLst>
                <a:gd name="T0" fmla="*/ 304 w 47"/>
                <a:gd name="T1" fmla="*/ 51 h 35"/>
                <a:gd name="T2" fmla="*/ 263 w 47"/>
                <a:gd name="T3" fmla="*/ 0 h 35"/>
                <a:gd name="T4" fmla="*/ 288 w 47"/>
                <a:gd name="T5" fmla="*/ 43 h 35"/>
                <a:gd name="T6" fmla="*/ 168 w 47"/>
                <a:gd name="T7" fmla="*/ 280 h 35"/>
                <a:gd name="T8" fmla="*/ 0 w 47"/>
                <a:gd name="T9" fmla="*/ 237 h 35"/>
                <a:gd name="T10" fmla="*/ 172 w 47"/>
                <a:gd name="T11" fmla="*/ 288 h 35"/>
                <a:gd name="T12" fmla="*/ 304 w 47"/>
                <a:gd name="T13" fmla="*/ 5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5">
                  <a:moveTo>
                    <a:pt x="42" y="6"/>
                  </a:moveTo>
                  <a:cubicBezTo>
                    <a:pt x="40" y="3"/>
                    <a:pt x="38" y="1"/>
                    <a:pt x="36" y="0"/>
                  </a:cubicBezTo>
                  <a:cubicBezTo>
                    <a:pt x="38" y="1"/>
                    <a:pt x="39" y="3"/>
                    <a:pt x="40" y="5"/>
                  </a:cubicBezTo>
                  <a:cubicBezTo>
                    <a:pt x="45" y="14"/>
                    <a:pt x="39" y="29"/>
                    <a:pt x="23" y="32"/>
                  </a:cubicBezTo>
                  <a:cubicBezTo>
                    <a:pt x="14" y="34"/>
                    <a:pt x="6" y="32"/>
                    <a:pt x="0" y="27"/>
                  </a:cubicBezTo>
                  <a:cubicBezTo>
                    <a:pt x="6" y="32"/>
                    <a:pt x="15" y="35"/>
                    <a:pt x="24" y="33"/>
                  </a:cubicBezTo>
                  <a:cubicBezTo>
                    <a:pt x="40" y="30"/>
                    <a:pt x="47" y="15"/>
                    <a:pt x="4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2" name="Freeform 908">
              <a:extLst>
                <a:ext uri="{FF2B5EF4-FFF2-40B4-BE49-F238E27FC236}">
                  <a16:creationId xmlns:a16="http://schemas.microsoft.com/office/drawing/2014/main" id="{8A9A8034-9DB0-4813-949B-4129FEE56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238"/>
              <a:ext cx="85" cy="72"/>
            </a:xfrm>
            <a:custGeom>
              <a:avLst/>
              <a:gdLst>
                <a:gd name="T0" fmla="*/ 8 w 44"/>
                <a:gd name="T1" fmla="*/ 165 h 35"/>
                <a:gd name="T2" fmla="*/ 64 w 44"/>
                <a:gd name="T3" fmla="*/ 43 h 35"/>
                <a:gd name="T4" fmla="*/ 193 w 44"/>
                <a:gd name="T5" fmla="*/ 16 h 35"/>
                <a:gd name="T6" fmla="*/ 317 w 44"/>
                <a:gd name="T7" fmla="*/ 60 h 35"/>
                <a:gd name="T8" fmla="*/ 187 w 44"/>
                <a:gd name="T9" fmla="*/ 8 h 35"/>
                <a:gd name="T10" fmla="*/ 56 w 44"/>
                <a:gd name="T11" fmla="*/ 33 h 35"/>
                <a:gd name="T12" fmla="*/ 0 w 44"/>
                <a:gd name="T13" fmla="*/ 156 h 35"/>
                <a:gd name="T14" fmla="*/ 71 w 44"/>
                <a:gd name="T15" fmla="*/ 304 h 35"/>
                <a:gd name="T16" fmla="*/ 8 w 44"/>
                <a:gd name="T17" fmla="*/ 16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5">
                  <a:moveTo>
                    <a:pt x="1" y="19"/>
                  </a:moveTo>
                  <a:cubicBezTo>
                    <a:pt x="2" y="13"/>
                    <a:pt x="5" y="8"/>
                    <a:pt x="9" y="5"/>
                  </a:cubicBezTo>
                  <a:cubicBezTo>
                    <a:pt x="14" y="1"/>
                    <a:pt x="20" y="1"/>
                    <a:pt x="27" y="2"/>
                  </a:cubicBezTo>
                  <a:cubicBezTo>
                    <a:pt x="35" y="3"/>
                    <a:pt x="40" y="5"/>
                    <a:pt x="44" y="7"/>
                  </a:cubicBezTo>
                  <a:cubicBezTo>
                    <a:pt x="40" y="4"/>
                    <a:pt x="35" y="3"/>
                    <a:pt x="26" y="1"/>
                  </a:cubicBezTo>
                  <a:cubicBezTo>
                    <a:pt x="19" y="0"/>
                    <a:pt x="13" y="0"/>
                    <a:pt x="8" y="4"/>
                  </a:cubicBezTo>
                  <a:cubicBezTo>
                    <a:pt x="4" y="7"/>
                    <a:pt x="0" y="12"/>
                    <a:pt x="0" y="18"/>
                  </a:cubicBezTo>
                  <a:cubicBezTo>
                    <a:pt x="0" y="25"/>
                    <a:pt x="4" y="31"/>
                    <a:pt x="10" y="35"/>
                  </a:cubicBezTo>
                  <a:cubicBezTo>
                    <a:pt x="5" y="31"/>
                    <a:pt x="1" y="26"/>
                    <a:pt x="1" y="1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3" name="Freeform 909">
              <a:extLst>
                <a:ext uri="{FF2B5EF4-FFF2-40B4-BE49-F238E27FC236}">
                  <a16:creationId xmlns:a16="http://schemas.microsoft.com/office/drawing/2014/main" id="{669EB69F-0EFF-4A04-A085-0C38354B9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252"/>
              <a:ext cx="73" cy="52"/>
            </a:xfrm>
            <a:custGeom>
              <a:avLst/>
              <a:gdLst>
                <a:gd name="T0" fmla="*/ 207 w 38"/>
                <a:gd name="T1" fmla="*/ 52 h 25"/>
                <a:gd name="T2" fmla="*/ 100 w 38"/>
                <a:gd name="T3" fmla="*/ 200 h 25"/>
                <a:gd name="T4" fmla="*/ 29 w 38"/>
                <a:gd name="T5" fmla="*/ 44 h 25"/>
                <a:gd name="T6" fmla="*/ 207 w 38"/>
                <a:gd name="T7" fmla="*/ 5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29" y="6"/>
                  </a:moveTo>
                  <a:cubicBezTo>
                    <a:pt x="38" y="14"/>
                    <a:pt x="29" y="25"/>
                    <a:pt x="14" y="22"/>
                  </a:cubicBezTo>
                  <a:cubicBezTo>
                    <a:pt x="0" y="19"/>
                    <a:pt x="1" y="9"/>
                    <a:pt x="4" y="5"/>
                  </a:cubicBezTo>
                  <a:cubicBezTo>
                    <a:pt x="9" y="0"/>
                    <a:pt x="23" y="1"/>
                    <a:pt x="2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4" name="Freeform 910">
              <a:extLst>
                <a:ext uri="{FF2B5EF4-FFF2-40B4-BE49-F238E27FC236}">
                  <a16:creationId xmlns:a16="http://schemas.microsoft.com/office/drawing/2014/main" id="{A5EAD137-736C-4633-9F68-346A6E41E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275"/>
              <a:ext cx="62" cy="29"/>
            </a:xfrm>
            <a:custGeom>
              <a:avLst/>
              <a:gdLst>
                <a:gd name="T0" fmla="*/ 217 w 32"/>
                <a:gd name="T1" fmla="*/ 0 h 14"/>
                <a:gd name="T2" fmla="*/ 87 w 32"/>
                <a:gd name="T3" fmla="*/ 81 h 14"/>
                <a:gd name="T4" fmla="*/ 0 w 32"/>
                <a:gd name="T5" fmla="*/ 0 h 14"/>
                <a:gd name="T6" fmla="*/ 87 w 32"/>
                <a:gd name="T7" fmla="*/ 99 h 14"/>
                <a:gd name="T8" fmla="*/ 217 w 3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30" y="0"/>
                  </a:moveTo>
                  <a:cubicBezTo>
                    <a:pt x="30" y="6"/>
                    <a:pt x="22" y="11"/>
                    <a:pt x="12" y="9"/>
                  </a:cubicBezTo>
                  <a:cubicBezTo>
                    <a:pt x="4" y="7"/>
                    <a:pt x="1" y="3"/>
                    <a:pt x="0" y="0"/>
                  </a:cubicBezTo>
                  <a:cubicBezTo>
                    <a:pt x="0" y="4"/>
                    <a:pt x="3" y="9"/>
                    <a:pt x="12" y="11"/>
                  </a:cubicBezTo>
                  <a:cubicBezTo>
                    <a:pt x="24" y="14"/>
                    <a:pt x="32" y="7"/>
                    <a:pt x="3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5" name="Freeform 911">
              <a:extLst>
                <a:ext uri="{FF2B5EF4-FFF2-40B4-BE49-F238E27FC236}">
                  <a16:creationId xmlns:a16="http://schemas.microsoft.com/office/drawing/2014/main" id="{10BBF41B-117E-40EA-98EC-29316D88D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254"/>
              <a:ext cx="33" cy="4"/>
            </a:xfrm>
            <a:custGeom>
              <a:avLst/>
              <a:gdLst>
                <a:gd name="T0" fmla="*/ 124 w 17"/>
                <a:gd name="T1" fmla="*/ 16 h 2"/>
                <a:gd name="T2" fmla="*/ 0 w 17"/>
                <a:gd name="T3" fmla="*/ 16 h 2"/>
                <a:gd name="T4" fmla="*/ 124 w 17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2" y="0"/>
                    <a:pt x="3" y="0"/>
                    <a:pt x="0" y="2"/>
                  </a:cubicBezTo>
                  <a:cubicBezTo>
                    <a:pt x="4" y="1"/>
                    <a:pt x="11" y="1"/>
                    <a:pt x="17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6" name="Freeform 912">
              <a:extLst>
                <a:ext uri="{FF2B5EF4-FFF2-40B4-BE49-F238E27FC236}">
                  <a16:creationId xmlns:a16="http://schemas.microsoft.com/office/drawing/2014/main" id="{F15B651A-1397-4901-8E7B-A48CF8046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289"/>
              <a:ext cx="48" cy="21"/>
            </a:xfrm>
            <a:custGeom>
              <a:avLst/>
              <a:gdLst>
                <a:gd name="T0" fmla="*/ 0 w 25"/>
                <a:gd name="T1" fmla="*/ 8 h 10"/>
                <a:gd name="T2" fmla="*/ 177 w 25"/>
                <a:gd name="T3" fmla="*/ 0 h 10"/>
                <a:gd name="T4" fmla="*/ 0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3" y="4"/>
                    <a:pt x="18" y="9"/>
                    <a:pt x="25" y="0"/>
                  </a:cubicBezTo>
                  <a:cubicBezTo>
                    <a:pt x="23" y="4"/>
                    <a:pt x="11" y="10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7" name="Freeform 913">
              <a:extLst>
                <a:ext uri="{FF2B5EF4-FFF2-40B4-BE49-F238E27FC236}">
                  <a16:creationId xmlns:a16="http://schemas.microsoft.com/office/drawing/2014/main" id="{525DF2BD-73A1-4343-B3F2-6A6F948F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236"/>
              <a:ext cx="112" cy="92"/>
            </a:xfrm>
            <a:custGeom>
              <a:avLst/>
              <a:gdLst>
                <a:gd name="T0" fmla="*/ 201 w 58"/>
                <a:gd name="T1" fmla="*/ 8 h 45"/>
                <a:gd name="T2" fmla="*/ 64 w 58"/>
                <a:gd name="T3" fmla="*/ 33 h 45"/>
                <a:gd name="T4" fmla="*/ 8 w 58"/>
                <a:gd name="T5" fmla="*/ 172 h 45"/>
                <a:gd name="T6" fmla="*/ 245 w 58"/>
                <a:gd name="T7" fmla="*/ 360 h 45"/>
                <a:gd name="T8" fmla="*/ 380 w 58"/>
                <a:gd name="T9" fmla="*/ 121 h 45"/>
                <a:gd name="T10" fmla="*/ 201 w 58"/>
                <a:gd name="T11" fmla="*/ 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28" y="1"/>
                  </a:moveTo>
                  <a:cubicBezTo>
                    <a:pt x="21" y="0"/>
                    <a:pt x="14" y="0"/>
                    <a:pt x="9" y="4"/>
                  </a:cubicBezTo>
                  <a:cubicBezTo>
                    <a:pt x="5" y="8"/>
                    <a:pt x="1" y="13"/>
                    <a:pt x="1" y="20"/>
                  </a:cubicBezTo>
                  <a:cubicBezTo>
                    <a:pt x="0" y="34"/>
                    <a:pt x="17" y="45"/>
                    <a:pt x="34" y="42"/>
                  </a:cubicBezTo>
                  <a:cubicBezTo>
                    <a:pt x="51" y="39"/>
                    <a:pt x="58" y="23"/>
                    <a:pt x="53" y="14"/>
                  </a:cubicBezTo>
                  <a:cubicBezTo>
                    <a:pt x="47" y="5"/>
                    <a:pt x="43" y="4"/>
                    <a:pt x="28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8" name="Freeform 914">
              <a:extLst>
                <a:ext uri="{FF2B5EF4-FFF2-40B4-BE49-F238E27FC236}">
                  <a16:creationId xmlns:a16="http://schemas.microsoft.com/office/drawing/2014/main" id="{764A45BB-D770-44DF-AB5F-7F02EC359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262"/>
              <a:ext cx="64" cy="40"/>
            </a:xfrm>
            <a:custGeom>
              <a:avLst/>
              <a:gdLst>
                <a:gd name="T0" fmla="*/ 204 w 33"/>
                <a:gd name="T1" fmla="*/ 8 h 19"/>
                <a:gd name="T2" fmla="*/ 225 w 33"/>
                <a:gd name="T3" fmla="*/ 101 h 19"/>
                <a:gd name="T4" fmla="*/ 93 w 33"/>
                <a:gd name="T5" fmla="*/ 160 h 19"/>
                <a:gd name="T6" fmla="*/ 16 w 33"/>
                <a:gd name="T7" fmla="*/ 76 h 19"/>
                <a:gd name="T8" fmla="*/ 23 w 33"/>
                <a:gd name="T9" fmla="*/ 0 h 19"/>
                <a:gd name="T10" fmla="*/ 23 w 33"/>
                <a:gd name="T11" fmla="*/ 0 h 19"/>
                <a:gd name="T12" fmla="*/ 8 w 33"/>
                <a:gd name="T13" fmla="*/ 84 h 19"/>
                <a:gd name="T14" fmla="*/ 93 w 33"/>
                <a:gd name="T15" fmla="*/ 160 h 19"/>
                <a:gd name="T16" fmla="*/ 225 w 33"/>
                <a:gd name="T17" fmla="*/ 101 h 19"/>
                <a:gd name="T18" fmla="*/ 204 w 33"/>
                <a:gd name="T19" fmla="*/ 8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9">
                  <a:moveTo>
                    <a:pt x="28" y="1"/>
                  </a:moveTo>
                  <a:cubicBezTo>
                    <a:pt x="31" y="4"/>
                    <a:pt x="32" y="8"/>
                    <a:pt x="31" y="11"/>
                  </a:cubicBezTo>
                  <a:cubicBezTo>
                    <a:pt x="29" y="15"/>
                    <a:pt x="22" y="19"/>
                    <a:pt x="13" y="17"/>
                  </a:cubicBezTo>
                  <a:cubicBezTo>
                    <a:pt x="5" y="15"/>
                    <a:pt x="3" y="11"/>
                    <a:pt x="2" y="8"/>
                  </a:cubicBezTo>
                  <a:cubicBezTo>
                    <a:pt x="1" y="5"/>
                    <a:pt x="2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2"/>
                    <a:pt x="0" y="5"/>
                    <a:pt x="1" y="9"/>
                  </a:cubicBezTo>
                  <a:cubicBezTo>
                    <a:pt x="2" y="12"/>
                    <a:pt x="5" y="15"/>
                    <a:pt x="13" y="17"/>
                  </a:cubicBezTo>
                  <a:cubicBezTo>
                    <a:pt x="23" y="19"/>
                    <a:pt x="29" y="16"/>
                    <a:pt x="31" y="11"/>
                  </a:cubicBezTo>
                  <a:cubicBezTo>
                    <a:pt x="33" y="8"/>
                    <a:pt x="32" y="4"/>
                    <a:pt x="28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9" name="Freeform 915">
              <a:extLst>
                <a:ext uri="{FF2B5EF4-FFF2-40B4-BE49-F238E27FC236}">
                  <a16:creationId xmlns:a16="http://schemas.microsoft.com/office/drawing/2014/main" id="{B53BCE50-0F97-4DF9-873D-2A5D29015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240"/>
              <a:ext cx="97" cy="84"/>
            </a:xfrm>
            <a:custGeom>
              <a:avLst/>
              <a:gdLst>
                <a:gd name="T0" fmla="*/ 225 w 50"/>
                <a:gd name="T1" fmla="*/ 33 h 41"/>
                <a:gd name="T2" fmla="*/ 109 w 50"/>
                <a:gd name="T3" fmla="*/ 16 h 41"/>
                <a:gd name="T4" fmla="*/ 31 w 50"/>
                <a:gd name="T5" fmla="*/ 113 h 41"/>
                <a:gd name="T6" fmla="*/ 184 w 50"/>
                <a:gd name="T7" fmla="*/ 344 h 41"/>
                <a:gd name="T8" fmla="*/ 349 w 50"/>
                <a:gd name="T9" fmla="*/ 180 h 41"/>
                <a:gd name="T10" fmla="*/ 225 w 50"/>
                <a:gd name="T11" fmla="*/ 33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41">
                  <a:moveTo>
                    <a:pt x="31" y="4"/>
                  </a:moveTo>
                  <a:cubicBezTo>
                    <a:pt x="25" y="2"/>
                    <a:pt x="20" y="0"/>
                    <a:pt x="15" y="2"/>
                  </a:cubicBezTo>
                  <a:cubicBezTo>
                    <a:pt x="10" y="4"/>
                    <a:pt x="6" y="8"/>
                    <a:pt x="4" y="13"/>
                  </a:cubicBezTo>
                  <a:cubicBezTo>
                    <a:pt x="0" y="25"/>
                    <a:pt x="10" y="38"/>
                    <a:pt x="25" y="40"/>
                  </a:cubicBezTo>
                  <a:cubicBezTo>
                    <a:pt x="40" y="41"/>
                    <a:pt x="50" y="30"/>
                    <a:pt x="48" y="21"/>
                  </a:cubicBezTo>
                  <a:cubicBezTo>
                    <a:pt x="46" y="13"/>
                    <a:pt x="43" y="10"/>
                    <a:pt x="31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0" name="Freeform 916">
              <a:extLst>
                <a:ext uri="{FF2B5EF4-FFF2-40B4-BE49-F238E27FC236}">
                  <a16:creationId xmlns:a16="http://schemas.microsoft.com/office/drawing/2014/main" id="{4827E814-AB9A-4850-9C9A-8620262D3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269"/>
              <a:ext cx="81" cy="55"/>
            </a:xfrm>
            <a:custGeom>
              <a:avLst/>
              <a:gdLst>
                <a:gd name="T0" fmla="*/ 293 w 42"/>
                <a:gd name="T1" fmla="*/ 59 h 27"/>
                <a:gd name="T2" fmla="*/ 264 w 42"/>
                <a:gd name="T3" fmla="*/ 0 h 27"/>
                <a:gd name="T4" fmla="*/ 287 w 42"/>
                <a:gd name="T5" fmla="*/ 49 h 27"/>
                <a:gd name="T6" fmla="*/ 131 w 42"/>
                <a:gd name="T7" fmla="*/ 204 h 27"/>
                <a:gd name="T8" fmla="*/ 0 w 42"/>
                <a:gd name="T9" fmla="*/ 120 h 27"/>
                <a:gd name="T10" fmla="*/ 137 w 42"/>
                <a:gd name="T11" fmla="*/ 212 h 27"/>
                <a:gd name="T12" fmla="*/ 293 w 42"/>
                <a:gd name="T13" fmla="*/ 5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7">
                  <a:moveTo>
                    <a:pt x="41" y="7"/>
                  </a:moveTo>
                  <a:cubicBezTo>
                    <a:pt x="40" y="4"/>
                    <a:pt x="39" y="2"/>
                    <a:pt x="37" y="0"/>
                  </a:cubicBezTo>
                  <a:cubicBezTo>
                    <a:pt x="38" y="2"/>
                    <a:pt x="39" y="4"/>
                    <a:pt x="40" y="6"/>
                  </a:cubicBezTo>
                  <a:cubicBezTo>
                    <a:pt x="41" y="14"/>
                    <a:pt x="32" y="25"/>
                    <a:pt x="18" y="24"/>
                  </a:cubicBezTo>
                  <a:cubicBezTo>
                    <a:pt x="10" y="23"/>
                    <a:pt x="4" y="19"/>
                    <a:pt x="0" y="14"/>
                  </a:cubicBezTo>
                  <a:cubicBezTo>
                    <a:pt x="4" y="20"/>
                    <a:pt x="11" y="24"/>
                    <a:pt x="19" y="25"/>
                  </a:cubicBezTo>
                  <a:cubicBezTo>
                    <a:pt x="33" y="27"/>
                    <a:pt x="42" y="16"/>
                    <a:pt x="41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1" name="Freeform 917">
              <a:extLst>
                <a:ext uri="{FF2B5EF4-FFF2-40B4-BE49-F238E27FC236}">
                  <a16:creationId xmlns:a16="http://schemas.microsoft.com/office/drawing/2014/main" id="{1D553044-25A8-4278-AE11-3F3AA9A61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242"/>
              <a:ext cx="79" cy="60"/>
            </a:xfrm>
            <a:custGeom>
              <a:avLst/>
              <a:gdLst>
                <a:gd name="T0" fmla="*/ 23 w 41"/>
                <a:gd name="T1" fmla="*/ 116 h 29"/>
                <a:gd name="T2" fmla="*/ 92 w 41"/>
                <a:gd name="T3" fmla="*/ 25 h 29"/>
                <a:gd name="T4" fmla="*/ 208 w 41"/>
                <a:gd name="T5" fmla="*/ 43 h 29"/>
                <a:gd name="T6" fmla="*/ 293 w 41"/>
                <a:gd name="T7" fmla="*/ 116 h 29"/>
                <a:gd name="T8" fmla="*/ 200 w 41"/>
                <a:gd name="T9" fmla="*/ 35 h 29"/>
                <a:gd name="T10" fmla="*/ 85 w 41"/>
                <a:gd name="T11" fmla="*/ 17 h 29"/>
                <a:gd name="T12" fmla="*/ 15 w 41"/>
                <a:gd name="T13" fmla="*/ 108 h 29"/>
                <a:gd name="T14" fmla="*/ 37 w 41"/>
                <a:gd name="T15" fmla="*/ 257 h 29"/>
                <a:gd name="T16" fmla="*/ 23 w 41"/>
                <a:gd name="T17" fmla="*/ 116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29">
                  <a:moveTo>
                    <a:pt x="3" y="13"/>
                  </a:moveTo>
                  <a:cubicBezTo>
                    <a:pt x="5" y="8"/>
                    <a:pt x="9" y="5"/>
                    <a:pt x="13" y="3"/>
                  </a:cubicBezTo>
                  <a:cubicBezTo>
                    <a:pt x="18" y="1"/>
                    <a:pt x="23" y="3"/>
                    <a:pt x="29" y="5"/>
                  </a:cubicBezTo>
                  <a:cubicBezTo>
                    <a:pt x="35" y="8"/>
                    <a:pt x="39" y="10"/>
                    <a:pt x="41" y="13"/>
                  </a:cubicBezTo>
                  <a:cubicBezTo>
                    <a:pt x="39" y="10"/>
                    <a:pt x="35" y="7"/>
                    <a:pt x="28" y="4"/>
                  </a:cubicBezTo>
                  <a:cubicBezTo>
                    <a:pt x="22" y="1"/>
                    <a:pt x="17" y="0"/>
                    <a:pt x="12" y="2"/>
                  </a:cubicBezTo>
                  <a:cubicBezTo>
                    <a:pt x="8" y="4"/>
                    <a:pt x="4" y="7"/>
                    <a:pt x="2" y="12"/>
                  </a:cubicBezTo>
                  <a:cubicBezTo>
                    <a:pt x="0" y="18"/>
                    <a:pt x="2" y="24"/>
                    <a:pt x="5" y="29"/>
                  </a:cubicBezTo>
                  <a:cubicBezTo>
                    <a:pt x="2" y="24"/>
                    <a:pt x="1" y="18"/>
                    <a:pt x="3" y="1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2" name="Freeform 918">
              <a:extLst>
                <a:ext uri="{FF2B5EF4-FFF2-40B4-BE49-F238E27FC236}">
                  <a16:creationId xmlns:a16="http://schemas.microsoft.com/office/drawing/2014/main" id="{AB4F3952-74BA-46D2-BC5F-BB1AF4E66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254"/>
              <a:ext cx="65" cy="54"/>
            </a:xfrm>
            <a:custGeom>
              <a:avLst/>
              <a:gdLst>
                <a:gd name="T0" fmla="*/ 197 w 34"/>
                <a:gd name="T1" fmla="*/ 91 h 26"/>
                <a:gd name="T2" fmla="*/ 84 w 34"/>
                <a:gd name="T3" fmla="*/ 181 h 26"/>
                <a:gd name="T4" fmla="*/ 55 w 34"/>
                <a:gd name="T5" fmla="*/ 35 h 26"/>
                <a:gd name="T6" fmla="*/ 197 w 34"/>
                <a:gd name="T7" fmla="*/ 9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6">
                  <a:moveTo>
                    <a:pt x="28" y="10"/>
                  </a:moveTo>
                  <a:cubicBezTo>
                    <a:pt x="34" y="19"/>
                    <a:pt x="23" y="26"/>
                    <a:pt x="12" y="20"/>
                  </a:cubicBezTo>
                  <a:cubicBezTo>
                    <a:pt x="0" y="14"/>
                    <a:pt x="4" y="6"/>
                    <a:pt x="8" y="4"/>
                  </a:cubicBezTo>
                  <a:cubicBezTo>
                    <a:pt x="13" y="0"/>
                    <a:pt x="24" y="5"/>
                    <a:pt x="28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3" name="Freeform 919">
              <a:extLst>
                <a:ext uri="{FF2B5EF4-FFF2-40B4-BE49-F238E27FC236}">
                  <a16:creationId xmlns:a16="http://schemas.microsoft.com/office/drawing/2014/main" id="{9309B484-3A13-4714-AA23-DCD789E60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271"/>
              <a:ext cx="51" cy="35"/>
            </a:xfrm>
            <a:custGeom>
              <a:avLst/>
              <a:gdLst>
                <a:gd name="T0" fmla="*/ 196 w 26"/>
                <a:gd name="T1" fmla="*/ 68 h 17"/>
                <a:gd name="T2" fmla="*/ 69 w 26"/>
                <a:gd name="T3" fmla="*/ 89 h 17"/>
                <a:gd name="T4" fmla="*/ 8 w 26"/>
                <a:gd name="T5" fmla="*/ 0 h 17"/>
                <a:gd name="T6" fmla="*/ 69 w 26"/>
                <a:gd name="T7" fmla="*/ 105 h 17"/>
                <a:gd name="T8" fmla="*/ 196 w 26"/>
                <a:gd name="T9" fmla="*/ 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26" y="8"/>
                  </a:moveTo>
                  <a:cubicBezTo>
                    <a:pt x="25" y="12"/>
                    <a:pt x="17" y="15"/>
                    <a:pt x="9" y="10"/>
                  </a:cubicBezTo>
                  <a:cubicBezTo>
                    <a:pt x="3" y="7"/>
                    <a:pt x="1" y="3"/>
                    <a:pt x="1" y="0"/>
                  </a:cubicBezTo>
                  <a:cubicBezTo>
                    <a:pt x="0" y="4"/>
                    <a:pt x="1" y="8"/>
                    <a:pt x="9" y="12"/>
                  </a:cubicBezTo>
                  <a:cubicBezTo>
                    <a:pt x="17" y="17"/>
                    <a:pt x="26" y="14"/>
                    <a:pt x="26" y="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4" name="Freeform 920">
              <a:extLst>
                <a:ext uri="{FF2B5EF4-FFF2-40B4-BE49-F238E27FC236}">
                  <a16:creationId xmlns:a16="http://schemas.microsoft.com/office/drawing/2014/main" id="{93D848A3-3357-43E9-9096-8C62B3FB2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258"/>
              <a:ext cx="27" cy="11"/>
            </a:xfrm>
            <a:custGeom>
              <a:avLst/>
              <a:gdLst>
                <a:gd name="T0" fmla="*/ 100 w 14"/>
                <a:gd name="T1" fmla="*/ 53 h 5"/>
                <a:gd name="T2" fmla="*/ 0 w 14"/>
                <a:gd name="T3" fmla="*/ 9 h 5"/>
                <a:gd name="T4" fmla="*/ 100 w 14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14" y="5"/>
                  </a:moveTo>
                  <a:cubicBezTo>
                    <a:pt x="11" y="2"/>
                    <a:pt x="4" y="0"/>
                    <a:pt x="0" y="1"/>
                  </a:cubicBezTo>
                  <a:cubicBezTo>
                    <a:pt x="3" y="1"/>
                    <a:pt x="10" y="3"/>
                    <a:pt x="14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5" name="Freeform 921">
              <a:extLst>
                <a:ext uri="{FF2B5EF4-FFF2-40B4-BE49-F238E27FC236}">
                  <a16:creationId xmlns:a16="http://schemas.microsoft.com/office/drawing/2014/main" id="{85985AFC-10B6-4418-954F-8508742C6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287"/>
              <a:ext cx="43" cy="23"/>
            </a:xfrm>
            <a:custGeom>
              <a:avLst/>
              <a:gdLst>
                <a:gd name="T0" fmla="*/ 0 w 22"/>
                <a:gd name="T1" fmla="*/ 0 h 11"/>
                <a:gd name="T2" fmla="*/ 164 w 22"/>
                <a:gd name="T3" fmla="*/ 44 h 11"/>
                <a:gd name="T4" fmla="*/ 0 w 2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2" y="3"/>
                    <a:pt x="13" y="11"/>
                    <a:pt x="22" y="5"/>
                  </a:cubicBezTo>
                  <a:cubicBezTo>
                    <a:pt x="19" y="8"/>
                    <a:pt x="7" y="10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6" name="Freeform 922">
              <a:extLst>
                <a:ext uri="{FF2B5EF4-FFF2-40B4-BE49-F238E27FC236}">
                  <a16:creationId xmlns:a16="http://schemas.microsoft.com/office/drawing/2014/main" id="{D0CC9EEC-85EB-4ABF-B2B5-A22CF9666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240"/>
              <a:ext cx="97" cy="84"/>
            </a:xfrm>
            <a:custGeom>
              <a:avLst/>
              <a:gdLst>
                <a:gd name="T0" fmla="*/ 225 w 50"/>
                <a:gd name="T1" fmla="*/ 33 h 41"/>
                <a:gd name="T2" fmla="*/ 109 w 50"/>
                <a:gd name="T3" fmla="*/ 16 h 41"/>
                <a:gd name="T4" fmla="*/ 31 w 50"/>
                <a:gd name="T5" fmla="*/ 113 h 41"/>
                <a:gd name="T6" fmla="*/ 184 w 50"/>
                <a:gd name="T7" fmla="*/ 344 h 41"/>
                <a:gd name="T8" fmla="*/ 349 w 50"/>
                <a:gd name="T9" fmla="*/ 180 h 41"/>
                <a:gd name="T10" fmla="*/ 225 w 50"/>
                <a:gd name="T11" fmla="*/ 33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41">
                  <a:moveTo>
                    <a:pt x="31" y="4"/>
                  </a:moveTo>
                  <a:cubicBezTo>
                    <a:pt x="25" y="2"/>
                    <a:pt x="20" y="0"/>
                    <a:pt x="15" y="2"/>
                  </a:cubicBezTo>
                  <a:cubicBezTo>
                    <a:pt x="10" y="4"/>
                    <a:pt x="6" y="8"/>
                    <a:pt x="4" y="13"/>
                  </a:cubicBezTo>
                  <a:cubicBezTo>
                    <a:pt x="0" y="25"/>
                    <a:pt x="10" y="38"/>
                    <a:pt x="25" y="40"/>
                  </a:cubicBezTo>
                  <a:cubicBezTo>
                    <a:pt x="40" y="41"/>
                    <a:pt x="50" y="30"/>
                    <a:pt x="48" y="21"/>
                  </a:cubicBezTo>
                  <a:cubicBezTo>
                    <a:pt x="46" y="13"/>
                    <a:pt x="43" y="10"/>
                    <a:pt x="31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7" name="Freeform 923">
              <a:extLst>
                <a:ext uri="{FF2B5EF4-FFF2-40B4-BE49-F238E27FC236}">
                  <a16:creationId xmlns:a16="http://schemas.microsoft.com/office/drawing/2014/main" id="{507DD0E1-EE91-41B3-8F8F-83A162519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262"/>
              <a:ext cx="51" cy="42"/>
            </a:xfrm>
            <a:custGeom>
              <a:avLst/>
              <a:gdLst>
                <a:gd name="T0" fmla="*/ 180 w 26"/>
                <a:gd name="T1" fmla="*/ 57 h 20"/>
                <a:gd name="T2" fmla="*/ 173 w 26"/>
                <a:gd name="T3" fmla="*/ 149 h 20"/>
                <a:gd name="T4" fmla="*/ 61 w 26"/>
                <a:gd name="T5" fmla="*/ 149 h 20"/>
                <a:gd name="T6" fmla="*/ 0 w 26"/>
                <a:gd name="T7" fmla="*/ 57 h 20"/>
                <a:gd name="T8" fmla="*/ 31 w 26"/>
                <a:gd name="T9" fmla="*/ 0 h 20"/>
                <a:gd name="T10" fmla="*/ 31 w 26"/>
                <a:gd name="T11" fmla="*/ 0 h 20"/>
                <a:gd name="T12" fmla="*/ 0 w 26"/>
                <a:gd name="T13" fmla="*/ 57 h 20"/>
                <a:gd name="T14" fmla="*/ 53 w 26"/>
                <a:gd name="T15" fmla="*/ 149 h 20"/>
                <a:gd name="T16" fmla="*/ 180 w 26"/>
                <a:gd name="T17" fmla="*/ 149 h 20"/>
                <a:gd name="T18" fmla="*/ 180 w 26"/>
                <a:gd name="T19" fmla="*/ 57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0">
                  <a:moveTo>
                    <a:pt x="24" y="6"/>
                  </a:moveTo>
                  <a:cubicBezTo>
                    <a:pt x="26" y="10"/>
                    <a:pt x="26" y="13"/>
                    <a:pt x="23" y="16"/>
                  </a:cubicBezTo>
                  <a:cubicBezTo>
                    <a:pt x="21" y="19"/>
                    <a:pt x="15" y="20"/>
                    <a:pt x="8" y="16"/>
                  </a:cubicBezTo>
                  <a:cubicBezTo>
                    <a:pt x="1" y="13"/>
                    <a:pt x="0" y="9"/>
                    <a:pt x="0" y="6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3"/>
                    <a:pt x="0" y="6"/>
                  </a:cubicBezTo>
                  <a:cubicBezTo>
                    <a:pt x="0" y="9"/>
                    <a:pt x="1" y="13"/>
                    <a:pt x="7" y="16"/>
                  </a:cubicBezTo>
                  <a:cubicBezTo>
                    <a:pt x="15" y="20"/>
                    <a:pt x="21" y="19"/>
                    <a:pt x="24" y="16"/>
                  </a:cubicBezTo>
                  <a:cubicBezTo>
                    <a:pt x="26" y="13"/>
                    <a:pt x="26" y="10"/>
                    <a:pt x="24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8" name="Freeform 924">
              <a:extLst>
                <a:ext uri="{FF2B5EF4-FFF2-40B4-BE49-F238E27FC236}">
                  <a16:creationId xmlns:a16="http://schemas.microsoft.com/office/drawing/2014/main" id="{F1F441BE-F9D5-4262-8DE3-1D01CF33A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192"/>
              <a:ext cx="120" cy="105"/>
            </a:xfrm>
            <a:custGeom>
              <a:avLst/>
              <a:gdLst>
                <a:gd name="T0" fmla="*/ 281 w 62"/>
                <a:gd name="T1" fmla="*/ 43 h 51"/>
                <a:gd name="T2" fmla="*/ 132 w 62"/>
                <a:gd name="T3" fmla="*/ 25 h 51"/>
                <a:gd name="T4" fmla="*/ 37 w 62"/>
                <a:gd name="T5" fmla="*/ 140 h 51"/>
                <a:gd name="T6" fmla="*/ 225 w 62"/>
                <a:gd name="T7" fmla="*/ 428 h 51"/>
                <a:gd name="T8" fmla="*/ 435 w 62"/>
                <a:gd name="T9" fmla="*/ 216 h 51"/>
                <a:gd name="T10" fmla="*/ 281 w 62"/>
                <a:gd name="T11" fmla="*/ 4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39" y="5"/>
                  </a:moveTo>
                  <a:cubicBezTo>
                    <a:pt x="31" y="2"/>
                    <a:pt x="25" y="0"/>
                    <a:pt x="18" y="3"/>
                  </a:cubicBezTo>
                  <a:cubicBezTo>
                    <a:pt x="12" y="5"/>
                    <a:pt x="7" y="9"/>
                    <a:pt x="5" y="16"/>
                  </a:cubicBezTo>
                  <a:cubicBezTo>
                    <a:pt x="0" y="30"/>
                    <a:pt x="13" y="47"/>
                    <a:pt x="31" y="49"/>
                  </a:cubicBezTo>
                  <a:cubicBezTo>
                    <a:pt x="50" y="51"/>
                    <a:pt x="62" y="37"/>
                    <a:pt x="60" y="25"/>
                  </a:cubicBezTo>
                  <a:cubicBezTo>
                    <a:pt x="57" y="15"/>
                    <a:pt x="53" y="12"/>
                    <a:pt x="39" y="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9" name="Freeform 925">
              <a:extLst>
                <a:ext uri="{FF2B5EF4-FFF2-40B4-BE49-F238E27FC236}">
                  <a16:creationId xmlns:a16="http://schemas.microsoft.com/office/drawing/2014/main" id="{83EB71A9-3CC8-4A3A-A386-8887B5B0F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227"/>
              <a:ext cx="99" cy="68"/>
            </a:xfrm>
            <a:custGeom>
              <a:avLst/>
              <a:gdLst>
                <a:gd name="T0" fmla="*/ 365 w 51"/>
                <a:gd name="T1" fmla="*/ 80 h 33"/>
                <a:gd name="T2" fmla="*/ 336 w 51"/>
                <a:gd name="T3" fmla="*/ 0 h 33"/>
                <a:gd name="T4" fmla="*/ 351 w 51"/>
                <a:gd name="T5" fmla="*/ 60 h 33"/>
                <a:gd name="T6" fmla="*/ 155 w 51"/>
                <a:gd name="T7" fmla="*/ 256 h 33"/>
                <a:gd name="T8" fmla="*/ 0 w 51"/>
                <a:gd name="T9" fmla="*/ 148 h 33"/>
                <a:gd name="T10" fmla="*/ 169 w 51"/>
                <a:gd name="T11" fmla="*/ 272 h 33"/>
                <a:gd name="T12" fmla="*/ 365 w 51"/>
                <a:gd name="T13" fmla="*/ 8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3">
                  <a:moveTo>
                    <a:pt x="50" y="9"/>
                  </a:moveTo>
                  <a:cubicBezTo>
                    <a:pt x="49" y="5"/>
                    <a:pt x="47" y="3"/>
                    <a:pt x="46" y="0"/>
                  </a:cubicBezTo>
                  <a:cubicBezTo>
                    <a:pt x="47" y="2"/>
                    <a:pt x="48" y="4"/>
                    <a:pt x="48" y="7"/>
                  </a:cubicBezTo>
                  <a:cubicBezTo>
                    <a:pt x="50" y="18"/>
                    <a:pt x="39" y="31"/>
                    <a:pt x="21" y="29"/>
                  </a:cubicBezTo>
                  <a:cubicBezTo>
                    <a:pt x="12" y="28"/>
                    <a:pt x="5" y="24"/>
                    <a:pt x="0" y="17"/>
                  </a:cubicBezTo>
                  <a:cubicBezTo>
                    <a:pt x="4" y="24"/>
                    <a:pt x="13" y="30"/>
                    <a:pt x="23" y="31"/>
                  </a:cubicBezTo>
                  <a:cubicBezTo>
                    <a:pt x="40" y="33"/>
                    <a:pt x="51" y="19"/>
                    <a:pt x="5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0" name="Freeform 926">
              <a:extLst>
                <a:ext uri="{FF2B5EF4-FFF2-40B4-BE49-F238E27FC236}">
                  <a16:creationId xmlns:a16="http://schemas.microsoft.com/office/drawing/2014/main" id="{AED03828-96AD-4C37-9847-CF573CA98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194"/>
              <a:ext cx="96" cy="72"/>
            </a:xfrm>
            <a:custGeom>
              <a:avLst/>
              <a:gdLst>
                <a:gd name="T0" fmla="*/ 23 w 50"/>
                <a:gd name="T1" fmla="*/ 140 h 35"/>
                <a:gd name="T2" fmla="*/ 115 w 50"/>
                <a:gd name="T3" fmla="*/ 33 h 35"/>
                <a:gd name="T4" fmla="*/ 248 w 50"/>
                <a:gd name="T5" fmla="*/ 51 h 35"/>
                <a:gd name="T6" fmla="*/ 353 w 50"/>
                <a:gd name="T7" fmla="*/ 140 h 35"/>
                <a:gd name="T8" fmla="*/ 240 w 50"/>
                <a:gd name="T9" fmla="*/ 43 h 35"/>
                <a:gd name="T10" fmla="*/ 108 w 50"/>
                <a:gd name="T11" fmla="*/ 16 h 35"/>
                <a:gd name="T12" fmla="*/ 15 w 50"/>
                <a:gd name="T13" fmla="*/ 132 h 35"/>
                <a:gd name="T14" fmla="*/ 48 w 50"/>
                <a:gd name="T15" fmla="*/ 304 h 35"/>
                <a:gd name="T16" fmla="*/ 23 w 50"/>
                <a:gd name="T17" fmla="*/ 14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5">
                  <a:moveTo>
                    <a:pt x="3" y="16"/>
                  </a:moveTo>
                  <a:cubicBezTo>
                    <a:pt x="5" y="10"/>
                    <a:pt x="10" y="6"/>
                    <a:pt x="16" y="4"/>
                  </a:cubicBezTo>
                  <a:cubicBezTo>
                    <a:pt x="22" y="1"/>
                    <a:pt x="28" y="3"/>
                    <a:pt x="35" y="6"/>
                  </a:cubicBezTo>
                  <a:cubicBezTo>
                    <a:pt x="43" y="10"/>
                    <a:pt x="47" y="13"/>
                    <a:pt x="50" y="16"/>
                  </a:cubicBezTo>
                  <a:cubicBezTo>
                    <a:pt x="48" y="12"/>
                    <a:pt x="43" y="9"/>
                    <a:pt x="34" y="5"/>
                  </a:cubicBezTo>
                  <a:cubicBezTo>
                    <a:pt x="27" y="2"/>
                    <a:pt x="21" y="0"/>
                    <a:pt x="15" y="2"/>
                  </a:cubicBezTo>
                  <a:cubicBezTo>
                    <a:pt x="9" y="5"/>
                    <a:pt x="4" y="9"/>
                    <a:pt x="2" y="15"/>
                  </a:cubicBezTo>
                  <a:cubicBezTo>
                    <a:pt x="0" y="22"/>
                    <a:pt x="2" y="29"/>
                    <a:pt x="7" y="35"/>
                  </a:cubicBezTo>
                  <a:cubicBezTo>
                    <a:pt x="2" y="30"/>
                    <a:pt x="1" y="23"/>
                    <a:pt x="3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1" name="Freeform 927">
              <a:extLst>
                <a:ext uri="{FF2B5EF4-FFF2-40B4-BE49-F238E27FC236}">
                  <a16:creationId xmlns:a16="http://schemas.microsoft.com/office/drawing/2014/main" id="{B7444EED-1E47-45AF-A434-114AC6128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211"/>
              <a:ext cx="78" cy="66"/>
            </a:xfrm>
            <a:custGeom>
              <a:avLst/>
              <a:gdLst>
                <a:gd name="T0" fmla="*/ 244 w 40"/>
                <a:gd name="T1" fmla="*/ 107 h 32"/>
                <a:gd name="T2" fmla="*/ 96 w 40"/>
                <a:gd name="T3" fmla="*/ 221 h 32"/>
                <a:gd name="T4" fmla="*/ 68 w 40"/>
                <a:gd name="T5" fmla="*/ 35 h 32"/>
                <a:gd name="T6" fmla="*/ 244 w 40"/>
                <a:gd name="T7" fmla="*/ 10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33" y="12"/>
                  </a:moveTo>
                  <a:cubicBezTo>
                    <a:pt x="40" y="23"/>
                    <a:pt x="27" y="32"/>
                    <a:pt x="13" y="25"/>
                  </a:cubicBezTo>
                  <a:cubicBezTo>
                    <a:pt x="0" y="17"/>
                    <a:pt x="4" y="7"/>
                    <a:pt x="9" y="4"/>
                  </a:cubicBezTo>
                  <a:cubicBezTo>
                    <a:pt x="15" y="0"/>
                    <a:pt x="29" y="6"/>
                    <a:pt x="33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2" name="Freeform 928">
              <a:extLst>
                <a:ext uri="{FF2B5EF4-FFF2-40B4-BE49-F238E27FC236}">
                  <a16:creationId xmlns:a16="http://schemas.microsoft.com/office/drawing/2014/main" id="{7F0A57B5-D82A-44A7-9217-B30CE9C23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1229"/>
              <a:ext cx="62" cy="46"/>
            </a:xfrm>
            <a:custGeom>
              <a:avLst/>
              <a:gdLst>
                <a:gd name="T0" fmla="*/ 233 w 32"/>
                <a:gd name="T1" fmla="*/ 92 h 22"/>
                <a:gd name="T2" fmla="*/ 79 w 32"/>
                <a:gd name="T3" fmla="*/ 117 h 22"/>
                <a:gd name="T4" fmla="*/ 16 w 32"/>
                <a:gd name="T5" fmla="*/ 0 h 22"/>
                <a:gd name="T6" fmla="*/ 72 w 32"/>
                <a:gd name="T7" fmla="*/ 144 h 22"/>
                <a:gd name="T8" fmla="*/ 233 w 32"/>
                <a:gd name="T9" fmla="*/ 9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32" y="10"/>
                  </a:moveTo>
                  <a:cubicBezTo>
                    <a:pt x="30" y="16"/>
                    <a:pt x="21" y="18"/>
                    <a:pt x="11" y="13"/>
                  </a:cubicBezTo>
                  <a:cubicBezTo>
                    <a:pt x="3" y="9"/>
                    <a:pt x="1" y="4"/>
                    <a:pt x="2" y="0"/>
                  </a:cubicBezTo>
                  <a:cubicBezTo>
                    <a:pt x="0" y="5"/>
                    <a:pt x="1" y="11"/>
                    <a:pt x="10" y="16"/>
                  </a:cubicBezTo>
                  <a:cubicBezTo>
                    <a:pt x="21" y="22"/>
                    <a:pt x="32" y="17"/>
                    <a:pt x="32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3" name="Freeform 929">
              <a:extLst>
                <a:ext uri="{FF2B5EF4-FFF2-40B4-BE49-F238E27FC236}">
                  <a16:creationId xmlns:a16="http://schemas.microsoft.com/office/drawing/2014/main" id="{4ACB2B05-F7D2-439A-B48E-2F05CB319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215"/>
              <a:ext cx="33" cy="12"/>
            </a:xfrm>
            <a:custGeom>
              <a:avLst/>
              <a:gdLst>
                <a:gd name="T0" fmla="*/ 124 w 17"/>
                <a:gd name="T1" fmla="*/ 48 h 6"/>
                <a:gd name="T2" fmla="*/ 0 w 17"/>
                <a:gd name="T3" fmla="*/ 8 h 6"/>
                <a:gd name="T4" fmla="*/ 124 w 17"/>
                <a:gd name="T5" fmla="*/ 4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cubicBezTo>
                    <a:pt x="13" y="3"/>
                    <a:pt x="4" y="0"/>
                    <a:pt x="0" y="1"/>
                  </a:cubicBezTo>
                  <a:cubicBezTo>
                    <a:pt x="4" y="1"/>
                    <a:pt x="12" y="3"/>
                    <a:pt x="17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4" name="Freeform 930">
              <a:extLst>
                <a:ext uri="{FF2B5EF4-FFF2-40B4-BE49-F238E27FC236}">
                  <a16:creationId xmlns:a16="http://schemas.microsoft.com/office/drawing/2014/main" id="{83F29B83-C972-4445-9144-63BE29B8A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250"/>
              <a:ext cx="50" cy="27"/>
            </a:xfrm>
            <a:custGeom>
              <a:avLst/>
              <a:gdLst>
                <a:gd name="T0" fmla="*/ 0 w 26"/>
                <a:gd name="T1" fmla="*/ 0 h 13"/>
                <a:gd name="T2" fmla="*/ 185 w 26"/>
                <a:gd name="T3" fmla="*/ 52 h 13"/>
                <a:gd name="T4" fmla="*/ 0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0" y="0"/>
                  </a:moveTo>
                  <a:cubicBezTo>
                    <a:pt x="2" y="4"/>
                    <a:pt x="15" y="13"/>
                    <a:pt x="26" y="6"/>
                  </a:cubicBezTo>
                  <a:cubicBezTo>
                    <a:pt x="22" y="10"/>
                    <a:pt x="8" y="12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5" name="Freeform 931">
              <a:extLst>
                <a:ext uri="{FF2B5EF4-FFF2-40B4-BE49-F238E27FC236}">
                  <a16:creationId xmlns:a16="http://schemas.microsoft.com/office/drawing/2014/main" id="{DE9588BA-BB5E-44C8-8901-DEFBE9D54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192"/>
              <a:ext cx="120" cy="105"/>
            </a:xfrm>
            <a:custGeom>
              <a:avLst/>
              <a:gdLst>
                <a:gd name="T0" fmla="*/ 281 w 62"/>
                <a:gd name="T1" fmla="*/ 43 h 51"/>
                <a:gd name="T2" fmla="*/ 132 w 62"/>
                <a:gd name="T3" fmla="*/ 25 h 51"/>
                <a:gd name="T4" fmla="*/ 37 w 62"/>
                <a:gd name="T5" fmla="*/ 140 h 51"/>
                <a:gd name="T6" fmla="*/ 225 w 62"/>
                <a:gd name="T7" fmla="*/ 428 h 51"/>
                <a:gd name="T8" fmla="*/ 435 w 62"/>
                <a:gd name="T9" fmla="*/ 216 h 51"/>
                <a:gd name="T10" fmla="*/ 281 w 62"/>
                <a:gd name="T11" fmla="*/ 4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39" y="5"/>
                  </a:moveTo>
                  <a:cubicBezTo>
                    <a:pt x="31" y="2"/>
                    <a:pt x="25" y="0"/>
                    <a:pt x="18" y="3"/>
                  </a:cubicBezTo>
                  <a:cubicBezTo>
                    <a:pt x="12" y="5"/>
                    <a:pt x="7" y="9"/>
                    <a:pt x="5" y="16"/>
                  </a:cubicBezTo>
                  <a:cubicBezTo>
                    <a:pt x="0" y="30"/>
                    <a:pt x="13" y="47"/>
                    <a:pt x="31" y="49"/>
                  </a:cubicBezTo>
                  <a:cubicBezTo>
                    <a:pt x="50" y="51"/>
                    <a:pt x="62" y="37"/>
                    <a:pt x="60" y="25"/>
                  </a:cubicBezTo>
                  <a:cubicBezTo>
                    <a:pt x="57" y="15"/>
                    <a:pt x="53" y="12"/>
                    <a:pt x="39" y="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6" name="Freeform 932">
              <a:extLst>
                <a:ext uri="{FF2B5EF4-FFF2-40B4-BE49-F238E27FC236}">
                  <a16:creationId xmlns:a16="http://schemas.microsoft.com/office/drawing/2014/main" id="{D687D5C7-132A-4D36-A1E9-9876986CB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219"/>
              <a:ext cx="62" cy="52"/>
            </a:xfrm>
            <a:custGeom>
              <a:avLst/>
              <a:gdLst>
                <a:gd name="T0" fmla="*/ 211 w 32"/>
                <a:gd name="T1" fmla="*/ 73 h 25"/>
                <a:gd name="T2" fmla="*/ 211 w 32"/>
                <a:gd name="T3" fmla="*/ 181 h 25"/>
                <a:gd name="T4" fmla="*/ 64 w 32"/>
                <a:gd name="T5" fmla="*/ 181 h 25"/>
                <a:gd name="T6" fmla="*/ 0 w 32"/>
                <a:gd name="T7" fmla="*/ 73 h 25"/>
                <a:gd name="T8" fmla="*/ 37 w 32"/>
                <a:gd name="T9" fmla="*/ 0 h 25"/>
                <a:gd name="T10" fmla="*/ 37 w 32"/>
                <a:gd name="T11" fmla="*/ 0 h 25"/>
                <a:gd name="T12" fmla="*/ 0 w 32"/>
                <a:gd name="T13" fmla="*/ 73 h 25"/>
                <a:gd name="T14" fmla="*/ 64 w 32"/>
                <a:gd name="T15" fmla="*/ 191 h 25"/>
                <a:gd name="T16" fmla="*/ 211 w 32"/>
                <a:gd name="T17" fmla="*/ 181 h 25"/>
                <a:gd name="T18" fmla="*/ 211 w 32"/>
                <a:gd name="T19" fmla="*/ 73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25">
                  <a:moveTo>
                    <a:pt x="29" y="8"/>
                  </a:moveTo>
                  <a:cubicBezTo>
                    <a:pt x="32" y="12"/>
                    <a:pt x="32" y="17"/>
                    <a:pt x="29" y="20"/>
                  </a:cubicBezTo>
                  <a:cubicBezTo>
                    <a:pt x="26" y="23"/>
                    <a:pt x="18" y="25"/>
                    <a:pt x="9" y="20"/>
                  </a:cubicBezTo>
                  <a:cubicBezTo>
                    <a:pt x="2" y="16"/>
                    <a:pt x="0" y="11"/>
                    <a:pt x="0" y="8"/>
                  </a:cubicBezTo>
                  <a:cubicBezTo>
                    <a:pt x="0" y="5"/>
                    <a:pt x="2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1"/>
                    <a:pt x="0" y="4"/>
                    <a:pt x="0" y="8"/>
                  </a:cubicBezTo>
                  <a:cubicBezTo>
                    <a:pt x="0" y="12"/>
                    <a:pt x="1" y="16"/>
                    <a:pt x="9" y="21"/>
                  </a:cubicBezTo>
                  <a:cubicBezTo>
                    <a:pt x="18" y="25"/>
                    <a:pt x="26" y="24"/>
                    <a:pt x="29" y="20"/>
                  </a:cubicBezTo>
                  <a:cubicBezTo>
                    <a:pt x="32" y="17"/>
                    <a:pt x="32" y="13"/>
                    <a:pt x="29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7" name="Freeform 933">
              <a:extLst>
                <a:ext uri="{FF2B5EF4-FFF2-40B4-BE49-F238E27FC236}">
                  <a16:creationId xmlns:a16="http://schemas.microsoft.com/office/drawing/2014/main" id="{8FEE036A-B395-4ED9-94D6-B74FCAD8E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256"/>
              <a:ext cx="141" cy="89"/>
            </a:xfrm>
            <a:custGeom>
              <a:avLst/>
              <a:gdLst>
                <a:gd name="T0" fmla="*/ 71 w 73"/>
                <a:gd name="T1" fmla="*/ 99 h 43"/>
                <a:gd name="T2" fmla="*/ 71 w 73"/>
                <a:gd name="T3" fmla="*/ 300 h 43"/>
                <a:gd name="T4" fmla="*/ 361 w 73"/>
                <a:gd name="T5" fmla="*/ 373 h 43"/>
                <a:gd name="T6" fmla="*/ 518 w 73"/>
                <a:gd name="T7" fmla="*/ 240 h 43"/>
                <a:gd name="T8" fmla="*/ 71 w 73"/>
                <a:gd name="T9" fmla="*/ 9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3">
                  <a:moveTo>
                    <a:pt x="10" y="11"/>
                  </a:moveTo>
                  <a:cubicBezTo>
                    <a:pt x="0" y="18"/>
                    <a:pt x="1" y="27"/>
                    <a:pt x="10" y="34"/>
                  </a:cubicBezTo>
                  <a:cubicBezTo>
                    <a:pt x="19" y="41"/>
                    <a:pt x="36" y="43"/>
                    <a:pt x="50" y="42"/>
                  </a:cubicBezTo>
                  <a:cubicBezTo>
                    <a:pt x="67" y="40"/>
                    <a:pt x="72" y="34"/>
                    <a:pt x="72" y="27"/>
                  </a:cubicBezTo>
                  <a:cubicBezTo>
                    <a:pt x="73" y="11"/>
                    <a:pt x="29" y="0"/>
                    <a:pt x="10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8" name="Freeform 934">
              <a:extLst>
                <a:ext uri="{FF2B5EF4-FFF2-40B4-BE49-F238E27FC236}">
                  <a16:creationId xmlns:a16="http://schemas.microsoft.com/office/drawing/2014/main" id="{FE205552-CF4E-45C4-865A-DD78D9C67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258"/>
              <a:ext cx="116" cy="79"/>
            </a:xfrm>
            <a:custGeom>
              <a:avLst/>
              <a:gdLst>
                <a:gd name="T0" fmla="*/ 0 w 60"/>
                <a:gd name="T1" fmla="*/ 91 h 38"/>
                <a:gd name="T2" fmla="*/ 420 w 60"/>
                <a:gd name="T3" fmla="*/ 233 h 38"/>
                <a:gd name="T4" fmla="*/ 363 w 60"/>
                <a:gd name="T5" fmla="*/ 341 h 38"/>
                <a:gd name="T6" fmla="*/ 433 w 60"/>
                <a:gd name="T7" fmla="*/ 225 h 38"/>
                <a:gd name="T8" fmla="*/ 0 w 60"/>
                <a:gd name="T9" fmla="*/ 9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8">
                  <a:moveTo>
                    <a:pt x="0" y="10"/>
                  </a:moveTo>
                  <a:cubicBezTo>
                    <a:pt x="20" y="1"/>
                    <a:pt x="59" y="12"/>
                    <a:pt x="58" y="26"/>
                  </a:cubicBezTo>
                  <a:cubicBezTo>
                    <a:pt x="58" y="31"/>
                    <a:pt x="56" y="35"/>
                    <a:pt x="50" y="38"/>
                  </a:cubicBezTo>
                  <a:cubicBezTo>
                    <a:pt x="57" y="35"/>
                    <a:pt x="59" y="30"/>
                    <a:pt x="60" y="25"/>
                  </a:cubicBezTo>
                  <a:cubicBezTo>
                    <a:pt x="60" y="11"/>
                    <a:pt x="19" y="0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9" name="Freeform 935">
              <a:extLst>
                <a:ext uri="{FF2B5EF4-FFF2-40B4-BE49-F238E27FC236}">
                  <a16:creationId xmlns:a16="http://schemas.microsoft.com/office/drawing/2014/main" id="{5BC1E5BB-54AA-4041-8DEC-EE72B173C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285"/>
              <a:ext cx="91" cy="60"/>
            </a:xfrm>
            <a:custGeom>
              <a:avLst/>
              <a:gdLst>
                <a:gd name="T0" fmla="*/ 341 w 47"/>
                <a:gd name="T1" fmla="*/ 240 h 29"/>
                <a:gd name="T2" fmla="*/ 79 w 47"/>
                <a:gd name="T3" fmla="*/ 149 h 29"/>
                <a:gd name="T4" fmla="*/ 45 w 47"/>
                <a:gd name="T5" fmla="*/ 0 h 29"/>
                <a:gd name="T6" fmla="*/ 64 w 47"/>
                <a:gd name="T7" fmla="*/ 168 h 29"/>
                <a:gd name="T8" fmla="*/ 341 w 47"/>
                <a:gd name="T9" fmla="*/ 240 h 29"/>
                <a:gd name="T10" fmla="*/ 341 w 47"/>
                <a:gd name="T11" fmla="*/ 24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9">
                  <a:moveTo>
                    <a:pt x="47" y="27"/>
                  </a:moveTo>
                  <a:cubicBezTo>
                    <a:pt x="34" y="28"/>
                    <a:pt x="19" y="24"/>
                    <a:pt x="11" y="17"/>
                  </a:cubicBezTo>
                  <a:cubicBezTo>
                    <a:pt x="4" y="12"/>
                    <a:pt x="2" y="5"/>
                    <a:pt x="6" y="0"/>
                  </a:cubicBezTo>
                  <a:cubicBezTo>
                    <a:pt x="0" y="6"/>
                    <a:pt x="2" y="13"/>
                    <a:pt x="9" y="19"/>
                  </a:cubicBezTo>
                  <a:cubicBezTo>
                    <a:pt x="18" y="26"/>
                    <a:pt x="34" y="29"/>
                    <a:pt x="47" y="27"/>
                  </a:cubicBezTo>
                  <a:cubicBezTo>
                    <a:pt x="47" y="27"/>
                    <a:pt x="47" y="27"/>
                    <a:pt x="47" y="2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0" name="Freeform 936">
              <a:extLst>
                <a:ext uri="{FF2B5EF4-FFF2-40B4-BE49-F238E27FC236}">
                  <a16:creationId xmlns:a16="http://schemas.microsoft.com/office/drawing/2014/main" id="{DC9E07CD-E32B-476D-95F7-5CDF49202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279"/>
              <a:ext cx="95" cy="47"/>
            </a:xfrm>
            <a:custGeom>
              <a:avLst/>
              <a:gdLst>
                <a:gd name="T0" fmla="*/ 349 w 49"/>
                <a:gd name="T1" fmla="*/ 129 h 23"/>
                <a:gd name="T2" fmla="*/ 109 w 49"/>
                <a:gd name="T3" fmla="*/ 163 h 23"/>
                <a:gd name="T4" fmla="*/ 72 w 49"/>
                <a:gd name="T5" fmla="*/ 33 h 23"/>
                <a:gd name="T6" fmla="*/ 349 w 49"/>
                <a:gd name="T7" fmla="*/ 1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3">
                  <a:moveTo>
                    <a:pt x="48" y="15"/>
                  </a:moveTo>
                  <a:cubicBezTo>
                    <a:pt x="45" y="23"/>
                    <a:pt x="26" y="23"/>
                    <a:pt x="15" y="19"/>
                  </a:cubicBezTo>
                  <a:cubicBezTo>
                    <a:pt x="5" y="15"/>
                    <a:pt x="0" y="8"/>
                    <a:pt x="10" y="4"/>
                  </a:cubicBezTo>
                  <a:cubicBezTo>
                    <a:pt x="21" y="0"/>
                    <a:pt x="49" y="6"/>
                    <a:pt x="48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1" name="Freeform 937">
              <a:extLst>
                <a:ext uri="{FF2B5EF4-FFF2-40B4-BE49-F238E27FC236}">
                  <a16:creationId xmlns:a16="http://schemas.microsoft.com/office/drawing/2014/main" id="{26ED3EB2-43E2-427C-B1EA-CA1BB2F47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293"/>
              <a:ext cx="89" cy="33"/>
            </a:xfrm>
            <a:custGeom>
              <a:avLst/>
              <a:gdLst>
                <a:gd name="T0" fmla="*/ 101 w 46"/>
                <a:gd name="T1" fmla="*/ 80 h 16"/>
                <a:gd name="T2" fmla="*/ 23 w 46"/>
                <a:gd name="T3" fmla="*/ 0 h 16"/>
                <a:gd name="T4" fmla="*/ 93 w 46"/>
                <a:gd name="T5" fmla="*/ 107 h 16"/>
                <a:gd name="T6" fmla="*/ 333 w 46"/>
                <a:gd name="T7" fmla="*/ 72 h 16"/>
                <a:gd name="T8" fmla="*/ 333 w 46"/>
                <a:gd name="T9" fmla="*/ 60 h 16"/>
                <a:gd name="T10" fmla="*/ 101 w 46"/>
                <a:gd name="T11" fmla="*/ 8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6">
                  <a:moveTo>
                    <a:pt x="14" y="9"/>
                  </a:moveTo>
                  <a:cubicBezTo>
                    <a:pt x="8" y="7"/>
                    <a:pt x="3" y="3"/>
                    <a:pt x="3" y="0"/>
                  </a:cubicBezTo>
                  <a:cubicBezTo>
                    <a:pt x="0" y="3"/>
                    <a:pt x="5" y="8"/>
                    <a:pt x="13" y="12"/>
                  </a:cubicBezTo>
                  <a:cubicBezTo>
                    <a:pt x="24" y="16"/>
                    <a:pt x="43" y="16"/>
                    <a:pt x="46" y="8"/>
                  </a:cubicBezTo>
                  <a:cubicBezTo>
                    <a:pt x="46" y="8"/>
                    <a:pt x="46" y="7"/>
                    <a:pt x="46" y="7"/>
                  </a:cubicBezTo>
                  <a:cubicBezTo>
                    <a:pt x="41" y="14"/>
                    <a:pt x="24" y="13"/>
                    <a:pt x="14" y="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2" name="Freeform 938">
              <a:extLst>
                <a:ext uri="{FF2B5EF4-FFF2-40B4-BE49-F238E27FC236}">
                  <a16:creationId xmlns:a16="http://schemas.microsoft.com/office/drawing/2014/main" id="{20F6FC00-B584-4D57-A06A-0E0801D5B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283"/>
              <a:ext cx="56" cy="19"/>
            </a:xfrm>
            <a:custGeom>
              <a:avLst/>
              <a:gdLst>
                <a:gd name="T0" fmla="*/ 0 w 29"/>
                <a:gd name="T1" fmla="*/ 0 h 9"/>
                <a:gd name="T2" fmla="*/ 209 w 29"/>
                <a:gd name="T3" fmla="*/ 84 h 9"/>
                <a:gd name="T4" fmla="*/ 0 w 2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9">
                  <a:moveTo>
                    <a:pt x="0" y="0"/>
                  </a:moveTo>
                  <a:cubicBezTo>
                    <a:pt x="9" y="1"/>
                    <a:pt x="25" y="3"/>
                    <a:pt x="29" y="9"/>
                  </a:cubicBezTo>
                  <a:cubicBezTo>
                    <a:pt x="27" y="7"/>
                    <a:pt x="13" y="1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3" name="Freeform 939">
              <a:extLst>
                <a:ext uri="{FF2B5EF4-FFF2-40B4-BE49-F238E27FC236}">
                  <a16:creationId xmlns:a16="http://schemas.microsoft.com/office/drawing/2014/main" id="{1AB122DC-38C1-4CA0-81D7-00E4FBA79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283"/>
              <a:ext cx="48" cy="21"/>
            </a:xfrm>
            <a:custGeom>
              <a:avLst/>
              <a:gdLst>
                <a:gd name="T0" fmla="*/ 0 w 25"/>
                <a:gd name="T1" fmla="*/ 0 h 10"/>
                <a:gd name="T2" fmla="*/ 177 w 25"/>
                <a:gd name="T3" fmla="*/ 92 h 10"/>
                <a:gd name="T4" fmla="*/ 0 w 2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0"/>
                  </a:moveTo>
                  <a:cubicBezTo>
                    <a:pt x="7" y="0"/>
                    <a:pt x="22" y="3"/>
                    <a:pt x="25" y="10"/>
                  </a:cubicBezTo>
                  <a:cubicBezTo>
                    <a:pt x="23" y="6"/>
                    <a:pt x="19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4" name="Freeform 940">
              <a:extLst>
                <a:ext uri="{FF2B5EF4-FFF2-40B4-BE49-F238E27FC236}">
                  <a16:creationId xmlns:a16="http://schemas.microsoft.com/office/drawing/2014/main" id="{CF743518-2CA4-45C6-9FB0-87E1D4BBA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314"/>
              <a:ext cx="59" cy="16"/>
            </a:xfrm>
            <a:custGeom>
              <a:avLst/>
              <a:gdLst>
                <a:gd name="T0" fmla="*/ 0 w 31"/>
                <a:gd name="T1" fmla="*/ 0 h 8"/>
                <a:gd name="T2" fmla="*/ 213 w 31"/>
                <a:gd name="T3" fmla="*/ 32 h 8"/>
                <a:gd name="T4" fmla="*/ 0 w 3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8">
                  <a:moveTo>
                    <a:pt x="0" y="0"/>
                  </a:moveTo>
                  <a:cubicBezTo>
                    <a:pt x="3" y="3"/>
                    <a:pt x="19" y="8"/>
                    <a:pt x="31" y="4"/>
                  </a:cubicBezTo>
                  <a:cubicBezTo>
                    <a:pt x="26" y="5"/>
                    <a:pt x="1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5" name="Freeform 941">
              <a:extLst>
                <a:ext uri="{FF2B5EF4-FFF2-40B4-BE49-F238E27FC236}">
                  <a16:creationId xmlns:a16="http://schemas.microsoft.com/office/drawing/2014/main" id="{7339D9BB-E4C5-4DF8-9818-3418B836E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256"/>
              <a:ext cx="141" cy="89"/>
            </a:xfrm>
            <a:custGeom>
              <a:avLst/>
              <a:gdLst>
                <a:gd name="T0" fmla="*/ 71 w 73"/>
                <a:gd name="T1" fmla="*/ 99 h 43"/>
                <a:gd name="T2" fmla="*/ 71 w 73"/>
                <a:gd name="T3" fmla="*/ 300 h 43"/>
                <a:gd name="T4" fmla="*/ 361 w 73"/>
                <a:gd name="T5" fmla="*/ 373 h 43"/>
                <a:gd name="T6" fmla="*/ 518 w 73"/>
                <a:gd name="T7" fmla="*/ 240 h 43"/>
                <a:gd name="T8" fmla="*/ 71 w 73"/>
                <a:gd name="T9" fmla="*/ 9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3">
                  <a:moveTo>
                    <a:pt x="10" y="11"/>
                  </a:moveTo>
                  <a:cubicBezTo>
                    <a:pt x="0" y="18"/>
                    <a:pt x="1" y="27"/>
                    <a:pt x="10" y="34"/>
                  </a:cubicBezTo>
                  <a:cubicBezTo>
                    <a:pt x="19" y="41"/>
                    <a:pt x="36" y="43"/>
                    <a:pt x="50" y="42"/>
                  </a:cubicBezTo>
                  <a:cubicBezTo>
                    <a:pt x="67" y="40"/>
                    <a:pt x="72" y="34"/>
                    <a:pt x="72" y="27"/>
                  </a:cubicBezTo>
                  <a:cubicBezTo>
                    <a:pt x="73" y="11"/>
                    <a:pt x="29" y="0"/>
                    <a:pt x="10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6" name="Freeform 942">
              <a:extLst>
                <a:ext uri="{FF2B5EF4-FFF2-40B4-BE49-F238E27FC236}">
                  <a16:creationId xmlns:a16="http://schemas.microsoft.com/office/drawing/2014/main" id="{224BB52A-8643-4D70-97AF-B1ED7B1B1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287"/>
              <a:ext cx="85" cy="39"/>
            </a:xfrm>
            <a:custGeom>
              <a:avLst/>
              <a:gdLst>
                <a:gd name="T0" fmla="*/ 0 w 44"/>
                <a:gd name="T1" fmla="*/ 43 h 19"/>
                <a:gd name="T2" fmla="*/ 79 w 44"/>
                <a:gd name="T3" fmla="*/ 131 h 19"/>
                <a:gd name="T4" fmla="*/ 272 w 44"/>
                <a:gd name="T5" fmla="*/ 140 h 19"/>
                <a:gd name="T6" fmla="*/ 317 w 44"/>
                <a:gd name="T7" fmla="*/ 96 h 19"/>
                <a:gd name="T8" fmla="*/ 317 w 44"/>
                <a:gd name="T9" fmla="*/ 96 h 19"/>
                <a:gd name="T10" fmla="*/ 272 w 44"/>
                <a:gd name="T11" fmla="*/ 140 h 19"/>
                <a:gd name="T12" fmla="*/ 85 w 44"/>
                <a:gd name="T13" fmla="*/ 123 h 19"/>
                <a:gd name="T14" fmla="*/ 8 w 44"/>
                <a:gd name="T15" fmla="*/ 43 h 19"/>
                <a:gd name="T16" fmla="*/ 44 w 44"/>
                <a:gd name="T17" fmla="*/ 0 h 19"/>
                <a:gd name="T18" fmla="*/ 44 w 44"/>
                <a:gd name="T19" fmla="*/ 0 h 19"/>
                <a:gd name="T20" fmla="*/ 0 w 44"/>
                <a:gd name="T21" fmla="*/ 43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9">
                  <a:moveTo>
                    <a:pt x="0" y="5"/>
                  </a:moveTo>
                  <a:cubicBezTo>
                    <a:pt x="0" y="8"/>
                    <a:pt x="4" y="12"/>
                    <a:pt x="11" y="15"/>
                  </a:cubicBezTo>
                  <a:cubicBezTo>
                    <a:pt x="18" y="18"/>
                    <a:pt x="30" y="19"/>
                    <a:pt x="38" y="16"/>
                  </a:cubicBezTo>
                  <a:cubicBezTo>
                    <a:pt x="41" y="15"/>
                    <a:pt x="43" y="13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3" y="13"/>
                    <a:pt x="41" y="15"/>
                    <a:pt x="38" y="16"/>
                  </a:cubicBezTo>
                  <a:cubicBezTo>
                    <a:pt x="30" y="18"/>
                    <a:pt x="19" y="17"/>
                    <a:pt x="12" y="14"/>
                  </a:cubicBezTo>
                  <a:cubicBezTo>
                    <a:pt x="5" y="12"/>
                    <a:pt x="1" y="8"/>
                    <a:pt x="1" y="5"/>
                  </a:cubicBezTo>
                  <a:cubicBezTo>
                    <a:pt x="1" y="3"/>
                    <a:pt x="2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7" name="Freeform 943">
              <a:extLst>
                <a:ext uri="{FF2B5EF4-FFF2-40B4-BE49-F238E27FC236}">
                  <a16:creationId xmlns:a16="http://schemas.microsoft.com/office/drawing/2014/main" id="{15719CFC-D376-48B1-BA63-737FB83DF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149"/>
              <a:ext cx="143" cy="126"/>
            </a:xfrm>
            <a:custGeom>
              <a:avLst/>
              <a:gdLst>
                <a:gd name="T0" fmla="*/ 72 w 74"/>
                <a:gd name="T1" fmla="*/ 116 h 61"/>
                <a:gd name="T2" fmla="*/ 56 w 74"/>
                <a:gd name="T3" fmla="*/ 388 h 61"/>
                <a:gd name="T4" fmla="*/ 340 w 74"/>
                <a:gd name="T5" fmla="*/ 537 h 61"/>
                <a:gd name="T6" fmla="*/ 520 w 74"/>
                <a:gd name="T7" fmla="*/ 372 h 61"/>
                <a:gd name="T8" fmla="*/ 72 w 74"/>
                <a:gd name="T9" fmla="*/ 11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1">
                  <a:moveTo>
                    <a:pt x="10" y="13"/>
                  </a:moveTo>
                  <a:cubicBezTo>
                    <a:pt x="0" y="21"/>
                    <a:pt x="0" y="34"/>
                    <a:pt x="8" y="44"/>
                  </a:cubicBezTo>
                  <a:cubicBezTo>
                    <a:pt x="16" y="55"/>
                    <a:pt x="33" y="61"/>
                    <a:pt x="47" y="61"/>
                  </a:cubicBezTo>
                  <a:cubicBezTo>
                    <a:pt x="65" y="61"/>
                    <a:pt x="70" y="52"/>
                    <a:pt x="72" y="42"/>
                  </a:cubicBezTo>
                  <a:cubicBezTo>
                    <a:pt x="74" y="22"/>
                    <a:pt x="31" y="0"/>
                    <a:pt x="10" y="1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8" name="Freeform 944">
              <a:extLst>
                <a:ext uri="{FF2B5EF4-FFF2-40B4-BE49-F238E27FC236}">
                  <a16:creationId xmlns:a16="http://schemas.microsoft.com/office/drawing/2014/main" id="{8F99C968-5A78-4606-9A10-E5208B1FC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153"/>
              <a:ext cx="116" cy="116"/>
            </a:xfrm>
            <a:custGeom>
              <a:avLst/>
              <a:gdLst>
                <a:gd name="T0" fmla="*/ 0 w 60"/>
                <a:gd name="T1" fmla="*/ 99 h 56"/>
                <a:gd name="T2" fmla="*/ 404 w 60"/>
                <a:gd name="T3" fmla="*/ 365 h 56"/>
                <a:gd name="T4" fmla="*/ 333 w 60"/>
                <a:gd name="T5" fmla="*/ 497 h 56"/>
                <a:gd name="T6" fmla="*/ 420 w 60"/>
                <a:gd name="T7" fmla="*/ 356 h 56"/>
                <a:gd name="T8" fmla="*/ 0 w 60"/>
                <a:gd name="T9" fmla="*/ 9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6">
                  <a:moveTo>
                    <a:pt x="0" y="11"/>
                  </a:moveTo>
                  <a:cubicBezTo>
                    <a:pt x="21" y="2"/>
                    <a:pt x="58" y="22"/>
                    <a:pt x="56" y="41"/>
                  </a:cubicBezTo>
                  <a:cubicBezTo>
                    <a:pt x="55" y="47"/>
                    <a:pt x="53" y="53"/>
                    <a:pt x="46" y="56"/>
                  </a:cubicBezTo>
                  <a:cubicBezTo>
                    <a:pt x="54" y="53"/>
                    <a:pt x="57" y="47"/>
                    <a:pt x="58" y="40"/>
                  </a:cubicBezTo>
                  <a:cubicBezTo>
                    <a:pt x="60" y="20"/>
                    <a:pt x="20" y="0"/>
                    <a:pt x="0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9" name="Freeform 945">
              <a:extLst>
                <a:ext uri="{FF2B5EF4-FFF2-40B4-BE49-F238E27FC236}">
                  <a16:creationId xmlns:a16="http://schemas.microsoft.com/office/drawing/2014/main" id="{80BB3032-CBD4-4B1E-928D-5ECDC76ED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184"/>
              <a:ext cx="89" cy="89"/>
            </a:xfrm>
            <a:custGeom>
              <a:avLst/>
              <a:gdLst>
                <a:gd name="T0" fmla="*/ 333 w 46"/>
                <a:gd name="T1" fmla="*/ 381 h 43"/>
                <a:gd name="T2" fmla="*/ 72 w 46"/>
                <a:gd name="T3" fmla="*/ 224 h 43"/>
                <a:gd name="T4" fmla="*/ 52 w 46"/>
                <a:gd name="T5" fmla="*/ 0 h 43"/>
                <a:gd name="T6" fmla="*/ 56 w 46"/>
                <a:gd name="T7" fmla="*/ 240 h 43"/>
                <a:gd name="T8" fmla="*/ 333 w 46"/>
                <a:gd name="T9" fmla="*/ 381 h 43"/>
                <a:gd name="T10" fmla="*/ 333 w 46"/>
                <a:gd name="T11" fmla="*/ 38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3">
                  <a:moveTo>
                    <a:pt x="46" y="43"/>
                  </a:moveTo>
                  <a:cubicBezTo>
                    <a:pt x="32" y="43"/>
                    <a:pt x="18" y="35"/>
                    <a:pt x="10" y="25"/>
                  </a:cubicBezTo>
                  <a:cubicBezTo>
                    <a:pt x="4" y="17"/>
                    <a:pt x="3" y="7"/>
                    <a:pt x="7" y="0"/>
                  </a:cubicBezTo>
                  <a:cubicBezTo>
                    <a:pt x="0" y="8"/>
                    <a:pt x="2" y="18"/>
                    <a:pt x="8" y="27"/>
                  </a:cubicBezTo>
                  <a:cubicBezTo>
                    <a:pt x="16" y="37"/>
                    <a:pt x="32" y="43"/>
                    <a:pt x="46" y="43"/>
                  </a:cubicBezTo>
                  <a:cubicBezTo>
                    <a:pt x="46" y="43"/>
                    <a:pt x="46" y="43"/>
                    <a:pt x="46" y="4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0" name="Freeform 946">
              <a:extLst>
                <a:ext uri="{FF2B5EF4-FFF2-40B4-BE49-F238E27FC236}">
                  <a16:creationId xmlns:a16="http://schemas.microsoft.com/office/drawing/2014/main" id="{014AD54C-C533-4BB6-8ED3-9602D1EA7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182"/>
              <a:ext cx="96" cy="72"/>
            </a:xfrm>
            <a:custGeom>
              <a:avLst/>
              <a:gdLst>
                <a:gd name="T0" fmla="*/ 332 w 50"/>
                <a:gd name="T1" fmla="*/ 200 h 35"/>
                <a:gd name="T2" fmla="*/ 100 w 50"/>
                <a:gd name="T3" fmla="*/ 216 h 35"/>
                <a:gd name="T4" fmla="*/ 69 w 50"/>
                <a:gd name="T5" fmla="*/ 33 h 35"/>
                <a:gd name="T6" fmla="*/ 332 w 50"/>
                <a:gd name="T7" fmla="*/ 20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5">
                  <a:moveTo>
                    <a:pt x="47" y="23"/>
                  </a:moveTo>
                  <a:cubicBezTo>
                    <a:pt x="43" y="35"/>
                    <a:pt x="24" y="32"/>
                    <a:pt x="14" y="25"/>
                  </a:cubicBezTo>
                  <a:cubicBezTo>
                    <a:pt x="4" y="18"/>
                    <a:pt x="0" y="8"/>
                    <a:pt x="10" y="4"/>
                  </a:cubicBezTo>
                  <a:cubicBezTo>
                    <a:pt x="22" y="0"/>
                    <a:pt x="50" y="12"/>
                    <a:pt x="47" y="2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1" name="Freeform 947">
              <a:extLst>
                <a:ext uri="{FF2B5EF4-FFF2-40B4-BE49-F238E27FC236}">
                  <a16:creationId xmlns:a16="http://schemas.microsoft.com/office/drawing/2014/main" id="{9167D2F3-88B2-4830-9C0E-24D567D97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196"/>
              <a:ext cx="87" cy="58"/>
            </a:xfrm>
            <a:custGeom>
              <a:avLst/>
              <a:gdLst>
                <a:gd name="T0" fmla="*/ 93 w 45"/>
                <a:gd name="T1" fmla="*/ 133 h 28"/>
                <a:gd name="T2" fmla="*/ 29 w 45"/>
                <a:gd name="T3" fmla="*/ 0 h 28"/>
                <a:gd name="T4" fmla="*/ 85 w 45"/>
                <a:gd name="T5" fmla="*/ 160 h 28"/>
                <a:gd name="T6" fmla="*/ 325 w 45"/>
                <a:gd name="T7" fmla="*/ 141 h 28"/>
                <a:gd name="T8" fmla="*/ 325 w 45"/>
                <a:gd name="T9" fmla="*/ 141 h 28"/>
                <a:gd name="T10" fmla="*/ 93 w 45"/>
                <a:gd name="T11" fmla="*/ 13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8">
                  <a:moveTo>
                    <a:pt x="13" y="15"/>
                  </a:moveTo>
                  <a:cubicBezTo>
                    <a:pt x="7" y="11"/>
                    <a:pt x="3" y="5"/>
                    <a:pt x="4" y="0"/>
                  </a:cubicBezTo>
                  <a:cubicBezTo>
                    <a:pt x="0" y="5"/>
                    <a:pt x="4" y="13"/>
                    <a:pt x="12" y="18"/>
                  </a:cubicBezTo>
                  <a:cubicBezTo>
                    <a:pt x="22" y="25"/>
                    <a:pt x="41" y="28"/>
                    <a:pt x="45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39" y="24"/>
                    <a:pt x="23" y="21"/>
                    <a:pt x="13" y="1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2" name="Freeform 948">
              <a:extLst>
                <a:ext uri="{FF2B5EF4-FFF2-40B4-BE49-F238E27FC236}">
                  <a16:creationId xmlns:a16="http://schemas.microsoft.com/office/drawing/2014/main" id="{5D48A7DA-3D5F-4B20-B3CE-3963A1A2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188"/>
              <a:ext cx="53" cy="33"/>
            </a:xfrm>
            <a:custGeom>
              <a:avLst/>
              <a:gdLst>
                <a:gd name="T0" fmla="*/ 0 w 27"/>
                <a:gd name="T1" fmla="*/ 0 h 16"/>
                <a:gd name="T2" fmla="*/ 204 w 27"/>
                <a:gd name="T3" fmla="*/ 140 h 16"/>
                <a:gd name="T4" fmla="*/ 0 w 2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8" y="1"/>
                    <a:pt x="24" y="7"/>
                    <a:pt x="27" y="16"/>
                  </a:cubicBezTo>
                  <a:cubicBezTo>
                    <a:pt x="26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3" name="Freeform 949">
              <a:extLst>
                <a:ext uri="{FF2B5EF4-FFF2-40B4-BE49-F238E27FC236}">
                  <a16:creationId xmlns:a16="http://schemas.microsoft.com/office/drawing/2014/main" id="{2D28A66E-341A-4BEB-A1C2-987BC8907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188"/>
              <a:ext cx="45" cy="33"/>
            </a:xfrm>
            <a:custGeom>
              <a:avLst/>
              <a:gdLst>
                <a:gd name="T0" fmla="*/ 0 w 23"/>
                <a:gd name="T1" fmla="*/ 0 h 16"/>
                <a:gd name="T2" fmla="*/ 172 w 23"/>
                <a:gd name="T3" fmla="*/ 140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6" y="1"/>
                    <a:pt x="22" y="7"/>
                    <a:pt x="23" y="16"/>
                  </a:cubicBezTo>
                  <a:cubicBezTo>
                    <a:pt x="22" y="11"/>
                    <a:pt x="18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4" name="Freeform 950">
              <a:extLst>
                <a:ext uri="{FF2B5EF4-FFF2-40B4-BE49-F238E27FC236}">
                  <a16:creationId xmlns:a16="http://schemas.microsoft.com/office/drawing/2014/main" id="{24556AC3-7DD4-42AA-9590-0D45DD95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227"/>
              <a:ext cx="58" cy="29"/>
            </a:xfrm>
            <a:custGeom>
              <a:avLst/>
              <a:gdLst>
                <a:gd name="T0" fmla="*/ 0 w 30"/>
                <a:gd name="T1" fmla="*/ 0 h 14"/>
                <a:gd name="T2" fmla="*/ 217 w 30"/>
                <a:gd name="T3" fmla="*/ 81 h 14"/>
                <a:gd name="T4" fmla="*/ 0 w 3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">
                  <a:moveTo>
                    <a:pt x="0" y="0"/>
                  </a:moveTo>
                  <a:cubicBezTo>
                    <a:pt x="2" y="5"/>
                    <a:pt x="17" y="14"/>
                    <a:pt x="30" y="9"/>
                  </a:cubicBezTo>
                  <a:cubicBezTo>
                    <a:pt x="25" y="10"/>
                    <a:pt x="11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5" name="Freeform 951">
              <a:extLst>
                <a:ext uri="{FF2B5EF4-FFF2-40B4-BE49-F238E27FC236}">
                  <a16:creationId xmlns:a16="http://schemas.microsoft.com/office/drawing/2014/main" id="{ABE40B7F-96C8-488E-A112-6D4CEE956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149"/>
              <a:ext cx="143" cy="126"/>
            </a:xfrm>
            <a:custGeom>
              <a:avLst/>
              <a:gdLst>
                <a:gd name="T0" fmla="*/ 72 w 74"/>
                <a:gd name="T1" fmla="*/ 116 h 61"/>
                <a:gd name="T2" fmla="*/ 56 w 74"/>
                <a:gd name="T3" fmla="*/ 388 h 61"/>
                <a:gd name="T4" fmla="*/ 340 w 74"/>
                <a:gd name="T5" fmla="*/ 537 h 61"/>
                <a:gd name="T6" fmla="*/ 520 w 74"/>
                <a:gd name="T7" fmla="*/ 372 h 61"/>
                <a:gd name="T8" fmla="*/ 72 w 74"/>
                <a:gd name="T9" fmla="*/ 11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1">
                  <a:moveTo>
                    <a:pt x="10" y="13"/>
                  </a:moveTo>
                  <a:cubicBezTo>
                    <a:pt x="0" y="21"/>
                    <a:pt x="0" y="34"/>
                    <a:pt x="8" y="44"/>
                  </a:cubicBezTo>
                  <a:cubicBezTo>
                    <a:pt x="16" y="55"/>
                    <a:pt x="33" y="61"/>
                    <a:pt x="47" y="61"/>
                  </a:cubicBezTo>
                  <a:cubicBezTo>
                    <a:pt x="65" y="61"/>
                    <a:pt x="70" y="52"/>
                    <a:pt x="72" y="42"/>
                  </a:cubicBezTo>
                  <a:cubicBezTo>
                    <a:pt x="74" y="22"/>
                    <a:pt x="31" y="0"/>
                    <a:pt x="10" y="1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6" name="Freeform 952">
              <a:extLst>
                <a:ext uri="{FF2B5EF4-FFF2-40B4-BE49-F238E27FC236}">
                  <a16:creationId xmlns:a16="http://schemas.microsoft.com/office/drawing/2014/main" id="{6DFDBDB7-6738-47E3-884D-49BFD0F31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190"/>
              <a:ext cx="85" cy="60"/>
            </a:xfrm>
            <a:custGeom>
              <a:avLst/>
              <a:gdLst>
                <a:gd name="T0" fmla="*/ 8 w 44"/>
                <a:gd name="T1" fmla="*/ 60 h 29"/>
                <a:gd name="T2" fmla="*/ 79 w 44"/>
                <a:gd name="T3" fmla="*/ 184 h 29"/>
                <a:gd name="T4" fmla="*/ 265 w 44"/>
                <a:gd name="T5" fmla="*/ 232 h 29"/>
                <a:gd name="T6" fmla="*/ 317 w 44"/>
                <a:gd name="T7" fmla="*/ 168 h 29"/>
                <a:gd name="T8" fmla="*/ 317 w 44"/>
                <a:gd name="T9" fmla="*/ 168 h 29"/>
                <a:gd name="T10" fmla="*/ 265 w 44"/>
                <a:gd name="T11" fmla="*/ 232 h 29"/>
                <a:gd name="T12" fmla="*/ 79 w 44"/>
                <a:gd name="T13" fmla="*/ 184 h 29"/>
                <a:gd name="T14" fmla="*/ 8 w 44"/>
                <a:gd name="T15" fmla="*/ 60 h 29"/>
                <a:gd name="T16" fmla="*/ 52 w 44"/>
                <a:gd name="T17" fmla="*/ 0 h 29"/>
                <a:gd name="T18" fmla="*/ 52 w 44"/>
                <a:gd name="T19" fmla="*/ 0 h 29"/>
                <a:gd name="T20" fmla="*/ 8 w 44"/>
                <a:gd name="T21" fmla="*/ 6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29">
                  <a:moveTo>
                    <a:pt x="1" y="7"/>
                  </a:moveTo>
                  <a:cubicBezTo>
                    <a:pt x="0" y="11"/>
                    <a:pt x="4" y="17"/>
                    <a:pt x="11" y="21"/>
                  </a:cubicBezTo>
                  <a:cubicBezTo>
                    <a:pt x="18" y="26"/>
                    <a:pt x="30" y="29"/>
                    <a:pt x="37" y="26"/>
                  </a:cubicBezTo>
                  <a:cubicBezTo>
                    <a:pt x="41" y="25"/>
                    <a:pt x="43" y="23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3" y="22"/>
                    <a:pt x="40" y="24"/>
                    <a:pt x="37" y="26"/>
                  </a:cubicBezTo>
                  <a:cubicBezTo>
                    <a:pt x="30" y="28"/>
                    <a:pt x="18" y="25"/>
                    <a:pt x="11" y="21"/>
                  </a:cubicBezTo>
                  <a:cubicBezTo>
                    <a:pt x="5" y="16"/>
                    <a:pt x="1" y="11"/>
                    <a:pt x="1" y="7"/>
                  </a:cubicBezTo>
                  <a:cubicBezTo>
                    <a:pt x="2" y="4"/>
                    <a:pt x="4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1" y="4"/>
                    <a:pt x="1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7" name="Freeform 953">
              <a:extLst>
                <a:ext uri="{FF2B5EF4-FFF2-40B4-BE49-F238E27FC236}">
                  <a16:creationId xmlns:a16="http://schemas.microsoft.com/office/drawing/2014/main" id="{38B57B23-560D-414E-9B7F-C2334A9D7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231"/>
              <a:ext cx="131" cy="77"/>
            </a:xfrm>
            <a:custGeom>
              <a:avLst/>
              <a:gdLst>
                <a:gd name="T0" fmla="*/ 108 w 68"/>
                <a:gd name="T1" fmla="*/ 8 h 37"/>
                <a:gd name="T2" fmla="*/ 0 w 68"/>
                <a:gd name="T3" fmla="*/ 160 h 37"/>
                <a:gd name="T4" fmla="*/ 229 w 68"/>
                <a:gd name="T5" fmla="*/ 333 h 37"/>
                <a:gd name="T6" fmla="*/ 464 w 68"/>
                <a:gd name="T7" fmla="*/ 200 h 37"/>
                <a:gd name="T8" fmla="*/ 416 w 68"/>
                <a:gd name="T9" fmla="*/ 65 h 37"/>
                <a:gd name="T10" fmla="*/ 256 w 68"/>
                <a:gd name="T11" fmla="*/ 35 h 37"/>
                <a:gd name="T12" fmla="*/ 108 w 68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37">
                  <a:moveTo>
                    <a:pt x="15" y="1"/>
                  </a:moveTo>
                  <a:cubicBezTo>
                    <a:pt x="6" y="3"/>
                    <a:pt x="1" y="9"/>
                    <a:pt x="0" y="18"/>
                  </a:cubicBezTo>
                  <a:cubicBezTo>
                    <a:pt x="0" y="30"/>
                    <a:pt x="14" y="37"/>
                    <a:pt x="32" y="37"/>
                  </a:cubicBezTo>
                  <a:cubicBezTo>
                    <a:pt x="51" y="37"/>
                    <a:pt x="61" y="34"/>
                    <a:pt x="65" y="22"/>
                  </a:cubicBezTo>
                  <a:cubicBezTo>
                    <a:pt x="68" y="16"/>
                    <a:pt x="65" y="10"/>
                    <a:pt x="58" y="7"/>
                  </a:cubicBezTo>
                  <a:cubicBezTo>
                    <a:pt x="51" y="3"/>
                    <a:pt x="46" y="5"/>
                    <a:pt x="36" y="4"/>
                  </a:cubicBezTo>
                  <a:cubicBezTo>
                    <a:pt x="31" y="4"/>
                    <a:pt x="23" y="0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8" name="Freeform 954">
              <a:extLst>
                <a:ext uri="{FF2B5EF4-FFF2-40B4-BE49-F238E27FC236}">
                  <a16:creationId xmlns:a16="http://schemas.microsoft.com/office/drawing/2014/main" id="{8865B69A-2E7B-4F2B-8F7F-46F3F0DA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248"/>
              <a:ext cx="89" cy="33"/>
            </a:xfrm>
            <a:custGeom>
              <a:avLst/>
              <a:gdLst>
                <a:gd name="T0" fmla="*/ 304 w 46"/>
                <a:gd name="T1" fmla="*/ 60 h 16"/>
                <a:gd name="T2" fmla="*/ 145 w 46"/>
                <a:gd name="T3" fmla="*/ 132 h 16"/>
                <a:gd name="T4" fmla="*/ 56 w 46"/>
                <a:gd name="T5" fmla="*/ 17 h 16"/>
                <a:gd name="T6" fmla="*/ 188 w 46"/>
                <a:gd name="T7" fmla="*/ 35 h 16"/>
                <a:gd name="T8" fmla="*/ 304 w 46"/>
                <a:gd name="T9" fmla="*/ 6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6">
                  <a:moveTo>
                    <a:pt x="42" y="7"/>
                  </a:moveTo>
                  <a:cubicBezTo>
                    <a:pt x="46" y="10"/>
                    <a:pt x="38" y="16"/>
                    <a:pt x="20" y="15"/>
                  </a:cubicBezTo>
                  <a:cubicBezTo>
                    <a:pt x="1" y="15"/>
                    <a:pt x="0" y="5"/>
                    <a:pt x="8" y="2"/>
                  </a:cubicBezTo>
                  <a:cubicBezTo>
                    <a:pt x="14" y="0"/>
                    <a:pt x="16" y="2"/>
                    <a:pt x="26" y="4"/>
                  </a:cubicBezTo>
                  <a:cubicBezTo>
                    <a:pt x="36" y="5"/>
                    <a:pt x="37" y="4"/>
                    <a:pt x="42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9" name="Freeform 955">
              <a:extLst>
                <a:ext uri="{FF2B5EF4-FFF2-40B4-BE49-F238E27FC236}">
                  <a16:creationId xmlns:a16="http://schemas.microsoft.com/office/drawing/2014/main" id="{BF75E676-4474-412A-BAAE-5E32F23E3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254"/>
              <a:ext cx="79" cy="27"/>
            </a:xfrm>
            <a:custGeom>
              <a:avLst/>
              <a:gdLst>
                <a:gd name="T0" fmla="*/ 145 w 41"/>
                <a:gd name="T1" fmla="*/ 108 h 13"/>
                <a:gd name="T2" fmla="*/ 293 w 41"/>
                <a:gd name="T3" fmla="*/ 73 h 13"/>
                <a:gd name="T4" fmla="*/ 148 w 41"/>
                <a:gd name="T5" fmla="*/ 91 h 13"/>
                <a:gd name="T6" fmla="*/ 44 w 41"/>
                <a:gd name="T7" fmla="*/ 0 h 13"/>
                <a:gd name="T8" fmla="*/ 145 w 41"/>
                <a:gd name="T9" fmla="*/ 10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3">
                  <a:moveTo>
                    <a:pt x="20" y="12"/>
                  </a:moveTo>
                  <a:cubicBezTo>
                    <a:pt x="31" y="13"/>
                    <a:pt x="39" y="11"/>
                    <a:pt x="41" y="8"/>
                  </a:cubicBezTo>
                  <a:cubicBezTo>
                    <a:pt x="35" y="11"/>
                    <a:pt x="27" y="10"/>
                    <a:pt x="21" y="10"/>
                  </a:cubicBezTo>
                  <a:cubicBezTo>
                    <a:pt x="16" y="9"/>
                    <a:pt x="1" y="8"/>
                    <a:pt x="6" y="0"/>
                  </a:cubicBezTo>
                  <a:cubicBezTo>
                    <a:pt x="0" y="3"/>
                    <a:pt x="2" y="12"/>
                    <a:pt x="20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0" name="Freeform 956">
              <a:extLst>
                <a:ext uri="{FF2B5EF4-FFF2-40B4-BE49-F238E27FC236}">
                  <a16:creationId xmlns:a16="http://schemas.microsoft.com/office/drawing/2014/main" id="{9D501C19-9C97-482D-97C4-A9CAA1768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248"/>
              <a:ext cx="58" cy="12"/>
            </a:xfrm>
            <a:custGeom>
              <a:avLst/>
              <a:gdLst>
                <a:gd name="T0" fmla="*/ 108 w 30"/>
                <a:gd name="T1" fmla="*/ 40 h 6"/>
                <a:gd name="T2" fmla="*/ 164 w 30"/>
                <a:gd name="T3" fmla="*/ 40 h 6"/>
                <a:gd name="T4" fmla="*/ 217 w 30"/>
                <a:gd name="T5" fmla="*/ 48 h 6"/>
                <a:gd name="T6" fmla="*/ 108 w 30"/>
                <a:gd name="T7" fmla="*/ 32 h 6"/>
                <a:gd name="T8" fmla="*/ 0 w 30"/>
                <a:gd name="T9" fmla="*/ 8 h 6"/>
                <a:gd name="T10" fmla="*/ 52 w 30"/>
                <a:gd name="T11" fmla="*/ 24 h 6"/>
                <a:gd name="T12" fmla="*/ 108 w 30"/>
                <a:gd name="T13" fmla="*/ 4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">
                  <a:moveTo>
                    <a:pt x="15" y="5"/>
                  </a:moveTo>
                  <a:cubicBezTo>
                    <a:pt x="18" y="5"/>
                    <a:pt x="20" y="5"/>
                    <a:pt x="23" y="5"/>
                  </a:cubicBezTo>
                  <a:cubicBezTo>
                    <a:pt x="25" y="5"/>
                    <a:pt x="28" y="6"/>
                    <a:pt x="30" y="6"/>
                  </a:cubicBezTo>
                  <a:cubicBezTo>
                    <a:pt x="26" y="4"/>
                    <a:pt x="24" y="5"/>
                    <a:pt x="15" y="4"/>
                  </a:cubicBezTo>
                  <a:cubicBezTo>
                    <a:pt x="6" y="2"/>
                    <a:pt x="4" y="0"/>
                    <a:pt x="0" y="1"/>
                  </a:cubicBezTo>
                  <a:cubicBezTo>
                    <a:pt x="2" y="1"/>
                    <a:pt x="5" y="2"/>
                    <a:pt x="7" y="3"/>
                  </a:cubicBezTo>
                  <a:cubicBezTo>
                    <a:pt x="9" y="4"/>
                    <a:pt x="12" y="5"/>
                    <a:pt x="15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1" name="Freeform 957">
              <a:extLst>
                <a:ext uri="{FF2B5EF4-FFF2-40B4-BE49-F238E27FC236}">
                  <a16:creationId xmlns:a16="http://schemas.microsoft.com/office/drawing/2014/main" id="{C0A004A8-8A10-4BFA-B710-B15F17E83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233"/>
              <a:ext cx="48" cy="52"/>
            </a:xfrm>
            <a:custGeom>
              <a:avLst/>
              <a:gdLst>
                <a:gd name="T0" fmla="*/ 177 w 25"/>
                <a:gd name="T1" fmla="*/ 17 h 25"/>
                <a:gd name="T2" fmla="*/ 36 w 25"/>
                <a:gd name="T3" fmla="*/ 73 h 25"/>
                <a:gd name="T4" fmla="*/ 29 w 25"/>
                <a:gd name="T5" fmla="*/ 225 h 25"/>
                <a:gd name="T6" fmla="*/ 48 w 25"/>
                <a:gd name="T7" fmla="*/ 64 h 25"/>
                <a:gd name="T8" fmla="*/ 177 w 25"/>
                <a:gd name="T9" fmla="*/ 1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5" y="2"/>
                  </a:moveTo>
                  <a:cubicBezTo>
                    <a:pt x="20" y="0"/>
                    <a:pt x="9" y="1"/>
                    <a:pt x="5" y="8"/>
                  </a:cubicBezTo>
                  <a:cubicBezTo>
                    <a:pt x="0" y="14"/>
                    <a:pt x="2" y="22"/>
                    <a:pt x="4" y="25"/>
                  </a:cubicBezTo>
                  <a:cubicBezTo>
                    <a:pt x="4" y="23"/>
                    <a:pt x="1" y="13"/>
                    <a:pt x="7" y="7"/>
                  </a:cubicBezTo>
                  <a:cubicBezTo>
                    <a:pt x="14" y="1"/>
                    <a:pt x="22" y="1"/>
                    <a:pt x="25" y="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2" name="Freeform 958">
              <a:extLst>
                <a:ext uri="{FF2B5EF4-FFF2-40B4-BE49-F238E27FC236}">
                  <a16:creationId xmlns:a16="http://schemas.microsoft.com/office/drawing/2014/main" id="{848DCDEE-0D8E-42CD-800A-77B258D02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240"/>
              <a:ext cx="48" cy="18"/>
            </a:xfrm>
            <a:custGeom>
              <a:avLst/>
              <a:gdLst>
                <a:gd name="T0" fmla="*/ 0 w 25"/>
                <a:gd name="T1" fmla="*/ 8 h 9"/>
                <a:gd name="T2" fmla="*/ 177 w 25"/>
                <a:gd name="T3" fmla="*/ 72 h 9"/>
                <a:gd name="T4" fmla="*/ 100 w 25"/>
                <a:gd name="T5" fmla="*/ 24 h 9"/>
                <a:gd name="T6" fmla="*/ 0 w 25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">
                  <a:moveTo>
                    <a:pt x="0" y="1"/>
                  </a:moveTo>
                  <a:cubicBezTo>
                    <a:pt x="6" y="1"/>
                    <a:pt x="17" y="0"/>
                    <a:pt x="25" y="9"/>
                  </a:cubicBezTo>
                  <a:cubicBezTo>
                    <a:pt x="23" y="7"/>
                    <a:pt x="19" y="4"/>
                    <a:pt x="14" y="3"/>
                  </a:cubicBezTo>
                  <a:cubicBezTo>
                    <a:pt x="9" y="1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3" name="Freeform 959">
              <a:extLst>
                <a:ext uri="{FF2B5EF4-FFF2-40B4-BE49-F238E27FC236}">
                  <a16:creationId xmlns:a16="http://schemas.microsoft.com/office/drawing/2014/main" id="{6241AD64-E9E9-4EBC-AF5A-46C356E71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271"/>
              <a:ext cx="71" cy="12"/>
            </a:xfrm>
            <a:custGeom>
              <a:avLst/>
              <a:gdLst>
                <a:gd name="T0" fmla="*/ 0 w 37"/>
                <a:gd name="T1" fmla="*/ 0 h 6"/>
                <a:gd name="T2" fmla="*/ 121 w 37"/>
                <a:gd name="T3" fmla="*/ 40 h 6"/>
                <a:gd name="T4" fmla="*/ 261 w 37"/>
                <a:gd name="T5" fmla="*/ 8 h 6"/>
                <a:gd name="T6" fmla="*/ 121 w 37"/>
                <a:gd name="T7" fmla="*/ 48 h 6"/>
                <a:gd name="T8" fmla="*/ 0 w 3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">
                  <a:moveTo>
                    <a:pt x="0" y="0"/>
                  </a:moveTo>
                  <a:cubicBezTo>
                    <a:pt x="3" y="3"/>
                    <a:pt x="9" y="5"/>
                    <a:pt x="17" y="5"/>
                  </a:cubicBezTo>
                  <a:cubicBezTo>
                    <a:pt x="27" y="5"/>
                    <a:pt x="33" y="4"/>
                    <a:pt x="37" y="1"/>
                  </a:cubicBezTo>
                  <a:cubicBezTo>
                    <a:pt x="35" y="3"/>
                    <a:pt x="30" y="6"/>
                    <a:pt x="17" y="6"/>
                  </a:cubicBezTo>
                  <a:cubicBezTo>
                    <a:pt x="6" y="5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4" name="Freeform 960">
              <a:extLst>
                <a:ext uri="{FF2B5EF4-FFF2-40B4-BE49-F238E27FC236}">
                  <a16:creationId xmlns:a16="http://schemas.microsoft.com/office/drawing/2014/main" id="{3FEA78FF-21D2-4EE4-A81A-87802F5E4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275"/>
              <a:ext cx="94" cy="35"/>
            </a:xfrm>
            <a:custGeom>
              <a:avLst/>
              <a:gdLst>
                <a:gd name="T0" fmla="*/ 0 w 49"/>
                <a:gd name="T1" fmla="*/ 115 h 17"/>
                <a:gd name="T2" fmla="*/ 276 w 49"/>
                <a:gd name="T3" fmla="*/ 105 h 17"/>
                <a:gd name="T4" fmla="*/ 345 w 49"/>
                <a:gd name="T5" fmla="*/ 0 h 17"/>
                <a:gd name="T6" fmla="*/ 232 w 49"/>
                <a:gd name="T7" fmla="*/ 105 h 17"/>
                <a:gd name="T8" fmla="*/ 0 w 49"/>
                <a:gd name="T9" fmla="*/ 1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7">
                  <a:moveTo>
                    <a:pt x="0" y="13"/>
                  </a:moveTo>
                  <a:cubicBezTo>
                    <a:pt x="6" y="15"/>
                    <a:pt x="29" y="17"/>
                    <a:pt x="39" y="12"/>
                  </a:cubicBezTo>
                  <a:cubicBezTo>
                    <a:pt x="42" y="10"/>
                    <a:pt x="47" y="6"/>
                    <a:pt x="49" y="0"/>
                  </a:cubicBezTo>
                  <a:cubicBezTo>
                    <a:pt x="48" y="1"/>
                    <a:pt x="45" y="8"/>
                    <a:pt x="33" y="12"/>
                  </a:cubicBezTo>
                  <a:cubicBezTo>
                    <a:pt x="20" y="15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5" name="Freeform 961">
              <a:extLst>
                <a:ext uri="{FF2B5EF4-FFF2-40B4-BE49-F238E27FC236}">
                  <a16:creationId xmlns:a16="http://schemas.microsoft.com/office/drawing/2014/main" id="{B0B3B9EC-F39A-4328-89ED-7497542FB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231"/>
              <a:ext cx="131" cy="77"/>
            </a:xfrm>
            <a:custGeom>
              <a:avLst/>
              <a:gdLst>
                <a:gd name="T0" fmla="*/ 108 w 68"/>
                <a:gd name="T1" fmla="*/ 8 h 37"/>
                <a:gd name="T2" fmla="*/ 0 w 68"/>
                <a:gd name="T3" fmla="*/ 160 h 37"/>
                <a:gd name="T4" fmla="*/ 229 w 68"/>
                <a:gd name="T5" fmla="*/ 333 h 37"/>
                <a:gd name="T6" fmla="*/ 464 w 68"/>
                <a:gd name="T7" fmla="*/ 200 h 37"/>
                <a:gd name="T8" fmla="*/ 416 w 68"/>
                <a:gd name="T9" fmla="*/ 65 h 37"/>
                <a:gd name="T10" fmla="*/ 256 w 68"/>
                <a:gd name="T11" fmla="*/ 35 h 37"/>
                <a:gd name="T12" fmla="*/ 108 w 68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37">
                  <a:moveTo>
                    <a:pt x="15" y="1"/>
                  </a:moveTo>
                  <a:cubicBezTo>
                    <a:pt x="6" y="3"/>
                    <a:pt x="1" y="9"/>
                    <a:pt x="0" y="18"/>
                  </a:cubicBezTo>
                  <a:cubicBezTo>
                    <a:pt x="0" y="30"/>
                    <a:pt x="14" y="37"/>
                    <a:pt x="32" y="37"/>
                  </a:cubicBezTo>
                  <a:cubicBezTo>
                    <a:pt x="51" y="37"/>
                    <a:pt x="61" y="34"/>
                    <a:pt x="65" y="22"/>
                  </a:cubicBezTo>
                  <a:cubicBezTo>
                    <a:pt x="68" y="16"/>
                    <a:pt x="65" y="10"/>
                    <a:pt x="58" y="7"/>
                  </a:cubicBezTo>
                  <a:cubicBezTo>
                    <a:pt x="51" y="3"/>
                    <a:pt x="46" y="5"/>
                    <a:pt x="36" y="4"/>
                  </a:cubicBezTo>
                  <a:cubicBezTo>
                    <a:pt x="31" y="4"/>
                    <a:pt x="23" y="0"/>
                    <a:pt x="15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6" name="Freeform 962">
              <a:extLst>
                <a:ext uri="{FF2B5EF4-FFF2-40B4-BE49-F238E27FC236}">
                  <a16:creationId xmlns:a16="http://schemas.microsoft.com/office/drawing/2014/main" id="{5F548902-F9DE-4F8E-BAEF-4830AFF9C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252"/>
              <a:ext cx="77" cy="29"/>
            </a:xfrm>
            <a:custGeom>
              <a:avLst/>
              <a:gdLst>
                <a:gd name="T0" fmla="*/ 277 w 40"/>
                <a:gd name="T1" fmla="*/ 44 h 14"/>
                <a:gd name="T2" fmla="*/ 277 w 40"/>
                <a:gd name="T3" fmla="*/ 73 h 14"/>
                <a:gd name="T4" fmla="*/ 123 w 40"/>
                <a:gd name="T5" fmla="*/ 116 h 14"/>
                <a:gd name="T6" fmla="*/ 0 w 40"/>
                <a:gd name="T7" fmla="*/ 52 h 14"/>
                <a:gd name="T8" fmla="*/ 37 w 40"/>
                <a:gd name="T9" fmla="*/ 0 h 14"/>
                <a:gd name="T10" fmla="*/ 37 w 40"/>
                <a:gd name="T11" fmla="*/ 0 h 14"/>
                <a:gd name="T12" fmla="*/ 0 w 40"/>
                <a:gd name="T13" fmla="*/ 52 h 14"/>
                <a:gd name="T14" fmla="*/ 123 w 40"/>
                <a:gd name="T15" fmla="*/ 116 h 14"/>
                <a:gd name="T16" fmla="*/ 285 w 40"/>
                <a:gd name="T17" fmla="*/ 73 h 14"/>
                <a:gd name="T18" fmla="*/ 277 w 40"/>
                <a:gd name="T19" fmla="*/ 4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14">
                  <a:moveTo>
                    <a:pt x="39" y="5"/>
                  </a:moveTo>
                  <a:cubicBezTo>
                    <a:pt x="39" y="6"/>
                    <a:pt x="40" y="7"/>
                    <a:pt x="39" y="8"/>
                  </a:cubicBezTo>
                  <a:cubicBezTo>
                    <a:pt x="38" y="10"/>
                    <a:pt x="32" y="14"/>
                    <a:pt x="17" y="13"/>
                  </a:cubicBezTo>
                  <a:cubicBezTo>
                    <a:pt x="5" y="13"/>
                    <a:pt x="1" y="9"/>
                    <a:pt x="0" y="6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1"/>
                    <a:pt x="0" y="3"/>
                    <a:pt x="0" y="6"/>
                  </a:cubicBezTo>
                  <a:cubicBezTo>
                    <a:pt x="0" y="9"/>
                    <a:pt x="5" y="13"/>
                    <a:pt x="17" y="13"/>
                  </a:cubicBezTo>
                  <a:cubicBezTo>
                    <a:pt x="31" y="14"/>
                    <a:pt x="39" y="11"/>
                    <a:pt x="40" y="8"/>
                  </a:cubicBezTo>
                  <a:cubicBezTo>
                    <a:pt x="40" y="7"/>
                    <a:pt x="40" y="6"/>
                    <a:pt x="39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7" name="Freeform 963">
              <a:extLst>
                <a:ext uri="{FF2B5EF4-FFF2-40B4-BE49-F238E27FC236}">
                  <a16:creationId xmlns:a16="http://schemas.microsoft.com/office/drawing/2014/main" id="{4A530C01-1E46-477C-A993-A235CDF9E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137"/>
              <a:ext cx="126" cy="115"/>
            </a:xfrm>
            <a:custGeom>
              <a:avLst/>
              <a:gdLst>
                <a:gd name="T0" fmla="*/ 31 w 65"/>
                <a:gd name="T1" fmla="*/ 240 h 56"/>
                <a:gd name="T2" fmla="*/ 248 w 65"/>
                <a:gd name="T3" fmla="*/ 25 h 56"/>
                <a:gd name="T4" fmla="*/ 428 w 65"/>
                <a:gd name="T5" fmla="*/ 320 h 56"/>
                <a:gd name="T6" fmla="*/ 31 w 65"/>
                <a:gd name="T7" fmla="*/ 24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6">
                  <a:moveTo>
                    <a:pt x="4" y="28"/>
                  </a:moveTo>
                  <a:cubicBezTo>
                    <a:pt x="0" y="12"/>
                    <a:pt x="14" y="0"/>
                    <a:pt x="34" y="3"/>
                  </a:cubicBezTo>
                  <a:cubicBezTo>
                    <a:pt x="53" y="6"/>
                    <a:pt x="65" y="20"/>
                    <a:pt x="59" y="37"/>
                  </a:cubicBezTo>
                  <a:cubicBezTo>
                    <a:pt x="54" y="55"/>
                    <a:pt x="8" y="56"/>
                    <a:pt x="4" y="28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8" name="Freeform 964">
              <a:extLst>
                <a:ext uri="{FF2B5EF4-FFF2-40B4-BE49-F238E27FC236}">
                  <a16:creationId xmlns:a16="http://schemas.microsoft.com/office/drawing/2014/main" id="{B7951CA2-A80A-47A8-B5DE-169BB3CBC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147"/>
              <a:ext cx="75" cy="95"/>
            </a:xfrm>
            <a:custGeom>
              <a:avLst/>
              <a:gdLst>
                <a:gd name="T0" fmla="*/ 156 w 39"/>
                <a:gd name="T1" fmla="*/ 0 h 46"/>
                <a:gd name="T2" fmla="*/ 44 w 39"/>
                <a:gd name="T3" fmla="*/ 204 h 46"/>
                <a:gd name="T4" fmla="*/ 277 w 39"/>
                <a:gd name="T5" fmla="*/ 380 h 46"/>
                <a:gd name="T6" fmla="*/ 23 w 39"/>
                <a:gd name="T7" fmla="*/ 204 h 46"/>
                <a:gd name="T8" fmla="*/ 156 w 39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22" y="0"/>
                  </a:moveTo>
                  <a:cubicBezTo>
                    <a:pt x="10" y="2"/>
                    <a:pt x="3" y="11"/>
                    <a:pt x="6" y="23"/>
                  </a:cubicBezTo>
                  <a:cubicBezTo>
                    <a:pt x="8" y="39"/>
                    <a:pt x="25" y="45"/>
                    <a:pt x="39" y="43"/>
                  </a:cubicBezTo>
                  <a:cubicBezTo>
                    <a:pt x="25" y="46"/>
                    <a:pt x="6" y="40"/>
                    <a:pt x="3" y="23"/>
                  </a:cubicBezTo>
                  <a:cubicBezTo>
                    <a:pt x="0" y="11"/>
                    <a:pt x="8" y="1"/>
                    <a:pt x="22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9" name="Freeform 965">
              <a:extLst>
                <a:ext uri="{FF2B5EF4-FFF2-40B4-BE49-F238E27FC236}">
                  <a16:creationId xmlns:a16="http://schemas.microsoft.com/office/drawing/2014/main" id="{FCBF95D2-3BA4-4BCA-BF53-63BD6A6E7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147"/>
              <a:ext cx="53" cy="91"/>
            </a:xfrm>
            <a:custGeom>
              <a:avLst/>
              <a:gdLst>
                <a:gd name="T0" fmla="*/ 31 w 27"/>
                <a:gd name="T1" fmla="*/ 381 h 44"/>
                <a:gd name="T2" fmla="*/ 151 w 27"/>
                <a:gd name="T3" fmla="*/ 283 h 44"/>
                <a:gd name="T4" fmla="*/ 16 w 27"/>
                <a:gd name="T5" fmla="*/ 0 h 44"/>
                <a:gd name="T6" fmla="*/ 16 w 27"/>
                <a:gd name="T7" fmla="*/ 0 h 44"/>
                <a:gd name="T8" fmla="*/ 165 w 27"/>
                <a:gd name="T9" fmla="*/ 283 h 44"/>
                <a:gd name="T10" fmla="*/ 31 w 27"/>
                <a:gd name="T11" fmla="*/ 381 h 44"/>
                <a:gd name="T12" fmla="*/ 31 w 27"/>
                <a:gd name="T13" fmla="*/ 38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4">
                  <a:moveTo>
                    <a:pt x="4" y="43"/>
                  </a:moveTo>
                  <a:cubicBezTo>
                    <a:pt x="12" y="42"/>
                    <a:pt x="18" y="37"/>
                    <a:pt x="20" y="32"/>
                  </a:cubicBezTo>
                  <a:cubicBezTo>
                    <a:pt x="25" y="17"/>
                    <a:pt x="16" y="5"/>
                    <a:pt x="2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18" y="4"/>
                    <a:pt x="27" y="16"/>
                    <a:pt x="22" y="32"/>
                  </a:cubicBezTo>
                  <a:cubicBezTo>
                    <a:pt x="20" y="38"/>
                    <a:pt x="13" y="42"/>
                    <a:pt x="4" y="43"/>
                  </a:cubicBezTo>
                  <a:cubicBezTo>
                    <a:pt x="1" y="44"/>
                    <a:pt x="2" y="44"/>
                    <a:pt x="4" y="4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0" name="Freeform 966">
              <a:extLst>
                <a:ext uri="{FF2B5EF4-FFF2-40B4-BE49-F238E27FC236}">
                  <a16:creationId xmlns:a16="http://schemas.microsoft.com/office/drawing/2014/main" id="{BE41EB55-1305-4C61-BF22-3B3B98E3D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153"/>
              <a:ext cx="83" cy="76"/>
            </a:xfrm>
            <a:custGeom>
              <a:avLst/>
              <a:gdLst>
                <a:gd name="T0" fmla="*/ 264 w 43"/>
                <a:gd name="T1" fmla="*/ 232 h 37"/>
                <a:gd name="T2" fmla="*/ 37 w 43"/>
                <a:gd name="T3" fmla="*/ 199 h 37"/>
                <a:gd name="T4" fmla="*/ 164 w 43"/>
                <a:gd name="T5" fmla="*/ 33 h 37"/>
                <a:gd name="T6" fmla="*/ 264 w 43"/>
                <a:gd name="T7" fmla="*/ 23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7">
                  <a:moveTo>
                    <a:pt x="37" y="27"/>
                  </a:moveTo>
                  <a:cubicBezTo>
                    <a:pt x="28" y="37"/>
                    <a:pt x="9" y="32"/>
                    <a:pt x="5" y="23"/>
                  </a:cubicBezTo>
                  <a:cubicBezTo>
                    <a:pt x="0" y="13"/>
                    <a:pt x="12" y="0"/>
                    <a:pt x="23" y="4"/>
                  </a:cubicBezTo>
                  <a:cubicBezTo>
                    <a:pt x="40" y="9"/>
                    <a:pt x="43" y="20"/>
                    <a:pt x="37" y="2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1" name="Freeform 967">
              <a:extLst>
                <a:ext uri="{FF2B5EF4-FFF2-40B4-BE49-F238E27FC236}">
                  <a16:creationId xmlns:a16="http://schemas.microsoft.com/office/drawing/2014/main" id="{A79045AB-30AD-442E-8023-7EDF3855C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1161"/>
              <a:ext cx="54" cy="64"/>
            </a:xfrm>
            <a:custGeom>
              <a:avLst/>
              <a:gdLst>
                <a:gd name="T0" fmla="*/ 116 w 28"/>
                <a:gd name="T1" fmla="*/ 0 h 31"/>
                <a:gd name="T2" fmla="*/ 52 w 28"/>
                <a:gd name="T3" fmla="*/ 157 h 31"/>
                <a:gd name="T4" fmla="*/ 201 w 28"/>
                <a:gd name="T5" fmla="*/ 248 h 31"/>
                <a:gd name="T6" fmla="*/ 29 w 28"/>
                <a:gd name="T7" fmla="*/ 167 h 31"/>
                <a:gd name="T8" fmla="*/ 116 w 2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1">
                  <a:moveTo>
                    <a:pt x="16" y="0"/>
                  </a:moveTo>
                  <a:cubicBezTo>
                    <a:pt x="9" y="2"/>
                    <a:pt x="4" y="11"/>
                    <a:pt x="7" y="18"/>
                  </a:cubicBezTo>
                  <a:cubicBezTo>
                    <a:pt x="10" y="25"/>
                    <a:pt x="20" y="29"/>
                    <a:pt x="28" y="28"/>
                  </a:cubicBezTo>
                  <a:cubicBezTo>
                    <a:pt x="19" y="31"/>
                    <a:pt x="7" y="26"/>
                    <a:pt x="4" y="19"/>
                  </a:cubicBezTo>
                  <a:cubicBezTo>
                    <a:pt x="0" y="11"/>
                    <a:pt x="7" y="1"/>
                    <a:pt x="1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2" name="Freeform 968">
              <a:extLst>
                <a:ext uri="{FF2B5EF4-FFF2-40B4-BE49-F238E27FC236}">
                  <a16:creationId xmlns:a16="http://schemas.microsoft.com/office/drawing/2014/main" id="{E8E635FB-1876-436E-A4E8-98588DD93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167"/>
              <a:ext cx="21" cy="31"/>
            </a:xfrm>
            <a:custGeom>
              <a:avLst/>
              <a:gdLst>
                <a:gd name="T0" fmla="*/ 0 w 11"/>
                <a:gd name="T1" fmla="*/ 0 h 15"/>
                <a:gd name="T2" fmla="*/ 61 w 11"/>
                <a:gd name="T3" fmla="*/ 132 h 15"/>
                <a:gd name="T4" fmla="*/ 0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6" y="3"/>
                    <a:pt x="11" y="9"/>
                    <a:pt x="9" y="15"/>
                  </a:cubicBezTo>
                  <a:cubicBezTo>
                    <a:pt x="8" y="11"/>
                    <a:pt x="7" y="6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3" name="Freeform 969">
              <a:extLst>
                <a:ext uri="{FF2B5EF4-FFF2-40B4-BE49-F238E27FC236}">
                  <a16:creationId xmlns:a16="http://schemas.microsoft.com/office/drawing/2014/main" id="{8597F49F-892D-4C75-9835-837DF8306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170"/>
              <a:ext cx="45" cy="49"/>
            </a:xfrm>
            <a:custGeom>
              <a:avLst/>
              <a:gdLst>
                <a:gd name="T0" fmla="*/ 96 w 23"/>
                <a:gd name="T1" fmla="*/ 0 h 24"/>
                <a:gd name="T2" fmla="*/ 172 w 23"/>
                <a:gd name="T3" fmla="*/ 204 h 24"/>
                <a:gd name="T4" fmla="*/ 96 w 2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13" y="0"/>
                  </a:moveTo>
                  <a:cubicBezTo>
                    <a:pt x="9" y="5"/>
                    <a:pt x="3" y="19"/>
                    <a:pt x="23" y="24"/>
                  </a:cubicBezTo>
                  <a:cubicBezTo>
                    <a:pt x="14" y="22"/>
                    <a:pt x="0" y="16"/>
                    <a:pt x="1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4" name="Freeform 970">
              <a:extLst>
                <a:ext uri="{FF2B5EF4-FFF2-40B4-BE49-F238E27FC236}">
                  <a16:creationId xmlns:a16="http://schemas.microsoft.com/office/drawing/2014/main" id="{FDB63A0A-D4E0-43D5-B70E-D7D83F27E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137"/>
              <a:ext cx="126" cy="115"/>
            </a:xfrm>
            <a:custGeom>
              <a:avLst/>
              <a:gdLst>
                <a:gd name="T0" fmla="*/ 31 w 65"/>
                <a:gd name="T1" fmla="*/ 240 h 56"/>
                <a:gd name="T2" fmla="*/ 248 w 65"/>
                <a:gd name="T3" fmla="*/ 25 h 56"/>
                <a:gd name="T4" fmla="*/ 428 w 65"/>
                <a:gd name="T5" fmla="*/ 320 h 56"/>
                <a:gd name="T6" fmla="*/ 31 w 65"/>
                <a:gd name="T7" fmla="*/ 24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6">
                  <a:moveTo>
                    <a:pt x="4" y="28"/>
                  </a:moveTo>
                  <a:cubicBezTo>
                    <a:pt x="0" y="12"/>
                    <a:pt x="14" y="0"/>
                    <a:pt x="34" y="3"/>
                  </a:cubicBezTo>
                  <a:cubicBezTo>
                    <a:pt x="53" y="6"/>
                    <a:pt x="65" y="20"/>
                    <a:pt x="59" y="37"/>
                  </a:cubicBezTo>
                  <a:cubicBezTo>
                    <a:pt x="54" y="55"/>
                    <a:pt x="8" y="56"/>
                    <a:pt x="4" y="2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5" name="Freeform 971">
              <a:extLst>
                <a:ext uri="{FF2B5EF4-FFF2-40B4-BE49-F238E27FC236}">
                  <a16:creationId xmlns:a16="http://schemas.microsoft.com/office/drawing/2014/main" id="{0861C283-7F67-4BE1-9B01-F47102A7A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157"/>
              <a:ext cx="68" cy="66"/>
            </a:xfrm>
            <a:custGeom>
              <a:avLst/>
              <a:gdLst>
                <a:gd name="T0" fmla="*/ 155 w 35"/>
                <a:gd name="T1" fmla="*/ 17 h 32"/>
                <a:gd name="T2" fmla="*/ 52 w 35"/>
                <a:gd name="T3" fmla="*/ 52 h 32"/>
                <a:gd name="T4" fmla="*/ 23 w 35"/>
                <a:gd name="T5" fmla="*/ 184 h 32"/>
                <a:gd name="T6" fmla="*/ 124 w 35"/>
                <a:gd name="T7" fmla="*/ 264 h 32"/>
                <a:gd name="T8" fmla="*/ 256 w 35"/>
                <a:gd name="T9" fmla="*/ 221 h 32"/>
                <a:gd name="T10" fmla="*/ 256 w 35"/>
                <a:gd name="T11" fmla="*/ 221 h 32"/>
                <a:gd name="T12" fmla="*/ 124 w 35"/>
                <a:gd name="T13" fmla="*/ 264 h 32"/>
                <a:gd name="T14" fmla="*/ 16 w 35"/>
                <a:gd name="T15" fmla="*/ 184 h 32"/>
                <a:gd name="T16" fmla="*/ 45 w 35"/>
                <a:gd name="T17" fmla="*/ 52 h 32"/>
                <a:gd name="T18" fmla="*/ 155 w 35"/>
                <a:gd name="T19" fmla="*/ 17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2">
                  <a:moveTo>
                    <a:pt x="21" y="2"/>
                  </a:moveTo>
                  <a:cubicBezTo>
                    <a:pt x="16" y="1"/>
                    <a:pt x="11" y="2"/>
                    <a:pt x="7" y="6"/>
                  </a:cubicBezTo>
                  <a:cubicBezTo>
                    <a:pt x="2" y="10"/>
                    <a:pt x="1" y="16"/>
                    <a:pt x="3" y="21"/>
                  </a:cubicBezTo>
                  <a:cubicBezTo>
                    <a:pt x="5" y="25"/>
                    <a:pt x="11" y="29"/>
                    <a:pt x="17" y="30"/>
                  </a:cubicBezTo>
                  <a:cubicBezTo>
                    <a:pt x="24" y="31"/>
                    <a:pt x="31" y="29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1" y="29"/>
                    <a:pt x="24" y="32"/>
                    <a:pt x="17" y="30"/>
                  </a:cubicBezTo>
                  <a:cubicBezTo>
                    <a:pt x="10" y="29"/>
                    <a:pt x="5" y="26"/>
                    <a:pt x="2" y="21"/>
                  </a:cubicBezTo>
                  <a:cubicBezTo>
                    <a:pt x="0" y="16"/>
                    <a:pt x="2" y="10"/>
                    <a:pt x="6" y="6"/>
                  </a:cubicBezTo>
                  <a:cubicBezTo>
                    <a:pt x="11" y="2"/>
                    <a:pt x="16" y="0"/>
                    <a:pt x="2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6" name="Freeform 972">
              <a:extLst>
                <a:ext uri="{FF2B5EF4-FFF2-40B4-BE49-F238E27FC236}">
                  <a16:creationId xmlns:a16="http://schemas.microsoft.com/office/drawing/2014/main" id="{08A06A00-9F1F-49E3-9A4D-E156AFE5E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306"/>
              <a:ext cx="153" cy="165"/>
            </a:xfrm>
            <a:custGeom>
              <a:avLst/>
              <a:gdLst>
                <a:gd name="T0" fmla="*/ 457 w 79"/>
                <a:gd name="T1" fmla="*/ 501 h 80"/>
                <a:gd name="T2" fmla="*/ 405 w 79"/>
                <a:gd name="T3" fmla="*/ 107 h 80"/>
                <a:gd name="T4" fmla="*/ 56 w 79"/>
                <a:gd name="T5" fmla="*/ 221 h 80"/>
                <a:gd name="T6" fmla="*/ 457 w 79"/>
                <a:gd name="T7" fmla="*/ 501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80">
                  <a:moveTo>
                    <a:pt x="63" y="57"/>
                  </a:moveTo>
                  <a:cubicBezTo>
                    <a:pt x="79" y="44"/>
                    <a:pt x="75" y="23"/>
                    <a:pt x="56" y="12"/>
                  </a:cubicBezTo>
                  <a:cubicBezTo>
                    <a:pt x="36" y="0"/>
                    <a:pt x="16" y="4"/>
                    <a:pt x="8" y="25"/>
                  </a:cubicBezTo>
                  <a:cubicBezTo>
                    <a:pt x="0" y="46"/>
                    <a:pt x="39" y="80"/>
                    <a:pt x="63" y="5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7" name="Freeform 973">
              <a:extLst>
                <a:ext uri="{FF2B5EF4-FFF2-40B4-BE49-F238E27FC236}">
                  <a16:creationId xmlns:a16="http://schemas.microsoft.com/office/drawing/2014/main" id="{0358A13C-F10E-4993-83CC-304FE277B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347"/>
              <a:ext cx="112" cy="103"/>
            </a:xfrm>
            <a:custGeom>
              <a:avLst/>
              <a:gdLst>
                <a:gd name="T0" fmla="*/ 340 w 58"/>
                <a:gd name="T1" fmla="*/ 0 h 50"/>
                <a:gd name="T2" fmla="*/ 317 w 58"/>
                <a:gd name="T3" fmla="*/ 297 h 50"/>
                <a:gd name="T4" fmla="*/ 0 w 58"/>
                <a:gd name="T5" fmla="*/ 245 h 50"/>
                <a:gd name="T6" fmla="*/ 332 w 58"/>
                <a:gd name="T7" fmla="*/ 313 h 50"/>
                <a:gd name="T8" fmla="*/ 340 w 5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0">
                  <a:moveTo>
                    <a:pt x="47" y="0"/>
                  </a:moveTo>
                  <a:cubicBezTo>
                    <a:pt x="56" y="11"/>
                    <a:pt x="55" y="25"/>
                    <a:pt x="44" y="34"/>
                  </a:cubicBezTo>
                  <a:cubicBezTo>
                    <a:pt x="30" y="47"/>
                    <a:pt x="11" y="40"/>
                    <a:pt x="0" y="28"/>
                  </a:cubicBezTo>
                  <a:cubicBezTo>
                    <a:pt x="11" y="41"/>
                    <a:pt x="31" y="50"/>
                    <a:pt x="46" y="36"/>
                  </a:cubicBezTo>
                  <a:cubicBezTo>
                    <a:pt x="58" y="26"/>
                    <a:pt x="58" y="11"/>
                    <a:pt x="4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8" name="Freeform 974">
              <a:extLst>
                <a:ext uri="{FF2B5EF4-FFF2-40B4-BE49-F238E27FC236}">
                  <a16:creationId xmlns:a16="http://schemas.microsoft.com/office/drawing/2014/main" id="{A75EB1B2-0791-4621-9A7C-B82CCB770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312"/>
              <a:ext cx="89" cy="101"/>
            </a:xfrm>
            <a:custGeom>
              <a:avLst/>
              <a:gdLst>
                <a:gd name="T0" fmla="*/ 72 w 46"/>
                <a:gd name="T1" fmla="*/ 404 h 49"/>
                <a:gd name="T2" fmla="*/ 37 w 46"/>
                <a:gd name="T3" fmla="*/ 208 h 49"/>
                <a:gd name="T4" fmla="*/ 317 w 46"/>
                <a:gd name="T5" fmla="*/ 68 h 49"/>
                <a:gd name="T6" fmla="*/ 317 w 46"/>
                <a:gd name="T7" fmla="*/ 68 h 49"/>
                <a:gd name="T8" fmla="*/ 15 w 46"/>
                <a:gd name="T9" fmla="*/ 200 h 49"/>
                <a:gd name="T10" fmla="*/ 72 w 46"/>
                <a:gd name="T11" fmla="*/ 412 h 49"/>
                <a:gd name="T12" fmla="*/ 72 w 46"/>
                <a:gd name="T13" fmla="*/ 40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9">
                  <a:moveTo>
                    <a:pt x="10" y="46"/>
                  </a:moveTo>
                  <a:cubicBezTo>
                    <a:pt x="4" y="39"/>
                    <a:pt x="2" y="31"/>
                    <a:pt x="5" y="24"/>
                  </a:cubicBezTo>
                  <a:cubicBezTo>
                    <a:pt x="11" y="7"/>
                    <a:pt x="27" y="1"/>
                    <a:pt x="44" y="8"/>
                  </a:cubicBezTo>
                  <a:cubicBezTo>
                    <a:pt x="46" y="9"/>
                    <a:pt x="45" y="8"/>
                    <a:pt x="44" y="8"/>
                  </a:cubicBezTo>
                  <a:cubicBezTo>
                    <a:pt x="26" y="0"/>
                    <a:pt x="9" y="4"/>
                    <a:pt x="2" y="23"/>
                  </a:cubicBezTo>
                  <a:cubicBezTo>
                    <a:pt x="0" y="30"/>
                    <a:pt x="3" y="39"/>
                    <a:pt x="10" y="47"/>
                  </a:cubicBezTo>
                  <a:cubicBezTo>
                    <a:pt x="12" y="49"/>
                    <a:pt x="11" y="49"/>
                    <a:pt x="10" y="4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9" name="Freeform 975">
              <a:extLst>
                <a:ext uri="{FF2B5EF4-FFF2-40B4-BE49-F238E27FC236}">
                  <a16:creationId xmlns:a16="http://schemas.microsoft.com/office/drawing/2014/main" id="{9C53F172-0D68-49C4-A921-274C3B29F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328"/>
              <a:ext cx="81" cy="91"/>
            </a:xfrm>
            <a:custGeom>
              <a:avLst/>
              <a:gdLst>
                <a:gd name="T0" fmla="*/ 0 w 42"/>
                <a:gd name="T1" fmla="*/ 168 h 44"/>
                <a:gd name="T2" fmla="*/ 224 w 42"/>
                <a:gd name="T3" fmla="*/ 337 h 44"/>
                <a:gd name="T4" fmla="*/ 208 w 42"/>
                <a:gd name="T5" fmla="*/ 72 h 44"/>
                <a:gd name="T6" fmla="*/ 0 w 42"/>
                <a:gd name="T7" fmla="*/ 16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4">
                  <a:moveTo>
                    <a:pt x="0" y="19"/>
                  </a:moveTo>
                  <a:cubicBezTo>
                    <a:pt x="0" y="35"/>
                    <a:pt x="20" y="44"/>
                    <a:pt x="31" y="38"/>
                  </a:cubicBezTo>
                  <a:cubicBezTo>
                    <a:pt x="42" y="32"/>
                    <a:pt x="42" y="12"/>
                    <a:pt x="29" y="8"/>
                  </a:cubicBezTo>
                  <a:cubicBezTo>
                    <a:pt x="11" y="0"/>
                    <a:pt x="0" y="8"/>
                    <a:pt x="0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0" name="Freeform 976">
              <a:extLst>
                <a:ext uri="{FF2B5EF4-FFF2-40B4-BE49-F238E27FC236}">
                  <a16:creationId xmlns:a16="http://schemas.microsoft.com/office/drawing/2014/main" id="{D02C5D99-3FFE-435A-BDE2-3BB060655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351"/>
              <a:ext cx="75" cy="66"/>
            </a:xfrm>
            <a:custGeom>
              <a:avLst/>
              <a:gdLst>
                <a:gd name="T0" fmla="*/ 229 w 39"/>
                <a:gd name="T1" fmla="*/ 0 h 32"/>
                <a:gd name="T2" fmla="*/ 185 w 39"/>
                <a:gd name="T3" fmla="*/ 212 h 32"/>
                <a:gd name="T4" fmla="*/ 0 w 39"/>
                <a:gd name="T5" fmla="*/ 157 h 32"/>
                <a:gd name="T6" fmla="*/ 200 w 39"/>
                <a:gd name="T7" fmla="*/ 239 h 32"/>
                <a:gd name="T8" fmla="*/ 229 w 39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2">
                  <a:moveTo>
                    <a:pt x="32" y="0"/>
                  </a:moveTo>
                  <a:cubicBezTo>
                    <a:pt x="36" y="8"/>
                    <a:pt x="34" y="20"/>
                    <a:pt x="26" y="24"/>
                  </a:cubicBezTo>
                  <a:cubicBezTo>
                    <a:pt x="19" y="29"/>
                    <a:pt x="7" y="25"/>
                    <a:pt x="0" y="18"/>
                  </a:cubicBezTo>
                  <a:cubicBezTo>
                    <a:pt x="6" y="27"/>
                    <a:pt x="20" y="32"/>
                    <a:pt x="28" y="27"/>
                  </a:cubicBezTo>
                  <a:cubicBezTo>
                    <a:pt x="37" y="22"/>
                    <a:pt x="39" y="7"/>
                    <a:pt x="3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1" name="Freeform 977">
              <a:extLst>
                <a:ext uri="{FF2B5EF4-FFF2-40B4-BE49-F238E27FC236}">
                  <a16:creationId xmlns:a16="http://schemas.microsoft.com/office/drawing/2014/main" id="{893CA0E1-4A53-47E3-BB0F-5F6A21BAF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335"/>
              <a:ext cx="35" cy="20"/>
            </a:xfrm>
            <a:custGeom>
              <a:avLst/>
              <a:gdLst>
                <a:gd name="T0" fmla="*/ 132 w 18"/>
                <a:gd name="T1" fmla="*/ 16 h 10"/>
                <a:gd name="T2" fmla="*/ 0 w 18"/>
                <a:gd name="T3" fmla="*/ 80 h 10"/>
                <a:gd name="T4" fmla="*/ 132 w 18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18" y="2"/>
                  </a:moveTo>
                  <a:cubicBezTo>
                    <a:pt x="11" y="0"/>
                    <a:pt x="3" y="3"/>
                    <a:pt x="0" y="10"/>
                  </a:cubicBezTo>
                  <a:cubicBezTo>
                    <a:pt x="4" y="7"/>
                    <a:pt x="9" y="2"/>
                    <a:pt x="18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2" name="Freeform 978">
              <a:extLst>
                <a:ext uri="{FF2B5EF4-FFF2-40B4-BE49-F238E27FC236}">
                  <a16:creationId xmlns:a16="http://schemas.microsoft.com/office/drawing/2014/main" id="{90145629-0DCA-4322-AA83-96C39CFFA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374"/>
              <a:ext cx="52" cy="53"/>
            </a:xfrm>
            <a:custGeom>
              <a:avLst/>
              <a:gdLst>
                <a:gd name="T0" fmla="*/ 193 w 27"/>
                <a:gd name="T1" fmla="*/ 0 h 26"/>
                <a:gd name="T2" fmla="*/ 0 w 27"/>
                <a:gd name="T3" fmla="*/ 137 h 26"/>
                <a:gd name="T4" fmla="*/ 193 w 2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27" y="8"/>
                    <a:pt x="22" y="26"/>
                    <a:pt x="0" y="16"/>
                  </a:cubicBezTo>
                  <a:cubicBezTo>
                    <a:pt x="10" y="21"/>
                    <a:pt x="26" y="25"/>
                    <a:pt x="2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3" name="Freeform 979">
              <a:extLst>
                <a:ext uri="{FF2B5EF4-FFF2-40B4-BE49-F238E27FC236}">
                  <a16:creationId xmlns:a16="http://schemas.microsoft.com/office/drawing/2014/main" id="{FE8ABF67-E7E7-4FB9-87CC-348E83DB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306"/>
              <a:ext cx="153" cy="165"/>
            </a:xfrm>
            <a:custGeom>
              <a:avLst/>
              <a:gdLst>
                <a:gd name="T0" fmla="*/ 457 w 79"/>
                <a:gd name="T1" fmla="*/ 501 h 80"/>
                <a:gd name="T2" fmla="*/ 405 w 79"/>
                <a:gd name="T3" fmla="*/ 107 h 80"/>
                <a:gd name="T4" fmla="*/ 56 w 79"/>
                <a:gd name="T5" fmla="*/ 221 h 80"/>
                <a:gd name="T6" fmla="*/ 457 w 79"/>
                <a:gd name="T7" fmla="*/ 501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80">
                  <a:moveTo>
                    <a:pt x="63" y="57"/>
                  </a:moveTo>
                  <a:cubicBezTo>
                    <a:pt x="79" y="44"/>
                    <a:pt x="75" y="23"/>
                    <a:pt x="56" y="12"/>
                  </a:cubicBezTo>
                  <a:cubicBezTo>
                    <a:pt x="36" y="0"/>
                    <a:pt x="16" y="4"/>
                    <a:pt x="8" y="25"/>
                  </a:cubicBezTo>
                  <a:cubicBezTo>
                    <a:pt x="0" y="46"/>
                    <a:pt x="39" y="80"/>
                    <a:pt x="63" y="5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4" name="Freeform 980">
              <a:extLst>
                <a:ext uri="{FF2B5EF4-FFF2-40B4-BE49-F238E27FC236}">
                  <a16:creationId xmlns:a16="http://schemas.microsoft.com/office/drawing/2014/main" id="{AD6527F5-631E-4EB0-892B-1AA229A4E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345"/>
              <a:ext cx="77" cy="68"/>
            </a:xfrm>
            <a:custGeom>
              <a:avLst/>
              <a:gdLst>
                <a:gd name="T0" fmla="*/ 208 w 40"/>
                <a:gd name="T1" fmla="*/ 0 h 33"/>
                <a:gd name="T2" fmla="*/ 277 w 40"/>
                <a:gd name="T3" fmla="*/ 115 h 33"/>
                <a:gd name="T4" fmla="*/ 223 w 40"/>
                <a:gd name="T5" fmla="*/ 264 h 33"/>
                <a:gd name="T6" fmla="*/ 77 w 40"/>
                <a:gd name="T7" fmla="*/ 247 h 33"/>
                <a:gd name="T8" fmla="*/ 0 w 40"/>
                <a:gd name="T9" fmla="*/ 97 h 33"/>
                <a:gd name="T10" fmla="*/ 0 w 40"/>
                <a:gd name="T11" fmla="*/ 97 h 33"/>
                <a:gd name="T12" fmla="*/ 77 w 40"/>
                <a:gd name="T13" fmla="*/ 256 h 33"/>
                <a:gd name="T14" fmla="*/ 223 w 40"/>
                <a:gd name="T15" fmla="*/ 264 h 33"/>
                <a:gd name="T16" fmla="*/ 277 w 40"/>
                <a:gd name="T17" fmla="*/ 115 h 33"/>
                <a:gd name="T18" fmla="*/ 208 w 40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3">
                  <a:moveTo>
                    <a:pt x="29" y="0"/>
                  </a:moveTo>
                  <a:cubicBezTo>
                    <a:pt x="34" y="1"/>
                    <a:pt x="38" y="7"/>
                    <a:pt x="39" y="13"/>
                  </a:cubicBezTo>
                  <a:cubicBezTo>
                    <a:pt x="39" y="20"/>
                    <a:pt x="36" y="27"/>
                    <a:pt x="31" y="30"/>
                  </a:cubicBezTo>
                  <a:cubicBezTo>
                    <a:pt x="26" y="33"/>
                    <a:pt x="18" y="32"/>
                    <a:pt x="11" y="28"/>
                  </a:cubicBezTo>
                  <a:cubicBezTo>
                    <a:pt x="5" y="24"/>
                    <a:pt x="0" y="18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4" y="25"/>
                    <a:pt x="11" y="29"/>
                  </a:cubicBezTo>
                  <a:cubicBezTo>
                    <a:pt x="18" y="33"/>
                    <a:pt x="26" y="33"/>
                    <a:pt x="31" y="30"/>
                  </a:cubicBezTo>
                  <a:cubicBezTo>
                    <a:pt x="37" y="27"/>
                    <a:pt x="40" y="20"/>
                    <a:pt x="39" y="13"/>
                  </a:cubicBezTo>
                  <a:cubicBezTo>
                    <a:pt x="38" y="6"/>
                    <a:pt x="35" y="1"/>
                    <a:pt x="2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5" name="Freeform 981">
              <a:extLst>
                <a:ext uri="{FF2B5EF4-FFF2-40B4-BE49-F238E27FC236}">
                  <a16:creationId xmlns:a16="http://schemas.microsoft.com/office/drawing/2014/main" id="{B8DE02C9-BD35-4CDE-8E0D-48669F1A6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254"/>
              <a:ext cx="153" cy="165"/>
            </a:xfrm>
            <a:custGeom>
              <a:avLst/>
              <a:gdLst>
                <a:gd name="T0" fmla="*/ 465 w 79"/>
                <a:gd name="T1" fmla="*/ 501 h 80"/>
                <a:gd name="T2" fmla="*/ 405 w 79"/>
                <a:gd name="T3" fmla="*/ 107 h 80"/>
                <a:gd name="T4" fmla="*/ 56 w 79"/>
                <a:gd name="T5" fmla="*/ 221 h 80"/>
                <a:gd name="T6" fmla="*/ 465 w 79"/>
                <a:gd name="T7" fmla="*/ 501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80">
                  <a:moveTo>
                    <a:pt x="64" y="57"/>
                  </a:moveTo>
                  <a:cubicBezTo>
                    <a:pt x="79" y="44"/>
                    <a:pt x="75" y="23"/>
                    <a:pt x="56" y="12"/>
                  </a:cubicBezTo>
                  <a:cubicBezTo>
                    <a:pt x="37" y="0"/>
                    <a:pt x="16" y="4"/>
                    <a:pt x="8" y="25"/>
                  </a:cubicBezTo>
                  <a:cubicBezTo>
                    <a:pt x="0" y="46"/>
                    <a:pt x="39" y="80"/>
                    <a:pt x="64" y="5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6" name="Freeform 982">
              <a:extLst>
                <a:ext uri="{FF2B5EF4-FFF2-40B4-BE49-F238E27FC236}">
                  <a16:creationId xmlns:a16="http://schemas.microsoft.com/office/drawing/2014/main" id="{A379EFA0-124D-4831-B5F0-EFD349B43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295"/>
              <a:ext cx="113" cy="103"/>
            </a:xfrm>
            <a:custGeom>
              <a:avLst/>
              <a:gdLst>
                <a:gd name="T0" fmla="*/ 357 w 58"/>
                <a:gd name="T1" fmla="*/ 0 h 50"/>
                <a:gd name="T2" fmla="*/ 333 w 58"/>
                <a:gd name="T3" fmla="*/ 297 h 50"/>
                <a:gd name="T4" fmla="*/ 0 w 58"/>
                <a:gd name="T5" fmla="*/ 245 h 50"/>
                <a:gd name="T6" fmla="*/ 341 w 58"/>
                <a:gd name="T7" fmla="*/ 313 h 50"/>
                <a:gd name="T8" fmla="*/ 357 w 5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0">
                  <a:moveTo>
                    <a:pt x="48" y="0"/>
                  </a:moveTo>
                  <a:cubicBezTo>
                    <a:pt x="56" y="11"/>
                    <a:pt x="56" y="25"/>
                    <a:pt x="45" y="34"/>
                  </a:cubicBezTo>
                  <a:cubicBezTo>
                    <a:pt x="31" y="47"/>
                    <a:pt x="11" y="40"/>
                    <a:pt x="0" y="28"/>
                  </a:cubicBezTo>
                  <a:cubicBezTo>
                    <a:pt x="11" y="42"/>
                    <a:pt x="31" y="50"/>
                    <a:pt x="46" y="36"/>
                  </a:cubicBezTo>
                  <a:cubicBezTo>
                    <a:pt x="58" y="26"/>
                    <a:pt x="58" y="11"/>
                    <a:pt x="4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7" name="Freeform 983">
              <a:extLst>
                <a:ext uri="{FF2B5EF4-FFF2-40B4-BE49-F238E27FC236}">
                  <a16:creationId xmlns:a16="http://schemas.microsoft.com/office/drawing/2014/main" id="{E492A43A-464F-406B-8917-941A5D74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260"/>
              <a:ext cx="89" cy="101"/>
            </a:xfrm>
            <a:custGeom>
              <a:avLst/>
              <a:gdLst>
                <a:gd name="T0" fmla="*/ 72 w 46"/>
                <a:gd name="T1" fmla="*/ 412 h 49"/>
                <a:gd name="T2" fmla="*/ 37 w 46"/>
                <a:gd name="T3" fmla="*/ 208 h 49"/>
                <a:gd name="T4" fmla="*/ 317 w 46"/>
                <a:gd name="T5" fmla="*/ 68 h 49"/>
                <a:gd name="T6" fmla="*/ 317 w 46"/>
                <a:gd name="T7" fmla="*/ 68 h 49"/>
                <a:gd name="T8" fmla="*/ 23 w 46"/>
                <a:gd name="T9" fmla="*/ 200 h 49"/>
                <a:gd name="T10" fmla="*/ 72 w 46"/>
                <a:gd name="T11" fmla="*/ 412 h 49"/>
                <a:gd name="T12" fmla="*/ 72 w 46"/>
                <a:gd name="T13" fmla="*/ 41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9">
                  <a:moveTo>
                    <a:pt x="10" y="47"/>
                  </a:moveTo>
                  <a:cubicBezTo>
                    <a:pt x="4" y="39"/>
                    <a:pt x="2" y="31"/>
                    <a:pt x="5" y="24"/>
                  </a:cubicBezTo>
                  <a:cubicBezTo>
                    <a:pt x="11" y="7"/>
                    <a:pt x="28" y="1"/>
                    <a:pt x="44" y="8"/>
                  </a:cubicBezTo>
                  <a:cubicBezTo>
                    <a:pt x="46" y="9"/>
                    <a:pt x="45" y="8"/>
                    <a:pt x="44" y="8"/>
                  </a:cubicBezTo>
                  <a:cubicBezTo>
                    <a:pt x="27" y="0"/>
                    <a:pt x="10" y="4"/>
                    <a:pt x="3" y="23"/>
                  </a:cubicBezTo>
                  <a:cubicBezTo>
                    <a:pt x="0" y="30"/>
                    <a:pt x="3" y="39"/>
                    <a:pt x="10" y="47"/>
                  </a:cubicBezTo>
                  <a:cubicBezTo>
                    <a:pt x="12" y="49"/>
                    <a:pt x="12" y="49"/>
                    <a:pt x="10" y="4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8" name="Freeform 984">
              <a:extLst>
                <a:ext uri="{FF2B5EF4-FFF2-40B4-BE49-F238E27FC236}">
                  <a16:creationId xmlns:a16="http://schemas.microsoft.com/office/drawing/2014/main" id="{55B71114-663D-4A43-8695-8DC480EA3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277"/>
              <a:ext cx="81" cy="91"/>
            </a:xfrm>
            <a:custGeom>
              <a:avLst/>
              <a:gdLst>
                <a:gd name="T0" fmla="*/ 8 w 42"/>
                <a:gd name="T1" fmla="*/ 168 h 44"/>
                <a:gd name="T2" fmla="*/ 224 w 42"/>
                <a:gd name="T3" fmla="*/ 337 h 44"/>
                <a:gd name="T4" fmla="*/ 208 w 42"/>
                <a:gd name="T5" fmla="*/ 72 h 44"/>
                <a:gd name="T6" fmla="*/ 8 w 42"/>
                <a:gd name="T7" fmla="*/ 16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4">
                  <a:moveTo>
                    <a:pt x="1" y="19"/>
                  </a:moveTo>
                  <a:cubicBezTo>
                    <a:pt x="1" y="35"/>
                    <a:pt x="21" y="44"/>
                    <a:pt x="31" y="38"/>
                  </a:cubicBezTo>
                  <a:cubicBezTo>
                    <a:pt x="42" y="32"/>
                    <a:pt x="42" y="12"/>
                    <a:pt x="29" y="8"/>
                  </a:cubicBezTo>
                  <a:cubicBezTo>
                    <a:pt x="11" y="0"/>
                    <a:pt x="0" y="8"/>
                    <a:pt x="1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9" name="Freeform 985">
              <a:extLst>
                <a:ext uri="{FF2B5EF4-FFF2-40B4-BE49-F238E27FC236}">
                  <a16:creationId xmlns:a16="http://schemas.microsoft.com/office/drawing/2014/main" id="{C63172C7-6BF9-47A7-9BE7-6C7A1DBA5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299"/>
              <a:ext cx="75" cy="66"/>
            </a:xfrm>
            <a:custGeom>
              <a:avLst/>
              <a:gdLst>
                <a:gd name="T0" fmla="*/ 229 w 39"/>
                <a:gd name="T1" fmla="*/ 0 h 32"/>
                <a:gd name="T2" fmla="*/ 185 w 39"/>
                <a:gd name="T3" fmla="*/ 212 h 32"/>
                <a:gd name="T4" fmla="*/ 0 w 39"/>
                <a:gd name="T5" fmla="*/ 157 h 32"/>
                <a:gd name="T6" fmla="*/ 200 w 39"/>
                <a:gd name="T7" fmla="*/ 239 h 32"/>
                <a:gd name="T8" fmla="*/ 229 w 39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2">
                  <a:moveTo>
                    <a:pt x="32" y="0"/>
                  </a:moveTo>
                  <a:cubicBezTo>
                    <a:pt x="36" y="8"/>
                    <a:pt x="34" y="20"/>
                    <a:pt x="26" y="24"/>
                  </a:cubicBezTo>
                  <a:cubicBezTo>
                    <a:pt x="19" y="29"/>
                    <a:pt x="7" y="25"/>
                    <a:pt x="0" y="18"/>
                  </a:cubicBezTo>
                  <a:cubicBezTo>
                    <a:pt x="6" y="27"/>
                    <a:pt x="20" y="32"/>
                    <a:pt x="28" y="27"/>
                  </a:cubicBezTo>
                  <a:cubicBezTo>
                    <a:pt x="37" y="22"/>
                    <a:pt x="39" y="7"/>
                    <a:pt x="3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0" name="Freeform 986">
              <a:extLst>
                <a:ext uri="{FF2B5EF4-FFF2-40B4-BE49-F238E27FC236}">
                  <a16:creationId xmlns:a16="http://schemas.microsoft.com/office/drawing/2014/main" id="{861760A9-012F-4F18-8A28-70A1F6DFD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285"/>
              <a:ext cx="37" cy="19"/>
            </a:xfrm>
            <a:custGeom>
              <a:avLst/>
              <a:gdLst>
                <a:gd name="T0" fmla="*/ 140 w 19"/>
                <a:gd name="T1" fmla="*/ 8 h 9"/>
                <a:gd name="T2" fmla="*/ 0 w 19"/>
                <a:gd name="T3" fmla="*/ 84 h 9"/>
                <a:gd name="T4" fmla="*/ 140 w 19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19" y="1"/>
                  </a:moveTo>
                  <a:cubicBezTo>
                    <a:pt x="11" y="0"/>
                    <a:pt x="3" y="2"/>
                    <a:pt x="0" y="9"/>
                  </a:cubicBezTo>
                  <a:cubicBezTo>
                    <a:pt x="4" y="6"/>
                    <a:pt x="9" y="1"/>
                    <a:pt x="19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1" name="Freeform 987">
              <a:extLst>
                <a:ext uri="{FF2B5EF4-FFF2-40B4-BE49-F238E27FC236}">
                  <a16:creationId xmlns:a16="http://schemas.microsoft.com/office/drawing/2014/main" id="{0E1AF280-E9B1-4471-84E5-77C73A17D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322"/>
              <a:ext cx="53" cy="54"/>
            </a:xfrm>
            <a:custGeom>
              <a:avLst/>
              <a:gdLst>
                <a:gd name="T0" fmla="*/ 204 w 27"/>
                <a:gd name="T1" fmla="*/ 0 h 26"/>
                <a:gd name="T2" fmla="*/ 0 w 27"/>
                <a:gd name="T3" fmla="*/ 143 h 26"/>
                <a:gd name="T4" fmla="*/ 204 w 2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27" y="8"/>
                    <a:pt x="22" y="26"/>
                    <a:pt x="0" y="16"/>
                  </a:cubicBezTo>
                  <a:cubicBezTo>
                    <a:pt x="10" y="21"/>
                    <a:pt x="27" y="25"/>
                    <a:pt x="2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2" name="Freeform 988">
              <a:extLst>
                <a:ext uri="{FF2B5EF4-FFF2-40B4-BE49-F238E27FC236}">
                  <a16:creationId xmlns:a16="http://schemas.microsoft.com/office/drawing/2014/main" id="{13336D8F-57F6-47C3-9565-AB3B8706B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254"/>
              <a:ext cx="153" cy="165"/>
            </a:xfrm>
            <a:custGeom>
              <a:avLst/>
              <a:gdLst>
                <a:gd name="T0" fmla="*/ 465 w 79"/>
                <a:gd name="T1" fmla="*/ 501 h 80"/>
                <a:gd name="T2" fmla="*/ 405 w 79"/>
                <a:gd name="T3" fmla="*/ 107 h 80"/>
                <a:gd name="T4" fmla="*/ 56 w 79"/>
                <a:gd name="T5" fmla="*/ 221 h 80"/>
                <a:gd name="T6" fmla="*/ 465 w 79"/>
                <a:gd name="T7" fmla="*/ 501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80">
                  <a:moveTo>
                    <a:pt x="64" y="57"/>
                  </a:moveTo>
                  <a:cubicBezTo>
                    <a:pt x="79" y="44"/>
                    <a:pt x="75" y="23"/>
                    <a:pt x="56" y="12"/>
                  </a:cubicBezTo>
                  <a:cubicBezTo>
                    <a:pt x="37" y="0"/>
                    <a:pt x="16" y="4"/>
                    <a:pt x="8" y="25"/>
                  </a:cubicBezTo>
                  <a:cubicBezTo>
                    <a:pt x="0" y="46"/>
                    <a:pt x="39" y="80"/>
                    <a:pt x="64" y="5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3" name="Freeform 989">
              <a:extLst>
                <a:ext uri="{FF2B5EF4-FFF2-40B4-BE49-F238E27FC236}">
                  <a16:creationId xmlns:a16="http://schemas.microsoft.com/office/drawing/2014/main" id="{8979B020-D4C8-456B-A28D-009FC150D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293"/>
              <a:ext cx="76" cy="70"/>
            </a:xfrm>
            <a:custGeom>
              <a:avLst/>
              <a:gdLst>
                <a:gd name="T0" fmla="*/ 209 w 39"/>
                <a:gd name="T1" fmla="*/ 0 h 34"/>
                <a:gd name="T2" fmla="*/ 281 w 39"/>
                <a:gd name="T3" fmla="*/ 115 h 34"/>
                <a:gd name="T4" fmla="*/ 220 w 39"/>
                <a:gd name="T5" fmla="*/ 264 h 34"/>
                <a:gd name="T6" fmla="*/ 80 w 39"/>
                <a:gd name="T7" fmla="*/ 245 h 34"/>
                <a:gd name="T8" fmla="*/ 0 w 39"/>
                <a:gd name="T9" fmla="*/ 97 h 34"/>
                <a:gd name="T10" fmla="*/ 0 w 39"/>
                <a:gd name="T11" fmla="*/ 97 h 34"/>
                <a:gd name="T12" fmla="*/ 72 w 39"/>
                <a:gd name="T13" fmla="*/ 255 h 34"/>
                <a:gd name="T14" fmla="*/ 228 w 39"/>
                <a:gd name="T15" fmla="*/ 264 h 34"/>
                <a:gd name="T16" fmla="*/ 281 w 39"/>
                <a:gd name="T17" fmla="*/ 115 h 34"/>
                <a:gd name="T18" fmla="*/ 209 w 39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4">
                  <a:moveTo>
                    <a:pt x="28" y="0"/>
                  </a:moveTo>
                  <a:cubicBezTo>
                    <a:pt x="34" y="1"/>
                    <a:pt x="37" y="7"/>
                    <a:pt x="38" y="13"/>
                  </a:cubicBezTo>
                  <a:cubicBezTo>
                    <a:pt x="39" y="20"/>
                    <a:pt x="36" y="27"/>
                    <a:pt x="30" y="30"/>
                  </a:cubicBezTo>
                  <a:cubicBezTo>
                    <a:pt x="25" y="33"/>
                    <a:pt x="17" y="32"/>
                    <a:pt x="11" y="28"/>
                  </a:cubicBezTo>
                  <a:cubicBezTo>
                    <a:pt x="4" y="24"/>
                    <a:pt x="0" y="18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4" y="25"/>
                    <a:pt x="10" y="29"/>
                  </a:cubicBezTo>
                  <a:cubicBezTo>
                    <a:pt x="17" y="33"/>
                    <a:pt x="25" y="34"/>
                    <a:pt x="31" y="30"/>
                  </a:cubicBezTo>
                  <a:cubicBezTo>
                    <a:pt x="36" y="27"/>
                    <a:pt x="39" y="20"/>
                    <a:pt x="38" y="13"/>
                  </a:cubicBezTo>
                  <a:cubicBezTo>
                    <a:pt x="38" y="6"/>
                    <a:pt x="34" y="1"/>
                    <a:pt x="2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4" name="Freeform 990">
              <a:extLst>
                <a:ext uri="{FF2B5EF4-FFF2-40B4-BE49-F238E27FC236}">
                  <a16:creationId xmlns:a16="http://schemas.microsoft.com/office/drawing/2014/main" id="{944EC893-8F26-48D2-986E-6DDD938AA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170"/>
              <a:ext cx="112" cy="103"/>
            </a:xfrm>
            <a:custGeom>
              <a:avLst/>
              <a:gdLst>
                <a:gd name="T0" fmla="*/ 193 w 58"/>
                <a:gd name="T1" fmla="*/ 25 h 50"/>
                <a:gd name="T2" fmla="*/ 93 w 58"/>
                <a:gd name="T3" fmla="*/ 16 h 50"/>
                <a:gd name="T4" fmla="*/ 137 w 58"/>
                <a:gd name="T5" fmla="*/ 323 h 50"/>
                <a:gd name="T6" fmla="*/ 388 w 58"/>
                <a:gd name="T7" fmla="*/ 396 h 50"/>
                <a:gd name="T8" fmla="*/ 380 w 58"/>
                <a:gd name="T9" fmla="*/ 220 h 50"/>
                <a:gd name="T10" fmla="*/ 280 w 58"/>
                <a:gd name="T11" fmla="*/ 107 h 50"/>
                <a:gd name="T12" fmla="*/ 193 w 58"/>
                <a:gd name="T13" fmla="*/ 25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50">
                  <a:moveTo>
                    <a:pt x="27" y="3"/>
                  </a:moveTo>
                  <a:cubicBezTo>
                    <a:pt x="21" y="0"/>
                    <a:pt x="17" y="0"/>
                    <a:pt x="13" y="2"/>
                  </a:cubicBezTo>
                  <a:cubicBezTo>
                    <a:pt x="0" y="7"/>
                    <a:pt x="6" y="25"/>
                    <a:pt x="19" y="37"/>
                  </a:cubicBezTo>
                  <a:cubicBezTo>
                    <a:pt x="33" y="49"/>
                    <a:pt x="49" y="50"/>
                    <a:pt x="54" y="45"/>
                  </a:cubicBezTo>
                  <a:cubicBezTo>
                    <a:pt x="58" y="39"/>
                    <a:pt x="58" y="32"/>
                    <a:pt x="53" y="25"/>
                  </a:cubicBezTo>
                  <a:cubicBezTo>
                    <a:pt x="49" y="19"/>
                    <a:pt x="42" y="14"/>
                    <a:pt x="39" y="12"/>
                  </a:cubicBezTo>
                  <a:cubicBezTo>
                    <a:pt x="35" y="9"/>
                    <a:pt x="30" y="4"/>
                    <a:pt x="27" y="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5" name="Freeform 991">
              <a:extLst>
                <a:ext uri="{FF2B5EF4-FFF2-40B4-BE49-F238E27FC236}">
                  <a16:creationId xmlns:a16="http://schemas.microsoft.com/office/drawing/2014/main" id="{27D23F2A-8ED3-4D5E-883A-A936925E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172"/>
              <a:ext cx="79" cy="86"/>
            </a:xfrm>
            <a:custGeom>
              <a:avLst/>
              <a:gdLst>
                <a:gd name="T0" fmla="*/ 256 w 41"/>
                <a:gd name="T1" fmla="*/ 205 h 42"/>
                <a:gd name="T2" fmla="*/ 164 w 41"/>
                <a:gd name="T3" fmla="*/ 96 h 42"/>
                <a:gd name="T4" fmla="*/ 77 w 41"/>
                <a:gd name="T5" fmla="*/ 25 h 42"/>
                <a:gd name="T6" fmla="*/ 0 w 41"/>
                <a:gd name="T7" fmla="*/ 8 h 42"/>
                <a:gd name="T8" fmla="*/ 71 w 41"/>
                <a:gd name="T9" fmla="*/ 33 h 42"/>
                <a:gd name="T10" fmla="*/ 148 w 41"/>
                <a:gd name="T11" fmla="*/ 104 h 42"/>
                <a:gd name="T12" fmla="*/ 249 w 41"/>
                <a:gd name="T13" fmla="*/ 205 h 42"/>
                <a:gd name="T14" fmla="*/ 256 w 41"/>
                <a:gd name="T15" fmla="*/ 360 h 42"/>
                <a:gd name="T16" fmla="*/ 264 w 41"/>
                <a:gd name="T17" fmla="*/ 360 h 42"/>
                <a:gd name="T18" fmla="*/ 256 w 41"/>
                <a:gd name="T19" fmla="*/ 205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2">
                  <a:moveTo>
                    <a:pt x="36" y="24"/>
                  </a:moveTo>
                  <a:cubicBezTo>
                    <a:pt x="33" y="18"/>
                    <a:pt x="26" y="14"/>
                    <a:pt x="23" y="11"/>
                  </a:cubicBezTo>
                  <a:cubicBezTo>
                    <a:pt x="19" y="9"/>
                    <a:pt x="15" y="5"/>
                    <a:pt x="11" y="3"/>
                  </a:cubicBezTo>
                  <a:cubicBezTo>
                    <a:pt x="7" y="1"/>
                    <a:pt x="4" y="0"/>
                    <a:pt x="0" y="1"/>
                  </a:cubicBezTo>
                  <a:cubicBezTo>
                    <a:pt x="3" y="1"/>
                    <a:pt x="6" y="2"/>
                    <a:pt x="10" y="4"/>
                  </a:cubicBezTo>
                  <a:cubicBezTo>
                    <a:pt x="13" y="5"/>
                    <a:pt x="17" y="9"/>
                    <a:pt x="21" y="12"/>
                  </a:cubicBezTo>
                  <a:cubicBezTo>
                    <a:pt x="25" y="14"/>
                    <a:pt x="31" y="19"/>
                    <a:pt x="35" y="24"/>
                  </a:cubicBezTo>
                  <a:cubicBezTo>
                    <a:pt x="39" y="31"/>
                    <a:pt x="41" y="37"/>
                    <a:pt x="36" y="42"/>
                  </a:cubicBezTo>
                  <a:cubicBezTo>
                    <a:pt x="36" y="42"/>
                    <a:pt x="36" y="42"/>
                    <a:pt x="37" y="42"/>
                  </a:cubicBezTo>
                  <a:cubicBezTo>
                    <a:pt x="41" y="37"/>
                    <a:pt x="41" y="31"/>
                    <a:pt x="36" y="2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6" name="Freeform 992">
              <a:extLst>
                <a:ext uri="{FF2B5EF4-FFF2-40B4-BE49-F238E27FC236}">
                  <a16:creationId xmlns:a16="http://schemas.microsoft.com/office/drawing/2014/main" id="{5DF04D0C-CB72-4AFF-AE1D-6625F962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174"/>
              <a:ext cx="92" cy="95"/>
            </a:xfrm>
            <a:custGeom>
              <a:avLst/>
              <a:gdLst>
                <a:gd name="T0" fmla="*/ 140 w 48"/>
                <a:gd name="T1" fmla="*/ 299 h 46"/>
                <a:gd name="T2" fmla="*/ 100 w 48"/>
                <a:gd name="T3" fmla="*/ 0 h 46"/>
                <a:gd name="T4" fmla="*/ 107 w 48"/>
                <a:gd name="T5" fmla="*/ 0 h 46"/>
                <a:gd name="T6" fmla="*/ 92 w 48"/>
                <a:gd name="T7" fmla="*/ 8 h 46"/>
                <a:gd name="T8" fmla="*/ 132 w 48"/>
                <a:gd name="T9" fmla="*/ 299 h 46"/>
                <a:gd name="T10" fmla="*/ 337 w 48"/>
                <a:gd name="T11" fmla="*/ 388 h 46"/>
                <a:gd name="T12" fmla="*/ 140 w 48"/>
                <a:gd name="T13" fmla="*/ 29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6">
                  <a:moveTo>
                    <a:pt x="20" y="34"/>
                  </a:moveTo>
                  <a:cubicBezTo>
                    <a:pt x="8" y="22"/>
                    <a:pt x="2" y="5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4" y="0"/>
                    <a:pt x="13" y="0"/>
                    <a:pt x="13" y="1"/>
                  </a:cubicBezTo>
                  <a:cubicBezTo>
                    <a:pt x="0" y="6"/>
                    <a:pt x="6" y="23"/>
                    <a:pt x="19" y="34"/>
                  </a:cubicBezTo>
                  <a:cubicBezTo>
                    <a:pt x="29" y="44"/>
                    <a:pt x="42" y="46"/>
                    <a:pt x="48" y="44"/>
                  </a:cubicBezTo>
                  <a:cubicBezTo>
                    <a:pt x="41" y="45"/>
                    <a:pt x="30" y="42"/>
                    <a:pt x="20" y="3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7" name="Freeform 993">
              <a:extLst>
                <a:ext uri="{FF2B5EF4-FFF2-40B4-BE49-F238E27FC236}">
                  <a16:creationId xmlns:a16="http://schemas.microsoft.com/office/drawing/2014/main" id="{B6BD977F-5BED-4DA0-9838-6025BBAB5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196"/>
              <a:ext cx="61" cy="56"/>
            </a:xfrm>
            <a:custGeom>
              <a:avLst/>
              <a:gdLst>
                <a:gd name="T0" fmla="*/ 200 w 32"/>
                <a:gd name="T1" fmla="*/ 197 h 27"/>
                <a:gd name="T2" fmla="*/ 48 w 32"/>
                <a:gd name="T3" fmla="*/ 116 h 27"/>
                <a:gd name="T4" fmla="*/ 40 w 32"/>
                <a:gd name="T5" fmla="*/ 0 h 27"/>
                <a:gd name="T6" fmla="*/ 145 w 32"/>
                <a:gd name="T7" fmla="*/ 73 h 27"/>
                <a:gd name="T8" fmla="*/ 200 w 32"/>
                <a:gd name="T9" fmla="*/ 19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29" y="22"/>
                  </a:moveTo>
                  <a:cubicBezTo>
                    <a:pt x="25" y="27"/>
                    <a:pt x="14" y="21"/>
                    <a:pt x="7" y="13"/>
                  </a:cubicBezTo>
                  <a:cubicBezTo>
                    <a:pt x="0" y="5"/>
                    <a:pt x="2" y="0"/>
                    <a:pt x="6" y="0"/>
                  </a:cubicBezTo>
                  <a:cubicBezTo>
                    <a:pt x="11" y="1"/>
                    <a:pt x="15" y="3"/>
                    <a:pt x="21" y="8"/>
                  </a:cubicBezTo>
                  <a:cubicBezTo>
                    <a:pt x="27" y="14"/>
                    <a:pt x="32" y="19"/>
                    <a:pt x="29" y="2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8" name="Freeform 994">
              <a:extLst>
                <a:ext uri="{FF2B5EF4-FFF2-40B4-BE49-F238E27FC236}">
                  <a16:creationId xmlns:a16="http://schemas.microsoft.com/office/drawing/2014/main" id="{CBED7728-AB24-4F84-9A3B-1E6BCDEF5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196"/>
              <a:ext cx="54" cy="56"/>
            </a:xfrm>
            <a:custGeom>
              <a:avLst/>
              <a:gdLst>
                <a:gd name="T0" fmla="*/ 56 w 28"/>
                <a:gd name="T1" fmla="*/ 108 h 27"/>
                <a:gd name="T2" fmla="*/ 23 w 28"/>
                <a:gd name="T3" fmla="*/ 0 h 27"/>
                <a:gd name="T4" fmla="*/ 44 w 28"/>
                <a:gd name="T5" fmla="*/ 116 h 27"/>
                <a:gd name="T6" fmla="*/ 201 w 28"/>
                <a:gd name="T7" fmla="*/ 197 h 27"/>
                <a:gd name="T8" fmla="*/ 56 w 28"/>
                <a:gd name="T9" fmla="*/ 10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8" y="12"/>
                  </a:moveTo>
                  <a:cubicBezTo>
                    <a:pt x="3" y="7"/>
                    <a:pt x="2" y="3"/>
                    <a:pt x="3" y="0"/>
                  </a:cubicBezTo>
                  <a:cubicBezTo>
                    <a:pt x="0" y="2"/>
                    <a:pt x="0" y="7"/>
                    <a:pt x="6" y="13"/>
                  </a:cubicBezTo>
                  <a:cubicBezTo>
                    <a:pt x="13" y="21"/>
                    <a:pt x="24" y="27"/>
                    <a:pt x="28" y="22"/>
                  </a:cubicBezTo>
                  <a:cubicBezTo>
                    <a:pt x="23" y="24"/>
                    <a:pt x="14" y="19"/>
                    <a:pt x="8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9" name="Freeform 995">
              <a:extLst>
                <a:ext uri="{FF2B5EF4-FFF2-40B4-BE49-F238E27FC236}">
                  <a16:creationId xmlns:a16="http://schemas.microsoft.com/office/drawing/2014/main" id="{AF557B76-B1BC-4834-A0AD-F6AC249F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200"/>
              <a:ext cx="31" cy="33"/>
            </a:xfrm>
            <a:custGeom>
              <a:avLst/>
              <a:gdLst>
                <a:gd name="T0" fmla="*/ 0 w 16"/>
                <a:gd name="T1" fmla="*/ 0 h 16"/>
                <a:gd name="T2" fmla="*/ 116 w 16"/>
                <a:gd name="T3" fmla="*/ 140 h 16"/>
                <a:gd name="T4" fmla="*/ 52 w 16"/>
                <a:gd name="T5" fmla="*/ 60 h 16"/>
                <a:gd name="T6" fmla="*/ 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5" y="4"/>
                    <a:pt x="14" y="10"/>
                    <a:pt x="16" y="16"/>
                  </a:cubicBezTo>
                  <a:cubicBezTo>
                    <a:pt x="14" y="14"/>
                    <a:pt x="10" y="10"/>
                    <a:pt x="7" y="7"/>
                  </a:cubicBezTo>
                  <a:cubicBezTo>
                    <a:pt x="4" y="5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0" name="Freeform 996">
              <a:extLst>
                <a:ext uri="{FF2B5EF4-FFF2-40B4-BE49-F238E27FC236}">
                  <a16:creationId xmlns:a16="http://schemas.microsoft.com/office/drawing/2014/main" id="{68DF6007-2F1F-4510-A231-51FCA6A78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205"/>
              <a:ext cx="27" cy="31"/>
            </a:xfrm>
            <a:custGeom>
              <a:avLst/>
              <a:gdLst>
                <a:gd name="T0" fmla="*/ 64 w 14"/>
                <a:gd name="T1" fmla="*/ 52 h 15"/>
                <a:gd name="T2" fmla="*/ 0 w 14"/>
                <a:gd name="T3" fmla="*/ 0 h 15"/>
                <a:gd name="T4" fmla="*/ 100 w 14"/>
                <a:gd name="T5" fmla="*/ 132 h 15"/>
                <a:gd name="T6" fmla="*/ 64 w 14"/>
                <a:gd name="T7" fmla="*/ 5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9" y="6"/>
                  </a:moveTo>
                  <a:cubicBezTo>
                    <a:pt x="7" y="4"/>
                    <a:pt x="4" y="2"/>
                    <a:pt x="0" y="0"/>
                  </a:cubicBezTo>
                  <a:cubicBezTo>
                    <a:pt x="3" y="2"/>
                    <a:pt x="14" y="11"/>
                    <a:pt x="14" y="15"/>
                  </a:cubicBezTo>
                  <a:cubicBezTo>
                    <a:pt x="14" y="14"/>
                    <a:pt x="12" y="10"/>
                    <a:pt x="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1" name="Freeform 997">
              <a:extLst>
                <a:ext uri="{FF2B5EF4-FFF2-40B4-BE49-F238E27FC236}">
                  <a16:creationId xmlns:a16="http://schemas.microsoft.com/office/drawing/2014/main" id="{24E16B52-EBB8-4C6B-B7CE-FEAD4E1C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215"/>
              <a:ext cx="37" cy="31"/>
            </a:xfrm>
            <a:custGeom>
              <a:avLst/>
              <a:gdLst>
                <a:gd name="T0" fmla="*/ 0 w 19"/>
                <a:gd name="T1" fmla="*/ 0 h 15"/>
                <a:gd name="T2" fmla="*/ 140 w 19"/>
                <a:gd name="T3" fmla="*/ 132 h 15"/>
                <a:gd name="T4" fmla="*/ 0 w 1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0" y="0"/>
                  </a:moveTo>
                  <a:cubicBezTo>
                    <a:pt x="2" y="3"/>
                    <a:pt x="10" y="13"/>
                    <a:pt x="19" y="15"/>
                  </a:cubicBezTo>
                  <a:cubicBezTo>
                    <a:pt x="17" y="15"/>
                    <a:pt x="5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2" name="Freeform 998">
              <a:extLst>
                <a:ext uri="{FF2B5EF4-FFF2-40B4-BE49-F238E27FC236}">
                  <a16:creationId xmlns:a16="http://schemas.microsoft.com/office/drawing/2014/main" id="{05A4CB62-1406-4F5C-AF1C-D89438429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170"/>
              <a:ext cx="112" cy="103"/>
            </a:xfrm>
            <a:custGeom>
              <a:avLst/>
              <a:gdLst>
                <a:gd name="T0" fmla="*/ 193 w 58"/>
                <a:gd name="T1" fmla="*/ 25 h 50"/>
                <a:gd name="T2" fmla="*/ 93 w 58"/>
                <a:gd name="T3" fmla="*/ 16 h 50"/>
                <a:gd name="T4" fmla="*/ 137 w 58"/>
                <a:gd name="T5" fmla="*/ 323 h 50"/>
                <a:gd name="T6" fmla="*/ 388 w 58"/>
                <a:gd name="T7" fmla="*/ 396 h 50"/>
                <a:gd name="T8" fmla="*/ 380 w 58"/>
                <a:gd name="T9" fmla="*/ 220 h 50"/>
                <a:gd name="T10" fmla="*/ 280 w 58"/>
                <a:gd name="T11" fmla="*/ 107 h 50"/>
                <a:gd name="T12" fmla="*/ 193 w 58"/>
                <a:gd name="T13" fmla="*/ 25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50">
                  <a:moveTo>
                    <a:pt x="27" y="3"/>
                  </a:moveTo>
                  <a:cubicBezTo>
                    <a:pt x="21" y="0"/>
                    <a:pt x="17" y="0"/>
                    <a:pt x="13" y="2"/>
                  </a:cubicBezTo>
                  <a:cubicBezTo>
                    <a:pt x="0" y="7"/>
                    <a:pt x="6" y="25"/>
                    <a:pt x="19" y="37"/>
                  </a:cubicBezTo>
                  <a:cubicBezTo>
                    <a:pt x="33" y="49"/>
                    <a:pt x="49" y="50"/>
                    <a:pt x="54" y="45"/>
                  </a:cubicBezTo>
                  <a:cubicBezTo>
                    <a:pt x="58" y="39"/>
                    <a:pt x="58" y="32"/>
                    <a:pt x="53" y="25"/>
                  </a:cubicBezTo>
                  <a:cubicBezTo>
                    <a:pt x="49" y="19"/>
                    <a:pt x="42" y="14"/>
                    <a:pt x="39" y="12"/>
                  </a:cubicBezTo>
                  <a:cubicBezTo>
                    <a:pt x="35" y="9"/>
                    <a:pt x="30" y="4"/>
                    <a:pt x="27" y="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3" name="Freeform 999">
              <a:extLst>
                <a:ext uri="{FF2B5EF4-FFF2-40B4-BE49-F238E27FC236}">
                  <a16:creationId xmlns:a16="http://schemas.microsoft.com/office/drawing/2014/main" id="{F92B4897-91CE-44F1-B223-ABDC5CB52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196"/>
              <a:ext cx="54" cy="50"/>
            </a:xfrm>
            <a:custGeom>
              <a:avLst/>
              <a:gdLst>
                <a:gd name="T0" fmla="*/ 8 w 28"/>
                <a:gd name="T1" fmla="*/ 17 h 24"/>
                <a:gd name="T2" fmla="*/ 44 w 28"/>
                <a:gd name="T3" fmla="*/ 117 h 24"/>
                <a:gd name="T4" fmla="*/ 164 w 28"/>
                <a:gd name="T5" fmla="*/ 217 h 24"/>
                <a:gd name="T6" fmla="*/ 201 w 28"/>
                <a:gd name="T7" fmla="*/ 200 h 24"/>
                <a:gd name="T8" fmla="*/ 201 w 28"/>
                <a:gd name="T9" fmla="*/ 200 h 24"/>
                <a:gd name="T10" fmla="*/ 164 w 28"/>
                <a:gd name="T11" fmla="*/ 217 h 24"/>
                <a:gd name="T12" fmla="*/ 44 w 28"/>
                <a:gd name="T13" fmla="*/ 117 h 24"/>
                <a:gd name="T14" fmla="*/ 15 w 28"/>
                <a:gd name="T15" fmla="*/ 27 h 24"/>
                <a:gd name="T16" fmla="*/ 37 w 28"/>
                <a:gd name="T17" fmla="*/ 0 h 24"/>
                <a:gd name="T18" fmla="*/ 37 w 28"/>
                <a:gd name="T19" fmla="*/ 0 h 24"/>
                <a:gd name="T20" fmla="*/ 8 w 28"/>
                <a:gd name="T21" fmla="*/ 17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24">
                  <a:moveTo>
                    <a:pt x="1" y="2"/>
                  </a:moveTo>
                  <a:cubicBezTo>
                    <a:pt x="0" y="5"/>
                    <a:pt x="2" y="9"/>
                    <a:pt x="6" y="13"/>
                  </a:cubicBezTo>
                  <a:cubicBezTo>
                    <a:pt x="11" y="19"/>
                    <a:pt x="18" y="23"/>
                    <a:pt x="23" y="24"/>
                  </a:cubicBezTo>
                  <a:cubicBezTo>
                    <a:pt x="25" y="24"/>
                    <a:pt x="27" y="23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7" y="23"/>
                    <a:pt x="25" y="24"/>
                    <a:pt x="23" y="24"/>
                  </a:cubicBezTo>
                  <a:cubicBezTo>
                    <a:pt x="18" y="23"/>
                    <a:pt x="11" y="19"/>
                    <a:pt x="6" y="13"/>
                  </a:cubicBezTo>
                  <a:cubicBezTo>
                    <a:pt x="3" y="9"/>
                    <a:pt x="1" y="5"/>
                    <a:pt x="2" y="3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4" name="Freeform 1000">
              <a:extLst>
                <a:ext uri="{FF2B5EF4-FFF2-40B4-BE49-F238E27FC236}">
                  <a16:creationId xmlns:a16="http://schemas.microsoft.com/office/drawing/2014/main" id="{AE6C370D-6764-4D2C-AECE-7525D7E12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246"/>
              <a:ext cx="170" cy="115"/>
            </a:xfrm>
            <a:custGeom>
              <a:avLst/>
              <a:gdLst>
                <a:gd name="T0" fmla="*/ 79 w 88"/>
                <a:gd name="T1" fmla="*/ 105 h 56"/>
                <a:gd name="T2" fmla="*/ 93 w 88"/>
                <a:gd name="T3" fmla="*/ 353 h 56"/>
                <a:gd name="T4" fmla="*/ 448 w 88"/>
                <a:gd name="T5" fmla="*/ 476 h 56"/>
                <a:gd name="T6" fmla="*/ 634 w 88"/>
                <a:gd name="T7" fmla="*/ 329 h 56"/>
                <a:gd name="T8" fmla="*/ 79 w 88"/>
                <a:gd name="T9" fmla="*/ 10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6">
                  <a:moveTo>
                    <a:pt x="11" y="12"/>
                  </a:moveTo>
                  <a:cubicBezTo>
                    <a:pt x="0" y="20"/>
                    <a:pt x="2" y="31"/>
                    <a:pt x="13" y="41"/>
                  </a:cubicBezTo>
                  <a:cubicBezTo>
                    <a:pt x="24" y="51"/>
                    <a:pt x="45" y="56"/>
                    <a:pt x="62" y="55"/>
                  </a:cubicBezTo>
                  <a:cubicBezTo>
                    <a:pt x="83" y="55"/>
                    <a:pt x="88" y="47"/>
                    <a:pt x="88" y="38"/>
                  </a:cubicBezTo>
                  <a:cubicBezTo>
                    <a:pt x="87" y="19"/>
                    <a:pt x="33" y="0"/>
                    <a:pt x="11" y="1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5" name="Freeform 1001">
              <a:extLst>
                <a:ext uri="{FF2B5EF4-FFF2-40B4-BE49-F238E27FC236}">
                  <a16:creationId xmlns:a16="http://schemas.microsoft.com/office/drawing/2014/main" id="{3FC9BB6D-2EEA-4BE0-8AD9-D5D89337B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250"/>
              <a:ext cx="141" cy="103"/>
            </a:xfrm>
            <a:custGeom>
              <a:avLst/>
              <a:gdLst>
                <a:gd name="T0" fmla="*/ 0 w 73"/>
                <a:gd name="T1" fmla="*/ 89 h 50"/>
                <a:gd name="T2" fmla="*/ 512 w 73"/>
                <a:gd name="T3" fmla="*/ 313 h 50"/>
                <a:gd name="T4" fmla="*/ 448 w 73"/>
                <a:gd name="T5" fmla="*/ 437 h 50"/>
                <a:gd name="T6" fmla="*/ 525 w 73"/>
                <a:gd name="T7" fmla="*/ 305 h 50"/>
                <a:gd name="T8" fmla="*/ 0 w 73"/>
                <a:gd name="T9" fmla="*/ 8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0">
                  <a:moveTo>
                    <a:pt x="0" y="10"/>
                  </a:moveTo>
                  <a:cubicBezTo>
                    <a:pt x="23" y="2"/>
                    <a:pt x="70" y="19"/>
                    <a:pt x="71" y="36"/>
                  </a:cubicBezTo>
                  <a:cubicBezTo>
                    <a:pt x="71" y="42"/>
                    <a:pt x="69" y="47"/>
                    <a:pt x="62" y="50"/>
                  </a:cubicBezTo>
                  <a:cubicBezTo>
                    <a:pt x="70" y="47"/>
                    <a:pt x="73" y="42"/>
                    <a:pt x="73" y="35"/>
                  </a:cubicBezTo>
                  <a:cubicBezTo>
                    <a:pt x="72" y="17"/>
                    <a:pt x="22" y="0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6" name="Freeform 1002">
              <a:extLst>
                <a:ext uri="{FF2B5EF4-FFF2-40B4-BE49-F238E27FC236}">
                  <a16:creationId xmlns:a16="http://schemas.microsoft.com/office/drawing/2014/main" id="{41E2CD81-D80A-4DC6-BBD5-6CD3ADB5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279"/>
              <a:ext cx="114" cy="80"/>
            </a:xfrm>
            <a:custGeom>
              <a:avLst/>
              <a:gdLst>
                <a:gd name="T0" fmla="*/ 425 w 59"/>
                <a:gd name="T1" fmla="*/ 328 h 39"/>
                <a:gd name="T2" fmla="*/ 108 w 59"/>
                <a:gd name="T3" fmla="*/ 189 h 39"/>
                <a:gd name="T4" fmla="*/ 52 w 59"/>
                <a:gd name="T5" fmla="*/ 0 h 39"/>
                <a:gd name="T6" fmla="*/ 93 w 59"/>
                <a:gd name="T7" fmla="*/ 215 h 39"/>
                <a:gd name="T8" fmla="*/ 425 w 59"/>
                <a:gd name="T9" fmla="*/ 328 h 39"/>
                <a:gd name="T10" fmla="*/ 425 w 59"/>
                <a:gd name="T11" fmla="*/ 32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9">
                  <a:moveTo>
                    <a:pt x="59" y="38"/>
                  </a:moveTo>
                  <a:cubicBezTo>
                    <a:pt x="43" y="39"/>
                    <a:pt x="25" y="32"/>
                    <a:pt x="15" y="22"/>
                  </a:cubicBezTo>
                  <a:cubicBezTo>
                    <a:pt x="6" y="15"/>
                    <a:pt x="3" y="7"/>
                    <a:pt x="7" y="0"/>
                  </a:cubicBezTo>
                  <a:cubicBezTo>
                    <a:pt x="0" y="7"/>
                    <a:pt x="3" y="17"/>
                    <a:pt x="13" y="25"/>
                  </a:cubicBezTo>
                  <a:cubicBezTo>
                    <a:pt x="23" y="34"/>
                    <a:pt x="43" y="39"/>
                    <a:pt x="59" y="38"/>
                  </a:cubicBezTo>
                  <a:cubicBezTo>
                    <a:pt x="59" y="38"/>
                    <a:pt x="59" y="38"/>
                    <a:pt x="59" y="3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7" name="Freeform 1003">
              <a:extLst>
                <a:ext uri="{FF2B5EF4-FFF2-40B4-BE49-F238E27FC236}">
                  <a16:creationId xmlns:a16="http://schemas.microsoft.com/office/drawing/2014/main" id="{50E6ED4E-1124-4C6B-9FEC-0308BB56B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275"/>
              <a:ext cx="116" cy="66"/>
            </a:xfrm>
            <a:custGeom>
              <a:avLst/>
              <a:gdLst>
                <a:gd name="T0" fmla="*/ 420 w 60"/>
                <a:gd name="T1" fmla="*/ 184 h 32"/>
                <a:gd name="T2" fmla="*/ 145 w 60"/>
                <a:gd name="T3" fmla="*/ 212 h 32"/>
                <a:gd name="T4" fmla="*/ 85 w 60"/>
                <a:gd name="T5" fmla="*/ 35 h 32"/>
                <a:gd name="T6" fmla="*/ 420 w 60"/>
                <a:gd name="T7" fmla="*/ 18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2">
                  <a:moveTo>
                    <a:pt x="58" y="21"/>
                  </a:moveTo>
                  <a:cubicBezTo>
                    <a:pt x="56" y="32"/>
                    <a:pt x="33" y="30"/>
                    <a:pt x="20" y="24"/>
                  </a:cubicBezTo>
                  <a:cubicBezTo>
                    <a:pt x="7" y="17"/>
                    <a:pt x="0" y="8"/>
                    <a:pt x="12" y="4"/>
                  </a:cubicBezTo>
                  <a:cubicBezTo>
                    <a:pt x="25" y="0"/>
                    <a:pt x="60" y="11"/>
                    <a:pt x="58" y="2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8" name="Freeform 1004">
              <a:extLst>
                <a:ext uri="{FF2B5EF4-FFF2-40B4-BE49-F238E27FC236}">
                  <a16:creationId xmlns:a16="http://schemas.microsoft.com/office/drawing/2014/main" id="{E3923B1D-14A6-474C-B621-0E1932AE0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289"/>
              <a:ext cx="106" cy="52"/>
            </a:xfrm>
            <a:custGeom>
              <a:avLst/>
              <a:gdLst>
                <a:gd name="T0" fmla="*/ 129 w 55"/>
                <a:gd name="T1" fmla="*/ 125 h 25"/>
                <a:gd name="T2" fmla="*/ 29 w 55"/>
                <a:gd name="T3" fmla="*/ 0 h 25"/>
                <a:gd name="T4" fmla="*/ 123 w 55"/>
                <a:gd name="T5" fmla="*/ 152 h 25"/>
                <a:gd name="T6" fmla="*/ 393 w 55"/>
                <a:gd name="T7" fmla="*/ 125 h 25"/>
                <a:gd name="T8" fmla="*/ 393 w 55"/>
                <a:gd name="T9" fmla="*/ 125 h 25"/>
                <a:gd name="T10" fmla="*/ 129 w 55"/>
                <a:gd name="T11" fmla="*/ 12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5">
                  <a:moveTo>
                    <a:pt x="18" y="14"/>
                  </a:moveTo>
                  <a:cubicBezTo>
                    <a:pt x="9" y="10"/>
                    <a:pt x="4" y="5"/>
                    <a:pt x="4" y="0"/>
                  </a:cubicBezTo>
                  <a:cubicBezTo>
                    <a:pt x="0" y="5"/>
                    <a:pt x="6" y="12"/>
                    <a:pt x="17" y="17"/>
                  </a:cubicBezTo>
                  <a:cubicBezTo>
                    <a:pt x="30" y="23"/>
                    <a:pt x="53" y="25"/>
                    <a:pt x="55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0" y="22"/>
                    <a:pt x="30" y="19"/>
                    <a:pt x="18" y="1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9" name="Freeform 1005">
              <a:extLst>
                <a:ext uri="{FF2B5EF4-FFF2-40B4-BE49-F238E27FC236}">
                  <a16:creationId xmlns:a16="http://schemas.microsoft.com/office/drawing/2014/main" id="{D9578B75-FD99-4729-95E5-559990A42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281"/>
              <a:ext cx="67" cy="29"/>
            </a:xfrm>
            <a:custGeom>
              <a:avLst/>
              <a:gdLst>
                <a:gd name="T0" fmla="*/ 0 w 35"/>
                <a:gd name="T1" fmla="*/ 0 h 14"/>
                <a:gd name="T2" fmla="*/ 245 w 35"/>
                <a:gd name="T3" fmla="*/ 124 h 14"/>
                <a:gd name="T4" fmla="*/ 0 w 3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4">
                  <a:moveTo>
                    <a:pt x="0" y="0"/>
                  </a:moveTo>
                  <a:cubicBezTo>
                    <a:pt x="10" y="1"/>
                    <a:pt x="29" y="6"/>
                    <a:pt x="35" y="14"/>
                  </a:cubicBezTo>
                  <a:cubicBezTo>
                    <a:pt x="32" y="11"/>
                    <a:pt x="15" y="3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0" name="Freeform 1006">
              <a:extLst>
                <a:ext uri="{FF2B5EF4-FFF2-40B4-BE49-F238E27FC236}">
                  <a16:creationId xmlns:a16="http://schemas.microsoft.com/office/drawing/2014/main" id="{B407D06D-F9A0-4AF2-8111-0F4C6A3C7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281"/>
              <a:ext cx="58" cy="31"/>
            </a:xfrm>
            <a:custGeom>
              <a:avLst/>
              <a:gdLst>
                <a:gd name="T0" fmla="*/ 0 w 30"/>
                <a:gd name="T1" fmla="*/ 0 h 15"/>
                <a:gd name="T2" fmla="*/ 217 w 30"/>
                <a:gd name="T3" fmla="*/ 132 h 15"/>
                <a:gd name="T4" fmla="*/ 0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0"/>
                  </a:moveTo>
                  <a:cubicBezTo>
                    <a:pt x="7" y="1"/>
                    <a:pt x="27" y="6"/>
                    <a:pt x="30" y="15"/>
                  </a:cubicBezTo>
                  <a:cubicBezTo>
                    <a:pt x="28" y="10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1" name="Freeform 1007">
              <a:extLst>
                <a:ext uri="{FF2B5EF4-FFF2-40B4-BE49-F238E27FC236}">
                  <a16:creationId xmlns:a16="http://schemas.microsoft.com/office/drawing/2014/main" id="{F77FC443-AA98-451A-8911-384D8AB56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1318"/>
              <a:ext cx="74" cy="25"/>
            </a:xfrm>
            <a:custGeom>
              <a:avLst/>
              <a:gdLst>
                <a:gd name="T0" fmla="*/ 0 w 38"/>
                <a:gd name="T1" fmla="*/ 0 h 12"/>
                <a:gd name="T2" fmla="*/ 280 w 38"/>
                <a:gd name="T3" fmla="*/ 73 h 12"/>
                <a:gd name="T4" fmla="*/ 0 w 3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0" y="0"/>
                  </a:moveTo>
                  <a:cubicBezTo>
                    <a:pt x="4" y="4"/>
                    <a:pt x="23" y="12"/>
                    <a:pt x="38" y="8"/>
                  </a:cubicBezTo>
                  <a:cubicBezTo>
                    <a:pt x="31" y="9"/>
                    <a:pt x="15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2" name="Freeform 1008">
              <a:extLst>
                <a:ext uri="{FF2B5EF4-FFF2-40B4-BE49-F238E27FC236}">
                  <a16:creationId xmlns:a16="http://schemas.microsoft.com/office/drawing/2014/main" id="{A81638BF-9BDE-4DE5-91B3-EEB53E9A8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246"/>
              <a:ext cx="170" cy="115"/>
            </a:xfrm>
            <a:custGeom>
              <a:avLst/>
              <a:gdLst>
                <a:gd name="T0" fmla="*/ 79 w 88"/>
                <a:gd name="T1" fmla="*/ 105 h 56"/>
                <a:gd name="T2" fmla="*/ 93 w 88"/>
                <a:gd name="T3" fmla="*/ 353 h 56"/>
                <a:gd name="T4" fmla="*/ 448 w 88"/>
                <a:gd name="T5" fmla="*/ 476 h 56"/>
                <a:gd name="T6" fmla="*/ 634 w 88"/>
                <a:gd name="T7" fmla="*/ 329 h 56"/>
                <a:gd name="T8" fmla="*/ 79 w 88"/>
                <a:gd name="T9" fmla="*/ 10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6">
                  <a:moveTo>
                    <a:pt x="11" y="12"/>
                  </a:moveTo>
                  <a:cubicBezTo>
                    <a:pt x="0" y="20"/>
                    <a:pt x="2" y="31"/>
                    <a:pt x="13" y="41"/>
                  </a:cubicBezTo>
                  <a:cubicBezTo>
                    <a:pt x="24" y="51"/>
                    <a:pt x="45" y="56"/>
                    <a:pt x="62" y="55"/>
                  </a:cubicBezTo>
                  <a:cubicBezTo>
                    <a:pt x="83" y="55"/>
                    <a:pt x="88" y="47"/>
                    <a:pt x="88" y="38"/>
                  </a:cubicBezTo>
                  <a:cubicBezTo>
                    <a:pt x="87" y="19"/>
                    <a:pt x="33" y="0"/>
                    <a:pt x="11" y="1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3" name="Freeform 1009">
              <a:extLst>
                <a:ext uri="{FF2B5EF4-FFF2-40B4-BE49-F238E27FC236}">
                  <a16:creationId xmlns:a16="http://schemas.microsoft.com/office/drawing/2014/main" id="{7018FE9D-3D13-4F06-9204-297AFF0C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283"/>
              <a:ext cx="102" cy="56"/>
            </a:xfrm>
            <a:custGeom>
              <a:avLst/>
              <a:gdLst>
                <a:gd name="T0" fmla="*/ 0 w 53"/>
                <a:gd name="T1" fmla="*/ 52 h 27"/>
                <a:gd name="T2" fmla="*/ 100 w 53"/>
                <a:gd name="T3" fmla="*/ 176 h 27"/>
                <a:gd name="T4" fmla="*/ 329 w 53"/>
                <a:gd name="T5" fmla="*/ 216 h 27"/>
                <a:gd name="T6" fmla="*/ 377 w 53"/>
                <a:gd name="T7" fmla="*/ 151 h 27"/>
                <a:gd name="T8" fmla="*/ 377 w 53"/>
                <a:gd name="T9" fmla="*/ 151 h 27"/>
                <a:gd name="T10" fmla="*/ 329 w 53"/>
                <a:gd name="T11" fmla="*/ 207 h 27"/>
                <a:gd name="T12" fmla="*/ 108 w 53"/>
                <a:gd name="T13" fmla="*/ 168 h 27"/>
                <a:gd name="T14" fmla="*/ 8 w 53"/>
                <a:gd name="T15" fmla="*/ 64 h 27"/>
                <a:gd name="T16" fmla="*/ 48 w 53"/>
                <a:gd name="T17" fmla="*/ 0 h 27"/>
                <a:gd name="T18" fmla="*/ 48 w 53"/>
                <a:gd name="T19" fmla="*/ 0 h 27"/>
                <a:gd name="T20" fmla="*/ 0 w 53"/>
                <a:gd name="T21" fmla="*/ 52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7">
                  <a:moveTo>
                    <a:pt x="0" y="6"/>
                  </a:moveTo>
                  <a:cubicBezTo>
                    <a:pt x="1" y="11"/>
                    <a:pt x="6" y="16"/>
                    <a:pt x="14" y="20"/>
                  </a:cubicBezTo>
                  <a:cubicBezTo>
                    <a:pt x="23" y="24"/>
                    <a:pt x="38" y="27"/>
                    <a:pt x="46" y="24"/>
                  </a:cubicBezTo>
                  <a:cubicBezTo>
                    <a:pt x="50" y="23"/>
                    <a:pt x="52" y="20"/>
                    <a:pt x="53" y="17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2" y="20"/>
                    <a:pt x="50" y="22"/>
                    <a:pt x="46" y="23"/>
                  </a:cubicBezTo>
                  <a:cubicBezTo>
                    <a:pt x="38" y="26"/>
                    <a:pt x="23" y="23"/>
                    <a:pt x="15" y="19"/>
                  </a:cubicBezTo>
                  <a:cubicBezTo>
                    <a:pt x="6" y="15"/>
                    <a:pt x="1" y="11"/>
                    <a:pt x="1" y="7"/>
                  </a:cubicBezTo>
                  <a:cubicBezTo>
                    <a:pt x="1" y="4"/>
                    <a:pt x="3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4" name="Freeform 1010">
              <a:extLst>
                <a:ext uri="{FF2B5EF4-FFF2-40B4-BE49-F238E27FC236}">
                  <a16:creationId xmlns:a16="http://schemas.microsoft.com/office/drawing/2014/main" id="{D8BE0BDC-8D82-4C19-BC7A-388BDD54E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126"/>
              <a:ext cx="141" cy="130"/>
            </a:xfrm>
            <a:custGeom>
              <a:avLst/>
              <a:gdLst>
                <a:gd name="T0" fmla="*/ 172 w 73"/>
                <a:gd name="T1" fmla="*/ 52 h 63"/>
                <a:gd name="T2" fmla="*/ 29 w 73"/>
                <a:gd name="T3" fmla="*/ 175 h 63"/>
                <a:gd name="T4" fmla="*/ 29 w 73"/>
                <a:gd name="T5" fmla="*/ 380 h 63"/>
                <a:gd name="T6" fmla="*/ 396 w 73"/>
                <a:gd name="T7" fmla="*/ 440 h 63"/>
                <a:gd name="T8" fmla="*/ 433 w 73"/>
                <a:gd name="T9" fmla="*/ 52 h 63"/>
                <a:gd name="T10" fmla="*/ 172 w 73"/>
                <a:gd name="T11" fmla="*/ 5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3">
                  <a:moveTo>
                    <a:pt x="24" y="6"/>
                  </a:moveTo>
                  <a:cubicBezTo>
                    <a:pt x="15" y="9"/>
                    <a:pt x="8" y="12"/>
                    <a:pt x="4" y="20"/>
                  </a:cubicBezTo>
                  <a:cubicBezTo>
                    <a:pt x="1" y="27"/>
                    <a:pt x="0" y="35"/>
                    <a:pt x="4" y="43"/>
                  </a:cubicBezTo>
                  <a:cubicBezTo>
                    <a:pt x="11" y="59"/>
                    <a:pt x="37" y="63"/>
                    <a:pt x="55" y="50"/>
                  </a:cubicBezTo>
                  <a:cubicBezTo>
                    <a:pt x="73" y="36"/>
                    <a:pt x="71" y="14"/>
                    <a:pt x="60" y="6"/>
                  </a:cubicBezTo>
                  <a:cubicBezTo>
                    <a:pt x="49" y="0"/>
                    <a:pt x="42" y="0"/>
                    <a:pt x="24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5" name="Freeform 1011">
              <a:extLst>
                <a:ext uri="{FF2B5EF4-FFF2-40B4-BE49-F238E27FC236}">
                  <a16:creationId xmlns:a16="http://schemas.microsoft.com/office/drawing/2014/main" id="{EBFFAD4D-A252-4C9B-B82A-C99AB6855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132"/>
              <a:ext cx="93" cy="114"/>
            </a:xfrm>
            <a:custGeom>
              <a:avLst/>
              <a:gdLst>
                <a:gd name="T0" fmla="*/ 264 w 48"/>
                <a:gd name="T1" fmla="*/ 35 h 55"/>
                <a:gd name="T2" fmla="*/ 188 w 48"/>
                <a:gd name="T3" fmla="*/ 0 h 55"/>
                <a:gd name="T4" fmla="*/ 248 w 48"/>
                <a:gd name="T5" fmla="*/ 35 h 55"/>
                <a:gd name="T6" fmla="*/ 211 w 48"/>
                <a:gd name="T7" fmla="*/ 400 h 55"/>
                <a:gd name="T8" fmla="*/ 0 w 48"/>
                <a:gd name="T9" fmla="*/ 464 h 55"/>
                <a:gd name="T10" fmla="*/ 233 w 48"/>
                <a:gd name="T11" fmla="*/ 408 h 55"/>
                <a:gd name="T12" fmla="*/ 264 w 48"/>
                <a:gd name="T13" fmla="*/ 3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5">
                  <a:moveTo>
                    <a:pt x="36" y="4"/>
                  </a:moveTo>
                  <a:cubicBezTo>
                    <a:pt x="33" y="2"/>
                    <a:pt x="29" y="1"/>
                    <a:pt x="26" y="0"/>
                  </a:cubicBezTo>
                  <a:cubicBezTo>
                    <a:pt x="28" y="1"/>
                    <a:pt x="31" y="2"/>
                    <a:pt x="34" y="4"/>
                  </a:cubicBezTo>
                  <a:cubicBezTo>
                    <a:pt x="45" y="12"/>
                    <a:pt x="46" y="32"/>
                    <a:pt x="29" y="45"/>
                  </a:cubicBezTo>
                  <a:cubicBezTo>
                    <a:pt x="20" y="52"/>
                    <a:pt x="10" y="54"/>
                    <a:pt x="0" y="52"/>
                  </a:cubicBezTo>
                  <a:cubicBezTo>
                    <a:pt x="10" y="55"/>
                    <a:pt x="22" y="53"/>
                    <a:pt x="32" y="46"/>
                  </a:cubicBezTo>
                  <a:cubicBezTo>
                    <a:pt x="48" y="33"/>
                    <a:pt x="47" y="12"/>
                    <a:pt x="3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6" name="Freeform 1012">
              <a:extLst>
                <a:ext uri="{FF2B5EF4-FFF2-40B4-BE49-F238E27FC236}">
                  <a16:creationId xmlns:a16="http://schemas.microsoft.com/office/drawing/2014/main" id="{A35B645F-7A35-4B84-8F59-DF137A26A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130"/>
              <a:ext cx="93" cy="112"/>
            </a:xfrm>
            <a:custGeom>
              <a:avLst/>
              <a:gdLst>
                <a:gd name="T0" fmla="*/ 45 w 48"/>
                <a:gd name="T1" fmla="*/ 357 h 54"/>
                <a:gd name="T2" fmla="*/ 52 w 48"/>
                <a:gd name="T3" fmla="*/ 168 h 54"/>
                <a:gd name="T4" fmla="*/ 188 w 48"/>
                <a:gd name="T5" fmla="*/ 52 h 54"/>
                <a:gd name="T6" fmla="*/ 349 w 48"/>
                <a:gd name="T7" fmla="*/ 8 h 54"/>
                <a:gd name="T8" fmla="*/ 169 w 48"/>
                <a:gd name="T9" fmla="*/ 44 h 54"/>
                <a:gd name="T10" fmla="*/ 31 w 48"/>
                <a:gd name="T11" fmla="*/ 168 h 54"/>
                <a:gd name="T12" fmla="*/ 31 w 48"/>
                <a:gd name="T13" fmla="*/ 357 h 54"/>
                <a:gd name="T14" fmla="*/ 180 w 48"/>
                <a:gd name="T15" fmla="*/ 481 h 54"/>
                <a:gd name="T16" fmla="*/ 45 w 48"/>
                <a:gd name="T17" fmla="*/ 357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4">
                  <a:moveTo>
                    <a:pt x="6" y="40"/>
                  </a:moveTo>
                  <a:cubicBezTo>
                    <a:pt x="3" y="33"/>
                    <a:pt x="4" y="26"/>
                    <a:pt x="7" y="19"/>
                  </a:cubicBezTo>
                  <a:cubicBezTo>
                    <a:pt x="10" y="11"/>
                    <a:pt x="17" y="8"/>
                    <a:pt x="26" y="6"/>
                  </a:cubicBezTo>
                  <a:cubicBezTo>
                    <a:pt x="36" y="2"/>
                    <a:pt x="42" y="1"/>
                    <a:pt x="48" y="1"/>
                  </a:cubicBezTo>
                  <a:cubicBezTo>
                    <a:pt x="41" y="0"/>
                    <a:pt x="35" y="2"/>
                    <a:pt x="23" y="5"/>
                  </a:cubicBezTo>
                  <a:cubicBezTo>
                    <a:pt x="15" y="8"/>
                    <a:pt x="8" y="11"/>
                    <a:pt x="4" y="19"/>
                  </a:cubicBezTo>
                  <a:cubicBezTo>
                    <a:pt x="2" y="25"/>
                    <a:pt x="0" y="33"/>
                    <a:pt x="4" y="40"/>
                  </a:cubicBezTo>
                  <a:cubicBezTo>
                    <a:pt x="8" y="48"/>
                    <a:pt x="16" y="53"/>
                    <a:pt x="25" y="54"/>
                  </a:cubicBezTo>
                  <a:cubicBezTo>
                    <a:pt x="17" y="52"/>
                    <a:pt x="10" y="47"/>
                    <a:pt x="6" y="4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7" name="Freeform 1013">
              <a:extLst>
                <a:ext uri="{FF2B5EF4-FFF2-40B4-BE49-F238E27FC236}">
                  <a16:creationId xmlns:a16="http://schemas.microsoft.com/office/drawing/2014/main" id="{F77D6FAB-80DD-40AE-8AC2-E480EB4F1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151"/>
              <a:ext cx="91" cy="70"/>
            </a:xfrm>
            <a:custGeom>
              <a:avLst/>
              <a:gdLst>
                <a:gd name="T0" fmla="*/ 225 w 47"/>
                <a:gd name="T1" fmla="*/ 16 h 34"/>
                <a:gd name="T2" fmla="*/ 172 w 47"/>
                <a:gd name="T3" fmla="*/ 255 h 34"/>
                <a:gd name="T4" fmla="*/ 15 w 47"/>
                <a:gd name="T5" fmla="*/ 132 h 34"/>
                <a:gd name="T6" fmla="*/ 225 w 47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4">
                  <a:moveTo>
                    <a:pt x="31" y="2"/>
                  </a:moveTo>
                  <a:cubicBezTo>
                    <a:pt x="47" y="6"/>
                    <a:pt x="42" y="24"/>
                    <a:pt x="24" y="29"/>
                  </a:cubicBezTo>
                  <a:cubicBezTo>
                    <a:pt x="5" y="34"/>
                    <a:pt x="0" y="22"/>
                    <a:pt x="2" y="15"/>
                  </a:cubicBezTo>
                  <a:cubicBezTo>
                    <a:pt x="5" y="7"/>
                    <a:pt x="21" y="0"/>
                    <a:pt x="31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8" name="Freeform 1014">
              <a:extLst>
                <a:ext uri="{FF2B5EF4-FFF2-40B4-BE49-F238E27FC236}">
                  <a16:creationId xmlns:a16="http://schemas.microsoft.com/office/drawing/2014/main" id="{E33D3DB8-9A3C-4DC5-97F8-3ABA98C4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163"/>
              <a:ext cx="79" cy="54"/>
            </a:xfrm>
            <a:custGeom>
              <a:avLst/>
              <a:gdLst>
                <a:gd name="T0" fmla="*/ 249 w 41"/>
                <a:gd name="T1" fmla="*/ 0 h 26"/>
                <a:gd name="T2" fmla="*/ 137 w 41"/>
                <a:gd name="T3" fmla="*/ 189 h 26"/>
                <a:gd name="T4" fmla="*/ 0 w 41"/>
                <a:gd name="T5" fmla="*/ 152 h 26"/>
                <a:gd name="T6" fmla="*/ 148 w 41"/>
                <a:gd name="T7" fmla="*/ 208 h 26"/>
                <a:gd name="T8" fmla="*/ 249 w 41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6">
                  <a:moveTo>
                    <a:pt x="35" y="0"/>
                  </a:moveTo>
                  <a:cubicBezTo>
                    <a:pt x="38" y="7"/>
                    <a:pt x="32" y="17"/>
                    <a:pt x="19" y="21"/>
                  </a:cubicBezTo>
                  <a:cubicBezTo>
                    <a:pt x="9" y="23"/>
                    <a:pt x="3" y="21"/>
                    <a:pt x="0" y="17"/>
                  </a:cubicBezTo>
                  <a:cubicBezTo>
                    <a:pt x="3" y="22"/>
                    <a:pt x="9" y="26"/>
                    <a:pt x="21" y="23"/>
                  </a:cubicBezTo>
                  <a:cubicBezTo>
                    <a:pt x="36" y="19"/>
                    <a:pt x="41" y="7"/>
                    <a:pt x="35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9" name="Freeform 1015">
              <a:extLst>
                <a:ext uri="{FF2B5EF4-FFF2-40B4-BE49-F238E27FC236}">
                  <a16:creationId xmlns:a16="http://schemas.microsoft.com/office/drawing/2014/main" id="{3712D871-9803-4481-AD70-1243659D1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155"/>
              <a:ext cx="39" cy="19"/>
            </a:xfrm>
            <a:custGeom>
              <a:avLst/>
              <a:gdLst>
                <a:gd name="T0" fmla="*/ 148 w 20"/>
                <a:gd name="T1" fmla="*/ 0 h 9"/>
                <a:gd name="T2" fmla="*/ 0 w 20"/>
                <a:gd name="T3" fmla="*/ 84 h 9"/>
                <a:gd name="T4" fmla="*/ 148 w 2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cubicBezTo>
                    <a:pt x="13" y="0"/>
                    <a:pt x="3" y="4"/>
                    <a:pt x="0" y="9"/>
                  </a:cubicBezTo>
                  <a:cubicBezTo>
                    <a:pt x="4" y="6"/>
                    <a:pt x="13" y="1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0" name="Freeform 1016">
              <a:extLst>
                <a:ext uri="{FF2B5EF4-FFF2-40B4-BE49-F238E27FC236}">
                  <a16:creationId xmlns:a16="http://schemas.microsoft.com/office/drawing/2014/main" id="{537121DE-3A75-4496-AC96-7EED00D45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182"/>
              <a:ext cx="56" cy="41"/>
            </a:xfrm>
            <a:custGeom>
              <a:avLst/>
              <a:gdLst>
                <a:gd name="T0" fmla="*/ 0 w 29"/>
                <a:gd name="T1" fmla="*/ 131 h 20"/>
                <a:gd name="T2" fmla="*/ 209 w 29"/>
                <a:gd name="T3" fmla="*/ 0 h 20"/>
                <a:gd name="T4" fmla="*/ 0 w 29"/>
                <a:gd name="T5" fmla="*/ 13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15"/>
                  </a:moveTo>
                  <a:cubicBezTo>
                    <a:pt x="5" y="17"/>
                    <a:pt x="26" y="14"/>
                    <a:pt x="29" y="0"/>
                  </a:cubicBezTo>
                  <a:cubicBezTo>
                    <a:pt x="29" y="6"/>
                    <a:pt x="18" y="20"/>
                    <a:pt x="0" y="1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1" name="Freeform 1017">
              <a:extLst>
                <a:ext uri="{FF2B5EF4-FFF2-40B4-BE49-F238E27FC236}">
                  <a16:creationId xmlns:a16="http://schemas.microsoft.com/office/drawing/2014/main" id="{A82B4FC8-C213-471E-808A-5C1886966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126"/>
              <a:ext cx="141" cy="130"/>
            </a:xfrm>
            <a:custGeom>
              <a:avLst/>
              <a:gdLst>
                <a:gd name="T0" fmla="*/ 172 w 73"/>
                <a:gd name="T1" fmla="*/ 52 h 63"/>
                <a:gd name="T2" fmla="*/ 29 w 73"/>
                <a:gd name="T3" fmla="*/ 175 h 63"/>
                <a:gd name="T4" fmla="*/ 29 w 73"/>
                <a:gd name="T5" fmla="*/ 380 h 63"/>
                <a:gd name="T6" fmla="*/ 396 w 73"/>
                <a:gd name="T7" fmla="*/ 440 h 63"/>
                <a:gd name="T8" fmla="*/ 433 w 73"/>
                <a:gd name="T9" fmla="*/ 52 h 63"/>
                <a:gd name="T10" fmla="*/ 172 w 73"/>
                <a:gd name="T11" fmla="*/ 5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3">
                  <a:moveTo>
                    <a:pt x="24" y="6"/>
                  </a:moveTo>
                  <a:cubicBezTo>
                    <a:pt x="15" y="9"/>
                    <a:pt x="8" y="12"/>
                    <a:pt x="4" y="20"/>
                  </a:cubicBezTo>
                  <a:cubicBezTo>
                    <a:pt x="1" y="27"/>
                    <a:pt x="0" y="35"/>
                    <a:pt x="4" y="43"/>
                  </a:cubicBezTo>
                  <a:cubicBezTo>
                    <a:pt x="11" y="59"/>
                    <a:pt x="37" y="63"/>
                    <a:pt x="55" y="50"/>
                  </a:cubicBezTo>
                  <a:cubicBezTo>
                    <a:pt x="73" y="36"/>
                    <a:pt x="71" y="14"/>
                    <a:pt x="60" y="6"/>
                  </a:cubicBezTo>
                  <a:cubicBezTo>
                    <a:pt x="49" y="0"/>
                    <a:pt x="42" y="0"/>
                    <a:pt x="24" y="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2" name="Freeform 1018">
              <a:extLst>
                <a:ext uri="{FF2B5EF4-FFF2-40B4-BE49-F238E27FC236}">
                  <a16:creationId xmlns:a16="http://schemas.microsoft.com/office/drawing/2014/main" id="{669A8B0D-93BB-4C9B-A4E4-00BC5FB16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155"/>
              <a:ext cx="78" cy="62"/>
            </a:xfrm>
            <a:custGeom>
              <a:avLst/>
              <a:gdLst>
                <a:gd name="T0" fmla="*/ 224 w 40"/>
                <a:gd name="T1" fmla="*/ 0 h 30"/>
                <a:gd name="T2" fmla="*/ 289 w 40"/>
                <a:gd name="T3" fmla="*/ 99 h 30"/>
                <a:gd name="T4" fmla="*/ 172 w 40"/>
                <a:gd name="T5" fmla="*/ 240 h 30"/>
                <a:gd name="T6" fmla="*/ 31 w 40"/>
                <a:gd name="T7" fmla="*/ 213 h 30"/>
                <a:gd name="T8" fmla="*/ 8 w 40"/>
                <a:gd name="T9" fmla="*/ 116 h 30"/>
                <a:gd name="T10" fmla="*/ 8 w 40"/>
                <a:gd name="T11" fmla="*/ 116 h 30"/>
                <a:gd name="T12" fmla="*/ 31 w 40"/>
                <a:gd name="T13" fmla="*/ 213 h 30"/>
                <a:gd name="T14" fmla="*/ 172 w 40"/>
                <a:gd name="T15" fmla="*/ 240 h 30"/>
                <a:gd name="T16" fmla="*/ 296 w 40"/>
                <a:gd name="T17" fmla="*/ 99 h 30"/>
                <a:gd name="T18" fmla="*/ 224 w 40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0">
                  <a:moveTo>
                    <a:pt x="30" y="0"/>
                  </a:moveTo>
                  <a:cubicBezTo>
                    <a:pt x="36" y="2"/>
                    <a:pt x="39" y="6"/>
                    <a:pt x="39" y="11"/>
                  </a:cubicBezTo>
                  <a:cubicBezTo>
                    <a:pt x="39" y="16"/>
                    <a:pt x="34" y="24"/>
                    <a:pt x="23" y="27"/>
                  </a:cubicBezTo>
                  <a:cubicBezTo>
                    <a:pt x="12" y="30"/>
                    <a:pt x="7" y="27"/>
                    <a:pt x="4" y="24"/>
                  </a:cubicBezTo>
                  <a:cubicBezTo>
                    <a:pt x="1" y="21"/>
                    <a:pt x="0" y="16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6"/>
                    <a:pt x="1" y="21"/>
                    <a:pt x="4" y="24"/>
                  </a:cubicBezTo>
                  <a:cubicBezTo>
                    <a:pt x="7" y="27"/>
                    <a:pt x="12" y="30"/>
                    <a:pt x="23" y="27"/>
                  </a:cubicBezTo>
                  <a:cubicBezTo>
                    <a:pt x="35" y="24"/>
                    <a:pt x="40" y="17"/>
                    <a:pt x="40" y="11"/>
                  </a:cubicBezTo>
                  <a:cubicBezTo>
                    <a:pt x="40" y="5"/>
                    <a:pt x="36" y="2"/>
                    <a:pt x="3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3" name="Freeform 1019">
              <a:extLst>
                <a:ext uri="{FF2B5EF4-FFF2-40B4-BE49-F238E27FC236}">
                  <a16:creationId xmlns:a16="http://schemas.microsoft.com/office/drawing/2014/main" id="{8C5BA472-682E-4725-8025-1FCACAA37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118"/>
              <a:ext cx="143" cy="122"/>
            </a:xfrm>
            <a:custGeom>
              <a:avLst/>
              <a:gdLst>
                <a:gd name="T0" fmla="*/ 288 w 74"/>
                <a:gd name="T1" fmla="*/ 35 h 59"/>
                <a:gd name="T2" fmla="*/ 108 w 74"/>
                <a:gd name="T3" fmla="*/ 43 h 59"/>
                <a:gd name="T4" fmla="*/ 15 w 74"/>
                <a:gd name="T5" fmla="*/ 205 h 59"/>
                <a:gd name="T6" fmla="*/ 296 w 74"/>
                <a:gd name="T7" fmla="*/ 505 h 59"/>
                <a:gd name="T8" fmla="*/ 497 w 74"/>
                <a:gd name="T9" fmla="*/ 213 h 59"/>
                <a:gd name="T10" fmla="*/ 288 w 74"/>
                <a:gd name="T11" fmla="*/ 3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59">
                  <a:moveTo>
                    <a:pt x="40" y="4"/>
                  </a:moveTo>
                  <a:cubicBezTo>
                    <a:pt x="30" y="2"/>
                    <a:pt x="22" y="0"/>
                    <a:pt x="15" y="5"/>
                  </a:cubicBezTo>
                  <a:cubicBezTo>
                    <a:pt x="9" y="9"/>
                    <a:pt x="3" y="15"/>
                    <a:pt x="2" y="23"/>
                  </a:cubicBezTo>
                  <a:cubicBezTo>
                    <a:pt x="0" y="42"/>
                    <a:pt x="19" y="59"/>
                    <a:pt x="41" y="57"/>
                  </a:cubicBezTo>
                  <a:cubicBezTo>
                    <a:pt x="63" y="56"/>
                    <a:pt x="74" y="37"/>
                    <a:pt x="69" y="24"/>
                  </a:cubicBezTo>
                  <a:cubicBezTo>
                    <a:pt x="64" y="12"/>
                    <a:pt x="58" y="9"/>
                    <a:pt x="40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4" name="Freeform 1020">
              <a:extLst>
                <a:ext uri="{FF2B5EF4-FFF2-40B4-BE49-F238E27FC236}">
                  <a16:creationId xmlns:a16="http://schemas.microsoft.com/office/drawing/2014/main" id="{4E623D11-663F-43DA-87F3-E409E7679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149"/>
              <a:ext cx="118" cy="87"/>
            </a:xfrm>
            <a:custGeom>
              <a:avLst/>
              <a:gdLst>
                <a:gd name="T0" fmla="*/ 404 w 61"/>
                <a:gd name="T1" fmla="*/ 91 h 42"/>
                <a:gd name="T2" fmla="*/ 356 w 61"/>
                <a:gd name="T3" fmla="*/ 0 h 42"/>
                <a:gd name="T4" fmla="*/ 389 w 61"/>
                <a:gd name="T5" fmla="*/ 73 h 42"/>
                <a:gd name="T6" fmla="*/ 201 w 61"/>
                <a:gd name="T7" fmla="*/ 356 h 42"/>
                <a:gd name="T8" fmla="*/ 0 w 61"/>
                <a:gd name="T9" fmla="*/ 265 h 42"/>
                <a:gd name="T10" fmla="*/ 217 w 61"/>
                <a:gd name="T11" fmla="*/ 365 h 42"/>
                <a:gd name="T12" fmla="*/ 404 w 61"/>
                <a:gd name="T13" fmla="*/ 9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2">
                  <a:moveTo>
                    <a:pt x="56" y="10"/>
                  </a:moveTo>
                  <a:cubicBezTo>
                    <a:pt x="54" y="6"/>
                    <a:pt x="52" y="3"/>
                    <a:pt x="49" y="0"/>
                  </a:cubicBezTo>
                  <a:cubicBezTo>
                    <a:pt x="51" y="2"/>
                    <a:pt x="53" y="5"/>
                    <a:pt x="54" y="8"/>
                  </a:cubicBezTo>
                  <a:cubicBezTo>
                    <a:pt x="59" y="20"/>
                    <a:pt x="49" y="38"/>
                    <a:pt x="28" y="40"/>
                  </a:cubicBezTo>
                  <a:cubicBezTo>
                    <a:pt x="17" y="40"/>
                    <a:pt x="7" y="36"/>
                    <a:pt x="0" y="30"/>
                  </a:cubicBezTo>
                  <a:cubicBezTo>
                    <a:pt x="7" y="37"/>
                    <a:pt x="18" y="42"/>
                    <a:pt x="30" y="41"/>
                  </a:cubicBezTo>
                  <a:cubicBezTo>
                    <a:pt x="51" y="40"/>
                    <a:pt x="61" y="22"/>
                    <a:pt x="56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5" name="Freeform 1021">
              <a:extLst>
                <a:ext uri="{FF2B5EF4-FFF2-40B4-BE49-F238E27FC236}">
                  <a16:creationId xmlns:a16="http://schemas.microsoft.com/office/drawing/2014/main" id="{308FEF26-17B3-4430-92F7-77B8909D5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120"/>
              <a:ext cx="114" cy="95"/>
            </a:xfrm>
            <a:custGeom>
              <a:avLst/>
              <a:gdLst>
                <a:gd name="T0" fmla="*/ 23 w 59"/>
                <a:gd name="T1" fmla="*/ 213 h 46"/>
                <a:gd name="T2" fmla="*/ 116 w 59"/>
                <a:gd name="T3" fmla="*/ 60 h 46"/>
                <a:gd name="T4" fmla="*/ 280 w 59"/>
                <a:gd name="T5" fmla="*/ 52 h 46"/>
                <a:gd name="T6" fmla="*/ 425 w 59"/>
                <a:gd name="T7" fmla="*/ 124 h 46"/>
                <a:gd name="T8" fmla="*/ 265 w 59"/>
                <a:gd name="T9" fmla="*/ 35 h 46"/>
                <a:gd name="T10" fmla="*/ 100 w 59"/>
                <a:gd name="T11" fmla="*/ 43 h 46"/>
                <a:gd name="T12" fmla="*/ 15 w 59"/>
                <a:gd name="T13" fmla="*/ 192 h 46"/>
                <a:gd name="T14" fmla="*/ 85 w 59"/>
                <a:gd name="T15" fmla="*/ 405 h 46"/>
                <a:gd name="T16" fmla="*/ 23 w 59"/>
                <a:gd name="T17" fmla="*/ 213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6">
                  <a:moveTo>
                    <a:pt x="3" y="24"/>
                  </a:moveTo>
                  <a:cubicBezTo>
                    <a:pt x="5" y="16"/>
                    <a:pt x="10" y="11"/>
                    <a:pt x="16" y="7"/>
                  </a:cubicBezTo>
                  <a:cubicBezTo>
                    <a:pt x="23" y="2"/>
                    <a:pt x="30" y="3"/>
                    <a:pt x="39" y="6"/>
                  </a:cubicBezTo>
                  <a:cubicBezTo>
                    <a:pt x="49" y="9"/>
                    <a:pt x="55" y="11"/>
                    <a:pt x="59" y="14"/>
                  </a:cubicBezTo>
                  <a:cubicBezTo>
                    <a:pt x="55" y="10"/>
                    <a:pt x="48" y="7"/>
                    <a:pt x="37" y="4"/>
                  </a:cubicBezTo>
                  <a:cubicBezTo>
                    <a:pt x="28" y="2"/>
                    <a:pt x="21" y="0"/>
                    <a:pt x="14" y="5"/>
                  </a:cubicBezTo>
                  <a:cubicBezTo>
                    <a:pt x="8" y="9"/>
                    <a:pt x="3" y="15"/>
                    <a:pt x="2" y="22"/>
                  </a:cubicBezTo>
                  <a:cubicBezTo>
                    <a:pt x="0" y="31"/>
                    <a:pt x="5" y="39"/>
                    <a:pt x="12" y="46"/>
                  </a:cubicBezTo>
                  <a:cubicBezTo>
                    <a:pt x="6" y="40"/>
                    <a:pt x="2" y="32"/>
                    <a:pt x="3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6" name="Freeform 1022">
              <a:extLst>
                <a:ext uri="{FF2B5EF4-FFF2-40B4-BE49-F238E27FC236}">
                  <a16:creationId xmlns:a16="http://schemas.microsoft.com/office/drawing/2014/main" id="{B93DEDF5-C185-40CE-84F4-0B1953419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141"/>
              <a:ext cx="95" cy="74"/>
            </a:xfrm>
            <a:custGeom>
              <a:avLst/>
              <a:gdLst>
                <a:gd name="T0" fmla="*/ 277 w 49"/>
                <a:gd name="T1" fmla="*/ 97 h 36"/>
                <a:gd name="T2" fmla="*/ 132 w 49"/>
                <a:gd name="T3" fmla="*/ 253 h 36"/>
                <a:gd name="T4" fmla="*/ 52 w 49"/>
                <a:gd name="T5" fmla="*/ 51 h 36"/>
                <a:gd name="T6" fmla="*/ 277 w 49"/>
                <a:gd name="T7" fmla="*/ 97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6">
                  <a:moveTo>
                    <a:pt x="38" y="11"/>
                  </a:moveTo>
                  <a:cubicBezTo>
                    <a:pt x="49" y="22"/>
                    <a:pt x="36" y="36"/>
                    <a:pt x="18" y="29"/>
                  </a:cubicBezTo>
                  <a:cubicBezTo>
                    <a:pt x="0" y="23"/>
                    <a:pt x="2" y="10"/>
                    <a:pt x="7" y="6"/>
                  </a:cubicBezTo>
                  <a:cubicBezTo>
                    <a:pt x="14" y="0"/>
                    <a:pt x="31" y="4"/>
                    <a:pt x="38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7" name="Freeform 1023">
              <a:extLst>
                <a:ext uri="{FF2B5EF4-FFF2-40B4-BE49-F238E27FC236}">
                  <a16:creationId xmlns:a16="http://schemas.microsoft.com/office/drawing/2014/main" id="{147A3148-F597-43DB-87C6-717A26AC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167"/>
              <a:ext cx="79" cy="44"/>
            </a:xfrm>
            <a:custGeom>
              <a:avLst/>
              <a:gdLst>
                <a:gd name="T0" fmla="*/ 279 w 41"/>
                <a:gd name="T1" fmla="*/ 44 h 21"/>
                <a:gd name="T2" fmla="*/ 108 w 41"/>
                <a:gd name="T3" fmla="*/ 119 h 21"/>
                <a:gd name="T4" fmla="*/ 8 w 41"/>
                <a:gd name="T5" fmla="*/ 0 h 21"/>
                <a:gd name="T6" fmla="*/ 108 w 41"/>
                <a:gd name="T7" fmla="*/ 149 h 21"/>
                <a:gd name="T8" fmla="*/ 279 w 41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1">
                  <a:moveTo>
                    <a:pt x="39" y="5"/>
                  </a:moveTo>
                  <a:cubicBezTo>
                    <a:pt x="38" y="12"/>
                    <a:pt x="28" y="18"/>
                    <a:pt x="15" y="13"/>
                  </a:cubicBezTo>
                  <a:cubicBezTo>
                    <a:pt x="5" y="10"/>
                    <a:pt x="1" y="5"/>
                    <a:pt x="1" y="0"/>
                  </a:cubicBezTo>
                  <a:cubicBezTo>
                    <a:pt x="0" y="6"/>
                    <a:pt x="3" y="12"/>
                    <a:pt x="15" y="16"/>
                  </a:cubicBezTo>
                  <a:cubicBezTo>
                    <a:pt x="29" y="21"/>
                    <a:pt x="41" y="14"/>
                    <a:pt x="39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8" name="Freeform 1024">
              <a:extLst>
                <a:ext uri="{FF2B5EF4-FFF2-40B4-BE49-F238E27FC236}">
                  <a16:creationId xmlns:a16="http://schemas.microsoft.com/office/drawing/2014/main" id="{ADBC3C3C-FFC9-4E10-B2FD-B7FC936D6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145"/>
              <a:ext cx="43" cy="10"/>
            </a:xfrm>
            <a:custGeom>
              <a:avLst/>
              <a:gdLst>
                <a:gd name="T0" fmla="*/ 164 w 22"/>
                <a:gd name="T1" fmla="*/ 40 h 5"/>
                <a:gd name="T2" fmla="*/ 0 w 22"/>
                <a:gd name="T3" fmla="*/ 16 h 5"/>
                <a:gd name="T4" fmla="*/ 164 w 22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">
                  <a:moveTo>
                    <a:pt x="22" y="5"/>
                  </a:moveTo>
                  <a:cubicBezTo>
                    <a:pt x="16" y="1"/>
                    <a:pt x="5" y="0"/>
                    <a:pt x="0" y="2"/>
                  </a:cubicBezTo>
                  <a:cubicBezTo>
                    <a:pt x="5" y="2"/>
                    <a:pt x="15" y="2"/>
                    <a:pt x="22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9" name="Freeform 1025">
              <a:extLst>
                <a:ext uri="{FF2B5EF4-FFF2-40B4-BE49-F238E27FC236}">
                  <a16:creationId xmlns:a16="http://schemas.microsoft.com/office/drawing/2014/main" id="{B86538D9-4CA1-4F8C-BEF2-EAA8F87B3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190"/>
              <a:ext cx="63" cy="27"/>
            </a:xfrm>
            <a:custGeom>
              <a:avLst/>
              <a:gdLst>
                <a:gd name="T0" fmla="*/ 0 w 33"/>
                <a:gd name="T1" fmla="*/ 0 h 13"/>
                <a:gd name="T2" fmla="*/ 229 w 33"/>
                <a:gd name="T3" fmla="*/ 25 h 13"/>
                <a:gd name="T4" fmla="*/ 0 w 3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0"/>
                  </a:moveTo>
                  <a:cubicBezTo>
                    <a:pt x="4" y="4"/>
                    <a:pt x="22" y="13"/>
                    <a:pt x="33" y="3"/>
                  </a:cubicBezTo>
                  <a:cubicBezTo>
                    <a:pt x="29" y="8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0" name="Freeform 1026">
              <a:extLst>
                <a:ext uri="{FF2B5EF4-FFF2-40B4-BE49-F238E27FC236}">
                  <a16:creationId xmlns:a16="http://schemas.microsoft.com/office/drawing/2014/main" id="{240F5E3D-5993-4A7D-9AFC-22939A732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118"/>
              <a:ext cx="143" cy="122"/>
            </a:xfrm>
            <a:custGeom>
              <a:avLst/>
              <a:gdLst>
                <a:gd name="T0" fmla="*/ 288 w 74"/>
                <a:gd name="T1" fmla="*/ 35 h 59"/>
                <a:gd name="T2" fmla="*/ 108 w 74"/>
                <a:gd name="T3" fmla="*/ 43 h 59"/>
                <a:gd name="T4" fmla="*/ 15 w 74"/>
                <a:gd name="T5" fmla="*/ 205 h 59"/>
                <a:gd name="T6" fmla="*/ 296 w 74"/>
                <a:gd name="T7" fmla="*/ 505 h 59"/>
                <a:gd name="T8" fmla="*/ 497 w 74"/>
                <a:gd name="T9" fmla="*/ 213 h 59"/>
                <a:gd name="T10" fmla="*/ 288 w 74"/>
                <a:gd name="T11" fmla="*/ 3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59">
                  <a:moveTo>
                    <a:pt x="40" y="4"/>
                  </a:moveTo>
                  <a:cubicBezTo>
                    <a:pt x="30" y="2"/>
                    <a:pt x="22" y="0"/>
                    <a:pt x="15" y="5"/>
                  </a:cubicBezTo>
                  <a:cubicBezTo>
                    <a:pt x="9" y="9"/>
                    <a:pt x="3" y="15"/>
                    <a:pt x="2" y="23"/>
                  </a:cubicBezTo>
                  <a:cubicBezTo>
                    <a:pt x="0" y="42"/>
                    <a:pt x="19" y="59"/>
                    <a:pt x="41" y="57"/>
                  </a:cubicBezTo>
                  <a:cubicBezTo>
                    <a:pt x="63" y="56"/>
                    <a:pt x="74" y="37"/>
                    <a:pt x="69" y="24"/>
                  </a:cubicBezTo>
                  <a:cubicBezTo>
                    <a:pt x="64" y="12"/>
                    <a:pt x="58" y="9"/>
                    <a:pt x="40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1" name="Freeform 1027">
              <a:extLst>
                <a:ext uri="{FF2B5EF4-FFF2-40B4-BE49-F238E27FC236}">
                  <a16:creationId xmlns:a16="http://schemas.microsoft.com/office/drawing/2014/main" id="{A1EEABEA-4563-41BD-9C9C-03CAEE992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153"/>
              <a:ext cx="79" cy="56"/>
            </a:xfrm>
            <a:custGeom>
              <a:avLst/>
              <a:gdLst>
                <a:gd name="T0" fmla="*/ 249 w 41"/>
                <a:gd name="T1" fmla="*/ 44 h 27"/>
                <a:gd name="T2" fmla="*/ 272 w 41"/>
                <a:gd name="T3" fmla="*/ 160 h 27"/>
                <a:gd name="T4" fmla="*/ 108 w 41"/>
                <a:gd name="T5" fmla="*/ 207 h 27"/>
                <a:gd name="T6" fmla="*/ 8 w 41"/>
                <a:gd name="T7" fmla="*/ 100 h 27"/>
                <a:gd name="T8" fmla="*/ 29 w 41"/>
                <a:gd name="T9" fmla="*/ 0 h 27"/>
                <a:gd name="T10" fmla="*/ 29 w 41"/>
                <a:gd name="T11" fmla="*/ 0 h 27"/>
                <a:gd name="T12" fmla="*/ 8 w 41"/>
                <a:gd name="T13" fmla="*/ 100 h 27"/>
                <a:gd name="T14" fmla="*/ 108 w 41"/>
                <a:gd name="T15" fmla="*/ 216 h 27"/>
                <a:gd name="T16" fmla="*/ 272 w 41"/>
                <a:gd name="T17" fmla="*/ 168 h 27"/>
                <a:gd name="T18" fmla="*/ 249 w 41"/>
                <a:gd name="T19" fmla="*/ 44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7">
                  <a:moveTo>
                    <a:pt x="35" y="5"/>
                  </a:moveTo>
                  <a:cubicBezTo>
                    <a:pt x="40" y="9"/>
                    <a:pt x="40" y="14"/>
                    <a:pt x="38" y="18"/>
                  </a:cubicBezTo>
                  <a:cubicBezTo>
                    <a:pt x="34" y="23"/>
                    <a:pt x="26" y="27"/>
                    <a:pt x="15" y="23"/>
                  </a:cubicBezTo>
                  <a:cubicBezTo>
                    <a:pt x="5" y="20"/>
                    <a:pt x="2" y="14"/>
                    <a:pt x="1" y="11"/>
                  </a:cubicBezTo>
                  <a:cubicBezTo>
                    <a:pt x="0" y="6"/>
                    <a:pt x="2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0" y="6"/>
                    <a:pt x="1" y="11"/>
                  </a:cubicBezTo>
                  <a:cubicBezTo>
                    <a:pt x="1" y="15"/>
                    <a:pt x="4" y="20"/>
                    <a:pt x="15" y="24"/>
                  </a:cubicBezTo>
                  <a:cubicBezTo>
                    <a:pt x="26" y="27"/>
                    <a:pt x="35" y="24"/>
                    <a:pt x="38" y="19"/>
                  </a:cubicBezTo>
                  <a:cubicBezTo>
                    <a:pt x="41" y="14"/>
                    <a:pt x="40" y="9"/>
                    <a:pt x="35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2" name="Freeform 1028">
              <a:extLst>
                <a:ext uri="{FF2B5EF4-FFF2-40B4-BE49-F238E27FC236}">
                  <a16:creationId xmlns:a16="http://schemas.microsoft.com/office/drawing/2014/main" id="{2225CCFA-3B8A-4899-9606-E52AA394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262"/>
              <a:ext cx="122" cy="79"/>
            </a:xfrm>
            <a:custGeom>
              <a:avLst/>
              <a:gdLst>
                <a:gd name="T0" fmla="*/ 72 w 63"/>
                <a:gd name="T1" fmla="*/ 208 h 38"/>
                <a:gd name="T2" fmla="*/ 79 w 63"/>
                <a:gd name="T3" fmla="*/ 152 h 38"/>
                <a:gd name="T4" fmla="*/ 79 w 63"/>
                <a:gd name="T5" fmla="*/ 91 h 38"/>
                <a:gd name="T6" fmla="*/ 124 w 63"/>
                <a:gd name="T7" fmla="*/ 100 h 38"/>
                <a:gd name="T8" fmla="*/ 153 w 63"/>
                <a:gd name="T9" fmla="*/ 25 h 38"/>
                <a:gd name="T10" fmla="*/ 209 w 63"/>
                <a:gd name="T11" fmla="*/ 25 h 38"/>
                <a:gd name="T12" fmla="*/ 277 w 63"/>
                <a:gd name="T13" fmla="*/ 0 h 38"/>
                <a:gd name="T14" fmla="*/ 333 w 63"/>
                <a:gd name="T15" fmla="*/ 35 h 38"/>
                <a:gd name="T16" fmla="*/ 401 w 63"/>
                <a:gd name="T17" fmla="*/ 64 h 38"/>
                <a:gd name="T18" fmla="*/ 401 w 63"/>
                <a:gd name="T19" fmla="*/ 173 h 38"/>
                <a:gd name="T20" fmla="*/ 443 w 63"/>
                <a:gd name="T21" fmla="*/ 208 h 38"/>
                <a:gd name="T22" fmla="*/ 420 w 63"/>
                <a:gd name="T23" fmla="*/ 268 h 38"/>
                <a:gd name="T24" fmla="*/ 364 w 63"/>
                <a:gd name="T25" fmla="*/ 277 h 38"/>
                <a:gd name="T26" fmla="*/ 312 w 63"/>
                <a:gd name="T27" fmla="*/ 260 h 38"/>
                <a:gd name="T28" fmla="*/ 325 w 63"/>
                <a:gd name="T29" fmla="*/ 316 h 38"/>
                <a:gd name="T30" fmla="*/ 240 w 63"/>
                <a:gd name="T31" fmla="*/ 324 h 38"/>
                <a:gd name="T32" fmla="*/ 209 w 63"/>
                <a:gd name="T33" fmla="*/ 297 h 38"/>
                <a:gd name="T34" fmla="*/ 168 w 63"/>
                <a:gd name="T35" fmla="*/ 308 h 38"/>
                <a:gd name="T36" fmla="*/ 116 w 63"/>
                <a:gd name="T37" fmla="*/ 308 h 38"/>
                <a:gd name="T38" fmla="*/ 72 w 63"/>
                <a:gd name="T39" fmla="*/ 324 h 38"/>
                <a:gd name="T40" fmla="*/ 56 w 63"/>
                <a:gd name="T41" fmla="*/ 260 h 38"/>
                <a:gd name="T42" fmla="*/ 87 w 63"/>
                <a:gd name="T43" fmla="*/ 241 h 38"/>
                <a:gd name="T44" fmla="*/ 72 w 63"/>
                <a:gd name="T45" fmla="*/ 208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3" h="38">
                  <a:moveTo>
                    <a:pt x="10" y="23"/>
                  </a:moveTo>
                  <a:cubicBezTo>
                    <a:pt x="10" y="20"/>
                    <a:pt x="11" y="21"/>
                    <a:pt x="11" y="17"/>
                  </a:cubicBezTo>
                  <a:cubicBezTo>
                    <a:pt x="10" y="16"/>
                    <a:pt x="10" y="11"/>
                    <a:pt x="11" y="10"/>
                  </a:cubicBezTo>
                  <a:cubicBezTo>
                    <a:pt x="14" y="7"/>
                    <a:pt x="14" y="14"/>
                    <a:pt x="17" y="11"/>
                  </a:cubicBezTo>
                  <a:cubicBezTo>
                    <a:pt x="19" y="8"/>
                    <a:pt x="16" y="4"/>
                    <a:pt x="21" y="3"/>
                  </a:cubicBezTo>
                  <a:cubicBezTo>
                    <a:pt x="23" y="2"/>
                    <a:pt x="27" y="3"/>
                    <a:pt x="29" y="3"/>
                  </a:cubicBezTo>
                  <a:cubicBezTo>
                    <a:pt x="32" y="2"/>
                    <a:pt x="35" y="0"/>
                    <a:pt x="38" y="0"/>
                  </a:cubicBezTo>
                  <a:cubicBezTo>
                    <a:pt x="42" y="0"/>
                    <a:pt x="43" y="3"/>
                    <a:pt x="46" y="4"/>
                  </a:cubicBezTo>
                  <a:cubicBezTo>
                    <a:pt x="49" y="6"/>
                    <a:pt x="53" y="5"/>
                    <a:pt x="55" y="7"/>
                  </a:cubicBezTo>
                  <a:cubicBezTo>
                    <a:pt x="63" y="12"/>
                    <a:pt x="49" y="15"/>
                    <a:pt x="55" y="19"/>
                  </a:cubicBezTo>
                  <a:cubicBezTo>
                    <a:pt x="57" y="21"/>
                    <a:pt x="60" y="20"/>
                    <a:pt x="61" y="23"/>
                  </a:cubicBezTo>
                  <a:cubicBezTo>
                    <a:pt x="62" y="25"/>
                    <a:pt x="60" y="29"/>
                    <a:pt x="58" y="30"/>
                  </a:cubicBezTo>
                  <a:cubicBezTo>
                    <a:pt x="56" y="31"/>
                    <a:pt x="54" y="32"/>
                    <a:pt x="50" y="31"/>
                  </a:cubicBezTo>
                  <a:cubicBezTo>
                    <a:pt x="48" y="31"/>
                    <a:pt x="44" y="27"/>
                    <a:pt x="43" y="29"/>
                  </a:cubicBezTo>
                  <a:cubicBezTo>
                    <a:pt x="41" y="31"/>
                    <a:pt x="46" y="32"/>
                    <a:pt x="45" y="35"/>
                  </a:cubicBezTo>
                  <a:cubicBezTo>
                    <a:pt x="43" y="38"/>
                    <a:pt x="36" y="38"/>
                    <a:pt x="33" y="36"/>
                  </a:cubicBezTo>
                  <a:cubicBezTo>
                    <a:pt x="32" y="35"/>
                    <a:pt x="31" y="33"/>
                    <a:pt x="29" y="33"/>
                  </a:cubicBezTo>
                  <a:cubicBezTo>
                    <a:pt x="26" y="32"/>
                    <a:pt x="25" y="34"/>
                    <a:pt x="23" y="34"/>
                  </a:cubicBezTo>
                  <a:cubicBezTo>
                    <a:pt x="20" y="34"/>
                    <a:pt x="19" y="33"/>
                    <a:pt x="16" y="34"/>
                  </a:cubicBezTo>
                  <a:cubicBezTo>
                    <a:pt x="14" y="35"/>
                    <a:pt x="14" y="36"/>
                    <a:pt x="10" y="36"/>
                  </a:cubicBezTo>
                  <a:cubicBezTo>
                    <a:pt x="5" y="35"/>
                    <a:pt x="0" y="30"/>
                    <a:pt x="8" y="29"/>
                  </a:cubicBezTo>
                  <a:cubicBezTo>
                    <a:pt x="10" y="29"/>
                    <a:pt x="11" y="30"/>
                    <a:pt x="12" y="27"/>
                  </a:cubicBezTo>
                  <a:cubicBezTo>
                    <a:pt x="12" y="25"/>
                    <a:pt x="10" y="26"/>
                    <a:pt x="10" y="23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3" name="Freeform 1029">
              <a:extLst>
                <a:ext uri="{FF2B5EF4-FFF2-40B4-BE49-F238E27FC236}">
                  <a16:creationId xmlns:a16="http://schemas.microsoft.com/office/drawing/2014/main" id="{C5ED67CC-0A9C-4F4F-AAB8-D531CF62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320"/>
              <a:ext cx="48" cy="19"/>
            </a:xfrm>
            <a:custGeom>
              <a:avLst/>
              <a:gdLst>
                <a:gd name="T0" fmla="*/ 77 w 25"/>
                <a:gd name="T1" fmla="*/ 27 h 9"/>
                <a:gd name="T2" fmla="*/ 148 w 25"/>
                <a:gd name="T3" fmla="*/ 76 h 9"/>
                <a:gd name="T4" fmla="*/ 169 w 25"/>
                <a:gd name="T5" fmla="*/ 57 h 9"/>
                <a:gd name="T6" fmla="*/ 161 w 25"/>
                <a:gd name="T7" fmla="*/ 17 h 9"/>
                <a:gd name="T8" fmla="*/ 148 w 25"/>
                <a:gd name="T9" fmla="*/ 49 h 9"/>
                <a:gd name="T10" fmla="*/ 108 w 25"/>
                <a:gd name="T11" fmla="*/ 17 h 9"/>
                <a:gd name="T12" fmla="*/ 48 w 25"/>
                <a:gd name="T13" fmla="*/ 8 h 9"/>
                <a:gd name="T14" fmla="*/ 0 w 25"/>
                <a:gd name="T15" fmla="*/ 0 h 9"/>
                <a:gd name="T16" fmla="*/ 44 w 25"/>
                <a:gd name="T17" fmla="*/ 17 h 9"/>
                <a:gd name="T18" fmla="*/ 69 w 25"/>
                <a:gd name="T19" fmla="*/ 27 h 9"/>
                <a:gd name="T20" fmla="*/ 84 w 25"/>
                <a:gd name="T21" fmla="*/ 36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9">
                  <a:moveTo>
                    <a:pt x="11" y="3"/>
                  </a:moveTo>
                  <a:cubicBezTo>
                    <a:pt x="14" y="6"/>
                    <a:pt x="16" y="9"/>
                    <a:pt x="21" y="8"/>
                  </a:cubicBezTo>
                  <a:cubicBezTo>
                    <a:pt x="22" y="8"/>
                    <a:pt x="24" y="8"/>
                    <a:pt x="24" y="6"/>
                  </a:cubicBezTo>
                  <a:cubicBezTo>
                    <a:pt x="25" y="5"/>
                    <a:pt x="23" y="3"/>
                    <a:pt x="23" y="2"/>
                  </a:cubicBezTo>
                  <a:cubicBezTo>
                    <a:pt x="22" y="2"/>
                    <a:pt x="22" y="5"/>
                    <a:pt x="21" y="5"/>
                  </a:cubicBezTo>
                  <a:cubicBezTo>
                    <a:pt x="19" y="7"/>
                    <a:pt x="17" y="3"/>
                    <a:pt x="15" y="2"/>
                  </a:cubicBezTo>
                  <a:cubicBezTo>
                    <a:pt x="13" y="1"/>
                    <a:pt x="10" y="1"/>
                    <a:pt x="7" y="1"/>
                  </a:cubicBezTo>
                  <a:cubicBezTo>
                    <a:pt x="5" y="1"/>
                    <a:pt x="2" y="0"/>
                    <a:pt x="0" y="0"/>
                  </a:cubicBezTo>
                  <a:cubicBezTo>
                    <a:pt x="1" y="2"/>
                    <a:pt x="4" y="2"/>
                    <a:pt x="6" y="2"/>
                  </a:cubicBezTo>
                  <a:cubicBezTo>
                    <a:pt x="7" y="3"/>
                    <a:pt x="9" y="2"/>
                    <a:pt x="10" y="3"/>
                  </a:cubicBezTo>
                  <a:cubicBezTo>
                    <a:pt x="11" y="3"/>
                    <a:pt x="11" y="4"/>
                    <a:pt x="12" y="4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4" name="Freeform 1030">
              <a:extLst>
                <a:ext uri="{FF2B5EF4-FFF2-40B4-BE49-F238E27FC236}">
                  <a16:creationId xmlns:a16="http://schemas.microsoft.com/office/drawing/2014/main" id="{3A73133B-CC1D-4B9D-BF24-ACD13A71A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320"/>
              <a:ext cx="40" cy="15"/>
            </a:xfrm>
            <a:custGeom>
              <a:avLst/>
              <a:gdLst>
                <a:gd name="T0" fmla="*/ 0 w 21"/>
                <a:gd name="T1" fmla="*/ 41 h 7"/>
                <a:gd name="T2" fmla="*/ 69 w 21"/>
                <a:gd name="T3" fmla="*/ 51 h 7"/>
                <a:gd name="T4" fmla="*/ 105 w 21"/>
                <a:gd name="T5" fmla="*/ 41 h 7"/>
                <a:gd name="T6" fmla="*/ 145 w 21"/>
                <a:gd name="T7" fmla="*/ 28 h 7"/>
                <a:gd name="T8" fmla="*/ 109 w 21"/>
                <a:gd name="T9" fmla="*/ 28 h 7"/>
                <a:gd name="T10" fmla="*/ 84 w 21"/>
                <a:gd name="T11" fmla="*/ 0 h 7"/>
                <a:gd name="T12" fmla="*/ 55 w 21"/>
                <a:gd name="T13" fmla="*/ 41 h 7"/>
                <a:gd name="T14" fmla="*/ 15 w 21"/>
                <a:gd name="T15" fmla="*/ 41 h 7"/>
                <a:gd name="T16" fmla="*/ 0 w 21"/>
                <a:gd name="T17" fmla="*/ 28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2" y="7"/>
                    <a:pt x="7" y="7"/>
                    <a:pt x="10" y="5"/>
                  </a:cubicBezTo>
                  <a:cubicBezTo>
                    <a:pt x="12" y="4"/>
                    <a:pt x="13" y="4"/>
                    <a:pt x="15" y="4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0" y="4"/>
                    <a:pt x="17" y="3"/>
                    <a:pt x="16" y="3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2" y="2"/>
                    <a:pt x="9" y="3"/>
                    <a:pt x="8" y="4"/>
                  </a:cubicBezTo>
                  <a:cubicBezTo>
                    <a:pt x="6" y="4"/>
                    <a:pt x="4" y="4"/>
                    <a:pt x="2" y="4"/>
                  </a:cubicBezTo>
                  <a:cubicBezTo>
                    <a:pt x="2" y="3"/>
                    <a:pt x="1" y="3"/>
                    <a:pt x="0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5" name="Freeform 1031">
              <a:extLst>
                <a:ext uri="{FF2B5EF4-FFF2-40B4-BE49-F238E27FC236}">
                  <a16:creationId xmlns:a16="http://schemas.microsoft.com/office/drawing/2014/main" id="{6D745B2D-EBBC-4DD2-BF8B-6F1029984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310"/>
              <a:ext cx="43" cy="16"/>
            </a:xfrm>
            <a:custGeom>
              <a:avLst/>
              <a:gdLst>
                <a:gd name="T0" fmla="*/ 53 w 22"/>
                <a:gd name="T1" fmla="*/ 40 h 8"/>
                <a:gd name="T2" fmla="*/ 127 w 22"/>
                <a:gd name="T3" fmla="*/ 56 h 8"/>
                <a:gd name="T4" fmla="*/ 149 w 22"/>
                <a:gd name="T5" fmla="*/ 0 h 8"/>
                <a:gd name="T6" fmla="*/ 127 w 22"/>
                <a:gd name="T7" fmla="*/ 40 h 8"/>
                <a:gd name="T8" fmla="*/ 76 w 22"/>
                <a:gd name="T9" fmla="*/ 24 h 8"/>
                <a:gd name="T10" fmla="*/ 23 w 22"/>
                <a:gd name="T11" fmla="*/ 16 h 8"/>
                <a:gd name="T12" fmla="*/ 8 w 22"/>
                <a:gd name="T13" fmla="*/ 64 h 8"/>
                <a:gd name="T14" fmla="*/ 53 w 22"/>
                <a:gd name="T15" fmla="*/ 4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8">
                  <a:moveTo>
                    <a:pt x="7" y="5"/>
                  </a:moveTo>
                  <a:cubicBezTo>
                    <a:pt x="10" y="7"/>
                    <a:pt x="14" y="8"/>
                    <a:pt x="17" y="7"/>
                  </a:cubicBezTo>
                  <a:cubicBezTo>
                    <a:pt x="20" y="6"/>
                    <a:pt x="22" y="3"/>
                    <a:pt x="20" y="0"/>
                  </a:cubicBezTo>
                  <a:cubicBezTo>
                    <a:pt x="20" y="2"/>
                    <a:pt x="19" y="4"/>
                    <a:pt x="17" y="5"/>
                  </a:cubicBezTo>
                  <a:cubicBezTo>
                    <a:pt x="15" y="5"/>
                    <a:pt x="12" y="3"/>
                    <a:pt x="10" y="3"/>
                  </a:cubicBezTo>
                  <a:cubicBezTo>
                    <a:pt x="8" y="2"/>
                    <a:pt x="5" y="1"/>
                    <a:pt x="3" y="2"/>
                  </a:cubicBezTo>
                  <a:cubicBezTo>
                    <a:pt x="1" y="3"/>
                    <a:pt x="0" y="6"/>
                    <a:pt x="1" y="8"/>
                  </a:cubicBezTo>
                  <a:cubicBezTo>
                    <a:pt x="1" y="5"/>
                    <a:pt x="5" y="4"/>
                    <a:pt x="7" y="5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6" name="Freeform 1032">
              <a:extLst>
                <a:ext uri="{FF2B5EF4-FFF2-40B4-BE49-F238E27FC236}">
                  <a16:creationId xmlns:a16="http://schemas.microsoft.com/office/drawing/2014/main" id="{221E0366-6D3E-43B0-92E5-31D2ED35F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271"/>
              <a:ext cx="25" cy="26"/>
            </a:xfrm>
            <a:custGeom>
              <a:avLst/>
              <a:gdLst>
                <a:gd name="T0" fmla="*/ 44 w 13"/>
                <a:gd name="T1" fmla="*/ 16 h 13"/>
                <a:gd name="T2" fmla="*/ 85 w 13"/>
                <a:gd name="T3" fmla="*/ 56 h 13"/>
                <a:gd name="T4" fmla="*/ 56 w 13"/>
                <a:gd name="T5" fmla="*/ 104 h 13"/>
                <a:gd name="T6" fmla="*/ 37 w 13"/>
                <a:gd name="T7" fmla="*/ 80 h 13"/>
                <a:gd name="T8" fmla="*/ 48 w 13"/>
                <a:gd name="T9" fmla="*/ 64 h 13"/>
                <a:gd name="T10" fmla="*/ 29 w 13"/>
                <a:gd name="T11" fmla="*/ 24 h 13"/>
                <a:gd name="T12" fmla="*/ 0 w 13"/>
                <a:gd name="T13" fmla="*/ 0 h 13"/>
                <a:gd name="T14" fmla="*/ 48 w 13"/>
                <a:gd name="T15" fmla="*/ 24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8" y="3"/>
                    <a:pt x="13" y="4"/>
                    <a:pt x="12" y="7"/>
                  </a:cubicBezTo>
                  <a:cubicBezTo>
                    <a:pt x="11" y="9"/>
                    <a:pt x="7" y="10"/>
                    <a:pt x="8" y="13"/>
                  </a:cubicBezTo>
                  <a:cubicBezTo>
                    <a:pt x="7" y="12"/>
                    <a:pt x="5" y="11"/>
                    <a:pt x="5" y="10"/>
                  </a:cubicBezTo>
                  <a:cubicBezTo>
                    <a:pt x="4" y="8"/>
                    <a:pt x="6" y="9"/>
                    <a:pt x="7" y="8"/>
                  </a:cubicBezTo>
                  <a:cubicBezTo>
                    <a:pt x="9" y="6"/>
                    <a:pt x="6" y="4"/>
                    <a:pt x="4" y="3"/>
                  </a:cubicBezTo>
                  <a:cubicBezTo>
                    <a:pt x="2" y="3"/>
                    <a:pt x="1" y="2"/>
                    <a:pt x="0" y="0"/>
                  </a:cubicBezTo>
                  <a:cubicBezTo>
                    <a:pt x="0" y="3"/>
                    <a:pt x="5" y="2"/>
                    <a:pt x="7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7" name="Freeform 1033">
              <a:extLst>
                <a:ext uri="{FF2B5EF4-FFF2-40B4-BE49-F238E27FC236}">
                  <a16:creationId xmlns:a16="http://schemas.microsoft.com/office/drawing/2014/main" id="{3DEBAEFC-3A67-484F-83D3-5F9F86F57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275"/>
              <a:ext cx="27" cy="24"/>
            </a:xfrm>
            <a:custGeom>
              <a:avLst/>
              <a:gdLst>
                <a:gd name="T0" fmla="*/ 29 w 14"/>
                <a:gd name="T1" fmla="*/ 64 h 12"/>
                <a:gd name="T2" fmla="*/ 93 w 14"/>
                <a:gd name="T3" fmla="*/ 0 h 12"/>
                <a:gd name="T4" fmla="*/ 64 w 14"/>
                <a:gd name="T5" fmla="*/ 80 h 12"/>
                <a:gd name="T6" fmla="*/ 0 w 14"/>
                <a:gd name="T7" fmla="*/ 6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4" y="8"/>
                  </a:moveTo>
                  <a:cubicBezTo>
                    <a:pt x="7" y="9"/>
                    <a:pt x="13" y="3"/>
                    <a:pt x="13" y="0"/>
                  </a:cubicBezTo>
                  <a:cubicBezTo>
                    <a:pt x="14" y="4"/>
                    <a:pt x="13" y="8"/>
                    <a:pt x="9" y="10"/>
                  </a:cubicBezTo>
                  <a:cubicBezTo>
                    <a:pt x="6" y="12"/>
                    <a:pt x="4" y="9"/>
                    <a:pt x="0" y="8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8" name="Freeform 1034">
              <a:extLst>
                <a:ext uri="{FF2B5EF4-FFF2-40B4-BE49-F238E27FC236}">
                  <a16:creationId xmlns:a16="http://schemas.microsoft.com/office/drawing/2014/main" id="{854A069E-4A8C-4B9B-968F-D1A9471E1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283"/>
              <a:ext cx="14" cy="14"/>
            </a:xfrm>
            <a:custGeom>
              <a:avLst/>
              <a:gdLst>
                <a:gd name="T0" fmla="*/ 16 w 7"/>
                <a:gd name="T1" fmla="*/ 8 h 7"/>
                <a:gd name="T2" fmla="*/ 56 w 7"/>
                <a:gd name="T3" fmla="*/ 0 h 7"/>
                <a:gd name="T4" fmla="*/ 24 w 7"/>
                <a:gd name="T5" fmla="*/ 40 h 7"/>
                <a:gd name="T6" fmla="*/ 8 w 7"/>
                <a:gd name="T7" fmla="*/ 32 h 7"/>
                <a:gd name="T8" fmla="*/ 0 w 7"/>
                <a:gd name="T9" fmla="*/ 56 h 7"/>
                <a:gd name="T10" fmla="*/ 0 w 7"/>
                <a:gd name="T11" fmla="*/ 24 h 7"/>
                <a:gd name="T12" fmla="*/ 8 w 7"/>
                <a:gd name="T13" fmla="*/ 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2"/>
                    <a:pt x="6" y="3"/>
                    <a:pt x="7" y="0"/>
                  </a:cubicBezTo>
                  <a:cubicBezTo>
                    <a:pt x="7" y="2"/>
                    <a:pt x="6" y="5"/>
                    <a:pt x="3" y="5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4"/>
                    <a:pt x="0" y="6"/>
                    <a:pt x="0" y="7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2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9" name="Freeform 1035">
              <a:extLst>
                <a:ext uri="{FF2B5EF4-FFF2-40B4-BE49-F238E27FC236}">
                  <a16:creationId xmlns:a16="http://schemas.microsoft.com/office/drawing/2014/main" id="{8ED00645-4A87-4EFD-BD81-FA8AEA50D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285"/>
              <a:ext cx="11" cy="14"/>
            </a:xfrm>
            <a:custGeom>
              <a:avLst/>
              <a:gdLst>
                <a:gd name="T0" fmla="*/ 0 w 6"/>
                <a:gd name="T1" fmla="*/ 24 h 7"/>
                <a:gd name="T2" fmla="*/ 24 w 6"/>
                <a:gd name="T3" fmla="*/ 56 h 7"/>
                <a:gd name="T4" fmla="*/ 20 w 6"/>
                <a:gd name="T5" fmla="*/ 24 h 7"/>
                <a:gd name="T6" fmla="*/ 37 w 6"/>
                <a:gd name="T7" fmla="*/ 0 h 7"/>
                <a:gd name="T8" fmla="*/ 20 w 6"/>
                <a:gd name="T9" fmla="*/ 24 h 7"/>
                <a:gd name="T10" fmla="*/ 0 w 6"/>
                <a:gd name="T11" fmla="*/ 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1" y="5"/>
                    <a:pt x="2" y="6"/>
                    <a:pt x="4" y="7"/>
                  </a:cubicBezTo>
                  <a:cubicBezTo>
                    <a:pt x="3" y="6"/>
                    <a:pt x="3" y="5"/>
                    <a:pt x="3" y="3"/>
                  </a:cubicBezTo>
                  <a:cubicBezTo>
                    <a:pt x="4" y="2"/>
                    <a:pt x="6" y="2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0" name="Freeform 1036">
              <a:extLst>
                <a:ext uri="{FF2B5EF4-FFF2-40B4-BE49-F238E27FC236}">
                  <a16:creationId xmlns:a16="http://schemas.microsoft.com/office/drawing/2014/main" id="{0FAA7EBD-4F2E-441C-817C-E5F80616F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324"/>
              <a:ext cx="27" cy="13"/>
            </a:xfrm>
            <a:custGeom>
              <a:avLst/>
              <a:gdLst>
                <a:gd name="T0" fmla="*/ 44 w 14"/>
                <a:gd name="T1" fmla="*/ 61 h 6"/>
                <a:gd name="T2" fmla="*/ 93 w 14"/>
                <a:gd name="T3" fmla="*/ 52 h 6"/>
                <a:gd name="T4" fmla="*/ 85 w 14"/>
                <a:gd name="T5" fmla="*/ 0 h 6"/>
                <a:gd name="T6" fmla="*/ 44 w 14"/>
                <a:gd name="T7" fmla="*/ 52 h 6"/>
                <a:gd name="T8" fmla="*/ 0 w 14"/>
                <a:gd name="T9" fmla="*/ 20 h 6"/>
                <a:gd name="T10" fmla="*/ 56 w 14"/>
                <a:gd name="T11" fmla="*/ 6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6">
                  <a:moveTo>
                    <a:pt x="6" y="6"/>
                  </a:moveTo>
                  <a:cubicBezTo>
                    <a:pt x="8" y="6"/>
                    <a:pt x="11" y="6"/>
                    <a:pt x="13" y="5"/>
                  </a:cubicBezTo>
                  <a:cubicBezTo>
                    <a:pt x="14" y="4"/>
                    <a:pt x="13" y="1"/>
                    <a:pt x="12" y="0"/>
                  </a:cubicBezTo>
                  <a:cubicBezTo>
                    <a:pt x="10" y="2"/>
                    <a:pt x="11" y="6"/>
                    <a:pt x="6" y="5"/>
                  </a:cubicBezTo>
                  <a:cubicBezTo>
                    <a:pt x="4" y="4"/>
                    <a:pt x="2" y="2"/>
                    <a:pt x="0" y="2"/>
                  </a:cubicBezTo>
                  <a:cubicBezTo>
                    <a:pt x="2" y="3"/>
                    <a:pt x="5" y="6"/>
                    <a:pt x="8" y="6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1" name="Freeform 1037">
              <a:extLst>
                <a:ext uri="{FF2B5EF4-FFF2-40B4-BE49-F238E27FC236}">
                  <a16:creationId xmlns:a16="http://schemas.microsoft.com/office/drawing/2014/main" id="{A5E1E4B1-E2B4-4CCB-8516-A08D34A9C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1318"/>
              <a:ext cx="23" cy="6"/>
            </a:xfrm>
            <a:custGeom>
              <a:avLst/>
              <a:gdLst>
                <a:gd name="T0" fmla="*/ 0 w 12"/>
                <a:gd name="T1" fmla="*/ 16 h 3"/>
                <a:gd name="T2" fmla="*/ 44 w 12"/>
                <a:gd name="T3" fmla="*/ 24 h 3"/>
                <a:gd name="T4" fmla="*/ 84 w 12"/>
                <a:gd name="T5" fmla="*/ 0 h 3"/>
                <a:gd name="T6" fmla="*/ 0 w 12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">
                  <a:moveTo>
                    <a:pt x="0" y="2"/>
                  </a:moveTo>
                  <a:cubicBezTo>
                    <a:pt x="2" y="3"/>
                    <a:pt x="4" y="3"/>
                    <a:pt x="6" y="3"/>
                  </a:cubicBezTo>
                  <a:cubicBezTo>
                    <a:pt x="8" y="3"/>
                    <a:pt x="12" y="2"/>
                    <a:pt x="12" y="0"/>
                  </a:cubicBezTo>
                  <a:cubicBezTo>
                    <a:pt x="9" y="3"/>
                    <a:pt x="4" y="3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2" name="Freeform 1038">
              <a:extLst>
                <a:ext uri="{FF2B5EF4-FFF2-40B4-BE49-F238E27FC236}">
                  <a16:creationId xmlns:a16="http://schemas.microsoft.com/office/drawing/2014/main" id="{80D639B0-9938-4554-8506-8BB7110C8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320"/>
              <a:ext cx="25" cy="12"/>
            </a:xfrm>
            <a:custGeom>
              <a:avLst/>
              <a:gdLst>
                <a:gd name="T0" fmla="*/ 0 w 13"/>
                <a:gd name="T1" fmla="*/ 48 h 6"/>
                <a:gd name="T2" fmla="*/ 56 w 13"/>
                <a:gd name="T3" fmla="*/ 32 h 6"/>
                <a:gd name="T4" fmla="*/ 77 w 13"/>
                <a:gd name="T5" fmla="*/ 32 h 6"/>
                <a:gd name="T6" fmla="*/ 92 w 13"/>
                <a:gd name="T7" fmla="*/ 24 h 6"/>
                <a:gd name="T8" fmla="*/ 56 w 13"/>
                <a:gd name="T9" fmla="*/ 24 h 6"/>
                <a:gd name="T10" fmla="*/ 29 w 13"/>
                <a:gd name="T11" fmla="*/ 0 h 6"/>
                <a:gd name="T12" fmla="*/ 23 w 13"/>
                <a:gd name="T13" fmla="*/ 24 h 6"/>
                <a:gd name="T14" fmla="*/ 0 w 13"/>
                <a:gd name="T15" fmla="*/ 4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3" y="5"/>
                    <a:pt x="4" y="4"/>
                    <a:pt x="8" y="4"/>
                  </a:cubicBezTo>
                  <a:cubicBezTo>
                    <a:pt x="9" y="5"/>
                    <a:pt x="9" y="4"/>
                    <a:pt x="11" y="4"/>
                  </a:cubicBezTo>
                  <a:cubicBezTo>
                    <a:pt x="11" y="4"/>
                    <a:pt x="12" y="3"/>
                    <a:pt x="13" y="3"/>
                  </a:cubicBezTo>
                  <a:cubicBezTo>
                    <a:pt x="11" y="2"/>
                    <a:pt x="10" y="3"/>
                    <a:pt x="8" y="3"/>
                  </a:cubicBezTo>
                  <a:cubicBezTo>
                    <a:pt x="6" y="3"/>
                    <a:pt x="5" y="2"/>
                    <a:pt x="4" y="0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2" y="4"/>
                    <a:pt x="1" y="5"/>
                    <a:pt x="0" y="5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3" name="Freeform 1039">
              <a:extLst>
                <a:ext uri="{FF2B5EF4-FFF2-40B4-BE49-F238E27FC236}">
                  <a16:creationId xmlns:a16="http://schemas.microsoft.com/office/drawing/2014/main" id="{AB4ECE47-8EE1-4BF5-B829-3099DC7CF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269"/>
              <a:ext cx="26" cy="8"/>
            </a:xfrm>
            <a:custGeom>
              <a:avLst/>
              <a:gdLst>
                <a:gd name="T0" fmla="*/ 0 w 13"/>
                <a:gd name="T1" fmla="*/ 24 h 4"/>
                <a:gd name="T2" fmla="*/ 32 w 13"/>
                <a:gd name="T3" fmla="*/ 16 h 4"/>
                <a:gd name="T4" fmla="*/ 104 w 13"/>
                <a:gd name="T5" fmla="*/ 0 h 4"/>
                <a:gd name="T6" fmla="*/ 80 w 13"/>
                <a:gd name="T7" fmla="*/ 24 h 4"/>
                <a:gd name="T8" fmla="*/ 56 w 13"/>
                <a:gd name="T9" fmla="*/ 24 h 4"/>
                <a:gd name="T10" fmla="*/ 0 w 13"/>
                <a:gd name="T11" fmla="*/ 3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">
                  <a:moveTo>
                    <a:pt x="0" y="3"/>
                  </a:moveTo>
                  <a:cubicBezTo>
                    <a:pt x="1" y="1"/>
                    <a:pt x="2" y="1"/>
                    <a:pt x="4" y="2"/>
                  </a:cubicBezTo>
                  <a:cubicBezTo>
                    <a:pt x="8" y="2"/>
                    <a:pt x="10" y="1"/>
                    <a:pt x="13" y="0"/>
                  </a:cubicBezTo>
                  <a:cubicBezTo>
                    <a:pt x="12" y="1"/>
                    <a:pt x="11" y="2"/>
                    <a:pt x="10" y="3"/>
                  </a:cubicBezTo>
                  <a:cubicBezTo>
                    <a:pt x="8" y="4"/>
                    <a:pt x="9" y="3"/>
                    <a:pt x="7" y="3"/>
                  </a:cubicBezTo>
                  <a:cubicBezTo>
                    <a:pt x="4" y="3"/>
                    <a:pt x="2" y="3"/>
                    <a:pt x="0" y="4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4" name="Freeform 1040">
              <a:extLst>
                <a:ext uri="{FF2B5EF4-FFF2-40B4-BE49-F238E27FC236}">
                  <a16:creationId xmlns:a16="http://schemas.microsoft.com/office/drawing/2014/main" id="{D7FE8B06-C538-44B5-8BAD-96EECDC1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289"/>
              <a:ext cx="17" cy="19"/>
            </a:xfrm>
            <a:custGeom>
              <a:avLst/>
              <a:gdLst>
                <a:gd name="T0" fmla="*/ 0 w 9"/>
                <a:gd name="T1" fmla="*/ 0 h 9"/>
                <a:gd name="T2" fmla="*/ 28 w 9"/>
                <a:gd name="T3" fmla="*/ 57 h 9"/>
                <a:gd name="T4" fmla="*/ 60 w 9"/>
                <a:gd name="T5" fmla="*/ 84 h 9"/>
                <a:gd name="T6" fmla="*/ 21 w 9"/>
                <a:gd name="T7" fmla="*/ 57 h 9"/>
                <a:gd name="T8" fmla="*/ 8 w 9"/>
                <a:gd name="T9" fmla="*/ 27 h 9"/>
                <a:gd name="T10" fmla="*/ 0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2"/>
                    <a:pt x="2" y="4"/>
                    <a:pt x="4" y="6"/>
                  </a:cubicBezTo>
                  <a:cubicBezTo>
                    <a:pt x="5" y="7"/>
                    <a:pt x="8" y="8"/>
                    <a:pt x="9" y="9"/>
                  </a:cubicBezTo>
                  <a:cubicBezTo>
                    <a:pt x="7" y="9"/>
                    <a:pt x="5" y="8"/>
                    <a:pt x="3" y="6"/>
                  </a:cubicBezTo>
                  <a:cubicBezTo>
                    <a:pt x="2" y="5"/>
                    <a:pt x="1" y="5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5" name="Freeform 1041">
              <a:extLst>
                <a:ext uri="{FF2B5EF4-FFF2-40B4-BE49-F238E27FC236}">
                  <a16:creationId xmlns:a16="http://schemas.microsoft.com/office/drawing/2014/main" id="{2E506904-0314-426E-8629-FEF4CA95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262"/>
              <a:ext cx="122" cy="79"/>
            </a:xfrm>
            <a:custGeom>
              <a:avLst/>
              <a:gdLst>
                <a:gd name="T0" fmla="*/ 72 w 63"/>
                <a:gd name="T1" fmla="*/ 208 h 38"/>
                <a:gd name="T2" fmla="*/ 79 w 63"/>
                <a:gd name="T3" fmla="*/ 152 h 38"/>
                <a:gd name="T4" fmla="*/ 79 w 63"/>
                <a:gd name="T5" fmla="*/ 91 h 38"/>
                <a:gd name="T6" fmla="*/ 124 w 63"/>
                <a:gd name="T7" fmla="*/ 100 h 38"/>
                <a:gd name="T8" fmla="*/ 153 w 63"/>
                <a:gd name="T9" fmla="*/ 25 h 38"/>
                <a:gd name="T10" fmla="*/ 209 w 63"/>
                <a:gd name="T11" fmla="*/ 25 h 38"/>
                <a:gd name="T12" fmla="*/ 277 w 63"/>
                <a:gd name="T13" fmla="*/ 0 h 38"/>
                <a:gd name="T14" fmla="*/ 333 w 63"/>
                <a:gd name="T15" fmla="*/ 35 h 38"/>
                <a:gd name="T16" fmla="*/ 401 w 63"/>
                <a:gd name="T17" fmla="*/ 64 h 38"/>
                <a:gd name="T18" fmla="*/ 401 w 63"/>
                <a:gd name="T19" fmla="*/ 173 h 38"/>
                <a:gd name="T20" fmla="*/ 443 w 63"/>
                <a:gd name="T21" fmla="*/ 208 h 38"/>
                <a:gd name="T22" fmla="*/ 420 w 63"/>
                <a:gd name="T23" fmla="*/ 268 h 38"/>
                <a:gd name="T24" fmla="*/ 364 w 63"/>
                <a:gd name="T25" fmla="*/ 277 h 38"/>
                <a:gd name="T26" fmla="*/ 312 w 63"/>
                <a:gd name="T27" fmla="*/ 260 h 38"/>
                <a:gd name="T28" fmla="*/ 325 w 63"/>
                <a:gd name="T29" fmla="*/ 316 h 38"/>
                <a:gd name="T30" fmla="*/ 240 w 63"/>
                <a:gd name="T31" fmla="*/ 324 h 38"/>
                <a:gd name="T32" fmla="*/ 209 w 63"/>
                <a:gd name="T33" fmla="*/ 297 h 38"/>
                <a:gd name="T34" fmla="*/ 168 w 63"/>
                <a:gd name="T35" fmla="*/ 308 h 38"/>
                <a:gd name="T36" fmla="*/ 116 w 63"/>
                <a:gd name="T37" fmla="*/ 308 h 38"/>
                <a:gd name="T38" fmla="*/ 72 w 63"/>
                <a:gd name="T39" fmla="*/ 324 h 38"/>
                <a:gd name="T40" fmla="*/ 56 w 63"/>
                <a:gd name="T41" fmla="*/ 260 h 38"/>
                <a:gd name="T42" fmla="*/ 87 w 63"/>
                <a:gd name="T43" fmla="*/ 241 h 38"/>
                <a:gd name="T44" fmla="*/ 72 w 63"/>
                <a:gd name="T45" fmla="*/ 208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3" h="38">
                  <a:moveTo>
                    <a:pt x="10" y="23"/>
                  </a:moveTo>
                  <a:cubicBezTo>
                    <a:pt x="10" y="20"/>
                    <a:pt x="11" y="21"/>
                    <a:pt x="11" y="17"/>
                  </a:cubicBezTo>
                  <a:cubicBezTo>
                    <a:pt x="10" y="16"/>
                    <a:pt x="10" y="11"/>
                    <a:pt x="11" y="10"/>
                  </a:cubicBezTo>
                  <a:cubicBezTo>
                    <a:pt x="14" y="7"/>
                    <a:pt x="14" y="14"/>
                    <a:pt x="17" y="11"/>
                  </a:cubicBezTo>
                  <a:cubicBezTo>
                    <a:pt x="19" y="8"/>
                    <a:pt x="16" y="4"/>
                    <a:pt x="21" y="3"/>
                  </a:cubicBezTo>
                  <a:cubicBezTo>
                    <a:pt x="23" y="2"/>
                    <a:pt x="27" y="3"/>
                    <a:pt x="29" y="3"/>
                  </a:cubicBezTo>
                  <a:cubicBezTo>
                    <a:pt x="32" y="2"/>
                    <a:pt x="35" y="0"/>
                    <a:pt x="38" y="0"/>
                  </a:cubicBezTo>
                  <a:cubicBezTo>
                    <a:pt x="42" y="0"/>
                    <a:pt x="43" y="3"/>
                    <a:pt x="46" y="4"/>
                  </a:cubicBezTo>
                  <a:cubicBezTo>
                    <a:pt x="49" y="6"/>
                    <a:pt x="53" y="5"/>
                    <a:pt x="55" y="7"/>
                  </a:cubicBezTo>
                  <a:cubicBezTo>
                    <a:pt x="63" y="12"/>
                    <a:pt x="49" y="15"/>
                    <a:pt x="55" y="19"/>
                  </a:cubicBezTo>
                  <a:cubicBezTo>
                    <a:pt x="57" y="21"/>
                    <a:pt x="60" y="20"/>
                    <a:pt x="61" y="23"/>
                  </a:cubicBezTo>
                  <a:cubicBezTo>
                    <a:pt x="62" y="25"/>
                    <a:pt x="60" y="29"/>
                    <a:pt x="58" y="30"/>
                  </a:cubicBezTo>
                  <a:cubicBezTo>
                    <a:pt x="56" y="31"/>
                    <a:pt x="54" y="32"/>
                    <a:pt x="50" y="31"/>
                  </a:cubicBezTo>
                  <a:cubicBezTo>
                    <a:pt x="48" y="31"/>
                    <a:pt x="44" y="27"/>
                    <a:pt x="43" y="29"/>
                  </a:cubicBezTo>
                  <a:cubicBezTo>
                    <a:pt x="41" y="31"/>
                    <a:pt x="46" y="32"/>
                    <a:pt x="45" y="35"/>
                  </a:cubicBezTo>
                  <a:cubicBezTo>
                    <a:pt x="43" y="38"/>
                    <a:pt x="36" y="38"/>
                    <a:pt x="33" y="36"/>
                  </a:cubicBezTo>
                  <a:cubicBezTo>
                    <a:pt x="32" y="35"/>
                    <a:pt x="31" y="33"/>
                    <a:pt x="29" y="33"/>
                  </a:cubicBezTo>
                  <a:cubicBezTo>
                    <a:pt x="26" y="32"/>
                    <a:pt x="25" y="34"/>
                    <a:pt x="23" y="34"/>
                  </a:cubicBezTo>
                  <a:cubicBezTo>
                    <a:pt x="20" y="34"/>
                    <a:pt x="19" y="33"/>
                    <a:pt x="16" y="34"/>
                  </a:cubicBezTo>
                  <a:cubicBezTo>
                    <a:pt x="14" y="35"/>
                    <a:pt x="14" y="36"/>
                    <a:pt x="10" y="36"/>
                  </a:cubicBezTo>
                  <a:cubicBezTo>
                    <a:pt x="5" y="35"/>
                    <a:pt x="0" y="30"/>
                    <a:pt x="8" y="29"/>
                  </a:cubicBezTo>
                  <a:cubicBezTo>
                    <a:pt x="10" y="29"/>
                    <a:pt x="11" y="30"/>
                    <a:pt x="12" y="27"/>
                  </a:cubicBezTo>
                  <a:cubicBezTo>
                    <a:pt x="12" y="25"/>
                    <a:pt x="10" y="26"/>
                    <a:pt x="10" y="2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6" name="Freeform 1042">
              <a:extLst>
                <a:ext uri="{FF2B5EF4-FFF2-40B4-BE49-F238E27FC236}">
                  <a16:creationId xmlns:a16="http://schemas.microsoft.com/office/drawing/2014/main" id="{D6E00D1B-34FB-4C3D-9109-AA0F77593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271"/>
              <a:ext cx="35" cy="22"/>
            </a:xfrm>
            <a:custGeom>
              <a:avLst/>
              <a:gdLst>
                <a:gd name="T0" fmla="*/ 109 w 18"/>
                <a:gd name="T1" fmla="*/ 0 h 11"/>
                <a:gd name="T2" fmla="*/ 80 w 18"/>
                <a:gd name="T3" fmla="*/ 72 h 11"/>
                <a:gd name="T4" fmla="*/ 0 w 18"/>
                <a:gd name="T5" fmla="*/ 7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5" y="0"/>
                  </a:moveTo>
                  <a:cubicBezTo>
                    <a:pt x="18" y="3"/>
                    <a:pt x="14" y="7"/>
                    <a:pt x="11" y="9"/>
                  </a:cubicBezTo>
                  <a:cubicBezTo>
                    <a:pt x="7" y="11"/>
                    <a:pt x="4" y="10"/>
                    <a:pt x="0" y="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7" name="Freeform 1043">
              <a:extLst>
                <a:ext uri="{FF2B5EF4-FFF2-40B4-BE49-F238E27FC236}">
                  <a16:creationId xmlns:a16="http://schemas.microsoft.com/office/drawing/2014/main" id="{E4384CE9-7AC6-4B64-A8EA-E51D19211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314"/>
              <a:ext cx="27" cy="16"/>
            </a:xfrm>
            <a:custGeom>
              <a:avLst/>
              <a:gdLst>
                <a:gd name="T0" fmla="*/ 0 w 14"/>
                <a:gd name="T1" fmla="*/ 0 h 8"/>
                <a:gd name="T2" fmla="*/ 44 w 14"/>
                <a:gd name="T3" fmla="*/ 40 h 8"/>
                <a:gd name="T4" fmla="*/ 64 w 14"/>
                <a:gd name="T5" fmla="*/ 40 h 8"/>
                <a:gd name="T6" fmla="*/ 100 w 14"/>
                <a:gd name="T7" fmla="*/ 6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1" y="3"/>
                    <a:pt x="2" y="5"/>
                    <a:pt x="6" y="5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11" y="6"/>
                    <a:pt x="11" y="6"/>
                    <a:pt x="14" y="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8" name="Freeform 1044">
              <a:extLst>
                <a:ext uri="{FF2B5EF4-FFF2-40B4-BE49-F238E27FC236}">
                  <a16:creationId xmlns:a16="http://schemas.microsoft.com/office/drawing/2014/main" id="{ABB3DD9B-18E6-481A-A1BF-3F278FF4B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293"/>
              <a:ext cx="13" cy="11"/>
            </a:xfrm>
            <a:custGeom>
              <a:avLst/>
              <a:gdLst>
                <a:gd name="T0" fmla="*/ 0 w 7"/>
                <a:gd name="T1" fmla="*/ 0 h 5"/>
                <a:gd name="T2" fmla="*/ 45 w 7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5" y="4"/>
                    <a:pt x="7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9" name="Freeform 1045">
              <a:extLst>
                <a:ext uri="{FF2B5EF4-FFF2-40B4-BE49-F238E27FC236}">
                  <a16:creationId xmlns:a16="http://schemas.microsoft.com/office/drawing/2014/main" id="{13B90C0B-F364-4EC1-B108-A59EC482A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322"/>
              <a:ext cx="6" cy="10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0"/>
                    <a:pt x="1" y="3"/>
                    <a:pt x="0" y="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0" name="Freeform 1046">
              <a:extLst>
                <a:ext uri="{FF2B5EF4-FFF2-40B4-BE49-F238E27FC236}">
                  <a16:creationId xmlns:a16="http://schemas.microsoft.com/office/drawing/2014/main" id="{1CC9CE11-A953-42C0-A407-C2C2AB5E1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320"/>
              <a:ext cx="8" cy="2"/>
            </a:xfrm>
            <a:custGeom>
              <a:avLst/>
              <a:gdLst>
                <a:gd name="T0" fmla="*/ 0 w 4"/>
                <a:gd name="T1" fmla="*/ 8 h 1"/>
                <a:gd name="T2" fmla="*/ 32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2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1" name="Freeform 1047">
              <a:extLst>
                <a:ext uri="{FF2B5EF4-FFF2-40B4-BE49-F238E27FC236}">
                  <a16:creationId xmlns:a16="http://schemas.microsoft.com/office/drawing/2014/main" id="{27DCEDC9-93EC-403A-B13C-303E7B711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314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8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2" name="Freeform 1048">
              <a:extLst>
                <a:ext uri="{FF2B5EF4-FFF2-40B4-BE49-F238E27FC236}">
                  <a16:creationId xmlns:a16="http://schemas.microsoft.com/office/drawing/2014/main" id="{1010BB9A-747E-4DFE-89A4-74B9D570B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287"/>
              <a:ext cx="4" cy="6"/>
            </a:xfrm>
            <a:custGeom>
              <a:avLst/>
              <a:gdLst>
                <a:gd name="T0" fmla="*/ 0 w 2"/>
                <a:gd name="T1" fmla="*/ 24 h 3"/>
                <a:gd name="T2" fmla="*/ 8 w 2"/>
                <a:gd name="T3" fmla="*/ 0 h 3"/>
                <a:gd name="T4" fmla="*/ 16 w 2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3" name="Freeform 1049">
              <a:extLst>
                <a:ext uri="{FF2B5EF4-FFF2-40B4-BE49-F238E27FC236}">
                  <a16:creationId xmlns:a16="http://schemas.microsoft.com/office/drawing/2014/main" id="{EA75F80B-B9DD-4C9A-9DF6-809774DA0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271"/>
              <a:ext cx="8" cy="6"/>
            </a:xfrm>
            <a:custGeom>
              <a:avLst/>
              <a:gdLst>
                <a:gd name="T0" fmla="*/ 24 w 4"/>
                <a:gd name="T1" fmla="*/ 0 h 3"/>
                <a:gd name="T2" fmla="*/ 0 w 4"/>
                <a:gd name="T3" fmla="*/ 8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1" y="3"/>
                    <a:pt x="3" y="1"/>
                    <a:pt x="4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4" name="Freeform 1050">
              <a:extLst>
                <a:ext uri="{FF2B5EF4-FFF2-40B4-BE49-F238E27FC236}">
                  <a16:creationId xmlns:a16="http://schemas.microsoft.com/office/drawing/2014/main" id="{0A1B9C5E-4E7A-4D47-BC91-5E7A92DF5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293"/>
              <a:ext cx="4" cy="6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3"/>
                    <a:pt x="2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5" name="Freeform 1051">
              <a:extLst>
                <a:ext uri="{FF2B5EF4-FFF2-40B4-BE49-F238E27FC236}">
                  <a16:creationId xmlns:a16="http://schemas.microsoft.com/office/drawing/2014/main" id="{8C484408-BE23-41D5-97F7-04C54FA8B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318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6" name="Freeform 1052">
              <a:extLst>
                <a:ext uri="{FF2B5EF4-FFF2-40B4-BE49-F238E27FC236}">
                  <a16:creationId xmlns:a16="http://schemas.microsoft.com/office/drawing/2014/main" id="{D490D17C-71F2-4FEE-A989-CF31B6192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242"/>
              <a:ext cx="145" cy="121"/>
            </a:xfrm>
            <a:custGeom>
              <a:avLst/>
              <a:gdLst>
                <a:gd name="T0" fmla="*/ 288 w 75"/>
                <a:gd name="T1" fmla="*/ 33 h 59"/>
                <a:gd name="T2" fmla="*/ 108 w 75"/>
                <a:gd name="T3" fmla="*/ 43 h 59"/>
                <a:gd name="T4" fmla="*/ 23 w 75"/>
                <a:gd name="T5" fmla="*/ 197 h 59"/>
                <a:gd name="T6" fmla="*/ 304 w 75"/>
                <a:gd name="T7" fmla="*/ 492 h 59"/>
                <a:gd name="T8" fmla="*/ 505 w 75"/>
                <a:gd name="T9" fmla="*/ 205 h 59"/>
                <a:gd name="T10" fmla="*/ 288 w 75"/>
                <a:gd name="T11" fmla="*/ 33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9">
                  <a:moveTo>
                    <a:pt x="40" y="4"/>
                  </a:moveTo>
                  <a:cubicBezTo>
                    <a:pt x="31" y="1"/>
                    <a:pt x="23" y="0"/>
                    <a:pt x="15" y="5"/>
                  </a:cubicBezTo>
                  <a:cubicBezTo>
                    <a:pt x="9" y="9"/>
                    <a:pt x="4" y="15"/>
                    <a:pt x="3" y="23"/>
                  </a:cubicBezTo>
                  <a:cubicBezTo>
                    <a:pt x="0" y="41"/>
                    <a:pt x="20" y="59"/>
                    <a:pt x="42" y="57"/>
                  </a:cubicBezTo>
                  <a:cubicBezTo>
                    <a:pt x="64" y="56"/>
                    <a:pt x="75" y="37"/>
                    <a:pt x="70" y="24"/>
                  </a:cubicBezTo>
                  <a:cubicBezTo>
                    <a:pt x="64" y="12"/>
                    <a:pt x="58" y="9"/>
                    <a:pt x="40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7" name="Freeform 1053">
              <a:extLst>
                <a:ext uri="{FF2B5EF4-FFF2-40B4-BE49-F238E27FC236}">
                  <a16:creationId xmlns:a16="http://schemas.microsoft.com/office/drawing/2014/main" id="{C1C6A328-411A-4E82-941D-E07D92D46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273"/>
              <a:ext cx="118" cy="86"/>
            </a:xfrm>
            <a:custGeom>
              <a:avLst/>
              <a:gdLst>
                <a:gd name="T0" fmla="*/ 412 w 61"/>
                <a:gd name="T1" fmla="*/ 76 h 42"/>
                <a:gd name="T2" fmla="*/ 364 w 61"/>
                <a:gd name="T3" fmla="*/ 0 h 42"/>
                <a:gd name="T4" fmla="*/ 397 w 61"/>
                <a:gd name="T5" fmla="*/ 68 h 42"/>
                <a:gd name="T6" fmla="*/ 201 w 61"/>
                <a:gd name="T7" fmla="*/ 336 h 42"/>
                <a:gd name="T8" fmla="*/ 0 w 61"/>
                <a:gd name="T9" fmla="*/ 256 h 42"/>
                <a:gd name="T10" fmla="*/ 217 w 61"/>
                <a:gd name="T11" fmla="*/ 352 h 42"/>
                <a:gd name="T12" fmla="*/ 412 w 61"/>
                <a:gd name="T13" fmla="*/ 7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2">
                  <a:moveTo>
                    <a:pt x="57" y="9"/>
                  </a:moveTo>
                  <a:cubicBezTo>
                    <a:pt x="55" y="5"/>
                    <a:pt x="52" y="2"/>
                    <a:pt x="50" y="0"/>
                  </a:cubicBezTo>
                  <a:cubicBezTo>
                    <a:pt x="52" y="2"/>
                    <a:pt x="53" y="5"/>
                    <a:pt x="55" y="8"/>
                  </a:cubicBezTo>
                  <a:cubicBezTo>
                    <a:pt x="59" y="20"/>
                    <a:pt x="49" y="38"/>
                    <a:pt x="28" y="39"/>
                  </a:cubicBezTo>
                  <a:cubicBezTo>
                    <a:pt x="17" y="40"/>
                    <a:pt x="7" y="36"/>
                    <a:pt x="0" y="30"/>
                  </a:cubicBezTo>
                  <a:cubicBezTo>
                    <a:pt x="7" y="37"/>
                    <a:pt x="18" y="42"/>
                    <a:pt x="30" y="41"/>
                  </a:cubicBezTo>
                  <a:cubicBezTo>
                    <a:pt x="51" y="40"/>
                    <a:pt x="61" y="22"/>
                    <a:pt x="57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8" name="Freeform 1054">
              <a:extLst>
                <a:ext uri="{FF2B5EF4-FFF2-40B4-BE49-F238E27FC236}">
                  <a16:creationId xmlns:a16="http://schemas.microsoft.com/office/drawing/2014/main" id="{5D931B59-7687-47F4-B431-FF7F04437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244"/>
              <a:ext cx="114" cy="93"/>
            </a:xfrm>
            <a:custGeom>
              <a:avLst/>
              <a:gdLst>
                <a:gd name="T0" fmla="*/ 23 w 59"/>
                <a:gd name="T1" fmla="*/ 213 h 45"/>
                <a:gd name="T2" fmla="*/ 108 w 59"/>
                <a:gd name="T3" fmla="*/ 60 h 45"/>
                <a:gd name="T4" fmla="*/ 272 w 59"/>
                <a:gd name="T5" fmla="*/ 52 h 45"/>
                <a:gd name="T6" fmla="*/ 425 w 59"/>
                <a:gd name="T7" fmla="*/ 124 h 45"/>
                <a:gd name="T8" fmla="*/ 261 w 59"/>
                <a:gd name="T9" fmla="*/ 35 h 45"/>
                <a:gd name="T10" fmla="*/ 93 w 59"/>
                <a:gd name="T11" fmla="*/ 43 h 45"/>
                <a:gd name="T12" fmla="*/ 8 w 59"/>
                <a:gd name="T13" fmla="*/ 192 h 45"/>
                <a:gd name="T14" fmla="*/ 79 w 59"/>
                <a:gd name="T15" fmla="*/ 397 h 45"/>
                <a:gd name="T16" fmla="*/ 23 w 59"/>
                <a:gd name="T17" fmla="*/ 213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5">
                  <a:moveTo>
                    <a:pt x="3" y="24"/>
                  </a:moveTo>
                  <a:cubicBezTo>
                    <a:pt x="4" y="16"/>
                    <a:pt x="9" y="10"/>
                    <a:pt x="15" y="7"/>
                  </a:cubicBezTo>
                  <a:cubicBezTo>
                    <a:pt x="22" y="2"/>
                    <a:pt x="29" y="3"/>
                    <a:pt x="38" y="6"/>
                  </a:cubicBezTo>
                  <a:cubicBezTo>
                    <a:pt x="48" y="8"/>
                    <a:pt x="54" y="11"/>
                    <a:pt x="59" y="14"/>
                  </a:cubicBezTo>
                  <a:cubicBezTo>
                    <a:pt x="54" y="10"/>
                    <a:pt x="48" y="7"/>
                    <a:pt x="36" y="4"/>
                  </a:cubicBezTo>
                  <a:cubicBezTo>
                    <a:pt x="28" y="2"/>
                    <a:pt x="20" y="0"/>
                    <a:pt x="13" y="5"/>
                  </a:cubicBezTo>
                  <a:cubicBezTo>
                    <a:pt x="7" y="9"/>
                    <a:pt x="2" y="14"/>
                    <a:pt x="1" y="22"/>
                  </a:cubicBezTo>
                  <a:cubicBezTo>
                    <a:pt x="0" y="31"/>
                    <a:pt x="4" y="39"/>
                    <a:pt x="11" y="45"/>
                  </a:cubicBezTo>
                  <a:cubicBezTo>
                    <a:pt x="5" y="40"/>
                    <a:pt x="2" y="32"/>
                    <a:pt x="3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9" name="Freeform 1055">
              <a:extLst>
                <a:ext uri="{FF2B5EF4-FFF2-40B4-BE49-F238E27FC236}">
                  <a16:creationId xmlns:a16="http://schemas.microsoft.com/office/drawing/2014/main" id="{5E2DFC7C-D7E0-44AE-9024-9846C2A4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264"/>
              <a:ext cx="96" cy="73"/>
            </a:xfrm>
            <a:custGeom>
              <a:avLst/>
              <a:gdLst>
                <a:gd name="T0" fmla="*/ 276 w 50"/>
                <a:gd name="T1" fmla="*/ 92 h 35"/>
                <a:gd name="T2" fmla="*/ 129 w 50"/>
                <a:gd name="T3" fmla="*/ 261 h 35"/>
                <a:gd name="T4" fmla="*/ 56 w 50"/>
                <a:gd name="T5" fmla="*/ 56 h 35"/>
                <a:gd name="T6" fmla="*/ 276 w 50"/>
                <a:gd name="T7" fmla="*/ 9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5">
                  <a:moveTo>
                    <a:pt x="39" y="10"/>
                  </a:moveTo>
                  <a:cubicBezTo>
                    <a:pt x="50" y="22"/>
                    <a:pt x="36" y="35"/>
                    <a:pt x="18" y="29"/>
                  </a:cubicBezTo>
                  <a:cubicBezTo>
                    <a:pt x="0" y="23"/>
                    <a:pt x="3" y="10"/>
                    <a:pt x="8" y="6"/>
                  </a:cubicBezTo>
                  <a:cubicBezTo>
                    <a:pt x="14" y="0"/>
                    <a:pt x="32" y="4"/>
                    <a:pt x="39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0" name="Freeform 1056">
              <a:extLst>
                <a:ext uri="{FF2B5EF4-FFF2-40B4-BE49-F238E27FC236}">
                  <a16:creationId xmlns:a16="http://schemas.microsoft.com/office/drawing/2014/main" id="{B2C8E97D-CAD7-4D18-90BE-234FDE09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291"/>
              <a:ext cx="80" cy="44"/>
            </a:xfrm>
            <a:custGeom>
              <a:avLst/>
              <a:gdLst>
                <a:gd name="T0" fmla="*/ 297 w 41"/>
                <a:gd name="T1" fmla="*/ 44 h 21"/>
                <a:gd name="T2" fmla="*/ 111 w 41"/>
                <a:gd name="T3" fmla="*/ 119 h 21"/>
                <a:gd name="T4" fmla="*/ 8 w 41"/>
                <a:gd name="T5" fmla="*/ 0 h 21"/>
                <a:gd name="T6" fmla="*/ 111 w 41"/>
                <a:gd name="T7" fmla="*/ 149 h 21"/>
                <a:gd name="T8" fmla="*/ 297 w 41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1">
                  <a:moveTo>
                    <a:pt x="40" y="5"/>
                  </a:moveTo>
                  <a:cubicBezTo>
                    <a:pt x="38" y="12"/>
                    <a:pt x="28" y="18"/>
                    <a:pt x="15" y="13"/>
                  </a:cubicBezTo>
                  <a:cubicBezTo>
                    <a:pt x="6" y="10"/>
                    <a:pt x="2" y="5"/>
                    <a:pt x="1" y="0"/>
                  </a:cubicBezTo>
                  <a:cubicBezTo>
                    <a:pt x="0" y="5"/>
                    <a:pt x="3" y="12"/>
                    <a:pt x="15" y="16"/>
                  </a:cubicBezTo>
                  <a:cubicBezTo>
                    <a:pt x="30" y="21"/>
                    <a:pt x="41" y="14"/>
                    <a:pt x="40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1" name="Freeform 1057">
              <a:extLst>
                <a:ext uri="{FF2B5EF4-FFF2-40B4-BE49-F238E27FC236}">
                  <a16:creationId xmlns:a16="http://schemas.microsoft.com/office/drawing/2014/main" id="{26F31C80-AF68-4E09-9725-BFA4A35CF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269"/>
              <a:ext cx="40" cy="10"/>
            </a:xfrm>
            <a:custGeom>
              <a:avLst/>
              <a:gdLst>
                <a:gd name="T0" fmla="*/ 145 w 21"/>
                <a:gd name="T1" fmla="*/ 40 h 5"/>
                <a:gd name="T2" fmla="*/ 0 w 21"/>
                <a:gd name="T3" fmla="*/ 16 h 5"/>
                <a:gd name="T4" fmla="*/ 145 w 21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">
                  <a:moveTo>
                    <a:pt x="21" y="5"/>
                  </a:moveTo>
                  <a:cubicBezTo>
                    <a:pt x="15" y="1"/>
                    <a:pt x="5" y="0"/>
                    <a:pt x="0" y="2"/>
                  </a:cubicBezTo>
                  <a:cubicBezTo>
                    <a:pt x="4" y="2"/>
                    <a:pt x="14" y="2"/>
                    <a:pt x="21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2" name="Freeform 1058">
              <a:extLst>
                <a:ext uri="{FF2B5EF4-FFF2-40B4-BE49-F238E27FC236}">
                  <a16:creationId xmlns:a16="http://schemas.microsoft.com/office/drawing/2014/main" id="{58B1AEE6-49E4-48A5-96ED-97857D2EC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314"/>
              <a:ext cx="62" cy="27"/>
            </a:xfrm>
            <a:custGeom>
              <a:avLst/>
              <a:gdLst>
                <a:gd name="T0" fmla="*/ 0 w 32"/>
                <a:gd name="T1" fmla="*/ 0 h 13"/>
                <a:gd name="T2" fmla="*/ 233 w 32"/>
                <a:gd name="T3" fmla="*/ 17 h 13"/>
                <a:gd name="T4" fmla="*/ 0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3" y="4"/>
                    <a:pt x="21" y="13"/>
                    <a:pt x="32" y="2"/>
                  </a:cubicBezTo>
                  <a:cubicBezTo>
                    <a:pt x="29" y="8"/>
                    <a:pt x="12" y="1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3" name="Freeform 1059">
              <a:extLst>
                <a:ext uri="{FF2B5EF4-FFF2-40B4-BE49-F238E27FC236}">
                  <a16:creationId xmlns:a16="http://schemas.microsoft.com/office/drawing/2014/main" id="{1703202D-3EAF-4547-93A2-2B77A823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242"/>
              <a:ext cx="145" cy="121"/>
            </a:xfrm>
            <a:custGeom>
              <a:avLst/>
              <a:gdLst>
                <a:gd name="T0" fmla="*/ 288 w 75"/>
                <a:gd name="T1" fmla="*/ 33 h 59"/>
                <a:gd name="T2" fmla="*/ 108 w 75"/>
                <a:gd name="T3" fmla="*/ 43 h 59"/>
                <a:gd name="T4" fmla="*/ 23 w 75"/>
                <a:gd name="T5" fmla="*/ 197 h 59"/>
                <a:gd name="T6" fmla="*/ 304 w 75"/>
                <a:gd name="T7" fmla="*/ 492 h 59"/>
                <a:gd name="T8" fmla="*/ 505 w 75"/>
                <a:gd name="T9" fmla="*/ 205 h 59"/>
                <a:gd name="T10" fmla="*/ 288 w 75"/>
                <a:gd name="T11" fmla="*/ 33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9">
                  <a:moveTo>
                    <a:pt x="40" y="4"/>
                  </a:moveTo>
                  <a:cubicBezTo>
                    <a:pt x="31" y="1"/>
                    <a:pt x="23" y="0"/>
                    <a:pt x="15" y="5"/>
                  </a:cubicBezTo>
                  <a:cubicBezTo>
                    <a:pt x="9" y="9"/>
                    <a:pt x="4" y="15"/>
                    <a:pt x="3" y="23"/>
                  </a:cubicBezTo>
                  <a:cubicBezTo>
                    <a:pt x="0" y="41"/>
                    <a:pt x="20" y="59"/>
                    <a:pt x="42" y="57"/>
                  </a:cubicBezTo>
                  <a:cubicBezTo>
                    <a:pt x="64" y="56"/>
                    <a:pt x="75" y="37"/>
                    <a:pt x="70" y="24"/>
                  </a:cubicBezTo>
                  <a:cubicBezTo>
                    <a:pt x="64" y="12"/>
                    <a:pt x="58" y="9"/>
                    <a:pt x="40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4" name="Freeform 1060">
              <a:extLst>
                <a:ext uri="{FF2B5EF4-FFF2-40B4-BE49-F238E27FC236}">
                  <a16:creationId xmlns:a16="http://schemas.microsoft.com/office/drawing/2014/main" id="{4CD4BD02-789C-4137-B0BD-7A58F3566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277"/>
              <a:ext cx="80" cy="55"/>
            </a:xfrm>
            <a:custGeom>
              <a:avLst/>
              <a:gdLst>
                <a:gd name="T0" fmla="*/ 267 w 41"/>
                <a:gd name="T1" fmla="*/ 33 h 27"/>
                <a:gd name="T2" fmla="*/ 281 w 41"/>
                <a:gd name="T3" fmla="*/ 153 h 27"/>
                <a:gd name="T4" fmla="*/ 111 w 41"/>
                <a:gd name="T5" fmla="*/ 196 h 27"/>
                <a:gd name="T6" fmla="*/ 8 w 41"/>
                <a:gd name="T7" fmla="*/ 92 h 27"/>
                <a:gd name="T8" fmla="*/ 39 w 41"/>
                <a:gd name="T9" fmla="*/ 0 h 27"/>
                <a:gd name="T10" fmla="*/ 39 w 41"/>
                <a:gd name="T11" fmla="*/ 0 h 27"/>
                <a:gd name="T12" fmla="*/ 8 w 41"/>
                <a:gd name="T13" fmla="*/ 92 h 27"/>
                <a:gd name="T14" fmla="*/ 111 w 41"/>
                <a:gd name="T15" fmla="*/ 196 h 27"/>
                <a:gd name="T16" fmla="*/ 281 w 41"/>
                <a:gd name="T17" fmla="*/ 161 h 27"/>
                <a:gd name="T18" fmla="*/ 267 w 41"/>
                <a:gd name="T19" fmla="*/ 3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7">
                  <a:moveTo>
                    <a:pt x="36" y="4"/>
                  </a:moveTo>
                  <a:cubicBezTo>
                    <a:pt x="40" y="9"/>
                    <a:pt x="41" y="14"/>
                    <a:pt x="38" y="18"/>
                  </a:cubicBezTo>
                  <a:cubicBezTo>
                    <a:pt x="35" y="23"/>
                    <a:pt x="26" y="27"/>
                    <a:pt x="15" y="23"/>
                  </a:cubicBezTo>
                  <a:cubicBezTo>
                    <a:pt x="5" y="19"/>
                    <a:pt x="2" y="14"/>
                    <a:pt x="1" y="11"/>
                  </a:cubicBezTo>
                  <a:cubicBezTo>
                    <a:pt x="1" y="6"/>
                    <a:pt x="2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2"/>
                    <a:pt x="0" y="6"/>
                    <a:pt x="1" y="11"/>
                  </a:cubicBezTo>
                  <a:cubicBezTo>
                    <a:pt x="2" y="15"/>
                    <a:pt x="5" y="20"/>
                    <a:pt x="15" y="23"/>
                  </a:cubicBezTo>
                  <a:cubicBezTo>
                    <a:pt x="26" y="27"/>
                    <a:pt x="35" y="24"/>
                    <a:pt x="38" y="19"/>
                  </a:cubicBezTo>
                  <a:cubicBezTo>
                    <a:pt x="41" y="14"/>
                    <a:pt x="40" y="9"/>
                    <a:pt x="36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5" name="Freeform 1061">
              <a:extLst>
                <a:ext uri="{FF2B5EF4-FFF2-40B4-BE49-F238E27FC236}">
                  <a16:creationId xmlns:a16="http://schemas.microsoft.com/office/drawing/2014/main" id="{4B72BE4E-A8F0-4EDD-9A33-C73241CCC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223"/>
              <a:ext cx="145" cy="120"/>
            </a:xfrm>
            <a:custGeom>
              <a:avLst/>
              <a:gdLst>
                <a:gd name="T0" fmla="*/ 288 w 75"/>
                <a:gd name="T1" fmla="*/ 25 h 58"/>
                <a:gd name="T2" fmla="*/ 116 w 75"/>
                <a:gd name="T3" fmla="*/ 43 h 58"/>
                <a:gd name="T4" fmla="*/ 23 w 75"/>
                <a:gd name="T5" fmla="*/ 205 h 58"/>
                <a:gd name="T6" fmla="*/ 304 w 75"/>
                <a:gd name="T7" fmla="*/ 505 h 58"/>
                <a:gd name="T8" fmla="*/ 505 w 75"/>
                <a:gd name="T9" fmla="*/ 205 h 58"/>
                <a:gd name="T10" fmla="*/ 288 w 75"/>
                <a:gd name="T11" fmla="*/ 2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8">
                  <a:moveTo>
                    <a:pt x="40" y="3"/>
                  </a:moveTo>
                  <a:cubicBezTo>
                    <a:pt x="31" y="1"/>
                    <a:pt x="23" y="0"/>
                    <a:pt x="16" y="5"/>
                  </a:cubicBezTo>
                  <a:cubicBezTo>
                    <a:pt x="9" y="9"/>
                    <a:pt x="4" y="15"/>
                    <a:pt x="3" y="23"/>
                  </a:cubicBezTo>
                  <a:cubicBezTo>
                    <a:pt x="0" y="41"/>
                    <a:pt x="20" y="58"/>
                    <a:pt x="42" y="57"/>
                  </a:cubicBezTo>
                  <a:cubicBezTo>
                    <a:pt x="64" y="55"/>
                    <a:pt x="75" y="36"/>
                    <a:pt x="70" y="23"/>
                  </a:cubicBezTo>
                  <a:cubicBezTo>
                    <a:pt x="64" y="12"/>
                    <a:pt x="58" y="9"/>
                    <a:pt x="40" y="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6" name="Freeform 1062">
              <a:extLst>
                <a:ext uri="{FF2B5EF4-FFF2-40B4-BE49-F238E27FC236}">
                  <a16:creationId xmlns:a16="http://schemas.microsoft.com/office/drawing/2014/main" id="{1AAE84BA-00F3-4C99-AD01-62DCF68A8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254"/>
              <a:ext cx="118" cy="87"/>
            </a:xfrm>
            <a:custGeom>
              <a:avLst/>
              <a:gdLst>
                <a:gd name="T0" fmla="*/ 412 w 61"/>
                <a:gd name="T1" fmla="*/ 81 h 42"/>
                <a:gd name="T2" fmla="*/ 364 w 61"/>
                <a:gd name="T3" fmla="*/ 0 h 42"/>
                <a:gd name="T4" fmla="*/ 397 w 61"/>
                <a:gd name="T5" fmla="*/ 64 h 42"/>
                <a:gd name="T6" fmla="*/ 201 w 61"/>
                <a:gd name="T7" fmla="*/ 348 h 42"/>
                <a:gd name="T8" fmla="*/ 0 w 61"/>
                <a:gd name="T9" fmla="*/ 257 h 42"/>
                <a:gd name="T10" fmla="*/ 217 w 61"/>
                <a:gd name="T11" fmla="*/ 365 h 42"/>
                <a:gd name="T12" fmla="*/ 412 w 61"/>
                <a:gd name="T13" fmla="*/ 8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2">
                  <a:moveTo>
                    <a:pt x="57" y="9"/>
                  </a:moveTo>
                  <a:cubicBezTo>
                    <a:pt x="55" y="5"/>
                    <a:pt x="53" y="2"/>
                    <a:pt x="50" y="0"/>
                  </a:cubicBezTo>
                  <a:cubicBezTo>
                    <a:pt x="52" y="2"/>
                    <a:pt x="53" y="4"/>
                    <a:pt x="55" y="7"/>
                  </a:cubicBezTo>
                  <a:cubicBezTo>
                    <a:pt x="60" y="20"/>
                    <a:pt x="49" y="38"/>
                    <a:pt x="28" y="39"/>
                  </a:cubicBezTo>
                  <a:cubicBezTo>
                    <a:pt x="17" y="40"/>
                    <a:pt x="7" y="36"/>
                    <a:pt x="0" y="29"/>
                  </a:cubicBezTo>
                  <a:cubicBezTo>
                    <a:pt x="7" y="37"/>
                    <a:pt x="18" y="42"/>
                    <a:pt x="30" y="41"/>
                  </a:cubicBezTo>
                  <a:cubicBezTo>
                    <a:pt x="51" y="39"/>
                    <a:pt x="61" y="21"/>
                    <a:pt x="57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7" name="Freeform 1063">
              <a:extLst>
                <a:ext uri="{FF2B5EF4-FFF2-40B4-BE49-F238E27FC236}">
                  <a16:creationId xmlns:a16="http://schemas.microsoft.com/office/drawing/2014/main" id="{BAD43CD6-4674-4FCF-A590-802ED9B26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225"/>
              <a:ext cx="114" cy="93"/>
            </a:xfrm>
            <a:custGeom>
              <a:avLst/>
              <a:gdLst>
                <a:gd name="T0" fmla="*/ 23 w 59"/>
                <a:gd name="T1" fmla="*/ 205 h 45"/>
                <a:gd name="T2" fmla="*/ 108 w 59"/>
                <a:gd name="T3" fmla="*/ 52 h 45"/>
                <a:gd name="T4" fmla="*/ 272 w 59"/>
                <a:gd name="T5" fmla="*/ 43 h 45"/>
                <a:gd name="T6" fmla="*/ 425 w 59"/>
                <a:gd name="T7" fmla="*/ 124 h 45"/>
                <a:gd name="T8" fmla="*/ 261 w 59"/>
                <a:gd name="T9" fmla="*/ 25 h 45"/>
                <a:gd name="T10" fmla="*/ 93 w 59"/>
                <a:gd name="T11" fmla="*/ 35 h 45"/>
                <a:gd name="T12" fmla="*/ 8 w 59"/>
                <a:gd name="T13" fmla="*/ 192 h 45"/>
                <a:gd name="T14" fmla="*/ 79 w 59"/>
                <a:gd name="T15" fmla="*/ 397 h 45"/>
                <a:gd name="T16" fmla="*/ 23 w 59"/>
                <a:gd name="T17" fmla="*/ 205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5">
                  <a:moveTo>
                    <a:pt x="3" y="23"/>
                  </a:moveTo>
                  <a:cubicBezTo>
                    <a:pt x="4" y="16"/>
                    <a:pt x="9" y="10"/>
                    <a:pt x="15" y="6"/>
                  </a:cubicBezTo>
                  <a:cubicBezTo>
                    <a:pt x="22" y="2"/>
                    <a:pt x="30" y="3"/>
                    <a:pt x="38" y="5"/>
                  </a:cubicBezTo>
                  <a:cubicBezTo>
                    <a:pt x="48" y="8"/>
                    <a:pt x="55" y="10"/>
                    <a:pt x="59" y="14"/>
                  </a:cubicBezTo>
                  <a:cubicBezTo>
                    <a:pt x="54" y="9"/>
                    <a:pt x="48" y="7"/>
                    <a:pt x="36" y="3"/>
                  </a:cubicBezTo>
                  <a:cubicBezTo>
                    <a:pt x="28" y="1"/>
                    <a:pt x="20" y="0"/>
                    <a:pt x="13" y="4"/>
                  </a:cubicBezTo>
                  <a:cubicBezTo>
                    <a:pt x="7" y="8"/>
                    <a:pt x="2" y="14"/>
                    <a:pt x="1" y="22"/>
                  </a:cubicBezTo>
                  <a:cubicBezTo>
                    <a:pt x="0" y="30"/>
                    <a:pt x="4" y="39"/>
                    <a:pt x="11" y="45"/>
                  </a:cubicBezTo>
                  <a:cubicBezTo>
                    <a:pt x="5" y="39"/>
                    <a:pt x="2" y="31"/>
                    <a:pt x="3" y="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8" name="Freeform 1064">
              <a:extLst>
                <a:ext uri="{FF2B5EF4-FFF2-40B4-BE49-F238E27FC236}">
                  <a16:creationId xmlns:a16="http://schemas.microsoft.com/office/drawing/2014/main" id="{7C65490B-628C-4F13-AA8F-C6A3932E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244"/>
              <a:ext cx="97" cy="74"/>
            </a:xfrm>
            <a:custGeom>
              <a:avLst/>
              <a:gdLst>
                <a:gd name="T0" fmla="*/ 285 w 50"/>
                <a:gd name="T1" fmla="*/ 97 h 36"/>
                <a:gd name="T2" fmla="*/ 132 w 50"/>
                <a:gd name="T3" fmla="*/ 261 h 36"/>
                <a:gd name="T4" fmla="*/ 60 w 50"/>
                <a:gd name="T5" fmla="*/ 51 h 36"/>
                <a:gd name="T6" fmla="*/ 285 w 50"/>
                <a:gd name="T7" fmla="*/ 97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6">
                  <a:moveTo>
                    <a:pt x="39" y="11"/>
                  </a:moveTo>
                  <a:cubicBezTo>
                    <a:pt x="50" y="23"/>
                    <a:pt x="36" y="36"/>
                    <a:pt x="18" y="30"/>
                  </a:cubicBezTo>
                  <a:cubicBezTo>
                    <a:pt x="0" y="24"/>
                    <a:pt x="3" y="11"/>
                    <a:pt x="8" y="6"/>
                  </a:cubicBezTo>
                  <a:cubicBezTo>
                    <a:pt x="15" y="0"/>
                    <a:pt x="32" y="4"/>
                    <a:pt x="39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9" name="Freeform 1065">
              <a:extLst>
                <a:ext uri="{FF2B5EF4-FFF2-40B4-BE49-F238E27FC236}">
                  <a16:creationId xmlns:a16="http://schemas.microsoft.com/office/drawing/2014/main" id="{83C5EBD3-4177-46C2-90BA-84B4A768C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273"/>
              <a:ext cx="77" cy="43"/>
            </a:xfrm>
            <a:custGeom>
              <a:avLst/>
              <a:gdLst>
                <a:gd name="T0" fmla="*/ 277 w 40"/>
                <a:gd name="T1" fmla="*/ 33 h 21"/>
                <a:gd name="T2" fmla="*/ 100 w 40"/>
                <a:gd name="T3" fmla="*/ 113 h 21"/>
                <a:gd name="T4" fmla="*/ 0 w 40"/>
                <a:gd name="T5" fmla="*/ 0 h 21"/>
                <a:gd name="T6" fmla="*/ 100 w 40"/>
                <a:gd name="T7" fmla="*/ 139 h 21"/>
                <a:gd name="T8" fmla="*/ 277 w 40"/>
                <a:gd name="T9" fmla="*/ 3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1">
                  <a:moveTo>
                    <a:pt x="39" y="4"/>
                  </a:moveTo>
                  <a:cubicBezTo>
                    <a:pt x="38" y="12"/>
                    <a:pt x="27" y="17"/>
                    <a:pt x="14" y="13"/>
                  </a:cubicBezTo>
                  <a:cubicBezTo>
                    <a:pt x="5" y="10"/>
                    <a:pt x="1" y="4"/>
                    <a:pt x="0" y="0"/>
                  </a:cubicBezTo>
                  <a:cubicBezTo>
                    <a:pt x="0" y="5"/>
                    <a:pt x="3" y="12"/>
                    <a:pt x="14" y="16"/>
                  </a:cubicBezTo>
                  <a:cubicBezTo>
                    <a:pt x="29" y="21"/>
                    <a:pt x="40" y="13"/>
                    <a:pt x="39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0" name="Freeform 1066">
              <a:extLst>
                <a:ext uri="{FF2B5EF4-FFF2-40B4-BE49-F238E27FC236}">
                  <a16:creationId xmlns:a16="http://schemas.microsoft.com/office/drawing/2014/main" id="{09295EB7-AA00-453A-8F23-78B1C43A4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248"/>
              <a:ext cx="41" cy="10"/>
            </a:xfrm>
            <a:custGeom>
              <a:avLst/>
              <a:gdLst>
                <a:gd name="T0" fmla="*/ 156 w 21"/>
                <a:gd name="T1" fmla="*/ 40 h 5"/>
                <a:gd name="T2" fmla="*/ 0 w 21"/>
                <a:gd name="T3" fmla="*/ 16 h 5"/>
                <a:gd name="T4" fmla="*/ 156 w 21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">
                  <a:moveTo>
                    <a:pt x="21" y="5"/>
                  </a:moveTo>
                  <a:cubicBezTo>
                    <a:pt x="15" y="2"/>
                    <a:pt x="5" y="0"/>
                    <a:pt x="0" y="2"/>
                  </a:cubicBezTo>
                  <a:cubicBezTo>
                    <a:pt x="5" y="2"/>
                    <a:pt x="15" y="3"/>
                    <a:pt x="21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1" name="Freeform 1067">
              <a:extLst>
                <a:ext uri="{FF2B5EF4-FFF2-40B4-BE49-F238E27FC236}">
                  <a16:creationId xmlns:a16="http://schemas.microsoft.com/office/drawing/2014/main" id="{CCBCE16C-DE40-4719-8417-94961A49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295"/>
              <a:ext cx="62" cy="27"/>
            </a:xfrm>
            <a:custGeom>
              <a:avLst/>
              <a:gdLst>
                <a:gd name="T0" fmla="*/ 0 w 32"/>
                <a:gd name="T1" fmla="*/ 0 h 13"/>
                <a:gd name="T2" fmla="*/ 233 w 32"/>
                <a:gd name="T3" fmla="*/ 17 h 13"/>
                <a:gd name="T4" fmla="*/ 0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3" y="4"/>
                    <a:pt x="22" y="12"/>
                    <a:pt x="32" y="2"/>
                  </a:cubicBezTo>
                  <a:cubicBezTo>
                    <a:pt x="29" y="7"/>
                    <a:pt x="12" y="1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2" name="Freeform 1068">
              <a:extLst>
                <a:ext uri="{FF2B5EF4-FFF2-40B4-BE49-F238E27FC236}">
                  <a16:creationId xmlns:a16="http://schemas.microsoft.com/office/drawing/2014/main" id="{B120C643-A190-44E0-BA18-C77F935BA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223"/>
              <a:ext cx="145" cy="120"/>
            </a:xfrm>
            <a:custGeom>
              <a:avLst/>
              <a:gdLst>
                <a:gd name="T0" fmla="*/ 288 w 75"/>
                <a:gd name="T1" fmla="*/ 25 h 58"/>
                <a:gd name="T2" fmla="*/ 116 w 75"/>
                <a:gd name="T3" fmla="*/ 43 h 58"/>
                <a:gd name="T4" fmla="*/ 23 w 75"/>
                <a:gd name="T5" fmla="*/ 205 h 58"/>
                <a:gd name="T6" fmla="*/ 304 w 75"/>
                <a:gd name="T7" fmla="*/ 505 h 58"/>
                <a:gd name="T8" fmla="*/ 505 w 75"/>
                <a:gd name="T9" fmla="*/ 205 h 58"/>
                <a:gd name="T10" fmla="*/ 288 w 75"/>
                <a:gd name="T11" fmla="*/ 2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8">
                  <a:moveTo>
                    <a:pt x="40" y="3"/>
                  </a:moveTo>
                  <a:cubicBezTo>
                    <a:pt x="31" y="1"/>
                    <a:pt x="23" y="0"/>
                    <a:pt x="16" y="5"/>
                  </a:cubicBezTo>
                  <a:cubicBezTo>
                    <a:pt x="9" y="9"/>
                    <a:pt x="4" y="15"/>
                    <a:pt x="3" y="23"/>
                  </a:cubicBezTo>
                  <a:cubicBezTo>
                    <a:pt x="0" y="41"/>
                    <a:pt x="20" y="58"/>
                    <a:pt x="42" y="57"/>
                  </a:cubicBezTo>
                  <a:cubicBezTo>
                    <a:pt x="64" y="55"/>
                    <a:pt x="75" y="36"/>
                    <a:pt x="70" y="23"/>
                  </a:cubicBezTo>
                  <a:cubicBezTo>
                    <a:pt x="64" y="12"/>
                    <a:pt x="58" y="9"/>
                    <a:pt x="40" y="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3" name="Freeform 1069">
              <a:extLst>
                <a:ext uri="{FF2B5EF4-FFF2-40B4-BE49-F238E27FC236}">
                  <a16:creationId xmlns:a16="http://schemas.microsoft.com/office/drawing/2014/main" id="{A5206DCD-BB34-4207-B47C-97C5163D0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256"/>
              <a:ext cx="79" cy="58"/>
            </a:xfrm>
            <a:custGeom>
              <a:avLst/>
              <a:gdLst>
                <a:gd name="T0" fmla="*/ 256 w 41"/>
                <a:gd name="T1" fmla="*/ 44 h 28"/>
                <a:gd name="T2" fmla="*/ 272 w 41"/>
                <a:gd name="T3" fmla="*/ 168 h 28"/>
                <a:gd name="T4" fmla="*/ 108 w 41"/>
                <a:gd name="T5" fmla="*/ 215 h 28"/>
                <a:gd name="T6" fmla="*/ 15 w 41"/>
                <a:gd name="T7" fmla="*/ 99 h 28"/>
                <a:gd name="T8" fmla="*/ 37 w 41"/>
                <a:gd name="T9" fmla="*/ 0 h 28"/>
                <a:gd name="T10" fmla="*/ 37 w 41"/>
                <a:gd name="T11" fmla="*/ 0 h 28"/>
                <a:gd name="T12" fmla="*/ 8 w 41"/>
                <a:gd name="T13" fmla="*/ 99 h 28"/>
                <a:gd name="T14" fmla="*/ 108 w 41"/>
                <a:gd name="T15" fmla="*/ 215 h 28"/>
                <a:gd name="T16" fmla="*/ 279 w 41"/>
                <a:gd name="T17" fmla="*/ 168 h 28"/>
                <a:gd name="T18" fmla="*/ 256 w 41"/>
                <a:gd name="T19" fmla="*/ 44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8">
                  <a:moveTo>
                    <a:pt x="36" y="5"/>
                  </a:moveTo>
                  <a:cubicBezTo>
                    <a:pt x="40" y="10"/>
                    <a:pt x="41" y="15"/>
                    <a:pt x="38" y="19"/>
                  </a:cubicBezTo>
                  <a:cubicBezTo>
                    <a:pt x="35" y="24"/>
                    <a:pt x="27" y="27"/>
                    <a:pt x="15" y="24"/>
                  </a:cubicBezTo>
                  <a:cubicBezTo>
                    <a:pt x="5" y="20"/>
                    <a:pt x="2" y="15"/>
                    <a:pt x="2" y="11"/>
                  </a:cubicBezTo>
                  <a:cubicBezTo>
                    <a:pt x="1" y="7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3"/>
                    <a:pt x="0" y="7"/>
                    <a:pt x="1" y="11"/>
                  </a:cubicBezTo>
                  <a:cubicBezTo>
                    <a:pt x="2" y="15"/>
                    <a:pt x="5" y="21"/>
                    <a:pt x="15" y="24"/>
                  </a:cubicBezTo>
                  <a:cubicBezTo>
                    <a:pt x="27" y="28"/>
                    <a:pt x="35" y="24"/>
                    <a:pt x="39" y="19"/>
                  </a:cubicBezTo>
                  <a:cubicBezTo>
                    <a:pt x="41" y="15"/>
                    <a:pt x="40" y="10"/>
                    <a:pt x="36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4" name="Freeform 1070">
              <a:extLst>
                <a:ext uri="{FF2B5EF4-FFF2-40B4-BE49-F238E27FC236}">
                  <a16:creationId xmlns:a16="http://schemas.microsoft.com/office/drawing/2014/main" id="{C9A867B6-D133-485F-B426-29791A464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231"/>
              <a:ext cx="136" cy="116"/>
            </a:xfrm>
            <a:custGeom>
              <a:avLst/>
              <a:gdLst>
                <a:gd name="T0" fmla="*/ 249 w 70"/>
                <a:gd name="T1" fmla="*/ 17 h 56"/>
                <a:gd name="T2" fmla="*/ 80 w 70"/>
                <a:gd name="T3" fmla="*/ 52 h 56"/>
                <a:gd name="T4" fmla="*/ 8 w 70"/>
                <a:gd name="T5" fmla="*/ 215 h 56"/>
                <a:gd name="T6" fmla="*/ 301 w 70"/>
                <a:gd name="T7" fmla="*/ 464 h 56"/>
                <a:gd name="T8" fmla="*/ 468 w 70"/>
                <a:gd name="T9" fmla="*/ 151 h 56"/>
                <a:gd name="T10" fmla="*/ 249 w 70"/>
                <a:gd name="T11" fmla="*/ 1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4" y="2"/>
                  </a:moveTo>
                  <a:cubicBezTo>
                    <a:pt x="25" y="1"/>
                    <a:pt x="17" y="0"/>
                    <a:pt x="11" y="6"/>
                  </a:cubicBezTo>
                  <a:cubicBezTo>
                    <a:pt x="5" y="10"/>
                    <a:pt x="1" y="16"/>
                    <a:pt x="1" y="24"/>
                  </a:cubicBezTo>
                  <a:cubicBezTo>
                    <a:pt x="0" y="42"/>
                    <a:pt x="21" y="56"/>
                    <a:pt x="41" y="52"/>
                  </a:cubicBezTo>
                  <a:cubicBezTo>
                    <a:pt x="62" y="48"/>
                    <a:pt x="70" y="29"/>
                    <a:pt x="64" y="17"/>
                  </a:cubicBezTo>
                  <a:cubicBezTo>
                    <a:pt x="58" y="7"/>
                    <a:pt x="52" y="5"/>
                    <a:pt x="34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5" name="Freeform 1071">
              <a:extLst>
                <a:ext uri="{FF2B5EF4-FFF2-40B4-BE49-F238E27FC236}">
                  <a16:creationId xmlns:a16="http://schemas.microsoft.com/office/drawing/2014/main" id="{AD4EC5BC-2E74-4214-AA4F-00571200A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252"/>
              <a:ext cx="111" cy="89"/>
            </a:xfrm>
            <a:custGeom>
              <a:avLst/>
              <a:gdLst>
                <a:gd name="T0" fmla="*/ 376 w 57"/>
                <a:gd name="T1" fmla="*/ 72 h 43"/>
                <a:gd name="T2" fmla="*/ 325 w 57"/>
                <a:gd name="T3" fmla="*/ 0 h 43"/>
                <a:gd name="T4" fmla="*/ 360 w 57"/>
                <a:gd name="T5" fmla="*/ 60 h 43"/>
                <a:gd name="T6" fmla="*/ 208 w 57"/>
                <a:gd name="T7" fmla="*/ 356 h 43"/>
                <a:gd name="T8" fmla="*/ 0 w 57"/>
                <a:gd name="T9" fmla="*/ 300 h 43"/>
                <a:gd name="T10" fmla="*/ 212 w 57"/>
                <a:gd name="T11" fmla="*/ 364 h 43"/>
                <a:gd name="T12" fmla="*/ 376 w 57"/>
                <a:gd name="T13" fmla="*/ 7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3">
                  <a:moveTo>
                    <a:pt x="51" y="8"/>
                  </a:moveTo>
                  <a:cubicBezTo>
                    <a:pt x="49" y="5"/>
                    <a:pt x="47" y="2"/>
                    <a:pt x="44" y="0"/>
                  </a:cubicBezTo>
                  <a:cubicBezTo>
                    <a:pt x="46" y="2"/>
                    <a:pt x="48" y="4"/>
                    <a:pt x="49" y="7"/>
                  </a:cubicBezTo>
                  <a:cubicBezTo>
                    <a:pt x="55" y="18"/>
                    <a:pt x="47" y="36"/>
                    <a:pt x="28" y="40"/>
                  </a:cubicBezTo>
                  <a:cubicBezTo>
                    <a:pt x="17" y="42"/>
                    <a:pt x="7" y="39"/>
                    <a:pt x="0" y="34"/>
                  </a:cubicBezTo>
                  <a:cubicBezTo>
                    <a:pt x="7" y="40"/>
                    <a:pt x="18" y="43"/>
                    <a:pt x="29" y="41"/>
                  </a:cubicBezTo>
                  <a:cubicBezTo>
                    <a:pt x="49" y="37"/>
                    <a:pt x="57" y="19"/>
                    <a:pt x="51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6" name="Freeform 1072">
              <a:extLst>
                <a:ext uri="{FF2B5EF4-FFF2-40B4-BE49-F238E27FC236}">
                  <a16:creationId xmlns:a16="http://schemas.microsoft.com/office/drawing/2014/main" id="{5BADFA13-12CF-4827-94B2-0884D4A83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233"/>
              <a:ext cx="104" cy="91"/>
            </a:xfrm>
            <a:custGeom>
              <a:avLst/>
              <a:gdLst>
                <a:gd name="T0" fmla="*/ 15 w 54"/>
                <a:gd name="T1" fmla="*/ 223 h 44"/>
                <a:gd name="T2" fmla="*/ 77 w 54"/>
                <a:gd name="T3" fmla="*/ 60 h 44"/>
                <a:gd name="T4" fmla="*/ 237 w 54"/>
                <a:gd name="T5" fmla="*/ 25 h 44"/>
                <a:gd name="T6" fmla="*/ 385 w 54"/>
                <a:gd name="T7" fmla="*/ 81 h 44"/>
                <a:gd name="T8" fmla="*/ 223 w 54"/>
                <a:gd name="T9" fmla="*/ 17 h 44"/>
                <a:gd name="T10" fmla="*/ 64 w 54"/>
                <a:gd name="T11" fmla="*/ 43 h 44"/>
                <a:gd name="T12" fmla="*/ 0 w 54"/>
                <a:gd name="T13" fmla="*/ 205 h 44"/>
                <a:gd name="T14" fmla="*/ 85 w 54"/>
                <a:gd name="T15" fmla="*/ 389 h 44"/>
                <a:gd name="T16" fmla="*/ 15 w 54"/>
                <a:gd name="T17" fmla="*/ 22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4">
                  <a:moveTo>
                    <a:pt x="2" y="25"/>
                  </a:moveTo>
                  <a:cubicBezTo>
                    <a:pt x="2" y="17"/>
                    <a:pt x="6" y="11"/>
                    <a:pt x="11" y="7"/>
                  </a:cubicBezTo>
                  <a:cubicBezTo>
                    <a:pt x="17" y="2"/>
                    <a:pt x="25" y="2"/>
                    <a:pt x="33" y="3"/>
                  </a:cubicBezTo>
                  <a:cubicBezTo>
                    <a:pt x="43" y="5"/>
                    <a:pt x="49" y="6"/>
                    <a:pt x="54" y="9"/>
                  </a:cubicBezTo>
                  <a:cubicBezTo>
                    <a:pt x="49" y="5"/>
                    <a:pt x="43" y="4"/>
                    <a:pt x="31" y="2"/>
                  </a:cubicBezTo>
                  <a:cubicBezTo>
                    <a:pt x="23" y="1"/>
                    <a:pt x="16" y="0"/>
                    <a:pt x="9" y="5"/>
                  </a:cubicBezTo>
                  <a:cubicBezTo>
                    <a:pt x="4" y="10"/>
                    <a:pt x="0" y="16"/>
                    <a:pt x="0" y="23"/>
                  </a:cubicBezTo>
                  <a:cubicBezTo>
                    <a:pt x="0" y="32"/>
                    <a:pt x="5" y="39"/>
                    <a:pt x="12" y="44"/>
                  </a:cubicBezTo>
                  <a:cubicBezTo>
                    <a:pt x="6" y="39"/>
                    <a:pt x="2" y="32"/>
                    <a:pt x="2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7" name="Freeform 1073">
              <a:extLst>
                <a:ext uri="{FF2B5EF4-FFF2-40B4-BE49-F238E27FC236}">
                  <a16:creationId xmlns:a16="http://schemas.microsoft.com/office/drawing/2014/main" id="{8681C288-3B08-43D3-93CE-7A4CF2BC5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252"/>
              <a:ext cx="91" cy="64"/>
            </a:xfrm>
            <a:custGeom>
              <a:avLst/>
              <a:gdLst>
                <a:gd name="T0" fmla="*/ 256 w 47"/>
                <a:gd name="T1" fmla="*/ 60 h 31"/>
                <a:gd name="T2" fmla="*/ 124 w 47"/>
                <a:gd name="T3" fmla="*/ 239 h 31"/>
                <a:gd name="T4" fmla="*/ 37 w 47"/>
                <a:gd name="T5" fmla="*/ 52 h 31"/>
                <a:gd name="T6" fmla="*/ 256 w 47"/>
                <a:gd name="T7" fmla="*/ 6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35" y="7"/>
                  </a:moveTo>
                  <a:cubicBezTo>
                    <a:pt x="47" y="17"/>
                    <a:pt x="35" y="31"/>
                    <a:pt x="17" y="27"/>
                  </a:cubicBezTo>
                  <a:cubicBezTo>
                    <a:pt x="0" y="23"/>
                    <a:pt x="1" y="11"/>
                    <a:pt x="5" y="6"/>
                  </a:cubicBezTo>
                  <a:cubicBezTo>
                    <a:pt x="11" y="0"/>
                    <a:pt x="28" y="2"/>
                    <a:pt x="35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8" name="Freeform 1074">
              <a:extLst>
                <a:ext uri="{FF2B5EF4-FFF2-40B4-BE49-F238E27FC236}">
                  <a16:creationId xmlns:a16="http://schemas.microsoft.com/office/drawing/2014/main" id="{A07457A2-75A3-49B7-B9E0-237CAA537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281"/>
              <a:ext cx="78" cy="33"/>
            </a:xfrm>
            <a:custGeom>
              <a:avLst/>
              <a:gdLst>
                <a:gd name="T0" fmla="*/ 273 w 40"/>
                <a:gd name="T1" fmla="*/ 0 h 16"/>
                <a:gd name="T2" fmla="*/ 111 w 40"/>
                <a:gd name="T3" fmla="*/ 89 h 16"/>
                <a:gd name="T4" fmla="*/ 0 w 40"/>
                <a:gd name="T5" fmla="*/ 0 h 16"/>
                <a:gd name="T6" fmla="*/ 111 w 40"/>
                <a:gd name="T7" fmla="*/ 116 h 16"/>
                <a:gd name="T8" fmla="*/ 273 w 4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6">
                  <a:moveTo>
                    <a:pt x="37" y="0"/>
                  </a:moveTo>
                  <a:cubicBezTo>
                    <a:pt x="37" y="7"/>
                    <a:pt x="28" y="13"/>
                    <a:pt x="15" y="10"/>
                  </a:cubicBezTo>
                  <a:cubicBezTo>
                    <a:pt x="6" y="8"/>
                    <a:pt x="2" y="4"/>
                    <a:pt x="0" y="0"/>
                  </a:cubicBezTo>
                  <a:cubicBezTo>
                    <a:pt x="0" y="5"/>
                    <a:pt x="4" y="11"/>
                    <a:pt x="15" y="13"/>
                  </a:cubicBezTo>
                  <a:cubicBezTo>
                    <a:pt x="30" y="16"/>
                    <a:pt x="40" y="8"/>
                    <a:pt x="3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9" name="Freeform 1075">
              <a:extLst>
                <a:ext uri="{FF2B5EF4-FFF2-40B4-BE49-F238E27FC236}">
                  <a16:creationId xmlns:a16="http://schemas.microsoft.com/office/drawing/2014/main" id="{28CD3478-6AD3-437B-8203-5E2220819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254"/>
              <a:ext cx="40" cy="6"/>
            </a:xfrm>
            <a:custGeom>
              <a:avLst/>
              <a:gdLst>
                <a:gd name="T0" fmla="*/ 145 w 21"/>
                <a:gd name="T1" fmla="*/ 24 h 3"/>
                <a:gd name="T2" fmla="*/ 0 w 21"/>
                <a:gd name="T3" fmla="*/ 24 h 3"/>
                <a:gd name="T4" fmla="*/ 145 w 2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">
                  <a:moveTo>
                    <a:pt x="21" y="3"/>
                  </a:moveTo>
                  <a:cubicBezTo>
                    <a:pt x="15" y="0"/>
                    <a:pt x="5" y="0"/>
                    <a:pt x="0" y="3"/>
                  </a:cubicBezTo>
                  <a:cubicBezTo>
                    <a:pt x="5" y="2"/>
                    <a:pt x="15" y="1"/>
                    <a:pt x="2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0" name="Freeform 1076">
              <a:extLst>
                <a:ext uri="{FF2B5EF4-FFF2-40B4-BE49-F238E27FC236}">
                  <a16:creationId xmlns:a16="http://schemas.microsoft.com/office/drawing/2014/main" id="{65D98CEA-A72A-4B8D-9F1E-35DD56772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297"/>
              <a:ext cx="60" cy="27"/>
            </a:xfrm>
            <a:custGeom>
              <a:avLst/>
              <a:gdLst>
                <a:gd name="T0" fmla="*/ 0 w 31"/>
                <a:gd name="T1" fmla="*/ 8 h 13"/>
                <a:gd name="T2" fmla="*/ 225 w 31"/>
                <a:gd name="T3" fmla="*/ 0 h 13"/>
                <a:gd name="T4" fmla="*/ 0 w 31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3">
                  <a:moveTo>
                    <a:pt x="0" y="1"/>
                  </a:moveTo>
                  <a:cubicBezTo>
                    <a:pt x="4" y="5"/>
                    <a:pt x="22" y="11"/>
                    <a:pt x="31" y="0"/>
                  </a:cubicBezTo>
                  <a:cubicBezTo>
                    <a:pt x="28" y="6"/>
                    <a:pt x="13" y="13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1" name="Freeform 1077">
              <a:extLst>
                <a:ext uri="{FF2B5EF4-FFF2-40B4-BE49-F238E27FC236}">
                  <a16:creationId xmlns:a16="http://schemas.microsoft.com/office/drawing/2014/main" id="{89A130C8-3F34-4A1F-8C5B-BE81B77B7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231"/>
              <a:ext cx="136" cy="116"/>
            </a:xfrm>
            <a:custGeom>
              <a:avLst/>
              <a:gdLst>
                <a:gd name="T0" fmla="*/ 249 w 70"/>
                <a:gd name="T1" fmla="*/ 17 h 56"/>
                <a:gd name="T2" fmla="*/ 80 w 70"/>
                <a:gd name="T3" fmla="*/ 52 h 56"/>
                <a:gd name="T4" fmla="*/ 8 w 70"/>
                <a:gd name="T5" fmla="*/ 215 h 56"/>
                <a:gd name="T6" fmla="*/ 301 w 70"/>
                <a:gd name="T7" fmla="*/ 464 h 56"/>
                <a:gd name="T8" fmla="*/ 468 w 70"/>
                <a:gd name="T9" fmla="*/ 151 h 56"/>
                <a:gd name="T10" fmla="*/ 249 w 70"/>
                <a:gd name="T11" fmla="*/ 1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4" y="2"/>
                  </a:moveTo>
                  <a:cubicBezTo>
                    <a:pt x="25" y="1"/>
                    <a:pt x="17" y="0"/>
                    <a:pt x="11" y="6"/>
                  </a:cubicBezTo>
                  <a:cubicBezTo>
                    <a:pt x="5" y="10"/>
                    <a:pt x="1" y="16"/>
                    <a:pt x="1" y="24"/>
                  </a:cubicBezTo>
                  <a:cubicBezTo>
                    <a:pt x="0" y="42"/>
                    <a:pt x="21" y="56"/>
                    <a:pt x="41" y="52"/>
                  </a:cubicBezTo>
                  <a:cubicBezTo>
                    <a:pt x="62" y="48"/>
                    <a:pt x="70" y="29"/>
                    <a:pt x="64" y="17"/>
                  </a:cubicBezTo>
                  <a:cubicBezTo>
                    <a:pt x="58" y="7"/>
                    <a:pt x="52" y="5"/>
                    <a:pt x="34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2" name="Freeform 1078">
              <a:extLst>
                <a:ext uri="{FF2B5EF4-FFF2-40B4-BE49-F238E27FC236}">
                  <a16:creationId xmlns:a16="http://schemas.microsoft.com/office/drawing/2014/main" id="{358B4711-690B-428F-AB72-5F0FA4A2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264"/>
              <a:ext cx="78" cy="50"/>
            </a:xfrm>
            <a:custGeom>
              <a:avLst/>
              <a:gdLst>
                <a:gd name="T0" fmla="*/ 252 w 40"/>
                <a:gd name="T1" fmla="*/ 8 h 24"/>
                <a:gd name="T2" fmla="*/ 281 w 40"/>
                <a:gd name="T3" fmla="*/ 125 h 24"/>
                <a:gd name="T4" fmla="*/ 125 w 40"/>
                <a:gd name="T5" fmla="*/ 192 h 24"/>
                <a:gd name="T6" fmla="*/ 16 w 40"/>
                <a:gd name="T7" fmla="*/ 100 h 24"/>
                <a:gd name="T8" fmla="*/ 31 w 40"/>
                <a:gd name="T9" fmla="*/ 0 h 24"/>
                <a:gd name="T10" fmla="*/ 31 w 40"/>
                <a:gd name="T11" fmla="*/ 0 h 24"/>
                <a:gd name="T12" fmla="*/ 16 w 40"/>
                <a:gd name="T13" fmla="*/ 100 h 24"/>
                <a:gd name="T14" fmla="*/ 117 w 40"/>
                <a:gd name="T15" fmla="*/ 200 h 24"/>
                <a:gd name="T16" fmla="*/ 281 w 40"/>
                <a:gd name="T17" fmla="*/ 125 h 24"/>
                <a:gd name="T18" fmla="*/ 252 w 40"/>
                <a:gd name="T19" fmla="*/ 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4">
                  <a:moveTo>
                    <a:pt x="34" y="1"/>
                  </a:moveTo>
                  <a:cubicBezTo>
                    <a:pt x="38" y="5"/>
                    <a:pt x="40" y="10"/>
                    <a:pt x="38" y="14"/>
                  </a:cubicBezTo>
                  <a:cubicBezTo>
                    <a:pt x="35" y="19"/>
                    <a:pt x="28" y="23"/>
                    <a:pt x="17" y="21"/>
                  </a:cubicBezTo>
                  <a:cubicBezTo>
                    <a:pt x="7" y="19"/>
                    <a:pt x="3" y="14"/>
                    <a:pt x="2" y="11"/>
                  </a:cubicBezTo>
                  <a:cubicBezTo>
                    <a:pt x="1" y="7"/>
                    <a:pt x="2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3"/>
                    <a:pt x="0" y="7"/>
                    <a:pt x="2" y="11"/>
                  </a:cubicBezTo>
                  <a:cubicBezTo>
                    <a:pt x="3" y="15"/>
                    <a:pt x="6" y="19"/>
                    <a:pt x="16" y="22"/>
                  </a:cubicBezTo>
                  <a:cubicBezTo>
                    <a:pt x="28" y="24"/>
                    <a:pt x="36" y="19"/>
                    <a:pt x="38" y="14"/>
                  </a:cubicBezTo>
                  <a:cubicBezTo>
                    <a:pt x="40" y="10"/>
                    <a:pt x="39" y="5"/>
                    <a:pt x="34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3" name="Freeform 1079">
              <a:extLst>
                <a:ext uri="{FF2B5EF4-FFF2-40B4-BE49-F238E27FC236}">
                  <a16:creationId xmlns:a16="http://schemas.microsoft.com/office/drawing/2014/main" id="{BCF713AA-DB0E-46EB-8724-C947BBBB9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345"/>
              <a:ext cx="137" cy="115"/>
            </a:xfrm>
            <a:custGeom>
              <a:avLst/>
              <a:gdLst>
                <a:gd name="T0" fmla="*/ 245 w 71"/>
                <a:gd name="T1" fmla="*/ 16 h 56"/>
                <a:gd name="T2" fmla="*/ 79 w 71"/>
                <a:gd name="T3" fmla="*/ 43 h 56"/>
                <a:gd name="T4" fmla="*/ 8 w 71"/>
                <a:gd name="T5" fmla="*/ 207 h 56"/>
                <a:gd name="T6" fmla="*/ 301 w 71"/>
                <a:gd name="T7" fmla="*/ 452 h 56"/>
                <a:gd name="T8" fmla="*/ 465 w 71"/>
                <a:gd name="T9" fmla="*/ 148 h 56"/>
                <a:gd name="T10" fmla="*/ 245 w 71"/>
                <a:gd name="T11" fmla="*/ 1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56">
                  <a:moveTo>
                    <a:pt x="34" y="2"/>
                  </a:moveTo>
                  <a:cubicBezTo>
                    <a:pt x="25" y="0"/>
                    <a:pt x="17" y="0"/>
                    <a:pt x="11" y="5"/>
                  </a:cubicBezTo>
                  <a:cubicBezTo>
                    <a:pt x="5" y="10"/>
                    <a:pt x="1" y="16"/>
                    <a:pt x="1" y="24"/>
                  </a:cubicBezTo>
                  <a:cubicBezTo>
                    <a:pt x="0" y="42"/>
                    <a:pt x="21" y="56"/>
                    <a:pt x="42" y="52"/>
                  </a:cubicBezTo>
                  <a:cubicBezTo>
                    <a:pt x="62" y="48"/>
                    <a:pt x="71" y="29"/>
                    <a:pt x="65" y="17"/>
                  </a:cubicBezTo>
                  <a:cubicBezTo>
                    <a:pt x="58" y="7"/>
                    <a:pt x="52" y="5"/>
                    <a:pt x="34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4" name="Freeform 1080">
              <a:extLst>
                <a:ext uri="{FF2B5EF4-FFF2-40B4-BE49-F238E27FC236}">
                  <a16:creationId xmlns:a16="http://schemas.microsoft.com/office/drawing/2014/main" id="{DD5D90CE-E31A-4462-854B-1C8988FC4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365"/>
              <a:ext cx="110" cy="89"/>
            </a:xfrm>
            <a:custGeom>
              <a:avLst/>
              <a:gdLst>
                <a:gd name="T0" fmla="*/ 365 w 57"/>
                <a:gd name="T1" fmla="*/ 72 h 43"/>
                <a:gd name="T2" fmla="*/ 316 w 57"/>
                <a:gd name="T3" fmla="*/ 0 h 43"/>
                <a:gd name="T4" fmla="*/ 357 w 57"/>
                <a:gd name="T5" fmla="*/ 52 h 43"/>
                <a:gd name="T6" fmla="*/ 201 w 57"/>
                <a:gd name="T7" fmla="*/ 348 h 43"/>
                <a:gd name="T8" fmla="*/ 0 w 57"/>
                <a:gd name="T9" fmla="*/ 292 h 43"/>
                <a:gd name="T10" fmla="*/ 216 w 57"/>
                <a:gd name="T11" fmla="*/ 364 h 43"/>
                <a:gd name="T12" fmla="*/ 365 w 57"/>
                <a:gd name="T13" fmla="*/ 7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3">
                  <a:moveTo>
                    <a:pt x="51" y="8"/>
                  </a:moveTo>
                  <a:cubicBezTo>
                    <a:pt x="49" y="4"/>
                    <a:pt x="47" y="2"/>
                    <a:pt x="44" y="0"/>
                  </a:cubicBezTo>
                  <a:cubicBezTo>
                    <a:pt x="46" y="2"/>
                    <a:pt x="48" y="4"/>
                    <a:pt x="50" y="6"/>
                  </a:cubicBezTo>
                  <a:cubicBezTo>
                    <a:pt x="55" y="18"/>
                    <a:pt x="48" y="36"/>
                    <a:pt x="28" y="39"/>
                  </a:cubicBezTo>
                  <a:cubicBezTo>
                    <a:pt x="18" y="41"/>
                    <a:pt x="7" y="39"/>
                    <a:pt x="0" y="33"/>
                  </a:cubicBezTo>
                  <a:cubicBezTo>
                    <a:pt x="8" y="40"/>
                    <a:pt x="19" y="43"/>
                    <a:pt x="30" y="41"/>
                  </a:cubicBezTo>
                  <a:cubicBezTo>
                    <a:pt x="49" y="37"/>
                    <a:pt x="57" y="19"/>
                    <a:pt x="51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5" name="Freeform 1081">
              <a:extLst>
                <a:ext uri="{FF2B5EF4-FFF2-40B4-BE49-F238E27FC236}">
                  <a16:creationId xmlns:a16="http://schemas.microsoft.com/office/drawing/2014/main" id="{672A84D4-A5DD-42B3-822B-CDC9E3122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347"/>
              <a:ext cx="104" cy="91"/>
            </a:xfrm>
            <a:custGeom>
              <a:avLst/>
              <a:gdLst>
                <a:gd name="T0" fmla="*/ 15 w 54"/>
                <a:gd name="T1" fmla="*/ 213 h 44"/>
                <a:gd name="T2" fmla="*/ 85 w 54"/>
                <a:gd name="T3" fmla="*/ 60 h 44"/>
                <a:gd name="T4" fmla="*/ 237 w 54"/>
                <a:gd name="T5" fmla="*/ 25 h 44"/>
                <a:gd name="T6" fmla="*/ 385 w 54"/>
                <a:gd name="T7" fmla="*/ 81 h 44"/>
                <a:gd name="T8" fmla="*/ 229 w 54"/>
                <a:gd name="T9" fmla="*/ 17 h 44"/>
                <a:gd name="T10" fmla="*/ 71 w 54"/>
                <a:gd name="T11" fmla="*/ 43 h 44"/>
                <a:gd name="T12" fmla="*/ 0 w 54"/>
                <a:gd name="T13" fmla="*/ 205 h 44"/>
                <a:gd name="T14" fmla="*/ 85 w 54"/>
                <a:gd name="T15" fmla="*/ 389 h 44"/>
                <a:gd name="T16" fmla="*/ 15 w 54"/>
                <a:gd name="T17" fmla="*/ 21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4">
                  <a:moveTo>
                    <a:pt x="2" y="24"/>
                  </a:moveTo>
                  <a:cubicBezTo>
                    <a:pt x="2" y="17"/>
                    <a:pt x="6" y="11"/>
                    <a:pt x="12" y="7"/>
                  </a:cubicBezTo>
                  <a:cubicBezTo>
                    <a:pt x="18" y="1"/>
                    <a:pt x="25" y="2"/>
                    <a:pt x="33" y="3"/>
                  </a:cubicBezTo>
                  <a:cubicBezTo>
                    <a:pt x="43" y="5"/>
                    <a:pt x="49" y="6"/>
                    <a:pt x="54" y="9"/>
                  </a:cubicBezTo>
                  <a:cubicBezTo>
                    <a:pt x="49" y="5"/>
                    <a:pt x="43" y="4"/>
                    <a:pt x="32" y="2"/>
                  </a:cubicBezTo>
                  <a:cubicBezTo>
                    <a:pt x="23" y="0"/>
                    <a:pt x="16" y="0"/>
                    <a:pt x="10" y="5"/>
                  </a:cubicBezTo>
                  <a:cubicBezTo>
                    <a:pt x="5" y="10"/>
                    <a:pt x="0" y="15"/>
                    <a:pt x="0" y="23"/>
                  </a:cubicBezTo>
                  <a:cubicBezTo>
                    <a:pt x="0" y="31"/>
                    <a:pt x="5" y="39"/>
                    <a:pt x="12" y="44"/>
                  </a:cubicBezTo>
                  <a:cubicBezTo>
                    <a:pt x="6" y="39"/>
                    <a:pt x="2" y="32"/>
                    <a:pt x="2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6" name="Freeform 1082">
              <a:extLst>
                <a:ext uri="{FF2B5EF4-FFF2-40B4-BE49-F238E27FC236}">
                  <a16:creationId xmlns:a16="http://schemas.microsoft.com/office/drawing/2014/main" id="{472369A0-6F8E-47AC-9BBA-7061E58F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365"/>
              <a:ext cx="91" cy="64"/>
            </a:xfrm>
            <a:custGeom>
              <a:avLst/>
              <a:gdLst>
                <a:gd name="T0" fmla="*/ 256 w 47"/>
                <a:gd name="T1" fmla="*/ 60 h 31"/>
                <a:gd name="T2" fmla="*/ 132 w 47"/>
                <a:gd name="T3" fmla="*/ 239 h 31"/>
                <a:gd name="T4" fmla="*/ 37 w 47"/>
                <a:gd name="T5" fmla="*/ 52 h 31"/>
                <a:gd name="T6" fmla="*/ 256 w 47"/>
                <a:gd name="T7" fmla="*/ 6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35" y="7"/>
                  </a:moveTo>
                  <a:cubicBezTo>
                    <a:pt x="47" y="17"/>
                    <a:pt x="36" y="31"/>
                    <a:pt x="18" y="27"/>
                  </a:cubicBezTo>
                  <a:cubicBezTo>
                    <a:pt x="0" y="23"/>
                    <a:pt x="1" y="11"/>
                    <a:pt x="5" y="6"/>
                  </a:cubicBezTo>
                  <a:cubicBezTo>
                    <a:pt x="11" y="0"/>
                    <a:pt x="28" y="1"/>
                    <a:pt x="35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7" name="Freeform 1083">
              <a:extLst>
                <a:ext uri="{FF2B5EF4-FFF2-40B4-BE49-F238E27FC236}">
                  <a16:creationId xmlns:a16="http://schemas.microsoft.com/office/drawing/2014/main" id="{A233A34E-B9A4-4EF0-B6B8-4031B7BB5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392"/>
              <a:ext cx="75" cy="35"/>
            </a:xfrm>
            <a:custGeom>
              <a:avLst/>
              <a:gdLst>
                <a:gd name="T0" fmla="*/ 263 w 39"/>
                <a:gd name="T1" fmla="*/ 0 h 17"/>
                <a:gd name="T2" fmla="*/ 100 w 39"/>
                <a:gd name="T3" fmla="*/ 97 h 17"/>
                <a:gd name="T4" fmla="*/ 0 w 39"/>
                <a:gd name="T5" fmla="*/ 0 h 17"/>
                <a:gd name="T6" fmla="*/ 108 w 39"/>
                <a:gd name="T7" fmla="*/ 124 h 17"/>
                <a:gd name="T8" fmla="*/ 263 w 3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7">
                  <a:moveTo>
                    <a:pt x="37" y="0"/>
                  </a:moveTo>
                  <a:cubicBezTo>
                    <a:pt x="36" y="8"/>
                    <a:pt x="27" y="14"/>
                    <a:pt x="14" y="11"/>
                  </a:cubicBezTo>
                  <a:cubicBezTo>
                    <a:pt x="5" y="9"/>
                    <a:pt x="1" y="5"/>
                    <a:pt x="0" y="0"/>
                  </a:cubicBezTo>
                  <a:cubicBezTo>
                    <a:pt x="0" y="5"/>
                    <a:pt x="3" y="12"/>
                    <a:pt x="15" y="14"/>
                  </a:cubicBezTo>
                  <a:cubicBezTo>
                    <a:pt x="29" y="17"/>
                    <a:pt x="39" y="9"/>
                    <a:pt x="3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8" name="Freeform 1084">
              <a:extLst>
                <a:ext uri="{FF2B5EF4-FFF2-40B4-BE49-F238E27FC236}">
                  <a16:creationId xmlns:a16="http://schemas.microsoft.com/office/drawing/2014/main" id="{56467ADC-17A2-4FB6-9A87-30B2FA2E7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368"/>
              <a:ext cx="38" cy="6"/>
            </a:xfrm>
            <a:custGeom>
              <a:avLst/>
              <a:gdLst>
                <a:gd name="T0" fmla="*/ 137 w 20"/>
                <a:gd name="T1" fmla="*/ 24 h 3"/>
                <a:gd name="T2" fmla="*/ 0 w 20"/>
                <a:gd name="T3" fmla="*/ 16 h 3"/>
                <a:gd name="T4" fmla="*/ 137 w 20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">
                  <a:moveTo>
                    <a:pt x="20" y="3"/>
                  </a:moveTo>
                  <a:cubicBezTo>
                    <a:pt x="14" y="0"/>
                    <a:pt x="4" y="0"/>
                    <a:pt x="0" y="2"/>
                  </a:cubicBezTo>
                  <a:cubicBezTo>
                    <a:pt x="4" y="2"/>
                    <a:pt x="14" y="1"/>
                    <a:pt x="20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9" name="Freeform 1085">
              <a:extLst>
                <a:ext uri="{FF2B5EF4-FFF2-40B4-BE49-F238E27FC236}">
                  <a16:creationId xmlns:a16="http://schemas.microsoft.com/office/drawing/2014/main" id="{DEEF88F9-3D7E-41F7-A6CA-E5AC77B04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411"/>
              <a:ext cx="60" cy="25"/>
            </a:xfrm>
            <a:custGeom>
              <a:avLst/>
              <a:gdLst>
                <a:gd name="T0" fmla="*/ 0 w 31"/>
                <a:gd name="T1" fmla="*/ 8 h 12"/>
                <a:gd name="T2" fmla="*/ 225 w 31"/>
                <a:gd name="T3" fmla="*/ 0 h 12"/>
                <a:gd name="T4" fmla="*/ 0 w 31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">
                  <a:moveTo>
                    <a:pt x="0" y="1"/>
                  </a:moveTo>
                  <a:cubicBezTo>
                    <a:pt x="4" y="5"/>
                    <a:pt x="22" y="11"/>
                    <a:pt x="31" y="0"/>
                  </a:cubicBezTo>
                  <a:cubicBezTo>
                    <a:pt x="29" y="5"/>
                    <a:pt x="14" y="12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0" name="Freeform 1086">
              <a:extLst>
                <a:ext uri="{FF2B5EF4-FFF2-40B4-BE49-F238E27FC236}">
                  <a16:creationId xmlns:a16="http://schemas.microsoft.com/office/drawing/2014/main" id="{F903491C-6482-4D27-88C8-F4DD4D6F9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345"/>
              <a:ext cx="137" cy="115"/>
            </a:xfrm>
            <a:custGeom>
              <a:avLst/>
              <a:gdLst>
                <a:gd name="T0" fmla="*/ 245 w 71"/>
                <a:gd name="T1" fmla="*/ 16 h 56"/>
                <a:gd name="T2" fmla="*/ 79 w 71"/>
                <a:gd name="T3" fmla="*/ 43 h 56"/>
                <a:gd name="T4" fmla="*/ 8 w 71"/>
                <a:gd name="T5" fmla="*/ 207 h 56"/>
                <a:gd name="T6" fmla="*/ 301 w 71"/>
                <a:gd name="T7" fmla="*/ 452 h 56"/>
                <a:gd name="T8" fmla="*/ 465 w 71"/>
                <a:gd name="T9" fmla="*/ 148 h 56"/>
                <a:gd name="T10" fmla="*/ 245 w 71"/>
                <a:gd name="T11" fmla="*/ 1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56">
                  <a:moveTo>
                    <a:pt x="34" y="2"/>
                  </a:moveTo>
                  <a:cubicBezTo>
                    <a:pt x="25" y="0"/>
                    <a:pt x="17" y="0"/>
                    <a:pt x="11" y="5"/>
                  </a:cubicBezTo>
                  <a:cubicBezTo>
                    <a:pt x="5" y="10"/>
                    <a:pt x="1" y="16"/>
                    <a:pt x="1" y="24"/>
                  </a:cubicBezTo>
                  <a:cubicBezTo>
                    <a:pt x="0" y="42"/>
                    <a:pt x="21" y="56"/>
                    <a:pt x="42" y="52"/>
                  </a:cubicBezTo>
                  <a:cubicBezTo>
                    <a:pt x="62" y="48"/>
                    <a:pt x="71" y="29"/>
                    <a:pt x="65" y="17"/>
                  </a:cubicBezTo>
                  <a:cubicBezTo>
                    <a:pt x="58" y="7"/>
                    <a:pt x="52" y="5"/>
                    <a:pt x="34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1" name="Freeform 1087">
              <a:extLst>
                <a:ext uri="{FF2B5EF4-FFF2-40B4-BE49-F238E27FC236}">
                  <a16:creationId xmlns:a16="http://schemas.microsoft.com/office/drawing/2014/main" id="{6F02C758-8F0E-4785-981F-A78639267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1378"/>
              <a:ext cx="75" cy="49"/>
            </a:xfrm>
            <a:custGeom>
              <a:avLst/>
              <a:gdLst>
                <a:gd name="T0" fmla="*/ 233 w 39"/>
                <a:gd name="T1" fmla="*/ 8 h 24"/>
                <a:gd name="T2" fmla="*/ 263 w 39"/>
                <a:gd name="T3" fmla="*/ 120 h 24"/>
                <a:gd name="T4" fmla="*/ 115 w 39"/>
                <a:gd name="T5" fmla="*/ 180 h 24"/>
                <a:gd name="T6" fmla="*/ 8 w 39"/>
                <a:gd name="T7" fmla="*/ 92 h 24"/>
                <a:gd name="T8" fmla="*/ 23 w 39"/>
                <a:gd name="T9" fmla="*/ 0 h 24"/>
                <a:gd name="T10" fmla="*/ 23 w 39"/>
                <a:gd name="T11" fmla="*/ 0 h 24"/>
                <a:gd name="T12" fmla="*/ 8 w 39"/>
                <a:gd name="T13" fmla="*/ 92 h 24"/>
                <a:gd name="T14" fmla="*/ 115 w 39"/>
                <a:gd name="T15" fmla="*/ 180 h 24"/>
                <a:gd name="T16" fmla="*/ 263 w 39"/>
                <a:gd name="T17" fmla="*/ 120 h 24"/>
                <a:gd name="T18" fmla="*/ 233 w 39"/>
                <a:gd name="T19" fmla="*/ 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4">
                  <a:moveTo>
                    <a:pt x="33" y="1"/>
                  </a:moveTo>
                  <a:cubicBezTo>
                    <a:pt x="38" y="5"/>
                    <a:pt x="39" y="10"/>
                    <a:pt x="37" y="14"/>
                  </a:cubicBezTo>
                  <a:cubicBezTo>
                    <a:pt x="34" y="19"/>
                    <a:pt x="27" y="23"/>
                    <a:pt x="16" y="21"/>
                  </a:cubicBezTo>
                  <a:cubicBezTo>
                    <a:pt x="6" y="19"/>
                    <a:pt x="3" y="14"/>
                    <a:pt x="1" y="11"/>
                  </a:cubicBezTo>
                  <a:cubicBezTo>
                    <a:pt x="0" y="6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6"/>
                    <a:pt x="1" y="11"/>
                  </a:cubicBezTo>
                  <a:cubicBezTo>
                    <a:pt x="2" y="14"/>
                    <a:pt x="6" y="19"/>
                    <a:pt x="16" y="21"/>
                  </a:cubicBezTo>
                  <a:cubicBezTo>
                    <a:pt x="27" y="24"/>
                    <a:pt x="35" y="19"/>
                    <a:pt x="37" y="14"/>
                  </a:cubicBezTo>
                  <a:cubicBezTo>
                    <a:pt x="39" y="10"/>
                    <a:pt x="38" y="5"/>
                    <a:pt x="33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2" name="Freeform 1088">
              <a:extLst>
                <a:ext uri="{FF2B5EF4-FFF2-40B4-BE49-F238E27FC236}">
                  <a16:creationId xmlns:a16="http://schemas.microsoft.com/office/drawing/2014/main" id="{BE4A342D-2F4B-4D55-B1C4-3B930DADB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081"/>
              <a:ext cx="110" cy="95"/>
            </a:xfrm>
            <a:custGeom>
              <a:avLst/>
              <a:gdLst>
                <a:gd name="T0" fmla="*/ 201 w 57"/>
                <a:gd name="T1" fmla="*/ 17 h 46"/>
                <a:gd name="T2" fmla="*/ 64 w 57"/>
                <a:gd name="T3" fmla="*/ 43 h 46"/>
                <a:gd name="T4" fmla="*/ 0 w 57"/>
                <a:gd name="T5" fmla="*/ 176 h 46"/>
                <a:gd name="T6" fmla="*/ 245 w 57"/>
                <a:gd name="T7" fmla="*/ 380 h 46"/>
                <a:gd name="T8" fmla="*/ 380 w 57"/>
                <a:gd name="T9" fmla="*/ 132 h 46"/>
                <a:gd name="T10" fmla="*/ 201 w 57"/>
                <a:gd name="T11" fmla="*/ 1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6">
                  <a:moveTo>
                    <a:pt x="28" y="2"/>
                  </a:moveTo>
                  <a:cubicBezTo>
                    <a:pt x="20" y="1"/>
                    <a:pt x="14" y="0"/>
                    <a:pt x="9" y="5"/>
                  </a:cubicBezTo>
                  <a:cubicBezTo>
                    <a:pt x="4" y="9"/>
                    <a:pt x="0" y="14"/>
                    <a:pt x="0" y="20"/>
                  </a:cubicBezTo>
                  <a:cubicBezTo>
                    <a:pt x="0" y="35"/>
                    <a:pt x="17" y="46"/>
                    <a:pt x="34" y="43"/>
                  </a:cubicBezTo>
                  <a:cubicBezTo>
                    <a:pt x="51" y="40"/>
                    <a:pt x="57" y="24"/>
                    <a:pt x="53" y="15"/>
                  </a:cubicBezTo>
                  <a:cubicBezTo>
                    <a:pt x="47" y="6"/>
                    <a:pt x="42" y="4"/>
                    <a:pt x="28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3" name="Freeform 1089">
              <a:extLst>
                <a:ext uri="{FF2B5EF4-FFF2-40B4-BE49-F238E27FC236}">
                  <a16:creationId xmlns:a16="http://schemas.microsoft.com/office/drawing/2014/main" id="{360C3516-7577-4A41-ADD9-5BB59C20E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099"/>
              <a:ext cx="89" cy="73"/>
            </a:xfrm>
            <a:custGeom>
              <a:avLst/>
              <a:gdLst>
                <a:gd name="T0" fmla="*/ 304 w 46"/>
                <a:gd name="T1" fmla="*/ 56 h 35"/>
                <a:gd name="T2" fmla="*/ 261 w 46"/>
                <a:gd name="T3" fmla="*/ 0 h 35"/>
                <a:gd name="T4" fmla="*/ 288 w 46"/>
                <a:gd name="T5" fmla="*/ 44 h 35"/>
                <a:gd name="T6" fmla="*/ 161 w 46"/>
                <a:gd name="T7" fmla="*/ 292 h 35"/>
                <a:gd name="T8" fmla="*/ 0 w 46"/>
                <a:gd name="T9" fmla="*/ 244 h 35"/>
                <a:gd name="T10" fmla="*/ 172 w 46"/>
                <a:gd name="T11" fmla="*/ 300 h 35"/>
                <a:gd name="T12" fmla="*/ 304 w 46"/>
                <a:gd name="T13" fmla="*/ 5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5">
                  <a:moveTo>
                    <a:pt x="42" y="6"/>
                  </a:moveTo>
                  <a:cubicBezTo>
                    <a:pt x="40" y="3"/>
                    <a:pt x="38" y="1"/>
                    <a:pt x="36" y="0"/>
                  </a:cubicBezTo>
                  <a:cubicBezTo>
                    <a:pt x="37" y="1"/>
                    <a:pt x="39" y="3"/>
                    <a:pt x="40" y="5"/>
                  </a:cubicBezTo>
                  <a:cubicBezTo>
                    <a:pt x="45" y="14"/>
                    <a:pt x="38" y="29"/>
                    <a:pt x="22" y="32"/>
                  </a:cubicBezTo>
                  <a:cubicBezTo>
                    <a:pt x="14" y="34"/>
                    <a:pt x="6" y="31"/>
                    <a:pt x="0" y="27"/>
                  </a:cubicBezTo>
                  <a:cubicBezTo>
                    <a:pt x="6" y="32"/>
                    <a:pt x="15" y="35"/>
                    <a:pt x="24" y="33"/>
                  </a:cubicBezTo>
                  <a:cubicBezTo>
                    <a:pt x="40" y="30"/>
                    <a:pt x="46" y="15"/>
                    <a:pt x="4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4" name="Freeform 1090">
              <a:extLst>
                <a:ext uri="{FF2B5EF4-FFF2-40B4-BE49-F238E27FC236}">
                  <a16:creationId xmlns:a16="http://schemas.microsoft.com/office/drawing/2014/main" id="{7F94BE24-A174-4F38-A650-614581A72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083"/>
              <a:ext cx="85" cy="74"/>
            </a:xfrm>
            <a:custGeom>
              <a:avLst/>
              <a:gdLst>
                <a:gd name="T0" fmla="*/ 15 w 44"/>
                <a:gd name="T1" fmla="*/ 173 h 36"/>
                <a:gd name="T2" fmla="*/ 71 w 44"/>
                <a:gd name="T3" fmla="*/ 51 h 36"/>
                <a:gd name="T4" fmla="*/ 201 w 44"/>
                <a:gd name="T5" fmla="*/ 25 h 36"/>
                <a:gd name="T6" fmla="*/ 317 w 44"/>
                <a:gd name="T7" fmla="*/ 68 h 36"/>
                <a:gd name="T8" fmla="*/ 187 w 44"/>
                <a:gd name="T9" fmla="*/ 16 h 36"/>
                <a:gd name="T10" fmla="*/ 56 w 44"/>
                <a:gd name="T11" fmla="*/ 43 h 36"/>
                <a:gd name="T12" fmla="*/ 0 w 44"/>
                <a:gd name="T13" fmla="*/ 164 h 36"/>
                <a:gd name="T14" fmla="*/ 79 w 44"/>
                <a:gd name="T15" fmla="*/ 312 h 36"/>
                <a:gd name="T16" fmla="*/ 15 w 44"/>
                <a:gd name="T17" fmla="*/ 17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6">
                  <a:moveTo>
                    <a:pt x="2" y="20"/>
                  </a:moveTo>
                  <a:cubicBezTo>
                    <a:pt x="2" y="14"/>
                    <a:pt x="6" y="9"/>
                    <a:pt x="10" y="6"/>
                  </a:cubicBezTo>
                  <a:cubicBezTo>
                    <a:pt x="15" y="1"/>
                    <a:pt x="21" y="2"/>
                    <a:pt x="28" y="3"/>
                  </a:cubicBezTo>
                  <a:cubicBezTo>
                    <a:pt x="36" y="4"/>
                    <a:pt x="41" y="5"/>
                    <a:pt x="44" y="8"/>
                  </a:cubicBezTo>
                  <a:cubicBezTo>
                    <a:pt x="41" y="5"/>
                    <a:pt x="35" y="3"/>
                    <a:pt x="26" y="2"/>
                  </a:cubicBezTo>
                  <a:cubicBezTo>
                    <a:pt x="19" y="1"/>
                    <a:pt x="13" y="0"/>
                    <a:pt x="8" y="5"/>
                  </a:cubicBezTo>
                  <a:cubicBezTo>
                    <a:pt x="4" y="8"/>
                    <a:pt x="1" y="13"/>
                    <a:pt x="0" y="19"/>
                  </a:cubicBezTo>
                  <a:cubicBezTo>
                    <a:pt x="0" y="26"/>
                    <a:pt x="4" y="32"/>
                    <a:pt x="11" y="36"/>
                  </a:cubicBezTo>
                  <a:cubicBezTo>
                    <a:pt x="5" y="32"/>
                    <a:pt x="2" y="26"/>
                    <a:pt x="2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5" name="Freeform 1091">
              <a:extLst>
                <a:ext uri="{FF2B5EF4-FFF2-40B4-BE49-F238E27FC236}">
                  <a16:creationId xmlns:a16="http://schemas.microsoft.com/office/drawing/2014/main" id="{6954E99B-E50C-4225-BA81-5AA43233B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097"/>
              <a:ext cx="75" cy="54"/>
            </a:xfrm>
            <a:custGeom>
              <a:avLst/>
              <a:gdLst>
                <a:gd name="T0" fmla="*/ 208 w 39"/>
                <a:gd name="T1" fmla="*/ 52 h 26"/>
                <a:gd name="T2" fmla="*/ 108 w 39"/>
                <a:gd name="T3" fmla="*/ 208 h 26"/>
                <a:gd name="T4" fmla="*/ 37 w 39"/>
                <a:gd name="T5" fmla="*/ 52 h 26"/>
                <a:gd name="T6" fmla="*/ 208 w 39"/>
                <a:gd name="T7" fmla="*/ 5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6">
                  <a:moveTo>
                    <a:pt x="29" y="6"/>
                  </a:moveTo>
                  <a:cubicBezTo>
                    <a:pt x="39" y="15"/>
                    <a:pt x="30" y="26"/>
                    <a:pt x="15" y="23"/>
                  </a:cubicBezTo>
                  <a:cubicBezTo>
                    <a:pt x="0" y="20"/>
                    <a:pt x="1" y="9"/>
                    <a:pt x="5" y="6"/>
                  </a:cubicBezTo>
                  <a:cubicBezTo>
                    <a:pt x="9" y="0"/>
                    <a:pt x="23" y="2"/>
                    <a:pt x="2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6" name="Freeform 1092">
              <a:extLst>
                <a:ext uri="{FF2B5EF4-FFF2-40B4-BE49-F238E27FC236}">
                  <a16:creationId xmlns:a16="http://schemas.microsoft.com/office/drawing/2014/main" id="{3B203DC3-7990-409D-A17E-C4BA7D0FE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122"/>
              <a:ext cx="62" cy="27"/>
            </a:xfrm>
            <a:custGeom>
              <a:avLst/>
              <a:gdLst>
                <a:gd name="T0" fmla="*/ 217 w 32"/>
                <a:gd name="T1" fmla="*/ 0 h 13"/>
                <a:gd name="T2" fmla="*/ 87 w 32"/>
                <a:gd name="T3" fmla="*/ 81 h 13"/>
                <a:gd name="T4" fmla="*/ 0 w 32"/>
                <a:gd name="T5" fmla="*/ 0 h 13"/>
                <a:gd name="T6" fmla="*/ 87 w 32"/>
                <a:gd name="T7" fmla="*/ 100 h 13"/>
                <a:gd name="T8" fmla="*/ 217 w 3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30" y="0"/>
                  </a:moveTo>
                  <a:cubicBezTo>
                    <a:pt x="30" y="6"/>
                    <a:pt x="22" y="11"/>
                    <a:pt x="12" y="9"/>
                  </a:cubicBezTo>
                  <a:cubicBezTo>
                    <a:pt x="4" y="7"/>
                    <a:pt x="1" y="3"/>
                    <a:pt x="0" y="0"/>
                  </a:cubicBezTo>
                  <a:cubicBezTo>
                    <a:pt x="0" y="4"/>
                    <a:pt x="3" y="9"/>
                    <a:pt x="12" y="11"/>
                  </a:cubicBezTo>
                  <a:cubicBezTo>
                    <a:pt x="24" y="13"/>
                    <a:pt x="32" y="7"/>
                    <a:pt x="3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7" name="Freeform 1093">
              <a:extLst>
                <a:ext uri="{FF2B5EF4-FFF2-40B4-BE49-F238E27FC236}">
                  <a16:creationId xmlns:a16="http://schemas.microsoft.com/office/drawing/2014/main" id="{F476AC9B-D961-422F-B375-316AA880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099"/>
              <a:ext cx="33" cy="7"/>
            </a:xfrm>
            <a:custGeom>
              <a:avLst/>
              <a:gdLst>
                <a:gd name="T0" fmla="*/ 124 w 17"/>
                <a:gd name="T1" fmla="*/ 37 h 3"/>
                <a:gd name="T2" fmla="*/ 0 w 17"/>
                <a:gd name="T3" fmla="*/ 28 h 3"/>
                <a:gd name="T4" fmla="*/ 124 w 17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">
                  <a:moveTo>
                    <a:pt x="17" y="3"/>
                  </a:moveTo>
                  <a:cubicBezTo>
                    <a:pt x="12" y="1"/>
                    <a:pt x="4" y="0"/>
                    <a:pt x="0" y="2"/>
                  </a:cubicBezTo>
                  <a:cubicBezTo>
                    <a:pt x="4" y="2"/>
                    <a:pt x="12" y="1"/>
                    <a:pt x="17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8" name="Freeform 1094">
              <a:extLst>
                <a:ext uri="{FF2B5EF4-FFF2-40B4-BE49-F238E27FC236}">
                  <a16:creationId xmlns:a16="http://schemas.microsoft.com/office/drawing/2014/main" id="{43CD7118-AB7B-4683-AC91-44023DB56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137"/>
              <a:ext cx="49" cy="20"/>
            </a:xfrm>
            <a:custGeom>
              <a:avLst/>
              <a:gdLst>
                <a:gd name="T0" fmla="*/ 0 w 25"/>
                <a:gd name="T1" fmla="*/ 8 h 10"/>
                <a:gd name="T2" fmla="*/ 188 w 25"/>
                <a:gd name="T3" fmla="*/ 0 h 10"/>
                <a:gd name="T4" fmla="*/ 0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3" y="4"/>
                    <a:pt x="18" y="9"/>
                    <a:pt x="25" y="0"/>
                  </a:cubicBezTo>
                  <a:cubicBezTo>
                    <a:pt x="23" y="4"/>
                    <a:pt x="10" y="10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9" name="Freeform 1095">
              <a:extLst>
                <a:ext uri="{FF2B5EF4-FFF2-40B4-BE49-F238E27FC236}">
                  <a16:creationId xmlns:a16="http://schemas.microsoft.com/office/drawing/2014/main" id="{81178411-4379-497D-918C-BE75E164D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081"/>
              <a:ext cx="110" cy="95"/>
            </a:xfrm>
            <a:custGeom>
              <a:avLst/>
              <a:gdLst>
                <a:gd name="T0" fmla="*/ 201 w 57"/>
                <a:gd name="T1" fmla="*/ 17 h 46"/>
                <a:gd name="T2" fmla="*/ 64 w 57"/>
                <a:gd name="T3" fmla="*/ 43 h 46"/>
                <a:gd name="T4" fmla="*/ 0 w 57"/>
                <a:gd name="T5" fmla="*/ 176 h 46"/>
                <a:gd name="T6" fmla="*/ 245 w 57"/>
                <a:gd name="T7" fmla="*/ 380 h 46"/>
                <a:gd name="T8" fmla="*/ 380 w 57"/>
                <a:gd name="T9" fmla="*/ 132 h 46"/>
                <a:gd name="T10" fmla="*/ 201 w 57"/>
                <a:gd name="T11" fmla="*/ 1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6">
                  <a:moveTo>
                    <a:pt x="28" y="2"/>
                  </a:moveTo>
                  <a:cubicBezTo>
                    <a:pt x="20" y="1"/>
                    <a:pt x="14" y="0"/>
                    <a:pt x="9" y="5"/>
                  </a:cubicBezTo>
                  <a:cubicBezTo>
                    <a:pt x="4" y="9"/>
                    <a:pt x="0" y="14"/>
                    <a:pt x="0" y="20"/>
                  </a:cubicBezTo>
                  <a:cubicBezTo>
                    <a:pt x="0" y="35"/>
                    <a:pt x="17" y="46"/>
                    <a:pt x="34" y="43"/>
                  </a:cubicBezTo>
                  <a:cubicBezTo>
                    <a:pt x="51" y="40"/>
                    <a:pt x="57" y="24"/>
                    <a:pt x="53" y="15"/>
                  </a:cubicBezTo>
                  <a:cubicBezTo>
                    <a:pt x="47" y="6"/>
                    <a:pt x="42" y="4"/>
                    <a:pt x="28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0" name="Freeform 1096">
              <a:extLst>
                <a:ext uri="{FF2B5EF4-FFF2-40B4-BE49-F238E27FC236}">
                  <a16:creationId xmlns:a16="http://schemas.microsoft.com/office/drawing/2014/main" id="{F4A8673B-59E4-4B13-8D60-B8B5D76C5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110"/>
              <a:ext cx="62" cy="39"/>
            </a:xfrm>
            <a:custGeom>
              <a:avLst/>
              <a:gdLst>
                <a:gd name="T0" fmla="*/ 196 w 32"/>
                <a:gd name="T1" fmla="*/ 0 h 19"/>
                <a:gd name="T2" fmla="*/ 217 w 32"/>
                <a:gd name="T3" fmla="*/ 96 h 19"/>
                <a:gd name="T4" fmla="*/ 93 w 32"/>
                <a:gd name="T5" fmla="*/ 148 h 19"/>
                <a:gd name="T6" fmla="*/ 8 w 32"/>
                <a:gd name="T7" fmla="*/ 68 h 19"/>
                <a:gd name="T8" fmla="*/ 23 w 32"/>
                <a:gd name="T9" fmla="*/ 0 h 19"/>
                <a:gd name="T10" fmla="*/ 23 w 32"/>
                <a:gd name="T11" fmla="*/ 0 h 19"/>
                <a:gd name="T12" fmla="*/ 8 w 32"/>
                <a:gd name="T13" fmla="*/ 68 h 19"/>
                <a:gd name="T14" fmla="*/ 93 w 32"/>
                <a:gd name="T15" fmla="*/ 148 h 19"/>
                <a:gd name="T16" fmla="*/ 225 w 32"/>
                <a:gd name="T17" fmla="*/ 96 h 19"/>
                <a:gd name="T18" fmla="*/ 196 w 32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9">
                  <a:moveTo>
                    <a:pt x="27" y="0"/>
                  </a:moveTo>
                  <a:cubicBezTo>
                    <a:pt x="31" y="4"/>
                    <a:pt x="32" y="7"/>
                    <a:pt x="30" y="11"/>
                  </a:cubicBezTo>
                  <a:cubicBezTo>
                    <a:pt x="28" y="15"/>
                    <a:pt x="22" y="19"/>
                    <a:pt x="13" y="17"/>
                  </a:cubicBezTo>
                  <a:cubicBezTo>
                    <a:pt x="5" y="15"/>
                    <a:pt x="2" y="11"/>
                    <a:pt x="1" y="8"/>
                  </a:cubicBezTo>
                  <a:cubicBezTo>
                    <a:pt x="0" y="5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5"/>
                    <a:pt x="1" y="8"/>
                  </a:cubicBezTo>
                  <a:cubicBezTo>
                    <a:pt x="2" y="11"/>
                    <a:pt x="5" y="15"/>
                    <a:pt x="13" y="17"/>
                  </a:cubicBezTo>
                  <a:cubicBezTo>
                    <a:pt x="22" y="19"/>
                    <a:pt x="29" y="15"/>
                    <a:pt x="31" y="11"/>
                  </a:cubicBezTo>
                  <a:cubicBezTo>
                    <a:pt x="32" y="7"/>
                    <a:pt x="31" y="4"/>
                    <a:pt x="2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1" name="Freeform 1097">
              <a:extLst>
                <a:ext uri="{FF2B5EF4-FFF2-40B4-BE49-F238E27FC236}">
                  <a16:creationId xmlns:a16="http://schemas.microsoft.com/office/drawing/2014/main" id="{45667F44-8B73-4540-9F05-A6246815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324"/>
              <a:ext cx="110" cy="95"/>
            </a:xfrm>
            <a:custGeom>
              <a:avLst/>
              <a:gdLst>
                <a:gd name="T0" fmla="*/ 193 w 57"/>
                <a:gd name="T1" fmla="*/ 17 h 46"/>
                <a:gd name="T2" fmla="*/ 56 w 57"/>
                <a:gd name="T3" fmla="*/ 43 h 46"/>
                <a:gd name="T4" fmla="*/ 0 w 57"/>
                <a:gd name="T5" fmla="*/ 176 h 46"/>
                <a:gd name="T6" fmla="*/ 239 w 57"/>
                <a:gd name="T7" fmla="*/ 380 h 46"/>
                <a:gd name="T8" fmla="*/ 372 w 57"/>
                <a:gd name="T9" fmla="*/ 124 h 46"/>
                <a:gd name="T10" fmla="*/ 193 w 57"/>
                <a:gd name="T11" fmla="*/ 1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6">
                  <a:moveTo>
                    <a:pt x="27" y="2"/>
                  </a:moveTo>
                  <a:cubicBezTo>
                    <a:pt x="20" y="1"/>
                    <a:pt x="14" y="0"/>
                    <a:pt x="8" y="5"/>
                  </a:cubicBezTo>
                  <a:cubicBezTo>
                    <a:pt x="4" y="9"/>
                    <a:pt x="0" y="14"/>
                    <a:pt x="0" y="20"/>
                  </a:cubicBezTo>
                  <a:cubicBezTo>
                    <a:pt x="0" y="34"/>
                    <a:pt x="16" y="46"/>
                    <a:pt x="33" y="43"/>
                  </a:cubicBezTo>
                  <a:cubicBezTo>
                    <a:pt x="50" y="40"/>
                    <a:pt x="57" y="24"/>
                    <a:pt x="52" y="14"/>
                  </a:cubicBezTo>
                  <a:cubicBezTo>
                    <a:pt x="47" y="6"/>
                    <a:pt x="42" y="4"/>
                    <a:pt x="27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2" name="Freeform 1098">
              <a:extLst>
                <a:ext uri="{FF2B5EF4-FFF2-40B4-BE49-F238E27FC236}">
                  <a16:creationId xmlns:a16="http://schemas.microsoft.com/office/drawing/2014/main" id="{CDAE36EC-BBE5-45CB-B037-F280C96FE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341"/>
              <a:ext cx="91" cy="74"/>
            </a:xfrm>
            <a:custGeom>
              <a:avLst/>
              <a:gdLst>
                <a:gd name="T0" fmla="*/ 304 w 47"/>
                <a:gd name="T1" fmla="*/ 60 h 36"/>
                <a:gd name="T2" fmla="*/ 263 w 47"/>
                <a:gd name="T3" fmla="*/ 0 h 36"/>
                <a:gd name="T4" fmla="*/ 296 w 47"/>
                <a:gd name="T5" fmla="*/ 51 h 36"/>
                <a:gd name="T6" fmla="*/ 168 w 47"/>
                <a:gd name="T7" fmla="*/ 288 h 36"/>
                <a:gd name="T8" fmla="*/ 0 w 47"/>
                <a:gd name="T9" fmla="*/ 245 h 36"/>
                <a:gd name="T10" fmla="*/ 172 w 47"/>
                <a:gd name="T11" fmla="*/ 296 h 36"/>
                <a:gd name="T12" fmla="*/ 304 w 47"/>
                <a:gd name="T13" fmla="*/ 6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6">
                  <a:moveTo>
                    <a:pt x="42" y="7"/>
                  </a:moveTo>
                  <a:cubicBezTo>
                    <a:pt x="40" y="4"/>
                    <a:pt x="38" y="2"/>
                    <a:pt x="36" y="0"/>
                  </a:cubicBezTo>
                  <a:cubicBezTo>
                    <a:pt x="38" y="2"/>
                    <a:pt x="39" y="4"/>
                    <a:pt x="41" y="6"/>
                  </a:cubicBezTo>
                  <a:cubicBezTo>
                    <a:pt x="45" y="15"/>
                    <a:pt x="39" y="30"/>
                    <a:pt x="23" y="33"/>
                  </a:cubicBezTo>
                  <a:cubicBezTo>
                    <a:pt x="15" y="34"/>
                    <a:pt x="6" y="32"/>
                    <a:pt x="0" y="28"/>
                  </a:cubicBezTo>
                  <a:cubicBezTo>
                    <a:pt x="6" y="33"/>
                    <a:pt x="15" y="36"/>
                    <a:pt x="24" y="34"/>
                  </a:cubicBezTo>
                  <a:cubicBezTo>
                    <a:pt x="41" y="31"/>
                    <a:pt x="47" y="16"/>
                    <a:pt x="42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3" name="Freeform 1099">
              <a:extLst>
                <a:ext uri="{FF2B5EF4-FFF2-40B4-BE49-F238E27FC236}">
                  <a16:creationId xmlns:a16="http://schemas.microsoft.com/office/drawing/2014/main" id="{F71ABEEB-F237-42E4-9BDD-19CEB7D7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326"/>
              <a:ext cx="85" cy="75"/>
            </a:xfrm>
            <a:custGeom>
              <a:avLst/>
              <a:gdLst>
                <a:gd name="T0" fmla="*/ 15 w 44"/>
                <a:gd name="T1" fmla="*/ 183 h 36"/>
                <a:gd name="T2" fmla="*/ 71 w 44"/>
                <a:gd name="T3" fmla="*/ 56 h 36"/>
                <a:gd name="T4" fmla="*/ 193 w 44"/>
                <a:gd name="T5" fmla="*/ 27 h 36"/>
                <a:gd name="T6" fmla="*/ 317 w 44"/>
                <a:gd name="T7" fmla="*/ 73 h 36"/>
                <a:gd name="T8" fmla="*/ 187 w 44"/>
                <a:gd name="T9" fmla="*/ 17 h 36"/>
                <a:gd name="T10" fmla="*/ 56 w 44"/>
                <a:gd name="T11" fmla="*/ 35 h 36"/>
                <a:gd name="T12" fmla="*/ 0 w 44"/>
                <a:gd name="T13" fmla="*/ 173 h 36"/>
                <a:gd name="T14" fmla="*/ 71 w 44"/>
                <a:gd name="T15" fmla="*/ 325 h 36"/>
                <a:gd name="T16" fmla="*/ 15 w 44"/>
                <a:gd name="T17" fmla="*/ 18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6">
                  <a:moveTo>
                    <a:pt x="2" y="20"/>
                  </a:moveTo>
                  <a:cubicBezTo>
                    <a:pt x="2" y="14"/>
                    <a:pt x="5" y="9"/>
                    <a:pt x="10" y="6"/>
                  </a:cubicBezTo>
                  <a:cubicBezTo>
                    <a:pt x="14" y="1"/>
                    <a:pt x="20" y="2"/>
                    <a:pt x="27" y="3"/>
                  </a:cubicBezTo>
                  <a:cubicBezTo>
                    <a:pt x="35" y="4"/>
                    <a:pt x="40" y="5"/>
                    <a:pt x="44" y="8"/>
                  </a:cubicBezTo>
                  <a:cubicBezTo>
                    <a:pt x="40" y="4"/>
                    <a:pt x="35" y="3"/>
                    <a:pt x="26" y="2"/>
                  </a:cubicBezTo>
                  <a:cubicBezTo>
                    <a:pt x="19" y="1"/>
                    <a:pt x="13" y="0"/>
                    <a:pt x="8" y="4"/>
                  </a:cubicBezTo>
                  <a:cubicBezTo>
                    <a:pt x="4" y="8"/>
                    <a:pt x="0" y="13"/>
                    <a:pt x="0" y="19"/>
                  </a:cubicBezTo>
                  <a:cubicBezTo>
                    <a:pt x="0" y="26"/>
                    <a:pt x="4" y="32"/>
                    <a:pt x="10" y="36"/>
                  </a:cubicBezTo>
                  <a:cubicBezTo>
                    <a:pt x="5" y="32"/>
                    <a:pt x="2" y="26"/>
                    <a:pt x="2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4" name="Freeform 1100">
              <a:extLst>
                <a:ext uri="{FF2B5EF4-FFF2-40B4-BE49-F238E27FC236}">
                  <a16:creationId xmlns:a16="http://schemas.microsoft.com/office/drawing/2014/main" id="{4A8020F8-F8E2-45D8-AB4B-66663E50F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341"/>
              <a:ext cx="76" cy="53"/>
            </a:xfrm>
            <a:custGeom>
              <a:avLst/>
              <a:gdLst>
                <a:gd name="T0" fmla="*/ 216 w 39"/>
                <a:gd name="T1" fmla="*/ 49 h 26"/>
                <a:gd name="T2" fmla="*/ 111 w 39"/>
                <a:gd name="T3" fmla="*/ 196 h 26"/>
                <a:gd name="T4" fmla="*/ 37 w 39"/>
                <a:gd name="T5" fmla="*/ 41 h 26"/>
                <a:gd name="T6" fmla="*/ 216 w 39"/>
                <a:gd name="T7" fmla="*/ 4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6">
                  <a:moveTo>
                    <a:pt x="29" y="6"/>
                  </a:moveTo>
                  <a:cubicBezTo>
                    <a:pt x="39" y="14"/>
                    <a:pt x="29" y="26"/>
                    <a:pt x="15" y="23"/>
                  </a:cubicBezTo>
                  <a:cubicBezTo>
                    <a:pt x="0" y="20"/>
                    <a:pt x="1" y="9"/>
                    <a:pt x="5" y="5"/>
                  </a:cubicBezTo>
                  <a:cubicBezTo>
                    <a:pt x="9" y="0"/>
                    <a:pt x="23" y="2"/>
                    <a:pt x="2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5" name="Freeform 1101">
              <a:extLst>
                <a:ext uri="{FF2B5EF4-FFF2-40B4-BE49-F238E27FC236}">
                  <a16:creationId xmlns:a16="http://schemas.microsoft.com/office/drawing/2014/main" id="{88B07427-25B2-4F02-BF1D-CC4CB6FE7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363"/>
              <a:ext cx="64" cy="29"/>
            </a:xfrm>
            <a:custGeom>
              <a:avLst/>
              <a:gdLst>
                <a:gd name="T0" fmla="*/ 225 w 33"/>
                <a:gd name="T1" fmla="*/ 8 h 14"/>
                <a:gd name="T2" fmla="*/ 87 w 33"/>
                <a:gd name="T3" fmla="*/ 81 h 14"/>
                <a:gd name="T4" fmla="*/ 0 w 33"/>
                <a:gd name="T5" fmla="*/ 0 h 14"/>
                <a:gd name="T6" fmla="*/ 93 w 33"/>
                <a:gd name="T7" fmla="*/ 108 h 14"/>
                <a:gd name="T8" fmla="*/ 225 w 33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4">
                  <a:moveTo>
                    <a:pt x="31" y="1"/>
                  </a:moveTo>
                  <a:cubicBezTo>
                    <a:pt x="30" y="7"/>
                    <a:pt x="23" y="12"/>
                    <a:pt x="12" y="9"/>
                  </a:cubicBezTo>
                  <a:cubicBezTo>
                    <a:pt x="5" y="8"/>
                    <a:pt x="1" y="4"/>
                    <a:pt x="0" y="0"/>
                  </a:cubicBezTo>
                  <a:cubicBezTo>
                    <a:pt x="0" y="5"/>
                    <a:pt x="3" y="10"/>
                    <a:pt x="13" y="12"/>
                  </a:cubicBezTo>
                  <a:cubicBezTo>
                    <a:pt x="24" y="14"/>
                    <a:pt x="33" y="8"/>
                    <a:pt x="31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6" name="Freeform 1102">
              <a:extLst>
                <a:ext uri="{FF2B5EF4-FFF2-40B4-BE49-F238E27FC236}">
                  <a16:creationId xmlns:a16="http://schemas.microsoft.com/office/drawing/2014/main" id="{DD8F8321-84D0-4182-8C6A-70E47215C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343"/>
              <a:ext cx="33" cy="6"/>
            </a:xfrm>
            <a:custGeom>
              <a:avLst/>
              <a:gdLst>
                <a:gd name="T0" fmla="*/ 124 w 17"/>
                <a:gd name="T1" fmla="*/ 24 h 3"/>
                <a:gd name="T2" fmla="*/ 0 w 17"/>
                <a:gd name="T3" fmla="*/ 16 h 3"/>
                <a:gd name="T4" fmla="*/ 124 w 17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">
                  <a:moveTo>
                    <a:pt x="17" y="3"/>
                  </a:moveTo>
                  <a:cubicBezTo>
                    <a:pt x="12" y="0"/>
                    <a:pt x="4" y="0"/>
                    <a:pt x="0" y="2"/>
                  </a:cubicBezTo>
                  <a:cubicBezTo>
                    <a:pt x="4" y="2"/>
                    <a:pt x="12" y="1"/>
                    <a:pt x="17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7" name="Freeform 1103">
              <a:extLst>
                <a:ext uri="{FF2B5EF4-FFF2-40B4-BE49-F238E27FC236}">
                  <a16:creationId xmlns:a16="http://schemas.microsoft.com/office/drawing/2014/main" id="{9F240AE4-408C-4CBA-B520-CADC11600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380"/>
              <a:ext cx="50" cy="21"/>
            </a:xfrm>
            <a:custGeom>
              <a:avLst/>
              <a:gdLst>
                <a:gd name="T0" fmla="*/ 0 w 26"/>
                <a:gd name="T1" fmla="*/ 8 h 10"/>
                <a:gd name="T2" fmla="*/ 185 w 26"/>
                <a:gd name="T3" fmla="*/ 0 h 10"/>
                <a:gd name="T4" fmla="*/ 0 w 26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">
                  <a:moveTo>
                    <a:pt x="0" y="1"/>
                  </a:moveTo>
                  <a:cubicBezTo>
                    <a:pt x="3" y="4"/>
                    <a:pt x="18" y="9"/>
                    <a:pt x="26" y="0"/>
                  </a:cubicBezTo>
                  <a:cubicBezTo>
                    <a:pt x="23" y="4"/>
                    <a:pt x="11" y="10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8" name="Freeform 1104">
              <a:extLst>
                <a:ext uri="{FF2B5EF4-FFF2-40B4-BE49-F238E27FC236}">
                  <a16:creationId xmlns:a16="http://schemas.microsoft.com/office/drawing/2014/main" id="{7F77D1A3-5304-4EB7-8D9A-A6F8D000B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324"/>
              <a:ext cx="110" cy="95"/>
            </a:xfrm>
            <a:custGeom>
              <a:avLst/>
              <a:gdLst>
                <a:gd name="T0" fmla="*/ 193 w 57"/>
                <a:gd name="T1" fmla="*/ 17 h 46"/>
                <a:gd name="T2" fmla="*/ 56 w 57"/>
                <a:gd name="T3" fmla="*/ 43 h 46"/>
                <a:gd name="T4" fmla="*/ 0 w 57"/>
                <a:gd name="T5" fmla="*/ 176 h 46"/>
                <a:gd name="T6" fmla="*/ 239 w 57"/>
                <a:gd name="T7" fmla="*/ 380 h 46"/>
                <a:gd name="T8" fmla="*/ 372 w 57"/>
                <a:gd name="T9" fmla="*/ 124 h 46"/>
                <a:gd name="T10" fmla="*/ 193 w 57"/>
                <a:gd name="T11" fmla="*/ 1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6">
                  <a:moveTo>
                    <a:pt x="27" y="2"/>
                  </a:moveTo>
                  <a:cubicBezTo>
                    <a:pt x="20" y="1"/>
                    <a:pt x="14" y="0"/>
                    <a:pt x="8" y="5"/>
                  </a:cubicBezTo>
                  <a:cubicBezTo>
                    <a:pt x="4" y="9"/>
                    <a:pt x="0" y="14"/>
                    <a:pt x="0" y="20"/>
                  </a:cubicBezTo>
                  <a:cubicBezTo>
                    <a:pt x="0" y="34"/>
                    <a:pt x="16" y="46"/>
                    <a:pt x="33" y="43"/>
                  </a:cubicBezTo>
                  <a:cubicBezTo>
                    <a:pt x="50" y="40"/>
                    <a:pt x="57" y="24"/>
                    <a:pt x="52" y="14"/>
                  </a:cubicBezTo>
                  <a:cubicBezTo>
                    <a:pt x="47" y="6"/>
                    <a:pt x="42" y="4"/>
                    <a:pt x="27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9" name="Freeform 1105">
              <a:extLst>
                <a:ext uri="{FF2B5EF4-FFF2-40B4-BE49-F238E27FC236}">
                  <a16:creationId xmlns:a16="http://schemas.microsoft.com/office/drawing/2014/main" id="{10D90108-9E25-41B7-B918-3D1DEB48A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351"/>
              <a:ext cx="64" cy="41"/>
            </a:xfrm>
            <a:custGeom>
              <a:avLst/>
              <a:gdLst>
                <a:gd name="T0" fmla="*/ 204 w 33"/>
                <a:gd name="T1" fmla="*/ 8 h 20"/>
                <a:gd name="T2" fmla="*/ 225 w 33"/>
                <a:gd name="T3" fmla="*/ 105 h 20"/>
                <a:gd name="T4" fmla="*/ 101 w 33"/>
                <a:gd name="T5" fmla="*/ 156 h 20"/>
                <a:gd name="T6" fmla="*/ 16 w 33"/>
                <a:gd name="T7" fmla="*/ 76 h 20"/>
                <a:gd name="T8" fmla="*/ 31 w 33"/>
                <a:gd name="T9" fmla="*/ 0 h 20"/>
                <a:gd name="T10" fmla="*/ 31 w 33"/>
                <a:gd name="T11" fmla="*/ 0 h 20"/>
                <a:gd name="T12" fmla="*/ 16 w 33"/>
                <a:gd name="T13" fmla="*/ 76 h 20"/>
                <a:gd name="T14" fmla="*/ 101 w 33"/>
                <a:gd name="T15" fmla="*/ 156 h 20"/>
                <a:gd name="T16" fmla="*/ 225 w 33"/>
                <a:gd name="T17" fmla="*/ 105 h 20"/>
                <a:gd name="T18" fmla="*/ 204 w 33"/>
                <a:gd name="T19" fmla="*/ 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0">
                  <a:moveTo>
                    <a:pt x="28" y="1"/>
                  </a:moveTo>
                  <a:cubicBezTo>
                    <a:pt x="32" y="4"/>
                    <a:pt x="33" y="8"/>
                    <a:pt x="31" y="12"/>
                  </a:cubicBezTo>
                  <a:cubicBezTo>
                    <a:pt x="29" y="16"/>
                    <a:pt x="23" y="19"/>
                    <a:pt x="14" y="18"/>
                  </a:cubicBezTo>
                  <a:cubicBezTo>
                    <a:pt x="6" y="16"/>
                    <a:pt x="3" y="12"/>
                    <a:pt x="2" y="9"/>
                  </a:cubicBezTo>
                  <a:cubicBezTo>
                    <a:pt x="1" y="6"/>
                    <a:pt x="2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0" y="6"/>
                    <a:pt x="2" y="9"/>
                  </a:cubicBezTo>
                  <a:cubicBezTo>
                    <a:pt x="3" y="12"/>
                    <a:pt x="5" y="16"/>
                    <a:pt x="14" y="18"/>
                  </a:cubicBezTo>
                  <a:cubicBezTo>
                    <a:pt x="23" y="20"/>
                    <a:pt x="29" y="16"/>
                    <a:pt x="31" y="12"/>
                  </a:cubicBezTo>
                  <a:cubicBezTo>
                    <a:pt x="33" y="8"/>
                    <a:pt x="32" y="5"/>
                    <a:pt x="28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0" name="Freeform 1106">
              <a:extLst>
                <a:ext uri="{FF2B5EF4-FFF2-40B4-BE49-F238E27FC236}">
                  <a16:creationId xmlns:a16="http://schemas.microsoft.com/office/drawing/2014/main" id="{E1594EA5-DFB4-4A5B-A88E-A9CD3A054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332"/>
              <a:ext cx="112" cy="95"/>
            </a:xfrm>
            <a:custGeom>
              <a:avLst/>
              <a:gdLst>
                <a:gd name="T0" fmla="*/ 201 w 58"/>
                <a:gd name="T1" fmla="*/ 17 h 46"/>
                <a:gd name="T2" fmla="*/ 64 w 58"/>
                <a:gd name="T3" fmla="*/ 43 h 46"/>
                <a:gd name="T4" fmla="*/ 8 w 58"/>
                <a:gd name="T5" fmla="*/ 176 h 46"/>
                <a:gd name="T6" fmla="*/ 245 w 58"/>
                <a:gd name="T7" fmla="*/ 380 h 46"/>
                <a:gd name="T8" fmla="*/ 380 w 58"/>
                <a:gd name="T9" fmla="*/ 124 h 46"/>
                <a:gd name="T10" fmla="*/ 201 w 58"/>
                <a:gd name="T11" fmla="*/ 1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2"/>
                  </a:moveTo>
                  <a:cubicBezTo>
                    <a:pt x="20" y="1"/>
                    <a:pt x="14" y="0"/>
                    <a:pt x="9" y="5"/>
                  </a:cubicBezTo>
                  <a:cubicBezTo>
                    <a:pt x="4" y="9"/>
                    <a:pt x="1" y="14"/>
                    <a:pt x="1" y="20"/>
                  </a:cubicBezTo>
                  <a:cubicBezTo>
                    <a:pt x="0" y="34"/>
                    <a:pt x="17" y="46"/>
                    <a:pt x="34" y="43"/>
                  </a:cubicBezTo>
                  <a:cubicBezTo>
                    <a:pt x="51" y="40"/>
                    <a:pt x="58" y="24"/>
                    <a:pt x="53" y="14"/>
                  </a:cubicBezTo>
                  <a:cubicBezTo>
                    <a:pt x="47" y="6"/>
                    <a:pt x="42" y="4"/>
                    <a:pt x="28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1" name="Freeform 1107">
              <a:extLst>
                <a:ext uri="{FF2B5EF4-FFF2-40B4-BE49-F238E27FC236}">
                  <a16:creationId xmlns:a16="http://schemas.microsoft.com/office/drawing/2014/main" id="{D732F998-7E49-4A5D-B7C6-AAF8E276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349"/>
              <a:ext cx="89" cy="74"/>
            </a:xfrm>
            <a:custGeom>
              <a:avLst/>
              <a:gdLst>
                <a:gd name="T0" fmla="*/ 304 w 46"/>
                <a:gd name="T1" fmla="*/ 60 h 36"/>
                <a:gd name="T2" fmla="*/ 261 w 46"/>
                <a:gd name="T3" fmla="*/ 0 h 36"/>
                <a:gd name="T4" fmla="*/ 288 w 46"/>
                <a:gd name="T5" fmla="*/ 51 h 36"/>
                <a:gd name="T6" fmla="*/ 168 w 46"/>
                <a:gd name="T7" fmla="*/ 288 h 36"/>
                <a:gd name="T8" fmla="*/ 0 w 46"/>
                <a:gd name="T9" fmla="*/ 245 h 36"/>
                <a:gd name="T10" fmla="*/ 172 w 46"/>
                <a:gd name="T11" fmla="*/ 296 h 36"/>
                <a:gd name="T12" fmla="*/ 304 w 46"/>
                <a:gd name="T13" fmla="*/ 6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6">
                  <a:moveTo>
                    <a:pt x="42" y="7"/>
                  </a:moveTo>
                  <a:cubicBezTo>
                    <a:pt x="40" y="4"/>
                    <a:pt x="38" y="2"/>
                    <a:pt x="36" y="0"/>
                  </a:cubicBezTo>
                  <a:cubicBezTo>
                    <a:pt x="37" y="2"/>
                    <a:pt x="39" y="4"/>
                    <a:pt x="40" y="6"/>
                  </a:cubicBezTo>
                  <a:cubicBezTo>
                    <a:pt x="45" y="15"/>
                    <a:pt x="39" y="30"/>
                    <a:pt x="23" y="33"/>
                  </a:cubicBezTo>
                  <a:cubicBezTo>
                    <a:pt x="14" y="34"/>
                    <a:pt x="6" y="32"/>
                    <a:pt x="0" y="28"/>
                  </a:cubicBezTo>
                  <a:cubicBezTo>
                    <a:pt x="6" y="33"/>
                    <a:pt x="15" y="36"/>
                    <a:pt x="24" y="34"/>
                  </a:cubicBezTo>
                  <a:cubicBezTo>
                    <a:pt x="40" y="31"/>
                    <a:pt x="46" y="16"/>
                    <a:pt x="42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2" name="Freeform 1108">
              <a:extLst>
                <a:ext uri="{FF2B5EF4-FFF2-40B4-BE49-F238E27FC236}">
                  <a16:creationId xmlns:a16="http://schemas.microsoft.com/office/drawing/2014/main" id="{0DA901BB-C14D-4D28-BF48-51100F103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335"/>
              <a:ext cx="85" cy="74"/>
            </a:xfrm>
            <a:custGeom>
              <a:avLst/>
              <a:gdLst>
                <a:gd name="T0" fmla="*/ 8 w 44"/>
                <a:gd name="T1" fmla="*/ 173 h 36"/>
                <a:gd name="T2" fmla="*/ 64 w 44"/>
                <a:gd name="T3" fmla="*/ 51 h 36"/>
                <a:gd name="T4" fmla="*/ 193 w 44"/>
                <a:gd name="T5" fmla="*/ 25 h 36"/>
                <a:gd name="T6" fmla="*/ 317 w 44"/>
                <a:gd name="T7" fmla="*/ 68 h 36"/>
                <a:gd name="T8" fmla="*/ 180 w 44"/>
                <a:gd name="T9" fmla="*/ 16 h 36"/>
                <a:gd name="T10" fmla="*/ 52 w 44"/>
                <a:gd name="T11" fmla="*/ 33 h 36"/>
                <a:gd name="T12" fmla="*/ 0 w 44"/>
                <a:gd name="T13" fmla="*/ 164 h 36"/>
                <a:gd name="T14" fmla="*/ 71 w 44"/>
                <a:gd name="T15" fmla="*/ 312 h 36"/>
                <a:gd name="T16" fmla="*/ 8 w 44"/>
                <a:gd name="T17" fmla="*/ 17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6">
                  <a:moveTo>
                    <a:pt x="1" y="20"/>
                  </a:moveTo>
                  <a:cubicBezTo>
                    <a:pt x="1" y="14"/>
                    <a:pt x="5" y="9"/>
                    <a:pt x="9" y="6"/>
                  </a:cubicBezTo>
                  <a:cubicBezTo>
                    <a:pt x="14" y="1"/>
                    <a:pt x="20" y="2"/>
                    <a:pt x="27" y="3"/>
                  </a:cubicBezTo>
                  <a:cubicBezTo>
                    <a:pt x="35" y="4"/>
                    <a:pt x="40" y="5"/>
                    <a:pt x="44" y="8"/>
                  </a:cubicBezTo>
                  <a:cubicBezTo>
                    <a:pt x="40" y="4"/>
                    <a:pt x="35" y="3"/>
                    <a:pt x="25" y="2"/>
                  </a:cubicBezTo>
                  <a:cubicBezTo>
                    <a:pt x="18" y="1"/>
                    <a:pt x="12" y="0"/>
                    <a:pt x="7" y="4"/>
                  </a:cubicBezTo>
                  <a:cubicBezTo>
                    <a:pt x="3" y="8"/>
                    <a:pt x="0" y="13"/>
                    <a:pt x="0" y="19"/>
                  </a:cubicBezTo>
                  <a:cubicBezTo>
                    <a:pt x="0" y="26"/>
                    <a:pt x="4" y="32"/>
                    <a:pt x="10" y="36"/>
                  </a:cubicBezTo>
                  <a:cubicBezTo>
                    <a:pt x="4" y="32"/>
                    <a:pt x="1" y="26"/>
                    <a:pt x="1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3" name="Freeform 1109">
              <a:extLst>
                <a:ext uri="{FF2B5EF4-FFF2-40B4-BE49-F238E27FC236}">
                  <a16:creationId xmlns:a16="http://schemas.microsoft.com/office/drawing/2014/main" id="{BA066868-0E81-4DE3-880F-40FA07686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349"/>
              <a:ext cx="74" cy="54"/>
            </a:xfrm>
            <a:custGeom>
              <a:avLst/>
              <a:gdLst>
                <a:gd name="T0" fmla="*/ 212 w 38"/>
                <a:gd name="T1" fmla="*/ 52 h 26"/>
                <a:gd name="T2" fmla="*/ 103 w 38"/>
                <a:gd name="T3" fmla="*/ 208 h 26"/>
                <a:gd name="T4" fmla="*/ 31 w 38"/>
                <a:gd name="T5" fmla="*/ 44 h 26"/>
                <a:gd name="T6" fmla="*/ 212 w 38"/>
                <a:gd name="T7" fmla="*/ 5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6">
                  <a:moveTo>
                    <a:pt x="29" y="6"/>
                  </a:moveTo>
                  <a:cubicBezTo>
                    <a:pt x="38" y="14"/>
                    <a:pt x="29" y="26"/>
                    <a:pt x="14" y="23"/>
                  </a:cubicBezTo>
                  <a:cubicBezTo>
                    <a:pt x="0" y="20"/>
                    <a:pt x="1" y="9"/>
                    <a:pt x="4" y="5"/>
                  </a:cubicBezTo>
                  <a:cubicBezTo>
                    <a:pt x="9" y="0"/>
                    <a:pt x="22" y="2"/>
                    <a:pt x="2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4" name="Freeform 1110">
              <a:extLst>
                <a:ext uri="{FF2B5EF4-FFF2-40B4-BE49-F238E27FC236}">
                  <a16:creationId xmlns:a16="http://schemas.microsoft.com/office/drawing/2014/main" id="{39D7670A-6177-45F8-BE2E-6FC9D5378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372"/>
              <a:ext cx="62" cy="29"/>
            </a:xfrm>
            <a:custGeom>
              <a:avLst/>
              <a:gdLst>
                <a:gd name="T0" fmla="*/ 217 w 32"/>
                <a:gd name="T1" fmla="*/ 8 h 14"/>
                <a:gd name="T2" fmla="*/ 87 w 32"/>
                <a:gd name="T3" fmla="*/ 81 h 14"/>
                <a:gd name="T4" fmla="*/ 0 w 32"/>
                <a:gd name="T5" fmla="*/ 0 h 14"/>
                <a:gd name="T6" fmla="*/ 87 w 32"/>
                <a:gd name="T7" fmla="*/ 108 h 14"/>
                <a:gd name="T8" fmla="*/ 217 w 32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30" y="1"/>
                  </a:moveTo>
                  <a:cubicBezTo>
                    <a:pt x="30" y="7"/>
                    <a:pt x="22" y="12"/>
                    <a:pt x="12" y="9"/>
                  </a:cubicBezTo>
                  <a:cubicBezTo>
                    <a:pt x="4" y="8"/>
                    <a:pt x="1" y="4"/>
                    <a:pt x="0" y="0"/>
                  </a:cubicBezTo>
                  <a:cubicBezTo>
                    <a:pt x="0" y="5"/>
                    <a:pt x="3" y="10"/>
                    <a:pt x="12" y="12"/>
                  </a:cubicBezTo>
                  <a:cubicBezTo>
                    <a:pt x="24" y="14"/>
                    <a:pt x="32" y="8"/>
                    <a:pt x="30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5" name="Freeform 1111">
              <a:extLst>
                <a:ext uri="{FF2B5EF4-FFF2-40B4-BE49-F238E27FC236}">
                  <a16:creationId xmlns:a16="http://schemas.microsoft.com/office/drawing/2014/main" id="{132EF63A-411F-4540-8E1E-4E07723CD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351"/>
              <a:ext cx="31" cy="6"/>
            </a:xfrm>
            <a:custGeom>
              <a:avLst/>
              <a:gdLst>
                <a:gd name="T0" fmla="*/ 116 w 16"/>
                <a:gd name="T1" fmla="*/ 24 h 3"/>
                <a:gd name="T2" fmla="*/ 0 w 16"/>
                <a:gd name="T3" fmla="*/ 16 h 3"/>
                <a:gd name="T4" fmla="*/ 116 w 16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">
                  <a:moveTo>
                    <a:pt x="16" y="3"/>
                  </a:moveTo>
                  <a:cubicBezTo>
                    <a:pt x="12" y="0"/>
                    <a:pt x="3" y="0"/>
                    <a:pt x="0" y="2"/>
                  </a:cubicBezTo>
                  <a:cubicBezTo>
                    <a:pt x="3" y="2"/>
                    <a:pt x="11" y="1"/>
                    <a:pt x="16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6" name="Freeform 1112">
              <a:extLst>
                <a:ext uri="{FF2B5EF4-FFF2-40B4-BE49-F238E27FC236}">
                  <a16:creationId xmlns:a16="http://schemas.microsoft.com/office/drawing/2014/main" id="{402CA863-F67B-4F03-9A7D-6BE45FF16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388"/>
              <a:ext cx="48" cy="21"/>
            </a:xfrm>
            <a:custGeom>
              <a:avLst/>
              <a:gdLst>
                <a:gd name="T0" fmla="*/ 0 w 25"/>
                <a:gd name="T1" fmla="*/ 8 h 10"/>
                <a:gd name="T2" fmla="*/ 177 w 25"/>
                <a:gd name="T3" fmla="*/ 0 h 10"/>
                <a:gd name="T4" fmla="*/ 0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3" y="4"/>
                    <a:pt x="18" y="9"/>
                    <a:pt x="25" y="0"/>
                  </a:cubicBezTo>
                  <a:cubicBezTo>
                    <a:pt x="23" y="4"/>
                    <a:pt x="11" y="10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7" name="Freeform 1113">
              <a:extLst>
                <a:ext uri="{FF2B5EF4-FFF2-40B4-BE49-F238E27FC236}">
                  <a16:creationId xmlns:a16="http://schemas.microsoft.com/office/drawing/2014/main" id="{EE5F72CC-ECEC-479F-989C-ED965D7FA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332"/>
              <a:ext cx="112" cy="95"/>
            </a:xfrm>
            <a:custGeom>
              <a:avLst/>
              <a:gdLst>
                <a:gd name="T0" fmla="*/ 201 w 58"/>
                <a:gd name="T1" fmla="*/ 17 h 46"/>
                <a:gd name="T2" fmla="*/ 64 w 58"/>
                <a:gd name="T3" fmla="*/ 43 h 46"/>
                <a:gd name="T4" fmla="*/ 8 w 58"/>
                <a:gd name="T5" fmla="*/ 176 h 46"/>
                <a:gd name="T6" fmla="*/ 245 w 58"/>
                <a:gd name="T7" fmla="*/ 380 h 46"/>
                <a:gd name="T8" fmla="*/ 380 w 58"/>
                <a:gd name="T9" fmla="*/ 124 h 46"/>
                <a:gd name="T10" fmla="*/ 201 w 58"/>
                <a:gd name="T11" fmla="*/ 1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2"/>
                  </a:moveTo>
                  <a:cubicBezTo>
                    <a:pt x="20" y="1"/>
                    <a:pt x="14" y="0"/>
                    <a:pt x="9" y="5"/>
                  </a:cubicBezTo>
                  <a:cubicBezTo>
                    <a:pt x="4" y="9"/>
                    <a:pt x="1" y="14"/>
                    <a:pt x="1" y="20"/>
                  </a:cubicBezTo>
                  <a:cubicBezTo>
                    <a:pt x="0" y="34"/>
                    <a:pt x="17" y="46"/>
                    <a:pt x="34" y="43"/>
                  </a:cubicBezTo>
                  <a:cubicBezTo>
                    <a:pt x="51" y="40"/>
                    <a:pt x="58" y="24"/>
                    <a:pt x="53" y="14"/>
                  </a:cubicBezTo>
                  <a:cubicBezTo>
                    <a:pt x="47" y="6"/>
                    <a:pt x="42" y="4"/>
                    <a:pt x="28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8" name="Freeform 1114">
              <a:extLst>
                <a:ext uri="{FF2B5EF4-FFF2-40B4-BE49-F238E27FC236}">
                  <a16:creationId xmlns:a16="http://schemas.microsoft.com/office/drawing/2014/main" id="{11613174-4FDA-4276-9FE2-3693AB59C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359"/>
              <a:ext cx="64" cy="42"/>
            </a:xfrm>
            <a:custGeom>
              <a:avLst/>
              <a:gdLst>
                <a:gd name="T0" fmla="*/ 204 w 33"/>
                <a:gd name="T1" fmla="*/ 8 h 20"/>
                <a:gd name="T2" fmla="*/ 217 w 33"/>
                <a:gd name="T3" fmla="*/ 111 h 20"/>
                <a:gd name="T4" fmla="*/ 93 w 33"/>
                <a:gd name="T5" fmla="*/ 168 h 20"/>
                <a:gd name="T6" fmla="*/ 8 w 33"/>
                <a:gd name="T7" fmla="*/ 84 h 20"/>
                <a:gd name="T8" fmla="*/ 23 w 33"/>
                <a:gd name="T9" fmla="*/ 0 h 20"/>
                <a:gd name="T10" fmla="*/ 23 w 33"/>
                <a:gd name="T11" fmla="*/ 0 h 20"/>
                <a:gd name="T12" fmla="*/ 8 w 33"/>
                <a:gd name="T13" fmla="*/ 84 h 20"/>
                <a:gd name="T14" fmla="*/ 93 w 33"/>
                <a:gd name="T15" fmla="*/ 168 h 20"/>
                <a:gd name="T16" fmla="*/ 225 w 33"/>
                <a:gd name="T17" fmla="*/ 111 h 20"/>
                <a:gd name="T18" fmla="*/ 204 w 33"/>
                <a:gd name="T19" fmla="*/ 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0">
                  <a:moveTo>
                    <a:pt x="28" y="1"/>
                  </a:moveTo>
                  <a:cubicBezTo>
                    <a:pt x="31" y="4"/>
                    <a:pt x="32" y="8"/>
                    <a:pt x="30" y="12"/>
                  </a:cubicBezTo>
                  <a:cubicBezTo>
                    <a:pt x="28" y="16"/>
                    <a:pt x="22" y="19"/>
                    <a:pt x="13" y="18"/>
                  </a:cubicBezTo>
                  <a:cubicBezTo>
                    <a:pt x="5" y="16"/>
                    <a:pt x="2" y="12"/>
                    <a:pt x="1" y="9"/>
                  </a:cubicBezTo>
                  <a:cubicBezTo>
                    <a:pt x="0" y="6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6"/>
                    <a:pt x="1" y="9"/>
                  </a:cubicBezTo>
                  <a:cubicBezTo>
                    <a:pt x="2" y="12"/>
                    <a:pt x="5" y="16"/>
                    <a:pt x="13" y="18"/>
                  </a:cubicBezTo>
                  <a:cubicBezTo>
                    <a:pt x="22" y="20"/>
                    <a:pt x="29" y="16"/>
                    <a:pt x="31" y="12"/>
                  </a:cubicBezTo>
                  <a:cubicBezTo>
                    <a:pt x="33" y="8"/>
                    <a:pt x="31" y="5"/>
                    <a:pt x="28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9" name="Freeform 1115">
              <a:extLst>
                <a:ext uri="{FF2B5EF4-FFF2-40B4-BE49-F238E27FC236}">
                  <a16:creationId xmlns:a16="http://schemas.microsoft.com/office/drawing/2014/main" id="{34A10375-594A-4C91-817D-6E086FF7C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130"/>
              <a:ext cx="164" cy="108"/>
            </a:xfrm>
            <a:custGeom>
              <a:avLst/>
              <a:gdLst>
                <a:gd name="T0" fmla="*/ 224 w 85"/>
                <a:gd name="T1" fmla="*/ 8 h 52"/>
                <a:gd name="T2" fmla="*/ 100 w 85"/>
                <a:gd name="T3" fmla="*/ 81 h 52"/>
                <a:gd name="T4" fmla="*/ 264 w 85"/>
                <a:gd name="T5" fmla="*/ 432 h 52"/>
                <a:gd name="T6" fmla="*/ 588 w 85"/>
                <a:gd name="T7" fmla="*/ 297 h 52"/>
                <a:gd name="T8" fmla="*/ 525 w 85"/>
                <a:gd name="T9" fmla="*/ 91 h 52"/>
                <a:gd name="T10" fmla="*/ 353 w 85"/>
                <a:gd name="T11" fmla="*/ 25 h 52"/>
                <a:gd name="T12" fmla="*/ 224 w 85"/>
                <a:gd name="T13" fmla="*/ 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2">
                  <a:moveTo>
                    <a:pt x="31" y="1"/>
                  </a:moveTo>
                  <a:cubicBezTo>
                    <a:pt x="23" y="2"/>
                    <a:pt x="17" y="4"/>
                    <a:pt x="14" y="9"/>
                  </a:cubicBezTo>
                  <a:cubicBezTo>
                    <a:pt x="0" y="25"/>
                    <a:pt x="15" y="43"/>
                    <a:pt x="37" y="48"/>
                  </a:cubicBezTo>
                  <a:cubicBezTo>
                    <a:pt x="59" y="52"/>
                    <a:pt x="79" y="43"/>
                    <a:pt x="82" y="33"/>
                  </a:cubicBezTo>
                  <a:cubicBezTo>
                    <a:pt x="85" y="23"/>
                    <a:pt x="82" y="15"/>
                    <a:pt x="73" y="10"/>
                  </a:cubicBezTo>
                  <a:cubicBezTo>
                    <a:pt x="65" y="5"/>
                    <a:pt x="55" y="4"/>
                    <a:pt x="49" y="3"/>
                  </a:cubicBezTo>
                  <a:cubicBezTo>
                    <a:pt x="43" y="3"/>
                    <a:pt x="36" y="0"/>
                    <a:pt x="31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0" name="Freeform 1116">
              <a:extLst>
                <a:ext uri="{FF2B5EF4-FFF2-40B4-BE49-F238E27FC236}">
                  <a16:creationId xmlns:a16="http://schemas.microsoft.com/office/drawing/2014/main" id="{70DB97CE-85B9-42DC-A1BE-F68721576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132"/>
              <a:ext cx="126" cy="64"/>
            </a:xfrm>
            <a:custGeom>
              <a:avLst/>
              <a:gdLst>
                <a:gd name="T0" fmla="*/ 395 w 65"/>
                <a:gd name="T1" fmla="*/ 81 h 31"/>
                <a:gd name="T2" fmla="*/ 225 w 65"/>
                <a:gd name="T3" fmla="*/ 25 h 31"/>
                <a:gd name="T4" fmla="*/ 101 w 65"/>
                <a:gd name="T5" fmla="*/ 8 h 31"/>
                <a:gd name="T6" fmla="*/ 0 w 65"/>
                <a:gd name="T7" fmla="*/ 60 h 31"/>
                <a:gd name="T8" fmla="*/ 93 w 65"/>
                <a:gd name="T9" fmla="*/ 25 h 31"/>
                <a:gd name="T10" fmla="*/ 217 w 65"/>
                <a:gd name="T11" fmla="*/ 43 h 31"/>
                <a:gd name="T12" fmla="*/ 380 w 65"/>
                <a:gd name="T13" fmla="*/ 89 h 31"/>
                <a:gd name="T14" fmla="*/ 452 w 65"/>
                <a:gd name="T15" fmla="*/ 273 h 31"/>
                <a:gd name="T16" fmla="*/ 452 w 65"/>
                <a:gd name="T17" fmla="*/ 273 h 31"/>
                <a:gd name="T18" fmla="*/ 395 w 65"/>
                <a:gd name="T19" fmla="*/ 81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31">
                  <a:moveTo>
                    <a:pt x="54" y="9"/>
                  </a:moveTo>
                  <a:cubicBezTo>
                    <a:pt x="47" y="5"/>
                    <a:pt x="37" y="4"/>
                    <a:pt x="31" y="3"/>
                  </a:cubicBezTo>
                  <a:cubicBezTo>
                    <a:pt x="26" y="3"/>
                    <a:pt x="19" y="0"/>
                    <a:pt x="14" y="1"/>
                  </a:cubicBezTo>
                  <a:cubicBezTo>
                    <a:pt x="8" y="2"/>
                    <a:pt x="4" y="3"/>
                    <a:pt x="0" y="7"/>
                  </a:cubicBezTo>
                  <a:cubicBezTo>
                    <a:pt x="3" y="4"/>
                    <a:pt x="7" y="3"/>
                    <a:pt x="13" y="3"/>
                  </a:cubicBezTo>
                  <a:cubicBezTo>
                    <a:pt x="18" y="2"/>
                    <a:pt x="24" y="4"/>
                    <a:pt x="30" y="5"/>
                  </a:cubicBezTo>
                  <a:cubicBezTo>
                    <a:pt x="35" y="6"/>
                    <a:pt x="45" y="6"/>
                    <a:pt x="52" y="10"/>
                  </a:cubicBezTo>
                  <a:cubicBezTo>
                    <a:pt x="60" y="15"/>
                    <a:pt x="65" y="2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5" y="21"/>
                    <a:pt x="62" y="14"/>
                    <a:pt x="54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1" name="Freeform 1117">
              <a:extLst>
                <a:ext uri="{FF2B5EF4-FFF2-40B4-BE49-F238E27FC236}">
                  <a16:creationId xmlns:a16="http://schemas.microsoft.com/office/drawing/2014/main" id="{0F29022E-8002-43FB-8341-049320673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147"/>
              <a:ext cx="143" cy="86"/>
            </a:xfrm>
            <a:custGeom>
              <a:avLst/>
              <a:gdLst>
                <a:gd name="T0" fmla="*/ 261 w 74"/>
                <a:gd name="T1" fmla="*/ 319 h 42"/>
                <a:gd name="T2" fmla="*/ 100 w 74"/>
                <a:gd name="T3" fmla="*/ 0 h 42"/>
                <a:gd name="T4" fmla="*/ 100 w 74"/>
                <a:gd name="T5" fmla="*/ 0 h 42"/>
                <a:gd name="T6" fmla="*/ 85 w 74"/>
                <a:gd name="T7" fmla="*/ 16 h 42"/>
                <a:gd name="T8" fmla="*/ 247 w 74"/>
                <a:gd name="T9" fmla="*/ 328 h 42"/>
                <a:gd name="T10" fmla="*/ 533 w 74"/>
                <a:gd name="T11" fmla="*/ 256 h 42"/>
                <a:gd name="T12" fmla="*/ 261 w 74"/>
                <a:gd name="T13" fmla="*/ 31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2">
                  <a:moveTo>
                    <a:pt x="36" y="37"/>
                  </a:moveTo>
                  <a:cubicBezTo>
                    <a:pt x="16" y="32"/>
                    <a:pt x="1" y="15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1"/>
                    <a:pt x="12" y="2"/>
                  </a:cubicBezTo>
                  <a:cubicBezTo>
                    <a:pt x="0" y="17"/>
                    <a:pt x="14" y="34"/>
                    <a:pt x="34" y="38"/>
                  </a:cubicBezTo>
                  <a:cubicBezTo>
                    <a:pt x="52" y="42"/>
                    <a:pt x="68" y="37"/>
                    <a:pt x="74" y="30"/>
                  </a:cubicBezTo>
                  <a:cubicBezTo>
                    <a:pt x="67" y="36"/>
                    <a:pt x="52" y="40"/>
                    <a:pt x="36" y="3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2" name="Freeform 1118">
              <a:extLst>
                <a:ext uri="{FF2B5EF4-FFF2-40B4-BE49-F238E27FC236}">
                  <a16:creationId xmlns:a16="http://schemas.microsoft.com/office/drawing/2014/main" id="{CA541724-DCFA-4097-9326-203ED230C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159"/>
              <a:ext cx="87" cy="48"/>
            </a:xfrm>
            <a:custGeom>
              <a:avLst/>
              <a:gdLst>
                <a:gd name="T0" fmla="*/ 317 w 45"/>
                <a:gd name="T1" fmla="*/ 117 h 23"/>
                <a:gd name="T2" fmla="*/ 93 w 45"/>
                <a:gd name="T3" fmla="*/ 165 h 23"/>
                <a:gd name="T4" fmla="*/ 44 w 45"/>
                <a:gd name="T5" fmla="*/ 27 h 23"/>
                <a:gd name="T6" fmla="*/ 195 w 45"/>
                <a:gd name="T7" fmla="*/ 27 h 23"/>
                <a:gd name="T8" fmla="*/ 317 w 45"/>
                <a:gd name="T9" fmla="*/ 1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3">
                  <a:moveTo>
                    <a:pt x="44" y="13"/>
                  </a:moveTo>
                  <a:cubicBezTo>
                    <a:pt x="41" y="22"/>
                    <a:pt x="25" y="23"/>
                    <a:pt x="13" y="18"/>
                  </a:cubicBezTo>
                  <a:cubicBezTo>
                    <a:pt x="1" y="13"/>
                    <a:pt x="0" y="5"/>
                    <a:pt x="6" y="3"/>
                  </a:cubicBezTo>
                  <a:cubicBezTo>
                    <a:pt x="12" y="0"/>
                    <a:pt x="17" y="0"/>
                    <a:pt x="27" y="3"/>
                  </a:cubicBezTo>
                  <a:cubicBezTo>
                    <a:pt x="37" y="5"/>
                    <a:pt x="45" y="8"/>
                    <a:pt x="44" y="1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3" name="Freeform 1119">
              <a:extLst>
                <a:ext uri="{FF2B5EF4-FFF2-40B4-BE49-F238E27FC236}">
                  <a16:creationId xmlns:a16="http://schemas.microsoft.com/office/drawing/2014/main" id="{1FA9F9E8-7719-4424-915D-0A78F9ED1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167"/>
              <a:ext cx="82" cy="38"/>
            </a:xfrm>
            <a:custGeom>
              <a:avLst/>
              <a:gdLst>
                <a:gd name="T0" fmla="*/ 96 w 42"/>
                <a:gd name="T1" fmla="*/ 103 h 18"/>
                <a:gd name="T2" fmla="*/ 23 w 42"/>
                <a:gd name="T3" fmla="*/ 0 h 18"/>
                <a:gd name="T4" fmla="*/ 88 w 42"/>
                <a:gd name="T5" fmla="*/ 133 h 18"/>
                <a:gd name="T6" fmla="*/ 312 w 42"/>
                <a:gd name="T7" fmla="*/ 84 h 18"/>
                <a:gd name="T8" fmla="*/ 96 w 42"/>
                <a:gd name="T9" fmla="*/ 10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8">
                  <a:moveTo>
                    <a:pt x="13" y="11"/>
                  </a:moveTo>
                  <a:cubicBezTo>
                    <a:pt x="5" y="8"/>
                    <a:pt x="2" y="4"/>
                    <a:pt x="3" y="0"/>
                  </a:cubicBezTo>
                  <a:cubicBezTo>
                    <a:pt x="0" y="4"/>
                    <a:pt x="2" y="10"/>
                    <a:pt x="12" y="14"/>
                  </a:cubicBezTo>
                  <a:cubicBezTo>
                    <a:pt x="24" y="18"/>
                    <a:pt x="40" y="18"/>
                    <a:pt x="42" y="9"/>
                  </a:cubicBezTo>
                  <a:cubicBezTo>
                    <a:pt x="38" y="16"/>
                    <a:pt x="24" y="15"/>
                    <a:pt x="13" y="1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4" name="Freeform 1120">
              <a:extLst>
                <a:ext uri="{FF2B5EF4-FFF2-40B4-BE49-F238E27FC236}">
                  <a16:creationId xmlns:a16="http://schemas.microsoft.com/office/drawing/2014/main" id="{F74582E8-9541-484C-877D-9856841BF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161"/>
              <a:ext cx="52" cy="17"/>
            </a:xfrm>
            <a:custGeom>
              <a:avLst/>
              <a:gdLst>
                <a:gd name="T0" fmla="*/ 0 w 27"/>
                <a:gd name="T1" fmla="*/ 0 h 8"/>
                <a:gd name="T2" fmla="*/ 193 w 27"/>
                <a:gd name="T3" fmla="*/ 77 h 8"/>
                <a:gd name="T4" fmla="*/ 85 w 27"/>
                <a:gd name="T5" fmla="*/ 28 h 8"/>
                <a:gd name="T6" fmla="*/ 0 w 2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">
                  <a:moveTo>
                    <a:pt x="0" y="0"/>
                  </a:moveTo>
                  <a:cubicBezTo>
                    <a:pt x="8" y="0"/>
                    <a:pt x="21" y="2"/>
                    <a:pt x="27" y="8"/>
                  </a:cubicBezTo>
                  <a:cubicBezTo>
                    <a:pt x="23" y="6"/>
                    <a:pt x="16" y="4"/>
                    <a:pt x="12" y="3"/>
                  </a:cubicBezTo>
                  <a:cubicBezTo>
                    <a:pt x="7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5" name="Freeform 1121">
              <a:extLst>
                <a:ext uri="{FF2B5EF4-FFF2-40B4-BE49-F238E27FC236}">
                  <a16:creationId xmlns:a16="http://schemas.microsoft.com/office/drawing/2014/main" id="{7E2CEC87-19CC-48B6-BC92-04FE517E6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157"/>
              <a:ext cx="47" cy="21"/>
            </a:xfrm>
            <a:custGeom>
              <a:avLst/>
              <a:gdLst>
                <a:gd name="T0" fmla="*/ 104 w 24"/>
                <a:gd name="T1" fmla="*/ 17 h 10"/>
                <a:gd name="T2" fmla="*/ 0 w 24"/>
                <a:gd name="T3" fmla="*/ 8 h 10"/>
                <a:gd name="T4" fmla="*/ 180 w 24"/>
                <a:gd name="T5" fmla="*/ 92 h 10"/>
                <a:gd name="T6" fmla="*/ 104 w 24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0">
                  <a:moveTo>
                    <a:pt x="14" y="2"/>
                  </a:moveTo>
                  <a:cubicBezTo>
                    <a:pt x="10" y="1"/>
                    <a:pt x="6" y="0"/>
                    <a:pt x="0" y="1"/>
                  </a:cubicBezTo>
                  <a:cubicBezTo>
                    <a:pt x="5" y="1"/>
                    <a:pt x="23" y="4"/>
                    <a:pt x="24" y="10"/>
                  </a:cubicBezTo>
                  <a:cubicBezTo>
                    <a:pt x="24" y="8"/>
                    <a:pt x="20" y="4"/>
                    <a:pt x="1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6" name="Freeform 1122">
              <a:extLst>
                <a:ext uri="{FF2B5EF4-FFF2-40B4-BE49-F238E27FC236}">
                  <a16:creationId xmlns:a16="http://schemas.microsoft.com/office/drawing/2014/main" id="{9BBDCA53-4F03-4120-A196-D591FA7EF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190"/>
              <a:ext cx="58" cy="21"/>
            </a:xfrm>
            <a:custGeom>
              <a:avLst/>
              <a:gdLst>
                <a:gd name="T0" fmla="*/ 0 w 30"/>
                <a:gd name="T1" fmla="*/ 0 h 10"/>
                <a:gd name="T2" fmla="*/ 217 w 30"/>
                <a:gd name="T3" fmla="*/ 57 h 10"/>
                <a:gd name="T4" fmla="*/ 0 w 3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0">
                  <a:moveTo>
                    <a:pt x="0" y="0"/>
                  </a:moveTo>
                  <a:cubicBezTo>
                    <a:pt x="3" y="4"/>
                    <a:pt x="18" y="9"/>
                    <a:pt x="30" y="6"/>
                  </a:cubicBezTo>
                  <a:cubicBezTo>
                    <a:pt x="27" y="8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7" name="Freeform 1123">
              <a:extLst>
                <a:ext uri="{FF2B5EF4-FFF2-40B4-BE49-F238E27FC236}">
                  <a16:creationId xmlns:a16="http://schemas.microsoft.com/office/drawing/2014/main" id="{61612EAC-7E81-412A-A603-51208D5FA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130"/>
              <a:ext cx="164" cy="108"/>
            </a:xfrm>
            <a:custGeom>
              <a:avLst/>
              <a:gdLst>
                <a:gd name="T0" fmla="*/ 224 w 85"/>
                <a:gd name="T1" fmla="*/ 8 h 52"/>
                <a:gd name="T2" fmla="*/ 100 w 85"/>
                <a:gd name="T3" fmla="*/ 81 h 52"/>
                <a:gd name="T4" fmla="*/ 264 w 85"/>
                <a:gd name="T5" fmla="*/ 432 h 52"/>
                <a:gd name="T6" fmla="*/ 588 w 85"/>
                <a:gd name="T7" fmla="*/ 297 h 52"/>
                <a:gd name="T8" fmla="*/ 525 w 85"/>
                <a:gd name="T9" fmla="*/ 91 h 52"/>
                <a:gd name="T10" fmla="*/ 353 w 85"/>
                <a:gd name="T11" fmla="*/ 25 h 52"/>
                <a:gd name="T12" fmla="*/ 224 w 85"/>
                <a:gd name="T13" fmla="*/ 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2">
                  <a:moveTo>
                    <a:pt x="31" y="1"/>
                  </a:moveTo>
                  <a:cubicBezTo>
                    <a:pt x="23" y="2"/>
                    <a:pt x="17" y="4"/>
                    <a:pt x="14" y="9"/>
                  </a:cubicBezTo>
                  <a:cubicBezTo>
                    <a:pt x="0" y="25"/>
                    <a:pt x="15" y="43"/>
                    <a:pt x="37" y="48"/>
                  </a:cubicBezTo>
                  <a:cubicBezTo>
                    <a:pt x="59" y="52"/>
                    <a:pt x="79" y="43"/>
                    <a:pt x="82" y="33"/>
                  </a:cubicBezTo>
                  <a:cubicBezTo>
                    <a:pt x="85" y="23"/>
                    <a:pt x="82" y="15"/>
                    <a:pt x="73" y="10"/>
                  </a:cubicBezTo>
                  <a:cubicBezTo>
                    <a:pt x="65" y="5"/>
                    <a:pt x="55" y="4"/>
                    <a:pt x="49" y="3"/>
                  </a:cubicBezTo>
                  <a:cubicBezTo>
                    <a:pt x="43" y="3"/>
                    <a:pt x="36" y="0"/>
                    <a:pt x="31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8" name="Freeform 1124">
              <a:extLst>
                <a:ext uri="{FF2B5EF4-FFF2-40B4-BE49-F238E27FC236}">
                  <a16:creationId xmlns:a16="http://schemas.microsoft.com/office/drawing/2014/main" id="{D4B4C097-DBC7-4033-920D-B9295A265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1165"/>
              <a:ext cx="82" cy="40"/>
            </a:xfrm>
            <a:custGeom>
              <a:avLst/>
              <a:gdLst>
                <a:gd name="T0" fmla="*/ 0 w 42"/>
                <a:gd name="T1" fmla="*/ 48 h 19"/>
                <a:gd name="T2" fmla="*/ 80 w 42"/>
                <a:gd name="T3" fmla="*/ 141 h 19"/>
                <a:gd name="T4" fmla="*/ 267 w 42"/>
                <a:gd name="T5" fmla="*/ 152 h 19"/>
                <a:gd name="T6" fmla="*/ 312 w 42"/>
                <a:gd name="T7" fmla="*/ 93 h 19"/>
                <a:gd name="T8" fmla="*/ 312 w 42"/>
                <a:gd name="T9" fmla="*/ 93 h 19"/>
                <a:gd name="T10" fmla="*/ 267 w 42"/>
                <a:gd name="T11" fmla="*/ 152 h 19"/>
                <a:gd name="T12" fmla="*/ 80 w 42"/>
                <a:gd name="T13" fmla="*/ 141 h 19"/>
                <a:gd name="T14" fmla="*/ 8 w 42"/>
                <a:gd name="T15" fmla="*/ 48 h 19"/>
                <a:gd name="T16" fmla="*/ 31 w 42"/>
                <a:gd name="T17" fmla="*/ 0 h 19"/>
                <a:gd name="T18" fmla="*/ 31 w 42"/>
                <a:gd name="T19" fmla="*/ 0 h 19"/>
                <a:gd name="T20" fmla="*/ 0 w 42"/>
                <a:gd name="T21" fmla="*/ 48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9">
                  <a:moveTo>
                    <a:pt x="0" y="5"/>
                  </a:moveTo>
                  <a:cubicBezTo>
                    <a:pt x="0" y="9"/>
                    <a:pt x="4" y="13"/>
                    <a:pt x="11" y="15"/>
                  </a:cubicBezTo>
                  <a:cubicBezTo>
                    <a:pt x="20" y="19"/>
                    <a:pt x="30" y="19"/>
                    <a:pt x="36" y="16"/>
                  </a:cubicBezTo>
                  <a:cubicBezTo>
                    <a:pt x="39" y="15"/>
                    <a:pt x="41" y="13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12"/>
                    <a:pt x="39" y="14"/>
                    <a:pt x="36" y="16"/>
                  </a:cubicBezTo>
                  <a:cubicBezTo>
                    <a:pt x="30" y="19"/>
                    <a:pt x="20" y="18"/>
                    <a:pt x="11" y="15"/>
                  </a:cubicBezTo>
                  <a:cubicBezTo>
                    <a:pt x="5" y="12"/>
                    <a:pt x="1" y="9"/>
                    <a:pt x="1" y="5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9" name="Freeform 1125">
              <a:extLst>
                <a:ext uri="{FF2B5EF4-FFF2-40B4-BE49-F238E27FC236}">
                  <a16:creationId xmlns:a16="http://schemas.microsoft.com/office/drawing/2014/main" id="{963C0114-C6E1-4C1A-8DF2-383FB0D07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390"/>
              <a:ext cx="137" cy="143"/>
            </a:xfrm>
            <a:custGeom>
              <a:avLst/>
              <a:gdLst>
                <a:gd name="T0" fmla="*/ 137 w 71"/>
                <a:gd name="T1" fmla="*/ 17 h 69"/>
                <a:gd name="T2" fmla="*/ 15 w 71"/>
                <a:gd name="T3" fmla="*/ 249 h 69"/>
                <a:gd name="T4" fmla="*/ 208 w 71"/>
                <a:gd name="T5" fmla="*/ 541 h 69"/>
                <a:gd name="T6" fmla="*/ 425 w 71"/>
                <a:gd name="T7" fmla="*/ 497 h 69"/>
                <a:gd name="T8" fmla="*/ 137 w 71"/>
                <a:gd name="T9" fmla="*/ 1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69">
                  <a:moveTo>
                    <a:pt x="19" y="2"/>
                  </a:moveTo>
                  <a:cubicBezTo>
                    <a:pt x="5" y="4"/>
                    <a:pt x="0" y="15"/>
                    <a:pt x="2" y="28"/>
                  </a:cubicBezTo>
                  <a:cubicBezTo>
                    <a:pt x="4" y="41"/>
                    <a:pt x="16" y="55"/>
                    <a:pt x="29" y="61"/>
                  </a:cubicBezTo>
                  <a:cubicBezTo>
                    <a:pt x="45" y="69"/>
                    <a:pt x="54" y="64"/>
                    <a:pt x="59" y="56"/>
                  </a:cubicBezTo>
                  <a:cubicBezTo>
                    <a:pt x="71" y="39"/>
                    <a:pt x="43" y="0"/>
                    <a:pt x="19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0" name="Freeform 1126">
              <a:extLst>
                <a:ext uri="{FF2B5EF4-FFF2-40B4-BE49-F238E27FC236}">
                  <a16:creationId xmlns:a16="http://schemas.microsoft.com/office/drawing/2014/main" id="{1C9EADEA-D234-425E-A304-4D28B77A0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396"/>
              <a:ext cx="94" cy="128"/>
            </a:xfrm>
            <a:custGeom>
              <a:avLst/>
              <a:gdLst>
                <a:gd name="T0" fmla="*/ 0 w 49"/>
                <a:gd name="T1" fmla="*/ 0 h 62"/>
                <a:gd name="T2" fmla="*/ 253 w 49"/>
                <a:gd name="T3" fmla="*/ 456 h 62"/>
                <a:gd name="T4" fmla="*/ 140 w 49"/>
                <a:gd name="T5" fmla="*/ 537 h 62"/>
                <a:gd name="T6" fmla="*/ 269 w 49"/>
                <a:gd name="T7" fmla="*/ 456 h 62"/>
                <a:gd name="T8" fmla="*/ 0 w 49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2">
                  <a:moveTo>
                    <a:pt x="0" y="0"/>
                  </a:moveTo>
                  <a:cubicBezTo>
                    <a:pt x="22" y="2"/>
                    <a:pt x="47" y="36"/>
                    <a:pt x="36" y="52"/>
                  </a:cubicBezTo>
                  <a:cubicBezTo>
                    <a:pt x="32" y="57"/>
                    <a:pt x="27" y="61"/>
                    <a:pt x="20" y="61"/>
                  </a:cubicBezTo>
                  <a:cubicBezTo>
                    <a:pt x="28" y="62"/>
                    <a:pt x="34" y="58"/>
                    <a:pt x="38" y="52"/>
                  </a:cubicBezTo>
                  <a:cubicBezTo>
                    <a:pt x="49" y="36"/>
                    <a:pt x="23" y="0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1" name="Freeform 1127">
              <a:extLst>
                <a:ext uri="{FF2B5EF4-FFF2-40B4-BE49-F238E27FC236}">
                  <a16:creationId xmlns:a16="http://schemas.microsoft.com/office/drawing/2014/main" id="{940E3DBF-D863-4038-B8E9-3C8EF79F5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398"/>
              <a:ext cx="52" cy="116"/>
            </a:xfrm>
            <a:custGeom>
              <a:avLst/>
              <a:gdLst>
                <a:gd name="T0" fmla="*/ 193 w 27"/>
                <a:gd name="T1" fmla="*/ 497 h 56"/>
                <a:gd name="T2" fmla="*/ 29 w 27"/>
                <a:gd name="T3" fmla="*/ 205 h 56"/>
                <a:gd name="T4" fmla="*/ 92 w 27"/>
                <a:gd name="T5" fmla="*/ 0 h 56"/>
                <a:gd name="T6" fmla="*/ 8 w 27"/>
                <a:gd name="T7" fmla="*/ 224 h 56"/>
                <a:gd name="T8" fmla="*/ 193 w 27"/>
                <a:gd name="T9" fmla="*/ 497 h 56"/>
                <a:gd name="T10" fmla="*/ 193 w 27"/>
                <a:gd name="T11" fmla="*/ 49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6">
                  <a:moveTo>
                    <a:pt x="27" y="56"/>
                  </a:moveTo>
                  <a:cubicBezTo>
                    <a:pt x="15" y="49"/>
                    <a:pt x="6" y="36"/>
                    <a:pt x="4" y="23"/>
                  </a:cubicBezTo>
                  <a:cubicBezTo>
                    <a:pt x="3" y="13"/>
                    <a:pt x="5" y="4"/>
                    <a:pt x="13" y="0"/>
                  </a:cubicBezTo>
                  <a:cubicBezTo>
                    <a:pt x="3" y="4"/>
                    <a:pt x="0" y="14"/>
                    <a:pt x="1" y="25"/>
                  </a:cubicBezTo>
                  <a:cubicBezTo>
                    <a:pt x="3" y="37"/>
                    <a:pt x="15" y="49"/>
                    <a:pt x="27" y="56"/>
                  </a:cubicBezTo>
                  <a:cubicBezTo>
                    <a:pt x="27" y="56"/>
                    <a:pt x="27" y="56"/>
                    <a:pt x="27" y="5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2" name="Freeform 1128">
              <a:extLst>
                <a:ext uri="{FF2B5EF4-FFF2-40B4-BE49-F238E27FC236}">
                  <a16:creationId xmlns:a16="http://schemas.microsoft.com/office/drawing/2014/main" id="{86EA82A7-7602-447A-801A-3F9CBAA2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415"/>
              <a:ext cx="85" cy="89"/>
            </a:xfrm>
            <a:custGeom>
              <a:avLst/>
              <a:gdLst>
                <a:gd name="T0" fmla="*/ 253 w 44"/>
                <a:gd name="T1" fmla="*/ 308 h 43"/>
                <a:gd name="T2" fmla="*/ 44 w 44"/>
                <a:gd name="T3" fmla="*/ 184 h 43"/>
                <a:gd name="T4" fmla="*/ 85 w 44"/>
                <a:gd name="T5" fmla="*/ 8 h 43"/>
                <a:gd name="T6" fmla="*/ 253 w 44"/>
                <a:gd name="T7" fmla="*/ 30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3">
                  <a:moveTo>
                    <a:pt x="35" y="35"/>
                  </a:moveTo>
                  <a:cubicBezTo>
                    <a:pt x="27" y="43"/>
                    <a:pt x="11" y="32"/>
                    <a:pt x="6" y="21"/>
                  </a:cubicBezTo>
                  <a:cubicBezTo>
                    <a:pt x="0" y="10"/>
                    <a:pt x="1" y="0"/>
                    <a:pt x="12" y="1"/>
                  </a:cubicBezTo>
                  <a:cubicBezTo>
                    <a:pt x="24" y="2"/>
                    <a:pt x="44" y="26"/>
                    <a:pt x="35" y="3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3" name="Freeform 1129">
              <a:extLst>
                <a:ext uri="{FF2B5EF4-FFF2-40B4-BE49-F238E27FC236}">
                  <a16:creationId xmlns:a16="http://schemas.microsoft.com/office/drawing/2014/main" id="{C54DE252-E26A-44DC-9254-A7A2EFBF9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417"/>
              <a:ext cx="68" cy="87"/>
            </a:xfrm>
            <a:custGeom>
              <a:avLst/>
              <a:gdLst>
                <a:gd name="T0" fmla="*/ 52 w 35"/>
                <a:gd name="T1" fmla="*/ 160 h 42"/>
                <a:gd name="T2" fmla="*/ 37 w 35"/>
                <a:gd name="T3" fmla="*/ 0 h 42"/>
                <a:gd name="T4" fmla="*/ 37 w 35"/>
                <a:gd name="T5" fmla="*/ 176 h 42"/>
                <a:gd name="T6" fmla="*/ 249 w 35"/>
                <a:gd name="T7" fmla="*/ 300 h 42"/>
                <a:gd name="T8" fmla="*/ 256 w 35"/>
                <a:gd name="T9" fmla="*/ 292 h 42"/>
                <a:gd name="T10" fmla="*/ 52 w 35"/>
                <a:gd name="T11" fmla="*/ 16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2">
                  <a:moveTo>
                    <a:pt x="7" y="18"/>
                  </a:moveTo>
                  <a:cubicBezTo>
                    <a:pt x="4" y="11"/>
                    <a:pt x="3" y="4"/>
                    <a:pt x="5" y="0"/>
                  </a:cubicBezTo>
                  <a:cubicBezTo>
                    <a:pt x="0" y="3"/>
                    <a:pt x="0" y="12"/>
                    <a:pt x="5" y="20"/>
                  </a:cubicBezTo>
                  <a:cubicBezTo>
                    <a:pt x="10" y="31"/>
                    <a:pt x="26" y="42"/>
                    <a:pt x="34" y="34"/>
                  </a:cubicBezTo>
                  <a:cubicBezTo>
                    <a:pt x="35" y="34"/>
                    <a:pt x="35" y="34"/>
                    <a:pt x="35" y="33"/>
                  </a:cubicBezTo>
                  <a:cubicBezTo>
                    <a:pt x="26" y="38"/>
                    <a:pt x="13" y="28"/>
                    <a:pt x="7" y="1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4" name="Freeform 1130">
              <a:extLst>
                <a:ext uri="{FF2B5EF4-FFF2-40B4-BE49-F238E27FC236}">
                  <a16:creationId xmlns:a16="http://schemas.microsoft.com/office/drawing/2014/main" id="{FC11F07D-A6BB-45DF-907C-96D92D44F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423"/>
              <a:ext cx="36" cy="56"/>
            </a:xfrm>
            <a:custGeom>
              <a:avLst/>
              <a:gdLst>
                <a:gd name="T0" fmla="*/ 0 w 19"/>
                <a:gd name="T1" fmla="*/ 0 h 27"/>
                <a:gd name="T2" fmla="*/ 116 w 19"/>
                <a:gd name="T3" fmla="*/ 241 h 27"/>
                <a:gd name="T4" fmla="*/ 0 w 19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0" y="0"/>
                  </a:moveTo>
                  <a:cubicBezTo>
                    <a:pt x="7" y="5"/>
                    <a:pt x="19" y="17"/>
                    <a:pt x="17" y="27"/>
                  </a:cubicBezTo>
                  <a:cubicBezTo>
                    <a:pt x="17" y="23"/>
                    <a:pt x="10" y="8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5" name="Freeform 1131">
              <a:extLst>
                <a:ext uri="{FF2B5EF4-FFF2-40B4-BE49-F238E27FC236}">
                  <a16:creationId xmlns:a16="http://schemas.microsoft.com/office/drawing/2014/main" id="{0F5241F2-1A66-4339-AB3A-511032EEB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427"/>
              <a:ext cx="31" cy="54"/>
            </a:xfrm>
            <a:custGeom>
              <a:avLst/>
              <a:gdLst>
                <a:gd name="T0" fmla="*/ 0 w 16"/>
                <a:gd name="T1" fmla="*/ 0 h 26"/>
                <a:gd name="T2" fmla="*/ 93 w 16"/>
                <a:gd name="T3" fmla="*/ 233 h 26"/>
                <a:gd name="T4" fmla="*/ 0 w 1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5" y="4"/>
                    <a:pt x="16" y="16"/>
                    <a:pt x="13" y="26"/>
                  </a:cubicBezTo>
                  <a:cubicBezTo>
                    <a:pt x="14" y="21"/>
                    <a:pt x="15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6" name="Freeform 1132">
              <a:extLst>
                <a:ext uri="{FF2B5EF4-FFF2-40B4-BE49-F238E27FC236}">
                  <a16:creationId xmlns:a16="http://schemas.microsoft.com/office/drawing/2014/main" id="{0DB71A2E-7714-4505-9B56-5B2E8809B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448"/>
              <a:ext cx="42" cy="47"/>
            </a:xfrm>
            <a:custGeom>
              <a:avLst/>
              <a:gdLst>
                <a:gd name="T0" fmla="*/ 0 w 22"/>
                <a:gd name="T1" fmla="*/ 0 h 23"/>
                <a:gd name="T2" fmla="*/ 153 w 22"/>
                <a:gd name="T3" fmla="*/ 196 h 23"/>
                <a:gd name="T4" fmla="*/ 0 w 2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0" y="0"/>
                  </a:moveTo>
                  <a:cubicBezTo>
                    <a:pt x="0" y="5"/>
                    <a:pt x="9" y="20"/>
                    <a:pt x="22" y="23"/>
                  </a:cubicBezTo>
                  <a:cubicBezTo>
                    <a:pt x="17" y="21"/>
                    <a:pt x="5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7" name="Freeform 1133">
              <a:extLst>
                <a:ext uri="{FF2B5EF4-FFF2-40B4-BE49-F238E27FC236}">
                  <a16:creationId xmlns:a16="http://schemas.microsoft.com/office/drawing/2014/main" id="{F7A208EE-2721-466B-9DC8-2B90C48DF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390"/>
              <a:ext cx="137" cy="143"/>
            </a:xfrm>
            <a:custGeom>
              <a:avLst/>
              <a:gdLst>
                <a:gd name="T0" fmla="*/ 137 w 71"/>
                <a:gd name="T1" fmla="*/ 17 h 69"/>
                <a:gd name="T2" fmla="*/ 15 w 71"/>
                <a:gd name="T3" fmla="*/ 249 h 69"/>
                <a:gd name="T4" fmla="*/ 208 w 71"/>
                <a:gd name="T5" fmla="*/ 541 h 69"/>
                <a:gd name="T6" fmla="*/ 425 w 71"/>
                <a:gd name="T7" fmla="*/ 497 h 69"/>
                <a:gd name="T8" fmla="*/ 137 w 71"/>
                <a:gd name="T9" fmla="*/ 1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69">
                  <a:moveTo>
                    <a:pt x="19" y="2"/>
                  </a:moveTo>
                  <a:cubicBezTo>
                    <a:pt x="5" y="4"/>
                    <a:pt x="0" y="15"/>
                    <a:pt x="2" y="28"/>
                  </a:cubicBezTo>
                  <a:cubicBezTo>
                    <a:pt x="4" y="41"/>
                    <a:pt x="16" y="55"/>
                    <a:pt x="29" y="61"/>
                  </a:cubicBezTo>
                  <a:cubicBezTo>
                    <a:pt x="45" y="69"/>
                    <a:pt x="54" y="64"/>
                    <a:pt x="59" y="56"/>
                  </a:cubicBezTo>
                  <a:cubicBezTo>
                    <a:pt x="71" y="39"/>
                    <a:pt x="43" y="0"/>
                    <a:pt x="19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8" name="Freeform 1134">
              <a:extLst>
                <a:ext uri="{FF2B5EF4-FFF2-40B4-BE49-F238E27FC236}">
                  <a16:creationId xmlns:a16="http://schemas.microsoft.com/office/drawing/2014/main" id="{EB0CAC7D-4471-4028-9F3D-5CF99DEDB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415"/>
              <a:ext cx="66" cy="78"/>
            </a:xfrm>
            <a:custGeom>
              <a:avLst/>
              <a:gdLst>
                <a:gd name="T0" fmla="*/ 16 w 34"/>
                <a:gd name="T1" fmla="*/ 33 h 38"/>
                <a:gd name="T2" fmla="*/ 31 w 34"/>
                <a:gd name="T3" fmla="*/ 181 h 38"/>
                <a:gd name="T4" fmla="*/ 188 w 34"/>
                <a:gd name="T5" fmla="*/ 328 h 38"/>
                <a:gd name="T6" fmla="*/ 248 w 34"/>
                <a:gd name="T7" fmla="*/ 304 h 38"/>
                <a:gd name="T8" fmla="*/ 248 w 34"/>
                <a:gd name="T9" fmla="*/ 304 h 38"/>
                <a:gd name="T10" fmla="*/ 188 w 34"/>
                <a:gd name="T11" fmla="*/ 320 h 38"/>
                <a:gd name="T12" fmla="*/ 37 w 34"/>
                <a:gd name="T13" fmla="*/ 181 h 38"/>
                <a:gd name="T14" fmla="*/ 23 w 34"/>
                <a:gd name="T15" fmla="*/ 33 h 38"/>
                <a:gd name="T16" fmla="*/ 80 w 34"/>
                <a:gd name="T17" fmla="*/ 8 h 38"/>
                <a:gd name="T18" fmla="*/ 80 w 34"/>
                <a:gd name="T19" fmla="*/ 8 h 38"/>
                <a:gd name="T20" fmla="*/ 16 w 34"/>
                <a:gd name="T21" fmla="*/ 33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38">
                  <a:moveTo>
                    <a:pt x="2" y="4"/>
                  </a:moveTo>
                  <a:cubicBezTo>
                    <a:pt x="0" y="7"/>
                    <a:pt x="1" y="14"/>
                    <a:pt x="4" y="21"/>
                  </a:cubicBezTo>
                  <a:cubicBezTo>
                    <a:pt x="8" y="29"/>
                    <a:pt x="17" y="37"/>
                    <a:pt x="26" y="38"/>
                  </a:cubicBezTo>
                  <a:cubicBezTo>
                    <a:pt x="29" y="38"/>
                    <a:pt x="32" y="37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2" y="37"/>
                    <a:pt x="29" y="38"/>
                    <a:pt x="26" y="37"/>
                  </a:cubicBezTo>
                  <a:cubicBezTo>
                    <a:pt x="18" y="36"/>
                    <a:pt x="9" y="28"/>
                    <a:pt x="5" y="21"/>
                  </a:cubicBezTo>
                  <a:cubicBezTo>
                    <a:pt x="1" y="14"/>
                    <a:pt x="0" y="8"/>
                    <a:pt x="3" y="4"/>
                  </a:cubicBezTo>
                  <a:cubicBezTo>
                    <a:pt x="4" y="2"/>
                    <a:pt x="7" y="0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7" y="0"/>
                    <a:pt x="4" y="1"/>
                    <a:pt x="2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9" name="Freeform 1135">
              <a:extLst>
                <a:ext uri="{FF2B5EF4-FFF2-40B4-BE49-F238E27FC236}">
                  <a16:creationId xmlns:a16="http://schemas.microsoft.com/office/drawing/2014/main" id="{276EBC0E-3335-4252-8D17-875860A4B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246"/>
              <a:ext cx="170" cy="115"/>
            </a:xfrm>
            <a:custGeom>
              <a:avLst/>
              <a:gdLst>
                <a:gd name="T0" fmla="*/ 79 w 88"/>
                <a:gd name="T1" fmla="*/ 113 h 56"/>
                <a:gd name="T2" fmla="*/ 93 w 88"/>
                <a:gd name="T3" fmla="*/ 353 h 56"/>
                <a:gd name="T4" fmla="*/ 448 w 88"/>
                <a:gd name="T5" fmla="*/ 485 h 56"/>
                <a:gd name="T6" fmla="*/ 634 w 88"/>
                <a:gd name="T7" fmla="*/ 329 h 56"/>
                <a:gd name="T8" fmla="*/ 79 w 88"/>
                <a:gd name="T9" fmla="*/ 11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6">
                  <a:moveTo>
                    <a:pt x="11" y="13"/>
                  </a:moveTo>
                  <a:cubicBezTo>
                    <a:pt x="0" y="20"/>
                    <a:pt x="2" y="32"/>
                    <a:pt x="13" y="41"/>
                  </a:cubicBezTo>
                  <a:cubicBezTo>
                    <a:pt x="24" y="51"/>
                    <a:pt x="45" y="56"/>
                    <a:pt x="62" y="56"/>
                  </a:cubicBezTo>
                  <a:cubicBezTo>
                    <a:pt x="83" y="55"/>
                    <a:pt x="88" y="47"/>
                    <a:pt x="88" y="38"/>
                  </a:cubicBezTo>
                  <a:cubicBezTo>
                    <a:pt x="87" y="19"/>
                    <a:pt x="33" y="0"/>
                    <a:pt x="11" y="1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70" name="Freeform 1136">
              <a:extLst>
                <a:ext uri="{FF2B5EF4-FFF2-40B4-BE49-F238E27FC236}">
                  <a16:creationId xmlns:a16="http://schemas.microsoft.com/office/drawing/2014/main" id="{1F107737-B96B-4418-933C-44C34890D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250"/>
              <a:ext cx="141" cy="105"/>
            </a:xfrm>
            <a:custGeom>
              <a:avLst/>
              <a:gdLst>
                <a:gd name="T0" fmla="*/ 0 w 73"/>
                <a:gd name="T1" fmla="*/ 97 h 51"/>
                <a:gd name="T2" fmla="*/ 512 w 73"/>
                <a:gd name="T3" fmla="*/ 321 h 51"/>
                <a:gd name="T4" fmla="*/ 448 w 73"/>
                <a:gd name="T5" fmla="*/ 445 h 51"/>
                <a:gd name="T6" fmla="*/ 525 w 73"/>
                <a:gd name="T7" fmla="*/ 313 h 51"/>
                <a:gd name="T8" fmla="*/ 0 w 73"/>
                <a:gd name="T9" fmla="*/ 9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1">
                  <a:moveTo>
                    <a:pt x="0" y="11"/>
                  </a:moveTo>
                  <a:cubicBezTo>
                    <a:pt x="23" y="2"/>
                    <a:pt x="70" y="19"/>
                    <a:pt x="71" y="37"/>
                  </a:cubicBezTo>
                  <a:cubicBezTo>
                    <a:pt x="71" y="42"/>
                    <a:pt x="69" y="48"/>
                    <a:pt x="62" y="51"/>
                  </a:cubicBezTo>
                  <a:cubicBezTo>
                    <a:pt x="70" y="48"/>
                    <a:pt x="73" y="42"/>
                    <a:pt x="73" y="36"/>
                  </a:cubicBezTo>
                  <a:cubicBezTo>
                    <a:pt x="72" y="18"/>
                    <a:pt x="22" y="0"/>
                    <a:pt x="0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71" name="Freeform 1137">
              <a:extLst>
                <a:ext uri="{FF2B5EF4-FFF2-40B4-BE49-F238E27FC236}">
                  <a16:creationId xmlns:a16="http://schemas.microsoft.com/office/drawing/2014/main" id="{41FECF48-908D-416F-A243-C409EBF3B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279"/>
              <a:ext cx="115" cy="80"/>
            </a:xfrm>
            <a:custGeom>
              <a:avLst/>
              <a:gdLst>
                <a:gd name="T0" fmla="*/ 437 w 59"/>
                <a:gd name="T1" fmla="*/ 336 h 39"/>
                <a:gd name="T2" fmla="*/ 103 w 59"/>
                <a:gd name="T3" fmla="*/ 197 h 39"/>
                <a:gd name="T4" fmla="*/ 53 w 59"/>
                <a:gd name="T5" fmla="*/ 0 h 39"/>
                <a:gd name="T6" fmla="*/ 96 w 59"/>
                <a:gd name="T7" fmla="*/ 215 h 39"/>
                <a:gd name="T8" fmla="*/ 437 w 59"/>
                <a:gd name="T9" fmla="*/ 336 h 39"/>
                <a:gd name="T10" fmla="*/ 437 w 59"/>
                <a:gd name="T11" fmla="*/ 33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9">
                  <a:moveTo>
                    <a:pt x="59" y="39"/>
                  </a:moveTo>
                  <a:cubicBezTo>
                    <a:pt x="43" y="39"/>
                    <a:pt x="25" y="32"/>
                    <a:pt x="14" y="23"/>
                  </a:cubicBezTo>
                  <a:cubicBezTo>
                    <a:pt x="6" y="16"/>
                    <a:pt x="3" y="7"/>
                    <a:pt x="7" y="0"/>
                  </a:cubicBezTo>
                  <a:cubicBezTo>
                    <a:pt x="0" y="7"/>
                    <a:pt x="3" y="17"/>
                    <a:pt x="13" y="25"/>
                  </a:cubicBezTo>
                  <a:cubicBezTo>
                    <a:pt x="23" y="34"/>
                    <a:pt x="43" y="39"/>
                    <a:pt x="59" y="39"/>
                  </a:cubicBezTo>
                  <a:cubicBezTo>
                    <a:pt x="59" y="39"/>
                    <a:pt x="59" y="39"/>
                    <a:pt x="59" y="3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72" name="Freeform 1138">
              <a:extLst>
                <a:ext uri="{FF2B5EF4-FFF2-40B4-BE49-F238E27FC236}">
                  <a16:creationId xmlns:a16="http://schemas.microsoft.com/office/drawing/2014/main" id="{A9CF28F5-01B5-4BF4-93D3-94A9D82FC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275"/>
              <a:ext cx="116" cy="66"/>
            </a:xfrm>
            <a:custGeom>
              <a:avLst/>
              <a:gdLst>
                <a:gd name="T0" fmla="*/ 420 w 60"/>
                <a:gd name="T1" fmla="*/ 192 h 32"/>
                <a:gd name="T2" fmla="*/ 145 w 60"/>
                <a:gd name="T3" fmla="*/ 212 h 32"/>
                <a:gd name="T4" fmla="*/ 85 w 60"/>
                <a:gd name="T5" fmla="*/ 43 h 32"/>
                <a:gd name="T6" fmla="*/ 420 w 60"/>
                <a:gd name="T7" fmla="*/ 19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2">
                  <a:moveTo>
                    <a:pt x="58" y="22"/>
                  </a:moveTo>
                  <a:cubicBezTo>
                    <a:pt x="56" y="32"/>
                    <a:pt x="33" y="30"/>
                    <a:pt x="20" y="24"/>
                  </a:cubicBezTo>
                  <a:cubicBezTo>
                    <a:pt x="7" y="18"/>
                    <a:pt x="0" y="9"/>
                    <a:pt x="12" y="5"/>
                  </a:cubicBezTo>
                  <a:cubicBezTo>
                    <a:pt x="25" y="0"/>
                    <a:pt x="60" y="11"/>
                    <a:pt x="58" y="2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73" name="Freeform 1139">
              <a:extLst>
                <a:ext uri="{FF2B5EF4-FFF2-40B4-BE49-F238E27FC236}">
                  <a16:creationId xmlns:a16="http://schemas.microsoft.com/office/drawing/2014/main" id="{E4DE7ED7-2659-4ADB-81AF-038B402F7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291"/>
              <a:ext cx="106" cy="50"/>
            </a:xfrm>
            <a:custGeom>
              <a:avLst/>
              <a:gdLst>
                <a:gd name="T0" fmla="*/ 129 w 55"/>
                <a:gd name="T1" fmla="*/ 117 h 24"/>
                <a:gd name="T2" fmla="*/ 29 w 55"/>
                <a:gd name="T3" fmla="*/ 0 h 24"/>
                <a:gd name="T4" fmla="*/ 123 w 55"/>
                <a:gd name="T5" fmla="*/ 144 h 24"/>
                <a:gd name="T6" fmla="*/ 393 w 55"/>
                <a:gd name="T7" fmla="*/ 125 h 24"/>
                <a:gd name="T8" fmla="*/ 393 w 55"/>
                <a:gd name="T9" fmla="*/ 117 h 24"/>
                <a:gd name="T10" fmla="*/ 129 w 55"/>
                <a:gd name="T11" fmla="*/ 11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4">
                  <a:moveTo>
                    <a:pt x="18" y="13"/>
                  </a:moveTo>
                  <a:cubicBezTo>
                    <a:pt x="9" y="9"/>
                    <a:pt x="4" y="4"/>
                    <a:pt x="4" y="0"/>
                  </a:cubicBezTo>
                  <a:cubicBezTo>
                    <a:pt x="0" y="4"/>
                    <a:pt x="6" y="11"/>
                    <a:pt x="17" y="16"/>
                  </a:cubicBezTo>
                  <a:cubicBezTo>
                    <a:pt x="30" y="22"/>
                    <a:pt x="53" y="24"/>
                    <a:pt x="55" y="14"/>
                  </a:cubicBezTo>
                  <a:cubicBezTo>
                    <a:pt x="55" y="14"/>
                    <a:pt x="55" y="13"/>
                    <a:pt x="55" y="13"/>
                  </a:cubicBezTo>
                  <a:cubicBezTo>
                    <a:pt x="50" y="21"/>
                    <a:pt x="30" y="19"/>
                    <a:pt x="18" y="1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74" name="Freeform 1140">
              <a:extLst>
                <a:ext uri="{FF2B5EF4-FFF2-40B4-BE49-F238E27FC236}">
                  <a16:creationId xmlns:a16="http://schemas.microsoft.com/office/drawing/2014/main" id="{554D7C36-0C90-4AFD-AA4E-F45625137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281"/>
              <a:ext cx="70" cy="31"/>
            </a:xfrm>
            <a:custGeom>
              <a:avLst/>
              <a:gdLst>
                <a:gd name="T0" fmla="*/ 0 w 36"/>
                <a:gd name="T1" fmla="*/ 0 h 15"/>
                <a:gd name="T2" fmla="*/ 264 w 36"/>
                <a:gd name="T3" fmla="*/ 132 h 15"/>
                <a:gd name="T4" fmla="*/ 0 w 3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">
                  <a:moveTo>
                    <a:pt x="0" y="0"/>
                  </a:moveTo>
                  <a:cubicBezTo>
                    <a:pt x="11" y="1"/>
                    <a:pt x="30" y="6"/>
                    <a:pt x="36" y="15"/>
                  </a:cubicBezTo>
                  <a:cubicBezTo>
                    <a:pt x="33" y="12"/>
                    <a:pt x="16" y="3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75" name="Freeform 1141">
              <a:extLst>
                <a:ext uri="{FF2B5EF4-FFF2-40B4-BE49-F238E27FC236}">
                  <a16:creationId xmlns:a16="http://schemas.microsoft.com/office/drawing/2014/main" id="{E0074223-D5AA-42B5-8B2E-207A2B5C8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283"/>
              <a:ext cx="58" cy="29"/>
            </a:xfrm>
            <a:custGeom>
              <a:avLst/>
              <a:gdLst>
                <a:gd name="T0" fmla="*/ 0 w 30"/>
                <a:gd name="T1" fmla="*/ 0 h 14"/>
                <a:gd name="T2" fmla="*/ 217 w 30"/>
                <a:gd name="T3" fmla="*/ 124 h 14"/>
                <a:gd name="T4" fmla="*/ 0 w 3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">
                  <a:moveTo>
                    <a:pt x="0" y="0"/>
                  </a:moveTo>
                  <a:cubicBezTo>
                    <a:pt x="7" y="0"/>
                    <a:pt x="26" y="5"/>
                    <a:pt x="30" y="14"/>
                  </a:cubicBezTo>
                  <a:cubicBezTo>
                    <a:pt x="28" y="9"/>
                    <a:pt x="2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76" name="Freeform 1142">
              <a:extLst>
                <a:ext uri="{FF2B5EF4-FFF2-40B4-BE49-F238E27FC236}">
                  <a16:creationId xmlns:a16="http://schemas.microsoft.com/office/drawing/2014/main" id="{4A503124-B759-4EC4-A83B-2D2F356D1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318"/>
              <a:ext cx="73" cy="25"/>
            </a:xfrm>
            <a:custGeom>
              <a:avLst/>
              <a:gdLst>
                <a:gd name="T0" fmla="*/ 0 w 38"/>
                <a:gd name="T1" fmla="*/ 0 h 12"/>
                <a:gd name="T2" fmla="*/ 269 w 38"/>
                <a:gd name="T3" fmla="*/ 73 h 12"/>
                <a:gd name="T4" fmla="*/ 0 w 3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0" y="0"/>
                  </a:moveTo>
                  <a:cubicBezTo>
                    <a:pt x="4" y="4"/>
                    <a:pt x="23" y="12"/>
                    <a:pt x="38" y="8"/>
                  </a:cubicBezTo>
                  <a:cubicBezTo>
                    <a:pt x="31" y="9"/>
                    <a:pt x="15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77" name="Freeform 1143">
              <a:extLst>
                <a:ext uri="{FF2B5EF4-FFF2-40B4-BE49-F238E27FC236}">
                  <a16:creationId xmlns:a16="http://schemas.microsoft.com/office/drawing/2014/main" id="{BE9560F0-6AC5-4D01-A7E2-0988034AE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246"/>
              <a:ext cx="170" cy="115"/>
            </a:xfrm>
            <a:custGeom>
              <a:avLst/>
              <a:gdLst>
                <a:gd name="T0" fmla="*/ 79 w 88"/>
                <a:gd name="T1" fmla="*/ 113 h 56"/>
                <a:gd name="T2" fmla="*/ 93 w 88"/>
                <a:gd name="T3" fmla="*/ 353 h 56"/>
                <a:gd name="T4" fmla="*/ 448 w 88"/>
                <a:gd name="T5" fmla="*/ 485 h 56"/>
                <a:gd name="T6" fmla="*/ 634 w 88"/>
                <a:gd name="T7" fmla="*/ 329 h 56"/>
                <a:gd name="T8" fmla="*/ 79 w 88"/>
                <a:gd name="T9" fmla="*/ 11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6">
                  <a:moveTo>
                    <a:pt x="11" y="13"/>
                  </a:moveTo>
                  <a:cubicBezTo>
                    <a:pt x="0" y="20"/>
                    <a:pt x="2" y="32"/>
                    <a:pt x="13" y="41"/>
                  </a:cubicBezTo>
                  <a:cubicBezTo>
                    <a:pt x="24" y="51"/>
                    <a:pt x="45" y="56"/>
                    <a:pt x="62" y="56"/>
                  </a:cubicBezTo>
                  <a:cubicBezTo>
                    <a:pt x="83" y="55"/>
                    <a:pt x="88" y="47"/>
                    <a:pt x="88" y="38"/>
                  </a:cubicBezTo>
                  <a:cubicBezTo>
                    <a:pt x="87" y="19"/>
                    <a:pt x="33" y="0"/>
                    <a:pt x="11" y="1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78" name="Freeform 1144">
              <a:extLst>
                <a:ext uri="{FF2B5EF4-FFF2-40B4-BE49-F238E27FC236}">
                  <a16:creationId xmlns:a16="http://schemas.microsoft.com/office/drawing/2014/main" id="{7BF6ED3E-AA9F-4EBB-B536-16706A8F8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285"/>
              <a:ext cx="103" cy="54"/>
            </a:xfrm>
            <a:custGeom>
              <a:avLst/>
              <a:gdLst>
                <a:gd name="T0" fmla="*/ 0 w 53"/>
                <a:gd name="T1" fmla="*/ 52 h 26"/>
                <a:gd name="T2" fmla="*/ 101 w 53"/>
                <a:gd name="T3" fmla="*/ 168 h 26"/>
                <a:gd name="T4" fmla="*/ 336 w 53"/>
                <a:gd name="T5" fmla="*/ 208 h 26"/>
                <a:gd name="T6" fmla="*/ 389 w 53"/>
                <a:gd name="T7" fmla="*/ 152 h 26"/>
                <a:gd name="T8" fmla="*/ 389 w 53"/>
                <a:gd name="T9" fmla="*/ 152 h 26"/>
                <a:gd name="T10" fmla="*/ 336 w 53"/>
                <a:gd name="T11" fmla="*/ 208 h 26"/>
                <a:gd name="T12" fmla="*/ 109 w 53"/>
                <a:gd name="T13" fmla="*/ 168 h 26"/>
                <a:gd name="T14" fmla="*/ 8 w 53"/>
                <a:gd name="T15" fmla="*/ 52 h 26"/>
                <a:gd name="T16" fmla="*/ 52 w 53"/>
                <a:gd name="T17" fmla="*/ 0 h 26"/>
                <a:gd name="T18" fmla="*/ 52 w 53"/>
                <a:gd name="T19" fmla="*/ 0 h 26"/>
                <a:gd name="T20" fmla="*/ 0 w 53"/>
                <a:gd name="T21" fmla="*/ 52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6">
                  <a:moveTo>
                    <a:pt x="0" y="6"/>
                  </a:moveTo>
                  <a:cubicBezTo>
                    <a:pt x="1" y="10"/>
                    <a:pt x="6" y="15"/>
                    <a:pt x="14" y="19"/>
                  </a:cubicBezTo>
                  <a:cubicBezTo>
                    <a:pt x="23" y="23"/>
                    <a:pt x="38" y="26"/>
                    <a:pt x="46" y="23"/>
                  </a:cubicBezTo>
                  <a:cubicBezTo>
                    <a:pt x="50" y="22"/>
                    <a:pt x="52" y="20"/>
                    <a:pt x="53" y="17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2" y="19"/>
                    <a:pt x="50" y="21"/>
                    <a:pt x="46" y="23"/>
                  </a:cubicBezTo>
                  <a:cubicBezTo>
                    <a:pt x="38" y="25"/>
                    <a:pt x="23" y="23"/>
                    <a:pt x="15" y="19"/>
                  </a:cubicBezTo>
                  <a:cubicBezTo>
                    <a:pt x="6" y="15"/>
                    <a:pt x="1" y="10"/>
                    <a:pt x="1" y="6"/>
                  </a:cubicBezTo>
                  <a:cubicBezTo>
                    <a:pt x="1" y="3"/>
                    <a:pt x="3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79" name="Freeform 1145">
              <a:extLst>
                <a:ext uri="{FF2B5EF4-FFF2-40B4-BE49-F238E27FC236}">
                  <a16:creationId xmlns:a16="http://schemas.microsoft.com/office/drawing/2014/main" id="{02518624-065D-4626-BE5D-501327C23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068"/>
              <a:ext cx="129" cy="108"/>
            </a:xfrm>
            <a:custGeom>
              <a:avLst/>
              <a:gdLst>
                <a:gd name="T0" fmla="*/ 100 w 67"/>
                <a:gd name="T1" fmla="*/ 17 h 52"/>
                <a:gd name="T2" fmla="*/ 0 w 67"/>
                <a:gd name="T3" fmla="*/ 224 h 52"/>
                <a:gd name="T4" fmla="*/ 229 w 67"/>
                <a:gd name="T5" fmla="*/ 465 h 52"/>
                <a:gd name="T6" fmla="*/ 464 w 67"/>
                <a:gd name="T7" fmla="*/ 276 h 52"/>
                <a:gd name="T8" fmla="*/ 416 w 67"/>
                <a:gd name="T9" fmla="*/ 91 h 52"/>
                <a:gd name="T10" fmla="*/ 256 w 67"/>
                <a:gd name="T11" fmla="*/ 52 h 52"/>
                <a:gd name="T12" fmla="*/ 100 w 67"/>
                <a:gd name="T13" fmla="*/ 1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52">
                  <a:moveTo>
                    <a:pt x="14" y="2"/>
                  </a:moveTo>
                  <a:cubicBezTo>
                    <a:pt x="6" y="5"/>
                    <a:pt x="0" y="12"/>
                    <a:pt x="0" y="25"/>
                  </a:cubicBezTo>
                  <a:cubicBezTo>
                    <a:pt x="0" y="43"/>
                    <a:pt x="13" y="52"/>
                    <a:pt x="32" y="52"/>
                  </a:cubicBezTo>
                  <a:cubicBezTo>
                    <a:pt x="51" y="52"/>
                    <a:pt x="61" y="48"/>
                    <a:pt x="65" y="31"/>
                  </a:cubicBezTo>
                  <a:cubicBezTo>
                    <a:pt x="67" y="23"/>
                    <a:pt x="65" y="15"/>
                    <a:pt x="58" y="10"/>
                  </a:cubicBezTo>
                  <a:cubicBezTo>
                    <a:pt x="51" y="5"/>
                    <a:pt x="46" y="7"/>
                    <a:pt x="36" y="6"/>
                  </a:cubicBezTo>
                  <a:cubicBezTo>
                    <a:pt x="31" y="6"/>
                    <a:pt x="22" y="0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80" name="Freeform 1146">
              <a:extLst>
                <a:ext uri="{FF2B5EF4-FFF2-40B4-BE49-F238E27FC236}">
                  <a16:creationId xmlns:a16="http://schemas.microsoft.com/office/drawing/2014/main" id="{879B30BC-3A9B-4C36-9359-88FAEC9F7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091"/>
              <a:ext cx="87" cy="46"/>
            </a:xfrm>
            <a:custGeom>
              <a:avLst/>
              <a:gdLst>
                <a:gd name="T0" fmla="*/ 296 w 45"/>
                <a:gd name="T1" fmla="*/ 92 h 22"/>
                <a:gd name="T2" fmla="*/ 139 w 45"/>
                <a:gd name="T3" fmla="*/ 201 h 22"/>
                <a:gd name="T4" fmla="*/ 56 w 45"/>
                <a:gd name="T5" fmla="*/ 27 h 22"/>
                <a:gd name="T6" fmla="*/ 188 w 45"/>
                <a:gd name="T7" fmla="*/ 44 h 22"/>
                <a:gd name="T8" fmla="*/ 296 w 45"/>
                <a:gd name="T9" fmla="*/ 9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2">
                  <a:moveTo>
                    <a:pt x="41" y="10"/>
                  </a:moveTo>
                  <a:cubicBezTo>
                    <a:pt x="45" y="15"/>
                    <a:pt x="38" y="22"/>
                    <a:pt x="19" y="22"/>
                  </a:cubicBezTo>
                  <a:cubicBezTo>
                    <a:pt x="1" y="21"/>
                    <a:pt x="0" y="7"/>
                    <a:pt x="8" y="3"/>
                  </a:cubicBezTo>
                  <a:cubicBezTo>
                    <a:pt x="13" y="0"/>
                    <a:pt x="16" y="3"/>
                    <a:pt x="26" y="5"/>
                  </a:cubicBezTo>
                  <a:cubicBezTo>
                    <a:pt x="36" y="8"/>
                    <a:pt x="37" y="6"/>
                    <a:pt x="41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81" name="Freeform 1147">
              <a:extLst>
                <a:ext uri="{FF2B5EF4-FFF2-40B4-BE49-F238E27FC236}">
                  <a16:creationId xmlns:a16="http://schemas.microsoft.com/office/drawing/2014/main" id="{4B5956C2-C57A-41B2-BABB-48B91F6E3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099"/>
              <a:ext cx="79" cy="38"/>
            </a:xfrm>
            <a:custGeom>
              <a:avLst/>
              <a:gdLst>
                <a:gd name="T0" fmla="*/ 137 w 41"/>
                <a:gd name="T1" fmla="*/ 169 h 18"/>
                <a:gd name="T2" fmla="*/ 293 w 41"/>
                <a:gd name="T3" fmla="*/ 112 h 18"/>
                <a:gd name="T4" fmla="*/ 145 w 41"/>
                <a:gd name="T5" fmla="*/ 133 h 18"/>
                <a:gd name="T6" fmla="*/ 44 w 41"/>
                <a:gd name="T7" fmla="*/ 0 h 18"/>
                <a:gd name="T8" fmla="*/ 137 w 41"/>
                <a:gd name="T9" fmla="*/ 16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8">
                  <a:moveTo>
                    <a:pt x="19" y="18"/>
                  </a:moveTo>
                  <a:cubicBezTo>
                    <a:pt x="31" y="18"/>
                    <a:pt x="38" y="15"/>
                    <a:pt x="41" y="12"/>
                  </a:cubicBezTo>
                  <a:cubicBezTo>
                    <a:pt x="35" y="16"/>
                    <a:pt x="27" y="15"/>
                    <a:pt x="20" y="14"/>
                  </a:cubicBezTo>
                  <a:cubicBezTo>
                    <a:pt x="15" y="13"/>
                    <a:pt x="1" y="11"/>
                    <a:pt x="6" y="0"/>
                  </a:cubicBezTo>
                  <a:cubicBezTo>
                    <a:pt x="0" y="5"/>
                    <a:pt x="2" y="17"/>
                    <a:pt x="19" y="1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82" name="Freeform 1148">
              <a:extLst>
                <a:ext uri="{FF2B5EF4-FFF2-40B4-BE49-F238E27FC236}">
                  <a16:creationId xmlns:a16="http://schemas.microsoft.com/office/drawing/2014/main" id="{9ADD3DB7-94E0-4838-A5EB-F383EAB92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093"/>
              <a:ext cx="56" cy="17"/>
            </a:xfrm>
            <a:custGeom>
              <a:avLst/>
              <a:gdLst>
                <a:gd name="T0" fmla="*/ 108 w 29"/>
                <a:gd name="T1" fmla="*/ 60 h 8"/>
                <a:gd name="T2" fmla="*/ 164 w 29"/>
                <a:gd name="T3" fmla="*/ 68 h 8"/>
                <a:gd name="T4" fmla="*/ 209 w 29"/>
                <a:gd name="T5" fmla="*/ 77 h 8"/>
                <a:gd name="T6" fmla="*/ 108 w 29"/>
                <a:gd name="T7" fmla="*/ 40 h 8"/>
                <a:gd name="T8" fmla="*/ 0 w 29"/>
                <a:gd name="T9" fmla="*/ 9 h 8"/>
                <a:gd name="T10" fmla="*/ 44 w 29"/>
                <a:gd name="T11" fmla="*/ 28 h 8"/>
                <a:gd name="T12" fmla="*/ 108 w 29"/>
                <a:gd name="T13" fmla="*/ 6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">
                  <a:moveTo>
                    <a:pt x="15" y="6"/>
                  </a:moveTo>
                  <a:cubicBezTo>
                    <a:pt x="18" y="7"/>
                    <a:pt x="20" y="7"/>
                    <a:pt x="23" y="7"/>
                  </a:cubicBezTo>
                  <a:cubicBezTo>
                    <a:pt x="25" y="7"/>
                    <a:pt x="27" y="8"/>
                    <a:pt x="29" y="8"/>
                  </a:cubicBezTo>
                  <a:cubicBezTo>
                    <a:pt x="26" y="5"/>
                    <a:pt x="24" y="7"/>
                    <a:pt x="15" y="4"/>
                  </a:cubicBezTo>
                  <a:cubicBezTo>
                    <a:pt x="6" y="2"/>
                    <a:pt x="3" y="0"/>
                    <a:pt x="0" y="1"/>
                  </a:cubicBezTo>
                  <a:cubicBezTo>
                    <a:pt x="2" y="1"/>
                    <a:pt x="5" y="2"/>
                    <a:pt x="6" y="3"/>
                  </a:cubicBezTo>
                  <a:cubicBezTo>
                    <a:pt x="9" y="5"/>
                    <a:pt x="12" y="6"/>
                    <a:pt x="15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83" name="Freeform 1149">
              <a:extLst>
                <a:ext uri="{FF2B5EF4-FFF2-40B4-BE49-F238E27FC236}">
                  <a16:creationId xmlns:a16="http://schemas.microsoft.com/office/drawing/2014/main" id="{FB6B0B9F-E39D-4A03-9D83-82F4AEDCA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073"/>
              <a:ext cx="48" cy="70"/>
            </a:xfrm>
            <a:custGeom>
              <a:avLst/>
              <a:gdLst>
                <a:gd name="T0" fmla="*/ 177 w 25"/>
                <a:gd name="T1" fmla="*/ 16 h 34"/>
                <a:gd name="T2" fmla="*/ 29 w 25"/>
                <a:gd name="T3" fmla="*/ 97 h 34"/>
                <a:gd name="T4" fmla="*/ 29 w 25"/>
                <a:gd name="T5" fmla="*/ 296 h 34"/>
                <a:gd name="T6" fmla="*/ 48 w 25"/>
                <a:gd name="T7" fmla="*/ 89 h 34"/>
                <a:gd name="T8" fmla="*/ 177 w 25"/>
                <a:gd name="T9" fmla="*/ 1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25" y="2"/>
                  </a:moveTo>
                  <a:cubicBezTo>
                    <a:pt x="20" y="0"/>
                    <a:pt x="9" y="2"/>
                    <a:pt x="4" y="11"/>
                  </a:cubicBezTo>
                  <a:cubicBezTo>
                    <a:pt x="0" y="19"/>
                    <a:pt x="2" y="30"/>
                    <a:pt x="4" y="34"/>
                  </a:cubicBezTo>
                  <a:cubicBezTo>
                    <a:pt x="4" y="32"/>
                    <a:pt x="1" y="18"/>
                    <a:pt x="7" y="10"/>
                  </a:cubicBezTo>
                  <a:cubicBezTo>
                    <a:pt x="13" y="1"/>
                    <a:pt x="22" y="2"/>
                    <a:pt x="25" y="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84" name="Freeform 1150">
              <a:extLst>
                <a:ext uri="{FF2B5EF4-FFF2-40B4-BE49-F238E27FC236}">
                  <a16:creationId xmlns:a16="http://schemas.microsoft.com/office/drawing/2014/main" id="{82EB34AC-54B0-459A-8680-0EF22323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081"/>
              <a:ext cx="48" cy="25"/>
            </a:xfrm>
            <a:custGeom>
              <a:avLst/>
              <a:gdLst>
                <a:gd name="T0" fmla="*/ 0 w 25"/>
                <a:gd name="T1" fmla="*/ 17 h 12"/>
                <a:gd name="T2" fmla="*/ 177 w 25"/>
                <a:gd name="T3" fmla="*/ 108 h 12"/>
                <a:gd name="T4" fmla="*/ 92 w 25"/>
                <a:gd name="T5" fmla="*/ 35 h 12"/>
                <a:gd name="T6" fmla="*/ 0 w 25"/>
                <a:gd name="T7" fmla="*/ 1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2">
                  <a:moveTo>
                    <a:pt x="0" y="2"/>
                  </a:moveTo>
                  <a:cubicBezTo>
                    <a:pt x="6" y="2"/>
                    <a:pt x="17" y="0"/>
                    <a:pt x="25" y="12"/>
                  </a:cubicBezTo>
                  <a:cubicBezTo>
                    <a:pt x="23" y="9"/>
                    <a:pt x="19" y="6"/>
                    <a:pt x="13" y="4"/>
                  </a:cubicBezTo>
                  <a:cubicBezTo>
                    <a:pt x="9" y="2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85" name="Freeform 1151">
              <a:extLst>
                <a:ext uri="{FF2B5EF4-FFF2-40B4-BE49-F238E27FC236}">
                  <a16:creationId xmlns:a16="http://schemas.microsoft.com/office/drawing/2014/main" id="{FDEDC108-617F-4BC0-9737-F6AC8BF2D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124"/>
              <a:ext cx="71" cy="19"/>
            </a:xfrm>
            <a:custGeom>
              <a:avLst/>
              <a:gdLst>
                <a:gd name="T0" fmla="*/ 0 w 37"/>
                <a:gd name="T1" fmla="*/ 0 h 9"/>
                <a:gd name="T2" fmla="*/ 121 w 37"/>
                <a:gd name="T3" fmla="*/ 57 h 9"/>
                <a:gd name="T4" fmla="*/ 261 w 37"/>
                <a:gd name="T5" fmla="*/ 8 h 9"/>
                <a:gd name="T6" fmla="*/ 121 w 37"/>
                <a:gd name="T7" fmla="*/ 76 h 9"/>
                <a:gd name="T8" fmla="*/ 0 w 3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">
                  <a:moveTo>
                    <a:pt x="0" y="0"/>
                  </a:moveTo>
                  <a:cubicBezTo>
                    <a:pt x="3" y="4"/>
                    <a:pt x="9" y="7"/>
                    <a:pt x="17" y="6"/>
                  </a:cubicBezTo>
                  <a:cubicBezTo>
                    <a:pt x="27" y="6"/>
                    <a:pt x="33" y="5"/>
                    <a:pt x="37" y="1"/>
                  </a:cubicBezTo>
                  <a:cubicBezTo>
                    <a:pt x="35" y="4"/>
                    <a:pt x="30" y="9"/>
                    <a:pt x="17" y="8"/>
                  </a:cubicBezTo>
                  <a:cubicBezTo>
                    <a:pt x="6" y="7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86" name="Freeform 1152">
              <a:extLst>
                <a:ext uri="{FF2B5EF4-FFF2-40B4-BE49-F238E27FC236}">
                  <a16:creationId xmlns:a16="http://schemas.microsoft.com/office/drawing/2014/main" id="{0CBA6B59-8D51-4AC5-8AB3-C4796237A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128"/>
              <a:ext cx="94" cy="50"/>
            </a:xfrm>
            <a:custGeom>
              <a:avLst/>
              <a:gdLst>
                <a:gd name="T0" fmla="*/ 0 w 49"/>
                <a:gd name="T1" fmla="*/ 165 h 24"/>
                <a:gd name="T2" fmla="*/ 276 w 49"/>
                <a:gd name="T3" fmla="*/ 144 h 24"/>
                <a:gd name="T4" fmla="*/ 345 w 49"/>
                <a:gd name="T5" fmla="*/ 0 h 24"/>
                <a:gd name="T6" fmla="*/ 224 w 49"/>
                <a:gd name="T7" fmla="*/ 152 h 24"/>
                <a:gd name="T8" fmla="*/ 0 w 49"/>
                <a:gd name="T9" fmla="*/ 16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4">
                  <a:moveTo>
                    <a:pt x="0" y="18"/>
                  </a:moveTo>
                  <a:cubicBezTo>
                    <a:pt x="6" y="21"/>
                    <a:pt x="29" y="24"/>
                    <a:pt x="39" y="16"/>
                  </a:cubicBezTo>
                  <a:cubicBezTo>
                    <a:pt x="42" y="14"/>
                    <a:pt x="46" y="9"/>
                    <a:pt x="49" y="0"/>
                  </a:cubicBezTo>
                  <a:cubicBezTo>
                    <a:pt x="48" y="2"/>
                    <a:pt x="45" y="12"/>
                    <a:pt x="32" y="17"/>
                  </a:cubicBezTo>
                  <a:cubicBezTo>
                    <a:pt x="19" y="21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87" name="Freeform 1153">
              <a:extLst>
                <a:ext uri="{FF2B5EF4-FFF2-40B4-BE49-F238E27FC236}">
                  <a16:creationId xmlns:a16="http://schemas.microsoft.com/office/drawing/2014/main" id="{5D8ABDD4-80F8-4387-A507-CB9FDE403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068"/>
              <a:ext cx="129" cy="108"/>
            </a:xfrm>
            <a:custGeom>
              <a:avLst/>
              <a:gdLst>
                <a:gd name="T0" fmla="*/ 100 w 67"/>
                <a:gd name="T1" fmla="*/ 17 h 52"/>
                <a:gd name="T2" fmla="*/ 0 w 67"/>
                <a:gd name="T3" fmla="*/ 224 h 52"/>
                <a:gd name="T4" fmla="*/ 229 w 67"/>
                <a:gd name="T5" fmla="*/ 465 h 52"/>
                <a:gd name="T6" fmla="*/ 464 w 67"/>
                <a:gd name="T7" fmla="*/ 276 h 52"/>
                <a:gd name="T8" fmla="*/ 416 w 67"/>
                <a:gd name="T9" fmla="*/ 91 h 52"/>
                <a:gd name="T10" fmla="*/ 256 w 67"/>
                <a:gd name="T11" fmla="*/ 52 h 52"/>
                <a:gd name="T12" fmla="*/ 100 w 67"/>
                <a:gd name="T13" fmla="*/ 1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52">
                  <a:moveTo>
                    <a:pt x="14" y="2"/>
                  </a:moveTo>
                  <a:cubicBezTo>
                    <a:pt x="6" y="5"/>
                    <a:pt x="0" y="12"/>
                    <a:pt x="0" y="25"/>
                  </a:cubicBezTo>
                  <a:cubicBezTo>
                    <a:pt x="0" y="43"/>
                    <a:pt x="13" y="52"/>
                    <a:pt x="32" y="52"/>
                  </a:cubicBezTo>
                  <a:cubicBezTo>
                    <a:pt x="51" y="52"/>
                    <a:pt x="61" y="48"/>
                    <a:pt x="65" y="31"/>
                  </a:cubicBezTo>
                  <a:cubicBezTo>
                    <a:pt x="67" y="23"/>
                    <a:pt x="65" y="15"/>
                    <a:pt x="58" y="10"/>
                  </a:cubicBezTo>
                  <a:cubicBezTo>
                    <a:pt x="51" y="5"/>
                    <a:pt x="46" y="7"/>
                    <a:pt x="36" y="6"/>
                  </a:cubicBezTo>
                  <a:cubicBezTo>
                    <a:pt x="31" y="6"/>
                    <a:pt x="22" y="0"/>
                    <a:pt x="14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88" name="Freeform 1154">
              <a:extLst>
                <a:ext uri="{FF2B5EF4-FFF2-40B4-BE49-F238E27FC236}">
                  <a16:creationId xmlns:a16="http://schemas.microsoft.com/office/drawing/2014/main" id="{00129574-F3AF-4EEF-AC42-12A78A180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097"/>
              <a:ext cx="79" cy="42"/>
            </a:xfrm>
            <a:custGeom>
              <a:avLst/>
              <a:gdLst>
                <a:gd name="T0" fmla="*/ 279 w 41"/>
                <a:gd name="T1" fmla="*/ 67 h 20"/>
                <a:gd name="T2" fmla="*/ 285 w 41"/>
                <a:gd name="T3" fmla="*/ 101 h 20"/>
                <a:gd name="T4" fmla="*/ 123 w 41"/>
                <a:gd name="T5" fmla="*/ 168 h 20"/>
                <a:gd name="T6" fmla="*/ 8 w 41"/>
                <a:gd name="T7" fmla="*/ 76 h 20"/>
                <a:gd name="T8" fmla="*/ 44 w 41"/>
                <a:gd name="T9" fmla="*/ 0 h 20"/>
                <a:gd name="T10" fmla="*/ 44 w 41"/>
                <a:gd name="T11" fmla="*/ 0 h 20"/>
                <a:gd name="T12" fmla="*/ 8 w 41"/>
                <a:gd name="T13" fmla="*/ 84 h 20"/>
                <a:gd name="T14" fmla="*/ 123 w 41"/>
                <a:gd name="T15" fmla="*/ 176 h 20"/>
                <a:gd name="T16" fmla="*/ 293 w 41"/>
                <a:gd name="T17" fmla="*/ 101 h 20"/>
                <a:gd name="T18" fmla="*/ 279 w 41"/>
                <a:gd name="T19" fmla="*/ 67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0">
                  <a:moveTo>
                    <a:pt x="39" y="7"/>
                  </a:moveTo>
                  <a:cubicBezTo>
                    <a:pt x="40" y="8"/>
                    <a:pt x="40" y="9"/>
                    <a:pt x="40" y="11"/>
                  </a:cubicBezTo>
                  <a:cubicBezTo>
                    <a:pt x="39" y="14"/>
                    <a:pt x="32" y="19"/>
                    <a:pt x="17" y="18"/>
                  </a:cubicBezTo>
                  <a:cubicBezTo>
                    <a:pt x="6" y="18"/>
                    <a:pt x="2" y="13"/>
                    <a:pt x="1" y="8"/>
                  </a:cubicBezTo>
                  <a:cubicBezTo>
                    <a:pt x="1" y="5"/>
                    <a:pt x="3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2"/>
                    <a:pt x="0" y="5"/>
                    <a:pt x="1" y="9"/>
                  </a:cubicBezTo>
                  <a:cubicBezTo>
                    <a:pt x="1" y="13"/>
                    <a:pt x="6" y="18"/>
                    <a:pt x="17" y="19"/>
                  </a:cubicBezTo>
                  <a:cubicBezTo>
                    <a:pt x="32" y="20"/>
                    <a:pt x="39" y="15"/>
                    <a:pt x="41" y="11"/>
                  </a:cubicBezTo>
                  <a:cubicBezTo>
                    <a:pt x="41" y="10"/>
                    <a:pt x="40" y="9"/>
                    <a:pt x="39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89" name="Freeform 1155">
              <a:extLst>
                <a:ext uri="{FF2B5EF4-FFF2-40B4-BE49-F238E27FC236}">
                  <a16:creationId xmlns:a16="http://schemas.microsoft.com/office/drawing/2014/main" id="{54892D1E-6A74-4967-A9D7-A4414304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427"/>
              <a:ext cx="158" cy="99"/>
            </a:xfrm>
            <a:custGeom>
              <a:avLst/>
              <a:gdLst>
                <a:gd name="T0" fmla="*/ 145 w 82"/>
                <a:gd name="T1" fmla="*/ 17 h 48"/>
                <a:gd name="T2" fmla="*/ 8 w 82"/>
                <a:gd name="T3" fmla="*/ 175 h 48"/>
                <a:gd name="T4" fmla="*/ 264 w 82"/>
                <a:gd name="T5" fmla="*/ 413 h 48"/>
                <a:gd name="T6" fmla="*/ 565 w 82"/>
                <a:gd name="T7" fmla="*/ 281 h 48"/>
                <a:gd name="T8" fmla="*/ 516 w 82"/>
                <a:gd name="T9" fmla="*/ 116 h 48"/>
                <a:gd name="T10" fmla="*/ 329 w 82"/>
                <a:gd name="T11" fmla="*/ 60 h 48"/>
                <a:gd name="T12" fmla="*/ 145 w 82"/>
                <a:gd name="T13" fmla="*/ 17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8">
                  <a:moveTo>
                    <a:pt x="20" y="2"/>
                  </a:moveTo>
                  <a:cubicBezTo>
                    <a:pt x="9" y="3"/>
                    <a:pt x="2" y="9"/>
                    <a:pt x="1" y="20"/>
                  </a:cubicBezTo>
                  <a:cubicBezTo>
                    <a:pt x="0" y="35"/>
                    <a:pt x="15" y="45"/>
                    <a:pt x="37" y="47"/>
                  </a:cubicBezTo>
                  <a:cubicBezTo>
                    <a:pt x="60" y="48"/>
                    <a:pt x="72" y="46"/>
                    <a:pt x="79" y="32"/>
                  </a:cubicBezTo>
                  <a:cubicBezTo>
                    <a:pt x="82" y="25"/>
                    <a:pt x="79" y="18"/>
                    <a:pt x="72" y="13"/>
                  </a:cubicBezTo>
                  <a:cubicBezTo>
                    <a:pt x="63" y="8"/>
                    <a:pt x="57" y="9"/>
                    <a:pt x="46" y="7"/>
                  </a:cubicBezTo>
                  <a:cubicBezTo>
                    <a:pt x="40" y="6"/>
                    <a:pt x="30" y="0"/>
                    <a:pt x="20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90" name="Freeform 1156">
              <a:extLst>
                <a:ext uri="{FF2B5EF4-FFF2-40B4-BE49-F238E27FC236}">
                  <a16:creationId xmlns:a16="http://schemas.microsoft.com/office/drawing/2014/main" id="{79F93C32-9765-4F23-94BD-0F30A3372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448"/>
              <a:ext cx="106" cy="45"/>
            </a:xfrm>
            <a:custGeom>
              <a:avLst/>
              <a:gdLst>
                <a:gd name="T0" fmla="*/ 364 w 55"/>
                <a:gd name="T1" fmla="*/ 104 h 22"/>
                <a:gd name="T2" fmla="*/ 164 w 55"/>
                <a:gd name="T3" fmla="*/ 164 h 22"/>
                <a:gd name="T4" fmla="*/ 77 w 55"/>
                <a:gd name="T5" fmla="*/ 16 h 22"/>
                <a:gd name="T6" fmla="*/ 229 w 55"/>
                <a:gd name="T7" fmla="*/ 51 h 22"/>
                <a:gd name="T8" fmla="*/ 364 w 55"/>
                <a:gd name="T9" fmla="*/ 10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2">
                  <a:moveTo>
                    <a:pt x="51" y="12"/>
                  </a:moveTo>
                  <a:cubicBezTo>
                    <a:pt x="55" y="16"/>
                    <a:pt x="46" y="22"/>
                    <a:pt x="23" y="19"/>
                  </a:cubicBezTo>
                  <a:cubicBezTo>
                    <a:pt x="1" y="16"/>
                    <a:pt x="0" y="5"/>
                    <a:pt x="11" y="2"/>
                  </a:cubicBezTo>
                  <a:cubicBezTo>
                    <a:pt x="18" y="0"/>
                    <a:pt x="20" y="3"/>
                    <a:pt x="32" y="6"/>
                  </a:cubicBezTo>
                  <a:cubicBezTo>
                    <a:pt x="44" y="9"/>
                    <a:pt x="46" y="7"/>
                    <a:pt x="51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91" name="Freeform 1157">
              <a:extLst>
                <a:ext uri="{FF2B5EF4-FFF2-40B4-BE49-F238E27FC236}">
                  <a16:creationId xmlns:a16="http://schemas.microsoft.com/office/drawing/2014/main" id="{25EBF720-458A-45A3-B41D-9BD8C9267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454"/>
              <a:ext cx="95" cy="37"/>
            </a:xfrm>
            <a:custGeom>
              <a:avLst/>
              <a:gdLst>
                <a:gd name="T0" fmla="*/ 161 w 49"/>
                <a:gd name="T1" fmla="*/ 140 h 18"/>
                <a:gd name="T2" fmla="*/ 357 w 49"/>
                <a:gd name="T3" fmla="*/ 123 h 18"/>
                <a:gd name="T4" fmla="*/ 176 w 49"/>
                <a:gd name="T5" fmla="*/ 113 h 18"/>
                <a:gd name="T6" fmla="*/ 60 w 49"/>
                <a:gd name="T7" fmla="*/ 0 h 18"/>
                <a:gd name="T8" fmla="*/ 161 w 49"/>
                <a:gd name="T9" fmla="*/ 14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22" y="16"/>
                  </a:moveTo>
                  <a:cubicBezTo>
                    <a:pt x="36" y="18"/>
                    <a:pt x="45" y="16"/>
                    <a:pt x="49" y="14"/>
                  </a:cubicBezTo>
                  <a:cubicBezTo>
                    <a:pt x="41" y="16"/>
                    <a:pt x="32" y="15"/>
                    <a:pt x="24" y="13"/>
                  </a:cubicBezTo>
                  <a:cubicBezTo>
                    <a:pt x="18" y="12"/>
                    <a:pt x="0" y="9"/>
                    <a:pt x="8" y="0"/>
                  </a:cubicBezTo>
                  <a:cubicBezTo>
                    <a:pt x="0" y="4"/>
                    <a:pt x="2" y="14"/>
                    <a:pt x="22" y="1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92" name="Freeform 1158">
              <a:extLst>
                <a:ext uri="{FF2B5EF4-FFF2-40B4-BE49-F238E27FC236}">
                  <a16:creationId xmlns:a16="http://schemas.microsoft.com/office/drawing/2014/main" id="{EB9D1AEC-67C8-48DB-8243-13C20ABC5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450"/>
              <a:ext cx="70" cy="21"/>
            </a:xfrm>
            <a:custGeom>
              <a:avLst/>
              <a:gdLst>
                <a:gd name="T0" fmla="*/ 132 w 36"/>
                <a:gd name="T1" fmla="*/ 67 h 10"/>
                <a:gd name="T2" fmla="*/ 204 w 36"/>
                <a:gd name="T3" fmla="*/ 76 h 10"/>
                <a:gd name="T4" fmla="*/ 264 w 36"/>
                <a:gd name="T5" fmla="*/ 92 h 10"/>
                <a:gd name="T6" fmla="*/ 132 w 36"/>
                <a:gd name="T7" fmla="*/ 48 h 10"/>
                <a:gd name="T8" fmla="*/ 0 w 36"/>
                <a:gd name="T9" fmla="*/ 0 h 10"/>
                <a:gd name="T10" fmla="*/ 60 w 36"/>
                <a:gd name="T11" fmla="*/ 27 h 10"/>
                <a:gd name="T12" fmla="*/ 132 w 36"/>
                <a:gd name="T13" fmla="*/ 6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0">
                  <a:moveTo>
                    <a:pt x="18" y="7"/>
                  </a:moveTo>
                  <a:cubicBezTo>
                    <a:pt x="22" y="7"/>
                    <a:pt x="24" y="8"/>
                    <a:pt x="28" y="8"/>
                  </a:cubicBezTo>
                  <a:cubicBezTo>
                    <a:pt x="30" y="8"/>
                    <a:pt x="33" y="9"/>
                    <a:pt x="36" y="10"/>
                  </a:cubicBezTo>
                  <a:cubicBezTo>
                    <a:pt x="32" y="7"/>
                    <a:pt x="29" y="8"/>
                    <a:pt x="18" y="5"/>
                  </a:cubicBezTo>
                  <a:cubicBezTo>
                    <a:pt x="8" y="2"/>
                    <a:pt x="5" y="0"/>
                    <a:pt x="0" y="0"/>
                  </a:cubicBezTo>
                  <a:cubicBezTo>
                    <a:pt x="3" y="1"/>
                    <a:pt x="7" y="2"/>
                    <a:pt x="8" y="3"/>
                  </a:cubicBezTo>
                  <a:cubicBezTo>
                    <a:pt x="11" y="5"/>
                    <a:pt x="15" y="6"/>
                    <a:pt x="18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93" name="Freeform 1159">
              <a:extLst>
                <a:ext uri="{FF2B5EF4-FFF2-40B4-BE49-F238E27FC236}">
                  <a16:creationId xmlns:a16="http://schemas.microsoft.com/office/drawing/2014/main" id="{D51CFF1B-F590-4E46-919B-AE13964CE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431"/>
              <a:ext cx="62" cy="58"/>
            </a:xfrm>
            <a:custGeom>
              <a:avLst/>
              <a:gdLst>
                <a:gd name="T0" fmla="*/ 233 w 32"/>
                <a:gd name="T1" fmla="*/ 25 h 28"/>
                <a:gd name="T2" fmla="*/ 45 w 32"/>
                <a:gd name="T3" fmla="*/ 64 h 28"/>
                <a:gd name="T4" fmla="*/ 31 w 32"/>
                <a:gd name="T5" fmla="*/ 249 h 28"/>
                <a:gd name="T6" fmla="*/ 64 w 32"/>
                <a:gd name="T7" fmla="*/ 64 h 28"/>
                <a:gd name="T8" fmla="*/ 233 w 32"/>
                <a:gd name="T9" fmla="*/ 2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32" y="3"/>
                  </a:moveTo>
                  <a:cubicBezTo>
                    <a:pt x="26" y="0"/>
                    <a:pt x="12" y="0"/>
                    <a:pt x="6" y="7"/>
                  </a:cubicBezTo>
                  <a:cubicBezTo>
                    <a:pt x="0" y="14"/>
                    <a:pt x="1" y="24"/>
                    <a:pt x="4" y="28"/>
                  </a:cubicBezTo>
                  <a:cubicBezTo>
                    <a:pt x="3" y="26"/>
                    <a:pt x="1" y="13"/>
                    <a:pt x="9" y="7"/>
                  </a:cubicBezTo>
                  <a:cubicBezTo>
                    <a:pt x="17" y="0"/>
                    <a:pt x="28" y="1"/>
                    <a:pt x="32" y="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94" name="Freeform 1160">
              <a:extLst>
                <a:ext uri="{FF2B5EF4-FFF2-40B4-BE49-F238E27FC236}">
                  <a16:creationId xmlns:a16="http://schemas.microsoft.com/office/drawing/2014/main" id="{9DD89C55-9B09-4072-87DE-C27EB0D0F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446"/>
              <a:ext cx="56" cy="23"/>
            </a:xfrm>
            <a:custGeom>
              <a:avLst/>
              <a:gdLst>
                <a:gd name="T0" fmla="*/ 0 w 29"/>
                <a:gd name="T1" fmla="*/ 0 h 11"/>
                <a:gd name="T2" fmla="*/ 209 w 29"/>
                <a:gd name="T3" fmla="*/ 100 h 11"/>
                <a:gd name="T4" fmla="*/ 116 w 29"/>
                <a:gd name="T5" fmla="*/ 27 h 11"/>
                <a:gd name="T6" fmla="*/ 0 w 2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1">
                  <a:moveTo>
                    <a:pt x="0" y="0"/>
                  </a:moveTo>
                  <a:cubicBezTo>
                    <a:pt x="7" y="1"/>
                    <a:pt x="21" y="0"/>
                    <a:pt x="29" y="11"/>
                  </a:cubicBezTo>
                  <a:cubicBezTo>
                    <a:pt x="27" y="9"/>
                    <a:pt x="22" y="5"/>
                    <a:pt x="16" y="3"/>
                  </a:cubicBezTo>
                  <a:cubicBezTo>
                    <a:pt x="10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95" name="Freeform 1161">
              <a:extLst>
                <a:ext uri="{FF2B5EF4-FFF2-40B4-BE49-F238E27FC236}">
                  <a16:creationId xmlns:a16="http://schemas.microsoft.com/office/drawing/2014/main" id="{58092160-82C2-4EA4-B534-DE0C07EE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475"/>
              <a:ext cx="87" cy="22"/>
            </a:xfrm>
            <a:custGeom>
              <a:avLst/>
              <a:gdLst>
                <a:gd name="T0" fmla="*/ 0 w 45"/>
                <a:gd name="T1" fmla="*/ 0 h 11"/>
                <a:gd name="T2" fmla="*/ 145 w 45"/>
                <a:gd name="T3" fmla="*/ 56 h 11"/>
                <a:gd name="T4" fmla="*/ 325 w 45"/>
                <a:gd name="T5" fmla="*/ 40 h 11"/>
                <a:gd name="T6" fmla="*/ 145 w 45"/>
                <a:gd name="T7" fmla="*/ 64 h 11"/>
                <a:gd name="T8" fmla="*/ 0 w 4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1">
                  <a:moveTo>
                    <a:pt x="0" y="0"/>
                  </a:moveTo>
                  <a:cubicBezTo>
                    <a:pt x="4" y="3"/>
                    <a:pt x="10" y="7"/>
                    <a:pt x="20" y="7"/>
                  </a:cubicBezTo>
                  <a:cubicBezTo>
                    <a:pt x="32" y="8"/>
                    <a:pt x="40" y="8"/>
                    <a:pt x="45" y="5"/>
                  </a:cubicBezTo>
                  <a:cubicBezTo>
                    <a:pt x="42" y="7"/>
                    <a:pt x="35" y="11"/>
                    <a:pt x="20" y="8"/>
                  </a:cubicBezTo>
                  <a:cubicBezTo>
                    <a:pt x="6" y="7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96" name="Freeform 1162">
              <a:extLst>
                <a:ext uri="{FF2B5EF4-FFF2-40B4-BE49-F238E27FC236}">
                  <a16:creationId xmlns:a16="http://schemas.microsoft.com/office/drawing/2014/main" id="{0E13E8FD-5A6E-4AD8-98EA-17B95B57B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489"/>
              <a:ext cx="116" cy="39"/>
            </a:xfrm>
            <a:custGeom>
              <a:avLst/>
              <a:gdLst>
                <a:gd name="T0" fmla="*/ 0 w 60"/>
                <a:gd name="T1" fmla="*/ 96 h 19"/>
                <a:gd name="T2" fmla="*/ 348 w 60"/>
                <a:gd name="T3" fmla="*/ 113 h 19"/>
                <a:gd name="T4" fmla="*/ 433 w 60"/>
                <a:gd name="T5" fmla="*/ 0 h 19"/>
                <a:gd name="T6" fmla="*/ 280 w 60"/>
                <a:gd name="T7" fmla="*/ 113 h 19"/>
                <a:gd name="T8" fmla="*/ 0 w 60"/>
                <a:gd name="T9" fmla="*/ 9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9">
                  <a:moveTo>
                    <a:pt x="0" y="11"/>
                  </a:moveTo>
                  <a:cubicBezTo>
                    <a:pt x="7" y="14"/>
                    <a:pt x="34" y="19"/>
                    <a:pt x="48" y="13"/>
                  </a:cubicBezTo>
                  <a:cubicBezTo>
                    <a:pt x="51" y="12"/>
                    <a:pt x="57" y="8"/>
                    <a:pt x="60" y="0"/>
                  </a:cubicBezTo>
                  <a:cubicBezTo>
                    <a:pt x="59" y="2"/>
                    <a:pt x="55" y="10"/>
                    <a:pt x="39" y="13"/>
                  </a:cubicBezTo>
                  <a:cubicBezTo>
                    <a:pt x="23" y="16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97" name="Freeform 1163">
              <a:extLst>
                <a:ext uri="{FF2B5EF4-FFF2-40B4-BE49-F238E27FC236}">
                  <a16:creationId xmlns:a16="http://schemas.microsoft.com/office/drawing/2014/main" id="{E4E7D3FD-A01F-4271-B183-542588DA1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427"/>
              <a:ext cx="158" cy="99"/>
            </a:xfrm>
            <a:custGeom>
              <a:avLst/>
              <a:gdLst>
                <a:gd name="T0" fmla="*/ 145 w 82"/>
                <a:gd name="T1" fmla="*/ 17 h 48"/>
                <a:gd name="T2" fmla="*/ 8 w 82"/>
                <a:gd name="T3" fmla="*/ 175 h 48"/>
                <a:gd name="T4" fmla="*/ 264 w 82"/>
                <a:gd name="T5" fmla="*/ 413 h 48"/>
                <a:gd name="T6" fmla="*/ 565 w 82"/>
                <a:gd name="T7" fmla="*/ 281 h 48"/>
                <a:gd name="T8" fmla="*/ 516 w 82"/>
                <a:gd name="T9" fmla="*/ 116 h 48"/>
                <a:gd name="T10" fmla="*/ 329 w 82"/>
                <a:gd name="T11" fmla="*/ 60 h 48"/>
                <a:gd name="T12" fmla="*/ 145 w 82"/>
                <a:gd name="T13" fmla="*/ 17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8">
                  <a:moveTo>
                    <a:pt x="20" y="2"/>
                  </a:moveTo>
                  <a:cubicBezTo>
                    <a:pt x="9" y="3"/>
                    <a:pt x="2" y="9"/>
                    <a:pt x="1" y="20"/>
                  </a:cubicBezTo>
                  <a:cubicBezTo>
                    <a:pt x="0" y="35"/>
                    <a:pt x="15" y="45"/>
                    <a:pt x="37" y="47"/>
                  </a:cubicBezTo>
                  <a:cubicBezTo>
                    <a:pt x="60" y="48"/>
                    <a:pt x="72" y="46"/>
                    <a:pt x="79" y="32"/>
                  </a:cubicBezTo>
                  <a:cubicBezTo>
                    <a:pt x="82" y="25"/>
                    <a:pt x="79" y="18"/>
                    <a:pt x="72" y="13"/>
                  </a:cubicBezTo>
                  <a:cubicBezTo>
                    <a:pt x="63" y="8"/>
                    <a:pt x="57" y="9"/>
                    <a:pt x="46" y="7"/>
                  </a:cubicBezTo>
                  <a:cubicBezTo>
                    <a:pt x="40" y="6"/>
                    <a:pt x="30" y="0"/>
                    <a:pt x="20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98" name="Freeform 1164">
              <a:extLst>
                <a:ext uri="{FF2B5EF4-FFF2-40B4-BE49-F238E27FC236}">
                  <a16:creationId xmlns:a16="http://schemas.microsoft.com/office/drawing/2014/main" id="{5DB2344C-C141-42EC-BC76-E44306EC9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452"/>
              <a:ext cx="93" cy="41"/>
            </a:xfrm>
            <a:custGeom>
              <a:avLst/>
              <a:gdLst>
                <a:gd name="T0" fmla="*/ 341 w 48"/>
                <a:gd name="T1" fmla="*/ 88 h 20"/>
                <a:gd name="T2" fmla="*/ 341 w 48"/>
                <a:gd name="T3" fmla="*/ 113 h 20"/>
                <a:gd name="T4" fmla="*/ 140 w 48"/>
                <a:gd name="T5" fmla="*/ 148 h 20"/>
                <a:gd name="T6" fmla="*/ 8 w 48"/>
                <a:gd name="T7" fmla="*/ 59 h 20"/>
                <a:gd name="T8" fmla="*/ 52 w 48"/>
                <a:gd name="T9" fmla="*/ 0 h 20"/>
                <a:gd name="T10" fmla="*/ 52 w 48"/>
                <a:gd name="T11" fmla="*/ 0 h 20"/>
                <a:gd name="T12" fmla="*/ 0 w 48"/>
                <a:gd name="T13" fmla="*/ 59 h 20"/>
                <a:gd name="T14" fmla="*/ 140 w 48"/>
                <a:gd name="T15" fmla="*/ 156 h 20"/>
                <a:gd name="T16" fmla="*/ 349 w 48"/>
                <a:gd name="T17" fmla="*/ 113 h 20"/>
                <a:gd name="T18" fmla="*/ 341 w 48"/>
                <a:gd name="T19" fmla="*/ 8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0">
                  <a:moveTo>
                    <a:pt x="47" y="10"/>
                  </a:moveTo>
                  <a:cubicBezTo>
                    <a:pt x="47" y="11"/>
                    <a:pt x="48" y="12"/>
                    <a:pt x="47" y="13"/>
                  </a:cubicBezTo>
                  <a:cubicBezTo>
                    <a:pt x="46" y="16"/>
                    <a:pt x="37" y="19"/>
                    <a:pt x="19" y="17"/>
                  </a:cubicBezTo>
                  <a:cubicBezTo>
                    <a:pt x="6" y="15"/>
                    <a:pt x="1" y="10"/>
                    <a:pt x="1" y="7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ubicBezTo>
                    <a:pt x="0" y="11"/>
                    <a:pt x="5" y="16"/>
                    <a:pt x="19" y="18"/>
                  </a:cubicBezTo>
                  <a:cubicBezTo>
                    <a:pt x="36" y="20"/>
                    <a:pt x="46" y="17"/>
                    <a:pt x="48" y="13"/>
                  </a:cubicBezTo>
                  <a:cubicBezTo>
                    <a:pt x="48" y="12"/>
                    <a:pt x="48" y="11"/>
                    <a:pt x="47" y="1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99" name="Freeform 1165">
              <a:extLst>
                <a:ext uri="{FF2B5EF4-FFF2-40B4-BE49-F238E27FC236}">
                  <a16:creationId xmlns:a16="http://schemas.microsoft.com/office/drawing/2014/main" id="{E0EF37DB-B949-485F-B428-4399EDC7B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130"/>
              <a:ext cx="97" cy="106"/>
            </a:xfrm>
            <a:custGeom>
              <a:avLst/>
              <a:gdLst>
                <a:gd name="T0" fmla="*/ 293 w 50"/>
                <a:gd name="T1" fmla="*/ 324 h 51"/>
                <a:gd name="T2" fmla="*/ 256 w 50"/>
                <a:gd name="T3" fmla="*/ 64 h 51"/>
                <a:gd name="T4" fmla="*/ 37 w 50"/>
                <a:gd name="T5" fmla="*/ 143 h 51"/>
                <a:gd name="T6" fmla="*/ 293 w 50"/>
                <a:gd name="T7" fmla="*/ 324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1">
                  <a:moveTo>
                    <a:pt x="40" y="36"/>
                  </a:moveTo>
                  <a:cubicBezTo>
                    <a:pt x="50" y="28"/>
                    <a:pt x="47" y="14"/>
                    <a:pt x="35" y="7"/>
                  </a:cubicBezTo>
                  <a:cubicBezTo>
                    <a:pt x="23" y="0"/>
                    <a:pt x="10" y="3"/>
                    <a:pt x="5" y="16"/>
                  </a:cubicBezTo>
                  <a:cubicBezTo>
                    <a:pt x="0" y="29"/>
                    <a:pt x="24" y="51"/>
                    <a:pt x="40" y="3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00" name="Freeform 1166">
              <a:extLst>
                <a:ext uri="{FF2B5EF4-FFF2-40B4-BE49-F238E27FC236}">
                  <a16:creationId xmlns:a16="http://schemas.microsoft.com/office/drawing/2014/main" id="{EB48683D-8242-4C3B-9F12-BAC362F27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157"/>
              <a:ext cx="72" cy="64"/>
            </a:xfrm>
            <a:custGeom>
              <a:avLst/>
              <a:gdLst>
                <a:gd name="T0" fmla="*/ 220 w 37"/>
                <a:gd name="T1" fmla="*/ 0 h 31"/>
                <a:gd name="T2" fmla="*/ 204 w 37"/>
                <a:gd name="T3" fmla="*/ 184 h 31"/>
                <a:gd name="T4" fmla="*/ 0 w 37"/>
                <a:gd name="T5" fmla="*/ 157 h 31"/>
                <a:gd name="T6" fmla="*/ 212 w 37"/>
                <a:gd name="T7" fmla="*/ 192 h 31"/>
                <a:gd name="T8" fmla="*/ 220 w 37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1">
                  <a:moveTo>
                    <a:pt x="30" y="0"/>
                  </a:moveTo>
                  <a:cubicBezTo>
                    <a:pt x="35" y="7"/>
                    <a:pt x="35" y="15"/>
                    <a:pt x="28" y="21"/>
                  </a:cubicBezTo>
                  <a:cubicBezTo>
                    <a:pt x="19" y="30"/>
                    <a:pt x="7" y="25"/>
                    <a:pt x="0" y="18"/>
                  </a:cubicBezTo>
                  <a:cubicBezTo>
                    <a:pt x="7" y="26"/>
                    <a:pt x="20" y="31"/>
                    <a:pt x="29" y="22"/>
                  </a:cubicBezTo>
                  <a:cubicBezTo>
                    <a:pt x="37" y="16"/>
                    <a:pt x="37" y="7"/>
                    <a:pt x="3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01" name="Freeform 1167">
              <a:extLst>
                <a:ext uri="{FF2B5EF4-FFF2-40B4-BE49-F238E27FC236}">
                  <a16:creationId xmlns:a16="http://schemas.microsoft.com/office/drawing/2014/main" id="{53C59C10-269E-4F7C-9A19-156D235BF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134"/>
              <a:ext cx="56" cy="64"/>
            </a:xfrm>
            <a:custGeom>
              <a:avLst/>
              <a:gdLst>
                <a:gd name="T0" fmla="*/ 44 w 29"/>
                <a:gd name="T1" fmla="*/ 256 h 31"/>
                <a:gd name="T2" fmla="*/ 23 w 29"/>
                <a:gd name="T3" fmla="*/ 132 h 31"/>
                <a:gd name="T4" fmla="*/ 201 w 29"/>
                <a:gd name="T5" fmla="*/ 43 h 31"/>
                <a:gd name="T6" fmla="*/ 201 w 29"/>
                <a:gd name="T7" fmla="*/ 43 h 31"/>
                <a:gd name="T8" fmla="*/ 15 w 29"/>
                <a:gd name="T9" fmla="*/ 124 h 31"/>
                <a:gd name="T10" fmla="*/ 44 w 29"/>
                <a:gd name="T11" fmla="*/ 256 h 31"/>
                <a:gd name="T12" fmla="*/ 44 w 29"/>
                <a:gd name="T13" fmla="*/ 25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6" y="29"/>
                  </a:moveTo>
                  <a:cubicBezTo>
                    <a:pt x="3" y="25"/>
                    <a:pt x="1" y="20"/>
                    <a:pt x="3" y="15"/>
                  </a:cubicBezTo>
                  <a:cubicBezTo>
                    <a:pt x="7" y="4"/>
                    <a:pt x="18" y="1"/>
                    <a:pt x="28" y="5"/>
                  </a:cubicBezTo>
                  <a:cubicBezTo>
                    <a:pt x="29" y="5"/>
                    <a:pt x="29" y="5"/>
                    <a:pt x="28" y="5"/>
                  </a:cubicBezTo>
                  <a:cubicBezTo>
                    <a:pt x="17" y="0"/>
                    <a:pt x="6" y="2"/>
                    <a:pt x="2" y="14"/>
                  </a:cubicBezTo>
                  <a:cubicBezTo>
                    <a:pt x="0" y="19"/>
                    <a:pt x="2" y="25"/>
                    <a:pt x="6" y="29"/>
                  </a:cubicBezTo>
                  <a:cubicBezTo>
                    <a:pt x="8" y="31"/>
                    <a:pt x="7" y="31"/>
                    <a:pt x="6" y="2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02" name="Freeform 1168">
              <a:extLst>
                <a:ext uri="{FF2B5EF4-FFF2-40B4-BE49-F238E27FC236}">
                  <a16:creationId xmlns:a16="http://schemas.microsoft.com/office/drawing/2014/main" id="{6116E2A8-99AD-4DE9-8780-135F67BB2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145"/>
              <a:ext cx="52" cy="58"/>
            </a:xfrm>
            <a:custGeom>
              <a:avLst/>
              <a:gdLst>
                <a:gd name="T0" fmla="*/ 0 w 27"/>
                <a:gd name="T1" fmla="*/ 108 h 28"/>
                <a:gd name="T2" fmla="*/ 144 w 27"/>
                <a:gd name="T3" fmla="*/ 215 h 28"/>
                <a:gd name="T4" fmla="*/ 137 w 27"/>
                <a:gd name="T5" fmla="*/ 44 h 28"/>
                <a:gd name="T6" fmla="*/ 0 w 27"/>
                <a:gd name="T7" fmla="*/ 10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0" y="12"/>
                  </a:moveTo>
                  <a:cubicBezTo>
                    <a:pt x="0" y="22"/>
                    <a:pt x="13" y="28"/>
                    <a:pt x="20" y="24"/>
                  </a:cubicBezTo>
                  <a:cubicBezTo>
                    <a:pt x="27" y="20"/>
                    <a:pt x="27" y="7"/>
                    <a:pt x="19" y="5"/>
                  </a:cubicBezTo>
                  <a:cubicBezTo>
                    <a:pt x="7" y="0"/>
                    <a:pt x="0" y="5"/>
                    <a:pt x="0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03" name="Freeform 1169">
              <a:extLst>
                <a:ext uri="{FF2B5EF4-FFF2-40B4-BE49-F238E27FC236}">
                  <a16:creationId xmlns:a16="http://schemas.microsoft.com/office/drawing/2014/main" id="{06ED4AB5-9170-4F59-ACB3-015810DC2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159"/>
              <a:ext cx="48" cy="41"/>
            </a:xfrm>
            <a:custGeom>
              <a:avLst/>
              <a:gdLst>
                <a:gd name="T0" fmla="*/ 140 w 25"/>
                <a:gd name="T1" fmla="*/ 0 h 20"/>
                <a:gd name="T2" fmla="*/ 121 w 25"/>
                <a:gd name="T3" fmla="*/ 131 h 20"/>
                <a:gd name="T4" fmla="*/ 0 w 25"/>
                <a:gd name="T5" fmla="*/ 96 h 20"/>
                <a:gd name="T6" fmla="*/ 129 w 25"/>
                <a:gd name="T7" fmla="*/ 148 h 20"/>
                <a:gd name="T8" fmla="*/ 140 w 25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0" y="0"/>
                  </a:moveTo>
                  <a:cubicBezTo>
                    <a:pt x="23" y="5"/>
                    <a:pt x="22" y="13"/>
                    <a:pt x="17" y="15"/>
                  </a:cubicBezTo>
                  <a:cubicBezTo>
                    <a:pt x="12" y="18"/>
                    <a:pt x="4" y="16"/>
                    <a:pt x="0" y="11"/>
                  </a:cubicBezTo>
                  <a:cubicBezTo>
                    <a:pt x="4" y="17"/>
                    <a:pt x="13" y="20"/>
                    <a:pt x="18" y="17"/>
                  </a:cubicBezTo>
                  <a:cubicBezTo>
                    <a:pt x="24" y="14"/>
                    <a:pt x="25" y="5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04" name="Freeform 1170">
              <a:extLst>
                <a:ext uri="{FF2B5EF4-FFF2-40B4-BE49-F238E27FC236}">
                  <a16:creationId xmlns:a16="http://schemas.microsoft.com/office/drawing/2014/main" id="{F8DFABE9-2C78-42B4-BF05-151A5671B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149"/>
              <a:ext cx="23" cy="12"/>
            </a:xfrm>
            <a:custGeom>
              <a:avLst/>
              <a:gdLst>
                <a:gd name="T0" fmla="*/ 84 w 12"/>
                <a:gd name="T1" fmla="*/ 8 h 6"/>
                <a:gd name="T2" fmla="*/ 0 w 12"/>
                <a:gd name="T3" fmla="*/ 48 h 6"/>
                <a:gd name="T4" fmla="*/ 84 w 12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1"/>
                  </a:moveTo>
                  <a:cubicBezTo>
                    <a:pt x="7" y="0"/>
                    <a:pt x="2" y="2"/>
                    <a:pt x="0" y="6"/>
                  </a:cubicBezTo>
                  <a:cubicBezTo>
                    <a:pt x="3" y="4"/>
                    <a:pt x="6" y="1"/>
                    <a:pt x="12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05" name="Freeform 1171">
              <a:extLst>
                <a:ext uri="{FF2B5EF4-FFF2-40B4-BE49-F238E27FC236}">
                  <a16:creationId xmlns:a16="http://schemas.microsoft.com/office/drawing/2014/main" id="{69C94BD4-018E-4C85-B40B-1652FD728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174"/>
              <a:ext cx="34" cy="33"/>
            </a:xfrm>
            <a:custGeom>
              <a:avLst/>
              <a:gdLst>
                <a:gd name="T0" fmla="*/ 121 w 18"/>
                <a:gd name="T1" fmla="*/ 0 h 16"/>
                <a:gd name="T2" fmla="*/ 0 w 18"/>
                <a:gd name="T3" fmla="*/ 89 h 16"/>
                <a:gd name="T4" fmla="*/ 121 w 1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cubicBezTo>
                    <a:pt x="17" y="5"/>
                    <a:pt x="14" y="16"/>
                    <a:pt x="0" y="10"/>
                  </a:cubicBezTo>
                  <a:cubicBezTo>
                    <a:pt x="6" y="13"/>
                    <a:pt x="17" y="16"/>
                    <a:pt x="1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06" name="Freeform 1172">
              <a:extLst>
                <a:ext uri="{FF2B5EF4-FFF2-40B4-BE49-F238E27FC236}">
                  <a16:creationId xmlns:a16="http://schemas.microsoft.com/office/drawing/2014/main" id="{0CE0462A-5091-429E-AFF3-48CEA56C8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130"/>
              <a:ext cx="97" cy="106"/>
            </a:xfrm>
            <a:custGeom>
              <a:avLst/>
              <a:gdLst>
                <a:gd name="T0" fmla="*/ 293 w 50"/>
                <a:gd name="T1" fmla="*/ 324 h 51"/>
                <a:gd name="T2" fmla="*/ 256 w 50"/>
                <a:gd name="T3" fmla="*/ 64 h 51"/>
                <a:gd name="T4" fmla="*/ 37 w 50"/>
                <a:gd name="T5" fmla="*/ 143 h 51"/>
                <a:gd name="T6" fmla="*/ 293 w 50"/>
                <a:gd name="T7" fmla="*/ 324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1">
                  <a:moveTo>
                    <a:pt x="40" y="36"/>
                  </a:moveTo>
                  <a:cubicBezTo>
                    <a:pt x="50" y="28"/>
                    <a:pt x="47" y="14"/>
                    <a:pt x="35" y="7"/>
                  </a:cubicBezTo>
                  <a:cubicBezTo>
                    <a:pt x="23" y="0"/>
                    <a:pt x="10" y="3"/>
                    <a:pt x="5" y="16"/>
                  </a:cubicBezTo>
                  <a:cubicBezTo>
                    <a:pt x="0" y="29"/>
                    <a:pt x="24" y="51"/>
                    <a:pt x="40" y="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07" name="Freeform 1173">
              <a:extLst>
                <a:ext uri="{FF2B5EF4-FFF2-40B4-BE49-F238E27FC236}">
                  <a16:creationId xmlns:a16="http://schemas.microsoft.com/office/drawing/2014/main" id="{E8C8A2B5-D182-4A0C-8470-F8011B25C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155"/>
              <a:ext cx="48" cy="43"/>
            </a:xfrm>
            <a:custGeom>
              <a:avLst/>
              <a:gdLst>
                <a:gd name="T0" fmla="*/ 132 w 25"/>
                <a:gd name="T1" fmla="*/ 0 h 21"/>
                <a:gd name="T2" fmla="*/ 177 w 25"/>
                <a:gd name="T3" fmla="*/ 68 h 21"/>
                <a:gd name="T4" fmla="*/ 140 w 25"/>
                <a:gd name="T5" fmla="*/ 164 h 21"/>
                <a:gd name="T6" fmla="*/ 48 w 25"/>
                <a:gd name="T7" fmla="*/ 156 h 21"/>
                <a:gd name="T8" fmla="*/ 0 w 25"/>
                <a:gd name="T9" fmla="*/ 59 h 21"/>
                <a:gd name="T10" fmla="*/ 0 w 25"/>
                <a:gd name="T11" fmla="*/ 59 h 21"/>
                <a:gd name="T12" fmla="*/ 48 w 25"/>
                <a:gd name="T13" fmla="*/ 156 h 21"/>
                <a:gd name="T14" fmla="*/ 140 w 25"/>
                <a:gd name="T15" fmla="*/ 164 h 21"/>
                <a:gd name="T16" fmla="*/ 177 w 25"/>
                <a:gd name="T17" fmla="*/ 68 h 21"/>
                <a:gd name="T18" fmla="*/ 132 w 25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21">
                  <a:moveTo>
                    <a:pt x="19" y="0"/>
                  </a:moveTo>
                  <a:cubicBezTo>
                    <a:pt x="22" y="1"/>
                    <a:pt x="24" y="4"/>
                    <a:pt x="25" y="8"/>
                  </a:cubicBezTo>
                  <a:cubicBezTo>
                    <a:pt x="25" y="13"/>
                    <a:pt x="23" y="17"/>
                    <a:pt x="20" y="19"/>
                  </a:cubicBezTo>
                  <a:cubicBezTo>
                    <a:pt x="16" y="21"/>
                    <a:pt x="12" y="20"/>
                    <a:pt x="7" y="18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3" y="16"/>
                    <a:pt x="7" y="18"/>
                  </a:cubicBezTo>
                  <a:cubicBezTo>
                    <a:pt x="11" y="21"/>
                    <a:pt x="17" y="21"/>
                    <a:pt x="20" y="19"/>
                  </a:cubicBezTo>
                  <a:cubicBezTo>
                    <a:pt x="23" y="17"/>
                    <a:pt x="25" y="13"/>
                    <a:pt x="25" y="8"/>
                  </a:cubicBezTo>
                  <a:cubicBezTo>
                    <a:pt x="25" y="4"/>
                    <a:pt x="22" y="1"/>
                    <a:pt x="1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08" name="Freeform 1174">
              <a:extLst>
                <a:ext uri="{FF2B5EF4-FFF2-40B4-BE49-F238E27FC236}">
                  <a16:creationId xmlns:a16="http://schemas.microsoft.com/office/drawing/2014/main" id="{D93876D0-117E-4B05-A701-15C5C55D5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236"/>
              <a:ext cx="151" cy="165"/>
            </a:xfrm>
            <a:custGeom>
              <a:avLst/>
              <a:gdLst>
                <a:gd name="T0" fmla="*/ 457 w 78"/>
                <a:gd name="T1" fmla="*/ 501 h 80"/>
                <a:gd name="T2" fmla="*/ 397 w 78"/>
                <a:gd name="T3" fmla="*/ 97 h 80"/>
                <a:gd name="T4" fmla="*/ 56 w 78"/>
                <a:gd name="T5" fmla="*/ 221 h 80"/>
                <a:gd name="T6" fmla="*/ 457 w 78"/>
                <a:gd name="T7" fmla="*/ 501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80">
                  <a:moveTo>
                    <a:pt x="63" y="57"/>
                  </a:moveTo>
                  <a:cubicBezTo>
                    <a:pt x="78" y="44"/>
                    <a:pt x="75" y="23"/>
                    <a:pt x="55" y="11"/>
                  </a:cubicBezTo>
                  <a:cubicBezTo>
                    <a:pt x="36" y="0"/>
                    <a:pt x="16" y="4"/>
                    <a:pt x="8" y="25"/>
                  </a:cubicBezTo>
                  <a:cubicBezTo>
                    <a:pt x="0" y="46"/>
                    <a:pt x="39" y="80"/>
                    <a:pt x="63" y="5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09" name="Freeform 1175">
              <a:extLst>
                <a:ext uri="{FF2B5EF4-FFF2-40B4-BE49-F238E27FC236}">
                  <a16:creationId xmlns:a16="http://schemas.microsoft.com/office/drawing/2014/main" id="{21A00987-B31E-4A99-B9C4-68CFAE7F2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277"/>
              <a:ext cx="110" cy="103"/>
            </a:xfrm>
            <a:custGeom>
              <a:avLst/>
              <a:gdLst>
                <a:gd name="T0" fmla="*/ 340 w 57"/>
                <a:gd name="T1" fmla="*/ 0 h 50"/>
                <a:gd name="T2" fmla="*/ 316 w 57"/>
                <a:gd name="T3" fmla="*/ 288 h 50"/>
                <a:gd name="T4" fmla="*/ 0 w 57"/>
                <a:gd name="T5" fmla="*/ 245 h 50"/>
                <a:gd name="T6" fmla="*/ 332 w 57"/>
                <a:gd name="T7" fmla="*/ 313 h 50"/>
                <a:gd name="T8" fmla="*/ 340 w 5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0">
                  <a:moveTo>
                    <a:pt x="47" y="0"/>
                  </a:moveTo>
                  <a:cubicBezTo>
                    <a:pt x="56" y="11"/>
                    <a:pt x="55" y="24"/>
                    <a:pt x="44" y="33"/>
                  </a:cubicBezTo>
                  <a:cubicBezTo>
                    <a:pt x="30" y="47"/>
                    <a:pt x="11" y="40"/>
                    <a:pt x="0" y="28"/>
                  </a:cubicBezTo>
                  <a:cubicBezTo>
                    <a:pt x="10" y="41"/>
                    <a:pt x="31" y="50"/>
                    <a:pt x="46" y="36"/>
                  </a:cubicBezTo>
                  <a:cubicBezTo>
                    <a:pt x="57" y="26"/>
                    <a:pt x="57" y="11"/>
                    <a:pt x="4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10" name="Freeform 1176">
              <a:extLst>
                <a:ext uri="{FF2B5EF4-FFF2-40B4-BE49-F238E27FC236}">
                  <a16:creationId xmlns:a16="http://schemas.microsoft.com/office/drawing/2014/main" id="{8C32634E-DA35-4572-B13A-4C03F43AC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240"/>
              <a:ext cx="88" cy="103"/>
            </a:xfrm>
            <a:custGeom>
              <a:avLst/>
              <a:gdLst>
                <a:gd name="T0" fmla="*/ 69 w 46"/>
                <a:gd name="T1" fmla="*/ 412 h 50"/>
                <a:gd name="T2" fmla="*/ 36 w 46"/>
                <a:gd name="T3" fmla="*/ 220 h 50"/>
                <a:gd name="T4" fmla="*/ 308 w 46"/>
                <a:gd name="T5" fmla="*/ 80 h 50"/>
                <a:gd name="T6" fmla="*/ 308 w 46"/>
                <a:gd name="T7" fmla="*/ 80 h 50"/>
                <a:gd name="T8" fmla="*/ 21 w 46"/>
                <a:gd name="T9" fmla="*/ 200 h 50"/>
                <a:gd name="T10" fmla="*/ 69 w 46"/>
                <a:gd name="T11" fmla="*/ 412 h 50"/>
                <a:gd name="T12" fmla="*/ 69 w 46"/>
                <a:gd name="T13" fmla="*/ 41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0">
                  <a:moveTo>
                    <a:pt x="10" y="47"/>
                  </a:moveTo>
                  <a:cubicBezTo>
                    <a:pt x="5" y="40"/>
                    <a:pt x="3" y="32"/>
                    <a:pt x="5" y="25"/>
                  </a:cubicBezTo>
                  <a:cubicBezTo>
                    <a:pt x="12" y="8"/>
                    <a:pt x="28" y="2"/>
                    <a:pt x="44" y="9"/>
                  </a:cubicBezTo>
                  <a:cubicBezTo>
                    <a:pt x="46" y="9"/>
                    <a:pt x="45" y="9"/>
                    <a:pt x="44" y="9"/>
                  </a:cubicBezTo>
                  <a:cubicBezTo>
                    <a:pt x="27" y="0"/>
                    <a:pt x="10" y="5"/>
                    <a:pt x="3" y="23"/>
                  </a:cubicBezTo>
                  <a:cubicBezTo>
                    <a:pt x="0" y="31"/>
                    <a:pt x="4" y="40"/>
                    <a:pt x="10" y="47"/>
                  </a:cubicBezTo>
                  <a:cubicBezTo>
                    <a:pt x="12" y="50"/>
                    <a:pt x="12" y="50"/>
                    <a:pt x="10" y="4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11" name="Freeform 1177">
              <a:extLst>
                <a:ext uri="{FF2B5EF4-FFF2-40B4-BE49-F238E27FC236}">
                  <a16:creationId xmlns:a16="http://schemas.microsoft.com/office/drawing/2014/main" id="{B03E30FC-072F-45AE-BA6D-4A7EF95FA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1258"/>
              <a:ext cx="81" cy="91"/>
            </a:xfrm>
            <a:custGeom>
              <a:avLst/>
              <a:gdLst>
                <a:gd name="T0" fmla="*/ 0 w 42"/>
                <a:gd name="T1" fmla="*/ 168 h 44"/>
                <a:gd name="T2" fmla="*/ 224 w 42"/>
                <a:gd name="T3" fmla="*/ 337 h 44"/>
                <a:gd name="T4" fmla="*/ 208 w 42"/>
                <a:gd name="T5" fmla="*/ 60 h 44"/>
                <a:gd name="T6" fmla="*/ 0 w 42"/>
                <a:gd name="T7" fmla="*/ 16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4">
                  <a:moveTo>
                    <a:pt x="0" y="19"/>
                  </a:moveTo>
                  <a:cubicBezTo>
                    <a:pt x="0" y="35"/>
                    <a:pt x="20" y="44"/>
                    <a:pt x="31" y="38"/>
                  </a:cubicBezTo>
                  <a:cubicBezTo>
                    <a:pt x="42" y="32"/>
                    <a:pt x="41" y="12"/>
                    <a:pt x="29" y="7"/>
                  </a:cubicBezTo>
                  <a:cubicBezTo>
                    <a:pt x="10" y="0"/>
                    <a:pt x="0" y="8"/>
                    <a:pt x="0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12" name="Freeform 1178">
              <a:extLst>
                <a:ext uri="{FF2B5EF4-FFF2-40B4-BE49-F238E27FC236}">
                  <a16:creationId xmlns:a16="http://schemas.microsoft.com/office/drawing/2014/main" id="{569C2D7A-8885-4E31-8558-61CAEC72E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281"/>
              <a:ext cx="73" cy="66"/>
            </a:xfrm>
            <a:custGeom>
              <a:avLst/>
              <a:gdLst>
                <a:gd name="T0" fmla="*/ 221 w 38"/>
                <a:gd name="T1" fmla="*/ 0 h 32"/>
                <a:gd name="T2" fmla="*/ 184 w 38"/>
                <a:gd name="T3" fmla="*/ 212 h 32"/>
                <a:gd name="T4" fmla="*/ 0 w 38"/>
                <a:gd name="T5" fmla="*/ 157 h 32"/>
                <a:gd name="T6" fmla="*/ 200 w 38"/>
                <a:gd name="T7" fmla="*/ 239 h 32"/>
                <a:gd name="T8" fmla="*/ 221 w 3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31" y="0"/>
                  </a:moveTo>
                  <a:cubicBezTo>
                    <a:pt x="36" y="8"/>
                    <a:pt x="34" y="20"/>
                    <a:pt x="26" y="24"/>
                  </a:cubicBezTo>
                  <a:cubicBezTo>
                    <a:pt x="18" y="28"/>
                    <a:pt x="6" y="25"/>
                    <a:pt x="0" y="18"/>
                  </a:cubicBezTo>
                  <a:cubicBezTo>
                    <a:pt x="6" y="27"/>
                    <a:pt x="19" y="32"/>
                    <a:pt x="28" y="27"/>
                  </a:cubicBezTo>
                  <a:cubicBezTo>
                    <a:pt x="37" y="22"/>
                    <a:pt x="38" y="7"/>
                    <a:pt x="3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13" name="Freeform 1179">
              <a:extLst>
                <a:ext uri="{FF2B5EF4-FFF2-40B4-BE49-F238E27FC236}">
                  <a16:creationId xmlns:a16="http://schemas.microsoft.com/office/drawing/2014/main" id="{5265C286-DC59-4782-87AC-FF0CFCD06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264"/>
              <a:ext cx="36" cy="21"/>
            </a:xfrm>
            <a:custGeom>
              <a:avLst/>
              <a:gdLst>
                <a:gd name="T0" fmla="*/ 129 w 19"/>
                <a:gd name="T1" fmla="*/ 17 h 10"/>
                <a:gd name="T2" fmla="*/ 0 w 19"/>
                <a:gd name="T3" fmla="*/ 92 h 10"/>
                <a:gd name="T4" fmla="*/ 129 w 1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19" y="2"/>
                  </a:moveTo>
                  <a:cubicBezTo>
                    <a:pt x="11" y="0"/>
                    <a:pt x="3" y="3"/>
                    <a:pt x="0" y="10"/>
                  </a:cubicBezTo>
                  <a:cubicBezTo>
                    <a:pt x="4" y="7"/>
                    <a:pt x="9" y="2"/>
                    <a:pt x="19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14" name="Freeform 1180">
              <a:extLst>
                <a:ext uri="{FF2B5EF4-FFF2-40B4-BE49-F238E27FC236}">
                  <a16:creationId xmlns:a16="http://schemas.microsoft.com/office/drawing/2014/main" id="{5183B12D-6B6F-4667-B421-D31162439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304"/>
              <a:ext cx="52" cy="51"/>
            </a:xfrm>
            <a:custGeom>
              <a:avLst/>
              <a:gdLst>
                <a:gd name="T0" fmla="*/ 193 w 27"/>
                <a:gd name="T1" fmla="*/ 0 h 25"/>
                <a:gd name="T2" fmla="*/ 0 w 27"/>
                <a:gd name="T3" fmla="*/ 137 h 25"/>
                <a:gd name="T4" fmla="*/ 193 w 2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27" y="0"/>
                  </a:moveTo>
                  <a:cubicBezTo>
                    <a:pt x="26" y="8"/>
                    <a:pt x="22" y="25"/>
                    <a:pt x="0" y="16"/>
                  </a:cubicBezTo>
                  <a:cubicBezTo>
                    <a:pt x="9" y="21"/>
                    <a:pt x="26" y="25"/>
                    <a:pt x="2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15" name="Freeform 1181">
              <a:extLst>
                <a:ext uri="{FF2B5EF4-FFF2-40B4-BE49-F238E27FC236}">
                  <a16:creationId xmlns:a16="http://schemas.microsoft.com/office/drawing/2014/main" id="{97921024-A3D4-4D10-900B-468767ED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236"/>
              <a:ext cx="151" cy="165"/>
            </a:xfrm>
            <a:custGeom>
              <a:avLst/>
              <a:gdLst>
                <a:gd name="T0" fmla="*/ 457 w 78"/>
                <a:gd name="T1" fmla="*/ 501 h 80"/>
                <a:gd name="T2" fmla="*/ 397 w 78"/>
                <a:gd name="T3" fmla="*/ 97 h 80"/>
                <a:gd name="T4" fmla="*/ 56 w 78"/>
                <a:gd name="T5" fmla="*/ 221 h 80"/>
                <a:gd name="T6" fmla="*/ 457 w 78"/>
                <a:gd name="T7" fmla="*/ 501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80">
                  <a:moveTo>
                    <a:pt x="63" y="57"/>
                  </a:moveTo>
                  <a:cubicBezTo>
                    <a:pt x="78" y="44"/>
                    <a:pt x="75" y="23"/>
                    <a:pt x="55" y="11"/>
                  </a:cubicBezTo>
                  <a:cubicBezTo>
                    <a:pt x="36" y="0"/>
                    <a:pt x="16" y="4"/>
                    <a:pt x="8" y="25"/>
                  </a:cubicBezTo>
                  <a:cubicBezTo>
                    <a:pt x="0" y="46"/>
                    <a:pt x="39" y="80"/>
                    <a:pt x="63" y="5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16" name="Freeform 1182">
              <a:extLst>
                <a:ext uri="{FF2B5EF4-FFF2-40B4-BE49-F238E27FC236}">
                  <a16:creationId xmlns:a16="http://schemas.microsoft.com/office/drawing/2014/main" id="{FDA2A4FC-88BD-4899-ABAF-293CEC63C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1273"/>
              <a:ext cx="75" cy="70"/>
            </a:xfrm>
            <a:custGeom>
              <a:avLst/>
              <a:gdLst>
                <a:gd name="T0" fmla="*/ 208 w 39"/>
                <a:gd name="T1" fmla="*/ 0 h 34"/>
                <a:gd name="T2" fmla="*/ 269 w 39"/>
                <a:gd name="T3" fmla="*/ 124 h 34"/>
                <a:gd name="T4" fmla="*/ 221 w 39"/>
                <a:gd name="T5" fmla="*/ 272 h 34"/>
                <a:gd name="T6" fmla="*/ 77 w 39"/>
                <a:gd name="T7" fmla="*/ 255 h 34"/>
                <a:gd name="T8" fmla="*/ 0 w 39"/>
                <a:gd name="T9" fmla="*/ 105 h 34"/>
                <a:gd name="T10" fmla="*/ 0 w 39"/>
                <a:gd name="T11" fmla="*/ 105 h 34"/>
                <a:gd name="T12" fmla="*/ 77 w 39"/>
                <a:gd name="T13" fmla="*/ 264 h 34"/>
                <a:gd name="T14" fmla="*/ 221 w 39"/>
                <a:gd name="T15" fmla="*/ 272 h 34"/>
                <a:gd name="T16" fmla="*/ 277 w 39"/>
                <a:gd name="T17" fmla="*/ 124 h 34"/>
                <a:gd name="T18" fmla="*/ 208 w 39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4">
                  <a:moveTo>
                    <a:pt x="29" y="0"/>
                  </a:moveTo>
                  <a:cubicBezTo>
                    <a:pt x="34" y="2"/>
                    <a:pt x="38" y="7"/>
                    <a:pt x="38" y="14"/>
                  </a:cubicBezTo>
                  <a:cubicBezTo>
                    <a:pt x="39" y="21"/>
                    <a:pt x="36" y="28"/>
                    <a:pt x="31" y="31"/>
                  </a:cubicBezTo>
                  <a:cubicBezTo>
                    <a:pt x="25" y="34"/>
                    <a:pt x="18" y="33"/>
                    <a:pt x="11" y="29"/>
                  </a:cubicBezTo>
                  <a:cubicBezTo>
                    <a:pt x="4" y="25"/>
                    <a:pt x="0" y="19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4" y="26"/>
                    <a:pt x="11" y="30"/>
                  </a:cubicBezTo>
                  <a:cubicBezTo>
                    <a:pt x="18" y="34"/>
                    <a:pt x="25" y="34"/>
                    <a:pt x="31" y="31"/>
                  </a:cubicBezTo>
                  <a:cubicBezTo>
                    <a:pt x="36" y="28"/>
                    <a:pt x="39" y="21"/>
                    <a:pt x="39" y="14"/>
                  </a:cubicBezTo>
                  <a:cubicBezTo>
                    <a:pt x="38" y="7"/>
                    <a:pt x="34" y="2"/>
                    <a:pt x="2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17" name="Freeform 1183">
              <a:extLst>
                <a:ext uri="{FF2B5EF4-FFF2-40B4-BE49-F238E27FC236}">
                  <a16:creationId xmlns:a16="http://schemas.microsoft.com/office/drawing/2014/main" id="{E07BECEE-ECD0-4657-9A74-03911D89F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355"/>
              <a:ext cx="126" cy="116"/>
            </a:xfrm>
            <a:custGeom>
              <a:avLst/>
              <a:gdLst>
                <a:gd name="T0" fmla="*/ 31 w 65"/>
                <a:gd name="T1" fmla="*/ 249 h 56"/>
                <a:gd name="T2" fmla="*/ 248 w 65"/>
                <a:gd name="T3" fmla="*/ 25 h 56"/>
                <a:gd name="T4" fmla="*/ 428 w 65"/>
                <a:gd name="T5" fmla="*/ 331 h 56"/>
                <a:gd name="T6" fmla="*/ 31 w 65"/>
                <a:gd name="T7" fmla="*/ 24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6">
                  <a:moveTo>
                    <a:pt x="4" y="28"/>
                  </a:moveTo>
                  <a:cubicBezTo>
                    <a:pt x="0" y="12"/>
                    <a:pt x="14" y="0"/>
                    <a:pt x="34" y="3"/>
                  </a:cubicBezTo>
                  <a:cubicBezTo>
                    <a:pt x="53" y="6"/>
                    <a:pt x="65" y="19"/>
                    <a:pt x="59" y="37"/>
                  </a:cubicBezTo>
                  <a:cubicBezTo>
                    <a:pt x="54" y="55"/>
                    <a:pt x="8" y="56"/>
                    <a:pt x="4" y="28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18" name="Freeform 1184">
              <a:extLst>
                <a:ext uri="{FF2B5EF4-FFF2-40B4-BE49-F238E27FC236}">
                  <a16:creationId xmlns:a16="http://schemas.microsoft.com/office/drawing/2014/main" id="{6C8EFD83-24D0-485F-BBED-29D1B47FE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363"/>
              <a:ext cx="76" cy="95"/>
            </a:xfrm>
            <a:custGeom>
              <a:avLst/>
              <a:gdLst>
                <a:gd name="T0" fmla="*/ 164 w 39"/>
                <a:gd name="T1" fmla="*/ 0 h 46"/>
                <a:gd name="T2" fmla="*/ 37 w 39"/>
                <a:gd name="T3" fmla="*/ 213 h 46"/>
                <a:gd name="T4" fmla="*/ 288 w 39"/>
                <a:gd name="T5" fmla="*/ 380 h 46"/>
                <a:gd name="T6" fmla="*/ 23 w 39"/>
                <a:gd name="T7" fmla="*/ 213 h 46"/>
                <a:gd name="T8" fmla="*/ 164 w 39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22" y="0"/>
                  </a:moveTo>
                  <a:cubicBezTo>
                    <a:pt x="10" y="3"/>
                    <a:pt x="3" y="12"/>
                    <a:pt x="5" y="24"/>
                  </a:cubicBezTo>
                  <a:cubicBezTo>
                    <a:pt x="8" y="40"/>
                    <a:pt x="25" y="45"/>
                    <a:pt x="39" y="43"/>
                  </a:cubicBezTo>
                  <a:cubicBezTo>
                    <a:pt x="25" y="46"/>
                    <a:pt x="6" y="41"/>
                    <a:pt x="3" y="24"/>
                  </a:cubicBezTo>
                  <a:cubicBezTo>
                    <a:pt x="0" y="12"/>
                    <a:pt x="8" y="2"/>
                    <a:pt x="22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19" name="Freeform 1185">
              <a:extLst>
                <a:ext uri="{FF2B5EF4-FFF2-40B4-BE49-F238E27FC236}">
                  <a16:creationId xmlns:a16="http://schemas.microsoft.com/office/drawing/2014/main" id="{20DE108E-FA23-40A0-B2D5-EDF90C2A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365"/>
              <a:ext cx="52" cy="89"/>
            </a:xfrm>
            <a:custGeom>
              <a:avLst/>
              <a:gdLst>
                <a:gd name="T0" fmla="*/ 29 w 27"/>
                <a:gd name="T1" fmla="*/ 381 h 43"/>
                <a:gd name="T2" fmla="*/ 144 w 27"/>
                <a:gd name="T3" fmla="*/ 273 h 43"/>
                <a:gd name="T4" fmla="*/ 8 w 27"/>
                <a:gd name="T5" fmla="*/ 0 h 43"/>
                <a:gd name="T6" fmla="*/ 15 w 27"/>
                <a:gd name="T7" fmla="*/ 0 h 43"/>
                <a:gd name="T8" fmla="*/ 156 w 27"/>
                <a:gd name="T9" fmla="*/ 273 h 43"/>
                <a:gd name="T10" fmla="*/ 29 w 27"/>
                <a:gd name="T11" fmla="*/ 381 h 43"/>
                <a:gd name="T12" fmla="*/ 29 w 27"/>
                <a:gd name="T13" fmla="*/ 38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3">
                  <a:moveTo>
                    <a:pt x="4" y="43"/>
                  </a:moveTo>
                  <a:cubicBezTo>
                    <a:pt x="12" y="41"/>
                    <a:pt x="18" y="37"/>
                    <a:pt x="20" y="31"/>
                  </a:cubicBezTo>
                  <a:cubicBezTo>
                    <a:pt x="25" y="17"/>
                    <a:pt x="16" y="5"/>
                    <a:pt x="1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18" y="4"/>
                    <a:pt x="27" y="16"/>
                    <a:pt x="22" y="31"/>
                  </a:cubicBezTo>
                  <a:cubicBezTo>
                    <a:pt x="20" y="38"/>
                    <a:pt x="13" y="42"/>
                    <a:pt x="4" y="43"/>
                  </a:cubicBezTo>
                  <a:cubicBezTo>
                    <a:pt x="1" y="43"/>
                    <a:pt x="2" y="43"/>
                    <a:pt x="4" y="4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20" name="Freeform 1186">
              <a:extLst>
                <a:ext uri="{FF2B5EF4-FFF2-40B4-BE49-F238E27FC236}">
                  <a16:creationId xmlns:a16="http://schemas.microsoft.com/office/drawing/2014/main" id="{30FA8F24-E655-4DEE-A7AC-03A12576B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372"/>
              <a:ext cx="83" cy="76"/>
            </a:xfrm>
            <a:custGeom>
              <a:avLst/>
              <a:gdLst>
                <a:gd name="T0" fmla="*/ 257 w 43"/>
                <a:gd name="T1" fmla="*/ 232 h 37"/>
                <a:gd name="T2" fmla="*/ 37 w 43"/>
                <a:gd name="T3" fmla="*/ 199 h 37"/>
                <a:gd name="T4" fmla="*/ 164 w 43"/>
                <a:gd name="T5" fmla="*/ 33 h 37"/>
                <a:gd name="T6" fmla="*/ 257 w 43"/>
                <a:gd name="T7" fmla="*/ 23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7">
                  <a:moveTo>
                    <a:pt x="36" y="27"/>
                  </a:moveTo>
                  <a:cubicBezTo>
                    <a:pt x="28" y="37"/>
                    <a:pt x="9" y="32"/>
                    <a:pt x="5" y="23"/>
                  </a:cubicBezTo>
                  <a:cubicBezTo>
                    <a:pt x="0" y="13"/>
                    <a:pt x="12" y="0"/>
                    <a:pt x="23" y="4"/>
                  </a:cubicBezTo>
                  <a:cubicBezTo>
                    <a:pt x="40" y="9"/>
                    <a:pt x="43" y="20"/>
                    <a:pt x="36" y="2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21" name="Freeform 1187">
              <a:extLst>
                <a:ext uri="{FF2B5EF4-FFF2-40B4-BE49-F238E27FC236}">
                  <a16:creationId xmlns:a16="http://schemas.microsoft.com/office/drawing/2014/main" id="{CF9566B8-4A01-4D2F-AECB-D8EE5C5C4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1378"/>
              <a:ext cx="54" cy="64"/>
            </a:xfrm>
            <a:custGeom>
              <a:avLst/>
              <a:gdLst>
                <a:gd name="T0" fmla="*/ 116 w 28"/>
                <a:gd name="T1" fmla="*/ 0 h 31"/>
                <a:gd name="T2" fmla="*/ 52 w 28"/>
                <a:gd name="T3" fmla="*/ 167 h 31"/>
                <a:gd name="T4" fmla="*/ 201 w 28"/>
                <a:gd name="T5" fmla="*/ 248 h 31"/>
                <a:gd name="T6" fmla="*/ 29 w 28"/>
                <a:gd name="T7" fmla="*/ 175 h 31"/>
                <a:gd name="T8" fmla="*/ 116 w 2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1">
                  <a:moveTo>
                    <a:pt x="16" y="0"/>
                  </a:moveTo>
                  <a:cubicBezTo>
                    <a:pt x="9" y="3"/>
                    <a:pt x="4" y="12"/>
                    <a:pt x="7" y="19"/>
                  </a:cubicBezTo>
                  <a:cubicBezTo>
                    <a:pt x="10" y="25"/>
                    <a:pt x="20" y="30"/>
                    <a:pt x="28" y="28"/>
                  </a:cubicBezTo>
                  <a:cubicBezTo>
                    <a:pt x="19" y="31"/>
                    <a:pt x="7" y="27"/>
                    <a:pt x="4" y="20"/>
                  </a:cubicBezTo>
                  <a:cubicBezTo>
                    <a:pt x="0" y="12"/>
                    <a:pt x="7" y="1"/>
                    <a:pt x="1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22" name="Freeform 1188">
              <a:extLst>
                <a:ext uri="{FF2B5EF4-FFF2-40B4-BE49-F238E27FC236}">
                  <a16:creationId xmlns:a16="http://schemas.microsoft.com/office/drawing/2014/main" id="{3A3240CA-A665-4F2A-97E6-3664A4E34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86"/>
              <a:ext cx="21" cy="31"/>
            </a:xfrm>
            <a:custGeom>
              <a:avLst/>
              <a:gdLst>
                <a:gd name="T0" fmla="*/ 0 w 11"/>
                <a:gd name="T1" fmla="*/ 0 h 15"/>
                <a:gd name="T2" fmla="*/ 61 w 11"/>
                <a:gd name="T3" fmla="*/ 132 h 15"/>
                <a:gd name="T4" fmla="*/ 0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6" y="3"/>
                    <a:pt x="11" y="9"/>
                    <a:pt x="9" y="15"/>
                  </a:cubicBezTo>
                  <a:cubicBezTo>
                    <a:pt x="8" y="11"/>
                    <a:pt x="7" y="5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23" name="Freeform 1189">
              <a:extLst>
                <a:ext uri="{FF2B5EF4-FFF2-40B4-BE49-F238E27FC236}">
                  <a16:creationId xmlns:a16="http://schemas.microsoft.com/office/drawing/2014/main" id="{0DC7A0CF-1EE1-4234-A9EF-B5EF2A92F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386"/>
              <a:ext cx="44" cy="52"/>
            </a:xfrm>
            <a:custGeom>
              <a:avLst/>
              <a:gdLst>
                <a:gd name="T0" fmla="*/ 92 w 23"/>
                <a:gd name="T1" fmla="*/ 0 h 25"/>
                <a:gd name="T2" fmla="*/ 161 w 23"/>
                <a:gd name="T3" fmla="*/ 225 h 25"/>
                <a:gd name="T4" fmla="*/ 92 w 2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13" y="0"/>
                  </a:moveTo>
                  <a:cubicBezTo>
                    <a:pt x="9" y="6"/>
                    <a:pt x="3" y="20"/>
                    <a:pt x="23" y="25"/>
                  </a:cubicBezTo>
                  <a:cubicBezTo>
                    <a:pt x="14" y="23"/>
                    <a:pt x="0" y="17"/>
                    <a:pt x="1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24" name="Freeform 1190">
              <a:extLst>
                <a:ext uri="{FF2B5EF4-FFF2-40B4-BE49-F238E27FC236}">
                  <a16:creationId xmlns:a16="http://schemas.microsoft.com/office/drawing/2014/main" id="{A166E9F9-3B54-4D9F-9093-DC48742FD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355"/>
              <a:ext cx="126" cy="116"/>
            </a:xfrm>
            <a:custGeom>
              <a:avLst/>
              <a:gdLst>
                <a:gd name="T0" fmla="*/ 31 w 65"/>
                <a:gd name="T1" fmla="*/ 249 h 56"/>
                <a:gd name="T2" fmla="*/ 248 w 65"/>
                <a:gd name="T3" fmla="*/ 25 h 56"/>
                <a:gd name="T4" fmla="*/ 428 w 65"/>
                <a:gd name="T5" fmla="*/ 331 h 56"/>
                <a:gd name="T6" fmla="*/ 31 w 65"/>
                <a:gd name="T7" fmla="*/ 24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6">
                  <a:moveTo>
                    <a:pt x="4" y="28"/>
                  </a:moveTo>
                  <a:cubicBezTo>
                    <a:pt x="0" y="12"/>
                    <a:pt x="14" y="0"/>
                    <a:pt x="34" y="3"/>
                  </a:cubicBezTo>
                  <a:cubicBezTo>
                    <a:pt x="53" y="6"/>
                    <a:pt x="65" y="19"/>
                    <a:pt x="59" y="37"/>
                  </a:cubicBezTo>
                  <a:cubicBezTo>
                    <a:pt x="54" y="55"/>
                    <a:pt x="8" y="56"/>
                    <a:pt x="4" y="2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25" name="Freeform 1191">
              <a:extLst>
                <a:ext uri="{FF2B5EF4-FFF2-40B4-BE49-F238E27FC236}">
                  <a16:creationId xmlns:a16="http://schemas.microsoft.com/office/drawing/2014/main" id="{3461DBC6-63CD-4ABC-8CCE-9706FCEDD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376"/>
              <a:ext cx="66" cy="64"/>
            </a:xfrm>
            <a:custGeom>
              <a:avLst/>
              <a:gdLst>
                <a:gd name="T0" fmla="*/ 155 w 34"/>
                <a:gd name="T1" fmla="*/ 17 h 31"/>
                <a:gd name="T2" fmla="*/ 52 w 34"/>
                <a:gd name="T3" fmla="*/ 52 h 31"/>
                <a:gd name="T4" fmla="*/ 23 w 34"/>
                <a:gd name="T5" fmla="*/ 175 h 31"/>
                <a:gd name="T6" fmla="*/ 124 w 34"/>
                <a:gd name="T7" fmla="*/ 264 h 31"/>
                <a:gd name="T8" fmla="*/ 248 w 34"/>
                <a:gd name="T9" fmla="*/ 221 h 31"/>
                <a:gd name="T10" fmla="*/ 248 w 34"/>
                <a:gd name="T11" fmla="*/ 221 h 31"/>
                <a:gd name="T12" fmla="*/ 124 w 34"/>
                <a:gd name="T13" fmla="*/ 264 h 31"/>
                <a:gd name="T14" fmla="*/ 16 w 34"/>
                <a:gd name="T15" fmla="*/ 184 h 31"/>
                <a:gd name="T16" fmla="*/ 45 w 34"/>
                <a:gd name="T17" fmla="*/ 43 h 31"/>
                <a:gd name="T18" fmla="*/ 155 w 34"/>
                <a:gd name="T19" fmla="*/ 1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31">
                  <a:moveTo>
                    <a:pt x="21" y="2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2" y="10"/>
                    <a:pt x="1" y="16"/>
                    <a:pt x="3" y="20"/>
                  </a:cubicBezTo>
                  <a:cubicBezTo>
                    <a:pt x="5" y="25"/>
                    <a:pt x="11" y="29"/>
                    <a:pt x="17" y="30"/>
                  </a:cubicBezTo>
                  <a:cubicBezTo>
                    <a:pt x="24" y="31"/>
                    <a:pt x="31" y="29"/>
                    <a:pt x="3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1" y="29"/>
                    <a:pt x="24" y="31"/>
                    <a:pt x="17" y="30"/>
                  </a:cubicBezTo>
                  <a:cubicBezTo>
                    <a:pt x="10" y="29"/>
                    <a:pt x="5" y="25"/>
                    <a:pt x="2" y="21"/>
                  </a:cubicBezTo>
                  <a:cubicBezTo>
                    <a:pt x="0" y="16"/>
                    <a:pt x="2" y="10"/>
                    <a:pt x="6" y="5"/>
                  </a:cubicBezTo>
                  <a:cubicBezTo>
                    <a:pt x="11" y="1"/>
                    <a:pt x="16" y="0"/>
                    <a:pt x="2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26" name="Freeform 1192">
              <a:extLst>
                <a:ext uri="{FF2B5EF4-FFF2-40B4-BE49-F238E27FC236}">
                  <a16:creationId xmlns:a16="http://schemas.microsoft.com/office/drawing/2014/main" id="{CEEC0B67-46C5-4866-89B4-7CA162CF6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141"/>
              <a:ext cx="79" cy="70"/>
            </a:xfrm>
            <a:custGeom>
              <a:avLst/>
              <a:gdLst>
                <a:gd name="T0" fmla="*/ 279 w 41"/>
                <a:gd name="T1" fmla="*/ 89 h 34"/>
                <a:gd name="T2" fmla="*/ 285 w 41"/>
                <a:gd name="T3" fmla="*/ 173 h 34"/>
                <a:gd name="T4" fmla="*/ 264 w 41"/>
                <a:gd name="T5" fmla="*/ 191 h 34"/>
                <a:gd name="T6" fmla="*/ 256 w 41"/>
                <a:gd name="T7" fmla="*/ 216 h 34"/>
                <a:gd name="T8" fmla="*/ 229 w 41"/>
                <a:gd name="T9" fmla="*/ 255 h 34"/>
                <a:gd name="T10" fmla="*/ 193 w 41"/>
                <a:gd name="T11" fmla="*/ 288 h 34"/>
                <a:gd name="T12" fmla="*/ 148 w 41"/>
                <a:gd name="T13" fmla="*/ 264 h 34"/>
                <a:gd name="T14" fmla="*/ 100 w 41"/>
                <a:gd name="T15" fmla="*/ 296 h 34"/>
                <a:gd name="T16" fmla="*/ 71 w 41"/>
                <a:gd name="T17" fmla="*/ 255 h 34"/>
                <a:gd name="T18" fmla="*/ 29 w 41"/>
                <a:gd name="T19" fmla="*/ 237 h 34"/>
                <a:gd name="T20" fmla="*/ 23 w 41"/>
                <a:gd name="T21" fmla="*/ 183 h 34"/>
                <a:gd name="T22" fmla="*/ 15 w 41"/>
                <a:gd name="T23" fmla="*/ 132 h 34"/>
                <a:gd name="T24" fmla="*/ 56 w 41"/>
                <a:gd name="T25" fmla="*/ 25 h 34"/>
                <a:gd name="T26" fmla="*/ 100 w 41"/>
                <a:gd name="T27" fmla="*/ 16 h 34"/>
                <a:gd name="T28" fmla="*/ 148 w 41"/>
                <a:gd name="T29" fmla="*/ 8 h 34"/>
                <a:gd name="T30" fmla="*/ 171 w 41"/>
                <a:gd name="T31" fmla="*/ 25 h 34"/>
                <a:gd name="T32" fmla="*/ 200 w 41"/>
                <a:gd name="T33" fmla="*/ 16 h 34"/>
                <a:gd name="T34" fmla="*/ 249 w 41"/>
                <a:gd name="T35" fmla="*/ 43 h 34"/>
                <a:gd name="T36" fmla="*/ 279 w 41"/>
                <a:gd name="T37" fmla="*/ 89 h 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34">
                  <a:moveTo>
                    <a:pt x="39" y="10"/>
                  </a:moveTo>
                  <a:cubicBezTo>
                    <a:pt x="40" y="12"/>
                    <a:pt x="41" y="18"/>
                    <a:pt x="40" y="20"/>
                  </a:cubicBezTo>
                  <a:cubicBezTo>
                    <a:pt x="39" y="22"/>
                    <a:pt x="38" y="21"/>
                    <a:pt x="37" y="22"/>
                  </a:cubicBezTo>
                  <a:cubicBezTo>
                    <a:pt x="35" y="23"/>
                    <a:pt x="36" y="23"/>
                    <a:pt x="36" y="25"/>
                  </a:cubicBezTo>
                  <a:cubicBezTo>
                    <a:pt x="35" y="27"/>
                    <a:pt x="33" y="28"/>
                    <a:pt x="32" y="29"/>
                  </a:cubicBezTo>
                  <a:cubicBezTo>
                    <a:pt x="30" y="31"/>
                    <a:pt x="30" y="34"/>
                    <a:pt x="27" y="33"/>
                  </a:cubicBezTo>
                  <a:cubicBezTo>
                    <a:pt x="24" y="33"/>
                    <a:pt x="24" y="30"/>
                    <a:pt x="21" y="30"/>
                  </a:cubicBezTo>
                  <a:cubicBezTo>
                    <a:pt x="18" y="30"/>
                    <a:pt x="17" y="33"/>
                    <a:pt x="14" y="34"/>
                  </a:cubicBezTo>
                  <a:cubicBezTo>
                    <a:pt x="11" y="34"/>
                    <a:pt x="11" y="31"/>
                    <a:pt x="10" y="29"/>
                  </a:cubicBezTo>
                  <a:cubicBezTo>
                    <a:pt x="8" y="27"/>
                    <a:pt x="5" y="28"/>
                    <a:pt x="4" y="27"/>
                  </a:cubicBezTo>
                  <a:cubicBezTo>
                    <a:pt x="1" y="26"/>
                    <a:pt x="3" y="23"/>
                    <a:pt x="3" y="21"/>
                  </a:cubicBezTo>
                  <a:cubicBezTo>
                    <a:pt x="3" y="19"/>
                    <a:pt x="2" y="18"/>
                    <a:pt x="2" y="15"/>
                  </a:cubicBezTo>
                  <a:cubicBezTo>
                    <a:pt x="0" y="11"/>
                    <a:pt x="4" y="5"/>
                    <a:pt x="8" y="3"/>
                  </a:cubicBezTo>
                  <a:cubicBezTo>
                    <a:pt x="10" y="2"/>
                    <a:pt x="12" y="3"/>
                    <a:pt x="14" y="2"/>
                  </a:cubicBezTo>
                  <a:cubicBezTo>
                    <a:pt x="17" y="1"/>
                    <a:pt x="18" y="0"/>
                    <a:pt x="21" y="1"/>
                  </a:cubicBezTo>
                  <a:cubicBezTo>
                    <a:pt x="22" y="2"/>
                    <a:pt x="22" y="3"/>
                    <a:pt x="24" y="3"/>
                  </a:cubicBezTo>
                  <a:cubicBezTo>
                    <a:pt x="25" y="3"/>
                    <a:pt x="27" y="2"/>
                    <a:pt x="28" y="2"/>
                  </a:cubicBezTo>
                  <a:cubicBezTo>
                    <a:pt x="31" y="2"/>
                    <a:pt x="33" y="2"/>
                    <a:pt x="35" y="5"/>
                  </a:cubicBezTo>
                  <a:cubicBezTo>
                    <a:pt x="36" y="7"/>
                    <a:pt x="38" y="9"/>
                    <a:pt x="39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27" name="Freeform 1193">
              <a:extLst>
                <a:ext uri="{FF2B5EF4-FFF2-40B4-BE49-F238E27FC236}">
                  <a16:creationId xmlns:a16="http://schemas.microsoft.com/office/drawing/2014/main" id="{0E3DEADB-17E3-48C4-A2F8-C7D8374B4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170"/>
              <a:ext cx="29" cy="39"/>
            </a:xfrm>
            <a:custGeom>
              <a:avLst/>
              <a:gdLst>
                <a:gd name="T0" fmla="*/ 8 w 15"/>
                <a:gd name="T1" fmla="*/ 51 h 19"/>
                <a:gd name="T2" fmla="*/ 8 w 15"/>
                <a:gd name="T3" fmla="*/ 96 h 19"/>
                <a:gd name="T4" fmla="*/ 44 w 15"/>
                <a:gd name="T5" fmla="*/ 113 h 19"/>
                <a:gd name="T6" fmla="*/ 64 w 15"/>
                <a:gd name="T7" fmla="*/ 156 h 19"/>
                <a:gd name="T8" fmla="*/ 108 w 15"/>
                <a:gd name="T9" fmla="*/ 140 h 19"/>
                <a:gd name="T10" fmla="*/ 72 w 15"/>
                <a:gd name="T11" fmla="*/ 131 h 19"/>
                <a:gd name="T12" fmla="*/ 72 w 15"/>
                <a:gd name="T13" fmla="*/ 68 h 19"/>
                <a:gd name="T14" fmla="*/ 56 w 15"/>
                <a:gd name="T15" fmla="*/ 33 h 19"/>
                <a:gd name="T16" fmla="*/ 72 w 15"/>
                <a:gd name="T17" fmla="*/ 0 h 19"/>
                <a:gd name="T18" fmla="*/ 44 w 15"/>
                <a:gd name="T19" fmla="*/ 16 h 19"/>
                <a:gd name="T20" fmla="*/ 23 w 15"/>
                <a:gd name="T21" fmla="*/ 88 h 19"/>
                <a:gd name="T22" fmla="*/ 15 w 15"/>
                <a:gd name="T23" fmla="*/ 43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9">
                  <a:moveTo>
                    <a:pt x="1" y="6"/>
                  </a:moveTo>
                  <a:cubicBezTo>
                    <a:pt x="1" y="7"/>
                    <a:pt x="0" y="10"/>
                    <a:pt x="1" y="11"/>
                  </a:cubicBezTo>
                  <a:cubicBezTo>
                    <a:pt x="2" y="13"/>
                    <a:pt x="5" y="12"/>
                    <a:pt x="6" y="13"/>
                  </a:cubicBezTo>
                  <a:cubicBezTo>
                    <a:pt x="8" y="14"/>
                    <a:pt x="8" y="16"/>
                    <a:pt x="9" y="18"/>
                  </a:cubicBezTo>
                  <a:cubicBezTo>
                    <a:pt x="11" y="19"/>
                    <a:pt x="14" y="18"/>
                    <a:pt x="15" y="16"/>
                  </a:cubicBezTo>
                  <a:cubicBezTo>
                    <a:pt x="14" y="18"/>
                    <a:pt x="11" y="17"/>
                    <a:pt x="10" y="15"/>
                  </a:cubicBezTo>
                  <a:cubicBezTo>
                    <a:pt x="8" y="13"/>
                    <a:pt x="11" y="11"/>
                    <a:pt x="10" y="8"/>
                  </a:cubicBezTo>
                  <a:cubicBezTo>
                    <a:pt x="9" y="7"/>
                    <a:pt x="7" y="6"/>
                    <a:pt x="8" y="4"/>
                  </a:cubicBezTo>
                  <a:cubicBezTo>
                    <a:pt x="8" y="2"/>
                    <a:pt x="9" y="2"/>
                    <a:pt x="10" y="0"/>
                  </a:cubicBezTo>
                  <a:cubicBezTo>
                    <a:pt x="9" y="0"/>
                    <a:pt x="7" y="1"/>
                    <a:pt x="6" y="2"/>
                  </a:cubicBezTo>
                  <a:cubicBezTo>
                    <a:pt x="5" y="4"/>
                    <a:pt x="6" y="10"/>
                    <a:pt x="3" y="10"/>
                  </a:cubicBezTo>
                  <a:cubicBezTo>
                    <a:pt x="2" y="8"/>
                    <a:pt x="3" y="6"/>
                    <a:pt x="2" y="5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28" name="Freeform 1194">
              <a:extLst>
                <a:ext uri="{FF2B5EF4-FFF2-40B4-BE49-F238E27FC236}">
                  <a16:creationId xmlns:a16="http://schemas.microsoft.com/office/drawing/2014/main" id="{D27B04F3-5ECD-4BF6-A191-1FFFFC3B0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188"/>
              <a:ext cx="24" cy="21"/>
            </a:xfrm>
            <a:custGeom>
              <a:avLst/>
              <a:gdLst>
                <a:gd name="T0" fmla="*/ 0 w 12"/>
                <a:gd name="T1" fmla="*/ 67 h 10"/>
                <a:gd name="T2" fmla="*/ 32 w 12"/>
                <a:gd name="T3" fmla="*/ 84 h 10"/>
                <a:gd name="T4" fmla="*/ 56 w 12"/>
                <a:gd name="T5" fmla="*/ 67 h 10"/>
                <a:gd name="T6" fmla="*/ 96 w 12"/>
                <a:gd name="T7" fmla="*/ 0 h 10"/>
                <a:gd name="T8" fmla="*/ 72 w 12"/>
                <a:gd name="T9" fmla="*/ 27 h 10"/>
                <a:gd name="T10" fmla="*/ 48 w 12"/>
                <a:gd name="T11" fmla="*/ 48 h 10"/>
                <a:gd name="T12" fmla="*/ 24 w 12"/>
                <a:gd name="T13" fmla="*/ 57 h 10"/>
                <a:gd name="T14" fmla="*/ 0 w 12"/>
                <a:gd name="T15" fmla="*/ 67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2" y="7"/>
                    <a:pt x="2" y="9"/>
                    <a:pt x="4" y="9"/>
                  </a:cubicBezTo>
                  <a:cubicBezTo>
                    <a:pt x="5" y="10"/>
                    <a:pt x="6" y="8"/>
                    <a:pt x="7" y="7"/>
                  </a:cubicBezTo>
                  <a:cubicBezTo>
                    <a:pt x="9" y="4"/>
                    <a:pt x="11" y="3"/>
                    <a:pt x="12" y="0"/>
                  </a:cubicBezTo>
                  <a:cubicBezTo>
                    <a:pt x="11" y="1"/>
                    <a:pt x="11" y="2"/>
                    <a:pt x="9" y="3"/>
                  </a:cubicBezTo>
                  <a:cubicBezTo>
                    <a:pt x="8" y="4"/>
                    <a:pt x="7" y="4"/>
                    <a:pt x="6" y="5"/>
                  </a:cubicBezTo>
                  <a:cubicBezTo>
                    <a:pt x="5" y="6"/>
                    <a:pt x="5" y="6"/>
                    <a:pt x="3" y="6"/>
                  </a:cubicBezTo>
                  <a:cubicBezTo>
                    <a:pt x="2" y="6"/>
                    <a:pt x="0" y="6"/>
                    <a:pt x="0" y="7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29" name="Freeform 1195">
              <a:extLst>
                <a:ext uri="{FF2B5EF4-FFF2-40B4-BE49-F238E27FC236}">
                  <a16:creationId xmlns:a16="http://schemas.microsoft.com/office/drawing/2014/main" id="{45244F21-E2A7-4196-A82B-EC0C36B58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153"/>
              <a:ext cx="9" cy="29"/>
            </a:xfrm>
            <a:custGeom>
              <a:avLst/>
              <a:gdLst>
                <a:gd name="T0" fmla="*/ 13 w 5"/>
                <a:gd name="T1" fmla="*/ 25 h 14"/>
                <a:gd name="T2" fmla="*/ 23 w 5"/>
                <a:gd name="T3" fmla="*/ 81 h 14"/>
                <a:gd name="T4" fmla="*/ 23 w 5"/>
                <a:gd name="T5" fmla="*/ 116 h 14"/>
                <a:gd name="T6" fmla="*/ 7 w 5"/>
                <a:gd name="T7" fmla="*/ 124 h 14"/>
                <a:gd name="T8" fmla="*/ 13 w 5"/>
                <a:gd name="T9" fmla="*/ 73 h 14"/>
                <a:gd name="T10" fmla="*/ 13 w 5"/>
                <a:gd name="T11" fmla="*/ 35 h 14"/>
                <a:gd name="T12" fmla="*/ 0 w 5"/>
                <a:gd name="T13" fmla="*/ 0 h 14"/>
                <a:gd name="T14" fmla="*/ 13 w 5"/>
                <a:gd name="T15" fmla="*/ 17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14">
                  <a:moveTo>
                    <a:pt x="2" y="3"/>
                  </a:moveTo>
                  <a:cubicBezTo>
                    <a:pt x="3" y="5"/>
                    <a:pt x="4" y="7"/>
                    <a:pt x="4" y="9"/>
                  </a:cubicBezTo>
                  <a:cubicBezTo>
                    <a:pt x="4" y="11"/>
                    <a:pt x="5" y="12"/>
                    <a:pt x="4" y="13"/>
                  </a:cubicBezTo>
                  <a:cubicBezTo>
                    <a:pt x="3" y="14"/>
                    <a:pt x="2" y="14"/>
                    <a:pt x="1" y="14"/>
                  </a:cubicBezTo>
                  <a:cubicBezTo>
                    <a:pt x="4" y="13"/>
                    <a:pt x="3" y="11"/>
                    <a:pt x="2" y="8"/>
                  </a:cubicBezTo>
                  <a:cubicBezTo>
                    <a:pt x="2" y="7"/>
                    <a:pt x="2" y="5"/>
                    <a:pt x="2" y="4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30" name="Freeform 1196">
              <a:extLst>
                <a:ext uri="{FF2B5EF4-FFF2-40B4-BE49-F238E27FC236}">
                  <a16:creationId xmlns:a16="http://schemas.microsoft.com/office/drawing/2014/main" id="{77263FD8-9FFE-49A4-AC13-6FBAE1BF2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143"/>
              <a:ext cx="12" cy="6"/>
            </a:xfrm>
            <a:custGeom>
              <a:avLst/>
              <a:gdLst>
                <a:gd name="T0" fmla="*/ 0 w 6"/>
                <a:gd name="T1" fmla="*/ 24 h 3"/>
                <a:gd name="T2" fmla="*/ 48 w 6"/>
                <a:gd name="T3" fmla="*/ 16 h 3"/>
                <a:gd name="T4" fmla="*/ 40 w 6"/>
                <a:gd name="T5" fmla="*/ 16 h 3"/>
                <a:gd name="T6" fmla="*/ 24 w 6"/>
                <a:gd name="T7" fmla="*/ 24 h 3"/>
                <a:gd name="T8" fmla="*/ 0 w 6"/>
                <a:gd name="T9" fmla="*/ 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5" y="0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31" name="Freeform 1197">
              <a:extLst>
                <a:ext uri="{FF2B5EF4-FFF2-40B4-BE49-F238E27FC236}">
                  <a16:creationId xmlns:a16="http://schemas.microsoft.com/office/drawing/2014/main" id="{66CB7A83-3BA2-4F85-A9E5-364FCF358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159"/>
              <a:ext cx="12" cy="15"/>
            </a:xfrm>
            <a:custGeom>
              <a:avLst/>
              <a:gdLst>
                <a:gd name="T0" fmla="*/ 8 w 6"/>
                <a:gd name="T1" fmla="*/ 19 h 7"/>
                <a:gd name="T2" fmla="*/ 24 w 6"/>
                <a:gd name="T3" fmla="*/ 41 h 7"/>
                <a:gd name="T4" fmla="*/ 16 w 6"/>
                <a:gd name="T5" fmla="*/ 69 h 7"/>
                <a:gd name="T6" fmla="*/ 0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2"/>
                    <a:pt x="3" y="3"/>
                    <a:pt x="3" y="4"/>
                  </a:cubicBezTo>
                  <a:cubicBezTo>
                    <a:pt x="3" y="5"/>
                    <a:pt x="2" y="6"/>
                    <a:pt x="2" y="7"/>
                  </a:cubicBezTo>
                  <a:cubicBezTo>
                    <a:pt x="6" y="5"/>
                    <a:pt x="3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32" name="Freeform 1198">
              <a:extLst>
                <a:ext uri="{FF2B5EF4-FFF2-40B4-BE49-F238E27FC236}">
                  <a16:creationId xmlns:a16="http://schemas.microsoft.com/office/drawing/2014/main" id="{8DD26767-A643-4258-B484-E3371C919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182"/>
              <a:ext cx="14" cy="12"/>
            </a:xfrm>
            <a:custGeom>
              <a:avLst/>
              <a:gdLst>
                <a:gd name="T0" fmla="*/ 8 w 7"/>
                <a:gd name="T1" fmla="*/ 0 h 6"/>
                <a:gd name="T2" fmla="*/ 48 w 7"/>
                <a:gd name="T3" fmla="*/ 8 h 6"/>
                <a:gd name="T4" fmla="*/ 48 w 7"/>
                <a:gd name="T5" fmla="*/ 48 h 6"/>
                <a:gd name="T6" fmla="*/ 40 w 7"/>
                <a:gd name="T7" fmla="*/ 24 h 6"/>
                <a:gd name="T8" fmla="*/ 0 w 7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2" y="2"/>
                    <a:pt x="4" y="0"/>
                    <a:pt x="6" y="1"/>
                  </a:cubicBezTo>
                  <a:cubicBezTo>
                    <a:pt x="7" y="2"/>
                    <a:pt x="6" y="5"/>
                    <a:pt x="6" y="6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3" y="3"/>
                    <a:pt x="2" y="4"/>
                    <a:pt x="0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33" name="Freeform 1199">
              <a:extLst>
                <a:ext uri="{FF2B5EF4-FFF2-40B4-BE49-F238E27FC236}">
                  <a16:creationId xmlns:a16="http://schemas.microsoft.com/office/drawing/2014/main" id="{6BEECB96-DD4B-434E-8D37-771B3E84A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145"/>
              <a:ext cx="31" cy="20"/>
            </a:xfrm>
            <a:custGeom>
              <a:avLst/>
              <a:gdLst>
                <a:gd name="T0" fmla="*/ 0 w 16"/>
                <a:gd name="T1" fmla="*/ 80 h 10"/>
                <a:gd name="T2" fmla="*/ 45 w 16"/>
                <a:gd name="T3" fmla="*/ 16 h 10"/>
                <a:gd name="T4" fmla="*/ 79 w 16"/>
                <a:gd name="T5" fmla="*/ 8 h 10"/>
                <a:gd name="T6" fmla="*/ 116 w 16"/>
                <a:gd name="T7" fmla="*/ 0 h 10"/>
                <a:gd name="T8" fmla="*/ 101 w 16"/>
                <a:gd name="T9" fmla="*/ 8 h 10"/>
                <a:gd name="T10" fmla="*/ 87 w 16"/>
                <a:gd name="T11" fmla="*/ 24 h 10"/>
                <a:gd name="T12" fmla="*/ 52 w 16"/>
                <a:gd name="T13" fmla="*/ 32 h 10"/>
                <a:gd name="T14" fmla="*/ 0 w 16"/>
                <a:gd name="T15" fmla="*/ 8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0">
                  <a:moveTo>
                    <a:pt x="0" y="10"/>
                  </a:moveTo>
                  <a:cubicBezTo>
                    <a:pt x="1" y="6"/>
                    <a:pt x="2" y="3"/>
                    <a:pt x="6" y="2"/>
                  </a:cubicBezTo>
                  <a:cubicBezTo>
                    <a:pt x="8" y="2"/>
                    <a:pt x="10" y="2"/>
                    <a:pt x="11" y="1"/>
                  </a:cubicBezTo>
                  <a:cubicBezTo>
                    <a:pt x="13" y="1"/>
                    <a:pt x="14" y="0"/>
                    <a:pt x="16" y="0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3" y="1"/>
                    <a:pt x="12" y="2"/>
                    <a:pt x="12" y="3"/>
                  </a:cubicBezTo>
                  <a:cubicBezTo>
                    <a:pt x="10" y="4"/>
                    <a:pt x="8" y="3"/>
                    <a:pt x="7" y="4"/>
                  </a:cubicBezTo>
                  <a:cubicBezTo>
                    <a:pt x="4" y="4"/>
                    <a:pt x="0" y="7"/>
                    <a:pt x="0" y="1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34" name="Freeform 1200">
              <a:extLst>
                <a:ext uri="{FF2B5EF4-FFF2-40B4-BE49-F238E27FC236}">
                  <a16:creationId xmlns:a16="http://schemas.microsoft.com/office/drawing/2014/main" id="{4CF2DA89-A6FD-4543-B106-81C5F0490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165"/>
              <a:ext cx="12" cy="13"/>
            </a:xfrm>
            <a:custGeom>
              <a:avLst/>
              <a:gdLst>
                <a:gd name="T0" fmla="*/ 40 w 6"/>
                <a:gd name="T1" fmla="*/ 0 h 6"/>
                <a:gd name="T2" fmla="*/ 32 w 6"/>
                <a:gd name="T3" fmla="*/ 9 h 6"/>
                <a:gd name="T4" fmla="*/ 24 w 6"/>
                <a:gd name="T5" fmla="*/ 20 h 6"/>
                <a:gd name="T6" fmla="*/ 8 w 6"/>
                <a:gd name="T7" fmla="*/ 61 h 6"/>
                <a:gd name="T8" fmla="*/ 24 w 6"/>
                <a:gd name="T9" fmla="*/ 33 h 6"/>
                <a:gd name="T10" fmla="*/ 48 w 6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5" y="0"/>
                    <a:pt x="4" y="0"/>
                    <a:pt x="4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0" y="5"/>
                    <a:pt x="1" y="6"/>
                  </a:cubicBezTo>
                  <a:cubicBezTo>
                    <a:pt x="1" y="5"/>
                    <a:pt x="3" y="5"/>
                    <a:pt x="3" y="3"/>
                  </a:cubicBezTo>
                  <a:cubicBezTo>
                    <a:pt x="4" y="2"/>
                    <a:pt x="4" y="1"/>
                    <a:pt x="6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35" name="Freeform 1201">
              <a:extLst>
                <a:ext uri="{FF2B5EF4-FFF2-40B4-BE49-F238E27FC236}">
                  <a16:creationId xmlns:a16="http://schemas.microsoft.com/office/drawing/2014/main" id="{CF860348-6C75-45C6-801E-CE5973225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1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8 h 3"/>
                <a:gd name="T4" fmla="*/ 24 w 3"/>
                <a:gd name="T5" fmla="*/ 24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36" name="Freeform 1202">
              <a:extLst>
                <a:ext uri="{FF2B5EF4-FFF2-40B4-BE49-F238E27FC236}">
                  <a16:creationId xmlns:a16="http://schemas.microsoft.com/office/drawing/2014/main" id="{6B857571-2420-43F9-AA10-87B48F9B6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190"/>
              <a:ext cx="13" cy="13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33 h 6"/>
                <a:gd name="T4" fmla="*/ 45 w 7"/>
                <a:gd name="T5" fmla="*/ 61 h 6"/>
                <a:gd name="T6" fmla="*/ 45 w 7"/>
                <a:gd name="T7" fmla="*/ 33 h 6"/>
                <a:gd name="T8" fmla="*/ 45 w 7"/>
                <a:gd name="T9" fmla="*/ 9 h 6"/>
                <a:gd name="T10" fmla="*/ 37 w 7"/>
                <a:gd name="T11" fmla="*/ 9 h 6"/>
                <a:gd name="T12" fmla="*/ 32 w 7"/>
                <a:gd name="T13" fmla="*/ 20 h 6"/>
                <a:gd name="T14" fmla="*/ 20 w 7"/>
                <a:gd name="T15" fmla="*/ 20 h 6"/>
                <a:gd name="T16" fmla="*/ 0 w 7"/>
                <a:gd name="T17" fmla="*/ 9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3"/>
                    <a:pt x="2" y="2"/>
                    <a:pt x="4" y="3"/>
                  </a:cubicBezTo>
                  <a:cubicBezTo>
                    <a:pt x="6" y="3"/>
                    <a:pt x="6" y="5"/>
                    <a:pt x="7" y="6"/>
                  </a:cubicBezTo>
                  <a:cubicBezTo>
                    <a:pt x="6" y="5"/>
                    <a:pt x="7" y="4"/>
                    <a:pt x="7" y="3"/>
                  </a:cubicBezTo>
                  <a:cubicBezTo>
                    <a:pt x="7" y="2"/>
                    <a:pt x="7" y="2"/>
                    <a:pt x="7" y="1"/>
                  </a:cubicBezTo>
                  <a:cubicBezTo>
                    <a:pt x="6" y="0"/>
                    <a:pt x="6" y="0"/>
                    <a:pt x="6" y="1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37" name="Freeform 1203">
              <a:extLst>
                <a:ext uri="{FF2B5EF4-FFF2-40B4-BE49-F238E27FC236}">
                  <a16:creationId xmlns:a16="http://schemas.microsoft.com/office/drawing/2014/main" id="{DE37E0DE-3B2F-4BE1-A4B2-52712F0FB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198"/>
              <a:ext cx="12" cy="11"/>
            </a:xfrm>
            <a:custGeom>
              <a:avLst/>
              <a:gdLst>
                <a:gd name="T0" fmla="*/ 16 w 6"/>
                <a:gd name="T1" fmla="*/ 33 h 5"/>
                <a:gd name="T2" fmla="*/ 24 w 6"/>
                <a:gd name="T3" fmla="*/ 44 h 5"/>
                <a:gd name="T4" fmla="*/ 48 w 6"/>
                <a:gd name="T5" fmla="*/ 44 h 5"/>
                <a:gd name="T6" fmla="*/ 32 w 6"/>
                <a:gd name="T7" fmla="*/ 0 h 5"/>
                <a:gd name="T8" fmla="*/ 16 w 6"/>
                <a:gd name="T9" fmla="*/ 9 h 5"/>
                <a:gd name="T10" fmla="*/ 0 w 6"/>
                <a:gd name="T11" fmla="*/ 2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3"/>
                    <a:pt x="3" y="4"/>
                    <a:pt x="3" y="4"/>
                  </a:cubicBezTo>
                  <a:cubicBezTo>
                    <a:pt x="4" y="5"/>
                    <a:pt x="5" y="4"/>
                    <a:pt x="6" y="4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38" name="Freeform 1204">
              <a:extLst>
                <a:ext uri="{FF2B5EF4-FFF2-40B4-BE49-F238E27FC236}">
                  <a16:creationId xmlns:a16="http://schemas.microsoft.com/office/drawing/2014/main" id="{8198666B-26FD-4BED-B662-BBD14FF9F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163"/>
              <a:ext cx="5" cy="19"/>
            </a:xfrm>
            <a:custGeom>
              <a:avLst/>
              <a:gdLst>
                <a:gd name="T0" fmla="*/ 5 w 3"/>
                <a:gd name="T1" fmla="*/ 0 h 9"/>
                <a:gd name="T2" fmla="*/ 8 w 3"/>
                <a:gd name="T3" fmla="*/ 27 h 9"/>
                <a:gd name="T4" fmla="*/ 13 w 3"/>
                <a:gd name="T5" fmla="*/ 57 h 9"/>
                <a:gd name="T6" fmla="*/ 8 w 3"/>
                <a:gd name="T7" fmla="*/ 84 h 9"/>
                <a:gd name="T8" fmla="*/ 0 w 3"/>
                <a:gd name="T9" fmla="*/ 84 h 9"/>
                <a:gd name="T10" fmla="*/ 8 w 3"/>
                <a:gd name="T11" fmla="*/ 57 h 9"/>
                <a:gd name="T12" fmla="*/ 8 w 3"/>
                <a:gd name="T13" fmla="*/ 27 h 9"/>
                <a:gd name="T14" fmla="*/ 5 w 3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7"/>
                    <a:pt x="3" y="8"/>
                    <a:pt x="2" y="9"/>
                  </a:cubicBezTo>
                  <a:cubicBezTo>
                    <a:pt x="2" y="9"/>
                    <a:pt x="1" y="9"/>
                    <a:pt x="0" y="9"/>
                  </a:cubicBezTo>
                  <a:cubicBezTo>
                    <a:pt x="2" y="9"/>
                    <a:pt x="2" y="7"/>
                    <a:pt x="2" y="6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39" name="Freeform 1205">
              <a:extLst>
                <a:ext uri="{FF2B5EF4-FFF2-40B4-BE49-F238E27FC236}">
                  <a16:creationId xmlns:a16="http://schemas.microsoft.com/office/drawing/2014/main" id="{E383C267-36E8-419F-8AD1-0ADF4F580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141"/>
              <a:ext cx="79" cy="70"/>
            </a:xfrm>
            <a:custGeom>
              <a:avLst/>
              <a:gdLst>
                <a:gd name="T0" fmla="*/ 279 w 41"/>
                <a:gd name="T1" fmla="*/ 89 h 34"/>
                <a:gd name="T2" fmla="*/ 285 w 41"/>
                <a:gd name="T3" fmla="*/ 173 h 34"/>
                <a:gd name="T4" fmla="*/ 264 w 41"/>
                <a:gd name="T5" fmla="*/ 191 h 34"/>
                <a:gd name="T6" fmla="*/ 256 w 41"/>
                <a:gd name="T7" fmla="*/ 216 h 34"/>
                <a:gd name="T8" fmla="*/ 229 w 41"/>
                <a:gd name="T9" fmla="*/ 255 h 34"/>
                <a:gd name="T10" fmla="*/ 193 w 41"/>
                <a:gd name="T11" fmla="*/ 288 h 34"/>
                <a:gd name="T12" fmla="*/ 148 w 41"/>
                <a:gd name="T13" fmla="*/ 264 h 34"/>
                <a:gd name="T14" fmla="*/ 100 w 41"/>
                <a:gd name="T15" fmla="*/ 296 h 34"/>
                <a:gd name="T16" fmla="*/ 71 w 41"/>
                <a:gd name="T17" fmla="*/ 255 h 34"/>
                <a:gd name="T18" fmla="*/ 29 w 41"/>
                <a:gd name="T19" fmla="*/ 237 h 34"/>
                <a:gd name="T20" fmla="*/ 23 w 41"/>
                <a:gd name="T21" fmla="*/ 183 h 34"/>
                <a:gd name="T22" fmla="*/ 15 w 41"/>
                <a:gd name="T23" fmla="*/ 132 h 34"/>
                <a:gd name="T24" fmla="*/ 56 w 41"/>
                <a:gd name="T25" fmla="*/ 25 h 34"/>
                <a:gd name="T26" fmla="*/ 100 w 41"/>
                <a:gd name="T27" fmla="*/ 16 h 34"/>
                <a:gd name="T28" fmla="*/ 148 w 41"/>
                <a:gd name="T29" fmla="*/ 8 h 34"/>
                <a:gd name="T30" fmla="*/ 171 w 41"/>
                <a:gd name="T31" fmla="*/ 25 h 34"/>
                <a:gd name="T32" fmla="*/ 200 w 41"/>
                <a:gd name="T33" fmla="*/ 16 h 34"/>
                <a:gd name="T34" fmla="*/ 249 w 41"/>
                <a:gd name="T35" fmla="*/ 43 h 34"/>
                <a:gd name="T36" fmla="*/ 279 w 41"/>
                <a:gd name="T37" fmla="*/ 89 h 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34">
                  <a:moveTo>
                    <a:pt x="39" y="10"/>
                  </a:moveTo>
                  <a:cubicBezTo>
                    <a:pt x="40" y="12"/>
                    <a:pt x="41" y="18"/>
                    <a:pt x="40" y="20"/>
                  </a:cubicBezTo>
                  <a:cubicBezTo>
                    <a:pt x="39" y="22"/>
                    <a:pt x="38" y="21"/>
                    <a:pt x="37" y="22"/>
                  </a:cubicBezTo>
                  <a:cubicBezTo>
                    <a:pt x="35" y="23"/>
                    <a:pt x="36" y="23"/>
                    <a:pt x="36" y="25"/>
                  </a:cubicBezTo>
                  <a:cubicBezTo>
                    <a:pt x="35" y="27"/>
                    <a:pt x="33" y="28"/>
                    <a:pt x="32" y="29"/>
                  </a:cubicBezTo>
                  <a:cubicBezTo>
                    <a:pt x="30" y="31"/>
                    <a:pt x="30" y="34"/>
                    <a:pt x="27" y="33"/>
                  </a:cubicBezTo>
                  <a:cubicBezTo>
                    <a:pt x="24" y="33"/>
                    <a:pt x="24" y="30"/>
                    <a:pt x="21" y="30"/>
                  </a:cubicBezTo>
                  <a:cubicBezTo>
                    <a:pt x="18" y="30"/>
                    <a:pt x="17" y="33"/>
                    <a:pt x="14" y="34"/>
                  </a:cubicBezTo>
                  <a:cubicBezTo>
                    <a:pt x="11" y="34"/>
                    <a:pt x="11" y="31"/>
                    <a:pt x="10" y="29"/>
                  </a:cubicBezTo>
                  <a:cubicBezTo>
                    <a:pt x="8" y="27"/>
                    <a:pt x="5" y="28"/>
                    <a:pt x="4" y="27"/>
                  </a:cubicBezTo>
                  <a:cubicBezTo>
                    <a:pt x="1" y="26"/>
                    <a:pt x="3" y="23"/>
                    <a:pt x="3" y="21"/>
                  </a:cubicBezTo>
                  <a:cubicBezTo>
                    <a:pt x="3" y="19"/>
                    <a:pt x="2" y="18"/>
                    <a:pt x="2" y="15"/>
                  </a:cubicBezTo>
                  <a:cubicBezTo>
                    <a:pt x="0" y="11"/>
                    <a:pt x="4" y="5"/>
                    <a:pt x="8" y="3"/>
                  </a:cubicBezTo>
                  <a:cubicBezTo>
                    <a:pt x="10" y="2"/>
                    <a:pt x="12" y="3"/>
                    <a:pt x="14" y="2"/>
                  </a:cubicBezTo>
                  <a:cubicBezTo>
                    <a:pt x="17" y="1"/>
                    <a:pt x="18" y="0"/>
                    <a:pt x="21" y="1"/>
                  </a:cubicBezTo>
                  <a:cubicBezTo>
                    <a:pt x="22" y="2"/>
                    <a:pt x="22" y="3"/>
                    <a:pt x="24" y="3"/>
                  </a:cubicBezTo>
                  <a:cubicBezTo>
                    <a:pt x="25" y="3"/>
                    <a:pt x="27" y="2"/>
                    <a:pt x="28" y="2"/>
                  </a:cubicBezTo>
                  <a:cubicBezTo>
                    <a:pt x="31" y="2"/>
                    <a:pt x="33" y="2"/>
                    <a:pt x="35" y="5"/>
                  </a:cubicBezTo>
                  <a:cubicBezTo>
                    <a:pt x="36" y="7"/>
                    <a:pt x="38" y="9"/>
                    <a:pt x="39" y="1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40" name="Freeform 1206">
              <a:extLst>
                <a:ext uri="{FF2B5EF4-FFF2-40B4-BE49-F238E27FC236}">
                  <a16:creationId xmlns:a16="http://schemas.microsoft.com/office/drawing/2014/main" id="{BE9000DC-35B1-47C2-88E0-96468DD80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196"/>
              <a:ext cx="15" cy="9"/>
            </a:xfrm>
            <a:custGeom>
              <a:avLst/>
              <a:gdLst>
                <a:gd name="T0" fmla="*/ 0 w 8"/>
                <a:gd name="T1" fmla="*/ 45 h 4"/>
                <a:gd name="T2" fmla="*/ 5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2"/>
                    <a:pt x="4" y="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41" name="Freeform 1207">
              <a:extLst>
                <a:ext uri="{FF2B5EF4-FFF2-40B4-BE49-F238E27FC236}">
                  <a16:creationId xmlns:a16="http://schemas.microsoft.com/office/drawing/2014/main" id="{21A84420-CFE0-4CC0-83ED-99BDE5E89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145"/>
              <a:ext cx="9" cy="6"/>
            </a:xfrm>
            <a:custGeom>
              <a:avLst/>
              <a:gdLst>
                <a:gd name="T0" fmla="*/ 29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42" name="Freeform 1208">
              <a:extLst>
                <a:ext uri="{FF2B5EF4-FFF2-40B4-BE49-F238E27FC236}">
                  <a16:creationId xmlns:a16="http://schemas.microsoft.com/office/drawing/2014/main" id="{9A009532-6453-4744-BF8D-BCFCEF9F9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1163"/>
              <a:ext cx="20" cy="25"/>
            </a:xfrm>
            <a:custGeom>
              <a:avLst/>
              <a:gdLst>
                <a:gd name="T0" fmla="*/ 80 w 10"/>
                <a:gd name="T1" fmla="*/ 0 h 12"/>
                <a:gd name="T2" fmla="*/ 40 w 10"/>
                <a:gd name="T3" fmla="*/ 8 h 12"/>
                <a:gd name="T4" fmla="*/ 32 w 10"/>
                <a:gd name="T5" fmla="*/ 27 h 12"/>
                <a:gd name="T6" fmla="*/ 16 w 10"/>
                <a:gd name="T7" fmla="*/ 35 h 12"/>
                <a:gd name="T8" fmla="*/ 8 w 10"/>
                <a:gd name="T9" fmla="*/ 83 h 12"/>
                <a:gd name="T10" fmla="*/ 40 w 10"/>
                <a:gd name="T11" fmla="*/ 10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9" y="0"/>
                    <a:pt x="6" y="0"/>
                    <a:pt x="5" y="1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6"/>
                    <a:pt x="0" y="7"/>
                    <a:pt x="1" y="9"/>
                  </a:cubicBezTo>
                  <a:cubicBezTo>
                    <a:pt x="2" y="10"/>
                    <a:pt x="5" y="10"/>
                    <a:pt x="5" y="1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43" name="Freeform 1209">
              <a:extLst>
                <a:ext uri="{FF2B5EF4-FFF2-40B4-BE49-F238E27FC236}">
                  <a16:creationId xmlns:a16="http://schemas.microsoft.com/office/drawing/2014/main" id="{25D329A5-F7B7-4D2E-9018-7EA375441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159"/>
              <a:ext cx="16" cy="15"/>
            </a:xfrm>
            <a:custGeom>
              <a:avLst/>
              <a:gdLst>
                <a:gd name="T0" fmla="*/ 48 w 8"/>
                <a:gd name="T1" fmla="*/ 69 h 7"/>
                <a:gd name="T2" fmla="*/ 40 w 8"/>
                <a:gd name="T3" fmla="*/ 9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7"/>
                  </a:moveTo>
                  <a:cubicBezTo>
                    <a:pt x="8" y="5"/>
                    <a:pt x="6" y="2"/>
                    <a:pt x="5" y="1"/>
                  </a:cubicBezTo>
                  <a:cubicBezTo>
                    <a:pt x="3" y="0"/>
                    <a:pt x="2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44" name="Freeform 1210">
              <a:extLst>
                <a:ext uri="{FF2B5EF4-FFF2-40B4-BE49-F238E27FC236}">
                  <a16:creationId xmlns:a16="http://schemas.microsoft.com/office/drawing/2014/main" id="{8E32BA01-A7ED-48A1-A6C7-FB55FE89B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157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8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1" y="2"/>
                    <a:pt x="1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45" name="Freeform 1211">
              <a:extLst>
                <a:ext uri="{FF2B5EF4-FFF2-40B4-BE49-F238E27FC236}">
                  <a16:creationId xmlns:a16="http://schemas.microsoft.com/office/drawing/2014/main" id="{7CB33339-9E30-4C32-9D01-B3EF4B9B9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161"/>
              <a:ext cx="2" cy="4"/>
            </a:xfrm>
            <a:custGeom>
              <a:avLst/>
              <a:gdLst>
                <a:gd name="T0" fmla="*/ 8 w 1"/>
                <a:gd name="T1" fmla="*/ 8 h 2"/>
                <a:gd name="T2" fmla="*/ 0 w 1"/>
                <a:gd name="T3" fmla="*/ 0 h 2"/>
                <a:gd name="T4" fmla="*/ 0 w 1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46" name="Freeform 1212">
              <a:extLst>
                <a:ext uri="{FF2B5EF4-FFF2-40B4-BE49-F238E27FC236}">
                  <a16:creationId xmlns:a16="http://schemas.microsoft.com/office/drawing/2014/main" id="{E7F7F362-7C6F-482E-8C4A-81DCCA298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149"/>
              <a:ext cx="2" cy="4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47" name="Freeform 1213">
              <a:extLst>
                <a:ext uri="{FF2B5EF4-FFF2-40B4-BE49-F238E27FC236}">
                  <a16:creationId xmlns:a16="http://schemas.microsoft.com/office/drawing/2014/main" id="{1B68D004-248E-4D7A-A5D0-DF44B8AA9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172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48" name="Freeform 1214">
              <a:extLst>
                <a:ext uri="{FF2B5EF4-FFF2-40B4-BE49-F238E27FC236}">
                  <a16:creationId xmlns:a16="http://schemas.microsoft.com/office/drawing/2014/main" id="{CE6F31BF-ADF5-4356-A497-2AFA646F3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184"/>
              <a:ext cx="4" cy="4"/>
            </a:xfrm>
            <a:custGeom>
              <a:avLst/>
              <a:gdLst>
                <a:gd name="T0" fmla="*/ 8 w 2"/>
                <a:gd name="T1" fmla="*/ 16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49" name="Freeform 1215">
              <a:extLst>
                <a:ext uri="{FF2B5EF4-FFF2-40B4-BE49-F238E27FC236}">
                  <a16:creationId xmlns:a16="http://schemas.microsoft.com/office/drawing/2014/main" id="{899D9B8A-5371-4B73-B6FF-CD27514D8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196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50" name="Freeform 1216">
              <a:extLst>
                <a:ext uri="{FF2B5EF4-FFF2-40B4-BE49-F238E27FC236}">
                  <a16:creationId xmlns:a16="http://schemas.microsoft.com/office/drawing/2014/main" id="{2B5C5899-A17E-4413-A575-7A4FA5DE9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302"/>
              <a:ext cx="109" cy="94"/>
            </a:xfrm>
            <a:custGeom>
              <a:avLst/>
              <a:gdLst>
                <a:gd name="T0" fmla="*/ 164 w 56"/>
                <a:gd name="T1" fmla="*/ 8 h 46"/>
                <a:gd name="T2" fmla="*/ 341 w 56"/>
                <a:gd name="T3" fmla="*/ 76 h 46"/>
                <a:gd name="T4" fmla="*/ 345 w 56"/>
                <a:gd name="T5" fmla="*/ 147 h 46"/>
                <a:gd name="T6" fmla="*/ 397 w 56"/>
                <a:gd name="T7" fmla="*/ 172 h 46"/>
                <a:gd name="T8" fmla="*/ 383 w 56"/>
                <a:gd name="T9" fmla="*/ 229 h 46"/>
                <a:gd name="T10" fmla="*/ 341 w 56"/>
                <a:gd name="T11" fmla="*/ 300 h 46"/>
                <a:gd name="T12" fmla="*/ 220 w 56"/>
                <a:gd name="T13" fmla="*/ 343 h 46"/>
                <a:gd name="T14" fmla="*/ 208 w 56"/>
                <a:gd name="T15" fmla="*/ 300 h 46"/>
                <a:gd name="T16" fmla="*/ 185 w 56"/>
                <a:gd name="T17" fmla="*/ 325 h 46"/>
                <a:gd name="T18" fmla="*/ 125 w 56"/>
                <a:gd name="T19" fmla="*/ 317 h 46"/>
                <a:gd name="T20" fmla="*/ 117 w 56"/>
                <a:gd name="T21" fmla="*/ 280 h 46"/>
                <a:gd name="T22" fmla="*/ 80 w 56"/>
                <a:gd name="T23" fmla="*/ 272 h 46"/>
                <a:gd name="T24" fmla="*/ 53 w 56"/>
                <a:gd name="T25" fmla="*/ 213 h 46"/>
                <a:gd name="T26" fmla="*/ 37 w 56"/>
                <a:gd name="T27" fmla="*/ 188 h 46"/>
                <a:gd name="T28" fmla="*/ 16 w 56"/>
                <a:gd name="T29" fmla="*/ 147 h 46"/>
                <a:gd name="T30" fmla="*/ 53 w 56"/>
                <a:gd name="T31" fmla="*/ 84 h 46"/>
                <a:gd name="T32" fmla="*/ 164 w 56"/>
                <a:gd name="T33" fmla="*/ 8 h 46"/>
                <a:gd name="T34" fmla="*/ 164 w 56"/>
                <a:gd name="T35" fmla="*/ 8 h 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46">
                  <a:moveTo>
                    <a:pt x="22" y="1"/>
                  </a:moveTo>
                  <a:cubicBezTo>
                    <a:pt x="28" y="0"/>
                    <a:pt x="46" y="1"/>
                    <a:pt x="46" y="9"/>
                  </a:cubicBezTo>
                  <a:cubicBezTo>
                    <a:pt x="46" y="13"/>
                    <a:pt x="42" y="15"/>
                    <a:pt x="47" y="17"/>
                  </a:cubicBezTo>
                  <a:cubicBezTo>
                    <a:pt x="50" y="18"/>
                    <a:pt x="52" y="16"/>
                    <a:pt x="54" y="20"/>
                  </a:cubicBezTo>
                  <a:cubicBezTo>
                    <a:pt x="56" y="23"/>
                    <a:pt x="54" y="25"/>
                    <a:pt x="52" y="27"/>
                  </a:cubicBezTo>
                  <a:cubicBezTo>
                    <a:pt x="49" y="29"/>
                    <a:pt x="48" y="32"/>
                    <a:pt x="46" y="35"/>
                  </a:cubicBezTo>
                  <a:cubicBezTo>
                    <a:pt x="43" y="39"/>
                    <a:pt x="35" y="46"/>
                    <a:pt x="30" y="40"/>
                  </a:cubicBezTo>
                  <a:cubicBezTo>
                    <a:pt x="29" y="39"/>
                    <a:pt x="29" y="36"/>
                    <a:pt x="28" y="35"/>
                  </a:cubicBezTo>
                  <a:cubicBezTo>
                    <a:pt x="26" y="35"/>
                    <a:pt x="26" y="37"/>
                    <a:pt x="25" y="38"/>
                  </a:cubicBezTo>
                  <a:cubicBezTo>
                    <a:pt x="22" y="40"/>
                    <a:pt x="19" y="40"/>
                    <a:pt x="17" y="37"/>
                  </a:cubicBezTo>
                  <a:cubicBezTo>
                    <a:pt x="16" y="35"/>
                    <a:pt x="18" y="35"/>
                    <a:pt x="16" y="33"/>
                  </a:cubicBezTo>
                  <a:cubicBezTo>
                    <a:pt x="15" y="33"/>
                    <a:pt x="13" y="33"/>
                    <a:pt x="11" y="32"/>
                  </a:cubicBezTo>
                  <a:cubicBezTo>
                    <a:pt x="7" y="30"/>
                    <a:pt x="7" y="29"/>
                    <a:pt x="7" y="25"/>
                  </a:cubicBezTo>
                  <a:cubicBezTo>
                    <a:pt x="6" y="23"/>
                    <a:pt x="7" y="24"/>
                    <a:pt x="5" y="22"/>
                  </a:cubicBezTo>
                  <a:cubicBezTo>
                    <a:pt x="4" y="20"/>
                    <a:pt x="2" y="19"/>
                    <a:pt x="2" y="17"/>
                  </a:cubicBezTo>
                  <a:cubicBezTo>
                    <a:pt x="0" y="12"/>
                    <a:pt x="3" y="12"/>
                    <a:pt x="7" y="10"/>
                  </a:cubicBezTo>
                  <a:cubicBezTo>
                    <a:pt x="12" y="7"/>
                    <a:pt x="15" y="2"/>
                    <a:pt x="22" y="1"/>
                  </a:cubicBezTo>
                  <a:cubicBezTo>
                    <a:pt x="22" y="1"/>
                    <a:pt x="21" y="1"/>
                    <a:pt x="22" y="1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51" name="Freeform 1217">
              <a:extLst>
                <a:ext uri="{FF2B5EF4-FFF2-40B4-BE49-F238E27FC236}">
                  <a16:creationId xmlns:a16="http://schemas.microsoft.com/office/drawing/2014/main" id="{92E2E23A-DB41-4DD2-8C87-A90A23023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349"/>
              <a:ext cx="37" cy="31"/>
            </a:xfrm>
            <a:custGeom>
              <a:avLst/>
              <a:gdLst>
                <a:gd name="T0" fmla="*/ 8 w 19"/>
                <a:gd name="T1" fmla="*/ 0 h 15"/>
                <a:gd name="T2" fmla="*/ 23 w 19"/>
                <a:gd name="T3" fmla="*/ 60 h 15"/>
                <a:gd name="T4" fmla="*/ 72 w 19"/>
                <a:gd name="T5" fmla="*/ 99 h 15"/>
                <a:gd name="T6" fmla="*/ 103 w 19"/>
                <a:gd name="T7" fmla="*/ 132 h 15"/>
                <a:gd name="T8" fmla="*/ 140 w 19"/>
                <a:gd name="T9" fmla="*/ 81 h 15"/>
                <a:gd name="T10" fmla="*/ 103 w 19"/>
                <a:gd name="T11" fmla="*/ 89 h 15"/>
                <a:gd name="T12" fmla="*/ 80 w 19"/>
                <a:gd name="T13" fmla="*/ 35 h 15"/>
                <a:gd name="T14" fmla="*/ 37 w 19"/>
                <a:gd name="T15" fmla="*/ 25 h 15"/>
                <a:gd name="T16" fmla="*/ 8 w 19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5">
                  <a:moveTo>
                    <a:pt x="1" y="0"/>
                  </a:moveTo>
                  <a:cubicBezTo>
                    <a:pt x="2" y="3"/>
                    <a:pt x="0" y="5"/>
                    <a:pt x="3" y="7"/>
                  </a:cubicBezTo>
                  <a:cubicBezTo>
                    <a:pt x="6" y="8"/>
                    <a:pt x="9" y="8"/>
                    <a:pt x="10" y="11"/>
                  </a:cubicBezTo>
                  <a:cubicBezTo>
                    <a:pt x="11" y="13"/>
                    <a:pt x="10" y="15"/>
                    <a:pt x="14" y="15"/>
                  </a:cubicBezTo>
                  <a:cubicBezTo>
                    <a:pt x="17" y="14"/>
                    <a:pt x="17" y="11"/>
                    <a:pt x="19" y="9"/>
                  </a:cubicBezTo>
                  <a:cubicBezTo>
                    <a:pt x="17" y="10"/>
                    <a:pt x="16" y="11"/>
                    <a:pt x="14" y="10"/>
                  </a:cubicBezTo>
                  <a:cubicBezTo>
                    <a:pt x="12" y="8"/>
                    <a:pt x="13" y="5"/>
                    <a:pt x="11" y="4"/>
                  </a:cubicBezTo>
                  <a:cubicBezTo>
                    <a:pt x="9" y="3"/>
                    <a:pt x="7" y="3"/>
                    <a:pt x="5" y="3"/>
                  </a:cubicBezTo>
                  <a:cubicBezTo>
                    <a:pt x="4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52" name="Freeform 1218">
              <a:extLst>
                <a:ext uri="{FF2B5EF4-FFF2-40B4-BE49-F238E27FC236}">
                  <a16:creationId xmlns:a16="http://schemas.microsoft.com/office/drawing/2014/main" id="{76ED0AA5-4D69-4D90-8F90-CB3236E43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339"/>
              <a:ext cx="45" cy="49"/>
            </a:xfrm>
            <a:custGeom>
              <a:avLst/>
              <a:gdLst>
                <a:gd name="T0" fmla="*/ 0 w 23"/>
                <a:gd name="T1" fmla="*/ 172 h 24"/>
                <a:gd name="T2" fmla="*/ 61 w 23"/>
                <a:gd name="T3" fmla="*/ 180 h 24"/>
                <a:gd name="T4" fmla="*/ 112 w 23"/>
                <a:gd name="T5" fmla="*/ 112 h 24"/>
                <a:gd name="T6" fmla="*/ 133 w 23"/>
                <a:gd name="T7" fmla="*/ 76 h 24"/>
                <a:gd name="T8" fmla="*/ 164 w 23"/>
                <a:gd name="T9" fmla="*/ 41 h 24"/>
                <a:gd name="T10" fmla="*/ 141 w 23"/>
                <a:gd name="T11" fmla="*/ 0 h 24"/>
                <a:gd name="T12" fmla="*/ 127 w 23"/>
                <a:gd name="T13" fmla="*/ 51 h 24"/>
                <a:gd name="T14" fmla="*/ 76 w 23"/>
                <a:gd name="T15" fmla="*/ 112 h 24"/>
                <a:gd name="T16" fmla="*/ 45 w 23"/>
                <a:gd name="T17" fmla="*/ 180 h 24"/>
                <a:gd name="T18" fmla="*/ 0 w 23"/>
                <a:gd name="T19" fmla="*/ 18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4">
                  <a:moveTo>
                    <a:pt x="0" y="20"/>
                  </a:moveTo>
                  <a:cubicBezTo>
                    <a:pt x="0" y="24"/>
                    <a:pt x="7" y="22"/>
                    <a:pt x="8" y="21"/>
                  </a:cubicBezTo>
                  <a:cubicBezTo>
                    <a:pt x="11" y="18"/>
                    <a:pt x="13" y="16"/>
                    <a:pt x="15" y="13"/>
                  </a:cubicBezTo>
                  <a:cubicBezTo>
                    <a:pt x="16" y="12"/>
                    <a:pt x="17" y="10"/>
                    <a:pt x="18" y="9"/>
                  </a:cubicBezTo>
                  <a:cubicBezTo>
                    <a:pt x="19" y="8"/>
                    <a:pt x="21" y="7"/>
                    <a:pt x="22" y="5"/>
                  </a:cubicBezTo>
                  <a:cubicBezTo>
                    <a:pt x="23" y="2"/>
                    <a:pt x="21" y="2"/>
                    <a:pt x="19" y="0"/>
                  </a:cubicBezTo>
                  <a:cubicBezTo>
                    <a:pt x="21" y="2"/>
                    <a:pt x="19" y="5"/>
                    <a:pt x="17" y="6"/>
                  </a:cubicBezTo>
                  <a:cubicBezTo>
                    <a:pt x="14" y="9"/>
                    <a:pt x="12" y="9"/>
                    <a:pt x="10" y="13"/>
                  </a:cubicBezTo>
                  <a:cubicBezTo>
                    <a:pt x="9" y="15"/>
                    <a:pt x="8" y="19"/>
                    <a:pt x="6" y="21"/>
                  </a:cubicBezTo>
                  <a:cubicBezTo>
                    <a:pt x="4" y="22"/>
                    <a:pt x="3" y="22"/>
                    <a:pt x="0" y="2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53" name="Freeform 1219">
              <a:extLst>
                <a:ext uri="{FF2B5EF4-FFF2-40B4-BE49-F238E27FC236}">
                  <a16:creationId xmlns:a16="http://schemas.microsoft.com/office/drawing/2014/main" id="{2503E507-95F2-40AA-94FC-5DCE9E311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308"/>
              <a:ext cx="27" cy="20"/>
            </a:xfrm>
            <a:custGeom>
              <a:avLst/>
              <a:gdLst>
                <a:gd name="T0" fmla="*/ 23 w 14"/>
                <a:gd name="T1" fmla="*/ 0 h 10"/>
                <a:gd name="T2" fmla="*/ 79 w 14"/>
                <a:gd name="T3" fmla="*/ 80 h 10"/>
                <a:gd name="T4" fmla="*/ 56 w 14"/>
                <a:gd name="T5" fmla="*/ 24 h 10"/>
                <a:gd name="T6" fmla="*/ 29 w 14"/>
                <a:gd name="T7" fmla="*/ 16 h 10"/>
                <a:gd name="T8" fmla="*/ 23 w 14"/>
                <a:gd name="T9" fmla="*/ 0 h 10"/>
                <a:gd name="T10" fmla="*/ 0 w 14"/>
                <a:gd name="T11" fmla="*/ 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3" y="0"/>
                  </a:moveTo>
                  <a:cubicBezTo>
                    <a:pt x="9" y="0"/>
                    <a:pt x="14" y="4"/>
                    <a:pt x="11" y="10"/>
                  </a:cubicBezTo>
                  <a:cubicBezTo>
                    <a:pt x="12" y="8"/>
                    <a:pt x="11" y="4"/>
                    <a:pt x="8" y="3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54" name="Freeform 1220">
              <a:extLst>
                <a:ext uri="{FF2B5EF4-FFF2-40B4-BE49-F238E27FC236}">
                  <a16:creationId xmlns:a16="http://schemas.microsoft.com/office/drawing/2014/main" id="{0C1C54CA-2449-446E-9A7E-A39CF5A5D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322"/>
              <a:ext cx="34" cy="27"/>
            </a:xfrm>
            <a:custGeom>
              <a:avLst/>
              <a:gdLst>
                <a:gd name="T0" fmla="*/ 0 w 18"/>
                <a:gd name="T1" fmla="*/ 52 h 13"/>
                <a:gd name="T2" fmla="*/ 76 w 18"/>
                <a:gd name="T3" fmla="*/ 44 h 13"/>
                <a:gd name="T4" fmla="*/ 113 w 18"/>
                <a:gd name="T5" fmla="*/ 116 h 13"/>
                <a:gd name="T6" fmla="*/ 108 w 18"/>
                <a:gd name="T7" fmla="*/ 35 h 13"/>
                <a:gd name="T8" fmla="*/ 76 w 18"/>
                <a:gd name="T9" fmla="*/ 17 h 13"/>
                <a:gd name="T10" fmla="*/ 32 w 18"/>
                <a:gd name="T11" fmla="*/ 35 h 13"/>
                <a:gd name="T12" fmla="*/ 8 w 18"/>
                <a:gd name="T13" fmla="*/ 5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0" y="6"/>
                  </a:moveTo>
                  <a:cubicBezTo>
                    <a:pt x="3" y="8"/>
                    <a:pt x="8" y="4"/>
                    <a:pt x="11" y="5"/>
                  </a:cubicBezTo>
                  <a:cubicBezTo>
                    <a:pt x="14" y="6"/>
                    <a:pt x="16" y="11"/>
                    <a:pt x="17" y="13"/>
                  </a:cubicBezTo>
                  <a:cubicBezTo>
                    <a:pt x="17" y="10"/>
                    <a:pt x="18" y="6"/>
                    <a:pt x="16" y="4"/>
                  </a:cubicBezTo>
                  <a:cubicBezTo>
                    <a:pt x="14" y="0"/>
                    <a:pt x="14" y="1"/>
                    <a:pt x="11" y="2"/>
                  </a:cubicBezTo>
                  <a:cubicBezTo>
                    <a:pt x="8" y="2"/>
                    <a:pt x="7" y="4"/>
                    <a:pt x="5" y="4"/>
                  </a:cubicBezTo>
                  <a:cubicBezTo>
                    <a:pt x="3" y="5"/>
                    <a:pt x="2" y="6"/>
                    <a:pt x="1" y="6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55" name="Freeform 1221">
              <a:extLst>
                <a:ext uri="{FF2B5EF4-FFF2-40B4-BE49-F238E27FC236}">
                  <a16:creationId xmlns:a16="http://schemas.microsoft.com/office/drawing/2014/main" id="{DEC0CAE8-F23A-4D8F-ABF4-D82821628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376"/>
              <a:ext cx="22" cy="12"/>
            </a:xfrm>
            <a:custGeom>
              <a:avLst/>
              <a:gdLst>
                <a:gd name="T0" fmla="*/ 8 w 11"/>
                <a:gd name="T1" fmla="*/ 8 h 6"/>
                <a:gd name="T2" fmla="*/ 88 w 11"/>
                <a:gd name="T3" fmla="*/ 24 h 6"/>
                <a:gd name="T4" fmla="*/ 32 w 11"/>
                <a:gd name="T5" fmla="*/ 24 h 6"/>
                <a:gd name="T6" fmla="*/ 0 w 1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1" y="1"/>
                  </a:moveTo>
                  <a:cubicBezTo>
                    <a:pt x="2" y="5"/>
                    <a:pt x="8" y="6"/>
                    <a:pt x="11" y="3"/>
                  </a:cubicBezTo>
                  <a:cubicBezTo>
                    <a:pt x="8" y="4"/>
                    <a:pt x="7" y="5"/>
                    <a:pt x="4" y="3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56" name="Freeform 1222">
              <a:extLst>
                <a:ext uri="{FF2B5EF4-FFF2-40B4-BE49-F238E27FC236}">
                  <a16:creationId xmlns:a16="http://schemas.microsoft.com/office/drawing/2014/main" id="{B6DE73E3-3AA4-4CEA-8D21-87933EAF9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361"/>
              <a:ext cx="17" cy="17"/>
            </a:xfrm>
            <a:custGeom>
              <a:avLst/>
              <a:gdLst>
                <a:gd name="T0" fmla="*/ 0 w 9"/>
                <a:gd name="T1" fmla="*/ 0 h 8"/>
                <a:gd name="T2" fmla="*/ 47 w 9"/>
                <a:gd name="T3" fmla="*/ 40 h 8"/>
                <a:gd name="T4" fmla="*/ 60 w 9"/>
                <a:gd name="T5" fmla="*/ 77 h 8"/>
                <a:gd name="T6" fmla="*/ 53 w 9"/>
                <a:gd name="T7" fmla="*/ 19 h 8"/>
                <a:gd name="T8" fmla="*/ 32 w 9"/>
                <a:gd name="T9" fmla="*/ 9 h 8"/>
                <a:gd name="T10" fmla="*/ 0 w 9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0" y="2"/>
                    <a:pt x="6" y="3"/>
                    <a:pt x="7" y="4"/>
                  </a:cubicBezTo>
                  <a:cubicBezTo>
                    <a:pt x="8" y="5"/>
                    <a:pt x="8" y="7"/>
                    <a:pt x="9" y="8"/>
                  </a:cubicBezTo>
                  <a:cubicBezTo>
                    <a:pt x="9" y="6"/>
                    <a:pt x="9" y="3"/>
                    <a:pt x="8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57" name="Freeform 1223">
              <a:extLst>
                <a:ext uri="{FF2B5EF4-FFF2-40B4-BE49-F238E27FC236}">
                  <a16:creationId xmlns:a16="http://schemas.microsoft.com/office/drawing/2014/main" id="{B44F9C90-8861-4EFE-B0E7-06CB1C49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312"/>
              <a:ext cx="8" cy="18"/>
            </a:xfrm>
            <a:custGeom>
              <a:avLst/>
              <a:gdLst>
                <a:gd name="T0" fmla="*/ 0 w 4"/>
                <a:gd name="T1" fmla="*/ 0 h 9"/>
                <a:gd name="T2" fmla="*/ 8 w 4"/>
                <a:gd name="T3" fmla="*/ 72 h 9"/>
                <a:gd name="T4" fmla="*/ 0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4" y="0"/>
                    <a:pt x="3" y="7"/>
                    <a:pt x="1" y="9"/>
                  </a:cubicBezTo>
                  <a:cubicBezTo>
                    <a:pt x="2" y="7"/>
                    <a:pt x="3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58" name="Freeform 1224">
              <a:extLst>
                <a:ext uri="{FF2B5EF4-FFF2-40B4-BE49-F238E27FC236}">
                  <a16:creationId xmlns:a16="http://schemas.microsoft.com/office/drawing/2014/main" id="{B2D86818-215F-4613-962A-1AACED249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304"/>
              <a:ext cx="36" cy="20"/>
            </a:xfrm>
            <a:custGeom>
              <a:avLst/>
              <a:gdLst>
                <a:gd name="T0" fmla="*/ 0 w 19"/>
                <a:gd name="T1" fmla="*/ 72 h 10"/>
                <a:gd name="T2" fmla="*/ 53 w 19"/>
                <a:gd name="T3" fmla="*/ 24 h 10"/>
                <a:gd name="T4" fmla="*/ 129 w 19"/>
                <a:gd name="T5" fmla="*/ 8 h 10"/>
                <a:gd name="T6" fmla="*/ 89 w 19"/>
                <a:gd name="T7" fmla="*/ 16 h 10"/>
                <a:gd name="T8" fmla="*/ 53 w 19"/>
                <a:gd name="T9" fmla="*/ 40 h 10"/>
                <a:gd name="T10" fmla="*/ 28 w 19"/>
                <a:gd name="T11" fmla="*/ 56 h 10"/>
                <a:gd name="T12" fmla="*/ 0 w 19"/>
                <a:gd name="T13" fmla="*/ 8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0">
                  <a:moveTo>
                    <a:pt x="0" y="9"/>
                  </a:moveTo>
                  <a:cubicBezTo>
                    <a:pt x="3" y="8"/>
                    <a:pt x="5" y="5"/>
                    <a:pt x="8" y="3"/>
                  </a:cubicBezTo>
                  <a:cubicBezTo>
                    <a:pt x="11" y="1"/>
                    <a:pt x="17" y="0"/>
                    <a:pt x="19" y="1"/>
                  </a:cubicBezTo>
                  <a:cubicBezTo>
                    <a:pt x="17" y="2"/>
                    <a:pt x="15" y="1"/>
                    <a:pt x="13" y="2"/>
                  </a:cubicBezTo>
                  <a:cubicBezTo>
                    <a:pt x="11" y="3"/>
                    <a:pt x="10" y="4"/>
                    <a:pt x="8" y="5"/>
                  </a:cubicBezTo>
                  <a:cubicBezTo>
                    <a:pt x="7" y="6"/>
                    <a:pt x="6" y="7"/>
                    <a:pt x="4" y="7"/>
                  </a:cubicBezTo>
                  <a:cubicBezTo>
                    <a:pt x="2" y="7"/>
                    <a:pt x="1" y="8"/>
                    <a:pt x="0" y="1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59" name="Freeform 1225">
              <a:extLst>
                <a:ext uri="{FF2B5EF4-FFF2-40B4-BE49-F238E27FC236}">
                  <a16:creationId xmlns:a16="http://schemas.microsoft.com/office/drawing/2014/main" id="{98C5F6E6-6DCF-4FB2-BFA4-74627021E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332"/>
              <a:ext cx="24" cy="13"/>
            </a:xfrm>
            <a:custGeom>
              <a:avLst/>
              <a:gdLst>
                <a:gd name="T0" fmla="*/ 0 w 12"/>
                <a:gd name="T1" fmla="*/ 43 h 6"/>
                <a:gd name="T2" fmla="*/ 96 w 12"/>
                <a:gd name="T3" fmla="*/ 61 h 6"/>
                <a:gd name="T4" fmla="*/ 56 w 12"/>
                <a:gd name="T5" fmla="*/ 43 h 6"/>
                <a:gd name="T6" fmla="*/ 16 w 12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3" y="4"/>
                    <a:pt x="11" y="0"/>
                    <a:pt x="12" y="6"/>
                  </a:cubicBezTo>
                  <a:cubicBezTo>
                    <a:pt x="11" y="4"/>
                    <a:pt x="9" y="4"/>
                    <a:pt x="7" y="4"/>
                  </a:cubicBezTo>
                  <a:cubicBezTo>
                    <a:pt x="5" y="4"/>
                    <a:pt x="4" y="4"/>
                    <a:pt x="2" y="3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60" name="Freeform 1226">
              <a:extLst>
                <a:ext uri="{FF2B5EF4-FFF2-40B4-BE49-F238E27FC236}">
                  <a16:creationId xmlns:a16="http://schemas.microsoft.com/office/drawing/2014/main" id="{CED5C2EF-3AE4-4D2A-929B-BA8D1D26B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322"/>
              <a:ext cx="15" cy="17"/>
            </a:xfrm>
            <a:custGeom>
              <a:avLst/>
              <a:gdLst>
                <a:gd name="T0" fmla="*/ 8 w 8"/>
                <a:gd name="T1" fmla="*/ 9 h 8"/>
                <a:gd name="T2" fmla="*/ 28 w 8"/>
                <a:gd name="T3" fmla="*/ 49 h 8"/>
                <a:gd name="T4" fmla="*/ 39 w 8"/>
                <a:gd name="T5" fmla="*/ 68 h 8"/>
                <a:gd name="T6" fmla="*/ 53 w 8"/>
                <a:gd name="T7" fmla="*/ 77 h 8"/>
                <a:gd name="T8" fmla="*/ 21 w 8"/>
                <a:gd name="T9" fmla="*/ 49 h 8"/>
                <a:gd name="T10" fmla="*/ 8 w 8"/>
                <a:gd name="T11" fmla="*/ 19 h 8"/>
                <a:gd name="T12" fmla="*/ 0 w 8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1" y="2"/>
                    <a:pt x="3" y="4"/>
                    <a:pt x="4" y="5"/>
                  </a:cubicBezTo>
                  <a:cubicBezTo>
                    <a:pt x="4" y="6"/>
                    <a:pt x="5" y="6"/>
                    <a:pt x="6" y="7"/>
                  </a:cubicBezTo>
                  <a:cubicBezTo>
                    <a:pt x="7" y="7"/>
                    <a:pt x="8" y="7"/>
                    <a:pt x="8" y="8"/>
                  </a:cubicBezTo>
                  <a:cubicBezTo>
                    <a:pt x="5" y="8"/>
                    <a:pt x="4" y="8"/>
                    <a:pt x="3" y="5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61" name="Freeform 1227">
              <a:extLst>
                <a:ext uri="{FF2B5EF4-FFF2-40B4-BE49-F238E27FC236}">
                  <a16:creationId xmlns:a16="http://schemas.microsoft.com/office/drawing/2014/main" id="{1A6A5692-0250-4F11-A0E9-5BEA59598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302"/>
              <a:ext cx="109" cy="94"/>
            </a:xfrm>
            <a:custGeom>
              <a:avLst/>
              <a:gdLst>
                <a:gd name="T0" fmla="*/ 164 w 56"/>
                <a:gd name="T1" fmla="*/ 8 h 46"/>
                <a:gd name="T2" fmla="*/ 341 w 56"/>
                <a:gd name="T3" fmla="*/ 76 h 46"/>
                <a:gd name="T4" fmla="*/ 345 w 56"/>
                <a:gd name="T5" fmla="*/ 147 h 46"/>
                <a:gd name="T6" fmla="*/ 397 w 56"/>
                <a:gd name="T7" fmla="*/ 172 h 46"/>
                <a:gd name="T8" fmla="*/ 383 w 56"/>
                <a:gd name="T9" fmla="*/ 229 h 46"/>
                <a:gd name="T10" fmla="*/ 341 w 56"/>
                <a:gd name="T11" fmla="*/ 300 h 46"/>
                <a:gd name="T12" fmla="*/ 220 w 56"/>
                <a:gd name="T13" fmla="*/ 343 h 46"/>
                <a:gd name="T14" fmla="*/ 208 w 56"/>
                <a:gd name="T15" fmla="*/ 300 h 46"/>
                <a:gd name="T16" fmla="*/ 185 w 56"/>
                <a:gd name="T17" fmla="*/ 325 h 46"/>
                <a:gd name="T18" fmla="*/ 125 w 56"/>
                <a:gd name="T19" fmla="*/ 317 h 46"/>
                <a:gd name="T20" fmla="*/ 117 w 56"/>
                <a:gd name="T21" fmla="*/ 280 h 46"/>
                <a:gd name="T22" fmla="*/ 80 w 56"/>
                <a:gd name="T23" fmla="*/ 272 h 46"/>
                <a:gd name="T24" fmla="*/ 53 w 56"/>
                <a:gd name="T25" fmla="*/ 213 h 46"/>
                <a:gd name="T26" fmla="*/ 37 w 56"/>
                <a:gd name="T27" fmla="*/ 188 h 46"/>
                <a:gd name="T28" fmla="*/ 16 w 56"/>
                <a:gd name="T29" fmla="*/ 147 h 46"/>
                <a:gd name="T30" fmla="*/ 53 w 56"/>
                <a:gd name="T31" fmla="*/ 84 h 46"/>
                <a:gd name="T32" fmla="*/ 164 w 56"/>
                <a:gd name="T33" fmla="*/ 8 h 46"/>
                <a:gd name="T34" fmla="*/ 164 w 56"/>
                <a:gd name="T35" fmla="*/ 8 h 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46">
                  <a:moveTo>
                    <a:pt x="22" y="1"/>
                  </a:moveTo>
                  <a:cubicBezTo>
                    <a:pt x="28" y="0"/>
                    <a:pt x="46" y="1"/>
                    <a:pt x="46" y="9"/>
                  </a:cubicBezTo>
                  <a:cubicBezTo>
                    <a:pt x="46" y="13"/>
                    <a:pt x="42" y="15"/>
                    <a:pt x="47" y="17"/>
                  </a:cubicBezTo>
                  <a:cubicBezTo>
                    <a:pt x="50" y="18"/>
                    <a:pt x="52" y="16"/>
                    <a:pt x="54" y="20"/>
                  </a:cubicBezTo>
                  <a:cubicBezTo>
                    <a:pt x="56" y="23"/>
                    <a:pt x="54" y="25"/>
                    <a:pt x="52" y="27"/>
                  </a:cubicBezTo>
                  <a:cubicBezTo>
                    <a:pt x="49" y="29"/>
                    <a:pt x="48" y="32"/>
                    <a:pt x="46" y="35"/>
                  </a:cubicBezTo>
                  <a:cubicBezTo>
                    <a:pt x="43" y="39"/>
                    <a:pt x="35" y="46"/>
                    <a:pt x="30" y="40"/>
                  </a:cubicBezTo>
                  <a:cubicBezTo>
                    <a:pt x="29" y="39"/>
                    <a:pt x="29" y="36"/>
                    <a:pt x="28" y="35"/>
                  </a:cubicBezTo>
                  <a:cubicBezTo>
                    <a:pt x="26" y="35"/>
                    <a:pt x="26" y="37"/>
                    <a:pt x="25" y="38"/>
                  </a:cubicBezTo>
                  <a:cubicBezTo>
                    <a:pt x="22" y="40"/>
                    <a:pt x="19" y="40"/>
                    <a:pt x="17" y="37"/>
                  </a:cubicBezTo>
                  <a:cubicBezTo>
                    <a:pt x="16" y="35"/>
                    <a:pt x="18" y="35"/>
                    <a:pt x="16" y="33"/>
                  </a:cubicBezTo>
                  <a:cubicBezTo>
                    <a:pt x="15" y="33"/>
                    <a:pt x="13" y="33"/>
                    <a:pt x="11" y="32"/>
                  </a:cubicBezTo>
                  <a:cubicBezTo>
                    <a:pt x="7" y="30"/>
                    <a:pt x="7" y="29"/>
                    <a:pt x="7" y="25"/>
                  </a:cubicBezTo>
                  <a:cubicBezTo>
                    <a:pt x="6" y="23"/>
                    <a:pt x="7" y="24"/>
                    <a:pt x="5" y="22"/>
                  </a:cubicBezTo>
                  <a:cubicBezTo>
                    <a:pt x="4" y="20"/>
                    <a:pt x="2" y="19"/>
                    <a:pt x="2" y="17"/>
                  </a:cubicBezTo>
                  <a:cubicBezTo>
                    <a:pt x="0" y="12"/>
                    <a:pt x="3" y="12"/>
                    <a:pt x="7" y="10"/>
                  </a:cubicBezTo>
                  <a:cubicBezTo>
                    <a:pt x="12" y="7"/>
                    <a:pt x="15" y="2"/>
                    <a:pt x="22" y="1"/>
                  </a:cubicBezTo>
                  <a:cubicBezTo>
                    <a:pt x="22" y="1"/>
                    <a:pt x="21" y="1"/>
                    <a:pt x="22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62" name="Freeform 1228">
              <a:extLst>
                <a:ext uri="{FF2B5EF4-FFF2-40B4-BE49-F238E27FC236}">
                  <a16:creationId xmlns:a16="http://schemas.microsoft.com/office/drawing/2014/main" id="{37C97707-A079-423F-929D-A641F3208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320"/>
              <a:ext cx="6" cy="15"/>
            </a:xfrm>
            <a:custGeom>
              <a:avLst/>
              <a:gdLst>
                <a:gd name="T0" fmla="*/ 0 w 3"/>
                <a:gd name="T1" fmla="*/ 0 h 7"/>
                <a:gd name="T2" fmla="*/ 24 w 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3"/>
                    <a:pt x="0" y="4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63" name="Freeform 1229">
              <a:extLst>
                <a:ext uri="{FF2B5EF4-FFF2-40B4-BE49-F238E27FC236}">
                  <a16:creationId xmlns:a16="http://schemas.microsoft.com/office/drawing/2014/main" id="{9CFA4FEF-E06B-4D0E-A286-00CF0C45B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332"/>
              <a:ext cx="32" cy="17"/>
            </a:xfrm>
            <a:custGeom>
              <a:avLst/>
              <a:gdLst>
                <a:gd name="T0" fmla="*/ 0 w 17"/>
                <a:gd name="T1" fmla="*/ 19 h 8"/>
                <a:gd name="T2" fmla="*/ 68 w 17"/>
                <a:gd name="T3" fmla="*/ 0 h 8"/>
                <a:gd name="T4" fmla="*/ 113 w 17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2"/>
                  </a:moveTo>
                  <a:cubicBezTo>
                    <a:pt x="4" y="4"/>
                    <a:pt x="6" y="0"/>
                    <a:pt x="10" y="0"/>
                  </a:cubicBezTo>
                  <a:cubicBezTo>
                    <a:pt x="14" y="1"/>
                    <a:pt x="16" y="5"/>
                    <a:pt x="17" y="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64" name="Freeform 1230">
              <a:extLst>
                <a:ext uri="{FF2B5EF4-FFF2-40B4-BE49-F238E27FC236}">
                  <a16:creationId xmlns:a16="http://schemas.microsoft.com/office/drawing/2014/main" id="{BB2947D0-E244-4175-96DA-AD6756B5B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374"/>
              <a:ext cx="9" cy="6"/>
            </a:xfrm>
            <a:custGeom>
              <a:avLst/>
              <a:gdLst>
                <a:gd name="T0" fmla="*/ 0 w 5"/>
                <a:gd name="T1" fmla="*/ 0 h 3"/>
                <a:gd name="T2" fmla="*/ 29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0"/>
                    <a:pt x="4" y="2"/>
                    <a:pt x="5" y="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65" name="Freeform 1231">
              <a:extLst>
                <a:ext uri="{FF2B5EF4-FFF2-40B4-BE49-F238E27FC236}">
                  <a16:creationId xmlns:a16="http://schemas.microsoft.com/office/drawing/2014/main" id="{057120C2-5401-40D7-9218-1112F3DF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345"/>
              <a:ext cx="5" cy="4"/>
            </a:xfrm>
            <a:custGeom>
              <a:avLst/>
              <a:gdLst>
                <a:gd name="T0" fmla="*/ 5 w 3"/>
                <a:gd name="T1" fmla="*/ 16 h 2"/>
                <a:gd name="T2" fmla="*/ 13 w 3"/>
                <a:gd name="T3" fmla="*/ 0 h 2"/>
                <a:gd name="T4" fmla="*/ 0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2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66" name="Freeform 1232">
              <a:extLst>
                <a:ext uri="{FF2B5EF4-FFF2-40B4-BE49-F238E27FC236}">
                  <a16:creationId xmlns:a16="http://schemas.microsoft.com/office/drawing/2014/main" id="{E4F06C24-806D-46FC-A808-672766B53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320"/>
              <a:ext cx="3" cy="6"/>
            </a:xfrm>
            <a:custGeom>
              <a:avLst/>
              <a:gdLst>
                <a:gd name="T0" fmla="*/ 5 w 2"/>
                <a:gd name="T1" fmla="*/ 8 h 3"/>
                <a:gd name="T2" fmla="*/ 8 w 2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0"/>
                    <a:pt x="0" y="3"/>
                    <a:pt x="2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67" name="Freeform 1233">
              <a:extLst>
                <a:ext uri="{FF2B5EF4-FFF2-40B4-BE49-F238E27FC236}">
                  <a16:creationId xmlns:a16="http://schemas.microsoft.com/office/drawing/2014/main" id="{EA51A8CD-E067-4BEC-A3BF-A20E46C7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335"/>
              <a:ext cx="3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68" name="Freeform 1234">
              <a:extLst>
                <a:ext uri="{FF2B5EF4-FFF2-40B4-BE49-F238E27FC236}">
                  <a16:creationId xmlns:a16="http://schemas.microsoft.com/office/drawing/2014/main" id="{178BEF49-EEC5-4585-BD88-D990EE7E1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378"/>
              <a:ext cx="4" cy="2"/>
            </a:xfrm>
            <a:custGeom>
              <a:avLst/>
              <a:gdLst>
                <a:gd name="T0" fmla="*/ 8 w 2"/>
                <a:gd name="T1" fmla="*/ 8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69" name="Freeform 1235">
              <a:extLst>
                <a:ext uri="{FF2B5EF4-FFF2-40B4-BE49-F238E27FC236}">
                  <a16:creationId xmlns:a16="http://schemas.microsoft.com/office/drawing/2014/main" id="{640EBC0C-DA86-4038-B364-5C2B9061B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081"/>
              <a:ext cx="76" cy="68"/>
            </a:xfrm>
            <a:custGeom>
              <a:avLst/>
              <a:gdLst>
                <a:gd name="T0" fmla="*/ 265 w 39"/>
                <a:gd name="T1" fmla="*/ 89 h 33"/>
                <a:gd name="T2" fmla="*/ 281 w 39"/>
                <a:gd name="T3" fmla="*/ 173 h 33"/>
                <a:gd name="T4" fmla="*/ 259 w 39"/>
                <a:gd name="T5" fmla="*/ 183 h 33"/>
                <a:gd name="T6" fmla="*/ 244 w 39"/>
                <a:gd name="T7" fmla="*/ 208 h 33"/>
                <a:gd name="T8" fmla="*/ 220 w 39"/>
                <a:gd name="T9" fmla="*/ 247 h 33"/>
                <a:gd name="T10" fmla="*/ 185 w 39"/>
                <a:gd name="T11" fmla="*/ 280 h 33"/>
                <a:gd name="T12" fmla="*/ 140 w 39"/>
                <a:gd name="T13" fmla="*/ 256 h 33"/>
                <a:gd name="T14" fmla="*/ 95 w 39"/>
                <a:gd name="T15" fmla="*/ 280 h 33"/>
                <a:gd name="T16" fmla="*/ 68 w 39"/>
                <a:gd name="T17" fmla="*/ 247 h 33"/>
                <a:gd name="T18" fmla="*/ 23 w 39"/>
                <a:gd name="T19" fmla="*/ 229 h 33"/>
                <a:gd name="T20" fmla="*/ 16 w 39"/>
                <a:gd name="T21" fmla="*/ 183 h 33"/>
                <a:gd name="T22" fmla="*/ 8 w 39"/>
                <a:gd name="T23" fmla="*/ 132 h 33"/>
                <a:gd name="T24" fmla="*/ 53 w 39"/>
                <a:gd name="T25" fmla="*/ 33 h 33"/>
                <a:gd name="T26" fmla="*/ 95 w 39"/>
                <a:gd name="T27" fmla="*/ 16 h 33"/>
                <a:gd name="T28" fmla="*/ 140 w 39"/>
                <a:gd name="T29" fmla="*/ 16 h 33"/>
                <a:gd name="T30" fmla="*/ 164 w 39"/>
                <a:gd name="T31" fmla="*/ 25 h 33"/>
                <a:gd name="T32" fmla="*/ 193 w 39"/>
                <a:gd name="T33" fmla="*/ 16 h 33"/>
                <a:gd name="T34" fmla="*/ 236 w 39"/>
                <a:gd name="T35" fmla="*/ 43 h 33"/>
                <a:gd name="T36" fmla="*/ 265 w 39"/>
                <a:gd name="T37" fmla="*/ 89 h 3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" h="33">
                  <a:moveTo>
                    <a:pt x="36" y="10"/>
                  </a:moveTo>
                  <a:cubicBezTo>
                    <a:pt x="37" y="12"/>
                    <a:pt x="39" y="18"/>
                    <a:pt x="38" y="20"/>
                  </a:cubicBezTo>
                  <a:cubicBezTo>
                    <a:pt x="37" y="21"/>
                    <a:pt x="36" y="20"/>
                    <a:pt x="35" y="21"/>
                  </a:cubicBezTo>
                  <a:cubicBezTo>
                    <a:pt x="33" y="22"/>
                    <a:pt x="34" y="22"/>
                    <a:pt x="33" y="24"/>
                  </a:cubicBezTo>
                  <a:cubicBezTo>
                    <a:pt x="33" y="26"/>
                    <a:pt x="31" y="27"/>
                    <a:pt x="30" y="28"/>
                  </a:cubicBezTo>
                  <a:cubicBezTo>
                    <a:pt x="28" y="30"/>
                    <a:pt x="28" y="33"/>
                    <a:pt x="25" y="32"/>
                  </a:cubicBezTo>
                  <a:cubicBezTo>
                    <a:pt x="22" y="32"/>
                    <a:pt x="22" y="29"/>
                    <a:pt x="19" y="29"/>
                  </a:cubicBezTo>
                  <a:cubicBezTo>
                    <a:pt x="17" y="29"/>
                    <a:pt x="16" y="32"/>
                    <a:pt x="13" y="32"/>
                  </a:cubicBezTo>
                  <a:cubicBezTo>
                    <a:pt x="10" y="33"/>
                    <a:pt x="10" y="30"/>
                    <a:pt x="9" y="28"/>
                  </a:cubicBezTo>
                  <a:cubicBezTo>
                    <a:pt x="7" y="26"/>
                    <a:pt x="5" y="27"/>
                    <a:pt x="3" y="26"/>
                  </a:cubicBezTo>
                  <a:cubicBezTo>
                    <a:pt x="1" y="25"/>
                    <a:pt x="2" y="22"/>
                    <a:pt x="2" y="21"/>
                  </a:cubicBezTo>
                  <a:cubicBezTo>
                    <a:pt x="3" y="18"/>
                    <a:pt x="1" y="18"/>
                    <a:pt x="1" y="15"/>
                  </a:cubicBezTo>
                  <a:cubicBezTo>
                    <a:pt x="0" y="11"/>
                    <a:pt x="3" y="5"/>
                    <a:pt x="7" y="4"/>
                  </a:cubicBezTo>
                  <a:cubicBezTo>
                    <a:pt x="9" y="3"/>
                    <a:pt x="11" y="3"/>
                    <a:pt x="13" y="2"/>
                  </a:cubicBezTo>
                  <a:cubicBezTo>
                    <a:pt x="15" y="2"/>
                    <a:pt x="17" y="0"/>
                    <a:pt x="19" y="2"/>
                  </a:cubicBezTo>
                  <a:cubicBezTo>
                    <a:pt x="21" y="2"/>
                    <a:pt x="21" y="3"/>
                    <a:pt x="22" y="3"/>
                  </a:cubicBezTo>
                  <a:cubicBezTo>
                    <a:pt x="24" y="4"/>
                    <a:pt x="25" y="3"/>
                    <a:pt x="26" y="2"/>
                  </a:cubicBezTo>
                  <a:cubicBezTo>
                    <a:pt x="29" y="2"/>
                    <a:pt x="31" y="3"/>
                    <a:pt x="32" y="5"/>
                  </a:cubicBezTo>
                  <a:cubicBezTo>
                    <a:pt x="34" y="7"/>
                    <a:pt x="35" y="9"/>
                    <a:pt x="36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70" name="Freeform 1236">
              <a:extLst>
                <a:ext uri="{FF2B5EF4-FFF2-40B4-BE49-F238E27FC236}">
                  <a16:creationId xmlns:a16="http://schemas.microsoft.com/office/drawing/2014/main" id="{FC8E4FCD-1054-4957-B081-B58664540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110"/>
              <a:ext cx="29" cy="37"/>
            </a:xfrm>
            <a:custGeom>
              <a:avLst/>
              <a:gdLst>
                <a:gd name="T0" fmla="*/ 15 w 15"/>
                <a:gd name="T1" fmla="*/ 43 h 18"/>
                <a:gd name="T2" fmla="*/ 8 w 15"/>
                <a:gd name="T3" fmla="*/ 88 h 18"/>
                <a:gd name="T4" fmla="*/ 44 w 15"/>
                <a:gd name="T5" fmla="*/ 105 h 18"/>
                <a:gd name="T6" fmla="*/ 64 w 15"/>
                <a:gd name="T7" fmla="*/ 148 h 18"/>
                <a:gd name="T8" fmla="*/ 108 w 15"/>
                <a:gd name="T9" fmla="*/ 132 h 18"/>
                <a:gd name="T10" fmla="*/ 64 w 15"/>
                <a:gd name="T11" fmla="*/ 123 h 18"/>
                <a:gd name="T12" fmla="*/ 64 w 15"/>
                <a:gd name="T13" fmla="*/ 68 h 18"/>
                <a:gd name="T14" fmla="*/ 56 w 15"/>
                <a:gd name="T15" fmla="*/ 25 h 18"/>
                <a:gd name="T16" fmla="*/ 72 w 15"/>
                <a:gd name="T17" fmla="*/ 0 h 18"/>
                <a:gd name="T18" fmla="*/ 44 w 15"/>
                <a:gd name="T19" fmla="*/ 16 h 18"/>
                <a:gd name="T20" fmla="*/ 23 w 15"/>
                <a:gd name="T21" fmla="*/ 80 h 18"/>
                <a:gd name="T22" fmla="*/ 15 w 15"/>
                <a:gd name="T23" fmla="*/ 43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8">
                  <a:moveTo>
                    <a:pt x="2" y="5"/>
                  </a:moveTo>
                  <a:cubicBezTo>
                    <a:pt x="2" y="6"/>
                    <a:pt x="0" y="9"/>
                    <a:pt x="1" y="10"/>
                  </a:cubicBezTo>
                  <a:cubicBezTo>
                    <a:pt x="2" y="12"/>
                    <a:pt x="5" y="12"/>
                    <a:pt x="6" y="12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1" y="18"/>
                    <a:pt x="13" y="17"/>
                    <a:pt x="15" y="15"/>
                  </a:cubicBezTo>
                  <a:cubicBezTo>
                    <a:pt x="13" y="17"/>
                    <a:pt x="10" y="16"/>
                    <a:pt x="9" y="14"/>
                  </a:cubicBezTo>
                  <a:cubicBezTo>
                    <a:pt x="8" y="12"/>
                    <a:pt x="10" y="10"/>
                    <a:pt x="9" y="8"/>
                  </a:cubicBezTo>
                  <a:cubicBezTo>
                    <a:pt x="9" y="6"/>
                    <a:pt x="7" y="5"/>
                    <a:pt x="8" y="3"/>
                  </a:cubicBezTo>
                  <a:cubicBezTo>
                    <a:pt x="8" y="2"/>
                    <a:pt x="9" y="1"/>
                    <a:pt x="10" y="0"/>
                  </a:cubicBezTo>
                  <a:cubicBezTo>
                    <a:pt x="9" y="0"/>
                    <a:pt x="6" y="1"/>
                    <a:pt x="6" y="2"/>
                  </a:cubicBezTo>
                  <a:cubicBezTo>
                    <a:pt x="5" y="4"/>
                    <a:pt x="6" y="9"/>
                    <a:pt x="3" y="9"/>
                  </a:cubicBezTo>
                  <a:cubicBezTo>
                    <a:pt x="2" y="8"/>
                    <a:pt x="3" y="6"/>
                    <a:pt x="2" y="5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71" name="Freeform 1237">
              <a:extLst>
                <a:ext uri="{FF2B5EF4-FFF2-40B4-BE49-F238E27FC236}">
                  <a16:creationId xmlns:a16="http://schemas.microsoft.com/office/drawing/2014/main" id="{2EFE04A4-9D77-42DA-8401-FF87B3340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1126"/>
              <a:ext cx="23" cy="21"/>
            </a:xfrm>
            <a:custGeom>
              <a:avLst/>
              <a:gdLst>
                <a:gd name="T0" fmla="*/ 0 w 12"/>
                <a:gd name="T1" fmla="*/ 67 h 10"/>
                <a:gd name="T2" fmla="*/ 29 w 12"/>
                <a:gd name="T3" fmla="*/ 84 h 10"/>
                <a:gd name="T4" fmla="*/ 48 w 12"/>
                <a:gd name="T5" fmla="*/ 67 h 10"/>
                <a:gd name="T6" fmla="*/ 84 w 12"/>
                <a:gd name="T7" fmla="*/ 0 h 10"/>
                <a:gd name="T8" fmla="*/ 63 w 12"/>
                <a:gd name="T9" fmla="*/ 27 h 10"/>
                <a:gd name="T10" fmla="*/ 44 w 12"/>
                <a:gd name="T11" fmla="*/ 48 h 10"/>
                <a:gd name="T12" fmla="*/ 23 w 12"/>
                <a:gd name="T13" fmla="*/ 57 h 10"/>
                <a:gd name="T14" fmla="*/ 0 w 12"/>
                <a:gd name="T15" fmla="*/ 67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2" y="7"/>
                    <a:pt x="2" y="9"/>
                    <a:pt x="4" y="9"/>
                  </a:cubicBezTo>
                  <a:cubicBezTo>
                    <a:pt x="5" y="10"/>
                    <a:pt x="6" y="8"/>
                    <a:pt x="7" y="7"/>
                  </a:cubicBezTo>
                  <a:cubicBezTo>
                    <a:pt x="9" y="5"/>
                    <a:pt x="11" y="3"/>
                    <a:pt x="12" y="0"/>
                  </a:cubicBezTo>
                  <a:cubicBezTo>
                    <a:pt x="11" y="1"/>
                    <a:pt x="10" y="3"/>
                    <a:pt x="9" y="3"/>
                  </a:cubicBezTo>
                  <a:cubicBezTo>
                    <a:pt x="8" y="4"/>
                    <a:pt x="7" y="4"/>
                    <a:pt x="6" y="5"/>
                  </a:cubicBezTo>
                  <a:cubicBezTo>
                    <a:pt x="5" y="6"/>
                    <a:pt x="5" y="6"/>
                    <a:pt x="3" y="6"/>
                  </a:cubicBezTo>
                  <a:cubicBezTo>
                    <a:pt x="2" y="6"/>
                    <a:pt x="1" y="6"/>
                    <a:pt x="0" y="7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72" name="Freeform 1238">
              <a:extLst>
                <a:ext uri="{FF2B5EF4-FFF2-40B4-BE49-F238E27FC236}">
                  <a16:creationId xmlns:a16="http://schemas.microsoft.com/office/drawing/2014/main" id="{52DFE856-A6AC-448C-9A0D-88562E2F7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093"/>
              <a:ext cx="8" cy="29"/>
            </a:xfrm>
            <a:custGeom>
              <a:avLst/>
              <a:gdLst>
                <a:gd name="T0" fmla="*/ 16 w 4"/>
                <a:gd name="T1" fmla="*/ 25 h 14"/>
                <a:gd name="T2" fmla="*/ 32 w 4"/>
                <a:gd name="T3" fmla="*/ 81 h 14"/>
                <a:gd name="T4" fmla="*/ 32 w 4"/>
                <a:gd name="T5" fmla="*/ 116 h 14"/>
                <a:gd name="T6" fmla="*/ 8 w 4"/>
                <a:gd name="T7" fmla="*/ 124 h 14"/>
                <a:gd name="T8" fmla="*/ 16 w 4"/>
                <a:gd name="T9" fmla="*/ 73 h 14"/>
                <a:gd name="T10" fmla="*/ 8 w 4"/>
                <a:gd name="T11" fmla="*/ 35 h 14"/>
                <a:gd name="T12" fmla="*/ 0 w 4"/>
                <a:gd name="T13" fmla="*/ 0 h 14"/>
                <a:gd name="T14" fmla="*/ 8 w 4"/>
                <a:gd name="T15" fmla="*/ 25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14">
                  <a:moveTo>
                    <a:pt x="2" y="3"/>
                  </a:moveTo>
                  <a:cubicBezTo>
                    <a:pt x="3" y="5"/>
                    <a:pt x="3" y="7"/>
                    <a:pt x="4" y="9"/>
                  </a:cubicBezTo>
                  <a:cubicBezTo>
                    <a:pt x="4" y="10"/>
                    <a:pt x="4" y="11"/>
                    <a:pt x="4" y="13"/>
                  </a:cubicBezTo>
                  <a:cubicBezTo>
                    <a:pt x="3" y="14"/>
                    <a:pt x="2" y="14"/>
                    <a:pt x="1" y="14"/>
                  </a:cubicBezTo>
                  <a:cubicBezTo>
                    <a:pt x="3" y="12"/>
                    <a:pt x="3" y="10"/>
                    <a:pt x="2" y="8"/>
                  </a:cubicBezTo>
                  <a:cubicBezTo>
                    <a:pt x="1" y="6"/>
                    <a:pt x="2" y="5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73" name="Freeform 1239">
              <a:extLst>
                <a:ext uri="{FF2B5EF4-FFF2-40B4-BE49-F238E27FC236}">
                  <a16:creationId xmlns:a16="http://schemas.microsoft.com/office/drawing/2014/main" id="{685A792F-8609-4973-9EE8-8FBE70170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085"/>
              <a:ext cx="12" cy="6"/>
            </a:xfrm>
            <a:custGeom>
              <a:avLst/>
              <a:gdLst>
                <a:gd name="T0" fmla="*/ 0 w 6"/>
                <a:gd name="T1" fmla="*/ 16 h 3"/>
                <a:gd name="T2" fmla="*/ 48 w 6"/>
                <a:gd name="T3" fmla="*/ 16 h 3"/>
                <a:gd name="T4" fmla="*/ 40 w 6"/>
                <a:gd name="T5" fmla="*/ 16 h 3"/>
                <a:gd name="T6" fmla="*/ 24 w 6"/>
                <a:gd name="T7" fmla="*/ 24 h 3"/>
                <a:gd name="T8" fmla="*/ 0 w 6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2"/>
                    <a:pt x="5" y="0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74" name="Freeform 1240">
              <a:extLst>
                <a:ext uri="{FF2B5EF4-FFF2-40B4-BE49-F238E27FC236}">
                  <a16:creationId xmlns:a16="http://schemas.microsoft.com/office/drawing/2014/main" id="{CB0D3F6A-3C6F-4FEC-8CCC-31CB83AC4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099"/>
              <a:ext cx="11" cy="15"/>
            </a:xfrm>
            <a:custGeom>
              <a:avLst/>
              <a:gdLst>
                <a:gd name="T0" fmla="*/ 13 w 6"/>
                <a:gd name="T1" fmla="*/ 19 h 7"/>
                <a:gd name="T2" fmla="*/ 20 w 6"/>
                <a:gd name="T3" fmla="*/ 41 h 7"/>
                <a:gd name="T4" fmla="*/ 20 w 6"/>
                <a:gd name="T5" fmla="*/ 69 h 7"/>
                <a:gd name="T6" fmla="*/ 0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2" y="2"/>
                    <a:pt x="3" y="3"/>
                    <a:pt x="3" y="4"/>
                  </a:cubicBezTo>
                  <a:cubicBezTo>
                    <a:pt x="4" y="5"/>
                    <a:pt x="3" y="6"/>
                    <a:pt x="3" y="7"/>
                  </a:cubicBezTo>
                  <a:cubicBezTo>
                    <a:pt x="6" y="4"/>
                    <a:pt x="4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75" name="Freeform 1241">
              <a:extLst>
                <a:ext uri="{FF2B5EF4-FFF2-40B4-BE49-F238E27FC236}">
                  <a16:creationId xmlns:a16="http://schemas.microsoft.com/office/drawing/2014/main" id="{B118DC91-D1BE-4953-BC16-EB39C83A1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20"/>
              <a:ext cx="13" cy="12"/>
            </a:xfrm>
            <a:custGeom>
              <a:avLst/>
              <a:gdLst>
                <a:gd name="T0" fmla="*/ 7 w 7"/>
                <a:gd name="T1" fmla="*/ 0 h 6"/>
                <a:gd name="T2" fmla="*/ 37 w 7"/>
                <a:gd name="T3" fmla="*/ 16 h 6"/>
                <a:gd name="T4" fmla="*/ 32 w 7"/>
                <a:gd name="T5" fmla="*/ 48 h 6"/>
                <a:gd name="T6" fmla="*/ 24 w 7"/>
                <a:gd name="T7" fmla="*/ 32 h 6"/>
                <a:gd name="T8" fmla="*/ 0 w 7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2" y="2"/>
                    <a:pt x="4" y="1"/>
                    <a:pt x="6" y="2"/>
                  </a:cubicBezTo>
                  <a:cubicBezTo>
                    <a:pt x="7" y="3"/>
                    <a:pt x="6" y="5"/>
                    <a:pt x="5" y="6"/>
                  </a:cubicBezTo>
                  <a:cubicBezTo>
                    <a:pt x="6" y="5"/>
                    <a:pt x="5" y="4"/>
                    <a:pt x="4" y="4"/>
                  </a:cubicBezTo>
                  <a:cubicBezTo>
                    <a:pt x="3" y="3"/>
                    <a:pt x="1" y="5"/>
                    <a:pt x="0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76" name="Freeform 1242">
              <a:extLst>
                <a:ext uri="{FF2B5EF4-FFF2-40B4-BE49-F238E27FC236}">
                  <a16:creationId xmlns:a16="http://schemas.microsoft.com/office/drawing/2014/main" id="{BDC02ADF-C149-4618-A425-CA94150E6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085"/>
              <a:ext cx="31" cy="21"/>
            </a:xfrm>
            <a:custGeom>
              <a:avLst/>
              <a:gdLst>
                <a:gd name="T0" fmla="*/ 0 w 16"/>
                <a:gd name="T1" fmla="*/ 92 h 10"/>
                <a:gd name="T2" fmla="*/ 45 w 16"/>
                <a:gd name="T3" fmla="*/ 17 h 10"/>
                <a:gd name="T4" fmla="*/ 79 w 16"/>
                <a:gd name="T5" fmla="*/ 17 h 10"/>
                <a:gd name="T6" fmla="*/ 116 w 16"/>
                <a:gd name="T7" fmla="*/ 8 h 10"/>
                <a:gd name="T8" fmla="*/ 101 w 16"/>
                <a:gd name="T9" fmla="*/ 8 h 10"/>
                <a:gd name="T10" fmla="*/ 79 w 16"/>
                <a:gd name="T11" fmla="*/ 27 h 10"/>
                <a:gd name="T12" fmla="*/ 45 w 16"/>
                <a:gd name="T13" fmla="*/ 36 h 10"/>
                <a:gd name="T14" fmla="*/ 0 w 16"/>
                <a:gd name="T15" fmla="*/ 84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0">
                  <a:moveTo>
                    <a:pt x="0" y="10"/>
                  </a:moveTo>
                  <a:cubicBezTo>
                    <a:pt x="1" y="6"/>
                    <a:pt x="2" y="3"/>
                    <a:pt x="6" y="2"/>
                  </a:cubicBezTo>
                  <a:cubicBezTo>
                    <a:pt x="8" y="2"/>
                    <a:pt x="9" y="2"/>
                    <a:pt x="11" y="2"/>
                  </a:cubicBezTo>
                  <a:cubicBezTo>
                    <a:pt x="12" y="1"/>
                    <a:pt x="14" y="0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2" y="2"/>
                    <a:pt x="12" y="2"/>
                    <a:pt x="11" y="3"/>
                  </a:cubicBezTo>
                  <a:cubicBezTo>
                    <a:pt x="10" y="4"/>
                    <a:pt x="8" y="3"/>
                    <a:pt x="6" y="4"/>
                  </a:cubicBezTo>
                  <a:cubicBezTo>
                    <a:pt x="4" y="5"/>
                    <a:pt x="1" y="7"/>
                    <a:pt x="0" y="9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77" name="Freeform 1243">
              <a:extLst>
                <a:ext uri="{FF2B5EF4-FFF2-40B4-BE49-F238E27FC236}">
                  <a16:creationId xmlns:a16="http://schemas.microsoft.com/office/drawing/2014/main" id="{3614A286-10F3-4102-AFD9-07031A8EB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106"/>
              <a:ext cx="11" cy="12"/>
            </a:xfrm>
            <a:custGeom>
              <a:avLst/>
              <a:gdLst>
                <a:gd name="T0" fmla="*/ 37 w 6"/>
                <a:gd name="T1" fmla="*/ 0 h 6"/>
                <a:gd name="T2" fmla="*/ 24 w 6"/>
                <a:gd name="T3" fmla="*/ 8 h 6"/>
                <a:gd name="T4" fmla="*/ 20 w 6"/>
                <a:gd name="T5" fmla="*/ 16 h 6"/>
                <a:gd name="T6" fmla="*/ 13 w 6"/>
                <a:gd name="T7" fmla="*/ 48 h 6"/>
                <a:gd name="T8" fmla="*/ 24 w 6"/>
                <a:gd name="T9" fmla="*/ 24 h 6"/>
                <a:gd name="T10" fmla="*/ 37 w 6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0"/>
                    <a:pt x="5" y="0"/>
                    <a:pt x="4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3"/>
                    <a:pt x="0" y="5"/>
                    <a:pt x="2" y="6"/>
                  </a:cubicBezTo>
                  <a:cubicBezTo>
                    <a:pt x="1" y="4"/>
                    <a:pt x="3" y="4"/>
                    <a:pt x="4" y="3"/>
                  </a:cubicBezTo>
                  <a:cubicBezTo>
                    <a:pt x="5" y="2"/>
                    <a:pt x="4" y="1"/>
                    <a:pt x="6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78" name="Freeform 1244">
              <a:extLst>
                <a:ext uri="{FF2B5EF4-FFF2-40B4-BE49-F238E27FC236}">
                  <a16:creationId xmlns:a16="http://schemas.microsoft.com/office/drawing/2014/main" id="{79DBE0AF-5D18-482A-B4BE-71C12D9BD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101"/>
              <a:ext cx="5" cy="7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12 h 3"/>
                <a:gd name="T4" fmla="*/ 13 w 3"/>
                <a:gd name="T5" fmla="*/ 37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79" name="Freeform 1245">
              <a:extLst>
                <a:ext uri="{FF2B5EF4-FFF2-40B4-BE49-F238E27FC236}">
                  <a16:creationId xmlns:a16="http://schemas.microsoft.com/office/drawing/2014/main" id="{4F2C6001-1834-4474-94CF-0004521C9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128"/>
              <a:ext cx="14" cy="13"/>
            </a:xfrm>
            <a:custGeom>
              <a:avLst/>
              <a:gdLst>
                <a:gd name="T0" fmla="*/ 0 w 7"/>
                <a:gd name="T1" fmla="*/ 0 h 6"/>
                <a:gd name="T2" fmla="*/ 32 w 7"/>
                <a:gd name="T3" fmla="*/ 33 h 6"/>
                <a:gd name="T4" fmla="*/ 56 w 7"/>
                <a:gd name="T5" fmla="*/ 61 h 6"/>
                <a:gd name="T6" fmla="*/ 56 w 7"/>
                <a:gd name="T7" fmla="*/ 33 h 6"/>
                <a:gd name="T8" fmla="*/ 48 w 7"/>
                <a:gd name="T9" fmla="*/ 9 h 6"/>
                <a:gd name="T10" fmla="*/ 48 w 7"/>
                <a:gd name="T11" fmla="*/ 9 h 6"/>
                <a:gd name="T12" fmla="*/ 40 w 7"/>
                <a:gd name="T13" fmla="*/ 20 h 6"/>
                <a:gd name="T14" fmla="*/ 24 w 7"/>
                <a:gd name="T15" fmla="*/ 20 h 6"/>
                <a:gd name="T16" fmla="*/ 8 w 7"/>
                <a:gd name="T17" fmla="*/ 2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3"/>
                    <a:pt x="2" y="3"/>
                    <a:pt x="4" y="3"/>
                  </a:cubicBezTo>
                  <a:cubicBezTo>
                    <a:pt x="6" y="3"/>
                    <a:pt x="6" y="5"/>
                    <a:pt x="7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80" name="Freeform 1246">
              <a:extLst>
                <a:ext uri="{FF2B5EF4-FFF2-40B4-BE49-F238E27FC236}">
                  <a16:creationId xmlns:a16="http://schemas.microsoft.com/office/drawing/2014/main" id="{9BAB055C-EE6B-4A30-AAA3-04D1C16BA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1137"/>
              <a:ext cx="12" cy="8"/>
            </a:xfrm>
            <a:custGeom>
              <a:avLst/>
              <a:gdLst>
                <a:gd name="T0" fmla="*/ 16 w 6"/>
                <a:gd name="T1" fmla="*/ 24 h 4"/>
                <a:gd name="T2" fmla="*/ 24 w 6"/>
                <a:gd name="T3" fmla="*/ 32 h 4"/>
                <a:gd name="T4" fmla="*/ 48 w 6"/>
                <a:gd name="T5" fmla="*/ 24 h 4"/>
                <a:gd name="T6" fmla="*/ 32 w 6"/>
                <a:gd name="T7" fmla="*/ 8 h 4"/>
                <a:gd name="T8" fmla="*/ 16 w 6"/>
                <a:gd name="T9" fmla="*/ 8 h 4"/>
                <a:gd name="T10" fmla="*/ 0 w 6"/>
                <a:gd name="T11" fmla="*/ 16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4">
                  <a:moveTo>
                    <a:pt x="2" y="3"/>
                  </a:moveTo>
                  <a:cubicBezTo>
                    <a:pt x="2" y="3"/>
                    <a:pt x="3" y="4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4" y="3"/>
                    <a:pt x="3" y="2"/>
                    <a:pt x="4" y="1"/>
                  </a:cubicBezTo>
                  <a:cubicBezTo>
                    <a:pt x="4" y="0"/>
                    <a:pt x="2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81" name="Freeform 1247">
              <a:extLst>
                <a:ext uri="{FF2B5EF4-FFF2-40B4-BE49-F238E27FC236}">
                  <a16:creationId xmlns:a16="http://schemas.microsoft.com/office/drawing/2014/main" id="{87225488-7455-4EC5-A6C6-0E2C9A8B8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104"/>
              <a:ext cx="4" cy="18"/>
            </a:xfrm>
            <a:custGeom>
              <a:avLst/>
              <a:gdLst>
                <a:gd name="T0" fmla="*/ 8 w 2"/>
                <a:gd name="T1" fmla="*/ 0 h 9"/>
                <a:gd name="T2" fmla="*/ 16 w 2"/>
                <a:gd name="T3" fmla="*/ 24 h 9"/>
                <a:gd name="T4" fmla="*/ 16 w 2"/>
                <a:gd name="T5" fmla="*/ 48 h 9"/>
                <a:gd name="T6" fmla="*/ 16 w 2"/>
                <a:gd name="T7" fmla="*/ 64 h 9"/>
                <a:gd name="T8" fmla="*/ 0 w 2"/>
                <a:gd name="T9" fmla="*/ 72 h 9"/>
                <a:gd name="T10" fmla="*/ 8 w 2"/>
                <a:gd name="T11" fmla="*/ 40 h 9"/>
                <a:gd name="T12" fmla="*/ 8 w 2"/>
                <a:gd name="T13" fmla="*/ 24 h 9"/>
                <a:gd name="T14" fmla="*/ 8 w 2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6"/>
                    <a:pt x="2" y="8"/>
                    <a:pt x="2" y="8"/>
                  </a:cubicBezTo>
                  <a:cubicBezTo>
                    <a:pt x="2" y="9"/>
                    <a:pt x="0" y="9"/>
                    <a:pt x="0" y="9"/>
                  </a:cubicBezTo>
                  <a:cubicBezTo>
                    <a:pt x="1" y="8"/>
                    <a:pt x="2" y="7"/>
                    <a:pt x="1" y="5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82" name="Freeform 1248">
              <a:extLst>
                <a:ext uri="{FF2B5EF4-FFF2-40B4-BE49-F238E27FC236}">
                  <a16:creationId xmlns:a16="http://schemas.microsoft.com/office/drawing/2014/main" id="{556BD2F4-2C30-4832-ACB7-A64524EBA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081"/>
              <a:ext cx="76" cy="68"/>
            </a:xfrm>
            <a:custGeom>
              <a:avLst/>
              <a:gdLst>
                <a:gd name="T0" fmla="*/ 265 w 39"/>
                <a:gd name="T1" fmla="*/ 89 h 33"/>
                <a:gd name="T2" fmla="*/ 281 w 39"/>
                <a:gd name="T3" fmla="*/ 173 h 33"/>
                <a:gd name="T4" fmla="*/ 259 w 39"/>
                <a:gd name="T5" fmla="*/ 183 h 33"/>
                <a:gd name="T6" fmla="*/ 244 w 39"/>
                <a:gd name="T7" fmla="*/ 208 h 33"/>
                <a:gd name="T8" fmla="*/ 220 w 39"/>
                <a:gd name="T9" fmla="*/ 247 h 33"/>
                <a:gd name="T10" fmla="*/ 185 w 39"/>
                <a:gd name="T11" fmla="*/ 280 h 33"/>
                <a:gd name="T12" fmla="*/ 140 w 39"/>
                <a:gd name="T13" fmla="*/ 256 h 33"/>
                <a:gd name="T14" fmla="*/ 95 w 39"/>
                <a:gd name="T15" fmla="*/ 280 h 33"/>
                <a:gd name="T16" fmla="*/ 68 w 39"/>
                <a:gd name="T17" fmla="*/ 247 h 33"/>
                <a:gd name="T18" fmla="*/ 23 w 39"/>
                <a:gd name="T19" fmla="*/ 229 h 33"/>
                <a:gd name="T20" fmla="*/ 16 w 39"/>
                <a:gd name="T21" fmla="*/ 183 h 33"/>
                <a:gd name="T22" fmla="*/ 8 w 39"/>
                <a:gd name="T23" fmla="*/ 132 h 33"/>
                <a:gd name="T24" fmla="*/ 53 w 39"/>
                <a:gd name="T25" fmla="*/ 33 h 33"/>
                <a:gd name="T26" fmla="*/ 95 w 39"/>
                <a:gd name="T27" fmla="*/ 16 h 33"/>
                <a:gd name="T28" fmla="*/ 140 w 39"/>
                <a:gd name="T29" fmla="*/ 16 h 33"/>
                <a:gd name="T30" fmla="*/ 164 w 39"/>
                <a:gd name="T31" fmla="*/ 25 h 33"/>
                <a:gd name="T32" fmla="*/ 193 w 39"/>
                <a:gd name="T33" fmla="*/ 16 h 33"/>
                <a:gd name="T34" fmla="*/ 236 w 39"/>
                <a:gd name="T35" fmla="*/ 43 h 33"/>
                <a:gd name="T36" fmla="*/ 265 w 39"/>
                <a:gd name="T37" fmla="*/ 89 h 3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" h="33">
                  <a:moveTo>
                    <a:pt x="36" y="10"/>
                  </a:moveTo>
                  <a:cubicBezTo>
                    <a:pt x="37" y="12"/>
                    <a:pt x="39" y="18"/>
                    <a:pt x="38" y="20"/>
                  </a:cubicBezTo>
                  <a:cubicBezTo>
                    <a:pt x="37" y="21"/>
                    <a:pt x="36" y="20"/>
                    <a:pt x="35" y="21"/>
                  </a:cubicBezTo>
                  <a:cubicBezTo>
                    <a:pt x="33" y="22"/>
                    <a:pt x="34" y="22"/>
                    <a:pt x="33" y="24"/>
                  </a:cubicBezTo>
                  <a:cubicBezTo>
                    <a:pt x="33" y="26"/>
                    <a:pt x="31" y="27"/>
                    <a:pt x="30" y="28"/>
                  </a:cubicBezTo>
                  <a:cubicBezTo>
                    <a:pt x="28" y="30"/>
                    <a:pt x="28" y="33"/>
                    <a:pt x="25" y="32"/>
                  </a:cubicBezTo>
                  <a:cubicBezTo>
                    <a:pt x="22" y="32"/>
                    <a:pt x="22" y="29"/>
                    <a:pt x="19" y="29"/>
                  </a:cubicBezTo>
                  <a:cubicBezTo>
                    <a:pt x="17" y="29"/>
                    <a:pt x="16" y="32"/>
                    <a:pt x="13" y="32"/>
                  </a:cubicBezTo>
                  <a:cubicBezTo>
                    <a:pt x="10" y="33"/>
                    <a:pt x="10" y="30"/>
                    <a:pt x="9" y="28"/>
                  </a:cubicBezTo>
                  <a:cubicBezTo>
                    <a:pt x="7" y="26"/>
                    <a:pt x="5" y="27"/>
                    <a:pt x="3" y="26"/>
                  </a:cubicBezTo>
                  <a:cubicBezTo>
                    <a:pt x="1" y="25"/>
                    <a:pt x="2" y="22"/>
                    <a:pt x="2" y="21"/>
                  </a:cubicBezTo>
                  <a:cubicBezTo>
                    <a:pt x="3" y="18"/>
                    <a:pt x="1" y="18"/>
                    <a:pt x="1" y="15"/>
                  </a:cubicBezTo>
                  <a:cubicBezTo>
                    <a:pt x="0" y="11"/>
                    <a:pt x="3" y="5"/>
                    <a:pt x="7" y="4"/>
                  </a:cubicBezTo>
                  <a:cubicBezTo>
                    <a:pt x="9" y="3"/>
                    <a:pt x="11" y="3"/>
                    <a:pt x="13" y="2"/>
                  </a:cubicBezTo>
                  <a:cubicBezTo>
                    <a:pt x="15" y="2"/>
                    <a:pt x="17" y="0"/>
                    <a:pt x="19" y="2"/>
                  </a:cubicBezTo>
                  <a:cubicBezTo>
                    <a:pt x="21" y="2"/>
                    <a:pt x="21" y="3"/>
                    <a:pt x="22" y="3"/>
                  </a:cubicBezTo>
                  <a:cubicBezTo>
                    <a:pt x="24" y="4"/>
                    <a:pt x="25" y="3"/>
                    <a:pt x="26" y="2"/>
                  </a:cubicBezTo>
                  <a:cubicBezTo>
                    <a:pt x="29" y="2"/>
                    <a:pt x="31" y="3"/>
                    <a:pt x="32" y="5"/>
                  </a:cubicBezTo>
                  <a:cubicBezTo>
                    <a:pt x="34" y="7"/>
                    <a:pt x="35" y="9"/>
                    <a:pt x="36" y="1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83" name="Freeform 1249">
              <a:extLst>
                <a:ext uri="{FF2B5EF4-FFF2-40B4-BE49-F238E27FC236}">
                  <a16:creationId xmlns:a16="http://schemas.microsoft.com/office/drawing/2014/main" id="{24E35AE3-CE16-48A1-8F59-B2749CF64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37"/>
              <a:ext cx="16" cy="6"/>
            </a:xfrm>
            <a:custGeom>
              <a:avLst/>
              <a:gdLst>
                <a:gd name="T0" fmla="*/ 0 w 8"/>
                <a:gd name="T1" fmla="*/ 24 h 3"/>
                <a:gd name="T2" fmla="*/ 64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4" y="1"/>
                    <a:pt x="5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84" name="Freeform 1250">
              <a:extLst>
                <a:ext uri="{FF2B5EF4-FFF2-40B4-BE49-F238E27FC236}">
                  <a16:creationId xmlns:a16="http://schemas.microsoft.com/office/drawing/2014/main" id="{A50BECB8-2453-4683-8FB8-2FC77F98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1087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85" name="Freeform 1251">
              <a:extLst>
                <a:ext uri="{FF2B5EF4-FFF2-40B4-BE49-F238E27FC236}">
                  <a16:creationId xmlns:a16="http://schemas.microsoft.com/office/drawing/2014/main" id="{CE486B4B-0CE3-4AE4-AB12-6B47C08E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104"/>
              <a:ext cx="17" cy="22"/>
            </a:xfrm>
            <a:custGeom>
              <a:avLst/>
              <a:gdLst>
                <a:gd name="T0" fmla="*/ 60 w 9"/>
                <a:gd name="T1" fmla="*/ 0 h 11"/>
                <a:gd name="T2" fmla="*/ 32 w 9"/>
                <a:gd name="T3" fmla="*/ 8 h 11"/>
                <a:gd name="T4" fmla="*/ 28 w 9"/>
                <a:gd name="T5" fmla="*/ 24 h 11"/>
                <a:gd name="T6" fmla="*/ 15 w 9"/>
                <a:gd name="T7" fmla="*/ 32 h 11"/>
                <a:gd name="T8" fmla="*/ 8 w 9"/>
                <a:gd name="T9" fmla="*/ 64 h 11"/>
                <a:gd name="T10" fmla="*/ 32 w 9"/>
                <a:gd name="T11" fmla="*/ 8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8" y="0"/>
                    <a:pt x="5" y="0"/>
                    <a:pt x="5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5"/>
                    <a:pt x="0" y="7"/>
                    <a:pt x="1" y="8"/>
                  </a:cubicBezTo>
                  <a:cubicBezTo>
                    <a:pt x="2" y="10"/>
                    <a:pt x="5" y="9"/>
                    <a:pt x="5" y="1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86" name="Freeform 1252">
              <a:extLst>
                <a:ext uri="{FF2B5EF4-FFF2-40B4-BE49-F238E27FC236}">
                  <a16:creationId xmlns:a16="http://schemas.microsoft.com/office/drawing/2014/main" id="{E8E28E9C-E5C3-491B-BBB6-E083B896B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099"/>
              <a:ext cx="15" cy="13"/>
            </a:xfrm>
            <a:custGeom>
              <a:avLst/>
              <a:gdLst>
                <a:gd name="T0" fmla="*/ 32 w 8"/>
                <a:gd name="T1" fmla="*/ 61 h 6"/>
                <a:gd name="T2" fmla="*/ 28 w 8"/>
                <a:gd name="T3" fmla="*/ 9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6"/>
                  </a:moveTo>
                  <a:cubicBezTo>
                    <a:pt x="8" y="5"/>
                    <a:pt x="6" y="2"/>
                    <a:pt x="4" y="1"/>
                  </a:cubicBezTo>
                  <a:cubicBezTo>
                    <a:pt x="3" y="0"/>
                    <a:pt x="2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87" name="Freeform 1253">
              <a:extLst>
                <a:ext uri="{FF2B5EF4-FFF2-40B4-BE49-F238E27FC236}">
                  <a16:creationId xmlns:a16="http://schemas.microsoft.com/office/drawing/2014/main" id="{584BC018-59E7-423A-AC18-AD5A7588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097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8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2" y="1"/>
                    <a:pt x="1" y="2"/>
                    <a:pt x="1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88" name="Freeform 1254">
              <a:extLst>
                <a:ext uri="{FF2B5EF4-FFF2-40B4-BE49-F238E27FC236}">
                  <a16:creationId xmlns:a16="http://schemas.microsoft.com/office/drawing/2014/main" id="{F0A5F458-8B8F-4EFE-B9F8-821CF5F40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01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0 h 2"/>
                <a:gd name="T4" fmla="*/ 0 w 1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89" name="Freeform 1255">
              <a:extLst>
                <a:ext uri="{FF2B5EF4-FFF2-40B4-BE49-F238E27FC236}">
                  <a16:creationId xmlns:a16="http://schemas.microsoft.com/office/drawing/2014/main" id="{3E65781F-B160-4FB6-9EEB-70B6AB0FA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089"/>
              <a:ext cx="2" cy="4"/>
            </a:xfrm>
            <a:custGeom>
              <a:avLst/>
              <a:gdLst>
                <a:gd name="T0" fmla="*/ 8 w 1"/>
                <a:gd name="T1" fmla="*/ 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2"/>
                    <a:pt x="0" y="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90" name="Freeform 1256">
              <a:extLst>
                <a:ext uri="{FF2B5EF4-FFF2-40B4-BE49-F238E27FC236}">
                  <a16:creationId xmlns:a16="http://schemas.microsoft.com/office/drawing/2014/main" id="{57F1B731-887D-40B7-88CF-4A5F0FCBB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112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91" name="Freeform 1257">
              <a:extLst>
                <a:ext uri="{FF2B5EF4-FFF2-40B4-BE49-F238E27FC236}">
                  <a16:creationId xmlns:a16="http://schemas.microsoft.com/office/drawing/2014/main" id="{760B0056-2FD8-4F44-A6E3-5B1A45088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122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92" name="Freeform 1258">
              <a:extLst>
                <a:ext uri="{FF2B5EF4-FFF2-40B4-BE49-F238E27FC236}">
                  <a16:creationId xmlns:a16="http://schemas.microsoft.com/office/drawing/2014/main" id="{FFF5B609-D671-462F-B8D9-EB3C81838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134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93" name="Freeform 1259">
              <a:extLst>
                <a:ext uri="{FF2B5EF4-FFF2-40B4-BE49-F238E27FC236}">
                  <a16:creationId xmlns:a16="http://schemas.microsoft.com/office/drawing/2014/main" id="{1290308D-A33C-44C6-B5E9-679A5E274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1085"/>
              <a:ext cx="105" cy="97"/>
            </a:xfrm>
            <a:custGeom>
              <a:avLst/>
              <a:gdLst>
                <a:gd name="T0" fmla="*/ 212 w 54"/>
                <a:gd name="T1" fmla="*/ 17 h 47"/>
                <a:gd name="T2" fmla="*/ 280 w 54"/>
                <a:gd name="T3" fmla="*/ 17 h 47"/>
                <a:gd name="T4" fmla="*/ 296 w 54"/>
                <a:gd name="T5" fmla="*/ 35 h 47"/>
                <a:gd name="T6" fmla="*/ 336 w 54"/>
                <a:gd name="T7" fmla="*/ 52 h 47"/>
                <a:gd name="T8" fmla="*/ 333 w 54"/>
                <a:gd name="T9" fmla="*/ 89 h 47"/>
                <a:gd name="T10" fmla="*/ 360 w 54"/>
                <a:gd name="T11" fmla="*/ 116 h 47"/>
                <a:gd name="T12" fmla="*/ 389 w 54"/>
                <a:gd name="T13" fmla="*/ 192 h 47"/>
                <a:gd name="T14" fmla="*/ 360 w 54"/>
                <a:gd name="T15" fmla="*/ 256 h 47"/>
                <a:gd name="T16" fmla="*/ 325 w 54"/>
                <a:gd name="T17" fmla="*/ 324 h 47"/>
                <a:gd name="T18" fmla="*/ 288 w 54"/>
                <a:gd name="T19" fmla="*/ 380 h 47"/>
                <a:gd name="T20" fmla="*/ 228 w 54"/>
                <a:gd name="T21" fmla="*/ 332 h 47"/>
                <a:gd name="T22" fmla="*/ 185 w 54"/>
                <a:gd name="T23" fmla="*/ 396 h 47"/>
                <a:gd name="T24" fmla="*/ 124 w 54"/>
                <a:gd name="T25" fmla="*/ 388 h 47"/>
                <a:gd name="T26" fmla="*/ 72 w 54"/>
                <a:gd name="T27" fmla="*/ 324 h 47"/>
                <a:gd name="T28" fmla="*/ 16 w 54"/>
                <a:gd name="T29" fmla="*/ 248 h 47"/>
                <a:gd name="T30" fmla="*/ 16 w 54"/>
                <a:gd name="T31" fmla="*/ 149 h 47"/>
                <a:gd name="T32" fmla="*/ 53 w 54"/>
                <a:gd name="T33" fmla="*/ 132 h 47"/>
                <a:gd name="T34" fmla="*/ 53 w 54"/>
                <a:gd name="T35" fmla="*/ 80 h 47"/>
                <a:gd name="T36" fmla="*/ 88 w 54"/>
                <a:gd name="T37" fmla="*/ 25 h 47"/>
                <a:gd name="T38" fmla="*/ 156 w 54"/>
                <a:gd name="T39" fmla="*/ 35 h 47"/>
                <a:gd name="T40" fmla="*/ 212 w 54"/>
                <a:gd name="T41" fmla="*/ 17 h 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47">
                  <a:moveTo>
                    <a:pt x="29" y="2"/>
                  </a:moveTo>
                  <a:cubicBezTo>
                    <a:pt x="33" y="0"/>
                    <a:pt x="35" y="0"/>
                    <a:pt x="38" y="2"/>
                  </a:cubicBezTo>
                  <a:cubicBezTo>
                    <a:pt x="39" y="2"/>
                    <a:pt x="39" y="4"/>
                    <a:pt x="40" y="4"/>
                  </a:cubicBezTo>
                  <a:cubicBezTo>
                    <a:pt x="41" y="4"/>
                    <a:pt x="45" y="2"/>
                    <a:pt x="46" y="6"/>
                  </a:cubicBezTo>
                  <a:cubicBezTo>
                    <a:pt x="46" y="8"/>
                    <a:pt x="45" y="9"/>
                    <a:pt x="45" y="10"/>
                  </a:cubicBezTo>
                  <a:cubicBezTo>
                    <a:pt x="46" y="11"/>
                    <a:pt x="48" y="12"/>
                    <a:pt x="49" y="13"/>
                  </a:cubicBezTo>
                  <a:cubicBezTo>
                    <a:pt x="52" y="15"/>
                    <a:pt x="54" y="19"/>
                    <a:pt x="53" y="22"/>
                  </a:cubicBezTo>
                  <a:cubicBezTo>
                    <a:pt x="52" y="25"/>
                    <a:pt x="50" y="26"/>
                    <a:pt x="49" y="29"/>
                  </a:cubicBezTo>
                  <a:cubicBezTo>
                    <a:pt x="48" y="34"/>
                    <a:pt x="48" y="34"/>
                    <a:pt x="44" y="37"/>
                  </a:cubicBezTo>
                  <a:cubicBezTo>
                    <a:pt x="42" y="38"/>
                    <a:pt x="41" y="42"/>
                    <a:pt x="39" y="43"/>
                  </a:cubicBezTo>
                  <a:cubicBezTo>
                    <a:pt x="34" y="45"/>
                    <a:pt x="34" y="39"/>
                    <a:pt x="31" y="38"/>
                  </a:cubicBezTo>
                  <a:cubicBezTo>
                    <a:pt x="27" y="38"/>
                    <a:pt x="27" y="43"/>
                    <a:pt x="25" y="45"/>
                  </a:cubicBezTo>
                  <a:cubicBezTo>
                    <a:pt x="23" y="47"/>
                    <a:pt x="19" y="46"/>
                    <a:pt x="17" y="44"/>
                  </a:cubicBezTo>
                  <a:cubicBezTo>
                    <a:pt x="14" y="42"/>
                    <a:pt x="12" y="39"/>
                    <a:pt x="10" y="37"/>
                  </a:cubicBezTo>
                  <a:cubicBezTo>
                    <a:pt x="6" y="34"/>
                    <a:pt x="3" y="33"/>
                    <a:pt x="2" y="28"/>
                  </a:cubicBezTo>
                  <a:cubicBezTo>
                    <a:pt x="1" y="25"/>
                    <a:pt x="0" y="20"/>
                    <a:pt x="2" y="17"/>
                  </a:cubicBezTo>
                  <a:cubicBezTo>
                    <a:pt x="3" y="16"/>
                    <a:pt x="6" y="17"/>
                    <a:pt x="7" y="15"/>
                  </a:cubicBezTo>
                  <a:cubicBezTo>
                    <a:pt x="9" y="13"/>
                    <a:pt x="7" y="12"/>
                    <a:pt x="7" y="9"/>
                  </a:cubicBezTo>
                  <a:cubicBezTo>
                    <a:pt x="7" y="6"/>
                    <a:pt x="9" y="4"/>
                    <a:pt x="12" y="3"/>
                  </a:cubicBezTo>
                  <a:cubicBezTo>
                    <a:pt x="16" y="2"/>
                    <a:pt x="18" y="4"/>
                    <a:pt x="21" y="4"/>
                  </a:cubicBezTo>
                  <a:cubicBezTo>
                    <a:pt x="25" y="4"/>
                    <a:pt x="26" y="2"/>
                    <a:pt x="29" y="2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94" name="Freeform 1260">
              <a:extLst>
                <a:ext uri="{FF2B5EF4-FFF2-40B4-BE49-F238E27FC236}">
                  <a16:creationId xmlns:a16="http://schemas.microsoft.com/office/drawing/2014/main" id="{F4CCCADC-DC5F-4354-AB62-D00326A75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157"/>
              <a:ext cx="35" cy="21"/>
            </a:xfrm>
            <a:custGeom>
              <a:avLst/>
              <a:gdLst>
                <a:gd name="T0" fmla="*/ 0 w 18"/>
                <a:gd name="T1" fmla="*/ 0 h 10"/>
                <a:gd name="T2" fmla="*/ 72 w 18"/>
                <a:gd name="T3" fmla="*/ 76 h 10"/>
                <a:gd name="T4" fmla="*/ 132 w 18"/>
                <a:gd name="T5" fmla="*/ 27 h 10"/>
                <a:gd name="T6" fmla="*/ 72 w 18"/>
                <a:gd name="T7" fmla="*/ 48 h 10"/>
                <a:gd name="T8" fmla="*/ 16 w 18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4" y="2"/>
                    <a:pt x="6" y="7"/>
                    <a:pt x="10" y="8"/>
                  </a:cubicBezTo>
                  <a:cubicBezTo>
                    <a:pt x="14" y="10"/>
                    <a:pt x="16" y="6"/>
                    <a:pt x="18" y="3"/>
                  </a:cubicBezTo>
                  <a:cubicBezTo>
                    <a:pt x="16" y="5"/>
                    <a:pt x="13" y="7"/>
                    <a:pt x="10" y="5"/>
                  </a:cubicBezTo>
                  <a:cubicBezTo>
                    <a:pt x="7" y="3"/>
                    <a:pt x="5" y="2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95" name="Freeform 1261">
              <a:extLst>
                <a:ext uri="{FF2B5EF4-FFF2-40B4-BE49-F238E27FC236}">
                  <a16:creationId xmlns:a16="http://schemas.microsoft.com/office/drawing/2014/main" id="{9629B070-E454-4C2E-9BCD-8EE3D3D9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157"/>
              <a:ext cx="27" cy="17"/>
            </a:xfrm>
            <a:custGeom>
              <a:avLst/>
              <a:gdLst>
                <a:gd name="T0" fmla="*/ 8 w 14"/>
                <a:gd name="T1" fmla="*/ 19 h 8"/>
                <a:gd name="T2" fmla="*/ 56 w 14"/>
                <a:gd name="T3" fmla="*/ 60 h 8"/>
                <a:gd name="T4" fmla="*/ 100 w 14"/>
                <a:gd name="T5" fmla="*/ 0 h 8"/>
                <a:gd name="T6" fmla="*/ 52 w 14"/>
                <a:gd name="T7" fmla="*/ 28 h 8"/>
                <a:gd name="T8" fmla="*/ 0 w 14"/>
                <a:gd name="T9" fmla="*/ 1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1" y="2"/>
                  </a:moveTo>
                  <a:cubicBezTo>
                    <a:pt x="4" y="3"/>
                    <a:pt x="4" y="8"/>
                    <a:pt x="8" y="6"/>
                  </a:cubicBezTo>
                  <a:cubicBezTo>
                    <a:pt x="10" y="4"/>
                    <a:pt x="12" y="2"/>
                    <a:pt x="14" y="0"/>
                  </a:cubicBezTo>
                  <a:cubicBezTo>
                    <a:pt x="11" y="0"/>
                    <a:pt x="10" y="2"/>
                    <a:pt x="7" y="3"/>
                  </a:cubicBezTo>
                  <a:cubicBezTo>
                    <a:pt x="4" y="4"/>
                    <a:pt x="2" y="0"/>
                    <a:pt x="0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96" name="Freeform 1262">
              <a:extLst>
                <a:ext uri="{FF2B5EF4-FFF2-40B4-BE49-F238E27FC236}">
                  <a16:creationId xmlns:a16="http://schemas.microsoft.com/office/drawing/2014/main" id="{857ED16D-6E16-4961-947B-636588383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101"/>
              <a:ext cx="23" cy="58"/>
            </a:xfrm>
            <a:custGeom>
              <a:avLst/>
              <a:gdLst>
                <a:gd name="T0" fmla="*/ 8 w 12"/>
                <a:gd name="T1" fmla="*/ 0 h 28"/>
                <a:gd name="T2" fmla="*/ 56 w 12"/>
                <a:gd name="T3" fmla="*/ 124 h 28"/>
                <a:gd name="T4" fmla="*/ 36 w 12"/>
                <a:gd name="T5" fmla="*/ 189 h 28"/>
                <a:gd name="T6" fmla="*/ 8 w 12"/>
                <a:gd name="T7" fmla="*/ 249 h 28"/>
                <a:gd name="T8" fmla="*/ 23 w 12"/>
                <a:gd name="T9" fmla="*/ 168 h 28"/>
                <a:gd name="T10" fmla="*/ 29 w 12"/>
                <a:gd name="T11" fmla="*/ 141 h 28"/>
                <a:gd name="T12" fmla="*/ 36 w 12"/>
                <a:gd name="T13" fmla="*/ 108 h 28"/>
                <a:gd name="T14" fmla="*/ 8 w 12"/>
                <a:gd name="T15" fmla="*/ 52 h 28"/>
                <a:gd name="T16" fmla="*/ 8 w 12"/>
                <a:gd name="T17" fmla="*/ 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8">
                  <a:moveTo>
                    <a:pt x="1" y="0"/>
                  </a:moveTo>
                  <a:cubicBezTo>
                    <a:pt x="0" y="6"/>
                    <a:pt x="12" y="7"/>
                    <a:pt x="8" y="14"/>
                  </a:cubicBezTo>
                  <a:cubicBezTo>
                    <a:pt x="7" y="16"/>
                    <a:pt x="6" y="18"/>
                    <a:pt x="5" y="21"/>
                  </a:cubicBezTo>
                  <a:cubicBezTo>
                    <a:pt x="5" y="24"/>
                    <a:pt x="3" y="26"/>
                    <a:pt x="1" y="28"/>
                  </a:cubicBezTo>
                  <a:cubicBezTo>
                    <a:pt x="3" y="26"/>
                    <a:pt x="3" y="22"/>
                    <a:pt x="3" y="19"/>
                  </a:cubicBezTo>
                  <a:cubicBezTo>
                    <a:pt x="3" y="17"/>
                    <a:pt x="3" y="17"/>
                    <a:pt x="4" y="16"/>
                  </a:cubicBezTo>
                  <a:cubicBezTo>
                    <a:pt x="4" y="14"/>
                    <a:pt x="5" y="13"/>
                    <a:pt x="5" y="12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97" name="Freeform 1263">
              <a:extLst>
                <a:ext uri="{FF2B5EF4-FFF2-40B4-BE49-F238E27FC236}">
                  <a16:creationId xmlns:a16="http://schemas.microsoft.com/office/drawing/2014/main" id="{20BBC033-E3AF-4DD0-B317-312A0AF63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091"/>
              <a:ext cx="25" cy="13"/>
            </a:xfrm>
            <a:custGeom>
              <a:avLst/>
              <a:gdLst>
                <a:gd name="T0" fmla="*/ 8 w 13"/>
                <a:gd name="T1" fmla="*/ 9 h 6"/>
                <a:gd name="T2" fmla="*/ 48 w 13"/>
                <a:gd name="T3" fmla="*/ 20 h 6"/>
                <a:gd name="T4" fmla="*/ 92 w 13"/>
                <a:gd name="T5" fmla="*/ 20 h 6"/>
                <a:gd name="T6" fmla="*/ 48 w 13"/>
                <a:gd name="T7" fmla="*/ 52 h 6"/>
                <a:gd name="T8" fmla="*/ 0 w 13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" y="1"/>
                  </a:moveTo>
                  <a:cubicBezTo>
                    <a:pt x="3" y="0"/>
                    <a:pt x="5" y="2"/>
                    <a:pt x="7" y="2"/>
                  </a:cubicBezTo>
                  <a:cubicBezTo>
                    <a:pt x="8" y="3"/>
                    <a:pt x="11" y="3"/>
                    <a:pt x="13" y="2"/>
                  </a:cubicBezTo>
                  <a:cubicBezTo>
                    <a:pt x="11" y="5"/>
                    <a:pt x="10" y="6"/>
                    <a:pt x="7" y="5"/>
                  </a:cubicBezTo>
                  <a:cubicBezTo>
                    <a:pt x="4" y="3"/>
                    <a:pt x="3" y="2"/>
                    <a:pt x="0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98" name="Freeform 1264">
              <a:extLst>
                <a:ext uri="{FF2B5EF4-FFF2-40B4-BE49-F238E27FC236}">
                  <a16:creationId xmlns:a16="http://schemas.microsoft.com/office/drawing/2014/main" id="{1615C99A-1CE6-4EE2-BD83-9D96BB2AD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118"/>
              <a:ext cx="10" cy="14"/>
            </a:xfrm>
            <a:custGeom>
              <a:avLst/>
              <a:gdLst>
                <a:gd name="T0" fmla="*/ 16 w 5"/>
                <a:gd name="T1" fmla="*/ 8 h 7"/>
                <a:gd name="T2" fmla="*/ 8 w 5"/>
                <a:gd name="T3" fmla="*/ 56 h 7"/>
                <a:gd name="T4" fmla="*/ 4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0" y="2"/>
                    <a:pt x="1" y="5"/>
                    <a:pt x="1" y="7"/>
                  </a:cubicBezTo>
                  <a:cubicBezTo>
                    <a:pt x="2" y="5"/>
                    <a:pt x="2" y="1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99" name="Freeform 1265">
              <a:extLst>
                <a:ext uri="{FF2B5EF4-FFF2-40B4-BE49-F238E27FC236}">
                  <a16:creationId xmlns:a16="http://schemas.microsoft.com/office/drawing/2014/main" id="{13206B0D-56F4-483B-814B-F416782CC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095"/>
              <a:ext cx="17" cy="15"/>
            </a:xfrm>
            <a:custGeom>
              <a:avLst/>
              <a:gdLst>
                <a:gd name="T0" fmla="*/ 8 w 9"/>
                <a:gd name="T1" fmla="*/ 9 h 7"/>
                <a:gd name="T2" fmla="*/ 32 w 9"/>
                <a:gd name="T3" fmla="*/ 41 h 7"/>
                <a:gd name="T4" fmla="*/ 60 w 9"/>
                <a:gd name="T5" fmla="*/ 69 h 7"/>
                <a:gd name="T6" fmla="*/ 32 w 9"/>
                <a:gd name="T7" fmla="*/ 9 h 7"/>
                <a:gd name="T8" fmla="*/ 0 w 9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1" y="1"/>
                  </a:moveTo>
                  <a:cubicBezTo>
                    <a:pt x="2" y="2"/>
                    <a:pt x="4" y="3"/>
                    <a:pt x="5" y="4"/>
                  </a:cubicBezTo>
                  <a:cubicBezTo>
                    <a:pt x="6" y="5"/>
                    <a:pt x="8" y="5"/>
                    <a:pt x="9" y="7"/>
                  </a:cubicBezTo>
                  <a:cubicBezTo>
                    <a:pt x="9" y="5"/>
                    <a:pt x="7" y="2"/>
                    <a:pt x="5" y="1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00" name="Freeform 1266">
              <a:extLst>
                <a:ext uri="{FF2B5EF4-FFF2-40B4-BE49-F238E27FC236}">
                  <a16:creationId xmlns:a16="http://schemas.microsoft.com/office/drawing/2014/main" id="{47710B5B-3050-4EFF-A94A-8D967C527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110"/>
              <a:ext cx="12" cy="31"/>
            </a:xfrm>
            <a:custGeom>
              <a:avLst/>
              <a:gdLst>
                <a:gd name="T0" fmla="*/ 8 w 6"/>
                <a:gd name="T1" fmla="*/ 8 h 15"/>
                <a:gd name="T2" fmla="*/ 48 w 6"/>
                <a:gd name="T3" fmla="*/ 60 h 15"/>
                <a:gd name="T4" fmla="*/ 32 w 6"/>
                <a:gd name="T5" fmla="*/ 89 h 15"/>
                <a:gd name="T6" fmla="*/ 16 w 6"/>
                <a:gd name="T7" fmla="*/ 132 h 15"/>
                <a:gd name="T8" fmla="*/ 32 w 6"/>
                <a:gd name="T9" fmla="*/ 52 h 15"/>
                <a:gd name="T10" fmla="*/ 0 w 6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5">
                  <a:moveTo>
                    <a:pt x="1" y="1"/>
                  </a:moveTo>
                  <a:cubicBezTo>
                    <a:pt x="2" y="3"/>
                    <a:pt x="6" y="5"/>
                    <a:pt x="6" y="7"/>
                  </a:cubicBezTo>
                  <a:cubicBezTo>
                    <a:pt x="6" y="9"/>
                    <a:pt x="5" y="9"/>
                    <a:pt x="4" y="10"/>
                  </a:cubicBezTo>
                  <a:cubicBezTo>
                    <a:pt x="4" y="12"/>
                    <a:pt x="3" y="14"/>
                    <a:pt x="2" y="15"/>
                  </a:cubicBezTo>
                  <a:cubicBezTo>
                    <a:pt x="2" y="12"/>
                    <a:pt x="4" y="9"/>
                    <a:pt x="4" y="6"/>
                  </a:cubicBez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01" name="Freeform 1267">
              <a:extLst>
                <a:ext uri="{FF2B5EF4-FFF2-40B4-BE49-F238E27FC236}">
                  <a16:creationId xmlns:a16="http://schemas.microsoft.com/office/drawing/2014/main" id="{04F77B1D-1074-426C-BB58-9FFFEA0E2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157"/>
              <a:ext cx="16" cy="17"/>
            </a:xfrm>
            <a:custGeom>
              <a:avLst/>
              <a:gdLst>
                <a:gd name="T0" fmla="*/ 8 w 8"/>
                <a:gd name="T1" fmla="*/ 28 h 8"/>
                <a:gd name="T2" fmla="*/ 64 w 8"/>
                <a:gd name="T3" fmla="*/ 60 h 8"/>
                <a:gd name="T4" fmla="*/ 64 w 8"/>
                <a:gd name="T5" fmla="*/ 60 h 8"/>
                <a:gd name="T6" fmla="*/ 64 w 8"/>
                <a:gd name="T7" fmla="*/ 60 h 8"/>
                <a:gd name="T8" fmla="*/ 40 w 8"/>
                <a:gd name="T9" fmla="*/ 9 h 8"/>
                <a:gd name="T10" fmla="*/ 0 w 8"/>
                <a:gd name="T11" fmla="*/ 1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3" y="0"/>
                    <a:pt x="5" y="8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5" y="6"/>
                    <a:pt x="6" y="3"/>
                    <a:pt x="5" y="1"/>
                  </a:cubicBez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02" name="Freeform 1268">
              <a:extLst>
                <a:ext uri="{FF2B5EF4-FFF2-40B4-BE49-F238E27FC236}">
                  <a16:creationId xmlns:a16="http://schemas.microsoft.com/office/drawing/2014/main" id="{07B4DD71-D312-46B6-959B-36AFA473C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167"/>
              <a:ext cx="20" cy="9"/>
            </a:xfrm>
            <a:custGeom>
              <a:avLst/>
              <a:gdLst>
                <a:gd name="T0" fmla="*/ 0 w 10"/>
                <a:gd name="T1" fmla="*/ 25 h 4"/>
                <a:gd name="T2" fmla="*/ 48 w 10"/>
                <a:gd name="T3" fmla="*/ 45 h 4"/>
                <a:gd name="T4" fmla="*/ 80 w 10"/>
                <a:gd name="T5" fmla="*/ 0 h 4"/>
                <a:gd name="T6" fmla="*/ 56 w 10"/>
                <a:gd name="T7" fmla="*/ 36 h 4"/>
                <a:gd name="T8" fmla="*/ 8 w 10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2" y="2"/>
                    <a:pt x="3" y="4"/>
                    <a:pt x="6" y="4"/>
                  </a:cubicBezTo>
                  <a:cubicBezTo>
                    <a:pt x="8" y="4"/>
                    <a:pt x="9" y="2"/>
                    <a:pt x="10" y="0"/>
                  </a:cubicBezTo>
                  <a:cubicBezTo>
                    <a:pt x="9" y="1"/>
                    <a:pt x="8" y="2"/>
                    <a:pt x="7" y="3"/>
                  </a:cubicBezTo>
                  <a:cubicBezTo>
                    <a:pt x="5" y="4"/>
                    <a:pt x="3" y="3"/>
                    <a:pt x="1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03" name="Freeform 1269">
              <a:extLst>
                <a:ext uri="{FF2B5EF4-FFF2-40B4-BE49-F238E27FC236}">
                  <a16:creationId xmlns:a16="http://schemas.microsoft.com/office/drawing/2014/main" id="{A25A9138-994C-4D5F-8F5F-BDBE2A377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101"/>
              <a:ext cx="12" cy="27"/>
            </a:xfrm>
            <a:custGeom>
              <a:avLst/>
              <a:gdLst>
                <a:gd name="T0" fmla="*/ 32 w 6"/>
                <a:gd name="T1" fmla="*/ 0 h 13"/>
                <a:gd name="T2" fmla="*/ 32 w 6"/>
                <a:gd name="T3" fmla="*/ 52 h 13"/>
                <a:gd name="T4" fmla="*/ 0 w 6"/>
                <a:gd name="T5" fmla="*/ 116 h 13"/>
                <a:gd name="T6" fmla="*/ 40 w 6"/>
                <a:gd name="T7" fmla="*/ 52 h 13"/>
                <a:gd name="T8" fmla="*/ 32 w 6"/>
                <a:gd name="T9" fmla="*/ 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4" y="0"/>
                  </a:moveTo>
                  <a:cubicBezTo>
                    <a:pt x="3" y="2"/>
                    <a:pt x="4" y="4"/>
                    <a:pt x="4" y="6"/>
                  </a:cubicBezTo>
                  <a:cubicBezTo>
                    <a:pt x="4" y="9"/>
                    <a:pt x="2" y="10"/>
                    <a:pt x="0" y="13"/>
                  </a:cubicBezTo>
                  <a:cubicBezTo>
                    <a:pt x="3" y="11"/>
                    <a:pt x="5" y="9"/>
                    <a:pt x="5" y="6"/>
                  </a:cubicBezTo>
                  <a:cubicBezTo>
                    <a:pt x="6" y="4"/>
                    <a:pt x="4" y="3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04" name="Freeform 1270">
              <a:extLst>
                <a:ext uri="{FF2B5EF4-FFF2-40B4-BE49-F238E27FC236}">
                  <a16:creationId xmlns:a16="http://schemas.microsoft.com/office/drawing/2014/main" id="{C6C79637-0E2E-4CE2-B60C-3F92A3FFD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1085"/>
              <a:ext cx="105" cy="97"/>
            </a:xfrm>
            <a:custGeom>
              <a:avLst/>
              <a:gdLst>
                <a:gd name="T0" fmla="*/ 212 w 54"/>
                <a:gd name="T1" fmla="*/ 17 h 47"/>
                <a:gd name="T2" fmla="*/ 280 w 54"/>
                <a:gd name="T3" fmla="*/ 17 h 47"/>
                <a:gd name="T4" fmla="*/ 296 w 54"/>
                <a:gd name="T5" fmla="*/ 35 h 47"/>
                <a:gd name="T6" fmla="*/ 336 w 54"/>
                <a:gd name="T7" fmla="*/ 52 h 47"/>
                <a:gd name="T8" fmla="*/ 333 w 54"/>
                <a:gd name="T9" fmla="*/ 89 h 47"/>
                <a:gd name="T10" fmla="*/ 360 w 54"/>
                <a:gd name="T11" fmla="*/ 116 h 47"/>
                <a:gd name="T12" fmla="*/ 389 w 54"/>
                <a:gd name="T13" fmla="*/ 192 h 47"/>
                <a:gd name="T14" fmla="*/ 360 w 54"/>
                <a:gd name="T15" fmla="*/ 256 h 47"/>
                <a:gd name="T16" fmla="*/ 325 w 54"/>
                <a:gd name="T17" fmla="*/ 324 h 47"/>
                <a:gd name="T18" fmla="*/ 288 w 54"/>
                <a:gd name="T19" fmla="*/ 380 h 47"/>
                <a:gd name="T20" fmla="*/ 228 w 54"/>
                <a:gd name="T21" fmla="*/ 332 h 47"/>
                <a:gd name="T22" fmla="*/ 185 w 54"/>
                <a:gd name="T23" fmla="*/ 396 h 47"/>
                <a:gd name="T24" fmla="*/ 124 w 54"/>
                <a:gd name="T25" fmla="*/ 388 h 47"/>
                <a:gd name="T26" fmla="*/ 72 w 54"/>
                <a:gd name="T27" fmla="*/ 324 h 47"/>
                <a:gd name="T28" fmla="*/ 16 w 54"/>
                <a:gd name="T29" fmla="*/ 248 h 47"/>
                <a:gd name="T30" fmla="*/ 16 w 54"/>
                <a:gd name="T31" fmla="*/ 149 h 47"/>
                <a:gd name="T32" fmla="*/ 53 w 54"/>
                <a:gd name="T33" fmla="*/ 132 h 47"/>
                <a:gd name="T34" fmla="*/ 53 w 54"/>
                <a:gd name="T35" fmla="*/ 80 h 47"/>
                <a:gd name="T36" fmla="*/ 88 w 54"/>
                <a:gd name="T37" fmla="*/ 25 h 47"/>
                <a:gd name="T38" fmla="*/ 156 w 54"/>
                <a:gd name="T39" fmla="*/ 35 h 47"/>
                <a:gd name="T40" fmla="*/ 212 w 54"/>
                <a:gd name="T41" fmla="*/ 17 h 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47">
                  <a:moveTo>
                    <a:pt x="29" y="2"/>
                  </a:moveTo>
                  <a:cubicBezTo>
                    <a:pt x="33" y="0"/>
                    <a:pt x="35" y="0"/>
                    <a:pt x="38" y="2"/>
                  </a:cubicBezTo>
                  <a:cubicBezTo>
                    <a:pt x="39" y="2"/>
                    <a:pt x="39" y="4"/>
                    <a:pt x="40" y="4"/>
                  </a:cubicBezTo>
                  <a:cubicBezTo>
                    <a:pt x="41" y="4"/>
                    <a:pt x="45" y="2"/>
                    <a:pt x="46" y="6"/>
                  </a:cubicBezTo>
                  <a:cubicBezTo>
                    <a:pt x="46" y="8"/>
                    <a:pt x="45" y="9"/>
                    <a:pt x="45" y="10"/>
                  </a:cubicBezTo>
                  <a:cubicBezTo>
                    <a:pt x="46" y="11"/>
                    <a:pt x="48" y="12"/>
                    <a:pt x="49" y="13"/>
                  </a:cubicBezTo>
                  <a:cubicBezTo>
                    <a:pt x="52" y="15"/>
                    <a:pt x="54" y="19"/>
                    <a:pt x="53" y="22"/>
                  </a:cubicBezTo>
                  <a:cubicBezTo>
                    <a:pt x="52" y="25"/>
                    <a:pt x="50" y="26"/>
                    <a:pt x="49" y="29"/>
                  </a:cubicBezTo>
                  <a:cubicBezTo>
                    <a:pt x="48" y="34"/>
                    <a:pt x="48" y="34"/>
                    <a:pt x="44" y="37"/>
                  </a:cubicBezTo>
                  <a:cubicBezTo>
                    <a:pt x="42" y="38"/>
                    <a:pt x="41" y="42"/>
                    <a:pt x="39" y="43"/>
                  </a:cubicBezTo>
                  <a:cubicBezTo>
                    <a:pt x="34" y="45"/>
                    <a:pt x="34" y="39"/>
                    <a:pt x="31" y="38"/>
                  </a:cubicBezTo>
                  <a:cubicBezTo>
                    <a:pt x="27" y="38"/>
                    <a:pt x="27" y="43"/>
                    <a:pt x="25" y="45"/>
                  </a:cubicBezTo>
                  <a:cubicBezTo>
                    <a:pt x="23" y="47"/>
                    <a:pt x="19" y="46"/>
                    <a:pt x="17" y="44"/>
                  </a:cubicBezTo>
                  <a:cubicBezTo>
                    <a:pt x="14" y="42"/>
                    <a:pt x="12" y="39"/>
                    <a:pt x="10" y="37"/>
                  </a:cubicBezTo>
                  <a:cubicBezTo>
                    <a:pt x="6" y="34"/>
                    <a:pt x="3" y="33"/>
                    <a:pt x="2" y="28"/>
                  </a:cubicBezTo>
                  <a:cubicBezTo>
                    <a:pt x="1" y="25"/>
                    <a:pt x="0" y="20"/>
                    <a:pt x="2" y="17"/>
                  </a:cubicBezTo>
                  <a:cubicBezTo>
                    <a:pt x="3" y="16"/>
                    <a:pt x="6" y="17"/>
                    <a:pt x="7" y="15"/>
                  </a:cubicBezTo>
                  <a:cubicBezTo>
                    <a:pt x="9" y="13"/>
                    <a:pt x="7" y="12"/>
                    <a:pt x="7" y="9"/>
                  </a:cubicBezTo>
                  <a:cubicBezTo>
                    <a:pt x="7" y="6"/>
                    <a:pt x="9" y="4"/>
                    <a:pt x="12" y="3"/>
                  </a:cubicBezTo>
                  <a:cubicBezTo>
                    <a:pt x="16" y="2"/>
                    <a:pt x="18" y="4"/>
                    <a:pt x="21" y="4"/>
                  </a:cubicBezTo>
                  <a:cubicBezTo>
                    <a:pt x="25" y="4"/>
                    <a:pt x="26" y="2"/>
                    <a:pt x="29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05" name="Freeform 1271">
              <a:extLst>
                <a:ext uri="{FF2B5EF4-FFF2-40B4-BE49-F238E27FC236}">
                  <a16:creationId xmlns:a16="http://schemas.microsoft.com/office/drawing/2014/main" id="{B8CAA869-5E21-4C75-A5B3-5A695A4F6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157"/>
              <a:ext cx="13" cy="8"/>
            </a:xfrm>
            <a:custGeom>
              <a:avLst/>
              <a:gdLst>
                <a:gd name="T0" fmla="*/ 45 w 7"/>
                <a:gd name="T1" fmla="*/ 0 h 4"/>
                <a:gd name="T2" fmla="*/ 0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4" y="0"/>
                    <a:pt x="2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06" name="Freeform 1272">
              <a:extLst>
                <a:ext uri="{FF2B5EF4-FFF2-40B4-BE49-F238E27FC236}">
                  <a16:creationId xmlns:a16="http://schemas.microsoft.com/office/drawing/2014/main" id="{2913D00B-9FBE-4B06-95D7-5CB366EB1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099"/>
              <a:ext cx="19" cy="13"/>
            </a:xfrm>
            <a:custGeom>
              <a:avLst/>
              <a:gdLst>
                <a:gd name="T0" fmla="*/ 68 w 10"/>
                <a:gd name="T1" fmla="*/ 61 h 6"/>
                <a:gd name="T2" fmla="*/ 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7" y="2"/>
                    <a:pt x="5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07" name="Freeform 1273">
              <a:extLst>
                <a:ext uri="{FF2B5EF4-FFF2-40B4-BE49-F238E27FC236}">
                  <a16:creationId xmlns:a16="http://schemas.microsoft.com/office/drawing/2014/main" id="{31092CEC-23EA-417C-894D-B27F01CD8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112"/>
              <a:ext cx="6" cy="10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2"/>
                    <a:pt x="1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08" name="Freeform 1274">
              <a:extLst>
                <a:ext uri="{FF2B5EF4-FFF2-40B4-BE49-F238E27FC236}">
                  <a16:creationId xmlns:a16="http://schemas.microsoft.com/office/drawing/2014/main" id="{7F1FDD97-05C2-497B-9DBC-1C9A2E6C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155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09" name="Freeform 1275">
              <a:extLst>
                <a:ext uri="{FF2B5EF4-FFF2-40B4-BE49-F238E27FC236}">
                  <a16:creationId xmlns:a16="http://schemas.microsoft.com/office/drawing/2014/main" id="{7BB42168-4090-4189-B8F7-BCFE7B37C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108"/>
              <a:ext cx="6" cy="4"/>
            </a:xfrm>
            <a:custGeom>
              <a:avLst/>
              <a:gdLst>
                <a:gd name="T0" fmla="*/ 24 w 3"/>
                <a:gd name="T1" fmla="*/ 0 h 2"/>
                <a:gd name="T2" fmla="*/ 8 w 3"/>
                <a:gd name="T3" fmla="*/ 16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10" name="Freeform 1276">
              <a:extLst>
                <a:ext uri="{FF2B5EF4-FFF2-40B4-BE49-F238E27FC236}">
                  <a16:creationId xmlns:a16="http://schemas.microsoft.com/office/drawing/2014/main" id="{5C2238BF-19DF-4B97-91AC-21E18920C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097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11" name="Freeform 1277">
              <a:extLst>
                <a:ext uri="{FF2B5EF4-FFF2-40B4-BE49-F238E27FC236}">
                  <a16:creationId xmlns:a16="http://schemas.microsoft.com/office/drawing/2014/main" id="{F1D76CCE-9F08-4A0B-8EB2-76627F794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122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12" name="Freeform 1278">
              <a:extLst>
                <a:ext uri="{FF2B5EF4-FFF2-40B4-BE49-F238E27FC236}">
                  <a16:creationId xmlns:a16="http://schemas.microsoft.com/office/drawing/2014/main" id="{B31C3ABA-CD75-4179-B428-98C5B8616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244"/>
              <a:ext cx="122" cy="101"/>
            </a:xfrm>
            <a:custGeom>
              <a:avLst/>
              <a:gdLst>
                <a:gd name="T0" fmla="*/ 356 w 63"/>
                <a:gd name="T1" fmla="*/ 165 h 49"/>
                <a:gd name="T2" fmla="*/ 401 w 63"/>
                <a:gd name="T3" fmla="*/ 221 h 49"/>
                <a:gd name="T4" fmla="*/ 436 w 63"/>
                <a:gd name="T5" fmla="*/ 305 h 49"/>
                <a:gd name="T6" fmla="*/ 372 w 63"/>
                <a:gd name="T7" fmla="*/ 348 h 49"/>
                <a:gd name="T8" fmla="*/ 312 w 63"/>
                <a:gd name="T9" fmla="*/ 348 h 49"/>
                <a:gd name="T10" fmla="*/ 263 w 63"/>
                <a:gd name="T11" fmla="*/ 396 h 49"/>
                <a:gd name="T12" fmla="*/ 188 w 63"/>
                <a:gd name="T13" fmla="*/ 396 h 49"/>
                <a:gd name="T14" fmla="*/ 132 w 63"/>
                <a:gd name="T15" fmla="*/ 396 h 49"/>
                <a:gd name="T16" fmla="*/ 56 w 63"/>
                <a:gd name="T17" fmla="*/ 429 h 49"/>
                <a:gd name="T18" fmla="*/ 23 w 63"/>
                <a:gd name="T19" fmla="*/ 369 h 49"/>
                <a:gd name="T20" fmla="*/ 37 w 63"/>
                <a:gd name="T21" fmla="*/ 289 h 49"/>
                <a:gd name="T22" fmla="*/ 29 w 63"/>
                <a:gd name="T23" fmla="*/ 229 h 49"/>
                <a:gd name="T24" fmla="*/ 64 w 63"/>
                <a:gd name="T25" fmla="*/ 208 h 49"/>
                <a:gd name="T26" fmla="*/ 72 w 63"/>
                <a:gd name="T27" fmla="*/ 183 h 49"/>
                <a:gd name="T28" fmla="*/ 124 w 63"/>
                <a:gd name="T29" fmla="*/ 132 h 49"/>
                <a:gd name="T30" fmla="*/ 132 w 63"/>
                <a:gd name="T31" fmla="*/ 97 h 49"/>
                <a:gd name="T32" fmla="*/ 180 w 63"/>
                <a:gd name="T33" fmla="*/ 60 h 49"/>
                <a:gd name="T34" fmla="*/ 248 w 63"/>
                <a:gd name="T35" fmla="*/ 60 h 49"/>
                <a:gd name="T36" fmla="*/ 333 w 63"/>
                <a:gd name="T37" fmla="*/ 8 h 49"/>
                <a:gd name="T38" fmla="*/ 364 w 63"/>
                <a:gd name="T39" fmla="*/ 80 h 49"/>
                <a:gd name="T40" fmla="*/ 333 w 63"/>
                <a:gd name="T41" fmla="*/ 124 h 49"/>
                <a:gd name="T42" fmla="*/ 356 w 63"/>
                <a:gd name="T43" fmla="*/ 165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3" h="49">
                  <a:moveTo>
                    <a:pt x="49" y="19"/>
                  </a:moveTo>
                  <a:cubicBezTo>
                    <a:pt x="49" y="25"/>
                    <a:pt x="48" y="24"/>
                    <a:pt x="55" y="25"/>
                  </a:cubicBezTo>
                  <a:cubicBezTo>
                    <a:pt x="60" y="25"/>
                    <a:pt x="63" y="29"/>
                    <a:pt x="60" y="35"/>
                  </a:cubicBezTo>
                  <a:cubicBezTo>
                    <a:pt x="58" y="38"/>
                    <a:pt x="55" y="40"/>
                    <a:pt x="51" y="40"/>
                  </a:cubicBezTo>
                  <a:cubicBezTo>
                    <a:pt x="47" y="39"/>
                    <a:pt x="47" y="35"/>
                    <a:pt x="43" y="40"/>
                  </a:cubicBezTo>
                  <a:cubicBezTo>
                    <a:pt x="41" y="43"/>
                    <a:pt x="41" y="46"/>
                    <a:pt x="36" y="45"/>
                  </a:cubicBezTo>
                  <a:cubicBezTo>
                    <a:pt x="32" y="45"/>
                    <a:pt x="33" y="42"/>
                    <a:pt x="26" y="45"/>
                  </a:cubicBezTo>
                  <a:cubicBezTo>
                    <a:pt x="21" y="48"/>
                    <a:pt x="22" y="47"/>
                    <a:pt x="18" y="45"/>
                  </a:cubicBezTo>
                  <a:cubicBezTo>
                    <a:pt x="14" y="44"/>
                    <a:pt x="12" y="48"/>
                    <a:pt x="8" y="49"/>
                  </a:cubicBezTo>
                  <a:cubicBezTo>
                    <a:pt x="4" y="49"/>
                    <a:pt x="2" y="45"/>
                    <a:pt x="3" y="42"/>
                  </a:cubicBezTo>
                  <a:cubicBezTo>
                    <a:pt x="4" y="38"/>
                    <a:pt x="7" y="36"/>
                    <a:pt x="5" y="33"/>
                  </a:cubicBezTo>
                  <a:cubicBezTo>
                    <a:pt x="4" y="31"/>
                    <a:pt x="0" y="29"/>
                    <a:pt x="4" y="26"/>
                  </a:cubicBezTo>
                  <a:cubicBezTo>
                    <a:pt x="5" y="25"/>
                    <a:pt x="8" y="26"/>
                    <a:pt x="9" y="24"/>
                  </a:cubicBezTo>
                  <a:cubicBezTo>
                    <a:pt x="12" y="22"/>
                    <a:pt x="9" y="23"/>
                    <a:pt x="10" y="21"/>
                  </a:cubicBezTo>
                  <a:cubicBezTo>
                    <a:pt x="11" y="16"/>
                    <a:pt x="14" y="18"/>
                    <a:pt x="17" y="15"/>
                  </a:cubicBezTo>
                  <a:cubicBezTo>
                    <a:pt x="18" y="13"/>
                    <a:pt x="17" y="12"/>
                    <a:pt x="18" y="11"/>
                  </a:cubicBezTo>
                  <a:cubicBezTo>
                    <a:pt x="20" y="9"/>
                    <a:pt x="23" y="7"/>
                    <a:pt x="25" y="7"/>
                  </a:cubicBezTo>
                  <a:cubicBezTo>
                    <a:pt x="29" y="5"/>
                    <a:pt x="30" y="8"/>
                    <a:pt x="34" y="7"/>
                  </a:cubicBezTo>
                  <a:cubicBezTo>
                    <a:pt x="38" y="6"/>
                    <a:pt x="42" y="2"/>
                    <a:pt x="46" y="1"/>
                  </a:cubicBezTo>
                  <a:cubicBezTo>
                    <a:pt x="53" y="0"/>
                    <a:pt x="55" y="5"/>
                    <a:pt x="50" y="9"/>
                  </a:cubicBezTo>
                  <a:cubicBezTo>
                    <a:pt x="48" y="11"/>
                    <a:pt x="47" y="11"/>
                    <a:pt x="46" y="14"/>
                  </a:cubicBezTo>
                  <a:cubicBezTo>
                    <a:pt x="45" y="17"/>
                    <a:pt x="49" y="16"/>
                    <a:pt x="49" y="1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13" name="Freeform 1279">
              <a:extLst>
                <a:ext uri="{FF2B5EF4-FFF2-40B4-BE49-F238E27FC236}">
                  <a16:creationId xmlns:a16="http://schemas.microsoft.com/office/drawing/2014/main" id="{42EF7E15-CDA2-46C4-BA98-43211D709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302"/>
              <a:ext cx="37" cy="22"/>
            </a:xfrm>
            <a:custGeom>
              <a:avLst/>
              <a:gdLst>
                <a:gd name="T0" fmla="*/ 132 w 19"/>
                <a:gd name="T1" fmla="*/ 32 h 11"/>
                <a:gd name="T2" fmla="*/ 80 w 19"/>
                <a:gd name="T3" fmla="*/ 88 h 11"/>
                <a:gd name="T4" fmla="*/ 53 w 19"/>
                <a:gd name="T5" fmla="*/ 72 h 11"/>
                <a:gd name="T6" fmla="*/ 0 w 19"/>
                <a:gd name="T7" fmla="*/ 56 h 11"/>
                <a:gd name="T8" fmla="*/ 53 w 19"/>
                <a:gd name="T9" fmla="*/ 48 h 11"/>
                <a:gd name="T10" fmla="*/ 103 w 19"/>
                <a:gd name="T11" fmla="*/ 48 h 11"/>
                <a:gd name="T12" fmla="*/ 132 w 19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18" y="4"/>
                  </a:moveTo>
                  <a:cubicBezTo>
                    <a:pt x="19" y="7"/>
                    <a:pt x="14" y="11"/>
                    <a:pt x="11" y="11"/>
                  </a:cubicBezTo>
                  <a:cubicBezTo>
                    <a:pt x="10" y="11"/>
                    <a:pt x="8" y="10"/>
                    <a:pt x="7" y="9"/>
                  </a:cubicBezTo>
                  <a:cubicBezTo>
                    <a:pt x="5" y="8"/>
                    <a:pt x="3" y="7"/>
                    <a:pt x="0" y="7"/>
                  </a:cubicBezTo>
                  <a:cubicBezTo>
                    <a:pt x="2" y="7"/>
                    <a:pt x="5" y="6"/>
                    <a:pt x="7" y="6"/>
                  </a:cubicBezTo>
                  <a:cubicBezTo>
                    <a:pt x="10" y="6"/>
                    <a:pt x="11" y="7"/>
                    <a:pt x="14" y="6"/>
                  </a:cubicBezTo>
                  <a:cubicBezTo>
                    <a:pt x="17" y="4"/>
                    <a:pt x="17" y="3"/>
                    <a:pt x="18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14" name="Freeform 1280">
              <a:extLst>
                <a:ext uri="{FF2B5EF4-FFF2-40B4-BE49-F238E27FC236}">
                  <a16:creationId xmlns:a16="http://schemas.microsoft.com/office/drawing/2014/main" id="{28543DA3-19F0-4E61-BA5E-500E68735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322"/>
              <a:ext cx="50" cy="17"/>
            </a:xfrm>
            <a:custGeom>
              <a:avLst/>
              <a:gdLst>
                <a:gd name="T0" fmla="*/ 185 w 26"/>
                <a:gd name="T1" fmla="*/ 9 h 8"/>
                <a:gd name="T2" fmla="*/ 148 w 26"/>
                <a:gd name="T3" fmla="*/ 49 h 8"/>
                <a:gd name="T4" fmla="*/ 108 w 26"/>
                <a:gd name="T5" fmla="*/ 49 h 8"/>
                <a:gd name="T6" fmla="*/ 0 w 26"/>
                <a:gd name="T7" fmla="*/ 68 h 8"/>
                <a:gd name="T8" fmla="*/ 44 w 26"/>
                <a:gd name="T9" fmla="*/ 49 h 8"/>
                <a:gd name="T10" fmla="*/ 92 w 26"/>
                <a:gd name="T11" fmla="*/ 19 h 8"/>
                <a:gd name="T12" fmla="*/ 156 w 26"/>
                <a:gd name="T13" fmla="*/ 9 h 8"/>
                <a:gd name="T14" fmla="*/ 185 w 26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8">
                  <a:moveTo>
                    <a:pt x="26" y="1"/>
                  </a:moveTo>
                  <a:cubicBezTo>
                    <a:pt x="23" y="2"/>
                    <a:pt x="23" y="4"/>
                    <a:pt x="21" y="5"/>
                  </a:cubicBezTo>
                  <a:cubicBezTo>
                    <a:pt x="19" y="6"/>
                    <a:pt x="18" y="5"/>
                    <a:pt x="15" y="5"/>
                  </a:cubicBezTo>
                  <a:cubicBezTo>
                    <a:pt x="10" y="3"/>
                    <a:pt x="6" y="8"/>
                    <a:pt x="0" y="7"/>
                  </a:cubicBezTo>
                  <a:cubicBezTo>
                    <a:pt x="3" y="7"/>
                    <a:pt x="5" y="6"/>
                    <a:pt x="6" y="5"/>
                  </a:cubicBezTo>
                  <a:cubicBezTo>
                    <a:pt x="9" y="3"/>
                    <a:pt x="10" y="2"/>
                    <a:pt x="13" y="2"/>
                  </a:cubicBezTo>
                  <a:cubicBezTo>
                    <a:pt x="17" y="3"/>
                    <a:pt x="19" y="2"/>
                    <a:pt x="22" y="1"/>
                  </a:cubicBezTo>
                  <a:cubicBezTo>
                    <a:pt x="23" y="0"/>
                    <a:pt x="24" y="0"/>
                    <a:pt x="26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15" name="Freeform 1281">
              <a:extLst>
                <a:ext uri="{FF2B5EF4-FFF2-40B4-BE49-F238E27FC236}">
                  <a16:creationId xmlns:a16="http://schemas.microsoft.com/office/drawing/2014/main" id="{AE78C033-2A65-472F-8811-57E38E65E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328"/>
              <a:ext cx="31" cy="13"/>
            </a:xfrm>
            <a:custGeom>
              <a:avLst/>
              <a:gdLst>
                <a:gd name="T0" fmla="*/ 116 w 16"/>
                <a:gd name="T1" fmla="*/ 20 h 6"/>
                <a:gd name="T2" fmla="*/ 79 w 16"/>
                <a:gd name="T3" fmla="*/ 33 h 6"/>
                <a:gd name="T4" fmla="*/ 37 w 16"/>
                <a:gd name="T5" fmla="*/ 61 h 6"/>
                <a:gd name="T6" fmla="*/ 16 w 16"/>
                <a:gd name="T7" fmla="*/ 0 h 6"/>
                <a:gd name="T8" fmla="*/ 60 w 16"/>
                <a:gd name="T9" fmla="*/ 20 h 6"/>
                <a:gd name="T10" fmla="*/ 93 w 16"/>
                <a:gd name="T11" fmla="*/ 0 h 6"/>
                <a:gd name="T12" fmla="*/ 116 w 16"/>
                <a:gd name="T13" fmla="*/ 9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">
                  <a:moveTo>
                    <a:pt x="16" y="2"/>
                  </a:moveTo>
                  <a:cubicBezTo>
                    <a:pt x="14" y="2"/>
                    <a:pt x="13" y="2"/>
                    <a:pt x="11" y="3"/>
                  </a:cubicBezTo>
                  <a:cubicBezTo>
                    <a:pt x="9" y="4"/>
                    <a:pt x="7" y="6"/>
                    <a:pt x="5" y="6"/>
                  </a:cubicBezTo>
                  <a:cubicBezTo>
                    <a:pt x="2" y="6"/>
                    <a:pt x="0" y="2"/>
                    <a:pt x="2" y="0"/>
                  </a:cubicBezTo>
                  <a:cubicBezTo>
                    <a:pt x="1" y="4"/>
                    <a:pt x="6" y="3"/>
                    <a:pt x="8" y="2"/>
                  </a:cubicBezTo>
                  <a:cubicBezTo>
                    <a:pt x="10" y="2"/>
                    <a:pt x="11" y="0"/>
                    <a:pt x="13" y="0"/>
                  </a:cubicBezTo>
                  <a:cubicBezTo>
                    <a:pt x="15" y="1"/>
                    <a:pt x="15" y="2"/>
                    <a:pt x="16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16" name="Freeform 1282">
              <a:extLst>
                <a:ext uri="{FF2B5EF4-FFF2-40B4-BE49-F238E27FC236}">
                  <a16:creationId xmlns:a16="http://schemas.microsoft.com/office/drawing/2014/main" id="{67C5174C-F41E-41CD-AEB3-A7482743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306"/>
              <a:ext cx="19" cy="16"/>
            </a:xfrm>
            <a:custGeom>
              <a:avLst/>
              <a:gdLst>
                <a:gd name="T0" fmla="*/ 15 w 10"/>
                <a:gd name="T1" fmla="*/ 16 h 8"/>
                <a:gd name="T2" fmla="*/ 68 w 10"/>
                <a:gd name="T3" fmla="*/ 32 h 8"/>
                <a:gd name="T4" fmla="*/ 15 w 10"/>
                <a:gd name="T5" fmla="*/ 48 h 8"/>
                <a:gd name="T6" fmla="*/ 0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2" y="2"/>
                  </a:moveTo>
                  <a:cubicBezTo>
                    <a:pt x="5" y="4"/>
                    <a:pt x="7" y="5"/>
                    <a:pt x="10" y="4"/>
                  </a:cubicBezTo>
                  <a:cubicBezTo>
                    <a:pt x="7" y="4"/>
                    <a:pt x="6" y="8"/>
                    <a:pt x="2" y="6"/>
                  </a:cubicBez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17" name="Freeform 1283">
              <a:extLst>
                <a:ext uri="{FF2B5EF4-FFF2-40B4-BE49-F238E27FC236}">
                  <a16:creationId xmlns:a16="http://schemas.microsoft.com/office/drawing/2014/main" id="{5E993FE4-5513-43E8-BA13-C7F054427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248"/>
              <a:ext cx="29" cy="33"/>
            </a:xfrm>
            <a:custGeom>
              <a:avLst/>
              <a:gdLst>
                <a:gd name="T0" fmla="*/ 79 w 15"/>
                <a:gd name="T1" fmla="*/ 8 h 16"/>
                <a:gd name="T2" fmla="*/ 44 w 15"/>
                <a:gd name="T3" fmla="*/ 140 h 16"/>
                <a:gd name="T4" fmla="*/ 52 w 15"/>
                <a:gd name="T5" fmla="*/ 52 h 16"/>
                <a:gd name="T6" fmla="*/ 52 w 15"/>
                <a:gd name="T7" fmla="*/ 8 h 16"/>
                <a:gd name="T8" fmla="*/ 72 w 15"/>
                <a:gd name="T9" fmla="*/ 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1" y="1"/>
                  </a:moveTo>
                  <a:cubicBezTo>
                    <a:pt x="15" y="6"/>
                    <a:pt x="0" y="11"/>
                    <a:pt x="6" y="16"/>
                  </a:cubicBezTo>
                  <a:cubicBezTo>
                    <a:pt x="1" y="13"/>
                    <a:pt x="5" y="9"/>
                    <a:pt x="7" y="6"/>
                  </a:cubicBezTo>
                  <a:cubicBezTo>
                    <a:pt x="8" y="5"/>
                    <a:pt x="10" y="0"/>
                    <a:pt x="7" y="1"/>
                  </a:cubicBezTo>
                  <a:cubicBezTo>
                    <a:pt x="8" y="1"/>
                    <a:pt x="9" y="0"/>
                    <a:pt x="1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18" name="Freeform 1284">
              <a:extLst>
                <a:ext uri="{FF2B5EF4-FFF2-40B4-BE49-F238E27FC236}">
                  <a16:creationId xmlns:a16="http://schemas.microsoft.com/office/drawing/2014/main" id="{9DD06185-7281-4A10-8A88-C9445E90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258"/>
              <a:ext cx="17" cy="6"/>
            </a:xfrm>
            <a:custGeom>
              <a:avLst/>
              <a:gdLst>
                <a:gd name="T0" fmla="*/ 60 w 9"/>
                <a:gd name="T1" fmla="*/ 8 h 3"/>
                <a:gd name="T2" fmla="*/ 0 w 9"/>
                <a:gd name="T3" fmla="*/ 24 h 3"/>
                <a:gd name="T4" fmla="*/ 32 w 9"/>
                <a:gd name="T5" fmla="*/ 16 h 3"/>
                <a:gd name="T6" fmla="*/ 60 w 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">
                  <a:moveTo>
                    <a:pt x="9" y="1"/>
                  </a:moveTo>
                  <a:cubicBezTo>
                    <a:pt x="6" y="0"/>
                    <a:pt x="1" y="0"/>
                    <a:pt x="0" y="3"/>
                  </a:cubicBezTo>
                  <a:cubicBezTo>
                    <a:pt x="2" y="2"/>
                    <a:pt x="3" y="2"/>
                    <a:pt x="5" y="2"/>
                  </a:cubicBezTo>
                  <a:cubicBezTo>
                    <a:pt x="7" y="2"/>
                    <a:pt x="8" y="1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19" name="Freeform 1285">
              <a:extLst>
                <a:ext uri="{FF2B5EF4-FFF2-40B4-BE49-F238E27FC236}">
                  <a16:creationId xmlns:a16="http://schemas.microsoft.com/office/drawing/2014/main" id="{7FF4F237-61A8-47DD-86B2-06EB98AB3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295"/>
              <a:ext cx="12" cy="13"/>
            </a:xfrm>
            <a:custGeom>
              <a:avLst/>
              <a:gdLst>
                <a:gd name="T0" fmla="*/ 48 w 6"/>
                <a:gd name="T1" fmla="*/ 0 h 6"/>
                <a:gd name="T2" fmla="*/ 24 w 6"/>
                <a:gd name="T3" fmla="*/ 61 h 6"/>
                <a:gd name="T4" fmla="*/ 0 w 6"/>
                <a:gd name="T5" fmla="*/ 33 h 6"/>
                <a:gd name="T6" fmla="*/ 40 w 6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2"/>
                    <a:pt x="3" y="4"/>
                    <a:pt x="3" y="6"/>
                  </a:cubicBezTo>
                  <a:cubicBezTo>
                    <a:pt x="2" y="6"/>
                    <a:pt x="1" y="4"/>
                    <a:pt x="0" y="3"/>
                  </a:cubicBezTo>
                  <a:cubicBezTo>
                    <a:pt x="1" y="2"/>
                    <a:pt x="3" y="0"/>
                    <a:pt x="5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20" name="Freeform 1286">
              <a:extLst>
                <a:ext uri="{FF2B5EF4-FFF2-40B4-BE49-F238E27FC236}">
                  <a16:creationId xmlns:a16="http://schemas.microsoft.com/office/drawing/2014/main" id="{FD2E7DCF-1F03-4322-8C4B-96C7FD2FE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310"/>
              <a:ext cx="15" cy="27"/>
            </a:xfrm>
            <a:custGeom>
              <a:avLst/>
              <a:gdLst>
                <a:gd name="T0" fmla="*/ 21 w 8"/>
                <a:gd name="T1" fmla="*/ 8 h 13"/>
                <a:gd name="T2" fmla="*/ 15 w 8"/>
                <a:gd name="T3" fmla="*/ 64 h 13"/>
                <a:gd name="T4" fmla="*/ 15 w 8"/>
                <a:gd name="T5" fmla="*/ 116 h 13"/>
                <a:gd name="T6" fmla="*/ 53 w 8"/>
                <a:gd name="T7" fmla="*/ 35 h 13"/>
                <a:gd name="T8" fmla="*/ 21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3" y="1"/>
                  </a:moveTo>
                  <a:cubicBezTo>
                    <a:pt x="6" y="3"/>
                    <a:pt x="2" y="5"/>
                    <a:pt x="2" y="7"/>
                  </a:cubicBezTo>
                  <a:cubicBezTo>
                    <a:pt x="0" y="9"/>
                    <a:pt x="1" y="12"/>
                    <a:pt x="2" y="13"/>
                  </a:cubicBezTo>
                  <a:cubicBezTo>
                    <a:pt x="0" y="9"/>
                    <a:pt x="8" y="7"/>
                    <a:pt x="8" y="4"/>
                  </a:cubicBezTo>
                  <a:cubicBezTo>
                    <a:pt x="8" y="1"/>
                    <a:pt x="5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21" name="Freeform 1287">
              <a:extLst>
                <a:ext uri="{FF2B5EF4-FFF2-40B4-BE49-F238E27FC236}">
                  <a16:creationId xmlns:a16="http://schemas.microsoft.com/office/drawing/2014/main" id="{1EF8D8A7-15AA-4794-A2AB-A182B328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275"/>
              <a:ext cx="9" cy="33"/>
            </a:xfrm>
            <a:custGeom>
              <a:avLst/>
              <a:gdLst>
                <a:gd name="T0" fmla="*/ 16 w 5"/>
                <a:gd name="T1" fmla="*/ 35 h 16"/>
                <a:gd name="T2" fmla="*/ 13 w 5"/>
                <a:gd name="T3" fmla="*/ 89 h 16"/>
                <a:gd name="T4" fmla="*/ 0 w 5"/>
                <a:gd name="T5" fmla="*/ 140 h 16"/>
                <a:gd name="T6" fmla="*/ 23 w 5"/>
                <a:gd name="T7" fmla="*/ 107 h 16"/>
                <a:gd name="T8" fmla="*/ 23 w 5"/>
                <a:gd name="T9" fmla="*/ 52 h 16"/>
                <a:gd name="T10" fmla="*/ 23 w 5"/>
                <a:gd name="T11" fmla="*/ 25 h 16"/>
                <a:gd name="T12" fmla="*/ 0 w 5"/>
                <a:gd name="T13" fmla="*/ 8 h 16"/>
                <a:gd name="T14" fmla="*/ 0 w 5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16">
                  <a:moveTo>
                    <a:pt x="3" y="4"/>
                  </a:moveTo>
                  <a:cubicBezTo>
                    <a:pt x="4" y="7"/>
                    <a:pt x="2" y="8"/>
                    <a:pt x="2" y="10"/>
                  </a:cubicBezTo>
                  <a:cubicBezTo>
                    <a:pt x="1" y="12"/>
                    <a:pt x="1" y="14"/>
                    <a:pt x="0" y="16"/>
                  </a:cubicBezTo>
                  <a:cubicBezTo>
                    <a:pt x="1" y="15"/>
                    <a:pt x="3" y="13"/>
                    <a:pt x="4" y="12"/>
                  </a:cubicBezTo>
                  <a:cubicBezTo>
                    <a:pt x="5" y="10"/>
                    <a:pt x="4" y="8"/>
                    <a:pt x="4" y="6"/>
                  </a:cubicBezTo>
                  <a:cubicBezTo>
                    <a:pt x="4" y="5"/>
                    <a:pt x="5" y="4"/>
                    <a:pt x="4" y="3"/>
                  </a:cubicBezTo>
                  <a:cubicBezTo>
                    <a:pt x="3" y="2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22" name="Freeform 1288">
              <a:extLst>
                <a:ext uri="{FF2B5EF4-FFF2-40B4-BE49-F238E27FC236}">
                  <a16:creationId xmlns:a16="http://schemas.microsoft.com/office/drawing/2014/main" id="{7696D3C6-4D9C-4571-A5C1-1350BE1E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332"/>
              <a:ext cx="23" cy="15"/>
            </a:xfrm>
            <a:custGeom>
              <a:avLst/>
              <a:gdLst>
                <a:gd name="T0" fmla="*/ 84 w 12"/>
                <a:gd name="T1" fmla="*/ 0 h 7"/>
                <a:gd name="T2" fmla="*/ 8 w 12"/>
                <a:gd name="T3" fmla="*/ 9 h 7"/>
                <a:gd name="T4" fmla="*/ 36 w 12"/>
                <a:gd name="T5" fmla="*/ 19 h 7"/>
                <a:gd name="T6" fmla="*/ 84 w 12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1" y="1"/>
                    <a:pt x="0" y="7"/>
                    <a:pt x="1" y="1"/>
                  </a:cubicBezTo>
                  <a:cubicBezTo>
                    <a:pt x="2" y="1"/>
                    <a:pt x="3" y="2"/>
                    <a:pt x="5" y="2"/>
                  </a:cubicBezTo>
                  <a:cubicBezTo>
                    <a:pt x="7" y="3"/>
                    <a:pt x="9" y="0"/>
                    <a:pt x="12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23" name="Freeform 1289">
              <a:extLst>
                <a:ext uri="{FF2B5EF4-FFF2-40B4-BE49-F238E27FC236}">
                  <a16:creationId xmlns:a16="http://schemas.microsoft.com/office/drawing/2014/main" id="{71643B43-EE60-49E5-9FFB-8B6EE1D4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314"/>
              <a:ext cx="29" cy="8"/>
            </a:xfrm>
            <a:custGeom>
              <a:avLst/>
              <a:gdLst>
                <a:gd name="T0" fmla="*/ 108 w 15"/>
                <a:gd name="T1" fmla="*/ 0 h 4"/>
                <a:gd name="T2" fmla="*/ 52 w 15"/>
                <a:gd name="T3" fmla="*/ 32 h 4"/>
                <a:gd name="T4" fmla="*/ 0 w 15"/>
                <a:gd name="T5" fmla="*/ 16 h 4"/>
                <a:gd name="T6" fmla="*/ 64 w 15"/>
                <a:gd name="T7" fmla="*/ 24 h 4"/>
                <a:gd name="T8" fmla="*/ 108 w 1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4" y="3"/>
                    <a:pt x="9" y="4"/>
                    <a:pt x="7" y="4"/>
                  </a:cubicBezTo>
                  <a:cubicBezTo>
                    <a:pt x="5" y="4"/>
                    <a:pt x="2" y="1"/>
                    <a:pt x="0" y="2"/>
                  </a:cubicBezTo>
                  <a:cubicBezTo>
                    <a:pt x="3" y="1"/>
                    <a:pt x="6" y="2"/>
                    <a:pt x="9" y="3"/>
                  </a:cubicBezTo>
                  <a:cubicBezTo>
                    <a:pt x="11" y="3"/>
                    <a:pt x="13" y="1"/>
                    <a:pt x="1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24" name="Freeform 1290">
              <a:extLst>
                <a:ext uri="{FF2B5EF4-FFF2-40B4-BE49-F238E27FC236}">
                  <a16:creationId xmlns:a16="http://schemas.microsoft.com/office/drawing/2014/main" id="{F512C354-F5DF-42A4-9FD4-4C76D39E2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320"/>
              <a:ext cx="19" cy="17"/>
            </a:xfrm>
            <a:custGeom>
              <a:avLst/>
              <a:gdLst>
                <a:gd name="T0" fmla="*/ 68 w 10"/>
                <a:gd name="T1" fmla="*/ 9 h 8"/>
                <a:gd name="T2" fmla="*/ 0 w 10"/>
                <a:gd name="T3" fmla="*/ 60 h 8"/>
                <a:gd name="T4" fmla="*/ 40 w 10"/>
                <a:gd name="T5" fmla="*/ 28 h 8"/>
                <a:gd name="T6" fmla="*/ 68 w 10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10" y="1"/>
                  </a:moveTo>
                  <a:cubicBezTo>
                    <a:pt x="7" y="4"/>
                    <a:pt x="5" y="8"/>
                    <a:pt x="0" y="6"/>
                  </a:cubicBezTo>
                  <a:cubicBezTo>
                    <a:pt x="3" y="6"/>
                    <a:pt x="4" y="5"/>
                    <a:pt x="6" y="3"/>
                  </a:cubicBezTo>
                  <a:cubicBezTo>
                    <a:pt x="7" y="1"/>
                    <a:pt x="8" y="0"/>
                    <a:pt x="1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25" name="Freeform 1291">
              <a:extLst>
                <a:ext uri="{FF2B5EF4-FFF2-40B4-BE49-F238E27FC236}">
                  <a16:creationId xmlns:a16="http://schemas.microsoft.com/office/drawing/2014/main" id="{CB7FB14F-D018-48BE-B146-D4F857FC1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1297"/>
              <a:ext cx="14" cy="11"/>
            </a:xfrm>
            <a:custGeom>
              <a:avLst/>
              <a:gdLst>
                <a:gd name="T0" fmla="*/ 48 w 7"/>
                <a:gd name="T1" fmla="*/ 0 h 5"/>
                <a:gd name="T2" fmla="*/ 32 w 7"/>
                <a:gd name="T3" fmla="*/ 53 h 5"/>
                <a:gd name="T4" fmla="*/ 56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2" y="0"/>
                    <a:pt x="0" y="3"/>
                    <a:pt x="4" y="5"/>
                  </a:cubicBezTo>
                  <a:cubicBezTo>
                    <a:pt x="2" y="4"/>
                    <a:pt x="5" y="0"/>
                    <a:pt x="7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26" name="Freeform 1292">
              <a:extLst>
                <a:ext uri="{FF2B5EF4-FFF2-40B4-BE49-F238E27FC236}">
                  <a16:creationId xmlns:a16="http://schemas.microsoft.com/office/drawing/2014/main" id="{005247B8-4104-497D-9ABD-E56F6E51A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252"/>
              <a:ext cx="27" cy="14"/>
            </a:xfrm>
            <a:custGeom>
              <a:avLst/>
              <a:gdLst>
                <a:gd name="T0" fmla="*/ 85 w 14"/>
                <a:gd name="T1" fmla="*/ 0 h 7"/>
                <a:gd name="T2" fmla="*/ 52 w 14"/>
                <a:gd name="T3" fmla="*/ 32 h 7"/>
                <a:gd name="T4" fmla="*/ 0 w 14"/>
                <a:gd name="T5" fmla="*/ 56 h 7"/>
                <a:gd name="T6" fmla="*/ 64 w 14"/>
                <a:gd name="T7" fmla="*/ 32 h 7"/>
                <a:gd name="T8" fmla="*/ 100 w 1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12" y="0"/>
                  </a:moveTo>
                  <a:cubicBezTo>
                    <a:pt x="11" y="2"/>
                    <a:pt x="9" y="3"/>
                    <a:pt x="7" y="4"/>
                  </a:cubicBezTo>
                  <a:cubicBezTo>
                    <a:pt x="5" y="5"/>
                    <a:pt x="1" y="6"/>
                    <a:pt x="0" y="7"/>
                  </a:cubicBezTo>
                  <a:cubicBezTo>
                    <a:pt x="3" y="7"/>
                    <a:pt x="6" y="6"/>
                    <a:pt x="9" y="4"/>
                  </a:cubicBezTo>
                  <a:cubicBezTo>
                    <a:pt x="11" y="3"/>
                    <a:pt x="12" y="2"/>
                    <a:pt x="1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27" name="Freeform 1293">
              <a:extLst>
                <a:ext uri="{FF2B5EF4-FFF2-40B4-BE49-F238E27FC236}">
                  <a16:creationId xmlns:a16="http://schemas.microsoft.com/office/drawing/2014/main" id="{49436047-1D57-4F1A-9212-19A0A8CD2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279"/>
              <a:ext cx="8" cy="18"/>
            </a:xfrm>
            <a:custGeom>
              <a:avLst/>
              <a:gdLst>
                <a:gd name="T0" fmla="*/ 0 w 4"/>
                <a:gd name="T1" fmla="*/ 0 h 9"/>
                <a:gd name="T2" fmla="*/ 24 w 4"/>
                <a:gd name="T3" fmla="*/ 24 h 9"/>
                <a:gd name="T4" fmla="*/ 8 w 4"/>
                <a:gd name="T5" fmla="*/ 72 h 9"/>
                <a:gd name="T6" fmla="*/ 16 w 4"/>
                <a:gd name="T7" fmla="*/ 24 h 9"/>
                <a:gd name="T8" fmla="*/ 0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1"/>
                    <a:pt x="3" y="1"/>
                    <a:pt x="3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7"/>
                    <a:pt x="2" y="5"/>
                    <a:pt x="2" y="3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28" name="Freeform 1294">
              <a:extLst>
                <a:ext uri="{FF2B5EF4-FFF2-40B4-BE49-F238E27FC236}">
                  <a16:creationId xmlns:a16="http://schemas.microsoft.com/office/drawing/2014/main" id="{44C18297-9763-47A8-9309-9630CA7FA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289"/>
              <a:ext cx="21" cy="13"/>
            </a:xfrm>
            <a:custGeom>
              <a:avLst/>
              <a:gdLst>
                <a:gd name="T0" fmla="*/ 8 w 11"/>
                <a:gd name="T1" fmla="*/ 0 h 6"/>
                <a:gd name="T2" fmla="*/ 76 w 11"/>
                <a:gd name="T3" fmla="*/ 61 h 6"/>
                <a:gd name="T4" fmla="*/ 15 w 11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1" y="0"/>
                  </a:moveTo>
                  <a:cubicBezTo>
                    <a:pt x="2" y="5"/>
                    <a:pt x="7" y="4"/>
                    <a:pt x="11" y="6"/>
                  </a:cubicBezTo>
                  <a:cubicBezTo>
                    <a:pt x="9" y="5"/>
                    <a:pt x="0" y="6"/>
                    <a:pt x="2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29" name="Freeform 1295">
              <a:extLst>
                <a:ext uri="{FF2B5EF4-FFF2-40B4-BE49-F238E27FC236}">
                  <a16:creationId xmlns:a16="http://schemas.microsoft.com/office/drawing/2014/main" id="{8A48A9B8-4DFD-4179-BE19-3B152FDCA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244"/>
              <a:ext cx="122" cy="101"/>
            </a:xfrm>
            <a:custGeom>
              <a:avLst/>
              <a:gdLst>
                <a:gd name="T0" fmla="*/ 356 w 63"/>
                <a:gd name="T1" fmla="*/ 165 h 49"/>
                <a:gd name="T2" fmla="*/ 401 w 63"/>
                <a:gd name="T3" fmla="*/ 221 h 49"/>
                <a:gd name="T4" fmla="*/ 436 w 63"/>
                <a:gd name="T5" fmla="*/ 305 h 49"/>
                <a:gd name="T6" fmla="*/ 372 w 63"/>
                <a:gd name="T7" fmla="*/ 348 h 49"/>
                <a:gd name="T8" fmla="*/ 312 w 63"/>
                <a:gd name="T9" fmla="*/ 348 h 49"/>
                <a:gd name="T10" fmla="*/ 263 w 63"/>
                <a:gd name="T11" fmla="*/ 396 h 49"/>
                <a:gd name="T12" fmla="*/ 188 w 63"/>
                <a:gd name="T13" fmla="*/ 396 h 49"/>
                <a:gd name="T14" fmla="*/ 132 w 63"/>
                <a:gd name="T15" fmla="*/ 396 h 49"/>
                <a:gd name="T16" fmla="*/ 56 w 63"/>
                <a:gd name="T17" fmla="*/ 429 h 49"/>
                <a:gd name="T18" fmla="*/ 23 w 63"/>
                <a:gd name="T19" fmla="*/ 369 h 49"/>
                <a:gd name="T20" fmla="*/ 37 w 63"/>
                <a:gd name="T21" fmla="*/ 289 h 49"/>
                <a:gd name="T22" fmla="*/ 29 w 63"/>
                <a:gd name="T23" fmla="*/ 229 h 49"/>
                <a:gd name="T24" fmla="*/ 64 w 63"/>
                <a:gd name="T25" fmla="*/ 208 h 49"/>
                <a:gd name="T26" fmla="*/ 72 w 63"/>
                <a:gd name="T27" fmla="*/ 183 h 49"/>
                <a:gd name="T28" fmla="*/ 124 w 63"/>
                <a:gd name="T29" fmla="*/ 132 h 49"/>
                <a:gd name="T30" fmla="*/ 132 w 63"/>
                <a:gd name="T31" fmla="*/ 97 h 49"/>
                <a:gd name="T32" fmla="*/ 180 w 63"/>
                <a:gd name="T33" fmla="*/ 60 h 49"/>
                <a:gd name="T34" fmla="*/ 248 w 63"/>
                <a:gd name="T35" fmla="*/ 60 h 49"/>
                <a:gd name="T36" fmla="*/ 333 w 63"/>
                <a:gd name="T37" fmla="*/ 8 h 49"/>
                <a:gd name="T38" fmla="*/ 364 w 63"/>
                <a:gd name="T39" fmla="*/ 80 h 49"/>
                <a:gd name="T40" fmla="*/ 333 w 63"/>
                <a:gd name="T41" fmla="*/ 124 h 49"/>
                <a:gd name="T42" fmla="*/ 356 w 63"/>
                <a:gd name="T43" fmla="*/ 165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3" h="49">
                  <a:moveTo>
                    <a:pt x="49" y="19"/>
                  </a:moveTo>
                  <a:cubicBezTo>
                    <a:pt x="49" y="25"/>
                    <a:pt x="48" y="24"/>
                    <a:pt x="55" y="25"/>
                  </a:cubicBezTo>
                  <a:cubicBezTo>
                    <a:pt x="60" y="25"/>
                    <a:pt x="63" y="29"/>
                    <a:pt x="60" y="35"/>
                  </a:cubicBezTo>
                  <a:cubicBezTo>
                    <a:pt x="58" y="38"/>
                    <a:pt x="55" y="40"/>
                    <a:pt x="51" y="40"/>
                  </a:cubicBezTo>
                  <a:cubicBezTo>
                    <a:pt x="47" y="39"/>
                    <a:pt x="47" y="35"/>
                    <a:pt x="43" y="40"/>
                  </a:cubicBezTo>
                  <a:cubicBezTo>
                    <a:pt x="41" y="43"/>
                    <a:pt x="41" y="46"/>
                    <a:pt x="36" y="45"/>
                  </a:cubicBezTo>
                  <a:cubicBezTo>
                    <a:pt x="32" y="45"/>
                    <a:pt x="33" y="42"/>
                    <a:pt x="26" y="45"/>
                  </a:cubicBezTo>
                  <a:cubicBezTo>
                    <a:pt x="21" y="48"/>
                    <a:pt x="22" y="47"/>
                    <a:pt x="18" y="45"/>
                  </a:cubicBezTo>
                  <a:cubicBezTo>
                    <a:pt x="14" y="44"/>
                    <a:pt x="12" y="48"/>
                    <a:pt x="8" y="49"/>
                  </a:cubicBezTo>
                  <a:cubicBezTo>
                    <a:pt x="4" y="49"/>
                    <a:pt x="2" y="45"/>
                    <a:pt x="3" y="42"/>
                  </a:cubicBezTo>
                  <a:cubicBezTo>
                    <a:pt x="4" y="38"/>
                    <a:pt x="7" y="36"/>
                    <a:pt x="5" y="33"/>
                  </a:cubicBezTo>
                  <a:cubicBezTo>
                    <a:pt x="4" y="31"/>
                    <a:pt x="0" y="29"/>
                    <a:pt x="4" y="26"/>
                  </a:cubicBezTo>
                  <a:cubicBezTo>
                    <a:pt x="5" y="25"/>
                    <a:pt x="8" y="26"/>
                    <a:pt x="9" y="24"/>
                  </a:cubicBezTo>
                  <a:cubicBezTo>
                    <a:pt x="12" y="22"/>
                    <a:pt x="9" y="23"/>
                    <a:pt x="10" y="21"/>
                  </a:cubicBezTo>
                  <a:cubicBezTo>
                    <a:pt x="11" y="16"/>
                    <a:pt x="14" y="18"/>
                    <a:pt x="17" y="15"/>
                  </a:cubicBezTo>
                  <a:cubicBezTo>
                    <a:pt x="18" y="13"/>
                    <a:pt x="17" y="12"/>
                    <a:pt x="18" y="11"/>
                  </a:cubicBezTo>
                  <a:cubicBezTo>
                    <a:pt x="20" y="9"/>
                    <a:pt x="23" y="7"/>
                    <a:pt x="25" y="7"/>
                  </a:cubicBezTo>
                  <a:cubicBezTo>
                    <a:pt x="29" y="5"/>
                    <a:pt x="30" y="8"/>
                    <a:pt x="34" y="7"/>
                  </a:cubicBezTo>
                  <a:cubicBezTo>
                    <a:pt x="38" y="6"/>
                    <a:pt x="42" y="2"/>
                    <a:pt x="46" y="1"/>
                  </a:cubicBezTo>
                  <a:cubicBezTo>
                    <a:pt x="53" y="0"/>
                    <a:pt x="55" y="5"/>
                    <a:pt x="50" y="9"/>
                  </a:cubicBezTo>
                  <a:cubicBezTo>
                    <a:pt x="48" y="11"/>
                    <a:pt x="47" y="11"/>
                    <a:pt x="46" y="14"/>
                  </a:cubicBezTo>
                  <a:cubicBezTo>
                    <a:pt x="45" y="17"/>
                    <a:pt x="49" y="16"/>
                    <a:pt x="49" y="1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30" name="Freeform 1296">
              <a:extLst>
                <a:ext uri="{FF2B5EF4-FFF2-40B4-BE49-F238E27FC236}">
                  <a16:creationId xmlns:a16="http://schemas.microsoft.com/office/drawing/2014/main" id="{C0E85FAA-C34C-4199-9F8A-6E59C54DD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318"/>
              <a:ext cx="14" cy="4"/>
            </a:xfrm>
            <a:custGeom>
              <a:avLst/>
              <a:gdLst>
                <a:gd name="T0" fmla="*/ 56 w 7"/>
                <a:gd name="T1" fmla="*/ 16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6" y="1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31" name="Freeform 1297">
              <a:extLst>
                <a:ext uri="{FF2B5EF4-FFF2-40B4-BE49-F238E27FC236}">
                  <a16:creationId xmlns:a16="http://schemas.microsoft.com/office/drawing/2014/main" id="{2B1FE0C5-2269-45EB-BD90-A10B4E4B8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256"/>
              <a:ext cx="18" cy="8"/>
            </a:xfrm>
            <a:custGeom>
              <a:avLst/>
              <a:gdLst>
                <a:gd name="T0" fmla="*/ 72 w 9"/>
                <a:gd name="T1" fmla="*/ 0 h 4"/>
                <a:gd name="T2" fmla="*/ 0 w 9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2"/>
                    <a:pt x="3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32" name="Freeform 1298">
              <a:extLst>
                <a:ext uri="{FF2B5EF4-FFF2-40B4-BE49-F238E27FC236}">
                  <a16:creationId xmlns:a16="http://schemas.microsoft.com/office/drawing/2014/main" id="{B7A19294-23A1-45D7-A26B-E106580A3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302"/>
              <a:ext cx="19" cy="14"/>
            </a:xfrm>
            <a:custGeom>
              <a:avLst/>
              <a:gdLst>
                <a:gd name="T0" fmla="*/ 8 w 10"/>
                <a:gd name="T1" fmla="*/ 0 h 7"/>
                <a:gd name="T2" fmla="*/ 68 w 10"/>
                <a:gd name="T3" fmla="*/ 4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" y="0"/>
                  </a:moveTo>
                  <a:cubicBezTo>
                    <a:pt x="0" y="5"/>
                    <a:pt x="4" y="7"/>
                    <a:pt x="10" y="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33" name="Freeform 1299">
              <a:extLst>
                <a:ext uri="{FF2B5EF4-FFF2-40B4-BE49-F238E27FC236}">
                  <a16:creationId xmlns:a16="http://schemas.microsoft.com/office/drawing/2014/main" id="{30F8AE8E-05BB-4877-896E-B4130814D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275"/>
              <a:ext cx="10" cy="33"/>
            </a:xfrm>
            <a:custGeom>
              <a:avLst/>
              <a:gdLst>
                <a:gd name="T0" fmla="*/ 8 w 5"/>
                <a:gd name="T1" fmla="*/ 0 h 16"/>
                <a:gd name="T2" fmla="*/ 24 w 5"/>
                <a:gd name="T3" fmla="*/ 25 h 16"/>
                <a:gd name="T4" fmla="*/ 40 w 5"/>
                <a:gd name="T5" fmla="*/ 60 h 16"/>
                <a:gd name="T6" fmla="*/ 24 w 5"/>
                <a:gd name="T7" fmla="*/ 107 h 16"/>
                <a:gd name="T8" fmla="*/ 8 w 5"/>
                <a:gd name="T9" fmla="*/ 14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6">
                  <a:moveTo>
                    <a:pt x="1" y="0"/>
                  </a:moveTo>
                  <a:cubicBezTo>
                    <a:pt x="0" y="2"/>
                    <a:pt x="2" y="2"/>
                    <a:pt x="3" y="3"/>
                  </a:cubicBezTo>
                  <a:cubicBezTo>
                    <a:pt x="5" y="3"/>
                    <a:pt x="5" y="5"/>
                    <a:pt x="5" y="7"/>
                  </a:cubicBezTo>
                  <a:cubicBezTo>
                    <a:pt x="5" y="9"/>
                    <a:pt x="3" y="11"/>
                    <a:pt x="3" y="12"/>
                  </a:cubicBezTo>
                  <a:cubicBezTo>
                    <a:pt x="3" y="14"/>
                    <a:pt x="3" y="15"/>
                    <a:pt x="1" y="1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34" name="Freeform 1300">
              <a:extLst>
                <a:ext uri="{FF2B5EF4-FFF2-40B4-BE49-F238E27FC236}">
                  <a16:creationId xmlns:a16="http://schemas.microsoft.com/office/drawing/2014/main" id="{671056E1-A0FA-4DB6-83DE-252758BA4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332"/>
              <a:ext cx="12" cy="5"/>
            </a:xfrm>
            <a:custGeom>
              <a:avLst/>
              <a:gdLst>
                <a:gd name="T0" fmla="*/ 48 w 6"/>
                <a:gd name="T1" fmla="*/ 0 h 2"/>
                <a:gd name="T2" fmla="*/ 0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35" name="Freeform 1301">
              <a:extLst>
                <a:ext uri="{FF2B5EF4-FFF2-40B4-BE49-F238E27FC236}">
                  <a16:creationId xmlns:a16="http://schemas.microsoft.com/office/drawing/2014/main" id="{D58BDC8B-9901-4DD4-ABD0-52F509DC5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291"/>
              <a:ext cx="5" cy="13"/>
            </a:xfrm>
            <a:custGeom>
              <a:avLst/>
              <a:gdLst>
                <a:gd name="T0" fmla="*/ 13 w 3"/>
                <a:gd name="T1" fmla="*/ 0 h 6"/>
                <a:gd name="T2" fmla="*/ 0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0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36" name="Freeform 1302">
              <a:extLst>
                <a:ext uri="{FF2B5EF4-FFF2-40B4-BE49-F238E27FC236}">
                  <a16:creationId xmlns:a16="http://schemas.microsoft.com/office/drawing/2014/main" id="{DB1A2EC1-37C3-4C3D-9238-5CB8CA73F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275"/>
              <a:ext cx="6" cy="4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8 h 2"/>
                <a:gd name="T4" fmla="*/ 24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2" y="2"/>
                    <a:pt x="3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37" name="Freeform 1303">
              <a:extLst>
                <a:ext uri="{FF2B5EF4-FFF2-40B4-BE49-F238E27FC236}">
                  <a16:creationId xmlns:a16="http://schemas.microsoft.com/office/drawing/2014/main" id="{7CB836B2-F701-45F8-BC9B-32B699D4F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306"/>
              <a:ext cx="6" cy="2"/>
            </a:xfrm>
            <a:custGeom>
              <a:avLst/>
              <a:gdLst>
                <a:gd name="T0" fmla="*/ 0 w 3"/>
                <a:gd name="T1" fmla="*/ 0 h 1"/>
                <a:gd name="T2" fmla="*/ 24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38" name="Freeform 1304">
              <a:extLst>
                <a:ext uri="{FF2B5EF4-FFF2-40B4-BE49-F238E27FC236}">
                  <a16:creationId xmlns:a16="http://schemas.microsoft.com/office/drawing/2014/main" id="{3BECEE5C-F1FB-4644-A25B-7590286FC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310"/>
              <a:ext cx="4" cy="6"/>
            </a:xfrm>
            <a:custGeom>
              <a:avLst/>
              <a:gdLst>
                <a:gd name="T0" fmla="*/ 8 w 2"/>
                <a:gd name="T1" fmla="*/ 24 h 3"/>
                <a:gd name="T2" fmla="*/ 0 w 2"/>
                <a:gd name="T3" fmla="*/ 0 h 3"/>
                <a:gd name="T4" fmla="*/ 0 w 2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2" y="0"/>
                    <a:pt x="0" y="0"/>
                  </a:cubicBezTo>
                  <a:cubicBezTo>
                    <a:pt x="0" y="1"/>
                    <a:pt x="1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39" name="Freeform 1305">
              <a:extLst>
                <a:ext uri="{FF2B5EF4-FFF2-40B4-BE49-F238E27FC236}">
                  <a16:creationId xmlns:a16="http://schemas.microsoft.com/office/drawing/2014/main" id="{850538D7-CDD5-444D-9D4B-EF3E480D2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320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40" name="Freeform 1306">
              <a:extLst>
                <a:ext uri="{FF2B5EF4-FFF2-40B4-BE49-F238E27FC236}">
                  <a16:creationId xmlns:a16="http://schemas.microsoft.com/office/drawing/2014/main" id="{3A52BA99-3BE8-46B2-8B92-D6157F341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306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41" name="Freeform 1307">
              <a:extLst>
                <a:ext uri="{FF2B5EF4-FFF2-40B4-BE49-F238E27FC236}">
                  <a16:creationId xmlns:a16="http://schemas.microsoft.com/office/drawing/2014/main" id="{8D473316-6ED9-4511-9121-A87D72D5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299"/>
              <a:ext cx="5" cy="3"/>
            </a:xfrm>
            <a:custGeom>
              <a:avLst/>
              <a:gdLst>
                <a:gd name="T0" fmla="*/ 0 w 3"/>
                <a:gd name="T1" fmla="*/ 27 h 1"/>
                <a:gd name="T2" fmla="*/ 13 w 3"/>
                <a:gd name="T3" fmla="*/ 27 h 1"/>
                <a:gd name="T4" fmla="*/ 5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42" name="Freeform 1308">
              <a:extLst>
                <a:ext uri="{FF2B5EF4-FFF2-40B4-BE49-F238E27FC236}">
                  <a16:creationId xmlns:a16="http://schemas.microsoft.com/office/drawing/2014/main" id="{F539E1DD-293B-481B-B7D0-3AAF8B161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262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43" name="Freeform 1309">
              <a:extLst>
                <a:ext uri="{FF2B5EF4-FFF2-40B4-BE49-F238E27FC236}">
                  <a16:creationId xmlns:a16="http://schemas.microsoft.com/office/drawing/2014/main" id="{02862F4B-2FDB-4C2F-97B0-6DC6C70A0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170"/>
              <a:ext cx="96" cy="84"/>
            </a:xfrm>
            <a:custGeom>
              <a:avLst/>
              <a:gdLst>
                <a:gd name="T0" fmla="*/ 269 w 50"/>
                <a:gd name="T1" fmla="*/ 131 h 41"/>
                <a:gd name="T2" fmla="*/ 305 w 50"/>
                <a:gd name="T3" fmla="*/ 172 h 41"/>
                <a:gd name="T4" fmla="*/ 340 w 50"/>
                <a:gd name="T5" fmla="*/ 232 h 41"/>
                <a:gd name="T6" fmla="*/ 292 w 50"/>
                <a:gd name="T7" fmla="*/ 277 h 41"/>
                <a:gd name="T8" fmla="*/ 248 w 50"/>
                <a:gd name="T9" fmla="*/ 277 h 41"/>
                <a:gd name="T10" fmla="*/ 207 w 50"/>
                <a:gd name="T11" fmla="*/ 320 h 41"/>
                <a:gd name="T12" fmla="*/ 148 w 50"/>
                <a:gd name="T13" fmla="*/ 320 h 41"/>
                <a:gd name="T14" fmla="*/ 108 w 50"/>
                <a:gd name="T15" fmla="*/ 320 h 41"/>
                <a:gd name="T16" fmla="*/ 48 w 50"/>
                <a:gd name="T17" fmla="*/ 344 h 41"/>
                <a:gd name="T18" fmla="*/ 23 w 50"/>
                <a:gd name="T19" fmla="*/ 303 h 41"/>
                <a:gd name="T20" fmla="*/ 29 w 50"/>
                <a:gd name="T21" fmla="*/ 240 h 41"/>
                <a:gd name="T22" fmla="*/ 23 w 50"/>
                <a:gd name="T23" fmla="*/ 197 h 41"/>
                <a:gd name="T24" fmla="*/ 48 w 50"/>
                <a:gd name="T25" fmla="*/ 180 h 41"/>
                <a:gd name="T26" fmla="*/ 48 w 50"/>
                <a:gd name="T27" fmla="*/ 156 h 41"/>
                <a:gd name="T28" fmla="*/ 92 w 50"/>
                <a:gd name="T29" fmla="*/ 113 h 41"/>
                <a:gd name="T30" fmla="*/ 100 w 50"/>
                <a:gd name="T31" fmla="*/ 84 h 41"/>
                <a:gd name="T32" fmla="*/ 132 w 50"/>
                <a:gd name="T33" fmla="*/ 51 h 41"/>
                <a:gd name="T34" fmla="*/ 184 w 50"/>
                <a:gd name="T35" fmla="*/ 51 h 41"/>
                <a:gd name="T36" fmla="*/ 253 w 50"/>
                <a:gd name="T37" fmla="*/ 8 h 41"/>
                <a:gd name="T38" fmla="*/ 276 w 50"/>
                <a:gd name="T39" fmla="*/ 59 h 41"/>
                <a:gd name="T40" fmla="*/ 253 w 50"/>
                <a:gd name="T41" fmla="*/ 96 h 41"/>
                <a:gd name="T42" fmla="*/ 269 w 50"/>
                <a:gd name="T43" fmla="*/ 131 h 4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41">
                  <a:moveTo>
                    <a:pt x="38" y="15"/>
                  </a:moveTo>
                  <a:cubicBezTo>
                    <a:pt x="39" y="20"/>
                    <a:pt x="38" y="19"/>
                    <a:pt x="43" y="20"/>
                  </a:cubicBezTo>
                  <a:cubicBezTo>
                    <a:pt x="48" y="20"/>
                    <a:pt x="50" y="23"/>
                    <a:pt x="48" y="27"/>
                  </a:cubicBezTo>
                  <a:cubicBezTo>
                    <a:pt x="47" y="30"/>
                    <a:pt x="44" y="32"/>
                    <a:pt x="41" y="32"/>
                  </a:cubicBezTo>
                  <a:cubicBezTo>
                    <a:pt x="38" y="32"/>
                    <a:pt x="38" y="28"/>
                    <a:pt x="35" y="32"/>
                  </a:cubicBezTo>
                  <a:cubicBezTo>
                    <a:pt x="33" y="35"/>
                    <a:pt x="33" y="37"/>
                    <a:pt x="29" y="37"/>
                  </a:cubicBezTo>
                  <a:cubicBezTo>
                    <a:pt x="26" y="36"/>
                    <a:pt x="26" y="34"/>
                    <a:pt x="21" y="37"/>
                  </a:cubicBezTo>
                  <a:cubicBezTo>
                    <a:pt x="17" y="39"/>
                    <a:pt x="18" y="38"/>
                    <a:pt x="15" y="37"/>
                  </a:cubicBezTo>
                  <a:cubicBezTo>
                    <a:pt x="12" y="36"/>
                    <a:pt x="10" y="40"/>
                    <a:pt x="7" y="40"/>
                  </a:cubicBezTo>
                  <a:cubicBezTo>
                    <a:pt x="4" y="41"/>
                    <a:pt x="2" y="37"/>
                    <a:pt x="3" y="35"/>
                  </a:cubicBezTo>
                  <a:cubicBezTo>
                    <a:pt x="3" y="32"/>
                    <a:pt x="6" y="30"/>
                    <a:pt x="4" y="28"/>
                  </a:cubicBezTo>
                  <a:cubicBezTo>
                    <a:pt x="3" y="26"/>
                    <a:pt x="0" y="25"/>
                    <a:pt x="3" y="23"/>
                  </a:cubicBezTo>
                  <a:cubicBezTo>
                    <a:pt x="4" y="22"/>
                    <a:pt x="6" y="22"/>
                    <a:pt x="7" y="21"/>
                  </a:cubicBezTo>
                  <a:cubicBezTo>
                    <a:pt x="9" y="19"/>
                    <a:pt x="7" y="19"/>
                    <a:pt x="7" y="18"/>
                  </a:cubicBezTo>
                  <a:cubicBezTo>
                    <a:pt x="8" y="15"/>
                    <a:pt x="10" y="16"/>
                    <a:pt x="13" y="13"/>
                  </a:cubicBezTo>
                  <a:cubicBezTo>
                    <a:pt x="14" y="12"/>
                    <a:pt x="13" y="11"/>
                    <a:pt x="14" y="10"/>
                  </a:cubicBezTo>
                  <a:cubicBezTo>
                    <a:pt x="15" y="8"/>
                    <a:pt x="18" y="7"/>
                    <a:pt x="19" y="6"/>
                  </a:cubicBezTo>
                  <a:cubicBezTo>
                    <a:pt x="22" y="5"/>
                    <a:pt x="24" y="7"/>
                    <a:pt x="26" y="6"/>
                  </a:cubicBezTo>
                  <a:cubicBezTo>
                    <a:pt x="29" y="6"/>
                    <a:pt x="33" y="2"/>
                    <a:pt x="36" y="1"/>
                  </a:cubicBezTo>
                  <a:cubicBezTo>
                    <a:pt x="41" y="0"/>
                    <a:pt x="43" y="4"/>
                    <a:pt x="39" y="7"/>
                  </a:cubicBezTo>
                  <a:cubicBezTo>
                    <a:pt x="38" y="9"/>
                    <a:pt x="37" y="9"/>
                    <a:pt x="36" y="11"/>
                  </a:cubicBezTo>
                  <a:cubicBezTo>
                    <a:pt x="36" y="14"/>
                    <a:pt x="38" y="13"/>
                    <a:pt x="38" y="15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44" name="Freeform 1310">
              <a:extLst>
                <a:ext uri="{FF2B5EF4-FFF2-40B4-BE49-F238E27FC236}">
                  <a16:creationId xmlns:a16="http://schemas.microsoft.com/office/drawing/2014/main" id="{34CBE378-1E78-4AD1-B2D4-FB190778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217"/>
              <a:ext cx="29" cy="16"/>
            </a:xfrm>
            <a:custGeom>
              <a:avLst/>
              <a:gdLst>
                <a:gd name="T0" fmla="*/ 101 w 15"/>
                <a:gd name="T1" fmla="*/ 16 h 8"/>
                <a:gd name="T2" fmla="*/ 64 w 15"/>
                <a:gd name="T3" fmla="*/ 64 h 8"/>
                <a:gd name="T4" fmla="*/ 44 w 15"/>
                <a:gd name="T5" fmla="*/ 56 h 8"/>
                <a:gd name="T6" fmla="*/ 0 w 15"/>
                <a:gd name="T7" fmla="*/ 40 h 8"/>
                <a:gd name="T8" fmla="*/ 37 w 15"/>
                <a:gd name="T9" fmla="*/ 40 h 8"/>
                <a:gd name="T10" fmla="*/ 79 w 15"/>
                <a:gd name="T11" fmla="*/ 32 h 8"/>
                <a:gd name="T12" fmla="*/ 101 w 15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8">
                  <a:moveTo>
                    <a:pt x="14" y="2"/>
                  </a:moveTo>
                  <a:cubicBezTo>
                    <a:pt x="15" y="4"/>
                    <a:pt x="11" y="8"/>
                    <a:pt x="9" y="8"/>
                  </a:cubicBezTo>
                  <a:cubicBezTo>
                    <a:pt x="8" y="8"/>
                    <a:pt x="7" y="8"/>
                    <a:pt x="6" y="7"/>
                  </a:cubicBezTo>
                  <a:cubicBezTo>
                    <a:pt x="4" y="6"/>
                    <a:pt x="2" y="5"/>
                    <a:pt x="0" y="5"/>
                  </a:cubicBezTo>
                  <a:cubicBezTo>
                    <a:pt x="1" y="5"/>
                    <a:pt x="4" y="4"/>
                    <a:pt x="5" y="5"/>
                  </a:cubicBezTo>
                  <a:cubicBezTo>
                    <a:pt x="7" y="5"/>
                    <a:pt x="9" y="5"/>
                    <a:pt x="11" y="4"/>
                  </a:cubicBezTo>
                  <a:cubicBezTo>
                    <a:pt x="13" y="3"/>
                    <a:pt x="13" y="2"/>
                    <a:pt x="1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45" name="Freeform 1311">
              <a:extLst>
                <a:ext uri="{FF2B5EF4-FFF2-40B4-BE49-F238E27FC236}">
                  <a16:creationId xmlns:a16="http://schemas.microsoft.com/office/drawing/2014/main" id="{1CF7A4A7-4BEE-4607-A05B-DFF015ED1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233"/>
              <a:ext cx="38" cy="15"/>
            </a:xfrm>
            <a:custGeom>
              <a:avLst/>
              <a:gdLst>
                <a:gd name="T0" fmla="*/ 137 w 20"/>
                <a:gd name="T1" fmla="*/ 0 h 7"/>
                <a:gd name="T2" fmla="*/ 116 w 20"/>
                <a:gd name="T3" fmla="*/ 41 h 7"/>
                <a:gd name="T4" fmla="*/ 84 w 20"/>
                <a:gd name="T5" fmla="*/ 41 h 7"/>
                <a:gd name="T6" fmla="*/ 0 w 20"/>
                <a:gd name="T7" fmla="*/ 60 h 7"/>
                <a:gd name="T8" fmla="*/ 36 w 20"/>
                <a:gd name="T9" fmla="*/ 41 h 7"/>
                <a:gd name="T10" fmla="*/ 68 w 20"/>
                <a:gd name="T11" fmla="*/ 19 h 7"/>
                <a:gd name="T12" fmla="*/ 116 w 20"/>
                <a:gd name="T13" fmla="*/ 9 h 7"/>
                <a:gd name="T14" fmla="*/ 137 w 20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7">
                  <a:moveTo>
                    <a:pt x="20" y="0"/>
                  </a:moveTo>
                  <a:cubicBezTo>
                    <a:pt x="18" y="1"/>
                    <a:pt x="18" y="3"/>
                    <a:pt x="17" y="4"/>
                  </a:cubicBezTo>
                  <a:cubicBezTo>
                    <a:pt x="15" y="5"/>
                    <a:pt x="14" y="4"/>
                    <a:pt x="12" y="4"/>
                  </a:cubicBezTo>
                  <a:cubicBezTo>
                    <a:pt x="8" y="3"/>
                    <a:pt x="5" y="7"/>
                    <a:pt x="0" y="6"/>
                  </a:cubicBezTo>
                  <a:cubicBezTo>
                    <a:pt x="2" y="6"/>
                    <a:pt x="3" y="5"/>
                    <a:pt x="5" y="4"/>
                  </a:cubicBezTo>
                  <a:cubicBezTo>
                    <a:pt x="6" y="2"/>
                    <a:pt x="8" y="2"/>
                    <a:pt x="10" y="2"/>
                  </a:cubicBezTo>
                  <a:cubicBezTo>
                    <a:pt x="13" y="2"/>
                    <a:pt x="14" y="2"/>
                    <a:pt x="17" y="1"/>
                  </a:cubicBezTo>
                  <a:cubicBezTo>
                    <a:pt x="18" y="0"/>
                    <a:pt x="19" y="0"/>
                    <a:pt x="2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46" name="Freeform 1312">
              <a:extLst>
                <a:ext uri="{FF2B5EF4-FFF2-40B4-BE49-F238E27FC236}">
                  <a16:creationId xmlns:a16="http://schemas.microsoft.com/office/drawing/2014/main" id="{D0B875C0-C2CD-42D6-8050-8EB95802E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240"/>
              <a:ext cx="25" cy="10"/>
            </a:xfrm>
            <a:custGeom>
              <a:avLst/>
              <a:gdLst>
                <a:gd name="T0" fmla="*/ 85 w 13"/>
                <a:gd name="T1" fmla="*/ 8 h 5"/>
                <a:gd name="T2" fmla="*/ 63 w 13"/>
                <a:gd name="T3" fmla="*/ 24 h 5"/>
                <a:gd name="T4" fmla="*/ 29 w 13"/>
                <a:gd name="T5" fmla="*/ 40 h 5"/>
                <a:gd name="T6" fmla="*/ 8 w 13"/>
                <a:gd name="T7" fmla="*/ 0 h 5"/>
                <a:gd name="T8" fmla="*/ 44 w 13"/>
                <a:gd name="T9" fmla="*/ 16 h 5"/>
                <a:gd name="T10" fmla="*/ 71 w 13"/>
                <a:gd name="T11" fmla="*/ 0 h 5"/>
                <a:gd name="T12" fmla="*/ 92 w 13"/>
                <a:gd name="T13" fmla="*/ 8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">
                  <a:moveTo>
                    <a:pt x="12" y="1"/>
                  </a:moveTo>
                  <a:cubicBezTo>
                    <a:pt x="11" y="2"/>
                    <a:pt x="10" y="2"/>
                    <a:pt x="9" y="3"/>
                  </a:cubicBezTo>
                  <a:cubicBezTo>
                    <a:pt x="7" y="3"/>
                    <a:pt x="5" y="5"/>
                    <a:pt x="4" y="5"/>
                  </a:cubicBezTo>
                  <a:cubicBezTo>
                    <a:pt x="2" y="5"/>
                    <a:pt x="0" y="2"/>
                    <a:pt x="1" y="0"/>
                  </a:cubicBezTo>
                  <a:cubicBezTo>
                    <a:pt x="1" y="3"/>
                    <a:pt x="5" y="3"/>
                    <a:pt x="6" y="2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47" name="Freeform 1313">
              <a:extLst>
                <a:ext uri="{FF2B5EF4-FFF2-40B4-BE49-F238E27FC236}">
                  <a16:creationId xmlns:a16="http://schemas.microsoft.com/office/drawing/2014/main" id="{4E8D6D6B-D73A-49D8-A1F6-4FF10B7D9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221"/>
              <a:ext cx="15" cy="12"/>
            </a:xfrm>
            <a:custGeom>
              <a:avLst/>
              <a:gdLst>
                <a:gd name="T0" fmla="*/ 15 w 8"/>
                <a:gd name="T1" fmla="*/ 8 h 6"/>
                <a:gd name="T2" fmla="*/ 53 w 8"/>
                <a:gd name="T3" fmla="*/ 24 h 6"/>
                <a:gd name="T4" fmla="*/ 15 w 8"/>
                <a:gd name="T5" fmla="*/ 40 h 6"/>
                <a:gd name="T6" fmla="*/ 0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4" y="3"/>
                    <a:pt x="5" y="4"/>
                    <a:pt x="8" y="3"/>
                  </a:cubicBezTo>
                  <a:cubicBezTo>
                    <a:pt x="6" y="3"/>
                    <a:pt x="5" y="6"/>
                    <a:pt x="2" y="5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48" name="Freeform 1314">
              <a:extLst>
                <a:ext uri="{FF2B5EF4-FFF2-40B4-BE49-F238E27FC236}">
                  <a16:creationId xmlns:a16="http://schemas.microsoft.com/office/drawing/2014/main" id="{7D471BE0-6957-4B77-9604-CD5895105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174"/>
              <a:ext cx="21" cy="24"/>
            </a:xfrm>
            <a:custGeom>
              <a:avLst/>
              <a:gdLst>
                <a:gd name="T0" fmla="*/ 48 w 11"/>
                <a:gd name="T1" fmla="*/ 8 h 12"/>
                <a:gd name="T2" fmla="*/ 29 w 11"/>
                <a:gd name="T3" fmla="*/ 96 h 12"/>
                <a:gd name="T4" fmla="*/ 36 w 11"/>
                <a:gd name="T5" fmla="*/ 40 h 12"/>
                <a:gd name="T6" fmla="*/ 29 w 11"/>
                <a:gd name="T7" fmla="*/ 8 h 12"/>
                <a:gd name="T8" fmla="*/ 48 w 11"/>
                <a:gd name="T9" fmla="*/ 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7" y="1"/>
                  </a:moveTo>
                  <a:cubicBezTo>
                    <a:pt x="11" y="4"/>
                    <a:pt x="0" y="9"/>
                    <a:pt x="4" y="12"/>
                  </a:cubicBezTo>
                  <a:cubicBezTo>
                    <a:pt x="0" y="11"/>
                    <a:pt x="4" y="7"/>
                    <a:pt x="5" y="5"/>
                  </a:cubicBezTo>
                  <a:cubicBezTo>
                    <a:pt x="6" y="4"/>
                    <a:pt x="7" y="0"/>
                    <a:pt x="4" y="1"/>
                  </a:cubicBezTo>
                  <a:cubicBezTo>
                    <a:pt x="5" y="0"/>
                    <a:pt x="6" y="0"/>
                    <a:pt x="7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49" name="Freeform 1315">
              <a:extLst>
                <a:ext uri="{FF2B5EF4-FFF2-40B4-BE49-F238E27FC236}">
                  <a16:creationId xmlns:a16="http://schemas.microsoft.com/office/drawing/2014/main" id="{333DF572-D599-4FCB-AE80-A3EB0D622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182"/>
              <a:ext cx="15" cy="6"/>
            </a:xfrm>
            <a:custGeom>
              <a:avLst/>
              <a:gdLst>
                <a:gd name="T0" fmla="*/ 53 w 8"/>
                <a:gd name="T1" fmla="*/ 8 h 3"/>
                <a:gd name="T2" fmla="*/ 0 w 8"/>
                <a:gd name="T3" fmla="*/ 24 h 3"/>
                <a:gd name="T4" fmla="*/ 32 w 8"/>
                <a:gd name="T5" fmla="*/ 16 h 3"/>
                <a:gd name="T6" fmla="*/ 53 w 8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8" y="1"/>
                  </a:moveTo>
                  <a:cubicBezTo>
                    <a:pt x="6" y="1"/>
                    <a:pt x="1" y="0"/>
                    <a:pt x="0" y="3"/>
                  </a:cubicBezTo>
                  <a:cubicBezTo>
                    <a:pt x="2" y="2"/>
                    <a:pt x="3" y="2"/>
                    <a:pt x="5" y="2"/>
                  </a:cubicBezTo>
                  <a:cubicBezTo>
                    <a:pt x="6" y="2"/>
                    <a:pt x="7" y="1"/>
                    <a:pt x="8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50" name="Freeform 1316">
              <a:extLst>
                <a:ext uri="{FF2B5EF4-FFF2-40B4-BE49-F238E27FC236}">
                  <a16:creationId xmlns:a16="http://schemas.microsoft.com/office/drawing/2014/main" id="{D58D5CA3-4978-41BE-9694-6CDA5D0A2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213"/>
              <a:ext cx="9" cy="10"/>
            </a:xfrm>
            <a:custGeom>
              <a:avLst/>
              <a:gdLst>
                <a:gd name="T0" fmla="*/ 29 w 5"/>
                <a:gd name="T1" fmla="*/ 0 h 5"/>
                <a:gd name="T2" fmla="*/ 16 w 5"/>
                <a:gd name="T3" fmla="*/ 40 h 5"/>
                <a:gd name="T4" fmla="*/ 0 w 5"/>
                <a:gd name="T5" fmla="*/ 24 h 5"/>
                <a:gd name="T6" fmla="*/ 23 w 5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4" y="2"/>
                    <a:pt x="3" y="3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1" y="2"/>
                    <a:pt x="3" y="1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51" name="Freeform 1317">
              <a:extLst>
                <a:ext uri="{FF2B5EF4-FFF2-40B4-BE49-F238E27FC236}">
                  <a16:creationId xmlns:a16="http://schemas.microsoft.com/office/drawing/2014/main" id="{BCCED793-DCF4-4249-9B1D-931BA64F0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225"/>
              <a:ext cx="13" cy="23"/>
            </a:xfrm>
            <a:custGeom>
              <a:avLst/>
              <a:gdLst>
                <a:gd name="T0" fmla="*/ 20 w 7"/>
                <a:gd name="T1" fmla="*/ 0 h 11"/>
                <a:gd name="T2" fmla="*/ 13 w 7"/>
                <a:gd name="T3" fmla="*/ 56 h 11"/>
                <a:gd name="T4" fmla="*/ 13 w 7"/>
                <a:gd name="T5" fmla="*/ 100 h 11"/>
                <a:gd name="T6" fmla="*/ 37 w 7"/>
                <a:gd name="T7" fmla="*/ 27 h 11"/>
                <a:gd name="T8" fmla="*/ 13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3" y="0"/>
                  </a:moveTo>
                  <a:cubicBezTo>
                    <a:pt x="5" y="2"/>
                    <a:pt x="2" y="4"/>
                    <a:pt x="2" y="6"/>
                  </a:cubicBezTo>
                  <a:cubicBezTo>
                    <a:pt x="0" y="7"/>
                    <a:pt x="1" y="9"/>
                    <a:pt x="2" y="11"/>
                  </a:cubicBezTo>
                  <a:cubicBezTo>
                    <a:pt x="1" y="7"/>
                    <a:pt x="7" y="6"/>
                    <a:pt x="6" y="3"/>
                  </a:cubicBezTo>
                  <a:cubicBezTo>
                    <a:pt x="6" y="1"/>
                    <a:pt x="4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52" name="Freeform 1318">
              <a:extLst>
                <a:ext uri="{FF2B5EF4-FFF2-40B4-BE49-F238E27FC236}">
                  <a16:creationId xmlns:a16="http://schemas.microsoft.com/office/drawing/2014/main" id="{4D8FB565-2F96-48A6-8C9D-4BC8B5A7F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196"/>
              <a:ext cx="8" cy="25"/>
            </a:xfrm>
            <a:custGeom>
              <a:avLst/>
              <a:gdLst>
                <a:gd name="T0" fmla="*/ 24 w 4"/>
                <a:gd name="T1" fmla="*/ 27 h 12"/>
                <a:gd name="T2" fmla="*/ 16 w 4"/>
                <a:gd name="T3" fmla="*/ 73 h 12"/>
                <a:gd name="T4" fmla="*/ 8 w 4"/>
                <a:gd name="T5" fmla="*/ 108 h 12"/>
                <a:gd name="T6" fmla="*/ 32 w 4"/>
                <a:gd name="T7" fmla="*/ 83 h 12"/>
                <a:gd name="T8" fmla="*/ 32 w 4"/>
                <a:gd name="T9" fmla="*/ 35 h 12"/>
                <a:gd name="T10" fmla="*/ 24 w 4"/>
                <a:gd name="T11" fmla="*/ 17 h 12"/>
                <a:gd name="T12" fmla="*/ 0 w 4"/>
                <a:gd name="T13" fmla="*/ 0 h 12"/>
                <a:gd name="T14" fmla="*/ 0 w 4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12">
                  <a:moveTo>
                    <a:pt x="3" y="3"/>
                  </a:moveTo>
                  <a:cubicBezTo>
                    <a:pt x="4" y="5"/>
                    <a:pt x="3" y="6"/>
                    <a:pt x="2" y="8"/>
                  </a:cubicBezTo>
                  <a:cubicBezTo>
                    <a:pt x="2" y="9"/>
                    <a:pt x="2" y="11"/>
                    <a:pt x="1" y="12"/>
                  </a:cubicBezTo>
                  <a:cubicBezTo>
                    <a:pt x="2" y="11"/>
                    <a:pt x="3" y="10"/>
                    <a:pt x="4" y="9"/>
                  </a:cubicBezTo>
                  <a:cubicBezTo>
                    <a:pt x="4" y="7"/>
                    <a:pt x="4" y="6"/>
                    <a:pt x="4" y="4"/>
                  </a:cubicBezTo>
                  <a:cubicBezTo>
                    <a:pt x="4" y="3"/>
                    <a:pt x="4" y="3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53" name="Freeform 1319">
              <a:extLst>
                <a:ext uri="{FF2B5EF4-FFF2-40B4-BE49-F238E27FC236}">
                  <a16:creationId xmlns:a16="http://schemas.microsoft.com/office/drawing/2014/main" id="{8AEE5976-FC73-4ACA-B541-98ADF572F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244"/>
              <a:ext cx="19" cy="10"/>
            </a:xfrm>
            <a:custGeom>
              <a:avLst/>
              <a:gdLst>
                <a:gd name="T0" fmla="*/ 68 w 10"/>
                <a:gd name="T1" fmla="*/ 0 h 5"/>
                <a:gd name="T2" fmla="*/ 8 w 10"/>
                <a:gd name="T3" fmla="*/ 0 h 5"/>
                <a:gd name="T4" fmla="*/ 21 w 10"/>
                <a:gd name="T5" fmla="*/ 16 h 5"/>
                <a:gd name="T6" fmla="*/ 61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8" y="0"/>
                    <a:pt x="0" y="5"/>
                    <a:pt x="1" y="0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5" y="2"/>
                    <a:pt x="7" y="0"/>
                    <a:pt x="9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54" name="Freeform 1320">
              <a:extLst>
                <a:ext uri="{FF2B5EF4-FFF2-40B4-BE49-F238E27FC236}">
                  <a16:creationId xmlns:a16="http://schemas.microsoft.com/office/drawing/2014/main" id="{43961139-5D6B-44D7-8928-96CB794A1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225"/>
              <a:ext cx="24" cy="8"/>
            </a:xfrm>
            <a:custGeom>
              <a:avLst/>
              <a:gdLst>
                <a:gd name="T0" fmla="*/ 96 w 12"/>
                <a:gd name="T1" fmla="*/ 0 h 4"/>
                <a:gd name="T2" fmla="*/ 48 w 12"/>
                <a:gd name="T3" fmla="*/ 24 h 4"/>
                <a:gd name="T4" fmla="*/ 0 w 12"/>
                <a:gd name="T5" fmla="*/ 16 h 4"/>
                <a:gd name="T6" fmla="*/ 56 w 12"/>
                <a:gd name="T7" fmla="*/ 16 h 4"/>
                <a:gd name="T8" fmla="*/ 96 w 1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cubicBezTo>
                    <a:pt x="12" y="3"/>
                    <a:pt x="8" y="4"/>
                    <a:pt x="6" y="3"/>
                  </a:cubicBezTo>
                  <a:cubicBezTo>
                    <a:pt x="4" y="3"/>
                    <a:pt x="2" y="1"/>
                    <a:pt x="0" y="2"/>
                  </a:cubicBezTo>
                  <a:cubicBezTo>
                    <a:pt x="2" y="1"/>
                    <a:pt x="5" y="2"/>
                    <a:pt x="7" y="2"/>
                  </a:cubicBezTo>
                  <a:cubicBezTo>
                    <a:pt x="9" y="2"/>
                    <a:pt x="11" y="1"/>
                    <a:pt x="1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55" name="Freeform 1321">
              <a:extLst>
                <a:ext uri="{FF2B5EF4-FFF2-40B4-BE49-F238E27FC236}">
                  <a16:creationId xmlns:a16="http://schemas.microsoft.com/office/drawing/2014/main" id="{3E9F3EF2-034A-4203-B5B7-C0F0E7832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231"/>
              <a:ext cx="15" cy="15"/>
            </a:xfrm>
            <a:custGeom>
              <a:avLst/>
              <a:gdLst>
                <a:gd name="T0" fmla="*/ 53 w 8"/>
                <a:gd name="T1" fmla="*/ 9 h 7"/>
                <a:gd name="T2" fmla="*/ 0 w 8"/>
                <a:gd name="T3" fmla="*/ 51 h 7"/>
                <a:gd name="T4" fmla="*/ 32 w 8"/>
                <a:gd name="T5" fmla="*/ 19 h 7"/>
                <a:gd name="T6" fmla="*/ 53 w 8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6" y="3"/>
                    <a:pt x="5" y="7"/>
                    <a:pt x="0" y="5"/>
                  </a:cubicBezTo>
                  <a:cubicBezTo>
                    <a:pt x="3" y="5"/>
                    <a:pt x="4" y="4"/>
                    <a:pt x="5" y="2"/>
                  </a:cubicBezTo>
                  <a:cubicBezTo>
                    <a:pt x="6" y="1"/>
                    <a:pt x="6" y="0"/>
                    <a:pt x="8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56" name="Freeform 1322">
              <a:extLst>
                <a:ext uri="{FF2B5EF4-FFF2-40B4-BE49-F238E27FC236}">
                  <a16:creationId xmlns:a16="http://schemas.microsoft.com/office/drawing/2014/main" id="{3288F6F7-BF8E-4B9F-9ABB-73920B99D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215"/>
              <a:ext cx="9" cy="8"/>
            </a:xfrm>
            <a:custGeom>
              <a:avLst/>
              <a:gdLst>
                <a:gd name="T0" fmla="*/ 23 w 5"/>
                <a:gd name="T1" fmla="*/ 0 h 4"/>
                <a:gd name="T2" fmla="*/ 16 w 5"/>
                <a:gd name="T3" fmla="*/ 32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1" y="0"/>
                    <a:pt x="0" y="3"/>
                    <a:pt x="3" y="4"/>
                  </a:cubicBezTo>
                  <a:cubicBezTo>
                    <a:pt x="1" y="3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57" name="Freeform 1323">
              <a:extLst>
                <a:ext uri="{FF2B5EF4-FFF2-40B4-BE49-F238E27FC236}">
                  <a16:creationId xmlns:a16="http://schemas.microsoft.com/office/drawing/2014/main" id="{19D254EF-C819-45B1-A083-4C91DA4CE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178"/>
              <a:ext cx="22" cy="12"/>
            </a:xfrm>
            <a:custGeom>
              <a:avLst/>
              <a:gdLst>
                <a:gd name="T0" fmla="*/ 80 w 11"/>
                <a:gd name="T1" fmla="*/ 0 h 6"/>
                <a:gd name="T2" fmla="*/ 48 w 11"/>
                <a:gd name="T3" fmla="*/ 24 h 6"/>
                <a:gd name="T4" fmla="*/ 0 w 11"/>
                <a:gd name="T5" fmla="*/ 48 h 6"/>
                <a:gd name="T6" fmla="*/ 56 w 11"/>
                <a:gd name="T7" fmla="*/ 24 h 6"/>
                <a:gd name="T8" fmla="*/ 88 w 1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0" y="0"/>
                  </a:moveTo>
                  <a:cubicBezTo>
                    <a:pt x="9" y="1"/>
                    <a:pt x="7" y="2"/>
                    <a:pt x="6" y="3"/>
                  </a:cubicBezTo>
                  <a:cubicBezTo>
                    <a:pt x="4" y="4"/>
                    <a:pt x="1" y="5"/>
                    <a:pt x="0" y="6"/>
                  </a:cubicBezTo>
                  <a:cubicBezTo>
                    <a:pt x="3" y="6"/>
                    <a:pt x="5" y="4"/>
                    <a:pt x="7" y="3"/>
                  </a:cubicBezTo>
                  <a:cubicBezTo>
                    <a:pt x="9" y="2"/>
                    <a:pt x="10" y="1"/>
                    <a:pt x="1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58" name="Freeform 1324">
              <a:extLst>
                <a:ext uri="{FF2B5EF4-FFF2-40B4-BE49-F238E27FC236}">
                  <a16:creationId xmlns:a16="http://schemas.microsoft.com/office/drawing/2014/main" id="{8D2AD3E3-508B-473E-9A5B-DADD8A259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198"/>
              <a:ext cx="6" cy="15"/>
            </a:xfrm>
            <a:custGeom>
              <a:avLst/>
              <a:gdLst>
                <a:gd name="T0" fmla="*/ 0 w 3"/>
                <a:gd name="T1" fmla="*/ 0 h 7"/>
                <a:gd name="T2" fmla="*/ 16 w 3"/>
                <a:gd name="T3" fmla="*/ 28 h 7"/>
                <a:gd name="T4" fmla="*/ 8 w 3"/>
                <a:gd name="T5" fmla="*/ 69 h 7"/>
                <a:gd name="T6" fmla="*/ 8 w 3"/>
                <a:gd name="T7" fmla="*/ 28 h 7"/>
                <a:gd name="T8" fmla="*/ 0 w 3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1"/>
                    <a:pt x="2" y="1"/>
                    <a:pt x="2" y="3"/>
                  </a:cubicBezTo>
                  <a:cubicBezTo>
                    <a:pt x="3" y="4"/>
                    <a:pt x="2" y="6"/>
                    <a:pt x="1" y="7"/>
                  </a:cubicBezTo>
                  <a:cubicBezTo>
                    <a:pt x="1" y="6"/>
                    <a:pt x="2" y="4"/>
                    <a:pt x="1" y="3"/>
                  </a:cubicBezTo>
                  <a:cubicBezTo>
                    <a:pt x="1" y="2"/>
                    <a:pt x="0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59" name="Freeform 1325">
              <a:extLst>
                <a:ext uri="{FF2B5EF4-FFF2-40B4-BE49-F238E27FC236}">
                  <a16:creationId xmlns:a16="http://schemas.microsoft.com/office/drawing/2014/main" id="{328BCFC9-84C5-46D8-B09C-9FC064E60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20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64 w 8"/>
                <a:gd name="T3" fmla="*/ 32 h 5"/>
                <a:gd name="T4" fmla="*/ 8 w 8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1" y="3"/>
                    <a:pt x="5" y="3"/>
                    <a:pt x="8" y="4"/>
                  </a:cubicBezTo>
                  <a:cubicBezTo>
                    <a:pt x="6" y="3"/>
                    <a:pt x="0" y="5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60" name="Freeform 1326">
              <a:extLst>
                <a:ext uri="{FF2B5EF4-FFF2-40B4-BE49-F238E27FC236}">
                  <a16:creationId xmlns:a16="http://schemas.microsoft.com/office/drawing/2014/main" id="{BAEFC258-3563-4C88-A683-794551B34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170"/>
              <a:ext cx="96" cy="84"/>
            </a:xfrm>
            <a:custGeom>
              <a:avLst/>
              <a:gdLst>
                <a:gd name="T0" fmla="*/ 269 w 50"/>
                <a:gd name="T1" fmla="*/ 131 h 41"/>
                <a:gd name="T2" fmla="*/ 305 w 50"/>
                <a:gd name="T3" fmla="*/ 172 h 41"/>
                <a:gd name="T4" fmla="*/ 340 w 50"/>
                <a:gd name="T5" fmla="*/ 232 h 41"/>
                <a:gd name="T6" fmla="*/ 292 w 50"/>
                <a:gd name="T7" fmla="*/ 277 h 41"/>
                <a:gd name="T8" fmla="*/ 248 w 50"/>
                <a:gd name="T9" fmla="*/ 277 h 41"/>
                <a:gd name="T10" fmla="*/ 207 w 50"/>
                <a:gd name="T11" fmla="*/ 320 h 41"/>
                <a:gd name="T12" fmla="*/ 148 w 50"/>
                <a:gd name="T13" fmla="*/ 320 h 41"/>
                <a:gd name="T14" fmla="*/ 108 w 50"/>
                <a:gd name="T15" fmla="*/ 320 h 41"/>
                <a:gd name="T16" fmla="*/ 48 w 50"/>
                <a:gd name="T17" fmla="*/ 344 h 41"/>
                <a:gd name="T18" fmla="*/ 23 w 50"/>
                <a:gd name="T19" fmla="*/ 303 h 41"/>
                <a:gd name="T20" fmla="*/ 29 w 50"/>
                <a:gd name="T21" fmla="*/ 240 h 41"/>
                <a:gd name="T22" fmla="*/ 23 w 50"/>
                <a:gd name="T23" fmla="*/ 197 h 41"/>
                <a:gd name="T24" fmla="*/ 48 w 50"/>
                <a:gd name="T25" fmla="*/ 180 h 41"/>
                <a:gd name="T26" fmla="*/ 48 w 50"/>
                <a:gd name="T27" fmla="*/ 156 h 41"/>
                <a:gd name="T28" fmla="*/ 92 w 50"/>
                <a:gd name="T29" fmla="*/ 113 h 41"/>
                <a:gd name="T30" fmla="*/ 100 w 50"/>
                <a:gd name="T31" fmla="*/ 84 h 41"/>
                <a:gd name="T32" fmla="*/ 132 w 50"/>
                <a:gd name="T33" fmla="*/ 51 h 41"/>
                <a:gd name="T34" fmla="*/ 184 w 50"/>
                <a:gd name="T35" fmla="*/ 51 h 41"/>
                <a:gd name="T36" fmla="*/ 253 w 50"/>
                <a:gd name="T37" fmla="*/ 8 h 41"/>
                <a:gd name="T38" fmla="*/ 276 w 50"/>
                <a:gd name="T39" fmla="*/ 59 h 41"/>
                <a:gd name="T40" fmla="*/ 253 w 50"/>
                <a:gd name="T41" fmla="*/ 96 h 41"/>
                <a:gd name="T42" fmla="*/ 269 w 50"/>
                <a:gd name="T43" fmla="*/ 131 h 4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41">
                  <a:moveTo>
                    <a:pt x="38" y="15"/>
                  </a:moveTo>
                  <a:cubicBezTo>
                    <a:pt x="39" y="20"/>
                    <a:pt x="38" y="19"/>
                    <a:pt x="43" y="20"/>
                  </a:cubicBezTo>
                  <a:cubicBezTo>
                    <a:pt x="48" y="20"/>
                    <a:pt x="50" y="23"/>
                    <a:pt x="48" y="27"/>
                  </a:cubicBezTo>
                  <a:cubicBezTo>
                    <a:pt x="47" y="30"/>
                    <a:pt x="44" y="32"/>
                    <a:pt x="41" y="32"/>
                  </a:cubicBezTo>
                  <a:cubicBezTo>
                    <a:pt x="38" y="32"/>
                    <a:pt x="38" y="28"/>
                    <a:pt x="35" y="32"/>
                  </a:cubicBezTo>
                  <a:cubicBezTo>
                    <a:pt x="33" y="35"/>
                    <a:pt x="33" y="37"/>
                    <a:pt x="29" y="37"/>
                  </a:cubicBezTo>
                  <a:cubicBezTo>
                    <a:pt x="26" y="36"/>
                    <a:pt x="26" y="34"/>
                    <a:pt x="21" y="37"/>
                  </a:cubicBezTo>
                  <a:cubicBezTo>
                    <a:pt x="17" y="39"/>
                    <a:pt x="18" y="38"/>
                    <a:pt x="15" y="37"/>
                  </a:cubicBezTo>
                  <a:cubicBezTo>
                    <a:pt x="12" y="36"/>
                    <a:pt x="10" y="40"/>
                    <a:pt x="7" y="40"/>
                  </a:cubicBezTo>
                  <a:cubicBezTo>
                    <a:pt x="4" y="41"/>
                    <a:pt x="2" y="37"/>
                    <a:pt x="3" y="35"/>
                  </a:cubicBezTo>
                  <a:cubicBezTo>
                    <a:pt x="3" y="32"/>
                    <a:pt x="6" y="30"/>
                    <a:pt x="4" y="28"/>
                  </a:cubicBezTo>
                  <a:cubicBezTo>
                    <a:pt x="3" y="26"/>
                    <a:pt x="0" y="25"/>
                    <a:pt x="3" y="23"/>
                  </a:cubicBezTo>
                  <a:cubicBezTo>
                    <a:pt x="4" y="22"/>
                    <a:pt x="6" y="22"/>
                    <a:pt x="7" y="21"/>
                  </a:cubicBezTo>
                  <a:cubicBezTo>
                    <a:pt x="9" y="19"/>
                    <a:pt x="7" y="19"/>
                    <a:pt x="7" y="18"/>
                  </a:cubicBezTo>
                  <a:cubicBezTo>
                    <a:pt x="8" y="15"/>
                    <a:pt x="10" y="16"/>
                    <a:pt x="13" y="13"/>
                  </a:cubicBezTo>
                  <a:cubicBezTo>
                    <a:pt x="14" y="12"/>
                    <a:pt x="13" y="11"/>
                    <a:pt x="14" y="10"/>
                  </a:cubicBezTo>
                  <a:cubicBezTo>
                    <a:pt x="15" y="8"/>
                    <a:pt x="18" y="7"/>
                    <a:pt x="19" y="6"/>
                  </a:cubicBezTo>
                  <a:cubicBezTo>
                    <a:pt x="22" y="5"/>
                    <a:pt x="24" y="7"/>
                    <a:pt x="26" y="6"/>
                  </a:cubicBezTo>
                  <a:cubicBezTo>
                    <a:pt x="29" y="6"/>
                    <a:pt x="33" y="2"/>
                    <a:pt x="36" y="1"/>
                  </a:cubicBezTo>
                  <a:cubicBezTo>
                    <a:pt x="41" y="0"/>
                    <a:pt x="43" y="4"/>
                    <a:pt x="39" y="7"/>
                  </a:cubicBezTo>
                  <a:cubicBezTo>
                    <a:pt x="38" y="9"/>
                    <a:pt x="37" y="9"/>
                    <a:pt x="36" y="11"/>
                  </a:cubicBezTo>
                  <a:cubicBezTo>
                    <a:pt x="36" y="14"/>
                    <a:pt x="38" y="13"/>
                    <a:pt x="38" y="1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61" name="Freeform 1327">
              <a:extLst>
                <a:ext uri="{FF2B5EF4-FFF2-40B4-BE49-F238E27FC236}">
                  <a16:creationId xmlns:a16="http://schemas.microsoft.com/office/drawing/2014/main" id="{1D5BDC5F-57C5-4222-AA99-92D5D792C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229"/>
              <a:ext cx="11" cy="4"/>
            </a:xfrm>
            <a:custGeom>
              <a:avLst/>
              <a:gdLst>
                <a:gd name="T0" fmla="*/ 37 w 6"/>
                <a:gd name="T1" fmla="*/ 16 h 2"/>
                <a:gd name="T2" fmla="*/ 0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62" name="Freeform 1328">
              <a:extLst>
                <a:ext uri="{FF2B5EF4-FFF2-40B4-BE49-F238E27FC236}">
                  <a16:creationId xmlns:a16="http://schemas.microsoft.com/office/drawing/2014/main" id="{03A0B608-5BFD-4A5B-9297-6938BF5F1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182"/>
              <a:ext cx="14" cy="6"/>
            </a:xfrm>
            <a:custGeom>
              <a:avLst/>
              <a:gdLst>
                <a:gd name="T0" fmla="*/ 56 w 7"/>
                <a:gd name="T1" fmla="*/ 0 h 3"/>
                <a:gd name="T2" fmla="*/ 0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1"/>
                    <a:pt x="2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63" name="Freeform 1329">
              <a:extLst>
                <a:ext uri="{FF2B5EF4-FFF2-40B4-BE49-F238E27FC236}">
                  <a16:creationId xmlns:a16="http://schemas.microsoft.com/office/drawing/2014/main" id="{2B6D7AE0-92C8-43AB-8FC5-44BB1DF01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219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45 w 7"/>
                <a:gd name="T3" fmla="*/ 3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3"/>
                    <a:pt x="3" y="5"/>
                    <a:pt x="7" y="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64" name="Freeform 1330">
              <a:extLst>
                <a:ext uri="{FF2B5EF4-FFF2-40B4-BE49-F238E27FC236}">
                  <a16:creationId xmlns:a16="http://schemas.microsoft.com/office/drawing/2014/main" id="{BDAE45B5-D863-40F1-81BD-21E163EFE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194"/>
              <a:ext cx="8" cy="27"/>
            </a:xfrm>
            <a:custGeom>
              <a:avLst/>
              <a:gdLst>
                <a:gd name="T0" fmla="*/ 8 w 4"/>
                <a:gd name="T1" fmla="*/ 0 h 13"/>
                <a:gd name="T2" fmla="*/ 24 w 4"/>
                <a:gd name="T3" fmla="*/ 25 h 13"/>
                <a:gd name="T4" fmla="*/ 32 w 4"/>
                <a:gd name="T5" fmla="*/ 52 h 13"/>
                <a:gd name="T6" fmla="*/ 16 w 4"/>
                <a:gd name="T7" fmla="*/ 91 h 13"/>
                <a:gd name="T8" fmla="*/ 8 w 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1" y="0"/>
                  </a:moveTo>
                  <a:cubicBezTo>
                    <a:pt x="0" y="2"/>
                    <a:pt x="1" y="2"/>
                    <a:pt x="3" y="3"/>
                  </a:cubicBezTo>
                  <a:cubicBezTo>
                    <a:pt x="4" y="3"/>
                    <a:pt x="4" y="5"/>
                    <a:pt x="4" y="6"/>
                  </a:cubicBezTo>
                  <a:cubicBezTo>
                    <a:pt x="4" y="8"/>
                    <a:pt x="3" y="9"/>
                    <a:pt x="2" y="10"/>
                  </a:cubicBezTo>
                  <a:cubicBezTo>
                    <a:pt x="2" y="12"/>
                    <a:pt x="3" y="12"/>
                    <a:pt x="1" y="1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65" name="Freeform 1331">
              <a:extLst>
                <a:ext uri="{FF2B5EF4-FFF2-40B4-BE49-F238E27FC236}">
                  <a16:creationId xmlns:a16="http://schemas.microsoft.com/office/drawing/2014/main" id="{347C5794-063B-49B3-B35F-8EE986241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244"/>
              <a:ext cx="10" cy="2"/>
            </a:xfrm>
            <a:custGeom>
              <a:avLst/>
              <a:gdLst>
                <a:gd name="T0" fmla="*/ 40 w 5"/>
                <a:gd name="T1" fmla="*/ 0 h 1"/>
                <a:gd name="T2" fmla="*/ 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66" name="Freeform 1332">
              <a:extLst>
                <a:ext uri="{FF2B5EF4-FFF2-40B4-BE49-F238E27FC236}">
                  <a16:creationId xmlns:a16="http://schemas.microsoft.com/office/drawing/2014/main" id="{20E20964-00D5-4CD8-ABF0-587BB7EC7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211"/>
              <a:ext cx="6" cy="10"/>
            </a:xfrm>
            <a:custGeom>
              <a:avLst/>
              <a:gdLst>
                <a:gd name="T0" fmla="*/ 24 w 3"/>
                <a:gd name="T1" fmla="*/ 0 h 5"/>
                <a:gd name="T2" fmla="*/ 8 w 3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1"/>
                    <a:pt x="0" y="3"/>
                    <a:pt x="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67" name="Freeform 1333">
              <a:extLst>
                <a:ext uri="{FF2B5EF4-FFF2-40B4-BE49-F238E27FC236}">
                  <a16:creationId xmlns:a16="http://schemas.microsoft.com/office/drawing/2014/main" id="{90CF74CB-C968-4592-A3ED-51BA498F9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196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2" y="1"/>
                    <a:pt x="2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68" name="Freeform 1334">
              <a:extLst>
                <a:ext uri="{FF2B5EF4-FFF2-40B4-BE49-F238E27FC236}">
                  <a16:creationId xmlns:a16="http://schemas.microsoft.com/office/drawing/2014/main" id="{B09F14A4-C5B5-4263-A6E0-EAB2DDB8D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221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69" name="Freeform 1335">
              <a:extLst>
                <a:ext uri="{FF2B5EF4-FFF2-40B4-BE49-F238E27FC236}">
                  <a16:creationId xmlns:a16="http://schemas.microsoft.com/office/drawing/2014/main" id="{99323FED-B3B0-4430-862E-F6E44068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223"/>
              <a:ext cx="2" cy="6"/>
            </a:xfrm>
            <a:custGeom>
              <a:avLst/>
              <a:gdLst>
                <a:gd name="T0" fmla="*/ 8 w 1"/>
                <a:gd name="T1" fmla="*/ 24 h 3"/>
                <a:gd name="T2" fmla="*/ 0 w 1"/>
                <a:gd name="T3" fmla="*/ 8 h 3"/>
                <a:gd name="T4" fmla="*/ 0 w 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70" name="Freeform 1336">
              <a:extLst>
                <a:ext uri="{FF2B5EF4-FFF2-40B4-BE49-F238E27FC236}">
                  <a16:creationId xmlns:a16="http://schemas.microsoft.com/office/drawing/2014/main" id="{F16AE67F-DE70-41AF-B1BA-DA89EBF7C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231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71" name="Freeform 1337">
              <a:extLst>
                <a:ext uri="{FF2B5EF4-FFF2-40B4-BE49-F238E27FC236}">
                  <a16:creationId xmlns:a16="http://schemas.microsoft.com/office/drawing/2014/main" id="{ECAC8F2D-1FBA-4A52-965C-D7BC2953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221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72" name="Freeform 1338">
              <a:extLst>
                <a:ext uri="{FF2B5EF4-FFF2-40B4-BE49-F238E27FC236}">
                  <a16:creationId xmlns:a16="http://schemas.microsoft.com/office/drawing/2014/main" id="{8FF3CA97-13CE-47DC-AF47-796DF08D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217"/>
              <a:ext cx="6" cy="2"/>
            </a:xfrm>
            <a:custGeom>
              <a:avLst/>
              <a:gdLst>
                <a:gd name="T0" fmla="*/ 0 w 3"/>
                <a:gd name="T1" fmla="*/ 8 h 1"/>
                <a:gd name="T2" fmla="*/ 24 w 3"/>
                <a:gd name="T3" fmla="*/ 8 h 1"/>
                <a:gd name="T4" fmla="*/ 8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73" name="Freeform 1339">
              <a:extLst>
                <a:ext uri="{FF2B5EF4-FFF2-40B4-BE49-F238E27FC236}">
                  <a16:creationId xmlns:a16="http://schemas.microsoft.com/office/drawing/2014/main" id="{C063C32A-8EF9-445A-B762-4AD4C1202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186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74" name="Freeform 1340">
              <a:extLst>
                <a:ext uri="{FF2B5EF4-FFF2-40B4-BE49-F238E27FC236}">
                  <a16:creationId xmlns:a16="http://schemas.microsoft.com/office/drawing/2014/main" id="{C5CF535B-DC5E-424B-9D4F-287799076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304"/>
              <a:ext cx="108" cy="132"/>
            </a:xfrm>
            <a:custGeom>
              <a:avLst/>
              <a:gdLst>
                <a:gd name="T0" fmla="*/ 301 w 56"/>
                <a:gd name="T1" fmla="*/ 140 h 64"/>
                <a:gd name="T2" fmla="*/ 345 w 56"/>
                <a:gd name="T3" fmla="*/ 396 h 64"/>
                <a:gd name="T4" fmla="*/ 293 w 56"/>
                <a:gd name="T5" fmla="*/ 448 h 64"/>
                <a:gd name="T6" fmla="*/ 301 w 56"/>
                <a:gd name="T7" fmla="*/ 528 h 64"/>
                <a:gd name="T8" fmla="*/ 237 w 56"/>
                <a:gd name="T9" fmla="*/ 545 h 64"/>
                <a:gd name="T10" fmla="*/ 156 w 56"/>
                <a:gd name="T11" fmla="*/ 528 h 64"/>
                <a:gd name="T12" fmla="*/ 52 w 56"/>
                <a:gd name="T13" fmla="*/ 404 h 64"/>
                <a:gd name="T14" fmla="*/ 71 w 56"/>
                <a:gd name="T15" fmla="*/ 369 h 64"/>
                <a:gd name="T16" fmla="*/ 44 w 56"/>
                <a:gd name="T17" fmla="*/ 361 h 64"/>
                <a:gd name="T18" fmla="*/ 23 w 56"/>
                <a:gd name="T19" fmla="*/ 272 h 64"/>
                <a:gd name="T20" fmla="*/ 44 w 56"/>
                <a:gd name="T21" fmla="*/ 256 h 64"/>
                <a:gd name="T22" fmla="*/ 29 w 56"/>
                <a:gd name="T23" fmla="*/ 200 h 64"/>
                <a:gd name="T24" fmla="*/ 64 w 56"/>
                <a:gd name="T25" fmla="*/ 132 h 64"/>
                <a:gd name="T26" fmla="*/ 79 w 56"/>
                <a:gd name="T27" fmla="*/ 89 h 64"/>
                <a:gd name="T28" fmla="*/ 100 w 56"/>
                <a:gd name="T29" fmla="*/ 35 h 64"/>
                <a:gd name="T30" fmla="*/ 172 w 56"/>
                <a:gd name="T31" fmla="*/ 43 h 64"/>
                <a:gd name="T32" fmla="*/ 301 w 56"/>
                <a:gd name="T33" fmla="*/ 140 h 64"/>
                <a:gd name="T34" fmla="*/ 301 w 56"/>
                <a:gd name="T35" fmla="*/ 140 h 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64">
                  <a:moveTo>
                    <a:pt x="42" y="16"/>
                  </a:moveTo>
                  <a:cubicBezTo>
                    <a:pt x="46" y="21"/>
                    <a:pt x="56" y="40"/>
                    <a:pt x="48" y="45"/>
                  </a:cubicBezTo>
                  <a:cubicBezTo>
                    <a:pt x="44" y="47"/>
                    <a:pt x="40" y="45"/>
                    <a:pt x="41" y="51"/>
                  </a:cubicBezTo>
                  <a:cubicBezTo>
                    <a:pt x="42" y="54"/>
                    <a:pt x="45" y="56"/>
                    <a:pt x="42" y="60"/>
                  </a:cubicBezTo>
                  <a:cubicBezTo>
                    <a:pt x="39" y="64"/>
                    <a:pt x="36" y="63"/>
                    <a:pt x="33" y="62"/>
                  </a:cubicBezTo>
                  <a:cubicBezTo>
                    <a:pt x="29" y="60"/>
                    <a:pt x="26" y="61"/>
                    <a:pt x="22" y="60"/>
                  </a:cubicBezTo>
                  <a:cubicBezTo>
                    <a:pt x="15" y="60"/>
                    <a:pt x="3" y="56"/>
                    <a:pt x="7" y="46"/>
                  </a:cubicBezTo>
                  <a:cubicBezTo>
                    <a:pt x="7" y="45"/>
                    <a:pt x="11" y="44"/>
                    <a:pt x="10" y="42"/>
                  </a:cubicBezTo>
                  <a:cubicBezTo>
                    <a:pt x="10" y="40"/>
                    <a:pt x="7" y="41"/>
                    <a:pt x="6" y="41"/>
                  </a:cubicBezTo>
                  <a:cubicBezTo>
                    <a:pt x="2" y="39"/>
                    <a:pt x="0" y="35"/>
                    <a:pt x="3" y="31"/>
                  </a:cubicBezTo>
                  <a:cubicBezTo>
                    <a:pt x="4" y="29"/>
                    <a:pt x="5" y="31"/>
                    <a:pt x="6" y="29"/>
                  </a:cubicBezTo>
                  <a:cubicBezTo>
                    <a:pt x="6" y="28"/>
                    <a:pt x="4" y="25"/>
                    <a:pt x="4" y="23"/>
                  </a:cubicBezTo>
                  <a:cubicBezTo>
                    <a:pt x="3" y="17"/>
                    <a:pt x="5" y="17"/>
                    <a:pt x="9" y="15"/>
                  </a:cubicBezTo>
                  <a:cubicBezTo>
                    <a:pt x="11" y="13"/>
                    <a:pt x="10" y="13"/>
                    <a:pt x="11" y="10"/>
                  </a:cubicBezTo>
                  <a:cubicBezTo>
                    <a:pt x="12" y="8"/>
                    <a:pt x="12" y="6"/>
                    <a:pt x="14" y="4"/>
                  </a:cubicBezTo>
                  <a:cubicBezTo>
                    <a:pt x="18" y="0"/>
                    <a:pt x="20" y="3"/>
                    <a:pt x="24" y="5"/>
                  </a:cubicBezTo>
                  <a:cubicBezTo>
                    <a:pt x="30" y="10"/>
                    <a:pt x="37" y="10"/>
                    <a:pt x="42" y="16"/>
                  </a:cubicBezTo>
                  <a:cubicBezTo>
                    <a:pt x="42" y="16"/>
                    <a:pt x="42" y="15"/>
                    <a:pt x="42" y="16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75" name="Freeform 1341">
              <a:extLst>
                <a:ext uri="{FF2B5EF4-FFF2-40B4-BE49-F238E27FC236}">
                  <a16:creationId xmlns:a16="http://schemas.microsoft.com/office/drawing/2014/main" id="{574ADEC2-3F21-43C4-92D7-D971D2E01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335"/>
              <a:ext cx="23" cy="51"/>
            </a:xfrm>
            <a:custGeom>
              <a:avLst/>
              <a:gdLst>
                <a:gd name="T0" fmla="*/ 69 w 12"/>
                <a:gd name="T1" fmla="*/ 0 h 25"/>
                <a:gd name="T2" fmla="*/ 29 w 12"/>
                <a:gd name="T3" fmla="*/ 59 h 25"/>
                <a:gd name="T4" fmla="*/ 36 w 12"/>
                <a:gd name="T5" fmla="*/ 137 h 25"/>
                <a:gd name="T6" fmla="*/ 23 w 12"/>
                <a:gd name="T7" fmla="*/ 188 h 25"/>
                <a:gd name="T8" fmla="*/ 77 w 12"/>
                <a:gd name="T9" fmla="*/ 204 h 25"/>
                <a:gd name="T10" fmla="*/ 56 w 12"/>
                <a:gd name="T11" fmla="*/ 171 h 25"/>
                <a:gd name="T12" fmla="*/ 84 w 12"/>
                <a:gd name="T13" fmla="*/ 100 h 25"/>
                <a:gd name="T14" fmla="*/ 69 w 12"/>
                <a:gd name="T15" fmla="*/ 49 h 25"/>
                <a:gd name="T16" fmla="*/ 69 w 12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5">
                  <a:moveTo>
                    <a:pt x="10" y="0"/>
                  </a:moveTo>
                  <a:cubicBezTo>
                    <a:pt x="8" y="3"/>
                    <a:pt x="4" y="3"/>
                    <a:pt x="4" y="7"/>
                  </a:cubicBezTo>
                  <a:cubicBezTo>
                    <a:pt x="4" y="10"/>
                    <a:pt x="7" y="13"/>
                    <a:pt x="5" y="16"/>
                  </a:cubicBezTo>
                  <a:cubicBezTo>
                    <a:pt x="3" y="19"/>
                    <a:pt x="0" y="19"/>
                    <a:pt x="3" y="22"/>
                  </a:cubicBezTo>
                  <a:cubicBezTo>
                    <a:pt x="5" y="25"/>
                    <a:pt x="8" y="23"/>
                    <a:pt x="11" y="24"/>
                  </a:cubicBezTo>
                  <a:cubicBezTo>
                    <a:pt x="9" y="22"/>
                    <a:pt x="7" y="22"/>
                    <a:pt x="8" y="20"/>
                  </a:cubicBezTo>
                  <a:cubicBezTo>
                    <a:pt x="9" y="17"/>
                    <a:pt x="12" y="16"/>
                    <a:pt x="12" y="12"/>
                  </a:cubicBezTo>
                  <a:cubicBezTo>
                    <a:pt x="12" y="10"/>
                    <a:pt x="10" y="8"/>
                    <a:pt x="10" y="6"/>
                  </a:cubicBezTo>
                  <a:cubicBezTo>
                    <a:pt x="9" y="4"/>
                    <a:pt x="10" y="2"/>
                    <a:pt x="1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76" name="Freeform 1342">
              <a:extLst>
                <a:ext uri="{FF2B5EF4-FFF2-40B4-BE49-F238E27FC236}">
                  <a16:creationId xmlns:a16="http://schemas.microsoft.com/office/drawing/2014/main" id="{A9FC40F6-A5DD-4C68-9EE6-D202BC944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401"/>
              <a:ext cx="70" cy="26"/>
            </a:xfrm>
            <a:custGeom>
              <a:avLst/>
              <a:gdLst>
                <a:gd name="T0" fmla="*/ 23 w 36"/>
                <a:gd name="T1" fmla="*/ 0 h 13"/>
                <a:gd name="T2" fmla="*/ 60 w 36"/>
                <a:gd name="T3" fmla="*/ 72 h 13"/>
                <a:gd name="T4" fmla="*/ 140 w 36"/>
                <a:gd name="T5" fmla="*/ 88 h 13"/>
                <a:gd name="T6" fmla="*/ 185 w 36"/>
                <a:gd name="T7" fmla="*/ 96 h 13"/>
                <a:gd name="T8" fmla="*/ 228 w 36"/>
                <a:gd name="T9" fmla="*/ 104 h 13"/>
                <a:gd name="T10" fmla="*/ 257 w 36"/>
                <a:gd name="T11" fmla="*/ 56 h 13"/>
                <a:gd name="T12" fmla="*/ 200 w 36"/>
                <a:gd name="T13" fmla="*/ 72 h 13"/>
                <a:gd name="T14" fmla="*/ 124 w 36"/>
                <a:gd name="T15" fmla="*/ 48 h 13"/>
                <a:gd name="T16" fmla="*/ 45 w 36"/>
                <a:gd name="T17" fmla="*/ 48 h 13"/>
                <a:gd name="T18" fmla="*/ 16 w 36"/>
                <a:gd name="T19" fmla="*/ 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13">
                  <a:moveTo>
                    <a:pt x="3" y="0"/>
                  </a:moveTo>
                  <a:cubicBezTo>
                    <a:pt x="0" y="2"/>
                    <a:pt x="5" y="8"/>
                    <a:pt x="8" y="9"/>
                  </a:cubicBezTo>
                  <a:cubicBezTo>
                    <a:pt x="12" y="10"/>
                    <a:pt x="15" y="10"/>
                    <a:pt x="19" y="11"/>
                  </a:cubicBezTo>
                  <a:cubicBezTo>
                    <a:pt x="21" y="11"/>
                    <a:pt x="23" y="11"/>
                    <a:pt x="25" y="12"/>
                  </a:cubicBezTo>
                  <a:cubicBezTo>
                    <a:pt x="27" y="12"/>
                    <a:pt x="29" y="13"/>
                    <a:pt x="31" y="13"/>
                  </a:cubicBezTo>
                  <a:cubicBezTo>
                    <a:pt x="36" y="13"/>
                    <a:pt x="35" y="11"/>
                    <a:pt x="35" y="7"/>
                  </a:cubicBezTo>
                  <a:cubicBezTo>
                    <a:pt x="34" y="11"/>
                    <a:pt x="30" y="10"/>
                    <a:pt x="27" y="9"/>
                  </a:cubicBezTo>
                  <a:cubicBezTo>
                    <a:pt x="23" y="8"/>
                    <a:pt x="21" y="6"/>
                    <a:pt x="17" y="6"/>
                  </a:cubicBezTo>
                  <a:cubicBezTo>
                    <a:pt x="13" y="6"/>
                    <a:pt x="9" y="8"/>
                    <a:pt x="6" y="6"/>
                  </a:cubicBezTo>
                  <a:cubicBezTo>
                    <a:pt x="4" y="5"/>
                    <a:pt x="3" y="3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77" name="Freeform 1343">
              <a:extLst>
                <a:ext uri="{FF2B5EF4-FFF2-40B4-BE49-F238E27FC236}">
                  <a16:creationId xmlns:a16="http://schemas.microsoft.com/office/drawing/2014/main" id="{280B98E3-44AC-4E88-9D28-73EC99083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361"/>
              <a:ext cx="17" cy="35"/>
            </a:xfrm>
            <a:custGeom>
              <a:avLst/>
              <a:gdLst>
                <a:gd name="T0" fmla="*/ 40 w 9"/>
                <a:gd name="T1" fmla="*/ 16 h 17"/>
                <a:gd name="T2" fmla="*/ 0 w 9"/>
                <a:gd name="T3" fmla="*/ 148 h 17"/>
                <a:gd name="T4" fmla="*/ 40 w 9"/>
                <a:gd name="T5" fmla="*/ 80 h 17"/>
                <a:gd name="T6" fmla="*/ 32 w 9"/>
                <a:gd name="T7" fmla="*/ 43 h 17"/>
                <a:gd name="T8" fmla="*/ 32 w 9"/>
                <a:gd name="T9" fmla="*/ 16 h 17"/>
                <a:gd name="T10" fmla="*/ 21 w 9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7">
                  <a:moveTo>
                    <a:pt x="6" y="2"/>
                  </a:moveTo>
                  <a:cubicBezTo>
                    <a:pt x="9" y="8"/>
                    <a:pt x="8" y="17"/>
                    <a:pt x="0" y="17"/>
                  </a:cubicBezTo>
                  <a:cubicBezTo>
                    <a:pt x="3" y="16"/>
                    <a:pt x="6" y="13"/>
                    <a:pt x="6" y="9"/>
                  </a:cubicBezTo>
                  <a:cubicBezTo>
                    <a:pt x="6" y="8"/>
                    <a:pt x="5" y="6"/>
                    <a:pt x="5" y="5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78" name="Freeform 1344">
              <a:extLst>
                <a:ext uri="{FF2B5EF4-FFF2-40B4-BE49-F238E27FC236}">
                  <a16:creationId xmlns:a16="http://schemas.microsoft.com/office/drawing/2014/main" id="{863BF02D-EB90-48A6-818A-9862E2E5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332"/>
              <a:ext cx="27" cy="46"/>
            </a:xfrm>
            <a:custGeom>
              <a:avLst/>
              <a:gdLst>
                <a:gd name="T0" fmla="*/ 0 w 14"/>
                <a:gd name="T1" fmla="*/ 0 h 22"/>
                <a:gd name="T2" fmla="*/ 52 w 14"/>
                <a:gd name="T3" fmla="*/ 109 h 22"/>
                <a:gd name="T4" fmla="*/ 15 w 14"/>
                <a:gd name="T5" fmla="*/ 201 h 22"/>
                <a:gd name="T6" fmla="*/ 85 w 14"/>
                <a:gd name="T7" fmla="*/ 144 h 22"/>
                <a:gd name="T8" fmla="*/ 71 w 14"/>
                <a:gd name="T9" fmla="*/ 84 h 22"/>
                <a:gd name="T10" fmla="*/ 29 w 14"/>
                <a:gd name="T11" fmla="*/ 36 h 22"/>
                <a:gd name="T12" fmla="*/ 8 w 14"/>
                <a:gd name="T13" fmla="*/ 8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5"/>
                    <a:pt x="7" y="7"/>
                    <a:pt x="7" y="12"/>
                  </a:cubicBezTo>
                  <a:cubicBezTo>
                    <a:pt x="8" y="14"/>
                    <a:pt x="4" y="20"/>
                    <a:pt x="2" y="22"/>
                  </a:cubicBezTo>
                  <a:cubicBezTo>
                    <a:pt x="5" y="20"/>
                    <a:pt x="10" y="19"/>
                    <a:pt x="12" y="16"/>
                  </a:cubicBezTo>
                  <a:cubicBezTo>
                    <a:pt x="14" y="12"/>
                    <a:pt x="13" y="12"/>
                    <a:pt x="10" y="9"/>
                  </a:cubicBezTo>
                  <a:cubicBezTo>
                    <a:pt x="8" y="7"/>
                    <a:pt x="7" y="6"/>
                    <a:pt x="4" y="4"/>
                  </a:cubicBezTo>
                  <a:cubicBezTo>
                    <a:pt x="3" y="3"/>
                    <a:pt x="1" y="3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79" name="Freeform 1345">
              <a:extLst>
                <a:ext uri="{FF2B5EF4-FFF2-40B4-BE49-F238E27FC236}">
                  <a16:creationId xmlns:a16="http://schemas.microsoft.com/office/drawing/2014/main" id="{F4A673B1-B8B9-4DDE-A2D6-BF6F67C01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392"/>
              <a:ext cx="14" cy="25"/>
            </a:xfrm>
            <a:custGeom>
              <a:avLst/>
              <a:gdLst>
                <a:gd name="T0" fmla="*/ 24 w 7"/>
                <a:gd name="T1" fmla="*/ 17 h 12"/>
                <a:gd name="T2" fmla="*/ 56 w 7"/>
                <a:gd name="T3" fmla="*/ 108 h 12"/>
                <a:gd name="T4" fmla="*/ 24 w 7"/>
                <a:gd name="T5" fmla="*/ 56 h 12"/>
                <a:gd name="T6" fmla="*/ 32 w 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3" y="2"/>
                  </a:moveTo>
                  <a:cubicBezTo>
                    <a:pt x="0" y="5"/>
                    <a:pt x="3" y="11"/>
                    <a:pt x="7" y="12"/>
                  </a:cubicBezTo>
                  <a:cubicBezTo>
                    <a:pt x="5" y="10"/>
                    <a:pt x="3" y="9"/>
                    <a:pt x="3" y="6"/>
                  </a:cubicBezTo>
                  <a:cubicBezTo>
                    <a:pt x="3" y="4"/>
                    <a:pt x="5" y="2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80" name="Freeform 1346">
              <a:extLst>
                <a:ext uri="{FF2B5EF4-FFF2-40B4-BE49-F238E27FC236}">
                  <a16:creationId xmlns:a16="http://schemas.microsoft.com/office/drawing/2014/main" id="{62552B72-268D-410A-AB64-884675432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345"/>
              <a:ext cx="12" cy="29"/>
            </a:xfrm>
            <a:custGeom>
              <a:avLst/>
              <a:gdLst>
                <a:gd name="T0" fmla="*/ 24 w 6"/>
                <a:gd name="T1" fmla="*/ 0 h 14"/>
                <a:gd name="T2" fmla="*/ 24 w 6"/>
                <a:gd name="T3" fmla="*/ 91 h 14"/>
                <a:gd name="T4" fmla="*/ 0 w 6"/>
                <a:gd name="T5" fmla="*/ 124 h 14"/>
                <a:gd name="T6" fmla="*/ 40 w 6"/>
                <a:gd name="T7" fmla="*/ 81 h 14"/>
                <a:gd name="T8" fmla="*/ 32 w 6"/>
                <a:gd name="T9" fmla="*/ 52 h 14"/>
                <a:gd name="T10" fmla="*/ 24 w 6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4">
                  <a:moveTo>
                    <a:pt x="3" y="0"/>
                  </a:moveTo>
                  <a:cubicBezTo>
                    <a:pt x="1" y="1"/>
                    <a:pt x="4" y="8"/>
                    <a:pt x="3" y="10"/>
                  </a:cubicBezTo>
                  <a:cubicBezTo>
                    <a:pt x="2" y="11"/>
                    <a:pt x="0" y="12"/>
                    <a:pt x="0" y="14"/>
                  </a:cubicBezTo>
                  <a:cubicBezTo>
                    <a:pt x="1" y="12"/>
                    <a:pt x="5" y="11"/>
                    <a:pt x="5" y="9"/>
                  </a:cubicBezTo>
                  <a:cubicBezTo>
                    <a:pt x="6" y="8"/>
                    <a:pt x="5" y="7"/>
                    <a:pt x="4" y="6"/>
                  </a:cubicBezTo>
                  <a:cubicBezTo>
                    <a:pt x="3" y="4"/>
                    <a:pt x="2" y="2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81" name="Freeform 1347">
              <a:extLst>
                <a:ext uri="{FF2B5EF4-FFF2-40B4-BE49-F238E27FC236}">
                  <a16:creationId xmlns:a16="http://schemas.microsoft.com/office/drawing/2014/main" id="{EAA6FD33-A392-4C19-800C-B0DA4E382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1382"/>
              <a:ext cx="21" cy="19"/>
            </a:xfrm>
            <a:custGeom>
              <a:avLst/>
              <a:gdLst>
                <a:gd name="T0" fmla="*/ 55 w 11"/>
                <a:gd name="T1" fmla="*/ 0 h 9"/>
                <a:gd name="T2" fmla="*/ 0 w 11"/>
                <a:gd name="T3" fmla="*/ 76 h 9"/>
                <a:gd name="T4" fmla="*/ 61 w 1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8" y="0"/>
                  </a:moveTo>
                  <a:cubicBezTo>
                    <a:pt x="11" y="5"/>
                    <a:pt x="4" y="9"/>
                    <a:pt x="0" y="8"/>
                  </a:cubicBezTo>
                  <a:cubicBezTo>
                    <a:pt x="2" y="7"/>
                    <a:pt x="10" y="4"/>
                    <a:pt x="9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82" name="Freeform 1348">
              <a:extLst>
                <a:ext uri="{FF2B5EF4-FFF2-40B4-BE49-F238E27FC236}">
                  <a16:creationId xmlns:a16="http://schemas.microsoft.com/office/drawing/2014/main" id="{6736A260-6E3E-43E2-8E12-DA479A99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322"/>
              <a:ext cx="41" cy="31"/>
            </a:xfrm>
            <a:custGeom>
              <a:avLst/>
              <a:gdLst>
                <a:gd name="T0" fmla="*/ 0 w 21"/>
                <a:gd name="T1" fmla="*/ 0 h 15"/>
                <a:gd name="T2" fmla="*/ 88 w 21"/>
                <a:gd name="T3" fmla="*/ 43 h 15"/>
                <a:gd name="T4" fmla="*/ 148 w 21"/>
                <a:gd name="T5" fmla="*/ 132 h 15"/>
                <a:gd name="T6" fmla="*/ 119 w 21"/>
                <a:gd name="T7" fmla="*/ 81 h 15"/>
                <a:gd name="T8" fmla="*/ 76 w 21"/>
                <a:gd name="T9" fmla="*/ 52 h 15"/>
                <a:gd name="T10" fmla="*/ 45 w 21"/>
                <a:gd name="T11" fmla="*/ 25 h 15"/>
                <a:gd name="T12" fmla="*/ 0 w 21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0" y="0"/>
                  </a:moveTo>
                  <a:cubicBezTo>
                    <a:pt x="4" y="2"/>
                    <a:pt x="9" y="3"/>
                    <a:pt x="12" y="5"/>
                  </a:cubicBezTo>
                  <a:cubicBezTo>
                    <a:pt x="15" y="6"/>
                    <a:pt x="21" y="12"/>
                    <a:pt x="20" y="15"/>
                  </a:cubicBezTo>
                  <a:cubicBezTo>
                    <a:pt x="19" y="14"/>
                    <a:pt x="18" y="11"/>
                    <a:pt x="16" y="9"/>
                  </a:cubicBezTo>
                  <a:cubicBezTo>
                    <a:pt x="14" y="8"/>
                    <a:pt x="12" y="7"/>
                    <a:pt x="10" y="6"/>
                  </a:cubicBezTo>
                  <a:cubicBezTo>
                    <a:pt x="8" y="5"/>
                    <a:pt x="7" y="4"/>
                    <a:pt x="6" y="3"/>
                  </a:cubicBez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83" name="Freeform 1349">
              <a:extLst>
                <a:ext uri="{FF2B5EF4-FFF2-40B4-BE49-F238E27FC236}">
                  <a16:creationId xmlns:a16="http://schemas.microsoft.com/office/drawing/2014/main" id="{50EFDBB2-9954-492A-989F-AF835F16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341"/>
              <a:ext cx="22" cy="27"/>
            </a:xfrm>
            <a:custGeom>
              <a:avLst/>
              <a:gdLst>
                <a:gd name="T0" fmla="*/ 0 w 11"/>
                <a:gd name="T1" fmla="*/ 0 h 13"/>
                <a:gd name="T2" fmla="*/ 40 w 11"/>
                <a:gd name="T3" fmla="*/ 116 h 13"/>
                <a:gd name="T4" fmla="*/ 32 w 11"/>
                <a:gd name="T5" fmla="*/ 64 h 13"/>
                <a:gd name="T6" fmla="*/ 16 w 11"/>
                <a:gd name="T7" fmla="*/ 1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2" y="3"/>
                    <a:pt x="11" y="9"/>
                    <a:pt x="5" y="13"/>
                  </a:cubicBezTo>
                  <a:cubicBezTo>
                    <a:pt x="6" y="11"/>
                    <a:pt x="5" y="9"/>
                    <a:pt x="4" y="7"/>
                  </a:cubicBezTo>
                  <a:cubicBezTo>
                    <a:pt x="3" y="5"/>
                    <a:pt x="3" y="4"/>
                    <a:pt x="2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84" name="Freeform 1350">
              <a:extLst>
                <a:ext uri="{FF2B5EF4-FFF2-40B4-BE49-F238E27FC236}">
                  <a16:creationId xmlns:a16="http://schemas.microsoft.com/office/drawing/2014/main" id="{AFCF0F25-CF1E-4FD0-9CEC-5B1A84BD2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384"/>
              <a:ext cx="10" cy="27"/>
            </a:xfrm>
            <a:custGeom>
              <a:avLst/>
              <a:gdLst>
                <a:gd name="T0" fmla="*/ 32 w 5"/>
                <a:gd name="T1" fmla="*/ 8 h 13"/>
                <a:gd name="T2" fmla="*/ 16 w 5"/>
                <a:gd name="T3" fmla="*/ 52 h 13"/>
                <a:gd name="T4" fmla="*/ 16 w 5"/>
                <a:gd name="T5" fmla="*/ 91 h 13"/>
                <a:gd name="T6" fmla="*/ 16 w 5"/>
                <a:gd name="T7" fmla="*/ 116 h 13"/>
                <a:gd name="T8" fmla="*/ 8 w 5"/>
                <a:gd name="T9" fmla="*/ 52 h 13"/>
                <a:gd name="T10" fmla="*/ 24 w 5"/>
                <a:gd name="T11" fmla="*/ 17 h 13"/>
                <a:gd name="T12" fmla="*/ 40 w 5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3">
                  <a:moveTo>
                    <a:pt x="4" y="1"/>
                  </a:moveTo>
                  <a:cubicBezTo>
                    <a:pt x="3" y="3"/>
                    <a:pt x="3" y="5"/>
                    <a:pt x="2" y="6"/>
                  </a:cubicBezTo>
                  <a:cubicBezTo>
                    <a:pt x="2" y="8"/>
                    <a:pt x="1" y="8"/>
                    <a:pt x="2" y="10"/>
                  </a:cubicBezTo>
                  <a:cubicBezTo>
                    <a:pt x="2" y="11"/>
                    <a:pt x="2" y="12"/>
                    <a:pt x="2" y="13"/>
                  </a:cubicBezTo>
                  <a:cubicBezTo>
                    <a:pt x="0" y="10"/>
                    <a:pt x="0" y="9"/>
                    <a:pt x="1" y="6"/>
                  </a:cubicBezTo>
                  <a:cubicBezTo>
                    <a:pt x="2" y="4"/>
                    <a:pt x="2" y="3"/>
                    <a:pt x="3" y="2"/>
                  </a:cubicBezTo>
                  <a:cubicBezTo>
                    <a:pt x="4" y="1"/>
                    <a:pt x="5" y="1"/>
                    <a:pt x="5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85" name="Freeform 1351">
              <a:extLst>
                <a:ext uri="{FF2B5EF4-FFF2-40B4-BE49-F238E27FC236}">
                  <a16:creationId xmlns:a16="http://schemas.microsoft.com/office/drawing/2014/main" id="{424B8238-0FA4-449C-9227-CA3FCA2FF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304"/>
              <a:ext cx="108" cy="132"/>
            </a:xfrm>
            <a:custGeom>
              <a:avLst/>
              <a:gdLst>
                <a:gd name="T0" fmla="*/ 301 w 56"/>
                <a:gd name="T1" fmla="*/ 140 h 64"/>
                <a:gd name="T2" fmla="*/ 345 w 56"/>
                <a:gd name="T3" fmla="*/ 396 h 64"/>
                <a:gd name="T4" fmla="*/ 293 w 56"/>
                <a:gd name="T5" fmla="*/ 448 h 64"/>
                <a:gd name="T6" fmla="*/ 301 w 56"/>
                <a:gd name="T7" fmla="*/ 528 h 64"/>
                <a:gd name="T8" fmla="*/ 237 w 56"/>
                <a:gd name="T9" fmla="*/ 545 h 64"/>
                <a:gd name="T10" fmla="*/ 156 w 56"/>
                <a:gd name="T11" fmla="*/ 528 h 64"/>
                <a:gd name="T12" fmla="*/ 52 w 56"/>
                <a:gd name="T13" fmla="*/ 404 h 64"/>
                <a:gd name="T14" fmla="*/ 71 w 56"/>
                <a:gd name="T15" fmla="*/ 369 h 64"/>
                <a:gd name="T16" fmla="*/ 44 w 56"/>
                <a:gd name="T17" fmla="*/ 361 h 64"/>
                <a:gd name="T18" fmla="*/ 23 w 56"/>
                <a:gd name="T19" fmla="*/ 272 h 64"/>
                <a:gd name="T20" fmla="*/ 44 w 56"/>
                <a:gd name="T21" fmla="*/ 256 h 64"/>
                <a:gd name="T22" fmla="*/ 29 w 56"/>
                <a:gd name="T23" fmla="*/ 200 h 64"/>
                <a:gd name="T24" fmla="*/ 64 w 56"/>
                <a:gd name="T25" fmla="*/ 132 h 64"/>
                <a:gd name="T26" fmla="*/ 79 w 56"/>
                <a:gd name="T27" fmla="*/ 89 h 64"/>
                <a:gd name="T28" fmla="*/ 100 w 56"/>
                <a:gd name="T29" fmla="*/ 35 h 64"/>
                <a:gd name="T30" fmla="*/ 172 w 56"/>
                <a:gd name="T31" fmla="*/ 43 h 64"/>
                <a:gd name="T32" fmla="*/ 301 w 56"/>
                <a:gd name="T33" fmla="*/ 140 h 64"/>
                <a:gd name="T34" fmla="*/ 301 w 56"/>
                <a:gd name="T35" fmla="*/ 140 h 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64">
                  <a:moveTo>
                    <a:pt x="42" y="16"/>
                  </a:moveTo>
                  <a:cubicBezTo>
                    <a:pt x="46" y="21"/>
                    <a:pt x="56" y="40"/>
                    <a:pt x="48" y="45"/>
                  </a:cubicBezTo>
                  <a:cubicBezTo>
                    <a:pt x="44" y="47"/>
                    <a:pt x="40" y="45"/>
                    <a:pt x="41" y="51"/>
                  </a:cubicBezTo>
                  <a:cubicBezTo>
                    <a:pt x="42" y="54"/>
                    <a:pt x="45" y="56"/>
                    <a:pt x="42" y="60"/>
                  </a:cubicBezTo>
                  <a:cubicBezTo>
                    <a:pt x="39" y="64"/>
                    <a:pt x="36" y="63"/>
                    <a:pt x="33" y="62"/>
                  </a:cubicBezTo>
                  <a:cubicBezTo>
                    <a:pt x="29" y="60"/>
                    <a:pt x="26" y="61"/>
                    <a:pt x="22" y="60"/>
                  </a:cubicBezTo>
                  <a:cubicBezTo>
                    <a:pt x="15" y="60"/>
                    <a:pt x="3" y="56"/>
                    <a:pt x="7" y="46"/>
                  </a:cubicBezTo>
                  <a:cubicBezTo>
                    <a:pt x="7" y="45"/>
                    <a:pt x="11" y="44"/>
                    <a:pt x="10" y="42"/>
                  </a:cubicBezTo>
                  <a:cubicBezTo>
                    <a:pt x="10" y="40"/>
                    <a:pt x="7" y="41"/>
                    <a:pt x="6" y="41"/>
                  </a:cubicBezTo>
                  <a:cubicBezTo>
                    <a:pt x="2" y="39"/>
                    <a:pt x="0" y="35"/>
                    <a:pt x="3" y="31"/>
                  </a:cubicBezTo>
                  <a:cubicBezTo>
                    <a:pt x="4" y="29"/>
                    <a:pt x="5" y="31"/>
                    <a:pt x="6" y="29"/>
                  </a:cubicBezTo>
                  <a:cubicBezTo>
                    <a:pt x="6" y="28"/>
                    <a:pt x="4" y="25"/>
                    <a:pt x="4" y="23"/>
                  </a:cubicBezTo>
                  <a:cubicBezTo>
                    <a:pt x="3" y="17"/>
                    <a:pt x="5" y="17"/>
                    <a:pt x="9" y="15"/>
                  </a:cubicBezTo>
                  <a:cubicBezTo>
                    <a:pt x="11" y="13"/>
                    <a:pt x="10" y="13"/>
                    <a:pt x="11" y="10"/>
                  </a:cubicBezTo>
                  <a:cubicBezTo>
                    <a:pt x="12" y="8"/>
                    <a:pt x="12" y="6"/>
                    <a:pt x="14" y="4"/>
                  </a:cubicBezTo>
                  <a:cubicBezTo>
                    <a:pt x="18" y="0"/>
                    <a:pt x="20" y="3"/>
                    <a:pt x="24" y="5"/>
                  </a:cubicBezTo>
                  <a:cubicBezTo>
                    <a:pt x="30" y="10"/>
                    <a:pt x="37" y="10"/>
                    <a:pt x="42" y="16"/>
                  </a:cubicBezTo>
                  <a:cubicBezTo>
                    <a:pt x="42" y="16"/>
                    <a:pt x="42" y="15"/>
                    <a:pt x="42" y="1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86" name="Freeform 1352">
              <a:extLst>
                <a:ext uri="{FF2B5EF4-FFF2-40B4-BE49-F238E27FC236}">
                  <a16:creationId xmlns:a16="http://schemas.microsoft.com/office/drawing/2014/main" id="{A76969CF-C738-4464-899F-FB6C0FE3F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1388"/>
              <a:ext cx="10" cy="17"/>
            </a:xfrm>
            <a:custGeom>
              <a:avLst/>
              <a:gdLst>
                <a:gd name="T0" fmla="*/ 40 w 5"/>
                <a:gd name="T1" fmla="*/ 0 h 8"/>
                <a:gd name="T2" fmla="*/ 0 w 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3"/>
                    <a:pt x="0" y="3"/>
                    <a:pt x="0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87" name="Freeform 1353">
              <a:extLst>
                <a:ext uri="{FF2B5EF4-FFF2-40B4-BE49-F238E27FC236}">
                  <a16:creationId xmlns:a16="http://schemas.microsoft.com/office/drawing/2014/main" id="{2494617C-2511-4F6A-BCEB-EDBE6E693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332"/>
              <a:ext cx="18" cy="46"/>
            </a:xfrm>
            <a:custGeom>
              <a:avLst/>
              <a:gdLst>
                <a:gd name="T0" fmla="*/ 0 w 9"/>
                <a:gd name="T1" fmla="*/ 0 h 22"/>
                <a:gd name="T2" fmla="*/ 56 w 9"/>
                <a:gd name="T3" fmla="*/ 92 h 22"/>
                <a:gd name="T4" fmla="*/ 32 w 9"/>
                <a:gd name="T5" fmla="*/ 20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cubicBezTo>
                    <a:pt x="1" y="7"/>
                    <a:pt x="5" y="6"/>
                    <a:pt x="7" y="10"/>
                  </a:cubicBezTo>
                  <a:cubicBezTo>
                    <a:pt x="9" y="14"/>
                    <a:pt x="7" y="20"/>
                    <a:pt x="4" y="2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88" name="Freeform 1354">
              <a:extLst>
                <a:ext uri="{FF2B5EF4-FFF2-40B4-BE49-F238E27FC236}">
                  <a16:creationId xmlns:a16="http://schemas.microsoft.com/office/drawing/2014/main" id="{69CEEF4E-F117-4A8E-A284-CCA485F95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1388"/>
              <a:ext cx="2" cy="15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89" name="Freeform 1355">
              <a:extLst>
                <a:ext uri="{FF2B5EF4-FFF2-40B4-BE49-F238E27FC236}">
                  <a16:creationId xmlns:a16="http://schemas.microsoft.com/office/drawing/2014/main" id="{3D210FE0-8093-4483-85FD-B94AE5485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372"/>
              <a:ext cx="6" cy="6"/>
            </a:xfrm>
            <a:custGeom>
              <a:avLst/>
              <a:gdLst>
                <a:gd name="T0" fmla="*/ 0 w 3"/>
                <a:gd name="T1" fmla="*/ 16 h 3"/>
                <a:gd name="T2" fmla="*/ 24 w 3"/>
                <a:gd name="T3" fmla="*/ 24 h 3"/>
                <a:gd name="T4" fmla="*/ 0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2" y="3"/>
                    <a:pt x="3" y="3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90" name="Freeform 1356">
              <a:extLst>
                <a:ext uri="{FF2B5EF4-FFF2-40B4-BE49-F238E27FC236}">
                  <a16:creationId xmlns:a16="http://schemas.microsoft.com/office/drawing/2014/main" id="{E44FECFF-4770-4E2A-80D8-828CF79C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384"/>
              <a:ext cx="6" cy="8"/>
            </a:xfrm>
            <a:custGeom>
              <a:avLst/>
              <a:gdLst>
                <a:gd name="T0" fmla="*/ 24 w 3"/>
                <a:gd name="T1" fmla="*/ 24 h 4"/>
                <a:gd name="T2" fmla="*/ 24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0"/>
                    <a:pt x="0" y="3"/>
                    <a:pt x="3" y="4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91" name="Freeform 1357">
              <a:extLst>
                <a:ext uri="{FF2B5EF4-FFF2-40B4-BE49-F238E27FC236}">
                  <a16:creationId xmlns:a16="http://schemas.microsoft.com/office/drawing/2014/main" id="{5B68914A-321D-4DE7-9429-733F8B009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335"/>
              <a:ext cx="6" cy="4"/>
            </a:xfrm>
            <a:custGeom>
              <a:avLst/>
              <a:gdLst>
                <a:gd name="T0" fmla="*/ 16 w 3"/>
                <a:gd name="T1" fmla="*/ 0 h 2"/>
                <a:gd name="T2" fmla="*/ 0 w 3"/>
                <a:gd name="T3" fmla="*/ 8 h 2"/>
                <a:gd name="T4" fmla="*/ 24 w 3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2" y="2"/>
                    <a:pt x="3" y="1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92" name="Freeform 1358">
              <a:extLst>
                <a:ext uri="{FF2B5EF4-FFF2-40B4-BE49-F238E27FC236}">
                  <a16:creationId xmlns:a16="http://schemas.microsoft.com/office/drawing/2014/main" id="{C08060A8-90C1-49F2-82AA-101DF3F39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1398"/>
              <a:ext cx="4" cy="5"/>
            </a:xfrm>
            <a:custGeom>
              <a:avLst/>
              <a:gdLst>
                <a:gd name="T0" fmla="*/ 0 w 2"/>
                <a:gd name="T1" fmla="*/ 20 h 2"/>
                <a:gd name="T2" fmla="*/ 16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93" name="Freeform 1359">
              <a:extLst>
                <a:ext uri="{FF2B5EF4-FFF2-40B4-BE49-F238E27FC236}">
                  <a16:creationId xmlns:a16="http://schemas.microsoft.com/office/drawing/2014/main" id="{A3FA9E92-EFC0-412C-8268-E15A91BC6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401"/>
              <a:ext cx="154" cy="96"/>
            </a:xfrm>
            <a:custGeom>
              <a:avLst/>
              <a:gdLst>
                <a:gd name="T0" fmla="*/ 77 w 80"/>
                <a:gd name="T1" fmla="*/ 59 h 47"/>
                <a:gd name="T2" fmla="*/ 56 w 80"/>
                <a:gd name="T3" fmla="*/ 255 h 47"/>
                <a:gd name="T4" fmla="*/ 356 w 80"/>
                <a:gd name="T5" fmla="*/ 392 h 47"/>
                <a:gd name="T6" fmla="*/ 549 w 80"/>
                <a:gd name="T7" fmla="*/ 296 h 47"/>
                <a:gd name="T8" fmla="*/ 77 w 80"/>
                <a:gd name="T9" fmla="*/ 5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7">
                  <a:moveTo>
                    <a:pt x="11" y="7"/>
                  </a:moveTo>
                  <a:cubicBezTo>
                    <a:pt x="0" y="12"/>
                    <a:pt x="0" y="21"/>
                    <a:pt x="8" y="30"/>
                  </a:cubicBezTo>
                  <a:cubicBezTo>
                    <a:pt x="16" y="38"/>
                    <a:pt x="34" y="44"/>
                    <a:pt x="50" y="46"/>
                  </a:cubicBezTo>
                  <a:cubicBezTo>
                    <a:pt x="69" y="47"/>
                    <a:pt x="75" y="42"/>
                    <a:pt x="77" y="35"/>
                  </a:cubicBezTo>
                  <a:cubicBezTo>
                    <a:pt x="80" y="20"/>
                    <a:pt x="34" y="0"/>
                    <a:pt x="11" y="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94" name="Freeform 1360">
              <a:extLst>
                <a:ext uri="{FF2B5EF4-FFF2-40B4-BE49-F238E27FC236}">
                  <a16:creationId xmlns:a16="http://schemas.microsoft.com/office/drawing/2014/main" id="{31FDDBB8-1FEA-4FE8-9EDE-BB4B96F37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405"/>
              <a:ext cx="125" cy="88"/>
            </a:xfrm>
            <a:custGeom>
              <a:avLst/>
              <a:gdLst>
                <a:gd name="T0" fmla="*/ 0 w 65"/>
                <a:gd name="T1" fmla="*/ 41 h 43"/>
                <a:gd name="T2" fmla="*/ 425 w 65"/>
                <a:gd name="T3" fmla="*/ 284 h 43"/>
                <a:gd name="T4" fmla="*/ 348 w 65"/>
                <a:gd name="T5" fmla="*/ 368 h 43"/>
                <a:gd name="T6" fmla="*/ 440 w 65"/>
                <a:gd name="T7" fmla="*/ 272 h 43"/>
                <a:gd name="T8" fmla="*/ 0 w 65"/>
                <a:gd name="T9" fmla="*/ 4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3">
                  <a:moveTo>
                    <a:pt x="0" y="5"/>
                  </a:moveTo>
                  <a:cubicBezTo>
                    <a:pt x="23" y="1"/>
                    <a:pt x="63" y="19"/>
                    <a:pt x="60" y="33"/>
                  </a:cubicBezTo>
                  <a:cubicBezTo>
                    <a:pt x="59" y="37"/>
                    <a:pt x="56" y="41"/>
                    <a:pt x="49" y="43"/>
                  </a:cubicBezTo>
                  <a:cubicBezTo>
                    <a:pt x="57" y="41"/>
                    <a:pt x="61" y="37"/>
                    <a:pt x="62" y="32"/>
                  </a:cubicBezTo>
                  <a:cubicBezTo>
                    <a:pt x="65" y="19"/>
                    <a:pt x="23" y="0"/>
                    <a:pt x="0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95" name="Freeform 1361">
              <a:extLst>
                <a:ext uri="{FF2B5EF4-FFF2-40B4-BE49-F238E27FC236}">
                  <a16:creationId xmlns:a16="http://schemas.microsoft.com/office/drawing/2014/main" id="{622B9E57-129C-458E-8F41-FE1653245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1421"/>
              <a:ext cx="92" cy="72"/>
            </a:xfrm>
            <a:custGeom>
              <a:avLst/>
              <a:gdLst>
                <a:gd name="T0" fmla="*/ 337 w 48"/>
                <a:gd name="T1" fmla="*/ 304 h 35"/>
                <a:gd name="T2" fmla="*/ 77 w 48"/>
                <a:gd name="T3" fmla="*/ 156 h 35"/>
                <a:gd name="T4" fmla="*/ 56 w 48"/>
                <a:gd name="T5" fmla="*/ 0 h 35"/>
                <a:gd name="T6" fmla="*/ 56 w 48"/>
                <a:gd name="T7" fmla="*/ 173 h 35"/>
                <a:gd name="T8" fmla="*/ 337 w 48"/>
                <a:gd name="T9" fmla="*/ 304 h 35"/>
                <a:gd name="T10" fmla="*/ 337 w 48"/>
                <a:gd name="T11" fmla="*/ 30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48" y="35"/>
                  </a:moveTo>
                  <a:cubicBezTo>
                    <a:pt x="33" y="33"/>
                    <a:pt x="18" y="26"/>
                    <a:pt x="11" y="18"/>
                  </a:cubicBezTo>
                  <a:cubicBezTo>
                    <a:pt x="4" y="12"/>
                    <a:pt x="3" y="5"/>
                    <a:pt x="8" y="0"/>
                  </a:cubicBezTo>
                  <a:cubicBezTo>
                    <a:pt x="0" y="5"/>
                    <a:pt x="2" y="12"/>
                    <a:pt x="8" y="20"/>
                  </a:cubicBezTo>
                  <a:cubicBezTo>
                    <a:pt x="16" y="28"/>
                    <a:pt x="33" y="33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96" name="Freeform 1362">
              <a:extLst>
                <a:ext uri="{FF2B5EF4-FFF2-40B4-BE49-F238E27FC236}">
                  <a16:creationId xmlns:a16="http://schemas.microsoft.com/office/drawing/2014/main" id="{61A69BA8-27BF-4AD1-973C-612CA9387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423"/>
              <a:ext cx="104" cy="58"/>
            </a:xfrm>
            <a:custGeom>
              <a:avLst/>
              <a:gdLst>
                <a:gd name="T0" fmla="*/ 356 w 54"/>
                <a:gd name="T1" fmla="*/ 176 h 28"/>
                <a:gd name="T2" fmla="*/ 100 w 54"/>
                <a:gd name="T3" fmla="*/ 160 h 28"/>
                <a:gd name="T4" fmla="*/ 77 w 54"/>
                <a:gd name="T5" fmla="*/ 17 h 28"/>
                <a:gd name="T6" fmla="*/ 356 w 54"/>
                <a:gd name="T7" fmla="*/ 17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8">
                  <a:moveTo>
                    <a:pt x="50" y="20"/>
                  </a:moveTo>
                  <a:cubicBezTo>
                    <a:pt x="46" y="28"/>
                    <a:pt x="25" y="24"/>
                    <a:pt x="14" y="18"/>
                  </a:cubicBezTo>
                  <a:cubicBezTo>
                    <a:pt x="4" y="12"/>
                    <a:pt x="0" y="4"/>
                    <a:pt x="11" y="2"/>
                  </a:cubicBezTo>
                  <a:cubicBezTo>
                    <a:pt x="24" y="0"/>
                    <a:pt x="54" y="12"/>
                    <a:pt x="50" y="2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97" name="Freeform 1363">
              <a:extLst>
                <a:ext uri="{FF2B5EF4-FFF2-40B4-BE49-F238E27FC236}">
                  <a16:creationId xmlns:a16="http://schemas.microsoft.com/office/drawing/2014/main" id="{909CF13C-D498-4F47-946E-873F541FD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431"/>
              <a:ext cx="92" cy="50"/>
            </a:xfrm>
            <a:custGeom>
              <a:avLst/>
              <a:gdLst>
                <a:gd name="T0" fmla="*/ 100 w 48"/>
                <a:gd name="T1" fmla="*/ 108 h 24"/>
                <a:gd name="T2" fmla="*/ 29 w 48"/>
                <a:gd name="T3" fmla="*/ 0 h 24"/>
                <a:gd name="T4" fmla="*/ 84 w 48"/>
                <a:gd name="T5" fmla="*/ 125 h 24"/>
                <a:gd name="T6" fmla="*/ 337 w 48"/>
                <a:gd name="T7" fmla="*/ 144 h 24"/>
                <a:gd name="T8" fmla="*/ 337 w 48"/>
                <a:gd name="T9" fmla="*/ 144 h 24"/>
                <a:gd name="T10" fmla="*/ 100 w 48"/>
                <a:gd name="T11" fmla="*/ 10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4">
                  <a:moveTo>
                    <a:pt x="14" y="12"/>
                  </a:moveTo>
                  <a:cubicBezTo>
                    <a:pt x="7" y="8"/>
                    <a:pt x="3" y="3"/>
                    <a:pt x="4" y="0"/>
                  </a:cubicBezTo>
                  <a:cubicBezTo>
                    <a:pt x="0" y="3"/>
                    <a:pt x="4" y="9"/>
                    <a:pt x="12" y="14"/>
                  </a:cubicBezTo>
                  <a:cubicBezTo>
                    <a:pt x="23" y="20"/>
                    <a:pt x="44" y="24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2" y="21"/>
                    <a:pt x="24" y="17"/>
                    <a:pt x="14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98" name="Freeform 1364">
              <a:extLst>
                <a:ext uri="{FF2B5EF4-FFF2-40B4-BE49-F238E27FC236}">
                  <a16:creationId xmlns:a16="http://schemas.microsoft.com/office/drawing/2014/main" id="{7CB0E78C-2EFB-48D6-9184-389044AB5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427"/>
              <a:ext cx="58" cy="31"/>
            </a:xfrm>
            <a:custGeom>
              <a:avLst/>
              <a:gdLst>
                <a:gd name="T0" fmla="*/ 0 w 30"/>
                <a:gd name="T1" fmla="*/ 0 h 15"/>
                <a:gd name="T2" fmla="*/ 217 w 30"/>
                <a:gd name="T3" fmla="*/ 132 h 15"/>
                <a:gd name="T4" fmla="*/ 0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0"/>
                  </a:moveTo>
                  <a:cubicBezTo>
                    <a:pt x="10" y="2"/>
                    <a:pt x="26" y="8"/>
                    <a:pt x="30" y="15"/>
                  </a:cubicBezTo>
                  <a:cubicBezTo>
                    <a:pt x="28" y="13"/>
                    <a:pt x="14" y="4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99" name="Freeform 1365">
              <a:extLst>
                <a:ext uri="{FF2B5EF4-FFF2-40B4-BE49-F238E27FC236}">
                  <a16:creationId xmlns:a16="http://schemas.microsoft.com/office/drawing/2014/main" id="{E9F1DA34-0F76-4216-A1C9-413F99687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429"/>
              <a:ext cx="48" cy="29"/>
            </a:xfrm>
            <a:custGeom>
              <a:avLst/>
              <a:gdLst>
                <a:gd name="T0" fmla="*/ 0 w 25"/>
                <a:gd name="T1" fmla="*/ 0 h 14"/>
                <a:gd name="T2" fmla="*/ 177 w 25"/>
                <a:gd name="T3" fmla="*/ 124 h 14"/>
                <a:gd name="T4" fmla="*/ 0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7" y="1"/>
                    <a:pt x="23" y="7"/>
                    <a:pt x="25" y="14"/>
                  </a:cubicBezTo>
                  <a:cubicBezTo>
                    <a:pt x="24" y="11"/>
                    <a:pt x="2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00" name="Freeform 1366">
              <a:extLst>
                <a:ext uri="{FF2B5EF4-FFF2-40B4-BE49-F238E27FC236}">
                  <a16:creationId xmlns:a16="http://schemas.microsoft.com/office/drawing/2014/main" id="{2859F2D8-5088-4091-B5DB-59F3B656F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454"/>
              <a:ext cx="64" cy="25"/>
            </a:xfrm>
            <a:custGeom>
              <a:avLst/>
              <a:gdLst>
                <a:gd name="T0" fmla="*/ 0 w 33"/>
                <a:gd name="T1" fmla="*/ 0 h 12"/>
                <a:gd name="T2" fmla="*/ 240 w 33"/>
                <a:gd name="T3" fmla="*/ 92 h 12"/>
                <a:gd name="T4" fmla="*/ 0 w 3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0"/>
                  </a:moveTo>
                  <a:cubicBezTo>
                    <a:pt x="3" y="4"/>
                    <a:pt x="19" y="12"/>
                    <a:pt x="33" y="10"/>
                  </a:cubicBezTo>
                  <a:cubicBezTo>
                    <a:pt x="27" y="10"/>
                    <a:pt x="12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01" name="Freeform 1367">
              <a:extLst>
                <a:ext uri="{FF2B5EF4-FFF2-40B4-BE49-F238E27FC236}">
                  <a16:creationId xmlns:a16="http://schemas.microsoft.com/office/drawing/2014/main" id="{44A5591C-5C2F-4EBC-9CAD-3DD8ABDF2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401"/>
              <a:ext cx="154" cy="96"/>
            </a:xfrm>
            <a:custGeom>
              <a:avLst/>
              <a:gdLst>
                <a:gd name="T0" fmla="*/ 77 w 80"/>
                <a:gd name="T1" fmla="*/ 59 h 47"/>
                <a:gd name="T2" fmla="*/ 56 w 80"/>
                <a:gd name="T3" fmla="*/ 255 h 47"/>
                <a:gd name="T4" fmla="*/ 356 w 80"/>
                <a:gd name="T5" fmla="*/ 392 h 47"/>
                <a:gd name="T6" fmla="*/ 549 w 80"/>
                <a:gd name="T7" fmla="*/ 296 h 47"/>
                <a:gd name="T8" fmla="*/ 77 w 80"/>
                <a:gd name="T9" fmla="*/ 5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7">
                  <a:moveTo>
                    <a:pt x="11" y="7"/>
                  </a:moveTo>
                  <a:cubicBezTo>
                    <a:pt x="0" y="12"/>
                    <a:pt x="0" y="21"/>
                    <a:pt x="8" y="30"/>
                  </a:cubicBezTo>
                  <a:cubicBezTo>
                    <a:pt x="16" y="38"/>
                    <a:pt x="34" y="44"/>
                    <a:pt x="50" y="46"/>
                  </a:cubicBezTo>
                  <a:cubicBezTo>
                    <a:pt x="69" y="47"/>
                    <a:pt x="75" y="42"/>
                    <a:pt x="77" y="35"/>
                  </a:cubicBezTo>
                  <a:cubicBezTo>
                    <a:pt x="80" y="20"/>
                    <a:pt x="34" y="0"/>
                    <a:pt x="11" y="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02" name="Freeform 1368">
              <a:extLst>
                <a:ext uri="{FF2B5EF4-FFF2-40B4-BE49-F238E27FC236}">
                  <a16:creationId xmlns:a16="http://schemas.microsoft.com/office/drawing/2014/main" id="{6D6C5D39-9517-4EF9-9CE5-9F92DC12D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427"/>
              <a:ext cx="90" cy="50"/>
            </a:xfrm>
            <a:custGeom>
              <a:avLst/>
              <a:gdLst>
                <a:gd name="T0" fmla="*/ 8 w 47"/>
                <a:gd name="T1" fmla="*/ 35 h 24"/>
                <a:gd name="T2" fmla="*/ 77 w 47"/>
                <a:gd name="T3" fmla="*/ 144 h 24"/>
                <a:gd name="T4" fmla="*/ 281 w 47"/>
                <a:gd name="T5" fmla="*/ 200 h 24"/>
                <a:gd name="T6" fmla="*/ 329 w 47"/>
                <a:gd name="T7" fmla="*/ 165 h 24"/>
                <a:gd name="T8" fmla="*/ 329 w 47"/>
                <a:gd name="T9" fmla="*/ 165 h 24"/>
                <a:gd name="T10" fmla="*/ 281 w 47"/>
                <a:gd name="T11" fmla="*/ 200 h 24"/>
                <a:gd name="T12" fmla="*/ 84 w 47"/>
                <a:gd name="T13" fmla="*/ 144 h 24"/>
                <a:gd name="T14" fmla="*/ 15 w 47"/>
                <a:gd name="T15" fmla="*/ 44 h 24"/>
                <a:gd name="T16" fmla="*/ 56 w 47"/>
                <a:gd name="T17" fmla="*/ 0 h 24"/>
                <a:gd name="T18" fmla="*/ 56 w 47"/>
                <a:gd name="T19" fmla="*/ 0 h 24"/>
                <a:gd name="T20" fmla="*/ 8 w 47"/>
                <a:gd name="T21" fmla="*/ 35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24">
                  <a:moveTo>
                    <a:pt x="1" y="4"/>
                  </a:moveTo>
                  <a:cubicBezTo>
                    <a:pt x="0" y="8"/>
                    <a:pt x="4" y="12"/>
                    <a:pt x="11" y="16"/>
                  </a:cubicBezTo>
                  <a:cubicBezTo>
                    <a:pt x="19" y="20"/>
                    <a:pt x="31" y="24"/>
                    <a:pt x="40" y="22"/>
                  </a:cubicBezTo>
                  <a:cubicBezTo>
                    <a:pt x="44" y="22"/>
                    <a:pt x="46" y="20"/>
                    <a:pt x="47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6" y="20"/>
                    <a:pt x="43" y="22"/>
                    <a:pt x="40" y="22"/>
                  </a:cubicBezTo>
                  <a:cubicBezTo>
                    <a:pt x="31" y="23"/>
                    <a:pt x="19" y="20"/>
                    <a:pt x="12" y="16"/>
                  </a:cubicBezTo>
                  <a:cubicBezTo>
                    <a:pt x="5" y="12"/>
                    <a:pt x="1" y="8"/>
                    <a:pt x="2" y="5"/>
                  </a:cubicBezTo>
                  <a:cubicBezTo>
                    <a:pt x="2" y="3"/>
                    <a:pt x="4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03" name="Freeform 1369">
              <a:extLst>
                <a:ext uri="{FF2B5EF4-FFF2-40B4-BE49-F238E27FC236}">
                  <a16:creationId xmlns:a16="http://schemas.microsoft.com/office/drawing/2014/main" id="{AB0DD1F1-EDFE-4501-82DC-B244399F5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353"/>
              <a:ext cx="110" cy="101"/>
            </a:xfrm>
            <a:custGeom>
              <a:avLst/>
              <a:gdLst>
                <a:gd name="T0" fmla="*/ 137 w 57"/>
                <a:gd name="T1" fmla="*/ 43 h 49"/>
                <a:gd name="T2" fmla="*/ 23 w 57"/>
                <a:gd name="T3" fmla="*/ 148 h 49"/>
                <a:gd name="T4" fmla="*/ 23 w 57"/>
                <a:gd name="T5" fmla="*/ 297 h 49"/>
                <a:gd name="T6" fmla="*/ 309 w 57"/>
                <a:gd name="T7" fmla="*/ 340 h 49"/>
                <a:gd name="T8" fmla="*/ 340 w 57"/>
                <a:gd name="T9" fmla="*/ 43 h 49"/>
                <a:gd name="T10" fmla="*/ 137 w 57"/>
                <a:gd name="T11" fmla="*/ 4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9">
                  <a:moveTo>
                    <a:pt x="19" y="5"/>
                  </a:moveTo>
                  <a:cubicBezTo>
                    <a:pt x="12" y="8"/>
                    <a:pt x="6" y="10"/>
                    <a:pt x="3" y="17"/>
                  </a:cubicBezTo>
                  <a:cubicBezTo>
                    <a:pt x="1" y="22"/>
                    <a:pt x="0" y="28"/>
                    <a:pt x="3" y="34"/>
                  </a:cubicBezTo>
                  <a:cubicBezTo>
                    <a:pt x="9" y="47"/>
                    <a:pt x="30" y="49"/>
                    <a:pt x="43" y="39"/>
                  </a:cubicBezTo>
                  <a:cubicBezTo>
                    <a:pt x="57" y="28"/>
                    <a:pt x="55" y="11"/>
                    <a:pt x="47" y="5"/>
                  </a:cubicBezTo>
                  <a:cubicBezTo>
                    <a:pt x="38" y="0"/>
                    <a:pt x="33" y="1"/>
                    <a:pt x="19" y="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04" name="Freeform 1370">
              <a:extLst>
                <a:ext uri="{FF2B5EF4-FFF2-40B4-BE49-F238E27FC236}">
                  <a16:creationId xmlns:a16="http://schemas.microsoft.com/office/drawing/2014/main" id="{24BFDE16-1AB1-40CF-8CFD-0543AE138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1359"/>
              <a:ext cx="72" cy="89"/>
            </a:xfrm>
            <a:custGeom>
              <a:avLst/>
              <a:gdLst>
                <a:gd name="T0" fmla="*/ 200 w 37"/>
                <a:gd name="T1" fmla="*/ 25 h 43"/>
                <a:gd name="T2" fmla="*/ 140 w 37"/>
                <a:gd name="T3" fmla="*/ 0 h 43"/>
                <a:gd name="T4" fmla="*/ 185 w 37"/>
                <a:gd name="T5" fmla="*/ 25 h 43"/>
                <a:gd name="T6" fmla="*/ 163 w 37"/>
                <a:gd name="T7" fmla="*/ 308 h 43"/>
                <a:gd name="T8" fmla="*/ 0 w 37"/>
                <a:gd name="T9" fmla="*/ 364 h 43"/>
                <a:gd name="T10" fmla="*/ 177 w 37"/>
                <a:gd name="T11" fmla="*/ 308 h 43"/>
                <a:gd name="T12" fmla="*/ 200 w 37"/>
                <a:gd name="T13" fmla="*/ 2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3">
                  <a:moveTo>
                    <a:pt x="27" y="3"/>
                  </a:moveTo>
                  <a:cubicBezTo>
                    <a:pt x="24" y="1"/>
                    <a:pt x="21" y="0"/>
                    <a:pt x="19" y="0"/>
                  </a:cubicBezTo>
                  <a:cubicBezTo>
                    <a:pt x="21" y="0"/>
                    <a:pt x="23" y="1"/>
                    <a:pt x="25" y="3"/>
                  </a:cubicBezTo>
                  <a:cubicBezTo>
                    <a:pt x="34" y="8"/>
                    <a:pt x="35" y="25"/>
                    <a:pt x="22" y="35"/>
                  </a:cubicBezTo>
                  <a:cubicBezTo>
                    <a:pt x="15" y="40"/>
                    <a:pt x="7" y="42"/>
                    <a:pt x="0" y="41"/>
                  </a:cubicBezTo>
                  <a:cubicBezTo>
                    <a:pt x="7" y="43"/>
                    <a:pt x="17" y="41"/>
                    <a:pt x="24" y="35"/>
                  </a:cubicBezTo>
                  <a:cubicBezTo>
                    <a:pt x="37" y="25"/>
                    <a:pt x="36" y="9"/>
                    <a:pt x="27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05" name="Freeform 1371">
              <a:extLst>
                <a:ext uri="{FF2B5EF4-FFF2-40B4-BE49-F238E27FC236}">
                  <a16:creationId xmlns:a16="http://schemas.microsoft.com/office/drawing/2014/main" id="{82BC7D7B-17DA-4C3F-9A8E-48E856127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357"/>
              <a:ext cx="72" cy="87"/>
            </a:xfrm>
            <a:custGeom>
              <a:avLst/>
              <a:gdLst>
                <a:gd name="T0" fmla="*/ 37 w 37"/>
                <a:gd name="T1" fmla="*/ 284 h 42"/>
                <a:gd name="T2" fmla="*/ 37 w 37"/>
                <a:gd name="T3" fmla="*/ 133 h 42"/>
                <a:gd name="T4" fmla="*/ 148 w 37"/>
                <a:gd name="T5" fmla="*/ 35 h 42"/>
                <a:gd name="T6" fmla="*/ 272 w 37"/>
                <a:gd name="T7" fmla="*/ 8 h 42"/>
                <a:gd name="T8" fmla="*/ 132 w 37"/>
                <a:gd name="T9" fmla="*/ 35 h 42"/>
                <a:gd name="T10" fmla="*/ 23 w 37"/>
                <a:gd name="T11" fmla="*/ 133 h 42"/>
                <a:gd name="T12" fmla="*/ 23 w 37"/>
                <a:gd name="T13" fmla="*/ 276 h 42"/>
                <a:gd name="T14" fmla="*/ 148 w 37"/>
                <a:gd name="T15" fmla="*/ 373 h 42"/>
                <a:gd name="T16" fmla="*/ 37 w 37"/>
                <a:gd name="T17" fmla="*/ 284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2">
                  <a:moveTo>
                    <a:pt x="5" y="32"/>
                  </a:moveTo>
                  <a:cubicBezTo>
                    <a:pt x="2" y="26"/>
                    <a:pt x="3" y="20"/>
                    <a:pt x="5" y="15"/>
                  </a:cubicBezTo>
                  <a:cubicBezTo>
                    <a:pt x="8" y="9"/>
                    <a:pt x="13" y="7"/>
                    <a:pt x="20" y="4"/>
                  </a:cubicBezTo>
                  <a:cubicBezTo>
                    <a:pt x="27" y="2"/>
                    <a:pt x="32" y="1"/>
                    <a:pt x="37" y="1"/>
                  </a:cubicBezTo>
                  <a:cubicBezTo>
                    <a:pt x="32" y="0"/>
                    <a:pt x="27" y="1"/>
                    <a:pt x="18" y="4"/>
                  </a:cubicBezTo>
                  <a:cubicBezTo>
                    <a:pt x="11" y="7"/>
                    <a:pt x="6" y="9"/>
                    <a:pt x="3" y="15"/>
                  </a:cubicBezTo>
                  <a:cubicBezTo>
                    <a:pt x="1" y="20"/>
                    <a:pt x="0" y="26"/>
                    <a:pt x="3" y="31"/>
                  </a:cubicBezTo>
                  <a:cubicBezTo>
                    <a:pt x="6" y="38"/>
                    <a:pt x="13" y="41"/>
                    <a:pt x="20" y="42"/>
                  </a:cubicBezTo>
                  <a:cubicBezTo>
                    <a:pt x="13" y="41"/>
                    <a:pt x="8" y="37"/>
                    <a:pt x="5" y="3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06" name="Freeform 1372">
              <a:extLst>
                <a:ext uri="{FF2B5EF4-FFF2-40B4-BE49-F238E27FC236}">
                  <a16:creationId xmlns:a16="http://schemas.microsoft.com/office/drawing/2014/main" id="{1FD463DA-34A4-4DA8-8248-FE22712D8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374"/>
              <a:ext cx="67" cy="53"/>
            </a:xfrm>
            <a:custGeom>
              <a:avLst/>
              <a:gdLst>
                <a:gd name="T0" fmla="*/ 161 w 35"/>
                <a:gd name="T1" fmla="*/ 8 h 26"/>
                <a:gd name="T2" fmla="*/ 124 w 35"/>
                <a:gd name="T3" fmla="*/ 196 h 26"/>
                <a:gd name="T4" fmla="*/ 8 w 35"/>
                <a:gd name="T5" fmla="*/ 100 h 26"/>
                <a:gd name="T6" fmla="*/ 161 w 35"/>
                <a:gd name="T7" fmla="*/ 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6">
                  <a:moveTo>
                    <a:pt x="23" y="1"/>
                  </a:moveTo>
                  <a:cubicBezTo>
                    <a:pt x="35" y="4"/>
                    <a:pt x="32" y="19"/>
                    <a:pt x="18" y="23"/>
                  </a:cubicBezTo>
                  <a:cubicBezTo>
                    <a:pt x="4" y="26"/>
                    <a:pt x="0" y="17"/>
                    <a:pt x="1" y="12"/>
                  </a:cubicBezTo>
                  <a:cubicBezTo>
                    <a:pt x="3" y="5"/>
                    <a:pt x="16" y="0"/>
                    <a:pt x="23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07" name="Freeform 1373">
              <a:extLst>
                <a:ext uri="{FF2B5EF4-FFF2-40B4-BE49-F238E27FC236}">
                  <a16:creationId xmlns:a16="http://schemas.microsoft.com/office/drawing/2014/main" id="{3E97359C-0A63-4039-86F7-0AD0A4CE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382"/>
              <a:ext cx="62" cy="43"/>
            </a:xfrm>
            <a:custGeom>
              <a:avLst/>
              <a:gdLst>
                <a:gd name="T0" fmla="*/ 196 w 32"/>
                <a:gd name="T1" fmla="*/ 0 h 21"/>
                <a:gd name="T2" fmla="*/ 109 w 32"/>
                <a:gd name="T3" fmla="*/ 147 h 21"/>
                <a:gd name="T4" fmla="*/ 0 w 32"/>
                <a:gd name="T5" fmla="*/ 121 h 21"/>
                <a:gd name="T6" fmla="*/ 116 w 32"/>
                <a:gd name="T7" fmla="*/ 164 h 21"/>
                <a:gd name="T8" fmla="*/ 196 w 3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27" y="0"/>
                  </a:moveTo>
                  <a:cubicBezTo>
                    <a:pt x="29" y="6"/>
                    <a:pt x="25" y="14"/>
                    <a:pt x="15" y="17"/>
                  </a:cubicBezTo>
                  <a:cubicBezTo>
                    <a:pt x="7" y="19"/>
                    <a:pt x="2" y="17"/>
                    <a:pt x="0" y="14"/>
                  </a:cubicBezTo>
                  <a:cubicBezTo>
                    <a:pt x="2" y="18"/>
                    <a:pt x="7" y="21"/>
                    <a:pt x="16" y="19"/>
                  </a:cubicBezTo>
                  <a:cubicBezTo>
                    <a:pt x="27" y="15"/>
                    <a:pt x="32" y="6"/>
                    <a:pt x="2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08" name="Freeform 1374">
              <a:extLst>
                <a:ext uri="{FF2B5EF4-FFF2-40B4-BE49-F238E27FC236}">
                  <a16:creationId xmlns:a16="http://schemas.microsoft.com/office/drawing/2014/main" id="{121E5B2E-8C58-41A3-9FA8-6744CCA05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376"/>
              <a:ext cx="29" cy="14"/>
            </a:xfrm>
            <a:custGeom>
              <a:avLst/>
              <a:gdLst>
                <a:gd name="T0" fmla="*/ 108 w 15"/>
                <a:gd name="T1" fmla="*/ 0 h 7"/>
                <a:gd name="T2" fmla="*/ 0 w 15"/>
                <a:gd name="T3" fmla="*/ 56 h 7"/>
                <a:gd name="T4" fmla="*/ 108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10" y="0"/>
                    <a:pt x="2" y="4"/>
                    <a:pt x="0" y="7"/>
                  </a:cubicBezTo>
                  <a:cubicBezTo>
                    <a:pt x="3" y="5"/>
                    <a:pt x="10" y="1"/>
                    <a:pt x="15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09" name="Freeform 1375">
              <a:extLst>
                <a:ext uri="{FF2B5EF4-FFF2-40B4-BE49-F238E27FC236}">
                  <a16:creationId xmlns:a16="http://schemas.microsoft.com/office/drawing/2014/main" id="{930FF6D1-D0D8-4108-ACFA-7E74D2C0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396"/>
              <a:ext cx="43" cy="33"/>
            </a:xfrm>
            <a:custGeom>
              <a:avLst/>
              <a:gdLst>
                <a:gd name="T0" fmla="*/ 0 w 22"/>
                <a:gd name="T1" fmla="*/ 116 h 16"/>
                <a:gd name="T2" fmla="*/ 164 w 22"/>
                <a:gd name="T3" fmla="*/ 0 h 16"/>
                <a:gd name="T4" fmla="*/ 0 w 22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13"/>
                  </a:moveTo>
                  <a:cubicBezTo>
                    <a:pt x="4" y="14"/>
                    <a:pt x="20" y="11"/>
                    <a:pt x="22" y="0"/>
                  </a:cubicBezTo>
                  <a:cubicBezTo>
                    <a:pt x="22" y="5"/>
                    <a:pt x="14" y="16"/>
                    <a:pt x="0" y="13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10" name="Freeform 1376">
              <a:extLst>
                <a:ext uri="{FF2B5EF4-FFF2-40B4-BE49-F238E27FC236}">
                  <a16:creationId xmlns:a16="http://schemas.microsoft.com/office/drawing/2014/main" id="{D776C57D-ECE7-4603-9678-E2F4A525E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353"/>
              <a:ext cx="110" cy="101"/>
            </a:xfrm>
            <a:custGeom>
              <a:avLst/>
              <a:gdLst>
                <a:gd name="T0" fmla="*/ 137 w 57"/>
                <a:gd name="T1" fmla="*/ 43 h 49"/>
                <a:gd name="T2" fmla="*/ 23 w 57"/>
                <a:gd name="T3" fmla="*/ 148 h 49"/>
                <a:gd name="T4" fmla="*/ 23 w 57"/>
                <a:gd name="T5" fmla="*/ 297 h 49"/>
                <a:gd name="T6" fmla="*/ 309 w 57"/>
                <a:gd name="T7" fmla="*/ 340 h 49"/>
                <a:gd name="T8" fmla="*/ 340 w 57"/>
                <a:gd name="T9" fmla="*/ 43 h 49"/>
                <a:gd name="T10" fmla="*/ 137 w 57"/>
                <a:gd name="T11" fmla="*/ 4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9">
                  <a:moveTo>
                    <a:pt x="19" y="5"/>
                  </a:moveTo>
                  <a:cubicBezTo>
                    <a:pt x="12" y="8"/>
                    <a:pt x="6" y="10"/>
                    <a:pt x="3" y="17"/>
                  </a:cubicBezTo>
                  <a:cubicBezTo>
                    <a:pt x="1" y="22"/>
                    <a:pt x="0" y="28"/>
                    <a:pt x="3" y="34"/>
                  </a:cubicBezTo>
                  <a:cubicBezTo>
                    <a:pt x="9" y="47"/>
                    <a:pt x="30" y="49"/>
                    <a:pt x="43" y="39"/>
                  </a:cubicBezTo>
                  <a:cubicBezTo>
                    <a:pt x="57" y="28"/>
                    <a:pt x="55" y="11"/>
                    <a:pt x="47" y="5"/>
                  </a:cubicBezTo>
                  <a:cubicBezTo>
                    <a:pt x="38" y="0"/>
                    <a:pt x="33" y="1"/>
                    <a:pt x="19" y="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11" name="Freeform 1377">
              <a:extLst>
                <a:ext uri="{FF2B5EF4-FFF2-40B4-BE49-F238E27FC236}">
                  <a16:creationId xmlns:a16="http://schemas.microsoft.com/office/drawing/2014/main" id="{7A65DD41-A73A-430B-AFF1-5C907BED9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376"/>
              <a:ext cx="60" cy="49"/>
            </a:xfrm>
            <a:custGeom>
              <a:avLst/>
              <a:gdLst>
                <a:gd name="T0" fmla="*/ 168 w 31"/>
                <a:gd name="T1" fmla="*/ 0 h 24"/>
                <a:gd name="T2" fmla="*/ 225 w 31"/>
                <a:gd name="T3" fmla="*/ 67 h 24"/>
                <a:gd name="T4" fmla="*/ 132 w 31"/>
                <a:gd name="T5" fmla="*/ 180 h 24"/>
                <a:gd name="T6" fmla="*/ 29 w 31"/>
                <a:gd name="T7" fmla="*/ 163 h 24"/>
                <a:gd name="T8" fmla="*/ 8 w 31"/>
                <a:gd name="T9" fmla="*/ 92 h 24"/>
                <a:gd name="T10" fmla="*/ 8 w 31"/>
                <a:gd name="T11" fmla="*/ 92 h 24"/>
                <a:gd name="T12" fmla="*/ 23 w 31"/>
                <a:gd name="T13" fmla="*/ 172 h 24"/>
                <a:gd name="T14" fmla="*/ 132 w 31"/>
                <a:gd name="T15" fmla="*/ 188 h 24"/>
                <a:gd name="T16" fmla="*/ 225 w 31"/>
                <a:gd name="T17" fmla="*/ 67 h 24"/>
                <a:gd name="T18" fmla="*/ 168 w 31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4">
                  <a:moveTo>
                    <a:pt x="23" y="0"/>
                  </a:moveTo>
                  <a:cubicBezTo>
                    <a:pt x="28" y="1"/>
                    <a:pt x="30" y="4"/>
                    <a:pt x="31" y="8"/>
                  </a:cubicBezTo>
                  <a:cubicBezTo>
                    <a:pt x="31" y="13"/>
                    <a:pt x="27" y="19"/>
                    <a:pt x="18" y="21"/>
                  </a:cubicBezTo>
                  <a:cubicBezTo>
                    <a:pt x="10" y="24"/>
                    <a:pt x="6" y="21"/>
                    <a:pt x="4" y="19"/>
                  </a:cubicBezTo>
                  <a:cubicBezTo>
                    <a:pt x="1" y="17"/>
                    <a:pt x="0" y="13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7"/>
                    <a:pt x="3" y="20"/>
                  </a:cubicBezTo>
                  <a:cubicBezTo>
                    <a:pt x="6" y="22"/>
                    <a:pt x="10" y="24"/>
                    <a:pt x="18" y="22"/>
                  </a:cubicBezTo>
                  <a:cubicBezTo>
                    <a:pt x="27" y="19"/>
                    <a:pt x="31" y="13"/>
                    <a:pt x="31" y="8"/>
                  </a:cubicBezTo>
                  <a:cubicBezTo>
                    <a:pt x="31" y="4"/>
                    <a:pt x="28" y="1"/>
                    <a:pt x="23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12" name="Freeform 1378">
              <a:extLst>
                <a:ext uri="{FF2B5EF4-FFF2-40B4-BE49-F238E27FC236}">
                  <a16:creationId xmlns:a16="http://schemas.microsoft.com/office/drawing/2014/main" id="{004C5C09-59F6-43F9-9898-739B68439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186"/>
              <a:ext cx="87" cy="78"/>
            </a:xfrm>
            <a:custGeom>
              <a:avLst/>
              <a:gdLst>
                <a:gd name="T0" fmla="*/ 247 w 45"/>
                <a:gd name="T1" fmla="*/ 76 h 38"/>
                <a:gd name="T2" fmla="*/ 317 w 45"/>
                <a:gd name="T3" fmla="*/ 164 h 38"/>
                <a:gd name="T4" fmla="*/ 325 w 45"/>
                <a:gd name="T5" fmla="*/ 197 h 38"/>
                <a:gd name="T6" fmla="*/ 309 w 45"/>
                <a:gd name="T7" fmla="*/ 207 h 38"/>
                <a:gd name="T8" fmla="*/ 269 w 45"/>
                <a:gd name="T9" fmla="*/ 269 h 38"/>
                <a:gd name="T10" fmla="*/ 224 w 45"/>
                <a:gd name="T11" fmla="*/ 269 h 38"/>
                <a:gd name="T12" fmla="*/ 209 w 45"/>
                <a:gd name="T13" fmla="*/ 312 h 38"/>
                <a:gd name="T14" fmla="*/ 164 w 45"/>
                <a:gd name="T15" fmla="*/ 304 h 38"/>
                <a:gd name="T16" fmla="*/ 116 w 45"/>
                <a:gd name="T17" fmla="*/ 287 h 38"/>
                <a:gd name="T18" fmla="*/ 29 w 45"/>
                <a:gd name="T19" fmla="*/ 261 h 38"/>
                <a:gd name="T20" fmla="*/ 23 w 45"/>
                <a:gd name="T21" fmla="*/ 207 h 38"/>
                <a:gd name="T22" fmla="*/ 15 w 45"/>
                <a:gd name="T23" fmla="*/ 156 h 38"/>
                <a:gd name="T24" fmla="*/ 23 w 45"/>
                <a:gd name="T25" fmla="*/ 43 h 38"/>
                <a:gd name="T26" fmla="*/ 124 w 45"/>
                <a:gd name="T27" fmla="*/ 16 h 38"/>
                <a:gd name="T28" fmla="*/ 247 w 45"/>
                <a:gd name="T29" fmla="*/ 76 h 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38">
                  <a:moveTo>
                    <a:pt x="34" y="9"/>
                  </a:moveTo>
                  <a:cubicBezTo>
                    <a:pt x="38" y="9"/>
                    <a:pt x="42" y="16"/>
                    <a:pt x="44" y="19"/>
                  </a:cubicBezTo>
                  <a:cubicBezTo>
                    <a:pt x="44" y="20"/>
                    <a:pt x="45" y="22"/>
                    <a:pt x="45" y="23"/>
                  </a:cubicBezTo>
                  <a:cubicBezTo>
                    <a:pt x="44" y="24"/>
                    <a:pt x="43" y="23"/>
                    <a:pt x="43" y="24"/>
                  </a:cubicBezTo>
                  <a:cubicBezTo>
                    <a:pt x="41" y="27"/>
                    <a:pt x="44" y="32"/>
                    <a:pt x="37" y="31"/>
                  </a:cubicBezTo>
                  <a:cubicBezTo>
                    <a:pt x="35" y="31"/>
                    <a:pt x="33" y="30"/>
                    <a:pt x="31" y="31"/>
                  </a:cubicBezTo>
                  <a:cubicBezTo>
                    <a:pt x="29" y="32"/>
                    <a:pt x="30" y="34"/>
                    <a:pt x="29" y="36"/>
                  </a:cubicBezTo>
                  <a:cubicBezTo>
                    <a:pt x="27" y="38"/>
                    <a:pt x="25" y="36"/>
                    <a:pt x="23" y="35"/>
                  </a:cubicBezTo>
                  <a:cubicBezTo>
                    <a:pt x="19" y="33"/>
                    <a:pt x="19" y="33"/>
                    <a:pt x="16" y="33"/>
                  </a:cubicBezTo>
                  <a:cubicBezTo>
                    <a:pt x="13" y="34"/>
                    <a:pt x="6" y="34"/>
                    <a:pt x="4" y="30"/>
                  </a:cubicBezTo>
                  <a:cubicBezTo>
                    <a:pt x="2" y="28"/>
                    <a:pt x="2" y="26"/>
                    <a:pt x="3" y="24"/>
                  </a:cubicBezTo>
                  <a:cubicBezTo>
                    <a:pt x="4" y="21"/>
                    <a:pt x="4" y="21"/>
                    <a:pt x="2" y="18"/>
                  </a:cubicBezTo>
                  <a:cubicBezTo>
                    <a:pt x="0" y="13"/>
                    <a:pt x="0" y="8"/>
                    <a:pt x="3" y="5"/>
                  </a:cubicBezTo>
                  <a:cubicBezTo>
                    <a:pt x="6" y="3"/>
                    <a:pt x="12" y="0"/>
                    <a:pt x="17" y="2"/>
                  </a:cubicBezTo>
                  <a:cubicBezTo>
                    <a:pt x="22" y="3"/>
                    <a:pt x="30" y="9"/>
                    <a:pt x="34" y="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13" name="Freeform 1379">
              <a:extLst>
                <a:ext uri="{FF2B5EF4-FFF2-40B4-BE49-F238E27FC236}">
                  <a16:creationId xmlns:a16="http://schemas.microsoft.com/office/drawing/2014/main" id="{1E359C79-440C-4D1A-94A7-0F83D95D1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233"/>
              <a:ext cx="29" cy="23"/>
            </a:xfrm>
            <a:custGeom>
              <a:avLst/>
              <a:gdLst>
                <a:gd name="T0" fmla="*/ 8 w 15"/>
                <a:gd name="T1" fmla="*/ 0 h 11"/>
                <a:gd name="T2" fmla="*/ 8 w 15"/>
                <a:gd name="T3" fmla="*/ 56 h 11"/>
                <a:gd name="T4" fmla="*/ 29 w 15"/>
                <a:gd name="T5" fmla="*/ 84 h 11"/>
                <a:gd name="T6" fmla="*/ 108 w 15"/>
                <a:gd name="T7" fmla="*/ 92 h 11"/>
                <a:gd name="T8" fmla="*/ 85 w 15"/>
                <a:gd name="T9" fmla="*/ 75 h 11"/>
                <a:gd name="T10" fmla="*/ 56 w 15"/>
                <a:gd name="T11" fmla="*/ 56 h 11"/>
                <a:gd name="T12" fmla="*/ 29 w 15"/>
                <a:gd name="T13" fmla="*/ 36 h 11"/>
                <a:gd name="T14" fmla="*/ 15 w 15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1">
                  <a:moveTo>
                    <a:pt x="1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3" y="8"/>
                    <a:pt x="4" y="9"/>
                  </a:cubicBezTo>
                  <a:cubicBezTo>
                    <a:pt x="8" y="11"/>
                    <a:pt x="12" y="10"/>
                    <a:pt x="15" y="10"/>
                  </a:cubicBezTo>
                  <a:cubicBezTo>
                    <a:pt x="14" y="9"/>
                    <a:pt x="13" y="9"/>
                    <a:pt x="12" y="8"/>
                  </a:cubicBezTo>
                  <a:cubicBezTo>
                    <a:pt x="10" y="7"/>
                    <a:pt x="9" y="7"/>
                    <a:pt x="8" y="6"/>
                  </a:cubicBezTo>
                  <a:cubicBezTo>
                    <a:pt x="6" y="4"/>
                    <a:pt x="5" y="5"/>
                    <a:pt x="4" y="4"/>
                  </a:cubicBezTo>
                  <a:cubicBezTo>
                    <a:pt x="2" y="4"/>
                    <a:pt x="2" y="2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14" name="Freeform 1380">
              <a:extLst>
                <a:ext uri="{FF2B5EF4-FFF2-40B4-BE49-F238E27FC236}">
                  <a16:creationId xmlns:a16="http://schemas.microsoft.com/office/drawing/2014/main" id="{DC3D4994-8185-4CB4-BD49-30E0BC6D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244"/>
              <a:ext cx="16" cy="18"/>
            </a:xfrm>
            <a:custGeom>
              <a:avLst/>
              <a:gdLst>
                <a:gd name="T0" fmla="*/ 0 w 8"/>
                <a:gd name="T1" fmla="*/ 40 h 9"/>
                <a:gd name="T2" fmla="*/ 56 w 8"/>
                <a:gd name="T3" fmla="*/ 64 h 9"/>
                <a:gd name="T4" fmla="*/ 56 w 8"/>
                <a:gd name="T5" fmla="*/ 32 h 9"/>
                <a:gd name="T6" fmla="*/ 64 w 8"/>
                <a:gd name="T7" fmla="*/ 0 h 9"/>
                <a:gd name="T8" fmla="*/ 48 w 8"/>
                <a:gd name="T9" fmla="*/ 32 h 9"/>
                <a:gd name="T10" fmla="*/ 16 w 8"/>
                <a:gd name="T11" fmla="*/ 4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5"/>
                    <a:pt x="5" y="9"/>
                    <a:pt x="7" y="8"/>
                  </a:cubicBezTo>
                  <a:cubicBezTo>
                    <a:pt x="8" y="7"/>
                    <a:pt x="7" y="5"/>
                    <a:pt x="7" y="4"/>
                  </a:cubicBezTo>
                  <a:cubicBezTo>
                    <a:pt x="7" y="3"/>
                    <a:pt x="8" y="1"/>
                    <a:pt x="8" y="0"/>
                  </a:cubicBezTo>
                  <a:cubicBezTo>
                    <a:pt x="7" y="1"/>
                    <a:pt x="7" y="3"/>
                    <a:pt x="6" y="4"/>
                  </a:cubicBezTo>
                  <a:cubicBezTo>
                    <a:pt x="5" y="6"/>
                    <a:pt x="3" y="5"/>
                    <a:pt x="2" y="5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15" name="Freeform 1381">
              <a:extLst>
                <a:ext uri="{FF2B5EF4-FFF2-40B4-BE49-F238E27FC236}">
                  <a16:creationId xmlns:a16="http://schemas.microsoft.com/office/drawing/2014/main" id="{F02E0529-4AB3-49A4-B8FA-614162C69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238"/>
              <a:ext cx="19" cy="12"/>
            </a:xfrm>
            <a:custGeom>
              <a:avLst/>
              <a:gdLst>
                <a:gd name="T0" fmla="*/ 21 w 10"/>
                <a:gd name="T1" fmla="*/ 16 h 6"/>
                <a:gd name="T2" fmla="*/ 0 w 10"/>
                <a:gd name="T3" fmla="*/ 40 h 6"/>
                <a:gd name="T4" fmla="*/ 48 w 10"/>
                <a:gd name="T5" fmla="*/ 48 h 6"/>
                <a:gd name="T6" fmla="*/ 68 w 10"/>
                <a:gd name="T7" fmla="*/ 0 h 6"/>
                <a:gd name="T8" fmla="*/ 48 w 10"/>
                <a:gd name="T9" fmla="*/ 24 h 6"/>
                <a:gd name="T10" fmla="*/ 21 w 10"/>
                <a:gd name="T11" fmla="*/ 1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3" y="2"/>
                  </a:moveTo>
                  <a:cubicBezTo>
                    <a:pt x="2" y="3"/>
                    <a:pt x="0" y="3"/>
                    <a:pt x="0" y="5"/>
                  </a:cubicBezTo>
                  <a:cubicBezTo>
                    <a:pt x="2" y="3"/>
                    <a:pt x="5" y="6"/>
                    <a:pt x="7" y="6"/>
                  </a:cubicBezTo>
                  <a:cubicBezTo>
                    <a:pt x="10" y="5"/>
                    <a:pt x="10" y="2"/>
                    <a:pt x="10" y="0"/>
                  </a:cubicBezTo>
                  <a:cubicBezTo>
                    <a:pt x="9" y="2"/>
                    <a:pt x="9" y="3"/>
                    <a:pt x="7" y="3"/>
                  </a:cubicBezTo>
                  <a:cubicBezTo>
                    <a:pt x="5" y="3"/>
                    <a:pt x="4" y="1"/>
                    <a:pt x="3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16" name="Freeform 1382">
              <a:extLst>
                <a:ext uri="{FF2B5EF4-FFF2-40B4-BE49-F238E27FC236}">
                  <a16:creationId xmlns:a16="http://schemas.microsoft.com/office/drawing/2014/main" id="{6FDCD6D7-070B-47DE-8B61-09F2A55E0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213"/>
              <a:ext cx="10" cy="31"/>
            </a:xfrm>
            <a:custGeom>
              <a:avLst/>
              <a:gdLst>
                <a:gd name="T0" fmla="*/ 8 w 5"/>
                <a:gd name="T1" fmla="*/ 8 h 15"/>
                <a:gd name="T2" fmla="*/ 40 w 5"/>
                <a:gd name="T3" fmla="*/ 72 h 15"/>
                <a:gd name="T4" fmla="*/ 24 w 5"/>
                <a:gd name="T5" fmla="*/ 89 h 15"/>
                <a:gd name="T6" fmla="*/ 24 w 5"/>
                <a:gd name="T7" fmla="*/ 132 h 15"/>
                <a:gd name="T8" fmla="*/ 24 w 5"/>
                <a:gd name="T9" fmla="*/ 52 h 15"/>
                <a:gd name="T10" fmla="*/ 0 w 5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5">
                  <a:moveTo>
                    <a:pt x="1" y="1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10"/>
                    <a:pt x="4" y="9"/>
                    <a:pt x="3" y="10"/>
                  </a:cubicBezTo>
                  <a:cubicBezTo>
                    <a:pt x="2" y="12"/>
                    <a:pt x="4" y="14"/>
                    <a:pt x="3" y="15"/>
                  </a:cubicBezTo>
                  <a:cubicBezTo>
                    <a:pt x="2" y="12"/>
                    <a:pt x="4" y="9"/>
                    <a:pt x="3" y="6"/>
                  </a:cubicBezTo>
                  <a:cubicBezTo>
                    <a:pt x="3" y="4"/>
                    <a:pt x="1" y="2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17" name="Freeform 1383">
              <a:extLst>
                <a:ext uri="{FF2B5EF4-FFF2-40B4-BE49-F238E27FC236}">
                  <a16:creationId xmlns:a16="http://schemas.microsoft.com/office/drawing/2014/main" id="{5F16B673-2766-4C22-84AB-D43A1E11D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196"/>
              <a:ext cx="29" cy="19"/>
            </a:xfrm>
            <a:custGeom>
              <a:avLst/>
              <a:gdLst>
                <a:gd name="T0" fmla="*/ 15 w 15"/>
                <a:gd name="T1" fmla="*/ 8 h 9"/>
                <a:gd name="T2" fmla="*/ 52 w 15"/>
                <a:gd name="T3" fmla="*/ 68 h 9"/>
                <a:gd name="T4" fmla="*/ 108 w 15"/>
                <a:gd name="T5" fmla="*/ 84 h 9"/>
                <a:gd name="T6" fmla="*/ 56 w 15"/>
                <a:gd name="T7" fmla="*/ 36 h 9"/>
                <a:gd name="T8" fmla="*/ 29 w 15"/>
                <a:gd name="T9" fmla="*/ 8 h 9"/>
                <a:gd name="T10" fmla="*/ 0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2" y="1"/>
                  </a:moveTo>
                  <a:cubicBezTo>
                    <a:pt x="4" y="3"/>
                    <a:pt x="4" y="6"/>
                    <a:pt x="7" y="7"/>
                  </a:cubicBezTo>
                  <a:cubicBezTo>
                    <a:pt x="9" y="9"/>
                    <a:pt x="12" y="9"/>
                    <a:pt x="15" y="9"/>
                  </a:cubicBezTo>
                  <a:cubicBezTo>
                    <a:pt x="11" y="9"/>
                    <a:pt x="10" y="7"/>
                    <a:pt x="8" y="4"/>
                  </a:cubicBezTo>
                  <a:cubicBezTo>
                    <a:pt x="7" y="3"/>
                    <a:pt x="5" y="2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18" name="Freeform 1384">
              <a:extLst>
                <a:ext uri="{FF2B5EF4-FFF2-40B4-BE49-F238E27FC236}">
                  <a16:creationId xmlns:a16="http://schemas.microsoft.com/office/drawing/2014/main" id="{55B2ECB0-50D4-412F-A387-C59B11F1E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248"/>
              <a:ext cx="22" cy="6"/>
            </a:xfrm>
            <a:custGeom>
              <a:avLst/>
              <a:gdLst>
                <a:gd name="T0" fmla="*/ 0 w 11"/>
                <a:gd name="T1" fmla="*/ 0 h 3"/>
                <a:gd name="T2" fmla="*/ 16 w 11"/>
                <a:gd name="T3" fmla="*/ 16 h 3"/>
                <a:gd name="T4" fmla="*/ 40 w 11"/>
                <a:gd name="T5" fmla="*/ 24 h 3"/>
                <a:gd name="T6" fmla="*/ 88 w 11"/>
                <a:gd name="T7" fmla="*/ 24 h 3"/>
                <a:gd name="T8" fmla="*/ 56 w 11"/>
                <a:gd name="T9" fmla="*/ 8 h 3"/>
                <a:gd name="T10" fmla="*/ 0 w 11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3" y="3"/>
                    <a:pt x="4" y="3"/>
                    <a:pt x="5" y="3"/>
                  </a:cubicBezTo>
                  <a:cubicBezTo>
                    <a:pt x="7" y="3"/>
                    <a:pt x="9" y="3"/>
                    <a:pt x="11" y="3"/>
                  </a:cubicBezTo>
                  <a:cubicBezTo>
                    <a:pt x="10" y="1"/>
                    <a:pt x="8" y="1"/>
                    <a:pt x="7" y="1"/>
                  </a:cubicBezTo>
                  <a:cubicBezTo>
                    <a:pt x="5" y="1"/>
                    <a:pt x="2" y="2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19" name="Freeform 1385">
              <a:extLst>
                <a:ext uri="{FF2B5EF4-FFF2-40B4-BE49-F238E27FC236}">
                  <a16:creationId xmlns:a16="http://schemas.microsoft.com/office/drawing/2014/main" id="{C09246D9-B5FF-4DB1-9AB6-E6463910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238"/>
              <a:ext cx="13" cy="10"/>
            </a:xfrm>
            <a:custGeom>
              <a:avLst/>
              <a:gdLst>
                <a:gd name="T0" fmla="*/ 20 w 7"/>
                <a:gd name="T1" fmla="*/ 16 h 5"/>
                <a:gd name="T2" fmla="*/ 0 w 7"/>
                <a:gd name="T3" fmla="*/ 40 h 5"/>
                <a:gd name="T4" fmla="*/ 45 w 7"/>
                <a:gd name="T5" fmla="*/ 32 h 5"/>
                <a:gd name="T6" fmla="*/ 24 w 7"/>
                <a:gd name="T7" fmla="*/ 24 h 5"/>
                <a:gd name="T8" fmla="*/ 13 w 7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3" y="2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2" y="3"/>
                    <a:pt x="5" y="5"/>
                    <a:pt x="7" y="4"/>
                  </a:cubicBezTo>
                  <a:cubicBezTo>
                    <a:pt x="6" y="4"/>
                    <a:pt x="5" y="4"/>
                    <a:pt x="4" y="3"/>
                  </a:cubicBezTo>
                  <a:cubicBezTo>
                    <a:pt x="3" y="3"/>
                    <a:pt x="3" y="0"/>
                    <a:pt x="2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20" name="Freeform 1386">
              <a:extLst>
                <a:ext uri="{FF2B5EF4-FFF2-40B4-BE49-F238E27FC236}">
                  <a16:creationId xmlns:a16="http://schemas.microsoft.com/office/drawing/2014/main" id="{88DF8C2D-28FB-44B0-B0EC-CFC0360E0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194"/>
              <a:ext cx="15" cy="29"/>
            </a:xfrm>
            <a:custGeom>
              <a:avLst/>
              <a:gdLst>
                <a:gd name="T0" fmla="*/ 53 w 8"/>
                <a:gd name="T1" fmla="*/ 0 h 14"/>
                <a:gd name="T2" fmla="*/ 15 w 8"/>
                <a:gd name="T3" fmla="*/ 44 h 14"/>
                <a:gd name="T4" fmla="*/ 21 w 8"/>
                <a:gd name="T5" fmla="*/ 124 h 14"/>
                <a:gd name="T6" fmla="*/ 28 w 8"/>
                <a:gd name="T7" fmla="*/ 35 h 14"/>
                <a:gd name="T8" fmla="*/ 45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5" y="1"/>
                    <a:pt x="3" y="2"/>
                    <a:pt x="2" y="5"/>
                  </a:cubicBezTo>
                  <a:cubicBezTo>
                    <a:pt x="0" y="8"/>
                    <a:pt x="3" y="11"/>
                    <a:pt x="3" y="14"/>
                  </a:cubicBezTo>
                  <a:cubicBezTo>
                    <a:pt x="2" y="10"/>
                    <a:pt x="1" y="7"/>
                    <a:pt x="4" y="4"/>
                  </a:cubicBezTo>
                  <a:cubicBezTo>
                    <a:pt x="5" y="3"/>
                    <a:pt x="6" y="1"/>
                    <a:pt x="7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21" name="Freeform 1387">
              <a:extLst>
                <a:ext uri="{FF2B5EF4-FFF2-40B4-BE49-F238E27FC236}">
                  <a16:creationId xmlns:a16="http://schemas.microsoft.com/office/drawing/2014/main" id="{C931265F-64D0-4C9C-B6EF-6A1E8BDCA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203"/>
              <a:ext cx="25" cy="20"/>
            </a:xfrm>
            <a:custGeom>
              <a:avLst/>
              <a:gdLst>
                <a:gd name="T0" fmla="*/ 0 w 13"/>
                <a:gd name="T1" fmla="*/ 0 h 10"/>
                <a:gd name="T2" fmla="*/ 29 w 13"/>
                <a:gd name="T3" fmla="*/ 40 h 10"/>
                <a:gd name="T4" fmla="*/ 92 w 13"/>
                <a:gd name="T5" fmla="*/ 64 h 10"/>
                <a:gd name="T6" fmla="*/ 29 w 13"/>
                <a:gd name="T7" fmla="*/ 56 h 10"/>
                <a:gd name="T8" fmla="*/ 0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  <a:cubicBezTo>
                    <a:pt x="7" y="8"/>
                    <a:pt x="10" y="7"/>
                    <a:pt x="13" y="8"/>
                  </a:cubicBezTo>
                  <a:cubicBezTo>
                    <a:pt x="10" y="8"/>
                    <a:pt x="7" y="10"/>
                    <a:pt x="4" y="7"/>
                  </a:cubicBezTo>
                  <a:cubicBezTo>
                    <a:pt x="3" y="5"/>
                    <a:pt x="1" y="2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22" name="Freeform 1388">
              <a:extLst>
                <a:ext uri="{FF2B5EF4-FFF2-40B4-BE49-F238E27FC236}">
                  <a16:creationId xmlns:a16="http://schemas.microsoft.com/office/drawing/2014/main" id="{70064706-FF9A-43DC-9BEC-BBD88BDB9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186"/>
              <a:ext cx="87" cy="78"/>
            </a:xfrm>
            <a:custGeom>
              <a:avLst/>
              <a:gdLst>
                <a:gd name="T0" fmla="*/ 247 w 45"/>
                <a:gd name="T1" fmla="*/ 76 h 38"/>
                <a:gd name="T2" fmla="*/ 317 w 45"/>
                <a:gd name="T3" fmla="*/ 164 h 38"/>
                <a:gd name="T4" fmla="*/ 325 w 45"/>
                <a:gd name="T5" fmla="*/ 197 h 38"/>
                <a:gd name="T6" fmla="*/ 309 w 45"/>
                <a:gd name="T7" fmla="*/ 207 h 38"/>
                <a:gd name="T8" fmla="*/ 269 w 45"/>
                <a:gd name="T9" fmla="*/ 269 h 38"/>
                <a:gd name="T10" fmla="*/ 224 w 45"/>
                <a:gd name="T11" fmla="*/ 269 h 38"/>
                <a:gd name="T12" fmla="*/ 209 w 45"/>
                <a:gd name="T13" fmla="*/ 312 h 38"/>
                <a:gd name="T14" fmla="*/ 164 w 45"/>
                <a:gd name="T15" fmla="*/ 304 h 38"/>
                <a:gd name="T16" fmla="*/ 116 w 45"/>
                <a:gd name="T17" fmla="*/ 287 h 38"/>
                <a:gd name="T18" fmla="*/ 29 w 45"/>
                <a:gd name="T19" fmla="*/ 261 h 38"/>
                <a:gd name="T20" fmla="*/ 23 w 45"/>
                <a:gd name="T21" fmla="*/ 207 h 38"/>
                <a:gd name="T22" fmla="*/ 15 w 45"/>
                <a:gd name="T23" fmla="*/ 156 h 38"/>
                <a:gd name="T24" fmla="*/ 23 w 45"/>
                <a:gd name="T25" fmla="*/ 43 h 38"/>
                <a:gd name="T26" fmla="*/ 124 w 45"/>
                <a:gd name="T27" fmla="*/ 16 h 38"/>
                <a:gd name="T28" fmla="*/ 247 w 45"/>
                <a:gd name="T29" fmla="*/ 76 h 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38">
                  <a:moveTo>
                    <a:pt x="34" y="9"/>
                  </a:moveTo>
                  <a:cubicBezTo>
                    <a:pt x="38" y="9"/>
                    <a:pt x="42" y="16"/>
                    <a:pt x="44" y="19"/>
                  </a:cubicBezTo>
                  <a:cubicBezTo>
                    <a:pt x="44" y="20"/>
                    <a:pt x="45" y="22"/>
                    <a:pt x="45" y="23"/>
                  </a:cubicBezTo>
                  <a:cubicBezTo>
                    <a:pt x="44" y="24"/>
                    <a:pt x="43" y="23"/>
                    <a:pt x="43" y="24"/>
                  </a:cubicBezTo>
                  <a:cubicBezTo>
                    <a:pt x="41" y="27"/>
                    <a:pt x="44" y="32"/>
                    <a:pt x="37" y="31"/>
                  </a:cubicBezTo>
                  <a:cubicBezTo>
                    <a:pt x="35" y="31"/>
                    <a:pt x="33" y="30"/>
                    <a:pt x="31" y="31"/>
                  </a:cubicBezTo>
                  <a:cubicBezTo>
                    <a:pt x="29" y="32"/>
                    <a:pt x="30" y="34"/>
                    <a:pt x="29" y="36"/>
                  </a:cubicBezTo>
                  <a:cubicBezTo>
                    <a:pt x="27" y="38"/>
                    <a:pt x="25" y="36"/>
                    <a:pt x="23" y="35"/>
                  </a:cubicBezTo>
                  <a:cubicBezTo>
                    <a:pt x="19" y="33"/>
                    <a:pt x="19" y="33"/>
                    <a:pt x="16" y="33"/>
                  </a:cubicBezTo>
                  <a:cubicBezTo>
                    <a:pt x="13" y="34"/>
                    <a:pt x="6" y="34"/>
                    <a:pt x="4" y="30"/>
                  </a:cubicBezTo>
                  <a:cubicBezTo>
                    <a:pt x="2" y="28"/>
                    <a:pt x="2" y="26"/>
                    <a:pt x="3" y="24"/>
                  </a:cubicBezTo>
                  <a:cubicBezTo>
                    <a:pt x="4" y="21"/>
                    <a:pt x="4" y="21"/>
                    <a:pt x="2" y="18"/>
                  </a:cubicBezTo>
                  <a:cubicBezTo>
                    <a:pt x="0" y="13"/>
                    <a:pt x="0" y="8"/>
                    <a:pt x="3" y="5"/>
                  </a:cubicBezTo>
                  <a:cubicBezTo>
                    <a:pt x="6" y="3"/>
                    <a:pt x="12" y="0"/>
                    <a:pt x="17" y="2"/>
                  </a:cubicBezTo>
                  <a:cubicBezTo>
                    <a:pt x="22" y="3"/>
                    <a:pt x="30" y="9"/>
                    <a:pt x="34" y="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23" name="Freeform 1389">
              <a:extLst>
                <a:ext uri="{FF2B5EF4-FFF2-40B4-BE49-F238E27FC236}">
                  <a16:creationId xmlns:a16="http://schemas.microsoft.com/office/drawing/2014/main" id="{420C5973-FAA7-4445-9C53-511175F9C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238"/>
              <a:ext cx="7" cy="14"/>
            </a:xfrm>
            <a:custGeom>
              <a:avLst/>
              <a:gdLst>
                <a:gd name="T0" fmla="*/ 21 w 4"/>
                <a:gd name="T1" fmla="*/ 0 h 7"/>
                <a:gd name="T2" fmla="*/ 0 w 4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0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24" name="Freeform 1390">
              <a:extLst>
                <a:ext uri="{FF2B5EF4-FFF2-40B4-BE49-F238E27FC236}">
                  <a16:creationId xmlns:a16="http://schemas.microsoft.com/office/drawing/2014/main" id="{3F3D063E-64CC-47A3-8F23-9C28A97D4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196"/>
              <a:ext cx="35" cy="21"/>
            </a:xfrm>
            <a:custGeom>
              <a:avLst/>
              <a:gdLst>
                <a:gd name="T0" fmla="*/ 132 w 18"/>
                <a:gd name="T1" fmla="*/ 84 h 10"/>
                <a:gd name="T2" fmla="*/ 53 w 18"/>
                <a:gd name="T3" fmla="*/ 67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18" y="9"/>
                  </a:moveTo>
                  <a:cubicBezTo>
                    <a:pt x="14" y="9"/>
                    <a:pt x="11" y="10"/>
                    <a:pt x="7" y="7"/>
                  </a:cubicBezTo>
                  <a:cubicBezTo>
                    <a:pt x="4" y="5"/>
                    <a:pt x="3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25" name="Freeform 1391">
              <a:extLst>
                <a:ext uri="{FF2B5EF4-FFF2-40B4-BE49-F238E27FC236}">
                  <a16:creationId xmlns:a16="http://schemas.microsoft.com/office/drawing/2014/main" id="{A07F5D85-3366-40CF-A18F-D8734ED22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250"/>
              <a:ext cx="11" cy="4"/>
            </a:xfrm>
            <a:custGeom>
              <a:avLst/>
              <a:gdLst>
                <a:gd name="T0" fmla="*/ 37 w 6"/>
                <a:gd name="T1" fmla="*/ 16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26" name="Freeform 1392">
              <a:extLst>
                <a:ext uri="{FF2B5EF4-FFF2-40B4-BE49-F238E27FC236}">
                  <a16:creationId xmlns:a16="http://schemas.microsoft.com/office/drawing/2014/main" id="{B06A9827-0540-4250-932C-A19202314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194"/>
              <a:ext cx="6" cy="6"/>
            </a:xfrm>
            <a:custGeom>
              <a:avLst/>
              <a:gdLst>
                <a:gd name="T0" fmla="*/ 0 w 3"/>
                <a:gd name="T1" fmla="*/ 16 h 3"/>
                <a:gd name="T2" fmla="*/ 16 w 3"/>
                <a:gd name="T3" fmla="*/ 0 h 3"/>
                <a:gd name="T4" fmla="*/ 8 w 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1" y="3"/>
                    <a:pt x="1" y="3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27" name="Freeform 1393">
              <a:extLst>
                <a:ext uri="{FF2B5EF4-FFF2-40B4-BE49-F238E27FC236}">
                  <a16:creationId xmlns:a16="http://schemas.microsoft.com/office/drawing/2014/main" id="{1D16E79D-5255-4D9F-BC31-3CD98A4FD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213"/>
              <a:ext cx="4" cy="6"/>
            </a:xfrm>
            <a:custGeom>
              <a:avLst/>
              <a:gdLst>
                <a:gd name="T0" fmla="*/ 16 w 2"/>
                <a:gd name="T1" fmla="*/ 16 h 3"/>
                <a:gd name="T2" fmla="*/ 16 w 2"/>
                <a:gd name="T3" fmla="*/ 0 h 3"/>
                <a:gd name="T4" fmla="*/ 8 w 2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0" y="0"/>
                    <a:pt x="1" y="2"/>
                    <a:pt x="1" y="3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28" name="Freeform 1394">
              <a:extLst>
                <a:ext uri="{FF2B5EF4-FFF2-40B4-BE49-F238E27FC236}">
                  <a16:creationId xmlns:a16="http://schemas.microsoft.com/office/drawing/2014/main" id="{DFF29005-481D-49A0-8877-CE8AFB78D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238"/>
              <a:ext cx="1" cy="2"/>
            </a:xfrm>
            <a:custGeom>
              <a:avLst/>
              <a:gdLst>
                <a:gd name="T0" fmla="*/ 1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29" name="Freeform 1395">
              <a:extLst>
                <a:ext uri="{FF2B5EF4-FFF2-40B4-BE49-F238E27FC236}">
                  <a16:creationId xmlns:a16="http://schemas.microsoft.com/office/drawing/2014/main" id="{BAD9B0B3-94B7-454D-B218-EC080664B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048"/>
              <a:ext cx="85" cy="68"/>
            </a:xfrm>
            <a:custGeom>
              <a:avLst/>
              <a:gdLst>
                <a:gd name="T0" fmla="*/ 317 w 44"/>
                <a:gd name="T1" fmla="*/ 140 h 33"/>
                <a:gd name="T2" fmla="*/ 224 w 44"/>
                <a:gd name="T3" fmla="*/ 256 h 33"/>
                <a:gd name="T4" fmla="*/ 172 w 44"/>
                <a:gd name="T5" fmla="*/ 256 h 33"/>
                <a:gd name="T6" fmla="*/ 137 w 44"/>
                <a:gd name="T7" fmla="*/ 288 h 33"/>
                <a:gd name="T8" fmla="*/ 93 w 44"/>
                <a:gd name="T9" fmla="*/ 264 h 33"/>
                <a:gd name="T10" fmla="*/ 56 w 44"/>
                <a:gd name="T11" fmla="*/ 220 h 33"/>
                <a:gd name="T12" fmla="*/ 52 w 44"/>
                <a:gd name="T13" fmla="*/ 124 h 33"/>
                <a:gd name="T14" fmla="*/ 85 w 44"/>
                <a:gd name="T15" fmla="*/ 115 h 33"/>
                <a:gd name="T16" fmla="*/ 71 w 44"/>
                <a:gd name="T17" fmla="*/ 97 h 33"/>
                <a:gd name="T18" fmla="*/ 93 w 44"/>
                <a:gd name="T19" fmla="*/ 52 h 33"/>
                <a:gd name="T20" fmla="*/ 116 w 44"/>
                <a:gd name="T21" fmla="*/ 52 h 33"/>
                <a:gd name="T22" fmla="*/ 137 w 44"/>
                <a:gd name="T23" fmla="*/ 33 h 33"/>
                <a:gd name="T24" fmla="*/ 187 w 44"/>
                <a:gd name="T25" fmla="*/ 16 h 33"/>
                <a:gd name="T26" fmla="*/ 216 w 44"/>
                <a:gd name="T27" fmla="*/ 8 h 33"/>
                <a:gd name="T28" fmla="*/ 253 w 44"/>
                <a:gd name="T29" fmla="*/ 0 h 33"/>
                <a:gd name="T30" fmla="*/ 288 w 44"/>
                <a:gd name="T31" fmla="*/ 33 h 33"/>
                <a:gd name="T32" fmla="*/ 317 w 44"/>
                <a:gd name="T33" fmla="*/ 140 h 33"/>
                <a:gd name="T34" fmla="*/ 317 w 44"/>
                <a:gd name="T35" fmla="*/ 140 h 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4" h="33">
                  <a:moveTo>
                    <a:pt x="44" y="16"/>
                  </a:moveTo>
                  <a:cubicBezTo>
                    <a:pt x="43" y="19"/>
                    <a:pt x="38" y="31"/>
                    <a:pt x="31" y="29"/>
                  </a:cubicBezTo>
                  <a:cubicBezTo>
                    <a:pt x="27" y="29"/>
                    <a:pt x="26" y="26"/>
                    <a:pt x="24" y="29"/>
                  </a:cubicBezTo>
                  <a:cubicBezTo>
                    <a:pt x="22" y="31"/>
                    <a:pt x="23" y="32"/>
                    <a:pt x="19" y="33"/>
                  </a:cubicBezTo>
                  <a:cubicBezTo>
                    <a:pt x="16" y="33"/>
                    <a:pt x="15" y="32"/>
                    <a:pt x="13" y="30"/>
                  </a:cubicBezTo>
                  <a:cubicBezTo>
                    <a:pt x="12" y="28"/>
                    <a:pt x="10" y="27"/>
                    <a:pt x="8" y="25"/>
                  </a:cubicBezTo>
                  <a:cubicBezTo>
                    <a:pt x="5" y="23"/>
                    <a:pt x="0" y="16"/>
                    <a:pt x="7" y="14"/>
                  </a:cubicBezTo>
                  <a:cubicBezTo>
                    <a:pt x="9" y="13"/>
                    <a:pt x="11" y="14"/>
                    <a:pt x="12" y="13"/>
                  </a:cubicBezTo>
                  <a:cubicBezTo>
                    <a:pt x="13" y="12"/>
                    <a:pt x="10" y="12"/>
                    <a:pt x="10" y="11"/>
                  </a:cubicBezTo>
                  <a:cubicBezTo>
                    <a:pt x="9" y="9"/>
                    <a:pt x="10" y="7"/>
                    <a:pt x="13" y="6"/>
                  </a:cubicBezTo>
                  <a:cubicBezTo>
                    <a:pt x="15" y="6"/>
                    <a:pt x="15" y="7"/>
                    <a:pt x="16" y="6"/>
                  </a:cubicBezTo>
                  <a:cubicBezTo>
                    <a:pt x="17" y="6"/>
                    <a:pt x="18" y="4"/>
                    <a:pt x="19" y="4"/>
                  </a:cubicBezTo>
                  <a:cubicBezTo>
                    <a:pt x="21" y="1"/>
                    <a:pt x="22" y="2"/>
                    <a:pt x="26" y="2"/>
                  </a:cubicBezTo>
                  <a:cubicBezTo>
                    <a:pt x="28" y="2"/>
                    <a:pt x="27" y="2"/>
                    <a:pt x="30" y="1"/>
                  </a:cubicBezTo>
                  <a:cubicBezTo>
                    <a:pt x="31" y="1"/>
                    <a:pt x="33" y="0"/>
                    <a:pt x="35" y="0"/>
                  </a:cubicBezTo>
                  <a:cubicBezTo>
                    <a:pt x="39" y="0"/>
                    <a:pt x="39" y="2"/>
                    <a:pt x="40" y="4"/>
                  </a:cubicBezTo>
                  <a:cubicBezTo>
                    <a:pt x="41" y="8"/>
                    <a:pt x="44" y="11"/>
                    <a:pt x="44" y="16"/>
                  </a:cubicBezTo>
                  <a:cubicBezTo>
                    <a:pt x="44" y="16"/>
                    <a:pt x="44" y="15"/>
                    <a:pt x="44" y="16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30" name="Freeform 1396">
              <a:extLst>
                <a:ext uri="{FF2B5EF4-FFF2-40B4-BE49-F238E27FC236}">
                  <a16:creationId xmlns:a16="http://schemas.microsoft.com/office/drawing/2014/main" id="{136B220F-1D31-48EA-B1CB-C596A4EEB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1052"/>
              <a:ext cx="31" cy="23"/>
            </a:xfrm>
            <a:custGeom>
              <a:avLst/>
              <a:gdLst>
                <a:gd name="T0" fmla="*/ 116 w 16"/>
                <a:gd name="T1" fmla="*/ 8 h 11"/>
                <a:gd name="T2" fmla="*/ 72 w 16"/>
                <a:gd name="T3" fmla="*/ 17 h 11"/>
                <a:gd name="T4" fmla="*/ 37 w 16"/>
                <a:gd name="T5" fmla="*/ 56 h 11"/>
                <a:gd name="T6" fmla="*/ 0 w 16"/>
                <a:gd name="T7" fmla="*/ 65 h 11"/>
                <a:gd name="T8" fmla="*/ 31 w 16"/>
                <a:gd name="T9" fmla="*/ 100 h 11"/>
                <a:gd name="T10" fmla="*/ 37 w 16"/>
                <a:gd name="T11" fmla="*/ 75 h 11"/>
                <a:gd name="T12" fmla="*/ 79 w 16"/>
                <a:gd name="T13" fmla="*/ 65 h 11"/>
                <a:gd name="T14" fmla="*/ 93 w 16"/>
                <a:gd name="T15" fmla="*/ 36 h 11"/>
                <a:gd name="T16" fmla="*/ 116 w 16"/>
                <a:gd name="T17" fmla="*/ 17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1">
                  <a:moveTo>
                    <a:pt x="16" y="1"/>
                  </a:moveTo>
                  <a:cubicBezTo>
                    <a:pt x="14" y="2"/>
                    <a:pt x="12" y="0"/>
                    <a:pt x="10" y="2"/>
                  </a:cubicBezTo>
                  <a:cubicBezTo>
                    <a:pt x="8" y="3"/>
                    <a:pt x="7" y="5"/>
                    <a:pt x="5" y="6"/>
                  </a:cubicBezTo>
                  <a:cubicBezTo>
                    <a:pt x="2" y="6"/>
                    <a:pt x="1" y="5"/>
                    <a:pt x="0" y="7"/>
                  </a:cubicBezTo>
                  <a:cubicBezTo>
                    <a:pt x="0" y="9"/>
                    <a:pt x="3" y="10"/>
                    <a:pt x="4" y="11"/>
                  </a:cubicBezTo>
                  <a:cubicBezTo>
                    <a:pt x="4" y="10"/>
                    <a:pt x="3" y="9"/>
                    <a:pt x="5" y="8"/>
                  </a:cubicBezTo>
                  <a:cubicBezTo>
                    <a:pt x="7" y="8"/>
                    <a:pt x="9" y="8"/>
                    <a:pt x="11" y="7"/>
                  </a:cubicBezTo>
                  <a:cubicBezTo>
                    <a:pt x="12" y="6"/>
                    <a:pt x="12" y="5"/>
                    <a:pt x="13" y="4"/>
                  </a:cubicBezTo>
                  <a:cubicBezTo>
                    <a:pt x="14" y="3"/>
                    <a:pt x="15" y="2"/>
                    <a:pt x="16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31" name="Freeform 1397">
              <a:extLst>
                <a:ext uri="{FF2B5EF4-FFF2-40B4-BE49-F238E27FC236}">
                  <a16:creationId xmlns:a16="http://schemas.microsoft.com/office/drawing/2014/main" id="{0FBA162D-1A68-4222-9BB6-08BD93C8F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079"/>
              <a:ext cx="33" cy="37"/>
            </a:xfrm>
            <a:custGeom>
              <a:avLst/>
              <a:gdLst>
                <a:gd name="T0" fmla="*/ 23 w 17"/>
                <a:gd name="T1" fmla="*/ 0 h 18"/>
                <a:gd name="T2" fmla="*/ 8 w 17"/>
                <a:gd name="T3" fmla="*/ 43 h 18"/>
                <a:gd name="T4" fmla="*/ 45 w 17"/>
                <a:gd name="T5" fmla="*/ 88 h 18"/>
                <a:gd name="T6" fmla="*/ 64 w 17"/>
                <a:gd name="T7" fmla="*/ 113 h 18"/>
                <a:gd name="T8" fmla="*/ 80 w 17"/>
                <a:gd name="T9" fmla="*/ 140 h 18"/>
                <a:gd name="T10" fmla="*/ 124 w 17"/>
                <a:gd name="T11" fmla="*/ 132 h 18"/>
                <a:gd name="T12" fmla="*/ 87 w 17"/>
                <a:gd name="T13" fmla="*/ 113 h 18"/>
                <a:gd name="T14" fmla="*/ 60 w 17"/>
                <a:gd name="T15" fmla="*/ 68 h 18"/>
                <a:gd name="T16" fmla="*/ 8 w 17"/>
                <a:gd name="T17" fmla="*/ 33 h 18"/>
                <a:gd name="T18" fmla="*/ 16 w 17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8">
                  <a:moveTo>
                    <a:pt x="3" y="0"/>
                  </a:moveTo>
                  <a:cubicBezTo>
                    <a:pt x="0" y="0"/>
                    <a:pt x="0" y="4"/>
                    <a:pt x="1" y="5"/>
                  </a:cubicBezTo>
                  <a:cubicBezTo>
                    <a:pt x="2" y="7"/>
                    <a:pt x="4" y="9"/>
                    <a:pt x="6" y="10"/>
                  </a:cubicBezTo>
                  <a:cubicBezTo>
                    <a:pt x="7" y="11"/>
                    <a:pt x="8" y="12"/>
                    <a:pt x="9" y="13"/>
                  </a:cubicBezTo>
                  <a:cubicBezTo>
                    <a:pt x="10" y="14"/>
                    <a:pt x="10" y="15"/>
                    <a:pt x="11" y="16"/>
                  </a:cubicBezTo>
                  <a:cubicBezTo>
                    <a:pt x="14" y="18"/>
                    <a:pt x="15" y="17"/>
                    <a:pt x="17" y="15"/>
                  </a:cubicBezTo>
                  <a:cubicBezTo>
                    <a:pt x="14" y="17"/>
                    <a:pt x="13" y="14"/>
                    <a:pt x="12" y="13"/>
                  </a:cubicBezTo>
                  <a:cubicBezTo>
                    <a:pt x="10" y="11"/>
                    <a:pt x="10" y="9"/>
                    <a:pt x="8" y="8"/>
                  </a:cubicBezTo>
                  <a:cubicBezTo>
                    <a:pt x="6" y="6"/>
                    <a:pt x="3" y="6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32" name="Freeform 1398">
              <a:extLst>
                <a:ext uri="{FF2B5EF4-FFF2-40B4-BE49-F238E27FC236}">
                  <a16:creationId xmlns:a16="http://schemas.microsoft.com/office/drawing/2014/main" id="{E94F33B4-AADD-4667-BAAB-B456DE889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093"/>
              <a:ext cx="22" cy="17"/>
            </a:xfrm>
            <a:custGeom>
              <a:avLst/>
              <a:gdLst>
                <a:gd name="T0" fmla="*/ 88 w 11"/>
                <a:gd name="T1" fmla="*/ 9 h 8"/>
                <a:gd name="T2" fmla="*/ 0 w 11"/>
                <a:gd name="T3" fmla="*/ 49 h 8"/>
                <a:gd name="T4" fmla="*/ 56 w 11"/>
                <a:gd name="T5" fmla="*/ 40 h 8"/>
                <a:gd name="T6" fmla="*/ 72 w 11"/>
                <a:gd name="T7" fmla="*/ 19 h 8"/>
                <a:gd name="T8" fmla="*/ 88 w 11"/>
                <a:gd name="T9" fmla="*/ 9 h 8"/>
                <a:gd name="T10" fmla="*/ 88 w 11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">
                  <a:moveTo>
                    <a:pt x="11" y="1"/>
                  </a:moveTo>
                  <a:cubicBezTo>
                    <a:pt x="9" y="5"/>
                    <a:pt x="5" y="8"/>
                    <a:pt x="0" y="5"/>
                  </a:cubicBezTo>
                  <a:cubicBezTo>
                    <a:pt x="2" y="6"/>
                    <a:pt x="5" y="6"/>
                    <a:pt x="7" y="4"/>
                  </a:cubicBezTo>
                  <a:cubicBezTo>
                    <a:pt x="8" y="4"/>
                    <a:pt x="8" y="3"/>
                    <a:pt x="9" y="2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1" y="0"/>
                    <a:pt x="1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33" name="Freeform 1399">
              <a:extLst>
                <a:ext uri="{FF2B5EF4-FFF2-40B4-BE49-F238E27FC236}">
                  <a16:creationId xmlns:a16="http://schemas.microsoft.com/office/drawing/2014/main" id="{25008008-9547-46E9-9EE3-ED12194BC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062"/>
              <a:ext cx="23" cy="23"/>
            </a:xfrm>
            <a:custGeom>
              <a:avLst/>
              <a:gdLst>
                <a:gd name="T0" fmla="*/ 77 w 12"/>
                <a:gd name="T1" fmla="*/ 0 h 11"/>
                <a:gd name="T2" fmla="*/ 63 w 12"/>
                <a:gd name="T3" fmla="*/ 65 h 11"/>
                <a:gd name="T4" fmla="*/ 0 w 12"/>
                <a:gd name="T5" fmla="*/ 84 h 11"/>
                <a:gd name="T6" fmla="*/ 63 w 12"/>
                <a:gd name="T7" fmla="*/ 100 h 11"/>
                <a:gd name="T8" fmla="*/ 84 w 12"/>
                <a:gd name="T9" fmla="*/ 65 h 11"/>
                <a:gd name="T10" fmla="*/ 77 w 12"/>
                <a:gd name="T11" fmla="*/ 27 h 11"/>
                <a:gd name="T12" fmla="*/ 77 w 12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11" y="0"/>
                  </a:moveTo>
                  <a:cubicBezTo>
                    <a:pt x="8" y="1"/>
                    <a:pt x="11" y="5"/>
                    <a:pt x="9" y="7"/>
                  </a:cubicBezTo>
                  <a:cubicBezTo>
                    <a:pt x="7" y="8"/>
                    <a:pt x="2" y="9"/>
                    <a:pt x="0" y="9"/>
                  </a:cubicBezTo>
                  <a:cubicBezTo>
                    <a:pt x="3" y="10"/>
                    <a:pt x="6" y="11"/>
                    <a:pt x="9" y="11"/>
                  </a:cubicBezTo>
                  <a:cubicBezTo>
                    <a:pt x="12" y="10"/>
                    <a:pt x="12" y="9"/>
                    <a:pt x="12" y="7"/>
                  </a:cubicBezTo>
                  <a:cubicBezTo>
                    <a:pt x="12" y="6"/>
                    <a:pt x="11" y="5"/>
                    <a:pt x="11" y="3"/>
                  </a:cubicBezTo>
                  <a:cubicBezTo>
                    <a:pt x="11" y="2"/>
                    <a:pt x="10" y="1"/>
                    <a:pt x="1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34" name="Freeform 1400">
              <a:extLst>
                <a:ext uri="{FF2B5EF4-FFF2-40B4-BE49-F238E27FC236}">
                  <a16:creationId xmlns:a16="http://schemas.microsoft.com/office/drawing/2014/main" id="{F7FDC513-55B4-45F0-876E-4FC975D5B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077"/>
              <a:ext cx="14" cy="12"/>
            </a:xfrm>
            <a:custGeom>
              <a:avLst/>
              <a:gdLst>
                <a:gd name="T0" fmla="*/ 48 w 7"/>
                <a:gd name="T1" fmla="*/ 0 h 6"/>
                <a:gd name="T2" fmla="*/ 16 w 7"/>
                <a:gd name="T3" fmla="*/ 48 h 6"/>
                <a:gd name="T4" fmla="*/ 24 w 7"/>
                <a:gd name="T5" fmla="*/ 16 h 6"/>
                <a:gd name="T6" fmla="*/ 56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2" y="0"/>
                    <a:pt x="0" y="4"/>
                    <a:pt x="2" y="6"/>
                  </a:cubicBezTo>
                  <a:cubicBezTo>
                    <a:pt x="2" y="4"/>
                    <a:pt x="1" y="3"/>
                    <a:pt x="3" y="2"/>
                  </a:cubicBezTo>
                  <a:cubicBezTo>
                    <a:pt x="5" y="1"/>
                    <a:pt x="6" y="1"/>
                    <a:pt x="7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35" name="Freeform 1401">
              <a:extLst>
                <a:ext uri="{FF2B5EF4-FFF2-40B4-BE49-F238E27FC236}">
                  <a16:creationId xmlns:a16="http://schemas.microsoft.com/office/drawing/2014/main" id="{319AFCBB-79D1-4C4D-99B4-52C7AD60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054"/>
              <a:ext cx="18" cy="12"/>
            </a:xfrm>
            <a:custGeom>
              <a:avLst/>
              <a:gdLst>
                <a:gd name="T0" fmla="*/ 72 w 9"/>
                <a:gd name="T1" fmla="*/ 0 h 6"/>
                <a:gd name="T2" fmla="*/ 24 w 9"/>
                <a:gd name="T3" fmla="*/ 32 h 6"/>
                <a:gd name="T4" fmla="*/ 0 w 9"/>
                <a:gd name="T5" fmla="*/ 40 h 6"/>
                <a:gd name="T6" fmla="*/ 40 w 9"/>
                <a:gd name="T7" fmla="*/ 40 h 6"/>
                <a:gd name="T8" fmla="*/ 56 w 9"/>
                <a:gd name="T9" fmla="*/ 24 h 6"/>
                <a:gd name="T10" fmla="*/ 72 w 9"/>
                <a:gd name="T11" fmla="*/ 8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7" y="0"/>
                    <a:pt x="5" y="4"/>
                    <a:pt x="3" y="4"/>
                  </a:cubicBezTo>
                  <a:cubicBezTo>
                    <a:pt x="2" y="5"/>
                    <a:pt x="0" y="4"/>
                    <a:pt x="0" y="5"/>
                  </a:cubicBezTo>
                  <a:cubicBezTo>
                    <a:pt x="1" y="5"/>
                    <a:pt x="4" y="6"/>
                    <a:pt x="5" y="5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7" y="2"/>
                    <a:pt x="8" y="1"/>
                    <a:pt x="9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36" name="Freeform 1402">
              <a:extLst>
                <a:ext uri="{FF2B5EF4-FFF2-40B4-BE49-F238E27FC236}">
                  <a16:creationId xmlns:a16="http://schemas.microsoft.com/office/drawing/2014/main" id="{0BB576CD-B7A1-4489-8842-25E12E75E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104"/>
              <a:ext cx="17" cy="6"/>
            </a:xfrm>
            <a:custGeom>
              <a:avLst/>
              <a:gdLst>
                <a:gd name="T0" fmla="*/ 53 w 9"/>
                <a:gd name="T1" fmla="*/ 0 h 3"/>
                <a:gd name="T2" fmla="*/ 0 w 9"/>
                <a:gd name="T3" fmla="*/ 0 h 3"/>
                <a:gd name="T4" fmla="*/ 60 w 9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8" y="0"/>
                  </a:moveTo>
                  <a:cubicBezTo>
                    <a:pt x="7" y="3"/>
                    <a:pt x="1" y="2"/>
                    <a:pt x="0" y="0"/>
                  </a:cubicBezTo>
                  <a:cubicBezTo>
                    <a:pt x="1" y="0"/>
                    <a:pt x="7" y="2"/>
                    <a:pt x="9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37" name="Freeform 1403">
              <a:extLst>
                <a:ext uri="{FF2B5EF4-FFF2-40B4-BE49-F238E27FC236}">
                  <a16:creationId xmlns:a16="http://schemas.microsoft.com/office/drawing/2014/main" id="{4AFD5299-084A-490D-B2D7-DA08B9C04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060"/>
              <a:ext cx="9" cy="29"/>
            </a:xfrm>
            <a:custGeom>
              <a:avLst/>
              <a:gdLst>
                <a:gd name="T0" fmla="*/ 7 w 5"/>
                <a:gd name="T1" fmla="*/ 0 h 14"/>
                <a:gd name="T2" fmla="*/ 23 w 5"/>
                <a:gd name="T3" fmla="*/ 64 h 14"/>
                <a:gd name="T4" fmla="*/ 16 w 5"/>
                <a:gd name="T5" fmla="*/ 124 h 14"/>
                <a:gd name="T6" fmla="*/ 23 w 5"/>
                <a:gd name="T7" fmla="*/ 91 h 14"/>
                <a:gd name="T8" fmla="*/ 13 w 5"/>
                <a:gd name="T9" fmla="*/ 52 h 14"/>
                <a:gd name="T10" fmla="*/ 13 w 5"/>
                <a:gd name="T11" fmla="*/ 35 h 14"/>
                <a:gd name="T12" fmla="*/ 0 w 5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4">
                  <a:moveTo>
                    <a:pt x="1" y="0"/>
                  </a:moveTo>
                  <a:cubicBezTo>
                    <a:pt x="1" y="3"/>
                    <a:pt x="3" y="5"/>
                    <a:pt x="4" y="7"/>
                  </a:cubicBezTo>
                  <a:cubicBezTo>
                    <a:pt x="5" y="9"/>
                    <a:pt x="5" y="13"/>
                    <a:pt x="3" y="14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4" y="9"/>
                    <a:pt x="3" y="8"/>
                    <a:pt x="2" y="6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38" name="Freeform 1404">
              <a:extLst>
                <a:ext uri="{FF2B5EF4-FFF2-40B4-BE49-F238E27FC236}">
                  <a16:creationId xmlns:a16="http://schemas.microsoft.com/office/drawing/2014/main" id="{FF9E8453-82D5-4EE9-8979-AA8ED711D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064"/>
              <a:ext cx="11" cy="15"/>
            </a:xfrm>
            <a:custGeom>
              <a:avLst/>
              <a:gdLst>
                <a:gd name="T0" fmla="*/ 31 w 6"/>
                <a:gd name="T1" fmla="*/ 0 h 7"/>
                <a:gd name="T2" fmla="*/ 0 w 6"/>
                <a:gd name="T3" fmla="*/ 60 h 7"/>
                <a:gd name="T4" fmla="*/ 20 w 6"/>
                <a:gd name="T5" fmla="*/ 41 h 7"/>
                <a:gd name="T6" fmla="*/ 31 w 6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4" y="1"/>
                    <a:pt x="6" y="7"/>
                    <a:pt x="0" y="6"/>
                  </a:cubicBezTo>
                  <a:cubicBezTo>
                    <a:pt x="2" y="6"/>
                    <a:pt x="3" y="5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39" name="Freeform 1405">
              <a:extLst>
                <a:ext uri="{FF2B5EF4-FFF2-40B4-BE49-F238E27FC236}">
                  <a16:creationId xmlns:a16="http://schemas.microsoft.com/office/drawing/2014/main" id="{70479007-BCCC-43C6-83D2-BE73AE55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099"/>
              <a:ext cx="17" cy="9"/>
            </a:xfrm>
            <a:custGeom>
              <a:avLst/>
              <a:gdLst>
                <a:gd name="T0" fmla="*/ 47 w 9"/>
                <a:gd name="T1" fmla="*/ 0 h 4"/>
                <a:gd name="T2" fmla="*/ 28 w 9"/>
                <a:gd name="T3" fmla="*/ 11 h 4"/>
                <a:gd name="T4" fmla="*/ 8 w 9"/>
                <a:gd name="T5" fmla="*/ 36 h 4"/>
                <a:gd name="T6" fmla="*/ 0 w 9"/>
                <a:gd name="T7" fmla="*/ 45 h 4"/>
                <a:gd name="T8" fmla="*/ 21 w 9"/>
                <a:gd name="T9" fmla="*/ 11 h 4"/>
                <a:gd name="T10" fmla="*/ 47 w 9"/>
                <a:gd name="T11" fmla="*/ 0 h 4"/>
                <a:gd name="T12" fmla="*/ 60 w 9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">
                  <a:moveTo>
                    <a:pt x="7" y="0"/>
                  </a:moveTo>
                  <a:cubicBezTo>
                    <a:pt x="6" y="0"/>
                    <a:pt x="5" y="1"/>
                    <a:pt x="4" y="1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1" y="3"/>
                    <a:pt x="1" y="4"/>
                    <a:pt x="0" y="4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7" y="0"/>
                    <a:pt x="8" y="1"/>
                    <a:pt x="9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40" name="Freeform 1406">
              <a:extLst>
                <a:ext uri="{FF2B5EF4-FFF2-40B4-BE49-F238E27FC236}">
                  <a16:creationId xmlns:a16="http://schemas.microsoft.com/office/drawing/2014/main" id="{F0500F5B-07E6-416B-A735-8D4809FBE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048"/>
              <a:ext cx="85" cy="68"/>
            </a:xfrm>
            <a:custGeom>
              <a:avLst/>
              <a:gdLst>
                <a:gd name="T0" fmla="*/ 317 w 44"/>
                <a:gd name="T1" fmla="*/ 140 h 33"/>
                <a:gd name="T2" fmla="*/ 224 w 44"/>
                <a:gd name="T3" fmla="*/ 256 h 33"/>
                <a:gd name="T4" fmla="*/ 172 w 44"/>
                <a:gd name="T5" fmla="*/ 256 h 33"/>
                <a:gd name="T6" fmla="*/ 137 w 44"/>
                <a:gd name="T7" fmla="*/ 288 h 33"/>
                <a:gd name="T8" fmla="*/ 93 w 44"/>
                <a:gd name="T9" fmla="*/ 264 h 33"/>
                <a:gd name="T10" fmla="*/ 56 w 44"/>
                <a:gd name="T11" fmla="*/ 220 h 33"/>
                <a:gd name="T12" fmla="*/ 52 w 44"/>
                <a:gd name="T13" fmla="*/ 124 h 33"/>
                <a:gd name="T14" fmla="*/ 85 w 44"/>
                <a:gd name="T15" fmla="*/ 115 h 33"/>
                <a:gd name="T16" fmla="*/ 71 w 44"/>
                <a:gd name="T17" fmla="*/ 97 h 33"/>
                <a:gd name="T18" fmla="*/ 93 w 44"/>
                <a:gd name="T19" fmla="*/ 52 h 33"/>
                <a:gd name="T20" fmla="*/ 116 w 44"/>
                <a:gd name="T21" fmla="*/ 52 h 33"/>
                <a:gd name="T22" fmla="*/ 137 w 44"/>
                <a:gd name="T23" fmla="*/ 33 h 33"/>
                <a:gd name="T24" fmla="*/ 187 w 44"/>
                <a:gd name="T25" fmla="*/ 16 h 33"/>
                <a:gd name="T26" fmla="*/ 216 w 44"/>
                <a:gd name="T27" fmla="*/ 8 h 33"/>
                <a:gd name="T28" fmla="*/ 253 w 44"/>
                <a:gd name="T29" fmla="*/ 0 h 33"/>
                <a:gd name="T30" fmla="*/ 288 w 44"/>
                <a:gd name="T31" fmla="*/ 33 h 33"/>
                <a:gd name="T32" fmla="*/ 317 w 44"/>
                <a:gd name="T33" fmla="*/ 140 h 33"/>
                <a:gd name="T34" fmla="*/ 317 w 44"/>
                <a:gd name="T35" fmla="*/ 140 h 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4" h="33">
                  <a:moveTo>
                    <a:pt x="44" y="16"/>
                  </a:moveTo>
                  <a:cubicBezTo>
                    <a:pt x="43" y="19"/>
                    <a:pt x="38" y="31"/>
                    <a:pt x="31" y="29"/>
                  </a:cubicBezTo>
                  <a:cubicBezTo>
                    <a:pt x="27" y="29"/>
                    <a:pt x="26" y="26"/>
                    <a:pt x="24" y="29"/>
                  </a:cubicBezTo>
                  <a:cubicBezTo>
                    <a:pt x="22" y="31"/>
                    <a:pt x="23" y="32"/>
                    <a:pt x="19" y="33"/>
                  </a:cubicBezTo>
                  <a:cubicBezTo>
                    <a:pt x="16" y="33"/>
                    <a:pt x="15" y="32"/>
                    <a:pt x="13" y="30"/>
                  </a:cubicBezTo>
                  <a:cubicBezTo>
                    <a:pt x="12" y="28"/>
                    <a:pt x="10" y="27"/>
                    <a:pt x="8" y="25"/>
                  </a:cubicBezTo>
                  <a:cubicBezTo>
                    <a:pt x="5" y="23"/>
                    <a:pt x="0" y="16"/>
                    <a:pt x="7" y="14"/>
                  </a:cubicBezTo>
                  <a:cubicBezTo>
                    <a:pt x="9" y="13"/>
                    <a:pt x="11" y="14"/>
                    <a:pt x="12" y="13"/>
                  </a:cubicBezTo>
                  <a:cubicBezTo>
                    <a:pt x="13" y="12"/>
                    <a:pt x="10" y="12"/>
                    <a:pt x="10" y="11"/>
                  </a:cubicBezTo>
                  <a:cubicBezTo>
                    <a:pt x="9" y="9"/>
                    <a:pt x="10" y="7"/>
                    <a:pt x="13" y="6"/>
                  </a:cubicBezTo>
                  <a:cubicBezTo>
                    <a:pt x="15" y="6"/>
                    <a:pt x="15" y="7"/>
                    <a:pt x="16" y="6"/>
                  </a:cubicBezTo>
                  <a:cubicBezTo>
                    <a:pt x="17" y="6"/>
                    <a:pt x="18" y="4"/>
                    <a:pt x="19" y="4"/>
                  </a:cubicBezTo>
                  <a:cubicBezTo>
                    <a:pt x="21" y="1"/>
                    <a:pt x="22" y="2"/>
                    <a:pt x="26" y="2"/>
                  </a:cubicBezTo>
                  <a:cubicBezTo>
                    <a:pt x="28" y="2"/>
                    <a:pt x="27" y="2"/>
                    <a:pt x="30" y="1"/>
                  </a:cubicBezTo>
                  <a:cubicBezTo>
                    <a:pt x="31" y="1"/>
                    <a:pt x="33" y="0"/>
                    <a:pt x="35" y="0"/>
                  </a:cubicBezTo>
                  <a:cubicBezTo>
                    <a:pt x="39" y="0"/>
                    <a:pt x="39" y="2"/>
                    <a:pt x="40" y="4"/>
                  </a:cubicBezTo>
                  <a:cubicBezTo>
                    <a:pt x="41" y="8"/>
                    <a:pt x="44" y="11"/>
                    <a:pt x="44" y="16"/>
                  </a:cubicBezTo>
                  <a:cubicBezTo>
                    <a:pt x="44" y="16"/>
                    <a:pt x="44" y="15"/>
                    <a:pt x="44" y="1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41" name="Freeform 1407">
              <a:extLst>
                <a:ext uri="{FF2B5EF4-FFF2-40B4-BE49-F238E27FC236}">
                  <a16:creationId xmlns:a16="http://schemas.microsoft.com/office/drawing/2014/main" id="{F386ADE9-EDCA-4776-93B8-3A1DC010F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101"/>
              <a:ext cx="13" cy="5"/>
            </a:xfrm>
            <a:custGeom>
              <a:avLst/>
              <a:gdLst>
                <a:gd name="T0" fmla="*/ 45 w 7"/>
                <a:gd name="T1" fmla="*/ 20 h 2"/>
                <a:gd name="T2" fmla="*/ 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4" y="1"/>
                    <a:pt x="3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42" name="Freeform 1408">
              <a:extLst>
                <a:ext uri="{FF2B5EF4-FFF2-40B4-BE49-F238E27FC236}">
                  <a16:creationId xmlns:a16="http://schemas.microsoft.com/office/drawing/2014/main" id="{AD7CC108-4C1A-485A-8C26-EB9BA881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060"/>
              <a:ext cx="21" cy="23"/>
            </a:xfrm>
            <a:custGeom>
              <a:avLst/>
              <a:gdLst>
                <a:gd name="T0" fmla="*/ 76 w 11"/>
                <a:gd name="T1" fmla="*/ 0 h 11"/>
                <a:gd name="T2" fmla="*/ 61 w 11"/>
                <a:gd name="T3" fmla="*/ 65 h 11"/>
                <a:gd name="T4" fmla="*/ 0 w 11"/>
                <a:gd name="T5" fmla="*/ 9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7" y="3"/>
                    <a:pt x="10" y="4"/>
                    <a:pt x="9" y="7"/>
                  </a:cubicBezTo>
                  <a:cubicBezTo>
                    <a:pt x="8" y="9"/>
                    <a:pt x="3" y="11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43" name="Freeform 1409">
              <a:extLst>
                <a:ext uri="{FF2B5EF4-FFF2-40B4-BE49-F238E27FC236}">
                  <a16:creationId xmlns:a16="http://schemas.microsoft.com/office/drawing/2014/main" id="{8878B246-8625-4B39-BBCB-AB81652D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075"/>
              <a:ext cx="8" cy="6"/>
            </a:xfrm>
            <a:custGeom>
              <a:avLst/>
              <a:gdLst>
                <a:gd name="T0" fmla="*/ 32 w 4"/>
                <a:gd name="T1" fmla="*/ 0 h 3"/>
                <a:gd name="T2" fmla="*/ 0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1"/>
                    <a:pt x="2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44" name="Freeform 1410">
              <a:extLst>
                <a:ext uri="{FF2B5EF4-FFF2-40B4-BE49-F238E27FC236}">
                  <a16:creationId xmlns:a16="http://schemas.microsoft.com/office/drawing/2014/main" id="{B688842D-396C-4435-BF0F-2E6F40E38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079"/>
              <a:ext cx="2" cy="4"/>
            </a:xfrm>
            <a:custGeom>
              <a:avLst/>
              <a:gdLst>
                <a:gd name="T0" fmla="*/ 0 w 1"/>
                <a:gd name="T1" fmla="*/ 8 h 2"/>
                <a:gd name="T2" fmla="*/ 8 w 1"/>
                <a:gd name="T3" fmla="*/ 16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45" name="Freeform 1411">
              <a:extLst>
                <a:ext uri="{FF2B5EF4-FFF2-40B4-BE49-F238E27FC236}">
                  <a16:creationId xmlns:a16="http://schemas.microsoft.com/office/drawing/2014/main" id="{1931A478-51CB-4E8A-ACBE-EB886D60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099"/>
              <a:ext cx="8" cy="5"/>
            </a:xfrm>
            <a:custGeom>
              <a:avLst/>
              <a:gdLst>
                <a:gd name="T0" fmla="*/ 16 w 4"/>
                <a:gd name="T1" fmla="*/ 33 h 2"/>
                <a:gd name="T2" fmla="*/ 16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4" y="1"/>
                    <a:pt x="0" y="0"/>
                    <a:pt x="2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46" name="Freeform 1412">
              <a:extLst>
                <a:ext uri="{FF2B5EF4-FFF2-40B4-BE49-F238E27FC236}">
                  <a16:creationId xmlns:a16="http://schemas.microsoft.com/office/drawing/2014/main" id="{F86708E1-F8C7-4F72-A39C-29734B3CE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060"/>
              <a:ext cx="6" cy="4"/>
            </a:xfrm>
            <a:custGeom>
              <a:avLst/>
              <a:gdLst>
                <a:gd name="T0" fmla="*/ 24 w 3"/>
                <a:gd name="T1" fmla="*/ 8 h 2"/>
                <a:gd name="T2" fmla="*/ 8 w 3"/>
                <a:gd name="T3" fmla="*/ 0 h 2"/>
                <a:gd name="T4" fmla="*/ 24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47" name="Freeform 1413">
              <a:extLst>
                <a:ext uri="{FF2B5EF4-FFF2-40B4-BE49-F238E27FC236}">
                  <a16:creationId xmlns:a16="http://schemas.microsoft.com/office/drawing/2014/main" id="{360D0331-88FD-4F3C-8B1E-B180FE9B6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079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48" name="Freeform 1414">
              <a:extLst>
                <a:ext uri="{FF2B5EF4-FFF2-40B4-BE49-F238E27FC236}">
                  <a16:creationId xmlns:a16="http://schemas.microsoft.com/office/drawing/2014/main" id="{590F4B20-CB3C-4926-A97E-83DB1AA80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1293"/>
              <a:ext cx="193" cy="120"/>
            </a:xfrm>
            <a:custGeom>
              <a:avLst/>
              <a:gdLst>
                <a:gd name="T0" fmla="*/ 179 w 100"/>
                <a:gd name="T1" fmla="*/ 8 h 58"/>
                <a:gd name="T2" fmla="*/ 8 w 100"/>
                <a:gd name="T3" fmla="*/ 213 h 58"/>
                <a:gd name="T4" fmla="*/ 332 w 100"/>
                <a:gd name="T5" fmla="*/ 497 h 58"/>
                <a:gd name="T6" fmla="*/ 689 w 100"/>
                <a:gd name="T7" fmla="*/ 337 h 58"/>
                <a:gd name="T8" fmla="*/ 633 w 100"/>
                <a:gd name="T9" fmla="*/ 132 h 58"/>
                <a:gd name="T10" fmla="*/ 401 w 100"/>
                <a:gd name="T11" fmla="*/ 72 h 58"/>
                <a:gd name="T12" fmla="*/ 179 w 100"/>
                <a:gd name="T13" fmla="*/ 8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58">
                  <a:moveTo>
                    <a:pt x="25" y="1"/>
                  </a:moveTo>
                  <a:cubicBezTo>
                    <a:pt x="12" y="3"/>
                    <a:pt x="3" y="10"/>
                    <a:pt x="1" y="24"/>
                  </a:cubicBezTo>
                  <a:cubicBezTo>
                    <a:pt x="0" y="42"/>
                    <a:pt x="19" y="54"/>
                    <a:pt x="46" y="56"/>
                  </a:cubicBezTo>
                  <a:cubicBezTo>
                    <a:pt x="74" y="58"/>
                    <a:pt x="88" y="56"/>
                    <a:pt x="96" y="38"/>
                  </a:cubicBezTo>
                  <a:cubicBezTo>
                    <a:pt x="100" y="30"/>
                    <a:pt x="97" y="21"/>
                    <a:pt x="88" y="15"/>
                  </a:cubicBezTo>
                  <a:cubicBezTo>
                    <a:pt x="78" y="9"/>
                    <a:pt x="70" y="10"/>
                    <a:pt x="56" y="8"/>
                  </a:cubicBezTo>
                  <a:cubicBezTo>
                    <a:pt x="49" y="7"/>
                    <a:pt x="37" y="0"/>
                    <a:pt x="25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49" name="Freeform 1415">
              <a:extLst>
                <a:ext uri="{FF2B5EF4-FFF2-40B4-BE49-F238E27FC236}">
                  <a16:creationId xmlns:a16="http://schemas.microsoft.com/office/drawing/2014/main" id="{895DF87A-6D8B-47B5-92CB-507B2D369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318"/>
              <a:ext cx="129" cy="56"/>
            </a:xfrm>
            <a:custGeom>
              <a:avLst/>
              <a:gdLst>
                <a:gd name="T0" fmla="*/ 433 w 67"/>
                <a:gd name="T1" fmla="*/ 124 h 27"/>
                <a:gd name="T2" fmla="*/ 200 w 67"/>
                <a:gd name="T3" fmla="*/ 207 h 27"/>
                <a:gd name="T4" fmla="*/ 92 w 67"/>
                <a:gd name="T5" fmla="*/ 17 h 27"/>
                <a:gd name="T6" fmla="*/ 277 w 67"/>
                <a:gd name="T7" fmla="*/ 64 h 27"/>
                <a:gd name="T8" fmla="*/ 433 w 67"/>
                <a:gd name="T9" fmla="*/ 12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7">
                  <a:moveTo>
                    <a:pt x="61" y="14"/>
                  </a:moveTo>
                  <a:cubicBezTo>
                    <a:pt x="67" y="19"/>
                    <a:pt x="55" y="27"/>
                    <a:pt x="28" y="23"/>
                  </a:cubicBezTo>
                  <a:cubicBezTo>
                    <a:pt x="1" y="20"/>
                    <a:pt x="0" y="5"/>
                    <a:pt x="13" y="2"/>
                  </a:cubicBezTo>
                  <a:cubicBezTo>
                    <a:pt x="22" y="0"/>
                    <a:pt x="24" y="3"/>
                    <a:pt x="39" y="7"/>
                  </a:cubicBezTo>
                  <a:cubicBezTo>
                    <a:pt x="53" y="11"/>
                    <a:pt x="56" y="8"/>
                    <a:pt x="61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50" name="Freeform 1416">
              <a:extLst>
                <a:ext uri="{FF2B5EF4-FFF2-40B4-BE49-F238E27FC236}">
                  <a16:creationId xmlns:a16="http://schemas.microsoft.com/office/drawing/2014/main" id="{7229F99C-516B-49F5-BC0B-F7D4BE2F3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324"/>
              <a:ext cx="116" cy="46"/>
            </a:xfrm>
            <a:custGeom>
              <a:avLst/>
              <a:gdLst>
                <a:gd name="T0" fmla="*/ 195 w 60"/>
                <a:gd name="T1" fmla="*/ 184 h 22"/>
                <a:gd name="T2" fmla="*/ 433 w 60"/>
                <a:gd name="T3" fmla="*/ 157 h 22"/>
                <a:gd name="T4" fmla="*/ 209 w 60"/>
                <a:gd name="T5" fmla="*/ 144 h 22"/>
                <a:gd name="T6" fmla="*/ 64 w 60"/>
                <a:gd name="T7" fmla="*/ 0 h 22"/>
                <a:gd name="T8" fmla="*/ 195 w 60"/>
                <a:gd name="T9" fmla="*/ 18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22">
                  <a:moveTo>
                    <a:pt x="27" y="20"/>
                  </a:moveTo>
                  <a:cubicBezTo>
                    <a:pt x="44" y="22"/>
                    <a:pt x="55" y="20"/>
                    <a:pt x="60" y="17"/>
                  </a:cubicBezTo>
                  <a:cubicBezTo>
                    <a:pt x="50" y="20"/>
                    <a:pt x="39" y="18"/>
                    <a:pt x="29" y="16"/>
                  </a:cubicBezTo>
                  <a:cubicBezTo>
                    <a:pt x="22" y="15"/>
                    <a:pt x="1" y="11"/>
                    <a:pt x="9" y="0"/>
                  </a:cubicBezTo>
                  <a:cubicBezTo>
                    <a:pt x="0" y="5"/>
                    <a:pt x="2" y="17"/>
                    <a:pt x="27" y="2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51" name="Freeform 1417">
              <a:extLst>
                <a:ext uri="{FF2B5EF4-FFF2-40B4-BE49-F238E27FC236}">
                  <a16:creationId xmlns:a16="http://schemas.microsoft.com/office/drawing/2014/main" id="{6027C544-5EED-46C2-89F1-0DFB30FDD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1320"/>
              <a:ext cx="83" cy="25"/>
            </a:xfrm>
            <a:custGeom>
              <a:avLst/>
              <a:gdLst>
                <a:gd name="T0" fmla="*/ 156 w 43"/>
                <a:gd name="T1" fmla="*/ 73 h 12"/>
                <a:gd name="T2" fmla="*/ 245 w 43"/>
                <a:gd name="T3" fmla="*/ 92 h 12"/>
                <a:gd name="T4" fmla="*/ 309 w 43"/>
                <a:gd name="T5" fmla="*/ 108 h 12"/>
                <a:gd name="T6" fmla="*/ 156 w 43"/>
                <a:gd name="T7" fmla="*/ 56 h 12"/>
                <a:gd name="T8" fmla="*/ 0 w 43"/>
                <a:gd name="T9" fmla="*/ 0 h 12"/>
                <a:gd name="T10" fmla="*/ 71 w 43"/>
                <a:gd name="T11" fmla="*/ 35 h 12"/>
                <a:gd name="T12" fmla="*/ 156 w 43"/>
                <a:gd name="T13" fmla="*/ 7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2">
                  <a:moveTo>
                    <a:pt x="22" y="8"/>
                  </a:moveTo>
                  <a:cubicBezTo>
                    <a:pt x="26" y="9"/>
                    <a:pt x="29" y="9"/>
                    <a:pt x="34" y="10"/>
                  </a:cubicBezTo>
                  <a:cubicBezTo>
                    <a:pt x="37" y="10"/>
                    <a:pt x="40" y="11"/>
                    <a:pt x="43" y="12"/>
                  </a:cubicBezTo>
                  <a:cubicBezTo>
                    <a:pt x="38" y="8"/>
                    <a:pt x="35" y="10"/>
                    <a:pt x="22" y="6"/>
                  </a:cubicBezTo>
                  <a:cubicBezTo>
                    <a:pt x="10" y="2"/>
                    <a:pt x="6" y="0"/>
                    <a:pt x="0" y="0"/>
                  </a:cubicBezTo>
                  <a:cubicBezTo>
                    <a:pt x="3" y="1"/>
                    <a:pt x="8" y="3"/>
                    <a:pt x="10" y="4"/>
                  </a:cubicBezTo>
                  <a:cubicBezTo>
                    <a:pt x="14" y="6"/>
                    <a:pt x="18" y="7"/>
                    <a:pt x="22" y="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52" name="Freeform 1418">
              <a:extLst>
                <a:ext uri="{FF2B5EF4-FFF2-40B4-BE49-F238E27FC236}">
                  <a16:creationId xmlns:a16="http://schemas.microsoft.com/office/drawing/2014/main" id="{E0CC578D-2BC0-4A16-816D-717C1026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1297"/>
              <a:ext cx="73" cy="71"/>
            </a:xfrm>
            <a:custGeom>
              <a:avLst/>
              <a:gdLst>
                <a:gd name="T0" fmla="*/ 269 w 38"/>
                <a:gd name="T1" fmla="*/ 27 h 34"/>
                <a:gd name="T2" fmla="*/ 48 w 38"/>
                <a:gd name="T3" fmla="*/ 84 h 34"/>
                <a:gd name="T4" fmla="*/ 29 w 38"/>
                <a:gd name="T5" fmla="*/ 309 h 34"/>
                <a:gd name="T6" fmla="*/ 77 w 38"/>
                <a:gd name="T7" fmla="*/ 75 h 34"/>
                <a:gd name="T8" fmla="*/ 269 w 38"/>
                <a:gd name="T9" fmla="*/ 2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4">
                  <a:moveTo>
                    <a:pt x="38" y="3"/>
                  </a:moveTo>
                  <a:cubicBezTo>
                    <a:pt x="31" y="0"/>
                    <a:pt x="14" y="0"/>
                    <a:pt x="7" y="9"/>
                  </a:cubicBezTo>
                  <a:cubicBezTo>
                    <a:pt x="0" y="18"/>
                    <a:pt x="1" y="29"/>
                    <a:pt x="4" y="34"/>
                  </a:cubicBezTo>
                  <a:cubicBezTo>
                    <a:pt x="4" y="31"/>
                    <a:pt x="1" y="16"/>
                    <a:pt x="11" y="8"/>
                  </a:cubicBezTo>
                  <a:cubicBezTo>
                    <a:pt x="21" y="0"/>
                    <a:pt x="33" y="2"/>
                    <a:pt x="38" y="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53" name="Freeform 1419">
              <a:extLst>
                <a:ext uri="{FF2B5EF4-FFF2-40B4-BE49-F238E27FC236}">
                  <a16:creationId xmlns:a16="http://schemas.microsoft.com/office/drawing/2014/main" id="{C9CD287B-96B2-4086-BCD0-1991B36F3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1314"/>
              <a:ext cx="69" cy="29"/>
            </a:xfrm>
            <a:custGeom>
              <a:avLst/>
              <a:gdLst>
                <a:gd name="T0" fmla="*/ 0 w 36"/>
                <a:gd name="T1" fmla="*/ 0 h 14"/>
                <a:gd name="T2" fmla="*/ 253 w 36"/>
                <a:gd name="T3" fmla="*/ 124 h 14"/>
                <a:gd name="T4" fmla="*/ 132 w 36"/>
                <a:gd name="T5" fmla="*/ 35 h 14"/>
                <a:gd name="T6" fmla="*/ 0 w 36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4">
                  <a:moveTo>
                    <a:pt x="0" y="0"/>
                  </a:moveTo>
                  <a:cubicBezTo>
                    <a:pt x="9" y="1"/>
                    <a:pt x="25" y="0"/>
                    <a:pt x="36" y="14"/>
                  </a:cubicBezTo>
                  <a:cubicBezTo>
                    <a:pt x="33" y="11"/>
                    <a:pt x="27" y="7"/>
                    <a:pt x="19" y="4"/>
                  </a:cubicBezTo>
                  <a:cubicBezTo>
                    <a:pt x="13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54" name="Freeform 1420">
              <a:extLst>
                <a:ext uri="{FF2B5EF4-FFF2-40B4-BE49-F238E27FC236}">
                  <a16:creationId xmlns:a16="http://schemas.microsoft.com/office/drawing/2014/main" id="{53C065F1-259F-4185-ADF3-2EAD87F8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1351"/>
              <a:ext cx="105" cy="25"/>
            </a:xfrm>
            <a:custGeom>
              <a:avLst/>
              <a:gdLst>
                <a:gd name="T0" fmla="*/ 0 w 54"/>
                <a:gd name="T1" fmla="*/ 0 h 12"/>
                <a:gd name="T2" fmla="*/ 185 w 54"/>
                <a:gd name="T3" fmla="*/ 73 h 12"/>
                <a:gd name="T4" fmla="*/ 397 w 54"/>
                <a:gd name="T5" fmla="*/ 44 h 12"/>
                <a:gd name="T6" fmla="*/ 177 w 54"/>
                <a:gd name="T7" fmla="*/ 92 h 12"/>
                <a:gd name="T8" fmla="*/ 0 w 54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2">
                  <a:moveTo>
                    <a:pt x="0" y="0"/>
                  </a:moveTo>
                  <a:cubicBezTo>
                    <a:pt x="4" y="4"/>
                    <a:pt x="13" y="7"/>
                    <a:pt x="25" y="8"/>
                  </a:cubicBezTo>
                  <a:cubicBezTo>
                    <a:pt x="39" y="10"/>
                    <a:pt x="48" y="9"/>
                    <a:pt x="54" y="5"/>
                  </a:cubicBezTo>
                  <a:cubicBezTo>
                    <a:pt x="51" y="8"/>
                    <a:pt x="43" y="12"/>
                    <a:pt x="24" y="10"/>
                  </a:cubicBezTo>
                  <a:cubicBezTo>
                    <a:pt x="8" y="8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55" name="Freeform 1421">
              <a:extLst>
                <a:ext uri="{FF2B5EF4-FFF2-40B4-BE49-F238E27FC236}">
                  <a16:creationId xmlns:a16="http://schemas.microsoft.com/office/drawing/2014/main" id="{20E220D4-9686-49F6-BBB2-C5ADCFE97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368"/>
              <a:ext cx="141" cy="47"/>
            </a:xfrm>
            <a:custGeom>
              <a:avLst/>
              <a:gdLst>
                <a:gd name="T0" fmla="*/ 0 w 73"/>
                <a:gd name="T1" fmla="*/ 112 h 23"/>
                <a:gd name="T2" fmla="*/ 409 w 73"/>
                <a:gd name="T3" fmla="*/ 137 h 23"/>
                <a:gd name="T4" fmla="*/ 525 w 73"/>
                <a:gd name="T5" fmla="*/ 0 h 23"/>
                <a:gd name="T6" fmla="*/ 340 w 73"/>
                <a:gd name="T7" fmla="*/ 137 h 23"/>
                <a:gd name="T8" fmla="*/ 0 w 73"/>
                <a:gd name="T9" fmla="*/ 11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23">
                  <a:moveTo>
                    <a:pt x="0" y="13"/>
                  </a:moveTo>
                  <a:cubicBezTo>
                    <a:pt x="8" y="17"/>
                    <a:pt x="41" y="23"/>
                    <a:pt x="57" y="16"/>
                  </a:cubicBezTo>
                  <a:cubicBezTo>
                    <a:pt x="61" y="14"/>
                    <a:pt x="69" y="9"/>
                    <a:pt x="73" y="0"/>
                  </a:cubicBezTo>
                  <a:cubicBezTo>
                    <a:pt x="71" y="2"/>
                    <a:pt x="67" y="12"/>
                    <a:pt x="47" y="16"/>
                  </a:cubicBezTo>
                  <a:cubicBezTo>
                    <a:pt x="28" y="19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56" name="Freeform 1422">
              <a:extLst>
                <a:ext uri="{FF2B5EF4-FFF2-40B4-BE49-F238E27FC236}">
                  <a16:creationId xmlns:a16="http://schemas.microsoft.com/office/drawing/2014/main" id="{B39A51E9-2786-4686-95F0-5547EE49F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1293"/>
              <a:ext cx="193" cy="120"/>
            </a:xfrm>
            <a:custGeom>
              <a:avLst/>
              <a:gdLst>
                <a:gd name="T0" fmla="*/ 179 w 100"/>
                <a:gd name="T1" fmla="*/ 8 h 58"/>
                <a:gd name="T2" fmla="*/ 8 w 100"/>
                <a:gd name="T3" fmla="*/ 213 h 58"/>
                <a:gd name="T4" fmla="*/ 332 w 100"/>
                <a:gd name="T5" fmla="*/ 497 h 58"/>
                <a:gd name="T6" fmla="*/ 689 w 100"/>
                <a:gd name="T7" fmla="*/ 337 h 58"/>
                <a:gd name="T8" fmla="*/ 633 w 100"/>
                <a:gd name="T9" fmla="*/ 132 h 58"/>
                <a:gd name="T10" fmla="*/ 401 w 100"/>
                <a:gd name="T11" fmla="*/ 72 h 58"/>
                <a:gd name="T12" fmla="*/ 179 w 100"/>
                <a:gd name="T13" fmla="*/ 8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58">
                  <a:moveTo>
                    <a:pt x="25" y="1"/>
                  </a:moveTo>
                  <a:cubicBezTo>
                    <a:pt x="12" y="3"/>
                    <a:pt x="3" y="10"/>
                    <a:pt x="1" y="24"/>
                  </a:cubicBezTo>
                  <a:cubicBezTo>
                    <a:pt x="0" y="42"/>
                    <a:pt x="19" y="54"/>
                    <a:pt x="46" y="56"/>
                  </a:cubicBezTo>
                  <a:cubicBezTo>
                    <a:pt x="74" y="58"/>
                    <a:pt x="88" y="56"/>
                    <a:pt x="96" y="38"/>
                  </a:cubicBezTo>
                  <a:cubicBezTo>
                    <a:pt x="100" y="30"/>
                    <a:pt x="97" y="21"/>
                    <a:pt x="88" y="15"/>
                  </a:cubicBezTo>
                  <a:cubicBezTo>
                    <a:pt x="78" y="9"/>
                    <a:pt x="70" y="10"/>
                    <a:pt x="56" y="8"/>
                  </a:cubicBezTo>
                  <a:cubicBezTo>
                    <a:pt x="49" y="7"/>
                    <a:pt x="37" y="0"/>
                    <a:pt x="25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57" name="Freeform 1423">
              <a:extLst>
                <a:ext uri="{FF2B5EF4-FFF2-40B4-BE49-F238E27FC236}">
                  <a16:creationId xmlns:a16="http://schemas.microsoft.com/office/drawing/2014/main" id="{09F14543-1A9C-4669-AE68-E3DE3B904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" y="1322"/>
              <a:ext cx="115" cy="50"/>
            </a:xfrm>
            <a:custGeom>
              <a:avLst/>
              <a:gdLst>
                <a:gd name="T0" fmla="*/ 413 w 59"/>
                <a:gd name="T1" fmla="*/ 108 h 24"/>
                <a:gd name="T2" fmla="*/ 421 w 59"/>
                <a:gd name="T3" fmla="*/ 144 h 24"/>
                <a:gd name="T4" fmla="*/ 172 w 59"/>
                <a:gd name="T5" fmla="*/ 192 h 24"/>
                <a:gd name="T6" fmla="*/ 0 w 59"/>
                <a:gd name="T7" fmla="*/ 73 h 24"/>
                <a:gd name="T8" fmla="*/ 60 w 59"/>
                <a:gd name="T9" fmla="*/ 0 h 24"/>
                <a:gd name="T10" fmla="*/ 60 w 59"/>
                <a:gd name="T11" fmla="*/ 0 h 24"/>
                <a:gd name="T12" fmla="*/ 0 w 59"/>
                <a:gd name="T13" fmla="*/ 73 h 24"/>
                <a:gd name="T14" fmla="*/ 172 w 59"/>
                <a:gd name="T15" fmla="*/ 192 h 24"/>
                <a:gd name="T16" fmla="*/ 429 w 59"/>
                <a:gd name="T17" fmla="*/ 144 h 24"/>
                <a:gd name="T18" fmla="*/ 413 w 59"/>
                <a:gd name="T19" fmla="*/ 10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4">
                  <a:moveTo>
                    <a:pt x="56" y="12"/>
                  </a:moveTo>
                  <a:cubicBezTo>
                    <a:pt x="57" y="13"/>
                    <a:pt x="58" y="14"/>
                    <a:pt x="57" y="16"/>
                  </a:cubicBezTo>
                  <a:cubicBezTo>
                    <a:pt x="56" y="19"/>
                    <a:pt x="45" y="24"/>
                    <a:pt x="23" y="21"/>
                  </a:cubicBezTo>
                  <a:cubicBezTo>
                    <a:pt x="7" y="19"/>
                    <a:pt x="1" y="13"/>
                    <a:pt x="0" y="8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2"/>
                    <a:pt x="0" y="5"/>
                    <a:pt x="0" y="8"/>
                  </a:cubicBezTo>
                  <a:cubicBezTo>
                    <a:pt x="0" y="13"/>
                    <a:pt x="6" y="19"/>
                    <a:pt x="23" y="21"/>
                  </a:cubicBezTo>
                  <a:cubicBezTo>
                    <a:pt x="44" y="24"/>
                    <a:pt x="56" y="21"/>
                    <a:pt x="58" y="16"/>
                  </a:cubicBezTo>
                  <a:cubicBezTo>
                    <a:pt x="59" y="15"/>
                    <a:pt x="58" y="14"/>
                    <a:pt x="56" y="1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58" name="Freeform 1424">
              <a:extLst>
                <a:ext uri="{FF2B5EF4-FFF2-40B4-BE49-F238E27FC236}">
                  <a16:creationId xmlns:a16="http://schemas.microsoft.com/office/drawing/2014/main" id="{7A2DE05F-30ED-44C6-B1E1-8442B0A71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1203"/>
              <a:ext cx="180" cy="146"/>
            </a:xfrm>
            <a:custGeom>
              <a:avLst/>
              <a:gdLst>
                <a:gd name="T0" fmla="*/ 319 w 93"/>
                <a:gd name="T1" fmla="*/ 8 h 71"/>
                <a:gd name="T2" fmla="*/ 161 w 93"/>
                <a:gd name="T3" fmla="*/ 33 h 71"/>
                <a:gd name="T4" fmla="*/ 209 w 93"/>
                <a:gd name="T5" fmla="*/ 496 h 71"/>
                <a:gd name="T6" fmla="*/ 610 w 93"/>
                <a:gd name="T7" fmla="*/ 504 h 71"/>
                <a:gd name="T8" fmla="*/ 617 w 93"/>
                <a:gd name="T9" fmla="*/ 236 h 71"/>
                <a:gd name="T10" fmla="*/ 449 w 93"/>
                <a:gd name="T11" fmla="*/ 97 h 71"/>
                <a:gd name="T12" fmla="*/ 319 w 93"/>
                <a:gd name="T13" fmla="*/ 8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71">
                  <a:moveTo>
                    <a:pt x="44" y="1"/>
                  </a:moveTo>
                  <a:cubicBezTo>
                    <a:pt x="35" y="0"/>
                    <a:pt x="28" y="0"/>
                    <a:pt x="22" y="4"/>
                  </a:cubicBezTo>
                  <a:cubicBezTo>
                    <a:pt x="0" y="17"/>
                    <a:pt x="8" y="43"/>
                    <a:pt x="29" y="57"/>
                  </a:cubicBezTo>
                  <a:cubicBezTo>
                    <a:pt x="51" y="71"/>
                    <a:pt x="76" y="68"/>
                    <a:pt x="84" y="58"/>
                  </a:cubicBezTo>
                  <a:cubicBezTo>
                    <a:pt x="93" y="47"/>
                    <a:pt x="92" y="37"/>
                    <a:pt x="85" y="27"/>
                  </a:cubicBezTo>
                  <a:cubicBezTo>
                    <a:pt x="79" y="19"/>
                    <a:pt x="68" y="14"/>
                    <a:pt x="62" y="11"/>
                  </a:cubicBezTo>
                  <a:cubicBezTo>
                    <a:pt x="56" y="8"/>
                    <a:pt x="49" y="2"/>
                    <a:pt x="44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59" name="Freeform 1425">
              <a:extLst>
                <a:ext uri="{FF2B5EF4-FFF2-40B4-BE49-F238E27FC236}">
                  <a16:creationId xmlns:a16="http://schemas.microsoft.com/office/drawing/2014/main" id="{3076D5D3-1F9D-4DDE-A908-D82835C86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1205"/>
              <a:ext cx="123" cy="113"/>
            </a:xfrm>
            <a:custGeom>
              <a:avLst/>
              <a:gdLst>
                <a:gd name="T0" fmla="*/ 406 w 64"/>
                <a:gd name="T1" fmla="*/ 224 h 55"/>
                <a:gd name="T2" fmla="*/ 248 w 64"/>
                <a:gd name="T3" fmla="*/ 105 h 55"/>
                <a:gd name="T4" fmla="*/ 129 w 64"/>
                <a:gd name="T5" fmla="*/ 16 h 55"/>
                <a:gd name="T6" fmla="*/ 0 w 64"/>
                <a:gd name="T7" fmla="*/ 25 h 55"/>
                <a:gd name="T8" fmla="*/ 108 w 64"/>
                <a:gd name="T9" fmla="*/ 25 h 55"/>
                <a:gd name="T10" fmla="*/ 233 w 64"/>
                <a:gd name="T11" fmla="*/ 113 h 55"/>
                <a:gd name="T12" fmla="*/ 384 w 64"/>
                <a:gd name="T13" fmla="*/ 232 h 55"/>
                <a:gd name="T14" fmla="*/ 392 w 64"/>
                <a:gd name="T15" fmla="*/ 468 h 55"/>
                <a:gd name="T16" fmla="*/ 400 w 64"/>
                <a:gd name="T17" fmla="*/ 468 h 55"/>
                <a:gd name="T18" fmla="*/ 406 w 64"/>
                <a:gd name="T19" fmla="*/ 224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55">
                  <a:moveTo>
                    <a:pt x="57" y="26"/>
                  </a:moveTo>
                  <a:cubicBezTo>
                    <a:pt x="51" y="19"/>
                    <a:pt x="41" y="14"/>
                    <a:pt x="35" y="12"/>
                  </a:cubicBezTo>
                  <a:cubicBezTo>
                    <a:pt x="29" y="8"/>
                    <a:pt x="23" y="3"/>
                    <a:pt x="18" y="2"/>
                  </a:cubicBezTo>
                  <a:cubicBezTo>
                    <a:pt x="11" y="1"/>
                    <a:pt x="5" y="0"/>
                    <a:pt x="0" y="3"/>
                  </a:cubicBezTo>
                  <a:cubicBezTo>
                    <a:pt x="5" y="1"/>
                    <a:pt x="9" y="2"/>
                    <a:pt x="15" y="3"/>
                  </a:cubicBezTo>
                  <a:cubicBezTo>
                    <a:pt x="21" y="4"/>
                    <a:pt x="27" y="10"/>
                    <a:pt x="33" y="13"/>
                  </a:cubicBezTo>
                  <a:cubicBezTo>
                    <a:pt x="38" y="15"/>
                    <a:pt x="49" y="20"/>
                    <a:pt x="54" y="27"/>
                  </a:cubicBezTo>
                  <a:cubicBezTo>
                    <a:pt x="61" y="36"/>
                    <a:pt x="63" y="45"/>
                    <a:pt x="55" y="54"/>
                  </a:cubicBezTo>
                  <a:cubicBezTo>
                    <a:pt x="55" y="55"/>
                    <a:pt x="55" y="55"/>
                    <a:pt x="56" y="54"/>
                  </a:cubicBezTo>
                  <a:cubicBezTo>
                    <a:pt x="64" y="45"/>
                    <a:pt x="63" y="35"/>
                    <a:pt x="57" y="2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60" name="Freeform 1426">
              <a:extLst>
                <a:ext uri="{FF2B5EF4-FFF2-40B4-BE49-F238E27FC236}">
                  <a16:creationId xmlns:a16="http://schemas.microsoft.com/office/drawing/2014/main" id="{2595A212-79EF-43D5-9E73-E2A832B51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1211"/>
              <a:ext cx="143" cy="130"/>
            </a:xfrm>
            <a:custGeom>
              <a:avLst/>
              <a:gdLst>
                <a:gd name="T0" fmla="*/ 216 w 74"/>
                <a:gd name="T1" fmla="*/ 440 h 63"/>
                <a:gd name="T2" fmla="*/ 160 w 74"/>
                <a:gd name="T3" fmla="*/ 0 h 63"/>
                <a:gd name="T4" fmla="*/ 164 w 74"/>
                <a:gd name="T5" fmla="*/ 0 h 63"/>
                <a:gd name="T6" fmla="*/ 145 w 74"/>
                <a:gd name="T7" fmla="*/ 17 h 63"/>
                <a:gd name="T8" fmla="*/ 193 w 74"/>
                <a:gd name="T9" fmla="*/ 456 h 63"/>
                <a:gd name="T10" fmla="*/ 533 w 74"/>
                <a:gd name="T11" fmla="*/ 501 h 63"/>
                <a:gd name="T12" fmla="*/ 216 w 74"/>
                <a:gd name="T13" fmla="*/ 44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63">
                  <a:moveTo>
                    <a:pt x="30" y="50"/>
                  </a:moveTo>
                  <a:cubicBezTo>
                    <a:pt x="10" y="37"/>
                    <a:pt x="2" y="13"/>
                    <a:pt x="22" y="0"/>
                  </a:cubicBezTo>
                  <a:cubicBezTo>
                    <a:pt x="22" y="0"/>
                    <a:pt x="23" y="0"/>
                    <a:pt x="23" y="0"/>
                  </a:cubicBezTo>
                  <a:cubicBezTo>
                    <a:pt x="22" y="0"/>
                    <a:pt x="21" y="1"/>
                    <a:pt x="20" y="2"/>
                  </a:cubicBezTo>
                  <a:cubicBezTo>
                    <a:pt x="0" y="14"/>
                    <a:pt x="8" y="38"/>
                    <a:pt x="27" y="52"/>
                  </a:cubicBezTo>
                  <a:cubicBezTo>
                    <a:pt x="44" y="63"/>
                    <a:pt x="64" y="63"/>
                    <a:pt x="74" y="57"/>
                  </a:cubicBezTo>
                  <a:cubicBezTo>
                    <a:pt x="63" y="61"/>
                    <a:pt x="45" y="61"/>
                    <a:pt x="30" y="5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61" name="Freeform 1427">
              <a:extLst>
                <a:ext uri="{FF2B5EF4-FFF2-40B4-BE49-F238E27FC236}">
                  <a16:creationId xmlns:a16="http://schemas.microsoft.com/office/drawing/2014/main" id="{B7E112A8-9C3A-44C8-A1DF-28C66AAB1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240"/>
              <a:ext cx="96" cy="76"/>
            </a:xfrm>
            <a:custGeom>
              <a:avLst/>
              <a:gdLst>
                <a:gd name="T0" fmla="*/ 332 w 50"/>
                <a:gd name="T1" fmla="*/ 232 h 37"/>
                <a:gd name="T2" fmla="*/ 77 w 50"/>
                <a:gd name="T3" fmla="*/ 181 h 37"/>
                <a:gd name="T4" fmla="*/ 77 w 50"/>
                <a:gd name="T5" fmla="*/ 8 h 37"/>
                <a:gd name="T6" fmla="*/ 240 w 50"/>
                <a:gd name="T7" fmla="*/ 76 h 37"/>
                <a:gd name="T8" fmla="*/ 332 w 50"/>
                <a:gd name="T9" fmla="*/ 23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7">
                  <a:moveTo>
                    <a:pt x="47" y="27"/>
                  </a:moveTo>
                  <a:cubicBezTo>
                    <a:pt x="39" y="37"/>
                    <a:pt x="22" y="31"/>
                    <a:pt x="11" y="21"/>
                  </a:cubicBezTo>
                  <a:cubicBezTo>
                    <a:pt x="0" y="11"/>
                    <a:pt x="3" y="2"/>
                    <a:pt x="11" y="1"/>
                  </a:cubicBezTo>
                  <a:cubicBezTo>
                    <a:pt x="18" y="0"/>
                    <a:pt x="24" y="3"/>
                    <a:pt x="34" y="9"/>
                  </a:cubicBezTo>
                  <a:cubicBezTo>
                    <a:pt x="44" y="15"/>
                    <a:pt x="50" y="22"/>
                    <a:pt x="47" y="2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62" name="Freeform 1428">
              <a:extLst>
                <a:ext uri="{FF2B5EF4-FFF2-40B4-BE49-F238E27FC236}">
                  <a16:creationId xmlns:a16="http://schemas.microsoft.com/office/drawing/2014/main" id="{A67C8C8A-5282-4DB2-A673-90385E63C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1244"/>
              <a:ext cx="85" cy="72"/>
            </a:xfrm>
            <a:custGeom>
              <a:avLst/>
              <a:gdLst>
                <a:gd name="T0" fmla="*/ 85 w 44"/>
                <a:gd name="T1" fmla="*/ 148 h 35"/>
                <a:gd name="T2" fmla="*/ 44 w 44"/>
                <a:gd name="T3" fmla="*/ 0 h 35"/>
                <a:gd name="T4" fmla="*/ 64 w 44"/>
                <a:gd name="T5" fmla="*/ 165 h 35"/>
                <a:gd name="T6" fmla="*/ 317 w 44"/>
                <a:gd name="T7" fmla="*/ 216 h 35"/>
                <a:gd name="T8" fmla="*/ 85 w 44"/>
                <a:gd name="T9" fmla="*/ 14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5">
                  <a:moveTo>
                    <a:pt x="12" y="17"/>
                  </a:moveTo>
                  <a:cubicBezTo>
                    <a:pt x="5" y="10"/>
                    <a:pt x="3" y="4"/>
                    <a:pt x="6" y="0"/>
                  </a:cubicBezTo>
                  <a:cubicBezTo>
                    <a:pt x="1" y="3"/>
                    <a:pt x="0" y="11"/>
                    <a:pt x="9" y="19"/>
                  </a:cubicBezTo>
                  <a:cubicBezTo>
                    <a:pt x="20" y="29"/>
                    <a:pt x="37" y="35"/>
                    <a:pt x="44" y="25"/>
                  </a:cubicBezTo>
                  <a:cubicBezTo>
                    <a:pt x="36" y="31"/>
                    <a:pt x="22" y="25"/>
                    <a:pt x="12" y="1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63" name="Freeform 1429">
              <a:extLst>
                <a:ext uri="{FF2B5EF4-FFF2-40B4-BE49-F238E27FC236}">
                  <a16:creationId xmlns:a16="http://schemas.microsoft.com/office/drawing/2014/main" id="{E16B0A71-FAA1-42B3-AEE7-59BDB985A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246"/>
              <a:ext cx="51" cy="39"/>
            </a:xfrm>
            <a:custGeom>
              <a:avLst/>
              <a:gdLst>
                <a:gd name="T0" fmla="*/ 0 w 26"/>
                <a:gd name="T1" fmla="*/ 0 h 19"/>
                <a:gd name="T2" fmla="*/ 196 w 26"/>
                <a:gd name="T3" fmla="*/ 164 h 19"/>
                <a:gd name="T4" fmla="*/ 92 w 26"/>
                <a:gd name="T5" fmla="*/ 68 h 19"/>
                <a:gd name="T6" fmla="*/ 0 w 2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cubicBezTo>
                    <a:pt x="9" y="2"/>
                    <a:pt x="22" y="10"/>
                    <a:pt x="26" y="19"/>
                  </a:cubicBezTo>
                  <a:cubicBezTo>
                    <a:pt x="23" y="15"/>
                    <a:pt x="16" y="10"/>
                    <a:pt x="12" y="8"/>
                  </a:cubicBezTo>
                  <a:cubicBezTo>
                    <a:pt x="6" y="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64" name="Freeform 1430">
              <a:extLst>
                <a:ext uri="{FF2B5EF4-FFF2-40B4-BE49-F238E27FC236}">
                  <a16:creationId xmlns:a16="http://schemas.microsoft.com/office/drawing/2014/main" id="{FB85F783-F797-4295-8C9B-7F2B117DC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1246"/>
              <a:ext cx="44" cy="41"/>
            </a:xfrm>
            <a:custGeom>
              <a:avLst/>
              <a:gdLst>
                <a:gd name="T0" fmla="*/ 99 w 23"/>
                <a:gd name="T1" fmla="*/ 59 h 20"/>
                <a:gd name="T2" fmla="*/ 0 w 23"/>
                <a:gd name="T3" fmla="*/ 0 h 20"/>
                <a:gd name="T4" fmla="*/ 153 w 23"/>
                <a:gd name="T5" fmla="*/ 172 h 20"/>
                <a:gd name="T6" fmla="*/ 99 w 23"/>
                <a:gd name="T7" fmla="*/ 5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14" y="7"/>
                  </a:moveTo>
                  <a:cubicBezTo>
                    <a:pt x="11" y="4"/>
                    <a:pt x="7" y="2"/>
                    <a:pt x="0" y="0"/>
                  </a:cubicBezTo>
                  <a:cubicBezTo>
                    <a:pt x="6" y="2"/>
                    <a:pt x="23" y="12"/>
                    <a:pt x="22" y="20"/>
                  </a:cubicBezTo>
                  <a:cubicBezTo>
                    <a:pt x="22" y="18"/>
                    <a:pt x="20" y="12"/>
                    <a:pt x="1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65" name="Freeform 1431">
              <a:extLst>
                <a:ext uri="{FF2B5EF4-FFF2-40B4-BE49-F238E27FC236}">
                  <a16:creationId xmlns:a16="http://schemas.microsoft.com/office/drawing/2014/main" id="{7FC6EAC1-2D16-414D-A981-678BA04D6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1271"/>
              <a:ext cx="58" cy="39"/>
            </a:xfrm>
            <a:custGeom>
              <a:avLst/>
              <a:gdLst>
                <a:gd name="T0" fmla="*/ 0 w 30"/>
                <a:gd name="T1" fmla="*/ 0 h 19"/>
                <a:gd name="T2" fmla="*/ 217 w 30"/>
                <a:gd name="T3" fmla="*/ 156 h 19"/>
                <a:gd name="T4" fmla="*/ 0 w 3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0" y="0"/>
                  </a:moveTo>
                  <a:cubicBezTo>
                    <a:pt x="2" y="5"/>
                    <a:pt x="16" y="17"/>
                    <a:pt x="30" y="18"/>
                  </a:cubicBezTo>
                  <a:cubicBezTo>
                    <a:pt x="26" y="19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66" name="Freeform 1432">
              <a:extLst>
                <a:ext uri="{FF2B5EF4-FFF2-40B4-BE49-F238E27FC236}">
                  <a16:creationId xmlns:a16="http://schemas.microsoft.com/office/drawing/2014/main" id="{B2D03354-400D-4327-9725-76DA5B167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1203"/>
              <a:ext cx="180" cy="146"/>
            </a:xfrm>
            <a:custGeom>
              <a:avLst/>
              <a:gdLst>
                <a:gd name="T0" fmla="*/ 319 w 93"/>
                <a:gd name="T1" fmla="*/ 8 h 71"/>
                <a:gd name="T2" fmla="*/ 161 w 93"/>
                <a:gd name="T3" fmla="*/ 33 h 71"/>
                <a:gd name="T4" fmla="*/ 209 w 93"/>
                <a:gd name="T5" fmla="*/ 496 h 71"/>
                <a:gd name="T6" fmla="*/ 610 w 93"/>
                <a:gd name="T7" fmla="*/ 504 h 71"/>
                <a:gd name="T8" fmla="*/ 617 w 93"/>
                <a:gd name="T9" fmla="*/ 236 h 71"/>
                <a:gd name="T10" fmla="*/ 449 w 93"/>
                <a:gd name="T11" fmla="*/ 97 h 71"/>
                <a:gd name="T12" fmla="*/ 319 w 93"/>
                <a:gd name="T13" fmla="*/ 8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71">
                  <a:moveTo>
                    <a:pt x="44" y="1"/>
                  </a:moveTo>
                  <a:cubicBezTo>
                    <a:pt x="35" y="0"/>
                    <a:pt x="28" y="0"/>
                    <a:pt x="22" y="4"/>
                  </a:cubicBezTo>
                  <a:cubicBezTo>
                    <a:pt x="0" y="17"/>
                    <a:pt x="8" y="43"/>
                    <a:pt x="29" y="57"/>
                  </a:cubicBezTo>
                  <a:cubicBezTo>
                    <a:pt x="51" y="71"/>
                    <a:pt x="76" y="68"/>
                    <a:pt x="84" y="58"/>
                  </a:cubicBezTo>
                  <a:cubicBezTo>
                    <a:pt x="93" y="47"/>
                    <a:pt x="92" y="37"/>
                    <a:pt x="85" y="27"/>
                  </a:cubicBezTo>
                  <a:cubicBezTo>
                    <a:pt x="79" y="19"/>
                    <a:pt x="68" y="14"/>
                    <a:pt x="62" y="11"/>
                  </a:cubicBezTo>
                  <a:cubicBezTo>
                    <a:pt x="56" y="8"/>
                    <a:pt x="49" y="2"/>
                    <a:pt x="44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67" name="Freeform 1433">
              <a:extLst>
                <a:ext uri="{FF2B5EF4-FFF2-40B4-BE49-F238E27FC236}">
                  <a16:creationId xmlns:a16="http://schemas.microsoft.com/office/drawing/2014/main" id="{02C010E0-D51A-4BFB-960D-50D4635D6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1242"/>
              <a:ext cx="85" cy="66"/>
            </a:xfrm>
            <a:custGeom>
              <a:avLst/>
              <a:gdLst>
                <a:gd name="T0" fmla="*/ 8 w 44"/>
                <a:gd name="T1" fmla="*/ 43 h 32"/>
                <a:gd name="T2" fmla="*/ 56 w 44"/>
                <a:gd name="T3" fmla="*/ 175 h 32"/>
                <a:gd name="T4" fmla="*/ 253 w 44"/>
                <a:gd name="T5" fmla="*/ 272 h 32"/>
                <a:gd name="T6" fmla="*/ 317 w 44"/>
                <a:gd name="T7" fmla="*/ 229 h 32"/>
                <a:gd name="T8" fmla="*/ 317 w 44"/>
                <a:gd name="T9" fmla="*/ 229 h 32"/>
                <a:gd name="T10" fmla="*/ 253 w 44"/>
                <a:gd name="T11" fmla="*/ 272 h 32"/>
                <a:gd name="T12" fmla="*/ 56 w 44"/>
                <a:gd name="T13" fmla="*/ 175 h 32"/>
                <a:gd name="T14" fmla="*/ 15 w 44"/>
                <a:gd name="T15" fmla="*/ 43 h 32"/>
                <a:gd name="T16" fmla="*/ 56 w 44"/>
                <a:gd name="T17" fmla="*/ 0 h 32"/>
                <a:gd name="T18" fmla="*/ 56 w 44"/>
                <a:gd name="T19" fmla="*/ 0 h 32"/>
                <a:gd name="T20" fmla="*/ 8 w 44"/>
                <a:gd name="T21" fmla="*/ 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2">
                  <a:moveTo>
                    <a:pt x="1" y="5"/>
                  </a:moveTo>
                  <a:cubicBezTo>
                    <a:pt x="0" y="9"/>
                    <a:pt x="2" y="15"/>
                    <a:pt x="8" y="20"/>
                  </a:cubicBezTo>
                  <a:cubicBezTo>
                    <a:pt x="16" y="28"/>
                    <a:pt x="27" y="32"/>
                    <a:pt x="35" y="31"/>
                  </a:cubicBezTo>
                  <a:cubicBezTo>
                    <a:pt x="39" y="31"/>
                    <a:pt x="41" y="29"/>
                    <a:pt x="44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2" y="29"/>
                    <a:pt x="38" y="30"/>
                    <a:pt x="35" y="31"/>
                  </a:cubicBezTo>
                  <a:cubicBezTo>
                    <a:pt x="27" y="31"/>
                    <a:pt x="17" y="27"/>
                    <a:pt x="8" y="20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3" y="2"/>
                    <a:pt x="5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68" name="Freeform 1434">
              <a:extLst>
                <a:ext uri="{FF2B5EF4-FFF2-40B4-BE49-F238E27FC236}">
                  <a16:creationId xmlns:a16="http://schemas.microsoft.com/office/drawing/2014/main" id="{165A9C01-74F5-433A-BBC1-60504187E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066"/>
              <a:ext cx="161" cy="141"/>
            </a:xfrm>
            <a:custGeom>
              <a:avLst/>
              <a:gdLst>
                <a:gd name="T0" fmla="*/ 52 w 83"/>
                <a:gd name="T1" fmla="*/ 232 h 68"/>
                <a:gd name="T2" fmla="*/ 147 w 83"/>
                <a:gd name="T3" fmla="*/ 541 h 68"/>
                <a:gd name="T4" fmla="*/ 481 w 83"/>
                <a:gd name="T5" fmla="*/ 500 h 68"/>
                <a:gd name="T6" fmla="*/ 584 w 83"/>
                <a:gd name="T7" fmla="*/ 207 h 68"/>
                <a:gd name="T8" fmla="*/ 52 w 83"/>
                <a:gd name="T9" fmla="*/ 23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8">
                  <a:moveTo>
                    <a:pt x="7" y="26"/>
                  </a:moveTo>
                  <a:cubicBezTo>
                    <a:pt x="0" y="41"/>
                    <a:pt x="7" y="54"/>
                    <a:pt x="20" y="61"/>
                  </a:cubicBezTo>
                  <a:cubicBezTo>
                    <a:pt x="33" y="68"/>
                    <a:pt x="52" y="65"/>
                    <a:pt x="66" y="56"/>
                  </a:cubicBezTo>
                  <a:cubicBezTo>
                    <a:pt x="82" y="47"/>
                    <a:pt x="83" y="34"/>
                    <a:pt x="80" y="23"/>
                  </a:cubicBezTo>
                  <a:cubicBezTo>
                    <a:pt x="72" y="0"/>
                    <a:pt x="20" y="1"/>
                    <a:pt x="7" y="2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69" name="Freeform 1435">
              <a:extLst>
                <a:ext uri="{FF2B5EF4-FFF2-40B4-BE49-F238E27FC236}">
                  <a16:creationId xmlns:a16="http://schemas.microsoft.com/office/drawing/2014/main" id="{D0BF803D-EFA9-4408-A9E9-8C0519330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1068"/>
              <a:ext cx="140" cy="95"/>
            </a:xfrm>
            <a:custGeom>
              <a:avLst/>
              <a:gdLst>
                <a:gd name="T0" fmla="*/ 0 w 72"/>
                <a:gd name="T1" fmla="*/ 213 h 46"/>
                <a:gd name="T2" fmla="*/ 500 w 72"/>
                <a:gd name="T3" fmla="*/ 213 h 46"/>
                <a:gd name="T4" fmla="*/ 492 w 72"/>
                <a:gd name="T5" fmla="*/ 405 h 46"/>
                <a:gd name="T6" fmla="*/ 513 w 72"/>
                <a:gd name="T7" fmla="*/ 192 h 46"/>
                <a:gd name="T8" fmla="*/ 0 w 72"/>
                <a:gd name="T9" fmla="*/ 21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6">
                  <a:moveTo>
                    <a:pt x="0" y="24"/>
                  </a:moveTo>
                  <a:cubicBezTo>
                    <a:pt x="16" y="3"/>
                    <a:pt x="61" y="3"/>
                    <a:pt x="68" y="24"/>
                  </a:cubicBezTo>
                  <a:cubicBezTo>
                    <a:pt x="70" y="31"/>
                    <a:pt x="71" y="39"/>
                    <a:pt x="67" y="46"/>
                  </a:cubicBezTo>
                  <a:cubicBezTo>
                    <a:pt x="72" y="38"/>
                    <a:pt x="72" y="30"/>
                    <a:pt x="70" y="22"/>
                  </a:cubicBezTo>
                  <a:cubicBezTo>
                    <a:pt x="62" y="0"/>
                    <a:pt x="14" y="1"/>
                    <a:pt x="0" y="2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70" name="Freeform 1436">
              <a:extLst>
                <a:ext uri="{FF2B5EF4-FFF2-40B4-BE49-F238E27FC236}">
                  <a16:creationId xmlns:a16="http://schemas.microsoft.com/office/drawing/2014/main" id="{F6282018-6E65-476C-BCE0-DAD1236F7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132"/>
              <a:ext cx="116" cy="71"/>
            </a:xfrm>
            <a:custGeom>
              <a:avLst/>
              <a:gdLst>
                <a:gd name="T0" fmla="*/ 433 w 60"/>
                <a:gd name="T1" fmla="*/ 209 h 34"/>
                <a:gd name="T2" fmla="*/ 131 w 60"/>
                <a:gd name="T3" fmla="*/ 217 h 34"/>
                <a:gd name="T4" fmla="*/ 23 w 60"/>
                <a:gd name="T5" fmla="*/ 0 h 34"/>
                <a:gd name="T6" fmla="*/ 124 w 60"/>
                <a:gd name="T7" fmla="*/ 244 h 34"/>
                <a:gd name="T8" fmla="*/ 433 w 60"/>
                <a:gd name="T9" fmla="*/ 209 h 34"/>
                <a:gd name="T10" fmla="*/ 433 w 60"/>
                <a:gd name="T11" fmla="*/ 2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34">
                  <a:moveTo>
                    <a:pt x="60" y="23"/>
                  </a:moveTo>
                  <a:cubicBezTo>
                    <a:pt x="47" y="31"/>
                    <a:pt x="30" y="30"/>
                    <a:pt x="18" y="24"/>
                  </a:cubicBezTo>
                  <a:cubicBezTo>
                    <a:pt x="8" y="19"/>
                    <a:pt x="2" y="10"/>
                    <a:pt x="3" y="0"/>
                  </a:cubicBezTo>
                  <a:cubicBezTo>
                    <a:pt x="0" y="11"/>
                    <a:pt x="6" y="22"/>
                    <a:pt x="17" y="27"/>
                  </a:cubicBezTo>
                  <a:cubicBezTo>
                    <a:pt x="29" y="34"/>
                    <a:pt x="47" y="31"/>
                    <a:pt x="60" y="23"/>
                  </a:cubicBezTo>
                  <a:cubicBezTo>
                    <a:pt x="60" y="23"/>
                    <a:pt x="60" y="23"/>
                    <a:pt x="60" y="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71" name="Freeform 1437">
              <a:extLst>
                <a:ext uri="{FF2B5EF4-FFF2-40B4-BE49-F238E27FC236}">
                  <a16:creationId xmlns:a16="http://schemas.microsoft.com/office/drawing/2014/main" id="{4F711E27-BDAC-43FA-BF7F-EA2FE8FA1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095"/>
              <a:ext cx="105" cy="72"/>
            </a:xfrm>
            <a:custGeom>
              <a:avLst/>
              <a:gdLst>
                <a:gd name="T0" fmla="*/ 381 w 54"/>
                <a:gd name="T1" fmla="*/ 123 h 35"/>
                <a:gd name="T2" fmla="*/ 156 w 54"/>
                <a:gd name="T3" fmla="*/ 296 h 35"/>
                <a:gd name="T4" fmla="*/ 53 w 54"/>
                <a:gd name="T5" fmla="*/ 123 h 35"/>
                <a:gd name="T6" fmla="*/ 381 w 54"/>
                <a:gd name="T7" fmla="*/ 12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5">
                  <a:moveTo>
                    <a:pt x="52" y="14"/>
                  </a:moveTo>
                  <a:cubicBezTo>
                    <a:pt x="54" y="28"/>
                    <a:pt x="34" y="35"/>
                    <a:pt x="21" y="34"/>
                  </a:cubicBezTo>
                  <a:cubicBezTo>
                    <a:pt x="8" y="32"/>
                    <a:pt x="0" y="23"/>
                    <a:pt x="7" y="14"/>
                  </a:cubicBezTo>
                  <a:cubicBezTo>
                    <a:pt x="16" y="3"/>
                    <a:pt x="49" y="0"/>
                    <a:pt x="52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72" name="Freeform 1438">
              <a:extLst>
                <a:ext uri="{FF2B5EF4-FFF2-40B4-BE49-F238E27FC236}">
                  <a16:creationId xmlns:a16="http://schemas.microsoft.com/office/drawing/2014/main" id="{9CB8CD07-CE12-402B-8202-2B9F4961F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122"/>
              <a:ext cx="99" cy="45"/>
            </a:xfrm>
            <a:custGeom>
              <a:avLst/>
              <a:gdLst>
                <a:gd name="T0" fmla="*/ 132 w 51"/>
                <a:gd name="T1" fmla="*/ 147 h 22"/>
                <a:gd name="T2" fmla="*/ 16 w 51"/>
                <a:gd name="T3" fmla="*/ 51 h 22"/>
                <a:gd name="T4" fmla="*/ 132 w 51"/>
                <a:gd name="T5" fmla="*/ 180 h 22"/>
                <a:gd name="T6" fmla="*/ 357 w 51"/>
                <a:gd name="T7" fmla="*/ 8 h 22"/>
                <a:gd name="T8" fmla="*/ 357 w 51"/>
                <a:gd name="T9" fmla="*/ 0 h 22"/>
                <a:gd name="T10" fmla="*/ 132 w 51"/>
                <a:gd name="T11" fmla="*/ 147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2">
                  <a:moveTo>
                    <a:pt x="18" y="17"/>
                  </a:moveTo>
                  <a:cubicBezTo>
                    <a:pt x="10" y="16"/>
                    <a:pt x="3" y="12"/>
                    <a:pt x="2" y="6"/>
                  </a:cubicBezTo>
                  <a:cubicBezTo>
                    <a:pt x="0" y="14"/>
                    <a:pt x="8" y="19"/>
                    <a:pt x="18" y="21"/>
                  </a:cubicBezTo>
                  <a:cubicBezTo>
                    <a:pt x="31" y="22"/>
                    <a:pt x="51" y="15"/>
                    <a:pt x="49" y="1"/>
                  </a:cubicBezTo>
                  <a:cubicBezTo>
                    <a:pt x="49" y="1"/>
                    <a:pt x="49" y="1"/>
                    <a:pt x="49" y="0"/>
                  </a:cubicBezTo>
                  <a:cubicBezTo>
                    <a:pt x="48" y="12"/>
                    <a:pt x="30" y="18"/>
                    <a:pt x="18" y="1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73" name="Freeform 1439">
              <a:extLst>
                <a:ext uri="{FF2B5EF4-FFF2-40B4-BE49-F238E27FC236}">
                  <a16:creationId xmlns:a16="http://schemas.microsoft.com/office/drawing/2014/main" id="{985C4B89-AA53-47A3-A36E-1EA1D4B02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1097"/>
              <a:ext cx="66" cy="17"/>
            </a:xfrm>
            <a:custGeom>
              <a:avLst/>
              <a:gdLst>
                <a:gd name="T0" fmla="*/ 0 w 34"/>
                <a:gd name="T1" fmla="*/ 68 h 8"/>
                <a:gd name="T2" fmla="*/ 248 w 34"/>
                <a:gd name="T3" fmla="*/ 77 h 8"/>
                <a:gd name="T4" fmla="*/ 0 w 34"/>
                <a:gd name="T5" fmla="*/ 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8">
                  <a:moveTo>
                    <a:pt x="0" y="7"/>
                  </a:moveTo>
                  <a:cubicBezTo>
                    <a:pt x="9" y="3"/>
                    <a:pt x="27" y="0"/>
                    <a:pt x="34" y="8"/>
                  </a:cubicBezTo>
                  <a:cubicBezTo>
                    <a:pt x="31" y="6"/>
                    <a:pt x="13" y="3"/>
                    <a:pt x="0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74" name="Freeform 1440">
              <a:extLst>
                <a:ext uri="{FF2B5EF4-FFF2-40B4-BE49-F238E27FC236}">
                  <a16:creationId xmlns:a16="http://schemas.microsoft.com/office/drawing/2014/main" id="{B30F7E5E-1BE4-4DBD-AC2C-95410752D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1089"/>
              <a:ext cx="60" cy="25"/>
            </a:xfrm>
            <a:custGeom>
              <a:avLst/>
              <a:gdLst>
                <a:gd name="T0" fmla="*/ 0 w 31"/>
                <a:gd name="T1" fmla="*/ 73 h 12"/>
                <a:gd name="T2" fmla="*/ 225 w 31"/>
                <a:gd name="T3" fmla="*/ 108 h 12"/>
                <a:gd name="T4" fmla="*/ 0 w 31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">
                  <a:moveTo>
                    <a:pt x="0" y="8"/>
                  </a:moveTo>
                  <a:cubicBezTo>
                    <a:pt x="7" y="6"/>
                    <a:pt x="24" y="3"/>
                    <a:pt x="31" y="12"/>
                  </a:cubicBezTo>
                  <a:cubicBezTo>
                    <a:pt x="27" y="7"/>
                    <a:pt x="19" y="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75" name="Freeform 1441">
              <a:extLst>
                <a:ext uri="{FF2B5EF4-FFF2-40B4-BE49-F238E27FC236}">
                  <a16:creationId xmlns:a16="http://schemas.microsoft.com/office/drawing/2014/main" id="{9B56091F-BAFA-4328-A672-AA8EB5D75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1149"/>
              <a:ext cx="66" cy="25"/>
            </a:xfrm>
            <a:custGeom>
              <a:avLst/>
              <a:gdLst>
                <a:gd name="T0" fmla="*/ 0 w 34"/>
                <a:gd name="T1" fmla="*/ 65 h 12"/>
                <a:gd name="T2" fmla="*/ 248 w 34"/>
                <a:gd name="T3" fmla="*/ 0 h 12"/>
                <a:gd name="T4" fmla="*/ 0 w 34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">
                  <a:moveTo>
                    <a:pt x="0" y="7"/>
                  </a:moveTo>
                  <a:cubicBezTo>
                    <a:pt x="5" y="11"/>
                    <a:pt x="24" y="12"/>
                    <a:pt x="34" y="0"/>
                  </a:cubicBezTo>
                  <a:cubicBezTo>
                    <a:pt x="29" y="4"/>
                    <a:pt x="15" y="12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76" name="Freeform 1442">
              <a:extLst>
                <a:ext uri="{FF2B5EF4-FFF2-40B4-BE49-F238E27FC236}">
                  <a16:creationId xmlns:a16="http://schemas.microsoft.com/office/drawing/2014/main" id="{65BE3740-810A-4BF2-B594-1EC801D5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066"/>
              <a:ext cx="161" cy="141"/>
            </a:xfrm>
            <a:custGeom>
              <a:avLst/>
              <a:gdLst>
                <a:gd name="T0" fmla="*/ 52 w 83"/>
                <a:gd name="T1" fmla="*/ 232 h 68"/>
                <a:gd name="T2" fmla="*/ 147 w 83"/>
                <a:gd name="T3" fmla="*/ 541 h 68"/>
                <a:gd name="T4" fmla="*/ 481 w 83"/>
                <a:gd name="T5" fmla="*/ 500 h 68"/>
                <a:gd name="T6" fmla="*/ 584 w 83"/>
                <a:gd name="T7" fmla="*/ 207 h 68"/>
                <a:gd name="T8" fmla="*/ 52 w 83"/>
                <a:gd name="T9" fmla="*/ 23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8">
                  <a:moveTo>
                    <a:pt x="7" y="26"/>
                  </a:moveTo>
                  <a:cubicBezTo>
                    <a:pt x="0" y="41"/>
                    <a:pt x="7" y="54"/>
                    <a:pt x="20" y="61"/>
                  </a:cubicBezTo>
                  <a:cubicBezTo>
                    <a:pt x="33" y="68"/>
                    <a:pt x="52" y="65"/>
                    <a:pt x="66" y="56"/>
                  </a:cubicBezTo>
                  <a:cubicBezTo>
                    <a:pt x="82" y="47"/>
                    <a:pt x="83" y="34"/>
                    <a:pt x="80" y="23"/>
                  </a:cubicBezTo>
                  <a:cubicBezTo>
                    <a:pt x="72" y="0"/>
                    <a:pt x="20" y="1"/>
                    <a:pt x="7" y="2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77" name="Freeform 1443">
              <a:extLst>
                <a:ext uri="{FF2B5EF4-FFF2-40B4-BE49-F238E27FC236}">
                  <a16:creationId xmlns:a16="http://schemas.microsoft.com/office/drawing/2014/main" id="{26111408-2C2C-4646-A730-C49F65FCF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124"/>
              <a:ext cx="97" cy="43"/>
            </a:xfrm>
            <a:custGeom>
              <a:avLst/>
              <a:gdLst>
                <a:gd name="T0" fmla="*/ 16 w 50"/>
                <a:gd name="T1" fmla="*/ 84 h 21"/>
                <a:gd name="T2" fmla="*/ 132 w 50"/>
                <a:gd name="T3" fmla="*/ 172 h 21"/>
                <a:gd name="T4" fmla="*/ 336 w 50"/>
                <a:gd name="T5" fmla="*/ 96 h 21"/>
                <a:gd name="T6" fmla="*/ 357 w 50"/>
                <a:gd name="T7" fmla="*/ 0 h 21"/>
                <a:gd name="T8" fmla="*/ 357 w 50"/>
                <a:gd name="T9" fmla="*/ 0 h 21"/>
                <a:gd name="T10" fmla="*/ 336 w 50"/>
                <a:gd name="T11" fmla="*/ 84 h 21"/>
                <a:gd name="T12" fmla="*/ 132 w 50"/>
                <a:gd name="T13" fmla="*/ 164 h 21"/>
                <a:gd name="T14" fmla="*/ 16 w 50"/>
                <a:gd name="T15" fmla="*/ 84 h 21"/>
                <a:gd name="T16" fmla="*/ 31 w 50"/>
                <a:gd name="T17" fmla="*/ 0 h 21"/>
                <a:gd name="T18" fmla="*/ 31 w 50"/>
                <a:gd name="T19" fmla="*/ 0 h 21"/>
                <a:gd name="T20" fmla="*/ 16 w 50"/>
                <a:gd name="T21" fmla="*/ 84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21">
                  <a:moveTo>
                    <a:pt x="2" y="10"/>
                  </a:moveTo>
                  <a:cubicBezTo>
                    <a:pt x="3" y="15"/>
                    <a:pt x="10" y="19"/>
                    <a:pt x="18" y="20"/>
                  </a:cubicBezTo>
                  <a:cubicBezTo>
                    <a:pt x="27" y="21"/>
                    <a:pt x="40" y="18"/>
                    <a:pt x="46" y="11"/>
                  </a:cubicBezTo>
                  <a:cubicBezTo>
                    <a:pt x="49" y="7"/>
                    <a:pt x="50" y="4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0" y="4"/>
                    <a:pt x="48" y="7"/>
                    <a:pt x="46" y="10"/>
                  </a:cubicBezTo>
                  <a:cubicBezTo>
                    <a:pt x="40" y="17"/>
                    <a:pt x="27" y="20"/>
                    <a:pt x="18" y="19"/>
                  </a:cubicBezTo>
                  <a:cubicBezTo>
                    <a:pt x="10" y="18"/>
                    <a:pt x="4" y="14"/>
                    <a:pt x="2" y="10"/>
                  </a:cubicBezTo>
                  <a:cubicBezTo>
                    <a:pt x="1" y="6"/>
                    <a:pt x="2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3"/>
                    <a:pt x="0" y="6"/>
                    <a:pt x="2" y="1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78" name="Freeform 1444">
              <a:extLst>
                <a:ext uri="{FF2B5EF4-FFF2-40B4-BE49-F238E27FC236}">
                  <a16:creationId xmlns:a16="http://schemas.microsoft.com/office/drawing/2014/main" id="{E60B6AFE-0361-44A5-9548-D57621AF5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058"/>
              <a:ext cx="120" cy="93"/>
            </a:xfrm>
            <a:custGeom>
              <a:avLst/>
              <a:gdLst>
                <a:gd name="T0" fmla="*/ 269 w 62"/>
                <a:gd name="T1" fmla="*/ 35 h 45"/>
                <a:gd name="T2" fmla="*/ 116 w 62"/>
                <a:gd name="T3" fmla="*/ 25 h 45"/>
                <a:gd name="T4" fmla="*/ 29 w 62"/>
                <a:gd name="T5" fmla="*/ 141 h 45"/>
                <a:gd name="T6" fmla="*/ 240 w 62"/>
                <a:gd name="T7" fmla="*/ 389 h 45"/>
                <a:gd name="T8" fmla="*/ 428 w 62"/>
                <a:gd name="T9" fmla="*/ 192 h 45"/>
                <a:gd name="T10" fmla="*/ 269 w 62"/>
                <a:gd name="T11" fmla="*/ 3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5">
                  <a:moveTo>
                    <a:pt x="37" y="4"/>
                  </a:moveTo>
                  <a:cubicBezTo>
                    <a:pt x="29" y="2"/>
                    <a:pt x="23" y="0"/>
                    <a:pt x="16" y="3"/>
                  </a:cubicBezTo>
                  <a:cubicBezTo>
                    <a:pt x="11" y="6"/>
                    <a:pt x="6" y="10"/>
                    <a:pt x="4" y="16"/>
                  </a:cubicBezTo>
                  <a:cubicBezTo>
                    <a:pt x="0" y="29"/>
                    <a:pt x="15" y="43"/>
                    <a:pt x="33" y="44"/>
                  </a:cubicBezTo>
                  <a:cubicBezTo>
                    <a:pt x="51" y="45"/>
                    <a:pt x="62" y="32"/>
                    <a:pt x="59" y="22"/>
                  </a:cubicBezTo>
                  <a:cubicBezTo>
                    <a:pt x="56" y="13"/>
                    <a:pt x="51" y="10"/>
                    <a:pt x="37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79" name="Freeform 1445">
              <a:extLst>
                <a:ext uri="{FF2B5EF4-FFF2-40B4-BE49-F238E27FC236}">
                  <a16:creationId xmlns:a16="http://schemas.microsoft.com/office/drawing/2014/main" id="{30AD6670-F405-4A67-9158-FB7DA70F9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089"/>
              <a:ext cx="98" cy="60"/>
            </a:xfrm>
            <a:custGeom>
              <a:avLst/>
              <a:gdLst>
                <a:gd name="T0" fmla="*/ 340 w 51"/>
                <a:gd name="T1" fmla="*/ 60 h 29"/>
                <a:gd name="T2" fmla="*/ 306 w 51"/>
                <a:gd name="T3" fmla="*/ 0 h 29"/>
                <a:gd name="T4" fmla="*/ 332 w 51"/>
                <a:gd name="T5" fmla="*/ 52 h 29"/>
                <a:gd name="T6" fmla="*/ 156 w 51"/>
                <a:gd name="T7" fmla="*/ 240 h 29"/>
                <a:gd name="T8" fmla="*/ 0 w 51"/>
                <a:gd name="T9" fmla="*/ 149 h 29"/>
                <a:gd name="T10" fmla="*/ 163 w 51"/>
                <a:gd name="T11" fmla="*/ 248 h 29"/>
                <a:gd name="T12" fmla="*/ 340 w 51"/>
                <a:gd name="T13" fmla="*/ 6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9">
                  <a:moveTo>
                    <a:pt x="48" y="7"/>
                  </a:moveTo>
                  <a:cubicBezTo>
                    <a:pt x="47" y="4"/>
                    <a:pt x="45" y="2"/>
                    <a:pt x="43" y="0"/>
                  </a:cubicBezTo>
                  <a:cubicBezTo>
                    <a:pt x="45" y="1"/>
                    <a:pt x="46" y="3"/>
                    <a:pt x="47" y="6"/>
                  </a:cubicBezTo>
                  <a:cubicBezTo>
                    <a:pt x="49" y="15"/>
                    <a:pt x="39" y="28"/>
                    <a:pt x="22" y="27"/>
                  </a:cubicBezTo>
                  <a:cubicBezTo>
                    <a:pt x="13" y="27"/>
                    <a:pt x="5" y="23"/>
                    <a:pt x="0" y="17"/>
                  </a:cubicBezTo>
                  <a:cubicBezTo>
                    <a:pt x="5" y="23"/>
                    <a:pt x="13" y="28"/>
                    <a:pt x="23" y="28"/>
                  </a:cubicBezTo>
                  <a:cubicBezTo>
                    <a:pt x="41" y="29"/>
                    <a:pt x="51" y="17"/>
                    <a:pt x="48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80" name="Freeform 1446">
              <a:extLst>
                <a:ext uri="{FF2B5EF4-FFF2-40B4-BE49-F238E27FC236}">
                  <a16:creationId xmlns:a16="http://schemas.microsoft.com/office/drawing/2014/main" id="{32BB9AD9-A97E-4728-B1B2-83D1900C4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060"/>
              <a:ext cx="95" cy="68"/>
            </a:xfrm>
            <a:custGeom>
              <a:avLst/>
              <a:gdLst>
                <a:gd name="T0" fmla="*/ 23 w 49"/>
                <a:gd name="T1" fmla="*/ 140 h 33"/>
                <a:gd name="T2" fmla="*/ 101 w 49"/>
                <a:gd name="T3" fmla="*/ 33 h 33"/>
                <a:gd name="T4" fmla="*/ 240 w 49"/>
                <a:gd name="T5" fmla="*/ 52 h 33"/>
                <a:gd name="T6" fmla="*/ 357 w 49"/>
                <a:gd name="T7" fmla="*/ 124 h 33"/>
                <a:gd name="T8" fmla="*/ 233 w 49"/>
                <a:gd name="T9" fmla="*/ 33 h 33"/>
                <a:gd name="T10" fmla="*/ 93 w 49"/>
                <a:gd name="T11" fmla="*/ 25 h 33"/>
                <a:gd name="T12" fmla="*/ 8 w 49"/>
                <a:gd name="T13" fmla="*/ 132 h 33"/>
                <a:gd name="T14" fmla="*/ 60 w 49"/>
                <a:gd name="T15" fmla="*/ 288 h 33"/>
                <a:gd name="T16" fmla="*/ 23 w 49"/>
                <a:gd name="T17" fmla="*/ 14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33">
                  <a:moveTo>
                    <a:pt x="3" y="16"/>
                  </a:moveTo>
                  <a:cubicBezTo>
                    <a:pt x="4" y="10"/>
                    <a:pt x="9" y="7"/>
                    <a:pt x="14" y="4"/>
                  </a:cubicBezTo>
                  <a:cubicBezTo>
                    <a:pt x="20" y="2"/>
                    <a:pt x="26" y="3"/>
                    <a:pt x="33" y="6"/>
                  </a:cubicBezTo>
                  <a:cubicBezTo>
                    <a:pt x="41" y="9"/>
                    <a:pt x="46" y="11"/>
                    <a:pt x="49" y="14"/>
                  </a:cubicBezTo>
                  <a:cubicBezTo>
                    <a:pt x="46" y="10"/>
                    <a:pt x="41" y="8"/>
                    <a:pt x="32" y="4"/>
                  </a:cubicBezTo>
                  <a:cubicBezTo>
                    <a:pt x="25" y="2"/>
                    <a:pt x="19" y="0"/>
                    <a:pt x="13" y="3"/>
                  </a:cubicBezTo>
                  <a:cubicBezTo>
                    <a:pt x="8" y="5"/>
                    <a:pt x="3" y="9"/>
                    <a:pt x="1" y="15"/>
                  </a:cubicBezTo>
                  <a:cubicBezTo>
                    <a:pt x="0" y="21"/>
                    <a:pt x="2" y="28"/>
                    <a:pt x="8" y="33"/>
                  </a:cubicBezTo>
                  <a:cubicBezTo>
                    <a:pt x="3" y="28"/>
                    <a:pt x="1" y="22"/>
                    <a:pt x="3" y="1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81" name="Freeform 1447">
              <a:extLst>
                <a:ext uri="{FF2B5EF4-FFF2-40B4-BE49-F238E27FC236}">
                  <a16:creationId xmlns:a16="http://schemas.microsoft.com/office/drawing/2014/main" id="{6098DFBB-4576-4BC8-BF38-856FE0F05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077"/>
              <a:ext cx="79" cy="57"/>
            </a:xfrm>
            <a:custGeom>
              <a:avLst/>
              <a:gdLst>
                <a:gd name="T0" fmla="*/ 237 w 41"/>
                <a:gd name="T1" fmla="*/ 83 h 28"/>
                <a:gd name="T2" fmla="*/ 100 w 41"/>
                <a:gd name="T3" fmla="*/ 187 h 28"/>
                <a:gd name="T4" fmla="*/ 56 w 41"/>
                <a:gd name="T5" fmla="*/ 24 h 28"/>
                <a:gd name="T6" fmla="*/ 237 w 41"/>
                <a:gd name="T7" fmla="*/ 8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8">
                  <a:moveTo>
                    <a:pt x="33" y="10"/>
                  </a:moveTo>
                  <a:cubicBezTo>
                    <a:pt x="41" y="19"/>
                    <a:pt x="28" y="28"/>
                    <a:pt x="14" y="22"/>
                  </a:cubicBezTo>
                  <a:cubicBezTo>
                    <a:pt x="0" y="16"/>
                    <a:pt x="3" y="6"/>
                    <a:pt x="8" y="3"/>
                  </a:cubicBezTo>
                  <a:cubicBezTo>
                    <a:pt x="14" y="0"/>
                    <a:pt x="27" y="4"/>
                    <a:pt x="33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82" name="Freeform 1448">
              <a:extLst>
                <a:ext uri="{FF2B5EF4-FFF2-40B4-BE49-F238E27FC236}">
                  <a16:creationId xmlns:a16="http://schemas.microsoft.com/office/drawing/2014/main" id="{C36AE104-B30C-4E0A-AFE8-A26682566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093"/>
              <a:ext cx="62" cy="37"/>
            </a:xfrm>
            <a:custGeom>
              <a:avLst/>
              <a:gdLst>
                <a:gd name="T0" fmla="*/ 233 w 32"/>
                <a:gd name="T1" fmla="*/ 60 h 18"/>
                <a:gd name="T2" fmla="*/ 79 w 32"/>
                <a:gd name="T3" fmla="*/ 97 h 18"/>
                <a:gd name="T4" fmla="*/ 8 w 32"/>
                <a:gd name="T5" fmla="*/ 0 h 18"/>
                <a:gd name="T6" fmla="*/ 79 w 32"/>
                <a:gd name="T7" fmla="*/ 123 h 18"/>
                <a:gd name="T8" fmla="*/ 233 w 32"/>
                <a:gd name="T9" fmla="*/ 6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8">
                  <a:moveTo>
                    <a:pt x="32" y="7"/>
                  </a:moveTo>
                  <a:cubicBezTo>
                    <a:pt x="30" y="13"/>
                    <a:pt x="21" y="16"/>
                    <a:pt x="11" y="11"/>
                  </a:cubicBezTo>
                  <a:cubicBezTo>
                    <a:pt x="4" y="8"/>
                    <a:pt x="1" y="4"/>
                    <a:pt x="1" y="0"/>
                  </a:cubicBezTo>
                  <a:cubicBezTo>
                    <a:pt x="0" y="4"/>
                    <a:pt x="2" y="10"/>
                    <a:pt x="11" y="14"/>
                  </a:cubicBezTo>
                  <a:cubicBezTo>
                    <a:pt x="22" y="18"/>
                    <a:pt x="32" y="14"/>
                    <a:pt x="32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83" name="Freeform 1449">
              <a:extLst>
                <a:ext uri="{FF2B5EF4-FFF2-40B4-BE49-F238E27FC236}">
                  <a16:creationId xmlns:a16="http://schemas.microsoft.com/office/drawing/2014/main" id="{4DC44A5C-5086-4567-9A06-06FA28B4A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079"/>
              <a:ext cx="33" cy="10"/>
            </a:xfrm>
            <a:custGeom>
              <a:avLst/>
              <a:gdLst>
                <a:gd name="T0" fmla="*/ 124 w 17"/>
                <a:gd name="T1" fmla="*/ 40 h 5"/>
                <a:gd name="T2" fmla="*/ 0 w 17"/>
                <a:gd name="T3" fmla="*/ 8 h 5"/>
                <a:gd name="T4" fmla="*/ 124 w 17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17" y="5"/>
                  </a:moveTo>
                  <a:cubicBezTo>
                    <a:pt x="13" y="2"/>
                    <a:pt x="4" y="0"/>
                    <a:pt x="0" y="1"/>
                  </a:cubicBezTo>
                  <a:cubicBezTo>
                    <a:pt x="4" y="2"/>
                    <a:pt x="12" y="3"/>
                    <a:pt x="17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84" name="Freeform 1450">
              <a:extLst>
                <a:ext uri="{FF2B5EF4-FFF2-40B4-BE49-F238E27FC236}">
                  <a16:creationId xmlns:a16="http://schemas.microsoft.com/office/drawing/2014/main" id="{6EC62DC6-2254-4720-9E14-F04A2883C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112"/>
              <a:ext cx="50" cy="22"/>
            </a:xfrm>
            <a:custGeom>
              <a:avLst/>
              <a:gdLst>
                <a:gd name="T0" fmla="*/ 0 w 26"/>
                <a:gd name="T1" fmla="*/ 0 h 11"/>
                <a:gd name="T2" fmla="*/ 185 w 26"/>
                <a:gd name="T3" fmla="*/ 32 h 11"/>
                <a:gd name="T4" fmla="*/ 0 w 2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2" y="3"/>
                    <a:pt x="17" y="11"/>
                    <a:pt x="26" y="4"/>
                  </a:cubicBezTo>
                  <a:cubicBezTo>
                    <a:pt x="23" y="8"/>
                    <a:pt x="9" y="11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85" name="Freeform 1451">
              <a:extLst>
                <a:ext uri="{FF2B5EF4-FFF2-40B4-BE49-F238E27FC236}">
                  <a16:creationId xmlns:a16="http://schemas.microsoft.com/office/drawing/2014/main" id="{F648EC80-65E1-4894-90B1-D717386B9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058"/>
              <a:ext cx="120" cy="93"/>
            </a:xfrm>
            <a:custGeom>
              <a:avLst/>
              <a:gdLst>
                <a:gd name="T0" fmla="*/ 269 w 62"/>
                <a:gd name="T1" fmla="*/ 35 h 45"/>
                <a:gd name="T2" fmla="*/ 116 w 62"/>
                <a:gd name="T3" fmla="*/ 25 h 45"/>
                <a:gd name="T4" fmla="*/ 29 w 62"/>
                <a:gd name="T5" fmla="*/ 141 h 45"/>
                <a:gd name="T6" fmla="*/ 240 w 62"/>
                <a:gd name="T7" fmla="*/ 389 h 45"/>
                <a:gd name="T8" fmla="*/ 428 w 62"/>
                <a:gd name="T9" fmla="*/ 192 h 45"/>
                <a:gd name="T10" fmla="*/ 269 w 62"/>
                <a:gd name="T11" fmla="*/ 3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5">
                  <a:moveTo>
                    <a:pt x="37" y="4"/>
                  </a:moveTo>
                  <a:cubicBezTo>
                    <a:pt x="29" y="2"/>
                    <a:pt x="23" y="0"/>
                    <a:pt x="16" y="3"/>
                  </a:cubicBezTo>
                  <a:cubicBezTo>
                    <a:pt x="11" y="6"/>
                    <a:pt x="6" y="10"/>
                    <a:pt x="4" y="16"/>
                  </a:cubicBezTo>
                  <a:cubicBezTo>
                    <a:pt x="0" y="29"/>
                    <a:pt x="15" y="43"/>
                    <a:pt x="33" y="44"/>
                  </a:cubicBezTo>
                  <a:cubicBezTo>
                    <a:pt x="51" y="45"/>
                    <a:pt x="62" y="32"/>
                    <a:pt x="59" y="22"/>
                  </a:cubicBezTo>
                  <a:cubicBezTo>
                    <a:pt x="56" y="13"/>
                    <a:pt x="51" y="10"/>
                    <a:pt x="37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86" name="Freeform 1452">
              <a:extLst>
                <a:ext uri="{FF2B5EF4-FFF2-40B4-BE49-F238E27FC236}">
                  <a16:creationId xmlns:a16="http://schemas.microsoft.com/office/drawing/2014/main" id="{870A6837-B2F3-421A-9B29-9DA17277A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083"/>
              <a:ext cx="64" cy="47"/>
            </a:xfrm>
            <a:custGeom>
              <a:avLst/>
              <a:gdLst>
                <a:gd name="T0" fmla="*/ 217 w 33"/>
                <a:gd name="T1" fmla="*/ 59 h 23"/>
                <a:gd name="T2" fmla="*/ 217 w 33"/>
                <a:gd name="T3" fmla="*/ 147 h 23"/>
                <a:gd name="T4" fmla="*/ 80 w 33"/>
                <a:gd name="T5" fmla="*/ 155 h 23"/>
                <a:gd name="T6" fmla="*/ 8 w 33"/>
                <a:gd name="T7" fmla="*/ 67 h 23"/>
                <a:gd name="T8" fmla="*/ 37 w 33"/>
                <a:gd name="T9" fmla="*/ 0 h 23"/>
                <a:gd name="T10" fmla="*/ 37 w 33"/>
                <a:gd name="T11" fmla="*/ 0 h 23"/>
                <a:gd name="T12" fmla="*/ 0 w 33"/>
                <a:gd name="T13" fmla="*/ 67 h 23"/>
                <a:gd name="T14" fmla="*/ 80 w 33"/>
                <a:gd name="T15" fmla="*/ 163 h 23"/>
                <a:gd name="T16" fmla="*/ 217 w 33"/>
                <a:gd name="T17" fmla="*/ 147 h 23"/>
                <a:gd name="T18" fmla="*/ 217 w 33"/>
                <a:gd name="T19" fmla="*/ 59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3">
                  <a:moveTo>
                    <a:pt x="30" y="7"/>
                  </a:moveTo>
                  <a:cubicBezTo>
                    <a:pt x="33" y="10"/>
                    <a:pt x="33" y="14"/>
                    <a:pt x="30" y="17"/>
                  </a:cubicBezTo>
                  <a:cubicBezTo>
                    <a:pt x="27" y="20"/>
                    <a:pt x="20" y="22"/>
                    <a:pt x="11" y="18"/>
                  </a:cubicBezTo>
                  <a:cubicBezTo>
                    <a:pt x="3" y="15"/>
                    <a:pt x="1" y="11"/>
                    <a:pt x="1" y="8"/>
                  </a:cubicBezTo>
                  <a:cubicBezTo>
                    <a:pt x="1" y="5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1" y="11"/>
                    <a:pt x="3" y="15"/>
                    <a:pt x="11" y="19"/>
                  </a:cubicBezTo>
                  <a:cubicBezTo>
                    <a:pt x="20" y="23"/>
                    <a:pt x="27" y="21"/>
                    <a:pt x="30" y="17"/>
                  </a:cubicBezTo>
                  <a:cubicBezTo>
                    <a:pt x="33" y="14"/>
                    <a:pt x="33" y="10"/>
                    <a:pt x="30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87" name="Freeform 1453">
              <a:extLst>
                <a:ext uri="{FF2B5EF4-FFF2-40B4-BE49-F238E27FC236}">
                  <a16:creationId xmlns:a16="http://schemas.microsoft.com/office/drawing/2014/main" id="{D32CFE62-2DD2-4157-B8FB-EB6A742B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978"/>
              <a:ext cx="119" cy="93"/>
            </a:xfrm>
            <a:custGeom>
              <a:avLst/>
              <a:gdLst>
                <a:gd name="T0" fmla="*/ 184 w 62"/>
                <a:gd name="T1" fmla="*/ 17 h 45"/>
                <a:gd name="T2" fmla="*/ 44 w 62"/>
                <a:gd name="T3" fmla="*/ 99 h 45"/>
                <a:gd name="T4" fmla="*/ 161 w 62"/>
                <a:gd name="T5" fmla="*/ 337 h 45"/>
                <a:gd name="T6" fmla="*/ 401 w 62"/>
                <a:gd name="T7" fmla="*/ 316 h 45"/>
                <a:gd name="T8" fmla="*/ 409 w 62"/>
                <a:gd name="T9" fmla="*/ 184 h 45"/>
                <a:gd name="T10" fmla="*/ 298 w 62"/>
                <a:gd name="T11" fmla="*/ 99 h 45"/>
                <a:gd name="T12" fmla="*/ 184 w 62"/>
                <a:gd name="T13" fmla="*/ 1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5">
                  <a:moveTo>
                    <a:pt x="26" y="2"/>
                  </a:moveTo>
                  <a:cubicBezTo>
                    <a:pt x="18" y="0"/>
                    <a:pt x="11" y="3"/>
                    <a:pt x="6" y="11"/>
                  </a:cubicBezTo>
                  <a:cubicBezTo>
                    <a:pt x="0" y="22"/>
                    <a:pt x="8" y="32"/>
                    <a:pt x="23" y="38"/>
                  </a:cubicBezTo>
                  <a:cubicBezTo>
                    <a:pt x="38" y="44"/>
                    <a:pt x="47" y="45"/>
                    <a:pt x="57" y="36"/>
                  </a:cubicBezTo>
                  <a:cubicBezTo>
                    <a:pt x="61" y="32"/>
                    <a:pt x="62" y="26"/>
                    <a:pt x="58" y="21"/>
                  </a:cubicBezTo>
                  <a:cubicBezTo>
                    <a:pt x="54" y="16"/>
                    <a:pt x="49" y="15"/>
                    <a:pt x="42" y="11"/>
                  </a:cubicBezTo>
                  <a:cubicBezTo>
                    <a:pt x="38" y="9"/>
                    <a:pt x="33" y="3"/>
                    <a:pt x="26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88" name="Freeform 1454">
              <a:extLst>
                <a:ext uri="{FF2B5EF4-FFF2-40B4-BE49-F238E27FC236}">
                  <a16:creationId xmlns:a16="http://schemas.microsoft.com/office/drawing/2014/main" id="{2E4ABE50-4288-4BDB-8957-97ACF4C0E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96"/>
              <a:ext cx="73" cy="48"/>
            </a:xfrm>
            <a:custGeom>
              <a:avLst/>
              <a:gdLst>
                <a:gd name="T0" fmla="*/ 256 w 38"/>
                <a:gd name="T1" fmla="*/ 144 h 23"/>
                <a:gd name="T2" fmla="*/ 108 w 38"/>
                <a:gd name="T3" fmla="*/ 144 h 23"/>
                <a:gd name="T4" fmla="*/ 85 w 38"/>
                <a:gd name="T5" fmla="*/ 8 h 23"/>
                <a:gd name="T6" fmla="*/ 177 w 38"/>
                <a:gd name="T7" fmla="*/ 73 h 23"/>
                <a:gd name="T8" fmla="*/ 256 w 38"/>
                <a:gd name="T9" fmla="*/ 14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3">
                  <a:moveTo>
                    <a:pt x="36" y="16"/>
                  </a:moveTo>
                  <a:cubicBezTo>
                    <a:pt x="38" y="20"/>
                    <a:pt x="29" y="23"/>
                    <a:pt x="15" y="16"/>
                  </a:cubicBezTo>
                  <a:cubicBezTo>
                    <a:pt x="0" y="9"/>
                    <a:pt x="3" y="0"/>
                    <a:pt x="12" y="1"/>
                  </a:cubicBezTo>
                  <a:cubicBezTo>
                    <a:pt x="17" y="1"/>
                    <a:pt x="18" y="3"/>
                    <a:pt x="25" y="8"/>
                  </a:cubicBezTo>
                  <a:cubicBezTo>
                    <a:pt x="32" y="13"/>
                    <a:pt x="35" y="12"/>
                    <a:pt x="36" y="1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89" name="Freeform 1455">
              <a:extLst>
                <a:ext uri="{FF2B5EF4-FFF2-40B4-BE49-F238E27FC236}">
                  <a16:creationId xmlns:a16="http://schemas.microsoft.com/office/drawing/2014/main" id="{8DE678D5-D0D8-46FB-A5A9-1FFB657A8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998"/>
              <a:ext cx="63" cy="42"/>
            </a:xfrm>
            <a:custGeom>
              <a:avLst/>
              <a:gdLst>
                <a:gd name="T0" fmla="*/ 99 w 33"/>
                <a:gd name="T1" fmla="*/ 141 h 20"/>
                <a:gd name="T2" fmla="*/ 229 w 33"/>
                <a:gd name="T3" fmla="*/ 176 h 20"/>
                <a:gd name="T4" fmla="*/ 113 w 33"/>
                <a:gd name="T5" fmla="*/ 120 h 20"/>
                <a:gd name="T6" fmla="*/ 61 w 33"/>
                <a:gd name="T7" fmla="*/ 0 h 20"/>
                <a:gd name="T8" fmla="*/ 99 w 33"/>
                <a:gd name="T9" fmla="*/ 14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14" y="15"/>
                  </a:moveTo>
                  <a:cubicBezTo>
                    <a:pt x="23" y="19"/>
                    <a:pt x="30" y="20"/>
                    <a:pt x="33" y="19"/>
                  </a:cubicBezTo>
                  <a:cubicBezTo>
                    <a:pt x="27" y="19"/>
                    <a:pt x="21" y="16"/>
                    <a:pt x="16" y="13"/>
                  </a:cubicBezTo>
                  <a:cubicBezTo>
                    <a:pt x="12" y="11"/>
                    <a:pt x="1" y="5"/>
                    <a:pt x="9" y="0"/>
                  </a:cubicBezTo>
                  <a:cubicBezTo>
                    <a:pt x="2" y="1"/>
                    <a:pt x="0" y="9"/>
                    <a:pt x="14" y="1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90" name="Freeform 1456">
              <a:extLst>
                <a:ext uri="{FF2B5EF4-FFF2-40B4-BE49-F238E27FC236}">
                  <a16:creationId xmlns:a16="http://schemas.microsoft.com/office/drawing/2014/main" id="{FC9D0DE2-C6DC-4439-AB3C-D82325D59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998"/>
              <a:ext cx="42" cy="29"/>
            </a:xfrm>
            <a:custGeom>
              <a:avLst/>
              <a:gdLst>
                <a:gd name="T0" fmla="*/ 76 w 22"/>
                <a:gd name="T1" fmla="*/ 73 h 14"/>
                <a:gd name="T2" fmla="*/ 116 w 22"/>
                <a:gd name="T3" fmla="*/ 99 h 14"/>
                <a:gd name="T4" fmla="*/ 153 w 22"/>
                <a:gd name="T5" fmla="*/ 124 h 14"/>
                <a:gd name="T6" fmla="*/ 76 w 22"/>
                <a:gd name="T7" fmla="*/ 64 h 14"/>
                <a:gd name="T8" fmla="*/ 0 w 22"/>
                <a:gd name="T9" fmla="*/ 0 h 14"/>
                <a:gd name="T10" fmla="*/ 36 w 22"/>
                <a:gd name="T11" fmla="*/ 35 h 14"/>
                <a:gd name="T12" fmla="*/ 76 w 22"/>
                <a:gd name="T13" fmla="*/ 7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4">
                  <a:moveTo>
                    <a:pt x="11" y="8"/>
                  </a:moveTo>
                  <a:cubicBezTo>
                    <a:pt x="13" y="10"/>
                    <a:pt x="15" y="10"/>
                    <a:pt x="17" y="11"/>
                  </a:cubicBezTo>
                  <a:cubicBezTo>
                    <a:pt x="19" y="12"/>
                    <a:pt x="20" y="13"/>
                    <a:pt x="22" y="14"/>
                  </a:cubicBezTo>
                  <a:cubicBezTo>
                    <a:pt x="20" y="11"/>
                    <a:pt x="18" y="12"/>
                    <a:pt x="11" y="7"/>
                  </a:cubicBezTo>
                  <a:cubicBezTo>
                    <a:pt x="5" y="3"/>
                    <a:pt x="4" y="1"/>
                    <a:pt x="0" y="0"/>
                  </a:cubicBezTo>
                  <a:cubicBezTo>
                    <a:pt x="2" y="1"/>
                    <a:pt x="4" y="3"/>
                    <a:pt x="5" y="4"/>
                  </a:cubicBezTo>
                  <a:cubicBezTo>
                    <a:pt x="6" y="5"/>
                    <a:pt x="8" y="7"/>
                    <a:pt x="11" y="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91" name="Freeform 1457">
              <a:extLst>
                <a:ext uri="{FF2B5EF4-FFF2-40B4-BE49-F238E27FC236}">
                  <a16:creationId xmlns:a16="http://schemas.microsoft.com/office/drawing/2014/main" id="{CE26D4E8-AD39-49B9-8901-D25E88586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980"/>
              <a:ext cx="56" cy="37"/>
            </a:xfrm>
            <a:custGeom>
              <a:avLst/>
              <a:gdLst>
                <a:gd name="T0" fmla="*/ 209 w 29"/>
                <a:gd name="T1" fmla="*/ 43 h 18"/>
                <a:gd name="T2" fmla="*/ 64 w 29"/>
                <a:gd name="T3" fmla="*/ 33 h 18"/>
                <a:gd name="T4" fmla="*/ 8 w 29"/>
                <a:gd name="T5" fmla="*/ 156 h 18"/>
                <a:gd name="T6" fmla="*/ 85 w 29"/>
                <a:gd name="T7" fmla="*/ 33 h 18"/>
                <a:gd name="T8" fmla="*/ 209 w 29"/>
                <a:gd name="T9" fmla="*/ 4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">
                  <a:moveTo>
                    <a:pt x="29" y="5"/>
                  </a:moveTo>
                  <a:cubicBezTo>
                    <a:pt x="25" y="2"/>
                    <a:pt x="16" y="0"/>
                    <a:pt x="9" y="4"/>
                  </a:cubicBezTo>
                  <a:cubicBezTo>
                    <a:pt x="3" y="8"/>
                    <a:pt x="0" y="15"/>
                    <a:pt x="1" y="18"/>
                  </a:cubicBezTo>
                  <a:cubicBezTo>
                    <a:pt x="1" y="16"/>
                    <a:pt x="4" y="7"/>
                    <a:pt x="12" y="4"/>
                  </a:cubicBezTo>
                  <a:cubicBezTo>
                    <a:pt x="20" y="1"/>
                    <a:pt x="26" y="4"/>
                    <a:pt x="29" y="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92" name="Freeform 1458">
              <a:extLst>
                <a:ext uri="{FF2B5EF4-FFF2-40B4-BE49-F238E27FC236}">
                  <a16:creationId xmlns:a16="http://schemas.microsoft.com/office/drawing/2014/main" id="{F0CA1C22-8304-46B9-A3F1-17F3B7588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005"/>
              <a:ext cx="33" cy="28"/>
            </a:xfrm>
            <a:custGeom>
              <a:avLst/>
              <a:gdLst>
                <a:gd name="T0" fmla="*/ 0 w 17"/>
                <a:gd name="T1" fmla="*/ 0 h 14"/>
                <a:gd name="T2" fmla="*/ 124 w 17"/>
                <a:gd name="T3" fmla="*/ 112 h 14"/>
                <a:gd name="T4" fmla="*/ 72 w 17"/>
                <a:gd name="T5" fmla="*/ 48 h 14"/>
                <a:gd name="T6" fmla="*/ 0 w 1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5" y="2"/>
                    <a:pt x="14" y="4"/>
                    <a:pt x="17" y="14"/>
                  </a:cubicBezTo>
                  <a:cubicBezTo>
                    <a:pt x="16" y="12"/>
                    <a:pt x="13" y="9"/>
                    <a:pt x="10" y="6"/>
                  </a:cubicBezTo>
                  <a:cubicBezTo>
                    <a:pt x="7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93" name="Freeform 1459">
              <a:extLst>
                <a:ext uri="{FF2B5EF4-FFF2-40B4-BE49-F238E27FC236}">
                  <a16:creationId xmlns:a16="http://schemas.microsoft.com/office/drawing/2014/main" id="{014F74FE-F244-4CD4-B2BE-59059AB6B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011"/>
              <a:ext cx="56" cy="33"/>
            </a:xfrm>
            <a:custGeom>
              <a:avLst/>
              <a:gdLst>
                <a:gd name="T0" fmla="*/ 0 w 29"/>
                <a:gd name="T1" fmla="*/ 0 h 16"/>
                <a:gd name="T2" fmla="*/ 85 w 29"/>
                <a:gd name="T3" fmla="*/ 89 h 16"/>
                <a:gd name="T4" fmla="*/ 209 w 29"/>
                <a:gd name="T5" fmla="*/ 116 h 16"/>
                <a:gd name="T6" fmla="*/ 79 w 29"/>
                <a:gd name="T7" fmla="*/ 97 h 16"/>
                <a:gd name="T8" fmla="*/ 0 w 2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6">
                  <a:moveTo>
                    <a:pt x="0" y="0"/>
                  </a:moveTo>
                  <a:cubicBezTo>
                    <a:pt x="1" y="4"/>
                    <a:pt x="5" y="7"/>
                    <a:pt x="12" y="10"/>
                  </a:cubicBezTo>
                  <a:cubicBezTo>
                    <a:pt x="19" y="13"/>
                    <a:pt x="25" y="15"/>
                    <a:pt x="29" y="13"/>
                  </a:cubicBezTo>
                  <a:cubicBezTo>
                    <a:pt x="27" y="14"/>
                    <a:pt x="21" y="16"/>
                    <a:pt x="11" y="11"/>
                  </a:cubicBezTo>
                  <a:cubicBezTo>
                    <a:pt x="2" y="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94" name="Freeform 1460">
              <a:extLst>
                <a:ext uri="{FF2B5EF4-FFF2-40B4-BE49-F238E27FC236}">
                  <a16:creationId xmlns:a16="http://schemas.microsoft.com/office/drawing/2014/main" id="{2E36BA33-C991-4544-B331-62512B730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040"/>
              <a:ext cx="87" cy="26"/>
            </a:xfrm>
            <a:custGeom>
              <a:avLst/>
              <a:gdLst>
                <a:gd name="T0" fmla="*/ 0 w 45"/>
                <a:gd name="T1" fmla="*/ 0 h 13"/>
                <a:gd name="T2" fmla="*/ 232 w 45"/>
                <a:gd name="T3" fmla="*/ 96 h 13"/>
                <a:gd name="T4" fmla="*/ 325 w 45"/>
                <a:gd name="T5" fmla="*/ 40 h 13"/>
                <a:gd name="T6" fmla="*/ 188 w 45"/>
                <a:gd name="T7" fmla="*/ 80 h 13"/>
                <a:gd name="T8" fmla="*/ 0 w 4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">
                  <a:moveTo>
                    <a:pt x="0" y="0"/>
                  </a:moveTo>
                  <a:cubicBezTo>
                    <a:pt x="3" y="3"/>
                    <a:pt x="20" y="13"/>
                    <a:pt x="32" y="12"/>
                  </a:cubicBezTo>
                  <a:cubicBezTo>
                    <a:pt x="34" y="11"/>
                    <a:pt x="40" y="10"/>
                    <a:pt x="45" y="5"/>
                  </a:cubicBezTo>
                  <a:cubicBezTo>
                    <a:pt x="44" y="6"/>
                    <a:pt x="38" y="11"/>
                    <a:pt x="26" y="10"/>
                  </a:cubicBezTo>
                  <a:cubicBezTo>
                    <a:pt x="14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95" name="Freeform 1461">
              <a:extLst>
                <a:ext uri="{FF2B5EF4-FFF2-40B4-BE49-F238E27FC236}">
                  <a16:creationId xmlns:a16="http://schemas.microsoft.com/office/drawing/2014/main" id="{10DFB540-BDBE-4570-9E64-A226C368A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978"/>
              <a:ext cx="119" cy="93"/>
            </a:xfrm>
            <a:custGeom>
              <a:avLst/>
              <a:gdLst>
                <a:gd name="T0" fmla="*/ 184 w 62"/>
                <a:gd name="T1" fmla="*/ 17 h 45"/>
                <a:gd name="T2" fmla="*/ 44 w 62"/>
                <a:gd name="T3" fmla="*/ 99 h 45"/>
                <a:gd name="T4" fmla="*/ 161 w 62"/>
                <a:gd name="T5" fmla="*/ 337 h 45"/>
                <a:gd name="T6" fmla="*/ 401 w 62"/>
                <a:gd name="T7" fmla="*/ 316 h 45"/>
                <a:gd name="T8" fmla="*/ 409 w 62"/>
                <a:gd name="T9" fmla="*/ 184 h 45"/>
                <a:gd name="T10" fmla="*/ 298 w 62"/>
                <a:gd name="T11" fmla="*/ 99 h 45"/>
                <a:gd name="T12" fmla="*/ 184 w 62"/>
                <a:gd name="T13" fmla="*/ 1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5">
                  <a:moveTo>
                    <a:pt x="26" y="2"/>
                  </a:moveTo>
                  <a:cubicBezTo>
                    <a:pt x="18" y="0"/>
                    <a:pt x="11" y="3"/>
                    <a:pt x="6" y="11"/>
                  </a:cubicBezTo>
                  <a:cubicBezTo>
                    <a:pt x="0" y="22"/>
                    <a:pt x="8" y="32"/>
                    <a:pt x="23" y="38"/>
                  </a:cubicBezTo>
                  <a:cubicBezTo>
                    <a:pt x="38" y="44"/>
                    <a:pt x="47" y="45"/>
                    <a:pt x="57" y="36"/>
                  </a:cubicBezTo>
                  <a:cubicBezTo>
                    <a:pt x="61" y="32"/>
                    <a:pt x="62" y="26"/>
                    <a:pt x="58" y="21"/>
                  </a:cubicBezTo>
                  <a:cubicBezTo>
                    <a:pt x="54" y="16"/>
                    <a:pt x="49" y="15"/>
                    <a:pt x="42" y="11"/>
                  </a:cubicBezTo>
                  <a:cubicBezTo>
                    <a:pt x="38" y="9"/>
                    <a:pt x="33" y="3"/>
                    <a:pt x="26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96" name="Freeform 1462">
              <a:extLst>
                <a:ext uri="{FF2B5EF4-FFF2-40B4-BE49-F238E27FC236}">
                  <a16:creationId xmlns:a16="http://schemas.microsoft.com/office/drawing/2014/main" id="{6E31D796-435B-4032-BEEF-8EB49626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998"/>
              <a:ext cx="65" cy="42"/>
            </a:xfrm>
            <a:custGeom>
              <a:avLst/>
              <a:gdLst>
                <a:gd name="T0" fmla="*/ 229 w 34"/>
                <a:gd name="T1" fmla="*/ 141 h 20"/>
                <a:gd name="T2" fmla="*/ 229 w 34"/>
                <a:gd name="T3" fmla="*/ 168 h 20"/>
                <a:gd name="T4" fmla="*/ 84 w 34"/>
                <a:gd name="T5" fmla="*/ 141 h 20"/>
                <a:gd name="T6" fmla="*/ 15 w 34"/>
                <a:gd name="T7" fmla="*/ 27 h 20"/>
                <a:gd name="T8" fmla="*/ 63 w 34"/>
                <a:gd name="T9" fmla="*/ 0 h 20"/>
                <a:gd name="T10" fmla="*/ 63 w 34"/>
                <a:gd name="T11" fmla="*/ 0 h 20"/>
                <a:gd name="T12" fmla="*/ 15 w 34"/>
                <a:gd name="T13" fmla="*/ 27 h 20"/>
                <a:gd name="T14" fmla="*/ 76 w 34"/>
                <a:gd name="T15" fmla="*/ 141 h 20"/>
                <a:gd name="T16" fmla="*/ 229 w 34"/>
                <a:gd name="T17" fmla="*/ 168 h 20"/>
                <a:gd name="T18" fmla="*/ 229 w 34"/>
                <a:gd name="T19" fmla="*/ 141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20">
                  <a:moveTo>
                    <a:pt x="33" y="15"/>
                  </a:moveTo>
                  <a:cubicBezTo>
                    <a:pt x="33" y="16"/>
                    <a:pt x="33" y="17"/>
                    <a:pt x="33" y="18"/>
                  </a:cubicBezTo>
                  <a:cubicBezTo>
                    <a:pt x="31" y="20"/>
                    <a:pt x="23" y="20"/>
                    <a:pt x="12" y="15"/>
                  </a:cubicBezTo>
                  <a:cubicBezTo>
                    <a:pt x="3" y="11"/>
                    <a:pt x="1" y="6"/>
                    <a:pt x="2" y="3"/>
                  </a:cubicBezTo>
                  <a:cubicBezTo>
                    <a:pt x="3" y="1"/>
                    <a:pt x="6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6"/>
                    <a:pt x="2" y="11"/>
                    <a:pt x="11" y="15"/>
                  </a:cubicBezTo>
                  <a:cubicBezTo>
                    <a:pt x="23" y="20"/>
                    <a:pt x="30" y="20"/>
                    <a:pt x="33" y="18"/>
                  </a:cubicBezTo>
                  <a:cubicBezTo>
                    <a:pt x="34" y="17"/>
                    <a:pt x="34" y="16"/>
                    <a:pt x="33" y="1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97" name="Freeform 1463">
              <a:extLst>
                <a:ext uri="{FF2B5EF4-FFF2-40B4-BE49-F238E27FC236}">
                  <a16:creationId xmlns:a16="http://schemas.microsoft.com/office/drawing/2014/main" id="{0407BBC1-EEC5-4D8A-BC79-7536F4FBB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015"/>
              <a:ext cx="141" cy="84"/>
            </a:xfrm>
            <a:custGeom>
              <a:avLst/>
              <a:gdLst>
                <a:gd name="T0" fmla="*/ 164 w 73"/>
                <a:gd name="T1" fmla="*/ 16 h 41"/>
                <a:gd name="T2" fmla="*/ 64 w 73"/>
                <a:gd name="T3" fmla="*/ 104 h 41"/>
                <a:gd name="T4" fmla="*/ 253 w 73"/>
                <a:gd name="T5" fmla="*/ 352 h 41"/>
                <a:gd name="T6" fmla="*/ 518 w 73"/>
                <a:gd name="T7" fmla="*/ 180 h 41"/>
                <a:gd name="T8" fmla="*/ 433 w 73"/>
                <a:gd name="T9" fmla="*/ 25 h 41"/>
                <a:gd name="T10" fmla="*/ 280 w 73"/>
                <a:gd name="T11" fmla="*/ 16 h 41"/>
                <a:gd name="T12" fmla="*/ 164 w 73"/>
                <a:gd name="T13" fmla="*/ 1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23" y="2"/>
                  </a:moveTo>
                  <a:cubicBezTo>
                    <a:pt x="16" y="4"/>
                    <a:pt x="12" y="8"/>
                    <a:pt x="9" y="12"/>
                  </a:cubicBezTo>
                  <a:cubicBezTo>
                    <a:pt x="0" y="28"/>
                    <a:pt x="16" y="40"/>
                    <a:pt x="35" y="41"/>
                  </a:cubicBezTo>
                  <a:cubicBezTo>
                    <a:pt x="55" y="41"/>
                    <a:pt x="71" y="30"/>
                    <a:pt x="72" y="21"/>
                  </a:cubicBezTo>
                  <a:cubicBezTo>
                    <a:pt x="73" y="12"/>
                    <a:pt x="69" y="6"/>
                    <a:pt x="60" y="3"/>
                  </a:cubicBezTo>
                  <a:cubicBezTo>
                    <a:pt x="53" y="0"/>
                    <a:pt x="44" y="1"/>
                    <a:pt x="39" y="2"/>
                  </a:cubicBezTo>
                  <a:cubicBezTo>
                    <a:pt x="33" y="2"/>
                    <a:pt x="27" y="1"/>
                    <a:pt x="23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98" name="Freeform 1464">
              <a:extLst>
                <a:ext uri="{FF2B5EF4-FFF2-40B4-BE49-F238E27FC236}">
                  <a16:creationId xmlns:a16="http://schemas.microsoft.com/office/drawing/2014/main" id="{A14E6BBD-F788-4979-B959-4B8FE5F74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017"/>
              <a:ext cx="112" cy="41"/>
            </a:xfrm>
            <a:custGeom>
              <a:avLst/>
              <a:gdLst>
                <a:gd name="T0" fmla="*/ 332 w 58"/>
                <a:gd name="T1" fmla="*/ 25 h 20"/>
                <a:gd name="T2" fmla="*/ 187 w 58"/>
                <a:gd name="T3" fmla="*/ 8 h 20"/>
                <a:gd name="T4" fmla="*/ 79 w 58"/>
                <a:gd name="T5" fmla="*/ 16 h 20"/>
                <a:gd name="T6" fmla="*/ 0 w 58"/>
                <a:gd name="T7" fmla="*/ 76 h 20"/>
                <a:gd name="T8" fmla="*/ 71 w 58"/>
                <a:gd name="T9" fmla="*/ 33 h 20"/>
                <a:gd name="T10" fmla="*/ 180 w 58"/>
                <a:gd name="T11" fmla="*/ 25 h 20"/>
                <a:gd name="T12" fmla="*/ 324 w 58"/>
                <a:gd name="T13" fmla="*/ 33 h 20"/>
                <a:gd name="T14" fmla="*/ 409 w 58"/>
                <a:gd name="T15" fmla="*/ 172 h 20"/>
                <a:gd name="T16" fmla="*/ 409 w 58"/>
                <a:gd name="T17" fmla="*/ 172 h 20"/>
                <a:gd name="T18" fmla="*/ 332 w 58"/>
                <a:gd name="T19" fmla="*/ 2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46" y="3"/>
                  </a:moveTo>
                  <a:cubicBezTo>
                    <a:pt x="40" y="0"/>
                    <a:pt x="31" y="1"/>
                    <a:pt x="26" y="1"/>
                  </a:cubicBezTo>
                  <a:cubicBezTo>
                    <a:pt x="21" y="2"/>
                    <a:pt x="15" y="1"/>
                    <a:pt x="11" y="2"/>
                  </a:cubicBezTo>
                  <a:cubicBezTo>
                    <a:pt x="6" y="4"/>
                    <a:pt x="2" y="6"/>
                    <a:pt x="0" y="9"/>
                  </a:cubicBezTo>
                  <a:cubicBezTo>
                    <a:pt x="2" y="6"/>
                    <a:pt x="5" y="5"/>
                    <a:pt x="10" y="4"/>
                  </a:cubicBezTo>
                  <a:cubicBezTo>
                    <a:pt x="14" y="2"/>
                    <a:pt x="20" y="3"/>
                    <a:pt x="25" y="3"/>
                  </a:cubicBezTo>
                  <a:cubicBezTo>
                    <a:pt x="30" y="3"/>
                    <a:pt x="39" y="2"/>
                    <a:pt x="45" y="4"/>
                  </a:cubicBezTo>
                  <a:cubicBezTo>
                    <a:pt x="53" y="7"/>
                    <a:pt x="58" y="11"/>
                    <a:pt x="57" y="20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8" y="11"/>
                    <a:pt x="54" y="5"/>
                    <a:pt x="46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99" name="Freeform 1465">
              <a:extLst>
                <a:ext uri="{FF2B5EF4-FFF2-40B4-BE49-F238E27FC236}">
                  <a16:creationId xmlns:a16="http://schemas.microsoft.com/office/drawing/2014/main" id="{43361357-D594-4BEA-9CA1-FC472712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036"/>
              <a:ext cx="128" cy="61"/>
            </a:xfrm>
            <a:custGeom>
              <a:avLst/>
              <a:gdLst>
                <a:gd name="T0" fmla="*/ 256 w 66"/>
                <a:gd name="T1" fmla="*/ 236 h 30"/>
                <a:gd name="T2" fmla="*/ 72 w 66"/>
                <a:gd name="T3" fmla="*/ 8 h 30"/>
                <a:gd name="T4" fmla="*/ 72 w 66"/>
                <a:gd name="T5" fmla="*/ 0 h 30"/>
                <a:gd name="T6" fmla="*/ 60 w 66"/>
                <a:gd name="T7" fmla="*/ 24 h 30"/>
                <a:gd name="T8" fmla="*/ 248 w 66"/>
                <a:gd name="T9" fmla="*/ 252 h 30"/>
                <a:gd name="T10" fmla="*/ 481 w 66"/>
                <a:gd name="T11" fmla="*/ 136 h 30"/>
                <a:gd name="T12" fmla="*/ 256 w 66"/>
                <a:gd name="T13" fmla="*/ 23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0">
                  <a:moveTo>
                    <a:pt x="35" y="28"/>
                  </a:moveTo>
                  <a:cubicBezTo>
                    <a:pt x="16" y="27"/>
                    <a:pt x="1" y="15"/>
                    <a:pt x="10" y="1"/>
                  </a:cubicBezTo>
                  <a:cubicBezTo>
                    <a:pt x="10" y="1"/>
                    <a:pt x="10" y="1"/>
                    <a:pt x="10" y="0"/>
                  </a:cubicBezTo>
                  <a:cubicBezTo>
                    <a:pt x="9" y="1"/>
                    <a:pt x="9" y="2"/>
                    <a:pt x="8" y="3"/>
                  </a:cubicBezTo>
                  <a:cubicBezTo>
                    <a:pt x="0" y="17"/>
                    <a:pt x="15" y="29"/>
                    <a:pt x="34" y="30"/>
                  </a:cubicBezTo>
                  <a:cubicBezTo>
                    <a:pt x="49" y="30"/>
                    <a:pt x="62" y="23"/>
                    <a:pt x="66" y="16"/>
                  </a:cubicBezTo>
                  <a:cubicBezTo>
                    <a:pt x="61" y="23"/>
                    <a:pt x="49" y="29"/>
                    <a:pt x="35" y="2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00" name="Freeform 1466">
              <a:extLst>
                <a:ext uri="{FF2B5EF4-FFF2-40B4-BE49-F238E27FC236}">
                  <a16:creationId xmlns:a16="http://schemas.microsoft.com/office/drawing/2014/main" id="{A617F2A0-24DE-463D-A9C2-EA6CCAD7F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040"/>
              <a:ext cx="75" cy="37"/>
            </a:xfrm>
            <a:custGeom>
              <a:avLst/>
              <a:gdLst>
                <a:gd name="T0" fmla="*/ 269 w 39"/>
                <a:gd name="T1" fmla="*/ 51 h 18"/>
                <a:gd name="T2" fmla="*/ 92 w 39"/>
                <a:gd name="T3" fmla="*/ 140 h 18"/>
                <a:gd name="T4" fmla="*/ 37 w 39"/>
                <a:gd name="T5" fmla="*/ 33 h 18"/>
                <a:gd name="T6" fmla="*/ 163 w 39"/>
                <a:gd name="T7" fmla="*/ 0 h 18"/>
                <a:gd name="T8" fmla="*/ 269 w 39"/>
                <a:gd name="T9" fmla="*/ 5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6"/>
                  </a:moveTo>
                  <a:cubicBezTo>
                    <a:pt x="38" y="15"/>
                    <a:pt x="24" y="18"/>
                    <a:pt x="13" y="16"/>
                  </a:cubicBezTo>
                  <a:cubicBezTo>
                    <a:pt x="2" y="14"/>
                    <a:pt x="0" y="7"/>
                    <a:pt x="5" y="4"/>
                  </a:cubicBezTo>
                  <a:cubicBezTo>
                    <a:pt x="9" y="1"/>
                    <a:pt x="14" y="0"/>
                    <a:pt x="23" y="0"/>
                  </a:cubicBezTo>
                  <a:cubicBezTo>
                    <a:pt x="32" y="1"/>
                    <a:pt x="39" y="2"/>
                    <a:pt x="38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01" name="Freeform 1467">
              <a:extLst>
                <a:ext uri="{FF2B5EF4-FFF2-40B4-BE49-F238E27FC236}">
                  <a16:creationId xmlns:a16="http://schemas.microsoft.com/office/drawing/2014/main" id="{DE72A484-8587-45F1-8161-4B7EBAB89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052"/>
              <a:ext cx="71" cy="25"/>
            </a:xfrm>
            <a:custGeom>
              <a:avLst/>
              <a:gdLst>
                <a:gd name="T0" fmla="*/ 92 w 37"/>
                <a:gd name="T1" fmla="*/ 65 h 12"/>
                <a:gd name="T2" fmla="*/ 15 w 37"/>
                <a:gd name="T3" fmla="*/ 0 h 12"/>
                <a:gd name="T4" fmla="*/ 84 w 37"/>
                <a:gd name="T5" fmla="*/ 92 h 12"/>
                <a:gd name="T6" fmla="*/ 261 w 37"/>
                <a:gd name="T7" fmla="*/ 8 h 12"/>
                <a:gd name="T8" fmla="*/ 92 w 37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2">
                  <a:moveTo>
                    <a:pt x="13" y="7"/>
                  </a:moveTo>
                  <a:cubicBezTo>
                    <a:pt x="5" y="6"/>
                    <a:pt x="2" y="3"/>
                    <a:pt x="2" y="0"/>
                  </a:cubicBezTo>
                  <a:cubicBezTo>
                    <a:pt x="0" y="3"/>
                    <a:pt x="2" y="8"/>
                    <a:pt x="12" y="10"/>
                  </a:cubicBezTo>
                  <a:cubicBezTo>
                    <a:pt x="23" y="12"/>
                    <a:pt x="36" y="9"/>
                    <a:pt x="37" y="1"/>
                  </a:cubicBezTo>
                  <a:cubicBezTo>
                    <a:pt x="34" y="7"/>
                    <a:pt x="22" y="9"/>
                    <a:pt x="13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02" name="Freeform 1468">
              <a:extLst>
                <a:ext uri="{FF2B5EF4-FFF2-40B4-BE49-F238E27FC236}">
                  <a16:creationId xmlns:a16="http://schemas.microsoft.com/office/drawing/2014/main" id="{CF1253AD-3328-4010-BBB6-3AF07C998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038"/>
              <a:ext cx="48" cy="8"/>
            </a:xfrm>
            <a:custGeom>
              <a:avLst/>
              <a:gdLst>
                <a:gd name="T0" fmla="*/ 0 w 25"/>
                <a:gd name="T1" fmla="*/ 16 h 4"/>
                <a:gd name="T2" fmla="*/ 177 w 25"/>
                <a:gd name="T3" fmla="*/ 32 h 4"/>
                <a:gd name="T4" fmla="*/ 77 w 25"/>
                <a:gd name="T5" fmla="*/ 24 h 4"/>
                <a:gd name="T6" fmla="*/ 0 w 25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">
                  <a:moveTo>
                    <a:pt x="0" y="2"/>
                  </a:moveTo>
                  <a:cubicBezTo>
                    <a:pt x="7" y="1"/>
                    <a:pt x="19" y="0"/>
                    <a:pt x="25" y="4"/>
                  </a:cubicBezTo>
                  <a:cubicBezTo>
                    <a:pt x="21" y="3"/>
                    <a:pt x="15" y="3"/>
                    <a:pt x="11" y="3"/>
                  </a:cubicBezTo>
                  <a:cubicBezTo>
                    <a:pt x="6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03" name="Freeform 1469">
              <a:extLst>
                <a:ext uri="{FF2B5EF4-FFF2-40B4-BE49-F238E27FC236}">
                  <a16:creationId xmlns:a16="http://schemas.microsoft.com/office/drawing/2014/main" id="{2CA48050-1946-499F-A4FA-E67AB1E68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033"/>
              <a:ext cx="42" cy="13"/>
            </a:xfrm>
            <a:custGeom>
              <a:avLst/>
              <a:gdLst>
                <a:gd name="T0" fmla="*/ 84 w 22"/>
                <a:gd name="T1" fmla="*/ 9 h 6"/>
                <a:gd name="T2" fmla="*/ 0 w 22"/>
                <a:gd name="T3" fmla="*/ 20 h 6"/>
                <a:gd name="T4" fmla="*/ 153 w 22"/>
                <a:gd name="T5" fmla="*/ 61 h 6"/>
                <a:gd name="T6" fmla="*/ 84 w 22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">
                  <a:moveTo>
                    <a:pt x="12" y="1"/>
                  </a:moveTo>
                  <a:cubicBezTo>
                    <a:pt x="9" y="0"/>
                    <a:pt x="5" y="1"/>
                    <a:pt x="0" y="2"/>
                  </a:cubicBezTo>
                  <a:cubicBezTo>
                    <a:pt x="5" y="1"/>
                    <a:pt x="20" y="1"/>
                    <a:pt x="22" y="6"/>
                  </a:cubicBezTo>
                  <a:cubicBezTo>
                    <a:pt x="22" y="5"/>
                    <a:pt x="18" y="2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04" name="Freeform 1470">
              <a:extLst>
                <a:ext uri="{FF2B5EF4-FFF2-40B4-BE49-F238E27FC236}">
                  <a16:creationId xmlns:a16="http://schemas.microsoft.com/office/drawing/2014/main" id="{5DA25180-4C2D-4EA5-9E63-CD50D8E26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068"/>
              <a:ext cx="55" cy="15"/>
            </a:xfrm>
            <a:custGeom>
              <a:avLst/>
              <a:gdLst>
                <a:gd name="T0" fmla="*/ 0 w 28"/>
                <a:gd name="T1" fmla="*/ 9 h 7"/>
                <a:gd name="T2" fmla="*/ 212 w 28"/>
                <a:gd name="T3" fmla="*/ 0 h 7"/>
                <a:gd name="T4" fmla="*/ 0 w 28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">
                  <a:moveTo>
                    <a:pt x="0" y="1"/>
                  </a:moveTo>
                  <a:cubicBezTo>
                    <a:pt x="4" y="3"/>
                    <a:pt x="18" y="5"/>
                    <a:pt x="28" y="0"/>
                  </a:cubicBezTo>
                  <a:cubicBezTo>
                    <a:pt x="25" y="3"/>
                    <a:pt x="11" y="7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05" name="Freeform 1471">
              <a:extLst>
                <a:ext uri="{FF2B5EF4-FFF2-40B4-BE49-F238E27FC236}">
                  <a16:creationId xmlns:a16="http://schemas.microsoft.com/office/drawing/2014/main" id="{44AB8D58-FE69-47E9-B7AE-E5640599A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015"/>
              <a:ext cx="141" cy="84"/>
            </a:xfrm>
            <a:custGeom>
              <a:avLst/>
              <a:gdLst>
                <a:gd name="T0" fmla="*/ 164 w 73"/>
                <a:gd name="T1" fmla="*/ 16 h 41"/>
                <a:gd name="T2" fmla="*/ 64 w 73"/>
                <a:gd name="T3" fmla="*/ 104 h 41"/>
                <a:gd name="T4" fmla="*/ 253 w 73"/>
                <a:gd name="T5" fmla="*/ 352 h 41"/>
                <a:gd name="T6" fmla="*/ 518 w 73"/>
                <a:gd name="T7" fmla="*/ 180 h 41"/>
                <a:gd name="T8" fmla="*/ 433 w 73"/>
                <a:gd name="T9" fmla="*/ 25 h 41"/>
                <a:gd name="T10" fmla="*/ 280 w 73"/>
                <a:gd name="T11" fmla="*/ 16 h 41"/>
                <a:gd name="T12" fmla="*/ 164 w 73"/>
                <a:gd name="T13" fmla="*/ 1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23" y="2"/>
                  </a:moveTo>
                  <a:cubicBezTo>
                    <a:pt x="16" y="4"/>
                    <a:pt x="12" y="8"/>
                    <a:pt x="9" y="12"/>
                  </a:cubicBezTo>
                  <a:cubicBezTo>
                    <a:pt x="0" y="28"/>
                    <a:pt x="16" y="40"/>
                    <a:pt x="35" y="41"/>
                  </a:cubicBezTo>
                  <a:cubicBezTo>
                    <a:pt x="55" y="41"/>
                    <a:pt x="71" y="30"/>
                    <a:pt x="72" y="21"/>
                  </a:cubicBezTo>
                  <a:cubicBezTo>
                    <a:pt x="73" y="12"/>
                    <a:pt x="69" y="6"/>
                    <a:pt x="60" y="3"/>
                  </a:cubicBezTo>
                  <a:cubicBezTo>
                    <a:pt x="53" y="0"/>
                    <a:pt x="44" y="1"/>
                    <a:pt x="39" y="2"/>
                  </a:cubicBezTo>
                  <a:cubicBezTo>
                    <a:pt x="33" y="2"/>
                    <a:pt x="27" y="1"/>
                    <a:pt x="23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06" name="Freeform 1472">
              <a:extLst>
                <a:ext uri="{FF2B5EF4-FFF2-40B4-BE49-F238E27FC236}">
                  <a16:creationId xmlns:a16="http://schemas.microsoft.com/office/drawing/2014/main" id="{96040488-11E9-411B-99EC-83C55AB95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048"/>
              <a:ext cx="69" cy="27"/>
            </a:xfrm>
            <a:custGeom>
              <a:avLst/>
              <a:gdLst>
                <a:gd name="T0" fmla="*/ 0 w 36"/>
                <a:gd name="T1" fmla="*/ 44 h 13"/>
                <a:gd name="T2" fmla="*/ 77 w 36"/>
                <a:gd name="T3" fmla="*/ 108 h 13"/>
                <a:gd name="T4" fmla="*/ 232 w 36"/>
                <a:gd name="T5" fmla="*/ 81 h 13"/>
                <a:gd name="T6" fmla="*/ 253 w 36"/>
                <a:gd name="T7" fmla="*/ 17 h 13"/>
                <a:gd name="T8" fmla="*/ 253 w 36"/>
                <a:gd name="T9" fmla="*/ 17 h 13"/>
                <a:gd name="T10" fmla="*/ 224 w 36"/>
                <a:gd name="T11" fmla="*/ 81 h 13"/>
                <a:gd name="T12" fmla="*/ 77 w 36"/>
                <a:gd name="T13" fmla="*/ 100 h 13"/>
                <a:gd name="T14" fmla="*/ 8 w 36"/>
                <a:gd name="T15" fmla="*/ 44 h 13"/>
                <a:gd name="T16" fmla="*/ 23 w 36"/>
                <a:gd name="T17" fmla="*/ 0 h 13"/>
                <a:gd name="T18" fmla="*/ 23 w 36"/>
                <a:gd name="T19" fmla="*/ 0 h 13"/>
                <a:gd name="T20" fmla="*/ 0 w 36"/>
                <a:gd name="T21" fmla="*/ 44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13">
                  <a:moveTo>
                    <a:pt x="0" y="5"/>
                  </a:moveTo>
                  <a:cubicBezTo>
                    <a:pt x="1" y="8"/>
                    <a:pt x="5" y="11"/>
                    <a:pt x="11" y="12"/>
                  </a:cubicBezTo>
                  <a:cubicBezTo>
                    <a:pt x="19" y="13"/>
                    <a:pt x="28" y="12"/>
                    <a:pt x="33" y="9"/>
                  </a:cubicBezTo>
                  <a:cubicBezTo>
                    <a:pt x="35" y="7"/>
                    <a:pt x="36" y="5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5"/>
                    <a:pt x="35" y="7"/>
                    <a:pt x="32" y="9"/>
                  </a:cubicBezTo>
                  <a:cubicBezTo>
                    <a:pt x="28" y="12"/>
                    <a:pt x="19" y="13"/>
                    <a:pt x="11" y="11"/>
                  </a:cubicBezTo>
                  <a:cubicBezTo>
                    <a:pt x="5" y="10"/>
                    <a:pt x="1" y="8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07" name="Freeform 1473">
              <a:extLst>
                <a:ext uri="{FF2B5EF4-FFF2-40B4-BE49-F238E27FC236}">
                  <a16:creationId xmlns:a16="http://schemas.microsoft.com/office/drawing/2014/main" id="{7698E07F-7A28-47E9-94F8-74FF0429F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970"/>
              <a:ext cx="118" cy="115"/>
            </a:xfrm>
            <a:custGeom>
              <a:avLst/>
              <a:gdLst>
                <a:gd name="T0" fmla="*/ 371 w 61"/>
                <a:gd name="T1" fmla="*/ 312 h 56"/>
                <a:gd name="T2" fmla="*/ 277 w 61"/>
                <a:gd name="T3" fmla="*/ 43 h 56"/>
                <a:gd name="T4" fmla="*/ 23 w 61"/>
                <a:gd name="T5" fmla="*/ 189 h 56"/>
                <a:gd name="T6" fmla="*/ 371 w 61"/>
                <a:gd name="T7" fmla="*/ 31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6">
                  <a:moveTo>
                    <a:pt x="51" y="36"/>
                  </a:moveTo>
                  <a:cubicBezTo>
                    <a:pt x="61" y="25"/>
                    <a:pt x="55" y="10"/>
                    <a:pt x="38" y="5"/>
                  </a:cubicBezTo>
                  <a:cubicBezTo>
                    <a:pt x="21" y="0"/>
                    <a:pt x="6" y="6"/>
                    <a:pt x="3" y="22"/>
                  </a:cubicBezTo>
                  <a:cubicBezTo>
                    <a:pt x="0" y="38"/>
                    <a:pt x="36" y="56"/>
                    <a:pt x="51" y="3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08" name="Freeform 1474">
              <a:extLst>
                <a:ext uri="{FF2B5EF4-FFF2-40B4-BE49-F238E27FC236}">
                  <a16:creationId xmlns:a16="http://schemas.microsoft.com/office/drawing/2014/main" id="{0701E210-78FD-48DE-A201-D39837345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990"/>
              <a:ext cx="87" cy="78"/>
            </a:xfrm>
            <a:custGeom>
              <a:avLst/>
              <a:gdLst>
                <a:gd name="T0" fmla="*/ 232 w 45"/>
                <a:gd name="T1" fmla="*/ 0 h 38"/>
                <a:gd name="T2" fmla="*/ 253 w 45"/>
                <a:gd name="T3" fmla="*/ 207 h 38"/>
                <a:gd name="T4" fmla="*/ 0 w 45"/>
                <a:gd name="T5" fmla="*/ 232 h 38"/>
                <a:gd name="T6" fmla="*/ 269 w 45"/>
                <a:gd name="T7" fmla="*/ 216 h 38"/>
                <a:gd name="T8" fmla="*/ 232 w 45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8">
                  <a:moveTo>
                    <a:pt x="32" y="0"/>
                  </a:moveTo>
                  <a:cubicBezTo>
                    <a:pt x="41" y="6"/>
                    <a:pt x="42" y="16"/>
                    <a:pt x="35" y="24"/>
                  </a:cubicBezTo>
                  <a:cubicBezTo>
                    <a:pt x="27" y="36"/>
                    <a:pt x="10" y="34"/>
                    <a:pt x="0" y="27"/>
                  </a:cubicBezTo>
                  <a:cubicBezTo>
                    <a:pt x="10" y="35"/>
                    <a:pt x="28" y="38"/>
                    <a:pt x="37" y="25"/>
                  </a:cubicBezTo>
                  <a:cubicBezTo>
                    <a:pt x="45" y="17"/>
                    <a:pt x="42" y="6"/>
                    <a:pt x="32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09" name="Freeform 1475">
              <a:extLst>
                <a:ext uri="{FF2B5EF4-FFF2-40B4-BE49-F238E27FC236}">
                  <a16:creationId xmlns:a16="http://schemas.microsoft.com/office/drawing/2014/main" id="{A01DA7D1-89BC-4BFC-BA13-2DBDCB92E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974"/>
              <a:ext cx="63" cy="76"/>
            </a:xfrm>
            <a:custGeom>
              <a:avLst/>
              <a:gdLst>
                <a:gd name="T0" fmla="*/ 76 w 33"/>
                <a:gd name="T1" fmla="*/ 312 h 37"/>
                <a:gd name="T2" fmla="*/ 21 w 33"/>
                <a:gd name="T3" fmla="*/ 181 h 37"/>
                <a:gd name="T4" fmla="*/ 216 w 33"/>
                <a:gd name="T5" fmla="*/ 25 h 37"/>
                <a:gd name="T6" fmla="*/ 216 w 33"/>
                <a:gd name="T7" fmla="*/ 25 h 37"/>
                <a:gd name="T8" fmla="*/ 8 w 33"/>
                <a:gd name="T9" fmla="*/ 173 h 37"/>
                <a:gd name="T10" fmla="*/ 76 w 33"/>
                <a:gd name="T11" fmla="*/ 312 h 37"/>
                <a:gd name="T12" fmla="*/ 76 w 33"/>
                <a:gd name="T13" fmla="*/ 31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7">
                  <a:moveTo>
                    <a:pt x="11" y="36"/>
                  </a:moveTo>
                  <a:cubicBezTo>
                    <a:pt x="5" y="31"/>
                    <a:pt x="2" y="26"/>
                    <a:pt x="3" y="21"/>
                  </a:cubicBezTo>
                  <a:cubicBezTo>
                    <a:pt x="6" y="7"/>
                    <a:pt x="17" y="1"/>
                    <a:pt x="31" y="3"/>
                  </a:cubicBezTo>
                  <a:cubicBezTo>
                    <a:pt x="33" y="4"/>
                    <a:pt x="32" y="4"/>
                    <a:pt x="31" y="3"/>
                  </a:cubicBezTo>
                  <a:cubicBezTo>
                    <a:pt x="16" y="0"/>
                    <a:pt x="4" y="6"/>
                    <a:pt x="1" y="20"/>
                  </a:cubicBezTo>
                  <a:cubicBezTo>
                    <a:pt x="0" y="25"/>
                    <a:pt x="4" y="31"/>
                    <a:pt x="11" y="36"/>
                  </a:cubicBezTo>
                  <a:cubicBezTo>
                    <a:pt x="13" y="37"/>
                    <a:pt x="13" y="37"/>
                    <a:pt x="11" y="3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10" name="Freeform 1476">
              <a:extLst>
                <a:ext uri="{FF2B5EF4-FFF2-40B4-BE49-F238E27FC236}">
                  <a16:creationId xmlns:a16="http://schemas.microsoft.com/office/drawing/2014/main" id="{7FBF7738-780D-4170-806A-217BCA71D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988"/>
              <a:ext cx="70" cy="60"/>
            </a:xfrm>
            <a:custGeom>
              <a:avLst/>
              <a:gdLst>
                <a:gd name="T0" fmla="*/ 16 w 36"/>
                <a:gd name="T1" fmla="*/ 132 h 29"/>
                <a:gd name="T2" fmla="*/ 212 w 36"/>
                <a:gd name="T3" fmla="*/ 213 h 29"/>
                <a:gd name="T4" fmla="*/ 163 w 36"/>
                <a:gd name="T5" fmla="*/ 17 h 29"/>
                <a:gd name="T6" fmla="*/ 16 w 36"/>
                <a:gd name="T7" fmla="*/ 1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9">
                  <a:moveTo>
                    <a:pt x="2" y="15"/>
                  </a:moveTo>
                  <a:cubicBezTo>
                    <a:pt x="4" y="26"/>
                    <a:pt x="21" y="29"/>
                    <a:pt x="29" y="24"/>
                  </a:cubicBezTo>
                  <a:cubicBezTo>
                    <a:pt x="36" y="18"/>
                    <a:pt x="33" y="3"/>
                    <a:pt x="22" y="2"/>
                  </a:cubicBezTo>
                  <a:cubicBezTo>
                    <a:pt x="7" y="0"/>
                    <a:pt x="0" y="7"/>
                    <a:pt x="2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11" name="Freeform 1477">
              <a:extLst>
                <a:ext uri="{FF2B5EF4-FFF2-40B4-BE49-F238E27FC236}">
                  <a16:creationId xmlns:a16="http://schemas.microsoft.com/office/drawing/2014/main" id="{FFFA9494-CE10-401F-BF13-E9C341320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996"/>
              <a:ext cx="56" cy="50"/>
            </a:xfrm>
            <a:custGeom>
              <a:avLst/>
              <a:gdLst>
                <a:gd name="T0" fmla="*/ 153 w 29"/>
                <a:gd name="T1" fmla="*/ 0 h 24"/>
                <a:gd name="T2" fmla="*/ 153 w 29"/>
                <a:gd name="T3" fmla="*/ 165 h 24"/>
                <a:gd name="T4" fmla="*/ 0 w 29"/>
                <a:gd name="T5" fmla="*/ 152 h 24"/>
                <a:gd name="T6" fmla="*/ 164 w 29"/>
                <a:gd name="T7" fmla="*/ 183 h 24"/>
                <a:gd name="T8" fmla="*/ 153 w 2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1" y="0"/>
                  </a:moveTo>
                  <a:cubicBezTo>
                    <a:pt x="26" y="5"/>
                    <a:pt x="26" y="14"/>
                    <a:pt x="21" y="18"/>
                  </a:cubicBezTo>
                  <a:cubicBezTo>
                    <a:pt x="16" y="22"/>
                    <a:pt x="6" y="21"/>
                    <a:pt x="0" y="17"/>
                  </a:cubicBezTo>
                  <a:cubicBezTo>
                    <a:pt x="6" y="23"/>
                    <a:pt x="17" y="24"/>
                    <a:pt x="23" y="20"/>
                  </a:cubicBezTo>
                  <a:cubicBezTo>
                    <a:pt x="29" y="15"/>
                    <a:pt x="28" y="4"/>
                    <a:pt x="2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12" name="Freeform 1478">
              <a:extLst>
                <a:ext uri="{FF2B5EF4-FFF2-40B4-BE49-F238E27FC236}">
                  <a16:creationId xmlns:a16="http://schemas.microsoft.com/office/drawing/2014/main" id="{D23AECCB-29D5-4233-AA70-CCBA37DCD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992"/>
              <a:ext cx="25" cy="17"/>
            </a:xfrm>
            <a:custGeom>
              <a:avLst/>
              <a:gdLst>
                <a:gd name="T0" fmla="*/ 92 w 13"/>
                <a:gd name="T1" fmla="*/ 0 h 8"/>
                <a:gd name="T2" fmla="*/ 0 w 13"/>
                <a:gd name="T3" fmla="*/ 77 h 8"/>
                <a:gd name="T4" fmla="*/ 92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7" y="0"/>
                    <a:pt x="1" y="3"/>
                    <a:pt x="0" y="8"/>
                  </a:cubicBezTo>
                  <a:cubicBezTo>
                    <a:pt x="3" y="5"/>
                    <a:pt x="6" y="1"/>
                    <a:pt x="13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13" name="Freeform 1479">
              <a:extLst>
                <a:ext uri="{FF2B5EF4-FFF2-40B4-BE49-F238E27FC236}">
                  <a16:creationId xmlns:a16="http://schemas.microsoft.com/office/drawing/2014/main" id="{6A24063E-9C9E-445B-8F3A-E02D3867F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011"/>
              <a:ext cx="43" cy="39"/>
            </a:xfrm>
            <a:custGeom>
              <a:avLst/>
              <a:gdLst>
                <a:gd name="T0" fmla="*/ 133 w 22"/>
                <a:gd name="T1" fmla="*/ 0 h 19"/>
                <a:gd name="T2" fmla="*/ 0 w 22"/>
                <a:gd name="T3" fmla="*/ 131 h 19"/>
                <a:gd name="T4" fmla="*/ 133 w 2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8" y="0"/>
                  </a:moveTo>
                  <a:cubicBezTo>
                    <a:pt x="19" y="6"/>
                    <a:pt x="18" y="19"/>
                    <a:pt x="0" y="15"/>
                  </a:cubicBezTo>
                  <a:cubicBezTo>
                    <a:pt x="8" y="17"/>
                    <a:pt x="22" y="18"/>
                    <a:pt x="1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14" name="Freeform 1480">
              <a:extLst>
                <a:ext uri="{FF2B5EF4-FFF2-40B4-BE49-F238E27FC236}">
                  <a16:creationId xmlns:a16="http://schemas.microsoft.com/office/drawing/2014/main" id="{E0C62D72-C560-4A27-AC20-AD2D7527D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970"/>
              <a:ext cx="118" cy="115"/>
            </a:xfrm>
            <a:custGeom>
              <a:avLst/>
              <a:gdLst>
                <a:gd name="T0" fmla="*/ 371 w 61"/>
                <a:gd name="T1" fmla="*/ 312 h 56"/>
                <a:gd name="T2" fmla="*/ 277 w 61"/>
                <a:gd name="T3" fmla="*/ 43 h 56"/>
                <a:gd name="T4" fmla="*/ 23 w 61"/>
                <a:gd name="T5" fmla="*/ 189 h 56"/>
                <a:gd name="T6" fmla="*/ 371 w 61"/>
                <a:gd name="T7" fmla="*/ 31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6">
                  <a:moveTo>
                    <a:pt x="51" y="36"/>
                  </a:moveTo>
                  <a:cubicBezTo>
                    <a:pt x="61" y="25"/>
                    <a:pt x="55" y="10"/>
                    <a:pt x="38" y="5"/>
                  </a:cubicBezTo>
                  <a:cubicBezTo>
                    <a:pt x="21" y="0"/>
                    <a:pt x="6" y="6"/>
                    <a:pt x="3" y="22"/>
                  </a:cubicBezTo>
                  <a:cubicBezTo>
                    <a:pt x="0" y="38"/>
                    <a:pt x="36" y="56"/>
                    <a:pt x="51" y="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15" name="Freeform 1481">
              <a:extLst>
                <a:ext uri="{FF2B5EF4-FFF2-40B4-BE49-F238E27FC236}">
                  <a16:creationId xmlns:a16="http://schemas.microsoft.com/office/drawing/2014/main" id="{26DF9299-2151-498A-B999-B228D4629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992"/>
              <a:ext cx="62" cy="52"/>
            </a:xfrm>
            <a:custGeom>
              <a:avLst/>
              <a:gdLst>
                <a:gd name="T0" fmla="*/ 147 w 32"/>
                <a:gd name="T1" fmla="*/ 0 h 25"/>
                <a:gd name="T2" fmla="*/ 217 w 32"/>
                <a:gd name="T3" fmla="*/ 83 h 25"/>
                <a:gd name="T4" fmla="*/ 196 w 32"/>
                <a:gd name="T5" fmla="*/ 191 h 25"/>
                <a:gd name="T6" fmla="*/ 79 w 32"/>
                <a:gd name="T7" fmla="*/ 208 h 25"/>
                <a:gd name="T8" fmla="*/ 0 w 32"/>
                <a:gd name="T9" fmla="*/ 116 h 25"/>
                <a:gd name="T10" fmla="*/ 0 w 32"/>
                <a:gd name="T11" fmla="*/ 116 h 25"/>
                <a:gd name="T12" fmla="*/ 79 w 32"/>
                <a:gd name="T13" fmla="*/ 216 h 25"/>
                <a:gd name="T14" fmla="*/ 196 w 32"/>
                <a:gd name="T15" fmla="*/ 200 h 25"/>
                <a:gd name="T16" fmla="*/ 217 w 32"/>
                <a:gd name="T17" fmla="*/ 73 h 25"/>
                <a:gd name="T18" fmla="*/ 147 w 32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25">
                  <a:moveTo>
                    <a:pt x="20" y="0"/>
                  </a:moveTo>
                  <a:cubicBezTo>
                    <a:pt x="25" y="1"/>
                    <a:pt x="29" y="4"/>
                    <a:pt x="30" y="9"/>
                  </a:cubicBezTo>
                  <a:cubicBezTo>
                    <a:pt x="32" y="13"/>
                    <a:pt x="30" y="19"/>
                    <a:pt x="27" y="21"/>
                  </a:cubicBezTo>
                  <a:cubicBezTo>
                    <a:pt x="23" y="24"/>
                    <a:pt x="17" y="25"/>
                    <a:pt x="11" y="23"/>
                  </a:cubicBezTo>
                  <a:cubicBezTo>
                    <a:pt x="5" y="21"/>
                    <a:pt x="1" y="18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8"/>
                    <a:pt x="5" y="22"/>
                    <a:pt x="11" y="24"/>
                  </a:cubicBezTo>
                  <a:cubicBezTo>
                    <a:pt x="17" y="25"/>
                    <a:pt x="23" y="25"/>
                    <a:pt x="27" y="22"/>
                  </a:cubicBezTo>
                  <a:cubicBezTo>
                    <a:pt x="31" y="19"/>
                    <a:pt x="32" y="13"/>
                    <a:pt x="30" y="8"/>
                  </a:cubicBezTo>
                  <a:cubicBezTo>
                    <a:pt x="29" y="4"/>
                    <a:pt x="25" y="1"/>
                    <a:pt x="2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16" name="Freeform 1482">
              <a:extLst>
                <a:ext uri="{FF2B5EF4-FFF2-40B4-BE49-F238E27FC236}">
                  <a16:creationId xmlns:a16="http://schemas.microsoft.com/office/drawing/2014/main" id="{62DF4CB0-77BB-4DB7-80AA-49CDE2C59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139"/>
              <a:ext cx="107" cy="109"/>
            </a:xfrm>
            <a:custGeom>
              <a:avLst/>
              <a:gdLst>
                <a:gd name="T0" fmla="*/ 303 w 55"/>
                <a:gd name="T1" fmla="*/ 80 h 53"/>
                <a:gd name="T2" fmla="*/ 171 w 55"/>
                <a:gd name="T3" fmla="*/ 8 h 53"/>
                <a:gd name="T4" fmla="*/ 60 w 55"/>
                <a:gd name="T5" fmla="*/ 88 h 53"/>
                <a:gd name="T6" fmla="*/ 177 w 55"/>
                <a:gd name="T7" fmla="*/ 409 h 53"/>
                <a:gd name="T8" fmla="*/ 405 w 55"/>
                <a:gd name="T9" fmla="*/ 288 h 53"/>
                <a:gd name="T10" fmla="*/ 303 w 55"/>
                <a:gd name="T11" fmla="*/ 8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53">
                  <a:moveTo>
                    <a:pt x="41" y="9"/>
                  </a:moveTo>
                  <a:cubicBezTo>
                    <a:pt x="35" y="4"/>
                    <a:pt x="30" y="0"/>
                    <a:pt x="23" y="1"/>
                  </a:cubicBezTo>
                  <a:cubicBezTo>
                    <a:pt x="17" y="2"/>
                    <a:pt x="11" y="4"/>
                    <a:pt x="8" y="10"/>
                  </a:cubicBezTo>
                  <a:cubicBezTo>
                    <a:pt x="0" y="21"/>
                    <a:pt x="8" y="40"/>
                    <a:pt x="24" y="47"/>
                  </a:cubicBezTo>
                  <a:cubicBezTo>
                    <a:pt x="40" y="53"/>
                    <a:pt x="54" y="43"/>
                    <a:pt x="55" y="33"/>
                  </a:cubicBezTo>
                  <a:cubicBezTo>
                    <a:pt x="55" y="23"/>
                    <a:pt x="52" y="18"/>
                    <a:pt x="41" y="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17" name="Freeform 1483">
              <a:extLst>
                <a:ext uri="{FF2B5EF4-FFF2-40B4-BE49-F238E27FC236}">
                  <a16:creationId xmlns:a16="http://schemas.microsoft.com/office/drawing/2014/main" id="{ACF25A5C-3C32-4832-BA3B-C2E2E2629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188"/>
              <a:ext cx="91" cy="58"/>
            </a:xfrm>
            <a:custGeom>
              <a:avLst/>
              <a:gdLst>
                <a:gd name="T0" fmla="*/ 341 w 47"/>
                <a:gd name="T1" fmla="*/ 81 h 28"/>
                <a:gd name="T2" fmla="*/ 325 w 47"/>
                <a:gd name="T3" fmla="*/ 0 h 28"/>
                <a:gd name="T4" fmla="*/ 333 w 47"/>
                <a:gd name="T5" fmla="*/ 64 h 28"/>
                <a:gd name="T6" fmla="*/ 124 w 47"/>
                <a:gd name="T7" fmla="*/ 176 h 28"/>
                <a:gd name="T8" fmla="*/ 0 w 47"/>
                <a:gd name="T9" fmla="*/ 35 h 28"/>
                <a:gd name="T10" fmla="*/ 124 w 47"/>
                <a:gd name="T11" fmla="*/ 197 h 28"/>
                <a:gd name="T12" fmla="*/ 341 w 47"/>
                <a:gd name="T13" fmla="*/ 8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28">
                  <a:moveTo>
                    <a:pt x="47" y="9"/>
                  </a:moveTo>
                  <a:cubicBezTo>
                    <a:pt x="47" y="5"/>
                    <a:pt x="46" y="2"/>
                    <a:pt x="45" y="0"/>
                  </a:cubicBezTo>
                  <a:cubicBezTo>
                    <a:pt x="46" y="2"/>
                    <a:pt x="46" y="4"/>
                    <a:pt x="46" y="7"/>
                  </a:cubicBezTo>
                  <a:cubicBezTo>
                    <a:pt x="45" y="17"/>
                    <a:pt x="32" y="26"/>
                    <a:pt x="17" y="20"/>
                  </a:cubicBezTo>
                  <a:cubicBezTo>
                    <a:pt x="9" y="17"/>
                    <a:pt x="3" y="11"/>
                    <a:pt x="0" y="4"/>
                  </a:cubicBezTo>
                  <a:cubicBezTo>
                    <a:pt x="3" y="11"/>
                    <a:pt x="9" y="19"/>
                    <a:pt x="17" y="22"/>
                  </a:cubicBezTo>
                  <a:cubicBezTo>
                    <a:pt x="33" y="28"/>
                    <a:pt x="46" y="19"/>
                    <a:pt x="47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18" name="Freeform 1484">
              <a:extLst>
                <a:ext uri="{FF2B5EF4-FFF2-40B4-BE49-F238E27FC236}">
                  <a16:creationId xmlns:a16="http://schemas.microsoft.com/office/drawing/2014/main" id="{B4FB9137-8EED-4667-AABF-BE3DDE13B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141"/>
              <a:ext cx="91" cy="59"/>
            </a:xfrm>
            <a:custGeom>
              <a:avLst/>
              <a:gdLst>
                <a:gd name="T0" fmla="*/ 37 w 47"/>
                <a:gd name="T1" fmla="*/ 92 h 29"/>
                <a:gd name="T2" fmla="*/ 139 w 47"/>
                <a:gd name="T3" fmla="*/ 24 h 29"/>
                <a:gd name="T4" fmla="*/ 256 w 47"/>
                <a:gd name="T5" fmla="*/ 83 h 29"/>
                <a:gd name="T6" fmla="*/ 341 w 47"/>
                <a:gd name="T7" fmla="*/ 195 h 29"/>
                <a:gd name="T8" fmla="*/ 256 w 47"/>
                <a:gd name="T9" fmla="*/ 67 h 29"/>
                <a:gd name="T10" fmla="*/ 132 w 47"/>
                <a:gd name="T11" fmla="*/ 8 h 29"/>
                <a:gd name="T12" fmla="*/ 29 w 47"/>
                <a:gd name="T13" fmla="*/ 75 h 29"/>
                <a:gd name="T14" fmla="*/ 23 w 47"/>
                <a:gd name="T15" fmla="*/ 244 h 29"/>
                <a:gd name="T16" fmla="*/ 37 w 47"/>
                <a:gd name="T17" fmla="*/ 92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9">
                  <a:moveTo>
                    <a:pt x="5" y="11"/>
                  </a:moveTo>
                  <a:cubicBezTo>
                    <a:pt x="8" y="6"/>
                    <a:pt x="13" y="3"/>
                    <a:pt x="19" y="3"/>
                  </a:cubicBezTo>
                  <a:cubicBezTo>
                    <a:pt x="25" y="2"/>
                    <a:pt x="30" y="5"/>
                    <a:pt x="35" y="10"/>
                  </a:cubicBezTo>
                  <a:cubicBezTo>
                    <a:pt x="42" y="15"/>
                    <a:pt x="45" y="19"/>
                    <a:pt x="47" y="23"/>
                  </a:cubicBezTo>
                  <a:cubicBezTo>
                    <a:pt x="45" y="18"/>
                    <a:pt x="42" y="14"/>
                    <a:pt x="35" y="8"/>
                  </a:cubicBezTo>
                  <a:cubicBezTo>
                    <a:pt x="29" y="4"/>
                    <a:pt x="25" y="0"/>
                    <a:pt x="18" y="1"/>
                  </a:cubicBezTo>
                  <a:cubicBezTo>
                    <a:pt x="13" y="2"/>
                    <a:pt x="7" y="4"/>
                    <a:pt x="4" y="9"/>
                  </a:cubicBezTo>
                  <a:cubicBezTo>
                    <a:pt x="0" y="15"/>
                    <a:pt x="0" y="22"/>
                    <a:pt x="3" y="29"/>
                  </a:cubicBezTo>
                  <a:cubicBezTo>
                    <a:pt x="1" y="23"/>
                    <a:pt x="1" y="16"/>
                    <a:pt x="5" y="11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19" name="Freeform 1485">
              <a:extLst>
                <a:ext uri="{FF2B5EF4-FFF2-40B4-BE49-F238E27FC236}">
                  <a16:creationId xmlns:a16="http://schemas.microsoft.com/office/drawing/2014/main" id="{D385794C-3687-4572-9A43-5FF714F51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157"/>
              <a:ext cx="69" cy="68"/>
            </a:xfrm>
            <a:custGeom>
              <a:avLst/>
              <a:gdLst>
                <a:gd name="T0" fmla="*/ 224 w 36"/>
                <a:gd name="T1" fmla="*/ 140 h 33"/>
                <a:gd name="T2" fmla="*/ 77 w 36"/>
                <a:gd name="T3" fmla="*/ 192 h 33"/>
                <a:gd name="T4" fmla="*/ 84 w 36"/>
                <a:gd name="T5" fmla="*/ 16 h 33"/>
                <a:gd name="T6" fmla="*/ 224 w 36"/>
                <a:gd name="T7" fmla="*/ 14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3">
                  <a:moveTo>
                    <a:pt x="32" y="16"/>
                  </a:moveTo>
                  <a:cubicBezTo>
                    <a:pt x="36" y="28"/>
                    <a:pt x="22" y="33"/>
                    <a:pt x="11" y="22"/>
                  </a:cubicBezTo>
                  <a:cubicBezTo>
                    <a:pt x="0" y="12"/>
                    <a:pt x="7" y="4"/>
                    <a:pt x="12" y="2"/>
                  </a:cubicBezTo>
                  <a:cubicBezTo>
                    <a:pt x="18" y="0"/>
                    <a:pt x="29" y="9"/>
                    <a:pt x="32" y="1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20" name="Freeform 1486">
              <a:extLst>
                <a:ext uri="{FF2B5EF4-FFF2-40B4-BE49-F238E27FC236}">
                  <a16:creationId xmlns:a16="http://schemas.microsoft.com/office/drawing/2014/main" id="{4CFB9996-97EB-4DCB-A43E-926571081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170"/>
              <a:ext cx="54" cy="49"/>
            </a:xfrm>
            <a:custGeom>
              <a:avLst/>
              <a:gdLst>
                <a:gd name="T0" fmla="*/ 201 w 28"/>
                <a:gd name="T1" fmla="*/ 137 h 24"/>
                <a:gd name="T2" fmla="*/ 56 w 28"/>
                <a:gd name="T3" fmla="*/ 120 h 24"/>
                <a:gd name="T4" fmla="*/ 23 w 28"/>
                <a:gd name="T5" fmla="*/ 0 h 24"/>
                <a:gd name="T6" fmla="*/ 52 w 28"/>
                <a:gd name="T7" fmla="*/ 137 h 24"/>
                <a:gd name="T8" fmla="*/ 201 w 28"/>
                <a:gd name="T9" fmla="*/ 13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8" y="16"/>
                  </a:moveTo>
                  <a:cubicBezTo>
                    <a:pt x="25" y="21"/>
                    <a:pt x="16" y="21"/>
                    <a:pt x="8" y="14"/>
                  </a:cubicBezTo>
                  <a:cubicBezTo>
                    <a:pt x="2" y="8"/>
                    <a:pt x="2" y="4"/>
                    <a:pt x="3" y="0"/>
                  </a:cubicBezTo>
                  <a:cubicBezTo>
                    <a:pt x="0" y="4"/>
                    <a:pt x="0" y="9"/>
                    <a:pt x="7" y="16"/>
                  </a:cubicBezTo>
                  <a:cubicBezTo>
                    <a:pt x="16" y="24"/>
                    <a:pt x="26" y="23"/>
                    <a:pt x="28" y="1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21" name="Freeform 1487">
              <a:extLst>
                <a:ext uri="{FF2B5EF4-FFF2-40B4-BE49-F238E27FC236}">
                  <a16:creationId xmlns:a16="http://schemas.microsoft.com/office/drawing/2014/main" id="{EA17A3FC-5707-4FFF-B4DD-95F7F735E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161"/>
              <a:ext cx="27" cy="21"/>
            </a:xfrm>
            <a:custGeom>
              <a:avLst/>
              <a:gdLst>
                <a:gd name="T0" fmla="*/ 100 w 14"/>
                <a:gd name="T1" fmla="*/ 92 h 10"/>
                <a:gd name="T2" fmla="*/ 0 w 14"/>
                <a:gd name="T3" fmla="*/ 0 h 10"/>
                <a:gd name="T4" fmla="*/ 100 w 14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cubicBezTo>
                    <a:pt x="11" y="5"/>
                    <a:pt x="4" y="0"/>
                    <a:pt x="0" y="0"/>
                  </a:cubicBezTo>
                  <a:cubicBezTo>
                    <a:pt x="3" y="2"/>
                    <a:pt x="10" y="6"/>
                    <a:pt x="14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22" name="Freeform 1488">
              <a:extLst>
                <a:ext uri="{FF2B5EF4-FFF2-40B4-BE49-F238E27FC236}">
                  <a16:creationId xmlns:a16="http://schemas.microsoft.com/office/drawing/2014/main" id="{6BE6E150-1E20-435E-BB64-3AA77343A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88"/>
              <a:ext cx="43" cy="33"/>
            </a:xfrm>
            <a:custGeom>
              <a:avLst/>
              <a:gdLst>
                <a:gd name="T0" fmla="*/ 0 w 22"/>
                <a:gd name="T1" fmla="*/ 0 h 16"/>
                <a:gd name="T2" fmla="*/ 164 w 22"/>
                <a:gd name="T3" fmla="*/ 116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1" y="4"/>
                    <a:pt x="10" y="16"/>
                    <a:pt x="22" y="13"/>
                  </a:cubicBezTo>
                  <a:cubicBezTo>
                    <a:pt x="17" y="15"/>
                    <a:pt x="4" y="1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23" name="Freeform 1489">
              <a:extLst>
                <a:ext uri="{FF2B5EF4-FFF2-40B4-BE49-F238E27FC236}">
                  <a16:creationId xmlns:a16="http://schemas.microsoft.com/office/drawing/2014/main" id="{E5C93B62-50A6-4BB9-AF88-0D682C711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139"/>
              <a:ext cx="107" cy="109"/>
            </a:xfrm>
            <a:custGeom>
              <a:avLst/>
              <a:gdLst>
                <a:gd name="T0" fmla="*/ 303 w 55"/>
                <a:gd name="T1" fmla="*/ 80 h 53"/>
                <a:gd name="T2" fmla="*/ 171 w 55"/>
                <a:gd name="T3" fmla="*/ 8 h 53"/>
                <a:gd name="T4" fmla="*/ 60 w 55"/>
                <a:gd name="T5" fmla="*/ 88 h 53"/>
                <a:gd name="T6" fmla="*/ 177 w 55"/>
                <a:gd name="T7" fmla="*/ 409 h 53"/>
                <a:gd name="T8" fmla="*/ 405 w 55"/>
                <a:gd name="T9" fmla="*/ 288 h 53"/>
                <a:gd name="T10" fmla="*/ 303 w 55"/>
                <a:gd name="T11" fmla="*/ 8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53">
                  <a:moveTo>
                    <a:pt x="41" y="9"/>
                  </a:moveTo>
                  <a:cubicBezTo>
                    <a:pt x="35" y="4"/>
                    <a:pt x="30" y="0"/>
                    <a:pt x="23" y="1"/>
                  </a:cubicBezTo>
                  <a:cubicBezTo>
                    <a:pt x="17" y="2"/>
                    <a:pt x="11" y="4"/>
                    <a:pt x="8" y="10"/>
                  </a:cubicBezTo>
                  <a:cubicBezTo>
                    <a:pt x="0" y="21"/>
                    <a:pt x="8" y="40"/>
                    <a:pt x="24" y="47"/>
                  </a:cubicBezTo>
                  <a:cubicBezTo>
                    <a:pt x="40" y="53"/>
                    <a:pt x="54" y="43"/>
                    <a:pt x="55" y="33"/>
                  </a:cubicBezTo>
                  <a:cubicBezTo>
                    <a:pt x="55" y="23"/>
                    <a:pt x="52" y="18"/>
                    <a:pt x="41" y="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24" name="Freeform 1490">
              <a:extLst>
                <a:ext uri="{FF2B5EF4-FFF2-40B4-BE49-F238E27FC236}">
                  <a16:creationId xmlns:a16="http://schemas.microsoft.com/office/drawing/2014/main" id="{5CC59669-8F12-457F-9AEE-25FD7D546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161"/>
              <a:ext cx="54" cy="56"/>
            </a:xfrm>
            <a:custGeom>
              <a:avLst/>
              <a:gdLst>
                <a:gd name="T0" fmla="*/ 193 w 28"/>
                <a:gd name="T1" fmla="*/ 124 h 27"/>
                <a:gd name="T2" fmla="*/ 172 w 28"/>
                <a:gd name="T3" fmla="*/ 216 h 27"/>
                <a:gd name="T4" fmla="*/ 44 w 28"/>
                <a:gd name="T5" fmla="*/ 176 h 27"/>
                <a:gd name="T6" fmla="*/ 8 w 28"/>
                <a:gd name="T7" fmla="*/ 64 h 27"/>
                <a:gd name="T8" fmla="*/ 52 w 28"/>
                <a:gd name="T9" fmla="*/ 0 h 27"/>
                <a:gd name="T10" fmla="*/ 52 w 28"/>
                <a:gd name="T11" fmla="*/ 0 h 27"/>
                <a:gd name="T12" fmla="*/ 0 w 28"/>
                <a:gd name="T13" fmla="*/ 64 h 27"/>
                <a:gd name="T14" fmla="*/ 44 w 28"/>
                <a:gd name="T15" fmla="*/ 176 h 27"/>
                <a:gd name="T16" fmla="*/ 172 w 28"/>
                <a:gd name="T17" fmla="*/ 224 h 27"/>
                <a:gd name="T18" fmla="*/ 193 w 28"/>
                <a:gd name="T19" fmla="*/ 124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27" y="14"/>
                  </a:moveTo>
                  <a:cubicBezTo>
                    <a:pt x="28" y="19"/>
                    <a:pt x="27" y="22"/>
                    <a:pt x="24" y="24"/>
                  </a:cubicBezTo>
                  <a:cubicBezTo>
                    <a:pt x="20" y="27"/>
                    <a:pt x="13" y="26"/>
                    <a:pt x="6" y="20"/>
                  </a:cubicBezTo>
                  <a:cubicBezTo>
                    <a:pt x="0" y="14"/>
                    <a:pt x="0" y="10"/>
                    <a:pt x="1" y="7"/>
                  </a:cubicBezTo>
                  <a:cubicBezTo>
                    <a:pt x="2" y="3"/>
                    <a:pt x="4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1"/>
                    <a:pt x="1" y="3"/>
                    <a:pt x="0" y="7"/>
                  </a:cubicBezTo>
                  <a:cubicBezTo>
                    <a:pt x="0" y="10"/>
                    <a:pt x="0" y="14"/>
                    <a:pt x="6" y="20"/>
                  </a:cubicBezTo>
                  <a:cubicBezTo>
                    <a:pt x="13" y="27"/>
                    <a:pt x="20" y="27"/>
                    <a:pt x="24" y="25"/>
                  </a:cubicBezTo>
                  <a:cubicBezTo>
                    <a:pt x="27" y="23"/>
                    <a:pt x="28" y="19"/>
                    <a:pt x="27" y="1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25" name="Freeform 1491">
              <a:extLst>
                <a:ext uri="{FF2B5EF4-FFF2-40B4-BE49-F238E27FC236}">
                  <a16:creationId xmlns:a16="http://schemas.microsoft.com/office/drawing/2014/main" id="{25761B08-3E75-4F73-BDCC-C2333010C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143"/>
              <a:ext cx="140" cy="167"/>
            </a:xfrm>
            <a:custGeom>
              <a:avLst/>
              <a:gdLst>
                <a:gd name="T0" fmla="*/ 0 w 72"/>
                <a:gd name="T1" fmla="*/ 621 h 81"/>
                <a:gd name="T2" fmla="*/ 109 w 72"/>
                <a:gd name="T3" fmla="*/ 544 h 81"/>
                <a:gd name="T4" fmla="*/ 249 w 72"/>
                <a:gd name="T5" fmla="*/ 148 h 81"/>
                <a:gd name="T6" fmla="*/ 303 w 72"/>
                <a:gd name="T7" fmla="*/ 604 h 81"/>
                <a:gd name="T8" fmla="*/ 469 w 72"/>
                <a:gd name="T9" fmla="*/ 577 h 81"/>
                <a:gd name="T10" fmla="*/ 436 w 72"/>
                <a:gd name="T11" fmla="*/ 148 h 81"/>
                <a:gd name="T12" fmla="*/ 529 w 72"/>
                <a:gd name="T13" fmla="*/ 89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81">
                  <a:moveTo>
                    <a:pt x="0" y="71"/>
                  </a:moveTo>
                  <a:cubicBezTo>
                    <a:pt x="8" y="80"/>
                    <a:pt x="13" y="70"/>
                    <a:pt x="15" y="62"/>
                  </a:cubicBezTo>
                  <a:cubicBezTo>
                    <a:pt x="19" y="47"/>
                    <a:pt x="15" y="23"/>
                    <a:pt x="34" y="17"/>
                  </a:cubicBezTo>
                  <a:cubicBezTo>
                    <a:pt x="46" y="31"/>
                    <a:pt x="34" y="54"/>
                    <a:pt x="41" y="69"/>
                  </a:cubicBezTo>
                  <a:cubicBezTo>
                    <a:pt x="46" y="81"/>
                    <a:pt x="61" y="80"/>
                    <a:pt x="64" y="66"/>
                  </a:cubicBezTo>
                  <a:cubicBezTo>
                    <a:pt x="66" y="50"/>
                    <a:pt x="54" y="34"/>
                    <a:pt x="59" y="17"/>
                  </a:cubicBezTo>
                  <a:cubicBezTo>
                    <a:pt x="61" y="12"/>
                    <a:pt x="67" y="0"/>
                    <a:pt x="72" y="1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26" name="Freeform 1492">
              <a:extLst>
                <a:ext uri="{FF2B5EF4-FFF2-40B4-BE49-F238E27FC236}">
                  <a16:creationId xmlns:a16="http://schemas.microsoft.com/office/drawing/2014/main" id="{8FB09AA1-B97D-4076-BD79-062AF9B98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192"/>
              <a:ext cx="330" cy="99"/>
            </a:xfrm>
            <a:custGeom>
              <a:avLst/>
              <a:gdLst>
                <a:gd name="T0" fmla="*/ 0 w 171"/>
                <a:gd name="T1" fmla="*/ 200 h 48"/>
                <a:gd name="T2" fmla="*/ 301 w 171"/>
                <a:gd name="T3" fmla="*/ 353 h 48"/>
                <a:gd name="T4" fmla="*/ 540 w 171"/>
                <a:gd name="T5" fmla="*/ 361 h 48"/>
                <a:gd name="T6" fmla="*/ 756 w 171"/>
                <a:gd name="T7" fmla="*/ 332 h 48"/>
                <a:gd name="T8" fmla="*/ 882 w 171"/>
                <a:gd name="T9" fmla="*/ 184 h 48"/>
                <a:gd name="T10" fmla="*/ 1050 w 171"/>
                <a:gd name="T11" fmla="*/ 165 h 48"/>
                <a:gd name="T12" fmla="*/ 1158 w 171"/>
                <a:gd name="T13" fmla="*/ 324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48">
                  <a:moveTo>
                    <a:pt x="0" y="23"/>
                  </a:moveTo>
                  <a:cubicBezTo>
                    <a:pt x="24" y="0"/>
                    <a:pt x="20" y="33"/>
                    <a:pt x="42" y="40"/>
                  </a:cubicBezTo>
                  <a:cubicBezTo>
                    <a:pt x="52" y="43"/>
                    <a:pt x="64" y="37"/>
                    <a:pt x="75" y="41"/>
                  </a:cubicBezTo>
                  <a:cubicBezTo>
                    <a:pt x="87" y="46"/>
                    <a:pt x="92" y="48"/>
                    <a:pt x="105" y="38"/>
                  </a:cubicBezTo>
                  <a:cubicBezTo>
                    <a:pt x="112" y="32"/>
                    <a:pt x="114" y="25"/>
                    <a:pt x="123" y="21"/>
                  </a:cubicBezTo>
                  <a:cubicBezTo>
                    <a:pt x="130" y="18"/>
                    <a:pt x="139" y="18"/>
                    <a:pt x="146" y="19"/>
                  </a:cubicBezTo>
                  <a:cubicBezTo>
                    <a:pt x="154" y="20"/>
                    <a:pt x="171" y="30"/>
                    <a:pt x="161" y="3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27" name="Freeform 1493">
              <a:extLst>
                <a:ext uri="{FF2B5EF4-FFF2-40B4-BE49-F238E27FC236}">
                  <a16:creationId xmlns:a16="http://schemas.microsoft.com/office/drawing/2014/main" id="{0E7C6FEF-87DE-4756-A489-0ECA3F7EF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118"/>
              <a:ext cx="284" cy="278"/>
            </a:xfrm>
            <a:custGeom>
              <a:avLst/>
              <a:gdLst>
                <a:gd name="T0" fmla="*/ 44 w 147"/>
                <a:gd name="T1" fmla="*/ 132 h 135"/>
                <a:gd name="T2" fmla="*/ 108 w 147"/>
                <a:gd name="T3" fmla="*/ 25 h 135"/>
                <a:gd name="T4" fmla="*/ 216 w 147"/>
                <a:gd name="T5" fmla="*/ 200 h 135"/>
                <a:gd name="T6" fmla="*/ 597 w 147"/>
                <a:gd name="T7" fmla="*/ 157 h 135"/>
                <a:gd name="T8" fmla="*/ 736 w 147"/>
                <a:gd name="T9" fmla="*/ 525 h 135"/>
                <a:gd name="T10" fmla="*/ 889 w 147"/>
                <a:gd name="T11" fmla="*/ 461 h 135"/>
                <a:gd name="T12" fmla="*/ 1022 w 147"/>
                <a:gd name="T13" fmla="*/ 612 h 135"/>
                <a:gd name="T14" fmla="*/ 781 w 147"/>
                <a:gd name="T15" fmla="*/ 768 h 135"/>
                <a:gd name="T16" fmla="*/ 798 w 147"/>
                <a:gd name="T17" fmla="*/ 997 h 135"/>
                <a:gd name="T18" fmla="*/ 556 w 147"/>
                <a:gd name="T19" fmla="*/ 1005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135">
                  <a:moveTo>
                    <a:pt x="6" y="15"/>
                  </a:moveTo>
                  <a:cubicBezTo>
                    <a:pt x="0" y="7"/>
                    <a:pt x="7" y="0"/>
                    <a:pt x="15" y="3"/>
                  </a:cubicBezTo>
                  <a:cubicBezTo>
                    <a:pt x="23" y="6"/>
                    <a:pt x="25" y="17"/>
                    <a:pt x="30" y="23"/>
                  </a:cubicBezTo>
                  <a:cubicBezTo>
                    <a:pt x="50" y="47"/>
                    <a:pt x="60" y="11"/>
                    <a:pt x="83" y="18"/>
                  </a:cubicBezTo>
                  <a:cubicBezTo>
                    <a:pt x="105" y="25"/>
                    <a:pt x="81" y="53"/>
                    <a:pt x="102" y="60"/>
                  </a:cubicBezTo>
                  <a:cubicBezTo>
                    <a:pt x="110" y="63"/>
                    <a:pt x="116" y="55"/>
                    <a:pt x="123" y="53"/>
                  </a:cubicBezTo>
                  <a:cubicBezTo>
                    <a:pt x="134" y="51"/>
                    <a:pt x="147" y="58"/>
                    <a:pt x="142" y="70"/>
                  </a:cubicBezTo>
                  <a:cubicBezTo>
                    <a:pt x="135" y="83"/>
                    <a:pt x="117" y="79"/>
                    <a:pt x="108" y="88"/>
                  </a:cubicBezTo>
                  <a:cubicBezTo>
                    <a:pt x="95" y="101"/>
                    <a:pt x="107" y="104"/>
                    <a:pt x="111" y="114"/>
                  </a:cubicBezTo>
                  <a:cubicBezTo>
                    <a:pt x="119" y="135"/>
                    <a:pt x="83" y="119"/>
                    <a:pt x="77" y="11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28" name="Freeform 1494">
              <a:extLst>
                <a:ext uri="{FF2B5EF4-FFF2-40B4-BE49-F238E27FC236}">
                  <a16:creationId xmlns:a16="http://schemas.microsoft.com/office/drawing/2014/main" id="{6D8672ED-61FC-4551-84DC-81FBD6D12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077"/>
              <a:ext cx="91" cy="280"/>
            </a:xfrm>
            <a:custGeom>
              <a:avLst/>
              <a:gdLst>
                <a:gd name="T0" fmla="*/ 0 w 47"/>
                <a:gd name="T1" fmla="*/ 1089 h 136"/>
                <a:gd name="T2" fmla="*/ 139 w 47"/>
                <a:gd name="T3" fmla="*/ 760 h 136"/>
                <a:gd name="T4" fmla="*/ 304 w 47"/>
                <a:gd name="T5" fmla="*/ 700 h 136"/>
                <a:gd name="T6" fmla="*/ 269 w 47"/>
                <a:gd name="T7" fmla="*/ 504 h 136"/>
                <a:gd name="T8" fmla="*/ 256 w 47"/>
                <a:gd name="T9" fmla="*/ 321 h 136"/>
                <a:gd name="T10" fmla="*/ 147 w 47"/>
                <a:gd name="T11" fmla="*/ 208 h 136"/>
                <a:gd name="T12" fmla="*/ 203 w 47"/>
                <a:gd name="T13" fmla="*/ 16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36">
                  <a:moveTo>
                    <a:pt x="0" y="125"/>
                  </a:moveTo>
                  <a:cubicBezTo>
                    <a:pt x="21" y="136"/>
                    <a:pt x="10" y="94"/>
                    <a:pt x="19" y="87"/>
                  </a:cubicBezTo>
                  <a:cubicBezTo>
                    <a:pt x="25" y="83"/>
                    <a:pt x="37" y="89"/>
                    <a:pt x="42" y="80"/>
                  </a:cubicBezTo>
                  <a:cubicBezTo>
                    <a:pt x="47" y="73"/>
                    <a:pt x="38" y="66"/>
                    <a:pt x="37" y="58"/>
                  </a:cubicBezTo>
                  <a:cubicBezTo>
                    <a:pt x="36" y="52"/>
                    <a:pt x="39" y="42"/>
                    <a:pt x="35" y="37"/>
                  </a:cubicBezTo>
                  <a:cubicBezTo>
                    <a:pt x="30" y="30"/>
                    <a:pt x="22" y="33"/>
                    <a:pt x="20" y="24"/>
                  </a:cubicBezTo>
                  <a:cubicBezTo>
                    <a:pt x="19" y="18"/>
                    <a:pt x="18" y="0"/>
                    <a:pt x="28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29" name="Freeform 1495">
              <a:extLst>
                <a:ext uri="{FF2B5EF4-FFF2-40B4-BE49-F238E27FC236}">
                  <a16:creationId xmlns:a16="http://schemas.microsoft.com/office/drawing/2014/main" id="{1F3811E7-EEC8-45A5-9E6A-229C88E7F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114"/>
              <a:ext cx="118" cy="258"/>
            </a:xfrm>
            <a:custGeom>
              <a:avLst/>
              <a:gdLst>
                <a:gd name="T0" fmla="*/ 333 w 61"/>
                <a:gd name="T1" fmla="*/ 0 h 125"/>
                <a:gd name="T2" fmla="*/ 377 w 61"/>
                <a:gd name="T3" fmla="*/ 165 h 125"/>
                <a:gd name="T4" fmla="*/ 201 w 61"/>
                <a:gd name="T5" fmla="*/ 272 h 125"/>
                <a:gd name="T6" fmla="*/ 217 w 61"/>
                <a:gd name="T7" fmla="*/ 485 h 125"/>
                <a:gd name="T8" fmla="*/ 93 w 61"/>
                <a:gd name="T9" fmla="*/ 677 h 125"/>
                <a:gd name="T10" fmla="*/ 0 w 61"/>
                <a:gd name="T11" fmla="*/ 809 h 125"/>
                <a:gd name="T12" fmla="*/ 44 w 61"/>
                <a:gd name="T13" fmla="*/ 968 h 125"/>
                <a:gd name="T14" fmla="*/ 195 w 61"/>
                <a:gd name="T15" fmla="*/ 1049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25">
                  <a:moveTo>
                    <a:pt x="46" y="0"/>
                  </a:moveTo>
                  <a:cubicBezTo>
                    <a:pt x="55" y="4"/>
                    <a:pt x="61" y="10"/>
                    <a:pt x="52" y="19"/>
                  </a:cubicBezTo>
                  <a:cubicBezTo>
                    <a:pt x="46" y="24"/>
                    <a:pt x="31" y="23"/>
                    <a:pt x="28" y="31"/>
                  </a:cubicBezTo>
                  <a:cubicBezTo>
                    <a:pt x="26" y="36"/>
                    <a:pt x="32" y="48"/>
                    <a:pt x="30" y="55"/>
                  </a:cubicBezTo>
                  <a:cubicBezTo>
                    <a:pt x="28" y="65"/>
                    <a:pt x="22" y="73"/>
                    <a:pt x="13" y="77"/>
                  </a:cubicBezTo>
                  <a:cubicBezTo>
                    <a:pt x="5" y="82"/>
                    <a:pt x="2" y="81"/>
                    <a:pt x="0" y="92"/>
                  </a:cubicBezTo>
                  <a:cubicBezTo>
                    <a:pt x="0" y="100"/>
                    <a:pt x="1" y="103"/>
                    <a:pt x="6" y="110"/>
                  </a:cubicBezTo>
                  <a:cubicBezTo>
                    <a:pt x="10" y="116"/>
                    <a:pt x="18" y="125"/>
                    <a:pt x="27" y="11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30" name="Freeform 1496">
              <a:extLst>
                <a:ext uri="{FF2B5EF4-FFF2-40B4-BE49-F238E27FC236}">
                  <a16:creationId xmlns:a16="http://schemas.microsoft.com/office/drawing/2014/main" id="{F54DB869-E3BC-4BE7-B786-584B87EAE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200"/>
              <a:ext cx="77" cy="116"/>
            </a:xfrm>
            <a:custGeom>
              <a:avLst/>
              <a:gdLst>
                <a:gd name="T0" fmla="*/ 29 w 40"/>
                <a:gd name="T1" fmla="*/ 300 h 56"/>
                <a:gd name="T2" fmla="*/ 248 w 40"/>
                <a:gd name="T3" fmla="*/ 249 h 56"/>
                <a:gd name="T4" fmla="*/ 208 w 40"/>
                <a:gd name="T5" fmla="*/ 11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6">
                  <a:moveTo>
                    <a:pt x="4" y="34"/>
                  </a:moveTo>
                  <a:cubicBezTo>
                    <a:pt x="0" y="56"/>
                    <a:pt x="31" y="36"/>
                    <a:pt x="35" y="28"/>
                  </a:cubicBezTo>
                  <a:cubicBezTo>
                    <a:pt x="40" y="19"/>
                    <a:pt x="37" y="0"/>
                    <a:pt x="29" y="1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31" name="Freeform 1497">
              <a:extLst>
                <a:ext uri="{FF2B5EF4-FFF2-40B4-BE49-F238E27FC236}">
                  <a16:creationId xmlns:a16="http://schemas.microsoft.com/office/drawing/2014/main" id="{6C86B686-1586-486B-BCF0-2518A5BF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275"/>
              <a:ext cx="396" cy="161"/>
            </a:xfrm>
            <a:custGeom>
              <a:avLst/>
              <a:gdLst>
                <a:gd name="T0" fmla="*/ 1478 w 205"/>
                <a:gd name="T1" fmla="*/ 580 h 78"/>
                <a:gd name="T2" fmla="*/ 1406 w 205"/>
                <a:gd name="T3" fmla="*/ 597 h 78"/>
                <a:gd name="T4" fmla="*/ 1399 w 205"/>
                <a:gd name="T5" fmla="*/ 248 h 78"/>
                <a:gd name="T6" fmla="*/ 1146 w 205"/>
                <a:gd name="T7" fmla="*/ 316 h 78"/>
                <a:gd name="T8" fmla="*/ 742 w 205"/>
                <a:gd name="T9" fmla="*/ 440 h 78"/>
                <a:gd name="T10" fmla="*/ 697 w 205"/>
                <a:gd name="T11" fmla="*/ 613 h 78"/>
                <a:gd name="T12" fmla="*/ 533 w 205"/>
                <a:gd name="T13" fmla="*/ 528 h 78"/>
                <a:gd name="T14" fmla="*/ 481 w 205"/>
                <a:gd name="T15" fmla="*/ 388 h 78"/>
                <a:gd name="T16" fmla="*/ 448 w 205"/>
                <a:gd name="T17" fmla="*/ 380 h 78"/>
                <a:gd name="T18" fmla="*/ 440 w 205"/>
                <a:gd name="T19" fmla="*/ 324 h 78"/>
                <a:gd name="T20" fmla="*/ 272 w 205"/>
                <a:gd name="T21" fmla="*/ 264 h 78"/>
                <a:gd name="T22" fmla="*/ 153 w 205"/>
                <a:gd name="T23" fmla="*/ 429 h 78"/>
                <a:gd name="T24" fmla="*/ 116 w 205"/>
                <a:gd name="T25" fmla="*/ 597 h 78"/>
                <a:gd name="T26" fmla="*/ 15 w 205"/>
                <a:gd name="T27" fmla="*/ 605 h 78"/>
                <a:gd name="T28" fmla="*/ 44 w 205"/>
                <a:gd name="T29" fmla="*/ 685 h 78"/>
                <a:gd name="T30" fmla="*/ 64 w 205"/>
                <a:gd name="T31" fmla="*/ 677 h 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5" h="78">
                  <a:moveTo>
                    <a:pt x="205" y="66"/>
                  </a:moveTo>
                  <a:cubicBezTo>
                    <a:pt x="205" y="74"/>
                    <a:pt x="199" y="73"/>
                    <a:pt x="195" y="68"/>
                  </a:cubicBezTo>
                  <a:cubicBezTo>
                    <a:pt x="188" y="60"/>
                    <a:pt x="198" y="39"/>
                    <a:pt x="194" y="28"/>
                  </a:cubicBezTo>
                  <a:cubicBezTo>
                    <a:pt x="183" y="0"/>
                    <a:pt x="169" y="29"/>
                    <a:pt x="159" y="36"/>
                  </a:cubicBezTo>
                  <a:cubicBezTo>
                    <a:pt x="141" y="48"/>
                    <a:pt x="111" y="21"/>
                    <a:pt x="103" y="50"/>
                  </a:cubicBezTo>
                  <a:cubicBezTo>
                    <a:pt x="101" y="59"/>
                    <a:pt x="106" y="65"/>
                    <a:pt x="97" y="70"/>
                  </a:cubicBezTo>
                  <a:cubicBezTo>
                    <a:pt x="84" y="77"/>
                    <a:pt x="77" y="70"/>
                    <a:pt x="74" y="60"/>
                  </a:cubicBezTo>
                  <a:cubicBezTo>
                    <a:pt x="73" y="54"/>
                    <a:pt x="70" y="48"/>
                    <a:pt x="67" y="44"/>
                  </a:cubicBezTo>
                  <a:cubicBezTo>
                    <a:pt x="67" y="43"/>
                    <a:pt x="64" y="45"/>
                    <a:pt x="62" y="43"/>
                  </a:cubicBezTo>
                  <a:cubicBezTo>
                    <a:pt x="61" y="41"/>
                    <a:pt x="62" y="39"/>
                    <a:pt x="61" y="37"/>
                  </a:cubicBezTo>
                  <a:cubicBezTo>
                    <a:pt x="54" y="28"/>
                    <a:pt x="50" y="26"/>
                    <a:pt x="38" y="30"/>
                  </a:cubicBezTo>
                  <a:cubicBezTo>
                    <a:pt x="28" y="33"/>
                    <a:pt x="21" y="38"/>
                    <a:pt x="21" y="49"/>
                  </a:cubicBezTo>
                  <a:cubicBezTo>
                    <a:pt x="20" y="57"/>
                    <a:pt x="27" y="65"/>
                    <a:pt x="16" y="68"/>
                  </a:cubicBezTo>
                  <a:cubicBezTo>
                    <a:pt x="11" y="69"/>
                    <a:pt x="5" y="62"/>
                    <a:pt x="2" y="69"/>
                  </a:cubicBezTo>
                  <a:cubicBezTo>
                    <a:pt x="0" y="73"/>
                    <a:pt x="3" y="77"/>
                    <a:pt x="6" y="78"/>
                  </a:cubicBezTo>
                  <a:cubicBezTo>
                    <a:pt x="7" y="77"/>
                    <a:pt x="8" y="77"/>
                    <a:pt x="9" y="7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32" name="Freeform 1498">
              <a:extLst>
                <a:ext uri="{FF2B5EF4-FFF2-40B4-BE49-F238E27FC236}">
                  <a16:creationId xmlns:a16="http://schemas.microsoft.com/office/drawing/2014/main" id="{1EC9B96F-BA85-4325-ABF1-E29FE7A2F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213"/>
              <a:ext cx="181" cy="291"/>
            </a:xfrm>
            <a:custGeom>
              <a:avLst/>
              <a:gdLst>
                <a:gd name="T0" fmla="*/ 672 w 94"/>
                <a:gd name="T1" fmla="*/ 1240 h 141"/>
                <a:gd name="T2" fmla="*/ 578 w 94"/>
                <a:gd name="T3" fmla="*/ 1108 h 141"/>
                <a:gd name="T4" fmla="*/ 641 w 94"/>
                <a:gd name="T5" fmla="*/ 861 h 141"/>
                <a:gd name="T6" fmla="*/ 516 w 94"/>
                <a:gd name="T7" fmla="*/ 704 h 141"/>
                <a:gd name="T8" fmla="*/ 472 w 94"/>
                <a:gd name="T9" fmla="*/ 493 h 141"/>
                <a:gd name="T10" fmla="*/ 478 w 94"/>
                <a:gd name="T11" fmla="*/ 371 h 141"/>
                <a:gd name="T12" fmla="*/ 364 w 94"/>
                <a:gd name="T13" fmla="*/ 140 h 141"/>
                <a:gd name="T14" fmla="*/ 237 w 94"/>
                <a:gd name="T15" fmla="*/ 52 h 141"/>
                <a:gd name="T16" fmla="*/ 137 w 94"/>
                <a:gd name="T17" fmla="*/ 89 h 141"/>
                <a:gd name="T18" fmla="*/ 15 w 94"/>
                <a:gd name="T19" fmla="*/ 229 h 1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141">
                  <a:moveTo>
                    <a:pt x="94" y="141"/>
                  </a:moveTo>
                  <a:cubicBezTo>
                    <a:pt x="86" y="135"/>
                    <a:pt x="79" y="136"/>
                    <a:pt x="81" y="126"/>
                  </a:cubicBezTo>
                  <a:cubicBezTo>
                    <a:pt x="83" y="116"/>
                    <a:pt x="94" y="109"/>
                    <a:pt x="90" y="98"/>
                  </a:cubicBezTo>
                  <a:cubicBezTo>
                    <a:pt x="87" y="89"/>
                    <a:pt x="76" y="88"/>
                    <a:pt x="72" y="80"/>
                  </a:cubicBezTo>
                  <a:cubicBezTo>
                    <a:pt x="69" y="74"/>
                    <a:pt x="68" y="63"/>
                    <a:pt x="66" y="56"/>
                  </a:cubicBezTo>
                  <a:cubicBezTo>
                    <a:pt x="66" y="51"/>
                    <a:pt x="67" y="47"/>
                    <a:pt x="67" y="42"/>
                  </a:cubicBezTo>
                  <a:cubicBezTo>
                    <a:pt x="66" y="31"/>
                    <a:pt x="59" y="24"/>
                    <a:pt x="51" y="16"/>
                  </a:cubicBezTo>
                  <a:cubicBezTo>
                    <a:pt x="45" y="10"/>
                    <a:pt x="42" y="5"/>
                    <a:pt x="33" y="6"/>
                  </a:cubicBezTo>
                  <a:cubicBezTo>
                    <a:pt x="27" y="6"/>
                    <a:pt x="25" y="11"/>
                    <a:pt x="19" y="10"/>
                  </a:cubicBezTo>
                  <a:cubicBezTo>
                    <a:pt x="14" y="0"/>
                    <a:pt x="0" y="18"/>
                    <a:pt x="2" y="2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33" name="Freeform 1499">
              <a:extLst>
                <a:ext uri="{FF2B5EF4-FFF2-40B4-BE49-F238E27FC236}">
                  <a16:creationId xmlns:a16="http://schemas.microsoft.com/office/drawing/2014/main" id="{C8E8628F-EBA7-471F-AB3C-26805FE3D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071"/>
              <a:ext cx="375" cy="358"/>
            </a:xfrm>
            <a:custGeom>
              <a:avLst/>
              <a:gdLst>
                <a:gd name="T0" fmla="*/ 1140 w 194"/>
                <a:gd name="T1" fmla="*/ 88 h 174"/>
                <a:gd name="T2" fmla="*/ 1249 w 194"/>
                <a:gd name="T3" fmla="*/ 88 h 174"/>
                <a:gd name="T4" fmla="*/ 1177 w 194"/>
                <a:gd name="T5" fmla="*/ 372 h 174"/>
                <a:gd name="T6" fmla="*/ 1133 w 194"/>
                <a:gd name="T7" fmla="*/ 533 h 174"/>
                <a:gd name="T8" fmla="*/ 1293 w 194"/>
                <a:gd name="T9" fmla="*/ 636 h 174"/>
                <a:gd name="T10" fmla="*/ 1314 w 194"/>
                <a:gd name="T11" fmla="*/ 792 h 174"/>
                <a:gd name="T12" fmla="*/ 1386 w 194"/>
                <a:gd name="T13" fmla="*/ 897 h 174"/>
                <a:gd name="T14" fmla="*/ 1140 w 194"/>
                <a:gd name="T15" fmla="*/ 1121 h 174"/>
                <a:gd name="T16" fmla="*/ 953 w 194"/>
                <a:gd name="T17" fmla="*/ 948 h 174"/>
                <a:gd name="T18" fmla="*/ 549 w 194"/>
                <a:gd name="T19" fmla="*/ 1021 h 174"/>
                <a:gd name="T20" fmla="*/ 448 w 194"/>
                <a:gd name="T21" fmla="*/ 1152 h 174"/>
                <a:gd name="T22" fmla="*/ 396 w 194"/>
                <a:gd name="T23" fmla="*/ 1185 h 174"/>
                <a:gd name="T24" fmla="*/ 288 w 194"/>
                <a:gd name="T25" fmla="*/ 1105 h 174"/>
                <a:gd name="T26" fmla="*/ 195 w 194"/>
                <a:gd name="T27" fmla="*/ 1228 h 174"/>
                <a:gd name="T28" fmla="*/ 79 w 194"/>
                <a:gd name="T29" fmla="*/ 1457 h 174"/>
                <a:gd name="T30" fmla="*/ 0 w 194"/>
                <a:gd name="T31" fmla="*/ 1481 h 1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4" h="174">
                  <a:moveTo>
                    <a:pt x="158" y="10"/>
                  </a:moveTo>
                  <a:cubicBezTo>
                    <a:pt x="157" y="0"/>
                    <a:pt x="170" y="5"/>
                    <a:pt x="173" y="10"/>
                  </a:cubicBezTo>
                  <a:cubicBezTo>
                    <a:pt x="179" y="21"/>
                    <a:pt x="171" y="35"/>
                    <a:pt x="163" y="43"/>
                  </a:cubicBezTo>
                  <a:cubicBezTo>
                    <a:pt x="158" y="49"/>
                    <a:pt x="151" y="52"/>
                    <a:pt x="157" y="61"/>
                  </a:cubicBezTo>
                  <a:cubicBezTo>
                    <a:pt x="161" y="68"/>
                    <a:pt x="173" y="67"/>
                    <a:pt x="179" y="73"/>
                  </a:cubicBezTo>
                  <a:cubicBezTo>
                    <a:pt x="185" y="80"/>
                    <a:pt x="179" y="86"/>
                    <a:pt x="182" y="91"/>
                  </a:cubicBezTo>
                  <a:cubicBezTo>
                    <a:pt x="185" y="97"/>
                    <a:pt x="191" y="93"/>
                    <a:pt x="192" y="103"/>
                  </a:cubicBezTo>
                  <a:cubicBezTo>
                    <a:pt x="194" y="125"/>
                    <a:pt x="175" y="130"/>
                    <a:pt x="158" y="129"/>
                  </a:cubicBezTo>
                  <a:cubicBezTo>
                    <a:pt x="144" y="128"/>
                    <a:pt x="141" y="116"/>
                    <a:pt x="132" y="109"/>
                  </a:cubicBezTo>
                  <a:cubicBezTo>
                    <a:pt x="114" y="96"/>
                    <a:pt x="88" y="99"/>
                    <a:pt x="76" y="117"/>
                  </a:cubicBezTo>
                  <a:cubicBezTo>
                    <a:pt x="71" y="124"/>
                    <a:pt x="71" y="128"/>
                    <a:pt x="62" y="132"/>
                  </a:cubicBezTo>
                  <a:cubicBezTo>
                    <a:pt x="59" y="134"/>
                    <a:pt x="59" y="136"/>
                    <a:pt x="55" y="136"/>
                  </a:cubicBezTo>
                  <a:cubicBezTo>
                    <a:pt x="50" y="135"/>
                    <a:pt x="46" y="127"/>
                    <a:pt x="40" y="127"/>
                  </a:cubicBezTo>
                  <a:cubicBezTo>
                    <a:pt x="29" y="127"/>
                    <a:pt x="29" y="134"/>
                    <a:pt x="27" y="141"/>
                  </a:cubicBezTo>
                  <a:cubicBezTo>
                    <a:pt x="23" y="150"/>
                    <a:pt x="20" y="160"/>
                    <a:pt x="11" y="167"/>
                  </a:cubicBezTo>
                  <a:cubicBezTo>
                    <a:pt x="7" y="170"/>
                    <a:pt x="5" y="174"/>
                    <a:pt x="0" y="17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34" name="Freeform 1500">
              <a:extLst>
                <a:ext uri="{FF2B5EF4-FFF2-40B4-BE49-F238E27FC236}">
                  <a16:creationId xmlns:a16="http://schemas.microsoft.com/office/drawing/2014/main" id="{BDC3BB03-80C6-4B60-AB06-6679E800E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050"/>
              <a:ext cx="137" cy="392"/>
            </a:xfrm>
            <a:custGeom>
              <a:avLst/>
              <a:gdLst>
                <a:gd name="T0" fmla="*/ 473 w 71"/>
                <a:gd name="T1" fmla="*/ 1609 h 190"/>
                <a:gd name="T2" fmla="*/ 185 w 71"/>
                <a:gd name="T3" fmla="*/ 1438 h 190"/>
                <a:gd name="T4" fmla="*/ 164 w 71"/>
                <a:gd name="T5" fmla="*/ 1345 h 190"/>
                <a:gd name="T6" fmla="*/ 71 w 71"/>
                <a:gd name="T7" fmla="*/ 1133 h 190"/>
                <a:gd name="T8" fmla="*/ 152 w 71"/>
                <a:gd name="T9" fmla="*/ 1048 h 190"/>
                <a:gd name="T10" fmla="*/ 123 w 71"/>
                <a:gd name="T11" fmla="*/ 906 h 190"/>
                <a:gd name="T12" fmla="*/ 116 w 71"/>
                <a:gd name="T13" fmla="*/ 712 h 190"/>
                <a:gd name="T14" fmla="*/ 15 w 71"/>
                <a:gd name="T15" fmla="*/ 605 h 190"/>
                <a:gd name="T16" fmla="*/ 100 w 71"/>
                <a:gd name="T17" fmla="*/ 404 h 190"/>
                <a:gd name="T18" fmla="*/ 357 w 71"/>
                <a:gd name="T19" fmla="*/ 332 h 190"/>
                <a:gd name="T20" fmla="*/ 380 w 71"/>
                <a:gd name="T21" fmla="*/ 72 h 190"/>
                <a:gd name="T22" fmla="*/ 509 w 71"/>
                <a:gd name="T23" fmla="*/ 89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190">
                  <a:moveTo>
                    <a:pt x="66" y="183"/>
                  </a:moveTo>
                  <a:cubicBezTo>
                    <a:pt x="55" y="190"/>
                    <a:pt x="30" y="174"/>
                    <a:pt x="26" y="164"/>
                  </a:cubicBezTo>
                  <a:cubicBezTo>
                    <a:pt x="24" y="159"/>
                    <a:pt x="26" y="157"/>
                    <a:pt x="23" y="153"/>
                  </a:cubicBezTo>
                  <a:cubicBezTo>
                    <a:pt x="19" y="147"/>
                    <a:pt x="4" y="139"/>
                    <a:pt x="10" y="129"/>
                  </a:cubicBezTo>
                  <a:cubicBezTo>
                    <a:pt x="13" y="124"/>
                    <a:pt x="19" y="127"/>
                    <a:pt x="21" y="119"/>
                  </a:cubicBezTo>
                  <a:cubicBezTo>
                    <a:pt x="24" y="112"/>
                    <a:pt x="18" y="109"/>
                    <a:pt x="17" y="103"/>
                  </a:cubicBezTo>
                  <a:cubicBezTo>
                    <a:pt x="15" y="92"/>
                    <a:pt x="27" y="90"/>
                    <a:pt x="16" y="81"/>
                  </a:cubicBezTo>
                  <a:cubicBezTo>
                    <a:pt x="10" y="77"/>
                    <a:pt x="3" y="78"/>
                    <a:pt x="2" y="69"/>
                  </a:cubicBezTo>
                  <a:cubicBezTo>
                    <a:pt x="0" y="60"/>
                    <a:pt x="6" y="50"/>
                    <a:pt x="14" y="46"/>
                  </a:cubicBezTo>
                  <a:cubicBezTo>
                    <a:pt x="26" y="39"/>
                    <a:pt x="44" y="55"/>
                    <a:pt x="50" y="38"/>
                  </a:cubicBezTo>
                  <a:cubicBezTo>
                    <a:pt x="54" y="29"/>
                    <a:pt x="47" y="17"/>
                    <a:pt x="53" y="8"/>
                  </a:cubicBezTo>
                  <a:cubicBezTo>
                    <a:pt x="58" y="2"/>
                    <a:pt x="71" y="0"/>
                    <a:pt x="71" y="1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35" name="Freeform 1501">
              <a:extLst>
                <a:ext uri="{FF2B5EF4-FFF2-40B4-BE49-F238E27FC236}">
                  <a16:creationId xmlns:a16="http://schemas.microsoft.com/office/drawing/2014/main" id="{1375A4D3-E45C-4C77-9B83-ED3BC3634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112"/>
              <a:ext cx="484" cy="126"/>
            </a:xfrm>
            <a:custGeom>
              <a:avLst/>
              <a:gdLst>
                <a:gd name="T0" fmla="*/ 0 w 250"/>
                <a:gd name="T1" fmla="*/ 256 h 61"/>
                <a:gd name="T2" fmla="*/ 325 w 250"/>
                <a:gd name="T3" fmla="*/ 264 h 61"/>
                <a:gd name="T4" fmla="*/ 428 w 250"/>
                <a:gd name="T5" fmla="*/ 364 h 61"/>
                <a:gd name="T6" fmla="*/ 536 w 250"/>
                <a:gd name="T7" fmla="*/ 397 h 61"/>
                <a:gd name="T8" fmla="*/ 629 w 250"/>
                <a:gd name="T9" fmla="*/ 529 h 61"/>
                <a:gd name="T10" fmla="*/ 745 w 250"/>
                <a:gd name="T11" fmla="*/ 465 h 61"/>
                <a:gd name="T12" fmla="*/ 836 w 250"/>
                <a:gd name="T13" fmla="*/ 308 h 61"/>
                <a:gd name="T14" fmla="*/ 960 w 250"/>
                <a:gd name="T15" fmla="*/ 345 h 61"/>
                <a:gd name="T16" fmla="*/ 1117 w 250"/>
                <a:gd name="T17" fmla="*/ 248 h 61"/>
                <a:gd name="T18" fmla="*/ 1249 w 250"/>
                <a:gd name="T19" fmla="*/ 333 h 61"/>
                <a:gd name="T20" fmla="*/ 1334 w 250"/>
                <a:gd name="T21" fmla="*/ 405 h 61"/>
                <a:gd name="T22" fmla="*/ 1466 w 250"/>
                <a:gd name="T23" fmla="*/ 485 h 61"/>
                <a:gd name="T24" fmla="*/ 1675 w 250"/>
                <a:gd name="T25" fmla="*/ 300 h 61"/>
                <a:gd name="T26" fmla="*/ 1814 w 250"/>
                <a:gd name="T27" fmla="*/ 132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0" h="61">
                  <a:moveTo>
                    <a:pt x="0" y="29"/>
                  </a:moveTo>
                  <a:cubicBezTo>
                    <a:pt x="12" y="44"/>
                    <a:pt x="29" y="26"/>
                    <a:pt x="45" y="30"/>
                  </a:cubicBezTo>
                  <a:cubicBezTo>
                    <a:pt x="52" y="32"/>
                    <a:pt x="53" y="38"/>
                    <a:pt x="59" y="41"/>
                  </a:cubicBezTo>
                  <a:cubicBezTo>
                    <a:pt x="66" y="44"/>
                    <a:pt x="70" y="39"/>
                    <a:pt x="74" y="45"/>
                  </a:cubicBezTo>
                  <a:cubicBezTo>
                    <a:pt x="80" y="51"/>
                    <a:pt x="74" y="59"/>
                    <a:pt x="87" y="60"/>
                  </a:cubicBezTo>
                  <a:cubicBezTo>
                    <a:pt x="93" y="61"/>
                    <a:pt x="98" y="57"/>
                    <a:pt x="103" y="53"/>
                  </a:cubicBezTo>
                  <a:cubicBezTo>
                    <a:pt x="108" y="47"/>
                    <a:pt x="108" y="40"/>
                    <a:pt x="115" y="35"/>
                  </a:cubicBezTo>
                  <a:cubicBezTo>
                    <a:pt x="125" y="28"/>
                    <a:pt x="125" y="36"/>
                    <a:pt x="132" y="39"/>
                  </a:cubicBezTo>
                  <a:cubicBezTo>
                    <a:pt x="145" y="45"/>
                    <a:pt x="145" y="31"/>
                    <a:pt x="154" y="28"/>
                  </a:cubicBezTo>
                  <a:cubicBezTo>
                    <a:pt x="163" y="25"/>
                    <a:pt x="167" y="32"/>
                    <a:pt x="172" y="38"/>
                  </a:cubicBezTo>
                  <a:cubicBezTo>
                    <a:pt x="176" y="44"/>
                    <a:pt x="177" y="43"/>
                    <a:pt x="184" y="46"/>
                  </a:cubicBezTo>
                  <a:cubicBezTo>
                    <a:pt x="191" y="49"/>
                    <a:pt x="195" y="54"/>
                    <a:pt x="202" y="55"/>
                  </a:cubicBezTo>
                  <a:cubicBezTo>
                    <a:pt x="219" y="59"/>
                    <a:pt x="226" y="47"/>
                    <a:pt x="231" y="34"/>
                  </a:cubicBezTo>
                  <a:cubicBezTo>
                    <a:pt x="217" y="30"/>
                    <a:pt x="246" y="0"/>
                    <a:pt x="250" y="1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36" name="Freeform 1502">
              <a:extLst>
                <a:ext uri="{FF2B5EF4-FFF2-40B4-BE49-F238E27FC236}">
                  <a16:creationId xmlns:a16="http://schemas.microsoft.com/office/drawing/2014/main" id="{9E0826B1-05B8-46BD-9907-4541B1524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176"/>
              <a:ext cx="116" cy="130"/>
            </a:xfrm>
            <a:custGeom>
              <a:avLst/>
              <a:gdLst>
                <a:gd name="T0" fmla="*/ 0 w 60"/>
                <a:gd name="T1" fmla="*/ 25 h 63"/>
                <a:gd name="T2" fmla="*/ 101 w 60"/>
                <a:gd name="T3" fmla="*/ 165 h 63"/>
                <a:gd name="T4" fmla="*/ 101 w 60"/>
                <a:gd name="T5" fmla="*/ 256 h 63"/>
                <a:gd name="T6" fmla="*/ 93 w 60"/>
                <a:gd name="T7" fmla="*/ 388 h 63"/>
                <a:gd name="T8" fmla="*/ 217 w 60"/>
                <a:gd name="T9" fmla="*/ 464 h 63"/>
                <a:gd name="T10" fmla="*/ 333 w 60"/>
                <a:gd name="T11" fmla="*/ 545 h 63"/>
                <a:gd name="T12" fmla="*/ 433 w 60"/>
                <a:gd name="T13" fmla="*/ 41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63">
                  <a:moveTo>
                    <a:pt x="0" y="3"/>
                  </a:moveTo>
                  <a:cubicBezTo>
                    <a:pt x="12" y="0"/>
                    <a:pt x="13" y="10"/>
                    <a:pt x="14" y="19"/>
                  </a:cubicBezTo>
                  <a:cubicBezTo>
                    <a:pt x="14" y="24"/>
                    <a:pt x="15" y="24"/>
                    <a:pt x="14" y="29"/>
                  </a:cubicBezTo>
                  <a:cubicBezTo>
                    <a:pt x="12" y="36"/>
                    <a:pt x="7" y="36"/>
                    <a:pt x="13" y="44"/>
                  </a:cubicBezTo>
                  <a:cubicBezTo>
                    <a:pt x="17" y="49"/>
                    <a:pt x="24" y="50"/>
                    <a:pt x="30" y="53"/>
                  </a:cubicBezTo>
                  <a:cubicBezTo>
                    <a:pt x="34" y="55"/>
                    <a:pt x="40" y="61"/>
                    <a:pt x="46" y="62"/>
                  </a:cubicBezTo>
                  <a:cubicBezTo>
                    <a:pt x="57" y="63"/>
                    <a:pt x="57" y="54"/>
                    <a:pt x="60" y="4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37" name="Freeform 1503">
              <a:extLst>
                <a:ext uri="{FF2B5EF4-FFF2-40B4-BE49-F238E27FC236}">
                  <a16:creationId xmlns:a16="http://schemas.microsoft.com/office/drawing/2014/main" id="{D579B893-88F0-4AEC-8481-25FA84B93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184"/>
              <a:ext cx="149" cy="342"/>
            </a:xfrm>
            <a:custGeom>
              <a:avLst/>
              <a:gdLst>
                <a:gd name="T0" fmla="*/ 557 w 77"/>
                <a:gd name="T1" fmla="*/ 107 h 166"/>
                <a:gd name="T2" fmla="*/ 433 w 77"/>
                <a:gd name="T3" fmla="*/ 140 h 166"/>
                <a:gd name="T4" fmla="*/ 356 w 77"/>
                <a:gd name="T5" fmla="*/ 404 h 166"/>
                <a:gd name="T6" fmla="*/ 161 w 77"/>
                <a:gd name="T7" fmla="*/ 593 h 166"/>
                <a:gd name="T8" fmla="*/ 37 w 77"/>
                <a:gd name="T9" fmla="*/ 637 h 166"/>
                <a:gd name="T10" fmla="*/ 37 w 77"/>
                <a:gd name="T11" fmla="*/ 760 h 166"/>
                <a:gd name="T12" fmla="*/ 79 w 77"/>
                <a:gd name="T13" fmla="*/ 925 h 166"/>
                <a:gd name="T14" fmla="*/ 153 w 77"/>
                <a:gd name="T15" fmla="*/ 1024 h 166"/>
                <a:gd name="T16" fmla="*/ 269 w 77"/>
                <a:gd name="T17" fmla="*/ 1370 h 166"/>
                <a:gd name="T18" fmla="*/ 493 w 77"/>
                <a:gd name="T19" fmla="*/ 1370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66">
                  <a:moveTo>
                    <a:pt x="77" y="12"/>
                  </a:moveTo>
                  <a:cubicBezTo>
                    <a:pt x="72" y="0"/>
                    <a:pt x="63" y="10"/>
                    <a:pt x="60" y="16"/>
                  </a:cubicBezTo>
                  <a:cubicBezTo>
                    <a:pt x="56" y="26"/>
                    <a:pt x="60" y="39"/>
                    <a:pt x="49" y="46"/>
                  </a:cubicBezTo>
                  <a:cubicBezTo>
                    <a:pt x="35" y="54"/>
                    <a:pt x="20" y="45"/>
                    <a:pt x="22" y="68"/>
                  </a:cubicBezTo>
                  <a:cubicBezTo>
                    <a:pt x="18" y="68"/>
                    <a:pt x="7" y="71"/>
                    <a:pt x="5" y="73"/>
                  </a:cubicBezTo>
                  <a:cubicBezTo>
                    <a:pt x="0" y="79"/>
                    <a:pt x="4" y="80"/>
                    <a:pt x="5" y="87"/>
                  </a:cubicBezTo>
                  <a:cubicBezTo>
                    <a:pt x="6" y="96"/>
                    <a:pt x="3" y="100"/>
                    <a:pt x="11" y="106"/>
                  </a:cubicBezTo>
                  <a:cubicBezTo>
                    <a:pt x="16" y="110"/>
                    <a:pt x="23" y="108"/>
                    <a:pt x="21" y="117"/>
                  </a:cubicBezTo>
                  <a:cubicBezTo>
                    <a:pt x="38" y="119"/>
                    <a:pt x="25" y="148"/>
                    <a:pt x="37" y="157"/>
                  </a:cubicBezTo>
                  <a:cubicBezTo>
                    <a:pt x="43" y="162"/>
                    <a:pt x="62" y="166"/>
                    <a:pt x="68" y="15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38" name="Freeform 1504">
              <a:extLst>
                <a:ext uri="{FF2B5EF4-FFF2-40B4-BE49-F238E27FC236}">
                  <a16:creationId xmlns:a16="http://schemas.microsoft.com/office/drawing/2014/main" id="{70BE880A-C353-4C3D-B4DD-2C9C1572C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011"/>
              <a:ext cx="510" cy="515"/>
            </a:xfrm>
            <a:custGeom>
              <a:avLst/>
              <a:gdLst>
                <a:gd name="T0" fmla="*/ 1826 w 264"/>
                <a:gd name="T1" fmla="*/ 2142 h 250"/>
                <a:gd name="T2" fmla="*/ 1895 w 264"/>
                <a:gd name="T3" fmla="*/ 2097 h 250"/>
                <a:gd name="T4" fmla="*/ 1833 w 264"/>
                <a:gd name="T5" fmla="*/ 1969 h 250"/>
                <a:gd name="T6" fmla="*/ 1725 w 264"/>
                <a:gd name="T7" fmla="*/ 1922 h 250"/>
                <a:gd name="T8" fmla="*/ 1623 w 264"/>
                <a:gd name="T9" fmla="*/ 1774 h 250"/>
                <a:gd name="T10" fmla="*/ 1542 w 264"/>
                <a:gd name="T11" fmla="*/ 1592 h 250"/>
                <a:gd name="T12" fmla="*/ 1549 w 264"/>
                <a:gd name="T13" fmla="*/ 1477 h 250"/>
                <a:gd name="T14" fmla="*/ 1430 w 264"/>
                <a:gd name="T15" fmla="*/ 1401 h 250"/>
                <a:gd name="T16" fmla="*/ 1205 w 264"/>
                <a:gd name="T17" fmla="*/ 1205 h 250"/>
                <a:gd name="T18" fmla="*/ 1153 w 264"/>
                <a:gd name="T19" fmla="*/ 1094 h 250"/>
                <a:gd name="T20" fmla="*/ 989 w 264"/>
                <a:gd name="T21" fmla="*/ 1154 h 250"/>
                <a:gd name="T22" fmla="*/ 798 w 264"/>
                <a:gd name="T23" fmla="*/ 1032 h 250"/>
                <a:gd name="T24" fmla="*/ 821 w 264"/>
                <a:gd name="T25" fmla="*/ 744 h 250"/>
                <a:gd name="T26" fmla="*/ 813 w 264"/>
                <a:gd name="T27" fmla="*/ 517 h 250"/>
                <a:gd name="T28" fmla="*/ 649 w 264"/>
                <a:gd name="T29" fmla="*/ 517 h 250"/>
                <a:gd name="T30" fmla="*/ 504 w 264"/>
                <a:gd name="T31" fmla="*/ 115 h 250"/>
                <a:gd name="T32" fmla="*/ 332 w 264"/>
                <a:gd name="T33" fmla="*/ 89 h 250"/>
                <a:gd name="T34" fmla="*/ 280 w 264"/>
                <a:gd name="T35" fmla="*/ 297 h 250"/>
                <a:gd name="T36" fmla="*/ 280 w 264"/>
                <a:gd name="T37" fmla="*/ 428 h 250"/>
                <a:gd name="T38" fmla="*/ 164 w 264"/>
                <a:gd name="T39" fmla="*/ 505 h 250"/>
                <a:gd name="T40" fmla="*/ 247 w 264"/>
                <a:gd name="T41" fmla="*/ 593 h 250"/>
                <a:gd name="T42" fmla="*/ 440 w 264"/>
                <a:gd name="T43" fmla="*/ 684 h 250"/>
                <a:gd name="T44" fmla="*/ 469 w 264"/>
                <a:gd name="T45" fmla="*/ 972 h 250"/>
                <a:gd name="T46" fmla="*/ 325 w 264"/>
                <a:gd name="T47" fmla="*/ 1014 h 250"/>
                <a:gd name="T48" fmla="*/ 209 w 264"/>
                <a:gd name="T49" fmla="*/ 1065 h 250"/>
                <a:gd name="T50" fmla="*/ 137 w 264"/>
                <a:gd name="T51" fmla="*/ 1057 h 250"/>
                <a:gd name="T52" fmla="*/ 193 w 264"/>
                <a:gd name="T53" fmla="*/ 1277 h 250"/>
                <a:gd name="T54" fmla="*/ 301 w 264"/>
                <a:gd name="T55" fmla="*/ 1574 h 250"/>
                <a:gd name="T56" fmla="*/ 164 w 264"/>
                <a:gd name="T57" fmla="*/ 1774 h 25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4" h="250">
                  <a:moveTo>
                    <a:pt x="253" y="245"/>
                  </a:moveTo>
                  <a:cubicBezTo>
                    <a:pt x="257" y="250"/>
                    <a:pt x="262" y="245"/>
                    <a:pt x="263" y="240"/>
                  </a:cubicBezTo>
                  <a:cubicBezTo>
                    <a:pt x="264" y="235"/>
                    <a:pt x="258" y="227"/>
                    <a:pt x="254" y="225"/>
                  </a:cubicBezTo>
                  <a:cubicBezTo>
                    <a:pt x="250" y="222"/>
                    <a:pt x="243" y="222"/>
                    <a:pt x="239" y="220"/>
                  </a:cubicBezTo>
                  <a:cubicBezTo>
                    <a:pt x="231" y="216"/>
                    <a:pt x="229" y="210"/>
                    <a:pt x="225" y="203"/>
                  </a:cubicBezTo>
                  <a:cubicBezTo>
                    <a:pt x="221" y="197"/>
                    <a:pt x="215" y="189"/>
                    <a:pt x="214" y="182"/>
                  </a:cubicBezTo>
                  <a:cubicBezTo>
                    <a:pt x="213" y="177"/>
                    <a:pt x="216" y="173"/>
                    <a:pt x="215" y="169"/>
                  </a:cubicBezTo>
                  <a:cubicBezTo>
                    <a:pt x="212" y="159"/>
                    <a:pt x="206" y="161"/>
                    <a:pt x="198" y="160"/>
                  </a:cubicBezTo>
                  <a:cubicBezTo>
                    <a:pt x="184" y="158"/>
                    <a:pt x="174" y="149"/>
                    <a:pt x="167" y="138"/>
                  </a:cubicBezTo>
                  <a:cubicBezTo>
                    <a:pt x="164" y="133"/>
                    <a:pt x="166" y="126"/>
                    <a:pt x="160" y="125"/>
                  </a:cubicBezTo>
                  <a:cubicBezTo>
                    <a:pt x="153" y="124"/>
                    <a:pt x="145" y="132"/>
                    <a:pt x="137" y="132"/>
                  </a:cubicBezTo>
                  <a:cubicBezTo>
                    <a:pt x="129" y="132"/>
                    <a:pt x="115" y="125"/>
                    <a:pt x="111" y="118"/>
                  </a:cubicBezTo>
                  <a:cubicBezTo>
                    <a:pt x="103" y="107"/>
                    <a:pt x="109" y="96"/>
                    <a:pt x="114" y="85"/>
                  </a:cubicBezTo>
                  <a:cubicBezTo>
                    <a:pt x="117" y="76"/>
                    <a:pt x="121" y="67"/>
                    <a:pt x="113" y="59"/>
                  </a:cubicBezTo>
                  <a:cubicBezTo>
                    <a:pt x="104" y="52"/>
                    <a:pt x="98" y="59"/>
                    <a:pt x="90" y="59"/>
                  </a:cubicBezTo>
                  <a:cubicBezTo>
                    <a:pt x="90" y="39"/>
                    <a:pt x="82" y="27"/>
                    <a:pt x="70" y="13"/>
                  </a:cubicBezTo>
                  <a:cubicBezTo>
                    <a:pt x="62" y="5"/>
                    <a:pt x="56" y="0"/>
                    <a:pt x="46" y="10"/>
                  </a:cubicBezTo>
                  <a:cubicBezTo>
                    <a:pt x="40" y="17"/>
                    <a:pt x="38" y="25"/>
                    <a:pt x="39" y="34"/>
                  </a:cubicBezTo>
                  <a:cubicBezTo>
                    <a:pt x="39" y="38"/>
                    <a:pt x="42" y="45"/>
                    <a:pt x="39" y="49"/>
                  </a:cubicBezTo>
                  <a:cubicBezTo>
                    <a:pt x="36" y="54"/>
                    <a:pt x="25" y="51"/>
                    <a:pt x="23" y="58"/>
                  </a:cubicBezTo>
                  <a:cubicBezTo>
                    <a:pt x="20" y="65"/>
                    <a:pt x="27" y="67"/>
                    <a:pt x="34" y="68"/>
                  </a:cubicBezTo>
                  <a:cubicBezTo>
                    <a:pt x="48" y="71"/>
                    <a:pt x="52" y="64"/>
                    <a:pt x="61" y="78"/>
                  </a:cubicBezTo>
                  <a:cubicBezTo>
                    <a:pt x="65" y="86"/>
                    <a:pt x="74" y="102"/>
                    <a:pt x="65" y="111"/>
                  </a:cubicBezTo>
                  <a:cubicBezTo>
                    <a:pt x="60" y="116"/>
                    <a:pt x="52" y="115"/>
                    <a:pt x="45" y="116"/>
                  </a:cubicBezTo>
                  <a:cubicBezTo>
                    <a:pt x="40" y="117"/>
                    <a:pt x="35" y="121"/>
                    <a:pt x="29" y="122"/>
                  </a:cubicBezTo>
                  <a:cubicBezTo>
                    <a:pt x="27" y="122"/>
                    <a:pt x="20" y="121"/>
                    <a:pt x="19" y="121"/>
                  </a:cubicBezTo>
                  <a:cubicBezTo>
                    <a:pt x="0" y="128"/>
                    <a:pt x="18" y="142"/>
                    <a:pt x="27" y="146"/>
                  </a:cubicBezTo>
                  <a:cubicBezTo>
                    <a:pt x="39" y="152"/>
                    <a:pt x="49" y="165"/>
                    <a:pt x="42" y="180"/>
                  </a:cubicBezTo>
                  <a:cubicBezTo>
                    <a:pt x="38" y="190"/>
                    <a:pt x="24" y="192"/>
                    <a:pt x="23" y="20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39" name="Freeform 1505">
              <a:extLst>
                <a:ext uri="{FF2B5EF4-FFF2-40B4-BE49-F238E27FC236}">
                  <a16:creationId xmlns:a16="http://schemas.microsoft.com/office/drawing/2014/main" id="{5582BE96-24B5-4AD7-8C3F-ADF14BF8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1031"/>
              <a:ext cx="54" cy="114"/>
            </a:xfrm>
            <a:custGeom>
              <a:avLst/>
              <a:gdLst>
                <a:gd name="T0" fmla="*/ 137 w 28"/>
                <a:gd name="T1" fmla="*/ 489 h 55"/>
                <a:gd name="T2" fmla="*/ 131 w 28"/>
                <a:gd name="T3" fmla="*/ 64 h 55"/>
                <a:gd name="T4" fmla="*/ 0 w 28"/>
                <a:gd name="T5" fmla="*/ 9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19" y="55"/>
                  </a:moveTo>
                  <a:cubicBezTo>
                    <a:pt x="17" y="42"/>
                    <a:pt x="28" y="18"/>
                    <a:pt x="18" y="7"/>
                  </a:cubicBezTo>
                  <a:cubicBezTo>
                    <a:pt x="13" y="0"/>
                    <a:pt x="4" y="4"/>
                    <a:pt x="0" y="1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40" name="Freeform 1506">
              <a:extLst>
                <a:ext uri="{FF2B5EF4-FFF2-40B4-BE49-F238E27FC236}">
                  <a16:creationId xmlns:a16="http://schemas.microsoft.com/office/drawing/2014/main" id="{AA137936-2641-47CF-AE0E-19FE9A247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141"/>
              <a:ext cx="83" cy="99"/>
            </a:xfrm>
            <a:custGeom>
              <a:avLst/>
              <a:gdLst>
                <a:gd name="T0" fmla="*/ 309 w 43"/>
                <a:gd name="T1" fmla="*/ 0 h 48"/>
                <a:gd name="T2" fmla="*/ 253 w 43"/>
                <a:gd name="T3" fmla="*/ 157 h 48"/>
                <a:gd name="T4" fmla="*/ 108 w 43"/>
                <a:gd name="T5" fmla="*/ 239 h 48"/>
                <a:gd name="T6" fmla="*/ 56 w 43"/>
                <a:gd name="T7" fmla="*/ 421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8">
                  <a:moveTo>
                    <a:pt x="43" y="0"/>
                  </a:moveTo>
                  <a:cubicBezTo>
                    <a:pt x="37" y="5"/>
                    <a:pt x="40" y="13"/>
                    <a:pt x="35" y="18"/>
                  </a:cubicBezTo>
                  <a:cubicBezTo>
                    <a:pt x="30" y="22"/>
                    <a:pt x="20" y="24"/>
                    <a:pt x="15" y="27"/>
                  </a:cubicBezTo>
                  <a:cubicBezTo>
                    <a:pt x="5" y="33"/>
                    <a:pt x="0" y="39"/>
                    <a:pt x="8" y="4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41" name="Freeform 1507">
              <a:extLst>
                <a:ext uri="{FF2B5EF4-FFF2-40B4-BE49-F238E27FC236}">
                  <a16:creationId xmlns:a16="http://schemas.microsoft.com/office/drawing/2014/main" id="{07F4B4EC-E018-4C81-9E64-407E767F9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046"/>
              <a:ext cx="62" cy="103"/>
            </a:xfrm>
            <a:custGeom>
              <a:avLst/>
              <a:gdLst>
                <a:gd name="T0" fmla="*/ 0 w 32"/>
                <a:gd name="T1" fmla="*/ 148 h 50"/>
                <a:gd name="T2" fmla="*/ 147 w 32"/>
                <a:gd name="T3" fmla="*/ 280 h 50"/>
                <a:gd name="T4" fmla="*/ 233 w 32"/>
                <a:gd name="T5" fmla="*/ 43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0">
                  <a:moveTo>
                    <a:pt x="0" y="17"/>
                  </a:moveTo>
                  <a:cubicBezTo>
                    <a:pt x="11" y="0"/>
                    <a:pt x="17" y="25"/>
                    <a:pt x="20" y="32"/>
                  </a:cubicBezTo>
                  <a:cubicBezTo>
                    <a:pt x="22" y="37"/>
                    <a:pt x="28" y="49"/>
                    <a:pt x="32" y="5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0" name="Atherothrombosis-in-an-artery">
            <a:extLst>
              <a:ext uri="{FF2B5EF4-FFF2-40B4-BE49-F238E27FC236}">
                <a16:creationId xmlns:a16="http://schemas.microsoft.com/office/drawing/2014/main" id="{A424CCB5-59EF-48DE-AEBC-008671C22E8F}"/>
              </a:ext>
            </a:extLst>
          </p:cNvPr>
          <p:cNvGrpSpPr>
            <a:grpSpLocks/>
          </p:cNvGrpSpPr>
          <p:nvPr/>
        </p:nvGrpSpPr>
        <p:grpSpPr bwMode="auto">
          <a:xfrm>
            <a:off x="3660775" y="4191000"/>
            <a:ext cx="4222750" cy="2190750"/>
            <a:chOff x="1346" y="2402"/>
            <a:chExt cx="2660" cy="1380"/>
          </a:xfrm>
        </p:grpSpPr>
        <p:sp>
          <p:nvSpPr>
            <p:cNvPr id="50181" name="Freeform 1509">
              <a:extLst>
                <a:ext uri="{FF2B5EF4-FFF2-40B4-BE49-F238E27FC236}">
                  <a16:creationId xmlns:a16="http://schemas.microsoft.com/office/drawing/2014/main" id="{6842D951-D8F1-4E0F-BA52-3AA82DDB60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46" y="2402"/>
              <a:ext cx="2460" cy="1266"/>
            </a:xfrm>
            <a:custGeom>
              <a:avLst/>
              <a:gdLst>
                <a:gd name="T0" fmla="*/ 9026 w 1273"/>
                <a:gd name="T1" fmla="*/ 1454 h 614"/>
                <a:gd name="T2" fmla="*/ 9187 w 1273"/>
                <a:gd name="T3" fmla="*/ 1165 h 614"/>
                <a:gd name="T4" fmla="*/ 4112 w 1273"/>
                <a:gd name="T5" fmla="*/ 544 h 614"/>
                <a:gd name="T6" fmla="*/ 1270 w 1273"/>
                <a:gd name="T7" fmla="*/ 0 h 614"/>
                <a:gd name="T8" fmla="*/ 1169 w 1273"/>
                <a:gd name="T9" fmla="*/ 115 h 614"/>
                <a:gd name="T10" fmla="*/ 3917 w 1273"/>
                <a:gd name="T11" fmla="*/ 736 h 614"/>
                <a:gd name="T12" fmla="*/ 9026 w 1273"/>
                <a:gd name="T13" fmla="*/ 1454 h 614"/>
                <a:gd name="T14" fmla="*/ 0 w 1273"/>
                <a:gd name="T15" fmla="*/ 1561 h 614"/>
                <a:gd name="T16" fmla="*/ 4445 w 1273"/>
                <a:gd name="T17" fmla="*/ 3542 h 614"/>
                <a:gd name="T18" fmla="*/ 6885 w 1273"/>
                <a:gd name="T19" fmla="*/ 5382 h 614"/>
                <a:gd name="T20" fmla="*/ 6885 w 1273"/>
                <a:gd name="T21" fmla="*/ 5382 h 614"/>
                <a:gd name="T22" fmla="*/ 7036 w 1273"/>
                <a:gd name="T23" fmla="*/ 5109 h 614"/>
                <a:gd name="T24" fmla="*/ 4634 w 1273"/>
                <a:gd name="T25" fmla="*/ 3303 h 614"/>
                <a:gd name="T26" fmla="*/ 72 w 1273"/>
                <a:gd name="T27" fmla="*/ 1462 h 614"/>
                <a:gd name="T28" fmla="*/ 72 w 1273"/>
                <a:gd name="T29" fmla="*/ 1462 h 614"/>
                <a:gd name="T30" fmla="*/ 0 w 1273"/>
                <a:gd name="T31" fmla="*/ 1561 h 6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3" h="614">
                  <a:moveTo>
                    <a:pt x="1251" y="166"/>
                  </a:moveTo>
                  <a:cubicBezTo>
                    <a:pt x="1273" y="133"/>
                    <a:pt x="1273" y="133"/>
                    <a:pt x="1273" y="133"/>
                  </a:cubicBezTo>
                  <a:cubicBezTo>
                    <a:pt x="1137" y="65"/>
                    <a:pt x="789" y="72"/>
                    <a:pt x="570" y="62"/>
                  </a:cubicBezTo>
                  <a:cubicBezTo>
                    <a:pt x="407" y="55"/>
                    <a:pt x="260" y="30"/>
                    <a:pt x="176" y="0"/>
                  </a:cubicBezTo>
                  <a:cubicBezTo>
                    <a:pt x="162" y="13"/>
                    <a:pt x="162" y="13"/>
                    <a:pt x="162" y="13"/>
                  </a:cubicBezTo>
                  <a:cubicBezTo>
                    <a:pt x="246" y="43"/>
                    <a:pt x="380" y="77"/>
                    <a:pt x="543" y="84"/>
                  </a:cubicBezTo>
                  <a:cubicBezTo>
                    <a:pt x="762" y="94"/>
                    <a:pt x="1115" y="98"/>
                    <a:pt x="1251" y="166"/>
                  </a:cubicBezTo>
                  <a:close/>
                  <a:moveTo>
                    <a:pt x="0" y="178"/>
                  </a:moveTo>
                  <a:cubicBezTo>
                    <a:pt x="124" y="265"/>
                    <a:pt x="435" y="329"/>
                    <a:pt x="616" y="404"/>
                  </a:cubicBezTo>
                  <a:cubicBezTo>
                    <a:pt x="817" y="487"/>
                    <a:pt x="914" y="581"/>
                    <a:pt x="954" y="614"/>
                  </a:cubicBezTo>
                  <a:cubicBezTo>
                    <a:pt x="954" y="614"/>
                    <a:pt x="954" y="614"/>
                    <a:pt x="954" y="614"/>
                  </a:cubicBezTo>
                  <a:cubicBezTo>
                    <a:pt x="975" y="583"/>
                    <a:pt x="975" y="583"/>
                    <a:pt x="975" y="583"/>
                  </a:cubicBezTo>
                  <a:cubicBezTo>
                    <a:pt x="933" y="547"/>
                    <a:pt x="837" y="458"/>
                    <a:pt x="642" y="377"/>
                  </a:cubicBezTo>
                  <a:cubicBezTo>
                    <a:pt x="461" y="302"/>
                    <a:pt x="134" y="254"/>
                    <a:pt x="10" y="167"/>
                  </a:cubicBezTo>
                  <a:cubicBezTo>
                    <a:pt x="10" y="167"/>
                    <a:pt x="10" y="167"/>
                    <a:pt x="10" y="167"/>
                  </a:cubicBezTo>
                  <a:lnTo>
                    <a:pt x="0" y="178"/>
                  </a:lnTo>
                  <a:close/>
                </a:path>
              </a:pathLst>
            </a:custGeom>
            <a:solidFill>
              <a:srgbClr val="FAD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2" name="Freeform 1510">
              <a:extLst>
                <a:ext uri="{FF2B5EF4-FFF2-40B4-BE49-F238E27FC236}">
                  <a16:creationId xmlns:a16="http://schemas.microsoft.com/office/drawing/2014/main" id="{905632E6-32F4-403A-9180-7CD40C91CE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7" y="2565"/>
              <a:ext cx="1392" cy="1074"/>
            </a:xfrm>
            <a:custGeom>
              <a:avLst/>
              <a:gdLst>
                <a:gd name="T0" fmla="*/ 5203 w 720"/>
                <a:gd name="T1" fmla="*/ 501 h 521"/>
                <a:gd name="T2" fmla="*/ 4870 w 720"/>
                <a:gd name="T3" fmla="*/ 464 h 521"/>
                <a:gd name="T4" fmla="*/ 4056 w 720"/>
                <a:gd name="T5" fmla="*/ 237 h 521"/>
                <a:gd name="T6" fmla="*/ 0 w 720"/>
                <a:gd name="T7" fmla="*/ 0 h 521"/>
                <a:gd name="T8" fmla="*/ 5094 w 720"/>
                <a:gd name="T9" fmla="*/ 676 h 521"/>
                <a:gd name="T10" fmla="*/ 5195 w 720"/>
                <a:gd name="T11" fmla="*/ 501 h 521"/>
                <a:gd name="T12" fmla="*/ 2927 w 720"/>
                <a:gd name="T13" fmla="*/ 4432 h 521"/>
                <a:gd name="T14" fmla="*/ 2964 w 720"/>
                <a:gd name="T15" fmla="*/ 4564 h 521"/>
                <a:gd name="T16" fmla="*/ 3043 w 720"/>
                <a:gd name="T17" fmla="*/ 4424 h 521"/>
                <a:gd name="T18" fmla="*/ 636 w 720"/>
                <a:gd name="T19" fmla="*/ 2618 h 521"/>
                <a:gd name="T20" fmla="*/ 172 w 720"/>
                <a:gd name="T21" fmla="*/ 2418 h 521"/>
                <a:gd name="T22" fmla="*/ 2927 w 720"/>
                <a:gd name="T23" fmla="*/ 4432 h 5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20" h="521">
                  <a:moveTo>
                    <a:pt x="720" y="57"/>
                  </a:moveTo>
                  <a:cubicBezTo>
                    <a:pt x="720" y="57"/>
                    <a:pt x="709" y="65"/>
                    <a:pt x="674" y="53"/>
                  </a:cubicBezTo>
                  <a:cubicBezTo>
                    <a:pt x="646" y="45"/>
                    <a:pt x="605" y="35"/>
                    <a:pt x="561" y="27"/>
                  </a:cubicBezTo>
                  <a:cubicBezTo>
                    <a:pt x="447" y="8"/>
                    <a:pt x="102" y="0"/>
                    <a:pt x="0" y="0"/>
                  </a:cubicBezTo>
                  <a:cubicBezTo>
                    <a:pt x="219" y="10"/>
                    <a:pt x="569" y="9"/>
                    <a:pt x="705" y="77"/>
                  </a:cubicBezTo>
                  <a:cubicBezTo>
                    <a:pt x="719" y="57"/>
                    <a:pt x="719" y="57"/>
                    <a:pt x="719" y="57"/>
                  </a:cubicBezTo>
                  <a:moveTo>
                    <a:pt x="405" y="506"/>
                  </a:moveTo>
                  <a:cubicBezTo>
                    <a:pt x="413" y="514"/>
                    <a:pt x="410" y="521"/>
                    <a:pt x="410" y="521"/>
                  </a:cubicBezTo>
                  <a:cubicBezTo>
                    <a:pt x="421" y="505"/>
                    <a:pt x="421" y="505"/>
                    <a:pt x="421" y="505"/>
                  </a:cubicBezTo>
                  <a:cubicBezTo>
                    <a:pt x="379" y="469"/>
                    <a:pt x="283" y="380"/>
                    <a:pt x="88" y="299"/>
                  </a:cubicBezTo>
                  <a:cubicBezTo>
                    <a:pt x="68" y="291"/>
                    <a:pt x="47" y="283"/>
                    <a:pt x="24" y="276"/>
                  </a:cubicBezTo>
                  <a:cubicBezTo>
                    <a:pt x="54" y="291"/>
                    <a:pt x="233" y="347"/>
                    <a:pt x="405" y="5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3" name="Freeform 1511">
              <a:extLst>
                <a:ext uri="{FF2B5EF4-FFF2-40B4-BE49-F238E27FC236}">
                  <a16:creationId xmlns:a16="http://schemas.microsoft.com/office/drawing/2014/main" id="{80AE0241-D594-4337-9DCE-B75967C1B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76"/>
              <a:ext cx="816" cy="1106"/>
            </a:xfrm>
            <a:custGeom>
              <a:avLst/>
              <a:gdLst>
                <a:gd name="T0" fmla="*/ 2307 w 422"/>
                <a:gd name="T1" fmla="*/ 0 h 536"/>
                <a:gd name="T2" fmla="*/ 2299 w 422"/>
                <a:gd name="T3" fmla="*/ 8 h 536"/>
                <a:gd name="T4" fmla="*/ 2146 w 422"/>
                <a:gd name="T5" fmla="*/ 289 h 536"/>
                <a:gd name="T6" fmla="*/ 2003 w 422"/>
                <a:gd name="T7" fmla="*/ 3543 h 536"/>
                <a:gd name="T8" fmla="*/ 153 w 422"/>
                <a:gd name="T9" fmla="*/ 3956 h 536"/>
                <a:gd name="T10" fmla="*/ 0 w 422"/>
                <a:gd name="T11" fmla="*/ 4228 h 536"/>
                <a:gd name="T12" fmla="*/ 2214 w 422"/>
                <a:gd name="T13" fmla="*/ 3751 h 536"/>
                <a:gd name="T14" fmla="*/ 2307 w 422"/>
                <a:gd name="T15" fmla="*/ 0 h 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2" h="536">
                  <a:moveTo>
                    <a:pt x="319" y="0"/>
                  </a:moveTo>
                  <a:cubicBezTo>
                    <a:pt x="318" y="1"/>
                    <a:pt x="318" y="1"/>
                    <a:pt x="318" y="1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357" y="104"/>
                    <a:pt x="379" y="280"/>
                    <a:pt x="277" y="403"/>
                  </a:cubicBezTo>
                  <a:cubicBezTo>
                    <a:pt x="202" y="494"/>
                    <a:pt x="61" y="480"/>
                    <a:pt x="21" y="450"/>
                  </a:cubicBezTo>
                  <a:cubicBezTo>
                    <a:pt x="0" y="481"/>
                    <a:pt x="0" y="481"/>
                    <a:pt x="0" y="481"/>
                  </a:cubicBezTo>
                  <a:cubicBezTo>
                    <a:pt x="53" y="522"/>
                    <a:pt x="216" y="536"/>
                    <a:pt x="306" y="427"/>
                  </a:cubicBezTo>
                  <a:cubicBezTo>
                    <a:pt x="422" y="288"/>
                    <a:pt x="398" y="83"/>
                    <a:pt x="319" y="0"/>
                  </a:cubicBezTo>
                  <a:close/>
                </a:path>
              </a:pathLst>
            </a:custGeom>
            <a:solidFill>
              <a:srgbClr val="F6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4" name="Freeform 1512">
              <a:extLst>
                <a:ext uri="{FF2B5EF4-FFF2-40B4-BE49-F238E27FC236}">
                  <a16:creationId xmlns:a16="http://schemas.microsoft.com/office/drawing/2014/main" id="{188FC7BC-E1B6-4CF8-BF3C-800C6B543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429"/>
              <a:ext cx="2557" cy="1266"/>
            </a:xfrm>
            <a:custGeom>
              <a:avLst/>
              <a:gdLst>
                <a:gd name="T0" fmla="*/ 4561 w 1323"/>
                <a:gd name="T1" fmla="*/ 3192 h 614"/>
                <a:gd name="T2" fmla="*/ 6967 w 1323"/>
                <a:gd name="T3" fmla="*/ 4996 h 614"/>
                <a:gd name="T4" fmla="*/ 6967 w 1323"/>
                <a:gd name="T5" fmla="*/ 4996 h 614"/>
                <a:gd name="T6" fmla="*/ 8815 w 1323"/>
                <a:gd name="T7" fmla="*/ 4584 h 614"/>
                <a:gd name="T8" fmla="*/ 8962 w 1323"/>
                <a:gd name="T9" fmla="*/ 1338 h 614"/>
                <a:gd name="T10" fmla="*/ 9024 w 1323"/>
                <a:gd name="T11" fmla="*/ 1229 h 614"/>
                <a:gd name="T12" fmla="*/ 9024 w 1323"/>
                <a:gd name="T13" fmla="*/ 1229 h 614"/>
                <a:gd name="T14" fmla="*/ 8962 w 1323"/>
                <a:gd name="T15" fmla="*/ 1338 h 614"/>
                <a:gd name="T16" fmla="*/ 3848 w 1323"/>
                <a:gd name="T17" fmla="*/ 621 h 614"/>
                <a:gd name="T18" fmla="*/ 1098 w 1323"/>
                <a:gd name="T19" fmla="*/ 0 h 614"/>
                <a:gd name="T20" fmla="*/ 0 w 1323"/>
                <a:gd name="T21" fmla="*/ 1353 h 614"/>
                <a:gd name="T22" fmla="*/ 0 w 1323"/>
                <a:gd name="T23" fmla="*/ 1353 h 614"/>
                <a:gd name="T24" fmla="*/ 4561 w 1323"/>
                <a:gd name="T25" fmla="*/ 3192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3" h="614">
                  <a:moveTo>
                    <a:pt x="632" y="364"/>
                  </a:moveTo>
                  <a:cubicBezTo>
                    <a:pt x="827" y="445"/>
                    <a:pt x="923" y="534"/>
                    <a:pt x="965" y="570"/>
                  </a:cubicBezTo>
                  <a:cubicBezTo>
                    <a:pt x="965" y="570"/>
                    <a:pt x="965" y="570"/>
                    <a:pt x="965" y="570"/>
                  </a:cubicBezTo>
                  <a:cubicBezTo>
                    <a:pt x="1005" y="600"/>
                    <a:pt x="1146" y="614"/>
                    <a:pt x="1221" y="523"/>
                  </a:cubicBezTo>
                  <a:cubicBezTo>
                    <a:pt x="1323" y="400"/>
                    <a:pt x="1301" y="224"/>
                    <a:pt x="1241" y="153"/>
                  </a:cubicBezTo>
                  <a:cubicBezTo>
                    <a:pt x="1250" y="140"/>
                    <a:pt x="1250" y="140"/>
                    <a:pt x="1250" y="140"/>
                  </a:cubicBezTo>
                  <a:cubicBezTo>
                    <a:pt x="1250" y="140"/>
                    <a:pt x="1250" y="140"/>
                    <a:pt x="1250" y="140"/>
                  </a:cubicBezTo>
                  <a:cubicBezTo>
                    <a:pt x="1241" y="153"/>
                    <a:pt x="1241" y="153"/>
                    <a:pt x="1241" y="153"/>
                  </a:cubicBezTo>
                  <a:cubicBezTo>
                    <a:pt x="1105" y="85"/>
                    <a:pt x="752" y="81"/>
                    <a:pt x="533" y="71"/>
                  </a:cubicBezTo>
                  <a:cubicBezTo>
                    <a:pt x="370" y="64"/>
                    <a:pt x="236" y="30"/>
                    <a:pt x="152" y="0"/>
                  </a:cubicBezTo>
                  <a:cubicBezTo>
                    <a:pt x="194" y="80"/>
                    <a:pt x="123" y="200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124" y="241"/>
                    <a:pt x="451" y="289"/>
                    <a:pt x="632" y="364"/>
                  </a:cubicBezTo>
                  <a:close/>
                </a:path>
              </a:pathLst>
            </a:custGeom>
            <a:solidFill>
              <a:srgbClr val="E97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5" name="Freeform 1513">
              <a:extLst>
                <a:ext uri="{FF2B5EF4-FFF2-40B4-BE49-F238E27FC236}">
                  <a16:creationId xmlns:a16="http://schemas.microsoft.com/office/drawing/2014/main" id="{1D84D105-BACF-4079-8AB3-6814667D6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72"/>
              <a:ext cx="107" cy="134"/>
            </a:xfrm>
            <a:custGeom>
              <a:avLst/>
              <a:gdLst>
                <a:gd name="T0" fmla="*/ 0 w 55"/>
                <a:gd name="T1" fmla="*/ 175 h 65"/>
                <a:gd name="T2" fmla="*/ 204 w 55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65">
                  <a:moveTo>
                    <a:pt x="0" y="20"/>
                  </a:moveTo>
                  <a:cubicBezTo>
                    <a:pt x="11" y="65"/>
                    <a:pt x="55" y="16"/>
                    <a:pt x="28" y="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6" name="Freeform 1514">
              <a:extLst>
                <a:ext uri="{FF2B5EF4-FFF2-40B4-BE49-F238E27FC236}">
                  <a16:creationId xmlns:a16="http://schemas.microsoft.com/office/drawing/2014/main" id="{8C327325-D878-435D-BE30-146497942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893"/>
              <a:ext cx="382" cy="117"/>
            </a:xfrm>
            <a:custGeom>
              <a:avLst/>
              <a:gdLst>
                <a:gd name="T0" fmla="*/ 1393 w 198"/>
                <a:gd name="T1" fmla="*/ 493 h 57"/>
                <a:gd name="T2" fmla="*/ 1422 w 198"/>
                <a:gd name="T3" fmla="*/ 320 h 57"/>
                <a:gd name="T4" fmla="*/ 1150 w 198"/>
                <a:gd name="T5" fmla="*/ 51 h 57"/>
                <a:gd name="T6" fmla="*/ 864 w 198"/>
                <a:gd name="T7" fmla="*/ 51 h 57"/>
                <a:gd name="T8" fmla="*/ 774 w 198"/>
                <a:gd name="T9" fmla="*/ 172 h 57"/>
                <a:gd name="T10" fmla="*/ 417 w 198"/>
                <a:gd name="T11" fmla="*/ 224 h 57"/>
                <a:gd name="T12" fmla="*/ 0 w 198"/>
                <a:gd name="T13" fmla="*/ 224 h 57"/>
                <a:gd name="T14" fmla="*/ 15 w 198"/>
                <a:gd name="T15" fmla="*/ 277 h 57"/>
                <a:gd name="T16" fmla="*/ 208 w 198"/>
                <a:gd name="T17" fmla="*/ 345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57">
                  <a:moveTo>
                    <a:pt x="194" y="57"/>
                  </a:moveTo>
                  <a:cubicBezTo>
                    <a:pt x="198" y="37"/>
                    <a:pt x="198" y="37"/>
                    <a:pt x="198" y="37"/>
                  </a:cubicBezTo>
                  <a:cubicBezTo>
                    <a:pt x="198" y="37"/>
                    <a:pt x="194" y="11"/>
                    <a:pt x="160" y="6"/>
                  </a:cubicBezTo>
                  <a:cubicBezTo>
                    <a:pt x="136" y="2"/>
                    <a:pt x="128" y="0"/>
                    <a:pt x="120" y="6"/>
                  </a:cubicBezTo>
                  <a:cubicBezTo>
                    <a:pt x="116" y="9"/>
                    <a:pt x="111" y="17"/>
                    <a:pt x="108" y="20"/>
                  </a:cubicBezTo>
                  <a:cubicBezTo>
                    <a:pt x="99" y="29"/>
                    <a:pt x="78" y="24"/>
                    <a:pt x="58" y="26"/>
                  </a:cubicBezTo>
                  <a:cubicBezTo>
                    <a:pt x="38" y="28"/>
                    <a:pt x="27" y="32"/>
                    <a:pt x="0" y="26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9" y="40"/>
                    <a:pt x="29" y="40"/>
                    <a:pt x="29" y="4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7" name="Freeform 1515">
              <a:extLst>
                <a:ext uri="{FF2B5EF4-FFF2-40B4-BE49-F238E27FC236}">
                  <a16:creationId xmlns:a16="http://schemas.microsoft.com/office/drawing/2014/main" id="{C28FA7D8-F131-4008-85B3-3FA5DEF46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847"/>
              <a:ext cx="1111" cy="392"/>
            </a:xfrm>
            <a:custGeom>
              <a:avLst/>
              <a:gdLst>
                <a:gd name="T0" fmla="*/ 224 w 575"/>
                <a:gd name="T1" fmla="*/ 439 h 190"/>
                <a:gd name="T2" fmla="*/ 56 w 575"/>
                <a:gd name="T3" fmla="*/ 545 h 190"/>
                <a:gd name="T4" fmla="*/ 526 w 575"/>
                <a:gd name="T5" fmla="*/ 728 h 190"/>
                <a:gd name="T6" fmla="*/ 1747 w 575"/>
                <a:gd name="T7" fmla="*/ 1116 h 190"/>
                <a:gd name="T8" fmla="*/ 2848 w 575"/>
                <a:gd name="T9" fmla="*/ 1494 h 190"/>
                <a:gd name="T10" fmla="*/ 3188 w 575"/>
                <a:gd name="T11" fmla="*/ 1570 h 190"/>
                <a:gd name="T12" fmla="*/ 3557 w 575"/>
                <a:gd name="T13" fmla="*/ 1618 h 190"/>
                <a:gd name="T14" fmla="*/ 3860 w 575"/>
                <a:gd name="T15" fmla="*/ 1634 h 190"/>
                <a:gd name="T16" fmla="*/ 4032 w 575"/>
                <a:gd name="T17" fmla="*/ 1642 h 190"/>
                <a:gd name="T18" fmla="*/ 4125 w 575"/>
                <a:gd name="T19" fmla="*/ 1329 h 190"/>
                <a:gd name="T20" fmla="*/ 4054 w 575"/>
                <a:gd name="T21" fmla="*/ 1166 h 190"/>
                <a:gd name="T22" fmla="*/ 2887 w 575"/>
                <a:gd name="T23" fmla="*/ 844 h 190"/>
                <a:gd name="T24" fmla="*/ 2431 w 575"/>
                <a:gd name="T25" fmla="*/ 157 h 190"/>
                <a:gd name="T26" fmla="*/ 1349 w 575"/>
                <a:gd name="T27" fmla="*/ 116 h 190"/>
                <a:gd name="T28" fmla="*/ 844 w 575"/>
                <a:gd name="T29" fmla="*/ 140 h 190"/>
                <a:gd name="T30" fmla="*/ 556 w 575"/>
                <a:gd name="T31" fmla="*/ 192 h 190"/>
                <a:gd name="T32" fmla="*/ 504 w 575"/>
                <a:gd name="T33" fmla="*/ 248 h 190"/>
                <a:gd name="T34" fmla="*/ 456 w 575"/>
                <a:gd name="T35" fmla="*/ 256 h 190"/>
                <a:gd name="T36" fmla="*/ 317 w 575"/>
                <a:gd name="T37" fmla="*/ 332 h 190"/>
                <a:gd name="T38" fmla="*/ 0 w 575"/>
                <a:gd name="T39" fmla="*/ 388 h 1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5" h="190">
                  <a:moveTo>
                    <a:pt x="31" y="50"/>
                  </a:moveTo>
                  <a:cubicBezTo>
                    <a:pt x="23" y="49"/>
                    <a:pt x="8" y="52"/>
                    <a:pt x="8" y="62"/>
                  </a:cubicBezTo>
                  <a:cubicBezTo>
                    <a:pt x="9" y="79"/>
                    <a:pt x="63" y="80"/>
                    <a:pt x="73" y="83"/>
                  </a:cubicBezTo>
                  <a:cubicBezTo>
                    <a:pt x="129" y="99"/>
                    <a:pt x="186" y="111"/>
                    <a:pt x="242" y="127"/>
                  </a:cubicBezTo>
                  <a:cubicBezTo>
                    <a:pt x="293" y="142"/>
                    <a:pt x="343" y="159"/>
                    <a:pt x="395" y="170"/>
                  </a:cubicBezTo>
                  <a:cubicBezTo>
                    <a:pt x="410" y="174"/>
                    <a:pt x="426" y="178"/>
                    <a:pt x="442" y="179"/>
                  </a:cubicBezTo>
                  <a:cubicBezTo>
                    <a:pt x="460" y="180"/>
                    <a:pt x="476" y="181"/>
                    <a:pt x="493" y="184"/>
                  </a:cubicBezTo>
                  <a:cubicBezTo>
                    <a:pt x="507" y="186"/>
                    <a:pt x="521" y="185"/>
                    <a:pt x="535" y="186"/>
                  </a:cubicBezTo>
                  <a:cubicBezTo>
                    <a:pt x="543" y="186"/>
                    <a:pt x="551" y="190"/>
                    <a:pt x="559" y="187"/>
                  </a:cubicBezTo>
                  <a:cubicBezTo>
                    <a:pt x="573" y="183"/>
                    <a:pt x="575" y="164"/>
                    <a:pt x="572" y="151"/>
                  </a:cubicBezTo>
                  <a:cubicBezTo>
                    <a:pt x="570" y="146"/>
                    <a:pt x="563" y="138"/>
                    <a:pt x="562" y="133"/>
                  </a:cubicBezTo>
                  <a:cubicBezTo>
                    <a:pt x="562" y="127"/>
                    <a:pt x="434" y="102"/>
                    <a:pt x="400" y="96"/>
                  </a:cubicBezTo>
                  <a:cubicBezTo>
                    <a:pt x="375" y="91"/>
                    <a:pt x="362" y="22"/>
                    <a:pt x="337" y="18"/>
                  </a:cubicBezTo>
                  <a:cubicBezTo>
                    <a:pt x="289" y="11"/>
                    <a:pt x="236" y="0"/>
                    <a:pt x="187" y="13"/>
                  </a:cubicBezTo>
                  <a:cubicBezTo>
                    <a:pt x="164" y="19"/>
                    <a:pt x="141" y="15"/>
                    <a:pt x="117" y="16"/>
                  </a:cubicBezTo>
                  <a:cubicBezTo>
                    <a:pt x="106" y="16"/>
                    <a:pt x="88" y="17"/>
                    <a:pt x="77" y="22"/>
                  </a:cubicBezTo>
                  <a:cubicBezTo>
                    <a:pt x="75" y="23"/>
                    <a:pt x="73" y="27"/>
                    <a:pt x="70" y="28"/>
                  </a:cubicBezTo>
                  <a:cubicBezTo>
                    <a:pt x="68" y="29"/>
                    <a:pt x="65" y="29"/>
                    <a:pt x="63" y="29"/>
                  </a:cubicBezTo>
                  <a:cubicBezTo>
                    <a:pt x="56" y="31"/>
                    <a:pt x="50" y="35"/>
                    <a:pt x="44" y="38"/>
                  </a:cubicBezTo>
                  <a:cubicBezTo>
                    <a:pt x="30" y="43"/>
                    <a:pt x="12" y="37"/>
                    <a:pt x="0" y="44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8" name="Freeform 1516">
              <a:extLst>
                <a:ext uri="{FF2B5EF4-FFF2-40B4-BE49-F238E27FC236}">
                  <a16:creationId xmlns:a16="http://schemas.microsoft.com/office/drawing/2014/main" id="{55CADD4B-B588-4F5D-9A54-954EE70B3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429"/>
              <a:ext cx="2256" cy="829"/>
            </a:xfrm>
            <a:custGeom>
              <a:avLst/>
              <a:gdLst>
                <a:gd name="T0" fmla="*/ 7961 w 1167"/>
                <a:gd name="T1" fmla="*/ 1345 h 402"/>
                <a:gd name="T2" fmla="*/ 8026 w 1167"/>
                <a:gd name="T3" fmla="*/ 1229 h 402"/>
                <a:gd name="T4" fmla="*/ 8026 w 1167"/>
                <a:gd name="T5" fmla="*/ 1229 h 402"/>
                <a:gd name="T6" fmla="*/ 7961 w 1167"/>
                <a:gd name="T7" fmla="*/ 1345 h 402"/>
                <a:gd name="T8" fmla="*/ 2848 w 1167"/>
                <a:gd name="T9" fmla="*/ 621 h 402"/>
                <a:gd name="T10" fmla="*/ 93 w 1167"/>
                <a:gd name="T11" fmla="*/ 0 h 402"/>
                <a:gd name="T12" fmla="*/ 0 w 1167"/>
                <a:gd name="T13" fmla="*/ 1081 h 402"/>
                <a:gd name="T14" fmla="*/ 961 w 1167"/>
                <a:gd name="T15" fmla="*/ 808 h 402"/>
                <a:gd name="T16" fmla="*/ 3215 w 1167"/>
                <a:gd name="T17" fmla="*/ 1314 h 402"/>
                <a:gd name="T18" fmla="*/ 6047 w 1167"/>
                <a:gd name="T19" fmla="*/ 1701 h 402"/>
                <a:gd name="T20" fmla="*/ 8251 w 1167"/>
                <a:gd name="T21" fmla="*/ 3526 h 402"/>
                <a:gd name="T22" fmla="*/ 7961 w 1167"/>
                <a:gd name="T23" fmla="*/ 1345 h 4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7" h="402">
                  <a:moveTo>
                    <a:pt x="1102" y="153"/>
                  </a:moveTo>
                  <a:cubicBezTo>
                    <a:pt x="1111" y="140"/>
                    <a:pt x="1111" y="140"/>
                    <a:pt x="1111" y="140"/>
                  </a:cubicBezTo>
                  <a:cubicBezTo>
                    <a:pt x="1111" y="140"/>
                    <a:pt x="1111" y="140"/>
                    <a:pt x="1111" y="140"/>
                  </a:cubicBezTo>
                  <a:cubicBezTo>
                    <a:pt x="1102" y="153"/>
                    <a:pt x="1102" y="153"/>
                    <a:pt x="1102" y="153"/>
                  </a:cubicBezTo>
                  <a:cubicBezTo>
                    <a:pt x="966" y="85"/>
                    <a:pt x="613" y="81"/>
                    <a:pt x="394" y="71"/>
                  </a:cubicBezTo>
                  <a:cubicBezTo>
                    <a:pt x="231" y="64"/>
                    <a:pt x="97" y="30"/>
                    <a:pt x="13" y="0"/>
                  </a:cubicBezTo>
                  <a:cubicBezTo>
                    <a:pt x="34" y="40"/>
                    <a:pt x="27" y="89"/>
                    <a:pt x="0" y="123"/>
                  </a:cubicBezTo>
                  <a:cubicBezTo>
                    <a:pt x="28" y="103"/>
                    <a:pt x="62" y="91"/>
                    <a:pt x="133" y="92"/>
                  </a:cubicBezTo>
                  <a:cubicBezTo>
                    <a:pt x="227" y="94"/>
                    <a:pt x="299" y="132"/>
                    <a:pt x="445" y="150"/>
                  </a:cubicBezTo>
                  <a:cubicBezTo>
                    <a:pt x="591" y="168"/>
                    <a:pt x="711" y="178"/>
                    <a:pt x="837" y="194"/>
                  </a:cubicBezTo>
                  <a:cubicBezTo>
                    <a:pt x="954" y="209"/>
                    <a:pt x="1129" y="282"/>
                    <a:pt x="1142" y="402"/>
                  </a:cubicBezTo>
                  <a:cubicBezTo>
                    <a:pt x="1167" y="304"/>
                    <a:pt x="1144" y="202"/>
                    <a:pt x="1102" y="153"/>
                  </a:cubicBezTo>
                  <a:close/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9" name="Freeform 1517">
              <a:extLst>
                <a:ext uri="{FF2B5EF4-FFF2-40B4-BE49-F238E27FC236}">
                  <a16:creationId xmlns:a16="http://schemas.microsoft.com/office/drawing/2014/main" id="{0B899A88-0758-48F1-821A-1D1CA66BA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746"/>
              <a:ext cx="741" cy="273"/>
            </a:xfrm>
            <a:custGeom>
              <a:avLst/>
              <a:gdLst>
                <a:gd name="T0" fmla="*/ 2564 w 383"/>
                <a:gd name="T1" fmla="*/ 1078 h 132"/>
                <a:gd name="T2" fmla="*/ 1389 w 383"/>
                <a:gd name="T3" fmla="*/ 637 h 132"/>
                <a:gd name="T4" fmla="*/ 472 w 383"/>
                <a:gd name="T5" fmla="*/ 81 h 132"/>
                <a:gd name="T6" fmla="*/ 0 w 383"/>
                <a:gd name="T7" fmla="*/ 0 h 132"/>
                <a:gd name="T8" fmla="*/ 0 w 383"/>
                <a:gd name="T9" fmla="*/ 0 h 132"/>
                <a:gd name="T10" fmla="*/ 2751 w 383"/>
                <a:gd name="T11" fmla="*/ 1169 h 132"/>
                <a:gd name="T12" fmla="*/ 2564 w 383"/>
                <a:gd name="T13" fmla="*/ 1078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3" h="132">
                  <a:moveTo>
                    <a:pt x="354" y="122"/>
                  </a:moveTo>
                  <a:cubicBezTo>
                    <a:pt x="328" y="108"/>
                    <a:pt x="265" y="97"/>
                    <a:pt x="192" y="72"/>
                  </a:cubicBezTo>
                  <a:cubicBezTo>
                    <a:pt x="150" y="58"/>
                    <a:pt x="90" y="34"/>
                    <a:pt x="65" y="9"/>
                  </a:cubicBezTo>
                  <a:cubicBezTo>
                    <a:pt x="46" y="11"/>
                    <a:pt x="24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7" y="54"/>
                    <a:pt x="231" y="93"/>
                    <a:pt x="380" y="132"/>
                  </a:cubicBezTo>
                  <a:cubicBezTo>
                    <a:pt x="383" y="127"/>
                    <a:pt x="361" y="126"/>
                    <a:pt x="354" y="122"/>
                  </a:cubicBezTo>
                  <a:close/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0" name="Freeform 1518">
              <a:extLst>
                <a:ext uri="{FF2B5EF4-FFF2-40B4-BE49-F238E27FC236}">
                  <a16:creationId xmlns:a16="http://schemas.microsoft.com/office/drawing/2014/main" id="{DF526472-4DA0-48F6-8F87-9F3D2CE60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078"/>
              <a:ext cx="765" cy="176"/>
            </a:xfrm>
            <a:custGeom>
              <a:avLst/>
              <a:gdLst>
                <a:gd name="T0" fmla="*/ 396 w 396"/>
                <a:gd name="T1" fmla="*/ 215 h 85"/>
                <a:gd name="T2" fmla="*/ 945 w 396"/>
                <a:gd name="T3" fmla="*/ 240 h 85"/>
                <a:gd name="T4" fmla="*/ 1609 w 396"/>
                <a:gd name="T5" fmla="*/ 569 h 85"/>
                <a:gd name="T6" fmla="*/ 2336 w 396"/>
                <a:gd name="T7" fmla="*/ 665 h 85"/>
                <a:gd name="T8" fmla="*/ 2855 w 396"/>
                <a:gd name="T9" fmla="*/ 754 h 85"/>
                <a:gd name="T10" fmla="*/ 2042 w 396"/>
                <a:gd name="T11" fmla="*/ 540 h 85"/>
                <a:gd name="T12" fmla="*/ 1097 w 396"/>
                <a:gd name="T13" fmla="*/ 240 h 85"/>
                <a:gd name="T14" fmla="*/ 469 w 396"/>
                <a:gd name="T15" fmla="*/ 168 h 85"/>
                <a:gd name="T16" fmla="*/ 0 w 396"/>
                <a:gd name="T17" fmla="*/ 0 h 85"/>
                <a:gd name="T18" fmla="*/ 396 w 396"/>
                <a:gd name="T19" fmla="*/ 215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6" h="85">
                  <a:moveTo>
                    <a:pt x="55" y="24"/>
                  </a:moveTo>
                  <a:cubicBezTo>
                    <a:pt x="80" y="27"/>
                    <a:pt x="106" y="22"/>
                    <a:pt x="131" y="27"/>
                  </a:cubicBezTo>
                  <a:cubicBezTo>
                    <a:pt x="170" y="36"/>
                    <a:pt x="189" y="50"/>
                    <a:pt x="223" y="64"/>
                  </a:cubicBezTo>
                  <a:cubicBezTo>
                    <a:pt x="257" y="77"/>
                    <a:pt x="290" y="80"/>
                    <a:pt x="324" y="75"/>
                  </a:cubicBezTo>
                  <a:cubicBezTo>
                    <a:pt x="347" y="71"/>
                    <a:pt x="376" y="78"/>
                    <a:pt x="396" y="85"/>
                  </a:cubicBezTo>
                  <a:cubicBezTo>
                    <a:pt x="364" y="70"/>
                    <a:pt x="323" y="60"/>
                    <a:pt x="283" y="61"/>
                  </a:cubicBezTo>
                  <a:cubicBezTo>
                    <a:pt x="240" y="63"/>
                    <a:pt x="187" y="37"/>
                    <a:pt x="152" y="27"/>
                  </a:cubicBezTo>
                  <a:cubicBezTo>
                    <a:pt x="117" y="16"/>
                    <a:pt x="95" y="19"/>
                    <a:pt x="65" y="19"/>
                  </a:cubicBezTo>
                  <a:cubicBezTo>
                    <a:pt x="38" y="19"/>
                    <a:pt x="17" y="10"/>
                    <a:pt x="0" y="0"/>
                  </a:cubicBezTo>
                  <a:cubicBezTo>
                    <a:pt x="19" y="11"/>
                    <a:pt x="31" y="22"/>
                    <a:pt x="55" y="24"/>
                  </a:cubicBezTo>
                  <a:close/>
                </a:path>
              </a:pathLst>
            </a:custGeom>
            <a:solidFill>
              <a:srgbClr val="FFF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1" name="Freeform 1519">
              <a:extLst>
                <a:ext uri="{FF2B5EF4-FFF2-40B4-BE49-F238E27FC236}">
                  <a16:creationId xmlns:a16="http://schemas.microsoft.com/office/drawing/2014/main" id="{98A30F09-F429-406F-B08B-B10254E25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955"/>
              <a:ext cx="1526" cy="649"/>
            </a:xfrm>
            <a:custGeom>
              <a:avLst/>
              <a:gdLst>
                <a:gd name="T0" fmla="*/ 4937 w 790"/>
                <a:gd name="T1" fmla="*/ 2755 h 315"/>
                <a:gd name="T2" fmla="*/ 5694 w 790"/>
                <a:gd name="T3" fmla="*/ 1370 h 315"/>
                <a:gd name="T4" fmla="*/ 5694 w 790"/>
                <a:gd name="T5" fmla="*/ 1370 h 315"/>
                <a:gd name="T6" fmla="*/ 4995 w 790"/>
                <a:gd name="T7" fmla="*/ 1181 h 315"/>
                <a:gd name="T8" fmla="*/ 4269 w 790"/>
                <a:gd name="T9" fmla="*/ 1082 h 315"/>
                <a:gd name="T10" fmla="*/ 3604 w 790"/>
                <a:gd name="T11" fmla="*/ 760 h 315"/>
                <a:gd name="T12" fmla="*/ 3056 w 790"/>
                <a:gd name="T13" fmla="*/ 733 h 315"/>
                <a:gd name="T14" fmla="*/ 2623 w 790"/>
                <a:gd name="T15" fmla="*/ 505 h 315"/>
                <a:gd name="T16" fmla="*/ 1630 w 790"/>
                <a:gd name="T17" fmla="*/ 245 h 315"/>
                <a:gd name="T18" fmla="*/ 388 w 790"/>
                <a:gd name="T19" fmla="*/ 25 h 315"/>
                <a:gd name="T20" fmla="*/ 0 w 790"/>
                <a:gd name="T21" fmla="*/ 43 h 315"/>
                <a:gd name="T22" fmla="*/ 2538 w 790"/>
                <a:gd name="T23" fmla="*/ 956 h 315"/>
                <a:gd name="T24" fmla="*/ 4937 w 790"/>
                <a:gd name="T25" fmla="*/ 2755 h 3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0" h="315">
                  <a:moveTo>
                    <a:pt x="685" y="315"/>
                  </a:moveTo>
                  <a:cubicBezTo>
                    <a:pt x="790" y="157"/>
                    <a:pt x="790" y="157"/>
                    <a:pt x="790" y="157"/>
                  </a:cubicBezTo>
                  <a:cubicBezTo>
                    <a:pt x="790" y="157"/>
                    <a:pt x="790" y="157"/>
                    <a:pt x="790" y="157"/>
                  </a:cubicBezTo>
                  <a:cubicBezTo>
                    <a:pt x="783" y="151"/>
                    <a:pt x="730" y="129"/>
                    <a:pt x="693" y="135"/>
                  </a:cubicBezTo>
                  <a:cubicBezTo>
                    <a:pt x="659" y="140"/>
                    <a:pt x="626" y="137"/>
                    <a:pt x="592" y="124"/>
                  </a:cubicBezTo>
                  <a:cubicBezTo>
                    <a:pt x="558" y="110"/>
                    <a:pt x="539" y="96"/>
                    <a:pt x="500" y="87"/>
                  </a:cubicBezTo>
                  <a:cubicBezTo>
                    <a:pt x="475" y="82"/>
                    <a:pt x="449" y="87"/>
                    <a:pt x="424" y="84"/>
                  </a:cubicBezTo>
                  <a:cubicBezTo>
                    <a:pt x="398" y="81"/>
                    <a:pt x="386" y="69"/>
                    <a:pt x="364" y="58"/>
                  </a:cubicBezTo>
                  <a:cubicBezTo>
                    <a:pt x="321" y="34"/>
                    <a:pt x="273" y="37"/>
                    <a:pt x="226" y="28"/>
                  </a:cubicBezTo>
                  <a:cubicBezTo>
                    <a:pt x="171" y="17"/>
                    <a:pt x="112" y="0"/>
                    <a:pt x="54" y="3"/>
                  </a:cubicBezTo>
                  <a:cubicBezTo>
                    <a:pt x="39" y="3"/>
                    <a:pt x="19" y="5"/>
                    <a:pt x="0" y="5"/>
                  </a:cubicBezTo>
                  <a:cubicBezTo>
                    <a:pt x="124" y="38"/>
                    <a:pt x="258" y="70"/>
                    <a:pt x="352" y="109"/>
                  </a:cubicBezTo>
                  <a:cubicBezTo>
                    <a:pt x="547" y="190"/>
                    <a:pt x="643" y="279"/>
                    <a:pt x="685" y="315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2" name="Freeform 1520">
              <a:extLst>
                <a:ext uri="{FF2B5EF4-FFF2-40B4-BE49-F238E27FC236}">
                  <a16:creationId xmlns:a16="http://schemas.microsoft.com/office/drawing/2014/main" id="{DFCB52B8-C24F-49E9-99B1-1BB85197A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278"/>
              <a:ext cx="599" cy="417"/>
            </a:xfrm>
            <a:custGeom>
              <a:avLst/>
              <a:gdLst>
                <a:gd name="T0" fmla="*/ 1847 w 310"/>
                <a:gd name="T1" fmla="*/ 976 h 202"/>
                <a:gd name="T2" fmla="*/ 2236 w 310"/>
                <a:gd name="T3" fmla="*/ 107 h 202"/>
                <a:gd name="T4" fmla="*/ 1942 w 310"/>
                <a:gd name="T5" fmla="*/ 617 h 202"/>
                <a:gd name="T6" fmla="*/ 1509 w 310"/>
                <a:gd name="T7" fmla="*/ 737 h 202"/>
                <a:gd name="T8" fmla="*/ 1225 w 310"/>
                <a:gd name="T9" fmla="*/ 553 h 202"/>
                <a:gd name="T10" fmla="*/ 757 w 310"/>
                <a:gd name="T11" fmla="*/ 0 h 202"/>
                <a:gd name="T12" fmla="*/ 0 w 310"/>
                <a:gd name="T13" fmla="*/ 1389 h 202"/>
                <a:gd name="T14" fmla="*/ 0 w 310"/>
                <a:gd name="T15" fmla="*/ 1389 h 202"/>
                <a:gd name="T16" fmla="*/ 0 w 310"/>
                <a:gd name="T17" fmla="*/ 1389 h 202"/>
                <a:gd name="T18" fmla="*/ 1847 w 310"/>
                <a:gd name="T19" fmla="*/ 976 h 2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0" h="202">
                  <a:moveTo>
                    <a:pt x="256" y="111"/>
                  </a:moveTo>
                  <a:cubicBezTo>
                    <a:pt x="281" y="80"/>
                    <a:pt x="299" y="46"/>
                    <a:pt x="310" y="12"/>
                  </a:cubicBezTo>
                  <a:cubicBezTo>
                    <a:pt x="299" y="34"/>
                    <a:pt x="284" y="60"/>
                    <a:pt x="269" y="70"/>
                  </a:cubicBezTo>
                  <a:cubicBezTo>
                    <a:pt x="248" y="85"/>
                    <a:pt x="230" y="87"/>
                    <a:pt x="209" y="84"/>
                  </a:cubicBezTo>
                  <a:cubicBezTo>
                    <a:pt x="192" y="82"/>
                    <a:pt x="180" y="74"/>
                    <a:pt x="170" y="63"/>
                  </a:cubicBezTo>
                  <a:cubicBezTo>
                    <a:pt x="148" y="40"/>
                    <a:pt x="107" y="29"/>
                    <a:pt x="10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40" y="188"/>
                    <a:pt x="181" y="202"/>
                    <a:pt x="256" y="111"/>
                  </a:cubicBezTo>
                  <a:close/>
                </a:path>
              </a:pathLst>
            </a:custGeom>
            <a:solidFill>
              <a:srgbClr val="FDC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3" name="Freeform 1521">
              <a:extLst>
                <a:ext uri="{FF2B5EF4-FFF2-40B4-BE49-F238E27FC236}">
                  <a16:creationId xmlns:a16="http://schemas.microsoft.com/office/drawing/2014/main" id="{D1BD3156-3051-42A0-BD0E-01E6D89F5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369"/>
              <a:ext cx="242" cy="101"/>
            </a:xfrm>
            <a:custGeom>
              <a:avLst/>
              <a:gdLst>
                <a:gd name="T0" fmla="*/ 23 w 125"/>
                <a:gd name="T1" fmla="*/ 165 h 49"/>
                <a:gd name="T2" fmla="*/ 304 w 125"/>
                <a:gd name="T3" fmla="*/ 348 h 49"/>
                <a:gd name="T4" fmla="*/ 738 w 125"/>
                <a:gd name="T5" fmla="*/ 229 h 49"/>
                <a:gd name="T6" fmla="*/ 908 w 125"/>
                <a:gd name="T7" fmla="*/ 0 h 49"/>
                <a:gd name="T8" fmla="*/ 0 w 125"/>
                <a:gd name="T9" fmla="*/ 148 h 49"/>
                <a:gd name="T10" fmla="*/ 23 w 125"/>
                <a:gd name="T11" fmla="*/ 16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49">
                  <a:moveTo>
                    <a:pt x="3" y="19"/>
                  </a:moveTo>
                  <a:cubicBezTo>
                    <a:pt x="13" y="30"/>
                    <a:pt x="25" y="38"/>
                    <a:pt x="42" y="40"/>
                  </a:cubicBezTo>
                  <a:cubicBezTo>
                    <a:pt x="63" y="43"/>
                    <a:pt x="81" y="41"/>
                    <a:pt x="102" y="26"/>
                  </a:cubicBezTo>
                  <a:cubicBezTo>
                    <a:pt x="110" y="21"/>
                    <a:pt x="117" y="11"/>
                    <a:pt x="125" y="0"/>
                  </a:cubicBezTo>
                  <a:cubicBezTo>
                    <a:pt x="71" y="49"/>
                    <a:pt x="19" y="30"/>
                    <a:pt x="0" y="17"/>
                  </a:cubicBezTo>
                  <a:cubicBezTo>
                    <a:pt x="1" y="17"/>
                    <a:pt x="2" y="18"/>
                    <a:pt x="3" y="19"/>
                  </a:cubicBezTo>
                  <a:close/>
                </a:path>
              </a:pathLst>
            </a:custGeom>
            <a:solidFill>
              <a:srgbClr val="FFF2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4" name="Freeform 1522">
              <a:extLst>
                <a:ext uri="{FF2B5EF4-FFF2-40B4-BE49-F238E27FC236}">
                  <a16:creationId xmlns:a16="http://schemas.microsoft.com/office/drawing/2014/main" id="{14770E1B-3DC0-4A90-B8C1-CE7CA71B2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612"/>
              <a:ext cx="404" cy="91"/>
            </a:xfrm>
            <a:custGeom>
              <a:avLst/>
              <a:gdLst>
                <a:gd name="T0" fmla="*/ 0 w 209"/>
                <a:gd name="T1" fmla="*/ 232 h 44"/>
                <a:gd name="T2" fmla="*/ 108 w 209"/>
                <a:gd name="T3" fmla="*/ 17 h 44"/>
                <a:gd name="T4" fmla="*/ 1510 w 209"/>
                <a:gd name="T5" fmla="*/ 0 h 44"/>
                <a:gd name="T6" fmla="*/ 412 w 209"/>
                <a:gd name="T7" fmla="*/ 232 h 44"/>
                <a:gd name="T8" fmla="*/ 0 w 209"/>
                <a:gd name="T9" fmla="*/ 23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44">
                  <a:moveTo>
                    <a:pt x="0" y="26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35" y="17"/>
                    <a:pt x="120" y="44"/>
                    <a:pt x="209" y="0"/>
                  </a:cubicBezTo>
                  <a:cubicBezTo>
                    <a:pt x="179" y="21"/>
                    <a:pt x="118" y="43"/>
                    <a:pt x="57" y="26"/>
                  </a:cubicBezTo>
                  <a:cubicBezTo>
                    <a:pt x="8" y="12"/>
                    <a:pt x="3" y="22"/>
                    <a:pt x="0" y="26"/>
                  </a:cubicBezTo>
                  <a:close/>
                </a:path>
              </a:pathLst>
            </a:custGeom>
            <a:solidFill>
              <a:srgbClr val="E39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5" name="Freeform 1523">
              <a:extLst>
                <a:ext uri="{FF2B5EF4-FFF2-40B4-BE49-F238E27FC236}">
                  <a16:creationId xmlns:a16="http://schemas.microsoft.com/office/drawing/2014/main" id="{5BFA2A08-F4BD-4F8E-9F48-6512D3353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703"/>
              <a:ext cx="146" cy="530"/>
            </a:xfrm>
            <a:custGeom>
              <a:avLst/>
              <a:gdLst>
                <a:gd name="T0" fmla="*/ 292 w 76"/>
                <a:gd name="T1" fmla="*/ 2254 h 257"/>
                <a:gd name="T2" fmla="*/ 0 w 76"/>
                <a:gd name="T3" fmla="*/ 165 h 257"/>
                <a:gd name="T4" fmla="*/ 92 w 76"/>
                <a:gd name="T5" fmla="*/ 0 h 257"/>
                <a:gd name="T6" fmla="*/ 121 w 76"/>
                <a:gd name="T7" fmla="*/ 237 h 257"/>
                <a:gd name="T8" fmla="*/ 292 w 76"/>
                <a:gd name="T9" fmla="*/ 2254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57">
                  <a:moveTo>
                    <a:pt x="41" y="257"/>
                  </a:moveTo>
                  <a:cubicBezTo>
                    <a:pt x="70" y="123"/>
                    <a:pt x="18" y="46"/>
                    <a:pt x="0" y="19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9"/>
                    <a:pt x="12" y="15"/>
                    <a:pt x="17" y="27"/>
                  </a:cubicBezTo>
                  <a:cubicBezTo>
                    <a:pt x="21" y="39"/>
                    <a:pt x="76" y="103"/>
                    <a:pt x="41" y="257"/>
                  </a:cubicBezTo>
                  <a:close/>
                </a:path>
              </a:pathLst>
            </a:custGeom>
            <a:solidFill>
              <a:srgbClr val="E39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6" name="Freeform 1524">
              <a:extLst>
                <a:ext uri="{FF2B5EF4-FFF2-40B4-BE49-F238E27FC236}">
                  <a16:creationId xmlns:a16="http://schemas.microsoft.com/office/drawing/2014/main" id="{C5BE9ABA-84A0-4CC0-ACA7-B3C22A24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309"/>
              <a:ext cx="302" cy="299"/>
            </a:xfrm>
            <a:custGeom>
              <a:avLst/>
              <a:gdLst>
                <a:gd name="T0" fmla="*/ 0 w 156"/>
                <a:gd name="T1" fmla="*/ 1272 h 145"/>
                <a:gd name="T2" fmla="*/ 660 w 156"/>
                <a:gd name="T3" fmla="*/ 68 h 145"/>
                <a:gd name="T4" fmla="*/ 728 w 156"/>
                <a:gd name="T5" fmla="*/ 80 h 145"/>
                <a:gd name="T6" fmla="*/ 885 w 156"/>
                <a:gd name="T7" fmla="*/ 247 h 145"/>
                <a:gd name="T8" fmla="*/ 1133 w 156"/>
                <a:gd name="T9" fmla="*/ 456 h 145"/>
                <a:gd name="T10" fmla="*/ 885 w 156"/>
                <a:gd name="T11" fmla="*/ 305 h 145"/>
                <a:gd name="T12" fmla="*/ 681 w 156"/>
                <a:gd name="T13" fmla="*/ 208 h 145"/>
                <a:gd name="T14" fmla="*/ 0 w 156"/>
                <a:gd name="T15" fmla="*/ 1272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45">
                  <a:moveTo>
                    <a:pt x="0" y="145"/>
                  </a:move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8" y="0"/>
                    <a:pt x="100" y="9"/>
                  </a:cubicBezTo>
                  <a:cubicBezTo>
                    <a:pt x="104" y="16"/>
                    <a:pt x="109" y="22"/>
                    <a:pt x="122" y="28"/>
                  </a:cubicBezTo>
                  <a:cubicBezTo>
                    <a:pt x="140" y="37"/>
                    <a:pt x="152" y="47"/>
                    <a:pt x="156" y="52"/>
                  </a:cubicBezTo>
                  <a:cubicBezTo>
                    <a:pt x="144" y="44"/>
                    <a:pt x="132" y="39"/>
                    <a:pt x="122" y="35"/>
                  </a:cubicBezTo>
                  <a:cubicBezTo>
                    <a:pt x="113" y="32"/>
                    <a:pt x="101" y="20"/>
                    <a:pt x="94" y="24"/>
                  </a:cubicBezTo>
                  <a:cubicBezTo>
                    <a:pt x="88" y="28"/>
                    <a:pt x="0" y="145"/>
                    <a:pt x="0" y="145"/>
                  </a:cubicBezTo>
                  <a:close/>
                </a:path>
              </a:pathLst>
            </a:custGeom>
            <a:solidFill>
              <a:srgbClr val="FFE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7" name="Freeform 1525">
              <a:extLst>
                <a:ext uri="{FF2B5EF4-FFF2-40B4-BE49-F238E27FC236}">
                  <a16:creationId xmlns:a16="http://schemas.microsoft.com/office/drawing/2014/main" id="{EB8A454B-785E-4C97-AF70-D4052FBFF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429"/>
              <a:ext cx="2297" cy="841"/>
            </a:xfrm>
            <a:custGeom>
              <a:avLst/>
              <a:gdLst>
                <a:gd name="T0" fmla="*/ 8109 w 1188"/>
                <a:gd name="T1" fmla="*/ 1338 h 408"/>
                <a:gd name="T2" fmla="*/ 8177 w 1188"/>
                <a:gd name="T3" fmla="*/ 1229 h 408"/>
                <a:gd name="T4" fmla="*/ 8177 w 1188"/>
                <a:gd name="T5" fmla="*/ 1229 h 408"/>
                <a:gd name="T6" fmla="*/ 8109 w 1188"/>
                <a:gd name="T7" fmla="*/ 1338 h 408"/>
                <a:gd name="T8" fmla="*/ 2991 w 1188"/>
                <a:gd name="T9" fmla="*/ 620 h 408"/>
                <a:gd name="T10" fmla="*/ 240 w 1188"/>
                <a:gd name="T11" fmla="*/ 0 h 408"/>
                <a:gd name="T12" fmla="*/ 0 w 1188"/>
                <a:gd name="T13" fmla="*/ 1245 h 408"/>
                <a:gd name="T14" fmla="*/ 644 w 1188"/>
                <a:gd name="T15" fmla="*/ 429 h 408"/>
                <a:gd name="T16" fmla="*/ 2972 w 1188"/>
                <a:gd name="T17" fmla="*/ 800 h 408"/>
                <a:gd name="T18" fmla="*/ 6295 w 1188"/>
                <a:gd name="T19" fmla="*/ 1148 h 408"/>
                <a:gd name="T20" fmla="*/ 8393 w 1188"/>
                <a:gd name="T21" fmla="*/ 3574 h 408"/>
                <a:gd name="T22" fmla="*/ 8109 w 1188"/>
                <a:gd name="T23" fmla="*/ 1338 h 4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8" h="408">
                  <a:moveTo>
                    <a:pt x="1122" y="153"/>
                  </a:moveTo>
                  <a:cubicBezTo>
                    <a:pt x="1131" y="140"/>
                    <a:pt x="1131" y="140"/>
                    <a:pt x="1131" y="140"/>
                  </a:cubicBezTo>
                  <a:cubicBezTo>
                    <a:pt x="1131" y="140"/>
                    <a:pt x="1131" y="140"/>
                    <a:pt x="1131" y="140"/>
                  </a:cubicBezTo>
                  <a:cubicBezTo>
                    <a:pt x="1122" y="153"/>
                    <a:pt x="1122" y="153"/>
                    <a:pt x="1122" y="153"/>
                  </a:cubicBezTo>
                  <a:cubicBezTo>
                    <a:pt x="986" y="85"/>
                    <a:pt x="633" y="81"/>
                    <a:pt x="414" y="71"/>
                  </a:cubicBezTo>
                  <a:cubicBezTo>
                    <a:pt x="251" y="64"/>
                    <a:pt x="117" y="30"/>
                    <a:pt x="33" y="0"/>
                  </a:cubicBezTo>
                  <a:cubicBezTo>
                    <a:pt x="58" y="48"/>
                    <a:pt x="43" y="110"/>
                    <a:pt x="0" y="142"/>
                  </a:cubicBezTo>
                  <a:cubicBezTo>
                    <a:pt x="29" y="125"/>
                    <a:pt x="53" y="68"/>
                    <a:pt x="89" y="49"/>
                  </a:cubicBezTo>
                  <a:cubicBezTo>
                    <a:pt x="127" y="29"/>
                    <a:pt x="243" y="83"/>
                    <a:pt x="411" y="91"/>
                  </a:cubicBezTo>
                  <a:cubicBezTo>
                    <a:pt x="579" y="99"/>
                    <a:pt x="707" y="113"/>
                    <a:pt x="871" y="131"/>
                  </a:cubicBezTo>
                  <a:cubicBezTo>
                    <a:pt x="1034" y="149"/>
                    <a:pt x="1187" y="189"/>
                    <a:pt x="1161" y="408"/>
                  </a:cubicBezTo>
                  <a:cubicBezTo>
                    <a:pt x="1188" y="308"/>
                    <a:pt x="1165" y="203"/>
                    <a:pt x="1122" y="153"/>
                  </a:cubicBezTo>
                  <a:close/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8" name="Freeform 1526">
              <a:extLst>
                <a:ext uri="{FF2B5EF4-FFF2-40B4-BE49-F238E27FC236}">
                  <a16:creationId xmlns:a16="http://schemas.microsoft.com/office/drawing/2014/main" id="{37E47473-DDAA-430F-B5ED-1056056DB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994"/>
              <a:ext cx="472" cy="717"/>
            </a:xfrm>
            <a:custGeom>
              <a:avLst/>
              <a:gdLst>
                <a:gd name="T0" fmla="*/ 1681 w 244"/>
                <a:gd name="T1" fmla="*/ 8 h 348"/>
                <a:gd name="T2" fmla="*/ 1093 w 244"/>
                <a:gd name="T3" fmla="*/ 2293 h 348"/>
                <a:gd name="T4" fmla="*/ 0 w 244"/>
                <a:gd name="T5" fmla="*/ 3043 h 348"/>
                <a:gd name="T6" fmla="*/ 0 w 244"/>
                <a:gd name="T7" fmla="*/ 3043 h 348"/>
                <a:gd name="T8" fmla="*/ 1145 w 244"/>
                <a:gd name="T9" fmla="*/ 2334 h 348"/>
                <a:gd name="T10" fmla="*/ 1681 w 244"/>
                <a:gd name="T11" fmla="*/ 0 h 348"/>
                <a:gd name="T12" fmla="*/ 1681 w 244"/>
                <a:gd name="T13" fmla="*/ 8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348">
                  <a:moveTo>
                    <a:pt x="232" y="1"/>
                  </a:moveTo>
                  <a:cubicBezTo>
                    <a:pt x="240" y="97"/>
                    <a:pt x="209" y="192"/>
                    <a:pt x="151" y="262"/>
                  </a:cubicBezTo>
                  <a:cubicBezTo>
                    <a:pt x="105" y="318"/>
                    <a:pt x="44" y="343"/>
                    <a:pt x="0" y="348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45" y="343"/>
                    <a:pt x="109" y="325"/>
                    <a:pt x="158" y="267"/>
                  </a:cubicBezTo>
                  <a:cubicBezTo>
                    <a:pt x="217" y="195"/>
                    <a:pt x="244" y="98"/>
                    <a:pt x="232" y="0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9" name="Freeform 1527">
              <a:extLst>
                <a:ext uri="{FF2B5EF4-FFF2-40B4-BE49-F238E27FC236}">
                  <a16:creationId xmlns:a16="http://schemas.microsoft.com/office/drawing/2014/main" id="{C3789E04-4F57-48E4-85EE-18BFBA7C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936"/>
              <a:ext cx="404" cy="219"/>
            </a:xfrm>
            <a:custGeom>
              <a:avLst/>
              <a:gdLst>
                <a:gd name="T0" fmla="*/ 0 w 209"/>
                <a:gd name="T1" fmla="*/ 8 h 106"/>
                <a:gd name="T2" fmla="*/ 363 w 209"/>
                <a:gd name="T3" fmla="*/ 116 h 106"/>
                <a:gd name="T4" fmla="*/ 580 w 209"/>
                <a:gd name="T5" fmla="*/ 231 h 106"/>
                <a:gd name="T6" fmla="*/ 789 w 209"/>
                <a:gd name="T7" fmla="*/ 240 h 106"/>
                <a:gd name="T8" fmla="*/ 1061 w 209"/>
                <a:gd name="T9" fmla="*/ 281 h 106"/>
                <a:gd name="T10" fmla="*/ 1229 w 209"/>
                <a:gd name="T11" fmla="*/ 372 h 106"/>
                <a:gd name="T12" fmla="*/ 1378 w 209"/>
                <a:gd name="T13" fmla="*/ 504 h 106"/>
                <a:gd name="T14" fmla="*/ 1479 w 209"/>
                <a:gd name="T15" fmla="*/ 828 h 106"/>
                <a:gd name="T16" fmla="*/ 1365 w 209"/>
                <a:gd name="T17" fmla="*/ 853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9" h="106">
                  <a:moveTo>
                    <a:pt x="0" y="1"/>
                  </a:moveTo>
                  <a:cubicBezTo>
                    <a:pt x="21" y="0"/>
                    <a:pt x="39" y="4"/>
                    <a:pt x="50" y="13"/>
                  </a:cubicBezTo>
                  <a:cubicBezTo>
                    <a:pt x="62" y="23"/>
                    <a:pt x="64" y="25"/>
                    <a:pt x="80" y="26"/>
                  </a:cubicBezTo>
                  <a:cubicBezTo>
                    <a:pt x="95" y="27"/>
                    <a:pt x="96" y="28"/>
                    <a:pt x="109" y="27"/>
                  </a:cubicBezTo>
                  <a:cubicBezTo>
                    <a:pt x="123" y="25"/>
                    <a:pt x="130" y="27"/>
                    <a:pt x="147" y="32"/>
                  </a:cubicBezTo>
                  <a:cubicBezTo>
                    <a:pt x="164" y="38"/>
                    <a:pt x="156" y="40"/>
                    <a:pt x="170" y="42"/>
                  </a:cubicBezTo>
                  <a:cubicBezTo>
                    <a:pt x="185" y="45"/>
                    <a:pt x="187" y="50"/>
                    <a:pt x="191" y="57"/>
                  </a:cubicBezTo>
                  <a:cubicBezTo>
                    <a:pt x="194" y="63"/>
                    <a:pt x="201" y="82"/>
                    <a:pt x="205" y="94"/>
                  </a:cubicBezTo>
                  <a:cubicBezTo>
                    <a:pt x="209" y="106"/>
                    <a:pt x="189" y="97"/>
                    <a:pt x="189" y="97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0" name="Freeform 1528">
              <a:extLst>
                <a:ext uri="{FF2B5EF4-FFF2-40B4-BE49-F238E27FC236}">
                  <a16:creationId xmlns:a16="http://schemas.microsoft.com/office/drawing/2014/main" id="{B50373F7-60EF-426B-A2C6-C5F735B22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769"/>
              <a:ext cx="95" cy="177"/>
            </a:xfrm>
            <a:custGeom>
              <a:avLst/>
              <a:gdLst>
                <a:gd name="T0" fmla="*/ 248 w 49"/>
                <a:gd name="T1" fmla="*/ 0 h 86"/>
                <a:gd name="T2" fmla="*/ 271 w 49"/>
                <a:gd name="T3" fmla="*/ 288 h 86"/>
                <a:gd name="T4" fmla="*/ 293 w 49"/>
                <a:gd name="T5" fmla="*/ 420 h 86"/>
                <a:gd name="T6" fmla="*/ 357 w 49"/>
                <a:gd name="T7" fmla="*/ 601 h 86"/>
                <a:gd name="T8" fmla="*/ 328 w 49"/>
                <a:gd name="T9" fmla="*/ 749 h 86"/>
                <a:gd name="T10" fmla="*/ 52 w 49"/>
                <a:gd name="T11" fmla="*/ 708 h 86"/>
                <a:gd name="T12" fmla="*/ 0 w 49"/>
                <a:gd name="T13" fmla="*/ 245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86">
                  <a:moveTo>
                    <a:pt x="34" y="0"/>
                  </a:moveTo>
                  <a:cubicBezTo>
                    <a:pt x="44" y="13"/>
                    <a:pt x="40" y="28"/>
                    <a:pt x="37" y="33"/>
                  </a:cubicBezTo>
                  <a:cubicBezTo>
                    <a:pt x="34" y="39"/>
                    <a:pt x="38" y="41"/>
                    <a:pt x="40" y="48"/>
                  </a:cubicBezTo>
                  <a:cubicBezTo>
                    <a:pt x="42" y="56"/>
                    <a:pt x="48" y="58"/>
                    <a:pt x="49" y="69"/>
                  </a:cubicBezTo>
                  <a:cubicBezTo>
                    <a:pt x="49" y="81"/>
                    <a:pt x="45" y="86"/>
                    <a:pt x="45" y="86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0" y="28"/>
                    <a:pt x="0" y="28"/>
                    <a:pt x="0" y="28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1" name="Freeform 1529">
              <a:extLst>
                <a:ext uri="{FF2B5EF4-FFF2-40B4-BE49-F238E27FC236}">
                  <a16:creationId xmlns:a16="http://schemas.microsoft.com/office/drawing/2014/main" id="{81C7E5A0-53E3-4D42-A9FD-ECE997592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911"/>
              <a:ext cx="76" cy="46"/>
            </a:xfrm>
            <a:custGeom>
              <a:avLst/>
              <a:gdLst>
                <a:gd name="T0" fmla="*/ 140 w 39"/>
                <a:gd name="T1" fmla="*/ 0 h 22"/>
                <a:gd name="T2" fmla="*/ 259 w 39"/>
                <a:gd name="T3" fmla="*/ 136 h 22"/>
                <a:gd name="T4" fmla="*/ 228 w 39"/>
                <a:gd name="T5" fmla="*/ 201 h 22"/>
                <a:gd name="T6" fmla="*/ 0 w 39"/>
                <a:gd name="T7" fmla="*/ 14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2">
                  <a:moveTo>
                    <a:pt x="19" y="0"/>
                  </a:moveTo>
                  <a:cubicBezTo>
                    <a:pt x="21" y="10"/>
                    <a:pt x="31" y="14"/>
                    <a:pt x="35" y="15"/>
                  </a:cubicBezTo>
                  <a:cubicBezTo>
                    <a:pt x="39" y="16"/>
                    <a:pt x="31" y="22"/>
                    <a:pt x="31" y="22"/>
                  </a:cubicBezTo>
                  <a:cubicBezTo>
                    <a:pt x="0" y="16"/>
                    <a:pt x="0" y="16"/>
                    <a:pt x="0" y="16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2" name="Freeform 1530">
              <a:extLst>
                <a:ext uri="{FF2B5EF4-FFF2-40B4-BE49-F238E27FC236}">
                  <a16:creationId xmlns:a16="http://schemas.microsoft.com/office/drawing/2014/main" id="{4173241A-EF30-47B1-B33C-0DD70F0AB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955"/>
              <a:ext cx="1526" cy="649"/>
            </a:xfrm>
            <a:custGeom>
              <a:avLst/>
              <a:gdLst>
                <a:gd name="T0" fmla="*/ 4937 w 790"/>
                <a:gd name="T1" fmla="*/ 2755 h 315"/>
                <a:gd name="T2" fmla="*/ 5694 w 790"/>
                <a:gd name="T3" fmla="*/ 1370 h 315"/>
                <a:gd name="T4" fmla="*/ 5694 w 790"/>
                <a:gd name="T5" fmla="*/ 1370 h 315"/>
                <a:gd name="T6" fmla="*/ 4995 w 790"/>
                <a:gd name="T7" fmla="*/ 1181 h 315"/>
                <a:gd name="T8" fmla="*/ 4269 w 790"/>
                <a:gd name="T9" fmla="*/ 1082 h 315"/>
                <a:gd name="T10" fmla="*/ 3604 w 790"/>
                <a:gd name="T11" fmla="*/ 760 h 315"/>
                <a:gd name="T12" fmla="*/ 3056 w 790"/>
                <a:gd name="T13" fmla="*/ 733 h 315"/>
                <a:gd name="T14" fmla="*/ 2623 w 790"/>
                <a:gd name="T15" fmla="*/ 505 h 315"/>
                <a:gd name="T16" fmla="*/ 1630 w 790"/>
                <a:gd name="T17" fmla="*/ 245 h 315"/>
                <a:gd name="T18" fmla="*/ 388 w 790"/>
                <a:gd name="T19" fmla="*/ 25 h 315"/>
                <a:gd name="T20" fmla="*/ 0 w 790"/>
                <a:gd name="T21" fmla="*/ 43 h 315"/>
                <a:gd name="T22" fmla="*/ 2538 w 790"/>
                <a:gd name="T23" fmla="*/ 956 h 315"/>
                <a:gd name="T24" fmla="*/ 4937 w 790"/>
                <a:gd name="T25" fmla="*/ 2755 h 3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0" h="315">
                  <a:moveTo>
                    <a:pt x="685" y="315"/>
                  </a:moveTo>
                  <a:cubicBezTo>
                    <a:pt x="790" y="157"/>
                    <a:pt x="790" y="157"/>
                    <a:pt x="790" y="157"/>
                  </a:cubicBezTo>
                  <a:cubicBezTo>
                    <a:pt x="790" y="157"/>
                    <a:pt x="790" y="157"/>
                    <a:pt x="790" y="157"/>
                  </a:cubicBezTo>
                  <a:cubicBezTo>
                    <a:pt x="783" y="151"/>
                    <a:pt x="730" y="129"/>
                    <a:pt x="693" y="135"/>
                  </a:cubicBezTo>
                  <a:cubicBezTo>
                    <a:pt x="659" y="140"/>
                    <a:pt x="626" y="137"/>
                    <a:pt x="592" y="124"/>
                  </a:cubicBezTo>
                  <a:cubicBezTo>
                    <a:pt x="558" y="110"/>
                    <a:pt x="539" y="96"/>
                    <a:pt x="500" y="87"/>
                  </a:cubicBezTo>
                  <a:cubicBezTo>
                    <a:pt x="475" y="82"/>
                    <a:pt x="449" y="87"/>
                    <a:pt x="424" y="84"/>
                  </a:cubicBezTo>
                  <a:cubicBezTo>
                    <a:pt x="398" y="81"/>
                    <a:pt x="386" y="69"/>
                    <a:pt x="364" y="58"/>
                  </a:cubicBezTo>
                  <a:cubicBezTo>
                    <a:pt x="321" y="34"/>
                    <a:pt x="273" y="37"/>
                    <a:pt x="226" y="28"/>
                  </a:cubicBezTo>
                  <a:cubicBezTo>
                    <a:pt x="171" y="17"/>
                    <a:pt x="112" y="0"/>
                    <a:pt x="54" y="3"/>
                  </a:cubicBezTo>
                  <a:cubicBezTo>
                    <a:pt x="39" y="3"/>
                    <a:pt x="19" y="5"/>
                    <a:pt x="0" y="5"/>
                  </a:cubicBezTo>
                  <a:cubicBezTo>
                    <a:pt x="124" y="38"/>
                    <a:pt x="258" y="70"/>
                    <a:pt x="352" y="109"/>
                  </a:cubicBezTo>
                  <a:cubicBezTo>
                    <a:pt x="547" y="190"/>
                    <a:pt x="643" y="279"/>
                    <a:pt x="685" y="31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3" name="Freeform 1531">
              <a:extLst>
                <a:ext uri="{FF2B5EF4-FFF2-40B4-BE49-F238E27FC236}">
                  <a16:creationId xmlns:a16="http://schemas.microsoft.com/office/drawing/2014/main" id="{B017D194-D053-4AC1-A7A2-CBC433EA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278"/>
              <a:ext cx="599" cy="417"/>
            </a:xfrm>
            <a:custGeom>
              <a:avLst/>
              <a:gdLst>
                <a:gd name="T0" fmla="*/ 1847 w 310"/>
                <a:gd name="T1" fmla="*/ 976 h 202"/>
                <a:gd name="T2" fmla="*/ 2236 w 310"/>
                <a:gd name="T3" fmla="*/ 107 h 202"/>
                <a:gd name="T4" fmla="*/ 1942 w 310"/>
                <a:gd name="T5" fmla="*/ 617 h 202"/>
                <a:gd name="T6" fmla="*/ 1509 w 310"/>
                <a:gd name="T7" fmla="*/ 737 h 202"/>
                <a:gd name="T8" fmla="*/ 1225 w 310"/>
                <a:gd name="T9" fmla="*/ 553 h 202"/>
                <a:gd name="T10" fmla="*/ 757 w 310"/>
                <a:gd name="T11" fmla="*/ 0 h 202"/>
                <a:gd name="T12" fmla="*/ 0 w 310"/>
                <a:gd name="T13" fmla="*/ 1389 h 202"/>
                <a:gd name="T14" fmla="*/ 0 w 310"/>
                <a:gd name="T15" fmla="*/ 1389 h 202"/>
                <a:gd name="T16" fmla="*/ 0 w 310"/>
                <a:gd name="T17" fmla="*/ 1389 h 202"/>
                <a:gd name="T18" fmla="*/ 1847 w 310"/>
                <a:gd name="T19" fmla="*/ 976 h 2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0" h="202">
                  <a:moveTo>
                    <a:pt x="256" y="111"/>
                  </a:moveTo>
                  <a:cubicBezTo>
                    <a:pt x="281" y="80"/>
                    <a:pt x="299" y="46"/>
                    <a:pt x="310" y="12"/>
                  </a:cubicBezTo>
                  <a:cubicBezTo>
                    <a:pt x="299" y="34"/>
                    <a:pt x="284" y="60"/>
                    <a:pt x="269" y="70"/>
                  </a:cubicBezTo>
                  <a:cubicBezTo>
                    <a:pt x="248" y="85"/>
                    <a:pt x="230" y="87"/>
                    <a:pt x="209" y="84"/>
                  </a:cubicBezTo>
                  <a:cubicBezTo>
                    <a:pt x="192" y="82"/>
                    <a:pt x="180" y="74"/>
                    <a:pt x="170" y="63"/>
                  </a:cubicBezTo>
                  <a:cubicBezTo>
                    <a:pt x="148" y="40"/>
                    <a:pt x="107" y="29"/>
                    <a:pt x="10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40" y="188"/>
                    <a:pt x="181" y="202"/>
                    <a:pt x="256" y="11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4" name="Freeform 1532">
              <a:extLst>
                <a:ext uri="{FF2B5EF4-FFF2-40B4-BE49-F238E27FC236}">
                  <a16:creationId xmlns:a16="http://schemas.microsoft.com/office/drawing/2014/main" id="{E5C3961E-DC20-4772-8C10-00A868249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369"/>
              <a:ext cx="242" cy="101"/>
            </a:xfrm>
            <a:custGeom>
              <a:avLst/>
              <a:gdLst>
                <a:gd name="T0" fmla="*/ 23 w 125"/>
                <a:gd name="T1" fmla="*/ 165 h 49"/>
                <a:gd name="T2" fmla="*/ 304 w 125"/>
                <a:gd name="T3" fmla="*/ 348 h 49"/>
                <a:gd name="T4" fmla="*/ 738 w 125"/>
                <a:gd name="T5" fmla="*/ 229 h 49"/>
                <a:gd name="T6" fmla="*/ 908 w 125"/>
                <a:gd name="T7" fmla="*/ 0 h 49"/>
                <a:gd name="T8" fmla="*/ 0 w 125"/>
                <a:gd name="T9" fmla="*/ 148 h 49"/>
                <a:gd name="T10" fmla="*/ 23 w 125"/>
                <a:gd name="T11" fmla="*/ 16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49">
                  <a:moveTo>
                    <a:pt x="3" y="19"/>
                  </a:moveTo>
                  <a:cubicBezTo>
                    <a:pt x="13" y="30"/>
                    <a:pt x="25" y="38"/>
                    <a:pt x="42" y="40"/>
                  </a:cubicBezTo>
                  <a:cubicBezTo>
                    <a:pt x="63" y="43"/>
                    <a:pt x="81" y="41"/>
                    <a:pt x="102" y="26"/>
                  </a:cubicBezTo>
                  <a:cubicBezTo>
                    <a:pt x="110" y="21"/>
                    <a:pt x="117" y="11"/>
                    <a:pt x="125" y="0"/>
                  </a:cubicBezTo>
                  <a:cubicBezTo>
                    <a:pt x="71" y="49"/>
                    <a:pt x="19" y="30"/>
                    <a:pt x="0" y="17"/>
                  </a:cubicBezTo>
                  <a:cubicBezTo>
                    <a:pt x="1" y="17"/>
                    <a:pt x="2" y="18"/>
                    <a:pt x="3" y="19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5" name="Freeform 1533">
              <a:extLst>
                <a:ext uri="{FF2B5EF4-FFF2-40B4-BE49-F238E27FC236}">
                  <a16:creationId xmlns:a16="http://schemas.microsoft.com/office/drawing/2014/main" id="{9F042240-8F20-40C5-9BBF-759AF1A4D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369"/>
              <a:ext cx="242" cy="101"/>
            </a:xfrm>
            <a:custGeom>
              <a:avLst/>
              <a:gdLst>
                <a:gd name="T0" fmla="*/ 23 w 125"/>
                <a:gd name="T1" fmla="*/ 165 h 49"/>
                <a:gd name="T2" fmla="*/ 304 w 125"/>
                <a:gd name="T3" fmla="*/ 348 h 49"/>
                <a:gd name="T4" fmla="*/ 738 w 125"/>
                <a:gd name="T5" fmla="*/ 229 h 49"/>
                <a:gd name="T6" fmla="*/ 908 w 125"/>
                <a:gd name="T7" fmla="*/ 0 h 49"/>
                <a:gd name="T8" fmla="*/ 0 w 125"/>
                <a:gd name="T9" fmla="*/ 148 h 49"/>
                <a:gd name="T10" fmla="*/ 23 w 125"/>
                <a:gd name="T11" fmla="*/ 16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49">
                  <a:moveTo>
                    <a:pt x="3" y="19"/>
                  </a:moveTo>
                  <a:cubicBezTo>
                    <a:pt x="13" y="30"/>
                    <a:pt x="25" y="38"/>
                    <a:pt x="42" y="40"/>
                  </a:cubicBezTo>
                  <a:cubicBezTo>
                    <a:pt x="63" y="43"/>
                    <a:pt x="81" y="41"/>
                    <a:pt x="102" y="26"/>
                  </a:cubicBezTo>
                  <a:cubicBezTo>
                    <a:pt x="110" y="21"/>
                    <a:pt x="117" y="11"/>
                    <a:pt x="125" y="0"/>
                  </a:cubicBezTo>
                  <a:cubicBezTo>
                    <a:pt x="71" y="49"/>
                    <a:pt x="19" y="30"/>
                    <a:pt x="0" y="17"/>
                  </a:cubicBezTo>
                  <a:cubicBezTo>
                    <a:pt x="1" y="17"/>
                    <a:pt x="2" y="18"/>
                    <a:pt x="3" y="19"/>
                  </a:cubicBezTo>
                  <a:close/>
                </a:path>
              </a:pathLst>
            </a:custGeom>
            <a:solidFill>
              <a:srgbClr val="FFEA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6" name="Freeform 1534">
              <a:extLst>
                <a:ext uri="{FF2B5EF4-FFF2-40B4-BE49-F238E27FC236}">
                  <a16:creationId xmlns:a16="http://schemas.microsoft.com/office/drawing/2014/main" id="{0A2E808E-907F-4A0D-AEA6-F817E0EC7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078"/>
              <a:ext cx="765" cy="176"/>
            </a:xfrm>
            <a:custGeom>
              <a:avLst/>
              <a:gdLst>
                <a:gd name="T0" fmla="*/ 2855 w 396"/>
                <a:gd name="T1" fmla="*/ 754 h 85"/>
                <a:gd name="T2" fmla="*/ 2042 w 396"/>
                <a:gd name="T3" fmla="*/ 540 h 85"/>
                <a:gd name="T4" fmla="*/ 1097 w 396"/>
                <a:gd name="T5" fmla="*/ 240 h 85"/>
                <a:gd name="T6" fmla="*/ 469 w 396"/>
                <a:gd name="T7" fmla="*/ 168 h 85"/>
                <a:gd name="T8" fmla="*/ 0 w 396"/>
                <a:gd name="T9" fmla="*/ 0 h 85"/>
                <a:gd name="T10" fmla="*/ 396 w 396"/>
                <a:gd name="T11" fmla="*/ 215 h 85"/>
                <a:gd name="T12" fmla="*/ 945 w 396"/>
                <a:gd name="T13" fmla="*/ 240 h 85"/>
                <a:gd name="T14" fmla="*/ 1609 w 396"/>
                <a:gd name="T15" fmla="*/ 569 h 85"/>
                <a:gd name="T16" fmla="*/ 2336 w 396"/>
                <a:gd name="T17" fmla="*/ 665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6" h="85">
                  <a:moveTo>
                    <a:pt x="396" y="85"/>
                  </a:moveTo>
                  <a:cubicBezTo>
                    <a:pt x="364" y="70"/>
                    <a:pt x="323" y="60"/>
                    <a:pt x="283" y="61"/>
                  </a:cubicBezTo>
                  <a:cubicBezTo>
                    <a:pt x="240" y="63"/>
                    <a:pt x="187" y="37"/>
                    <a:pt x="152" y="27"/>
                  </a:cubicBezTo>
                  <a:cubicBezTo>
                    <a:pt x="117" y="16"/>
                    <a:pt x="95" y="19"/>
                    <a:pt x="65" y="19"/>
                  </a:cubicBezTo>
                  <a:cubicBezTo>
                    <a:pt x="38" y="19"/>
                    <a:pt x="17" y="10"/>
                    <a:pt x="0" y="0"/>
                  </a:cubicBezTo>
                  <a:cubicBezTo>
                    <a:pt x="19" y="11"/>
                    <a:pt x="31" y="22"/>
                    <a:pt x="55" y="24"/>
                  </a:cubicBezTo>
                  <a:cubicBezTo>
                    <a:pt x="80" y="27"/>
                    <a:pt x="106" y="22"/>
                    <a:pt x="131" y="27"/>
                  </a:cubicBezTo>
                  <a:cubicBezTo>
                    <a:pt x="170" y="36"/>
                    <a:pt x="189" y="50"/>
                    <a:pt x="223" y="64"/>
                  </a:cubicBezTo>
                  <a:cubicBezTo>
                    <a:pt x="257" y="77"/>
                    <a:pt x="290" y="80"/>
                    <a:pt x="324" y="7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7" name="Freeform 1535">
              <a:extLst>
                <a:ext uri="{FF2B5EF4-FFF2-40B4-BE49-F238E27FC236}">
                  <a16:creationId xmlns:a16="http://schemas.microsoft.com/office/drawing/2014/main" id="{4E101B53-12D7-423A-9579-87844F20B8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46" y="2402"/>
              <a:ext cx="2460" cy="1266"/>
            </a:xfrm>
            <a:custGeom>
              <a:avLst/>
              <a:gdLst>
                <a:gd name="T0" fmla="*/ 9026 w 1273"/>
                <a:gd name="T1" fmla="*/ 1454 h 614"/>
                <a:gd name="T2" fmla="*/ 9187 w 1273"/>
                <a:gd name="T3" fmla="*/ 1165 h 614"/>
                <a:gd name="T4" fmla="*/ 4112 w 1273"/>
                <a:gd name="T5" fmla="*/ 544 h 614"/>
                <a:gd name="T6" fmla="*/ 1270 w 1273"/>
                <a:gd name="T7" fmla="*/ 0 h 614"/>
                <a:gd name="T8" fmla="*/ 1169 w 1273"/>
                <a:gd name="T9" fmla="*/ 115 h 614"/>
                <a:gd name="T10" fmla="*/ 3917 w 1273"/>
                <a:gd name="T11" fmla="*/ 736 h 614"/>
                <a:gd name="T12" fmla="*/ 9026 w 1273"/>
                <a:gd name="T13" fmla="*/ 1454 h 614"/>
                <a:gd name="T14" fmla="*/ 0 w 1273"/>
                <a:gd name="T15" fmla="*/ 1561 h 614"/>
                <a:gd name="T16" fmla="*/ 4445 w 1273"/>
                <a:gd name="T17" fmla="*/ 3542 h 614"/>
                <a:gd name="T18" fmla="*/ 6885 w 1273"/>
                <a:gd name="T19" fmla="*/ 5382 h 614"/>
                <a:gd name="T20" fmla="*/ 6885 w 1273"/>
                <a:gd name="T21" fmla="*/ 5382 h 614"/>
                <a:gd name="T22" fmla="*/ 7036 w 1273"/>
                <a:gd name="T23" fmla="*/ 5109 h 614"/>
                <a:gd name="T24" fmla="*/ 4634 w 1273"/>
                <a:gd name="T25" fmla="*/ 3303 h 614"/>
                <a:gd name="T26" fmla="*/ 72 w 1273"/>
                <a:gd name="T27" fmla="*/ 1462 h 614"/>
                <a:gd name="T28" fmla="*/ 72 w 1273"/>
                <a:gd name="T29" fmla="*/ 1462 h 614"/>
                <a:gd name="T30" fmla="*/ 0 w 1273"/>
                <a:gd name="T31" fmla="*/ 1561 h 6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3" h="614">
                  <a:moveTo>
                    <a:pt x="1251" y="166"/>
                  </a:moveTo>
                  <a:cubicBezTo>
                    <a:pt x="1273" y="133"/>
                    <a:pt x="1273" y="133"/>
                    <a:pt x="1273" y="133"/>
                  </a:cubicBezTo>
                  <a:cubicBezTo>
                    <a:pt x="1137" y="65"/>
                    <a:pt x="789" y="72"/>
                    <a:pt x="570" y="62"/>
                  </a:cubicBezTo>
                  <a:cubicBezTo>
                    <a:pt x="407" y="55"/>
                    <a:pt x="260" y="30"/>
                    <a:pt x="176" y="0"/>
                  </a:cubicBezTo>
                  <a:cubicBezTo>
                    <a:pt x="162" y="13"/>
                    <a:pt x="162" y="13"/>
                    <a:pt x="162" y="13"/>
                  </a:cubicBezTo>
                  <a:cubicBezTo>
                    <a:pt x="246" y="43"/>
                    <a:pt x="380" y="77"/>
                    <a:pt x="543" y="84"/>
                  </a:cubicBezTo>
                  <a:cubicBezTo>
                    <a:pt x="762" y="94"/>
                    <a:pt x="1115" y="98"/>
                    <a:pt x="1251" y="166"/>
                  </a:cubicBezTo>
                  <a:close/>
                  <a:moveTo>
                    <a:pt x="0" y="178"/>
                  </a:moveTo>
                  <a:cubicBezTo>
                    <a:pt x="124" y="265"/>
                    <a:pt x="435" y="329"/>
                    <a:pt x="616" y="404"/>
                  </a:cubicBezTo>
                  <a:cubicBezTo>
                    <a:pt x="817" y="487"/>
                    <a:pt x="914" y="581"/>
                    <a:pt x="954" y="614"/>
                  </a:cubicBezTo>
                  <a:cubicBezTo>
                    <a:pt x="954" y="614"/>
                    <a:pt x="954" y="614"/>
                    <a:pt x="954" y="614"/>
                  </a:cubicBezTo>
                  <a:cubicBezTo>
                    <a:pt x="975" y="583"/>
                    <a:pt x="975" y="583"/>
                    <a:pt x="975" y="583"/>
                  </a:cubicBezTo>
                  <a:cubicBezTo>
                    <a:pt x="933" y="547"/>
                    <a:pt x="837" y="458"/>
                    <a:pt x="642" y="377"/>
                  </a:cubicBezTo>
                  <a:cubicBezTo>
                    <a:pt x="461" y="302"/>
                    <a:pt x="134" y="254"/>
                    <a:pt x="10" y="167"/>
                  </a:cubicBezTo>
                  <a:cubicBezTo>
                    <a:pt x="10" y="167"/>
                    <a:pt x="10" y="167"/>
                    <a:pt x="10" y="167"/>
                  </a:cubicBezTo>
                  <a:lnTo>
                    <a:pt x="0" y="17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8" name="Freeform 1536">
              <a:extLst>
                <a:ext uri="{FF2B5EF4-FFF2-40B4-BE49-F238E27FC236}">
                  <a16:creationId xmlns:a16="http://schemas.microsoft.com/office/drawing/2014/main" id="{BE781A6A-A176-4056-8502-E03CAA1D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76"/>
              <a:ext cx="816" cy="1106"/>
            </a:xfrm>
            <a:custGeom>
              <a:avLst/>
              <a:gdLst>
                <a:gd name="T0" fmla="*/ 2307 w 422"/>
                <a:gd name="T1" fmla="*/ 0 h 536"/>
                <a:gd name="T2" fmla="*/ 2299 w 422"/>
                <a:gd name="T3" fmla="*/ 8 h 536"/>
                <a:gd name="T4" fmla="*/ 2146 w 422"/>
                <a:gd name="T5" fmla="*/ 289 h 536"/>
                <a:gd name="T6" fmla="*/ 2003 w 422"/>
                <a:gd name="T7" fmla="*/ 3543 h 536"/>
                <a:gd name="T8" fmla="*/ 153 w 422"/>
                <a:gd name="T9" fmla="*/ 3956 h 536"/>
                <a:gd name="T10" fmla="*/ 0 w 422"/>
                <a:gd name="T11" fmla="*/ 4228 h 536"/>
                <a:gd name="T12" fmla="*/ 2214 w 422"/>
                <a:gd name="T13" fmla="*/ 3751 h 536"/>
                <a:gd name="T14" fmla="*/ 2307 w 422"/>
                <a:gd name="T15" fmla="*/ 0 h 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2" h="536">
                  <a:moveTo>
                    <a:pt x="319" y="0"/>
                  </a:moveTo>
                  <a:cubicBezTo>
                    <a:pt x="318" y="1"/>
                    <a:pt x="318" y="1"/>
                    <a:pt x="318" y="1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357" y="104"/>
                    <a:pt x="379" y="280"/>
                    <a:pt x="277" y="403"/>
                  </a:cubicBezTo>
                  <a:cubicBezTo>
                    <a:pt x="202" y="494"/>
                    <a:pt x="61" y="480"/>
                    <a:pt x="21" y="450"/>
                  </a:cubicBezTo>
                  <a:cubicBezTo>
                    <a:pt x="0" y="481"/>
                    <a:pt x="0" y="481"/>
                    <a:pt x="0" y="481"/>
                  </a:cubicBezTo>
                  <a:cubicBezTo>
                    <a:pt x="53" y="522"/>
                    <a:pt x="216" y="536"/>
                    <a:pt x="306" y="427"/>
                  </a:cubicBezTo>
                  <a:cubicBezTo>
                    <a:pt x="422" y="288"/>
                    <a:pt x="398" y="83"/>
                    <a:pt x="319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9" name="Freeform 1537">
              <a:extLst>
                <a:ext uri="{FF2B5EF4-FFF2-40B4-BE49-F238E27FC236}">
                  <a16:creationId xmlns:a16="http://schemas.microsoft.com/office/drawing/2014/main" id="{4E657F2D-1703-45F3-B8F4-53F07757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429"/>
              <a:ext cx="2557" cy="1266"/>
            </a:xfrm>
            <a:custGeom>
              <a:avLst/>
              <a:gdLst>
                <a:gd name="T0" fmla="*/ 4561 w 1323"/>
                <a:gd name="T1" fmla="*/ 3192 h 614"/>
                <a:gd name="T2" fmla="*/ 6967 w 1323"/>
                <a:gd name="T3" fmla="*/ 4996 h 614"/>
                <a:gd name="T4" fmla="*/ 6967 w 1323"/>
                <a:gd name="T5" fmla="*/ 4996 h 614"/>
                <a:gd name="T6" fmla="*/ 8815 w 1323"/>
                <a:gd name="T7" fmla="*/ 4584 h 614"/>
                <a:gd name="T8" fmla="*/ 8962 w 1323"/>
                <a:gd name="T9" fmla="*/ 1338 h 614"/>
                <a:gd name="T10" fmla="*/ 9024 w 1323"/>
                <a:gd name="T11" fmla="*/ 1229 h 614"/>
                <a:gd name="T12" fmla="*/ 9024 w 1323"/>
                <a:gd name="T13" fmla="*/ 1229 h 614"/>
                <a:gd name="T14" fmla="*/ 8962 w 1323"/>
                <a:gd name="T15" fmla="*/ 1338 h 614"/>
                <a:gd name="T16" fmla="*/ 3848 w 1323"/>
                <a:gd name="T17" fmla="*/ 621 h 614"/>
                <a:gd name="T18" fmla="*/ 1098 w 1323"/>
                <a:gd name="T19" fmla="*/ 0 h 614"/>
                <a:gd name="T20" fmla="*/ 0 w 1323"/>
                <a:gd name="T21" fmla="*/ 1353 h 614"/>
                <a:gd name="T22" fmla="*/ 0 w 1323"/>
                <a:gd name="T23" fmla="*/ 1353 h 614"/>
                <a:gd name="T24" fmla="*/ 4561 w 1323"/>
                <a:gd name="T25" fmla="*/ 3192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3" h="614">
                  <a:moveTo>
                    <a:pt x="632" y="364"/>
                  </a:moveTo>
                  <a:cubicBezTo>
                    <a:pt x="827" y="445"/>
                    <a:pt x="923" y="534"/>
                    <a:pt x="965" y="570"/>
                  </a:cubicBezTo>
                  <a:cubicBezTo>
                    <a:pt x="965" y="570"/>
                    <a:pt x="965" y="570"/>
                    <a:pt x="965" y="570"/>
                  </a:cubicBezTo>
                  <a:cubicBezTo>
                    <a:pt x="1005" y="600"/>
                    <a:pt x="1146" y="614"/>
                    <a:pt x="1221" y="523"/>
                  </a:cubicBezTo>
                  <a:cubicBezTo>
                    <a:pt x="1323" y="400"/>
                    <a:pt x="1301" y="224"/>
                    <a:pt x="1241" y="153"/>
                  </a:cubicBezTo>
                  <a:cubicBezTo>
                    <a:pt x="1250" y="140"/>
                    <a:pt x="1250" y="140"/>
                    <a:pt x="1250" y="140"/>
                  </a:cubicBezTo>
                  <a:cubicBezTo>
                    <a:pt x="1250" y="140"/>
                    <a:pt x="1250" y="140"/>
                    <a:pt x="1250" y="140"/>
                  </a:cubicBezTo>
                  <a:cubicBezTo>
                    <a:pt x="1241" y="153"/>
                    <a:pt x="1241" y="153"/>
                    <a:pt x="1241" y="153"/>
                  </a:cubicBezTo>
                  <a:cubicBezTo>
                    <a:pt x="1105" y="85"/>
                    <a:pt x="752" y="81"/>
                    <a:pt x="533" y="71"/>
                  </a:cubicBezTo>
                  <a:cubicBezTo>
                    <a:pt x="370" y="64"/>
                    <a:pt x="236" y="30"/>
                    <a:pt x="152" y="0"/>
                  </a:cubicBezTo>
                  <a:cubicBezTo>
                    <a:pt x="194" y="80"/>
                    <a:pt x="123" y="200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124" y="241"/>
                    <a:pt x="451" y="289"/>
                    <a:pt x="632" y="36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0" name="Line 1538">
              <a:extLst>
                <a:ext uri="{FF2B5EF4-FFF2-40B4-BE49-F238E27FC236}">
                  <a16:creationId xmlns:a16="http://schemas.microsoft.com/office/drawing/2014/main" id="{99C6368A-7DC4-4053-A159-56CBCB9691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31" y="3278"/>
              <a:ext cx="202" cy="32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1" name="Freeform 1539">
              <a:extLst>
                <a:ext uri="{FF2B5EF4-FFF2-40B4-BE49-F238E27FC236}">
                  <a16:creationId xmlns:a16="http://schemas.microsoft.com/office/drawing/2014/main" id="{7B78309E-DB89-43B0-9E73-98F31CFBF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955"/>
              <a:ext cx="1923" cy="740"/>
            </a:xfrm>
            <a:custGeom>
              <a:avLst/>
              <a:gdLst>
                <a:gd name="T0" fmla="*/ 7029 w 995"/>
                <a:gd name="T1" fmla="*/ 1797 h 359"/>
                <a:gd name="T2" fmla="*/ 7052 w 995"/>
                <a:gd name="T3" fmla="*/ 1758 h 359"/>
                <a:gd name="T4" fmla="*/ 6152 w 995"/>
                <a:gd name="T5" fmla="*/ 1909 h 359"/>
                <a:gd name="T6" fmla="*/ 6152 w 995"/>
                <a:gd name="T7" fmla="*/ 1909 h 359"/>
                <a:gd name="T8" fmla="*/ 5703 w 995"/>
                <a:gd name="T9" fmla="*/ 1377 h 359"/>
                <a:gd name="T10" fmla="*/ 5703 w 995"/>
                <a:gd name="T11" fmla="*/ 1377 h 359"/>
                <a:gd name="T12" fmla="*/ 5520 w 995"/>
                <a:gd name="T13" fmla="*/ 1270 h 359"/>
                <a:gd name="T14" fmla="*/ 4706 w 995"/>
                <a:gd name="T15" fmla="*/ 1057 h 359"/>
                <a:gd name="T16" fmla="*/ 3761 w 995"/>
                <a:gd name="T17" fmla="*/ 761 h 359"/>
                <a:gd name="T18" fmla="*/ 3135 w 995"/>
                <a:gd name="T19" fmla="*/ 693 h 359"/>
                <a:gd name="T20" fmla="*/ 2663 w 995"/>
                <a:gd name="T21" fmla="*/ 528 h 359"/>
                <a:gd name="T22" fmla="*/ 2626 w 995"/>
                <a:gd name="T23" fmla="*/ 509 h 359"/>
                <a:gd name="T24" fmla="*/ 1633 w 995"/>
                <a:gd name="T25" fmla="*/ 247 h 359"/>
                <a:gd name="T26" fmla="*/ 388 w 995"/>
                <a:gd name="T27" fmla="*/ 25 h 359"/>
                <a:gd name="T28" fmla="*/ 0 w 995"/>
                <a:gd name="T29" fmla="*/ 43 h 359"/>
                <a:gd name="T30" fmla="*/ 2540 w 995"/>
                <a:gd name="T31" fmla="*/ 956 h 359"/>
                <a:gd name="T32" fmla="*/ 4946 w 995"/>
                <a:gd name="T33" fmla="*/ 2758 h 359"/>
                <a:gd name="T34" fmla="*/ 4946 w 995"/>
                <a:gd name="T35" fmla="*/ 2758 h 359"/>
                <a:gd name="T36" fmla="*/ 4946 w 995"/>
                <a:gd name="T37" fmla="*/ 2758 h 359"/>
                <a:gd name="T38" fmla="*/ 6795 w 995"/>
                <a:gd name="T39" fmla="*/ 2346 h 359"/>
                <a:gd name="T40" fmla="*/ 7184 w 995"/>
                <a:gd name="T41" fmla="*/ 1478 h 359"/>
                <a:gd name="T42" fmla="*/ 7029 w 995"/>
                <a:gd name="T43" fmla="*/ 1797 h 3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95" h="359">
                  <a:moveTo>
                    <a:pt x="974" y="205"/>
                  </a:moveTo>
                  <a:cubicBezTo>
                    <a:pt x="975" y="204"/>
                    <a:pt x="976" y="203"/>
                    <a:pt x="977" y="201"/>
                  </a:cubicBezTo>
                  <a:cubicBezTo>
                    <a:pt x="923" y="250"/>
                    <a:pt x="871" y="231"/>
                    <a:pt x="852" y="218"/>
                  </a:cubicBezTo>
                  <a:cubicBezTo>
                    <a:pt x="852" y="218"/>
                    <a:pt x="852" y="218"/>
                    <a:pt x="852" y="218"/>
                  </a:cubicBezTo>
                  <a:cubicBezTo>
                    <a:pt x="830" y="196"/>
                    <a:pt x="792" y="185"/>
                    <a:pt x="790" y="157"/>
                  </a:cubicBezTo>
                  <a:cubicBezTo>
                    <a:pt x="790" y="157"/>
                    <a:pt x="790" y="157"/>
                    <a:pt x="790" y="157"/>
                  </a:cubicBezTo>
                  <a:cubicBezTo>
                    <a:pt x="787" y="154"/>
                    <a:pt x="778" y="150"/>
                    <a:pt x="765" y="145"/>
                  </a:cubicBezTo>
                  <a:cubicBezTo>
                    <a:pt x="733" y="130"/>
                    <a:pt x="692" y="120"/>
                    <a:pt x="652" y="121"/>
                  </a:cubicBezTo>
                  <a:cubicBezTo>
                    <a:pt x="609" y="123"/>
                    <a:pt x="556" y="97"/>
                    <a:pt x="521" y="87"/>
                  </a:cubicBezTo>
                  <a:cubicBezTo>
                    <a:pt x="486" y="76"/>
                    <a:pt x="464" y="79"/>
                    <a:pt x="434" y="79"/>
                  </a:cubicBezTo>
                  <a:cubicBezTo>
                    <a:pt x="407" y="79"/>
                    <a:pt x="386" y="70"/>
                    <a:pt x="369" y="60"/>
                  </a:cubicBezTo>
                  <a:cubicBezTo>
                    <a:pt x="367" y="59"/>
                    <a:pt x="366" y="59"/>
                    <a:pt x="364" y="58"/>
                  </a:cubicBezTo>
                  <a:cubicBezTo>
                    <a:pt x="321" y="34"/>
                    <a:pt x="273" y="37"/>
                    <a:pt x="226" y="28"/>
                  </a:cubicBezTo>
                  <a:cubicBezTo>
                    <a:pt x="171" y="17"/>
                    <a:pt x="112" y="0"/>
                    <a:pt x="54" y="3"/>
                  </a:cubicBezTo>
                  <a:cubicBezTo>
                    <a:pt x="39" y="3"/>
                    <a:pt x="19" y="5"/>
                    <a:pt x="0" y="5"/>
                  </a:cubicBezTo>
                  <a:cubicBezTo>
                    <a:pt x="124" y="38"/>
                    <a:pt x="258" y="70"/>
                    <a:pt x="352" y="109"/>
                  </a:cubicBezTo>
                  <a:cubicBezTo>
                    <a:pt x="547" y="190"/>
                    <a:pt x="643" y="279"/>
                    <a:pt x="685" y="315"/>
                  </a:cubicBezTo>
                  <a:cubicBezTo>
                    <a:pt x="685" y="315"/>
                    <a:pt x="685" y="315"/>
                    <a:pt x="685" y="315"/>
                  </a:cubicBezTo>
                  <a:cubicBezTo>
                    <a:pt x="685" y="315"/>
                    <a:pt x="685" y="315"/>
                    <a:pt x="685" y="315"/>
                  </a:cubicBezTo>
                  <a:cubicBezTo>
                    <a:pt x="725" y="345"/>
                    <a:pt x="866" y="359"/>
                    <a:pt x="941" y="268"/>
                  </a:cubicBezTo>
                  <a:cubicBezTo>
                    <a:pt x="966" y="237"/>
                    <a:pt x="984" y="203"/>
                    <a:pt x="995" y="169"/>
                  </a:cubicBezTo>
                  <a:cubicBezTo>
                    <a:pt x="989" y="181"/>
                    <a:pt x="982" y="194"/>
                    <a:pt x="974" y="20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2" name="Freeform 1540">
              <a:extLst>
                <a:ext uri="{FF2B5EF4-FFF2-40B4-BE49-F238E27FC236}">
                  <a16:creationId xmlns:a16="http://schemas.microsoft.com/office/drawing/2014/main" id="{EE8E5B04-53A7-4D1E-9A7C-C88B2901D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330"/>
              <a:ext cx="39" cy="25"/>
            </a:xfrm>
            <a:custGeom>
              <a:avLst/>
              <a:gdLst>
                <a:gd name="T0" fmla="*/ 0 w 20"/>
                <a:gd name="T1" fmla="*/ 108 h 12"/>
                <a:gd name="T2" fmla="*/ 148 w 20"/>
                <a:gd name="T3" fmla="*/ 1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4"/>
                    <a:pt x="13" y="0"/>
                    <a:pt x="20" y="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3" name="Freeform 1541">
              <a:extLst>
                <a:ext uri="{FF2B5EF4-FFF2-40B4-BE49-F238E27FC236}">
                  <a16:creationId xmlns:a16="http://schemas.microsoft.com/office/drawing/2014/main" id="{CBD8A59F-DFFA-4086-A135-A2A76817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328"/>
              <a:ext cx="4" cy="16"/>
            </a:xfrm>
            <a:custGeom>
              <a:avLst/>
              <a:gdLst>
                <a:gd name="T0" fmla="*/ 0 w 2"/>
                <a:gd name="T1" fmla="*/ 64 h 8"/>
                <a:gd name="T2" fmla="*/ 16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1" y="3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4" name="Freeform 1542">
              <a:extLst>
                <a:ext uri="{FF2B5EF4-FFF2-40B4-BE49-F238E27FC236}">
                  <a16:creationId xmlns:a16="http://schemas.microsoft.com/office/drawing/2014/main" id="{22AD5140-9191-40FE-AF65-040CE118A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466"/>
              <a:ext cx="65" cy="41"/>
            </a:xfrm>
            <a:custGeom>
              <a:avLst/>
              <a:gdLst>
                <a:gd name="T0" fmla="*/ 0 w 34"/>
                <a:gd name="T1" fmla="*/ 0 h 20"/>
                <a:gd name="T2" fmla="*/ 63 w 34"/>
                <a:gd name="T3" fmla="*/ 121 h 20"/>
                <a:gd name="T4" fmla="*/ 237 w 34"/>
                <a:gd name="T5" fmla="*/ 14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3" y="5"/>
                    <a:pt x="4" y="10"/>
                    <a:pt x="9" y="14"/>
                  </a:cubicBezTo>
                  <a:cubicBezTo>
                    <a:pt x="15" y="20"/>
                    <a:pt x="27" y="20"/>
                    <a:pt x="34" y="1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5" name="Freeform 1543">
              <a:extLst>
                <a:ext uri="{FF2B5EF4-FFF2-40B4-BE49-F238E27FC236}">
                  <a16:creationId xmlns:a16="http://schemas.microsoft.com/office/drawing/2014/main" id="{B2F2D5CA-1B14-4E39-83CC-C744ABA6D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3485"/>
              <a:ext cx="36" cy="61"/>
            </a:xfrm>
            <a:custGeom>
              <a:avLst/>
              <a:gdLst>
                <a:gd name="T0" fmla="*/ 8 w 19"/>
                <a:gd name="T1" fmla="*/ 0 h 30"/>
                <a:gd name="T2" fmla="*/ 129 w 19"/>
                <a:gd name="T3" fmla="*/ 252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0">
                  <a:moveTo>
                    <a:pt x="1" y="0"/>
                  </a:moveTo>
                  <a:cubicBezTo>
                    <a:pt x="0" y="12"/>
                    <a:pt x="6" y="27"/>
                    <a:pt x="19" y="3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6" name="Freeform 1544">
              <a:extLst>
                <a:ext uri="{FF2B5EF4-FFF2-40B4-BE49-F238E27FC236}">
                  <a16:creationId xmlns:a16="http://schemas.microsoft.com/office/drawing/2014/main" id="{7718D038-2D02-4DE7-A480-5F6DD5851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528"/>
              <a:ext cx="14" cy="51"/>
            </a:xfrm>
            <a:custGeom>
              <a:avLst/>
              <a:gdLst>
                <a:gd name="T0" fmla="*/ 48 w 7"/>
                <a:gd name="T1" fmla="*/ 0 h 25"/>
                <a:gd name="T2" fmla="*/ 56 w 7"/>
                <a:gd name="T3" fmla="*/ 21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6" y="0"/>
                  </a:moveTo>
                  <a:cubicBezTo>
                    <a:pt x="2" y="6"/>
                    <a:pt x="0" y="21"/>
                    <a:pt x="7" y="2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7" name="Freeform 1545">
              <a:extLst>
                <a:ext uri="{FF2B5EF4-FFF2-40B4-BE49-F238E27FC236}">
                  <a16:creationId xmlns:a16="http://schemas.microsoft.com/office/drawing/2014/main" id="{A563BE21-1454-462A-9B97-8F5481422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417"/>
              <a:ext cx="27" cy="63"/>
            </a:xfrm>
            <a:custGeom>
              <a:avLst/>
              <a:gdLst>
                <a:gd name="T0" fmla="*/ 0 w 14"/>
                <a:gd name="T1" fmla="*/ 0 h 31"/>
                <a:gd name="T2" fmla="*/ 71 w 14"/>
                <a:gd name="T3" fmla="*/ 49 h 31"/>
                <a:gd name="T4" fmla="*/ 79 w 14"/>
                <a:gd name="T5" fmla="*/ 26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0" y="0"/>
                  </a:moveTo>
                  <a:cubicBezTo>
                    <a:pt x="3" y="2"/>
                    <a:pt x="7" y="3"/>
                    <a:pt x="10" y="6"/>
                  </a:cubicBezTo>
                  <a:cubicBezTo>
                    <a:pt x="14" y="12"/>
                    <a:pt x="12" y="24"/>
                    <a:pt x="11" y="3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8" name="Freeform 1546">
              <a:extLst>
                <a:ext uri="{FF2B5EF4-FFF2-40B4-BE49-F238E27FC236}">
                  <a16:creationId xmlns:a16="http://schemas.microsoft.com/office/drawing/2014/main" id="{89968B54-7099-41AE-978E-234D6AD9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445"/>
              <a:ext cx="27" cy="11"/>
            </a:xfrm>
            <a:custGeom>
              <a:avLst/>
              <a:gdLst>
                <a:gd name="T0" fmla="*/ 0 w 14"/>
                <a:gd name="T1" fmla="*/ 33 h 5"/>
                <a:gd name="T2" fmla="*/ 100 w 1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3"/>
                  </a:moveTo>
                  <a:cubicBezTo>
                    <a:pt x="4" y="0"/>
                    <a:pt x="10" y="0"/>
                    <a:pt x="14" y="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9" name="Freeform 1547">
              <a:extLst>
                <a:ext uri="{FF2B5EF4-FFF2-40B4-BE49-F238E27FC236}">
                  <a16:creationId xmlns:a16="http://schemas.microsoft.com/office/drawing/2014/main" id="{3221AF86-1796-4888-A05F-75DAAF22C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3359"/>
              <a:ext cx="74" cy="41"/>
            </a:xfrm>
            <a:custGeom>
              <a:avLst/>
              <a:gdLst>
                <a:gd name="T0" fmla="*/ 0 w 38"/>
                <a:gd name="T1" fmla="*/ 0 h 20"/>
                <a:gd name="T2" fmla="*/ 280 w 38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0">
                  <a:moveTo>
                    <a:pt x="0" y="0"/>
                  </a:moveTo>
                  <a:cubicBezTo>
                    <a:pt x="9" y="15"/>
                    <a:pt x="20" y="20"/>
                    <a:pt x="38" y="1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0" name="Freeform 1548">
              <a:extLst>
                <a:ext uri="{FF2B5EF4-FFF2-40B4-BE49-F238E27FC236}">
                  <a16:creationId xmlns:a16="http://schemas.microsoft.com/office/drawing/2014/main" id="{27D0A7D2-244E-4BFA-B59E-D7597D241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367"/>
              <a:ext cx="52" cy="54"/>
            </a:xfrm>
            <a:custGeom>
              <a:avLst/>
              <a:gdLst>
                <a:gd name="T0" fmla="*/ 0 w 27"/>
                <a:gd name="T1" fmla="*/ 0 h 26"/>
                <a:gd name="T2" fmla="*/ 193 w 27"/>
                <a:gd name="T3" fmla="*/ 22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0" y="0"/>
                  </a:moveTo>
                  <a:cubicBezTo>
                    <a:pt x="4" y="13"/>
                    <a:pt x="12" y="26"/>
                    <a:pt x="27" y="2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1" name="Freeform 1549">
              <a:extLst>
                <a:ext uri="{FF2B5EF4-FFF2-40B4-BE49-F238E27FC236}">
                  <a16:creationId xmlns:a16="http://schemas.microsoft.com/office/drawing/2014/main" id="{2F43518B-3093-4811-BFAF-0C541E9EC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295"/>
              <a:ext cx="45" cy="21"/>
            </a:xfrm>
            <a:custGeom>
              <a:avLst/>
              <a:gdLst>
                <a:gd name="T0" fmla="*/ 0 w 23"/>
                <a:gd name="T1" fmla="*/ 36 h 10"/>
                <a:gd name="T2" fmla="*/ 172 w 2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4"/>
                  </a:moveTo>
                  <a:cubicBezTo>
                    <a:pt x="8" y="1"/>
                    <a:pt x="20" y="0"/>
                    <a:pt x="23" y="1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2" name="Freeform 1550">
              <a:extLst>
                <a:ext uri="{FF2B5EF4-FFF2-40B4-BE49-F238E27FC236}">
                  <a16:creationId xmlns:a16="http://schemas.microsoft.com/office/drawing/2014/main" id="{307686A4-5A93-47DD-AD37-6F6C0D5F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262"/>
              <a:ext cx="14" cy="37"/>
            </a:xfrm>
            <a:custGeom>
              <a:avLst/>
              <a:gdLst>
                <a:gd name="T0" fmla="*/ 16 w 7"/>
                <a:gd name="T1" fmla="*/ 156 h 18"/>
                <a:gd name="T2" fmla="*/ 0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2" y="18"/>
                  </a:moveTo>
                  <a:cubicBezTo>
                    <a:pt x="7" y="12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3" name="Freeform 1551">
              <a:extLst>
                <a:ext uri="{FF2B5EF4-FFF2-40B4-BE49-F238E27FC236}">
                  <a16:creationId xmlns:a16="http://schemas.microsoft.com/office/drawing/2014/main" id="{CEEC00F5-0188-4A87-B35E-62811213A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243"/>
              <a:ext cx="72" cy="21"/>
            </a:xfrm>
            <a:custGeom>
              <a:avLst/>
              <a:gdLst>
                <a:gd name="T0" fmla="*/ 0 w 37"/>
                <a:gd name="T1" fmla="*/ 92 h 10"/>
                <a:gd name="T2" fmla="*/ 272 w 37"/>
                <a:gd name="T3" fmla="*/ 6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0" y="10"/>
                  </a:moveTo>
                  <a:cubicBezTo>
                    <a:pt x="9" y="0"/>
                    <a:pt x="27" y="1"/>
                    <a:pt x="37" y="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4" name="Freeform 1552">
              <a:extLst>
                <a:ext uri="{FF2B5EF4-FFF2-40B4-BE49-F238E27FC236}">
                  <a16:creationId xmlns:a16="http://schemas.microsoft.com/office/drawing/2014/main" id="{FB102312-0D4F-4503-AC95-AD07D911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247"/>
              <a:ext cx="50" cy="27"/>
            </a:xfrm>
            <a:custGeom>
              <a:avLst/>
              <a:gdLst>
                <a:gd name="T0" fmla="*/ 0 w 26"/>
                <a:gd name="T1" fmla="*/ 116 h 13"/>
                <a:gd name="T2" fmla="*/ 185 w 2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0" y="13"/>
                  </a:moveTo>
                  <a:cubicBezTo>
                    <a:pt x="5" y="0"/>
                    <a:pt x="14" y="0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5" name="Freeform 1553">
              <a:extLst>
                <a:ext uri="{FF2B5EF4-FFF2-40B4-BE49-F238E27FC236}">
                  <a16:creationId xmlns:a16="http://schemas.microsoft.com/office/drawing/2014/main" id="{AAC161FC-014E-4E46-8851-93CFFA865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250"/>
              <a:ext cx="43" cy="45"/>
            </a:xfrm>
            <a:custGeom>
              <a:avLst/>
              <a:gdLst>
                <a:gd name="T0" fmla="*/ 0 w 22"/>
                <a:gd name="T1" fmla="*/ 8 h 22"/>
                <a:gd name="T2" fmla="*/ 164 w 22"/>
                <a:gd name="T3" fmla="*/ 18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0" y="1"/>
                  </a:moveTo>
                  <a:cubicBezTo>
                    <a:pt x="11" y="0"/>
                    <a:pt x="22" y="10"/>
                    <a:pt x="22" y="2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6" name="Freeform 1554">
              <a:extLst>
                <a:ext uri="{FF2B5EF4-FFF2-40B4-BE49-F238E27FC236}">
                  <a16:creationId xmlns:a16="http://schemas.microsoft.com/office/drawing/2014/main" id="{85DDC5AC-8D04-4CF0-9512-1CBDCED42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344"/>
              <a:ext cx="29" cy="29"/>
            </a:xfrm>
            <a:custGeom>
              <a:avLst/>
              <a:gdLst>
                <a:gd name="T0" fmla="*/ 0 w 15"/>
                <a:gd name="T1" fmla="*/ 0 h 14"/>
                <a:gd name="T2" fmla="*/ 108 w 15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0" y="7"/>
                    <a:pt x="8" y="14"/>
                    <a:pt x="15" y="1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7" name="Freeform 1555">
              <a:extLst>
                <a:ext uri="{FF2B5EF4-FFF2-40B4-BE49-F238E27FC236}">
                  <a16:creationId xmlns:a16="http://schemas.microsoft.com/office/drawing/2014/main" id="{509CE21B-0524-4ACA-B7F9-9EDBDD5AA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363"/>
              <a:ext cx="18" cy="60"/>
            </a:xfrm>
            <a:custGeom>
              <a:avLst/>
              <a:gdLst>
                <a:gd name="T0" fmla="*/ 72 w 9"/>
                <a:gd name="T1" fmla="*/ 0 h 29"/>
                <a:gd name="T2" fmla="*/ 56 w 9"/>
                <a:gd name="T3" fmla="*/ 25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9" y="0"/>
                  </a:moveTo>
                  <a:cubicBezTo>
                    <a:pt x="4" y="8"/>
                    <a:pt x="0" y="21"/>
                    <a:pt x="7" y="2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8" name="Freeform 1556">
              <a:extLst>
                <a:ext uri="{FF2B5EF4-FFF2-40B4-BE49-F238E27FC236}">
                  <a16:creationId xmlns:a16="http://schemas.microsoft.com/office/drawing/2014/main" id="{3B776B02-B391-4674-BB18-7F7C4B877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344"/>
              <a:ext cx="37" cy="17"/>
            </a:xfrm>
            <a:custGeom>
              <a:avLst/>
              <a:gdLst>
                <a:gd name="T0" fmla="*/ 0 w 19"/>
                <a:gd name="T1" fmla="*/ 49 h 8"/>
                <a:gd name="T2" fmla="*/ 140 w 19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5"/>
                  </a:moveTo>
                  <a:cubicBezTo>
                    <a:pt x="8" y="0"/>
                    <a:pt x="12" y="6"/>
                    <a:pt x="19" y="8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9" name="Freeform 1557">
              <a:extLst>
                <a:ext uri="{FF2B5EF4-FFF2-40B4-BE49-F238E27FC236}">
                  <a16:creationId xmlns:a16="http://schemas.microsoft.com/office/drawing/2014/main" id="{8953E8EC-CE5C-425C-905C-4D77E8D41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295"/>
              <a:ext cx="41" cy="66"/>
            </a:xfrm>
            <a:custGeom>
              <a:avLst/>
              <a:gdLst>
                <a:gd name="T0" fmla="*/ 141 w 21"/>
                <a:gd name="T1" fmla="*/ 0 h 32"/>
                <a:gd name="T2" fmla="*/ 0 w 21"/>
                <a:gd name="T3" fmla="*/ 28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2">
                  <a:moveTo>
                    <a:pt x="19" y="0"/>
                  </a:moveTo>
                  <a:cubicBezTo>
                    <a:pt x="21" y="16"/>
                    <a:pt x="15" y="27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0" name="Freeform 1558">
              <a:extLst>
                <a:ext uri="{FF2B5EF4-FFF2-40B4-BE49-F238E27FC236}">
                  <a16:creationId xmlns:a16="http://schemas.microsoft.com/office/drawing/2014/main" id="{EF7488F4-B9A4-4C84-8C7F-9F8B5AFAC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3346"/>
              <a:ext cx="33" cy="60"/>
            </a:xfrm>
            <a:custGeom>
              <a:avLst/>
              <a:gdLst>
                <a:gd name="T0" fmla="*/ 72 w 17"/>
                <a:gd name="T1" fmla="*/ 0 h 29"/>
                <a:gd name="T2" fmla="*/ 0 w 17"/>
                <a:gd name="T3" fmla="*/ 25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9">
                  <a:moveTo>
                    <a:pt x="10" y="0"/>
                  </a:moveTo>
                  <a:cubicBezTo>
                    <a:pt x="17" y="11"/>
                    <a:pt x="9" y="23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1" name="Freeform 1559">
              <a:extLst>
                <a:ext uri="{FF2B5EF4-FFF2-40B4-BE49-F238E27FC236}">
                  <a16:creationId xmlns:a16="http://schemas.microsoft.com/office/drawing/2014/main" id="{541CA284-2B43-4AAD-A081-B0F4A0F80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254"/>
              <a:ext cx="25" cy="39"/>
            </a:xfrm>
            <a:custGeom>
              <a:avLst/>
              <a:gdLst>
                <a:gd name="T0" fmla="*/ 92 w 13"/>
                <a:gd name="T1" fmla="*/ 33 h 19"/>
                <a:gd name="T2" fmla="*/ 0 w 13"/>
                <a:gd name="T3" fmla="*/ 16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4"/>
                  </a:moveTo>
                  <a:cubicBezTo>
                    <a:pt x="3" y="0"/>
                    <a:pt x="0" y="12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2" name="Freeform 1560">
              <a:extLst>
                <a:ext uri="{FF2B5EF4-FFF2-40B4-BE49-F238E27FC236}">
                  <a16:creationId xmlns:a16="http://schemas.microsoft.com/office/drawing/2014/main" id="{0964DE86-8109-4A03-9B4C-818DF0C4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287"/>
              <a:ext cx="29" cy="14"/>
            </a:xfrm>
            <a:custGeom>
              <a:avLst/>
              <a:gdLst>
                <a:gd name="T0" fmla="*/ 108 w 15"/>
                <a:gd name="T1" fmla="*/ 40 h 7"/>
                <a:gd name="T2" fmla="*/ 0 w 15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5"/>
                  </a:moveTo>
                  <a:cubicBezTo>
                    <a:pt x="11" y="0"/>
                    <a:pt x="5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3" name="Freeform 1561">
              <a:extLst>
                <a:ext uri="{FF2B5EF4-FFF2-40B4-BE49-F238E27FC236}">
                  <a16:creationId xmlns:a16="http://schemas.microsoft.com/office/drawing/2014/main" id="{B0731471-30D9-436E-8F41-725B46BEB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592"/>
              <a:ext cx="65" cy="37"/>
            </a:xfrm>
            <a:custGeom>
              <a:avLst/>
              <a:gdLst>
                <a:gd name="T0" fmla="*/ 0 w 34"/>
                <a:gd name="T1" fmla="*/ 0 h 18"/>
                <a:gd name="T2" fmla="*/ 237 w 34"/>
                <a:gd name="T3" fmla="*/ 9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3" y="18"/>
                    <a:pt x="20" y="16"/>
                    <a:pt x="34" y="1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4" name="Freeform 1562">
              <a:extLst>
                <a:ext uri="{FF2B5EF4-FFF2-40B4-BE49-F238E27FC236}">
                  <a16:creationId xmlns:a16="http://schemas.microsoft.com/office/drawing/2014/main" id="{020DD6A3-71AF-4040-924D-E1471A86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594"/>
              <a:ext cx="41" cy="45"/>
            </a:xfrm>
            <a:custGeom>
              <a:avLst/>
              <a:gdLst>
                <a:gd name="T0" fmla="*/ 0 w 21"/>
                <a:gd name="T1" fmla="*/ 0 h 22"/>
                <a:gd name="T2" fmla="*/ 156 w 21"/>
                <a:gd name="T3" fmla="*/ 16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">
                  <a:moveTo>
                    <a:pt x="0" y="0"/>
                  </a:moveTo>
                  <a:cubicBezTo>
                    <a:pt x="0" y="10"/>
                    <a:pt x="10" y="22"/>
                    <a:pt x="21" y="1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5" name="Freeform 1563">
              <a:extLst>
                <a:ext uri="{FF2B5EF4-FFF2-40B4-BE49-F238E27FC236}">
                  <a16:creationId xmlns:a16="http://schemas.microsoft.com/office/drawing/2014/main" id="{FCAFC1BA-A89B-4E0A-9D6F-7091FBDDE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534"/>
              <a:ext cx="46" cy="37"/>
            </a:xfrm>
            <a:custGeom>
              <a:avLst/>
              <a:gdLst>
                <a:gd name="T0" fmla="*/ 0 w 24"/>
                <a:gd name="T1" fmla="*/ 16 h 18"/>
                <a:gd name="T2" fmla="*/ 169 w 24"/>
                <a:gd name="T3" fmla="*/ 15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2"/>
                  </a:moveTo>
                  <a:cubicBezTo>
                    <a:pt x="13" y="0"/>
                    <a:pt x="19" y="3"/>
                    <a:pt x="24" y="18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6" name="Freeform 1564">
              <a:extLst>
                <a:ext uri="{FF2B5EF4-FFF2-40B4-BE49-F238E27FC236}">
                  <a16:creationId xmlns:a16="http://schemas.microsoft.com/office/drawing/2014/main" id="{6827A2BA-BD5C-425E-B1E6-80D9CD733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549"/>
              <a:ext cx="27" cy="10"/>
            </a:xfrm>
            <a:custGeom>
              <a:avLst/>
              <a:gdLst>
                <a:gd name="T0" fmla="*/ 0 w 14"/>
                <a:gd name="T1" fmla="*/ 40 h 5"/>
                <a:gd name="T2" fmla="*/ 100 w 14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3" y="1"/>
                    <a:pt x="9" y="0"/>
                    <a:pt x="14" y="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7" name="Freeform 1565">
              <a:extLst>
                <a:ext uri="{FF2B5EF4-FFF2-40B4-BE49-F238E27FC236}">
                  <a16:creationId xmlns:a16="http://schemas.microsoft.com/office/drawing/2014/main" id="{9BD7B5CB-F772-4B6D-9ADB-F983D6FFE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567"/>
              <a:ext cx="15" cy="37"/>
            </a:xfrm>
            <a:custGeom>
              <a:avLst/>
              <a:gdLst>
                <a:gd name="T0" fmla="*/ 53 w 8"/>
                <a:gd name="T1" fmla="*/ 0 h 18"/>
                <a:gd name="T2" fmla="*/ 0 w 8"/>
                <a:gd name="T3" fmla="*/ 15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8" y="7"/>
                    <a:pt x="6" y="15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8" name="Freeform 1566">
              <a:extLst>
                <a:ext uri="{FF2B5EF4-FFF2-40B4-BE49-F238E27FC236}">
                  <a16:creationId xmlns:a16="http://schemas.microsoft.com/office/drawing/2014/main" id="{0DFD9349-A0C2-445C-9DDE-D5EEED1E6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590"/>
              <a:ext cx="18" cy="18"/>
            </a:xfrm>
            <a:custGeom>
              <a:avLst/>
              <a:gdLst>
                <a:gd name="T0" fmla="*/ 0 w 9"/>
                <a:gd name="T1" fmla="*/ 0 h 9"/>
                <a:gd name="T2" fmla="*/ 72 w 9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5" y="1"/>
                    <a:pt x="9" y="4"/>
                    <a:pt x="9" y="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9" name="Freeform 1567">
              <a:extLst>
                <a:ext uri="{FF2B5EF4-FFF2-40B4-BE49-F238E27FC236}">
                  <a16:creationId xmlns:a16="http://schemas.microsoft.com/office/drawing/2014/main" id="{01C28710-952A-48E5-9FB6-CA1BB2263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588"/>
              <a:ext cx="58" cy="55"/>
            </a:xfrm>
            <a:custGeom>
              <a:avLst/>
              <a:gdLst>
                <a:gd name="T0" fmla="*/ 0 w 30"/>
                <a:gd name="T1" fmla="*/ 153 h 27"/>
                <a:gd name="T2" fmla="*/ 217 w 3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18"/>
                  </a:moveTo>
                  <a:cubicBezTo>
                    <a:pt x="9" y="27"/>
                    <a:pt x="30" y="11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0" name="Freeform 1568">
              <a:extLst>
                <a:ext uri="{FF2B5EF4-FFF2-40B4-BE49-F238E27FC236}">
                  <a16:creationId xmlns:a16="http://schemas.microsoft.com/office/drawing/2014/main" id="{19968C34-2BD0-42EC-8A57-EAF4F4852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573"/>
              <a:ext cx="52" cy="23"/>
            </a:xfrm>
            <a:custGeom>
              <a:avLst/>
              <a:gdLst>
                <a:gd name="T0" fmla="*/ 0 w 27"/>
                <a:gd name="T1" fmla="*/ 0 h 11"/>
                <a:gd name="T2" fmla="*/ 193 w 27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6" y="11"/>
                    <a:pt x="18" y="9"/>
                    <a:pt x="27" y="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1" name="Freeform 1569">
              <a:extLst>
                <a:ext uri="{FF2B5EF4-FFF2-40B4-BE49-F238E27FC236}">
                  <a16:creationId xmlns:a16="http://schemas.microsoft.com/office/drawing/2014/main" id="{43A6CEA9-1522-444E-B022-AB5E6ECDF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565"/>
              <a:ext cx="19" cy="25"/>
            </a:xfrm>
            <a:custGeom>
              <a:avLst/>
              <a:gdLst>
                <a:gd name="T0" fmla="*/ 0 w 10"/>
                <a:gd name="T1" fmla="*/ 0 h 12"/>
                <a:gd name="T2" fmla="*/ 68 w 10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6"/>
                    <a:pt x="3" y="12"/>
                    <a:pt x="10" y="1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2" name="Freeform 1570">
              <a:extLst>
                <a:ext uri="{FF2B5EF4-FFF2-40B4-BE49-F238E27FC236}">
                  <a16:creationId xmlns:a16="http://schemas.microsoft.com/office/drawing/2014/main" id="{6639E311-0EAC-4296-9972-41E101BA1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503"/>
              <a:ext cx="36" cy="52"/>
            </a:xfrm>
            <a:custGeom>
              <a:avLst/>
              <a:gdLst>
                <a:gd name="T0" fmla="*/ 0 w 19"/>
                <a:gd name="T1" fmla="*/ 0 h 25"/>
                <a:gd name="T2" fmla="*/ 129 w 19"/>
                <a:gd name="T3" fmla="*/ 22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5">
                  <a:moveTo>
                    <a:pt x="0" y="0"/>
                  </a:moveTo>
                  <a:cubicBezTo>
                    <a:pt x="15" y="2"/>
                    <a:pt x="17" y="12"/>
                    <a:pt x="19" y="2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3" name="Freeform 1571">
              <a:extLst>
                <a:ext uri="{FF2B5EF4-FFF2-40B4-BE49-F238E27FC236}">
                  <a16:creationId xmlns:a16="http://schemas.microsoft.com/office/drawing/2014/main" id="{C86D3346-D9BB-4AF7-AE3D-C486AAC3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3534"/>
              <a:ext cx="22" cy="8"/>
            </a:xfrm>
            <a:custGeom>
              <a:avLst/>
              <a:gdLst>
                <a:gd name="T0" fmla="*/ 0 w 11"/>
                <a:gd name="T1" fmla="*/ 32 h 4"/>
                <a:gd name="T2" fmla="*/ 88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3" y="1"/>
                    <a:pt x="7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4" name="Freeform 1572">
              <a:extLst>
                <a:ext uri="{FF2B5EF4-FFF2-40B4-BE49-F238E27FC236}">
                  <a16:creationId xmlns:a16="http://schemas.microsoft.com/office/drawing/2014/main" id="{E64160B0-5D01-49DA-A812-62C7CBFDA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464"/>
              <a:ext cx="41" cy="47"/>
            </a:xfrm>
            <a:custGeom>
              <a:avLst/>
              <a:gdLst>
                <a:gd name="T0" fmla="*/ 148 w 21"/>
                <a:gd name="T1" fmla="*/ 0 h 23"/>
                <a:gd name="T2" fmla="*/ 0 w 21"/>
                <a:gd name="T3" fmla="*/ 19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3">
                  <a:moveTo>
                    <a:pt x="20" y="0"/>
                  </a:moveTo>
                  <a:cubicBezTo>
                    <a:pt x="21" y="11"/>
                    <a:pt x="10" y="21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5" name="Freeform 1573">
              <a:extLst>
                <a:ext uri="{FF2B5EF4-FFF2-40B4-BE49-F238E27FC236}">
                  <a16:creationId xmlns:a16="http://schemas.microsoft.com/office/drawing/2014/main" id="{5C175C93-ECA8-431B-8AAA-BD193BAFE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3491"/>
              <a:ext cx="23" cy="39"/>
            </a:xfrm>
            <a:custGeom>
              <a:avLst/>
              <a:gdLst>
                <a:gd name="T0" fmla="*/ 84 w 12"/>
                <a:gd name="T1" fmla="*/ 0 h 19"/>
                <a:gd name="T2" fmla="*/ 0 w 12"/>
                <a:gd name="T3" fmla="*/ 16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0"/>
                  </a:moveTo>
                  <a:cubicBezTo>
                    <a:pt x="11" y="9"/>
                    <a:pt x="8" y="15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6" name="Freeform 1574">
              <a:extLst>
                <a:ext uri="{FF2B5EF4-FFF2-40B4-BE49-F238E27FC236}">
                  <a16:creationId xmlns:a16="http://schemas.microsoft.com/office/drawing/2014/main" id="{39838A7B-6AAF-4B3F-B0CD-7513A5576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458"/>
              <a:ext cx="41" cy="29"/>
            </a:xfrm>
            <a:custGeom>
              <a:avLst/>
              <a:gdLst>
                <a:gd name="T0" fmla="*/ 156 w 21"/>
                <a:gd name="T1" fmla="*/ 17 h 14"/>
                <a:gd name="T2" fmla="*/ 0 w 21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21" y="2"/>
                  </a:moveTo>
                  <a:cubicBezTo>
                    <a:pt x="11" y="0"/>
                    <a:pt x="3" y="2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7" name="Freeform 1575">
              <a:extLst>
                <a:ext uri="{FF2B5EF4-FFF2-40B4-BE49-F238E27FC236}">
                  <a16:creationId xmlns:a16="http://schemas.microsoft.com/office/drawing/2014/main" id="{DDA26D55-F8EE-46DC-BBDF-7282D67A9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3483"/>
              <a:ext cx="27" cy="6"/>
            </a:xfrm>
            <a:custGeom>
              <a:avLst/>
              <a:gdLst>
                <a:gd name="T0" fmla="*/ 0 w 14"/>
                <a:gd name="T1" fmla="*/ 24 h 3"/>
                <a:gd name="T2" fmla="*/ 100 w 1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4" y="1"/>
                    <a:pt x="10" y="0"/>
                    <a:pt x="14" y="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8" name="Freeform 1576">
              <a:extLst>
                <a:ext uri="{FF2B5EF4-FFF2-40B4-BE49-F238E27FC236}">
                  <a16:creationId xmlns:a16="http://schemas.microsoft.com/office/drawing/2014/main" id="{601FDEEB-3F55-4068-8795-A5E02C85B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3441"/>
              <a:ext cx="30" cy="50"/>
            </a:xfrm>
            <a:custGeom>
              <a:avLst/>
              <a:gdLst>
                <a:gd name="T0" fmla="*/ 105 w 16"/>
                <a:gd name="T1" fmla="*/ 0 h 24"/>
                <a:gd name="T2" fmla="*/ 15 w 16"/>
                <a:gd name="T3" fmla="*/ 21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4" y="0"/>
                    <a:pt x="0" y="15"/>
                    <a:pt x="2" y="2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9" name="Freeform 1577">
              <a:extLst>
                <a:ext uri="{FF2B5EF4-FFF2-40B4-BE49-F238E27FC236}">
                  <a16:creationId xmlns:a16="http://schemas.microsoft.com/office/drawing/2014/main" id="{BB680C7A-67D9-4C15-98DF-AAACAE21C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408"/>
              <a:ext cx="19" cy="66"/>
            </a:xfrm>
            <a:custGeom>
              <a:avLst/>
              <a:gdLst>
                <a:gd name="T0" fmla="*/ 68 w 10"/>
                <a:gd name="T1" fmla="*/ 0 h 32"/>
                <a:gd name="T2" fmla="*/ 40 w 10"/>
                <a:gd name="T3" fmla="*/ 28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0" y="6"/>
                    <a:pt x="0" y="24"/>
                    <a:pt x="6" y="3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0" name="Freeform 1578">
              <a:extLst>
                <a:ext uri="{FF2B5EF4-FFF2-40B4-BE49-F238E27FC236}">
                  <a16:creationId xmlns:a16="http://schemas.microsoft.com/office/drawing/2014/main" id="{B688E2BD-9E75-4CD6-AE67-86CC6EE3E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373"/>
              <a:ext cx="21" cy="56"/>
            </a:xfrm>
            <a:custGeom>
              <a:avLst/>
              <a:gdLst>
                <a:gd name="T0" fmla="*/ 8 w 11"/>
                <a:gd name="T1" fmla="*/ 0 h 27"/>
                <a:gd name="T2" fmla="*/ 0 w 11"/>
                <a:gd name="T3" fmla="*/ 24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" y="0"/>
                  </a:moveTo>
                  <a:cubicBezTo>
                    <a:pt x="11" y="7"/>
                    <a:pt x="5" y="20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1" name="Freeform 1579">
              <a:extLst>
                <a:ext uri="{FF2B5EF4-FFF2-40B4-BE49-F238E27FC236}">
                  <a16:creationId xmlns:a16="http://schemas.microsoft.com/office/drawing/2014/main" id="{6549D4E4-297A-4D29-A68F-47E7D476D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3410"/>
              <a:ext cx="12" cy="21"/>
            </a:xfrm>
            <a:custGeom>
              <a:avLst/>
              <a:gdLst>
                <a:gd name="T0" fmla="*/ 0 w 6"/>
                <a:gd name="T1" fmla="*/ 0 h 10"/>
                <a:gd name="T2" fmla="*/ 40 w 6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4" y="1"/>
                    <a:pt x="6" y="5"/>
                    <a:pt x="5" y="1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2" name="Freeform 1580">
              <a:extLst>
                <a:ext uri="{FF2B5EF4-FFF2-40B4-BE49-F238E27FC236}">
                  <a16:creationId xmlns:a16="http://schemas.microsoft.com/office/drawing/2014/main" id="{1D422E9D-7B92-4BB7-9C07-ACBEEEE23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410"/>
              <a:ext cx="48" cy="42"/>
            </a:xfrm>
            <a:custGeom>
              <a:avLst/>
              <a:gdLst>
                <a:gd name="T0" fmla="*/ 0 w 25"/>
                <a:gd name="T1" fmla="*/ 0 h 20"/>
                <a:gd name="T2" fmla="*/ 177 w 25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15" y="0"/>
                    <a:pt x="21" y="5"/>
                    <a:pt x="25" y="2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3" name="Freeform 1581">
              <a:extLst>
                <a:ext uri="{FF2B5EF4-FFF2-40B4-BE49-F238E27FC236}">
                  <a16:creationId xmlns:a16="http://schemas.microsoft.com/office/drawing/2014/main" id="{CA2DF212-6992-4AD6-93BC-B994CEF86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445"/>
              <a:ext cx="52" cy="19"/>
            </a:xfrm>
            <a:custGeom>
              <a:avLst/>
              <a:gdLst>
                <a:gd name="T0" fmla="*/ 0 w 27"/>
                <a:gd name="T1" fmla="*/ 84 h 9"/>
                <a:gd name="T2" fmla="*/ 193 w 27"/>
                <a:gd name="T3" fmla="*/ 7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7" y="0"/>
                    <a:pt x="19" y="4"/>
                    <a:pt x="27" y="8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4" name="Freeform 1582">
              <a:extLst>
                <a:ext uri="{FF2B5EF4-FFF2-40B4-BE49-F238E27FC236}">
                  <a16:creationId xmlns:a16="http://schemas.microsoft.com/office/drawing/2014/main" id="{033FD5F3-2E1F-4CD3-B090-63BE1C857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468"/>
              <a:ext cx="31" cy="45"/>
            </a:xfrm>
            <a:custGeom>
              <a:avLst/>
              <a:gdLst>
                <a:gd name="T0" fmla="*/ 45 w 16"/>
                <a:gd name="T1" fmla="*/ 0 h 22"/>
                <a:gd name="T2" fmla="*/ 116 w 16"/>
                <a:gd name="T3" fmla="*/ 18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6" y="0"/>
                  </a:moveTo>
                  <a:cubicBezTo>
                    <a:pt x="0" y="7"/>
                    <a:pt x="10" y="19"/>
                    <a:pt x="16" y="2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5" name="Freeform 1583">
              <a:extLst>
                <a:ext uri="{FF2B5EF4-FFF2-40B4-BE49-F238E27FC236}">
                  <a16:creationId xmlns:a16="http://schemas.microsoft.com/office/drawing/2014/main" id="{FFD54237-8A12-4E18-861A-C1212AD8F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497"/>
              <a:ext cx="19" cy="60"/>
            </a:xfrm>
            <a:custGeom>
              <a:avLst/>
              <a:gdLst>
                <a:gd name="T0" fmla="*/ 68 w 10"/>
                <a:gd name="T1" fmla="*/ 0 h 29"/>
                <a:gd name="T2" fmla="*/ 48 w 10"/>
                <a:gd name="T3" fmla="*/ 25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10" y="0"/>
                  </a:moveTo>
                  <a:cubicBezTo>
                    <a:pt x="4" y="5"/>
                    <a:pt x="0" y="23"/>
                    <a:pt x="7" y="2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6" name="Freeform 1584">
              <a:extLst>
                <a:ext uri="{FF2B5EF4-FFF2-40B4-BE49-F238E27FC236}">
                  <a16:creationId xmlns:a16="http://schemas.microsoft.com/office/drawing/2014/main" id="{6CDA4D95-E7C2-4189-9754-544F5249F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509"/>
              <a:ext cx="10" cy="29"/>
            </a:xfrm>
            <a:custGeom>
              <a:avLst/>
              <a:gdLst>
                <a:gd name="T0" fmla="*/ 0 w 5"/>
                <a:gd name="T1" fmla="*/ 0 h 14"/>
                <a:gd name="T2" fmla="*/ 32 w 5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5" y="3"/>
                    <a:pt x="5" y="9"/>
                    <a:pt x="4" y="1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7" name="Freeform 1585">
              <a:extLst>
                <a:ext uri="{FF2B5EF4-FFF2-40B4-BE49-F238E27FC236}">
                  <a16:creationId xmlns:a16="http://schemas.microsoft.com/office/drawing/2014/main" id="{8841A193-CCF1-4CB1-9CFB-262C9958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518"/>
              <a:ext cx="19" cy="8"/>
            </a:xfrm>
            <a:custGeom>
              <a:avLst/>
              <a:gdLst>
                <a:gd name="T0" fmla="*/ 0 w 10"/>
                <a:gd name="T1" fmla="*/ 32 h 4"/>
                <a:gd name="T2" fmla="*/ 6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2"/>
                    <a:pt x="6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8" name="Freeform 1586">
              <a:extLst>
                <a:ext uri="{FF2B5EF4-FFF2-40B4-BE49-F238E27FC236}">
                  <a16:creationId xmlns:a16="http://schemas.microsoft.com/office/drawing/2014/main" id="{730D8A5A-B37D-47F7-8FC3-A35FA451E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3223"/>
              <a:ext cx="71" cy="47"/>
            </a:xfrm>
            <a:custGeom>
              <a:avLst/>
              <a:gdLst>
                <a:gd name="T0" fmla="*/ 0 w 37"/>
                <a:gd name="T1" fmla="*/ 0 h 23"/>
                <a:gd name="T2" fmla="*/ 261 w 37"/>
                <a:gd name="T3" fmla="*/ 16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3">
                  <a:moveTo>
                    <a:pt x="0" y="0"/>
                  </a:moveTo>
                  <a:cubicBezTo>
                    <a:pt x="6" y="13"/>
                    <a:pt x="22" y="23"/>
                    <a:pt x="37" y="1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9" name="Freeform 1587">
              <a:extLst>
                <a:ext uri="{FF2B5EF4-FFF2-40B4-BE49-F238E27FC236}">
                  <a16:creationId xmlns:a16="http://schemas.microsoft.com/office/drawing/2014/main" id="{EA706358-7112-4346-8991-DDA0C461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245"/>
              <a:ext cx="32" cy="38"/>
            </a:xfrm>
            <a:custGeom>
              <a:avLst/>
              <a:gdLst>
                <a:gd name="T0" fmla="*/ 8 w 17"/>
                <a:gd name="T1" fmla="*/ 0 h 18"/>
                <a:gd name="T2" fmla="*/ 113 w 17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1" y="0"/>
                  </a:moveTo>
                  <a:cubicBezTo>
                    <a:pt x="0" y="10"/>
                    <a:pt x="8" y="16"/>
                    <a:pt x="17" y="18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0" name="Freeform 1588">
              <a:extLst>
                <a:ext uri="{FF2B5EF4-FFF2-40B4-BE49-F238E27FC236}">
                  <a16:creationId xmlns:a16="http://schemas.microsoft.com/office/drawing/2014/main" id="{633DB828-160B-409D-B93D-8FA066F5C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200"/>
              <a:ext cx="64" cy="37"/>
            </a:xfrm>
            <a:custGeom>
              <a:avLst/>
              <a:gdLst>
                <a:gd name="T0" fmla="*/ 0 w 33"/>
                <a:gd name="T1" fmla="*/ 0 h 18"/>
                <a:gd name="T2" fmla="*/ 240 w 33"/>
                <a:gd name="T3" fmla="*/ 3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0" y="0"/>
                  </a:moveTo>
                  <a:cubicBezTo>
                    <a:pt x="4" y="13"/>
                    <a:pt x="28" y="18"/>
                    <a:pt x="33" y="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1" name="Freeform 1589">
              <a:extLst>
                <a:ext uri="{FF2B5EF4-FFF2-40B4-BE49-F238E27FC236}">
                  <a16:creationId xmlns:a16="http://schemas.microsoft.com/office/drawing/2014/main" id="{BBA3D9D7-50F8-41BF-BB26-B4DEA5506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3136"/>
              <a:ext cx="74" cy="23"/>
            </a:xfrm>
            <a:custGeom>
              <a:avLst/>
              <a:gdLst>
                <a:gd name="T0" fmla="*/ 0 w 38"/>
                <a:gd name="T1" fmla="*/ 84 h 11"/>
                <a:gd name="T2" fmla="*/ 280 w 38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0" y="9"/>
                  </a:moveTo>
                  <a:cubicBezTo>
                    <a:pt x="12" y="1"/>
                    <a:pt x="27" y="0"/>
                    <a:pt x="38" y="1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2" name="Freeform 1590">
              <a:extLst>
                <a:ext uri="{FF2B5EF4-FFF2-40B4-BE49-F238E27FC236}">
                  <a16:creationId xmlns:a16="http://schemas.microsoft.com/office/drawing/2014/main" id="{D45EBBC3-8E48-4052-8ADB-C1A7CB014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144"/>
              <a:ext cx="53" cy="29"/>
            </a:xfrm>
            <a:custGeom>
              <a:avLst/>
              <a:gdLst>
                <a:gd name="T0" fmla="*/ 0 w 27"/>
                <a:gd name="T1" fmla="*/ 124 h 14"/>
                <a:gd name="T2" fmla="*/ 204 w 27"/>
                <a:gd name="T3" fmla="*/ 6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0" y="14"/>
                  </a:moveTo>
                  <a:cubicBezTo>
                    <a:pt x="9" y="5"/>
                    <a:pt x="15" y="0"/>
                    <a:pt x="27" y="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3" name="Freeform 1591">
              <a:extLst>
                <a:ext uri="{FF2B5EF4-FFF2-40B4-BE49-F238E27FC236}">
                  <a16:creationId xmlns:a16="http://schemas.microsoft.com/office/drawing/2014/main" id="{C4955B65-1BCD-4B4D-9019-A88233801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202"/>
              <a:ext cx="23" cy="48"/>
            </a:xfrm>
            <a:custGeom>
              <a:avLst/>
              <a:gdLst>
                <a:gd name="T0" fmla="*/ 0 w 12"/>
                <a:gd name="T1" fmla="*/ 0 h 23"/>
                <a:gd name="T2" fmla="*/ 56 w 12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8" y="5"/>
                    <a:pt x="12" y="13"/>
                    <a:pt x="8" y="2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4" name="Freeform 1592">
              <a:extLst>
                <a:ext uri="{FF2B5EF4-FFF2-40B4-BE49-F238E27FC236}">
                  <a16:creationId xmlns:a16="http://schemas.microsoft.com/office/drawing/2014/main" id="{A7E9B210-59D9-44AE-A67D-7A0F33CB8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229"/>
              <a:ext cx="23" cy="6"/>
            </a:xfrm>
            <a:custGeom>
              <a:avLst/>
              <a:gdLst>
                <a:gd name="T0" fmla="*/ 0 w 12"/>
                <a:gd name="T1" fmla="*/ 24 h 3"/>
                <a:gd name="T2" fmla="*/ 84 w 12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8" y="0"/>
                    <a:pt x="12" y="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5" name="Freeform 1593">
              <a:extLst>
                <a:ext uri="{FF2B5EF4-FFF2-40B4-BE49-F238E27FC236}">
                  <a16:creationId xmlns:a16="http://schemas.microsoft.com/office/drawing/2014/main" id="{11C8F25B-C240-45E8-8CD3-33B2614E7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109"/>
              <a:ext cx="70" cy="44"/>
            </a:xfrm>
            <a:custGeom>
              <a:avLst/>
              <a:gdLst>
                <a:gd name="T0" fmla="*/ 0 w 36"/>
                <a:gd name="T1" fmla="*/ 0 h 21"/>
                <a:gd name="T2" fmla="*/ 264 w 36"/>
                <a:gd name="T3" fmla="*/ 17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1">
                  <a:moveTo>
                    <a:pt x="0" y="0"/>
                  </a:moveTo>
                  <a:cubicBezTo>
                    <a:pt x="4" y="17"/>
                    <a:pt x="21" y="21"/>
                    <a:pt x="36" y="1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6" name="Freeform 1594">
              <a:extLst>
                <a:ext uri="{FF2B5EF4-FFF2-40B4-BE49-F238E27FC236}">
                  <a16:creationId xmlns:a16="http://schemas.microsoft.com/office/drawing/2014/main" id="{BBEA2839-926A-4FB1-8E41-926276ED5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3134"/>
              <a:ext cx="17" cy="33"/>
            </a:xfrm>
            <a:custGeom>
              <a:avLst/>
              <a:gdLst>
                <a:gd name="T0" fmla="*/ 0 w 9"/>
                <a:gd name="T1" fmla="*/ 0 h 16"/>
                <a:gd name="T2" fmla="*/ 60 w 9"/>
                <a:gd name="T3" fmla="*/ 14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6"/>
                    <a:pt x="3" y="14"/>
                    <a:pt x="9" y="16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7" name="Freeform 1595">
              <a:extLst>
                <a:ext uri="{FF2B5EF4-FFF2-40B4-BE49-F238E27FC236}">
                  <a16:creationId xmlns:a16="http://schemas.microsoft.com/office/drawing/2014/main" id="{C5AC499D-A1C2-4E07-814A-36749379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029"/>
              <a:ext cx="60" cy="27"/>
            </a:xfrm>
            <a:custGeom>
              <a:avLst/>
              <a:gdLst>
                <a:gd name="T0" fmla="*/ 0 w 31"/>
                <a:gd name="T1" fmla="*/ 116 h 13"/>
                <a:gd name="T2" fmla="*/ 225 w 31"/>
                <a:gd name="T3" fmla="*/ 1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6" y="0"/>
                    <a:pt x="23" y="7"/>
                    <a:pt x="31" y="1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8" name="Freeform 1596">
              <a:extLst>
                <a:ext uri="{FF2B5EF4-FFF2-40B4-BE49-F238E27FC236}">
                  <a16:creationId xmlns:a16="http://schemas.microsoft.com/office/drawing/2014/main" id="{3A3D59F0-FC91-4A81-8D4D-17BC43080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3041"/>
              <a:ext cx="58" cy="35"/>
            </a:xfrm>
            <a:custGeom>
              <a:avLst/>
              <a:gdLst>
                <a:gd name="T0" fmla="*/ 0 w 30"/>
                <a:gd name="T1" fmla="*/ 97 h 17"/>
                <a:gd name="T2" fmla="*/ 217 w 30"/>
                <a:gd name="T3" fmla="*/ 14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7">
                  <a:moveTo>
                    <a:pt x="0" y="11"/>
                  </a:moveTo>
                  <a:cubicBezTo>
                    <a:pt x="7" y="0"/>
                    <a:pt x="28" y="6"/>
                    <a:pt x="30" y="1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9" name="Freeform 1597">
              <a:extLst>
                <a:ext uri="{FF2B5EF4-FFF2-40B4-BE49-F238E27FC236}">
                  <a16:creationId xmlns:a16="http://schemas.microsoft.com/office/drawing/2014/main" id="{5EC5D10B-0EBE-4842-846E-D5E4D568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072"/>
              <a:ext cx="29" cy="13"/>
            </a:xfrm>
            <a:custGeom>
              <a:avLst/>
              <a:gdLst>
                <a:gd name="T0" fmla="*/ 0 w 15"/>
                <a:gd name="T1" fmla="*/ 61 h 6"/>
                <a:gd name="T2" fmla="*/ 108 w 15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4" y="1"/>
                    <a:pt x="10" y="0"/>
                    <a:pt x="15" y="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0" name="Freeform 1598">
              <a:extLst>
                <a:ext uri="{FF2B5EF4-FFF2-40B4-BE49-F238E27FC236}">
                  <a16:creationId xmlns:a16="http://schemas.microsoft.com/office/drawing/2014/main" id="{8771E75E-CDD4-4AE3-B5F9-754429762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118"/>
              <a:ext cx="19" cy="35"/>
            </a:xfrm>
            <a:custGeom>
              <a:avLst/>
              <a:gdLst>
                <a:gd name="T0" fmla="*/ 0 w 10"/>
                <a:gd name="T1" fmla="*/ 0 h 17"/>
                <a:gd name="T2" fmla="*/ 40 w 10"/>
                <a:gd name="T3" fmla="*/ 14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4" y="4"/>
                    <a:pt x="10" y="10"/>
                    <a:pt x="6" y="1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1" name="Freeform 1599">
              <a:extLst>
                <a:ext uri="{FF2B5EF4-FFF2-40B4-BE49-F238E27FC236}">
                  <a16:creationId xmlns:a16="http://schemas.microsoft.com/office/drawing/2014/main" id="{934F585E-9412-41B2-A877-7DF3C3B1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130"/>
              <a:ext cx="16" cy="10"/>
            </a:xfrm>
            <a:custGeom>
              <a:avLst/>
              <a:gdLst>
                <a:gd name="T0" fmla="*/ 0 w 8"/>
                <a:gd name="T1" fmla="*/ 40 h 5"/>
                <a:gd name="T2" fmla="*/ 64 w 8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2"/>
                    <a:pt x="5" y="0"/>
                    <a:pt x="8" y="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2" name="Freeform 1600">
              <a:extLst>
                <a:ext uri="{FF2B5EF4-FFF2-40B4-BE49-F238E27FC236}">
                  <a16:creationId xmlns:a16="http://schemas.microsoft.com/office/drawing/2014/main" id="{EAD26861-7DD2-46B2-84C7-1937C33DA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3041"/>
              <a:ext cx="75" cy="31"/>
            </a:xfrm>
            <a:custGeom>
              <a:avLst/>
              <a:gdLst>
                <a:gd name="T0" fmla="*/ 0 w 39"/>
                <a:gd name="T1" fmla="*/ 0 h 15"/>
                <a:gd name="T2" fmla="*/ 277 w 39"/>
                <a:gd name="T3" fmla="*/ 8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0" y="0"/>
                  </a:moveTo>
                  <a:cubicBezTo>
                    <a:pt x="8" y="10"/>
                    <a:pt x="27" y="15"/>
                    <a:pt x="39" y="1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3" name="Freeform 1601">
              <a:extLst>
                <a:ext uri="{FF2B5EF4-FFF2-40B4-BE49-F238E27FC236}">
                  <a16:creationId xmlns:a16="http://schemas.microsoft.com/office/drawing/2014/main" id="{A708CA99-4C87-4C54-9182-F19090B65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045"/>
              <a:ext cx="38" cy="38"/>
            </a:xfrm>
            <a:custGeom>
              <a:avLst/>
              <a:gdLst>
                <a:gd name="T0" fmla="*/ 0 w 20"/>
                <a:gd name="T1" fmla="*/ 0 h 18"/>
                <a:gd name="T2" fmla="*/ 137 w 20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3" y="9"/>
                    <a:pt x="9" y="18"/>
                    <a:pt x="20" y="18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4" name="Freeform 1602">
              <a:extLst>
                <a:ext uri="{FF2B5EF4-FFF2-40B4-BE49-F238E27FC236}">
                  <a16:creationId xmlns:a16="http://schemas.microsoft.com/office/drawing/2014/main" id="{70997CB3-3AAF-45E5-8360-AB383647F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027"/>
              <a:ext cx="48" cy="25"/>
            </a:xfrm>
            <a:custGeom>
              <a:avLst/>
              <a:gdLst>
                <a:gd name="T0" fmla="*/ 0 w 25"/>
                <a:gd name="T1" fmla="*/ 65 h 12"/>
                <a:gd name="T2" fmla="*/ 177 w 2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0" y="7"/>
                  </a:moveTo>
                  <a:cubicBezTo>
                    <a:pt x="7" y="12"/>
                    <a:pt x="20" y="5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5" name="Freeform 1603">
              <a:extLst>
                <a:ext uri="{FF2B5EF4-FFF2-40B4-BE49-F238E27FC236}">
                  <a16:creationId xmlns:a16="http://schemas.microsoft.com/office/drawing/2014/main" id="{F41BBF44-2E6D-4917-9BD2-E37D2BFA0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988"/>
              <a:ext cx="39" cy="16"/>
            </a:xfrm>
            <a:custGeom>
              <a:avLst/>
              <a:gdLst>
                <a:gd name="T0" fmla="*/ 0 w 20"/>
                <a:gd name="T1" fmla="*/ 8 h 8"/>
                <a:gd name="T2" fmla="*/ 148 w 20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1"/>
                  </a:moveTo>
                  <a:cubicBezTo>
                    <a:pt x="10" y="0"/>
                    <a:pt x="13" y="0"/>
                    <a:pt x="20" y="8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6" name="Freeform 1604">
              <a:extLst>
                <a:ext uri="{FF2B5EF4-FFF2-40B4-BE49-F238E27FC236}">
                  <a16:creationId xmlns:a16="http://schemas.microsoft.com/office/drawing/2014/main" id="{447D84AA-9959-44D9-B3E0-5665E1DEF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988"/>
              <a:ext cx="16" cy="10"/>
            </a:xfrm>
            <a:custGeom>
              <a:avLst/>
              <a:gdLst>
                <a:gd name="T0" fmla="*/ 0 w 8"/>
                <a:gd name="T1" fmla="*/ 40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7" name="Freeform 1605">
              <a:extLst>
                <a:ext uri="{FF2B5EF4-FFF2-40B4-BE49-F238E27FC236}">
                  <a16:creationId xmlns:a16="http://schemas.microsoft.com/office/drawing/2014/main" id="{7BDFD7A5-E28C-4A91-9D52-0CAF162AD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035"/>
              <a:ext cx="17" cy="29"/>
            </a:xfrm>
            <a:custGeom>
              <a:avLst/>
              <a:gdLst>
                <a:gd name="T0" fmla="*/ 0 w 9"/>
                <a:gd name="T1" fmla="*/ 0 h 14"/>
                <a:gd name="T2" fmla="*/ 40 w 9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3"/>
                    <a:pt x="9" y="8"/>
                    <a:pt x="6" y="1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8" name="Freeform 1606">
              <a:extLst>
                <a:ext uri="{FF2B5EF4-FFF2-40B4-BE49-F238E27FC236}">
                  <a16:creationId xmlns:a16="http://schemas.microsoft.com/office/drawing/2014/main" id="{2F9488F8-F7A0-43ED-AD45-E6774D56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047"/>
              <a:ext cx="16" cy="7"/>
            </a:xfrm>
            <a:custGeom>
              <a:avLst/>
              <a:gdLst>
                <a:gd name="T0" fmla="*/ 0 w 8"/>
                <a:gd name="T1" fmla="*/ 37 h 3"/>
                <a:gd name="T2" fmla="*/ 64 w 8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0"/>
                    <a:pt x="8" y="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9" name="Freeform 1607">
              <a:extLst>
                <a:ext uri="{FF2B5EF4-FFF2-40B4-BE49-F238E27FC236}">
                  <a16:creationId xmlns:a16="http://schemas.microsoft.com/office/drawing/2014/main" id="{CAEC75E7-9AAC-41FC-B274-DFF8BEEA2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353"/>
              <a:ext cx="8" cy="18"/>
            </a:xfrm>
            <a:custGeom>
              <a:avLst/>
              <a:gdLst>
                <a:gd name="T0" fmla="*/ 32 w 4"/>
                <a:gd name="T1" fmla="*/ 0 h 9"/>
                <a:gd name="T2" fmla="*/ 0 w 4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1" y="2"/>
                    <a:pt x="1" y="6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0" name="Freeform 1608">
              <a:extLst>
                <a:ext uri="{FF2B5EF4-FFF2-40B4-BE49-F238E27FC236}">
                  <a16:creationId xmlns:a16="http://schemas.microsoft.com/office/drawing/2014/main" id="{300BEA95-8D48-4B43-BD98-D3F2A603F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410"/>
              <a:ext cx="31" cy="29"/>
            </a:xfrm>
            <a:custGeom>
              <a:avLst/>
              <a:gdLst>
                <a:gd name="T0" fmla="*/ 0 w 16"/>
                <a:gd name="T1" fmla="*/ 81 h 14"/>
                <a:gd name="T2" fmla="*/ 64 w 16"/>
                <a:gd name="T3" fmla="*/ 8 h 14"/>
                <a:gd name="T4" fmla="*/ 45 w 16"/>
                <a:gd name="T5" fmla="*/ 1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9"/>
                  </a:moveTo>
                  <a:cubicBezTo>
                    <a:pt x="0" y="6"/>
                    <a:pt x="6" y="0"/>
                    <a:pt x="9" y="1"/>
                  </a:cubicBezTo>
                  <a:cubicBezTo>
                    <a:pt x="16" y="3"/>
                    <a:pt x="9" y="12"/>
                    <a:pt x="6" y="14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1" name="Freeform 1609">
              <a:extLst>
                <a:ext uri="{FF2B5EF4-FFF2-40B4-BE49-F238E27FC236}">
                  <a16:creationId xmlns:a16="http://schemas.microsoft.com/office/drawing/2014/main" id="{9D4D6CCB-DCEC-4A23-8EC2-9AEE7EE38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441"/>
              <a:ext cx="13" cy="29"/>
            </a:xfrm>
            <a:custGeom>
              <a:avLst/>
              <a:gdLst>
                <a:gd name="T0" fmla="*/ 45 w 7"/>
                <a:gd name="T1" fmla="*/ 0 h 14"/>
                <a:gd name="T2" fmla="*/ 0 w 7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3" y="4"/>
                    <a:pt x="2" y="10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2" name="Freeform 1610">
              <a:extLst>
                <a:ext uri="{FF2B5EF4-FFF2-40B4-BE49-F238E27FC236}">
                  <a16:creationId xmlns:a16="http://schemas.microsoft.com/office/drawing/2014/main" id="{C7712726-7CC0-489D-B932-CC9255DFB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388"/>
              <a:ext cx="20" cy="20"/>
            </a:xfrm>
            <a:custGeom>
              <a:avLst/>
              <a:gdLst>
                <a:gd name="T0" fmla="*/ 48 w 10"/>
                <a:gd name="T1" fmla="*/ 80 h 10"/>
                <a:gd name="T2" fmla="*/ 24 w 10"/>
                <a:gd name="T3" fmla="*/ 16 h 10"/>
                <a:gd name="T4" fmla="*/ 80 w 10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cubicBezTo>
                    <a:pt x="4" y="9"/>
                    <a:pt x="0" y="4"/>
                    <a:pt x="3" y="2"/>
                  </a:cubicBezTo>
                  <a:cubicBezTo>
                    <a:pt x="6" y="0"/>
                    <a:pt x="8" y="6"/>
                    <a:pt x="10" y="6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3" name="Freeform 1611">
              <a:extLst>
                <a:ext uri="{FF2B5EF4-FFF2-40B4-BE49-F238E27FC236}">
                  <a16:creationId xmlns:a16="http://schemas.microsoft.com/office/drawing/2014/main" id="{AFD628AD-AA93-48E1-B34A-FDDC435D5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301"/>
              <a:ext cx="18" cy="4"/>
            </a:xfrm>
            <a:custGeom>
              <a:avLst/>
              <a:gdLst>
                <a:gd name="T0" fmla="*/ 72 w 9"/>
                <a:gd name="T1" fmla="*/ 0 h 2"/>
                <a:gd name="T2" fmla="*/ 0 w 9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0"/>
                    <a:pt x="3" y="2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4" name="Freeform 1612">
              <a:extLst>
                <a:ext uri="{FF2B5EF4-FFF2-40B4-BE49-F238E27FC236}">
                  <a16:creationId xmlns:a16="http://schemas.microsoft.com/office/drawing/2014/main" id="{69F8B3E5-4AAD-41C7-B93E-8A148EE8A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254"/>
              <a:ext cx="6" cy="18"/>
            </a:xfrm>
            <a:custGeom>
              <a:avLst/>
              <a:gdLst>
                <a:gd name="T0" fmla="*/ 8 w 3"/>
                <a:gd name="T1" fmla="*/ 0 h 9"/>
                <a:gd name="T2" fmla="*/ 24 w 3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0" y="3"/>
                    <a:pt x="1" y="6"/>
                    <a:pt x="3" y="9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5" name="Freeform 1613">
              <a:extLst>
                <a:ext uri="{FF2B5EF4-FFF2-40B4-BE49-F238E27FC236}">
                  <a16:creationId xmlns:a16="http://schemas.microsoft.com/office/drawing/2014/main" id="{0F6388AE-3D85-4EC6-8F1D-10C88AE3F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239"/>
              <a:ext cx="4" cy="17"/>
            </a:xfrm>
            <a:custGeom>
              <a:avLst/>
              <a:gdLst>
                <a:gd name="T0" fmla="*/ 16 w 2"/>
                <a:gd name="T1" fmla="*/ 0 h 8"/>
                <a:gd name="T2" fmla="*/ 16 w 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3"/>
                    <a:pt x="0" y="6"/>
                    <a:pt x="2" y="8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6" name="Freeform 1614">
              <a:extLst>
                <a:ext uri="{FF2B5EF4-FFF2-40B4-BE49-F238E27FC236}">
                  <a16:creationId xmlns:a16="http://schemas.microsoft.com/office/drawing/2014/main" id="{F258808A-B50C-4104-B6FD-1BE988EF1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280"/>
              <a:ext cx="18" cy="9"/>
            </a:xfrm>
            <a:custGeom>
              <a:avLst/>
              <a:gdLst>
                <a:gd name="T0" fmla="*/ 0 w 9"/>
                <a:gd name="T1" fmla="*/ 45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2"/>
                    <a:pt x="6" y="1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7" name="Freeform 1615">
              <a:extLst>
                <a:ext uri="{FF2B5EF4-FFF2-40B4-BE49-F238E27FC236}">
                  <a16:creationId xmlns:a16="http://schemas.microsoft.com/office/drawing/2014/main" id="{EC5C2A7D-FCD9-47B4-AD4E-FE9D817CB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346"/>
              <a:ext cx="16" cy="11"/>
            </a:xfrm>
            <a:custGeom>
              <a:avLst/>
              <a:gdLst>
                <a:gd name="T0" fmla="*/ 0 w 8"/>
                <a:gd name="T1" fmla="*/ 53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5" y="2"/>
                    <a:pt x="8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8" name="Freeform 1616">
              <a:extLst>
                <a:ext uri="{FF2B5EF4-FFF2-40B4-BE49-F238E27FC236}">
                  <a16:creationId xmlns:a16="http://schemas.microsoft.com/office/drawing/2014/main" id="{9B861BBA-B6A5-4421-ACD6-ACC0FD2F1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394"/>
              <a:ext cx="27" cy="27"/>
            </a:xfrm>
            <a:custGeom>
              <a:avLst/>
              <a:gdLst>
                <a:gd name="T0" fmla="*/ 29 w 14"/>
                <a:gd name="T1" fmla="*/ 116 h 13"/>
                <a:gd name="T2" fmla="*/ 93 w 14"/>
                <a:gd name="T3" fmla="*/ 44 h 13"/>
                <a:gd name="T4" fmla="*/ 0 w 14"/>
                <a:gd name="T5" fmla="*/ 7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4" y="13"/>
                  </a:moveTo>
                  <a:cubicBezTo>
                    <a:pt x="7" y="12"/>
                    <a:pt x="14" y="9"/>
                    <a:pt x="13" y="5"/>
                  </a:cubicBezTo>
                  <a:cubicBezTo>
                    <a:pt x="12" y="0"/>
                    <a:pt x="2" y="7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9" name="Freeform 1617">
              <a:extLst>
                <a:ext uri="{FF2B5EF4-FFF2-40B4-BE49-F238E27FC236}">
                  <a16:creationId xmlns:a16="http://schemas.microsoft.com/office/drawing/2014/main" id="{35EE9139-447E-41D2-AE6F-A4EE7F160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466"/>
              <a:ext cx="17" cy="23"/>
            </a:xfrm>
            <a:custGeom>
              <a:avLst/>
              <a:gdLst>
                <a:gd name="T0" fmla="*/ 0 w 9"/>
                <a:gd name="T1" fmla="*/ 27 h 11"/>
                <a:gd name="T2" fmla="*/ 60 w 9"/>
                <a:gd name="T3" fmla="*/ 44 h 11"/>
                <a:gd name="T4" fmla="*/ 15 w 9"/>
                <a:gd name="T5" fmla="*/ 9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3"/>
                  </a:moveTo>
                  <a:cubicBezTo>
                    <a:pt x="3" y="4"/>
                    <a:pt x="9" y="0"/>
                    <a:pt x="9" y="5"/>
                  </a:cubicBezTo>
                  <a:cubicBezTo>
                    <a:pt x="8" y="8"/>
                    <a:pt x="4" y="11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0" name="Freeform 1618">
              <a:extLst>
                <a:ext uri="{FF2B5EF4-FFF2-40B4-BE49-F238E27FC236}">
                  <a16:creationId xmlns:a16="http://schemas.microsoft.com/office/drawing/2014/main" id="{1793F34C-8043-4C15-9D79-D26039402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3489"/>
              <a:ext cx="15" cy="2"/>
            </a:xfrm>
            <a:custGeom>
              <a:avLst/>
              <a:gdLst>
                <a:gd name="T0" fmla="*/ 0 w 8"/>
                <a:gd name="T1" fmla="*/ 0 h 1"/>
                <a:gd name="T2" fmla="*/ 53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6" y="1"/>
                    <a:pt x="8" y="1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1" name="Freeform 1619">
              <a:extLst>
                <a:ext uri="{FF2B5EF4-FFF2-40B4-BE49-F238E27FC236}">
                  <a16:creationId xmlns:a16="http://schemas.microsoft.com/office/drawing/2014/main" id="{A74161EF-FAA0-4670-BDD8-F882C8849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569"/>
              <a:ext cx="8" cy="6"/>
            </a:xfrm>
            <a:custGeom>
              <a:avLst/>
              <a:gdLst>
                <a:gd name="T0" fmla="*/ 0 w 4"/>
                <a:gd name="T1" fmla="*/ 24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2" name="Freeform 1620">
              <a:extLst>
                <a:ext uri="{FF2B5EF4-FFF2-40B4-BE49-F238E27FC236}">
                  <a16:creationId xmlns:a16="http://schemas.microsoft.com/office/drawing/2014/main" id="{7EA8D3F0-0977-4370-8467-258F6D46D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402"/>
              <a:ext cx="19" cy="25"/>
            </a:xfrm>
            <a:custGeom>
              <a:avLst/>
              <a:gdLst>
                <a:gd name="T0" fmla="*/ 61 w 10"/>
                <a:gd name="T1" fmla="*/ 108 h 12"/>
                <a:gd name="T2" fmla="*/ 55 w 10"/>
                <a:gd name="T3" fmla="*/ 17 h 12"/>
                <a:gd name="T4" fmla="*/ 0 w 10"/>
                <a:gd name="T5" fmla="*/ 10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9" y="12"/>
                  </a:moveTo>
                  <a:cubicBezTo>
                    <a:pt x="9" y="10"/>
                    <a:pt x="10" y="3"/>
                    <a:pt x="8" y="2"/>
                  </a:cubicBezTo>
                  <a:cubicBezTo>
                    <a:pt x="4" y="0"/>
                    <a:pt x="0" y="8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3" name="Freeform 1621">
              <a:extLst>
                <a:ext uri="{FF2B5EF4-FFF2-40B4-BE49-F238E27FC236}">
                  <a16:creationId xmlns:a16="http://schemas.microsoft.com/office/drawing/2014/main" id="{661388A6-52DD-4BE8-8A42-8BECBC8F2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369"/>
              <a:ext cx="15" cy="10"/>
            </a:xfrm>
            <a:custGeom>
              <a:avLst/>
              <a:gdLst>
                <a:gd name="T0" fmla="*/ 0 w 8"/>
                <a:gd name="T1" fmla="*/ 24 h 5"/>
                <a:gd name="T2" fmla="*/ 53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3" y="5"/>
                    <a:pt x="6" y="2"/>
                    <a:pt x="8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4" name="Freeform 1622">
              <a:extLst>
                <a:ext uri="{FF2B5EF4-FFF2-40B4-BE49-F238E27FC236}">
                  <a16:creationId xmlns:a16="http://schemas.microsoft.com/office/drawing/2014/main" id="{1B850779-9A1C-4786-9575-DF314D63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301"/>
              <a:ext cx="8" cy="12"/>
            </a:xfrm>
            <a:custGeom>
              <a:avLst/>
              <a:gdLst>
                <a:gd name="T0" fmla="*/ 32 w 4"/>
                <a:gd name="T1" fmla="*/ 0 h 6"/>
                <a:gd name="T2" fmla="*/ 0 w 4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5" name="Freeform 1623">
              <a:extLst>
                <a:ext uri="{FF2B5EF4-FFF2-40B4-BE49-F238E27FC236}">
                  <a16:creationId xmlns:a16="http://schemas.microsoft.com/office/drawing/2014/main" id="{56AD4B3A-41DF-45FD-95E7-2CE0940CF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266"/>
              <a:ext cx="16" cy="8"/>
            </a:xfrm>
            <a:custGeom>
              <a:avLst/>
              <a:gdLst>
                <a:gd name="T0" fmla="*/ 0 w 8"/>
                <a:gd name="T1" fmla="*/ 32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2"/>
                    <a:pt x="8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6" name="Freeform 1624">
              <a:extLst>
                <a:ext uri="{FF2B5EF4-FFF2-40B4-BE49-F238E27FC236}">
                  <a16:creationId xmlns:a16="http://schemas.microsoft.com/office/drawing/2014/main" id="{CAAE11FA-BFBD-48C3-A4EB-5A8407178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3291"/>
              <a:ext cx="8" cy="22"/>
            </a:xfrm>
            <a:custGeom>
              <a:avLst/>
              <a:gdLst>
                <a:gd name="T0" fmla="*/ 0 w 4"/>
                <a:gd name="T1" fmla="*/ 0 h 11"/>
                <a:gd name="T2" fmla="*/ 32 w 4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3" y="3"/>
                    <a:pt x="3" y="7"/>
                    <a:pt x="4" y="11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7" name="Freeform 1625">
              <a:extLst>
                <a:ext uri="{FF2B5EF4-FFF2-40B4-BE49-F238E27FC236}">
                  <a16:creationId xmlns:a16="http://schemas.microsoft.com/office/drawing/2014/main" id="{9C6ED370-3159-4667-A003-570D4ACE2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363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8" name="Freeform 1626">
              <a:extLst>
                <a:ext uri="{FF2B5EF4-FFF2-40B4-BE49-F238E27FC236}">
                  <a16:creationId xmlns:a16="http://schemas.microsoft.com/office/drawing/2014/main" id="{57150CC5-9764-4955-B195-1C4B1FAD6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225"/>
              <a:ext cx="1" cy="14"/>
            </a:xfrm>
            <a:custGeom>
              <a:avLst/>
              <a:gdLst>
                <a:gd name="T0" fmla="*/ 1 w 1"/>
                <a:gd name="T1" fmla="*/ 0 h 7"/>
                <a:gd name="T2" fmla="*/ 1 w 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1" y="5"/>
                    <a:pt x="1" y="7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9" name="Freeform 1627">
              <a:extLst>
                <a:ext uri="{FF2B5EF4-FFF2-40B4-BE49-F238E27FC236}">
                  <a16:creationId xmlns:a16="http://schemas.microsoft.com/office/drawing/2014/main" id="{7FA9808F-41C8-4018-97E3-15700B938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153"/>
              <a:ext cx="4" cy="12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0" name="Freeform 1628">
              <a:extLst>
                <a:ext uri="{FF2B5EF4-FFF2-40B4-BE49-F238E27FC236}">
                  <a16:creationId xmlns:a16="http://schemas.microsoft.com/office/drawing/2014/main" id="{E8EABFD7-0D91-4237-86EE-CE1464A8E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3149"/>
              <a:ext cx="12" cy="10"/>
            </a:xfrm>
            <a:custGeom>
              <a:avLst/>
              <a:gdLst>
                <a:gd name="T0" fmla="*/ 0 w 6"/>
                <a:gd name="T1" fmla="*/ 0 h 5"/>
                <a:gd name="T2" fmla="*/ 48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4" y="3"/>
                    <a:pt x="6" y="5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1" name="Freeform 1629">
              <a:extLst>
                <a:ext uri="{FF2B5EF4-FFF2-40B4-BE49-F238E27FC236}">
                  <a16:creationId xmlns:a16="http://schemas.microsoft.com/office/drawing/2014/main" id="{BE8E4179-11B2-422B-8D5D-A58714A8E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196"/>
              <a:ext cx="13" cy="18"/>
            </a:xfrm>
            <a:custGeom>
              <a:avLst/>
              <a:gdLst>
                <a:gd name="T0" fmla="*/ 0 w 7"/>
                <a:gd name="T1" fmla="*/ 72 h 9"/>
                <a:gd name="T2" fmla="*/ 45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2" name="Freeform 1630">
              <a:extLst>
                <a:ext uri="{FF2B5EF4-FFF2-40B4-BE49-F238E27FC236}">
                  <a16:creationId xmlns:a16="http://schemas.microsoft.com/office/drawing/2014/main" id="{5EA3D880-E927-483E-BC2F-A07A761E4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250"/>
              <a:ext cx="9" cy="2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3" name="Freeform 1631">
              <a:extLst>
                <a:ext uri="{FF2B5EF4-FFF2-40B4-BE49-F238E27FC236}">
                  <a16:creationId xmlns:a16="http://schemas.microsoft.com/office/drawing/2014/main" id="{E851F175-5A34-44E4-B4ED-10936F15E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272"/>
              <a:ext cx="6" cy="13"/>
            </a:xfrm>
            <a:custGeom>
              <a:avLst/>
              <a:gdLst>
                <a:gd name="T0" fmla="*/ 0 w 3"/>
                <a:gd name="T1" fmla="*/ 61 h 6"/>
                <a:gd name="T2" fmla="*/ 24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4"/>
                    <a:pt x="2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4" name="Freeform 1632">
              <a:extLst>
                <a:ext uri="{FF2B5EF4-FFF2-40B4-BE49-F238E27FC236}">
                  <a16:creationId xmlns:a16="http://schemas.microsoft.com/office/drawing/2014/main" id="{44AFDD4B-D52D-45A9-8E87-D2545EC9D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120"/>
              <a:ext cx="17" cy="8"/>
            </a:xfrm>
            <a:custGeom>
              <a:avLst/>
              <a:gdLst>
                <a:gd name="T0" fmla="*/ 0 w 9"/>
                <a:gd name="T1" fmla="*/ 32 h 4"/>
                <a:gd name="T2" fmla="*/ 6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5" name="Freeform 1633">
              <a:extLst>
                <a:ext uri="{FF2B5EF4-FFF2-40B4-BE49-F238E27FC236}">
                  <a16:creationId xmlns:a16="http://schemas.microsoft.com/office/drawing/2014/main" id="{C4E05D2A-5C8A-4638-8D68-10E673FF6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116"/>
              <a:ext cx="13" cy="8"/>
            </a:xfrm>
            <a:custGeom>
              <a:avLst/>
              <a:gdLst>
                <a:gd name="T0" fmla="*/ 0 w 7"/>
                <a:gd name="T1" fmla="*/ 32 h 4"/>
                <a:gd name="T2" fmla="*/ 4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6" name="Freeform 1634">
              <a:extLst>
                <a:ext uri="{FF2B5EF4-FFF2-40B4-BE49-F238E27FC236}">
                  <a16:creationId xmlns:a16="http://schemas.microsoft.com/office/drawing/2014/main" id="{D3FCB2E9-736E-4A9C-87DE-9BA28F9A3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043"/>
              <a:ext cx="14" cy="13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3"/>
                    <a:pt x="4" y="5"/>
                    <a:pt x="7" y="6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7" name="Freeform 1635">
              <a:extLst>
                <a:ext uri="{FF2B5EF4-FFF2-40B4-BE49-F238E27FC236}">
                  <a16:creationId xmlns:a16="http://schemas.microsoft.com/office/drawing/2014/main" id="{4036AA8D-B0AC-49AB-B959-39E97537B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033"/>
              <a:ext cx="17" cy="10"/>
            </a:xfrm>
            <a:custGeom>
              <a:avLst/>
              <a:gdLst>
                <a:gd name="T0" fmla="*/ 0 w 9"/>
                <a:gd name="T1" fmla="*/ 40 h 5"/>
                <a:gd name="T2" fmla="*/ 6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4" y="4"/>
                    <a:pt x="6" y="1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8" name="Freeform 1636">
              <a:extLst>
                <a:ext uri="{FF2B5EF4-FFF2-40B4-BE49-F238E27FC236}">
                  <a16:creationId xmlns:a16="http://schemas.microsoft.com/office/drawing/2014/main" id="{DBD1E91D-7271-4694-993E-D0DFD1E4A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3025"/>
              <a:ext cx="19" cy="12"/>
            </a:xfrm>
            <a:custGeom>
              <a:avLst/>
              <a:gdLst>
                <a:gd name="T0" fmla="*/ 0 w 10"/>
                <a:gd name="T1" fmla="*/ 0 h 6"/>
                <a:gd name="T2" fmla="*/ 68 w 10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5"/>
                    <a:pt x="6" y="6"/>
                    <a:pt x="10" y="6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9" name="Freeform 1637">
              <a:extLst>
                <a:ext uri="{FF2B5EF4-FFF2-40B4-BE49-F238E27FC236}">
                  <a16:creationId xmlns:a16="http://schemas.microsoft.com/office/drawing/2014/main" id="{816B2259-0513-4032-8C6C-0753C92B8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050"/>
              <a:ext cx="13" cy="4"/>
            </a:xfrm>
            <a:custGeom>
              <a:avLst/>
              <a:gdLst>
                <a:gd name="T0" fmla="*/ 0 w 7"/>
                <a:gd name="T1" fmla="*/ 16 h 2"/>
                <a:gd name="T2" fmla="*/ 4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5" y="0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0" name="Freeform 1638">
              <a:extLst>
                <a:ext uri="{FF2B5EF4-FFF2-40B4-BE49-F238E27FC236}">
                  <a16:creationId xmlns:a16="http://schemas.microsoft.com/office/drawing/2014/main" id="{C844D162-42F6-4541-A9AB-BBB3AB4E6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981"/>
              <a:ext cx="20" cy="21"/>
            </a:xfrm>
            <a:custGeom>
              <a:avLst/>
              <a:gdLst>
                <a:gd name="T0" fmla="*/ 8 w 10"/>
                <a:gd name="T1" fmla="*/ 0 h 10"/>
                <a:gd name="T2" fmla="*/ 8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0" y="10"/>
                    <a:pt x="10" y="10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1" name="Freeform 1639">
              <a:extLst>
                <a:ext uri="{FF2B5EF4-FFF2-40B4-BE49-F238E27FC236}">
                  <a16:creationId xmlns:a16="http://schemas.microsoft.com/office/drawing/2014/main" id="{2EFB2668-74D2-4C88-8608-F1D9673F5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247"/>
              <a:ext cx="6" cy="17"/>
            </a:xfrm>
            <a:custGeom>
              <a:avLst/>
              <a:gdLst>
                <a:gd name="T0" fmla="*/ 24 w 3"/>
                <a:gd name="T1" fmla="*/ 0 h 8"/>
                <a:gd name="T2" fmla="*/ 0 w 3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2" y="5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2" name="Freeform 1640">
              <a:extLst>
                <a:ext uri="{FF2B5EF4-FFF2-40B4-BE49-F238E27FC236}">
                  <a16:creationId xmlns:a16="http://schemas.microsoft.com/office/drawing/2014/main" id="{2707A233-AE9F-44EF-ADAB-AD0FF8934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289"/>
              <a:ext cx="5" cy="16"/>
            </a:xfrm>
            <a:custGeom>
              <a:avLst/>
              <a:gdLst>
                <a:gd name="T0" fmla="*/ 0 w 3"/>
                <a:gd name="T1" fmla="*/ 0 h 8"/>
                <a:gd name="T2" fmla="*/ 13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3"/>
                    <a:pt x="2" y="6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3" name="Freeform 1641">
              <a:extLst>
                <a:ext uri="{FF2B5EF4-FFF2-40B4-BE49-F238E27FC236}">
                  <a16:creationId xmlns:a16="http://schemas.microsoft.com/office/drawing/2014/main" id="{748FF3F9-1419-4384-BEA1-12022980E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377"/>
              <a:ext cx="11" cy="9"/>
            </a:xfrm>
            <a:custGeom>
              <a:avLst/>
              <a:gdLst>
                <a:gd name="T0" fmla="*/ 0 w 6"/>
                <a:gd name="T1" fmla="*/ 45 h 4"/>
                <a:gd name="T2" fmla="*/ 3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0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4" name="Freeform 1642">
              <a:extLst>
                <a:ext uri="{FF2B5EF4-FFF2-40B4-BE49-F238E27FC236}">
                  <a16:creationId xmlns:a16="http://schemas.microsoft.com/office/drawing/2014/main" id="{C8EB66D7-41B2-439B-8F13-AEA667A20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402"/>
              <a:ext cx="1" cy="21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3"/>
                    <a:pt x="0" y="7"/>
                    <a:pt x="0" y="10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5" name="Freeform 1643">
              <a:extLst>
                <a:ext uri="{FF2B5EF4-FFF2-40B4-BE49-F238E27FC236}">
                  <a16:creationId xmlns:a16="http://schemas.microsoft.com/office/drawing/2014/main" id="{C73D1FCE-C830-4A5A-BA02-CEB64DCDC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441"/>
              <a:ext cx="19" cy="31"/>
            </a:xfrm>
            <a:custGeom>
              <a:avLst/>
              <a:gdLst>
                <a:gd name="T0" fmla="*/ 68 w 10"/>
                <a:gd name="T1" fmla="*/ 43 h 15"/>
                <a:gd name="T2" fmla="*/ 40 w 10"/>
                <a:gd name="T3" fmla="*/ 124 h 15"/>
                <a:gd name="T4" fmla="*/ 36 w 1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5"/>
                  </a:moveTo>
                  <a:cubicBezTo>
                    <a:pt x="10" y="8"/>
                    <a:pt x="10" y="15"/>
                    <a:pt x="6" y="14"/>
                  </a:cubicBezTo>
                  <a:cubicBezTo>
                    <a:pt x="0" y="13"/>
                    <a:pt x="4" y="4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6" name="Freeform 1644">
              <a:extLst>
                <a:ext uri="{FF2B5EF4-FFF2-40B4-BE49-F238E27FC236}">
                  <a16:creationId xmlns:a16="http://schemas.microsoft.com/office/drawing/2014/main" id="{B80539BF-543F-4C60-8D20-C1FAB0CB1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495"/>
              <a:ext cx="6" cy="23"/>
            </a:xfrm>
            <a:custGeom>
              <a:avLst/>
              <a:gdLst>
                <a:gd name="T0" fmla="*/ 24 w 3"/>
                <a:gd name="T1" fmla="*/ 0 h 11"/>
                <a:gd name="T2" fmla="*/ 0 w 3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4"/>
                    <a:pt x="1" y="8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7" name="Freeform 1645">
              <a:extLst>
                <a:ext uri="{FF2B5EF4-FFF2-40B4-BE49-F238E27FC236}">
                  <a16:creationId xmlns:a16="http://schemas.microsoft.com/office/drawing/2014/main" id="{B77C089B-A95F-41F6-973C-D7C6842EC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458"/>
              <a:ext cx="2" cy="14"/>
            </a:xfrm>
            <a:custGeom>
              <a:avLst/>
              <a:gdLst>
                <a:gd name="T0" fmla="*/ 8 w 1"/>
                <a:gd name="T1" fmla="*/ 0 h 7"/>
                <a:gd name="T2" fmla="*/ 0 w 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5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8" name="Freeform 1646">
              <a:extLst>
                <a:ext uri="{FF2B5EF4-FFF2-40B4-BE49-F238E27FC236}">
                  <a16:creationId xmlns:a16="http://schemas.microsoft.com/office/drawing/2014/main" id="{B12AC004-486A-4777-AC52-0701500B4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470"/>
              <a:ext cx="14" cy="2"/>
            </a:xfrm>
            <a:custGeom>
              <a:avLst/>
              <a:gdLst>
                <a:gd name="T0" fmla="*/ 0 w 7"/>
                <a:gd name="T1" fmla="*/ 8 h 1"/>
                <a:gd name="T2" fmla="*/ 56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9" name="Freeform 1647">
              <a:extLst>
                <a:ext uri="{FF2B5EF4-FFF2-40B4-BE49-F238E27FC236}">
                  <a16:creationId xmlns:a16="http://schemas.microsoft.com/office/drawing/2014/main" id="{D4B10CA4-5CA4-43F1-A5DA-9F222D73B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3526"/>
              <a:ext cx="4" cy="18"/>
            </a:xfrm>
            <a:custGeom>
              <a:avLst/>
              <a:gdLst>
                <a:gd name="T0" fmla="*/ 0 w 2"/>
                <a:gd name="T1" fmla="*/ 72 h 9"/>
                <a:gd name="T2" fmla="*/ 16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2" y="6"/>
                    <a:pt x="2" y="3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20" name="Freeform 1648">
              <a:extLst>
                <a:ext uri="{FF2B5EF4-FFF2-40B4-BE49-F238E27FC236}">
                  <a16:creationId xmlns:a16="http://schemas.microsoft.com/office/drawing/2014/main" id="{F0F016FE-8439-46F6-802A-925DD64F9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569"/>
              <a:ext cx="13" cy="17"/>
            </a:xfrm>
            <a:custGeom>
              <a:avLst/>
              <a:gdLst>
                <a:gd name="T0" fmla="*/ 0 w 7"/>
                <a:gd name="T1" fmla="*/ 77 h 8"/>
                <a:gd name="T2" fmla="*/ 4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3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21" name="Freeform 1649">
              <a:extLst>
                <a:ext uri="{FF2B5EF4-FFF2-40B4-BE49-F238E27FC236}">
                  <a16:creationId xmlns:a16="http://schemas.microsoft.com/office/drawing/2014/main" id="{5BC46878-6B69-4CAE-89FB-8245479BF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3542"/>
              <a:ext cx="21" cy="11"/>
            </a:xfrm>
            <a:custGeom>
              <a:avLst/>
              <a:gdLst>
                <a:gd name="T0" fmla="*/ 0 w 11"/>
                <a:gd name="T1" fmla="*/ 53 h 5"/>
                <a:gd name="T2" fmla="*/ 76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4" y="4"/>
                    <a:pt x="8" y="3"/>
                    <a:pt x="11" y="0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22" name="Freeform 1650">
              <a:extLst>
                <a:ext uri="{FF2B5EF4-FFF2-40B4-BE49-F238E27FC236}">
                  <a16:creationId xmlns:a16="http://schemas.microsoft.com/office/drawing/2014/main" id="{7521BA5E-7B3C-4088-BB43-B68248216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499"/>
              <a:ext cx="11" cy="8"/>
            </a:xfrm>
            <a:custGeom>
              <a:avLst/>
              <a:gdLst>
                <a:gd name="T0" fmla="*/ 0 w 6"/>
                <a:gd name="T1" fmla="*/ 0 h 4"/>
                <a:gd name="T2" fmla="*/ 37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2"/>
                    <a:pt x="4" y="3"/>
                    <a:pt x="6" y="4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23" name="Freeform 1651">
              <a:extLst>
                <a:ext uri="{FF2B5EF4-FFF2-40B4-BE49-F238E27FC236}">
                  <a16:creationId xmlns:a16="http://schemas.microsoft.com/office/drawing/2014/main" id="{753A7122-E5EC-48B6-91FF-78A35B0C7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3445"/>
              <a:ext cx="21" cy="27"/>
            </a:xfrm>
            <a:custGeom>
              <a:avLst/>
              <a:gdLst>
                <a:gd name="T0" fmla="*/ 21 w 11"/>
                <a:gd name="T1" fmla="*/ 116 h 13"/>
                <a:gd name="T2" fmla="*/ 0 w 11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3" y="13"/>
                  </a:moveTo>
                  <a:cubicBezTo>
                    <a:pt x="9" y="13"/>
                    <a:pt x="11" y="0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24" name="Freeform 1652">
              <a:extLst>
                <a:ext uri="{FF2B5EF4-FFF2-40B4-BE49-F238E27FC236}">
                  <a16:creationId xmlns:a16="http://schemas.microsoft.com/office/drawing/2014/main" id="{A78CBAC9-8497-4FF9-9706-8A733A80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3524"/>
              <a:ext cx="29" cy="29"/>
            </a:xfrm>
            <a:custGeom>
              <a:avLst/>
              <a:gdLst>
                <a:gd name="T0" fmla="*/ 44 w 15"/>
                <a:gd name="T1" fmla="*/ 0 h 14"/>
                <a:gd name="T2" fmla="*/ 44 w 15"/>
                <a:gd name="T3" fmla="*/ 116 h 14"/>
                <a:gd name="T4" fmla="*/ 93 w 1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0"/>
                  </a:moveTo>
                  <a:cubicBezTo>
                    <a:pt x="5" y="3"/>
                    <a:pt x="0" y="12"/>
                    <a:pt x="6" y="13"/>
                  </a:cubicBezTo>
                  <a:cubicBezTo>
                    <a:pt x="11" y="14"/>
                    <a:pt x="15" y="5"/>
                    <a:pt x="13" y="1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25" name="Freeform 1653">
              <a:extLst>
                <a:ext uri="{FF2B5EF4-FFF2-40B4-BE49-F238E27FC236}">
                  <a16:creationId xmlns:a16="http://schemas.microsoft.com/office/drawing/2014/main" id="{29FCCDDA-3735-4431-8CE9-C67FDAB73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596"/>
              <a:ext cx="13" cy="8"/>
            </a:xfrm>
            <a:custGeom>
              <a:avLst/>
              <a:gdLst>
                <a:gd name="T0" fmla="*/ 0 w 7"/>
                <a:gd name="T1" fmla="*/ 32 h 4"/>
                <a:gd name="T2" fmla="*/ 4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26" name="Freeform 1654">
              <a:extLst>
                <a:ext uri="{FF2B5EF4-FFF2-40B4-BE49-F238E27FC236}">
                  <a16:creationId xmlns:a16="http://schemas.microsoft.com/office/drawing/2014/main" id="{088BA2EA-2DFA-4E36-99DC-E751772FC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600"/>
              <a:ext cx="13" cy="1"/>
            </a:xfrm>
            <a:custGeom>
              <a:avLst/>
              <a:gdLst>
                <a:gd name="T0" fmla="*/ 0 w 7"/>
                <a:gd name="T1" fmla="*/ 0 h 1"/>
                <a:gd name="T2" fmla="*/ 4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4" y="0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27" name="Freeform 1655">
              <a:extLst>
                <a:ext uri="{FF2B5EF4-FFF2-40B4-BE49-F238E27FC236}">
                  <a16:creationId xmlns:a16="http://schemas.microsoft.com/office/drawing/2014/main" id="{8797310F-0B70-4068-9D91-9A63F30BF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536"/>
              <a:ext cx="2" cy="29"/>
            </a:xfrm>
            <a:custGeom>
              <a:avLst/>
              <a:gdLst>
                <a:gd name="T0" fmla="*/ 0 w 1"/>
                <a:gd name="T1" fmla="*/ 0 h 14"/>
                <a:gd name="T2" fmla="*/ 8 w 1"/>
                <a:gd name="T3" fmla="*/ 1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0" y="10"/>
                    <a:pt x="1" y="14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28" name="Freeform 1656">
              <a:extLst>
                <a:ext uri="{FF2B5EF4-FFF2-40B4-BE49-F238E27FC236}">
                  <a16:creationId xmlns:a16="http://schemas.microsoft.com/office/drawing/2014/main" id="{8403978B-1D0A-4FF1-AF68-7102BC638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596"/>
              <a:ext cx="11" cy="12"/>
            </a:xfrm>
            <a:custGeom>
              <a:avLst/>
              <a:gdLst>
                <a:gd name="T0" fmla="*/ 0 w 6"/>
                <a:gd name="T1" fmla="*/ 0 h 6"/>
                <a:gd name="T2" fmla="*/ 37 w 6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1"/>
                    <a:pt x="5" y="4"/>
                    <a:pt x="6" y="6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29" name="Freeform 1657">
              <a:extLst>
                <a:ext uri="{FF2B5EF4-FFF2-40B4-BE49-F238E27FC236}">
                  <a16:creationId xmlns:a16="http://schemas.microsoft.com/office/drawing/2014/main" id="{41705736-E524-4CE0-BDEC-87E728321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476"/>
              <a:ext cx="27" cy="9"/>
            </a:xfrm>
            <a:custGeom>
              <a:avLst/>
              <a:gdLst>
                <a:gd name="T0" fmla="*/ 0 w 14"/>
                <a:gd name="T1" fmla="*/ 45 h 4"/>
                <a:gd name="T2" fmla="*/ 100 w 14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4"/>
                  </a:moveTo>
                  <a:cubicBezTo>
                    <a:pt x="4" y="0"/>
                    <a:pt x="9" y="0"/>
                    <a:pt x="14" y="1"/>
                  </a:cubicBezTo>
                </a:path>
              </a:pathLst>
            </a:custGeom>
            <a:noFill/>
            <a:ln w="12700" cap="flat">
              <a:solidFill>
                <a:srgbClr val="FDCA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0" name="Freeform 1658">
              <a:extLst>
                <a:ext uri="{FF2B5EF4-FFF2-40B4-BE49-F238E27FC236}">
                  <a16:creationId xmlns:a16="http://schemas.microsoft.com/office/drawing/2014/main" id="{78D51818-1866-46D6-925A-BDB82C88E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724"/>
              <a:ext cx="99" cy="68"/>
            </a:xfrm>
            <a:custGeom>
              <a:avLst/>
              <a:gdLst>
                <a:gd name="T0" fmla="*/ 0 w 51"/>
                <a:gd name="T1" fmla="*/ 97 h 33"/>
                <a:gd name="T2" fmla="*/ 301 w 51"/>
                <a:gd name="T3" fmla="*/ 25 h 33"/>
                <a:gd name="T4" fmla="*/ 309 w 51"/>
                <a:gd name="T5" fmla="*/ 288 h 33"/>
                <a:gd name="T6" fmla="*/ 0 w 51"/>
                <a:gd name="T7" fmla="*/ 9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3">
                  <a:moveTo>
                    <a:pt x="0" y="11"/>
                  </a:moveTo>
                  <a:cubicBezTo>
                    <a:pt x="18" y="31"/>
                    <a:pt x="31" y="6"/>
                    <a:pt x="41" y="3"/>
                  </a:cubicBezTo>
                  <a:cubicBezTo>
                    <a:pt x="51" y="0"/>
                    <a:pt x="42" y="33"/>
                    <a:pt x="42" y="33"/>
                  </a:cubicBezTo>
                  <a:cubicBezTo>
                    <a:pt x="42" y="33"/>
                    <a:pt x="4" y="27"/>
                    <a:pt x="0" y="11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1" name="Freeform 1659">
              <a:extLst>
                <a:ext uri="{FF2B5EF4-FFF2-40B4-BE49-F238E27FC236}">
                  <a16:creationId xmlns:a16="http://schemas.microsoft.com/office/drawing/2014/main" id="{20CF32DB-1879-4B4F-A06F-93B2A1F91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753"/>
              <a:ext cx="37" cy="12"/>
            </a:xfrm>
            <a:custGeom>
              <a:avLst/>
              <a:gdLst>
                <a:gd name="T0" fmla="*/ 0 w 19"/>
                <a:gd name="T1" fmla="*/ 24 h 6"/>
                <a:gd name="T2" fmla="*/ 140 w 19"/>
                <a:gd name="T3" fmla="*/ 0 h 6"/>
                <a:gd name="T4" fmla="*/ 0 w 19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">
                  <a:moveTo>
                    <a:pt x="0" y="3"/>
                  </a:moveTo>
                  <a:cubicBezTo>
                    <a:pt x="8" y="5"/>
                    <a:pt x="13" y="6"/>
                    <a:pt x="19" y="0"/>
                  </a:cubicBezTo>
                  <a:cubicBezTo>
                    <a:pt x="19" y="0"/>
                    <a:pt x="6" y="6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2" name="Freeform 1660">
              <a:extLst>
                <a:ext uri="{FF2B5EF4-FFF2-40B4-BE49-F238E27FC236}">
                  <a16:creationId xmlns:a16="http://schemas.microsoft.com/office/drawing/2014/main" id="{448FE4F1-B50F-47EF-BA86-667D423E8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751"/>
              <a:ext cx="102" cy="80"/>
            </a:xfrm>
            <a:custGeom>
              <a:avLst/>
              <a:gdLst>
                <a:gd name="T0" fmla="*/ 0 w 53"/>
                <a:gd name="T1" fmla="*/ 172 h 39"/>
                <a:gd name="T2" fmla="*/ 293 w 53"/>
                <a:gd name="T3" fmla="*/ 240 h 39"/>
                <a:gd name="T4" fmla="*/ 264 w 5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9">
                  <a:moveTo>
                    <a:pt x="0" y="20"/>
                  </a:moveTo>
                  <a:cubicBezTo>
                    <a:pt x="7" y="37"/>
                    <a:pt x="29" y="39"/>
                    <a:pt x="41" y="28"/>
                  </a:cubicBezTo>
                  <a:cubicBezTo>
                    <a:pt x="53" y="18"/>
                    <a:pt x="46" y="9"/>
                    <a:pt x="37" y="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3" name="Freeform 1661">
              <a:extLst>
                <a:ext uri="{FF2B5EF4-FFF2-40B4-BE49-F238E27FC236}">
                  <a16:creationId xmlns:a16="http://schemas.microsoft.com/office/drawing/2014/main" id="{467AC00B-A903-4039-87F5-5AA5ACA6E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757"/>
              <a:ext cx="120" cy="105"/>
            </a:xfrm>
            <a:custGeom>
              <a:avLst/>
              <a:gdLst>
                <a:gd name="T0" fmla="*/ 79 w 62"/>
                <a:gd name="T1" fmla="*/ 183 h 51"/>
                <a:gd name="T2" fmla="*/ 168 w 62"/>
                <a:gd name="T3" fmla="*/ 404 h 51"/>
                <a:gd name="T4" fmla="*/ 435 w 62"/>
                <a:gd name="T5" fmla="*/ 313 h 51"/>
                <a:gd name="T6" fmla="*/ 397 w 62"/>
                <a:gd name="T7" fmla="*/ 264 h 51"/>
                <a:gd name="T8" fmla="*/ 441 w 62"/>
                <a:gd name="T9" fmla="*/ 124 h 51"/>
                <a:gd name="T10" fmla="*/ 312 w 6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11" y="21"/>
                  </a:moveTo>
                  <a:cubicBezTo>
                    <a:pt x="12" y="35"/>
                    <a:pt x="0" y="51"/>
                    <a:pt x="23" y="46"/>
                  </a:cubicBezTo>
                  <a:cubicBezTo>
                    <a:pt x="33" y="44"/>
                    <a:pt x="51" y="43"/>
                    <a:pt x="60" y="36"/>
                  </a:cubicBezTo>
                  <a:cubicBezTo>
                    <a:pt x="58" y="35"/>
                    <a:pt x="55" y="34"/>
                    <a:pt x="55" y="30"/>
                  </a:cubicBezTo>
                  <a:cubicBezTo>
                    <a:pt x="55" y="25"/>
                    <a:pt x="62" y="21"/>
                    <a:pt x="61" y="14"/>
                  </a:cubicBezTo>
                  <a:cubicBezTo>
                    <a:pt x="59" y="8"/>
                    <a:pt x="50" y="0"/>
                    <a:pt x="43" y="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4" name="Freeform 1662">
              <a:extLst>
                <a:ext uri="{FF2B5EF4-FFF2-40B4-BE49-F238E27FC236}">
                  <a16:creationId xmlns:a16="http://schemas.microsoft.com/office/drawing/2014/main" id="{74F8C3DB-A499-4EE2-A484-62B672893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96"/>
              <a:ext cx="106" cy="60"/>
            </a:xfrm>
            <a:custGeom>
              <a:avLst/>
              <a:gdLst>
                <a:gd name="T0" fmla="*/ 0 w 55"/>
                <a:gd name="T1" fmla="*/ 25 h 29"/>
                <a:gd name="T2" fmla="*/ 345 w 55"/>
                <a:gd name="T3" fmla="*/ 60 h 29"/>
                <a:gd name="T4" fmla="*/ 237 w 55"/>
                <a:gd name="T5" fmla="*/ 257 h 29"/>
                <a:gd name="T6" fmla="*/ 0 w 55"/>
                <a:gd name="T7" fmla="*/ 2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9">
                  <a:moveTo>
                    <a:pt x="0" y="3"/>
                  </a:moveTo>
                  <a:cubicBezTo>
                    <a:pt x="21" y="0"/>
                    <a:pt x="41" y="2"/>
                    <a:pt x="48" y="7"/>
                  </a:cubicBezTo>
                  <a:cubicBezTo>
                    <a:pt x="55" y="12"/>
                    <a:pt x="33" y="29"/>
                    <a:pt x="33" y="29"/>
                  </a:cubicBezTo>
                  <a:cubicBezTo>
                    <a:pt x="33" y="29"/>
                    <a:pt x="28" y="4"/>
                    <a:pt x="0" y="3"/>
                  </a:cubicBezTo>
                  <a:close/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5" name="Freeform 1663">
              <a:extLst>
                <a:ext uri="{FF2B5EF4-FFF2-40B4-BE49-F238E27FC236}">
                  <a16:creationId xmlns:a16="http://schemas.microsoft.com/office/drawing/2014/main" id="{A33B3A22-AB82-415F-AD65-FD7F144A7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596"/>
              <a:ext cx="60" cy="8"/>
            </a:xfrm>
            <a:custGeom>
              <a:avLst/>
              <a:gdLst>
                <a:gd name="T0" fmla="*/ 0 w 31"/>
                <a:gd name="T1" fmla="*/ 24 h 4"/>
                <a:gd name="T2" fmla="*/ 225 w 3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">
                  <a:moveTo>
                    <a:pt x="0" y="3"/>
                  </a:moveTo>
                  <a:cubicBezTo>
                    <a:pt x="10" y="0"/>
                    <a:pt x="25" y="3"/>
                    <a:pt x="3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6" name="Freeform 1664">
              <a:extLst>
                <a:ext uri="{FF2B5EF4-FFF2-40B4-BE49-F238E27FC236}">
                  <a16:creationId xmlns:a16="http://schemas.microsoft.com/office/drawing/2014/main" id="{1FD00C5C-DB03-4F0F-982F-1B2658571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625"/>
              <a:ext cx="83" cy="66"/>
            </a:xfrm>
            <a:custGeom>
              <a:avLst/>
              <a:gdLst>
                <a:gd name="T0" fmla="*/ 0 w 43"/>
                <a:gd name="T1" fmla="*/ 212 h 32"/>
                <a:gd name="T2" fmla="*/ 85 w 43"/>
                <a:gd name="T3" fmla="*/ 264 h 32"/>
                <a:gd name="T4" fmla="*/ 239 w 43"/>
                <a:gd name="T5" fmla="*/ 256 h 32"/>
                <a:gd name="T6" fmla="*/ 309 w 43"/>
                <a:gd name="T7" fmla="*/ 97 h 32"/>
                <a:gd name="T8" fmla="*/ 216 w 43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2">
                  <a:moveTo>
                    <a:pt x="0" y="24"/>
                  </a:moveTo>
                  <a:cubicBezTo>
                    <a:pt x="4" y="25"/>
                    <a:pt x="7" y="29"/>
                    <a:pt x="12" y="30"/>
                  </a:cubicBezTo>
                  <a:cubicBezTo>
                    <a:pt x="19" y="32"/>
                    <a:pt x="27" y="32"/>
                    <a:pt x="33" y="29"/>
                  </a:cubicBezTo>
                  <a:cubicBezTo>
                    <a:pt x="39" y="25"/>
                    <a:pt x="43" y="18"/>
                    <a:pt x="43" y="11"/>
                  </a:cubicBezTo>
                  <a:cubicBezTo>
                    <a:pt x="43" y="4"/>
                    <a:pt x="36" y="0"/>
                    <a:pt x="30" y="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7" name="Freeform 1665">
              <a:extLst>
                <a:ext uri="{FF2B5EF4-FFF2-40B4-BE49-F238E27FC236}">
                  <a16:creationId xmlns:a16="http://schemas.microsoft.com/office/drawing/2014/main" id="{25DF50F6-9DAA-4334-97E2-ABF7E0363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761"/>
              <a:ext cx="97" cy="66"/>
            </a:xfrm>
            <a:custGeom>
              <a:avLst/>
              <a:gdLst>
                <a:gd name="T0" fmla="*/ 0 w 50"/>
                <a:gd name="T1" fmla="*/ 107 h 32"/>
                <a:gd name="T2" fmla="*/ 328 w 50"/>
                <a:gd name="T3" fmla="*/ 0 h 32"/>
                <a:gd name="T4" fmla="*/ 349 w 50"/>
                <a:gd name="T5" fmla="*/ 281 h 32"/>
                <a:gd name="T6" fmla="*/ 256 w 50"/>
                <a:gd name="T7" fmla="*/ 212 h 32"/>
                <a:gd name="T8" fmla="*/ 23 w 50"/>
                <a:gd name="T9" fmla="*/ 11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2">
                  <a:moveTo>
                    <a:pt x="0" y="12"/>
                  </a:moveTo>
                  <a:cubicBezTo>
                    <a:pt x="16" y="10"/>
                    <a:pt x="33" y="9"/>
                    <a:pt x="45" y="0"/>
                  </a:cubicBezTo>
                  <a:cubicBezTo>
                    <a:pt x="42" y="11"/>
                    <a:pt x="50" y="21"/>
                    <a:pt x="48" y="32"/>
                  </a:cubicBezTo>
                  <a:cubicBezTo>
                    <a:pt x="45" y="28"/>
                    <a:pt x="40" y="26"/>
                    <a:pt x="35" y="24"/>
                  </a:cubicBezTo>
                  <a:cubicBezTo>
                    <a:pt x="26" y="21"/>
                    <a:pt x="12" y="14"/>
                    <a:pt x="3" y="13"/>
                  </a:cubicBezTo>
                </a:path>
              </a:pathLst>
            </a:custGeom>
            <a:solidFill>
              <a:srgbClr val="F0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8" name="Freeform 1666">
              <a:extLst>
                <a:ext uri="{FF2B5EF4-FFF2-40B4-BE49-F238E27FC236}">
                  <a16:creationId xmlns:a16="http://schemas.microsoft.com/office/drawing/2014/main" id="{A1E01E8A-9C44-4CEE-A0CC-1DEEBF63B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777"/>
              <a:ext cx="48" cy="11"/>
            </a:xfrm>
            <a:custGeom>
              <a:avLst/>
              <a:gdLst>
                <a:gd name="T0" fmla="*/ 0 w 25"/>
                <a:gd name="T1" fmla="*/ 44 h 5"/>
                <a:gd name="T2" fmla="*/ 177 w 2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4"/>
                  </a:moveTo>
                  <a:cubicBezTo>
                    <a:pt x="9" y="4"/>
                    <a:pt x="17" y="5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9" name="Freeform 1667">
              <a:extLst>
                <a:ext uri="{FF2B5EF4-FFF2-40B4-BE49-F238E27FC236}">
                  <a16:creationId xmlns:a16="http://schemas.microsoft.com/office/drawing/2014/main" id="{B60DDE51-4104-4EF3-8F61-E14F6B274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726"/>
              <a:ext cx="139" cy="126"/>
            </a:xfrm>
            <a:custGeom>
              <a:avLst/>
              <a:gdLst>
                <a:gd name="T0" fmla="*/ 0 w 72"/>
                <a:gd name="T1" fmla="*/ 397 h 61"/>
                <a:gd name="T2" fmla="*/ 232 w 72"/>
                <a:gd name="T3" fmla="*/ 504 h 61"/>
                <a:gd name="T4" fmla="*/ 365 w 72"/>
                <a:gd name="T5" fmla="*/ 364 h 61"/>
                <a:gd name="T6" fmla="*/ 440 w 72"/>
                <a:gd name="T7" fmla="*/ 324 h 61"/>
                <a:gd name="T8" fmla="*/ 504 w 72"/>
                <a:gd name="T9" fmla="*/ 184 h 61"/>
                <a:gd name="T10" fmla="*/ 253 w 72"/>
                <a:gd name="T11" fmla="*/ 17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1">
                  <a:moveTo>
                    <a:pt x="0" y="45"/>
                  </a:moveTo>
                  <a:cubicBezTo>
                    <a:pt x="7" y="55"/>
                    <a:pt x="19" y="61"/>
                    <a:pt x="32" y="57"/>
                  </a:cubicBezTo>
                  <a:cubicBezTo>
                    <a:pt x="41" y="54"/>
                    <a:pt x="44" y="46"/>
                    <a:pt x="51" y="41"/>
                  </a:cubicBezTo>
                  <a:cubicBezTo>
                    <a:pt x="54" y="39"/>
                    <a:pt x="58" y="39"/>
                    <a:pt x="61" y="37"/>
                  </a:cubicBezTo>
                  <a:cubicBezTo>
                    <a:pt x="66" y="33"/>
                    <a:pt x="70" y="27"/>
                    <a:pt x="70" y="21"/>
                  </a:cubicBezTo>
                  <a:cubicBezTo>
                    <a:pt x="72" y="0"/>
                    <a:pt x="50" y="1"/>
                    <a:pt x="35" y="2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40" name="Freeform 1668">
              <a:extLst>
                <a:ext uri="{FF2B5EF4-FFF2-40B4-BE49-F238E27FC236}">
                  <a16:creationId xmlns:a16="http://schemas.microsoft.com/office/drawing/2014/main" id="{1C0497B5-74DD-4CA0-AFB9-83B10C23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930"/>
              <a:ext cx="468" cy="305"/>
            </a:xfrm>
            <a:custGeom>
              <a:avLst/>
              <a:gdLst>
                <a:gd name="T0" fmla="*/ 37 w 242"/>
                <a:gd name="T1" fmla="*/ 280 h 148"/>
                <a:gd name="T2" fmla="*/ 132 w 242"/>
                <a:gd name="T3" fmla="*/ 684 h 148"/>
                <a:gd name="T4" fmla="*/ 377 w 242"/>
                <a:gd name="T5" fmla="*/ 876 h 148"/>
                <a:gd name="T6" fmla="*/ 497 w 242"/>
                <a:gd name="T7" fmla="*/ 925 h 148"/>
                <a:gd name="T8" fmla="*/ 601 w 242"/>
                <a:gd name="T9" fmla="*/ 917 h 148"/>
                <a:gd name="T10" fmla="*/ 861 w 242"/>
                <a:gd name="T11" fmla="*/ 1024 h 148"/>
                <a:gd name="T12" fmla="*/ 1156 w 242"/>
                <a:gd name="T13" fmla="*/ 1016 h 148"/>
                <a:gd name="T14" fmla="*/ 1410 w 242"/>
                <a:gd name="T15" fmla="*/ 1173 h 148"/>
                <a:gd name="T16" fmla="*/ 1671 w 242"/>
                <a:gd name="T17" fmla="*/ 1206 h 148"/>
                <a:gd name="T18" fmla="*/ 1698 w 242"/>
                <a:gd name="T19" fmla="*/ 884 h 148"/>
                <a:gd name="T20" fmla="*/ 1626 w 242"/>
                <a:gd name="T21" fmla="*/ 798 h 148"/>
                <a:gd name="T22" fmla="*/ 1555 w 242"/>
                <a:gd name="T23" fmla="*/ 717 h 148"/>
                <a:gd name="T24" fmla="*/ 1590 w 242"/>
                <a:gd name="T25" fmla="*/ 464 h 148"/>
                <a:gd name="T26" fmla="*/ 1441 w 242"/>
                <a:gd name="T27" fmla="*/ 297 h 148"/>
                <a:gd name="T28" fmla="*/ 1040 w 242"/>
                <a:gd name="T29" fmla="*/ 280 h 148"/>
                <a:gd name="T30" fmla="*/ 774 w 242"/>
                <a:gd name="T31" fmla="*/ 183 h 148"/>
                <a:gd name="T32" fmla="*/ 497 w 242"/>
                <a:gd name="T33" fmla="*/ 0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2" h="148">
                  <a:moveTo>
                    <a:pt x="5" y="32"/>
                  </a:moveTo>
                  <a:cubicBezTo>
                    <a:pt x="4" y="48"/>
                    <a:pt x="0" y="71"/>
                    <a:pt x="18" y="78"/>
                  </a:cubicBezTo>
                  <a:cubicBezTo>
                    <a:pt x="32" y="83"/>
                    <a:pt x="40" y="93"/>
                    <a:pt x="52" y="100"/>
                  </a:cubicBezTo>
                  <a:cubicBezTo>
                    <a:pt x="57" y="103"/>
                    <a:pt x="64" y="106"/>
                    <a:pt x="69" y="106"/>
                  </a:cubicBezTo>
                  <a:cubicBezTo>
                    <a:pt x="74" y="107"/>
                    <a:pt x="78" y="105"/>
                    <a:pt x="83" y="105"/>
                  </a:cubicBezTo>
                  <a:cubicBezTo>
                    <a:pt x="96" y="106"/>
                    <a:pt x="107" y="116"/>
                    <a:pt x="119" y="117"/>
                  </a:cubicBezTo>
                  <a:cubicBezTo>
                    <a:pt x="134" y="119"/>
                    <a:pt x="146" y="111"/>
                    <a:pt x="160" y="116"/>
                  </a:cubicBezTo>
                  <a:cubicBezTo>
                    <a:pt x="172" y="120"/>
                    <a:pt x="185" y="127"/>
                    <a:pt x="195" y="134"/>
                  </a:cubicBezTo>
                  <a:cubicBezTo>
                    <a:pt x="205" y="140"/>
                    <a:pt x="220" y="148"/>
                    <a:pt x="231" y="138"/>
                  </a:cubicBezTo>
                  <a:cubicBezTo>
                    <a:pt x="240" y="130"/>
                    <a:pt x="242" y="112"/>
                    <a:pt x="235" y="101"/>
                  </a:cubicBezTo>
                  <a:cubicBezTo>
                    <a:pt x="232" y="97"/>
                    <a:pt x="228" y="94"/>
                    <a:pt x="225" y="91"/>
                  </a:cubicBezTo>
                  <a:cubicBezTo>
                    <a:pt x="223" y="87"/>
                    <a:pt x="217" y="85"/>
                    <a:pt x="215" y="82"/>
                  </a:cubicBezTo>
                  <a:cubicBezTo>
                    <a:pt x="209" y="73"/>
                    <a:pt x="220" y="62"/>
                    <a:pt x="220" y="53"/>
                  </a:cubicBezTo>
                  <a:cubicBezTo>
                    <a:pt x="219" y="42"/>
                    <a:pt x="208" y="38"/>
                    <a:pt x="199" y="34"/>
                  </a:cubicBezTo>
                  <a:cubicBezTo>
                    <a:pt x="181" y="26"/>
                    <a:pt x="163" y="32"/>
                    <a:pt x="144" y="32"/>
                  </a:cubicBezTo>
                  <a:cubicBezTo>
                    <a:pt x="130" y="32"/>
                    <a:pt x="118" y="28"/>
                    <a:pt x="107" y="21"/>
                  </a:cubicBezTo>
                  <a:cubicBezTo>
                    <a:pt x="94" y="14"/>
                    <a:pt x="83" y="2"/>
                    <a:pt x="69" y="0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41" name="Freeform 1669">
              <a:extLst>
                <a:ext uri="{FF2B5EF4-FFF2-40B4-BE49-F238E27FC236}">
                  <a16:creationId xmlns:a16="http://schemas.microsoft.com/office/drawing/2014/main" id="{11C5934F-04BB-43EB-96AA-807AF5EB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647"/>
              <a:ext cx="83" cy="99"/>
            </a:xfrm>
            <a:custGeom>
              <a:avLst/>
              <a:gdLst>
                <a:gd name="T0" fmla="*/ 164 w 43"/>
                <a:gd name="T1" fmla="*/ 89 h 48"/>
                <a:gd name="T2" fmla="*/ 216 w 43"/>
                <a:gd name="T3" fmla="*/ 72 h 48"/>
                <a:gd name="T4" fmla="*/ 293 w 43"/>
                <a:gd name="T5" fmla="*/ 80 h 48"/>
                <a:gd name="T6" fmla="*/ 288 w 43"/>
                <a:gd name="T7" fmla="*/ 149 h 48"/>
                <a:gd name="T8" fmla="*/ 264 w 43"/>
                <a:gd name="T9" fmla="*/ 184 h 48"/>
                <a:gd name="T10" fmla="*/ 264 w 43"/>
                <a:gd name="T11" fmla="*/ 239 h 48"/>
                <a:gd name="T12" fmla="*/ 232 w 43"/>
                <a:gd name="T13" fmla="*/ 289 h 48"/>
                <a:gd name="T14" fmla="*/ 201 w 43"/>
                <a:gd name="T15" fmla="*/ 332 h 48"/>
                <a:gd name="T16" fmla="*/ 187 w 43"/>
                <a:gd name="T17" fmla="*/ 404 h 48"/>
                <a:gd name="T18" fmla="*/ 131 w 43"/>
                <a:gd name="T19" fmla="*/ 404 h 48"/>
                <a:gd name="T20" fmla="*/ 85 w 43"/>
                <a:gd name="T21" fmla="*/ 361 h 48"/>
                <a:gd name="T22" fmla="*/ 44 w 43"/>
                <a:gd name="T23" fmla="*/ 340 h 48"/>
                <a:gd name="T24" fmla="*/ 52 w 43"/>
                <a:gd name="T25" fmla="*/ 316 h 48"/>
                <a:gd name="T26" fmla="*/ 29 w 43"/>
                <a:gd name="T27" fmla="*/ 297 h 48"/>
                <a:gd name="T28" fmla="*/ 23 w 43"/>
                <a:gd name="T29" fmla="*/ 239 h 48"/>
                <a:gd name="T30" fmla="*/ 8 w 43"/>
                <a:gd name="T31" fmla="*/ 221 h 48"/>
                <a:gd name="T32" fmla="*/ 8 w 43"/>
                <a:gd name="T33" fmla="*/ 165 h 48"/>
                <a:gd name="T34" fmla="*/ 44 w 43"/>
                <a:gd name="T35" fmla="*/ 124 h 48"/>
                <a:gd name="T36" fmla="*/ 52 w 43"/>
                <a:gd name="T37" fmla="*/ 43 h 48"/>
                <a:gd name="T38" fmla="*/ 116 w 43"/>
                <a:gd name="T39" fmla="*/ 43 h 48"/>
                <a:gd name="T40" fmla="*/ 124 w 43"/>
                <a:gd name="T41" fmla="*/ 80 h 48"/>
                <a:gd name="T42" fmla="*/ 164 w 43"/>
                <a:gd name="T43" fmla="*/ 89 h 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3" h="48">
                  <a:moveTo>
                    <a:pt x="23" y="10"/>
                  </a:moveTo>
                  <a:cubicBezTo>
                    <a:pt x="27" y="12"/>
                    <a:pt x="26" y="12"/>
                    <a:pt x="30" y="8"/>
                  </a:cubicBezTo>
                  <a:cubicBezTo>
                    <a:pt x="33" y="5"/>
                    <a:pt x="38" y="5"/>
                    <a:pt x="41" y="9"/>
                  </a:cubicBezTo>
                  <a:cubicBezTo>
                    <a:pt x="43" y="11"/>
                    <a:pt x="43" y="14"/>
                    <a:pt x="40" y="17"/>
                  </a:cubicBezTo>
                  <a:cubicBezTo>
                    <a:pt x="38" y="19"/>
                    <a:pt x="35" y="17"/>
                    <a:pt x="37" y="21"/>
                  </a:cubicBezTo>
                  <a:cubicBezTo>
                    <a:pt x="38" y="23"/>
                    <a:pt x="41" y="25"/>
                    <a:pt x="37" y="27"/>
                  </a:cubicBezTo>
                  <a:cubicBezTo>
                    <a:pt x="34" y="30"/>
                    <a:pt x="33" y="28"/>
                    <a:pt x="32" y="33"/>
                  </a:cubicBezTo>
                  <a:cubicBezTo>
                    <a:pt x="31" y="37"/>
                    <a:pt x="32" y="36"/>
                    <a:pt x="28" y="38"/>
                  </a:cubicBezTo>
                  <a:cubicBezTo>
                    <a:pt x="25" y="40"/>
                    <a:pt x="28" y="43"/>
                    <a:pt x="26" y="46"/>
                  </a:cubicBezTo>
                  <a:cubicBezTo>
                    <a:pt x="24" y="48"/>
                    <a:pt x="20" y="47"/>
                    <a:pt x="18" y="46"/>
                  </a:cubicBezTo>
                  <a:cubicBezTo>
                    <a:pt x="15" y="44"/>
                    <a:pt x="15" y="41"/>
                    <a:pt x="12" y="41"/>
                  </a:cubicBezTo>
                  <a:cubicBezTo>
                    <a:pt x="10" y="41"/>
                    <a:pt x="7" y="43"/>
                    <a:pt x="6" y="39"/>
                  </a:cubicBezTo>
                  <a:cubicBezTo>
                    <a:pt x="6" y="38"/>
                    <a:pt x="7" y="37"/>
                    <a:pt x="7" y="36"/>
                  </a:cubicBezTo>
                  <a:cubicBezTo>
                    <a:pt x="6" y="33"/>
                    <a:pt x="5" y="35"/>
                    <a:pt x="4" y="34"/>
                  </a:cubicBezTo>
                  <a:cubicBezTo>
                    <a:pt x="2" y="31"/>
                    <a:pt x="4" y="30"/>
                    <a:pt x="3" y="27"/>
                  </a:cubicBezTo>
                  <a:cubicBezTo>
                    <a:pt x="3" y="26"/>
                    <a:pt x="1" y="26"/>
                    <a:pt x="1" y="25"/>
                  </a:cubicBezTo>
                  <a:cubicBezTo>
                    <a:pt x="0" y="23"/>
                    <a:pt x="0" y="21"/>
                    <a:pt x="1" y="19"/>
                  </a:cubicBezTo>
                  <a:cubicBezTo>
                    <a:pt x="2" y="16"/>
                    <a:pt x="4" y="16"/>
                    <a:pt x="6" y="14"/>
                  </a:cubicBezTo>
                  <a:cubicBezTo>
                    <a:pt x="7" y="12"/>
                    <a:pt x="6" y="7"/>
                    <a:pt x="7" y="5"/>
                  </a:cubicBezTo>
                  <a:cubicBezTo>
                    <a:pt x="10" y="0"/>
                    <a:pt x="14" y="1"/>
                    <a:pt x="16" y="5"/>
                  </a:cubicBezTo>
                  <a:cubicBezTo>
                    <a:pt x="16" y="7"/>
                    <a:pt x="16" y="8"/>
                    <a:pt x="17" y="9"/>
                  </a:cubicBezTo>
                  <a:cubicBezTo>
                    <a:pt x="19" y="11"/>
                    <a:pt x="21" y="9"/>
                    <a:pt x="23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42" name="Freeform 1670">
              <a:extLst>
                <a:ext uri="{FF2B5EF4-FFF2-40B4-BE49-F238E27FC236}">
                  <a16:creationId xmlns:a16="http://schemas.microsoft.com/office/drawing/2014/main" id="{12014F94-463B-4991-B3D2-2AF7095CE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662"/>
              <a:ext cx="19" cy="29"/>
            </a:xfrm>
            <a:custGeom>
              <a:avLst/>
              <a:gdLst>
                <a:gd name="T0" fmla="*/ 40 w 10"/>
                <a:gd name="T1" fmla="*/ 17 h 14"/>
                <a:gd name="T2" fmla="*/ 55 w 10"/>
                <a:gd name="T3" fmla="*/ 73 h 14"/>
                <a:gd name="T4" fmla="*/ 36 w 10"/>
                <a:gd name="T5" fmla="*/ 91 h 14"/>
                <a:gd name="T6" fmla="*/ 0 w 10"/>
                <a:gd name="T7" fmla="*/ 124 h 14"/>
                <a:gd name="T8" fmla="*/ 21 w 10"/>
                <a:gd name="T9" fmla="*/ 81 h 14"/>
                <a:gd name="T10" fmla="*/ 40 w 10"/>
                <a:gd name="T11" fmla="*/ 44 h 14"/>
                <a:gd name="T12" fmla="*/ 29 w 1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4">
                  <a:moveTo>
                    <a:pt x="6" y="2"/>
                  </a:moveTo>
                  <a:cubicBezTo>
                    <a:pt x="9" y="2"/>
                    <a:pt x="10" y="7"/>
                    <a:pt x="8" y="8"/>
                  </a:cubicBezTo>
                  <a:cubicBezTo>
                    <a:pt x="7" y="9"/>
                    <a:pt x="6" y="10"/>
                    <a:pt x="5" y="10"/>
                  </a:cubicBezTo>
                  <a:cubicBezTo>
                    <a:pt x="3" y="11"/>
                    <a:pt x="1" y="12"/>
                    <a:pt x="0" y="14"/>
                  </a:cubicBezTo>
                  <a:cubicBezTo>
                    <a:pt x="0" y="12"/>
                    <a:pt x="1" y="10"/>
                    <a:pt x="3" y="9"/>
                  </a:cubicBezTo>
                  <a:cubicBezTo>
                    <a:pt x="4" y="8"/>
                    <a:pt x="6" y="7"/>
                    <a:pt x="6" y="5"/>
                  </a:cubicBezTo>
                  <a:cubicBezTo>
                    <a:pt x="6" y="3"/>
                    <a:pt x="5" y="2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43" name="Freeform 1671">
              <a:extLst>
                <a:ext uri="{FF2B5EF4-FFF2-40B4-BE49-F238E27FC236}">
                  <a16:creationId xmlns:a16="http://schemas.microsoft.com/office/drawing/2014/main" id="{DC7A7C85-BC98-4F8A-96C6-E32239613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689"/>
              <a:ext cx="19" cy="37"/>
            </a:xfrm>
            <a:custGeom>
              <a:avLst/>
              <a:gdLst>
                <a:gd name="T0" fmla="*/ 55 w 10"/>
                <a:gd name="T1" fmla="*/ 0 h 18"/>
                <a:gd name="T2" fmla="*/ 61 w 10"/>
                <a:gd name="T3" fmla="*/ 43 h 18"/>
                <a:gd name="T4" fmla="*/ 40 w 10"/>
                <a:gd name="T5" fmla="*/ 68 h 18"/>
                <a:gd name="T6" fmla="*/ 0 w 10"/>
                <a:gd name="T7" fmla="*/ 156 h 18"/>
                <a:gd name="T8" fmla="*/ 8 w 10"/>
                <a:gd name="T9" fmla="*/ 113 h 18"/>
                <a:gd name="T10" fmla="*/ 21 w 10"/>
                <a:gd name="T11" fmla="*/ 68 h 18"/>
                <a:gd name="T12" fmla="*/ 40 w 10"/>
                <a:gd name="T13" fmla="*/ 25 h 18"/>
                <a:gd name="T14" fmla="*/ 55 w 10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8">
                  <a:moveTo>
                    <a:pt x="8" y="0"/>
                  </a:moveTo>
                  <a:cubicBezTo>
                    <a:pt x="7" y="2"/>
                    <a:pt x="10" y="3"/>
                    <a:pt x="9" y="5"/>
                  </a:cubicBezTo>
                  <a:cubicBezTo>
                    <a:pt x="9" y="7"/>
                    <a:pt x="8" y="7"/>
                    <a:pt x="6" y="8"/>
                  </a:cubicBezTo>
                  <a:cubicBezTo>
                    <a:pt x="2" y="10"/>
                    <a:pt x="4" y="15"/>
                    <a:pt x="0" y="18"/>
                  </a:cubicBezTo>
                  <a:cubicBezTo>
                    <a:pt x="1" y="16"/>
                    <a:pt x="2" y="15"/>
                    <a:pt x="1" y="13"/>
                  </a:cubicBezTo>
                  <a:cubicBezTo>
                    <a:pt x="1" y="11"/>
                    <a:pt x="1" y="10"/>
                    <a:pt x="3" y="8"/>
                  </a:cubicBezTo>
                  <a:cubicBezTo>
                    <a:pt x="5" y="6"/>
                    <a:pt x="6" y="5"/>
                    <a:pt x="6" y="3"/>
                  </a:cubicBezTo>
                  <a:cubicBezTo>
                    <a:pt x="7" y="2"/>
                    <a:pt x="7" y="1"/>
                    <a:pt x="8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44" name="Freeform 1672">
              <a:extLst>
                <a:ext uri="{FF2B5EF4-FFF2-40B4-BE49-F238E27FC236}">
                  <a16:creationId xmlns:a16="http://schemas.microsoft.com/office/drawing/2014/main" id="{A05172C3-995F-495E-A9FA-0E7263FE8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722"/>
              <a:ext cx="18" cy="20"/>
            </a:xfrm>
            <a:custGeom>
              <a:avLst/>
              <a:gdLst>
                <a:gd name="T0" fmla="*/ 72 w 9"/>
                <a:gd name="T1" fmla="*/ 8 h 10"/>
                <a:gd name="T2" fmla="*/ 56 w 9"/>
                <a:gd name="T3" fmla="*/ 32 h 10"/>
                <a:gd name="T4" fmla="*/ 48 w 9"/>
                <a:gd name="T5" fmla="*/ 72 h 10"/>
                <a:gd name="T6" fmla="*/ 0 w 9"/>
                <a:gd name="T7" fmla="*/ 64 h 10"/>
                <a:gd name="T8" fmla="*/ 40 w 9"/>
                <a:gd name="T9" fmla="*/ 48 h 10"/>
                <a:gd name="T10" fmla="*/ 48 w 9"/>
                <a:gd name="T11" fmla="*/ 16 h 10"/>
                <a:gd name="T12" fmla="*/ 64 w 9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">
                  <a:moveTo>
                    <a:pt x="9" y="1"/>
                  </a:moveTo>
                  <a:cubicBezTo>
                    <a:pt x="8" y="2"/>
                    <a:pt x="7" y="3"/>
                    <a:pt x="7" y="4"/>
                  </a:cubicBezTo>
                  <a:cubicBezTo>
                    <a:pt x="7" y="5"/>
                    <a:pt x="7" y="7"/>
                    <a:pt x="6" y="9"/>
                  </a:cubicBezTo>
                  <a:cubicBezTo>
                    <a:pt x="5" y="10"/>
                    <a:pt x="1" y="10"/>
                    <a:pt x="0" y="8"/>
                  </a:cubicBezTo>
                  <a:cubicBezTo>
                    <a:pt x="3" y="10"/>
                    <a:pt x="5" y="7"/>
                    <a:pt x="5" y="6"/>
                  </a:cubicBezTo>
                  <a:cubicBezTo>
                    <a:pt x="6" y="4"/>
                    <a:pt x="5" y="3"/>
                    <a:pt x="6" y="2"/>
                  </a:cubicBezTo>
                  <a:cubicBezTo>
                    <a:pt x="7" y="1"/>
                    <a:pt x="8" y="1"/>
                    <a:pt x="8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45" name="Freeform 1673">
              <a:extLst>
                <a:ext uri="{FF2B5EF4-FFF2-40B4-BE49-F238E27FC236}">
                  <a16:creationId xmlns:a16="http://schemas.microsoft.com/office/drawing/2014/main" id="{35104370-A9E4-40A4-BD81-B7C42538F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707"/>
              <a:ext cx="17" cy="13"/>
            </a:xfrm>
            <a:custGeom>
              <a:avLst/>
              <a:gdLst>
                <a:gd name="T0" fmla="*/ 15 w 9"/>
                <a:gd name="T1" fmla="*/ 43 h 6"/>
                <a:gd name="T2" fmla="*/ 53 w 9"/>
                <a:gd name="T3" fmla="*/ 0 h 6"/>
                <a:gd name="T4" fmla="*/ 40 w 9"/>
                <a:gd name="T5" fmla="*/ 52 h 6"/>
                <a:gd name="T6" fmla="*/ 0 w 9"/>
                <a:gd name="T7" fmla="*/ 4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2" y="4"/>
                  </a:moveTo>
                  <a:cubicBezTo>
                    <a:pt x="5" y="3"/>
                    <a:pt x="7" y="2"/>
                    <a:pt x="8" y="0"/>
                  </a:cubicBezTo>
                  <a:cubicBezTo>
                    <a:pt x="7" y="2"/>
                    <a:pt x="9" y="4"/>
                    <a:pt x="6" y="5"/>
                  </a:cubicBezTo>
                  <a:cubicBezTo>
                    <a:pt x="4" y="6"/>
                    <a:pt x="2" y="5"/>
                    <a:pt x="0" y="4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46" name="Freeform 1674">
              <a:extLst>
                <a:ext uri="{FF2B5EF4-FFF2-40B4-BE49-F238E27FC236}">
                  <a16:creationId xmlns:a16="http://schemas.microsoft.com/office/drawing/2014/main" id="{D32DBCF7-91B6-459F-BB3C-1F1809834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652"/>
              <a:ext cx="21" cy="22"/>
            </a:xfrm>
            <a:custGeom>
              <a:avLst/>
              <a:gdLst>
                <a:gd name="T0" fmla="*/ 15 w 11"/>
                <a:gd name="T1" fmla="*/ 8 h 11"/>
                <a:gd name="T2" fmla="*/ 76 w 11"/>
                <a:gd name="T3" fmla="*/ 72 h 11"/>
                <a:gd name="T4" fmla="*/ 29 w 11"/>
                <a:gd name="T5" fmla="*/ 40 h 11"/>
                <a:gd name="T6" fmla="*/ 0 w 11"/>
                <a:gd name="T7" fmla="*/ 24 h 11"/>
                <a:gd name="T8" fmla="*/ 15 w 11"/>
                <a:gd name="T9" fmla="*/ 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1"/>
                  </a:moveTo>
                  <a:cubicBezTo>
                    <a:pt x="8" y="0"/>
                    <a:pt x="5" y="11"/>
                    <a:pt x="11" y="9"/>
                  </a:cubicBezTo>
                  <a:cubicBezTo>
                    <a:pt x="7" y="11"/>
                    <a:pt x="5" y="7"/>
                    <a:pt x="4" y="5"/>
                  </a:cubicBezTo>
                  <a:cubicBezTo>
                    <a:pt x="4" y="3"/>
                    <a:pt x="1" y="1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47" name="Freeform 1675">
              <a:extLst>
                <a:ext uri="{FF2B5EF4-FFF2-40B4-BE49-F238E27FC236}">
                  <a16:creationId xmlns:a16="http://schemas.microsoft.com/office/drawing/2014/main" id="{D48760B2-FD9C-448D-B588-919E0C5D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678"/>
              <a:ext cx="9" cy="15"/>
            </a:xfrm>
            <a:custGeom>
              <a:avLst/>
              <a:gdLst>
                <a:gd name="T0" fmla="*/ 29 w 5"/>
                <a:gd name="T1" fmla="*/ 0 h 7"/>
                <a:gd name="T2" fmla="*/ 13 w 5"/>
                <a:gd name="T3" fmla="*/ 69 h 7"/>
                <a:gd name="T4" fmla="*/ 23 w 5"/>
                <a:gd name="T5" fmla="*/ 28 h 7"/>
                <a:gd name="T6" fmla="*/ 29 w 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4" y="2"/>
                    <a:pt x="0" y="5"/>
                    <a:pt x="2" y="7"/>
                  </a:cubicBezTo>
                  <a:cubicBezTo>
                    <a:pt x="2" y="5"/>
                    <a:pt x="3" y="5"/>
                    <a:pt x="4" y="3"/>
                  </a:cubicBezTo>
                  <a:cubicBezTo>
                    <a:pt x="5" y="2"/>
                    <a:pt x="5" y="1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48" name="Freeform 1676">
              <a:extLst>
                <a:ext uri="{FF2B5EF4-FFF2-40B4-BE49-F238E27FC236}">
                  <a16:creationId xmlns:a16="http://schemas.microsoft.com/office/drawing/2014/main" id="{C6DF19C9-E569-463D-BDDF-5E95C88C8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722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40 w 5"/>
                <a:gd name="T3" fmla="*/ 32 h 5"/>
                <a:gd name="T4" fmla="*/ 8 w 5"/>
                <a:gd name="T5" fmla="*/ 40 h 5"/>
                <a:gd name="T6" fmla="*/ 8 w 5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2" y="1"/>
                    <a:pt x="3" y="3"/>
                    <a:pt x="5" y="4"/>
                  </a:cubicBezTo>
                  <a:cubicBezTo>
                    <a:pt x="4" y="5"/>
                    <a:pt x="2" y="4"/>
                    <a:pt x="1" y="5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49" name="Freeform 1677">
              <a:extLst>
                <a:ext uri="{FF2B5EF4-FFF2-40B4-BE49-F238E27FC236}">
                  <a16:creationId xmlns:a16="http://schemas.microsoft.com/office/drawing/2014/main" id="{20A84BB2-3C31-43B3-8BFD-C72315751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724"/>
              <a:ext cx="19" cy="16"/>
            </a:xfrm>
            <a:custGeom>
              <a:avLst/>
              <a:gdLst>
                <a:gd name="T0" fmla="*/ 0 w 10"/>
                <a:gd name="T1" fmla="*/ 24 h 8"/>
                <a:gd name="T2" fmla="*/ 36 w 10"/>
                <a:gd name="T3" fmla="*/ 48 h 8"/>
                <a:gd name="T4" fmla="*/ 68 w 10"/>
                <a:gd name="T5" fmla="*/ 64 h 8"/>
                <a:gd name="T6" fmla="*/ 36 w 10"/>
                <a:gd name="T7" fmla="*/ 8 h 8"/>
                <a:gd name="T8" fmla="*/ 0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0" y="3"/>
                  </a:moveTo>
                  <a:cubicBezTo>
                    <a:pt x="4" y="2"/>
                    <a:pt x="4" y="5"/>
                    <a:pt x="5" y="6"/>
                  </a:cubicBezTo>
                  <a:cubicBezTo>
                    <a:pt x="6" y="8"/>
                    <a:pt x="8" y="8"/>
                    <a:pt x="10" y="8"/>
                  </a:cubicBezTo>
                  <a:cubicBezTo>
                    <a:pt x="5" y="8"/>
                    <a:pt x="8" y="2"/>
                    <a:pt x="5" y="1"/>
                  </a:cubicBezTo>
                  <a:cubicBezTo>
                    <a:pt x="3" y="0"/>
                    <a:pt x="0" y="1"/>
                    <a:pt x="0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50" name="Freeform 1678">
              <a:extLst>
                <a:ext uri="{FF2B5EF4-FFF2-40B4-BE49-F238E27FC236}">
                  <a16:creationId xmlns:a16="http://schemas.microsoft.com/office/drawing/2014/main" id="{DCEF8665-EC35-4B89-B974-07710D046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678"/>
              <a:ext cx="23" cy="17"/>
            </a:xfrm>
            <a:custGeom>
              <a:avLst/>
              <a:gdLst>
                <a:gd name="T0" fmla="*/ 36 w 12"/>
                <a:gd name="T1" fmla="*/ 9 h 8"/>
                <a:gd name="T2" fmla="*/ 63 w 12"/>
                <a:gd name="T3" fmla="*/ 40 h 8"/>
                <a:gd name="T4" fmla="*/ 84 w 12"/>
                <a:gd name="T5" fmla="*/ 77 h 8"/>
                <a:gd name="T6" fmla="*/ 77 w 12"/>
                <a:gd name="T7" fmla="*/ 40 h 8"/>
                <a:gd name="T8" fmla="*/ 48 w 12"/>
                <a:gd name="T9" fmla="*/ 9 h 8"/>
                <a:gd name="T10" fmla="*/ 29 w 12"/>
                <a:gd name="T11" fmla="*/ 0 h 8"/>
                <a:gd name="T12" fmla="*/ 0 w 12"/>
                <a:gd name="T13" fmla="*/ 19 h 8"/>
                <a:gd name="T14" fmla="*/ 0 w 12"/>
                <a:gd name="T15" fmla="*/ 19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8">
                  <a:moveTo>
                    <a:pt x="5" y="1"/>
                  </a:moveTo>
                  <a:cubicBezTo>
                    <a:pt x="7" y="2"/>
                    <a:pt x="7" y="3"/>
                    <a:pt x="9" y="4"/>
                  </a:cubicBezTo>
                  <a:cubicBezTo>
                    <a:pt x="10" y="6"/>
                    <a:pt x="11" y="6"/>
                    <a:pt x="12" y="8"/>
                  </a:cubicBezTo>
                  <a:cubicBezTo>
                    <a:pt x="12" y="6"/>
                    <a:pt x="12" y="5"/>
                    <a:pt x="11" y="4"/>
                  </a:cubicBezTo>
                  <a:cubicBezTo>
                    <a:pt x="10" y="3"/>
                    <a:pt x="8" y="2"/>
                    <a:pt x="7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51" name="Freeform 1679">
              <a:extLst>
                <a:ext uri="{FF2B5EF4-FFF2-40B4-BE49-F238E27FC236}">
                  <a16:creationId xmlns:a16="http://schemas.microsoft.com/office/drawing/2014/main" id="{7D5A7148-5A61-4B6B-8855-DE3704A8F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728"/>
              <a:ext cx="10" cy="20"/>
            </a:xfrm>
            <a:custGeom>
              <a:avLst/>
              <a:gdLst>
                <a:gd name="T0" fmla="*/ 40 w 5"/>
                <a:gd name="T1" fmla="*/ 0 h 10"/>
                <a:gd name="T2" fmla="*/ 0 w 5"/>
                <a:gd name="T3" fmla="*/ 56 h 10"/>
                <a:gd name="T4" fmla="*/ 24 w 5"/>
                <a:gd name="T5" fmla="*/ 40 h 10"/>
                <a:gd name="T6" fmla="*/ 40 w 5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1"/>
                    <a:pt x="4" y="10"/>
                    <a:pt x="0" y="7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4" y="4"/>
                    <a:pt x="3" y="2"/>
                    <a:pt x="5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52" name="Freeform 1680">
              <a:extLst>
                <a:ext uri="{FF2B5EF4-FFF2-40B4-BE49-F238E27FC236}">
                  <a16:creationId xmlns:a16="http://schemas.microsoft.com/office/drawing/2014/main" id="{4EF606D9-0BD2-4418-BD19-4FE7650CB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666"/>
              <a:ext cx="16" cy="21"/>
            </a:xfrm>
            <a:custGeom>
              <a:avLst/>
              <a:gdLst>
                <a:gd name="T0" fmla="*/ 48 w 8"/>
                <a:gd name="T1" fmla="*/ 8 h 10"/>
                <a:gd name="T2" fmla="*/ 40 w 8"/>
                <a:gd name="T3" fmla="*/ 67 h 10"/>
                <a:gd name="T4" fmla="*/ 0 w 8"/>
                <a:gd name="T5" fmla="*/ 92 h 10"/>
                <a:gd name="T6" fmla="*/ 40 w 8"/>
                <a:gd name="T7" fmla="*/ 48 h 10"/>
                <a:gd name="T8" fmla="*/ 48 w 8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6" y="1"/>
                  </a:moveTo>
                  <a:cubicBezTo>
                    <a:pt x="8" y="2"/>
                    <a:pt x="7" y="5"/>
                    <a:pt x="5" y="7"/>
                  </a:cubicBezTo>
                  <a:cubicBezTo>
                    <a:pt x="4" y="8"/>
                    <a:pt x="0" y="9"/>
                    <a:pt x="0" y="10"/>
                  </a:cubicBezTo>
                  <a:cubicBezTo>
                    <a:pt x="1" y="8"/>
                    <a:pt x="3" y="7"/>
                    <a:pt x="5" y="5"/>
                  </a:cubicBezTo>
                  <a:cubicBezTo>
                    <a:pt x="6" y="4"/>
                    <a:pt x="6" y="2"/>
                    <a:pt x="6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53" name="Freeform 1681">
              <a:extLst>
                <a:ext uri="{FF2B5EF4-FFF2-40B4-BE49-F238E27FC236}">
                  <a16:creationId xmlns:a16="http://schemas.microsoft.com/office/drawing/2014/main" id="{8E489E35-64FD-4E1B-83C1-7F94549EF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689"/>
              <a:ext cx="10" cy="16"/>
            </a:xfrm>
            <a:custGeom>
              <a:avLst/>
              <a:gdLst>
                <a:gd name="T0" fmla="*/ 8 w 5"/>
                <a:gd name="T1" fmla="*/ 0 h 8"/>
                <a:gd name="T2" fmla="*/ 0 w 5"/>
                <a:gd name="T3" fmla="*/ 64 h 8"/>
                <a:gd name="T4" fmla="*/ 8 w 5"/>
                <a:gd name="T5" fmla="*/ 24 h 8"/>
                <a:gd name="T6" fmla="*/ 8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2" y="3"/>
                    <a:pt x="5" y="6"/>
                    <a:pt x="0" y="8"/>
                  </a:cubicBezTo>
                  <a:cubicBezTo>
                    <a:pt x="2" y="6"/>
                    <a:pt x="2" y="5"/>
                    <a:pt x="1" y="3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54" name="Freeform 1682">
              <a:extLst>
                <a:ext uri="{FF2B5EF4-FFF2-40B4-BE49-F238E27FC236}">
                  <a16:creationId xmlns:a16="http://schemas.microsoft.com/office/drawing/2014/main" id="{5B821A47-B833-4041-AFC5-AE89E07DB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722"/>
              <a:ext cx="8" cy="10"/>
            </a:xfrm>
            <a:custGeom>
              <a:avLst/>
              <a:gdLst>
                <a:gd name="T0" fmla="*/ 8 w 4"/>
                <a:gd name="T1" fmla="*/ 8 h 5"/>
                <a:gd name="T2" fmla="*/ 32 w 4"/>
                <a:gd name="T3" fmla="*/ 32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1" y="5"/>
                    <a:pt x="4" y="4"/>
                  </a:cubicBezTo>
                  <a:cubicBezTo>
                    <a:pt x="3" y="4"/>
                    <a:pt x="1" y="1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55" name="Freeform 1683">
              <a:extLst>
                <a:ext uri="{FF2B5EF4-FFF2-40B4-BE49-F238E27FC236}">
                  <a16:creationId xmlns:a16="http://schemas.microsoft.com/office/drawing/2014/main" id="{101D6C06-C71D-4E97-82CC-261706143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662"/>
              <a:ext cx="6" cy="23"/>
            </a:xfrm>
            <a:custGeom>
              <a:avLst/>
              <a:gdLst>
                <a:gd name="T0" fmla="*/ 16 w 3"/>
                <a:gd name="T1" fmla="*/ 8 h 11"/>
                <a:gd name="T2" fmla="*/ 16 w 3"/>
                <a:gd name="T3" fmla="*/ 56 h 11"/>
                <a:gd name="T4" fmla="*/ 8 w 3"/>
                <a:gd name="T5" fmla="*/ 100 h 11"/>
                <a:gd name="T6" fmla="*/ 24 w 3"/>
                <a:gd name="T7" fmla="*/ 44 h 11"/>
                <a:gd name="T8" fmla="*/ 16 w 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1">
                  <a:moveTo>
                    <a:pt x="2" y="1"/>
                  </a:moveTo>
                  <a:cubicBezTo>
                    <a:pt x="2" y="3"/>
                    <a:pt x="2" y="4"/>
                    <a:pt x="2" y="6"/>
                  </a:cubicBezTo>
                  <a:cubicBezTo>
                    <a:pt x="2" y="7"/>
                    <a:pt x="0" y="10"/>
                    <a:pt x="1" y="11"/>
                  </a:cubicBezTo>
                  <a:cubicBezTo>
                    <a:pt x="3" y="9"/>
                    <a:pt x="3" y="7"/>
                    <a:pt x="3" y="5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56" name="Freeform 1684">
              <a:extLst>
                <a:ext uri="{FF2B5EF4-FFF2-40B4-BE49-F238E27FC236}">
                  <a16:creationId xmlns:a16="http://schemas.microsoft.com/office/drawing/2014/main" id="{67F7B52A-307E-48C7-9E42-FF9915486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683"/>
              <a:ext cx="15" cy="8"/>
            </a:xfrm>
            <a:custGeom>
              <a:avLst/>
              <a:gdLst>
                <a:gd name="T0" fmla="*/ 0 w 8"/>
                <a:gd name="T1" fmla="*/ 8 h 4"/>
                <a:gd name="T2" fmla="*/ 28 w 8"/>
                <a:gd name="T3" fmla="*/ 8 h 4"/>
                <a:gd name="T4" fmla="*/ 53 w 8"/>
                <a:gd name="T5" fmla="*/ 32 h 4"/>
                <a:gd name="T6" fmla="*/ 28 w 8"/>
                <a:gd name="T7" fmla="*/ 16 h 4"/>
                <a:gd name="T8" fmla="*/ 0 w 8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6" y="1"/>
                    <a:pt x="7" y="3"/>
                    <a:pt x="8" y="4"/>
                  </a:cubicBezTo>
                  <a:cubicBezTo>
                    <a:pt x="6" y="3"/>
                    <a:pt x="6" y="2"/>
                    <a:pt x="4" y="2"/>
                  </a:cubicBezTo>
                  <a:cubicBezTo>
                    <a:pt x="3" y="2"/>
                    <a:pt x="1" y="2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57" name="Freeform 1685">
              <a:extLst>
                <a:ext uri="{FF2B5EF4-FFF2-40B4-BE49-F238E27FC236}">
                  <a16:creationId xmlns:a16="http://schemas.microsoft.com/office/drawing/2014/main" id="{F639ED38-A568-4408-980F-8F0183074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664"/>
              <a:ext cx="19" cy="14"/>
            </a:xfrm>
            <a:custGeom>
              <a:avLst/>
              <a:gdLst>
                <a:gd name="T0" fmla="*/ 0 w 10"/>
                <a:gd name="T1" fmla="*/ 32 h 7"/>
                <a:gd name="T2" fmla="*/ 68 w 10"/>
                <a:gd name="T3" fmla="*/ 0 h 7"/>
                <a:gd name="T4" fmla="*/ 15 w 10"/>
                <a:gd name="T5" fmla="*/ 3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4"/>
                  </a:moveTo>
                  <a:cubicBezTo>
                    <a:pt x="5" y="5"/>
                    <a:pt x="7" y="2"/>
                    <a:pt x="10" y="0"/>
                  </a:cubicBezTo>
                  <a:cubicBezTo>
                    <a:pt x="8" y="1"/>
                    <a:pt x="5" y="7"/>
                    <a:pt x="2" y="4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58" name="Freeform 1686">
              <a:extLst>
                <a:ext uri="{FF2B5EF4-FFF2-40B4-BE49-F238E27FC236}">
                  <a16:creationId xmlns:a16="http://schemas.microsoft.com/office/drawing/2014/main" id="{70A7C2D6-479F-4235-AF0E-51A0FEDF9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647"/>
              <a:ext cx="83" cy="99"/>
            </a:xfrm>
            <a:custGeom>
              <a:avLst/>
              <a:gdLst>
                <a:gd name="T0" fmla="*/ 164 w 43"/>
                <a:gd name="T1" fmla="*/ 89 h 48"/>
                <a:gd name="T2" fmla="*/ 216 w 43"/>
                <a:gd name="T3" fmla="*/ 72 h 48"/>
                <a:gd name="T4" fmla="*/ 293 w 43"/>
                <a:gd name="T5" fmla="*/ 80 h 48"/>
                <a:gd name="T6" fmla="*/ 288 w 43"/>
                <a:gd name="T7" fmla="*/ 149 h 48"/>
                <a:gd name="T8" fmla="*/ 264 w 43"/>
                <a:gd name="T9" fmla="*/ 184 h 48"/>
                <a:gd name="T10" fmla="*/ 264 w 43"/>
                <a:gd name="T11" fmla="*/ 239 h 48"/>
                <a:gd name="T12" fmla="*/ 232 w 43"/>
                <a:gd name="T13" fmla="*/ 289 h 48"/>
                <a:gd name="T14" fmla="*/ 201 w 43"/>
                <a:gd name="T15" fmla="*/ 332 h 48"/>
                <a:gd name="T16" fmla="*/ 187 w 43"/>
                <a:gd name="T17" fmla="*/ 404 h 48"/>
                <a:gd name="T18" fmla="*/ 131 w 43"/>
                <a:gd name="T19" fmla="*/ 404 h 48"/>
                <a:gd name="T20" fmla="*/ 85 w 43"/>
                <a:gd name="T21" fmla="*/ 361 h 48"/>
                <a:gd name="T22" fmla="*/ 44 w 43"/>
                <a:gd name="T23" fmla="*/ 340 h 48"/>
                <a:gd name="T24" fmla="*/ 52 w 43"/>
                <a:gd name="T25" fmla="*/ 316 h 48"/>
                <a:gd name="T26" fmla="*/ 29 w 43"/>
                <a:gd name="T27" fmla="*/ 297 h 48"/>
                <a:gd name="T28" fmla="*/ 23 w 43"/>
                <a:gd name="T29" fmla="*/ 239 h 48"/>
                <a:gd name="T30" fmla="*/ 8 w 43"/>
                <a:gd name="T31" fmla="*/ 221 h 48"/>
                <a:gd name="T32" fmla="*/ 8 w 43"/>
                <a:gd name="T33" fmla="*/ 165 h 48"/>
                <a:gd name="T34" fmla="*/ 44 w 43"/>
                <a:gd name="T35" fmla="*/ 124 h 48"/>
                <a:gd name="T36" fmla="*/ 52 w 43"/>
                <a:gd name="T37" fmla="*/ 43 h 48"/>
                <a:gd name="T38" fmla="*/ 116 w 43"/>
                <a:gd name="T39" fmla="*/ 43 h 48"/>
                <a:gd name="T40" fmla="*/ 124 w 43"/>
                <a:gd name="T41" fmla="*/ 80 h 48"/>
                <a:gd name="T42" fmla="*/ 164 w 43"/>
                <a:gd name="T43" fmla="*/ 89 h 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3" h="48">
                  <a:moveTo>
                    <a:pt x="23" y="10"/>
                  </a:moveTo>
                  <a:cubicBezTo>
                    <a:pt x="27" y="12"/>
                    <a:pt x="26" y="12"/>
                    <a:pt x="30" y="8"/>
                  </a:cubicBezTo>
                  <a:cubicBezTo>
                    <a:pt x="33" y="5"/>
                    <a:pt x="38" y="5"/>
                    <a:pt x="41" y="9"/>
                  </a:cubicBezTo>
                  <a:cubicBezTo>
                    <a:pt x="43" y="11"/>
                    <a:pt x="43" y="14"/>
                    <a:pt x="40" y="17"/>
                  </a:cubicBezTo>
                  <a:cubicBezTo>
                    <a:pt x="38" y="19"/>
                    <a:pt x="35" y="17"/>
                    <a:pt x="37" y="21"/>
                  </a:cubicBezTo>
                  <a:cubicBezTo>
                    <a:pt x="38" y="23"/>
                    <a:pt x="41" y="25"/>
                    <a:pt x="37" y="27"/>
                  </a:cubicBezTo>
                  <a:cubicBezTo>
                    <a:pt x="34" y="30"/>
                    <a:pt x="33" y="28"/>
                    <a:pt x="32" y="33"/>
                  </a:cubicBezTo>
                  <a:cubicBezTo>
                    <a:pt x="31" y="37"/>
                    <a:pt x="32" y="36"/>
                    <a:pt x="28" y="38"/>
                  </a:cubicBezTo>
                  <a:cubicBezTo>
                    <a:pt x="25" y="40"/>
                    <a:pt x="28" y="43"/>
                    <a:pt x="26" y="46"/>
                  </a:cubicBezTo>
                  <a:cubicBezTo>
                    <a:pt x="24" y="48"/>
                    <a:pt x="20" y="47"/>
                    <a:pt x="18" y="46"/>
                  </a:cubicBezTo>
                  <a:cubicBezTo>
                    <a:pt x="15" y="44"/>
                    <a:pt x="15" y="41"/>
                    <a:pt x="12" y="41"/>
                  </a:cubicBezTo>
                  <a:cubicBezTo>
                    <a:pt x="10" y="41"/>
                    <a:pt x="7" y="43"/>
                    <a:pt x="6" y="39"/>
                  </a:cubicBezTo>
                  <a:cubicBezTo>
                    <a:pt x="6" y="38"/>
                    <a:pt x="7" y="37"/>
                    <a:pt x="7" y="36"/>
                  </a:cubicBezTo>
                  <a:cubicBezTo>
                    <a:pt x="6" y="33"/>
                    <a:pt x="5" y="35"/>
                    <a:pt x="4" y="34"/>
                  </a:cubicBezTo>
                  <a:cubicBezTo>
                    <a:pt x="2" y="31"/>
                    <a:pt x="4" y="30"/>
                    <a:pt x="3" y="27"/>
                  </a:cubicBezTo>
                  <a:cubicBezTo>
                    <a:pt x="3" y="26"/>
                    <a:pt x="1" y="26"/>
                    <a:pt x="1" y="25"/>
                  </a:cubicBezTo>
                  <a:cubicBezTo>
                    <a:pt x="0" y="23"/>
                    <a:pt x="0" y="21"/>
                    <a:pt x="1" y="19"/>
                  </a:cubicBezTo>
                  <a:cubicBezTo>
                    <a:pt x="2" y="16"/>
                    <a:pt x="4" y="16"/>
                    <a:pt x="6" y="14"/>
                  </a:cubicBezTo>
                  <a:cubicBezTo>
                    <a:pt x="7" y="12"/>
                    <a:pt x="6" y="7"/>
                    <a:pt x="7" y="5"/>
                  </a:cubicBezTo>
                  <a:cubicBezTo>
                    <a:pt x="10" y="0"/>
                    <a:pt x="14" y="1"/>
                    <a:pt x="16" y="5"/>
                  </a:cubicBezTo>
                  <a:cubicBezTo>
                    <a:pt x="16" y="7"/>
                    <a:pt x="16" y="8"/>
                    <a:pt x="17" y="9"/>
                  </a:cubicBezTo>
                  <a:cubicBezTo>
                    <a:pt x="19" y="11"/>
                    <a:pt x="21" y="9"/>
                    <a:pt x="23" y="1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59" name="Freeform 1687">
              <a:extLst>
                <a:ext uri="{FF2B5EF4-FFF2-40B4-BE49-F238E27FC236}">
                  <a16:creationId xmlns:a16="http://schemas.microsoft.com/office/drawing/2014/main" id="{4E39635F-EA61-47C7-AA17-C5C881CF2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685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0"/>
                    <a:pt x="0" y="2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60" name="Freeform 1688">
              <a:extLst>
                <a:ext uri="{FF2B5EF4-FFF2-40B4-BE49-F238E27FC236}">
                  <a16:creationId xmlns:a16="http://schemas.microsoft.com/office/drawing/2014/main" id="{B07F07EA-4146-4E3F-9E43-F01620DAD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672"/>
              <a:ext cx="4" cy="15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3"/>
                    <a:pt x="1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61" name="Freeform 1689">
              <a:extLst>
                <a:ext uri="{FF2B5EF4-FFF2-40B4-BE49-F238E27FC236}">
                  <a16:creationId xmlns:a16="http://schemas.microsoft.com/office/drawing/2014/main" id="{7C725B75-49AA-4866-A3EB-AC87F021C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707"/>
              <a:ext cx="15" cy="11"/>
            </a:xfrm>
            <a:custGeom>
              <a:avLst/>
              <a:gdLst>
                <a:gd name="T0" fmla="*/ 0 w 8"/>
                <a:gd name="T1" fmla="*/ 33 h 5"/>
                <a:gd name="T2" fmla="*/ 53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3" y="5"/>
                    <a:pt x="7" y="4"/>
                    <a:pt x="8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62" name="Freeform 1690">
              <a:extLst>
                <a:ext uri="{FF2B5EF4-FFF2-40B4-BE49-F238E27FC236}">
                  <a16:creationId xmlns:a16="http://schemas.microsoft.com/office/drawing/2014/main" id="{8CF3025E-77D8-42D6-B65E-BAA46C81E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680"/>
              <a:ext cx="25" cy="15"/>
            </a:xfrm>
            <a:custGeom>
              <a:avLst/>
              <a:gdLst>
                <a:gd name="T0" fmla="*/ 0 w 13"/>
                <a:gd name="T1" fmla="*/ 9 h 7"/>
                <a:gd name="T2" fmla="*/ 23 w 13"/>
                <a:gd name="T3" fmla="*/ 9 h 7"/>
                <a:gd name="T4" fmla="*/ 56 w 13"/>
                <a:gd name="T5" fmla="*/ 9 h 7"/>
                <a:gd name="T6" fmla="*/ 77 w 13"/>
                <a:gd name="T7" fmla="*/ 51 h 7"/>
                <a:gd name="T8" fmla="*/ 92 w 13"/>
                <a:gd name="T9" fmla="*/ 6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0" y="1"/>
                  </a:moveTo>
                  <a:cubicBezTo>
                    <a:pt x="1" y="3"/>
                    <a:pt x="2" y="1"/>
                    <a:pt x="3" y="1"/>
                  </a:cubicBezTo>
                  <a:cubicBezTo>
                    <a:pt x="5" y="0"/>
                    <a:pt x="6" y="0"/>
                    <a:pt x="8" y="1"/>
                  </a:cubicBezTo>
                  <a:cubicBezTo>
                    <a:pt x="9" y="2"/>
                    <a:pt x="10" y="4"/>
                    <a:pt x="11" y="5"/>
                  </a:cubicBezTo>
                  <a:cubicBezTo>
                    <a:pt x="12" y="5"/>
                    <a:pt x="13" y="5"/>
                    <a:pt x="1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63" name="Freeform 1691">
              <a:extLst>
                <a:ext uri="{FF2B5EF4-FFF2-40B4-BE49-F238E27FC236}">
                  <a16:creationId xmlns:a16="http://schemas.microsoft.com/office/drawing/2014/main" id="{88EA7633-4366-49E4-BF62-4EDB20164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720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64" name="Freeform 1692">
              <a:extLst>
                <a:ext uri="{FF2B5EF4-FFF2-40B4-BE49-F238E27FC236}">
                  <a16:creationId xmlns:a16="http://schemas.microsoft.com/office/drawing/2014/main" id="{6E6B8BDB-2333-4A25-B46F-DBACC5F97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718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2" y="4"/>
                    <a:pt x="4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65" name="Freeform 1693">
              <a:extLst>
                <a:ext uri="{FF2B5EF4-FFF2-40B4-BE49-F238E27FC236}">
                  <a16:creationId xmlns:a16="http://schemas.microsoft.com/office/drawing/2014/main" id="{471600F2-0857-4551-A96D-1A5A89AB0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683"/>
              <a:ext cx="6" cy="4"/>
            </a:xfrm>
            <a:custGeom>
              <a:avLst/>
              <a:gdLst>
                <a:gd name="T0" fmla="*/ 16 w 3"/>
                <a:gd name="T1" fmla="*/ 0 h 2"/>
                <a:gd name="T2" fmla="*/ 0 w 3"/>
                <a:gd name="T3" fmla="*/ 16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66" name="Freeform 1694">
              <a:extLst>
                <a:ext uri="{FF2B5EF4-FFF2-40B4-BE49-F238E27FC236}">
                  <a16:creationId xmlns:a16="http://schemas.microsoft.com/office/drawing/2014/main" id="{C372AD73-B5EB-4150-9775-4EBB8BB7E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693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67" name="Freeform 1695">
              <a:extLst>
                <a:ext uri="{FF2B5EF4-FFF2-40B4-BE49-F238E27FC236}">
                  <a16:creationId xmlns:a16="http://schemas.microsoft.com/office/drawing/2014/main" id="{849065A5-F29D-49FB-8EAE-C9EE1E07C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705"/>
              <a:ext cx="6" cy="4"/>
            </a:xfrm>
            <a:custGeom>
              <a:avLst/>
              <a:gdLst>
                <a:gd name="T0" fmla="*/ 24 w 3"/>
                <a:gd name="T1" fmla="*/ 8 h 2"/>
                <a:gd name="T2" fmla="*/ 0 w 3"/>
                <a:gd name="T3" fmla="*/ 8 h 2"/>
                <a:gd name="T4" fmla="*/ 24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1" y="2"/>
                    <a:pt x="2" y="1"/>
                    <a:pt x="3" y="2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68" name="Freeform 1696">
              <a:extLst>
                <a:ext uri="{FF2B5EF4-FFF2-40B4-BE49-F238E27FC236}">
                  <a16:creationId xmlns:a16="http://schemas.microsoft.com/office/drawing/2014/main" id="{7A0E6CED-B0F4-4DAF-AEA1-99B9B2162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69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69" name="Freeform 1697">
              <a:extLst>
                <a:ext uri="{FF2B5EF4-FFF2-40B4-BE49-F238E27FC236}">
                  <a16:creationId xmlns:a16="http://schemas.microsoft.com/office/drawing/2014/main" id="{736E2E51-D40E-4734-9FCB-228D1F0DE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713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70" name="Freeform 1698">
              <a:extLst>
                <a:ext uri="{FF2B5EF4-FFF2-40B4-BE49-F238E27FC236}">
                  <a16:creationId xmlns:a16="http://schemas.microsoft.com/office/drawing/2014/main" id="{90D16A28-58DD-4507-A06E-0351688CF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724"/>
              <a:ext cx="4" cy="2"/>
            </a:xfrm>
            <a:custGeom>
              <a:avLst/>
              <a:gdLst>
                <a:gd name="T0" fmla="*/ 8 w 2"/>
                <a:gd name="T1" fmla="*/ 8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71" name="Freeform 1699">
              <a:extLst>
                <a:ext uri="{FF2B5EF4-FFF2-40B4-BE49-F238E27FC236}">
                  <a16:creationId xmlns:a16="http://schemas.microsoft.com/office/drawing/2014/main" id="{23113DCA-D3B7-4B9A-8375-0BC1A5F9A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687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72" name="Freeform 1700">
              <a:extLst>
                <a:ext uri="{FF2B5EF4-FFF2-40B4-BE49-F238E27FC236}">
                  <a16:creationId xmlns:a16="http://schemas.microsoft.com/office/drawing/2014/main" id="{AE1086B6-AB86-490D-84F0-E978AFBF7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742"/>
              <a:ext cx="118" cy="101"/>
            </a:xfrm>
            <a:custGeom>
              <a:avLst/>
              <a:gdLst>
                <a:gd name="T0" fmla="*/ 188 w 61"/>
                <a:gd name="T1" fmla="*/ 0 h 49"/>
                <a:gd name="T2" fmla="*/ 44 w 61"/>
                <a:gd name="T3" fmla="*/ 60 h 49"/>
                <a:gd name="T4" fmla="*/ 8 w 61"/>
                <a:gd name="T5" fmla="*/ 221 h 49"/>
                <a:gd name="T6" fmla="*/ 296 w 61"/>
                <a:gd name="T7" fmla="*/ 369 h 49"/>
                <a:gd name="T8" fmla="*/ 389 w 61"/>
                <a:gd name="T9" fmla="*/ 68 h 49"/>
                <a:gd name="T10" fmla="*/ 188 w 61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9">
                  <a:moveTo>
                    <a:pt x="26" y="0"/>
                  </a:moveTo>
                  <a:cubicBezTo>
                    <a:pt x="18" y="1"/>
                    <a:pt x="11" y="2"/>
                    <a:pt x="6" y="7"/>
                  </a:cubicBezTo>
                  <a:cubicBezTo>
                    <a:pt x="3" y="12"/>
                    <a:pt x="0" y="18"/>
                    <a:pt x="1" y="25"/>
                  </a:cubicBezTo>
                  <a:cubicBezTo>
                    <a:pt x="4" y="40"/>
                    <a:pt x="24" y="49"/>
                    <a:pt x="41" y="42"/>
                  </a:cubicBezTo>
                  <a:cubicBezTo>
                    <a:pt x="58" y="35"/>
                    <a:pt x="61" y="17"/>
                    <a:pt x="54" y="8"/>
                  </a:cubicBezTo>
                  <a:cubicBezTo>
                    <a:pt x="47" y="0"/>
                    <a:pt x="41" y="0"/>
                    <a:pt x="26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73" name="Freeform 1701">
              <a:extLst>
                <a:ext uri="{FF2B5EF4-FFF2-40B4-BE49-F238E27FC236}">
                  <a16:creationId xmlns:a16="http://schemas.microsoft.com/office/drawing/2014/main" id="{E6EF1401-23B5-4900-9255-97B78A256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748"/>
              <a:ext cx="89" cy="87"/>
            </a:xfrm>
            <a:custGeom>
              <a:avLst/>
              <a:gdLst>
                <a:gd name="T0" fmla="*/ 281 w 46"/>
                <a:gd name="T1" fmla="*/ 52 h 42"/>
                <a:gd name="T2" fmla="*/ 232 w 46"/>
                <a:gd name="T3" fmla="*/ 0 h 42"/>
                <a:gd name="T4" fmla="*/ 277 w 46"/>
                <a:gd name="T5" fmla="*/ 44 h 42"/>
                <a:gd name="T6" fmla="*/ 180 w 46"/>
                <a:gd name="T7" fmla="*/ 331 h 42"/>
                <a:gd name="T8" fmla="*/ 0 w 46"/>
                <a:gd name="T9" fmla="*/ 331 h 42"/>
                <a:gd name="T10" fmla="*/ 195 w 46"/>
                <a:gd name="T11" fmla="*/ 340 h 42"/>
                <a:gd name="T12" fmla="*/ 281 w 46"/>
                <a:gd name="T13" fmla="*/ 5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39" y="6"/>
                  </a:moveTo>
                  <a:cubicBezTo>
                    <a:pt x="37" y="3"/>
                    <a:pt x="34" y="1"/>
                    <a:pt x="32" y="0"/>
                  </a:cubicBezTo>
                  <a:cubicBezTo>
                    <a:pt x="34" y="1"/>
                    <a:pt x="36" y="3"/>
                    <a:pt x="38" y="5"/>
                  </a:cubicBezTo>
                  <a:cubicBezTo>
                    <a:pt x="44" y="13"/>
                    <a:pt x="41" y="30"/>
                    <a:pt x="25" y="37"/>
                  </a:cubicBezTo>
                  <a:cubicBezTo>
                    <a:pt x="16" y="40"/>
                    <a:pt x="7" y="40"/>
                    <a:pt x="0" y="37"/>
                  </a:cubicBezTo>
                  <a:cubicBezTo>
                    <a:pt x="7" y="41"/>
                    <a:pt x="18" y="42"/>
                    <a:pt x="27" y="38"/>
                  </a:cubicBezTo>
                  <a:cubicBezTo>
                    <a:pt x="43" y="31"/>
                    <a:pt x="46" y="14"/>
                    <a:pt x="3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74" name="Freeform 1702">
              <a:extLst>
                <a:ext uri="{FF2B5EF4-FFF2-40B4-BE49-F238E27FC236}">
                  <a16:creationId xmlns:a16="http://schemas.microsoft.com/office/drawing/2014/main" id="{84E76FB5-FCE7-4F94-9A9E-0ADA801AF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744"/>
              <a:ext cx="87" cy="81"/>
            </a:xfrm>
            <a:custGeom>
              <a:avLst/>
              <a:gdLst>
                <a:gd name="T0" fmla="*/ 23 w 45"/>
                <a:gd name="T1" fmla="*/ 224 h 39"/>
                <a:gd name="T2" fmla="*/ 56 w 45"/>
                <a:gd name="T3" fmla="*/ 73 h 39"/>
                <a:gd name="T4" fmla="*/ 188 w 45"/>
                <a:gd name="T5" fmla="*/ 8 h 39"/>
                <a:gd name="T6" fmla="*/ 325 w 45"/>
                <a:gd name="T7" fmla="*/ 17 h 39"/>
                <a:gd name="T8" fmla="*/ 172 w 45"/>
                <a:gd name="T9" fmla="*/ 0 h 39"/>
                <a:gd name="T10" fmla="*/ 44 w 45"/>
                <a:gd name="T11" fmla="*/ 64 h 39"/>
                <a:gd name="T12" fmla="*/ 8 w 45"/>
                <a:gd name="T13" fmla="*/ 216 h 39"/>
                <a:gd name="T14" fmla="*/ 108 w 45"/>
                <a:gd name="T15" fmla="*/ 349 h 39"/>
                <a:gd name="T16" fmla="*/ 23 w 45"/>
                <a:gd name="T17" fmla="*/ 224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9">
                  <a:moveTo>
                    <a:pt x="3" y="25"/>
                  </a:moveTo>
                  <a:cubicBezTo>
                    <a:pt x="2" y="18"/>
                    <a:pt x="4" y="12"/>
                    <a:pt x="8" y="8"/>
                  </a:cubicBezTo>
                  <a:cubicBezTo>
                    <a:pt x="12" y="2"/>
                    <a:pt x="19" y="1"/>
                    <a:pt x="26" y="1"/>
                  </a:cubicBezTo>
                  <a:cubicBezTo>
                    <a:pt x="35" y="1"/>
                    <a:pt x="40" y="1"/>
                    <a:pt x="45" y="2"/>
                  </a:cubicBezTo>
                  <a:cubicBezTo>
                    <a:pt x="40" y="0"/>
                    <a:pt x="34" y="0"/>
                    <a:pt x="24" y="0"/>
                  </a:cubicBezTo>
                  <a:cubicBezTo>
                    <a:pt x="17" y="1"/>
                    <a:pt x="11" y="1"/>
                    <a:pt x="6" y="7"/>
                  </a:cubicBezTo>
                  <a:cubicBezTo>
                    <a:pt x="3" y="12"/>
                    <a:pt x="0" y="17"/>
                    <a:pt x="1" y="24"/>
                  </a:cubicBezTo>
                  <a:cubicBezTo>
                    <a:pt x="3" y="31"/>
                    <a:pt x="8" y="37"/>
                    <a:pt x="15" y="39"/>
                  </a:cubicBezTo>
                  <a:cubicBezTo>
                    <a:pt x="9" y="36"/>
                    <a:pt x="4" y="31"/>
                    <a:pt x="3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75" name="Freeform 1703">
              <a:extLst>
                <a:ext uri="{FF2B5EF4-FFF2-40B4-BE49-F238E27FC236}">
                  <a16:creationId xmlns:a16="http://schemas.microsoft.com/office/drawing/2014/main" id="{A196FFA1-1F03-4D10-9EA5-52CBCE67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757"/>
              <a:ext cx="77" cy="49"/>
            </a:xfrm>
            <a:custGeom>
              <a:avLst/>
              <a:gdLst>
                <a:gd name="T0" fmla="*/ 200 w 40"/>
                <a:gd name="T1" fmla="*/ 33 h 24"/>
                <a:gd name="T2" fmla="*/ 123 w 40"/>
                <a:gd name="T3" fmla="*/ 204 h 24"/>
                <a:gd name="T4" fmla="*/ 23 w 40"/>
                <a:gd name="T5" fmla="*/ 67 h 24"/>
                <a:gd name="T6" fmla="*/ 200 w 40"/>
                <a:gd name="T7" fmla="*/ 3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4">
                  <a:moveTo>
                    <a:pt x="28" y="4"/>
                  </a:moveTo>
                  <a:cubicBezTo>
                    <a:pt x="40" y="10"/>
                    <a:pt x="33" y="24"/>
                    <a:pt x="17" y="24"/>
                  </a:cubicBezTo>
                  <a:cubicBezTo>
                    <a:pt x="1" y="24"/>
                    <a:pt x="0" y="13"/>
                    <a:pt x="3" y="8"/>
                  </a:cubicBezTo>
                  <a:cubicBezTo>
                    <a:pt x="6" y="2"/>
                    <a:pt x="21" y="0"/>
                    <a:pt x="28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76" name="Freeform 1704">
              <a:extLst>
                <a:ext uri="{FF2B5EF4-FFF2-40B4-BE49-F238E27FC236}">
                  <a16:creationId xmlns:a16="http://schemas.microsoft.com/office/drawing/2014/main" id="{DC857BC0-9929-459D-8301-3B84A960F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775"/>
              <a:ext cx="67" cy="31"/>
            </a:xfrm>
            <a:custGeom>
              <a:avLst/>
              <a:gdLst>
                <a:gd name="T0" fmla="*/ 216 w 35"/>
                <a:gd name="T1" fmla="*/ 0 h 15"/>
                <a:gd name="T2" fmla="*/ 100 w 35"/>
                <a:gd name="T3" fmla="*/ 116 h 15"/>
                <a:gd name="T4" fmla="*/ 0 w 35"/>
                <a:gd name="T5" fmla="*/ 52 h 15"/>
                <a:gd name="T6" fmla="*/ 107 w 35"/>
                <a:gd name="T7" fmla="*/ 132 h 15"/>
                <a:gd name="T8" fmla="*/ 216 w 3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5">
                  <a:moveTo>
                    <a:pt x="31" y="0"/>
                  </a:moveTo>
                  <a:cubicBezTo>
                    <a:pt x="32" y="6"/>
                    <a:pt x="25" y="13"/>
                    <a:pt x="14" y="13"/>
                  </a:cubicBezTo>
                  <a:cubicBezTo>
                    <a:pt x="6" y="13"/>
                    <a:pt x="1" y="10"/>
                    <a:pt x="0" y="6"/>
                  </a:cubicBezTo>
                  <a:cubicBezTo>
                    <a:pt x="1" y="10"/>
                    <a:pt x="5" y="15"/>
                    <a:pt x="15" y="15"/>
                  </a:cubicBezTo>
                  <a:cubicBezTo>
                    <a:pt x="28" y="15"/>
                    <a:pt x="35" y="6"/>
                    <a:pt x="3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77" name="Freeform 1705">
              <a:extLst>
                <a:ext uri="{FF2B5EF4-FFF2-40B4-BE49-F238E27FC236}">
                  <a16:creationId xmlns:a16="http://schemas.microsoft.com/office/drawing/2014/main" id="{5AA0A035-7BCF-4496-88B9-55FF555C2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759"/>
              <a:ext cx="34" cy="8"/>
            </a:xfrm>
            <a:custGeom>
              <a:avLst/>
              <a:gdLst>
                <a:gd name="T0" fmla="*/ 121 w 18"/>
                <a:gd name="T1" fmla="*/ 8 h 4"/>
                <a:gd name="T2" fmla="*/ 0 w 18"/>
                <a:gd name="T3" fmla="*/ 32 h 4"/>
                <a:gd name="T4" fmla="*/ 121 w 18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">
                  <a:moveTo>
                    <a:pt x="18" y="1"/>
                  </a:moveTo>
                  <a:cubicBezTo>
                    <a:pt x="12" y="0"/>
                    <a:pt x="3" y="1"/>
                    <a:pt x="0" y="4"/>
                  </a:cubicBezTo>
                  <a:cubicBezTo>
                    <a:pt x="4" y="3"/>
                    <a:pt x="12" y="1"/>
                    <a:pt x="18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78" name="Freeform 1706">
              <a:extLst>
                <a:ext uri="{FF2B5EF4-FFF2-40B4-BE49-F238E27FC236}">
                  <a16:creationId xmlns:a16="http://schemas.microsoft.com/office/drawing/2014/main" id="{321D9CBB-2334-47B5-8D95-794C0ACDD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790"/>
              <a:ext cx="53" cy="29"/>
            </a:xfrm>
            <a:custGeom>
              <a:avLst/>
              <a:gdLst>
                <a:gd name="T0" fmla="*/ 0 w 27"/>
                <a:gd name="T1" fmla="*/ 64 h 14"/>
                <a:gd name="T2" fmla="*/ 204 w 27"/>
                <a:gd name="T3" fmla="*/ 0 h 14"/>
                <a:gd name="T4" fmla="*/ 0 w 27"/>
                <a:gd name="T5" fmla="*/ 6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0" y="7"/>
                  </a:moveTo>
                  <a:cubicBezTo>
                    <a:pt x="4" y="9"/>
                    <a:pt x="21" y="11"/>
                    <a:pt x="27" y="0"/>
                  </a:cubicBezTo>
                  <a:cubicBezTo>
                    <a:pt x="25" y="5"/>
                    <a:pt x="14" y="14"/>
                    <a:pt x="0" y="7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79" name="Freeform 1707">
              <a:extLst>
                <a:ext uri="{FF2B5EF4-FFF2-40B4-BE49-F238E27FC236}">
                  <a16:creationId xmlns:a16="http://schemas.microsoft.com/office/drawing/2014/main" id="{F87EAA27-279A-44CD-B654-ABB8A8B80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742"/>
              <a:ext cx="118" cy="101"/>
            </a:xfrm>
            <a:custGeom>
              <a:avLst/>
              <a:gdLst>
                <a:gd name="T0" fmla="*/ 188 w 61"/>
                <a:gd name="T1" fmla="*/ 0 h 49"/>
                <a:gd name="T2" fmla="*/ 44 w 61"/>
                <a:gd name="T3" fmla="*/ 60 h 49"/>
                <a:gd name="T4" fmla="*/ 8 w 61"/>
                <a:gd name="T5" fmla="*/ 221 h 49"/>
                <a:gd name="T6" fmla="*/ 296 w 61"/>
                <a:gd name="T7" fmla="*/ 369 h 49"/>
                <a:gd name="T8" fmla="*/ 389 w 61"/>
                <a:gd name="T9" fmla="*/ 68 h 49"/>
                <a:gd name="T10" fmla="*/ 188 w 61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9">
                  <a:moveTo>
                    <a:pt x="26" y="0"/>
                  </a:moveTo>
                  <a:cubicBezTo>
                    <a:pt x="18" y="1"/>
                    <a:pt x="11" y="2"/>
                    <a:pt x="6" y="7"/>
                  </a:cubicBezTo>
                  <a:cubicBezTo>
                    <a:pt x="3" y="12"/>
                    <a:pt x="0" y="18"/>
                    <a:pt x="1" y="25"/>
                  </a:cubicBezTo>
                  <a:cubicBezTo>
                    <a:pt x="4" y="40"/>
                    <a:pt x="24" y="49"/>
                    <a:pt x="41" y="42"/>
                  </a:cubicBezTo>
                  <a:cubicBezTo>
                    <a:pt x="58" y="35"/>
                    <a:pt x="61" y="17"/>
                    <a:pt x="54" y="8"/>
                  </a:cubicBezTo>
                  <a:cubicBezTo>
                    <a:pt x="47" y="0"/>
                    <a:pt x="41" y="0"/>
                    <a:pt x="26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80" name="Freeform 1708">
              <a:extLst>
                <a:ext uri="{FF2B5EF4-FFF2-40B4-BE49-F238E27FC236}">
                  <a16:creationId xmlns:a16="http://schemas.microsoft.com/office/drawing/2014/main" id="{D67C386F-97A9-409F-B56D-7B3329B1A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765"/>
              <a:ext cx="66" cy="41"/>
            </a:xfrm>
            <a:custGeom>
              <a:avLst/>
              <a:gdLst>
                <a:gd name="T0" fmla="*/ 196 w 34"/>
                <a:gd name="T1" fmla="*/ 0 h 20"/>
                <a:gd name="T2" fmla="*/ 241 w 34"/>
                <a:gd name="T3" fmla="*/ 88 h 20"/>
                <a:gd name="T4" fmla="*/ 116 w 34"/>
                <a:gd name="T5" fmla="*/ 172 h 20"/>
                <a:gd name="T6" fmla="*/ 16 w 34"/>
                <a:gd name="T7" fmla="*/ 121 h 20"/>
                <a:gd name="T8" fmla="*/ 16 w 34"/>
                <a:gd name="T9" fmla="*/ 33 h 20"/>
                <a:gd name="T10" fmla="*/ 16 w 34"/>
                <a:gd name="T11" fmla="*/ 33 h 20"/>
                <a:gd name="T12" fmla="*/ 16 w 34"/>
                <a:gd name="T13" fmla="*/ 121 h 20"/>
                <a:gd name="T14" fmla="*/ 116 w 34"/>
                <a:gd name="T15" fmla="*/ 172 h 20"/>
                <a:gd name="T16" fmla="*/ 241 w 34"/>
                <a:gd name="T17" fmla="*/ 88 h 20"/>
                <a:gd name="T18" fmla="*/ 196 w 34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20">
                  <a:moveTo>
                    <a:pt x="27" y="0"/>
                  </a:moveTo>
                  <a:cubicBezTo>
                    <a:pt x="32" y="2"/>
                    <a:pt x="34" y="6"/>
                    <a:pt x="33" y="10"/>
                  </a:cubicBezTo>
                  <a:cubicBezTo>
                    <a:pt x="32" y="15"/>
                    <a:pt x="26" y="20"/>
                    <a:pt x="16" y="20"/>
                  </a:cubicBezTo>
                  <a:cubicBezTo>
                    <a:pt x="7" y="20"/>
                    <a:pt x="3" y="16"/>
                    <a:pt x="2" y="14"/>
                  </a:cubicBezTo>
                  <a:cubicBezTo>
                    <a:pt x="0" y="10"/>
                    <a:pt x="0" y="7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7"/>
                    <a:pt x="0" y="10"/>
                    <a:pt x="2" y="14"/>
                  </a:cubicBezTo>
                  <a:cubicBezTo>
                    <a:pt x="3" y="17"/>
                    <a:pt x="7" y="20"/>
                    <a:pt x="16" y="20"/>
                  </a:cubicBezTo>
                  <a:cubicBezTo>
                    <a:pt x="26" y="20"/>
                    <a:pt x="32" y="15"/>
                    <a:pt x="33" y="10"/>
                  </a:cubicBezTo>
                  <a:cubicBezTo>
                    <a:pt x="34" y="6"/>
                    <a:pt x="32" y="2"/>
                    <a:pt x="2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81" name="Freeform 1709">
              <a:extLst>
                <a:ext uri="{FF2B5EF4-FFF2-40B4-BE49-F238E27FC236}">
                  <a16:creationId xmlns:a16="http://schemas.microsoft.com/office/drawing/2014/main" id="{4847C47D-5285-44EF-973E-22150B771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676"/>
              <a:ext cx="125" cy="122"/>
            </a:xfrm>
            <a:custGeom>
              <a:avLst/>
              <a:gdLst>
                <a:gd name="T0" fmla="*/ 100 w 65"/>
                <a:gd name="T1" fmla="*/ 52 h 59"/>
                <a:gd name="T2" fmla="*/ 29 w 65"/>
                <a:gd name="T3" fmla="*/ 281 h 59"/>
                <a:gd name="T4" fmla="*/ 233 w 65"/>
                <a:gd name="T5" fmla="*/ 488 h 59"/>
                <a:gd name="T6" fmla="*/ 413 w 65"/>
                <a:gd name="T7" fmla="*/ 397 h 59"/>
                <a:gd name="T8" fmla="*/ 100 w 65"/>
                <a:gd name="T9" fmla="*/ 5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14" y="6"/>
                  </a:moveTo>
                  <a:cubicBezTo>
                    <a:pt x="3" y="10"/>
                    <a:pt x="0" y="21"/>
                    <a:pt x="4" y="32"/>
                  </a:cubicBezTo>
                  <a:cubicBezTo>
                    <a:pt x="8" y="43"/>
                    <a:pt x="21" y="52"/>
                    <a:pt x="33" y="55"/>
                  </a:cubicBezTo>
                  <a:cubicBezTo>
                    <a:pt x="48" y="59"/>
                    <a:pt x="55" y="53"/>
                    <a:pt x="58" y="45"/>
                  </a:cubicBezTo>
                  <a:cubicBezTo>
                    <a:pt x="65" y="29"/>
                    <a:pt x="34" y="0"/>
                    <a:pt x="14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82" name="Freeform 1710">
              <a:extLst>
                <a:ext uri="{FF2B5EF4-FFF2-40B4-BE49-F238E27FC236}">
                  <a16:creationId xmlns:a16="http://schemas.microsoft.com/office/drawing/2014/main" id="{4E5A9FE7-37A8-4A99-8F4A-4B78018D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683"/>
              <a:ext cx="93" cy="109"/>
            </a:xfrm>
            <a:custGeom>
              <a:avLst/>
              <a:gdLst>
                <a:gd name="T0" fmla="*/ 0 w 48"/>
                <a:gd name="T1" fmla="*/ 33 h 53"/>
                <a:gd name="T2" fmla="*/ 293 w 48"/>
                <a:gd name="T3" fmla="*/ 364 h 53"/>
                <a:gd name="T4" fmla="*/ 203 w 48"/>
                <a:gd name="T5" fmla="*/ 461 h 53"/>
                <a:gd name="T6" fmla="*/ 304 w 48"/>
                <a:gd name="T7" fmla="*/ 364 h 53"/>
                <a:gd name="T8" fmla="*/ 0 w 48"/>
                <a:gd name="T9" fmla="*/ 3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3">
                  <a:moveTo>
                    <a:pt x="0" y="4"/>
                  </a:moveTo>
                  <a:cubicBezTo>
                    <a:pt x="20" y="1"/>
                    <a:pt x="46" y="27"/>
                    <a:pt x="40" y="42"/>
                  </a:cubicBezTo>
                  <a:cubicBezTo>
                    <a:pt x="38" y="47"/>
                    <a:pt x="34" y="51"/>
                    <a:pt x="28" y="53"/>
                  </a:cubicBezTo>
                  <a:cubicBezTo>
                    <a:pt x="35" y="52"/>
                    <a:pt x="39" y="47"/>
                    <a:pt x="42" y="42"/>
                  </a:cubicBezTo>
                  <a:cubicBezTo>
                    <a:pt x="48" y="26"/>
                    <a:pt x="20" y="0"/>
                    <a:pt x="0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83" name="Freeform 1711">
              <a:extLst>
                <a:ext uri="{FF2B5EF4-FFF2-40B4-BE49-F238E27FC236}">
                  <a16:creationId xmlns:a16="http://schemas.microsoft.com/office/drawing/2014/main" id="{753068FB-6B3E-442B-A34B-C0762FBDB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695"/>
              <a:ext cx="60" cy="93"/>
            </a:xfrm>
            <a:custGeom>
              <a:avLst/>
              <a:gdLst>
                <a:gd name="T0" fmla="*/ 225 w 31"/>
                <a:gd name="T1" fmla="*/ 397 h 45"/>
                <a:gd name="T2" fmla="*/ 45 w 31"/>
                <a:gd name="T3" fmla="*/ 184 h 45"/>
                <a:gd name="T4" fmla="*/ 64 w 31"/>
                <a:gd name="T5" fmla="*/ 0 h 45"/>
                <a:gd name="T6" fmla="*/ 29 w 31"/>
                <a:gd name="T7" fmla="*/ 205 h 45"/>
                <a:gd name="T8" fmla="*/ 225 w 31"/>
                <a:gd name="T9" fmla="*/ 397 h 45"/>
                <a:gd name="T10" fmla="*/ 225 w 31"/>
                <a:gd name="T11" fmla="*/ 39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5">
                  <a:moveTo>
                    <a:pt x="31" y="45"/>
                  </a:moveTo>
                  <a:cubicBezTo>
                    <a:pt x="20" y="42"/>
                    <a:pt x="10" y="32"/>
                    <a:pt x="6" y="21"/>
                  </a:cubicBezTo>
                  <a:cubicBezTo>
                    <a:pt x="3" y="13"/>
                    <a:pt x="4" y="5"/>
                    <a:pt x="9" y="0"/>
                  </a:cubicBezTo>
                  <a:cubicBezTo>
                    <a:pt x="2" y="5"/>
                    <a:pt x="0" y="14"/>
                    <a:pt x="4" y="23"/>
                  </a:cubicBezTo>
                  <a:cubicBezTo>
                    <a:pt x="8" y="33"/>
                    <a:pt x="20" y="42"/>
                    <a:pt x="31" y="45"/>
                  </a:cubicBezTo>
                  <a:cubicBezTo>
                    <a:pt x="31" y="45"/>
                    <a:pt x="31" y="45"/>
                    <a:pt x="31" y="4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84" name="Freeform 1712">
              <a:extLst>
                <a:ext uri="{FF2B5EF4-FFF2-40B4-BE49-F238E27FC236}">
                  <a16:creationId xmlns:a16="http://schemas.microsoft.com/office/drawing/2014/main" id="{1D7E836E-F9FB-44C9-913D-DDE7EC240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705"/>
              <a:ext cx="79" cy="70"/>
            </a:xfrm>
            <a:custGeom>
              <a:avLst/>
              <a:gdLst>
                <a:gd name="T0" fmla="*/ 249 w 41"/>
                <a:gd name="T1" fmla="*/ 229 h 34"/>
                <a:gd name="T2" fmla="*/ 56 w 41"/>
                <a:gd name="T3" fmla="*/ 165 h 34"/>
                <a:gd name="T4" fmla="*/ 64 w 41"/>
                <a:gd name="T5" fmla="*/ 8 h 34"/>
                <a:gd name="T6" fmla="*/ 249 w 41"/>
                <a:gd name="T7" fmla="*/ 22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35" y="26"/>
                  </a:moveTo>
                  <a:cubicBezTo>
                    <a:pt x="30" y="34"/>
                    <a:pt x="14" y="27"/>
                    <a:pt x="8" y="19"/>
                  </a:cubicBezTo>
                  <a:cubicBezTo>
                    <a:pt x="1" y="11"/>
                    <a:pt x="0" y="1"/>
                    <a:pt x="9" y="1"/>
                  </a:cubicBezTo>
                  <a:cubicBezTo>
                    <a:pt x="20" y="0"/>
                    <a:pt x="41" y="16"/>
                    <a:pt x="35" y="2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85" name="Freeform 1713">
              <a:extLst>
                <a:ext uri="{FF2B5EF4-FFF2-40B4-BE49-F238E27FC236}">
                  <a16:creationId xmlns:a16="http://schemas.microsoft.com/office/drawing/2014/main" id="{954CD900-C5A2-46BF-89EE-20353B956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709"/>
              <a:ext cx="69" cy="66"/>
            </a:xfrm>
            <a:custGeom>
              <a:avLst/>
              <a:gdLst>
                <a:gd name="T0" fmla="*/ 63 w 36"/>
                <a:gd name="T1" fmla="*/ 132 h 32"/>
                <a:gd name="T2" fmla="*/ 36 w 36"/>
                <a:gd name="T3" fmla="*/ 0 h 32"/>
                <a:gd name="T4" fmla="*/ 56 w 36"/>
                <a:gd name="T5" fmla="*/ 149 h 32"/>
                <a:gd name="T6" fmla="*/ 245 w 36"/>
                <a:gd name="T7" fmla="*/ 212 h 32"/>
                <a:gd name="T8" fmla="*/ 253 w 36"/>
                <a:gd name="T9" fmla="*/ 200 h 32"/>
                <a:gd name="T10" fmla="*/ 63 w 36"/>
                <a:gd name="T11" fmla="*/ 1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2">
                  <a:moveTo>
                    <a:pt x="9" y="15"/>
                  </a:moveTo>
                  <a:cubicBezTo>
                    <a:pt x="5" y="10"/>
                    <a:pt x="3" y="4"/>
                    <a:pt x="5" y="0"/>
                  </a:cubicBezTo>
                  <a:cubicBezTo>
                    <a:pt x="0" y="3"/>
                    <a:pt x="2" y="11"/>
                    <a:pt x="8" y="17"/>
                  </a:cubicBezTo>
                  <a:cubicBezTo>
                    <a:pt x="14" y="25"/>
                    <a:pt x="30" y="32"/>
                    <a:pt x="35" y="24"/>
                  </a:cubicBezTo>
                  <a:cubicBezTo>
                    <a:pt x="35" y="23"/>
                    <a:pt x="35" y="23"/>
                    <a:pt x="36" y="23"/>
                  </a:cubicBezTo>
                  <a:cubicBezTo>
                    <a:pt x="29" y="29"/>
                    <a:pt x="16" y="22"/>
                    <a:pt x="9" y="1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86" name="Freeform 1714">
              <a:extLst>
                <a:ext uri="{FF2B5EF4-FFF2-40B4-BE49-F238E27FC236}">
                  <a16:creationId xmlns:a16="http://schemas.microsoft.com/office/drawing/2014/main" id="{0760DDB2-D12C-4FA7-9729-6F1BB33B7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709"/>
              <a:ext cx="36" cy="42"/>
            </a:xfrm>
            <a:custGeom>
              <a:avLst/>
              <a:gdLst>
                <a:gd name="T0" fmla="*/ 0 w 19"/>
                <a:gd name="T1" fmla="*/ 0 h 20"/>
                <a:gd name="T2" fmla="*/ 129 w 19"/>
                <a:gd name="T3" fmla="*/ 185 h 20"/>
                <a:gd name="T4" fmla="*/ 0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7" y="3"/>
                    <a:pt x="19" y="11"/>
                    <a:pt x="19" y="20"/>
                  </a:cubicBezTo>
                  <a:cubicBezTo>
                    <a:pt x="18" y="17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87" name="Freeform 1715">
              <a:extLst>
                <a:ext uri="{FF2B5EF4-FFF2-40B4-BE49-F238E27FC236}">
                  <a16:creationId xmlns:a16="http://schemas.microsoft.com/office/drawing/2014/main" id="{80222D5E-3193-4A9B-9251-AF8ECEA3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711"/>
              <a:ext cx="33" cy="40"/>
            </a:xfrm>
            <a:custGeom>
              <a:avLst/>
              <a:gdLst>
                <a:gd name="T0" fmla="*/ 0 w 17"/>
                <a:gd name="T1" fmla="*/ 0 h 19"/>
                <a:gd name="T2" fmla="*/ 116 w 17"/>
                <a:gd name="T3" fmla="*/ 177 h 19"/>
                <a:gd name="T4" fmla="*/ 0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5" y="2"/>
                    <a:pt x="17" y="11"/>
                    <a:pt x="16" y="19"/>
                  </a:cubicBezTo>
                  <a:cubicBezTo>
                    <a:pt x="16" y="15"/>
                    <a:pt x="15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88" name="Freeform 1716">
              <a:extLst>
                <a:ext uri="{FF2B5EF4-FFF2-40B4-BE49-F238E27FC236}">
                  <a16:creationId xmlns:a16="http://schemas.microsoft.com/office/drawing/2014/main" id="{BBFBCC5C-697E-416F-AF8E-A5A9033B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736"/>
              <a:ext cx="45" cy="33"/>
            </a:xfrm>
            <a:custGeom>
              <a:avLst/>
              <a:gdLst>
                <a:gd name="T0" fmla="*/ 0 w 23"/>
                <a:gd name="T1" fmla="*/ 0 h 16"/>
                <a:gd name="T2" fmla="*/ 172 w 23"/>
                <a:gd name="T3" fmla="*/ 140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1" y="5"/>
                    <a:pt x="11" y="16"/>
                    <a:pt x="23" y="16"/>
                  </a:cubicBezTo>
                  <a:cubicBezTo>
                    <a:pt x="19" y="15"/>
                    <a:pt x="7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89" name="Freeform 1717">
              <a:extLst>
                <a:ext uri="{FF2B5EF4-FFF2-40B4-BE49-F238E27FC236}">
                  <a16:creationId xmlns:a16="http://schemas.microsoft.com/office/drawing/2014/main" id="{B7BED235-6398-46B9-894B-1CE9C3EF7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676"/>
              <a:ext cx="125" cy="122"/>
            </a:xfrm>
            <a:custGeom>
              <a:avLst/>
              <a:gdLst>
                <a:gd name="T0" fmla="*/ 100 w 65"/>
                <a:gd name="T1" fmla="*/ 52 h 59"/>
                <a:gd name="T2" fmla="*/ 29 w 65"/>
                <a:gd name="T3" fmla="*/ 281 h 59"/>
                <a:gd name="T4" fmla="*/ 233 w 65"/>
                <a:gd name="T5" fmla="*/ 488 h 59"/>
                <a:gd name="T6" fmla="*/ 413 w 65"/>
                <a:gd name="T7" fmla="*/ 397 h 59"/>
                <a:gd name="T8" fmla="*/ 100 w 65"/>
                <a:gd name="T9" fmla="*/ 5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14" y="6"/>
                  </a:moveTo>
                  <a:cubicBezTo>
                    <a:pt x="3" y="10"/>
                    <a:pt x="0" y="21"/>
                    <a:pt x="4" y="32"/>
                  </a:cubicBezTo>
                  <a:cubicBezTo>
                    <a:pt x="8" y="43"/>
                    <a:pt x="21" y="52"/>
                    <a:pt x="33" y="55"/>
                  </a:cubicBezTo>
                  <a:cubicBezTo>
                    <a:pt x="48" y="59"/>
                    <a:pt x="55" y="53"/>
                    <a:pt x="58" y="45"/>
                  </a:cubicBezTo>
                  <a:cubicBezTo>
                    <a:pt x="65" y="29"/>
                    <a:pt x="34" y="0"/>
                    <a:pt x="14" y="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90" name="Freeform 1718">
              <a:extLst>
                <a:ext uri="{FF2B5EF4-FFF2-40B4-BE49-F238E27FC236}">
                  <a16:creationId xmlns:a16="http://schemas.microsoft.com/office/drawing/2014/main" id="{EF259046-98A8-45F1-9028-96CDA53A3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707"/>
              <a:ext cx="65" cy="60"/>
            </a:xfrm>
            <a:custGeom>
              <a:avLst/>
              <a:gdLst>
                <a:gd name="T0" fmla="*/ 15 w 34"/>
                <a:gd name="T1" fmla="*/ 25 h 29"/>
                <a:gd name="T2" fmla="*/ 40 w 34"/>
                <a:gd name="T3" fmla="*/ 159 h 29"/>
                <a:gd name="T4" fmla="*/ 189 w 34"/>
                <a:gd name="T5" fmla="*/ 257 h 29"/>
                <a:gd name="T6" fmla="*/ 237 w 34"/>
                <a:gd name="T7" fmla="*/ 223 h 29"/>
                <a:gd name="T8" fmla="*/ 237 w 34"/>
                <a:gd name="T9" fmla="*/ 223 h 29"/>
                <a:gd name="T10" fmla="*/ 189 w 34"/>
                <a:gd name="T11" fmla="*/ 248 h 29"/>
                <a:gd name="T12" fmla="*/ 48 w 34"/>
                <a:gd name="T13" fmla="*/ 159 h 29"/>
                <a:gd name="T14" fmla="*/ 15 w 34"/>
                <a:gd name="T15" fmla="*/ 35 h 29"/>
                <a:gd name="T16" fmla="*/ 55 w 34"/>
                <a:gd name="T17" fmla="*/ 0 h 29"/>
                <a:gd name="T18" fmla="*/ 55 w 34"/>
                <a:gd name="T19" fmla="*/ 0 h 29"/>
                <a:gd name="T20" fmla="*/ 15 w 34"/>
                <a:gd name="T21" fmla="*/ 25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29">
                  <a:moveTo>
                    <a:pt x="2" y="3"/>
                  </a:moveTo>
                  <a:cubicBezTo>
                    <a:pt x="0" y="7"/>
                    <a:pt x="2" y="13"/>
                    <a:pt x="6" y="18"/>
                  </a:cubicBezTo>
                  <a:cubicBezTo>
                    <a:pt x="11" y="24"/>
                    <a:pt x="20" y="29"/>
                    <a:pt x="27" y="29"/>
                  </a:cubicBezTo>
                  <a:cubicBezTo>
                    <a:pt x="31" y="29"/>
                    <a:pt x="33" y="27"/>
                    <a:pt x="3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7"/>
                    <a:pt x="30" y="28"/>
                    <a:pt x="27" y="28"/>
                  </a:cubicBezTo>
                  <a:cubicBezTo>
                    <a:pt x="20" y="29"/>
                    <a:pt x="11" y="23"/>
                    <a:pt x="7" y="18"/>
                  </a:cubicBezTo>
                  <a:cubicBezTo>
                    <a:pt x="2" y="13"/>
                    <a:pt x="1" y="7"/>
                    <a:pt x="2" y="4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91" name="Freeform 1719">
              <a:extLst>
                <a:ext uri="{FF2B5EF4-FFF2-40B4-BE49-F238E27FC236}">
                  <a16:creationId xmlns:a16="http://schemas.microsoft.com/office/drawing/2014/main" id="{C47C065C-EB5F-4F2B-A872-BB4AE76C2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821"/>
              <a:ext cx="153" cy="165"/>
            </a:xfrm>
            <a:custGeom>
              <a:avLst/>
              <a:gdLst>
                <a:gd name="T0" fmla="*/ 457 w 79"/>
                <a:gd name="T1" fmla="*/ 493 h 80"/>
                <a:gd name="T2" fmla="*/ 405 w 79"/>
                <a:gd name="T3" fmla="*/ 97 h 80"/>
                <a:gd name="T4" fmla="*/ 56 w 79"/>
                <a:gd name="T5" fmla="*/ 221 h 80"/>
                <a:gd name="T6" fmla="*/ 457 w 79"/>
                <a:gd name="T7" fmla="*/ 493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80">
                  <a:moveTo>
                    <a:pt x="63" y="56"/>
                  </a:moveTo>
                  <a:cubicBezTo>
                    <a:pt x="79" y="44"/>
                    <a:pt x="75" y="23"/>
                    <a:pt x="56" y="11"/>
                  </a:cubicBezTo>
                  <a:cubicBezTo>
                    <a:pt x="36" y="0"/>
                    <a:pt x="16" y="4"/>
                    <a:pt x="8" y="25"/>
                  </a:cubicBezTo>
                  <a:cubicBezTo>
                    <a:pt x="0" y="46"/>
                    <a:pt x="39" y="80"/>
                    <a:pt x="63" y="5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92" name="Freeform 1720">
              <a:extLst>
                <a:ext uri="{FF2B5EF4-FFF2-40B4-BE49-F238E27FC236}">
                  <a16:creationId xmlns:a16="http://schemas.microsoft.com/office/drawing/2014/main" id="{E26E0486-D2A5-4913-9D4E-A91E2A441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862"/>
              <a:ext cx="112" cy="103"/>
            </a:xfrm>
            <a:custGeom>
              <a:avLst/>
              <a:gdLst>
                <a:gd name="T0" fmla="*/ 340 w 58"/>
                <a:gd name="T1" fmla="*/ 0 h 50"/>
                <a:gd name="T2" fmla="*/ 317 w 58"/>
                <a:gd name="T3" fmla="*/ 288 h 50"/>
                <a:gd name="T4" fmla="*/ 0 w 58"/>
                <a:gd name="T5" fmla="*/ 245 h 50"/>
                <a:gd name="T6" fmla="*/ 332 w 58"/>
                <a:gd name="T7" fmla="*/ 305 h 50"/>
                <a:gd name="T8" fmla="*/ 340 w 5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0">
                  <a:moveTo>
                    <a:pt x="47" y="0"/>
                  </a:moveTo>
                  <a:cubicBezTo>
                    <a:pt x="56" y="10"/>
                    <a:pt x="55" y="24"/>
                    <a:pt x="44" y="33"/>
                  </a:cubicBezTo>
                  <a:cubicBezTo>
                    <a:pt x="30" y="47"/>
                    <a:pt x="11" y="40"/>
                    <a:pt x="0" y="28"/>
                  </a:cubicBezTo>
                  <a:cubicBezTo>
                    <a:pt x="11" y="41"/>
                    <a:pt x="31" y="50"/>
                    <a:pt x="46" y="35"/>
                  </a:cubicBezTo>
                  <a:cubicBezTo>
                    <a:pt x="58" y="26"/>
                    <a:pt x="58" y="11"/>
                    <a:pt x="4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93" name="Freeform 1721">
              <a:extLst>
                <a:ext uri="{FF2B5EF4-FFF2-40B4-BE49-F238E27FC236}">
                  <a16:creationId xmlns:a16="http://schemas.microsoft.com/office/drawing/2014/main" id="{77F5697D-C9D3-4860-9DD1-7B5509C10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825"/>
              <a:ext cx="89" cy="103"/>
            </a:xfrm>
            <a:custGeom>
              <a:avLst/>
              <a:gdLst>
                <a:gd name="T0" fmla="*/ 72 w 46"/>
                <a:gd name="T1" fmla="*/ 412 h 50"/>
                <a:gd name="T2" fmla="*/ 37 w 46"/>
                <a:gd name="T3" fmla="*/ 220 h 50"/>
                <a:gd name="T4" fmla="*/ 317 w 46"/>
                <a:gd name="T5" fmla="*/ 68 h 50"/>
                <a:gd name="T6" fmla="*/ 317 w 46"/>
                <a:gd name="T7" fmla="*/ 68 h 50"/>
                <a:gd name="T8" fmla="*/ 15 w 46"/>
                <a:gd name="T9" fmla="*/ 200 h 50"/>
                <a:gd name="T10" fmla="*/ 72 w 46"/>
                <a:gd name="T11" fmla="*/ 412 h 50"/>
                <a:gd name="T12" fmla="*/ 72 w 46"/>
                <a:gd name="T13" fmla="*/ 41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0">
                  <a:moveTo>
                    <a:pt x="10" y="47"/>
                  </a:moveTo>
                  <a:cubicBezTo>
                    <a:pt x="4" y="40"/>
                    <a:pt x="2" y="32"/>
                    <a:pt x="5" y="25"/>
                  </a:cubicBezTo>
                  <a:cubicBezTo>
                    <a:pt x="11" y="7"/>
                    <a:pt x="27" y="2"/>
                    <a:pt x="44" y="8"/>
                  </a:cubicBezTo>
                  <a:cubicBezTo>
                    <a:pt x="46" y="9"/>
                    <a:pt x="45" y="9"/>
                    <a:pt x="44" y="8"/>
                  </a:cubicBezTo>
                  <a:cubicBezTo>
                    <a:pt x="26" y="0"/>
                    <a:pt x="9" y="5"/>
                    <a:pt x="2" y="23"/>
                  </a:cubicBezTo>
                  <a:cubicBezTo>
                    <a:pt x="0" y="31"/>
                    <a:pt x="3" y="40"/>
                    <a:pt x="10" y="47"/>
                  </a:cubicBezTo>
                  <a:cubicBezTo>
                    <a:pt x="12" y="50"/>
                    <a:pt x="11" y="50"/>
                    <a:pt x="10" y="4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94" name="Freeform 1722">
              <a:extLst>
                <a:ext uri="{FF2B5EF4-FFF2-40B4-BE49-F238E27FC236}">
                  <a16:creationId xmlns:a16="http://schemas.microsoft.com/office/drawing/2014/main" id="{D5C124FB-824D-4453-BE52-45ED0EEEC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843"/>
              <a:ext cx="81" cy="91"/>
            </a:xfrm>
            <a:custGeom>
              <a:avLst/>
              <a:gdLst>
                <a:gd name="T0" fmla="*/ 0 w 42"/>
                <a:gd name="T1" fmla="*/ 168 h 44"/>
                <a:gd name="T2" fmla="*/ 224 w 42"/>
                <a:gd name="T3" fmla="*/ 337 h 44"/>
                <a:gd name="T4" fmla="*/ 208 w 42"/>
                <a:gd name="T5" fmla="*/ 60 h 44"/>
                <a:gd name="T6" fmla="*/ 0 w 42"/>
                <a:gd name="T7" fmla="*/ 16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4">
                  <a:moveTo>
                    <a:pt x="0" y="19"/>
                  </a:moveTo>
                  <a:cubicBezTo>
                    <a:pt x="0" y="35"/>
                    <a:pt x="20" y="44"/>
                    <a:pt x="31" y="38"/>
                  </a:cubicBezTo>
                  <a:cubicBezTo>
                    <a:pt x="42" y="32"/>
                    <a:pt x="42" y="11"/>
                    <a:pt x="29" y="7"/>
                  </a:cubicBezTo>
                  <a:cubicBezTo>
                    <a:pt x="11" y="0"/>
                    <a:pt x="0" y="8"/>
                    <a:pt x="0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95" name="Freeform 1723">
              <a:extLst>
                <a:ext uri="{FF2B5EF4-FFF2-40B4-BE49-F238E27FC236}">
                  <a16:creationId xmlns:a16="http://schemas.microsoft.com/office/drawing/2014/main" id="{1F37416B-7BE5-42CF-BC3D-969461E6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866"/>
              <a:ext cx="75" cy="64"/>
            </a:xfrm>
            <a:custGeom>
              <a:avLst/>
              <a:gdLst>
                <a:gd name="T0" fmla="*/ 229 w 39"/>
                <a:gd name="T1" fmla="*/ 0 h 31"/>
                <a:gd name="T2" fmla="*/ 185 w 39"/>
                <a:gd name="T3" fmla="*/ 213 h 31"/>
                <a:gd name="T4" fmla="*/ 0 w 39"/>
                <a:gd name="T5" fmla="*/ 149 h 31"/>
                <a:gd name="T6" fmla="*/ 200 w 39"/>
                <a:gd name="T7" fmla="*/ 239 h 31"/>
                <a:gd name="T8" fmla="*/ 229 w 3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1">
                  <a:moveTo>
                    <a:pt x="32" y="0"/>
                  </a:moveTo>
                  <a:cubicBezTo>
                    <a:pt x="36" y="7"/>
                    <a:pt x="34" y="20"/>
                    <a:pt x="26" y="24"/>
                  </a:cubicBezTo>
                  <a:cubicBezTo>
                    <a:pt x="19" y="28"/>
                    <a:pt x="7" y="25"/>
                    <a:pt x="0" y="17"/>
                  </a:cubicBezTo>
                  <a:cubicBezTo>
                    <a:pt x="6" y="27"/>
                    <a:pt x="20" y="31"/>
                    <a:pt x="28" y="27"/>
                  </a:cubicBezTo>
                  <a:cubicBezTo>
                    <a:pt x="37" y="22"/>
                    <a:pt x="39" y="7"/>
                    <a:pt x="3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96" name="Freeform 1724">
              <a:extLst>
                <a:ext uri="{FF2B5EF4-FFF2-40B4-BE49-F238E27FC236}">
                  <a16:creationId xmlns:a16="http://schemas.microsoft.com/office/drawing/2014/main" id="{9D9D5948-897B-4601-88ED-AB248C23F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850"/>
              <a:ext cx="35" cy="18"/>
            </a:xfrm>
            <a:custGeom>
              <a:avLst/>
              <a:gdLst>
                <a:gd name="T0" fmla="*/ 132 w 18"/>
                <a:gd name="T1" fmla="*/ 16 h 9"/>
                <a:gd name="T2" fmla="*/ 0 w 18"/>
                <a:gd name="T3" fmla="*/ 72 h 9"/>
                <a:gd name="T4" fmla="*/ 132 w 18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18" y="2"/>
                  </a:moveTo>
                  <a:cubicBezTo>
                    <a:pt x="11" y="0"/>
                    <a:pt x="3" y="3"/>
                    <a:pt x="0" y="9"/>
                  </a:cubicBezTo>
                  <a:cubicBezTo>
                    <a:pt x="4" y="6"/>
                    <a:pt x="9" y="2"/>
                    <a:pt x="18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97" name="Freeform 1725">
              <a:extLst>
                <a:ext uri="{FF2B5EF4-FFF2-40B4-BE49-F238E27FC236}">
                  <a16:creationId xmlns:a16="http://schemas.microsoft.com/office/drawing/2014/main" id="{8BB50FF7-22F0-4396-935A-86CD23A5B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887"/>
              <a:ext cx="52" cy="53"/>
            </a:xfrm>
            <a:custGeom>
              <a:avLst/>
              <a:gdLst>
                <a:gd name="T0" fmla="*/ 193 w 27"/>
                <a:gd name="T1" fmla="*/ 0 h 26"/>
                <a:gd name="T2" fmla="*/ 0 w 27"/>
                <a:gd name="T3" fmla="*/ 145 h 26"/>
                <a:gd name="T4" fmla="*/ 193 w 2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27" y="9"/>
                    <a:pt x="22" y="26"/>
                    <a:pt x="0" y="17"/>
                  </a:cubicBezTo>
                  <a:cubicBezTo>
                    <a:pt x="10" y="22"/>
                    <a:pt x="26" y="26"/>
                    <a:pt x="2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98" name="Freeform 1726">
              <a:extLst>
                <a:ext uri="{FF2B5EF4-FFF2-40B4-BE49-F238E27FC236}">
                  <a16:creationId xmlns:a16="http://schemas.microsoft.com/office/drawing/2014/main" id="{C2678324-6CF0-4E56-8AA3-1123CD1D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821"/>
              <a:ext cx="153" cy="165"/>
            </a:xfrm>
            <a:custGeom>
              <a:avLst/>
              <a:gdLst>
                <a:gd name="T0" fmla="*/ 457 w 79"/>
                <a:gd name="T1" fmla="*/ 493 h 80"/>
                <a:gd name="T2" fmla="*/ 405 w 79"/>
                <a:gd name="T3" fmla="*/ 97 h 80"/>
                <a:gd name="T4" fmla="*/ 56 w 79"/>
                <a:gd name="T5" fmla="*/ 221 h 80"/>
                <a:gd name="T6" fmla="*/ 457 w 79"/>
                <a:gd name="T7" fmla="*/ 493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80">
                  <a:moveTo>
                    <a:pt x="63" y="56"/>
                  </a:moveTo>
                  <a:cubicBezTo>
                    <a:pt x="79" y="44"/>
                    <a:pt x="75" y="23"/>
                    <a:pt x="56" y="11"/>
                  </a:cubicBezTo>
                  <a:cubicBezTo>
                    <a:pt x="36" y="0"/>
                    <a:pt x="16" y="4"/>
                    <a:pt x="8" y="25"/>
                  </a:cubicBezTo>
                  <a:cubicBezTo>
                    <a:pt x="0" y="46"/>
                    <a:pt x="39" y="80"/>
                    <a:pt x="63" y="5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99" name="Freeform 1727">
              <a:extLst>
                <a:ext uri="{FF2B5EF4-FFF2-40B4-BE49-F238E27FC236}">
                  <a16:creationId xmlns:a16="http://schemas.microsoft.com/office/drawing/2014/main" id="{8A3ACEA8-960E-49A3-A7BD-31F77042B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858"/>
              <a:ext cx="77" cy="70"/>
            </a:xfrm>
            <a:custGeom>
              <a:avLst/>
              <a:gdLst>
                <a:gd name="T0" fmla="*/ 208 w 40"/>
                <a:gd name="T1" fmla="*/ 0 h 34"/>
                <a:gd name="T2" fmla="*/ 277 w 40"/>
                <a:gd name="T3" fmla="*/ 124 h 34"/>
                <a:gd name="T4" fmla="*/ 223 w 40"/>
                <a:gd name="T5" fmla="*/ 272 h 34"/>
                <a:gd name="T6" fmla="*/ 77 w 40"/>
                <a:gd name="T7" fmla="*/ 255 h 34"/>
                <a:gd name="T8" fmla="*/ 0 w 40"/>
                <a:gd name="T9" fmla="*/ 105 h 34"/>
                <a:gd name="T10" fmla="*/ 0 w 40"/>
                <a:gd name="T11" fmla="*/ 105 h 34"/>
                <a:gd name="T12" fmla="*/ 77 w 40"/>
                <a:gd name="T13" fmla="*/ 255 h 34"/>
                <a:gd name="T14" fmla="*/ 223 w 40"/>
                <a:gd name="T15" fmla="*/ 272 h 34"/>
                <a:gd name="T16" fmla="*/ 277 w 40"/>
                <a:gd name="T17" fmla="*/ 124 h 34"/>
                <a:gd name="T18" fmla="*/ 208 w 40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4">
                  <a:moveTo>
                    <a:pt x="29" y="0"/>
                  </a:moveTo>
                  <a:cubicBezTo>
                    <a:pt x="34" y="2"/>
                    <a:pt x="38" y="7"/>
                    <a:pt x="39" y="14"/>
                  </a:cubicBezTo>
                  <a:cubicBezTo>
                    <a:pt x="39" y="21"/>
                    <a:pt x="36" y="28"/>
                    <a:pt x="31" y="31"/>
                  </a:cubicBezTo>
                  <a:cubicBezTo>
                    <a:pt x="26" y="34"/>
                    <a:pt x="18" y="33"/>
                    <a:pt x="11" y="29"/>
                  </a:cubicBezTo>
                  <a:cubicBezTo>
                    <a:pt x="5" y="25"/>
                    <a:pt x="0" y="19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4" y="25"/>
                    <a:pt x="11" y="29"/>
                  </a:cubicBezTo>
                  <a:cubicBezTo>
                    <a:pt x="18" y="33"/>
                    <a:pt x="26" y="34"/>
                    <a:pt x="31" y="31"/>
                  </a:cubicBezTo>
                  <a:cubicBezTo>
                    <a:pt x="37" y="28"/>
                    <a:pt x="40" y="21"/>
                    <a:pt x="39" y="14"/>
                  </a:cubicBezTo>
                  <a:cubicBezTo>
                    <a:pt x="38" y="7"/>
                    <a:pt x="35" y="2"/>
                    <a:pt x="2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0" name="Freeform 1728">
              <a:extLst>
                <a:ext uri="{FF2B5EF4-FFF2-40B4-BE49-F238E27FC236}">
                  <a16:creationId xmlns:a16="http://schemas.microsoft.com/office/drawing/2014/main" id="{75751218-8988-41A7-8A14-A2383351E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730"/>
              <a:ext cx="165" cy="122"/>
            </a:xfrm>
            <a:custGeom>
              <a:avLst/>
              <a:gdLst>
                <a:gd name="T0" fmla="*/ 264 w 85"/>
                <a:gd name="T1" fmla="*/ 0 h 59"/>
                <a:gd name="T2" fmla="*/ 124 w 85"/>
                <a:gd name="T3" fmla="*/ 52 h 59"/>
                <a:gd name="T4" fmla="*/ 233 w 85"/>
                <a:gd name="T5" fmla="*/ 449 h 59"/>
                <a:gd name="T6" fmla="*/ 584 w 85"/>
                <a:gd name="T7" fmla="*/ 380 h 59"/>
                <a:gd name="T8" fmla="*/ 557 w 85"/>
                <a:gd name="T9" fmla="*/ 149 h 59"/>
                <a:gd name="T10" fmla="*/ 396 w 85"/>
                <a:gd name="T11" fmla="*/ 52 h 59"/>
                <a:gd name="T12" fmla="*/ 264 w 85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9">
                  <a:moveTo>
                    <a:pt x="36" y="0"/>
                  </a:moveTo>
                  <a:cubicBezTo>
                    <a:pt x="29" y="0"/>
                    <a:pt x="22" y="2"/>
                    <a:pt x="17" y="6"/>
                  </a:cubicBezTo>
                  <a:cubicBezTo>
                    <a:pt x="0" y="21"/>
                    <a:pt x="12" y="42"/>
                    <a:pt x="32" y="51"/>
                  </a:cubicBezTo>
                  <a:cubicBezTo>
                    <a:pt x="53" y="59"/>
                    <a:pt x="74" y="53"/>
                    <a:pt x="80" y="43"/>
                  </a:cubicBezTo>
                  <a:cubicBezTo>
                    <a:pt x="85" y="33"/>
                    <a:pt x="83" y="24"/>
                    <a:pt x="76" y="17"/>
                  </a:cubicBezTo>
                  <a:cubicBezTo>
                    <a:pt x="69" y="10"/>
                    <a:pt x="59" y="8"/>
                    <a:pt x="54" y="6"/>
                  </a:cubicBezTo>
                  <a:cubicBezTo>
                    <a:pt x="48" y="4"/>
                    <a:pt x="41" y="0"/>
                    <a:pt x="36" y="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1" name="Freeform 1729">
              <a:extLst>
                <a:ext uri="{FF2B5EF4-FFF2-40B4-BE49-F238E27FC236}">
                  <a16:creationId xmlns:a16="http://schemas.microsoft.com/office/drawing/2014/main" id="{34BA499E-6659-4C8A-921A-C8F5803C6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734"/>
              <a:ext cx="120" cy="83"/>
            </a:xfrm>
            <a:custGeom>
              <a:avLst/>
              <a:gdLst>
                <a:gd name="T0" fmla="*/ 385 w 62"/>
                <a:gd name="T1" fmla="*/ 133 h 40"/>
                <a:gd name="T2" fmla="*/ 232 w 62"/>
                <a:gd name="T3" fmla="*/ 44 h 40"/>
                <a:gd name="T4" fmla="*/ 108 w 62"/>
                <a:gd name="T5" fmla="*/ 0 h 40"/>
                <a:gd name="T6" fmla="*/ 0 w 62"/>
                <a:gd name="T7" fmla="*/ 25 h 40"/>
                <a:gd name="T8" fmla="*/ 93 w 62"/>
                <a:gd name="T9" fmla="*/ 8 h 40"/>
                <a:gd name="T10" fmla="*/ 217 w 62"/>
                <a:gd name="T11" fmla="*/ 52 h 40"/>
                <a:gd name="T12" fmla="*/ 372 w 62"/>
                <a:gd name="T13" fmla="*/ 141 h 40"/>
                <a:gd name="T14" fmla="*/ 405 w 62"/>
                <a:gd name="T15" fmla="*/ 349 h 40"/>
                <a:gd name="T16" fmla="*/ 405 w 62"/>
                <a:gd name="T17" fmla="*/ 349 h 40"/>
                <a:gd name="T18" fmla="*/ 385 w 62"/>
                <a:gd name="T19" fmla="*/ 133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40">
                  <a:moveTo>
                    <a:pt x="53" y="15"/>
                  </a:moveTo>
                  <a:cubicBezTo>
                    <a:pt x="47" y="9"/>
                    <a:pt x="37" y="7"/>
                    <a:pt x="32" y="5"/>
                  </a:cubicBezTo>
                  <a:cubicBezTo>
                    <a:pt x="26" y="3"/>
                    <a:pt x="20" y="0"/>
                    <a:pt x="15" y="0"/>
                  </a:cubicBezTo>
                  <a:cubicBezTo>
                    <a:pt x="9" y="0"/>
                    <a:pt x="4" y="0"/>
                    <a:pt x="0" y="3"/>
                  </a:cubicBezTo>
                  <a:cubicBezTo>
                    <a:pt x="4" y="1"/>
                    <a:pt x="8" y="1"/>
                    <a:pt x="13" y="1"/>
                  </a:cubicBezTo>
                  <a:cubicBezTo>
                    <a:pt x="18" y="1"/>
                    <a:pt x="24" y="5"/>
                    <a:pt x="30" y="6"/>
                  </a:cubicBezTo>
                  <a:cubicBezTo>
                    <a:pt x="35" y="8"/>
                    <a:pt x="45" y="10"/>
                    <a:pt x="51" y="16"/>
                  </a:cubicBezTo>
                  <a:cubicBezTo>
                    <a:pt x="58" y="23"/>
                    <a:pt x="61" y="30"/>
                    <a:pt x="56" y="39"/>
                  </a:cubicBezTo>
                  <a:cubicBezTo>
                    <a:pt x="56" y="40"/>
                    <a:pt x="56" y="40"/>
                    <a:pt x="56" y="39"/>
                  </a:cubicBezTo>
                  <a:cubicBezTo>
                    <a:pt x="62" y="30"/>
                    <a:pt x="60" y="21"/>
                    <a:pt x="53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2" name="Freeform 1730">
              <a:extLst>
                <a:ext uri="{FF2B5EF4-FFF2-40B4-BE49-F238E27FC236}">
                  <a16:creationId xmlns:a16="http://schemas.microsoft.com/office/drawing/2014/main" id="{FFC70D00-D66B-4CFE-B608-BE4A478BA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740"/>
              <a:ext cx="137" cy="107"/>
            </a:xfrm>
            <a:custGeom>
              <a:avLst/>
              <a:gdLst>
                <a:gd name="T0" fmla="*/ 232 w 71"/>
                <a:gd name="T1" fmla="*/ 372 h 52"/>
                <a:gd name="T2" fmla="*/ 131 w 71"/>
                <a:gd name="T3" fmla="*/ 0 h 52"/>
                <a:gd name="T4" fmla="*/ 131 w 71"/>
                <a:gd name="T5" fmla="*/ 0 h 52"/>
                <a:gd name="T6" fmla="*/ 108 w 71"/>
                <a:gd name="T7" fmla="*/ 16 h 52"/>
                <a:gd name="T8" fmla="*/ 216 w 71"/>
                <a:gd name="T9" fmla="*/ 385 h 52"/>
                <a:gd name="T10" fmla="*/ 509 w 71"/>
                <a:gd name="T11" fmla="*/ 364 h 52"/>
                <a:gd name="T12" fmla="*/ 232 w 71"/>
                <a:gd name="T13" fmla="*/ 37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2">
                  <a:moveTo>
                    <a:pt x="32" y="43"/>
                  </a:moveTo>
                  <a:cubicBezTo>
                    <a:pt x="13" y="34"/>
                    <a:pt x="2" y="14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1"/>
                    <a:pt x="16" y="1"/>
                    <a:pt x="15" y="2"/>
                  </a:cubicBezTo>
                  <a:cubicBezTo>
                    <a:pt x="0" y="16"/>
                    <a:pt x="11" y="36"/>
                    <a:pt x="30" y="44"/>
                  </a:cubicBezTo>
                  <a:cubicBezTo>
                    <a:pt x="46" y="52"/>
                    <a:pt x="63" y="49"/>
                    <a:pt x="71" y="42"/>
                  </a:cubicBezTo>
                  <a:cubicBezTo>
                    <a:pt x="62" y="47"/>
                    <a:pt x="47" y="49"/>
                    <a:pt x="32" y="4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3" name="Freeform 1731">
              <a:extLst>
                <a:ext uri="{FF2B5EF4-FFF2-40B4-BE49-F238E27FC236}">
                  <a16:creationId xmlns:a16="http://schemas.microsoft.com/office/drawing/2014/main" id="{027BE118-57F7-423A-BE16-3040FB46D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761"/>
              <a:ext cx="87" cy="58"/>
            </a:xfrm>
            <a:custGeom>
              <a:avLst/>
              <a:gdLst>
                <a:gd name="T0" fmla="*/ 309 w 45"/>
                <a:gd name="T1" fmla="*/ 168 h 28"/>
                <a:gd name="T2" fmla="*/ 79 w 45"/>
                <a:gd name="T3" fmla="*/ 168 h 28"/>
                <a:gd name="T4" fmla="*/ 56 w 45"/>
                <a:gd name="T5" fmla="*/ 17 h 28"/>
                <a:gd name="T6" fmla="*/ 209 w 45"/>
                <a:gd name="T7" fmla="*/ 44 h 28"/>
                <a:gd name="T8" fmla="*/ 309 w 45"/>
                <a:gd name="T9" fmla="*/ 16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8">
                  <a:moveTo>
                    <a:pt x="43" y="19"/>
                  </a:moveTo>
                  <a:cubicBezTo>
                    <a:pt x="38" y="28"/>
                    <a:pt x="22" y="26"/>
                    <a:pt x="11" y="19"/>
                  </a:cubicBezTo>
                  <a:cubicBezTo>
                    <a:pt x="0" y="12"/>
                    <a:pt x="2" y="4"/>
                    <a:pt x="8" y="2"/>
                  </a:cubicBezTo>
                  <a:cubicBezTo>
                    <a:pt x="14" y="0"/>
                    <a:pt x="20" y="1"/>
                    <a:pt x="29" y="5"/>
                  </a:cubicBezTo>
                  <a:cubicBezTo>
                    <a:pt x="38" y="9"/>
                    <a:pt x="45" y="14"/>
                    <a:pt x="43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4" name="Freeform 1732">
              <a:extLst>
                <a:ext uri="{FF2B5EF4-FFF2-40B4-BE49-F238E27FC236}">
                  <a16:creationId xmlns:a16="http://schemas.microsoft.com/office/drawing/2014/main" id="{5FC5FC83-8C0C-48F9-8893-23A3A834F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767"/>
              <a:ext cx="81" cy="52"/>
            </a:xfrm>
            <a:custGeom>
              <a:avLst/>
              <a:gdLst>
                <a:gd name="T0" fmla="*/ 85 w 42"/>
                <a:gd name="T1" fmla="*/ 116 h 25"/>
                <a:gd name="T2" fmla="*/ 29 w 42"/>
                <a:gd name="T3" fmla="*/ 0 h 25"/>
                <a:gd name="T4" fmla="*/ 71 w 42"/>
                <a:gd name="T5" fmla="*/ 144 h 25"/>
                <a:gd name="T6" fmla="*/ 301 w 42"/>
                <a:gd name="T7" fmla="*/ 144 h 25"/>
                <a:gd name="T8" fmla="*/ 85 w 42"/>
                <a:gd name="T9" fmla="*/ 11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12" y="13"/>
                  </a:moveTo>
                  <a:cubicBezTo>
                    <a:pt x="5" y="9"/>
                    <a:pt x="3" y="4"/>
                    <a:pt x="4" y="0"/>
                  </a:cubicBezTo>
                  <a:cubicBezTo>
                    <a:pt x="0" y="3"/>
                    <a:pt x="1" y="10"/>
                    <a:pt x="10" y="16"/>
                  </a:cubicBezTo>
                  <a:cubicBezTo>
                    <a:pt x="21" y="23"/>
                    <a:pt x="37" y="25"/>
                    <a:pt x="42" y="16"/>
                  </a:cubicBezTo>
                  <a:cubicBezTo>
                    <a:pt x="35" y="22"/>
                    <a:pt x="22" y="20"/>
                    <a:pt x="12" y="1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5" name="Freeform 1733">
              <a:extLst>
                <a:ext uri="{FF2B5EF4-FFF2-40B4-BE49-F238E27FC236}">
                  <a16:creationId xmlns:a16="http://schemas.microsoft.com/office/drawing/2014/main" id="{7681E0FB-2FCF-41F6-A811-AB3553F3D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765"/>
              <a:ext cx="48" cy="25"/>
            </a:xfrm>
            <a:custGeom>
              <a:avLst/>
              <a:gdLst>
                <a:gd name="T0" fmla="*/ 0 w 25"/>
                <a:gd name="T1" fmla="*/ 0 h 12"/>
                <a:gd name="T2" fmla="*/ 177 w 25"/>
                <a:gd name="T3" fmla="*/ 108 h 12"/>
                <a:gd name="T4" fmla="*/ 77 w 25"/>
                <a:gd name="T5" fmla="*/ 44 h 12"/>
                <a:gd name="T6" fmla="*/ 0 w 25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2">
                  <a:moveTo>
                    <a:pt x="0" y="0"/>
                  </a:moveTo>
                  <a:cubicBezTo>
                    <a:pt x="8" y="1"/>
                    <a:pt x="21" y="5"/>
                    <a:pt x="25" y="12"/>
                  </a:cubicBezTo>
                  <a:cubicBezTo>
                    <a:pt x="22" y="10"/>
                    <a:pt x="16" y="6"/>
                    <a:pt x="11" y="5"/>
                  </a:cubicBezTo>
                  <a:cubicBezTo>
                    <a:pt x="6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6" name="Freeform 1734">
              <a:extLst>
                <a:ext uri="{FF2B5EF4-FFF2-40B4-BE49-F238E27FC236}">
                  <a16:creationId xmlns:a16="http://schemas.microsoft.com/office/drawing/2014/main" id="{70D84F24-CA1F-4DEA-AB1A-74F893BCA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763"/>
              <a:ext cx="41" cy="29"/>
            </a:xfrm>
            <a:custGeom>
              <a:avLst/>
              <a:gdLst>
                <a:gd name="T0" fmla="*/ 96 w 21"/>
                <a:gd name="T1" fmla="*/ 35 h 14"/>
                <a:gd name="T2" fmla="*/ 0 w 21"/>
                <a:gd name="T3" fmla="*/ 0 h 14"/>
                <a:gd name="T4" fmla="*/ 156 w 21"/>
                <a:gd name="T5" fmla="*/ 124 h 14"/>
                <a:gd name="T6" fmla="*/ 96 w 21"/>
                <a:gd name="T7" fmla="*/ 3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13" y="4"/>
                  </a:moveTo>
                  <a:cubicBezTo>
                    <a:pt x="10" y="2"/>
                    <a:pt x="6" y="0"/>
                    <a:pt x="0" y="0"/>
                  </a:cubicBezTo>
                  <a:cubicBezTo>
                    <a:pt x="5" y="1"/>
                    <a:pt x="21" y="7"/>
                    <a:pt x="21" y="14"/>
                  </a:cubicBezTo>
                  <a:cubicBezTo>
                    <a:pt x="21" y="12"/>
                    <a:pt x="19" y="7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7" name="Freeform 1735">
              <a:extLst>
                <a:ext uri="{FF2B5EF4-FFF2-40B4-BE49-F238E27FC236}">
                  <a16:creationId xmlns:a16="http://schemas.microsoft.com/office/drawing/2014/main" id="{1F3969B4-8D16-4AAB-A24C-4F8FF9AA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792"/>
              <a:ext cx="56" cy="27"/>
            </a:xfrm>
            <a:custGeom>
              <a:avLst/>
              <a:gdLst>
                <a:gd name="T0" fmla="*/ 0 w 29"/>
                <a:gd name="T1" fmla="*/ 0 h 13"/>
                <a:gd name="T2" fmla="*/ 209 w 29"/>
                <a:gd name="T3" fmla="*/ 100 h 13"/>
                <a:gd name="T4" fmla="*/ 0 w 2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3">
                  <a:moveTo>
                    <a:pt x="0" y="0"/>
                  </a:moveTo>
                  <a:cubicBezTo>
                    <a:pt x="3" y="4"/>
                    <a:pt x="16" y="12"/>
                    <a:pt x="29" y="11"/>
                  </a:cubicBezTo>
                  <a:cubicBezTo>
                    <a:pt x="25" y="13"/>
                    <a:pt x="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8" name="Freeform 1736">
              <a:extLst>
                <a:ext uri="{FF2B5EF4-FFF2-40B4-BE49-F238E27FC236}">
                  <a16:creationId xmlns:a16="http://schemas.microsoft.com/office/drawing/2014/main" id="{CB0F2160-7CE6-4955-9954-02B0D57E2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730"/>
              <a:ext cx="165" cy="122"/>
            </a:xfrm>
            <a:custGeom>
              <a:avLst/>
              <a:gdLst>
                <a:gd name="T0" fmla="*/ 264 w 85"/>
                <a:gd name="T1" fmla="*/ 0 h 59"/>
                <a:gd name="T2" fmla="*/ 124 w 85"/>
                <a:gd name="T3" fmla="*/ 52 h 59"/>
                <a:gd name="T4" fmla="*/ 233 w 85"/>
                <a:gd name="T5" fmla="*/ 449 h 59"/>
                <a:gd name="T6" fmla="*/ 584 w 85"/>
                <a:gd name="T7" fmla="*/ 380 h 59"/>
                <a:gd name="T8" fmla="*/ 557 w 85"/>
                <a:gd name="T9" fmla="*/ 149 h 59"/>
                <a:gd name="T10" fmla="*/ 396 w 85"/>
                <a:gd name="T11" fmla="*/ 52 h 59"/>
                <a:gd name="T12" fmla="*/ 264 w 85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9">
                  <a:moveTo>
                    <a:pt x="36" y="0"/>
                  </a:moveTo>
                  <a:cubicBezTo>
                    <a:pt x="29" y="0"/>
                    <a:pt x="22" y="2"/>
                    <a:pt x="17" y="6"/>
                  </a:cubicBezTo>
                  <a:cubicBezTo>
                    <a:pt x="0" y="21"/>
                    <a:pt x="12" y="42"/>
                    <a:pt x="32" y="51"/>
                  </a:cubicBezTo>
                  <a:cubicBezTo>
                    <a:pt x="53" y="59"/>
                    <a:pt x="74" y="53"/>
                    <a:pt x="80" y="43"/>
                  </a:cubicBezTo>
                  <a:cubicBezTo>
                    <a:pt x="85" y="33"/>
                    <a:pt x="83" y="24"/>
                    <a:pt x="76" y="17"/>
                  </a:cubicBezTo>
                  <a:cubicBezTo>
                    <a:pt x="69" y="10"/>
                    <a:pt x="59" y="8"/>
                    <a:pt x="54" y="6"/>
                  </a:cubicBezTo>
                  <a:cubicBezTo>
                    <a:pt x="48" y="4"/>
                    <a:pt x="41" y="0"/>
                    <a:pt x="36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9" name="Freeform 1737">
              <a:extLst>
                <a:ext uri="{FF2B5EF4-FFF2-40B4-BE49-F238E27FC236}">
                  <a16:creationId xmlns:a16="http://schemas.microsoft.com/office/drawing/2014/main" id="{FAC77DA4-D492-4671-909A-223D7F33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765"/>
              <a:ext cx="79" cy="52"/>
            </a:xfrm>
            <a:custGeom>
              <a:avLst/>
              <a:gdLst>
                <a:gd name="T0" fmla="*/ 8 w 41"/>
                <a:gd name="T1" fmla="*/ 44 h 25"/>
                <a:gd name="T2" fmla="*/ 64 w 41"/>
                <a:gd name="T3" fmla="*/ 152 h 25"/>
                <a:gd name="T4" fmla="*/ 245 w 41"/>
                <a:gd name="T5" fmla="*/ 208 h 25"/>
                <a:gd name="T6" fmla="*/ 293 w 41"/>
                <a:gd name="T7" fmla="*/ 152 h 25"/>
                <a:gd name="T8" fmla="*/ 293 w 41"/>
                <a:gd name="T9" fmla="*/ 152 h 25"/>
                <a:gd name="T10" fmla="*/ 245 w 41"/>
                <a:gd name="T11" fmla="*/ 200 h 25"/>
                <a:gd name="T12" fmla="*/ 71 w 41"/>
                <a:gd name="T13" fmla="*/ 152 h 25"/>
                <a:gd name="T14" fmla="*/ 8 w 41"/>
                <a:gd name="T15" fmla="*/ 44 h 25"/>
                <a:gd name="T16" fmla="*/ 44 w 41"/>
                <a:gd name="T17" fmla="*/ 0 h 25"/>
                <a:gd name="T18" fmla="*/ 44 w 41"/>
                <a:gd name="T19" fmla="*/ 0 h 25"/>
                <a:gd name="T20" fmla="*/ 8 w 41"/>
                <a:gd name="T21" fmla="*/ 44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5">
                  <a:moveTo>
                    <a:pt x="1" y="5"/>
                  </a:moveTo>
                  <a:cubicBezTo>
                    <a:pt x="0" y="9"/>
                    <a:pt x="3" y="14"/>
                    <a:pt x="9" y="17"/>
                  </a:cubicBezTo>
                  <a:cubicBezTo>
                    <a:pt x="18" y="22"/>
                    <a:pt x="27" y="25"/>
                    <a:pt x="34" y="23"/>
                  </a:cubicBezTo>
                  <a:cubicBezTo>
                    <a:pt x="37" y="22"/>
                    <a:pt x="40" y="20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0" y="20"/>
                    <a:pt x="37" y="21"/>
                    <a:pt x="34" y="22"/>
                  </a:cubicBezTo>
                  <a:cubicBezTo>
                    <a:pt x="27" y="24"/>
                    <a:pt x="18" y="22"/>
                    <a:pt x="10" y="17"/>
                  </a:cubicBezTo>
                  <a:cubicBezTo>
                    <a:pt x="4" y="13"/>
                    <a:pt x="1" y="9"/>
                    <a:pt x="1" y="5"/>
                  </a:cubicBezTo>
                  <a:cubicBezTo>
                    <a:pt x="2" y="3"/>
                    <a:pt x="4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2"/>
                    <a:pt x="1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0" name="Freeform 1738">
              <a:extLst>
                <a:ext uri="{FF2B5EF4-FFF2-40B4-BE49-F238E27FC236}">
                  <a16:creationId xmlns:a16="http://schemas.microsoft.com/office/drawing/2014/main" id="{3AD7CFEF-506A-4F3D-A80D-93389D89A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891"/>
              <a:ext cx="136" cy="115"/>
            </a:xfrm>
            <a:custGeom>
              <a:avLst/>
              <a:gdLst>
                <a:gd name="T0" fmla="*/ 241 w 70"/>
                <a:gd name="T1" fmla="*/ 16 h 56"/>
                <a:gd name="T2" fmla="*/ 72 w 70"/>
                <a:gd name="T3" fmla="*/ 43 h 56"/>
                <a:gd name="T4" fmla="*/ 0 w 70"/>
                <a:gd name="T5" fmla="*/ 207 h 56"/>
                <a:gd name="T6" fmla="*/ 301 w 70"/>
                <a:gd name="T7" fmla="*/ 452 h 56"/>
                <a:gd name="T8" fmla="*/ 468 w 70"/>
                <a:gd name="T9" fmla="*/ 148 h 56"/>
                <a:gd name="T10" fmla="*/ 241 w 70"/>
                <a:gd name="T11" fmla="*/ 1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3" y="2"/>
                  </a:moveTo>
                  <a:cubicBezTo>
                    <a:pt x="24" y="0"/>
                    <a:pt x="17" y="0"/>
                    <a:pt x="10" y="5"/>
                  </a:cubicBezTo>
                  <a:cubicBezTo>
                    <a:pt x="5" y="10"/>
                    <a:pt x="0" y="16"/>
                    <a:pt x="0" y="24"/>
                  </a:cubicBezTo>
                  <a:cubicBezTo>
                    <a:pt x="0" y="42"/>
                    <a:pt x="20" y="56"/>
                    <a:pt x="41" y="52"/>
                  </a:cubicBezTo>
                  <a:cubicBezTo>
                    <a:pt x="62" y="48"/>
                    <a:pt x="70" y="29"/>
                    <a:pt x="64" y="17"/>
                  </a:cubicBezTo>
                  <a:cubicBezTo>
                    <a:pt x="57" y="7"/>
                    <a:pt x="51" y="5"/>
                    <a:pt x="33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1" name="Freeform 1739">
              <a:extLst>
                <a:ext uri="{FF2B5EF4-FFF2-40B4-BE49-F238E27FC236}">
                  <a16:creationId xmlns:a16="http://schemas.microsoft.com/office/drawing/2014/main" id="{ECE450BF-F0D5-4F0A-B2BA-045A5136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911"/>
              <a:ext cx="110" cy="89"/>
            </a:xfrm>
            <a:custGeom>
              <a:avLst/>
              <a:gdLst>
                <a:gd name="T0" fmla="*/ 372 w 57"/>
                <a:gd name="T1" fmla="*/ 72 h 43"/>
                <a:gd name="T2" fmla="*/ 316 w 57"/>
                <a:gd name="T3" fmla="*/ 0 h 43"/>
                <a:gd name="T4" fmla="*/ 357 w 57"/>
                <a:gd name="T5" fmla="*/ 52 h 43"/>
                <a:gd name="T6" fmla="*/ 201 w 57"/>
                <a:gd name="T7" fmla="*/ 348 h 43"/>
                <a:gd name="T8" fmla="*/ 0 w 57"/>
                <a:gd name="T9" fmla="*/ 292 h 43"/>
                <a:gd name="T10" fmla="*/ 216 w 57"/>
                <a:gd name="T11" fmla="*/ 364 h 43"/>
                <a:gd name="T12" fmla="*/ 372 w 57"/>
                <a:gd name="T13" fmla="*/ 7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3">
                  <a:moveTo>
                    <a:pt x="52" y="8"/>
                  </a:moveTo>
                  <a:cubicBezTo>
                    <a:pt x="49" y="4"/>
                    <a:pt x="47" y="2"/>
                    <a:pt x="44" y="0"/>
                  </a:cubicBezTo>
                  <a:cubicBezTo>
                    <a:pt x="46" y="2"/>
                    <a:pt x="48" y="4"/>
                    <a:pt x="50" y="6"/>
                  </a:cubicBezTo>
                  <a:cubicBezTo>
                    <a:pt x="56" y="18"/>
                    <a:pt x="48" y="36"/>
                    <a:pt x="28" y="39"/>
                  </a:cubicBezTo>
                  <a:cubicBezTo>
                    <a:pt x="18" y="41"/>
                    <a:pt x="8" y="39"/>
                    <a:pt x="0" y="33"/>
                  </a:cubicBezTo>
                  <a:cubicBezTo>
                    <a:pt x="8" y="40"/>
                    <a:pt x="19" y="43"/>
                    <a:pt x="30" y="41"/>
                  </a:cubicBezTo>
                  <a:cubicBezTo>
                    <a:pt x="50" y="37"/>
                    <a:pt x="57" y="19"/>
                    <a:pt x="52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2" name="Freeform 1740">
              <a:extLst>
                <a:ext uri="{FF2B5EF4-FFF2-40B4-BE49-F238E27FC236}">
                  <a16:creationId xmlns:a16="http://schemas.microsoft.com/office/drawing/2014/main" id="{48662EEB-D820-46D8-B790-FEEC7A5EB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893"/>
              <a:ext cx="105" cy="91"/>
            </a:xfrm>
            <a:custGeom>
              <a:avLst/>
              <a:gdLst>
                <a:gd name="T0" fmla="*/ 16 w 54"/>
                <a:gd name="T1" fmla="*/ 213 h 44"/>
                <a:gd name="T2" fmla="*/ 88 w 54"/>
                <a:gd name="T3" fmla="*/ 60 h 44"/>
                <a:gd name="T4" fmla="*/ 249 w 54"/>
                <a:gd name="T5" fmla="*/ 25 h 44"/>
                <a:gd name="T6" fmla="*/ 397 w 54"/>
                <a:gd name="T7" fmla="*/ 81 h 44"/>
                <a:gd name="T8" fmla="*/ 235 w 54"/>
                <a:gd name="T9" fmla="*/ 17 h 44"/>
                <a:gd name="T10" fmla="*/ 72 w 54"/>
                <a:gd name="T11" fmla="*/ 43 h 44"/>
                <a:gd name="T12" fmla="*/ 0 w 54"/>
                <a:gd name="T13" fmla="*/ 205 h 44"/>
                <a:gd name="T14" fmla="*/ 95 w 54"/>
                <a:gd name="T15" fmla="*/ 389 h 44"/>
                <a:gd name="T16" fmla="*/ 16 w 54"/>
                <a:gd name="T17" fmla="*/ 21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4">
                  <a:moveTo>
                    <a:pt x="2" y="24"/>
                  </a:moveTo>
                  <a:cubicBezTo>
                    <a:pt x="3" y="17"/>
                    <a:pt x="7" y="11"/>
                    <a:pt x="12" y="7"/>
                  </a:cubicBezTo>
                  <a:cubicBezTo>
                    <a:pt x="18" y="1"/>
                    <a:pt x="25" y="2"/>
                    <a:pt x="34" y="3"/>
                  </a:cubicBezTo>
                  <a:cubicBezTo>
                    <a:pt x="44" y="5"/>
                    <a:pt x="50" y="6"/>
                    <a:pt x="54" y="9"/>
                  </a:cubicBezTo>
                  <a:cubicBezTo>
                    <a:pt x="49" y="5"/>
                    <a:pt x="43" y="4"/>
                    <a:pt x="32" y="2"/>
                  </a:cubicBezTo>
                  <a:cubicBezTo>
                    <a:pt x="23" y="1"/>
                    <a:pt x="16" y="0"/>
                    <a:pt x="10" y="5"/>
                  </a:cubicBezTo>
                  <a:cubicBezTo>
                    <a:pt x="5" y="10"/>
                    <a:pt x="1" y="15"/>
                    <a:pt x="0" y="23"/>
                  </a:cubicBezTo>
                  <a:cubicBezTo>
                    <a:pt x="0" y="31"/>
                    <a:pt x="5" y="39"/>
                    <a:pt x="13" y="44"/>
                  </a:cubicBezTo>
                  <a:cubicBezTo>
                    <a:pt x="6" y="39"/>
                    <a:pt x="2" y="32"/>
                    <a:pt x="2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3" name="Freeform 1741">
              <a:extLst>
                <a:ext uri="{FF2B5EF4-FFF2-40B4-BE49-F238E27FC236}">
                  <a16:creationId xmlns:a16="http://schemas.microsoft.com/office/drawing/2014/main" id="{DE514BA2-1BED-40AD-A578-5BB5C1350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911"/>
              <a:ext cx="91" cy="64"/>
            </a:xfrm>
            <a:custGeom>
              <a:avLst/>
              <a:gdLst>
                <a:gd name="T0" fmla="*/ 263 w 47"/>
                <a:gd name="T1" fmla="*/ 60 h 31"/>
                <a:gd name="T2" fmla="*/ 132 w 47"/>
                <a:gd name="T3" fmla="*/ 239 h 31"/>
                <a:gd name="T4" fmla="*/ 45 w 47"/>
                <a:gd name="T5" fmla="*/ 52 h 31"/>
                <a:gd name="T6" fmla="*/ 263 w 47"/>
                <a:gd name="T7" fmla="*/ 6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36" y="7"/>
                  </a:moveTo>
                  <a:cubicBezTo>
                    <a:pt x="47" y="17"/>
                    <a:pt x="36" y="31"/>
                    <a:pt x="18" y="27"/>
                  </a:cubicBezTo>
                  <a:cubicBezTo>
                    <a:pt x="0" y="23"/>
                    <a:pt x="1" y="11"/>
                    <a:pt x="6" y="6"/>
                  </a:cubicBezTo>
                  <a:cubicBezTo>
                    <a:pt x="11" y="0"/>
                    <a:pt x="28" y="1"/>
                    <a:pt x="36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4" name="Freeform 1742">
              <a:extLst>
                <a:ext uri="{FF2B5EF4-FFF2-40B4-BE49-F238E27FC236}">
                  <a16:creationId xmlns:a16="http://schemas.microsoft.com/office/drawing/2014/main" id="{4B91932C-87C5-42F7-B6B7-214194706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938"/>
              <a:ext cx="75" cy="35"/>
            </a:xfrm>
            <a:custGeom>
              <a:avLst/>
              <a:gdLst>
                <a:gd name="T0" fmla="*/ 263 w 39"/>
                <a:gd name="T1" fmla="*/ 0 h 17"/>
                <a:gd name="T2" fmla="*/ 108 w 39"/>
                <a:gd name="T3" fmla="*/ 97 h 17"/>
                <a:gd name="T4" fmla="*/ 0 w 39"/>
                <a:gd name="T5" fmla="*/ 0 h 17"/>
                <a:gd name="T6" fmla="*/ 108 w 39"/>
                <a:gd name="T7" fmla="*/ 124 h 17"/>
                <a:gd name="T8" fmla="*/ 263 w 3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7">
                  <a:moveTo>
                    <a:pt x="37" y="0"/>
                  </a:moveTo>
                  <a:cubicBezTo>
                    <a:pt x="37" y="8"/>
                    <a:pt x="27" y="14"/>
                    <a:pt x="15" y="11"/>
                  </a:cubicBezTo>
                  <a:cubicBezTo>
                    <a:pt x="5" y="9"/>
                    <a:pt x="1" y="5"/>
                    <a:pt x="0" y="0"/>
                  </a:cubicBezTo>
                  <a:cubicBezTo>
                    <a:pt x="0" y="6"/>
                    <a:pt x="4" y="12"/>
                    <a:pt x="15" y="14"/>
                  </a:cubicBezTo>
                  <a:cubicBezTo>
                    <a:pt x="29" y="17"/>
                    <a:pt x="39" y="9"/>
                    <a:pt x="3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5" name="Freeform 1743">
              <a:extLst>
                <a:ext uri="{FF2B5EF4-FFF2-40B4-BE49-F238E27FC236}">
                  <a16:creationId xmlns:a16="http://schemas.microsoft.com/office/drawing/2014/main" id="{B872565F-C350-4094-8ADA-32662F208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913"/>
              <a:ext cx="41" cy="7"/>
            </a:xfrm>
            <a:custGeom>
              <a:avLst/>
              <a:gdLst>
                <a:gd name="T0" fmla="*/ 156 w 21"/>
                <a:gd name="T1" fmla="*/ 37 h 3"/>
                <a:gd name="T2" fmla="*/ 0 w 21"/>
                <a:gd name="T3" fmla="*/ 28 h 3"/>
                <a:gd name="T4" fmla="*/ 156 w 21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">
                  <a:moveTo>
                    <a:pt x="21" y="3"/>
                  </a:moveTo>
                  <a:cubicBezTo>
                    <a:pt x="15" y="0"/>
                    <a:pt x="4" y="0"/>
                    <a:pt x="0" y="2"/>
                  </a:cubicBezTo>
                  <a:cubicBezTo>
                    <a:pt x="4" y="2"/>
                    <a:pt x="14" y="1"/>
                    <a:pt x="2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6" name="Freeform 1744">
              <a:extLst>
                <a:ext uri="{FF2B5EF4-FFF2-40B4-BE49-F238E27FC236}">
                  <a16:creationId xmlns:a16="http://schemas.microsoft.com/office/drawing/2014/main" id="{6C79516D-5D81-4AAA-9A12-4364607A1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957"/>
              <a:ext cx="60" cy="24"/>
            </a:xfrm>
            <a:custGeom>
              <a:avLst/>
              <a:gdLst>
                <a:gd name="T0" fmla="*/ 0 w 31"/>
                <a:gd name="T1" fmla="*/ 8 h 12"/>
                <a:gd name="T2" fmla="*/ 225 w 31"/>
                <a:gd name="T3" fmla="*/ 0 h 12"/>
                <a:gd name="T4" fmla="*/ 0 w 31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">
                  <a:moveTo>
                    <a:pt x="0" y="1"/>
                  </a:moveTo>
                  <a:cubicBezTo>
                    <a:pt x="3" y="5"/>
                    <a:pt x="22" y="11"/>
                    <a:pt x="31" y="0"/>
                  </a:cubicBezTo>
                  <a:cubicBezTo>
                    <a:pt x="28" y="5"/>
                    <a:pt x="13" y="12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7" name="Freeform 1745">
              <a:extLst>
                <a:ext uri="{FF2B5EF4-FFF2-40B4-BE49-F238E27FC236}">
                  <a16:creationId xmlns:a16="http://schemas.microsoft.com/office/drawing/2014/main" id="{C9DE0B13-8CDB-42CD-B77E-5A5F3D948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891"/>
              <a:ext cx="136" cy="115"/>
            </a:xfrm>
            <a:custGeom>
              <a:avLst/>
              <a:gdLst>
                <a:gd name="T0" fmla="*/ 241 w 70"/>
                <a:gd name="T1" fmla="*/ 16 h 56"/>
                <a:gd name="T2" fmla="*/ 72 w 70"/>
                <a:gd name="T3" fmla="*/ 43 h 56"/>
                <a:gd name="T4" fmla="*/ 0 w 70"/>
                <a:gd name="T5" fmla="*/ 207 h 56"/>
                <a:gd name="T6" fmla="*/ 301 w 70"/>
                <a:gd name="T7" fmla="*/ 452 h 56"/>
                <a:gd name="T8" fmla="*/ 468 w 70"/>
                <a:gd name="T9" fmla="*/ 148 h 56"/>
                <a:gd name="T10" fmla="*/ 241 w 70"/>
                <a:gd name="T11" fmla="*/ 1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3" y="2"/>
                  </a:moveTo>
                  <a:cubicBezTo>
                    <a:pt x="24" y="0"/>
                    <a:pt x="17" y="0"/>
                    <a:pt x="10" y="5"/>
                  </a:cubicBezTo>
                  <a:cubicBezTo>
                    <a:pt x="5" y="10"/>
                    <a:pt x="0" y="16"/>
                    <a:pt x="0" y="24"/>
                  </a:cubicBezTo>
                  <a:cubicBezTo>
                    <a:pt x="0" y="42"/>
                    <a:pt x="20" y="56"/>
                    <a:pt x="41" y="52"/>
                  </a:cubicBezTo>
                  <a:cubicBezTo>
                    <a:pt x="62" y="48"/>
                    <a:pt x="70" y="29"/>
                    <a:pt x="64" y="17"/>
                  </a:cubicBezTo>
                  <a:cubicBezTo>
                    <a:pt x="57" y="7"/>
                    <a:pt x="51" y="5"/>
                    <a:pt x="33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8" name="Freeform 1746">
              <a:extLst>
                <a:ext uri="{FF2B5EF4-FFF2-40B4-BE49-F238E27FC236}">
                  <a16:creationId xmlns:a16="http://schemas.microsoft.com/office/drawing/2014/main" id="{8BD93A11-C439-41AB-B3C4-8811E402F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924"/>
              <a:ext cx="77" cy="49"/>
            </a:xfrm>
            <a:custGeom>
              <a:avLst/>
              <a:gdLst>
                <a:gd name="T0" fmla="*/ 241 w 40"/>
                <a:gd name="T1" fmla="*/ 8 h 24"/>
                <a:gd name="T2" fmla="*/ 264 w 40"/>
                <a:gd name="T3" fmla="*/ 120 h 24"/>
                <a:gd name="T4" fmla="*/ 116 w 40"/>
                <a:gd name="T5" fmla="*/ 180 h 24"/>
                <a:gd name="T6" fmla="*/ 15 w 40"/>
                <a:gd name="T7" fmla="*/ 92 h 24"/>
                <a:gd name="T8" fmla="*/ 29 w 40"/>
                <a:gd name="T9" fmla="*/ 0 h 24"/>
                <a:gd name="T10" fmla="*/ 29 w 40"/>
                <a:gd name="T11" fmla="*/ 0 h 24"/>
                <a:gd name="T12" fmla="*/ 8 w 40"/>
                <a:gd name="T13" fmla="*/ 92 h 24"/>
                <a:gd name="T14" fmla="*/ 116 w 40"/>
                <a:gd name="T15" fmla="*/ 180 h 24"/>
                <a:gd name="T16" fmla="*/ 271 w 40"/>
                <a:gd name="T17" fmla="*/ 120 h 24"/>
                <a:gd name="T18" fmla="*/ 241 w 40"/>
                <a:gd name="T19" fmla="*/ 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4">
                  <a:moveTo>
                    <a:pt x="34" y="1"/>
                  </a:moveTo>
                  <a:cubicBezTo>
                    <a:pt x="38" y="5"/>
                    <a:pt x="39" y="10"/>
                    <a:pt x="37" y="14"/>
                  </a:cubicBezTo>
                  <a:cubicBezTo>
                    <a:pt x="35" y="19"/>
                    <a:pt x="27" y="23"/>
                    <a:pt x="16" y="21"/>
                  </a:cubicBezTo>
                  <a:cubicBezTo>
                    <a:pt x="6" y="19"/>
                    <a:pt x="3" y="14"/>
                    <a:pt x="2" y="11"/>
                  </a:cubicBezTo>
                  <a:cubicBezTo>
                    <a:pt x="0" y="6"/>
                    <a:pt x="2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0" y="6"/>
                    <a:pt x="1" y="11"/>
                  </a:cubicBezTo>
                  <a:cubicBezTo>
                    <a:pt x="2" y="14"/>
                    <a:pt x="6" y="19"/>
                    <a:pt x="16" y="21"/>
                  </a:cubicBezTo>
                  <a:cubicBezTo>
                    <a:pt x="27" y="24"/>
                    <a:pt x="35" y="19"/>
                    <a:pt x="38" y="14"/>
                  </a:cubicBezTo>
                  <a:cubicBezTo>
                    <a:pt x="40" y="10"/>
                    <a:pt x="38" y="5"/>
                    <a:pt x="34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9" name="Freeform 1747">
              <a:extLst>
                <a:ext uri="{FF2B5EF4-FFF2-40B4-BE49-F238E27FC236}">
                  <a16:creationId xmlns:a16="http://schemas.microsoft.com/office/drawing/2014/main" id="{72F6F718-D15D-4B69-8945-E96C0D530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901"/>
              <a:ext cx="124" cy="76"/>
            </a:xfrm>
            <a:custGeom>
              <a:avLst/>
              <a:gdLst>
                <a:gd name="T0" fmla="*/ 116 w 64"/>
                <a:gd name="T1" fmla="*/ 8 h 37"/>
                <a:gd name="T2" fmla="*/ 8 w 64"/>
                <a:gd name="T3" fmla="*/ 140 h 37"/>
                <a:gd name="T4" fmla="*/ 217 w 64"/>
                <a:gd name="T5" fmla="*/ 312 h 37"/>
                <a:gd name="T6" fmla="*/ 451 w 64"/>
                <a:gd name="T7" fmla="*/ 199 h 37"/>
                <a:gd name="T8" fmla="*/ 409 w 64"/>
                <a:gd name="T9" fmla="*/ 76 h 37"/>
                <a:gd name="T10" fmla="*/ 264 w 64"/>
                <a:gd name="T11" fmla="*/ 43 h 37"/>
                <a:gd name="T12" fmla="*/ 116 w 64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7">
                  <a:moveTo>
                    <a:pt x="16" y="1"/>
                  </a:moveTo>
                  <a:cubicBezTo>
                    <a:pt x="7" y="2"/>
                    <a:pt x="2" y="7"/>
                    <a:pt x="1" y="16"/>
                  </a:cubicBezTo>
                  <a:cubicBezTo>
                    <a:pt x="0" y="27"/>
                    <a:pt x="12" y="34"/>
                    <a:pt x="30" y="36"/>
                  </a:cubicBezTo>
                  <a:cubicBezTo>
                    <a:pt x="48" y="37"/>
                    <a:pt x="57" y="35"/>
                    <a:pt x="62" y="23"/>
                  </a:cubicBezTo>
                  <a:cubicBezTo>
                    <a:pt x="64" y="18"/>
                    <a:pt x="62" y="13"/>
                    <a:pt x="56" y="9"/>
                  </a:cubicBezTo>
                  <a:cubicBezTo>
                    <a:pt x="50" y="5"/>
                    <a:pt x="45" y="6"/>
                    <a:pt x="36" y="5"/>
                  </a:cubicBezTo>
                  <a:cubicBezTo>
                    <a:pt x="31" y="4"/>
                    <a:pt x="23" y="0"/>
                    <a:pt x="16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20" name="Freeform 1748">
              <a:extLst>
                <a:ext uri="{FF2B5EF4-FFF2-40B4-BE49-F238E27FC236}">
                  <a16:creationId xmlns:a16="http://schemas.microsoft.com/office/drawing/2014/main" id="{3379DD06-B96F-4418-BC96-ABD1983C7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916"/>
              <a:ext cx="83" cy="35"/>
            </a:xfrm>
            <a:custGeom>
              <a:avLst/>
              <a:gdLst>
                <a:gd name="T0" fmla="*/ 280 w 43"/>
                <a:gd name="T1" fmla="*/ 80 h 17"/>
                <a:gd name="T2" fmla="*/ 131 w 43"/>
                <a:gd name="T3" fmla="*/ 132 h 17"/>
                <a:gd name="T4" fmla="*/ 56 w 43"/>
                <a:gd name="T5" fmla="*/ 16 h 17"/>
                <a:gd name="T6" fmla="*/ 180 w 43"/>
                <a:gd name="T7" fmla="*/ 43 h 17"/>
                <a:gd name="T8" fmla="*/ 280 w 43"/>
                <a:gd name="T9" fmla="*/ 8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7">
                  <a:moveTo>
                    <a:pt x="39" y="9"/>
                  </a:moveTo>
                  <a:cubicBezTo>
                    <a:pt x="43" y="12"/>
                    <a:pt x="36" y="17"/>
                    <a:pt x="18" y="15"/>
                  </a:cubicBezTo>
                  <a:cubicBezTo>
                    <a:pt x="1" y="13"/>
                    <a:pt x="0" y="4"/>
                    <a:pt x="8" y="2"/>
                  </a:cubicBezTo>
                  <a:cubicBezTo>
                    <a:pt x="14" y="0"/>
                    <a:pt x="16" y="2"/>
                    <a:pt x="25" y="5"/>
                  </a:cubicBezTo>
                  <a:cubicBezTo>
                    <a:pt x="34" y="7"/>
                    <a:pt x="36" y="6"/>
                    <a:pt x="39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21" name="Freeform 1749">
              <a:extLst>
                <a:ext uri="{FF2B5EF4-FFF2-40B4-BE49-F238E27FC236}">
                  <a16:creationId xmlns:a16="http://schemas.microsoft.com/office/drawing/2014/main" id="{B3343670-E0E2-4C59-8527-D0063369D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922"/>
              <a:ext cx="74" cy="26"/>
            </a:xfrm>
            <a:custGeom>
              <a:avLst/>
              <a:gdLst>
                <a:gd name="T0" fmla="*/ 125 w 38"/>
                <a:gd name="T1" fmla="*/ 96 h 13"/>
                <a:gd name="T2" fmla="*/ 280 w 38"/>
                <a:gd name="T3" fmla="*/ 80 h 13"/>
                <a:gd name="T4" fmla="*/ 132 w 38"/>
                <a:gd name="T5" fmla="*/ 80 h 13"/>
                <a:gd name="T6" fmla="*/ 45 w 38"/>
                <a:gd name="T7" fmla="*/ 0 h 13"/>
                <a:gd name="T8" fmla="*/ 125 w 38"/>
                <a:gd name="T9" fmla="*/ 9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">
                  <a:moveTo>
                    <a:pt x="17" y="12"/>
                  </a:moveTo>
                  <a:cubicBezTo>
                    <a:pt x="28" y="13"/>
                    <a:pt x="35" y="12"/>
                    <a:pt x="38" y="10"/>
                  </a:cubicBezTo>
                  <a:cubicBezTo>
                    <a:pt x="32" y="12"/>
                    <a:pt x="25" y="11"/>
                    <a:pt x="18" y="10"/>
                  </a:cubicBezTo>
                  <a:cubicBezTo>
                    <a:pt x="14" y="9"/>
                    <a:pt x="0" y="7"/>
                    <a:pt x="6" y="0"/>
                  </a:cubicBezTo>
                  <a:cubicBezTo>
                    <a:pt x="0" y="3"/>
                    <a:pt x="1" y="11"/>
                    <a:pt x="17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22" name="Freeform 1750">
              <a:extLst>
                <a:ext uri="{FF2B5EF4-FFF2-40B4-BE49-F238E27FC236}">
                  <a16:creationId xmlns:a16="http://schemas.microsoft.com/office/drawing/2014/main" id="{948B5F00-DEDA-491C-9DC4-EB469577A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918"/>
              <a:ext cx="54" cy="14"/>
            </a:xfrm>
            <a:custGeom>
              <a:avLst/>
              <a:gdLst>
                <a:gd name="T0" fmla="*/ 100 w 28"/>
                <a:gd name="T1" fmla="*/ 40 h 7"/>
                <a:gd name="T2" fmla="*/ 156 w 28"/>
                <a:gd name="T3" fmla="*/ 48 h 7"/>
                <a:gd name="T4" fmla="*/ 201 w 28"/>
                <a:gd name="T5" fmla="*/ 56 h 7"/>
                <a:gd name="T6" fmla="*/ 100 w 28"/>
                <a:gd name="T7" fmla="*/ 32 h 7"/>
                <a:gd name="T8" fmla="*/ 0 w 28"/>
                <a:gd name="T9" fmla="*/ 8 h 7"/>
                <a:gd name="T10" fmla="*/ 44 w 28"/>
                <a:gd name="T11" fmla="*/ 16 h 7"/>
                <a:gd name="T12" fmla="*/ 100 w 28"/>
                <a:gd name="T13" fmla="*/ 4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">
                  <a:moveTo>
                    <a:pt x="14" y="5"/>
                  </a:moveTo>
                  <a:cubicBezTo>
                    <a:pt x="17" y="6"/>
                    <a:pt x="19" y="6"/>
                    <a:pt x="22" y="6"/>
                  </a:cubicBezTo>
                  <a:cubicBezTo>
                    <a:pt x="23" y="6"/>
                    <a:pt x="26" y="7"/>
                    <a:pt x="28" y="7"/>
                  </a:cubicBezTo>
                  <a:cubicBezTo>
                    <a:pt x="25" y="5"/>
                    <a:pt x="22" y="6"/>
                    <a:pt x="14" y="4"/>
                  </a:cubicBezTo>
                  <a:cubicBezTo>
                    <a:pt x="6" y="2"/>
                    <a:pt x="4" y="0"/>
                    <a:pt x="0" y="1"/>
                  </a:cubicBezTo>
                  <a:cubicBezTo>
                    <a:pt x="2" y="1"/>
                    <a:pt x="5" y="2"/>
                    <a:pt x="6" y="2"/>
                  </a:cubicBezTo>
                  <a:cubicBezTo>
                    <a:pt x="9" y="4"/>
                    <a:pt x="11" y="5"/>
                    <a:pt x="14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23" name="Freeform 1751">
              <a:extLst>
                <a:ext uri="{FF2B5EF4-FFF2-40B4-BE49-F238E27FC236}">
                  <a16:creationId xmlns:a16="http://schemas.microsoft.com/office/drawing/2014/main" id="{7BE66614-5484-473A-82D2-E989341CC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903"/>
              <a:ext cx="48" cy="45"/>
            </a:xfrm>
            <a:custGeom>
              <a:avLst/>
              <a:gdLst>
                <a:gd name="T0" fmla="*/ 177 w 25"/>
                <a:gd name="T1" fmla="*/ 16 h 22"/>
                <a:gd name="T2" fmla="*/ 36 w 25"/>
                <a:gd name="T3" fmla="*/ 51 h 22"/>
                <a:gd name="T4" fmla="*/ 23 w 25"/>
                <a:gd name="T5" fmla="*/ 188 h 22"/>
                <a:gd name="T6" fmla="*/ 48 w 25"/>
                <a:gd name="T7" fmla="*/ 51 h 22"/>
                <a:gd name="T8" fmla="*/ 177 w 25"/>
                <a:gd name="T9" fmla="*/ 1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5" y="2"/>
                  </a:moveTo>
                  <a:cubicBezTo>
                    <a:pt x="20" y="0"/>
                    <a:pt x="9" y="0"/>
                    <a:pt x="5" y="6"/>
                  </a:cubicBezTo>
                  <a:cubicBezTo>
                    <a:pt x="0" y="12"/>
                    <a:pt x="1" y="19"/>
                    <a:pt x="3" y="22"/>
                  </a:cubicBezTo>
                  <a:cubicBezTo>
                    <a:pt x="3" y="21"/>
                    <a:pt x="1" y="11"/>
                    <a:pt x="7" y="6"/>
                  </a:cubicBezTo>
                  <a:cubicBezTo>
                    <a:pt x="14" y="0"/>
                    <a:pt x="21" y="1"/>
                    <a:pt x="25" y="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24" name="Freeform 1752">
              <a:extLst>
                <a:ext uri="{FF2B5EF4-FFF2-40B4-BE49-F238E27FC236}">
                  <a16:creationId xmlns:a16="http://schemas.microsoft.com/office/drawing/2014/main" id="{848DAB54-1BB6-47E4-9891-98D141C53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913"/>
              <a:ext cx="45" cy="19"/>
            </a:xfrm>
            <a:custGeom>
              <a:avLst/>
              <a:gdLst>
                <a:gd name="T0" fmla="*/ 0 w 23"/>
                <a:gd name="T1" fmla="*/ 0 h 9"/>
                <a:gd name="T2" fmla="*/ 172 w 23"/>
                <a:gd name="T3" fmla="*/ 84 h 9"/>
                <a:gd name="T4" fmla="*/ 88 w 23"/>
                <a:gd name="T5" fmla="*/ 17 h 9"/>
                <a:gd name="T6" fmla="*/ 0 w 2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9">
                  <a:moveTo>
                    <a:pt x="0" y="0"/>
                  </a:moveTo>
                  <a:cubicBezTo>
                    <a:pt x="5" y="1"/>
                    <a:pt x="16" y="0"/>
                    <a:pt x="23" y="9"/>
                  </a:cubicBezTo>
                  <a:cubicBezTo>
                    <a:pt x="21" y="7"/>
                    <a:pt x="17" y="4"/>
                    <a:pt x="12" y="2"/>
                  </a:cubicBezTo>
                  <a:cubicBezTo>
                    <a:pt x="8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25" name="Freeform 1753">
              <a:extLst>
                <a:ext uri="{FF2B5EF4-FFF2-40B4-BE49-F238E27FC236}">
                  <a16:creationId xmlns:a16="http://schemas.microsoft.com/office/drawing/2014/main" id="{5C8A11ED-404E-45FC-88E0-6C028259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938"/>
              <a:ext cx="68" cy="15"/>
            </a:xfrm>
            <a:custGeom>
              <a:avLst/>
              <a:gdLst>
                <a:gd name="T0" fmla="*/ 0 w 35"/>
                <a:gd name="T1" fmla="*/ 0 h 7"/>
                <a:gd name="T2" fmla="*/ 117 w 35"/>
                <a:gd name="T3" fmla="*/ 51 h 7"/>
                <a:gd name="T4" fmla="*/ 256 w 35"/>
                <a:gd name="T5" fmla="*/ 28 h 7"/>
                <a:gd name="T6" fmla="*/ 117 w 35"/>
                <a:gd name="T7" fmla="*/ 60 h 7"/>
                <a:gd name="T8" fmla="*/ 0 w 3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">
                  <a:moveTo>
                    <a:pt x="0" y="0"/>
                  </a:moveTo>
                  <a:cubicBezTo>
                    <a:pt x="3" y="2"/>
                    <a:pt x="8" y="5"/>
                    <a:pt x="16" y="5"/>
                  </a:cubicBezTo>
                  <a:cubicBezTo>
                    <a:pt x="25" y="6"/>
                    <a:pt x="31" y="5"/>
                    <a:pt x="35" y="3"/>
                  </a:cubicBezTo>
                  <a:cubicBezTo>
                    <a:pt x="33" y="4"/>
                    <a:pt x="27" y="7"/>
                    <a:pt x="16" y="6"/>
                  </a:cubicBezTo>
                  <a:cubicBezTo>
                    <a:pt x="5" y="5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26" name="Freeform 1754">
              <a:extLst>
                <a:ext uri="{FF2B5EF4-FFF2-40B4-BE49-F238E27FC236}">
                  <a16:creationId xmlns:a16="http://schemas.microsoft.com/office/drawing/2014/main" id="{EBB4BAFE-02DD-46F4-BC0D-6EAAEE959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946"/>
              <a:ext cx="89" cy="31"/>
            </a:xfrm>
            <a:custGeom>
              <a:avLst/>
              <a:gdLst>
                <a:gd name="T0" fmla="*/ 0 w 46"/>
                <a:gd name="T1" fmla="*/ 89 h 15"/>
                <a:gd name="T2" fmla="*/ 269 w 46"/>
                <a:gd name="T3" fmla="*/ 99 h 15"/>
                <a:gd name="T4" fmla="*/ 333 w 46"/>
                <a:gd name="T5" fmla="*/ 0 h 15"/>
                <a:gd name="T6" fmla="*/ 217 w 46"/>
                <a:gd name="T7" fmla="*/ 99 h 15"/>
                <a:gd name="T8" fmla="*/ 0 w 46"/>
                <a:gd name="T9" fmla="*/ 8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5">
                  <a:moveTo>
                    <a:pt x="0" y="10"/>
                  </a:moveTo>
                  <a:cubicBezTo>
                    <a:pt x="5" y="12"/>
                    <a:pt x="26" y="15"/>
                    <a:pt x="37" y="11"/>
                  </a:cubicBezTo>
                  <a:cubicBezTo>
                    <a:pt x="39" y="10"/>
                    <a:pt x="44" y="6"/>
                    <a:pt x="46" y="0"/>
                  </a:cubicBezTo>
                  <a:cubicBezTo>
                    <a:pt x="46" y="2"/>
                    <a:pt x="43" y="8"/>
                    <a:pt x="30" y="11"/>
                  </a:cubicBezTo>
                  <a:cubicBezTo>
                    <a:pt x="18" y="13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27" name="Freeform 1755">
              <a:extLst>
                <a:ext uri="{FF2B5EF4-FFF2-40B4-BE49-F238E27FC236}">
                  <a16:creationId xmlns:a16="http://schemas.microsoft.com/office/drawing/2014/main" id="{F6ED108D-E331-425A-BC83-85ABA18DC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901"/>
              <a:ext cx="124" cy="76"/>
            </a:xfrm>
            <a:custGeom>
              <a:avLst/>
              <a:gdLst>
                <a:gd name="T0" fmla="*/ 116 w 64"/>
                <a:gd name="T1" fmla="*/ 8 h 37"/>
                <a:gd name="T2" fmla="*/ 8 w 64"/>
                <a:gd name="T3" fmla="*/ 140 h 37"/>
                <a:gd name="T4" fmla="*/ 217 w 64"/>
                <a:gd name="T5" fmla="*/ 312 h 37"/>
                <a:gd name="T6" fmla="*/ 451 w 64"/>
                <a:gd name="T7" fmla="*/ 199 h 37"/>
                <a:gd name="T8" fmla="*/ 409 w 64"/>
                <a:gd name="T9" fmla="*/ 76 h 37"/>
                <a:gd name="T10" fmla="*/ 264 w 64"/>
                <a:gd name="T11" fmla="*/ 43 h 37"/>
                <a:gd name="T12" fmla="*/ 116 w 64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7">
                  <a:moveTo>
                    <a:pt x="16" y="1"/>
                  </a:moveTo>
                  <a:cubicBezTo>
                    <a:pt x="7" y="2"/>
                    <a:pt x="2" y="7"/>
                    <a:pt x="1" y="16"/>
                  </a:cubicBezTo>
                  <a:cubicBezTo>
                    <a:pt x="0" y="27"/>
                    <a:pt x="12" y="34"/>
                    <a:pt x="30" y="36"/>
                  </a:cubicBezTo>
                  <a:cubicBezTo>
                    <a:pt x="48" y="37"/>
                    <a:pt x="57" y="35"/>
                    <a:pt x="62" y="23"/>
                  </a:cubicBezTo>
                  <a:cubicBezTo>
                    <a:pt x="64" y="18"/>
                    <a:pt x="62" y="13"/>
                    <a:pt x="56" y="9"/>
                  </a:cubicBezTo>
                  <a:cubicBezTo>
                    <a:pt x="50" y="5"/>
                    <a:pt x="45" y="6"/>
                    <a:pt x="36" y="5"/>
                  </a:cubicBezTo>
                  <a:cubicBezTo>
                    <a:pt x="31" y="4"/>
                    <a:pt x="23" y="0"/>
                    <a:pt x="16" y="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28" name="Freeform 1756">
              <a:extLst>
                <a:ext uri="{FF2B5EF4-FFF2-40B4-BE49-F238E27FC236}">
                  <a16:creationId xmlns:a16="http://schemas.microsoft.com/office/drawing/2014/main" id="{F4B7F6A8-7CC2-4FCD-B1FF-C74287BD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920"/>
              <a:ext cx="73" cy="31"/>
            </a:xfrm>
            <a:custGeom>
              <a:avLst/>
              <a:gdLst>
                <a:gd name="T0" fmla="*/ 256 w 38"/>
                <a:gd name="T1" fmla="*/ 60 h 15"/>
                <a:gd name="T2" fmla="*/ 261 w 38"/>
                <a:gd name="T3" fmla="*/ 89 h 15"/>
                <a:gd name="T4" fmla="*/ 108 w 38"/>
                <a:gd name="T5" fmla="*/ 116 h 15"/>
                <a:gd name="T6" fmla="*/ 8 w 38"/>
                <a:gd name="T7" fmla="*/ 43 h 15"/>
                <a:gd name="T8" fmla="*/ 37 w 38"/>
                <a:gd name="T9" fmla="*/ 0 h 15"/>
                <a:gd name="T10" fmla="*/ 37 w 38"/>
                <a:gd name="T11" fmla="*/ 0 h 15"/>
                <a:gd name="T12" fmla="*/ 0 w 38"/>
                <a:gd name="T13" fmla="*/ 43 h 15"/>
                <a:gd name="T14" fmla="*/ 108 w 38"/>
                <a:gd name="T15" fmla="*/ 116 h 15"/>
                <a:gd name="T16" fmla="*/ 261 w 38"/>
                <a:gd name="T17" fmla="*/ 89 h 15"/>
                <a:gd name="T18" fmla="*/ 256 w 38"/>
                <a:gd name="T19" fmla="*/ 6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6" y="7"/>
                  </a:moveTo>
                  <a:cubicBezTo>
                    <a:pt x="37" y="8"/>
                    <a:pt x="37" y="9"/>
                    <a:pt x="37" y="10"/>
                  </a:cubicBezTo>
                  <a:cubicBezTo>
                    <a:pt x="36" y="12"/>
                    <a:pt x="29" y="15"/>
                    <a:pt x="15" y="13"/>
                  </a:cubicBezTo>
                  <a:cubicBezTo>
                    <a:pt x="5" y="12"/>
                    <a:pt x="1" y="8"/>
                    <a:pt x="1" y="5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1"/>
                    <a:pt x="0" y="3"/>
                    <a:pt x="0" y="5"/>
                  </a:cubicBezTo>
                  <a:cubicBezTo>
                    <a:pt x="0" y="9"/>
                    <a:pt x="5" y="12"/>
                    <a:pt x="15" y="13"/>
                  </a:cubicBezTo>
                  <a:cubicBezTo>
                    <a:pt x="29" y="15"/>
                    <a:pt x="36" y="13"/>
                    <a:pt x="37" y="10"/>
                  </a:cubicBezTo>
                  <a:cubicBezTo>
                    <a:pt x="38" y="9"/>
                    <a:pt x="37" y="8"/>
                    <a:pt x="36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29" name="Freeform 1757">
              <a:extLst>
                <a:ext uri="{FF2B5EF4-FFF2-40B4-BE49-F238E27FC236}">
                  <a16:creationId xmlns:a16="http://schemas.microsoft.com/office/drawing/2014/main" id="{B41C53CF-974F-4596-81B9-83D2F65DA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926"/>
              <a:ext cx="109" cy="107"/>
            </a:xfrm>
            <a:custGeom>
              <a:avLst/>
              <a:gdLst>
                <a:gd name="T0" fmla="*/ 311 w 56"/>
                <a:gd name="T1" fmla="*/ 364 h 52"/>
                <a:gd name="T2" fmla="*/ 405 w 56"/>
                <a:gd name="T3" fmla="*/ 245 h 52"/>
                <a:gd name="T4" fmla="*/ 376 w 56"/>
                <a:gd name="T5" fmla="*/ 97 h 52"/>
                <a:gd name="T6" fmla="*/ 80 w 56"/>
                <a:gd name="T7" fmla="*/ 132 h 52"/>
                <a:gd name="T8" fmla="*/ 109 w 56"/>
                <a:gd name="T9" fmla="*/ 428 h 52"/>
                <a:gd name="T10" fmla="*/ 311 w 56"/>
                <a:gd name="T11" fmla="*/ 364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2">
                  <a:moveTo>
                    <a:pt x="42" y="42"/>
                  </a:moveTo>
                  <a:cubicBezTo>
                    <a:pt x="48" y="38"/>
                    <a:pt x="53" y="35"/>
                    <a:pt x="55" y="28"/>
                  </a:cubicBezTo>
                  <a:cubicBezTo>
                    <a:pt x="56" y="22"/>
                    <a:pt x="55" y="16"/>
                    <a:pt x="51" y="11"/>
                  </a:cubicBezTo>
                  <a:cubicBezTo>
                    <a:pt x="42" y="0"/>
                    <a:pt x="22" y="2"/>
                    <a:pt x="11" y="15"/>
                  </a:cubicBezTo>
                  <a:cubicBezTo>
                    <a:pt x="0" y="29"/>
                    <a:pt x="5" y="45"/>
                    <a:pt x="15" y="49"/>
                  </a:cubicBezTo>
                  <a:cubicBezTo>
                    <a:pt x="25" y="52"/>
                    <a:pt x="29" y="50"/>
                    <a:pt x="42" y="4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0" name="Freeform 1758">
              <a:extLst>
                <a:ext uri="{FF2B5EF4-FFF2-40B4-BE49-F238E27FC236}">
                  <a16:creationId xmlns:a16="http://schemas.microsoft.com/office/drawing/2014/main" id="{DEDEE29D-FDDD-4019-98E2-35E07FEAB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936"/>
              <a:ext cx="64" cy="91"/>
            </a:xfrm>
            <a:custGeom>
              <a:avLst/>
              <a:gdLst>
                <a:gd name="T0" fmla="*/ 101 w 33"/>
                <a:gd name="T1" fmla="*/ 381 h 44"/>
                <a:gd name="T2" fmla="*/ 169 w 33"/>
                <a:gd name="T3" fmla="*/ 389 h 44"/>
                <a:gd name="T4" fmla="*/ 116 w 33"/>
                <a:gd name="T5" fmla="*/ 381 h 44"/>
                <a:gd name="T6" fmla="*/ 87 w 33"/>
                <a:gd name="T7" fmla="*/ 99 h 44"/>
                <a:gd name="T8" fmla="*/ 240 w 33"/>
                <a:gd name="T9" fmla="*/ 0 h 44"/>
                <a:gd name="T10" fmla="*/ 72 w 33"/>
                <a:gd name="T11" fmla="*/ 99 h 44"/>
                <a:gd name="T12" fmla="*/ 101 w 33"/>
                <a:gd name="T13" fmla="*/ 38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4">
                  <a:moveTo>
                    <a:pt x="14" y="43"/>
                  </a:moveTo>
                  <a:cubicBezTo>
                    <a:pt x="18" y="44"/>
                    <a:pt x="20" y="44"/>
                    <a:pt x="23" y="44"/>
                  </a:cubicBezTo>
                  <a:cubicBezTo>
                    <a:pt x="21" y="44"/>
                    <a:pt x="19" y="44"/>
                    <a:pt x="16" y="43"/>
                  </a:cubicBezTo>
                  <a:cubicBezTo>
                    <a:pt x="7" y="39"/>
                    <a:pt x="2" y="24"/>
                    <a:pt x="12" y="11"/>
                  </a:cubicBezTo>
                  <a:cubicBezTo>
                    <a:pt x="17" y="4"/>
                    <a:pt x="25" y="0"/>
                    <a:pt x="33" y="0"/>
                  </a:cubicBezTo>
                  <a:cubicBezTo>
                    <a:pt x="25" y="0"/>
                    <a:pt x="16" y="4"/>
                    <a:pt x="10" y="11"/>
                  </a:cubicBezTo>
                  <a:cubicBezTo>
                    <a:pt x="0" y="24"/>
                    <a:pt x="5" y="39"/>
                    <a:pt x="14" y="4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1" name="Freeform 1759">
              <a:extLst>
                <a:ext uri="{FF2B5EF4-FFF2-40B4-BE49-F238E27FC236}">
                  <a16:creationId xmlns:a16="http://schemas.microsoft.com/office/drawing/2014/main" id="{E44064F9-7EBA-40FE-A852-E964D9E9E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934"/>
              <a:ext cx="60" cy="93"/>
            </a:xfrm>
            <a:custGeom>
              <a:avLst/>
              <a:gdLst>
                <a:gd name="T0" fmla="*/ 172 w 31"/>
                <a:gd name="T1" fmla="*/ 72 h 45"/>
                <a:gd name="T2" fmla="*/ 203 w 31"/>
                <a:gd name="T3" fmla="*/ 213 h 45"/>
                <a:gd name="T4" fmla="*/ 116 w 31"/>
                <a:gd name="T5" fmla="*/ 337 h 45"/>
                <a:gd name="T6" fmla="*/ 0 w 31"/>
                <a:gd name="T7" fmla="*/ 397 h 45"/>
                <a:gd name="T8" fmla="*/ 132 w 31"/>
                <a:gd name="T9" fmla="*/ 337 h 45"/>
                <a:gd name="T10" fmla="*/ 217 w 31"/>
                <a:gd name="T11" fmla="*/ 213 h 45"/>
                <a:gd name="T12" fmla="*/ 188 w 31"/>
                <a:gd name="T13" fmla="*/ 72 h 45"/>
                <a:gd name="T14" fmla="*/ 52 w 31"/>
                <a:gd name="T15" fmla="*/ 8 h 45"/>
                <a:gd name="T16" fmla="*/ 172 w 31"/>
                <a:gd name="T17" fmla="*/ 72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5">
                  <a:moveTo>
                    <a:pt x="24" y="8"/>
                  </a:moveTo>
                  <a:cubicBezTo>
                    <a:pt x="28" y="13"/>
                    <a:pt x="29" y="18"/>
                    <a:pt x="28" y="24"/>
                  </a:cubicBezTo>
                  <a:cubicBezTo>
                    <a:pt x="27" y="30"/>
                    <a:pt x="22" y="34"/>
                    <a:pt x="16" y="38"/>
                  </a:cubicBezTo>
                  <a:cubicBezTo>
                    <a:pt x="9" y="42"/>
                    <a:pt x="4" y="44"/>
                    <a:pt x="0" y="45"/>
                  </a:cubicBezTo>
                  <a:cubicBezTo>
                    <a:pt x="5" y="45"/>
                    <a:pt x="10" y="42"/>
                    <a:pt x="18" y="38"/>
                  </a:cubicBezTo>
                  <a:cubicBezTo>
                    <a:pt x="24" y="34"/>
                    <a:pt x="29" y="30"/>
                    <a:pt x="30" y="24"/>
                  </a:cubicBezTo>
                  <a:cubicBezTo>
                    <a:pt x="31" y="18"/>
                    <a:pt x="30" y="12"/>
                    <a:pt x="26" y="8"/>
                  </a:cubicBezTo>
                  <a:cubicBezTo>
                    <a:pt x="22" y="2"/>
                    <a:pt x="15" y="0"/>
                    <a:pt x="7" y="1"/>
                  </a:cubicBezTo>
                  <a:cubicBezTo>
                    <a:pt x="14" y="1"/>
                    <a:pt x="20" y="3"/>
                    <a:pt x="24" y="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2" name="Freeform 1760">
              <a:extLst>
                <a:ext uri="{FF2B5EF4-FFF2-40B4-BE49-F238E27FC236}">
                  <a16:creationId xmlns:a16="http://schemas.microsoft.com/office/drawing/2014/main" id="{2FE83242-EEB9-429C-B70D-4255C938A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948"/>
              <a:ext cx="61" cy="60"/>
            </a:xfrm>
            <a:custGeom>
              <a:avLst/>
              <a:gdLst>
                <a:gd name="T0" fmla="*/ 92 w 32"/>
                <a:gd name="T1" fmla="*/ 257 h 29"/>
                <a:gd name="T2" fmla="*/ 92 w 32"/>
                <a:gd name="T3" fmla="*/ 60 h 29"/>
                <a:gd name="T4" fmla="*/ 221 w 32"/>
                <a:gd name="T5" fmla="*/ 124 h 29"/>
                <a:gd name="T6" fmla="*/ 92 w 32"/>
                <a:gd name="T7" fmla="*/ 25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13" y="29"/>
                  </a:moveTo>
                  <a:cubicBezTo>
                    <a:pt x="0" y="29"/>
                    <a:pt x="0" y="14"/>
                    <a:pt x="13" y="7"/>
                  </a:cubicBezTo>
                  <a:cubicBezTo>
                    <a:pt x="26" y="0"/>
                    <a:pt x="32" y="8"/>
                    <a:pt x="32" y="14"/>
                  </a:cubicBezTo>
                  <a:cubicBezTo>
                    <a:pt x="32" y="21"/>
                    <a:pt x="20" y="28"/>
                    <a:pt x="13" y="2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3" name="Freeform 1761">
              <a:extLst>
                <a:ext uri="{FF2B5EF4-FFF2-40B4-BE49-F238E27FC236}">
                  <a16:creationId xmlns:a16="http://schemas.microsoft.com/office/drawing/2014/main" id="{3B796831-D7A2-4C49-ABF8-EAE2E4794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955"/>
              <a:ext cx="56" cy="49"/>
            </a:xfrm>
            <a:custGeom>
              <a:avLst/>
              <a:gdLst>
                <a:gd name="T0" fmla="*/ 44 w 29"/>
                <a:gd name="T1" fmla="*/ 204 h 24"/>
                <a:gd name="T2" fmla="*/ 100 w 29"/>
                <a:gd name="T3" fmla="*/ 51 h 24"/>
                <a:gd name="T4" fmla="*/ 209 w 29"/>
                <a:gd name="T5" fmla="*/ 41 h 24"/>
                <a:gd name="T6" fmla="*/ 85 w 29"/>
                <a:gd name="T7" fmla="*/ 33 h 24"/>
                <a:gd name="T8" fmla="*/ 44 w 29"/>
                <a:gd name="T9" fmla="*/ 20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6" y="24"/>
                  </a:moveTo>
                  <a:cubicBezTo>
                    <a:pt x="2" y="20"/>
                    <a:pt x="4" y="11"/>
                    <a:pt x="14" y="6"/>
                  </a:cubicBezTo>
                  <a:cubicBezTo>
                    <a:pt x="21" y="2"/>
                    <a:pt x="26" y="3"/>
                    <a:pt x="29" y="5"/>
                  </a:cubicBezTo>
                  <a:cubicBezTo>
                    <a:pt x="26" y="1"/>
                    <a:pt x="20" y="0"/>
                    <a:pt x="12" y="4"/>
                  </a:cubicBezTo>
                  <a:cubicBezTo>
                    <a:pt x="2" y="10"/>
                    <a:pt x="0" y="20"/>
                    <a:pt x="6" y="2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4" name="Freeform 1762">
              <a:extLst>
                <a:ext uri="{FF2B5EF4-FFF2-40B4-BE49-F238E27FC236}">
                  <a16:creationId xmlns:a16="http://schemas.microsoft.com/office/drawing/2014/main" id="{0E199B42-1DFA-4410-AFCA-038FCE37D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986"/>
              <a:ext cx="28" cy="20"/>
            </a:xfrm>
            <a:custGeom>
              <a:avLst/>
              <a:gdLst>
                <a:gd name="T0" fmla="*/ 0 w 14"/>
                <a:gd name="T1" fmla="*/ 80 h 10"/>
                <a:gd name="T2" fmla="*/ 112 w 14"/>
                <a:gd name="T3" fmla="*/ 0 h 10"/>
                <a:gd name="T4" fmla="*/ 0 w 14"/>
                <a:gd name="T5" fmla="*/ 8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6" y="9"/>
                    <a:pt x="12" y="3"/>
                    <a:pt x="14" y="0"/>
                  </a:cubicBezTo>
                  <a:cubicBezTo>
                    <a:pt x="11" y="2"/>
                    <a:pt x="5" y="8"/>
                    <a:pt x="0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5" name="Freeform 1763">
              <a:extLst>
                <a:ext uri="{FF2B5EF4-FFF2-40B4-BE49-F238E27FC236}">
                  <a16:creationId xmlns:a16="http://schemas.microsoft.com/office/drawing/2014/main" id="{66A6E473-D66C-486F-9077-43D51099A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957"/>
              <a:ext cx="39" cy="35"/>
            </a:xfrm>
            <a:custGeom>
              <a:avLst/>
              <a:gdLst>
                <a:gd name="T0" fmla="*/ 148 w 20"/>
                <a:gd name="T1" fmla="*/ 0 h 17"/>
                <a:gd name="T2" fmla="*/ 8 w 20"/>
                <a:gd name="T3" fmla="*/ 148 h 17"/>
                <a:gd name="T4" fmla="*/ 148 w 2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20" y="0"/>
                  </a:moveTo>
                  <a:cubicBezTo>
                    <a:pt x="15" y="0"/>
                    <a:pt x="1" y="6"/>
                    <a:pt x="1" y="17"/>
                  </a:cubicBezTo>
                  <a:cubicBezTo>
                    <a:pt x="0" y="12"/>
                    <a:pt x="5" y="0"/>
                    <a:pt x="2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6" name="Freeform 1764">
              <a:extLst>
                <a:ext uri="{FF2B5EF4-FFF2-40B4-BE49-F238E27FC236}">
                  <a16:creationId xmlns:a16="http://schemas.microsoft.com/office/drawing/2014/main" id="{A4203E08-8D42-4533-B4D4-FA5ADB75D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926"/>
              <a:ext cx="109" cy="107"/>
            </a:xfrm>
            <a:custGeom>
              <a:avLst/>
              <a:gdLst>
                <a:gd name="T0" fmla="*/ 311 w 56"/>
                <a:gd name="T1" fmla="*/ 364 h 52"/>
                <a:gd name="T2" fmla="*/ 405 w 56"/>
                <a:gd name="T3" fmla="*/ 245 h 52"/>
                <a:gd name="T4" fmla="*/ 376 w 56"/>
                <a:gd name="T5" fmla="*/ 97 h 52"/>
                <a:gd name="T6" fmla="*/ 80 w 56"/>
                <a:gd name="T7" fmla="*/ 132 h 52"/>
                <a:gd name="T8" fmla="*/ 109 w 56"/>
                <a:gd name="T9" fmla="*/ 428 h 52"/>
                <a:gd name="T10" fmla="*/ 311 w 56"/>
                <a:gd name="T11" fmla="*/ 364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2">
                  <a:moveTo>
                    <a:pt x="42" y="42"/>
                  </a:moveTo>
                  <a:cubicBezTo>
                    <a:pt x="48" y="38"/>
                    <a:pt x="53" y="35"/>
                    <a:pt x="55" y="28"/>
                  </a:cubicBezTo>
                  <a:cubicBezTo>
                    <a:pt x="56" y="22"/>
                    <a:pt x="55" y="16"/>
                    <a:pt x="51" y="11"/>
                  </a:cubicBezTo>
                  <a:cubicBezTo>
                    <a:pt x="42" y="0"/>
                    <a:pt x="22" y="2"/>
                    <a:pt x="11" y="15"/>
                  </a:cubicBezTo>
                  <a:cubicBezTo>
                    <a:pt x="0" y="29"/>
                    <a:pt x="5" y="45"/>
                    <a:pt x="15" y="49"/>
                  </a:cubicBezTo>
                  <a:cubicBezTo>
                    <a:pt x="25" y="52"/>
                    <a:pt x="29" y="50"/>
                    <a:pt x="42" y="4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7" name="Freeform 1765">
              <a:extLst>
                <a:ext uri="{FF2B5EF4-FFF2-40B4-BE49-F238E27FC236}">
                  <a16:creationId xmlns:a16="http://schemas.microsoft.com/office/drawing/2014/main" id="{341ED0C3-DBD0-4D3E-A0AE-15F4C978D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955"/>
              <a:ext cx="58" cy="53"/>
            </a:xfrm>
            <a:custGeom>
              <a:avLst/>
              <a:gdLst>
                <a:gd name="T0" fmla="*/ 79 w 30"/>
                <a:gd name="T1" fmla="*/ 220 h 26"/>
                <a:gd name="T2" fmla="*/ 15 w 30"/>
                <a:gd name="T3" fmla="*/ 171 h 26"/>
                <a:gd name="T4" fmla="*/ 79 w 30"/>
                <a:gd name="T5" fmla="*/ 33 h 26"/>
                <a:gd name="T6" fmla="*/ 180 w 30"/>
                <a:gd name="T7" fmla="*/ 24 h 26"/>
                <a:gd name="T8" fmla="*/ 217 w 30"/>
                <a:gd name="T9" fmla="*/ 92 h 26"/>
                <a:gd name="T10" fmla="*/ 217 w 30"/>
                <a:gd name="T11" fmla="*/ 92 h 26"/>
                <a:gd name="T12" fmla="*/ 188 w 30"/>
                <a:gd name="T13" fmla="*/ 24 h 26"/>
                <a:gd name="T14" fmla="*/ 79 w 30"/>
                <a:gd name="T15" fmla="*/ 33 h 26"/>
                <a:gd name="T16" fmla="*/ 8 w 30"/>
                <a:gd name="T17" fmla="*/ 171 h 26"/>
                <a:gd name="T18" fmla="*/ 79 w 30"/>
                <a:gd name="T19" fmla="*/ 22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26">
                  <a:moveTo>
                    <a:pt x="11" y="26"/>
                  </a:moveTo>
                  <a:cubicBezTo>
                    <a:pt x="6" y="26"/>
                    <a:pt x="3" y="24"/>
                    <a:pt x="2" y="20"/>
                  </a:cubicBezTo>
                  <a:cubicBezTo>
                    <a:pt x="1" y="15"/>
                    <a:pt x="3" y="9"/>
                    <a:pt x="11" y="4"/>
                  </a:cubicBezTo>
                  <a:cubicBezTo>
                    <a:pt x="18" y="0"/>
                    <a:pt x="23" y="1"/>
                    <a:pt x="25" y="3"/>
                  </a:cubicBezTo>
                  <a:cubicBezTo>
                    <a:pt x="29" y="5"/>
                    <a:pt x="30" y="8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8"/>
                    <a:pt x="29" y="5"/>
                    <a:pt x="26" y="3"/>
                  </a:cubicBezTo>
                  <a:cubicBezTo>
                    <a:pt x="23" y="1"/>
                    <a:pt x="18" y="0"/>
                    <a:pt x="11" y="4"/>
                  </a:cubicBezTo>
                  <a:cubicBezTo>
                    <a:pt x="3" y="8"/>
                    <a:pt x="0" y="15"/>
                    <a:pt x="1" y="20"/>
                  </a:cubicBezTo>
                  <a:cubicBezTo>
                    <a:pt x="2" y="24"/>
                    <a:pt x="6" y="26"/>
                    <a:pt x="11" y="2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8" name="Freeform 1766">
              <a:extLst>
                <a:ext uri="{FF2B5EF4-FFF2-40B4-BE49-F238E27FC236}">
                  <a16:creationId xmlns:a16="http://schemas.microsoft.com/office/drawing/2014/main" id="{38937CE7-EBDC-4967-B307-70A06CAD6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942"/>
              <a:ext cx="136" cy="116"/>
            </a:xfrm>
            <a:custGeom>
              <a:avLst/>
              <a:gdLst>
                <a:gd name="T0" fmla="*/ 249 w 70"/>
                <a:gd name="T1" fmla="*/ 17 h 56"/>
                <a:gd name="T2" fmla="*/ 80 w 70"/>
                <a:gd name="T3" fmla="*/ 52 h 56"/>
                <a:gd name="T4" fmla="*/ 8 w 70"/>
                <a:gd name="T5" fmla="*/ 224 h 56"/>
                <a:gd name="T6" fmla="*/ 301 w 70"/>
                <a:gd name="T7" fmla="*/ 464 h 56"/>
                <a:gd name="T8" fmla="*/ 468 w 70"/>
                <a:gd name="T9" fmla="*/ 160 h 56"/>
                <a:gd name="T10" fmla="*/ 249 w 70"/>
                <a:gd name="T11" fmla="*/ 1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4" y="2"/>
                  </a:moveTo>
                  <a:cubicBezTo>
                    <a:pt x="25" y="1"/>
                    <a:pt x="17" y="0"/>
                    <a:pt x="11" y="6"/>
                  </a:cubicBezTo>
                  <a:cubicBezTo>
                    <a:pt x="5" y="11"/>
                    <a:pt x="1" y="17"/>
                    <a:pt x="1" y="25"/>
                  </a:cubicBezTo>
                  <a:cubicBezTo>
                    <a:pt x="0" y="42"/>
                    <a:pt x="21" y="56"/>
                    <a:pt x="41" y="52"/>
                  </a:cubicBezTo>
                  <a:cubicBezTo>
                    <a:pt x="62" y="49"/>
                    <a:pt x="70" y="29"/>
                    <a:pt x="64" y="18"/>
                  </a:cubicBezTo>
                  <a:cubicBezTo>
                    <a:pt x="58" y="7"/>
                    <a:pt x="52" y="5"/>
                    <a:pt x="34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9" name="Freeform 1767">
              <a:extLst>
                <a:ext uri="{FF2B5EF4-FFF2-40B4-BE49-F238E27FC236}">
                  <a16:creationId xmlns:a16="http://schemas.microsoft.com/office/drawing/2014/main" id="{730B7533-A590-46C1-9322-6D2014FBF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963"/>
              <a:ext cx="110" cy="91"/>
            </a:xfrm>
            <a:custGeom>
              <a:avLst/>
              <a:gdLst>
                <a:gd name="T0" fmla="*/ 365 w 57"/>
                <a:gd name="T1" fmla="*/ 72 h 44"/>
                <a:gd name="T2" fmla="*/ 316 w 57"/>
                <a:gd name="T3" fmla="*/ 0 h 44"/>
                <a:gd name="T4" fmla="*/ 353 w 57"/>
                <a:gd name="T5" fmla="*/ 60 h 44"/>
                <a:gd name="T6" fmla="*/ 201 w 57"/>
                <a:gd name="T7" fmla="*/ 356 h 44"/>
                <a:gd name="T8" fmla="*/ 0 w 57"/>
                <a:gd name="T9" fmla="*/ 300 h 44"/>
                <a:gd name="T10" fmla="*/ 216 w 57"/>
                <a:gd name="T11" fmla="*/ 364 h 44"/>
                <a:gd name="T12" fmla="*/ 365 w 57"/>
                <a:gd name="T13" fmla="*/ 7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4">
                  <a:moveTo>
                    <a:pt x="51" y="8"/>
                  </a:moveTo>
                  <a:cubicBezTo>
                    <a:pt x="49" y="5"/>
                    <a:pt x="47" y="2"/>
                    <a:pt x="44" y="0"/>
                  </a:cubicBezTo>
                  <a:cubicBezTo>
                    <a:pt x="46" y="2"/>
                    <a:pt x="48" y="4"/>
                    <a:pt x="49" y="7"/>
                  </a:cubicBezTo>
                  <a:cubicBezTo>
                    <a:pt x="55" y="18"/>
                    <a:pt x="47" y="36"/>
                    <a:pt x="28" y="40"/>
                  </a:cubicBezTo>
                  <a:cubicBezTo>
                    <a:pt x="17" y="42"/>
                    <a:pt x="7" y="39"/>
                    <a:pt x="0" y="34"/>
                  </a:cubicBezTo>
                  <a:cubicBezTo>
                    <a:pt x="7" y="40"/>
                    <a:pt x="18" y="44"/>
                    <a:pt x="30" y="41"/>
                  </a:cubicBezTo>
                  <a:cubicBezTo>
                    <a:pt x="49" y="38"/>
                    <a:pt x="57" y="20"/>
                    <a:pt x="51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0" name="Freeform 1768">
              <a:extLst>
                <a:ext uri="{FF2B5EF4-FFF2-40B4-BE49-F238E27FC236}">
                  <a16:creationId xmlns:a16="http://schemas.microsoft.com/office/drawing/2014/main" id="{172BAE67-2E3C-4AE3-BBF5-030CEA6C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946"/>
              <a:ext cx="105" cy="89"/>
            </a:xfrm>
            <a:custGeom>
              <a:avLst/>
              <a:gdLst>
                <a:gd name="T0" fmla="*/ 16 w 54"/>
                <a:gd name="T1" fmla="*/ 213 h 43"/>
                <a:gd name="T2" fmla="*/ 80 w 54"/>
                <a:gd name="T3" fmla="*/ 52 h 43"/>
                <a:gd name="T4" fmla="*/ 241 w 54"/>
                <a:gd name="T5" fmla="*/ 25 h 43"/>
                <a:gd name="T6" fmla="*/ 397 w 54"/>
                <a:gd name="T7" fmla="*/ 72 h 43"/>
                <a:gd name="T8" fmla="*/ 228 w 54"/>
                <a:gd name="T9" fmla="*/ 8 h 43"/>
                <a:gd name="T10" fmla="*/ 68 w 54"/>
                <a:gd name="T11" fmla="*/ 43 h 43"/>
                <a:gd name="T12" fmla="*/ 0 w 54"/>
                <a:gd name="T13" fmla="*/ 197 h 43"/>
                <a:gd name="T14" fmla="*/ 88 w 54"/>
                <a:gd name="T15" fmla="*/ 381 h 43"/>
                <a:gd name="T16" fmla="*/ 16 w 54"/>
                <a:gd name="T17" fmla="*/ 2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3">
                  <a:moveTo>
                    <a:pt x="2" y="24"/>
                  </a:moveTo>
                  <a:cubicBezTo>
                    <a:pt x="2" y="16"/>
                    <a:pt x="6" y="10"/>
                    <a:pt x="11" y="6"/>
                  </a:cubicBezTo>
                  <a:cubicBezTo>
                    <a:pt x="17" y="1"/>
                    <a:pt x="25" y="1"/>
                    <a:pt x="33" y="3"/>
                  </a:cubicBezTo>
                  <a:cubicBezTo>
                    <a:pt x="43" y="4"/>
                    <a:pt x="49" y="6"/>
                    <a:pt x="54" y="8"/>
                  </a:cubicBezTo>
                  <a:cubicBezTo>
                    <a:pt x="49" y="5"/>
                    <a:pt x="43" y="3"/>
                    <a:pt x="31" y="1"/>
                  </a:cubicBezTo>
                  <a:cubicBezTo>
                    <a:pt x="23" y="0"/>
                    <a:pt x="16" y="0"/>
                    <a:pt x="9" y="5"/>
                  </a:cubicBezTo>
                  <a:cubicBezTo>
                    <a:pt x="4" y="9"/>
                    <a:pt x="0" y="15"/>
                    <a:pt x="0" y="22"/>
                  </a:cubicBezTo>
                  <a:cubicBezTo>
                    <a:pt x="0" y="31"/>
                    <a:pt x="5" y="38"/>
                    <a:pt x="12" y="43"/>
                  </a:cubicBezTo>
                  <a:cubicBezTo>
                    <a:pt x="6" y="38"/>
                    <a:pt x="2" y="31"/>
                    <a:pt x="2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1" name="Freeform 1769">
              <a:extLst>
                <a:ext uri="{FF2B5EF4-FFF2-40B4-BE49-F238E27FC236}">
                  <a16:creationId xmlns:a16="http://schemas.microsoft.com/office/drawing/2014/main" id="{CC46B0C8-4AA8-4C81-B24E-E68CCE6B6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963"/>
              <a:ext cx="90" cy="64"/>
            </a:xfrm>
            <a:custGeom>
              <a:avLst/>
              <a:gdLst>
                <a:gd name="T0" fmla="*/ 245 w 47"/>
                <a:gd name="T1" fmla="*/ 72 h 31"/>
                <a:gd name="T2" fmla="*/ 124 w 47"/>
                <a:gd name="T3" fmla="*/ 248 h 31"/>
                <a:gd name="T4" fmla="*/ 36 w 47"/>
                <a:gd name="T5" fmla="*/ 52 h 31"/>
                <a:gd name="T6" fmla="*/ 245 w 47"/>
                <a:gd name="T7" fmla="*/ 7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35" y="8"/>
                  </a:moveTo>
                  <a:cubicBezTo>
                    <a:pt x="47" y="17"/>
                    <a:pt x="35" y="31"/>
                    <a:pt x="18" y="28"/>
                  </a:cubicBezTo>
                  <a:cubicBezTo>
                    <a:pt x="0" y="24"/>
                    <a:pt x="1" y="11"/>
                    <a:pt x="5" y="6"/>
                  </a:cubicBezTo>
                  <a:cubicBezTo>
                    <a:pt x="11" y="0"/>
                    <a:pt x="28" y="2"/>
                    <a:pt x="35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2" name="Freeform 1770">
              <a:extLst>
                <a:ext uri="{FF2B5EF4-FFF2-40B4-BE49-F238E27FC236}">
                  <a16:creationId xmlns:a16="http://schemas.microsoft.com/office/drawing/2014/main" id="{564B3A7E-E366-4120-94E4-B06CADA26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992"/>
              <a:ext cx="78" cy="35"/>
            </a:xfrm>
            <a:custGeom>
              <a:avLst/>
              <a:gdLst>
                <a:gd name="T0" fmla="*/ 273 w 40"/>
                <a:gd name="T1" fmla="*/ 0 h 17"/>
                <a:gd name="T2" fmla="*/ 111 w 40"/>
                <a:gd name="T3" fmla="*/ 97 h 17"/>
                <a:gd name="T4" fmla="*/ 0 w 40"/>
                <a:gd name="T5" fmla="*/ 0 h 17"/>
                <a:gd name="T6" fmla="*/ 117 w 40"/>
                <a:gd name="T7" fmla="*/ 124 h 17"/>
                <a:gd name="T8" fmla="*/ 273 w 4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7">
                  <a:moveTo>
                    <a:pt x="37" y="0"/>
                  </a:moveTo>
                  <a:cubicBezTo>
                    <a:pt x="37" y="7"/>
                    <a:pt x="28" y="14"/>
                    <a:pt x="15" y="11"/>
                  </a:cubicBezTo>
                  <a:cubicBezTo>
                    <a:pt x="6" y="9"/>
                    <a:pt x="2" y="4"/>
                    <a:pt x="0" y="0"/>
                  </a:cubicBezTo>
                  <a:cubicBezTo>
                    <a:pt x="0" y="5"/>
                    <a:pt x="4" y="11"/>
                    <a:pt x="16" y="14"/>
                  </a:cubicBezTo>
                  <a:cubicBezTo>
                    <a:pt x="30" y="17"/>
                    <a:pt x="40" y="8"/>
                    <a:pt x="3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3" name="Freeform 1771">
              <a:extLst>
                <a:ext uri="{FF2B5EF4-FFF2-40B4-BE49-F238E27FC236}">
                  <a16:creationId xmlns:a16="http://schemas.microsoft.com/office/drawing/2014/main" id="{1D72CFDC-E98C-4379-A50D-E8CF24D85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965"/>
              <a:ext cx="41" cy="8"/>
            </a:xfrm>
            <a:custGeom>
              <a:avLst/>
              <a:gdLst>
                <a:gd name="T0" fmla="*/ 156 w 21"/>
                <a:gd name="T1" fmla="*/ 32 h 4"/>
                <a:gd name="T2" fmla="*/ 0 w 21"/>
                <a:gd name="T3" fmla="*/ 24 h 4"/>
                <a:gd name="T4" fmla="*/ 156 w 21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21" y="4"/>
                  </a:moveTo>
                  <a:cubicBezTo>
                    <a:pt x="15" y="1"/>
                    <a:pt x="5" y="0"/>
                    <a:pt x="0" y="3"/>
                  </a:cubicBezTo>
                  <a:cubicBezTo>
                    <a:pt x="5" y="2"/>
                    <a:pt x="15" y="2"/>
                    <a:pt x="21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4" name="Freeform 1772">
              <a:extLst>
                <a:ext uri="{FF2B5EF4-FFF2-40B4-BE49-F238E27FC236}">
                  <a16:creationId xmlns:a16="http://schemas.microsoft.com/office/drawing/2014/main" id="{B1A70F43-7A6A-41D5-BD0D-F56B0CA20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010"/>
              <a:ext cx="60" cy="25"/>
            </a:xfrm>
            <a:custGeom>
              <a:avLst/>
              <a:gdLst>
                <a:gd name="T0" fmla="*/ 0 w 31"/>
                <a:gd name="T1" fmla="*/ 8 h 12"/>
                <a:gd name="T2" fmla="*/ 225 w 31"/>
                <a:gd name="T3" fmla="*/ 0 h 12"/>
                <a:gd name="T4" fmla="*/ 0 w 31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">
                  <a:moveTo>
                    <a:pt x="0" y="1"/>
                  </a:moveTo>
                  <a:cubicBezTo>
                    <a:pt x="4" y="4"/>
                    <a:pt x="22" y="11"/>
                    <a:pt x="31" y="0"/>
                  </a:cubicBezTo>
                  <a:cubicBezTo>
                    <a:pt x="28" y="5"/>
                    <a:pt x="13" y="12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5" name="Freeform 1773">
              <a:extLst>
                <a:ext uri="{FF2B5EF4-FFF2-40B4-BE49-F238E27FC236}">
                  <a16:creationId xmlns:a16="http://schemas.microsoft.com/office/drawing/2014/main" id="{AB029650-DC77-4654-90C9-CE8EE6A3E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942"/>
              <a:ext cx="136" cy="116"/>
            </a:xfrm>
            <a:custGeom>
              <a:avLst/>
              <a:gdLst>
                <a:gd name="T0" fmla="*/ 249 w 70"/>
                <a:gd name="T1" fmla="*/ 17 h 56"/>
                <a:gd name="T2" fmla="*/ 80 w 70"/>
                <a:gd name="T3" fmla="*/ 52 h 56"/>
                <a:gd name="T4" fmla="*/ 8 w 70"/>
                <a:gd name="T5" fmla="*/ 224 h 56"/>
                <a:gd name="T6" fmla="*/ 301 w 70"/>
                <a:gd name="T7" fmla="*/ 464 h 56"/>
                <a:gd name="T8" fmla="*/ 468 w 70"/>
                <a:gd name="T9" fmla="*/ 160 h 56"/>
                <a:gd name="T10" fmla="*/ 249 w 70"/>
                <a:gd name="T11" fmla="*/ 1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4" y="2"/>
                  </a:moveTo>
                  <a:cubicBezTo>
                    <a:pt x="25" y="1"/>
                    <a:pt x="17" y="0"/>
                    <a:pt x="11" y="6"/>
                  </a:cubicBezTo>
                  <a:cubicBezTo>
                    <a:pt x="5" y="11"/>
                    <a:pt x="1" y="17"/>
                    <a:pt x="1" y="25"/>
                  </a:cubicBezTo>
                  <a:cubicBezTo>
                    <a:pt x="0" y="42"/>
                    <a:pt x="21" y="56"/>
                    <a:pt x="41" y="52"/>
                  </a:cubicBezTo>
                  <a:cubicBezTo>
                    <a:pt x="62" y="49"/>
                    <a:pt x="70" y="29"/>
                    <a:pt x="64" y="18"/>
                  </a:cubicBezTo>
                  <a:cubicBezTo>
                    <a:pt x="58" y="7"/>
                    <a:pt x="52" y="5"/>
                    <a:pt x="34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6" name="Freeform 1774">
              <a:extLst>
                <a:ext uri="{FF2B5EF4-FFF2-40B4-BE49-F238E27FC236}">
                  <a16:creationId xmlns:a16="http://schemas.microsoft.com/office/drawing/2014/main" id="{9A2BBF65-6A62-46C4-8F81-C2D6A171C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975"/>
              <a:ext cx="77" cy="50"/>
            </a:xfrm>
            <a:custGeom>
              <a:avLst/>
              <a:gdLst>
                <a:gd name="T0" fmla="*/ 241 w 40"/>
                <a:gd name="T1" fmla="*/ 17 h 24"/>
                <a:gd name="T2" fmla="*/ 271 w 40"/>
                <a:gd name="T3" fmla="*/ 125 h 24"/>
                <a:gd name="T4" fmla="*/ 123 w 40"/>
                <a:gd name="T5" fmla="*/ 192 h 24"/>
                <a:gd name="T6" fmla="*/ 15 w 40"/>
                <a:gd name="T7" fmla="*/ 100 h 24"/>
                <a:gd name="T8" fmla="*/ 29 w 40"/>
                <a:gd name="T9" fmla="*/ 0 h 24"/>
                <a:gd name="T10" fmla="*/ 29 w 40"/>
                <a:gd name="T11" fmla="*/ 0 h 24"/>
                <a:gd name="T12" fmla="*/ 15 w 40"/>
                <a:gd name="T13" fmla="*/ 100 h 24"/>
                <a:gd name="T14" fmla="*/ 116 w 40"/>
                <a:gd name="T15" fmla="*/ 200 h 24"/>
                <a:gd name="T16" fmla="*/ 271 w 40"/>
                <a:gd name="T17" fmla="*/ 135 h 24"/>
                <a:gd name="T18" fmla="*/ 241 w 40"/>
                <a:gd name="T19" fmla="*/ 17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4">
                  <a:moveTo>
                    <a:pt x="34" y="2"/>
                  </a:moveTo>
                  <a:cubicBezTo>
                    <a:pt x="39" y="5"/>
                    <a:pt x="40" y="10"/>
                    <a:pt x="38" y="14"/>
                  </a:cubicBezTo>
                  <a:cubicBezTo>
                    <a:pt x="35" y="19"/>
                    <a:pt x="28" y="24"/>
                    <a:pt x="17" y="21"/>
                  </a:cubicBezTo>
                  <a:cubicBezTo>
                    <a:pt x="7" y="19"/>
                    <a:pt x="3" y="15"/>
                    <a:pt x="2" y="11"/>
                  </a:cubicBezTo>
                  <a:cubicBezTo>
                    <a:pt x="1" y="7"/>
                    <a:pt x="2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3"/>
                    <a:pt x="0" y="7"/>
                    <a:pt x="2" y="11"/>
                  </a:cubicBezTo>
                  <a:cubicBezTo>
                    <a:pt x="3" y="15"/>
                    <a:pt x="6" y="20"/>
                    <a:pt x="16" y="22"/>
                  </a:cubicBezTo>
                  <a:cubicBezTo>
                    <a:pt x="28" y="24"/>
                    <a:pt x="36" y="20"/>
                    <a:pt x="38" y="15"/>
                  </a:cubicBezTo>
                  <a:cubicBezTo>
                    <a:pt x="40" y="10"/>
                    <a:pt x="39" y="5"/>
                    <a:pt x="34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7" name="Freeform 1775">
              <a:extLst>
                <a:ext uri="{FF2B5EF4-FFF2-40B4-BE49-F238E27FC236}">
                  <a16:creationId xmlns:a16="http://schemas.microsoft.com/office/drawing/2014/main" id="{829A56D1-A8C8-4186-8933-0F1AEB1D1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959"/>
              <a:ext cx="145" cy="121"/>
            </a:xfrm>
            <a:custGeom>
              <a:avLst/>
              <a:gdLst>
                <a:gd name="T0" fmla="*/ 288 w 75"/>
                <a:gd name="T1" fmla="*/ 33 h 59"/>
                <a:gd name="T2" fmla="*/ 116 w 75"/>
                <a:gd name="T3" fmla="*/ 43 h 59"/>
                <a:gd name="T4" fmla="*/ 23 w 75"/>
                <a:gd name="T5" fmla="*/ 205 h 59"/>
                <a:gd name="T6" fmla="*/ 304 w 75"/>
                <a:gd name="T7" fmla="*/ 500 h 59"/>
                <a:gd name="T8" fmla="*/ 505 w 75"/>
                <a:gd name="T9" fmla="*/ 205 h 59"/>
                <a:gd name="T10" fmla="*/ 288 w 75"/>
                <a:gd name="T11" fmla="*/ 33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9">
                  <a:moveTo>
                    <a:pt x="40" y="4"/>
                  </a:moveTo>
                  <a:cubicBezTo>
                    <a:pt x="31" y="2"/>
                    <a:pt x="23" y="0"/>
                    <a:pt x="16" y="5"/>
                  </a:cubicBezTo>
                  <a:cubicBezTo>
                    <a:pt x="9" y="9"/>
                    <a:pt x="4" y="15"/>
                    <a:pt x="3" y="24"/>
                  </a:cubicBezTo>
                  <a:cubicBezTo>
                    <a:pt x="0" y="42"/>
                    <a:pt x="20" y="59"/>
                    <a:pt x="42" y="58"/>
                  </a:cubicBezTo>
                  <a:cubicBezTo>
                    <a:pt x="64" y="56"/>
                    <a:pt x="75" y="37"/>
                    <a:pt x="70" y="24"/>
                  </a:cubicBezTo>
                  <a:cubicBezTo>
                    <a:pt x="64" y="13"/>
                    <a:pt x="58" y="10"/>
                    <a:pt x="40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8" name="Freeform 1776">
              <a:extLst>
                <a:ext uri="{FF2B5EF4-FFF2-40B4-BE49-F238E27FC236}">
                  <a16:creationId xmlns:a16="http://schemas.microsoft.com/office/drawing/2014/main" id="{7C520A4F-5134-4539-B1D0-2625F041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990"/>
              <a:ext cx="118" cy="86"/>
            </a:xfrm>
            <a:custGeom>
              <a:avLst/>
              <a:gdLst>
                <a:gd name="T0" fmla="*/ 412 w 61"/>
                <a:gd name="T1" fmla="*/ 84 h 42"/>
                <a:gd name="T2" fmla="*/ 364 w 61"/>
                <a:gd name="T3" fmla="*/ 0 h 42"/>
                <a:gd name="T4" fmla="*/ 397 w 61"/>
                <a:gd name="T5" fmla="*/ 68 h 42"/>
                <a:gd name="T6" fmla="*/ 201 w 61"/>
                <a:gd name="T7" fmla="*/ 344 h 42"/>
                <a:gd name="T8" fmla="*/ 0 w 61"/>
                <a:gd name="T9" fmla="*/ 256 h 42"/>
                <a:gd name="T10" fmla="*/ 217 w 61"/>
                <a:gd name="T11" fmla="*/ 360 h 42"/>
                <a:gd name="T12" fmla="*/ 412 w 61"/>
                <a:gd name="T13" fmla="*/ 8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2">
                  <a:moveTo>
                    <a:pt x="57" y="10"/>
                  </a:moveTo>
                  <a:cubicBezTo>
                    <a:pt x="55" y="6"/>
                    <a:pt x="53" y="3"/>
                    <a:pt x="50" y="0"/>
                  </a:cubicBezTo>
                  <a:cubicBezTo>
                    <a:pt x="52" y="3"/>
                    <a:pt x="53" y="5"/>
                    <a:pt x="55" y="8"/>
                  </a:cubicBezTo>
                  <a:cubicBezTo>
                    <a:pt x="60" y="20"/>
                    <a:pt x="49" y="38"/>
                    <a:pt x="28" y="40"/>
                  </a:cubicBezTo>
                  <a:cubicBezTo>
                    <a:pt x="17" y="41"/>
                    <a:pt x="7" y="36"/>
                    <a:pt x="0" y="30"/>
                  </a:cubicBezTo>
                  <a:cubicBezTo>
                    <a:pt x="7" y="37"/>
                    <a:pt x="18" y="42"/>
                    <a:pt x="30" y="42"/>
                  </a:cubicBezTo>
                  <a:cubicBezTo>
                    <a:pt x="51" y="40"/>
                    <a:pt x="61" y="22"/>
                    <a:pt x="57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9" name="Freeform 1777">
              <a:extLst>
                <a:ext uri="{FF2B5EF4-FFF2-40B4-BE49-F238E27FC236}">
                  <a16:creationId xmlns:a16="http://schemas.microsoft.com/office/drawing/2014/main" id="{328A5A0D-CCCB-4ECF-941B-32AACAA20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963"/>
              <a:ext cx="114" cy="93"/>
            </a:xfrm>
            <a:custGeom>
              <a:avLst/>
              <a:gdLst>
                <a:gd name="T0" fmla="*/ 23 w 59"/>
                <a:gd name="T1" fmla="*/ 205 h 45"/>
                <a:gd name="T2" fmla="*/ 108 w 59"/>
                <a:gd name="T3" fmla="*/ 52 h 45"/>
                <a:gd name="T4" fmla="*/ 272 w 59"/>
                <a:gd name="T5" fmla="*/ 43 h 45"/>
                <a:gd name="T6" fmla="*/ 425 w 59"/>
                <a:gd name="T7" fmla="*/ 124 h 45"/>
                <a:gd name="T8" fmla="*/ 261 w 59"/>
                <a:gd name="T9" fmla="*/ 25 h 45"/>
                <a:gd name="T10" fmla="*/ 93 w 59"/>
                <a:gd name="T11" fmla="*/ 35 h 45"/>
                <a:gd name="T12" fmla="*/ 8 w 59"/>
                <a:gd name="T13" fmla="*/ 192 h 45"/>
                <a:gd name="T14" fmla="*/ 79 w 59"/>
                <a:gd name="T15" fmla="*/ 397 h 45"/>
                <a:gd name="T16" fmla="*/ 23 w 59"/>
                <a:gd name="T17" fmla="*/ 205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5">
                  <a:moveTo>
                    <a:pt x="3" y="23"/>
                  </a:moveTo>
                  <a:cubicBezTo>
                    <a:pt x="4" y="15"/>
                    <a:pt x="9" y="10"/>
                    <a:pt x="15" y="6"/>
                  </a:cubicBezTo>
                  <a:cubicBezTo>
                    <a:pt x="22" y="1"/>
                    <a:pt x="30" y="3"/>
                    <a:pt x="38" y="5"/>
                  </a:cubicBezTo>
                  <a:cubicBezTo>
                    <a:pt x="48" y="8"/>
                    <a:pt x="54" y="10"/>
                    <a:pt x="59" y="14"/>
                  </a:cubicBezTo>
                  <a:cubicBezTo>
                    <a:pt x="54" y="9"/>
                    <a:pt x="48" y="7"/>
                    <a:pt x="36" y="3"/>
                  </a:cubicBezTo>
                  <a:cubicBezTo>
                    <a:pt x="28" y="1"/>
                    <a:pt x="20" y="0"/>
                    <a:pt x="13" y="4"/>
                  </a:cubicBezTo>
                  <a:cubicBezTo>
                    <a:pt x="7" y="8"/>
                    <a:pt x="2" y="14"/>
                    <a:pt x="1" y="22"/>
                  </a:cubicBezTo>
                  <a:cubicBezTo>
                    <a:pt x="0" y="30"/>
                    <a:pt x="4" y="39"/>
                    <a:pt x="11" y="45"/>
                  </a:cubicBezTo>
                  <a:cubicBezTo>
                    <a:pt x="5" y="39"/>
                    <a:pt x="2" y="31"/>
                    <a:pt x="3" y="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50" name="Freeform 1778">
              <a:extLst>
                <a:ext uri="{FF2B5EF4-FFF2-40B4-BE49-F238E27FC236}">
                  <a16:creationId xmlns:a16="http://schemas.microsoft.com/office/drawing/2014/main" id="{FABD0E7A-741D-42E1-92E2-BBCD54649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981"/>
              <a:ext cx="97" cy="75"/>
            </a:xfrm>
            <a:custGeom>
              <a:avLst/>
              <a:gdLst>
                <a:gd name="T0" fmla="*/ 285 w 50"/>
                <a:gd name="T1" fmla="*/ 100 h 36"/>
                <a:gd name="T2" fmla="*/ 132 w 50"/>
                <a:gd name="T3" fmla="*/ 273 h 36"/>
                <a:gd name="T4" fmla="*/ 60 w 50"/>
                <a:gd name="T5" fmla="*/ 56 h 36"/>
                <a:gd name="T6" fmla="*/ 285 w 50"/>
                <a:gd name="T7" fmla="*/ 10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6">
                  <a:moveTo>
                    <a:pt x="39" y="11"/>
                  </a:moveTo>
                  <a:cubicBezTo>
                    <a:pt x="50" y="23"/>
                    <a:pt x="36" y="36"/>
                    <a:pt x="18" y="30"/>
                  </a:cubicBezTo>
                  <a:cubicBezTo>
                    <a:pt x="0" y="23"/>
                    <a:pt x="3" y="11"/>
                    <a:pt x="8" y="6"/>
                  </a:cubicBezTo>
                  <a:cubicBezTo>
                    <a:pt x="15" y="0"/>
                    <a:pt x="32" y="4"/>
                    <a:pt x="39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51" name="Freeform 1779">
              <a:extLst>
                <a:ext uri="{FF2B5EF4-FFF2-40B4-BE49-F238E27FC236}">
                  <a16:creationId xmlns:a16="http://schemas.microsoft.com/office/drawing/2014/main" id="{F2BFDFD8-4678-46D7-A21C-4E49F8DE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008"/>
              <a:ext cx="77" cy="46"/>
            </a:xfrm>
            <a:custGeom>
              <a:avLst/>
              <a:gdLst>
                <a:gd name="T0" fmla="*/ 277 w 40"/>
                <a:gd name="T1" fmla="*/ 44 h 22"/>
                <a:gd name="T2" fmla="*/ 100 w 40"/>
                <a:gd name="T3" fmla="*/ 128 h 22"/>
                <a:gd name="T4" fmla="*/ 0 w 40"/>
                <a:gd name="T5" fmla="*/ 0 h 22"/>
                <a:gd name="T6" fmla="*/ 100 w 40"/>
                <a:gd name="T7" fmla="*/ 157 h 22"/>
                <a:gd name="T8" fmla="*/ 277 w 40"/>
                <a:gd name="T9" fmla="*/ 4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39" y="5"/>
                  </a:moveTo>
                  <a:cubicBezTo>
                    <a:pt x="38" y="13"/>
                    <a:pt x="27" y="18"/>
                    <a:pt x="14" y="14"/>
                  </a:cubicBezTo>
                  <a:cubicBezTo>
                    <a:pt x="5" y="10"/>
                    <a:pt x="1" y="5"/>
                    <a:pt x="0" y="0"/>
                  </a:cubicBezTo>
                  <a:cubicBezTo>
                    <a:pt x="0" y="6"/>
                    <a:pt x="3" y="13"/>
                    <a:pt x="14" y="17"/>
                  </a:cubicBezTo>
                  <a:cubicBezTo>
                    <a:pt x="29" y="22"/>
                    <a:pt x="40" y="14"/>
                    <a:pt x="39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52" name="Freeform 1780">
              <a:extLst>
                <a:ext uri="{FF2B5EF4-FFF2-40B4-BE49-F238E27FC236}">
                  <a16:creationId xmlns:a16="http://schemas.microsoft.com/office/drawing/2014/main" id="{E8B2E8F1-1264-46C5-9FA7-6E93163A5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986"/>
              <a:ext cx="41" cy="10"/>
            </a:xfrm>
            <a:custGeom>
              <a:avLst/>
              <a:gdLst>
                <a:gd name="T0" fmla="*/ 156 w 21"/>
                <a:gd name="T1" fmla="*/ 40 h 5"/>
                <a:gd name="T2" fmla="*/ 0 w 21"/>
                <a:gd name="T3" fmla="*/ 16 h 5"/>
                <a:gd name="T4" fmla="*/ 156 w 21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">
                  <a:moveTo>
                    <a:pt x="21" y="5"/>
                  </a:moveTo>
                  <a:cubicBezTo>
                    <a:pt x="15" y="1"/>
                    <a:pt x="5" y="0"/>
                    <a:pt x="0" y="2"/>
                  </a:cubicBezTo>
                  <a:cubicBezTo>
                    <a:pt x="4" y="2"/>
                    <a:pt x="15" y="2"/>
                    <a:pt x="21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53" name="Freeform 1781">
              <a:extLst>
                <a:ext uri="{FF2B5EF4-FFF2-40B4-BE49-F238E27FC236}">
                  <a16:creationId xmlns:a16="http://schemas.microsoft.com/office/drawing/2014/main" id="{DB6493C2-9383-472C-8A1A-6237BA53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031"/>
              <a:ext cx="62" cy="29"/>
            </a:xfrm>
            <a:custGeom>
              <a:avLst/>
              <a:gdLst>
                <a:gd name="T0" fmla="*/ 0 w 32"/>
                <a:gd name="T1" fmla="*/ 0 h 14"/>
                <a:gd name="T2" fmla="*/ 233 w 32"/>
                <a:gd name="T3" fmla="*/ 25 h 14"/>
                <a:gd name="T4" fmla="*/ 0 w 3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4">
                  <a:moveTo>
                    <a:pt x="0" y="0"/>
                  </a:moveTo>
                  <a:cubicBezTo>
                    <a:pt x="3" y="4"/>
                    <a:pt x="22" y="13"/>
                    <a:pt x="32" y="3"/>
                  </a:cubicBezTo>
                  <a:cubicBezTo>
                    <a:pt x="29" y="8"/>
                    <a:pt x="12" y="14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54" name="Freeform 1782">
              <a:extLst>
                <a:ext uri="{FF2B5EF4-FFF2-40B4-BE49-F238E27FC236}">
                  <a16:creationId xmlns:a16="http://schemas.microsoft.com/office/drawing/2014/main" id="{27D919D5-F95C-4890-94C0-3C2623C0A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959"/>
              <a:ext cx="145" cy="121"/>
            </a:xfrm>
            <a:custGeom>
              <a:avLst/>
              <a:gdLst>
                <a:gd name="T0" fmla="*/ 288 w 75"/>
                <a:gd name="T1" fmla="*/ 33 h 59"/>
                <a:gd name="T2" fmla="*/ 116 w 75"/>
                <a:gd name="T3" fmla="*/ 43 h 59"/>
                <a:gd name="T4" fmla="*/ 23 w 75"/>
                <a:gd name="T5" fmla="*/ 205 h 59"/>
                <a:gd name="T6" fmla="*/ 304 w 75"/>
                <a:gd name="T7" fmla="*/ 500 h 59"/>
                <a:gd name="T8" fmla="*/ 505 w 75"/>
                <a:gd name="T9" fmla="*/ 205 h 59"/>
                <a:gd name="T10" fmla="*/ 288 w 75"/>
                <a:gd name="T11" fmla="*/ 33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9">
                  <a:moveTo>
                    <a:pt x="40" y="4"/>
                  </a:moveTo>
                  <a:cubicBezTo>
                    <a:pt x="31" y="2"/>
                    <a:pt x="23" y="0"/>
                    <a:pt x="16" y="5"/>
                  </a:cubicBezTo>
                  <a:cubicBezTo>
                    <a:pt x="9" y="9"/>
                    <a:pt x="4" y="15"/>
                    <a:pt x="3" y="24"/>
                  </a:cubicBezTo>
                  <a:cubicBezTo>
                    <a:pt x="0" y="42"/>
                    <a:pt x="20" y="59"/>
                    <a:pt x="42" y="58"/>
                  </a:cubicBezTo>
                  <a:cubicBezTo>
                    <a:pt x="64" y="56"/>
                    <a:pt x="75" y="37"/>
                    <a:pt x="70" y="24"/>
                  </a:cubicBezTo>
                  <a:cubicBezTo>
                    <a:pt x="64" y="13"/>
                    <a:pt x="58" y="10"/>
                    <a:pt x="40" y="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55" name="Freeform 1783">
              <a:extLst>
                <a:ext uri="{FF2B5EF4-FFF2-40B4-BE49-F238E27FC236}">
                  <a16:creationId xmlns:a16="http://schemas.microsoft.com/office/drawing/2014/main" id="{3A4346D1-C5EB-47FB-9D63-8721B130C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994"/>
              <a:ext cx="79" cy="58"/>
            </a:xfrm>
            <a:custGeom>
              <a:avLst/>
              <a:gdLst>
                <a:gd name="T0" fmla="*/ 256 w 41"/>
                <a:gd name="T1" fmla="*/ 44 h 28"/>
                <a:gd name="T2" fmla="*/ 272 w 41"/>
                <a:gd name="T3" fmla="*/ 168 h 28"/>
                <a:gd name="T4" fmla="*/ 108 w 41"/>
                <a:gd name="T5" fmla="*/ 205 h 28"/>
                <a:gd name="T6" fmla="*/ 15 w 41"/>
                <a:gd name="T7" fmla="*/ 99 h 28"/>
                <a:gd name="T8" fmla="*/ 37 w 41"/>
                <a:gd name="T9" fmla="*/ 0 h 28"/>
                <a:gd name="T10" fmla="*/ 37 w 41"/>
                <a:gd name="T11" fmla="*/ 0 h 28"/>
                <a:gd name="T12" fmla="*/ 8 w 41"/>
                <a:gd name="T13" fmla="*/ 99 h 28"/>
                <a:gd name="T14" fmla="*/ 108 w 41"/>
                <a:gd name="T15" fmla="*/ 215 h 28"/>
                <a:gd name="T16" fmla="*/ 279 w 41"/>
                <a:gd name="T17" fmla="*/ 168 h 28"/>
                <a:gd name="T18" fmla="*/ 256 w 41"/>
                <a:gd name="T19" fmla="*/ 44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8">
                  <a:moveTo>
                    <a:pt x="36" y="5"/>
                  </a:moveTo>
                  <a:cubicBezTo>
                    <a:pt x="40" y="9"/>
                    <a:pt x="41" y="14"/>
                    <a:pt x="38" y="19"/>
                  </a:cubicBezTo>
                  <a:cubicBezTo>
                    <a:pt x="35" y="24"/>
                    <a:pt x="26" y="27"/>
                    <a:pt x="15" y="23"/>
                  </a:cubicBezTo>
                  <a:cubicBezTo>
                    <a:pt x="5" y="20"/>
                    <a:pt x="2" y="15"/>
                    <a:pt x="2" y="11"/>
                  </a:cubicBezTo>
                  <a:cubicBezTo>
                    <a:pt x="1" y="6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2"/>
                    <a:pt x="0" y="6"/>
                    <a:pt x="1" y="11"/>
                  </a:cubicBezTo>
                  <a:cubicBezTo>
                    <a:pt x="2" y="15"/>
                    <a:pt x="5" y="20"/>
                    <a:pt x="15" y="24"/>
                  </a:cubicBezTo>
                  <a:cubicBezTo>
                    <a:pt x="27" y="28"/>
                    <a:pt x="35" y="24"/>
                    <a:pt x="39" y="19"/>
                  </a:cubicBezTo>
                  <a:cubicBezTo>
                    <a:pt x="41" y="15"/>
                    <a:pt x="40" y="9"/>
                    <a:pt x="36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56" name="Freeform 1784">
              <a:extLst>
                <a:ext uri="{FF2B5EF4-FFF2-40B4-BE49-F238E27FC236}">
                  <a16:creationId xmlns:a16="http://schemas.microsoft.com/office/drawing/2014/main" id="{881D28CE-9B84-4531-A54D-982668AD3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979"/>
              <a:ext cx="135" cy="116"/>
            </a:xfrm>
            <a:custGeom>
              <a:avLst/>
              <a:gdLst>
                <a:gd name="T0" fmla="*/ 237 w 70"/>
                <a:gd name="T1" fmla="*/ 17 h 56"/>
                <a:gd name="T2" fmla="*/ 71 w 70"/>
                <a:gd name="T3" fmla="*/ 52 h 56"/>
                <a:gd name="T4" fmla="*/ 0 w 70"/>
                <a:gd name="T5" fmla="*/ 224 h 56"/>
                <a:gd name="T6" fmla="*/ 293 w 70"/>
                <a:gd name="T7" fmla="*/ 464 h 56"/>
                <a:gd name="T8" fmla="*/ 457 w 70"/>
                <a:gd name="T9" fmla="*/ 160 h 56"/>
                <a:gd name="T10" fmla="*/ 237 w 70"/>
                <a:gd name="T11" fmla="*/ 1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3" y="2"/>
                  </a:moveTo>
                  <a:cubicBezTo>
                    <a:pt x="24" y="1"/>
                    <a:pt x="17" y="0"/>
                    <a:pt x="10" y="6"/>
                  </a:cubicBezTo>
                  <a:cubicBezTo>
                    <a:pt x="5" y="10"/>
                    <a:pt x="0" y="17"/>
                    <a:pt x="0" y="25"/>
                  </a:cubicBezTo>
                  <a:cubicBezTo>
                    <a:pt x="0" y="42"/>
                    <a:pt x="20" y="56"/>
                    <a:pt x="41" y="52"/>
                  </a:cubicBezTo>
                  <a:cubicBezTo>
                    <a:pt x="62" y="48"/>
                    <a:pt x="70" y="29"/>
                    <a:pt x="64" y="18"/>
                  </a:cubicBezTo>
                  <a:cubicBezTo>
                    <a:pt x="57" y="7"/>
                    <a:pt x="51" y="5"/>
                    <a:pt x="33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57" name="Freeform 1785">
              <a:extLst>
                <a:ext uri="{FF2B5EF4-FFF2-40B4-BE49-F238E27FC236}">
                  <a16:creationId xmlns:a16="http://schemas.microsoft.com/office/drawing/2014/main" id="{91C0F10F-F471-46C2-AB1F-81D5DEC2E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000"/>
              <a:ext cx="110" cy="89"/>
            </a:xfrm>
            <a:custGeom>
              <a:avLst/>
              <a:gdLst>
                <a:gd name="T0" fmla="*/ 372 w 57"/>
                <a:gd name="T1" fmla="*/ 72 h 43"/>
                <a:gd name="T2" fmla="*/ 316 w 57"/>
                <a:gd name="T3" fmla="*/ 0 h 43"/>
                <a:gd name="T4" fmla="*/ 357 w 57"/>
                <a:gd name="T5" fmla="*/ 60 h 43"/>
                <a:gd name="T6" fmla="*/ 201 w 57"/>
                <a:gd name="T7" fmla="*/ 356 h 43"/>
                <a:gd name="T8" fmla="*/ 0 w 57"/>
                <a:gd name="T9" fmla="*/ 300 h 43"/>
                <a:gd name="T10" fmla="*/ 216 w 57"/>
                <a:gd name="T11" fmla="*/ 364 h 43"/>
                <a:gd name="T12" fmla="*/ 372 w 57"/>
                <a:gd name="T13" fmla="*/ 7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3">
                  <a:moveTo>
                    <a:pt x="52" y="8"/>
                  </a:moveTo>
                  <a:cubicBezTo>
                    <a:pt x="49" y="5"/>
                    <a:pt x="47" y="2"/>
                    <a:pt x="44" y="0"/>
                  </a:cubicBezTo>
                  <a:cubicBezTo>
                    <a:pt x="46" y="2"/>
                    <a:pt x="48" y="4"/>
                    <a:pt x="50" y="7"/>
                  </a:cubicBezTo>
                  <a:cubicBezTo>
                    <a:pt x="56" y="18"/>
                    <a:pt x="48" y="36"/>
                    <a:pt x="28" y="40"/>
                  </a:cubicBezTo>
                  <a:cubicBezTo>
                    <a:pt x="18" y="42"/>
                    <a:pt x="8" y="39"/>
                    <a:pt x="0" y="34"/>
                  </a:cubicBezTo>
                  <a:cubicBezTo>
                    <a:pt x="8" y="40"/>
                    <a:pt x="19" y="43"/>
                    <a:pt x="30" y="41"/>
                  </a:cubicBezTo>
                  <a:cubicBezTo>
                    <a:pt x="50" y="38"/>
                    <a:pt x="57" y="19"/>
                    <a:pt x="52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58" name="Freeform 1786">
              <a:extLst>
                <a:ext uri="{FF2B5EF4-FFF2-40B4-BE49-F238E27FC236}">
                  <a16:creationId xmlns:a16="http://schemas.microsoft.com/office/drawing/2014/main" id="{8D5168D6-E2AF-4FEB-A164-28B93129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981"/>
              <a:ext cx="104" cy="91"/>
            </a:xfrm>
            <a:custGeom>
              <a:avLst/>
              <a:gdLst>
                <a:gd name="T0" fmla="*/ 15 w 54"/>
                <a:gd name="T1" fmla="*/ 223 h 44"/>
                <a:gd name="T2" fmla="*/ 85 w 54"/>
                <a:gd name="T3" fmla="*/ 60 h 44"/>
                <a:gd name="T4" fmla="*/ 241 w 54"/>
                <a:gd name="T5" fmla="*/ 25 h 44"/>
                <a:gd name="T6" fmla="*/ 385 w 54"/>
                <a:gd name="T7" fmla="*/ 81 h 44"/>
                <a:gd name="T8" fmla="*/ 229 w 54"/>
                <a:gd name="T9" fmla="*/ 17 h 44"/>
                <a:gd name="T10" fmla="*/ 71 w 54"/>
                <a:gd name="T11" fmla="*/ 52 h 44"/>
                <a:gd name="T12" fmla="*/ 8 w 54"/>
                <a:gd name="T13" fmla="*/ 205 h 44"/>
                <a:gd name="T14" fmla="*/ 92 w 54"/>
                <a:gd name="T15" fmla="*/ 389 h 44"/>
                <a:gd name="T16" fmla="*/ 15 w 54"/>
                <a:gd name="T17" fmla="*/ 22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4">
                  <a:moveTo>
                    <a:pt x="2" y="25"/>
                  </a:moveTo>
                  <a:cubicBezTo>
                    <a:pt x="3" y="17"/>
                    <a:pt x="7" y="11"/>
                    <a:pt x="12" y="7"/>
                  </a:cubicBezTo>
                  <a:cubicBezTo>
                    <a:pt x="18" y="2"/>
                    <a:pt x="25" y="2"/>
                    <a:pt x="34" y="3"/>
                  </a:cubicBezTo>
                  <a:cubicBezTo>
                    <a:pt x="44" y="5"/>
                    <a:pt x="50" y="7"/>
                    <a:pt x="54" y="9"/>
                  </a:cubicBezTo>
                  <a:cubicBezTo>
                    <a:pt x="49" y="6"/>
                    <a:pt x="43" y="4"/>
                    <a:pt x="32" y="2"/>
                  </a:cubicBezTo>
                  <a:cubicBezTo>
                    <a:pt x="23" y="1"/>
                    <a:pt x="16" y="0"/>
                    <a:pt x="10" y="6"/>
                  </a:cubicBezTo>
                  <a:cubicBezTo>
                    <a:pt x="5" y="10"/>
                    <a:pt x="1" y="16"/>
                    <a:pt x="1" y="23"/>
                  </a:cubicBezTo>
                  <a:cubicBezTo>
                    <a:pt x="0" y="32"/>
                    <a:pt x="5" y="39"/>
                    <a:pt x="13" y="44"/>
                  </a:cubicBezTo>
                  <a:cubicBezTo>
                    <a:pt x="6" y="39"/>
                    <a:pt x="2" y="32"/>
                    <a:pt x="2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59" name="Freeform 1787">
              <a:extLst>
                <a:ext uri="{FF2B5EF4-FFF2-40B4-BE49-F238E27FC236}">
                  <a16:creationId xmlns:a16="http://schemas.microsoft.com/office/drawing/2014/main" id="{F2B15017-A336-4E66-AE45-9BF37F1C2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000"/>
              <a:ext cx="91" cy="64"/>
            </a:xfrm>
            <a:custGeom>
              <a:avLst/>
              <a:gdLst>
                <a:gd name="T0" fmla="*/ 263 w 47"/>
                <a:gd name="T1" fmla="*/ 60 h 31"/>
                <a:gd name="T2" fmla="*/ 132 w 47"/>
                <a:gd name="T3" fmla="*/ 239 h 31"/>
                <a:gd name="T4" fmla="*/ 45 w 47"/>
                <a:gd name="T5" fmla="*/ 52 h 31"/>
                <a:gd name="T6" fmla="*/ 263 w 47"/>
                <a:gd name="T7" fmla="*/ 6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36" y="7"/>
                  </a:moveTo>
                  <a:cubicBezTo>
                    <a:pt x="47" y="17"/>
                    <a:pt x="36" y="31"/>
                    <a:pt x="18" y="27"/>
                  </a:cubicBezTo>
                  <a:cubicBezTo>
                    <a:pt x="0" y="24"/>
                    <a:pt x="1" y="11"/>
                    <a:pt x="6" y="6"/>
                  </a:cubicBezTo>
                  <a:cubicBezTo>
                    <a:pt x="11" y="0"/>
                    <a:pt x="28" y="2"/>
                    <a:pt x="36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60" name="Freeform 1788">
              <a:extLst>
                <a:ext uri="{FF2B5EF4-FFF2-40B4-BE49-F238E27FC236}">
                  <a16:creationId xmlns:a16="http://schemas.microsoft.com/office/drawing/2014/main" id="{42BCF350-43C2-467C-BB08-43E770FAD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029"/>
              <a:ext cx="75" cy="35"/>
            </a:xfrm>
            <a:custGeom>
              <a:avLst/>
              <a:gdLst>
                <a:gd name="T0" fmla="*/ 263 w 39"/>
                <a:gd name="T1" fmla="*/ 0 h 17"/>
                <a:gd name="T2" fmla="*/ 108 w 39"/>
                <a:gd name="T3" fmla="*/ 97 h 17"/>
                <a:gd name="T4" fmla="*/ 0 w 39"/>
                <a:gd name="T5" fmla="*/ 0 h 17"/>
                <a:gd name="T6" fmla="*/ 108 w 39"/>
                <a:gd name="T7" fmla="*/ 115 h 17"/>
                <a:gd name="T8" fmla="*/ 263 w 3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7">
                  <a:moveTo>
                    <a:pt x="37" y="0"/>
                  </a:moveTo>
                  <a:cubicBezTo>
                    <a:pt x="37" y="7"/>
                    <a:pt x="27" y="13"/>
                    <a:pt x="15" y="11"/>
                  </a:cubicBezTo>
                  <a:cubicBezTo>
                    <a:pt x="5" y="9"/>
                    <a:pt x="1" y="4"/>
                    <a:pt x="0" y="0"/>
                  </a:cubicBezTo>
                  <a:cubicBezTo>
                    <a:pt x="0" y="5"/>
                    <a:pt x="4" y="11"/>
                    <a:pt x="15" y="13"/>
                  </a:cubicBezTo>
                  <a:cubicBezTo>
                    <a:pt x="29" y="17"/>
                    <a:pt x="39" y="8"/>
                    <a:pt x="3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61" name="Freeform 1789">
              <a:extLst>
                <a:ext uri="{FF2B5EF4-FFF2-40B4-BE49-F238E27FC236}">
                  <a16:creationId xmlns:a16="http://schemas.microsoft.com/office/drawing/2014/main" id="{42EA7A1B-BB75-44C6-A67C-C0CCAAA0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3002"/>
              <a:ext cx="41" cy="6"/>
            </a:xfrm>
            <a:custGeom>
              <a:avLst/>
              <a:gdLst>
                <a:gd name="T0" fmla="*/ 156 w 21"/>
                <a:gd name="T1" fmla="*/ 24 h 3"/>
                <a:gd name="T2" fmla="*/ 0 w 21"/>
                <a:gd name="T3" fmla="*/ 24 h 3"/>
                <a:gd name="T4" fmla="*/ 156 w 2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">
                  <a:moveTo>
                    <a:pt x="21" y="3"/>
                  </a:moveTo>
                  <a:cubicBezTo>
                    <a:pt x="15" y="0"/>
                    <a:pt x="4" y="0"/>
                    <a:pt x="0" y="3"/>
                  </a:cubicBezTo>
                  <a:cubicBezTo>
                    <a:pt x="4" y="2"/>
                    <a:pt x="14" y="2"/>
                    <a:pt x="2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62" name="Freeform 1790">
              <a:extLst>
                <a:ext uri="{FF2B5EF4-FFF2-40B4-BE49-F238E27FC236}">
                  <a16:creationId xmlns:a16="http://schemas.microsoft.com/office/drawing/2014/main" id="{7010C048-07A8-46CF-89AB-AB1E93D82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045"/>
              <a:ext cx="60" cy="27"/>
            </a:xfrm>
            <a:custGeom>
              <a:avLst/>
              <a:gdLst>
                <a:gd name="T0" fmla="*/ 0 w 31"/>
                <a:gd name="T1" fmla="*/ 17 h 13"/>
                <a:gd name="T2" fmla="*/ 225 w 31"/>
                <a:gd name="T3" fmla="*/ 0 h 13"/>
                <a:gd name="T4" fmla="*/ 0 w 31"/>
                <a:gd name="T5" fmla="*/ 1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3">
                  <a:moveTo>
                    <a:pt x="0" y="2"/>
                  </a:moveTo>
                  <a:cubicBezTo>
                    <a:pt x="3" y="5"/>
                    <a:pt x="22" y="11"/>
                    <a:pt x="31" y="0"/>
                  </a:cubicBezTo>
                  <a:cubicBezTo>
                    <a:pt x="28" y="6"/>
                    <a:pt x="13" y="13"/>
                    <a:pt x="0" y="2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63" name="Freeform 1791">
              <a:extLst>
                <a:ext uri="{FF2B5EF4-FFF2-40B4-BE49-F238E27FC236}">
                  <a16:creationId xmlns:a16="http://schemas.microsoft.com/office/drawing/2014/main" id="{BCDA32E0-5043-4A8E-A72B-265CBEB69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979"/>
              <a:ext cx="135" cy="116"/>
            </a:xfrm>
            <a:custGeom>
              <a:avLst/>
              <a:gdLst>
                <a:gd name="T0" fmla="*/ 237 w 70"/>
                <a:gd name="T1" fmla="*/ 17 h 56"/>
                <a:gd name="T2" fmla="*/ 71 w 70"/>
                <a:gd name="T3" fmla="*/ 52 h 56"/>
                <a:gd name="T4" fmla="*/ 0 w 70"/>
                <a:gd name="T5" fmla="*/ 224 h 56"/>
                <a:gd name="T6" fmla="*/ 293 w 70"/>
                <a:gd name="T7" fmla="*/ 464 h 56"/>
                <a:gd name="T8" fmla="*/ 457 w 70"/>
                <a:gd name="T9" fmla="*/ 160 h 56"/>
                <a:gd name="T10" fmla="*/ 237 w 70"/>
                <a:gd name="T11" fmla="*/ 1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3" y="2"/>
                  </a:moveTo>
                  <a:cubicBezTo>
                    <a:pt x="24" y="1"/>
                    <a:pt x="17" y="0"/>
                    <a:pt x="10" y="6"/>
                  </a:cubicBezTo>
                  <a:cubicBezTo>
                    <a:pt x="5" y="10"/>
                    <a:pt x="0" y="17"/>
                    <a:pt x="0" y="25"/>
                  </a:cubicBezTo>
                  <a:cubicBezTo>
                    <a:pt x="0" y="42"/>
                    <a:pt x="20" y="56"/>
                    <a:pt x="41" y="52"/>
                  </a:cubicBezTo>
                  <a:cubicBezTo>
                    <a:pt x="62" y="48"/>
                    <a:pt x="70" y="29"/>
                    <a:pt x="64" y="18"/>
                  </a:cubicBezTo>
                  <a:cubicBezTo>
                    <a:pt x="57" y="7"/>
                    <a:pt x="51" y="5"/>
                    <a:pt x="33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64" name="Freeform 1792">
              <a:extLst>
                <a:ext uri="{FF2B5EF4-FFF2-40B4-BE49-F238E27FC236}">
                  <a16:creationId xmlns:a16="http://schemas.microsoft.com/office/drawing/2014/main" id="{428EF87D-A586-4551-8C77-3905FDA76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3012"/>
              <a:ext cx="77" cy="50"/>
            </a:xfrm>
            <a:custGeom>
              <a:avLst/>
              <a:gdLst>
                <a:gd name="T0" fmla="*/ 241 w 40"/>
                <a:gd name="T1" fmla="*/ 8 h 24"/>
                <a:gd name="T2" fmla="*/ 264 w 40"/>
                <a:gd name="T3" fmla="*/ 125 h 24"/>
                <a:gd name="T4" fmla="*/ 116 w 40"/>
                <a:gd name="T5" fmla="*/ 192 h 24"/>
                <a:gd name="T6" fmla="*/ 15 w 40"/>
                <a:gd name="T7" fmla="*/ 100 h 24"/>
                <a:gd name="T8" fmla="*/ 29 w 40"/>
                <a:gd name="T9" fmla="*/ 0 h 24"/>
                <a:gd name="T10" fmla="*/ 29 w 40"/>
                <a:gd name="T11" fmla="*/ 0 h 24"/>
                <a:gd name="T12" fmla="*/ 8 w 40"/>
                <a:gd name="T13" fmla="*/ 100 h 24"/>
                <a:gd name="T14" fmla="*/ 116 w 40"/>
                <a:gd name="T15" fmla="*/ 200 h 24"/>
                <a:gd name="T16" fmla="*/ 271 w 40"/>
                <a:gd name="T17" fmla="*/ 125 h 24"/>
                <a:gd name="T18" fmla="*/ 241 w 40"/>
                <a:gd name="T19" fmla="*/ 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4">
                  <a:moveTo>
                    <a:pt x="34" y="1"/>
                  </a:moveTo>
                  <a:cubicBezTo>
                    <a:pt x="38" y="5"/>
                    <a:pt x="39" y="10"/>
                    <a:pt x="37" y="14"/>
                  </a:cubicBezTo>
                  <a:cubicBezTo>
                    <a:pt x="35" y="19"/>
                    <a:pt x="27" y="24"/>
                    <a:pt x="16" y="21"/>
                  </a:cubicBezTo>
                  <a:cubicBezTo>
                    <a:pt x="6" y="19"/>
                    <a:pt x="3" y="14"/>
                    <a:pt x="2" y="11"/>
                  </a:cubicBezTo>
                  <a:cubicBezTo>
                    <a:pt x="0" y="7"/>
                    <a:pt x="2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3"/>
                    <a:pt x="0" y="7"/>
                    <a:pt x="1" y="11"/>
                  </a:cubicBezTo>
                  <a:cubicBezTo>
                    <a:pt x="2" y="15"/>
                    <a:pt x="6" y="19"/>
                    <a:pt x="16" y="22"/>
                  </a:cubicBezTo>
                  <a:cubicBezTo>
                    <a:pt x="27" y="24"/>
                    <a:pt x="35" y="20"/>
                    <a:pt x="38" y="14"/>
                  </a:cubicBezTo>
                  <a:cubicBezTo>
                    <a:pt x="40" y="10"/>
                    <a:pt x="38" y="5"/>
                    <a:pt x="34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65" name="Freeform 1793">
              <a:extLst>
                <a:ext uri="{FF2B5EF4-FFF2-40B4-BE49-F238E27FC236}">
                  <a16:creationId xmlns:a16="http://schemas.microsoft.com/office/drawing/2014/main" id="{AA2CBB91-4846-457A-B29A-46A6C60B3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84"/>
              <a:ext cx="157" cy="92"/>
            </a:xfrm>
            <a:custGeom>
              <a:avLst/>
              <a:gdLst>
                <a:gd name="T0" fmla="*/ 124 w 81"/>
                <a:gd name="T1" fmla="*/ 16 h 45"/>
                <a:gd name="T2" fmla="*/ 0 w 81"/>
                <a:gd name="T3" fmla="*/ 188 h 45"/>
                <a:gd name="T4" fmla="*/ 285 w 81"/>
                <a:gd name="T5" fmla="*/ 384 h 45"/>
                <a:gd name="T6" fmla="*/ 576 w 81"/>
                <a:gd name="T7" fmla="*/ 229 h 45"/>
                <a:gd name="T8" fmla="*/ 512 w 81"/>
                <a:gd name="T9" fmla="*/ 76 h 45"/>
                <a:gd name="T10" fmla="*/ 320 w 81"/>
                <a:gd name="T11" fmla="*/ 41 h 45"/>
                <a:gd name="T12" fmla="*/ 124 w 81"/>
                <a:gd name="T13" fmla="*/ 1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45">
                  <a:moveTo>
                    <a:pt x="17" y="2"/>
                  </a:moveTo>
                  <a:cubicBezTo>
                    <a:pt x="7" y="4"/>
                    <a:pt x="0" y="11"/>
                    <a:pt x="0" y="22"/>
                  </a:cubicBezTo>
                  <a:cubicBezTo>
                    <a:pt x="0" y="37"/>
                    <a:pt x="16" y="45"/>
                    <a:pt x="39" y="45"/>
                  </a:cubicBezTo>
                  <a:cubicBezTo>
                    <a:pt x="62" y="45"/>
                    <a:pt x="73" y="42"/>
                    <a:pt x="79" y="27"/>
                  </a:cubicBezTo>
                  <a:cubicBezTo>
                    <a:pt x="81" y="20"/>
                    <a:pt x="78" y="13"/>
                    <a:pt x="70" y="9"/>
                  </a:cubicBezTo>
                  <a:cubicBezTo>
                    <a:pt x="61" y="4"/>
                    <a:pt x="55" y="6"/>
                    <a:pt x="44" y="5"/>
                  </a:cubicBezTo>
                  <a:cubicBezTo>
                    <a:pt x="37" y="5"/>
                    <a:pt x="27" y="0"/>
                    <a:pt x="17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66" name="Freeform 1794">
              <a:extLst>
                <a:ext uri="{FF2B5EF4-FFF2-40B4-BE49-F238E27FC236}">
                  <a16:creationId xmlns:a16="http://schemas.microsoft.com/office/drawing/2014/main" id="{1A9C10F8-7230-4945-A818-425A208C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004"/>
              <a:ext cx="108" cy="39"/>
            </a:xfrm>
            <a:custGeom>
              <a:avLst/>
              <a:gdLst>
                <a:gd name="T0" fmla="*/ 365 w 56"/>
                <a:gd name="T1" fmla="*/ 76 h 19"/>
                <a:gd name="T2" fmla="*/ 172 w 56"/>
                <a:gd name="T3" fmla="*/ 156 h 19"/>
                <a:gd name="T4" fmla="*/ 71 w 56"/>
                <a:gd name="T5" fmla="*/ 16 h 19"/>
                <a:gd name="T6" fmla="*/ 231 w 56"/>
                <a:gd name="T7" fmla="*/ 33 h 19"/>
                <a:gd name="T8" fmla="*/ 365 w 56"/>
                <a:gd name="T9" fmla="*/ 7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9">
                  <a:moveTo>
                    <a:pt x="51" y="9"/>
                  </a:moveTo>
                  <a:cubicBezTo>
                    <a:pt x="56" y="12"/>
                    <a:pt x="47" y="19"/>
                    <a:pt x="24" y="18"/>
                  </a:cubicBezTo>
                  <a:cubicBezTo>
                    <a:pt x="2" y="18"/>
                    <a:pt x="0" y="6"/>
                    <a:pt x="10" y="2"/>
                  </a:cubicBezTo>
                  <a:cubicBezTo>
                    <a:pt x="17" y="0"/>
                    <a:pt x="20" y="2"/>
                    <a:pt x="32" y="4"/>
                  </a:cubicBezTo>
                  <a:cubicBezTo>
                    <a:pt x="44" y="7"/>
                    <a:pt x="46" y="4"/>
                    <a:pt x="51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67" name="Freeform 1795">
              <a:extLst>
                <a:ext uri="{FF2B5EF4-FFF2-40B4-BE49-F238E27FC236}">
                  <a16:creationId xmlns:a16="http://schemas.microsoft.com/office/drawing/2014/main" id="{D70C1046-E42D-46E6-A208-79C1F7E21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010"/>
              <a:ext cx="96" cy="33"/>
            </a:xfrm>
            <a:custGeom>
              <a:avLst/>
              <a:gdLst>
                <a:gd name="T0" fmla="*/ 161 w 50"/>
                <a:gd name="T1" fmla="*/ 132 h 16"/>
                <a:gd name="T2" fmla="*/ 353 w 50"/>
                <a:gd name="T3" fmla="*/ 97 h 16"/>
                <a:gd name="T4" fmla="*/ 169 w 50"/>
                <a:gd name="T5" fmla="*/ 107 h 16"/>
                <a:gd name="T6" fmla="*/ 48 w 50"/>
                <a:gd name="T7" fmla="*/ 0 h 16"/>
                <a:gd name="T8" fmla="*/ 161 w 50"/>
                <a:gd name="T9" fmla="*/ 13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6">
                  <a:moveTo>
                    <a:pt x="23" y="15"/>
                  </a:moveTo>
                  <a:cubicBezTo>
                    <a:pt x="37" y="16"/>
                    <a:pt x="46" y="13"/>
                    <a:pt x="50" y="11"/>
                  </a:cubicBezTo>
                  <a:cubicBezTo>
                    <a:pt x="42" y="14"/>
                    <a:pt x="33" y="13"/>
                    <a:pt x="24" y="12"/>
                  </a:cubicBezTo>
                  <a:cubicBezTo>
                    <a:pt x="19" y="11"/>
                    <a:pt x="1" y="10"/>
                    <a:pt x="7" y="0"/>
                  </a:cubicBezTo>
                  <a:cubicBezTo>
                    <a:pt x="0" y="5"/>
                    <a:pt x="3" y="15"/>
                    <a:pt x="23" y="1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68" name="Freeform 1796">
              <a:extLst>
                <a:ext uri="{FF2B5EF4-FFF2-40B4-BE49-F238E27FC236}">
                  <a16:creationId xmlns:a16="http://schemas.microsoft.com/office/drawing/2014/main" id="{40EA7648-265A-4DBD-A8D3-3CB0CB458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3006"/>
              <a:ext cx="69" cy="15"/>
            </a:xfrm>
            <a:custGeom>
              <a:avLst/>
              <a:gdLst>
                <a:gd name="T0" fmla="*/ 128 w 36"/>
                <a:gd name="T1" fmla="*/ 51 h 7"/>
                <a:gd name="T2" fmla="*/ 199 w 36"/>
                <a:gd name="T3" fmla="*/ 51 h 7"/>
                <a:gd name="T4" fmla="*/ 253 w 36"/>
                <a:gd name="T5" fmla="*/ 69 h 7"/>
                <a:gd name="T6" fmla="*/ 128 w 36"/>
                <a:gd name="T7" fmla="*/ 28 h 7"/>
                <a:gd name="T8" fmla="*/ 0 w 36"/>
                <a:gd name="T9" fmla="*/ 0 h 7"/>
                <a:gd name="T10" fmla="*/ 56 w 36"/>
                <a:gd name="T11" fmla="*/ 19 h 7"/>
                <a:gd name="T12" fmla="*/ 128 w 36"/>
                <a:gd name="T13" fmla="*/ 5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7">
                  <a:moveTo>
                    <a:pt x="18" y="5"/>
                  </a:moveTo>
                  <a:cubicBezTo>
                    <a:pt x="22" y="5"/>
                    <a:pt x="24" y="5"/>
                    <a:pt x="28" y="5"/>
                  </a:cubicBezTo>
                  <a:cubicBezTo>
                    <a:pt x="30" y="5"/>
                    <a:pt x="33" y="6"/>
                    <a:pt x="36" y="7"/>
                  </a:cubicBezTo>
                  <a:cubicBezTo>
                    <a:pt x="32" y="4"/>
                    <a:pt x="29" y="5"/>
                    <a:pt x="18" y="3"/>
                  </a:cubicBezTo>
                  <a:cubicBezTo>
                    <a:pt x="8" y="1"/>
                    <a:pt x="4" y="0"/>
                    <a:pt x="0" y="0"/>
                  </a:cubicBezTo>
                  <a:cubicBezTo>
                    <a:pt x="2" y="1"/>
                    <a:pt x="6" y="2"/>
                    <a:pt x="8" y="2"/>
                  </a:cubicBezTo>
                  <a:cubicBezTo>
                    <a:pt x="11" y="4"/>
                    <a:pt x="14" y="5"/>
                    <a:pt x="18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69" name="Freeform 1797">
              <a:extLst>
                <a:ext uri="{FF2B5EF4-FFF2-40B4-BE49-F238E27FC236}">
                  <a16:creationId xmlns:a16="http://schemas.microsoft.com/office/drawing/2014/main" id="{9F05B8C3-9407-43C5-8B65-E1FE7B3F0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88"/>
              <a:ext cx="60" cy="62"/>
            </a:xfrm>
            <a:custGeom>
              <a:avLst/>
              <a:gdLst>
                <a:gd name="T0" fmla="*/ 225 w 31"/>
                <a:gd name="T1" fmla="*/ 17 h 30"/>
                <a:gd name="T2" fmla="*/ 37 w 31"/>
                <a:gd name="T3" fmla="*/ 81 h 30"/>
                <a:gd name="T4" fmla="*/ 37 w 31"/>
                <a:gd name="T5" fmla="*/ 265 h 30"/>
                <a:gd name="T6" fmla="*/ 56 w 31"/>
                <a:gd name="T7" fmla="*/ 72 h 30"/>
                <a:gd name="T8" fmla="*/ 225 w 31"/>
                <a:gd name="T9" fmla="*/ 1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1" y="2"/>
                  </a:moveTo>
                  <a:cubicBezTo>
                    <a:pt x="24" y="0"/>
                    <a:pt x="10" y="1"/>
                    <a:pt x="5" y="9"/>
                  </a:cubicBezTo>
                  <a:cubicBezTo>
                    <a:pt x="0" y="17"/>
                    <a:pt x="2" y="26"/>
                    <a:pt x="5" y="30"/>
                  </a:cubicBezTo>
                  <a:cubicBezTo>
                    <a:pt x="4" y="27"/>
                    <a:pt x="1" y="15"/>
                    <a:pt x="8" y="8"/>
                  </a:cubicBezTo>
                  <a:cubicBezTo>
                    <a:pt x="16" y="1"/>
                    <a:pt x="26" y="1"/>
                    <a:pt x="31" y="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70" name="Freeform 1798">
              <a:extLst>
                <a:ext uri="{FF2B5EF4-FFF2-40B4-BE49-F238E27FC236}">
                  <a16:creationId xmlns:a16="http://schemas.microsoft.com/office/drawing/2014/main" id="{5461049E-1EFB-4A4B-B28B-08BC8F7D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994"/>
              <a:ext cx="58" cy="20"/>
            </a:xfrm>
            <a:custGeom>
              <a:avLst/>
              <a:gdLst>
                <a:gd name="T0" fmla="*/ 0 w 30"/>
                <a:gd name="T1" fmla="*/ 16 h 10"/>
                <a:gd name="T2" fmla="*/ 217 w 30"/>
                <a:gd name="T3" fmla="*/ 80 h 10"/>
                <a:gd name="T4" fmla="*/ 116 w 30"/>
                <a:gd name="T5" fmla="*/ 24 h 10"/>
                <a:gd name="T6" fmla="*/ 0 w 30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0">
                  <a:moveTo>
                    <a:pt x="0" y="2"/>
                  </a:moveTo>
                  <a:cubicBezTo>
                    <a:pt x="8" y="2"/>
                    <a:pt x="21" y="0"/>
                    <a:pt x="30" y="10"/>
                  </a:cubicBezTo>
                  <a:cubicBezTo>
                    <a:pt x="28" y="8"/>
                    <a:pt x="22" y="5"/>
                    <a:pt x="16" y="3"/>
                  </a:cubicBezTo>
                  <a:cubicBezTo>
                    <a:pt x="11" y="2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71" name="Freeform 1799">
              <a:extLst>
                <a:ext uri="{FF2B5EF4-FFF2-40B4-BE49-F238E27FC236}">
                  <a16:creationId xmlns:a16="http://schemas.microsoft.com/office/drawing/2014/main" id="{1505C640-6DCC-4800-81DB-D65EBAD54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033"/>
              <a:ext cx="85" cy="14"/>
            </a:xfrm>
            <a:custGeom>
              <a:avLst/>
              <a:gdLst>
                <a:gd name="T0" fmla="*/ 0 w 44"/>
                <a:gd name="T1" fmla="*/ 0 h 7"/>
                <a:gd name="T2" fmla="*/ 153 w 44"/>
                <a:gd name="T3" fmla="*/ 40 h 7"/>
                <a:gd name="T4" fmla="*/ 317 w 44"/>
                <a:gd name="T5" fmla="*/ 8 h 7"/>
                <a:gd name="T6" fmla="*/ 145 w 44"/>
                <a:gd name="T7" fmla="*/ 48 h 7"/>
                <a:gd name="T8" fmla="*/ 0 w 4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">
                  <a:moveTo>
                    <a:pt x="0" y="0"/>
                  </a:moveTo>
                  <a:cubicBezTo>
                    <a:pt x="3" y="3"/>
                    <a:pt x="10" y="5"/>
                    <a:pt x="21" y="5"/>
                  </a:cubicBezTo>
                  <a:cubicBezTo>
                    <a:pt x="32" y="5"/>
                    <a:pt x="40" y="4"/>
                    <a:pt x="44" y="1"/>
                  </a:cubicBezTo>
                  <a:cubicBezTo>
                    <a:pt x="42" y="3"/>
                    <a:pt x="35" y="7"/>
                    <a:pt x="20" y="6"/>
                  </a:cubicBezTo>
                  <a:cubicBezTo>
                    <a:pt x="6" y="6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72" name="Freeform 1800">
              <a:extLst>
                <a:ext uri="{FF2B5EF4-FFF2-40B4-BE49-F238E27FC236}">
                  <a16:creationId xmlns:a16="http://schemas.microsoft.com/office/drawing/2014/main" id="{EAFE3F37-4624-4A8C-A16C-8E7935977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035"/>
              <a:ext cx="112" cy="45"/>
            </a:xfrm>
            <a:custGeom>
              <a:avLst/>
              <a:gdLst>
                <a:gd name="T0" fmla="*/ 0 w 58"/>
                <a:gd name="T1" fmla="*/ 139 h 22"/>
                <a:gd name="T2" fmla="*/ 340 w 58"/>
                <a:gd name="T3" fmla="*/ 129 h 22"/>
                <a:gd name="T4" fmla="*/ 417 w 58"/>
                <a:gd name="T5" fmla="*/ 0 h 22"/>
                <a:gd name="T6" fmla="*/ 272 w 58"/>
                <a:gd name="T7" fmla="*/ 129 h 22"/>
                <a:gd name="T8" fmla="*/ 0 w 58"/>
                <a:gd name="T9" fmla="*/ 13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2">
                  <a:moveTo>
                    <a:pt x="0" y="16"/>
                  </a:moveTo>
                  <a:cubicBezTo>
                    <a:pt x="6" y="18"/>
                    <a:pt x="34" y="22"/>
                    <a:pt x="47" y="15"/>
                  </a:cubicBezTo>
                  <a:cubicBezTo>
                    <a:pt x="50" y="13"/>
                    <a:pt x="55" y="8"/>
                    <a:pt x="58" y="0"/>
                  </a:cubicBezTo>
                  <a:cubicBezTo>
                    <a:pt x="57" y="2"/>
                    <a:pt x="54" y="11"/>
                    <a:pt x="38" y="15"/>
                  </a:cubicBezTo>
                  <a:cubicBezTo>
                    <a:pt x="23" y="19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73" name="Freeform 1801">
              <a:extLst>
                <a:ext uri="{FF2B5EF4-FFF2-40B4-BE49-F238E27FC236}">
                  <a16:creationId xmlns:a16="http://schemas.microsoft.com/office/drawing/2014/main" id="{2636D7C7-D4C8-4B34-868F-71F377AF6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84"/>
              <a:ext cx="157" cy="92"/>
            </a:xfrm>
            <a:custGeom>
              <a:avLst/>
              <a:gdLst>
                <a:gd name="T0" fmla="*/ 124 w 81"/>
                <a:gd name="T1" fmla="*/ 16 h 45"/>
                <a:gd name="T2" fmla="*/ 0 w 81"/>
                <a:gd name="T3" fmla="*/ 188 h 45"/>
                <a:gd name="T4" fmla="*/ 285 w 81"/>
                <a:gd name="T5" fmla="*/ 384 h 45"/>
                <a:gd name="T6" fmla="*/ 576 w 81"/>
                <a:gd name="T7" fmla="*/ 229 h 45"/>
                <a:gd name="T8" fmla="*/ 512 w 81"/>
                <a:gd name="T9" fmla="*/ 76 h 45"/>
                <a:gd name="T10" fmla="*/ 320 w 81"/>
                <a:gd name="T11" fmla="*/ 41 h 45"/>
                <a:gd name="T12" fmla="*/ 124 w 81"/>
                <a:gd name="T13" fmla="*/ 1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45">
                  <a:moveTo>
                    <a:pt x="17" y="2"/>
                  </a:moveTo>
                  <a:cubicBezTo>
                    <a:pt x="7" y="4"/>
                    <a:pt x="0" y="11"/>
                    <a:pt x="0" y="22"/>
                  </a:cubicBezTo>
                  <a:cubicBezTo>
                    <a:pt x="0" y="37"/>
                    <a:pt x="16" y="45"/>
                    <a:pt x="39" y="45"/>
                  </a:cubicBezTo>
                  <a:cubicBezTo>
                    <a:pt x="62" y="45"/>
                    <a:pt x="73" y="42"/>
                    <a:pt x="79" y="27"/>
                  </a:cubicBezTo>
                  <a:cubicBezTo>
                    <a:pt x="81" y="20"/>
                    <a:pt x="78" y="13"/>
                    <a:pt x="70" y="9"/>
                  </a:cubicBezTo>
                  <a:cubicBezTo>
                    <a:pt x="61" y="4"/>
                    <a:pt x="55" y="6"/>
                    <a:pt x="44" y="5"/>
                  </a:cubicBezTo>
                  <a:cubicBezTo>
                    <a:pt x="37" y="5"/>
                    <a:pt x="27" y="0"/>
                    <a:pt x="17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74" name="Freeform 1802">
              <a:extLst>
                <a:ext uri="{FF2B5EF4-FFF2-40B4-BE49-F238E27FC236}">
                  <a16:creationId xmlns:a16="http://schemas.microsoft.com/office/drawing/2014/main" id="{8EC53EFC-F92B-49A9-A888-BD97D5985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008"/>
              <a:ext cx="94" cy="35"/>
            </a:xfrm>
            <a:custGeom>
              <a:avLst/>
              <a:gdLst>
                <a:gd name="T0" fmla="*/ 332 w 49"/>
                <a:gd name="T1" fmla="*/ 60 h 17"/>
                <a:gd name="T2" fmla="*/ 338 w 49"/>
                <a:gd name="T3" fmla="*/ 89 h 17"/>
                <a:gd name="T4" fmla="*/ 140 w 49"/>
                <a:gd name="T5" fmla="*/ 140 h 17"/>
                <a:gd name="T6" fmla="*/ 8 w 49"/>
                <a:gd name="T7" fmla="*/ 68 h 17"/>
                <a:gd name="T8" fmla="*/ 44 w 49"/>
                <a:gd name="T9" fmla="*/ 0 h 17"/>
                <a:gd name="T10" fmla="*/ 44 w 49"/>
                <a:gd name="T11" fmla="*/ 0 h 17"/>
                <a:gd name="T12" fmla="*/ 0 w 49"/>
                <a:gd name="T13" fmla="*/ 68 h 17"/>
                <a:gd name="T14" fmla="*/ 140 w 49"/>
                <a:gd name="T15" fmla="*/ 148 h 17"/>
                <a:gd name="T16" fmla="*/ 338 w 49"/>
                <a:gd name="T17" fmla="*/ 89 h 17"/>
                <a:gd name="T18" fmla="*/ 332 w 49"/>
                <a:gd name="T19" fmla="*/ 6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17">
                  <a:moveTo>
                    <a:pt x="47" y="7"/>
                  </a:moveTo>
                  <a:cubicBezTo>
                    <a:pt x="48" y="7"/>
                    <a:pt x="48" y="8"/>
                    <a:pt x="48" y="10"/>
                  </a:cubicBezTo>
                  <a:cubicBezTo>
                    <a:pt x="47" y="13"/>
                    <a:pt x="38" y="17"/>
                    <a:pt x="20" y="16"/>
                  </a:cubicBezTo>
                  <a:cubicBezTo>
                    <a:pt x="7" y="16"/>
                    <a:pt x="1" y="11"/>
                    <a:pt x="1" y="8"/>
                  </a:cubicBezTo>
                  <a:cubicBezTo>
                    <a:pt x="0" y="5"/>
                    <a:pt x="2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2"/>
                    <a:pt x="0" y="4"/>
                    <a:pt x="0" y="8"/>
                  </a:cubicBezTo>
                  <a:cubicBezTo>
                    <a:pt x="1" y="12"/>
                    <a:pt x="6" y="16"/>
                    <a:pt x="20" y="17"/>
                  </a:cubicBezTo>
                  <a:cubicBezTo>
                    <a:pt x="38" y="17"/>
                    <a:pt x="47" y="14"/>
                    <a:pt x="48" y="10"/>
                  </a:cubicBezTo>
                  <a:cubicBezTo>
                    <a:pt x="49" y="9"/>
                    <a:pt x="48" y="8"/>
                    <a:pt x="47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75" name="Freeform 1803">
              <a:extLst>
                <a:ext uri="{FF2B5EF4-FFF2-40B4-BE49-F238E27FC236}">
                  <a16:creationId xmlns:a16="http://schemas.microsoft.com/office/drawing/2014/main" id="{2472B77A-2A18-4006-BB34-5242F70D0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938"/>
              <a:ext cx="119" cy="105"/>
            </a:xfrm>
            <a:custGeom>
              <a:avLst/>
              <a:gdLst>
                <a:gd name="T0" fmla="*/ 269 w 62"/>
                <a:gd name="T1" fmla="*/ 43 h 51"/>
                <a:gd name="T2" fmla="*/ 129 w 62"/>
                <a:gd name="T3" fmla="*/ 25 h 51"/>
                <a:gd name="T4" fmla="*/ 36 w 62"/>
                <a:gd name="T5" fmla="*/ 140 h 51"/>
                <a:gd name="T6" fmla="*/ 221 w 62"/>
                <a:gd name="T7" fmla="*/ 428 h 51"/>
                <a:gd name="T8" fmla="*/ 424 w 62"/>
                <a:gd name="T9" fmla="*/ 229 h 51"/>
                <a:gd name="T10" fmla="*/ 269 w 62"/>
                <a:gd name="T11" fmla="*/ 4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38" y="5"/>
                  </a:moveTo>
                  <a:cubicBezTo>
                    <a:pt x="31" y="2"/>
                    <a:pt x="25" y="0"/>
                    <a:pt x="18" y="3"/>
                  </a:cubicBezTo>
                  <a:cubicBezTo>
                    <a:pt x="12" y="5"/>
                    <a:pt x="7" y="9"/>
                    <a:pt x="5" y="16"/>
                  </a:cubicBezTo>
                  <a:cubicBezTo>
                    <a:pt x="0" y="30"/>
                    <a:pt x="13" y="47"/>
                    <a:pt x="31" y="49"/>
                  </a:cubicBezTo>
                  <a:cubicBezTo>
                    <a:pt x="50" y="51"/>
                    <a:pt x="62" y="37"/>
                    <a:pt x="60" y="26"/>
                  </a:cubicBezTo>
                  <a:cubicBezTo>
                    <a:pt x="57" y="16"/>
                    <a:pt x="52" y="12"/>
                    <a:pt x="38" y="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76" name="Freeform 1804">
              <a:extLst>
                <a:ext uri="{FF2B5EF4-FFF2-40B4-BE49-F238E27FC236}">
                  <a16:creationId xmlns:a16="http://schemas.microsoft.com/office/drawing/2014/main" id="{5A5A5EDF-0345-44BB-96DB-BA2BFFD09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975"/>
              <a:ext cx="99" cy="66"/>
            </a:xfrm>
            <a:custGeom>
              <a:avLst/>
              <a:gdLst>
                <a:gd name="T0" fmla="*/ 357 w 51"/>
                <a:gd name="T1" fmla="*/ 72 h 32"/>
                <a:gd name="T2" fmla="*/ 336 w 51"/>
                <a:gd name="T3" fmla="*/ 0 h 32"/>
                <a:gd name="T4" fmla="*/ 351 w 51"/>
                <a:gd name="T5" fmla="*/ 60 h 32"/>
                <a:gd name="T6" fmla="*/ 155 w 51"/>
                <a:gd name="T7" fmla="*/ 256 h 32"/>
                <a:gd name="T8" fmla="*/ 0 w 51"/>
                <a:gd name="T9" fmla="*/ 149 h 32"/>
                <a:gd name="T10" fmla="*/ 169 w 51"/>
                <a:gd name="T11" fmla="*/ 264 h 32"/>
                <a:gd name="T12" fmla="*/ 357 w 51"/>
                <a:gd name="T13" fmla="*/ 7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2">
                  <a:moveTo>
                    <a:pt x="49" y="8"/>
                  </a:moveTo>
                  <a:cubicBezTo>
                    <a:pt x="49" y="5"/>
                    <a:pt x="47" y="2"/>
                    <a:pt x="46" y="0"/>
                  </a:cubicBezTo>
                  <a:cubicBezTo>
                    <a:pt x="47" y="2"/>
                    <a:pt x="48" y="4"/>
                    <a:pt x="48" y="7"/>
                  </a:cubicBezTo>
                  <a:cubicBezTo>
                    <a:pt x="50" y="17"/>
                    <a:pt x="39" y="30"/>
                    <a:pt x="21" y="29"/>
                  </a:cubicBezTo>
                  <a:cubicBezTo>
                    <a:pt x="12" y="28"/>
                    <a:pt x="5" y="23"/>
                    <a:pt x="0" y="17"/>
                  </a:cubicBezTo>
                  <a:cubicBezTo>
                    <a:pt x="4" y="24"/>
                    <a:pt x="13" y="29"/>
                    <a:pt x="23" y="30"/>
                  </a:cubicBezTo>
                  <a:cubicBezTo>
                    <a:pt x="40" y="32"/>
                    <a:pt x="51" y="19"/>
                    <a:pt x="49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77" name="Freeform 1805">
              <a:extLst>
                <a:ext uri="{FF2B5EF4-FFF2-40B4-BE49-F238E27FC236}">
                  <a16:creationId xmlns:a16="http://schemas.microsoft.com/office/drawing/2014/main" id="{8413CF97-17BE-4C5F-9DD7-8D866B2E2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940"/>
              <a:ext cx="99" cy="74"/>
            </a:xfrm>
            <a:custGeom>
              <a:avLst/>
              <a:gdLst>
                <a:gd name="T0" fmla="*/ 31 w 51"/>
                <a:gd name="T1" fmla="*/ 148 h 36"/>
                <a:gd name="T2" fmla="*/ 124 w 51"/>
                <a:gd name="T3" fmla="*/ 33 h 36"/>
                <a:gd name="T4" fmla="*/ 264 w 51"/>
                <a:gd name="T5" fmla="*/ 60 h 36"/>
                <a:gd name="T6" fmla="*/ 373 w 51"/>
                <a:gd name="T7" fmla="*/ 148 h 36"/>
                <a:gd name="T8" fmla="*/ 256 w 51"/>
                <a:gd name="T9" fmla="*/ 43 h 36"/>
                <a:gd name="T10" fmla="*/ 116 w 51"/>
                <a:gd name="T11" fmla="*/ 25 h 36"/>
                <a:gd name="T12" fmla="*/ 23 w 51"/>
                <a:gd name="T13" fmla="*/ 132 h 36"/>
                <a:gd name="T14" fmla="*/ 52 w 51"/>
                <a:gd name="T15" fmla="*/ 312 h 36"/>
                <a:gd name="T16" fmla="*/ 31 w 51"/>
                <a:gd name="T17" fmla="*/ 148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6">
                  <a:moveTo>
                    <a:pt x="4" y="17"/>
                  </a:moveTo>
                  <a:cubicBezTo>
                    <a:pt x="6" y="11"/>
                    <a:pt x="11" y="7"/>
                    <a:pt x="17" y="4"/>
                  </a:cubicBezTo>
                  <a:cubicBezTo>
                    <a:pt x="23" y="2"/>
                    <a:pt x="29" y="4"/>
                    <a:pt x="36" y="7"/>
                  </a:cubicBezTo>
                  <a:cubicBezTo>
                    <a:pt x="44" y="11"/>
                    <a:pt x="48" y="13"/>
                    <a:pt x="51" y="17"/>
                  </a:cubicBezTo>
                  <a:cubicBezTo>
                    <a:pt x="48" y="12"/>
                    <a:pt x="44" y="10"/>
                    <a:pt x="35" y="5"/>
                  </a:cubicBezTo>
                  <a:cubicBezTo>
                    <a:pt x="28" y="2"/>
                    <a:pt x="22" y="0"/>
                    <a:pt x="16" y="3"/>
                  </a:cubicBezTo>
                  <a:cubicBezTo>
                    <a:pt x="10" y="5"/>
                    <a:pt x="5" y="9"/>
                    <a:pt x="3" y="15"/>
                  </a:cubicBezTo>
                  <a:cubicBezTo>
                    <a:pt x="0" y="22"/>
                    <a:pt x="3" y="30"/>
                    <a:pt x="7" y="36"/>
                  </a:cubicBezTo>
                  <a:cubicBezTo>
                    <a:pt x="3" y="30"/>
                    <a:pt x="2" y="23"/>
                    <a:pt x="4" y="1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78" name="Freeform 1806">
              <a:extLst>
                <a:ext uri="{FF2B5EF4-FFF2-40B4-BE49-F238E27FC236}">
                  <a16:creationId xmlns:a16="http://schemas.microsoft.com/office/drawing/2014/main" id="{65EE5FFF-B328-43E7-BE15-9BA93FB2C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957"/>
              <a:ext cx="79" cy="66"/>
            </a:xfrm>
            <a:custGeom>
              <a:avLst/>
              <a:gdLst>
                <a:gd name="T0" fmla="*/ 245 w 41"/>
                <a:gd name="T1" fmla="*/ 107 h 32"/>
                <a:gd name="T2" fmla="*/ 100 w 41"/>
                <a:gd name="T3" fmla="*/ 221 h 32"/>
                <a:gd name="T4" fmla="*/ 71 w 41"/>
                <a:gd name="T5" fmla="*/ 35 h 32"/>
                <a:gd name="T6" fmla="*/ 245 w 41"/>
                <a:gd name="T7" fmla="*/ 10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34" y="12"/>
                  </a:moveTo>
                  <a:cubicBezTo>
                    <a:pt x="41" y="24"/>
                    <a:pt x="28" y="32"/>
                    <a:pt x="14" y="25"/>
                  </a:cubicBezTo>
                  <a:cubicBezTo>
                    <a:pt x="0" y="17"/>
                    <a:pt x="5" y="7"/>
                    <a:pt x="10" y="4"/>
                  </a:cubicBezTo>
                  <a:cubicBezTo>
                    <a:pt x="16" y="0"/>
                    <a:pt x="30" y="6"/>
                    <a:pt x="34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79" name="Freeform 1807">
              <a:extLst>
                <a:ext uri="{FF2B5EF4-FFF2-40B4-BE49-F238E27FC236}">
                  <a16:creationId xmlns:a16="http://schemas.microsoft.com/office/drawing/2014/main" id="{51D8BD62-73BE-43F2-92B8-22CB19163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977"/>
              <a:ext cx="61" cy="44"/>
            </a:xfrm>
            <a:custGeom>
              <a:avLst/>
              <a:gdLst>
                <a:gd name="T0" fmla="*/ 221 w 32"/>
                <a:gd name="T1" fmla="*/ 84 h 21"/>
                <a:gd name="T2" fmla="*/ 76 w 32"/>
                <a:gd name="T3" fmla="*/ 109 h 21"/>
                <a:gd name="T4" fmla="*/ 8 w 32"/>
                <a:gd name="T5" fmla="*/ 0 h 21"/>
                <a:gd name="T6" fmla="*/ 69 w 32"/>
                <a:gd name="T7" fmla="*/ 136 h 21"/>
                <a:gd name="T8" fmla="*/ 221 w 32"/>
                <a:gd name="T9" fmla="*/ 8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32" y="9"/>
                  </a:moveTo>
                  <a:cubicBezTo>
                    <a:pt x="30" y="15"/>
                    <a:pt x="21" y="18"/>
                    <a:pt x="11" y="12"/>
                  </a:cubicBezTo>
                  <a:cubicBezTo>
                    <a:pt x="3" y="8"/>
                    <a:pt x="1" y="4"/>
                    <a:pt x="1" y="0"/>
                  </a:cubicBezTo>
                  <a:cubicBezTo>
                    <a:pt x="0" y="4"/>
                    <a:pt x="1" y="10"/>
                    <a:pt x="10" y="15"/>
                  </a:cubicBezTo>
                  <a:cubicBezTo>
                    <a:pt x="21" y="21"/>
                    <a:pt x="32" y="17"/>
                    <a:pt x="32" y="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0" name="Freeform 1808">
              <a:extLst>
                <a:ext uri="{FF2B5EF4-FFF2-40B4-BE49-F238E27FC236}">
                  <a16:creationId xmlns:a16="http://schemas.microsoft.com/office/drawing/2014/main" id="{987872C0-96FD-435A-ACB8-0470CD73A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961"/>
              <a:ext cx="33" cy="14"/>
            </a:xfrm>
            <a:custGeom>
              <a:avLst/>
              <a:gdLst>
                <a:gd name="T0" fmla="*/ 124 w 17"/>
                <a:gd name="T1" fmla="*/ 56 h 7"/>
                <a:gd name="T2" fmla="*/ 0 w 17"/>
                <a:gd name="T3" fmla="*/ 8 h 7"/>
                <a:gd name="T4" fmla="*/ 124 w 17"/>
                <a:gd name="T5" fmla="*/ 5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17" y="7"/>
                  </a:moveTo>
                  <a:cubicBezTo>
                    <a:pt x="13" y="3"/>
                    <a:pt x="4" y="0"/>
                    <a:pt x="0" y="1"/>
                  </a:cubicBezTo>
                  <a:cubicBezTo>
                    <a:pt x="4" y="2"/>
                    <a:pt x="12" y="4"/>
                    <a:pt x="17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1" name="Freeform 1809">
              <a:extLst>
                <a:ext uri="{FF2B5EF4-FFF2-40B4-BE49-F238E27FC236}">
                  <a16:creationId xmlns:a16="http://schemas.microsoft.com/office/drawing/2014/main" id="{0D9C2955-30E6-40B8-9C19-92A388E5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996"/>
              <a:ext cx="51" cy="29"/>
            </a:xfrm>
            <a:custGeom>
              <a:avLst/>
              <a:gdLst>
                <a:gd name="T0" fmla="*/ 0 w 26"/>
                <a:gd name="T1" fmla="*/ 0 h 14"/>
                <a:gd name="T2" fmla="*/ 196 w 26"/>
                <a:gd name="T3" fmla="*/ 64 h 14"/>
                <a:gd name="T4" fmla="*/ 0 w 2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0" y="0"/>
                  </a:moveTo>
                  <a:cubicBezTo>
                    <a:pt x="2" y="4"/>
                    <a:pt x="15" y="14"/>
                    <a:pt x="26" y="7"/>
                  </a:cubicBezTo>
                  <a:cubicBezTo>
                    <a:pt x="22" y="11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2" name="Freeform 1810">
              <a:extLst>
                <a:ext uri="{FF2B5EF4-FFF2-40B4-BE49-F238E27FC236}">
                  <a16:creationId xmlns:a16="http://schemas.microsoft.com/office/drawing/2014/main" id="{006BA475-C4CC-46A3-880E-A261A44E0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938"/>
              <a:ext cx="119" cy="105"/>
            </a:xfrm>
            <a:custGeom>
              <a:avLst/>
              <a:gdLst>
                <a:gd name="T0" fmla="*/ 269 w 62"/>
                <a:gd name="T1" fmla="*/ 43 h 51"/>
                <a:gd name="T2" fmla="*/ 129 w 62"/>
                <a:gd name="T3" fmla="*/ 25 h 51"/>
                <a:gd name="T4" fmla="*/ 36 w 62"/>
                <a:gd name="T5" fmla="*/ 140 h 51"/>
                <a:gd name="T6" fmla="*/ 221 w 62"/>
                <a:gd name="T7" fmla="*/ 428 h 51"/>
                <a:gd name="T8" fmla="*/ 424 w 62"/>
                <a:gd name="T9" fmla="*/ 229 h 51"/>
                <a:gd name="T10" fmla="*/ 269 w 62"/>
                <a:gd name="T11" fmla="*/ 4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38" y="5"/>
                  </a:moveTo>
                  <a:cubicBezTo>
                    <a:pt x="31" y="2"/>
                    <a:pt x="25" y="0"/>
                    <a:pt x="18" y="3"/>
                  </a:cubicBezTo>
                  <a:cubicBezTo>
                    <a:pt x="12" y="5"/>
                    <a:pt x="7" y="9"/>
                    <a:pt x="5" y="16"/>
                  </a:cubicBezTo>
                  <a:cubicBezTo>
                    <a:pt x="0" y="30"/>
                    <a:pt x="13" y="47"/>
                    <a:pt x="31" y="49"/>
                  </a:cubicBezTo>
                  <a:cubicBezTo>
                    <a:pt x="50" y="51"/>
                    <a:pt x="62" y="37"/>
                    <a:pt x="60" y="26"/>
                  </a:cubicBezTo>
                  <a:cubicBezTo>
                    <a:pt x="57" y="16"/>
                    <a:pt x="52" y="12"/>
                    <a:pt x="38" y="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3" name="Freeform 1811">
              <a:extLst>
                <a:ext uri="{FF2B5EF4-FFF2-40B4-BE49-F238E27FC236}">
                  <a16:creationId xmlns:a16="http://schemas.microsoft.com/office/drawing/2014/main" id="{5256B367-9A0F-4192-8DE0-C1102C1FF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965"/>
              <a:ext cx="61" cy="54"/>
            </a:xfrm>
            <a:custGeom>
              <a:avLst/>
              <a:gdLst>
                <a:gd name="T0" fmla="*/ 200 w 32"/>
                <a:gd name="T1" fmla="*/ 73 h 26"/>
                <a:gd name="T2" fmla="*/ 200 w 32"/>
                <a:gd name="T3" fmla="*/ 181 h 26"/>
                <a:gd name="T4" fmla="*/ 61 w 32"/>
                <a:gd name="T5" fmla="*/ 189 h 26"/>
                <a:gd name="T6" fmla="*/ 0 w 32"/>
                <a:gd name="T7" fmla="*/ 81 h 26"/>
                <a:gd name="T8" fmla="*/ 36 w 32"/>
                <a:gd name="T9" fmla="*/ 0 h 26"/>
                <a:gd name="T10" fmla="*/ 36 w 32"/>
                <a:gd name="T11" fmla="*/ 0 h 26"/>
                <a:gd name="T12" fmla="*/ 0 w 32"/>
                <a:gd name="T13" fmla="*/ 81 h 26"/>
                <a:gd name="T14" fmla="*/ 61 w 32"/>
                <a:gd name="T15" fmla="*/ 189 h 26"/>
                <a:gd name="T16" fmla="*/ 200 w 32"/>
                <a:gd name="T17" fmla="*/ 181 h 26"/>
                <a:gd name="T18" fmla="*/ 200 w 32"/>
                <a:gd name="T19" fmla="*/ 7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26">
                  <a:moveTo>
                    <a:pt x="29" y="8"/>
                  </a:moveTo>
                  <a:cubicBezTo>
                    <a:pt x="32" y="13"/>
                    <a:pt x="32" y="17"/>
                    <a:pt x="29" y="20"/>
                  </a:cubicBezTo>
                  <a:cubicBezTo>
                    <a:pt x="25" y="24"/>
                    <a:pt x="18" y="25"/>
                    <a:pt x="9" y="21"/>
                  </a:cubicBezTo>
                  <a:cubicBezTo>
                    <a:pt x="2" y="16"/>
                    <a:pt x="0" y="12"/>
                    <a:pt x="0" y="9"/>
                  </a:cubicBezTo>
                  <a:cubicBezTo>
                    <a:pt x="0" y="5"/>
                    <a:pt x="2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2"/>
                    <a:pt x="0" y="5"/>
                    <a:pt x="0" y="9"/>
                  </a:cubicBezTo>
                  <a:cubicBezTo>
                    <a:pt x="0" y="12"/>
                    <a:pt x="1" y="17"/>
                    <a:pt x="9" y="21"/>
                  </a:cubicBezTo>
                  <a:cubicBezTo>
                    <a:pt x="18" y="26"/>
                    <a:pt x="26" y="24"/>
                    <a:pt x="29" y="20"/>
                  </a:cubicBezTo>
                  <a:cubicBezTo>
                    <a:pt x="32" y="17"/>
                    <a:pt x="32" y="13"/>
                    <a:pt x="29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4" name="Freeform 1812">
              <a:extLst>
                <a:ext uri="{FF2B5EF4-FFF2-40B4-BE49-F238E27FC236}">
                  <a16:creationId xmlns:a16="http://schemas.microsoft.com/office/drawing/2014/main" id="{E9303D7D-F62C-4BB0-9C43-6A5C3F29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004"/>
              <a:ext cx="170" cy="116"/>
            </a:xfrm>
            <a:custGeom>
              <a:avLst/>
              <a:gdLst>
                <a:gd name="T0" fmla="*/ 79 w 88"/>
                <a:gd name="T1" fmla="*/ 116 h 56"/>
                <a:gd name="T2" fmla="*/ 93 w 88"/>
                <a:gd name="T3" fmla="*/ 365 h 56"/>
                <a:gd name="T4" fmla="*/ 448 w 88"/>
                <a:gd name="T5" fmla="*/ 497 h 56"/>
                <a:gd name="T6" fmla="*/ 634 w 88"/>
                <a:gd name="T7" fmla="*/ 340 h 56"/>
                <a:gd name="T8" fmla="*/ 79 w 88"/>
                <a:gd name="T9" fmla="*/ 11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6">
                  <a:moveTo>
                    <a:pt x="11" y="13"/>
                  </a:moveTo>
                  <a:cubicBezTo>
                    <a:pt x="0" y="20"/>
                    <a:pt x="2" y="32"/>
                    <a:pt x="13" y="41"/>
                  </a:cubicBezTo>
                  <a:cubicBezTo>
                    <a:pt x="24" y="51"/>
                    <a:pt x="45" y="56"/>
                    <a:pt x="62" y="56"/>
                  </a:cubicBezTo>
                  <a:cubicBezTo>
                    <a:pt x="83" y="55"/>
                    <a:pt x="88" y="47"/>
                    <a:pt x="88" y="38"/>
                  </a:cubicBezTo>
                  <a:cubicBezTo>
                    <a:pt x="88" y="19"/>
                    <a:pt x="33" y="0"/>
                    <a:pt x="11" y="1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5" name="Freeform 1813">
              <a:extLst>
                <a:ext uri="{FF2B5EF4-FFF2-40B4-BE49-F238E27FC236}">
                  <a16:creationId xmlns:a16="http://schemas.microsoft.com/office/drawing/2014/main" id="{7CB5ECFA-A920-4600-A54D-258F838AA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3008"/>
              <a:ext cx="141" cy="105"/>
            </a:xfrm>
            <a:custGeom>
              <a:avLst/>
              <a:gdLst>
                <a:gd name="T0" fmla="*/ 0 w 73"/>
                <a:gd name="T1" fmla="*/ 89 h 51"/>
                <a:gd name="T2" fmla="*/ 512 w 73"/>
                <a:gd name="T3" fmla="*/ 321 h 51"/>
                <a:gd name="T4" fmla="*/ 448 w 73"/>
                <a:gd name="T5" fmla="*/ 445 h 51"/>
                <a:gd name="T6" fmla="*/ 525 w 73"/>
                <a:gd name="T7" fmla="*/ 313 h 51"/>
                <a:gd name="T8" fmla="*/ 0 w 73"/>
                <a:gd name="T9" fmla="*/ 8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1">
                  <a:moveTo>
                    <a:pt x="0" y="10"/>
                  </a:moveTo>
                  <a:cubicBezTo>
                    <a:pt x="23" y="2"/>
                    <a:pt x="71" y="19"/>
                    <a:pt x="71" y="37"/>
                  </a:cubicBezTo>
                  <a:cubicBezTo>
                    <a:pt x="71" y="42"/>
                    <a:pt x="69" y="47"/>
                    <a:pt x="62" y="51"/>
                  </a:cubicBezTo>
                  <a:cubicBezTo>
                    <a:pt x="70" y="48"/>
                    <a:pt x="73" y="42"/>
                    <a:pt x="73" y="36"/>
                  </a:cubicBezTo>
                  <a:cubicBezTo>
                    <a:pt x="73" y="18"/>
                    <a:pt x="22" y="0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6" name="Freeform 1814">
              <a:extLst>
                <a:ext uri="{FF2B5EF4-FFF2-40B4-BE49-F238E27FC236}">
                  <a16:creationId xmlns:a16="http://schemas.microsoft.com/office/drawing/2014/main" id="{E294A144-BA6E-4752-BF48-8997CEE4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037"/>
              <a:ext cx="114" cy="81"/>
            </a:xfrm>
            <a:custGeom>
              <a:avLst/>
              <a:gdLst>
                <a:gd name="T0" fmla="*/ 425 w 59"/>
                <a:gd name="T1" fmla="*/ 341 h 39"/>
                <a:gd name="T2" fmla="*/ 108 w 59"/>
                <a:gd name="T3" fmla="*/ 208 h 39"/>
                <a:gd name="T4" fmla="*/ 52 w 59"/>
                <a:gd name="T5" fmla="*/ 0 h 39"/>
                <a:gd name="T6" fmla="*/ 93 w 59"/>
                <a:gd name="T7" fmla="*/ 224 h 39"/>
                <a:gd name="T8" fmla="*/ 425 w 59"/>
                <a:gd name="T9" fmla="*/ 341 h 39"/>
                <a:gd name="T10" fmla="*/ 425 w 59"/>
                <a:gd name="T11" fmla="*/ 341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9">
                  <a:moveTo>
                    <a:pt x="59" y="38"/>
                  </a:moveTo>
                  <a:cubicBezTo>
                    <a:pt x="43" y="39"/>
                    <a:pt x="25" y="32"/>
                    <a:pt x="15" y="23"/>
                  </a:cubicBezTo>
                  <a:cubicBezTo>
                    <a:pt x="6" y="15"/>
                    <a:pt x="3" y="7"/>
                    <a:pt x="7" y="0"/>
                  </a:cubicBezTo>
                  <a:cubicBezTo>
                    <a:pt x="0" y="7"/>
                    <a:pt x="4" y="17"/>
                    <a:pt x="13" y="25"/>
                  </a:cubicBezTo>
                  <a:cubicBezTo>
                    <a:pt x="23" y="34"/>
                    <a:pt x="43" y="39"/>
                    <a:pt x="59" y="38"/>
                  </a:cubicBezTo>
                  <a:cubicBezTo>
                    <a:pt x="59" y="38"/>
                    <a:pt x="59" y="38"/>
                    <a:pt x="59" y="3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7" name="Freeform 1815">
              <a:extLst>
                <a:ext uri="{FF2B5EF4-FFF2-40B4-BE49-F238E27FC236}">
                  <a16:creationId xmlns:a16="http://schemas.microsoft.com/office/drawing/2014/main" id="{F90F4179-29C4-4930-B712-C0223F3D2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033"/>
              <a:ext cx="116" cy="66"/>
            </a:xfrm>
            <a:custGeom>
              <a:avLst/>
              <a:gdLst>
                <a:gd name="T0" fmla="*/ 420 w 60"/>
                <a:gd name="T1" fmla="*/ 192 h 32"/>
                <a:gd name="T2" fmla="*/ 145 w 60"/>
                <a:gd name="T3" fmla="*/ 212 h 32"/>
                <a:gd name="T4" fmla="*/ 85 w 60"/>
                <a:gd name="T5" fmla="*/ 43 h 32"/>
                <a:gd name="T6" fmla="*/ 420 w 60"/>
                <a:gd name="T7" fmla="*/ 19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2">
                  <a:moveTo>
                    <a:pt x="58" y="22"/>
                  </a:moveTo>
                  <a:cubicBezTo>
                    <a:pt x="56" y="32"/>
                    <a:pt x="33" y="30"/>
                    <a:pt x="20" y="24"/>
                  </a:cubicBezTo>
                  <a:cubicBezTo>
                    <a:pt x="7" y="18"/>
                    <a:pt x="0" y="9"/>
                    <a:pt x="12" y="5"/>
                  </a:cubicBezTo>
                  <a:cubicBezTo>
                    <a:pt x="25" y="0"/>
                    <a:pt x="60" y="11"/>
                    <a:pt x="58" y="2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8" name="Freeform 1816">
              <a:extLst>
                <a:ext uri="{FF2B5EF4-FFF2-40B4-BE49-F238E27FC236}">
                  <a16:creationId xmlns:a16="http://schemas.microsoft.com/office/drawing/2014/main" id="{D55231BE-A130-46E6-A0FB-120872524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050"/>
              <a:ext cx="106" cy="49"/>
            </a:xfrm>
            <a:custGeom>
              <a:avLst/>
              <a:gdLst>
                <a:gd name="T0" fmla="*/ 129 w 55"/>
                <a:gd name="T1" fmla="*/ 112 h 24"/>
                <a:gd name="T2" fmla="*/ 29 w 55"/>
                <a:gd name="T3" fmla="*/ 0 h 24"/>
                <a:gd name="T4" fmla="*/ 123 w 55"/>
                <a:gd name="T5" fmla="*/ 137 h 24"/>
                <a:gd name="T6" fmla="*/ 393 w 55"/>
                <a:gd name="T7" fmla="*/ 120 h 24"/>
                <a:gd name="T8" fmla="*/ 393 w 55"/>
                <a:gd name="T9" fmla="*/ 112 h 24"/>
                <a:gd name="T10" fmla="*/ 129 w 55"/>
                <a:gd name="T11" fmla="*/ 1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4">
                  <a:moveTo>
                    <a:pt x="18" y="13"/>
                  </a:moveTo>
                  <a:cubicBezTo>
                    <a:pt x="10" y="9"/>
                    <a:pt x="4" y="4"/>
                    <a:pt x="4" y="0"/>
                  </a:cubicBezTo>
                  <a:cubicBezTo>
                    <a:pt x="0" y="4"/>
                    <a:pt x="7" y="11"/>
                    <a:pt x="17" y="16"/>
                  </a:cubicBezTo>
                  <a:cubicBezTo>
                    <a:pt x="30" y="22"/>
                    <a:pt x="53" y="24"/>
                    <a:pt x="55" y="14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0" y="21"/>
                    <a:pt x="30" y="18"/>
                    <a:pt x="18" y="1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9" name="Freeform 1817">
              <a:extLst>
                <a:ext uri="{FF2B5EF4-FFF2-40B4-BE49-F238E27FC236}">
                  <a16:creationId xmlns:a16="http://schemas.microsoft.com/office/drawing/2014/main" id="{A9D33536-4815-4AA4-B18E-C789EA43E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039"/>
              <a:ext cx="67" cy="29"/>
            </a:xfrm>
            <a:custGeom>
              <a:avLst/>
              <a:gdLst>
                <a:gd name="T0" fmla="*/ 0 w 35"/>
                <a:gd name="T1" fmla="*/ 0 h 14"/>
                <a:gd name="T2" fmla="*/ 245 w 35"/>
                <a:gd name="T3" fmla="*/ 124 h 14"/>
                <a:gd name="T4" fmla="*/ 0 w 3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4">
                  <a:moveTo>
                    <a:pt x="0" y="0"/>
                  </a:moveTo>
                  <a:cubicBezTo>
                    <a:pt x="10" y="1"/>
                    <a:pt x="30" y="6"/>
                    <a:pt x="35" y="14"/>
                  </a:cubicBezTo>
                  <a:cubicBezTo>
                    <a:pt x="32" y="12"/>
                    <a:pt x="15" y="3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0" name="Freeform 1818">
              <a:extLst>
                <a:ext uri="{FF2B5EF4-FFF2-40B4-BE49-F238E27FC236}">
                  <a16:creationId xmlns:a16="http://schemas.microsoft.com/office/drawing/2014/main" id="{F0EB75A2-05AC-4FD2-A16D-0811CA2D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3039"/>
              <a:ext cx="58" cy="31"/>
            </a:xfrm>
            <a:custGeom>
              <a:avLst/>
              <a:gdLst>
                <a:gd name="T0" fmla="*/ 0 w 30"/>
                <a:gd name="T1" fmla="*/ 0 h 15"/>
                <a:gd name="T2" fmla="*/ 217 w 30"/>
                <a:gd name="T3" fmla="*/ 132 h 15"/>
                <a:gd name="T4" fmla="*/ 0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0"/>
                  </a:moveTo>
                  <a:cubicBezTo>
                    <a:pt x="8" y="1"/>
                    <a:pt x="27" y="6"/>
                    <a:pt x="30" y="15"/>
                  </a:cubicBezTo>
                  <a:cubicBezTo>
                    <a:pt x="28" y="10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1" name="Freeform 1819">
              <a:extLst>
                <a:ext uri="{FF2B5EF4-FFF2-40B4-BE49-F238E27FC236}">
                  <a16:creationId xmlns:a16="http://schemas.microsoft.com/office/drawing/2014/main" id="{0ED997B9-1984-48F0-A218-CDCE18C9A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3076"/>
              <a:ext cx="74" cy="25"/>
            </a:xfrm>
            <a:custGeom>
              <a:avLst/>
              <a:gdLst>
                <a:gd name="T0" fmla="*/ 0 w 38"/>
                <a:gd name="T1" fmla="*/ 0 h 12"/>
                <a:gd name="T2" fmla="*/ 280 w 38"/>
                <a:gd name="T3" fmla="*/ 73 h 12"/>
                <a:gd name="T4" fmla="*/ 0 w 3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0" y="0"/>
                  </a:moveTo>
                  <a:cubicBezTo>
                    <a:pt x="4" y="4"/>
                    <a:pt x="23" y="12"/>
                    <a:pt x="38" y="8"/>
                  </a:cubicBezTo>
                  <a:cubicBezTo>
                    <a:pt x="32" y="9"/>
                    <a:pt x="15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2" name="Freeform 1820">
              <a:extLst>
                <a:ext uri="{FF2B5EF4-FFF2-40B4-BE49-F238E27FC236}">
                  <a16:creationId xmlns:a16="http://schemas.microsoft.com/office/drawing/2014/main" id="{69C73689-9D3A-4C21-A352-966E251C9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004"/>
              <a:ext cx="170" cy="116"/>
            </a:xfrm>
            <a:custGeom>
              <a:avLst/>
              <a:gdLst>
                <a:gd name="T0" fmla="*/ 79 w 88"/>
                <a:gd name="T1" fmla="*/ 116 h 56"/>
                <a:gd name="T2" fmla="*/ 93 w 88"/>
                <a:gd name="T3" fmla="*/ 365 h 56"/>
                <a:gd name="T4" fmla="*/ 448 w 88"/>
                <a:gd name="T5" fmla="*/ 497 h 56"/>
                <a:gd name="T6" fmla="*/ 634 w 88"/>
                <a:gd name="T7" fmla="*/ 340 h 56"/>
                <a:gd name="T8" fmla="*/ 79 w 88"/>
                <a:gd name="T9" fmla="*/ 11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6">
                  <a:moveTo>
                    <a:pt x="11" y="13"/>
                  </a:moveTo>
                  <a:cubicBezTo>
                    <a:pt x="0" y="20"/>
                    <a:pt x="2" y="32"/>
                    <a:pt x="13" y="41"/>
                  </a:cubicBezTo>
                  <a:cubicBezTo>
                    <a:pt x="24" y="51"/>
                    <a:pt x="45" y="56"/>
                    <a:pt x="62" y="56"/>
                  </a:cubicBezTo>
                  <a:cubicBezTo>
                    <a:pt x="83" y="55"/>
                    <a:pt x="88" y="47"/>
                    <a:pt x="88" y="38"/>
                  </a:cubicBezTo>
                  <a:cubicBezTo>
                    <a:pt x="88" y="19"/>
                    <a:pt x="33" y="0"/>
                    <a:pt x="11" y="1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3" name="Freeform 1821">
              <a:extLst>
                <a:ext uri="{FF2B5EF4-FFF2-40B4-BE49-F238E27FC236}">
                  <a16:creationId xmlns:a16="http://schemas.microsoft.com/office/drawing/2014/main" id="{502262F8-B6F9-46D4-954E-74732D430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043"/>
              <a:ext cx="100" cy="54"/>
            </a:xfrm>
            <a:custGeom>
              <a:avLst/>
              <a:gdLst>
                <a:gd name="T0" fmla="*/ 0 w 52"/>
                <a:gd name="T1" fmla="*/ 52 h 26"/>
                <a:gd name="T2" fmla="*/ 100 w 52"/>
                <a:gd name="T3" fmla="*/ 168 h 26"/>
                <a:gd name="T4" fmla="*/ 325 w 52"/>
                <a:gd name="T5" fmla="*/ 208 h 26"/>
                <a:gd name="T6" fmla="*/ 369 w 52"/>
                <a:gd name="T7" fmla="*/ 152 h 26"/>
                <a:gd name="T8" fmla="*/ 369 w 52"/>
                <a:gd name="T9" fmla="*/ 152 h 26"/>
                <a:gd name="T10" fmla="*/ 321 w 52"/>
                <a:gd name="T11" fmla="*/ 208 h 26"/>
                <a:gd name="T12" fmla="*/ 100 w 52"/>
                <a:gd name="T13" fmla="*/ 168 h 26"/>
                <a:gd name="T14" fmla="*/ 0 w 52"/>
                <a:gd name="T15" fmla="*/ 52 h 26"/>
                <a:gd name="T16" fmla="*/ 44 w 52"/>
                <a:gd name="T17" fmla="*/ 0 h 26"/>
                <a:gd name="T18" fmla="*/ 44 w 52"/>
                <a:gd name="T19" fmla="*/ 0 h 26"/>
                <a:gd name="T20" fmla="*/ 0 w 52"/>
                <a:gd name="T21" fmla="*/ 52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26">
                  <a:moveTo>
                    <a:pt x="0" y="6"/>
                  </a:moveTo>
                  <a:cubicBezTo>
                    <a:pt x="0" y="10"/>
                    <a:pt x="5" y="15"/>
                    <a:pt x="14" y="19"/>
                  </a:cubicBezTo>
                  <a:cubicBezTo>
                    <a:pt x="23" y="23"/>
                    <a:pt x="37" y="26"/>
                    <a:pt x="46" y="23"/>
                  </a:cubicBezTo>
                  <a:cubicBezTo>
                    <a:pt x="50" y="22"/>
                    <a:pt x="52" y="20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9"/>
                    <a:pt x="49" y="21"/>
                    <a:pt x="45" y="23"/>
                  </a:cubicBezTo>
                  <a:cubicBezTo>
                    <a:pt x="37" y="25"/>
                    <a:pt x="23" y="23"/>
                    <a:pt x="14" y="19"/>
                  </a:cubicBezTo>
                  <a:cubicBezTo>
                    <a:pt x="6" y="15"/>
                    <a:pt x="0" y="10"/>
                    <a:pt x="0" y="6"/>
                  </a:cubicBezTo>
                  <a:cubicBezTo>
                    <a:pt x="0" y="3"/>
                    <a:pt x="2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1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4" name="Freeform 1822">
              <a:extLst>
                <a:ext uri="{FF2B5EF4-FFF2-40B4-BE49-F238E27FC236}">
                  <a16:creationId xmlns:a16="http://schemas.microsoft.com/office/drawing/2014/main" id="{508C3C8F-326A-43B8-BD22-E61C63A50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911"/>
              <a:ext cx="172" cy="116"/>
            </a:xfrm>
            <a:custGeom>
              <a:avLst/>
              <a:gdLst>
                <a:gd name="T0" fmla="*/ 85 w 89"/>
                <a:gd name="T1" fmla="*/ 108 h 56"/>
                <a:gd name="T2" fmla="*/ 100 w 89"/>
                <a:gd name="T3" fmla="*/ 365 h 56"/>
                <a:gd name="T4" fmla="*/ 456 w 89"/>
                <a:gd name="T5" fmla="*/ 489 h 56"/>
                <a:gd name="T6" fmla="*/ 642 w 89"/>
                <a:gd name="T7" fmla="*/ 340 h 56"/>
                <a:gd name="T8" fmla="*/ 85 w 89"/>
                <a:gd name="T9" fmla="*/ 10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6">
                  <a:moveTo>
                    <a:pt x="12" y="12"/>
                  </a:moveTo>
                  <a:cubicBezTo>
                    <a:pt x="0" y="20"/>
                    <a:pt x="3" y="31"/>
                    <a:pt x="14" y="41"/>
                  </a:cubicBezTo>
                  <a:cubicBezTo>
                    <a:pt x="25" y="51"/>
                    <a:pt x="46" y="56"/>
                    <a:pt x="63" y="55"/>
                  </a:cubicBezTo>
                  <a:cubicBezTo>
                    <a:pt x="83" y="55"/>
                    <a:pt x="88" y="46"/>
                    <a:pt x="89" y="38"/>
                  </a:cubicBezTo>
                  <a:cubicBezTo>
                    <a:pt x="88" y="19"/>
                    <a:pt x="34" y="0"/>
                    <a:pt x="12" y="1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5" name="Freeform 1823">
              <a:extLst>
                <a:ext uri="{FF2B5EF4-FFF2-40B4-BE49-F238E27FC236}">
                  <a16:creationId xmlns:a16="http://schemas.microsoft.com/office/drawing/2014/main" id="{E674A6E1-3456-4CE8-BD93-EE07D3338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916"/>
              <a:ext cx="143" cy="103"/>
            </a:xfrm>
            <a:custGeom>
              <a:avLst/>
              <a:gdLst>
                <a:gd name="T0" fmla="*/ 0 w 74"/>
                <a:gd name="T1" fmla="*/ 89 h 50"/>
                <a:gd name="T2" fmla="*/ 512 w 74"/>
                <a:gd name="T3" fmla="*/ 313 h 50"/>
                <a:gd name="T4" fmla="*/ 456 w 74"/>
                <a:gd name="T5" fmla="*/ 437 h 50"/>
                <a:gd name="T6" fmla="*/ 533 w 74"/>
                <a:gd name="T7" fmla="*/ 305 h 50"/>
                <a:gd name="T8" fmla="*/ 0 w 74"/>
                <a:gd name="T9" fmla="*/ 8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0">
                  <a:moveTo>
                    <a:pt x="0" y="10"/>
                  </a:moveTo>
                  <a:cubicBezTo>
                    <a:pt x="24" y="1"/>
                    <a:pt x="71" y="19"/>
                    <a:pt x="71" y="36"/>
                  </a:cubicBezTo>
                  <a:cubicBezTo>
                    <a:pt x="71" y="42"/>
                    <a:pt x="69" y="47"/>
                    <a:pt x="63" y="50"/>
                  </a:cubicBezTo>
                  <a:cubicBezTo>
                    <a:pt x="71" y="47"/>
                    <a:pt x="73" y="41"/>
                    <a:pt x="74" y="35"/>
                  </a:cubicBezTo>
                  <a:cubicBezTo>
                    <a:pt x="73" y="17"/>
                    <a:pt x="23" y="0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6" name="Freeform 1824">
              <a:extLst>
                <a:ext uri="{FF2B5EF4-FFF2-40B4-BE49-F238E27FC236}">
                  <a16:creationId xmlns:a16="http://schemas.microsoft.com/office/drawing/2014/main" id="{88D75B4B-4052-4158-8512-3B0AD7749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944"/>
              <a:ext cx="114" cy="81"/>
            </a:xfrm>
            <a:custGeom>
              <a:avLst/>
              <a:gdLst>
                <a:gd name="T0" fmla="*/ 425 w 59"/>
                <a:gd name="T1" fmla="*/ 341 h 39"/>
                <a:gd name="T2" fmla="*/ 100 w 59"/>
                <a:gd name="T3" fmla="*/ 199 h 39"/>
                <a:gd name="T4" fmla="*/ 52 w 59"/>
                <a:gd name="T5" fmla="*/ 0 h 39"/>
                <a:gd name="T6" fmla="*/ 85 w 59"/>
                <a:gd name="T7" fmla="*/ 224 h 39"/>
                <a:gd name="T8" fmla="*/ 425 w 59"/>
                <a:gd name="T9" fmla="*/ 341 h 39"/>
                <a:gd name="T10" fmla="*/ 425 w 59"/>
                <a:gd name="T11" fmla="*/ 341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9">
                  <a:moveTo>
                    <a:pt x="59" y="38"/>
                  </a:moveTo>
                  <a:cubicBezTo>
                    <a:pt x="43" y="39"/>
                    <a:pt x="25" y="31"/>
                    <a:pt x="14" y="22"/>
                  </a:cubicBezTo>
                  <a:cubicBezTo>
                    <a:pt x="6" y="15"/>
                    <a:pt x="2" y="7"/>
                    <a:pt x="7" y="0"/>
                  </a:cubicBezTo>
                  <a:cubicBezTo>
                    <a:pt x="0" y="7"/>
                    <a:pt x="3" y="16"/>
                    <a:pt x="12" y="25"/>
                  </a:cubicBezTo>
                  <a:cubicBezTo>
                    <a:pt x="23" y="34"/>
                    <a:pt x="43" y="39"/>
                    <a:pt x="59" y="38"/>
                  </a:cubicBezTo>
                  <a:cubicBezTo>
                    <a:pt x="59" y="38"/>
                    <a:pt x="59" y="38"/>
                    <a:pt x="59" y="3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7" name="Freeform 1825">
              <a:extLst>
                <a:ext uri="{FF2B5EF4-FFF2-40B4-BE49-F238E27FC236}">
                  <a16:creationId xmlns:a16="http://schemas.microsoft.com/office/drawing/2014/main" id="{9D6DC495-5E39-4AE3-B40D-33BD93EBA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940"/>
              <a:ext cx="114" cy="66"/>
            </a:xfrm>
            <a:custGeom>
              <a:avLst/>
              <a:gdLst>
                <a:gd name="T0" fmla="*/ 417 w 59"/>
                <a:gd name="T1" fmla="*/ 184 h 32"/>
                <a:gd name="T2" fmla="*/ 137 w 59"/>
                <a:gd name="T3" fmla="*/ 200 h 32"/>
                <a:gd name="T4" fmla="*/ 85 w 59"/>
                <a:gd name="T5" fmla="*/ 35 h 32"/>
                <a:gd name="T6" fmla="*/ 417 w 59"/>
                <a:gd name="T7" fmla="*/ 18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2">
                  <a:moveTo>
                    <a:pt x="58" y="21"/>
                  </a:moveTo>
                  <a:cubicBezTo>
                    <a:pt x="56" y="32"/>
                    <a:pt x="32" y="29"/>
                    <a:pt x="19" y="23"/>
                  </a:cubicBezTo>
                  <a:cubicBezTo>
                    <a:pt x="6" y="17"/>
                    <a:pt x="0" y="8"/>
                    <a:pt x="12" y="4"/>
                  </a:cubicBezTo>
                  <a:cubicBezTo>
                    <a:pt x="24" y="0"/>
                    <a:pt x="59" y="10"/>
                    <a:pt x="58" y="2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8" name="Freeform 1826">
              <a:extLst>
                <a:ext uri="{FF2B5EF4-FFF2-40B4-BE49-F238E27FC236}">
                  <a16:creationId xmlns:a16="http://schemas.microsoft.com/office/drawing/2014/main" id="{E9A21B55-AE0D-49C1-B281-D00208F11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5"/>
              <a:ext cx="107" cy="51"/>
            </a:xfrm>
            <a:custGeom>
              <a:avLst/>
              <a:gdLst>
                <a:gd name="T0" fmla="*/ 125 w 55"/>
                <a:gd name="T1" fmla="*/ 120 h 25"/>
                <a:gd name="T2" fmla="*/ 31 w 55"/>
                <a:gd name="T3" fmla="*/ 0 h 25"/>
                <a:gd name="T4" fmla="*/ 117 w 55"/>
                <a:gd name="T5" fmla="*/ 137 h 25"/>
                <a:gd name="T6" fmla="*/ 405 w 55"/>
                <a:gd name="T7" fmla="*/ 120 h 25"/>
                <a:gd name="T8" fmla="*/ 405 w 55"/>
                <a:gd name="T9" fmla="*/ 120 h 25"/>
                <a:gd name="T10" fmla="*/ 125 w 55"/>
                <a:gd name="T11" fmla="*/ 12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5">
                  <a:moveTo>
                    <a:pt x="17" y="14"/>
                  </a:moveTo>
                  <a:cubicBezTo>
                    <a:pt x="9" y="10"/>
                    <a:pt x="4" y="5"/>
                    <a:pt x="4" y="0"/>
                  </a:cubicBezTo>
                  <a:cubicBezTo>
                    <a:pt x="0" y="5"/>
                    <a:pt x="6" y="12"/>
                    <a:pt x="16" y="16"/>
                  </a:cubicBezTo>
                  <a:cubicBezTo>
                    <a:pt x="29" y="22"/>
                    <a:pt x="53" y="25"/>
                    <a:pt x="55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0" y="21"/>
                    <a:pt x="29" y="19"/>
                    <a:pt x="17" y="1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9" name="Freeform 1827">
              <a:extLst>
                <a:ext uri="{FF2B5EF4-FFF2-40B4-BE49-F238E27FC236}">
                  <a16:creationId xmlns:a16="http://schemas.microsoft.com/office/drawing/2014/main" id="{6298E38C-1D68-4670-AE9D-552995280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946"/>
              <a:ext cx="68" cy="29"/>
            </a:xfrm>
            <a:custGeom>
              <a:avLst/>
              <a:gdLst>
                <a:gd name="T0" fmla="*/ 0 w 35"/>
                <a:gd name="T1" fmla="*/ 0 h 14"/>
                <a:gd name="T2" fmla="*/ 256 w 35"/>
                <a:gd name="T3" fmla="*/ 124 h 14"/>
                <a:gd name="T4" fmla="*/ 0 w 3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4">
                  <a:moveTo>
                    <a:pt x="0" y="0"/>
                  </a:moveTo>
                  <a:cubicBezTo>
                    <a:pt x="11" y="1"/>
                    <a:pt x="30" y="6"/>
                    <a:pt x="35" y="14"/>
                  </a:cubicBezTo>
                  <a:cubicBezTo>
                    <a:pt x="33" y="11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0" name="Freeform 1828">
              <a:extLst>
                <a:ext uri="{FF2B5EF4-FFF2-40B4-BE49-F238E27FC236}">
                  <a16:creationId xmlns:a16="http://schemas.microsoft.com/office/drawing/2014/main" id="{A2FF6A4B-A439-481C-8291-B0EE84092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946"/>
              <a:ext cx="58" cy="29"/>
            </a:xfrm>
            <a:custGeom>
              <a:avLst/>
              <a:gdLst>
                <a:gd name="T0" fmla="*/ 0 w 30"/>
                <a:gd name="T1" fmla="*/ 0 h 14"/>
                <a:gd name="T2" fmla="*/ 217 w 30"/>
                <a:gd name="T3" fmla="*/ 124 h 14"/>
                <a:gd name="T4" fmla="*/ 0 w 3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">
                  <a:moveTo>
                    <a:pt x="0" y="0"/>
                  </a:moveTo>
                  <a:cubicBezTo>
                    <a:pt x="7" y="1"/>
                    <a:pt x="26" y="6"/>
                    <a:pt x="30" y="14"/>
                  </a:cubicBezTo>
                  <a:cubicBezTo>
                    <a:pt x="28" y="10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1" name="Freeform 1829">
              <a:extLst>
                <a:ext uri="{FF2B5EF4-FFF2-40B4-BE49-F238E27FC236}">
                  <a16:creationId xmlns:a16="http://schemas.microsoft.com/office/drawing/2014/main" id="{7332E457-9032-402B-82BC-776155687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984"/>
              <a:ext cx="71" cy="24"/>
            </a:xfrm>
            <a:custGeom>
              <a:avLst/>
              <a:gdLst>
                <a:gd name="T0" fmla="*/ 0 w 37"/>
                <a:gd name="T1" fmla="*/ 0 h 12"/>
                <a:gd name="T2" fmla="*/ 261 w 37"/>
                <a:gd name="T3" fmla="*/ 64 h 12"/>
                <a:gd name="T4" fmla="*/ 0 w 3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2">
                  <a:moveTo>
                    <a:pt x="0" y="0"/>
                  </a:moveTo>
                  <a:cubicBezTo>
                    <a:pt x="4" y="4"/>
                    <a:pt x="23" y="12"/>
                    <a:pt x="37" y="8"/>
                  </a:cubicBezTo>
                  <a:cubicBezTo>
                    <a:pt x="31" y="9"/>
                    <a:pt x="1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2" name="Freeform 1830">
              <a:extLst>
                <a:ext uri="{FF2B5EF4-FFF2-40B4-BE49-F238E27FC236}">
                  <a16:creationId xmlns:a16="http://schemas.microsoft.com/office/drawing/2014/main" id="{D0C4EC12-2FFF-4C83-A4F7-D5AB4A35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911"/>
              <a:ext cx="172" cy="116"/>
            </a:xfrm>
            <a:custGeom>
              <a:avLst/>
              <a:gdLst>
                <a:gd name="T0" fmla="*/ 85 w 89"/>
                <a:gd name="T1" fmla="*/ 108 h 56"/>
                <a:gd name="T2" fmla="*/ 100 w 89"/>
                <a:gd name="T3" fmla="*/ 365 h 56"/>
                <a:gd name="T4" fmla="*/ 456 w 89"/>
                <a:gd name="T5" fmla="*/ 489 h 56"/>
                <a:gd name="T6" fmla="*/ 642 w 89"/>
                <a:gd name="T7" fmla="*/ 340 h 56"/>
                <a:gd name="T8" fmla="*/ 85 w 89"/>
                <a:gd name="T9" fmla="*/ 10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6">
                  <a:moveTo>
                    <a:pt x="12" y="12"/>
                  </a:moveTo>
                  <a:cubicBezTo>
                    <a:pt x="0" y="20"/>
                    <a:pt x="3" y="31"/>
                    <a:pt x="14" y="41"/>
                  </a:cubicBezTo>
                  <a:cubicBezTo>
                    <a:pt x="25" y="51"/>
                    <a:pt x="46" y="56"/>
                    <a:pt x="63" y="55"/>
                  </a:cubicBezTo>
                  <a:cubicBezTo>
                    <a:pt x="83" y="55"/>
                    <a:pt x="88" y="46"/>
                    <a:pt x="89" y="38"/>
                  </a:cubicBezTo>
                  <a:cubicBezTo>
                    <a:pt x="88" y="19"/>
                    <a:pt x="34" y="0"/>
                    <a:pt x="12" y="1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3" name="Freeform 1831">
              <a:extLst>
                <a:ext uri="{FF2B5EF4-FFF2-40B4-BE49-F238E27FC236}">
                  <a16:creationId xmlns:a16="http://schemas.microsoft.com/office/drawing/2014/main" id="{24EBEFB9-C8C9-4FFB-A276-FC85B4CA4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948"/>
              <a:ext cx="103" cy="54"/>
            </a:xfrm>
            <a:custGeom>
              <a:avLst/>
              <a:gdLst>
                <a:gd name="T0" fmla="*/ 0 w 53"/>
                <a:gd name="T1" fmla="*/ 52 h 26"/>
                <a:gd name="T2" fmla="*/ 101 w 53"/>
                <a:gd name="T3" fmla="*/ 181 h 26"/>
                <a:gd name="T4" fmla="*/ 336 w 53"/>
                <a:gd name="T5" fmla="*/ 216 h 26"/>
                <a:gd name="T6" fmla="*/ 389 w 53"/>
                <a:gd name="T7" fmla="*/ 152 h 26"/>
                <a:gd name="T8" fmla="*/ 389 w 53"/>
                <a:gd name="T9" fmla="*/ 152 h 26"/>
                <a:gd name="T10" fmla="*/ 336 w 53"/>
                <a:gd name="T11" fmla="*/ 208 h 26"/>
                <a:gd name="T12" fmla="*/ 109 w 53"/>
                <a:gd name="T13" fmla="*/ 168 h 26"/>
                <a:gd name="T14" fmla="*/ 8 w 53"/>
                <a:gd name="T15" fmla="*/ 52 h 26"/>
                <a:gd name="T16" fmla="*/ 52 w 53"/>
                <a:gd name="T17" fmla="*/ 0 h 26"/>
                <a:gd name="T18" fmla="*/ 52 w 53"/>
                <a:gd name="T19" fmla="*/ 0 h 26"/>
                <a:gd name="T20" fmla="*/ 0 w 53"/>
                <a:gd name="T21" fmla="*/ 52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6">
                  <a:moveTo>
                    <a:pt x="0" y="6"/>
                  </a:moveTo>
                  <a:cubicBezTo>
                    <a:pt x="0" y="11"/>
                    <a:pt x="6" y="16"/>
                    <a:pt x="14" y="20"/>
                  </a:cubicBezTo>
                  <a:cubicBezTo>
                    <a:pt x="23" y="24"/>
                    <a:pt x="38" y="26"/>
                    <a:pt x="46" y="24"/>
                  </a:cubicBezTo>
                  <a:cubicBezTo>
                    <a:pt x="50" y="22"/>
                    <a:pt x="52" y="20"/>
                    <a:pt x="53" y="17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2" y="20"/>
                    <a:pt x="50" y="22"/>
                    <a:pt x="46" y="23"/>
                  </a:cubicBezTo>
                  <a:cubicBezTo>
                    <a:pt x="37" y="26"/>
                    <a:pt x="23" y="23"/>
                    <a:pt x="15" y="19"/>
                  </a:cubicBezTo>
                  <a:cubicBezTo>
                    <a:pt x="6" y="15"/>
                    <a:pt x="1" y="10"/>
                    <a:pt x="1" y="6"/>
                  </a:cubicBezTo>
                  <a:cubicBezTo>
                    <a:pt x="1" y="4"/>
                    <a:pt x="3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4" name="Freeform 1832">
              <a:extLst>
                <a:ext uri="{FF2B5EF4-FFF2-40B4-BE49-F238E27FC236}">
                  <a16:creationId xmlns:a16="http://schemas.microsoft.com/office/drawing/2014/main" id="{02E74D64-C365-42A8-9386-AE2D27820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47"/>
              <a:ext cx="120" cy="83"/>
            </a:xfrm>
            <a:custGeom>
              <a:avLst/>
              <a:gdLst>
                <a:gd name="T0" fmla="*/ 132 w 62"/>
                <a:gd name="T1" fmla="*/ 35 h 40"/>
                <a:gd name="T2" fmla="*/ 52 w 62"/>
                <a:gd name="T3" fmla="*/ 125 h 40"/>
                <a:gd name="T4" fmla="*/ 225 w 62"/>
                <a:gd name="T5" fmla="*/ 357 h 40"/>
                <a:gd name="T6" fmla="*/ 449 w 62"/>
                <a:gd name="T7" fmla="*/ 168 h 40"/>
                <a:gd name="T8" fmla="*/ 372 w 62"/>
                <a:gd name="T9" fmla="*/ 25 h 40"/>
                <a:gd name="T10" fmla="*/ 232 w 62"/>
                <a:gd name="T11" fmla="*/ 17 h 40"/>
                <a:gd name="T12" fmla="*/ 132 w 62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0">
                  <a:moveTo>
                    <a:pt x="18" y="4"/>
                  </a:moveTo>
                  <a:cubicBezTo>
                    <a:pt x="13" y="6"/>
                    <a:pt x="9" y="10"/>
                    <a:pt x="7" y="14"/>
                  </a:cubicBezTo>
                  <a:cubicBezTo>
                    <a:pt x="0" y="29"/>
                    <a:pt x="15" y="40"/>
                    <a:pt x="31" y="40"/>
                  </a:cubicBezTo>
                  <a:cubicBezTo>
                    <a:pt x="48" y="39"/>
                    <a:pt x="61" y="28"/>
                    <a:pt x="62" y="19"/>
                  </a:cubicBezTo>
                  <a:cubicBezTo>
                    <a:pt x="62" y="11"/>
                    <a:pt x="58" y="5"/>
                    <a:pt x="51" y="3"/>
                  </a:cubicBezTo>
                  <a:cubicBezTo>
                    <a:pt x="44" y="0"/>
                    <a:pt x="36" y="2"/>
                    <a:pt x="32" y="2"/>
                  </a:cubicBezTo>
                  <a:cubicBezTo>
                    <a:pt x="27" y="3"/>
                    <a:pt x="22" y="2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5" name="Freeform 1833">
              <a:extLst>
                <a:ext uri="{FF2B5EF4-FFF2-40B4-BE49-F238E27FC236}">
                  <a16:creationId xmlns:a16="http://schemas.microsoft.com/office/drawing/2014/main" id="{53B77A0B-299E-4C21-9EAE-57B1E6FC4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850"/>
              <a:ext cx="98" cy="37"/>
            </a:xfrm>
            <a:custGeom>
              <a:avLst/>
              <a:gdLst>
                <a:gd name="T0" fmla="*/ 284 w 51"/>
                <a:gd name="T1" fmla="*/ 16 h 18"/>
                <a:gd name="T2" fmla="*/ 163 w 51"/>
                <a:gd name="T3" fmla="*/ 16 h 18"/>
                <a:gd name="T4" fmla="*/ 71 w 51"/>
                <a:gd name="T5" fmla="*/ 33 h 18"/>
                <a:gd name="T6" fmla="*/ 0 w 51"/>
                <a:gd name="T7" fmla="*/ 97 h 18"/>
                <a:gd name="T8" fmla="*/ 63 w 51"/>
                <a:gd name="T9" fmla="*/ 43 h 18"/>
                <a:gd name="T10" fmla="*/ 156 w 51"/>
                <a:gd name="T11" fmla="*/ 33 h 18"/>
                <a:gd name="T12" fmla="*/ 277 w 51"/>
                <a:gd name="T13" fmla="*/ 33 h 18"/>
                <a:gd name="T14" fmla="*/ 354 w 51"/>
                <a:gd name="T15" fmla="*/ 156 h 18"/>
                <a:gd name="T16" fmla="*/ 354 w 51"/>
                <a:gd name="T17" fmla="*/ 156 h 18"/>
                <a:gd name="T18" fmla="*/ 284 w 51"/>
                <a:gd name="T19" fmla="*/ 16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8">
                  <a:moveTo>
                    <a:pt x="40" y="2"/>
                  </a:moveTo>
                  <a:cubicBezTo>
                    <a:pt x="34" y="0"/>
                    <a:pt x="27" y="2"/>
                    <a:pt x="23" y="2"/>
                  </a:cubicBezTo>
                  <a:cubicBezTo>
                    <a:pt x="18" y="3"/>
                    <a:pt x="13" y="2"/>
                    <a:pt x="10" y="4"/>
                  </a:cubicBezTo>
                  <a:cubicBezTo>
                    <a:pt x="5" y="6"/>
                    <a:pt x="2" y="7"/>
                    <a:pt x="0" y="11"/>
                  </a:cubicBezTo>
                  <a:cubicBezTo>
                    <a:pt x="2" y="8"/>
                    <a:pt x="5" y="7"/>
                    <a:pt x="9" y="5"/>
                  </a:cubicBezTo>
                  <a:cubicBezTo>
                    <a:pt x="12" y="4"/>
                    <a:pt x="17" y="4"/>
                    <a:pt x="22" y="4"/>
                  </a:cubicBezTo>
                  <a:cubicBezTo>
                    <a:pt x="26" y="3"/>
                    <a:pt x="33" y="2"/>
                    <a:pt x="39" y="4"/>
                  </a:cubicBezTo>
                  <a:cubicBezTo>
                    <a:pt x="46" y="6"/>
                    <a:pt x="50" y="10"/>
                    <a:pt x="50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1" y="9"/>
                    <a:pt x="47" y="4"/>
                    <a:pt x="4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6" name="Freeform 1834">
              <a:extLst>
                <a:ext uri="{FF2B5EF4-FFF2-40B4-BE49-F238E27FC236}">
                  <a16:creationId xmlns:a16="http://schemas.microsoft.com/office/drawing/2014/main" id="{6EC4A50E-D73F-414A-991B-14FE5E3C0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872"/>
              <a:ext cx="110" cy="56"/>
            </a:xfrm>
            <a:custGeom>
              <a:avLst/>
              <a:gdLst>
                <a:gd name="T0" fmla="*/ 216 w 57"/>
                <a:gd name="T1" fmla="*/ 224 h 27"/>
                <a:gd name="T2" fmla="*/ 52 w 57"/>
                <a:gd name="T3" fmla="*/ 8 h 27"/>
                <a:gd name="T4" fmla="*/ 56 w 57"/>
                <a:gd name="T5" fmla="*/ 0 h 27"/>
                <a:gd name="T6" fmla="*/ 44 w 57"/>
                <a:gd name="T7" fmla="*/ 17 h 27"/>
                <a:gd name="T8" fmla="*/ 216 w 57"/>
                <a:gd name="T9" fmla="*/ 241 h 27"/>
                <a:gd name="T10" fmla="*/ 409 w 57"/>
                <a:gd name="T11" fmla="*/ 108 h 27"/>
                <a:gd name="T12" fmla="*/ 216 w 57"/>
                <a:gd name="T13" fmla="*/ 22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7">
                  <a:moveTo>
                    <a:pt x="30" y="25"/>
                  </a:moveTo>
                  <a:cubicBezTo>
                    <a:pt x="15" y="25"/>
                    <a:pt x="1" y="15"/>
                    <a:pt x="7" y="1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7" y="1"/>
                    <a:pt x="7" y="2"/>
                    <a:pt x="6" y="2"/>
                  </a:cubicBezTo>
                  <a:cubicBezTo>
                    <a:pt x="0" y="17"/>
                    <a:pt x="14" y="27"/>
                    <a:pt x="30" y="27"/>
                  </a:cubicBezTo>
                  <a:cubicBezTo>
                    <a:pt x="43" y="26"/>
                    <a:pt x="53" y="19"/>
                    <a:pt x="57" y="12"/>
                  </a:cubicBezTo>
                  <a:cubicBezTo>
                    <a:pt x="53" y="18"/>
                    <a:pt x="43" y="25"/>
                    <a:pt x="30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7" name="Freeform 1835">
              <a:extLst>
                <a:ext uri="{FF2B5EF4-FFF2-40B4-BE49-F238E27FC236}">
                  <a16:creationId xmlns:a16="http://schemas.microsoft.com/office/drawing/2014/main" id="{45AE9BA2-B0F7-4DA6-A6DE-D5C2A1456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872"/>
              <a:ext cx="64" cy="35"/>
            </a:xfrm>
            <a:custGeom>
              <a:avLst/>
              <a:gdLst>
                <a:gd name="T0" fmla="*/ 240 w 33"/>
                <a:gd name="T1" fmla="*/ 43 h 17"/>
                <a:gd name="T2" fmla="*/ 80 w 33"/>
                <a:gd name="T3" fmla="*/ 132 h 17"/>
                <a:gd name="T4" fmla="*/ 31 w 33"/>
                <a:gd name="T5" fmla="*/ 33 h 17"/>
                <a:gd name="T6" fmla="*/ 140 w 33"/>
                <a:gd name="T7" fmla="*/ 0 h 17"/>
                <a:gd name="T8" fmla="*/ 240 w 33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7">
                  <a:moveTo>
                    <a:pt x="33" y="5"/>
                  </a:moveTo>
                  <a:cubicBezTo>
                    <a:pt x="33" y="13"/>
                    <a:pt x="21" y="17"/>
                    <a:pt x="11" y="15"/>
                  </a:cubicBezTo>
                  <a:cubicBezTo>
                    <a:pt x="2" y="14"/>
                    <a:pt x="0" y="8"/>
                    <a:pt x="4" y="4"/>
                  </a:cubicBezTo>
                  <a:cubicBezTo>
                    <a:pt x="8" y="1"/>
                    <a:pt x="11" y="1"/>
                    <a:pt x="19" y="0"/>
                  </a:cubicBezTo>
                  <a:cubicBezTo>
                    <a:pt x="27" y="0"/>
                    <a:pt x="33" y="1"/>
                    <a:pt x="33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8" name="Freeform 1836">
              <a:extLst>
                <a:ext uri="{FF2B5EF4-FFF2-40B4-BE49-F238E27FC236}">
                  <a16:creationId xmlns:a16="http://schemas.microsoft.com/office/drawing/2014/main" id="{A4F9FD80-F9E1-4EA2-B4FE-3258B9D79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883"/>
              <a:ext cx="62" cy="24"/>
            </a:xfrm>
            <a:custGeom>
              <a:avLst/>
              <a:gdLst>
                <a:gd name="T0" fmla="*/ 79 w 32"/>
                <a:gd name="T1" fmla="*/ 64 h 12"/>
                <a:gd name="T2" fmla="*/ 8 w 32"/>
                <a:gd name="T3" fmla="*/ 8 h 12"/>
                <a:gd name="T4" fmla="*/ 72 w 32"/>
                <a:gd name="T5" fmla="*/ 80 h 12"/>
                <a:gd name="T6" fmla="*/ 233 w 32"/>
                <a:gd name="T7" fmla="*/ 0 h 12"/>
                <a:gd name="T8" fmla="*/ 79 w 32"/>
                <a:gd name="T9" fmla="*/ 6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2">
                  <a:moveTo>
                    <a:pt x="11" y="8"/>
                  </a:moveTo>
                  <a:cubicBezTo>
                    <a:pt x="5" y="7"/>
                    <a:pt x="2" y="4"/>
                    <a:pt x="1" y="1"/>
                  </a:cubicBezTo>
                  <a:cubicBezTo>
                    <a:pt x="0" y="5"/>
                    <a:pt x="2" y="9"/>
                    <a:pt x="10" y="10"/>
                  </a:cubicBezTo>
                  <a:cubicBezTo>
                    <a:pt x="20" y="12"/>
                    <a:pt x="31" y="8"/>
                    <a:pt x="32" y="0"/>
                  </a:cubicBezTo>
                  <a:cubicBezTo>
                    <a:pt x="30" y="7"/>
                    <a:pt x="20" y="9"/>
                    <a:pt x="11" y="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9" name="Freeform 1837">
              <a:extLst>
                <a:ext uri="{FF2B5EF4-FFF2-40B4-BE49-F238E27FC236}">
                  <a16:creationId xmlns:a16="http://schemas.microsoft.com/office/drawing/2014/main" id="{047220E6-215A-4FA1-ADF0-37723AE2B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870"/>
              <a:ext cx="40" cy="6"/>
            </a:xfrm>
            <a:custGeom>
              <a:avLst/>
              <a:gdLst>
                <a:gd name="T0" fmla="*/ 0 w 21"/>
                <a:gd name="T1" fmla="*/ 24 h 3"/>
                <a:gd name="T2" fmla="*/ 145 w 21"/>
                <a:gd name="T3" fmla="*/ 24 h 3"/>
                <a:gd name="T4" fmla="*/ 61 w 21"/>
                <a:gd name="T5" fmla="*/ 24 h 3"/>
                <a:gd name="T6" fmla="*/ 0 w 21"/>
                <a:gd name="T7" fmla="*/ 24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">
                  <a:moveTo>
                    <a:pt x="0" y="3"/>
                  </a:moveTo>
                  <a:cubicBezTo>
                    <a:pt x="6" y="1"/>
                    <a:pt x="16" y="0"/>
                    <a:pt x="21" y="3"/>
                  </a:cubicBezTo>
                  <a:cubicBezTo>
                    <a:pt x="18" y="3"/>
                    <a:pt x="13" y="2"/>
                    <a:pt x="9" y="3"/>
                  </a:cubicBezTo>
                  <a:cubicBezTo>
                    <a:pt x="5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0" name="Freeform 1838">
              <a:extLst>
                <a:ext uri="{FF2B5EF4-FFF2-40B4-BE49-F238E27FC236}">
                  <a16:creationId xmlns:a16="http://schemas.microsoft.com/office/drawing/2014/main" id="{5C396E5C-2169-4EAF-B166-CA2413FD2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868"/>
              <a:ext cx="39" cy="8"/>
            </a:xfrm>
            <a:custGeom>
              <a:avLst/>
              <a:gdLst>
                <a:gd name="T0" fmla="*/ 80 w 20"/>
                <a:gd name="T1" fmla="*/ 0 h 4"/>
                <a:gd name="T2" fmla="*/ 0 w 20"/>
                <a:gd name="T3" fmla="*/ 16 h 4"/>
                <a:gd name="T4" fmla="*/ 148 w 20"/>
                <a:gd name="T5" fmla="*/ 32 h 4"/>
                <a:gd name="T6" fmla="*/ 80 w 2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">
                  <a:moveTo>
                    <a:pt x="11" y="0"/>
                  </a:moveTo>
                  <a:cubicBezTo>
                    <a:pt x="8" y="0"/>
                    <a:pt x="5" y="0"/>
                    <a:pt x="0" y="2"/>
                  </a:cubicBezTo>
                  <a:cubicBezTo>
                    <a:pt x="4" y="0"/>
                    <a:pt x="17" y="0"/>
                    <a:pt x="20" y="4"/>
                  </a:cubicBezTo>
                  <a:cubicBezTo>
                    <a:pt x="19" y="3"/>
                    <a:pt x="16" y="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1" name="Freeform 1839">
              <a:extLst>
                <a:ext uri="{FF2B5EF4-FFF2-40B4-BE49-F238E27FC236}">
                  <a16:creationId xmlns:a16="http://schemas.microsoft.com/office/drawing/2014/main" id="{9D7B76C8-1120-4DED-86F5-482AEA712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899"/>
              <a:ext cx="44" cy="14"/>
            </a:xfrm>
            <a:custGeom>
              <a:avLst/>
              <a:gdLst>
                <a:gd name="T0" fmla="*/ 0 w 23"/>
                <a:gd name="T1" fmla="*/ 16 h 7"/>
                <a:gd name="T2" fmla="*/ 161 w 23"/>
                <a:gd name="T3" fmla="*/ 0 h 7"/>
                <a:gd name="T4" fmla="*/ 0 w 23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">
                  <a:moveTo>
                    <a:pt x="0" y="2"/>
                  </a:moveTo>
                  <a:cubicBezTo>
                    <a:pt x="3" y="4"/>
                    <a:pt x="15" y="5"/>
                    <a:pt x="23" y="0"/>
                  </a:cubicBezTo>
                  <a:cubicBezTo>
                    <a:pt x="21" y="2"/>
                    <a:pt x="9" y="7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2" name="Freeform 1840">
              <a:extLst>
                <a:ext uri="{FF2B5EF4-FFF2-40B4-BE49-F238E27FC236}">
                  <a16:creationId xmlns:a16="http://schemas.microsoft.com/office/drawing/2014/main" id="{F0731AE8-B749-4E53-ABBD-05AEC01D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47"/>
              <a:ext cx="120" cy="83"/>
            </a:xfrm>
            <a:custGeom>
              <a:avLst/>
              <a:gdLst>
                <a:gd name="T0" fmla="*/ 132 w 62"/>
                <a:gd name="T1" fmla="*/ 35 h 40"/>
                <a:gd name="T2" fmla="*/ 52 w 62"/>
                <a:gd name="T3" fmla="*/ 125 h 40"/>
                <a:gd name="T4" fmla="*/ 225 w 62"/>
                <a:gd name="T5" fmla="*/ 357 h 40"/>
                <a:gd name="T6" fmla="*/ 449 w 62"/>
                <a:gd name="T7" fmla="*/ 168 h 40"/>
                <a:gd name="T8" fmla="*/ 372 w 62"/>
                <a:gd name="T9" fmla="*/ 25 h 40"/>
                <a:gd name="T10" fmla="*/ 232 w 62"/>
                <a:gd name="T11" fmla="*/ 17 h 40"/>
                <a:gd name="T12" fmla="*/ 132 w 62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0">
                  <a:moveTo>
                    <a:pt x="18" y="4"/>
                  </a:moveTo>
                  <a:cubicBezTo>
                    <a:pt x="13" y="6"/>
                    <a:pt x="9" y="10"/>
                    <a:pt x="7" y="14"/>
                  </a:cubicBezTo>
                  <a:cubicBezTo>
                    <a:pt x="0" y="29"/>
                    <a:pt x="15" y="40"/>
                    <a:pt x="31" y="40"/>
                  </a:cubicBezTo>
                  <a:cubicBezTo>
                    <a:pt x="48" y="39"/>
                    <a:pt x="61" y="28"/>
                    <a:pt x="62" y="19"/>
                  </a:cubicBezTo>
                  <a:cubicBezTo>
                    <a:pt x="62" y="11"/>
                    <a:pt x="58" y="5"/>
                    <a:pt x="51" y="3"/>
                  </a:cubicBezTo>
                  <a:cubicBezTo>
                    <a:pt x="44" y="0"/>
                    <a:pt x="36" y="2"/>
                    <a:pt x="32" y="2"/>
                  </a:cubicBezTo>
                  <a:cubicBezTo>
                    <a:pt x="27" y="3"/>
                    <a:pt x="22" y="2"/>
                    <a:pt x="18" y="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3" name="Freeform 1841">
              <a:extLst>
                <a:ext uri="{FF2B5EF4-FFF2-40B4-BE49-F238E27FC236}">
                  <a16:creationId xmlns:a16="http://schemas.microsoft.com/office/drawing/2014/main" id="{64715A03-0CFF-46F6-A387-FDB35D8CF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880"/>
              <a:ext cx="62" cy="25"/>
            </a:xfrm>
            <a:custGeom>
              <a:avLst/>
              <a:gdLst>
                <a:gd name="T0" fmla="*/ 8 w 32"/>
                <a:gd name="T1" fmla="*/ 56 h 12"/>
                <a:gd name="T2" fmla="*/ 72 w 32"/>
                <a:gd name="T3" fmla="*/ 108 h 12"/>
                <a:gd name="T4" fmla="*/ 211 w 32"/>
                <a:gd name="T5" fmla="*/ 65 h 12"/>
                <a:gd name="T6" fmla="*/ 233 w 32"/>
                <a:gd name="T7" fmla="*/ 8 h 12"/>
                <a:gd name="T8" fmla="*/ 233 w 32"/>
                <a:gd name="T9" fmla="*/ 8 h 12"/>
                <a:gd name="T10" fmla="*/ 211 w 32"/>
                <a:gd name="T11" fmla="*/ 65 h 12"/>
                <a:gd name="T12" fmla="*/ 79 w 32"/>
                <a:gd name="T13" fmla="*/ 100 h 12"/>
                <a:gd name="T14" fmla="*/ 8 w 32"/>
                <a:gd name="T15" fmla="*/ 56 h 12"/>
                <a:gd name="T16" fmla="*/ 23 w 32"/>
                <a:gd name="T17" fmla="*/ 0 h 12"/>
                <a:gd name="T18" fmla="*/ 23 w 32"/>
                <a:gd name="T19" fmla="*/ 0 h 12"/>
                <a:gd name="T20" fmla="*/ 8 w 32"/>
                <a:gd name="T21" fmla="*/ 56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12">
                  <a:moveTo>
                    <a:pt x="1" y="6"/>
                  </a:moveTo>
                  <a:cubicBezTo>
                    <a:pt x="2" y="9"/>
                    <a:pt x="5" y="11"/>
                    <a:pt x="10" y="12"/>
                  </a:cubicBezTo>
                  <a:cubicBezTo>
                    <a:pt x="18" y="12"/>
                    <a:pt x="25" y="11"/>
                    <a:pt x="29" y="7"/>
                  </a:cubicBezTo>
                  <a:cubicBezTo>
                    <a:pt x="31" y="6"/>
                    <a:pt x="32" y="4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3"/>
                    <a:pt x="31" y="6"/>
                    <a:pt x="29" y="7"/>
                  </a:cubicBezTo>
                  <a:cubicBezTo>
                    <a:pt x="25" y="10"/>
                    <a:pt x="18" y="12"/>
                    <a:pt x="11" y="11"/>
                  </a:cubicBezTo>
                  <a:cubicBezTo>
                    <a:pt x="6" y="11"/>
                    <a:pt x="2" y="8"/>
                    <a:pt x="1" y="6"/>
                  </a:cubicBezTo>
                  <a:cubicBezTo>
                    <a:pt x="1" y="4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4" name="Freeform 1842">
              <a:extLst>
                <a:ext uri="{FF2B5EF4-FFF2-40B4-BE49-F238E27FC236}">
                  <a16:creationId xmlns:a16="http://schemas.microsoft.com/office/drawing/2014/main" id="{AA6527F8-3780-4D3C-BC12-5FB96ACA3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101"/>
              <a:ext cx="87" cy="116"/>
            </a:xfrm>
            <a:custGeom>
              <a:avLst/>
              <a:gdLst>
                <a:gd name="T0" fmla="*/ 8 w 45"/>
                <a:gd name="T1" fmla="*/ 257 h 56"/>
                <a:gd name="T2" fmla="*/ 29 w 45"/>
                <a:gd name="T3" fmla="*/ 425 h 56"/>
                <a:gd name="T4" fmla="*/ 145 w 45"/>
                <a:gd name="T5" fmla="*/ 497 h 56"/>
                <a:gd name="T6" fmla="*/ 296 w 45"/>
                <a:gd name="T7" fmla="*/ 205 h 56"/>
                <a:gd name="T8" fmla="*/ 101 w 45"/>
                <a:gd name="T9" fmla="*/ 44 h 56"/>
                <a:gd name="T10" fmla="*/ 8 w 45"/>
                <a:gd name="T11" fmla="*/ 25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6">
                  <a:moveTo>
                    <a:pt x="1" y="29"/>
                  </a:moveTo>
                  <a:cubicBezTo>
                    <a:pt x="0" y="36"/>
                    <a:pt x="0" y="42"/>
                    <a:pt x="4" y="48"/>
                  </a:cubicBezTo>
                  <a:cubicBezTo>
                    <a:pt x="8" y="52"/>
                    <a:pt x="13" y="55"/>
                    <a:pt x="20" y="56"/>
                  </a:cubicBezTo>
                  <a:cubicBezTo>
                    <a:pt x="33" y="56"/>
                    <a:pt x="45" y="39"/>
                    <a:pt x="41" y="23"/>
                  </a:cubicBezTo>
                  <a:cubicBezTo>
                    <a:pt x="38" y="6"/>
                    <a:pt x="23" y="0"/>
                    <a:pt x="14" y="5"/>
                  </a:cubicBezTo>
                  <a:cubicBezTo>
                    <a:pt x="5" y="10"/>
                    <a:pt x="4" y="15"/>
                    <a:pt x="1" y="2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5" name="Freeform 1843">
              <a:extLst>
                <a:ext uri="{FF2B5EF4-FFF2-40B4-BE49-F238E27FC236}">
                  <a16:creationId xmlns:a16="http://schemas.microsoft.com/office/drawing/2014/main" id="{92DE82DA-E7F0-4640-9AC0-10D98AE89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103"/>
              <a:ext cx="66" cy="93"/>
            </a:xfrm>
            <a:custGeom>
              <a:avLst/>
              <a:gdLst>
                <a:gd name="T0" fmla="*/ 45 w 34"/>
                <a:gd name="T1" fmla="*/ 43 h 45"/>
                <a:gd name="T2" fmla="*/ 0 w 34"/>
                <a:gd name="T3" fmla="*/ 99 h 45"/>
                <a:gd name="T4" fmla="*/ 37 w 34"/>
                <a:gd name="T5" fmla="*/ 52 h 45"/>
                <a:gd name="T6" fmla="*/ 225 w 34"/>
                <a:gd name="T7" fmla="*/ 205 h 45"/>
                <a:gd name="T8" fmla="*/ 196 w 34"/>
                <a:gd name="T9" fmla="*/ 397 h 45"/>
                <a:gd name="T10" fmla="*/ 241 w 34"/>
                <a:gd name="T11" fmla="*/ 192 h 45"/>
                <a:gd name="T12" fmla="*/ 45 w 34"/>
                <a:gd name="T13" fmla="*/ 4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5">
                  <a:moveTo>
                    <a:pt x="6" y="5"/>
                  </a:moveTo>
                  <a:cubicBezTo>
                    <a:pt x="3" y="6"/>
                    <a:pt x="1" y="8"/>
                    <a:pt x="0" y="11"/>
                  </a:cubicBezTo>
                  <a:cubicBezTo>
                    <a:pt x="1" y="9"/>
                    <a:pt x="3" y="8"/>
                    <a:pt x="5" y="6"/>
                  </a:cubicBezTo>
                  <a:cubicBezTo>
                    <a:pt x="14" y="1"/>
                    <a:pt x="28" y="8"/>
                    <a:pt x="31" y="23"/>
                  </a:cubicBezTo>
                  <a:cubicBezTo>
                    <a:pt x="33" y="31"/>
                    <a:pt x="31" y="40"/>
                    <a:pt x="27" y="45"/>
                  </a:cubicBezTo>
                  <a:cubicBezTo>
                    <a:pt x="32" y="39"/>
                    <a:pt x="34" y="31"/>
                    <a:pt x="33" y="22"/>
                  </a:cubicBezTo>
                  <a:cubicBezTo>
                    <a:pt x="30" y="6"/>
                    <a:pt x="15" y="0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6" name="Freeform 1844">
              <a:extLst>
                <a:ext uri="{FF2B5EF4-FFF2-40B4-BE49-F238E27FC236}">
                  <a16:creationId xmlns:a16="http://schemas.microsoft.com/office/drawing/2014/main" id="{F7F617AE-C6BE-493F-8EAC-6B90D568C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3126"/>
              <a:ext cx="67" cy="88"/>
            </a:xfrm>
            <a:custGeom>
              <a:avLst/>
              <a:gdLst>
                <a:gd name="T0" fmla="*/ 132 w 35"/>
                <a:gd name="T1" fmla="*/ 352 h 43"/>
                <a:gd name="T2" fmla="*/ 36 w 35"/>
                <a:gd name="T3" fmla="*/ 284 h 43"/>
                <a:gd name="T4" fmla="*/ 15 w 35"/>
                <a:gd name="T5" fmla="*/ 139 h 43"/>
                <a:gd name="T6" fmla="*/ 48 w 35"/>
                <a:gd name="T7" fmla="*/ 0 h 43"/>
                <a:gd name="T8" fmla="*/ 8 w 35"/>
                <a:gd name="T9" fmla="*/ 147 h 43"/>
                <a:gd name="T10" fmla="*/ 29 w 35"/>
                <a:gd name="T11" fmla="*/ 301 h 43"/>
                <a:gd name="T12" fmla="*/ 124 w 35"/>
                <a:gd name="T13" fmla="*/ 360 h 43"/>
                <a:gd name="T14" fmla="*/ 245 w 35"/>
                <a:gd name="T15" fmla="*/ 284 h 43"/>
                <a:gd name="T16" fmla="*/ 132 w 35"/>
                <a:gd name="T17" fmla="*/ 352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43">
                  <a:moveTo>
                    <a:pt x="19" y="41"/>
                  </a:moveTo>
                  <a:cubicBezTo>
                    <a:pt x="13" y="41"/>
                    <a:pt x="9" y="37"/>
                    <a:pt x="5" y="33"/>
                  </a:cubicBezTo>
                  <a:cubicBezTo>
                    <a:pt x="1" y="29"/>
                    <a:pt x="1" y="23"/>
                    <a:pt x="2" y="16"/>
                  </a:cubicBezTo>
                  <a:cubicBezTo>
                    <a:pt x="4" y="8"/>
                    <a:pt x="5" y="3"/>
                    <a:pt x="7" y="0"/>
                  </a:cubicBezTo>
                  <a:cubicBezTo>
                    <a:pt x="4" y="3"/>
                    <a:pt x="3" y="8"/>
                    <a:pt x="1" y="17"/>
                  </a:cubicBezTo>
                  <a:cubicBezTo>
                    <a:pt x="0" y="24"/>
                    <a:pt x="0" y="30"/>
                    <a:pt x="4" y="35"/>
                  </a:cubicBezTo>
                  <a:cubicBezTo>
                    <a:pt x="8" y="39"/>
                    <a:pt x="12" y="42"/>
                    <a:pt x="18" y="42"/>
                  </a:cubicBezTo>
                  <a:cubicBezTo>
                    <a:pt x="25" y="43"/>
                    <a:pt x="31" y="39"/>
                    <a:pt x="35" y="33"/>
                  </a:cubicBezTo>
                  <a:cubicBezTo>
                    <a:pt x="31" y="38"/>
                    <a:pt x="25" y="41"/>
                    <a:pt x="19" y="41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7" name="Freeform 1845">
              <a:extLst>
                <a:ext uri="{FF2B5EF4-FFF2-40B4-BE49-F238E27FC236}">
                  <a16:creationId xmlns:a16="http://schemas.microsoft.com/office/drawing/2014/main" id="{18ECF98F-F70A-4320-900F-47252A775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120"/>
              <a:ext cx="48" cy="78"/>
            </a:xfrm>
            <a:custGeom>
              <a:avLst/>
              <a:gdLst>
                <a:gd name="T0" fmla="*/ 44 w 25"/>
                <a:gd name="T1" fmla="*/ 88 h 38"/>
                <a:gd name="T2" fmla="*/ 156 w 25"/>
                <a:gd name="T3" fmla="*/ 197 h 38"/>
                <a:gd name="T4" fmla="*/ 36 w 25"/>
                <a:gd name="T5" fmla="*/ 287 h 38"/>
                <a:gd name="T6" fmla="*/ 44 w 25"/>
                <a:gd name="T7" fmla="*/ 8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8">
                  <a:moveTo>
                    <a:pt x="6" y="10"/>
                  </a:moveTo>
                  <a:cubicBezTo>
                    <a:pt x="13" y="0"/>
                    <a:pt x="25" y="9"/>
                    <a:pt x="22" y="23"/>
                  </a:cubicBezTo>
                  <a:cubicBezTo>
                    <a:pt x="19" y="38"/>
                    <a:pt x="9" y="37"/>
                    <a:pt x="5" y="33"/>
                  </a:cubicBezTo>
                  <a:cubicBezTo>
                    <a:pt x="0" y="29"/>
                    <a:pt x="1" y="15"/>
                    <a:pt x="6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8" name="Freeform 1846">
              <a:extLst>
                <a:ext uri="{FF2B5EF4-FFF2-40B4-BE49-F238E27FC236}">
                  <a16:creationId xmlns:a16="http://schemas.microsoft.com/office/drawing/2014/main" id="{F4A9D680-764E-4830-85F2-4FC9B4C4D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28"/>
              <a:ext cx="25" cy="64"/>
            </a:xfrm>
            <a:custGeom>
              <a:avLst/>
              <a:gdLst>
                <a:gd name="T0" fmla="*/ 0 w 13"/>
                <a:gd name="T1" fmla="*/ 17 h 31"/>
                <a:gd name="T2" fmla="*/ 56 w 13"/>
                <a:gd name="T3" fmla="*/ 175 h 31"/>
                <a:gd name="T4" fmla="*/ 0 w 13"/>
                <a:gd name="T5" fmla="*/ 273 h 31"/>
                <a:gd name="T6" fmla="*/ 77 w 13"/>
                <a:gd name="T7" fmla="*/ 167 h 31"/>
                <a:gd name="T8" fmla="*/ 0 w 13"/>
                <a:gd name="T9" fmla="*/ 1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0" y="2"/>
                  </a:moveTo>
                  <a:cubicBezTo>
                    <a:pt x="6" y="2"/>
                    <a:pt x="11" y="10"/>
                    <a:pt x="8" y="20"/>
                  </a:cubicBezTo>
                  <a:cubicBezTo>
                    <a:pt x="7" y="27"/>
                    <a:pt x="3" y="31"/>
                    <a:pt x="0" y="31"/>
                  </a:cubicBezTo>
                  <a:cubicBezTo>
                    <a:pt x="4" y="31"/>
                    <a:pt x="9" y="29"/>
                    <a:pt x="11" y="19"/>
                  </a:cubicBezTo>
                  <a:cubicBezTo>
                    <a:pt x="13" y="8"/>
                    <a:pt x="6" y="0"/>
                    <a:pt x="0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9" name="Freeform 1847">
              <a:extLst>
                <a:ext uri="{FF2B5EF4-FFF2-40B4-BE49-F238E27FC236}">
                  <a16:creationId xmlns:a16="http://schemas.microsoft.com/office/drawing/2014/main" id="{D5C25014-DFBF-4A49-928B-FA26A0B3F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146"/>
              <a:ext cx="4" cy="35"/>
            </a:xfrm>
            <a:custGeom>
              <a:avLst/>
              <a:gdLst>
                <a:gd name="T0" fmla="*/ 16 w 2"/>
                <a:gd name="T1" fmla="*/ 0 h 17"/>
                <a:gd name="T2" fmla="*/ 16 w 2"/>
                <a:gd name="T3" fmla="*/ 148 h 17"/>
                <a:gd name="T4" fmla="*/ 16 w 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0" y="5"/>
                    <a:pt x="0" y="13"/>
                    <a:pt x="2" y="17"/>
                  </a:cubicBezTo>
                  <a:cubicBezTo>
                    <a:pt x="1" y="13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0" name="Freeform 1848">
              <a:extLst>
                <a:ext uri="{FF2B5EF4-FFF2-40B4-BE49-F238E27FC236}">
                  <a16:creationId xmlns:a16="http://schemas.microsoft.com/office/drawing/2014/main" id="{D06B24B3-500D-4244-868C-CB1C56784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134"/>
              <a:ext cx="19" cy="52"/>
            </a:xfrm>
            <a:custGeom>
              <a:avLst/>
              <a:gdLst>
                <a:gd name="T0" fmla="*/ 15 w 10"/>
                <a:gd name="T1" fmla="*/ 225 h 25"/>
                <a:gd name="T2" fmla="*/ 0 w 10"/>
                <a:gd name="T3" fmla="*/ 0 h 25"/>
                <a:gd name="T4" fmla="*/ 15 w 10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2" y="25"/>
                  </a:moveTo>
                  <a:cubicBezTo>
                    <a:pt x="4" y="22"/>
                    <a:pt x="9" y="7"/>
                    <a:pt x="0" y="0"/>
                  </a:cubicBezTo>
                  <a:cubicBezTo>
                    <a:pt x="5" y="2"/>
                    <a:pt x="10" y="14"/>
                    <a:pt x="2" y="25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1" name="Freeform 1849">
              <a:extLst>
                <a:ext uri="{FF2B5EF4-FFF2-40B4-BE49-F238E27FC236}">
                  <a16:creationId xmlns:a16="http://schemas.microsoft.com/office/drawing/2014/main" id="{73FB37ED-F1A9-469E-B76F-CDBC4AEEA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101"/>
              <a:ext cx="87" cy="116"/>
            </a:xfrm>
            <a:custGeom>
              <a:avLst/>
              <a:gdLst>
                <a:gd name="T0" fmla="*/ 8 w 45"/>
                <a:gd name="T1" fmla="*/ 257 h 56"/>
                <a:gd name="T2" fmla="*/ 29 w 45"/>
                <a:gd name="T3" fmla="*/ 425 h 56"/>
                <a:gd name="T4" fmla="*/ 145 w 45"/>
                <a:gd name="T5" fmla="*/ 497 h 56"/>
                <a:gd name="T6" fmla="*/ 296 w 45"/>
                <a:gd name="T7" fmla="*/ 205 h 56"/>
                <a:gd name="T8" fmla="*/ 101 w 45"/>
                <a:gd name="T9" fmla="*/ 44 h 56"/>
                <a:gd name="T10" fmla="*/ 8 w 45"/>
                <a:gd name="T11" fmla="*/ 25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6">
                  <a:moveTo>
                    <a:pt x="1" y="29"/>
                  </a:moveTo>
                  <a:cubicBezTo>
                    <a:pt x="0" y="36"/>
                    <a:pt x="0" y="42"/>
                    <a:pt x="4" y="48"/>
                  </a:cubicBezTo>
                  <a:cubicBezTo>
                    <a:pt x="8" y="52"/>
                    <a:pt x="13" y="55"/>
                    <a:pt x="20" y="56"/>
                  </a:cubicBezTo>
                  <a:cubicBezTo>
                    <a:pt x="33" y="56"/>
                    <a:pt x="45" y="39"/>
                    <a:pt x="41" y="23"/>
                  </a:cubicBezTo>
                  <a:cubicBezTo>
                    <a:pt x="38" y="6"/>
                    <a:pt x="23" y="0"/>
                    <a:pt x="14" y="5"/>
                  </a:cubicBezTo>
                  <a:cubicBezTo>
                    <a:pt x="5" y="10"/>
                    <a:pt x="4" y="15"/>
                    <a:pt x="1" y="29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2" name="Freeform 1850">
              <a:extLst>
                <a:ext uri="{FF2B5EF4-FFF2-40B4-BE49-F238E27FC236}">
                  <a16:creationId xmlns:a16="http://schemas.microsoft.com/office/drawing/2014/main" id="{E361ED75-CB37-440E-B43E-E69E9F83A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128"/>
              <a:ext cx="36" cy="66"/>
            </a:xfrm>
            <a:custGeom>
              <a:avLst/>
              <a:gdLst>
                <a:gd name="T0" fmla="*/ 8 w 19"/>
                <a:gd name="T1" fmla="*/ 52 h 32"/>
                <a:gd name="T2" fmla="*/ 76 w 19"/>
                <a:gd name="T3" fmla="*/ 25 h 32"/>
                <a:gd name="T4" fmla="*/ 108 w 19"/>
                <a:gd name="T5" fmla="*/ 165 h 32"/>
                <a:gd name="T6" fmla="*/ 53 w 19"/>
                <a:gd name="T7" fmla="*/ 272 h 32"/>
                <a:gd name="T8" fmla="*/ 0 w 19"/>
                <a:gd name="T9" fmla="*/ 256 h 32"/>
                <a:gd name="T10" fmla="*/ 0 w 19"/>
                <a:gd name="T11" fmla="*/ 256 h 32"/>
                <a:gd name="T12" fmla="*/ 53 w 19"/>
                <a:gd name="T13" fmla="*/ 272 h 32"/>
                <a:gd name="T14" fmla="*/ 116 w 19"/>
                <a:gd name="T15" fmla="*/ 165 h 32"/>
                <a:gd name="T16" fmla="*/ 76 w 19"/>
                <a:gd name="T17" fmla="*/ 17 h 32"/>
                <a:gd name="T18" fmla="*/ 8 w 19"/>
                <a:gd name="T19" fmla="*/ 52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2">
                  <a:moveTo>
                    <a:pt x="1" y="6"/>
                  </a:moveTo>
                  <a:cubicBezTo>
                    <a:pt x="4" y="2"/>
                    <a:pt x="7" y="1"/>
                    <a:pt x="11" y="3"/>
                  </a:cubicBezTo>
                  <a:cubicBezTo>
                    <a:pt x="15" y="4"/>
                    <a:pt x="18" y="11"/>
                    <a:pt x="16" y="19"/>
                  </a:cubicBezTo>
                  <a:cubicBezTo>
                    <a:pt x="15" y="27"/>
                    <a:pt x="11" y="30"/>
                    <a:pt x="8" y="31"/>
                  </a:cubicBezTo>
                  <a:cubicBezTo>
                    <a:pt x="5" y="32"/>
                    <a:pt x="2" y="31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2" y="31"/>
                    <a:pt x="5" y="32"/>
                    <a:pt x="8" y="31"/>
                  </a:cubicBezTo>
                  <a:cubicBezTo>
                    <a:pt x="11" y="30"/>
                    <a:pt x="15" y="27"/>
                    <a:pt x="17" y="19"/>
                  </a:cubicBezTo>
                  <a:cubicBezTo>
                    <a:pt x="19" y="10"/>
                    <a:pt x="15" y="4"/>
                    <a:pt x="11" y="2"/>
                  </a:cubicBezTo>
                  <a:cubicBezTo>
                    <a:pt x="7" y="0"/>
                    <a:pt x="4" y="2"/>
                    <a:pt x="1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3" name="Freeform 1851">
              <a:extLst>
                <a:ext uri="{FF2B5EF4-FFF2-40B4-BE49-F238E27FC236}">
                  <a16:creationId xmlns:a16="http://schemas.microsoft.com/office/drawing/2014/main" id="{530688BF-E089-45FE-82CD-12F11A3BD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858"/>
              <a:ext cx="139" cy="130"/>
            </a:xfrm>
            <a:custGeom>
              <a:avLst/>
              <a:gdLst>
                <a:gd name="T0" fmla="*/ 172 w 72"/>
                <a:gd name="T1" fmla="*/ 52 h 63"/>
                <a:gd name="T2" fmla="*/ 29 w 72"/>
                <a:gd name="T3" fmla="*/ 184 h 63"/>
                <a:gd name="T4" fmla="*/ 23 w 72"/>
                <a:gd name="T5" fmla="*/ 380 h 63"/>
                <a:gd name="T6" fmla="*/ 396 w 72"/>
                <a:gd name="T7" fmla="*/ 440 h 63"/>
                <a:gd name="T8" fmla="*/ 432 w 72"/>
                <a:gd name="T9" fmla="*/ 52 h 63"/>
                <a:gd name="T10" fmla="*/ 172 w 72"/>
                <a:gd name="T11" fmla="*/ 5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3">
                  <a:moveTo>
                    <a:pt x="24" y="6"/>
                  </a:moveTo>
                  <a:cubicBezTo>
                    <a:pt x="15" y="9"/>
                    <a:pt x="8" y="12"/>
                    <a:pt x="4" y="21"/>
                  </a:cubicBezTo>
                  <a:cubicBezTo>
                    <a:pt x="1" y="27"/>
                    <a:pt x="0" y="35"/>
                    <a:pt x="3" y="43"/>
                  </a:cubicBezTo>
                  <a:cubicBezTo>
                    <a:pt x="11" y="59"/>
                    <a:pt x="37" y="63"/>
                    <a:pt x="55" y="50"/>
                  </a:cubicBezTo>
                  <a:cubicBezTo>
                    <a:pt x="72" y="36"/>
                    <a:pt x="71" y="15"/>
                    <a:pt x="60" y="6"/>
                  </a:cubicBezTo>
                  <a:cubicBezTo>
                    <a:pt x="49" y="0"/>
                    <a:pt x="42" y="1"/>
                    <a:pt x="24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4" name="Freeform 1852">
              <a:extLst>
                <a:ext uri="{FF2B5EF4-FFF2-40B4-BE49-F238E27FC236}">
                  <a16:creationId xmlns:a16="http://schemas.microsoft.com/office/drawing/2014/main" id="{B85555C6-84D0-4EA7-86A9-FABCF6665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866"/>
              <a:ext cx="92" cy="111"/>
            </a:xfrm>
            <a:custGeom>
              <a:avLst/>
              <a:gdLst>
                <a:gd name="T0" fmla="*/ 253 w 48"/>
                <a:gd name="T1" fmla="*/ 33 h 54"/>
                <a:gd name="T2" fmla="*/ 184 w 48"/>
                <a:gd name="T3" fmla="*/ 0 h 54"/>
                <a:gd name="T4" fmla="*/ 240 w 48"/>
                <a:gd name="T5" fmla="*/ 25 h 54"/>
                <a:gd name="T6" fmla="*/ 205 w 48"/>
                <a:gd name="T7" fmla="*/ 380 h 54"/>
                <a:gd name="T8" fmla="*/ 0 w 48"/>
                <a:gd name="T9" fmla="*/ 452 h 54"/>
                <a:gd name="T10" fmla="*/ 217 w 48"/>
                <a:gd name="T11" fmla="*/ 388 h 54"/>
                <a:gd name="T12" fmla="*/ 253 w 48"/>
                <a:gd name="T13" fmla="*/ 3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4">
                  <a:moveTo>
                    <a:pt x="36" y="4"/>
                  </a:moveTo>
                  <a:cubicBezTo>
                    <a:pt x="32" y="1"/>
                    <a:pt x="29" y="0"/>
                    <a:pt x="26" y="0"/>
                  </a:cubicBezTo>
                  <a:cubicBezTo>
                    <a:pt x="28" y="0"/>
                    <a:pt x="31" y="1"/>
                    <a:pt x="34" y="3"/>
                  </a:cubicBezTo>
                  <a:cubicBezTo>
                    <a:pt x="44" y="11"/>
                    <a:pt x="46" y="32"/>
                    <a:pt x="29" y="44"/>
                  </a:cubicBezTo>
                  <a:cubicBezTo>
                    <a:pt x="20" y="51"/>
                    <a:pt x="9" y="53"/>
                    <a:pt x="0" y="52"/>
                  </a:cubicBezTo>
                  <a:cubicBezTo>
                    <a:pt x="10" y="54"/>
                    <a:pt x="22" y="52"/>
                    <a:pt x="31" y="45"/>
                  </a:cubicBezTo>
                  <a:cubicBezTo>
                    <a:pt x="48" y="32"/>
                    <a:pt x="47" y="11"/>
                    <a:pt x="3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5" name="Freeform 1853">
              <a:extLst>
                <a:ext uri="{FF2B5EF4-FFF2-40B4-BE49-F238E27FC236}">
                  <a16:creationId xmlns:a16="http://schemas.microsoft.com/office/drawing/2014/main" id="{0D03BE57-7CF1-474B-A03F-63DDA920B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862"/>
              <a:ext cx="91" cy="111"/>
            </a:xfrm>
            <a:custGeom>
              <a:avLst/>
              <a:gdLst>
                <a:gd name="T0" fmla="*/ 45 w 47"/>
                <a:gd name="T1" fmla="*/ 347 h 54"/>
                <a:gd name="T2" fmla="*/ 52 w 47"/>
                <a:gd name="T3" fmla="*/ 164 h 54"/>
                <a:gd name="T4" fmla="*/ 180 w 47"/>
                <a:gd name="T5" fmla="*/ 51 h 54"/>
                <a:gd name="T6" fmla="*/ 341 w 47"/>
                <a:gd name="T7" fmla="*/ 16 h 54"/>
                <a:gd name="T8" fmla="*/ 168 w 47"/>
                <a:gd name="T9" fmla="*/ 43 h 54"/>
                <a:gd name="T10" fmla="*/ 29 w 47"/>
                <a:gd name="T11" fmla="*/ 164 h 54"/>
                <a:gd name="T12" fmla="*/ 29 w 47"/>
                <a:gd name="T13" fmla="*/ 347 h 54"/>
                <a:gd name="T14" fmla="*/ 180 w 47"/>
                <a:gd name="T15" fmla="*/ 469 h 54"/>
                <a:gd name="T16" fmla="*/ 45 w 47"/>
                <a:gd name="T17" fmla="*/ 347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4">
                  <a:moveTo>
                    <a:pt x="6" y="40"/>
                  </a:moveTo>
                  <a:cubicBezTo>
                    <a:pt x="3" y="33"/>
                    <a:pt x="4" y="26"/>
                    <a:pt x="7" y="19"/>
                  </a:cubicBezTo>
                  <a:cubicBezTo>
                    <a:pt x="10" y="12"/>
                    <a:pt x="17" y="9"/>
                    <a:pt x="25" y="6"/>
                  </a:cubicBezTo>
                  <a:cubicBezTo>
                    <a:pt x="36" y="3"/>
                    <a:pt x="42" y="1"/>
                    <a:pt x="47" y="2"/>
                  </a:cubicBezTo>
                  <a:cubicBezTo>
                    <a:pt x="41" y="0"/>
                    <a:pt x="35" y="2"/>
                    <a:pt x="23" y="5"/>
                  </a:cubicBezTo>
                  <a:cubicBezTo>
                    <a:pt x="15" y="8"/>
                    <a:pt x="8" y="11"/>
                    <a:pt x="4" y="19"/>
                  </a:cubicBezTo>
                  <a:cubicBezTo>
                    <a:pt x="1" y="25"/>
                    <a:pt x="0" y="33"/>
                    <a:pt x="4" y="40"/>
                  </a:cubicBezTo>
                  <a:cubicBezTo>
                    <a:pt x="7" y="48"/>
                    <a:pt x="16" y="53"/>
                    <a:pt x="25" y="54"/>
                  </a:cubicBezTo>
                  <a:cubicBezTo>
                    <a:pt x="17" y="52"/>
                    <a:pt x="9" y="48"/>
                    <a:pt x="6" y="4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6" name="Freeform 1854">
              <a:extLst>
                <a:ext uri="{FF2B5EF4-FFF2-40B4-BE49-F238E27FC236}">
                  <a16:creationId xmlns:a16="http://schemas.microsoft.com/office/drawing/2014/main" id="{4961FE9E-F85B-497C-8567-AAB808CF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885"/>
              <a:ext cx="89" cy="68"/>
            </a:xfrm>
            <a:custGeom>
              <a:avLst/>
              <a:gdLst>
                <a:gd name="T0" fmla="*/ 224 w 46"/>
                <a:gd name="T1" fmla="*/ 8 h 33"/>
                <a:gd name="T2" fmla="*/ 172 w 46"/>
                <a:gd name="T3" fmla="*/ 247 h 33"/>
                <a:gd name="T4" fmla="*/ 15 w 46"/>
                <a:gd name="T5" fmla="*/ 124 h 33"/>
                <a:gd name="T6" fmla="*/ 224 w 46"/>
                <a:gd name="T7" fmla="*/ 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3">
                  <a:moveTo>
                    <a:pt x="31" y="1"/>
                  </a:moveTo>
                  <a:cubicBezTo>
                    <a:pt x="46" y="5"/>
                    <a:pt x="42" y="24"/>
                    <a:pt x="24" y="28"/>
                  </a:cubicBezTo>
                  <a:cubicBezTo>
                    <a:pt x="5" y="33"/>
                    <a:pt x="0" y="21"/>
                    <a:pt x="2" y="14"/>
                  </a:cubicBezTo>
                  <a:cubicBezTo>
                    <a:pt x="4" y="6"/>
                    <a:pt x="21" y="0"/>
                    <a:pt x="3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7" name="Freeform 1855">
              <a:extLst>
                <a:ext uri="{FF2B5EF4-FFF2-40B4-BE49-F238E27FC236}">
                  <a16:creationId xmlns:a16="http://schemas.microsoft.com/office/drawing/2014/main" id="{580B3E9B-4DF5-4870-A04E-99E307342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95"/>
              <a:ext cx="79" cy="53"/>
            </a:xfrm>
            <a:custGeom>
              <a:avLst/>
              <a:gdLst>
                <a:gd name="T0" fmla="*/ 249 w 41"/>
                <a:gd name="T1" fmla="*/ 0 h 26"/>
                <a:gd name="T2" fmla="*/ 137 w 41"/>
                <a:gd name="T3" fmla="*/ 179 h 26"/>
                <a:gd name="T4" fmla="*/ 0 w 41"/>
                <a:gd name="T5" fmla="*/ 153 h 26"/>
                <a:gd name="T6" fmla="*/ 148 w 41"/>
                <a:gd name="T7" fmla="*/ 196 h 26"/>
                <a:gd name="T8" fmla="*/ 249 w 41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6">
                  <a:moveTo>
                    <a:pt x="35" y="0"/>
                  </a:moveTo>
                  <a:cubicBezTo>
                    <a:pt x="38" y="7"/>
                    <a:pt x="32" y="18"/>
                    <a:pt x="19" y="21"/>
                  </a:cubicBezTo>
                  <a:cubicBezTo>
                    <a:pt x="9" y="23"/>
                    <a:pt x="3" y="21"/>
                    <a:pt x="0" y="18"/>
                  </a:cubicBezTo>
                  <a:cubicBezTo>
                    <a:pt x="2" y="23"/>
                    <a:pt x="9" y="26"/>
                    <a:pt x="21" y="23"/>
                  </a:cubicBezTo>
                  <a:cubicBezTo>
                    <a:pt x="35" y="20"/>
                    <a:pt x="41" y="7"/>
                    <a:pt x="35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8" name="Freeform 1856">
              <a:extLst>
                <a:ext uri="{FF2B5EF4-FFF2-40B4-BE49-F238E27FC236}">
                  <a16:creationId xmlns:a16="http://schemas.microsoft.com/office/drawing/2014/main" id="{C2478EE1-7C96-4F68-9D7B-A4781B861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887"/>
              <a:ext cx="39" cy="18"/>
            </a:xfrm>
            <a:custGeom>
              <a:avLst/>
              <a:gdLst>
                <a:gd name="T0" fmla="*/ 148 w 20"/>
                <a:gd name="T1" fmla="*/ 0 h 9"/>
                <a:gd name="T2" fmla="*/ 0 w 20"/>
                <a:gd name="T3" fmla="*/ 72 h 9"/>
                <a:gd name="T4" fmla="*/ 148 w 2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cubicBezTo>
                    <a:pt x="13" y="0"/>
                    <a:pt x="3" y="5"/>
                    <a:pt x="0" y="9"/>
                  </a:cubicBezTo>
                  <a:cubicBezTo>
                    <a:pt x="4" y="6"/>
                    <a:pt x="13" y="1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9" name="Freeform 1857">
              <a:extLst>
                <a:ext uri="{FF2B5EF4-FFF2-40B4-BE49-F238E27FC236}">
                  <a16:creationId xmlns:a16="http://schemas.microsoft.com/office/drawing/2014/main" id="{27A6CA8B-52C3-4261-914A-300AFB6F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913"/>
              <a:ext cx="56" cy="42"/>
            </a:xfrm>
            <a:custGeom>
              <a:avLst/>
              <a:gdLst>
                <a:gd name="T0" fmla="*/ 0 w 29"/>
                <a:gd name="T1" fmla="*/ 149 h 20"/>
                <a:gd name="T2" fmla="*/ 209 w 29"/>
                <a:gd name="T3" fmla="*/ 0 h 20"/>
                <a:gd name="T4" fmla="*/ 0 w 29"/>
                <a:gd name="T5" fmla="*/ 1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16"/>
                  </a:moveTo>
                  <a:cubicBezTo>
                    <a:pt x="5" y="17"/>
                    <a:pt x="25" y="15"/>
                    <a:pt x="29" y="0"/>
                  </a:cubicBezTo>
                  <a:cubicBezTo>
                    <a:pt x="29" y="6"/>
                    <a:pt x="18" y="20"/>
                    <a:pt x="0" y="16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0" name="Freeform 1858">
              <a:extLst>
                <a:ext uri="{FF2B5EF4-FFF2-40B4-BE49-F238E27FC236}">
                  <a16:creationId xmlns:a16="http://schemas.microsoft.com/office/drawing/2014/main" id="{3577AD72-ED70-4D78-A98B-B5C26E13B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858"/>
              <a:ext cx="139" cy="130"/>
            </a:xfrm>
            <a:custGeom>
              <a:avLst/>
              <a:gdLst>
                <a:gd name="T0" fmla="*/ 172 w 72"/>
                <a:gd name="T1" fmla="*/ 52 h 63"/>
                <a:gd name="T2" fmla="*/ 29 w 72"/>
                <a:gd name="T3" fmla="*/ 184 h 63"/>
                <a:gd name="T4" fmla="*/ 23 w 72"/>
                <a:gd name="T5" fmla="*/ 380 h 63"/>
                <a:gd name="T6" fmla="*/ 396 w 72"/>
                <a:gd name="T7" fmla="*/ 440 h 63"/>
                <a:gd name="T8" fmla="*/ 432 w 72"/>
                <a:gd name="T9" fmla="*/ 52 h 63"/>
                <a:gd name="T10" fmla="*/ 172 w 72"/>
                <a:gd name="T11" fmla="*/ 5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3">
                  <a:moveTo>
                    <a:pt x="24" y="6"/>
                  </a:moveTo>
                  <a:cubicBezTo>
                    <a:pt x="15" y="9"/>
                    <a:pt x="8" y="12"/>
                    <a:pt x="4" y="21"/>
                  </a:cubicBezTo>
                  <a:cubicBezTo>
                    <a:pt x="1" y="27"/>
                    <a:pt x="0" y="35"/>
                    <a:pt x="3" y="43"/>
                  </a:cubicBezTo>
                  <a:cubicBezTo>
                    <a:pt x="11" y="59"/>
                    <a:pt x="37" y="63"/>
                    <a:pt x="55" y="50"/>
                  </a:cubicBezTo>
                  <a:cubicBezTo>
                    <a:pt x="72" y="36"/>
                    <a:pt x="71" y="15"/>
                    <a:pt x="60" y="6"/>
                  </a:cubicBezTo>
                  <a:cubicBezTo>
                    <a:pt x="49" y="0"/>
                    <a:pt x="42" y="1"/>
                    <a:pt x="24" y="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1" name="Freeform 1859">
              <a:extLst>
                <a:ext uri="{FF2B5EF4-FFF2-40B4-BE49-F238E27FC236}">
                  <a16:creationId xmlns:a16="http://schemas.microsoft.com/office/drawing/2014/main" id="{4B0DDEEE-0968-4442-A526-387F75417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887"/>
              <a:ext cx="78" cy="61"/>
            </a:xfrm>
            <a:custGeom>
              <a:avLst/>
              <a:gdLst>
                <a:gd name="T0" fmla="*/ 224 w 40"/>
                <a:gd name="T1" fmla="*/ 0 h 30"/>
                <a:gd name="T2" fmla="*/ 289 w 40"/>
                <a:gd name="T3" fmla="*/ 92 h 30"/>
                <a:gd name="T4" fmla="*/ 172 w 40"/>
                <a:gd name="T5" fmla="*/ 228 h 30"/>
                <a:gd name="T6" fmla="*/ 31 w 40"/>
                <a:gd name="T7" fmla="*/ 203 h 30"/>
                <a:gd name="T8" fmla="*/ 8 w 40"/>
                <a:gd name="T9" fmla="*/ 108 h 30"/>
                <a:gd name="T10" fmla="*/ 8 w 40"/>
                <a:gd name="T11" fmla="*/ 108 h 30"/>
                <a:gd name="T12" fmla="*/ 31 w 40"/>
                <a:gd name="T13" fmla="*/ 211 h 30"/>
                <a:gd name="T14" fmla="*/ 172 w 40"/>
                <a:gd name="T15" fmla="*/ 236 h 30"/>
                <a:gd name="T16" fmla="*/ 296 w 40"/>
                <a:gd name="T17" fmla="*/ 92 h 30"/>
                <a:gd name="T18" fmla="*/ 224 w 40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0">
                  <a:moveTo>
                    <a:pt x="30" y="0"/>
                  </a:moveTo>
                  <a:cubicBezTo>
                    <a:pt x="36" y="2"/>
                    <a:pt x="39" y="6"/>
                    <a:pt x="39" y="11"/>
                  </a:cubicBezTo>
                  <a:cubicBezTo>
                    <a:pt x="39" y="17"/>
                    <a:pt x="34" y="24"/>
                    <a:pt x="23" y="27"/>
                  </a:cubicBezTo>
                  <a:cubicBezTo>
                    <a:pt x="12" y="30"/>
                    <a:pt x="7" y="27"/>
                    <a:pt x="4" y="24"/>
                  </a:cubicBezTo>
                  <a:cubicBezTo>
                    <a:pt x="1" y="21"/>
                    <a:pt x="0" y="16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7"/>
                    <a:pt x="1" y="21"/>
                    <a:pt x="4" y="25"/>
                  </a:cubicBezTo>
                  <a:cubicBezTo>
                    <a:pt x="7" y="28"/>
                    <a:pt x="12" y="30"/>
                    <a:pt x="23" y="28"/>
                  </a:cubicBezTo>
                  <a:cubicBezTo>
                    <a:pt x="34" y="25"/>
                    <a:pt x="40" y="17"/>
                    <a:pt x="40" y="11"/>
                  </a:cubicBezTo>
                  <a:cubicBezTo>
                    <a:pt x="40" y="6"/>
                    <a:pt x="36" y="2"/>
                    <a:pt x="3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2" name="Freeform 1860">
              <a:extLst>
                <a:ext uri="{FF2B5EF4-FFF2-40B4-BE49-F238E27FC236}">
                  <a16:creationId xmlns:a16="http://schemas.microsoft.com/office/drawing/2014/main" id="{F4E58FCA-C1AE-41AB-B9C0-41ADE9D10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775"/>
              <a:ext cx="118" cy="112"/>
            </a:xfrm>
            <a:custGeom>
              <a:avLst/>
              <a:gdLst>
                <a:gd name="T0" fmla="*/ 153 w 61"/>
                <a:gd name="T1" fmla="*/ 52 h 54"/>
                <a:gd name="T2" fmla="*/ 29 w 61"/>
                <a:gd name="T3" fmla="*/ 160 h 54"/>
                <a:gd name="T4" fmla="*/ 23 w 61"/>
                <a:gd name="T5" fmla="*/ 332 h 54"/>
                <a:gd name="T6" fmla="*/ 340 w 61"/>
                <a:gd name="T7" fmla="*/ 373 h 54"/>
                <a:gd name="T8" fmla="*/ 371 w 61"/>
                <a:gd name="T9" fmla="*/ 52 h 54"/>
                <a:gd name="T10" fmla="*/ 153 w 61"/>
                <a:gd name="T11" fmla="*/ 52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54">
                  <a:moveTo>
                    <a:pt x="21" y="6"/>
                  </a:moveTo>
                  <a:cubicBezTo>
                    <a:pt x="13" y="8"/>
                    <a:pt x="7" y="11"/>
                    <a:pt x="4" y="18"/>
                  </a:cubicBezTo>
                  <a:cubicBezTo>
                    <a:pt x="1" y="24"/>
                    <a:pt x="0" y="30"/>
                    <a:pt x="3" y="37"/>
                  </a:cubicBezTo>
                  <a:cubicBezTo>
                    <a:pt x="10" y="51"/>
                    <a:pt x="32" y="54"/>
                    <a:pt x="47" y="42"/>
                  </a:cubicBezTo>
                  <a:cubicBezTo>
                    <a:pt x="61" y="31"/>
                    <a:pt x="60" y="13"/>
                    <a:pt x="51" y="6"/>
                  </a:cubicBezTo>
                  <a:cubicBezTo>
                    <a:pt x="42" y="0"/>
                    <a:pt x="36" y="1"/>
                    <a:pt x="21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3" name="Freeform 1861">
              <a:extLst>
                <a:ext uri="{FF2B5EF4-FFF2-40B4-BE49-F238E27FC236}">
                  <a16:creationId xmlns:a16="http://schemas.microsoft.com/office/drawing/2014/main" id="{97B9DDB8-8005-415D-A22E-A907C13BD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781"/>
              <a:ext cx="77" cy="95"/>
            </a:xfrm>
            <a:custGeom>
              <a:avLst/>
              <a:gdLst>
                <a:gd name="T0" fmla="*/ 216 w 40"/>
                <a:gd name="T1" fmla="*/ 35 h 46"/>
                <a:gd name="T2" fmla="*/ 148 w 40"/>
                <a:gd name="T3" fmla="*/ 0 h 46"/>
                <a:gd name="T4" fmla="*/ 200 w 40"/>
                <a:gd name="T5" fmla="*/ 35 h 46"/>
                <a:gd name="T6" fmla="*/ 171 w 40"/>
                <a:gd name="T7" fmla="*/ 333 h 46"/>
                <a:gd name="T8" fmla="*/ 0 w 40"/>
                <a:gd name="T9" fmla="*/ 388 h 46"/>
                <a:gd name="T10" fmla="*/ 185 w 40"/>
                <a:gd name="T11" fmla="*/ 345 h 46"/>
                <a:gd name="T12" fmla="*/ 216 w 40"/>
                <a:gd name="T13" fmla="*/ 3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6">
                  <a:moveTo>
                    <a:pt x="30" y="4"/>
                  </a:moveTo>
                  <a:cubicBezTo>
                    <a:pt x="27" y="2"/>
                    <a:pt x="24" y="1"/>
                    <a:pt x="21" y="0"/>
                  </a:cubicBezTo>
                  <a:cubicBezTo>
                    <a:pt x="24" y="1"/>
                    <a:pt x="26" y="2"/>
                    <a:pt x="28" y="4"/>
                  </a:cubicBezTo>
                  <a:cubicBezTo>
                    <a:pt x="37" y="10"/>
                    <a:pt x="38" y="27"/>
                    <a:pt x="24" y="38"/>
                  </a:cubicBezTo>
                  <a:cubicBezTo>
                    <a:pt x="17" y="44"/>
                    <a:pt x="8" y="46"/>
                    <a:pt x="0" y="44"/>
                  </a:cubicBezTo>
                  <a:cubicBezTo>
                    <a:pt x="8" y="46"/>
                    <a:pt x="18" y="45"/>
                    <a:pt x="26" y="39"/>
                  </a:cubicBezTo>
                  <a:cubicBezTo>
                    <a:pt x="40" y="28"/>
                    <a:pt x="39" y="10"/>
                    <a:pt x="30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4" name="Freeform 1862">
              <a:extLst>
                <a:ext uri="{FF2B5EF4-FFF2-40B4-BE49-F238E27FC236}">
                  <a16:creationId xmlns:a16="http://schemas.microsoft.com/office/drawing/2014/main" id="{E5315D8B-878F-4F21-B358-064559C51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781"/>
              <a:ext cx="75" cy="91"/>
            </a:xfrm>
            <a:custGeom>
              <a:avLst/>
              <a:gdLst>
                <a:gd name="T0" fmla="*/ 29 w 39"/>
                <a:gd name="T1" fmla="*/ 292 h 44"/>
                <a:gd name="T2" fmla="*/ 37 w 39"/>
                <a:gd name="T3" fmla="*/ 132 h 44"/>
                <a:gd name="T4" fmla="*/ 148 w 39"/>
                <a:gd name="T5" fmla="*/ 35 h 44"/>
                <a:gd name="T6" fmla="*/ 277 w 39"/>
                <a:gd name="T7" fmla="*/ 8 h 44"/>
                <a:gd name="T8" fmla="*/ 137 w 39"/>
                <a:gd name="T9" fmla="*/ 35 h 44"/>
                <a:gd name="T10" fmla="*/ 23 w 39"/>
                <a:gd name="T11" fmla="*/ 132 h 44"/>
                <a:gd name="T12" fmla="*/ 15 w 39"/>
                <a:gd name="T13" fmla="*/ 292 h 44"/>
                <a:gd name="T14" fmla="*/ 140 w 39"/>
                <a:gd name="T15" fmla="*/ 389 h 44"/>
                <a:gd name="T16" fmla="*/ 29 w 39"/>
                <a:gd name="T17" fmla="*/ 29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44">
                  <a:moveTo>
                    <a:pt x="4" y="33"/>
                  </a:moveTo>
                  <a:cubicBezTo>
                    <a:pt x="2" y="27"/>
                    <a:pt x="3" y="21"/>
                    <a:pt x="5" y="15"/>
                  </a:cubicBezTo>
                  <a:cubicBezTo>
                    <a:pt x="8" y="9"/>
                    <a:pt x="14" y="6"/>
                    <a:pt x="21" y="4"/>
                  </a:cubicBezTo>
                  <a:cubicBezTo>
                    <a:pt x="29" y="1"/>
                    <a:pt x="35" y="0"/>
                    <a:pt x="39" y="1"/>
                  </a:cubicBezTo>
                  <a:cubicBezTo>
                    <a:pt x="34" y="0"/>
                    <a:pt x="28" y="1"/>
                    <a:pt x="19" y="4"/>
                  </a:cubicBezTo>
                  <a:cubicBezTo>
                    <a:pt x="12" y="6"/>
                    <a:pt x="6" y="9"/>
                    <a:pt x="3" y="15"/>
                  </a:cubicBezTo>
                  <a:cubicBezTo>
                    <a:pt x="1" y="21"/>
                    <a:pt x="0" y="27"/>
                    <a:pt x="2" y="33"/>
                  </a:cubicBezTo>
                  <a:cubicBezTo>
                    <a:pt x="5" y="40"/>
                    <a:pt x="12" y="44"/>
                    <a:pt x="20" y="44"/>
                  </a:cubicBezTo>
                  <a:cubicBezTo>
                    <a:pt x="13" y="43"/>
                    <a:pt x="7" y="39"/>
                    <a:pt x="4" y="3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5" name="Freeform 1863">
              <a:extLst>
                <a:ext uri="{FF2B5EF4-FFF2-40B4-BE49-F238E27FC236}">
                  <a16:creationId xmlns:a16="http://schemas.microsoft.com/office/drawing/2014/main" id="{09A53329-A908-4FD9-A630-4B9EB257A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798"/>
              <a:ext cx="74" cy="58"/>
            </a:xfrm>
            <a:custGeom>
              <a:avLst/>
              <a:gdLst>
                <a:gd name="T0" fmla="*/ 185 w 38"/>
                <a:gd name="T1" fmla="*/ 17 h 28"/>
                <a:gd name="T2" fmla="*/ 140 w 38"/>
                <a:gd name="T3" fmla="*/ 215 h 28"/>
                <a:gd name="T4" fmla="*/ 8 w 38"/>
                <a:gd name="T5" fmla="*/ 116 h 28"/>
                <a:gd name="T6" fmla="*/ 185 w 38"/>
                <a:gd name="T7" fmla="*/ 1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8">
                  <a:moveTo>
                    <a:pt x="25" y="2"/>
                  </a:moveTo>
                  <a:cubicBezTo>
                    <a:pt x="38" y="5"/>
                    <a:pt x="35" y="20"/>
                    <a:pt x="19" y="24"/>
                  </a:cubicBezTo>
                  <a:cubicBezTo>
                    <a:pt x="4" y="28"/>
                    <a:pt x="0" y="18"/>
                    <a:pt x="1" y="13"/>
                  </a:cubicBezTo>
                  <a:cubicBezTo>
                    <a:pt x="3" y="5"/>
                    <a:pt x="17" y="0"/>
                    <a:pt x="25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6" name="Freeform 1864">
              <a:extLst>
                <a:ext uri="{FF2B5EF4-FFF2-40B4-BE49-F238E27FC236}">
                  <a16:creationId xmlns:a16="http://schemas.microsoft.com/office/drawing/2014/main" id="{E3BCDEDE-8EFE-426E-8A8F-10D0B5283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08"/>
              <a:ext cx="66" cy="46"/>
            </a:xfrm>
            <a:custGeom>
              <a:avLst/>
              <a:gdLst>
                <a:gd name="T0" fmla="*/ 212 w 34"/>
                <a:gd name="T1" fmla="*/ 0 h 22"/>
                <a:gd name="T2" fmla="*/ 116 w 34"/>
                <a:gd name="T3" fmla="*/ 157 h 22"/>
                <a:gd name="T4" fmla="*/ 0 w 34"/>
                <a:gd name="T5" fmla="*/ 128 h 22"/>
                <a:gd name="T6" fmla="*/ 124 w 34"/>
                <a:gd name="T7" fmla="*/ 176 h 22"/>
                <a:gd name="T8" fmla="*/ 212 w 3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2">
                  <a:moveTo>
                    <a:pt x="29" y="0"/>
                  </a:moveTo>
                  <a:cubicBezTo>
                    <a:pt x="32" y="6"/>
                    <a:pt x="27" y="14"/>
                    <a:pt x="16" y="17"/>
                  </a:cubicBezTo>
                  <a:cubicBezTo>
                    <a:pt x="8" y="19"/>
                    <a:pt x="3" y="17"/>
                    <a:pt x="0" y="14"/>
                  </a:cubicBezTo>
                  <a:cubicBezTo>
                    <a:pt x="2" y="19"/>
                    <a:pt x="7" y="22"/>
                    <a:pt x="17" y="19"/>
                  </a:cubicBezTo>
                  <a:cubicBezTo>
                    <a:pt x="30" y="16"/>
                    <a:pt x="34" y="6"/>
                    <a:pt x="29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7" name="Freeform 1865">
              <a:extLst>
                <a:ext uri="{FF2B5EF4-FFF2-40B4-BE49-F238E27FC236}">
                  <a16:creationId xmlns:a16="http://schemas.microsoft.com/office/drawing/2014/main" id="{416061A8-964E-42D0-9222-79839372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800"/>
              <a:ext cx="31" cy="17"/>
            </a:xfrm>
            <a:custGeom>
              <a:avLst/>
              <a:gdLst>
                <a:gd name="T0" fmla="*/ 116 w 16"/>
                <a:gd name="T1" fmla="*/ 0 h 8"/>
                <a:gd name="T2" fmla="*/ 0 w 16"/>
                <a:gd name="T3" fmla="*/ 77 h 8"/>
                <a:gd name="T4" fmla="*/ 116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cubicBezTo>
                    <a:pt x="10" y="0"/>
                    <a:pt x="2" y="4"/>
                    <a:pt x="0" y="8"/>
                  </a:cubicBezTo>
                  <a:cubicBezTo>
                    <a:pt x="3" y="6"/>
                    <a:pt x="10" y="1"/>
                    <a:pt x="1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8" name="Freeform 1866">
              <a:extLst>
                <a:ext uri="{FF2B5EF4-FFF2-40B4-BE49-F238E27FC236}">
                  <a16:creationId xmlns:a16="http://schemas.microsoft.com/office/drawing/2014/main" id="{F1A56CD5-BEC4-47D7-BC98-09C4E3D25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823"/>
              <a:ext cx="46" cy="35"/>
            </a:xfrm>
            <a:custGeom>
              <a:avLst/>
              <a:gdLst>
                <a:gd name="T0" fmla="*/ 0 w 24"/>
                <a:gd name="T1" fmla="*/ 115 h 17"/>
                <a:gd name="T2" fmla="*/ 169 w 24"/>
                <a:gd name="T3" fmla="*/ 0 h 17"/>
                <a:gd name="T4" fmla="*/ 0 w 24"/>
                <a:gd name="T5" fmla="*/ 1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0" y="13"/>
                  </a:moveTo>
                  <a:cubicBezTo>
                    <a:pt x="4" y="15"/>
                    <a:pt x="21" y="12"/>
                    <a:pt x="24" y="0"/>
                  </a:cubicBezTo>
                  <a:cubicBezTo>
                    <a:pt x="24" y="6"/>
                    <a:pt x="14" y="17"/>
                    <a:pt x="0" y="13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9" name="Freeform 1867">
              <a:extLst>
                <a:ext uri="{FF2B5EF4-FFF2-40B4-BE49-F238E27FC236}">
                  <a16:creationId xmlns:a16="http://schemas.microsoft.com/office/drawing/2014/main" id="{24B512C9-ED87-487F-AA14-69876E2F2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775"/>
              <a:ext cx="118" cy="112"/>
            </a:xfrm>
            <a:custGeom>
              <a:avLst/>
              <a:gdLst>
                <a:gd name="T0" fmla="*/ 153 w 61"/>
                <a:gd name="T1" fmla="*/ 52 h 54"/>
                <a:gd name="T2" fmla="*/ 29 w 61"/>
                <a:gd name="T3" fmla="*/ 160 h 54"/>
                <a:gd name="T4" fmla="*/ 23 w 61"/>
                <a:gd name="T5" fmla="*/ 332 h 54"/>
                <a:gd name="T6" fmla="*/ 340 w 61"/>
                <a:gd name="T7" fmla="*/ 373 h 54"/>
                <a:gd name="T8" fmla="*/ 371 w 61"/>
                <a:gd name="T9" fmla="*/ 52 h 54"/>
                <a:gd name="T10" fmla="*/ 153 w 61"/>
                <a:gd name="T11" fmla="*/ 52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54">
                  <a:moveTo>
                    <a:pt x="21" y="6"/>
                  </a:moveTo>
                  <a:cubicBezTo>
                    <a:pt x="13" y="8"/>
                    <a:pt x="7" y="11"/>
                    <a:pt x="4" y="18"/>
                  </a:cubicBezTo>
                  <a:cubicBezTo>
                    <a:pt x="1" y="24"/>
                    <a:pt x="0" y="30"/>
                    <a:pt x="3" y="37"/>
                  </a:cubicBezTo>
                  <a:cubicBezTo>
                    <a:pt x="10" y="51"/>
                    <a:pt x="32" y="54"/>
                    <a:pt x="47" y="42"/>
                  </a:cubicBezTo>
                  <a:cubicBezTo>
                    <a:pt x="61" y="31"/>
                    <a:pt x="60" y="13"/>
                    <a:pt x="51" y="6"/>
                  </a:cubicBezTo>
                  <a:cubicBezTo>
                    <a:pt x="42" y="0"/>
                    <a:pt x="36" y="1"/>
                    <a:pt x="21" y="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0" name="Freeform 1868">
              <a:extLst>
                <a:ext uri="{FF2B5EF4-FFF2-40B4-BE49-F238E27FC236}">
                  <a16:creationId xmlns:a16="http://schemas.microsoft.com/office/drawing/2014/main" id="{2CE9F619-A980-4C0E-B1D0-0181E1407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802"/>
              <a:ext cx="66" cy="52"/>
            </a:xfrm>
            <a:custGeom>
              <a:avLst/>
              <a:gdLst>
                <a:gd name="T0" fmla="*/ 184 w 34"/>
                <a:gd name="T1" fmla="*/ 0 h 25"/>
                <a:gd name="T2" fmla="*/ 241 w 34"/>
                <a:gd name="T3" fmla="*/ 73 h 25"/>
                <a:gd name="T4" fmla="*/ 140 w 34"/>
                <a:gd name="T5" fmla="*/ 200 h 25"/>
                <a:gd name="T6" fmla="*/ 31 w 34"/>
                <a:gd name="T7" fmla="*/ 181 h 25"/>
                <a:gd name="T8" fmla="*/ 8 w 34"/>
                <a:gd name="T9" fmla="*/ 100 h 25"/>
                <a:gd name="T10" fmla="*/ 8 w 34"/>
                <a:gd name="T11" fmla="*/ 100 h 25"/>
                <a:gd name="T12" fmla="*/ 31 w 34"/>
                <a:gd name="T13" fmla="*/ 181 h 25"/>
                <a:gd name="T14" fmla="*/ 140 w 34"/>
                <a:gd name="T15" fmla="*/ 208 h 25"/>
                <a:gd name="T16" fmla="*/ 248 w 34"/>
                <a:gd name="T17" fmla="*/ 73 h 25"/>
                <a:gd name="T18" fmla="*/ 184 w 34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25">
                  <a:moveTo>
                    <a:pt x="25" y="0"/>
                  </a:moveTo>
                  <a:cubicBezTo>
                    <a:pt x="30" y="1"/>
                    <a:pt x="33" y="4"/>
                    <a:pt x="33" y="8"/>
                  </a:cubicBezTo>
                  <a:cubicBezTo>
                    <a:pt x="33" y="13"/>
                    <a:pt x="29" y="20"/>
                    <a:pt x="19" y="22"/>
                  </a:cubicBezTo>
                  <a:cubicBezTo>
                    <a:pt x="11" y="24"/>
                    <a:pt x="6" y="22"/>
                    <a:pt x="4" y="20"/>
                  </a:cubicBezTo>
                  <a:cubicBezTo>
                    <a:pt x="1" y="17"/>
                    <a:pt x="0" y="13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7"/>
                    <a:pt x="4" y="20"/>
                  </a:cubicBezTo>
                  <a:cubicBezTo>
                    <a:pt x="6" y="22"/>
                    <a:pt x="10" y="25"/>
                    <a:pt x="19" y="23"/>
                  </a:cubicBezTo>
                  <a:cubicBezTo>
                    <a:pt x="29" y="20"/>
                    <a:pt x="34" y="13"/>
                    <a:pt x="34" y="8"/>
                  </a:cubicBezTo>
                  <a:cubicBezTo>
                    <a:pt x="34" y="4"/>
                    <a:pt x="30" y="1"/>
                    <a:pt x="2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1" name="Freeform 1869">
              <a:extLst>
                <a:ext uri="{FF2B5EF4-FFF2-40B4-BE49-F238E27FC236}">
                  <a16:creationId xmlns:a16="http://schemas.microsoft.com/office/drawing/2014/main" id="{92502B8A-9A5B-4BD2-9596-F7D57D76D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819"/>
              <a:ext cx="130" cy="142"/>
            </a:xfrm>
            <a:custGeom>
              <a:avLst/>
              <a:gdLst>
                <a:gd name="T0" fmla="*/ 396 w 67"/>
                <a:gd name="T1" fmla="*/ 428 h 69"/>
                <a:gd name="T2" fmla="*/ 343 w 67"/>
                <a:gd name="T3" fmla="*/ 88 h 69"/>
                <a:gd name="T4" fmla="*/ 45 w 67"/>
                <a:gd name="T5" fmla="*/ 181 h 69"/>
                <a:gd name="T6" fmla="*/ 396 w 67"/>
                <a:gd name="T7" fmla="*/ 428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9">
                  <a:moveTo>
                    <a:pt x="54" y="49"/>
                  </a:moveTo>
                  <a:cubicBezTo>
                    <a:pt x="67" y="38"/>
                    <a:pt x="64" y="19"/>
                    <a:pt x="47" y="10"/>
                  </a:cubicBezTo>
                  <a:cubicBezTo>
                    <a:pt x="31" y="0"/>
                    <a:pt x="13" y="4"/>
                    <a:pt x="6" y="21"/>
                  </a:cubicBezTo>
                  <a:cubicBezTo>
                    <a:pt x="0" y="39"/>
                    <a:pt x="33" y="69"/>
                    <a:pt x="54" y="4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2" name="Freeform 1870">
              <a:extLst>
                <a:ext uri="{FF2B5EF4-FFF2-40B4-BE49-F238E27FC236}">
                  <a16:creationId xmlns:a16="http://schemas.microsoft.com/office/drawing/2014/main" id="{2ADEB9BA-1E19-4037-97EF-53624799C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854"/>
              <a:ext cx="97" cy="88"/>
            </a:xfrm>
            <a:custGeom>
              <a:avLst/>
              <a:gdLst>
                <a:gd name="T0" fmla="*/ 301 w 50"/>
                <a:gd name="T1" fmla="*/ 0 h 43"/>
                <a:gd name="T2" fmla="*/ 279 w 50"/>
                <a:gd name="T3" fmla="*/ 248 h 43"/>
                <a:gd name="T4" fmla="*/ 0 w 50"/>
                <a:gd name="T5" fmla="*/ 205 h 43"/>
                <a:gd name="T6" fmla="*/ 293 w 50"/>
                <a:gd name="T7" fmla="*/ 264 h 43"/>
                <a:gd name="T8" fmla="*/ 301 w 50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3">
                  <a:moveTo>
                    <a:pt x="41" y="0"/>
                  </a:moveTo>
                  <a:cubicBezTo>
                    <a:pt x="48" y="9"/>
                    <a:pt x="48" y="21"/>
                    <a:pt x="38" y="29"/>
                  </a:cubicBezTo>
                  <a:cubicBezTo>
                    <a:pt x="26" y="40"/>
                    <a:pt x="10" y="34"/>
                    <a:pt x="0" y="24"/>
                  </a:cubicBezTo>
                  <a:cubicBezTo>
                    <a:pt x="9" y="36"/>
                    <a:pt x="27" y="43"/>
                    <a:pt x="40" y="31"/>
                  </a:cubicBezTo>
                  <a:cubicBezTo>
                    <a:pt x="50" y="22"/>
                    <a:pt x="50" y="9"/>
                    <a:pt x="4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3" name="Freeform 1871">
              <a:extLst>
                <a:ext uri="{FF2B5EF4-FFF2-40B4-BE49-F238E27FC236}">
                  <a16:creationId xmlns:a16="http://schemas.microsoft.com/office/drawing/2014/main" id="{D03E234A-B223-42B7-941D-D9CF3D721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823"/>
              <a:ext cx="77" cy="86"/>
            </a:xfrm>
            <a:custGeom>
              <a:avLst/>
              <a:gdLst>
                <a:gd name="T0" fmla="*/ 64 w 40"/>
                <a:gd name="T1" fmla="*/ 344 h 42"/>
                <a:gd name="T2" fmla="*/ 29 w 40"/>
                <a:gd name="T3" fmla="*/ 180 h 42"/>
                <a:gd name="T4" fmla="*/ 271 w 40"/>
                <a:gd name="T5" fmla="*/ 59 h 42"/>
                <a:gd name="T6" fmla="*/ 271 w 40"/>
                <a:gd name="T7" fmla="*/ 59 h 42"/>
                <a:gd name="T8" fmla="*/ 23 w 40"/>
                <a:gd name="T9" fmla="*/ 172 h 42"/>
                <a:gd name="T10" fmla="*/ 64 w 40"/>
                <a:gd name="T11" fmla="*/ 344 h 42"/>
                <a:gd name="T12" fmla="*/ 64 w 40"/>
                <a:gd name="T13" fmla="*/ 34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2">
                  <a:moveTo>
                    <a:pt x="9" y="40"/>
                  </a:moveTo>
                  <a:cubicBezTo>
                    <a:pt x="4" y="34"/>
                    <a:pt x="2" y="27"/>
                    <a:pt x="4" y="21"/>
                  </a:cubicBezTo>
                  <a:cubicBezTo>
                    <a:pt x="10" y="6"/>
                    <a:pt x="24" y="1"/>
                    <a:pt x="38" y="7"/>
                  </a:cubicBezTo>
                  <a:cubicBezTo>
                    <a:pt x="40" y="8"/>
                    <a:pt x="39" y="8"/>
                    <a:pt x="38" y="7"/>
                  </a:cubicBezTo>
                  <a:cubicBezTo>
                    <a:pt x="23" y="0"/>
                    <a:pt x="9" y="4"/>
                    <a:pt x="3" y="20"/>
                  </a:cubicBezTo>
                  <a:cubicBezTo>
                    <a:pt x="0" y="26"/>
                    <a:pt x="3" y="34"/>
                    <a:pt x="9" y="40"/>
                  </a:cubicBezTo>
                  <a:cubicBezTo>
                    <a:pt x="11" y="42"/>
                    <a:pt x="10" y="42"/>
                    <a:pt x="9" y="4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4" name="Freeform 1872">
              <a:extLst>
                <a:ext uri="{FF2B5EF4-FFF2-40B4-BE49-F238E27FC236}">
                  <a16:creationId xmlns:a16="http://schemas.microsoft.com/office/drawing/2014/main" id="{9827275C-F90A-4E06-895E-EB1953DD7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837"/>
              <a:ext cx="70" cy="79"/>
            </a:xfrm>
            <a:custGeom>
              <a:avLst/>
              <a:gdLst>
                <a:gd name="T0" fmla="*/ 0 w 36"/>
                <a:gd name="T1" fmla="*/ 152 h 38"/>
                <a:gd name="T2" fmla="*/ 200 w 36"/>
                <a:gd name="T3" fmla="*/ 297 h 38"/>
                <a:gd name="T4" fmla="*/ 185 w 36"/>
                <a:gd name="T5" fmla="*/ 64 h 38"/>
                <a:gd name="T6" fmla="*/ 0 w 36"/>
                <a:gd name="T7" fmla="*/ 15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17"/>
                  </a:moveTo>
                  <a:cubicBezTo>
                    <a:pt x="0" y="30"/>
                    <a:pt x="17" y="38"/>
                    <a:pt x="27" y="33"/>
                  </a:cubicBezTo>
                  <a:cubicBezTo>
                    <a:pt x="36" y="28"/>
                    <a:pt x="36" y="10"/>
                    <a:pt x="25" y="7"/>
                  </a:cubicBezTo>
                  <a:cubicBezTo>
                    <a:pt x="9" y="0"/>
                    <a:pt x="0" y="7"/>
                    <a:pt x="0" y="1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5" name="Freeform 1873">
              <a:extLst>
                <a:ext uri="{FF2B5EF4-FFF2-40B4-BE49-F238E27FC236}">
                  <a16:creationId xmlns:a16="http://schemas.microsoft.com/office/drawing/2014/main" id="{74EE7763-9E5F-4165-8149-A5B51408F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858"/>
              <a:ext cx="64" cy="55"/>
            </a:xfrm>
            <a:custGeom>
              <a:avLst/>
              <a:gdLst>
                <a:gd name="T0" fmla="*/ 196 w 33"/>
                <a:gd name="T1" fmla="*/ 0 h 27"/>
                <a:gd name="T2" fmla="*/ 161 w 33"/>
                <a:gd name="T3" fmla="*/ 179 h 27"/>
                <a:gd name="T4" fmla="*/ 0 w 33"/>
                <a:gd name="T5" fmla="*/ 128 h 27"/>
                <a:gd name="T6" fmla="*/ 176 w 33"/>
                <a:gd name="T7" fmla="*/ 196 h 27"/>
                <a:gd name="T8" fmla="*/ 196 w 3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27" y="0"/>
                  </a:moveTo>
                  <a:cubicBezTo>
                    <a:pt x="30" y="6"/>
                    <a:pt x="29" y="17"/>
                    <a:pt x="22" y="21"/>
                  </a:cubicBezTo>
                  <a:cubicBezTo>
                    <a:pt x="16" y="24"/>
                    <a:pt x="5" y="21"/>
                    <a:pt x="0" y="15"/>
                  </a:cubicBezTo>
                  <a:cubicBezTo>
                    <a:pt x="5" y="23"/>
                    <a:pt x="17" y="27"/>
                    <a:pt x="24" y="23"/>
                  </a:cubicBezTo>
                  <a:cubicBezTo>
                    <a:pt x="31" y="19"/>
                    <a:pt x="33" y="6"/>
                    <a:pt x="2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6" name="Freeform 1874">
              <a:extLst>
                <a:ext uri="{FF2B5EF4-FFF2-40B4-BE49-F238E27FC236}">
                  <a16:creationId xmlns:a16="http://schemas.microsoft.com/office/drawing/2014/main" id="{E9B1910E-2B54-46A4-8F63-373F76D33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843"/>
              <a:ext cx="31" cy="17"/>
            </a:xfrm>
            <a:custGeom>
              <a:avLst/>
              <a:gdLst>
                <a:gd name="T0" fmla="*/ 116 w 16"/>
                <a:gd name="T1" fmla="*/ 19 h 8"/>
                <a:gd name="T2" fmla="*/ 0 w 16"/>
                <a:gd name="T3" fmla="*/ 77 h 8"/>
                <a:gd name="T4" fmla="*/ 116 w 16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16" y="2"/>
                  </a:moveTo>
                  <a:cubicBezTo>
                    <a:pt x="10" y="0"/>
                    <a:pt x="3" y="3"/>
                    <a:pt x="0" y="8"/>
                  </a:cubicBezTo>
                  <a:cubicBezTo>
                    <a:pt x="4" y="6"/>
                    <a:pt x="8" y="2"/>
                    <a:pt x="16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7" name="Freeform 1875">
              <a:extLst>
                <a:ext uri="{FF2B5EF4-FFF2-40B4-BE49-F238E27FC236}">
                  <a16:creationId xmlns:a16="http://schemas.microsoft.com/office/drawing/2014/main" id="{A3B8724C-2438-4E07-BAA4-0A1E93823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876"/>
              <a:ext cx="44" cy="46"/>
            </a:xfrm>
            <a:custGeom>
              <a:avLst/>
              <a:gdLst>
                <a:gd name="T0" fmla="*/ 161 w 23"/>
                <a:gd name="T1" fmla="*/ 0 h 22"/>
                <a:gd name="T2" fmla="*/ 0 w 23"/>
                <a:gd name="T3" fmla="*/ 128 h 22"/>
                <a:gd name="T4" fmla="*/ 161 w 2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23" y="0"/>
                  </a:moveTo>
                  <a:cubicBezTo>
                    <a:pt x="23" y="7"/>
                    <a:pt x="19" y="22"/>
                    <a:pt x="0" y="14"/>
                  </a:cubicBezTo>
                  <a:cubicBezTo>
                    <a:pt x="8" y="18"/>
                    <a:pt x="23" y="22"/>
                    <a:pt x="2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8" name="Freeform 1876">
              <a:extLst>
                <a:ext uri="{FF2B5EF4-FFF2-40B4-BE49-F238E27FC236}">
                  <a16:creationId xmlns:a16="http://schemas.microsoft.com/office/drawing/2014/main" id="{D7306F83-9EBF-459B-80FC-A4773E27D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819"/>
              <a:ext cx="130" cy="142"/>
            </a:xfrm>
            <a:custGeom>
              <a:avLst/>
              <a:gdLst>
                <a:gd name="T0" fmla="*/ 396 w 67"/>
                <a:gd name="T1" fmla="*/ 428 h 69"/>
                <a:gd name="T2" fmla="*/ 343 w 67"/>
                <a:gd name="T3" fmla="*/ 88 h 69"/>
                <a:gd name="T4" fmla="*/ 45 w 67"/>
                <a:gd name="T5" fmla="*/ 181 h 69"/>
                <a:gd name="T6" fmla="*/ 396 w 67"/>
                <a:gd name="T7" fmla="*/ 428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9">
                  <a:moveTo>
                    <a:pt x="54" y="49"/>
                  </a:moveTo>
                  <a:cubicBezTo>
                    <a:pt x="67" y="38"/>
                    <a:pt x="64" y="19"/>
                    <a:pt x="47" y="10"/>
                  </a:cubicBezTo>
                  <a:cubicBezTo>
                    <a:pt x="31" y="0"/>
                    <a:pt x="13" y="4"/>
                    <a:pt x="6" y="21"/>
                  </a:cubicBezTo>
                  <a:cubicBezTo>
                    <a:pt x="0" y="39"/>
                    <a:pt x="33" y="69"/>
                    <a:pt x="54" y="49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9" name="Freeform 1877">
              <a:extLst>
                <a:ext uri="{FF2B5EF4-FFF2-40B4-BE49-F238E27FC236}">
                  <a16:creationId xmlns:a16="http://schemas.microsoft.com/office/drawing/2014/main" id="{0D0F7777-85BD-46B3-B478-2161F7643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852"/>
              <a:ext cx="66" cy="59"/>
            </a:xfrm>
            <a:custGeom>
              <a:avLst/>
              <a:gdLst>
                <a:gd name="T0" fmla="*/ 184 w 34"/>
                <a:gd name="T1" fmla="*/ 0 h 29"/>
                <a:gd name="T2" fmla="*/ 241 w 34"/>
                <a:gd name="T3" fmla="*/ 92 h 29"/>
                <a:gd name="T4" fmla="*/ 196 w 34"/>
                <a:gd name="T5" fmla="*/ 220 h 29"/>
                <a:gd name="T6" fmla="*/ 72 w 34"/>
                <a:gd name="T7" fmla="*/ 203 h 29"/>
                <a:gd name="T8" fmla="*/ 0 w 34"/>
                <a:gd name="T9" fmla="*/ 83 h 29"/>
                <a:gd name="T10" fmla="*/ 0 w 34"/>
                <a:gd name="T11" fmla="*/ 83 h 29"/>
                <a:gd name="T12" fmla="*/ 72 w 34"/>
                <a:gd name="T13" fmla="*/ 212 h 29"/>
                <a:gd name="T14" fmla="*/ 196 w 34"/>
                <a:gd name="T15" fmla="*/ 220 h 29"/>
                <a:gd name="T16" fmla="*/ 248 w 34"/>
                <a:gd name="T17" fmla="*/ 92 h 29"/>
                <a:gd name="T18" fmla="*/ 184 w 34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29">
                  <a:moveTo>
                    <a:pt x="25" y="0"/>
                  </a:moveTo>
                  <a:cubicBezTo>
                    <a:pt x="30" y="1"/>
                    <a:pt x="33" y="6"/>
                    <a:pt x="33" y="11"/>
                  </a:cubicBezTo>
                  <a:cubicBezTo>
                    <a:pt x="34" y="17"/>
                    <a:pt x="31" y="23"/>
                    <a:pt x="27" y="26"/>
                  </a:cubicBezTo>
                  <a:cubicBezTo>
                    <a:pt x="22" y="28"/>
                    <a:pt x="15" y="28"/>
                    <a:pt x="10" y="24"/>
                  </a:cubicBezTo>
                  <a:cubicBezTo>
                    <a:pt x="4" y="21"/>
                    <a:pt x="0" y="16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4" y="21"/>
                    <a:pt x="10" y="25"/>
                  </a:cubicBezTo>
                  <a:cubicBezTo>
                    <a:pt x="15" y="28"/>
                    <a:pt x="22" y="29"/>
                    <a:pt x="27" y="26"/>
                  </a:cubicBezTo>
                  <a:cubicBezTo>
                    <a:pt x="31" y="24"/>
                    <a:pt x="34" y="18"/>
                    <a:pt x="34" y="11"/>
                  </a:cubicBezTo>
                  <a:cubicBezTo>
                    <a:pt x="33" y="6"/>
                    <a:pt x="30" y="1"/>
                    <a:pt x="2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0" name="Freeform 1878">
              <a:extLst>
                <a:ext uri="{FF2B5EF4-FFF2-40B4-BE49-F238E27FC236}">
                  <a16:creationId xmlns:a16="http://schemas.microsoft.com/office/drawing/2014/main" id="{2471A455-93C2-44E3-B409-5EC59E11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732"/>
              <a:ext cx="113" cy="95"/>
            </a:xfrm>
            <a:custGeom>
              <a:avLst/>
              <a:gdLst>
                <a:gd name="T0" fmla="*/ 208 w 58"/>
                <a:gd name="T1" fmla="*/ 8 h 46"/>
                <a:gd name="T2" fmla="*/ 68 w 58"/>
                <a:gd name="T3" fmla="*/ 35 h 46"/>
                <a:gd name="T4" fmla="*/ 8 w 58"/>
                <a:gd name="T5" fmla="*/ 176 h 46"/>
                <a:gd name="T6" fmla="*/ 251 w 58"/>
                <a:gd name="T7" fmla="*/ 380 h 46"/>
                <a:gd name="T8" fmla="*/ 392 w 58"/>
                <a:gd name="T9" fmla="*/ 124 h 46"/>
                <a:gd name="T10" fmla="*/ 208 w 58"/>
                <a:gd name="T11" fmla="*/ 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1"/>
                  </a:moveTo>
                  <a:cubicBezTo>
                    <a:pt x="20" y="0"/>
                    <a:pt x="14" y="0"/>
                    <a:pt x="9" y="4"/>
                  </a:cubicBezTo>
                  <a:cubicBezTo>
                    <a:pt x="4" y="8"/>
                    <a:pt x="1" y="13"/>
                    <a:pt x="1" y="20"/>
                  </a:cubicBezTo>
                  <a:cubicBezTo>
                    <a:pt x="0" y="34"/>
                    <a:pt x="17" y="46"/>
                    <a:pt x="34" y="43"/>
                  </a:cubicBezTo>
                  <a:cubicBezTo>
                    <a:pt x="51" y="39"/>
                    <a:pt x="58" y="24"/>
                    <a:pt x="53" y="14"/>
                  </a:cubicBezTo>
                  <a:cubicBezTo>
                    <a:pt x="47" y="6"/>
                    <a:pt x="42" y="4"/>
                    <a:pt x="28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1" name="Freeform 1879">
              <a:extLst>
                <a:ext uri="{FF2B5EF4-FFF2-40B4-BE49-F238E27FC236}">
                  <a16:creationId xmlns:a16="http://schemas.microsoft.com/office/drawing/2014/main" id="{2B0F2B5B-8790-40F4-A742-F5E75AA17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748"/>
              <a:ext cx="89" cy="73"/>
            </a:xfrm>
            <a:custGeom>
              <a:avLst/>
              <a:gdLst>
                <a:gd name="T0" fmla="*/ 304 w 46"/>
                <a:gd name="T1" fmla="*/ 65 h 35"/>
                <a:gd name="T2" fmla="*/ 261 w 46"/>
                <a:gd name="T3" fmla="*/ 0 h 35"/>
                <a:gd name="T4" fmla="*/ 288 w 46"/>
                <a:gd name="T5" fmla="*/ 56 h 35"/>
                <a:gd name="T6" fmla="*/ 168 w 46"/>
                <a:gd name="T7" fmla="*/ 300 h 35"/>
                <a:gd name="T8" fmla="*/ 0 w 46"/>
                <a:gd name="T9" fmla="*/ 252 h 35"/>
                <a:gd name="T10" fmla="*/ 172 w 46"/>
                <a:gd name="T11" fmla="*/ 309 h 35"/>
                <a:gd name="T12" fmla="*/ 304 w 46"/>
                <a:gd name="T13" fmla="*/ 6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5">
                  <a:moveTo>
                    <a:pt x="42" y="7"/>
                  </a:moveTo>
                  <a:cubicBezTo>
                    <a:pt x="40" y="4"/>
                    <a:pt x="38" y="2"/>
                    <a:pt x="36" y="0"/>
                  </a:cubicBezTo>
                  <a:cubicBezTo>
                    <a:pt x="37" y="2"/>
                    <a:pt x="39" y="3"/>
                    <a:pt x="40" y="6"/>
                  </a:cubicBezTo>
                  <a:cubicBezTo>
                    <a:pt x="45" y="15"/>
                    <a:pt x="39" y="30"/>
                    <a:pt x="23" y="33"/>
                  </a:cubicBezTo>
                  <a:cubicBezTo>
                    <a:pt x="14" y="34"/>
                    <a:pt x="6" y="32"/>
                    <a:pt x="0" y="28"/>
                  </a:cubicBezTo>
                  <a:cubicBezTo>
                    <a:pt x="6" y="33"/>
                    <a:pt x="15" y="35"/>
                    <a:pt x="24" y="34"/>
                  </a:cubicBezTo>
                  <a:cubicBezTo>
                    <a:pt x="40" y="31"/>
                    <a:pt x="46" y="16"/>
                    <a:pt x="42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2" name="Freeform 1880">
              <a:extLst>
                <a:ext uri="{FF2B5EF4-FFF2-40B4-BE49-F238E27FC236}">
                  <a16:creationId xmlns:a16="http://schemas.microsoft.com/office/drawing/2014/main" id="{6B2A3655-E603-4DA3-B90E-C4651DC71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734"/>
              <a:ext cx="85" cy="74"/>
            </a:xfrm>
            <a:custGeom>
              <a:avLst/>
              <a:gdLst>
                <a:gd name="T0" fmla="*/ 8 w 44"/>
                <a:gd name="T1" fmla="*/ 173 h 36"/>
                <a:gd name="T2" fmla="*/ 64 w 44"/>
                <a:gd name="T3" fmla="*/ 43 h 36"/>
                <a:gd name="T4" fmla="*/ 193 w 44"/>
                <a:gd name="T5" fmla="*/ 16 h 36"/>
                <a:gd name="T6" fmla="*/ 317 w 44"/>
                <a:gd name="T7" fmla="*/ 60 h 36"/>
                <a:gd name="T8" fmla="*/ 180 w 44"/>
                <a:gd name="T9" fmla="*/ 8 h 36"/>
                <a:gd name="T10" fmla="*/ 56 w 44"/>
                <a:gd name="T11" fmla="*/ 33 h 36"/>
                <a:gd name="T12" fmla="*/ 0 w 44"/>
                <a:gd name="T13" fmla="*/ 164 h 36"/>
                <a:gd name="T14" fmla="*/ 71 w 44"/>
                <a:gd name="T15" fmla="*/ 312 h 36"/>
                <a:gd name="T16" fmla="*/ 8 w 44"/>
                <a:gd name="T17" fmla="*/ 17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6">
                  <a:moveTo>
                    <a:pt x="1" y="20"/>
                  </a:moveTo>
                  <a:cubicBezTo>
                    <a:pt x="1" y="14"/>
                    <a:pt x="5" y="9"/>
                    <a:pt x="9" y="5"/>
                  </a:cubicBezTo>
                  <a:cubicBezTo>
                    <a:pt x="14" y="1"/>
                    <a:pt x="20" y="1"/>
                    <a:pt x="27" y="2"/>
                  </a:cubicBezTo>
                  <a:cubicBezTo>
                    <a:pt x="35" y="4"/>
                    <a:pt x="40" y="5"/>
                    <a:pt x="44" y="7"/>
                  </a:cubicBezTo>
                  <a:cubicBezTo>
                    <a:pt x="40" y="4"/>
                    <a:pt x="35" y="3"/>
                    <a:pt x="25" y="1"/>
                  </a:cubicBezTo>
                  <a:cubicBezTo>
                    <a:pt x="18" y="0"/>
                    <a:pt x="12" y="0"/>
                    <a:pt x="8" y="4"/>
                  </a:cubicBezTo>
                  <a:cubicBezTo>
                    <a:pt x="3" y="8"/>
                    <a:pt x="0" y="13"/>
                    <a:pt x="0" y="19"/>
                  </a:cubicBezTo>
                  <a:cubicBezTo>
                    <a:pt x="0" y="26"/>
                    <a:pt x="4" y="32"/>
                    <a:pt x="10" y="36"/>
                  </a:cubicBezTo>
                  <a:cubicBezTo>
                    <a:pt x="4" y="32"/>
                    <a:pt x="1" y="26"/>
                    <a:pt x="1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3" name="Freeform 1881">
              <a:extLst>
                <a:ext uri="{FF2B5EF4-FFF2-40B4-BE49-F238E27FC236}">
                  <a16:creationId xmlns:a16="http://schemas.microsoft.com/office/drawing/2014/main" id="{7C25674D-BC01-4D37-852A-188AF779B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748"/>
              <a:ext cx="73" cy="54"/>
            </a:xfrm>
            <a:custGeom>
              <a:avLst/>
              <a:gdLst>
                <a:gd name="T0" fmla="*/ 207 w 38"/>
                <a:gd name="T1" fmla="*/ 52 h 26"/>
                <a:gd name="T2" fmla="*/ 100 w 38"/>
                <a:gd name="T3" fmla="*/ 199 h 26"/>
                <a:gd name="T4" fmla="*/ 29 w 38"/>
                <a:gd name="T5" fmla="*/ 44 h 26"/>
                <a:gd name="T6" fmla="*/ 207 w 38"/>
                <a:gd name="T7" fmla="*/ 5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6">
                  <a:moveTo>
                    <a:pt x="29" y="6"/>
                  </a:moveTo>
                  <a:cubicBezTo>
                    <a:pt x="38" y="14"/>
                    <a:pt x="29" y="26"/>
                    <a:pt x="14" y="22"/>
                  </a:cubicBezTo>
                  <a:cubicBezTo>
                    <a:pt x="0" y="19"/>
                    <a:pt x="1" y="9"/>
                    <a:pt x="4" y="5"/>
                  </a:cubicBezTo>
                  <a:cubicBezTo>
                    <a:pt x="9" y="0"/>
                    <a:pt x="23" y="1"/>
                    <a:pt x="2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4" name="Freeform 1882">
              <a:extLst>
                <a:ext uri="{FF2B5EF4-FFF2-40B4-BE49-F238E27FC236}">
                  <a16:creationId xmlns:a16="http://schemas.microsoft.com/office/drawing/2014/main" id="{C4377C95-FC26-413C-AA0C-B7876386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771"/>
              <a:ext cx="62" cy="29"/>
            </a:xfrm>
            <a:custGeom>
              <a:avLst/>
              <a:gdLst>
                <a:gd name="T0" fmla="*/ 217 w 32"/>
                <a:gd name="T1" fmla="*/ 0 h 14"/>
                <a:gd name="T2" fmla="*/ 87 w 32"/>
                <a:gd name="T3" fmla="*/ 81 h 14"/>
                <a:gd name="T4" fmla="*/ 0 w 32"/>
                <a:gd name="T5" fmla="*/ 0 h 14"/>
                <a:gd name="T6" fmla="*/ 87 w 32"/>
                <a:gd name="T7" fmla="*/ 99 h 14"/>
                <a:gd name="T8" fmla="*/ 217 w 3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30" y="0"/>
                  </a:moveTo>
                  <a:cubicBezTo>
                    <a:pt x="30" y="6"/>
                    <a:pt x="22" y="11"/>
                    <a:pt x="12" y="9"/>
                  </a:cubicBezTo>
                  <a:cubicBezTo>
                    <a:pt x="4" y="7"/>
                    <a:pt x="1" y="4"/>
                    <a:pt x="0" y="0"/>
                  </a:cubicBezTo>
                  <a:cubicBezTo>
                    <a:pt x="0" y="4"/>
                    <a:pt x="3" y="9"/>
                    <a:pt x="12" y="11"/>
                  </a:cubicBezTo>
                  <a:cubicBezTo>
                    <a:pt x="24" y="14"/>
                    <a:pt x="32" y="7"/>
                    <a:pt x="3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5" name="Freeform 1883">
              <a:extLst>
                <a:ext uri="{FF2B5EF4-FFF2-40B4-BE49-F238E27FC236}">
                  <a16:creationId xmlns:a16="http://schemas.microsoft.com/office/drawing/2014/main" id="{3AC7BCE0-11E5-4267-A661-C42B84586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751"/>
              <a:ext cx="33" cy="6"/>
            </a:xfrm>
            <a:custGeom>
              <a:avLst/>
              <a:gdLst>
                <a:gd name="T0" fmla="*/ 124 w 17"/>
                <a:gd name="T1" fmla="*/ 24 h 3"/>
                <a:gd name="T2" fmla="*/ 0 w 17"/>
                <a:gd name="T3" fmla="*/ 16 h 3"/>
                <a:gd name="T4" fmla="*/ 124 w 17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">
                  <a:moveTo>
                    <a:pt x="17" y="3"/>
                  </a:moveTo>
                  <a:cubicBezTo>
                    <a:pt x="12" y="0"/>
                    <a:pt x="3" y="0"/>
                    <a:pt x="0" y="2"/>
                  </a:cubicBezTo>
                  <a:cubicBezTo>
                    <a:pt x="3" y="2"/>
                    <a:pt x="11" y="1"/>
                    <a:pt x="17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6" name="Freeform 1884">
              <a:extLst>
                <a:ext uri="{FF2B5EF4-FFF2-40B4-BE49-F238E27FC236}">
                  <a16:creationId xmlns:a16="http://schemas.microsoft.com/office/drawing/2014/main" id="{512ABEED-3A84-4E4C-89E0-350D2743B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786"/>
              <a:ext cx="49" cy="20"/>
            </a:xfrm>
            <a:custGeom>
              <a:avLst/>
              <a:gdLst>
                <a:gd name="T0" fmla="*/ 0 w 25"/>
                <a:gd name="T1" fmla="*/ 8 h 10"/>
                <a:gd name="T2" fmla="*/ 188 w 25"/>
                <a:gd name="T3" fmla="*/ 0 h 10"/>
                <a:gd name="T4" fmla="*/ 0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3" y="4"/>
                    <a:pt x="18" y="9"/>
                    <a:pt x="25" y="0"/>
                  </a:cubicBezTo>
                  <a:cubicBezTo>
                    <a:pt x="23" y="5"/>
                    <a:pt x="11" y="10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7" name="Freeform 1885">
              <a:extLst>
                <a:ext uri="{FF2B5EF4-FFF2-40B4-BE49-F238E27FC236}">
                  <a16:creationId xmlns:a16="http://schemas.microsoft.com/office/drawing/2014/main" id="{046F2130-D8BF-487D-B4CC-65FA20746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732"/>
              <a:ext cx="113" cy="95"/>
            </a:xfrm>
            <a:custGeom>
              <a:avLst/>
              <a:gdLst>
                <a:gd name="T0" fmla="*/ 208 w 58"/>
                <a:gd name="T1" fmla="*/ 8 h 46"/>
                <a:gd name="T2" fmla="*/ 68 w 58"/>
                <a:gd name="T3" fmla="*/ 35 h 46"/>
                <a:gd name="T4" fmla="*/ 8 w 58"/>
                <a:gd name="T5" fmla="*/ 176 h 46"/>
                <a:gd name="T6" fmla="*/ 251 w 58"/>
                <a:gd name="T7" fmla="*/ 380 h 46"/>
                <a:gd name="T8" fmla="*/ 392 w 58"/>
                <a:gd name="T9" fmla="*/ 124 h 46"/>
                <a:gd name="T10" fmla="*/ 208 w 58"/>
                <a:gd name="T11" fmla="*/ 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1"/>
                  </a:moveTo>
                  <a:cubicBezTo>
                    <a:pt x="20" y="0"/>
                    <a:pt x="14" y="0"/>
                    <a:pt x="9" y="4"/>
                  </a:cubicBezTo>
                  <a:cubicBezTo>
                    <a:pt x="4" y="8"/>
                    <a:pt x="1" y="13"/>
                    <a:pt x="1" y="20"/>
                  </a:cubicBezTo>
                  <a:cubicBezTo>
                    <a:pt x="0" y="34"/>
                    <a:pt x="17" y="46"/>
                    <a:pt x="34" y="43"/>
                  </a:cubicBezTo>
                  <a:cubicBezTo>
                    <a:pt x="51" y="39"/>
                    <a:pt x="58" y="24"/>
                    <a:pt x="53" y="14"/>
                  </a:cubicBezTo>
                  <a:cubicBezTo>
                    <a:pt x="47" y="6"/>
                    <a:pt x="42" y="4"/>
                    <a:pt x="28" y="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8" name="Freeform 1886">
              <a:extLst>
                <a:ext uri="{FF2B5EF4-FFF2-40B4-BE49-F238E27FC236}">
                  <a16:creationId xmlns:a16="http://schemas.microsoft.com/office/drawing/2014/main" id="{420C7460-9720-4290-8EAC-C66E804C3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759"/>
              <a:ext cx="64" cy="41"/>
            </a:xfrm>
            <a:custGeom>
              <a:avLst/>
              <a:gdLst>
                <a:gd name="T0" fmla="*/ 204 w 33"/>
                <a:gd name="T1" fmla="*/ 8 h 20"/>
                <a:gd name="T2" fmla="*/ 225 w 33"/>
                <a:gd name="T3" fmla="*/ 96 h 20"/>
                <a:gd name="T4" fmla="*/ 93 w 33"/>
                <a:gd name="T5" fmla="*/ 148 h 20"/>
                <a:gd name="T6" fmla="*/ 16 w 33"/>
                <a:gd name="T7" fmla="*/ 76 h 20"/>
                <a:gd name="T8" fmla="*/ 23 w 33"/>
                <a:gd name="T9" fmla="*/ 0 h 20"/>
                <a:gd name="T10" fmla="*/ 23 w 33"/>
                <a:gd name="T11" fmla="*/ 0 h 20"/>
                <a:gd name="T12" fmla="*/ 8 w 33"/>
                <a:gd name="T13" fmla="*/ 76 h 20"/>
                <a:gd name="T14" fmla="*/ 93 w 33"/>
                <a:gd name="T15" fmla="*/ 156 h 20"/>
                <a:gd name="T16" fmla="*/ 225 w 33"/>
                <a:gd name="T17" fmla="*/ 105 h 20"/>
                <a:gd name="T18" fmla="*/ 204 w 33"/>
                <a:gd name="T19" fmla="*/ 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0">
                  <a:moveTo>
                    <a:pt x="28" y="1"/>
                  </a:moveTo>
                  <a:cubicBezTo>
                    <a:pt x="31" y="4"/>
                    <a:pt x="32" y="8"/>
                    <a:pt x="31" y="11"/>
                  </a:cubicBezTo>
                  <a:cubicBezTo>
                    <a:pt x="29" y="16"/>
                    <a:pt x="22" y="19"/>
                    <a:pt x="13" y="17"/>
                  </a:cubicBezTo>
                  <a:cubicBezTo>
                    <a:pt x="5" y="15"/>
                    <a:pt x="2" y="12"/>
                    <a:pt x="2" y="9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1" y="9"/>
                  </a:cubicBezTo>
                  <a:cubicBezTo>
                    <a:pt x="2" y="12"/>
                    <a:pt x="5" y="16"/>
                    <a:pt x="13" y="18"/>
                  </a:cubicBezTo>
                  <a:cubicBezTo>
                    <a:pt x="22" y="20"/>
                    <a:pt x="29" y="16"/>
                    <a:pt x="31" y="12"/>
                  </a:cubicBezTo>
                  <a:cubicBezTo>
                    <a:pt x="33" y="8"/>
                    <a:pt x="31" y="4"/>
                    <a:pt x="28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9" name="Freeform 1887">
              <a:extLst>
                <a:ext uri="{FF2B5EF4-FFF2-40B4-BE49-F238E27FC236}">
                  <a16:creationId xmlns:a16="http://schemas.microsoft.com/office/drawing/2014/main" id="{7B4C3638-9BE3-4E90-95EA-6B37B0975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996"/>
              <a:ext cx="112" cy="95"/>
            </a:xfrm>
            <a:custGeom>
              <a:avLst/>
              <a:gdLst>
                <a:gd name="T0" fmla="*/ 201 w 58"/>
                <a:gd name="T1" fmla="*/ 8 h 46"/>
                <a:gd name="T2" fmla="*/ 64 w 58"/>
                <a:gd name="T3" fmla="*/ 43 h 46"/>
                <a:gd name="T4" fmla="*/ 8 w 58"/>
                <a:gd name="T5" fmla="*/ 176 h 46"/>
                <a:gd name="T6" fmla="*/ 245 w 58"/>
                <a:gd name="T7" fmla="*/ 380 h 46"/>
                <a:gd name="T8" fmla="*/ 380 w 58"/>
                <a:gd name="T9" fmla="*/ 124 h 46"/>
                <a:gd name="T10" fmla="*/ 201 w 58"/>
                <a:gd name="T11" fmla="*/ 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1"/>
                  </a:moveTo>
                  <a:cubicBezTo>
                    <a:pt x="20" y="1"/>
                    <a:pt x="14" y="0"/>
                    <a:pt x="9" y="5"/>
                  </a:cubicBezTo>
                  <a:cubicBezTo>
                    <a:pt x="4" y="8"/>
                    <a:pt x="1" y="13"/>
                    <a:pt x="1" y="20"/>
                  </a:cubicBezTo>
                  <a:cubicBezTo>
                    <a:pt x="0" y="34"/>
                    <a:pt x="17" y="46"/>
                    <a:pt x="34" y="43"/>
                  </a:cubicBezTo>
                  <a:cubicBezTo>
                    <a:pt x="51" y="39"/>
                    <a:pt x="58" y="24"/>
                    <a:pt x="53" y="14"/>
                  </a:cubicBezTo>
                  <a:cubicBezTo>
                    <a:pt x="47" y="6"/>
                    <a:pt x="42" y="4"/>
                    <a:pt x="28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0" name="Freeform 1888">
              <a:extLst>
                <a:ext uri="{FF2B5EF4-FFF2-40B4-BE49-F238E27FC236}">
                  <a16:creationId xmlns:a16="http://schemas.microsoft.com/office/drawing/2014/main" id="{C6E44A03-1336-406E-983B-C60942975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3012"/>
              <a:ext cx="89" cy="75"/>
            </a:xfrm>
            <a:custGeom>
              <a:avLst/>
              <a:gdLst>
                <a:gd name="T0" fmla="*/ 304 w 46"/>
                <a:gd name="T1" fmla="*/ 65 h 36"/>
                <a:gd name="T2" fmla="*/ 261 w 46"/>
                <a:gd name="T3" fmla="*/ 0 h 36"/>
                <a:gd name="T4" fmla="*/ 288 w 46"/>
                <a:gd name="T5" fmla="*/ 56 h 36"/>
                <a:gd name="T6" fmla="*/ 168 w 46"/>
                <a:gd name="T7" fmla="*/ 300 h 36"/>
                <a:gd name="T8" fmla="*/ 0 w 46"/>
                <a:gd name="T9" fmla="*/ 252 h 36"/>
                <a:gd name="T10" fmla="*/ 172 w 46"/>
                <a:gd name="T11" fmla="*/ 308 h 36"/>
                <a:gd name="T12" fmla="*/ 304 w 46"/>
                <a:gd name="T13" fmla="*/ 6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6">
                  <a:moveTo>
                    <a:pt x="42" y="7"/>
                  </a:moveTo>
                  <a:cubicBezTo>
                    <a:pt x="40" y="4"/>
                    <a:pt x="38" y="2"/>
                    <a:pt x="36" y="0"/>
                  </a:cubicBezTo>
                  <a:cubicBezTo>
                    <a:pt x="37" y="2"/>
                    <a:pt x="39" y="3"/>
                    <a:pt x="40" y="6"/>
                  </a:cubicBezTo>
                  <a:cubicBezTo>
                    <a:pt x="45" y="15"/>
                    <a:pt x="39" y="30"/>
                    <a:pt x="23" y="33"/>
                  </a:cubicBezTo>
                  <a:cubicBezTo>
                    <a:pt x="14" y="34"/>
                    <a:pt x="6" y="32"/>
                    <a:pt x="0" y="28"/>
                  </a:cubicBezTo>
                  <a:cubicBezTo>
                    <a:pt x="6" y="33"/>
                    <a:pt x="15" y="36"/>
                    <a:pt x="24" y="34"/>
                  </a:cubicBezTo>
                  <a:cubicBezTo>
                    <a:pt x="40" y="31"/>
                    <a:pt x="46" y="16"/>
                    <a:pt x="42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1" name="Freeform 1889">
              <a:extLst>
                <a:ext uri="{FF2B5EF4-FFF2-40B4-BE49-F238E27FC236}">
                  <a16:creationId xmlns:a16="http://schemas.microsoft.com/office/drawing/2014/main" id="{E0CBF82A-9DAD-47C1-AB15-9B84052B3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998"/>
              <a:ext cx="85" cy="74"/>
            </a:xfrm>
            <a:custGeom>
              <a:avLst/>
              <a:gdLst>
                <a:gd name="T0" fmla="*/ 8 w 44"/>
                <a:gd name="T1" fmla="*/ 173 h 36"/>
                <a:gd name="T2" fmla="*/ 64 w 44"/>
                <a:gd name="T3" fmla="*/ 43 h 36"/>
                <a:gd name="T4" fmla="*/ 193 w 44"/>
                <a:gd name="T5" fmla="*/ 16 h 36"/>
                <a:gd name="T6" fmla="*/ 317 w 44"/>
                <a:gd name="T7" fmla="*/ 60 h 36"/>
                <a:gd name="T8" fmla="*/ 180 w 44"/>
                <a:gd name="T9" fmla="*/ 8 h 36"/>
                <a:gd name="T10" fmla="*/ 56 w 44"/>
                <a:gd name="T11" fmla="*/ 33 h 36"/>
                <a:gd name="T12" fmla="*/ 0 w 44"/>
                <a:gd name="T13" fmla="*/ 164 h 36"/>
                <a:gd name="T14" fmla="*/ 71 w 44"/>
                <a:gd name="T15" fmla="*/ 312 h 36"/>
                <a:gd name="T16" fmla="*/ 8 w 44"/>
                <a:gd name="T17" fmla="*/ 17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6">
                  <a:moveTo>
                    <a:pt x="1" y="20"/>
                  </a:moveTo>
                  <a:cubicBezTo>
                    <a:pt x="1" y="14"/>
                    <a:pt x="5" y="9"/>
                    <a:pt x="9" y="5"/>
                  </a:cubicBezTo>
                  <a:cubicBezTo>
                    <a:pt x="14" y="1"/>
                    <a:pt x="20" y="2"/>
                    <a:pt x="27" y="2"/>
                  </a:cubicBezTo>
                  <a:cubicBezTo>
                    <a:pt x="35" y="4"/>
                    <a:pt x="40" y="5"/>
                    <a:pt x="44" y="7"/>
                  </a:cubicBezTo>
                  <a:cubicBezTo>
                    <a:pt x="40" y="4"/>
                    <a:pt x="35" y="3"/>
                    <a:pt x="25" y="1"/>
                  </a:cubicBezTo>
                  <a:cubicBezTo>
                    <a:pt x="18" y="0"/>
                    <a:pt x="12" y="0"/>
                    <a:pt x="8" y="4"/>
                  </a:cubicBezTo>
                  <a:cubicBezTo>
                    <a:pt x="3" y="8"/>
                    <a:pt x="0" y="13"/>
                    <a:pt x="0" y="19"/>
                  </a:cubicBezTo>
                  <a:cubicBezTo>
                    <a:pt x="0" y="26"/>
                    <a:pt x="4" y="32"/>
                    <a:pt x="10" y="36"/>
                  </a:cubicBezTo>
                  <a:cubicBezTo>
                    <a:pt x="4" y="32"/>
                    <a:pt x="1" y="26"/>
                    <a:pt x="1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2" name="Freeform 1890">
              <a:extLst>
                <a:ext uri="{FF2B5EF4-FFF2-40B4-BE49-F238E27FC236}">
                  <a16:creationId xmlns:a16="http://schemas.microsoft.com/office/drawing/2014/main" id="{E0EB6AD3-0E09-412E-8FD1-CBA844383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3012"/>
              <a:ext cx="74" cy="54"/>
            </a:xfrm>
            <a:custGeom>
              <a:avLst/>
              <a:gdLst>
                <a:gd name="T0" fmla="*/ 212 w 38"/>
                <a:gd name="T1" fmla="*/ 52 h 26"/>
                <a:gd name="T2" fmla="*/ 103 w 38"/>
                <a:gd name="T3" fmla="*/ 199 h 26"/>
                <a:gd name="T4" fmla="*/ 31 w 38"/>
                <a:gd name="T5" fmla="*/ 44 h 26"/>
                <a:gd name="T6" fmla="*/ 212 w 38"/>
                <a:gd name="T7" fmla="*/ 5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6">
                  <a:moveTo>
                    <a:pt x="29" y="6"/>
                  </a:moveTo>
                  <a:cubicBezTo>
                    <a:pt x="38" y="14"/>
                    <a:pt x="29" y="26"/>
                    <a:pt x="14" y="22"/>
                  </a:cubicBezTo>
                  <a:cubicBezTo>
                    <a:pt x="0" y="19"/>
                    <a:pt x="1" y="9"/>
                    <a:pt x="4" y="5"/>
                  </a:cubicBezTo>
                  <a:cubicBezTo>
                    <a:pt x="9" y="0"/>
                    <a:pt x="23" y="1"/>
                    <a:pt x="2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3" name="Freeform 1891">
              <a:extLst>
                <a:ext uri="{FF2B5EF4-FFF2-40B4-BE49-F238E27FC236}">
                  <a16:creationId xmlns:a16="http://schemas.microsoft.com/office/drawing/2014/main" id="{8F761B4D-367E-4697-B031-396CDE720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035"/>
              <a:ext cx="62" cy="29"/>
            </a:xfrm>
            <a:custGeom>
              <a:avLst/>
              <a:gdLst>
                <a:gd name="T0" fmla="*/ 217 w 32"/>
                <a:gd name="T1" fmla="*/ 0 h 14"/>
                <a:gd name="T2" fmla="*/ 87 w 32"/>
                <a:gd name="T3" fmla="*/ 81 h 14"/>
                <a:gd name="T4" fmla="*/ 0 w 32"/>
                <a:gd name="T5" fmla="*/ 0 h 14"/>
                <a:gd name="T6" fmla="*/ 87 w 32"/>
                <a:gd name="T7" fmla="*/ 99 h 14"/>
                <a:gd name="T8" fmla="*/ 217 w 3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30" y="0"/>
                  </a:moveTo>
                  <a:cubicBezTo>
                    <a:pt x="30" y="6"/>
                    <a:pt x="22" y="11"/>
                    <a:pt x="12" y="9"/>
                  </a:cubicBezTo>
                  <a:cubicBezTo>
                    <a:pt x="4" y="7"/>
                    <a:pt x="1" y="4"/>
                    <a:pt x="0" y="0"/>
                  </a:cubicBezTo>
                  <a:cubicBezTo>
                    <a:pt x="0" y="4"/>
                    <a:pt x="3" y="9"/>
                    <a:pt x="12" y="11"/>
                  </a:cubicBezTo>
                  <a:cubicBezTo>
                    <a:pt x="24" y="14"/>
                    <a:pt x="32" y="7"/>
                    <a:pt x="3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4" name="Freeform 1892">
              <a:extLst>
                <a:ext uri="{FF2B5EF4-FFF2-40B4-BE49-F238E27FC236}">
                  <a16:creationId xmlns:a16="http://schemas.microsoft.com/office/drawing/2014/main" id="{5925EED9-5633-4B9B-9056-BD5E9172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3014"/>
              <a:ext cx="31" cy="7"/>
            </a:xfrm>
            <a:custGeom>
              <a:avLst/>
              <a:gdLst>
                <a:gd name="T0" fmla="*/ 116 w 16"/>
                <a:gd name="T1" fmla="*/ 37 h 3"/>
                <a:gd name="T2" fmla="*/ 0 w 16"/>
                <a:gd name="T3" fmla="*/ 28 h 3"/>
                <a:gd name="T4" fmla="*/ 116 w 16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">
                  <a:moveTo>
                    <a:pt x="16" y="3"/>
                  </a:moveTo>
                  <a:cubicBezTo>
                    <a:pt x="12" y="0"/>
                    <a:pt x="3" y="0"/>
                    <a:pt x="0" y="2"/>
                  </a:cubicBezTo>
                  <a:cubicBezTo>
                    <a:pt x="3" y="2"/>
                    <a:pt x="11" y="1"/>
                    <a:pt x="16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5" name="Freeform 1893">
              <a:extLst>
                <a:ext uri="{FF2B5EF4-FFF2-40B4-BE49-F238E27FC236}">
                  <a16:creationId xmlns:a16="http://schemas.microsoft.com/office/drawing/2014/main" id="{62C35E47-5475-411C-A642-1ED39FF7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3050"/>
              <a:ext cx="48" cy="20"/>
            </a:xfrm>
            <a:custGeom>
              <a:avLst/>
              <a:gdLst>
                <a:gd name="T0" fmla="*/ 0 w 25"/>
                <a:gd name="T1" fmla="*/ 8 h 10"/>
                <a:gd name="T2" fmla="*/ 177 w 25"/>
                <a:gd name="T3" fmla="*/ 0 h 10"/>
                <a:gd name="T4" fmla="*/ 0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3" y="4"/>
                    <a:pt x="18" y="9"/>
                    <a:pt x="25" y="0"/>
                  </a:cubicBezTo>
                  <a:cubicBezTo>
                    <a:pt x="23" y="5"/>
                    <a:pt x="11" y="10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6" name="Freeform 1894">
              <a:extLst>
                <a:ext uri="{FF2B5EF4-FFF2-40B4-BE49-F238E27FC236}">
                  <a16:creationId xmlns:a16="http://schemas.microsoft.com/office/drawing/2014/main" id="{5EB8EC38-F101-433F-AAB3-27BCDA426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996"/>
              <a:ext cx="112" cy="95"/>
            </a:xfrm>
            <a:custGeom>
              <a:avLst/>
              <a:gdLst>
                <a:gd name="T0" fmla="*/ 201 w 58"/>
                <a:gd name="T1" fmla="*/ 8 h 46"/>
                <a:gd name="T2" fmla="*/ 64 w 58"/>
                <a:gd name="T3" fmla="*/ 43 h 46"/>
                <a:gd name="T4" fmla="*/ 8 w 58"/>
                <a:gd name="T5" fmla="*/ 176 h 46"/>
                <a:gd name="T6" fmla="*/ 245 w 58"/>
                <a:gd name="T7" fmla="*/ 380 h 46"/>
                <a:gd name="T8" fmla="*/ 380 w 58"/>
                <a:gd name="T9" fmla="*/ 124 h 46"/>
                <a:gd name="T10" fmla="*/ 201 w 58"/>
                <a:gd name="T11" fmla="*/ 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1"/>
                  </a:moveTo>
                  <a:cubicBezTo>
                    <a:pt x="20" y="1"/>
                    <a:pt x="14" y="0"/>
                    <a:pt x="9" y="5"/>
                  </a:cubicBezTo>
                  <a:cubicBezTo>
                    <a:pt x="4" y="8"/>
                    <a:pt x="1" y="13"/>
                    <a:pt x="1" y="20"/>
                  </a:cubicBezTo>
                  <a:cubicBezTo>
                    <a:pt x="0" y="34"/>
                    <a:pt x="17" y="46"/>
                    <a:pt x="34" y="43"/>
                  </a:cubicBezTo>
                  <a:cubicBezTo>
                    <a:pt x="51" y="39"/>
                    <a:pt x="58" y="24"/>
                    <a:pt x="53" y="14"/>
                  </a:cubicBezTo>
                  <a:cubicBezTo>
                    <a:pt x="47" y="6"/>
                    <a:pt x="42" y="4"/>
                    <a:pt x="28" y="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7" name="Freeform 1895">
              <a:extLst>
                <a:ext uri="{FF2B5EF4-FFF2-40B4-BE49-F238E27FC236}">
                  <a16:creationId xmlns:a16="http://schemas.microsoft.com/office/drawing/2014/main" id="{8398E4FC-50C3-4CE9-9F37-0459FD002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023"/>
              <a:ext cx="64" cy="41"/>
            </a:xfrm>
            <a:custGeom>
              <a:avLst/>
              <a:gdLst>
                <a:gd name="T0" fmla="*/ 204 w 33"/>
                <a:gd name="T1" fmla="*/ 8 h 20"/>
                <a:gd name="T2" fmla="*/ 225 w 33"/>
                <a:gd name="T3" fmla="*/ 105 h 20"/>
                <a:gd name="T4" fmla="*/ 93 w 33"/>
                <a:gd name="T5" fmla="*/ 148 h 20"/>
                <a:gd name="T6" fmla="*/ 16 w 33"/>
                <a:gd name="T7" fmla="*/ 76 h 20"/>
                <a:gd name="T8" fmla="*/ 23 w 33"/>
                <a:gd name="T9" fmla="*/ 0 h 20"/>
                <a:gd name="T10" fmla="*/ 23 w 33"/>
                <a:gd name="T11" fmla="*/ 0 h 20"/>
                <a:gd name="T12" fmla="*/ 8 w 33"/>
                <a:gd name="T13" fmla="*/ 76 h 20"/>
                <a:gd name="T14" fmla="*/ 93 w 33"/>
                <a:gd name="T15" fmla="*/ 156 h 20"/>
                <a:gd name="T16" fmla="*/ 225 w 33"/>
                <a:gd name="T17" fmla="*/ 105 h 20"/>
                <a:gd name="T18" fmla="*/ 204 w 33"/>
                <a:gd name="T19" fmla="*/ 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0">
                  <a:moveTo>
                    <a:pt x="28" y="1"/>
                  </a:moveTo>
                  <a:cubicBezTo>
                    <a:pt x="31" y="4"/>
                    <a:pt x="32" y="8"/>
                    <a:pt x="31" y="12"/>
                  </a:cubicBezTo>
                  <a:cubicBezTo>
                    <a:pt x="29" y="16"/>
                    <a:pt x="22" y="19"/>
                    <a:pt x="13" y="17"/>
                  </a:cubicBezTo>
                  <a:cubicBezTo>
                    <a:pt x="5" y="15"/>
                    <a:pt x="2" y="12"/>
                    <a:pt x="2" y="9"/>
                  </a:cubicBezTo>
                  <a:cubicBezTo>
                    <a:pt x="0" y="6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1" y="9"/>
                  </a:cubicBezTo>
                  <a:cubicBezTo>
                    <a:pt x="2" y="12"/>
                    <a:pt x="5" y="16"/>
                    <a:pt x="13" y="18"/>
                  </a:cubicBezTo>
                  <a:cubicBezTo>
                    <a:pt x="22" y="20"/>
                    <a:pt x="29" y="16"/>
                    <a:pt x="31" y="12"/>
                  </a:cubicBezTo>
                  <a:cubicBezTo>
                    <a:pt x="33" y="8"/>
                    <a:pt x="31" y="4"/>
                    <a:pt x="28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8" name="Freeform 1896">
              <a:extLst>
                <a:ext uri="{FF2B5EF4-FFF2-40B4-BE49-F238E27FC236}">
                  <a16:creationId xmlns:a16="http://schemas.microsoft.com/office/drawing/2014/main" id="{672BCD7F-B907-41C9-A706-7E0192E1D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916"/>
              <a:ext cx="112" cy="94"/>
            </a:xfrm>
            <a:custGeom>
              <a:avLst/>
              <a:gdLst>
                <a:gd name="T0" fmla="*/ 201 w 58"/>
                <a:gd name="T1" fmla="*/ 8 h 46"/>
                <a:gd name="T2" fmla="*/ 64 w 58"/>
                <a:gd name="T3" fmla="*/ 33 h 46"/>
                <a:gd name="T4" fmla="*/ 8 w 58"/>
                <a:gd name="T5" fmla="*/ 172 h 46"/>
                <a:gd name="T6" fmla="*/ 245 w 58"/>
                <a:gd name="T7" fmla="*/ 360 h 46"/>
                <a:gd name="T8" fmla="*/ 380 w 58"/>
                <a:gd name="T9" fmla="*/ 121 h 46"/>
                <a:gd name="T10" fmla="*/ 201 w 58"/>
                <a:gd name="T11" fmla="*/ 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1"/>
                  </a:moveTo>
                  <a:cubicBezTo>
                    <a:pt x="21" y="0"/>
                    <a:pt x="14" y="0"/>
                    <a:pt x="9" y="4"/>
                  </a:cubicBezTo>
                  <a:cubicBezTo>
                    <a:pt x="5" y="8"/>
                    <a:pt x="1" y="13"/>
                    <a:pt x="1" y="20"/>
                  </a:cubicBezTo>
                  <a:cubicBezTo>
                    <a:pt x="0" y="34"/>
                    <a:pt x="17" y="46"/>
                    <a:pt x="34" y="42"/>
                  </a:cubicBezTo>
                  <a:cubicBezTo>
                    <a:pt x="51" y="39"/>
                    <a:pt x="58" y="23"/>
                    <a:pt x="53" y="14"/>
                  </a:cubicBezTo>
                  <a:cubicBezTo>
                    <a:pt x="47" y="5"/>
                    <a:pt x="43" y="4"/>
                    <a:pt x="28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9" name="Freeform 1897">
              <a:extLst>
                <a:ext uri="{FF2B5EF4-FFF2-40B4-BE49-F238E27FC236}">
                  <a16:creationId xmlns:a16="http://schemas.microsoft.com/office/drawing/2014/main" id="{20E4C2D6-729A-42AD-BE25-87969191B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932"/>
              <a:ext cx="91" cy="72"/>
            </a:xfrm>
            <a:custGeom>
              <a:avLst/>
              <a:gdLst>
                <a:gd name="T0" fmla="*/ 304 w 47"/>
                <a:gd name="T1" fmla="*/ 60 h 35"/>
                <a:gd name="T2" fmla="*/ 263 w 47"/>
                <a:gd name="T3" fmla="*/ 0 h 35"/>
                <a:gd name="T4" fmla="*/ 288 w 47"/>
                <a:gd name="T5" fmla="*/ 43 h 35"/>
                <a:gd name="T6" fmla="*/ 168 w 47"/>
                <a:gd name="T7" fmla="*/ 280 h 35"/>
                <a:gd name="T8" fmla="*/ 0 w 47"/>
                <a:gd name="T9" fmla="*/ 237 h 35"/>
                <a:gd name="T10" fmla="*/ 172 w 47"/>
                <a:gd name="T11" fmla="*/ 296 h 35"/>
                <a:gd name="T12" fmla="*/ 304 w 47"/>
                <a:gd name="T13" fmla="*/ 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5">
                  <a:moveTo>
                    <a:pt x="42" y="7"/>
                  </a:moveTo>
                  <a:cubicBezTo>
                    <a:pt x="40" y="4"/>
                    <a:pt x="38" y="1"/>
                    <a:pt x="36" y="0"/>
                  </a:cubicBezTo>
                  <a:cubicBezTo>
                    <a:pt x="38" y="1"/>
                    <a:pt x="39" y="3"/>
                    <a:pt x="40" y="5"/>
                  </a:cubicBezTo>
                  <a:cubicBezTo>
                    <a:pt x="45" y="14"/>
                    <a:pt x="39" y="29"/>
                    <a:pt x="23" y="32"/>
                  </a:cubicBezTo>
                  <a:cubicBezTo>
                    <a:pt x="14" y="34"/>
                    <a:pt x="6" y="32"/>
                    <a:pt x="0" y="27"/>
                  </a:cubicBezTo>
                  <a:cubicBezTo>
                    <a:pt x="6" y="32"/>
                    <a:pt x="15" y="35"/>
                    <a:pt x="24" y="34"/>
                  </a:cubicBezTo>
                  <a:cubicBezTo>
                    <a:pt x="40" y="30"/>
                    <a:pt x="47" y="16"/>
                    <a:pt x="42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0" name="Freeform 1898">
              <a:extLst>
                <a:ext uri="{FF2B5EF4-FFF2-40B4-BE49-F238E27FC236}">
                  <a16:creationId xmlns:a16="http://schemas.microsoft.com/office/drawing/2014/main" id="{D36D4895-D0DB-47B5-BB07-A91DB6F26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918"/>
              <a:ext cx="85" cy="72"/>
            </a:xfrm>
            <a:custGeom>
              <a:avLst/>
              <a:gdLst>
                <a:gd name="T0" fmla="*/ 8 w 44"/>
                <a:gd name="T1" fmla="*/ 173 h 35"/>
                <a:gd name="T2" fmla="*/ 64 w 44"/>
                <a:gd name="T3" fmla="*/ 43 h 35"/>
                <a:gd name="T4" fmla="*/ 193 w 44"/>
                <a:gd name="T5" fmla="*/ 16 h 35"/>
                <a:gd name="T6" fmla="*/ 317 w 44"/>
                <a:gd name="T7" fmla="*/ 60 h 35"/>
                <a:gd name="T8" fmla="*/ 187 w 44"/>
                <a:gd name="T9" fmla="*/ 8 h 35"/>
                <a:gd name="T10" fmla="*/ 56 w 44"/>
                <a:gd name="T11" fmla="*/ 33 h 35"/>
                <a:gd name="T12" fmla="*/ 0 w 44"/>
                <a:gd name="T13" fmla="*/ 156 h 35"/>
                <a:gd name="T14" fmla="*/ 71 w 44"/>
                <a:gd name="T15" fmla="*/ 304 h 35"/>
                <a:gd name="T16" fmla="*/ 8 w 44"/>
                <a:gd name="T17" fmla="*/ 173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5">
                  <a:moveTo>
                    <a:pt x="1" y="20"/>
                  </a:moveTo>
                  <a:cubicBezTo>
                    <a:pt x="2" y="13"/>
                    <a:pt x="5" y="9"/>
                    <a:pt x="9" y="5"/>
                  </a:cubicBezTo>
                  <a:cubicBezTo>
                    <a:pt x="14" y="1"/>
                    <a:pt x="20" y="1"/>
                    <a:pt x="27" y="2"/>
                  </a:cubicBezTo>
                  <a:cubicBezTo>
                    <a:pt x="35" y="4"/>
                    <a:pt x="40" y="5"/>
                    <a:pt x="44" y="7"/>
                  </a:cubicBezTo>
                  <a:cubicBezTo>
                    <a:pt x="40" y="4"/>
                    <a:pt x="35" y="3"/>
                    <a:pt x="26" y="1"/>
                  </a:cubicBezTo>
                  <a:cubicBezTo>
                    <a:pt x="19" y="0"/>
                    <a:pt x="13" y="0"/>
                    <a:pt x="8" y="4"/>
                  </a:cubicBezTo>
                  <a:cubicBezTo>
                    <a:pt x="4" y="7"/>
                    <a:pt x="0" y="12"/>
                    <a:pt x="0" y="18"/>
                  </a:cubicBezTo>
                  <a:cubicBezTo>
                    <a:pt x="0" y="25"/>
                    <a:pt x="4" y="31"/>
                    <a:pt x="10" y="35"/>
                  </a:cubicBezTo>
                  <a:cubicBezTo>
                    <a:pt x="5" y="31"/>
                    <a:pt x="1" y="26"/>
                    <a:pt x="1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1" name="Freeform 1899">
              <a:extLst>
                <a:ext uri="{FF2B5EF4-FFF2-40B4-BE49-F238E27FC236}">
                  <a16:creationId xmlns:a16="http://schemas.microsoft.com/office/drawing/2014/main" id="{B176610A-EA1F-4BA2-8877-9B0278DA4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932"/>
              <a:ext cx="73" cy="52"/>
            </a:xfrm>
            <a:custGeom>
              <a:avLst/>
              <a:gdLst>
                <a:gd name="T0" fmla="*/ 207 w 38"/>
                <a:gd name="T1" fmla="*/ 52 h 25"/>
                <a:gd name="T2" fmla="*/ 100 w 38"/>
                <a:gd name="T3" fmla="*/ 200 h 25"/>
                <a:gd name="T4" fmla="*/ 29 w 38"/>
                <a:gd name="T5" fmla="*/ 44 h 25"/>
                <a:gd name="T6" fmla="*/ 207 w 38"/>
                <a:gd name="T7" fmla="*/ 5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29" y="6"/>
                  </a:moveTo>
                  <a:cubicBezTo>
                    <a:pt x="38" y="14"/>
                    <a:pt x="29" y="25"/>
                    <a:pt x="14" y="22"/>
                  </a:cubicBezTo>
                  <a:cubicBezTo>
                    <a:pt x="0" y="19"/>
                    <a:pt x="1" y="9"/>
                    <a:pt x="4" y="5"/>
                  </a:cubicBezTo>
                  <a:cubicBezTo>
                    <a:pt x="9" y="0"/>
                    <a:pt x="23" y="1"/>
                    <a:pt x="2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2" name="Freeform 1900">
              <a:extLst>
                <a:ext uri="{FF2B5EF4-FFF2-40B4-BE49-F238E27FC236}">
                  <a16:creationId xmlns:a16="http://schemas.microsoft.com/office/drawing/2014/main" id="{92E5E8A0-6497-4898-B173-707AFC1CC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955"/>
              <a:ext cx="62" cy="29"/>
            </a:xfrm>
            <a:custGeom>
              <a:avLst/>
              <a:gdLst>
                <a:gd name="T0" fmla="*/ 217 w 32"/>
                <a:gd name="T1" fmla="*/ 0 h 14"/>
                <a:gd name="T2" fmla="*/ 87 w 32"/>
                <a:gd name="T3" fmla="*/ 81 h 14"/>
                <a:gd name="T4" fmla="*/ 0 w 32"/>
                <a:gd name="T5" fmla="*/ 0 h 14"/>
                <a:gd name="T6" fmla="*/ 87 w 32"/>
                <a:gd name="T7" fmla="*/ 99 h 14"/>
                <a:gd name="T8" fmla="*/ 217 w 3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30" y="0"/>
                  </a:moveTo>
                  <a:cubicBezTo>
                    <a:pt x="30" y="6"/>
                    <a:pt x="22" y="11"/>
                    <a:pt x="12" y="9"/>
                  </a:cubicBezTo>
                  <a:cubicBezTo>
                    <a:pt x="4" y="7"/>
                    <a:pt x="1" y="4"/>
                    <a:pt x="0" y="0"/>
                  </a:cubicBezTo>
                  <a:cubicBezTo>
                    <a:pt x="0" y="4"/>
                    <a:pt x="3" y="9"/>
                    <a:pt x="12" y="11"/>
                  </a:cubicBezTo>
                  <a:cubicBezTo>
                    <a:pt x="24" y="14"/>
                    <a:pt x="32" y="7"/>
                    <a:pt x="3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3" name="Freeform 1901">
              <a:extLst>
                <a:ext uri="{FF2B5EF4-FFF2-40B4-BE49-F238E27FC236}">
                  <a16:creationId xmlns:a16="http://schemas.microsoft.com/office/drawing/2014/main" id="{DA1BD7E6-7931-4367-BE30-4F53079AA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934"/>
              <a:ext cx="33" cy="4"/>
            </a:xfrm>
            <a:custGeom>
              <a:avLst/>
              <a:gdLst>
                <a:gd name="T0" fmla="*/ 124 w 17"/>
                <a:gd name="T1" fmla="*/ 16 h 2"/>
                <a:gd name="T2" fmla="*/ 0 w 17"/>
                <a:gd name="T3" fmla="*/ 16 h 2"/>
                <a:gd name="T4" fmla="*/ 124 w 17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2" y="0"/>
                    <a:pt x="3" y="0"/>
                    <a:pt x="0" y="2"/>
                  </a:cubicBezTo>
                  <a:cubicBezTo>
                    <a:pt x="4" y="1"/>
                    <a:pt x="11" y="1"/>
                    <a:pt x="17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4" name="Freeform 1902">
              <a:extLst>
                <a:ext uri="{FF2B5EF4-FFF2-40B4-BE49-F238E27FC236}">
                  <a16:creationId xmlns:a16="http://schemas.microsoft.com/office/drawing/2014/main" id="{65FEAB6C-74AC-49E3-BA3B-8121C2AB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969"/>
              <a:ext cx="48" cy="21"/>
            </a:xfrm>
            <a:custGeom>
              <a:avLst/>
              <a:gdLst>
                <a:gd name="T0" fmla="*/ 0 w 25"/>
                <a:gd name="T1" fmla="*/ 8 h 10"/>
                <a:gd name="T2" fmla="*/ 177 w 25"/>
                <a:gd name="T3" fmla="*/ 0 h 10"/>
                <a:gd name="T4" fmla="*/ 0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3" y="4"/>
                    <a:pt x="18" y="9"/>
                    <a:pt x="25" y="0"/>
                  </a:cubicBezTo>
                  <a:cubicBezTo>
                    <a:pt x="23" y="4"/>
                    <a:pt x="11" y="10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5" name="Freeform 1903">
              <a:extLst>
                <a:ext uri="{FF2B5EF4-FFF2-40B4-BE49-F238E27FC236}">
                  <a16:creationId xmlns:a16="http://schemas.microsoft.com/office/drawing/2014/main" id="{769D97A5-2546-4F08-B159-EA7F23C56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916"/>
              <a:ext cx="112" cy="94"/>
            </a:xfrm>
            <a:custGeom>
              <a:avLst/>
              <a:gdLst>
                <a:gd name="T0" fmla="*/ 201 w 58"/>
                <a:gd name="T1" fmla="*/ 8 h 46"/>
                <a:gd name="T2" fmla="*/ 64 w 58"/>
                <a:gd name="T3" fmla="*/ 33 h 46"/>
                <a:gd name="T4" fmla="*/ 8 w 58"/>
                <a:gd name="T5" fmla="*/ 172 h 46"/>
                <a:gd name="T6" fmla="*/ 245 w 58"/>
                <a:gd name="T7" fmla="*/ 360 h 46"/>
                <a:gd name="T8" fmla="*/ 380 w 58"/>
                <a:gd name="T9" fmla="*/ 121 h 46"/>
                <a:gd name="T10" fmla="*/ 201 w 58"/>
                <a:gd name="T11" fmla="*/ 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1"/>
                  </a:moveTo>
                  <a:cubicBezTo>
                    <a:pt x="21" y="0"/>
                    <a:pt x="14" y="0"/>
                    <a:pt x="9" y="4"/>
                  </a:cubicBezTo>
                  <a:cubicBezTo>
                    <a:pt x="5" y="8"/>
                    <a:pt x="1" y="13"/>
                    <a:pt x="1" y="20"/>
                  </a:cubicBezTo>
                  <a:cubicBezTo>
                    <a:pt x="0" y="34"/>
                    <a:pt x="17" y="46"/>
                    <a:pt x="34" y="42"/>
                  </a:cubicBezTo>
                  <a:cubicBezTo>
                    <a:pt x="51" y="39"/>
                    <a:pt x="58" y="23"/>
                    <a:pt x="53" y="14"/>
                  </a:cubicBezTo>
                  <a:cubicBezTo>
                    <a:pt x="47" y="5"/>
                    <a:pt x="43" y="4"/>
                    <a:pt x="28" y="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6" name="Freeform 1904">
              <a:extLst>
                <a:ext uri="{FF2B5EF4-FFF2-40B4-BE49-F238E27FC236}">
                  <a16:creationId xmlns:a16="http://schemas.microsoft.com/office/drawing/2014/main" id="{A4647AC4-DE72-436A-A840-FE963496B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942"/>
              <a:ext cx="64" cy="39"/>
            </a:xfrm>
            <a:custGeom>
              <a:avLst/>
              <a:gdLst>
                <a:gd name="T0" fmla="*/ 204 w 33"/>
                <a:gd name="T1" fmla="*/ 8 h 19"/>
                <a:gd name="T2" fmla="*/ 225 w 33"/>
                <a:gd name="T3" fmla="*/ 96 h 19"/>
                <a:gd name="T4" fmla="*/ 93 w 33"/>
                <a:gd name="T5" fmla="*/ 148 h 19"/>
                <a:gd name="T6" fmla="*/ 16 w 33"/>
                <a:gd name="T7" fmla="*/ 76 h 19"/>
                <a:gd name="T8" fmla="*/ 23 w 33"/>
                <a:gd name="T9" fmla="*/ 0 h 19"/>
                <a:gd name="T10" fmla="*/ 23 w 33"/>
                <a:gd name="T11" fmla="*/ 0 h 19"/>
                <a:gd name="T12" fmla="*/ 8 w 33"/>
                <a:gd name="T13" fmla="*/ 76 h 19"/>
                <a:gd name="T14" fmla="*/ 93 w 33"/>
                <a:gd name="T15" fmla="*/ 148 h 19"/>
                <a:gd name="T16" fmla="*/ 225 w 33"/>
                <a:gd name="T17" fmla="*/ 96 h 19"/>
                <a:gd name="T18" fmla="*/ 204 w 33"/>
                <a:gd name="T19" fmla="*/ 8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9">
                  <a:moveTo>
                    <a:pt x="28" y="1"/>
                  </a:moveTo>
                  <a:cubicBezTo>
                    <a:pt x="31" y="4"/>
                    <a:pt x="32" y="8"/>
                    <a:pt x="31" y="11"/>
                  </a:cubicBezTo>
                  <a:cubicBezTo>
                    <a:pt x="29" y="15"/>
                    <a:pt x="22" y="19"/>
                    <a:pt x="13" y="17"/>
                  </a:cubicBezTo>
                  <a:cubicBezTo>
                    <a:pt x="5" y="15"/>
                    <a:pt x="3" y="11"/>
                    <a:pt x="2" y="9"/>
                  </a:cubicBezTo>
                  <a:cubicBezTo>
                    <a:pt x="1" y="5"/>
                    <a:pt x="2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2"/>
                    <a:pt x="0" y="5"/>
                    <a:pt x="1" y="9"/>
                  </a:cubicBezTo>
                  <a:cubicBezTo>
                    <a:pt x="2" y="12"/>
                    <a:pt x="5" y="16"/>
                    <a:pt x="13" y="17"/>
                  </a:cubicBezTo>
                  <a:cubicBezTo>
                    <a:pt x="23" y="19"/>
                    <a:pt x="29" y="16"/>
                    <a:pt x="31" y="11"/>
                  </a:cubicBezTo>
                  <a:cubicBezTo>
                    <a:pt x="33" y="8"/>
                    <a:pt x="32" y="4"/>
                    <a:pt x="28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7" name="Freeform 1905">
              <a:extLst>
                <a:ext uri="{FF2B5EF4-FFF2-40B4-BE49-F238E27FC236}">
                  <a16:creationId xmlns:a16="http://schemas.microsoft.com/office/drawing/2014/main" id="{9AEE9306-4955-4E57-85A2-A7A20B295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920"/>
              <a:ext cx="97" cy="84"/>
            </a:xfrm>
            <a:custGeom>
              <a:avLst/>
              <a:gdLst>
                <a:gd name="T0" fmla="*/ 225 w 50"/>
                <a:gd name="T1" fmla="*/ 33 h 41"/>
                <a:gd name="T2" fmla="*/ 109 w 50"/>
                <a:gd name="T3" fmla="*/ 16 h 41"/>
                <a:gd name="T4" fmla="*/ 31 w 50"/>
                <a:gd name="T5" fmla="*/ 113 h 41"/>
                <a:gd name="T6" fmla="*/ 184 w 50"/>
                <a:gd name="T7" fmla="*/ 344 h 41"/>
                <a:gd name="T8" fmla="*/ 349 w 50"/>
                <a:gd name="T9" fmla="*/ 180 h 41"/>
                <a:gd name="T10" fmla="*/ 225 w 50"/>
                <a:gd name="T11" fmla="*/ 33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41">
                  <a:moveTo>
                    <a:pt x="31" y="4"/>
                  </a:moveTo>
                  <a:cubicBezTo>
                    <a:pt x="25" y="2"/>
                    <a:pt x="20" y="0"/>
                    <a:pt x="15" y="2"/>
                  </a:cubicBezTo>
                  <a:cubicBezTo>
                    <a:pt x="10" y="4"/>
                    <a:pt x="6" y="8"/>
                    <a:pt x="4" y="13"/>
                  </a:cubicBezTo>
                  <a:cubicBezTo>
                    <a:pt x="0" y="25"/>
                    <a:pt x="10" y="38"/>
                    <a:pt x="25" y="40"/>
                  </a:cubicBezTo>
                  <a:cubicBezTo>
                    <a:pt x="40" y="41"/>
                    <a:pt x="50" y="30"/>
                    <a:pt x="48" y="21"/>
                  </a:cubicBezTo>
                  <a:cubicBezTo>
                    <a:pt x="46" y="13"/>
                    <a:pt x="43" y="10"/>
                    <a:pt x="31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8" name="Freeform 1906">
              <a:extLst>
                <a:ext uri="{FF2B5EF4-FFF2-40B4-BE49-F238E27FC236}">
                  <a16:creationId xmlns:a16="http://schemas.microsoft.com/office/drawing/2014/main" id="{70C7EBFB-649C-4E81-8E99-88356E3D5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948"/>
              <a:ext cx="81" cy="56"/>
            </a:xfrm>
            <a:custGeom>
              <a:avLst/>
              <a:gdLst>
                <a:gd name="T0" fmla="*/ 293 w 42"/>
                <a:gd name="T1" fmla="*/ 64 h 27"/>
                <a:gd name="T2" fmla="*/ 264 w 42"/>
                <a:gd name="T3" fmla="*/ 0 h 27"/>
                <a:gd name="T4" fmla="*/ 287 w 42"/>
                <a:gd name="T5" fmla="*/ 52 h 27"/>
                <a:gd name="T6" fmla="*/ 131 w 42"/>
                <a:gd name="T7" fmla="*/ 216 h 27"/>
                <a:gd name="T8" fmla="*/ 0 w 42"/>
                <a:gd name="T9" fmla="*/ 124 h 27"/>
                <a:gd name="T10" fmla="*/ 137 w 42"/>
                <a:gd name="T11" fmla="*/ 224 h 27"/>
                <a:gd name="T12" fmla="*/ 293 w 42"/>
                <a:gd name="T13" fmla="*/ 6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7">
                  <a:moveTo>
                    <a:pt x="41" y="7"/>
                  </a:moveTo>
                  <a:cubicBezTo>
                    <a:pt x="40" y="4"/>
                    <a:pt x="39" y="2"/>
                    <a:pt x="37" y="0"/>
                  </a:cubicBezTo>
                  <a:cubicBezTo>
                    <a:pt x="38" y="2"/>
                    <a:pt x="39" y="4"/>
                    <a:pt x="40" y="6"/>
                  </a:cubicBezTo>
                  <a:cubicBezTo>
                    <a:pt x="41" y="14"/>
                    <a:pt x="32" y="25"/>
                    <a:pt x="18" y="24"/>
                  </a:cubicBezTo>
                  <a:cubicBezTo>
                    <a:pt x="10" y="23"/>
                    <a:pt x="4" y="19"/>
                    <a:pt x="0" y="14"/>
                  </a:cubicBezTo>
                  <a:cubicBezTo>
                    <a:pt x="4" y="20"/>
                    <a:pt x="11" y="24"/>
                    <a:pt x="19" y="25"/>
                  </a:cubicBezTo>
                  <a:cubicBezTo>
                    <a:pt x="33" y="27"/>
                    <a:pt x="42" y="16"/>
                    <a:pt x="41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9" name="Freeform 1907">
              <a:extLst>
                <a:ext uri="{FF2B5EF4-FFF2-40B4-BE49-F238E27FC236}">
                  <a16:creationId xmlns:a16="http://schemas.microsoft.com/office/drawing/2014/main" id="{D540C8AE-70CF-4257-8A06-8F39AE614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922"/>
              <a:ext cx="79" cy="59"/>
            </a:xfrm>
            <a:custGeom>
              <a:avLst/>
              <a:gdLst>
                <a:gd name="T0" fmla="*/ 23 w 41"/>
                <a:gd name="T1" fmla="*/ 108 h 29"/>
                <a:gd name="T2" fmla="*/ 92 w 41"/>
                <a:gd name="T3" fmla="*/ 24 h 29"/>
                <a:gd name="T4" fmla="*/ 208 w 41"/>
                <a:gd name="T5" fmla="*/ 41 h 29"/>
                <a:gd name="T6" fmla="*/ 293 w 41"/>
                <a:gd name="T7" fmla="*/ 108 h 29"/>
                <a:gd name="T8" fmla="*/ 200 w 41"/>
                <a:gd name="T9" fmla="*/ 33 h 29"/>
                <a:gd name="T10" fmla="*/ 85 w 41"/>
                <a:gd name="T11" fmla="*/ 16 h 29"/>
                <a:gd name="T12" fmla="*/ 15 w 41"/>
                <a:gd name="T13" fmla="*/ 100 h 29"/>
                <a:gd name="T14" fmla="*/ 37 w 41"/>
                <a:gd name="T15" fmla="*/ 244 h 29"/>
                <a:gd name="T16" fmla="*/ 23 w 41"/>
                <a:gd name="T17" fmla="*/ 108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29">
                  <a:moveTo>
                    <a:pt x="3" y="13"/>
                  </a:moveTo>
                  <a:cubicBezTo>
                    <a:pt x="5" y="8"/>
                    <a:pt x="9" y="5"/>
                    <a:pt x="13" y="3"/>
                  </a:cubicBezTo>
                  <a:cubicBezTo>
                    <a:pt x="18" y="1"/>
                    <a:pt x="23" y="3"/>
                    <a:pt x="29" y="5"/>
                  </a:cubicBezTo>
                  <a:cubicBezTo>
                    <a:pt x="35" y="8"/>
                    <a:pt x="39" y="11"/>
                    <a:pt x="41" y="13"/>
                  </a:cubicBezTo>
                  <a:cubicBezTo>
                    <a:pt x="39" y="10"/>
                    <a:pt x="35" y="8"/>
                    <a:pt x="28" y="4"/>
                  </a:cubicBezTo>
                  <a:cubicBezTo>
                    <a:pt x="22" y="2"/>
                    <a:pt x="17" y="0"/>
                    <a:pt x="12" y="2"/>
                  </a:cubicBezTo>
                  <a:cubicBezTo>
                    <a:pt x="8" y="4"/>
                    <a:pt x="4" y="7"/>
                    <a:pt x="2" y="12"/>
                  </a:cubicBezTo>
                  <a:cubicBezTo>
                    <a:pt x="0" y="18"/>
                    <a:pt x="2" y="24"/>
                    <a:pt x="5" y="29"/>
                  </a:cubicBezTo>
                  <a:cubicBezTo>
                    <a:pt x="2" y="24"/>
                    <a:pt x="1" y="18"/>
                    <a:pt x="3" y="1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0" name="Freeform 1908">
              <a:extLst>
                <a:ext uri="{FF2B5EF4-FFF2-40B4-BE49-F238E27FC236}">
                  <a16:creationId xmlns:a16="http://schemas.microsoft.com/office/drawing/2014/main" id="{8F7057B4-3069-41CF-8511-C82E6A491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936"/>
              <a:ext cx="65" cy="54"/>
            </a:xfrm>
            <a:custGeom>
              <a:avLst/>
              <a:gdLst>
                <a:gd name="T0" fmla="*/ 197 w 34"/>
                <a:gd name="T1" fmla="*/ 81 h 26"/>
                <a:gd name="T2" fmla="*/ 84 w 34"/>
                <a:gd name="T3" fmla="*/ 168 h 26"/>
                <a:gd name="T4" fmla="*/ 55 w 34"/>
                <a:gd name="T5" fmla="*/ 25 h 26"/>
                <a:gd name="T6" fmla="*/ 197 w 34"/>
                <a:gd name="T7" fmla="*/ 8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6">
                  <a:moveTo>
                    <a:pt x="28" y="9"/>
                  </a:moveTo>
                  <a:cubicBezTo>
                    <a:pt x="34" y="18"/>
                    <a:pt x="23" y="26"/>
                    <a:pt x="12" y="19"/>
                  </a:cubicBezTo>
                  <a:cubicBezTo>
                    <a:pt x="0" y="13"/>
                    <a:pt x="4" y="5"/>
                    <a:pt x="8" y="3"/>
                  </a:cubicBezTo>
                  <a:cubicBezTo>
                    <a:pt x="13" y="0"/>
                    <a:pt x="24" y="4"/>
                    <a:pt x="28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1" name="Freeform 1909">
              <a:extLst>
                <a:ext uri="{FF2B5EF4-FFF2-40B4-BE49-F238E27FC236}">
                  <a16:creationId xmlns:a16="http://schemas.microsoft.com/office/drawing/2014/main" id="{E649F016-E498-43FD-8033-07727894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951"/>
              <a:ext cx="51" cy="35"/>
            </a:xfrm>
            <a:custGeom>
              <a:avLst/>
              <a:gdLst>
                <a:gd name="T0" fmla="*/ 196 w 26"/>
                <a:gd name="T1" fmla="*/ 68 h 17"/>
                <a:gd name="T2" fmla="*/ 69 w 26"/>
                <a:gd name="T3" fmla="*/ 89 h 17"/>
                <a:gd name="T4" fmla="*/ 8 w 26"/>
                <a:gd name="T5" fmla="*/ 0 h 17"/>
                <a:gd name="T6" fmla="*/ 69 w 26"/>
                <a:gd name="T7" fmla="*/ 105 h 17"/>
                <a:gd name="T8" fmla="*/ 196 w 26"/>
                <a:gd name="T9" fmla="*/ 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26" y="8"/>
                  </a:moveTo>
                  <a:cubicBezTo>
                    <a:pt x="25" y="13"/>
                    <a:pt x="17" y="15"/>
                    <a:pt x="9" y="10"/>
                  </a:cubicBezTo>
                  <a:cubicBezTo>
                    <a:pt x="3" y="7"/>
                    <a:pt x="1" y="3"/>
                    <a:pt x="1" y="0"/>
                  </a:cubicBezTo>
                  <a:cubicBezTo>
                    <a:pt x="0" y="4"/>
                    <a:pt x="1" y="8"/>
                    <a:pt x="9" y="12"/>
                  </a:cubicBezTo>
                  <a:cubicBezTo>
                    <a:pt x="17" y="17"/>
                    <a:pt x="26" y="14"/>
                    <a:pt x="26" y="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2" name="Freeform 1910">
              <a:extLst>
                <a:ext uri="{FF2B5EF4-FFF2-40B4-BE49-F238E27FC236}">
                  <a16:creationId xmlns:a16="http://schemas.microsoft.com/office/drawing/2014/main" id="{E2407587-5193-41E2-97F2-E6E37FAA0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938"/>
              <a:ext cx="27" cy="10"/>
            </a:xfrm>
            <a:custGeom>
              <a:avLst/>
              <a:gdLst>
                <a:gd name="T0" fmla="*/ 100 w 14"/>
                <a:gd name="T1" fmla="*/ 40 h 5"/>
                <a:gd name="T2" fmla="*/ 0 w 14"/>
                <a:gd name="T3" fmla="*/ 8 h 5"/>
                <a:gd name="T4" fmla="*/ 100 w 14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14" y="5"/>
                  </a:moveTo>
                  <a:cubicBezTo>
                    <a:pt x="11" y="2"/>
                    <a:pt x="4" y="0"/>
                    <a:pt x="0" y="1"/>
                  </a:cubicBezTo>
                  <a:cubicBezTo>
                    <a:pt x="3" y="1"/>
                    <a:pt x="10" y="3"/>
                    <a:pt x="14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3" name="Freeform 1911">
              <a:extLst>
                <a:ext uri="{FF2B5EF4-FFF2-40B4-BE49-F238E27FC236}">
                  <a16:creationId xmlns:a16="http://schemas.microsoft.com/office/drawing/2014/main" id="{A3D6FC41-3A13-4F10-A1CA-BB7192DF9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967"/>
              <a:ext cx="43" cy="23"/>
            </a:xfrm>
            <a:custGeom>
              <a:avLst/>
              <a:gdLst>
                <a:gd name="T0" fmla="*/ 0 w 22"/>
                <a:gd name="T1" fmla="*/ 0 h 11"/>
                <a:gd name="T2" fmla="*/ 164 w 22"/>
                <a:gd name="T3" fmla="*/ 44 h 11"/>
                <a:gd name="T4" fmla="*/ 0 w 2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2" y="3"/>
                    <a:pt x="13" y="11"/>
                    <a:pt x="22" y="5"/>
                  </a:cubicBezTo>
                  <a:cubicBezTo>
                    <a:pt x="19" y="8"/>
                    <a:pt x="7" y="10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4" name="Freeform 1912">
              <a:extLst>
                <a:ext uri="{FF2B5EF4-FFF2-40B4-BE49-F238E27FC236}">
                  <a16:creationId xmlns:a16="http://schemas.microsoft.com/office/drawing/2014/main" id="{DB583717-6E64-467C-ABC7-168ACA25F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920"/>
              <a:ext cx="97" cy="84"/>
            </a:xfrm>
            <a:custGeom>
              <a:avLst/>
              <a:gdLst>
                <a:gd name="T0" fmla="*/ 225 w 50"/>
                <a:gd name="T1" fmla="*/ 33 h 41"/>
                <a:gd name="T2" fmla="*/ 109 w 50"/>
                <a:gd name="T3" fmla="*/ 16 h 41"/>
                <a:gd name="T4" fmla="*/ 31 w 50"/>
                <a:gd name="T5" fmla="*/ 113 h 41"/>
                <a:gd name="T6" fmla="*/ 184 w 50"/>
                <a:gd name="T7" fmla="*/ 344 h 41"/>
                <a:gd name="T8" fmla="*/ 349 w 50"/>
                <a:gd name="T9" fmla="*/ 180 h 41"/>
                <a:gd name="T10" fmla="*/ 225 w 50"/>
                <a:gd name="T11" fmla="*/ 33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41">
                  <a:moveTo>
                    <a:pt x="31" y="4"/>
                  </a:moveTo>
                  <a:cubicBezTo>
                    <a:pt x="25" y="2"/>
                    <a:pt x="20" y="0"/>
                    <a:pt x="15" y="2"/>
                  </a:cubicBezTo>
                  <a:cubicBezTo>
                    <a:pt x="10" y="4"/>
                    <a:pt x="6" y="8"/>
                    <a:pt x="4" y="13"/>
                  </a:cubicBezTo>
                  <a:cubicBezTo>
                    <a:pt x="0" y="25"/>
                    <a:pt x="10" y="38"/>
                    <a:pt x="25" y="40"/>
                  </a:cubicBezTo>
                  <a:cubicBezTo>
                    <a:pt x="40" y="41"/>
                    <a:pt x="50" y="30"/>
                    <a:pt x="48" y="21"/>
                  </a:cubicBezTo>
                  <a:cubicBezTo>
                    <a:pt x="46" y="13"/>
                    <a:pt x="43" y="10"/>
                    <a:pt x="31" y="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5" name="Freeform 1913">
              <a:extLst>
                <a:ext uri="{FF2B5EF4-FFF2-40B4-BE49-F238E27FC236}">
                  <a16:creationId xmlns:a16="http://schemas.microsoft.com/office/drawing/2014/main" id="{CE764CEA-44AA-4F82-925E-1F8B02680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942"/>
              <a:ext cx="51" cy="42"/>
            </a:xfrm>
            <a:custGeom>
              <a:avLst/>
              <a:gdLst>
                <a:gd name="T0" fmla="*/ 180 w 26"/>
                <a:gd name="T1" fmla="*/ 57 h 20"/>
                <a:gd name="T2" fmla="*/ 173 w 26"/>
                <a:gd name="T3" fmla="*/ 149 h 20"/>
                <a:gd name="T4" fmla="*/ 61 w 26"/>
                <a:gd name="T5" fmla="*/ 149 h 20"/>
                <a:gd name="T6" fmla="*/ 0 w 26"/>
                <a:gd name="T7" fmla="*/ 67 h 20"/>
                <a:gd name="T8" fmla="*/ 31 w 26"/>
                <a:gd name="T9" fmla="*/ 0 h 20"/>
                <a:gd name="T10" fmla="*/ 31 w 26"/>
                <a:gd name="T11" fmla="*/ 0 h 20"/>
                <a:gd name="T12" fmla="*/ 0 w 26"/>
                <a:gd name="T13" fmla="*/ 67 h 20"/>
                <a:gd name="T14" fmla="*/ 53 w 26"/>
                <a:gd name="T15" fmla="*/ 160 h 20"/>
                <a:gd name="T16" fmla="*/ 180 w 26"/>
                <a:gd name="T17" fmla="*/ 149 h 20"/>
                <a:gd name="T18" fmla="*/ 180 w 26"/>
                <a:gd name="T19" fmla="*/ 57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0">
                  <a:moveTo>
                    <a:pt x="24" y="6"/>
                  </a:moveTo>
                  <a:cubicBezTo>
                    <a:pt x="26" y="10"/>
                    <a:pt x="26" y="13"/>
                    <a:pt x="23" y="16"/>
                  </a:cubicBezTo>
                  <a:cubicBezTo>
                    <a:pt x="21" y="19"/>
                    <a:pt x="15" y="20"/>
                    <a:pt x="8" y="16"/>
                  </a:cubicBezTo>
                  <a:cubicBezTo>
                    <a:pt x="1" y="13"/>
                    <a:pt x="0" y="9"/>
                    <a:pt x="0" y="7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3"/>
                    <a:pt x="0" y="7"/>
                  </a:cubicBezTo>
                  <a:cubicBezTo>
                    <a:pt x="0" y="9"/>
                    <a:pt x="1" y="13"/>
                    <a:pt x="7" y="17"/>
                  </a:cubicBezTo>
                  <a:cubicBezTo>
                    <a:pt x="15" y="20"/>
                    <a:pt x="21" y="19"/>
                    <a:pt x="24" y="16"/>
                  </a:cubicBezTo>
                  <a:cubicBezTo>
                    <a:pt x="26" y="13"/>
                    <a:pt x="26" y="10"/>
                    <a:pt x="24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6" name="Freeform 1914">
              <a:extLst>
                <a:ext uri="{FF2B5EF4-FFF2-40B4-BE49-F238E27FC236}">
                  <a16:creationId xmlns:a16="http://schemas.microsoft.com/office/drawing/2014/main" id="{1F2FDFBE-1EFD-4136-9486-0BE751B54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872"/>
              <a:ext cx="120" cy="105"/>
            </a:xfrm>
            <a:custGeom>
              <a:avLst/>
              <a:gdLst>
                <a:gd name="T0" fmla="*/ 281 w 62"/>
                <a:gd name="T1" fmla="*/ 43 h 51"/>
                <a:gd name="T2" fmla="*/ 132 w 62"/>
                <a:gd name="T3" fmla="*/ 25 h 51"/>
                <a:gd name="T4" fmla="*/ 37 w 62"/>
                <a:gd name="T5" fmla="*/ 140 h 51"/>
                <a:gd name="T6" fmla="*/ 225 w 62"/>
                <a:gd name="T7" fmla="*/ 428 h 51"/>
                <a:gd name="T8" fmla="*/ 435 w 62"/>
                <a:gd name="T9" fmla="*/ 229 h 51"/>
                <a:gd name="T10" fmla="*/ 281 w 62"/>
                <a:gd name="T11" fmla="*/ 4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39" y="5"/>
                  </a:moveTo>
                  <a:cubicBezTo>
                    <a:pt x="31" y="2"/>
                    <a:pt x="25" y="0"/>
                    <a:pt x="18" y="3"/>
                  </a:cubicBezTo>
                  <a:cubicBezTo>
                    <a:pt x="12" y="5"/>
                    <a:pt x="7" y="9"/>
                    <a:pt x="5" y="16"/>
                  </a:cubicBezTo>
                  <a:cubicBezTo>
                    <a:pt x="0" y="30"/>
                    <a:pt x="13" y="47"/>
                    <a:pt x="31" y="49"/>
                  </a:cubicBezTo>
                  <a:cubicBezTo>
                    <a:pt x="50" y="51"/>
                    <a:pt x="62" y="37"/>
                    <a:pt x="60" y="26"/>
                  </a:cubicBezTo>
                  <a:cubicBezTo>
                    <a:pt x="57" y="15"/>
                    <a:pt x="53" y="12"/>
                    <a:pt x="39" y="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7" name="Freeform 1915">
              <a:extLst>
                <a:ext uri="{FF2B5EF4-FFF2-40B4-BE49-F238E27FC236}">
                  <a16:creationId xmlns:a16="http://schemas.microsoft.com/office/drawing/2014/main" id="{B5DB6403-1A1A-4CEC-9357-C3FE5713C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907"/>
              <a:ext cx="99" cy="68"/>
            </a:xfrm>
            <a:custGeom>
              <a:avLst/>
              <a:gdLst>
                <a:gd name="T0" fmla="*/ 365 w 51"/>
                <a:gd name="T1" fmla="*/ 80 h 33"/>
                <a:gd name="T2" fmla="*/ 336 w 51"/>
                <a:gd name="T3" fmla="*/ 0 h 33"/>
                <a:gd name="T4" fmla="*/ 351 w 51"/>
                <a:gd name="T5" fmla="*/ 60 h 33"/>
                <a:gd name="T6" fmla="*/ 155 w 51"/>
                <a:gd name="T7" fmla="*/ 256 h 33"/>
                <a:gd name="T8" fmla="*/ 0 w 51"/>
                <a:gd name="T9" fmla="*/ 148 h 33"/>
                <a:gd name="T10" fmla="*/ 169 w 51"/>
                <a:gd name="T11" fmla="*/ 272 h 33"/>
                <a:gd name="T12" fmla="*/ 365 w 51"/>
                <a:gd name="T13" fmla="*/ 8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3">
                  <a:moveTo>
                    <a:pt x="50" y="9"/>
                  </a:moveTo>
                  <a:cubicBezTo>
                    <a:pt x="49" y="5"/>
                    <a:pt x="47" y="3"/>
                    <a:pt x="46" y="0"/>
                  </a:cubicBezTo>
                  <a:cubicBezTo>
                    <a:pt x="47" y="2"/>
                    <a:pt x="48" y="5"/>
                    <a:pt x="48" y="7"/>
                  </a:cubicBezTo>
                  <a:cubicBezTo>
                    <a:pt x="50" y="18"/>
                    <a:pt x="39" y="31"/>
                    <a:pt x="21" y="29"/>
                  </a:cubicBezTo>
                  <a:cubicBezTo>
                    <a:pt x="12" y="29"/>
                    <a:pt x="5" y="24"/>
                    <a:pt x="0" y="17"/>
                  </a:cubicBezTo>
                  <a:cubicBezTo>
                    <a:pt x="4" y="25"/>
                    <a:pt x="13" y="30"/>
                    <a:pt x="23" y="31"/>
                  </a:cubicBezTo>
                  <a:cubicBezTo>
                    <a:pt x="40" y="33"/>
                    <a:pt x="51" y="20"/>
                    <a:pt x="5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8" name="Freeform 1916">
              <a:extLst>
                <a:ext uri="{FF2B5EF4-FFF2-40B4-BE49-F238E27FC236}">
                  <a16:creationId xmlns:a16="http://schemas.microsoft.com/office/drawing/2014/main" id="{E63AB106-989E-41A0-BEBD-CCBE9DD39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874"/>
              <a:ext cx="96" cy="72"/>
            </a:xfrm>
            <a:custGeom>
              <a:avLst/>
              <a:gdLst>
                <a:gd name="T0" fmla="*/ 23 w 50"/>
                <a:gd name="T1" fmla="*/ 148 h 35"/>
                <a:gd name="T2" fmla="*/ 115 w 50"/>
                <a:gd name="T3" fmla="*/ 33 h 35"/>
                <a:gd name="T4" fmla="*/ 248 w 50"/>
                <a:gd name="T5" fmla="*/ 60 h 35"/>
                <a:gd name="T6" fmla="*/ 353 w 50"/>
                <a:gd name="T7" fmla="*/ 140 h 35"/>
                <a:gd name="T8" fmla="*/ 240 w 50"/>
                <a:gd name="T9" fmla="*/ 43 h 35"/>
                <a:gd name="T10" fmla="*/ 108 w 50"/>
                <a:gd name="T11" fmla="*/ 25 h 35"/>
                <a:gd name="T12" fmla="*/ 15 w 50"/>
                <a:gd name="T13" fmla="*/ 132 h 35"/>
                <a:gd name="T14" fmla="*/ 48 w 50"/>
                <a:gd name="T15" fmla="*/ 304 h 35"/>
                <a:gd name="T16" fmla="*/ 23 w 50"/>
                <a:gd name="T17" fmla="*/ 14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5">
                  <a:moveTo>
                    <a:pt x="3" y="17"/>
                  </a:moveTo>
                  <a:cubicBezTo>
                    <a:pt x="5" y="10"/>
                    <a:pt x="10" y="6"/>
                    <a:pt x="16" y="4"/>
                  </a:cubicBezTo>
                  <a:cubicBezTo>
                    <a:pt x="22" y="1"/>
                    <a:pt x="28" y="4"/>
                    <a:pt x="35" y="7"/>
                  </a:cubicBezTo>
                  <a:cubicBezTo>
                    <a:pt x="43" y="10"/>
                    <a:pt x="47" y="13"/>
                    <a:pt x="50" y="16"/>
                  </a:cubicBezTo>
                  <a:cubicBezTo>
                    <a:pt x="48" y="12"/>
                    <a:pt x="43" y="9"/>
                    <a:pt x="34" y="5"/>
                  </a:cubicBezTo>
                  <a:cubicBezTo>
                    <a:pt x="27" y="2"/>
                    <a:pt x="21" y="0"/>
                    <a:pt x="15" y="3"/>
                  </a:cubicBezTo>
                  <a:cubicBezTo>
                    <a:pt x="9" y="5"/>
                    <a:pt x="4" y="9"/>
                    <a:pt x="2" y="15"/>
                  </a:cubicBezTo>
                  <a:cubicBezTo>
                    <a:pt x="0" y="22"/>
                    <a:pt x="2" y="29"/>
                    <a:pt x="7" y="35"/>
                  </a:cubicBezTo>
                  <a:cubicBezTo>
                    <a:pt x="2" y="30"/>
                    <a:pt x="1" y="23"/>
                    <a:pt x="3" y="1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9" name="Freeform 1917">
              <a:extLst>
                <a:ext uri="{FF2B5EF4-FFF2-40B4-BE49-F238E27FC236}">
                  <a16:creationId xmlns:a16="http://schemas.microsoft.com/office/drawing/2014/main" id="{14AB77E1-1E40-4C39-AE05-0051CC825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891"/>
              <a:ext cx="78" cy="66"/>
            </a:xfrm>
            <a:custGeom>
              <a:avLst/>
              <a:gdLst>
                <a:gd name="T0" fmla="*/ 244 w 40"/>
                <a:gd name="T1" fmla="*/ 107 h 32"/>
                <a:gd name="T2" fmla="*/ 96 w 40"/>
                <a:gd name="T3" fmla="*/ 221 h 32"/>
                <a:gd name="T4" fmla="*/ 68 w 40"/>
                <a:gd name="T5" fmla="*/ 35 h 32"/>
                <a:gd name="T6" fmla="*/ 244 w 40"/>
                <a:gd name="T7" fmla="*/ 10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33" y="12"/>
                  </a:moveTo>
                  <a:cubicBezTo>
                    <a:pt x="40" y="23"/>
                    <a:pt x="27" y="32"/>
                    <a:pt x="13" y="25"/>
                  </a:cubicBezTo>
                  <a:cubicBezTo>
                    <a:pt x="0" y="17"/>
                    <a:pt x="4" y="7"/>
                    <a:pt x="9" y="4"/>
                  </a:cubicBezTo>
                  <a:cubicBezTo>
                    <a:pt x="15" y="0"/>
                    <a:pt x="29" y="6"/>
                    <a:pt x="33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0" name="Freeform 1918">
              <a:extLst>
                <a:ext uri="{FF2B5EF4-FFF2-40B4-BE49-F238E27FC236}">
                  <a16:creationId xmlns:a16="http://schemas.microsoft.com/office/drawing/2014/main" id="{7B551CCC-51C7-4815-A786-223F865D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909"/>
              <a:ext cx="62" cy="46"/>
            </a:xfrm>
            <a:custGeom>
              <a:avLst/>
              <a:gdLst>
                <a:gd name="T0" fmla="*/ 233 w 32"/>
                <a:gd name="T1" fmla="*/ 92 h 22"/>
                <a:gd name="T2" fmla="*/ 79 w 32"/>
                <a:gd name="T3" fmla="*/ 117 h 22"/>
                <a:gd name="T4" fmla="*/ 16 w 32"/>
                <a:gd name="T5" fmla="*/ 0 h 22"/>
                <a:gd name="T6" fmla="*/ 72 w 32"/>
                <a:gd name="T7" fmla="*/ 144 h 22"/>
                <a:gd name="T8" fmla="*/ 233 w 32"/>
                <a:gd name="T9" fmla="*/ 9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32" y="10"/>
                  </a:moveTo>
                  <a:cubicBezTo>
                    <a:pt x="30" y="16"/>
                    <a:pt x="21" y="19"/>
                    <a:pt x="11" y="13"/>
                  </a:cubicBezTo>
                  <a:cubicBezTo>
                    <a:pt x="3" y="9"/>
                    <a:pt x="1" y="4"/>
                    <a:pt x="2" y="0"/>
                  </a:cubicBezTo>
                  <a:cubicBezTo>
                    <a:pt x="0" y="5"/>
                    <a:pt x="1" y="11"/>
                    <a:pt x="10" y="16"/>
                  </a:cubicBezTo>
                  <a:cubicBezTo>
                    <a:pt x="21" y="22"/>
                    <a:pt x="32" y="17"/>
                    <a:pt x="32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1" name="Freeform 1919">
              <a:extLst>
                <a:ext uri="{FF2B5EF4-FFF2-40B4-BE49-F238E27FC236}">
                  <a16:creationId xmlns:a16="http://schemas.microsoft.com/office/drawing/2014/main" id="{95F39F7E-9740-4105-B63D-30098FA5C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895"/>
              <a:ext cx="33" cy="14"/>
            </a:xfrm>
            <a:custGeom>
              <a:avLst/>
              <a:gdLst>
                <a:gd name="T0" fmla="*/ 124 w 17"/>
                <a:gd name="T1" fmla="*/ 56 h 7"/>
                <a:gd name="T2" fmla="*/ 0 w 17"/>
                <a:gd name="T3" fmla="*/ 8 h 7"/>
                <a:gd name="T4" fmla="*/ 124 w 17"/>
                <a:gd name="T5" fmla="*/ 5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17" y="7"/>
                  </a:moveTo>
                  <a:cubicBezTo>
                    <a:pt x="13" y="3"/>
                    <a:pt x="4" y="0"/>
                    <a:pt x="0" y="1"/>
                  </a:cubicBezTo>
                  <a:cubicBezTo>
                    <a:pt x="4" y="2"/>
                    <a:pt x="12" y="3"/>
                    <a:pt x="17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2" name="Freeform 1920">
              <a:extLst>
                <a:ext uri="{FF2B5EF4-FFF2-40B4-BE49-F238E27FC236}">
                  <a16:creationId xmlns:a16="http://schemas.microsoft.com/office/drawing/2014/main" id="{219C5C63-A602-49EF-935A-FDFC240E1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930"/>
              <a:ext cx="50" cy="27"/>
            </a:xfrm>
            <a:custGeom>
              <a:avLst/>
              <a:gdLst>
                <a:gd name="T0" fmla="*/ 0 w 26"/>
                <a:gd name="T1" fmla="*/ 0 h 13"/>
                <a:gd name="T2" fmla="*/ 185 w 26"/>
                <a:gd name="T3" fmla="*/ 52 h 13"/>
                <a:gd name="T4" fmla="*/ 0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0" y="0"/>
                  </a:moveTo>
                  <a:cubicBezTo>
                    <a:pt x="2" y="4"/>
                    <a:pt x="15" y="13"/>
                    <a:pt x="26" y="6"/>
                  </a:cubicBezTo>
                  <a:cubicBezTo>
                    <a:pt x="22" y="10"/>
                    <a:pt x="8" y="12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3" name="Freeform 1921">
              <a:extLst>
                <a:ext uri="{FF2B5EF4-FFF2-40B4-BE49-F238E27FC236}">
                  <a16:creationId xmlns:a16="http://schemas.microsoft.com/office/drawing/2014/main" id="{9003262C-78F7-422F-BB2C-8E8D5DEA6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872"/>
              <a:ext cx="120" cy="105"/>
            </a:xfrm>
            <a:custGeom>
              <a:avLst/>
              <a:gdLst>
                <a:gd name="T0" fmla="*/ 281 w 62"/>
                <a:gd name="T1" fmla="*/ 43 h 51"/>
                <a:gd name="T2" fmla="*/ 132 w 62"/>
                <a:gd name="T3" fmla="*/ 25 h 51"/>
                <a:gd name="T4" fmla="*/ 37 w 62"/>
                <a:gd name="T5" fmla="*/ 140 h 51"/>
                <a:gd name="T6" fmla="*/ 225 w 62"/>
                <a:gd name="T7" fmla="*/ 428 h 51"/>
                <a:gd name="T8" fmla="*/ 435 w 62"/>
                <a:gd name="T9" fmla="*/ 229 h 51"/>
                <a:gd name="T10" fmla="*/ 281 w 62"/>
                <a:gd name="T11" fmla="*/ 4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39" y="5"/>
                  </a:moveTo>
                  <a:cubicBezTo>
                    <a:pt x="31" y="2"/>
                    <a:pt x="25" y="0"/>
                    <a:pt x="18" y="3"/>
                  </a:cubicBezTo>
                  <a:cubicBezTo>
                    <a:pt x="12" y="5"/>
                    <a:pt x="7" y="9"/>
                    <a:pt x="5" y="16"/>
                  </a:cubicBezTo>
                  <a:cubicBezTo>
                    <a:pt x="0" y="30"/>
                    <a:pt x="13" y="47"/>
                    <a:pt x="31" y="49"/>
                  </a:cubicBezTo>
                  <a:cubicBezTo>
                    <a:pt x="50" y="51"/>
                    <a:pt x="62" y="37"/>
                    <a:pt x="60" y="26"/>
                  </a:cubicBezTo>
                  <a:cubicBezTo>
                    <a:pt x="57" y="15"/>
                    <a:pt x="53" y="12"/>
                    <a:pt x="39" y="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4" name="Freeform 1922">
              <a:extLst>
                <a:ext uri="{FF2B5EF4-FFF2-40B4-BE49-F238E27FC236}">
                  <a16:creationId xmlns:a16="http://schemas.microsoft.com/office/drawing/2014/main" id="{6D74DEF3-0E8E-4834-B36D-FB89F3F62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899"/>
              <a:ext cx="62" cy="54"/>
            </a:xfrm>
            <a:custGeom>
              <a:avLst/>
              <a:gdLst>
                <a:gd name="T0" fmla="*/ 211 w 32"/>
                <a:gd name="T1" fmla="*/ 73 h 26"/>
                <a:gd name="T2" fmla="*/ 211 w 32"/>
                <a:gd name="T3" fmla="*/ 181 h 26"/>
                <a:gd name="T4" fmla="*/ 64 w 32"/>
                <a:gd name="T5" fmla="*/ 181 h 26"/>
                <a:gd name="T6" fmla="*/ 0 w 32"/>
                <a:gd name="T7" fmla="*/ 73 h 26"/>
                <a:gd name="T8" fmla="*/ 37 w 32"/>
                <a:gd name="T9" fmla="*/ 0 h 26"/>
                <a:gd name="T10" fmla="*/ 37 w 32"/>
                <a:gd name="T11" fmla="*/ 0 h 26"/>
                <a:gd name="T12" fmla="*/ 0 w 32"/>
                <a:gd name="T13" fmla="*/ 73 h 26"/>
                <a:gd name="T14" fmla="*/ 64 w 32"/>
                <a:gd name="T15" fmla="*/ 189 h 26"/>
                <a:gd name="T16" fmla="*/ 211 w 32"/>
                <a:gd name="T17" fmla="*/ 181 h 26"/>
                <a:gd name="T18" fmla="*/ 211 w 32"/>
                <a:gd name="T19" fmla="*/ 7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26">
                  <a:moveTo>
                    <a:pt x="29" y="8"/>
                  </a:moveTo>
                  <a:cubicBezTo>
                    <a:pt x="32" y="12"/>
                    <a:pt x="32" y="17"/>
                    <a:pt x="29" y="20"/>
                  </a:cubicBezTo>
                  <a:cubicBezTo>
                    <a:pt x="26" y="23"/>
                    <a:pt x="18" y="25"/>
                    <a:pt x="9" y="20"/>
                  </a:cubicBezTo>
                  <a:cubicBezTo>
                    <a:pt x="2" y="16"/>
                    <a:pt x="0" y="12"/>
                    <a:pt x="0" y="8"/>
                  </a:cubicBezTo>
                  <a:cubicBezTo>
                    <a:pt x="0" y="5"/>
                    <a:pt x="2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1"/>
                    <a:pt x="0" y="4"/>
                    <a:pt x="0" y="8"/>
                  </a:cubicBezTo>
                  <a:cubicBezTo>
                    <a:pt x="0" y="12"/>
                    <a:pt x="1" y="16"/>
                    <a:pt x="9" y="21"/>
                  </a:cubicBezTo>
                  <a:cubicBezTo>
                    <a:pt x="18" y="26"/>
                    <a:pt x="26" y="24"/>
                    <a:pt x="29" y="20"/>
                  </a:cubicBezTo>
                  <a:cubicBezTo>
                    <a:pt x="32" y="17"/>
                    <a:pt x="32" y="13"/>
                    <a:pt x="29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5" name="Freeform 1923">
              <a:extLst>
                <a:ext uri="{FF2B5EF4-FFF2-40B4-BE49-F238E27FC236}">
                  <a16:creationId xmlns:a16="http://schemas.microsoft.com/office/drawing/2014/main" id="{53C7EAF4-B60F-4F7C-A194-7F460112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936"/>
              <a:ext cx="141" cy="91"/>
            </a:xfrm>
            <a:custGeom>
              <a:avLst/>
              <a:gdLst>
                <a:gd name="T0" fmla="*/ 71 w 73"/>
                <a:gd name="T1" fmla="*/ 99 h 44"/>
                <a:gd name="T2" fmla="*/ 71 w 73"/>
                <a:gd name="T3" fmla="*/ 300 h 44"/>
                <a:gd name="T4" fmla="*/ 361 w 73"/>
                <a:gd name="T5" fmla="*/ 372 h 44"/>
                <a:gd name="T6" fmla="*/ 518 w 73"/>
                <a:gd name="T7" fmla="*/ 240 h 44"/>
                <a:gd name="T8" fmla="*/ 71 w 73"/>
                <a:gd name="T9" fmla="*/ 9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4">
                  <a:moveTo>
                    <a:pt x="10" y="11"/>
                  </a:moveTo>
                  <a:cubicBezTo>
                    <a:pt x="0" y="18"/>
                    <a:pt x="1" y="27"/>
                    <a:pt x="10" y="34"/>
                  </a:cubicBezTo>
                  <a:cubicBezTo>
                    <a:pt x="19" y="41"/>
                    <a:pt x="36" y="44"/>
                    <a:pt x="50" y="42"/>
                  </a:cubicBezTo>
                  <a:cubicBezTo>
                    <a:pt x="67" y="41"/>
                    <a:pt x="72" y="34"/>
                    <a:pt x="72" y="27"/>
                  </a:cubicBezTo>
                  <a:cubicBezTo>
                    <a:pt x="73" y="12"/>
                    <a:pt x="29" y="0"/>
                    <a:pt x="10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6" name="Freeform 1924">
              <a:extLst>
                <a:ext uri="{FF2B5EF4-FFF2-40B4-BE49-F238E27FC236}">
                  <a16:creationId xmlns:a16="http://schemas.microsoft.com/office/drawing/2014/main" id="{B1FF139D-6830-4788-8402-304A3659F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38"/>
              <a:ext cx="116" cy="79"/>
            </a:xfrm>
            <a:custGeom>
              <a:avLst/>
              <a:gdLst>
                <a:gd name="T0" fmla="*/ 0 w 60"/>
                <a:gd name="T1" fmla="*/ 91 h 38"/>
                <a:gd name="T2" fmla="*/ 420 w 60"/>
                <a:gd name="T3" fmla="*/ 233 h 38"/>
                <a:gd name="T4" fmla="*/ 363 w 60"/>
                <a:gd name="T5" fmla="*/ 341 h 38"/>
                <a:gd name="T6" fmla="*/ 433 w 60"/>
                <a:gd name="T7" fmla="*/ 225 h 38"/>
                <a:gd name="T8" fmla="*/ 0 w 60"/>
                <a:gd name="T9" fmla="*/ 9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8">
                  <a:moveTo>
                    <a:pt x="0" y="10"/>
                  </a:moveTo>
                  <a:cubicBezTo>
                    <a:pt x="20" y="2"/>
                    <a:pt x="59" y="12"/>
                    <a:pt x="58" y="26"/>
                  </a:cubicBezTo>
                  <a:cubicBezTo>
                    <a:pt x="58" y="31"/>
                    <a:pt x="56" y="35"/>
                    <a:pt x="50" y="38"/>
                  </a:cubicBezTo>
                  <a:cubicBezTo>
                    <a:pt x="57" y="35"/>
                    <a:pt x="59" y="30"/>
                    <a:pt x="60" y="25"/>
                  </a:cubicBezTo>
                  <a:cubicBezTo>
                    <a:pt x="60" y="11"/>
                    <a:pt x="19" y="0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7" name="Freeform 1925">
              <a:extLst>
                <a:ext uri="{FF2B5EF4-FFF2-40B4-BE49-F238E27FC236}">
                  <a16:creationId xmlns:a16="http://schemas.microsoft.com/office/drawing/2014/main" id="{7C2D5A5A-6BFA-41D8-89B0-22B0D4A33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965"/>
              <a:ext cx="91" cy="60"/>
            </a:xfrm>
            <a:custGeom>
              <a:avLst/>
              <a:gdLst>
                <a:gd name="T0" fmla="*/ 341 w 47"/>
                <a:gd name="T1" fmla="*/ 240 h 29"/>
                <a:gd name="T2" fmla="*/ 79 w 47"/>
                <a:gd name="T3" fmla="*/ 149 h 29"/>
                <a:gd name="T4" fmla="*/ 45 w 47"/>
                <a:gd name="T5" fmla="*/ 0 h 29"/>
                <a:gd name="T6" fmla="*/ 64 w 47"/>
                <a:gd name="T7" fmla="*/ 168 h 29"/>
                <a:gd name="T8" fmla="*/ 341 w 47"/>
                <a:gd name="T9" fmla="*/ 240 h 29"/>
                <a:gd name="T10" fmla="*/ 341 w 47"/>
                <a:gd name="T11" fmla="*/ 24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9">
                  <a:moveTo>
                    <a:pt x="47" y="27"/>
                  </a:moveTo>
                  <a:cubicBezTo>
                    <a:pt x="34" y="29"/>
                    <a:pt x="19" y="24"/>
                    <a:pt x="11" y="17"/>
                  </a:cubicBezTo>
                  <a:cubicBezTo>
                    <a:pt x="4" y="12"/>
                    <a:pt x="2" y="6"/>
                    <a:pt x="6" y="0"/>
                  </a:cubicBezTo>
                  <a:cubicBezTo>
                    <a:pt x="0" y="6"/>
                    <a:pt x="2" y="13"/>
                    <a:pt x="9" y="19"/>
                  </a:cubicBezTo>
                  <a:cubicBezTo>
                    <a:pt x="18" y="26"/>
                    <a:pt x="34" y="29"/>
                    <a:pt x="47" y="27"/>
                  </a:cubicBezTo>
                  <a:cubicBezTo>
                    <a:pt x="47" y="27"/>
                    <a:pt x="47" y="27"/>
                    <a:pt x="47" y="2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8" name="Freeform 1926">
              <a:extLst>
                <a:ext uri="{FF2B5EF4-FFF2-40B4-BE49-F238E27FC236}">
                  <a16:creationId xmlns:a16="http://schemas.microsoft.com/office/drawing/2014/main" id="{63803917-2B2F-45DE-A524-94A857406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959"/>
              <a:ext cx="95" cy="47"/>
            </a:xfrm>
            <a:custGeom>
              <a:avLst/>
              <a:gdLst>
                <a:gd name="T0" fmla="*/ 349 w 49"/>
                <a:gd name="T1" fmla="*/ 129 h 23"/>
                <a:gd name="T2" fmla="*/ 109 w 49"/>
                <a:gd name="T3" fmla="*/ 163 h 23"/>
                <a:gd name="T4" fmla="*/ 72 w 49"/>
                <a:gd name="T5" fmla="*/ 33 h 23"/>
                <a:gd name="T6" fmla="*/ 349 w 49"/>
                <a:gd name="T7" fmla="*/ 1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3">
                  <a:moveTo>
                    <a:pt x="48" y="15"/>
                  </a:moveTo>
                  <a:cubicBezTo>
                    <a:pt x="45" y="23"/>
                    <a:pt x="26" y="23"/>
                    <a:pt x="15" y="19"/>
                  </a:cubicBezTo>
                  <a:cubicBezTo>
                    <a:pt x="5" y="15"/>
                    <a:pt x="0" y="8"/>
                    <a:pt x="10" y="4"/>
                  </a:cubicBezTo>
                  <a:cubicBezTo>
                    <a:pt x="21" y="0"/>
                    <a:pt x="49" y="6"/>
                    <a:pt x="48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9" name="Freeform 1927">
              <a:extLst>
                <a:ext uri="{FF2B5EF4-FFF2-40B4-BE49-F238E27FC236}">
                  <a16:creationId xmlns:a16="http://schemas.microsoft.com/office/drawing/2014/main" id="{5CFB512E-FA79-4363-B4A8-64D94D430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973"/>
              <a:ext cx="89" cy="33"/>
            </a:xfrm>
            <a:custGeom>
              <a:avLst/>
              <a:gdLst>
                <a:gd name="T0" fmla="*/ 101 w 46"/>
                <a:gd name="T1" fmla="*/ 80 h 16"/>
                <a:gd name="T2" fmla="*/ 23 w 46"/>
                <a:gd name="T3" fmla="*/ 0 h 16"/>
                <a:gd name="T4" fmla="*/ 93 w 46"/>
                <a:gd name="T5" fmla="*/ 107 h 16"/>
                <a:gd name="T6" fmla="*/ 333 w 46"/>
                <a:gd name="T7" fmla="*/ 72 h 16"/>
                <a:gd name="T8" fmla="*/ 333 w 46"/>
                <a:gd name="T9" fmla="*/ 60 h 16"/>
                <a:gd name="T10" fmla="*/ 101 w 46"/>
                <a:gd name="T11" fmla="*/ 8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6">
                  <a:moveTo>
                    <a:pt x="14" y="9"/>
                  </a:moveTo>
                  <a:cubicBezTo>
                    <a:pt x="8" y="7"/>
                    <a:pt x="3" y="3"/>
                    <a:pt x="3" y="0"/>
                  </a:cubicBezTo>
                  <a:cubicBezTo>
                    <a:pt x="0" y="3"/>
                    <a:pt x="5" y="8"/>
                    <a:pt x="13" y="12"/>
                  </a:cubicBezTo>
                  <a:cubicBezTo>
                    <a:pt x="24" y="16"/>
                    <a:pt x="43" y="16"/>
                    <a:pt x="46" y="8"/>
                  </a:cubicBezTo>
                  <a:cubicBezTo>
                    <a:pt x="46" y="8"/>
                    <a:pt x="46" y="8"/>
                    <a:pt x="46" y="7"/>
                  </a:cubicBezTo>
                  <a:cubicBezTo>
                    <a:pt x="41" y="14"/>
                    <a:pt x="24" y="13"/>
                    <a:pt x="14" y="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0" name="Freeform 1928">
              <a:extLst>
                <a:ext uri="{FF2B5EF4-FFF2-40B4-BE49-F238E27FC236}">
                  <a16:creationId xmlns:a16="http://schemas.microsoft.com/office/drawing/2014/main" id="{E2FF4133-FECE-42A0-BE25-BEB5389C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963"/>
              <a:ext cx="56" cy="21"/>
            </a:xfrm>
            <a:custGeom>
              <a:avLst/>
              <a:gdLst>
                <a:gd name="T0" fmla="*/ 0 w 29"/>
                <a:gd name="T1" fmla="*/ 0 h 10"/>
                <a:gd name="T2" fmla="*/ 209 w 29"/>
                <a:gd name="T3" fmla="*/ 92 h 10"/>
                <a:gd name="T4" fmla="*/ 0 w 2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9" y="1"/>
                    <a:pt x="25" y="3"/>
                    <a:pt x="29" y="10"/>
                  </a:cubicBezTo>
                  <a:cubicBezTo>
                    <a:pt x="27" y="8"/>
                    <a:pt x="13" y="1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1" name="Freeform 1929">
              <a:extLst>
                <a:ext uri="{FF2B5EF4-FFF2-40B4-BE49-F238E27FC236}">
                  <a16:creationId xmlns:a16="http://schemas.microsoft.com/office/drawing/2014/main" id="{3472D0C5-F990-4AA3-81D5-73090AC4B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963"/>
              <a:ext cx="48" cy="21"/>
            </a:xfrm>
            <a:custGeom>
              <a:avLst/>
              <a:gdLst>
                <a:gd name="T0" fmla="*/ 0 w 25"/>
                <a:gd name="T1" fmla="*/ 0 h 10"/>
                <a:gd name="T2" fmla="*/ 177 w 25"/>
                <a:gd name="T3" fmla="*/ 92 h 10"/>
                <a:gd name="T4" fmla="*/ 0 w 2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0"/>
                  </a:moveTo>
                  <a:cubicBezTo>
                    <a:pt x="7" y="0"/>
                    <a:pt x="22" y="3"/>
                    <a:pt x="25" y="10"/>
                  </a:cubicBezTo>
                  <a:cubicBezTo>
                    <a:pt x="23" y="6"/>
                    <a:pt x="19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2" name="Freeform 1930">
              <a:extLst>
                <a:ext uri="{FF2B5EF4-FFF2-40B4-BE49-F238E27FC236}">
                  <a16:creationId xmlns:a16="http://schemas.microsoft.com/office/drawing/2014/main" id="{533D6526-626D-4D60-9F79-13A5D3A86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994"/>
              <a:ext cx="59" cy="16"/>
            </a:xfrm>
            <a:custGeom>
              <a:avLst/>
              <a:gdLst>
                <a:gd name="T0" fmla="*/ 0 w 31"/>
                <a:gd name="T1" fmla="*/ 0 h 8"/>
                <a:gd name="T2" fmla="*/ 213 w 31"/>
                <a:gd name="T3" fmla="*/ 32 h 8"/>
                <a:gd name="T4" fmla="*/ 0 w 3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8">
                  <a:moveTo>
                    <a:pt x="0" y="0"/>
                  </a:moveTo>
                  <a:cubicBezTo>
                    <a:pt x="3" y="3"/>
                    <a:pt x="19" y="8"/>
                    <a:pt x="31" y="4"/>
                  </a:cubicBezTo>
                  <a:cubicBezTo>
                    <a:pt x="26" y="5"/>
                    <a:pt x="1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3" name="Freeform 1931">
              <a:extLst>
                <a:ext uri="{FF2B5EF4-FFF2-40B4-BE49-F238E27FC236}">
                  <a16:creationId xmlns:a16="http://schemas.microsoft.com/office/drawing/2014/main" id="{F00006F1-1795-4BDA-97C8-50BEBA320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936"/>
              <a:ext cx="141" cy="91"/>
            </a:xfrm>
            <a:custGeom>
              <a:avLst/>
              <a:gdLst>
                <a:gd name="T0" fmla="*/ 71 w 73"/>
                <a:gd name="T1" fmla="*/ 99 h 44"/>
                <a:gd name="T2" fmla="*/ 71 w 73"/>
                <a:gd name="T3" fmla="*/ 300 h 44"/>
                <a:gd name="T4" fmla="*/ 361 w 73"/>
                <a:gd name="T5" fmla="*/ 372 h 44"/>
                <a:gd name="T6" fmla="*/ 518 w 73"/>
                <a:gd name="T7" fmla="*/ 240 h 44"/>
                <a:gd name="T8" fmla="*/ 71 w 73"/>
                <a:gd name="T9" fmla="*/ 9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4">
                  <a:moveTo>
                    <a:pt x="10" y="11"/>
                  </a:moveTo>
                  <a:cubicBezTo>
                    <a:pt x="0" y="18"/>
                    <a:pt x="1" y="27"/>
                    <a:pt x="10" y="34"/>
                  </a:cubicBezTo>
                  <a:cubicBezTo>
                    <a:pt x="19" y="41"/>
                    <a:pt x="36" y="44"/>
                    <a:pt x="50" y="42"/>
                  </a:cubicBezTo>
                  <a:cubicBezTo>
                    <a:pt x="67" y="41"/>
                    <a:pt x="72" y="34"/>
                    <a:pt x="72" y="27"/>
                  </a:cubicBezTo>
                  <a:cubicBezTo>
                    <a:pt x="73" y="12"/>
                    <a:pt x="29" y="0"/>
                    <a:pt x="10" y="1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4" name="Freeform 1932">
              <a:extLst>
                <a:ext uri="{FF2B5EF4-FFF2-40B4-BE49-F238E27FC236}">
                  <a16:creationId xmlns:a16="http://schemas.microsoft.com/office/drawing/2014/main" id="{38C12478-AFD1-4D98-A727-5EC23366B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967"/>
              <a:ext cx="85" cy="39"/>
            </a:xfrm>
            <a:custGeom>
              <a:avLst/>
              <a:gdLst>
                <a:gd name="T0" fmla="*/ 0 w 44"/>
                <a:gd name="T1" fmla="*/ 43 h 19"/>
                <a:gd name="T2" fmla="*/ 79 w 44"/>
                <a:gd name="T3" fmla="*/ 131 h 19"/>
                <a:gd name="T4" fmla="*/ 272 w 44"/>
                <a:gd name="T5" fmla="*/ 140 h 19"/>
                <a:gd name="T6" fmla="*/ 317 w 44"/>
                <a:gd name="T7" fmla="*/ 96 h 19"/>
                <a:gd name="T8" fmla="*/ 317 w 44"/>
                <a:gd name="T9" fmla="*/ 96 h 19"/>
                <a:gd name="T10" fmla="*/ 272 w 44"/>
                <a:gd name="T11" fmla="*/ 140 h 19"/>
                <a:gd name="T12" fmla="*/ 85 w 44"/>
                <a:gd name="T13" fmla="*/ 131 h 19"/>
                <a:gd name="T14" fmla="*/ 8 w 44"/>
                <a:gd name="T15" fmla="*/ 43 h 19"/>
                <a:gd name="T16" fmla="*/ 44 w 44"/>
                <a:gd name="T17" fmla="*/ 0 h 19"/>
                <a:gd name="T18" fmla="*/ 44 w 44"/>
                <a:gd name="T19" fmla="*/ 0 h 19"/>
                <a:gd name="T20" fmla="*/ 0 w 44"/>
                <a:gd name="T21" fmla="*/ 43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9">
                  <a:moveTo>
                    <a:pt x="0" y="5"/>
                  </a:moveTo>
                  <a:cubicBezTo>
                    <a:pt x="0" y="8"/>
                    <a:pt x="4" y="12"/>
                    <a:pt x="11" y="15"/>
                  </a:cubicBezTo>
                  <a:cubicBezTo>
                    <a:pt x="18" y="18"/>
                    <a:pt x="30" y="19"/>
                    <a:pt x="38" y="16"/>
                  </a:cubicBezTo>
                  <a:cubicBezTo>
                    <a:pt x="41" y="15"/>
                    <a:pt x="43" y="13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3" y="13"/>
                    <a:pt x="41" y="15"/>
                    <a:pt x="38" y="16"/>
                  </a:cubicBezTo>
                  <a:cubicBezTo>
                    <a:pt x="30" y="18"/>
                    <a:pt x="19" y="17"/>
                    <a:pt x="12" y="15"/>
                  </a:cubicBezTo>
                  <a:cubicBezTo>
                    <a:pt x="5" y="12"/>
                    <a:pt x="1" y="8"/>
                    <a:pt x="1" y="5"/>
                  </a:cubicBezTo>
                  <a:cubicBezTo>
                    <a:pt x="1" y="3"/>
                    <a:pt x="2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5" name="Freeform 1933">
              <a:extLst>
                <a:ext uri="{FF2B5EF4-FFF2-40B4-BE49-F238E27FC236}">
                  <a16:creationId xmlns:a16="http://schemas.microsoft.com/office/drawing/2014/main" id="{875DCEF8-9C3C-4B80-8B32-2A2C2004A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829"/>
              <a:ext cx="143" cy="126"/>
            </a:xfrm>
            <a:custGeom>
              <a:avLst/>
              <a:gdLst>
                <a:gd name="T0" fmla="*/ 72 w 74"/>
                <a:gd name="T1" fmla="*/ 116 h 61"/>
                <a:gd name="T2" fmla="*/ 56 w 74"/>
                <a:gd name="T3" fmla="*/ 397 h 61"/>
                <a:gd name="T4" fmla="*/ 340 w 74"/>
                <a:gd name="T5" fmla="*/ 537 h 61"/>
                <a:gd name="T6" fmla="*/ 520 w 74"/>
                <a:gd name="T7" fmla="*/ 372 h 61"/>
                <a:gd name="T8" fmla="*/ 72 w 74"/>
                <a:gd name="T9" fmla="*/ 11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1">
                  <a:moveTo>
                    <a:pt x="10" y="13"/>
                  </a:moveTo>
                  <a:cubicBezTo>
                    <a:pt x="0" y="21"/>
                    <a:pt x="0" y="34"/>
                    <a:pt x="8" y="45"/>
                  </a:cubicBezTo>
                  <a:cubicBezTo>
                    <a:pt x="16" y="55"/>
                    <a:pt x="33" y="61"/>
                    <a:pt x="47" y="61"/>
                  </a:cubicBezTo>
                  <a:cubicBezTo>
                    <a:pt x="65" y="61"/>
                    <a:pt x="70" y="52"/>
                    <a:pt x="72" y="42"/>
                  </a:cubicBezTo>
                  <a:cubicBezTo>
                    <a:pt x="74" y="22"/>
                    <a:pt x="31" y="0"/>
                    <a:pt x="10" y="1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6" name="Freeform 1934">
              <a:extLst>
                <a:ext uri="{FF2B5EF4-FFF2-40B4-BE49-F238E27FC236}">
                  <a16:creationId xmlns:a16="http://schemas.microsoft.com/office/drawing/2014/main" id="{0BF4E59C-BABD-4BF0-A955-0BC6C62DC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833"/>
              <a:ext cx="116" cy="115"/>
            </a:xfrm>
            <a:custGeom>
              <a:avLst/>
              <a:gdLst>
                <a:gd name="T0" fmla="*/ 0 w 60"/>
                <a:gd name="T1" fmla="*/ 97 h 56"/>
                <a:gd name="T2" fmla="*/ 404 w 60"/>
                <a:gd name="T3" fmla="*/ 353 h 56"/>
                <a:gd name="T4" fmla="*/ 333 w 60"/>
                <a:gd name="T5" fmla="*/ 485 h 56"/>
                <a:gd name="T6" fmla="*/ 420 w 60"/>
                <a:gd name="T7" fmla="*/ 345 h 56"/>
                <a:gd name="T8" fmla="*/ 0 w 60"/>
                <a:gd name="T9" fmla="*/ 9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6">
                  <a:moveTo>
                    <a:pt x="0" y="11"/>
                  </a:moveTo>
                  <a:cubicBezTo>
                    <a:pt x="21" y="2"/>
                    <a:pt x="58" y="22"/>
                    <a:pt x="56" y="41"/>
                  </a:cubicBezTo>
                  <a:cubicBezTo>
                    <a:pt x="55" y="47"/>
                    <a:pt x="53" y="53"/>
                    <a:pt x="46" y="56"/>
                  </a:cubicBezTo>
                  <a:cubicBezTo>
                    <a:pt x="54" y="53"/>
                    <a:pt x="57" y="47"/>
                    <a:pt x="58" y="40"/>
                  </a:cubicBezTo>
                  <a:cubicBezTo>
                    <a:pt x="60" y="20"/>
                    <a:pt x="20" y="0"/>
                    <a:pt x="0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7" name="Freeform 1935">
              <a:extLst>
                <a:ext uri="{FF2B5EF4-FFF2-40B4-BE49-F238E27FC236}">
                  <a16:creationId xmlns:a16="http://schemas.microsoft.com/office/drawing/2014/main" id="{7DD6CCA2-A1AB-4600-BFDA-76ABF1D54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864"/>
              <a:ext cx="89" cy="89"/>
            </a:xfrm>
            <a:custGeom>
              <a:avLst/>
              <a:gdLst>
                <a:gd name="T0" fmla="*/ 333 w 46"/>
                <a:gd name="T1" fmla="*/ 381 h 43"/>
                <a:gd name="T2" fmla="*/ 72 w 46"/>
                <a:gd name="T3" fmla="*/ 224 h 43"/>
                <a:gd name="T4" fmla="*/ 52 w 46"/>
                <a:gd name="T5" fmla="*/ 0 h 43"/>
                <a:gd name="T6" fmla="*/ 56 w 46"/>
                <a:gd name="T7" fmla="*/ 240 h 43"/>
                <a:gd name="T8" fmla="*/ 333 w 46"/>
                <a:gd name="T9" fmla="*/ 381 h 43"/>
                <a:gd name="T10" fmla="*/ 333 w 46"/>
                <a:gd name="T11" fmla="*/ 38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3">
                  <a:moveTo>
                    <a:pt x="46" y="43"/>
                  </a:moveTo>
                  <a:cubicBezTo>
                    <a:pt x="32" y="43"/>
                    <a:pt x="18" y="35"/>
                    <a:pt x="10" y="25"/>
                  </a:cubicBezTo>
                  <a:cubicBezTo>
                    <a:pt x="4" y="17"/>
                    <a:pt x="3" y="7"/>
                    <a:pt x="7" y="0"/>
                  </a:cubicBezTo>
                  <a:cubicBezTo>
                    <a:pt x="0" y="8"/>
                    <a:pt x="2" y="18"/>
                    <a:pt x="8" y="27"/>
                  </a:cubicBezTo>
                  <a:cubicBezTo>
                    <a:pt x="16" y="37"/>
                    <a:pt x="32" y="43"/>
                    <a:pt x="46" y="43"/>
                  </a:cubicBezTo>
                  <a:cubicBezTo>
                    <a:pt x="46" y="43"/>
                    <a:pt x="46" y="43"/>
                    <a:pt x="46" y="4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8" name="Freeform 1936">
              <a:extLst>
                <a:ext uri="{FF2B5EF4-FFF2-40B4-BE49-F238E27FC236}">
                  <a16:creationId xmlns:a16="http://schemas.microsoft.com/office/drawing/2014/main" id="{685CFD8A-2EEF-49A5-B950-E265E0E13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862"/>
              <a:ext cx="96" cy="72"/>
            </a:xfrm>
            <a:custGeom>
              <a:avLst/>
              <a:gdLst>
                <a:gd name="T0" fmla="*/ 332 w 50"/>
                <a:gd name="T1" fmla="*/ 200 h 35"/>
                <a:gd name="T2" fmla="*/ 100 w 50"/>
                <a:gd name="T3" fmla="*/ 216 h 35"/>
                <a:gd name="T4" fmla="*/ 69 w 50"/>
                <a:gd name="T5" fmla="*/ 33 h 35"/>
                <a:gd name="T6" fmla="*/ 332 w 50"/>
                <a:gd name="T7" fmla="*/ 20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5">
                  <a:moveTo>
                    <a:pt x="47" y="23"/>
                  </a:moveTo>
                  <a:cubicBezTo>
                    <a:pt x="43" y="35"/>
                    <a:pt x="24" y="32"/>
                    <a:pt x="14" y="25"/>
                  </a:cubicBezTo>
                  <a:cubicBezTo>
                    <a:pt x="4" y="18"/>
                    <a:pt x="0" y="8"/>
                    <a:pt x="10" y="4"/>
                  </a:cubicBezTo>
                  <a:cubicBezTo>
                    <a:pt x="22" y="0"/>
                    <a:pt x="50" y="12"/>
                    <a:pt x="47" y="2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9" name="Freeform 1937">
              <a:extLst>
                <a:ext uri="{FF2B5EF4-FFF2-40B4-BE49-F238E27FC236}">
                  <a16:creationId xmlns:a16="http://schemas.microsoft.com/office/drawing/2014/main" id="{C9DBDB83-FAD0-4E1C-AECC-675F46723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876"/>
              <a:ext cx="87" cy="58"/>
            </a:xfrm>
            <a:custGeom>
              <a:avLst/>
              <a:gdLst>
                <a:gd name="T0" fmla="*/ 93 w 45"/>
                <a:gd name="T1" fmla="*/ 133 h 28"/>
                <a:gd name="T2" fmla="*/ 29 w 45"/>
                <a:gd name="T3" fmla="*/ 0 h 28"/>
                <a:gd name="T4" fmla="*/ 85 w 45"/>
                <a:gd name="T5" fmla="*/ 160 h 28"/>
                <a:gd name="T6" fmla="*/ 325 w 45"/>
                <a:gd name="T7" fmla="*/ 141 h 28"/>
                <a:gd name="T8" fmla="*/ 325 w 45"/>
                <a:gd name="T9" fmla="*/ 141 h 28"/>
                <a:gd name="T10" fmla="*/ 93 w 45"/>
                <a:gd name="T11" fmla="*/ 13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8">
                  <a:moveTo>
                    <a:pt x="13" y="15"/>
                  </a:moveTo>
                  <a:cubicBezTo>
                    <a:pt x="7" y="11"/>
                    <a:pt x="3" y="5"/>
                    <a:pt x="4" y="0"/>
                  </a:cubicBezTo>
                  <a:cubicBezTo>
                    <a:pt x="0" y="5"/>
                    <a:pt x="4" y="13"/>
                    <a:pt x="12" y="18"/>
                  </a:cubicBezTo>
                  <a:cubicBezTo>
                    <a:pt x="22" y="25"/>
                    <a:pt x="41" y="28"/>
                    <a:pt x="45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39" y="24"/>
                    <a:pt x="23" y="21"/>
                    <a:pt x="13" y="1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0" name="Freeform 1938">
              <a:extLst>
                <a:ext uri="{FF2B5EF4-FFF2-40B4-BE49-F238E27FC236}">
                  <a16:creationId xmlns:a16="http://schemas.microsoft.com/office/drawing/2014/main" id="{FDDBADAF-E57A-4A84-AEF7-FDDA43EBD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868"/>
              <a:ext cx="53" cy="33"/>
            </a:xfrm>
            <a:custGeom>
              <a:avLst/>
              <a:gdLst>
                <a:gd name="T0" fmla="*/ 0 w 27"/>
                <a:gd name="T1" fmla="*/ 0 h 16"/>
                <a:gd name="T2" fmla="*/ 204 w 27"/>
                <a:gd name="T3" fmla="*/ 140 h 16"/>
                <a:gd name="T4" fmla="*/ 0 w 2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8" y="1"/>
                    <a:pt x="24" y="7"/>
                    <a:pt x="27" y="16"/>
                  </a:cubicBezTo>
                  <a:cubicBezTo>
                    <a:pt x="26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1" name="Freeform 1939">
              <a:extLst>
                <a:ext uri="{FF2B5EF4-FFF2-40B4-BE49-F238E27FC236}">
                  <a16:creationId xmlns:a16="http://schemas.microsoft.com/office/drawing/2014/main" id="{98FF02AC-E9A5-45BD-83DB-2F803DF31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868"/>
              <a:ext cx="45" cy="33"/>
            </a:xfrm>
            <a:custGeom>
              <a:avLst/>
              <a:gdLst>
                <a:gd name="T0" fmla="*/ 0 w 23"/>
                <a:gd name="T1" fmla="*/ 0 h 16"/>
                <a:gd name="T2" fmla="*/ 172 w 23"/>
                <a:gd name="T3" fmla="*/ 140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6" y="1"/>
                    <a:pt x="22" y="7"/>
                    <a:pt x="23" y="16"/>
                  </a:cubicBezTo>
                  <a:cubicBezTo>
                    <a:pt x="22" y="11"/>
                    <a:pt x="18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2" name="Freeform 1940">
              <a:extLst>
                <a:ext uri="{FF2B5EF4-FFF2-40B4-BE49-F238E27FC236}">
                  <a16:creationId xmlns:a16="http://schemas.microsoft.com/office/drawing/2014/main" id="{11CA12E0-E8D9-4CC0-B348-C48E0DE11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907"/>
              <a:ext cx="58" cy="29"/>
            </a:xfrm>
            <a:custGeom>
              <a:avLst/>
              <a:gdLst>
                <a:gd name="T0" fmla="*/ 0 w 30"/>
                <a:gd name="T1" fmla="*/ 0 h 14"/>
                <a:gd name="T2" fmla="*/ 217 w 30"/>
                <a:gd name="T3" fmla="*/ 91 h 14"/>
                <a:gd name="T4" fmla="*/ 0 w 3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">
                  <a:moveTo>
                    <a:pt x="0" y="0"/>
                  </a:moveTo>
                  <a:cubicBezTo>
                    <a:pt x="2" y="5"/>
                    <a:pt x="17" y="14"/>
                    <a:pt x="30" y="10"/>
                  </a:cubicBezTo>
                  <a:cubicBezTo>
                    <a:pt x="25" y="11"/>
                    <a:pt x="11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3" name="Freeform 1941">
              <a:extLst>
                <a:ext uri="{FF2B5EF4-FFF2-40B4-BE49-F238E27FC236}">
                  <a16:creationId xmlns:a16="http://schemas.microsoft.com/office/drawing/2014/main" id="{1D7F7463-DB87-4DD1-A83E-0B4542470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829"/>
              <a:ext cx="143" cy="126"/>
            </a:xfrm>
            <a:custGeom>
              <a:avLst/>
              <a:gdLst>
                <a:gd name="T0" fmla="*/ 72 w 74"/>
                <a:gd name="T1" fmla="*/ 116 h 61"/>
                <a:gd name="T2" fmla="*/ 56 w 74"/>
                <a:gd name="T3" fmla="*/ 397 h 61"/>
                <a:gd name="T4" fmla="*/ 340 w 74"/>
                <a:gd name="T5" fmla="*/ 537 h 61"/>
                <a:gd name="T6" fmla="*/ 520 w 74"/>
                <a:gd name="T7" fmla="*/ 372 h 61"/>
                <a:gd name="T8" fmla="*/ 72 w 74"/>
                <a:gd name="T9" fmla="*/ 11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1">
                  <a:moveTo>
                    <a:pt x="10" y="13"/>
                  </a:moveTo>
                  <a:cubicBezTo>
                    <a:pt x="0" y="21"/>
                    <a:pt x="0" y="34"/>
                    <a:pt x="8" y="45"/>
                  </a:cubicBezTo>
                  <a:cubicBezTo>
                    <a:pt x="16" y="55"/>
                    <a:pt x="33" y="61"/>
                    <a:pt x="47" y="61"/>
                  </a:cubicBezTo>
                  <a:cubicBezTo>
                    <a:pt x="65" y="61"/>
                    <a:pt x="70" y="52"/>
                    <a:pt x="72" y="42"/>
                  </a:cubicBezTo>
                  <a:cubicBezTo>
                    <a:pt x="74" y="22"/>
                    <a:pt x="31" y="0"/>
                    <a:pt x="10" y="1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4" name="Freeform 1942">
              <a:extLst>
                <a:ext uri="{FF2B5EF4-FFF2-40B4-BE49-F238E27FC236}">
                  <a16:creationId xmlns:a16="http://schemas.microsoft.com/office/drawing/2014/main" id="{66F44078-EC2B-45AE-A12E-F769BBB9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70"/>
              <a:ext cx="85" cy="60"/>
            </a:xfrm>
            <a:custGeom>
              <a:avLst/>
              <a:gdLst>
                <a:gd name="T0" fmla="*/ 8 w 44"/>
                <a:gd name="T1" fmla="*/ 60 h 29"/>
                <a:gd name="T2" fmla="*/ 79 w 44"/>
                <a:gd name="T3" fmla="*/ 184 h 29"/>
                <a:gd name="T4" fmla="*/ 265 w 44"/>
                <a:gd name="T5" fmla="*/ 232 h 29"/>
                <a:gd name="T6" fmla="*/ 317 w 44"/>
                <a:gd name="T7" fmla="*/ 168 h 29"/>
                <a:gd name="T8" fmla="*/ 317 w 44"/>
                <a:gd name="T9" fmla="*/ 168 h 29"/>
                <a:gd name="T10" fmla="*/ 265 w 44"/>
                <a:gd name="T11" fmla="*/ 232 h 29"/>
                <a:gd name="T12" fmla="*/ 79 w 44"/>
                <a:gd name="T13" fmla="*/ 184 h 29"/>
                <a:gd name="T14" fmla="*/ 8 w 44"/>
                <a:gd name="T15" fmla="*/ 60 h 29"/>
                <a:gd name="T16" fmla="*/ 52 w 44"/>
                <a:gd name="T17" fmla="*/ 0 h 29"/>
                <a:gd name="T18" fmla="*/ 52 w 44"/>
                <a:gd name="T19" fmla="*/ 0 h 29"/>
                <a:gd name="T20" fmla="*/ 8 w 44"/>
                <a:gd name="T21" fmla="*/ 6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29">
                  <a:moveTo>
                    <a:pt x="1" y="7"/>
                  </a:moveTo>
                  <a:cubicBezTo>
                    <a:pt x="0" y="11"/>
                    <a:pt x="4" y="17"/>
                    <a:pt x="11" y="21"/>
                  </a:cubicBezTo>
                  <a:cubicBezTo>
                    <a:pt x="18" y="26"/>
                    <a:pt x="30" y="29"/>
                    <a:pt x="37" y="26"/>
                  </a:cubicBezTo>
                  <a:cubicBezTo>
                    <a:pt x="41" y="25"/>
                    <a:pt x="43" y="23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3" y="23"/>
                    <a:pt x="40" y="25"/>
                    <a:pt x="37" y="26"/>
                  </a:cubicBezTo>
                  <a:cubicBezTo>
                    <a:pt x="30" y="29"/>
                    <a:pt x="18" y="25"/>
                    <a:pt x="11" y="21"/>
                  </a:cubicBezTo>
                  <a:cubicBezTo>
                    <a:pt x="5" y="17"/>
                    <a:pt x="1" y="11"/>
                    <a:pt x="1" y="7"/>
                  </a:cubicBezTo>
                  <a:cubicBezTo>
                    <a:pt x="2" y="4"/>
                    <a:pt x="4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2"/>
                    <a:pt x="1" y="4"/>
                    <a:pt x="1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5" name="Freeform 1943">
              <a:extLst>
                <a:ext uri="{FF2B5EF4-FFF2-40B4-BE49-F238E27FC236}">
                  <a16:creationId xmlns:a16="http://schemas.microsoft.com/office/drawing/2014/main" id="{79913429-4787-4897-8632-8C7E5D737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911"/>
              <a:ext cx="131" cy="77"/>
            </a:xfrm>
            <a:custGeom>
              <a:avLst/>
              <a:gdLst>
                <a:gd name="T0" fmla="*/ 108 w 68"/>
                <a:gd name="T1" fmla="*/ 17 h 37"/>
                <a:gd name="T2" fmla="*/ 0 w 68"/>
                <a:gd name="T3" fmla="*/ 160 h 37"/>
                <a:gd name="T4" fmla="*/ 229 w 68"/>
                <a:gd name="T5" fmla="*/ 333 h 37"/>
                <a:gd name="T6" fmla="*/ 464 w 68"/>
                <a:gd name="T7" fmla="*/ 200 h 37"/>
                <a:gd name="T8" fmla="*/ 416 w 68"/>
                <a:gd name="T9" fmla="*/ 65 h 37"/>
                <a:gd name="T10" fmla="*/ 256 w 68"/>
                <a:gd name="T11" fmla="*/ 35 h 37"/>
                <a:gd name="T12" fmla="*/ 108 w 68"/>
                <a:gd name="T13" fmla="*/ 1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37">
                  <a:moveTo>
                    <a:pt x="15" y="2"/>
                  </a:moveTo>
                  <a:cubicBezTo>
                    <a:pt x="6" y="3"/>
                    <a:pt x="1" y="9"/>
                    <a:pt x="0" y="18"/>
                  </a:cubicBezTo>
                  <a:cubicBezTo>
                    <a:pt x="0" y="31"/>
                    <a:pt x="14" y="37"/>
                    <a:pt x="32" y="37"/>
                  </a:cubicBezTo>
                  <a:cubicBezTo>
                    <a:pt x="51" y="37"/>
                    <a:pt x="61" y="34"/>
                    <a:pt x="65" y="22"/>
                  </a:cubicBezTo>
                  <a:cubicBezTo>
                    <a:pt x="68" y="16"/>
                    <a:pt x="65" y="11"/>
                    <a:pt x="58" y="7"/>
                  </a:cubicBezTo>
                  <a:cubicBezTo>
                    <a:pt x="51" y="4"/>
                    <a:pt x="46" y="5"/>
                    <a:pt x="36" y="4"/>
                  </a:cubicBezTo>
                  <a:cubicBezTo>
                    <a:pt x="31" y="4"/>
                    <a:pt x="23" y="0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6" name="Freeform 1944">
              <a:extLst>
                <a:ext uri="{FF2B5EF4-FFF2-40B4-BE49-F238E27FC236}">
                  <a16:creationId xmlns:a16="http://schemas.microsoft.com/office/drawing/2014/main" id="{3D019282-8E09-4F71-93C0-E00322038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928"/>
              <a:ext cx="89" cy="33"/>
            </a:xfrm>
            <a:custGeom>
              <a:avLst/>
              <a:gdLst>
                <a:gd name="T0" fmla="*/ 304 w 46"/>
                <a:gd name="T1" fmla="*/ 60 h 16"/>
                <a:gd name="T2" fmla="*/ 145 w 46"/>
                <a:gd name="T3" fmla="*/ 132 h 16"/>
                <a:gd name="T4" fmla="*/ 56 w 46"/>
                <a:gd name="T5" fmla="*/ 17 h 16"/>
                <a:gd name="T6" fmla="*/ 188 w 46"/>
                <a:gd name="T7" fmla="*/ 35 h 16"/>
                <a:gd name="T8" fmla="*/ 304 w 46"/>
                <a:gd name="T9" fmla="*/ 6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6">
                  <a:moveTo>
                    <a:pt x="42" y="7"/>
                  </a:moveTo>
                  <a:cubicBezTo>
                    <a:pt x="46" y="10"/>
                    <a:pt x="38" y="16"/>
                    <a:pt x="20" y="15"/>
                  </a:cubicBezTo>
                  <a:cubicBezTo>
                    <a:pt x="1" y="15"/>
                    <a:pt x="0" y="5"/>
                    <a:pt x="8" y="2"/>
                  </a:cubicBezTo>
                  <a:cubicBezTo>
                    <a:pt x="14" y="0"/>
                    <a:pt x="16" y="2"/>
                    <a:pt x="26" y="4"/>
                  </a:cubicBezTo>
                  <a:cubicBezTo>
                    <a:pt x="36" y="6"/>
                    <a:pt x="37" y="4"/>
                    <a:pt x="42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7" name="Freeform 1945">
              <a:extLst>
                <a:ext uri="{FF2B5EF4-FFF2-40B4-BE49-F238E27FC236}">
                  <a16:creationId xmlns:a16="http://schemas.microsoft.com/office/drawing/2014/main" id="{70D6AB2D-6A6C-48B9-99FB-8AF84EEA3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934"/>
              <a:ext cx="79" cy="27"/>
            </a:xfrm>
            <a:custGeom>
              <a:avLst/>
              <a:gdLst>
                <a:gd name="T0" fmla="*/ 145 w 41"/>
                <a:gd name="T1" fmla="*/ 108 h 13"/>
                <a:gd name="T2" fmla="*/ 293 w 41"/>
                <a:gd name="T3" fmla="*/ 73 h 13"/>
                <a:gd name="T4" fmla="*/ 148 w 41"/>
                <a:gd name="T5" fmla="*/ 91 h 13"/>
                <a:gd name="T6" fmla="*/ 44 w 41"/>
                <a:gd name="T7" fmla="*/ 0 h 13"/>
                <a:gd name="T8" fmla="*/ 145 w 41"/>
                <a:gd name="T9" fmla="*/ 10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3">
                  <a:moveTo>
                    <a:pt x="20" y="12"/>
                  </a:moveTo>
                  <a:cubicBezTo>
                    <a:pt x="31" y="13"/>
                    <a:pt x="39" y="11"/>
                    <a:pt x="41" y="8"/>
                  </a:cubicBezTo>
                  <a:cubicBezTo>
                    <a:pt x="35" y="11"/>
                    <a:pt x="27" y="10"/>
                    <a:pt x="21" y="10"/>
                  </a:cubicBezTo>
                  <a:cubicBezTo>
                    <a:pt x="16" y="9"/>
                    <a:pt x="1" y="8"/>
                    <a:pt x="6" y="0"/>
                  </a:cubicBezTo>
                  <a:cubicBezTo>
                    <a:pt x="0" y="4"/>
                    <a:pt x="2" y="12"/>
                    <a:pt x="20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8" name="Freeform 1946">
              <a:extLst>
                <a:ext uri="{FF2B5EF4-FFF2-40B4-BE49-F238E27FC236}">
                  <a16:creationId xmlns:a16="http://schemas.microsoft.com/office/drawing/2014/main" id="{DF624EAA-29A6-4F87-A291-AB8D7AEAB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930"/>
              <a:ext cx="58" cy="12"/>
            </a:xfrm>
            <a:custGeom>
              <a:avLst/>
              <a:gdLst>
                <a:gd name="T0" fmla="*/ 108 w 30"/>
                <a:gd name="T1" fmla="*/ 32 h 6"/>
                <a:gd name="T2" fmla="*/ 164 w 30"/>
                <a:gd name="T3" fmla="*/ 32 h 6"/>
                <a:gd name="T4" fmla="*/ 217 w 30"/>
                <a:gd name="T5" fmla="*/ 48 h 6"/>
                <a:gd name="T6" fmla="*/ 108 w 30"/>
                <a:gd name="T7" fmla="*/ 24 h 6"/>
                <a:gd name="T8" fmla="*/ 0 w 30"/>
                <a:gd name="T9" fmla="*/ 0 h 6"/>
                <a:gd name="T10" fmla="*/ 52 w 30"/>
                <a:gd name="T11" fmla="*/ 16 h 6"/>
                <a:gd name="T12" fmla="*/ 108 w 30"/>
                <a:gd name="T13" fmla="*/ 32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">
                  <a:moveTo>
                    <a:pt x="15" y="4"/>
                  </a:moveTo>
                  <a:cubicBezTo>
                    <a:pt x="18" y="4"/>
                    <a:pt x="20" y="4"/>
                    <a:pt x="23" y="4"/>
                  </a:cubicBezTo>
                  <a:cubicBezTo>
                    <a:pt x="25" y="4"/>
                    <a:pt x="28" y="5"/>
                    <a:pt x="30" y="6"/>
                  </a:cubicBezTo>
                  <a:cubicBezTo>
                    <a:pt x="26" y="3"/>
                    <a:pt x="24" y="4"/>
                    <a:pt x="15" y="3"/>
                  </a:cubicBezTo>
                  <a:cubicBezTo>
                    <a:pt x="6" y="1"/>
                    <a:pt x="4" y="0"/>
                    <a:pt x="0" y="0"/>
                  </a:cubicBezTo>
                  <a:cubicBezTo>
                    <a:pt x="2" y="0"/>
                    <a:pt x="5" y="1"/>
                    <a:pt x="7" y="2"/>
                  </a:cubicBezTo>
                  <a:cubicBezTo>
                    <a:pt x="9" y="3"/>
                    <a:pt x="12" y="4"/>
                    <a:pt x="15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9" name="Freeform 1947">
              <a:extLst>
                <a:ext uri="{FF2B5EF4-FFF2-40B4-BE49-F238E27FC236}">
                  <a16:creationId xmlns:a16="http://schemas.microsoft.com/office/drawing/2014/main" id="{2603F6E4-87C2-4192-8419-B1E8BE050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913"/>
              <a:ext cx="48" cy="52"/>
            </a:xfrm>
            <a:custGeom>
              <a:avLst/>
              <a:gdLst>
                <a:gd name="T0" fmla="*/ 177 w 25"/>
                <a:gd name="T1" fmla="*/ 17 h 25"/>
                <a:gd name="T2" fmla="*/ 36 w 25"/>
                <a:gd name="T3" fmla="*/ 73 h 25"/>
                <a:gd name="T4" fmla="*/ 29 w 25"/>
                <a:gd name="T5" fmla="*/ 225 h 25"/>
                <a:gd name="T6" fmla="*/ 48 w 25"/>
                <a:gd name="T7" fmla="*/ 64 h 25"/>
                <a:gd name="T8" fmla="*/ 177 w 25"/>
                <a:gd name="T9" fmla="*/ 1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5" y="2"/>
                  </a:moveTo>
                  <a:cubicBezTo>
                    <a:pt x="20" y="0"/>
                    <a:pt x="9" y="2"/>
                    <a:pt x="5" y="8"/>
                  </a:cubicBezTo>
                  <a:cubicBezTo>
                    <a:pt x="0" y="14"/>
                    <a:pt x="2" y="22"/>
                    <a:pt x="4" y="25"/>
                  </a:cubicBezTo>
                  <a:cubicBezTo>
                    <a:pt x="4" y="23"/>
                    <a:pt x="1" y="13"/>
                    <a:pt x="7" y="7"/>
                  </a:cubicBezTo>
                  <a:cubicBezTo>
                    <a:pt x="14" y="1"/>
                    <a:pt x="22" y="1"/>
                    <a:pt x="25" y="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0" name="Freeform 1948">
              <a:extLst>
                <a:ext uri="{FF2B5EF4-FFF2-40B4-BE49-F238E27FC236}">
                  <a16:creationId xmlns:a16="http://schemas.microsoft.com/office/drawing/2014/main" id="{96641E71-65FF-4C71-AAFB-24CB69015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20"/>
              <a:ext cx="48" cy="18"/>
            </a:xfrm>
            <a:custGeom>
              <a:avLst/>
              <a:gdLst>
                <a:gd name="T0" fmla="*/ 0 w 25"/>
                <a:gd name="T1" fmla="*/ 8 h 9"/>
                <a:gd name="T2" fmla="*/ 177 w 25"/>
                <a:gd name="T3" fmla="*/ 72 h 9"/>
                <a:gd name="T4" fmla="*/ 100 w 25"/>
                <a:gd name="T5" fmla="*/ 24 h 9"/>
                <a:gd name="T6" fmla="*/ 0 w 25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">
                  <a:moveTo>
                    <a:pt x="0" y="1"/>
                  </a:moveTo>
                  <a:cubicBezTo>
                    <a:pt x="6" y="2"/>
                    <a:pt x="17" y="0"/>
                    <a:pt x="25" y="9"/>
                  </a:cubicBezTo>
                  <a:cubicBezTo>
                    <a:pt x="23" y="7"/>
                    <a:pt x="19" y="4"/>
                    <a:pt x="14" y="3"/>
                  </a:cubicBezTo>
                  <a:cubicBezTo>
                    <a:pt x="9" y="2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1" name="Freeform 1949">
              <a:extLst>
                <a:ext uri="{FF2B5EF4-FFF2-40B4-BE49-F238E27FC236}">
                  <a16:creationId xmlns:a16="http://schemas.microsoft.com/office/drawing/2014/main" id="{DB03D4D7-C6C7-4BC6-8E85-67EBD95C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953"/>
              <a:ext cx="71" cy="12"/>
            </a:xfrm>
            <a:custGeom>
              <a:avLst/>
              <a:gdLst>
                <a:gd name="T0" fmla="*/ 0 w 37"/>
                <a:gd name="T1" fmla="*/ 0 h 6"/>
                <a:gd name="T2" fmla="*/ 121 w 37"/>
                <a:gd name="T3" fmla="*/ 32 h 6"/>
                <a:gd name="T4" fmla="*/ 261 w 37"/>
                <a:gd name="T5" fmla="*/ 0 h 6"/>
                <a:gd name="T6" fmla="*/ 121 w 37"/>
                <a:gd name="T7" fmla="*/ 40 h 6"/>
                <a:gd name="T8" fmla="*/ 0 w 3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">
                  <a:moveTo>
                    <a:pt x="0" y="0"/>
                  </a:moveTo>
                  <a:cubicBezTo>
                    <a:pt x="3" y="2"/>
                    <a:pt x="9" y="4"/>
                    <a:pt x="17" y="4"/>
                  </a:cubicBezTo>
                  <a:cubicBezTo>
                    <a:pt x="27" y="4"/>
                    <a:pt x="33" y="3"/>
                    <a:pt x="37" y="0"/>
                  </a:cubicBezTo>
                  <a:cubicBezTo>
                    <a:pt x="35" y="2"/>
                    <a:pt x="30" y="6"/>
                    <a:pt x="17" y="5"/>
                  </a:cubicBezTo>
                  <a:cubicBezTo>
                    <a:pt x="6" y="4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2" name="Freeform 1950">
              <a:extLst>
                <a:ext uri="{FF2B5EF4-FFF2-40B4-BE49-F238E27FC236}">
                  <a16:creationId xmlns:a16="http://schemas.microsoft.com/office/drawing/2014/main" id="{8222EEA5-FA32-4031-8D3C-1AC0F699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955"/>
              <a:ext cx="94" cy="35"/>
            </a:xfrm>
            <a:custGeom>
              <a:avLst/>
              <a:gdLst>
                <a:gd name="T0" fmla="*/ 0 w 49"/>
                <a:gd name="T1" fmla="*/ 115 h 17"/>
                <a:gd name="T2" fmla="*/ 276 w 49"/>
                <a:gd name="T3" fmla="*/ 105 h 17"/>
                <a:gd name="T4" fmla="*/ 345 w 49"/>
                <a:gd name="T5" fmla="*/ 0 h 17"/>
                <a:gd name="T6" fmla="*/ 232 w 49"/>
                <a:gd name="T7" fmla="*/ 105 h 17"/>
                <a:gd name="T8" fmla="*/ 0 w 49"/>
                <a:gd name="T9" fmla="*/ 1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7">
                  <a:moveTo>
                    <a:pt x="0" y="13"/>
                  </a:moveTo>
                  <a:cubicBezTo>
                    <a:pt x="6" y="15"/>
                    <a:pt x="29" y="17"/>
                    <a:pt x="39" y="12"/>
                  </a:cubicBezTo>
                  <a:cubicBezTo>
                    <a:pt x="42" y="10"/>
                    <a:pt x="47" y="6"/>
                    <a:pt x="49" y="0"/>
                  </a:cubicBezTo>
                  <a:cubicBezTo>
                    <a:pt x="48" y="1"/>
                    <a:pt x="45" y="9"/>
                    <a:pt x="33" y="12"/>
                  </a:cubicBezTo>
                  <a:cubicBezTo>
                    <a:pt x="20" y="15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3" name="Freeform 1951">
              <a:extLst>
                <a:ext uri="{FF2B5EF4-FFF2-40B4-BE49-F238E27FC236}">
                  <a16:creationId xmlns:a16="http://schemas.microsoft.com/office/drawing/2014/main" id="{236CCA0C-91C1-48E2-81A7-9A9BA27AE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911"/>
              <a:ext cx="131" cy="77"/>
            </a:xfrm>
            <a:custGeom>
              <a:avLst/>
              <a:gdLst>
                <a:gd name="T0" fmla="*/ 108 w 68"/>
                <a:gd name="T1" fmla="*/ 17 h 37"/>
                <a:gd name="T2" fmla="*/ 0 w 68"/>
                <a:gd name="T3" fmla="*/ 160 h 37"/>
                <a:gd name="T4" fmla="*/ 229 w 68"/>
                <a:gd name="T5" fmla="*/ 333 h 37"/>
                <a:gd name="T6" fmla="*/ 464 w 68"/>
                <a:gd name="T7" fmla="*/ 200 h 37"/>
                <a:gd name="T8" fmla="*/ 416 w 68"/>
                <a:gd name="T9" fmla="*/ 65 h 37"/>
                <a:gd name="T10" fmla="*/ 256 w 68"/>
                <a:gd name="T11" fmla="*/ 35 h 37"/>
                <a:gd name="T12" fmla="*/ 108 w 68"/>
                <a:gd name="T13" fmla="*/ 1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37">
                  <a:moveTo>
                    <a:pt x="15" y="2"/>
                  </a:moveTo>
                  <a:cubicBezTo>
                    <a:pt x="6" y="3"/>
                    <a:pt x="1" y="9"/>
                    <a:pt x="0" y="18"/>
                  </a:cubicBezTo>
                  <a:cubicBezTo>
                    <a:pt x="0" y="31"/>
                    <a:pt x="14" y="37"/>
                    <a:pt x="32" y="37"/>
                  </a:cubicBezTo>
                  <a:cubicBezTo>
                    <a:pt x="51" y="37"/>
                    <a:pt x="61" y="34"/>
                    <a:pt x="65" y="22"/>
                  </a:cubicBezTo>
                  <a:cubicBezTo>
                    <a:pt x="68" y="16"/>
                    <a:pt x="65" y="11"/>
                    <a:pt x="58" y="7"/>
                  </a:cubicBezTo>
                  <a:cubicBezTo>
                    <a:pt x="51" y="4"/>
                    <a:pt x="46" y="5"/>
                    <a:pt x="36" y="4"/>
                  </a:cubicBezTo>
                  <a:cubicBezTo>
                    <a:pt x="31" y="4"/>
                    <a:pt x="23" y="0"/>
                    <a:pt x="15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4" name="Freeform 1952">
              <a:extLst>
                <a:ext uri="{FF2B5EF4-FFF2-40B4-BE49-F238E27FC236}">
                  <a16:creationId xmlns:a16="http://schemas.microsoft.com/office/drawing/2014/main" id="{77872C5D-2FD6-402E-B85F-E27FADB6E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932"/>
              <a:ext cx="77" cy="29"/>
            </a:xfrm>
            <a:custGeom>
              <a:avLst/>
              <a:gdLst>
                <a:gd name="T0" fmla="*/ 277 w 40"/>
                <a:gd name="T1" fmla="*/ 44 h 14"/>
                <a:gd name="T2" fmla="*/ 277 w 40"/>
                <a:gd name="T3" fmla="*/ 73 h 14"/>
                <a:gd name="T4" fmla="*/ 123 w 40"/>
                <a:gd name="T5" fmla="*/ 116 h 14"/>
                <a:gd name="T6" fmla="*/ 0 w 40"/>
                <a:gd name="T7" fmla="*/ 52 h 14"/>
                <a:gd name="T8" fmla="*/ 37 w 40"/>
                <a:gd name="T9" fmla="*/ 0 h 14"/>
                <a:gd name="T10" fmla="*/ 37 w 40"/>
                <a:gd name="T11" fmla="*/ 0 h 14"/>
                <a:gd name="T12" fmla="*/ 0 w 40"/>
                <a:gd name="T13" fmla="*/ 52 h 14"/>
                <a:gd name="T14" fmla="*/ 123 w 40"/>
                <a:gd name="T15" fmla="*/ 124 h 14"/>
                <a:gd name="T16" fmla="*/ 285 w 40"/>
                <a:gd name="T17" fmla="*/ 73 h 14"/>
                <a:gd name="T18" fmla="*/ 277 w 40"/>
                <a:gd name="T19" fmla="*/ 4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14">
                  <a:moveTo>
                    <a:pt x="39" y="5"/>
                  </a:moveTo>
                  <a:cubicBezTo>
                    <a:pt x="39" y="6"/>
                    <a:pt x="40" y="7"/>
                    <a:pt x="39" y="8"/>
                  </a:cubicBezTo>
                  <a:cubicBezTo>
                    <a:pt x="38" y="10"/>
                    <a:pt x="32" y="14"/>
                    <a:pt x="17" y="13"/>
                  </a:cubicBezTo>
                  <a:cubicBezTo>
                    <a:pt x="5" y="13"/>
                    <a:pt x="1" y="9"/>
                    <a:pt x="0" y="6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1"/>
                    <a:pt x="0" y="4"/>
                    <a:pt x="0" y="6"/>
                  </a:cubicBezTo>
                  <a:cubicBezTo>
                    <a:pt x="0" y="9"/>
                    <a:pt x="5" y="13"/>
                    <a:pt x="17" y="14"/>
                  </a:cubicBezTo>
                  <a:cubicBezTo>
                    <a:pt x="31" y="14"/>
                    <a:pt x="39" y="11"/>
                    <a:pt x="40" y="8"/>
                  </a:cubicBezTo>
                  <a:cubicBezTo>
                    <a:pt x="40" y="7"/>
                    <a:pt x="40" y="6"/>
                    <a:pt x="39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5" name="Freeform 1953">
              <a:extLst>
                <a:ext uri="{FF2B5EF4-FFF2-40B4-BE49-F238E27FC236}">
                  <a16:creationId xmlns:a16="http://schemas.microsoft.com/office/drawing/2014/main" id="{0ABD77E5-3902-482E-928F-E48CF3D75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817"/>
              <a:ext cx="126" cy="115"/>
            </a:xfrm>
            <a:custGeom>
              <a:avLst/>
              <a:gdLst>
                <a:gd name="T0" fmla="*/ 31 w 65"/>
                <a:gd name="T1" fmla="*/ 240 h 56"/>
                <a:gd name="T2" fmla="*/ 248 w 65"/>
                <a:gd name="T3" fmla="*/ 25 h 56"/>
                <a:gd name="T4" fmla="*/ 428 w 65"/>
                <a:gd name="T5" fmla="*/ 320 h 56"/>
                <a:gd name="T6" fmla="*/ 31 w 65"/>
                <a:gd name="T7" fmla="*/ 24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6">
                  <a:moveTo>
                    <a:pt x="4" y="28"/>
                  </a:moveTo>
                  <a:cubicBezTo>
                    <a:pt x="0" y="12"/>
                    <a:pt x="14" y="0"/>
                    <a:pt x="34" y="3"/>
                  </a:cubicBezTo>
                  <a:cubicBezTo>
                    <a:pt x="53" y="6"/>
                    <a:pt x="65" y="20"/>
                    <a:pt x="59" y="37"/>
                  </a:cubicBezTo>
                  <a:cubicBezTo>
                    <a:pt x="54" y="55"/>
                    <a:pt x="8" y="56"/>
                    <a:pt x="4" y="28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6" name="Freeform 1954">
              <a:extLst>
                <a:ext uri="{FF2B5EF4-FFF2-40B4-BE49-F238E27FC236}">
                  <a16:creationId xmlns:a16="http://schemas.microsoft.com/office/drawing/2014/main" id="{BBB98F6A-9BD8-4ACE-8CD2-7FCA4BB3B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827"/>
              <a:ext cx="75" cy="95"/>
            </a:xfrm>
            <a:custGeom>
              <a:avLst/>
              <a:gdLst>
                <a:gd name="T0" fmla="*/ 156 w 39"/>
                <a:gd name="T1" fmla="*/ 0 h 46"/>
                <a:gd name="T2" fmla="*/ 44 w 39"/>
                <a:gd name="T3" fmla="*/ 204 h 46"/>
                <a:gd name="T4" fmla="*/ 277 w 39"/>
                <a:gd name="T5" fmla="*/ 380 h 46"/>
                <a:gd name="T6" fmla="*/ 23 w 39"/>
                <a:gd name="T7" fmla="*/ 204 h 46"/>
                <a:gd name="T8" fmla="*/ 156 w 39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22" y="0"/>
                  </a:moveTo>
                  <a:cubicBezTo>
                    <a:pt x="10" y="2"/>
                    <a:pt x="3" y="11"/>
                    <a:pt x="6" y="23"/>
                  </a:cubicBezTo>
                  <a:cubicBezTo>
                    <a:pt x="8" y="39"/>
                    <a:pt x="25" y="45"/>
                    <a:pt x="39" y="43"/>
                  </a:cubicBezTo>
                  <a:cubicBezTo>
                    <a:pt x="25" y="46"/>
                    <a:pt x="6" y="40"/>
                    <a:pt x="3" y="23"/>
                  </a:cubicBezTo>
                  <a:cubicBezTo>
                    <a:pt x="0" y="11"/>
                    <a:pt x="8" y="1"/>
                    <a:pt x="22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7" name="Freeform 1955">
              <a:extLst>
                <a:ext uri="{FF2B5EF4-FFF2-40B4-BE49-F238E27FC236}">
                  <a16:creationId xmlns:a16="http://schemas.microsoft.com/office/drawing/2014/main" id="{9CA95307-39AD-49FF-BB72-A3FE3A63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827"/>
              <a:ext cx="53" cy="91"/>
            </a:xfrm>
            <a:custGeom>
              <a:avLst/>
              <a:gdLst>
                <a:gd name="T0" fmla="*/ 31 w 27"/>
                <a:gd name="T1" fmla="*/ 381 h 44"/>
                <a:gd name="T2" fmla="*/ 151 w 27"/>
                <a:gd name="T3" fmla="*/ 283 h 44"/>
                <a:gd name="T4" fmla="*/ 16 w 27"/>
                <a:gd name="T5" fmla="*/ 0 h 44"/>
                <a:gd name="T6" fmla="*/ 16 w 27"/>
                <a:gd name="T7" fmla="*/ 0 h 44"/>
                <a:gd name="T8" fmla="*/ 165 w 27"/>
                <a:gd name="T9" fmla="*/ 283 h 44"/>
                <a:gd name="T10" fmla="*/ 31 w 27"/>
                <a:gd name="T11" fmla="*/ 381 h 44"/>
                <a:gd name="T12" fmla="*/ 31 w 27"/>
                <a:gd name="T13" fmla="*/ 38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4">
                  <a:moveTo>
                    <a:pt x="4" y="43"/>
                  </a:moveTo>
                  <a:cubicBezTo>
                    <a:pt x="12" y="42"/>
                    <a:pt x="18" y="37"/>
                    <a:pt x="20" y="32"/>
                  </a:cubicBezTo>
                  <a:cubicBezTo>
                    <a:pt x="25" y="17"/>
                    <a:pt x="16" y="5"/>
                    <a:pt x="2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18" y="4"/>
                    <a:pt x="27" y="16"/>
                    <a:pt x="22" y="32"/>
                  </a:cubicBezTo>
                  <a:cubicBezTo>
                    <a:pt x="20" y="38"/>
                    <a:pt x="13" y="42"/>
                    <a:pt x="4" y="43"/>
                  </a:cubicBezTo>
                  <a:cubicBezTo>
                    <a:pt x="1" y="44"/>
                    <a:pt x="2" y="44"/>
                    <a:pt x="4" y="4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8" name="Freeform 1956">
              <a:extLst>
                <a:ext uri="{FF2B5EF4-FFF2-40B4-BE49-F238E27FC236}">
                  <a16:creationId xmlns:a16="http://schemas.microsoft.com/office/drawing/2014/main" id="{A3D2E257-A576-4433-A386-21C5EE8C6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833"/>
              <a:ext cx="83" cy="76"/>
            </a:xfrm>
            <a:custGeom>
              <a:avLst/>
              <a:gdLst>
                <a:gd name="T0" fmla="*/ 264 w 43"/>
                <a:gd name="T1" fmla="*/ 232 h 37"/>
                <a:gd name="T2" fmla="*/ 37 w 43"/>
                <a:gd name="T3" fmla="*/ 199 h 37"/>
                <a:gd name="T4" fmla="*/ 164 w 43"/>
                <a:gd name="T5" fmla="*/ 33 h 37"/>
                <a:gd name="T6" fmla="*/ 264 w 43"/>
                <a:gd name="T7" fmla="*/ 23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7">
                  <a:moveTo>
                    <a:pt x="37" y="27"/>
                  </a:moveTo>
                  <a:cubicBezTo>
                    <a:pt x="28" y="37"/>
                    <a:pt x="9" y="32"/>
                    <a:pt x="5" y="23"/>
                  </a:cubicBezTo>
                  <a:cubicBezTo>
                    <a:pt x="0" y="13"/>
                    <a:pt x="12" y="0"/>
                    <a:pt x="23" y="4"/>
                  </a:cubicBezTo>
                  <a:cubicBezTo>
                    <a:pt x="40" y="9"/>
                    <a:pt x="43" y="20"/>
                    <a:pt x="37" y="2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9" name="Freeform 1957">
              <a:extLst>
                <a:ext uri="{FF2B5EF4-FFF2-40B4-BE49-F238E27FC236}">
                  <a16:creationId xmlns:a16="http://schemas.microsoft.com/office/drawing/2014/main" id="{0CE6B1D0-F793-4050-9B59-E1EE123B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841"/>
              <a:ext cx="54" cy="64"/>
            </a:xfrm>
            <a:custGeom>
              <a:avLst/>
              <a:gdLst>
                <a:gd name="T0" fmla="*/ 116 w 28"/>
                <a:gd name="T1" fmla="*/ 0 h 31"/>
                <a:gd name="T2" fmla="*/ 52 w 28"/>
                <a:gd name="T3" fmla="*/ 157 h 31"/>
                <a:gd name="T4" fmla="*/ 201 w 28"/>
                <a:gd name="T5" fmla="*/ 248 h 31"/>
                <a:gd name="T6" fmla="*/ 29 w 28"/>
                <a:gd name="T7" fmla="*/ 167 h 31"/>
                <a:gd name="T8" fmla="*/ 116 w 2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1">
                  <a:moveTo>
                    <a:pt x="16" y="0"/>
                  </a:moveTo>
                  <a:cubicBezTo>
                    <a:pt x="9" y="2"/>
                    <a:pt x="4" y="11"/>
                    <a:pt x="7" y="18"/>
                  </a:cubicBezTo>
                  <a:cubicBezTo>
                    <a:pt x="10" y="25"/>
                    <a:pt x="20" y="29"/>
                    <a:pt x="28" y="28"/>
                  </a:cubicBezTo>
                  <a:cubicBezTo>
                    <a:pt x="19" y="31"/>
                    <a:pt x="7" y="26"/>
                    <a:pt x="4" y="19"/>
                  </a:cubicBezTo>
                  <a:cubicBezTo>
                    <a:pt x="0" y="11"/>
                    <a:pt x="7" y="1"/>
                    <a:pt x="1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30" name="Freeform 1958">
              <a:extLst>
                <a:ext uri="{FF2B5EF4-FFF2-40B4-BE49-F238E27FC236}">
                  <a16:creationId xmlns:a16="http://schemas.microsoft.com/office/drawing/2014/main" id="{87A68AD8-3F8C-4D2D-8F4B-D2F95AF7E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847"/>
              <a:ext cx="21" cy="31"/>
            </a:xfrm>
            <a:custGeom>
              <a:avLst/>
              <a:gdLst>
                <a:gd name="T0" fmla="*/ 0 w 11"/>
                <a:gd name="T1" fmla="*/ 0 h 15"/>
                <a:gd name="T2" fmla="*/ 61 w 11"/>
                <a:gd name="T3" fmla="*/ 132 h 15"/>
                <a:gd name="T4" fmla="*/ 0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6" y="3"/>
                    <a:pt x="11" y="9"/>
                    <a:pt x="9" y="15"/>
                  </a:cubicBezTo>
                  <a:cubicBezTo>
                    <a:pt x="8" y="11"/>
                    <a:pt x="7" y="6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31" name="Freeform 1959">
              <a:extLst>
                <a:ext uri="{FF2B5EF4-FFF2-40B4-BE49-F238E27FC236}">
                  <a16:creationId xmlns:a16="http://schemas.microsoft.com/office/drawing/2014/main" id="{4478C731-467B-4253-84BC-93A0120E6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850"/>
              <a:ext cx="45" cy="51"/>
            </a:xfrm>
            <a:custGeom>
              <a:avLst/>
              <a:gdLst>
                <a:gd name="T0" fmla="*/ 96 w 23"/>
                <a:gd name="T1" fmla="*/ 0 h 25"/>
                <a:gd name="T2" fmla="*/ 172 w 23"/>
                <a:gd name="T3" fmla="*/ 212 h 25"/>
                <a:gd name="T4" fmla="*/ 96 w 2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13" y="0"/>
                  </a:moveTo>
                  <a:cubicBezTo>
                    <a:pt x="9" y="5"/>
                    <a:pt x="3" y="19"/>
                    <a:pt x="23" y="25"/>
                  </a:cubicBezTo>
                  <a:cubicBezTo>
                    <a:pt x="14" y="23"/>
                    <a:pt x="0" y="16"/>
                    <a:pt x="1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32" name="Freeform 1960">
              <a:extLst>
                <a:ext uri="{FF2B5EF4-FFF2-40B4-BE49-F238E27FC236}">
                  <a16:creationId xmlns:a16="http://schemas.microsoft.com/office/drawing/2014/main" id="{D3E239AD-0C87-412D-87B7-1EB78ED82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817"/>
              <a:ext cx="126" cy="115"/>
            </a:xfrm>
            <a:custGeom>
              <a:avLst/>
              <a:gdLst>
                <a:gd name="T0" fmla="*/ 31 w 65"/>
                <a:gd name="T1" fmla="*/ 240 h 56"/>
                <a:gd name="T2" fmla="*/ 248 w 65"/>
                <a:gd name="T3" fmla="*/ 25 h 56"/>
                <a:gd name="T4" fmla="*/ 428 w 65"/>
                <a:gd name="T5" fmla="*/ 320 h 56"/>
                <a:gd name="T6" fmla="*/ 31 w 65"/>
                <a:gd name="T7" fmla="*/ 24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6">
                  <a:moveTo>
                    <a:pt x="4" y="28"/>
                  </a:moveTo>
                  <a:cubicBezTo>
                    <a:pt x="0" y="12"/>
                    <a:pt x="14" y="0"/>
                    <a:pt x="34" y="3"/>
                  </a:cubicBezTo>
                  <a:cubicBezTo>
                    <a:pt x="53" y="6"/>
                    <a:pt x="65" y="20"/>
                    <a:pt x="59" y="37"/>
                  </a:cubicBezTo>
                  <a:cubicBezTo>
                    <a:pt x="54" y="55"/>
                    <a:pt x="8" y="56"/>
                    <a:pt x="4" y="2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33" name="Freeform 1961">
              <a:extLst>
                <a:ext uri="{FF2B5EF4-FFF2-40B4-BE49-F238E27FC236}">
                  <a16:creationId xmlns:a16="http://schemas.microsoft.com/office/drawing/2014/main" id="{33CC2315-E046-47BE-BD22-E671183B0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839"/>
              <a:ext cx="68" cy="64"/>
            </a:xfrm>
            <a:custGeom>
              <a:avLst/>
              <a:gdLst>
                <a:gd name="T0" fmla="*/ 155 w 35"/>
                <a:gd name="T1" fmla="*/ 8 h 31"/>
                <a:gd name="T2" fmla="*/ 52 w 35"/>
                <a:gd name="T3" fmla="*/ 43 h 31"/>
                <a:gd name="T4" fmla="*/ 23 w 35"/>
                <a:gd name="T5" fmla="*/ 175 h 31"/>
                <a:gd name="T6" fmla="*/ 124 w 35"/>
                <a:gd name="T7" fmla="*/ 256 h 31"/>
                <a:gd name="T8" fmla="*/ 256 w 35"/>
                <a:gd name="T9" fmla="*/ 213 h 31"/>
                <a:gd name="T10" fmla="*/ 256 w 35"/>
                <a:gd name="T11" fmla="*/ 213 h 31"/>
                <a:gd name="T12" fmla="*/ 124 w 35"/>
                <a:gd name="T13" fmla="*/ 264 h 31"/>
                <a:gd name="T14" fmla="*/ 16 w 35"/>
                <a:gd name="T15" fmla="*/ 175 h 31"/>
                <a:gd name="T16" fmla="*/ 45 w 35"/>
                <a:gd name="T17" fmla="*/ 43 h 31"/>
                <a:gd name="T18" fmla="*/ 155 w 35"/>
                <a:gd name="T19" fmla="*/ 8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1">
                  <a:moveTo>
                    <a:pt x="21" y="1"/>
                  </a:moveTo>
                  <a:cubicBezTo>
                    <a:pt x="16" y="0"/>
                    <a:pt x="11" y="1"/>
                    <a:pt x="7" y="5"/>
                  </a:cubicBezTo>
                  <a:cubicBezTo>
                    <a:pt x="2" y="9"/>
                    <a:pt x="1" y="15"/>
                    <a:pt x="3" y="20"/>
                  </a:cubicBezTo>
                  <a:cubicBezTo>
                    <a:pt x="5" y="24"/>
                    <a:pt x="11" y="28"/>
                    <a:pt x="17" y="29"/>
                  </a:cubicBezTo>
                  <a:cubicBezTo>
                    <a:pt x="24" y="30"/>
                    <a:pt x="31" y="28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1" y="28"/>
                    <a:pt x="24" y="31"/>
                    <a:pt x="17" y="30"/>
                  </a:cubicBezTo>
                  <a:cubicBezTo>
                    <a:pt x="10" y="28"/>
                    <a:pt x="5" y="25"/>
                    <a:pt x="2" y="20"/>
                  </a:cubicBezTo>
                  <a:cubicBezTo>
                    <a:pt x="0" y="15"/>
                    <a:pt x="2" y="9"/>
                    <a:pt x="6" y="5"/>
                  </a:cubicBezTo>
                  <a:cubicBezTo>
                    <a:pt x="11" y="1"/>
                    <a:pt x="16" y="0"/>
                    <a:pt x="21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34" name="Freeform 1962">
              <a:extLst>
                <a:ext uri="{FF2B5EF4-FFF2-40B4-BE49-F238E27FC236}">
                  <a16:creationId xmlns:a16="http://schemas.microsoft.com/office/drawing/2014/main" id="{0517A51B-4CED-4DDE-A5E1-5FD5AFFB0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986"/>
              <a:ext cx="153" cy="165"/>
            </a:xfrm>
            <a:custGeom>
              <a:avLst/>
              <a:gdLst>
                <a:gd name="T0" fmla="*/ 457 w 79"/>
                <a:gd name="T1" fmla="*/ 501 h 80"/>
                <a:gd name="T2" fmla="*/ 405 w 79"/>
                <a:gd name="T3" fmla="*/ 107 h 80"/>
                <a:gd name="T4" fmla="*/ 56 w 79"/>
                <a:gd name="T5" fmla="*/ 221 h 80"/>
                <a:gd name="T6" fmla="*/ 457 w 79"/>
                <a:gd name="T7" fmla="*/ 501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80">
                  <a:moveTo>
                    <a:pt x="63" y="57"/>
                  </a:moveTo>
                  <a:cubicBezTo>
                    <a:pt x="79" y="44"/>
                    <a:pt x="75" y="23"/>
                    <a:pt x="56" y="12"/>
                  </a:cubicBezTo>
                  <a:cubicBezTo>
                    <a:pt x="36" y="0"/>
                    <a:pt x="16" y="4"/>
                    <a:pt x="8" y="25"/>
                  </a:cubicBezTo>
                  <a:cubicBezTo>
                    <a:pt x="0" y="46"/>
                    <a:pt x="39" y="80"/>
                    <a:pt x="63" y="5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35" name="Freeform 1963">
              <a:extLst>
                <a:ext uri="{FF2B5EF4-FFF2-40B4-BE49-F238E27FC236}">
                  <a16:creationId xmlns:a16="http://schemas.microsoft.com/office/drawing/2014/main" id="{20773E1E-8587-4667-846C-A077145B6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027"/>
              <a:ext cx="112" cy="103"/>
            </a:xfrm>
            <a:custGeom>
              <a:avLst/>
              <a:gdLst>
                <a:gd name="T0" fmla="*/ 340 w 58"/>
                <a:gd name="T1" fmla="*/ 0 h 50"/>
                <a:gd name="T2" fmla="*/ 317 w 58"/>
                <a:gd name="T3" fmla="*/ 297 h 50"/>
                <a:gd name="T4" fmla="*/ 0 w 58"/>
                <a:gd name="T5" fmla="*/ 245 h 50"/>
                <a:gd name="T6" fmla="*/ 332 w 58"/>
                <a:gd name="T7" fmla="*/ 313 h 50"/>
                <a:gd name="T8" fmla="*/ 340 w 5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0">
                  <a:moveTo>
                    <a:pt x="47" y="0"/>
                  </a:moveTo>
                  <a:cubicBezTo>
                    <a:pt x="56" y="11"/>
                    <a:pt x="55" y="25"/>
                    <a:pt x="44" y="34"/>
                  </a:cubicBezTo>
                  <a:cubicBezTo>
                    <a:pt x="30" y="47"/>
                    <a:pt x="11" y="40"/>
                    <a:pt x="0" y="28"/>
                  </a:cubicBezTo>
                  <a:cubicBezTo>
                    <a:pt x="11" y="42"/>
                    <a:pt x="31" y="50"/>
                    <a:pt x="46" y="36"/>
                  </a:cubicBezTo>
                  <a:cubicBezTo>
                    <a:pt x="58" y="26"/>
                    <a:pt x="58" y="11"/>
                    <a:pt x="4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36" name="Freeform 1964">
              <a:extLst>
                <a:ext uri="{FF2B5EF4-FFF2-40B4-BE49-F238E27FC236}">
                  <a16:creationId xmlns:a16="http://schemas.microsoft.com/office/drawing/2014/main" id="{2F79898D-D06B-410A-97CF-26CD57FA3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992"/>
              <a:ext cx="89" cy="101"/>
            </a:xfrm>
            <a:custGeom>
              <a:avLst/>
              <a:gdLst>
                <a:gd name="T0" fmla="*/ 72 w 46"/>
                <a:gd name="T1" fmla="*/ 412 h 49"/>
                <a:gd name="T2" fmla="*/ 37 w 46"/>
                <a:gd name="T3" fmla="*/ 208 h 49"/>
                <a:gd name="T4" fmla="*/ 317 w 46"/>
                <a:gd name="T5" fmla="*/ 68 h 49"/>
                <a:gd name="T6" fmla="*/ 317 w 46"/>
                <a:gd name="T7" fmla="*/ 68 h 49"/>
                <a:gd name="T8" fmla="*/ 15 w 46"/>
                <a:gd name="T9" fmla="*/ 200 h 49"/>
                <a:gd name="T10" fmla="*/ 72 w 46"/>
                <a:gd name="T11" fmla="*/ 412 h 49"/>
                <a:gd name="T12" fmla="*/ 72 w 46"/>
                <a:gd name="T13" fmla="*/ 41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9">
                  <a:moveTo>
                    <a:pt x="10" y="47"/>
                  </a:moveTo>
                  <a:cubicBezTo>
                    <a:pt x="4" y="39"/>
                    <a:pt x="2" y="31"/>
                    <a:pt x="5" y="24"/>
                  </a:cubicBezTo>
                  <a:cubicBezTo>
                    <a:pt x="11" y="7"/>
                    <a:pt x="27" y="1"/>
                    <a:pt x="44" y="8"/>
                  </a:cubicBezTo>
                  <a:cubicBezTo>
                    <a:pt x="46" y="9"/>
                    <a:pt x="45" y="8"/>
                    <a:pt x="44" y="8"/>
                  </a:cubicBezTo>
                  <a:cubicBezTo>
                    <a:pt x="26" y="0"/>
                    <a:pt x="9" y="4"/>
                    <a:pt x="2" y="23"/>
                  </a:cubicBezTo>
                  <a:cubicBezTo>
                    <a:pt x="0" y="30"/>
                    <a:pt x="3" y="39"/>
                    <a:pt x="10" y="47"/>
                  </a:cubicBezTo>
                  <a:cubicBezTo>
                    <a:pt x="12" y="49"/>
                    <a:pt x="11" y="49"/>
                    <a:pt x="10" y="4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37" name="Freeform 1965">
              <a:extLst>
                <a:ext uri="{FF2B5EF4-FFF2-40B4-BE49-F238E27FC236}">
                  <a16:creationId xmlns:a16="http://schemas.microsoft.com/office/drawing/2014/main" id="{591E22FF-3C7A-40D5-A0EA-55912B79D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008"/>
              <a:ext cx="81" cy="91"/>
            </a:xfrm>
            <a:custGeom>
              <a:avLst/>
              <a:gdLst>
                <a:gd name="T0" fmla="*/ 0 w 42"/>
                <a:gd name="T1" fmla="*/ 168 h 44"/>
                <a:gd name="T2" fmla="*/ 224 w 42"/>
                <a:gd name="T3" fmla="*/ 337 h 44"/>
                <a:gd name="T4" fmla="*/ 208 w 42"/>
                <a:gd name="T5" fmla="*/ 72 h 44"/>
                <a:gd name="T6" fmla="*/ 0 w 42"/>
                <a:gd name="T7" fmla="*/ 16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4">
                  <a:moveTo>
                    <a:pt x="0" y="19"/>
                  </a:moveTo>
                  <a:cubicBezTo>
                    <a:pt x="0" y="35"/>
                    <a:pt x="20" y="44"/>
                    <a:pt x="31" y="38"/>
                  </a:cubicBezTo>
                  <a:cubicBezTo>
                    <a:pt x="42" y="32"/>
                    <a:pt x="42" y="12"/>
                    <a:pt x="29" y="8"/>
                  </a:cubicBezTo>
                  <a:cubicBezTo>
                    <a:pt x="11" y="0"/>
                    <a:pt x="0" y="8"/>
                    <a:pt x="0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38" name="Freeform 1966">
              <a:extLst>
                <a:ext uri="{FF2B5EF4-FFF2-40B4-BE49-F238E27FC236}">
                  <a16:creationId xmlns:a16="http://schemas.microsoft.com/office/drawing/2014/main" id="{F0ED8841-229D-44D2-A83E-FA92F660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031"/>
              <a:ext cx="75" cy="66"/>
            </a:xfrm>
            <a:custGeom>
              <a:avLst/>
              <a:gdLst>
                <a:gd name="T0" fmla="*/ 229 w 39"/>
                <a:gd name="T1" fmla="*/ 0 h 32"/>
                <a:gd name="T2" fmla="*/ 185 w 39"/>
                <a:gd name="T3" fmla="*/ 212 h 32"/>
                <a:gd name="T4" fmla="*/ 0 w 39"/>
                <a:gd name="T5" fmla="*/ 157 h 32"/>
                <a:gd name="T6" fmla="*/ 200 w 39"/>
                <a:gd name="T7" fmla="*/ 239 h 32"/>
                <a:gd name="T8" fmla="*/ 229 w 39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2">
                  <a:moveTo>
                    <a:pt x="32" y="0"/>
                  </a:moveTo>
                  <a:cubicBezTo>
                    <a:pt x="36" y="8"/>
                    <a:pt x="34" y="20"/>
                    <a:pt x="26" y="24"/>
                  </a:cubicBezTo>
                  <a:cubicBezTo>
                    <a:pt x="19" y="29"/>
                    <a:pt x="7" y="25"/>
                    <a:pt x="0" y="18"/>
                  </a:cubicBezTo>
                  <a:cubicBezTo>
                    <a:pt x="6" y="27"/>
                    <a:pt x="20" y="32"/>
                    <a:pt x="28" y="27"/>
                  </a:cubicBezTo>
                  <a:cubicBezTo>
                    <a:pt x="37" y="22"/>
                    <a:pt x="39" y="7"/>
                    <a:pt x="3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39" name="Freeform 1967">
              <a:extLst>
                <a:ext uri="{FF2B5EF4-FFF2-40B4-BE49-F238E27FC236}">
                  <a16:creationId xmlns:a16="http://schemas.microsoft.com/office/drawing/2014/main" id="{1F0F2170-6FC4-4E34-AE9B-734FDCF3E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017"/>
              <a:ext cx="35" cy="18"/>
            </a:xfrm>
            <a:custGeom>
              <a:avLst/>
              <a:gdLst>
                <a:gd name="T0" fmla="*/ 132 w 18"/>
                <a:gd name="T1" fmla="*/ 8 h 9"/>
                <a:gd name="T2" fmla="*/ 0 w 18"/>
                <a:gd name="T3" fmla="*/ 72 h 9"/>
                <a:gd name="T4" fmla="*/ 132 w 1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18" y="1"/>
                  </a:moveTo>
                  <a:cubicBezTo>
                    <a:pt x="11" y="0"/>
                    <a:pt x="3" y="2"/>
                    <a:pt x="0" y="9"/>
                  </a:cubicBezTo>
                  <a:cubicBezTo>
                    <a:pt x="4" y="6"/>
                    <a:pt x="9" y="1"/>
                    <a:pt x="18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40" name="Freeform 1968">
              <a:extLst>
                <a:ext uri="{FF2B5EF4-FFF2-40B4-BE49-F238E27FC236}">
                  <a16:creationId xmlns:a16="http://schemas.microsoft.com/office/drawing/2014/main" id="{86FDDABE-CE90-4561-BF29-02F208E12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3054"/>
              <a:ext cx="52" cy="53"/>
            </a:xfrm>
            <a:custGeom>
              <a:avLst/>
              <a:gdLst>
                <a:gd name="T0" fmla="*/ 193 w 27"/>
                <a:gd name="T1" fmla="*/ 0 h 26"/>
                <a:gd name="T2" fmla="*/ 0 w 27"/>
                <a:gd name="T3" fmla="*/ 137 h 26"/>
                <a:gd name="T4" fmla="*/ 193 w 2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27" y="8"/>
                    <a:pt x="22" y="26"/>
                    <a:pt x="0" y="16"/>
                  </a:cubicBezTo>
                  <a:cubicBezTo>
                    <a:pt x="10" y="21"/>
                    <a:pt x="26" y="25"/>
                    <a:pt x="2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41" name="Freeform 1969">
              <a:extLst>
                <a:ext uri="{FF2B5EF4-FFF2-40B4-BE49-F238E27FC236}">
                  <a16:creationId xmlns:a16="http://schemas.microsoft.com/office/drawing/2014/main" id="{A255F224-185E-4B1D-99B9-A90931993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986"/>
              <a:ext cx="153" cy="165"/>
            </a:xfrm>
            <a:custGeom>
              <a:avLst/>
              <a:gdLst>
                <a:gd name="T0" fmla="*/ 457 w 79"/>
                <a:gd name="T1" fmla="*/ 501 h 80"/>
                <a:gd name="T2" fmla="*/ 405 w 79"/>
                <a:gd name="T3" fmla="*/ 107 h 80"/>
                <a:gd name="T4" fmla="*/ 56 w 79"/>
                <a:gd name="T5" fmla="*/ 221 h 80"/>
                <a:gd name="T6" fmla="*/ 457 w 79"/>
                <a:gd name="T7" fmla="*/ 501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80">
                  <a:moveTo>
                    <a:pt x="63" y="57"/>
                  </a:moveTo>
                  <a:cubicBezTo>
                    <a:pt x="79" y="44"/>
                    <a:pt x="75" y="23"/>
                    <a:pt x="56" y="12"/>
                  </a:cubicBezTo>
                  <a:cubicBezTo>
                    <a:pt x="36" y="0"/>
                    <a:pt x="16" y="4"/>
                    <a:pt x="8" y="25"/>
                  </a:cubicBezTo>
                  <a:cubicBezTo>
                    <a:pt x="0" y="46"/>
                    <a:pt x="39" y="80"/>
                    <a:pt x="63" y="5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42" name="Freeform 1970">
              <a:extLst>
                <a:ext uri="{FF2B5EF4-FFF2-40B4-BE49-F238E27FC236}">
                  <a16:creationId xmlns:a16="http://schemas.microsoft.com/office/drawing/2014/main" id="{BEC1BE6F-692D-453B-A50E-8D392790C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025"/>
              <a:ext cx="77" cy="70"/>
            </a:xfrm>
            <a:custGeom>
              <a:avLst/>
              <a:gdLst>
                <a:gd name="T0" fmla="*/ 208 w 40"/>
                <a:gd name="T1" fmla="*/ 0 h 34"/>
                <a:gd name="T2" fmla="*/ 277 w 40"/>
                <a:gd name="T3" fmla="*/ 115 h 34"/>
                <a:gd name="T4" fmla="*/ 223 w 40"/>
                <a:gd name="T5" fmla="*/ 264 h 34"/>
                <a:gd name="T6" fmla="*/ 77 w 40"/>
                <a:gd name="T7" fmla="*/ 245 h 34"/>
                <a:gd name="T8" fmla="*/ 0 w 40"/>
                <a:gd name="T9" fmla="*/ 97 h 34"/>
                <a:gd name="T10" fmla="*/ 0 w 40"/>
                <a:gd name="T11" fmla="*/ 97 h 34"/>
                <a:gd name="T12" fmla="*/ 77 w 40"/>
                <a:gd name="T13" fmla="*/ 255 h 34"/>
                <a:gd name="T14" fmla="*/ 223 w 40"/>
                <a:gd name="T15" fmla="*/ 264 h 34"/>
                <a:gd name="T16" fmla="*/ 277 w 40"/>
                <a:gd name="T17" fmla="*/ 115 h 34"/>
                <a:gd name="T18" fmla="*/ 208 w 40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4">
                  <a:moveTo>
                    <a:pt x="29" y="0"/>
                  </a:moveTo>
                  <a:cubicBezTo>
                    <a:pt x="34" y="1"/>
                    <a:pt x="38" y="7"/>
                    <a:pt x="39" y="13"/>
                  </a:cubicBezTo>
                  <a:cubicBezTo>
                    <a:pt x="39" y="20"/>
                    <a:pt x="36" y="27"/>
                    <a:pt x="31" y="30"/>
                  </a:cubicBezTo>
                  <a:cubicBezTo>
                    <a:pt x="26" y="33"/>
                    <a:pt x="18" y="32"/>
                    <a:pt x="11" y="28"/>
                  </a:cubicBezTo>
                  <a:cubicBezTo>
                    <a:pt x="5" y="25"/>
                    <a:pt x="0" y="18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4" y="25"/>
                    <a:pt x="11" y="29"/>
                  </a:cubicBezTo>
                  <a:cubicBezTo>
                    <a:pt x="18" y="33"/>
                    <a:pt x="26" y="34"/>
                    <a:pt x="31" y="30"/>
                  </a:cubicBezTo>
                  <a:cubicBezTo>
                    <a:pt x="37" y="27"/>
                    <a:pt x="40" y="21"/>
                    <a:pt x="39" y="13"/>
                  </a:cubicBezTo>
                  <a:cubicBezTo>
                    <a:pt x="38" y="6"/>
                    <a:pt x="35" y="2"/>
                    <a:pt x="2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43" name="Freeform 1971">
              <a:extLst>
                <a:ext uri="{FF2B5EF4-FFF2-40B4-BE49-F238E27FC236}">
                  <a16:creationId xmlns:a16="http://schemas.microsoft.com/office/drawing/2014/main" id="{FD5E4315-525B-4C3B-BADF-5786665F9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934"/>
              <a:ext cx="153" cy="167"/>
            </a:xfrm>
            <a:custGeom>
              <a:avLst/>
              <a:gdLst>
                <a:gd name="T0" fmla="*/ 465 w 79"/>
                <a:gd name="T1" fmla="*/ 501 h 81"/>
                <a:gd name="T2" fmla="*/ 405 w 79"/>
                <a:gd name="T3" fmla="*/ 107 h 81"/>
                <a:gd name="T4" fmla="*/ 56 w 79"/>
                <a:gd name="T5" fmla="*/ 221 h 81"/>
                <a:gd name="T6" fmla="*/ 465 w 79"/>
                <a:gd name="T7" fmla="*/ 501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81">
                  <a:moveTo>
                    <a:pt x="64" y="57"/>
                  </a:moveTo>
                  <a:cubicBezTo>
                    <a:pt x="79" y="45"/>
                    <a:pt x="75" y="23"/>
                    <a:pt x="56" y="12"/>
                  </a:cubicBezTo>
                  <a:cubicBezTo>
                    <a:pt x="37" y="0"/>
                    <a:pt x="16" y="5"/>
                    <a:pt x="8" y="25"/>
                  </a:cubicBezTo>
                  <a:cubicBezTo>
                    <a:pt x="0" y="46"/>
                    <a:pt x="39" y="81"/>
                    <a:pt x="64" y="5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44" name="Freeform 1972">
              <a:extLst>
                <a:ext uri="{FF2B5EF4-FFF2-40B4-BE49-F238E27FC236}">
                  <a16:creationId xmlns:a16="http://schemas.microsoft.com/office/drawing/2014/main" id="{96F097BF-6928-4874-A722-117513E6F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975"/>
              <a:ext cx="113" cy="103"/>
            </a:xfrm>
            <a:custGeom>
              <a:avLst/>
              <a:gdLst>
                <a:gd name="T0" fmla="*/ 357 w 58"/>
                <a:gd name="T1" fmla="*/ 0 h 50"/>
                <a:gd name="T2" fmla="*/ 333 w 58"/>
                <a:gd name="T3" fmla="*/ 297 h 50"/>
                <a:gd name="T4" fmla="*/ 0 w 58"/>
                <a:gd name="T5" fmla="*/ 255 h 50"/>
                <a:gd name="T6" fmla="*/ 341 w 58"/>
                <a:gd name="T7" fmla="*/ 313 h 50"/>
                <a:gd name="T8" fmla="*/ 357 w 5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0">
                  <a:moveTo>
                    <a:pt x="48" y="0"/>
                  </a:moveTo>
                  <a:cubicBezTo>
                    <a:pt x="56" y="11"/>
                    <a:pt x="56" y="25"/>
                    <a:pt x="45" y="34"/>
                  </a:cubicBezTo>
                  <a:cubicBezTo>
                    <a:pt x="31" y="47"/>
                    <a:pt x="11" y="40"/>
                    <a:pt x="0" y="29"/>
                  </a:cubicBezTo>
                  <a:cubicBezTo>
                    <a:pt x="11" y="42"/>
                    <a:pt x="31" y="50"/>
                    <a:pt x="46" y="36"/>
                  </a:cubicBezTo>
                  <a:cubicBezTo>
                    <a:pt x="58" y="26"/>
                    <a:pt x="58" y="11"/>
                    <a:pt x="48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45" name="Freeform 1973">
              <a:extLst>
                <a:ext uri="{FF2B5EF4-FFF2-40B4-BE49-F238E27FC236}">
                  <a16:creationId xmlns:a16="http://schemas.microsoft.com/office/drawing/2014/main" id="{92550183-4D22-44E7-AAE0-25C42D98D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940"/>
              <a:ext cx="89" cy="101"/>
            </a:xfrm>
            <a:custGeom>
              <a:avLst/>
              <a:gdLst>
                <a:gd name="T0" fmla="*/ 72 w 46"/>
                <a:gd name="T1" fmla="*/ 412 h 49"/>
                <a:gd name="T2" fmla="*/ 37 w 46"/>
                <a:gd name="T3" fmla="*/ 208 h 49"/>
                <a:gd name="T4" fmla="*/ 317 w 46"/>
                <a:gd name="T5" fmla="*/ 68 h 49"/>
                <a:gd name="T6" fmla="*/ 317 w 46"/>
                <a:gd name="T7" fmla="*/ 68 h 49"/>
                <a:gd name="T8" fmla="*/ 23 w 46"/>
                <a:gd name="T9" fmla="*/ 200 h 49"/>
                <a:gd name="T10" fmla="*/ 72 w 46"/>
                <a:gd name="T11" fmla="*/ 412 h 49"/>
                <a:gd name="T12" fmla="*/ 72 w 46"/>
                <a:gd name="T13" fmla="*/ 41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9">
                  <a:moveTo>
                    <a:pt x="10" y="47"/>
                  </a:moveTo>
                  <a:cubicBezTo>
                    <a:pt x="4" y="40"/>
                    <a:pt x="2" y="31"/>
                    <a:pt x="5" y="24"/>
                  </a:cubicBezTo>
                  <a:cubicBezTo>
                    <a:pt x="11" y="7"/>
                    <a:pt x="28" y="1"/>
                    <a:pt x="44" y="8"/>
                  </a:cubicBezTo>
                  <a:cubicBezTo>
                    <a:pt x="46" y="9"/>
                    <a:pt x="45" y="9"/>
                    <a:pt x="44" y="8"/>
                  </a:cubicBezTo>
                  <a:cubicBezTo>
                    <a:pt x="27" y="0"/>
                    <a:pt x="10" y="4"/>
                    <a:pt x="3" y="23"/>
                  </a:cubicBezTo>
                  <a:cubicBezTo>
                    <a:pt x="0" y="30"/>
                    <a:pt x="3" y="39"/>
                    <a:pt x="10" y="47"/>
                  </a:cubicBezTo>
                  <a:cubicBezTo>
                    <a:pt x="12" y="49"/>
                    <a:pt x="12" y="49"/>
                    <a:pt x="10" y="4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46" name="Freeform 1974">
              <a:extLst>
                <a:ext uri="{FF2B5EF4-FFF2-40B4-BE49-F238E27FC236}">
                  <a16:creationId xmlns:a16="http://schemas.microsoft.com/office/drawing/2014/main" id="{121D1DD4-CF66-402C-A8CC-CEA70D84B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957"/>
              <a:ext cx="81" cy="90"/>
            </a:xfrm>
            <a:custGeom>
              <a:avLst/>
              <a:gdLst>
                <a:gd name="T0" fmla="*/ 8 w 42"/>
                <a:gd name="T1" fmla="*/ 164 h 44"/>
                <a:gd name="T2" fmla="*/ 224 w 42"/>
                <a:gd name="T3" fmla="*/ 327 h 44"/>
                <a:gd name="T4" fmla="*/ 208 w 42"/>
                <a:gd name="T5" fmla="*/ 68 h 44"/>
                <a:gd name="T6" fmla="*/ 8 w 42"/>
                <a:gd name="T7" fmla="*/ 16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4">
                  <a:moveTo>
                    <a:pt x="1" y="19"/>
                  </a:moveTo>
                  <a:cubicBezTo>
                    <a:pt x="1" y="35"/>
                    <a:pt x="21" y="44"/>
                    <a:pt x="31" y="38"/>
                  </a:cubicBezTo>
                  <a:cubicBezTo>
                    <a:pt x="42" y="32"/>
                    <a:pt x="42" y="12"/>
                    <a:pt x="29" y="8"/>
                  </a:cubicBezTo>
                  <a:cubicBezTo>
                    <a:pt x="11" y="0"/>
                    <a:pt x="0" y="8"/>
                    <a:pt x="1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47" name="Freeform 1975">
              <a:extLst>
                <a:ext uri="{FF2B5EF4-FFF2-40B4-BE49-F238E27FC236}">
                  <a16:creationId xmlns:a16="http://schemas.microsoft.com/office/drawing/2014/main" id="{8A047B85-C5CB-46ED-891E-2D0058456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979"/>
              <a:ext cx="75" cy="66"/>
            </a:xfrm>
            <a:custGeom>
              <a:avLst/>
              <a:gdLst>
                <a:gd name="T0" fmla="*/ 229 w 39"/>
                <a:gd name="T1" fmla="*/ 0 h 32"/>
                <a:gd name="T2" fmla="*/ 185 w 39"/>
                <a:gd name="T3" fmla="*/ 221 h 32"/>
                <a:gd name="T4" fmla="*/ 0 w 39"/>
                <a:gd name="T5" fmla="*/ 157 h 32"/>
                <a:gd name="T6" fmla="*/ 200 w 39"/>
                <a:gd name="T7" fmla="*/ 239 h 32"/>
                <a:gd name="T8" fmla="*/ 229 w 39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2">
                  <a:moveTo>
                    <a:pt x="32" y="0"/>
                  </a:moveTo>
                  <a:cubicBezTo>
                    <a:pt x="36" y="8"/>
                    <a:pt x="34" y="20"/>
                    <a:pt x="26" y="25"/>
                  </a:cubicBezTo>
                  <a:cubicBezTo>
                    <a:pt x="19" y="29"/>
                    <a:pt x="7" y="26"/>
                    <a:pt x="0" y="18"/>
                  </a:cubicBezTo>
                  <a:cubicBezTo>
                    <a:pt x="6" y="28"/>
                    <a:pt x="20" y="32"/>
                    <a:pt x="28" y="27"/>
                  </a:cubicBezTo>
                  <a:cubicBezTo>
                    <a:pt x="37" y="22"/>
                    <a:pt x="39" y="8"/>
                    <a:pt x="3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48" name="Freeform 1976">
              <a:extLst>
                <a:ext uri="{FF2B5EF4-FFF2-40B4-BE49-F238E27FC236}">
                  <a16:creationId xmlns:a16="http://schemas.microsoft.com/office/drawing/2014/main" id="{4A908184-A075-4F27-B7F8-6C6702BDB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965"/>
              <a:ext cx="37" cy="19"/>
            </a:xfrm>
            <a:custGeom>
              <a:avLst/>
              <a:gdLst>
                <a:gd name="T0" fmla="*/ 140 w 19"/>
                <a:gd name="T1" fmla="*/ 8 h 9"/>
                <a:gd name="T2" fmla="*/ 0 w 19"/>
                <a:gd name="T3" fmla="*/ 84 h 9"/>
                <a:gd name="T4" fmla="*/ 140 w 19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19" y="1"/>
                  </a:moveTo>
                  <a:cubicBezTo>
                    <a:pt x="11" y="0"/>
                    <a:pt x="3" y="2"/>
                    <a:pt x="0" y="9"/>
                  </a:cubicBezTo>
                  <a:cubicBezTo>
                    <a:pt x="4" y="6"/>
                    <a:pt x="9" y="2"/>
                    <a:pt x="19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49" name="Freeform 1977">
              <a:extLst>
                <a:ext uri="{FF2B5EF4-FFF2-40B4-BE49-F238E27FC236}">
                  <a16:creationId xmlns:a16="http://schemas.microsoft.com/office/drawing/2014/main" id="{2E801F6C-5029-4296-9C09-BDC0D9101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3002"/>
              <a:ext cx="53" cy="54"/>
            </a:xfrm>
            <a:custGeom>
              <a:avLst/>
              <a:gdLst>
                <a:gd name="T0" fmla="*/ 204 w 27"/>
                <a:gd name="T1" fmla="*/ 0 h 26"/>
                <a:gd name="T2" fmla="*/ 0 w 27"/>
                <a:gd name="T3" fmla="*/ 152 h 26"/>
                <a:gd name="T4" fmla="*/ 204 w 2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27" y="8"/>
                    <a:pt x="22" y="26"/>
                    <a:pt x="0" y="17"/>
                  </a:cubicBezTo>
                  <a:cubicBezTo>
                    <a:pt x="10" y="21"/>
                    <a:pt x="27" y="25"/>
                    <a:pt x="2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50" name="Freeform 1978">
              <a:extLst>
                <a:ext uri="{FF2B5EF4-FFF2-40B4-BE49-F238E27FC236}">
                  <a16:creationId xmlns:a16="http://schemas.microsoft.com/office/drawing/2014/main" id="{FA3FA62F-507B-4F1A-802E-C743EC4CE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934"/>
              <a:ext cx="153" cy="167"/>
            </a:xfrm>
            <a:custGeom>
              <a:avLst/>
              <a:gdLst>
                <a:gd name="T0" fmla="*/ 465 w 79"/>
                <a:gd name="T1" fmla="*/ 501 h 81"/>
                <a:gd name="T2" fmla="*/ 405 w 79"/>
                <a:gd name="T3" fmla="*/ 107 h 81"/>
                <a:gd name="T4" fmla="*/ 56 w 79"/>
                <a:gd name="T5" fmla="*/ 221 h 81"/>
                <a:gd name="T6" fmla="*/ 465 w 79"/>
                <a:gd name="T7" fmla="*/ 501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81">
                  <a:moveTo>
                    <a:pt x="64" y="57"/>
                  </a:moveTo>
                  <a:cubicBezTo>
                    <a:pt x="79" y="45"/>
                    <a:pt x="75" y="23"/>
                    <a:pt x="56" y="12"/>
                  </a:cubicBezTo>
                  <a:cubicBezTo>
                    <a:pt x="37" y="0"/>
                    <a:pt x="16" y="5"/>
                    <a:pt x="8" y="25"/>
                  </a:cubicBezTo>
                  <a:cubicBezTo>
                    <a:pt x="0" y="46"/>
                    <a:pt x="39" y="81"/>
                    <a:pt x="64" y="5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51" name="Freeform 1979">
              <a:extLst>
                <a:ext uri="{FF2B5EF4-FFF2-40B4-BE49-F238E27FC236}">
                  <a16:creationId xmlns:a16="http://schemas.microsoft.com/office/drawing/2014/main" id="{DDFD0A5F-98B5-435A-BEAA-5507A0CCA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73"/>
              <a:ext cx="76" cy="70"/>
            </a:xfrm>
            <a:custGeom>
              <a:avLst/>
              <a:gdLst>
                <a:gd name="T0" fmla="*/ 209 w 39"/>
                <a:gd name="T1" fmla="*/ 0 h 34"/>
                <a:gd name="T2" fmla="*/ 281 w 39"/>
                <a:gd name="T3" fmla="*/ 115 h 34"/>
                <a:gd name="T4" fmla="*/ 220 w 39"/>
                <a:gd name="T5" fmla="*/ 264 h 34"/>
                <a:gd name="T6" fmla="*/ 80 w 39"/>
                <a:gd name="T7" fmla="*/ 255 h 34"/>
                <a:gd name="T8" fmla="*/ 0 w 39"/>
                <a:gd name="T9" fmla="*/ 97 h 34"/>
                <a:gd name="T10" fmla="*/ 0 w 39"/>
                <a:gd name="T11" fmla="*/ 97 h 34"/>
                <a:gd name="T12" fmla="*/ 72 w 39"/>
                <a:gd name="T13" fmla="*/ 255 h 34"/>
                <a:gd name="T14" fmla="*/ 228 w 39"/>
                <a:gd name="T15" fmla="*/ 272 h 34"/>
                <a:gd name="T16" fmla="*/ 281 w 39"/>
                <a:gd name="T17" fmla="*/ 115 h 34"/>
                <a:gd name="T18" fmla="*/ 209 w 39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4">
                  <a:moveTo>
                    <a:pt x="28" y="0"/>
                  </a:moveTo>
                  <a:cubicBezTo>
                    <a:pt x="34" y="2"/>
                    <a:pt x="37" y="7"/>
                    <a:pt x="38" y="13"/>
                  </a:cubicBezTo>
                  <a:cubicBezTo>
                    <a:pt x="39" y="20"/>
                    <a:pt x="36" y="27"/>
                    <a:pt x="30" y="30"/>
                  </a:cubicBezTo>
                  <a:cubicBezTo>
                    <a:pt x="25" y="33"/>
                    <a:pt x="17" y="32"/>
                    <a:pt x="11" y="29"/>
                  </a:cubicBezTo>
                  <a:cubicBezTo>
                    <a:pt x="4" y="25"/>
                    <a:pt x="0" y="18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4" y="25"/>
                    <a:pt x="10" y="29"/>
                  </a:cubicBezTo>
                  <a:cubicBezTo>
                    <a:pt x="17" y="33"/>
                    <a:pt x="25" y="34"/>
                    <a:pt x="31" y="31"/>
                  </a:cubicBezTo>
                  <a:cubicBezTo>
                    <a:pt x="36" y="28"/>
                    <a:pt x="39" y="21"/>
                    <a:pt x="38" y="13"/>
                  </a:cubicBezTo>
                  <a:cubicBezTo>
                    <a:pt x="38" y="6"/>
                    <a:pt x="34" y="2"/>
                    <a:pt x="2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52" name="Freeform 1980">
              <a:extLst>
                <a:ext uri="{FF2B5EF4-FFF2-40B4-BE49-F238E27FC236}">
                  <a16:creationId xmlns:a16="http://schemas.microsoft.com/office/drawing/2014/main" id="{9460555F-B0B1-4BB7-8EF5-2729E3994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965"/>
              <a:ext cx="112" cy="103"/>
            </a:xfrm>
            <a:custGeom>
              <a:avLst/>
              <a:gdLst>
                <a:gd name="T0" fmla="*/ 193 w 58"/>
                <a:gd name="T1" fmla="*/ 25 h 50"/>
                <a:gd name="T2" fmla="*/ 93 w 58"/>
                <a:gd name="T3" fmla="*/ 16 h 50"/>
                <a:gd name="T4" fmla="*/ 137 w 58"/>
                <a:gd name="T5" fmla="*/ 323 h 50"/>
                <a:gd name="T6" fmla="*/ 388 w 58"/>
                <a:gd name="T7" fmla="*/ 396 h 50"/>
                <a:gd name="T8" fmla="*/ 380 w 58"/>
                <a:gd name="T9" fmla="*/ 220 h 50"/>
                <a:gd name="T10" fmla="*/ 280 w 58"/>
                <a:gd name="T11" fmla="*/ 107 h 50"/>
                <a:gd name="T12" fmla="*/ 193 w 58"/>
                <a:gd name="T13" fmla="*/ 25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50">
                  <a:moveTo>
                    <a:pt x="27" y="3"/>
                  </a:moveTo>
                  <a:cubicBezTo>
                    <a:pt x="21" y="0"/>
                    <a:pt x="17" y="0"/>
                    <a:pt x="13" y="2"/>
                  </a:cubicBezTo>
                  <a:cubicBezTo>
                    <a:pt x="0" y="7"/>
                    <a:pt x="6" y="25"/>
                    <a:pt x="19" y="37"/>
                  </a:cubicBezTo>
                  <a:cubicBezTo>
                    <a:pt x="33" y="49"/>
                    <a:pt x="49" y="50"/>
                    <a:pt x="54" y="45"/>
                  </a:cubicBezTo>
                  <a:cubicBezTo>
                    <a:pt x="58" y="39"/>
                    <a:pt x="58" y="32"/>
                    <a:pt x="53" y="25"/>
                  </a:cubicBezTo>
                  <a:cubicBezTo>
                    <a:pt x="49" y="19"/>
                    <a:pt x="42" y="14"/>
                    <a:pt x="39" y="12"/>
                  </a:cubicBezTo>
                  <a:cubicBezTo>
                    <a:pt x="35" y="9"/>
                    <a:pt x="30" y="4"/>
                    <a:pt x="27" y="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53" name="Freeform 1981">
              <a:extLst>
                <a:ext uri="{FF2B5EF4-FFF2-40B4-BE49-F238E27FC236}">
                  <a16:creationId xmlns:a16="http://schemas.microsoft.com/office/drawing/2014/main" id="{5B807175-6E40-448B-A99F-BA5FB4159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967"/>
              <a:ext cx="79" cy="87"/>
            </a:xfrm>
            <a:custGeom>
              <a:avLst/>
              <a:gdLst>
                <a:gd name="T0" fmla="*/ 256 w 41"/>
                <a:gd name="T1" fmla="*/ 215 h 42"/>
                <a:gd name="T2" fmla="*/ 164 w 41"/>
                <a:gd name="T3" fmla="*/ 108 h 42"/>
                <a:gd name="T4" fmla="*/ 77 w 41"/>
                <a:gd name="T5" fmla="*/ 25 h 42"/>
                <a:gd name="T6" fmla="*/ 0 w 41"/>
                <a:gd name="T7" fmla="*/ 8 h 42"/>
                <a:gd name="T8" fmla="*/ 71 w 41"/>
                <a:gd name="T9" fmla="*/ 35 h 42"/>
                <a:gd name="T10" fmla="*/ 148 w 41"/>
                <a:gd name="T11" fmla="*/ 108 h 42"/>
                <a:gd name="T12" fmla="*/ 249 w 41"/>
                <a:gd name="T13" fmla="*/ 215 h 42"/>
                <a:gd name="T14" fmla="*/ 256 w 41"/>
                <a:gd name="T15" fmla="*/ 373 h 42"/>
                <a:gd name="T16" fmla="*/ 264 w 41"/>
                <a:gd name="T17" fmla="*/ 373 h 42"/>
                <a:gd name="T18" fmla="*/ 256 w 41"/>
                <a:gd name="T19" fmla="*/ 215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2">
                  <a:moveTo>
                    <a:pt x="36" y="24"/>
                  </a:moveTo>
                  <a:cubicBezTo>
                    <a:pt x="33" y="18"/>
                    <a:pt x="26" y="14"/>
                    <a:pt x="23" y="12"/>
                  </a:cubicBezTo>
                  <a:cubicBezTo>
                    <a:pt x="19" y="9"/>
                    <a:pt x="15" y="5"/>
                    <a:pt x="11" y="3"/>
                  </a:cubicBezTo>
                  <a:cubicBezTo>
                    <a:pt x="7" y="1"/>
                    <a:pt x="4" y="0"/>
                    <a:pt x="0" y="1"/>
                  </a:cubicBezTo>
                  <a:cubicBezTo>
                    <a:pt x="3" y="1"/>
                    <a:pt x="6" y="2"/>
                    <a:pt x="10" y="4"/>
                  </a:cubicBezTo>
                  <a:cubicBezTo>
                    <a:pt x="13" y="5"/>
                    <a:pt x="17" y="9"/>
                    <a:pt x="21" y="12"/>
                  </a:cubicBezTo>
                  <a:cubicBezTo>
                    <a:pt x="25" y="14"/>
                    <a:pt x="31" y="19"/>
                    <a:pt x="35" y="24"/>
                  </a:cubicBezTo>
                  <a:cubicBezTo>
                    <a:pt x="39" y="31"/>
                    <a:pt x="41" y="37"/>
                    <a:pt x="36" y="42"/>
                  </a:cubicBezTo>
                  <a:cubicBezTo>
                    <a:pt x="36" y="42"/>
                    <a:pt x="36" y="42"/>
                    <a:pt x="37" y="42"/>
                  </a:cubicBezTo>
                  <a:cubicBezTo>
                    <a:pt x="41" y="37"/>
                    <a:pt x="41" y="31"/>
                    <a:pt x="36" y="2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54" name="Freeform 1982">
              <a:extLst>
                <a:ext uri="{FF2B5EF4-FFF2-40B4-BE49-F238E27FC236}">
                  <a16:creationId xmlns:a16="http://schemas.microsoft.com/office/drawing/2014/main" id="{CFCEF181-0F38-46EA-848F-D103F579E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969"/>
              <a:ext cx="93" cy="95"/>
            </a:xfrm>
            <a:custGeom>
              <a:avLst/>
              <a:gdLst>
                <a:gd name="T0" fmla="*/ 147 w 48"/>
                <a:gd name="T1" fmla="*/ 299 h 46"/>
                <a:gd name="T2" fmla="*/ 101 w 48"/>
                <a:gd name="T3" fmla="*/ 0 h 46"/>
                <a:gd name="T4" fmla="*/ 109 w 48"/>
                <a:gd name="T5" fmla="*/ 0 h 46"/>
                <a:gd name="T6" fmla="*/ 93 w 48"/>
                <a:gd name="T7" fmla="*/ 8 h 46"/>
                <a:gd name="T8" fmla="*/ 140 w 48"/>
                <a:gd name="T9" fmla="*/ 299 h 46"/>
                <a:gd name="T10" fmla="*/ 349 w 48"/>
                <a:gd name="T11" fmla="*/ 388 h 46"/>
                <a:gd name="T12" fmla="*/ 147 w 48"/>
                <a:gd name="T13" fmla="*/ 29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6">
                  <a:moveTo>
                    <a:pt x="20" y="34"/>
                  </a:moveTo>
                  <a:cubicBezTo>
                    <a:pt x="8" y="22"/>
                    <a:pt x="2" y="5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4" y="0"/>
                    <a:pt x="13" y="0"/>
                    <a:pt x="13" y="1"/>
                  </a:cubicBezTo>
                  <a:cubicBezTo>
                    <a:pt x="0" y="6"/>
                    <a:pt x="6" y="23"/>
                    <a:pt x="19" y="34"/>
                  </a:cubicBezTo>
                  <a:cubicBezTo>
                    <a:pt x="29" y="44"/>
                    <a:pt x="42" y="46"/>
                    <a:pt x="48" y="44"/>
                  </a:cubicBezTo>
                  <a:cubicBezTo>
                    <a:pt x="41" y="45"/>
                    <a:pt x="30" y="42"/>
                    <a:pt x="20" y="3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55" name="Freeform 1983">
              <a:extLst>
                <a:ext uri="{FF2B5EF4-FFF2-40B4-BE49-F238E27FC236}">
                  <a16:creationId xmlns:a16="http://schemas.microsoft.com/office/drawing/2014/main" id="{32AD7EFF-B787-4CE7-B6A1-2D853F11E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992"/>
              <a:ext cx="62" cy="55"/>
            </a:xfrm>
            <a:custGeom>
              <a:avLst/>
              <a:gdLst>
                <a:gd name="T0" fmla="*/ 211 w 32"/>
                <a:gd name="T1" fmla="*/ 187 h 27"/>
                <a:gd name="T2" fmla="*/ 52 w 32"/>
                <a:gd name="T3" fmla="*/ 108 h 27"/>
                <a:gd name="T4" fmla="*/ 45 w 32"/>
                <a:gd name="T5" fmla="*/ 0 h 27"/>
                <a:gd name="T6" fmla="*/ 153 w 32"/>
                <a:gd name="T7" fmla="*/ 67 h 27"/>
                <a:gd name="T8" fmla="*/ 211 w 32"/>
                <a:gd name="T9" fmla="*/ 18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29" y="22"/>
                  </a:moveTo>
                  <a:cubicBezTo>
                    <a:pt x="25" y="27"/>
                    <a:pt x="14" y="21"/>
                    <a:pt x="7" y="13"/>
                  </a:cubicBezTo>
                  <a:cubicBezTo>
                    <a:pt x="0" y="5"/>
                    <a:pt x="2" y="0"/>
                    <a:pt x="6" y="0"/>
                  </a:cubicBezTo>
                  <a:cubicBezTo>
                    <a:pt x="11" y="1"/>
                    <a:pt x="15" y="3"/>
                    <a:pt x="21" y="8"/>
                  </a:cubicBezTo>
                  <a:cubicBezTo>
                    <a:pt x="27" y="14"/>
                    <a:pt x="32" y="19"/>
                    <a:pt x="29" y="2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56" name="Freeform 1984">
              <a:extLst>
                <a:ext uri="{FF2B5EF4-FFF2-40B4-BE49-F238E27FC236}">
                  <a16:creationId xmlns:a16="http://schemas.microsoft.com/office/drawing/2014/main" id="{2082537D-3C97-4CA0-AA05-6210BB80A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992"/>
              <a:ext cx="54" cy="55"/>
            </a:xfrm>
            <a:custGeom>
              <a:avLst/>
              <a:gdLst>
                <a:gd name="T0" fmla="*/ 56 w 28"/>
                <a:gd name="T1" fmla="*/ 100 h 27"/>
                <a:gd name="T2" fmla="*/ 23 w 28"/>
                <a:gd name="T3" fmla="*/ 0 h 27"/>
                <a:gd name="T4" fmla="*/ 44 w 28"/>
                <a:gd name="T5" fmla="*/ 108 h 27"/>
                <a:gd name="T6" fmla="*/ 201 w 28"/>
                <a:gd name="T7" fmla="*/ 187 h 27"/>
                <a:gd name="T8" fmla="*/ 56 w 28"/>
                <a:gd name="T9" fmla="*/ 10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8" y="12"/>
                  </a:moveTo>
                  <a:cubicBezTo>
                    <a:pt x="3" y="7"/>
                    <a:pt x="2" y="3"/>
                    <a:pt x="3" y="0"/>
                  </a:cubicBezTo>
                  <a:cubicBezTo>
                    <a:pt x="0" y="2"/>
                    <a:pt x="0" y="7"/>
                    <a:pt x="6" y="13"/>
                  </a:cubicBezTo>
                  <a:cubicBezTo>
                    <a:pt x="13" y="21"/>
                    <a:pt x="24" y="27"/>
                    <a:pt x="28" y="22"/>
                  </a:cubicBezTo>
                  <a:cubicBezTo>
                    <a:pt x="23" y="25"/>
                    <a:pt x="14" y="19"/>
                    <a:pt x="8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57" name="Freeform 1985">
              <a:extLst>
                <a:ext uri="{FF2B5EF4-FFF2-40B4-BE49-F238E27FC236}">
                  <a16:creationId xmlns:a16="http://schemas.microsoft.com/office/drawing/2014/main" id="{21308FE7-B702-40A8-AB78-1B6A461F8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998"/>
              <a:ext cx="31" cy="31"/>
            </a:xfrm>
            <a:custGeom>
              <a:avLst/>
              <a:gdLst>
                <a:gd name="T0" fmla="*/ 0 w 16"/>
                <a:gd name="T1" fmla="*/ 0 h 15"/>
                <a:gd name="T2" fmla="*/ 116 w 16"/>
                <a:gd name="T3" fmla="*/ 132 h 15"/>
                <a:gd name="T4" fmla="*/ 52 w 16"/>
                <a:gd name="T5" fmla="*/ 52 h 15"/>
                <a:gd name="T6" fmla="*/ 0 w 1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0" y="0"/>
                  </a:moveTo>
                  <a:cubicBezTo>
                    <a:pt x="5" y="3"/>
                    <a:pt x="14" y="9"/>
                    <a:pt x="16" y="15"/>
                  </a:cubicBezTo>
                  <a:cubicBezTo>
                    <a:pt x="14" y="13"/>
                    <a:pt x="10" y="9"/>
                    <a:pt x="7" y="6"/>
                  </a:cubicBezTo>
                  <a:cubicBezTo>
                    <a:pt x="4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58" name="Freeform 1986">
              <a:extLst>
                <a:ext uri="{FF2B5EF4-FFF2-40B4-BE49-F238E27FC236}">
                  <a16:creationId xmlns:a16="http://schemas.microsoft.com/office/drawing/2014/main" id="{8EAAEFD5-A5D3-4490-901A-B2AF5F6B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3000"/>
              <a:ext cx="27" cy="33"/>
            </a:xfrm>
            <a:custGeom>
              <a:avLst/>
              <a:gdLst>
                <a:gd name="T0" fmla="*/ 64 w 14"/>
                <a:gd name="T1" fmla="*/ 52 h 16"/>
                <a:gd name="T2" fmla="*/ 0 w 14"/>
                <a:gd name="T3" fmla="*/ 0 h 16"/>
                <a:gd name="T4" fmla="*/ 100 w 14"/>
                <a:gd name="T5" fmla="*/ 140 h 16"/>
                <a:gd name="T6" fmla="*/ 64 w 14"/>
                <a:gd name="T7" fmla="*/ 5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9" y="6"/>
                  </a:moveTo>
                  <a:cubicBezTo>
                    <a:pt x="7" y="4"/>
                    <a:pt x="4" y="2"/>
                    <a:pt x="0" y="0"/>
                  </a:cubicBezTo>
                  <a:cubicBezTo>
                    <a:pt x="3" y="2"/>
                    <a:pt x="14" y="11"/>
                    <a:pt x="14" y="16"/>
                  </a:cubicBezTo>
                  <a:cubicBezTo>
                    <a:pt x="14" y="14"/>
                    <a:pt x="12" y="10"/>
                    <a:pt x="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59" name="Freeform 1987">
              <a:extLst>
                <a:ext uri="{FF2B5EF4-FFF2-40B4-BE49-F238E27FC236}">
                  <a16:creationId xmlns:a16="http://schemas.microsoft.com/office/drawing/2014/main" id="{020B05B4-A3EF-4AA0-9FFE-E201D2A67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010"/>
              <a:ext cx="37" cy="33"/>
            </a:xfrm>
            <a:custGeom>
              <a:avLst/>
              <a:gdLst>
                <a:gd name="T0" fmla="*/ 0 w 19"/>
                <a:gd name="T1" fmla="*/ 0 h 16"/>
                <a:gd name="T2" fmla="*/ 140 w 19"/>
                <a:gd name="T3" fmla="*/ 132 h 16"/>
                <a:gd name="T4" fmla="*/ 0 w 1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2" y="3"/>
                    <a:pt x="10" y="13"/>
                    <a:pt x="19" y="15"/>
                  </a:cubicBezTo>
                  <a:cubicBezTo>
                    <a:pt x="17" y="16"/>
                    <a:pt x="5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0" name="Freeform 1988">
              <a:extLst>
                <a:ext uri="{FF2B5EF4-FFF2-40B4-BE49-F238E27FC236}">
                  <a16:creationId xmlns:a16="http://schemas.microsoft.com/office/drawing/2014/main" id="{87EF0DA1-2048-4598-90ED-8CB6400A7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965"/>
              <a:ext cx="112" cy="103"/>
            </a:xfrm>
            <a:custGeom>
              <a:avLst/>
              <a:gdLst>
                <a:gd name="T0" fmla="*/ 193 w 58"/>
                <a:gd name="T1" fmla="*/ 25 h 50"/>
                <a:gd name="T2" fmla="*/ 93 w 58"/>
                <a:gd name="T3" fmla="*/ 16 h 50"/>
                <a:gd name="T4" fmla="*/ 137 w 58"/>
                <a:gd name="T5" fmla="*/ 323 h 50"/>
                <a:gd name="T6" fmla="*/ 388 w 58"/>
                <a:gd name="T7" fmla="*/ 396 h 50"/>
                <a:gd name="T8" fmla="*/ 380 w 58"/>
                <a:gd name="T9" fmla="*/ 220 h 50"/>
                <a:gd name="T10" fmla="*/ 280 w 58"/>
                <a:gd name="T11" fmla="*/ 107 h 50"/>
                <a:gd name="T12" fmla="*/ 193 w 58"/>
                <a:gd name="T13" fmla="*/ 25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50">
                  <a:moveTo>
                    <a:pt x="27" y="3"/>
                  </a:moveTo>
                  <a:cubicBezTo>
                    <a:pt x="21" y="0"/>
                    <a:pt x="17" y="0"/>
                    <a:pt x="13" y="2"/>
                  </a:cubicBezTo>
                  <a:cubicBezTo>
                    <a:pt x="0" y="7"/>
                    <a:pt x="6" y="25"/>
                    <a:pt x="19" y="37"/>
                  </a:cubicBezTo>
                  <a:cubicBezTo>
                    <a:pt x="33" y="49"/>
                    <a:pt x="49" y="50"/>
                    <a:pt x="54" y="45"/>
                  </a:cubicBezTo>
                  <a:cubicBezTo>
                    <a:pt x="58" y="39"/>
                    <a:pt x="58" y="32"/>
                    <a:pt x="53" y="25"/>
                  </a:cubicBezTo>
                  <a:cubicBezTo>
                    <a:pt x="49" y="19"/>
                    <a:pt x="42" y="14"/>
                    <a:pt x="39" y="12"/>
                  </a:cubicBezTo>
                  <a:cubicBezTo>
                    <a:pt x="35" y="9"/>
                    <a:pt x="30" y="4"/>
                    <a:pt x="27" y="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1" name="Freeform 1989">
              <a:extLst>
                <a:ext uri="{FF2B5EF4-FFF2-40B4-BE49-F238E27FC236}">
                  <a16:creationId xmlns:a16="http://schemas.microsoft.com/office/drawing/2014/main" id="{25C190DF-B325-4125-A0DD-CDF8765AB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992"/>
              <a:ext cx="54" cy="49"/>
            </a:xfrm>
            <a:custGeom>
              <a:avLst/>
              <a:gdLst>
                <a:gd name="T0" fmla="*/ 8 w 28"/>
                <a:gd name="T1" fmla="*/ 16 h 24"/>
                <a:gd name="T2" fmla="*/ 44 w 28"/>
                <a:gd name="T3" fmla="*/ 112 h 24"/>
                <a:gd name="T4" fmla="*/ 164 w 28"/>
                <a:gd name="T5" fmla="*/ 204 h 24"/>
                <a:gd name="T6" fmla="*/ 201 w 28"/>
                <a:gd name="T7" fmla="*/ 188 h 24"/>
                <a:gd name="T8" fmla="*/ 201 w 28"/>
                <a:gd name="T9" fmla="*/ 188 h 24"/>
                <a:gd name="T10" fmla="*/ 164 w 28"/>
                <a:gd name="T11" fmla="*/ 204 h 24"/>
                <a:gd name="T12" fmla="*/ 44 w 28"/>
                <a:gd name="T13" fmla="*/ 112 h 24"/>
                <a:gd name="T14" fmla="*/ 15 w 28"/>
                <a:gd name="T15" fmla="*/ 25 h 24"/>
                <a:gd name="T16" fmla="*/ 37 w 28"/>
                <a:gd name="T17" fmla="*/ 0 h 24"/>
                <a:gd name="T18" fmla="*/ 37 w 28"/>
                <a:gd name="T19" fmla="*/ 0 h 24"/>
                <a:gd name="T20" fmla="*/ 8 w 28"/>
                <a:gd name="T21" fmla="*/ 16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24">
                  <a:moveTo>
                    <a:pt x="1" y="2"/>
                  </a:moveTo>
                  <a:cubicBezTo>
                    <a:pt x="0" y="5"/>
                    <a:pt x="2" y="9"/>
                    <a:pt x="6" y="13"/>
                  </a:cubicBezTo>
                  <a:cubicBezTo>
                    <a:pt x="11" y="19"/>
                    <a:pt x="18" y="24"/>
                    <a:pt x="23" y="24"/>
                  </a:cubicBezTo>
                  <a:cubicBezTo>
                    <a:pt x="25" y="24"/>
                    <a:pt x="27" y="23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7" y="23"/>
                    <a:pt x="25" y="24"/>
                    <a:pt x="23" y="24"/>
                  </a:cubicBezTo>
                  <a:cubicBezTo>
                    <a:pt x="18" y="23"/>
                    <a:pt x="11" y="19"/>
                    <a:pt x="6" y="13"/>
                  </a:cubicBezTo>
                  <a:cubicBezTo>
                    <a:pt x="3" y="9"/>
                    <a:pt x="1" y="5"/>
                    <a:pt x="2" y="3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2" name="Freeform 1990">
              <a:extLst>
                <a:ext uri="{FF2B5EF4-FFF2-40B4-BE49-F238E27FC236}">
                  <a16:creationId xmlns:a16="http://schemas.microsoft.com/office/drawing/2014/main" id="{B70B56C3-4BA2-4489-8156-B7BF15445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041"/>
              <a:ext cx="170" cy="116"/>
            </a:xfrm>
            <a:custGeom>
              <a:avLst/>
              <a:gdLst>
                <a:gd name="T0" fmla="*/ 79 w 88"/>
                <a:gd name="T1" fmla="*/ 116 h 56"/>
                <a:gd name="T2" fmla="*/ 93 w 88"/>
                <a:gd name="T3" fmla="*/ 365 h 56"/>
                <a:gd name="T4" fmla="*/ 448 w 88"/>
                <a:gd name="T5" fmla="*/ 497 h 56"/>
                <a:gd name="T6" fmla="*/ 634 w 88"/>
                <a:gd name="T7" fmla="*/ 340 h 56"/>
                <a:gd name="T8" fmla="*/ 79 w 88"/>
                <a:gd name="T9" fmla="*/ 11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6">
                  <a:moveTo>
                    <a:pt x="11" y="13"/>
                  </a:moveTo>
                  <a:cubicBezTo>
                    <a:pt x="0" y="20"/>
                    <a:pt x="2" y="32"/>
                    <a:pt x="13" y="41"/>
                  </a:cubicBezTo>
                  <a:cubicBezTo>
                    <a:pt x="24" y="51"/>
                    <a:pt x="45" y="56"/>
                    <a:pt x="62" y="56"/>
                  </a:cubicBezTo>
                  <a:cubicBezTo>
                    <a:pt x="83" y="55"/>
                    <a:pt x="88" y="47"/>
                    <a:pt x="88" y="38"/>
                  </a:cubicBezTo>
                  <a:cubicBezTo>
                    <a:pt x="87" y="19"/>
                    <a:pt x="33" y="0"/>
                    <a:pt x="11" y="1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3" name="Freeform 1991">
              <a:extLst>
                <a:ext uri="{FF2B5EF4-FFF2-40B4-BE49-F238E27FC236}">
                  <a16:creationId xmlns:a16="http://schemas.microsoft.com/office/drawing/2014/main" id="{C2F88016-6731-442F-B23B-8FBC66B64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045"/>
              <a:ext cx="141" cy="106"/>
            </a:xfrm>
            <a:custGeom>
              <a:avLst/>
              <a:gdLst>
                <a:gd name="T0" fmla="*/ 0 w 73"/>
                <a:gd name="T1" fmla="*/ 91 h 51"/>
                <a:gd name="T2" fmla="*/ 512 w 73"/>
                <a:gd name="T3" fmla="*/ 324 h 51"/>
                <a:gd name="T4" fmla="*/ 448 w 73"/>
                <a:gd name="T5" fmla="*/ 457 h 51"/>
                <a:gd name="T6" fmla="*/ 525 w 73"/>
                <a:gd name="T7" fmla="*/ 324 h 51"/>
                <a:gd name="T8" fmla="*/ 0 w 73"/>
                <a:gd name="T9" fmla="*/ 9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1">
                  <a:moveTo>
                    <a:pt x="0" y="10"/>
                  </a:moveTo>
                  <a:cubicBezTo>
                    <a:pt x="23" y="2"/>
                    <a:pt x="70" y="19"/>
                    <a:pt x="71" y="36"/>
                  </a:cubicBezTo>
                  <a:cubicBezTo>
                    <a:pt x="71" y="42"/>
                    <a:pt x="69" y="47"/>
                    <a:pt x="62" y="51"/>
                  </a:cubicBezTo>
                  <a:cubicBezTo>
                    <a:pt x="70" y="47"/>
                    <a:pt x="73" y="42"/>
                    <a:pt x="73" y="36"/>
                  </a:cubicBezTo>
                  <a:cubicBezTo>
                    <a:pt x="72" y="18"/>
                    <a:pt x="22" y="0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4" name="Freeform 1992">
              <a:extLst>
                <a:ext uri="{FF2B5EF4-FFF2-40B4-BE49-F238E27FC236}">
                  <a16:creationId xmlns:a16="http://schemas.microsoft.com/office/drawing/2014/main" id="{96165DA5-8BDE-4FBC-8CC9-20675CB5D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074"/>
              <a:ext cx="114" cy="81"/>
            </a:xfrm>
            <a:custGeom>
              <a:avLst/>
              <a:gdLst>
                <a:gd name="T0" fmla="*/ 425 w 59"/>
                <a:gd name="T1" fmla="*/ 341 h 39"/>
                <a:gd name="T2" fmla="*/ 108 w 59"/>
                <a:gd name="T3" fmla="*/ 208 h 39"/>
                <a:gd name="T4" fmla="*/ 52 w 59"/>
                <a:gd name="T5" fmla="*/ 0 h 39"/>
                <a:gd name="T6" fmla="*/ 93 w 59"/>
                <a:gd name="T7" fmla="*/ 224 h 39"/>
                <a:gd name="T8" fmla="*/ 425 w 59"/>
                <a:gd name="T9" fmla="*/ 341 h 39"/>
                <a:gd name="T10" fmla="*/ 425 w 59"/>
                <a:gd name="T11" fmla="*/ 341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9">
                  <a:moveTo>
                    <a:pt x="59" y="38"/>
                  </a:moveTo>
                  <a:cubicBezTo>
                    <a:pt x="43" y="39"/>
                    <a:pt x="25" y="32"/>
                    <a:pt x="15" y="23"/>
                  </a:cubicBezTo>
                  <a:cubicBezTo>
                    <a:pt x="6" y="15"/>
                    <a:pt x="3" y="7"/>
                    <a:pt x="7" y="0"/>
                  </a:cubicBezTo>
                  <a:cubicBezTo>
                    <a:pt x="0" y="7"/>
                    <a:pt x="3" y="17"/>
                    <a:pt x="13" y="25"/>
                  </a:cubicBezTo>
                  <a:cubicBezTo>
                    <a:pt x="23" y="34"/>
                    <a:pt x="43" y="39"/>
                    <a:pt x="59" y="38"/>
                  </a:cubicBezTo>
                  <a:cubicBezTo>
                    <a:pt x="59" y="38"/>
                    <a:pt x="59" y="38"/>
                    <a:pt x="59" y="3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5" name="Freeform 1993">
              <a:extLst>
                <a:ext uri="{FF2B5EF4-FFF2-40B4-BE49-F238E27FC236}">
                  <a16:creationId xmlns:a16="http://schemas.microsoft.com/office/drawing/2014/main" id="{C8320C0D-943C-4F08-84D6-3A5C28F07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3070"/>
              <a:ext cx="116" cy="66"/>
            </a:xfrm>
            <a:custGeom>
              <a:avLst/>
              <a:gdLst>
                <a:gd name="T0" fmla="*/ 420 w 60"/>
                <a:gd name="T1" fmla="*/ 184 h 32"/>
                <a:gd name="T2" fmla="*/ 145 w 60"/>
                <a:gd name="T3" fmla="*/ 212 h 32"/>
                <a:gd name="T4" fmla="*/ 85 w 60"/>
                <a:gd name="T5" fmla="*/ 35 h 32"/>
                <a:gd name="T6" fmla="*/ 420 w 60"/>
                <a:gd name="T7" fmla="*/ 18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2">
                  <a:moveTo>
                    <a:pt x="58" y="21"/>
                  </a:moveTo>
                  <a:cubicBezTo>
                    <a:pt x="56" y="32"/>
                    <a:pt x="33" y="30"/>
                    <a:pt x="20" y="24"/>
                  </a:cubicBezTo>
                  <a:cubicBezTo>
                    <a:pt x="7" y="18"/>
                    <a:pt x="0" y="8"/>
                    <a:pt x="12" y="4"/>
                  </a:cubicBezTo>
                  <a:cubicBezTo>
                    <a:pt x="25" y="0"/>
                    <a:pt x="60" y="11"/>
                    <a:pt x="58" y="2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6" name="Freeform 1994">
              <a:extLst>
                <a:ext uri="{FF2B5EF4-FFF2-40B4-BE49-F238E27FC236}">
                  <a16:creationId xmlns:a16="http://schemas.microsoft.com/office/drawing/2014/main" id="{C4FD9720-1FC0-47F4-8030-69211FE9A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087"/>
              <a:ext cx="106" cy="49"/>
            </a:xfrm>
            <a:custGeom>
              <a:avLst/>
              <a:gdLst>
                <a:gd name="T0" fmla="*/ 129 w 55"/>
                <a:gd name="T1" fmla="*/ 112 h 24"/>
                <a:gd name="T2" fmla="*/ 29 w 55"/>
                <a:gd name="T3" fmla="*/ 0 h 24"/>
                <a:gd name="T4" fmla="*/ 123 w 55"/>
                <a:gd name="T5" fmla="*/ 137 h 24"/>
                <a:gd name="T6" fmla="*/ 393 w 55"/>
                <a:gd name="T7" fmla="*/ 112 h 24"/>
                <a:gd name="T8" fmla="*/ 393 w 55"/>
                <a:gd name="T9" fmla="*/ 112 h 24"/>
                <a:gd name="T10" fmla="*/ 129 w 55"/>
                <a:gd name="T11" fmla="*/ 1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4">
                  <a:moveTo>
                    <a:pt x="18" y="13"/>
                  </a:moveTo>
                  <a:cubicBezTo>
                    <a:pt x="9" y="9"/>
                    <a:pt x="4" y="4"/>
                    <a:pt x="4" y="0"/>
                  </a:cubicBezTo>
                  <a:cubicBezTo>
                    <a:pt x="0" y="4"/>
                    <a:pt x="6" y="11"/>
                    <a:pt x="17" y="16"/>
                  </a:cubicBezTo>
                  <a:cubicBezTo>
                    <a:pt x="30" y="22"/>
                    <a:pt x="53" y="24"/>
                    <a:pt x="55" y="13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0" y="21"/>
                    <a:pt x="30" y="18"/>
                    <a:pt x="18" y="1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7" name="Freeform 1995">
              <a:extLst>
                <a:ext uri="{FF2B5EF4-FFF2-40B4-BE49-F238E27FC236}">
                  <a16:creationId xmlns:a16="http://schemas.microsoft.com/office/drawing/2014/main" id="{421A4E13-13E1-49E4-B47D-C2A311AE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076"/>
              <a:ext cx="68" cy="29"/>
            </a:xfrm>
            <a:custGeom>
              <a:avLst/>
              <a:gdLst>
                <a:gd name="T0" fmla="*/ 0 w 35"/>
                <a:gd name="T1" fmla="*/ 0 h 14"/>
                <a:gd name="T2" fmla="*/ 256 w 35"/>
                <a:gd name="T3" fmla="*/ 124 h 14"/>
                <a:gd name="T4" fmla="*/ 0 w 3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4">
                  <a:moveTo>
                    <a:pt x="0" y="0"/>
                  </a:moveTo>
                  <a:cubicBezTo>
                    <a:pt x="10" y="1"/>
                    <a:pt x="29" y="6"/>
                    <a:pt x="35" y="14"/>
                  </a:cubicBezTo>
                  <a:cubicBezTo>
                    <a:pt x="32" y="12"/>
                    <a:pt x="15" y="3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8" name="Freeform 1996">
              <a:extLst>
                <a:ext uri="{FF2B5EF4-FFF2-40B4-BE49-F238E27FC236}">
                  <a16:creationId xmlns:a16="http://schemas.microsoft.com/office/drawing/2014/main" id="{E4AE56E0-5D56-4023-A811-EB4BBB973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076"/>
              <a:ext cx="58" cy="31"/>
            </a:xfrm>
            <a:custGeom>
              <a:avLst/>
              <a:gdLst>
                <a:gd name="T0" fmla="*/ 0 w 30"/>
                <a:gd name="T1" fmla="*/ 0 h 15"/>
                <a:gd name="T2" fmla="*/ 217 w 30"/>
                <a:gd name="T3" fmla="*/ 132 h 15"/>
                <a:gd name="T4" fmla="*/ 0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0"/>
                  </a:moveTo>
                  <a:cubicBezTo>
                    <a:pt x="7" y="1"/>
                    <a:pt x="27" y="6"/>
                    <a:pt x="30" y="15"/>
                  </a:cubicBezTo>
                  <a:cubicBezTo>
                    <a:pt x="28" y="10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9" name="Freeform 1997">
              <a:extLst>
                <a:ext uri="{FF2B5EF4-FFF2-40B4-BE49-F238E27FC236}">
                  <a16:creationId xmlns:a16="http://schemas.microsoft.com/office/drawing/2014/main" id="{E0B251EF-C388-432B-9BF4-A365C2585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3113"/>
              <a:ext cx="73" cy="25"/>
            </a:xfrm>
            <a:custGeom>
              <a:avLst/>
              <a:gdLst>
                <a:gd name="T0" fmla="*/ 0 w 38"/>
                <a:gd name="T1" fmla="*/ 0 h 12"/>
                <a:gd name="T2" fmla="*/ 269 w 38"/>
                <a:gd name="T3" fmla="*/ 73 h 12"/>
                <a:gd name="T4" fmla="*/ 0 w 3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0" y="0"/>
                  </a:moveTo>
                  <a:cubicBezTo>
                    <a:pt x="4" y="4"/>
                    <a:pt x="23" y="12"/>
                    <a:pt x="38" y="8"/>
                  </a:cubicBezTo>
                  <a:cubicBezTo>
                    <a:pt x="31" y="9"/>
                    <a:pt x="15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0" name="Freeform 1998">
              <a:extLst>
                <a:ext uri="{FF2B5EF4-FFF2-40B4-BE49-F238E27FC236}">
                  <a16:creationId xmlns:a16="http://schemas.microsoft.com/office/drawing/2014/main" id="{3581047C-AD7E-40AB-99FE-96B7CE31E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041"/>
              <a:ext cx="170" cy="116"/>
            </a:xfrm>
            <a:custGeom>
              <a:avLst/>
              <a:gdLst>
                <a:gd name="T0" fmla="*/ 79 w 88"/>
                <a:gd name="T1" fmla="*/ 116 h 56"/>
                <a:gd name="T2" fmla="*/ 93 w 88"/>
                <a:gd name="T3" fmla="*/ 365 h 56"/>
                <a:gd name="T4" fmla="*/ 448 w 88"/>
                <a:gd name="T5" fmla="*/ 497 h 56"/>
                <a:gd name="T6" fmla="*/ 634 w 88"/>
                <a:gd name="T7" fmla="*/ 340 h 56"/>
                <a:gd name="T8" fmla="*/ 79 w 88"/>
                <a:gd name="T9" fmla="*/ 11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6">
                  <a:moveTo>
                    <a:pt x="11" y="13"/>
                  </a:moveTo>
                  <a:cubicBezTo>
                    <a:pt x="0" y="20"/>
                    <a:pt x="2" y="32"/>
                    <a:pt x="13" y="41"/>
                  </a:cubicBezTo>
                  <a:cubicBezTo>
                    <a:pt x="24" y="51"/>
                    <a:pt x="45" y="56"/>
                    <a:pt x="62" y="56"/>
                  </a:cubicBezTo>
                  <a:cubicBezTo>
                    <a:pt x="83" y="55"/>
                    <a:pt x="88" y="47"/>
                    <a:pt x="88" y="38"/>
                  </a:cubicBezTo>
                  <a:cubicBezTo>
                    <a:pt x="87" y="19"/>
                    <a:pt x="33" y="0"/>
                    <a:pt x="11" y="1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1" name="Freeform 1999">
              <a:extLst>
                <a:ext uri="{FF2B5EF4-FFF2-40B4-BE49-F238E27FC236}">
                  <a16:creationId xmlns:a16="http://schemas.microsoft.com/office/drawing/2014/main" id="{ABA0E2B9-C7A4-4357-BB12-84B6D0516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3078"/>
              <a:ext cx="103" cy="56"/>
            </a:xfrm>
            <a:custGeom>
              <a:avLst/>
              <a:gdLst>
                <a:gd name="T0" fmla="*/ 0 w 53"/>
                <a:gd name="T1" fmla="*/ 64 h 27"/>
                <a:gd name="T2" fmla="*/ 101 w 53"/>
                <a:gd name="T3" fmla="*/ 176 h 27"/>
                <a:gd name="T4" fmla="*/ 336 w 53"/>
                <a:gd name="T5" fmla="*/ 216 h 27"/>
                <a:gd name="T6" fmla="*/ 389 w 53"/>
                <a:gd name="T7" fmla="*/ 151 h 27"/>
                <a:gd name="T8" fmla="*/ 389 w 53"/>
                <a:gd name="T9" fmla="*/ 151 h 27"/>
                <a:gd name="T10" fmla="*/ 336 w 53"/>
                <a:gd name="T11" fmla="*/ 207 h 27"/>
                <a:gd name="T12" fmla="*/ 109 w 53"/>
                <a:gd name="T13" fmla="*/ 168 h 27"/>
                <a:gd name="T14" fmla="*/ 8 w 53"/>
                <a:gd name="T15" fmla="*/ 64 h 27"/>
                <a:gd name="T16" fmla="*/ 52 w 53"/>
                <a:gd name="T17" fmla="*/ 0 h 27"/>
                <a:gd name="T18" fmla="*/ 52 w 53"/>
                <a:gd name="T19" fmla="*/ 0 h 27"/>
                <a:gd name="T20" fmla="*/ 0 w 53"/>
                <a:gd name="T21" fmla="*/ 6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7">
                  <a:moveTo>
                    <a:pt x="0" y="7"/>
                  </a:moveTo>
                  <a:cubicBezTo>
                    <a:pt x="1" y="11"/>
                    <a:pt x="6" y="16"/>
                    <a:pt x="14" y="20"/>
                  </a:cubicBezTo>
                  <a:cubicBezTo>
                    <a:pt x="23" y="24"/>
                    <a:pt x="38" y="27"/>
                    <a:pt x="46" y="24"/>
                  </a:cubicBezTo>
                  <a:cubicBezTo>
                    <a:pt x="50" y="23"/>
                    <a:pt x="52" y="20"/>
                    <a:pt x="53" y="17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2" y="20"/>
                    <a:pt x="50" y="22"/>
                    <a:pt x="46" y="23"/>
                  </a:cubicBezTo>
                  <a:cubicBezTo>
                    <a:pt x="38" y="26"/>
                    <a:pt x="23" y="24"/>
                    <a:pt x="15" y="19"/>
                  </a:cubicBezTo>
                  <a:cubicBezTo>
                    <a:pt x="6" y="16"/>
                    <a:pt x="1" y="11"/>
                    <a:pt x="1" y="7"/>
                  </a:cubicBezTo>
                  <a:cubicBezTo>
                    <a:pt x="1" y="4"/>
                    <a:pt x="3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2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2" name="Freeform 2000">
              <a:extLst>
                <a:ext uri="{FF2B5EF4-FFF2-40B4-BE49-F238E27FC236}">
                  <a16:creationId xmlns:a16="http://schemas.microsoft.com/office/drawing/2014/main" id="{886D6988-C1FF-4D47-86F5-E0454FE09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922"/>
              <a:ext cx="141" cy="130"/>
            </a:xfrm>
            <a:custGeom>
              <a:avLst/>
              <a:gdLst>
                <a:gd name="T0" fmla="*/ 172 w 73"/>
                <a:gd name="T1" fmla="*/ 52 h 63"/>
                <a:gd name="T2" fmla="*/ 29 w 73"/>
                <a:gd name="T3" fmla="*/ 175 h 63"/>
                <a:gd name="T4" fmla="*/ 29 w 73"/>
                <a:gd name="T5" fmla="*/ 380 h 63"/>
                <a:gd name="T6" fmla="*/ 396 w 73"/>
                <a:gd name="T7" fmla="*/ 440 h 63"/>
                <a:gd name="T8" fmla="*/ 433 w 73"/>
                <a:gd name="T9" fmla="*/ 52 h 63"/>
                <a:gd name="T10" fmla="*/ 172 w 73"/>
                <a:gd name="T11" fmla="*/ 5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3">
                  <a:moveTo>
                    <a:pt x="24" y="6"/>
                  </a:moveTo>
                  <a:cubicBezTo>
                    <a:pt x="15" y="9"/>
                    <a:pt x="8" y="12"/>
                    <a:pt x="4" y="20"/>
                  </a:cubicBezTo>
                  <a:cubicBezTo>
                    <a:pt x="1" y="27"/>
                    <a:pt x="0" y="35"/>
                    <a:pt x="4" y="43"/>
                  </a:cubicBezTo>
                  <a:cubicBezTo>
                    <a:pt x="11" y="59"/>
                    <a:pt x="37" y="63"/>
                    <a:pt x="55" y="50"/>
                  </a:cubicBezTo>
                  <a:cubicBezTo>
                    <a:pt x="73" y="36"/>
                    <a:pt x="71" y="14"/>
                    <a:pt x="60" y="6"/>
                  </a:cubicBezTo>
                  <a:cubicBezTo>
                    <a:pt x="49" y="0"/>
                    <a:pt x="42" y="1"/>
                    <a:pt x="24" y="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3" name="Freeform 2001">
              <a:extLst>
                <a:ext uri="{FF2B5EF4-FFF2-40B4-BE49-F238E27FC236}">
                  <a16:creationId xmlns:a16="http://schemas.microsoft.com/office/drawing/2014/main" id="{E705C492-5466-4158-AFAD-48C635FBE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928"/>
              <a:ext cx="93" cy="113"/>
            </a:xfrm>
            <a:custGeom>
              <a:avLst/>
              <a:gdLst>
                <a:gd name="T0" fmla="*/ 264 w 48"/>
                <a:gd name="T1" fmla="*/ 43 h 55"/>
                <a:gd name="T2" fmla="*/ 188 w 48"/>
                <a:gd name="T3" fmla="*/ 0 h 55"/>
                <a:gd name="T4" fmla="*/ 248 w 48"/>
                <a:gd name="T5" fmla="*/ 33 h 55"/>
                <a:gd name="T6" fmla="*/ 211 w 48"/>
                <a:gd name="T7" fmla="*/ 388 h 55"/>
                <a:gd name="T8" fmla="*/ 0 w 48"/>
                <a:gd name="T9" fmla="*/ 452 h 55"/>
                <a:gd name="T10" fmla="*/ 233 w 48"/>
                <a:gd name="T11" fmla="*/ 401 h 55"/>
                <a:gd name="T12" fmla="*/ 264 w 48"/>
                <a:gd name="T13" fmla="*/ 43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5">
                  <a:moveTo>
                    <a:pt x="36" y="5"/>
                  </a:moveTo>
                  <a:cubicBezTo>
                    <a:pt x="33" y="2"/>
                    <a:pt x="29" y="1"/>
                    <a:pt x="26" y="0"/>
                  </a:cubicBezTo>
                  <a:cubicBezTo>
                    <a:pt x="28" y="1"/>
                    <a:pt x="31" y="2"/>
                    <a:pt x="34" y="4"/>
                  </a:cubicBezTo>
                  <a:cubicBezTo>
                    <a:pt x="45" y="12"/>
                    <a:pt x="46" y="32"/>
                    <a:pt x="29" y="45"/>
                  </a:cubicBezTo>
                  <a:cubicBezTo>
                    <a:pt x="20" y="52"/>
                    <a:pt x="10" y="54"/>
                    <a:pt x="0" y="52"/>
                  </a:cubicBezTo>
                  <a:cubicBezTo>
                    <a:pt x="10" y="55"/>
                    <a:pt x="22" y="53"/>
                    <a:pt x="32" y="46"/>
                  </a:cubicBezTo>
                  <a:cubicBezTo>
                    <a:pt x="48" y="33"/>
                    <a:pt x="47" y="12"/>
                    <a:pt x="3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4" name="Freeform 2002">
              <a:extLst>
                <a:ext uri="{FF2B5EF4-FFF2-40B4-BE49-F238E27FC236}">
                  <a16:creationId xmlns:a16="http://schemas.microsoft.com/office/drawing/2014/main" id="{F791F88D-6730-4942-99C0-F80C26EB1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926"/>
              <a:ext cx="93" cy="111"/>
            </a:xfrm>
            <a:custGeom>
              <a:avLst/>
              <a:gdLst>
                <a:gd name="T0" fmla="*/ 45 w 48"/>
                <a:gd name="T1" fmla="*/ 347 h 54"/>
                <a:gd name="T2" fmla="*/ 52 w 48"/>
                <a:gd name="T3" fmla="*/ 164 h 54"/>
                <a:gd name="T4" fmla="*/ 188 w 48"/>
                <a:gd name="T5" fmla="*/ 51 h 54"/>
                <a:gd name="T6" fmla="*/ 349 w 48"/>
                <a:gd name="T7" fmla="*/ 16 h 54"/>
                <a:gd name="T8" fmla="*/ 169 w 48"/>
                <a:gd name="T9" fmla="*/ 43 h 54"/>
                <a:gd name="T10" fmla="*/ 31 w 48"/>
                <a:gd name="T11" fmla="*/ 164 h 54"/>
                <a:gd name="T12" fmla="*/ 31 w 48"/>
                <a:gd name="T13" fmla="*/ 347 h 54"/>
                <a:gd name="T14" fmla="*/ 180 w 48"/>
                <a:gd name="T15" fmla="*/ 469 h 54"/>
                <a:gd name="T16" fmla="*/ 45 w 48"/>
                <a:gd name="T17" fmla="*/ 347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4">
                  <a:moveTo>
                    <a:pt x="6" y="40"/>
                  </a:moveTo>
                  <a:cubicBezTo>
                    <a:pt x="3" y="33"/>
                    <a:pt x="4" y="26"/>
                    <a:pt x="7" y="19"/>
                  </a:cubicBezTo>
                  <a:cubicBezTo>
                    <a:pt x="10" y="11"/>
                    <a:pt x="17" y="9"/>
                    <a:pt x="26" y="6"/>
                  </a:cubicBezTo>
                  <a:cubicBezTo>
                    <a:pt x="36" y="3"/>
                    <a:pt x="42" y="1"/>
                    <a:pt x="48" y="2"/>
                  </a:cubicBezTo>
                  <a:cubicBezTo>
                    <a:pt x="41" y="0"/>
                    <a:pt x="35" y="2"/>
                    <a:pt x="23" y="5"/>
                  </a:cubicBezTo>
                  <a:cubicBezTo>
                    <a:pt x="15" y="8"/>
                    <a:pt x="8" y="11"/>
                    <a:pt x="4" y="19"/>
                  </a:cubicBezTo>
                  <a:cubicBezTo>
                    <a:pt x="2" y="25"/>
                    <a:pt x="0" y="33"/>
                    <a:pt x="4" y="40"/>
                  </a:cubicBezTo>
                  <a:cubicBezTo>
                    <a:pt x="8" y="48"/>
                    <a:pt x="16" y="53"/>
                    <a:pt x="25" y="54"/>
                  </a:cubicBezTo>
                  <a:cubicBezTo>
                    <a:pt x="17" y="52"/>
                    <a:pt x="10" y="47"/>
                    <a:pt x="6" y="4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5" name="Freeform 2003">
              <a:extLst>
                <a:ext uri="{FF2B5EF4-FFF2-40B4-BE49-F238E27FC236}">
                  <a16:creationId xmlns:a16="http://schemas.microsoft.com/office/drawing/2014/main" id="{3694FD2E-BD34-4303-A4A6-F6B4BA2C3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946"/>
              <a:ext cx="91" cy="71"/>
            </a:xfrm>
            <a:custGeom>
              <a:avLst/>
              <a:gdLst>
                <a:gd name="T0" fmla="*/ 225 w 47"/>
                <a:gd name="T1" fmla="*/ 17 h 34"/>
                <a:gd name="T2" fmla="*/ 172 w 47"/>
                <a:gd name="T3" fmla="*/ 265 h 34"/>
                <a:gd name="T4" fmla="*/ 15 w 47"/>
                <a:gd name="T5" fmla="*/ 136 h 34"/>
                <a:gd name="T6" fmla="*/ 225 w 47"/>
                <a:gd name="T7" fmla="*/ 17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4">
                  <a:moveTo>
                    <a:pt x="31" y="2"/>
                  </a:moveTo>
                  <a:cubicBezTo>
                    <a:pt x="47" y="6"/>
                    <a:pt x="42" y="25"/>
                    <a:pt x="24" y="29"/>
                  </a:cubicBezTo>
                  <a:cubicBezTo>
                    <a:pt x="5" y="34"/>
                    <a:pt x="0" y="22"/>
                    <a:pt x="2" y="15"/>
                  </a:cubicBezTo>
                  <a:cubicBezTo>
                    <a:pt x="5" y="7"/>
                    <a:pt x="21" y="0"/>
                    <a:pt x="31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6" name="Freeform 2004">
              <a:extLst>
                <a:ext uri="{FF2B5EF4-FFF2-40B4-BE49-F238E27FC236}">
                  <a16:creationId xmlns:a16="http://schemas.microsoft.com/office/drawing/2014/main" id="{7E8F232D-B552-4D7C-890C-5CFB54D1C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959"/>
              <a:ext cx="79" cy="53"/>
            </a:xfrm>
            <a:custGeom>
              <a:avLst/>
              <a:gdLst>
                <a:gd name="T0" fmla="*/ 249 w 41"/>
                <a:gd name="T1" fmla="*/ 0 h 26"/>
                <a:gd name="T2" fmla="*/ 137 w 41"/>
                <a:gd name="T3" fmla="*/ 179 h 26"/>
                <a:gd name="T4" fmla="*/ 0 w 41"/>
                <a:gd name="T5" fmla="*/ 145 h 26"/>
                <a:gd name="T6" fmla="*/ 148 w 41"/>
                <a:gd name="T7" fmla="*/ 196 h 26"/>
                <a:gd name="T8" fmla="*/ 249 w 41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6">
                  <a:moveTo>
                    <a:pt x="35" y="0"/>
                  </a:moveTo>
                  <a:cubicBezTo>
                    <a:pt x="38" y="7"/>
                    <a:pt x="32" y="17"/>
                    <a:pt x="19" y="21"/>
                  </a:cubicBezTo>
                  <a:cubicBezTo>
                    <a:pt x="9" y="23"/>
                    <a:pt x="3" y="21"/>
                    <a:pt x="0" y="17"/>
                  </a:cubicBezTo>
                  <a:cubicBezTo>
                    <a:pt x="3" y="22"/>
                    <a:pt x="9" y="26"/>
                    <a:pt x="21" y="23"/>
                  </a:cubicBezTo>
                  <a:cubicBezTo>
                    <a:pt x="36" y="20"/>
                    <a:pt x="41" y="7"/>
                    <a:pt x="35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7" name="Freeform 2005">
              <a:extLst>
                <a:ext uri="{FF2B5EF4-FFF2-40B4-BE49-F238E27FC236}">
                  <a16:creationId xmlns:a16="http://schemas.microsoft.com/office/drawing/2014/main" id="{47EEFF68-CC14-48F4-87C4-8644F427C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951"/>
              <a:ext cx="38" cy="18"/>
            </a:xfrm>
            <a:custGeom>
              <a:avLst/>
              <a:gdLst>
                <a:gd name="T0" fmla="*/ 137 w 20"/>
                <a:gd name="T1" fmla="*/ 0 h 9"/>
                <a:gd name="T2" fmla="*/ 0 w 20"/>
                <a:gd name="T3" fmla="*/ 72 h 9"/>
                <a:gd name="T4" fmla="*/ 137 w 2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cubicBezTo>
                    <a:pt x="13" y="0"/>
                    <a:pt x="3" y="4"/>
                    <a:pt x="0" y="9"/>
                  </a:cubicBezTo>
                  <a:cubicBezTo>
                    <a:pt x="4" y="6"/>
                    <a:pt x="13" y="1"/>
                    <a:pt x="2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8" name="Freeform 2006">
              <a:extLst>
                <a:ext uri="{FF2B5EF4-FFF2-40B4-BE49-F238E27FC236}">
                  <a16:creationId xmlns:a16="http://schemas.microsoft.com/office/drawing/2014/main" id="{79155BE8-41C8-49EE-9EC5-564CAE11C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977"/>
              <a:ext cx="56" cy="42"/>
            </a:xfrm>
            <a:custGeom>
              <a:avLst/>
              <a:gdLst>
                <a:gd name="T0" fmla="*/ 0 w 29"/>
                <a:gd name="T1" fmla="*/ 149 h 20"/>
                <a:gd name="T2" fmla="*/ 209 w 29"/>
                <a:gd name="T3" fmla="*/ 0 h 20"/>
                <a:gd name="T4" fmla="*/ 0 w 29"/>
                <a:gd name="T5" fmla="*/ 1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16"/>
                  </a:moveTo>
                  <a:cubicBezTo>
                    <a:pt x="5" y="17"/>
                    <a:pt x="26" y="14"/>
                    <a:pt x="29" y="0"/>
                  </a:cubicBezTo>
                  <a:cubicBezTo>
                    <a:pt x="29" y="6"/>
                    <a:pt x="18" y="20"/>
                    <a:pt x="0" y="16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9" name="Freeform 2007">
              <a:extLst>
                <a:ext uri="{FF2B5EF4-FFF2-40B4-BE49-F238E27FC236}">
                  <a16:creationId xmlns:a16="http://schemas.microsoft.com/office/drawing/2014/main" id="{D35BE38F-662C-4AB4-9E5E-F05D76840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922"/>
              <a:ext cx="141" cy="130"/>
            </a:xfrm>
            <a:custGeom>
              <a:avLst/>
              <a:gdLst>
                <a:gd name="T0" fmla="*/ 172 w 73"/>
                <a:gd name="T1" fmla="*/ 52 h 63"/>
                <a:gd name="T2" fmla="*/ 29 w 73"/>
                <a:gd name="T3" fmla="*/ 175 h 63"/>
                <a:gd name="T4" fmla="*/ 29 w 73"/>
                <a:gd name="T5" fmla="*/ 380 h 63"/>
                <a:gd name="T6" fmla="*/ 396 w 73"/>
                <a:gd name="T7" fmla="*/ 440 h 63"/>
                <a:gd name="T8" fmla="*/ 433 w 73"/>
                <a:gd name="T9" fmla="*/ 52 h 63"/>
                <a:gd name="T10" fmla="*/ 172 w 73"/>
                <a:gd name="T11" fmla="*/ 5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3">
                  <a:moveTo>
                    <a:pt x="24" y="6"/>
                  </a:moveTo>
                  <a:cubicBezTo>
                    <a:pt x="15" y="9"/>
                    <a:pt x="8" y="12"/>
                    <a:pt x="4" y="20"/>
                  </a:cubicBezTo>
                  <a:cubicBezTo>
                    <a:pt x="1" y="27"/>
                    <a:pt x="0" y="35"/>
                    <a:pt x="4" y="43"/>
                  </a:cubicBezTo>
                  <a:cubicBezTo>
                    <a:pt x="11" y="59"/>
                    <a:pt x="37" y="63"/>
                    <a:pt x="55" y="50"/>
                  </a:cubicBezTo>
                  <a:cubicBezTo>
                    <a:pt x="73" y="36"/>
                    <a:pt x="71" y="14"/>
                    <a:pt x="60" y="6"/>
                  </a:cubicBezTo>
                  <a:cubicBezTo>
                    <a:pt x="49" y="0"/>
                    <a:pt x="42" y="1"/>
                    <a:pt x="24" y="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0" name="Freeform 2008">
              <a:extLst>
                <a:ext uri="{FF2B5EF4-FFF2-40B4-BE49-F238E27FC236}">
                  <a16:creationId xmlns:a16="http://schemas.microsoft.com/office/drawing/2014/main" id="{4ABC4E36-9BA0-4A06-B018-B4731C849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951"/>
              <a:ext cx="77" cy="61"/>
            </a:xfrm>
            <a:custGeom>
              <a:avLst/>
              <a:gdLst>
                <a:gd name="T0" fmla="*/ 216 w 40"/>
                <a:gd name="T1" fmla="*/ 0 h 30"/>
                <a:gd name="T2" fmla="*/ 277 w 40"/>
                <a:gd name="T3" fmla="*/ 92 h 30"/>
                <a:gd name="T4" fmla="*/ 164 w 40"/>
                <a:gd name="T5" fmla="*/ 228 h 30"/>
                <a:gd name="T6" fmla="*/ 29 w 40"/>
                <a:gd name="T7" fmla="*/ 203 h 30"/>
                <a:gd name="T8" fmla="*/ 8 w 40"/>
                <a:gd name="T9" fmla="*/ 108 h 30"/>
                <a:gd name="T10" fmla="*/ 8 w 40"/>
                <a:gd name="T11" fmla="*/ 108 h 30"/>
                <a:gd name="T12" fmla="*/ 29 w 40"/>
                <a:gd name="T13" fmla="*/ 211 h 30"/>
                <a:gd name="T14" fmla="*/ 164 w 40"/>
                <a:gd name="T15" fmla="*/ 236 h 30"/>
                <a:gd name="T16" fmla="*/ 285 w 40"/>
                <a:gd name="T17" fmla="*/ 92 h 30"/>
                <a:gd name="T18" fmla="*/ 216 w 40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0">
                  <a:moveTo>
                    <a:pt x="30" y="0"/>
                  </a:moveTo>
                  <a:cubicBezTo>
                    <a:pt x="36" y="2"/>
                    <a:pt x="39" y="6"/>
                    <a:pt x="39" y="11"/>
                  </a:cubicBezTo>
                  <a:cubicBezTo>
                    <a:pt x="39" y="16"/>
                    <a:pt x="34" y="24"/>
                    <a:pt x="23" y="27"/>
                  </a:cubicBezTo>
                  <a:cubicBezTo>
                    <a:pt x="12" y="30"/>
                    <a:pt x="7" y="27"/>
                    <a:pt x="4" y="24"/>
                  </a:cubicBezTo>
                  <a:cubicBezTo>
                    <a:pt x="1" y="21"/>
                    <a:pt x="0" y="16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6"/>
                    <a:pt x="1" y="21"/>
                    <a:pt x="4" y="25"/>
                  </a:cubicBezTo>
                  <a:cubicBezTo>
                    <a:pt x="7" y="27"/>
                    <a:pt x="12" y="30"/>
                    <a:pt x="23" y="28"/>
                  </a:cubicBezTo>
                  <a:cubicBezTo>
                    <a:pt x="35" y="25"/>
                    <a:pt x="40" y="17"/>
                    <a:pt x="40" y="11"/>
                  </a:cubicBezTo>
                  <a:cubicBezTo>
                    <a:pt x="40" y="5"/>
                    <a:pt x="36" y="2"/>
                    <a:pt x="3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1" name="Freeform 2009">
              <a:extLst>
                <a:ext uri="{FF2B5EF4-FFF2-40B4-BE49-F238E27FC236}">
                  <a16:creationId xmlns:a16="http://schemas.microsoft.com/office/drawing/2014/main" id="{6F5AAE3F-A0F3-493D-8970-35CEFA00B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98"/>
              <a:ext cx="143" cy="122"/>
            </a:xfrm>
            <a:custGeom>
              <a:avLst/>
              <a:gdLst>
                <a:gd name="T0" fmla="*/ 288 w 74"/>
                <a:gd name="T1" fmla="*/ 35 h 59"/>
                <a:gd name="T2" fmla="*/ 108 w 74"/>
                <a:gd name="T3" fmla="*/ 43 h 59"/>
                <a:gd name="T4" fmla="*/ 15 w 74"/>
                <a:gd name="T5" fmla="*/ 213 h 59"/>
                <a:gd name="T6" fmla="*/ 296 w 74"/>
                <a:gd name="T7" fmla="*/ 505 h 59"/>
                <a:gd name="T8" fmla="*/ 497 w 74"/>
                <a:gd name="T9" fmla="*/ 213 h 59"/>
                <a:gd name="T10" fmla="*/ 288 w 74"/>
                <a:gd name="T11" fmla="*/ 3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59">
                  <a:moveTo>
                    <a:pt x="40" y="4"/>
                  </a:moveTo>
                  <a:cubicBezTo>
                    <a:pt x="30" y="2"/>
                    <a:pt x="22" y="0"/>
                    <a:pt x="15" y="5"/>
                  </a:cubicBezTo>
                  <a:cubicBezTo>
                    <a:pt x="9" y="9"/>
                    <a:pt x="3" y="15"/>
                    <a:pt x="2" y="24"/>
                  </a:cubicBezTo>
                  <a:cubicBezTo>
                    <a:pt x="0" y="42"/>
                    <a:pt x="19" y="59"/>
                    <a:pt x="41" y="57"/>
                  </a:cubicBezTo>
                  <a:cubicBezTo>
                    <a:pt x="63" y="56"/>
                    <a:pt x="74" y="37"/>
                    <a:pt x="69" y="24"/>
                  </a:cubicBezTo>
                  <a:cubicBezTo>
                    <a:pt x="64" y="12"/>
                    <a:pt x="58" y="9"/>
                    <a:pt x="40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2" name="Freeform 2010">
              <a:extLst>
                <a:ext uri="{FF2B5EF4-FFF2-40B4-BE49-F238E27FC236}">
                  <a16:creationId xmlns:a16="http://schemas.microsoft.com/office/drawing/2014/main" id="{4907CBD7-2886-4CF1-87E8-C0B180B2E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829"/>
              <a:ext cx="118" cy="87"/>
            </a:xfrm>
            <a:custGeom>
              <a:avLst/>
              <a:gdLst>
                <a:gd name="T0" fmla="*/ 404 w 61"/>
                <a:gd name="T1" fmla="*/ 91 h 42"/>
                <a:gd name="T2" fmla="*/ 356 w 61"/>
                <a:gd name="T3" fmla="*/ 0 h 42"/>
                <a:gd name="T4" fmla="*/ 389 w 61"/>
                <a:gd name="T5" fmla="*/ 73 h 42"/>
                <a:gd name="T6" fmla="*/ 201 w 61"/>
                <a:gd name="T7" fmla="*/ 356 h 42"/>
                <a:gd name="T8" fmla="*/ 0 w 61"/>
                <a:gd name="T9" fmla="*/ 265 h 42"/>
                <a:gd name="T10" fmla="*/ 217 w 61"/>
                <a:gd name="T11" fmla="*/ 365 h 42"/>
                <a:gd name="T12" fmla="*/ 404 w 61"/>
                <a:gd name="T13" fmla="*/ 9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2">
                  <a:moveTo>
                    <a:pt x="56" y="10"/>
                  </a:moveTo>
                  <a:cubicBezTo>
                    <a:pt x="54" y="6"/>
                    <a:pt x="52" y="3"/>
                    <a:pt x="49" y="0"/>
                  </a:cubicBezTo>
                  <a:cubicBezTo>
                    <a:pt x="51" y="2"/>
                    <a:pt x="53" y="5"/>
                    <a:pt x="54" y="8"/>
                  </a:cubicBezTo>
                  <a:cubicBezTo>
                    <a:pt x="59" y="20"/>
                    <a:pt x="49" y="38"/>
                    <a:pt x="28" y="40"/>
                  </a:cubicBezTo>
                  <a:cubicBezTo>
                    <a:pt x="17" y="40"/>
                    <a:pt x="7" y="36"/>
                    <a:pt x="0" y="30"/>
                  </a:cubicBezTo>
                  <a:cubicBezTo>
                    <a:pt x="7" y="37"/>
                    <a:pt x="18" y="42"/>
                    <a:pt x="30" y="41"/>
                  </a:cubicBezTo>
                  <a:cubicBezTo>
                    <a:pt x="51" y="40"/>
                    <a:pt x="61" y="22"/>
                    <a:pt x="56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3" name="Freeform 2011">
              <a:extLst>
                <a:ext uri="{FF2B5EF4-FFF2-40B4-BE49-F238E27FC236}">
                  <a16:creationId xmlns:a16="http://schemas.microsoft.com/office/drawing/2014/main" id="{77DCD903-3FF4-4DAB-BF2F-1C2444EBB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802"/>
              <a:ext cx="114" cy="93"/>
            </a:xfrm>
            <a:custGeom>
              <a:avLst/>
              <a:gdLst>
                <a:gd name="T0" fmla="*/ 23 w 59"/>
                <a:gd name="T1" fmla="*/ 205 h 45"/>
                <a:gd name="T2" fmla="*/ 116 w 59"/>
                <a:gd name="T3" fmla="*/ 52 h 45"/>
                <a:gd name="T4" fmla="*/ 280 w 59"/>
                <a:gd name="T5" fmla="*/ 43 h 45"/>
                <a:gd name="T6" fmla="*/ 425 w 59"/>
                <a:gd name="T7" fmla="*/ 116 h 45"/>
                <a:gd name="T8" fmla="*/ 265 w 59"/>
                <a:gd name="T9" fmla="*/ 25 h 45"/>
                <a:gd name="T10" fmla="*/ 100 w 59"/>
                <a:gd name="T11" fmla="*/ 35 h 45"/>
                <a:gd name="T12" fmla="*/ 15 w 59"/>
                <a:gd name="T13" fmla="*/ 184 h 45"/>
                <a:gd name="T14" fmla="*/ 85 w 59"/>
                <a:gd name="T15" fmla="*/ 397 h 45"/>
                <a:gd name="T16" fmla="*/ 23 w 59"/>
                <a:gd name="T17" fmla="*/ 205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5">
                  <a:moveTo>
                    <a:pt x="3" y="23"/>
                  </a:moveTo>
                  <a:cubicBezTo>
                    <a:pt x="5" y="15"/>
                    <a:pt x="10" y="10"/>
                    <a:pt x="16" y="6"/>
                  </a:cubicBezTo>
                  <a:cubicBezTo>
                    <a:pt x="23" y="1"/>
                    <a:pt x="30" y="3"/>
                    <a:pt x="39" y="5"/>
                  </a:cubicBezTo>
                  <a:cubicBezTo>
                    <a:pt x="49" y="8"/>
                    <a:pt x="55" y="10"/>
                    <a:pt x="59" y="13"/>
                  </a:cubicBezTo>
                  <a:cubicBezTo>
                    <a:pt x="55" y="9"/>
                    <a:pt x="48" y="7"/>
                    <a:pt x="37" y="3"/>
                  </a:cubicBezTo>
                  <a:cubicBezTo>
                    <a:pt x="28" y="1"/>
                    <a:pt x="21" y="0"/>
                    <a:pt x="14" y="4"/>
                  </a:cubicBezTo>
                  <a:cubicBezTo>
                    <a:pt x="8" y="8"/>
                    <a:pt x="3" y="14"/>
                    <a:pt x="2" y="21"/>
                  </a:cubicBezTo>
                  <a:cubicBezTo>
                    <a:pt x="0" y="30"/>
                    <a:pt x="5" y="39"/>
                    <a:pt x="12" y="45"/>
                  </a:cubicBezTo>
                  <a:cubicBezTo>
                    <a:pt x="6" y="39"/>
                    <a:pt x="2" y="31"/>
                    <a:pt x="3" y="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4" name="Freeform 2012">
              <a:extLst>
                <a:ext uri="{FF2B5EF4-FFF2-40B4-BE49-F238E27FC236}">
                  <a16:creationId xmlns:a16="http://schemas.microsoft.com/office/drawing/2014/main" id="{9BDDCACB-F7B8-4795-9E8C-899681242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821"/>
              <a:ext cx="95" cy="74"/>
            </a:xfrm>
            <a:custGeom>
              <a:avLst/>
              <a:gdLst>
                <a:gd name="T0" fmla="*/ 277 w 49"/>
                <a:gd name="T1" fmla="*/ 97 h 36"/>
                <a:gd name="T2" fmla="*/ 132 w 49"/>
                <a:gd name="T3" fmla="*/ 253 h 36"/>
                <a:gd name="T4" fmla="*/ 52 w 49"/>
                <a:gd name="T5" fmla="*/ 51 h 36"/>
                <a:gd name="T6" fmla="*/ 277 w 49"/>
                <a:gd name="T7" fmla="*/ 97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6">
                  <a:moveTo>
                    <a:pt x="38" y="11"/>
                  </a:moveTo>
                  <a:cubicBezTo>
                    <a:pt x="49" y="22"/>
                    <a:pt x="36" y="36"/>
                    <a:pt x="18" y="29"/>
                  </a:cubicBezTo>
                  <a:cubicBezTo>
                    <a:pt x="0" y="23"/>
                    <a:pt x="2" y="10"/>
                    <a:pt x="7" y="6"/>
                  </a:cubicBezTo>
                  <a:cubicBezTo>
                    <a:pt x="14" y="0"/>
                    <a:pt x="31" y="4"/>
                    <a:pt x="38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5" name="Freeform 2013">
              <a:extLst>
                <a:ext uri="{FF2B5EF4-FFF2-40B4-BE49-F238E27FC236}">
                  <a16:creationId xmlns:a16="http://schemas.microsoft.com/office/drawing/2014/main" id="{0C0C9C3D-B4E0-436B-92C5-6CBDD64DE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847"/>
              <a:ext cx="79" cy="44"/>
            </a:xfrm>
            <a:custGeom>
              <a:avLst/>
              <a:gdLst>
                <a:gd name="T0" fmla="*/ 279 w 41"/>
                <a:gd name="T1" fmla="*/ 44 h 21"/>
                <a:gd name="T2" fmla="*/ 108 w 41"/>
                <a:gd name="T3" fmla="*/ 119 h 21"/>
                <a:gd name="T4" fmla="*/ 8 w 41"/>
                <a:gd name="T5" fmla="*/ 0 h 21"/>
                <a:gd name="T6" fmla="*/ 108 w 41"/>
                <a:gd name="T7" fmla="*/ 149 h 21"/>
                <a:gd name="T8" fmla="*/ 279 w 41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1">
                  <a:moveTo>
                    <a:pt x="39" y="5"/>
                  </a:moveTo>
                  <a:cubicBezTo>
                    <a:pt x="38" y="13"/>
                    <a:pt x="28" y="18"/>
                    <a:pt x="15" y="13"/>
                  </a:cubicBezTo>
                  <a:cubicBezTo>
                    <a:pt x="5" y="10"/>
                    <a:pt x="1" y="5"/>
                    <a:pt x="1" y="0"/>
                  </a:cubicBezTo>
                  <a:cubicBezTo>
                    <a:pt x="0" y="6"/>
                    <a:pt x="3" y="12"/>
                    <a:pt x="15" y="16"/>
                  </a:cubicBezTo>
                  <a:cubicBezTo>
                    <a:pt x="29" y="21"/>
                    <a:pt x="41" y="14"/>
                    <a:pt x="39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6" name="Freeform 2014">
              <a:extLst>
                <a:ext uri="{FF2B5EF4-FFF2-40B4-BE49-F238E27FC236}">
                  <a16:creationId xmlns:a16="http://schemas.microsoft.com/office/drawing/2014/main" id="{0882A6AF-D0A7-494D-AEAE-5389CB22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25"/>
              <a:ext cx="43" cy="10"/>
            </a:xfrm>
            <a:custGeom>
              <a:avLst/>
              <a:gdLst>
                <a:gd name="T0" fmla="*/ 164 w 22"/>
                <a:gd name="T1" fmla="*/ 40 h 5"/>
                <a:gd name="T2" fmla="*/ 0 w 22"/>
                <a:gd name="T3" fmla="*/ 16 h 5"/>
                <a:gd name="T4" fmla="*/ 164 w 22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">
                  <a:moveTo>
                    <a:pt x="22" y="5"/>
                  </a:moveTo>
                  <a:cubicBezTo>
                    <a:pt x="16" y="1"/>
                    <a:pt x="5" y="0"/>
                    <a:pt x="0" y="2"/>
                  </a:cubicBezTo>
                  <a:cubicBezTo>
                    <a:pt x="5" y="2"/>
                    <a:pt x="15" y="2"/>
                    <a:pt x="22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7" name="Freeform 2015">
              <a:extLst>
                <a:ext uri="{FF2B5EF4-FFF2-40B4-BE49-F238E27FC236}">
                  <a16:creationId xmlns:a16="http://schemas.microsoft.com/office/drawing/2014/main" id="{E40D34CE-7CC4-4EFF-8C02-3CA105432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870"/>
              <a:ext cx="63" cy="27"/>
            </a:xfrm>
            <a:custGeom>
              <a:avLst/>
              <a:gdLst>
                <a:gd name="T0" fmla="*/ 0 w 33"/>
                <a:gd name="T1" fmla="*/ 0 h 13"/>
                <a:gd name="T2" fmla="*/ 229 w 33"/>
                <a:gd name="T3" fmla="*/ 25 h 13"/>
                <a:gd name="T4" fmla="*/ 0 w 3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0"/>
                  </a:moveTo>
                  <a:cubicBezTo>
                    <a:pt x="4" y="4"/>
                    <a:pt x="22" y="13"/>
                    <a:pt x="33" y="3"/>
                  </a:cubicBezTo>
                  <a:cubicBezTo>
                    <a:pt x="29" y="8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8" name="Freeform 2016">
              <a:extLst>
                <a:ext uri="{FF2B5EF4-FFF2-40B4-BE49-F238E27FC236}">
                  <a16:creationId xmlns:a16="http://schemas.microsoft.com/office/drawing/2014/main" id="{CEAFD1A8-DF85-4C74-AD32-D7F767EA8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98"/>
              <a:ext cx="143" cy="122"/>
            </a:xfrm>
            <a:custGeom>
              <a:avLst/>
              <a:gdLst>
                <a:gd name="T0" fmla="*/ 288 w 74"/>
                <a:gd name="T1" fmla="*/ 35 h 59"/>
                <a:gd name="T2" fmla="*/ 108 w 74"/>
                <a:gd name="T3" fmla="*/ 43 h 59"/>
                <a:gd name="T4" fmla="*/ 15 w 74"/>
                <a:gd name="T5" fmla="*/ 213 h 59"/>
                <a:gd name="T6" fmla="*/ 296 w 74"/>
                <a:gd name="T7" fmla="*/ 505 h 59"/>
                <a:gd name="T8" fmla="*/ 497 w 74"/>
                <a:gd name="T9" fmla="*/ 213 h 59"/>
                <a:gd name="T10" fmla="*/ 288 w 74"/>
                <a:gd name="T11" fmla="*/ 3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59">
                  <a:moveTo>
                    <a:pt x="40" y="4"/>
                  </a:moveTo>
                  <a:cubicBezTo>
                    <a:pt x="30" y="2"/>
                    <a:pt x="22" y="0"/>
                    <a:pt x="15" y="5"/>
                  </a:cubicBezTo>
                  <a:cubicBezTo>
                    <a:pt x="9" y="9"/>
                    <a:pt x="3" y="15"/>
                    <a:pt x="2" y="24"/>
                  </a:cubicBezTo>
                  <a:cubicBezTo>
                    <a:pt x="0" y="42"/>
                    <a:pt x="19" y="59"/>
                    <a:pt x="41" y="57"/>
                  </a:cubicBezTo>
                  <a:cubicBezTo>
                    <a:pt x="63" y="56"/>
                    <a:pt x="74" y="37"/>
                    <a:pt x="69" y="24"/>
                  </a:cubicBezTo>
                  <a:cubicBezTo>
                    <a:pt x="64" y="12"/>
                    <a:pt x="58" y="9"/>
                    <a:pt x="40" y="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9" name="Freeform 2017">
              <a:extLst>
                <a:ext uri="{FF2B5EF4-FFF2-40B4-BE49-F238E27FC236}">
                  <a16:creationId xmlns:a16="http://schemas.microsoft.com/office/drawing/2014/main" id="{5FC7E704-612C-41C0-B973-A10E16D58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833"/>
              <a:ext cx="79" cy="58"/>
            </a:xfrm>
            <a:custGeom>
              <a:avLst/>
              <a:gdLst>
                <a:gd name="T0" fmla="*/ 249 w 41"/>
                <a:gd name="T1" fmla="*/ 44 h 28"/>
                <a:gd name="T2" fmla="*/ 272 w 41"/>
                <a:gd name="T3" fmla="*/ 168 h 28"/>
                <a:gd name="T4" fmla="*/ 108 w 41"/>
                <a:gd name="T5" fmla="*/ 205 h 28"/>
                <a:gd name="T6" fmla="*/ 8 w 41"/>
                <a:gd name="T7" fmla="*/ 99 h 28"/>
                <a:gd name="T8" fmla="*/ 29 w 41"/>
                <a:gd name="T9" fmla="*/ 0 h 28"/>
                <a:gd name="T10" fmla="*/ 29 w 41"/>
                <a:gd name="T11" fmla="*/ 0 h 28"/>
                <a:gd name="T12" fmla="*/ 8 w 41"/>
                <a:gd name="T13" fmla="*/ 99 h 28"/>
                <a:gd name="T14" fmla="*/ 108 w 41"/>
                <a:gd name="T15" fmla="*/ 215 h 28"/>
                <a:gd name="T16" fmla="*/ 272 w 41"/>
                <a:gd name="T17" fmla="*/ 168 h 28"/>
                <a:gd name="T18" fmla="*/ 249 w 41"/>
                <a:gd name="T19" fmla="*/ 44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8">
                  <a:moveTo>
                    <a:pt x="35" y="5"/>
                  </a:moveTo>
                  <a:cubicBezTo>
                    <a:pt x="40" y="9"/>
                    <a:pt x="40" y="14"/>
                    <a:pt x="38" y="19"/>
                  </a:cubicBezTo>
                  <a:cubicBezTo>
                    <a:pt x="34" y="23"/>
                    <a:pt x="26" y="27"/>
                    <a:pt x="15" y="23"/>
                  </a:cubicBezTo>
                  <a:cubicBezTo>
                    <a:pt x="5" y="20"/>
                    <a:pt x="2" y="15"/>
                    <a:pt x="1" y="11"/>
                  </a:cubicBezTo>
                  <a:cubicBezTo>
                    <a:pt x="0" y="6"/>
                    <a:pt x="2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0" y="6"/>
                    <a:pt x="1" y="11"/>
                  </a:cubicBezTo>
                  <a:cubicBezTo>
                    <a:pt x="1" y="15"/>
                    <a:pt x="4" y="20"/>
                    <a:pt x="15" y="24"/>
                  </a:cubicBezTo>
                  <a:cubicBezTo>
                    <a:pt x="26" y="28"/>
                    <a:pt x="35" y="24"/>
                    <a:pt x="38" y="19"/>
                  </a:cubicBezTo>
                  <a:cubicBezTo>
                    <a:pt x="41" y="14"/>
                    <a:pt x="40" y="9"/>
                    <a:pt x="35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0" name="Freeform 2018">
              <a:extLst>
                <a:ext uri="{FF2B5EF4-FFF2-40B4-BE49-F238E27FC236}">
                  <a16:creationId xmlns:a16="http://schemas.microsoft.com/office/drawing/2014/main" id="{EEAE7B3F-FC0A-4C41-A19B-B2F200D44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058"/>
              <a:ext cx="122" cy="78"/>
            </a:xfrm>
            <a:custGeom>
              <a:avLst/>
              <a:gdLst>
                <a:gd name="T0" fmla="*/ 72 w 63"/>
                <a:gd name="T1" fmla="*/ 197 h 38"/>
                <a:gd name="T2" fmla="*/ 79 w 63"/>
                <a:gd name="T3" fmla="*/ 148 h 38"/>
                <a:gd name="T4" fmla="*/ 79 w 63"/>
                <a:gd name="T5" fmla="*/ 88 h 38"/>
                <a:gd name="T6" fmla="*/ 124 w 63"/>
                <a:gd name="T7" fmla="*/ 96 h 38"/>
                <a:gd name="T8" fmla="*/ 153 w 63"/>
                <a:gd name="T9" fmla="*/ 25 h 38"/>
                <a:gd name="T10" fmla="*/ 209 w 63"/>
                <a:gd name="T11" fmla="*/ 25 h 38"/>
                <a:gd name="T12" fmla="*/ 277 w 63"/>
                <a:gd name="T13" fmla="*/ 0 h 38"/>
                <a:gd name="T14" fmla="*/ 333 w 63"/>
                <a:gd name="T15" fmla="*/ 33 h 38"/>
                <a:gd name="T16" fmla="*/ 401 w 63"/>
                <a:gd name="T17" fmla="*/ 60 h 38"/>
                <a:gd name="T18" fmla="*/ 401 w 63"/>
                <a:gd name="T19" fmla="*/ 164 h 38"/>
                <a:gd name="T20" fmla="*/ 443 w 63"/>
                <a:gd name="T21" fmla="*/ 197 h 38"/>
                <a:gd name="T22" fmla="*/ 420 w 63"/>
                <a:gd name="T23" fmla="*/ 261 h 38"/>
                <a:gd name="T24" fmla="*/ 364 w 63"/>
                <a:gd name="T25" fmla="*/ 269 h 38"/>
                <a:gd name="T26" fmla="*/ 312 w 63"/>
                <a:gd name="T27" fmla="*/ 252 h 38"/>
                <a:gd name="T28" fmla="*/ 325 w 63"/>
                <a:gd name="T29" fmla="*/ 304 h 38"/>
                <a:gd name="T30" fmla="*/ 240 w 63"/>
                <a:gd name="T31" fmla="*/ 320 h 38"/>
                <a:gd name="T32" fmla="*/ 209 w 63"/>
                <a:gd name="T33" fmla="*/ 287 h 38"/>
                <a:gd name="T34" fmla="*/ 168 w 63"/>
                <a:gd name="T35" fmla="*/ 296 h 38"/>
                <a:gd name="T36" fmla="*/ 116 w 63"/>
                <a:gd name="T37" fmla="*/ 296 h 38"/>
                <a:gd name="T38" fmla="*/ 72 w 63"/>
                <a:gd name="T39" fmla="*/ 312 h 38"/>
                <a:gd name="T40" fmla="*/ 56 w 63"/>
                <a:gd name="T41" fmla="*/ 252 h 38"/>
                <a:gd name="T42" fmla="*/ 87 w 63"/>
                <a:gd name="T43" fmla="*/ 232 h 38"/>
                <a:gd name="T44" fmla="*/ 72 w 63"/>
                <a:gd name="T45" fmla="*/ 197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3" h="38">
                  <a:moveTo>
                    <a:pt x="10" y="23"/>
                  </a:moveTo>
                  <a:cubicBezTo>
                    <a:pt x="10" y="20"/>
                    <a:pt x="11" y="21"/>
                    <a:pt x="11" y="17"/>
                  </a:cubicBezTo>
                  <a:cubicBezTo>
                    <a:pt x="10" y="16"/>
                    <a:pt x="10" y="11"/>
                    <a:pt x="11" y="10"/>
                  </a:cubicBezTo>
                  <a:cubicBezTo>
                    <a:pt x="14" y="7"/>
                    <a:pt x="14" y="14"/>
                    <a:pt x="17" y="11"/>
                  </a:cubicBezTo>
                  <a:cubicBezTo>
                    <a:pt x="19" y="8"/>
                    <a:pt x="16" y="5"/>
                    <a:pt x="21" y="3"/>
                  </a:cubicBezTo>
                  <a:cubicBezTo>
                    <a:pt x="23" y="2"/>
                    <a:pt x="27" y="3"/>
                    <a:pt x="29" y="3"/>
                  </a:cubicBezTo>
                  <a:cubicBezTo>
                    <a:pt x="32" y="2"/>
                    <a:pt x="35" y="0"/>
                    <a:pt x="38" y="0"/>
                  </a:cubicBezTo>
                  <a:cubicBezTo>
                    <a:pt x="42" y="0"/>
                    <a:pt x="43" y="3"/>
                    <a:pt x="46" y="4"/>
                  </a:cubicBezTo>
                  <a:cubicBezTo>
                    <a:pt x="49" y="6"/>
                    <a:pt x="53" y="5"/>
                    <a:pt x="55" y="7"/>
                  </a:cubicBezTo>
                  <a:cubicBezTo>
                    <a:pt x="63" y="12"/>
                    <a:pt x="49" y="15"/>
                    <a:pt x="55" y="19"/>
                  </a:cubicBezTo>
                  <a:cubicBezTo>
                    <a:pt x="57" y="21"/>
                    <a:pt x="60" y="20"/>
                    <a:pt x="61" y="23"/>
                  </a:cubicBezTo>
                  <a:cubicBezTo>
                    <a:pt x="62" y="25"/>
                    <a:pt x="60" y="29"/>
                    <a:pt x="58" y="30"/>
                  </a:cubicBezTo>
                  <a:cubicBezTo>
                    <a:pt x="56" y="31"/>
                    <a:pt x="54" y="32"/>
                    <a:pt x="50" y="31"/>
                  </a:cubicBezTo>
                  <a:cubicBezTo>
                    <a:pt x="48" y="31"/>
                    <a:pt x="44" y="27"/>
                    <a:pt x="43" y="29"/>
                  </a:cubicBezTo>
                  <a:cubicBezTo>
                    <a:pt x="41" y="31"/>
                    <a:pt x="46" y="33"/>
                    <a:pt x="45" y="35"/>
                  </a:cubicBezTo>
                  <a:cubicBezTo>
                    <a:pt x="43" y="38"/>
                    <a:pt x="36" y="38"/>
                    <a:pt x="33" y="37"/>
                  </a:cubicBezTo>
                  <a:cubicBezTo>
                    <a:pt x="32" y="36"/>
                    <a:pt x="31" y="33"/>
                    <a:pt x="29" y="33"/>
                  </a:cubicBezTo>
                  <a:cubicBezTo>
                    <a:pt x="26" y="32"/>
                    <a:pt x="25" y="34"/>
                    <a:pt x="23" y="34"/>
                  </a:cubicBezTo>
                  <a:cubicBezTo>
                    <a:pt x="20" y="34"/>
                    <a:pt x="19" y="33"/>
                    <a:pt x="16" y="34"/>
                  </a:cubicBezTo>
                  <a:cubicBezTo>
                    <a:pt x="14" y="35"/>
                    <a:pt x="14" y="37"/>
                    <a:pt x="10" y="36"/>
                  </a:cubicBezTo>
                  <a:cubicBezTo>
                    <a:pt x="5" y="35"/>
                    <a:pt x="0" y="30"/>
                    <a:pt x="8" y="29"/>
                  </a:cubicBezTo>
                  <a:cubicBezTo>
                    <a:pt x="10" y="29"/>
                    <a:pt x="11" y="30"/>
                    <a:pt x="12" y="27"/>
                  </a:cubicBezTo>
                  <a:cubicBezTo>
                    <a:pt x="12" y="25"/>
                    <a:pt x="10" y="26"/>
                    <a:pt x="10" y="23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1" name="Freeform 2019">
              <a:extLst>
                <a:ext uri="{FF2B5EF4-FFF2-40B4-BE49-F238E27FC236}">
                  <a16:creationId xmlns:a16="http://schemas.microsoft.com/office/drawing/2014/main" id="{D58A2781-5BD2-4885-B05C-AA7C33B38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3116"/>
              <a:ext cx="49" cy="18"/>
            </a:xfrm>
            <a:custGeom>
              <a:avLst/>
              <a:gdLst>
                <a:gd name="T0" fmla="*/ 84 w 25"/>
                <a:gd name="T1" fmla="*/ 24 h 9"/>
                <a:gd name="T2" fmla="*/ 157 w 25"/>
                <a:gd name="T3" fmla="*/ 64 h 9"/>
                <a:gd name="T4" fmla="*/ 180 w 25"/>
                <a:gd name="T5" fmla="*/ 48 h 9"/>
                <a:gd name="T6" fmla="*/ 172 w 25"/>
                <a:gd name="T7" fmla="*/ 16 h 9"/>
                <a:gd name="T8" fmla="*/ 157 w 25"/>
                <a:gd name="T9" fmla="*/ 40 h 9"/>
                <a:gd name="T10" fmla="*/ 112 w 25"/>
                <a:gd name="T11" fmla="*/ 16 h 9"/>
                <a:gd name="T12" fmla="*/ 53 w 25"/>
                <a:gd name="T13" fmla="*/ 8 h 9"/>
                <a:gd name="T14" fmla="*/ 0 w 25"/>
                <a:gd name="T15" fmla="*/ 0 h 9"/>
                <a:gd name="T16" fmla="*/ 47 w 25"/>
                <a:gd name="T17" fmla="*/ 24 h 9"/>
                <a:gd name="T18" fmla="*/ 76 w 25"/>
                <a:gd name="T19" fmla="*/ 24 h 9"/>
                <a:gd name="T20" fmla="*/ 92 w 25"/>
                <a:gd name="T21" fmla="*/ 32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9">
                  <a:moveTo>
                    <a:pt x="11" y="3"/>
                  </a:moveTo>
                  <a:cubicBezTo>
                    <a:pt x="14" y="6"/>
                    <a:pt x="16" y="9"/>
                    <a:pt x="21" y="8"/>
                  </a:cubicBezTo>
                  <a:cubicBezTo>
                    <a:pt x="22" y="8"/>
                    <a:pt x="24" y="8"/>
                    <a:pt x="24" y="6"/>
                  </a:cubicBezTo>
                  <a:cubicBezTo>
                    <a:pt x="25" y="5"/>
                    <a:pt x="23" y="3"/>
                    <a:pt x="23" y="2"/>
                  </a:cubicBezTo>
                  <a:cubicBezTo>
                    <a:pt x="22" y="2"/>
                    <a:pt x="22" y="5"/>
                    <a:pt x="21" y="5"/>
                  </a:cubicBezTo>
                  <a:cubicBezTo>
                    <a:pt x="19" y="7"/>
                    <a:pt x="17" y="3"/>
                    <a:pt x="15" y="2"/>
                  </a:cubicBezTo>
                  <a:cubicBezTo>
                    <a:pt x="13" y="1"/>
                    <a:pt x="10" y="1"/>
                    <a:pt x="7" y="1"/>
                  </a:cubicBezTo>
                  <a:cubicBezTo>
                    <a:pt x="5" y="1"/>
                    <a:pt x="2" y="0"/>
                    <a:pt x="0" y="0"/>
                  </a:cubicBezTo>
                  <a:cubicBezTo>
                    <a:pt x="1" y="2"/>
                    <a:pt x="4" y="2"/>
                    <a:pt x="6" y="3"/>
                  </a:cubicBezTo>
                  <a:cubicBezTo>
                    <a:pt x="7" y="3"/>
                    <a:pt x="9" y="2"/>
                    <a:pt x="10" y="3"/>
                  </a:cubicBezTo>
                  <a:cubicBezTo>
                    <a:pt x="11" y="3"/>
                    <a:pt x="11" y="4"/>
                    <a:pt x="12" y="4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2" name="Freeform 2020">
              <a:extLst>
                <a:ext uri="{FF2B5EF4-FFF2-40B4-BE49-F238E27FC236}">
                  <a16:creationId xmlns:a16="http://schemas.microsoft.com/office/drawing/2014/main" id="{1694D387-22D3-4094-A9C6-9C45CB225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116"/>
              <a:ext cx="41" cy="14"/>
            </a:xfrm>
            <a:custGeom>
              <a:avLst/>
              <a:gdLst>
                <a:gd name="T0" fmla="*/ 0 w 21"/>
                <a:gd name="T1" fmla="*/ 32 h 7"/>
                <a:gd name="T2" fmla="*/ 76 w 21"/>
                <a:gd name="T3" fmla="*/ 40 h 7"/>
                <a:gd name="T4" fmla="*/ 111 w 21"/>
                <a:gd name="T5" fmla="*/ 32 h 7"/>
                <a:gd name="T6" fmla="*/ 156 w 21"/>
                <a:gd name="T7" fmla="*/ 24 h 7"/>
                <a:gd name="T8" fmla="*/ 119 w 21"/>
                <a:gd name="T9" fmla="*/ 24 h 7"/>
                <a:gd name="T10" fmla="*/ 88 w 21"/>
                <a:gd name="T11" fmla="*/ 0 h 7"/>
                <a:gd name="T12" fmla="*/ 61 w 21"/>
                <a:gd name="T13" fmla="*/ 32 h 7"/>
                <a:gd name="T14" fmla="*/ 16 w 21"/>
                <a:gd name="T15" fmla="*/ 32 h 7"/>
                <a:gd name="T16" fmla="*/ 0 w 21"/>
                <a:gd name="T17" fmla="*/ 3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2" y="7"/>
                    <a:pt x="7" y="7"/>
                    <a:pt x="10" y="5"/>
                  </a:cubicBezTo>
                  <a:cubicBezTo>
                    <a:pt x="12" y="4"/>
                    <a:pt x="13" y="4"/>
                    <a:pt x="15" y="4"/>
                  </a:cubicBezTo>
                  <a:cubicBezTo>
                    <a:pt x="17" y="5"/>
                    <a:pt x="19" y="4"/>
                    <a:pt x="21" y="3"/>
                  </a:cubicBezTo>
                  <a:cubicBezTo>
                    <a:pt x="20" y="4"/>
                    <a:pt x="17" y="3"/>
                    <a:pt x="16" y="3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2" y="2"/>
                    <a:pt x="9" y="3"/>
                    <a:pt x="8" y="4"/>
                  </a:cubicBezTo>
                  <a:cubicBezTo>
                    <a:pt x="6" y="4"/>
                    <a:pt x="4" y="4"/>
                    <a:pt x="2" y="4"/>
                  </a:cubicBezTo>
                  <a:cubicBezTo>
                    <a:pt x="2" y="3"/>
                    <a:pt x="1" y="3"/>
                    <a:pt x="0" y="4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3" name="Freeform 2021">
              <a:extLst>
                <a:ext uri="{FF2B5EF4-FFF2-40B4-BE49-F238E27FC236}">
                  <a16:creationId xmlns:a16="http://schemas.microsoft.com/office/drawing/2014/main" id="{DA129AC7-CC2E-4C3E-9005-F593FC79E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105"/>
              <a:ext cx="42" cy="17"/>
            </a:xfrm>
            <a:custGeom>
              <a:avLst/>
              <a:gdLst>
                <a:gd name="T0" fmla="*/ 48 w 22"/>
                <a:gd name="T1" fmla="*/ 49 h 8"/>
                <a:gd name="T2" fmla="*/ 116 w 22"/>
                <a:gd name="T3" fmla="*/ 68 h 8"/>
                <a:gd name="T4" fmla="*/ 139 w 22"/>
                <a:gd name="T5" fmla="*/ 0 h 8"/>
                <a:gd name="T6" fmla="*/ 116 w 22"/>
                <a:gd name="T7" fmla="*/ 49 h 8"/>
                <a:gd name="T8" fmla="*/ 69 w 22"/>
                <a:gd name="T9" fmla="*/ 28 h 8"/>
                <a:gd name="T10" fmla="*/ 21 w 22"/>
                <a:gd name="T11" fmla="*/ 28 h 8"/>
                <a:gd name="T12" fmla="*/ 8 w 22"/>
                <a:gd name="T13" fmla="*/ 77 h 8"/>
                <a:gd name="T14" fmla="*/ 48 w 22"/>
                <a:gd name="T15" fmla="*/ 49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8">
                  <a:moveTo>
                    <a:pt x="7" y="5"/>
                  </a:moveTo>
                  <a:cubicBezTo>
                    <a:pt x="10" y="7"/>
                    <a:pt x="14" y="8"/>
                    <a:pt x="17" y="7"/>
                  </a:cubicBezTo>
                  <a:cubicBezTo>
                    <a:pt x="20" y="6"/>
                    <a:pt x="22" y="3"/>
                    <a:pt x="20" y="0"/>
                  </a:cubicBezTo>
                  <a:cubicBezTo>
                    <a:pt x="20" y="2"/>
                    <a:pt x="19" y="4"/>
                    <a:pt x="17" y="5"/>
                  </a:cubicBezTo>
                  <a:cubicBezTo>
                    <a:pt x="15" y="5"/>
                    <a:pt x="12" y="3"/>
                    <a:pt x="10" y="3"/>
                  </a:cubicBezTo>
                  <a:cubicBezTo>
                    <a:pt x="8" y="2"/>
                    <a:pt x="5" y="1"/>
                    <a:pt x="3" y="3"/>
                  </a:cubicBezTo>
                  <a:cubicBezTo>
                    <a:pt x="1" y="3"/>
                    <a:pt x="0" y="6"/>
                    <a:pt x="1" y="8"/>
                  </a:cubicBezTo>
                  <a:cubicBezTo>
                    <a:pt x="1" y="5"/>
                    <a:pt x="5" y="4"/>
                    <a:pt x="7" y="5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4" name="Freeform 2022">
              <a:extLst>
                <a:ext uri="{FF2B5EF4-FFF2-40B4-BE49-F238E27FC236}">
                  <a16:creationId xmlns:a16="http://schemas.microsoft.com/office/drawing/2014/main" id="{C440743B-20C4-4EE1-9926-E9226E3EA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068"/>
              <a:ext cx="25" cy="25"/>
            </a:xfrm>
            <a:custGeom>
              <a:avLst/>
              <a:gdLst>
                <a:gd name="T0" fmla="*/ 44 w 13"/>
                <a:gd name="T1" fmla="*/ 8 h 12"/>
                <a:gd name="T2" fmla="*/ 85 w 13"/>
                <a:gd name="T3" fmla="*/ 56 h 12"/>
                <a:gd name="T4" fmla="*/ 56 w 13"/>
                <a:gd name="T5" fmla="*/ 108 h 12"/>
                <a:gd name="T6" fmla="*/ 37 w 13"/>
                <a:gd name="T7" fmla="*/ 83 h 12"/>
                <a:gd name="T8" fmla="*/ 48 w 13"/>
                <a:gd name="T9" fmla="*/ 65 h 12"/>
                <a:gd name="T10" fmla="*/ 29 w 13"/>
                <a:gd name="T11" fmla="*/ 17 h 12"/>
                <a:gd name="T12" fmla="*/ 0 w 13"/>
                <a:gd name="T13" fmla="*/ 0 h 12"/>
                <a:gd name="T14" fmla="*/ 48 w 13"/>
                <a:gd name="T15" fmla="*/ 1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2">
                  <a:moveTo>
                    <a:pt x="6" y="1"/>
                  </a:moveTo>
                  <a:cubicBezTo>
                    <a:pt x="8" y="2"/>
                    <a:pt x="13" y="3"/>
                    <a:pt x="12" y="6"/>
                  </a:cubicBezTo>
                  <a:cubicBezTo>
                    <a:pt x="11" y="9"/>
                    <a:pt x="7" y="9"/>
                    <a:pt x="8" y="12"/>
                  </a:cubicBezTo>
                  <a:cubicBezTo>
                    <a:pt x="7" y="12"/>
                    <a:pt x="5" y="10"/>
                    <a:pt x="5" y="9"/>
                  </a:cubicBezTo>
                  <a:cubicBezTo>
                    <a:pt x="4" y="7"/>
                    <a:pt x="6" y="8"/>
                    <a:pt x="7" y="7"/>
                  </a:cubicBezTo>
                  <a:cubicBezTo>
                    <a:pt x="9" y="5"/>
                    <a:pt x="6" y="3"/>
                    <a:pt x="4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2"/>
                    <a:pt x="5" y="1"/>
                    <a:pt x="7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5" name="Freeform 2023">
              <a:extLst>
                <a:ext uri="{FF2B5EF4-FFF2-40B4-BE49-F238E27FC236}">
                  <a16:creationId xmlns:a16="http://schemas.microsoft.com/office/drawing/2014/main" id="{7C468BA9-4FE2-452C-8B33-46B9AC3D4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3070"/>
              <a:ext cx="27" cy="25"/>
            </a:xfrm>
            <a:custGeom>
              <a:avLst/>
              <a:gdLst>
                <a:gd name="T0" fmla="*/ 29 w 14"/>
                <a:gd name="T1" fmla="*/ 73 h 12"/>
                <a:gd name="T2" fmla="*/ 93 w 14"/>
                <a:gd name="T3" fmla="*/ 0 h 12"/>
                <a:gd name="T4" fmla="*/ 64 w 14"/>
                <a:gd name="T5" fmla="*/ 92 h 12"/>
                <a:gd name="T6" fmla="*/ 0 w 14"/>
                <a:gd name="T7" fmla="*/ 7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4" y="8"/>
                  </a:moveTo>
                  <a:cubicBezTo>
                    <a:pt x="7" y="9"/>
                    <a:pt x="13" y="3"/>
                    <a:pt x="13" y="0"/>
                  </a:cubicBezTo>
                  <a:cubicBezTo>
                    <a:pt x="14" y="4"/>
                    <a:pt x="13" y="8"/>
                    <a:pt x="9" y="10"/>
                  </a:cubicBezTo>
                  <a:cubicBezTo>
                    <a:pt x="6" y="12"/>
                    <a:pt x="4" y="9"/>
                    <a:pt x="0" y="8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6" name="Freeform 2024">
              <a:extLst>
                <a:ext uri="{FF2B5EF4-FFF2-40B4-BE49-F238E27FC236}">
                  <a16:creationId xmlns:a16="http://schemas.microsoft.com/office/drawing/2014/main" id="{2AE8D58F-21B0-4630-A370-DF391A4CA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078"/>
              <a:ext cx="13" cy="15"/>
            </a:xfrm>
            <a:custGeom>
              <a:avLst/>
              <a:gdLst>
                <a:gd name="T0" fmla="*/ 13 w 7"/>
                <a:gd name="T1" fmla="*/ 9 h 7"/>
                <a:gd name="T2" fmla="*/ 45 w 7"/>
                <a:gd name="T3" fmla="*/ 0 h 7"/>
                <a:gd name="T4" fmla="*/ 20 w 7"/>
                <a:gd name="T5" fmla="*/ 51 h 7"/>
                <a:gd name="T6" fmla="*/ 7 w 7"/>
                <a:gd name="T7" fmla="*/ 41 h 7"/>
                <a:gd name="T8" fmla="*/ 0 w 7"/>
                <a:gd name="T9" fmla="*/ 69 h 7"/>
                <a:gd name="T10" fmla="*/ 0 w 7"/>
                <a:gd name="T11" fmla="*/ 28 h 7"/>
                <a:gd name="T12" fmla="*/ 7 w 7"/>
                <a:gd name="T13" fmla="*/ 9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2"/>
                    <a:pt x="6" y="3"/>
                    <a:pt x="7" y="0"/>
                  </a:cubicBezTo>
                  <a:cubicBezTo>
                    <a:pt x="7" y="2"/>
                    <a:pt x="6" y="6"/>
                    <a:pt x="3" y="5"/>
                  </a:cubicBezTo>
                  <a:cubicBezTo>
                    <a:pt x="2" y="5"/>
                    <a:pt x="2" y="4"/>
                    <a:pt x="1" y="4"/>
                  </a:cubicBezTo>
                  <a:cubicBezTo>
                    <a:pt x="1" y="4"/>
                    <a:pt x="0" y="6"/>
                    <a:pt x="0" y="7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7" name="Freeform 2025">
              <a:extLst>
                <a:ext uri="{FF2B5EF4-FFF2-40B4-BE49-F238E27FC236}">
                  <a16:creationId xmlns:a16="http://schemas.microsoft.com/office/drawing/2014/main" id="{73D24DD7-C2B3-4574-9835-BE59787FF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3080"/>
              <a:ext cx="12" cy="15"/>
            </a:xfrm>
            <a:custGeom>
              <a:avLst/>
              <a:gdLst>
                <a:gd name="T0" fmla="*/ 0 w 6"/>
                <a:gd name="T1" fmla="*/ 28 h 7"/>
                <a:gd name="T2" fmla="*/ 32 w 6"/>
                <a:gd name="T3" fmla="*/ 69 h 7"/>
                <a:gd name="T4" fmla="*/ 24 w 6"/>
                <a:gd name="T5" fmla="*/ 41 h 7"/>
                <a:gd name="T6" fmla="*/ 48 w 6"/>
                <a:gd name="T7" fmla="*/ 0 h 7"/>
                <a:gd name="T8" fmla="*/ 24 w 6"/>
                <a:gd name="T9" fmla="*/ 28 h 7"/>
                <a:gd name="T10" fmla="*/ 0 w 6"/>
                <a:gd name="T11" fmla="*/ 2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1" y="5"/>
                    <a:pt x="2" y="6"/>
                    <a:pt x="4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2"/>
                    <a:pt x="6" y="2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2" y="4"/>
                    <a:pt x="1" y="3"/>
                    <a:pt x="0" y="3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8" name="Freeform 2026">
              <a:extLst>
                <a:ext uri="{FF2B5EF4-FFF2-40B4-BE49-F238E27FC236}">
                  <a16:creationId xmlns:a16="http://schemas.microsoft.com/office/drawing/2014/main" id="{D33DFC04-931B-47A4-872E-2F36F1FE2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120"/>
              <a:ext cx="28" cy="12"/>
            </a:xfrm>
            <a:custGeom>
              <a:avLst/>
              <a:gdLst>
                <a:gd name="T0" fmla="*/ 48 w 14"/>
                <a:gd name="T1" fmla="*/ 48 h 6"/>
                <a:gd name="T2" fmla="*/ 104 w 14"/>
                <a:gd name="T3" fmla="*/ 40 h 6"/>
                <a:gd name="T4" fmla="*/ 96 w 14"/>
                <a:gd name="T5" fmla="*/ 0 h 6"/>
                <a:gd name="T6" fmla="*/ 48 w 14"/>
                <a:gd name="T7" fmla="*/ 40 h 6"/>
                <a:gd name="T8" fmla="*/ 0 w 14"/>
                <a:gd name="T9" fmla="*/ 16 h 6"/>
                <a:gd name="T10" fmla="*/ 64 w 14"/>
                <a:gd name="T11" fmla="*/ 48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6">
                  <a:moveTo>
                    <a:pt x="6" y="6"/>
                  </a:moveTo>
                  <a:cubicBezTo>
                    <a:pt x="8" y="6"/>
                    <a:pt x="11" y="6"/>
                    <a:pt x="13" y="5"/>
                  </a:cubicBezTo>
                  <a:cubicBezTo>
                    <a:pt x="14" y="4"/>
                    <a:pt x="13" y="1"/>
                    <a:pt x="12" y="0"/>
                  </a:cubicBezTo>
                  <a:cubicBezTo>
                    <a:pt x="10" y="3"/>
                    <a:pt x="11" y="6"/>
                    <a:pt x="6" y="5"/>
                  </a:cubicBezTo>
                  <a:cubicBezTo>
                    <a:pt x="4" y="4"/>
                    <a:pt x="2" y="2"/>
                    <a:pt x="0" y="2"/>
                  </a:cubicBezTo>
                  <a:cubicBezTo>
                    <a:pt x="2" y="4"/>
                    <a:pt x="5" y="6"/>
                    <a:pt x="8" y="6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9" name="Freeform 2027">
              <a:extLst>
                <a:ext uri="{FF2B5EF4-FFF2-40B4-BE49-F238E27FC236}">
                  <a16:creationId xmlns:a16="http://schemas.microsoft.com/office/drawing/2014/main" id="{8DADA58B-3EDB-42E3-B388-D614A7B9D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113"/>
              <a:ext cx="24" cy="7"/>
            </a:xfrm>
            <a:custGeom>
              <a:avLst/>
              <a:gdLst>
                <a:gd name="T0" fmla="*/ 0 w 12"/>
                <a:gd name="T1" fmla="*/ 28 h 3"/>
                <a:gd name="T2" fmla="*/ 48 w 12"/>
                <a:gd name="T3" fmla="*/ 37 h 3"/>
                <a:gd name="T4" fmla="*/ 96 w 12"/>
                <a:gd name="T5" fmla="*/ 0 h 3"/>
                <a:gd name="T6" fmla="*/ 0 w 1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">
                  <a:moveTo>
                    <a:pt x="0" y="2"/>
                  </a:moveTo>
                  <a:cubicBezTo>
                    <a:pt x="2" y="3"/>
                    <a:pt x="4" y="3"/>
                    <a:pt x="6" y="3"/>
                  </a:cubicBezTo>
                  <a:cubicBezTo>
                    <a:pt x="8" y="3"/>
                    <a:pt x="12" y="2"/>
                    <a:pt x="12" y="0"/>
                  </a:cubicBezTo>
                  <a:cubicBezTo>
                    <a:pt x="9" y="3"/>
                    <a:pt x="4" y="3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0" name="Freeform 2028">
              <a:extLst>
                <a:ext uri="{FF2B5EF4-FFF2-40B4-BE49-F238E27FC236}">
                  <a16:creationId xmlns:a16="http://schemas.microsoft.com/office/drawing/2014/main" id="{D9BEEB2A-EF1F-435E-8A8A-AA3C005CC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3116"/>
              <a:ext cx="25" cy="12"/>
            </a:xfrm>
            <a:custGeom>
              <a:avLst/>
              <a:gdLst>
                <a:gd name="T0" fmla="*/ 0 w 13"/>
                <a:gd name="T1" fmla="*/ 48 h 6"/>
                <a:gd name="T2" fmla="*/ 56 w 13"/>
                <a:gd name="T3" fmla="*/ 32 h 6"/>
                <a:gd name="T4" fmla="*/ 77 w 13"/>
                <a:gd name="T5" fmla="*/ 32 h 6"/>
                <a:gd name="T6" fmla="*/ 92 w 13"/>
                <a:gd name="T7" fmla="*/ 24 h 6"/>
                <a:gd name="T8" fmla="*/ 56 w 13"/>
                <a:gd name="T9" fmla="*/ 24 h 6"/>
                <a:gd name="T10" fmla="*/ 29 w 13"/>
                <a:gd name="T11" fmla="*/ 0 h 6"/>
                <a:gd name="T12" fmla="*/ 23 w 13"/>
                <a:gd name="T13" fmla="*/ 24 h 6"/>
                <a:gd name="T14" fmla="*/ 0 w 13"/>
                <a:gd name="T15" fmla="*/ 4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3" y="5"/>
                    <a:pt x="4" y="4"/>
                    <a:pt x="8" y="4"/>
                  </a:cubicBezTo>
                  <a:cubicBezTo>
                    <a:pt x="9" y="5"/>
                    <a:pt x="9" y="5"/>
                    <a:pt x="11" y="4"/>
                  </a:cubicBezTo>
                  <a:cubicBezTo>
                    <a:pt x="11" y="4"/>
                    <a:pt x="12" y="4"/>
                    <a:pt x="13" y="3"/>
                  </a:cubicBezTo>
                  <a:cubicBezTo>
                    <a:pt x="11" y="3"/>
                    <a:pt x="10" y="3"/>
                    <a:pt x="8" y="3"/>
                  </a:cubicBezTo>
                  <a:cubicBezTo>
                    <a:pt x="6" y="3"/>
                    <a:pt x="5" y="2"/>
                    <a:pt x="4" y="0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2" y="4"/>
                    <a:pt x="1" y="5"/>
                    <a:pt x="0" y="5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1" name="Freeform 2029">
              <a:extLst>
                <a:ext uri="{FF2B5EF4-FFF2-40B4-BE49-F238E27FC236}">
                  <a16:creationId xmlns:a16="http://schemas.microsoft.com/office/drawing/2014/main" id="{2D78E4D8-8C14-4FCA-844A-BB2F18528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3064"/>
              <a:ext cx="25" cy="8"/>
            </a:xfrm>
            <a:custGeom>
              <a:avLst/>
              <a:gdLst>
                <a:gd name="T0" fmla="*/ 0 w 13"/>
                <a:gd name="T1" fmla="*/ 32 h 4"/>
                <a:gd name="T2" fmla="*/ 29 w 13"/>
                <a:gd name="T3" fmla="*/ 16 h 4"/>
                <a:gd name="T4" fmla="*/ 92 w 13"/>
                <a:gd name="T5" fmla="*/ 0 h 4"/>
                <a:gd name="T6" fmla="*/ 71 w 13"/>
                <a:gd name="T7" fmla="*/ 24 h 4"/>
                <a:gd name="T8" fmla="*/ 48 w 13"/>
                <a:gd name="T9" fmla="*/ 24 h 4"/>
                <a:gd name="T10" fmla="*/ 0 w 13"/>
                <a:gd name="T11" fmla="*/ 3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1" y="1"/>
                    <a:pt x="2" y="1"/>
                    <a:pt x="4" y="2"/>
                  </a:cubicBezTo>
                  <a:cubicBezTo>
                    <a:pt x="8" y="2"/>
                    <a:pt x="10" y="1"/>
                    <a:pt x="13" y="0"/>
                  </a:cubicBezTo>
                  <a:cubicBezTo>
                    <a:pt x="12" y="1"/>
                    <a:pt x="11" y="2"/>
                    <a:pt x="10" y="3"/>
                  </a:cubicBezTo>
                  <a:cubicBezTo>
                    <a:pt x="8" y="4"/>
                    <a:pt x="9" y="3"/>
                    <a:pt x="7" y="3"/>
                  </a:cubicBezTo>
                  <a:cubicBezTo>
                    <a:pt x="4" y="3"/>
                    <a:pt x="2" y="3"/>
                    <a:pt x="0" y="4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2" name="Freeform 2030">
              <a:extLst>
                <a:ext uri="{FF2B5EF4-FFF2-40B4-BE49-F238E27FC236}">
                  <a16:creationId xmlns:a16="http://schemas.microsoft.com/office/drawing/2014/main" id="{2C095E05-2714-4D91-9303-A4EDBFE80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085"/>
              <a:ext cx="18" cy="18"/>
            </a:xfrm>
            <a:custGeom>
              <a:avLst/>
              <a:gdLst>
                <a:gd name="T0" fmla="*/ 0 w 9"/>
                <a:gd name="T1" fmla="*/ 0 h 9"/>
                <a:gd name="T2" fmla="*/ 32 w 9"/>
                <a:gd name="T3" fmla="*/ 48 h 9"/>
                <a:gd name="T4" fmla="*/ 72 w 9"/>
                <a:gd name="T5" fmla="*/ 72 h 9"/>
                <a:gd name="T6" fmla="*/ 24 w 9"/>
                <a:gd name="T7" fmla="*/ 48 h 9"/>
                <a:gd name="T8" fmla="*/ 8 w 9"/>
                <a:gd name="T9" fmla="*/ 32 h 9"/>
                <a:gd name="T10" fmla="*/ 0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2"/>
                    <a:pt x="2" y="4"/>
                    <a:pt x="4" y="6"/>
                  </a:cubicBezTo>
                  <a:cubicBezTo>
                    <a:pt x="5" y="7"/>
                    <a:pt x="8" y="8"/>
                    <a:pt x="9" y="9"/>
                  </a:cubicBezTo>
                  <a:cubicBezTo>
                    <a:pt x="7" y="9"/>
                    <a:pt x="5" y="8"/>
                    <a:pt x="3" y="6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3" name="Freeform 2031">
              <a:extLst>
                <a:ext uri="{FF2B5EF4-FFF2-40B4-BE49-F238E27FC236}">
                  <a16:creationId xmlns:a16="http://schemas.microsoft.com/office/drawing/2014/main" id="{77645489-16A6-40C7-B4D1-294C6FDD4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058"/>
              <a:ext cx="122" cy="78"/>
            </a:xfrm>
            <a:custGeom>
              <a:avLst/>
              <a:gdLst>
                <a:gd name="T0" fmla="*/ 72 w 63"/>
                <a:gd name="T1" fmla="*/ 197 h 38"/>
                <a:gd name="T2" fmla="*/ 79 w 63"/>
                <a:gd name="T3" fmla="*/ 148 h 38"/>
                <a:gd name="T4" fmla="*/ 79 w 63"/>
                <a:gd name="T5" fmla="*/ 88 h 38"/>
                <a:gd name="T6" fmla="*/ 124 w 63"/>
                <a:gd name="T7" fmla="*/ 96 h 38"/>
                <a:gd name="T8" fmla="*/ 153 w 63"/>
                <a:gd name="T9" fmla="*/ 25 h 38"/>
                <a:gd name="T10" fmla="*/ 209 w 63"/>
                <a:gd name="T11" fmla="*/ 25 h 38"/>
                <a:gd name="T12" fmla="*/ 277 w 63"/>
                <a:gd name="T13" fmla="*/ 0 h 38"/>
                <a:gd name="T14" fmla="*/ 333 w 63"/>
                <a:gd name="T15" fmla="*/ 33 h 38"/>
                <a:gd name="T16" fmla="*/ 401 w 63"/>
                <a:gd name="T17" fmla="*/ 60 h 38"/>
                <a:gd name="T18" fmla="*/ 401 w 63"/>
                <a:gd name="T19" fmla="*/ 164 h 38"/>
                <a:gd name="T20" fmla="*/ 443 w 63"/>
                <a:gd name="T21" fmla="*/ 197 h 38"/>
                <a:gd name="T22" fmla="*/ 420 w 63"/>
                <a:gd name="T23" fmla="*/ 261 h 38"/>
                <a:gd name="T24" fmla="*/ 364 w 63"/>
                <a:gd name="T25" fmla="*/ 269 h 38"/>
                <a:gd name="T26" fmla="*/ 312 w 63"/>
                <a:gd name="T27" fmla="*/ 252 h 38"/>
                <a:gd name="T28" fmla="*/ 325 w 63"/>
                <a:gd name="T29" fmla="*/ 304 h 38"/>
                <a:gd name="T30" fmla="*/ 240 w 63"/>
                <a:gd name="T31" fmla="*/ 320 h 38"/>
                <a:gd name="T32" fmla="*/ 209 w 63"/>
                <a:gd name="T33" fmla="*/ 287 h 38"/>
                <a:gd name="T34" fmla="*/ 168 w 63"/>
                <a:gd name="T35" fmla="*/ 296 h 38"/>
                <a:gd name="T36" fmla="*/ 116 w 63"/>
                <a:gd name="T37" fmla="*/ 296 h 38"/>
                <a:gd name="T38" fmla="*/ 72 w 63"/>
                <a:gd name="T39" fmla="*/ 312 h 38"/>
                <a:gd name="T40" fmla="*/ 56 w 63"/>
                <a:gd name="T41" fmla="*/ 252 h 38"/>
                <a:gd name="T42" fmla="*/ 87 w 63"/>
                <a:gd name="T43" fmla="*/ 232 h 38"/>
                <a:gd name="T44" fmla="*/ 72 w 63"/>
                <a:gd name="T45" fmla="*/ 197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3" h="38">
                  <a:moveTo>
                    <a:pt x="10" y="23"/>
                  </a:moveTo>
                  <a:cubicBezTo>
                    <a:pt x="10" y="20"/>
                    <a:pt x="11" y="21"/>
                    <a:pt x="11" y="17"/>
                  </a:cubicBezTo>
                  <a:cubicBezTo>
                    <a:pt x="10" y="16"/>
                    <a:pt x="10" y="11"/>
                    <a:pt x="11" y="10"/>
                  </a:cubicBezTo>
                  <a:cubicBezTo>
                    <a:pt x="14" y="7"/>
                    <a:pt x="14" y="14"/>
                    <a:pt x="17" y="11"/>
                  </a:cubicBezTo>
                  <a:cubicBezTo>
                    <a:pt x="19" y="8"/>
                    <a:pt x="16" y="5"/>
                    <a:pt x="21" y="3"/>
                  </a:cubicBezTo>
                  <a:cubicBezTo>
                    <a:pt x="23" y="2"/>
                    <a:pt x="27" y="3"/>
                    <a:pt x="29" y="3"/>
                  </a:cubicBezTo>
                  <a:cubicBezTo>
                    <a:pt x="32" y="2"/>
                    <a:pt x="35" y="0"/>
                    <a:pt x="38" y="0"/>
                  </a:cubicBezTo>
                  <a:cubicBezTo>
                    <a:pt x="42" y="0"/>
                    <a:pt x="43" y="3"/>
                    <a:pt x="46" y="4"/>
                  </a:cubicBezTo>
                  <a:cubicBezTo>
                    <a:pt x="49" y="6"/>
                    <a:pt x="53" y="5"/>
                    <a:pt x="55" y="7"/>
                  </a:cubicBezTo>
                  <a:cubicBezTo>
                    <a:pt x="63" y="12"/>
                    <a:pt x="49" y="15"/>
                    <a:pt x="55" y="19"/>
                  </a:cubicBezTo>
                  <a:cubicBezTo>
                    <a:pt x="57" y="21"/>
                    <a:pt x="60" y="20"/>
                    <a:pt x="61" y="23"/>
                  </a:cubicBezTo>
                  <a:cubicBezTo>
                    <a:pt x="62" y="25"/>
                    <a:pt x="60" y="29"/>
                    <a:pt x="58" y="30"/>
                  </a:cubicBezTo>
                  <a:cubicBezTo>
                    <a:pt x="56" y="31"/>
                    <a:pt x="54" y="32"/>
                    <a:pt x="50" y="31"/>
                  </a:cubicBezTo>
                  <a:cubicBezTo>
                    <a:pt x="48" y="31"/>
                    <a:pt x="44" y="27"/>
                    <a:pt x="43" y="29"/>
                  </a:cubicBezTo>
                  <a:cubicBezTo>
                    <a:pt x="41" y="31"/>
                    <a:pt x="46" y="33"/>
                    <a:pt x="45" y="35"/>
                  </a:cubicBezTo>
                  <a:cubicBezTo>
                    <a:pt x="43" y="38"/>
                    <a:pt x="36" y="38"/>
                    <a:pt x="33" y="37"/>
                  </a:cubicBezTo>
                  <a:cubicBezTo>
                    <a:pt x="32" y="36"/>
                    <a:pt x="31" y="33"/>
                    <a:pt x="29" y="33"/>
                  </a:cubicBezTo>
                  <a:cubicBezTo>
                    <a:pt x="26" y="32"/>
                    <a:pt x="25" y="34"/>
                    <a:pt x="23" y="34"/>
                  </a:cubicBezTo>
                  <a:cubicBezTo>
                    <a:pt x="20" y="34"/>
                    <a:pt x="19" y="33"/>
                    <a:pt x="16" y="34"/>
                  </a:cubicBezTo>
                  <a:cubicBezTo>
                    <a:pt x="14" y="35"/>
                    <a:pt x="14" y="37"/>
                    <a:pt x="10" y="36"/>
                  </a:cubicBezTo>
                  <a:cubicBezTo>
                    <a:pt x="5" y="35"/>
                    <a:pt x="0" y="30"/>
                    <a:pt x="8" y="29"/>
                  </a:cubicBezTo>
                  <a:cubicBezTo>
                    <a:pt x="10" y="29"/>
                    <a:pt x="11" y="30"/>
                    <a:pt x="12" y="27"/>
                  </a:cubicBezTo>
                  <a:cubicBezTo>
                    <a:pt x="12" y="25"/>
                    <a:pt x="10" y="26"/>
                    <a:pt x="10" y="2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4" name="Freeform 2032">
              <a:extLst>
                <a:ext uri="{FF2B5EF4-FFF2-40B4-BE49-F238E27FC236}">
                  <a16:creationId xmlns:a16="http://schemas.microsoft.com/office/drawing/2014/main" id="{A6CB60EF-85B0-4ACF-AA82-7E1DBF7B9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066"/>
              <a:ext cx="35" cy="23"/>
            </a:xfrm>
            <a:custGeom>
              <a:avLst/>
              <a:gdLst>
                <a:gd name="T0" fmla="*/ 109 w 18"/>
                <a:gd name="T1" fmla="*/ 0 h 11"/>
                <a:gd name="T2" fmla="*/ 80 w 18"/>
                <a:gd name="T3" fmla="*/ 84 h 11"/>
                <a:gd name="T4" fmla="*/ 0 w 18"/>
                <a:gd name="T5" fmla="*/ 8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5" y="0"/>
                  </a:moveTo>
                  <a:cubicBezTo>
                    <a:pt x="18" y="3"/>
                    <a:pt x="14" y="7"/>
                    <a:pt x="11" y="9"/>
                  </a:cubicBezTo>
                  <a:cubicBezTo>
                    <a:pt x="7" y="11"/>
                    <a:pt x="4" y="10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5" name="Freeform 2033">
              <a:extLst>
                <a:ext uri="{FF2B5EF4-FFF2-40B4-BE49-F238E27FC236}">
                  <a16:creationId xmlns:a16="http://schemas.microsoft.com/office/drawing/2014/main" id="{816F78B5-BAA2-441C-8756-159AE94DC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3109"/>
              <a:ext cx="27" cy="17"/>
            </a:xfrm>
            <a:custGeom>
              <a:avLst/>
              <a:gdLst>
                <a:gd name="T0" fmla="*/ 0 w 14"/>
                <a:gd name="T1" fmla="*/ 0 h 8"/>
                <a:gd name="T2" fmla="*/ 44 w 14"/>
                <a:gd name="T3" fmla="*/ 49 h 8"/>
                <a:gd name="T4" fmla="*/ 64 w 14"/>
                <a:gd name="T5" fmla="*/ 60 h 8"/>
                <a:gd name="T6" fmla="*/ 100 w 14"/>
                <a:gd name="T7" fmla="*/ 7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1" y="3"/>
                    <a:pt x="2" y="5"/>
                    <a:pt x="6" y="5"/>
                  </a:cubicBezTo>
                  <a:cubicBezTo>
                    <a:pt x="7" y="6"/>
                    <a:pt x="8" y="5"/>
                    <a:pt x="9" y="6"/>
                  </a:cubicBezTo>
                  <a:cubicBezTo>
                    <a:pt x="11" y="6"/>
                    <a:pt x="11" y="6"/>
                    <a:pt x="14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6" name="Freeform 2034">
              <a:extLst>
                <a:ext uri="{FF2B5EF4-FFF2-40B4-BE49-F238E27FC236}">
                  <a16:creationId xmlns:a16="http://schemas.microsoft.com/office/drawing/2014/main" id="{3693A583-9260-4463-A926-9ACBC5005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089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56 w 7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5" y="4"/>
                    <a:pt x="7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7" name="Freeform 2035">
              <a:extLst>
                <a:ext uri="{FF2B5EF4-FFF2-40B4-BE49-F238E27FC236}">
                  <a16:creationId xmlns:a16="http://schemas.microsoft.com/office/drawing/2014/main" id="{2C4954C9-0227-464E-B080-AD740E9F7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118"/>
              <a:ext cx="6" cy="10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0"/>
                    <a:pt x="1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8" name="Freeform 2036">
              <a:extLst>
                <a:ext uri="{FF2B5EF4-FFF2-40B4-BE49-F238E27FC236}">
                  <a16:creationId xmlns:a16="http://schemas.microsoft.com/office/drawing/2014/main" id="{28ADD7AF-0B60-43F5-99E4-3A857A400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3118"/>
              <a:ext cx="8" cy="1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9" name="Freeform 2037">
              <a:extLst>
                <a:ext uri="{FF2B5EF4-FFF2-40B4-BE49-F238E27FC236}">
                  <a16:creationId xmlns:a16="http://schemas.microsoft.com/office/drawing/2014/main" id="{F9570B33-95F5-46D5-8044-20220072B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3109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8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0" name="Freeform 2038">
              <a:extLst>
                <a:ext uri="{FF2B5EF4-FFF2-40B4-BE49-F238E27FC236}">
                  <a16:creationId xmlns:a16="http://schemas.microsoft.com/office/drawing/2014/main" id="{907D4BC5-C113-401F-AADD-C43DC8557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083"/>
              <a:ext cx="4" cy="6"/>
            </a:xfrm>
            <a:custGeom>
              <a:avLst/>
              <a:gdLst>
                <a:gd name="T0" fmla="*/ 0 w 2"/>
                <a:gd name="T1" fmla="*/ 24 h 3"/>
                <a:gd name="T2" fmla="*/ 8 w 2"/>
                <a:gd name="T3" fmla="*/ 0 h 3"/>
                <a:gd name="T4" fmla="*/ 16 w 2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1" name="Freeform 2039">
              <a:extLst>
                <a:ext uri="{FF2B5EF4-FFF2-40B4-BE49-F238E27FC236}">
                  <a16:creationId xmlns:a16="http://schemas.microsoft.com/office/drawing/2014/main" id="{D50918F7-C66A-43FE-89AA-662E0C9E3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3066"/>
              <a:ext cx="8" cy="6"/>
            </a:xfrm>
            <a:custGeom>
              <a:avLst/>
              <a:gdLst>
                <a:gd name="T0" fmla="*/ 24 w 4"/>
                <a:gd name="T1" fmla="*/ 0 h 3"/>
                <a:gd name="T2" fmla="*/ 0 w 4"/>
                <a:gd name="T3" fmla="*/ 8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1" y="3"/>
                    <a:pt x="3" y="1"/>
                    <a:pt x="4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2" name="Freeform 2040">
              <a:extLst>
                <a:ext uri="{FF2B5EF4-FFF2-40B4-BE49-F238E27FC236}">
                  <a16:creationId xmlns:a16="http://schemas.microsoft.com/office/drawing/2014/main" id="{CD4FF832-7ABD-4E02-8E1A-C324075BA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089"/>
              <a:ext cx="4" cy="6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3"/>
                    <a:pt x="2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3" name="Freeform 2041">
              <a:extLst>
                <a:ext uri="{FF2B5EF4-FFF2-40B4-BE49-F238E27FC236}">
                  <a16:creationId xmlns:a16="http://schemas.microsoft.com/office/drawing/2014/main" id="{1DC07042-3AAB-45C7-B585-B43614896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113"/>
              <a:ext cx="1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4" name="Freeform 2042">
              <a:extLst>
                <a:ext uri="{FF2B5EF4-FFF2-40B4-BE49-F238E27FC236}">
                  <a16:creationId xmlns:a16="http://schemas.microsoft.com/office/drawing/2014/main" id="{AAB50D59-B6CD-4C14-8226-048EB0B98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037"/>
              <a:ext cx="145" cy="122"/>
            </a:xfrm>
            <a:custGeom>
              <a:avLst/>
              <a:gdLst>
                <a:gd name="T0" fmla="*/ 288 w 75"/>
                <a:gd name="T1" fmla="*/ 35 h 59"/>
                <a:gd name="T2" fmla="*/ 108 w 75"/>
                <a:gd name="T3" fmla="*/ 43 h 59"/>
                <a:gd name="T4" fmla="*/ 23 w 75"/>
                <a:gd name="T5" fmla="*/ 205 h 59"/>
                <a:gd name="T6" fmla="*/ 304 w 75"/>
                <a:gd name="T7" fmla="*/ 505 h 59"/>
                <a:gd name="T8" fmla="*/ 505 w 75"/>
                <a:gd name="T9" fmla="*/ 213 h 59"/>
                <a:gd name="T10" fmla="*/ 288 w 75"/>
                <a:gd name="T11" fmla="*/ 3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9">
                  <a:moveTo>
                    <a:pt x="40" y="4"/>
                  </a:moveTo>
                  <a:cubicBezTo>
                    <a:pt x="31" y="2"/>
                    <a:pt x="23" y="0"/>
                    <a:pt x="15" y="5"/>
                  </a:cubicBezTo>
                  <a:cubicBezTo>
                    <a:pt x="9" y="9"/>
                    <a:pt x="4" y="15"/>
                    <a:pt x="3" y="23"/>
                  </a:cubicBezTo>
                  <a:cubicBezTo>
                    <a:pt x="0" y="41"/>
                    <a:pt x="20" y="59"/>
                    <a:pt x="42" y="57"/>
                  </a:cubicBezTo>
                  <a:cubicBezTo>
                    <a:pt x="64" y="56"/>
                    <a:pt x="75" y="37"/>
                    <a:pt x="70" y="24"/>
                  </a:cubicBezTo>
                  <a:cubicBezTo>
                    <a:pt x="64" y="12"/>
                    <a:pt x="58" y="9"/>
                    <a:pt x="40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5" name="Freeform 2043">
              <a:extLst>
                <a:ext uri="{FF2B5EF4-FFF2-40B4-BE49-F238E27FC236}">
                  <a16:creationId xmlns:a16="http://schemas.microsoft.com/office/drawing/2014/main" id="{0401A814-9A89-4D53-8B19-7D2AE40A5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068"/>
              <a:ext cx="118" cy="87"/>
            </a:xfrm>
            <a:custGeom>
              <a:avLst/>
              <a:gdLst>
                <a:gd name="T0" fmla="*/ 412 w 61"/>
                <a:gd name="T1" fmla="*/ 91 h 42"/>
                <a:gd name="T2" fmla="*/ 364 w 61"/>
                <a:gd name="T3" fmla="*/ 0 h 42"/>
                <a:gd name="T4" fmla="*/ 397 w 61"/>
                <a:gd name="T5" fmla="*/ 73 h 42"/>
                <a:gd name="T6" fmla="*/ 201 w 61"/>
                <a:gd name="T7" fmla="*/ 348 h 42"/>
                <a:gd name="T8" fmla="*/ 0 w 61"/>
                <a:gd name="T9" fmla="*/ 265 h 42"/>
                <a:gd name="T10" fmla="*/ 217 w 61"/>
                <a:gd name="T11" fmla="*/ 365 h 42"/>
                <a:gd name="T12" fmla="*/ 412 w 61"/>
                <a:gd name="T13" fmla="*/ 9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2">
                  <a:moveTo>
                    <a:pt x="57" y="10"/>
                  </a:moveTo>
                  <a:cubicBezTo>
                    <a:pt x="55" y="5"/>
                    <a:pt x="52" y="3"/>
                    <a:pt x="50" y="0"/>
                  </a:cubicBezTo>
                  <a:cubicBezTo>
                    <a:pt x="52" y="2"/>
                    <a:pt x="53" y="5"/>
                    <a:pt x="55" y="8"/>
                  </a:cubicBezTo>
                  <a:cubicBezTo>
                    <a:pt x="59" y="20"/>
                    <a:pt x="49" y="38"/>
                    <a:pt x="28" y="39"/>
                  </a:cubicBezTo>
                  <a:cubicBezTo>
                    <a:pt x="17" y="40"/>
                    <a:pt x="7" y="36"/>
                    <a:pt x="0" y="30"/>
                  </a:cubicBezTo>
                  <a:cubicBezTo>
                    <a:pt x="7" y="37"/>
                    <a:pt x="18" y="42"/>
                    <a:pt x="30" y="41"/>
                  </a:cubicBezTo>
                  <a:cubicBezTo>
                    <a:pt x="51" y="40"/>
                    <a:pt x="61" y="22"/>
                    <a:pt x="57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6" name="Freeform 2044">
              <a:extLst>
                <a:ext uri="{FF2B5EF4-FFF2-40B4-BE49-F238E27FC236}">
                  <a16:creationId xmlns:a16="http://schemas.microsoft.com/office/drawing/2014/main" id="{AF62959C-88BB-4552-83F5-91EEC39F6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039"/>
              <a:ext cx="114" cy="93"/>
            </a:xfrm>
            <a:custGeom>
              <a:avLst/>
              <a:gdLst>
                <a:gd name="T0" fmla="*/ 23 w 59"/>
                <a:gd name="T1" fmla="*/ 213 h 45"/>
                <a:gd name="T2" fmla="*/ 108 w 59"/>
                <a:gd name="T3" fmla="*/ 60 h 45"/>
                <a:gd name="T4" fmla="*/ 272 w 59"/>
                <a:gd name="T5" fmla="*/ 52 h 45"/>
                <a:gd name="T6" fmla="*/ 425 w 59"/>
                <a:gd name="T7" fmla="*/ 124 h 45"/>
                <a:gd name="T8" fmla="*/ 261 w 59"/>
                <a:gd name="T9" fmla="*/ 35 h 45"/>
                <a:gd name="T10" fmla="*/ 93 w 59"/>
                <a:gd name="T11" fmla="*/ 43 h 45"/>
                <a:gd name="T12" fmla="*/ 8 w 59"/>
                <a:gd name="T13" fmla="*/ 192 h 45"/>
                <a:gd name="T14" fmla="*/ 79 w 59"/>
                <a:gd name="T15" fmla="*/ 397 h 45"/>
                <a:gd name="T16" fmla="*/ 23 w 59"/>
                <a:gd name="T17" fmla="*/ 213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5">
                  <a:moveTo>
                    <a:pt x="3" y="24"/>
                  </a:moveTo>
                  <a:cubicBezTo>
                    <a:pt x="4" y="16"/>
                    <a:pt x="9" y="10"/>
                    <a:pt x="15" y="7"/>
                  </a:cubicBezTo>
                  <a:cubicBezTo>
                    <a:pt x="22" y="2"/>
                    <a:pt x="29" y="3"/>
                    <a:pt x="38" y="6"/>
                  </a:cubicBezTo>
                  <a:cubicBezTo>
                    <a:pt x="48" y="9"/>
                    <a:pt x="54" y="11"/>
                    <a:pt x="59" y="14"/>
                  </a:cubicBezTo>
                  <a:cubicBezTo>
                    <a:pt x="54" y="10"/>
                    <a:pt x="48" y="7"/>
                    <a:pt x="36" y="4"/>
                  </a:cubicBezTo>
                  <a:cubicBezTo>
                    <a:pt x="28" y="2"/>
                    <a:pt x="20" y="0"/>
                    <a:pt x="13" y="5"/>
                  </a:cubicBezTo>
                  <a:cubicBezTo>
                    <a:pt x="7" y="9"/>
                    <a:pt x="2" y="14"/>
                    <a:pt x="1" y="22"/>
                  </a:cubicBezTo>
                  <a:cubicBezTo>
                    <a:pt x="0" y="31"/>
                    <a:pt x="4" y="39"/>
                    <a:pt x="11" y="45"/>
                  </a:cubicBezTo>
                  <a:cubicBezTo>
                    <a:pt x="5" y="40"/>
                    <a:pt x="2" y="32"/>
                    <a:pt x="3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7" name="Freeform 2045">
              <a:extLst>
                <a:ext uri="{FF2B5EF4-FFF2-40B4-BE49-F238E27FC236}">
                  <a16:creationId xmlns:a16="http://schemas.microsoft.com/office/drawing/2014/main" id="{E845158E-A425-4ED5-9621-13042AAF2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060"/>
              <a:ext cx="97" cy="72"/>
            </a:xfrm>
            <a:custGeom>
              <a:avLst/>
              <a:gdLst>
                <a:gd name="T0" fmla="*/ 285 w 50"/>
                <a:gd name="T1" fmla="*/ 97 h 35"/>
                <a:gd name="T2" fmla="*/ 132 w 50"/>
                <a:gd name="T3" fmla="*/ 253 h 35"/>
                <a:gd name="T4" fmla="*/ 60 w 50"/>
                <a:gd name="T5" fmla="*/ 51 h 35"/>
                <a:gd name="T6" fmla="*/ 285 w 50"/>
                <a:gd name="T7" fmla="*/ 9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5">
                  <a:moveTo>
                    <a:pt x="39" y="11"/>
                  </a:moveTo>
                  <a:cubicBezTo>
                    <a:pt x="50" y="22"/>
                    <a:pt x="36" y="35"/>
                    <a:pt x="18" y="29"/>
                  </a:cubicBezTo>
                  <a:cubicBezTo>
                    <a:pt x="0" y="23"/>
                    <a:pt x="3" y="10"/>
                    <a:pt x="8" y="6"/>
                  </a:cubicBezTo>
                  <a:cubicBezTo>
                    <a:pt x="14" y="0"/>
                    <a:pt x="32" y="4"/>
                    <a:pt x="39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8" name="Freeform 2046">
              <a:extLst>
                <a:ext uri="{FF2B5EF4-FFF2-40B4-BE49-F238E27FC236}">
                  <a16:creationId xmlns:a16="http://schemas.microsoft.com/office/drawing/2014/main" id="{18F158AD-8F66-4D18-A891-3687A56B5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087"/>
              <a:ext cx="79" cy="43"/>
            </a:xfrm>
            <a:custGeom>
              <a:avLst/>
              <a:gdLst>
                <a:gd name="T0" fmla="*/ 285 w 41"/>
                <a:gd name="T1" fmla="*/ 41 h 21"/>
                <a:gd name="T2" fmla="*/ 108 w 41"/>
                <a:gd name="T3" fmla="*/ 113 h 21"/>
                <a:gd name="T4" fmla="*/ 8 w 41"/>
                <a:gd name="T5" fmla="*/ 0 h 21"/>
                <a:gd name="T6" fmla="*/ 108 w 41"/>
                <a:gd name="T7" fmla="*/ 139 h 21"/>
                <a:gd name="T8" fmla="*/ 285 w 41"/>
                <a:gd name="T9" fmla="*/ 4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1">
                  <a:moveTo>
                    <a:pt x="40" y="5"/>
                  </a:moveTo>
                  <a:cubicBezTo>
                    <a:pt x="38" y="12"/>
                    <a:pt x="28" y="18"/>
                    <a:pt x="15" y="13"/>
                  </a:cubicBezTo>
                  <a:cubicBezTo>
                    <a:pt x="6" y="10"/>
                    <a:pt x="2" y="5"/>
                    <a:pt x="1" y="0"/>
                  </a:cubicBezTo>
                  <a:cubicBezTo>
                    <a:pt x="0" y="6"/>
                    <a:pt x="3" y="12"/>
                    <a:pt x="15" y="16"/>
                  </a:cubicBezTo>
                  <a:cubicBezTo>
                    <a:pt x="30" y="21"/>
                    <a:pt x="41" y="14"/>
                    <a:pt x="40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9" name="Freeform 2047">
              <a:extLst>
                <a:ext uri="{FF2B5EF4-FFF2-40B4-BE49-F238E27FC236}">
                  <a16:creationId xmlns:a16="http://schemas.microsoft.com/office/drawing/2014/main" id="{B9A3BAC2-6615-4A84-A36A-87261FBDA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064"/>
              <a:ext cx="41" cy="10"/>
            </a:xfrm>
            <a:custGeom>
              <a:avLst/>
              <a:gdLst>
                <a:gd name="T0" fmla="*/ 156 w 21"/>
                <a:gd name="T1" fmla="*/ 40 h 5"/>
                <a:gd name="T2" fmla="*/ 0 w 21"/>
                <a:gd name="T3" fmla="*/ 16 h 5"/>
                <a:gd name="T4" fmla="*/ 156 w 21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">
                  <a:moveTo>
                    <a:pt x="21" y="5"/>
                  </a:moveTo>
                  <a:cubicBezTo>
                    <a:pt x="15" y="1"/>
                    <a:pt x="5" y="0"/>
                    <a:pt x="0" y="2"/>
                  </a:cubicBezTo>
                  <a:cubicBezTo>
                    <a:pt x="4" y="2"/>
                    <a:pt x="14" y="2"/>
                    <a:pt x="21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0" name="Freeform 2048">
              <a:extLst>
                <a:ext uri="{FF2B5EF4-FFF2-40B4-BE49-F238E27FC236}">
                  <a16:creationId xmlns:a16="http://schemas.microsoft.com/office/drawing/2014/main" id="{958C3925-B27F-497B-AB61-443E532B5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109"/>
              <a:ext cx="62" cy="27"/>
            </a:xfrm>
            <a:custGeom>
              <a:avLst/>
              <a:gdLst>
                <a:gd name="T0" fmla="*/ 0 w 32"/>
                <a:gd name="T1" fmla="*/ 0 h 13"/>
                <a:gd name="T2" fmla="*/ 233 w 32"/>
                <a:gd name="T3" fmla="*/ 25 h 13"/>
                <a:gd name="T4" fmla="*/ 0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3" y="4"/>
                    <a:pt x="21" y="13"/>
                    <a:pt x="32" y="3"/>
                  </a:cubicBezTo>
                  <a:cubicBezTo>
                    <a:pt x="29" y="8"/>
                    <a:pt x="12" y="1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1" name="Freeform 2049">
              <a:extLst>
                <a:ext uri="{FF2B5EF4-FFF2-40B4-BE49-F238E27FC236}">
                  <a16:creationId xmlns:a16="http://schemas.microsoft.com/office/drawing/2014/main" id="{728E96B5-2926-4D0A-B7B8-8EB07289E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037"/>
              <a:ext cx="145" cy="122"/>
            </a:xfrm>
            <a:custGeom>
              <a:avLst/>
              <a:gdLst>
                <a:gd name="T0" fmla="*/ 288 w 75"/>
                <a:gd name="T1" fmla="*/ 35 h 59"/>
                <a:gd name="T2" fmla="*/ 108 w 75"/>
                <a:gd name="T3" fmla="*/ 43 h 59"/>
                <a:gd name="T4" fmla="*/ 23 w 75"/>
                <a:gd name="T5" fmla="*/ 205 h 59"/>
                <a:gd name="T6" fmla="*/ 304 w 75"/>
                <a:gd name="T7" fmla="*/ 505 h 59"/>
                <a:gd name="T8" fmla="*/ 505 w 75"/>
                <a:gd name="T9" fmla="*/ 213 h 59"/>
                <a:gd name="T10" fmla="*/ 288 w 75"/>
                <a:gd name="T11" fmla="*/ 3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9">
                  <a:moveTo>
                    <a:pt x="40" y="4"/>
                  </a:moveTo>
                  <a:cubicBezTo>
                    <a:pt x="31" y="2"/>
                    <a:pt x="23" y="0"/>
                    <a:pt x="15" y="5"/>
                  </a:cubicBezTo>
                  <a:cubicBezTo>
                    <a:pt x="9" y="9"/>
                    <a:pt x="4" y="15"/>
                    <a:pt x="3" y="23"/>
                  </a:cubicBezTo>
                  <a:cubicBezTo>
                    <a:pt x="0" y="41"/>
                    <a:pt x="20" y="59"/>
                    <a:pt x="42" y="57"/>
                  </a:cubicBezTo>
                  <a:cubicBezTo>
                    <a:pt x="64" y="56"/>
                    <a:pt x="75" y="37"/>
                    <a:pt x="70" y="24"/>
                  </a:cubicBezTo>
                  <a:cubicBezTo>
                    <a:pt x="64" y="12"/>
                    <a:pt x="58" y="9"/>
                    <a:pt x="40" y="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2" name="Freeform 2050">
              <a:extLst>
                <a:ext uri="{FF2B5EF4-FFF2-40B4-BE49-F238E27FC236}">
                  <a16:creationId xmlns:a16="http://schemas.microsoft.com/office/drawing/2014/main" id="{1D545629-9E82-46E9-B5CA-5AB74160F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072"/>
              <a:ext cx="79" cy="56"/>
            </a:xfrm>
            <a:custGeom>
              <a:avLst/>
              <a:gdLst>
                <a:gd name="T0" fmla="*/ 256 w 41"/>
                <a:gd name="T1" fmla="*/ 44 h 27"/>
                <a:gd name="T2" fmla="*/ 272 w 41"/>
                <a:gd name="T3" fmla="*/ 160 h 27"/>
                <a:gd name="T4" fmla="*/ 108 w 41"/>
                <a:gd name="T5" fmla="*/ 207 h 27"/>
                <a:gd name="T6" fmla="*/ 8 w 41"/>
                <a:gd name="T7" fmla="*/ 100 h 27"/>
                <a:gd name="T8" fmla="*/ 37 w 41"/>
                <a:gd name="T9" fmla="*/ 0 h 27"/>
                <a:gd name="T10" fmla="*/ 37 w 41"/>
                <a:gd name="T11" fmla="*/ 0 h 27"/>
                <a:gd name="T12" fmla="*/ 8 w 41"/>
                <a:gd name="T13" fmla="*/ 100 h 27"/>
                <a:gd name="T14" fmla="*/ 108 w 41"/>
                <a:gd name="T15" fmla="*/ 216 h 27"/>
                <a:gd name="T16" fmla="*/ 272 w 41"/>
                <a:gd name="T17" fmla="*/ 168 h 27"/>
                <a:gd name="T18" fmla="*/ 256 w 41"/>
                <a:gd name="T19" fmla="*/ 44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7">
                  <a:moveTo>
                    <a:pt x="36" y="5"/>
                  </a:moveTo>
                  <a:cubicBezTo>
                    <a:pt x="40" y="9"/>
                    <a:pt x="41" y="14"/>
                    <a:pt x="38" y="18"/>
                  </a:cubicBezTo>
                  <a:cubicBezTo>
                    <a:pt x="35" y="23"/>
                    <a:pt x="26" y="27"/>
                    <a:pt x="15" y="23"/>
                  </a:cubicBezTo>
                  <a:cubicBezTo>
                    <a:pt x="5" y="20"/>
                    <a:pt x="2" y="14"/>
                    <a:pt x="1" y="11"/>
                  </a:cubicBezTo>
                  <a:cubicBezTo>
                    <a:pt x="1" y="6"/>
                    <a:pt x="2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2"/>
                    <a:pt x="0" y="6"/>
                    <a:pt x="1" y="11"/>
                  </a:cubicBezTo>
                  <a:cubicBezTo>
                    <a:pt x="2" y="15"/>
                    <a:pt x="5" y="20"/>
                    <a:pt x="15" y="24"/>
                  </a:cubicBezTo>
                  <a:cubicBezTo>
                    <a:pt x="26" y="27"/>
                    <a:pt x="35" y="24"/>
                    <a:pt x="38" y="19"/>
                  </a:cubicBezTo>
                  <a:cubicBezTo>
                    <a:pt x="41" y="14"/>
                    <a:pt x="40" y="9"/>
                    <a:pt x="36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3" name="Freeform 2051">
              <a:extLst>
                <a:ext uri="{FF2B5EF4-FFF2-40B4-BE49-F238E27FC236}">
                  <a16:creationId xmlns:a16="http://schemas.microsoft.com/office/drawing/2014/main" id="{EF597963-4DAA-4FC9-8419-3B2DF32E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903"/>
              <a:ext cx="145" cy="120"/>
            </a:xfrm>
            <a:custGeom>
              <a:avLst/>
              <a:gdLst>
                <a:gd name="T0" fmla="*/ 288 w 75"/>
                <a:gd name="T1" fmla="*/ 35 h 58"/>
                <a:gd name="T2" fmla="*/ 116 w 75"/>
                <a:gd name="T3" fmla="*/ 43 h 58"/>
                <a:gd name="T4" fmla="*/ 23 w 75"/>
                <a:gd name="T5" fmla="*/ 205 h 58"/>
                <a:gd name="T6" fmla="*/ 304 w 75"/>
                <a:gd name="T7" fmla="*/ 505 h 58"/>
                <a:gd name="T8" fmla="*/ 505 w 75"/>
                <a:gd name="T9" fmla="*/ 205 h 58"/>
                <a:gd name="T10" fmla="*/ 288 w 75"/>
                <a:gd name="T11" fmla="*/ 3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8">
                  <a:moveTo>
                    <a:pt x="40" y="4"/>
                  </a:moveTo>
                  <a:cubicBezTo>
                    <a:pt x="31" y="1"/>
                    <a:pt x="23" y="0"/>
                    <a:pt x="16" y="5"/>
                  </a:cubicBezTo>
                  <a:cubicBezTo>
                    <a:pt x="9" y="9"/>
                    <a:pt x="4" y="15"/>
                    <a:pt x="3" y="23"/>
                  </a:cubicBezTo>
                  <a:cubicBezTo>
                    <a:pt x="0" y="41"/>
                    <a:pt x="20" y="58"/>
                    <a:pt x="42" y="57"/>
                  </a:cubicBezTo>
                  <a:cubicBezTo>
                    <a:pt x="64" y="55"/>
                    <a:pt x="75" y="36"/>
                    <a:pt x="70" y="23"/>
                  </a:cubicBezTo>
                  <a:cubicBezTo>
                    <a:pt x="64" y="12"/>
                    <a:pt x="58" y="9"/>
                    <a:pt x="40" y="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4" name="Freeform 2052">
              <a:extLst>
                <a:ext uri="{FF2B5EF4-FFF2-40B4-BE49-F238E27FC236}">
                  <a16:creationId xmlns:a16="http://schemas.microsoft.com/office/drawing/2014/main" id="{EBBAAF79-2915-444E-BA6D-3FA58AAC3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934"/>
              <a:ext cx="118" cy="87"/>
            </a:xfrm>
            <a:custGeom>
              <a:avLst/>
              <a:gdLst>
                <a:gd name="T0" fmla="*/ 412 w 61"/>
                <a:gd name="T1" fmla="*/ 81 h 42"/>
                <a:gd name="T2" fmla="*/ 364 w 61"/>
                <a:gd name="T3" fmla="*/ 0 h 42"/>
                <a:gd name="T4" fmla="*/ 397 w 61"/>
                <a:gd name="T5" fmla="*/ 64 h 42"/>
                <a:gd name="T6" fmla="*/ 201 w 61"/>
                <a:gd name="T7" fmla="*/ 348 h 42"/>
                <a:gd name="T8" fmla="*/ 0 w 61"/>
                <a:gd name="T9" fmla="*/ 257 h 42"/>
                <a:gd name="T10" fmla="*/ 217 w 61"/>
                <a:gd name="T11" fmla="*/ 365 h 42"/>
                <a:gd name="T12" fmla="*/ 412 w 61"/>
                <a:gd name="T13" fmla="*/ 8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2">
                  <a:moveTo>
                    <a:pt x="57" y="9"/>
                  </a:moveTo>
                  <a:cubicBezTo>
                    <a:pt x="55" y="5"/>
                    <a:pt x="53" y="2"/>
                    <a:pt x="50" y="0"/>
                  </a:cubicBezTo>
                  <a:cubicBezTo>
                    <a:pt x="52" y="2"/>
                    <a:pt x="53" y="4"/>
                    <a:pt x="55" y="7"/>
                  </a:cubicBezTo>
                  <a:cubicBezTo>
                    <a:pt x="60" y="20"/>
                    <a:pt x="49" y="38"/>
                    <a:pt x="28" y="39"/>
                  </a:cubicBezTo>
                  <a:cubicBezTo>
                    <a:pt x="17" y="40"/>
                    <a:pt x="7" y="36"/>
                    <a:pt x="0" y="29"/>
                  </a:cubicBezTo>
                  <a:cubicBezTo>
                    <a:pt x="7" y="37"/>
                    <a:pt x="18" y="42"/>
                    <a:pt x="30" y="41"/>
                  </a:cubicBezTo>
                  <a:cubicBezTo>
                    <a:pt x="51" y="39"/>
                    <a:pt x="61" y="21"/>
                    <a:pt x="57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5" name="Freeform 2053">
              <a:extLst>
                <a:ext uri="{FF2B5EF4-FFF2-40B4-BE49-F238E27FC236}">
                  <a16:creationId xmlns:a16="http://schemas.microsoft.com/office/drawing/2014/main" id="{87CC0891-446F-4AF6-A943-08351EA89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905"/>
              <a:ext cx="114" cy="93"/>
            </a:xfrm>
            <a:custGeom>
              <a:avLst/>
              <a:gdLst>
                <a:gd name="T0" fmla="*/ 23 w 59"/>
                <a:gd name="T1" fmla="*/ 213 h 45"/>
                <a:gd name="T2" fmla="*/ 108 w 59"/>
                <a:gd name="T3" fmla="*/ 52 h 45"/>
                <a:gd name="T4" fmla="*/ 272 w 59"/>
                <a:gd name="T5" fmla="*/ 43 h 45"/>
                <a:gd name="T6" fmla="*/ 425 w 59"/>
                <a:gd name="T7" fmla="*/ 124 h 45"/>
                <a:gd name="T8" fmla="*/ 261 w 59"/>
                <a:gd name="T9" fmla="*/ 35 h 45"/>
                <a:gd name="T10" fmla="*/ 93 w 59"/>
                <a:gd name="T11" fmla="*/ 43 h 45"/>
                <a:gd name="T12" fmla="*/ 8 w 59"/>
                <a:gd name="T13" fmla="*/ 192 h 45"/>
                <a:gd name="T14" fmla="*/ 79 w 59"/>
                <a:gd name="T15" fmla="*/ 397 h 45"/>
                <a:gd name="T16" fmla="*/ 23 w 59"/>
                <a:gd name="T17" fmla="*/ 213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5">
                  <a:moveTo>
                    <a:pt x="3" y="24"/>
                  </a:moveTo>
                  <a:cubicBezTo>
                    <a:pt x="4" y="16"/>
                    <a:pt x="9" y="10"/>
                    <a:pt x="15" y="6"/>
                  </a:cubicBezTo>
                  <a:cubicBezTo>
                    <a:pt x="22" y="2"/>
                    <a:pt x="30" y="3"/>
                    <a:pt x="38" y="5"/>
                  </a:cubicBezTo>
                  <a:cubicBezTo>
                    <a:pt x="48" y="8"/>
                    <a:pt x="55" y="10"/>
                    <a:pt x="59" y="14"/>
                  </a:cubicBezTo>
                  <a:cubicBezTo>
                    <a:pt x="54" y="9"/>
                    <a:pt x="48" y="7"/>
                    <a:pt x="36" y="4"/>
                  </a:cubicBezTo>
                  <a:cubicBezTo>
                    <a:pt x="28" y="1"/>
                    <a:pt x="20" y="0"/>
                    <a:pt x="13" y="5"/>
                  </a:cubicBezTo>
                  <a:cubicBezTo>
                    <a:pt x="7" y="8"/>
                    <a:pt x="2" y="14"/>
                    <a:pt x="1" y="22"/>
                  </a:cubicBezTo>
                  <a:cubicBezTo>
                    <a:pt x="0" y="31"/>
                    <a:pt x="4" y="39"/>
                    <a:pt x="11" y="45"/>
                  </a:cubicBezTo>
                  <a:cubicBezTo>
                    <a:pt x="5" y="39"/>
                    <a:pt x="2" y="31"/>
                    <a:pt x="3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6" name="Freeform 2054">
              <a:extLst>
                <a:ext uri="{FF2B5EF4-FFF2-40B4-BE49-F238E27FC236}">
                  <a16:creationId xmlns:a16="http://schemas.microsoft.com/office/drawing/2014/main" id="{74403774-4D9A-43AF-A2A0-51170F399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926"/>
              <a:ext cx="97" cy="72"/>
            </a:xfrm>
            <a:custGeom>
              <a:avLst/>
              <a:gdLst>
                <a:gd name="T0" fmla="*/ 285 w 50"/>
                <a:gd name="T1" fmla="*/ 88 h 35"/>
                <a:gd name="T2" fmla="*/ 132 w 50"/>
                <a:gd name="T3" fmla="*/ 253 h 35"/>
                <a:gd name="T4" fmla="*/ 60 w 50"/>
                <a:gd name="T5" fmla="*/ 43 h 35"/>
                <a:gd name="T6" fmla="*/ 285 w 50"/>
                <a:gd name="T7" fmla="*/ 8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5">
                  <a:moveTo>
                    <a:pt x="39" y="10"/>
                  </a:moveTo>
                  <a:cubicBezTo>
                    <a:pt x="50" y="22"/>
                    <a:pt x="36" y="35"/>
                    <a:pt x="18" y="29"/>
                  </a:cubicBezTo>
                  <a:cubicBezTo>
                    <a:pt x="0" y="23"/>
                    <a:pt x="3" y="10"/>
                    <a:pt x="8" y="5"/>
                  </a:cubicBezTo>
                  <a:cubicBezTo>
                    <a:pt x="15" y="0"/>
                    <a:pt x="32" y="3"/>
                    <a:pt x="39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7" name="Freeform 2055">
              <a:extLst>
                <a:ext uri="{FF2B5EF4-FFF2-40B4-BE49-F238E27FC236}">
                  <a16:creationId xmlns:a16="http://schemas.microsoft.com/office/drawing/2014/main" id="{8D358C6F-072D-44BF-837D-5E008325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953"/>
              <a:ext cx="77" cy="43"/>
            </a:xfrm>
            <a:custGeom>
              <a:avLst/>
              <a:gdLst>
                <a:gd name="T0" fmla="*/ 277 w 40"/>
                <a:gd name="T1" fmla="*/ 33 h 21"/>
                <a:gd name="T2" fmla="*/ 100 w 40"/>
                <a:gd name="T3" fmla="*/ 113 h 21"/>
                <a:gd name="T4" fmla="*/ 0 w 40"/>
                <a:gd name="T5" fmla="*/ 0 h 21"/>
                <a:gd name="T6" fmla="*/ 100 w 40"/>
                <a:gd name="T7" fmla="*/ 139 h 21"/>
                <a:gd name="T8" fmla="*/ 277 w 40"/>
                <a:gd name="T9" fmla="*/ 3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1">
                  <a:moveTo>
                    <a:pt x="39" y="4"/>
                  </a:moveTo>
                  <a:cubicBezTo>
                    <a:pt x="38" y="12"/>
                    <a:pt x="27" y="17"/>
                    <a:pt x="14" y="13"/>
                  </a:cubicBezTo>
                  <a:cubicBezTo>
                    <a:pt x="5" y="10"/>
                    <a:pt x="1" y="4"/>
                    <a:pt x="0" y="0"/>
                  </a:cubicBezTo>
                  <a:cubicBezTo>
                    <a:pt x="0" y="5"/>
                    <a:pt x="3" y="12"/>
                    <a:pt x="14" y="16"/>
                  </a:cubicBezTo>
                  <a:cubicBezTo>
                    <a:pt x="29" y="21"/>
                    <a:pt x="40" y="14"/>
                    <a:pt x="39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8" name="Freeform 2056">
              <a:extLst>
                <a:ext uri="{FF2B5EF4-FFF2-40B4-BE49-F238E27FC236}">
                  <a16:creationId xmlns:a16="http://schemas.microsoft.com/office/drawing/2014/main" id="{10112F4C-7135-4825-A4F3-07263CFCD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928"/>
              <a:ext cx="41" cy="12"/>
            </a:xfrm>
            <a:custGeom>
              <a:avLst/>
              <a:gdLst>
                <a:gd name="T0" fmla="*/ 156 w 21"/>
                <a:gd name="T1" fmla="*/ 48 h 6"/>
                <a:gd name="T2" fmla="*/ 0 w 21"/>
                <a:gd name="T3" fmla="*/ 16 h 6"/>
                <a:gd name="T4" fmla="*/ 156 w 21"/>
                <a:gd name="T5" fmla="*/ 4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">
                  <a:moveTo>
                    <a:pt x="21" y="6"/>
                  </a:moveTo>
                  <a:cubicBezTo>
                    <a:pt x="15" y="2"/>
                    <a:pt x="5" y="0"/>
                    <a:pt x="0" y="2"/>
                  </a:cubicBezTo>
                  <a:cubicBezTo>
                    <a:pt x="5" y="2"/>
                    <a:pt x="15" y="3"/>
                    <a:pt x="21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9" name="Freeform 2057">
              <a:extLst>
                <a:ext uri="{FF2B5EF4-FFF2-40B4-BE49-F238E27FC236}">
                  <a16:creationId xmlns:a16="http://schemas.microsoft.com/office/drawing/2014/main" id="{527944F8-4578-4B4A-AE75-E5566DC0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975"/>
              <a:ext cx="62" cy="27"/>
            </a:xfrm>
            <a:custGeom>
              <a:avLst/>
              <a:gdLst>
                <a:gd name="T0" fmla="*/ 0 w 32"/>
                <a:gd name="T1" fmla="*/ 0 h 13"/>
                <a:gd name="T2" fmla="*/ 233 w 32"/>
                <a:gd name="T3" fmla="*/ 17 h 13"/>
                <a:gd name="T4" fmla="*/ 0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3" y="4"/>
                    <a:pt x="22" y="13"/>
                    <a:pt x="32" y="2"/>
                  </a:cubicBezTo>
                  <a:cubicBezTo>
                    <a:pt x="29" y="8"/>
                    <a:pt x="12" y="1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0" name="Freeform 2058">
              <a:extLst>
                <a:ext uri="{FF2B5EF4-FFF2-40B4-BE49-F238E27FC236}">
                  <a16:creationId xmlns:a16="http://schemas.microsoft.com/office/drawing/2014/main" id="{F9525EEE-6E93-4A06-B843-3E57B7BF5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903"/>
              <a:ext cx="145" cy="120"/>
            </a:xfrm>
            <a:custGeom>
              <a:avLst/>
              <a:gdLst>
                <a:gd name="T0" fmla="*/ 288 w 75"/>
                <a:gd name="T1" fmla="*/ 35 h 58"/>
                <a:gd name="T2" fmla="*/ 116 w 75"/>
                <a:gd name="T3" fmla="*/ 43 h 58"/>
                <a:gd name="T4" fmla="*/ 23 w 75"/>
                <a:gd name="T5" fmla="*/ 205 h 58"/>
                <a:gd name="T6" fmla="*/ 304 w 75"/>
                <a:gd name="T7" fmla="*/ 505 h 58"/>
                <a:gd name="T8" fmla="*/ 505 w 75"/>
                <a:gd name="T9" fmla="*/ 205 h 58"/>
                <a:gd name="T10" fmla="*/ 288 w 75"/>
                <a:gd name="T11" fmla="*/ 3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8">
                  <a:moveTo>
                    <a:pt x="40" y="4"/>
                  </a:moveTo>
                  <a:cubicBezTo>
                    <a:pt x="31" y="1"/>
                    <a:pt x="23" y="0"/>
                    <a:pt x="16" y="5"/>
                  </a:cubicBezTo>
                  <a:cubicBezTo>
                    <a:pt x="9" y="9"/>
                    <a:pt x="4" y="15"/>
                    <a:pt x="3" y="23"/>
                  </a:cubicBezTo>
                  <a:cubicBezTo>
                    <a:pt x="0" y="41"/>
                    <a:pt x="20" y="58"/>
                    <a:pt x="42" y="57"/>
                  </a:cubicBezTo>
                  <a:cubicBezTo>
                    <a:pt x="64" y="55"/>
                    <a:pt x="75" y="36"/>
                    <a:pt x="70" y="23"/>
                  </a:cubicBezTo>
                  <a:cubicBezTo>
                    <a:pt x="64" y="12"/>
                    <a:pt x="58" y="9"/>
                    <a:pt x="40" y="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1" name="Freeform 2059">
              <a:extLst>
                <a:ext uri="{FF2B5EF4-FFF2-40B4-BE49-F238E27FC236}">
                  <a16:creationId xmlns:a16="http://schemas.microsoft.com/office/drawing/2014/main" id="{0FAA3D55-2F14-43B4-A682-20CAD69A3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936"/>
              <a:ext cx="79" cy="58"/>
            </a:xfrm>
            <a:custGeom>
              <a:avLst/>
              <a:gdLst>
                <a:gd name="T0" fmla="*/ 256 w 41"/>
                <a:gd name="T1" fmla="*/ 44 h 28"/>
                <a:gd name="T2" fmla="*/ 272 w 41"/>
                <a:gd name="T3" fmla="*/ 168 h 28"/>
                <a:gd name="T4" fmla="*/ 108 w 41"/>
                <a:gd name="T5" fmla="*/ 215 h 28"/>
                <a:gd name="T6" fmla="*/ 15 w 41"/>
                <a:gd name="T7" fmla="*/ 99 h 28"/>
                <a:gd name="T8" fmla="*/ 37 w 41"/>
                <a:gd name="T9" fmla="*/ 0 h 28"/>
                <a:gd name="T10" fmla="*/ 37 w 41"/>
                <a:gd name="T11" fmla="*/ 0 h 28"/>
                <a:gd name="T12" fmla="*/ 8 w 41"/>
                <a:gd name="T13" fmla="*/ 99 h 28"/>
                <a:gd name="T14" fmla="*/ 108 w 41"/>
                <a:gd name="T15" fmla="*/ 215 h 28"/>
                <a:gd name="T16" fmla="*/ 279 w 41"/>
                <a:gd name="T17" fmla="*/ 168 h 28"/>
                <a:gd name="T18" fmla="*/ 256 w 41"/>
                <a:gd name="T19" fmla="*/ 44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8">
                  <a:moveTo>
                    <a:pt x="36" y="5"/>
                  </a:moveTo>
                  <a:cubicBezTo>
                    <a:pt x="40" y="10"/>
                    <a:pt x="41" y="15"/>
                    <a:pt x="38" y="19"/>
                  </a:cubicBezTo>
                  <a:cubicBezTo>
                    <a:pt x="35" y="24"/>
                    <a:pt x="27" y="27"/>
                    <a:pt x="15" y="24"/>
                  </a:cubicBezTo>
                  <a:cubicBezTo>
                    <a:pt x="5" y="20"/>
                    <a:pt x="2" y="15"/>
                    <a:pt x="2" y="11"/>
                  </a:cubicBezTo>
                  <a:cubicBezTo>
                    <a:pt x="1" y="7"/>
                    <a:pt x="3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3"/>
                    <a:pt x="0" y="7"/>
                    <a:pt x="1" y="11"/>
                  </a:cubicBezTo>
                  <a:cubicBezTo>
                    <a:pt x="2" y="15"/>
                    <a:pt x="5" y="21"/>
                    <a:pt x="15" y="24"/>
                  </a:cubicBezTo>
                  <a:cubicBezTo>
                    <a:pt x="27" y="28"/>
                    <a:pt x="35" y="24"/>
                    <a:pt x="39" y="19"/>
                  </a:cubicBezTo>
                  <a:cubicBezTo>
                    <a:pt x="41" y="15"/>
                    <a:pt x="40" y="10"/>
                    <a:pt x="36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2" name="Freeform 2060">
              <a:extLst>
                <a:ext uri="{FF2B5EF4-FFF2-40B4-BE49-F238E27FC236}">
                  <a16:creationId xmlns:a16="http://schemas.microsoft.com/office/drawing/2014/main" id="{45EC672C-A3F4-4C57-A83C-51F0610A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027"/>
              <a:ext cx="135" cy="115"/>
            </a:xfrm>
            <a:custGeom>
              <a:avLst/>
              <a:gdLst>
                <a:gd name="T0" fmla="*/ 245 w 70"/>
                <a:gd name="T1" fmla="*/ 16 h 56"/>
                <a:gd name="T2" fmla="*/ 79 w 70"/>
                <a:gd name="T3" fmla="*/ 51 h 56"/>
                <a:gd name="T4" fmla="*/ 8 w 70"/>
                <a:gd name="T5" fmla="*/ 216 h 56"/>
                <a:gd name="T6" fmla="*/ 293 w 70"/>
                <a:gd name="T7" fmla="*/ 452 h 56"/>
                <a:gd name="T8" fmla="*/ 457 w 70"/>
                <a:gd name="T9" fmla="*/ 148 h 56"/>
                <a:gd name="T10" fmla="*/ 245 w 70"/>
                <a:gd name="T11" fmla="*/ 1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4" y="2"/>
                  </a:moveTo>
                  <a:cubicBezTo>
                    <a:pt x="25" y="1"/>
                    <a:pt x="17" y="0"/>
                    <a:pt x="11" y="6"/>
                  </a:cubicBezTo>
                  <a:cubicBezTo>
                    <a:pt x="5" y="10"/>
                    <a:pt x="1" y="17"/>
                    <a:pt x="1" y="25"/>
                  </a:cubicBezTo>
                  <a:cubicBezTo>
                    <a:pt x="0" y="42"/>
                    <a:pt x="21" y="56"/>
                    <a:pt x="41" y="52"/>
                  </a:cubicBezTo>
                  <a:cubicBezTo>
                    <a:pt x="62" y="48"/>
                    <a:pt x="70" y="29"/>
                    <a:pt x="64" y="17"/>
                  </a:cubicBezTo>
                  <a:cubicBezTo>
                    <a:pt x="58" y="7"/>
                    <a:pt x="52" y="5"/>
                    <a:pt x="34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3" name="Freeform 2061">
              <a:extLst>
                <a:ext uri="{FF2B5EF4-FFF2-40B4-BE49-F238E27FC236}">
                  <a16:creationId xmlns:a16="http://schemas.microsoft.com/office/drawing/2014/main" id="{63A253B1-F8F5-4E6C-9BD7-D930F9269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047"/>
              <a:ext cx="110" cy="89"/>
            </a:xfrm>
            <a:custGeom>
              <a:avLst/>
              <a:gdLst>
                <a:gd name="T0" fmla="*/ 365 w 57"/>
                <a:gd name="T1" fmla="*/ 72 h 43"/>
                <a:gd name="T2" fmla="*/ 316 w 57"/>
                <a:gd name="T3" fmla="*/ 0 h 43"/>
                <a:gd name="T4" fmla="*/ 353 w 57"/>
                <a:gd name="T5" fmla="*/ 60 h 43"/>
                <a:gd name="T6" fmla="*/ 201 w 57"/>
                <a:gd name="T7" fmla="*/ 356 h 43"/>
                <a:gd name="T8" fmla="*/ 0 w 57"/>
                <a:gd name="T9" fmla="*/ 300 h 43"/>
                <a:gd name="T10" fmla="*/ 208 w 57"/>
                <a:gd name="T11" fmla="*/ 364 h 43"/>
                <a:gd name="T12" fmla="*/ 365 w 57"/>
                <a:gd name="T13" fmla="*/ 7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3">
                  <a:moveTo>
                    <a:pt x="51" y="8"/>
                  </a:moveTo>
                  <a:cubicBezTo>
                    <a:pt x="49" y="5"/>
                    <a:pt x="47" y="2"/>
                    <a:pt x="44" y="0"/>
                  </a:cubicBezTo>
                  <a:cubicBezTo>
                    <a:pt x="46" y="2"/>
                    <a:pt x="48" y="4"/>
                    <a:pt x="49" y="7"/>
                  </a:cubicBezTo>
                  <a:cubicBezTo>
                    <a:pt x="55" y="18"/>
                    <a:pt x="47" y="36"/>
                    <a:pt x="28" y="40"/>
                  </a:cubicBezTo>
                  <a:cubicBezTo>
                    <a:pt x="17" y="42"/>
                    <a:pt x="7" y="39"/>
                    <a:pt x="0" y="34"/>
                  </a:cubicBezTo>
                  <a:cubicBezTo>
                    <a:pt x="7" y="40"/>
                    <a:pt x="18" y="43"/>
                    <a:pt x="29" y="41"/>
                  </a:cubicBezTo>
                  <a:cubicBezTo>
                    <a:pt x="49" y="38"/>
                    <a:pt x="57" y="19"/>
                    <a:pt x="51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4" name="Freeform 2062">
              <a:extLst>
                <a:ext uri="{FF2B5EF4-FFF2-40B4-BE49-F238E27FC236}">
                  <a16:creationId xmlns:a16="http://schemas.microsoft.com/office/drawing/2014/main" id="{512E882B-8D5F-4B11-B9F1-2D204545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29"/>
              <a:ext cx="104" cy="91"/>
            </a:xfrm>
            <a:custGeom>
              <a:avLst/>
              <a:gdLst>
                <a:gd name="T0" fmla="*/ 15 w 54"/>
                <a:gd name="T1" fmla="*/ 223 h 44"/>
                <a:gd name="T2" fmla="*/ 77 w 54"/>
                <a:gd name="T3" fmla="*/ 60 h 44"/>
                <a:gd name="T4" fmla="*/ 237 w 54"/>
                <a:gd name="T5" fmla="*/ 25 h 44"/>
                <a:gd name="T6" fmla="*/ 385 w 54"/>
                <a:gd name="T7" fmla="*/ 81 h 44"/>
                <a:gd name="T8" fmla="*/ 223 w 54"/>
                <a:gd name="T9" fmla="*/ 17 h 44"/>
                <a:gd name="T10" fmla="*/ 64 w 54"/>
                <a:gd name="T11" fmla="*/ 52 h 44"/>
                <a:gd name="T12" fmla="*/ 0 w 54"/>
                <a:gd name="T13" fmla="*/ 205 h 44"/>
                <a:gd name="T14" fmla="*/ 85 w 54"/>
                <a:gd name="T15" fmla="*/ 389 h 44"/>
                <a:gd name="T16" fmla="*/ 15 w 54"/>
                <a:gd name="T17" fmla="*/ 22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4">
                  <a:moveTo>
                    <a:pt x="2" y="25"/>
                  </a:moveTo>
                  <a:cubicBezTo>
                    <a:pt x="2" y="17"/>
                    <a:pt x="6" y="11"/>
                    <a:pt x="11" y="7"/>
                  </a:cubicBezTo>
                  <a:cubicBezTo>
                    <a:pt x="17" y="2"/>
                    <a:pt x="25" y="2"/>
                    <a:pt x="33" y="3"/>
                  </a:cubicBezTo>
                  <a:cubicBezTo>
                    <a:pt x="43" y="5"/>
                    <a:pt x="49" y="6"/>
                    <a:pt x="54" y="9"/>
                  </a:cubicBezTo>
                  <a:cubicBezTo>
                    <a:pt x="49" y="6"/>
                    <a:pt x="43" y="4"/>
                    <a:pt x="31" y="2"/>
                  </a:cubicBezTo>
                  <a:cubicBezTo>
                    <a:pt x="23" y="1"/>
                    <a:pt x="16" y="0"/>
                    <a:pt x="9" y="6"/>
                  </a:cubicBezTo>
                  <a:cubicBezTo>
                    <a:pt x="4" y="10"/>
                    <a:pt x="0" y="16"/>
                    <a:pt x="0" y="23"/>
                  </a:cubicBezTo>
                  <a:cubicBezTo>
                    <a:pt x="0" y="32"/>
                    <a:pt x="5" y="39"/>
                    <a:pt x="12" y="44"/>
                  </a:cubicBezTo>
                  <a:cubicBezTo>
                    <a:pt x="6" y="39"/>
                    <a:pt x="2" y="32"/>
                    <a:pt x="2" y="2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5" name="Freeform 2063">
              <a:extLst>
                <a:ext uri="{FF2B5EF4-FFF2-40B4-BE49-F238E27FC236}">
                  <a16:creationId xmlns:a16="http://schemas.microsoft.com/office/drawing/2014/main" id="{11EE9897-665B-48AB-A455-1274329D5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047"/>
              <a:ext cx="91" cy="64"/>
            </a:xfrm>
            <a:custGeom>
              <a:avLst/>
              <a:gdLst>
                <a:gd name="T0" fmla="*/ 256 w 47"/>
                <a:gd name="T1" fmla="*/ 60 h 31"/>
                <a:gd name="T2" fmla="*/ 124 w 47"/>
                <a:gd name="T3" fmla="*/ 239 h 31"/>
                <a:gd name="T4" fmla="*/ 37 w 47"/>
                <a:gd name="T5" fmla="*/ 52 h 31"/>
                <a:gd name="T6" fmla="*/ 256 w 47"/>
                <a:gd name="T7" fmla="*/ 6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35" y="7"/>
                  </a:moveTo>
                  <a:cubicBezTo>
                    <a:pt x="47" y="17"/>
                    <a:pt x="35" y="31"/>
                    <a:pt x="17" y="27"/>
                  </a:cubicBezTo>
                  <a:cubicBezTo>
                    <a:pt x="0" y="23"/>
                    <a:pt x="1" y="11"/>
                    <a:pt x="5" y="6"/>
                  </a:cubicBezTo>
                  <a:cubicBezTo>
                    <a:pt x="11" y="0"/>
                    <a:pt x="28" y="2"/>
                    <a:pt x="35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6" name="Freeform 2064">
              <a:extLst>
                <a:ext uri="{FF2B5EF4-FFF2-40B4-BE49-F238E27FC236}">
                  <a16:creationId xmlns:a16="http://schemas.microsoft.com/office/drawing/2014/main" id="{056A23B0-5587-43A0-9FFB-4161FA75B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076"/>
              <a:ext cx="77" cy="33"/>
            </a:xfrm>
            <a:custGeom>
              <a:avLst/>
              <a:gdLst>
                <a:gd name="T0" fmla="*/ 264 w 40"/>
                <a:gd name="T1" fmla="*/ 0 h 16"/>
                <a:gd name="T2" fmla="*/ 108 w 40"/>
                <a:gd name="T3" fmla="*/ 97 h 16"/>
                <a:gd name="T4" fmla="*/ 0 w 40"/>
                <a:gd name="T5" fmla="*/ 0 h 16"/>
                <a:gd name="T6" fmla="*/ 108 w 40"/>
                <a:gd name="T7" fmla="*/ 116 h 16"/>
                <a:gd name="T8" fmla="*/ 264 w 4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6">
                  <a:moveTo>
                    <a:pt x="37" y="0"/>
                  </a:moveTo>
                  <a:cubicBezTo>
                    <a:pt x="37" y="7"/>
                    <a:pt x="28" y="13"/>
                    <a:pt x="15" y="11"/>
                  </a:cubicBezTo>
                  <a:cubicBezTo>
                    <a:pt x="6" y="9"/>
                    <a:pt x="2" y="4"/>
                    <a:pt x="0" y="0"/>
                  </a:cubicBezTo>
                  <a:cubicBezTo>
                    <a:pt x="0" y="5"/>
                    <a:pt x="4" y="11"/>
                    <a:pt x="15" y="13"/>
                  </a:cubicBezTo>
                  <a:cubicBezTo>
                    <a:pt x="30" y="16"/>
                    <a:pt x="40" y="8"/>
                    <a:pt x="3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7" name="Freeform 2065">
              <a:extLst>
                <a:ext uri="{FF2B5EF4-FFF2-40B4-BE49-F238E27FC236}">
                  <a16:creationId xmlns:a16="http://schemas.microsoft.com/office/drawing/2014/main" id="{432C41F7-5B09-4316-A4B0-1CB8AAB3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050"/>
              <a:ext cx="41" cy="6"/>
            </a:xfrm>
            <a:custGeom>
              <a:avLst/>
              <a:gdLst>
                <a:gd name="T0" fmla="*/ 156 w 21"/>
                <a:gd name="T1" fmla="*/ 24 h 3"/>
                <a:gd name="T2" fmla="*/ 0 w 21"/>
                <a:gd name="T3" fmla="*/ 24 h 3"/>
                <a:gd name="T4" fmla="*/ 156 w 2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">
                  <a:moveTo>
                    <a:pt x="21" y="3"/>
                  </a:moveTo>
                  <a:cubicBezTo>
                    <a:pt x="15" y="0"/>
                    <a:pt x="5" y="0"/>
                    <a:pt x="0" y="3"/>
                  </a:cubicBezTo>
                  <a:cubicBezTo>
                    <a:pt x="5" y="2"/>
                    <a:pt x="15" y="2"/>
                    <a:pt x="21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8" name="Freeform 2066">
              <a:extLst>
                <a:ext uri="{FF2B5EF4-FFF2-40B4-BE49-F238E27FC236}">
                  <a16:creationId xmlns:a16="http://schemas.microsoft.com/office/drawing/2014/main" id="{CDAD7058-3202-4ECD-B28F-13603EF5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093"/>
              <a:ext cx="59" cy="27"/>
            </a:xfrm>
            <a:custGeom>
              <a:avLst/>
              <a:gdLst>
                <a:gd name="T0" fmla="*/ 0 w 31"/>
                <a:gd name="T1" fmla="*/ 17 h 13"/>
                <a:gd name="T2" fmla="*/ 213 w 31"/>
                <a:gd name="T3" fmla="*/ 0 h 13"/>
                <a:gd name="T4" fmla="*/ 0 w 31"/>
                <a:gd name="T5" fmla="*/ 1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3">
                  <a:moveTo>
                    <a:pt x="0" y="2"/>
                  </a:moveTo>
                  <a:cubicBezTo>
                    <a:pt x="4" y="5"/>
                    <a:pt x="22" y="11"/>
                    <a:pt x="31" y="0"/>
                  </a:cubicBezTo>
                  <a:cubicBezTo>
                    <a:pt x="28" y="6"/>
                    <a:pt x="13" y="13"/>
                    <a:pt x="0" y="2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9" name="Freeform 2067">
              <a:extLst>
                <a:ext uri="{FF2B5EF4-FFF2-40B4-BE49-F238E27FC236}">
                  <a16:creationId xmlns:a16="http://schemas.microsoft.com/office/drawing/2014/main" id="{0BB2573D-0FC2-413C-A7BB-A6381FF0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027"/>
              <a:ext cx="135" cy="115"/>
            </a:xfrm>
            <a:custGeom>
              <a:avLst/>
              <a:gdLst>
                <a:gd name="T0" fmla="*/ 245 w 70"/>
                <a:gd name="T1" fmla="*/ 16 h 56"/>
                <a:gd name="T2" fmla="*/ 79 w 70"/>
                <a:gd name="T3" fmla="*/ 51 h 56"/>
                <a:gd name="T4" fmla="*/ 8 w 70"/>
                <a:gd name="T5" fmla="*/ 216 h 56"/>
                <a:gd name="T6" fmla="*/ 293 w 70"/>
                <a:gd name="T7" fmla="*/ 452 h 56"/>
                <a:gd name="T8" fmla="*/ 457 w 70"/>
                <a:gd name="T9" fmla="*/ 148 h 56"/>
                <a:gd name="T10" fmla="*/ 245 w 70"/>
                <a:gd name="T11" fmla="*/ 1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6">
                  <a:moveTo>
                    <a:pt x="34" y="2"/>
                  </a:moveTo>
                  <a:cubicBezTo>
                    <a:pt x="25" y="1"/>
                    <a:pt x="17" y="0"/>
                    <a:pt x="11" y="6"/>
                  </a:cubicBezTo>
                  <a:cubicBezTo>
                    <a:pt x="5" y="10"/>
                    <a:pt x="1" y="17"/>
                    <a:pt x="1" y="25"/>
                  </a:cubicBezTo>
                  <a:cubicBezTo>
                    <a:pt x="0" y="42"/>
                    <a:pt x="21" y="56"/>
                    <a:pt x="41" y="52"/>
                  </a:cubicBezTo>
                  <a:cubicBezTo>
                    <a:pt x="62" y="48"/>
                    <a:pt x="70" y="29"/>
                    <a:pt x="64" y="17"/>
                  </a:cubicBezTo>
                  <a:cubicBezTo>
                    <a:pt x="58" y="7"/>
                    <a:pt x="52" y="5"/>
                    <a:pt x="34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0" name="Freeform 2068">
              <a:extLst>
                <a:ext uri="{FF2B5EF4-FFF2-40B4-BE49-F238E27FC236}">
                  <a16:creationId xmlns:a16="http://schemas.microsoft.com/office/drawing/2014/main" id="{B19164E7-EE0E-4D3F-ABF1-E776504CD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060"/>
              <a:ext cx="77" cy="49"/>
            </a:xfrm>
            <a:custGeom>
              <a:avLst/>
              <a:gdLst>
                <a:gd name="T0" fmla="*/ 241 w 40"/>
                <a:gd name="T1" fmla="*/ 8 h 24"/>
                <a:gd name="T2" fmla="*/ 271 w 40"/>
                <a:gd name="T3" fmla="*/ 120 h 24"/>
                <a:gd name="T4" fmla="*/ 123 w 40"/>
                <a:gd name="T5" fmla="*/ 180 h 24"/>
                <a:gd name="T6" fmla="*/ 15 w 40"/>
                <a:gd name="T7" fmla="*/ 92 h 24"/>
                <a:gd name="T8" fmla="*/ 29 w 40"/>
                <a:gd name="T9" fmla="*/ 0 h 24"/>
                <a:gd name="T10" fmla="*/ 29 w 40"/>
                <a:gd name="T11" fmla="*/ 0 h 24"/>
                <a:gd name="T12" fmla="*/ 15 w 40"/>
                <a:gd name="T13" fmla="*/ 92 h 24"/>
                <a:gd name="T14" fmla="*/ 116 w 40"/>
                <a:gd name="T15" fmla="*/ 188 h 24"/>
                <a:gd name="T16" fmla="*/ 271 w 40"/>
                <a:gd name="T17" fmla="*/ 120 h 24"/>
                <a:gd name="T18" fmla="*/ 241 w 40"/>
                <a:gd name="T19" fmla="*/ 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4">
                  <a:moveTo>
                    <a:pt x="34" y="1"/>
                  </a:moveTo>
                  <a:cubicBezTo>
                    <a:pt x="38" y="5"/>
                    <a:pt x="40" y="10"/>
                    <a:pt x="38" y="14"/>
                  </a:cubicBezTo>
                  <a:cubicBezTo>
                    <a:pt x="35" y="19"/>
                    <a:pt x="28" y="24"/>
                    <a:pt x="17" y="21"/>
                  </a:cubicBezTo>
                  <a:cubicBezTo>
                    <a:pt x="7" y="19"/>
                    <a:pt x="3" y="14"/>
                    <a:pt x="2" y="11"/>
                  </a:cubicBezTo>
                  <a:cubicBezTo>
                    <a:pt x="1" y="7"/>
                    <a:pt x="2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3"/>
                    <a:pt x="0" y="7"/>
                    <a:pt x="2" y="11"/>
                  </a:cubicBezTo>
                  <a:cubicBezTo>
                    <a:pt x="3" y="15"/>
                    <a:pt x="6" y="19"/>
                    <a:pt x="16" y="22"/>
                  </a:cubicBezTo>
                  <a:cubicBezTo>
                    <a:pt x="28" y="24"/>
                    <a:pt x="36" y="20"/>
                    <a:pt x="38" y="14"/>
                  </a:cubicBezTo>
                  <a:cubicBezTo>
                    <a:pt x="40" y="10"/>
                    <a:pt x="39" y="5"/>
                    <a:pt x="34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1" name="Freeform 2069">
              <a:extLst>
                <a:ext uri="{FF2B5EF4-FFF2-40B4-BE49-F238E27FC236}">
                  <a16:creationId xmlns:a16="http://schemas.microsoft.com/office/drawing/2014/main" id="{FE5BD645-F704-4B10-83B2-497292001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3025"/>
              <a:ext cx="137" cy="115"/>
            </a:xfrm>
            <a:custGeom>
              <a:avLst/>
              <a:gdLst>
                <a:gd name="T0" fmla="*/ 245 w 71"/>
                <a:gd name="T1" fmla="*/ 16 h 56"/>
                <a:gd name="T2" fmla="*/ 79 w 71"/>
                <a:gd name="T3" fmla="*/ 43 h 56"/>
                <a:gd name="T4" fmla="*/ 8 w 71"/>
                <a:gd name="T5" fmla="*/ 207 h 56"/>
                <a:gd name="T6" fmla="*/ 301 w 71"/>
                <a:gd name="T7" fmla="*/ 452 h 56"/>
                <a:gd name="T8" fmla="*/ 465 w 71"/>
                <a:gd name="T9" fmla="*/ 148 h 56"/>
                <a:gd name="T10" fmla="*/ 245 w 71"/>
                <a:gd name="T11" fmla="*/ 1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56">
                  <a:moveTo>
                    <a:pt x="34" y="2"/>
                  </a:moveTo>
                  <a:cubicBezTo>
                    <a:pt x="25" y="1"/>
                    <a:pt x="17" y="0"/>
                    <a:pt x="11" y="5"/>
                  </a:cubicBezTo>
                  <a:cubicBezTo>
                    <a:pt x="5" y="10"/>
                    <a:pt x="1" y="16"/>
                    <a:pt x="1" y="24"/>
                  </a:cubicBezTo>
                  <a:cubicBezTo>
                    <a:pt x="0" y="42"/>
                    <a:pt x="21" y="56"/>
                    <a:pt x="42" y="52"/>
                  </a:cubicBezTo>
                  <a:cubicBezTo>
                    <a:pt x="62" y="48"/>
                    <a:pt x="71" y="29"/>
                    <a:pt x="65" y="17"/>
                  </a:cubicBezTo>
                  <a:cubicBezTo>
                    <a:pt x="58" y="7"/>
                    <a:pt x="52" y="5"/>
                    <a:pt x="34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2" name="Freeform 2070">
              <a:extLst>
                <a:ext uri="{FF2B5EF4-FFF2-40B4-BE49-F238E27FC236}">
                  <a16:creationId xmlns:a16="http://schemas.microsoft.com/office/drawing/2014/main" id="{A5EE5F80-B3EE-46D4-8F24-B757305F6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045"/>
              <a:ext cx="110" cy="89"/>
            </a:xfrm>
            <a:custGeom>
              <a:avLst/>
              <a:gdLst>
                <a:gd name="T0" fmla="*/ 365 w 57"/>
                <a:gd name="T1" fmla="*/ 72 h 43"/>
                <a:gd name="T2" fmla="*/ 316 w 57"/>
                <a:gd name="T3" fmla="*/ 0 h 43"/>
                <a:gd name="T4" fmla="*/ 357 w 57"/>
                <a:gd name="T5" fmla="*/ 60 h 43"/>
                <a:gd name="T6" fmla="*/ 201 w 57"/>
                <a:gd name="T7" fmla="*/ 356 h 43"/>
                <a:gd name="T8" fmla="*/ 0 w 57"/>
                <a:gd name="T9" fmla="*/ 292 h 43"/>
                <a:gd name="T10" fmla="*/ 216 w 57"/>
                <a:gd name="T11" fmla="*/ 364 h 43"/>
                <a:gd name="T12" fmla="*/ 365 w 57"/>
                <a:gd name="T13" fmla="*/ 7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3">
                  <a:moveTo>
                    <a:pt x="51" y="8"/>
                  </a:moveTo>
                  <a:cubicBezTo>
                    <a:pt x="49" y="4"/>
                    <a:pt x="47" y="2"/>
                    <a:pt x="44" y="0"/>
                  </a:cubicBezTo>
                  <a:cubicBezTo>
                    <a:pt x="46" y="2"/>
                    <a:pt x="48" y="4"/>
                    <a:pt x="50" y="7"/>
                  </a:cubicBezTo>
                  <a:cubicBezTo>
                    <a:pt x="55" y="18"/>
                    <a:pt x="48" y="36"/>
                    <a:pt x="28" y="40"/>
                  </a:cubicBezTo>
                  <a:cubicBezTo>
                    <a:pt x="18" y="41"/>
                    <a:pt x="7" y="39"/>
                    <a:pt x="0" y="33"/>
                  </a:cubicBezTo>
                  <a:cubicBezTo>
                    <a:pt x="8" y="40"/>
                    <a:pt x="19" y="43"/>
                    <a:pt x="30" y="41"/>
                  </a:cubicBezTo>
                  <a:cubicBezTo>
                    <a:pt x="49" y="37"/>
                    <a:pt x="57" y="19"/>
                    <a:pt x="51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3" name="Freeform 2071">
              <a:extLst>
                <a:ext uri="{FF2B5EF4-FFF2-40B4-BE49-F238E27FC236}">
                  <a16:creationId xmlns:a16="http://schemas.microsoft.com/office/drawing/2014/main" id="{B09052A3-44D3-458B-BB95-C4EEE7C34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3027"/>
              <a:ext cx="104" cy="91"/>
            </a:xfrm>
            <a:custGeom>
              <a:avLst/>
              <a:gdLst>
                <a:gd name="T0" fmla="*/ 15 w 54"/>
                <a:gd name="T1" fmla="*/ 213 h 44"/>
                <a:gd name="T2" fmla="*/ 85 w 54"/>
                <a:gd name="T3" fmla="*/ 60 h 44"/>
                <a:gd name="T4" fmla="*/ 237 w 54"/>
                <a:gd name="T5" fmla="*/ 25 h 44"/>
                <a:gd name="T6" fmla="*/ 385 w 54"/>
                <a:gd name="T7" fmla="*/ 81 h 44"/>
                <a:gd name="T8" fmla="*/ 229 w 54"/>
                <a:gd name="T9" fmla="*/ 17 h 44"/>
                <a:gd name="T10" fmla="*/ 71 w 54"/>
                <a:gd name="T11" fmla="*/ 43 h 44"/>
                <a:gd name="T12" fmla="*/ 0 w 54"/>
                <a:gd name="T13" fmla="*/ 205 h 44"/>
                <a:gd name="T14" fmla="*/ 85 w 54"/>
                <a:gd name="T15" fmla="*/ 389 h 44"/>
                <a:gd name="T16" fmla="*/ 15 w 54"/>
                <a:gd name="T17" fmla="*/ 21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4">
                  <a:moveTo>
                    <a:pt x="2" y="24"/>
                  </a:moveTo>
                  <a:cubicBezTo>
                    <a:pt x="2" y="17"/>
                    <a:pt x="6" y="11"/>
                    <a:pt x="12" y="7"/>
                  </a:cubicBezTo>
                  <a:cubicBezTo>
                    <a:pt x="18" y="1"/>
                    <a:pt x="25" y="2"/>
                    <a:pt x="33" y="3"/>
                  </a:cubicBezTo>
                  <a:cubicBezTo>
                    <a:pt x="43" y="5"/>
                    <a:pt x="49" y="6"/>
                    <a:pt x="54" y="9"/>
                  </a:cubicBezTo>
                  <a:cubicBezTo>
                    <a:pt x="49" y="5"/>
                    <a:pt x="43" y="4"/>
                    <a:pt x="32" y="2"/>
                  </a:cubicBezTo>
                  <a:cubicBezTo>
                    <a:pt x="23" y="1"/>
                    <a:pt x="16" y="0"/>
                    <a:pt x="10" y="5"/>
                  </a:cubicBezTo>
                  <a:cubicBezTo>
                    <a:pt x="5" y="10"/>
                    <a:pt x="0" y="15"/>
                    <a:pt x="0" y="23"/>
                  </a:cubicBezTo>
                  <a:cubicBezTo>
                    <a:pt x="0" y="31"/>
                    <a:pt x="5" y="39"/>
                    <a:pt x="12" y="44"/>
                  </a:cubicBezTo>
                  <a:cubicBezTo>
                    <a:pt x="6" y="39"/>
                    <a:pt x="2" y="32"/>
                    <a:pt x="2" y="2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4" name="Freeform 2072">
              <a:extLst>
                <a:ext uri="{FF2B5EF4-FFF2-40B4-BE49-F238E27FC236}">
                  <a16:creationId xmlns:a16="http://schemas.microsoft.com/office/drawing/2014/main" id="{B94601F3-B4F0-4576-AC69-F7B3ED5AF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045"/>
              <a:ext cx="91" cy="64"/>
            </a:xfrm>
            <a:custGeom>
              <a:avLst/>
              <a:gdLst>
                <a:gd name="T0" fmla="*/ 256 w 47"/>
                <a:gd name="T1" fmla="*/ 60 h 31"/>
                <a:gd name="T2" fmla="*/ 132 w 47"/>
                <a:gd name="T3" fmla="*/ 239 h 31"/>
                <a:gd name="T4" fmla="*/ 37 w 47"/>
                <a:gd name="T5" fmla="*/ 52 h 31"/>
                <a:gd name="T6" fmla="*/ 256 w 47"/>
                <a:gd name="T7" fmla="*/ 6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35" y="7"/>
                  </a:moveTo>
                  <a:cubicBezTo>
                    <a:pt x="47" y="17"/>
                    <a:pt x="36" y="31"/>
                    <a:pt x="18" y="27"/>
                  </a:cubicBezTo>
                  <a:cubicBezTo>
                    <a:pt x="0" y="23"/>
                    <a:pt x="1" y="11"/>
                    <a:pt x="5" y="6"/>
                  </a:cubicBezTo>
                  <a:cubicBezTo>
                    <a:pt x="11" y="0"/>
                    <a:pt x="28" y="1"/>
                    <a:pt x="35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5" name="Freeform 2073">
              <a:extLst>
                <a:ext uri="{FF2B5EF4-FFF2-40B4-BE49-F238E27FC236}">
                  <a16:creationId xmlns:a16="http://schemas.microsoft.com/office/drawing/2014/main" id="{E3432950-3043-4A1F-BA6C-E5B9A5F1F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3072"/>
              <a:ext cx="75" cy="35"/>
            </a:xfrm>
            <a:custGeom>
              <a:avLst/>
              <a:gdLst>
                <a:gd name="T0" fmla="*/ 263 w 39"/>
                <a:gd name="T1" fmla="*/ 8 h 17"/>
                <a:gd name="T2" fmla="*/ 100 w 39"/>
                <a:gd name="T3" fmla="*/ 97 h 17"/>
                <a:gd name="T4" fmla="*/ 0 w 39"/>
                <a:gd name="T5" fmla="*/ 0 h 17"/>
                <a:gd name="T6" fmla="*/ 108 w 39"/>
                <a:gd name="T7" fmla="*/ 124 h 17"/>
                <a:gd name="T8" fmla="*/ 263 w 39"/>
                <a:gd name="T9" fmla="*/ 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7">
                  <a:moveTo>
                    <a:pt x="37" y="1"/>
                  </a:moveTo>
                  <a:cubicBezTo>
                    <a:pt x="36" y="8"/>
                    <a:pt x="27" y="14"/>
                    <a:pt x="14" y="11"/>
                  </a:cubicBezTo>
                  <a:cubicBezTo>
                    <a:pt x="5" y="9"/>
                    <a:pt x="1" y="5"/>
                    <a:pt x="0" y="0"/>
                  </a:cubicBezTo>
                  <a:cubicBezTo>
                    <a:pt x="0" y="6"/>
                    <a:pt x="3" y="12"/>
                    <a:pt x="15" y="14"/>
                  </a:cubicBezTo>
                  <a:cubicBezTo>
                    <a:pt x="29" y="17"/>
                    <a:pt x="39" y="9"/>
                    <a:pt x="37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6" name="Freeform 2074">
              <a:extLst>
                <a:ext uri="{FF2B5EF4-FFF2-40B4-BE49-F238E27FC236}">
                  <a16:creationId xmlns:a16="http://schemas.microsoft.com/office/drawing/2014/main" id="{C552295B-3D03-491E-AEAB-8284A9AA3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047"/>
              <a:ext cx="38" cy="7"/>
            </a:xfrm>
            <a:custGeom>
              <a:avLst/>
              <a:gdLst>
                <a:gd name="T0" fmla="*/ 137 w 20"/>
                <a:gd name="T1" fmla="*/ 37 h 3"/>
                <a:gd name="T2" fmla="*/ 0 w 20"/>
                <a:gd name="T3" fmla="*/ 28 h 3"/>
                <a:gd name="T4" fmla="*/ 137 w 20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">
                  <a:moveTo>
                    <a:pt x="20" y="3"/>
                  </a:moveTo>
                  <a:cubicBezTo>
                    <a:pt x="14" y="0"/>
                    <a:pt x="4" y="0"/>
                    <a:pt x="0" y="2"/>
                  </a:cubicBezTo>
                  <a:cubicBezTo>
                    <a:pt x="4" y="2"/>
                    <a:pt x="14" y="1"/>
                    <a:pt x="20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7" name="Freeform 2075">
              <a:extLst>
                <a:ext uri="{FF2B5EF4-FFF2-40B4-BE49-F238E27FC236}">
                  <a16:creationId xmlns:a16="http://schemas.microsoft.com/office/drawing/2014/main" id="{1522780D-D4C1-430D-B22C-78B610168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091"/>
              <a:ext cx="60" cy="25"/>
            </a:xfrm>
            <a:custGeom>
              <a:avLst/>
              <a:gdLst>
                <a:gd name="T0" fmla="*/ 0 w 31"/>
                <a:gd name="T1" fmla="*/ 8 h 12"/>
                <a:gd name="T2" fmla="*/ 225 w 31"/>
                <a:gd name="T3" fmla="*/ 0 h 12"/>
                <a:gd name="T4" fmla="*/ 0 w 31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">
                  <a:moveTo>
                    <a:pt x="0" y="1"/>
                  </a:moveTo>
                  <a:cubicBezTo>
                    <a:pt x="4" y="5"/>
                    <a:pt x="22" y="11"/>
                    <a:pt x="31" y="0"/>
                  </a:cubicBezTo>
                  <a:cubicBezTo>
                    <a:pt x="29" y="6"/>
                    <a:pt x="14" y="12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8" name="Freeform 2076">
              <a:extLst>
                <a:ext uri="{FF2B5EF4-FFF2-40B4-BE49-F238E27FC236}">
                  <a16:creationId xmlns:a16="http://schemas.microsoft.com/office/drawing/2014/main" id="{F1AE9690-A171-47C1-8C63-A7EFA584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3025"/>
              <a:ext cx="137" cy="115"/>
            </a:xfrm>
            <a:custGeom>
              <a:avLst/>
              <a:gdLst>
                <a:gd name="T0" fmla="*/ 245 w 71"/>
                <a:gd name="T1" fmla="*/ 16 h 56"/>
                <a:gd name="T2" fmla="*/ 79 w 71"/>
                <a:gd name="T3" fmla="*/ 43 h 56"/>
                <a:gd name="T4" fmla="*/ 8 w 71"/>
                <a:gd name="T5" fmla="*/ 207 h 56"/>
                <a:gd name="T6" fmla="*/ 301 w 71"/>
                <a:gd name="T7" fmla="*/ 452 h 56"/>
                <a:gd name="T8" fmla="*/ 465 w 71"/>
                <a:gd name="T9" fmla="*/ 148 h 56"/>
                <a:gd name="T10" fmla="*/ 245 w 71"/>
                <a:gd name="T11" fmla="*/ 1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56">
                  <a:moveTo>
                    <a:pt x="34" y="2"/>
                  </a:moveTo>
                  <a:cubicBezTo>
                    <a:pt x="25" y="1"/>
                    <a:pt x="17" y="0"/>
                    <a:pt x="11" y="5"/>
                  </a:cubicBezTo>
                  <a:cubicBezTo>
                    <a:pt x="5" y="10"/>
                    <a:pt x="1" y="16"/>
                    <a:pt x="1" y="24"/>
                  </a:cubicBezTo>
                  <a:cubicBezTo>
                    <a:pt x="0" y="42"/>
                    <a:pt x="21" y="56"/>
                    <a:pt x="42" y="52"/>
                  </a:cubicBezTo>
                  <a:cubicBezTo>
                    <a:pt x="62" y="48"/>
                    <a:pt x="71" y="29"/>
                    <a:pt x="65" y="17"/>
                  </a:cubicBezTo>
                  <a:cubicBezTo>
                    <a:pt x="58" y="7"/>
                    <a:pt x="52" y="5"/>
                    <a:pt x="34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9" name="Freeform 2077">
              <a:extLst>
                <a:ext uri="{FF2B5EF4-FFF2-40B4-BE49-F238E27FC236}">
                  <a16:creationId xmlns:a16="http://schemas.microsoft.com/office/drawing/2014/main" id="{0F912A3D-5FAB-40A3-A22D-1F09A290E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3058"/>
              <a:ext cx="75" cy="49"/>
            </a:xfrm>
            <a:custGeom>
              <a:avLst/>
              <a:gdLst>
                <a:gd name="T0" fmla="*/ 233 w 39"/>
                <a:gd name="T1" fmla="*/ 8 h 24"/>
                <a:gd name="T2" fmla="*/ 263 w 39"/>
                <a:gd name="T3" fmla="*/ 120 h 24"/>
                <a:gd name="T4" fmla="*/ 115 w 39"/>
                <a:gd name="T5" fmla="*/ 180 h 24"/>
                <a:gd name="T6" fmla="*/ 8 w 39"/>
                <a:gd name="T7" fmla="*/ 92 h 24"/>
                <a:gd name="T8" fmla="*/ 23 w 39"/>
                <a:gd name="T9" fmla="*/ 0 h 24"/>
                <a:gd name="T10" fmla="*/ 23 w 39"/>
                <a:gd name="T11" fmla="*/ 0 h 24"/>
                <a:gd name="T12" fmla="*/ 8 w 39"/>
                <a:gd name="T13" fmla="*/ 92 h 24"/>
                <a:gd name="T14" fmla="*/ 115 w 39"/>
                <a:gd name="T15" fmla="*/ 180 h 24"/>
                <a:gd name="T16" fmla="*/ 263 w 39"/>
                <a:gd name="T17" fmla="*/ 120 h 24"/>
                <a:gd name="T18" fmla="*/ 233 w 39"/>
                <a:gd name="T19" fmla="*/ 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4">
                  <a:moveTo>
                    <a:pt x="33" y="1"/>
                  </a:moveTo>
                  <a:cubicBezTo>
                    <a:pt x="38" y="5"/>
                    <a:pt x="39" y="10"/>
                    <a:pt x="37" y="14"/>
                  </a:cubicBezTo>
                  <a:cubicBezTo>
                    <a:pt x="34" y="19"/>
                    <a:pt x="27" y="23"/>
                    <a:pt x="16" y="21"/>
                  </a:cubicBezTo>
                  <a:cubicBezTo>
                    <a:pt x="6" y="19"/>
                    <a:pt x="3" y="14"/>
                    <a:pt x="1" y="11"/>
                  </a:cubicBezTo>
                  <a:cubicBezTo>
                    <a:pt x="0" y="7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6"/>
                    <a:pt x="1" y="11"/>
                  </a:cubicBezTo>
                  <a:cubicBezTo>
                    <a:pt x="2" y="14"/>
                    <a:pt x="6" y="19"/>
                    <a:pt x="16" y="21"/>
                  </a:cubicBezTo>
                  <a:cubicBezTo>
                    <a:pt x="27" y="24"/>
                    <a:pt x="35" y="19"/>
                    <a:pt x="37" y="14"/>
                  </a:cubicBezTo>
                  <a:cubicBezTo>
                    <a:pt x="39" y="10"/>
                    <a:pt x="38" y="5"/>
                    <a:pt x="33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0" name="Freeform 2078">
              <a:extLst>
                <a:ext uri="{FF2B5EF4-FFF2-40B4-BE49-F238E27FC236}">
                  <a16:creationId xmlns:a16="http://schemas.microsoft.com/office/drawing/2014/main" id="{BAB0FDB7-C583-4372-B8DC-64C8384B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878"/>
              <a:ext cx="110" cy="93"/>
            </a:xfrm>
            <a:custGeom>
              <a:avLst/>
              <a:gdLst>
                <a:gd name="T0" fmla="*/ 201 w 57"/>
                <a:gd name="T1" fmla="*/ 8 h 45"/>
                <a:gd name="T2" fmla="*/ 64 w 57"/>
                <a:gd name="T3" fmla="*/ 35 h 45"/>
                <a:gd name="T4" fmla="*/ 0 w 57"/>
                <a:gd name="T5" fmla="*/ 167 h 45"/>
                <a:gd name="T6" fmla="*/ 245 w 57"/>
                <a:gd name="T7" fmla="*/ 372 h 45"/>
                <a:gd name="T8" fmla="*/ 380 w 57"/>
                <a:gd name="T9" fmla="*/ 124 h 45"/>
                <a:gd name="T10" fmla="*/ 201 w 57"/>
                <a:gd name="T11" fmla="*/ 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5">
                  <a:moveTo>
                    <a:pt x="28" y="1"/>
                  </a:moveTo>
                  <a:cubicBezTo>
                    <a:pt x="20" y="0"/>
                    <a:pt x="14" y="0"/>
                    <a:pt x="9" y="4"/>
                  </a:cubicBezTo>
                  <a:cubicBezTo>
                    <a:pt x="4" y="8"/>
                    <a:pt x="0" y="13"/>
                    <a:pt x="0" y="19"/>
                  </a:cubicBezTo>
                  <a:cubicBezTo>
                    <a:pt x="0" y="34"/>
                    <a:pt x="17" y="45"/>
                    <a:pt x="34" y="42"/>
                  </a:cubicBezTo>
                  <a:cubicBezTo>
                    <a:pt x="51" y="39"/>
                    <a:pt x="57" y="23"/>
                    <a:pt x="53" y="14"/>
                  </a:cubicBezTo>
                  <a:cubicBezTo>
                    <a:pt x="47" y="5"/>
                    <a:pt x="42" y="3"/>
                    <a:pt x="28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1" name="Freeform 2079">
              <a:extLst>
                <a:ext uri="{FF2B5EF4-FFF2-40B4-BE49-F238E27FC236}">
                  <a16:creationId xmlns:a16="http://schemas.microsoft.com/office/drawing/2014/main" id="{BC2199A4-733A-4AC0-A148-068C6EDF5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895"/>
              <a:ext cx="89" cy="72"/>
            </a:xfrm>
            <a:custGeom>
              <a:avLst/>
              <a:gdLst>
                <a:gd name="T0" fmla="*/ 304 w 46"/>
                <a:gd name="T1" fmla="*/ 51 h 35"/>
                <a:gd name="T2" fmla="*/ 261 w 46"/>
                <a:gd name="T3" fmla="*/ 0 h 35"/>
                <a:gd name="T4" fmla="*/ 288 w 46"/>
                <a:gd name="T5" fmla="*/ 43 h 35"/>
                <a:gd name="T6" fmla="*/ 161 w 46"/>
                <a:gd name="T7" fmla="*/ 280 h 35"/>
                <a:gd name="T8" fmla="*/ 0 w 46"/>
                <a:gd name="T9" fmla="*/ 237 h 35"/>
                <a:gd name="T10" fmla="*/ 172 w 46"/>
                <a:gd name="T11" fmla="*/ 288 h 35"/>
                <a:gd name="T12" fmla="*/ 304 w 46"/>
                <a:gd name="T13" fmla="*/ 5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5">
                  <a:moveTo>
                    <a:pt x="42" y="6"/>
                  </a:moveTo>
                  <a:cubicBezTo>
                    <a:pt x="40" y="3"/>
                    <a:pt x="38" y="1"/>
                    <a:pt x="36" y="0"/>
                  </a:cubicBezTo>
                  <a:cubicBezTo>
                    <a:pt x="37" y="1"/>
                    <a:pt x="39" y="3"/>
                    <a:pt x="40" y="5"/>
                  </a:cubicBezTo>
                  <a:cubicBezTo>
                    <a:pt x="45" y="14"/>
                    <a:pt x="38" y="29"/>
                    <a:pt x="22" y="32"/>
                  </a:cubicBezTo>
                  <a:cubicBezTo>
                    <a:pt x="14" y="34"/>
                    <a:pt x="6" y="31"/>
                    <a:pt x="0" y="27"/>
                  </a:cubicBezTo>
                  <a:cubicBezTo>
                    <a:pt x="6" y="32"/>
                    <a:pt x="15" y="35"/>
                    <a:pt x="24" y="33"/>
                  </a:cubicBezTo>
                  <a:cubicBezTo>
                    <a:pt x="40" y="30"/>
                    <a:pt x="46" y="15"/>
                    <a:pt x="4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2" name="Freeform 2080">
              <a:extLst>
                <a:ext uri="{FF2B5EF4-FFF2-40B4-BE49-F238E27FC236}">
                  <a16:creationId xmlns:a16="http://schemas.microsoft.com/office/drawing/2014/main" id="{EEFBFD4C-BACE-49D5-8EAA-9E588C35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878"/>
              <a:ext cx="85" cy="75"/>
            </a:xfrm>
            <a:custGeom>
              <a:avLst/>
              <a:gdLst>
                <a:gd name="T0" fmla="*/ 15 w 44"/>
                <a:gd name="T1" fmla="*/ 183 h 36"/>
                <a:gd name="T2" fmla="*/ 71 w 44"/>
                <a:gd name="T3" fmla="*/ 56 h 36"/>
                <a:gd name="T4" fmla="*/ 201 w 44"/>
                <a:gd name="T5" fmla="*/ 27 h 36"/>
                <a:gd name="T6" fmla="*/ 317 w 44"/>
                <a:gd name="T7" fmla="*/ 73 h 36"/>
                <a:gd name="T8" fmla="*/ 187 w 44"/>
                <a:gd name="T9" fmla="*/ 17 h 36"/>
                <a:gd name="T10" fmla="*/ 56 w 44"/>
                <a:gd name="T11" fmla="*/ 44 h 36"/>
                <a:gd name="T12" fmla="*/ 0 w 44"/>
                <a:gd name="T13" fmla="*/ 173 h 36"/>
                <a:gd name="T14" fmla="*/ 79 w 44"/>
                <a:gd name="T15" fmla="*/ 325 h 36"/>
                <a:gd name="T16" fmla="*/ 15 w 44"/>
                <a:gd name="T17" fmla="*/ 18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6">
                  <a:moveTo>
                    <a:pt x="2" y="20"/>
                  </a:moveTo>
                  <a:cubicBezTo>
                    <a:pt x="2" y="14"/>
                    <a:pt x="6" y="9"/>
                    <a:pt x="10" y="6"/>
                  </a:cubicBezTo>
                  <a:cubicBezTo>
                    <a:pt x="15" y="2"/>
                    <a:pt x="21" y="2"/>
                    <a:pt x="28" y="3"/>
                  </a:cubicBezTo>
                  <a:cubicBezTo>
                    <a:pt x="36" y="4"/>
                    <a:pt x="41" y="5"/>
                    <a:pt x="44" y="8"/>
                  </a:cubicBezTo>
                  <a:cubicBezTo>
                    <a:pt x="41" y="5"/>
                    <a:pt x="35" y="3"/>
                    <a:pt x="26" y="2"/>
                  </a:cubicBezTo>
                  <a:cubicBezTo>
                    <a:pt x="19" y="1"/>
                    <a:pt x="13" y="0"/>
                    <a:pt x="8" y="5"/>
                  </a:cubicBezTo>
                  <a:cubicBezTo>
                    <a:pt x="4" y="8"/>
                    <a:pt x="1" y="13"/>
                    <a:pt x="0" y="19"/>
                  </a:cubicBezTo>
                  <a:cubicBezTo>
                    <a:pt x="0" y="26"/>
                    <a:pt x="4" y="32"/>
                    <a:pt x="11" y="36"/>
                  </a:cubicBezTo>
                  <a:cubicBezTo>
                    <a:pt x="5" y="32"/>
                    <a:pt x="2" y="27"/>
                    <a:pt x="2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3" name="Freeform 2081">
              <a:extLst>
                <a:ext uri="{FF2B5EF4-FFF2-40B4-BE49-F238E27FC236}">
                  <a16:creationId xmlns:a16="http://schemas.microsoft.com/office/drawing/2014/main" id="{CA7DA49A-7615-4E86-B75C-F8472C169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895"/>
              <a:ext cx="75" cy="51"/>
            </a:xfrm>
            <a:custGeom>
              <a:avLst/>
              <a:gdLst>
                <a:gd name="T0" fmla="*/ 208 w 39"/>
                <a:gd name="T1" fmla="*/ 49 h 25"/>
                <a:gd name="T2" fmla="*/ 108 w 39"/>
                <a:gd name="T3" fmla="*/ 188 h 25"/>
                <a:gd name="T4" fmla="*/ 37 w 39"/>
                <a:gd name="T5" fmla="*/ 41 h 25"/>
                <a:gd name="T6" fmla="*/ 208 w 39"/>
                <a:gd name="T7" fmla="*/ 4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5">
                  <a:moveTo>
                    <a:pt x="29" y="6"/>
                  </a:moveTo>
                  <a:cubicBezTo>
                    <a:pt x="39" y="14"/>
                    <a:pt x="30" y="25"/>
                    <a:pt x="15" y="22"/>
                  </a:cubicBezTo>
                  <a:cubicBezTo>
                    <a:pt x="0" y="19"/>
                    <a:pt x="1" y="9"/>
                    <a:pt x="5" y="5"/>
                  </a:cubicBezTo>
                  <a:cubicBezTo>
                    <a:pt x="9" y="0"/>
                    <a:pt x="23" y="1"/>
                    <a:pt x="2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4" name="Freeform 2082">
              <a:extLst>
                <a:ext uri="{FF2B5EF4-FFF2-40B4-BE49-F238E27FC236}">
                  <a16:creationId xmlns:a16="http://schemas.microsoft.com/office/drawing/2014/main" id="{C7790520-C0E3-427E-A2E3-B458DFAF4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918"/>
              <a:ext cx="62" cy="26"/>
            </a:xfrm>
            <a:custGeom>
              <a:avLst/>
              <a:gdLst>
                <a:gd name="T0" fmla="*/ 217 w 32"/>
                <a:gd name="T1" fmla="*/ 0 h 13"/>
                <a:gd name="T2" fmla="*/ 87 w 32"/>
                <a:gd name="T3" fmla="*/ 72 h 13"/>
                <a:gd name="T4" fmla="*/ 0 w 32"/>
                <a:gd name="T5" fmla="*/ 0 h 13"/>
                <a:gd name="T6" fmla="*/ 87 w 32"/>
                <a:gd name="T7" fmla="*/ 88 h 13"/>
                <a:gd name="T8" fmla="*/ 217 w 3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30" y="0"/>
                  </a:moveTo>
                  <a:cubicBezTo>
                    <a:pt x="30" y="6"/>
                    <a:pt x="22" y="11"/>
                    <a:pt x="12" y="9"/>
                  </a:cubicBezTo>
                  <a:cubicBezTo>
                    <a:pt x="4" y="7"/>
                    <a:pt x="1" y="3"/>
                    <a:pt x="0" y="0"/>
                  </a:cubicBezTo>
                  <a:cubicBezTo>
                    <a:pt x="0" y="4"/>
                    <a:pt x="3" y="9"/>
                    <a:pt x="12" y="11"/>
                  </a:cubicBezTo>
                  <a:cubicBezTo>
                    <a:pt x="24" y="13"/>
                    <a:pt x="32" y="7"/>
                    <a:pt x="3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5" name="Freeform 2083">
              <a:extLst>
                <a:ext uri="{FF2B5EF4-FFF2-40B4-BE49-F238E27FC236}">
                  <a16:creationId xmlns:a16="http://schemas.microsoft.com/office/drawing/2014/main" id="{AC580AF2-1EA5-4840-BE87-AFA2F351C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897"/>
              <a:ext cx="33" cy="4"/>
            </a:xfrm>
            <a:custGeom>
              <a:avLst/>
              <a:gdLst>
                <a:gd name="T0" fmla="*/ 124 w 17"/>
                <a:gd name="T1" fmla="*/ 16 h 2"/>
                <a:gd name="T2" fmla="*/ 0 w 17"/>
                <a:gd name="T3" fmla="*/ 16 h 2"/>
                <a:gd name="T4" fmla="*/ 124 w 17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2" y="0"/>
                    <a:pt x="4" y="0"/>
                    <a:pt x="0" y="2"/>
                  </a:cubicBezTo>
                  <a:cubicBezTo>
                    <a:pt x="4" y="1"/>
                    <a:pt x="12" y="1"/>
                    <a:pt x="17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6" name="Freeform 2084">
              <a:extLst>
                <a:ext uri="{FF2B5EF4-FFF2-40B4-BE49-F238E27FC236}">
                  <a16:creationId xmlns:a16="http://schemas.microsoft.com/office/drawing/2014/main" id="{B31F9223-07B0-4B4A-86ED-2AA89E6B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932"/>
              <a:ext cx="48" cy="21"/>
            </a:xfrm>
            <a:custGeom>
              <a:avLst/>
              <a:gdLst>
                <a:gd name="T0" fmla="*/ 0 w 25"/>
                <a:gd name="T1" fmla="*/ 8 h 10"/>
                <a:gd name="T2" fmla="*/ 177 w 25"/>
                <a:gd name="T3" fmla="*/ 0 h 10"/>
                <a:gd name="T4" fmla="*/ 0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3" y="4"/>
                    <a:pt x="18" y="9"/>
                    <a:pt x="25" y="0"/>
                  </a:cubicBezTo>
                  <a:cubicBezTo>
                    <a:pt x="23" y="4"/>
                    <a:pt x="10" y="10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7" name="Freeform 2085">
              <a:extLst>
                <a:ext uri="{FF2B5EF4-FFF2-40B4-BE49-F238E27FC236}">
                  <a16:creationId xmlns:a16="http://schemas.microsoft.com/office/drawing/2014/main" id="{0166577B-0DE4-44A3-A860-153CAB721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878"/>
              <a:ext cx="110" cy="93"/>
            </a:xfrm>
            <a:custGeom>
              <a:avLst/>
              <a:gdLst>
                <a:gd name="T0" fmla="*/ 201 w 57"/>
                <a:gd name="T1" fmla="*/ 8 h 45"/>
                <a:gd name="T2" fmla="*/ 64 w 57"/>
                <a:gd name="T3" fmla="*/ 35 h 45"/>
                <a:gd name="T4" fmla="*/ 0 w 57"/>
                <a:gd name="T5" fmla="*/ 167 h 45"/>
                <a:gd name="T6" fmla="*/ 245 w 57"/>
                <a:gd name="T7" fmla="*/ 372 h 45"/>
                <a:gd name="T8" fmla="*/ 380 w 57"/>
                <a:gd name="T9" fmla="*/ 124 h 45"/>
                <a:gd name="T10" fmla="*/ 201 w 57"/>
                <a:gd name="T11" fmla="*/ 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5">
                  <a:moveTo>
                    <a:pt x="28" y="1"/>
                  </a:moveTo>
                  <a:cubicBezTo>
                    <a:pt x="20" y="0"/>
                    <a:pt x="14" y="0"/>
                    <a:pt x="9" y="4"/>
                  </a:cubicBezTo>
                  <a:cubicBezTo>
                    <a:pt x="4" y="8"/>
                    <a:pt x="0" y="13"/>
                    <a:pt x="0" y="19"/>
                  </a:cubicBezTo>
                  <a:cubicBezTo>
                    <a:pt x="0" y="34"/>
                    <a:pt x="17" y="45"/>
                    <a:pt x="34" y="42"/>
                  </a:cubicBezTo>
                  <a:cubicBezTo>
                    <a:pt x="51" y="39"/>
                    <a:pt x="57" y="23"/>
                    <a:pt x="53" y="14"/>
                  </a:cubicBezTo>
                  <a:cubicBezTo>
                    <a:pt x="47" y="5"/>
                    <a:pt x="42" y="3"/>
                    <a:pt x="28" y="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8" name="Freeform 2086">
              <a:extLst>
                <a:ext uri="{FF2B5EF4-FFF2-40B4-BE49-F238E27FC236}">
                  <a16:creationId xmlns:a16="http://schemas.microsoft.com/office/drawing/2014/main" id="{68A4E0C2-7EC5-476C-81B6-8921F244B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905"/>
              <a:ext cx="62" cy="39"/>
            </a:xfrm>
            <a:custGeom>
              <a:avLst/>
              <a:gdLst>
                <a:gd name="T0" fmla="*/ 196 w 32"/>
                <a:gd name="T1" fmla="*/ 8 h 19"/>
                <a:gd name="T2" fmla="*/ 217 w 32"/>
                <a:gd name="T3" fmla="*/ 96 h 19"/>
                <a:gd name="T4" fmla="*/ 93 w 32"/>
                <a:gd name="T5" fmla="*/ 148 h 19"/>
                <a:gd name="T6" fmla="*/ 8 w 32"/>
                <a:gd name="T7" fmla="*/ 68 h 19"/>
                <a:gd name="T8" fmla="*/ 23 w 32"/>
                <a:gd name="T9" fmla="*/ 0 h 19"/>
                <a:gd name="T10" fmla="*/ 23 w 32"/>
                <a:gd name="T11" fmla="*/ 0 h 19"/>
                <a:gd name="T12" fmla="*/ 8 w 32"/>
                <a:gd name="T13" fmla="*/ 68 h 19"/>
                <a:gd name="T14" fmla="*/ 93 w 32"/>
                <a:gd name="T15" fmla="*/ 148 h 19"/>
                <a:gd name="T16" fmla="*/ 225 w 32"/>
                <a:gd name="T17" fmla="*/ 96 h 19"/>
                <a:gd name="T18" fmla="*/ 196 w 32"/>
                <a:gd name="T19" fmla="*/ 8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9">
                  <a:moveTo>
                    <a:pt x="27" y="1"/>
                  </a:moveTo>
                  <a:cubicBezTo>
                    <a:pt x="31" y="4"/>
                    <a:pt x="32" y="8"/>
                    <a:pt x="30" y="11"/>
                  </a:cubicBezTo>
                  <a:cubicBezTo>
                    <a:pt x="28" y="15"/>
                    <a:pt x="22" y="19"/>
                    <a:pt x="13" y="17"/>
                  </a:cubicBezTo>
                  <a:cubicBezTo>
                    <a:pt x="5" y="15"/>
                    <a:pt x="2" y="11"/>
                    <a:pt x="1" y="8"/>
                  </a:cubicBezTo>
                  <a:cubicBezTo>
                    <a:pt x="0" y="5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2" y="11"/>
                    <a:pt x="5" y="15"/>
                    <a:pt x="13" y="17"/>
                  </a:cubicBezTo>
                  <a:cubicBezTo>
                    <a:pt x="22" y="19"/>
                    <a:pt x="29" y="15"/>
                    <a:pt x="31" y="11"/>
                  </a:cubicBezTo>
                  <a:cubicBezTo>
                    <a:pt x="32" y="8"/>
                    <a:pt x="31" y="4"/>
                    <a:pt x="27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9" name="Freeform 2087">
              <a:extLst>
                <a:ext uri="{FF2B5EF4-FFF2-40B4-BE49-F238E27FC236}">
                  <a16:creationId xmlns:a16="http://schemas.microsoft.com/office/drawing/2014/main" id="{932B37E0-CD4D-4E95-8A63-CDFA9222D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04"/>
              <a:ext cx="110" cy="95"/>
            </a:xfrm>
            <a:custGeom>
              <a:avLst/>
              <a:gdLst>
                <a:gd name="T0" fmla="*/ 193 w 57"/>
                <a:gd name="T1" fmla="*/ 17 h 46"/>
                <a:gd name="T2" fmla="*/ 56 w 57"/>
                <a:gd name="T3" fmla="*/ 43 h 46"/>
                <a:gd name="T4" fmla="*/ 0 w 57"/>
                <a:gd name="T5" fmla="*/ 176 h 46"/>
                <a:gd name="T6" fmla="*/ 239 w 57"/>
                <a:gd name="T7" fmla="*/ 380 h 46"/>
                <a:gd name="T8" fmla="*/ 372 w 57"/>
                <a:gd name="T9" fmla="*/ 132 h 46"/>
                <a:gd name="T10" fmla="*/ 193 w 57"/>
                <a:gd name="T11" fmla="*/ 1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6">
                  <a:moveTo>
                    <a:pt x="27" y="2"/>
                  </a:moveTo>
                  <a:cubicBezTo>
                    <a:pt x="20" y="1"/>
                    <a:pt x="14" y="0"/>
                    <a:pt x="8" y="5"/>
                  </a:cubicBezTo>
                  <a:cubicBezTo>
                    <a:pt x="4" y="9"/>
                    <a:pt x="0" y="14"/>
                    <a:pt x="0" y="20"/>
                  </a:cubicBezTo>
                  <a:cubicBezTo>
                    <a:pt x="0" y="35"/>
                    <a:pt x="16" y="46"/>
                    <a:pt x="33" y="43"/>
                  </a:cubicBezTo>
                  <a:cubicBezTo>
                    <a:pt x="50" y="40"/>
                    <a:pt x="57" y="24"/>
                    <a:pt x="52" y="15"/>
                  </a:cubicBezTo>
                  <a:cubicBezTo>
                    <a:pt x="47" y="6"/>
                    <a:pt x="42" y="4"/>
                    <a:pt x="27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0" name="Freeform 2088">
              <a:extLst>
                <a:ext uri="{FF2B5EF4-FFF2-40B4-BE49-F238E27FC236}">
                  <a16:creationId xmlns:a16="http://schemas.microsoft.com/office/drawing/2014/main" id="{C28FD86A-2838-4507-B88D-1D24E6937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023"/>
              <a:ext cx="91" cy="72"/>
            </a:xfrm>
            <a:custGeom>
              <a:avLst/>
              <a:gdLst>
                <a:gd name="T0" fmla="*/ 304 w 47"/>
                <a:gd name="T1" fmla="*/ 51 h 35"/>
                <a:gd name="T2" fmla="*/ 263 w 47"/>
                <a:gd name="T3" fmla="*/ 0 h 35"/>
                <a:gd name="T4" fmla="*/ 296 w 47"/>
                <a:gd name="T5" fmla="*/ 43 h 35"/>
                <a:gd name="T6" fmla="*/ 168 w 47"/>
                <a:gd name="T7" fmla="*/ 280 h 35"/>
                <a:gd name="T8" fmla="*/ 0 w 47"/>
                <a:gd name="T9" fmla="*/ 237 h 35"/>
                <a:gd name="T10" fmla="*/ 172 w 47"/>
                <a:gd name="T11" fmla="*/ 288 h 35"/>
                <a:gd name="T12" fmla="*/ 304 w 47"/>
                <a:gd name="T13" fmla="*/ 5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5">
                  <a:moveTo>
                    <a:pt x="42" y="6"/>
                  </a:moveTo>
                  <a:cubicBezTo>
                    <a:pt x="40" y="3"/>
                    <a:pt x="38" y="1"/>
                    <a:pt x="36" y="0"/>
                  </a:cubicBezTo>
                  <a:cubicBezTo>
                    <a:pt x="38" y="1"/>
                    <a:pt x="39" y="3"/>
                    <a:pt x="41" y="5"/>
                  </a:cubicBezTo>
                  <a:cubicBezTo>
                    <a:pt x="45" y="14"/>
                    <a:pt x="39" y="29"/>
                    <a:pt x="23" y="32"/>
                  </a:cubicBezTo>
                  <a:cubicBezTo>
                    <a:pt x="15" y="34"/>
                    <a:pt x="6" y="31"/>
                    <a:pt x="0" y="27"/>
                  </a:cubicBezTo>
                  <a:cubicBezTo>
                    <a:pt x="6" y="32"/>
                    <a:pt x="15" y="35"/>
                    <a:pt x="24" y="33"/>
                  </a:cubicBezTo>
                  <a:cubicBezTo>
                    <a:pt x="41" y="30"/>
                    <a:pt x="47" y="15"/>
                    <a:pt x="4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1" name="Freeform 2089">
              <a:extLst>
                <a:ext uri="{FF2B5EF4-FFF2-40B4-BE49-F238E27FC236}">
                  <a16:creationId xmlns:a16="http://schemas.microsoft.com/office/drawing/2014/main" id="{063FC069-F117-4DFE-B6FF-488071C42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006"/>
              <a:ext cx="85" cy="74"/>
            </a:xfrm>
            <a:custGeom>
              <a:avLst/>
              <a:gdLst>
                <a:gd name="T0" fmla="*/ 15 w 44"/>
                <a:gd name="T1" fmla="*/ 173 h 36"/>
                <a:gd name="T2" fmla="*/ 71 w 44"/>
                <a:gd name="T3" fmla="*/ 51 h 36"/>
                <a:gd name="T4" fmla="*/ 193 w 44"/>
                <a:gd name="T5" fmla="*/ 25 h 36"/>
                <a:gd name="T6" fmla="*/ 317 w 44"/>
                <a:gd name="T7" fmla="*/ 68 h 36"/>
                <a:gd name="T8" fmla="*/ 187 w 44"/>
                <a:gd name="T9" fmla="*/ 16 h 36"/>
                <a:gd name="T10" fmla="*/ 56 w 44"/>
                <a:gd name="T11" fmla="*/ 43 h 36"/>
                <a:gd name="T12" fmla="*/ 0 w 44"/>
                <a:gd name="T13" fmla="*/ 164 h 36"/>
                <a:gd name="T14" fmla="*/ 71 w 44"/>
                <a:gd name="T15" fmla="*/ 312 h 36"/>
                <a:gd name="T16" fmla="*/ 15 w 44"/>
                <a:gd name="T17" fmla="*/ 17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6">
                  <a:moveTo>
                    <a:pt x="2" y="20"/>
                  </a:moveTo>
                  <a:cubicBezTo>
                    <a:pt x="2" y="14"/>
                    <a:pt x="5" y="9"/>
                    <a:pt x="10" y="6"/>
                  </a:cubicBezTo>
                  <a:cubicBezTo>
                    <a:pt x="14" y="1"/>
                    <a:pt x="20" y="2"/>
                    <a:pt x="27" y="3"/>
                  </a:cubicBezTo>
                  <a:cubicBezTo>
                    <a:pt x="35" y="4"/>
                    <a:pt x="40" y="5"/>
                    <a:pt x="44" y="8"/>
                  </a:cubicBezTo>
                  <a:cubicBezTo>
                    <a:pt x="40" y="5"/>
                    <a:pt x="35" y="3"/>
                    <a:pt x="26" y="2"/>
                  </a:cubicBezTo>
                  <a:cubicBezTo>
                    <a:pt x="19" y="1"/>
                    <a:pt x="13" y="0"/>
                    <a:pt x="8" y="5"/>
                  </a:cubicBezTo>
                  <a:cubicBezTo>
                    <a:pt x="4" y="8"/>
                    <a:pt x="0" y="13"/>
                    <a:pt x="0" y="19"/>
                  </a:cubicBezTo>
                  <a:cubicBezTo>
                    <a:pt x="0" y="26"/>
                    <a:pt x="4" y="32"/>
                    <a:pt x="10" y="36"/>
                  </a:cubicBezTo>
                  <a:cubicBezTo>
                    <a:pt x="5" y="32"/>
                    <a:pt x="2" y="26"/>
                    <a:pt x="2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2" name="Freeform 2090">
              <a:extLst>
                <a:ext uri="{FF2B5EF4-FFF2-40B4-BE49-F238E27FC236}">
                  <a16:creationId xmlns:a16="http://schemas.microsoft.com/office/drawing/2014/main" id="{87D05A60-98CF-45B8-90E7-8584F54E0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021"/>
              <a:ext cx="76" cy="53"/>
            </a:xfrm>
            <a:custGeom>
              <a:avLst/>
              <a:gdLst>
                <a:gd name="T0" fmla="*/ 216 w 39"/>
                <a:gd name="T1" fmla="*/ 49 h 26"/>
                <a:gd name="T2" fmla="*/ 111 w 39"/>
                <a:gd name="T3" fmla="*/ 196 h 26"/>
                <a:gd name="T4" fmla="*/ 37 w 39"/>
                <a:gd name="T5" fmla="*/ 49 h 26"/>
                <a:gd name="T6" fmla="*/ 216 w 39"/>
                <a:gd name="T7" fmla="*/ 4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6">
                  <a:moveTo>
                    <a:pt x="29" y="6"/>
                  </a:moveTo>
                  <a:cubicBezTo>
                    <a:pt x="39" y="15"/>
                    <a:pt x="29" y="26"/>
                    <a:pt x="15" y="23"/>
                  </a:cubicBezTo>
                  <a:cubicBezTo>
                    <a:pt x="0" y="20"/>
                    <a:pt x="1" y="9"/>
                    <a:pt x="5" y="6"/>
                  </a:cubicBezTo>
                  <a:cubicBezTo>
                    <a:pt x="9" y="0"/>
                    <a:pt x="23" y="2"/>
                    <a:pt x="2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3" name="Freeform 2091">
              <a:extLst>
                <a:ext uri="{FF2B5EF4-FFF2-40B4-BE49-F238E27FC236}">
                  <a16:creationId xmlns:a16="http://schemas.microsoft.com/office/drawing/2014/main" id="{7E860CA1-0A37-4C94-8476-58190311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045"/>
              <a:ext cx="64" cy="27"/>
            </a:xfrm>
            <a:custGeom>
              <a:avLst/>
              <a:gdLst>
                <a:gd name="T0" fmla="*/ 225 w 33"/>
                <a:gd name="T1" fmla="*/ 0 h 13"/>
                <a:gd name="T2" fmla="*/ 87 w 33"/>
                <a:gd name="T3" fmla="*/ 81 h 13"/>
                <a:gd name="T4" fmla="*/ 0 w 33"/>
                <a:gd name="T5" fmla="*/ 0 h 13"/>
                <a:gd name="T6" fmla="*/ 93 w 33"/>
                <a:gd name="T7" fmla="*/ 100 h 13"/>
                <a:gd name="T8" fmla="*/ 225 w 3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">
                  <a:moveTo>
                    <a:pt x="31" y="0"/>
                  </a:moveTo>
                  <a:cubicBezTo>
                    <a:pt x="30" y="6"/>
                    <a:pt x="23" y="11"/>
                    <a:pt x="12" y="9"/>
                  </a:cubicBezTo>
                  <a:cubicBezTo>
                    <a:pt x="5" y="7"/>
                    <a:pt x="1" y="3"/>
                    <a:pt x="0" y="0"/>
                  </a:cubicBezTo>
                  <a:cubicBezTo>
                    <a:pt x="0" y="4"/>
                    <a:pt x="3" y="9"/>
                    <a:pt x="13" y="11"/>
                  </a:cubicBezTo>
                  <a:cubicBezTo>
                    <a:pt x="24" y="13"/>
                    <a:pt x="33" y="7"/>
                    <a:pt x="3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4" name="Freeform 2092">
              <a:extLst>
                <a:ext uri="{FF2B5EF4-FFF2-40B4-BE49-F238E27FC236}">
                  <a16:creationId xmlns:a16="http://schemas.microsoft.com/office/drawing/2014/main" id="{3BC8D968-8FA7-4052-A766-B202ECFB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023"/>
              <a:ext cx="33" cy="6"/>
            </a:xfrm>
            <a:custGeom>
              <a:avLst/>
              <a:gdLst>
                <a:gd name="T0" fmla="*/ 124 w 17"/>
                <a:gd name="T1" fmla="*/ 24 h 3"/>
                <a:gd name="T2" fmla="*/ 0 w 17"/>
                <a:gd name="T3" fmla="*/ 16 h 3"/>
                <a:gd name="T4" fmla="*/ 124 w 17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">
                  <a:moveTo>
                    <a:pt x="17" y="3"/>
                  </a:moveTo>
                  <a:cubicBezTo>
                    <a:pt x="12" y="1"/>
                    <a:pt x="4" y="0"/>
                    <a:pt x="0" y="2"/>
                  </a:cubicBezTo>
                  <a:cubicBezTo>
                    <a:pt x="4" y="2"/>
                    <a:pt x="12" y="1"/>
                    <a:pt x="17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5" name="Freeform 2093">
              <a:extLst>
                <a:ext uri="{FF2B5EF4-FFF2-40B4-BE49-F238E27FC236}">
                  <a16:creationId xmlns:a16="http://schemas.microsoft.com/office/drawing/2014/main" id="{C0243240-CC13-4682-9275-5C074399F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060"/>
              <a:ext cx="50" cy="20"/>
            </a:xfrm>
            <a:custGeom>
              <a:avLst/>
              <a:gdLst>
                <a:gd name="T0" fmla="*/ 0 w 26"/>
                <a:gd name="T1" fmla="*/ 8 h 10"/>
                <a:gd name="T2" fmla="*/ 185 w 26"/>
                <a:gd name="T3" fmla="*/ 0 h 10"/>
                <a:gd name="T4" fmla="*/ 0 w 26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">
                  <a:moveTo>
                    <a:pt x="0" y="1"/>
                  </a:moveTo>
                  <a:cubicBezTo>
                    <a:pt x="3" y="4"/>
                    <a:pt x="18" y="9"/>
                    <a:pt x="26" y="0"/>
                  </a:cubicBezTo>
                  <a:cubicBezTo>
                    <a:pt x="23" y="4"/>
                    <a:pt x="11" y="10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6" name="Freeform 2094">
              <a:extLst>
                <a:ext uri="{FF2B5EF4-FFF2-40B4-BE49-F238E27FC236}">
                  <a16:creationId xmlns:a16="http://schemas.microsoft.com/office/drawing/2014/main" id="{03FE8043-A1A9-4DE4-A513-F3B3CB26E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04"/>
              <a:ext cx="110" cy="95"/>
            </a:xfrm>
            <a:custGeom>
              <a:avLst/>
              <a:gdLst>
                <a:gd name="T0" fmla="*/ 193 w 57"/>
                <a:gd name="T1" fmla="*/ 17 h 46"/>
                <a:gd name="T2" fmla="*/ 56 w 57"/>
                <a:gd name="T3" fmla="*/ 43 h 46"/>
                <a:gd name="T4" fmla="*/ 0 w 57"/>
                <a:gd name="T5" fmla="*/ 176 h 46"/>
                <a:gd name="T6" fmla="*/ 239 w 57"/>
                <a:gd name="T7" fmla="*/ 380 h 46"/>
                <a:gd name="T8" fmla="*/ 372 w 57"/>
                <a:gd name="T9" fmla="*/ 132 h 46"/>
                <a:gd name="T10" fmla="*/ 193 w 57"/>
                <a:gd name="T11" fmla="*/ 1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6">
                  <a:moveTo>
                    <a:pt x="27" y="2"/>
                  </a:moveTo>
                  <a:cubicBezTo>
                    <a:pt x="20" y="1"/>
                    <a:pt x="14" y="0"/>
                    <a:pt x="8" y="5"/>
                  </a:cubicBezTo>
                  <a:cubicBezTo>
                    <a:pt x="4" y="9"/>
                    <a:pt x="0" y="14"/>
                    <a:pt x="0" y="20"/>
                  </a:cubicBezTo>
                  <a:cubicBezTo>
                    <a:pt x="0" y="35"/>
                    <a:pt x="16" y="46"/>
                    <a:pt x="33" y="43"/>
                  </a:cubicBezTo>
                  <a:cubicBezTo>
                    <a:pt x="50" y="40"/>
                    <a:pt x="57" y="24"/>
                    <a:pt x="52" y="15"/>
                  </a:cubicBezTo>
                  <a:cubicBezTo>
                    <a:pt x="47" y="6"/>
                    <a:pt x="42" y="4"/>
                    <a:pt x="27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7" name="Freeform 2095">
              <a:extLst>
                <a:ext uri="{FF2B5EF4-FFF2-40B4-BE49-F238E27FC236}">
                  <a16:creationId xmlns:a16="http://schemas.microsoft.com/office/drawing/2014/main" id="{35EDBA28-B6E0-4310-87EA-3EA052593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033"/>
              <a:ext cx="64" cy="39"/>
            </a:xfrm>
            <a:custGeom>
              <a:avLst/>
              <a:gdLst>
                <a:gd name="T0" fmla="*/ 204 w 33"/>
                <a:gd name="T1" fmla="*/ 0 h 19"/>
                <a:gd name="T2" fmla="*/ 225 w 33"/>
                <a:gd name="T3" fmla="*/ 96 h 19"/>
                <a:gd name="T4" fmla="*/ 101 w 33"/>
                <a:gd name="T5" fmla="*/ 148 h 19"/>
                <a:gd name="T6" fmla="*/ 16 w 33"/>
                <a:gd name="T7" fmla="*/ 68 h 19"/>
                <a:gd name="T8" fmla="*/ 31 w 33"/>
                <a:gd name="T9" fmla="*/ 0 h 19"/>
                <a:gd name="T10" fmla="*/ 31 w 33"/>
                <a:gd name="T11" fmla="*/ 0 h 19"/>
                <a:gd name="T12" fmla="*/ 16 w 33"/>
                <a:gd name="T13" fmla="*/ 68 h 19"/>
                <a:gd name="T14" fmla="*/ 101 w 33"/>
                <a:gd name="T15" fmla="*/ 148 h 19"/>
                <a:gd name="T16" fmla="*/ 225 w 33"/>
                <a:gd name="T17" fmla="*/ 96 h 19"/>
                <a:gd name="T18" fmla="*/ 204 w 33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9">
                  <a:moveTo>
                    <a:pt x="28" y="0"/>
                  </a:moveTo>
                  <a:cubicBezTo>
                    <a:pt x="32" y="4"/>
                    <a:pt x="33" y="7"/>
                    <a:pt x="31" y="11"/>
                  </a:cubicBezTo>
                  <a:cubicBezTo>
                    <a:pt x="29" y="15"/>
                    <a:pt x="23" y="19"/>
                    <a:pt x="14" y="17"/>
                  </a:cubicBezTo>
                  <a:cubicBezTo>
                    <a:pt x="6" y="15"/>
                    <a:pt x="3" y="11"/>
                    <a:pt x="2" y="8"/>
                  </a:cubicBezTo>
                  <a:cubicBezTo>
                    <a:pt x="1" y="5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5"/>
                    <a:pt x="2" y="8"/>
                  </a:cubicBezTo>
                  <a:cubicBezTo>
                    <a:pt x="3" y="11"/>
                    <a:pt x="5" y="15"/>
                    <a:pt x="14" y="17"/>
                  </a:cubicBezTo>
                  <a:cubicBezTo>
                    <a:pt x="23" y="19"/>
                    <a:pt x="29" y="15"/>
                    <a:pt x="31" y="11"/>
                  </a:cubicBezTo>
                  <a:cubicBezTo>
                    <a:pt x="33" y="7"/>
                    <a:pt x="32" y="4"/>
                    <a:pt x="2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8" name="Freeform 2096">
              <a:extLst>
                <a:ext uri="{FF2B5EF4-FFF2-40B4-BE49-F238E27FC236}">
                  <a16:creationId xmlns:a16="http://schemas.microsoft.com/office/drawing/2014/main" id="{B5DDF962-A08D-44EB-A092-3F23DC20C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2"/>
              <a:ext cx="112" cy="95"/>
            </a:xfrm>
            <a:custGeom>
              <a:avLst/>
              <a:gdLst>
                <a:gd name="T0" fmla="*/ 201 w 58"/>
                <a:gd name="T1" fmla="*/ 17 h 46"/>
                <a:gd name="T2" fmla="*/ 64 w 58"/>
                <a:gd name="T3" fmla="*/ 43 h 46"/>
                <a:gd name="T4" fmla="*/ 8 w 58"/>
                <a:gd name="T5" fmla="*/ 176 h 46"/>
                <a:gd name="T6" fmla="*/ 245 w 58"/>
                <a:gd name="T7" fmla="*/ 380 h 46"/>
                <a:gd name="T8" fmla="*/ 380 w 58"/>
                <a:gd name="T9" fmla="*/ 132 h 46"/>
                <a:gd name="T10" fmla="*/ 201 w 58"/>
                <a:gd name="T11" fmla="*/ 1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2"/>
                  </a:moveTo>
                  <a:cubicBezTo>
                    <a:pt x="20" y="1"/>
                    <a:pt x="14" y="0"/>
                    <a:pt x="9" y="5"/>
                  </a:cubicBezTo>
                  <a:cubicBezTo>
                    <a:pt x="4" y="9"/>
                    <a:pt x="1" y="14"/>
                    <a:pt x="1" y="20"/>
                  </a:cubicBezTo>
                  <a:cubicBezTo>
                    <a:pt x="0" y="35"/>
                    <a:pt x="17" y="46"/>
                    <a:pt x="34" y="43"/>
                  </a:cubicBezTo>
                  <a:cubicBezTo>
                    <a:pt x="51" y="40"/>
                    <a:pt x="58" y="24"/>
                    <a:pt x="53" y="15"/>
                  </a:cubicBezTo>
                  <a:cubicBezTo>
                    <a:pt x="47" y="6"/>
                    <a:pt x="42" y="4"/>
                    <a:pt x="28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9" name="Freeform 2097">
              <a:extLst>
                <a:ext uri="{FF2B5EF4-FFF2-40B4-BE49-F238E27FC236}">
                  <a16:creationId xmlns:a16="http://schemas.microsoft.com/office/drawing/2014/main" id="{C5CBC08A-0C36-4BBA-A806-485CAEE96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031"/>
              <a:ext cx="89" cy="72"/>
            </a:xfrm>
            <a:custGeom>
              <a:avLst/>
              <a:gdLst>
                <a:gd name="T0" fmla="*/ 304 w 46"/>
                <a:gd name="T1" fmla="*/ 51 h 35"/>
                <a:gd name="T2" fmla="*/ 261 w 46"/>
                <a:gd name="T3" fmla="*/ 0 h 35"/>
                <a:gd name="T4" fmla="*/ 288 w 46"/>
                <a:gd name="T5" fmla="*/ 43 h 35"/>
                <a:gd name="T6" fmla="*/ 168 w 46"/>
                <a:gd name="T7" fmla="*/ 280 h 35"/>
                <a:gd name="T8" fmla="*/ 0 w 46"/>
                <a:gd name="T9" fmla="*/ 237 h 35"/>
                <a:gd name="T10" fmla="*/ 172 w 46"/>
                <a:gd name="T11" fmla="*/ 288 h 35"/>
                <a:gd name="T12" fmla="*/ 304 w 46"/>
                <a:gd name="T13" fmla="*/ 5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5">
                  <a:moveTo>
                    <a:pt x="42" y="6"/>
                  </a:moveTo>
                  <a:cubicBezTo>
                    <a:pt x="40" y="3"/>
                    <a:pt x="38" y="1"/>
                    <a:pt x="36" y="0"/>
                  </a:cubicBezTo>
                  <a:cubicBezTo>
                    <a:pt x="37" y="1"/>
                    <a:pt x="39" y="3"/>
                    <a:pt x="40" y="5"/>
                  </a:cubicBezTo>
                  <a:cubicBezTo>
                    <a:pt x="45" y="14"/>
                    <a:pt x="39" y="29"/>
                    <a:pt x="23" y="32"/>
                  </a:cubicBezTo>
                  <a:cubicBezTo>
                    <a:pt x="14" y="34"/>
                    <a:pt x="6" y="31"/>
                    <a:pt x="0" y="27"/>
                  </a:cubicBezTo>
                  <a:cubicBezTo>
                    <a:pt x="6" y="32"/>
                    <a:pt x="15" y="35"/>
                    <a:pt x="24" y="33"/>
                  </a:cubicBezTo>
                  <a:cubicBezTo>
                    <a:pt x="40" y="30"/>
                    <a:pt x="46" y="15"/>
                    <a:pt x="42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0" name="Freeform 2098">
              <a:extLst>
                <a:ext uri="{FF2B5EF4-FFF2-40B4-BE49-F238E27FC236}">
                  <a16:creationId xmlns:a16="http://schemas.microsoft.com/office/drawing/2014/main" id="{3EBD1791-1327-4455-A9F4-B81FAFD9A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014"/>
              <a:ext cx="85" cy="75"/>
            </a:xfrm>
            <a:custGeom>
              <a:avLst/>
              <a:gdLst>
                <a:gd name="T0" fmla="*/ 8 w 44"/>
                <a:gd name="T1" fmla="*/ 183 h 36"/>
                <a:gd name="T2" fmla="*/ 64 w 44"/>
                <a:gd name="T3" fmla="*/ 56 h 36"/>
                <a:gd name="T4" fmla="*/ 193 w 44"/>
                <a:gd name="T5" fmla="*/ 27 h 36"/>
                <a:gd name="T6" fmla="*/ 317 w 44"/>
                <a:gd name="T7" fmla="*/ 73 h 36"/>
                <a:gd name="T8" fmla="*/ 180 w 44"/>
                <a:gd name="T9" fmla="*/ 17 h 36"/>
                <a:gd name="T10" fmla="*/ 52 w 44"/>
                <a:gd name="T11" fmla="*/ 44 h 36"/>
                <a:gd name="T12" fmla="*/ 0 w 44"/>
                <a:gd name="T13" fmla="*/ 173 h 36"/>
                <a:gd name="T14" fmla="*/ 71 w 44"/>
                <a:gd name="T15" fmla="*/ 325 h 36"/>
                <a:gd name="T16" fmla="*/ 8 w 44"/>
                <a:gd name="T17" fmla="*/ 18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6">
                  <a:moveTo>
                    <a:pt x="1" y="20"/>
                  </a:moveTo>
                  <a:cubicBezTo>
                    <a:pt x="1" y="14"/>
                    <a:pt x="5" y="9"/>
                    <a:pt x="9" y="6"/>
                  </a:cubicBezTo>
                  <a:cubicBezTo>
                    <a:pt x="14" y="1"/>
                    <a:pt x="20" y="2"/>
                    <a:pt x="27" y="3"/>
                  </a:cubicBezTo>
                  <a:cubicBezTo>
                    <a:pt x="35" y="4"/>
                    <a:pt x="40" y="5"/>
                    <a:pt x="44" y="8"/>
                  </a:cubicBezTo>
                  <a:cubicBezTo>
                    <a:pt x="40" y="5"/>
                    <a:pt x="35" y="3"/>
                    <a:pt x="25" y="2"/>
                  </a:cubicBezTo>
                  <a:cubicBezTo>
                    <a:pt x="18" y="1"/>
                    <a:pt x="12" y="0"/>
                    <a:pt x="7" y="5"/>
                  </a:cubicBezTo>
                  <a:cubicBezTo>
                    <a:pt x="3" y="8"/>
                    <a:pt x="0" y="13"/>
                    <a:pt x="0" y="19"/>
                  </a:cubicBezTo>
                  <a:cubicBezTo>
                    <a:pt x="0" y="26"/>
                    <a:pt x="4" y="32"/>
                    <a:pt x="10" y="36"/>
                  </a:cubicBezTo>
                  <a:cubicBezTo>
                    <a:pt x="4" y="32"/>
                    <a:pt x="1" y="26"/>
                    <a:pt x="1" y="2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1" name="Freeform 2099">
              <a:extLst>
                <a:ext uri="{FF2B5EF4-FFF2-40B4-BE49-F238E27FC236}">
                  <a16:creationId xmlns:a16="http://schemas.microsoft.com/office/drawing/2014/main" id="{E317D135-43B7-4937-B984-25D01FD46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029"/>
              <a:ext cx="74" cy="54"/>
            </a:xfrm>
            <a:custGeom>
              <a:avLst/>
              <a:gdLst>
                <a:gd name="T0" fmla="*/ 212 w 38"/>
                <a:gd name="T1" fmla="*/ 52 h 26"/>
                <a:gd name="T2" fmla="*/ 103 w 38"/>
                <a:gd name="T3" fmla="*/ 208 h 26"/>
                <a:gd name="T4" fmla="*/ 31 w 38"/>
                <a:gd name="T5" fmla="*/ 52 h 26"/>
                <a:gd name="T6" fmla="*/ 212 w 38"/>
                <a:gd name="T7" fmla="*/ 5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6">
                  <a:moveTo>
                    <a:pt x="29" y="6"/>
                  </a:moveTo>
                  <a:cubicBezTo>
                    <a:pt x="38" y="15"/>
                    <a:pt x="29" y="26"/>
                    <a:pt x="14" y="23"/>
                  </a:cubicBezTo>
                  <a:cubicBezTo>
                    <a:pt x="0" y="20"/>
                    <a:pt x="1" y="9"/>
                    <a:pt x="4" y="6"/>
                  </a:cubicBezTo>
                  <a:cubicBezTo>
                    <a:pt x="9" y="0"/>
                    <a:pt x="22" y="2"/>
                    <a:pt x="29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2" name="Freeform 2100">
              <a:extLst>
                <a:ext uri="{FF2B5EF4-FFF2-40B4-BE49-F238E27FC236}">
                  <a16:creationId xmlns:a16="http://schemas.microsoft.com/office/drawing/2014/main" id="{09610289-3863-4144-85B7-728C84449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054"/>
              <a:ext cx="62" cy="26"/>
            </a:xfrm>
            <a:custGeom>
              <a:avLst/>
              <a:gdLst>
                <a:gd name="T0" fmla="*/ 217 w 32"/>
                <a:gd name="T1" fmla="*/ 0 h 13"/>
                <a:gd name="T2" fmla="*/ 87 w 32"/>
                <a:gd name="T3" fmla="*/ 72 h 13"/>
                <a:gd name="T4" fmla="*/ 0 w 32"/>
                <a:gd name="T5" fmla="*/ 0 h 13"/>
                <a:gd name="T6" fmla="*/ 87 w 32"/>
                <a:gd name="T7" fmla="*/ 88 h 13"/>
                <a:gd name="T8" fmla="*/ 217 w 3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30" y="0"/>
                  </a:moveTo>
                  <a:cubicBezTo>
                    <a:pt x="30" y="6"/>
                    <a:pt x="22" y="11"/>
                    <a:pt x="12" y="9"/>
                  </a:cubicBezTo>
                  <a:cubicBezTo>
                    <a:pt x="4" y="7"/>
                    <a:pt x="1" y="3"/>
                    <a:pt x="0" y="0"/>
                  </a:cubicBezTo>
                  <a:cubicBezTo>
                    <a:pt x="0" y="4"/>
                    <a:pt x="3" y="9"/>
                    <a:pt x="12" y="11"/>
                  </a:cubicBezTo>
                  <a:cubicBezTo>
                    <a:pt x="24" y="13"/>
                    <a:pt x="32" y="7"/>
                    <a:pt x="3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3" name="Freeform 2101">
              <a:extLst>
                <a:ext uri="{FF2B5EF4-FFF2-40B4-BE49-F238E27FC236}">
                  <a16:creationId xmlns:a16="http://schemas.microsoft.com/office/drawing/2014/main" id="{C60B14DC-00D1-48EF-B89E-634171438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031"/>
              <a:ext cx="31" cy="6"/>
            </a:xfrm>
            <a:custGeom>
              <a:avLst/>
              <a:gdLst>
                <a:gd name="T0" fmla="*/ 116 w 16"/>
                <a:gd name="T1" fmla="*/ 24 h 3"/>
                <a:gd name="T2" fmla="*/ 0 w 16"/>
                <a:gd name="T3" fmla="*/ 16 h 3"/>
                <a:gd name="T4" fmla="*/ 116 w 16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">
                  <a:moveTo>
                    <a:pt x="16" y="3"/>
                  </a:moveTo>
                  <a:cubicBezTo>
                    <a:pt x="12" y="1"/>
                    <a:pt x="3" y="0"/>
                    <a:pt x="0" y="2"/>
                  </a:cubicBezTo>
                  <a:cubicBezTo>
                    <a:pt x="3" y="2"/>
                    <a:pt x="11" y="1"/>
                    <a:pt x="16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4" name="Freeform 2102">
              <a:extLst>
                <a:ext uri="{FF2B5EF4-FFF2-40B4-BE49-F238E27FC236}">
                  <a16:creationId xmlns:a16="http://schemas.microsoft.com/office/drawing/2014/main" id="{80839635-27F7-433E-A62B-5534D1C1F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068"/>
              <a:ext cx="48" cy="21"/>
            </a:xfrm>
            <a:custGeom>
              <a:avLst/>
              <a:gdLst>
                <a:gd name="T0" fmla="*/ 0 w 25"/>
                <a:gd name="T1" fmla="*/ 8 h 10"/>
                <a:gd name="T2" fmla="*/ 177 w 25"/>
                <a:gd name="T3" fmla="*/ 0 h 10"/>
                <a:gd name="T4" fmla="*/ 0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3" y="4"/>
                    <a:pt x="18" y="9"/>
                    <a:pt x="25" y="0"/>
                  </a:cubicBezTo>
                  <a:cubicBezTo>
                    <a:pt x="23" y="4"/>
                    <a:pt x="11" y="10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5" name="Freeform 2103">
              <a:extLst>
                <a:ext uri="{FF2B5EF4-FFF2-40B4-BE49-F238E27FC236}">
                  <a16:creationId xmlns:a16="http://schemas.microsoft.com/office/drawing/2014/main" id="{534E758E-CCB0-4386-A5FB-264D49F32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2"/>
              <a:ext cx="112" cy="95"/>
            </a:xfrm>
            <a:custGeom>
              <a:avLst/>
              <a:gdLst>
                <a:gd name="T0" fmla="*/ 201 w 58"/>
                <a:gd name="T1" fmla="*/ 17 h 46"/>
                <a:gd name="T2" fmla="*/ 64 w 58"/>
                <a:gd name="T3" fmla="*/ 43 h 46"/>
                <a:gd name="T4" fmla="*/ 8 w 58"/>
                <a:gd name="T5" fmla="*/ 176 h 46"/>
                <a:gd name="T6" fmla="*/ 245 w 58"/>
                <a:gd name="T7" fmla="*/ 380 h 46"/>
                <a:gd name="T8" fmla="*/ 380 w 58"/>
                <a:gd name="T9" fmla="*/ 132 h 46"/>
                <a:gd name="T10" fmla="*/ 201 w 58"/>
                <a:gd name="T11" fmla="*/ 1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28" y="2"/>
                  </a:moveTo>
                  <a:cubicBezTo>
                    <a:pt x="20" y="1"/>
                    <a:pt x="14" y="0"/>
                    <a:pt x="9" y="5"/>
                  </a:cubicBezTo>
                  <a:cubicBezTo>
                    <a:pt x="4" y="9"/>
                    <a:pt x="1" y="14"/>
                    <a:pt x="1" y="20"/>
                  </a:cubicBezTo>
                  <a:cubicBezTo>
                    <a:pt x="0" y="35"/>
                    <a:pt x="17" y="46"/>
                    <a:pt x="34" y="43"/>
                  </a:cubicBezTo>
                  <a:cubicBezTo>
                    <a:pt x="51" y="40"/>
                    <a:pt x="58" y="24"/>
                    <a:pt x="53" y="15"/>
                  </a:cubicBezTo>
                  <a:cubicBezTo>
                    <a:pt x="47" y="6"/>
                    <a:pt x="42" y="4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6" name="Freeform 2104">
              <a:extLst>
                <a:ext uri="{FF2B5EF4-FFF2-40B4-BE49-F238E27FC236}">
                  <a16:creationId xmlns:a16="http://schemas.microsoft.com/office/drawing/2014/main" id="{75A16016-0D18-41C0-9142-77ABE2732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3041"/>
              <a:ext cx="64" cy="39"/>
            </a:xfrm>
            <a:custGeom>
              <a:avLst/>
              <a:gdLst>
                <a:gd name="T0" fmla="*/ 204 w 33"/>
                <a:gd name="T1" fmla="*/ 0 h 19"/>
                <a:gd name="T2" fmla="*/ 217 w 33"/>
                <a:gd name="T3" fmla="*/ 96 h 19"/>
                <a:gd name="T4" fmla="*/ 93 w 33"/>
                <a:gd name="T5" fmla="*/ 148 h 19"/>
                <a:gd name="T6" fmla="*/ 8 w 33"/>
                <a:gd name="T7" fmla="*/ 68 h 19"/>
                <a:gd name="T8" fmla="*/ 23 w 33"/>
                <a:gd name="T9" fmla="*/ 0 h 19"/>
                <a:gd name="T10" fmla="*/ 23 w 33"/>
                <a:gd name="T11" fmla="*/ 0 h 19"/>
                <a:gd name="T12" fmla="*/ 8 w 33"/>
                <a:gd name="T13" fmla="*/ 68 h 19"/>
                <a:gd name="T14" fmla="*/ 93 w 33"/>
                <a:gd name="T15" fmla="*/ 148 h 19"/>
                <a:gd name="T16" fmla="*/ 225 w 33"/>
                <a:gd name="T17" fmla="*/ 96 h 19"/>
                <a:gd name="T18" fmla="*/ 204 w 33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9">
                  <a:moveTo>
                    <a:pt x="28" y="0"/>
                  </a:moveTo>
                  <a:cubicBezTo>
                    <a:pt x="31" y="4"/>
                    <a:pt x="32" y="7"/>
                    <a:pt x="30" y="11"/>
                  </a:cubicBezTo>
                  <a:cubicBezTo>
                    <a:pt x="28" y="15"/>
                    <a:pt x="22" y="19"/>
                    <a:pt x="13" y="17"/>
                  </a:cubicBezTo>
                  <a:cubicBezTo>
                    <a:pt x="5" y="15"/>
                    <a:pt x="2" y="11"/>
                    <a:pt x="1" y="8"/>
                  </a:cubicBezTo>
                  <a:cubicBezTo>
                    <a:pt x="0" y="5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5"/>
                    <a:pt x="1" y="8"/>
                  </a:cubicBezTo>
                  <a:cubicBezTo>
                    <a:pt x="2" y="11"/>
                    <a:pt x="5" y="15"/>
                    <a:pt x="13" y="17"/>
                  </a:cubicBezTo>
                  <a:cubicBezTo>
                    <a:pt x="22" y="19"/>
                    <a:pt x="29" y="15"/>
                    <a:pt x="31" y="11"/>
                  </a:cubicBezTo>
                  <a:cubicBezTo>
                    <a:pt x="33" y="7"/>
                    <a:pt x="31" y="4"/>
                    <a:pt x="2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7" name="Freeform 2105">
              <a:extLst>
                <a:ext uri="{FF2B5EF4-FFF2-40B4-BE49-F238E27FC236}">
                  <a16:creationId xmlns:a16="http://schemas.microsoft.com/office/drawing/2014/main" id="{297EE4EE-2905-4697-A834-D751618D2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810"/>
              <a:ext cx="164" cy="110"/>
            </a:xfrm>
            <a:custGeom>
              <a:avLst/>
              <a:gdLst>
                <a:gd name="T0" fmla="*/ 224 w 85"/>
                <a:gd name="T1" fmla="*/ 8 h 53"/>
                <a:gd name="T2" fmla="*/ 100 w 85"/>
                <a:gd name="T3" fmla="*/ 81 h 53"/>
                <a:gd name="T4" fmla="*/ 264 w 85"/>
                <a:gd name="T5" fmla="*/ 432 h 53"/>
                <a:gd name="T6" fmla="*/ 588 w 85"/>
                <a:gd name="T7" fmla="*/ 293 h 53"/>
                <a:gd name="T8" fmla="*/ 525 w 85"/>
                <a:gd name="T9" fmla="*/ 91 h 53"/>
                <a:gd name="T10" fmla="*/ 353 w 85"/>
                <a:gd name="T11" fmla="*/ 35 h 53"/>
                <a:gd name="T12" fmla="*/ 224 w 85"/>
                <a:gd name="T13" fmla="*/ 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3">
                  <a:moveTo>
                    <a:pt x="31" y="1"/>
                  </a:moveTo>
                  <a:cubicBezTo>
                    <a:pt x="23" y="2"/>
                    <a:pt x="17" y="5"/>
                    <a:pt x="14" y="9"/>
                  </a:cubicBezTo>
                  <a:cubicBezTo>
                    <a:pt x="0" y="25"/>
                    <a:pt x="15" y="43"/>
                    <a:pt x="37" y="48"/>
                  </a:cubicBezTo>
                  <a:cubicBezTo>
                    <a:pt x="59" y="53"/>
                    <a:pt x="79" y="43"/>
                    <a:pt x="82" y="33"/>
                  </a:cubicBezTo>
                  <a:cubicBezTo>
                    <a:pt x="85" y="23"/>
                    <a:pt x="82" y="15"/>
                    <a:pt x="73" y="10"/>
                  </a:cubicBezTo>
                  <a:cubicBezTo>
                    <a:pt x="65" y="5"/>
                    <a:pt x="55" y="4"/>
                    <a:pt x="49" y="4"/>
                  </a:cubicBezTo>
                  <a:cubicBezTo>
                    <a:pt x="43" y="3"/>
                    <a:pt x="36" y="0"/>
                    <a:pt x="31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8" name="Freeform 2106">
              <a:extLst>
                <a:ext uri="{FF2B5EF4-FFF2-40B4-BE49-F238E27FC236}">
                  <a16:creationId xmlns:a16="http://schemas.microsoft.com/office/drawing/2014/main" id="{F528A6AD-5C43-45C7-AABB-15D4D6C79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814"/>
              <a:ext cx="126" cy="62"/>
            </a:xfrm>
            <a:custGeom>
              <a:avLst/>
              <a:gdLst>
                <a:gd name="T0" fmla="*/ 395 w 65"/>
                <a:gd name="T1" fmla="*/ 72 h 30"/>
                <a:gd name="T2" fmla="*/ 225 w 65"/>
                <a:gd name="T3" fmla="*/ 25 h 30"/>
                <a:gd name="T4" fmla="*/ 101 w 65"/>
                <a:gd name="T5" fmla="*/ 0 h 30"/>
                <a:gd name="T6" fmla="*/ 0 w 65"/>
                <a:gd name="T7" fmla="*/ 52 h 30"/>
                <a:gd name="T8" fmla="*/ 93 w 65"/>
                <a:gd name="T9" fmla="*/ 17 h 30"/>
                <a:gd name="T10" fmla="*/ 217 w 65"/>
                <a:gd name="T11" fmla="*/ 35 h 30"/>
                <a:gd name="T12" fmla="*/ 380 w 65"/>
                <a:gd name="T13" fmla="*/ 89 h 30"/>
                <a:gd name="T14" fmla="*/ 452 w 65"/>
                <a:gd name="T15" fmla="*/ 265 h 30"/>
                <a:gd name="T16" fmla="*/ 452 w 65"/>
                <a:gd name="T17" fmla="*/ 265 h 30"/>
                <a:gd name="T18" fmla="*/ 395 w 65"/>
                <a:gd name="T19" fmla="*/ 72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30">
                  <a:moveTo>
                    <a:pt x="54" y="8"/>
                  </a:moveTo>
                  <a:cubicBezTo>
                    <a:pt x="47" y="4"/>
                    <a:pt x="37" y="3"/>
                    <a:pt x="31" y="3"/>
                  </a:cubicBezTo>
                  <a:cubicBezTo>
                    <a:pt x="26" y="2"/>
                    <a:pt x="19" y="0"/>
                    <a:pt x="14" y="0"/>
                  </a:cubicBezTo>
                  <a:cubicBezTo>
                    <a:pt x="8" y="1"/>
                    <a:pt x="4" y="2"/>
                    <a:pt x="0" y="6"/>
                  </a:cubicBezTo>
                  <a:cubicBezTo>
                    <a:pt x="3" y="3"/>
                    <a:pt x="7" y="2"/>
                    <a:pt x="13" y="2"/>
                  </a:cubicBezTo>
                  <a:cubicBezTo>
                    <a:pt x="18" y="1"/>
                    <a:pt x="24" y="3"/>
                    <a:pt x="30" y="4"/>
                  </a:cubicBezTo>
                  <a:cubicBezTo>
                    <a:pt x="35" y="5"/>
                    <a:pt x="45" y="5"/>
                    <a:pt x="52" y="10"/>
                  </a:cubicBezTo>
                  <a:cubicBezTo>
                    <a:pt x="60" y="15"/>
                    <a:pt x="65" y="2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5" y="20"/>
                    <a:pt x="62" y="13"/>
                    <a:pt x="54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9" name="Freeform 2107">
              <a:extLst>
                <a:ext uri="{FF2B5EF4-FFF2-40B4-BE49-F238E27FC236}">
                  <a16:creationId xmlns:a16="http://schemas.microsoft.com/office/drawing/2014/main" id="{D4939277-9AE1-4872-AD5D-912114245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827"/>
              <a:ext cx="143" cy="89"/>
            </a:xfrm>
            <a:custGeom>
              <a:avLst/>
              <a:gdLst>
                <a:gd name="T0" fmla="*/ 261 w 74"/>
                <a:gd name="T1" fmla="*/ 329 h 43"/>
                <a:gd name="T2" fmla="*/ 100 w 74"/>
                <a:gd name="T3" fmla="*/ 0 h 43"/>
                <a:gd name="T4" fmla="*/ 100 w 74"/>
                <a:gd name="T5" fmla="*/ 0 h 43"/>
                <a:gd name="T6" fmla="*/ 85 w 74"/>
                <a:gd name="T7" fmla="*/ 17 h 43"/>
                <a:gd name="T8" fmla="*/ 247 w 74"/>
                <a:gd name="T9" fmla="*/ 339 h 43"/>
                <a:gd name="T10" fmla="*/ 533 w 74"/>
                <a:gd name="T11" fmla="*/ 265 h 43"/>
                <a:gd name="T12" fmla="*/ 261 w 74"/>
                <a:gd name="T13" fmla="*/ 329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3">
                  <a:moveTo>
                    <a:pt x="36" y="37"/>
                  </a:moveTo>
                  <a:cubicBezTo>
                    <a:pt x="16" y="32"/>
                    <a:pt x="1" y="15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1"/>
                    <a:pt x="12" y="2"/>
                  </a:cubicBezTo>
                  <a:cubicBezTo>
                    <a:pt x="0" y="17"/>
                    <a:pt x="14" y="34"/>
                    <a:pt x="34" y="38"/>
                  </a:cubicBezTo>
                  <a:cubicBezTo>
                    <a:pt x="52" y="43"/>
                    <a:pt x="68" y="37"/>
                    <a:pt x="74" y="30"/>
                  </a:cubicBezTo>
                  <a:cubicBezTo>
                    <a:pt x="67" y="36"/>
                    <a:pt x="52" y="40"/>
                    <a:pt x="36" y="3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0" name="Freeform 2108">
              <a:extLst>
                <a:ext uri="{FF2B5EF4-FFF2-40B4-BE49-F238E27FC236}">
                  <a16:creationId xmlns:a16="http://schemas.microsoft.com/office/drawing/2014/main" id="{C4775D1A-C3E4-480F-A4BE-12FF87BE3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839"/>
              <a:ext cx="87" cy="48"/>
            </a:xfrm>
            <a:custGeom>
              <a:avLst/>
              <a:gdLst>
                <a:gd name="T0" fmla="*/ 317 w 45"/>
                <a:gd name="T1" fmla="*/ 117 h 23"/>
                <a:gd name="T2" fmla="*/ 93 w 45"/>
                <a:gd name="T3" fmla="*/ 165 h 23"/>
                <a:gd name="T4" fmla="*/ 44 w 45"/>
                <a:gd name="T5" fmla="*/ 27 h 23"/>
                <a:gd name="T6" fmla="*/ 195 w 45"/>
                <a:gd name="T7" fmla="*/ 27 h 23"/>
                <a:gd name="T8" fmla="*/ 317 w 45"/>
                <a:gd name="T9" fmla="*/ 1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3">
                  <a:moveTo>
                    <a:pt x="44" y="13"/>
                  </a:moveTo>
                  <a:cubicBezTo>
                    <a:pt x="41" y="22"/>
                    <a:pt x="25" y="23"/>
                    <a:pt x="13" y="18"/>
                  </a:cubicBezTo>
                  <a:cubicBezTo>
                    <a:pt x="1" y="13"/>
                    <a:pt x="0" y="5"/>
                    <a:pt x="6" y="3"/>
                  </a:cubicBezTo>
                  <a:cubicBezTo>
                    <a:pt x="12" y="0"/>
                    <a:pt x="17" y="0"/>
                    <a:pt x="27" y="3"/>
                  </a:cubicBezTo>
                  <a:cubicBezTo>
                    <a:pt x="37" y="5"/>
                    <a:pt x="45" y="8"/>
                    <a:pt x="44" y="1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1" name="Freeform 2109">
              <a:extLst>
                <a:ext uri="{FF2B5EF4-FFF2-40B4-BE49-F238E27FC236}">
                  <a16:creationId xmlns:a16="http://schemas.microsoft.com/office/drawing/2014/main" id="{125A8DCE-5FE0-44CB-A783-DD285E70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847"/>
              <a:ext cx="82" cy="40"/>
            </a:xfrm>
            <a:custGeom>
              <a:avLst/>
              <a:gdLst>
                <a:gd name="T0" fmla="*/ 96 w 42"/>
                <a:gd name="T1" fmla="*/ 101 h 19"/>
                <a:gd name="T2" fmla="*/ 23 w 42"/>
                <a:gd name="T3" fmla="*/ 0 h 19"/>
                <a:gd name="T4" fmla="*/ 88 w 42"/>
                <a:gd name="T5" fmla="*/ 128 h 19"/>
                <a:gd name="T6" fmla="*/ 312 w 42"/>
                <a:gd name="T7" fmla="*/ 84 h 19"/>
                <a:gd name="T8" fmla="*/ 96 w 42"/>
                <a:gd name="T9" fmla="*/ 10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9">
                  <a:moveTo>
                    <a:pt x="13" y="11"/>
                  </a:moveTo>
                  <a:cubicBezTo>
                    <a:pt x="5" y="8"/>
                    <a:pt x="2" y="4"/>
                    <a:pt x="3" y="0"/>
                  </a:cubicBezTo>
                  <a:cubicBezTo>
                    <a:pt x="0" y="4"/>
                    <a:pt x="2" y="10"/>
                    <a:pt x="12" y="14"/>
                  </a:cubicBezTo>
                  <a:cubicBezTo>
                    <a:pt x="24" y="19"/>
                    <a:pt x="40" y="18"/>
                    <a:pt x="42" y="9"/>
                  </a:cubicBezTo>
                  <a:cubicBezTo>
                    <a:pt x="38" y="16"/>
                    <a:pt x="24" y="15"/>
                    <a:pt x="13" y="1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2" name="Freeform 2110">
              <a:extLst>
                <a:ext uri="{FF2B5EF4-FFF2-40B4-BE49-F238E27FC236}">
                  <a16:creationId xmlns:a16="http://schemas.microsoft.com/office/drawing/2014/main" id="{CE47E3AB-D5E8-4EA4-8C9B-26D361C8A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841"/>
              <a:ext cx="52" cy="17"/>
            </a:xfrm>
            <a:custGeom>
              <a:avLst/>
              <a:gdLst>
                <a:gd name="T0" fmla="*/ 0 w 27"/>
                <a:gd name="T1" fmla="*/ 0 h 8"/>
                <a:gd name="T2" fmla="*/ 193 w 27"/>
                <a:gd name="T3" fmla="*/ 77 h 8"/>
                <a:gd name="T4" fmla="*/ 85 w 27"/>
                <a:gd name="T5" fmla="*/ 28 h 8"/>
                <a:gd name="T6" fmla="*/ 0 w 2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">
                  <a:moveTo>
                    <a:pt x="0" y="0"/>
                  </a:moveTo>
                  <a:cubicBezTo>
                    <a:pt x="8" y="0"/>
                    <a:pt x="21" y="2"/>
                    <a:pt x="27" y="8"/>
                  </a:cubicBezTo>
                  <a:cubicBezTo>
                    <a:pt x="23" y="6"/>
                    <a:pt x="16" y="4"/>
                    <a:pt x="12" y="3"/>
                  </a:cubicBezTo>
                  <a:cubicBezTo>
                    <a:pt x="7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3" name="Freeform 2111">
              <a:extLst>
                <a:ext uri="{FF2B5EF4-FFF2-40B4-BE49-F238E27FC236}">
                  <a16:creationId xmlns:a16="http://schemas.microsoft.com/office/drawing/2014/main" id="{B1A19087-34F3-430D-8B90-07DC7F424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837"/>
              <a:ext cx="47" cy="21"/>
            </a:xfrm>
            <a:custGeom>
              <a:avLst/>
              <a:gdLst>
                <a:gd name="T0" fmla="*/ 104 w 24"/>
                <a:gd name="T1" fmla="*/ 17 h 10"/>
                <a:gd name="T2" fmla="*/ 0 w 24"/>
                <a:gd name="T3" fmla="*/ 8 h 10"/>
                <a:gd name="T4" fmla="*/ 180 w 24"/>
                <a:gd name="T5" fmla="*/ 92 h 10"/>
                <a:gd name="T6" fmla="*/ 104 w 24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0">
                  <a:moveTo>
                    <a:pt x="14" y="2"/>
                  </a:moveTo>
                  <a:cubicBezTo>
                    <a:pt x="10" y="1"/>
                    <a:pt x="6" y="0"/>
                    <a:pt x="0" y="1"/>
                  </a:cubicBezTo>
                  <a:cubicBezTo>
                    <a:pt x="5" y="1"/>
                    <a:pt x="23" y="4"/>
                    <a:pt x="24" y="10"/>
                  </a:cubicBezTo>
                  <a:cubicBezTo>
                    <a:pt x="24" y="8"/>
                    <a:pt x="20" y="4"/>
                    <a:pt x="1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4" name="Freeform 2112">
              <a:extLst>
                <a:ext uri="{FF2B5EF4-FFF2-40B4-BE49-F238E27FC236}">
                  <a16:creationId xmlns:a16="http://schemas.microsoft.com/office/drawing/2014/main" id="{6828EFCF-1A88-45A5-8E91-23109447B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70"/>
              <a:ext cx="58" cy="21"/>
            </a:xfrm>
            <a:custGeom>
              <a:avLst/>
              <a:gdLst>
                <a:gd name="T0" fmla="*/ 0 w 30"/>
                <a:gd name="T1" fmla="*/ 0 h 10"/>
                <a:gd name="T2" fmla="*/ 217 w 30"/>
                <a:gd name="T3" fmla="*/ 57 h 10"/>
                <a:gd name="T4" fmla="*/ 0 w 3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0">
                  <a:moveTo>
                    <a:pt x="0" y="0"/>
                  </a:moveTo>
                  <a:cubicBezTo>
                    <a:pt x="3" y="4"/>
                    <a:pt x="18" y="9"/>
                    <a:pt x="30" y="6"/>
                  </a:cubicBezTo>
                  <a:cubicBezTo>
                    <a:pt x="27" y="8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5" name="Freeform 2113">
              <a:extLst>
                <a:ext uri="{FF2B5EF4-FFF2-40B4-BE49-F238E27FC236}">
                  <a16:creationId xmlns:a16="http://schemas.microsoft.com/office/drawing/2014/main" id="{56F934C0-1987-4CB1-9D1D-5A631FAEB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810"/>
              <a:ext cx="164" cy="110"/>
            </a:xfrm>
            <a:custGeom>
              <a:avLst/>
              <a:gdLst>
                <a:gd name="T0" fmla="*/ 224 w 85"/>
                <a:gd name="T1" fmla="*/ 8 h 53"/>
                <a:gd name="T2" fmla="*/ 100 w 85"/>
                <a:gd name="T3" fmla="*/ 81 h 53"/>
                <a:gd name="T4" fmla="*/ 264 w 85"/>
                <a:gd name="T5" fmla="*/ 432 h 53"/>
                <a:gd name="T6" fmla="*/ 588 w 85"/>
                <a:gd name="T7" fmla="*/ 293 h 53"/>
                <a:gd name="T8" fmla="*/ 525 w 85"/>
                <a:gd name="T9" fmla="*/ 91 h 53"/>
                <a:gd name="T10" fmla="*/ 353 w 85"/>
                <a:gd name="T11" fmla="*/ 35 h 53"/>
                <a:gd name="T12" fmla="*/ 224 w 85"/>
                <a:gd name="T13" fmla="*/ 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3">
                  <a:moveTo>
                    <a:pt x="31" y="1"/>
                  </a:moveTo>
                  <a:cubicBezTo>
                    <a:pt x="23" y="2"/>
                    <a:pt x="17" y="5"/>
                    <a:pt x="14" y="9"/>
                  </a:cubicBezTo>
                  <a:cubicBezTo>
                    <a:pt x="0" y="25"/>
                    <a:pt x="15" y="43"/>
                    <a:pt x="37" y="48"/>
                  </a:cubicBezTo>
                  <a:cubicBezTo>
                    <a:pt x="59" y="53"/>
                    <a:pt x="79" y="43"/>
                    <a:pt x="82" y="33"/>
                  </a:cubicBezTo>
                  <a:cubicBezTo>
                    <a:pt x="85" y="23"/>
                    <a:pt x="82" y="15"/>
                    <a:pt x="73" y="10"/>
                  </a:cubicBezTo>
                  <a:cubicBezTo>
                    <a:pt x="65" y="5"/>
                    <a:pt x="55" y="4"/>
                    <a:pt x="49" y="4"/>
                  </a:cubicBezTo>
                  <a:cubicBezTo>
                    <a:pt x="43" y="3"/>
                    <a:pt x="36" y="0"/>
                    <a:pt x="31" y="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6" name="Freeform 2114">
              <a:extLst>
                <a:ext uri="{FF2B5EF4-FFF2-40B4-BE49-F238E27FC236}">
                  <a16:creationId xmlns:a16="http://schemas.microsoft.com/office/drawing/2014/main" id="{2DCD05CC-0DF3-42AE-B95F-595AB7CC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845"/>
              <a:ext cx="82" cy="40"/>
            </a:xfrm>
            <a:custGeom>
              <a:avLst/>
              <a:gdLst>
                <a:gd name="T0" fmla="*/ 0 w 42"/>
                <a:gd name="T1" fmla="*/ 48 h 19"/>
                <a:gd name="T2" fmla="*/ 80 w 42"/>
                <a:gd name="T3" fmla="*/ 141 h 19"/>
                <a:gd name="T4" fmla="*/ 267 w 42"/>
                <a:gd name="T5" fmla="*/ 152 h 19"/>
                <a:gd name="T6" fmla="*/ 312 w 42"/>
                <a:gd name="T7" fmla="*/ 93 h 19"/>
                <a:gd name="T8" fmla="*/ 312 w 42"/>
                <a:gd name="T9" fmla="*/ 93 h 19"/>
                <a:gd name="T10" fmla="*/ 267 w 42"/>
                <a:gd name="T11" fmla="*/ 152 h 19"/>
                <a:gd name="T12" fmla="*/ 80 w 42"/>
                <a:gd name="T13" fmla="*/ 141 h 19"/>
                <a:gd name="T14" fmla="*/ 8 w 42"/>
                <a:gd name="T15" fmla="*/ 48 h 19"/>
                <a:gd name="T16" fmla="*/ 31 w 42"/>
                <a:gd name="T17" fmla="*/ 0 h 19"/>
                <a:gd name="T18" fmla="*/ 31 w 42"/>
                <a:gd name="T19" fmla="*/ 0 h 19"/>
                <a:gd name="T20" fmla="*/ 0 w 42"/>
                <a:gd name="T21" fmla="*/ 48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9">
                  <a:moveTo>
                    <a:pt x="0" y="5"/>
                  </a:moveTo>
                  <a:cubicBezTo>
                    <a:pt x="0" y="9"/>
                    <a:pt x="4" y="13"/>
                    <a:pt x="11" y="15"/>
                  </a:cubicBezTo>
                  <a:cubicBezTo>
                    <a:pt x="20" y="19"/>
                    <a:pt x="30" y="19"/>
                    <a:pt x="36" y="16"/>
                  </a:cubicBezTo>
                  <a:cubicBezTo>
                    <a:pt x="39" y="15"/>
                    <a:pt x="41" y="13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13"/>
                    <a:pt x="39" y="15"/>
                    <a:pt x="36" y="16"/>
                  </a:cubicBezTo>
                  <a:cubicBezTo>
                    <a:pt x="30" y="19"/>
                    <a:pt x="20" y="18"/>
                    <a:pt x="11" y="15"/>
                  </a:cubicBezTo>
                  <a:cubicBezTo>
                    <a:pt x="5" y="12"/>
                    <a:pt x="1" y="9"/>
                    <a:pt x="1" y="5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7" name="Freeform 2115">
              <a:extLst>
                <a:ext uri="{FF2B5EF4-FFF2-40B4-BE49-F238E27FC236}">
                  <a16:creationId xmlns:a16="http://schemas.microsoft.com/office/drawing/2014/main" id="{4CCF7251-E232-4E8A-9BC9-EE963C4A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3070"/>
              <a:ext cx="137" cy="142"/>
            </a:xfrm>
            <a:custGeom>
              <a:avLst/>
              <a:gdLst>
                <a:gd name="T0" fmla="*/ 137 w 71"/>
                <a:gd name="T1" fmla="*/ 16 h 69"/>
                <a:gd name="T2" fmla="*/ 15 w 71"/>
                <a:gd name="T3" fmla="*/ 245 h 69"/>
                <a:gd name="T4" fmla="*/ 208 w 71"/>
                <a:gd name="T5" fmla="*/ 533 h 69"/>
                <a:gd name="T6" fmla="*/ 425 w 71"/>
                <a:gd name="T7" fmla="*/ 488 h 69"/>
                <a:gd name="T8" fmla="*/ 137 w 71"/>
                <a:gd name="T9" fmla="*/ 16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69">
                  <a:moveTo>
                    <a:pt x="19" y="2"/>
                  </a:moveTo>
                  <a:cubicBezTo>
                    <a:pt x="5" y="4"/>
                    <a:pt x="0" y="15"/>
                    <a:pt x="2" y="28"/>
                  </a:cubicBezTo>
                  <a:cubicBezTo>
                    <a:pt x="4" y="42"/>
                    <a:pt x="16" y="55"/>
                    <a:pt x="29" y="61"/>
                  </a:cubicBezTo>
                  <a:cubicBezTo>
                    <a:pt x="45" y="69"/>
                    <a:pt x="54" y="64"/>
                    <a:pt x="59" y="56"/>
                  </a:cubicBezTo>
                  <a:cubicBezTo>
                    <a:pt x="71" y="39"/>
                    <a:pt x="43" y="0"/>
                    <a:pt x="19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8" name="Freeform 2116">
              <a:extLst>
                <a:ext uri="{FF2B5EF4-FFF2-40B4-BE49-F238E27FC236}">
                  <a16:creationId xmlns:a16="http://schemas.microsoft.com/office/drawing/2014/main" id="{DCB3C8BB-0FF8-4CFB-8CA6-9428BD633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3076"/>
              <a:ext cx="94" cy="128"/>
            </a:xfrm>
            <a:custGeom>
              <a:avLst/>
              <a:gdLst>
                <a:gd name="T0" fmla="*/ 0 w 49"/>
                <a:gd name="T1" fmla="*/ 0 h 62"/>
                <a:gd name="T2" fmla="*/ 253 w 49"/>
                <a:gd name="T3" fmla="*/ 456 h 62"/>
                <a:gd name="T4" fmla="*/ 140 w 49"/>
                <a:gd name="T5" fmla="*/ 537 h 62"/>
                <a:gd name="T6" fmla="*/ 269 w 49"/>
                <a:gd name="T7" fmla="*/ 456 h 62"/>
                <a:gd name="T8" fmla="*/ 0 w 49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2">
                  <a:moveTo>
                    <a:pt x="0" y="0"/>
                  </a:moveTo>
                  <a:cubicBezTo>
                    <a:pt x="22" y="2"/>
                    <a:pt x="47" y="36"/>
                    <a:pt x="36" y="52"/>
                  </a:cubicBezTo>
                  <a:cubicBezTo>
                    <a:pt x="32" y="57"/>
                    <a:pt x="27" y="61"/>
                    <a:pt x="20" y="61"/>
                  </a:cubicBezTo>
                  <a:cubicBezTo>
                    <a:pt x="28" y="62"/>
                    <a:pt x="34" y="58"/>
                    <a:pt x="38" y="52"/>
                  </a:cubicBezTo>
                  <a:cubicBezTo>
                    <a:pt x="49" y="36"/>
                    <a:pt x="23" y="0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9" name="Freeform 2117">
              <a:extLst>
                <a:ext uri="{FF2B5EF4-FFF2-40B4-BE49-F238E27FC236}">
                  <a16:creationId xmlns:a16="http://schemas.microsoft.com/office/drawing/2014/main" id="{1AB31BBF-9F72-4106-A49B-359EA5C6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078"/>
              <a:ext cx="52" cy="116"/>
            </a:xfrm>
            <a:custGeom>
              <a:avLst/>
              <a:gdLst>
                <a:gd name="T0" fmla="*/ 193 w 27"/>
                <a:gd name="T1" fmla="*/ 497 h 56"/>
                <a:gd name="T2" fmla="*/ 29 w 27"/>
                <a:gd name="T3" fmla="*/ 205 h 56"/>
                <a:gd name="T4" fmla="*/ 92 w 27"/>
                <a:gd name="T5" fmla="*/ 0 h 56"/>
                <a:gd name="T6" fmla="*/ 8 w 27"/>
                <a:gd name="T7" fmla="*/ 224 h 56"/>
                <a:gd name="T8" fmla="*/ 193 w 27"/>
                <a:gd name="T9" fmla="*/ 497 h 56"/>
                <a:gd name="T10" fmla="*/ 193 w 27"/>
                <a:gd name="T11" fmla="*/ 49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6">
                  <a:moveTo>
                    <a:pt x="27" y="56"/>
                  </a:moveTo>
                  <a:cubicBezTo>
                    <a:pt x="15" y="49"/>
                    <a:pt x="6" y="36"/>
                    <a:pt x="4" y="23"/>
                  </a:cubicBezTo>
                  <a:cubicBezTo>
                    <a:pt x="3" y="14"/>
                    <a:pt x="5" y="5"/>
                    <a:pt x="13" y="0"/>
                  </a:cubicBezTo>
                  <a:cubicBezTo>
                    <a:pt x="3" y="4"/>
                    <a:pt x="0" y="14"/>
                    <a:pt x="1" y="25"/>
                  </a:cubicBezTo>
                  <a:cubicBezTo>
                    <a:pt x="3" y="37"/>
                    <a:pt x="15" y="50"/>
                    <a:pt x="27" y="56"/>
                  </a:cubicBezTo>
                  <a:cubicBezTo>
                    <a:pt x="27" y="56"/>
                    <a:pt x="27" y="56"/>
                    <a:pt x="27" y="56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0" name="Freeform 2118">
              <a:extLst>
                <a:ext uri="{FF2B5EF4-FFF2-40B4-BE49-F238E27FC236}">
                  <a16:creationId xmlns:a16="http://schemas.microsoft.com/office/drawing/2014/main" id="{0F1CE579-BA25-49AB-8AF9-92FE06ED5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3095"/>
              <a:ext cx="85" cy="89"/>
            </a:xfrm>
            <a:custGeom>
              <a:avLst/>
              <a:gdLst>
                <a:gd name="T0" fmla="*/ 253 w 44"/>
                <a:gd name="T1" fmla="*/ 308 h 43"/>
                <a:gd name="T2" fmla="*/ 44 w 44"/>
                <a:gd name="T3" fmla="*/ 184 h 43"/>
                <a:gd name="T4" fmla="*/ 85 w 44"/>
                <a:gd name="T5" fmla="*/ 8 h 43"/>
                <a:gd name="T6" fmla="*/ 253 w 44"/>
                <a:gd name="T7" fmla="*/ 30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3">
                  <a:moveTo>
                    <a:pt x="35" y="35"/>
                  </a:moveTo>
                  <a:cubicBezTo>
                    <a:pt x="27" y="43"/>
                    <a:pt x="11" y="32"/>
                    <a:pt x="6" y="21"/>
                  </a:cubicBezTo>
                  <a:cubicBezTo>
                    <a:pt x="0" y="10"/>
                    <a:pt x="1" y="0"/>
                    <a:pt x="12" y="1"/>
                  </a:cubicBezTo>
                  <a:cubicBezTo>
                    <a:pt x="24" y="2"/>
                    <a:pt x="44" y="26"/>
                    <a:pt x="35" y="3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1" name="Freeform 2119">
              <a:extLst>
                <a:ext uri="{FF2B5EF4-FFF2-40B4-BE49-F238E27FC236}">
                  <a16:creationId xmlns:a16="http://schemas.microsoft.com/office/drawing/2014/main" id="{B928FC11-5FBF-4CC5-BDBF-55820FFE7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3099"/>
              <a:ext cx="68" cy="85"/>
            </a:xfrm>
            <a:custGeom>
              <a:avLst/>
              <a:gdLst>
                <a:gd name="T0" fmla="*/ 52 w 35"/>
                <a:gd name="T1" fmla="*/ 151 h 41"/>
                <a:gd name="T2" fmla="*/ 37 w 35"/>
                <a:gd name="T3" fmla="*/ 0 h 41"/>
                <a:gd name="T4" fmla="*/ 37 w 35"/>
                <a:gd name="T5" fmla="*/ 168 h 41"/>
                <a:gd name="T6" fmla="*/ 249 w 35"/>
                <a:gd name="T7" fmla="*/ 292 h 41"/>
                <a:gd name="T8" fmla="*/ 256 w 35"/>
                <a:gd name="T9" fmla="*/ 292 h 41"/>
                <a:gd name="T10" fmla="*/ 52 w 35"/>
                <a:gd name="T11" fmla="*/ 15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1">
                  <a:moveTo>
                    <a:pt x="7" y="17"/>
                  </a:moveTo>
                  <a:cubicBezTo>
                    <a:pt x="4" y="10"/>
                    <a:pt x="3" y="3"/>
                    <a:pt x="5" y="0"/>
                  </a:cubicBezTo>
                  <a:cubicBezTo>
                    <a:pt x="0" y="2"/>
                    <a:pt x="0" y="11"/>
                    <a:pt x="5" y="19"/>
                  </a:cubicBezTo>
                  <a:cubicBezTo>
                    <a:pt x="10" y="30"/>
                    <a:pt x="26" y="41"/>
                    <a:pt x="34" y="33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26" y="37"/>
                    <a:pt x="13" y="27"/>
                    <a:pt x="7" y="1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2" name="Freeform 2120">
              <a:extLst>
                <a:ext uri="{FF2B5EF4-FFF2-40B4-BE49-F238E27FC236}">
                  <a16:creationId xmlns:a16="http://schemas.microsoft.com/office/drawing/2014/main" id="{2EA5CC35-2F7A-427D-B5E9-CF6CF8365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103"/>
              <a:ext cx="36" cy="56"/>
            </a:xfrm>
            <a:custGeom>
              <a:avLst/>
              <a:gdLst>
                <a:gd name="T0" fmla="*/ 0 w 19"/>
                <a:gd name="T1" fmla="*/ 0 h 27"/>
                <a:gd name="T2" fmla="*/ 116 w 19"/>
                <a:gd name="T3" fmla="*/ 241 h 27"/>
                <a:gd name="T4" fmla="*/ 0 w 19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0" y="0"/>
                  </a:moveTo>
                  <a:cubicBezTo>
                    <a:pt x="7" y="5"/>
                    <a:pt x="19" y="17"/>
                    <a:pt x="17" y="27"/>
                  </a:cubicBezTo>
                  <a:cubicBezTo>
                    <a:pt x="17" y="23"/>
                    <a:pt x="10" y="8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3" name="Freeform 2121">
              <a:extLst>
                <a:ext uri="{FF2B5EF4-FFF2-40B4-BE49-F238E27FC236}">
                  <a16:creationId xmlns:a16="http://schemas.microsoft.com/office/drawing/2014/main" id="{341ADE15-43D0-4176-93B3-6473A56A3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107"/>
              <a:ext cx="31" cy="54"/>
            </a:xfrm>
            <a:custGeom>
              <a:avLst/>
              <a:gdLst>
                <a:gd name="T0" fmla="*/ 0 w 16"/>
                <a:gd name="T1" fmla="*/ 0 h 26"/>
                <a:gd name="T2" fmla="*/ 93 w 16"/>
                <a:gd name="T3" fmla="*/ 233 h 26"/>
                <a:gd name="T4" fmla="*/ 0 w 1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5" y="4"/>
                    <a:pt x="16" y="17"/>
                    <a:pt x="13" y="26"/>
                  </a:cubicBezTo>
                  <a:cubicBezTo>
                    <a:pt x="14" y="21"/>
                    <a:pt x="15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4" name="Freeform 2122">
              <a:extLst>
                <a:ext uri="{FF2B5EF4-FFF2-40B4-BE49-F238E27FC236}">
                  <a16:creationId xmlns:a16="http://schemas.microsoft.com/office/drawing/2014/main" id="{302BF63A-5060-4BE7-811B-BF8E297C6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128"/>
              <a:ext cx="42" cy="47"/>
            </a:xfrm>
            <a:custGeom>
              <a:avLst/>
              <a:gdLst>
                <a:gd name="T0" fmla="*/ 0 w 22"/>
                <a:gd name="T1" fmla="*/ 0 h 23"/>
                <a:gd name="T2" fmla="*/ 153 w 22"/>
                <a:gd name="T3" fmla="*/ 196 h 23"/>
                <a:gd name="T4" fmla="*/ 0 w 2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0" y="0"/>
                  </a:moveTo>
                  <a:cubicBezTo>
                    <a:pt x="0" y="5"/>
                    <a:pt x="9" y="20"/>
                    <a:pt x="22" y="23"/>
                  </a:cubicBezTo>
                  <a:cubicBezTo>
                    <a:pt x="17" y="21"/>
                    <a:pt x="5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5" name="Freeform 2123">
              <a:extLst>
                <a:ext uri="{FF2B5EF4-FFF2-40B4-BE49-F238E27FC236}">
                  <a16:creationId xmlns:a16="http://schemas.microsoft.com/office/drawing/2014/main" id="{93025747-BECD-47B4-8ED7-2A833D085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3070"/>
              <a:ext cx="137" cy="142"/>
            </a:xfrm>
            <a:custGeom>
              <a:avLst/>
              <a:gdLst>
                <a:gd name="T0" fmla="*/ 137 w 71"/>
                <a:gd name="T1" fmla="*/ 16 h 69"/>
                <a:gd name="T2" fmla="*/ 15 w 71"/>
                <a:gd name="T3" fmla="*/ 245 h 69"/>
                <a:gd name="T4" fmla="*/ 208 w 71"/>
                <a:gd name="T5" fmla="*/ 533 h 69"/>
                <a:gd name="T6" fmla="*/ 425 w 71"/>
                <a:gd name="T7" fmla="*/ 488 h 69"/>
                <a:gd name="T8" fmla="*/ 137 w 71"/>
                <a:gd name="T9" fmla="*/ 16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69">
                  <a:moveTo>
                    <a:pt x="19" y="2"/>
                  </a:moveTo>
                  <a:cubicBezTo>
                    <a:pt x="5" y="4"/>
                    <a:pt x="0" y="15"/>
                    <a:pt x="2" y="28"/>
                  </a:cubicBezTo>
                  <a:cubicBezTo>
                    <a:pt x="4" y="42"/>
                    <a:pt x="16" y="55"/>
                    <a:pt x="29" y="61"/>
                  </a:cubicBezTo>
                  <a:cubicBezTo>
                    <a:pt x="45" y="69"/>
                    <a:pt x="54" y="64"/>
                    <a:pt x="59" y="56"/>
                  </a:cubicBezTo>
                  <a:cubicBezTo>
                    <a:pt x="71" y="39"/>
                    <a:pt x="43" y="0"/>
                    <a:pt x="19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6" name="Freeform 2124">
              <a:extLst>
                <a:ext uri="{FF2B5EF4-FFF2-40B4-BE49-F238E27FC236}">
                  <a16:creationId xmlns:a16="http://schemas.microsoft.com/office/drawing/2014/main" id="{96C674E5-5EF3-4117-B35D-F0165351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3095"/>
              <a:ext cx="66" cy="80"/>
            </a:xfrm>
            <a:custGeom>
              <a:avLst/>
              <a:gdLst>
                <a:gd name="T0" fmla="*/ 16 w 34"/>
                <a:gd name="T1" fmla="*/ 33 h 39"/>
                <a:gd name="T2" fmla="*/ 31 w 34"/>
                <a:gd name="T3" fmla="*/ 181 h 39"/>
                <a:gd name="T4" fmla="*/ 188 w 34"/>
                <a:gd name="T5" fmla="*/ 328 h 39"/>
                <a:gd name="T6" fmla="*/ 248 w 34"/>
                <a:gd name="T7" fmla="*/ 304 h 39"/>
                <a:gd name="T8" fmla="*/ 248 w 34"/>
                <a:gd name="T9" fmla="*/ 304 h 39"/>
                <a:gd name="T10" fmla="*/ 188 w 34"/>
                <a:gd name="T11" fmla="*/ 320 h 39"/>
                <a:gd name="T12" fmla="*/ 37 w 34"/>
                <a:gd name="T13" fmla="*/ 181 h 39"/>
                <a:gd name="T14" fmla="*/ 23 w 34"/>
                <a:gd name="T15" fmla="*/ 33 h 39"/>
                <a:gd name="T16" fmla="*/ 80 w 34"/>
                <a:gd name="T17" fmla="*/ 8 h 39"/>
                <a:gd name="T18" fmla="*/ 80 w 34"/>
                <a:gd name="T19" fmla="*/ 8 h 39"/>
                <a:gd name="T20" fmla="*/ 16 w 34"/>
                <a:gd name="T21" fmla="*/ 33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39">
                  <a:moveTo>
                    <a:pt x="2" y="4"/>
                  </a:moveTo>
                  <a:cubicBezTo>
                    <a:pt x="0" y="8"/>
                    <a:pt x="1" y="14"/>
                    <a:pt x="4" y="21"/>
                  </a:cubicBezTo>
                  <a:cubicBezTo>
                    <a:pt x="8" y="29"/>
                    <a:pt x="17" y="37"/>
                    <a:pt x="26" y="38"/>
                  </a:cubicBezTo>
                  <a:cubicBezTo>
                    <a:pt x="29" y="39"/>
                    <a:pt x="32" y="37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2" y="37"/>
                    <a:pt x="29" y="38"/>
                    <a:pt x="26" y="37"/>
                  </a:cubicBezTo>
                  <a:cubicBezTo>
                    <a:pt x="18" y="36"/>
                    <a:pt x="9" y="28"/>
                    <a:pt x="5" y="21"/>
                  </a:cubicBezTo>
                  <a:cubicBezTo>
                    <a:pt x="1" y="14"/>
                    <a:pt x="0" y="8"/>
                    <a:pt x="3" y="4"/>
                  </a:cubicBezTo>
                  <a:cubicBezTo>
                    <a:pt x="4" y="2"/>
                    <a:pt x="7" y="0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7" y="0"/>
                    <a:pt x="4" y="1"/>
                    <a:pt x="2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7" name="Freeform 2125">
              <a:extLst>
                <a:ext uri="{FF2B5EF4-FFF2-40B4-BE49-F238E27FC236}">
                  <a16:creationId xmlns:a16="http://schemas.microsoft.com/office/drawing/2014/main" id="{5549CDF4-5F63-4D7F-B6DA-C5F32274B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926"/>
              <a:ext cx="170" cy="115"/>
            </a:xfrm>
            <a:custGeom>
              <a:avLst/>
              <a:gdLst>
                <a:gd name="T0" fmla="*/ 79 w 88"/>
                <a:gd name="T1" fmla="*/ 113 h 56"/>
                <a:gd name="T2" fmla="*/ 93 w 88"/>
                <a:gd name="T3" fmla="*/ 363 h 56"/>
                <a:gd name="T4" fmla="*/ 448 w 88"/>
                <a:gd name="T5" fmla="*/ 485 h 56"/>
                <a:gd name="T6" fmla="*/ 634 w 88"/>
                <a:gd name="T7" fmla="*/ 329 h 56"/>
                <a:gd name="T8" fmla="*/ 79 w 88"/>
                <a:gd name="T9" fmla="*/ 11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6">
                  <a:moveTo>
                    <a:pt x="11" y="13"/>
                  </a:moveTo>
                  <a:cubicBezTo>
                    <a:pt x="0" y="20"/>
                    <a:pt x="2" y="32"/>
                    <a:pt x="13" y="42"/>
                  </a:cubicBezTo>
                  <a:cubicBezTo>
                    <a:pt x="24" y="51"/>
                    <a:pt x="45" y="56"/>
                    <a:pt x="62" y="56"/>
                  </a:cubicBezTo>
                  <a:cubicBezTo>
                    <a:pt x="83" y="55"/>
                    <a:pt x="88" y="47"/>
                    <a:pt x="88" y="38"/>
                  </a:cubicBezTo>
                  <a:cubicBezTo>
                    <a:pt x="87" y="19"/>
                    <a:pt x="33" y="0"/>
                    <a:pt x="11" y="1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8" name="Freeform 2126">
              <a:extLst>
                <a:ext uri="{FF2B5EF4-FFF2-40B4-BE49-F238E27FC236}">
                  <a16:creationId xmlns:a16="http://schemas.microsoft.com/office/drawing/2014/main" id="{3A6B4EDD-BCA4-4FF9-9568-69D09BACF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930"/>
              <a:ext cx="141" cy="105"/>
            </a:xfrm>
            <a:custGeom>
              <a:avLst/>
              <a:gdLst>
                <a:gd name="T0" fmla="*/ 0 w 73"/>
                <a:gd name="T1" fmla="*/ 97 h 51"/>
                <a:gd name="T2" fmla="*/ 512 w 73"/>
                <a:gd name="T3" fmla="*/ 321 h 51"/>
                <a:gd name="T4" fmla="*/ 448 w 73"/>
                <a:gd name="T5" fmla="*/ 445 h 51"/>
                <a:gd name="T6" fmla="*/ 525 w 73"/>
                <a:gd name="T7" fmla="*/ 313 h 51"/>
                <a:gd name="T8" fmla="*/ 0 w 73"/>
                <a:gd name="T9" fmla="*/ 9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1">
                  <a:moveTo>
                    <a:pt x="0" y="11"/>
                  </a:moveTo>
                  <a:cubicBezTo>
                    <a:pt x="23" y="2"/>
                    <a:pt x="70" y="19"/>
                    <a:pt x="71" y="37"/>
                  </a:cubicBezTo>
                  <a:cubicBezTo>
                    <a:pt x="71" y="42"/>
                    <a:pt x="69" y="48"/>
                    <a:pt x="62" y="51"/>
                  </a:cubicBezTo>
                  <a:cubicBezTo>
                    <a:pt x="70" y="48"/>
                    <a:pt x="73" y="42"/>
                    <a:pt x="73" y="36"/>
                  </a:cubicBezTo>
                  <a:cubicBezTo>
                    <a:pt x="72" y="18"/>
                    <a:pt x="22" y="0"/>
                    <a:pt x="0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9" name="Freeform 2127">
              <a:extLst>
                <a:ext uri="{FF2B5EF4-FFF2-40B4-BE49-F238E27FC236}">
                  <a16:creationId xmlns:a16="http://schemas.microsoft.com/office/drawing/2014/main" id="{20CEF8A8-43B2-4D8A-93F1-13639BE5A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959"/>
              <a:ext cx="115" cy="80"/>
            </a:xfrm>
            <a:custGeom>
              <a:avLst/>
              <a:gdLst>
                <a:gd name="T0" fmla="*/ 437 w 59"/>
                <a:gd name="T1" fmla="*/ 336 h 39"/>
                <a:gd name="T2" fmla="*/ 103 w 59"/>
                <a:gd name="T3" fmla="*/ 197 h 39"/>
                <a:gd name="T4" fmla="*/ 53 w 59"/>
                <a:gd name="T5" fmla="*/ 0 h 39"/>
                <a:gd name="T6" fmla="*/ 96 w 59"/>
                <a:gd name="T7" fmla="*/ 215 h 39"/>
                <a:gd name="T8" fmla="*/ 437 w 59"/>
                <a:gd name="T9" fmla="*/ 336 h 39"/>
                <a:gd name="T10" fmla="*/ 437 w 59"/>
                <a:gd name="T11" fmla="*/ 33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9">
                  <a:moveTo>
                    <a:pt x="59" y="39"/>
                  </a:moveTo>
                  <a:cubicBezTo>
                    <a:pt x="43" y="39"/>
                    <a:pt x="25" y="32"/>
                    <a:pt x="14" y="23"/>
                  </a:cubicBezTo>
                  <a:cubicBezTo>
                    <a:pt x="6" y="16"/>
                    <a:pt x="3" y="7"/>
                    <a:pt x="7" y="0"/>
                  </a:cubicBezTo>
                  <a:cubicBezTo>
                    <a:pt x="0" y="7"/>
                    <a:pt x="3" y="17"/>
                    <a:pt x="13" y="25"/>
                  </a:cubicBezTo>
                  <a:cubicBezTo>
                    <a:pt x="23" y="34"/>
                    <a:pt x="43" y="39"/>
                    <a:pt x="59" y="39"/>
                  </a:cubicBezTo>
                  <a:cubicBezTo>
                    <a:pt x="59" y="39"/>
                    <a:pt x="59" y="39"/>
                    <a:pt x="59" y="3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0" name="Freeform 2128">
              <a:extLst>
                <a:ext uri="{FF2B5EF4-FFF2-40B4-BE49-F238E27FC236}">
                  <a16:creationId xmlns:a16="http://schemas.microsoft.com/office/drawing/2014/main" id="{0BA82A81-5EC8-4A3B-B66B-9F100B50E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955"/>
              <a:ext cx="116" cy="66"/>
            </a:xfrm>
            <a:custGeom>
              <a:avLst/>
              <a:gdLst>
                <a:gd name="T0" fmla="*/ 420 w 60"/>
                <a:gd name="T1" fmla="*/ 192 h 32"/>
                <a:gd name="T2" fmla="*/ 145 w 60"/>
                <a:gd name="T3" fmla="*/ 212 h 32"/>
                <a:gd name="T4" fmla="*/ 85 w 60"/>
                <a:gd name="T5" fmla="*/ 43 h 32"/>
                <a:gd name="T6" fmla="*/ 420 w 60"/>
                <a:gd name="T7" fmla="*/ 19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2">
                  <a:moveTo>
                    <a:pt x="58" y="22"/>
                  </a:moveTo>
                  <a:cubicBezTo>
                    <a:pt x="56" y="32"/>
                    <a:pt x="33" y="30"/>
                    <a:pt x="20" y="24"/>
                  </a:cubicBezTo>
                  <a:cubicBezTo>
                    <a:pt x="7" y="18"/>
                    <a:pt x="0" y="9"/>
                    <a:pt x="12" y="5"/>
                  </a:cubicBezTo>
                  <a:cubicBezTo>
                    <a:pt x="25" y="0"/>
                    <a:pt x="60" y="11"/>
                    <a:pt x="58" y="2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1" name="Freeform 2129">
              <a:extLst>
                <a:ext uri="{FF2B5EF4-FFF2-40B4-BE49-F238E27FC236}">
                  <a16:creationId xmlns:a16="http://schemas.microsoft.com/office/drawing/2014/main" id="{F13C29D6-CB03-4BA8-B26F-E6417A35E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971"/>
              <a:ext cx="106" cy="50"/>
            </a:xfrm>
            <a:custGeom>
              <a:avLst/>
              <a:gdLst>
                <a:gd name="T0" fmla="*/ 129 w 55"/>
                <a:gd name="T1" fmla="*/ 117 h 24"/>
                <a:gd name="T2" fmla="*/ 29 w 55"/>
                <a:gd name="T3" fmla="*/ 0 h 24"/>
                <a:gd name="T4" fmla="*/ 123 w 55"/>
                <a:gd name="T5" fmla="*/ 144 h 24"/>
                <a:gd name="T6" fmla="*/ 393 w 55"/>
                <a:gd name="T7" fmla="*/ 125 h 24"/>
                <a:gd name="T8" fmla="*/ 393 w 55"/>
                <a:gd name="T9" fmla="*/ 117 h 24"/>
                <a:gd name="T10" fmla="*/ 129 w 55"/>
                <a:gd name="T11" fmla="*/ 11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4">
                  <a:moveTo>
                    <a:pt x="18" y="13"/>
                  </a:moveTo>
                  <a:cubicBezTo>
                    <a:pt x="9" y="9"/>
                    <a:pt x="4" y="4"/>
                    <a:pt x="4" y="0"/>
                  </a:cubicBezTo>
                  <a:cubicBezTo>
                    <a:pt x="0" y="4"/>
                    <a:pt x="6" y="11"/>
                    <a:pt x="17" y="16"/>
                  </a:cubicBezTo>
                  <a:cubicBezTo>
                    <a:pt x="30" y="22"/>
                    <a:pt x="53" y="24"/>
                    <a:pt x="55" y="14"/>
                  </a:cubicBezTo>
                  <a:cubicBezTo>
                    <a:pt x="55" y="14"/>
                    <a:pt x="55" y="13"/>
                    <a:pt x="55" y="13"/>
                  </a:cubicBezTo>
                  <a:cubicBezTo>
                    <a:pt x="50" y="21"/>
                    <a:pt x="30" y="19"/>
                    <a:pt x="18" y="1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2" name="Freeform 2130">
              <a:extLst>
                <a:ext uri="{FF2B5EF4-FFF2-40B4-BE49-F238E27FC236}">
                  <a16:creationId xmlns:a16="http://schemas.microsoft.com/office/drawing/2014/main" id="{6FA7B1BD-51F2-45B9-A3C8-8DD32502E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963"/>
              <a:ext cx="70" cy="29"/>
            </a:xfrm>
            <a:custGeom>
              <a:avLst/>
              <a:gdLst>
                <a:gd name="T0" fmla="*/ 0 w 36"/>
                <a:gd name="T1" fmla="*/ 0 h 14"/>
                <a:gd name="T2" fmla="*/ 264 w 36"/>
                <a:gd name="T3" fmla="*/ 124 h 14"/>
                <a:gd name="T4" fmla="*/ 0 w 3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4">
                  <a:moveTo>
                    <a:pt x="0" y="0"/>
                  </a:moveTo>
                  <a:cubicBezTo>
                    <a:pt x="11" y="1"/>
                    <a:pt x="30" y="5"/>
                    <a:pt x="36" y="14"/>
                  </a:cubicBezTo>
                  <a:cubicBezTo>
                    <a:pt x="33" y="11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3" name="Freeform 2131">
              <a:extLst>
                <a:ext uri="{FF2B5EF4-FFF2-40B4-BE49-F238E27FC236}">
                  <a16:creationId xmlns:a16="http://schemas.microsoft.com/office/drawing/2014/main" id="{C4CC7C0B-6E28-4B27-94B8-75C5A1037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963"/>
              <a:ext cx="58" cy="29"/>
            </a:xfrm>
            <a:custGeom>
              <a:avLst/>
              <a:gdLst>
                <a:gd name="T0" fmla="*/ 0 w 30"/>
                <a:gd name="T1" fmla="*/ 0 h 14"/>
                <a:gd name="T2" fmla="*/ 217 w 30"/>
                <a:gd name="T3" fmla="*/ 124 h 14"/>
                <a:gd name="T4" fmla="*/ 0 w 3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">
                  <a:moveTo>
                    <a:pt x="0" y="0"/>
                  </a:moveTo>
                  <a:cubicBezTo>
                    <a:pt x="7" y="0"/>
                    <a:pt x="26" y="5"/>
                    <a:pt x="30" y="14"/>
                  </a:cubicBezTo>
                  <a:cubicBezTo>
                    <a:pt x="28" y="9"/>
                    <a:pt x="2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4" name="Freeform 2132">
              <a:extLst>
                <a:ext uri="{FF2B5EF4-FFF2-40B4-BE49-F238E27FC236}">
                  <a16:creationId xmlns:a16="http://schemas.microsoft.com/office/drawing/2014/main" id="{CCDFC3CE-9C91-4BFF-A766-80E8DE268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998"/>
              <a:ext cx="73" cy="25"/>
            </a:xfrm>
            <a:custGeom>
              <a:avLst/>
              <a:gdLst>
                <a:gd name="T0" fmla="*/ 0 w 38"/>
                <a:gd name="T1" fmla="*/ 0 h 12"/>
                <a:gd name="T2" fmla="*/ 269 w 38"/>
                <a:gd name="T3" fmla="*/ 73 h 12"/>
                <a:gd name="T4" fmla="*/ 0 w 3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0" y="0"/>
                  </a:moveTo>
                  <a:cubicBezTo>
                    <a:pt x="4" y="4"/>
                    <a:pt x="23" y="12"/>
                    <a:pt x="38" y="8"/>
                  </a:cubicBezTo>
                  <a:cubicBezTo>
                    <a:pt x="31" y="9"/>
                    <a:pt x="15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5" name="Freeform 2133">
              <a:extLst>
                <a:ext uri="{FF2B5EF4-FFF2-40B4-BE49-F238E27FC236}">
                  <a16:creationId xmlns:a16="http://schemas.microsoft.com/office/drawing/2014/main" id="{FC961773-9799-43D8-B857-680C1F115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926"/>
              <a:ext cx="170" cy="115"/>
            </a:xfrm>
            <a:custGeom>
              <a:avLst/>
              <a:gdLst>
                <a:gd name="T0" fmla="*/ 79 w 88"/>
                <a:gd name="T1" fmla="*/ 113 h 56"/>
                <a:gd name="T2" fmla="*/ 93 w 88"/>
                <a:gd name="T3" fmla="*/ 363 h 56"/>
                <a:gd name="T4" fmla="*/ 448 w 88"/>
                <a:gd name="T5" fmla="*/ 485 h 56"/>
                <a:gd name="T6" fmla="*/ 634 w 88"/>
                <a:gd name="T7" fmla="*/ 329 h 56"/>
                <a:gd name="T8" fmla="*/ 79 w 88"/>
                <a:gd name="T9" fmla="*/ 11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6">
                  <a:moveTo>
                    <a:pt x="11" y="13"/>
                  </a:moveTo>
                  <a:cubicBezTo>
                    <a:pt x="0" y="20"/>
                    <a:pt x="2" y="32"/>
                    <a:pt x="13" y="42"/>
                  </a:cubicBezTo>
                  <a:cubicBezTo>
                    <a:pt x="24" y="51"/>
                    <a:pt x="45" y="56"/>
                    <a:pt x="62" y="56"/>
                  </a:cubicBezTo>
                  <a:cubicBezTo>
                    <a:pt x="83" y="55"/>
                    <a:pt x="88" y="47"/>
                    <a:pt x="88" y="38"/>
                  </a:cubicBezTo>
                  <a:cubicBezTo>
                    <a:pt x="87" y="19"/>
                    <a:pt x="33" y="0"/>
                    <a:pt x="11" y="1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6" name="Freeform 2134">
              <a:extLst>
                <a:ext uri="{FF2B5EF4-FFF2-40B4-BE49-F238E27FC236}">
                  <a16:creationId xmlns:a16="http://schemas.microsoft.com/office/drawing/2014/main" id="{489706A8-14B2-4AED-BA45-981DACC0A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965"/>
              <a:ext cx="103" cy="54"/>
            </a:xfrm>
            <a:custGeom>
              <a:avLst/>
              <a:gdLst>
                <a:gd name="T0" fmla="*/ 0 w 53"/>
                <a:gd name="T1" fmla="*/ 52 h 26"/>
                <a:gd name="T2" fmla="*/ 101 w 53"/>
                <a:gd name="T3" fmla="*/ 168 h 26"/>
                <a:gd name="T4" fmla="*/ 336 w 53"/>
                <a:gd name="T5" fmla="*/ 208 h 26"/>
                <a:gd name="T6" fmla="*/ 389 w 53"/>
                <a:gd name="T7" fmla="*/ 152 h 26"/>
                <a:gd name="T8" fmla="*/ 389 w 53"/>
                <a:gd name="T9" fmla="*/ 152 h 26"/>
                <a:gd name="T10" fmla="*/ 336 w 53"/>
                <a:gd name="T11" fmla="*/ 208 h 26"/>
                <a:gd name="T12" fmla="*/ 109 w 53"/>
                <a:gd name="T13" fmla="*/ 168 h 26"/>
                <a:gd name="T14" fmla="*/ 8 w 53"/>
                <a:gd name="T15" fmla="*/ 52 h 26"/>
                <a:gd name="T16" fmla="*/ 52 w 53"/>
                <a:gd name="T17" fmla="*/ 0 h 26"/>
                <a:gd name="T18" fmla="*/ 52 w 53"/>
                <a:gd name="T19" fmla="*/ 0 h 26"/>
                <a:gd name="T20" fmla="*/ 0 w 53"/>
                <a:gd name="T21" fmla="*/ 52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6">
                  <a:moveTo>
                    <a:pt x="0" y="6"/>
                  </a:moveTo>
                  <a:cubicBezTo>
                    <a:pt x="1" y="10"/>
                    <a:pt x="6" y="15"/>
                    <a:pt x="14" y="19"/>
                  </a:cubicBezTo>
                  <a:cubicBezTo>
                    <a:pt x="23" y="23"/>
                    <a:pt x="38" y="26"/>
                    <a:pt x="46" y="23"/>
                  </a:cubicBezTo>
                  <a:cubicBezTo>
                    <a:pt x="50" y="22"/>
                    <a:pt x="52" y="20"/>
                    <a:pt x="53" y="17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2" y="20"/>
                    <a:pt x="50" y="22"/>
                    <a:pt x="46" y="23"/>
                  </a:cubicBezTo>
                  <a:cubicBezTo>
                    <a:pt x="38" y="25"/>
                    <a:pt x="23" y="23"/>
                    <a:pt x="15" y="19"/>
                  </a:cubicBezTo>
                  <a:cubicBezTo>
                    <a:pt x="6" y="15"/>
                    <a:pt x="1" y="10"/>
                    <a:pt x="1" y="6"/>
                  </a:cubicBezTo>
                  <a:cubicBezTo>
                    <a:pt x="1" y="3"/>
                    <a:pt x="3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7" name="Freeform 2135">
              <a:extLst>
                <a:ext uri="{FF2B5EF4-FFF2-40B4-BE49-F238E27FC236}">
                  <a16:creationId xmlns:a16="http://schemas.microsoft.com/office/drawing/2014/main" id="{E5507E9F-C7A9-4580-B379-4696F86F6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748"/>
              <a:ext cx="129" cy="108"/>
            </a:xfrm>
            <a:custGeom>
              <a:avLst/>
              <a:gdLst>
                <a:gd name="T0" fmla="*/ 100 w 67"/>
                <a:gd name="T1" fmla="*/ 17 h 52"/>
                <a:gd name="T2" fmla="*/ 0 w 67"/>
                <a:gd name="T3" fmla="*/ 224 h 52"/>
                <a:gd name="T4" fmla="*/ 229 w 67"/>
                <a:gd name="T5" fmla="*/ 465 h 52"/>
                <a:gd name="T6" fmla="*/ 464 w 67"/>
                <a:gd name="T7" fmla="*/ 276 h 52"/>
                <a:gd name="T8" fmla="*/ 416 w 67"/>
                <a:gd name="T9" fmla="*/ 91 h 52"/>
                <a:gd name="T10" fmla="*/ 256 w 67"/>
                <a:gd name="T11" fmla="*/ 52 h 52"/>
                <a:gd name="T12" fmla="*/ 100 w 67"/>
                <a:gd name="T13" fmla="*/ 1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52">
                  <a:moveTo>
                    <a:pt x="14" y="2"/>
                  </a:moveTo>
                  <a:cubicBezTo>
                    <a:pt x="6" y="5"/>
                    <a:pt x="0" y="12"/>
                    <a:pt x="0" y="25"/>
                  </a:cubicBezTo>
                  <a:cubicBezTo>
                    <a:pt x="0" y="43"/>
                    <a:pt x="13" y="52"/>
                    <a:pt x="32" y="52"/>
                  </a:cubicBezTo>
                  <a:cubicBezTo>
                    <a:pt x="51" y="52"/>
                    <a:pt x="61" y="48"/>
                    <a:pt x="65" y="31"/>
                  </a:cubicBezTo>
                  <a:cubicBezTo>
                    <a:pt x="67" y="23"/>
                    <a:pt x="65" y="15"/>
                    <a:pt x="58" y="10"/>
                  </a:cubicBezTo>
                  <a:cubicBezTo>
                    <a:pt x="51" y="5"/>
                    <a:pt x="46" y="7"/>
                    <a:pt x="36" y="6"/>
                  </a:cubicBezTo>
                  <a:cubicBezTo>
                    <a:pt x="31" y="6"/>
                    <a:pt x="22" y="0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8" name="Freeform 2136">
              <a:extLst>
                <a:ext uri="{FF2B5EF4-FFF2-40B4-BE49-F238E27FC236}">
                  <a16:creationId xmlns:a16="http://schemas.microsoft.com/office/drawing/2014/main" id="{968B9B53-BFF3-4833-91BD-3C0FAB7C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771"/>
              <a:ext cx="87" cy="48"/>
            </a:xfrm>
            <a:custGeom>
              <a:avLst/>
              <a:gdLst>
                <a:gd name="T0" fmla="*/ 296 w 45"/>
                <a:gd name="T1" fmla="*/ 100 h 23"/>
                <a:gd name="T2" fmla="*/ 139 w 45"/>
                <a:gd name="T3" fmla="*/ 200 h 23"/>
                <a:gd name="T4" fmla="*/ 56 w 45"/>
                <a:gd name="T5" fmla="*/ 27 h 23"/>
                <a:gd name="T6" fmla="*/ 188 w 45"/>
                <a:gd name="T7" fmla="*/ 56 h 23"/>
                <a:gd name="T8" fmla="*/ 296 w 45"/>
                <a:gd name="T9" fmla="*/ 10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3">
                  <a:moveTo>
                    <a:pt x="41" y="11"/>
                  </a:moveTo>
                  <a:cubicBezTo>
                    <a:pt x="45" y="15"/>
                    <a:pt x="38" y="23"/>
                    <a:pt x="19" y="22"/>
                  </a:cubicBezTo>
                  <a:cubicBezTo>
                    <a:pt x="1" y="21"/>
                    <a:pt x="0" y="7"/>
                    <a:pt x="8" y="3"/>
                  </a:cubicBezTo>
                  <a:cubicBezTo>
                    <a:pt x="13" y="0"/>
                    <a:pt x="16" y="3"/>
                    <a:pt x="26" y="6"/>
                  </a:cubicBezTo>
                  <a:cubicBezTo>
                    <a:pt x="36" y="8"/>
                    <a:pt x="37" y="6"/>
                    <a:pt x="41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9" name="Freeform 2137">
              <a:extLst>
                <a:ext uri="{FF2B5EF4-FFF2-40B4-BE49-F238E27FC236}">
                  <a16:creationId xmlns:a16="http://schemas.microsoft.com/office/drawing/2014/main" id="{6ED89238-F719-463F-9501-FCC178A9B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779"/>
              <a:ext cx="79" cy="38"/>
            </a:xfrm>
            <a:custGeom>
              <a:avLst/>
              <a:gdLst>
                <a:gd name="T0" fmla="*/ 137 w 41"/>
                <a:gd name="T1" fmla="*/ 169 h 18"/>
                <a:gd name="T2" fmla="*/ 293 w 41"/>
                <a:gd name="T3" fmla="*/ 112 h 18"/>
                <a:gd name="T4" fmla="*/ 145 w 41"/>
                <a:gd name="T5" fmla="*/ 133 h 18"/>
                <a:gd name="T6" fmla="*/ 44 w 41"/>
                <a:gd name="T7" fmla="*/ 0 h 18"/>
                <a:gd name="T8" fmla="*/ 137 w 41"/>
                <a:gd name="T9" fmla="*/ 16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8">
                  <a:moveTo>
                    <a:pt x="19" y="18"/>
                  </a:moveTo>
                  <a:cubicBezTo>
                    <a:pt x="31" y="18"/>
                    <a:pt x="38" y="15"/>
                    <a:pt x="41" y="12"/>
                  </a:cubicBezTo>
                  <a:cubicBezTo>
                    <a:pt x="35" y="16"/>
                    <a:pt x="27" y="15"/>
                    <a:pt x="20" y="14"/>
                  </a:cubicBezTo>
                  <a:cubicBezTo>
                    <a:pt x="15" y="13"/>
                    <a:pt x="1" y="11"/>
                    <a:pt x="6" y="0"/>
                  </a:cubicBezTo>
                  <a:cubicBezTo>
                    <a:pt x="0" y="5"/>
                    <a:pt x="2" y="17"/>
                    <a:pt x="19" y="1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0" name="Freeform 2138">
              <a:extLst>
                <a:ext uri="{FF2B5EF4-FFF2-40B4-BE49-F238E27FC236}">
                  <a16:creationId xmlns:a16="http://schemas.microsoft.com/office/drawing/2014/main" id="{9C531DFC-0060-419F-94F0-E67C71CA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773"/>
              <a:ext cx="56" cy="17"/>
            </a:xfrm>
            <a:custGeom>
              <a:avLst/>
              <a:gdLst>
                <a:gd name="T0" fmla="*/ 108 w 29"/>
                <a:gd name="T1" fmla="*/ 60 h 8"/>
                <a:gd name="T2" fmla="*/ 164 w 29"/>
                <a:gd name="T3" fmla="*/ 68 h 8"/>
                <a:gd name="T4" fmla="*/ 209 w 29"/>
                <a:gd name="T5" fmla="*/ 77 h 8"/>
                <a:gd name="T6" fmla="*/ 108 w 29"/>
                <a:gd name="T7" fmla="*/ 49 h 8"/>
                <a:gd name="T8" fmla="*/ 0 w 29"/>
                <a:gd name="T9" fmla="*/ 9 h 8"/>
                <a:gd name="T10" fmla="*/ 44 w 29"/>
                <a:gd name="T11" fmla="*/ 28 h 8"/>
                <a:gd name="T12" fmla="*/ 108 w 29"/>
                <a:gd name="T13" fmla="*/ 6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">
                  <a:moveTo>
                    <a:pt x="15" y="6"/>
                  </a:moveTo>
                  <a:cubicBezTo>
                    <a:pt x="18" y="7"/>
                    <a:pt x="20" y="7"/>
                    <a:pt x="23" y="7"/>
                  </a:cubicBezTo>
                  <a:cubicBezTo>
                    <a:pt x="25" y="7"/>
                    <a:pt x="27" y="8"/>
                    <a:pt x="29" y="8"/>
                  </a:cubicBezTo>
                  <a:cubicBezTo>
                    <a:pt x="26" y="5"/>
                    <a:pt x="24" y="7"/>
                    <a:pt x="15" y="5"/>
                  </a:cubicBezTo>
                  <a:cubicBezTo>
                    <a:pt x="6" y="2"/>
                    <a:pt x="3" y="0"/>
                    <a:pt x="0" y="1"/>
                  </a:cubicBezTo>
                  <a:cubicBezTo>
                    <a:pt x="2" y="1"/>
                    <a:pt x="5" y="3"/>
                    <a:pt x="6" y="3"/>
                  </a:cubicBezTo>
                  <a:cubicBezTo>
                    <a:pt x="9" y="5"/>
                    <a:pt x="12" y="6"/>
                    <a:pt x="15" y="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1" name="Freeform 2139">
              <a:extLst>
                <a:ext uri="{FF2B5EF4-FFF2-40B4-BE49-F238E27FC236}">
                  <a16:creationId xmlns:a16="http://schemas.microsoft.com/office/drawing/2014/main" id="{B73AC11C-577C-41B3-98CA-97EA7624E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753"/>
              <a:ext cx="48" cy="70"/>
            </a:xfrm>
            <a:custGeom>
              <a:avLst/>
              <a:gdLst>
                <a:gd name="T0" fmla="*/ 177 w 25"/>
                <a:gd name="T1" fmla="*/ 25 h 34"/>
                <a:gd name="T2" fmla="*/ 29 w 25"/>
                <a:gd name="T3" fmla="*/ 97 h 34"/>
                <a:gd name="T4" fmla="*/ 29 w 25"/>
                <a:gd name="T5" fmla="*/ 296 h 34"/>
                <a:gd name="T6" fmla="*/ 48 w 25"/>
                <a:gd name="T7" fmla="*/ 89 h 34"/>
                <a:gd name="T8" fmla="*/ 177 w 25"/>
                <a:gd name="T9" fmla="*/ 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25" y="3"/>
                  </a:moveTo>
                  <a:cubicBezTo>
                    <a:pt x="20" y="0"/>
                    <a:pt x="9" y="2"/>
                    <a:pt x="4" y="11"/>
                  </a:cubicBezTo>
                  <a:cubicBezTo>
                    <a:pt x="0" y="19"/>
                    <a:pt x="2" y="30"/>
                    <a:pt x="4" y="34"/>
                  </a:cubicBezTo>
                  <a:cubicBezTo>
                    <a:pt x="4" y="32"/>
                    <a:pt x="1" y="18"/>
                    <a:pt x="7" y="10"/>
                  </a:cubicBezTo>
                  <a:cubicBezTo>
                    <a:pt x="13" y="1"/>
                    <a:pt x="22" y="2"/>
                    <a:pt x="25" y="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2" name="Freeform 2140">
              <a:extLst>
                <a:ext uri="{FF2B5EF4-FFF2-40B4-BE49-F238E27FC236}">
                  <a16:creationId xmlns:a16="http://schemas.microsoft.com/office/drawing/2014/main" id="{71F502D6-FB1F-4469-A9D0-867AF8D2F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761"/>
              <a:ext cx="48" cy="25"/>
            </a:xfrm>
            <a:custGeom>
              <a:avLst/>
              <a:gdLst>
                <a:gd name="T0" fmla="*/ 0 w 25"/>
                <a:gd name="T1" fmla="*/ 17 h 12"/>
                <a:gd name="T2" fmla="*/ 177 w 25"/>
                <a:gd name="T3" fmla="*/ 108 h 12"/>
                <a:gd name="T4" fmla="*/ 92 w 25"/>
                <a:gd name="T5" fmla="*/ 35 h 12"/>
                <a:gd name="T6" fmla="*/ 0 w 25"/>
                <a:gd name="T7" fmla="*/ 1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2">
                  <a:moveTo>
                    <a:pt x="0" y="2"/>
                  </a:moveTo>
                  <a:cubicBezTo>
                    <a:pt x="6" y="2"/>
                    <a:pt x="17" y="0"/>
                    <a:pt x="25" y="12"/>
                  </a:cubicBezTo>
                  <a:cubicBezTo>
                    <a:pt x="23" y="10"/>
                    <a:pt x="19" y="6"/>
                    <a:pt x="13" y="4"/>
                  </a:cubicBezTo>
                  <a:cubicBezTo>
                    <a:pt x="9" y="2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3" name="Freeform 2141">
              <a:extLst>
                <a:ext uri="{FF2B5EF4-FFF2-40B4-BE49-F238E27FC236}">
                  <a16:creationId xmlns:a16="http://schemas.microsoft.com/office/drawing/2014/main" id="{EE8AD3B5-BD2D-49C4-BB66-7E41E5F6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804"/>
              <a:ext cx="71" cy="19"/>
            </a:xfrm>
            <a:custGeom>
              <a:avLst/>
              <a:gdLst>
                <a:gd name="T0" fmla="*/ 0 w 37"/>
                <a:gd name="T1" fmla="*/ 0 h 9"/>
                <a:gd name="T2" fmla="*/ 121 w 37"/>
                <a:gd name="T3" fmla="*/ 68 h 9"/>
                <a:gd name="T4" fmla="*/ 261 w 37"/>
                <a:gd name="T5" fmla="*/ 8 h 9"/>
                <a:gd name="T6" fmla="*/ 121 w 37"/>
                <a:gd name="T7" fmla="*/ 76 h 9"/>
                <a:gd name="T8" fmla="*/ 0 w 3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">
                  <a:moveTo>
                    <a:pt x="0" y="0"/>
                  </a:moveTo>
                  <a:cubicBezTo>
                    <a:pt x="3" y="4"/>
                    <a:pt x="9" y="7"/>
                    <a:pt x="17" y="7"/>
                  </a:cubicBezTo>
                  <a:cubicBezTo>
                    <a:pt x="27" y="6"/>
                    <a:pt x="33" y="5"/>
                    <a:pt x="37" y="1"/>
                  </a:cubicBezTo>
                  <a:cubicBezTo>
                    <a:pt x="35" y="4"/>
                    <a:pt x="30" y="9"/>
                    <a:pt x="17" y="8"/>
                  </a:cubicBezTo>
                  <a:cubicBezTo>
                    <a:pt x="6" y="7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4" name="Freeform 2142">
              <a:extLst>
                <a:ext uri="{FF2B5EF4-FFF2-40B4-BE49-F238E27FC236}">
                  <a16:creationId xmlns:a16="http://schemas.microsoft.com/office/drawing/2014/main" id="{15BA98BC-9E0F-4017-A5FF-8BCA6A4EA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808"/>
              <a:ext cx="94" cy="50"/>
            </a:xfrm>
            <a:custGeom>
              <a:avLst/>
              <a:gdLst>
                <a:gd name="T0" fmla="*/ 0 w 49"/>
                <a:gd name="T1" fmla="*/ 165 h 24"/>
                <a:gd name="T2" fmla="*/ 276 w 49"/>
                <a:gd name="T3" fmla="*/ 152 h 24"/>
                <a:gd name="T4" fmla="*/ 345 w 49"/>
                <a:gd name="T5" fmla="*/ 0 h 24"/>
                <a:gd name="T6" fmla="*/ 224 w 49"/>
                <a:gd name="T7" fmla="*/ 152 h 24"/>
                <a:gd name="T8" fmla="*/ 0 w 49"/>
                <a:gd name="T9" fmla="*/ 16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4">
                  <a:moveTo>
                    <a:pt x="0" y="18"/>
                  </a:moveTo>
                  <a:cubicBezTo>
                    <a:pt x="6" y="21"/>
                    <a:pt x="29" y="24"/>
                    <a:pt x="39" y="17"/>
                  </a:cubicBezTo>
                  <a:cubicBezTo>
                    <a:pt x="42" y="14"/>
                    <a:pt x="46" y="9"/>
                    <a:pt x="49" y="0"/>
                  </a:cubicBezTo>
                  <a:cubicBezTo>
                    <a:pt x="48" y="2"/>
                    <a:pt x="45" y="12"/>
                    <a:pt x="32" y="17"/>
                  </a:cubicBezTo>
                  <a:cubicBezTo>
                    <a:pt x="19" y="22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5" name="Freeform 2143">
              <a:extLst>
                <a:ext uri="{FF2B5EF4-FFF2-40B4-BE49-F238E27FC236}">
                  <a16:creationId xmlns:a16="http://schemas.microsoft.com/office/drawing/2014/main" id="{55B51003-7078-405D-94FB-AF73F0802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748"/>
              <a:ext cx="129" cy="108"/>
            </a:xfrm>
            <a:custGeom>
              <a:avLst/>
              <a:gdLst>
                <a:gd name="T0" fmla="*/ 100 w 67"/>
                <a:gd name="T1" fmla="*/ 17 h 52"/>
                <a:gd name="T2" fmla="*/ 0 w 67"/>
                <a:gd name="T3" fmla="*/ 224 h 52"/>
                <a:gd name="T4" fmla="*/ 229 w 67"/>
                <a:gd name="T5" fmla="*/ 465 h 52"/>
                <a:gd name="T6" fmla="*/ 464 w 67"/>
                <a:gd name="T7" fmla="*/ 276 h 52"/>
                <a:gd name="T8" fmla="*/ 416 w 67"/>
                <a:gd name="T9" fmla="*/ 91 h 52"/>
                <a:gd name="T10" fmla="*/ 256 w 67"/>
                <a:gd name="T11" fmla="*/ 52 h 52"/>
                <a:gd name="T12" fmla="*/ 100 w 67"/>
                <a:gd name="T13" fmla="*/ 1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52">
                  <a:moveTo>
                    <a:pt x="14" y="2"/>
                  </a:moveTo>
                  <a:cubicBezTo>
                    <a:pt x="6" y="5"/>
                    <a:pt x="0" y="12"/>
                    <a:pt x="0" y="25"/>
                  </a:cubicBezTo>
                  <a:cubicBezTo>
                    <a:pt x="0" y="43"/>
                    <a:pt x="13" y="52"/>
                    <a:pt x="32" y="52"/>
                  </a:cubicBezTo>
                  <a:cubicBezTo>
                    <a:pt x="51" y="52"/>
                    <a:pt x="61" y="48"/>
                    <a:pt x="65" y="31"/>
                  </a:cubicBezTo>
                  <a:cubicBezTo>
                    <a:pt x="67" y="23"/>
                    <a:pt x="65" y="15"/>
                    <a:pt x="58" y="10"/>
                  </a:cubicBezTo>
                  <a:cubicBezTo>
                    <a:pt x="51" y="5"/>
                    <a:pt x="46" y="7"/>
                    <a:pt x="36" y="6"/>
                  </a:cubicBezTo>
                  <a:cubicBezTo>
                    <a:pt x="31" y="6"/>
                    <a:pt x="22" y="0"/>
                    <a:pt x="14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6" name="Freeform 2144">
              <a:extLst>
                <a:ext uri="{FF2B5EF4-FFF2-40B4-BE49-F238E27FC236}">
                  <a16:creationId xmlns:a16="http://schemas.microsoft.com/office/drawing/2014/main" id="{0EF931F8-79D4-4718-91E6-596ADD019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777"/>
              <a:ext cx="79" cy="42"/>
            </a:xfrm>
            <a:custGeom>
              <a:avLst/>
              <a:gdLst>
                <a:gd name="T0" fmla="*/ 279 w 41"/>
                <a:gd name="T1" fmla="*/ 76 h 20"/>
                <a:gd name="T2" fmla="*/ 285 w 41"/>
                <a:gd name="T3" fmla="*/ 101 h 20"/>
                <a:gd name="T4" fmla="*/ 123 w 41"/>
                <a:gd name="T5" fmla="*/ 168 h 20"/>
                <a:gd name="T6" fmla="*/ 8 w 41"/>
                <a:gd name="T7" fmla="*/ 84 h 20"/>
                <a:gd name="T8" fmla="*/ 44 w 41"/>
                <a:gd name="T9" fmla="*/ 0 h 20"/>
                <a:gd name="T10" fmla="*/ 44 w 41"/>
                <a:gd name="T11" fmla="*/ 0 h 20"/>
                <a:gd name="T12" fmla="*/ 8 w 41"/>
                <a:gd name="T13" fmla="*/ 84 h 20"/>
                <a:gd name="T14" fmla="*/ 123 w 41"/>
                <a:gd name="T15" fmla="*/ 176 h 20"/>
                <a:gd name="T16" fmla="*/ 293 w 41"/>
                <a:gd name="T17" fmla="*/ 101 h 20"/>
                <a:gd name="T18" fmla="*/ 279 w 41"/>
                <a:gd name="T19" fmla="*/ 76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0">
                  <a:moveTo>
                    <a:pt x="39" y="8"/>
                  </a:moveTo>
                  <a:cubicBezTo>
                    <a:pt x="40" y="8"/>
                    <a:pt x="40" y="10"/>
                    <a:pt x="40" y="11"/>
                  </a:cubicBezTo>
                  <a:cubicBezTo>
                    <a:pt x="39" y="14"/>
                    <a:pt x="32" y="19"/>
                    <a:pt x="17" y="18"/>
                  </a:cubicBezTo>
                  <a:cubicBezTo>
                    <a:pt x="6" y="18"/>
                    <a:pt x="2" y="13"/>
                    <a:pt x="1" y="9"/>
                  </a:cubicBezTo>
                  <a:cubicBezTo>
                    <a:pt x="1" y="5"/>
                    <a:pt x="3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2"/>
                    <a:pt x="0" y="5"/>
                    <a:pt x="1" y="9"/>
                  </a:cubicBezTo>
                  <a:cubicBezTo>
                    <a:pt x="1" y="13"/>
                    <a:pt x="6" y="18"/>
                    <a:pt x="17" y="19"/>
                  </a:cubicBezTo>
                  <a:cubicBezTo>
                    <a:pt x="32" y="20"/>
                    <a:pt x="39" y="15"/>
                    <a:pt x="41" y="11"/>
                  </a:cubicBezTo>
                  <a:cubicBezTo>
                    <a:pt x="41" y="10"/>
                    <a:pt x="40" y="9"/>
                    <a:pt x="39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7" name="Freeform 2145">
              <a:extLst>
                <a:ext uri="{FF2B5EF4-FFF2-40B4-BE49-F238E27FC236}">
                  <a16:creationId xmlns:a16="http://schemas.microsoft.com/office/drawing/2014/main" id="{D2B2BD6F-7F74-409C-9257-9E98BDF34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07"/>
              <a:ext cx="158" cy="101"/>
            </a:xfrm>
            <a:custGeom>
              <a:avLst/>
              <a:gdLst>
                <a:gd name="T0" fmla="*/ 145 w 82"/>
                <a:gd name="T1" fmla="*/ 16 h 49"/>
                <a:gd name="T2" fmla="*/ 8 w 82"/>
                <a:gd name="T3" fmla="*/ 175 h 49"/>
                <a:gd name="T4" fmla="*/ 264 w 82"/>
                <a:gd name="T5" fmla="*/ 412 h 49"/>
                <a:gd name="T6" fmla="*/ 565 w 82"/>
                <a:gd name="T7" fmla="*/ 280 h 49"/>
                <a:gd name="T8" fmla="*/ 516 w 82"/>
                <a:gd name="T9" fmla="*/ 115 h 49"/>
                <a:gd name="T10" fmla="*/ 329 w 82"/>
                <a:gd name="T11" fmla="*/ 60 h 49"/>
                <a:gd name="T12" fmla="*/ 145 w 82"/>
                <a:gd name="T13" fmla="*/ 1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9">
                  <a:moveTo>
                    <a:pt x="20" y="2"/>
                  </a:moveTo>
                  <a:cubicBezTo>
                    <a:pt x="9" y="3"/>
                    <a:pt x="2" y="9"/>
                    <a:pt x="1" y="20"/>
                  </a:cubicBezTo>
                  <a:cubicBezTo>
                    <a:pt x="0" y="35"/>
                    <a:pt x="15" y="45"/>
                    <a:pt x="37" y="47"/>
                  </a:cubicBezTo>
                  <a:cubicBezTo>
                    <a:pt x="60" y="49"/>
                    <a:pt x="72" y="46"/>
                    <a:pt x="79" y="32"/>
                  </a:cubicBezTo>
                  <a:cubicBezTo>
                    <a:pt x="82" y="25"/>
                    <a:pt x="79" y="18"/>
                    <a:pt x="72" y="13"/>
                  </a:cubicBezTo>
                  <a:cubicBezTo>
                    <a:pt x="63" y="8"/>
                    <a:pt x="57" y="9"/>
                    <a:pt x="46" y="7"/>
                  </a:cubicBezTo>
                  <a:cubicBezTo>
                    <a:pt x="40" y="6"/>
                    <a:pt x="30" y="0"/>
                    <a:pt x="20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8" name="Freeform 2146">
              <a:extLst>
                <a:ext uri="{FF2B5EF4-FFF2-40B4-BE49-F238E27FC236}">
                  <a16:creationId xmlns:a16="http://schemas.microsoft.com/office/drawing/2014/main" id="{F31084BB-B757-4BD3-B48E-A8C06D050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128"/>
              <a:ext cx="106" cy="45"/>
            </a:xfrm>
            <a:custGeom>
              <a:avLst/>
              <a:gdLst>
                <a:gd name="T0" fmla="*/ 364 w 55"/>
                <a:gd name="T1" fmla="*/ 104 h 22"/>
                <a:gd name="T2" fmla="*/ 164 w 55"/>
                <a:gd name="T3" fmla="*/ 164 h 22"/>
                <a:gd name="T4" fmla="*/ 77 w 55"/>
                <a:gd name="T5" fmla="*/ 16 h 22"/>
                <a:gd name="T6" fmla="*/ 229 w 55"/>
                <a:gd name="T7" fmla="*/ 51 h 22"/>
                <a:gd name="T8" fmla="*/ 364 w 55"/>
                <a:gd name="T9" fmla="*/ 10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2">
                  <a:moveTo>
                    <a:pt x="51" y="12"/>
                  </a:moveTo>
                  <a:cubicBezTo>
                    <a:pt x="55" y="16"/>
                    <a:pt x="46" y="22"/>
                    <a:pt x="23" y="19"/>
                  </a:cubicBezTo>
                  <a:cubicBezTo>
                    <a:pt x="1" y="17"/>
                    <a:pt x="0" y="5"/>
                    <a:pt x="11" y="2"/>
                  </a:cubicBezTo>
                  <a:cubicBezTo>
                    <a:pt x="18" y="0"/>
                    <a:pt x="20" y="3"/>
                    <a:pt x="32" y="6"/>
                  </a:cubicBezTo>
                  <a:cubicBezTo>
                    <a:pt x="44" y="9"/>
                    <a:pt x="46" y="7"/>
                    <a:pt x="51" y="1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9" name="Freeform 2147">
              <a:extLst>
                <a:ext uri="{FF2B5EF4-FFF2-40B4-BE49-F238E27FC236}">
                  <a16:creationId xmlns:a16="http://schemas.microsoft.com/office/drawing/2014/main" id="{7D3D19FD-4895-4FAA-8A57-E8647BEB8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134"/>
              <a:ext cx="95" cy="37"/>
            </a:xfrm>
            <a:custGeom>
              <a:avLst/>
              <a:gdLst>
                <a:gd name="T0" fmla="*/ 161 w 49"/>
                <a:gd name="T1" fmla="*/ 140 h 18"/>
                <a:gd name="T2" fmla="*/ 357 w 49"/>
                <a:gd name="T3" fmla="*/ 123 h 18"/>
                <a:gd name="T4" fmla="*/ 176 w 49"/>
                <a:gd name="T5" fmla="*/ 113 h 18"/>
                <a:gd name="T6" fmla="*/ 60 w 49"/>
                <a:gd name="T7" fmla="*/ 0 h 18"/>
                <a:gd name="T8" fmla="*/ 161 w 49"/>
                <a:gd name="T9" fmla="*/ 14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22" y="16"/>
                  </a:moveTo>
                  <a:cubicBezTo>
                    <a:pt x="36" y="18"/>
                    <a:pt x="45" y="17"/>
                    <a:pt x="49" y="14"/>
                  </a:cubicBezTo>
                  <a:cubicBezTo>
                    <a:pt x="41" y="16"/>
                    <a:pt x="32" y="15"/>
                    <a:pt x="24" y="13"/>
                  </a:cubicBezTo>
                  <a:cubicBezTo>
                    <a:pt x="18" y="12"/>
                    <a:pt x="0" y="9"/>
                    <a:pt x="8" y="0"/>
                  </a:cubicBezTo>
                  <a:cubicBezTo>
                    <a:pt x="0" y="4"/>
                    <a:pt x="2" y="14"/>
                    <a:pt x="22" y="1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0" name="Freeform 2148">
              <a:extLst>
                <a:ext uri="{FF2B5EF4-FFF2-40B4-BE49-F238E27FC236}">
                  <a16:creationId xmlns:a16="http://schemas.microsoft.com/office/drawing/2014/main" id="{C42C24BC-D3DA-4D49-8C03-79737BDAB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130"/>
              <a:ext cx="70" cy="21"/>
            </a:xfrm>
            <a:custGeom>
              <a:avLst/>
              <a:gdLst>
                <a:gd name="T0" fmla="*/ 132 w 36"/>
                <a:gd name="T1" fmla="*/ 67 h 10"/>
                <a:gd name="T2" fmla="*/ 204 w 36"/>
                <a:gd name="T3" fmla="*/ 76 h 10"/>
                <a:gd name="T4" fmla="*/ 264 w 36"/>
                <a:gd name="T5" fmla="*/ 92 h 10"/>
                <a:gd name="T6" fmla="*/ 132 w 36"/>
                <a:gd name="T7" fmla="*/ 48 h 10"/>
                <a:gd name="T8" fmla="*/ 0 w 36"/>
                <a:gd name="T9" fmla="*/ 8 h 10"/>
                <a:gd name="T10" fmla="*/ 60 w 36"/>
                <a:gd name="T11" fmla="*/ 27 h 10"/>
                <a:gd name="T12" fmla="*/ 132 w 36"/>
                <a:gd name="T13" fmla="*/ 6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0">
                  <a:moveTo>
                    <a:pt x="18" y="7"/>
                  </a:moveTo>
                  <a:cubicBezTo>
                    <a:pt x="22" y="7"/>
                    <a:pt x="24" y="8"/>
                    <a:pt x="28" y="8"/>
                  </a:cubicBezTo>
                  <a:cubicBezTo>
                    <a:pt x="30" y="8"/>
                    <a:pt x="33" y="10"/>
                    <a:pt x="36" y="10"/>
                  </a:cubicBezTo>
                  <a:cubicBezTo>
                    <a:pt x="32" y="7"/>
                    <a:pt x="29" y="8"/>
                    <a:pt x="18" y="5"/>
                  </a:cubicBezTo>
                  <a:cubicBezTo>
                    <a:pt x="8" y="2"/>
                    <a:pt x="5" y="0"/>
                    <a:pt x="0" y="1"/>
                  </a:cubicBezTo>
                  <a:cubicBezTo>
                    <a:pt x="3" y="1"/>
                    <a:pt x="7" y="2"/>
                    <a:pt x="8" y="3"/>
                  </a:cubicBezTo>
                  <a:cubicBezTo>
                    <a:pt x="11" y="5"/>
                    <a:pt x="15" y="6"/>
                    <a:pt x="18" y="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1" name="Freeform 2149">
              <a:extLst>
                <a:ext uri="{FF2B5EF4-FFF2-40B4-BE49-F238E27FC236}">
                  <a16:creationId xmlns:a16="http://schemas.microsoft.com/office/drawing/2014/main" id="{B6948793-AE3C-4DBA-AB95-3374F7B5F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111"/>
              <a:ext cx="62" cy="58"/>
            </a:xfrm>
            <a:custGeom>
              <a:avLst/>
              <a:gdLst>
                <a:gd name="T0" fmla="*/ 233 w 32"/>
                <a:gd name="T1" fmla="*/ 25 h 28"/>
                <a:gd name="T2" fmla="*/ 45 w 32"/>
                <a:gd name="T3" fmla="*/ 64 h 28"/>
                <a:gd name="T4" fmla="*/ 31 w 32"/>
                <a:gd name="T5" fmla="*/ 249 h 28"/>
                <a:gd name="T6" fmla="*/ 64 w 32"/>
                <a:gd name="T7" fmla="*/ 64 h 28"/>
                <a:gd name="T8" fmla="*/ 233 w 32"/>
                <a:gd name="T9" fmla="*/ 2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32" y="3"/>
                  </a:moveTo>
                  <a:cubicBezTo>
                    <a:pt x="26" y="0"/>
                    <a:pt x="12" y="0"/>
                    <a:pt x="6" y="7"/>
                  </a:cubicBezTo>
                  <a:cubicBezTo>
                    <a:pt x="0" y="15"/>
                    <a:pt x="1" y="24"/>
                    <a:pt x="4" y="28"/>
                  </a:cubicBezTo>
                  <a:cubicBezTo>
                    <a:pt x="3" y="26"/>
                    <a:pt x="1" y="13"/>
                    <a:pt x="9" y="7"/>
                  </a:cubicBezTo>
                  <a:cubicBezTo>
                    <a:pt x="17" y="0"/>
                    <a:pt x="28" y="2"/>
                    <a:pt x="32" y="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2" name="Freeform 2150">
              <a:extLst>
                <a:ext uri="{FF2B5EF4-FFF2-40B4-BE49-F238E27FC236}">
                  <a16:creationId xmlns:a16="http://schemas.microsoft.com/office/drawing/2014/main" id="{B388C2C1-396D-4ED9-8143-622664B7C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126"/>
              <a:ext cx="56" cy="23"/>
            </a:xfrm>
            <a:custGeom>
              <a:avLst/>
              <a:gdLst>
                <a:gd name="T0" fmla="*/ 0 w 29"/>
                <a:gd name="T1" fmla="*/ 0 h 11"/>
                <a:gd name="T2" fmla="*/ 209 w 29"/>
                <a:gd name="T3" fmla="*/ 100 h 11"/>
                <a:gd name="T4" fmla="*/ 116 w 29"/>
                <a:gd name="T5" fmla="*/ 27 h 11"/>
                <a:gd name="T6" fmla="*/ 0 w 2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1">
                  <a:moveTo>
                    <a:pt x="0" y="0"/>
                  </a:moveTo>
                  <a:cubicBezTo>
                    <a:pt x="7" y="1"/>
                    <a:pt x="21" y="0"/>
                    <a:pt x="29" y="11"/>
                  </a:cubicBezTo>
                  <a:cubicBezTo>
                    <a:pt x="27" y="9"/>
                    <a:pt x="22" y="5"/>
                    <a:pt x="16" y="3"/>
                  </a:cubicBezTo>
                  <a:cubicBezTo>
                    <a:pt x="10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3" name="Freeform 2151">
              <a:extLst>
                <a:ext uri="{FF2B5EF4-FFF2-40B4-BE49-F238E27FC236}">
                  <a16:creationId xmlns:a16="http://schemas.microsoft.com/office/drawing/2014/main" id="{DEF00865-2ED9-4809-9BC2-D9D6FD34C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155"/>
              <a:ext cx="87" cy="22"/>
            </a:xfrm>
            <a:custGeom>
              <a:avLst/>
              <a:gdLst>
                <a:gd name="T0" fmla="*/ 0 w 45"/>
                <a:gd name="T1" fmla="*/ 0 h 11"/>
                <a:gd name="T2" fmla="*/ 145 w 45"/>
                <a:gd name="T3" fmla="*/ 56 h 11"/>
                <a:gd name="T4" fmla="*/ 325 w 45"/>
                <a:gd name="T5" fmla="*/ 40 h 11"/>
                <a:gd name="T6" fmla="*/ 145 w 45"/>
                <a:gd name="T7" fmla="*/ 72 h 11"/>
                <a:gd name="T8" fmla="*/ 0 w 4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1">
                  <a:moveTo>
                    <a:pt x="0" y="0"/>
                  </a:moveTo>
                  <a:cubicBezTo>
                    <a:pt x="4" y="4"/>
                    <a:pt x="10" y="7"/>
                    <a:pt x="20" y="7"/>
                  </a:cubicBezTo>
                  <a:cubicBezTo>
                    <a:pt x="32" y="8"/>
                    <a:pt x="40" y="8"/>
                    <a:pt x="45" y="5"/>
                  </a:cubicBezTo>
                  <a:cubicBezTo>
                    <a:pt x="42" y="7"/>
                    <a:pt x="35" y="11"/>
                    <a:pt x="20" y="9"/>
                  </a:cubicBezTo>
                  <a:cubicBezTo>
                    <a:pt x="6" y="7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4" name="Freeform 2152">
              <a:extLst>
                <a:ext uri="{FF2B5EF4-FFF2-40B4-BE49-F238E27FC236}">
                  <a16:creationId xmlns:a16="http://schemas.microsoft.com/office/drawing/2014/main" id="{1F08EF3B-7FEB-4961-A8A0-6B4849BBA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169"/>
              <a:ext cx="116" cy="39"/>
            </a:xfrm>
            <a:custGeom>
              <a:avLst/>
              <a:gdLst>
                <a:gd name="T0" fmla="*/ 0 w 60"/>
                <a:gd name="T1" fmla="*/ 96 h 19"/>
                <a:gd name="T2" fmla="*/ 348 w 60"/>
                <a:gd name="T3" fmla="*/ 123 h 19"/>
                <a:gd name="T4" fmla="*/ 433 w 60"/>
                <a:gd name="T5" fmla="*/ 0 h 19"/>
                <a:gd name="T6" fmla="*/ 280 w 60"/>
                <a:gd name="T7" fmla="*/ 113 h 19"/>
                <a:gd name="T8" fmla="*/ 0 w 60"/>
                <a:gd name="T9" fmla="*/ 9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9">
                  <a:moveTo>
                    <a:pt x="0" y="11"/>
                  </a:moveTo>
                  <a:cubicBezTo>
                    <a:pt x="7" y="14"/>
                    <a:pt x="34" y="19"/>
                    <a:pt x="48" y="14"/>
                  </a:cubicBezTo>
                  <a:cubicBezTo>
                    <a:pt x="51" y="12"/>
                    <a:pt x="57" y="8"/>
                    <a:pt x="60" y="0"/>
                  </a:cubicBezTo>
                  <a:cubicBezTo>
                    <a:pt x="59" y="2"/>
                    <a:pt x="55" y="10"/>
                    <a:pt x="39" y="13"/>
                  </a:cubicBezTo>
                  <a:cubicBezTo>
                    <a:pt x="23" y="16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5" name="Freeform 2153">
              <a:extLst>
                <a:ext uri="{FF2B5EF4-FFF2-40B4-BE49-F238E27FC236}">
                  <a16:creationId xmlns:a16="http://schemas.microsoft.com/office/drawing/2014/main" id="{30E8AC98-D841-4FE8-812B-E4C7644E0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07"/>
              <a:ext cx="158" cy="101"/>
            </a:xfrm>
            <a:custGeom>
              <a:avLst/>
              <a:gdLst>
                <a:gd name="T0" fmla="*/ 145 w 82"/>
                <a:gd name="T1" fmla="*/ 16 h 49"/>
                <a:gd name="T2" fmla="*/ 8 w 82"/>
                <a:gd name="T3" fmla="*/ 175 h 49"/>
                <a:gd name="T4" fmla="*/ 264 w 82"/>
                <a:gd name="T5" fmla="*/ 412 h 49"/>
                <a:gd name="T6" fmla="*/ 565 w 82"/>
                <a:gd name="T7" fmla="*/ 280 h 49"/>
                <a:gd name="T8" fmla="*/ 516 w 82"/>
                <a:gd name="T9" fmla="*/ 115 h 49"/>
                <a:gd name="T10" fmla="*/ 329 w 82"/>
                <a:gd name="T11" fmla="*/ 60 h 49"/>
                <a:gd name="T12" fmla="*/ 145 w 82"/>
                <a:gd name="T13" fmla="*/ 1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9">
                  <a:moveTo>
                    <a:pt x="20" y="2"/>
                  </a:moveTo>
                  <a:cubicBezTo>
                    <a:pt x="9" y="3"/>
                    <a:pt x="2" y="9"/>
                    <a:pt x="1" y="20"/>
                  </a:cubicBezTo>
                  <a:cubicBezTo>
                    <a:pt x="0" y="35"/>
                    <a:pt x="15" y="45"/>
                    <a:pt x="37" y="47"/>
                  </a:cubicBezTo>
                  <a:cubicBezTo>
                    <a:pt x="60" y="49"/>
                    <a:pt x="72" y="46"/>
                    <a:pt x="79" y="32"/>
                  </a:cubicBezTo>
                  <a:cubicBezTo>
                    <a:pt x="82" y="25"/>
                    <a:pt x="79" y="18"/>
                    <a:pt x="72" y="13"/>
                  </a:cubicBezTo>
                  <a:cubicBezTo>
                    <a:pt x="63" y="8"/>
                    <a:pt x="57" y="9"/>
                    <a:pt x="46" y="7"/>
                  </a:cubicBezTo>
                  <a:cubicBezTo>
                    <a:pt x="40" y="6"/>
                    <a:pt x="30" y="0"/>
                    <a:pt x="20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6" name="Freeform 2154">
              <a:extLst>
                <a:ext uri="{FF2B5EF4-FFF2-40B4-BE49-F238E27FC236}">
                  <a16:creationId xmlns:a16="http://schemas.microsoft.com/office/drawing/2014/main" id="{9A048964-90B4-47B7-99B6-614C35A9F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132"/>
              <a:ext cx="93" cy="41"/>
            </a:xfrm>
            <a:custGeom>
              <a:avLst/>
              <a:gdLst>
                <a:gd name="T0" fmla="*/ 341 w 48"/>
                <a:gd name="T1" fmla="*/ 88 h 20"/>
                <a:gd name="T2" fmla="*/ 341 w 48"/>
                <a:gd name="T3" fmla="*/ 113 h 20"/>
                <a:gd name="T4" fmla="*/ 140 w 48"/>
                <a:gd name="T5" fmla="*/ 148 h 20"/>
                <a:gd name="T6" fmla="*/ 8 w 48"/>
                <a:gd name="T7" fmla="*/ 59 h 20"/>
                <a:gd name="T8" fmla="*/ 52 w 48"/>
                <a:gd name="T9" fmla="*/ 0 h 20"/>
                <a:gd name="T10" fmla="*/ 52 w 48"/>
                <a:gd name="T11" fmla="*/ 0 h 20"/>
                <a:gd name="T12" fmla="*/ 0 w 48"/>
                <a:gd name="T13" fmla="*/ 59 h 20"/>
                <a:gd name="T14" fmla="*/ 140 w 48"/>
                <a:gd name="T15" fmla="*/ 156 h 20"/>
                <a:gd name="T16" fmla="*/ 349 w 48"/>
                <a:gd name="T17" fmla="*/ 113 h 20"/>
                <a:gd name="T18" fmla="*/ 341 w 48"/>
                <a:gd name="T19" fmla="*/ 8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0">
                  <a:moveTo>
                    <a:pt x="47" y="10"/>
                  </a:moveTo>
                  <a:cubicBezTo>
                    <a:pt x="47" y="11"/>
                    <a:pt x="48" y="12"/>
                    <a:pt x="47" y="13"/>
                  </a:cubicBezTo>
                  <a:cubicBezTo>
                    <a:pt x="46" y="16"/>
                    <a:pt x="37" y="19"/>
                    <a:pt x="19" y="17"/>
                  </a:cubicBezTo>
                  <a:cubicBezTo>
                    <a:pt x="6" y="15"/>
                    <a:pt x="1" y="11"/>
                    <a:pt x="1" y="7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ubicBezTo>
                    <a:pt x="0" y="11"/>
                    <a:pt x="5" y="16"/>
                    <a:pt x="19" y="18"/>
                  </a:cubicBezTo>
                  <a:cubicBezTo>
                    <a:pt x="36" y="20"/>
                    <a:pt x="46" y="17"/>
                    <a:pt x="48" y="13"/>
                  </a:cubicBezTo>
                  <a:cubicBezTo>
                    <a:pt x="48" y="12"/>
                    <a:pt x="48" y="11"/>
                    <a:pt x="47" y="1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7" name="Freeform 2155">
              <a:extLst>
                <a:ext uri="{FF2B5EF4-FFF2-40B4-BE49-F238E27FC236}">
                  <a16:creationId xmlns:a16="http://schemas.microsoft.com/office/drawing/2014/main" id="{973482BD-2358-4DF6-8FAE-72BA41E68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916"/>
              <a:ext cx="151" cy="164"/>
            </a:xfrm>
            <a:custGeom>
              <a:avLst/>
              <a:gdLst>
                <a:gd name="T0" fmla="*/ 457 w 78"/>
                <a:gd name="T1" fmla="*/ 492 h 80"/>
                <a:gd name="T2" fmla="*/ 397 w 78"/>
                <a:gd name="T3" fmla="*/ 96 h 80"/>
                <a:gd name="T4" fmla="*/ 56 w 78"/>
                <a:gd name="T5" fmla="*/ 215 h 80"/>
                <a:gd name="T6" fmla="*/ 457 w 78"/>
                <a:gd name="T7" fmla="*/ 492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80">
                  <a:moveTo>
                    <a:pt x="63" y="57"/>
                  </a:moveTo>
                  <a:cubicBezTo>
                    <a:pt x="78" y="44"/>
                    <a:pt x="75" y="23"/>
                    <a:pt x="55" y="11"/>
                  </a:cubicBezTo>
                  <a:cubicBezTo>
                    <a:pt x="36" y="0"/>
                    <a:pt x="16" y="4"/>
                    <a:pt x="8" y="25"/>
                  </a:cubicBezTo>
                  <a:cubicBezTo>
                    <a:pt x="0" y="46"/>
                    <a:pt x="39" y="80"/>
                    <a:pt x="63" y="5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8" name="Freeform 2156">
              <a:extLst>
                <a:ext uri="{FF2B5EF4-FFF2-40B4-BE49-F238E27FC236}">
                  <a16:creationId xmlns:a16="http://schemas.microsoft.com/office/drawing/2014/main" id="{7FD81098-1C73-49E6-94C2-B6F57DF88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957"/>
              <a:ext cx="110" cy="103"/>
            </a:xfrm>
            <a:custGeom>
              <a:avLst/>
              <a:gdLst>
                <a:gd name="T0" fmla="*/ 340 w 57"/>
                <a:gd name="T1" fmla="*/ 0 h 50"/>
                <a:gd name="T2" fmla="*/ 316 w 57"/>
                <a:gd name="T3" fmla="*/ 297 h 50"/>
                <a:gd name="T4" fmla="*/ 0 w 57"/>
                <a:gd name="T5" fmla="*/ 245 h 50"/>
                <a:gd name="T6" fmla="*/ 332 w 57"/>
                <a:gd name="T7" fmla="*/ 313 h 50"/>
                <a:gd name="T8" fmla="*/ 340 w 5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0">
                  <a:moveTo>
                    <a:pt x="47" y="0"/>
                  </a:moveTo>
                  <a:cubicBezTo>
                    <a:pt x="56" y="11"/>
                    <a:pt x="55" y="25"/>
                    <a:pt x="44" y="34"/>
                  </a:cubicBezTo>
                  <a:cubicBezTo>
                    <a:pt x="30" y="47"/>
                    <a:pt x="11" y="40"/>
                    <a:pt x="0" y="28"/>
                  </a:cubicBezTo>
                  <a:cubicBezTo>
                    <a:pt x="10" y="41"/>
                    <a:pt x="31" y="50"/>
                    <a:pt x="46" y="36"/>
                  </a:cubicBezTo>
                  <a:cubicBezTo>
                    <a:pt x="57" y="26"/>
                    <a:pt x="57" y="11"/>
                    <a:pt x="4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9" name="Freeform 2157">
              <a:extLst>
                <a:ext uri="{FF2B5EF4-FFF2-40B4-BE49-F238E27FC236}">
                  <a16:creationId xmlns:a16="http://schemas.microsoft.com/office/drawing/2014/main" id="{C80A68ED-D0BC-423B-9B7A-502932C7C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920"/>
              <a:ext cx="88" cy="103"/>
            </a:xfrm>
            <a:custGeom>
              <a:avLst/>
              <a:gdLst>
                <a:gd name="T0" fmla="*/ 69 w 46"/>
                <a:gd name="T1" fmla="*/ 412 h 50"/>
                <a:gd name="T2" fmla="*/ 36 w 46"/>
                <a:gd name="T3" fmla="*/ 220 h 50"/>
                <a:gd name="T4" fmla="*/ 308 w 46"/>
                <a:gd name="T5" fmla="*/ 80 h 50"/>
                <a:gd name="T6" fmla="*/ 308 w 46"/>
                <a:gd name="T7" fmla="*/ 80 h 50"/>
                <a:gd name="T8" fmla="*/ 21 w 46"/>
                <a:gd name="T9" fmla="*/ 208 h 50"/>
                <a:gd name="T10" fmla="*/ 69 w 46"/>
                <a:gd name="T11" fmla="*/ 420 h 50"/>
                <a:gd name="T12" fmla="*/ 69 w 46"/>
                <a:gd name="T13" fmla="*/ 41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0">
                  <a:moveTo>
                    <a:pt x="10" y="47"/>
                  </a:moveTo>
                  <a:cubicBezTo>
                    <a:pt x="5" y="40"/>
                    <a:pt x="3" y="32"/>
                    <a:pt x="5" y="25"/>
                  </a:cubicBezTo>
                  <a:cubicBezTo>
                    <a:pt x="12" y="8"/>
                    <a:pt x="28" y="2"/>
                    <a:pt x="44" y="9"/>
                  </a:cubicBezTo>
                  <a:cubicBezTo>
                    <a:pt x="46" y="10"/>
                    <a:pt x="45" y="9"/>
                    <a:pt x="44" y="9"/>
                  </a:cubicBezTo>
                  <a:cubicBezTo>
                    <a:pt x="27" y="0"/>
                    <a:pt x="10" y="5"/>
                    <a:pt x="3" y="24"/>
                  </a:cubicBezTo>
                  <a:cubicBezTo>
                    <a:pt x="0" y="31"/>
                    <a:pt x="4" y="40"/>
                    <a:pt x="10" y="48"/>
                  </a:cubicBezTo>
                  <a:cubicBezTo>
                    <a:pt x="12" y="50"/>
                    <a:pt x="12" y="50"/>
                    <a:pt x="10" y="4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0" name="Freeform 2158">
              <a:extLst>
                <a:ext uri="{FF2B5EF4-FFF2-40B4-BE49-F238E27FC236}">
                  <a16:creationId xmlns:a16="http://schemas.microsoft.com/office/drawing/2014/main" id="{E67CBFC5-0BD6-4F12-863F-F3B3F721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938"/>
              <a:ext cx="81" cy="91"/>
            </a:xfrm>
            <a:custGeom>
              <a:avLst/>
              <a:gdLst>
                <a:gd name="T0" fmla="*/ 0 w 42"/>
                <a:gd name="T1" fmla="*/ 168 h 44"/>
                <a:gd name="T2" fmla="*/ 224 w 42"/>
                <a:gd name="T3" fmla="*/ 337 h 44"/>
                <a:gd name="T4" fmla="*/ 208 w 42"/>
                <a:gd name="T5" fmla="*/ 60 h 44"/>
                <a:gd name="T6" fmla="*/ 0 w 42"/>
                <a:gd name="T7" fmla="*/ 16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4">
                  <a:moveTo>
                    <a:pt x="0" y="19"/>
                  </a:moveTo>
                  <a:cubicBezTo>
                    <a:pt x="0" y="35"/>
                    <a:pt x="20" y="44"/>
                    <a:pt x="31" y="38"/>
                  </a:cubicBezTo>
                  <a:cubicBezTo>
                    <a:pt x="42" y="32"/>
                    <a:pt x="41" y="12"/>
                    <a:pt x="29" y="7"/>
                  </a:cubicBezTo>
                  <a:cubicBezTo>
                    <a:pt x="10" y="0"/>
                    <a:pt x="0" y="8"/>
                    <a:pt x="0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1" name="Freeform 2159">
              <a:extLst>
                <a:ext uri="{FF2B5EF4-FFF2-40B4-BE49-F238E27FC236}">
                  <a16:creationId xmlns:a16="http://schemas.microsoft.com/office/drawing/2014/main" id="{BF85D958-DC69-46EE-9653-AEAB3730D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961"/>
              <a:ext cx="73" cy="66"/>
            </a:xfrm>
            <a:custGeom>
              <a:avLst/>
              <a:gdLst>
                <a:gd name="T0" fmla="*/ 221 w 38"/>
                <a:gd name="T1" fmla="*/ 0 h 32"/>
                <a:gd name="T2" fmla="*/ 184 w 38"/>
                <a:gd name="T3" fmla="*/ 212 h 32"/>
                <a:gd name="T4" fmla="*/ 0 w 38"/>
                <a:gd name="T5" fmla="*/ 157 h 32"/>
                <a:gd name="T6" fmla="*/ 200 w 38"/>
                <a:gd name="T7" fmla="*/ 239 h 32"/>
                <a:gd name="T8" fmla="*/ 221 w 3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31" y="0"/>
                  </a:moveTo>
                  <a:cubicBezTo>
                    <a:pt x="36" y="8"/>
                    <a:pt x="34" y="20"/>
                    <a:pt x="26" y="24"/>
                  </a:cubicBezTo>
                  <a:cubicBezTo>
                    <a:pt x="18" y="28"/>
                    <a:pt x="6" y="25"/>
                    <a:pt x="0" y="18"/>
                  </a:cubicBezTo>
                  <a:cubicBezTo>
                    <a:pt x="6" y="27"/>
                    <a:pt x="19" y="32"/>
                    <a:pt x="28" y="27"/>
                  </a:cubicBezTo>
                  <a:cubicBezTo>
                    <a:pt x="37" y="22"/>
                    <a:pt x="38" y="7"/>
                    <a:pt x="3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2" name="Freeform 2160">
              <a:extLst>
                <a:ext uri="{FF2B5EF4-FFF2-40B4-BE49-F238E27FC236}">
                  <a16:creationId xmlns:a16="http://schemas.microsoft.com/office/drawing/2014/main" id="{C0E176B3-60B4-42D5-9E7E-B6E6A9AF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944"/>
              <a:ext cx="36" cy="21"/>
            </a:xfrm>
            <a:custGeom>
              <a:avLst/>
              <a:gdLst>
                <a:gd name="T0" fmla="*/ 129 w 19"/>
                <a:gd name="T1" fmla="*/ 17 h 10"/>
                <a:gd name="T2" fmla="*/ 0 w 19"/>
                <a:gd name="T3" fmla="*/ 92 h 10"/>
                <a:gd name="T4" fmla="*/ 129 w 1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19" y="2"/>
                  </a:moveTo>
                  <a:cubicBezTo>
                    <a:pt x="11" y="0"/>
                    <a:pt x="3" y="3"/>
                    <a:pt x="0" y="10"/>
                  </a:cubicBezTo>
                  <a:cubicBezTo>
                    <a:pt x="4" y="7"/>
                    <a:pt x="9" y="2"/>
                    <a:pt x="19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3" name="Freeform 2161">
              <a:extLst>
                <a:ext uri="{FF2B5EF4-FFF2-40B4-BE49-F238E27FC236}">
                  <a16:creationId xmlns:a16="http://schemas.microsoft.com/office/drawing/2014/main" id="{15DBAD49-AA62-4CF8-8B6A-D24C31897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984"/>
              <a:ext cx="52" cy="53"/>
            </a:xfrm>
            <a:custGeom>
              <a:avLst/>
              <a:gdLst>
                <a:gd name="T0" fmla="*/ 193 w 27"/>
                <a:gd name="T1" fmla="*/ 0 h 26"/>
                <a:gd name="T2" fmla="*/ 0 w 27"/>
                <a:gd name="T3" fmla="*/ 137 h 26"/>
                <a:gd name="T4" fmla="*/ 193 w 2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26" y="8"/>
                    <a:pt x="22" y="26"/>
                    <a:pt x="0" y="16"/>
                  </a:cubicBezTo>
                  <a:cubicBezTo>
                    <a:pt x="9" y="21"/>
                    <a:pt x="26" y="25"/>
                    <a:pt x="2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4" name="Freeform 2162">
              <a:extLst>
                <a:ext uri="{FF2B5EF4-FFF2-40B4-BE49-F238E27FC236}">
                  <a16:creationId xmlns:a16="http://schemas.microsoft.com/office/drawing/2014/main" id="{39F1A4B6-16FC-4ECA-B100-DDB804944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916"/>
              <a:ext cx="151" cy="164"/>
            </a:xfrm>
            <a:custGeom>
              <a:avLst/>
              <a:gdLst>
                <a:gd name="T0" fmla="*/ 457 w 78"/>
                <a:gd name="T1" fmla="*/ 492 h 80"/>
                <a:gd name="T2" fmla="*/ 397 w 78"/>
                <a:gd name="T3" fmla="*/ 96 h 80"/>
                <a:gd name="T4" fmla="*/ 56 w 78"/>
                <a:gd name="T5" fmla="*/ 215 h 80"/>
                <a:gd name="T6" fmla="*/ 457 w 78"/>
                <a:gd name="T7" fmla="*/ 492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80">
                  <a:moveTo>
                    <a:pt x="63" y="57"/>
                  </a:moveTo>
                  <a:cubicBezTo>
                    <a:pt x="78" y="44"/>
                    <a:pt x="75" y="23"/>
                    <a:pt x="55" y="11"/>
                  </a:cubicBezTo>
                  <a:cubicBezTo>
                    <a:pt x="36" y="0"/>
                    <a:pt x="16" y="4"/>
                    <a:pt x="8" y="25"/>
                  </a:cubicBezTo>
                  <a:cubicBezTo>
                    <a:pt x="0" y="46"/>
                    <a:pt x="39" y="80"/>
                    <a:pt x="63" y="5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5" name="Freeform 2163">
              <a:extLst>
                <a:ext uri="{FF2B5EF4-FFF2-40B4-BE49-F238E27FC236}">
                  <a16:creationId xmlns:a16="http://schemas.microsoft.com/office/drawing/2014/main" id="{D938A0C8-0C5D-424A-B157-A36D98935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953"/>
              <a:ext cx="75" cy="70"/>
            </a:xfrm>
            <a:custGeom>
              <a:avLst/>
              <a:gdLst>
                <a:gd name="T0" fmla="*/ 208 w 39"/>
                <a:gd name="T1" fmla="*/ 0 h 34"/>
                <a:gd name="T2" fmla="*/ 269 w 39"/>
                <a:gd name="T3" fmla="*/ 124 h 34"/>
                <a:gd name="T4" fmla="*/ 221 w 39"/>
                <a:gd name="T5" fmla="*/ 272 h 34"/>
                <a:gd name="T6" fmla="*/ 77 w 39"/>
                <a:gd name="T7" fmla="*/ 255 h 34"/>
                <a:gd name="T8" fmla="*/ 0 w 39"/>
                <a:gd name="T9" fmla="*/ 105 h 34"/>
                <a:gd name="T10" fmla="*/ 0 w 39"/>
                <a:gd name="T11" fmla="*/ 105 h 34"/>
                <a:gd name="T12" fmla="*/ 77 w 39"/>
                <a:gd name="T13" fmla="*/ 264 h 34"/>
                <a:gd name="T14" fmla="*/ 221 w 39"/>
                <a:gd name="T15" fmla="*/ 272 h 34"/>
                <a:gd name="T16" fmla="*/ 277 w 39"/>
                <a:gd name="T17" fmla="*/ 124 h 34"/>
                <a:gd name="T18" fmla="*/ 208 w 39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4">
                  <a:moveTo>
                    <a:pt x="29" y="0"/>
                  </a:moveTo>
                  <a:cubicBezTo>
                    <a:pt x="34" y="2"/>
                    <a:pt x="38" y="7"/>
                    <a:pt x="38" y="14"/>
                  </a:cubicBezTo>
                  <a:cubicBezTo>
                    <a:pt x="39" y="21"/>
                    <a:pt x="36" y="28"/>
                    <a:pt x="31" y="31"/>
                  </a:cubicBezTo>
                  <a:cubicBezTo>
                    <a:pt x="25" y="34"/>
                    <a:pt x="18" y="33"/>
                    <a:pt x="11" y="29"/>
                  </a:cubicBezTo>
                  <a:cubicBezTo>
                    <a:pt x="4" y="25"/>
                    <a:pt x="0" y="19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4" y="26"/>
                    <a:pt x="11" y="30"/>
                  </a:cubicBezTo>
                  <a:cubicBezTo>
                    <a:pt x="18" y="34"/>
                    <a:pt x="25" y="34"/>
                    <a:pt x="31" y="31"/>
                  </a:cubicBezTo>
                  <a:cubicBezTo>
                    <a:pt x="36" y="28"/>
                    <a:pt x="39" y="21"/>
                    <a:pt x="39" y="14"/>
                  </a:cubicBezTo>
                  <a:cubicBezTo>
                    <a:pt x="38" y="7"/>
                    <a:pt x="34" y="2"/>
                    <a:pt x="2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6" name="Freeform 2164">
              <a:extLst>
                <a:ext uri="{FF2B5EF4-FFF2-40B4-BE49-F238E27FC236}">
                  <a16:creationId xmlns:a16="http://schemas.microsoft.com/office/drawing/2014/main" id="{7F0F32DC-3B96-4BA4-A066-A201F286C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035"/>
              <a:ext cx="126" cy="116"/>
            </a:xfrm>
            <a:custGeom>
              <a:avLst/>
              <a:gdLst>
                <a:gd name="T0" fmla="*/ 31 w 65"/>
                <a:gd name="T1" fmla="*/ 249 h 56"/>
                <a:gd name="T2" fmla="*/ 248 w 65"/>
                <a:gd name="T3" fmla="*/ 25 h 56"/>
                <a:gd name="T4" fmla="*/ 428 w 65"/>
                <a:gd name="T5" fmla="*/ 331 h 56"/>
                <a:gd name="T6" fmla="*/ 31 w 65"/>
                <a:gd name="T7" fmla="*/ 24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6">
                  <a:moveTo>
                    <a:pt x="4" y="28"/>
                  </a:moveTo>
                  <a:cubicBezTo>
                    <a:pt x="0" y="12"/>
                    <a:pt x="14" y="0"/>
                    <a:pt x="34" y="3"/>
                  </a:cubicBezTo>
                  <a:cubicBezTo>
                    <a:pt x="53" y="6"/>
                    <a:pt x="65" y="19"/>
                    <a:pt x="59" y="37"/>
                  </a:cubicBezTo>
                  <a:cubicBezTo>
                    <a:pt x="54" y="55"/>
                    <a:pt x="8" y="56"/>
                    <a:pt x="4" y="28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7" name="Freeform 2165">
              <a:extLst>
                <a:ext uri="{FF2B5EF4-FFF2-40B4-BE49-F238E27FC236}">
                  <a16:creationId xmlns:a16="http://schemas.microsoft.com/office/drawing/2014/main" id="{C4AA7B48-DC51-44ED-9D3C-7AD4AF23C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043"/>
              <a:ext cx="76" cy="95"/>
            </a:xfrm>
            <a:custGeom>
              <a:avLst/>
              <a:gdLst>
                <a:gd name="T0" fmla="*/ 164 w 39"/>
                <a:gd name="T1" fmla="*/ 0 h 46"/>
                <a:gd name="T2" fmla="*/ 37 w 39"/>
                <a:gd name="T3" fmla="*/ 213 h 46"/>
                <a:gd name="T4" fmla="*/ 288 w 39"/>
                <a:gd name="T5" fmla="*/ 388 h 46"/>
                <a:gd name="T6" fmla="*/ 23 w 39"/>
                <a:gd name="T7" fmla="*/ 213 h 46"/>
                <a:gd name="T8" fmla="*/ 164 w 39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22" y="0"/>
                  </a:moveTo>
                  <a:cubicBezTo>
                    <a:pt x="10" y="3"/>
                    <a:pt x="3" y="12"/>
                    <a:pt x="5" y="24"/>
                  </a:cubicBezTo>
                  <a:cubicBezTo>
                    <a:pt x="8" y="40"/>
                    <a:pt x="25" y="45"/>
                    <a:pt x="39" y="44"/>
                  </a:cubicBezTo>
                  <a:cubicBezTo>
                    <a:pt x="25" y="46"/>
                    <a:pt x="6" y="41"/>
                    <a:pt x="3" y="24"/>
                  </a:cubicBezTo>
                  <a:cubicBezTo>
                    <a:pt x="0" y="12"/>
                    <a:pt x="8" y="2"/>
                    <a:pt x="22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8" name="Freeform 2166">
              <a:extLst>
                <a:ext uri="{FF2B5EF4-FFF2-40B4-BE49-F238E27FC236}">
                  <a16:creationId xmlns:a16="http://schemas.microsoft.com/office/drawing/2014/main" id="{9623E8AF-6399-442C-878A-ADD529E69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045"/>
              <a:ext cx="52" cy="91"/>
            </a:xfrm>
            <a:custGeom>
              <a:avLst/>
              <a:gdLst>
                <a:gd name="T0" fmla="*/ 29 w 27"/>
                <a:gd name="T1" fmla="*/ 381 h 44"/>
                <a:gd name="T2" fmla="*/ 144 w 27"/>
                <a:gd name="T3" fmla="*/ 273 h 44"/>
                <a:gd name="T4" fmla="*/ 8 w 27"/>
                <a:gd name="T5" fmla="*/ 0 h 44"/>
                <a:gd name="T6" fmla="*/ 15 w 27"/>
                <a:gd name="T7" fmla="*/ 0 h 44"/>
                <a:gd name="T8" fmla="*/ 156 w 27"/>
                <a:gd name="T9" fmla="*/ 283 h 44"/>
                <a:gd name="T10" fmla="*/ 29 w 27"/>
                <a:gd name="T11" fmla="*/ 381 h 44"/>
                <a:gd name="T12" fmla="*/ 29 w 27"/>
                <a:gd name="T13" fmla="*/ 38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4">
                  <a:moveTo>
                    <a:pt x="4" y="43"/>
                  </a:moveTo>
                  <a:cubicBezTo>
                    <a:pt x="12" y="41"/>
                    <a:pt x="18" y="37"/>
                    <a:pt x="20" y="31"/>
                  </a:cubicBezTo>
                  <a:cubicBezTo>
                    <a:pt x="25" y="17"/>
                    <a:pt x="16" y="5"/>
                    <a:pt x="1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18" y="4"/>
                    <a:pt x="27" y="16"/>
                    <a:pt x="22" y="32"/>
                  </a:cubicBezTo>
                  <a:cubicBezTo>
                    <a:pt x="20" y="38"/>
                    <a:pt x="13" y="42"/>
                    <a:pt x="4" y="43"/>
                  </a:cubicBezTo>
                  <a:cubicBezTo>
                    <a:pt x="1" y="44"/>
                    <a:pt x="2" y="44"/>
                    <a:pt x="4" y="4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9" name="Freeform 2167">
              <a:extLst>
                <a:ext uri="{FF2B5EF4-FFF2-40B4-BE49-F238E27FC236}">
                  <a16:creationId xmlns:a16="http://schemas.microsoft.com/office/drawing/2014/main" id="{EE2D1440-14CC-448B-87CB-299A40358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052"/>
              <a:ext cx="83" cy="76"/>
            </a:xfrm>
            <a:custGeom>
              <a:avLst/>
              <a:gdLst>
                <a:gd name="T0" fmla="*/ 257 w 43"/>
                <a:gd name="T1" fmla="*/ 232 h 37"/>
                <a:gd name="T2" fmla="*/ 37 w 43"/>
                <a:gd name="T3" fmla="*/ 199 h 37"/>
                <a:gd name="T4" fmla="*/ 164 w 43"/>
                <a:gd name="T5" fmla="*/ 33 h 37"/>
                <a:gd name="T6" fmla="*/ 257 w 43"/>
                <a:gd name="T7" fmla="*/ 23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7">
                  <a:moveTo>
                    <a:pt x="36" y="27"/>
                  </a:moveTo>
                  <a:cubicBezTo>
                    <a:pt x="28" y="37"/>
                    <a:pt x="9" y="32"/>
                    <a:pt x="5" y="23"/>
                  </a:cubicBezTo>
                  <a:cubicBezTo>
                    <a:pt x="0" y="13"/>
                    <a:pt x="12" y="0"/>
                    <a:pt x="23" y="4"/>
                  </a:cubicBezTo>
                  <a:cubicBezTo>
                    <a:pt x="40" y="9"/>
                    <a:pt x="43" y="20"/>
                    <a:pt x="36" y="2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40" name="Freeform 2168">
              <a:extLst>
                <a:ext uri="{FF2B5EF4-FFF2-40B4-BE49-F238E27FC236}">
                  <a16:creationId xmlns:a16="http://schemas.microsoft.com/office/drawing/2014/main" id="{FF419967-6B0C-4E02-887D-7F48B1C4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058"/>
              <a:ext cx="54" cy="64"/>
            </a:xfrm>
            <a:custGeom>
              <a:avLst/>
              <a:gdLst>
                <a:gd name="T0" fmla="*/ 116 w 28"/>
                <a:gd name="T1" fmla="*/ 0 h 31"/>
                <a:gd name="T2" fmla="*/ 52 w 28"/>
                <a:gd name="T3" fmla="*/ 167 h 31"/>
                <a:gd name="T4" fmla="*/ 201 w 28"/>
                <a:gd name="T5" fmla="*/ 248 h 31"/>
                <a:gd name="T6" fmla="*/ 29 w 28"/>
                <a:gd name="T7" fmla="*/ 175 h 31"/>
                <a:gd name="T8" fmla="*/ 116 w 2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1">
                  <a:moveTo>
                    <a:pt x="16" y="0"/>
                  </a:moveTo>
                  <a:cubicBezTo>
                    <a:pt x="9" y="3"/>
                    <a:pt x="4" y="12"/>
                    <a:pt x="7" y="19"/>
                  </a:cubicBezTo>
                  <a:cubicBezTo>
                    <a:pt x="10" y="26"/>
                    <a:pt x="20" y="30"/>
                    <a:pt x="28" y="28"/>
                  </a:cubicBezTo>
                  <a:cubicBezTo>
                    <a:pt x="19" y="31"/>
                    <a:pt x="7" y="27"/>
                    <a:pt x="4" y="20"/>
                  </a:cubicBezTo>
                  <a:cubicBezTo>
                    <a:pt x="0" y="12"/>
                    <a:pt x="7" y="1"/>
                    <a:pt x="1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41" name="Freeform 2169">
              <a:extLst>
                <a:ext uri="{FF2B5EF4-FFF2-40B4-BE49-F238E27FC236}">
                  <a16:creationId xmlns:a16="http://schemas.microsoft.com/office/drawing/2014/main" id="{FA1B00F9-318A-40EA-B2B8-CB6FCEAC9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3066"/>
              <a:ext cx="21" cy="31"/>
            </a:xfrm>
            <a:custGeom>
              <a:avLst/>
              <a:gdLst>
                <a:gd name="T0" fmla="*/ 0 w 11"/>
                <a:gd name="T1" fmla="*/ 0 h 15"/>
                <a:gd name="T2" fmla="*/ 61 w 11"/>
                <a:gd name="T3" fmla="*/ 132 h 15"/>
                <a:gd name="T4" fmla="*/ 0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6" y="3"/>
                    <a:pt x="11" y="9"/>
                    <a:pt x="9" y="15"/>
                  </a:cubicBezTo>
                  <a:cubicBezTo>
                    <a:pt x="8" y="11"/>
                    <a:pt x="7" y="5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42" name="Freeform 2170">
              <a:extLst>
                <a:ext uri="{FF2B5EF4-FFF2-40B4-BE49-F238E27FC236}">
                  <a16:creationId xmlns:a16="http://schemas.microsoft.com/office/drawing/2014/main" id="{57AAB3B6-EB60-4EBB-9157-04D27A114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066"/>
              <a:ext cx="44" cy="52"/>
            </a:xfrm>
            <a:custGeom>
              <a:avLst/>
              <a:gdLst>
                <a:gd name="T0" fmla="*/ 92 w 23"/>
                <a:gd name="T1" fmla="*/ 0 h 25"/>
                <a:gd name="T2" fmla="*/ 161 w 23"/>
                <a:gd name="T3" fmla="*/ 225 h 25"/>
                <a:gd name="T4" fmla="*/ 92 w 2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13" y="0"/>
                  </a:moveTo>
                  <a:cubicBezTo>
                    <a:pt x="9" y="6"/>
                    <a:pt x="3" y="20"/>
                    <a:pt x="23" y="25"/>
                  </a:cubicBezTo>
                  <a:cubicBezTo>
                    <a:pt x="14" y="23"/>
                    <a:pt x="0" y="17"/>
                    <a:pt x="1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43" name="Freeform 2171">
              <a:extLst>
                <a:ext uri="{FF2B5EF4-FFF2-40B4-BE49-F238E27FC236}">
                  <a16:creationId xmlns:a16="http://schemas.microsoft.com/office/drawing/2014/main" id="{4624CD01-8C8D-4F57-8E37-3243E37C3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035"/>
              <a:ext cx="126" cy="116"/>
            </a:xfrm>
            <a:custGeom>
              <a:avLst/>
              <a:gdLst>
                <a:gd name="T0" fmla="*/ 31 w 65"/>
                <a:gd name="T1" fmla="*/ 249 h 56"/>
                <a:gd name="T2" fmla="*/ 248 w 65"/>
                <a:gd name="T3" fmla="*/ 25 h 56"/>
                <a:gd name="T4" fmla="*/ 428 w 65"/>
                <a:gd name="T5" fmla="*/ 331 h 56"/>
                <a:gd name="T6" fmla="*/ 31 w 65"/>
                <a:gd name="T7" fmla="*/ 24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6">
                  <a:moveTo>
                    <a:pt x="4" y="28"/>
                  </a:moveTo>
                  <a:cubicBezTo>
                    <a:pt x="0" y="12"/>
                    <a:pt x="14" y="0"/>
                    <a:pt x="34" y="3"/>
                  </a:cubicBezTo>
                  <a:cubicBezTo>
                    <a:pt x="53" y="6"/>
                    <a:pt x="65" y="19"/>
                    <a:pt x="59" y="37"/>
                  </a:cubicBezTo>
                  <a:cubicBezTo>
                    <a:pt x="54" y="55"/>
                    <a:pt x="8" y="56"/>
                    <a:pt x="4" y="2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44" name="Freeform 2172">
              <a:extLst>
                <a:ext uri="{FF2B5EF4-FFF2-40B4-BE49-F238E27FC236}">
                  <a16:creationId xmlns:a16="http://schemas.microsoft.com/office/drawing/2014/main" id="{0451C3CB-4818-4F20-8335-D9D877209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056"/>
              <a:ext cx="66" cy="64"/>
            </a:xfrm>
            <a:custGeom>
              <a:avLst/>
              <a:gdLst>
                <a:gd name="T0" fmla="*/ 155 w 34"/>
                <a:gd name="T1" fmla="*/ 17 h 31"/>
                <a:gd name="T2" fmla="*/ 52 w 34"/>
                <a:gd name="T3" fmla="*/ 52 h 31"/>
                <a:gd name="T4" fmla="*/ 23 w 34"/>
                <a:gd name="T5" fmla="*/ 184 h 31"/>
                <a:gd name="T6" fmla="*/ 124 w 34"/>
                <a:gd name="T7" fmla="*/ 264 h 31"/>
                <a:gd name="T8" fmla="*/ 248 w 34"/>
                <a:gd name="T9" fmla="*/ 221 h 31"/>
                <a:gd name="T10" fmla="*/ 248 w 34"/>
                <a:gd name="T11" fmla="*/ 221 h 31"/>
                <a:gd name="T12" fmla="*/ 124 w 34"/>
                <a:gd name="T13" fmla="*/ 264 h 31"/>
                <a:gd name="T14" fmla="*/ 16 w 34"/>
                <a:gd name="T15" fmla="*/ 184 h 31"/>
                <a:gd name="T16" fmla="*/ 45 w 34"/>
                <a:gd name="T17" fmla="*/ 43 h 31"/>
                <a:gd name="T18" fmla="*/ 155 w 34"/>
                <a:gd name="T19" fmla="*/ 1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31">
                  <a:moveTo>
                    <a:pt x="21" y="2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2" y="10"/>
                    <a:pt x="1" y="16"/>
                    <a:pt x="3" y="21"/>
                  </a:cubicBezTo>
                  <a:cubicBezTo>
                    <a:pt x="5" y="25"/>
                    <a:pt x="11" y="29"/>
                    <a:pt x="17" y="30"/>
                  </a:cubicBezTo>
                  <a:cubicBezTo>
                    <a:pt x="24" y="31"/>
                    <a:pt x="31" y="29"/>
                    <a:pt x="3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1" y="29"/>
                    <a:pt x="24" y="31"/>
                    <a:pt x="17" y="30"/>
                  </a:cubicBezTo>
                  <a:cubicBezTo>
                    <a:pt x="10" y="29"/>
                    <a:pt x="5" y="26"/>
                    <a:pt x="2" y="21"/>
                  </a:cubicBezTo>
                  <a:cubicBezTo>
                    <a:pt x="0" y="16"/>
                    <a:pt x="2" y="10"/>
                    <a:pt x="6" y="5"/>
                  </a:cubicBezTo>
                  <a:cubicBezTo>
                    <a:pt x="11" y="1"/>
                    <a:pt x="16" y="0"/>
                    <a:pt x="2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45" name="Freeform 2173">
              <a:extLst>
                <a:ext uri="{FF2B5EF4-FFF2-40B4-BE49-F238E27FC236}">
                  <a16:creationId xmlns:a16="http://schemas.microsoft.com/office/drawing/2014/main" id="{EBCD6260-5860-4D51-B5AA-F6F14E841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936"/>
              <a:ext cx="79" cy="70"/>
            </a:xfrm>
            <a:custGeom>
              <a:avLst/>
              <a:gdLst>
                <a:gd name="T0" fmla="*/ 279 w 41"/>
                <a:gd name="T1" fmla="*/ 89 h 34"/>
                <a:gd name="T2" fmla="*/ 285 w 41"/>
                <a:gd name="T3" fmla="*/ 173 h 34"/>
                <a:gd name="T4" fmla="*/ 264 w 41"/>
                <a:gd name="T5" fmla="*/ 191 h 34"/>
                <a:gd name="T6" fmla="*/ 256 w 41"/>
                <a:gd name="T7" fmla="*/ 216 h 34"/>
                <a:gd name="T8" fmla="*/ 229 w 41"/>
                <a:gd name="T9" fmla="*/ 255 h 34"/>
                <a:gd name="T10" fmla="*/ 193 w 41"/>
                <a:gd name="T11" fmla="*/ 288 h 34"/>
                <a:gd name="T12" fmla="*/ 148 w 41"/>
                <a:gd name="T13" fmla="*/ 264 h 34"/>
                <a:gd name="T14" fmla="*/ 100 w 41"/>
                <a:gd name="T15" fmla="*/ 296 h 34"/>
                <a:gd name="T16" fmla="*/ 71 w 41"/>
                <a:gd name="T17" fmla="*/ 255 h 34"/>
                <a:gd name="T18" fmla="*/ 29 w 41"/>
                <a:gd name="T19" fmla="*/ 237 h 34"/>
                <a:gd name="T20" fmla="*/ 23 w 41"/>
                <a:gd name="T21" fmla="*/ 183 h 34"/>
                <a:gd name="T22" fmla="*/ 15 w 41"/>
                <a:gd name="T23" fmla="*/ 132 h 34"/>
                <a:gd name="T24" fmla="*/ 56 w 41"/>
                <a:gd name="T25" fmla="*/ 25 h 34"/>
                <a:gd name="T26" fmla="*/ 100 w 41"/>
                <a:gd name="T27" fmla="*/ 16 h 34"/>
                <a:gd name="T28" fmla="*/ 148 w 41"/>
                <a:gd name="T29" fmla="*/ 8 h 34"/>
                <a:gd name="T30" fmla="*/ 171 w 41"/>
                <a:gd name="T31" fmla="*/ 25 h 34"/>
                <a:gd name="T32" fmla="*/ 200 w 41"/>
                <a:gd name="T33" fmla="*/ 16 h 34"/>
                <a:gd name="T34" fmla="*/ 249 w 41"/>
                <a:gd name="T35" fmla="*/ 43 h 34"/>
                <a:gd name="T36" fmla="*/ 279 w 41"/>
                <a:gd name="T37" fmla="*/ 89 h 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34">
                  <a:moveTo>
                    <a:pt x="39" y="10"/>
                  </a:moveTo>
                  <a:cubicBezTo>
                    <a:pt x="40" y="13"/>
                    <a:pt x="41" y="18"/>
                    <a:pt x="40" y="20"/>
                  </a:cubicBezTo>
                  <a:cubicBezTo>
                    <a:pt x="39" y="22"/>
                    <a:pt x="38" y="21"/>
                    <a:pt x="37" y="22"/>
                  </a:cubicBezTo>
                  <a:cubicBezTo>
                    <a:pt x="35" y="23"/>
                    <a:pt x="36" y="23"/>
                    <a:pt x="36" y="25"/>
                  </a:cubicBezTo>
                  <a:cubicBezTo>
                    <a:pt x="35" y="27"/>
                    <a:pt x="33" y="28"/>
                    <a:pt x="32" y="29"/>
                  </a:cubicBezTo>
                  <a:cubicBezTo>
                    <a:pt x="30" y="31"/>
                    <a:pt x="30" y="34"/>
                    <a:pt x="27" y="33"/>
                  </a:cubicBezTo>
                  <a:cubicBezTo>
                    <a:pt x="24" y="33"/>
                    <a:pt x="24" y="30"/>
                    <a:pt x="21" y="30"/>
                  </a:cubicBezTo>
                  <a:cubicBezTo>
                    <a:pt x="18" y="31"/>
                    <a:pt x="17" y="34"/>
                    <a:pt x="14" y="34"/>
                  </a:cubicBezTo>
                  <a:cubicBezTo>
                    <a:pt x="11" y="34"/>
                    <a:pt x="11" y="31"/>
                    <a:pt x="10" y="29"/>
                  </a:cubicBezTo>
                  <a:cubicBezTo>
                    <a:pt x="8" y="27"/>
                    <a:pt x="5" y="28"/>
                    <a:pt x="4" y="27"/>
                  </a:cubicBezTo>
                  <a:cubicBezTo>
                    <a:pt x="1" y="26"/>
                    <a:pt x="3" y="23"/>
                    <a:pt x="3" y="21"/>
                  </a:cubicBezTo>
                  <a:cubicBezTo>
                    <a:pt x="3" y="19"/>
                    <a:pt x="2" y="18"/>
                    <a:pt x="2" y="15"/>
                  </a:cubicBezTo>
                  <a:cubicBezTo>
                    <a:pt x="0" y="11"/>
                    <a:pt x="4" y="5"/>
                    <a:pt x="8" y="3"/>
                  </a:cubicBezTo>
                  <a:cubicBezTo>
                    <a:pt x="10" y="2"/>
                    <a:pt x="12" y="3"/>
                    <a:pt x="14" y="2"/>
                  </a:cubicBezTo>
                  <a:cubicBezTo>
                    <a:pt x="17" y="1"/>
                    <a:pt x="18" y="0"/>
                    <a:pt x="21" y="1"/>
                  </a:cubicBezTo>
                  <a:cubicBezTo>
                    <a:pt x="22" y="2"/>
                    <a:pt x="22" y="3"/>
                    <a:pt x="24" y="3"/>
                  </a:cubicBezTo>
                  <a:cubicBezTo>
                    <a:pt x="25" y="3"/>
                    <a:pt x="27" y="2"/>
                    <a:pt x="28" y="2"/>
                  </a:cubicBezTo>
                  <a:cubicBezTo>
                    <a:pt x="31" y="2"/>
                    <a:pt x="33" y="3"/>
                    <a:pt x="35" y="5"/>
                  </a:cubicBezTo>
                  <a:cubicBezTo>
                    <a:pt x="36" y="7"/>
                    <a:pt x="38" y="9"/>
                    <a:pt x="39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46" name="Freeform 2174">
              <a:extLst>
                <a:ext uri="{FF2B5EF4-FFF2-40B4-BE49-F238E27FC236}">
                  <a16:creationId xmlns:a16="http://schemas.microsoft.com/office/drawing/2014/main" id="{8305EE1D-09DD-401A-AF48-893D3BB4B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965"/>
              <a:ext cx="29" cy="39"/>
            </a:xfrm>
            <a:custGeom>
              <a:avLst/>
              <a:gdLst>
                <a:gd name="T0" fmla="*/ 8 w 15"/>
                <a:gd name="T1" fmla="*/ 51 h 19"/>
                <a:gd name="T2" fmla="*/ 8 w 15"/>
                <a:gd name="T3" fmla="*/ 96 h 19"/>
                <a:gd name="T4" fmla="*/ 44 w 15"/>
                <a:gd name="T5" fmla="*/ 113 h 19"/>
                <a:gd name="T6" fmla="*/ 64 w 15"/>
                <a:gd name="T7" fmla="*/ 156 h 19"/>
                <a:gd name="T8" fmla="*/ 108 w 15"/>
                <a:gd name="T9" fmla="*/ 140 h 19"/>
                <a:gd name="T10" fmla="*/ 72 w 15"/>
                <a:gd name="T11" fmla="*/ 131 h 19"/>
                <a:gd name="T12" fmla="*/ 72 w 15"/>
                <a:gd name="T13" fmla="*/ 68 h 19"/>
                <a:gd name="T14" fmla="*/ 56 w 15"/>
                <a:gd name="T15" fmla="*/ 33 h 19"/>
                <a:gd name="T16" fmla="*/ 72 w 15"/>
                <a:gd name="T17" fmla="*/ 0 h 19"/>
                <a:gd name="T18" fmla="*/ 44 w 15"/>
                <a:gd name="T19" fmla="*/ 16 h 19"/>
                <a:gd name="T20" fmla="*/ 23 w 15"/>
                <a:gd name="T21" fmla="*/ 88 h 19"/>
                <a:gd name="T22" fmla="*/ 15 w 15"/>
                <a:gd name="T23" fmla="*/ 43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9">
                  <a:moveTo>
                    <a:pt x="1" y="6"/>
                  </a:moveTo>
                  <a:cubicBezTo>
                    <a:pt x="1" y="7"/>
                    <a:pt x="0" y="10"/>
                    <a:pt x="1" y="11"/>
                  </a:cubicBezTo>
                  <a:cubicBezTo>
                    <a:pt x="2" y="13"/>
                    <a:pt x="5" y="12"/>
                    <a:pt x="6" y="13"/>
                  </a:cubicBezTo>
                  <a:cubicBezTo>
                    <a:pt x="8" y="14"/>
                    <a:pt x="8" y="17"/>
                    <a:pt x="9" y="18"/>
                  </a:cubicBezTo>
                  <a:cubicBezTo>
                    <a:pt x="11" y="19"/>
                    <a:pt x="14" y="18"/>
                    <a:pt x="15" y="16"/>
                  </a:cubicBezTo>
                  <a:cubicBezTo>
                    <a:pt x="14" y="18"/>
                    <a:pt x="11" y="17"/>
                    <a:pt x="10" y="15"/>
                  </a:cubicBezTo>
                  <a:cubicBezTo>
                    <a:pt x="8" y="13"/>
                    <a:pt x="11" y="11"/>
                    <a:pt x="10" y="8"/>
                  </a:cubicBezTo>
                  <a:cubicBezTo>
                    <a:pt x="9" y="7"/>
                    <a:pt x="7" y="6"/>
                    <a:pt x="8" y="4"/>
                  </a:cubicBezTo>
                  <a:cubicBezTo>
                    <a:pt x="8" y="2"/>
                    <a:pt x="9" y="2"/>
                    <a:pt x="10" y="0"/>
                  </a:cubicBezTo>
                  <a:cubicBezTo>
                    <a:pt x="9" y="0"/>
                    <a:pt x="7" y="1"/>
                    <a:pt x="6" y="2"/>
                  </a:cubicBezTo>
                  <a:cubicBezTo>
                    <a:pt x="5" y="4"/>
                    <a:pt x="6" y="10"/>
                    <a:pt x="3" y="10"/>
                  </a:cubicBezTo>
                  <a:cubicBezTo>
                    <a:pt x="2" y="8"/>
                    <a:pt x="3" y="6"/>
                    <a:pt x="2" y="5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47" name="Freeform 2175">
              <a:extLst>
                <a:ext uri="{FF2B5EF4-FFF2-40B4-BE49-F238E27FC236}">
                  <a16:creationId xmlns:a16="http://schemas.microsoft.com/office/drawing/2014/main" id="{3617C208-D99D-41EE-98AB-84C9DE792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984"/>
              <a:ext cx="23" cy="20"/>
            </a:xfrm>
            <a:custGeom>
              <a:avLst/>
              <a:gdLst>
                <a:gd name="T0" fmla="*/ 0 w 12"/>
                <a:gd name="T1" fmla="*/ 56 h 10"/>
                <a:gd name="T2" fmla="*/ 29 w 12"/>
                <a:gd name="T3" fmla="*/ 80 h 10"/>
                <a:gd name="T4" fmla="*/ 48 w 12"/>
                <a:gd name="T5" fmla="*/ 56 h 10"/>
                <a:gd name="T6" fmla="*/ 84 w 12"/>
                <a:gd name="T7" fmla="*/ 0 h 10"/>
                <a:gd name="T8" fmla="*/ 63 w 12"/>
                <a:gd name="T9" fmla="*/ 24 h 10"/>
                <a:gd name="T10" fmla="*/ 44 w 12"/>
                <a:gd name="T11" fmla="*/ 40 h 10"/>
                <a:gd name="T12" fmla="*/ 23 w 12"/>
                <a:gd name="T13" fmla="*/ 48 h 10"/>
                <a:gd name="T14" fmla="*/ 0 w 12"/>
                <a:gd name="T15" fmla="*/ 56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2" y="7"/>
                    <a:pt x="2" y="9"/>
                    <a:pt x="4" y="10"/>
                  </a:cubicBezTo>
                  <a:cubicBezTo>
                    <a:pt x="5" y="10"/>
                    <a:pt x="6" y="8"/>
                    <a:pt x="7" y="7"/>
                  </a:cubicBezTo>
                  <a:cubicBezTo>
                    <a:pt x="9" y="5"/>
                    <a:pt x="11" y="3"/>
                    <a:pt x="12" y="0"/>
                  </a:cubicBezTo>
                  <a:cubicBezTo>
                    <a:pt x="11" y="1"/>
                    <a:pt x="11" y="2"/>
                    <a:pt x="9" y="3"/>
                  </a:cubicBezTo>
                  <a:cubicBezTo>
                    <a:pt x="8" y="4"/>
                    <a:pt x="7" y="4"/>
                    <a:pt x="6" y="5"/>
                  </a:cubicBezTo>
                  <a:cubicBezTo>
                    <a:pt x="5" y="6"/>
                    <a:pt x="5" y="6"/>
                    <a:pt x="3" y="6"/>
                  </a:cubicBezTo>
                  <a:cubicBezTo>
                    <a:pt x="2" y="6"/>
                    <a:pt x="0" y="6"/>
                    <a:pt x="0" y="7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48" name="Freeform 2176">
              <a:extLst>
                <a:ext uri="{FF2B5EF4-FFF2-40B4-BE49-F238E27FC236}">
                  <a16:creationId xmlns:a16="http://schemas.microsoft.com/office/drawing/2014/main" id="{30ECA892-E0B4-4370-8AB8-2215ADF29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948"/>
              <a:ext cx="10" cy="29"/>
            </a:xfrm>
            <a:custGeom>
              <a:avLst/>
              <a:gdLst>
                <a:gd name="T0" fmla="*/ 16 w 5"/>
                <a:gd name="T1" fmla="*/ 25 h 14"/>
                <a:gd name="T2" fmla="*/ 32 w 5"/>
                <a:gd name="T3" fmla="*/ 91 h 14"/>
                <a:gd name="T4" fmla="*/ 32 w 5"/>
                <a:gd name="T5" fmla="*/ 116 h 14"/>
                <a:gd name="T6" fmla="*/ 8 w 5"/>
                <a:gd name="T7" fmla="*/ 124 h 14"/>
                <a:gd name="T8" fmla="*/ 16 w 5"/>
                <a:gd name="T9" fmla="*/ 73 h 14"/>
                <a:gd name="T10" fmla="*/ 16 w 5"/>
                <a:gd name="T11" fmla="*/ 35 h 14"/>
                <a:gd name="T12" fmla="*/ 0 w 5"/>
                <a:gd name="T13" fmla="*/ 0 h 14"/>
                <a:gd name="T14" fmla="*/ 16 w 5"/>
                <a:gd name="T15" fmla="*/ 25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14">
                  <a:moveTo>
                    <a:pt x="2" y="3"/>
                  </a:moveTo>
                  <a:cubicBezTo>
                    <a:pt x="3" y="5"/>
                    <a:pt x="4" y="7"/>
                    <a:pt x="4" y="10"/>
                  </a:cubicBezTo>
                  <a:cubicBezTo>
                    <a:pt x="4" y="11"/>
                    <a:pt x="5" y="12"/>
                    <a:pt x="4" y="13"/>
                  </a:cubicBezTo>
                  <a:cubicBezTo>
                    <a:pt x="3" y="14"/>
                    <a:pt x="2" y="14"/>
                    <a:pt x="1" y="14"/>
                  </a:cubicBezTo>
                  <a:cubicBezTo>
                    <a:pt x="4" y="13"/>
                    <a:pt x="3" y="11"/>
                    <a:pt x="2" y="8"/>
                  </a:cubicBezTo>
                  <a:cubicBezTo>
                    <a:pt x="2" y="7"/>
                    <a:pt x="2" y="5"/>
                    <a:pt x="2" y="4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49" name="Freeform 2177">
              <a:extLst>
                <a:ext uri="{FF2B5EF4-FFF2-40B4-BE49-F238E27FC236}">
                  <a16:creationId xmlns:a16="http://schemas.microsoft.com/office/drawing/2014/main" id="{F448671F-7D4B-476F-BD63-8DA9B9488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938"/>
              <a:ext cx="12" cy="8"/>
            </a:xfrm>
            <a:custGeom>
              <a:avLst/>
              <a:gdLst>
                <a:gd name="T0" fmla="*/ 0 w 6"/>
                <a:gd name="T1" fmla="*/ 24 h 4"/>
                <a:gd name="T2" fmla="*/ 48 w 6"/>
                <a:gd name="T3" fmla="*/ 24 h 4"/>
                <a:gd name="T4" fmla="*/ 40 w 6"/>
                <a:gd name="T5" fmla="*/ 16 h 4"/>
                <a:gd name="T6" fmla="*/ 24 w 6"/>
                <a:gd name="T7" fmla="*/ 24 h 4"/>
                <a:gd name="T8" fmla="*/ 0 w 6"/>
                <a:gd name="T9" fmla="*/ 2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2" y="2"/>
                    <a:pt x="5" y="0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3"/>
                    <a:pt x="0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50" name="Freeform 2178">
              <a:extLst>
                <a:ext uri="{FF2B5EF4-FFF2-40B4-BE49-F238E27FC236}">
                  <a16:creationId xmlns:a16="http://schemas.microsoft.com/office/drawing/2014/main" id="{FF7138C2-39D6-43F8-8429-3C145A23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955"/>
              <a:ext cx="11" cy="14"/>
            </a:xfrm>
            <a:custGeom>
              <a:avLst/>
              <a:gdLst>
                <a:gd name="T0" fmla="*/ 7 w 6"/>
                <a:gd name="T1" fmla="*/ 16 h 7"/>
                <a:gd name="T2" fmla="*/ 20 w 6"/>
                <a:gd name="T3" fmla="*/ 32 h 7"/>
                <a:gd name="T4" fmla="*/ 13 w 6"/>
                <a:gd name="T5" fmla="*/ 56 h 7"/>
                <a:gd name="T6" fmla="*/ 0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2"/>
                    <a:pt x="3" y="3"/>
                    <a:pt x="3" y="4"/>
                  </a:cubicBezTo>
                  <a:cubicBezTo>
                    <a:pt x="3" y="5"/>
                    <a:pt x="2" y="6"/>
                    <a:pt x="2" y="7"/>
                  </a:cubicBezTo>
                  <a:cubicBezTo>
                    <a:pt x="6" y="5"/>
                    <a:pt x="3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51" name="Freeform 2179">
              <a:extLst>
                <a:ext uri="{FF2B5EF4-FFF2-40B4-BE49-F238E27FC236}">
                  <a16:creationId xmlns:a16="http://schemas.microsoft.com/office/drawing/2014/main" id="{A8F19EFE-7AA6-461A-B4A6-BD5069C7E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977"/>
              <a:ext cx="14" cy="13"/>
            </a:xfrm>
            <a:custGeom>
              <a:avLst/>
              <a:gdLst>
                <a:gd name="T0" fmla="*/ 8 w 7"/>
                <a:gd name="T1" fmla="*/ 0 h 6"/>
                <a:gd name="T2" fmla="*/ 48 w 7"/>
                <a:gd name="T3" fmla="*/ 20 h 6"/>
                <a:gd name="T4" fmla="*/ 48 w 7"/>
                <a:gd name="T5" fmla="*/ 61 h 6"/>
                <a:gd name="T6" fmla="*/ 40 w 7"/>
                <a:gd name="T7" fmla="*/ 33 h 6"/>
                <a:gd name="T8" fmla="*/ 0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2" y="2"/>
                    <a:pt x="4" y="0"/>
                    <a:pt x="6" y="2"/>
                  </a:cubicBezTo>
                  <a:cubicBezTo>
                    <a:pt x="7" y="2"/>
                    <a:pt x="6" y="5"/>
                    <a:pt x="6" y="6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3" y="3"/>
                    <a:pt x="2" y="5"/>
                    <a:pt x="0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52" name="Freeform 2180">
              <a:extLst>
                <a:ext uri="{FF2B5EF4-FFF2-40B4-BE49-F238E27FC236}">
                  <a16:creationId xmlns:a16="http://schemas.microsoft.com/office/drawing/2014/main" id="{1DE8A47B-56A6-45A3-B3A7-B21041F1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940"/>
              <a:ext cx="31" cy="21"/>
            </a:xfrm>
            <a:custGeom>
              <a:avLst/>
              <a:gdLst>
                <a:gd name="T0" fmla="*/ 0 w 16"/>
                <a:gd name="T1" fmla="*/ 92 h 10"/>
                <a:gd name="T2" fmla="*/ 45 w 16"/>
                <a:gd name="T3" fmla="*/ 17 h 10"/>
                <a:gd name="T4" fmla="*/ 79 w 16"/>
                <a:gd name="T5" fmla="*/ 8 h 10"/>
                <a:gd name="T6" fmla="*/ 116 w 16"/>
                <a:gd name="T7" fmla="*/ 0 h 10"/>
                <a:gd name="T8" fmla="*/ 101 w 16"/>
                <a:gd name="T9" fmla="*/ 8 h 10"/>
                <a:gd name="T10" fmla="*/ 87 w 16"/>
                <a:gd name="T11" fmla="*/ 27 h 10"/>
                <a:gd name="T12" fmla="*/ 52 w 16"/>
                <a:gd name="T13" fmla="*/ 36 h 10"/>
                <a:gd name="T14" fmla="*/ 0 w 16"/>
                <a:gd name="T15" fmla="*/ 92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0">
                  <a:moveTo>
                    <a:pt x="0" y="10"/>
                  </a:moveTo>
                  <a:cubicBezTo>
                    <a:pt x="1" y="6"/>
                    <a:pt x="2" y="3"/>
                    <a:pt x="6" y="2"/>
                  </a:cubicBezTo>
                  <a:cubicBezTo>
                    <a:pt x="8" y="2"/>
                    <a:pt x="10" y="2"/>
                    <a:pt x="11" y="1"/>
                  </a:cubicBezTo>
                  <a:cubicBezTo>
                    <a:pt x="13" y="1"/>
                    <a:pt x="14" y="0"/>
                    <a:pt x="16" y="0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3" y="1"/>
                    <a:pt x="12" y="2"/>
                    <a:pt x="12" y="3"/>
                  </a:cubicBezTo>
                  <a:cubicBezTo>
                    <a:pt x="10" y="4"/>
                    <a:pt x="8" y="3"/>
                    <a:pt x="7" y="4"/>
                  </a:cubicBezTo>
                  <a:cubicBezTo>
                    <a:pt x="4" y="5"/>
                    <a:pt x="0" y="7"/>
                    <a:pt x="0" y="1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53" name="Freeform 2181">
              <a:extLst>
                <a:ext uri="{FF2B5EF4-FFF2-40B4-BE49-F238E27FC236}">
                  <a16:creationId xmlns:a16="http://schemas.microsoft.com/office/drawing/2014/main" id="{9F494940-1637-41F0-A334-B6406D948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961"/>
              <a:ext cx="11" cy="12"/>
            </a:xfrm>
            <a:custGeom>
              <a:avLst/>
              <a:gdLst>
                <a:gd name="T0" fmla="*/ 31 w 6"/>
                <a:gd name="T1" fmla="*/ 0 h 6"/>
                <a:gd name="T2" fmla="*/ 24 w 6"/>
                <a:gd name="T3" fmla="*/ 8 h 6"/>
                <a:gd name="T4" fmla="*/ 20 w 6"/>
                <a:gd name="T5" fmla="*/ 24 h 6"/>
                <a:gd name="T6" fmla="*/ 7 w 6"/>
                <a:gd name="T7" fmla="*/ 48 h 6"/>
                <a:gd name="T8" fmla="*/ 20 w 6"/>
                <a:gd name="T9" fmla="*/ 32 h 6"/>
                <a:gd name="T10" fmla="*/ 37 w 6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5" y="0"/>
                    <a:pt x="4" y="0"/>
                    <a:pt x="4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0" y="5"/>
                    <a:pt x="1" y="6"/>
                  </a:cubicBezTo>
                  <a:cubicBezTo>
                    <a:pt x="1" y="5"/>
                    <a:pt x="3" y="5"/>
                    <a:pt x="3" y="4"/>
                  </a:cubicBezTo>
                  <a:cubicBezTo>
                    <a:pt x="4" y="2"/>
                    <a:pt x="4" y="1"/>
                    <a:pt x="6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54" name="Freeform 2182">
              <a:extLst>
                <a:ext uri="{FF2B5EF4-FFF2-40B4-BE49-F238E27FC236}">
                  <a16:creationId xmlns:a16="http://schemas.microsoft.com/office/drawing/2014/main" id="{371C74F8-DF5D-443F-921A-39576A17D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957"/>
              <a:ext cx="5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8 h 3"/>
                <a:gd name="T4" fmla="*/ 13 w 3"/>
                <a:gd name="T5" fmla="*/ 24 h 3"/>
                <a:gd name="T6" fmla="*/ 0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2" y="0"/>
                    <a:pt x="2" y="1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2" y="2"/>
                    <a:pt x="1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55" name="Freeform 2183">
              <a:extLst>
                <a:ext uri="{FF2B5EF4-FFF2-40B4-BE49-F238E27FC236}">
                  <a16:creationId xmlns:a16="http://schemas.microsoft.com/office/drawing/2014/main" id="{0EF19D2F-803A-4227-8184-BA2944B3F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986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32 w 7"/>
                <a:gd name="T3" fmla="*/ 24 h 6"/>
                <a:gd name="T4" fmla="*/ 56 w 7"/>
                <a:gd name="T5" fmla="*/ 48 h 6"/>
                <a:gd name="T6" fmla="*/ 56 w 7"/>
                <a:gd name="T7" fmla="*/ 24 h 6"/>
                <a:gd name="T8" fmla="*/ 56 w 7"/>
                <a:gd name="T9" fmla="*/ 8 h 6"/>
                <a:gd name="T10" fmla="*/ 48 w 7"/>
                <a:gd name="T11" fmla="*/ 8 h 6"/>
                <a:gd name="T12" fmla="*/ 40 w 7"/>
                <a:gd name="T13" fmla="*/ 16 h 6"/>
                <a:gd name="T14" fmla="*/ 24 w 7"/>
                <a:gd name="T15" fmla="*/ 16 h 6"/>
                <a:gd name="T16" fmla="*/ 0 w 7"/>
                <a:gd name="T17" fmla="*/ 8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3"/>
                    <a:pt x="2" y="2"/>
                    <a:pt x="4" y="3"/>
                  </a:cubicBezTo>
                  <a:cubicBezTo>
                    <a:pt x="6" y="3"/>
                    <a:pt x="6" y="5"/>
                    <a:pt x="7" y="6"/>
                  </a:cubicBezTo>
                  <a:cubicBezTo>
                    <a:pt x="6" y="5"/>
                    <a:pt x="7" y="4"/>
                    <a:pt x="7" y="3"/>
                  </a:cubicBezTo>
                  <a:cubicBezTo>
                    <a:pt x="7" y="3"/>
                    <a:pt x="7" y="2"/>
                    <a:pt x="7" y="1"/>
                  </a:cubicBezTo>
                  <a:cubicBezTo>
                    <a:pt x="6" y="1"/>
                    <a:pt x="6" y="0"/>
                    <a:pt x="6" y="1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56" name="Freeform 2184">
              <a:extLst>
                <a:ext uri="{FF2B5EF4-FFF2-40B4-BE49-F238E27FC236}">
                  <a16:creationId xmlns:a16="http://schemas.microsoft.com/office/drawing/2014/main" id="{211107AD-BADD-4492-BA61-C3A7CBF70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994"/>
              <a:ext cx="12" cy="10"/>
            </a:xfrm>
            <a:custGeom>
              <a:avLst/>
              <a:gdLst>
                <a:gd name="T0" fmla="*/ 16 w 6"/>
                <a:gd name="T1" fmla="*/ 24 h 5"/>
                <a:gd name="T2" fmla="*/ 24 w 6"/>
                <a:gd name="T3" fmla="*/ 32 h 5"/>
                <a:gd name="T4" fmla="*/ 48 w 6"/>
                <a:gd name="T5" fmla="*/ 32 h 5"/>
                <a:gd name="T6" fmla="*/ 32 w 6"/>
                <a:gd name="T7" fmla="*/ 8 h 5"/>
                <a:gd name="T8" fmla="*/ 16 w 6"/>
                <a:gd name="T9" fmla="*/ 8 h 5"/>
                <a:gd name="T10" fmla="*/ 0 w 6"/>
                <a:gd name="T11" fmla="*/ 16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3"/>
                    <a:pt x="3" y="4"/>
                    <a:pt x="3" y="4"/>
                  </a:cubicBezTo>
                  <a:cubicBezTo>
                    <a:pt x="4" y="5"/>
                    <a:pt x="5" y="4"/>
                    <a:pt x="6" y="4"/>
                  </a:cubicBezTo>
                  <a:cubicBezTo>
                    <a:pt x="3" y="4"/>
                    <a:pt x="3" y="2"/>
                    <a:pt x="4" y="1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57" name="Freeform 2185">
              <a:extLst>
                <a:ext uri="{FF2B5EF4-FFF2-40B4-BE49-F238E27FC236}">
                  <a16:creationId xmlns:a16="http://schemas.microsoft.com/office/drawing/2014/main" id="{56630B42-D7B3-4ECC-AB6E-9CD09F29F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959"/>
              <a:ext cx="6" cy="18"/>
            </a:xfrm>
            <a:custGeom>
              <a:avLst/>
              <a:gdLst>
                <a:gd name="T0" fmla="*/ 8 w 3"/>
                <a:gd name="T1" fmla="*/ 0 h 9"/>
                <a:gd name="T2" fmla="*/ 16 w 3"/>
                <a:gd name="T3" fmla="*/ 24 h 9"/>
                <a:gd name="T4" fmla="*/ 24 w 3"/>
                <a:gd name="T5" fmla="*/ 48 h 9"/>
                <a:gd name="T6" fmla="*/ 16 w 3"/>
                <a:gd name="T7" fmla="*/ 72 h 9"/>
                <a:gd name="T8" fmla="*/ 0 w 3"/>
                <a:gd name="T9" fmla="*/ 72 h 9"/>
                <a:gd name="T10" fmla="*/ 16 w 3"/>
                <a:gd name="T11" fmla="*/ 48 h 9"/>
                <a:gd name="T12" fmla="*/ 16 w 3"/>
                <a:gd name="T13" fmla="*/ 24 h 9"/>
                <a:gd name="T14" fmla="*/ 8 w 3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7"/>
                    <a:pt x="3" y="8"/>
                    <a:pt x="2" y="9"/>
                  </a:cubicBezTo>
                  <a:cubicBezTo>
                    <a:pt x="2" y="9"/>
                    <a:pt x="1" y="9"/>
                    <a:pt x="0" y="9"/>
                  </a:cubicBezTo>
                  <a:cubicBezTo>
                    <a:pt x="2" y="9"/>
                    <a:pt x="2" y="7"/>
                    <a:pt x="2" y="6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58" name="Freeform 2186">
              <a:extLst>
                <a:ext uri="{FF2B5EF4-FFF2-40B4-BE49-F238E27FC236}">
                  <a16:creationId xmlns:a16="http://schemas.microsoft.com/office/drawing/2014/main" id="{D6E15FAB-FA4F-46BA-A096-06D242123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936"/>
              <a:ext cx="79" cy="70"/>
            </a:xfrm>
            <a:custGeom>
              <a:avLst/>
              <a:gdLst>
                <a:gd name="T0" fmla="*/ 279 w 41"/>
                <a:gd name="T1" fmla="*/ 89 h 34"/>
                <a:gd name="T2" fmla="*/ 285 w 41"/>
                <a:gd name="T3" fmla="*/ 173 h 34"/>
                <a:gd name="T4" fmla="*/ 264 w 41"/>
                <a:gd name="T5" fmla="*/ 191 h 34"/>
                <a:gd name="T6" fmla="*/ 256 w 41"/>
                <a:gd name="T7" fmla="*/ 216 h 34"/>
                <a:gd name="T8" fmla="*/ 229 w 41"/>
                <a:gd name="T9" fmla="*/ 255 h 34"/>
                <a:gd name="T10" fmla="*/ 193 w 41"/>
                <a:gd name="T11" fmla="*/ 288 h 34"/>
                <a:gd name="T12" fmla="*/ 148 w 41"/>
                <a:gd name="T13" fmla="*/ 264 h 34"/>
                <a:gd name="T14" fmla="*/ 100 w 41"/>
                <a:gd name="T15" fmla="*/ 296 h 34"/>
                <a:gd name="T16" fmla="*/ 71 w 41"/>
                <a:gd name="T17" fmla="*/ 255 h 34"/>
                <a:gd name="T18" fmla="*/ 29 w 41"/>
                <a:gd name="T19" fmla="*/ 237 h 34"/>
                <a:gd name="T20" fmla="*/ 23 w 41"/>
                <a:gd name="T21" fmla="*/ 183 h 34"/>
                <a:gd name="T22" fmla="*/ 15 w 41"/>
                <a:gd name="T23" fmla="*/ 132 h 34"/>
                <a:gd name="T24" fmla="*/ 56 w 41"/>
                <a:gd name="T25" fmla="*/ 25 h 34"/>
                <a:gd name="T26" fmla="*/ 100 w 41"/>
                <a:gd name="T27" fmla="*/ 16 h 34"/>
                <a:gd name="T28" fmla="*/ 148 w 41"/>
                <a:gd name="T29" fmla="*/ 8 h 34"/>
                <a:gd name="T30" fmla="*/ 171 w 41"/>
                <a:gd name="T31" fmla="*/ 25 h 34"/>
                <a:gd name="T32" fmla="*/ 200 w 41"/>
                <a:gd name="T33" fmla="*/ 16 h 34"/>
                <a:gd name="T34" fmla="*/ 249 w 41"/>
                <a:gd name="T35" fmla="*/ 43 h 34"/>
                <a:gd name="T36" fmla="*/ 279 w 41"/>
                <a:gd name="T37" fmla="*/ 89 h 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34">
                  <a:moveTo>
                    <a:pt x="39" y="10"/>
                  </a:moveTo>
                  <a:cubicBezTo>
                    <a:pt x="40" y="13"/>
                    <a:pt x="41" y="18"/>
                    <a:pt x="40" y="20"/>
                  </a:cubicBezTo>
                  <a:cubicBezTo>
                    <a:pt x="39" y="22"/>
                    <a:pt x="38" y="21"/>
                    <a:pt x="37" y="22"/>
                  </a:cubicBezTo>
                  <a:cubicBezTo>
                    <a:pt x="35" y="23"/>
                    <a:pt x="36" y="23"/>
                    <a:pt x="36" y="25"/>
                  </a:cubicBezTo>
                  <a:cubicBezTo>
                    <a:pt x="35" y="27"/>
                    <a:pt x="33" y="28"/>
                    <a:pt x="32" y="29"/>
                  </a:cubicBezTo>
                  <a:cubicBezTo>
                    <a:pt x="30" y="31"/>
                    <a:pt x="30" y="34"/>
                    <a:pt x="27" y="33"/>
                  </a:cubicBezTo>
                  <a:cubicBezTo>
                    <a:pt x="24" y="33"/>
                    <a:pt x="24" y="30"/>
                    <a:pt x="21" y="30"/>
                  </a:cubicBezTo>
                  <a:cubicBezTo>
                    <a:pt x="18" y="31"/>
                    <a:pt x="17" y="34"/>
                    <a:pt x="14" y="34"/>
                  </a:cubicBezTo>
                  <a:cubicBezTo>
                    <a:pt x="11" y="34"/>
                    <a:pt x="11" y="31"/>
                    <a:pt x="10" y="29"/>
                  </a:cubicBezTo>
                  <a:cubicBezTo>
                    <a:pt x="8" y="27"/>
                    <a:pt x="5" y="28"/>
                    <a:pt x="4" y="27"/>
                  </a:cubicBezTo>
                  <a:cubicBezTo>
                    <a:pt x="1" y="26"/>
                    <a:pt x="3" y="23"/>
                    <a:pt x="3" y="21"/>
                  </a:cubicBezTo>
                  <a:cubicBezTo>
                    <a:pt x="3" y="19"/>
                    <a:pt x="2" y="18"/>
                    <a:pt x="2" y="15"/>
                  </a:cubicBezTo>
                  <a:cubicBezTo>
                    <a:pt x="0" y="11"/>
                    <a:pt x="4" y="5"/>
                    <a:pt x="8" y="3"/>
                  </a:cubicBezTo>
                  <a:cubicBezTo>
                    <a:pt x="10" y="2"/>
                    <a:pt x="12" y="3"/>
                    <a:pt x="14" y="2"/>
                  </a:cubicBezTo>
                  <a:cubicBezTo>
                    <a:pt x="17" y="1"/>
                    <a:pt x="18" y="0"/>
                    <a:pt x="21" y="1"/>
                  </a:cubicBezTo>
                  <a:cubicBezTo>
                    <a:pt x="22" y="2"/>
                    <a:pt x="22" y="3"/>
                    <a:pt x="24" y="3"/>
                  </a:cubicBezTo>
                  <a:cubicBezTo>
                    <a:pt x="25" y="3"/>
                    <a:pt x="27" y="2"/>
                    <a:pt x="28" y="2"/>
                  </a:cubicBezTo>
                  <a:cubicBezTo>
                    <a:pt x="31" y="2"/>
                    <a:pt x="33" y="3"/>
                    <a:pt x="35" y="5"/>
                  </a:cubicBezTo>
                  <a:cubicBezTo>
                    <a:pt x="36" y="7"/>
                    <a:pt x="38" y="9"/>
                    <a:pt x="39" y="1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59" name="Freeform 2187">
              <a:extLst>
                <a:ext uri="{FF2B5EF4-FFF2-40B4-BE49-F238E27FC236}">
                  <a16:creationId xmlns:a16="http://schemas.microsoft.com/office/drawing/2014/main" id="{E0480396-5051-41E1-8756-CB5F1AF61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992"/>
              <a:ext cx="16" cy="8"/>
            </a:xfrm>
            <a:custGeom>
              <a:avLst/>
              <a:gdLst>
                <a:gd name="T0" fmla="*/ 0 w 8"/>
                <a:gd name="T1" fmla="*/ 32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2"/>
                    <a:pt x="4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60" name="Freeform 2188">
              <a:extLst>
                <a:ext uri="{FF2B5EF4-FFF2-40B4-BE49-F238E27FC236}">
                  <a16:creationId xmlns:a16="http://schemas.microsoft.com/office/drawing/2014/main" id="{93D76DD8-7363-4F55-9C97-D616F220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940"/>
              <a:ext cx="10" cy="6"/>
            </a:xfrm>
            <a:custGeom>
              <a:avLst/>
              <a:gdLst>
                <a:gd name="T0" fmla="*/ 40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61" name="Freeform 2189">
              <a:extLst>
                <a:ext uri="{FF2B5EF4-FFF2-40B4-BE49-F238E27FC236}">
                  <a16:creationId xmlns:a16="http://schemas.microsoft.com/office/drawing/2014/main" id="{19E0E526-2F1A-4AAB-B9A8-A687E770A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959"/>
              <a:ext cx="19" cy="25"/>
            </a:xfrm>
            <a:custGeom>
              <a:avLst/>
              <a:gdLst>
                <a:gd name="T0" fmla="*/ 68 w 10"/>
                <a:gd name="T1" fmla="*/ 0 h 12"/>
                <a:gd name="T2" fmla="*/ 36 w 10"/>
                <a:gd name="T3" fmla="*/ 8 h 12"/>
                <a:gd name="T4" fmla="*/ 29 w 10"/>
                <a:gd name="T5" fmla="*/ 27 h 12"/>
                <a:gd name="T6" fmla="*/ 15 w 10"/>
                <a:gd name="T7" fmla="*/ 35 h 12"/>
                <a:gd name="T8" fmla="*/ 8 w 10"/>
                <a:gd name="T9" fmla="*/ 83 h 12"/>
                <a:gd name="T10" fmla="*/ 36 w 10"/>
                <a:gd name="T11" fmla="*/ 10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9" y="0"/>
                    <a:pt x="6" y="0"/>
                    <a:pt x="5" y="1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6"/>
                    <a:pt x="0" y="7"/>
                    <a:pt x="1" y="9"/>
                  </a:cubicBezTo>
                  <a:cubicBezTo>
                    <a:pt x="2" y="10"/>
                    <a:pt x="5" y="10"/>
                    <a:pt x="5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62" name="Freeform 2190">
              <a:extLst>
                <a:ext uri="{FF2B5EF4-FFF2-40B4-BE49-F238E27FC236}">
                  <a16:creationId xmlns:a16="http://schemas.microsoft.com/office/drawing/2014/main" id="{D02BC61F-3384-4114-8940-3D16D71AC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955"/>
              <a:ext cx="15" cy="14"/>
            </a:xfrm>
            <a:custGeom>
              <a:avLst/>
              <a:gdLst>
                <a:gd name="T0" fmla="*/ 39 w 8"/>
                <a:gd name="T1" fmla="*/ 56 h 7"/>
                <a:gd name="T2" fmla="*/ 32 w 8"/>
                <a:gd name="T3" fmla="*/ 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7"/>
                  </a:moveTo>
                  <a:cubicBezTo>
                    <a:pt x="8" y="6"/>
                    <a:pt x="6" y="2"/>
                    <a:pt x="5" y="1"/>
                  </a:cubicBezTo>
                  <a:cubicBezTo>
                    <a:pt x="3" y="0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63" name="Freeform 2191">
              <a:extLst>
                <a:ext uri="{FF2B5EF4-FFF2-40B4-BE49-F238E27FC236}">
                  <a16:creationId xmlns:a16="http://schemas.microsoft.com/office/drawing/2014/main" id="{972D1EE9-64D6-4E9F-BB37-ABA4D6C7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953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8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1" y="2"/>
                    <a:pt x="1" y="2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64" name="Freeform 2192">
              <a:extLst>
                <a:ext uri="{FF2B5EF4-FFF2-40B4-BE49-F238E27FC236}">
                  <a16:creationId xmlns:a16="http://schemas.microsoft.com/office/drawing/2014/main" id="{1A087E3A-560C-4CBB-9658-5C3D7C675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957"/>
              <a:ext cx="2" cy="4"/>
            </a:xfrm>
            <a:custGeom>
              <a:avLst/>
              <a:gdLst>
                <a:gd name="T0" fmla="*/ 8 w 1"/>
                <a:gd name="T1" fmla="*/ 8 h 2"/>
                <a:gd name="T2" fmla="*/ 0 w 1"/>
                <a:gd name="T3" fmla="*/ 0 h 2"/>
                <a:gd name="T4" fmla="*/ 0 w 1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65" name="Freeform 2193">
              <a:extLst>
                <a:ext uri="{FF2B5EF4-FFF2-40B4-BE49-F238E27FC236}">
                  <a16:creationId xmlns:a16="http://schemas.microsoft.com/office/drawing/2014/main" id="{994A0EA3-9758-4C8A-B6BC-B80E2E0C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944"/>
              <a:ext cx="2" cy="4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2"/>
                    <a:pt x="0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66" name="Freeform 2194">
              <a:extLst>
                <a:ext uri="{FF2B5EF4-FFF2-40B4-BE49-F238E27FC236}">
                  <a16:creationId xmlns:a16="http://schemas.microsoft.com/office/drawing/2014/main" id="{AEBACEDA-AA74-4512-A901-F07827A1A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96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67" name="Freeform 2195">
              <a:extLst>
                <a:ext uri="{FF2B5EF4-FFF2-40B4-BE49-F238E27FC236}">
                  <a16:creationId xmlns:a16="http://schemas.microsoft.com/office/drawing/2014/main" id="{5D140B2E-7DB0-4FD1-BA62-7C2C58BE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979"/>
              <a:ext cx="3" cy="5"/>
            </a:xfrm>
            <a:custGeom>
              <a:avLst/>
              <a:gdLst>
                <a:gd name="T0" fmla="*/ 5 w 2"/>
                <a:gd name="T1" fmla="*/ 33 h 2"/>
                <a:gd name="T2" fmla="*/ 0 w 2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68" name="Freeform 2196">
              <a:extLst>
                <a:ext uri="{FF2B5EF4-FFF2-40B4-BE49-F238E27FC236}">
                  <a16:creationId xmlns:a16="http://schemas.microsoft.com/office/drawing/2014/main" id="{E3DE4A6F-954E-43A3-BFC9-A41235F0F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992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69" name="Freeform 2197">
              <a:extLst>
                <a:ext uri="{FF2B5EF4-FFF2-40B4-BE49-F238E27FC236}">
                  <a16:creationId xmlns:a16="http://schemas.microsoft.com/office/drawing/2014/main" id="{4F9AF8CB-69E7-42F3-B82F-387D4F9D0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981"/>
              <a:ext cx="109" cy="97"/>
            </a:xfrm>
            <a:custGeom>
              <a:avLst/>
              <a:gdLst>
                <a:gd name="T0" fmla="*/ 164 w 56"/>
                <a:gd name="T1" fmla="*/ 8 h 47"/>
                <a:gd name="T2" fmla="*/ 341 w 56"/>
                <a:gd name="T3" fmla="*/ 80 h 47"/>
                <a:gd name="T4" fmla="*/ 345 w 56"/>
                <a:gd name="T5" fmla="*/ 149 h 47"/>
                <a:gd name="T6" fmla="*/ 397 w 56"/>
                <a:gd name="T7" fmla="*/ 175 h 47"/>
                <a:gd name="T8" fmla="*/ 383 w 56"/>
                <a:gd name="T9" fmla="*/ 239 h 47"/>
                <a:gd name="T10" fmla="*/ 341 w 56"/>
                <a:gd name="T11" fmla="*/ 308 h 47"/>
                <a:gd name="T12" fmla="*/ 220 w 56"/>
                <a:gd name="T13" fmla="*/ 353 h 47"/>
                <a:gd name="T14" fmla="*/ 208 w 56"/>
                <a:gd name="T15" fmla="*/ 308 h 47"/>
                <a:gd name="T16" fmla="*/ 185 w 56"/>
                <a:gd name="T17" fmla="*/ 332 h 47"/>
                <a:gd name="T18" fmla="*/ 125 w 56"/>
                <a:gd name="T19" fmla="*/ 324 h 47"/>
                <a:gd name="T20" fmla="*/ 117 w 56"/>
                <a:gd name="T21" fmla="*/ 289 h 47"/>
                <a:gd name="T22" fmla="*/ 80 w 56"/>
                <a:gd name="T23" fmla="*/ 281 h 47"/>
                <a:gd name="T24" fmla="*/ 53 w 56"/>
                <a:gd name="T25" fmla="*/ 221 h 47"/>
                <a:gd name="T26" fmla="*/ 37 w 56"/>
                <a:gd name="T27" fmla="*/ 192 h 47"/>
                <a:gd name="T28" fmla="*/ 16 w 56"/>
                <a:gd name="T29" fmla="*/ 149 h 47"/>
                <a:gd name="T30" fmla="*/ 53 w 56"/>
                <a:gd name="T31" fmla="*/ 89 h 47"/>
                <a:gd name="T32" fmla="*/ 164 w 56"/>
                <a:gd name="T33" fmla="*/ 8 h 47"/>
                <a:gd name="T34" fmla="*/ 164 w 56"/>
                <a:gd name="T35" fmla="*/ 8 h 4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47">
                  <a:moveTo>
                    <a:pt x="22" y="1"/>
                  </a:moveTo>
                  <a:cubicBezTo>
                    <a:pt x="28" y="0"/>
                    <a:pt x="46" y="1"/>
                    <a:pt x="46" y="9"/>
                  </a:cubicBezTo>
                  <a:cubicBezTo>
                    <a:pt x="46" y="13"/>
                    <a:pt x="42" y="15"/>
                    <a:pt x="47" y="17"/>
                  </a:cubicBezTo>
                  <a:cubicBezTo>
                    <a:pt x="50" y="18"/>
                    <a:pt x="52" y="16"/>
                    <a:pt x="54" y="20"/>
                  </a:cubicBezTo>
                  <a:cubicBezTo>
                    <a:pt x="56" y="23"/>
                    <a:pt x="54" y="25"/>
                    <a:pt x="52" y="27"/>
                  </a:cubicBezTo>
                  <a:cubicBezTo>
                    <a:pt x="49" y="29"/>
                    <a:pt x="48" y="32"/>
                    <a:pt x="46" y="35"/>
                  </a:cubicBezTo>
                  <a:cubicBezTo>
                    <a:pt x="43" y="39"/>
                    <a:pt x="35" y="47"/>
                    <a:pt x="30" y="40"/>
                  </a:cubicBezTo>
                  <a:cubicBezTo>
                    <a:pt x="29" y="39"/>
                    <a:pt x="29" y="36"/>
                    <a:pt x="28" y="35"/>
                  </a:cubicBezTo>
                  <a:cubicBezTo>
                    <a:pt x="26" y="35"/>
                    <a:pt x="26" y="38"/>
                    <a:pt x="25" y="38"/>
                  </a:cubicBezTo>
                  <a:cubicBezTo>
                    <a:pt x="22" y="40"/>
                    <a:pt x="19" y="40"/>
                    <a:pt x="17" y="37"/>
                  </a:cubicBezTo>
                  <a:cubicBezTo>
                    <a:pt x="16" y="35"/>
                    <a:pt x="18" y="35"/>
                    <a:pt x="16" y="33"/>
                  </a:cubicBezTo>
                  <a:cubicBezTo>
                    <a:pt x="15" y="33"/>
                    <a:pt x="13" y="33"/>
                    <a:pt x="11" y="32"/>
                  </a:cubicBezTo>
                  <a:cubicBezTo>
                    <a:pt x="7" y="31"/>
                    <a:pt x="7" y="29"/>
                    <a:pt x="7" y="25"/>
                  </a:cubicBezTo>
                  <a:cubicBezTo>
                    <a:pt x="6" y="23"/>
                    <a:pt x="7" y="24"/>
                    <a:pt x="5" y="22"/>
                  </a:cubicBezTo>
                  <a:cubicBezTo>
                    <a:pt x="4" y="20"/>
                    <a:pt x="2" y="19"/>
                    <a:pt x="2" y="17"/>
                  </a:cubicBezTo>
                  <a:cubicBezTo>
                    <a:pt x="0" y="12"/>
                    <a:pt x="3" y="12"/>
                    <a:pt x="7" y="10"/>
                  </a:cubicBezTo>
                  <a:cubicBezTo>
                    <a:pt x="12" y="8"/>
                    <a:pt x="15" y="2"/>
                    <a:pt x="22" y="1"/>
                  </a:cubicBezTo>
                  <a:cubicBezTo>
                    <a:pt x="22" y="1"/>
                    <a:pt x="21" y="1"/>
                    <a:pt x="22" y="1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70" name="Freeform 2198">
              <a:extLst>
                <a:ext uri="{FF2B5EF4-FFF2-40B4-BE49-F238E27FC236}">
                  <a16:creationId xmlns:a16="http://schemas.microsoft.com/office/drawing/2014/main" id="{DB6633DC-61E8-422E-9747-C068B9CC4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029"/>
              <a:ext cx="37" cy="31"/>
            </a:xfrm>
            <a:custGeom>
              <a:avLst/>
              <a:gdLst>
                <a:gd name="T0" fmla="*/ 8 w 19"/>
                <a:gd name="T1" fmla="*/ 0 h 15"/>
                <a:gd name="T2" fmla="*/ 23 w 19"/>
                <a:gd name="T3" fmla="*/ 60 h 15"/>
                <a:gd name="T4" fmla="*/ 72 w 19"/>
                <a:gd name="T5" fmla="*/ 99 h 15"/>
                <a:gd name="T6" fmla="*/ 103 w 19"/>
                <a:gd name="T7" fmla="*/ 132 h 15"/>
                <a:gd name="T8" fmla="*/ 140 w 19"/>
                <a:gd name="T9" fmla="*/ 81 h 15"/>
                <a:gd name="T10" fmla="*/ 103 w 19"/>
                <a:gd name="T11" fmla="*/ 89 h 15"/>
                <a:gd name="T12" fmla="*/ 80 w 19"/>
                <a:gd name="T13" fmla="*/ 35 h 15"/>
                <a:gd name="T14" fmla="*/ 37 w 19"/>
                <a:gd name="T15" fmla="*/ 25 h 15"/>
                <a:gd name="T16" fmla="*/ 8 w 19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5">
                  <a:moveTo>
                    <a:pt x="1" y="0"/>
                  </a:moveTo>
                  <a:cubicBezTo>
                    <a:pt x="2" y="3"/>
                    <a:pt x="0" y="5"/>
                    <a:pt x="3" y="7"/>
                  </a:cubicBezTo>
                  <a:cubicBezTo>
                    <a:pt x="6" y="8"/>
                    <a:pt x="9" y="8"/>
                    <a:pt x="10" y="11"/>
                  </a:cubicBezTo>
                  <a:cubicBezTo>
                    <a:pt x="11" y="13"/>
                    <a:pt x="10" y="15"/>
                    <a:pt x="14" y="15"/>
                  </a:cubicBezTo>
                  <a:cubicBezTo>
                    <a:pt x="17" y="14"/>
                    <a:pt x="17" y="11"/>
                    <a:pt x="19" y="9"/>
                  </a:cubicBezTo>
                  <a:cubicBezTo>
                    <a:pt x="17" y="10"/>
                    <a:pt x="16" y="11"/>
                    <a:pt x="14" y="10"/>
                  </a:cubicBezTo>
                  <a:cubicBezTo>
                    <a:pt x="12" y="8"/>
                    <a:pt x="13" y="5"/>
                    <a:pt x="11" y="4"/>
                  </a:cubicBezTo>
                  <a:cubicBezTo>
                    <a:pt x="9" y="3"/>
                    <a:pt x="7" y="3"/>
                    <a:pt x="5" y="3"/>
                  </a:cubicBezTo>
                  <a:cubicBezTo>
                    <a:pt x="4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71" name="Freeform 2199">
              <a:extLst>
                <a:ext uri="{FF2B5EF4-FFF2-40B4-BE49-F238E27FC236}">
                  <a16:creationId xmlns:a16="http://schemas.microsoft.com/office/drawing/2014/main" id="{FCE08095-6F59-41A6-84D8-6587FC9FD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019"/>
              <a:ext cx="45" cy="49"/>
            </a:xfrm>
            <a:custGeom>
              <a:avLst/>
              <a:gdLst>
                <a:gd name="T0" fmla="*/ 0 w 23"/>
                <a:gd name="T1" fmla="*/ 172 h 24"/>
                <a:gd name="T2" fmla="*/ 61 w 23"/>
                <a:gd name="T3" fmla="*/ 180 h 24"/>
                <a:gd name="T4" fmla="*/ 112 w 23"/>
                <a:gd name="T5" fmla="*/ 112 h 24"/>
                <a:gd name="T6" fmla="*/ 133 w 23"/>
                <a:gd name="T7" fmla="*/ 76 h 24"/>
                <a:gd name="T8" fmla="*/ 164 w 23"/>
                <a:gd name="T9" fmla="*/ 41 h 24"/>
                <a:gd name="T10" fmla="*/ 141 w 23"/>
                <a:gd name="T11" fmla="*/ 0 h 24"/>
                <a:gd name="T12" fmla="*/ 127 w 23"/>
                <a:gd name="T13" fmla="*/ 51 h 24"/>
                <a:gd name="T14" fmla="*/ 76 w 23"/>
                <a:gd name="T15" fmla="*/ 112 h 24"/>
                <a:gd name="T16" fmla="*/ 45 w 23"/>
                <a:gd name="T17" fmla="*/ 180 h 24"/>
                <a:gd name="T18" fmla="*/ 0 w 23"/>
                <a:gd name="T19" fmla="*/ 18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4">
                  <a:moveTo>
                    <a:pt x="0" y="20"/>
                  </a:moveTo>
                  <a:cubicBezTo>
                    <a:pt x="0" y="24"/>
                    <a:pt x="7" y="23"/>
                    <a:pt x="8" y="21"/>
                  </a:cubicBezTo>
                  <a:cubicBezTo>
                    <a:pt x="11" y="19"/>
                    <a:pt x="13" y="16"/>
                    <a:pt x="15" y="13"/>
                  </a:cubicBezTo>
                  <a:cubicBezTo>
                    <a:pt x="16" y="12"/>
                    <a:pt x="17" y="10"/>
                    <a:pt x="18" y="9"/>
                  </a:cubicBezTo>
                  <a:cubicBezTo>
                    <a:pt x="19" y="8"/>
                    <a:pt x="21" y="7"/>
                    <a:pt x="22" y="5"/>
                  </a:cubicBezTo>
                  <a:cubicBezTo>
                    <a:pt x="23" y="2"/>
                    <a:pt x="21" y="2"/>
                    <a:pt x="19" y="0"/>
                  </a:cubicBezTo>
                  <a:cubicBezTo>
                    <a:pt x="21" y="2"/>
                    <a:pt x="19" y="5"/>
                    <a:pt x="17" y="6"/>
                  </a:cubicBezTo>
                  <a:cubicBezTo>
                    <a:pt x="14" y="9"/>
                    <a:pt x="12" y="9"/>
                    <a:pt x="10" y="13"/>
                  </a:cubicBezTo>
                  <a:cubicBezTo>
                    <a:pt x="9" y="16"/>
                    <a:pt x="8" y="19"/>
                    <a:pt x="6" y="21"/>
                  </a:cubicBezTo>
                  <a:cubicBezTo>
                    <a:pt x="4" y="22"/>
                    <a:pt x="3" y="22"/>
                    <a:pt x="0" y="2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72" name="Freeform 2200">
              <a:extLst>
                <a:ext uri="{FF2B5EF4-FFF2-40B4-BE49-F238E27FC236}">
                  <a16:creationId xmlns:a16="http://schemas.microsoft.com/office/drawing/2014/main" id="{7806FE4E-B4C2-42E5-85BD-C33676D3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988"/>
              <a:ext cx="27" cy="22"/>
            </a:xfrm>
            <a:custGeom>
              <a:avLst/>
              <a:gdLst>
                <a:gd name="T0" fmla="*/ 23 w 14"/>
                <a:gd name="T1" fmla="*/ 0 h 11"/>
                <a:gd name="T2" fmla="*/ 79 w 14"/>
                <a:gd name="T3" fmla="*/ 88 h 11"/>
                <a:gd name="T4" fmla="*/ 56 w 14"/>
                <a:gd name="T5" fmla="*/ 24 h 11"/>
                <a:gd name="T6" fmla="*/ 29 w 14"/>
                <a:gd name="T7" fmla="*/ 16 h 11"/>
                <a:gd name="T8" fmla="*/ 23 w 14"/>
                <a:gd name="T9" fmla="*/ 0 h 11"/>
                <a:gd name="T10" fmla="*/ 0 w 14"/>
                <a:gd name="T11" fmla="*/ 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9" y="0"/>
                    <a:pt x="14" y="4"/>
                    <a:pt x="11" y="11"/>
                  </a:cubicBezTo>
                  <a:cubicBezTo>
                    <a:pt x="12" y="8"/>
                    <a:pt x="11" y="4"/>
                    <a:pt x="8" y="3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73" name="Freeform 2201">
              <a:extLst>
                <a:ext uri="{FF2B5EF4-FFF2-40B4-BE49-F238E27FC236}">
                  <a16:creationId xmlns:a16="http://schemas.microsoft.com/office/drawing/2014/main" id="{0B64EBC5-0CCF-4930-B530-B32DB482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002"/>
              <a:ext cx="34" cy="27"/>
            </a:xfrm>
            <a:custGeom>
              <a:avLst/>
              <a:gdLst>
                <a:gd name="T0" fmla="*/ 0 w 18"/>
                <a:gd name="T1" fmla="*/ 52 h 13"/>
                <a:gd name="T2" fmla="*/ 76 w 18"/>
                <a:gd name="T3" fmla="*/ 44 h 13"/>
                <a:gd name="T4" fmla="*/ 113 w 18"/>
                <a:gd name="T5" fmla="*/ 116 h 13"/>
                <a:gd name="T6" fmla="*/ 108 w 18"/>
                <a:gd name="T7" fmla="*/ 35 h 13"/>
                <a:gd name="T8" fmla="*/ 76 w 18"/>
                <a:gd name="T9" fmla="*/ 17 h 13"/>
                <a:gd name="T10" fmla="*/ 32 w 18"/>
                <a:gd name="T11" fmla="*/ 44 h 13"/>
                <a:gd name="T12" fmla="*/ 8 w 18"/>
                <a:gd name="T13" fmla="*/ 5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0" y="6"/>
                  </a:moveTo>
                  <a:cubicBezTo>
                    <a:pt x="3" y="8"/>
                    <a:pt x="8" y="4"/>
                    <a:pt x="11" y="5"/>
                  </a:cubicBezTo>
                  <a:cubicBezTo>
                    <a:pt x="14" y="6"/>
                    <a:pt x="16" y="11"/>
                    <a:pt x="17" y="13"/>
                  </a:cubicBezTo>
                  <a:cubicBezTo>
                    <a:pt x="17" y="10"/>
                    <a:pt x="18" y="6"/>
                    <a:pt x="16" y="4"/>
                  </a:cubicBezTo>
                  <a:cubicBezTo>
                    <a:pt x="14" y="0"/>
                    <a:pt x="14" y="1"/>
                    <a:pt x="11" y="2"/>
                  </a:cubicBezTo>
                  <a:cubicBezTo>
                    <a:pt x="8" y="3"/>
                    <a:pt x="7" y="4"/>
                    <a:pt x="5" y="5"/>
                  </a:cubicBezTo>
                  <a:cubicBezTo>
                    <a:pt x="3" y="5"/>
                    <a:pt x="2" y="7"/>
                    <a:pt x="1" y="6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74" name="Freeform 2202">
              <a:extLst>
                <a:ext uri="{FF2B5EF4-FFF2-40B4-BE49-F238E27FC236}">
                  <a16:creationId xmlns:a16="http://schemas.microsoft.com/office/drawing/2014/main" id="{A69FBE03-60BA-478F-8739-B526220AF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056"/>
              <a:ext cx="22" cy="12"/>
            </a:xfrm>
            <a:custGeom>
              <a:avLst/>
              <a:gdLst>
                <a:gd name="T0" fmla="*/ 8 w 11"/>
                <a:gd name="T1" fmla="*/ 8 h 6"/>
                <a:gd name="T2" fmla="*/ 88 w 11"/>
                <a:gd name="T3" fmla="*/ 24 h 6"/>
                <a:gd name="T4" fmla="*/ 32 w 11"/>
                <a:gd name="T5" fmla="*/ 24 h 6"/>
                <a:gd name="T6" fmla="*/ 0 w 1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1" y="1"/>
                  </a:moveTo>
                  <a:cubicBezTo>
                    <a:pt x="2" y="5"/>
                    <a:pt x="8" y="6"/>
                    <a:pt x="11" y="3"/>
                  </a:cubicBezTo>
                  <a:cubicBezTo>
                    <a:pt x="8" y="4"/>
                    <a:pt x="7" y="5"/>
                    <a:pt x="4" y="3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75" name="Freeform 2203">
              <a:extLst>
                <a:ext uri="{FF2B5EF4-FFF2-40B4-BE49-F238E27FC236}">
                  <a16:creationId xmlns:a16="http://schemas.microsoft.com/office/drawing/2014/main" id="{C1F6F5D7-6E47-4090-AAFD-148AEA403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041"/>
              <a:ext cx="17" cy="17"/>
            </a:xfrm>
            <a:custGeom>
              <a:avLst/>
              <a:gdLst>
                <a:gd name="T0" fmla="*/ 0 w 9"/>
                <a:gd name="T1" fmla="*/ 0 h 8"/>
                <a:gd name="T2" fmla="*/ 47 w 9"/>
                <a:gd name="T3" fmla="*/ 40 h 8"/>
                <a:gd name="T4" fmla="*/ 60 w 9"/>
                <a:gd name="T5" fmla="*/ 77 h 8"/>
                <a:gd name="T6" fmla="*/ 53 w 9"/>
                <a:gd name="T7" fmla="*/ 19 h 8"/>
                <a:gd name="T8" fmla="*/ 32 w 9"/>
                <a:gd name="T9" fmla="*/ 9 h 8"/>
                <a:gd name="T10" fmla="*/ 0 w 9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0" y="2"/>
                    <a:pt x="6" y="3"/>
                    <a:pt x="7" y="4"/>
                  </a:cubicBezTo>
                  <a:cubicBezTo>
                    <a:pt x="8" y="5"/>
                    <a:pt x="8" y="7"/>
                    <a:pt x="9" y="8"/>
                  </a:cubicBezTo>
                  <a:cubicBezTo>
                    <a:pt x="9" y="6"/>
                    <a:pt x="9" y="3"/>
                    <a:pt x="8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76" name="Freeform 2204">
              <a:extLst>
                <a:ext uri="{FF2B5EF4-FFF2-40B4-BE49-F238E27FC236}">
                  <a16:creationId xmlns:a16="http://schemas.microsoft.com/office/drawing/2014/main" id="{7FDDDA6E-5087-49F6-9DD9-0E7B3A805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992"/>
              <a:ext cx="8" cy="18"/>
            </a:xfrm>
            <a:custGeom>
              <a:avLst/>
              <a:gdLst>
                <a:gd name="T0" fmla="*/ 0 w 4"/>
                <a:gd name="T1" fmla="*/ 0 h 9"/>
                <a:gd name="T2" fmla="*/ 8 w 4"/>
                <a:gd name="T3" fmla="*/ 72 h 9"/>
                <a:gd name="T4" fmla="*/ 0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4" y="1"/>
                    <a:pt x="3" y="7"/>
                    <a:pt x="1" y="9"/>
                  </a:cubicBezTo>
                  <a:cubicBezTo>
                    <a:pt x="2" y="7"/>
                    <a:pt x="3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77" name="Freeform 2205">
              <a:extLst>
                <a:ext uri="{FF2B5EF4-FFF2-40B4-BE49-F238E27FC236}">
                  <a16:creationId xmlns:a16="http://schemas.microsoft.com/office/drawing/2014/main" id="{7BADE5E2-DB0C-4184-BA22-3D1719DEE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984"/>
              <a:ext cx="36" cy="20"/>
            </a:xfrm>
            <a:custGeom>
              <a:avLst/>
              <a:gdLst>
                <a:gd name="T0" fmla="*/ 0 w 19"/>
                <a:gd name="T1" fmla="*/ 72 h 10"/>
                <a:gd name="T2" fmla="*/ 53 w 19"/>
                <a:gd name="T3" fmla="*/ 24 h 10"/>
                <a:gd name="T4" fmla="*/ 129 w 19"/>
                <a:gd name="T5" fmla="*/ 8 h 10"/>
                <a:gd name="T6" fmla="*/ 89 w 19"/>
                <a:gd name="T7" fmla="*/ 16 h 10"/>
                <a:gd name="T8" fmla="*/ 53 w 19"/>
                <a:gd name="T9" fmla="*/ 40 h 10"/>
                <a:gd name="T10" fmla="*/ 28 w 19"/>
                <a:gd name="T11" fmla="*/ 56 h 10"/>
                <a:gd name="T12" fmla="*/ 0 w 19"/>
                <a:gd name="T13" fmla="*/ 8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0">
                  <a:moveTo>
                    <a:pt x="0" y="9"/>
                  </a:moveTo>
                  <a:cubicBezTo>
                    <a:pt x="3" y="8"/>
                    <a:pt x="5" y="5"/>
                    <a:pt x="8" y="3"/>
                  </a:cubicBezTo>
                  <a:cubicBezTo>
                    <a:pt x="11" y="1"/>
                    <a:pt x="17" y="0"/>
                    <a:pt x="19" y="1"/>
                  </a:cubicBezTo>
                  <a:cubicBezTo>
                    <a:pt x="17" y="2"/>
                    <a:pt x="15" y="1"/>
                    <a:pt x="13" y="2"/>
                  </a:cubicBezTo>
                  <a:cubicBezTo>
                    <a:pt x="11" y="3"/>
                    <a:pt x="10" y="4"/>
                    <a:pt x="8" y="5"/>
                  </a:cubicBezTo>
                  <a:cubicBezTo>
                    <a:pt x="7" y="6"/>
                    <a:pt x="6" y="7"/>
                    <a:pt x="4" y="7"/>
                  </a:cubicBezTo>
                  <a:cubicBezTo>
                    <a:pt x="2" y="7"/>
                    <a:pt x="1" y="8"/>
                    <a:pt x="0" y="1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78" name="Freeform 2206">
              <a:extLst>
                <a:ext uri="{FF2B5EF4-FFF2-40B4-BE49-F238E27FC236}">
                  <a16:creationId xmlns:a16="http://schemas.microsoft.com/office/drawing/2014/main" id="{83C7B0ED-BFA6-48C5-94F3-8C6C17AE8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012"/>
              <a:ext cx="24" cy="13"/>
            </a:xfrm>
            <a:custGeom>
              <a:avLst/>
              <a:gdLst>
                <a:gd name="T0" fmla="*/ 0 w 12"/>
                <a:gd name="T1" fmla="*/ 43 h 6"/>
                <a:gd name="T2" fmla="*/ 96 w 12"/>
                <a:gd name="T3" fmla="*/ 61 h 6"/>
                <a:gd name="T4" fmla="*/ 56 w 12"/>
                <a:gd name="T5" fmla="*/ 43 h 6"/>
                <a:gd name="T6" fmla="*/ 16 w 12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3" y="4"/>
                    <a:pt x="11" y="0"/>
                    <a:pt x="12" y="6"/>
                  </a:cubicBezTo>
                  <a:cubicBezTo>
                    <a:pt x="11" y="4"/>
                    <a:pt x="9" y="4"/>
                    <a:pt x="7" y="4"/>
                  </a:cubicBezTo>
                  <a:cubicBezTo>
                    <a:pt x="5" y="4"/>
                    <a:pt x="4" y="4"/>
                    <a:pt x="2" y="3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79" name="Freeform 2207">
              <a:extLst>
                <a:ext uri="{FF2B5EF4-FFF2-40B4-BE49-F238E27FC236}">
                  <a16:creationId xmlns:a16="http://schemas.microsoft.com/office/drawing/2014/main" id="{AE52B04F-F98E-4361-A417-A30CDAB8D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002"/>
              <a:ext cx="15" cy="17"/>
            </a:xfrm>
            <a:custGeom>
              <a:avLst/>
              <a:gdLst>
                <a:gd name="T0" fmla="*/ 8 w 8"/>
                <a:gd name="T1" fmla="*/ 9 h 8"/>
                <a:gd name="T2" fmla="*/ 28 w 8"/>
                <a:gd name="T3" fmla="*/ 49 h 8"/>
                <a:gd name="T4" fmla="*/ 39 w 8"/>
                <a:gd name="T5" fmla="*/ 68 h 8"/>
                <a:gd name="T6" fmla="*/ 53 w 8"/>
                <a:gd name="T7" fmla="*/ 77 h 8"/>
                <a:gd name="T8" fmla="*/ 21 w 8"/>
                <a:gd name="T9" fmla="*/ 49 h 8"/>
                <a:gd name="T10" fmla="*/ 8 w 8"/>
                <a:gd name="T11" fmla="*/ 19 h 8"/>
                <a:gd name="T12" fmla="*/ 0 w 8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1" y="3"/>
                    <a:pt x="3" y="4"/>
                    <a:pt x="4" y="5"/>
                  </a:cubicBezTo>
                  <a:cubicBezTo>
                    <a:pt x="4" y="6"/>
                    <a:pt x="5" y="6"/>
                    <a:pt x="6" y="7"/>
                  </a:cubicBezTo>
                  <a:cubicBezTo>
                    <a:pt x="7" y="7"/>
                    <a:pt x="8" y="7"/>
                    <a:pt x="8" y="8"/>
                  </a:cubicBezTo>
                  <a:cubicBezTo>
                    <a:pt x="5" y="8"/>
                    <a:pt x="4" y="8"/>
                    <a:pt x="3" y="5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80" name="Freeform 2208">
              <a:extLst>
                <a:ext uri="{FF2B5EF4-FFF2-40B4-BE49-F238E27FC236}">
                  <a16:creationId xmlns:a16="http://schemas.microsoft.com/office/drawing/2014/main" id="{653429AA-1415-40DB-BFC4-D0CC6BD5D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981"/>
              <a:ext cx="109" cy="97"/>
            </a:xfrm>
            <a:custGeom>
              <a:avLst/>
              <a:gdLst>
                <a:gd name="T0" fmla="*/ 164 w 56"/>
                <a:gd name="T1" fmla="*/ 8 h 47"/>
                <a:gd name="T2" fmla="*/ 341 w 56"/>
                <a:gd name="T3" fmla="*/ 80 h 47"/>
                <a:gd name="T4" fmla="*/ 345 w 56"/>
                <a:gd name="T5" fmla="*/ 149 h 47"/>
                <a:gd name="T6" fmla="*/ 397 w 56"/>
                <a:gd name="T7" fmla="*/ 175 h 47"/>
                <a:gd name="T8" fmla="*/ 383 w 56"/>
                <a:gd name="T9" fmla="*/ 239 h 47"/>
                <a:gd name="T10" fmla="*/ 341 w 56"/>
                <a:gd name="T11" fmla="*/ 308 h 47"/>
                <a:gd name="T12" fmla="*/ 220 w 56"/>
                <a:gd name="T13" fmla="*/ 353 h 47"/>
                <a:gd name="T14" fmla="*/ 208 w 56"/>
                <a:gd name="T15" fmla="*/ 308 h 47"/>
                <a:gd name="T16" fmla="*/ 185 w 56"/>
                <a:gd name="T17" fmla="*/ 332 h 47"/>
                <a:gd name="T18" fmla="*/ 125 w 56"/>
                <a:gd name="T19" fmla="*/ 324 h 47"/>
                <a:gd name="T20" fmla="*/ 117 w 56"/>
                <a:gd name="T21" fmla="*/ 289 h 47"/>
                <a:gd name="T22" fmla="*/ 80 w 56"/>
                <a:gd name="T23" fmla="*/ 281 h 47"/>
                <a:gd name="T24" fmla="*/ 53 w 56"/>
                <a:gd name="T25" fmla="*/ 221 h 47"/>
                <a:gd name="T26" fmla="*/ 37 w 56"/>
                <a:gd name="T27" fmla="*/ 192 h 47"/>
                <a:gd name="T28" fmla="*/ 16 w 56"/>
                <a:gd name="T29" fmla="*/ 149 h 47"/>
                <a:gd name="T30" fmla="*/ 53 w 56"/>
                <a:gd name="T31" fmla="*/ 89 h 47"/>
                <a:gd name="T32" fmla="*/ 164 w 56"/>
                <a:gd name="T33" fmla="*/ 8 h 47"/>
                <a:gd name="T34" fmla="*/ 164 w 56"/>
                <a:gd name="T35" fmla="*/ 8 h 4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47">
                  <a:moveTo>
                    <a:pt x="22" y="1"/>
                  </a:moveTo>
                  <a:cubicBezTo>
                    <a:pt x="28" y="0"/>
                    <a:pt x="46" y="1"/>
                    <a:pt x="46" y="9"/>
                  </a:cubicBezTo>
                  <a:cubicBezTo>
                    <a:pt x="46" y="13"/>
                    <a:pt x="42" y="15"/>
                    <a:pt x="47" y="17"/>
                  </a:cubicBezTo>
                  <a:cubicBezTo>
                    <a:pt x="50" y="18"/>
                    <a:pt x="52" y="16"/>
                    <a:pt x="54" y="20"/>
                  </a:cubicBezTo>
                  <a:cubicBezTo>
                    <a:pt x="56" y="23"/>
                    <a:pt x="54" y="25"/>
                    <a:pt x="52" y="27"/>
                  </a:cubicBezTo>
                  <a:cubicBezTo>
                    <a:pt x="49" y="29"/>
                    <a:pt x="48" y="32"/>
                    <a:pt x="46" y="35"/>
                  </a:cubicBezTo>
                  <a:cubicBezTo>
                    <a:pt x="43" y="39"/>
                    <a:pt x="35" y="47"/>
                    <a:pt x="30" y="40"/>
                  </a:cubicBezTo>
                  <a:cubicBezTo>
                    <a:pt x="29" y="39"/>
                    <a:pt x="29" y="36"/>
                    <a:pt x="28" y="35"/>
                  </a:cubicBezTo>
                  <a:cubicBezTo>
                    <a:pt x="26" y="35"/>
                    <a:pt x="26" y="38"/>
                    <a:pt x="25" y="38"/>
                  </a:cubicBezTo>
                  <a:cubicBezTo>
                    <a:pt x="22" y="40"/>
                    <a:pt x="19" y="40"/>
                    <a:pt x="17" y="37"/>
                  </a:cubicBezTo>
                  <a:cubicBezTo>
                    <a:pt x="16" y="35"/>
                    <a:pt x="18" y="35"/>
                    <a:pt x="16" y="33"/>
                  </a:cubicBezTo>
                  <a:cubicBezTo>
                    <a:pt x="15" y="33"/>
                    <a:pt x="13" y="33"/>
                    <a:pt x="11" y="32"/>
                  </a:cubicBezTo>
                  <a:cubicBezTo>
                    <a:pt x="7" y="31"/>
                    <a:pt x="7" y="29"/>
                    <a:pt x="7" y="25"/>
                  </a:cubicBezTo>
                  <a:cubicBezTo>
                    <a:pt x="6" y="23"/>
                    <a:pt x="7" y="24"/>
                    <a:pt x="5" y="22"/>
                  </a:cubicBezTo>
                  <a:cubicBezTo>
                    <a:pt x="4" y="20"/>
                    <a:pt x="2" y="19"/>
                    <a:pt x="2" y="17"/>
                  </a:cubicBezTo>
                  <a:cubicBezTo>
                    <a:pt x="0" y="12"/>
                    <a:pt x="3" y="12"/>
                    <a:pt x="7" y="10"/>
                  </a:cubicBezTo>
                  <a:cubicBezTo>
                    <a:pt x="12" y="8"/>
                    <a:pt x="15" y="2"/>
                    <a:pt x="22" y="1"/>
                  </a:cubicBezTo>
                  <a:cubicBezTo>
                    <a:pt x="22" y="1"/>
                    <a:pt x="21" y="1"/>
                    <a:pt x="22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81" name="Freeform 2209">
              <a:extLst>
                <a:ext uri="{FF2B5EF4-FFF2-40B4-BE49-F238E27FC236}">
                  <a16:creationId xmlns:a16="http://schemas.microsoft.com/office/drawing/2014/main" id="{2D6E6710-F691-44A8-8AED-5713A2CC8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000"/>
              <a:ext cx="6" cy="14"/>
            </a:xfrm>
            <a:custGeom>
              <a:avLst/>
              <a:gdLst>
                <a:gd name="T0" fmla="*/ 0 w 3"/>
                <a:gd name="T1" fmla="*/ 0 h 7"/>
                <a:gd name="T2" fmla="*/ 24 w 3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3"/>
                    <a:pt x="0" y="5"/>
                    <a:pt x="3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82" name="Freeform 2210">
              <a:extLst>
                <a:ext uri="{FF2B5EF4-FFF2-40B4-BE49-F238E27FC236}">
                  <a16:creationId xmlns:a16="http://schemas.microsoft.com/office/drawing/2014/main" id="{AF7DEBD3-30B9-4ADC-BDBD-DB196F083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012"/>
              <a:ext cx="32" cy="17"/>
            </a:xfrm>
            <a:custGeom>
              <a:avLst/>
              <a:gdLst>
                <a:gd name="T0" fmla="*/ 0 w 17"/>
                <a:gd name="T1" fmla="*/ 19 h 8"/>
                <a:gd name="T2" fmla="*/ 68 w 17"/>
                <a:gd name="T3" fmla="*/ 0 h 8"/>
                <a:gd name="T4" fmla="*/ 113 w 17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2"/>
                  </a:moveTo>
                  <a:cubicBezTo>
                    <a:pt x="4" y="4"/>
                    <a:pt x="6" y="0"/>
                    <a:pt x="10" y="0"/>
                  </a:cubicBezTo>
                  <a:cubicBezTo>
                    <a:pt x="14" y="1"/>
                    <a:pt x="16" y="5"/>
                    <a:pt x="17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83" name="Freeform 2211">
              <a:extLst>
                <a:ext uri="{FF2B5EF4-FFF2-40B4-BE49-F238E27FC236}">
                  <a16:creationId xmlns:a16="http://schemas.microsoft.com/office/drawing/2014/main" id="{FB82BF45-D8E4-4623-94C4-B38A85ED9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054"/>
              <a:ext cx="9" cy="6"/>
            </a:xfrm>
            <a:custGeom>
              <a:avLst/>
              <a:gdLst>
                <a:gd name="T0" fmla="*/ 0 w 5"/>
                <a:gd name="T1" fmla="*/ 0 h 3"/>
                <a:gd name="T2" fmla="*/ 29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4" y="2"/>
                    <a:pt x="5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84" name="Freeform 2212">
              <a:extLst>
                <a:ext uri="{FF2B5EF4-FFF2-40B4-BE49-F238E27FC236}">
                  <a16:creationId xmlns:a16="http://schemas.microsoft.com/office/drawing/2014/main" id="{45A27A50-C2FB-4B32-AF1D-DD99CEEAC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025"/>
              <a:ext cx="5" cy="4"/>
            </a:xfrm>
            <a:custGeom>
              <a:avLst/>
              <a:gdLst>
                <a:gd name="T0" fmla="*/ 5 w 3"/>
                <a:gd name="T1" fmla="*/ 16 h 2"/>
                <a:gd name="T2" fmla="*/ 13 w 3"/>
                <a:gd name="T3" fmla="*/ 0 h 2"/>
                <a:gd name="T4" fmla="*/ 0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2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85" name="Freeform 2213">
              <a:extLst>
                <a:ext uri="{FF2B5EF4-FFF2-40B4-BE49-F238E27FC236}">
                  <a16:creationId xmlns:a16="http://schemas.microsoft.com/office/drawing/2014/main" id="{FDAEA4B7-10A9-4FB4-B904-CD8643467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000"/>
              <a:ext cx="3" cy="6"/>
            </a:xfrm>
            <a:custGeom>
              <a:avLst/>
              <a:gdLst>
                <a:gd name="T0" fmla="*/ 5 w 2"/>
                <a:gd name="T1" fmla="*/ 8 h 3"/>
                <a:gd name="T2" fmla="*/ 8 w 2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0"/>
                    <a:pt x="0" y="3"/>
                    <a:pt x="2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86" name="Freeform 2214">
              <a:extLst>
                <a:ext uri="{FF2B5EF4-FFF2-40B4-BE49-F238E27FC236}">
                  <a16:creationId xmlns:a16="http://schemas.microsoft.com/office/drawing/2014/main" id="{4A1A00B2-EC5B-4A6C-8E8B-26F4FE1A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014"/>
              <a:ext cx="3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87" name="Freeform 2215">
              <a:extLst>
                <a:ext uri="{FF2B5EF4-FFF2-40B4-BE49-F238E27FC236}">
                  <a16:creationId xmlns:a16="http://schemas.microsoft.com/office/drawing/2014/main" id="{98721E86-227C-4B98-B6A7-9CF429C13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058"/>
              <a:ext cx="4" cy="2"/>
            </a:xfrm>
            <a:custGeom>
              <a:avLst/>
              <a:gdLst>
                <a:gd name="T0" fmla="*/ 8 w 2"/>
                <a:gd name="T1" fmla="*/ 8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88" name="Freeform 2216">
              <a:extLst>
                <a:ext uri="{FF2B5EF4-FFF2-40B4-BE49-F238E27FC236}">
                  <a16:creationId xmlns:a16="http://schemas.microsoft.com/office/drawing/2014/main" id="{77B01EDA-1792-48A4-8950-CA0108E98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872"/>
              <a:ext cx="76" cy="68"/>
            </a:xfrm>
            <a:custGeom>
              <a:avLst/>
              <a:gdLst>
                <a:gd name="T0" fmla="*/ 265 w 39"/>
                <a:gd name="T1" fmla="*/ 89 h 33"/>
                <a:gd name="T2" fmla="*/ 281 w 39"/>
                <a:gd name="T3" fmla="*/ 173 h 33"/>
                <a:gd name="T4" fmla="*/ 259 w 39"/>
                <a:gd name="T5" fmla="*/ 183 h 33"/>
                <a:gd name="T6" fmla="*/ 244 w 39"/>
                <a:gd name="T7" fmla="*/ 208 h 33"/>
                <a:gd name="T8" fmla="*/ 220 w 39"/>
                <a:gd name="T9" fmla="*/ 247 h 33"/>
                <a:gd name="T10" fmla="*/ 185 w 39"/>
                <a:gd name="T11" fmla="*/ 280 h 33"/>
                <a:gd name="T12" fmla="*/ 140 w 39"/>
                <a:gd name="T13" fmla="*/ 256 h 33"/>
                <a:gd name="T14" fmla="*/ 95 w 39"/>
                <a:gd name="T15" fmla="*/ 288 h 33"/>
                <a:gd name="T16" fmla="*/ 68 w 39"/>
                <a:gd name="T17" fmla="*/ 256 h 33"/>
                <a:gd name="T18" fmla="*/ 23 w 39"/>
                <a:gd name="T19" fmla="*/ 229 h 33"/>
                <a:gd name="T20" fmla="*/ 16 w 39"/>
                <a:gd name="T21" fmla="*/ 183 h 33"/>
                <a:gd name="T22" fmla="*/ 8 w 39"/>
                <a:gd name="T23" fmla="*/ 132 h 33"/>
                <a:gd name="T24" fmla="*/ 53 w 39"/>
                <a:gd name="T25" fmla="*/ 33 h 33"/>
                <a:gd name="T26" fmla="*/ 95 w 39"/>
                <a:gd name="T27" fmla="*/ 16 h 33"/>
                <a:gd name="T28" fmla="*/ 140 w 39"/>
                <a:gd name="T29" fmla="*/ 16 h 33"/>
                <a:gd name="T30" fmla="*/ 164 w 39"/>
                <a:gd name="T31" fmla="*/ 25 h 33"/>
                <a:gd name="T32" fmla="*/ 193 w 39"/>
                <a:gd name="T33" fmla="*/ 25 h 33"/>
                <a:gd name="T34" fmla="*/ 236 w 39"/>
                <a:gd name="T35" fmla="*/ 43 h 33"/>
                <a:gd name="T36" fmla="*/ 265 w 39"/>
                <a:gd name="T37" fmla="*/ 89 h 3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" h="33">
                  <a:moveTo>
                    <a:pt x="36" y="10"/>
                  </a:moveTo>
                  <a:cubicBezTo>
                    <a:pt x="37" y="12"/>
                    <a:pt x="39" y="18"/>
                    <a:pt x="38" y="20"/>
                  </a:cubicBezTo>
                  <a:cubicBezTo>
                    <a:pt x="37" y="21"/>
                    <a:pt x="36" y="20"/>
                    <a:pt x="35" y="21"/>
                  </a:cubicBezTo>
                  <a:cubicBezTo>
                    <a:pt x="33" y="22"/>
                    <a:pt x="34" y="22"/>
                    <a:pt x="33" y="24"/>
                  </a:cubicBezTo>
                  <a:cubicBezTo>
                    <a:pt x="33" y="26"/>
                    <a:pt x="31" y="27"/>
                    <a:pt x="30" y="28"/>
                  </a:cubicBezTo>
                  <a:cubicBezTo>
                    <a:pt x="28" y="30"/>
                    <a:pt x="28" y="33"/>
                    <a:pt x="25" y="32"/>
                  </a:cubicBezTo>
                  <a:cubicBezTo>
                    <a:pt x="22" y="32"/>
                    <a:pt x="22" y="29"/>
                    <a:pt x="19" y="29"/>
                  </a:cubicBezTo>
                  <a:cubicBezTo>
                    <a:pt x="17" y="30"/>
                    <a:pt x="16" y="32"/>
                    <a:pt x="13" y="33"/>
                  </a:cubicBezTo>
                  <a:cubicBezTo>
                    <a:pt x="10" y="33"/>
                    <a:pt x="10" y="30"/>
                    <a:pt x="9" y="29"/>
                  </a:cubicBezTo>
                  <a:cubicBezTo>
                    <a:pt x="7" y="26"/>
                    <a:pt x="5" y="27"/>
                    <a:pt x="3" y="26"/>
                  </a:cubicBezTo>
                  <a:cubicBezTo>
                    <a:pt x="1" y="25"/>
                    <a:pt x="2" y="23"/>
                    <a:pt x="2" y="21"/>
                  </a:cubicBezTo>
                  <a:cubicBezTo>
                    <a:pt x="3" y="18"/>
                    <a:pt x="1" y="18"/>
                    <a:pt x="1" y="15"/>
                  </a:cubicBezTo>
                  <a:cubicBezTo>
                    <a:pt x="0" y="11"/>
                    <a:pt x="3" y="5"/>
                    <a:pt x="7" y="4"/>
                  </a:cubicBezTo>
                  <a:cubicBezTo>
                    <a:pt x="9" y="3"/>
                    <a:pt x="11" y="3"/>
                    <a:pt x="13" y="2"/>
                  </a:cubicBezTo>
                  <a:cubicBezTo>
                    <a:pt x="15" y="2"/>
                    <a:pt x="17" y="0"/>
                    <a:pt x="19" y="2"/>
                  </a:cubicBezTo>
                  <a:cubicBezTo>
                    <a:pt x="21" y="2"/>
                    <a:pt x="21" y="3"/>
                    <a:pt x="22" y="3"/>
                  </a:cubicBezTo>
                  <a:cubicBezTo>
                    <a:pt x="24" y="4"/>
                    <a:pt x="25" y="3"/>
                    <a:pt x="26" y="3"/>
                  </a:cubicBezTo>
                  <a:cubicBezTo>
                    <a:pt x="29" y="2"/>
                    <a:pt x="31" y="3"/>
                    <a:pt x="32" y="5"/>
                  </a:cubicBezTo>
                  <a:cubicBezTo>
                    <a:pt x="34" y="7"/>
                    <a:pt x="35" y="9"/>
                    <a:pt x="36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89" name="Freeform 2217">
              <a:extLst>
                <a:ext uri="{FF2B5EF4-FFF2-40B4-BE49-F238E27FC236}">
                  <a16:creationId xmlns:a16="http://schemas.microsoft.com/office/drawing/2014/main" id="{9DD98371-2653-423A-93CE-70AF14C1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901"/>
              <a:ext cx="29" cy="37"/>
            </a:xfrm>
            <a:custGeom>
              <a:avLst/>
              <a:gdLst>
                <a:gd name="T0" fmla="*/ 15 w 15"/>
                <a:gd name="T1" fmla="*/ 43 h 18"/>
                <a:gd name="T2" fmla="*/ 8 w 15"/>
                <a:gd name="T3" fmla="*/ 88 h 18"/>
                <a:gd name="T4" fmla="*/ 44 w 15"/>
                <a:gd name="T5" fmla="*/ 113 h 18"/>
                <a:gd name="T6" fmla="*/ 64 w 15"/>
                <a:gd name="T7" fmla="*/ 148 h 18"/>
                <a:gd name="T8" fmla="*/ 108 w 15"/>
                <a:gd name="T9" fmla="*/ 132 h 18"/>
                <a:gd name="T10" fmla="*/ 64 w 15"/>
                <a:gd name="T11" fmla="*/ 123 h 18"/>
                <a:gd name="T12" fmla="*/ 64 w 15"/>
                <a:gd name="T13" fmla="*/ 68 h 18"/>
                <a:gd name="T14" fmla="*/ 56 w 15"/>
                <a:gd name="T15" fmla="*/ 25 h 18"/>
                <a:gd name="T16" fmla="*/ 72 w 15"/>
                <a:gd name="T17" fmla="*/ 0 h 18"/>
                <a:gd name="T18" fmla="*/ 44 w 15"/>
                <a:gd name="T19" fmla="*/ 16 h 18"/>
                <a:gd name="T20" fmla="*/ 23 w 15"/>
                <a:gd name="T21" fmla="*/ 80 h 18"/>
                <a:gd name="T22" fmla="*/ 15 w 15"/>
                <a:gd name="T23" fmla="*/ 43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8">
                  <a:moveTo>
                    <a:pt x="2" y="5"/>
                  </a:moveTo>
                  <a:cubicBezTo>
                    <a:pt x="2" y="7"/>
                    <a:pt x="0" y="9"/>
                    <a:pt x="1" y="10"/>
                  </a:cubicBezTo>
                  <a:cubicBezTo>
                    <a:pt x="2" y="12"/>
                    <a:pt x="5" y="12"/>
                    <a:pt x="6" y="13"/>
                  </a:cubicBezTo>
                  <a:cubicBezTo>
                    <a:pt x="8" y="14"/>
                    <a:pt x="8" y="16"/>
                    <a:pt x="9" y="17"/>
                  </a:cubicBezTo>
                  <a:cubicBezTo>
                    <a:pt x="11" y="18"/>
                    <a:pt x="13" y="17"/>
                    <a:pt x="15" y="15"/>
                  </a:cubicBezTo>
                  <a:cubicBezTo>
                    <a:pt x="13" y="17"/>
                    <a:pt x="10" y="16"/>
                    <a:pt x="9" y="14"/>
                  </a:cubicBezTo>
                  <a:cubicBezTo>
                    <a:pt x="8" y="12"/>
                    <a:pt x="10" y="10"/>
                    <a:pt x="9" y="8"/>
                  </a:cubicBezTo>
                  <a:cubicBezTo>
                    <a:pt x="9" y="6"/>
                    <a:pt x="7" y="6"/>
                    <a:pt x="8" y="3"/>
                  </a:cubicBezTo>
                  <a:cubicBezTo>
                    <a:pt x="8" y="2"/>
                    <a:pt x="9" y="1"/>
                    <a:pt x="10" y="0"/>
                  </a:cubicBezTo>
                  <a:cubicBezTo>
                    <a:pt x="9" y="0"/>
                    <a:pt x="6" y="1"/>
                    <a:pt x="6" y="2"/>
                  </a:cubicBezTo>
                  <a:cubicBezTo>
                    <a:pt x="5" y="4"/>
                    <a:pt x="6" y="9"/>
                    <a:pt x="3" y="9"/>
                  </a:cubicBezTo>
                  <a:cubicBezTo>
                    <a:pt x="2" y="8"/>
                    <a:pt x="3" y="6"/>
                    <a:pt x="2" y="5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90" name="Freeform 2218">
              <a:extLst>
                <a:ext uri="{FF2B5EF4-FFF2-40B4-BE49-F238E27FC236}">
                  <a16:creationId xmlns:a16="http://schemas.microsoft.com/office/drawing/2014/main" id="{0F539CE0-1825-482A-BF69-5DBEE5E88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918"/>
              <a:ext cx="23" cy="20"/>
            </a:xfrm>
            <a:custGeom>
              <a:avLst/>
              <a:gdLst>
                <a:gd name="T0" fmla="*/ 0 w 12"/>
                <a:gd name="T1" fmla="*/ 56 h 10"/>
                <a:gd name="T2" fmla="*/ 29 w 12"/>
                <a:gd name="T3" fmla="*/ 72 h 10"/>
                <a:gd name="T4" fmla="*/ 48 w 12"/>
                <a:gd name="T5" fmla="*/ 56 h 10"/>
                <a:gd name="T6" fmla="*/ 84 w 12"/>
                <a:gd name="T7" fmla="*/ 0 h 10"/>
                <a:gd name="T8" fmla="*/ 63 w 12"/>
                <a:gd name="T9" fmla="*/ 24 h 10"/>
                <a:gd name="T10" fmla="*/ 44 w 12"/>
                <a:gd name="T11" fmla="*/ 40 h 10"/>
                <a:gd name="T12" fmla="*/ 23 w 12"/>
                <a:gd name="T13" fmla="*/ 48 h 10"/>
                <a:gd name="T14" fmla="*/ 0 w 12"/>
                <a:gd name="T15" fmla="*/ 56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2" y="7"/>
                    <a:pt x="2" y="9"/>
                    <a:pt x="4" y="9"/>
                  </a:cubicBezTo>
                  <a:cubicBezTo>
                    <a:pt x="5" y="10"/>
                    <a:pt x="6" y="8"/>
                    <a:pt x="7" y="7"/>
                  </a:cubicBezTo>
                  <a:cubicBezTo>
                    <a:pt x="9" y="5"/>
                    <a:pt x="11" y="4"/>
                    <a:pt x="12" y="0"/>
                  </a:cubicBezTo>
                  <a:cubicBezTo>
                    <a:pt x="11" y="1"/>
                    <a:pt x="10" y="3"/>
                    <a:pt x="9" y="3"/>
                  </a:cubicBezTo>
                  <a:cubicBezTo>
                    <a:pt x="8" y="4"/>
                    <a:pt x="7" y="4"/>
                    <a:pt x="6" y="5"/>
                  </a:cubicBezTo>
                  <a:cubicBezTo>
                    <a:pt x="5" y="6"/>
                    <a:pt x="5" y="6"/>
                    <a:pt x="3" y="6"/>
                  </a:cubicBezTo>
                  <a:cubicBezTo>
                    <a:pt x="2" y="6"/>
                    <a:pt x="1" y="6"/>
                    <a:pt x="0" y="7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91" name="Freeform 2219">
              <a:extLst>
                <a:ext uri="{FF2B5EF4-FFF2-40B4-BE49-F238E27FC236}">
                  <a16:creationId xmlns:a16="http://schemas.microsoft.com/office/drawing/2014/main" id="{1A33C336-B940-4629-AAF3-85664739F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887"/>
              <a:ext cx="8" cy="26"/>
            </a:xfrm>
            <a:custGeom>
              <a:avLst/>
              <a:gdLst>
                <a:gd name="T0" fmla="*/ 16 w 4"/>
                <a:gd name="T1" fmla="*/ 16 h 13"/>
                <a:gd name="T2" fmla="*/ 32 w 4"/>
                <a:gd name="T3" fmla="*/ 64 h 13"/>
                <a:gd name="T4" fmla="*/ 32 w 4"/>
                <a:gd name="T5" fmla="*/ 96 h 13"/>
                <a:gd name="T6" fmla="*/ 8 w 4"/>
                <a:gd name="T7" fmla="*/ 104 h 13"/>
                <a:gd name="T8" fmla="*/ 16 w 4"/>
                <a:gd name="T9" fmla="*/ 56 h 13"/>
                <a:gd name="T10" fmla="*/ 8 w 4"/>
                <a:gd name="T11" fmla="*/ 24 h 13"/>
                <a:gd name="T12" fmla="*/ 0 w 4"/>
                <a:gd name="T13" fmla="*/ 0 h 13"/>
                <a:gd name="T14" fmla="*/ 8 w 4"/>
                <a:gd name="T15" fmla="*/ 1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13">
                  <a:moveTo>
                    <a:pt x="2" y="2"/>
                  </a:moveTo>
                  <a:cubicBezTo>
                    <a:pt x="3" y="4"/>
                    <a:pt x="3" y="6"/>
                    <a:pt x="4" y="8"/>
                  </a:cubicBezTo>
                  <a:cubicBezTo>
                    <a:pt x="4" y="9"/>
                    <a:pt x="4" y="11"/>
                    <a:pt x="4" y="12"/>
                  </a:cubicBezTo>
                  <a:cubicBezTo>
                    <a:pt x="3" y="13"/>
                    <a:pt x="2" y="13"/>
                    <a:pt x="1" y="13"/>
                  </a:cubicBezTo>
                  <a:cubicBezTo>
                    <a:pt x="3" y="12"/>
                    <a:pt x="3" y="9"/>
                    <a:pt x="2" y="7"/>
                  </a:cubicBezTo>
                  <a:cubicBezTo>
                    <a:pt x="1" y="6"/>
                    <a:pt x="2" y="4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92" name="Freeform 2220">
              <a:extLst>
                <a:ext uri="{FF2B5EF4-FFF2-40B4-BE49-F238E27FC236}">
                  <a16:creationId xmlns:a16="http://schemas.microsoft.com/office/drawing/2014/main" id="{7B743A14-B379-4024-A2B6-550359F41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876"/>
              <a:ext cx="11" cy="7"/>
            </a:xfrm>
            <a:custGeom>
              <a:avLst/>
              <a:gdLst>
                <a:gd name="T0" fmla="*/ 0 w 6"/>
                <a:gd name="T1" fmla="*/ 28 h 3"/>
                <a:gd name="T2" fmla="*/ 37 w 6"/>
                <a:gd name="T3" fmla="*/ 28 h 3"/>
                <a:gd name="T4" fmla="*/ 31 w 6"/>
                <a:gd name="T5" fmla="*/ 28 h 3"/>
                <a:gd name="T6" fmla="*/ 20 w 6"/>
                <a:gd name="T7" fmla="*/ 37 h 3"/>
                <a:gd name="T8" fmla="*/ 0 w 6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2"/>
                    <a:pt x="5" y="0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93" name="Freeform 2221">
              <a:extLst>
                <a:ext uri="{FF2B5EF4-FFF2-40B4-BE49-F238E27FC236}">
                  <a16:creationId xmlns:a16="http://schemas.microsoft.com/office/drawing/2014/main" id="{23684EAE-82EE-4A69-9096-D345A5776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893"/>
              <a:ext cx="12" cy="12"/>
            </a:xfrm>
            <a:custGeom>
              <a:avLst/>
              <a:gdLst>
                <a:gd name="T0" fmla="*/ 16 w 6"/>
                <a:gd name="T1" fmla="*/ 8 h 6"/>
                <a:gd name="T2" fmla="*/ 24 w 6"/>
                <a:gd name="T3" fmla="*/ 24 h 6"/>
                <a:gd name="T4" fmla="*/ 24 w 6"/>
                <a:gd name="T5" fmla="*/ 48 h 6"/>
                <a:gd name="T6" fmla="*/ 0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2" y="1"/>
                    <a:pt x="3" y="2"/>
                    <a:pt x="3" y="3"/>
                  </a:cubicBezTo>
                  <a:cubicBezTo>
                    <a:pt x="4" y="4"/>
                    <a:pt x="3" y="5"/>
                    <a:pt x="3" y="6"/>
                  </a:cubicBezTo>
                  <a:cubicBezTo>
                    <a:pt x="6" y="4"/>
                    <a:pt x="4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94" name="Freeform 2222">
              <a:extLst>
                <a:ext uri="{FF2B5EF4-FFF2-40B4-BE49-F238E27FC236}">
                  <a16:creationId xmlns:a16="http://schemas.microsoft.com/office/drawing/2014/main" id="{16B0B214-C383-40C9-B43A-2CD319923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911"/>
              <a:ext cx="13" cy="15"/>
            </a:xfrm>
            <a:custGeom>
              <a:avLst/>
              <a:gdLst>
                <a:gd name="T0" fmla="*/ 7 w 7"/>
                <a:gd name="T1" fmla="*/ 0 h 7"/>
                <a:gd name="T2" fmla="*/ 37 w 7"/>
                <a:gd name="T3" fmla="*/ 19 h 7"/>
                <a:gd name="T4" fmla="*/ 32 w 7"/>
                <a:gd name="T5" fmla="*/ 69 h 7"/>
                <a:gd name="T6" fmla="*/ 24 w 7"/>
                <a:gd name="T7" fmla="*/ 41 h 7"/>
                <a:gd name="T8" fmla="*/ 0 w 7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2" y="2"/>
                    <a:pt x="4" y="1"/>
                    <a:pt x="6" y="2"/>
                  </a:cubicBezTo>
                  <a:cubicBezTo>
                    <a:pt x="7" y="3"/>
                    <a:pt x="6" y="6"/>
                    <a:pt x="5" y="7"/>
                  </a:cubicBezTo>
                  <a:cubicBezTo>
                    <a:pt x="6" y="6"/>
                    <a:pt x="5" y="4"/>
                    <a:pt x="4" y="4"/>
                  </a:cubicBezTo>
                  <a:cubicBezTo>
                    <a:pt x="3" y="3"/>
                    <a:pt x="1" y="5"/>
                    <a:pt x="0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95" name="Freeform 2223">
              <a:extLst>
                <a:ext uri="{FF2B5EF4-FFF2-40B4-BE49-F238E27FC236}">
                  <a16:creationId xmlns:a16="http://schemas.microsoft.com/office/drawing/2014/main" id="{AA5AFCDF-92B3-476D-AAB3-5F441E959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876"/>
              <a:ext cx="31" cy="21"/>
            </a:xfrm>
            <a:custGeom>
              <a:avLst/>
              <a:gdLst>
                <a:gd name="T0" fmla="*/ 0 w 16"/>
                <a:gd name="T1" fmla="*/ 92 h 10"/>
                <a:gd name="T2" fmla="*/ 45 w 16"/>
                <a:gd name="T3" fmla="*/ 17 h 10"/>
                <a:gd name="T4" fmla="*/ 79 w 16"/>
                <a:gd name="T5" fmla="*/ 17 h 10"/>
                <a:gd name="T6" fmla="*/ 116 w 16"/>
                <a:gd name="T7" fmla="*/ 8 h 10"/>
                <a:gd name="T8" fmla="*/ 101 w 16"/>
                <a:gd name="T9" fmla="*/ 8 h 10"/>
                <a:gd name="T10" fmla="*/ 79 w 16"/>
                <a:gd name="T11" fmla="*/ 27 h 10"/>
                <a:gd name="T12" fmla="*/ 45 w 16"/>
                <a:gd name="T13" fmla="*/ 36 h 10"/>
                <a:gd name="T14" fmla="*/ 0 w 16"/>
                <a:gd name="T15" fmla="*/ 92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0">
                  <a:moveTo>
                    <a:pt x="0" y="10"/>
                  </a:moveTo>
                  <a:cubicBezTo>
                    <a:pt x="1" y="6"/>
                    <a:pt x="2" y="3"/>
                    <a:pt x="6" y="2"/>
                  </a:cubicBezTo>
                  <a:cubicBezTo>
                    <a:pt x="8" y="2"/>
                    <a:pt x="9" y="2"/>
                    <a:pt x="11" y="2"/>
                  </a:cubicBezTo>
                  <a:cubicBezTo>
                    <a:pt x="12" y="1"/>
                    <a:pt x="14" y="0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2" y="2"/>
                    <a:pt x="12" y="3"/>
                    <a:pt x="11" y="3"/>
                  </a:cubicBezTo>
                  <a:cubicBezTo>
                    <a:pt x="10" y="4"/>
                    <a:pt x="8" y="3"/>
                    <a:pt x="6" y="4"/>
                  </a:cubicBezTo>
                  <a:cubicBezTo>
                    <a:pt x="4" y="5"/>
                    <a:pt x="1" y="7"/>
                    <a:pt x="0" y="1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96" name="Freeform 2224">
              <a:extLst>
                <a:ext uri="{FF2B5EF4-FFF2-40B4-BE49-F238E27FC236}">
                  <a16:creationId xmlns:a16="http://schemas.microsoft.com/office/drawing/2014/main" id="{D8EFA773-CA31-491E-8715-EA0CD0956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897"/>
              <a:ext cx="11" cy="12"/>
            </a:xfrm>
            <a:custGeom>
              <a:avLst/>
              <a:gdLst>
                <a:gd name="T0" fmla="*/ 37 w 6"/>
                <a:gd name="T1" fmla="*/ 0 h 6"/>
                <a:gd name="T2" fmla="*/ 24 w 6"/>
                <a:gd name="T3" fmla="*/ 8 h 6"/>
                <a:gd name="T4" fmla="*/ 20 w 6"/>
                <a:gd name="T5" fmla="*/ 16 h 6"/>
                <a:gd name="T6" fmla="*/ 13 w 6"/>
                <a:gd name="T7" fmla="*/ 48 h 6"/>
                <a:gd name="T8" fmla="*/ 24 w 6"/>
                <a:gd name="T9" fmla="*/ 24 h 6"/>
                <a:gd name="T10" fmla="*/ 37 w 6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0"/>
                    <a:pt x="5" y="0"/>
                    <a:pt x="4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3"/>
                    <a:pt x="0" y="5"/>
                    <a:pt x="2" y="6"/>
                  </a:cubicBezTo>
                  <a:cubicBezTo>
                    <a:pt x="1" y="5"/>
                    <a:pt x="3" y="4"/>
                    <a:pt x="4" y="3"/>
                  </a:cubicBezTo>
                  <a:cubicBezTo>
                    <a:pt x="5" y="2"/>
                    <a:pt x="4" y="1"/>
                    <a:pt x="6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97" name="Freeform 2225">
              <a:extLst>
                <a:ext uri="{FF2B5EF4-FFF2-40B4-BE49-F238E27FC236}">
                  <a16:creationId xmlns:a16="http://schemas.microsoft.com/office/drawing/2014/main" id="{16DC8CEF-2DE3-430D-B8E4-761BD0B17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893"/>
              <a:ext cx="5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8 h 3"/>
                <a:gd name="T4" fmla="*/ 13 w 3"/>
                <a:gd name="T5" fmla="*/ 24 h 3"/>
                <a:gd name="T6" fmla="*/ 0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2"/>
                    <a:pt x="1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98" name="Freeform 2226">
              <a:extLst>
                <a:ext uri="{FF2B5EF4-FFF2-40B4-BE49-F238E27FC236}">
                  <a16:creationId xmlns:a16="http://schemas.microsoft.com/office/drawing/2014/main" id="{5E407750-E7A9-4AF4-95F3-5BA06D5FF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920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32 w 7"/>
                <a:gd name="T3" fmla="*/ 24 h 6"/>
                <a:gd name="T4" fmla="*/ 56 w 7"/>
                <a:gd name="T5" fmla="*/ 48 h 6"/>
                <a:gd name="T6" fmla="*/ 56 w 7"/>
                <a:gd name="T7" fmla="*/ 24 h 6"/>
                <a:gd name="T8" fmla="*/ 48 w 7"/>
                <a:gd name="T9" fmla="*/ 8 h 6"/>
                <a:gd name="T10" fmla="*/ 48 w 7"/>
                <a:gd name="T11" fmla="*/ 8 h 6"/>
                <a:gd name="T12" fmla="*/ 40 w 7"/>
                <a:gd name="T13" fmla="*/ 16 h 6"/>
                <a:gd name="T14" fmla="*/ 24 w 7"/>
                <a:gd name="T15" fmla="*/ 16 h 6"/>
                <a:gd name="T16" fmla="*/ 8 w 7"/>
                <a:gd name="T17" fmla="*/ 1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3"/>
                    <a:pt x="2" y="3"/>
                    <a:pt x="4" y="3"/>
                  </a:cubicBezTo>
                  <a:cubicBezTo>
                    <a:pt x="6" y="4"/>
                    <a:pt x="6" y="5"/>
                    <a:pt x="7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99" name="Freeform 2227">
              <a:extLst>
                <a:ext uri="{FF2B5EF4-FFF2-40B4-BE49-F238E27FC236}">
                  <a16:creationId xmlns:a16="http://schemas.microsoft.com/office/drawing/2014/main" id="{17018470-5569-45E4-8FEA-C50594376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928"/>
              <a:ext cx="12" cy="10"/>
            </a:xfrm>
            <a:custGeom>
              <a:avLst/>
              <a:gdLst>
                <a:gd name="T0" fmla="*/ 16 w 6"/>
                <a:gd name="T1" fmla="*/ 24 h 5"/>
                <a:gd name="T2" fmla="*/ 24 w 6"/>
                <a:gd name="T3" fmla="*/ 32 h 5"/>
                <a:gd name="T4" fmla="*/ 48 w 6"/>
                <a:gd name="T5" fmla="*/ 32 h 5"/>
                <a:gd name="T6" fmla="*/ 32 w 6"/>
                <a:gd name="T7" fmla="*/ 8 h 5"/>
                <a:gd name="T8" fmla="*/ 16 w 6"/>
                <a:gd name="T9" fmla="*/ 8 h 5"/>
                <a:gd name="T10" fmla="*/ 0 w 6"/>
                <a:gd name="T11" fmla="*/ 16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3"/>
                    <a:pt x="3" y="4"/>
                    <a:pt x="3" y="4"/>
                  </a:cubicBezTo>
                  <a:cubicBezTo>
                    <a:pt x="4" y="5"/>
                    <a:pt x="5" y="4"/>
                    <a:pt x="6" y="4"/>
                  </a:cubicBezTo>
                  <a:cubicBezTo>
                    <a:pt x="4" y="3"/>
                    <a:pt x="3" y="2"/>
                    <a:pt x="4" y="1"/>
                  </a:cubicBezTo>
                  <a:cubicBezTo>
                    <a:pt x="4" y="0"/>
                    <a:pt x="2" y="1"/>
                    <a:pt x="2" y="1"/>
                  </a:cubicBezTo>
                  <a:cubicBezTo>
                    <a:pt x="1" y="1"/>
                    <a:pt x="0" y="2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00" name="Freeform 2228">
              <a:extLst>
                <a:ext uri="{FF2B5EF4-FFF2-40B4-BE49-F238E27FC236}">
                  <a16:creationId xmlns:a16="http://schemas.microsoft.com/office/drawing/2014/main" id="{9D5C2EA5-0BD1-4742-AF85-A897A073C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895"/>
              <a:ext cx="4" cy="18"/>
            </a:xfrm>
            <a:custGeom>
              <a:avLst/>
              <a:gdLst>
                <a:gd name="T0" fmla="*/ 8 w 2"/>
                <a:gd name="T1" fmla="*/ 0 h 9"/>
                <a:gd name="T2" fmla="*/ 16 w 2"/>
                <a:gd name="T3" fmla="*/ 24 h 9"/>
                <a:gd name="T4" fmla="*/ 16 w 2"/>
                <a:gd name="T5" fmla="*/ 48 h 9"/>
                <a:gd name="T6" fmla="*/ 16 w 2"/>
                <a:gd name="T7" fmla="*/ 64 h 9"/>
                <a:gd name="T8" fmla="*/ 0 w 2"/>
                <a:gd name="T9" fmla="*/ 72 h 9"/>
                <a:gd name="T10" fmla="*/ 8 w 2"/>
                <a:gd name="T11" fmla="*/ 40 h 9"/>
                <a:gd name="T12" fmla="*/ 8 w 2"/>
                <a:gd name="T13" fmla="*/ 24 h 9"/>
                <a:gd name="T14" fmla="*/ 8 w 2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6"/>
                    <a:pt x="2" y="8"/>
                    <a:pt x="2" y="8"/>
                  </a:cubicBezTo>
                  <a:cubicBezTo>
                    <a:pt x="2" y="9"/>
                    <a:pt x="0" y="9"/>
                    <a:pt x="0" y="9"/>
                  </a:cubicBezTo>
                  <a:cubicBezTo>
                    <a:pt x="1" y="8"/>
                    <a:pt x="2" y="7"/>
                    <a:pt x="1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01" name="Freeform 2229">
              <a:extLst>
                <a:ext uri="{FF2B5EF4-FFF2-40B4-BE49-F238E27FC236}">
                  <a16:creationId xmlns:a16="http://schemas.microsoft.com/office/drawing/2014/main" id="{F81B3EC0-FF34-4EDB-BC19-631A48BE6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872"/>
              <a:ext cx="76" cy="68"/>
            </a:xfrm>
            <a:custGeom>
              <a:avLst/>
              <a:gdLst>
                <a:gd name="T0" fmla="*/ 265 w 39"/>
                <a:gd name="T1" fmla="*/ 89 h 33"/>
                <a:gd name="T2" fmla="*/ 281 w 39"/>
                <a:gd name="T3" fmla="*/ 173 h 33"/>
                <a:gd name="T4" fmla="*/ 259 w 39"/>
                <a:gd name="T5" fmla="*/ 183 h 33"/>
                <a:gd name="T6" fmla="*/ 244 w 39"/>
                <a:gd name="T7" fmla="*/ 208 h 33"/>
                <a:gd name="T8" fmla="*/ 220 w 39"/>
                <a:gd name="T9" fmla="*/ 247 h 33"/>
                <a:gd name="T10" fmla="*/ 185 w 39"/>
                <a:gd name="T11" fmla="*/ 280 h 33"/>
                <a:gd name="T12" fmla="*/ 140 w 39"/>
                <a:gd name="T13" fmla="*/ 256 h 33"/>
                <a:gd name="T14" fmla="*/ 95 w 39"/>
                <a:gd name="T15" fmla="*/ 288 h 33"/>
                <a:gd name="T16" fmla="*/ 68 w 39"/>
                <a:gd name="T17" fmla="*/ 256 h 33"/>
                <a:gd name="T18" fmla="*/ 23 w 39"/>
                <a:gd name="T19" fmla="*/ 229 h 33"/>
                <a:gd name="T20" fmla="*/ 16 w 39"/>
                <a:gd name="T21" fmla="*/ 183 h 33"/>
                <a:gd name="T22" fmla="*/ 8 w 39"/>
                <a:gd name="T23" fmla="*/ 132 h 33"/>
                <a:gd name="T24" fmla="*/ 53 w 39"/>
                <a:gd name="T25" fmla="*/ 33 h 33"/>
                <a:gd name="T26" fmla="*/ 95 w 39"/>
                <a:gd name="T27" fmla="*/ 16 h 33"/>
                <a:gd name="T28" fmla="*/ 140 w 39"/>
                <a:gd name="T29" fmla="*/ 16 h 33"/>
                <a:gd name="T30" fmla="*/ 164 w 39"/>
                <a:gd name="T31" fmla="*/ 25 h 33"/>
                <a:gd name="T32" fmla="*/ 193 w 39"/>
                <a:gd name="T33" fmla="*/ 25 h 33"/>
                <a:gd name="T34" fmla="*/ 236 w 39"/>
                <a:gd name="T35" fmla="*/ 43 h 33"/>
                <a:gd name="T36" fmla="*/ 265 w 39"/>
                <a:gd name="T37" fmla="*/ 89 h 3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" h="33">
                  <a:moveTo>
                    <a:pt x="36" y="10"/>
                  </a:moveTo>
                  <a:cubicBezTo>
                    <a:pt x="37" y="12"/>
                    <a:pt x="39" y="18"/>
                    <a:pt x="38" y="20"/>
                  </a:cubicBezTo>
                  <a:cubicBezTo>
                    <a:pt x="37" y="21"/>
                    <a:pt x="36" y="20"/>
                    <a:pt x="35" y="21"/>
                  </a:cubicBezTo>
                  <a:cubicBezTo>
                    <a:pt x="33" y="22"/>
                    <a:pt x="34" y="22"/>
                    <a:pt x="33" y="24"/>
                  </a:cubicBezTo>
                  <a:cubicBezTo>
                    <a:pt x="33" y="26"/>
                    <a:pt x="31" y="27"/>
                    <a:pt x="30" y="28"/>
                  </a:cubicBezTo>
                  <a:cubicBezTo>
                    <a:pt x="28" y="30"/>
                    <a:pt x="28" y="33"/>
                    <a:pt x="25" y="32"/>
                  </a:cubicBezTo>
                  <a:cubicBezTo>
                    <a:pt x="22" y="32"/>
                    <a:pt x="22" y="29"/>
                    <a:pt x="19" y="29"/>
                  </a:cubicBezTo>
                  <a:cubicBezTo>
                    <a:pt x="17" y="30"/>
                    <a:pt x="16" y="32"/>
                    <a:pt x="13" y="33"/>
                  </a:cubicBezTo>
                  <a:cubicBezTo>
                    <a:pt x="10" y="33"/>
                    <a:pt x="10" y="30"/>
                    <a:pt x="9" y="29"/>
                  </a:cubicBezTo>
                  <a:cubicBezTo>
                    <a:pt x="7" y="26"/>
                    <a:pt x="5" y="27"/>
                    <a:pt x="3" y="26"/>
                  </a:cubicBezTo>
                  <a:cubicBezTo>
                    <a:pt x="1" y="25"/>
                    <a:pt x="2" y="23"/>
                    <a:pt x="2" y="21"/>
                  </a:cubicBezTo>
                  <a:cubicBezTo>
                    <a:pt x="3" y="18"/>
                    <a:pt x="1" y="18"/>
                    <a:pt x="1" y="15"/>
                  </a:cubicBezTo>
                  <a:cubicBezTo>
                    <a:pt x="0" y="11"/>
                    <a:pt x="3" y="5"/>
                    <a:pt x="7" y="4"/>
                  </a:cubicBezTo>
                  <a:cubicBezTo>
                    <a:pt x="9" y="3"/>
                    <a:pt x="11" y="3"/>
                    <a:pt x="13" y="2"/>
                  </a:cubicBezTo>
                  <a:cubicBezTo>
                    <a:pt x="15" y="2"/>
                    <a:pt x="17" y="0"/>
                    <a:pt x="19" y="2"/>
                  </a:cubicBezTo>
                  <a:cubicBezTo>
                    <a:pt x="21" y="2"/>
                    <a:pt x="21" y="3"/>
                    <a:pt x="22" y="3"/>
                  </a:cubicBezTo>
                  <a:cubicBezTo>
                    <a:pt x="24" y="4"/>
                    <a:pt x="25" y="3"/>
                    <a:pt x="26" y="3"/>
                  </a:cubicBezTo>
                  <a:cubicBezTo>
                    <a:pt x="29" y="2"/>
                    <a:pt x="31" y="3"/>
                    <a:pt x="32" y="5"/>
                  </a:cubicBezTo>
                  <a:cubicBezTo>
                    <a:pt x="34" y="7"/>
                    <a:pt x="35" y="9"/>
                    <a:pt x="36" y="1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02" name="Freeform 2230">
              <a:extLst>
                <a:ext uri="{FF2B5EF4-FFF2-40B4-BE49-F238E27FC236}">
                  <a16:creationId xmlns:a16="http://schemas.microsoft.com/office/drawing/2014/main" id="{E329E71D-0444-4590-AFB1-6E1854084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928"/>
              <a:ext cx="16" cy="6"/>
            </a:xfrm>
            <a:custGeom>
              <a:avLst/>
              <a:gdLst>
                <a:gd name="T0" fmla="*/ 0 w 8"/>
                <a:gd name="T1" fmla="*/ 24 h 3"/>
                <a:gd name="T2" fmla="*/ 64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4" y="1"/>
                    <a:pt x="5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03" name="Freeform 2231">
              <a:extLst>
                <a:ext uri="{FF2B5EF4-FFF2-40B4-BE49-F238E27FC236}">
                  <a16:creationId xmlns:a16="http://schemas.microsoft.com/office/drawing/2014/main" id="{811D1746-A445-4970-8EB0-882811EB4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878"/>
              <a:ext cx="8" cy="5"/>
            </a:xfrm>
            <a:custGeom>
              <a:avLst/>
              <a:gdLst>
                <a:gd name="T0" fmla="*/ 32 w 4"/>
                <a:gd name="T1" fmla="*/ 33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04" name="Freeform 2232">
              <a:extLst>
                <a:ext uri="{FF2B5EF4-FFF2-40B4-BE49-F238E27FC236}">
                  <a16:creationId xmlns:a16="http://schemas.microsoft.com/office/drawing/2014/main" id="{F9B824E4-4B1F-4660-BCAA-3EC4AAD27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895"/>
              <a:ext cx="17" cy="25"/>
            </a:xfrm>
            <a:custGeom>
              <a:avLst/>
              <a:gdLst>
                <a:gd name="T0" fmla="*/ 60 w 9"/>
                <a:gd name="T1" fmla="*/ 0 h 12"/>
                <a:gd name="T2" fmla="*/ 32 w 9"/>
                <a:gd name="T3" fmla="*/ 8 h 12"/>
                <a:gd name="T4" fmla="*/ 28 w 9"/>
                <a:gd name="T5" fmla="*/ 27 h 12"/>
                <a:gd name="T6" fmla="*/ 15 w 9"/>
                <a:gd name="T7" fmla="*/ 35 h 12"/>
                <a:gd name="T8" fmla="*/ 8 w 9"/>
                <a:gd name="T9" fmla="*/ 73 h 12"/>
                <a:gd name="T10" fmla="*/ 32 w 9"/>
                <a:gd name="T11" fmla="*/ 10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8" y="0"/>
                    <a:pt x="5" y="0"/>
                    <a:pt x="5" y="1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5"/>
                    <a:pt x="0" y="7"/>
                    <a:pt x="1" y="8"/>
                  </a:cubicBezTo>
                  <a:cubicBezTo>
                    <a:pt x="2" y="10"/>
                    <a:pt x="5" y="9"/>
                    <a:pt x="5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05" name="Freeform 2233">
              <a:extLst>
                <a:ext uri="{FF2B5EF4-FFF2-40B4-BE49-F238E27FC236}">
                  <a16:creationId xmlns:a16="http://schemas.microsoft.com/office/drawing/2014/main" id="{F30C5A82-B27F-4DA1-8A59-F4ABDE7B1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891"/>
              <a:ext cx="15" cy="12"/>
            </a:xfrm>
            <a:custGeom>
              <a:avLst/>
              <a:gdLst>
                <a:gd name="T0" fmla="*/ 32 w 8"/>
                <a:gd name="T1" fmla="*/ 48 h 6"/>
                <a:gd name="T2" fmla="*/ 28 w 8"/>
                <a:gd name="T3" fmla="*/ 8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6"/>
                  </a:moveTo>
                  <a:cubicBezTo>
                    <a:pt x="8" y="5"/>
                    <a:pt x="6" y="2"/>
                    <a:pt x="4" y="1"/>
                  </a:cubicBezTo>
                  <a:cubicBezTo>
                    <a:pt x="3" y="0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06" name="Freeform 2234">
              <a:extLst>
                <a:ext uri="{FF2B5EF4-FFF2-40B4-BE49-F238E27FC236}">
                  <a16:creationId xmlns:a16="http://schemas.microsoft.com/office/drawing/2014/main" id="{0A23F61E-256A-4530-9698-2CC5830D4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889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8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2" y="1"/>
                    <a:pt x="1" y="2"/>
                    <a:pt x="1" y="2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07" name="Freeform 2235">
              <a:extLst>
                <a:ext uri="{FF2B5EF4-FFF2-40B4-BE49-F238E27FC236}">
                  <a16:creationId xmlns:a16="http://schemas.microsoft.com/office/drawing/2014/main" id="{D4A8697D-2EE7-43B4-919C-2B4A8FD1D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893"/>
              <a:ext cx="2" cy="4"/>
            </a:xfrm>
            <a:custGeom>
              <a:avLst/>
              <a:gdLst>
                <a:gd name="T0" fmla="*/ 8 w 1"/>
                <a:gd name="T1" fmla="*/ 8 h 2"/>
                <a:gd name="T2" fmla="*/ 8 w 1"/>
                <a:gd name="T3" fmla="*/ 0 h 2"/>
                <a:gd name="T4" fmla="*/ 0 w 1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08" name="Freeform 2236">
              <a:extLst>
                <a:ext uri="{FF2B5EF4-FFF2-40B4-BE49-F238E27FC236}">
                  <a16:creationId xmlns:a16="http://schemas.microsoft.com/office/drawing/2014/main" id="{F810DA7B-E7A2-4AA3-94AD-F3344263B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883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09" name="Freeform 2237">
              <a:extLst>
                <a:ext uri="{FF2B5EF4-FFF2-40B4-BE49-F238E27FC236}">
                  <a16:creationId xmlns:a16="http://schemas.microsoft.com/office/drawing/2014/main" id="{86A5D9D7-F17B-4852-862C-8F320B85C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903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10" name="Freeform 2238">
              <a:extLst>
                <a:ext uri="{FF2B5EF4-FFF2-40B4-BE49-F238E27FC236}">
                  <a16:creationId xmlns:a16="http://schemas.microsoft.com/office/drawing/2014/main" id="{48D810FD-8070-4C3C-BE84-893C7C1C7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916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2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11" name="Freeform 2239">
              <a:extLst>
                <a:ext uri="{FF2B5EF4-FFF2-40B4-BE49-F238E27FC236}">
                  <a16:creationId xmlns:a16="http://schemas.microsoft.com/office/drawing/2014/main" id="{EE54A384-8C82-41F7-9047-95FD47F3F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926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12" name="Freeform 2240">
              <a:extLst>
                <a:ext uri="{FF2B5EF4-FFF2-40B4-BE49-F238E27FC236}">
                  <a16:creationId xmlns:a16="http://schemas.microsoft.com/office/drawing/2014/main" id="{341CE429-6D13-4B61-8FE4-300EF652D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765"/>
              <a:ext cx="105" cy="97"/>
            </a:xfrm>
            <a:custGeom>
              <a:avLst/>
              <a:gdLst>
                <a:gd name="T0" fmla="*/ 212 w 54"/>
                <a:gd name="T1" fmla="*/ 17 h 47"/>
                <a:gd name="T2" fmla="*/ 280 w 54"/>
                <a:gd name="T3" fmla="*/ 17 h 47"/>
                <a:gd name="T4" fmla="*/ 296 w 54"/>
                <a:gd name="T5" fmla="*/ 35 h 47"/>
                <a:gd name="T6" fmla="*/ 336 w 54"/>
                <a:gd name="T7" fmla="*/ 52 h 47"/>
                <a:gd name="T8" fmla="*/ 333 w 54"/>
                <a:gd name="T9" fmla="*/ 89 h 47"/>
                <a:gd name="T10" fmla="*/ 360 w 54"/>
                <a:gd name="T11" fmla="*/ 116 h 47"/>
                <a:gd name="T12" fmla="*/ 389 w 54"/>
                <a:gd name="T13" fmla="*/ 192 h 47"/>
                <a:gd name="T14" fmla="*/ 360 w 54"/>
                <a:gd name="T15" fmla="*/ 256 h 47"/>
                <a:gd name="T16" fmla="*/ 325 w 54"/>
                <a:gd name="T17" fmla="*/ 324 h 47"/>
                <a:gd name="T18" fmla="*/ 288 w 54"/>
                <a:gd name="T19" fmla="*/ 380 h 47"/>
                <a:gd name="T20" fmla="*/ 228 w 54"/>
                <a:gd name="T21" fmla="*/ 332 h 47"/>
                <a:gd name="T22" fmla="*/ 185 w 54"/>
                <a:gd name="T23" fmla="*/ 396 h 47"/>
                <a:gd name="T24" fmla="*/ 124 w 54"/>
                <a:gd name="T25" fmla="*/ 388 h 47"/>
                <a:gd name="T26" fmla="*/ 72 w 54"/>
                <a:gd name="T27" fmla="*/ 324 h 47"/>
                <a:gd name="T28" fmla="*/ 16 w 54"/>
                <a:gd name="T29" fmla="*/ 248 h 47"/>
                <a:gd name="T30" fmla="*/ 16 w 54"/>
                <a:gd name="T31" fmla="*/ 157 h 47"/>
                <a:gd name="T32" fmla="*/ 53 w 54"/>
                <a:gd name="T33" fmla="*/ 132 h 47"/>
                <a:gd name="T34" fmla="*/ 53 w 54"/>
                <a:gd name="T35" fmla="*/ 80 h 47"/>
                <a:gd name="T36" fmla="*/ 88 w 54"/>
                <a:gd name="T37" fmla="*/ 25 h 47"/>
                <a:gd name="T38" fmla="*/ 156 w 54"/>
                <a:gd name="T39" fmla="*/ 43 h 47"/>
                <a:gd name="T40" fmla="*/ 212 w 54"/>
                <a:gd name="T41" fmla="*/ 17 h 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47">
                  <a:moveTo>
                    <a:pt x="29" y="2"/>
                  </a:moveTo>
                  <a:cubicBezTo>
                    <a:pt x="33" y="1"/>
                    <a:pt x="35" y="0"/>
                    <a:pt x="38" y="2"/>
                  </a:cubicBezTo>
                  <a:cubicBezTo>
                    <a:pt x="39" y="2"/>
                    <a:pt x="39" y="4"/>
                    <a:pt x="40" y="4"/>
                  </a:cubicBezTo>
                  <a:cubicBezTo>
                    <a:pt x="41" y="4"/>
                    <a:pt x="45" y="3"/>
                    <a:pt x="46" y="6"/>
                  </a:cubicBezTo>
                  <a:cubicBezTo>
                    <a:pt x="46" y="8"/>
                    <a:pt x="45" y="9"/>
                    <a:pt x="45" y="10"/>
                  </a:cubicBezTo>
                  <a:cubicBezTo>
                    <a:pt x="46" y="11"/>
                    <a:pt x="48" y="12"/>
                    <a:pt x="49" y="13"/>
                  </a:cubicBezTo>
                  <a:cubicBezTo>
                    <a:pt x="52" y="15"/>
                    <a:pt x="54" y="19"/>
                    <a:pt x="53" y="22"/>
                  </a:cubicBezTo>
                  <a:cubicBezTo>
                    <a:pt x="52" y="25"/>
                    <a:pt x="50" y="26"/>
                    <a:pt x="49" y="29"/>
                  </a:cubicBezTo>
                  <a:cubicBezTo>
                    <a:pt x="48" y="34"/>
                    <a:pt x="48" y="34"/>
                    <a:pt x="44" y="37"/>
                  </a:cubicBezTo>
                  <a:cubicBezTo>
                    <a:pt x="42" y="38"/>
                    <a:pt x="41" y="42"/>
                    <a:pt x="39" y="43"/>
                  </a:cubicBezTo>
                  <a:cubicBezTo>
                    <a:pt x="34" y="45"/>
                    <a:pt x="34" y="39"/>
                    <a:pt x="31" y="38"/>
                  </a:cubicBezTo>
                  <a:cubicBezTo>
                    <a:pt x="27" y="38"/>
                    <a:pt x="27" y="43"/>
                    <a:pt x="25" y="45"/>
                  </a:cubicBezTo>
                  <a:cubicBezTo>
                    <a:pt x="23" y="47"/>
                    <a:pt x="19" y="46"/>
                    <a:pt x="17" y="44"/>
                  </a:cubicBezTo>
                  <a:cubicBezTo>
                    <a:pt x="14" y="42"/>
                    <a:pt x="12" y="39"/>
                    <a:pt x="10" y="37"/>
                  </a:cubicBezTo>
                  <a:cubicBezTo>
                    <a:pt x="6" y="34"/>
                    <a:pt x="3" y="33"/>
                    <a:pt x="2" y="28"/>
                  </a:cubicBezTo>
                  <a:cubicBezTo>
                    <a:pt x="1" y="25"/>
                    <a:pt x="0" y="20"/>
                    <a:pt x="2" y="18"/>
                  </a:cubicBezTo>
                  <a:cubicBezTo>
                    <a:pt x="3" y="16"/>
                    <a:pt x="6" y="17"/>
                    <a:pt x="7" y="15"/>
                  </a:cubicBezTo>
                  <a:cubicBezTo>
                    <a:pt x="9" y="13"/>
                    <a:pt x="7" y="12"/>
                    <a:pt x="7" y="9"/>
                  </a:cubicBezTo>
                  <a:cubicBezTo>
                    <a:pt x="7" y="6"/>
                    <a:pt x="9" y="4"/>
                    <a:pt x="12" y="3"/>
                  </a:cubicBezTo>
                  <a:cubicBezTo>
                    <a:pt x="16" y="2"/>
                    <a:pt x="18" y="5"/>
                    <a:pt x="21" y="5"/>
                  </a:cubicBezTo>
                  <a:cubicBezTo>
                    <a:pt x="25" y="4"/>
                    <a:pt x="26" y="2"/>
                    <a:pt x="29" y="2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13" name="Freeform 2241">
              <a:extLst>
                <a:ext uri="{FF2B5EF4-FFF2-40B4-BE49-F238E27FC236}">
                  <a16:creationId xmlns:a16="http://schemas.microsoft.com/office/drawing/2014/main" id="{85D1607C-FAD5-4D13-9DF6-D5340207E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837"/>
              <a:ext cx="35" cy="21"/>
            </a:xfrm>
            <a:custGeom>
              <a:avLst/>
              <a:gdLst>
                <a:gd name="T0" fmla="*/ 0 w 18"/>
                <a:gd name="T1" fmla="*/ 0 h 10"/>
                <a:gd name="T2" fmla="*/ 72 w 18"/>
                <a:gd name="T3" fmla="*/ 76 h 10"/>
                <a:gd name="T4" fmla="*/ 132 w 18"/>
                <a:gd name="T5" fmla="*/ 27 h 10"/>
                <a:gd name="T6" fmla="*/ 72 w 18"/>
                <a:gd name="T7" fmla="*/ 48 h 10"/>
                <a:gd name="T8" fmla="*/ 16 w 18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4" y="2"/>
                    <a:pt x="6" y="7"/>
                    <a:pt x="10" y="8"/>
                  </a:cubicBezTo>
                  <a:cubicBezTo>
                    <a:pt x="14" y="10"/>
                    <a:pt x="16" y="6"/>
                    <a:pt x="18" y="3"/>
                  </a:cubicBezTo>
                  <a:cubicBezTo>
                    <a:pt x="16" y="5"/>
                    <a:pt x="13" y="7"/>
                    <a:pt x="10" y="5"/>
                  </a:cubicBezTo>
                  <a:cubicBezTo>
                    <a:pt x="7" y="4"/>
                    <a:pt x="5" y="2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14" name="Freeform 2242">
              <a:extLst>
                <a:ext uri="{FF2B5EF4-FFF2-40B4-BE49-F238E27FC236}">
                  <a16:creationId xmlns:a16="http://schemas.microsoft.com/office/drawing/2014/main" id="{BC89381B-0717-479B-86A4-3BE7EDC62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837"/>
              <a:ext cx="27" cy="17"/>
            </a:xfrm>
            <a:custGeom>
              <a:avLst/>
              <a:gdLst>
                <a:gd name="T0" fmla="*/ 8 w 14"/>
                <a:gd name="T1" fmla="*/ 19 h 8"/>
                <a:gd name="T2" fmla="*/ 56 w 14"/>
                <a:gd name="T3" fmla="*/ 60 h 8"/>
                <a:gd name="T4" fmla="*/ 100 w 14"/>
                <a:gd name="T5" fmla="*/ 0 h 8"/>
                <a:gd name="T6" fmla="*/ 52 w 14"/>
                <a:gd name="T7" fmla="*/ 28 h 8"/>
                <a:gd name="T8" fmla="*/ 0 w 14"/>
                <a:gd name="T9" fmla="*/ 1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1" y="2"/>
                  </a:moveTo>
                  <a:cubicBezTo>
                    <a:pt x="4" y="3"/>
                    <a:pt x="4" y="8"/>
                    <a:pt x="8" y="6"/>
                  </a:cubicBezTo>
                  <a:cubicBezTo>
                    <a:pt x="10" y="4"/>
                    <a:pt x="12" y="2"/>
                    <a:pt x="14" y="0"/>
                  </a:cubicBezTo>
                  <a:cubicBezTo>
                    <a:pt x="11" y="0"/>
                    <a:pt x="10" y="2"/>
                    <a:pt x="7" y="3"/>
                  </a:cubicBezTo>
                  <a:cubicBezTo>
                    <a:pt x="4" y="4"/>
                    <a:pt x="2" y="0"/>
                    <a:pt x="0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15" name="Freeform 2243">
              <a:extLst>
                <a:ext uri="{FF2B5EF4-FFF2-40B4-BE49-F238E27FC236}">
                  <a16:creationId xmlns:a16="http://schemas.microsoft.com/office/drawing/2014/main" id="{87546F4C-D339-4839-BA32-05BE98EB6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781"/>
              <a:ext cx="23" cy="58"/>
            </a:xfrm>
            <a:custGeom>
              <a:avLst/>
              <a:gdLst>
                <a:gd name="T0" fmla="*/ 8 w 12"/>
                <a:gd name="T1" fmla="*/ 0 h 28"/>
                <a:gd name="T2" fmla="*/ 56 w 12"/>
                <a:gd name="T3" fmla="*/ 124 h 28"/>
                <a:gd name="T4" fmla="*/ 36 w 12"/>
                <a:gd name="T5" fmla="*/ 189 h 28"/>
                <a:gd name="T6" fmla="*/ 8 w 12"/>
                <a:gd name="T7" fmla="*/ 249 h 28"/>
                <a:gd name="T8" fmla="*/ 23 w 12"/>
                <a:gd name="T9" fmla="*/ 168 h 28"/>
                <a:gd name="T10" fmla="*/ 29 w 12"/>
                <a:gd name="T11" fmla="*/ 141 h 28"/>
                <a:gd name="T12" fmla="*/ 36 w 12"/>
                <a:gd name="T13" fmla="*/ 108 h 28"/>
                <a:gd name="T14" fmla="*/ 8 w 12"/>
                <a:gd name="T15" fmla="*/ 52 h 28"/>
                <a:gd name="T16" fmla="*/ 8 w 12"/>
                <a:gd name="T17" fmla="*/ 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8">
                  <a:moveTo>
                    <a:pt x="1" y="0"/>
                  </a:moveTo>
                  <a:cubicBezTo>
                    <a:pt x="0" y="6"/>
                    <a:pt x="12" y="7"/>
                    <a:pt x="8" y="14"/>
                  </a:cubicBezTo>
                  <a:cubicBezTo>
                    <a:pt x="7" y="16"/>
                    <a:pt x="6" y="18"/>
                    <a:pt x="5" y="21"/>
                  </a:cubicBezTo>
                  <a:cubicBezTo>
                    <a:pt x="5" y="24"/>
                    <a:pt x="3" y="26"/>
                    <a:pt x="1" y="28"/>
                  </a:cubicBezTo>
                  <a:cubicBezTo>
                    <a:pt x="3" y="26"/>
                    <a:pt x="3" y="22"/>
                    <a:pt x="3" y="19"/>
                  </a:cubicBezTo>
                  <a:cubicBezTo>
                    <a:pt x="3" y="17"/>
                    <a:pt x="3" y="17"/>
                    <a:pt x="4" y="16"/>
                  </a:cubicBezTo>
                  <a:cubicBezTo>
                    <a:pt x="4" y="14"/>
                    <a:pt x="5" y="14"/>
                    <a:pt x="5" y="12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1" y="3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16" name="Freeform 2244">
              <a:extLst>
                <a:ext uri="{FF2B5EF4-FFF2-40B4-BE49-F238E27FC236}">
                  <a16:creationId xmlns:a16="http://schemas.microsoft.com/office/drawing/2014/main" id="{83C87A05-107B-436F-A149-809EE6280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771"/>
              <a:ext cx="25" cy="15"/>
            </a:xfrm>
            <a:custGeom>
              <a:avLst/>
              <a:gdLst>
                <a:gd name="T0" fmla="*/ 8 w 13"/>
                <a:gd name="T1" fmla="*/ 19 h 7"/>
                <a:gd name="T2" fmla="*/ 48 w 13"/>
                <a:gd name="T3" fmla="*/ 19 h 7"/>
                <a:gd name="T4" fmla="*/ 92 w 13"/>
                <a:gd name="T5" fmla="*/ 19 h 7"/>
                <a:gd name="T6" fmla="*/ 48 w 13"/>
                <a:gd name="T7" fmla="*/ 51 h 7"/>
                <a:gd name="T8" fmla="*/ 0 w 13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" y="2"/>
                  </a:moveTo>
                  <a:cubicBezTo>
                    <a:pt x="3" y="0"/>
                    <a:pt x="5" y="2"/>
                    <a:pt x="7" y="2"/>
                  </a:cubicBezTo>
                  <a:cubicBezTo>
                    <a:pt x="8" y="3"/>
                    <a:pt x="11" y="3"/>
                    <a:pt x="13" y="2"/>
                  </a:cubicBezTo>
                  <a:cubicBezTo>
                    <a:pt x="11" y="5"/>
                    <a:pt x="10" y="7"/>
                    <a:pt x="7" y="5"/>
                  </a:cubicBezTo>
                  <a:cubicBezTo>
                    <a:pt x="4" y="4"/>
                    <a:pt x="3" y="2"/>
                    <a:pt x="0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17" name="Freeform 2245">
              <a:extLst>
                <a:ext uri="{FF2B5EF4-FFF2-40B4-BE49-F238E27FC236}">
                  <a16:creationId xmlns:a16="http://schemas.microsoft.com/office/drawing/2014/main" id="{FE0A0A87-C95A-4A15-B5A5-EA5EB0BE3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798"/>
              <a:ext cx="10" cy="14"/>
            </a:xfrm>
            <a:custGeom>
              <a:avLst/>
              <a:gdLst>
                <a:gd name="T0" fmla="*/ 16 w 5"/>
                <a:gd name="T1" fmla="*/ 8 h 7"/>
                <a:gd name="T2" fmla="*/ 8 w 5"/>
                <a:gd name="T3" fmla="*/ 56 h 7"/>
                <a:gd name="T4" fmla="*/ 4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0" y="2"/>
                    <a:pt x="1" y="5"/>
                    <a:pt x="1" y="7"/>
                  </a:cubicBezTo>
                  <a:cubicBezTo>
                    <a:pt x="2" y="5"/>
                    <a:pt x="2" y="1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18" name="Freeform 2246">
              <a:extLst>
                <a:ext uri="{FF2B5EF4-FFF2-40B4-BE49-F238E27FC236}">
                  <a16:creationId xmlns:a16="http://schemas.microsoft.com/office/drawing/2014/main" id="{8A13AB1A-B8F4-4612-9D57-E84EEA18A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775"/>
              <a:ext cx="17" cy="15"/>
            </a:xfrm>
            <a:custGeom>
              <a:avLst/>
              <a:gdLst>
                <a:gd name="T0" fmla="*/ 8 w 9"/>
                <a:gd name="T1" fmla="*/ 19 h 7"/>
                <a:gd name="T2" fmla="*/ 32 w 9"/>
                <a:gd name="T3" fmla="*/ 41 h 7"/>
                <a:gd name="T4" fmla="*/ 60 w 9"/>
                <a:gd name="T5" fmla="*/ 69 h 7"/>
                <a:gd name="T6" fmla="*/ 32 w 9"/>
                <a:gd name="T7" fmla="*/ 9 h 7"/>
                <a:gd name="T8" fmla="*/ 0 w 9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1" y="2"/>
                  </a:moveTo>
                  <a:cubicBezTo>
                    <a:pt x="2" y="2"/>
                    <a:pt x="4" y="3"/>
                    <a:pt x="5" y="4"/>
                  </a:cubicBezTo>
                  <a:cubicBezTo>
                    <a:pt x="6" y="5"/>
                    <a:pt x="8" y="6"/>
                    <a:pt x="9" y="7"/>
                  </a:cubicBezTo>
                  <a:cubicBezTo>
                    <a:pt x="9" y="5"/>
                    <a:pt x="7" y="2"/>
                    <a:pt x="5" y="1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19" name="Freeform 2247">
              <a:extLst>
                <a:ext uri="{FF2B5EF4-FFF2-40B4-BE49-F238E27FC236}">
                  <a16:creationId xmlns:a16="http://schemas.microsoft.com/office/drawing/2014/main" id="{38F8537E-9E65-4378-B2C2-4214DCCE2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790"/>
              <a:ext cx="12" cy="31"/>
            </a:xfrm>
            <a:custGeom>
              <a:avLst/>
              <a:gdLst>
                <a:gd name="T0" fmla="*/ 8 w 6"/>
                <a:gd name="T1" fmla="*/ 8 h 15"/>
                <a:gd name="T2" fmla="*/ 48 w 6"/>
                <a:gd name="T3" fmla="*/ 72 h 15"/>
                <a:gd name="T4" fmla="*/ 32 w 6"/>
                <a:gd name="T5" fmla="*/ 99 h 15"/>
                <a:gd name="T6" fmla="*/ 16 w 6"/>
                <a:gd name="T7" fmla="*/ 132 h 15"/>
                <a:gd name="T8" fmla="*/ 32 w 6"/>
                <a:gd name="T9" fmla="*/ 60 h 15"/>
                <a:gd name="T10" fmla="*/ 0 w 6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5">
                  <a:moveTo>
                    <a:pt x="1" y="1"/>
                  </a:moveTo>
                  <a:cubicBezTo>
                    <a:pt x="2" y="3"/>
                    <a:pt x="6" y="5"/>
                    <a:pt x="6" y="8"/>
                  </a:cubicBezTo>
                  <a:cubicBezTo>
                    <a:pt x="6" y="9"/>
                    <a:pt x="5" y="9"/>
                    <a:pt x="4" y="11"/>
                  </a:cubicBezTo>
                  <a:cubicBezTo>
                    <a:pt x="4" y="12"/>
                    <a:pt x="3" y="14"/>
                    <a:pt x="2" y="15"/>
                  </a:cubicBezTo>
                  <a:cubicBezTo>
                    <a:pt x="2" y="12"/>
                    <a:pt x="4" y="9"/>
                    <a:pt x="4" y="7"/>
                  </a:cubicBez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20" name="Freeform 2248">
              <a:extLst>
                <a:ext uri="{FF2B5EF4-FFF2-40B4-BE49-F238E27FC236}">
                  <a16:creationId xmlns:a16="http://schemas.microsoft.com/office/drawing/2014/main" id="{F61DD7EF-EEAC-4772-A612-10FA42FBF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837"/>
              <a:ext cx="16" cy="17"/>
            </a:xfrm>
            <a:custGeom>
              <a:avLst/>
              <a:gdLst>
                <a:gd name="T0" fmla="*/ 8 w 8"/>
                <a:gd name="T1" fmla="*/ 28 h 8"/>
                <a:gd name="T2" fmla="*/ 64 w 8"/>
                <a:gd name="T3" fmla="*/ 60 h 8"/>
                <a:gd name="T4" fmla="*/ 64 w 8"/>
                <a:gd name="T5" fmla="*/ 60 h 8"/>
                <a:gd name="T6" fmla="*/ 64 w 8"/>
                <a:gd name="T7" fmla="*/ 60 h 8"/>
                <a:gd name="T8" fmla="*/ 40 w 8"/>
                <a:gd name="T9" fmla="*/ 19 h 8"/>
                <a:gd name="T10" fmla="*/ 0 w 8"/>
                <a:gd name="T11" fmla="*/ 1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3" y="0"/>
                    <a:pt x="5" y="8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5" y="6"/>
                    <a:pt x="6" y="3"/>
                    <a:pt x="5" y="2"/>
                  </a:cubicBez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21" name="Freeform 2249">
              <a:extLst>
                <a:ext uri="{FF2B5EF4-FFF2-40B4-BE49-F238E27FC236}">
                  <a16:creationId xmlns:a16="http://schemas.microsoft.com/office/drawing/2014/main" id="{AF7F5904-A87D-45EA-804B-D99412D93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847"/>
              <a:ext cx="20" cy="11"/>
            </a:xfrm>
            <a:custGeom>
              <a:avLst/>
              <a:gdLst>
                <a:gd name="T0" fmla="*/ 0 w 10"/>
                <a:gd name="T1" fmla="*/ 20 h 5"/>
                <a:gd name="T2" fmla="*/ 48 w 10"/>
                <a:gd name="T3" fmla="*/ 44 h 5"/>
                <a:gd name="T4" fmla="*/ 80 w 10"/>
                <a:gd name="T5" fmla="*/ 0 h 5"/>
                <a:gd name="T6" fmla="*/ 56 w 10"/>
                <a:gd name="T7" fmla="*/ 33 h 5"/>
                <a:gd name="T8" fmla="*/ 8 w 10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2" y="3"/>
                    <a:pt x="3" y="5"/>
                    <a:pt x="6" y="4"/>
                  </a:cubicBezTo>
                  <a:cubicBezTo>
                    <a:pt x="8" y="4"/>
                    <a:pt x="9" y="2"/>
                    <a:pt x="10" y="0"/>
                  </a:cubicBezTo>
                  <a:cubicBezTo>
                    <a:pt x="9" y="1"/>
                    <a:pt x="8" y="2"/>
                    <a:pt x="7" y="3"/>
                  </a:cubicBezTo>
                  <a:cubicBezTo>
                    <a:pt x="5" y="4"/>
                    <a:pt x="3" y="3"/>
                    <a:pt x="1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22" name="Freeform 2250">
              <a:extLst>
                <a:ext uri="{FF2B5EF4-FFF2-40B4-BE49-F238E27FC236}">
                  <a16:creationId xmlns:a16="http://schemas.microsoft.com/office/drawing/2014/main" id="{45758E5E-4F4A-4364-A225-B8B4EFE42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81"/>
              <a:ext cx="12" cy="27"/>
            </a:xfrm>
            <a:custGeom>
              <a:avLst/>
              <a:gdLst>
                <a:gd name="T0" fmla="*/ 32 w 6"/>
                <a:gd name="T1" fmla="*/ 0 h 13"/>
                <a:gd name="T2" fmla="*/ 32 w 6"/>
                <a:gd name="T3" fmla="*/ 52 h 13"/>
                <a:gd name="T4" fmla="*/ 0 w 6"/>
                <a:gd name="T5" fmla="*/ 116 h 13"/>
                <a:gd name="T6" fmla="*/ 40 w 6"/>
                <a:gd name="T7" fmla="*/ 52 h 13"/>
                <a:gd name="T8" fmla="*/ 32 w 6"/>
                <a:gd name="T9" fmla="*/ 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4" y="0"/>
                  </a:moveTo>
                  <a:cubicBezTo>
                    <a:pt x="3" y="2"/>
                    <a:pt x="4" y="4"/>
                    <a:pt x="4" y="6"/>
                  </a:cubicBezTo>
                  <a:cubicBezTo>
                    <a:pt x="4" y="9"/>
                    <a:pt x="2" y="11"/>
                    <a:pt x="0" y="13"/>
                  </a:cubicBezTo>
                  <a:cubicBezTo>
                    <a:pt x="3" y="11"/>
                    <a:pt x="5" y="9"/>
                    <a:pt x="5" y="6"/>
                  </a:cubicBezTo>
                  <a:cubicBezTo>
                    <a:pt x="6" y="4"/>
                    <a:pt x="4" y="3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23" name="Freeform 2251">
              <a:extLst>
                <a:ext uri="{FF2B5EF4-FFF2-40B4-BE49-F238E27FC236}">
                  <a16:creationId xmlns:a16="http://schemas.microsoft.com/office/drawing/2014/main" id="{3D2D0DFA-0191-4BFD-B4D9-B8634062C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765"/>
              <a:ext cx="105" cy="97"/>
            </a:xfrm>
            <a:custGeom>
              <a:avLst/>
              <a:gdLst>
                <a:gd name="T0" fmla="*/ 212 w 54"/>
                <a:gd name="T1" fmla="*/ 17 h 47"/>
                <a:gd name="T2" fmla="*/ 280 w 54"/>
                <a:gd name="T3" fmla="*/ 17 h 47"/>
                <a:gd name="T4" fmla="*/ 296 w 54"/>
                <a:gd name="T5" fmla="*/ 35 h 47"/>
                <a:gd name="T6" fmla="*/ 336 w 54"/>
                <a:gd name="T7" fmla="*/ 52 h 47"/>
                <a:gd name="T8" fmla="*/ 333 w 54"/>
                <a:gd name="T9" fmla="*/ 89 h 47"/>
                <a:gd name="T10" fmla="*/ 360 w 54"/>
                <a:gd name="T11" fmla="*/ 116 h 47"/>
                <a:gd name="T12" fmla="*/ 389 w 54"/>
                <a:gd name="T13" fmla="*/ 192 h 47"/>
                <a:gd name="T14" fmla="*/ 360 w 54"/>
                <a:gd name="T15" fmla="*/ 256 h 47"/>
                <a:gd name="T16" fmla="*/ 325 w 54"/>
                <a:gd name="T17" fmla="*/ 324 h 47"/>
                <a:gd name="T18" fmla="*/ 288 w 54"/>
                <a:gd name="T19" fmla="*/ 380 h 47"/>
                <a:gd name="T20" fmla="*/ 228 w 54"/>
                <a:gd name="T21" fmla="*/ 332 h 47"/>
                <a:gd name="T22" fmla="*/ 185 w 54"/>
                <a:gd name="T23" fmla="*/ 396 h 47"/>
                <a:gd name="T24" fmla="*/ 124 w 54"/>
                <a:gd name="T25" fmla="*/ 388 h 47"/>
                <a:gd name="T26" fmla="*/ 72 w 54"/>
                <a:gd name="T27" fmla="*/ 324 h 47"/>
                <a:gd name="T28" fmla="*/ 16 w 54"/>
                <a:gd name="T29" fmla="*/ 248 h 47"/>
                <a:gd name="T30" fmla="*/ 16 w 54"/>
                <a:gd name="T31" fmla="*/ 157 h 47"/>
                <a:gd name="T32" fmla="*/ 53 w 54"/>
                <a:gd name="T33" fmla="*/ 132 h 47"/>
                <a:gd name="T34" fmla="*/ 53 w 54"/>
                <a:gd name="T35" fmla="*/ 80 h 47"/>
                <a:gd name="T36" fmla="*/ 88 w 54"/>
                <a:gd name="T37" fmla="*/ 25 h 47"/>
                <a:gd name="T38" fmla="*/ 156 w 54"/>
                <a:gd name="T39" fmla="*/ 43 h 47"/>
                <a:gd name="T40" fmla="*/ 212 w 54"/>
                <a:gd name="T41" fmla="*/ 17 h 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47">
                  <a:moveTo>
                    <a:pt x="29" y="2"/>
                  </a:moveTo>
                  <a:cubicBezTo>
                    <a:pt x="33" y="1"/>
                    <a:pt x="35" y="0"/>
                    <a:pt x="38" y="2"/>
                  </a:cubicBezTo>
                  <a:cubicBezTo>
                    <a:pt x="39" y="2"/>
                    <a:pt x="39" y="4"/>
                    <a:pt x="40" y="4"/>
                  </a:cubicBezTo>
                  <a:cubicBezTo>
                    <a:pt x="41" y="4"/>
                    <a:pt x="45" y="3"/>
                    <a:pt x="46" y="6"/>
                  </a:cubicBezTo>
                  <a:cubicBezTo>
                    <a:pt x="46" y="8"/>
                    <a:pt x="45" y="9"/>
                    <a:pt x="45" y="10"/>
                  </a:cubicBezTo>
                  <a:cubicBezTo>
                    <a:pt x="46" y="11"/>
                    <a:pt x="48" y="12"/>
                    <a:pt x="49" y="13"/>
                  </a:cubicBezTo>
                  <a:cubicBezTo>
                    <a:pt x="52" y="15"/>
                    <a:pt x="54" y="19"/>
                    <a:pt x="53" y="22"/>
                  </a:cubicBezTo>
                  <a:cubicBezTo>
                    <a:pt x="52" y="25"/>
                    <a:pt x="50" y="26"/>
                    <a:pt x="49" y="29"/>
                  </a:cubicBezTo>
                  <a:cubicBezTo>
                    <a:pt x="48" y="34"/>
                    <a:pt x="48" y="34"/>
                    <a:pt x="44" y="37"/>
                  </a:cubicBezTo>
                  <a:cubicBezTo>
                    <a:pt x="42" y="38"/>
                    <a:pt x="41" y="42"/>
                    <a:pt x="39" y="43"/>
                  </a:cubicBezTo>
                  <a:cubicBezTo>
                    <a:pt x="34" y="45"/>
                    <a:pt x="34" y="39"/>
                    <a:pt x="31" y="38"/>
                  </a:cubicBezTo>
                  <a:cubicBezTo>
                    <a:pt x="27" y="38"/>
                    <a:pt x="27" y="43"/>
                    <a:pt x="25" y="45"/>
                  </a:cubicBezTo>
                  <a:cubicBezTo>
                    <a:pt x="23" y="47"/>
                    <a:pt x="19" y="46"/>
                    <a:pt x="17" y="44"/>
                  </a:cubicBezTo>
                  <a:cubicBezTo>
                    <a:pt x="14" y="42"/>
                    <a:pt x="12" y="39"/>
                    <a:pt x="10" y="37"/>
                  </a:cubicBezTo>
                  <a:cubicBezTo>
                    <a:pt x="6" y="34"/>
                    <a:pt x="3" y="33"/>
                    <a:pt x="2" y="28"/>
                  </a:cubicBezTo>
                  <a:cubicBezTo>
                    <a:pt x="1" y="25"/>
                    <a:pt x="0" y="20"/>
                    <a:pt x="2" y="18"/>
                  </a:cubicBezTo>
                  <a:cubicBezTo>
                    <a:pt x="3" y="16"/>
                    <a:pt x="6" y="17"/>
                    <a:pt x="7" y="15"/>
                  </a:cubicBezTo>
                  <a:cubicBezTo>
                    <a:pt x="9" y="13"/>
                    <a:pt x="7" y="12"/>
                    <a:pt x="7" y="9"/>
                  </a:cubicBezTo>
                  <a:cubicBezTo>
                    <a:pt x="7" y="6"/>
                    <a:pt x="9" y="4"/>
                    <a:pt x="12" y="3"/>
                  </a:cubicBezTo>
                  <a:cubicBezTo>
                    <a:pt x="16" y="2"/>
                    <a:pt x="18" y="5"/>
                    <a:pt x="21" y="5"/>
                  </a:cubicBezTo>
                  <a:cubicBezTo>
                    <a:pt x="25" y="4"/>
                    <a:pt x="26" y="2"/>
                    <a:pt x="29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24" name="Freeform 2252">
              <a:extLst>
                <a:ext uri="{FF2B5EF4-FFF2-40B4-BE49-F238E27FC236}">
                  <a16:creationId xmlns:a16="http://schemas.microsoft.com/office/drawing/2014/main" id="{2F21B913-FB95-41E2-B340-43D688D08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837"/>
              <a:ext cx="13" cy="10"/>
            </a:xfrm>
            <a:custGeom>
              <a:avLst/>
              <a:gdLst>
                <a:gd name="T0" fmla="*/ 45 w 7"/>
                <a:gd name="T1" fmla="*/ 8 h 5"/>
                <a:gd name="T2" fmla="*/ 0 w 7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4" y="0"/>
                    <a:pt x="2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25" name="Freeform 2253">
              <a:extLst>
                <a:ext uri="{FF2B5EF4-FFF2-40B4-BE49-F238E27FC236}">
                  <a16:creationId xmlns:a16="http://schemas.microsoft.com/office/drawing/2014/main" id="{9ED5B809-EF8F-4D04-8D8E-4113FE65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779"/>
              <a:ext cx="19" cy="13"/>
            </a:xfrm>
            <a:custGeom>
              <a:avLst/>
              <a:gdLst>
                <a:gd name="T0" fmla="*/ 68 w 10"/>
                <a:gd name="T1" fmla="*/ 61 h 6"/>
                <a:gd name="T2" fmla="*/ 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7" y="2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26" name="Freeform 2254">
              <a:extLst>
                <a:ext uri="{FF2B5EF4-FFF2-40B4-BE49-F238E27FC236}">
                  <a16:creationId xmlns:a16="http://schemas.microsoft.com/office/drawing/2014/main" id="{92FFCA3B-F917-4B3B-99A4-231FAE2CC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92"/>
              <a:ext cx="6" cy="12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1" y="5"/>
                    <a:pt x="0" y="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27" name="Freeform 2255">
              <a:extLst>
                <a:ext uri="{FF2B5EF4-FFF2-40B4-BE49-F238E27FC236}">
                  <a16:creationId xmlns:a16="http://schemas.microsoft.com/office/drawing/2014/main" id="{16DCE332-60F2-403B-969D-C7EB9F2F4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835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28" name="Freeform 2256">
              <a:extLst>
                <a:ext uri="{FF2B5EF4-FFF2-40B4-BE49-F238E27FC236}">
                  <a16:creationId xmlns:a16="http://schemas.microsoft.com/office/drawing/2014/main" id="{C4A24062-0E4B-442C-ADF3-F36EA953F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788"/>
              <a:ext cx="6" cy="4"/>
            </a:xfrm>
            <a:custGeom>
              <a:avLst/>
              <a:gdLst>
                <a:gd name="T0" fmla="*/ 24 w 3"/>
                <a:gd name="T1" fmla="*/ 0 h 2"/>
                <a:gd name="T2" fmla="*/ 8 w 3"/>
                <a:gd name="T3" fmla="*/ 16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29" name="Freeform 2257">
              <a:extLst>
                <a:ext uri="{FF2B5EF4-FFF2-40B4-BE49-F238E27FC236}">
                  <a16:creationId xmlns:a16="http://schemas.microsoft.com/office/drawing/2014/main" id="{C9AB55F5-D9CD-4072-8755-E92FBFF0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779"/>
              <a:ext cx="1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30" name="Freeform 2258">
              <a:extLst>
                <a:ext uri="{FF2B5EF4-FFF2-40B4-BE49-F238E27FC236}">
                  <a16:creationId xmlns:a16="http://schemas.microsoft.com/office/drawing/2014/main" id="{877DA717-E32D-486A-A0B2-8E2FDFE50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802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31" name="Freeform 2259">
              <a:extLst>
                <a:ext uri="{FF2B5EF4-FFF2-40B4-BE49-F238E27FC236}">
                  <a16:creationId xmlns:a16="http://schemas.microsoft.com/office/drawing/2014/main" id="{2AA32286-9ADB-42CD-A7F5-5AD738DD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924"/>
              <a:ext cx="122" cy="101"/>
            </a:xfrm>
            <a:custGeom>
              <a:avLst/>
              <a:gdLst>
                <a:gd name="T0" fmla="*/ 356 w 63"/>
                <a:gd name="T1" fmla="*/ 165 h 49"/>
                <a:gd name="T2" fmla="*/ 401 w 63"/>
                <a:gd name="T3" fmla="*/ 221 h 49"/>
                <a:gd name="T4" fmla="*/ 436 w 63"/>
                <a:gd name="T5" fmla="*/ 305 h 49"/>
                <a:gd name="T6" fmla="*/ 372 w 63"/>
                <a:gd name="T7" fmla="*/ 348 h 49"/>
                <a:gd name="T8" fmla="*/ 312 w 63"/>
                <a:gd name="T9" fmla="*/ 348 h 49"/>
                <a:gd name="T10" fmla="*/ 263 w 63"/>
                <a:gd name="T11" fmla="*/ 396 h 49"/>
                <a:gd name="T12" fmla="*/ 188 w 63"/>
                <a:gd name="T13" fmla="*/ 396 h 49"/>
                <a:gd name="T14" fmla="*/ 132 w 63"/>
                <a:gd name="T15" fmla="*/ 396 h 49"/>
                <a:gd name="T16" fmla="*/ 56 w 63"/>
                <a:gd name="T17" fmla="*/ 429 h 49"/>
                <a:gd name="T18" fmla="*/ 23 w 63"/>
                <a:gd name="T19" fmla="*/ 369 h 49"/>
                <a:gd name="T20" fmla="*/ 37 w 63"/>
                <a:gd name="T21" fmla="*/ 289 h 49"/>
                <a:gd name="T22" fmla="*/ 29 w 63"/>
                <a:gd name="T23" fmla="*/ 237 h 49"/>
                <a:gd name="T24" fmla="*/ 64 w 63"/>
                <a:gd name="T25" fmla="*/ 208 h 49"/>
                <a:gd name="T26" fmla="*/ 72 w 63"/>
                <a:gd name="T27" fmla="*/ 183 h 49"/>
                <a:gd name="T28" fmla="*/ 124 w 63"/>
                <a:gd name="T29" fmla="*/ 132 h 49"/>
                <a:gd name="T30" fmla="*/ 132 w 63"/>
                <a:gd name="T31" fmla="*/ 97 h 49"/>
                <a:gd name="T32" fmla="*/ 180 w 63"/>
                <a:gd name="T33" fmla="*/ 60 h 49"/>
                <a:gd name="T34" fmla="*/ 248 w 63"/>
                <a:gd name="T35" fmla="*/ 60 h 49"/>
                <a:gd name="T36" fmla="*/ 333 w 63"/>
                <a:gd name="T37" fmla="*/ 8 h 49"/>
                <a:gd name="T38" fmla="*/ 364 w 63"/>
                <a:gd name="T39" fmla="*/ 80 h 49"/>
                <a:gd name="T40" fmla="*/ 333 w 63"/>
                <a:gd name="T41" fmla="*/ 124 h 49"/>
                <a:gd name="T42" fmla="*/ 356 w 63"/>
                <a:gd name="T43" fmla="*/ 165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3" h="49">
                  <a:moveTo>
                    <a:pt x="49" y="19"/>
                  </a:moveTo>
                  <a:cubicBezTo>
                    <a:pt x="49" y="25"/>
                    <a:pt x="48" y="24"/>
                    <a:pt x="55" y="25"/>
                  </a:cubicBezTo>
                  <a:cubicBezTo>
                    <a:pt x="60" y="25"/>
                    <a:pt x="63" y="29"/>
                    <a:pt x="60" y="35"/>
                  </a:cubicBezTo>
                  <a:cubicBezTo>
                    <a:pt x="58" y="38"/>
                    <a:pt x="55" y="40"/>
                    <a:pt x="51" y="40"/>
                  </a:cubicBezTo>
                  <a:cubicBezTo>
                    <a:pt x="47" y="39"/>
                    <a:pt x="47" y="35"/>
                    <a:pt x="43" y="40"/>
                  </a:cubicBezTo>
                  <a:cubicBezTo>
                    <a:pt x="41" y="43"/>
                    <a:pt x="41" y="46"/>
                    <a:pt x="36" y="45"/>
                  </a:cubicBezTo>
                  <a:cubicBezTo>
                    <a:pt x="32" y="45"/>
                    <a:pt x="33" y="42"/>
                    <a:pt x="26" y="45"/>
                  </a:cubicBezTo>
                  <a:cubicBezTo>
                    <a:pt x="21" y="48"/>
                    <a:pt x="22" y="47"/>
                    <a:pt x="18" y="45"/>
                  </a:cubicBezTo>
                  <a:cubicBezTo>
                    <a:pt x="14" y="44"/>
                    <a:pt x="12" y="48"/>
                    <a:pt x="8" y="49"/>
                  </a:cubicBezTo>
                  <a:cubicBezTo>
                    <a:pt x="4" y="49"/>
                    <a:pt x="2" y="45"/>
                    <a:pt x="3" y="42"/>
                  </a:cubicBezTo>
                  <a:cubicBezTo>
                    <a:pt x="4" y="38"/>
                    <a:pt x="7" y="36"/>
                    <a:pt x="5" y="33"/>
                  </a:cubicBezTo>
                  <a:cubicBezTo>
                    <a:pt x="4" y="31"/>
                    <a:pt x="0" y="30"/>
                    <a:pt x="4" y="27"/>
                  </a:cubicBezTo>
                  <a:cubicBezTo>
                    <a:pt x="5" y="25"/>
                    <a:pt x="8" y="26"/>
                    <a:pt x="9" y="24"/>
                  </a:cubicBezTo>
                  <a:cubicBezTo>
                    <a:pt x="12" y="22"/>
                    <a:pt x="9" y="23"/>
                    <a:pt x="10" y="21"/>
                  </a:cubicBezTo>
                  <a:cubicBezTo>
                    <a:pt x="11" y="17"/>
                    <a:pt x="14" y="18"/>
                    <a:pt x="17" y="15"/>
                  </a:cubicBezTo>
                  <a:cubicBezTo>
                    <a:pt x="18" y="13"/>
                    <a:pt x="17" y="12"/>
                    <a:pt x="18" y="11"/>
                  </a:cubicBezTo>
                  <a:cubicBezTo>
                    <a:pt x="20" y="9"/>
                    <a:pt x="23" y="7"/>
                    <a:pt x="25" y="7"/>
                  </a:cubicBezTo>
                  <a:cubicBezTo>
                    <a:pt x="29" y="5"/>
                    <a:pt x="30" y="8"/>
                    <a:pt x="34" y="7"/>
                  </a:cubicBezTo>
                  <a:cubicBezTo>
                    <a:pt x="38" y="7"/>
                    <a:pt x="42" y="2"/>
                    <a:pt x="46" y="1"/>
                  </a:cubicBezTo>
                  <a:cubicBezTo>
                    <a:pt x="53" y="0"/>
                    <a:pt x="55" y="5"/>
                    <a:pt x="50" y="9"/>
                  </a:cubicBezTo>
                  <a:cubicBezTo>
                    <a:pt x="48" y="11"/>
                    <a:pt x="47" y="11"/>
                    <a:pt x="46" y="14"/>
                  </a:cubicBezTo>
                  <a:cubicBezTo>
                    <a:pt x="45" y="17"/>
                    <a:pt x="49" y="16"/>
                    <a:pt x="49" y="1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32" name="Freeform 2260">
              <a:extLst>
                <a:ext uri="{FF2B5EF4-FFF2-40B4-BE49-F238E27FC236}">
                  <a16:creationId xmlns:a16="http://schemas.microsoft.com/office/drawing/2014/main" id="{4EAA2439-1BC3-41DE-8733-4C32D745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981"/>
              <a:ext cx="37" cy="23"/>
            </a:xfrm>
            <a:custGeom>
              <a:avLst/>
              <a:gdLst>
                <a:gd name="T0" fmla="*/ 132 w 19"/>
                <a:gd name="T1" fmla="*/ 36 h 11"/>
                <a:gd name="T2" fmla="*/ 80 w 19"/>
                <a:gd name="T3" fmla="*/ 100 h 11"/>
                <a:gd name="T4" fmla="*/ 53 w 19"/>
                <a:gd name="T5" fmla="*/ 84 h 11"/>
                <a:gd name="T6" fmla="*/ 0 w 19"/>
                <a:gd name="T7" fmla="*/ 65 h 11"/>
                <a:gd name="T8" fmla="*/ 53 w 19"/>
                <a:gd name="T9" fmla="*/ 56 h 11"/>
                <a:gd name="T10" fmla="*/ 103 w 19"/>
                <a:gd name="T11" fmla="*/ 56 h 11"/>
                <a:gd name="T12" fmla="*/ 132 w 19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18" y="4"/>
                  </a:moveTo>
                  <a:cubicBezTo>
                    <a:pt x="19" y="7"/>
                    <a:pt x="14" y="11"/>
                    <a:pt x="11" y="11"/>
                  </a:cubicBezTo>
                  <a:cubicBezTo>
                    <a:pt x="10" y="11"/>
                    <a:pt x="8" y="10"/>
                    <a:pt x="7" y="9"/>
                  </a:cubicBezTo>
                  <a:cubicBezTo>
                    <a:pt x="5" y="8"/>
                    <a:pt x="3" y="7"/>
                    <a:pt x="0" y="7"/>
                  </a:cubicBezTo>
                  <a:cubicBezTo>
                    <a:pt x="2" y="7"/>
                    <a:pt x="5" y="6"/>
                    <a:pt x="7" y="6"/>
                  </a:cubicBezTo>
                  <a:cubicBezTo>
                    <a:pt x="10" y="7"/>
                    <a:pt x="11" y="7"/>
                    <a:pt x="14" y="6"/>
                  </a:cubicBezTo>
                  <a:cubicBezTo>
                    <a:pt x="17" y="4"/>
                    <a:pt x="17" y="3"/>
                    <a:pt x="18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33" name="Freeform 2261">
              <a:extLst>
                <a:ext uri="{FF2B5EF4-FFF2-40B4-BE49-F238E27FC236}">
                  <a16:creationId xmlns:a16="http://schemas.microsoft.com/office/drawing/2014/main" id="{17042C91-E9B7-478D-A0D4-9AA4D1298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002"/>
              <a:ext cx="50" cy="17"/>
            </a:xfrm>
            <a:custGeom>
              <a:avLst/>
              <a:gdLst>
                <a:gd name="T0" fmla="*/ 185 w 26"/>
                <a:gd name="T1" fmla="*/ 9 h 8"/>
                <a:gd name="T2" fmla="*/ 148 w 26"/>
                <a:gd name="T3" fmla="*/ 60 h 8"/>
                <a:gd name="T4" fmla="*/ 108 w 26"/>
                <a:gd name="T5" fmla="*/ 49 h 8"/>
                <a:gd name="T6" fmla="*/ 0 w 26"/>
                <a:gd name="T7" fmla="*/ 68 h 8"/>
                <a:gd name="T8" fmla="*/ 44 w 26"/>
                <a:gd name="T9" fmla="*/ 49 h 8"/>
                <a:gd name="T10" fmla="*/ 92 w 26"/>
                <a:gd name="T11" fmla="*/ 19 h 8"/>
                <a:gd name="T12" fmla="*/ 156 w 26"/>
                <a:gd name="T13" fmla="*/ 9 h 8"/>
                <a:gd name="T14" fmla="*/ 185 w 26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8">
                  <a:moveTo>
                    <a:pt x="26" y="1"/>
                  </a:moveTo>
                  <a:cubicBezTo>
                    <a:pt x="23" y="2"/>
                    <a:pt x="23" y="5"/>
                    <a:pt x="21" y="6"/>
                  </a:cubicBezTo>
                  <a:cubicBezTo>
                    <a:pt x="19" y="7"/>
                    <a:pt x="18" y="6"/>
                    <a:pt x="15" y="5"/>
                  </a:cubicBezTo>
                  <a:cubicBezTo>
                    <a:pt x="10" y="3"/>
                    <a:pt x="6" y="8"/>
                    <a:pt x="0" y="7"/>
                  </a:cubicBezTo>
                  <a:cubicBezTo>
                    <a:pt x="3" y="7"/>
                    <a:pt x="5" y="6"/>
                    <a:pt x="6" y="5"/>
                  </a:cubicBezTo>
                  <a:cubicBezTo>
                    <a:pt x="9" y="3"/>
                    <a:pt x="10" y="2"/>
                    <a:pt x="13" y="2"/>
                  </a:cubicBezTo>
                  <a:cubicBezTo>
                    <a:pt x="17" y="3"/>
                    <a:pt x="19" y="2"/>
                    <a:pt x="22" y="1"/>
                  </a:cubicBezTo>
                  <a:cubicBezTo>
                    <a:pt x="23" y="1"/>
                    <a:pt x="24" y="0"/>
                    <a:pt x="26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34" name="Freeform 2262">
              <a:extLst>
                <a:ext uri="{FF2B5EF4-FFF2-40B4-BE49-F238E27FC236}">
                  <a16:creationId xmlns:a16="http://schemas.microsoft.com/office/drawing/2014/main" id="{0BF4B313-776A-4CB4-B9F1-B0D4AC3AF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008"/>
              <a:ext cx="31" cy="13"/>
            </a:xfrm>
            <a:custGeom>
              <a:avLst/>
              <a:gdLst>
                <a:gd name="T0" fmla="*/ 116 w 16"/>
                <a:gd name="T1" fmla="*/ 20 h 6"/>
                <a:gd name="T2" fmla="*/ 79 w 16"/>
                <a:gd name="T3" fmla="*/ 33 h 6"/>
                <a:gd name="T4" fmla="*/ 37 w 16"/>
                <a:gd name="T5" fmla="*/ 61 h 6"/>
                <a:gd name="T6" fmla="*/ 16 w 16"/>
                <a:gd name="T7" fmla="*/ 0 h 6"/>
                <a:gd name="T8" fmla="*/ 60 w 16"/>
                <a:gd name="T9" fmla="*/ 33 h 6"/>
                <a:gd name="T10" fmla="*/ 93 w 16"/>
                <a:gd name="T11" fmla="*/ 0 h 6"/>
                <a:gd name="T12" fmla="*/ 116 w 16"/>
                <a:gd name="T13" fmla="*/ 9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">
                  <a:moveTo>
                    <a:pt x="16" y="2"/>
                  </a:moveTo>
                  <a:cubicBezTo>
                    <a:pt x="14" y="2"/>
                    <a:pt x="13" y="2"/>
                    <a:pt x="11" y="3"/>
                  </a:cubicBezTo>
                  <a:cubicBezTo>
                    <a:pt x="9" y="4"/>
                    <a:pt x="7" y="6"/>
                    <a:pt x="5" y="6"/>
                  </a:cubicBezTo>
                  <a:cubicBezTo>
                    <a:pt x="2" y="6"/>
                    <a:pt x="0" y="3"/>
                    <a:pt x="2" y="0"/>
                  </a:cubicBezTo>
                  <a:cubicBezTo>
                    <a:pt x="1" y="4"/>
                    <a:pt x="6" y="3"/>
                    <a:pt x="8" y="3"/>
                  </a:cubicBezTo>
                  <a:cubicBezTo>
                    <a:pt x="10" y="2"/>
                    <a:pt x="11" y="0"/>
                    <a:pt x="13" y="0"/>
                  </a:cubicBezTo>
                  <a:cubicBezTo>
                    <a:pt x="15" y="1"/>
                    <a:pt x="15" y="2"/>
                    <a:pt x="16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35" name="Freeform 2263">
              <a:extLst>
                <a:ext uri="{FF2B5EF4-FFF2-40B4-BE49-F238E27FC236}">
                  <a16:creationId xmlns:a16="http://schemas.microsoft.com/office/drawing/2014/main" id="{F3737E69-2A10-461A-83AB-B5CFAD27E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986"/>
              <a:ext cx="19" cy="16"/>
            </a:xfrm>
            <a:custGeom>
              <a:avLst/>
              <a:gdLst>
                <a:gd name="T0" fmla="*/ 15 w 10"/>
                <a:gd name="T1" fmla="*/ 16 h 8"/>
                <a:gd name="T2" fmla="*/ 68 w 10"/>
                <a:gd name="T3" fmla="*/ 32 h 8"/>
                <a:gd name="T4" fmla="*/ 15 w 10"/>
                <a:gd name="T5" fmla="*/ 48 h 8"/>
                <a:gd name="T6" fmla="*/ 0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2" y="2"/>
                  </a:moveTo>
                  <a:cubicBezTo>
                    <a:pt x="5" y="4"/>
                    <a:pt x="7" y="5"/>
                    <a:pt x="10" y="4"/>
                  </a:cubicBezTo>
                  <a:cubicBezTo>
                    <a:pt x="7" y="4"/>
                    <a:pt x="6" y="8"/>
                    <a:pt x="2" y="6"/>
                  </a:cubicBez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36" name="Freeform 2264">
              <a:extLst>
                <a:ext uri="{FF2B5EF4-FFF2-40B4-BE49-F238E27FC236}">
                  <a16:creationId xmlns:a16="http://schemas.microsoft.com/office/drawing/2014/main" id="{C4C6EB4A-DE1E-4DA9-AD8F-9EA914DD8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930"/>
              <a:ext cx="29" cy="31"/>
            </a:xfrm>
            <a:custGeom>
              <a:avLst/>
              <a:gdLst>
                <a:gd name="T0" fmla="*/ 79 w 15"/>
                <a:gd name="T1" fmla="*/ 8 h 15"/>
                <a:gd name="T2" fmla="*/ 44 w 15"/>
                <a:gd name="T3" fmla="*/ 132 h 15"/>
                <a:gd name="T4" fmla="*/ 52 w 15"/>
                <a:gd name="T5" fmla="*/ 43 h 15"/>
                <a:gd name="T6" fmla="*/ 52 w 15"/>
                <a:gd name="T7" fmla="*/ 0 h 15"/>
                <a:gd name="T8" fmla="*/ 7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1" y="1"/>
                  </a:moveTo>
                  <a:cubicBezTo>
                    <a:pt x="15" y="5"/>
                    <a:pt x="0" y="10"/>
                    <a:pt x="6" y="15"/>
                  </a:cubicBezTo>
                  <a:cubicBezTo>
                    <a:pt x="1" y="12"/>
                    <a:pt x="5" y="8"/>
                    <a:pt x="7" y="5"/>
                  </a:cubicBezTo>
                  <a:cubicBezTo>
                    <a:pt x="8" y="4"/>
                    <a:pt x="10" y="0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37" name="Freeform 2265">
              <a:extLst>
                <a:ext uri="{FF2B5EF4-FFF2-40B4-BE49-F238E27FC236}">
                  <a16:creationId xmlns:a16="http://schemas.microsoft.com/office/drawing/2014/main" id="{18BA1DDE-FF5A-452B-B12C-81D290F98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938"/>
              <a:ext cx="17" cy="6"/>
            </a:xfrm>
            <a:custGeom>
              <a:avLst/>
              <a:gdLst>
                <a:gd name="T0" fmla="*/ 60 w 9"/>
                <a:gd name="T1" fmla="*/ 8 h 3"/>
                <a:gd name="T2" fmla="*/ 0 w 9"/>
                <a:gd name="T3" fmla="*/ 24 h 3"/>
                <a:gd name="T4" fmla="*/ 32 w 9"/>
                <a:gd name="T5" fmla="*/ 16 h 3"/>
                <a:gd name="T6" fmla="*/ 60 w 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">
                  <a:moveTo>
                    <a:pt x="9" y="1"/>
                  </a:moveTo>
                  <a:cubicBezTo>
                    <a:pt x="6" y="0"/>
                    <a:pt x="1" y="0"/>
                    <a:pt x="0" y="3"/>
                  </a:cubicBezTo>
                  <a:cubicBezTo>
                    <a:pt x="2" y="2"/>
                    <a:pt x="3" y="2"/>
                    <a:pt x="5" y="2"/>
                  </a:cubicBezTo>
                  <a:cubicBezTo>
                    <a:pt x="7" y="2"/>
                    <a:pt x="8" y="1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38" name="Freeform 2266">
              <a:extLst>
                <a:ext uri="{FF2B5EF4-FFF2-40B4-BE49-F238E27FC236}">
                  <a16:creationId xmlns:a16="http://schemas.microsoft.com/office/drawing/2014/main" id="{66A5F4DE-1651-4137-A6BF-3E96F7A8E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975"/>
              <a:ext cx="12" cy="13"/>
            </a:xfrm>
            <a:custGeom>
              <a:avLst/>
              <a:gdLst>
                <a:gd name="T0" fmla="*/ 48 w 6"/>
                <a:gd name="T1" fmla="*/ 0 h 6"/>
                <a:gd name="T2" fmla="*/ 24 w 6"/>
                <a:gd name="T3" fmla="*/ 61 h 6"/>
                <a:gd name="T4" fmla="*/ 0 w 6"/>
                <a:gd name="T5" fmla="*/ 43 h 6"/>
                <a:gd name="T6" fmla="*/ 40 w 6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2"/>
                    <a:pt x="3" y="4"/>
                    <a:pt x="3" y="6"/>
                  </a:cubicBezTo>
                  <a:cubicBezTo>
                    <a:pt x="2" y="6"/>
                    <a:pt x="1" y="4"/>
                    <a:pt x="0" y="4"/>
                  </a:cubicBezTo>
                  <a:cubicBezTo>
                    <a:pt x="1" y="2"/>
                    <a:pt x="3" y="0"/>
                    <a:pt x="5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39" name="Freeform 2267">
              <a:extLst>
                <a:ext uri="{FF2B5EF4-FFF2-40B4-BE49-F238E27FC236}">
                  <a16:creationId xmlns:a16="http://schemas.microsoft.com/office/drawing/2014/main" id="{7F8942C4-C6B1-47CA-A547-3AC53A785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990"/>
              <a:ext cx="15" cy="27"/>
            </a:xfrm>
            <a:custGeom>
              <a:avLst/>
              <a:gdLst>
                <a:gd name="T0" fmla="*/ 21 w 8"/>
                <a:gd name="T1" fmla="*/ 8 h 13"/>
                <a:gd name="T2" fmla="*/ 15 w 8"/>
                <a:gd name="T3" fmla="*/ 64 h 13"/>
                <a:gd name="T4" fmla="*/ 15 w 8"/>
                <a:gd name="T5" fmla="*/ 116 h 13"/>
                <a:gd name="T6" fmla="*/ 53 w 8"/>
                <a:gd name="T7" fmla="*/ 35 h 13"/>
                <a:gd name="T8" fmla="*/ 21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3" y="1"/>
                  </a:moveTo>
                  <a:cubicBezTo>
                    <a:pt x="6" y="3"/>
                    <a:pt x="2" y="6"/>
                    <a:pt x="2" y="7"/>
                  </a:cubicBezTo>
                  <a:cubicBezTo>
                    <a:pt x="0" y="9"/>
                    <a:pt x="1" y="12"/>
                    <a:pt x="2" y="13"/>
                  </a:cubicBezTo>
                  <a:cubicBezTo>
                    <a:pt x="0" y="9"/>
                    <a:pt x="8" y="7"/>
                    <a:pt x="8" y="4"/>
                  </a:cubicBezTo>
                  <a:cubicBezTo>
                    <a:pt x="8" y="1"/>
                    <a:pt x="5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40" name="Freeform 2268">
              <a:extLst>
                <a:ext uri="{FF2B5EF4-FFF2-40B4-BE49-F238E27FC236}">
                  <a16:creationId xmlns:a16="http://schemas.microsoft.com/office/drawing/2014/main" id="{C78EC959-F765-4ABA-BBA9-04CD6BE72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955"/>
              <a:ext cx="9" cy="33"/>
            </a:xfrm>
            <a:custGeom>
              <a:avLst/>
              <a:gdLst>
                <a:gd name="T0" fmla="*/ 16 w 5"/>
                <a:gd name="T1" fmla="*/ 43 h 16"/>
                <a:gd name="T2" fmla="*/ 13 w 5"/>
                <a:gd name="T3" fmla="*/ 89 h 16"/>
                <a:gd name="T4" fmla="*/ 0 w 5"/>
                <a:gd name="T5" fmla="*/ 140 h 16"/>
                <a:gd name="T6" fmla="*/ 23 w 5"/>
                <a:gd name="T7" fmla="*/ 107 h 16"/>
                <a:gd name="T8" fmla="*/ 23 w 5"/>
                <a:gd name="T9" fmla="*/ 52 h 16"/>
                <a:gd name="T10" fmla="*/ 23 w 5"/>
                <a:gd name="T11" fmla="*/ 25 h 16"/>
                <a:gd name="T12" fmla="*/ 0 w 5"/>
                <a:gd name="T13" fmla="*/ 8 h 16"/>
                <a:gd name="T14" fmla="*/ 0 w 5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16">
                  <a:moveTo>
                    <a:pt x="3" y="5"/>
                  </a:moveTo>
                  <a:cubicBezTo>
                    <a:pt x="4" y="7"/>
                    <a:pt x="2" y="8"/>
                    <a:pt x="2" y="10"/>
                  </a:cubicBezTo>
                  <a:cubicBezTo>
                    <a:pt x="1" y="12"/>
                    <a:pt x="1" y="14"/>
                    <a:pt x="0" y="16"/>
                  </a:cubicBezTo>
                  <a:cubicBezTo>
                    <a:pt x="1" y="15"/>
                    <a:pt x="3" y="13"/>
                    <a:pt x="4" y="12"/>
                  </a:cubicBezTo>
                  <a:cubicBezTo>
                    <a:pt x="5" y="10"/>
                    <a:pt x="4" y="8"/>
                    <a:pt x="4" y="6"/>
                  </a:cubicBezTo>
                  <a:cubicBezTo>
                    <a:pt x="4" y="5"/>
                    <a:pt x="5" y="4"/>
                    <a:pt x="4" y="3"/>
                  </a:cubicBezTo>
                  <a:cubicBezTo>
                    <a:pt x="3" y="2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41" name="Freeform 2269">
              <a:extLst>
                <a:ext uri="{FF2B5EF4-FFF2-40B4-BE49-F238E27FC236}">
                  <a16:creationId xmlns:a16="http://schemas.microsoft.com/office/drawing/2014/main" id="{4211D999-5BE0-4294-B29E-1D7F78941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012"/>
              <a:ext cx="23" cy="15"/>
            </a:xfrm>
            <a:custGeom>
              <a:avLst/>
              <a:gdLst>
                <a:gd name="T0" fmla="*/ 84 w 12"/>
                <a:gd name="T1" fmla="*/ 0 h 7"/>
                <a:gd name="T2" fmla="*/ 8 w 12"/>
                <a:gd name="T3" fmla="*/ 9 h 7"/>
                <a:gd name="T4" fmla="*/ 36 w 12"/>
                <a:gd name="T5" fmla="*/ 19 h 7"/>
                <a:gd name="T6" fmla="*/ 84 w 12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1" y="1"/>
                    <a:pt x="0" y="7"/>
                    <a:pt x="1" y="1"/>
                  </a:cubicBezTo>
                  <a:cubicBezTo>
                    <a:pt x="2" y="1"/>
                    <a:pt x="3" y="2"/>
                    <a:pt x="5" y="2"/>
                  </a:cubicBezTo>
                  <a:cubicBezTo>
                    <a:pt x="7" y="3"/>
                    <a:pt x="9" y="0"/>
                    <a:pt x="12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42" name="Freeform 2270">
              <a:extLst>
                <a:ext uri="{FF2B5EF4-FFF2-40B4-BE49-F238E27FC236}">
                  <a16:creationId xmlns:a16="http://schemas.microsoft.com/office/drawing/2014/main" id="{3FFB8002-87BA-4013-99C8-C24CADCAF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994"/>
              <a:ext cx="29" cy="8"/>
            </a:xfrm>
            <a:custGeom>
              <a:avLst/>
              <a:gdLst>
                <a:gd name="T0" fmla="*/ 108 w 15"/>
                <a:gd name="T1" fmla="*/ 0 h 4"/>
                <a:gd name="T2" fmla="*/ 52 w 15"/>
                <a:gd name="T3" fmla="*/ 32 h 4"/>
                <a:gd name="T4" fmla="*/ 0 w 15"/>
                <a:gd name="T5" fmla="*/ 16 h 4"/>
                <a:gd name="T6" fmla="*/ 64 w 15"/>
                <a:gd name="T7" fmla="*/ 24 h 4"/>
                <a:gd name="T8" fmla="*/ 108 w 1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4" y="4"/>
                    <a:pt x="9" y="4"/>
                    <a:pt x="7" y="4"/>
                  </a:cubicBezTo>
                  <a:cubicBezTo>
                    <a:pt x="5" y="4"/>
                    <a:pt x="2" y="1"/>
                    <a:pt x="0" y="2"/>
                  </a:cubicBezTo>
                  <a:cubicBezTo>
                    <a:pt x="3" y="1"/>
                    <a:pt x="6" y="3"/>
                    <a:pt x="9" y="3"/>
                  </a:cubicBezTo>
                  <a:cubicBezTo>
                    <a:pt x="11" y="3"/>
                    <a:pt x="13" y="1"/>
                    <a:pt x="1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43" name="Freeform 2271">
              <a:extLst>
                <a:ext uri="{FF2B5EF4-FFF2-40B4-BE49-F238E27FC236}">
                  <a16:creationId xmlns:a16="http://schemas.microsoft.com/office/drawing/2014/main" id="{703F2978-EF88-4E55-9BD9-24CE53B3A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000"/>
              <a:ext cx="19" cy="17"/>
            </a:xfrm>
            <a:custGeom>
              <a:avLst/>
              <a:gdLst>
                <a:gd name="T0" fmla="*/ 68 w 10"/>
                <a:gd name="T1" fmla="*/ 9 h 8"/>
                <a:gd name="T2" fmla="*/ 0 w 10"/>
                <a:gd name="T3" fmla="*/ 60 h 8"/>
                <a:gd name="T4" fmla="*/ 40 w 10"/>
                <a:gd name="T5" fmla="*/ 28 h 8"/>
                <a:gd name="T6" fmla="*/ 68 w 10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10" y="1"/>
                  </a:moveTo>
                  <a:cubicBezTo>
                    <a:pt x="7" y="4"/>
                    <a:pt x="5" y="8"/>
                    <a:pt x="0" y="6"/>
                  </a:cubicBezTo>
                  <a:cubicBezTo>
                    <a:pt x="3" y="6"/>
                    <a:pt x="4" y="5"/>
                    <a:pt x="6" y="3"/>
                  </a:cubicBezTo>
                  <a:cubicBezTo>
                    <a:pt x="7" y="1"/>
                    <a:pt x="8" y="0"/>
                    <a:pt x="1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44" name="Freeform 2272">
              <a:extLst>
                <a:ext uri="{FF2B5EF4-FFF2-40B4-BE49-F238E27FC236}">
                  <a16:creationId xmlns:a16="http://schemas.microsoft.com/office/drawing/2014/main" id="{2081857A-CFB9-4270-962C-1500A41AC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977"/>
              <a:ext cx="14" cy="11"/>
            </a:xfrm>
            <a:custGeom>
              <a:avLst/>
              <a:gdLst>
                <a:gd name="T0" fmla="*/ 48 w 7"/>
                <a:gd name="T1" fmla="*/ 0 h 5"/>
                <a:gd name="T2" fmla="*/ 32 w 7"/>
                <a:gd name="T3" fmla="*/ 53 h 5"/>
                <a:gd name="T4" fmla="*/ 56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2" y="0"/>
                    <a:pt x="0" y="3"/>
                    <a:pt x="4" y="5"/>
                  </a:cubicBezTo>
                  <a:cubicBezTo>
                    <a:pt x="2" y="4"/>
                    <a:pt x="5" y="0"/>
                    <a:pt x="7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45" name="Freeform 2273">
              <a:extLst>
                <a:ext uri="{FF2B5EF4-FFF2-40B4-BE49-F238E27FC236}">
                  <a16:creationId xmlns:a16="http://schemas.microsoft.com/office/drawing/2014/main" id="{0D6ED6C4-0478-4496-91BB-BBC8259B0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932"/>
              <a:ext cx="27" cy="14"/>
            </a:xfrm>
            <a:custGeom>
              <a:avLst/>
              <a:gdLst>
                <a:gd name="T0" fmla="*/ 85 w 14"/>
                <a:gd name="T1" fmla="*/ 8 h 7"/>
                <a:gd name="T2" fmla="*/ 52 w 14"/>
                <a:gd name="T3" fmla="*/ 32 h 7"/>
                <a:gd name="T4" fmla="*/ 0 w 14"/>
                <a:gd name="T5" fmla="*/ 56 h 7"/>
                <a:gd name="T6" fmla="*/ 64 w 14"/>
                <a:gd name="T7" fmla="*/ 32 h 7"/>
                <a:gd name="T8" fmla="*/ 100 w 1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12" y="1"/>
                  </a:moveTo>
                  <a:cubicBezTo>
                    <a:pt x="11" y="2"/>
                    <a:pt x="9" y="3"/>
                    <a:pt x="7" y="4"/>
                  </a:cubicBezTo>
                  <a:cubicBezTo>
                    <a:pt x="5" y="5"/>
                    <a:pt x="1" y="6"/>
                    <a:pt x="0" y="7"/>
                  </a:cubicBezTo>
                  <a:cubicBezTo>
                    <a:pt x="3" y="7"/>
                    <a:pt x="6" y="6"/>
                    <a:pt x="9" y="4"/>
                  </a:cubicBezTo>
                  <a:cubicBezTo>
                    <a:pt x="11" y="3"/>
                    <a:pt x="12" y="2"/>
                    <a:pt x="1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46" name="Freeform 2274">
              <a:extLst>
                <a:ext uri="{FF2B5EF4-FFF2-40B4-BE49-F238E27FC236}">
                  <a16:creationId xmlns:a16="http://schemas.microsoft.com/office/drawing/2014/main" id="{836C2960-89E4-4B27-8195-AAF942D13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959"/>
              <a:ext cx="8" cy="18"/>
            </a:xfrm>
            <a:custGeom>
              <a:avLst/>
              <a:gdLst>
                <a:gd name="T0" fmla="*/ 0 w 4"/>
                <a:gd name="T1" fmla="*/ 0 h 9"/>
                <a:gd name="T2" fmla="*/ 24 w 4"/>
                <a:gd name="T3" fmla="*/ 24 h 9"/>
                <a:gd name="T4" fmla="*/ 8 w 4"/>
                <a:gd name="T5" fmla="*/ 72 h 9"/>
                <a:gd name="T6" fmla="*/ 16 w 4"/>
                <a:gd name="T7" fmla="*/ 24 h 9"/>
                <a:gd name="T8" fmla="*/ 0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2"/>
                    <a:pt x="3" y="1"/>
                    <a:pt x="3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7"/>
                    <a:pt x="2" y="5"/>
                    <a:pt x="2" y="3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47" name="Freeform 2275">
              <a:extLst>
                <a:ext uri="{FF2B5EF4-FFF2-40B4-BE49-F238E27FC236}">
                  <a16:creationId xmlns:a16="http://schemas.microsoft.com/office/drawing/2014/main" id="{0BA4346A-16F3-493D-BFBB-760D91AA3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969"/>
              <a:ext cx="21" cy="12"/>
            </a:xfrm>
            <a:custGeom>
              <a:avLst/>
              <a:gdLst>
                <a:gd name="T0" fmla="*/ 8 w 11"/>
                <a:gd name="T1" fmla="*/ 0 h 6"/>
                <a:gd name="T2" fmla="*/ 76 w 11"/>
                <a:gd name="T3" fmla="*/ 48 h 6"/>
                <a:gd name="T4" fmla="*/ 15 w 11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1" y="0"/>
                  </a:moveTo>
                  <a:cubicBezTo>
                    <a:pt x="2" y="5"/>
                    <a:pt x="7" y="4"/>
                    <a:pt x="11" y="6"/>
                  </a:cubicBezTo>
                  <a:cubicBezTo>
                    <a:pt x="9" y="5"/>
                    <a:pt x="0" y="6"/>
                    <a:pt x="2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48" name="Freeform 2276">
              <a:extLst>
                <a:ext uri="{FF2B5EF4-FFF2-40B4-BE49-F238E27FC236}">
                  <a16:creationId xmlns:a16="http://schemas.microsoft.com/office/drawing/2014/main" id="{AD60AF53-8898-4B3B-97D0-FF69ACB62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924"/>
              <a:ext cx="122" cy="101"/>
            </a:xfrm>
            <a:custGeom>
              <a:avLst/>
              <a:gdLst>
                <a:gd name="T0" fmla="*/ 356 w 63"/>
                <a:gd name="T1" fmla="*/ 165 h 49"/>
                <a:gd name="T2" fmla="*/ 401 w 63"/>
                <a:gd name="T3" fmla="*/ 221 h 49"/>
                <a:gd name="T4" fmla="*/ 436 w 63"/>
                <a:gd name="T5" fmla="*/ 305 h 49"/>
                <a:gd name="T6" fmla="*/ 372 w 63"/>
                <a:gd name="T7" fmla="*/ 348 h 49"/>
                <a:gd name="T8" fmla="*/ 312 w 63"/>
                <a:gd name="T9" fmla="*/ 348 h 49"/>
                <a:gd name="T10" fmla="*/ 263 w 63"/>
                <a:gd name="T11" fmla="*/ 396 h 49"/>
                <a:gd name="T12" fmla="*/ 188 w 63"/>
                <a:gd name="T13" fmla="*/ 396 h 49"/>
                <a:gd name="T14" fmla="*/ 132 w 63"/>
                <a:gd name="T15" fmla="*/ 396 h 49"/>
                <a:gd name="T16" fmla="*/ 56 w 63"/>
                <a:gd name="T17" fmla="*/ 429 h 49"/>
                <a:gd name="T18" fmla="*/ 23 w 63"/>
                <a:gd name="T19" fmla="*/ 369 h 49"/>
                <a:gd name="T20" fmla="*/ 37 w 63"/>
                <a:gd name="T21" fmla="*/ 289 h 49"/>
                <a:gd name="T22" fmla="*/ 29 w 63"/>
                <a:gd name="T23" fmla="*/ 237 h 49"/>
                <a:gd name="T24" fmla="*/ 64 w 63"/>
                <a:gd name="T25" fmla="*/ 208 h 49"/>
                <a:gd name="T26" fmla="*/ 72 w 63"/>
                <a:gd name="T27" fmla="*/ 183 h 49"/>
                <a:gd name="T28" fmla="*/ 124 w 63"/>
                <a:gd name="T29" fmla="*/ 132 h 49"/>
                <a:gd name="T30" fmla="*/ 132 w 63"/>
                <a:gd name="T31" fmla="*/ 97 h 49"/>
                <a:gd name="T32" fmla="*/ 180 w 63"/>
                <a:gd name="T33" fmla="*/ 60 h 49"/>
                <a:gd name="T34" fmla="*/ 248 w 63"/>
                <a:gd name="T35" fmla="*/ 60 h 49"/>
                <a:gd name="T36" fmla="*/ 333 w 63"/>
                <a:gd name="T37" fmla="*/ 8 h 49"/>
                <a:gd name="T38" fmla="*/ 364 w 63"/>
                <a:gd name="T39" fmla="*/ 80 h 49"/>
                <a:gd name="T40" fmla="*/ 333 w 63"/>
                <a:gd name="T41" fmla="*/ 124 h 49"/>
                <a:gd name="T42" fmla="*/ 356 w 63"/>
                <a:gd name="T43" fmla="*/ 165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3" h="49">
                  <a:moveTo>
                    <a:pt x="49" y="19"/>
                  </a:moveTo>
                  <a:cubicBezTo>
                    <a:pt x="49" y="25"/>
                    <a:pt x="48" y="24"/>
                    <a:pt x="55" y="25"/>
                  </a:cubicBezTo>
                  <a:cubicBezTo>
                    <a:pt x="60" y="25"/>
                    <a:pt x="63" y="29"/>
                    <a:pt x="60" y="35"/>
                  </a:cubicBezTo>
                  <a:cubicBezTo>
                    <a:pt x="58" y="38"/>
                    <a:pt x="55" y="40"/>
                    <a:pt x="51" y="40"/>
                  </a:cubicBezTo>
                  <a:cubicBezTo>
                    <a:pt x="47" y="39"/>
                    <a:pt x="47" y="35"/>
                    <a:pt x="43" y="40"/>
                  </a:cubicBezTo>
                  <a:cubicBezTo>
                    <a:pt x="41" y="43"/>
                    <a:pt x="41" y="46"/>
                    <a:pt x="36" y="45"/>
                  </a:cubicBezTo>
                  <a:cubicBezTo>
                    <a:pt x="32" y="45"/>
                    <a:pt x="33" y="42"/>
                    <a:pt x="26" y="45"/>
                  </a:cubicBezTo>
                  <a:cubicBezTo>
                    <a:pt x="21" y="48"/>
                    <a:pt x="22" y="47"/>
                    <a:pt x="18" y="45"/>
                  </a:cubicBezTo>
                  <a:cubicBezTo>
                    <a:pt x="14" y="44"/>
                    <a:pt x="12" y="48"/>
                    <a:pt x="8" y="49"/>
                  </a:cubicBezTo>
                  <a:cubicBezTo>
                    <a:pt x="4" y="49"/>
                    <a:pt x="2" y="45"/>
                    <a:pt x="3" y="42"/>
                  </a:cubicBezTo>
                  <a:cubicBezTo>
                    <a:pt x="4" y="38"/>
                    <a:pt x="7" y="36"/>
                    <a:pt x="5" y="33"/>
                  </a:cubicBezTo>
                  <a:cubicBezTo>
                    <a:pt x="4" y="31"/>
                    <a:pt x="0" y="30"/>
                    <a:pt x="4" y="27"/>
                  </a:cubicBezTo>
                  <a:cubicBezTo>
                    <a:pt x="5" y="25"/>
                    <a:pt x="8" y="26"/>
                    <a:pt x="9" y="24"/>
                  </a:cubicBezTo>
                  <a:cubicBezTo>
                    <a:pt x="12" y="22"/>
                    <a:pt x="9" y="23"/>
                    <a:pt x="10" y="21"/>
                  </a:cubicBezTo>
                  <a:cubicBezTo>
                    <a:pt x="11" y="17"/>
                    <a:pt x="14" y="18"/>
                    <a:pt x="17" y="15"/>
                  </a:cubicBezTo>
                  <a:cubicBezTo>
                    <a:pt x="18" y="13"/>
                    <a:pt x="17" y="12"/>
                    <a:pt x="18" y="11"/>
                  </a:cubicBezTo>
                  <a:cubicBezTo>
                    <a:pt x="20" y="9"/>
                    <a:pt x="23" y="7"/>
                    <a:pt x="25" y="7"/>
                  </a:cubicBezTo>
                  <a:cubicBezTo>
                    <a:pt x="29" y="5"/>
                    <a:pt x="30" y="8"/>
                    <a:pt x="34" y="7"/>
                  </a:cubicBezTo>
                  <a:cubicBezTo>
                    <a:pt x="38" y="7"/>
                    <a:pt x="42" y="2"/>
                    <a:pt x="46" y="1"/>
                  </a:cubicBezTo>
                  <a:cubicBezTo>
                    <a:pt x="53" y="0"/>
                    <a:pt x="55" y="5"/>
                    <a:pt x="50" y="9"/>
                  </a:cubicBezTo>
                  <a:cubicBezTo>
                    <a:pt x="48" y="11"/>
                    <a:pt x="47" y="11"/>
                    <a:pt x="46" y="14"/>
                  </a:cubicBezTo>
                  <a:cubicBezTo>
                    <a:pt x="45" y="17"/>
                    <a:pt x="49" y="16"/>
                    <a:pt x="49" y="1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49" name="Freeform 2277">
              <a:extLst>
                <a:ext uri="{FF2B5EF4-FFF2-40B4-BE49-F238E27FC236}">
                  <a16:creationId xmlns:a16="http://schemas.microsoft.com/office/drawing/2014/main" id="{16AC9FFE-414B-42CB-AE67-2AB6ABF9C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998"/>
              <a:ext cx="14" cy="4"/>
            </a:xfrm>
            <a:custGeom>
              <a:avLst/>
              <a:gdLst>
                <a:gd name="T0" fmla="*/ 56 w 7"/>
                <a:gd name="T1" fmla="*/ 16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6" y="1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50" name="Freeform 2278">
              <a:extLst>
                <a:ext uri="{FF2B5EF4-FFF2-40B4-BE49-F238E27FC236}">
                  <a16:creationId xmlns:a16="http://schemas.microsoft.com/office/drawing/2014/main" id="{2D3F294B-6EC4-4224-8F49-3E1E77749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936"/>
              <a:ext cx="18" cy="8"/>
            </a:xfrm>
            <a:custGeom>
              <a:avLst/>
              <a:gdLst>
                <a:gd name="T0" fmla="*/ 72 w 9"/>
                <a:gd name="T1" fmla="*/ 0 h 4"/>
                <a:gd name="T2" fmla="*/ 0 w 9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2"/>
                    <a:pt x="3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51" name="Freeform 2279">
              <a:extLst>
                <a:ext uri="{FF2B5EF4-FFF2-40B4-BE49-F238E27FC236}">
                  <a16:creationId xmlns:a16="http://schemas.microsoft.com/office/drawing/2014/main" id="{98AE3AE8-EF83-4137-9B6E-2DFA499E4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84"/>
              <a:ext cx="19" cy="14"/>
            </a:xfrm>
            <a:custGeom>
              <a:avLst/>
              <a:gdLst>
                <a:gd name="T0" fmla="*/ 8 w 10"/>
                <a:gd name="T1" fmla="*/ 0 h 7"/>
                <a:gd name="T2" fmla="*/ 68 w 10"/>
                <a:gd name="T3" fmla="*/ 4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" y="0"/>
                  </a:moveTo>
                  <a:cubicBezTo>
                    <a:pt x="0" y="4"/>
                    <a:pt x="4" y="7"/>
                    <a:pt x="1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52" name="Freeform 2280">
              <a:extLst>
                <a:ext uri="{FF2B5EF4-FFF2-40B4-BE49-F238E27FC236}">
                  <a16:creationId xmlns:a16="http://schemas.microsoft.com/office/drawing/2014/main" id="{C7F79866-0706-4DD5-B090-F2D7637B7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955"/>
              <a:ext cx="10" cy="33"/>
            </a:xfrm>
            <a:custGeom>
              <a:avLst/>
              <a:gdLst>
                <a:gd name="T0" fmla="*/ 8 w 5"/>
                <a:gd name="T1" fmla="*/ 0 h 16"/>
                <a:gd name="T2" fmla="*/ 24 w 5"/>
                <a:gd name="T3" fmla="*/ 25 h 16"/>
                <a:gd name="T4" fmla="*/ 40 w 5"/>
                <a:gd name="T5" fmla="*/ 60 h 16"/>
                <a:gd name="T6" fmla="*/ 24 w 5"/>
                <a:gd name="T7" fmla="*/ 116 h 16"/>
                <a:gd name="T8" fmla="*/ 8 w 5"/>
                <a:gd name="T9" fmla="*/ 14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6">
                  <a:moveTo>
                    <a:pt x="1" y="0"/>
                  </a:moveTo>
                  <a:cubicBezTo>
                    <a:pt x="0" y="2"/>
                    <a:pt x="2" y="2"/>
                    <a:pt x="3" y="3"/>
                  </a:cubicBezTo>
                  <a:cubicBezTo>
                    <a:pt x="5" y="4"/>
                    <a:pt x="5" y="5"/>
                    <a:pt x="5" y="7"/>
                  </a:cubicBezTo>
                  <a:cubicBezTo>
                    <a:pt x="5" y="9"/>
                    <a:pt x="3" y="11"/>
                    <a:pt x="3" y="13"/>
                  </a:cubicBezTo>
                  <a:cubicBezTo>
                    <a:pt x="3" y="14"/>
                    <a:pt x="3" y="15"/>
                    <a:pt x="1" y="1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53" name="Freeform 2281">
              <a:extLst>
                <a:ext uri="{FF2B5EF4-FFF2-40B4-BE49-F238E27FC236}">
                  <a16:creationId xmlns:a16="http://schemas.microsoft.com/office/drawing/2014/main" id="{A3398073-10BC-47F6-9932-4AD9E9963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014"/>
              <a:ext cx="12" cy="3"/>
            </a:xfrm>
            <a:custGeom>
              <a:avLst/>
              <a:gdLst>
                <a:gd name="T0" fmla="*/ 48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54" name="Freeform 2282">
              <a:extLst>
                <a:ext uri="{FF2B5EF4-FFF2-40B4-BE49-F238E27FC236}">
                  <a16:creationId xmlns:a16="http://schemas.microsoft.com/office/drawing/2014/main" id="{87B2C9B9-30F8-4270-B004-CBBD24BD8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971"/>
              <a:ext cx="5" cy="13"/>
            </a:xfrm>
            <a:custGeom>
              <a:avLst/>
              <a:gdLst>
                <a:gd name="T0" fmla="*/ 13 w 3"/>
                <a:gd name="T1" fmla="*/ 0 h 6"/>
                <a:gd name="T2" fmla="*/ 0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0" y="5"/>
                    <a:pt x="0" y="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55" name="Freeform 2283">
              <a:extLst>
                <a:ext uri="{FF2B5EF4-FFF2-40B4-BE49-F238E27FC236}">
                  <a16:creationId xmlns:a16="http://schemas.microsoft.com/office/drawing/2014/main" id="{29F7892B-8926-44FF-9FFA-29E6CD48A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955"/>
              <a:ext cx="6" cy="4"/>
            </a:xfrm>
            <a:custGeom>
              <a:avLst/>
              <a:gdLst>
                <a:gd name="T0" fmla="*/ 24 w 3"/>
                <a:gd name="T1" fmla="*/ 8 h 2"/>
                <a:gd name="T2" fmla="*/ 0 w 3"/>
                <a:gd name="T3" fmla="*/ 8 h 2"/>
                <a:gd name="T4" fmla="*/ 24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2" y="2"/>
                    <a:pt x="3" y="2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56" name="Freeform 2284">
              <a:extLst>
                <a:ext uri="{FF2B5EF4-FFF2-40B4-BE49-F238E27FC236}">
                  <a16:creationId xmlns:a16="http://schemas.microsoft.com/office/drawing/2014/main" id="{8772D9C1-152D-4E39-9326-846613334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986"/>
              <a:ext cx="6" cy="2"/>
            </a:xfrm>
            <a:custGeom>
              <a:avLst/>
              <a:gdLst>
                <a:gd name="T0" fmla="*/ 0 w 3"/>
                <a:gd name="T1" fmla="*/ 0 h 1"/>
                <a:gd name="T2" fmla="*/ 24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57" name="Freeform 2285">
              <a:extLst>
                <a:ext uri="{FF2B5EF4-FFF2-40B4-BE49-F238E27FC236}">
                  <a16:creationId xmlns:a16="http://schemas.microsoft.com/office/drawing/2014/main" id="{5080DB7E-12F7-4406-83D5-EFD1F4D69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990"/>
              <a:ext cx="4" cy="6"/>
            </a:xfrm>
            <a:custGeom>
              <a:avLst/>
              <a:gdLst>
                <a:gd name="T0" fmla="*/ 8 w 2"/>
                <a:gd name="T1" fmla="*/ 24 h 3"/>
                <a:gd name="T2" fmla="*/ 0 w 2"/>
                <a:gd name="T3" fmla="*/ 8 h 3"/>
                <a:gd name="T4" fmla="*/ 0 w 2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2" y="0"/>
                    <a:pt x="0" y="1"/>
                  </a:cubicBezTo>
                  <a:cubicBezTo>
                    <a:pt x="0" y="1"/>
                    <a:pt x="1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58" name="Freeform 2286">
              <a:extLst>
                <a:ext uri="{FF2B5EF4-FFF2-40B4-BE49-F238E27FC236}">
                  <a16:creationId xmlns:a16="http://schemas.microsoft.com/office/drawing/2014/main" id="{E2272500-3F19-4B23-9E01-358E1AC49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000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59" name="Freeform 2287">
              <a:extLst>
                <a:ext uri="{FF2B5EF4-FFF2-40B4-BE49-F238E27FC236}">
                  <a16:creationId xmlns:a16="http://schemas.microsoft.com/office/drawing/2014/main" id="{DEA5FB4E-23C9-40B6-92DD-09A03451D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86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60" name="Freeform 2288">
              <a:extLst>
                <a:ext uri="{FF2B5EF4-FFF2-40B4-BE49-F238E27FC236}">
                  <a16:creationId xmlns:a16="http://schemas.microsoft.com/office/drawing/2014/main" id="{C84BF133-9FC7-4FF5-A205-273514CF2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979"/>
              <a:ext cx="5" cy="2"/>
            </a:xfrm>
            <a:custGeom>
              <a:avLst/>
              <a:gdLst>
                <a:gd name="T0" fmla="*/ 0 w 3"/>
                <a:gd name="T1" fmla="*/ 8 h 1"/>
                <a:gd name="T2" fmla="*/ 13 w 3"/>
                <a:gd name="T3" fmla="*/ 8 h 1"/>
                <a:gd name="T4" fmla="*/ 5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61" name="Freeform 2289">
              <a:extLst>
                <a:ext uri="{FF2B5EF4-FFF2-40B4-BE49-F238E27FC236}">
                  <a16:creationId xmlns:a16="http://schemas.microsoft.com/office/drawing/2014/main" id="{6B275704-B14D-4493-B5BC-C77319324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944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62" name="Freeform 2290">
              <a:extLst>
                <a:ext uri="{FF2B5EF4-FFF2-40B4-BE49-F238E27FC236}">
                  <a16:creationId xmlns:a16="http://schemas.microsoft.com/office/drawing/2014/main" id="{0ABA6FB2-A2AD-4DF9-AC5F-68E0FC1E5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850"/>
              <a:ext cx="96" cy="84"/>
            </a:xfrm>
            <a:custGeom>
              <a:avLst/>
              <a:gdLst>
                <a:gd name="T0" fmla="*/ 269 w 50"/>
                <a:gd name="T1" fmla="*/ 131 h 41"/>
                <a:gd name="T2" fmla="*/ 305 w 50"/>
                <a:gd name="T3" fmla="*/ 172 h 41"/>
                <a:gd name="T4" fmla="*/ 340 w 50"/>
                <a:gd name="T5" fmla="*/ 240 h 41"/>
                <a:gd name="T6" fmla="*/ 292 w 50"/>
                <a:gd name="T7" fmla="*/ 277 h 41"/>
                <a:gd name="T8" fmla="*/ 248 w 50"/>
                <a:gd name="T9" fmla="*/ 277 h 41"/>
                <a:gd name="T10" fmla="*/ 207 w 50"/>
                <a:gd name="T11" fmla="*/ 320 h 41"/>
                <a:gd name="T12" fmla="*/ 148 w 50"/>
                <a:gd name="T13" fmla="*/ 320 h 41"/>
                <a:gd name="T14" fmla="*/ 108 w 50"/>
                <a:gd name="T15" fmla="*/ 320 h 41"/>
                <a:gd name="T16" fmla="*/ 48 w 50"/>
                <a:gd name="T17" fmla="*/ 344 h 41"/>
                <a:gd name="T18" fmla="*/ 23 w 50"/>
                <a:gd name="T19" fmla="*/ 303 h 41"/>
                <a:gd name="T20" fmla="*/ 29 w 50"/>
                <a:gd name="T21" fmla="*/ 240 h 41"/>
                <a:gd name="T22" fmla="*/ 23 w 50"/>
                <a:gd name="T23" fmla="*/ 197 h 41"/>
                <a:gd name="T24" fmla="*/ 48 w 50"/>
                <a:gd name="T25" fmla="*/ 180 h 41"/>
                <a:gd name="T26" fmla="*/ 48 w 50"/>
                <a:gd name="T27" fmla="*/ 156 h 41"/>
                <a:gd name="T28" fmla="*/ 92 w 50"/>
                <a:gd name="T29" fmla="*/ 113 h 41"/>
                <a:gd name="T30" fmla="*/ 100 w 50"/>
                <a:gd name="T31" fmla="*/ 84 h 41"/>
                <a:gd name="T32" fmla="*/ 132 w 50"/>
                <a:gd name="T33" fmla="*/ 51 h 41"/>
                <a:gd name="T34" fmla="*/ 184 w 50"/>
                <a:gd name="T35" fmla="*/ 51 h 41"/>
                <a:gd name="T36" fmla="*/ 253 w 50"/>
                <a:gd name="T37" fmla="*/ 8 h 41"/>
                <a:gd name="T38" fmla="*/ 276 w 50"/>
                <a:gd name="T39" fmla="*/ 68 h 41"/>
                <a:gd name="T40" fmla="*/ 253 w 50"/>
                <a:gd name="T41" fmla="*/ 96 h 41"/>
                <a:gd name="T42" fmla="*/ 269 w 50"/>
                <a:gd name="T43" fmla="*/ 131 h 4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41">
                  <a:moveTo>
                    <a:pt x="38" y="15"/>
                  </a:moveTo>
                  <a:cubicBezTo>
                    <a:pt x="39" y="20"/>
                    <a:pt x="38" y="19"/>
                    <a:pt x="43" y="20"/>
                  </a:cubicBezTo>
                  <a:cubicBezTo>
                    <a:pt x="48" y="20"/>
                    <a:pt x="50" y="23"/>
                    <a:pt x="48" y="28"/>
                  </a:cubicBezTo>
                  <a:cubicBezTo>
                    <a:pt x="47" y="30"/>
                    <a:pt x="44" y="32"/>
                    <a:pt x="41" y="32"/>
                  </a:cubicBezTo>
                  <a:cubicBezTo>
                    <a:pt x="38" y="32"/>
                    <a:pt x="38" y="29"/>
                    <a:pt x="35" y="32"/>
                  </a:cubicBezTo>
                  <a:cubicBezTo>
                    <a:pt x="33" y="35"/>
                    <a:pt x="33" y="37"/>
                    <a:pt x="29" y="37"/>
                  </a:cubicBezTo>
                  <a:cubicBezTo>
                    <a:pt x="26" y="36"/>
                    <a:pt x="26" y="34"/>
                    <a:pt x="21" y="37"/>
                  </a:cubicBezTo>
                  <a:cubicBezTo>
                    <a:pt x="17" y="39"/>
                    <a:pt x="18" y="38"/>
                    <a:pt x="15" y="37"/>
                  </a:cubicBezTo>
                  <a:cubicBezTo>
                    <a:pt x="12" y="36"/>
                    <a:pt x="10" y="40"/>
                    <a:pt x="7" y="40"/>
                  </a:cubicBezTo>
                  <a:cubicBezTo>
                    <a:pt x="4" y="41"/>
                    <a:pt x="2" y="37"/>
                    <a:pt x="3" y="35"/>
                  </a:cubicBezTo>
                  <a:cubicBezTo>
                    <a:pt x="3" y="32"/>
                    <a:pt x="6" y="30"/>
                    <a:pt x="4" y="28"/>
                  </a:cubicBezTo>
                  <a:cubicBezTo>
                    <a:pt x="3" y="26"/>
                    <a:pt x="0" y="25"/>
                    <a:pt x="3" y="23"/>
                  </a:cubicBezTo>
                  <a:cubicBezTo>
                    <a:pt x="4" y="22"/>
                    <a:pt x="6" y="22"/>
                    <a:pt x="7" y="21"/>
                  </a:cubicBezTo>
                  <a:cubicBezTo>
                    <a:pt x="9" y="19"/>
                    <a:pt x="7" y="20"/>
                    <a:pt x="7" y="18"/>
                  </a:cubicBezTo>
                  <a:cubicBezTo>
                    <a:pt x="8" y="15"/>
                    <a:pt x="10" y="16"/>
                    <a:pt x="13" y="13"/>
                  </a:cubicBezTo>
                  <a:cubicBezTo>
                    <a:pt x="14" y="12"/>
                    <a:pt x="13" y="11"/>
                    <a:pt x="14" y="10"/>
                  </a:cubicBezTo>
                  <a:cubicBezTo>
                    <a:pt x="15" y="8"/>
                    <a:pt x="18" y="7"/>
                    <a:pt x="19" y="6"/>
                  </a:cubicBezTo>
                  <a:cubicBezTo>
                    <a:pt x="22" y="5"/>
                    <a:pt x="24" y="7"/>
                    <a:pt x="26" y="6"/>
                  </a:cubicBezTo>
                  <a:cubicBezTo>
                    <a:pt x="29" y="6"/>
                    <a:pt x="33" y="2"/>
                    <a:pt x="36" y="1"/>
                  </a:cubicBezTo>
                  <a:cubicBezTo>
                    <a:pt x="41" y="0"/>
                    <a:pt x="43" y="4"/>
                    <a:pt x="39" y="8"/>
                  </a:cubicBezTo>
                  <a:cubicBezTo>
                    <a:pt x="38" y="9"/>
                    <a:pt x="37" y="9"/>
                    <a:pt x="36" y="11"/>
                  </a:cubicBezTo>
                  <a:cubicBezTo>
                    <a:pt x="36" y="14"/>
                    <a:pt x="38" y="13"/>
                    <a:pt x="38" y="15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63" name="Freeform 2291">
              <a:extLst>
                <a:ext uri="{FF2B5EF4-FFF2-40B4-BE49-F238E27FC236}">
                  <a16:creationId xmlns:a16="http://schemas.microsoft.com/office/drawing/2014/main" id="{E0409EAA-0496-4ADA-B6CD-53911F3AF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897"/>
              <a:ext cx="29" cy="16"/>
            </a:xfrm>
            <a:custGeom>
              <a:avLst/>
              <a:gdLst>
                <a:gd name="T0" fmla="*/ 101 w 15"/>
                <a:gd name="T1" fmla="*/ 16 h 8"/>
                <a:gd name="T2" fmla="*/ 64 w 15"/>
                <a:gd name="T3" fmla="*/ 64 h 8"/>
                <a:gd name="T4" fmla="*/ 44 w 15"/>
                <a:gd name="T5" fmla="*/ 56 h 8"/>
                <a:gd name="T6" fmla="*/ 0 w 15"/>
                <a:gd name="T7" fmla="*/ 48 h 8"/>
                <a:gd name="T8" fmla="*/ 37 w 15"/>
                <a:gd name="T9" fmla="*/ 40 h 8"/>
                <a:gd name="T10" fmla="*/ 79 w 15"/>
                <a:gd name="T11" fmla="*/ 32 h 8"/>
                <a:gd name="T12" fmla="*/ 101 w 15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8">
                  <a:moveTo>
                    <a:pt x="14" y="2"/>
                  </a:moveTo>
                  <a:cubicBezTo>
                    <a:pt x="15" y="5"/>
                    <a:pt x="11" y="8"/>
                    <a:pt x="9" y="8"/>
                  </a:cubicBezTo>
                  <a:cubicBezTo>
                    <a:pt x="8" y="8"/>
                    <a:pt x="7" y="8"/>
                    <a:pt x="6" y="7"/>
                  </a:cubicBezTo>
                  <a:cubicBezTo>
                    <a:pt x="4" y="6"/>
                    <a:pt x="2" y="6"/>
                    <a:pt x="0" y="6"/>
                  </a:cubicBezTo>
                  <a:cubicBezTo>
                    <a:pt x="1" y="5"/>
                    <a:pt x="4" y="5"/>
                    <a:pt x="5" y="5"/>
                  </a:cubicBezTo>
                  <a:cubicBezTo>
                    <a:pt x="7" y="5"/>
                    <a:pt x="9" y="5"/>
                    <a:pt x="11" y="4"/>
                  </a:cubicBezTo>
                  <a:cubicBezTo>
                    <a:pt x="13" y="3"/>
                    <a:pt x="13" y="2"/>
                    <a:pt x="1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64" name="Freeform 2292">
              <a:extLst>
                <a:ext uri="{FF2B5EF4-FFF2-40B4-BE49-F238E27FC236}">
                  <a16:creationId xmlns:a16="http://schemas.microsoft.com/office/drawing/2014/main" id="{BC1B84F8-C365-4616-B67C-7EBFFA4C6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913"/>
              <a:ext cx="38" cy="15"/>
            </a:xfrm>
            <a:custGeom>
              <a:avLst/>
              <a:gdLst>
                <a:gd name="T0" fmla="*/ 137 w 20"/>
                <a:gd name="T1" fmla="*/ 0 h 7"/>
                <a:gd name="T2" fmla="*/ 116 w 20"/>
                <a:gd name="T3" fmla="*/ 41 h 7"/>
                <a:gd name="T4" fmla="*/ 84 w 20"/>
                <a:gd name="T5" fmla="*/ 41 h 7"/>
                <a:gd name="T6" fmla="*/ 0 w 20"/>
                <a:gd name="T7" fmla="*/ 60 h 7"/>
                <a:gd name="T8" fmla="*/ 36 w 20"/>
                <a:gd name="T9" fmla="*/ 41 h 7"/>
                <a:gd name="T10" fmla="*/ 68 w 20"/>
                <a:gd name="T11" fmla="*/ 19 h 7"/>
                <a:gd name="T12" fmla="*/ 116 w 20"/>
                <a:gd name="T13" fmla="*/ 9 h 7"/>
                <a:gd name="T14" fmla="*/ 137 w 20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7">
                  <a:moveTo>
                    <a:pt x="20" y="0"/>
                  </a:moveTo>
                  <a:cubicBezTo>
                    <a:pt x="18" y="1"/>
                    <a:pt x="18" y="3"/>
                    <a:pt x="17" y="4"/>
                  </a:cubicBezTo>
                  <a:cubicBezTo>
                    <a:pt x="15" y="5"/>
                    <a:pt x="14" y="4"/>
                    <a:pt x="12" y="4"/>
                  </a:cubicBezTo>
                  <a:cubicBezTo>
                    <a:pt x="8" y="3"/>
                    <a:pt x="5" y="7"/>
                    <a:pt x="0" y="6"/>
                  </a:cubicBezTo>
                  <a:cubicBezTo>
                    <a:pt x="2" y="6"/>
                    <a:pt x="3" y="5"/>
                    <a:pt x="5" y="4"/>
                  </a:cubicBezTo>
                  <a:cubicBezTo>
                    <a:pt x="6" y="2"/>
                    <a:pt x="8" y="2"/>
                    <a:pt x="10" y="2"/>
                  </a:cubicBezTo>
                  <a:cubicBezTo>
                    <a:pt x="13" y="2"/>
                    <a:pt x="14" y="2"/>
                    <a:pt x="17" y="1"/>
                  </a:cubicBezTo>
                  <a:cubicBezTo>
                    <a:pt x="18" y="0"/>
                    <a:pt x="19" y="0"/>
                    <a:pt x="2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65" name="Freeform 2293">
              <a:extLst>
                <a:ext uri="{FF2B5EF4-FFF2-40B4-BE49-F238E27FC236}">
                  <a16:creationId xmlns:a16="http://schemas.microsoft.com/office/drawing/2014/main" id="{C22C9176-15C7-4C76-BDB6-09789FF01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920"/>
              <a:ext cx="25" cy="10"/>
            </a:xfrm>
            <a:custGeom>
              <a:avLst/>
              <a:gdLst>
                <a:gd name="T0" fmla="*/ 85 w 13"/>
                <a:gd name="T1" fmla="*/ 8 h 5"/>
                <a:gd name="T2" fmla="*/ 63 w 13"/>
                <a:gd name="T3" fmla="*/ 24 h 5"/>
                <a:gd name="T4" fmla="*/ 29 w 13"/>
                <a:gd name="T5" fmla="*/ 40 h 5"/>
                <a:gd name="T6" fmla="*/ 8 w 13"/>
                <a:gd name="T7" fmla="*/ 8 h 5"/>
                <a:gd name="T8" fmla="*/ 44 w 13"/>
                <a:gd name="T9" fmla="*/ 16 h 5"/>
                <a:gd name="T10" fmla="*/ 71 w 13"/>
                <a:gd name="T11" fmla="*/ 0 h 5"/>
                <a:gd name="T12" fmla="*/ 92 w 13"/>
                <a:gd name="T13" fmla="*/ 8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">
                  <a:moveTo>
                    <a:pt x="12" y="1"/>
                  </a:moveTo>
                  <a:cubicBezTo>
                    <a:pt x="11" y="2"/>
                    <a:pt x="10" y="2"/>
                    <a:pt x="9" y="3"/>
                  </a:cubicBezTo>
                  <a:cubicBezTo>
                    <a:pt x="7" y="3"/>
                    <a:pt x="5" y="5"/>
                    <a:pt x="4" y="5"/>
                  </a:cubicBezTo>
                  <a:cubicBezTo>
                    <a:pt x="2" y="5"/>
                    <a:pt x="0" y="2"/>
                    <a:pt x="1" y="1"/>
                  </a:cubicBezTo>
                  <a:cubicBezTo>
                    <a:pt x="1" y="3"/>
                    <a:pt x="5" y="3"/>
                    <a:pt x="6" y="2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66" name="Freeform 2294">
              <a:extLst>
                <a:ext uri="{FF2B5EF4-FFF2-40B4-BE49-F238E27FC236}">
                  <a16:creationId xmlns:a16="http://schemas.microsoft.com/office/drawing/2014/main" id="{18CB95AA-F134-4201-AEC3-579D27F0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901"/>
              <a:ext cx="15" cy="12"/>
            </a:xfrm>
            <a:custGeom>
              <a:avLst/>
              <a:gdLst>
                <a:gd name="T0" fmla="*/ 15 w 8"/>
                <a:gd name="T1" fmla="*/ 8 h 6"/>
                <a:gd name="T2" fmla="*/ 53 w 8"/>
                <a:gd name="T3" fmla="*/ 24 h 6"/>
                <a:gd name="T4" fmla="*/ 15 w 8"/>
                <a:gd name="T5" fmla="*/ 40 h 6"/>
                <a:gd name="T6" fmla="*/ 0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4" y="3"/>
                    <a:pt x="5" y="4"/>
                    <a:pt x="8" y="3"/>
                  </a:cubicBezTo>
                  <a:cubicBezTo>
                    <a:pt x="6" y="3"/>
                    <a:pt x="5" y="6"/>
                    <a:pt x="2" y="5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67" name="Freeform 2295">
              <a:extLst>
                <a:ext uri="{FF2B5EF4-FFF2-40B4-BE49-F238E27FC236}">
                  <a16:creationId xmlns:a16="http://schemas.microsoft.com/office/drawing/2014/main" id="{BD4EEA09-364C-4A84-B856-3A01D96C6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854"/>
              <a:ext cx="21" cy="26"/>
            </a:xfrm>
            <a:custGeom>
              <a:avLst/>
              <a:gdLst>
                <a:gd name="T0" fmla="*/ 48 w 11"/>
                <a:gd name="T1" fmla="*/ 8 h 13"/>
                <a:gd name="T2" fmla="*/ 29 w 11"/>
                <a:gd name="T3" fmla="*/ 104 h 13"/>
                <a:gd name="T4" fmla="*/ 36 w 11"/>
                <a:gd name="T5" fmla="*/ 40 h 13"/>
                <a:gd name="T6" fmla="*/ 29 w 11"/>
                <a:gd name="T7" fmla="*/ 8 h 13"/>
                <a:gd name="T8" fmla="*/ 48 w 11"/>
                <a:gd name="T9" fmla="*/ 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7" y="1"/>
                  </a:moveTo>
                  <a:cubicBezTo>
                    <a:pt x="11" y="4"/>
                    <a:pt x="0" y="9"/>
                    <a:pt x="4" y="13"/>
                  </a:cubicBezTo>
                  <a:cubicBezTo>
                    <a:pt x="0" y="11"/>
                    <a:pt x="4" y="7"/>
                    <a:pt x="5" y="5"/>
                  </a:cubicBezTo>
                  <a:cubicBezTo>
                    <a:pt x="6" y="4"/>
                    <a:pt x="7" y="0"/>
                    <a:pt x="4" y="1"/>
                  </a:cubicBezTo>
                  <a:cubicBezTo>
                    <a:pt x="5" y="0"/>
                    <a:pt x="6" y="0"/>
                    <a:pt x="7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68" name="Freeform 2296">
              <a:extLst>
                <a:ext uri="{FF2B5EF4-FFF2-40B4-BE49-F238E27FC236}">
                  <a16:creationId xmlns:a16="http://schemas.microsoft.com/office/drawing/2014/main" id="{80BADBFD-FA2D-4824-B74A-7F4D2384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62"/>
              <a:ext cx="15" cy="6"/>
            </a:xfrm>
            <a:custGeom>
              <a:avLst/>
              <a:gdLst>
                <a:gd name="T0" fmla="*/ 53 w 8"/>
                <a:gd name="T1" fmla="*/ 8 h 3"/>
                <a:gd name="T2" fmla="*/ 0 w 8"/>
                <a:gd name="T3" fmla="*/ 24 h 3"/>
                <a:gd name="T4" fmla="*/ 32 w 8"/>
                <a:gd name="T5" fmla="*/ 16 h 3"/>
                <a:gd name="T6" fmla="*/ 53 w 8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8" y="1"/>
                  </a:moveTo>
                  <a:cubicBezTo>
                    <a:pt x="6" y="1"/>
                    <a:pt x="1" y="0"/>
                    <a:pt x="0" y="3"/>
                  </a:cubicBezTo>
                  <a:cubicBezTo>
                    <a:pt x="2" y="2"/>
                    <a:pt x="3" y="2"/>
                    <a:pt x="5" y="2"/>
                  </a:cubicBezTo>
                  <a:cubicBezTo>
                    <a:pt x="6" y="2"/>
                    <a:pt x="7" y="1"/>
                    <a:pt x="8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69" name="Freeform 2297">
              <a:extLst>
                <a:ext uri="{FF2B5EF4-FFF2-40B4-BE49-F238E27FC236}">
                  <a16:creationId xmlns:a16="http://schemas.microsoft.com/office/drawing/2014/main" id="{25224317-36B0-40B5-9387-D918155E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893"/>
              <a:ext cx="9" cy="10"/>
            </a:xfrm>
            <a:custGeom>
              <a:avLst/>
              <a:gdLst>
                <a:gd name="T0" fmla="*/ 29 w 5"/>
                <a:gd name="T1" fmla="*/ 0 h 5"/>
                <a:gd name="T2" fmla="*/ 16 w 5"/>
                <a:gd name="T3" fmla="*/ 40 h 5"/>
                <a:gd name="T4" fmla="*/ 0 w 5"/>
                <a:gd name="T5" fmla="*/ 24 h 5"/>
                <a:gd name="T6" fmla="*/ 23 w 5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4" y="2"/>
                    <a:pt x="3" y="4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1" y="2"/>
                    <a:pt x="3" y="1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70" name="Freeform 2298">
              <a:extLst>
                <a:ext uri="{FF2B5EF4-FFF2-40B4-BE49-F238E27FC236}">
                  <a16:creationId xmlns:a16="http://schemas.microsoft.com/office/drawing/2014/main" id="{BBB6784E-B1BE-4060-B3A5-43D9E813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905"/>
              <a:ext cx="13" cy="23"/>
            </a:xfrm>
            <a:custGeom>
              <a:avLst/>
              <a:gdLst>
                <a:gd name="T0" fmla="*/ 20 w 7"/>
                <a:gd name="T1" fmla="*/ 0 h 11"/>
                <a:gd name="T2" fmla="*/ 13 w 7"/>
                <a:gd name="T3" fmla="*/ 56 h 11"/>
                <a:gd name="T4" fmla="*/ 13 w 7"/>
                <a:gd name="T5" fmla="*/ 100 h 11"/>
                <a:gd name="T6" fmla="*/ 37 w 7"/>
                <a:gd name="T7" fmla="*/ 27 h 11"/>
                <a:gd name="T8" fmla="*/ 13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3" y="0"/>
                  </a:moveTo>
                  <a:cubicBezTo>
                    <a:pt x="5" y="2"/>
                    <a:pt x="2" y="4"/>
                    <a:pt x="2" y="6"/>
                  </a:cubicBezTo>
                  <a:cubicBezTo>
                    <a:pt x="0" y="8"/>
                    <a:pt x="1" y="9"/>
                    <a:pt x="2" y="11"/>
                  </a:cubicBezTo>
                  <a:cubicBezTo>
                    <a:pt x="1" y="7"/>
                    <a:pt x="7" y="6"/>
                    <a:pt x="6" y="3"/>
                  </a:cubicBezTo>
                  <a:cubicBezTo>
                    <a:pt x="6" y="1"/>
                    <a:pt x="4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71" name="Freeform 2299">
              <a:extLst>
                <a:ext uri="{FF2B5EF4-FFF2-40B4-BE49-F238E27FC236}">
                  <a16:creationId xmlns:a16="http://schemas.microsoft.com/office/drawing/2014/main" id="{6F115E78-AF92-4F4E-8E2D-05F32F3DA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876"/>
              <a:ext cx="8" cy="25"/>
            </a:xfrm>
            <a:custGeom>
              <a:avLst/>
              <a:gdLst>
                <a:gd name="T0" fmla="*/ 24 w 4"/>
                <a:gd name="T1" fmla="*/ 27 h 12"/>
                <a:gd name="T2" fmla="*/ 16 w 4"/>
                <a:gd name="T3" fmla="*/ 73 h 12"/>
                <a:gd name="T4" fmla="*/ 8 w 4"/>
                <a:gd name="T5" fmla="*/ 108 h 12"/>
                <a:gd name="T6" fmla="*/ 32 w 4"/>
                <a:gd name="T7" fmla="*/ 83 h 12"/>
                <a:gd name="T8" fmla="*/ 32 w 4"/>
                <a:gd name="T9" fmla="*/ 35 h 12"/>
                <a:gd name="T10" fmla="*/ 24 w 4"/>
                <a:gd name="T11" fmla="*/ 17 h 12"/>
                <a:gd name="T12" fmla="*/ 0 w 4"/>
                <a:gd name="T13" fmla="*/ 0 h 12"/>
                <a:gd name="T14" fmla="*/ 0 w 4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12">
                  <a:moveTo>
                    <a:pt x="3" y="3"/>
                  </a:moveTo>
                  <a:cubicBezTo>
                    <a:pt x="4" y="5"/>
                    <a:pt x="3" y="6"/>
                    <a:pt x="2" y="8"/>
                  </a:cubicBezTo>
                  <a:cubicBezTo>
                    <a:pt x="2" y="9"/>
                    <a:pt x="2" y="11"/>
                    <a:pt x="1" y="12"/>
                  </a:cubicBezTo>
                  <a:cubicBezTo>
                    <a:pt x="2" y="11"/>
                    <a:pt x="3" y="10"/>
                    <a:pt x="4" y="9"/>
                  </a:cubicBezTo>
                  <a:cubicBezTo>
                    <a:pt x="4" y="8"/>
                    <a:pt x="4" y="6"/>
                    <a:pt x="4" y="4"/>
                  </a:cubicBezTo>
                  <a:cubicBezTo>
                    <a:pt x="4" y="3"/>
                    <a:pt x="4" y="3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72" name="Freeform 2300">
              <a:extLst>
                <a:ext uri="{FF2B5EF4-FFF2-40B4-BE49-F238E27FC236}">
                  <a16:creationId xmlns:a16="http://schemas.microsoft.com/office/drawing/2014/main" id="{17EE1942-8274-4F4C-B8FC-FCEDE13E7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924"/>
              <a:ext cx="19" cy="10"/>
            </a:xfrm>
            <a:custGeom>
              <a:avLst/>
              <a:gdLst>
                <a:gd name="T0" fmla="*/ 68 w 10"/>
                <a:gd name="T1" fmla="*/ 0 h 5"/>
                <a:gd name="T2" fmla="*/ 8 w 10"/>
                <a:gd name="T3" fmla="*/ 0 h 5"/>
                <a:gd name="T4" fmla="*/ 21 w 10"/>
                <a:gd name="T5" fmla="*/ 16 h 5"/>
                <a:gd name="T6" fmla="*/ 61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8" y="0"/>
                    <a:pt x="0" y="5"/>
                    <a:pt x="1" y="0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5" y="2"/>
                    <a:pt x="7" y="0"/>
                    <a:pt x="9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73" name="Freeform 2301">
              <a:extLst>
                <a:ext uri="{FF2B5EF4-FFF2-40B4-BE49-F238E27FC236}">
                  <a16:creationId xmlns:a16="http://schemas.microsoft.com/office/drawing/2014/main" id="{3A134E6E-A256-433D-B962-CADB4E1C2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905"/>
              <a:ext cx="24" cy="8"/>
            </a:xfrm>
            <a:custGeom>
              <a:avLst/>
              <a:gdLst>
                <a:gd name="T0" fmla="*/ 96 w 12"/>
                <a:gd name="T1" fmla="*/ 0 h 4"/>
                <a:gd name="T2" fmla="*/ 48 w 12"/>
                <a:gd name="T3" fmla="*/ 32 h 4"/>
                <a:gd name="T4" fmla="*/ 0 w 12"/>
                <a:gd name="T5" fmla="*/ 16 h 4"/>
                <a:gd name="T6" fmla="*/ 56 w 12"/>
                <a:gd name="T7" fmla="*/ 16 h 4"/>
                <a:gd name="T8" fmla="*/ 96 w 1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cubicBezTo>
                    <a:pt x="12" y="3"/>
                    <a:pt x="8" y="4"/>
                    <a:pt x="6" y="4"/>
                  </a:cubicBezTo>
                  <a:cubicBezTo>
                    <a:pt x="4" y="3"/>
                    <a:pt x="2" y="1"/>
                    <a:pt x="0" y="2"/>
                  </a:cubicBezTo>
                  <a:cubicBezTo>
                    <a:pt x="2" y="1"/>
                    <a:pt x="5" y="2"/>
                    <a:pt x="7" y="2"/>
                  </a:cubicBezTo>
                  <a:cubicBezTo>
                    <a:pt x="9" y="2"/>
                    <a:pt x="11" y="1"/>
                    <a:pt x="1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74" name="Freeform 2302">
              <a:extLst>
                <a:ext uri="{FF2B5EF4-FFF2-40B4-BE49-F238E27FC236}">
                  <a16:creationId xmlns:a16="http://schemas.microsoft.com/office/drawing/2014/main" id="{692187AB-A017-4BFF-AD99-E85952C95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911"/>
              <a:ext cx="15" cy="15"/>
            </a:xfrm>
            <a:custGeom>
              <a:avLst/>
              <a:gdLst>
                <a:gd name="T0" fmla="*/ 53 w 8"/>
                <a:gd name="T1" fmla="*/ 9 h 7"/>
                <a:gd name="T2" fmla="*/ 0 w 8"/>
                <a:gd name="T3" fmla="*/ 51 h 7"/>
                <a:gd name="T4" fmla="*/ 32 w 8"/>
                <a:gd name="T5" fmla="*/ 19 h 7"/>
                <a:gd name="T6" fmla="*/ 53 w 8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6" y="3"/>
                    <a:pt x="5" y="7"/>
                    <a:pt x="0" y="5"/>
                  </a:cubicBezTo>
                  <a:cubicBezTo>
                    <a:pt x="3" y="5"/>
                    <a:pt x="4" y="4"/>
                    <a:pt x="5" y="2"/>
                  </a:cubicBezTo>
                  <a:cubicBezTo>
                    <a:pt x="6" y="1"/>
                    <a:pt x="6" y="0"/>
                    <a:pt x="8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75" name="Freeform 2303">
              <a:extLst>
                <a:ext uri="{FF2B5EF4-FFF2-40B4-BE49-F238E27FC236}">
                  <a16:creationId xmlns:a16="http://schemas.microsoft.com/office/drawing/2014/main" id="{CB44F298-FD30-4CEB-B715-17917CD56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895"/>
              <a:ext cx="9" cy="8"/>
            </a:xfrm>
            <a:custGeom>
              <a:avLst/>
              <a:gdLst>
                <a:gd name="T0" fmla="*/ 23 w 5"/>
                <a:gd name="T1" fmla="*/ 0 h 4"/>
                <a:gd name="T2" fmla="*/ 16 w 5"/>
                <a:gd name="T3" fmla="*/ 32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1" y="0"/>
                    <a:pt x="0" y="3"/>
                    <a:pt x="3" y="4"/>
                  </a:cubicBezTo>
                  <a:cubicBezTo>
                    <a:pt x="1" y="3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76" name="Freeform 2304">
              <a:extLst>
                <a:ext uri="{FF2B5EF4-FFF2-40B4-BE49-F238E27FC236}">
                  <a16:creationId xmlns:a16="http://schemas.microsoft.com/office/drawing/2014/main" id="{2257E069-F33B-40B5-92E3-5E71DEA35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858"/>
              <a:ext cx="22" cy="12"/>
            </a:xfrm>
            <a:custGeom>
              <a:avLst/>
              <a:gdLst>
                <a:gd name="T0" fmla="*/ 80 w 11"/>
                <a:gd name="T1" fmla="*/ 0 h 6"/>
                <a:gd name="T2" fmla="*/ 48 w 11"/>
                <a:gd name="T3" fmla="*/ 24 h 6"/>
                <a:gd name="T4" fmla="*/ 0 w 11"/>
                <a:gd name="T5" fmla="*/ 48 h 6"/>
                <a:gd name="T6" fmla="*/ 56 w 11"/>
                <a:gd name="T7" fmla="*/ 24 h 6"/>
                <a:gd name="T8" fmla="*/ 88 w 1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0" y="0"/>
                  </a:moveTo>
                  <a:cubicBezTo>
                    <a:pt x="9" y="1"/>
                    <a:pt x="7" y="2"/>
                    <a:pt x="6" y="3"/>
                  </a:cubicBezTo>
                  <a:cubicBezTo>
                    <a:pt x="4" y="4"/>
                    <a:pt x="1" y="5"/>
                    <a:pt x="0" y="6"/>
                  </a:cubicBezTo>
                  <a:cubicBezTo>
                    <a:pt x="3" y="6"/>
                    <a:pt x="5" y="4"/>
                    <a:pt x="7" y="3"/>
                  </a:cubicBezTo>
                  <a:cubicBezTo>
                    <a:pt x="9" y="2"/>
                    <a:pt x="10" y="1"/>
                    <a:pt x="1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77" name="Freeform 2305">
              <a:extLst>
                <a:ext uri="{FF2B5EF4-FFF2-40B4-BE49-F238E27FC236}">
                  <a16:creationId xmlns:a16="http://schemas.microsoft.com/office/drawing/2014/main" id="{1227DB50-D693-4BA8-9A94-278AB995B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878"/>
              <a:ext cx="6" cy="15"/>
            </a:xfrm>
            <a:custGeom>
              <a:avLst/>
              <a:gdLst>
                <a:gd name="T0" fmla="*/ 0 w 3"/>
                <a:gd name="T1" fmla="*/ 0 h 7"/>
                <a:gd name="T2" fmla="*/ 16 w 3"/>
                <a:gd name="T3" fmla="*/ 28 h 7"/>
                <a:gd name="T4" fmla="*/ 8 w 3"/>
                <a:gd name="T5" fmla="*/ 69 h 7"/>
                <a:gd name="T6" fmla="*/ 8 w 3"/>
                <a:gd name="T7" fmla="*/ 28 h 7"/>
                <a:gd name="T8" fmla="*/ 0 w 3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1"/>
                    <a:pt x="2" y="1"/>
                    <a:pt x="2" y="3"/>
                  </a:cubicBezTo>
                  <a:cubicBezTo>
                    <a:pt x="3" y="4"/>
                    <a:pt x="2" y="6"/>
                    <a:pt x="1" y="7"/>
                  </a:cubicBezTo>
                  <a:cubicBezTo>
                    <a:pt x="1" y="6"/>
                    <a:pt x="2" y="4"/>
                    <a:pt x="1" y="3"/>
                  </a:cubicBezTo>
                  <a:cubicBezTo>
                    <a:pt x="1" y="2"/>
                    <a:pt x="0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78" name="Freeform 2306">
              <a:extLst>
                <a:ext uri="{FF2B5EF4-FFF2-40B4-BE49-F238E27FC236}">
                  <a16:creationId xmlns:a16="http://schemas.microsoft.com/office/drawing/2014/main" id="{1FCD00EA-937F-4E16-B5B6-B9E24C73C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88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64 w 8"/>
                <a:gd name="T3" fmla="*/ 32 h 5"/>
                <a:gd name="T4" fmla="*/ 8 w 8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1" y="3"/>
                    <a:pt x="5" y="3"/>
                    <a:pt x="8" y="4"/>
                  </a:cubicBezTo>
                  <a:cubicBezTo>
                    <a:pt x="6" y="4"/>
                    <a:pt x="0" y="5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79" name="Freeform 2307">
              <a:extLst>
                <a:ext uri="{FF2B5EF4-FFF2-40B4-BE49-F238E27FC236}">
                  <a16:creationId xmlns:a16="http://schemas.microsoft.com/office/drawing/2014/main" id="{EE94A1AB-FDB4-4F2A-9B8B-3D7C062C0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850"/>
              <a:ext cx="96" cy="84"/>
            </a:xfrm>
            <a:custGeom>
              <a:avLst/>
              <a:gdLst>
                <a:gd name="T0" fmla="*/ 269 w 50"/>
                <a:gd name="T1" fmla="*/ 131 h 41"/>
                <a:gd name="T2" fmla="*/ 305 w 50"/>
                <a:gd name="T3" fmla="*/ 172 h 41"/>
                <a:gd name="T4" fmla="*/ 340 w 50"/>
                <a:gd name="T5" fmla="*/ 240 h 41"/>
                <a:gd name="T6" fmla="*/ 292 w 50"/>
                <a:gd name="T7" fmla="*/ 277 h 41"/>
                <a:gd name="T8" fmla="*/ 248 w 50"/>
                <a:gd name="T9" fmla="*/ 277 h 41"/>
                <a:gd name="T10" fmla="*/ 207 w 50"/>
                <a:gd name="T11" fmla="*/ 320 h 41"/>
                <a:gd name="T12" fmla="*/ 148 w 50"/>
                <a:gd name="T13" fmla="*/ 320 h 41"/>
                <a:gd name="T14" fmla="*/ 108 w 50"/>
                <a:gd name="T15" fmla="*/ 320 h 41"/>
                <a:gd name="T16" fmla="*/ 48 w 50"/>
                <a:gd name="T17" fmla="*/ 344 h 41"/>
                <a:gd name="T18" fmla="*/ 23 w 50"/>
                <a:gd name="T19" fmla="*/ 303 h 41"/>
                <a:gd name="T20" fmla="*/ 29 w 50"/>
                <a:gd name="T21" fmla="*/ 240 h 41"/>
                <a:gd name="T22" fmla="*/ 23 w 50"/>
                <a:gd name="T23" fmla="*/ 197 h 41"/>
                <a:gd name="T24" fmla="*/ 48 w 50"/>
                <a:gd name="T25" fmla="*/ 180 h 41"/>
                <a:gd name="T26" fmla="*/ 48 w 50"/>
                <a:gd name="T27" fmla="*/ 156 h 41"/>
                <a:gd name="T28" fmla="*/ 92 w 50"/>
                <a:gd name="T29" fmla="*/ 113 h 41"/>
                <a:gd name="T30" fmla="*/ 100 w 50"/>
                <a:gd name="T31" fmla="*/ 84 h 41"/>
                <a:gd name="T32" fmla="*/ 132 w 50"/>
                <a:gd name="T33" fmla="*/ 51 h 41"/>
                <a:gd name="T34" fmla="*/ 184 w 50"/>
                <a:gd name="T35" fmla="*/ 51 h 41"/>
                <a:gd name="T36" fmla="*/ 253 w 50"/>
                <a:gd name="T37" fmla="*/ 8 h 41"/>
                <a:gd name="T38" fmla="*/ 276 w 50"/>
                <a:gd name="T39" fmla="*/ 68 h 41"/>
                <a:gd name="T40" fmla="*/ 253 w 50"/>
                <a:gd name="T41" fmla="*/ 96 h 41"/>
                <a:gd name="T42" fmla="*/ 269 w 50"/>
                <a:gd name="T43" fmla="*/ 131 h 4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41">
                  <a:moveTo>
                    <a:pt x="38" y="15"/>
                  </a:moveTo>
                  <a:cubicBezTo>
                    <a:pt x="39" y="20"/>
                    <a:pt x="38" y="19"/>
                    <a:pt x="43" y="20"/>
                  </a:cubicBezTo>
                  <a:cubicBezTo>
                    <a:pt x="48" y="20"/>
                    <a:pt x="50" y="23"/>
                    <a:pt x="48" y="28"/>
                  </a:cubicBezTo>
                  <a:cubicBezTo>
                    <a:pt x="47" y="30"/>
                    <a:pt x="44" y="32"/>
                    <a:pt x="41" y="32"/>
                  </a:cubicBezTo>
                  <a:cubicBezTo>
                    <a:pt x="38" y="32"/>
                    <a:pt x="38" y="29"/>
                    <a:pt x="35" y="32"/>
                  </a:cubicBezTo>
                  <a:cubicBezTo>
                    <a:pt x="33" y="35"/>
                    <a:pt x="33" y="37"/>
                    <a:pt x="29" y="37"/>
                  </a:cubicBezTo>
                  <a:cubicBezTo>
                    <a:pt x="26" y="36"/>
                    <a:pt x="26" y="34"/>
                    <a:pt x="21" y="37"/>
                  </a:cubicBezTo>
                  <a:cubicBezTo>
                    <a:pt x="17" y="39"/>
                    <a:pt x="18" y="38"/>
                    <a:pt x="15" y="37"/>
                  </a:cubicBezTo>
                  <a:cubicBezTo>
                    <a:pt x="12" y="36"/>
                    <a:pt x="10" y="40"/>
                    <a:pt x="7" y="40"/>
                  </a:cubicBezTo>
                  <a:cubicBezTo>
                    <a:pt x="4" y="41"/>
                    <a:pt x="2" y="37"/>
                    <a:pt x="3" y="35"/>
                  </a:cubicBezTo>
                  <a:cubicBezTo>
                    <a:pt x="3" y="32"/>
                    <a:pt x="6" y="30"/>
                    <a:pt x="4" y="28"/>
                  </a:cubicBezTo>
                  <a:cubicBezTo>
                    <a:pt x="3" y="26"/>
                    <a:pt x="0" y="25"/>
                    <a:pt x="3" y="23"/>
                  </a:cubicBezTo>
                  <a:cubicBezTo>
                    <a:pt x="4" y="22"/>
                    <a:pt x="6" y="22"/>
                    <a:pt x="7" y="21"/>
                  </a:cubicBezTo>
                  <a:cubicBezTo>
                    <a:pt x="9" y="19"/>
                    <a:pt x="7" y="20"/>
                    <a:pt x="7" y="18"/>
                  </a:cubicBezTo>
                  <a:cubicBezTo>
                    <a:pt x="8" y="15"/>
                    <a:pt x="10" y="16"/>
                    <a:pt x="13" y="13"/>
                  </a:cubicBezTo>
                  <a:cubicBezTo>
                    <a:pt x="14" y="12"/>
                    <a:pt x="13" y="11"/>
                    <a:pt x="14" y="10"/>
                  </a:cubicBezTo>
                  <a:cubicBezTo>
                    <a:pt x="15" y="8"/>
                    <a:pt x="18" y="7"/>
                    <a:pt x="19" y="6"/>
                  </a:cubicBezTo>
                  <a:cubicBezTo>
                    <a:pt x="22" y="5"/>
                    <a:pt x="24" y="7"/>
                    <a:pt x="26" y="6"/>
                  </a:cubicBezTo>
                  <a:cubicBezTo>
                    <a:pt x="29" y="6"/>
                    <a:pt x="33" y="2"/>
                    <a:pt x="36" y="1"/>
                  </a:cubicBezTo>
                  <a:cubicBezTo>
                    <a:pt x="41" y="0"/>
                    <a:pt x="43" y="4"/>
                    <a:pt x="39" y="8"/>
                  </a:cubicBezTo>
                  <a:cubicBezTo>
                    <a:pt x="38" y="9"/>
                    <a:pt x="37" y="9"/>
                    <a:pt x="36" y="11"/>
                  </a:cubicBezTo>
                  <a:cubicBezTo>
                    <a:pt x="36" y="14"/>
                    <a:pt x="38" y="13"/>
                    <a:pt x="38" y="1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80" name="Freeform 2308">
              <a:extLst>
                <a:ext uri="{FF2B5EF4-FFF2-40B4-BE49-F238E27FC236}">
                  <a16:creationId xmlns:a16="http://schemas.microsoft.com/office/drawing/2014/main" id="{13F6CE18-7DAA-44F4-9CBC-384E7178D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909"/>
              <a:ext cx="11" cy="4"/>
            </a:xfrm>
            <a:custGeom>
              <a:avLst/>
              <a:gdLst>
                <a:gd name="T0" fmla="*/ 37 w 6"/>
                <a:gd name="T1" fmla="*/ 16 h 2"/>
                <a:gd name="T2" fmla="*/ 0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81" name="Freeform 2309">
              <a:extLst>
                <a:ext uri="{FF2B5EF4-FFF2-40B4-BE49-F238E27FC236}">
                  <a16:creationId xmlns:a16="http://schemas.microsoft.com/office/drawing/2014/main" id="{373C0E79-7404-426F-BF8A-5F428FAC3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862"/>
              <a:ext cx="14" cy="6"/>
            </a:xfrm>
            <a:custGeom>
              <a:avLst/>
              <a:gdLst>
                <a:gd name="T0" fmla="*/ 56 w 7"/>
                <a:gd name="T1" fmla="*/ 0 h 3"/>
                <a:gd name="T2" fmla="*/ 0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1"/>
                    <a:pt x="2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82" name="Freeform 2310">
              <a:extLst>
                <a:ext uri="{FF2B5EF4-FFF2-40B4-BE49-F238E27FC236}">
                  <a16:creationId xmlns:a16="http://schemas.microsoft.com/office/drawing/2014/main" id="{EA6FB025-2784-4EF2-B233-131757747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899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45 w 7"/>
                <a:gd name="T3" fmla="*/ 3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3"/>
                    <a:pt x="3" y="5"/>
                    <a:pt x="7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83" name="Freeform 2311">
              <a:extLst>
                <a:ext uri="{FF2B5EF4-FFF2-40B4-BE49-F238E27FC236}">
                  <a16:creationId xmlns:a16="http://schemas.microsoft.com/office/drawing/2014/main" id="{65D8FFA2-66F8-403D-89D6-072378EFC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876"/>
              <a:ext cx="8" cy="27"/>
            </a:xfrm>
            <a:custGeom>
              <a:avLst/>
              <a:gdLst>
                <a:gd name="T0" fmla="*/ 8 w 4"/>
                <a:gd name="T1" fmla="*/ 0 h 13"/>
                <a:gd name="T2" fmla="*/ 24 w 4"/>
                <a:gd name="T3" fmla="*/ 17 h 13"/>
                <a:gd name="T4" fmla="*/ 32 w 4"/>
                <a:gd name="T5" fmla="*/ 44 h 13"/>
                <a:gd name="T6" fmla="*/ 16 w 4"/>
                <a:gd name="T7" fmla="*/ 91 h 13"/>
                <a:gd name="T8" fmla="*/ 8 w 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1" y="0"/>
                  </a:moveTo>
                  <a:cubicBezTo>
                    <a:pt x="0" y="1"/>
                    <a:pt x="1" y="1"/>
                    <a:pt x="3" y="2"/>
                  </a:cubicBezTo>
                  <a:cubicBezTo>
                    <a:pt x="4" y="2"/>
                    <a:pt x="4" y="4"/>
                    <a:pt x="4" y="5"/>
                  </a:cubicBezTo>
                  <a:cubicBezTo>
                    <a:pt x="4" y="7"/>
                    <a:pt x="3" y="8"/>
                    <a:pt x="2" y="10"/>
                  </a:cubicBezTo>
                  <a:cubicBezTo>
                    <a:pt x="2" y="11"/>
                    <a:pt x="3" y="12"/>
                    <a:pt x="1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84" name="Freeform 2312">
              <a:extLst>
                <a:ext uri="{FF2B5EF4-FFF2-40B4-BE49-F238E27FC236}">
                  <a16:creationId xmlns:a16="http://schemas.microsoft.com/office/drawing/2014/main" id="{F215E245-7BC5-4A68-97FF-D2657E987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924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2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85" name="Freeform 2313">
              <a:extLst>
                <a:ext uri="{FF2B5EF4-FFF2-40B4-BE49-F238E27FC236}">
                  <a16:creationId xmlns:a16="http://schemas.microsoft.com/office/drawing/2014/main" id="{93A00F2F-2A6F-471B-B9AA-BB6BECC9C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891"/>
              <a:ext cx="6" cy="10"/>
            </a:xfrm>
            <a:custGeom>
              <a:avLst/>
              <a:gdLst>
                <a:gd name="T0" fmla="*/ 24 w 3"/>
                <a:gd name="T1" fmla="*/ 0 h 5"/>
                <a:gd name="T2" fmla="*/ 8 w 3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1"/>
                    <a:pt x="0" y="4"/>
                    <a:pt x="1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86" name="Freeform 2314">
              <a:extLst>
                <a:ext uri="{FF2B5EF4-FFF2-40B4-BE49-F238E27FC236}">
                  <a16:creationId xmlns:a16="http://schemas.microsoft.com/office/drawing/2014/main" id="{94B10618-D9DF-4112-955D-99A67EE9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876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2" y="1"/>
                    <a:pt x="2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87" name="Freeform 2315">
              <a:extLst>
                <a:ext uri="{FF2B5EF4-FFF2-40B4-BE49-F238E27FC236}">
                  <a16:creationId xmlns:a16="http://schemas.microsoft.com/office/drawing/2014/main" id="{4FE3AB58-720F-4484-BEBA-19659BC7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901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88" name="Freeform 2316">
              <a:extLst>
                <a:ext uri="{FF2B5EF4-FFF2-40B4-BE49-F238E27FC236}">
                  <a16:creationId xmlns:a16="http://schemas.microsoft.com/office/drawing/2014/main" id="{EA5F350D-DF0E-4D70-AE45-0BFDA4EBC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903"/>
              <a:ext cx="2" cy="6"/>
            </a:xfrm>
            <a:custGeom>
              <a:avLst/>
              <a:gdLst>
                <a:gd name="T0" fmla="*/ 8 w 1"/>
                <a:gd name="T1" fmla="*/ 24 h 3"/>
                <a:gd name="T2" fmla="*/ 0 w 1"/>
                <a:gd name="T3" fmla="*/ 8 h 3"/>
                <a:gd name="T4" fmla="*/ 0 w 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89" name="Freeform 2317">
              <a:extLst>
                <a:ext uri="{FF2B5EF4-FFF2-40B4-BE49-F238E27FC236}">
                  <a16:creationId xmlns:a16="http://schemas.microsoft.com/office/drawing/2014/main" id="{9EDA69C2-4537-4AE3-8831-C47C7017C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911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90" name="Freeform 2318">
              <a:extLst>
                <a:ext uri="{FF2B5EF4-FFF2-40B4-BE49-F238E27FC236}">
                  <a16:creationId xmlns:a16="http://schemas.microsoft.com/office/drawing/2014/main" id="{F3FA59A8-1778-4C66-8DF2-47CCA2B7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901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91" name="Freeform 2319">
              <a:extLst>
                <a:ext uri="{FF2B5EF4-FFF2-40B4-BE49-F238E27FC236}">
                  <a16:creationId xmlns:a16="http://schemas.microsoft.com/office/drawing/2014/main" id="{1B1F9E19-6093-40E8-BB9C-5004762C9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897"/>
              <a:ext cx="6" cy="2"/>
            </a:xfrm>
            <a:custGeom>
              <a:avLst/>
              <a:gdLst>
                <a:gd name="T0" fmla="*/ 0 w 3"/>
                <a:gd name="T1" fmla="*/ 8 h 1"/>
                <a:gd name="T2" fmla="*/ 24 w 3"/>
                <a:gd name="T3" fmla="*/ 8 h 1"/>
                <a:gd name="T4" fmla="*/ 8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92" name="Freeform 2320">
              <a:extLst>
                <a:ext uri="{FF2B5EF4-FFF2-40B4-BE49-F238E27FC236}">
                  <a16:creationId xmlns:a16="http://schemas.microsoft.com/office/drawing/2014/main" id="{97179985-1941-42C3-9AD9-4F590EF0C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866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93" name="Freeform 2321">
              <a:extLst>
                <a:ext uri="{FF2B5EF4-FFF2-40B4-BE49-F238E27FC236}">
                  <a16:creationId xmlns:a16="http://schemas.microsoft.com/office/drawing/2014/main" id="{544A7398-6EEA-4787-9F26-17814B2D8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984"/>
              <a:ext cx="108" cy="132"/>
            </a:xfrm>
            <a:custGeom>
              <a:avLst/>
              <a:gdLst>
                <a:gd name="T0" fmla="*/ 301 w 56"/>
                <a:gd name="T1" fmla="*/ 140 h 64"/>
                <a:gd name="T2" fmla="*/ 345 w 56"/>
                <a:gd name="T3" fmla="*/ 396 h 64"/>
                <a:gd name="T4" fmla="*/ 293 w 56"/>
                <a:gd name="T5" fmla="*/ 448 h 64"/>
                <a:gd name="T6" fmla="*/ 301 w 56"/>
                <a:gd name="T7" fmla="*/ 528 h 64"/>
                <a:gd name="T8" fmla="*/ 237 w 56"/>
                <a:gd name="T9" fmla="*/ 545 h 64"/>
                <a:gd name="T10" fmla="*/ 156 w 56"/>
                <a:gd name="T11" fmla="*/ 528 h 64"/>
                <a:gd name="T12" fmla="*/ 52 w 56"/>
                <a:gd name="T13" fmla="*/ 404 h 64"/>
                <a:gd name="T14" fmla="*/ 71 w 56"/>
                <a:gd name="T15" fmla="*/ 369 h 64"/>
                <a:gd name="T16" fmla="*/ 44 w 56"/>
                <a:gd name="T17" fmla="*/ 361 h 64"/>
                <a:gd name="T18" fmla="*/ 23 w 56"/>
                <a:gd name="T19" fmla="*/ 272 h 64"/>
                <a:gd name="T20" fmla="*/ 44 w 56"/>
                <a:gd name="T21" fmla="*/ 256 h 64"/>
                <a:gd name="T22" fmla="*/ 29 w 56"/>
                <a:gd name="T23" fmla="*/ 200 h 64"/>
                <a:gd name="T24" fmla="*/ 64 w 56"/>
                <a:gd name="T25" fmla="*/ 132 h 64"/>
                <a:gd name="T26" fmla="*/ 79 w 56"/>
                <a:gd name="T27" fmla="*/ 97 h 64"/>
                <a:gd name="T28" fmla="*/ 100 w 56"/>
                <a:gd name="T29" fmla="*/ 35 h 64"/>
                <a:gd name="T30" fmla="*/ 172 w 56"/>
                <a:gd name="T31" fmla="*/ 43 h 64"/>
                <a:gd name="T32" fmla="*/ 301 w 56"/>
                <a:gd name="T33" fmla="*/ 140 h 64"/>
                <a:gd name="T34" fmla="*/ 301 w 56"/>
                <a:gd name="T35" fmla="*/ 140 h 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64">
                  <a:moveTo>
                    <a:pt x="42" y="16"/>
                  </a:moveTo>
                  <a:cubicBezTo>
                    <a:pt x="46" y="22"/>
                    <a:pt x="56" y="40"/>
                    <a:pt x="48" y="45"/>
                  </a:cubicBezTo>
                  <a:cubicBezTo>
                    <a:pt x="44" y="48"/>
                    <a:pt x="40" y="45"/>
                    <a:pt x="41" y="51"/>
                  </a:cubicBezTo>
                  <a:cubicBezTo>
                    <a:pt x="42" y="55"/>
                    <a:pt x="45" y="56"/>
                    <a:pt x="42" y="60"/>
                  </a:cubicBezTo>
                  <a:cubicBezTo>
                    <a:pt x="39" y="64"/>
                    <a:pt x="36" y="63"/>
                    <a:pt x="33" y="62"/>
                  </a:cubicBezTo>
                  <a:cubicBezTo>
                    <a:pt x="29" y="60"/>
                    <a:pt x="26" y="61"/>
                    <a:pt x="22" y="60"/>
                  </a:cubicBezTo>
                  <a:cubicBezTo>
                    <a:pt x="15" y="60"/>
                    <a:pt x="3" y="56"/>
                    <a:pt x="7" y="46"/>
                  </a:cubicBezTo>
                  <a:cubicBezTo>
                    <a:pt x="7" y="45"/>
                    <a:pt x="11" y="44"/>
                    <a:pt x="10" y="42"/>
                  </a:cubicBezTo>
                  <a:cubicBezTo>
                    <a:pt x="10" y="40"/>
                    <a:pt x="7" y="41"/>
                    <a:pt x="6" y="41"/>
                  </a:cubicBezTo>
                  <a:cubicBezTo>
                    <a:pt x="2" y="39"/>
                    <a:pt x="0" y="35"/>
                    <a:pt x="3" y="31"/>
                  </a:cubicBezTo>
                  <a:cubicBezTo>
                    <a:pt x="4" y="30"/>
                    <a:pt x="5" y="31"/>
                    <a:pt x="6" y="29"/>
                  </a:cubicBezTo>
                  <a:cubicBezTo>
                    <a:pt x="6" y="28"/>
                    <a:pt x="4" y="25"/>
                    <a:pt x="4" y="23"/>
                  </a:cubicBezTo>
                  <a:cubicBezTo>
                    <a:pt x="3" y="18"/>
                    <a:pt x="5" y="17"/>
                    <a:pt x="9" y="15"/>
                  </a:cubicBezTo>
                  <a:cubicBezTo>
                    <a:pt x="11" y="13"/>
                    <a:pt x="10" y="14"/>
                    <a:pt x="11" y="11"/>
                  </a:cubicBezTo>
                  <a:cubicBezTo>
                    <a:pt x="12" y="8"/>
                    <a:pt x="12" y="6"/>
                    <a:pt x="14" y="4"/>
                  </a:cubicBezTo>
                  <a:cubicBezTo>
                    <a:pt x="18" y="0"/>
                    <a:pt x="20" y="3"/>
                    <a:pt x="24" y="5"/>
                  </a:cubicBezTo>
                  <a:cubicBezTo>
                    <a:pt x="30" y="10"/>
                    <a:pt x="37" y="10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94" name="Freeform 2322">
              <a:extLst>
                <a:ext uri="{FF2B5EF4-FFF2-40B4-BE49-F238E27FC236}">
                  <a16:creationId xmlns:a16="http://schemas.microsoft.com/office/drawing/2014/main" id="{1CF4A7C3-51A7-44A4-85D6-7400CFF1C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014"/>
              <a:ext cx="23" cy="52"/>
            </a:xfrm>
            <a:custGeom>
              <a:avLst/>
              <a:gdLst>
                <a:gd name="T0" fmla="*/ 69 w 12"/>
                <a:gd name="T1" fmla="*/ 0 h 25"/>
                <a:gd name="T2" fmla="*/ 29 w 12"/>
                <a:gd name="T3" fmla="*/ 64 h 25"/>
                <a:gd name="T4" fmla="*/ 36 w 12"/>
                <a:gd name="T5" fmla="*/ 144 h 25"/>
                <a:gd name="T6" fmla="*/ 23 w 12"/>
                <a:gd name="T7" fmla="*/ 200 h 25"/>
                <a:gd name="T8" fmla="*/ 77 w 12"/>
                <a:gd name="T9" fmla="*/ 216 h 25"/>
                <a:gd name="T10" fmla="*/ 56 w 12"/>
                <a:gd name="T11" fmla="*/ 181 h 25"/>
                <a:gd name="T12" fmla="*/ 84 w 12"/>
                <a:gd name="T13" fmla="*/ 116 h 25"/>
                <a:gd name="T14" fmla="*/ 69 w 12"/>
                <a:gd name="T15" fmla="*/ 52 h 25"/>
                <a:gd name="T16" fmla="*/ 69 w 12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5">
                  <a:moveTo>
                    <a:pt x="10" y="0"/>
                  </a:moveTo>
                  <a:cubicBezTo>
                    <a:pt x="8" y="3"/>
                    <a:pt x="4" y="3"/>
                    <a:pt x="4" y="7"/>
                  </a:cubicBezTo>
                  <a:cubicBezTo>
                    <a:pt x="4" y="10"/>
                    <a:pt x="7" y="13"/>
                    <a:pt x="5" y="16"/>
                  </a:cubicBezTo>
                  <a:cubicBezTo>
                    <a:pt x="3" y="19"/>
                    <a:pt x="0" y="19"/>
                    <a:pt x="3" y="22"/>
                  </a:cubicBezTo>
                  <a:cubicBezTo>
                    <a:pt x="5" y="25"/>
                    <a:pt x="8" y="23"/>
                    <a:pt x="11" y="24"/>
                  </a:cubicBezTo>
                  <a:cubicBezTo>
                    <a:pt x="9" y="23"/>
                    <a:pt x="7" y="22"/>
                    <a:pt x="8" y="20"/>
                  </a:cubicBezTo>
                  <a:cubicBezTo>
                    <a:pt x="9" y="17"/>
                    <a:pt x="12" y="16"/>
                    <a:pt x="12" y="13"/>
                  </a:cubicBezTo>
                  <a:cubicBezTo>
                    <a:pt x="12" y="10"/>
                    <a:pt x="10" y="8"/>
                    <a:pt x="10" y="6"/>
                  </a:cubicBezTo>
                  <a:cubicBezTo>
                    <a:pt x="9" y="4"/>
                    <a:pt x="10" y="2"/>
                    <a:pt x="1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95" name="Freeform 2323">
              <a:extLst>
                <a:ext uri="{FF2B5EF4-FFF2-40B4-BE49-F238E27FC236}">
                  <a16:creationId xmlns:a16="http://schemas.microsoft.com/office/drawing/2014/main" id="{9CC05813-9AB8-4B2D-ADC8-8C50B92AB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080"/>
              <a:ext cx="70" cy="29"/>
            </a:xfrm>
            <a:custGeom>
              <a:avLst/>
              <a:gdLst>
                <a:gd name="T0" fmla="*/ 23 w 36"/>
                <a:gd name="T1" fmla="*/ 0 h 14"/>
                <a:gd name="T2" fmla="*/ 60 w 36"/>
                <a:gd name="T3" fmla="*/ 81 h 14"/>
                <a:gd name="T4" fmla="*/ 140 w 36"/>
                <a:gd name="T5" fmla="*/ 99 h 14"/>
                <a:gd name="T6" fmla="*/ 185 w 36"/>
                <a:gd name="T7" fmla="*/ 108 h 14"/>
                <a:gd name="T8" fmla="*/ 228 w 36"/>
                <a:gd name="T9" fmla="*/ 116 h 14"/>
                <a:gd name="T10" fmla="*/ 257 w 36"/>
                <a:gd name="T11" fmla="*/ 73 h 14"/>
                <a:gd name="T12" fmla="*/ 200 w 36"/>
                <a:gd name="T13" fmla="*/ 81 h 14"/>
                <a:gd name="T14" fmla="*/ 124 w 36"/>
                <a:gd name="T15" fmla="*/ 52 h 14"/>
                <a:gd name="T16" fmla="*/ 45 w 36"/>
                <a:gd name="T17" fmla="*/ 52 h 14"/>
                <a:gd name="T18" fmla="*/ 16 w 36"/>
                <a:gd name="T19" fmla="*/ 8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14">
                  <a:moveTo>
                    <a:pt x="3" y="0"/>
                  </a:moveTo>
                  <a:cubicBezTo>
                    <a:pt x="0" y="3"/>
                    <a:pt x="5" y="8"/>
                    <a:pt x="8" y="9"/>
                  </a:cubicBezTo>
                  <a:cubicBezTo>
                    <a:pt x="12" y="10"/>
                    <a:pt x="15" y="10"/>
                    <a:pt x="19" y="11"/>
                  </a:cubicBezTo>
                  <a:cubicBezTo>
                    <a:pt x="21" y="11"/>
                    <a:pt x="23" y="11"/>
                    <a:pt x="25" y="12"/>
                  </a:cubicBezTo>
                  <a:cubicBezTo>
                    <a:pt x="27" y="12"/>
                    <a:pt x="29" y="14"/>
                    <a:pt x="31" y="13"/>
                  </a:cubicBezTo>
                  <a:cubicBezTo>
                    <a:pt x="36" y="13"/>
                    <a:pt x="35" y="11"/>
                    <a:pt x="35" y="8"/>
                  </a:cubicBezTo>
                  <a:cubicBezTo>
                    <a:pt x="34" y="12"/>
                    <a:pt x="30" y="10"/>
                    <a:pt x="27" y="9"/>
                  </a:cubicBezTo>
                  <a:cubicBezTo>
                    <a:pt x="23" y="8"/>
                    <a:pt x="21" y="6"/>
                    <a:pt x="17" y="6"/>
                  </a:cubicBezTo>
                  <a:cubicBezTo>
                    <a:pt x="13" y="6"/>
                    <a:pt x="9" y="8"/>
                    <a:pt x="6" y="6"/>
                  </a:cubicBezTo>
                  <a:cubicBezTo>
                    <a:pt x="4" y="5"/>
                    <a:pt x="3" y="4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96" name="Freeform 2324">
              <a:extLst>
                <a:ext uri="{FF2B5EF4-FFF2-40B4-BE49-F238E27FC236}">
                  <a16:creationId xmlns:a16="http://schemas.microsoft.com/office/drawing/2014/main" id="{407EE83D-628B-43DD-A55A-2496C3518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3041"/>
              <a:ext cx="17" cy="35"/>
            </a:xfrm>
            <a:custGeom>
              <a:avLst/>
              <a:gdLst>
                <a:gd name="T0" fmla="*/ 40 w 9"/>
                <a:gd name="T1" fmla="*/ 16 h 17"/>
                <a:gd name="T2" fmla="*/ 0 w 9"/>
                <a:gd name="T3" fmla="*/ 148 h 17"/>
                <a:gd name="T4" fmla="*/ 40 w 9"/>
                <a:gd name="T5" fmla="*/ 80 h 17"/>
                <a:gd name="T6" fmla="*/ 32 w 9"/>
                <a:gd name="T7" fmla="*/ 43 h 17"/>
                <a:gd name="T8" fmla="*/ 32 w 9"/>
                <a:gd name="T9" fmla="*/ 16 h 17"/>
                <a:gd name="T10" fmla="*/ 21 w 9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7">
                  <a:moveTo>
                    <a:pt x="6" y="2"/>
                  </a:moveTo>
                  <a:cubicBezTo>
                    <a:pt x="9" y="9"/>
                    <a:pt x="8" y="17"/>
                    <a:pt x="0" y="17"/>
                  </a:cubicBezTo>
                  <a:cubicBezTo>
                    <a:pt x="3" y="16"/>
                    <a:pt x="6" y="13"/>
                    <a:pt x="6" y="9"/>
                  </a:cubicBezTo>
                  <a:cubicBezTo>
                    <a:pt x="6" y="8"/>
                    <a:pt x="5" y="6"/>
                    <a:pt x="5" y="5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97" name="Freeform 2325">
              <a:extLst>
                <a:ext uri="{FF2B5EF4-FFF2-40B4-BE49-F238E27FC236}">
                  <a16:creationId xmlns:a16="http://schemas.microsoft.com/office/drawing/2014/main" id="{A064C97E-2CA4-42B9-8DA9-B8A3B8611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12"/>
              <a:ext cx="27" cy="46"/>
            </a:xfrm>
            <a:custGeom>
              <a:avLst/>
              <a:gdLst>
                <a:gd name="T0" fmla="*/ 0 w 14"/>
                <a:gd name="T1" fmla="*/ 0 h 22"/>
                <a:gd name="T2" fmla="*/ 52 w 14"/>
                <a:gd name="T3" fmla="*/ 109 h 22"/>
                <a:gd name="T4" fmla="*/ 15 w 14"/>
                <a:gd name="T5" fmla="*/ 201 h 22"/>
                <a:gd name="T6" fmla="*/ 85 w 14"/>
                <a:gd name="T7" fmla="*/ 144 h 22"/>
                <a:gd name="T8" fmla="*/ 71 w 14"/>
                <a:gd name="T9" fmla="*/ 84 h 22"/>
                <a:gd name="T10" fmla="*/ 29 w 14"/>
                <a:gd name="T11" fmla="*/ 44 h 22"/>
                <a:gd name="T12" fmla="*/ 8 w 14"/>
                <a:gd name="T13" fmla="*/ 8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5"/>
                    <a:pt x="7" y="7"/>
                    <a:pt x="7" y="12"/>
                  </a:cubicBezTo>
                  <a:cubicBezTo>
                    <a:pt x="8" y="15"/>
                    <a:pt x="4" y="20"/>
                    <a:pt x="2" y="22"/>
                  </a:cubicBezTo>
                  <a:cubicBezTo>
                    <a:pt x="5" y="20"/>
                    <a:pt x="10" y="19"/>
                    <a:pt x="12" y="16"/>
                  </a:cubicBezTo>
                  <a:cubicBezTo>
                    <a:pt x="14" y="12"/>
                    <a:pt x="13" y="12"/>
                    <a:pt x="10" y="9"/>
                  </a:cubicBezTo>
                  <a:cubicBezTo>
                    <a:pt x="8" y="7"/>
                    <a:pt x="7" y="6"/>
                    <a:pt x="4" y="5"/>
                  </a:cubicBezTo>
                  <a:cubicBezTo>
                    <a:pt x="3" y="3"/>
                    <a:pt x="1" y="3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98" name="Freeform 2326">
              <a:extLst>
                <a:ext uri="{FF2B5EF4-FFF2-40B4-BE49-F238E27FC236}">
                  <a16:creationId xmlns:a16="http://schemas.microsoft.com/office/drawing/2014/main" id="{17FA21B3-2623-4277-BD29-E27812163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072"/>
              <a:ext cx="14" cy="25"/>
            </a:xfrm>
            <a:custGeom>
              <a:avLst/>
              <a:gdLst>
                <a:gd name="T0" fmla="*/ 24 w 7"/>
                <a:gd name="T1" fmla="*/ 17 h 12"/>
                <a:gd name="T2" fmla="*/ 56 w 7"/>
                <a:gd name="T3" fmla="*/ 108 h 12"/>
                <a:gd name="T4" fmla="*/ 24 w 7"/>
                <a:gd name="T5" fmla="*/ 56 h 12"/>
                <a:gd name="T6" fmla="*/ 32 w 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3" y="2"/>
                  </a:moveTo>
                  <a:cubicBezTo>
                    <a:pt x="0" y="5"/>
                    <a:pt x="3" y="11"/>
                    <a:pt x="7" y="12"/>
                  </a:cubicBezTo>
                  <a:cubicBezTo>
                    <a:pt x="5" y="10"/>
                    <a:pt x="3" y="9"/>
                    <a:pt x="3" y="6"/>
                  </a:cubicBezTo>
                  <a:cubicBezTo>
                    <a:pt x="3" y="4"/>
                    <a:pt x="5" y="2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99" name="Freeform 2327">
              <a:extLst>
                <a:ext uri="{FF2B5EF4-FFF2-40B4-BE49-F238E27FC236}">
                  <a16:creationId xmlns:a16="http://schemas.microsoft.com/office/drawing/2014/main" id="{42C003CC-FD64-4973-9909-F8C9E4BE8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025"/>
              <a:ext cx="12" cy="29"/>
            </a:xfrm>
            <a:custGeom>
              <a:avLst/>
              <a:gdLst>
                <a:gd name="T0" fmla="*/ 24 w 6"/>
                <a:gd name="T1" fmla="*/ 0 h 14"/>
                <a:gd name="T2" fmla="*/ 24 w 6"/>
                <a:gd name="T3" fmla="*/ 91 h 14"/>
                <a:gd name="T4" fmla="*/ 0 w 6"/>
                <a:gd name="T5" fmla="*/ 124 h 14"/>
                <a:gd name="T6" fmla="*/ 40 w 6"/>
                <a:gd name="T7" fmla="*/ 81 h 14"/>
                <a:gd name="T8" fmla="*/ 32 w 6"/>
                <a:gd name="T9" fmla="*/ 52 h 14"/>
                <a:gd name="T10" fmla="*/ 24 w 6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4">
                  <a:moveTo>
                    <a:pt x="3" y="0"/>
                  </a:moveTo>
                  <a:cubicBezTo>
                    <a:pt x="1" y="1"/>
                    <a:pt x="4" y="8"/>
                    <a:pt x="3" y="10"/>
                  </a:cubicBezTo>
                  <a:cubicBezTo>
                    <a:pt x="2" y="12"/>
                    <a:pt x="0" y="13"/>
                    <a:pt x="0" y="14"/>
                  </a:cubicBezTo>
                  <a:cubicBezTo>
                    <a:pt x="1" y="13"/>
                    <a:pt x="5" y="11"/>
                    <a:pt x="5" y="9"/>
                  </a:cubicBezTo>
                  <a:cubicBezTo>
                    <a:pt x="6" y="8"/>
                    <a:pt x="5" y="7"/>
                    <a:pt x="4" y="6"/>
                  </a:cubicBezTo>
                  <a:cubicBezTo>
                    <a:pt x="3" y="4"/>
                    <a:pt x="2" y="2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00" name="Freeform 2328">
              <a:extLst>
                <a:ext uri="{FF2B5EF4-FFF2-40B4-BE49-F238E27FC236}">
                  <a16:creationId xmlns:a16="http://schemas.microsoft.com/office/drawing/2014/main" id="{F28EF825-8B15-46F0-8D45-C590C335E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064"/>
              <a:ext cx="21" cy="16"/>
            </a:xfrm>
            <a:custGeom>
              <a:avLst/>
              <a:gdLst>
                <a:gd name="T0" fmla="*/ 55 w 11"/>
                <a:gd name="T1" fmla="*/ 0 h 8"/>
                <a:gd name="T2" fmla="*/ 0 w 11"/>
                <a:gd name="T3" fmla="*/ 56 h 8"/>
                <a:gd name="T4" fmla="*/ 61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8" y="0"/>
                  </a:moveTo>
                  <a:cubicBezTo>
                    <a:pt x="11" y="4"/>
                    <a:pt x="4" y="8"/>
                    <a:pt x="0" y="7"/>
                  </a:cubicBezTo>
                  <a:cubicBezTo>
                    <a:pt x="2" y="6"/>
                    <a:pt x="10" y="3"/>
                    <a:pt x="9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01" name="Freeform 2329">
              <a:extLst>
                <a:ext uri="{FF2B5EF4-FFF2-40B4-BE49-F238E27FC236}">
                  <a16:creationId xmlns:a16="http://schemas.microsoft.com/office/drawing/2014/main" id="{00441AF6-03AC-4C86-A641-30F888B6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002"/>
              <a:ext cx="41" cy="33"/>
            </a:xfrm>
            <a:custGeom>
              <a:avLst/>
              <a:gdLst>
                <a:gd name="T0" fmla="*/ 0 w 21"/>
                <a:gd name="T1" fmla="*/ 0 h 16"/>
                <a:gd name="T2" fmla="*/ 88 w 21"/>
                <a:gd name="T3" fmla="*/ 43 h 16"/>
                <a:gd name="T4" fmla="*/ 148 w 21"/>
                <a:gd name="T5" fmla="*/ 140 h 16"/>
                <a:gd name="T6" fmla="*/ 119 w 21"/>
                <a:gd name="T7" fmla="*/ 80 h 16"/>
                <a:gd name="T8" fmla="*/ 76 w 21"/>
                <a:gd name="T9" fmla="*/ 52 h 16"/>
                <a:gd name="T10" fmla="*/ 45 w 21"/>
                <a:gd name="T11" fmla="*/ 25 h 16"/>
                <a:gd name="T12" fmla="*/ 0 w 21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4" y="2"/>
                    <a:pt x="9" y="3"/>
                    <a:pt x="12" y="5"/>
                  </a:cubicBezTo>
                  <a:cubicBezTo>
                    <a:pt x="15" y="6"/>
                    <a:pt x="21" y="12"/>
                    <a:pt x="20" y="16"/>
                  </a:cubicBezTo>
                  <a:cubicBezTo>
                    <a:pt x="19" y="14"/>
                    <a:pt x="18" y="11"/>
                    <a:pt x="16" y="9"/>
                  </a:cubicBezTo>
                  <a:cubicBezTo>
                    <a:pt x="14" y="8"/>
                    <a:pt x="12" y="7"/>
                    <a:pt x="10" y="6"/>
                  </a:cubicBezTo>
                  <a:cubicBezTo>
                    <a:pt x="8" y="5"/>
                    <a:pt x="7" y="4"/>
                    <a:pt x="6" y="3"/>
                  </a:cubicBez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02" name="Freeform 2330">
              <a:extLst>
                <a:ext uri="{FF2B5EF4-FFF2-40B4-BE49-F238E27FC236}">
                  <a16:creationId xmlns:a16="http://schemas.microsoft.com/office/drawing/2014/main" id="{D6AD3C98-7A16-45EF-BA66-4FD86B2F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021"/>
              <a:ext cx="22" cy="26"/>
            </a:xfrm>
            <a:custGeom>
              <a:avLst/>
              <a:gdLst>
                <a:gd name="T0" fmla="*/ 0 w 11"/>
                <a:gd name="T1" fmla="*/ 0 h 13"/>
                <a:gd name="T2" fmla="*/ 40 w 11"/>
                <a:gd name="T3" fmla="*/ 104 h 13"/>
                <a:gd name="T4" fmla="*/ 32 w 11"/>
                <a:gd name="T5" fmla="*/ 56 h 13"/>
                <a:gd name="T6" fmla="*/ 16 w 11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2" y="3"/>
                    <a:pt x="11" y="9"/>
                    <a:pt x="5" y="13"/>
                  </a:cubicBezTo>
                  <a:cubicBezTo>
                    <a:pt x="6" y="11"/>
                    <a:pt x="5" y="9"/>
                    <a:pt x="4" y="7"/>
                  </a:cubicBezTo>
                  <a:cubicBezTo>
                    <a:pt x="3" y="5"/>
                    <a:pt x="3" y="4"/>
                    <a:pt x="2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03" name="Freeform 2331">
              <a:extLst>
                <a:ext uri="{FF2B5EF4-FFF2-40B4-BE49-F238E27FC236}">
                  <a16:creationId xmlns:a16="http://schemas.microsoft.com/office/drawing/2014/main" id="{6D130200-2387-4482-89E7-A5BB6C75B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064"/>
              <a:ext cx="10" cy="27"/>
            </a:xfrm>
            <a:custGeom>
              <a:avLst/>
              <a:gdLst>
                <a:gd name="T0" fmla="*/ 32 w 5"/>
                <a:gd name="T1" fmla="*/ 8 h 13"/>
                <a:gd name="T2" fmla="*/ 16 w 5"/>
                <a:gd name="T3" fmla="*/ 52 h 13"/>
                <a:gd name="T4" fmla="*/ 16 w 5"/>
                <a:gd name="T5" fmla="*/ 91 h 13"/>
                <a:gd name="T6" fmla="*/ 16 w 5"/>
                <a:gd name="T7" fmla="*/ 116 h 13"/>
                <a:gd name="T8" fmla="*/ 8 w 5"/>
                <a:gd name="T9" fmla="*/ 52 h 13"/>
                <a:gd name="T10" fmla="*/ 24 w 5"/>
                <a:gd name="T11" fmla="*/ 17 h 13"/>
                <a:gd name="T12" fmla="*/ 40 w 5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3">
                  <a:moveTo>
                    <a:pt x="4" y="1"/>
                  </a:moveTo>
                  <a:cubicBezTo>
                    <a:pt x="3" y="3"/>
                    <a:pt x="3" y="5"/>
                    <a:pt x="2" y="6"/>
                  </a:cubicBezTo>
                  <a:cubicBezTo>
                    <a:pt x="2" y="8"/>
                    <a:pt x="1" y="8"/>
                    <a:pt x="2" y="10"/>
                  </a:cubicBezTo>
                  <a:cubicBezTo>
                    <a:pt x="2" y="11"/>
                    <a:pt x="2" y="12"/>
                    <a:pt x="2" y="13"/>
                  </a:cubicBezTo>
                  <a:cubicBezTo>
                    <a:pt x="0" y="10"/>
                    <a:pt x="0" y="9"/>
                    <a:pt x="1" y="6"/>
                  </a:cubicBezTo>
                  <a:cubicBezTo>
                    <a:pt x="2" y="4"/>
                    <a:pt x="2" y="3"/>
                    <a:pt x="3" y="2"/>
                  </a:cubicBezTo>
                  <a:cubicBezTo>
                    <a:pt x="4" y="1"/>
                    <a:pt x="5" y="2"/>
                    <a:pt x="5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04" name="Freeform 2332">
              <a:extLst>
                <a:ext uri="{FF2B5EF4-FFF2-40B4-BE49-F238E27FC236}">
                  <a16:creationId xmlns:a16="http://schemas.microsoft.com/office/drawing/2014/main" id="{DFCEBF40-3CF9-4D55-B708-048486ED7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984"/>
              <a:ext cx="108" cy="132"/>
            </a:xfrm>
            <a:custGeom>
              <a:avLst/>
              <a:gdLst>
                <a:gd name="T0" fmla="*/ 301 w 56"/>
                <a:gd name="T1" fmla="*/ 140 h 64"/>
                <a:gd name="T2" fmla="*/ 345 w 56"/>
                <a:gd name="T3" fmla="*/ 396 h 64"/>
                <a:gd name="T4" fmla="*/ 293 w 56"/>
                <a:gd name="T5" fmla="*/ 448 h 64"/>
                <a:gd name="T6" fmla="*/ 301 w 56"/>
                <a:gd name="T7" fmla="*/ 528 h 64"/>
                <a:gd name="T8" fmla="*/ 237 w 56"/>
                <a:gd name="T9" fmla="*/ 545 h 64"/>
                <a:gd name="T10" fmla="*/ 156 w 56"/>
                <a:gd name="T11" fmla="*/ 528 h 64"/>
                <a:gd name="T12" fmla="*/ 52 w 56"/>
                <a:gd name="T13" fmla="*/ 404 h 64"/>
                <a:gd name="T14" fmla="*/ 71 w 56"/>
                <a:gd name="T15" fmla="*/ 369 h 64"/>
                <a:gd name="T16" fmla="*/ 44 w 56"/>
                <a:gd name="T17" fmla="*/ 361 h 64"/>
                <a:gd name="T18" fmla="*/ 23 w 56"/>
                <a:gd name="T19" fmla="*/ 272 h 64"/>
                <a:gd name="T20" fmla="*/ 44 w 56"/>
                <a:gd name="T21" fmla="*/ 256 h 64"/>
                <a:gd name="T22" fmla="*/ 29 w 56"/>
                <a:gd name="T23" fmla="*/ 200 h 64"/>
                <a:gd name="T24" fmla="*/ 64 w 56"/>
                <a:gd name="T25" fmla="*/ 132 h 64"/>
                <a:gd name="T26" fmla="*/ 79 w 56"/>
                <a:gd name="T27" fmla="*/ 97 h 64"/>
                <a:gd name="T28" fmla="*/ 100 w 56"/>
                <a:gd name="T29" fmla="*/ 35 h 64"/>
                <a:gd name="T30" fmla="*/ 172 w 56"/>
                <a:gd name="T31" fmla="*/ 43 h 64"/>
                <a:gd name="T32" fmla="*/ 301 w 56"/>
                <a:gd name="T33" fmla="*/ 140 h 64"/>
                <a:gd name="T34" fmla="*/ 301 w 56"/>
                <a:gd name="T35" fmla="*/ 140 h 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64">
                  <a:moveTo>
                    <a:pt x="42" y="16"/>
                  </a:moveTo>
                  <a:cubicBezTo>
                    <a:pt x="46" y="22"/>
                    <a:pt x="56" y="40"/>
                    <a:pt x="48" y="45"/>
                  </a:cubicBezTo>
                  <a:cubicBezTo>
                    <a:pt x="44" y="48"/>
                    <a:pt x="40" y="45"/>
                    <a:pt x="41" y="51"/>
                  </a:cubicBezTo>
                  <a:cubicBezTo>
                    <a:pt x="42" y="55"/>
                    <a:pt x="45" y="56"/>
                    <a:pt x="42" y="60"/>
                  </a:cubicBezTo>
                  <a:cubicBezTo>
                    <a:pt x="39" y="64"/>
                    <a:pt x="36" y="63"/>
                    <a:pt x="33" y="62"/>
                  </a:cubicBezTo>
                  <a:cubicBezTo>
                    <a:pt x="29" y="60"/>
                    <a:pt x="26" y="61"/>
                    <a:pt x="22" y="60"/>
                  </a:cubicBezTo>
                  <a:cubicBezTo>
                    <a:pt x="15" y="60"/>
                    <a:pt x="3" y="56"/>
                    <a:pt x="7" y="46"/>
                  </a:cubicBezTo>
                  <a:cubicBezTo>
                    <a:pt x="7" y="45"/>
                    <a:pt x="11" y="44"/>
                    <a:pt x="10" y="42"/>
                  </a:cubicBezTo>
                  <a:cubicBezTo>
                    <a:pt x="10" y="40"/>
                    <a:pt x="7" y="41"/>
                    <a:pt x="6" y="41"/>
                  </a:cubicBezTo>
                  <a:cubicBezTo>
                    <a:pt x="2" y="39"/>
                    <a:pt x="0" y="35"/>
                    <a:pt x="3" y="31"/>
                  </a:cubicBezTo>
                  <a:cubicBezTo>
                    <a:pt x="4" y="30"/>
                    <a:pt x="5" y="31"/>
                    <a:pt x="6" y="29"/>
                  </a:cubicBezTo>
                  <a:cubicBezTo>
                    <a:pt x="6" y="28"/>
                    <a:pt x="4" y="25"/>
                    <a:pt x="4" y="23"/>
                  </a:cubicBezTo>
                  <a:cubicBezTo>
                    <a:pt x="3" y="18"/>
                    <a:pt x="5" y="17"/>
                    <a:pt x="9" y="15"/>
                  </a:cubicBezTo>
                  <a:cubicBezTo>
                    <a:pt x="11" y="13"/>
                    <a:pt x="10" y="14"/>
                    <a:pt x="11" y="11"/>
                  </a:cubicBezTo>
                  <a:cubicBezTo>
                    <a:pt x="12" y="8"/>
                    <a:pt x="12" y="6"/>
                    <a:pt x="14" y="4"/>
                  </a:cubicBezTo>
                  <a:cubicBezTo>
                    <a:pt x="18" y="0"/>
                    <a:pt x="20" y="3"/>
                    <a:pt x="24" y="5"/>
                  </a:cubicBezTo>
                  <a:cubicBezTo>
                    <a:pt x="30" y="10"/>
                    <a:pt x="37" y="10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05" name="Freeform 2333">
              <a:extLst>
                <a:ext uri="{FF2B5EF4-FFF2-40B4-BE49-F238E27FC236}">
                  <a16:creationId xmlns:a16="http://schemas.microsoft.com/office/drawing/2014/main" id="{354E0DEE-6F6E-4A42-A80B-2AF4C73C0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068"/>
              <a:ext cx="10" cy="17"/>
            </a:xfrm>
            <a:custGeom>
              <a:avLst/>
              <a:gdLst>
                <a:gd name="T0" fmla="*/ 40 w 5"/>
                <a:gd name="T1" fmla="*/ 0 h 8"/>
                <a:gd name="T2" fmla="*/ 0 w 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3"/>
                    <a:pt x="0" y="3"/>
                    <a:pt x="0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06" name="Freeform 2334">
              <a:extLst>
                <a:ext uri="{FF2B5EF4-FFF2-40B4-BE49-F238E27FC236}">
                  <a16:creationId xmlns:a16="http://schemas.microsoft.com/office/drawing/2014/main" id="{F88C7A05-9871-4F05-A145-5AB2D7D6E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012"/>
              <a:ext cx="18" cy="46"/>
            </a:xfrm>
            <a:custGeom>
              <a:avLst/>
              <a:gdLst>
                <a:gd name="T0" fmla="*/ 0 w 9"/>
                <a:gd name="T1" fmla="*/ 0 h 22"/>
                <a:gd name="T2" fmla="*/ 56 w 9"/>
                <a:gd name="T3" fmla="*/ 92 h 22"/>
                <a:gd name="T4" fmla="*/ 32 w 9"/>
                <a:gd name="T5" fmla="*/ 20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cubicBezTo>
                    <a:pt x="1" y="7"/>
                    <a:pt x="5" y="6"/>
                    <a:pt x="7" y="10"/>
                  </a:cubicBezTo>
                  <a:cubicBezTo>
                    <a:pt x="9" y="14"/>
                    <a:pt x="7" y="20"/>
                    <a:pt x="4" y="2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07" name="Freeform 2335">
              <a:extLst>
                <a:ext uri="{FF2B5EF4-FFF2-40B4-BE49-F238E27FC236}">
                  <a16:creationId xmlns:a16="http://schemas.microsoft.com/office/drawing/2014/main" id="{A9951102-3D41-451E-B028-A99AB47FF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068"/>
              <a:ext cx="2" cy="15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08" name="Freeform 2336">
              <a:extLst>
                <a:ext uri="{FF2B5EF4-FFF2-40B4-BE49-F238E27FC236}">
                  <a16:creationId xmlns:a16="http://schemas.microsoft.com/office/drawing/2014/main" id="{093631A6-14DB-40CB-BD66-13E06DAA1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054"/>
              <a:ext cx="6" cy="4"/>
            </a:xfrm>
            <a:custGeom>
              <a:avLst/>
              <a:gdLst>
                <a:gd name="T0" fmla="*/ 0 w 3"/>
                <a:gd name="T1" fmla="*/ 8 h 2"/>
                <a:gd name="T2" fmla="*/ 24 w 3"/>
                <a:gd name="T3" fmla="*/ 16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2" y="2"/>
                    <a:pt x="3" y="2"/>
                  </a:cubicBez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09" name="Freeform 2337">
              <a:extLst>
                <a:ext uri="{FF2B5EF4-FFF2-40B4-BE49-F238E27FC236}">
                  <a16:creationId xmlns:a16="http://schemas.microsoft.com/office/drawing/2014/main" id="{B380305E-2E02-4DC1-AC58-F6A60D01B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3066"/>
              <a:ext cx="6" cy="6"/>
            </a:xfrm>
            <a:custGeom>
              <a:avLst/>
              <a:gdLst>
                <a:gd name="T0" fmla="*/ 24 w 3"/>
                <a:gd name="T1" fmla="*/ 16 h 3"/>
                <a:gd name="T2" fmla="*/ 24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0"/>
                    <a:pt x="0" y="2"/>
                    <a:pt x="3" y="3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0" name="Freeform 2338">
              <a:extLst>
                <a:ext uri="{FF2B5EF4-FFF2-40B4-BE49-F238E27FC236}">
                  <a16:creationId xmlns:a16="http://schemas.microsoft.com/office/drawing/2014/main" id="{926C9F12-1D86-4C74-AF10-31EC5D35E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014"/>
              <a:ext cx="6" cy="7"/>
            </a:xfrm>
            <a:custGeom>
              <a:avLst/>
              <a:gdLst>
                <a:gd name="T0" fmla="*/ 16 w 3"/>
                <a:gd name="T1" fmla="*/ 0 h 3"/>
                <a:gd name="T2" fmla="*/ 0 w 3"/>
                <a:gd name="T3" fmla="*/ 12 h 3"/>
                <a:gd name="T4" fmla="*/ 24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2" y="2"/>
                    <a:pt x="3" y="1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1" name="Freeform 2339">
              <a:extLst>
                <a:ext uri="{FF2B5EF4-FFF2-40B4-BE49-F238E27FC236}">
                  <a16:creationId xmlns:a16="http://schemas.microsoft.com/office/drawing/2014/main" id="{DA264A4A-1D5E-4824-921F-99F8F8436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078"/>
              <a:ext cx="4" cy="5"/>
            </a:xfrm>
            <a:custGeom>
              <a:avLst/>
              <a:gdLst>
                <a:gd name="T0" fmla="*/ 0 w 2"/>
                <a:gd name="T1" fmla="*/ 33 h 2"/>
                <a:gd name="T2" fmla="*/ 16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2" name="Freeform 2340">
              <a:extLst>
                <a:ext uri="{FF2B5EF4-FFF2-40B4-BE49-F238E27FC236}">
                  <a16:creationId xmlns:a16="http://schemas.microsoft.com/office/drawing/2014/main" id="{26514540-2C5B-45FF-AF5C-FA504F91C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3080"/>
              <a:ext cx="154" cy="99"/>
            </a:xfrm>
            <a:custGeom>
              <a:avLst/>
              <a:gdLst>
                <a:gd name="T0" fmla="*/ 77 w 80"/>
                <a:gd name="T1" fmla="*/ 60 h 48"/>
                <a:gd name="T2" fmla="*/ 56 w 80"/>
                <a:gd name="T3" fmla="*/ 264 h 48"/>
                <a:gd name="T4" fmla="*/ 356 w 80"/>
                <a:gd name="T5" fmla="*/ 404 h 48"/>
                <a:gd name="T6" fmla="*/ 549 w 80"/>
                <a:gd name="T7" fmla="*/ 307 h 48"/>
                <a:gd name="T8" fmla="*/ 77 w 80"/>
                <a:gd name="T9" fmla="*/ 6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8">
                  <a:moveTo>
                    <a:pt x="11" y="7"/>
                  </a:moveTo>
                  <a:cubicBezTo>
                    <a:pt x="0" y="12"/>
                    <a:pt x="0" y="21"/>
                    <a:pt x="8" y="30"/>
                  </a:cubicBezTo>
                  <a:cubicBezTo>
                    <a:pt x="16" y="38"/>
                    <a:pt x="34" y="45"/>
                    <a:pt x="50" y="46"/>
                  </a:cubicBezTo>
                  <a:cubicBezTo>
                    <a:pt x="69" y="48"/>
                    <a:pt x="75" y="42"/>
                    <a:pt x="77" y="35"/>
                  </a:cubicBezTo>
                  <a:cubicBezTo>
                    <a:pt x="80" y="20"/>
                    <a:pt x="34" y="0"/>
                    <a:pt x="11" y="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3" name="Freeform 2341">
              <a:extLst>
                <a:ext uri="{FF2B5EF4-FFF2-40B4-BE49-F238E27FC236}">
                  <a16:creationId xmlns:a16="http://schemas.microsoft.com/office/drawing/2014/main" id="{D75F1548-8DC5-4EF5-8431-E35280104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85"/>
              <a:ext cx="125" cy="88"/>
            </a:xfrm>
            <a:custGeom>
              <a:avLst/>
              <a:gdLst>
                <a:gd name="T0" fmla="*/ 0 w 65"/>
                <a:gd name="T1" fmla="*/ 51 h 43"/>
                <a:gd name="T2" fmla="*/ 425 w 65"/>
                <a:gd name="T3" fmla="*/ 284 h 43"/>
                <a:gd name="T4" fmla="*/ 348 w 65"/>
                <a:gd name="T5" fmla="*/ 368 h 43"/>
                <a:gd name="T6" fmla="*/ 440 w 65"/>
                <a:gd name="T7" fmla="*/ 284 h 43"/>
                <a:gd name="T8" fmla="*/ 0 w 65"/>
                <a:gd name="T9" fmla="*/ 5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3">
                  <a:moveTo>
                    <a:pt x="0" y="6"/>
                  </a:moveTo>
                  <a:cubicBezTo>
                    <a:pt x="23" y="1"/>
                    <a:pt x="63" y="19"/>
                    <a:pt x="60" y="33"/>
                  </a:cubicBezTo>
                  <a:cubicBezTo>
                    <a:pt x="59" y="37"/>
                    <a:pt x="56" y="41"/>
                    <a:pt x="49" y="43"/>
                  </a:cubicBezTo>
                  <a:cubicBezTo>
                    <a:pt x="57" y="41"/>
                    <a:pt x="61" y="37"/>
                    <a:pt x="62" y="33"/>
                  </a:cubicBezTo>
                  <a:cubicBezTo>
                    <a:pt x="65" y="19"/>
                    <a:pt x="23" y="0"/>
                    <a:pt x="0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4" name="Freeform 2342">
              <a:extLst>
                <a:ext uri="{FF2B5EF4-FFF2-40B4-BE49-F238E27FC236}">
                  <a16:creationId xmlns:a16="http://schemas.microsoft.com/office/drawing/2014/main" id="{F60BD512-87E2-445E-BA60-9E1E3622A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101"/>
              <a:ext cx="92" cy="72"/>
            </a:xfrm>
            <a:custGeom>
              <a:avLst/>
              <a:gdLst>
                <a:gd name="T0" fmla="*/ 337 w 48"/>
                <a:gd name="T1" fmla="*/ 304 h 35"/>
                <a:gd name="T2" fmla="*/ 77 w 48"/>
                <a:gd name="T3" fmla="*/ 156 h 35"/>
                <a:gd name="T4" fmla="*/ 56 w 48"/>
                <a:gd name="T5" fmla="*/ 0 h 35"/>
                <a:gd name="T6" fmla="*/ 56 w 48"/>
                <a:gd name="T7" fmla="*/ 173 h 35"/>
                <a:gd name="T8" fmla="*/ 337 w 48"/>
                <a:gd name="T9" fmla="*/ 304 h 35"/>
                <a:gd name="T10" fmla="*/ 337 w 48"/>
                <a:gd name="T11" fmla="*/ 30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48" y="35"/>
                  </a:moveTo>
                  <a:cubicBezTo>
                    <a:pt x="33" y="34"/>
                    <a:pt x="18" y="26"/>
                    <a:pt x="11" y="18"/>
                  </a:cubicBezTo>
                  <a:cubicBezTo>
                    <a:pt x="4" y="12"/>
                    <a:pt x="3" y="5"/>
                    <a:pt x="8" y="0"/>
                  </a:cubicBezTo>
                  <a:cubicBezTo>
                    <a:pt x="0" y="5"/>
                    <a:pt x="2" y="12"/>
                    <a:pt x="8" y="20"/>
                  </a:cubicBezTo>
                  <a:cubicBezTo>
                    <a:pt x="16" y="28"/>
                    <a:pt x="33" y="34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5" name="Freeform 2343">
              <a:extLst>
                <a:ext uri="{FF2B5EF4-FFF2-40B4-BE49-F238E27FC236}">
                  <a16:creationId xmlns:a16="http://schemas.microsoft.com/office/drawing/2014/main" id="{4C750F64-967E-4A34-B0B5-5815E90A4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103"/>
              <a:ext cx="104" cy="58"/>
            </a:xfrm>
            <a:custGeom>
              <a:avLst/>
              <a:gdLst>
                <a:gd name="T0" fmla="*/ 356 w 54"/>
                <a:gd name="T1" fmla="*/ 176 h 28"/>
                <a:gd name="T2" fmla="*/ 100 w 54"/>
                <a:gd name="T3" fmla="*/ 160 h 28"/>
                <a:gd name="T4" fmla="*/ 77 w 54"/>
                <a:gd name="T5" fmla="*/ 17 h 28"/>
                <a:gd name="T6" fmla="*/ 356 w 54"/>
                <a:gd name="T7" fmla="*/ 17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8">
                  <a:moveTo>
                    <a:pt x="50" y="20"/>
                  </a:moveTo>
                  <a:cubicBezTo>
                    <a:pt x="46" y="28"/>
                    <a:pt x="25" y="24"/>
                    <a:pt x="14" y="18"/>
                  </a:cubicBezTo>
                  <a:cubicBezTo>
                    <a:pt x="4" y="12"/>
                    <a:pt x="0" y="4"/>
                    <a:pt x="11" y="2"/>
                  </a:cubicBezTo>
                  <a:cubicBezTo>
                    <a:pt x="24" y="0"/>
                    <a:pt x="54" y="12"/>
                    <a:pt x="50" y="2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6" name="Freeform 2344">
              <a:extLst>
                <a:ext uri="{FF2B5EF4-FFF2-40B4-BE49-F238E27FC236}">
                  <a16:creationId xmlns:a16="http://schemas.microsoft.com/office/drawing/2014/main" id="{14E894C0-86C9-4BE0-9620-85A77FE10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111"/>
              <a:ext cx="92" cy="50"/>
            </a:xfrm>
            <a:custGeom>
              <a:avLst/>
              <a:gdLst>
                <a:gd name="T0" fmla="*/ 100 w 48"/>
                <a:gd name="T1" fmla="*/ 108 h 24"/>
                <a:gd name="T2" fmla="*/ 29 w 48"/>
                <a:gd name="T3" fmla="*/ 0 h 24"/>
                <a:gd name="T4" fmla="*/ 84 w 48"/>
                <a:gd name="T5" fmla="*/ 125 h 24"/>
                <a:gd name="T6" fmla="*/ 337 w 48"/>
                <a:gd name="T7" fmla="*/ 144 h 24"/>
                <a:gd name="T8" fmla="*/ 337 w 48"/>
                <a:gd name="T9" fmla="*/ 144 h 24"/>
                <a:gd name="T10" fmla="*/ 100 w 48"/>
                <a:gd name="T11" fmla="*/ 10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4">
                  <a:moveTo>
                    <a:pt x="14" y="12"/>
                  </a:moveTo>
                  <a:cubicBezTo>
                    <a:pt x="7" y="8"/>
                    <a:pt x="3" y="4"/>
                    <a:pt x="4" y="0"/>
                  </a:cubicBezTo>
                  <a:cubicBezTo>
                    <a:pt x="0" y="3"/>
                    <a:pt x="4" y="9"/>
                    <a:pt x="12" y="14"/>
                  </a:cubicBezTo>
                  <a:cubicBezTo>
                    <a:pt x="23" y="20"/>
                    <a:pt x="44" y="24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2" y="21"/>
                    <a:pt x="24" y="17"/>
                    <a:pt x="14" y="1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7" name="Freeform 2345">
              <a:extLst>
                <a:ext uri="{FF2B5EF4-FFF2-40B4-BE49-F238E27FC236}">
                  <a16:creationId xmlns:a16="http://schemas.microsoft.com/office/drawing/2014/main" id="{03B27BC4-0113-4D9D-B472-9163B782F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109"/>
              <a:ext cx="58" cy="29"/>
            </a:xfrm>
            <a:custGeom>
              <a:avLst/>
              <a:gdLst>
                <a:gd name="T0" fmla="*/ 0 w 30"/>
                <a:gd name="T1" fmla="*/ 0 h 14"/>
                <a:gd name="T2" fmla="*/ 217 w 30"/>
                <a:gd name="T3" fmla="*/ 124 h 14"/>
                <a:gd name="T4" fmla="*/ 0 w 3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">
                  <a:moveTo>
                    <a:pt x="0" y="0"/>
                  </a:moveTo>
                  <a:cubicBezTo>
                    <a:pt x="10" y="1"/>
                    <a:pt x="26" y="7"/>
                    <a:pt x="30" y="14"/>
                  </a:cubicBezTo>
                  <a:cubicBezTo>
                    <a:pt x="28" y="12"/>
                    <a:pt x="14" y="3"/>
                    <a:pt x="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8" name="Freeform 2346">
              <a:extLst>
                <a:ext uri="{FF2B5EF4-FFF2-40B4-BE49-F238E27FC236}">
                  <a16:creationId xmlns:a16="http://schemas.microsoft.com/office/drawing/2014/main" id="{8DB325A0-CCBE-44ED-AD9A-9E2C13617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3109"/>
              <a:ext cx="48" cy="29"/>
            </a:xfrm>
            <a:custGeom>
              <a:avLst/>
              <a:gdLst>
                <a:gd name="T0" fmla="*/ 0 w 25"/>
                <a:gd name="T1" fmla="*/ 0 h 14"/>
                <a:gd name="T2" fmla="*/ 177 w 25"/>
                <a:gd name="T3" fmla="*/ 124 h 14"/>
                <a:gd name="T4" fmla="*/ 0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7" y="2"/>
                    <a:pt x="23" y="7"/>
                    <a:pt x="25" y="14"/>
                  </a:cubicBezTo>
                  <a:cubicBezTo>
                    <a:pt x="24" y="11"/>
                    <a:pt x="2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9" name="Freeform 2347">
              <a:extLst>
                <a:ext uri="{FF2B5EF4-FFF2-40B4-BE49-F238E27FC236}">
                  <a16:creationId xmlns:a16="http://schemas.microsoft.com/office/drawing/2014/main" id="{1E8702A3-07AC-4903-BB5A-634939636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134"/>
              <a:ext cx="64" cy="25"/>
            </a:xfrm>
            <a:custGeom>
              <a:avLst/>
              <a:gdLst>
                <a:gd name="T0" fmla="*/ 0 w 33"/>
                <a:gd name="T1" fmla="*/ 0 h 12"/>
                <a:gd name="T2" fmla="*/ 240 w 33"/>
                <a:gd name="T3" fmla="*/ 92 h 12"/>
                <a:gd name="T4" fmla="*/ 0 w 3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0"/>
                  </a:moveTo>
                  <a:cubicBezTo>
                    <a:pt x="3" y="4"/>
                    <a:pt x="19" y="12"/>
                    <a:pt x="33" y="10"/>
                  </a:cubicBezTo>
                  <a:cubicBezTo>
                    <a:pt x="27" y="11"/>
                    <a:pt x="12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0" name="Freeform 2348">
              <a:extLst>
                <a:ext uri="{FF2B5EF4-FFF2-40B4-BE49-F238E27FC236}">
                  <a16:creationId xmlns:a16="http://schemas.microsoft.com/office/drawing/2014/main" id="{9BFFDEC2-F5B3-499C-989F-58856F1B6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3080"/>
              <a:ext cx="154" cy="99"/>
            </a:xfrm>
            <a:custGeom>
              <a:avLst/>
              <a:gdLst>
                <a:gd name="T0" fmla="*/ 77 w 80"/>
                <a:gd name="T1" fmla="*/ 60 h 48"/>
                <a:gd name="T2" fmla="*/ 56 w 80"/>
                <a:gd name="T3" fmla="*/ 264 h 48"/>
                <a:gd name="T4" fmla="*/ 356 w 80"/>
                <a:gd name="T5" fmla="*/ 404 h 48"/>
                <a:gd name="T6" fmla="*/ 549 w 80"/>
                <a:gd name="T7" fmla="*/ 307 h 48"/>
                <a:gd name="T8" fmla="*/ 77 w 80"/>
                <a:gd name="T9" fmla="*/ 6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8">
                  <a:moveTo>
                    <a:pt x="11" y="7"/>
                  </a:moveTo>
                  <a:cubicBezTo>
                    <a:pt x="0" y="12"/>
                    <a:pt x="0" y="21"/>
                    <a:pt x="8" y="30"/>
                  </a:cubicBezTo>
                  <a:cubicBezTo>
                    <a:pt x="16" y="38"/>
                    <a:pt x="34" y="45"/>
                    <a:pt x="50" y="46"/>
                  </a:cubicBezTo>
                  <a:cubicBezTo>
                    <a:pt x="69" y="48"/>
                    <a:pt x="75" y="42"/>
                    <a:pt x="77" y="35"/>
                  </a:cubicBezTo>
                  <a:cubicBezTo>
                    <a:pt x="80" y="20"/>
                    <a:pt x="34" y="0"/>
                    <a:pt x="11" y="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1" name="Freeform 2349">
              <a:extLst>
                <a:ext uri="{FF2B5EF4-FFF2-40B4-BE49-F238E27FC236}">
                  <a16:creationId xmlns:a16="http://schemas.microsoft.com/office/drawing/2014/main" id="{635A0211-4FE6-467B-AC27-7E52529DB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107"/>
              <a:ext cx="90" cy="50"/>
            </a:xfrm>
            <a:custGeom>
              <a:avLst/>
              <a:gdLst>
                <a:gd name="T0" fmla="*/ 8 w 47"/>
                <a:gd name="T1" fmla="*/ 35 h 24"/>
                <a:gd name="T2" fmla="*/ 77 w 47"/>
                <a:gd name="T3" fmla="*/ 144 h 24"/>
                <a:gd name="T4" fmla="*/ 281 w 47"/>
                <a:gd name="T5" fmla="*/ 208 h 24"/>
                <a:gd name="T6" fmla="*/ 329 w 47"/>
                <a:gd name="T7" fmla="*/ 165 h 24"/>
                <a:gd name="T8" fmla="*/ 329 w 47"/>
                <a:gd name="T9" fmla="*/ 165 h 24"/>
                <a:gd name="T10" fmla="*/ 281 w 47"/>
                <a:gd name="T11" fmla="*/ 200 h 24"/>
                <a:gd name="T12" fmla="*/ 84 w 47"/>
                <a:gd name="T13" fmla="*/ 144 h 24"/>
                <a:gd name="T14" fmla="*/ 15 w 47"/>
                <a:gd name="T15" fmla="*/ 44 h 24"/>
                <a:gd name="T16" fmla="*/ 56 w 47"/>
                <a:gd name="T17" fmla="*/ 0 h 24"/>
                <a:gd name="T18" fmla="*/ 56 w 47"/>
                <a:gd name="T19" fmla="*/ 0 h 24"/>
                <a:gd name="T20" fmla="*/ 8 w 47"/>
                <a:gd name="T21" fmla="*/ 35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24">
                  <a:moveTo>
                    <a:pt x="1" y="4"/>
                  </a:moveTo>
                  <a:cubicBezTo>
                    <a:pt x="0" y="8"/>
                    <a:pt x="4" y="12"/>
                    <a:pt x="11" y="16"/>
                  </a:cubicBezTo>
                  <a:cubicBezTo>
                    <a:pt x="19" y="20"/>
                    <a:pt x="31" y="24"/>
                    <a:pt x="40" y="23"/>
                  </a:cubicBezTo>
                  <a:cubicBezTo>
                    <a:pt x="44" y="22"/>
                    <a:pt x="46" y="21"/>
                    <a:pt x="47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6" y="20"/>
                    <a:pt x="43" y="22"/>
                    <a:pt x="40" y="22"/>
                  </a:cubicBezTo>
                  <a:cubicBezTo>
                    <a:pt x="31" y="23"/>
                    <a:pt x="19" y="20"/>
                    <a:pt x="12" y="16"/>
                  </a:cubicBezTo>
                  <a:cubicBezTo>
                    <a:pt x="5" y="12"/>
                    <a:pt x="1" y="8"/>
                    <a:pt x="2" y="5"/>
                  </a:cubicBezTo>
                  <a:cubicBezTo>
                    <a:pt x="2" y="3"/>
                    <a:pt x="4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2" name="Freeform 2350">
              <a:extLst>
                <a:ext uri="{FF2B5EF4-FFF2-40B4-BE49-F238E27FC236}">
                  <a16:creationId xmlns:a16="http://schemas.microsoft.com/office/drawing/2014/main" id="{D768E581-E079-4C06-8907-FEDEC08B7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033"/>
              <a:ext cx="110" cy="103"/>
            </a:xfrm>
            <a:custGeom>
              <a:avLst/>
              <a:gdLst>
                <a:gd name="T0" fmla="*/ 137 w 57"/>
                <a:gd name="T1" fmla="*/ 43 h 50"/>
                <a:gd name="T2" fmla="*/ 23 w 57"/>
                <a:gd name="T3" fmla="*/ 148 h 50"/>
                <a:gd name="T4" fmla="*/ 23 w 57"/>
                <a:gd name="T5" fmla="*/ 297 h 50"/>
                <a:gd name="T6" fmla="*/ 309 w 57"/>
                <a:gd name="T7" fmla="*/ 340 h 50"/>
                <a:gd name="T8" fmla="*/ 340 w 57"/>
                <a:gd name="T9" fmla="*/ 43 h 50"/>
                <a:gd name="T10" fmla="*/ 137 w 57"/>
                <a:gd name="T11" fmla="*/ 43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0">
                  <a:moveTo>
                    <a:pt x="19" y="5"/>
                  </a:moveTo>
                  <a:cubicBezTo>
                    <a:pt x="12" y="8"/>
                    <a:pt x="6" y="10"/>
                    <a:pt x="3" y="17"/>
                  </a:cubicBezTo>
                  <a:cubicBezTo>
                    <a:pt x="1" y="22"/>
                    <a:pt x="0" y="28"/>
                    <a:pt x="3" y="34"/>
                  </a:cubicBezTo>
                  <a:cubicBezTo>
                    <a:pt x="9" y="47"/>
                    <a:pt x="30" y="50"/>
                    <a:pt x="43" y="39"/>
                  </a:cubicBezTo>
                  <a:cubicBezTo>
                    <a:pt x="57" y="28"/>
                    <a:pt x="55" y="11"/>
                    <a:pt x="47" y="5"/>
                  </a:cubicBezTo>
                  <a:cubicBezTo>
                    <a:pt x="38" y="0"/>
                    <a:pt x="33" y="1"/>
                    <a:pt x="19" y="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3" name="Freeform 2351">
              <a:extLst>
                <a:ext uri="{FF2B5EF4-FFF2-40B4-BE49-F238E27FC236}">
                  <a16:creationId xmlns:a16="http://schemas.microsoft.com/office/drawing/2014/main" id="{0651543A-2202-4057-9BD3-C27C5C0C1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039"/>
              <a:ext cx="72" cy="89"/>
            </a:xfrm>
            <a:custGeom>
              <a:avLst/>
              <a:gdLst>
                <a:gd name="T0" fmla="*/ 200 w 37"/>
                <a:gd name="T1" fmla="*/ 25 h 43"/>
                <a:gd name="T2" fmla="*/ 140 w 37"/>
                <a:gd name="T3" fmla="*/ 0 h 43"/>
                <a:gd name="T4" fmla="*/ 185 w 37"/>
                <a:gd name="T5" fmla="*/ 25 h 43"/>
                <a:gd name="T6" fmla="*/ 163 w 37"/>
                <a:gd name="T7" fmla="*/ 308 h 43"/>
                <a:gd name="T8" fmla="*/ 0 w 37"/>
                <a:gd name="T9" fmla="*/ 364 h 43"/>
                <a:gd name="T10" fmla="*/ 177 w 37"/>
                <a:gd name="T11" fmla="*/ 308 h 43"/>
                <a:gd name="T12" fmla="*/ 200 w 37"/>
                <a:gd name="T13" fmla="*/ 2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3">
                  <a:moveTo>
                    <a:pt x="27" y="3"/>
                  </a:moveTo>
                  <a:cubicBezTo>
                    <a:pt x="24" y="1"/>
                    <a:pt x="21" y="0"/>
                    <a:pt x="19" y="0"/>
                  </a:cubicBezTo>
                  <a:cubicBezTo>
                    <a:pt x="21" y="0"/>
                    <a:pt x="23" y="1"/>
                    <a:pt x="25" y="3"/>
                  </a:cubicBezTo>
                  <a:cubicBezTo>
                    <a:pt x="34" y="9"/>
                    <a:pt x="35" y="25"/>
                    <a:pt x="22" y="35"/>
                  </a:cubicBezTo>
                  <a:cubicBezTo>
                    <a:pt x="15" y="40"/>
                    <a:pt x="7" y="42"/>
                    <a:pt x="0" y="41"/>
                  </a:cubicBezTo>
                  <a:cubicBezTo>
                    <a:pt x="7" y="43"/>
                    <a:pt x="17" y="41"/>
                    <a:pt x="24" y="35"/>
                  </a:cubicBezTo>
                  <a:cubicBezTo>
                    <a:pt x="37" y="25"/>
                    <a:pt x="36" y="9"/>
                    <a:pt x="27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4" name="Freeform 2352">
              <a:extLst>
                <a:ext uri="{FF2B5EF4-FFF2-40B4-BE49-F238E27FC236}">
                  <a16:creationId xmlns:a16="http://schemas.microsoft.com/office/drawing/2014/main" id="{64717A7B-B705-4308-BE58-2E9D0CDE3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037"/>
              <a:ext cx="72" cy="87"/>
            </a:xfrm>
            <a:custGeom>
              <a:avLst/>
              <a:gdLst>
                <a:gd name="T0" fmla="*/ 37 w 37"/>
                <a:gd name="T1" fmla="*/ 284 h 42"/>
                <a:gd name="T2" fmla="*/ 37 w 37"/>
                <a:gd name="T3" fmla="*/ 133 h 42"/>
                <a:gd name="T4" fmla="*/ 148 w 37"/>
                <a:gd name="T5" fmla="*/ 35 h 42"/>
                <a:gd name="T6" fmla="*/ 272 w 37"/>
                <a:gd name="T7" fmla="*/ 8 h 42"/>
                <a:gd name="T8" fmla="*/ 132 w 37"/>
                <a:gd name="T9" fmla="*/ 35 h 42"/>
                <a:gd name="T10" fmla="*/ 23 w 37"/>
                <a:gd name="T11" fmla="*/ 133 h 42"/>
                <a:gd name="T12" fmla="*/ 23 w 37"/>
                <a:gd name="T13" fmla="*/ 284 h 42"/>
                <a:gd name="T14" fmla="*/ 148 w 37"/>
                <a:gd name="T15" fmla="*/ 373 h 42"/>
                <a:gd name="T16" fmla="*/ 37 w 37"/>
                <a:gd name="T17" fmla="*/ 284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2">
                  <a:moveTo>
                    <a:pt x="5" y="32"/>
                  </a:moveTo>
                  <a:cubicBezTo>
                    <a:pt x="2" y="26"/>
                    <a:pt x="3" y="20"/>
                    <a:pt x="5" y="15"/>
                  </a:cubicBezTo>
                  <a:cubicBezTo>
                    <a:pt x="8" y="9"/>
                    <a:pt x="13" y="7"/>
                    <a:pt x="20" y="4"/>
                  </a:cubicBezTo>
                  <a:cubicBezTo>
                    <a:pt x="27" y="2"/>
                    <a:pt x="32" y="1"/>
                    <a:pt x="37" y="1"/>
                  </a:cubicBezTo>
                  <a:cubicBezTo>
                    <a:pt x="32" y="0"/>
                    <a:pt x="27" y="1"/>
                    <a:pt x="18" y="4"/>
                  </a:cubicBezTo>
                  <a:cubicBezTo>
                    <a:pt x="11" y="7"/>
                    <a:pt x="6" y="9"/>
                    <a:pt x="3" y="15"/>
                  </a:cubicBezTo>
                  <a:cubicBezTo>
                    <a:pt x="1" y="20"/>
                    <a:pt x="0" y="26"/>
                    <a:pt x="3" y="32"/>
                  </a:cubicBezTo>
                  <a:cubicBezTo>
                    <a:pt x="6" y="38"/>
                    <a:pt x="13" y="41"/>
                    <a:pt x="20" y="42"/>
                  </a:cubicBezTo>
                  <a:cubicBezTo>
                    <a:pt x="13" y="41"/>
                    <a:pt x="8" y="37"/>
                    <a:pt x="5" y="3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5" name="Freeform 2353">
              <a:extLst>
                <a:ext uri="{FF2B5EF4-FFF2-40B4-BE49-F238E27FC236}">
                  <a16:creationId xmlns:a16="http://schemas.microsoft.com/office/drawing/2014/main" id="{7C73E4D1-F1A8-4320-A043-69CC76C27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054"/>
              <a:ext cx="67" cy="55"/>
            </a:xfrm>
            <a:custGeom>
              <a:avLst/>
              <a:gdLst>
                <a:gd name="T0" fmla="*/ 161 w 35"/>
                <a:gd name="T1" fmla="*/ 8 h 27"/>
                <a:gd name="T2" fmla="*/ 124 w 35"/>
                <a:gd name="T3" fmla="*/ 196 h 27"/>
                <a:gd name="T4" fmla="*/ 8 w 35"/>
                <a:gd name="T5" fmla="*/ 100 h 27"/>
                <a:gd name="T6" fmla="*/ 161 w 35"/>
                <a:gd name="T7" fmla="*/ 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7">
                  <a:moveTo>
                    <a:pt x="23" y="1"/>
                  </a:moveTo>
                  <a:cubicBezTo>
                    <a:pt x="35" y="4"/>
                    <a:pt x="32" y="19"/>
                    <a:pt x="18" y="23"/>
                  </a:cubicBezTo>
                  <a:cubicBezTo>
                    <a:pt x="4" y="27"/>
                    <a:pt x="0" y="17"/>
                    <a:pt x="1" y="12"/>
                  </a:cubicBezTo>
                  <a:cubicBezTo>
                    <a:pt x="3" y="5"/>
                    <a:pt x="16" y="0"/>
                    <a:pt x="23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6" name="Freeform 2354">
              <a:extLst>
                <a:ext uri="{FF2B5EF4-FFF2-40B4-BE49-F238E27FC236}">
                  <a16:creationId xmlns:a16="http://schemas.microsoft.com/office/drawing/2014/main" id="{7E9184B0-470C-4CD0-842B-AF23FA620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062"/>
              <a:ext cx="62" cy="43"/>
            </a:xfrm>
            <a:custGeom>
              <a:avLst/>
              <a:gdLst>
                <a:gd name="T0" fmla="*/ 196 w 32"/>
                <a:gd name="T1" fmla="*/ 0 h 21"/>
                <a:gd name="T2" fmla="*/ 109 w 32"/>
                <a:gd name="T3" fmla="*/ 147 h 21"/>
                <a:gd name="T4" fmla="*/ 0 w 32"/>
                <a:gd name="T5" fmla="*/ 121 h 21"/>
                <a:gd name="T6" fmla="*/ 116 w 32"/>
                <a:gd name="T7" fmla="*/ 164 h 21"/>
                <a:gd name="T8" fmla="*/ 196 w 3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27" y="0"/>
                  </a:moveTo>
                  <a:cubicBezTo>
                    <a:pt x="29" y="6"/>
                    <a:pt x="25" y="14"/>
                    <a:pt x="15" y="17"/>
                  </a:cubicBezTo>
                  <a:cubicBezTo>
                    <a:pt x="7" y="19"/>
                    <a:pt x="2" y="17"/>
                    <a:pt x="0" y="14"/>
                  </a:cubicBezTo>
                  <a:cubicBezTo>
                    <a:pt x="2" y="18"/>
                    <a:pt x="7" y="21"/>
                    <a:pt x="16" y="19"/>
                  </a:cubicBezTo>
                  <a:cubicBezTo>
                    <a:pt x="27" y="15"/>
                    <a:pt x="32" y="6"/>
                    <a:pt x="2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7" name="Freeform 2355">
              <a:extLst>
                <a:ext uri="{FF2B5EF4-FFF2-40B4-BE49-F238E27FC236}">
                  <a16:creationId xmlns:a16="http://schemas.microsoft.com/office/drawing/2014/main" id="{CB36F475-90D5-497C-AA3B-FE64DB0F8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056"/>
              <a:ext cx="29" cy="16"/>
            </a:xfrm>
            <a:custGeom>
              <a:avLst/>
              <a:gdLst>
                <a:gd name="T0" fmla="*/ 108 w 15"/>
                <a:gd name="T1" fmla="*/ 0 h 8"/>
                <a:gd name="T2" fmla="*/ 0 w 15"/>
                <a:gd name="T3" fmla="*/ 64 h 8"/>
                <a:gd name="T4" fmla="*/ 108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cubicBezTo>
                    <a:pt x="10" y="0"/>
                    <a:pt x="2" y="4"/>
                    <a:pt x="0" y="8"/>
                  </a:cubicBezTo>
                  <a:cubicBezTo>
                    <a:pt x="3" y="5"/>
                    <a:pt x="10" y="1"/>
                    <a:pt x="15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8" name="Freeform 2356">
              <a:extLst>
                <a:ext uri="{FF2B5EF4-FFF2-40B4-BE49-F238E27FC236}">
                  <a16:creationId xmlns:a16="http://schemas.microsoft.com/office/drawing/2014/main" id="{C8E1D455-F295-4D3A-B0D3-19ABC3EB7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076"/>
              <a:ext cx="43" cy="33"/>
            </a:xfrm>
            <a:custGeom>
              <a:avLst/>
              <a:gdLst>
                <a:gd name="T0" fmla="*/ 0 w 22"/>
                <a:gd name="T1" fmla="*/ 116 h 16"/>
                <a:gd name="T2" fmla="*/ 164 w 22"/>
                <a:gd name="T3" fmla="*/ 0 h 16"/>
                <a:gd name="T4" fmla="*/ 0 w 22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13"/>
                  </a:moveTo>
                  <a:cubicBezTo>
                    <a:pt x="4" y="14"/>
                    <a:pt x="20" y="12"/>
                    <a:pt x="22" y="0"/>
                  </a:cubicBezTo>
                  <a:cubicBezTo>
                    <a:pt x="22" y="5"/>
                    <a:pt x="14" y="16"/>
                    <a:pt x="0" y="13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9" name="Freeform 2357">
              <a:extLst>
                <a:ext uri="{FF2B5EF4-FFF2-40B4-BE49-F238E27FC236}">
                  <a16:creationId xmlns:a16="http://schemas.microsoft.com/office/drawing/2014/main" id="{38C597E3-96FD-4285-AD51-549073750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033"/>
              <a:ext cx="110" cy="103"/>
            </a:xfrm>
            <a:custGeom>
              <a:avLst/>
              <a:gdLst>
                <a:gd name="T0" fmla="*/ 137 w 57"/>
                <a:gd name="T1" fmla="*/ 43 h 50"/>
                <a:gd name="T2" fmla="*/ 23 w 57"/>
                <a:gd name="T3" fmla="*/ 148 h 50"/>
                <a:gd name="T4" fmla="*/ 23 w 57"/>
                <a:gd name="T5" fmla="*/ 297 h 50"/>
                <a:gd name="T6" fmla="*/ 309 w 57"/>
                <a:gd name="T7" fmla="*/ 340 h 50"/>
                <a:gd name="T8" fmla="*/ 340 w 57"/>
                <a:gd name="T9" fmla="*/ 43 h 50"/>
                <a:gd name="T10" fmla="*/ 137 w 57"/>
                <a:gd name="T11" fmla="*/ 43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0">
                  <a:moveTo>
                    <a:pt x="19" y="5"/>
                  </a:moveTo>
                  <a:cubicBezTo>
                    <a:pt x="12" y="8"/>
                    <a:pt x="6" y="10"/>
                    <a:pt x="3" y="17"/>
                  </a:cubicBezTo>
                  <a:cubicBezTo>
                    <a:pt x="1" y="22"/>
                    <a:pt x="0" y="28"/>
                    <a:pt x="3" y="34"/>
                  </a:cubicBezTo>
                  <a:cubicBezTo>
                    <a:pt x="9" y="47"/>
                    <a:pt x="30" y="50"/>
                    <a:pt x="43" y="39"/>
                  </a:cubicBezTo>
                  <a:cubicBezTo>
                    <a:pt x="57" y="28"/>
                    <a:pt x="55" y="11"/>
                    <a:pt x="47" y="5"/>
                  </a:cubicBezTo>
                  <a:cubicBezTo>
                    <a:pt x="38" y="0"/>
                    <a:pt x="33" y="1"/>
                    <a:pt x="19" y="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30" name="Freeform 2358">
              <a:extLst>
                <a:ext uri="{FF2B5EF4-FFF2-40B4-BE49-F238E27FC236}">
                  <a16:creationId xmlns:a16="http://schemas.microsoft.com/office/drawing/2014/main" id="{77BE3A83-9439-453D-9977-DF0F54E1E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056"/>
              <a:ext cx="60" cy="49"/>
            </a:xfrm>
            <a:custGeom>
              <a:avLst/>
              <a:gdLst>
                <a:gd name="T0" fmla="*/ 168 w 31"/>
                <a:gd name="T1" fmla="*/ 0 h 24"/>
                <a:gd name="T2" fmla="*/ 225 w 31"/>
                <a:gd name="T3" fmla="*/ 67 h 24"/>
                <a:gd name="T4" fmla="*/ 132 w 31"/>
                <a:gd name="T5" fmla="*/ 180 h 24"/>
                <a:gd name="T6" fmla="*/ 29 w 31"/>
                <a:gd name="T7" fmla="*/ 163 h 24"/>
                <a:gd name="T8" fmla="*/ 8 w 31"/>
                <a:gd name="T9" fmla="*/ 92 h 24"/>
                <a:gd name="T10" fmla="*/ 8 w 31"/>
                <a:gd name="T11" fmla="*/ 92 h 24"/>
                <a:gd name="T12" fmla="*/ 23 w 31"/>
                <a:gd name="T13" fmla="*/ 172 h 24"/>
                <a:gd name="T14" fmla="*/ 132 w 31"/>
                <a:gd name="T15" fmla="*/ 188 h 24"/>
                <a:gd name="T16" fmla="*/ 225 w 31"/>
                <a:gd name="T17" fmla="*/ 67 h 24"/>
                <a:gd name="T18" fmla="*/ 168 w 31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4">
                  <a:moveTo>
                    <a:pt x="23" y="0"/>
                  </a:moveTo>
                  <a:cubicBezTo>
                    <a:pt x="28" y="1"/>
                    <a:pt x="30" y="4"/>
                    <a:pt x="31" y="8"/>
                  </a:cubicBezTo>
                  <a:cubicBezTo>
                    <a:pt x="31" y="13"/>
                    <a:pt x="27" y="19"/>
                    <a:pt x="18" y="21"/>
                  </a:cubicBezTo>
                  <a:cubicBezTo>
                    <a:pt x="10" y="24"/>
                    <a:pt x="6" y="22"/>
                    <a:pt x="4" y="19"/>
                  </a:cubicBezTo>
                  <a:cubicBezTo>
                    <a:pt x="1" y="17"/>
                    <a:pt x="0" y="13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7"/>
                    <a:pt x="3" y="20"/>
                  </a:cubicBezTo>
                  <a:cubicBezTo>
                    <a:pt x="6" y="22"/>
                    <a:pt x="10" y="24"/>
                    <a:pt x="18" y="22"/>
                  </a:cubicBezTo>
                  <a:cubicBezTo>
                    <a:pt x="27" y="19"/>
                    <a:pt x="31" y="13"/>
                    <a:pt x="31" y="8"/>
                  </a:cubicBezTo>
                  <a:cubicBezTo>
                    <a:pt x="31" y="4"/>
                    <a:pt x="28" y="2"/>
                    <a:pt x="23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31" name="Freeform 2359">
              <a:extLst>
                <a:ext uri="{FF2B5EF4-FFF2-40B4-BE49-F238E27FC236}">
                  <a16:creationId xmlns:a16="http://schemas.microsoft.com/office/drawing/2014/main" id="{795A701A-B7CC-41D2-ABA0-898F752C4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866"/>
              <a:ext cx="87" cy="78"/>
            </a:xfrm>
            <a:custGeom>
              <a:avLst/>
              <a:gdLst>
                <a:gd name="T0" fmla="*/ 247 w 45"/>
                <a:gd name="T1" fmla="*/ 76 h 38"/>
                <a:gd name="T2" fmla="*/ 317 w 45"/>
                <a:gd name="T3" fmla="*/ 164 h 38"/>
                <a:gd name="T4" fmla="*/ 325 w 45"/>
                <a:gd name="T5" fmla="*/ 197 h 38"/>
                <a:gd name="T6" fmla="*/ 309 w 45"/>
                <a:gd name="T7" fmla="*/ 207 h 38"/>
                <a:gd name="T8" fmla="*/ 269 w 45"/>
                <a:gd name="T9" fmla="*/ 277 h 38"/>
                <a:gd name="T10" fmla="*/ 224 w 45"/>
                <a:gd name="T11" fmla="*/ 269 h 38"/>
                <a:gd name="T12" fmla="*/ 209 w 45"/>
                <a:gd name="T13" fmla="*/ 312 h 38"/>
                <a:gd name="T14" fmla="*/ 164 w 45"/>
                <a:gd name="T15" fmla="*/ 304 h 38"/>
                <a:gd name="T16" fmla="*/ 116 w 45"/>
                <a:gd name="T17" fmla="*/ 296 h 38"/>
                <a:gd name="T18" fmla="*/ 29 w 45"/>
                <a:gd name="T19" fmla="*/ 261 h 38"/>
                <a:gd name="T20" fmla="*/ 23 w 45"/>
                <a:gd name="T21" fmla="*/ 207 h 38"/>
                <a:gd name="T22" fmla="*/ 15 w 45"/>
                <a:gd name="T23" fmla="*/ 156 h 38"/>
                <a:gd name="T24" fmla="*/ 23 w 45"/>
                <a:gd name="T25" fmla="*/ 43 h 38"/>
                <a:gd name="T26" fmla="*/ 124 w 45"/>
                <a:gd name="T27" fmla="*/ 16 h 38"/>
                <a:gd name="T28" fmla="*/ 247 w 45"/>
                <a:gd name="T29" fmla="*/ 76 h 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38">
                  <a:moveTo>
                    <a:pt x="34" y="9"/>
                  </a:moveTo>
                  <a:cubicBezTo>
                    <a:pt x="38" y="9"/>
                    <a:pt x="42" y="16"/>
                    <a:pt x="44" y="19"/>
                  </a:cubicBezTo>
                  <a:cubicBezTo>
                    <a:pt x="44" y="20"/>
                    <a:pt x="45" y="22"/>
                    <a:pt x="45" y="23"/>
                  </a:cubicBezTo>
                  <a:cubicBezTo>
                    <a:pt x="44" y="24"/>
                    <a:pt x="43" y="23"/>
                    <a:pt x="43" y="24"/>
                  </a:cubicBezTo>
                  <a:cubicBezTo>
                    <a:pt x="41" y="27"/>
                    <a:pt x="44" y="32"/>
                    <a:pt x="37" y="32"/>
                  </a:cubicBezTo>
                  <a:cubicBezTo>
                    <a:pt x="35" y="31"/>
                    <a:pt x="33" y="30"/>
                    <a:pt x="31" y="31"/>
                  </a:cubicBezTo>
                  <a:cubicBezTo>
                    <a:pt x="29" y="32"/>
                    <a:pt x="30" y="35"/>
                    <a:pt x="29" y="36"/>
                  </a:cubicBezTo>
                  <a:cubicBezTo>
                    <a:pt x="27" y="38"/>
                    <a:pt x="25" y="36"/>
                    <a:pt x="23" y="35"/>
                  </a:cubicBezTo>
                  <a:cubicBezTo>
                    <a:pt x="19" y="33"/>
                    <a:pt x="19" y="33"/>
                    <a:pt x="16" y="34"/>
                  </a:cubicBezTo>
                  <a:cubicBezTo>
                    <a:pt x="13" y="34"/>
                    <a:pt x="6" y="34"/>
                    <a:pt x="4" y="30"/>
                  </a:cubicBezTo>
                  <a:cubicBezTo>
                    <a:pt x="2" y="28"/>
                    <a:pt x="2" y="26"/>
                    <a:pt x="3" y="24"/>
                  </a:cubicBezTo>
                  <a:cubicBezTo>
                    <a:pt x="4" y="21"/>
                    <a:pt x="4" y="21"/>
                    <a:pt x="2" y="18"/>
                  </a:cubicBezTo>
                  <a:cubicBezTo>
                    <a:pt x="0" y="13"/>
                    <a:pt x="0" y="8"/>
                    <a:pt x="3" y="5"/>
                  </a:cubicBezTo>
                  <a:cubicBezTo>
                    <a:pt x="6" y="3"/>
                    <a:pt x="12" y="0"/>
                    <a:pt x="17" y="2"/>
                  </a:cubicBezTo>
                  <a:cubicBezTo>
                    <a:pt x="22" y="3"/>
                    <a:pt x="30" y="9"/>
                    <a:pt x="34" y="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32" name="Freeform 2360">
              <a:extLst>
                <a:ext uri="{FF2B5EF4-FFF2-40B4-BE49-F238E27FC236}">
                  <a16:creationId xmlns:a16="http://schemas.microsoft.com/office/drawing/2014/main" id="{9213EEEC-C07B-40D0-BC36-6AAD3B7DD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913"/>
              <a:ext cx="29" cy="23"/>
            </a:xfrm>
            <a:custGeom>
              <a:avLst/>
              <a:gdLst>
                <a:gd name="T0" fmla="*/ 8 w 15"/>
                <a:gd name="T1" fmla="*/ 0 h 11"/>
                <a:gd name="T2" fmla="*/ 8 w 15"/>
                <a:gd name="T3" fmla="*/ 56 h 11"/>
                <a:gd name="T4" fmla="*/ 29 w 15"/>
                <a:gd name="T5" fmla="*/ 84 h 11"/>
                <a:gd name="T6" fmla="*/ 108 w 15"/>
                <a:gd name="T7" fmla="*/ 92 h 11"/>
                <a:gd name="T8" fmla="*/ 85 w 15"/>
                <a:gd name="T9" fmla="*/ 75 h 11"/>
                <a:gd name="T10" fmla="*/ 56 w 15"/>
                <a:gd name="T11" fmla="*/ 56 h 11"/>
                <a:gd name="T12" fmla="*/ 29 w 15"/>
                <a:gd name="T13" fmla="*/ 44 h 11"/>
                <a:gd name="T14" fmla="*/ 15 w 15"/>
                <a:gd name="T15" fmla="*/ 8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1">
                  <a:moveTo>
                    <a:pt x="1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3" y="9"/>
                    <a:pt x="4" y="9"/>
                  </a:cubicBezTo>
                  <a:cubicBezTo>
                    <a:pt x="8" y="11"/>
                    <a:pt x="12" y="10"/>
                    <a:pt x="15" y="10"/>
                  </a:cubicBezTo>
                  <a:cubicBezTo>
                    <a:pt x="14" y="9"/>
                    <a:pt x="13" y="9"/>
                    <a:pt x="12" y="8"/>
                  </a:cubicBezTo>
                  <a:cubicBezTo>
                    <a:pt x="10" y="7"/>
                    <a:pt x="9" y="7"/>
                    <a:pt x="8" y="6"/>
                  </a:cubicBezTo>
                  <a:cubicBezTo>
                    <a:pt x="6" y="4"/>
                    <a:pt x="5" y="5"/>
                    <a:pt x="4" y="5"/>
                  </a:cubicBezTo>
                  <a:cubicBezTo>
                    <a:pt x="2" y="4"/>
                    <a:pt x="2" y="2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33" name="Freeform 2361">
              <a:extLst>
                <a:ext uri="{FF2B5EF4-FFF2-40B4-BE49-F238E27FC236}">
                  <a16:creationId xmlns:a16="http://schemas.microsoft.com/office/drawing/2014/main" id="{03BFB85E-6040-4CFC-85CF-121AFFEB8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924"/>
              <a:ext cx="16" cy="18"/>
            </a:xfrm>
            <a:custGeom>
              <a:avLst/>
              <a:gdLst>
                <a:gd name="T0" fmla="*/ 0 w 8"/>
                <a:gd name="T1" fmla="*/ 40 h 9"/>
                <a:gd name="T2" fmla="*/ 56 w 8"/>
                <a:gd name="T3" fmla="*/ 64 h 9"/>
                <a:gd name="T4" fmla="*/ 56 w 8"/>
                <a:gd name="T5" fmla="*/ 32 h 9"/>
                <a:gd name="T6" fmla="*/ 64 w 8"/>
                <a:gd name="T7" fmla="*/ 0 h 9"/>
                <a:gd name="T8" fmla="*/ 48 w 8"/>
                <a:gd name="T9" fmla="*/ 32 h 9"/>
                <a:gd name="T10" fmla="*/ 16 w 8"/>
                <a:gd name="T11" fmla="*/ 4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5"/>
                    <a:pt x="5" y="9"/>
                    <a:pt x="7" y="8"/>
                  </a:cubicBezTo>
                  <a:cubicBezTo>
                    <a:pt x="8" y="7"/>
                    <a:pt x="7" y="5"/>
                    <a:pt x="7" y="4"/>
                  </a:cubicBezTo>
                  <a:cubicBezTo>
                    <a:pt x="7" y="3"/>
                    <a:pt x="8" y="2"/>
                    <a:pt x="8" y="0"/>
                  </a:cubicBezTo>
                  <a:cubicBezTo>
                    <a:pt x="7" y="1"/>
                    <a:pt x="7" y="3"/>
                    <a:pt x="6" y="4"/>
                  </a:cubicBezTo>
                  <a:cubicBezTo>
                    <a:pt x="5" y="6"/>
                    <a:pt x="3" y="5"/>
                    <a:pt x="2" y="5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34" name="Freeform 2362">
              <a:extLst>
                <a:ext uri="{FF2B5EF4-FFF2-40B4-BE49-F238E27FC236}">
                  <a16:creationId xmlns:a16="http://schemas.microsoft.com/office/drawing/2014/main" id="{5EE93AA3-2D93-4E49-BC77-AD1C92ADC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918"/>
              <a:ext cx="19" cy="12"/>
            </a:xfrm>
            <a:custGeom>
              <a:avLst/>
              <a:gdLst>
                <a:gd name="T0" fmla="*/ 21 w 10"/>
                <a:gd name="T1" fmla="*/ 16 h 6"/>
                <a:gd name="T2" fmla="*/ 0 w 10"/>
                <a:gd name="T3" fmla="*/ 40 h 6"/>
                <a:gd name="T4" fmla="*/ 48 w 10"/>
                <a:gd name="T5" fmla="*/ 48 h 6"/>
                <a:gd name="T6" fmla="*/ 68 w 10"/>
                <a:gd name="T7" fmla="*/ 0 h 6"/>
                <a:gd name="T8" fmla="*/ 48 w 10"/>
                <a:gd name="T9" fmla="*/ 24 h 6"/>
                <a:gd name="T10" fmla="*/ 21 w 10"/>
                <a:gd name="T11" fmla="*/ 1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3" y="2"/>
                  </a:moveTo>
                  <a:cubicBezTo>
                    <a:pt x="2" y="3"/>
                    <a:pt x="0" y="3"/>
                    <a:pt x="0" y="5"/>
                  </a:cubicBezTo>
                  <a:cubicBezTo>
                    <a:pt x="2" y="4"/>
                    <a:pt x="5" y="6"/>
                    <a:pt x="7" y="6"/>
                  </a:cubicBezTo>
                  <a:cubicBezTo>
                    <a:pt x="10" y="6"/>
                    <a:pt x="10" y="2"/>
                    <a:pt x="10" y="0"/>
                  </a:cubicBezTo>
                  <a:cubicBezTo>
                    <a:pt x="9" y="2"/>
                    <a:pt x="9" y="3"/>
                    <a:pt x="7" y="3"/>
                  </a:cubicBezTo>
                  <a:cubicBezTo>
                    <a:pt x="5" y="3"/>
                    <a:pt x="4" y="1"/>
                    <a:pt x="3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35" name="Freeform 2363">
              <a:extLst>
                <a:ext uri="{FF2B5EF4-FFF2-40B4-BE49-F238E27FC236}">
                  <a16:creationId xmlns:a16="http://schemas.microsoft.com/office/drawing/2014/main" id="{388D370B-9E9A-4D29-814F-FD7B43C79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893"/>
              <a:ext cx="10" cy="31"/>
            </a:xfrm>
            <a:custGeom>
              <a:avLst/>
              <a:gdLst>
                <a:gd name="T0" fmla="*/ 8 w 5"/>
                <a:gd name="T1" fmla="*/ 8 h 15"/>
                <a:gd name="T2" fmla="*/ 40 w 5"/>
                <a:gd name="T3" fmla="*/ 72 h 15"/>
                <a:gd name="T4" fmla="*/ 24 w 5"/>
                <a:gd name="T5" fmla="*/ 89 h 15"/>
                <a:gd name="T6" fmla="*/ 24 w 5"/>
                <a:gd name="T7" fmla="*/ 132 h 15"/>
                <a:gd name="T8" fmla="*/ 24 w 5"/>
                <a:gd name="T9" fmla="*/ 52 h 15"/>
                <a:gd name="T10" fmla="*/ 0 w 5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5">
                  <a:moveTo>
                    <a:pt x="1" y="1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10"/>
                    <a:pt x="4" y="9"/>
                    <a:pt x="3" y="10"/>
                  </a:cubicBezTo>
                  <a:cubicBezTo>
                    <a:pt x="2" y="12"/>
                    <a:pt x="4" y="14"/>
                    <a:pt x="3" y="15"/>
                  </a:cubicBezTo>
                  <a:cubicBezTo>
                    <a:pt x="2" y="12"/>
                    <a:pt x="4" y="9"/>
                    <a:pt x="3" y="6"/>
                  </a:cubicBezTo>
                  <a:cubicBezTo>
                    <a:pt x="3" y="5"/>
                    <a:pt x="1" y="2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36" name="Freeform 2364">
              <a:extLst>
                <a:ext uri="{FF2B5EF4-FFF2-40B4-BE49-F238E27FC236}">
                  <a16:creationId xmlns:a16="http://schemas.microsoft.com/office/drawing/2014/main" id="{4CB6FD01-D264-4112-B3F3-ADF45978A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76"/>
              <a:ext cx="29" cy="19"/>
            </a:xfrm>
            <a:custGeom>
              <a:avLst/>
              <a:gdLst>
                <a:gd name="T0" fmla="*/ 15 w 15"/>
                <a:gd name="T1" fmla="*/ 8 h 9"/>
                <a:gd name="T2" fmla="*/ 52 w 15"/>
                <a:gd name="T3" fmla="*/ 68 h 9"/>
                <a:gd name="T4" fmla="*/ 108 w 15"/>
                <a:gd name="T5" fmla="*/ 84 h 9"/>
                <a:gd name="T6" fmla="*/ 56 w 15"/>
                <a:gd name="T7" fmla="*/ 49 h 9"/>
                <a:gd name="T8" fmla="*/ 29 w 15"/>
                <a:gd name="T9" fmla="*/ 17 h 9"/>
                <a:gd name="T10" fmla="*/ 0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2" y="1"/>
                  </a:moveTo>
                  <a:cubicBezTo>
                    <a:pt x="4" y="3"/>
                    <a:pt x="4" y="6"/>
                    <a:pt x="7" y="7"/>
                  </a:cubicBezTo>
                  <a:cubicBezTo>
                    <a:pt x="9" y="9"/>
                    <a:pt x="12" y="9"/>
                    <a:pt x="15" y="9"/>
                  </a:cubicBezTo>
                  <a:cubicBezTo>
                    <a:pt x="11" y="9"/>
                    <a:pt x="10" y="7"/>
                    <a:pt x="8" y="5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37" name="Freeform 2365">
              <a:extLst>
                <a:ext uri="{FF2B5EF4-FFF2-40B4-BE49-F238E27FC236}">
                  <a16:creationId xmlns:a16="http://schemas.microsoft.com/office/drawing/2014/main" id="{DEEB6249-FCAD-4D5D-A083-EA5F19F6A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928"/>
              <a:ext cx="22" cy="6"/>
            </a:xfrm>
            <a:custGeom>
              <a:avLst/>
              <a:gdLst>
                <a:gd name="T0" fmla="*/ 0 w 11"/>
                <a:gd name="T1" fmla="*/ 0 h 3"/>
                <a:gd name="T2" fmla="*/ 16 w 11"/>
                <a:gd name="T3" fmla="*/ 16 h 3"/>
                <a:gd name="T4" fmla="*/ 40 w 11"/>
                <a:gd name="T5" fmla="*/ 24 h 3"/>
                <a:gd name="T6" fmla="*/ 88 w 11"/>
                <a:gd name="T7" fmla="*/ 24 h 3"/>
                <a:gd name="T8" fmla="*/ 56 w 11"/>
                <a:gd name="T9" fmla="*/ 8 h 3"/>
                <a:gd name="T10" fmla="*/ 0 w 11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3" y="3"/>
                    <a:pt x="4" y="3"/>
                    <a:pt x="5" y="3"/>
                  </a:cubicBezTo>
                  <a:cubicBezTo>
                    <a:pt x="7" y="3"/>
                    <a:pt x="9" y="3"/>
                    <a:pt x="11" y="3"/>
                  </a:cubicBezTo>
                  <a:cubicBezTo>
                    <a:pt x="10" y="1"/>
                    <a:pt x="8" y="1"/>
                    <a:pt x="7" y="1"/>
                  </a:cubicBezTo>
                  <a:cubicBezTo>
                    <a:pt x="5" y="1"/>
                    <a:pt x="2" y="2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38" name="Freeform 2366">
              <a:extLst>
                <a:ext uri="{FF2B5EF4-FFF2-40B4-BE49-F238E27FC236}">
                  <a16:creationId xmlns:a16="http://schemas.microsoft.com/office/drawing/2014/main" id="{8126586B-B00E-4F47-8F9E-9F154041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918"/>
              <a:ext cx="13" cy="10"/>
            </a:xfrm>
            <a:custGeom>
              <a:avLst/>
              <a:gdLst>
                <a:gd name="T0" fmla="*/ 20 w 7"/>
                <a:gd name="T1" fmla="*/ 16 h 5"/>
                <a:gd name="T2" fmla="*/ 0 w 7"/>
                <a:gd name="T3" fmla="*/ 40 h 5"/>
                <a:gd name="T4" fmla="*/ 45 w 7"/>
                <a:gd name="T5" fmla="*/ 32 h 5"/>
                <a:gd name="T6" fmla="*/ 24 w 7"/>
                <a:gd name="T7" fmla="*/ 24 h 5"/>
                <a:gd name="T8" fmla="*/ 13 w 7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3" y="2"/>
                  </a:moveTo>
                  <a:cubicBezTo>
                    <a:pt x="2" y="3"/>
                    <a:pt x="0" y="3"/>
                    <a:pt x="0" y="5"/>
                  </a:cubicBezTo>
                  <a:cubicBezTo>
                    <a:pt x="2" y="3"/>
                    <a:pt x="5" y="5"/>
                    <a:pt x="7" y="4"/>
                  </a:cubicBezTo>
                  <a:cubicBezTo>
                    <a:pt x="6" y="5"/>
                    <a:pt x="5" y="4"/>
                    <a:pt x="4" y="3"/>
                  </a:cubicBezTo>
                  <a:cubicBezTo>
                    <a:pt x="3" y="3"/>
                    <a:pt x="3" y="0"/>
                    <a:pt x="2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39" name="Freeform 2367">
              <a:extLst>
                <a:ext uri="{FF2B5EF4-FFF2-40B4-BE49-F238E27FC236}">
                  <a16:creationId xmlns:a16="http://schemas.microsoft.com/office/drawing/2014/main" id="{C540FFF9-4BBB-4F34-BF27-5D587BC03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874"/>
              <a:ext cx="15" cy="29"/>
            </a:xfrm>
            <a:custGeom>
              <a:avLst/>
              <a:gdLst>
                <a:gd name="T0" fmla="*/ 53 w 8"/>
                <a:gd name="T1" fmla="*/ 0 h 14"/>
                <a:gd name="T2" fmla="*/ 15 w 8"/>
                <a:gd name="T3" fmla="*/ 44 h 14"/>
                <a:gd name="T4" fmla="*/ 21 w 8"/>
                <a:gd name="T5" fmla="*/ 124 h 14"/>
                <a:gd name="T6" fmla="*/ 28 w 8"/>
                <a:gd name="T7" fmla="*/ 35 h 14"/>
                <a:gd name="T8" fmla="*/ 45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5" y="1"/>
                    <a:pt x="3" y="2"/>
                    <a:pt x="2" y="5"/>
                  </a:cubicBezTo>
                  <a:cubicBezTo>
                    <a:pt x="0" y="8"/>
                    <a:pt x="3" y="11"/>
                    <a:pt x="3" y="14"/>
                  </a:cubicBezTo>
                  <a:cubicBezTo>
                    <a:pt x="2" y="10"/>
                    <a:pt x="1" y="8"/>
                    <a:pt x="4" y="4"/>
                  </a:cubicBezTo>
                  <a:cubicBezTo>
                    <a:pt x="5" y="3"/>
                    <a:pt x="6" y="2"/>
                    <a:pt x="7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40" name="Freeform 2368">
              <a:extLst>
                <a:ext uri="{FF2B5EF4-FFF2-40B4-BE49-F238E27FC236}">
                  <a16:creationId xmlns:a16="http://schemas.microsoft.com/office/drawing/2014/main" id="{22A95629-131B-43CD-B919-C3CFFB0E8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883"/>
              <a:ext cx="25" cy="20"/>
            </a:xfrm>
            <a:custGeom>
              <a:avLst/>
              <a:gdLst>
                <a:gd name="T0" fmla="*/ 0 w 13"/>
                <a:gd name="T1" fmla="*/ 0 h 10"/>
                <a:gd name="T2" fmla="*/ 29 w 13"/>
                <a:gd name="T3" fmla="*/ 40 h 10"/>
                <a:gd name="T4" fmla="*/ 92 w 13"/>
                <a:gd name="T5" fmla="*/ 64 h 10"/>
                <a:gd name="T6" fmla="*/ 29 w 13"/>
                <a:gd name="T7" fmla="*/ 56 h 10"/>
                <a:gd name="T8" fmla="*/ 0 w 13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  <a:cubicBezTo>
                    <a:pt x="7" y="8"/>
                    <a:pt x="10" y="8"/>
                    <a:pt x="13" y="8"/>
                  </a:cubicBezTo>
                  <a:cubicBezTo>
                    <a:pt x="10" y="8"/>
                    <a:pt x="7" y="10"/>
                    <a:pt x="4" y="7"/>
                  </a:cubicBezTo>
                  <a:cubicBezTo>
                    <a:pt x="3" y="5"/>
                    <a:pt x="1" y="3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41" name="Freeform 2369">
              <a:extLst>
                <a:ext uri="{FF2B5EF4-FFF2-40B4-BE49-F238E27FC236}">
                  <a16:creationId xmlns:a16="http://schemas.microsoft.com/office/drawing/2014/main" id="{8B6C3EA9-9C91-4291-8996-8B3087F2D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866"/>
              <a:ext cx="87" cy="78"/>
            </a:xfrm>
            <a:custGeom>
              <a:avLst/>
              <a:gdLst>
                <a:gd name="T0" fmla="*/ 247 w 45"/>
                <a:gd name="T1" fmla="*/ 76 h 38"/>
                <a:gd name="T2" fmla="*/ 317 w 45"/>
                <a:gd name="T3" fmla="*/ 164 h 38"/>
                <a:gd name="T4" fmla="*/ 325 w 45"/>
                <a:gd name="T5" fmla="*/ 197 h 38"/>
                <a:gd name="T6" fmla="*/ 309 w 45"/>
                <a:gd name="T7" fmla="*/ 207 h 38"/>
                <a:gd name="T8" fmla="*/ 269 w 45"/>
                <a:gd name="T9" fmla="*/ 277 h 38"/>
                <a:gd name="T10" fmla="*/ 224 w 45"/>
                <a:gd name="T11" fmla="*/ 269 h 38"/>
                <a:gd name="T12" fmla="*/ 209 w 45"/>
                <a:gd name="T13" fmla="*/ 312 h 38"/>
                <a:gd name="T14" fmla="*/ 164 w 45"/>
                <a:gd name="T15" fmla="*/ 304 h 38"/>
                <a:gd name="T16" fmla="*/ 116 w 45"/>
                <a:gd name="T17" fmla="*/ 296 h 38"/>
                <a:gd name="T18" fmla="*/ 29 w 45"/>
                <a:gd name="T19" fmla="*/ 261 h 38"/>
                <a:gd name="T20" fmla="*/ 23 w 45"/>
                <a:gd name="T21" fmla="*/ 207 h 38"/>
                <a:gd name="T22" fmla="*/ 15 w 45"/>
                <a:gd name="T23" fmla="*/ 156 h 38"/>
                <a:gd name="T24" fmla="*/ 23 w 45"/>
                <a:gd name="T25" fmla="*/ 43 h 38"/>
                <a:gd name="T26" fmla="*/ 124 w 45"/>
                <a:gd name="T27" fmla="*/ 16 h 38"/>
                <a:gd name="T28" fmla="*/ 247 w 45"/>
                <a:gd name="T29" fmla="*/ 76 h 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38">
                  <a:moveTo>
                    <a:pt x="34" y="9"/>
                  </a:moveTo>
                  <a:cubicBezTo>
                    <a:pt x="38" y="9"/>
                    <a:pt x="42" y="16"/>
                    <a:pt x="44" y="19"/>
                  </a:cubicBezTo>
                  <a:cubicBezTo>
                    <a:pt x="44" y="20"/>
                    <a:pt x="45" y="22"/>
                    <a:pt x="45" y="23"/>
                  </a:cubicBezTo>
                  <a:cubicBezTo>
                    <a:pt x="44" y="24"/>
                    <a:pt x="43" y="23"/>
                    <a:pt x="43" y="24"/>
                  </a:cubicBezTo>
                  <a:cubicBezTo>
                    <a:pt x="41" y="27"/>
                    <a:pt x="44" y="32"/>
                    <a:pt x="37" y="32"/>
                  </a:cubicBezTo>
                  <a:cubicBezTo>
                    <a:pt x="35" y="31"/>
                    <a:pt x="33" y="30"/>
                    <a:pt x="31" y="31"/>
                  </a:cubicBezTo>
                  <a:cubicBezTo>
                    <a:pt x="29" y="32"/>
                    <a:pt x="30" y="35"/>
                    <a:pt x="29" y="36"/>
                  </a:cubicBezTo>
                  <a:cubicBezTo>
                    <a:pt x="27" y="38"/>
                    <a:pt x="25" y="36"/>
                    <a:pt x="23" y="35"/>
                  </a:cubicBezTo>
                  <a:cubicBezTo>
                    <a:pt x="19" y="33"/>
                    <a:pt x="19" y="33"/>
                    <a:pt x="16" y="34"/>
                  </a:cubicBezTo>
                  <a:cubicBezTo>
                    <a:pt x="13" y="34"/>
                    <a:pt x="6" y="34"/>
                    <a:pt x="4" y="30"/>
                  </a:cubicBezTo>
                  <a:cubicBezTo>
                    <a:pt x="2" y="28"/>
                    <a:pt x="2" y="26"/>
                    <a:pt x="3" y="24"/>
                  </a:cubicBezTo>
                  <a:cubicBezTo>
                    <a:pt x="4" y="21"/>
                    <a:pt x="4" y="21"/>
                    <a:pt x="2" y="18"/>
                  </a:cubicBezTo>
                  <a:cubicBezTo>
                    <a:pt x="0" y="13"/>
                    <a:pt x="0" y="8"/>
                    <a:pt x="3" y="5"/>
                  </a:cubicBezTo>
                  <a:cubicBezTo>
                    <a:pt x="6" y="3"/>
                    <a:pt x="12" y="0"/>
                    <a:pt x="17" y="2"/>
                  </a:cubicBezTo>
                  <a:cubicBezTo>
                    <a:pt x="22" y="3"/>
                    <a:pt x="30" y="9"/>
                    <a:pt x="34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42" name="Freeform 2370">
              <a:extLst>
                <a:ext uri="{FF2B5EF4-FFF2-40B4-BE49-F238E27FC236}">
                  <a16:creationId xmlns:a16="http://schemas.microsoft.com/office/drawing/2014/main" id="{D02ED534-D1E3-4477-A990-AF38B7380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918"/>
              <a:ext cx="7" cy="14"/>
            </a:xfrm>
            <a:custGeom>
              <a:avLst/>
              <a:gdLst>
                <a:gd name="T0" fmla="*/ 21 w 4"/>
                <a:gd name="T1" fmla="*/ 0 h 7"/>
                <a:gd name="T2" fmla="*/ 0 w 4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0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43" name="Freeform 2371">
              <a:extLst>
                <a:ext uri="{FF2B5EF4-FFF2-40B4-BE49-F238E27FC236}">
                  <a16:creationId xmlns:a16="http://schemas.microsoft.com/office/drawing/2014/main" id="{62C3B989-BA60-4458-8227-8D8DF48AC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876"/>
              <a:ext cx="35" cy="21"/>
            </a:xfrm>
            <a:custGeom>
              <a:avLst/>
              <a:gdLst>
                <a:gd name="T0" fmla="*/ 132 w 18"/>
                <a:gd name="T1" fmla="*/ 92 h 10"/>
                <a:gd name="T2" fmla="*/ 53 w 18"/>
                <a:gd name="T3" fmla="*/ 67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18" y="10"/>
                  </a:moveTo>
                  <a:cubicBezTo>
                    <a:pt x="14" y="9"/>
                    <a:pt x="11" y="10"/>
                    <a:pt x="7" y="7"/>
                  </a:cubicBezTo>
                  <a:cubicBezTo>
                    <a:pt x="4" y="5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44" name="Freeform 2372">
              <a:extLst>
                <a:ext uri="{FF2B5EF4-FFF2-40B4-BE49-F238E27FC236}">
                  <a16:creationId xmlns:a16="http://schemas.microsoft.com/office/drawing/2014/main" id="{28E1F638-D113-47DC-A371-23B57912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930"/>
              <a:ext cx="11" cy="4"/>
            </a:xfrm>
            <a:custGeom>
              <a:avLst/>
              <a:gdLst>
                <a:gd name="T0" fmla="*/ 37 w 6"/>
                <a:gd name="T1" fmla="*/ 16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45" name="Freeform 2373">
              <a:extLst>
                <a:ext uri="{FF2B5EF4-FFF2-40B4-BE49-F238E27FC236}">
                  <a16:creationId xmlns:a16="http://schemas.microsoft.com/office/drawing/2014/main" id="{BF511663-7DA5-4567-A0C2-7044184EA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874"/>
              <a:ext cx="6" cy="6"/>
            </a:xfrm>
            <a:custGeom>
              <a:avLst/>
              <a:gdLst>
                <a:gd name="T0" fmla="*/ 0 w 3"/>
                <a:gd name="T1" fmla="*/ 16 h 3"/>
                <a:gd name="T2" fmla="*/ 16 w 3"/>
                <a:gd name="T3" fmla="*/ 0 h 3"/>
                <a:gd name="T4" fmla="*/ 8 w 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1" y="3"/>
                    <a:pt x="1" y="3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46" name="Freeform 2374">
              <a:extLst>
                <a:ext uri="{FF2B5EF4-FFF2-40B4-BE49-F238E27FC236}">
                  <a16:creationId xmlns:a16="http://schemas.microsoft.com/office/drawing/2014/main" id="{6530755A-9AB2-444B-B3CB-46DEEE937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893"/>
              <a:ext cx="4" cy="6"/>
            </a:xfrm>
            <a:custGeom>
              <a:avLst/>
              <a:gdLst>
                <a:gd name="T0" fmla="*/ 16 w 2"/>
                <a:gd name="T1" fmla="*/ 16 h 3"/>
                <a:gd name="T2" fmla="*/ 16 w 2"/>
                <a:gd name="T3" fmla="*/ 0 h 3"/>
                <a:gd name="T4" fmla="*/ 8 w 2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0" y="0"/>
                    <a:pt x="1" y="2"/>
                    <a:pt x="1" y="3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47" name="Freeform 2375">
              <a:extLst>
                <a:ext uri="{FF2B5EF4-FFF2-40B4-BE49-F238E27FC236}">
                  <a16:creationId xmlns:a16="http://schemas.microsoft.com/office/drawing/2014/main" id="{664C22D0-5451-41AD-B3C2-AC224E9F2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918"/>
              <a:ext cx="1" cy="2"/>
            </a:xfrm>
            <a:custGeom>
              <a:avLst/>
              <a:gdLst>
                <a:gd name="T0" fmla="*/ 1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EFF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48" name="Freeform 2376">
              <a:extLst>
                <a:ext uri="{FF2B5EF4-FFF2-40B4-BE49-F238E27FC236}">
                  <a16:creationId xmlns:a16="http://schemas.microsoft.com/office/drawing/2014/main" id="{0C138B4E-F3B2-482F-994B-C698B4871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604"/>
              <a:ext cx="93" cy="81"/>
            </a:xfrm>
            <a:custGeom>
              <a:avLst/>
              <a:gdLst>
                <a:gd name="T0" fmla="*/ 31 w 48"/>
                <a:gd name="T1" fmla="*/ 133 h 39"/>
                <a:gd name="T2" fmla="*/ 87 w 48"/>
                <a:gd name="T3" fmla="*/ 316 h 39"/>
                <a:gd name="T4" fmla="*/ 277 w 48"/>
                <a:gd name="T5" fmla="*/ 297 h 39"/>
                <a:gd name="T6" fmla="*/ 333 w 48"/>
                <a:gd name="T7" fmla="*/ 116 h 39"/>
                <a:gd name="T8" fmla="*/ 31 w 48"/>
                <a:gd name="T9" fmla="*/ 13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9">
                  <a:moveTo>
                    <a:pt x="4" y="15"/>
                  </a:moveTo>
                  <a:cubicBezTo>
                    <a:pt x="0" y="24"/>
                    <a:pt x="4" y="31"/>
                    <a:pt x="12" y="35"/>
                  </a:cubicBezTo>
                  <a:cubicBezTo>
                    <a:pt x="19" y="39"/>
                    <a:pt x="30" y="38"/>
                    <a:pt x="38" y="33"/>
                  </a:cubicBezTo>
                  <a:cubicBezTo>
                    <a:pt x="48" y="27"/>
                    <a:pt x="48" y="20"/>
                    <a:pt x="46" y="13"/>
                  </a:cubicBezTo>
                  <a:cubicBezTo>
                    <a:pt x="42" y="0"/>
                    <a:pt x="12" y="1"/>
                    <a:pt x="4" y="1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49" name="Freeform 2377">
              <a:extLst>
                <a:ext uri="{FF2B5EF4-FFF2-40B4-BE49-F238E27FC236}">
                  <a16:creationId xmlns:a16="http://schemas.microsoft.com/office/drawing/2014/main" id="{E2ACC70C-5CD3-47AA-BA8F-8B185D4D5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606"/>
              <a:ext cx="81" cy="54"/>
            </a:xfrm>
            <a:custGeom>
              <a:avLst/>
              <a:gdLst>
                <a:gd name="T0" fmla="*/ 0 w 42"/>
                <a:gd name="T1" fmla="*/ 116 h 26"/>
                <a:gd name="T2" fmla="*/ 287 w 42"/>
                <a:gd name="T3" fmla="*/ 125 h 26"/>
                <a:gd name="T4" fmla="*/ 280 w 42"/>
                <a:gd name="T5" fmla="*/ 233 h 26"/>
                <a:gd name="T6" fmla="*/ 293 w 42"/>
                <a:gd name="T7" fmla="*/ 108 h 26"/>
                <a:gd name="T8" fmla="*/ 0 w 42"/>
                <a:gd name="T9" fmla="*/ 1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0" y="13"/>
                  </a:moveTo>
                  <a:cubicBezTo>
                    <a:pt x="9" y="1"/>
                    <a:pt x="36" y="1"/>
                    <a:pt x="40" y="14"/>
                  </a:cubicBezTo>
                  <a:cubicBezTo>
                    <a:pt x="41" y="18"/>
                    <a:pt x="42" y="22"/>
                    <a:pt x="39" y="26"/>
                  </a:cubicBezTo>
                  <a:cubicBezTo>
                    <a:pt x="42" y="22"/>
                    <a:pt x="42" y="17"/>
                    <a:pt x="41" y="12"/>
                  </a:cubicBezTo>
                  <a:cubicBezTo>
                    <a:pt x="37" y="0"/>
                    <a:pt x="9" y="0"/>
                    <a:pt x="0" y="1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50" name="Freeform 2378">
              <a:extLst>
                <a:ext uri="{FF2B5EF4-FFF2-40B4-BE49-F238E27FC236}">
                  <a16:creationId xmlns:a16="http://schemas.microsoft.com/office/drawing/2014/main" id="{92524AD4-2BF9-4B73-8440-D4C1A4DF4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1"/>
              <a:ext cx="69" cy="42"/>
            </a:xfrm>
            <a:custGeom>
              <a:avLst/>
              <a:gdLst>
                <a:gd name="T0" fmla="*/ 253 w 36"/>
                <a:gd name="T1" fmla="*/ 128 h 20"/>
                <a:gd name="T2" fmla="*/ 77 w 36"/>
                <a:gd name="T3" fmla="*/ 128 h 20"/>
                <a:gd name="T4" fmla="*/ 15 w 36"/>
                <a:gd name="T5" fmla="*/ 0 h 20"/>
                <a:gd name="T6" fmla="*/ 69 w 36"/>
                <a:gd name="T7" fmla="*/ 149 h 20"/>
                <a:gd name="T8" fmla="*/ 253 w 36"/>
                <a:gd name="T9" fmla="*/ 128 h 20"/>
                <a:gd name="T10" fmla="*/ 253 w 36"/>
                <a:gd name="T11" fmla="*/ 12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36" y="14"/>
                  </a:moveTo>
                  <a:cubicBezTo>
                    <a:pt x="28" y="19"/>
                    <a:pt x="18" y="18"/>
                    <a:pt x="11" y="14"/>
                  </a:cubicBezTo>
                  <a:cubicBezTo>
                    <a:pt x="5" y="11"/>
                    <a:pt x="1" y="6"/>
                    <a:pt x="2" y="0"/>
                  </a:cubicBezTo>
                  <a:cubicBezTo>
                    <a:pt x="0" y="7"/>
                    <a:pt x="4" y="13"/>
                    <a:pt x="10" y="16"/>
                  </a:cubicBezTo>
                  <a:cubicBezTo>
                    <a:pt x="17" y="20"/>
                    <a:pt x="28" y="19"/>
                    <a:pt x="36" y="14"/>
                  </a:cubicBezTo>
                  <a:cubicBezTo>
                    <a:pt x="36" y="14"/>
                    <a:pt x="36" y="14"/>
                    <a:pt x="36" y="1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51" name="Freeform 2379">
              <a:extLst>
                <a:ext uri="{FF2B5EF4-FFF2-40B4-BE49-F238E27FC236}">
                  <a16:creationId xmlns:a16="http://schemas.microsoft.com/office/drawing/2014/main" id="{99B0A7BC-946D-4C94-8178-CAAA34E0B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621"/>
              <a:ext cx="62" cy="43"/>
            </a:xfrm>
            <a:custGeom>
              <a:avLst/>
              <a:gdLst>
                <a:gd name="T0" fmla="*/ 225 w 32"/>
                <a:gd name="T1" fmla="*/ 68 h 21"/>
                <a:gd name="T2" fmla="*/ 93 w 32"/>
                <a:gd name="T3" fmla="*/ 172 h 21"/>
                <a:gd name="T4" fmla="*/ 37 w 32"/>
                <a:gd name="T5" fmla="*/ 68 h 21"/>
                <a:gd name="T6" fmla="*/ 225 w 32"/>
                <a:gd name="T7" fmla="*/ 6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1">
                  <a:moveTo>
                    <a:pt x="31" y="8"/>
                  </a:moveTo>
                  <a:cubicBezTo>
                    <a:pt x="32" y="16"/>
                    <a:pt x="21" y="21"/>
                    <a:pt x="13" y="20"/>
                  </a:cubicBezTo>
                  <a:cubicBezTo>
                    <a:pt x="6" y="19"/>
                    <a:pt x="0" y="14"/>
                    <a:pt x="5" y="8"/>
                  </a:cubicBezTo>
                  <a:cubicBezTo>
                    <a:pt x="10" y="1"/>
                    <a:pt x="29" y="0"/>
                    <a:pt x="31" y="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52" name="Freeform 2380">
              <a:extLst>
                <a:ext uri="{FF2B5EF4-FFF2-40B4-BE49-F238E27FC236}">
                  <a16:creationId xmlns:a16="http://schemas.microsoft.com/office/drawing/2014/main" id="{89271179-BA94-4B96-8FC5-7CEB0E25B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637"/>
              <a:ext cx="56" cy="27"/>
            </a:xfrm>
            <a:custGeom>
              <a:avLst/>
              <a:gdLst>
                <a:gd name="T0" fmla="*/ 71 w 29"/>
                <a:gd name="T1" fmla="*/ 81 h 13"/>
                <a:gd name="T2" fmla="*/ 0 w 29"/>
                <a:gd name="T3" fmla="*/ 25 h 13"/>
                <a:gd name="T4" fmla="*/ 71 w 29"/>
                <a:gd name="T5" fmla="*/ 108 h 13"/>
                <a:gd name="T6" fmla="*/ 201 w 29"/>
                <a:gd name="T7" fmla="*/ 0 h 13"/>
                <a:gd name="T8" fmla="*/ 201 w 29"/>
                <a:gd name="T9" fmla="*/ 0 h 13"/>
                <a:gd name="T10" fmla="*/ 71 w 29"/>
                <a:gd name="T11" fmla="*/ 8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3">
                  <a:moveTo>
                    <a:pt x="10" y="9"/>
                  </a:moveTo>
                  <a:cubicBezTo>
                    <a:pt x="5" y="9"/>
                    <a:pt x="1" y="6"/>
                    <a:pt x="0" y="3"/>
                  </a:cubicBezTo>
                  <a:cubicBezTo>
                    <a:pt x="0" y="7"/>
                    <a:pt x="4" y="11"/>
                    <a:pt x="10" y="12"/>
                  </a:cubicBezTo>
                  <a:cubicBezTo>
                    <a:pt x="18" y="13"/>
                    <a:pt x="29" y="8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6"/>
                    <a:pt x="17" y="10"/>
                    <a:pt x="10" y="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53" name="Freeform 2381">
              <a:extLst>
                <a:ext uri="{FF2B5EF4-FFF2-40B4-BE49-F238E27FC236}">
                  <a16:creationId xmlns:a16="http://schemas.microsoft.com/office/drawing/2014/main" id="{CA6A91AC-91DD-4095-9772-DDAC93287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623"/>
              <a:ext cx="39" cy="8"/>
            </a:xfrm>
            <a:custGeom>
              <a:avLst/>
              <a:gdLst>
                <a:gd name="T0" fmla="*/ 0 w 20"/>
                <a:gd name="T1" fmla="*/ 24 h 4"/>
                <a:gd name="T2" fmla="*/ 148 w 20"/>
                <a:gd name="T3" fmla="*/ 32 h 4"/>
                <a:gd name="T4" fmla="*/ 0 w 20"/>
                <a:gd name="T5" fmla="*/ 2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1"/>
                    <a:pt x="16" y="0"/>
                    <a:pt x="20" y="4"/>
                  </a:cubicBezTo>
                  <a:cubicBezTo>
                    <a:pt x="19" y="3"/>
                    <a:pt x="8" y="1"/>
                    <a:pt x="0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54" name="Freeform 2382">
              <a:extLst>
                <a:ext uri="{FF2B5EF4-FFF2-40B4-BE49-F238E27FC236}">
                  <a16:creationId xmlns:a16="http://schemas.microsoft.com/office/drawing/2014/main" id="{FEF026B6-B4EF-4093-AD05-94DB43AA4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617"/>
              <a:ext cx="34" cy="14"/>
            </a:xfrm>
            <a:custGeom>
              <a:avLst/>
              <a:gdLst>
                <a:gd name="T0" fmla="*/ 0 w 18"/>
                <a:gd name="T1" fmla="*/ 40 h 7"/>
                <a:gd name="T2" fmla="*/ 121 w 18"/>
                <a:gd name="T3" fmla="*/ 56 h 7"/>
                <a:gd name="T4" fmla="*/ 0 w 18"/>
                <a:gd name="T5" fmla="*/ 4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4" y="3"/>
                    <a:pt x="14" y="2"/>
                    <a:pt x="18" y="7"/>
                  </a:cubicBezTo>
                  <a:cubicBezTo>
                    <a:pt x="16" y="5"/>
                    <a:pt x="11" y="0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55" name="Freeform 2383">
              <a:extLst>
                <a:ext uri="{FF2B5EF4-FFF2-40B4-BE49-F238E27FC236}">
                  <a16:creationId xmlns:a16="http://schemas.microsoft.com/office/drawing/2014/main" id="{574E35B4-0722-4D2F-9E99-44C147925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652"/>
              <a:ext cx="37" cy="14"/>
            </a:xfrm>
            <a:custGeom>
              <a:avLst/>
              <a:gdLst>
                <a:gd name="T0" fmla="*/ 0 w 19"/>
                <a:gd name="T1" fmla="*/ 32 h 7"/>
                <a:gd name="T2" fmla="*/ 140 w 19"/>
                <a:gd name="T3" fmla="*/ 0 h 7"/>
                <a:gd name="T4" fmla="*/ 0 w 19"/>
                <a:gd name="T5" fmla="*/ 3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4"/>
                  </a:moveTo>
                  <a:cubicBezTo>
                    <a:pt x="2" y="6"/>
                    <a:pt x="13" y="7"/>
                    <a:pt x="19" y="0"/>
                  </a:cubicBezTo>
                  <a:cubicBezTo>
                    <a:pt x="16" y="3"/>
                    <a:pt x="8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56" name="Freeform 2384">
              <a:extLst>
                <a:ext uri="{FF2B5EF4-FFF2-40B4-BE49-F238E27FC236}">
                  <a16:creationId xmlns:a16="http://schemas.microsoft.com/office/drawing/2014/main" id="{C40CBBDA-7B91-4906-BE1F-C33DFBB0B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604"/>
              <a:ext cx="93" cy="81"/>
            </a:xfrm>
            <a:custGeom>
              <a:avLst/>
              <a:gdLst>
                <a:gd name="T0" fmla="*/ 31 w 48"/>
                <a:gd name="T1" fmla="*/ 133 h 39"/>
                <a:gd name="T2" fmla="*/ 87 w 48"/>
                <a:gd name="T3" fmla="*/ 316 h 39"/>
                <a:gd name="T4" fmla="*/ 277 w 48"/>
                <a:gd name="T5" fmla="*/ 297 h 39"/>
                <a:gd name="T6" fmla="*/ 333 w 48"/>
                <a:gd name="T7" fmla="*/ 116 h 39"/>
                <a:gd name="T8" fmla="*/ 31 w 48"/>
                <a:gd name="T9" fmla="*/ 13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9">
                  <a:moveTo>
                    <a:pt x="4" y="15"/>
                  </a:moveTo>
                  <a:cubicBezTo>
                    <a:pt x="0" y="24"/>
                    <a:pt x="4" y="31"/>
                    <a:pt x="12" y="35"/>
                  </a:cubicBezTo>
                  <a:cubicBezTo>
                    <a:pt x="19" y="39"/>
                    <a:pt x="30" y="38"/>
                    <a:pt x="38" y="33"/>
                  </a:cubicBezTo>
                  <a:cubicBezTo>
                    <a:pt x="48" y="27"/>
                    <a:pt x="48" y="20"/>
                    <a:pt x="46" y="13"/>
                  </a:cubicBezTo>
                  <a:cubicBezTo>
                    <a:pt x="42" y="0"/>
                    <a:pt x="12" y="1"/>
                    <a:pt x="4" y="1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57" name="Freeform 2385">
              <a:extLst>
                <a:ext uri="{FF2B5EF4-FFF2-40B4-BE49-F238E27FC236}">
                  <a16:creationId xmlns:a16="http://schemas.microsoft.com/office/drawing/2014/main" id="{96EAAA0C-080D-4283-A00E-E8992305D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637"/>
              <a:ext cx="54" cy="25"/>
            </a:xfrm>
            <a:custGeom>
              <a:avLst/>
              <a:gdLst>
                <a:gd name="T0" fmla="*/ 0 w 28"/>
                <a:gd name="T1" fmla="*/ 56 h 12"/>
                <a:gd name="T2" fmla="*/ 71 w 28"/>
                <a:gd name="T3" fmla="*/ 108 h 12"/>
                <a:gd name="T4" fmla="*/ 185 w 28"/>
                <a:gd name="T5" fmla="*/ 56 h 12"/>
                <a:gd name="T6" fmla="*/ 201 w 28"/>
                <a:gd name="T7" fmla="*/ 0 h 12"/>
                <a:gd name="T8" fmla="*/ 201 w 28"/>
                <a:gd name="T9" fmla="*/ 0 h 12"/>
                <a:gd name="T10" fmla="*/ 185 w 28"/>
                <a:gd name="T11" fmla="*/ 56 h 12"/>
                <a:gd name="T12" fmla="*/ 71 w 28"/>
                <a:gd name="T13" fmla="*/ 100 h 12"/>
                <a:gd name="T14" fmla="*/ 8 w 28"/>
                <a:gd name="T15" fmla="*/ 56 h 12"/>
                <a:gd name="T16" fmla="*/ 15 w 28"/>
                <a:gd name="T17" fmla="*/ 0 h 12"/>
                <a:gd name="T18" fmla="*/ 15 w 28"/>
                <a:gd name="T19" fmla="*/ 0 h 12"/>
                <a:gd name="T20" fmla="*/ 0 w 28"/>
                <a:gd name="T21" fmla="*/ 56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12">
                  <a:moveTo>
                    <a:pt x="0" y="6"/>
                  </a:moveTo>
                  <a:cubicBezTo>
                    <a:pt x="1" y="9"/>
                    <a:pt x="5" y="11"/>
                    <a:pt x="10" y="12"/>
                  </a:cubicBezTo>
                  <a:cubicBezTo>
                    <a:pt x="15" y="12"/>
                    <a:pt x="23" y="11"/>
                    <a:pt x="26" y="6"/>
                  </a:cubicBezTo>
                  <a:cubicBezTo>
                    <a:pt x="28" y="4"/>
                    <a:pt x="28" y="2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2"/>
                    <a:pt x="28" y="4"/>
                    <a:pt x="26" y="6"/>
                  </a:cubicBezTo>
                  <a:cubicBezTo>
                    <a:pt x="23" y="10"/>
                    <a:pt x="15" y="12"/>
                    <a:pt x="10" y="11"/>
                  </a:cubicBezTo>
                  <a:cubicBezTo>
                    <a:pt x="5" y="11"/>
                    <a:pt x="2" y="9"/>
                    <a:pt x="1" y="6"/>
                  </a:cubicBezTo>
                  <a:cubicBezTo>
                    <a:pt x="0" y="4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58" name="Freeform 2386">
              <a:extLst>
                <a:ext uri="{FF2B5EF4-FFF2-40B4-BE49-F238E27FC236}">
                  <a16:creationId xmlns:a16="http://schemas.microsoft.com/office/drawing/2014/main" id="{6D55E598-0C3D-4F63-8E5B-BF467C4A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724"/>
              <a:ext cx="112" cy="86"/>
            </a:xfrm>
            <a:custGeom>
              <a:avLst/>
              <a:gdLst>
                <a:gd name="T0" fmla="*/ 209 w 58"/>
                <a:gd name="T1" fmla="*/ 8 h 42"/>
                <a:gd name="T2" fmla="*/ 64 w 58"/>
                <a:gd name="T3" fmla="*/ 33 h 42"/>
                <a:gd name="T4" fmla="*/ 8 w 58"/>
                <a:gd name="T5" fmla="*/ 156 h 42"/>
                <a:gd name="T6" fmla="*/ 239 w 58"/>
                <a:gd name="T7" fmla="*/ 336 h 42"/>
                <a:gd name="T8" fmla="*/ 380 w 58"/>
                <a:gd name="T9" fmla="*/ 113 h 42"/>
                <a:gd name="T10" fmla="*/ 209 w 58"/>
                <a:gd name="T11" fmla="*/ 8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2">
                  <a:moveTo>
                    <a:pt x="29" y="1"/>
                  </a:moveTo>
                  <a:cubicBezTo>
                    <a:pt x="21" y="0"/>
                    <a:pt x="15" y="0"/>
                    <a:pt x="9" y="4"/>
                  </a:cubicBezTo>
                  <a:cubicBezTo>
                    <a:pt x="5" y="7"/>
                    <a:pt x="1" y="12"/>
                    <a:pt x="1" y="18"/>
                  </a:cubicBezTo>
                  <a:cubicBezTo>
                    <a:pt x="0" y="31"/>
                    <a:pt x="16" y="42"/>
                    <a:pt x="33" y="39"/>
                  </a:cubicBezTo>
                  <a:cubicBezTo>
                    <a:pt x="50" y="36"/>
                    <a:pt x="58" y="21"/>
                    <a:pt x="53" y="13"/>
                  </a:cubicBezTo>
                  <a:cubicBezTo>
                    <a:pt x="48" y="5"/>
                    <a:pt x="43" y="3"/>
                    <a:pt x="29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59" name="Freeform 2387">
              <a:extLst>
                <a:ext uri="{FF2B5EF4-FFF2-40B4-BE49-F238E27FC236}">
                  <a16:creationId xmlns:a16="http://schemas.microsoft.com/office/drawing/2014/main" id="{DDD41089-5398-46A9-80E0-417499770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738"/>
              <a:ext cx="91" cy="66"/>
            </a:xfrm>
            <a:custGeom>
              <a:avLst/>
              <a:gdLst>
                <a:gd name="T0" fmla="*/ 312 w 47"/>
                <a:gd name="T1" fmla="*/ 52 h 32"/>
                <a:gd name="T2" fmla="*/ 269 w 47"/>
                <a:gd name="T3" fmla="*/ 0 h 32"/>
                <a:gd name="T4" fmla="*/ 304 w 47"/>
                <a:gd name="T5" fmla="*/ 43 h 32"/>
                <a:gd name="T6" fmla="*/ 168 w 47"/>
                <a:gd name="T7" fmla="*/ 264 h 32"/>
                <a:gd name="T8" fmla="*/ 0 w 47"/>
                <a:gd name="T9" fmla="*/ 221 h 32"/>
                <a:gd name="T10" fmla="*/ 172 w 47"/>
                <a:gd name="T11" fmla="*/ 272 h 32"/>
                <a:gd name="T12" fmla="*/ 312 w 47"/>
                <a:gd name="T13" fmla="*/ 5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2">
                  <a:moveTo>
                    <a:pt x="43" y="6"/>
                  </a:moveTo>
                  <a:cubicBezTo>
                    <a:pt x="41" y="4"/>
                    <a:pt x="39" y="2"/>
                    <a:pt x="37" y="0"/>
                  </a:cubicBezTo>
                  <a:cubicBezTo>
                    <a:pt x="39" y="1"/>
                    <a:pt x="40" y="3"/>
                    <a:pt x="42" y="5"/>
                  </a:cubicBezTo>
                  <a:cubicBezTo>
                    <a:pt x="46" y="13"/>
                    <a:pt x="39" y="27"/>
                    <a:pt x="23" y="30"/>
                  </a:cubicBezTo>
                  <a:cubicBezTo>
                    <a:pt x="14" y="31"/>
                    <a:pt x="6" y="29"/>
                    <a:pt x="0" y="25"/>
                  </a:cubicBezTo>
                  <a:cubicBezTo>
                    <a:pt x="6" y="30"/>
                    <a:pt x="15" y="32"/>
                    <a:pt x="24" y="31"/>
                  </a:cubicBezTo>
                  <a:cubicBezTo>
                    <a:pt x="40" y="28"/>
                    <a:pt x="47" y="15"/>
                    <a:pt x="43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60" name="Freeform 2388">
              <a:extLst>
                <a:ext uri="{FF2B5EF4-FFF2-40B4-BE49-F238E27FC236}">
                  <a16:creationId xmlns:a16="http://schemas.microsoft.com/office/drawing/2014/main" id="{3D60CB56-599B-42AA-925F-6E888404A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726"/>
              <a:ext cx="87" cy="66"/>
            </a:xfrm>
            <a:custGeom>
              <a:avLst/>
              <a:gdLst>
                <a:gd name="T0" fmla="*/ 15 w 45"/>
                <a:gd name="T1" fmla="*/ 157 h 32"/>
                <a:gd name="T2" fmla="*/ 79 w 45"/>
                <a:gd name="T3" fmla="*/ 35 h 32"/>
                <a:gd name="T4" fmla="*/ 209 w 45"/>
                <a:gd name="T5" fmla="*/ 17 h 32"/>
                <a:gd name="T6" fmla="*/ 325 w 45"/>
                <a:gd name="T7" fmla="*/ 52 h 32"/>
                <a:gd name="T8" fmla="*/ 195 w 45"/>
                <a:gd name="T9" fmla="*/ 8 h 32"/>
                <a:gd name="T10" fmla="*/ 64 w 45"/>
                <a:gd name="T11" fmla="*/ 25 h 32"/>
                <a:gd name="T12" fmla="*/ 8 w 45"/>
                <a:gd name="T13" fmla="*/ 149 h 32"/>
                <a:gd name="T14" fmla="*/ 72 w 45"/>
                <a:gd name="T15" fmla="*/ 281 h 32"/>
                <a:gd name="T16" fmla="*/ 15 w 45"/>
                <a:gd name="T17" fmla="*/ 157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2" y="18"/>
                  </a:moveTo>
                  <a:cubicBezTo>
                    <a:pt x="3" y="12"/>
                    <a:pt x="6" y="8"/>
                    <a:pt x="11" y="4"/>
                  </a:cubicBezTo>
                  <a:cubicBezTo>
                    <a:pt x="16" y="1"/>
                    <a:pt x="22" y="1"/>
                    <a:pt x="29" y="2"/>
                  </a:cubicBezTo>
                  <a:cubicBezTo>
                    <a:pt x="37" y="3"/>
                    <a:pt x="42" y="4"/>
                    <a:pt x="45" y="6"/>
                  </a:cubicBezTo>
                  <a:cubicBezTo>
                    <a:pt x="41" y="3"/>
                    <a:pt x="36" y="2"/>
                    <a:pt x="27" y="1"/>
                  </a:cubicBezTo>
                  <a:cubicBezTo>
                    <a:pt x="20" y="0"/>
                    <a:pt x="14" y="0"/>
                    <a:pt x="9" y="3"/>
                  </a:cubicBezTo>
                  <a:cubicBezTo>
                    <a:pt x="5" y="7"/>
                    <a:pt x="1" y="11"/>
                    <a:pt x="1" y="17"/>
                  </a:cubicBezTo>
                  <a:cubicBezTo>
                    <a:pt x="0" y="23"/>
                    <a:pt x="4" y="29"/>
                    <a:pt x="10" y="32"/>
                  </a:cubicBezTo>
                  <a:cubicBezTo>
                    <a:pt x="5" y="29"/>
                    <a:pt x="2" y="23"/>
                    <a:pt x="2" y="1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61" name="Freeform 2389">
              <a:extLst>
                <a:ext uri="{FF2B5EF4-FFF2-40B4-BE49-F238E27FC236}">
                  <a16:creationId xmlns:a16="http://schemas.microsoft.com/office/drawing/2014/main" id="{B7DDDDE6-9B74-4651-83EF-F8E708308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738"/>
              <a:ext cx="75" cy="48"/>
            </a:xfrm>
            <a:custGeom>
              <a:avLst/>
              <a:gdLst>
                <a:gd name="T0" fmla="*/ 215 w 39"/>
                <a:gd name="T1" fmla="*/ 56 h 23"/>
                <a:gd name="T2" fmla="*/ 108 w 39"/>
                <a:gd name="T3" fmla="*/ 184 h 23"/>
                <a:gd name="T4" fmla="*/ 37 w 39"/>
                <a:gd name="T5" fmla="*/ 44 h 23"/>
                <a:gd name="T6" fmla="*/ 215 w 39"/>
                <a:gd name="T7" fmla="*/ 5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3">
                  <a:moveTo>
                    <a:pt x="30" y="6"/>
                  </a:moveTo>
                  <a:cubicBezTo>
                    <a:pt x="39" y="13"/>
                    <a:pt x="29" y="23"/>
                    <a:pt x="15" y="20"/>
                  </a:cubicBezTo>
                  <a:cubicBezTo>
                    <a:pt x="0" y="18"/>
                    <a:pt x="2" y="8"/>
                    <a:pt x="5" y="5"/>
                  </a:cubicBezTo>
                  <a:cubicBezTo>
                    <a:pt x="10" y="0"/>
                    <a:pt x="24" y="1"/>
                    <a:pt x="30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62" name="Freeform 2390">
              <a:extLst>
                <a:ext uri="{FF2B5EF4-FFF2-40B4-BE49-F238E27FC236}">
                  <a16:creationId xmlns:a16="http://schemas.microsoft.com/office/drawing/2014/main" id="{B12004B1-4D65-4385-A940-26B77E97E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759"/>
              <a:ext cx="62" cy="27"/>
            </a:xfrm>
            <a:custGeom>
              <a:avLst/>
              <a:gdLst>
                <a:gd name="T0" fmla="*/ 217 w 32"/>
                <a:gd name="T1" fmla="*/ 0 h 13"/>
                <a:gd name="T2" fmla="*/ 87 w 32"/>
                <a:gd name="T3" fmla="*/ 73 h 13"/>
                <a:gd name="T4" fmla="*/ 0 w 32"/>
                <a:gd name="T5" fmla="*/ 0 h 13"/>
                <a:gd name="T6" fmla="*/ 87 w 32"/>
                <a:gd name="T7" fmla="*/ 91 h 13"/>
                <a:gd name="T8" fmla="*/ 217 w 3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30" y="0"/>
                  </a:moveTo>
                  <a:cubicBezTo>
                    <a:pt x="30" y="6"/>
                    <a:pt x="22" y="10"/>
                    <a:pt x="12" y="8"/>
                  </a:cubicBezTo>
                  <a:cubicBezTo>
                    <a:pt x="4" y="7"/>
                    <a:pt x="1" y="4"/>
                    <a:pt x="0" y="0"/>
                  </a:cubicBezTo>
                  <a:cubicBezTo>
                    <a:pt x="0" y="4"/>
                    <a:pt x="3" y="9"/>
                    <a:pt x="12" y="10"/>
                  </a:cubicBezTo>
                  <a:cubicBezTo>
                    <a:pt x="23" y="13"/>
                    <a:pt x="32" y="7"/>
                    <a:pt x="30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63" name="Freeform 2391">
              <a:extLst>
                <a:ext uri="{FF2B5EF4-FFF2-40B4-BE49-F238E27FC236}">
                  <a16:creationId xmlns:a16="http://schemas.microsoft.com/office/drawing/2014/main" id="{EF2CE6C7-FA5A-4D08-8E35-DBD821C41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740"/>
              <a:ext cx="33" cy="4"/>
            </a:xfrm>
            <a:custGeom>
              <a:avLst/>
              <a:gdLst>
                <a:gd name="T0" fmla="*/ 124 w 17"/>
                <a:gd name="T1" fmla="*/ 16 h 2"/>
                <a:gd name="T2" fmla="*/ 0 w 17"/>
                <a:gd name="T3" fmla="*/ 16 h 2"/>
                <a:gd name="T4" fmla="*/ 124 w 17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2" y="0"/>
                    <a:pt x="4" y="0"/>
                    <a:pt x="0" y="2"/>
                  </a:cubicBezTo>
                  <a:cubicBezTo>
                    <a:pt x="4" y="1"/>
                    <a:pt x="12" y="1"/>
                    <a:pt x="17" y="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64" name="Freeform 2392">
              <a:extLst>
                <a:ext uri="{FF2B5EF4-FFF2-40B4-BE49-F238E27FC236}">
                  <a16:creationId xmlns:a16="http://schemas.microsoft.com/office/drawing/2014/main" id="{EEE8F626-36C4-4906-9151-D37C2E220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773"/>
              <a:ext cx="51" cy="19"/>
            </a:xfrm>
            <a:custGeom>
              <a:avLst/>
              <a:gdLst>
                <a:gd name="T0" fmla="*/ 0 w 26"/>
                <a:gd name="T1" fmla="*/ 8 h 9"/>
                <a:gd name="T2" fmla="*/ 196 w 26"/>
                <a:gd name="T3" fmla="*/ 0 h 9"/>
                <a:gd name="T4" fmla="*/ 0 w 26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0" y="1"/>
                  </a:moveTo>
                  <a:cubicBezTo>
                    <a:pt x="3" y="3"/>
                    <a:pt x="18" y="8"/>
                    <a:pt x="26" y="0"/>
                  </a:cubicBezTo>
                  <a:cubicBezTo>
                    <a:pt x="23" y="4"/>
                    <a:pt x="11" y="9"/>
                    <a:pt x="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65" name="Freeform 2393">
              <a:extLst>
                <a:ext uri="{FF2B5EF4-FFF2-40B4-BE49-F238E27FC236}">
                  <a16:creationId xmlns:a16="http://schemas.microsoft.com/office/drawing/2014/main" id="{5E0B357A-C57D-43EF-8D72-CA7B8D2C8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724"/>
              <a:ext cx="112" cy="86"/>
            </a:xfrm>
            <a:custGeom>
              <a:avLst/>
              <a:gdLst>
                <a:gd name="T0" fmla="*/ 209 w 58"/>
                <a:gd name="T1" fmla="*/ 8 h 42"/>
                <a:gd name="T2" fmla="*/ 64 w 58"/>
                <a:gd name="T3" fmla="*/ 33 h 42"/>
                <a:gd name="T4" fmla="*/ 8 w 58"/>
                <a:gd name="T5" fmla="*/ 156 h 42"/>
                <a:gd name="T6" fmla="*/ 239 w 58"/>
                <a:gd name="T7" fmla="*/ 336 h 42"/>
                <a:gd name="T8" fmla="*/ 380 w 58"/>
                <a:gd name="T9" fmla="*/ 113 h 42"/>
                <a:gd name="T10" fmla="*/ 209 w 58"/>
                <a:gd name="T11" fmla="*/ 8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2">
                  <a:moveTo>
                    <a:pt x="29" y="1"/>
                  </a:moveTo>
                  <a:cubicBezTo>
                    <a:pt x="21" y="0"/>
                    <a:pt x="15" y="0"/>
                    <a:pt x="9" y="4"/>
                  </a:cubicBezTo>
                  <a:cubicBezTo>
                    <a:pt x="5" y="7"/>
                    <a:pt x="1" y="12"/>
                    <a:pt x="1" y="18"/>
                  </a:cubicBezTo>
                  <a:cubicBezTo>
                    <a:pt x="0" y="31"/>
                    <a:pt x="16" y="42"/>
                    <a:pt x="33" y="39"/>
                  </a:cubicBezTo>
                  <a:cubicBezTo>
                    <a:pt x="50" y="36"/>
                    <a:pt x="58" y="21"/>
                    <a:pt x="53" y="13"/>
                  </a:cubicBezTo>
                  <a:cubicBezTo>
                    <a:pt x="48" y="5"/>
                    <a:pt x="43" y="3"/>
                    <a:pt x="29" y="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66" name="Freeform 2394">
              <a:extLst>
                <a:ext uri="{FF2B5EF4-FFF2-40B4-BE49-F238E27FC236}">
                  <a16:creationId xmlns:a16="http://schemas.microsoft.com/office/drawing/2014/main" id="{A6A61F1D-5F74-48D9-9FF0-60D847098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748"/>
              <a:ext cx="63" cy="38"/>
            </a:xfrm>
            <a:custGeom>
              <a:avLst/>
              <a:gdLst>
                <a:gd name="T0" fmla="*/ 193 w 33"/>
                <a:gd name="T1" fmla="*/ 8 h 18"/>
                <a:gd name="T2" fmla="*/ 208 w 33"/>
                <a:gd name="T3" fmla="*/ 93 h 18"/>
                <a:gd name="T4" fmla="*/ 92 w 33"/>
                <a:gd name="T5" fmla="*/ 144 h 18"/>
                <a:gd name="T6" fmla="*/ 8 w 33"/>
                <a:gd name="T7" fmla="*/ 76 h 18"/>
                <a:gd name="T8" fmla="*/ 21 w 33"/>
                <a:gd name="T9" fmla="*/ 0 h 18"/>
                <a:gd name="T10" fmla="*/ 21 w 33"/>
                <a:gd name="T11" fmla="*/ 0 h 18"/>
                <a:gd name="T12" fmla="*/ 8 w 33"/>
                <a:gd name="T13" fmla="*/ 76 h 18"/>
                <a:gd name="T14" fmla="*/ 92 w 33"/>
                <a:gd name="T15" fmla="*/ 152 h 18"/>
                <a:gd name="T16" fmla="*/ 216 w 33"/>
                <a:gd name="T17" fmla="*/ 93 h 18"/>
                <a:gd name="T18" fmla="*/ 193 w 33"/>
                <a:gd name="T19" fmla="*/ 8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8">
                  <a:moveTo>
                    <a:pt x="28" y="1"/>
                  </a:moveTo>
                  <a:cubicBezTo>
                    <a:pt x="31" y="3"/>
                    <a:pt x="32" y="7"/>
                    <a:pt x="30" y="10"/>
                  </a:cubicBezTo>
                  <a:cubicBezTo>
                    <a:pt x="28" y="14"/>
                    <a:pt x="22" y="17"/>
                    <a:pt x="13" y="15"/>
                  </a:cubicBezTo>
                  <a:cubicBezTo>
                    <a:pt x="5" y="14"/>
                    <a:pt x="2" y="10"/>
                    <a:pt x="1" y="8"/>
                  </a:cubicBezTo>
                  <a:cubicBezTo>
                    <a:pt x="1" y="5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5"/>
                    <a:pt x="1" y="8"/>
                  </a:cubicBezTo>
                  <a:cubicBezTo>
                    <a:pt x="2" y="10"/>
                    <a:pt x="5" y="14"/>
                    <a:pt x="13" y="16"/>
                  </a:cubicBezTo>
                  <a:cubicBezTo>
                    <a:pt x="22" y="18"/>
                    <a:pt x="28" y="14"/>
                    <a:pt x="31" y="10"/>
                  </a:cubicBezTo>
                  <a:cubicBezTo>
                    <a:pt x="33" y="7"/>
                    <a:pt x="31" y="3"/>
                    <a:pt x="28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67" name="Freeform 2395">
              <a:extLst>
                <a:ext uri="{FF2B5EF4-FFF2-40B4-BE49-F238E27FC236}">
                  <a16:creationId xmlns:a16="http://schemas.microsoft.com/office/drawing/2014/main" id="{97E85690-767E-4EE6-AF1D-A9B80D51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819"/>
              <a:ext cx="107" cy="109"/>
            </a:xfrm>
            <a:custGeom>
              <a:avLst/>
              <a:gdLst>
                <a:gd name="T0" fmla="*/ 303 w 55"/>
                <a:gd name="T1" fmla="*/ 80 h 53"/>
                <a:gd name="T2" fmla="*/ 171 w 55"/>
                <a:gd name="T3" fmla="*/ 8 h 53"/>
                <a:gd name="T4" fmla="*/ 60 w 55"/>
                <a:gd name="T5" fmla="*/ 88 h 53"/>
                <a:gd name="T6" fmla="*/ 177 w 55"/>
                <a:gd name="T7" fmla="*/ 409 h 53"/>
                <a:gd name="T8" fmla="*/ 405 w 55"/>
                <a:gd name="T9" fmla="*/ 288 h 53"/>
                <a:gd name="T10" fmla="*/ 303 w 55"/>
                <a:gd name="T11" fmla="*/ 8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53">
                  <a:moveTo>
                    <a:pt x="41" y="9"/>
                  </a:moveTo>
                  <a:cubicBezTo>
                    <a:pt x="35" y="4"/>
                    <a:pt x="30" y="0"/>
                    <a:pt x="23" y="1"/>
                  </a:cubicBezTo>
                  <a:cubicBezTo>
                    <a:pt x="17" y="2"/>
                    <a:pt x="11" y="4"/>
                    <a:pt x="8" y="10"/>
                  </a:cubicBezTo>
                  <a:cubicBezTo>
                    <a:pt x="0" y="22"/>
                    <a:pt x="8" y="40"/>
                    <a:pt x="24" y="47"/>
                  </a:cubicBezTo>
                  <a:cubicBezTo>
                    <a:pt x="40" y="53"/>
                    <a:pt x="54" y="43"/>
                    <a:pt x="55" y="33"/>
                  </a:cubicBezTo>
                  <a:cubicBezTo>
                    <a:pt x="55" y="23"/>
                    <a:pt x="52" y="19"/>
                    <a:pt x="41" y="9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68" name="Freeform 2396">
              <a:extLst>
                <a:ext uri="{FF2B5EF4-FFF2-40B4-BE49-F238E27FC236}">
                  <a16:creationId xmlns:a16="http://schemas.microsoft.com/office/drawing/2014/main" id="{10BD2990-0A3C-48DB-BBC0-3D3654009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868"/>
              <a:ext cx="91" cy="58"/>
            </a:xfrm>
            <a:custGeom>
              <a:avLst/>
              <a:gdLst>
                <a:gd name="T0" fmla="*/ 341 w 47"/>
                <a:gd name="T1" fmla="*/ 81 h 28"/>
                <a:gd name="T2" fmla="*/ 325 w 47"/>
                <a:gd name="T3" fmla="*/ 0 h 28"/>
                <a:gd name="T4" fmla="*/ 333 w 47"/>
                <a:gd name="T5" fmla="*/ 64 h 28"/>
                <a:gd name="T6" fmla="*/ 124 w 47"/>
                <a:gd name="T7" fmla="*/ 176 h 28"/>
                <a:gd name="T8" fmla="*/ 0 w 47"/>
                <a:gd name="T9" fmla="*/ 35 h 28"/>
                <a:gd name="T10" fmla="*/ 124 w 47"/>
                <a:gd name="T11" fmla="*/ 197 h 28"/>
                <a:gd name="T12" fmla="*/ 341 w 47"/>
                <a:gd name="T13" fmla="*/ 8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28">
                  <a:moveTo>
                    <a:pt x="47" y="9"/>
                  </a:moveTo>
                  <a:cubicBezTo>
                    <a:pt x="47" y="5"/>
                    <a:pt x="46" y="2"/>
                    <a:pt x="45" y="0"/>
                  </a:cubicBezTo>
                  <a:cubicBezTo>
                    <a:pt x="46" y="2"/>
                    <a:pt x="46" y="4"/>
                    <a:pt x="46" y="7"/>
                  </a:cubicBezTo>
                  <a:cubicBezTo>
                    <a:pt x="45" y="17"/>
                    <a:pt x="32" y="26"/>
                    <a:pt x="17" y="20"/>
                  </a:cubicBezTo>
                  <a:cubicBezTo>
                    <a:pt x="9" y="17"/>
                    <a:pt x="3" y="11"/>
                    <a:pt x="0" y="4"/>
                  </a:cubicBezTo>
                  <a:cubicBezTo>
                    <a:pt x="3" y="11"/>
                    <a:pt x="9" y="19"/>
                    <a:pt x="17" y="22"/>
                  </a:cubicBezTo>
                  <a:cubicBezTo>
                    <a:pt x="33" y="28"/>
                    <a:pt x="46" y="19"/>
                    <a:pt x="47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69" name="Freeform 2397">
              <a:extLst>
                <a:ext uri="{FF2B5EF4-FFF2-40B4-BE49-F238E27FC236}">
                  <a16:creationId xmlns:a16="http://schemas.microsoft.com/office/drawing/2014/main" id="{870090BF-D8F1-4A27-A9F5-F3C9288F3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821"/>
              <a:ext cx="91" cy="59"/>
            </a:xfrm>
            <a:custGeom>
              <a:avLst/>
              <a:gdLst>
                <a:gd name="T0" fmla="*/ 37 w 47"/>
                <a:gd name="T1" fmla="*/ 92 h 29"/>
                <a:gd name="T2" fmla="*/ 139 w 47"/>
                <a:gd name="T3" fmla="*/ 24 h 29"/>
                <a:gd name="T4" fmla="*/ 256 w 47"/>
                <a:gd name="T5" fmla="*/ 83 h 29"/>
                <a:gd name="T6" fmla="*/ 341 w 47"/>
                <a:gd name="T7" fmla="*/ 195 h 29"/>
                <a:gd name="T8" fmla="*/ 256 w 47"/>
                <a:gd name="T9" fmla="*/ 67 h 29"/>
                <a:gd name="T10" fmla="*/ 132 w 47"/>
                <a:gd name="T11" fmla="*/ 8 h 29"/>
                <a:gd name="T12" fmla="*/ 29 w 47"/>
                <a:gd name="T13" fmla="*/ 75 h 29"/>
                <a:gd name="T14" fmla="*/ 23 w 47"/>
                <a:gd name="T15" fmla="*/ 244 h 29"/>
                <a:gd name="T16" fmla="*/ 37 w 47"/>
                <a:gd name="T17" fmla="*/ 92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9">
                  <a:moveTo>
                    <a:pt x="5" y="11"/>
                  </a:moveTo>
                  <a:cubicBezTo>
                    <a:pt x="8" y="6"/>
                    <a:pt x="13" y="4"/>
                    <a:pt x="19" y="3"/>
                  </a:cubicBezTo>
                  <a:cubicBezTo>
                    <a:pt x="25" y="2"/>
                    <a:pt x="30" y="5"/>
                    <a:pt x="35" y="10"/>
                  </a:cubicBezTo>
                  <a:cubicBezTo>
                    <a:pt x="42" y="15"/>
                    <a:pt x="45" y="19"/>
                    <a:pt x="47" y="23"/>
                  </a:cubicBezTo>
                  <a:cubicBezTo>
                    <a:pt x="45" y="18"/>
                    <a:pt x="42" y="14"/>
                    <a:pt x="35" y="8"/>
                  </a:cubicBezTo>
                  <a:cubicBezTo>
                    <a:pt x="29" y="4"/>
                    <a:pt x="25" y="0"/>
                    <a:pt x="18" y="1"/>
                  </a:cubicBezTo>
                  <a:cubicBezTo>
                    <a:pt x="13" y="2"/>
                    <a:pt x="7" y="4"/>
                    <a:pt x="4" y="9"/>
                  </a:cubicBezTo>
                  <a:cubicBezTo>
                    <a:pt x="0" y="15"/>
                    <a:pt x="0" y="22"/>
                    <a:pt x="3" y="29"/>
                  </a:cubicBezTo>
                  <a:cubicBezTo>
                    <a:pt x="1" y="23"/>
                    <a:pt x="1" y="16"/>
                    <a:pt x="5" y="11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70" name="Freeform 2398">
              <a:extLst>
                <a:ext uri="{FF2B5EF4-FFF2-40B4-BE49-F238E27FC236}">
                  <a16:creationId xmlns:a16="http://schemas.microsoft.com/office/drawing/2014/main" id="{91AA3B6D-422A-407F-9FCC-57E8D2CA6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37"/>
              <a:ext cx="69" cy="68"/>
            </a:xfrm>
            <a:custGeom>
              <a:avLst/>
              <a:gdLst>
                <a:gd name="T0" fmla="*/ 224 w 36"/>
                <a:gd name="T1" fmla="*/ 140 h 33"/>
                <a:gd name="T2" fmla="*/ 77 w 36"/>
                <a:gd name="T3" fmla="*/ 192 h 33"/>
                <a:gd name="T4" fmla="*/ 84 w 36"/>
                <a:gd name="T5" fmla="*/ 16 h 33"/>
                <a:gd name="T6" fmla="*/ 224 w 36"/>
                <a:gd name="T7" fmla="*/ 14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3">
                  <a:moveTo>
                    <a:pt x="32" y="16"/>
                  </a:moveTo>
                  <a:cubicBezTo>
                    <a:pt x="36" y="28"/>
                    <a:pt x="22" y="33"/>
                    <a:pt x="11" y="22"/>
                  </a:cubicBezTo>
                  <a:cubicBezTo>
                    <a:pt x="0" y="12"/>
                    <a:pt x="7" y="4"/>
                    <a:pt x="12" y="2"/>
                  </a:cubicBezTo>
                  <a:cubicBezTo>
                    <a:pt x="18" y="0"/>
                    <a:pt x="29" y="9"/>
                    <a:pt x="32" y="1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71" name="Freeform 2399">
              <a:extLst>
                <a:ext uri="{FF2B5EF4-FFF2-40B4-BE49-F238E27FC236}">
                  <a16:creationId xmlns:a16="http://schemas.microsoft.com/office/drawing/2014/main" id="{42FD0C5E-2DDD-4880-B31E-934CF74E6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850"/>
              <a:ext cx="54" cy="51"/>
            </a:xfrm>
            <a:custGeom>
              <a:avLst/>
              <a:gdLst>
                <a:gd name="T0" fmla="*/ 201 w 28"/>
                <a:gd name="T1" fmla="*/ 137 h 25"/>
                <a:gd name="T2" fmla="*/ 56 w 28"/>
                <a:gd name="T3" fmla="*/ 120 h 25"/>
                <a:gd name="T4" fmla="*/ 23 w 28"/>
                <a:gd name="T5" fmla="*/ 0 h 25"/>
                <a:gd name="T6" fmla="*/ 52 w 28"/>
                <a:gd name="T7" fmla="*/ 137 h 25"/>
                <a:gd name="T8" fmla="*/ 201 w 28"/>
                <a:gd name="T9" fmla="*/ 13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5">
                  <a:moveTo>
                    <a:pt x="28" y="16"/>
                  </a:moveTo>
                  <a:cubicBezTo>
                    <a:pt x="25" y="21"/>
                    <a:pt x="16" y="22"/>
                    <a:pt x="8" y="14"/>
                  </a:cubicBezTo>
                  <a:cubicBezTo>
                    <a:pt x="2" y="9"/>
                    <a:pt x="2" y="4"/>
                    <a:pt x="3" y="0"/>
                  </a:cubicBezTo>
                  <a:cubicBezTo>
                    <a:pt x="0" y="4"/>
                    <a:pt x="0" y="9"/>
                    <a:pt x="7" y="16"/>
                  </a:cubicBezTo>
                  <a:cubicBezTo>
                    <a:pt x="16" y="25"/>
                    <a:pt x="26" y="23"/>
                    <a:pt x="28" y="1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72" name="Freeform 2400">
              <a:extLst>
                <a:ext uri="{FF2B5EF4-FFF2-40B4-BE49-F238E27FC236}">
                  <a16:creationId xmlns:a16="http://schemas.microsoft.com/office/drawing/2014/main" id="{722B6EC0-F22C-4267-B028-B4B3DBE8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841"/>
              <a:ext cx="27" cy="21"/>
            </a:xfrm>
            <a:custGeom>
              <a:avLst/>
              <a:gdLst>
                <a:gd name="T0" fmla="*/ 100 w 14"/>
                <a:gd name="T1" fmla="*/ 92 h 10"/>
                <a:gd name="T2" fmla="*/ 0 w 14"/>
                <a:gd name="T3" fmla="*/ 0 h 10"/>
                <a:gd name="T4" fmla="*/ 100 w 14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cubicBezTo>
                    <a:pt x="11" y="5"/>
                    <a:pt x="4" y="1"/>
                    <a:pt x="0" y="0"/>
                  </a:cubicBezTo>
                  <a:cubicBezTo>
                    <a:pt x="3" y="2"/>
                    <a:pt x="10" y="6"/>
                    <a:pt x="14" y="1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73" name="Freeform 2401">
              <a:extLst>
                <a:ext uri="{FF2B5EF4-FFF2-40B4-BE49-F238E27FC236}">
                  <a16:creationId xmlns:a16="http://schemas.microsoft.com/office/drawing/2014/main" id="{BC3BAF53-3C35-4BF5-860D-DC48133D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868"/>
              <a:ext cx="43" cy="33"/>
            </a:xfrm>
            <a:custGeom>
              <a:avLst/>
              <a:gdLst>
                <a:gd name="T0" fmla="*/ 0 w 22"/>
                <a:gd name="T1" fmla="*/ 0 h 16"/>
                <a:gd name="T2" fmla="*/ 164 w 22"/>
                <a:gd name="T3" fmla="*/ 116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1" y="4"/>
                    <a:pt x="10" y="16"/>
                    <a:pt x="22" y="13"/>
                  </a:cubicBezTo>
                  <a:cubicBezTo>
                    <a:pt x="17" y="15"/>
                    <a:pt x="4" y="14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74" name="Freeform 2402">
              <a:extLst>
                <a:ext uri="{FF2B5EF4-FFF2-40B4-BE49-F238E27FC236}">
                  <a16:creationId xmlns:a16="http://schemas.microsoft.com/office/drawing/2014/main" id="{81162BAC-7D7D-447F-9DF9-688F48FA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819"/>
              <a:ext cx="107" cy="109"/>
            </a:xfrm>
            <a:custGeom>
              <a:avLst/>
              <a:gdLst>
                <a:gd name="T0" fmla="*/ 303 w 55"/>
                <a:gd name="T1" fmla="*/ 80 h 53"/>
                <a:gd name="T2" fmla="*/ 171 w 55"/>
                <a:gd name="T3" fmla="*/ 8 h 53"/>
                <a:gd name="T4" fmla="*/ 60 w 55"/>
                <a:gd name="T5" fmla="*/ 88 h 53"/>
                <a:gd name="T6" fmla="*/ 177 w 55"/>
                <a:gd name="T7" fmla="*/ 409 h 53"/>
                <a:gd name="T8" fmla="*/ 405 w 55"/>
                <a:gd name="T9" fmla="*/ 288 h 53"/>
                <a:gd name="T10" fmla="*/ 303 w 55"/>
                <a:gd name="T11" fmla="*/ 8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53">
                  <a:moveTo>
                    <a:pt x="41" y="9"/>
                  </a:moveTo>
                  <a:cubicBezTo>
                    <a:pt x="35" y="4"/>
                    <a:pt x="30" y="0"/>
                    <a:pt x="23" y="1"/>
                  </a:cubicBezTo>
                  <a:cubicBezTo>
                    <a:pt x="17" y="2"/>
                    <a:pt x="11" y="4"/>
                    <a:pt x="8" y="10"/>
                  </a:cubicBezTo>
                  <a:cubicBezTo>
                    <a:pt x="0" y="22"/>
                    <a:pt x="8" y="40"/>
                    <a:pt x="24" y="47"/>
                  </a:cubicBezTo>
                  <a:cubicBezTo>
                    <a:pt x="40" y="53"/>
                    <a:pt x="54" y="43"/>
                    <a:pt x="55" y="33"/>
                  </a:cubicBezTo>
                  <a:cubicBezTo>
                    <a:pt x="55" y="23"/>
                    <a:pt x="52" y="19"/>
                    <a:pt x="41" y="9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75" name="Freeform 2403">
              <a:extLst>
                <a:ext uri="{FF2B5EF4-FFF2-40B4-BE49-F238E27FC236}">
                  <a16:creationId xmlns:a16="http://schemas.microsoft.com/office/drawing/2014/main" id="{5AC486BA-1098-4B57-919C-BA07AE958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841"/>
              <a:ext cx="54" cy="56"/>
            </a:xfrm>
            <a:custGeom>
              <a:avLst/>
              <a:gdLst>
                <a:gd name="T0" fmla="*/ 193 w 28"/>
                <a:gd name="T1" fmla="*/ 124 h 27"/>
                <a:gd name="T2" fmla="*/ 172 w 28"/>
                <a:gd name="T3" fmla="*/ 216 h 27"/>
                <a:gd name="T4" fmla="*/ 44 w 28"/>
                <a:gd name="T5" fmla="*/ 176 h 27"/>
                <a:gd name="T6" fmla="*/ 8 w 28"/>
                <a:gd name="T7" fmla="*/ 64 h 27"/>
                <a:gd name="T8" fmla="*/ 52 w 28"/>
                <a:gd name="T9" fmla="*/ 0 h 27"/>
                <a:gd name="T10" fmla="*/ 52 w 28"/>
                <a:gd name="T11" fmla="*/ 0 h 27"/>
                <a:gd name="T12" fmla="*/ 0 w 28"/>
                <a:gd name="T13" fmla="*/ 64 h 27"/>
                <a:gd name="T14" fmla="*/ 44 w 28"/>
                <a:gd name="T15" fmla="*/ 176 h 27"/>
                <a:gd name="T16" fmla="*/ 172 w 28"/>
                <a:gd name="T17" fmla="*/ 224 h 27"/>
                <a:gd name="T18" fmla="*/ 193 w 28"/>
                <a:gd name="T19" fmla="*/ 124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27" y="14"/>
                  </a:moveTo>
                  <a:cubicBezTo>
                    <a:pt x="28" y="19"/>
                    <a:pt x="27" y="22"/>
                    <a:pt x="24" y="24"/>
                  </a:cubicBezTo>
                  <a:cubicBezTo>
                    <a:pt x="20" y="27"/>
                    <a:pt x="13" y="27"/>
                    <a:pt x="6" y="20"/>
                  </a:cubicBezTo>
                  <a:cubicBezTo>
                    <a:pt x="0" y="14"/>
                    <a:pt x="0" y="10"/>
                    <a:pt x="1" y="7"/>
                  </a:cubicBezTo>
                  <a:cubicBezTo>
                    <a:pt x="2" y="3"/>
                    <a:pt x="4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1"/>
                    <a:pt x="1" y="3"/>
                    <a:pt x="0" y="7"/>
                  </a:cubicBezTo>
                  <a:cubicBezTo>
                    <a:pt x="0" y="10"/>
                    <a:pt x="0" y="14"/>
                    <a:pt x="6" y="20"/>
                  </a:cubicBezTo>
                  <a:cubicBezTo>
                    <a:pt x="13" y="27"/>
                    <a:pt x="20" y="27"/>
                    <a:pt x="24" y="25"/>
                  </a:cubicBezTo>
                  <a:cubicBezTo>
                    <a:pt x="27" y="23"/>
                    <a:pt x="28" y="19"/>
                    <a:pt x="27" y="1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76" name="Freeform 2404">
              <a:extLst>
                <a:ext uri="{FF2B5EF4-FFF2-40B4-BE49-F238E27FC236}">
                  <a16:creationId xmlns:a16="http://schemas.microsoft.com/office/drawing/2014/main" id="{D2D13C8C-8A92-4C1D-BFEC-71CD5FD4C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823"/>
              <a:ext cx="140" cy="167"/>
            </a:xfrm>
            <a:custGeom>
              <a:avLst/>
              <a:gdLst>
                <a:gd name="T0" fmla="*/ 0 w 72"/>
                <a:gd name="T1" fmla="*/ 621 h 81"/>
                <a:gd name="T2" fmla="*/ 109 w 72"/>
                <a:gd name="T3" fmla="*/ 544 h 81"/>
                <a:gd name="T4" fmla="*/ 249 w 72"/>
                <a:gd name="T5" fmla="*/ 157 h 81"/>
                <a:gd name="T6" fmla="*/ 303 w 72"/>
                <a:gd name="T7" fmla="*/ 604 h 81"/>
                <a:gd name="T8" fmla="*/ 469 w 72"/>
                <a:gd name="T9" fmla="*/ 577 h 81"/>
                <a:gd name="T10" fmla="*/ 436 w 72"/>
                <a:gd name="T11" fmla="*/ 148 h 81"/>
                <a:gd name="T12" fmla="*/ 529 w 72"/>
                <a:gd name="T13" fmla="*/ 89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81">
                  <a:moveTo>
                    <a:pt x="0" y="71"/>
                  </a:moveTo>
                  <a:cubicBezTo>
                    <a:pt x="8" y="80"/>
                    <a:pt x="13" y="70"/>
                    <a:pt x="15" y="62"/>
                  </a:cubicBezTo>
                  <a:cubicBezTo>
                    <a:pt x="19" y="47"/>
                    <a:pt x="15" y="24"/>
                    <a:pt x="34" y="18"/>
                  </a:cubicBezTo>
                  <a:cubicBezTo>
                    <a:pt x="46" y="31"/>
                    <a:pt x="34" y="54"/>
                    <a:pt x="41" y="69"/>
                  </a:cubicBezTo>
                  <a:cubicBezTo>
                    <a:pt x="46" y="81"/>
                    <a:pt x="61" y="80"/>
                    <a:pt x="64" y="66"/>
                  </a:cubicBezTo>
                  <a:cubicBezTo>
                    <a:pt x="66" y="50"/>
                    <a:pt x="54" y="34"/>
                    <a:pt x="59" y="17"/>
                  </a:cubicBezTo>
                  <a:cubicBezTo>
                    <a:pt x="61" y="12"/>
                    <a:pt x="67" y="0"/>
                    <a:pt x="72" y="1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77" name="Freeform 2405">
              <a:extLst>
                <a:ext uri="{FF2B5EF4-FFF2-40B4-BE49-F238E27FC236}">
                  <a16:creationId xmlns:a16="http://schemas.microsoft.com/office/drawing/2014/main" id="{0D75CFB4-FB04-4523-8FBF-A66C5B72E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872"/>
              <a:ext cx="330" cy="99"/>
            </a:xfrm>
            <a:custGeom>
              <a:avLst/>
              <a:gdLst>
                <a:gd name="T0" fmla="*/ 0 w 171"/>
                <a:gd name="T1" fmla="*/ 200 h 48"/>
                <a:gd name="T2" fmla="*/ 301 w 171"/>
                <a:gd name="T3" fmla="*/ 353 h 48"/>
                <a:gd name="T4" fmla="*/ 540 w 171"/>
                <a:gd name="T5" fmla="*/ 361 h 48"/>
                <a:gd name="T6" fmla="*/ 756 w 171"/>
                <a:gd name="T7" fmla="*/ 332 h 48"/>
                <a:gd name="T8" fmla="*/ 882 w 171"/>
                <a:gd name="T9" fmla="*/ 184 h 48"/>
                <a:gd name="T10" fmla="*/ 1050 w 171"/>
                <a:gd name="T11" fmla="*/ 165 h 48"/>
                <a:gd name="T12" fmla="*/ 1158 w 171"/>
                <a:gd name="T13" fmla="*/ 324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48">
                  <a:moveTo>
                    <a:pt x="0" y="23"/>
                  </a:moveTo>
                  <a:cubicBezTo>
                    <a:pt x="24" y="0"/>
                    <a:pt x="20" y="33"/>
                    <a:pt x="42" y="40"/>
                  </a:cubicBezTo>
                  <a:cubicBezTo>
                    <a:pt x="52" y="43"/>
                    <a:pt x="64" y="37"/>
                    <a:pt x="75" y="41"/>
                  </a:cubicBezTo>
                  <a:cubicBezTo>
                    <a:pt x="87" y="46"/>
                    <a:pt x="92" y="48"/>
                    <a:pt x="105" y="38"/>
                  </a:cubicBezTo>
                  <a:cubicBezTo>
                    <a:pt x="112" y="32"/>
                    <a:pt x="114" y="25"/>
                    <a:pt x="123" y="21"/>
                  </a:cubicBezTo>
                  <a:cubicBezTo>
                    <a:pt x="130" y="18"/>
                    <a:pt x="139" y="18"/>
                    <a:pt x="146" y="19"/>
                  </a:cubicBezTo>
                  <a:cubicBezTo>
                    <a:pt x="154" y="20"/>
                    <a:pt x="171" y="30"/>
                    <a:pt x="161" y="3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78" name="Freeform 2406">
              <a:extLst>
                <a:ext uri="{FF2B5EF4-FFF2-40B4-BE49-F238E27FC236}">
                  <a16:creationId xmlns:a16="http://schemas.microsoft.com/office/drawing/2014/main" id="{F25FE5C3-14F1-4C84-AA04-BCDB29AA3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798"/>
              <a:ext cx="284" cy="278"/>
            </a:xfrm>
            <a:custGeom>
              <a:avLst/>
              <a:gdLst>
                <a:gd name="T0" fmla="*/ 44 w 147"/>
                <a:gd name="T1" fmla="*/ 132 h 135"/>
                <a:gd name="T2" fmla="*/ 108 w 147"/>
                <a:gd name="T3" fmla="*/ 25 h 135"/>
                <a:gd name="T4" fmla="*/ 216 w 147"/>
                <a:gd name="T5" fmla="*/ 200 h 135"/>
                <a:gd name="T6" fmla="*/ 597 w 147"/>
                <a:gd name="T7" fmla="*/ 157 h 135"/>
                <a:gd name="T8" fmla="*/ 736 w 147"/>
                <a:gd name="T9" fmla="*/ 525 h 135"/>
                <a:gd name="T10" fmla="*/ 889 w 147"/>
                <a:gd name="T11" fmla="*/ 461 h 135"/>
                <a:gd name="T12" fmla="*/ 1022 w 147"/>
                <a:gd name="T13" fmla="*/ 612 h 135"/>
                <a:gd name="T14" fmla="*/ 781 w 147"/>
                <a:gd name="T15" fmla="*/ 768 h 135"/>
                <a:gd name="T16" fmla="*/ 798 w 147"/>
                <a:gd name="T17" fmla="*/ 997 h 135"/>
                <a:gd name="T18" fmla="*/ 556 w 147"/>
                <a:gd name="T19" fmla="*/ 1005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135">
                  <a:moveTo>
                    <a:pt x="6" y="15"/>
                  </a:moveTo>
                  <a:cubicBezTo>
                    <a:pt x="0" y="7"/>
                    <a:pt x="7" y="0"/>
                    <a:pt x="15" y="3"/>
                  </a:cubicBezTo>
                  <a:cubicBezTo>
                    <a:pt x="23" y="6"/>
                    <a:pt x="25" y="18"/>
                    <a:pt x="30" y="23"/>
                  </a:cubicBezTo>
                  <a:cubicBezTo>
                    <a:pt x="50" y="47"/>
                    <a:pt x="60" y="11"/>
                    <a:pt x="83" y="18"/>
                  </a:cubicBezTo>
                  <a:cubicBezTo>
                    <a:pt x="105" y="25"/>
                    <a:pt x="81" y="53"/>
                    <a:pt x="102" y="60"/>
                  </a:cubicBezTo>
                  <a:cubicBezTo>
                    <a:pt x="110" y="63"/>
                    <a:pt x="116" y="55"/>
                    <a:pt x="123" y="53"/>
                  </a:cubicBezTo>
                  <a:cubicBezTo>
                    <a:pt x="134" y="51"/>
                    <a:pt x="147" y="58"/>
                    <a:pt x="142" y="70"/>
                  </a:cubicBezTo>
                  <a:cubicBezTo>
                    <a:pt x="135" y="83"/>
                    <a:pt x="117" y="79"/>
                    <a:pt x="108" y="88"/>
                  </a:cubicBezTo>
                  <a:cubicBezTo>
                    <a:pt x="95" y="101"/>
                    <a:pt x="107" y="104"/>
                    <a:pt x="111" y="114"/>
                  </a:cubicBezTo>
                  <a:cubicBezTo>
                    <a:pt x="119" y="135"/>
                    <a:pt x="83" y="119"/>
                    <a:pt x="77" y="11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79" name="Freeform 2407">
              <a:extLst>
                <a:ext uri="{FF2B5EF4-FFF2-40B4-BE49-F238E27FC236}">
                  <a16:creationId xmlns:a16="http://schemas.microsoft.com/office/drawing/2014/main" id="{A1C61EC1-45E4-48BD-A7BD-A4E6FA35E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757"/>
              <a:ext cx="91" cy="280"/>
            </a:xfrm>
            <a:custGeom>
              <a:avLst/>
              <a:gdLst>
                <a:gd name="T0" fmla="*/ 0 w 47"/>
                <a:gd name="T1" fmla="*/ 1089 h 136"/>
                <a:gd name="T2" fmla="*/ 139 w 47"/>
                <a:gd name="T3" fmla="*/ 760 h 136"/>
                <a:gd name="T4" fmla="*/ 304 w 47"/>
                <a:gd name="T5" fmla="*/ 700 h 136"/>
                <a:gd name="T6" fmla="*/ 269 w 47"/>
                <a:gd name="T7" fmla="*/ 504 h 136"/>
                <a:gd name="T8" fmla="*/ 256 w 47"/>
                <a:gd name="T9" fmla="*/ 321 h 136"/>
                <a:gd name="T10" fmla="*/ 147 w 47"/>
                <a:gd name="T11" fmla="*/ 208 h 136"/>
                <a:gd name="T12" fmla="*/ 203 w 47"/>
                <a:gd name="T13" fmla="*/ 16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36">
                  <a:moveTo>
                    <a:pt x="0" y="125"/>
                  </a:moveTo>
                  <a:cubicBezTo>
                    <a:pt x="21" y="136"/>
                    <a:pt x="10" y="94"/>
                    <a:pt x="19" y="87"/>
                  </a:cubicBezTo>
                  <a:cubicBezTo>
                    <a:pt x="25" y="83"/>
                    <a:pt x="37" y="89"/>
                    <a:pt x="42" y="80"/>
                  </a:cubicBezTo>
                  <a:cubicBezTo>
                    <a:pt x="47" y="73"/>
                    <a:pt x="38" y="66"/>
                    <a:pt x="37" y="58"/>
                  </a:cubicBezTo>
                  <a:cubicBezTo>
                    <a:pt x="36" y="52"/>
                    <a:pt x="39" y="43"/>
                    <a:pt x="35" y="37"/>
                  </a:cubicBezTo>
                  <a:cubicBezTo>
                    <a:pt x="30" y="30"/>
                    <a:pt x="22" y="33"/>
                    <a:pt x="20" y="24"/>
                  </a:cubicBezTo>
                  <a:cubicBezTo>
                    <a:pt x="19" y="18"/>
                    <a:pt x="18" y="0"/>
                    <a:pt x="28" y="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80" name="Freeform 2408">
              <a:extLst>
                <a:ext uri="{FF2B5EF4-FFF2-40B4-BE49-F238E27FC236}">
                  <a16:creationId xmlns:a16="http://schemas.microsoft.com/office/drawing/2014/main" id="{ED4401F7-5C20-42C9-B9A3-8440C64C8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794"/>
              <a:ext cx="118" cy="258"/>
            </a:xfrm>
            <a:custGeom>
              <a:avLst/>
              <a:gdLst>
                <a:gd name="T0" fmla="*/ 333 w 61"/>
                <a:gd name="T1" fmla="*/ 0 h 125"/>
                <a:gd name="T2" fmla="*/ 377 w 61"/>
                <a:gd name="T3" fmla="*/ 165 h 125"/>
                <a:gd name="T4" fmla="*/ 201 w 61"/>
                <a:gd name="T5" fmla="*/ 272 h 125"/>
                <a:gd name="T6" fmla="*/ 217 w 61"/>
                <a:gd name="T7" fmla="*/ 485 h 125"/>
                <a:gd name="T8" fmla="*/ 93 w 61"/>
                <a:gd name="T9" fmla="*/ 677 h 125"/>
                <a:gd name="T10" fmla="*/ 0 w 61"/>
                <a:gd name="T11" fmla="*/ 809 h 125"/>
                <a:gd name="T12" fmla="*/ 44 w 61"/>
                <a:gd name="T13" fmla="*/ 968 h 125"/>
                <a:gd name="T14" fmla="*/ 195 w 61"/>
                <a:gd name="T15" fmla="*/ 1049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25">
                  <a:moveTo>
                    <a:pt x="46" y="0"/>
                  </a:moveTo>
                  <a:cubicBezTo>
                    <a:pt x="55" y="4"/>
                    <a:pt x="61" y="10"/>
                    <a:pt x="52" y="19"/>
                  </a:cubicBezTo>
                  <a:cubicBezTo>
                    <a:pt x="46" y="24"/>
                    <a:pt x="31" y="23"/>
                    <a:pt x="28" y="31"/>
                  </a:cubicBezTo>
                  <a:cubicBezTo>
                    <a:pt x="26" y="36"/>
                    <a:pt x="32" y="48"/>
                    <a:pt x="30" y="55"/>
                  </a:cubicBezTo>
                  <a:cubicBezTo>
                    <a:pt x="28" y="65"/>
                    <a:pt x="22" y="73"/>
                    <a:pt x="13" y="77"/>
                  </a:cubicBezTo>
                  <a:cubicBezTo>
                    <a:pt x="5" y="82"/>
                    <a:pt x="2" y="81"/>
                    <a:pt x="0" y="92"/>
                  </a:cubicBezTo>
                  <a:cubicBezTo>
                    <a:pt x="0" y="100"/>
                    <a:pt x="1" y="104"/>
                    <a:pt x="6" y="110"/>
                  </a:cubicBezTo>
                  <a:cubicBezTo>
                    <a:pt x="10" y="116"/>
                    <a:pt x="18" y="125"/>
                    <a:pt x="27" y="11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81" name="Freeform 2409">
              <a:extLst>
                <a:ext uri="{FF2B5EF4-FFF2-40B4-BE49-F238E27FC236}">
                  <a16:creationId xmlns:a16="http://schemas.microsoft.com/office/drawing/2014/main" id="{D41DAAA5-C41D-46E0-AB25-CFEBC0ECC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880"/>
              <a:ext cx="77" cy="116"/>
            </a:xfrm>
            <a:custGeom>
              <a:avLst/>
              <a:gdLst>
                <a:gd name="T0" fmla="*/ 208 w 40"/>
                <a:gd name="T1" fmla="*/ 116 h 56"/>
                <a:gd name="T2" fmla="*/ 248 w 40"/>
                <a:gd name="T3" fmla="*/ 249 h 56"/>
                <a:gd name="T4" fmla="*/ 29 w 40"/>
                <a:gd name="T5" fmla="*/ 30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6">
                  <a:moveTo>
                    <a:pt x="29" y="13"/>
                  </a:moveTo>
                  <a:cubicBezTo>
                    <a:pt x="37" y="0"/>
                    <a:pt x="40" y="20"/>
                    <a:pt x="35" y="28"/>
                  </a:cubicBezTo>
                  <a:cubicBezTo>
                    <a:pt x="31" y="36"/>
                    <a:pt x="0" y="56"/>
                    <a:pt x="4" y="34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82" name="Freeform 2410">
              <a:extLst>
                <a:ext uri="{FF2B5EF4-FFF2-40B4-BE49-F238E27FC236}">
                  <a16:creationId xmlns:a16="http://schemas.microsoft.com/office/drawing/2014/main" id="{60D41174-86FF-4EAA-9F0B-DA8D875D3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002"/>
              <a:ext cx="301" cy="114"/>
            </a:xfrm>
            <a:custGeom>
              <a:avLst/>
              <a:gdLst>
                <a:gd name="T0" fmla="*/ 1121 w 156"/>
                <a:gd name="T1" fmla="*/ 133 h 55"/>
                <a:gd name="T2" fmla="*/ 741 w 156"/>
                <a:gd name="T3" fmla="*/ 240 h 55"/>
                <a:gd name="T4" fmla="*/ 697 w 156"/>
                <a:gd name="T5" fmla="*/ 417 h 55"/>
                <a:gd name="T6" fmla="*/ 533 w 156"/>
                <a:gd name="T7" fmla="*/ 332 h 55"/>
                <a:gd name="T8" fmla="*/ 480 w 156"/>
                <a:gd name="T9" fmla="*/ 189 h 55"/>
                <a:gd name="T10" fmla="*/ 448 w 156"/>
                <a:gd name="T11" fmla="*/ 176 h 55"/>
                <a:gd name="T12" fmla="*/ 440 w 156"/>
                <a:gd name="T13" fmla="*/ 124 h 55"/>
                <a:gd name="T14" fmla="*/ 272 w 156"/>
                <a:gd name="T15" fmla="*/ 64 h 55"/>
                <a:gd name="T16" fmla="*/ 152 w 156"/>
                <a:gd name="T17" fmla="*/ 232 h 55"/>
                <a:gd name="T18" fmla="*/ 116 w 156"/>
                <a:gd name="T19" fmla="*/ 400 h 55"/>
                <a:gd name="T20" fmla="*/ 15 w 156"/>
                <a:gd name="T21" fmla="*/ 408 h 55"/>
                <a:gd name="T22" fmla="*/ 44 w 156"/>
                <a:gd name="T23" fmla="*/ 489 h 55"/>
                <a:gd name="T24" fmla="*/ 64 w 156"/>
                <a:gd name="T25" fmla="*/ 481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6" h="55">
                  <a:moveTo>
                    <a:pt x="156" y="15"/>
                  </a:moveTo>
                  <a:cubicBezTo>
                    <a:pt x="138" y="22"/>
                    <a:pt x="111" y="0"/>
                    <a:pt x="103" y="27"/>
                  </a:cubicBezTo>
                  <a:cubicBezTo>
                    <a:pt x="101" y="36"/>
                    <a:pt x="106" y="42"/>
                    <a:pt x="97" y="47"/>
                  </a:cubicBezTo>
                  <a:cubicBezTo>
                    <a:pt x="84" y="55"/>
                    <a:pt x="77" y="47"/>
                    <a:pt x="74" y="37"/>
                  </a:cubicBezTo>
                  <a:cubicBezTo>
                    <a:pt x="73" y="31"/>
                    <a:pt x="70" y="25"/>
                    <a:pt x="67" y="21"/>
                  </a:cubicBezTo>
                  <a:cubicBezTo>
                    <a:pt x="67" y="20"/>
                    <a:pt x="64" y="22"/>
                    <a:pt x="62" y="20"/>
                  </a:cubicBezTo>
                  <a:cubicBezTo>
                    <a:pt x="61" y="18"/>
                    <a:pt x="62" y="16"/>
                    <a:pt x="61" y="14"/>
                  </a:cubicBezTo>
                  <a:cubicBezTo>
                    <a:pt x="54" y="5"/>
                    <a:pt x="50" y="3"/>
                    <a:pt x="38" y="7"/>
                  </a:cubicBezTo>
                  <a:cubicBezTo>
                    <a:pt x="28" y="10"/>
                    <a:pt x="21" y="16"/>
                    <a:pt x="21" y="26"/>
                  </a:cubicBezTo>
                  <a:cubicBezTo>
                    <a:pt x="20" y="34"/>
                    <a:pt x="27" y="42"/>
                    <a:pt x="16" y="45"/>
                  </a:cubicBezTo>
                  <a:cubicBezTo>
                    <a:pt x="11" y="46"/>
                    <a:pt x="5" y="39"/>
                    <a:pt x="2" y="46"/>
                  </a:cubicBezTo>
                  <a:cubicBezTo>
                    <a:pt x="0" y="50"/>
                    <a:pt x="3" y="54"/>
                    <a:pt x="6" y="55"/>
                  </a:cubicBezTo>
                  <a:cubicBezTo>
                    <a:pt x="7" y="54"/>
                    <a:pt x="8" y="55"/>
                    <a:pt x="9" y="54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83" name="Freeform 2411">
              <a:extLst>
                <a:ext uri="{FF2B5EF4-FFF2-40B4-BE49-F238E27FC236}">
                  <a16:creationId xmlns:a16="http://schemas.microsoft.com/office/drawing/2014/main" id="{C5D183BF-279A-43D9-9298-B8C718213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066"/>
              <a:ext cx="101" cy="159"/>
            </a:xfrm>
            <a:custGeom>
              <a:avLst/>
              <a:gdLst>
                <a:gd name="T0" fmla="*/ 381 w 52"/>
                <a:gd name="T1" fmla="*/ 617 h 77"/>
                <a:gd name="T2" fmla="*/ 287 w 52"/>
                <a:gd name="T3" fmla="*/ 597 h 77"/>
                <a:gd name="T4" fmla="*/ 280 w 52"/>
                <a:gd name="T5" fmla="*/ 248 h 77"/>
                <a:gd name="T6" fmla="*/ 23 w 52"/>
                <a:gd name="T7" fmla="*/ 316 h 77"/>
                <a:gd name="T8" fmla="*/ 0 w 52"/>
                <a:gd name="T9" fmla="*/ 33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7">
                  <a:moveTo>
                    <a:pt x="52" y="70"/>
                  </a:moveTo>
                  <a:cubicBezTo>
                    <a:pt x="52" y="77"/>
                    <a:pt x="43" y="73"/>
                    <a:pt x="39" y="68"/>
                  </a:cubicBezTo>
                  <a:cubicBezTo>
                    <a:pt x="32" y="60"/>
                    <a:pt x="42" y="39"/>
                    <a:pt x="38" y="28"/>
                  </a:cubicBezTo>
                  <a:cubicBezTo>
                    <a:pt x="27" y="0"/>
                    <a:pt x="13" y="29"/>
                    <a:pt x="3" y="36"/>
                  </a:cubicBezTo>
                  <a:cubicBezTo>
                    <a:pt x="2" y="37"/>
                    <a:pt x="1" y="37"/>
                    <a:pt x="0" y="3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84" name="Freeform 2412">
              <a:extLst>
                <a:ext uri="{FF2B5EF4-FFF2-40B4-BE49-F238E27FC236}">
                  <a16:creationId xmlns:a16="http://schemas.microsoft.com/office/drawing/2014/main" id="{63617482-2B34-4EEA-93E4-34532F8A1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04"/>
              <a:ext cx="63" cy="93"/>
            </a:xfrm>
            <a:custGeom>
              <a:avLst/>
              <a:gdLst>
                <a:gd name="T0" fmla="*/ 229 w 33"/>
                <a:gd name="T1" fmla="*/ 52 h 45"/>
                <a:gd name="T2" fmla="*/ 132 w 33"/>
                <a:gd name="T3" fmla="*/ 89 h 45"/>
                <a:gd name="T4" fmla="*/ 15 w 33"/>
                <a:gd name="T5" fmla="*/ 231 h 45"/>
                <a:gd name="T6" fmla="*/ 69 w 33"/>
                <a:gd name="T7" fmla="*/ 37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5">
                  <a:moveTo>
                    <a:pt x="33" y="6"/>
                  </a:moveTo>
                  <a:cubicBezTo>
                    <a:pt x="27" y="7"/>
                    <a:pt x="25" y="11"/>
                    <a:pt x="19" y="10"/>
                  </a:cubicBezTo>
                  <a:cubicBezTo>
                    <a:pt x="14" y="0"/>
                    <a:pt x="0" y="18"/>
                    <a:pt x="2" y="26"/>
                  </a:cubicBezTo>
                  <a:cubicBezTo>
                    <a:pt x="1" y="31"/>
                    <a:pt x="5" y="45"/>
                    <a:pt x="10" y="4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85" name="Freeform 2413">
              <a:extLst>
                <a:ext uri="{FF2B5EF4-FFF2-40B4-BE49-F238E27FC236}">
                  <a16:creationId xmlns:a16="http://schemas.microsoft.com/office/drawing/2014/main" id="{6BB87265-4695-42FB-B643-7251E1DC8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014"/>
              <a:ext cx="66" cy="106"/>
            </a:xfrm>
            <a:custGeom>
              <a:avLst/>
              <a:gdLst>
                <a:gd name="T0" fmla="*/ 241 w 34"/>
                <a:gd name="T1" fmla="*/ 457 h 51"/>
                <a:gd name="T2" fmla="*/ 248 w 34"/>
                <a:gd name="T3" fmla="*/ 333 h 51"/>
                <a:gd name="T4" fmla="*/ 132 w 34"/>
                <a:gd name="T5" fmla="*/ 100 h 51"/>
                <a:gd name="T6" fmla="*/ 0 w 34"/>
                <a:gd name="T7" fmla="*/ 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1">
                  <a:moveTo>
                    <a:pt x="33" y="51"/>
                  </a:moveTo>
                  <a:cubicBezTo>
                    <a:pt x="33" y="46"/>
                    <a:pt x="34" y="42"/>
                    <a:pt x="34" y="37"/>
                  </a:cubicBezTo>
                  <a:cubicBezTo>
                    <a:pt x="33" y="26"/>
                    <a:pt x="26" y="19"/>
                    <a:pt x="18" y="11"/>
                  </a:cubicBezTo>
                  <a:cubicBezTo>
                    <a:pt x="12" y="5"/>
                    <a:pt x="9" y="0"/>
                    <a:pt x="0" y="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86" name="Freeform 2414">
              <a:extLst>
                <a:ext uri="{FF2B5EF4-FFF2-40B4-BE49-F238E27FC236}">
                  <a16:creationId xmlns:a16="http://schemas.microsoft.com/office/drawing/2014/main" id="{6068ACC2-2E28-44D2-BF80-7D4E353B0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008"/>
              <a:ext cx="54" cy="176"/>
            </a:xfrm>
            <a:custGeom>
              <a:avLst/>
              <a:gdLst>
                <a:gd name="T0" fmla="*/ 201 w 28"/>
                <a:gd name="T1" fmla="*/ 754 h 85"/>
                <a:gd name="T2" fmla="*/ 108 w 28"/>
                <a:gd name="T3" fmla="*/ 621 h 85"/>
                <a:gd name="T4" fmla="*/ 172 w 28"/>
                <a:gd name="T5" fmla="*/ 373 h 85"/>
                <a:gd name="T6" fmla="*/ 44 w 28"/>
                <a:gd name="T7" fmla="*/ 215 h 85"/>
                <a:gd name="T8" fmla="*/ 0 w 28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5">
                  <a:moveTo>
                    <a:pt x="28" y="85"/>
                  </a:moveTo>
                  <a:cubicBezTo>
                    <a:pt x="20" y="79"/>
                    <a:pt x="13" y="80"/>
                    <a:pt x="15" y="70"/>
                  </a:cubicBezTo>
                  <a:cubicBezTo>
                    <a:pt x="17" y="60"/>
                    <a:pt x="28" y="53"/>
                    <a:pt x="24" y="42"/>
                  </a:cubicBezTo>
                  <a:cubicBezTo>
                    <a:pt x="21" y="33"/>
                    <a:pt x="10" y="32"/>
                    <a:pt x="6" y="24"/>
                  </a:cubicBezTo>
                  <a:cubicBezTo>
                    <a:pt x="3" y="18"/>
                    <a:pt x="2" y="7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87" name="Freeform 2415">
              <a:extLst>
                <a:ext uri="{FF2B5EF4-FFF2-40B4-BE49-F238E27FC236}">
                  <a16:creationId xmlns:a16="http://schemas.microsoft.com/office/drawing/2014/main" id="{76188F8A-6405-4E1B-9BB5-EAA54F62E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948"/>
              <a:ext cx="351" cy="161"/>
            </a:xfrm>
            <a:custGeom>
              <a:avLst/>
              <a:gdLst>
                <a:gd name="T0" fmla="*/ 1306 w 182"/>
                <a:gd name="T1" fmla="*/ 256 h 78"/>
                <a:gd name="T2" fmla="*/ 1134 w 182"/>
                <a:gd name="T3" fmla="*/ 289 h 78"/>
                <a:gd name="T4" fmla="*/ 949 w 182"/>
                <a:gd name="T5" fmla="*/ 116 h 78"/>
                <a:gd name="T6" fmla="*/ 548 w 182"/>
                <a:gd name="T7" fmla="*/ 184 h 78"/>
                <a:gd name="T8" fmla="*/ 446 w 182"/>
                <a:gd name="T9" fmla="*/ 316 h 78"/>
                <a:gd name="T10" fmla="*/ 393 w 182"/>
                <a:gd name="T11" fmla="*/ 353 h 78"/>
                <a:gd name="T12" fmla="*/ 287 w 182"/>
                <a:gd name="T13" fmla="*/ 272 h 78"/>
                <a:gd name="T14" fmla="*/ 193 w 182"/>
                <a:gd name="T15" fmla="*/ 396 h 78"/>
                <a:gd name="T16" fmla="*/ 79 w 182"/>
                <a:gd name="T17" fmla="*/ 625 h 78"/>
                <a:gd name="T18" fmla="*/ 0 w 182"/>
                <a:gd name="T19" fmla="*/ 652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78">
                  <a:moveTo>
                    <a:pt x="182" y="29"/>
                  </a:moveTo>
                  <a:cubicBezTo>
                    <a:pt x="175" y="33"/>
                    <a:pt x="167" y="34"/>
                    <a:pt x="158" y="33"/>
                  </a:cubicBezTo>
                  <a:cubicBezTo>
                    <a:pt x="144" y="32"/>
                    <a:pt x="141" y="20"/>
                    <a:pt x="132" y="13"/>
                  </a:cubicBezTo>
                  <a:cubicBezTo>
                    <a:pt x="114" y="0"/>
                    <a:pt x="88" y="3"/>
                    <a:pt x="76" y="21"/>
                  </a:cubicBezTo>
                  <a:cubicBezTo>
                    <a:pt x="71" y="29"/>
                    <a:pt x="71" y="32"/>
                    <a:pt x="62" y="36"/>
                  </a:cubicBezTo>
                  <a:cubicBezTo>
                    <a:pt x="59" y="38"/>
                    <a:pt x="59" y="40"/>
                    <a:pt x="55" y="40"/>
                  </a:cubicBezTo>
                  <a:cubicBezTo>
                    <a:pt x="50" y="39"/>
                    <a:pt x="46" y="31"/>
                    <a:pt x="40" y="31"/>
                  </a:cubicBezTo>
                  <a:cubicBezTo>
                    <a:pt x="29" y="31"/>
                    <a:pt x="29" y="38"/>
                    <a:pt x="27" y="45"/>
                  </a:cubicBezTo>
                  <a:cubicBezTo>
                    <a:pt x="23" y="54"/>
                    <a:pt x="20" y="64"/>
                    <a:pt x="11" y="71"/>
                  </a:cubicBezTo>
                  <a:cubicBezTo>
                    <a:pt x="7" y="74"/>
                    <a:pt x="5" y="78"/>
                    <a:pt x="0" y="74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88" name="Freeform 2416">
              <a:extLst>
                <a:ext uri="{FF2B5EF4-FFF2-40B4-BE49-F238E27FC236}">
                  <a16:creationId xmlns:a16="http://schemas.microsoft.com/office/drawing/2014/main" id="{E1C38207-66F8-434C-A3B7-D58AC27C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858"/>
              <a:ext cx="81" cy="262"/>
            </a:xfrm>
            <a:custGeom>
              <a:avLst/>
              <a:gdLst>
                <a:gd name="T0" fmla="*/ 44 w 42"/>
                <a:gd name="T1" fmla="*/ 89 h 127"/>
                <a:gd name="T2" fmla="*/ 156 w 42"/>
                <a:gd name="T3" fmla="*/ 107 h 127"/>
                <a:gd name="T4" fmla="*/ 85 w 42"/>
                <a:gd name="T5" fmla="*/ 396 h 127"/>
                <a:gd name="T6" fmla="*/ 44 w 42"/>
                <a:gd name="T7" fmla="*/ 553 h 127"/>
                <a:gd name="T8" fmla="*/ 201 w 42"/>
                <a:gd name="T9" fmla="*/ 660 h 127"/>
                <a:gd name="T10" fmla="*/ 224 w 42"/>
                <a:gd name="T11" fmla="*/ 817 h 127"/>
                <a:gd name="T12" fmla="*/ 293 w 42"/>
                <a:gd name="T13" fmla="*/ 924 h 127"/>
                <a:gd name="T14" fmla="*/ 224 w 42"/>
                <a:gd name="T15" fmla="*/ 111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27">
                  <a:moveTo>
                    <a:pt x="6" y="10"/>
                  </a:moveTo>
                  <a:cubicBezTo>
                    <a:pt x="5" y="0"/>
                    <a:pt x="19" y="7"/>
                    <a:pt x="22" y="12"/>
                  </a:cubicBezTo>
                  <a:cubicBezTo>
                    <a:pt x="28" y="23"/>
                    <a:pt x="20" y="37"/>
                    <a:pt x="12" y="45"/>
                  </a:cubicBezTo>
                  <a:cubicBezTo>
                    <a:pt x="7" y="51"/>
                    <a:pt x="0" y="54"/>
                    <a:pt x="6" y="63"/>
                  </a:cubicBezTo>
                  <a:cubicBezTo>
                    <a:pt x="10" y="70"/>
                    <a:pt x="22" y="69"/>
                    <a:pt x="28" y="75"/>
                  </a:cubicBezTo>
                  <a:cubicBezTo>
                    <a:pt x="34" y="82"/>
                    <a:pt x="28" y="88"/>
                    <a:pt x="31" y="93"/>
                  </a:cubicBezTo>
                  <a:cubicBezTo>
                    <a:pt x="34" y="99"/>
                    <a:pt x="40" y="95"/>
                    <a:pt x="41" y="105"/>
                  </a:cubicBezTo>
                  <a:cubicBezTo>
                    <a:pt x="42" y="116"/>
                    <a:pt x="38" y="123"/>
                    <a:pt x="31" y="12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89" name="Freeform 2417">
              <a:extLst>
                <a:ext uri="{FF2B5EF4-FFF2-40B4-BE49-F238E27FC236}">
                  <a16:creationId xmlns:a16="http://schemas.microsoft.com/office/drawing/2014/main" id="{0A6D9B9C-A510-403B-B2F1-CA44B6686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30"/>
              <a:ext cx="137" cy="392"/>
            </a:xfrm>
            <a:custGeom>
              <a:avLst/>
              <a:gdLst>
                <a:gd name="T0" fmla="*/ 473 w 71"/>
                <a:gd name="T1" fmla="*/ 1609 h 190"/>
                <a:gd name="T2" fmla="*/ 185 w 71"/>
                <a:gd name="T3" fmla="*/ 1438 h 190"/>
                <a:gd name="T4" fmla="*/ 164 w 71"/>
                <a:gd name="T5" fmla="*/ 1345 h 190"/>
                <a:gd name="T6" fmla="*/ 71 w 71"/>
                <a:gd name="T7" fmla="*/ 1133 h 190"/>
                <a:gd name="T8" fmla="*/ 152 w 71"/>
                <a:gd name="T9" fmla="*/ 1048 h 190"/>
                <a:gd name="T10" fmla="*/ 123 w 71"/>
                <a:gd name="T11" fmla="*/ 906 h 190"/>
                <a:gd name="T12" fmla="*/ 116 w 71"/>
                <a:gd name="T13" fmla="*/ 712 h 190"/>
                <a:gd name="T14" fmla="*/ 15 w 71"/>
                <a:gd name="T15" fmla="*/ 605 h 190"/>
                <a:gd name="T16" fmla="*/ 100 w 71"/>
                <a:gd name="T17" fmla="*/ 404 h 190"/>
                <a:gd name="T18" fmla="*/ 357 w 71"/>
                <a:gd name="T19" fmla="*/ 332 h 190"/>
                <a:gd name="T20" fmla="*/ 380 w 71"/>
                <a:gd name="T21" fmla="*/ 72 h 190"/>
                <a:gd name="T22" fmla="*/ 509 w 71"/>
                <a:gd name="T23" fmla="*/ 89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190">
                  <a:moveTo>
                    <a:pt x="66" y="183"/>
                  </a:moveTo>
                  <a:cubicBezTo>
                    <a:pt x="55" y="190"/>
                    <a:pt x="30" y="174"/>
                    <a:pt x="26" y="164"/>
                  </a:cubicBezTo>
                  <a:cubicBezTo>
                    <a:pt x="24" y="159"/>
                    <a:pt x="26" y="157"/>
                    <a:pt x="23" y="153"/>
                  </a:cubicBezTo>
                  <a:cubicBezTo>
                    <a:pt x="19" y="148"/>
                    <a:pt x="4" y="139"/>
                    <a:pt x="10" y="129"/>
                  </a:cubicBezTo>
                  <a:cubicBezTo>
                    <a:pt x="13" y="124"/>
                    <a:pt x="19" y="127"/>
                    <a:pt x="21" y="119"/>
                  </a:cubicBezTo>
                  <a:cubicBezTo>
                    <a:pt x="24" y="112"/>
                    <a:pt x="18" y="109"/>
                    <a:pt x="17" y="103"/>
                  </a:cubicBezTo>
                  <a:cubicBezTo>
                    <a:pt x="15" y="92"/>
                    <a:pt x="27" y="90"/>
                    <a:pt x="16" y="81"/>
                  </a:cubicBezTo>
                  <a:cubicBezTo>
                    <a:pt x="10" y="77"/>
                    <a:pt x="3" y="78"/>
                    <a:pt x="2" y="69"/>
                  </a:cubicBezTo>
                  <a:cubicBezTo>
                    <a:pt x="0" y="60"/>
                    <a:pt x="6" y="50"/>
                    <a:pt x="14" y="46"/>
                  </a:cubicBezTo>
                  <a:cubicBezTo>
                    <a:pt x="26" y="39"/>
                    <a:pt x="44" y="56"/>
                    <a:pt x="50" y="38"/>
                  </a:cubicBezTo>
                  <a:cubicBezTo>
                    <a:pt x="54" y="29"/>
                    <a:pt x="47" y="17"/>
                    <a:pt x="53" y="8"/>
                  </a:cubicBezTo>
                  <a:cubicBezTo>
                    <a:pt x="58" y="2"/>
                    <a:pt x="71" y="0"/>
                    <a:pt x="71" y="1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90" name="Freeform 2418">
              <a:extLst>
                <a:ext uri="{FF2B5EF4-FFF2-40B4-BE49-F238E27FC236}">
                  <a16:creationId xmlns:a16="http://schemas.microsoft.com/office/drawing/2014/main" id="{F937F694-CB1B-4B0E-B2D7-C73CC407A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903"/>
              <a:ext cx="269" cy="124"/>
            </a:xfrm>
            <a:custGeom>
              <a:avLst/>
              <a:gdLst>
                <a:gd name="T0" fmla="*/ 0 w 139"/>
                <a:gd name="T1" fmla="*/ 345 h 60"/>
                <a:gd name="T2" fmla="*/ 29 w 139"/>
                <a:gd name="T3" fmla="*/ 308 h 60"/>
                <a:gd name="T4" fmla="*/ 153 w 139"/>
                <a:gd name="T5" fmla="*/ 345 h 60"/>
                <a:gd name="T6" fmla="*/ 312 w 139"/>
                <a:gd name="T7" fmla="*/ 248 h 60"/>
                <a:gd name="T8" fmla="*/ 441 w 139"/>
                <a:gd name="T9" fmla="*/ 337 h 60"/>
                <a:gd name="T10" fmla="*/ 528 w 139"/>
                <a:gd name="T11" fmla="*/ 405 h 60"/>
                <a:gd name="T12" fmla="*/ 660 w 139"/>
                <a:gd name="T13" fmla="*/ 488 h 60"/>
                <a:gd name="T14" fmla="*/ 869 w 139"/>
                <a:gd name="T15" fmla="*/ 300 h 60"/>
                <a:gd name="T16" fmla="*/ 1008 w 139"/>
                <a:gd name="T17" fmla="*/ 13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60">
                  <a:moveTo>
                    <a:pt x="0" y="39"/>
                  </a:moveTo>
                  <a:cubicBezTo>
                    <a:pt x="1" y="38"/>
                    <a:pt x="2" y="37"/>
                    <a:pt x="4" y="35"/>
                  </a:cubicBezTo>
                  <a:cubicBezTo>
                    <a:pt x="14" y="28"/>
                    <a:pt x="14" y="36"/>
                    <a:pt x="21" y="39"/>
                  </a:cubicBezTo>
                  <a:cubicBezTo>
                    <a:pt x="34" y="45"/>
                    <a:pt x="34" y="31"/>
                    <a:pt x="43" y="28"/>
                  </a:cubicBezTo>
                  <a:cubicBezTo>
                    <a:pt x="52" y="25"/>
                    <a:pt x="56" y="32"/>
                    <a:pt x="61" y="38"/>
                  </a:cubicBezTo>
                  <a:cubicBezTo>
                    <a:pt x="65" y="44"/>
                    <a:pt x="66" y="43"/>
                    <a:pt x="73" y="46"/>
                  </a:cubicBezTo>
                  <a:cubicBezTo>
                    <a:pt x="80" y="49"/>
                    <a:pt x="84" y="54"/>
                    <a:pt x="91" y="55"/>
                  </a:cubicBezTo>
                  <a:cubicBezTo>
                    <a:pt x="108" y="60"/>
                    <a:pt x="115" y="47"/>
                    <a:pt x="120" y="34"/>
                  </a:cubicBezTo>
                  <a:cubicBezTo>
                    <a:pt x="106" y="30"/>
                    <a:pt x="135" y="0"/>
                    <a:pt x="139" y="1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91" name="Freeform 2419">
              <a:extLst>
                <a:ext uri="{FF2B5EF4-FFF2-40B4-BE49-F238E27FC236}">
                  <a16:creationId xmlns:a16="http://schemas.microsoft.com/office/drawing/2014/main" id="{74FA52AD-CA32-4915-9AC3-CA2F42F87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984"/>
              <a:ext cx="35" cy="45"/>
            </a:xfrm>
            <a:custGeom>
              <a:avLst/>
              <a:gdLst>
                <a:gd name="T0" fmla="*/ 0 w 18"/>
                <a:gd name="T1" fmla="*/ 188 h 22"/>
                <a:gd name="T2" fmla="*/ 72 w 18"/>
                <a:gd name="T3" fmla="*/ 121 h 22"/>
                <a:gd name="T4" fmla="*/ 13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22"/>
                  </a:moveTo>
                  <a:cubicBezTo>
                    <a:pt x="3" y="21"/>
                    <a:pt x="7" y="16"/>
                    <a:pt x="10" y="14"/>
                  </a:cubicBezTo>
                  <a:cubicBezTo>
                    <a:pt x="14" y="10"/>
                    <a:pt x="15" y="5"/>
                    <a:pt x="18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92" name="Freeform 2420">
              <a:extLst>
                <a:ext uri="{FF2B5EF4-FFF2-40B4-BE49-F238E27FC236}">
                  <a16:creationId xmlns:a16="http://schemas.microsoft.com/office/drawing/2014/main" id="{8B00B7FE-76EC-4A2A-AD39-8DD49E0CD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845"/>
              <a:ext cx="182" cy="73"/>
            </a:xfrm>
            <a:custGeom>
              <a:avLst/>
              <a:gdLst>
                <a:gd name="T0" fmla="*/ 0 w 94"/>
                <a:gd name="T1" fmla="*/ 27 h 35"/>
                <a:gd name="T2" fmla="*/ 325 w 94"/>
                <a:gd name="T3" fmla="*/ 35 h 35"/>
                <a:gd name="T4" fmla="*/ 428 w 94"/>
                <a:gd name="T5" fmla="*/ 136 h 35"/>
                <a:gd name="T6" fmla="*/ 536 w 94"/>
                <a:gd name="T7" fmla="*/ 173 h 35"/>
                <a:gd name="T8" fmla="*/ 629 w 94"/>
                <a:gd name="T9" fmla="*/ 309 h 35"/>
                <a:gd name="T10" fmla="*/ 682 w 94"/>
                <a:gd name="T11" fmla="*/ 30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35">
                  <a:moveTo>
                    <a:pt x="0" y="3"/>
                  </a:moveTo>
                  <a:cubicBezTo>
                    <a:pt x="12" y="18"/>
                    <a:pt x="29" y="0"/>
                    <a:pt x="45" y="4"/>
                  </a:cubicBezTo>
                  <a:cubicBezTo>
                    <a:pt x="52" y="6"/>
                    <a:pt x="53" y="12"/>
                    <a:pt x="59" y="15"/>
                  </a:cubicBezTo>
                  <a:cubicBezTo>
                    <a:pt x="66" y="18"/>
                    <a:pt x="70" y="14"/>
                    <a:pt x="74" y="19"/>
                  </a:cubicBezTo>
                  <a:cubicBezTo>
                    <a:pt x="80" y="25"/>
                    <a:pt x="74" y="33"/>
                    <a:pt x="87" y="34"/>
                  </a:cubicBezTo>
                  <a:cubicBezTo>
                    <a:pt x="90" y="35"/>
                    <a:pt x="92" y="34"/>
                    <a:pt x="94" y="33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93" name="Freeform 2421">
              <a:extLst>
                <a:ext uri="{FF2B5EF4-FFF2-40B4-BE49-F238E27FC236}">
                  <a16:creationId xmlns:a16="http://schemas.microsoft.com/office/drawing/2014/main" id="{96CE9310-0B38-41D5-AE9E-45B9B381E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67"/>
              <a:ext cx="116" cy="130"/>
            </a:xfrm>
            <a:custGeom>
              <a:avLst/>
              <a:gdLst>
                <a:gd name="T0" fmla="*/ 0 w 60"/>
                <a:gd name="T1" fmla="*/ 25 h 63"/>
                <a:gd name="T2" fmla="*/ 101 w 60"/>
                <a:gd name="T3" fmla="*/ 165 h 63"/>
                <a:gd name="T4" fmla="*/ 101 w 60"/>
                <a:gd name="T5" fmla="*/ 256 h 63"/>
                <a:gd name="T6" fmla="*/ 93 w 60"/>
                <a:gd name="T7" fmla="*/ 388 h 63"/>
                <a:gd name="T8" fmla="*/ 217 w 60"/>
                <a:gd name="T9" fmla="*/ 464 h 63"/>
                <a:gd name="T10" fmla="*/ 333 w 60"/>
                <a:gd name="T11" fmla="*/ 545 h 63"/>
                <a:gd name="T12" fmla="*/ 433 w 60"/>
                <a:gd name="T13" fmla="*/ 464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63">
                  <a:moveTo>
                    <a:pt x="0" y="3"/>
                  </a:moveTo>
                  <a:cubicBezTo>
                    <a:pt x="12" y="0"/>
                    <a:pt x="13" y="10"/>
                    <a:pt x="14" y="19"/>
                  </a:cubicBezTo>
                  <a:cubicBezTo>
                    <a:pt x="14" y="24"/>
                    <a:pt x="15" y="24"/>
                    <a:pt x="14" y="29"/>
                  </a:cubicBezTo>
                  <a:cubicBezTo>
                    <a:pt x="12" y="36"/>
                    <a:pt x="7" y="36"/>
                    <a:pt x="13" y="44"/>
                  </a:cubicBezTo>
                  <a:cubicBezTo>
                    <a:pt x="17" y="49"/>
                    <a:pt x="24" y="50"/>
                    <a:pt x="30" y="53"/>
                  </a:cubicBezTo>
                  <a:cubicBezTo>
                    <a:pt x="34" y="55"/>
                    <a:pt x="40" y="61"/>
                    <a:pt x="46" y="62"/>
                  </a:cubicBezTo>
                  <a:cubicBezTo>
                    <a:pt x="57" y="63"/>
                    <a:pt x="57" y="60"/>
                    <a:pt x="60" y="53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94" name="Freeform 2422">
              <a:extLst>
                <a:ext uri="{FF2B5EF4-FFF2-40B4-BE49-F238E27FC236}">
                  <a16:creationId xmlns:a16="http://schemas.microsoft.com/office/drawing/2014/main" id="{DEACB7D6-9FE1-432A-8C42-0C6DDDD57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006"/>
              <a:ext cx="132" cy="200"/>
            </a:xfrm>
            <a:custGeom>
              <a:avLst/>
              <a:gdLst>
                <a:gd name="T0" fmla="*/ 116 w 68"/>
                <a:gd name="T1" fmla="*/ 0 h 97"/>
                <a:gd name="T2" fmla="*/ 37 w 68"/>
                <a:gd name="T3" fmla="*/ 33 h 97"/>
                <a:gd name="T4" fmla="*/ 37 w 68"/>
                <a:gd name="T5" fmla="*/ 157 h 97"/>
                <a:gd name="T6" fmla="*/ 80 w 68"/>
                <a:gd name="T7" fmla="*/ 324 h 97"/>
                <a:gd name="T8" fmla="*/ 155 w 68"/>
                <a:gd name="T9" fmla="*/ 421 h 97"/>
                <a:gd name="T10" fmla="*/ 272 w 68"/>
                <a:gd name="T11" fmla="*/ 769 h 97"/>
                <a:gd name="T12" fmla="*/ 497 w 68"/>
                <a:gd name="T13" fmla="*/ 769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97">
                  <a:moveTo>
                    <a:pt x="16" y="0"/>
                  </a:moveTo>
                  <a:cubicBezTo>
                    <a:pt x="12" y="1"/>
                    <a:pt x="6" y="2"/>
                    <a:pt x="5" y="4"/>
                  </a:cubicBezTo>
                  <a:cubicBezTo>
                    <a:pt x="0" y="10"/>
                    <a:pt x="4" y="11"/>
                    <a:pt x="5" y="18"/>
                  </a:cubicBezTo>
                  <a:cubicBezTo>
                    <a:pt x="6" y="27"/>
                    <a:pt x="3" y="31"/>
                    <a:pt x="11" y="37"/>
                  </a:cubicBezTo>
                  <a:cubicBezTo>
                    <a:pt x="16" y="41"/>
                    <a:pt x="23" y="39"/>
                    <a:pt x="21" y="48"/>
                  </a:cubicBezTo>
                  <a:cubicBezTo>
                    <a:pt x="38" y="50"/>
                    <a:pt x="25" y="79"/>
                    <a:pt x="37" y="88"/>
                  </a:cubicBezTo>
                  <a:cubicBezTo>
                    <a:pt x="43" y="93"/>
                    <a:pt x="62" y="97"/>
                    <a:pt x="68" y="8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95" name="Freeform 2423">
              <a:extLst>
                <a:ext uri="{FF2B5EF4-FFF2-40B4-BE49-F238E27FC236}">
                  <a16:creationId xmlns:a16="http://schemas.microsoft.com/office/drawing/2014/main" id="{9964BCF1-CBAC-4AB0-893B-D526ACA29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975"/>
              <a:ext cx="118" cy="143"/>
            </a:xfrm>
            <a:custGeom>
              <a:avLst/>
              <a:gdLst>
                <a:gd name="T0" fmla="*/ 441 w 61"/>
                <a:gd name="T1" fmla="*/ 108 h 69"/>
                <a:gd name="T2" fmla="*/ 317 w 61"/>
                <a:gd name="T3" fmla="*/ 141 h 69"/>
                <a:gd name="T4" fmla="*/ 240 w 61"/>
                <a:gd name="T5" fmla="*/ 408 h 69"/>
                <a:gd name="T6" fmla="*/ 44 w 61"/>
                <a:gd name="T7" fmla="*/ 605 h 69"/>
                <a:gd name="T8" fmla="*/ 0 w 61"/>
                <a:gd name="T9" fmla="*/ 61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61" y="12"/>
                  </a:moveTo>
                  <a:cubicBezTo>
                    <a:pt x="56" y="0"/>
                    <a:pt x="47" y="10"/>
                    <a:pt x="44" y="16"/>
                  </a:cubicBezTo>
                  <a:cubicBezTo>
                    <a:pt x="40" y="26"/>
                    <a:pt x="44" y="39"/>
                    <a:pt x="33" y="46"/>
                  </a:cubicBezTo>
                  <a:cubicBezTo>
                    <a:pt x="19" y="55"/>
                    <a:pt x="4" y="45"/>
                    <a:pt x="6" y="68"/>
                  </a:cubicBezTo>
                  <a:cubicBezTo>
                    <a:pt x="4" y="68"/>
                    <a:pt x="3" y="68"/>
                    <a:pt x="0" y="6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96" name="Freeform 2424">
              <a:extLst>
                <a:ext uri="{FF2B5EF4-FFF2-40B4-BE49-F238E27FC236}">
                  <a16:creationId xmlns:a16="http://schemas.microsoft.com/office/drawing/2014/main" id="{E53BC32A-56E5-4FDE-8FC1-85021A952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930"/>
              <a:ext cx="95" cy="179"/>
            </a:xfrm>
            <a:custGeom>
              <a:avLst/>
              <a:gdLst>
                <a:gd name="T0" fmla="*/ 328 w 49"/>
                <a:gd name="T1" fmla="*/ 0 h 87"/>
                <a:gd name="T2" fmla="*/ 211 w 49"/>
                <a:gd name="T3" fmla="*/ 51 h 87"/>
                <a:gd name="T4" fmla="*/ 140 w 49"/>
                <a:gd name="T5" fmla="*/ 43 h 87"/>
                <a:gd name="T6" fmla="*/ 196 w 49"/>
                <a:gd name="T7" fmla="*/ 263 h 87"/>
                <a:gd name="T8" fmla="*/ 304 w 49"/>
                <a:gd name="T9" fmla="*/ 560 h 87"/>
                <a:gd name="T10" fmla="*/ 169 w 49"/>
                <a:gd name="T11" fmla="*/ 757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87">
                  <a:moveTo>
                    <a:pt x="45" y="0"/>
                  </a:moveTo>
                  <a:cubicBezTo>
                    <a:pt x="40" y="2"/>
                    <a:pt x="35" y="5"/>
                    <a:pt x="29" y="6"/>
                  </a:cubicBezTo>
                  <a:cubicBezTo>
                    <a:pt x="27" y="6"/>
                    <a:pt x="20" y="5"/>
                    <a:pt x="19" y="5"/>
                  </a:cubicBezTo>
                  <a:cubicBezTo>
                    <a:pt x="0" y="12"/>
                    <a:pt x="18" y="26"/>
                    <a:pt x="27" y="30"/>
                  </a:cubicBezTo>
                  <a:cubicBezTo>
                    <a:pt x="39" y="36"/>
                    <a:pt x="49" y="49"/>
                    <a:pt x="42" y="64"/>
                  </a:cubicBezTo>
                  <a:cubicBezTo>
                    <a:pt x="38" y="74"/>
                    <a:pt x="24" y="76"/>
                    <a:pt x="23" y="8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97" name="Freeform 2425">
              <a:extLst>
                <a:ext uri="{FF2B5EF4-FFF2-40B4-BE49-F238E27FC236}">
                  <a16:creationId xmlns:a16="http://schemas.microsoft.com/office/drawing/2014/main" id="{B45CEE90-4777-458A-8ADE-8047187AD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979"/>
              <a:ext cx="71" cy="85"/>
            </a:xfrm>
            <a:custGeom>
              <a:avLst/>
              <a:gdLst>
                <a:gd name="T0" fmla="*/ 217 w 37"/>
                <a:gd name="T1" fmla="*/ 0 h 41"/>
                <a:gd name="T2" fmla="*/ 217 w 37"/>
                <a:gd name="T3" fmla="*/ 224 h 41"/>
                <a:gd name="T4" fmla="*/ 77 w 37"/>
                <a:gd name="T5" fmla="*/ 267 h 41"/>
                <a:gd name="T6" fmla="*/ 15 w 37"/>
                <a:gd name="T7" fmla="*/ 332 h 41"/>
                <a:gd name="T8" fmla="*/ 36 w 37"/>
                <a:gd name="T9" fmla="*/ 36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1">
                  <a:moveTo>
                    <a:pt x="31" y="0"/>
                  </a:moveTo>
                  <a:cubicBezTo>
                    <a:pt x="35" y="8"/>
                    <a:pt x="37" y="19"/>
                    <a:pt x="31" y="25"/>
                  </a:cubicBezTo>
                  <a:cubicBezTo>
                    <a:pt x="26" y="30"/>
                    <a:pt x="18" y="29"/>
                    <a:pt x="11" y="30"/>
                  </a:cubicBezTo>
                  <a:cubicBezTo>
                    <a:pt x="6" y="31"/>
                    <a:pt x="0" y="34"/>
                    <a:pt x="2" y="37"/>
                  </a:cubicBezTo>
                  <a:cubicBezTo>
                    <a:pt x="4" y="41"/>
                    <a:pt x="5" y="41"/>
                    <a:pt x="5" y="4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98" name="Freeform 2426">
              <a:extLst>
                <a:ext uri="{FF2B5EF4-FFF2-40B4-BE49-F238E27FC236}">
                  <a16:creationId xmlns:a16="http://schemas.microsoft.com/office/drawing/2014/main" id="{1B0B3FED-566B-429C-B73C-B9513EFEA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940"/>
              <a:ext cx="56" cy="39"/>
            </a:xfrm>
            <a:custGeom>
              <a:avLst/>
              <a:gdLst>
                <a:gd name="T0" fmla="*/ 209 w 29"/>
                <a:gd name="T1" fmla="*/ 164 h 19"/>
                <a:gd name="T2" fmla="*/ 180 w 29"/>
                <a:gd name="T3" fmla="*/ 96 h 19"/>
                <a:gd name="T4" fmla="*/ 52 w 29"/>
                <a:gd name="T5" fmla="*/ 16 h 19"/>
                <a:gd name="T6" fmla="*/ 8 w 29"/>
                <a:gd name="T7" fmla="*/ 6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9">
                  <a:moveTo>
                    <a:pt x="29" y="19"/>
                  </a:moveTo>
                  <a:cubicBezTo>
                    <a:pt x="28" y="16"/>
                    <a:pt x="26" y="13"/>
                    <a:pt x="25" y="11"/>
                  </a:cubicBezTo>
                  <a:cubicBezTo>
                    <a:pt x="18" y="0"/>
                    <a:pt x="15" y="2"/>
                    <a:pt x="7" y="2"/>
                  </a:cubicBezTo>
                  <a:cubicBezTo>
                    <a:pt x="5" y="2"/>
                    <a:pt x="0" y="3"/>
                    <a:pt x="1" y="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99" name="Freeform 2427">
              <a:extLst>
                <a:ext uri="{FF2B5EF4-FFF2-40B4-BE49-F238E27FC236}">
                  <a16:creationId xmlns:a16="http://schemas.microsoft.com/office/drawing/2014/main" id="{EB67589D-F1CF-4E4B-82DA-97573C9D7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761"/>
              <a:ext cx="44" cy="72"/>
            </a:xfrm>
            <a:custGeom>
              <a:avLst/>
              <a:gdLst>
                <a:gd name="T0" fmla="*/ 132 w 23"/>
                <a:gd name="T1" fmla="*/ 0 h 35"/>
                <a:gd name="T2" fmla="*/ 132 w 23"/>
                <a:gd name="T3" fmla="*/ 132 h 35"/>
                <a:gd name="T4" fmla="*/ 21 w 23"/>
                <a:gd name="T5" fmla="*/ 208 h 35"/>
                <a:gd name="T6" fmla="*/ 99 w 23"/>
                <a:gd name="T7" fmla="*/ 296 h 35"/>
                <a:gd name="T8" fmla="*/ 161 w 23"/>
                <a:gd name="T9" fmla="*/ 30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5">
                  <a:moveTo>
                    <a:pt x="19" y="0"/>
                  </a:moveTo>
                  <a:cubicBezTo>
                    <a:pt x="19" y="4"/>
                    <a:pt x="22" y="12"/>
                    <a:pt x="19" y="15"/>
                  </a:cubicBezTo>
                  <a:cubicBezTo>
                    <a:pt x="16" y="20"/>
                    <a:pt x="5" y="17"/>
                    <a:pt x="3" y="24"/>
                  </a:cubicBezTo>
                  <a:cubicBezTo>
                    <a:pt x="0" y="32"/>
                    <a:pt x="7" y="33"/>
                    <a:pt x="14" y="34"/>
                  </a:cubicBezTo>
                  <a:cubicBezTo>
                    <a:pt x="17" y="35"/>
                    <a:pt x="20" y="35"/>
                    <a:pt x="23" y="3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00" name="Freeform 2428">
              <a:extLst>
                <a:ext uri="{FF2B5EF4-FFF2-40B4-BE49-F238E27FC236}">
                  <a16:creationId xmlns:a16="http://schemas.microsoft.com/office/drawing/2014/main" id="{2CA29D7E-750A-4F02-A608-4A162299E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817"/>
              <a:ext cx="280" cy="296"/>
            </a:xfrm>
            <a:custGeom>
              <a:avLst/>
              <a:gdLst>
                <a:gd name="T0" fmla="*/ 1045 w 145"/>
                <a:gd name="T1" fmla="*/ 1250 h 144"/>
                <a:gd name="T2" fmla="*/ 966 w 145"/>
                <a:gd name="T3" fmla="*/ 1137 h 144"/>
                <a:gd name="T4" fmla="*/ 913 w 145"/>
                <a:gd name="T5" fmla="*/ 1026 h 144"/>
                <a:gd name="T6" fmla="*/ 749 w 145"/>
                <a:gd name="T7" fmla="*/ 1085 h 144"/>
                <a:gd name="T8" fmla="*/ 564 w 145"/>
                <a:gd name="T9" fmla="*/ 972 h 144"/>
                <a:gd name="T10" fmla="*/ 581 w 145"/>
                <a:gd name="T11" fmla="*/ 676 h 144"/>
                <a:gd name="T12" fmla="*/ 574 w 145"/>
                <a:gd name="T13" fmla="*/ 452 h 144"/>
                <a:gd name="T14" fmla="*/ 409 w 145"/>
                <a:gd name="T15" fmla="*/ 452 h 144"/>
                <a:gd name="T16" fmla="*/ 301 w 145"/>
                <a:gd name="T17" fmla="*/ 132 h 144"/>
                <a:gd name="T18" fmla="*/ 131 w 145"/>
                <a:gd name="T19" fmla="*/ 0 h 144"/>
                <a:gd name="T20" fmla="*/ 37 w 145"/>
                <a:gd name="T21" fmla="*/ 156 h 1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44">
                  <a:moveTo>
                    <a:pt x="145" y="144"/>
                  </a:moveTo>
                  <a:cubicBezTo>
                    <a:pt x="141" y="141"/>
                    <a:pt x="137" y="136"/>
                    <a:pt x="134" y="131"/>
                  </a:cubicBezTo>
                  <a:cubicBezTo>
                    <a:pt x="131" y="126"/>
                    <a:pt x="133" y="119"/>
                    <a:pt x="127" y="118"/>
                  </a:cubicBezTo>
                  <a:cubicBezTo>
                    <a:pt x="120" y="117"/>
                    <a:pt x="112" y="125"/>
                    <a:pt x="104" y="125"/>
                  </a:cubicBezTo>
                  <a:cubicBezTo>
                    <a:pt x="96" y="125"/>
                    <a:pt x="82" y="118"/>
                    <a:pt x="78" y="112"/>
                  </a:cubicBezTo>
                  <a:cubicBezTo>
                    <a:pt x="70" y="100"/>
                    <a:pt x="76" y="89"/>
                    <a:pt x="81" y="78"/>
                  </a:cubicBezTo>
                  <a:cubicBezTo>
                    <a:pt x="84" y="69"/>
                    <a:pt x="88" y="60"/>
                    <a:pt x="80" y="52"/>
                  </a:cubicBezTo>
                  <a:cubicBezTo>
                    <a:pt x="71" y="45"/>
                    <a:pt x="65" y="52"/>
                    <a:pt x="57" y="52"/>
                  </a:cubicBezTo>
                  <a:cubicBezTo>
                    <a:pt x="57" y="32"/>
                    <a:pt x="55" y="30"/>
                    <a:pt x="42" y="15"/>
                  </a:cubicBezTo>
                  <a:cubicBezTo>
                    <a:pt x="36" y="9"/>
                    <a:pt x="27" y="0"/>
                    <a:pt x="18" y="0"/>
                  </a:cubicBezTo>
                  <a:cubicBezTo>
                    <a:pt x="10" y="1"/>
                    <a:pt x="0" y="10"/>
                    <a:pt x="5" y="1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01" name="Freeform 2429">
              <a:extLst>
                <a:ext uri="{FF2B5EF4-FFF2-40B4-BE49-F238E27FC236}">
                  <a16:creationId xmlns:a16="http://schemas.microsoft.com/office/drawing/2014/main" id="{D4CF8274-36E1-47DF-8461-470406B71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002"/>
              <a:ext cx="72" cy="43"/>
            </a:xfrm>
            <a:custGeom>
              <a:avLst/>
              <a:gdLst>
                <a:gd name="T0" fmla="*/ 272 w 37"/>
                <a:gd name="T1" fmla="*/ 180 h 21"/>
                <a:gd name="T2" fmla="*/ 272 w 37"/>
                <a:gd name="T3" fmla="*/ 156 h 21"/>
                <a:gd name="T4" fmla="*/ 148 w 37"/>
                <a:gd name="T5" fmla="*/ 76 h 21"/>
                <a:gd name="T6" fmla="*/ 0 w 3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1">
                  <a:moveTo>
                    <a:pt x="37" y="21"/>
                  </a:moveTo>
                  <a:cubicBezTo>
                    <a:pt x="37" y="20"/>
                    <a:pt x="37" y="19"/>
                    <a:pt x="37" y="18"/>
                  </a:cubicBezTo>
                  <a:cubicBezTo>
                    <a:pt x="34" y="8"/>
                    <a:pt x="28" y="10"/>
                    <a:pt x="20" y="9"/>
                  </a:cubicBezTo>
                  <a:cubicBezTo>
                    <a:pt x="12" y="8"/>
                    <a:pt x="6" y="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02" name="Freeform 2430">
              <a:extLst>
                <a:ext uri="{FF2B5EF4-FFF2-40B4-BE49-F238E27FC236}">
                  <a16:creationId xmlns:a16="http://schemas.microsoft.com/office/drawing/2014/main" id="{F174BCF8-B8C4-4C09-8AA2-A651C04B1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045"/>
              <a:ext cx="98" cy="161"/>
            </a:xfrm>
            <a:custGeom>
              <a:avLst/>
              <a:gdLst>
                <a:gd name="T0" fmla="*/ 284 w 51"/>
                <a:gd name="T1" fmla="*/ 644 h 78"/>
                <a:gd name="T2" fmla="*/ 354 w 51"/>
                <a:gd name="T3" fmla="*/ 597 h 78"/>
                <a:gd name="T4" fmla="*/ 292 w 51"/>
                <a:gd name="T5" fmla="*/ 464 h 78"/>
                <a:gd name="T6" fmla="*/ 184 w 51"/>
                <a:gd name="T7" fmla="*/ 421 h 78"/>
                <a:gd name="T8" fmla="*/ 85 w 51"/>
                <a:gd name="T9" fmla="*/ 272 h 78"/>
                <a:gd name="T10" fmla="*/ 8 w 51"/>
                <a:gd name="T11" fmla="*/ 89 h 78"/>
                <a:gd name="T12" fmla="*/ 15 w 51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8">
                  <a:moveTo>
                    <a:pt x="40" y="73"/>
                  </a:moveTo>
                  <a:cubicBezTo>
                    <a:pt x="44" y="78"/>
                    <a:pt x="49" y="73"/>
                    <a:pt x="50" y="68"/>
                  </a:cubicBezTo>
                  <a:cubicBezTo>
                    <a:pt x="51" y="63"/>
                    <a:pt x="45" y="55"/>
                    <a:pt x="41" y="53"/>
                  </a:cubicBezTo>
                  <a:cubicBezTo>
                    <a:pt x="37" y="50"/>
                    <a:pt x="30" y="51"/>
                    <a:pt x="26" y="48"/>
                  </a:cubicBezTo>
                  <a:cubicBezTo>
                    <a:pt x="18" y="44"/>
                    <a:pt x="16" y="38"/>
                    <a:pt x="12" y="31"/>
                  </a:cubicBezTo>
                  <a:cubicBezTo>
                    <a:pt x="8" y="25"/>
                    <a:pt x="2" y="17"/>
                    <a:pt x="1" y="10"/>
                  </a:cubicBezTo>
                  <a:cubicBezTo>
                    <a:pt x="0" y="7"/>
                    <a:pt x="2" y="3"/>
                    <a:pt x="2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03" name="Freeform 2431">
              <a:extLst>
                <a:ext uri="{FF2B5EF4-FFF2-40B4-BE49-F238E27FC236}">
                  <a16:creationId xmlns:a16="http://schemas.microsoft.com/office/drawing/2014/main" id="{ED26562C-1177-47B6-912F-822BCCFE0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711"/>
              <a:ext cx="54" cy="114"/>
            </a:xfrm>
            <a:custGeom>
              <a:avLst/>
              <a:gdLst>
                <a:gd name="T0" fmla="*/ 137 w 28"/>
                <a:gd name="T1" fmla="*/ 489 h 55"/>
                <a:gd name="T2" fmla="*/ 131 w 28"/>
                <a:gd name="T3" fmla="*/ 64 h 55"/>
                <a:gd name="T4" fmla="*/ 0 w 28"/>
                <a:gd name="T5" fmla="*/ 9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19" y="55"/>
                  </a:moveTo>
                  <a:cubicBezTo>
                    <a:pt x="17" y="42"/>
                    <a:pt x="28" y="18"/>
                    <a:pt x="18" y="7"/>
                  </a:cubicBezTo>
                  <a:cubicBezTo>
                    <a:pt x="13" y="0"/>
                    <a:pt x="4" y="4"/>
                    <a:pt x="0" y="1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04" name="Freeform 2432">
              <a:extLst>
                <a:ext uri="{FF2B5EF4-FFF2-40B4-BE49-F238E27FC236}">
                  <a16:creationId xmlns:a16="http://schemas.microsoft.com/office/drawing/2014/main" id="{0A1C6F36-D664-4FFF-B827-5D2EF206E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821"/>
              <a:ext cx="83" cy="99"/>
            </a:xfrm>
            <a:custGeom>
              <a:avLst/>
              <a:gdLst>
                <a:gd name="T0" fmla="*/ 309 w 43"/>
                <a:gd name="T1" fmla="*/ 0 h 48"/>
                <a:gd name="T2" fmla="*/ 253 w 43"/>
                <a:gd name="T3" fmla="*/ 157 h 48"/>
                <a:gd name="T4" fmla="*/ 108 w 43"/>
                <a:gd name="T5" fmla="*/ 239 h 48"/>
                <a:gd name="T6" fmla="*/ 56 w 43"/>
                <a:gd name="T7" fmla="*/ 421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8">
                  <a:moveTo>
                    <a:pt x="43" y="0"/>
                  </a:moveTo>
                  <a:cubicBezTo>
                    <a:pt x="37" y="5"/>
                    <a:pt x="40" y="13"/>
                    <a:pt x="35" y="18"/>
                  </a:cubicBezTo>
                  <a:cubicBezTo>
                    <a:pt x="30" y="22"/>
                    <a:pt x="20" y="24"/>
                    <a:pt x="15" y="27"/>
                  </a:cubicBezTo>
                  <a:cubicBezTo>
                    <a:pt x="5" y="33"/>
                    <a:pt x="0" y="39"/>
                    <a:pt x="8" y="4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05" name="Freeform 2433">
              <a:extLst>
                <a:ext uri="{FF2B5EF4-FFF2-40B4-BE49-F238E27FC236}">
                  <a16:creationId xmlns:a16="http://schemas.microsoft.com/office/drawing/2014/main" id="{2121F597-BE3F-4AAF-8923-5B5868893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726"/>
              <a:ext cx="62" cy="103"/>
            </a:xfrm>
            <a:custGeom>
              <a:avLst/>
              <a:gdLst>
                <a:gd name="T0" fmla="*/ 0 w 32"/>
                <a:gd name="T1" fmla="*/ 148 h 50"/>
                <a:gd name="T2" fmla="*/ 147 w 32"/>
                <a:gd name="T3" fmla="*/ 280 h 50"/>
                <a:gd name="T4" fmla="*/ 233 w 32"/>
                <a:gd name="T5" fmla="*/ 43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0">
                  <a:moveTo>
                    <a:pt x="0" y="17"/>
                  </a:moveTo>
                  <a:cubicBezTo>
                    <a:pt x="11" y="0"/>
                    <a:pt x="17" y="26"/>
                    <a:pt x="20" y="32"/>
                  </a:cubicBezTo>
                  <a:cubicBezTo>
                    <a:pt x="22" y="37"/>
                    <a:pt x="28" y="49"/>
                    <a:pt x="32" y="5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06" name="Freeform 2434">
              <a:extLst>
                <a:ext uri="{FF2B5EF4-FFF2-40B4-BE49-F238E27FC236}">
                  <a16:creationId xmlns:a16="http://schemas.microsoft.com/office/drawing/2014/main" id="{BE0D5E75-5A5E-4BDD-8799-734088B30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992"/>
              <a:ext cx="63" cy="161"/>
            </a:xfrm>
            <a:custGeom>
              <a:avLst/>
              <a:gdLst>
                <a:gd name="T0" fmla="*/ 221 w 33"/>
                <a:gd name="T1" fmla="*/ 588 h 78"/>
                <a:gd name="T2" fmla="*/ 8 w 33"/>
                <a:gd name="T3" fmla="*/ 456 h 78"/>
                <a:gd name="T4" fmla="*/ 113 w 33"/>
                <a:gd name="T5" fmla="*/ 316 h 78"/>
                <a:gd name="T6" fmla="*/ 160 w 33"/>
                <a:gd name="T7" fmla="*/ 248 h 78"/>
                <a:gd name="T8" fmla="*/ 176 w 33"/>
                <a:gd name="T9" fmla="*/ 132 h 78"/>
                <a:gd name="T10" fmla="*/ 229 w 33"/>
                <a:gd name="T11" fmla="*/ 0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8">
                  <a:moveTo>
                    <a:pt x="32" y="67"/>
                  </a:moveTo>
                  <a:cubicBezTo>
                    <a:pt x="22" y="78"/>
                    <a:pt x="2" y="64"/>
                    <a:pt x="1" y="52"/>
                  </a:cubicBezTo>
                  <a:cubicBezTo>
                    <a:pt x="0" y="42"/>
                    <a:pt x="11" y="41"/>
                    <a:pt x="16" y="36"/>
                  </a:cubicBezTo>
                  <a:cubicBezTo>
                    <a:pt x="18" y="33"/>
                    <a:pt x="20" y="29"/>
                    <a:pt x="23" y="28"/>
                  </a:cubicBezTo>
                  <a:cubicBezTo>
                    <a:pt x="24" y="24"/>
                    <a:pt x="23" y="19"/>
                    <a:pt x="25" y="15"/>
                  </a:cubicBezTo>
                  <a:cubicBezTo>
                    <a:pt x="28" y="9"/>
                    <a:pt x="33" y="7"/>
                    <a:pt x="33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07" name="Freeform 2435">
              <a:extLst>
                <a:ext uri="{FF2B5EF4-FFF2-40B4-BE49-F238E27FC236}">
                  <a16:creationId xmlns:a16="http://schemas.microsoft.com/office/drawing/2014/main" id="{2A92A167-3D6C-410A-BEAD-AEDBA244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113"/>
              <a:ext cx="68" cy="54"/>
            </a:xfrm>
            <a:custGeom>
              <a:avLst/>
              <a:gdLst>
                <a:gd name="T0" fmla="*/ 23 w 35"/>
                <a:gd name="T1" fmla="*/ 0 h 26"/>
                <a:gd name="T2" fmla="*/ 0 w 35"/>
                <a:gd name="T3" fmla="*/ 44 h 26"/>
                <a:gd name="T4" fmla="*/ 23 w 35"/>
                <a:gd name="T5" fmla="*/ 116 h 26"/>
                <a:gd name="T6" fmla="*/ 8 w 35"/>
                <a:gd name="T7" fmla="*/ 189 h 26"/>
                <a:gd name="T8" fmla="*/ 60 w 35"/>
                <a:gd name="T9" fmla="*/ 224 h 26"/>
                <a:gd name="T10" fmla="*/ 148 w 35"/>
                <a:gd name="T11" fmla="*/ 181 h 26"/>
                <a:gd name="T12" fmla="*/ 212 w 35"/>
                <a:gd name="T13" fmla="*/ 168 h 26"/>
                <a:gd name="T14" fmla="*/ 256 w 35"/>
                <a:gd name="T15" fmla="*/ 12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6">
                  <a:moveTo>
                    <a:pt x="3" y="0"/>
                  </a:moveTo>
                  <a:cubicBezTo>
                    <a:pt x="3" y="2"/>
                    <a:pt x="0" y="3"/>
                    <a:pt x="0" y="5"/>
                  </a:cubicBezTo>
                  <a:cubicBezTo>
                    <a:pt x="0" y="7"/>
                    <a:pt x="3" y="10"/>
                    <a:pt x="3" y="13"/>
                  </a:cubicBezTo>
                  <a:cubicBezTo>
                    <a:pt x="4" y="16"/>
                    <a:pt x="1" y="18"/>
                    <a:pt x="1" y="21"/>
                  </a:cubicBezTo>
                  <a:cubicBezTo>
                    <a:pt x="1" y="25"/>
                    <a:pt x="5" y="26"/>
                    <a:pt x="8" y="25"/>
                  </a:cubicBezTo>
                  <a:cubicBezTo>
                    <a:pt x="12" y="24"/>
                    <a:pt x="15" y="20"/>
                    <a:pt x="20" y="20"/>
                  </a:cubicBezTo>
                  <a:cubicBezTo>
                    <a:pt x="23" y="19"/>
                    <a:pt x="27" y="21"/>
                    <a:pt x="29" y="19"/>
                  </a:cubicBezTo>
                  <a:cubicBezTo>
                    <a:pt x="32" y="18"/>
                    <a:pt x="32" y="14"/>
                    <a:pt x="35" y="14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>
            <a:extLst>
              <a:ext uri="{FF2B5EF4-FFF2-40B4-BE49-F238E27FC236}">
                <a16:creationId xmlns:a16="http://schemas.microsoft.com/office/drawing/2014/main" id="{BA8171F0-A9F1-481C-BCD5-E73BC7F3E6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Atherothrombosis (3)</a:t>
            </a:r>
          </a:p>
        </p:txBody>
      </p:sp>
      <p:grpSp>
        <p:nvGrpSpPr>
          <p:cNvPr id="51202" name="Arterial-atherothrombosis-cross-section-diagram">
            <a:extLst>
              <a:ext uri="{FF2B5EF4-FFF2-40B4-BE49-F238E27FC236}">
                <a16:creationId xmlns:a16="http://schemas.microsoft.com/office/drawing/2014/main" id="{D8175CF1-8AA3-45A1-91D8-F43A6E240F3F}"/>
              </a:ext>
            </a:extLst>
          </p:cNvPr>
          <p:cNvGrpSpPr>
            <a:grpSpLocks/>
          </p:cNvGrpSpPr>
          <p:nvPr/>
        </p:nvGrpSpPr>
        <p:grpSpPr bwMode="auto">
          <a:xfrm>
            <a:off x="3667125" y="1143000"/>
            <a:ext cx="4857750" cy="5267325"/>
            <a:chOff x="319" y="722"/>
            <a:chExt cx="3060" cy="3318"/>
          </a:xfrm>
        </p:grpSpPr>
        <p:sp>
          <p:nvSpPr>
            <p:cNvPr id="51213" name="Freeform 4">
              <a:extLst>
                <a:ext uri="{FF2B5EF4-FFF2-40B4-BE49-F238E27FC236}">
                  <a16:creationId xmlns:a16="http://schemas.microsoft.com/office/drawing/2014/main" id="{0231D737-15DE-4F5D-9707-442B1AE40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3438"/>
              <a:ext cx="1151" cy="602"/>
            </a:xfrm>
            <a:custGeom>
              <a:avLst/>
              <a:gdLst>
                <a:gd name="T0" fmla="*/ 0 w 616"/>
                <a:gd name="T1" fmla="*/ 0 h 322"/>
                <a:gd name="T2" fmla="*/ 437 w 616"/>
                <a:gd name="T3" fmla="*/ 1286 h 322"/>
                <a:gd name="T4" fmla="*/ 1951 w 616"/>
                <a:gd name="T5" fmla="*/ 2098 h 322"/>
                <a:gd name="T6" fmla="*/ 3261 w 616"/>
                <a:gd name="T7" fmla="*/ 1705 h 322"/>
                <a:gd name="T8" fmla="*/ 4019 w 616"/>
                <a:gd name="T9" fmla="*/ 0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6" h="322">
                  <a:moveTo>
                    <a:pt x="0" y="0"/>
                  </a:moveTo>
                  <a:cubicBezTo>
                    <a:pt x="0" y="66"/>
                    <a:pt x="28" y="140"/>
                    <a:pt x="67" y="197"/>
                  </a:cubicBezTo>
                  <a:cubicBezTo>
                    <a:pt x="124" y="280"/>
                    <a:pt x="209" y="321"/>
                    <a:pt x="299" y="321"/>
                  </a:cubicBezTo>
                  <a:cubicBezTo>
                    <a:pt x="361" y="322"/>
                    <a:pt x="446" y="304"/>
                    <a:pt x="500" y="261"/>
                  </a:cubicBezTo>
                  <a:cubicBezTo>
                    <a:pt x="578" y="199"/>
                    <a:pt x="616" y="97"/>
                    <a:pt x="616" y="0"/>
                  </a:cubicBezTo>
                </a:path>
              </a:pathLst>
            </a:custGeom>
            <a:solidFill>
              <a:srgbClr val="F5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4" name="Freeform 5">
              <a:extLst>
                <a:ext uri="{FF2B5EF4-FFF2-40B4-BE49-F238E27FC236}">
                  <a16:creationId xmlns:a16="http://schemas.microsoft.com/office/drawing/2014/main" id="{0DE103B4-3621-4370-8055-B5FD60152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438"/>
              <a:ext cx="1011" cy="542"/>
            </a:xfrm>
            <a:custGeom>
              <a:avLst/>
              <a:gdLst>
                <a:gd name="T0" fmla="*/ 3517 w 541"/>
                <a:gd name="T1" fmla="*/ 0 h 290"/>
                <a:gd name="T2" fmla="*/ 3517 w 541"/>
                <a:gd name="T3" fmla="*/ 234 h 290"/>
                <a:gd name="T4" fmla="*/ 2863 w 541"/>
                <a:gd name="T5" fmla="*/ 1540 h 290"/>
                <a:gd name="T6" fmla="*/ 1689 w 541"/>
                <a:gd name="T7" fmla="*/ 1886 h 290"/>
                <a:gd name="T8" fmla="*/ 359 w 541"/>
                <a:gd name="T9" fmla="*/ 1170 h 290"/>
                <a:gd name="T10" fmla="*/ 13 w 541"/>
                <a:gd name="T11" fmla="*/ 209 h 290"/>
                <a:gd name="T12" fmla="*/ 0 w 541"/>
                <a:gd name="T13" fmla="*/ 0 h 2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1" h="290">
                  <a:moveTo>
                    <a:pt x="539" y="0"/>
                  </a:moveTo>
                  <a:cubicBezTo>
                    <a:pt x="539" y="0"/>
                    <a:pt x="541" y="16"/>
                    <a:pt x="539" y="36"/>
                  </a:cubicBezTo>
                  <a:cubicBezTo>
                    <a:pt x="531" y="120"/>
                    <a:pt x="496" y="191"/>
                    <a:pt x="439" y="236"/>
                  </a:cubicBezTo>
                  <a:cubicBezTo>
                    <a:pt x="392" y="274"/>
                    <a:pt x="315" y="290"/>
                    <a:pt x="259" y="289"/>
                  </a:cubicBezTo>
                  <a:cubicBezTo>
                    <a:pt x="176" y="288"/>
                    <a:pt x="104" y="249"/>
                    <a:pt x="55" y="179"/>
                  </a:cubicBezTo>
                  <a:cubicBezTo>
                    <a:pt x="25" y="134"/>
                    <a:pt x="5" y="75"/>
                    <a:pt x="2" y="32"/>
                  </a:cubicBezTo>
                  <a:cubicBezTo>
                    <a:pt x="0" y="12"/>
                    <a:pt x="0" y="0"/>
                    <a:pt x="0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5" name="Freeform 6">
              <a:extLst>
                <a:ext uri="{FF2B5EF4-FFF2-40B4-BE49-F238E27FC236}">
                  <a16:creationId xmlns:a16="http://schemas.microsoft.com/office/drawing/2014/main" id="{8CCFC75E-F058-4C49-ADC0-ADEC513D3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438"/>
              <a:ext cx="712" cy="359"/>
            </a:xfrm>
            <a:custGeom>
              <a:avLst/>
              <a:gdLst>
                <a:gd name="T0" fmla="*/ 2487 w 381"/>
                <a:gd name="T1" fmla="*/ 0 h 192"/>
                <a:gd name="T2" fmla="*/ 2435 w 381"/>
                <a:gd name="T3" fmla="*/ 254 h 192"/>
                <a:gd name="T4" fmla="*/ 2067 w 381"/>
                <a:gd name="T5" fmla="*/ 1028 h 192"/>
                <a:gd name="T6" fmla="*/ 1314 w 381"/>
                <a:gd name="T7" fmla="*/ 1249 h 192"/>
                <a:gd name="T8" fmla="*/ 374 w 381"/>
                <a:gd name="T9" fmla="*/ 825 h 192"/>
                <a:gd name="T10" fmla="*/ 129 w 381"/>
                <a:gd name="T11" fmla="*/ 0 h 1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1" h="192">
                  <a:moveTo>
                    <a:pt x="381" y="0"/>
                  </a:moveTo>
                  <a:cubicBezTo>
                    <a:pt x="381" y="0"/>
                    <a:pt x="375" y="18"/>
                    <a:pt x="373" y="39"/>
                  </a:cubicBezTo>
                  <a:cubicBezTo>
                    <a:pt x="366" y="108"/>
                    <a:pt x="362" y="121"/>
                    <a:pt x="317" y="157"/>
                  </a:cubicBezTo>
                  <a:cubicBezTo>
                    <a:pt x="283" y="184"/>
                    <a:pt x="246" y="192"/>
                    <a:pt x="201" y="191"/>
                  </a:cubicBezTo>
                  <a:cubicBezTo>
                    <a:pt x="136" y="191"/>
                    <a:pt x="95" y="182"/>
                    <a:pt x="57" y="126"/>
                  </a:cubicBezTo>
                  <a:cubicBezTo>
                    <a:pt x="0" y="41"/>
                    <a:pt x="20" y="0"/>
                    <a:pt x="20" y="0"/>
                  </a:cubicBezTo>
                </a:path>
              </a:pathLst>
            </a:custGeom>
            <a:solidFill>
              <a:srgbClr val="FFD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6" name="Freeform 7">
              <a:extLst>
                <a:ext uri="{FF2B5EF4-FFF2-40B4-BE49-F238E27FC236}">
                  <a16:creationId xmlns:a16="http://schemas.microsoft.com/office/drawing/2014/main" id="{9E0DFB1D-F9DA-49B6-B1C6-BCAD67F8F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578"/>
              <a:ext cx="65" cy="67"/>
            </a:xfrm>
            <a:custGeom>
              <a:avLst/>
              <a:gdLst>
                <a:gd name="T0" fmla="*/ 37 w 35"/>
                <a:gd name="T1" fmla="*/ 37 h 36"/>
                <a:gd name="T2" fmla="*/ 134 w 35"/>
                <a:gd name="T3" fmla="*/ 117 h 36"/>
                <a:gd name="T4" fmla="*/ 201 w 35"/>
                <a:gd name="T5" fmla="*/ 181 h 36"/>
                <a:gd name="T6" fmla="*/ 225 w 35"/>
                <a:gd name="T7" fmla="*/ 233 h 36"/>
                <a:gd name="T8" fmla="*/ 69 w 35"/>
                <a:gd name="T9" fmla="*/ 156 h 36"/>
                <a:gd name="T10" fmla="*/ 0 w 35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6">
                  <a:moveTo>
                    <a:pt x="6" y="6"/>
                  </a:moveTo>
                  <a:cubicBezTo>
                    <a:pt x="9" y="11"/>
                    <a:pt x="16" y="14"/>
                    <a:pt x="21" y="18"/>
                  </a:cubicBezTo>
                  <a:cubicBezTo>
                    <a:pt x="24" y="21"/>
                    <a:pt x="28" y="24"/>
                    <a:pt x="31" y="28"/>
                  </a:cubicBezTo>
                  <a:cubicBezTo>
                    <a:pt x="32" y="31"/>
                    <a:pt x="33" y="34"/>
                    <a:pt x="35" y="36"/>
                  </a:cubicBezTo>
                  <a:cubicBezTo>
                    <a:pt x="28" y="31"/>
                    <a:pt x="18" y="29"/>
                    <a:pt x="11" y="24"/>
                  </a:cubicBezTo>
                  <a:cubicBezTo>
                    <a:pt x="2" y="18"/>
                    <a:pt x="3" y="9"/>
                    <a:pt x="0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7" name="Freeform 8">
              <a:extLst>
                <a:ext uri="{FF2B5EF4-FFF2-40B4-BE49-F238E27FC236}">
                  <a16:creationId xmlns:a16="http://schemas.microsoft.com/office/drawing/2014/main" id="{37BB3727-2B5A-4B61-AB18-2A66C39A5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3692"/>
              <a:ext cx="71" cy="69"/>
            </a:xfrm>
            <a:custGeom>
              <a:avLst/>
              <a:gdLst>
                <a:gd name="T0" fmla="*/ 24 w 38"/>
                <a:gd name="T1" fmla="*/ 7 h 37"/>
                <a:gd name="T2" fmla="*/ 164 w 38"/>
                <a:gd name="T3" fmla="*/ 90 h 37"/>
                <a:gd name="T4" fmla="*/ 249 w 38"/>
                <a:gd name="T5" fmla="*/ 241 h 37"/>
                <a:gd name="T6" fmla="*/ 125 w 38"/>
                <a:gd name="T7" fmla="*/ 129 h 37"/>
                <a:gd name="T8" fmla="*/ 13 w 3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7">
                  <a:moveTo>
                    <a:pt x="4" y="1"/>
                  </a:moveTo>
                  <a:cubicBezTo>
                    <a:pt x="11" y="6"/>
                    <a:pt x="20" y="6"/>
                    <a:pt x="25" y="14"/>
                  </a:cubicBezTo>
                  <a:cubicBezTo>
                    <a:pt x="30" y="22"/>
                    <a:pt x="34" y="29"/>
                    <a:pt x="38" y="37"/>
                  </a:cubicBezTo>
                  <a:cubicBezTo>
                    <a:pt x="31" y="31"/>
                    <a:pt x="26" y="25"/>
                    <a:pt x="19" y="20"/>
                  </a:cubicBezTo>
                  <a:cubicBezTo>
                    <a:pt x="14" y="17"/>
                    <a:pt x="0" y="7"/>
                    <a:pt x="2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8" name="Freeform 9">
              <a:extLst>
                <a:ext uri="{FF2B5EF4-FFF2-40B4-BE49-F238E27FC236}">
                  <a16:creationId xmlns:a16="http://schemas.microsoft.com/office/drawing/2014/main" id="{42F222AC-8AA3-4522-A6EB-8CBDA5D02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537"/>
              <a:ext cx="47" cy="131"/>
            </a:xfrm>
            <a:custGeom>
              <a:avLst/>
              <a:gdLst>
                <a:gd name="T0" fmla="*/ 137 w 25"/>
                <a:gd name="T1" fmla="*/ 0 h 70"/>
                <a:gd name="T2" fmla="*/ 45 w 25"/>
                <a:gd name="T3" fmla="*/ 256 h 70"/>
                <a:gd name="T4" fmla="*/ 0 w 25"/>
                <a:gd name="T5" fmla="*/ 459 h 70"/>
                <a:gd name="T6" fmla="*/ 113 w 25"/>
                <a:gd name="T7" fmla="*/ 256 h 70"/>
                <a:gd name="T8" fmla="*/ 137 w 25"/>
                <a:gd name="T9" fmla="*/ 7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0">
                  <a:moveTo>
                    <a:pt x="21" y="0"/>
                  </a:moveTo>
                  <a:cubicBezTo>
                    <a:pt x="25" y="10"/>
                    <a:pt x="12" y="31"/>
                    <a:pt x="7" y="39"/>
                  </a:cubicBezTo>
                  <a:cubicBezTo>
                    <a:pt x="1" y="48"/>
                    <a:pt x="1" y="59"/>
                    <a:pt x="0" y="70"/>
                  </a:cubicBezTo>
                  <a:cubicBezTo>
                    <a:pt x="11" y="61"/>
                    <a:pt x="14" y="53"/>
                    <a:pt x="17" y="39"/>
                  </a:cubicBezTo>
                  <a:cubicBezTo>
                    <a:pt x="19" y="30"/>
                    <a:pt x="18" y="21"/>
                    <a:pt x="21" y="12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9" name="Freeform 10">
              <a:extLst>
                <a:ext uri="{FF2B5EF4-FFF2-40B4-BE49-F238E27FC236}">
                  <a16:creationId xmlns:a16="http://schemas.microsoft.com/office/drawing/2014/main" id="{9A7206E1-A0CB-4FB3-8688-70184C4BD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758"/>
              <a:ext cx="84" cy="41"/>
            </a:xfrm>
            <a:custGeom>
              <a:avLst/>
              <a:gdLst>
                <a:gd name="T0" fmla="*/ 7 w 45"/>
                <a:gd name="T1" fmla="*/ 0 h 22"/>
                <a:gd name="T2" fmla="*/ 136 w 45"/>
                <a:gd name="T3" fmla="*/ 32 h 22"/>
                <a:gd name="T4" fmla="*/ 293 w 45"/>
                <a:gd name="T5" fmla="*/ 136 h 22"/>
                <a:gd name="T6" fmla="*/ 118 w 45"/>
                <a:gd name="T7" fmla="*/ 84 h 22"/>
                <a:gd name="T8" fmla="*/ 0 w 45"/>
                <a:gd name="T9" fmla="*/ 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2">
                  <a:moveTo>
                    <a:pt x="1" y="0"/>
                  </a:moveTo>
                  <a:cubicBezTo>
                    <a:pt x="5" y="6"/>
                    <a:pt x="15" y="5"/>
                    <a:pt x="21" y="5"/>
                  </a:cubicBezTo>
                  <a:cubicBezTo>
                    <a:pt x="32" y="5"/>
                    <a:pt x="39" y="13"/>
                    <a:pt x="45" y="21"/>
                  </a:cubicBezTo>
                  <a:cubicBezTo>
                    <a:pt x="37" y="22"/>
                    <a:pt x="25" y="16"/>
                    <a:pt x="18" y="13"/>
                  </a:cubicBezTo>
                  <a:cubicBezTo>
                    <a:pt x="15" y="11"/>
                    <a:pt x="3" y="0"/>
                    <a:pt x="0" y="1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0" name="Freeform 11">
              <a:extLst>
                <a:ext uri="{FF2B5EF4-FFF2-40B4-BE49-F238E27FC236}">
                  <a16:creationId xmlns:a16="http://schemas.microsoft.com/office/drawing/2014/main" id="{448C07F7-42E3-4998-A104-D3FFB131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750"/>
              <a:ext cx="116" cy="28"/>
            </a:xfrm>
            <a:custGeom>
              <a:avLst/>
              <a:gdLst>
                <a:gd name="T0" fmla="*/ 144 w 62"/>
                <a:gd name="T1" fmla="*/ 91 h 15"/>
                <a:gd name="T2" fmla="*/ 92 w 62"/>
                <a:gd name="T3" fmla="*/ 77 h 15"/>
                <a:gd name="T4" fmla="*/ 0 w 62"/>
                <a:gd name="T5" fmla="*/ 52 h 15"/>
                <a:gd name="T6" fmla="*/ 406 w 62"/>
                <a:gd name="T7" fmla="*/ 0 h 15"/>
                <a:gd name="T8" fmla="*/ 189 w 62"/>
                <a:gd name="T9" fmla="*/ 9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5">
                  <a:moveTo>
                    <a:pt x="22" y="14"/>
                  </a:moveTo>
                  <a:cubicBezTo>
                    <a:pt x="19" y="15"/>
                    <a:pt x="17" y="13"/>
                    <a:pt x="14" y="12"/>
                  </a:cubicBezTo>
                  <a:cubicBezTo>
                    <a:pt x="9" y="11"/>
                    <a:pt x="4" y="10"/>
                    <a:pt x="0" y="8"/>
                  </a:cubicBezTo>
                  <a:cubicBezTo>
                    <a:pt x="21" y="9"/>
                    <a:pt x="41" y="4"/>
                    <a:pt x="62" y="0"/>
                  </a:cubicBezTo>
                  <a:cubicBezTo>
                    <a:pt x="51" y="5"/>
                    <a:pt x="41" y="11"/>
                    <a:pt x="29" y="15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1" name="Freeform 12">
              <a:extLst>
                <a:ext uri="{FF2B5EF4-FFF2-40B4-BE49-F238E27FC236}">
                  <a16:creationId xmlns:a16="http://schemas.microsoft.com/office/drawing/2014/main" id="{ED90794A-96D6-4919-9C03-7B25C6A95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698"/>
              <a:ext cx="82" cy="56"/>
            </a:xfrm>
            <a:custGeom>
              <a:avLst/>
              <a:gdLst>
                <a:gd name="T0" fmla="*/ 0 w 44"/>
                <a:gd name="T1" fmla="*/ 196 h 30"/>
                <a:gd name="T2" fmla="*/ 166 w 44"/>
                <a:gd name="T3" fmla="*/ 39 h 30"/>
                <a:gd name="T4" fmla="*/ 285 w 44"/>
                <a:gd name="T5" fmla="*/ 0 h 30"/>
                <a:gd name="T6" fmla="*/ 97 w 44"/>
                <a:gd name="T7" fmla="*/ 17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0">
                  <a:moveTo>
                    <a:pt x="0" y="30"/>
                  </a:moveTo>
                  <a:cubicBezTo>
                    <a:pt x="8" y="20"/>
                    <a:pt x="14" y="12"/>
                    <a:pt x="26" y="6"/>
                  </a:cubicBezTo>
                  <a:cubicBezTo>
                    <a:pt x="32" y="4"/>
                    <a:pt x="38" y="0"/>
                    <a:pt x="44" y="0"/>
                  </a:cubicBezTo>
                  <a:cubicBezTo>
                    <a:pt x="34" y="7"/>
                    <a:pt x="27" y="22"/>
                    <a:pt x="15" y="27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2" name="Freeform 13">
              <a:extLst>
                <a:ext uri="{FF2B5EF4-FFF2-40B4-BE49-F238E27FC236}">
                  <a16:creationId xmlns:a16="http://schemas.microsoft.com/office/drawing/2014/main" id="{9C66DE2F-0E61-4E90-91B1-761DB4E1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77"/>
              <a:ext cx="631" cy="1561"/>
            </a:xfrm>
            <a:custGeom>
              <a:avLst/>
              <a:gdLst>
                <a:gd name="T0" fmla="*/ 2199 w 338"/>
                <a:gd name="T1" fmla="*/ 5469 h 834"/>
                <a:gd name="T2" fmla="*/ 220 w 338"/>
                <a:gd name="T3" fmla="*/ 0 h 834"/>
                <a:gd name="T4" fmla="*/ 0 w 338"/>
                <a:gd name="T5" fmla="*/ 0 h 834"/>
                <a:gd name="T6" fmla="*/ 301 w 338"/>
                <a:gd name="T7" fmla="*/ 1069 h 834"/>
                <a:gd name="T8" fmla="*/ 1958 w 338"/>
                <a:gd name="T9" fmla="*/ 5469 h 834"/>
                <a:gd name="T10" fmla="*/ 2199 w 338"/>
                <a:gd name="T11" fmla="*/ 5469 h 8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8" h="834">
                  <a:moveTo>
                    <a:pt x="338" y="834"/>
                  </a:moveTo>
                  <a:cubicBezTo>
                    <a:pt x="235" y="561"/>
                    <a:pt x="80" y="182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43"/>
                    <a:pt x="26" y="101"/>
                    <a:pt x="46" y="163"/>
                  </a:cubicBezTo>
                  <a:cubicBezTo>
                    <a:pt x="116" y="374"/>
                    <a:pt x="234" y="664"/>
                    <a:pt x="301" y="834"/>
                  </a:cubicBezTo>
                  <a:lnTo>
                    <a:pt x="338" y="834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3" name="Freeform 14">
              <a:extLst>
                <a:ext uri="{FF2B5EF4-FFF2-40B4-BE49-F238E27FC236}">
                  <a16:creationId xmlns:a16="http://schemas.microsoft.com/office/drawing/2014/main" id="{93D2D52E-5CBC-40EB-8BDB-1B39F4A70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877"/>
              <a:ext cx="1846" cy="1847"/>
            </a:xfrm>
            <a:custGeom>
              <a:avLst/>
              <a:gdLst>
                <a:gd name="T0" fmla="*/ 6113 w 988"/>
                <a:gd name="T1" fmla="*/ 5799 h 987"/>
                <a:gd name="T2" fmla="*/ 5415 w 988"/>
                <a:gd name="T3" fmla="*/ 4566 h 987"/>
                <a:gd name="T4" fmla="*/ 4587 w 988"/>
                <a:gd name="T5" fmla="*/ 3638 h 987"/>
                <a:gd name="T6" fmla="*/ 3763 w 988"/>
                <a:gd name="T7" fmla="*/ 3172 h 987"/>
                <a:gd name="T8" fmla="*/ 3229 w 988"/>
                <a:gd name="T9" fmla="*/ 2917 h 987"/>
                <a:gd name="T10" fmla="*/ 2713 w 988"/>
                <a:gd name="T11" fmla="*/ 2616 h 987"/>
                <a:gd name="T12" fmla="*/ 2694 w 988"/>
                <a:gd name="T13" fmla="*/ 2596 h 987"/>
                <a:gd name="T14" fmla="*/ 2674 w 988"/>
                <a:gd name="T15" fmla="*/ 2573 h 987"/>
                <a:gd name="T16" fmla="*/ 2649 w 988"/>
                <a:gd name="T17" fmla="*/ 2556 h 987"/>
                <a:gd name="T18" fmla="*/ 2629 w 988"/>
                <a:gd name="T19" fmla="*/ 2536 h 987"/>
                <a:gd name="T20" fmla="*/ 2608 w 988"/>
                <a:gd name="T21" fmla="*/ 2511 h 987"/>
                <a:gd name="T22" fmla="*/ 2590 w 988"/>
                <a:gd name="T23" fmla="*/ 2491 h 987"/>
                <a:gd name="T24" fmla="*/ 2569 w 988"/>
                <a:gd name="T25" fmla="*/ 2465 h 987"/>
                <a:gd name="T26" fmla="*/ 2552 w 988"/>
                <a:gd name="T27" fmla="*/ 2436 h 987"/>
                <a:gd name="T28" fmla="*/ 2532 w 988"/>
                <a:gd name="T29" fmla="*/ 2407 h 987"/>
                <a:gd name="T30" fmla="*/ 2504 w 988"/>
                <a:gd name="T31" fmla="*/ 2371 h 987"/>
                <a:gd name="T32" fmla="*/ 2479 w 988"/>
                <a:gd name="T33" fmla="*/ 2339 h 987"/>
                <a:gd name="T34" fmla="*/ 2457 w 988"/>
                <a:gd name="T35" fmla="*/ 2300 h 987"/>
                <a:gd name="T36" fmla="*/ 2199 w 988"/>
                <a:gd name="T37" fmla="*/ 1548 h 987"/>
                <a:gd name="T38" fmla="*/ 2164 w 988"/>
                <a:gd name="T39" fmla="*/ 1338 h 987"/>
                <a:gd name="T40" fmla="*/ 2164 w 988"/>
                <a:gd name="T41" fmla="*/ 1323 h 987"/>
                <a:gd name="T42" fmla="*/ 2158 w 988"/>
                <a:gd name="T43" fmla="*/ 1302 h 987"/>
                <a:gd name="T44" fmla="*/ 2087 w 988"/>
                <a:gd name="T45" fmla="*/ 1142 h 987"/>
                <a:gd name="T46" fmla="*/ 2074 w 988"/>
                <a:gd name="T47" fmla="*/ 1089 h 987"/>
                <a:gd name="T48" fmla="*/ 1924 w 988"/>
                <a:gd name="T49" fmla="*/ 526 h 987"/>
                <a:gd name="T50" fmla="*/ 73 w 988"/>
                <a:gd name="T51" fmla="*/ 0 h 987"/>
                <a:gd name="T52" fmla="*/ 0 w 988"/>
                <a:gd name="T53" fmla="*/ 0 h 987"/>
                <a:gd name="T54" fmla="*/ 129 w 988"/>
                <a:gd name="T55" fmla="*/ 406 h 987"/>
                <a:gd name="T56" fmla="*/ 377 w 988"/>
                <a:gd name="T57" fmla="*/ 1709 h 987"/>
                <a:gd name="T58" fmla="*/ 977 w 988"/>
                <a:gd name="T59" fmla="*/ 2882 h 987"/>
                <a:gd name="T60" fmla="*/ 1652 w 988"/>
                <a:gd name="T61" fmla="*/ 3911 h 987"/>
                <a:gd name="T62" fmla="*/ 2029 w 988"/>
                <a:gd name="T63" fmla="*/ 4461 h 987"/>
                <a:gd name="T64" fmla="*/ 2552 w 988"/>
                <a:gd name="T65" fmla="*/ 4980 h 987"/>
                <a:gd name="T66" fmla="*/ 2793 w 988"/>
                <a:gd name="T67" fmla="*/ 3986 h 987"/>
                <a:gd name="T68" fmla="*/ 2793 w 988"/>
                <a:gd name="T69" fmla="*/ 3958 h 987"/>
                <a:gd name="T70" fmla="*/ 2855 w 988"/>
                <a:gd name="T71" fmla="*/ 3919 h 987"/>
                <a:gd name="T72" fmla="*/ 2950 w 988"/>
                <a:gd name="T73" fmla="*/ 3445 h 987"/>
                <a:gd name="T74" fmla="*/ 3836 w 988"/>
                <a:gd name="T75" fmla="*/ 3393 h 987"/>
                <a:gd name="T76" fmla="*/ 4409 w 988"/>
                <a:gd name="T77" fmla="*/ 3642 h 987"/>
                <a:gd name="T78" fmla="*/ 5400 w 988"/>
                <a:gd name="T79" fmla="*/ 4811 h 987"/>
                <a:gd name="T80" fmla="*/ 5753 w 988"/>
                <a:gd name="T81" fmla="*/ 5393 h 987"/>
                <a:gd name="T82" fmla="*/ 5962 w 988"/>
                <a:gd name="T83" fmla="*/ 6467 h 9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88" h="987">
                  <a:moveTo>
                    <a:pt x="988" y="987"/>
                  </a:moveTo>
                  <a:cubicBezTo>
                    <a:pt x="985" y="959"/>
                    <a:pt x="955" y="924"/>
                    <a:pt x="937" y="885"/>
                  </a:cubicBezTo>
                  <a:cubicBezTo>
                    <a:pt x="923" y="857"/>
                    <a:pt x="925" y="814"/>
                    <a:pt x="918" y="801"/>
                  </a:cubicBezTo>
                  <a:cubicBezTo>
                    <a:pt x="881" y="741"/>
                    <a:pt x="859" y="736"/>
                    <a:pt x="830" y="697"/>
                  </a:cubicBezTo>
                  <a:cubicBezTo>
                    <a:pt x="812" y="673"/>
                    <a:pt x="795" y="637"/>
                    <a:pt x="775" y="620"/>
                  </a:cubicBezTo>
                  <a:cubicBezTo>
                    <a:pt x="750" y="599"/>
                    <a:pt x="730" y="569"/>
                    <a:pt x="703" y="555"/>
                  </a:cubicBezTo>
                  <a:cubicBezTo>
                    <a:pt x="674" y="540"/>
                    <a:pt x="648" y="525"/>
                    <a:pt x="619" y="512"/>
                  </a:cubicBezTo>
                  <a:cubicBezTo>
                    <a:pt x="603" y="505"/>
                    <a:pt x="592" y="492"/>
                    <a:pt x="577" y="484"/>
                  </a:cubicBezTo>
                  <a:cubicBezTo>
                    <a:pt x="564" y="477"/>
                    <a:pt x="548" y="475"/>
                    <a:pt x="535" y="468"/>
                  </a:cubicBezTo>
                  <a:cubicBezTo>
                    <a:pt x="522" y="461"/>
                    <a:pt x="508" y="456"/>
                    <a:pt x="495" y="445"/>
                  </a:cubicBezTo>
                  <a:cubicBezTo>
                    <a:pt x="480" y="433"/>
                    <a:pt x="454" y="437"/>
                    <a:pt x="439" y="421"/>
                  </a:cubicBezTo>
                  <a:cubicBezTo>
                    <a:pt x="430" y="412"/>
                    <a:pt x="422" y="405"/>
                    <a:pt x="416" y="399"/>
                  </a:cubicBezTo>
                  <a:cubicBezTo>
                    <a:pt x="415" y="398"/>
                    <a:pt x="415" y="398"/>
                    <a:pt x="414" y="398"/>
                  </a:cubicBezTo>
                  <a:cubicBezTo>
                    <a:pt x="414" y="397"/>
                    <a:pt x="414" y="397"/>
                    <a:pt x="413" y="396"/>
                  </a:cubicBezTo>
                  <a:cubicBezTo>
                    <a:pt x="412" y="396"/>
                    <a:pt x="411" y="395"/>
                    <a:pt x="411" y="394"/>
                  </a:cubicBezTo>
                  <a:cubicBezTo>
                    <a:pt x="410" y="394"/>
                    <a:pt x="410" y="393"/>
                    <a:pt x="410" y="393"/>
                  </a:cubicBezTo>
                  <a:cubicBezTo>
                    <a:pt x="409" y="392"/>
                    <a:pt x="408" y="391"/>
                    <a:pt x="407" y="390"/>
                  </a:cubicBezTo>
                  <a:cubicBezTo>
                    <a:pt x="407" y="390"/>
                    <a:pt x="407" y="390"/>
                    <a:pt x="406" y="390"/>
                  </a:cubicBezTo>
                  <a:cubicBezTo>
                    <a:pt x="406" y="389"/>
                    <a:pt x="405" y="388"/>
                    <a:pt x="404" y="387"/>
                  </a:cubicBezTo>
                  <a:cubicBezTo>
                    <a:pt x="404" y="387"/>
                    <a:pt x="404" y="387"/>
                    <a:pt x="403" y="387"/>
                  </a:cubicBezTo>
                  <a:cubicBezTo>
                    <a:pt x="403" y="386"/>
                    <a:pt x="402" y="385"/>
                    <a:pt x="401" y="384"/>
                  </a:cubicBezTo>
                  <a:cubicBezTo>
                    <a:pt x="401" y="384"/>
                    <a:pt x="401" y="384"/>
                    <a:pt x="400" y="383"/>
                  </a:cubicBezTo>
                  <a:cubicBezTo>
                    <a:pt x="400" y="382"/>
                    <a:pt x="399" y="381"/>
                    <a:pt x="398" y="380"/>
                  </a:cubicBezTo>
                  <a:cubicBezTo>
                    <a:pt x="398" y="380"/>
                    <a:pt x="397" y="380"/>
                    <a:pt x="397" y="380"/>
                  </a:cubicBezTo>
                  <a:cubicBezTo>
                    <a:pt x="396" y="379"/>
                    <a:pt x="395" y="378"/>
                    <a:pt x="394" y="376"/>
                  </a:cubicBezTo>
                  <a:cubicBezTo>
                    <a:pt x="394" y="376"/>
                    <a:pt x="394" y="376"/>
                    <a:pt x="394" y="376"/>
                  </a:cubicBezTo>
                  <a:cubicBezTo>
                    <a:pt x="393" y="375"/>
                    <a:pt x="392" y="373"/>
                    <a:pt x="391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0" y="370"/>
                    <a:pt x="389" y="369"/>
                    <a:pt x="388" y="368"/>
                  </a:cubicBezTo>
                  <a:cubicBezTo>
                    <a:pt x="388" y="368"/>
                    <a:pt x="388" y="368"/>
                    <a:pt x="388" y="367"/>
                  </a:cubicBezTo>
                  <a:cubicBezTo>
                    <a:pt x="387" y="366"/>
                    <a:pt x="386" y="365"/>
                    <a:pt x="385" y="363"/>
                  </a:cubicBezTo>
                  <a:cubicBezTo>
                    <a:pt x="384" y="363"/>
                    <a:pt x="384" y="363"/>
                    <a:pt x="384" y="362"/>
                  </a:cubicBezTo>
                  <a:cubicBezTo>
                    <a:pt x="383" y="361"/>
                    <a:pt x="382" y="359"/>
                    <a:pt x="381" y="357"/>
                  </a:cubicBezTo>
                  <a:cubicBezTo>
                    <a:pt x="381" y="357"/>
                    <a:pt x="381" y="357"/>
                    <a:pt x="380" y="357"/>
                  </a:cubicBezTo>
                  <a:cubicBezTo>
                    <a:pt x="379" y="355"/>
                    <a:pt x="378" y="353"/>
                    <a:pt x="377" y="351"/>
                  </a:cubicBezTo>
                  <a:cubicBezTo>
                    <a:pt x="377" y="351"/>
                    <a:pt x="377" y="351"/>
                    <a:pt x="377" y="351"/>
                  </a:cubicBezTo>
                  <a:cubicBezTo>
                    <a:pt x="375" y="348"/>
                    <a:pt x="374" y="346"/>
                    <a:pt x="373" y="344"/>
                  </a:cubicBezTo>
                  <a:cubicBezTo>
                    <a:pt x="363" y="327"/>
                    <a:pt x="343" y="258"/>
                    <a:pt x="337" y="236"/>
                  </a:cubicBezTo>
                  <a:cubicBezTo>
                    <a:pt x="335" y="228"/>
                    <a:pt x="335" y="214"/>
                    <a:pt x="333" y="205"/>
                  </a:cubicBezTo>
                  <a:cubicBezTo>
                    <a:pt x="333" y="205"/>
                    <a:pt x="333" y="204"/>
                    <a:pt x="332" y="204"/>
                  </a:cubicBezTo>
                  <a:cubicBezTo>
                    <a:pt x="332" y="203"/>
                    <a:pt x="332" y="203"/>
                    <a:pt x="332" y="203"/>
                  </a:cubicBezTo>
                  <a:cubicBezTo>
                    <a:pt x="332" y="203"/>
                    <a:pt x="332" y="202"/>
                    <a:pt x="332" y="202"/>
                  </a:cubicBezTo>
                  <a:cubicBezTo>
                    <a:pt x="332" y="201"/>
                    <a:pt x="332" y="201"/>
                    <a:pt x="332" y="201"/>
                  </a:cubicBezTo>
                  <a:cubicBezTo>
                    <a:pt x="331" y="201"/>
                    <a:pt x="331" y="200"/>
                    <a:pt x="331" y="199"/>
                  </a:cubicBezTo>
                  <a:cubicBezTo>
                    <a:pt x="331" y="199"/>
                    <a:pt x="331" y="199"/>
                    <a:pt x="331" y="199"/>
                  </a:cubicBezTo>
                  <a:cubicBezTo>
                    <a:pt x="328" y="192"/>
                    <a:pt x="323" y="182"/>
                    <a:pt x="320" y="174"/>
                  </a:cubicBezTo>
                  <a:cubicBezTo>
                    <a:pt x="318" y="165"/>
                    <a:pt x="318" y="165"/>
                    <a:pt x="318" y="165"/>
                  </a:cubicBezTo>
                  <a:cubicBezTo>
                    <a:pt x="318" y="165"/>
                    <a:pt x="318" y="166"/>
                    <a:pt x="318" y="166"/>
                  </a:cubicBezTo>
                  <a:cubicBezTo>
                    <a:pt x="318" y="165"/>
                    <a:pt x="318" y="165"/>
                    <a:pt x="318" y="165"/>
                  </a:cubicBezTo>
                  <a:cubicBezTo>
                    <a:pt x="310" y="139"/>
                    <a:pt x="302" y="104"/>
                    <a:pt x="295" y="80"/>
                  </a:cubicBezTo>
                  <a:cubicBezTo>
                    <a:pt x="288" y="52"/>
                    <a:pt x="281" y="25"/>
                    <a:pt x="275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3" y="18"/>
                    <a:pt x="15" y="35"/>
                    <a:pt x="20" y="62"/>
                  </a:cubicBezTo>
                  <a:cubicBezTo>
                    <a:pt x="25" y="92"/>
                    <a:pt x="36" y="128"/>
                    <a:pt x="44" y="167"/>
                  </a:cubicBezTo>
                  <a:cubicBezTo>
                    <a:pt x="50" y="195"/>
                    <a:pt x="42" y="236"/>
                    <a:pt x="58" y="261"/>
                  </a:cubicBezTo>
                  <a:cubicBezTo>
                    <a:pt x="72" y="282"/>
                    <a:pt x="81" y="310"/>
                    <a:pt x="101" y="353"/>
                  </a:cubicBezTo>
                  <a:cubicBezTo>
                    <a:pt x="111" y="375"/>
                    <a:pt x="144" y="398"/>
                    <a:pt x="150" y="440"/>
                  </a:cubicBezTo>
                  <a:cubicBezTo>
                    <a:pt x="156" y="485"/>
                    <a:pt x="211" y="472"/>
                    <a:pt x="222" y="517"/>
                  </a:cubicBezTo>
                  <a:cubicBezTo>
                    <a:pt x="229" y="549"/>
                    <a:pt x="245" y="569"/>
                    <a:pt x="253" y="597"/>
                  </a:cubicBezTo>
                  <a:cubicBezTo>
                    <a:pt x="253" y="597"/>
                    <a:pt x="253" y="597"/>
                    <a:pt x="253" y="597"/>
                  </a:cubicBezTo>
                  <a:cubicBezTo>
                    <a:pt x="270" y="667"/>
                    <a:pt x="294" y="656"/>
                    <a:pt x="311" y="681"/>
                  </a:cubicBezTo>
                  <a:cubicBezTo>
                    <a:pt x="322" y="696"/>
                    <a:pt x="327" y="734"/>
                    <a:pt x="340" y="743"/>
                  </a:cubicBezTo>
                  <a:cubicBezTo>
                    <a:pt x="355" y="752"/>
                    <a:pt x="370" y="737"/>
                    <a:pt x="391" y="760"/>
                  </a:cubicBezTo>
                  <a:cubicBezTo>
                    <a:pt x="376" y="719"/>
                    <a:pt x="411" y="713"/>
                    <a:pt x="425" y="688"/>
                  </a:cubicBezTo>
                  <a:cubicBezTo>
                    <a:pt x="437" y="664"/>
                    <a:pt x="423" y="668"/>
                    <a:pt x="428" y="608"/>
                  </a:cubicBezTo>
                  <a:cubicBezTo>
                    <a:pt x="429" y="614"/>
                    <a:pt x="429" y="614"/>
                    <a:pt x="429" y="614"/>
                  </a:cubicBezTo>
                  <a:cubicBezTo>
                    <a:pt x="428" y="610"/>
                    <a:pt x="428" y="607"/>
                    <a:pt x="428" y="604"/>
                  </a:cubicBezTo>
                  <a:cubicBezTo>
                    <a:pt x="428" y="603"/>
                    <a:pt x="428" y="602"/>
                    <a:pt x="428" y="601"/>
                  </a:cubicBezTo>
                  <a:cubicBezTo>
                    <a:pt x="438" y="598"/>
                    <a:pt x="438" y="598"/>
                    <a:pt x="438" y="598"/>
                  </a:cubicBezTo>
                  <a:cubicBezTo>
                    <a:pt x="441" y="580"/>
                    <a:pt x="446" y="562"/>
                    <a:pt x="452" y="547"/>
                  </a:cubicBezTo>
                  <a:cubicBezTo>
                    <a:pt x="452" y="540"/>
                    <a:pt x="452" y="533"/>
                    <a:pt x="452" y="526"/>
                  </a:cubicBezTo>
                  <a:cubicBezTo>
                    <a:pt x="462" y="509"/>
                    <a:pt x="474" y="497"/>
                    <a:pt x="486" y="495"/>
                  </a:cubicBezTo>
                  <a:cubicBezTo>
                    <a:pt x="509" y="492"/>
                    <a:pt x="534" y="484"/>
                    <a:pt x="588" y="518"/>
                  </a:cubicBezTo>
                  <a:cubicBezTo>
                    <a:pt x="605" y="526"/>
                    <a:pt x="619" y="530"/>
                    <a:pt x="636" y="543"/>
                  </a:cubicBezTo>
                  <a:cubicBezTo>
                    <a:pt x="649" y="553"/>
                    <a:pt x="662" y="548"/>
                    <a:pt x="676" y="556"/>
                  </a:cubicBezTo>
                  <a:cubicBezTo>
                    <a:pt x="699" y="568"/>
                    <a:pt x="739" y="600"/>
                    <a:pt x="756" y="630"/>
                  </a:cubicBezTo>
                  <a:cubicBezTo>
                    <a:pt x="778" y="669"/>
                    <a:pt x="803" y="699"/>
                    <a:pt x="828" y="734"/>
                  </a:cubicBezTo>
                  <a:cubicBezTo>
                    <a:pt x="840" y="751"/>
                    <a:pt x="841" y="770"/>
                    <a:pt x="846" y="793"/>
                  </a:cubicBezTo>
                  <a:cubicBezTo>
                    <a:pt x="849" y="806"/>
                    <a:pt x="874" y="808"/>
                    <a:pt x="882" y="823"/>
                  </a:cubicBezTo>
                  <a:cubicBezTo>
                    <a:pt x="891" y="842"/>
                    <a:pt x="889" y="872"/>
                    <a:pt x="900" y="887"/>
                  </a:cubicBezTo>
                  <a:cubicBezTo>
                    <a:pt x="917" y="911"/>
                    <a:pt x="916" y="956"/>
                    <a:pt x="914" y="987"/>
                  </a:cubicBezTo>
                  <a:lnTo>
                    <a:pt x="988" y="987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4" name="Freeform 15">
              <a:extLst>
                <a:ext uri="{FF2B5EF4-FFF2-40B4-BE49-F238E27FC236}">
                  <a16:creationId xmlns:a16="http://schemas.microsoft.com/office/drawing/2014/main" id="{184863BB-CA0D-44D4-B3EB-C75FCDD53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451"/>
              <a:ext cx="951" cy="644"/>
            </a:xfrm>
            <a:custGeom>
              <a:avLst/>
              <a:gdLst>
                <a:gd name="T0" fmla="*/ 2713 w 509"/>
                <a:gd name="T1" fmla="*/ 1627 h 344"/>
                <a:gd name="T2" fmla="*/ 1893 w 509"/>
                <a:gd name="T3" fmla="*/ 1161 h 344"/>
                <a:gd name="T4" fmla="*/ 1358 w 509"/>
                <a:gd name="T5" fmla="*/ 904 h 344"/>
                <a:gd name="T6" fmla="*/ 841 w 509"/>
                <a:gd name="T7" fmla="*/ 603 h 344"/>
                <a:gd name="T8" fmla="*/ 820 w 509"/>
                <a:gd name="T9" fmla="*/ 586 h 344"/>
                <a:gd name="T10" fmla="*/ 803 w 509"/>
                <a:gd name="T11" fmla="*/ 564 h 344"/>
                <a:gd name="T12" fmla="*/ 775 w 509"/>
                <a:gd name="T13" fmla="*/ 543 h 344"/>
                <a:gd name="T14" fmla="*/ 757 w 509"/>
                <a:gd name="T15" fmla="*/ 526 h 344"/>
                <a:gd name="T16" fmla="*/ 736 w 509"/>
                <a:gd name="T17" fmla="*/ 498 h 344"/>
                <a:gd name="T18" fmla="*/ 719 w 509"/>
                <a:gd name="T19" fmla="*/ 479 h 344"/>
                <a:gd name="T20" fmla="*/ 699 w 509"/>
                <a:gd name="T21" fmla="*/ 453 h 344"/>
                <a:gd name="T22" fmla="*/ 676 w 509"/>
                <a:gd name="T23" fmla="*/ 427 h 344"/>
                <a:gd name="T24" fmla="*/ 660 w 509"/>
                <a:gd name="T25" fmla="*/ 393 h 344"/>
                <a:gd name="T26" fmla="*/ 632 w 509"/>
                <a:gd name="T27" fmla="*/ 361 h 344"/>
                <a:gd name="T28" fmla="*/ 607 w 509"/>
                <a:gd name="T29" fmla="*/ 329 h 344"/>
                <a:gd name="T30" fmla="*/ 587 w 509"/>
                <a:gd name="T31" fmla="*/ 288 h 344"/>
                <a:gd name="T32" fmla="*/ 463 w 509"/>
                <a:gd name="T33" fmla="*/ 0 h 344"/>
                <a:gd name="T34" fmla="*/ 224 w 509"/>
                <a:gd name="T35" fmla="*/ 285 h 344"/>
                <a:gd name="T36" fmla="*/ 174 w 509"/>
                <a:gd name="T37" fmla="*/ 474 h 344"/>
                <a:gd name="T38" fmla="*/ 105 w 509"/>
                <a:gd name="T39" fmla="*/ 631 h 344"/>
                <a:gd name="T40" fmla="*/ 65 w 509"/>
                <a:gd name="T41" fmla="*/ 807 h 344"/>
                <a:gd name="T42" fmla="*/ 60 w 509"/>
                <a:gd name="T43" fmla="*/ 932 h 344"/>
                <a:gd name="T44" fmla="*/ 202 w 509"/>
                <a:gd name="T45" fmla="*/ 972 h 344"/>
                <a:gd name="T46" fmla="*/ 234 w 509"/>
                <a:gd name="T47" fmla="*/ 1161 h 344"/>
                <a:gd name="T48" fmla="*/ 366 w 509"/>
                <a:gd name="T49" fmla="*/ 1406 h 344"/>
                <a:gd name="T50" fmla="*/ 475 w 509"/>
                <a:gd name="T51" fmla="*/ 1468 h 344"/>
                <a:gd name="T52" fmla="*/ 719 w 509"/>
                <a:gd name="T53" fmla="*/ 1632 h 344"/>
                <a:gd name="T54" fmla="*/ 803 w 509"/>
                <a:gd name="T55" fmla="*/ 1752 h 344"/>
                <a:gd name="T56" fmla="*/ 1074 w 509"/>
                <a:gd name="T57" fmla="*/ 1574 h 344"/>
                <a:gd name="T58" fmla="*/ 1299 w 509"/>
                <a:gd name="T59" fmla="*/ 1234 h 344"/>
                <a:gd name="T60" fmla="*/ 2276 w 509"/>
                <a:gd name="T61" fmla="*/ 1548 h 344"/>
                <a:gd name="T62" fmla="*/ 3059 w 509"/>
                <a:gd name="T63" fmla="*/ 2121 h 344"/>
                <a:gd name="T64" fmla="*/ 3320 w 509"/>
                <a:gd name="T65" fmla="*/ 2218 h 34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09" h="344">
                  <a:moveTo>
                    <a:pt x="488" y="313"/>
                  </a:moveTo>
                  <a:cubicBezTo>
                    <a:pt x="463" y="292"/>
                    <a:pt x="443" y="262"/>
                    <a:pt x="416" y="248"/>
                  </a:cubicBezTo>
                  <a:cubicBezTo>
                    <a:pt x="387" y="233"/>
                    <a:pt x="361" y="218"/>
                    <a:pt x="332" y="205"/>
                  </a:cubicBezTo>
                  <a:cubicBezTo>
                    <a:pt x="316" y="198"/>
                    <a:pt x="305" y="185"/>
                    <a:pt x="290" y="177"/>
                  </a:cubicBezTo>
                  <a:cubicBezTo>
                    <a:pt x="277" y="170"/>
                    <a:pt x="261" y="168"/>
                    <a:pt x="248" y="161"/>
                  </a:cubicBezTo>
                  <a:cubicBezTo>
                    <a:pt x="235" y="154"/>
                    <a:pt x="221" y="149"/>
                    <a:pt x="208" y="138"/>
                  </a:cubicBezTo>
                  <a:cubicBezTo>
                    <a:pt x="193" y="126"/>
                    <a:pt x="167" y="130"/>
                    <a:pt x="152" y="114"/>
                  </a:cubicBezTo>
                  <a:cubicBezTo>
                    <a:pt x="143" y="105"/>
                    <a:pt x="135" y="98"/>
                    <a:pt x="129" y="92"/>
                  </a:cubicBezTo>
                  <a:cubicBezTo>
                    <a:pt x="128" y="91"/>
                    <a:pt x="128" y="91"/>
                    <a:pt x="127" y="91"/>
                  </a:cubicBezTo>
                  <a:cubicBezTo>
                    <a:pt x="127" y="90"/>
                    <a:pt x="127" y="90"/>
                    <a:pt x="126" y="89"/>
                  </a:cubicBezTo>
                  <a:cubicBezTo>
                    <a:pt x="125" y="89"/>
                    <a:pt x="124" y="88"/>
                    <a:pt x="124" y="87"/>
                  </a:cubicBezTo>
                  <a:cubicBezTo>
                    <a:pt x="123" y="87"/>
                    <a:pt x="123" y="86"/>
                    <a:pt x="123" y="86"/>
                  </a:cubicBezTo>
                  <a:cubicBezTo>
                    <a:pt x="122" y="85"/>
                    <a:pt x="121" y="84"/>
                    <a:pt x="120" y="83"/>
                  </a:cubicBezTo>
                  <a:cubicBezTo>
                    <a:pt x="120" y="83"/>
                    <a:pt x="120" y="83"/>
                    <a:pt x="119" y="83"/>
                  </a:cubicBezTo>
                  <a:cubicBezTo>
                    <a:pt x="119" y="82"/>
                    <a:pt x="118" y="81"/>
                    <a:pt x="117" y="80"/>
                  </a:cubicBezTo>
                  <a:cubicBezTo>
                    <a:pt x="117" y="80"/>
                    <a:pt x="117" y="80"/>
                    <a:pt x="116" y="80"/>
                  </a:cubicBezTo>
                  <a:cubicBezTo>
                    <a:pt x="116" y="79"/>
                    <a:pt x="115" y="78"/>
                    <a:pt x="114" y="77"/>
                  </a:cubicBezTo>
                  <a:cubicBezTo>
                    <a:pt x="114" y="77"/>
                    <a:pt x="114" y="77"/>
                    <a:pt x="113" y="76"/>
                  </a:cubicBezTo>
                  <a:cubicBezTo>
                    <a:pt x="113" y="75"/>
                    <a:pt x="112" y="74"/>
                    <a:pt x="111" y="73"/>
                  </a:cubicBezTo>
                  <a:cubicBezTo>
                    <a:pt x="111" y="73"/>
                    <a:pt x="110" y="73"/>
                    <a:pt x="110" y="73"/>
                  </a:cubicBezTo>
                  <a:cubicBezTo>
                    <a:pt x="109" y="72"/>
                    <a:pt x="108" y="71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6" y="68"/>
                    <a:pt x="105" y="66"/>
                    <a:pt x="104" y="65"/>
                  </a:cubicBezTo>
                  <a:cubicBezTo>
                    <a:pt x="104" y="65"/>
                    <a:pt x="104" y="65"/>
                    <a:pt x="104" y="65"/>
                  </a:cubicBezTo>
                  <a:cubicBezTo>
                    <a:pt x="103" y="63"/>
                    <a:pt x="102" y="62"/>
                    <a:pt x="101" y="61"/>
                  </a:cubicBezTo>
                  <a:cubicBezTo>
                    <a:pt x="101" y="61"/>
                    <a:pt x="101" y="61"/>
                    <a:pt x="101" y="60"/>
                  </a:cubicBezTo>
                  <a:cubicBezTo>
                    <a:pt x="100" y="59"/>
                    <a:pt x="99" y="58"/>
                    <a:pt x="98" y="56"/>
                  </a:cubicBezTo>
                  <a:cubicBezTo>
                    <a:pt x="97" y="56"/>
                    <a:pt x="97" y="56"/>
                    <a:pt x="97" y="55"/>
                  </a:cubicBezTo>
                  <a:cubicBezTo>
                    <a:pt x="96" y="54"/>
                    <a:pt x="95" y="52"/>
                    <a:pt x="94" y="50"/>
                  </a:cubicBezTo>
                  <a:cubicBezTo>
                    <a:pt x="94" y="50"/>
                    <a:pt x="94" y="50"/>
                    <a:pt x="93" y="50"/>
                  </a:cubicBezTo>
                  <a:cubicBezTo>
                    <a:pt x="92" y="48"/>
                    <a:pt x="91" y="46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8" y="41"/>
                    <a:pt x="87" y="39"/>
                    <a:pt x="86" y="37"/>
                  </a:cubicBezTo>
                  <a:cubicBezTo>
                    <a:pt x="82" y="31"/>
                    <a:pt x="77" y="16"/>
                    <a:pt x="71" y="0"/>
                  </a:cubicBezTo>
                  <a:cubicBezTo>
                    <a:pt x="72" y="12"/>
                    <a:pt x="73" y="25"/>
                    <a:pt x="60" y="30"/>
                  </a:cubicBezTo>
                  <a:cubicBezTo>
                    <a:pt x="48" y="34"/>
                    <a:pt x="40" y="29"/>
                    <a:pt x="34" y="43"/>
                  </a:cubicBezTo>
                  <a:cubicBezTo>
                    <a:pt x="32" y="47"/>
                    <a:pt x="31" y="51"/>
                    <a:pt x="29" y="55"/>
                  </a:cubicBezTo>
                  <a:cubicBezTo>
                    <a:pt x="25" y="63"/>
                    <a:pt x="27" y="64"/>
                    <a:pt x="27" y="72"/>
                  </a:cubicBezTo>
                  <a:cubicBezTo>
                    <a:pt x="28" y="81"/>
                    <a:pt x="28" y="79"/>
                    <a:pt x="21" y="84"/>
                  </a:cubicBezTo>
                  <a:cubicBezTo>
                    <a:pt x="13" y="91"/>
                    <a:pt x="16" y="88"/>
                    <a:pt x="16" y="96"/>
                  </a:cubicBezTo>
                  <a:cubicBezTo>
                    <a:pt x="16" y="101"/>
                    <a:pt x="18" y="102"/>
                    <a:pt x="17" y="108"/>
                  </a:cubicBezTo>
                  <a:cubicBezTo>
                    <a:pt x="16" y="114"/>
                    <a:pt x="10" y="118"/>
                    <a:pt x="10" y="123"/>
                  </a:cubicBezTo>
                  <a:cubicBezTo>
                    <a:pt x="9" y="126"/>
                    <a:pt x="14" y="128"/>
                    <a:pt x="14" y="131"/>
                  </a:cubicBezTo>
                  <a:cubicBezTo>
                    <a:pt x="14" y="136"/>
                    <a:pt x="11" y="138"/>
                    <a:pt x="9" y="142"/>
                  </a:cubicBezTo>
                  <a:cubicBezTo>
                    <a:pt x="5" y="148"/>
                    <a:pt x="0" y="158"/>
                    <a:pt x="11" y="159"/>
                  </a:cubicBezTo>
                  <a:cubicBezTo>
                    <a:pt x="19" y="161"/>
                    <a:pt x="24" y="148"/>
                    <a:pt x="31" y="148"/>
                  </a:cubicBezTo>
                  <a:cubicBezTo>
                    <a:pt x="41" y="149"/>
                    <a:pt x="35" y="159"/>
                    <a:pt x="35" y="165"/>
                  </a:cubicBezTo>
                  <a:cubicBezTo>
                    <a:pt x="35" y="170"/>
                    <a:pt x="38" y="170"/>
                    <a:pt x="36" y="177"/>
                  </a:cubicBezTo>
                  <a:cubicBezTo>
                    <a:pt x="34" y="187"/>
                    <a:pt x="31" y="190"/>
                    <a:pt x="35" y="200"/>
                  </a:cubicBezTo>
                  <a:cubicBezTo>
                    <a:pt x="39" y="211"/>
                    <a:pt x="45" y="213"/>
                    <a:pt x="56" y="214"/>
                  </a:cubicBezTo>
                  <a:cubicBezTo>
                    <a:pt x="59" y="214"/>
                    <a:pt x="62" y="211"/>
                    <a:pt x="65" y="212"/>
                  </a:cubicBezTo>
                  <a:cubicBezTo>
                    <a:pt x="70" y="214"/>
                    <a:pt x="70" y="222"/>
                    <a:pt x="73" y="224"/>
                  </a:cubicBezTo>
                  <a:cubicBezTo>
                    <a:pt x="81" y="229"/>
                    <a:pt x="85" y="217"/>
                    <a:pt x="93" y="226"/>
                  </a:cubicBezTo>
                  <a:cubicBezTo>
                    <a:pt x="102" y="234"/>
                    <a:pt x="99" y="245"/>
                    <a:pt x="110" y="249"/>
                  </a:cubicBezTo>
                  <a:cubicBezTo>
                    <a:pt x="116" y="251"/>
                    <a:pt x="115" y="246"/>
                    <a:pt x="119" y="252"/>
                  </a:cubicBezTo>
                  <a:cubicBezTo>
                    <a:pt x="122" y="255"/>
                    <a:pt x="119" y="262"/>
                    <a:pt x="123" y="267"/>
                  </a:cubicBezTo>
                  <a:cubicBezTo>
                    <a:pt x="133" y="280"/>
                    <a:pt x="145" y="274"/>
                    <a:pt x="156" y="266"/>
                  </a:cubicBezTo>
                  <a:cubicBezTo>
                    <a:pt x="159" y="257"/>
                    <a:pt x="162" y="248"/>
                    <a:pt x="165" y="240"/>
                  </a:cubicBezTo>
                  <a:cubicBezTo>
                    <a:pt x="165" y="233"/>
                    <a:pt x="165" y="226"/>
                    <a:pt x="165" y="219"/>
                  </a:cubicBezTo>
                  <a:cubicBezTo>
                    <a:pt x="175" y="202"/>
                    <a:pt x="187" y="190"/>
                    <a:pt x="199" y="188"/>
                  </a:cubicBezTo>
                  <a:cubicBezTo>
                    <a:pt x="222" y="185"/>
                    <a:pt x="247" y="177"/>
                    <a:pt x="301" y="211"/>
                  </a:cubicBezTo>
                  <a:cubicBezTo>
                    <a:pt x="318" y="219"/>
                    <a:pt x="332" y="223"/>
                    <a:pt x="349" y="236"/>
                  </a:cubicBezTo>
                  <a:cubicBezTo>
                    <a:pt x="362" y="246"/>
                    <a:pt x="375" y="241"/>
                    <a:pt x="389" y="249"/>
                  </a:cubicBezTo>
                  <a:cubicBezTo>
                    <a:pt x="412" y="261"/>
                    <a:pt x="452" y="293"/>
                    <a:pt x="469" y="323"/>
                  </a:cubicBezTo>
                  <a:cubicBezTo>
                    <a:pt x="473" y="330"/>
                    <a:pt x="477" y="337"/>
                    <a:pt x="482" y="344"/>
                  </a:cubicBezTo>
                  <a:cubicBezTo>
                    <a:pt x="491" y="344"/>
                    <a:pt x="501" y="343"/>
                    <a:pt x="509" y="338"/>
                  </a:cubicBezTo>
                  <a:cubicBezTo>
                    <a:pt x="502" y="328"/>
                    <a:pt x="495" y="319"/>
                    <a:pt x="488" y="313"/>
                  </a:cubicBezTo>
                  <a:close/>
                </a:path>
              </a:pathLst>
            </a:custGeom>
            <a:solidFill>
              <a:srgbClr val="B50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5" name="Freeform 16">
              <a:extLst>
                <a:ext uri="{FF2B5EF4-FFF2-40B4-BE49-F238E27FC236}">
                  <a16:creationId xmlns:a16="http://schemas.microsoft.com/office/drawing/2014/main" id="{A8719667-3786-4AAF-89CB-640EC2158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77"/>
              <a:ext cx="338" cy="1561"/>
            </a:xfrm>
            <a:custGeom>
              <a:avLst/>
              <a:gdLst>
                <a:gd name="T0" fmla="*/ 0 w 181"/>
                <a:gd name="T1" fmla="*/ 0 h 834"/>
                <a:gd name="T2" fmla="*/ 909 w 181"/>
                <a:gd name="T3" fmla="*/ 5469 h 834"/>
                <a:gd name="T4" fmla="*/ 1178 w 181"/>
                <a:gd name="T5" fmla="*/ 5469 h 834"/>
                <a:gd name="T6" fmla="*/ 220 w 181"/>
                <a:gd name="T7" fmla="*/ 0 h 834"/>
                <a:gd name="T8" fmla="*/ 0 w 181"/>
                <a:gd name="T9" fmla="*/ 0 h 8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834">
                  <a:moveTo>
                    <a:pt x="0" y="0"/>
                  </a:moveTo>
                  <a:cubicBezTo>
                    <a:pt x="11" y="73"/>
                    <a:pt x="57" y="542"/>
                    <a:pt x="140" y="834"/>
                  </a:cubicBezTo>
                  <a:cubicBezTo>
                    <a:pt x="181" y="834"/>
                    <a:pt x="181" y="834"/>
                    <a:pt x="181" y="834"/>
                  </a:cubicBezTo>
                  <a:cubicBezTo>
                    <a:pt x="99" y="559"/>
                    <a:pt x="57" y="159"/>
                    <a:pt x="3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6" name="Freeform 17">
              <a:extLst>
                <a:ext uri="{FF2B5EF4-FFF2-40B4-BE49-F238E27FC236}">
                  <a16:creationId xmlns:a16="http://schemas.microsoft.com/office/drawing/2014/main" id="{1B577CCC-CE4B-4190-8389-486780DA3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77"/>
              <a:ext cx="568" cy="1561"/>
            </a:xfrm>
            <a:custGeom>
              <a:avLst/>
              <a:gdLst>
                <a:gd name="T0" fmla="*/ 7 w 304"/>
                <a:gd name="T1" fmla="*/ 0 h 834"/>
                <a:gd name="T2" fmla="*/ 77 w 304"/>
                <a:gd name="T3" fmla="*/ 427 h 834"/>
                <a:gd name="T4" fmla="*/ 226 w 304"/>
                <a:gd name="T5" fmla="*/ 1101 h 834"/>
                <a:gd name="T6" fmla="*/ 333 w 304"/>
                <a:gd name="T7" fmla="*/ 1752 h 834"/>
                <a:gd name="T8" fmla="*/ 607 w 304"/>
                <a:gd name="T9" fmla="*/ 2340 h 834"/>
                <a:gd name="T10" fmla="*/ 932 w 304"/>
                <a:gd name="T11" fmla="*/ 2886 h 834"/>
                <a:gd name="T12" fmla="*/ 1427 w 304"/>
                <a:gd name="T13" fmla="*/ 3453 h 834"/>
                <a:gd name="T14" fmla="*/ 1612 w 304"/>
                <a:gd name="T15" fmla="*/ 3934 h 834"/>
                <a:gd name="T16" fmla="*/ 1637 w 304"/>
                <a:gd name="T17" fmla="*/ 4544 h 834"/>
                <a:gd name="T18" fmla="*/ 1910 w 304"/>
                <a:gd name="T19" fmla="*/ 4982 h 834"/>
                <a:gd name="T20" fmla="*/ 1906 w 304"/>
                <a:gd name="T21" fmla="*/ 5469 h 834"/>
                <a:gd name="T22" fmla="*/ 1271 w 304"/>
                <a:gd name="T23" fmla="*/ 5469 h 834"/>
                <a:gd name="T24" fmla="*/ 848 w 304"/>
                <a:gd name="T25" fmla="*/ 4505 h 834"/>
                <a:gd name="T26" fmla="*/ 607 w 304"/>
                <a:gd name="T27" fmla="*/ 3240 h 834"/>
                <a:gd name="T28" fmla="*/ 346 w 304"/>
                <a:gd name="T29" fmla="*/ 2420 h 834"/>
                <a:gd name="T30" fmla="*/ 196 w 304"/>
                <a:gd name="T31" fmla="*/ 1692 h 834"/>
                <a:gd name="T32" fmla="*/ 144 w 304"/>
                <a:gd name="T33" fmla="*/ 1106 h 834"/>
                <a:gd name="T34" fmla="*/ 0 w 304"/>
                <a:gd name="T35" fmla="*/ 0 h 8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4" h="834">
                  <a:moveTo>
                    <a:pt x="1" y="0"/>
                  </a:moveTo>
                  <a:cubicBezTo>
                    <a:pt x="3" y="17"/>
                    <a:pt x="7" y="39"/>
                    <a:pt x="12" y="65"/>
                  </a:cubicBezTo>
                  <a:cubicBezTo>
                    <a:pt x="17" y="95"/>
                    <a:pt x="27" y="129"/>
                    <a:pt x="35" y="168"/>
                  </a:cubicBezTo>
                  <a:cubicBezTo>
                    <a:pt x="41" y="196"/>
                    <a:pt x="35" y="242"/>
                    <a:pt x="51" y="267"/>
                  </a:cubicBezTo>
                  <a:cubicBezTo>
                    <a:pt x="64" y="288"/>
                    <a:pt x="73" y="313"/>
                    <a:pt x="93" y="357"/>
                  </a:cubicBezTo>
                  <a:cubicBezTo>
                    <a:pt x="103" y="378"/>
                    <a:pt x="138" y="414"/>
                    <a:pt x="143" y="440"/>
                  </a:cubicBezTo>
                  <a:cubicBezTo>
                    <a:pt x="155" y="507"/>
                    <a:pt x="209" y="482"/>
                    <a:pt x="219" y="527"/>
                  </a:cubicBezTo>
                  <a:cubicBezTo>
                    <a:pt x="227" y="560"/>
                    <a:pt x="240" y="571"/>
                    <a:pt x="247" y="600"/>
                  </a:cubicBezTo>
                  <a:cubicBezTo>
                    <a:pt x="253" y="628"/>
                    <a:pt x="245" y="670"/>
                    <a:pt x="251" y="693"/>
                  </a:cubicBezTo>
                  <a:cubicBezTo>
                    <a:pt x="261" y="733"/>
                    <a:pt x="286" y="737"/>
                    <a:pt x="293" y="760"/>
                  </a:cubicBezTo>
                  <a:cubicBezTo>
                    <a:pt x="304" y="797"/>
                    <a:pt x="292" y="834"/>
                    <a:pt x="292" y="834"/>
                  </a:cubicBezTo>
                  <a:cubicBezTo>
                    <a:pt x="195" y="834"/>
                    <a:pt x="195" y="834"/>
                    <a:pt x="195" y="834"/>
                  </a:cubicBezTo>
                  <a:cubicBezTo>
                    <a:pt x="181" y="782"/>
                    <a:pt x="144" y="741"/>
                    <a:pt x="130" y="687"/>
                  </a:cubicBezTo>
                  <a:cubicBezTo>
                    <a:pt x="116" y="631"/>
                    <a:pt x="108" y="557"/>
                    <a:pt x="93" y="494"/>
                  </a:cubicBezTo>
                  <a:cubicBezTo>
                    <a:pt x="81" y="447"/>
                    <a:pt x="61" y="410"/>
                    <a:pt x="53" y="369"/>
                  </a:cubicBezTo>
                  <a:cubicBezTo>
                    <a:pt x="45" y="332"/>
                    <a:pt x="35" y="291"/>
                    <a:pt x="30" y="258"/>
                  </a:cubicBezTo>
                  <a:cubicBezTo>
                    <a:pt x="25" y="227"/>
                    <a:pt x="24" y="196"/>
                    <a:pt x="22" y="169"/>
                  </a:cubicBezTo>
                  <a:cubicBezTo>
                    <a:pt x="16" y="101"/>
                    <a:pt x="6" y="47"/>
                    <a:pt x="0" y="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7" name="Freeform 18">
              <a:extLst>
                <a:ext uri="{FF2B5EF4-FFF2-40B4-BE49-F238E27FC236}">
                  <a16:creationId xmlns:a16="http://schemas.microsoft.com/office/drawing/2014/main" id="{28A3C5E3-6564-4B07-B703-11E125529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438"/>
              <a:ext cx="396" cy="213"/>
            </a:xfrm>
            <a:custGeom>
              <a:avLst/>
              <a:gdLst>
                <a:gd name="T0" fmla="*/ 1322 w 212"/>
                <a:gd name="T1" fmla="*/ 0 h 114"/>
                <a:gd name="T2" fmla="*/ 1270 w 212"/>
                <a:gd name="T3" fmla="*/ 0 h 114"/>
                <a:gd name="T4" fmla="*/ 1179 w 212"/>
                <a:gd name="T5" fmla="*/ 172 h 114"/>
                <a:gd name="T6" fmla="*/ 900 w 212"/>
                <a:gd name="T7" fmla="*/ 321 h 114"/>
                <a:gd name="T8" fmla="*/ 833 w 212"/>
                <a:gd name="T9" fmla="*/ 443 h 114"/>
                <a:gd name="T10" fmla="*/ 624 w 212"/>
                <a:gd name="T11" fmla="*/ 622 h 114"/>
                <a:gd name="T12" fmla="*/ 489 w 212"/>
                <a:gd name="T13" fmla="*/ 534 h 114"/>
                <a:gd name="T14" fmla="*/ 405 w 212"/>
                <a:gd name="T15" fmla="*/ 443 h 114"/>
                <a:gd name="T16" fmla="*/ 224 w 212"/>
                <a:gd name="T17" fmla="*/ 377 h 114"/>
                <a:gd name="T18" fmla="*/ 97 w 212"/>
                <a:gd name="T19" fmla="*/ 45 h 114"/>
                <a:gd name="T20" fmla="*/ 92 w 212"/>
                <a:gd name="T21" fmla="*/ 0 h 114"/>
                <a:gd name="T22" fmla="*/ 84 w 212"/>
                <a:gd name="T23" fmla="*/ 0 h 114"/>
                <a:gd name="T24" fmla="*/ 32 w 212"/>
                <a:gd name="T25" fmla="*/ 0 h 114"/>
                <a:gd name="T26" fmla="*/ 32 w 212"/>
                <a:gd name="T27" fmla="*/ 32 h 114"/>
                <a:gd name="T28" fmla="*/ 45 w 212"/>
                <a:gd name="T29" fmla="*/ 77 h 114"/>
                <a:gd name="T30" fmla="*/ 136 w 212"/>
                <a:gd name="T31" fmla="*/ 443 h 114"/>
                <a:gd name="T32" fmla="*/ 224 w 212"/>
                <a:gd name="T33" fmla="*/ 465 h 114"/>
                <a:gd name="T34" fmla="*/ 366 w 212"/>
                <a:gd name="T35" fmla="*/ 510 h 114"/>
                <a:gd name="T36" fmla="*/ 430 w 212"/>
                <a:gd name="T37" fmla="*/ 579 h 114"/>
                <a:gd name="T38" fmla="*/ 579 w 212"/>
                <a:gd name="T39" fmla="*/ 699 h 114"/>
                <a:gd name="T40" fmla="*/ 885 w 212"/>
                <a:gd name="T41" fmla="*/ 490 h 114"/>
                <a:gd name="T42" fmla="*/ 932 w 212"/>
                <a:gd name="T43" fmla="*/ 398 h 114"/>
                <a:gd name="T44" fmla="*/ 1050 w 212"/>
                <a:gd name="T45" fmla="*/ 293 h 114"/>
                <a:gd name="T46" fmla="*/ 1336 w 212"/>
                <a:gd name="T47" fmla="*/ 0 h 114"/>
                <a:gd name="T48" fmla="*/ 1322 w 212"/>
                <a:gd name="T49" fmla="*/ 0 h 1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2" h="114">
                  <a:moveTo>
                    <a:pt x="203" y="0"/>
                  </a:moveTo>
                  <a:cubicBezTo>
                    <a:pt x="195" y="0"/>
                    <a:pt x="195" y="0"/>
                    <a:pt x="195" y="0"/>
                  </a:cubicBezTo>
                  <a:cubicBezTo>
                    <a:pt x="199" y="8"/>
                    <a:pt x="194" y="20"/>
                    <a:pt x="181" y="26"/>
                  </a:cubicBezTo>
                  <a:cubicBezTo>
                    <a:pt x="175" y="29"/>
                    <a:pt x="143" y="42"/>
                    <a:pt x="138" y="49"/>
                  </a:cubicBezTo>
                  <a:cubicBezTo>
                    <a:pt x="134" y="54"/>
                    <a:pt x="131" y="61"/>
                    <a:pt x="128" y="68"/>
                  </a:cubicBezTo>
                  <a:cubicBezTo>
                    <a:pt x="120" y="85"/>
                    <a:pt x="112" y="99"/>
                    <a:pt x="96" y="95"/>
                  </a:cubicBezTo>
                  <a:cubicBezTo>
                    <a:pt x="90" y="94"/>
                    <a:pt x="80" y="88"/>
                    <a:pt x="75" y="82"/>
                  </a:cubicBezTo>
                  <a:cubicBezTo>
                    <a:pt x="71" y="77"/>
                    <a:pt x="67" y="72"/>
                    <a:pt x="62" y="68"/>
                  </a:cubicBezTo>
                  <a:cubicBezTo>
                    <a:pt x="52" y="61"/>
                    <a:pt x="59" y="62"/>
                    <a:pt x="34" y="58"/>
                  </a:cubicBezTo>
                  <a:cubicBezTo>
                    <a:pt x="10" y="54"/>
                    <a:pt x="21" y="33"/>
                    <a:pt x="15" y="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3" y="38"/>
                    <a:pt x="0" y="64"/>
                    <a:pt x="21" y="68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42" y="72"/>
                    <a:pt x="48" y="73"/>
                    <a:pt x="56" y="78"/>
                  </a:cubicBezTo>
                  <a:cubicBezTo>
                    <a:pt x="59" y="81"/>
                    <a:pt x="62" y="85"/>
                    <a:pt x="66" y="89"/>
                  </a:cubicBezTo>
                  <a:cubicBezTo>
                    <a:pt x="72" y="96"/>
                    <a:pt x="79" y="105"/>
                    <a:pt x="89" y="107"/>
                  </a:cubicBezTo>
                  <a:cubicBezTo>
                    <a:pt x="118" y="114"/>
                    <a:pt x="129" y="91"/>
                    <a:pt x="136" y="75"/>
                  </a:cubicBezTo>
                  <a:cubicBezTo>
                    <a:pt x="138" y="69"/>
                    <a:pt x="141" y="64"/>
                    <a:pt x="143" y="61"/>
                  </a:cubicBezTo>
                  <a:cubicBezTo>
                    <a:pt x="148" y="55"/>
                    <a:pt x="152" y="49"/>
                    <a:pt x="161" y="45"/>
                  </a:cubicBezTo>
                  <a:cubicBezTo>
                    <a:pt x="176" y="39"/>
                    <a:pt x="212" y="26"/>
                    <a:pt x="205" y="0"/>
                  </a:cubicBezTo>
                  <a:cubicBezTo>
                    <a:pt x="205" y="0"/>
                    <a:pt x="204" y="1"/>
                    <a:pt x="203" y="0"/>
                  </a:cubicBezTo>
                  <a:close/>
                </a:path>
              </a:pathLst>
            </a:custGeom>
            <a:solidFill>
              <a:srgbClr val="99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8" name="Freeform 19">
              <a:extLst>
                <a:ext uri="{FF2B5EF4-FFF2-40B4-BE49-F238E27FC236}">
                  <a16:creationId xmlns:a16="http://schemas.microsoft.com/office/drawing/2014/main" id="{9986D6A9-26F3-4028-BD58-E45D6C161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295"/>
              <a:ext cx="33" cy="66"/>
            </a:xfrm>
            <a:custGeom>
              <a:avLst/>
              <a:gdLst>
                <a:gd name="T0" fmla="*/ 0 w 18"/>
                <a:gd name="T1" fmla="*/ 0 h 35"/>
                <a:gd name="T2" fmla="*/ 112 w 18"/>
                <a:gd name="T3" fmla="*/ 23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5">
                  <a:moveTo>
                    <a:pt x="0" y="0"/>
                  </a:moveTo>
                  <a:cubicBezTo>
                    <a:pt x="9" y="9"/>
                    <a:pt x="16" y="18"/>
                    <a:pt x="18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9" name="Freeform 20">
              <a:extLst>
                <a:ext uri="{FF2B5EF4-FFF2-40B4-BE49-F238E27FC236}">
                  <a16:creationId xmlns:a16="http://schemas.microsoft.com/office/drawing/2014/main" id="{DE5027E0-9123-4065-A902-7308716E7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243"/>
              <a:ext cx="40" cy="32"/>
            </a:xfrm>
            <a:custGeom>
              <a:avLst/>
              <a:gdLst>
                <a:gd name="T0" fmla="*/ 0 w 21"/>
                <a:gd name="T1" fmla="*/ 113 h 17"/>
                <a:gd name="T2" fmla="*/ 145 w 2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0" y="17"/>
                  </a:moveTo>
                  <a:cubicBezTo>
                    <a:pt x="9" y="17"/>
                    <a:pt x="18" y="11"/>
                    <a:pt x="21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0" name="Freeform 21">
              <a:extLst>
                <a:ext uri="{FF2B5EF4-FFF2-40B4-BE49-F238E27FC236}">
                  <a16:creationId xmlns:a16="http://schemas.microsoft.com/office/drawing/2014/main" id="{C0D5DC2A-0DF9-48F4-BA93-70F694D9B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" y="722"/>
              <a:ext cx="1666" cy="1188"/>
            </a:xfrm>
            <a:custGeom>
              <a:avLst/>
              <a:gdLst>
                <a:gd name="T0" fmla="*/ 3071 w 892"/>
                <a:gd name="T1" fmla="*/ 4039 h 635"/>
                <a:gd name="T2" fmla="*/ 3674 w 892"/>
                <a:gd name="T3" fmla="*/ 2632 h 635"/>
                <a:gd name="T4" fmla="*/ 4574 w 892"/>
                <a:gd name="T5" fmla="*/ 2331 h 635"/>
                <a:gd name="T6" fmla="*/ 5736 w 892"/>
                <a:gd name="T7" fmla="*/ 2978 h 635"/>
                <a:gd name="T8" fmla="*/ 5812 w 892"/>
                <a:gd name="T9" fmla="*/ 3119 h 635"/>
                <a:gd name="T10" fmla="*/ 1793 w 892"/>
                <a:gd name="T11" fmla="*/ 1021 h 635"/>
                <a:gd name="T12" fmla="*/ 1005 w 892"/>
                <a:gd name="T13" fmla="*/ 129 h 635"/>
                <a:gd name="T14" fmla="*/ 977 w 892"/>
                <a:gd name="T15" fmla="*/ 0 h 635"/>
                <a:gd name="T16" fmla="*/ 796 w 892"/>
                <a:gd name="T17" fmla="*/ 1435 h 635"/>
                <a:gd name="T18" fmla="*/ 1909 w 892"/>
                <a:gd name="T19" fmla="*/ 1833 h 635"/>
                <a:gd name="T20" fmla="*/ 2867 w 892"/>
                <a:gd name="T21" fmla="*/ 2894 h 635"/>
                <a:gd name="T22" fmla="*/ 2944 w 892"/>
                <a:gd name="T23" fmla="*/ 4159 h 6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2" h="635">
                  <a:moveTo>
                    <a:pt x="471" y="617"/>
                  </a:moveTo>
                  <a:cubicBezTo>
                    <a:pt x="471" y="540"/>
                    <a:pt x="504" y="452"/>
                    <a:pt x="564" y="402"/>
                  </a:cubicBezTo>
                  <a:cubicBezTo>
                    <a:pt x="605" y="368"/>
                    <a:pt x="654" y="356"/>
                    <a:pt x="702" y="356"/>
                  </a:cubicBezTo>
                  <a:cubicBezTo>
                    <a:pt x="770" y="357"/>
                    <a:pt x="836" y="389"/>
                    <a:pt x="880" y="455"/>
                  </a:cubicBezTo>
                  <a:cubicBezTo>
                    <a:pt x="885" y="462"/>
                    <a:pt x="889" y="469"/>
                    <a:pt x="892" y="476"/>
                  </a:cubicBezTo>
                  <a:cubicBezTo>
                    <a:pt x="776" y="198"/>
                    <a:pt x="514" y="173"/>
                    <a:pt x="275" y="156"/>
                  </a:cubicBezTo>
                  <a:cubicBezTo>
                    <a:pt x="44" y="139"/>
                    <a:pt x="64" y="40"/>
                    <a:pt x="154" y="2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0" y="40"/>
                    <a:pt x="11" y="151"/>
                    <a:pt x="122" y="219"/>
                  </a:cubicBezTo>
                  <a:cubicBezTo>
                    <a:pt x="174" y="251"/>
                    <a:pt x="236" y="265"/>
                    <a:pt x="293" y="280"/>
                  </a:cubicBezTo>
                  <a:cubicBezTo>
                    <a:pt x="387" y="305"/>
                    <a:pt x="450" y="326"/>
                    <a:pt x="440" y="442"/>
                  </a:cubicBezTo>
                  <a:cubicBezTo>
                    <a:pt x="434" y="523"/>
                    <a:pt x="439" y="571"/>
                    <a:pt x="452" y="635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1" name="Freeform 22">
              <a:extLst>
                <a:ext uri="{FF2B5EF4-FFF2-40B4-BE49-F238E27FC236}">
                  <a16:creationId xmlns:a16="http://schemas.microsoft.com/office/drawing/2014/main" id="{5131B0FB-7495-4798-B427-C4EEEE8E5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77"/>
              <a:ext cx="338" cy="1561"/>
            </a:xfrm>
            <a:custGeom>
              <a:avLst/>
              <a:gdLst>
                <a:gd name="T0" fmla="*/ 0 w 181"/>
                <a:gd name="T1" fmla="*/ 0 h 834"/>
                <a:gd name="T2" fmla="*/ 909 w 181"/>
                <a:gd name="T3" fmla="*/ 5469 h 834"/>
                <a:gd name="T4" fmla="*/ 1178 w 181"/>
                <a:gd name="T5" fmla="*/ 5469 h 834"/>
                <a:gd name="T6" fmla="*/ 220 w 181"/>
                <a:gd name="T7" fmla="*/ 0 h 834"/>
                <a:gd name="T8" fmla="*/ 0 w 181"/>
                <a:gd name="T9" fmla="*/ 0 h 8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834">
                  <a:moveTo>
                    <a:pt x="0" y="0"/>
                  </a:moveTo>
                  <a:cubicBezTo>
                    <a:pt x="11" y="73"/>
                    <a:pt x="57" y="542"/>
                    <a:pt x="140" y="834"/>
                  </a:cubicBezTo>
                  <a:cubicBezTo>
                    <a:pt x="181" y="834"/>
                    <a:pt x="181" y="834"/>
                    <a:pt x="181" y="834"/>
                  </a:cubicBezTo>
                  <a:cubicBezTo>
                    <a:pt x="99" y="559"/>
                    <a:pt x="57" y="159"/>
                    <a:pt x="3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2" name="Freeform 23">
              <a:extLst>
                <a:ext uri="{FF2B5EF4-FFF2-40B4-BE49-F238E27FC236}">
                  <a16:creationId xmlns:a16="http://schemas.microsoft.com/office/drawing/2014/main" id="{DB354D79-BBC8-413A-AD93-D3C98EDF9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" y="756"/>
              <a:ext cx="1474" cy="662"/>
            </a:xfrm>
            <a:custGeom>
              <a:avLst/>
              <a:gdLst>
                <a:gd name="T0" fmla="*/ 764 w 789"/>
                <a:gd name="T1" fmla="*/ 0 h 354"/>
                <a:gd name="T2" fmla="*/ 1577 w 789"/>
                <a:gd name="T3" fmla="*/ 941 h 354"/>
                <a:gd name="T4" fmla="*/ 5121 w 789"/>
                <a:gd name="T5" fmla="*/ 2248 h 354"/>
                <a:gd name="T6" fmla="*/ 5085 w 789"/>
                <a:gd name="T7" fmla="*/ 2291 h 354"/>
                <a:gd name="T8" fmla="*/ 4076 w 789"/>
                <a:gd name="T9" fmla="*/ 2126 h 354"/>
                <a:gd name="T10" fmla="*/ 2998 w 789"/>
                <a:gd name="T11" fmla="*/ 1277 h 354"/>
                <a:gd name="T12" fmla="*/ 809 w 789"/>
                <a:gd name="T13" fmla="*/ 916 h 354"/>
                <a:gd name="T14" fmla="*/ 764 w 789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9" h="354">
                  <a:moveTo>
                    <a:pt x="117" y="0"/>
                  </a:moveTo>
                  <a:cubicBezTo>
                    <a:pt x="28" y="25"/>
                    <a:pt x="11" y="127"/>
                    <a:pt x="242" y="144"/>
                  </a:cubicBezTo>
                  <a:cubicBezTo>
                    <a:pt x="439" y="158"/>
                    <a:pt x="661" y="182"/>
                    <a:pt x="785" y="344"/>
                  </a:cubicBezTo>
                  <a:cubicBezTo>
                    <a:pt x="789" y="349"/>
                    <a:pt x="788" y="354"/>
                    <a:pt x="780" y="350"/>
                  </a:cubicBezTo>
                  <a:cubicBezTo>
                    <a:pt x="750" y="335"/>
                    <a:pt x="687" y="313"/>
                    <a:pt x="625" y="325"/>
                  </a:cubicBezTo>
                  <a:cubicBezTo>
                    <a:pt x="616" y="326"/>
                    <a:pt x="648" y="249"/>
                    <a:pt x="460" y="195"/>
                  </a:cubicBezTo>
                  <a:cubicBezTo>
                    <a:pt x="342" y="166"/>
                    <a:pt x="207" y="169"/>
                    <a:pt x="124" y="140"/>
                  </a:cubicBezTo>
                  <a:cubicBezTo>
                    <a:pt x="38" y="110"/>
                    <a:pt x="0" y="36"/>
                    <a:pt x="117" y="0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3" name="Freeform 24">
              <a:extLst>
                <a:ext uri="{FF2B5EF4-FFF2-40B4-BE49-F238E27FC236}">
                  <a16:creationId xmlns:a16="http://schemas.microsoft.com/office/drawing/2014/main" id="{7D4749C1-539B-4D08-AF06-250E604A3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025"/>
              <a:ext cx="1022" cy="393"/>
            </a:xfrm>
            <a:custGeom>
              <a:avLst/>
              <a:gdLst>
                <a:gd name="T0" fmla="*/ 3087 w 547"/>
                <a:gd name="T1" fmla="*/ 1194 h 210"/>
                <a:gd name="T2" fmla="*/ 3064 w 547"/>
                <a:gd name="T3" fmla="*/ 1198 h 210"/>
                <a:gd name="T4" fmla="*/ 3509 w 547"/>
                <a:gd name="T5" fmla="*/ 1351 h 210"/>
                <a:gd name="T6" fmla="*/ 3542 w 547"/>
                <a:gd name="T7" fmla="*/ 1310 h 210"/>
                <a:gd name="T8" fmla="*/ 0 w 547"/>
                <a:gd name="T9" fmla="*/ 0 h 210"/>
                <a:gd name="T10" fmla="*/ 2653 w 547"/>
                <a:gd name="T11" fmla="*/ 638 h 210"/>
                <a:gd name="T12" fmla="*/ 3087 w 547"/>
                <a:gd name="T13" fmla="*/ 1194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7" h="210">
                  <a:moveTo>
                    <a:pt x="473" y="182"/>
                  </a:moveTo>
                  <a:cubicBezTo>
                    <a:pt x="472" y="182"/>
                    <a:pt x="471" y="182"/>
                    <a:pt x="470" y="183"/>
                  </a:cubicBezTo>
                  <a:cubicBezTo>
                    <a:pt x="498" y="188"/>
                    <a:pt x="522" y="198"/>
                    <a:pt x="538" y="206"/>
                  </a:cubicBezTo>
                  <a:cubicBezTo>
                    <a:pt x="546" y="210"/>
                    <a:pt x="547" y="205"/>
                    <a:pt x="543" y="200"/>
                  </a:cubicBezTo>
                  <a:cubicBezTo>
                    <a:pt x="419" y="38"/>
                    <a:pt x="197" y="14"/>
                    <a:pt x="0" y="0"/>
                  </a:cubicBezTo>
                  <a:cubicBezTo>
                    <a:pt x="105" y="10"/>
                    <a:pt x="318" y="33"/>
                    <a:pt x="407" y="97"/>
                  </a:cubicBezTo>
                  <a:cubicBezTo>
                    <a:pt x="496" y="161"/>
                    <a:pt x="492" y="180"/>
                    <a:pt x="473" y="182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4" name="Freeform 25">
              <a:extLst>
                <a:ext uri="{FF2B5EF4-FFF2-40B4-BE49-F238E27FC236}">
                  <a16:creationId xmlns:a16="http://schemas.microsoft.com/office/drawing/2014/main" id="{DDF19277-4DC3-46DB-8014-104055B49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130"/>
              <a:ext cx="637" cy="777"/>
            </a:xfrm>
            <a:custGeom>
              <a:avLst/>
              <a:gdLst>
                <a:gd name="T0" fmla="*/ 2139 w 341"/>
                <a:gd name="T1" fmla="*/ 2724 h 415"/>
                <a:gd name="T2" fmla="*/ 2066 w 341"/>
                <a:gd name="T3" fmla="*/ 1438 h 415"/>
                <a:gd name="T4" fmla="*/ 1102 w 341"/>
                <a:gd name="T5" fmla="*/ 374 h 415"/>
                <a:gd name="T6" fmla="*/ 0 w 341"/>
                <a:gd name="T7" fmla="*/ 0 h 415"/>
                <a:gd name="T8" fmla="*/ 1207 w 341"/>
                <a:gd name="T9" fmla="*/ 333 h 415"/>
                <a:gd name="T10" fmla="*/ 2171 w 341"/>
                <a:gd name="T11" fmla="*/ 1213 h 415"/>
                <a:gd name="T12" fmla="*/ 2139 w 341"/>
                <a:gd name="T13" fmla="*/ 2724 h 4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1" h="415">
                  <a:moveTo>
                    <a:pt x="328" y="415"/>
                  </a:moveTo>
                  <a:cubicBezTo>
                    <a:pt x="315" y="351"/>
                    <a:pt x="311" y="300"/>
                    <a:pt x="317" y="219"/>
                  </a:cubicBezTo>
                  <a:cubicBezTo>
                    <a:pt x="327" y="103"/>
                    <a:pt x="264" y="82"/>
                    <a:pt x="169" y="57"/>
                  </a:cubicBezTo>
                  <a:cubicBezTo>
                    <a:pt x="113" y="42"/>
                    <a:pt x="52" y="32"/>
                    <a:pt x="0" y="0"/>
                  </a:cubicBezTo>
                  <a:cubicBezTo>
                    <a:pt x="28" y="14"/>
                    <a:pt x="133" y="43"/>
                    <a:pt x="185" y="51"/>
                  </a:cubicBezTo>
                  <a:cubicBezTo>
                    <a:pt x="237" y="58"/>
                    <a:pt x="341" y="96"/>
                    <a:pt x="333" y="185"/>
                  </a:cubicBezTo>
                  <a:cubicBezTo>
                    <a:pt x="325" y="274"/>
                    <a:pt x="310" y="327"/>
                    <a:pt x="328" y="415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5" name="Freeform 26">
              <a:extLst>
                <a:ext uri="{FF2B5EF4-FFF2-40B4-BE49-F238E27FC236}">
                  <a16:creationId xmlns:a16="http://schemas.microsoft.com/office/drawing/2014/main" id="{EF6CD9FA-9047-444A-9E31-2230D53FD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087"/>
              <a:ext cx="691" cy="548"/>
            </a:xfrm>
            <a:custGeom>
              <a:avLst/>
              <a:gdLst>
                <a:gd name="T0" fmla="*/ 1511 w 370"/>
                <a:gd name="T1" fmla="*/ 759 h 293"/>
                <a:gd name="T2" fmla="*/ 1343 w 370"/>
                <a:gd name="T3" fmla="*/ 1917 h 293"/>
                <a:gd name="T4" fmla="*/ 2026 w 370"/>
                <a:gd name="T5" fmla="*/ 1118 h 293"/>
                <a:gd name="T6" fmla="*/ 2312 w 370"/>
                <a:gd name="T7" fmla="*/ 986 h 293"/>
                <a:gd name="T8" fmla="*/ 1953 w 370"/>
                <a:gd name="T9" fmla="*/ 451 h 293"/>
                <a:gd name="T10" fmla="*/ 0 w 370"/>
                <a:gd name="T11" fmla="*/ 0 h 293"/>
                <a:gd name="T12" fmla="*/ 1511 w 370"/>
                <a:gd name="T13" fmla="*/ 759 h 2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0" h="293">
                  <a:moveTo>
                    <a:pt x="232" y="116"/>
                  </a:moveTo>
                  <a:cubicBezTo>
                    <a:pt x="250" y="161"/>
                    <a:pt x="229" y="215"/>
                    <a:pt x="206" y="293"/>
                  </a:cubicBezTo>
                  <a:cubicBezTo>
                    <a:pt x="236" y="211"/>
                    <a:pt x="293" y="182"/>
                    <a:pt x="311" y="171"/>
                  </a:cubicBezTo>
                  <a:cubicBezTo>
                    <a:pt x="317" y="167"/>
                    <a:pt x="344" y="155"/>
                    <a:pt x="355" y="151"/>
                  </a:cubicBezTo>
                  <a:cubicBezTo>
                    <a:pt x="370" y="146"/>
                    <a:pt x="345" y="99"/>
                    <a:pt x="300" y="69"/>
                  </a:cubicBezTo>
                  <a:cubicBezTo>
                    <a:pt x="231" y="15"/>
                    <a:pt x="80" y="11"/>
                    <a:pt x="0" y="0"/>
                  </a:cubicBezTo>
                  <a:cubicBezTo>
                    <a:pt x="108" y="22"/>
                    <a:pt x="201" y="55"/>
                    <a:pt x="232" y="116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6" name="Freeform 27">
              <a:extLst>
                <a:ext uri="{FF2B5EF4-FFF2-40B4-BE49-F238E27FC236}">
                  <a16:creationId xmlns:a16="http://schemas.microsoft.com/office/drawing/2014/main" id="{3FF91D0D-F435-4487-95BF-FEB5D75EC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130"/>
              <a:ext cx="327" cy="320"/>
            </a:xfrm>
            <a:custGeom>
              <a:avLst/>
              <a:gdLst>
                <a:gd name="T0" fmla="*/ 0 w 175"/>
                <a:gd name="T1" fmla="*/ 0 h 171"/>
                <a:gd name="T2" fmla="*/ 1082 w 175"/>
                <a:gd name="T3" fmla="*/ 911 h 171"/>
                <a:gd name="T4" fmla="*/ 803 w 175"/>
                <a:gd name="T5" fmla="*/ 1121 h 171"/>
                <a:gd name="T6" fmla="*/ 0 w 175"/>
                <a:gd name="T7" fmla="*/ 0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71">
                  <a:moveTo>
                    <a:pt x="0" y="0"/>
                  </a:moveTo>
                  <a:cubicBezTo>
                    <a:pt x="51" y="10"/>
                    <a:pt x="175" y="44"/>
                    <a:pt x="166" y="139"/>
                  </a:cubicBezTo>
                  <a:cubicBezTo>
                    <a:pt x="164" y="146"/>
                    <a:pt x="138" y="155"/>
                    <a:pt x="123" y="171"/>
                  </a:cubicBezTo>
                  <a:cubicBezTo>
                    <a:pt x="135" y="139"/>
                    <a:pt x="150" y="47"/>
                    <a:pt x="0" y="0"/>
                  </a:cubicBezTo>
                  <a:close/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7" name="Freeform 28">
              <a:extLst>
                <a:ext uri="{FF2B5EF4-FFF2-40B4-BE49-F238E27FC236}">
                  <a16:creationId xmlns:a16="http://schemas.microsoft.com/office/drawing/2014/main" id="{D09CABFA-60A6-4D7A-B1F0-8C878B0CF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819"/>
              <a:ext cx="131" cy="275"/>
            </a:xfrm>
            <a:custGeom>
              <a:avLst/>
              <a:gdLst>
                <a:gd name="T0" fmla="*/ 459 w 70"/>
                <a:gd name="T1" fmla="*/ 962 h 147"/>
                <a:gd name="T2" fmla="*/ 204 w 70"/>
                <a:gd name="T3" fmla="*/ 0 h 147"/>
                <a:gd name="T4" fmla="*/ 459 w 70"/>
                <a:gd name="T5" fmla="*/ 962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47">
                  <a:moveTo>
                    <a:pt x="70" y="147"/>
                  </a:moveTo>
                  <a:cubicBezTo>
                    <a:pt x="0" y="89"/>
                    <a:pt x="4" y="32"/>
                    <a:pt x="31" y="0"/>
                  </a:cubicBezTo>
                  <a:cubicBezTo>
                    <a:pt x="15" y="24"/>
                    <a:pt x="17" y="90"/>
                    <a:pt x="70" y="147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8" name="Freeform 29">
              <a:extLst>
                <a:ext uri="{FF2B5EF4-FFF2-40B4-BE49-F238E27FC236}">
                  <a16:creationId xmlns:a16="http://schemas.microsoft.com/office/drawing/2014/main" id="{969DD318-5EA4-416B-A42B-BF0C5F9D4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864"/>
              <a:ext cx="30" cy="116"/>
            </a:xfrm>
            <a:custGeom>
              <a:avLst/>
              <a:gdLst>
                <a:gd name="T0" fmla="*/ 45 w 16"/>
                <a:gd name="T1" fmla="*/ 84 h 62"/>
                <a:gd name="T2" fmla="*/ 105 w 16"/>
                <a:gd name="T3" fmla="*/ 406 h 62"/>
                <a:gd name="T4" fmla="*/ 73 w 1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2">
                  <a:moveTo>
                    <a:pt x="7" y="13"/>
                  </a:moveTo>
                  <a:cubicBezTo>
                    <a:pt x="0" y="27"/>
                    <a:pt x="8" y="51"/>
                    <a:pt x="16" y="62"/>
                  </a:cubicBezTo>
                  <a:cubicBezTo>
                    <a:pt x="11" y="42"/>
                    <a:pt x="12" y="21"/>
                    <a:pt x="11" y="0"/>
                  </a:cubicBezTo>
                </a:path>
              </a:pathLst>
            </a:custGeom>
            <a:solidFill>
              <a:srgbClr val="FD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9" name="Freeform 30">
              <a:extLst>
                <a:ext uri="{FF2B5EF4-FFF2-40B4-BE49-F238E27FC236}">
                  <a16:creationId xmlns:a16="http://schemas.microsoft.com/office/drawing/2014/main" id="{F4F14D88-F472-4738-AA0A-9C66ED36A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80"/>
              <a:ext cx="30" cy="114"/>
            </a:xfrm>
            <a:custGeom>
              <a:avLst/>
              <a:gdLst>
                <a:gd name="T0" fmla="*/ 8 w 16"/>
                <a:gd name="T1" fmla="*/ 21 h 61"/>
                <a:gd name="T2" fmla="*/ 68 w 16"/>
                <a:gd name="T3" fmla="*/ 398 h 61"/>
                <a:gd name="T4" fmla="*/ 60 w 16"/>
                <a:gd name="T5" fmla="*/ 273 h 61"/>
                <a:gd name="T6" fmla="*/ 8 w 16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1">
                  <a:moveTo>
                    <a:pt x="1" y="3"/>
                  </a:moveTo>
                  <a:cubicBezTo>
                    <a:pt x="16" y="16"/>
                    <a:pt x="15" y="44"/>
                    <a:pt x="10" y="61"/>
                  </a:cubicBezTo>
                  <a:cubicBezTo>
                    <a:pt x="2" y="60"/>
                    <a:pt x="9" y="48"/>
                    <a:pt x="9" y="42"/>
                  </a:cubicBezTo>
                  <a:cubicBezTo>
                    <a:pt x="9" y="28"/>
                    <a:pt x="0" y="1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0" name="Freeform 31">
              <a:extLst>
                <a:ext uri="{FF2B5EF4-FFF2-40B4-BE49-F238E27FC236}">
                  <a16:creationId xmlns:a16="http://schemas.microsoft.com/office/drawing/2014/main" id="{16B5701D-67A0-48ED-9E12-6A48FF34E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250"/>
              <a:ext cx="22" cy="24"/>
            </a:xfrm>
            <a:custGeom>
              <a:avLst/>
              <a:gdLst>
                <a:gd name="T0" fmla="*/ 13 w 12"/>
                <a:gd name="T1" fmla="*/ 57 h 13"/>
                <a:gd name="T2" fmla="*/ 0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2" y="9"/>
                  </a:moveTo>
                  <a:cubicBezTo>
                    <a:pt x="12" y="13"/>
                    <a:pt x="8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1" name="Freeform 32">
              <a:extLst>
                <a:ext uri="{FF2B5EF4-FFF2-40B4-BE49-F238E27FC236}">
                  <a16:creationId xmlns:a16="http://schemas.microsoft.com/office/drawing/2014/main" id="{F6FE9A95-5D7B-4596-A862-980EED08A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877"/>
              <a:ext cx="364" cy="1815"/>
            </a:xfrm>
            <a:custGeom>
              <a:avLst/>
              <a:gdLst>
                <a:gd name="T0" fmla="*/ 1053 w 195"/>
                <a:gd name="T1" fmla="*/ 5466 h 970"/>
                <a:gd name="T2" fmla="*/ 1053 w 195"/>
                <a:gd name="T3" fmla="*/ 5466 h 970"/>
                <a:gd name="T4" fmla="*/ 144 w 195"/>
                <a:gd name="T5" fmla="*/ 0 h 970"/>
                <a:gd name="T6" fmla="*/ 21 w 195"/>
                <a:gd name="T7" fmla="*/ 120 h 970"/>
                <a:gd name="T8" fmla="*/ 0 w 195"/>
                <a:gd name="T9" fmla="*/ 21 h 970"/>
                <a:gd name="T10" fmla="*/ 1267 w 195"/>
                <a:gd name="T11" fmla="*/ 6354 h 970"/>
                <a:gd name="T12" fmla="*/ 1053 w 195"/>
                <a:gd name="T13" fmla="*/ 5466 h 9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970">
                  <a:moveTo>
                    <a:pt x="162" y="834"/>
                  </a:moveTo>
                  <a:cubicBezTo>
                    <a:pt x="162" y="834"/>
                    <a:pt x="162" y="834"/>
                    <a:pt x="162" y="834"/>
                  </a:cubicBezTo>
                  <a:cubicBezTo>
                    <a:pt x="79" y="543"/>
                    <a:pt x="33" y="74"/>
                    <a:pt x="22" y="0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3"/>
                    <a:pt x="1" y="8"/>
                    <a:pt x="0" y="3"/>
                  </a:cubicBezTo>
                  <a:cubicBezTo>
                    <a:pt x="17" y="134"/>
                    <a:pt x="109" y="804"/>
                    <a:pt x="195" y="970"/>
                  </a:cubicBezTo>
                  <a:cubicBezTo>
                    <a:pt x="175" y="926"/>
                    <a:pt x="162" y="878"/>
                    <a:pt x="162" y="834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2" name="Freeform 33">
              <a:extLst>
                <a:ext uri="{FF2B5EF4-FFF2-40B4-BE49-F238E27FC236}">
                  <a16:creationId xmlns:a16="http://schemas.microsoft.com/office/drawing/2014/main" id="{29E458F0-4FDA-4BC7-94A5-48BAD4BCB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388"/>
              <a:ext cx="844" cy="489"/>
            </a:xfrm>
            <a:custGeom>
              <a:avLst/>
              <a:gdLst>
                <a:gd name="T0" fmla="*/ 1503 w 452"/>
                <a:gd name="T1" fmla="*/ 0 h 261"/>
                <a:gd name="T2" fmla="*/ 607 w 452"/>
                <a:gd name="T3" fmla="*/ 302 h 261"/>
                <a:gd name="T4" fmla="*/ 0 w 452"/>
                <a:gd name="T5" fmla="*/ 1716 h 261"/>
                <a:gd name="T6" fmla="*/ 220 w 452"/>
                <a:gd name="T7" fmla="*/ 1716 h 261"/>
                <a:gd name="T8" fmla="*/ 241 w 452"/>
                <a:gd name="T9" fmla="*/ 1506 h 261"/>
                <a:gd name="T10" fmla="*/ 756 w 452"/>
                <a:gd name="T11" fmla="*/ 467 h 261"/>
                <a:gd name="T12" fmla="*/ 1496 w 452"/>
                <a:gd name="T13" fmla="*/ 217 h 261"/>
                <a:gd name="T14" fmla="*/ 2461 w 452"/>
                <a:gd name="T15" fmla="*/ 755 h 261"/>
                <a:gd name="T16" fmla="*/ 2717 w 452"/>
                <a:gd name="T17" fmla="*/ 1506 h 261"/>
                <a:gd name="T18" fmla="*/ 2722 w 452"/>
                <a:gd name="T19" fmla="*/ 1716 h 261"/>
                <a:gd name="T20" fmla="*/ 2943 w 452"/>
                <a:gd name="T21" fmla="*/ 1716 h 261"/>
                <a:gd name="T22" fmla="*/ 2665 w 452"/>
                <a:gd name="T23" fmla="*/ 650 h 261"/>
                <a:gd name="T24" fmla="*/ 1503 w 452"/>
                <a:gd name="T25" fmla="*/ 0 h 2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2" h="261">
                  <a:moveTo>
                    <a:pt x="231" y="0"/>
                  </a:moveTo>
                  <a:cubicBezTo>
                    <a:pt x="183" y="0"/>
                    <a:pt x="134" y="12"/>
                    <a:pt x="93" y="46"/>
                  </a:cubicBezTo>
                  <a:cubicBezTo>
                    <a:pt x="33" y="96"/>
                    <a:pt x="0" y="184"/>
                    <a:pt x="0" y="261"/>
                  </a:cubicBezTo>
                  <a:cubicBezTo>
                    <a:pt x="34" y="261"/>
                    <a:pt x="34" y="261"/>
                    <a:pt x="34" y="261"/>
                  </a:cubicBezTo>
                  <a:cubicBezTo>
                    <a:pt x="34" y="254"/>
                    <a:pt x="36" y="241"/>
                    <a:pt x="37" y="229"/>
                  </a:cubicBezTo>
                  <a:cubicBezTo>
                    <a:pt x="44" y="166"/>
                    <a:pt x="75" y="105"/>
                    <a:pt x="116" y="71"/>
                  </a:cubicBezTo>
                  <a:cubicBezTo>
                    <a:pt x="147" y="45"/>
                    <a:pt x="185" y="33"/>
                    <a:pt x="230" y="33"/>
                  </a:cubicBezTo>
                  <a:cubicBezTo>
                    <a:pt x="291" y="34"/>
                    <a:pt x="343" y="63"/>
                    <a:pt x="378" y="115"/>
                  </a:cubicBezTo>
                  <a:cubicBezTo>
                    <a:pt x="400" y="148"/>
                    <a:pt x="414" y="191"/>
                    <a:pt x="417" y="229"/>
                  </a:cubicBezTo>
                  <a:cubicBezTo>
                    <a:pt x="418" y="238"/>
                    <a:pt x="418" y="253"/>
                    <a:pt x="418" y="261"/>
                  </a:cubicBezTo>
                  <a:cubicBezTo>
                    <a:pt x="452" y="261"/>
                    <a:pt x="452" y="261"/>
                    <a:pt x="452" y="261"/>
                  </a:cubicBezTo>
                  <a:cubicBezTo>
                    <a:pt x="452" y="209"/>
                    <a:pt x="439" y="144"/>
                    <a:pt x="409" y="99"/>
                  </a:cubicBezTo>
                  <a:cubicBezTo>
                    <a:pt x="365" y="33"/>
                    <a:pt x="299" y="1"/>
                    <a:pt x="231" y="0"/>
                  </a:cubicBez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3" name="Freeform 34">
              <a:extLst>
                <a:ext uri="{FF2B5EF4-FFF2-40B4-BE49-F238E27FC236}">
                  <a16:creationId xmlns:a16="http://schemas.microsoft.com/office/drawing/2014/main" id="{F2F26259-A8C0-4562-B7BD-8C26C0973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536"/>
              <a:ext cx="550" cy="343"/>
            </a:xfrm>
            <a:custGeom>
              <a:avLst/>
              <a:gdLst>
                <a:gd name="T0" fmla="*/ 0 w 294"/>
                <a:gd name="T1" fmla="*/ 1198 h 183"/>
                <a:gd name="T2" fmla="*/ 73 w 294"/>
                <a:gd name="T3" fmla="*/ 791 h 183"/>
                <a:gd name="T4" fmla="*/ 438 w 294"/>
                <a:gd name="T5" fmla="*/ 180 h 183"/>
                <a:gd name="T6" fmla="*/ 988 w 294"/>
                <a:gd name="T7" fmla="*/ 0 h 183"/>
                <a:gd name="T8" fmla="*/ 1708 w 294"/>
                <a:gd name="T9" fmla="*/ 407 h 183"/>
                <a:gd name="T10" fmla="*/ 1910 w 294"/>
                <a:gd name="T11" fmla="*/ 1016 h 183"/>
                <a:gd name="T12" fmla="*/ 1910 w 294"/>
                <a:gd name="T13" fmla="*/ 1025 h 183"/>
                <a:gd name="T14" fmla="*/ 1925 w 294"/>
                <a:gd name="T15" fmla="*/ 1205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4" h="183">
                  <a:moveTo>
                    <a:pt x="0" y="182"/>
                  </a:moveTo>
                  <a:cubicBezTo>
                    <a:pt x="0" y="172"/>
                    <a:pt x="6" y="138"/>
                    <a:pt x="11" y="120"/>
                  </a:cubicBezTo>
                  <a:cubicBezTo>
                    <a:pt x="21" y="82"/>
                    <a:pt x="42" y="48"/>
                    <a:pt x="67" y="27"/>
                  </a:cubicBezTo>
                  <a:cubicBezTo>
                    <a:pt x="89" y="9"/>
                    <a:pt x="116" y="0"/>
                    <a:pt x="151" y="0"/>
                  </a:cubicBezTo>
                  <a:cubicBezTo>
                    <a:pt x="196" y="1"/>
                    <a:pt x="235" y="22"/>
                    <a:pt x="261" y="62"/>
                  </a:cubicBezTo>
                  <a:cubicBezTo>
                    <a:pt x="277" y="86"/>
                    <a:pt x="289" y="122"/>
                    <a:pt x="292" y="154"/>
                  </a:cubicBezTo>
                  <a:cubicBezTo>
                    <a:pt x="292" y="154"/>
                    <a:pt x="292" y="155"/>
                    <a:pt x="292" y="156"/>
                  </a:cubicBezTo>
                  <a:cubicBezTo>
                    <a:pt x="293" y="158"/>
                    <a:pt x="293" y="165"/>
                    <a:pt x="294" y="183"/>
                  </a:cubicBezTo>
                </a:path>
              </a:pathLst>
            </a:custGeom>
            <a:solidFill>
              <a:srgbClr val="A14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4" name="Freeform 35">
              <a:extLst>
                <a:ext uri="{FF2B5EF4-FFF2-40B4-BE49-F238E27FC236}">
                  <a16:creationId xmlns:a16="http://schemas.microsoft.com/office/drawing/2014/main" id="{205BBBB5-AE51-4592-86A2-CDF0BFBCB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450"/>
              <a:ext cx="718" cy="427"/>
            </a:xfrm>
            <a:custGeom>
              <a:avLst/>
              <a:gdLst>
                <a:gd name="T0" fmla="*/ 385 w 384"/>
                <a:gd name="T1" fmla="*/ 1498 h 228"/>
                <a:gd name="T2" fmla="*/ 294 w 384"/>
                <a:gd name="T3" fmla="*/ 1498 h 228"/>
                <a:gd name="T4" fmla="*/ 366 w 384"/>
                <a:gd name="T5" fmla="*/ 1090 h 228"/>
                <a:gd name="T6" fmla="*/ 731 w 384"/>
                <a:gd name="T7" fmla="*/ 481 h 228"/>
                <a:gd name="T8" fmla="*/ 1279 w 384"/>
                <a:gd name="T9" fmla="*/ 302 h 228"/>
                <a:gd name="T10" fmla="*/ 2001 w 384"/>
                <a:gd name="T11" fmla="*/ 708 h 228"/>
                <a:gd name="T12" fmla="*/ 2203 w 384"/>
                <a:gd name="T13" fmla="*/ 1315 h 228"/>
                <a:gd name="T14" fmla="*/ 2203 w 384"/>
                <a:gd name="T15" fmla="*/ 1326 h 228"/>
                <a:gd name="T16" fmla="*/ 2216 w 384"/>
                <a:gd name="T17" fmla="*/ 1498 h 228"/>
                <a:gd name="T18" fmla="*/ 2511 w 384"/>
                <a:gd name="T19" fmla="*/ 1498 h 228"/>
                <a:gd name="T20" fmla="*/ 2504 w 384"/>
                <a:gd name="T21" fmla="*/ 1287 h 228"/>
                <a:gd name="T22" fmla="*/ 2247 w 384"/>
                <a:gd name="T23" fmla="*/ 539 h 228"/>
                <a:gd name="T24" fmla="*/ 1279 w 384"/>
                <a:gd name="T25" fmla="*/ 0 h 228"/>
                <a:gd name="T26" fmla="*/ 535 w 384"/>
                <a:gd name="T27" fmla="*/ 249 h 228"/>
                <a:gd name="T28" fmla="*/ 21 w 384"/>
                <a:gd name="T29" fmla="*/ 1287 h 228"/>
                <a:gd name="T30" fmla="*/ 0 w 384"/>
                <a:gd name="T31" fmla="*/ 1498 h 228"/>
                <a:gd name="T32" fmla="*/ 385 w 384"/>
                <a:gd name="T33" fmla="*/ 1498 h 2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4" h="228">
                  <a:moveTo>
                    <a:pt x="59" y="228"/>
                  </a:moveTo>
                  <a:cubicBezTo>
                    <a:pt x="45" y="228"/>
                    <a:pt x="45" y="228"/>
                    <a:pt x="45" y="228"/>
                  </a:cubicBezTo>
                  <a:cubicBezTo>
                    <a:pt x="45" y="218"/>
                    <a:pt x="51" y="184"/>
                    <a:pt x="56" y="166"/>
                  </a:cubicBezTo>
                  <a:cubicBezTo>
                    <a:pt x="66" y="128"/>
                    <a:pt x="87" y="94"/>
                    <a:pt x="112" y="73"/>
                  </a:cubicBezTo>
                  <a:cubicBezTo>
                    <a:pt x="134" y="55"/>
                    <a:pt x="161" y="46"/>
                    <a:pt x="196" y="46"/>
                  </a:cubicBezTo>
                  <a:cubicBezTo>
                    <a:pt x="241" y="47"/>
                    <a:pt x="280" y="68"/>
                    <a:pt x="306" y="108"/>
                  </a:cubicBezTo>
                  <a:cubicBezTo>
                    <a:pt x="322" y="132"/>
                    <a:pt x="334" y="168"/>
                    <a:pt x="337" y="200"/>
                  </a:cubicBezTo>
                  <a:cubicBezTo>
                    <a:pt x="337" y="200"/>
                    <a:pt x="337" y="201"/>
                    <a:pt x="337" y="202"/>
                  </a:cubicBezTo>
                  <a:cubicBezTo>
                    <a:pt x="338" y="204"/>
                    <a:pt x="338" y="211"/>
                    <a:pt x="339" y="228"/>
                  </a:cubicBezTo>
                  <a:cubicBezTo>
                    <a:pt x="384" y="228"/>
                    <a:pt x="384" y="228"/>
                    <a:pt x="384" y="228"/>
                  </a:cubicBezTo>
                  <a:cubicBezTo>
                    <a:pt x="384" y="220"/>
                    <a:pt x="384" y="205"/>
                    <a:pt x="383" y="196"/>
                  </a:cubicBezTo>
                  <a:cubicBezTo>
                    <a:pt x="380" y="158"/>
                    <a:pt x="366" y="115"/>
                    <a:pt x="344" y="82"/>
                  </a:cubicBezTo>
                  <a:cubicBezTo>
                    <a:pt x="309" y="30"/>
                    <a:pt x="257" y="1"/>
                    <a:pt x="196" y="0"/>
                  </a:cubicBezTo>
                  <a:cubicBezTo>
                    <a:pt x="151" y="0"/>
                    <a:pt x="113" y="12"/>
                    <a:pt x="82" y="38"/>
                  </a:cubicBezTo>
                  <a:cubicBezTo>
                    <a:pt x="41" y="72"/>
                    <a:pt x="10" y="133"/>
                    <a:pt x="3" y="196"/>
                  </a:cubicBezTo>
                  <a:cubicBezTo>
                    <a:pt x="2" y="208"/>
                    <a:pt x="0" y="221"/>
                    <a:pt x="0" y="228"/>
                  </a:cubicBezTo>
                  <a:cubicBezTo>
                    <a:pt x="59" y="228"/>
                    <a:pt x="59" y="228"/>
                    <a:pt x="59" y="228"/>
                  </a:cubicBezTo>
                  <a:close/>
                </a:path>
              </a:pathLst>
            </a:custGeom>
            <a:solidFill>
              <a:srgbClr val="F5B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5" name="Freeform 36">
              <a:extLst>
                <a:ext uri="{FF2B5EF4-FFF2-40B4-BE49-F238E27FC236}">
                  <a16:creationId xmlns:a16="http://schemas.microsoft.com/office/drawing/2014/main" id="{862EFF2D-1D4B-4B6D-ABDB-857B0E433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566"/>
              <a:ext cx="490" cy="311"/>
            </a:xfrm>
            <a:custGeom>
              <a:avLst/>
              <a:gdLst>
                <a:gd name="T0" fmla="*/ 0 w 262"/>
                <a:gd name="T1" fmla="*/ 1092 h 166"/>
                <a:gd name="T2" fmla="*/ 67 w 262"/>
                <a:gd name="T3" fmla="*/ 708 h 166"/>
                <a:gd name="T4" fmla="*/ 181 w 262"/>
                <a:gd name="T5" fmla="*/ 453 h 166"/>
                <a:gd name="T6" fmla="*/ 398 w 262"/>
                <a:gd name="T7" fmla="*/ 157 h 166"/>
                <a:gd name="T8" fmla="*/ 714 w 262"/>
                <a:gd name="T9" fmla="*/ 39 h 166"/>
                <a:gd name="T10" fmla="*/ 881 w 262"/>
                <a:gd name="T11" fmla="*/ 0 h 166"/>
                <a:gd name="T12" fmla="*/ 1158 w 262"/>
                <a:gd name="T13" fmla="*/ 77 h 166"/>
                <a:gd name="T14" fmla="*/ 1519 w 262"/>
                <a:gd name="T15" fmla="*/ 362 h 166"/>
                <a:gd name="T16" fmla="*/ 1616 w 262"/>
                <a:gd name="T17" fmla="*/ 586 h 166"/>
                <a:gd name="T18" fmla="*/ 1689 w 262"/>
                <a:gd name="T19" fmla="*/ 796 h 166"/>
                <a:gd name="T20" fmla="*/ 1713 w 262"/>
                <a:gd name="T21" fmla="*/ 1092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2" h="166">
                  <a:moveTo>
                    <a:pt x="0" y="166"/>
                  </a:moveTo>
                  <a:cubicBezTo>
                    <a:pt x="1" y="147"/>
                    <a:pt x="6" y="123"/>
                    <a:pt x="10" y="108"/>
                  </a:cubicBezTo>
                  <a:cubicBezTo>
                    <a:pt x="14" y="95"/>
                    <a:pt x="22" y="81"/>
                    <a:pt x="28" y="69"/>
                  </a:cubicBezTo>
                  <a:cubicBezTo>
                    <a:pt x="38" y="51"/>
                    <a:pt x="47" y="35"/>
                    <a:pt x="61" y="24"/>
                  </a:cubicBezTo>
                  <a:cubicBezTo>
                    <a:pt x="74" y="13"/>
                    <a:pt x="92" y="9"/>
                    <a:pt x="109" y="6"/>
                  </a:cubicBezTo>
                  <a:cubicBezTo>
                    <a:pt x="118" y="4"/>
                    <a:pt x="124" y="0"/>
                    <a:pt x="135" y="0"/>
                  </a:cubicBezTo>
                  <a:cubicBezTo>
                    <a:pt x="150" y="0"/>
                    <a:pt x="164" y="7"/>
                    <a:pt x="177" y="12"/>
                  </a:cubicBezTo>
                  <a:cubicBezTo>
                    <a:pt x="199" y="21"/>
                    <a:pt x="217" y="33"/>
                    <a:pt x="232" y="55"/>
                  </a:cubicBezTo>
                  <a:cubicBezTo>
                    <a:pt x="238" y="64"/>
                    <a:pt x="243" y="77"/>
                    <a:pt x="247" y="89"/>
                  </a:cubicBezTo>
                  <a:cubicBezTo>
                    <a:pt x="252" y="100"/>
                    <a:pt x="255" y="109"/>
                    <a:pt x="258" y="121"/>
                  </a:cubicBezTo>
                  <a:cubicBezTo>
                    <a:pt x="261" y="136"/>
                    <a:pt x="261" y="154"/>
                    <a:pt x="262" y="166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6" name="Freeform 37">
              <a:extLst>
                <a:ext uri="{FF2B5EF4-FFF2-40B4-BE49-F238E27FC236}">
                  <a16:creationId xmlns:a16="http://schemas.microsoft.com/office/drawing/2014/main" id="{C87E6273-B74C-4CAA-95AF-06B30A51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577"/>
              <a:ext cx="303" cy="289"/>
            </a:xfrm>
            <a:custGeom>
              <a:avLst/>
              <a:gdLst>
                <a:gd name="T0" fmla="*/ 812 w 162"/>
                <a:gd name="T1" fmla="*/ 0 h 154"/>
                <a:gd name="T2" fmla="*/ 518 w 162"/>
                <a:gd name="T3" fmla="*/ 68 h 154"/>
                <a:gd name="T4" fmla="*/ 269 w 162"/>
                <a:gd name="T5" fmla="*/ 278 h 154"/>
                <a:gd name="T6" fmla="*/ 84 w 162"/>
                <a:gd name="T7" fmla="*/ 574 h 154"/>
                <a:gd name="T8" fmla="*/ 13 w 162"/>
                <a:gd name="T9" fmla="*/ 760 h 154"/>
                <a:gd name="T10" fmla="*/ 0 w 162"/>
                <a:gd name="T11" fmla="*/ 972 h 154"/>
                <a:gd name="T12" fmla="*/ 120 w 162"/>
                <a:gd name="T13" fmla="*/ 989 h 154"/>
                <a:gd name="T14" fmla="*/ 256 w 162"/>
                <a:gd name="T15" fmla="*/ 989 h 154"/>
                <a:gd name="T16" fmla="*/ 249 w 162"/>
                <a:gd name="T17" fmla="*/ 920 h 154"/>
                <a:gd name="T18" fmla="*/ 249 w 162"/>
                <a:gd name="T19" fmla="*/ 707 h 154"/>
                <a:gd name="T20" fmla="*/ 367 w 162"/>
                <a:gd name="T21" fmla="*/ 362 h 154"/>
                <a:gd name="T22" fmla="*/ 479 w 162"/>
                <a:gd name="T23" fmla="*/ 265 h 154"/>
                <a:gd name="T24" fmla="*/ 578 w 162"/>
                <a:gd name="T25" fmla="*/ 152 h 154"/>
                <a:gd name="T26" fmla="*/ 832 w 162"/>
                <a:gd name="T27" fmla="*/ 45 h 154"/>
                <a:gd name="T28" fmla="*/ 993 w 162"/>
                <a:gd name="T29" fmla="*/ 53 h 154"/>
                <a:gd name="T30" fmla="*/ 1061 w 162"/>
                <a:gd name="T31" fmla="*/ 81 h 154"/>
                <a:gd name="T32" fmla="*/ 857 w 162"/>
                <a:gd name="T33" fmla="*/ 0 h 1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2" h="154">
                  <a:moveTo>
                    <a:pt x="124" y="0"/>
                  </a:moveTo>
                  <a:cubicBezTo>
                    <a:pt x="107" y="7"/>
                    <a:pt x="96" y="2"/>
                    <a:pt x="79" y="10"/>
                  </a:cubicBezTo>
                  <a:cubicBezTo>
                    <a:pt x="62" y="18"/>
                    <a:pt x="52" y="28"/>
                    <a:pt x="41" y="42"/>
                  </a:cubicBezTo>
                  <a:cubicBezTo>
                    <a:pt x="29" y="56"/>
                    <a:pt x="23" y="72"/>
                    <a:pt x="13" y="87"/>
                  </a:cubicBezTo>
                  <a:cubicBezTo>
                    <a:pt x="7" y="96"/>
                    <a:pt x="3" y="104"/>
                    <a:pt x="2" y="115"/>
                  </a:cubicBezTo>
                  <a:cubicBezTo>
                    <a:pt x="1" y="126"/>
                    <a:pt x="2" y="136"/>
                    <a:pt x="0" y="147"/>
                  </a:cubicBezTo>
                  <a:cubicBezTo>
                    <a:pt x="5" y="152"/>
                    <a:pt x="11" y="150"/>
                    <a:pt x="18" y="150"/>
                  </a:cubicBezTo>
                  <a:cubicBezTo>
                    <a:pt x="23" y="150"/>
                    <a:pt x="35" y="154"/>
                    <a:pt x="39" y="150"/>
                  </a:cubicBezTo>
                  <a:cubicBezTo>
                    <a:pt x="41" y="148"/>
                    <a:pt x="38" y="142"/>
                    <a:pt x="38" y="139"/>
                  </a:cubicBezTo>
                  <a:cubicBezTo>
                    <a:pt x="37" y="129"/>
                    <a:pt x="37" y="118"/>
                    <a:pt x="38" y="107"/>
                  </a:cubicBezTo>
                  <a:cubicBezTo>
                    <a:pt x="39" y="89"/>
                    <a:pt x="43" y="69"/>
                    <a:pt x="56" y="55"/>
                  </a:cubicBezTo>
                  <a:cubicBezTo>
                    <a:pt x="62" y="50"/>
                    <a:pt x="68" y="46"/>
                    <a:pt x="73" y="40"/>
                  </a:cubicBezTo>
                  <a:cubicBezTo>
                    <a:pt x="77" y="34"/>
                    <a:pt x="82" y="27"/>
                    <a:pt x="88" y="23"/>
                  </a:cubicBezTo>
                  <a:cubicBezTo>
                    <a:pt x="100" y="15"/>
                    <a:pt x="115" y="15"/>
                    <a:pt x="127" y="7"/>
                  </a:cubicBezTo>
                  <a:cubicBezTo>
                    <a:pt x="137" y="1"/>
                    <a:pt x="141" y="6"/>
                    <a:pt x="152" y="8"/>
                  </a:cubicBezTo>
                  <a:cubicBezTo>
                    <a:pt x="156" y="9"/>
                    <a:pt x="158" y="9"/>
                    <a:pt x="162" y="12"/>
                  </a:cubicBezTo>
                  <a:cubicBezTo>
                    <a:pt x="162" y="6"/>
                    <a:pt x="137" y="0"/>
                    <a:pt x="131" y="0"/>
                  </a:cubicBezTo>
                </a:path>
              </a:pathLst>
            </a:custGeom>
            <a:solidFill>
              <a:srgbClr val="B50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7" name="Freeform 38">
              <a:extLst>
                <a:ext uri="{FF2B5EF4-FFF2-40B4-BE49-F238E27FC236}">
                  <a16:creationId xmlns:a16="http://schemas.microsoft.com/office/drawing/2014/main" id="{6777FC49-ECD4-44AA-869B-F8ACC5F88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735"/>
              <a:ext cx="34" cy="24"/>
            </a:xfrm>
            <a:custGeom>
              <a:avLst/>
              <a:gdLst>
                <a:gd name="T0" fmla="*/ 0 w 18"/>
                <a:gd name="T1" fmla="*/ 52 h 13"/>
                <a:gd name="T2" fmla="*/ 8 w 18"/>
                <a:gd name="T3" fmla="*/ 68 h 13"/>
                <a:gd name="T4" fmla="*/ 47 w 18"/>
                <a:gd name="T5" fmla="*/ 61 h 13"/>
                <a:gd name="T6" fmla="*/ 68 w 18"/>
                <a:gd name="T7" fmla="*/ 81 h 13"/>
                <a:gd name="T8" fmla="*/ 121 w 18"/>
                <a:gd name="T9" fmla="*/ 57 h 13"/>
                <a:gd name="T10" fmla="*/ 47 w 18"/>
                <a:gd name="T11" fmla="*/ 31 h 13"/>
                <a:gd name="T12" fmla="*/ 32 w 18"/>
                <a:gd name="T13" fmla="*/ 0 h 13"/>
                <a:gd name="T14" fmla="*/ 0 w 18"/>
                <a:gd name="T15" fmla="*/ 2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3">
                  <a:moveTo>
                    <a:pt x="0" y="8"/>
                  </a:moveTo>
                  <a:cubicBezTo>
                    <a:pt x="0" y="9"/>
                    <a:pt x="1" y="10"/>
                    <a:pt x="1" y="11"/>
                  </a:cubicBezTo>
                  <a:cubicBezTo>
                    <a:pt x="3" y="10"/>
                    <a:pt x="5" y="9"/>
                    <a:pt x="7" y="10"/>
                  </a:cubicBezTo>
                  <a:cubicBezTo>
                    <a:pt x="8" y="10"/>
                    <a:pt x="9" y="13"/>
                    <a:pt x="10" y="13"/>
                  </a:cubicBezTo>
                  <a:cubicBezTo>
                    <a:pt x="14" y="13"/>
                    <a:pt x="15" y="9"/>
                    <a:pt x="18" y="9"/>
                  </a:cubicBezTo>
                  <a:cubicBezTo>
                    <a:pt x="13" y="10"/>
                    <a:pt x="9" y="10"/>
                    <a:pt x="7" y="5"/>
                  </a:cubicBezTo>
                  <a:cubicBezTo>
                    <a:pt x="6" y="3"/>
                    <a:pt x="9" y="0"/>
                    <a:pt x="5" y="0"/>
                  </a:cubicBezTo>
                  <a:cubicBezTo>
                    <a:pt x="4" y="0"/>
                    <a:pt x="1" y="2"/>
                    <a:pt x="0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8" name="Freeform 39">
              <a:extLst>
                <a:ext uri="{FF2B5EF4-FFF2-40B4-BE49-F238E27FC236}">
                  <a16:creationId xmlns:a16="http://schemas.microsoft.com/office/drawing/2014/main" id="{B9450CF1-C1D2-4781-90DE-66F936881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686"/>
              <a:ext cx="49" cy="28"/>
            </a:xfrm>
            <a:custGeom>
              <a:avLst/>
              <a:gdLst>
                <a:gd name="T0" fmla="*/ 0 w 26"/>
                <a:gd name="T1" fmla="*/ 73 h 15"/>
                <a:gd name="T2" fmla="*/ 32 w 26"/>
                <a:gd name="T3" fmla="*/ 97 h 15"/>
                <a:gd name="T4" fmla="*/ 60 w 26"/>
                <a:gd name="T5" fmla="*/ 73 h 15"/>
                <a:gd name="T6" fmla="*/ 173 w 26"/>
                <a:gd name="T7" fmla="*/ 52 h 15"/>
                <a:gd name="T8" fmla="*/ 92 w 26"/>
                <a:gd name="T9" fmla="*/ 32 h 15"/>
                <a:gd name="T10" fmla="*/ 21 w 26"/>
                <a:gd name="T11" fmla="*/ 7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5">
                  <a:moveTo>
                    <a:pt x="0" y="11"/>
                  </a:moveTo>
                  <a:cubicBezTo>
                    <a:pt x="2" y="11"/>
                    <a:pt x="3" y="15"/>
                    <a:pt x="5" y="15"/>
                  </a:cubicBezTo>
                  <a:cubicBezTo>
                    <a:pt x="8" y="15"/>
                    <a:pt x="8" y="12"/>
                    <a:pt x="9" y="11"/>
                  </a:cubicBezTo>
                  <a:cubicBezTo>
                    <a:pt x="14" y="9"/>
                    <a:pt x="20" y="9"/>
                    <a:pt x="26" y="8"/>
                  </a:cubicBezTo>
                  <a:cubicBezTo>
                    <a:pt x="24" y="0"/>
                    <a:pt x="16" y="12"/>
                    <a:pt x="14" y="5"/>
                  </a:cubicBezTo>
                  <a:cubicBezTo>
                    <a:pt x="14" y="9"/>
                    <a:pt x="8" y="11"/>
                    <a:pt x="3" y="1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9" name="Freeform 40">
              <a:extLst>
                <a:ext uri="{FF2B5EF4-FFF2-40B4-BE49-F238E27FC236}">
                  <a16:creationId xmlns:a16="http://schemas.microsoft.com/office/drawing/2014/main" id="{CBDE3C20-2D0E-46AD-B231-210DE2319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605"/>
              <a:ext cx="55" cy="21"/>
            </a:xfrm>
            <a:custGeom>
              <a:avLst/>
              <a:gdLst>
                <a:gd name="T0" fmla="*/ 0 w 29"/>
                <a:gd name="T1" fmla="*/ 76 h 11"/>
                <a:gd name="T2" fmla="*/ 101 w 29"/>
                <a:gd name="T3" fmla="*/ 0 h 11"/>
                <a:gd name="T4" fmla="*/ 197 w 29"/>
                <a:gd name="T5" fmla="*/ 29 h 11"/>
                <a:gd name="T6" fmla="*/ 76 w 29"/>
                <a:gd name="T7" fmla="*/ 69 h 11"/>
                <a:gd name="T8" fmla="*/ 32 w 29"/>
                <a:gd name="T9" fmla="*/ 7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1">
                  <a:moveTo>
                    <a:pt x="0" y="11"/>
                  </a:moveTo>
                  <a:cubicBezTo>
                    <a:pt x="5" y="9"/>
                    <a:pt x="12" y="5"/>
                    <a:pt x="15" y="0"/>
                  </a:cubicBezTo>
                  <a:cubicBezTo>
                    <a:pt x="19" y="7"/>
                    <a:pt x="21" y="2"/>
                    <a:pt x="29" y="4"/>
                  </a:cubicBezTo>
                  <a:cubicBezTo>
                    <a:pt x="27" y="11"/>
                    <a:pt x="13" y="2"/>
                    <a:pt x="11" y="10"/>
                  </a:cubicBezTo>
                  <a:cubicBezTo>
                    <a:pt x="9" y="9"/>
                    <a:pt x="7" y="10"/>
                    <a:pt x="5" y="1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0" name="Freeform 41">
              <a:extLst>
                <a:ext uri="{FF2B5EF4-FFF2-40B4-BE49-F238E27FC236}">
                  <a16:creationId xmlns:a16="http://schemas.microsoft.com/office/drawing/2014/main" id="{10E58FAE-D12F-49C8-AD2F-CF3A5FA5D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645"/>
              <a:ext cx="50" cy="28"/>
            </a:xfrm>
            <a:custGeom>
              <a:avLst/>
              <a:gdLst>
                <a:gd name="T0" fmla="*/ 89 w 27"/>
                <a:gd name="T1" fmla="*/ 7 h 15"/>
                <a:gd name="T2" fmla="*/ 0 w 27"/>
                <a:gd name="T3" fmla="*/ 73 h 15"/>
                <a:gd name="T4" fmla="*/ 106 w 27"/>
                <a:gd name="T5" fmla="*/ 77 h 15"/>
                <a:gd name="T6" fmla="*/ 172 w 27"/>
                <a:gd name="T7" fmla="*/ 32 h 15"/>
                <a:gd name="T8" fmla="*/ 113 w 27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5">
                  <a:moveTo>
                    <a:pt x="14" y="1"/>
                  </a:moveTo>
                  <a:cubicBezTo>
                    <a:pt x="18" y="15"/>
                    <a:pt x="2" y="0"/>
                    <a:pt x="0" y="11"/>
                  </a:cubicBezTo>
                  <a:cubicBezTo>
                    <a:pt x="5" y="9"/>
                    <a:pt x="14" y="6"/>
                    <a:pt x="17" y="12"/>
                  </a:cubicBezTo>
                  <a:cubicBezTo>
                    <a:pt x="22" y="11"/>
                    <a:pt x="21" y="5"/>
                    <a:pt x="27" y="5"/>
                  </a:cubicBezTo>
                  <a:cubicBezTo>
                    <a:pt x="24" y="5"/>
                    <a:pt x="19" y="5"/>
                    <a:pt x="18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1" name="Freeform 42">
              <a:extLst>
                <a:ext uri="{FF2B5EF4-FFF2-40B4-BE49-F238E27FC236}">
                  <a16:creationId xmlns:a16="http://schemas.microsoft.com/office/drawing/2014/main" id="{D5F4174F-49CC-4394-9E12-77D618F9A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697"/>
              <a:ext cx="53" cy="41"/>
            </a:xfrm>
            <a:custGeom>
              <a:avLst/>
              <a:gdLst>
                <a:gd name="T0" fmla="*/ 21 w 28"/>
                <a:gd name="T1" fmla="*/ 21 h 22"/>
                <a:gd name="T2" fmla="*/ 83 w 28"/>
                <a:gd name="T3" fmla="*/ 0 h 22"/>
                <a:gd name="T4" fmla="*/ 136 w 28"/>
                <a:gd name="T5" fmla="*/ 24 h 22"/>
                <a:gd name="T6" fmla="*/ 189 w 28"/>
                <a:gd name="T7" fmla="*/ 32 h 22"/>
                <a:gd name="T8" fmla="*/ 136 w 28"/>
                <a:gd name="T9" fmla="*/ 97 h 22"/>
                <a:gd name="T10" fmla="*/ 76 w 28"/>
                <a:gd name="T11" fmla="*/ 39 h 22"/>
                <a:gd name="T12" fmla="*/ 53 w 28"/>
                <a:gd name="T13" fmla="*/ 97 h 22"/>
                <a:gd name="T14" fmla="*/ 0 w 28"/>
                <a:gd name="T15" fmla="*/ 117 h 22"/>
                <a:gd name="T16" fmla="*/ 61 w 28"/>
                <a:gd name="T17" fmla="*/ 24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2">
                  <a:moveTo>
                    <a:pt x="3" y="3"/>
                  </a:moveTo>
                  <a:cubicBezTo>
                    <a:pt x="6" y="5"/>
                    <a:pt x="10" y="3"/>
                    <a:pt x="12" y="0"/>
                  </a:cubicBezTo>
                  <a:cubicBezTo>
                    <a:pt x="15" y="2"/>
                    <a:pt x="17" y="4"/>
                    <a:pt x="20" y="4"/>
                  </a:cubicBezTo>
                  <a:cubicBezTo>
                    <a:pt x="23" y="5"/>
                    <a:pt x="25" y="1"/>
                    <a:pt x="28" y="5"/>
                  </a:cubicBezTo>
                  <a:cubicBezTo>
                    <a:pt x="19" y="4"/>
                    <a:pt x="20" y="9"/>
                    <a:pt x="20" y="15"/>
                  </a:cubicBezTo>
                  <a:cubicBezTo>
                    <a:pt x="18" y="13"/>
                    <a:pt x="15" y="6"/>
                    <a:pt x="11" y="6"/>
                  </a:cubicBezTo>
                  <a:cubicBezTo>
                    <a:pt x="13" y="12"/>
                    <a:pt x="12" y="12"/>
                    <a:pt x="8" y="15"/>
                  </a:cubicBezTo>
                  <a:cubicBezTo>
                    <a:pt x="5" y="18"/>
                    <a:pt x="4" y="22"/>
                    <a:pt x="0" y="18"/>
                  </a:cubicBezTo>
                  <a:cubicBezTo>
                    <a:pt x="2" y="16"/>
                    <a:pt x="18" y="8"/>
                    <a:pt x="9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2" name="Freeform 43">
              <a:extLst>
                <a:ext uri="{FF2B5EF4-FFF2-40B4-BE49-F238E27FC236}">
                  <a16:creationId xmlns:a16="http://schemas.microsoft.com/office/drawing/2014/main" id="{416CACDF-5A9C-43F2-935A-3ED1A5C7F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731"/>
              <a:ext cx="57" cy="39"/>
            </a:xfrm>
            <a:custGeom>
              <a:avLst/>
              <a:gdLst>
                <a:gd name="T0" fmla="*/ 0 w 30"/>
                <a:gd name="T1" fmla="*/ 69 h 21"/>
                <a:gd name="T2" fmla="*/ 108 w 30"/>
                <a:gd name="T3" fmla="*/ 59 h 21"/>
                <a:gd name="T4" fmla="*/ 137 w 30"/>
                <a:gd name="T5" fmla="*/ 32 h 21"/>
                <a:gd name="T6" fmla="*/ 165 w 30"/>
                <a:gd name="T7" fmla="*/ 13 h 21"/>
                <a:gd name="T8" fmla="*/ 124 w 30"/>
                <a:gd name="T9" fmla="*/ 65 h 21"/>
                <a:gd name="T10" fmla="*/ 91 w 30"/>
                <a:gd name="T11" fmla="*/ 134 h 21"/>
                <a:gd name="T12" fmla="*/ 76 w 30"/>
                <a:gd name="T13" fmla="*/ 8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1">
                  <a:moveTo>
                    <a:pt x="0" y="11"/>
                  </a:moveTo>
                  <a:cubicBezTo>
                    <a:pt x="2" y="14"/>
                    <a:pt x="13" y="10"/>
                    <a:pt x="16" y="9"/>
                  </a:cubicBezTo>
                  <a:cubicBezTo>
                    <a:pt x="19" y="7"/>
                    <a:pt x="19" y="6"/>
                    <a:pt x="20" y="5"/>
                  </a:cubicBezTo>
                  <a:cubicBezTo>
                    <a:pt x="21" y="4"/>
                    <a:pt x="21" y="0"/>
                    <a:pt x="24" y="2"/>
                  </a:cubicBezTo>
                  <a:cubicBezTo>
                    <a:pt x="30" y="6"/>
                    <a:pt x="19" y="9"/>
                    <a:pt x="18" y="10"/>
                  </a:cubicBezTo>
                  <a:cubicBezTo>
                    <a:pt x="14" y="13"/>
                    <a:pt x="16" y="16"/>
                    <a:pt x="13" y="21"/>
                  </a:cubicBezTo>
                  <a:cubicBezTo>
                    <a:pt x="13" y="18"/>
                    <a:pt x="12" y="16"/>
                    <a:pt x="11" y="1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3" name="Freeform 44">
              <a:extLst>
                <a:ext uri="{FF2B5EF4-FFF2-40B4-BE49-F238E27FC236}">
                  <a16:creationId xmlns:a16="http://schemas.microsoft.com/office/drawing/2014/main" id="{E1868732-B84A-4C5C-99EE-2089104A8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746"/>
              <a:ext cx="47" cy="35"/>
            </a:xfrm>
            <a:custGeom>
              <a:avLst/>
              <a:gdLst>
                <a:gd name="T0" fmla="*/ 100 w 25"/>
                <a:gd name="T1" fmla="*/ 7 h 19"/>
                <a:gd name="T2" fmla="*/ 45 w 25"/>
                <a:gd name="T3" fmla="*/ 57 h 19"/>
                <a:gd name="T4" fmla="*/ 39 w 25"/>
                <a:gd name="T5" fmla="*/ 88 h 19"/>
                <a:gd name="T6" fmla="*/ 0 w 25"/>
                <a:gd name="T7" fmla="*/ 118 h 19"/>
                <a:gd name="T8" fmla="*/ 81 w 25"/>
                <a:gd name="T9" fmla="*/ 105 h 19"/>
                <a:gd name="T10" fmla="*/ 165 w 25"/>
                <a:gd name="T11" fmla="*/ 24 h 19"/>
                <a:gd name="T12" fmla="*/ 120 w 2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15" y="1"/>
                  </a:moveTo>
                  <a:cubicBezTo>
                    <a:pt x="12" y="3"/>
                    <a:pt x="9" y="5"/>
                    <a:pt x="7" y="9"/>
                  </a:cubicBezTo>
                  <a:cubicBezTo>
                    <a:pt x="6" y="10"/>
                    <a:pt x="8" y="12"/>
                    <a:pt x="6" y="14"/>
                  </a:cubicBezTo>
                  <a:cubicBezTo>
                    <a:pt x="5" y="17"/>
                    <a:pt x="2" y="18"/>
                    <a:pt x="0" y="19"/>
                  </a:cubicBezTo>
                  <a:cubicBezTo>
                    <a:pt x="4" y="17"/>
                    <a:pt x="8" y="15"/>
                    <a:pt x="12" y="17"/>
                  </a:cubicBezTo>
                  <a:cubicBezTo>
                    <a:pt x="10" y="8"/>
                    <a:pt x="16" y="4"/>
                    <a:pt x="25" y="4"/>
                  </a:cubicBezTo>
                  <a:cubicBezTo>
                    <a:pt x="24" y="2"/>
                    <a:pt x="20" y="2"/>
                    <a:pt x="18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4" name="Freeform 45">
              <a:extLst>
                <a:ext uri="{FF2B5EF4-FFF2-40B4-BE49-F238E27FC236}">
                  <a16:creationId xmlns:a16="http://schemas.microsoft.com/office/drawing/2014/main" id="{AFC385CD-CD6D-4AE5-9323-F6B9951F8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663"/>
              <a:ext cx="30" cy="27"/>
            </a:xfrm>
            <a:custGeom>
              <a:avLst/>
              <a:gdLst>
                <a:gd name="T0" fmla="*/ 45 w 16"/>
                <a:gd name="T1" fmla="*/ 8 h 14"/>
                <a:gd name="T2" fmla="*/ 0 w 16"/>
                <a:gd name="T3" fmla="*/ 79 h 14"/>
                <a:gd name="T4" fmla="*/ 45 w 16"/>
                <a:gd name="T5" fmla="*/ 64 h 14"/>
                <a:gd name="T6" fmla="*/ 105 w 16"/>
                <a:gd name="T7" fmla="*/ 44 h 14"/>
                <a:gd name="T8" fmla="*/ 73 w 16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7" y="1"/>
                  </a:moveTo>
                  <a:cubicBezTo>
                    <a:pt x="7" y="5"/>
                    <a:pt x="5" y="10"/>
                    <a:pt x="0" y="11"/>
                  </a:cubicBezTo>
                  <a:cubicBezTo>
                    <a:pt x="4" y="14"/>
                    <a:pt x="4" y="11"/>
                    <a:pt x="7" y="9"/>
                  </a:cubicBezTo>
                  <a:cubicBezTo>
                    <a:pt x="11" y="6"/>
                    <a:pt x="10" y="6"/>
                    <a:pt x="16" y="6"/>
                  </a:cubicBezTo>
                  <a:cubicBezTo>
                    <a:pt x="16" y="4"/>
                    <a:pt x="14" y="0"/>
                    <a:pt x="11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5" name="Freeform 46">
              <a:extLst>
                <a:ext uri="{FF2B5EF4-FFF2-40B4-BE49-F238E27FC236}">
                  <a16:creationId xmlns:a16="http://schemas.microsoft.com/office/drawing/2014/main" id="{B4C038FA-E601-4192-AB3B-4A6F769B0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637"/>
              <a:ext cx="32" cy="19"/>
            </a:xfrm>
            <a:custGeom>
              <a:avLst/>
              <a:gdLst>
                <a:gd name="T0" fmla="*/ 0 w 17"/>
                <a:gd name="T1" fmla="*/ 0 h 10"/>
                <a:gd name="T2" fmla="*/ 8 w 17"/>
                <a:gd name="T3" fmla="*/ 68 h 10"/>
                <a:gd name="T4" fmla="*/ 113 w 17"/>
                <a:gd name="T5" fmla="*/ 55 h 10"/>
                <a:gd name="T6" fmla="*/ 28 w 17"/>
                <a:gd name="T7" fmla="*/ 1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0" y="4"/>
                    <a:pt x="4" y="7"/>
                    <a:pt x="1" y="10"/>
                  </a:cubicBezTo>
                  <a:cubicBezTo>
                    <a:pt x="7" y="4"/>
                    <a:pt x="10" y="8"/>
                    <a:pt x="17" y="8"/>
                  </a:cubicBezTo>
                  <a:cubicBezTo>
                    <a:pt x="15" y="3"/>
                    <a:pt x="8" y="6"/>
                    <a:pt x="4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6" name="Freeform 47">
              <a:extLst>
                <a:ext uri="{FF2B5EF4-FFF2-40B4-BE49-F238E27FC236}">
                  <a16:creationId xmlns:a16="http://schemas.microsoft.com/office/drawing/2014/main" id="{8DBCC270-B948-4FBC-BC75-F2ED1AF66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740"/>
              <a:ext cx="45" cy="26"/>
            </a:xfrm>
            <a:custGeom>
              <a:avLst/>
              <a:gdLst>
                <a:gd name="T0" fmla="*/ 0 w 24"/>
                <a:gd name="T1" fmla="*/ 24 h 14"/>
                <a:gd name="T2" fmla="*/ 81 w 24"/>
                <a:gd name="T3" fmla="*/ 76 h 14"/>
                <a:gd name="T4" fmla="*/ 158 w 24"/>
                <a:gd name="T5" fmla="*/ 89 h 14"/>
                <a:gd name="T6" fmla="*/ 21 w 24"/>
                <a:gd name="T7" fmla="*/ 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0" y="4"/>
                  </a:moveTo>
                  <a:cubicBezTo>
                    <a:pt x="5" y="7"/>
                    <a:pt x="11" y="4"/>
                    <a:pt x="12" y="12"/>
                  </a:cubicBezTo>
                  <a:cubicBezTo>
                    <a:pt x="15" y="10"/>
                    <a:pt x="21" y="11"/>
                    <a:pt x="24" y="14"/>
                  </a:cubicBezTo>
                  <a:cubicBezTo>
                    <a:pt x="19" y="6"/>
                    <a:pt x="13" y="0"/>
                    <a:pt x="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7" name="Freeform 48">
              <a:extLst>
                <a:ext uri="{FF2B5EF4-FFF2-40B4-BE49-F238E27FC236}">
                  <a16:creationId xmlns:a16="http://schemas.microsoft.com/office/drawing/2014/main" id="{85A3C87C-4C41-4046-9007-C346A3D2E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794"/>
              <a:ext cx="46" cy="21"/>
            </a:xfrm>
            <a:custGeom>
              <a:avLst/>
              <a:gdLst>
                <a:gd name="T0" fmla="*/ 0 w 25"/>
                <a:gd name="T1" fmla="*/ 15 h 11"/>
                <a:gd name="T2" fmla="*/ 57 w 25"/>
                <a:gd name="T3" fmla="*/ 76 h 11"/>
                <a:gd name="T4" fmla="*/ 156 w 25"/>
                <a:gd name="T5" fmla="*/ 36 h 11"/>
                <a:gd name="T6" fmla="*/ 142 w 25"/>
                <a:gd name="T7" fmla="*/ 0 h 11"/>
                <a:gd name="T8" fmla="*/ 31 w 25"/>
                <a:gd name="T9" fmla="*/ 1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2"/>
                  </a:moveTo>
                  <a:cubicBezTo>
                    <a:pt x="4" y="3"/>
                    <a:pt x="8" y="7"/>
                    <a:pt x="9" y="11"/>
                  </a:cubicBezTo>
                  <a:cubicBezTo>
                    <a:pt x="12" y="3"/>
                    <a:pt x="17" y="5"/>
                    <a:pt x="25" y="5"/>
                  </a:cubicBezTo>
                  <a:cubicBezTo>
                    <a:pt x="24" y="3"/>
                    <a:pt x="24" y="2"/>
                    <a:pt x="23" y="0"/>
                  </a:cubicBezTo>
                  <a:cubicBezTo>
                    <a:pt x="19" y="3"/>
                    <a:pt x="9" y="4"/>
                    <a:pt x="5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8" name="Freeform 49">
              <a:extLst>
                <a:ext uri="{FF2B5EF4-FFF2-40B4-BE49-F238E27FC236}">
                  <a16:creationId xmlns:a16="http://schemas.microsoft.com/office/drawing/2014/main" id="{1FFC9A11-170E-4974-A4E2-277135162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772"/>
              <a:ext cx="53" cy="34"/>
            </a:xfrm>
            <a:custGeom>
              <a:avLst/>
              <a:gdLst>
                <a:gd name="T0" fmla="*/ 0 w 28"/>
                <a:gd name="T1" fmla="*/ 0 h 18"/>
                <a:gd name="T2" fmla="*/ 53 w 28"/>
                <a:gd name="T3" fmla="*/ 100 h 18"/>
                <a:gd name="T4" fmla="*/ 151 w 28"/>
                <a:gd name="T5" fmla="*/ 121 h 18"/>
                <a:gd name="T6" fmla="*/ 189 w 28"/>
                <a:gd name="T7" fmla="*/ 76 h 18"/>
                <a:gd name="T8" fmla="*/ 115 w 28"/>
                <a:gd name="T9" fmla="*/ 53 h 18"/>
                <a:gd name="T10" fmla="*/ 40 w 28"/>
                <a:gd name="T11" fmla="*/ 4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1" y="6"/>
                    <a:pt x="10" y="8"/>
                    <a:pt x="8" y="15"/>
                  </a:cubicBezTo>
                  <a:cubicBezTo>
                    <a:pt x="11" y="9"/>
                    <a:pt x="19" y="14"/>
                    <a:pt x="22" y="18"/>
                  </a:cubicBezTo>
                  <a:cubicBezTo>
                    <a:pt x="22" y="14"/>
                    <a:pt x="24" y="12"/>
                    <a:pt x="28" y="11"/>
                  </a:cubicBezTo>
                  <a:cubicBezTo>
                    <a:pt x="24" y="10"/>
                    <a:pt x="22" y="8"/>
                    <a:pt x="17" y="8"/>
                  </a:cubicBezTo>
                  <a:cubicBezTo>
                    <a:pt x="13" y="8"/>
                    <a:pt x="10" y="12"/>
                    <a:pt x="6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9" name="Freeform 50">
              <a:extLst>
                <a:ext uri="{FF2B5EF4-FFF2-40B4-BE49-F238E27FC236}">
                  <a16:creationId xmlns:a16="http://schemas.microsoft.com/office/drawing/2014/main" id="{BA9B7741-BAA8-4A2A-8410-D78D69563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813"/>
              <a:ext cx="26" cy="13"/>
            </a:xfrm>
            <a:custGeom>
              <a:avLst/>
              <a:gdLst>
                <a:gd name="T0" fmla="*/ 0 w 14"/>
                <a:gd name="T1" fmla="*/ 0 h 7"/>
                <a:gd name="T2" fmla="*/ 7 w 14"/>
                <a:gd name="T3" fmla="*/ 32 h 7"/>
                <a:gd name="T4" fmla="*/ 89 w 14"/>
                <a:gd name="T5" fmla="*/ 45 h 7"/>
                <a:gd name="T6" fmla="*/ 89 w 14"/>
                <a:gd name="T7" fmla="*/ 20 h 7"/>
                <a:gd name="T8" fmla="*/ 65 w 14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0" y="2"/>
                    <a:pt x="1" y="4"/>
                    <a:pt x="1" y="5"/>
                  </a:cubicBezTo>
                  <a:cubicBezTo>
                    <a:pt x="6" y="0"/>
                    <a:pt x="10" y="5"/>
                    <a:pt x="14" y="7"/>
                  </a:cubicBezTo>
                  <a:cubicBezTo>
                    <a:pt x="14" y="6"/>
                    <a:pt x="14" y="4"/>
                    <a:pt x="14" y="3"/>
                  </a:cubicBezTo>
                  <a:cubicBezTo>
                    <a:pt x="12" y="2"/>
                    <a:pt x="11" y="2"/>
                    <a:pt x="1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0" name="Freeform 51">
              <a:extLst>
                <a:ext uri="{FF2B5EF4-FFF2-40B4-BE49-F238E27FC236}">
                  <a16:creationId xmlns:a16="http://schemas.microsoft.com/office/drawing/2014/main" id="{00ABF65D-3F3A-4D55-9296-9F8202970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703"/>
              <a:ext cx="13" cy="11"/>
            </a:xfrm>
            <a:custGeom>
              <a:avLst/>
              <a:gdLst>
                <a:gd name="T0" fmla="*/ 0 w 7"/>
                <a:gd name="T1" fmla="*/ 20 h 6"/>
                <a:gd name="T2" fmla="*/ 20 w 7"/>
                <a:gd name="T3" fmla="*/ 20 h 6"/>
                <a:gd name="T4" fmla="*/ 20 w 7"/>
                <a:gd name="T5" fmla="*/ 37 h 6"/>
                <a:gd name="T6" fmla="*/ 45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1" y="3"/>
                    <a:pt x="2" y="3"/>
                    <a:pt x="3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5" y="4"/>
                    <a:pt x="6" y="1"/>
                    <a:pt x="7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1" name="Freeform 52">
              <a:extLst>
                <a:ext uri="{FF2B5EF4-FFF2-40B4-BE49-F238E27FC236}">
                  <a16:creationId xmlns:a16="http://schemas.microsoft.com/office/drawing/2014/main" id="{7389856F-9F3B-44B0-9F62-B9A03AC40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748"/>
              <a:ext cx="11" cy="9"/>
            </a:xfrm>
            <a:custGeom>
              <a:avLst/>
              <a:gdLst>
                <a:gd name="T0" fmla="*/ 0 w 6"/>
                <a:gd name="T1" fmla="*/ 13 h 5"/>
                <a:gd name="T2" fmla="*/ 7 w 6"/>
                <a:gd name="T3" fmla="*/ 29 h 5"/>
                <a:gd name="T4" fmla="*/ 37 w 6"/>
                <a:gd name="T5" fmla="*/ 7 h 5"/>
                <a:gd name="T6" fmla="*/ 24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5" y="3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2" name="Freeform 53">
              <a:extLst>
                <a:ext uri="{FF2B5EF4-FFF2-40B4-BE49-F238E27FC236}">
                  <a16:creationId xmlns:a16="http://schemas.microsoft.com/office/drawing/2014/main" id="{BC2200FD-18B9-40E2-9685-BC89A737F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791"/>
              <a:ext cx="17" cy="13"/>
            </a:xfrm>
            <a:custGeom>
              <a:avLst/>
              <a:gdLst>
                <a:gd name="T0" fmla="*/ 0 w 9"/>
                <a:gd name="T1" fmla="*/ 0 h 7"/>
                <a:gd name="T2" fmla="*/ 60 w 9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2" y="7"/>
                    <a:pt x="5" y="1"/>
                    <a:pt x="9" y="1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3" name="Freeform 54">
              <a:extLst>
                <a:ext uri="{FF2B5EF4-FFF2-40B4-BE49-F238E27FC236}">
                  <a16:creationId xmlns:a16="http://schemas.microsoft.com/office/drawing/2014/main" id="{858FC96F-F1E7-40BB-9CF8-5A1EBAFA2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800"/>
              <a:ext cx="16" cy="8"/>
            </a:xfrm>
            <a:custGeom>
              <a:avLst/>
              <a:gdLst>
                <a:gd name="T0" fmla="*/ 7 w 9"/>
                <a:gd name="T1" fmla="*/ 0 h 4"/>
                <a:gd name="T2" fmla="*/ 7 w 9"/>
                <a:gd name="T3" fmla="*/ 32 h 4"/>
                <a:gd name="T4" fmla="*/ 50 w 9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2"/>
                    <a:pt x="6" y="0"/>
                    <a:pt x="9" y="1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4" name="Freeform 55">
              <a:extLst>
                <a:ext uri="{FF2B5EF4-FFF2-40B4-BE49-F238E27FC236}">
                  <a16:creationId xmlns:a16="http://schemas.microsoft.com/office/drawing/2014/main" id="{1A2B53EC-8E23-42C5-9E48-BFA982617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746"/>
              <a:ext cx="9" cy="15"/>
            </a:xfrm>
            <a:custGeom>
              <a:avLst/>
              <a:gdLst>
                <a:gd name="T0" fmla="*/ 29 w 5"/>
                <a:gd name="T1" fmla="*/ 0 h 8"/>
                <a:gd name="T2" fmla="*/ 7 w 5"/>
                <a:gd name="T3" fmla="*/ 53 h 8"/>
                <a:gd name="T4" fmla="*/ 29 w 5"/>
                <a:gd name="T5" fmla="*/ 3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0" y="5"/>
                    <a:pt x="1" y="8"/>
                  </a:cubicBezTo>
                  <a:cubicBezTo>
                    <a:pt x="2" y="7"/>
                    <a:pt x="4" y="7"/>
                    <a:pt x="5" y="6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5" name="Freeform 56">
              <a:extLst>
                <a:ext uri="{FF2B5EF4-FFF2-40B4-BE49-F238E27FC236}">
                  <a16:creationId xmlns:a16="http://schemas.microsoft.com/office/drawing/2014/main" id="{54FFCCFA-4101-420F-9385-34882DDAA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7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6" name="Freeform 57">
              <a:extLst>
                <a:ext uri="{FF2B5EF4-FFF2-40B4-BE49-F238E27FC236}">
                  <a16:creationId xmlns:a16="http://schemas.microsoft.com/office/drawing/2014/main" id="{9A81438B-F3EA-4E5C-80A7-4E6B17235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7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7" name="Freeform 58">
              <a:extLst>
                <a:ext uri="{FF2B5EF4-FFF2-40B4-BE49-F238E27FC236}">
                  <a16:creationId xmlns:a16="http://schemas.microsoft.com/office/drawing/2014/main" id="{1AEBE9F2-8274-4A02-8007-F7D6D9E0F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877"/>
              <a:ext cx="449" cy="1561"/>
            </a:xfrm>
            <a:custGeom>
              <a:avLst/>
              <a:gdLst>
                <a:gd name="T0" fmla="*/ 904 w 240"/>
                <a:gd name="T1" fmla="*/ 3240 h 834"/>
                <a:gd name="T2" fmla="*/ 640 w 240"/>
                <a:gd name="T3" fmla="*/ 2420 h 834"/>
                <a:gd name="T4" fmla="*/ 490 w 240"/>
                <a:gd name="T5" fmla="*/ 1692 h 834"/>
                <a:gd name="T6" fmla="*/ 438 w 240"/>
                <a:gd name="T7" fmla="*/ 1106 h 834"/>
                <a:gd name="T8" fmla="*/ 294 w 240"/>
                <a:gd name="T9" fmla="*/ 0 h 834"/>
                <a:gd name="T10" fmla="*/ 0 w 240"/>
                <a:gd name="T11" fmla="*/ 0 h 834"/>
                <a:gd name="T12" fmla="*/ 962 w 240"/>
                <a:gd name="T13" fmla="*/ 5469 h 834"/>
                <a:gd name="T14" fmla="*/ 1572 w 240"/>
                <a:gd name="T15" fmla="*/ 5469 h 834"/>
                <a:gd name="T16" fmla="*/ 1145 w 240"/>
                <a:gd name="T17" fmla="*/ 4505 h 834"/>
                <a:gd name="T18" fmla="*/ 904 w 240"/>
                <a:gd name="T19" fmla="*/ 3240 h 8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0" h="834">
                  <a:moveTo>
                    <a:pt x="138" y="494"/>
                  </a:moveTo>
                  <a:cubicBezTo>
                    <a:pt x="126" y="447"/>
                    <a:pt x="106" y="410"/>
                    <a:pt x="98" y="369"/>
                  </a:cubicBezTo>
                  <a:cubicBezTo>
                    <a:pt x="90" y="332"/>
                    <a:pt x="80" y="291"/>
                    <a:pt x="75" y="258"/>
                  </a:cubicBezTo>
                  <a:cubicBezTo>
                    <a:pt x="70" y="227"/>
                    <a:pt x="69" y="196"/>
                    <a:pt x="67" y="169"/>
                  </a:cubicBezTo>
                  <a:cubicBezTo>
                    <a:pt x="61" y="102"/>
                    <a:pt x="51" y="47"/>
                    <a:pt x="4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159"/>
                    <a:pt x="65" y="559"/>
                    <a:pt x="147" y="834"/>
                  </a:cubicBezTo>
                  <a:cubicBezTo>
                    <a:pt x="240" y="834"/>
                    <a:pt x="240" y="834"/>
                    <a:pt x="240" y="834"/>
                  </a:cubicBezTo>
                  <a:cubicBezTo>
                    <a:pt x="226" y="782"/>
                    <a:pt x="189" y="741"/>
                    <a:pt x="175" y="687"/>
                  </a:cubicBezTo>
                  <a:cubicBezTo>
                    <a:pt x="161" y="631"/>
                    <a:pt x="153" y="557"/>
                    <a:pt x="138" y="494"/>
                  </a:cubicBezTo>
                  <a:close/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8" name="Freeform 59">
              <a:extLst>
                <a:ext uri="{FF2B5EF4-FFF2-40B4-BE49-F238E27FC236}">
                  <a16:creationId xmlns:a16="http://schemas.microsoft.com/office/drawing/2014/main" id="{6919AECD-B4A1-457D-AF5C-93DB2EF69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877"/>
              <a:ext cx="583" cy="1561"/>
            </a:xfrm>
            <a:custGeom>
              <a:avLst/>
              <a:gdLst>
                <a:gd name="T0" fmla="*/ 0 w 312"/>
                <a:gd name="T1" fmla="*/ 0 h 834"/>
                <a:gd name="T2" fmla="*/ 73 w 312"/>
                <a:gd name="T3" fmla="*/ 427 h 834"/>
                <a:gd name="T4" fmla="*/ 224 w 312"/>
                <a:gd name="T5" fmla="*/ 1101 h 834"/>
                <a:gd name="T6" fmla="*/ 325 w 312"/>
                <a:gd name="T7" fmla="*/ 1752 h 834"/>
                <a:gd name="T8" fmla="*/ 600 w 312"/>
                <a:gd name="T9" fmla="*/ 2340 h 834"/>
                <a:gd name="T10" fmla="*/ 925 w 312"/>
                <a:gd name="T11" fmla="*/ 2886 h 834"/>
                <a:gd name="T12" fmla="*/ 1422 w 312"/>
                <a:gd name="T13" fmla="*/ 3453 h 834"/>
                <a:gd name="T14" fmla="*/ 1607 w 312"/>
                <a:gd name="T15" fmla="*/ 3934 h 834"/>
                <a:gd name="T16" fmla="*/ 1631 w 312"/>
                <a:gd name="T17" fmla="*/ 4544 h 834"/>
                <a:gd name="T18" fmla="*/ 1906 w 312"/>
                <a:gd name="T19" fmla="*/ 4982 h 834"/>
                <a:gd name="T20" fmla="*/ 1900 w 312"/>
                <a:gd name="T21" fmla="*/ 5469 h 834"/>
                <a:gd name="T22" fmla="*/ 1958 w 312"/>
                <a:gd name="T23" fmla="*/ 5469 h 834"/>
                <a:gd name="T24" fmla="*/ 1958 w 312"/>
                <a:gd name="T25" fmla="*/ 4846 h 834"/>
                <a:gd name="T26" fmla="*/ 1697 w 312"/>
                <a:gd name="T27" fmla="*/ 4544 h 834"/>
                <a:gd name="T28" fmla="*/ 1669 w 312"/>
                <a:gd name="T29" fmla="*/ 3934 h 834"/>
                <a:gd name="T30" fmla="*/ 1463 w 312"/>
                <a:gd name="T31" fmla="*/ 3392 h 834"/>
                <a:gd name="T32" fmla="*/ 992 w 312"/>
                <a:gd name="T33" fmla="*/ 2886 h 834"/>
                <a:gd name="T34" fmla="*/ 671 w 312"/>
                <a:gd name="T35" fmla="*/ 2315 h 834"/>
                <a:gd name="T36" fmla="*/ 391 w 312"/>
                <a:gd name="T37" fmla="*/ 1713 h 834"/>
                <a:gd name="T38" fmla="*/ 301 w 312"/>
                <a:gd name="T39" fmla="*/ 1097 h 834"/>
                <a:gd name="T40" fmla="*/ 144 w 312"/>
                <a:gd name="T41" fmla="*/ 406 h 834"/>
                <a:gd name="T42" fmla="*/ 84 w 312"/>
                <a:gd name="T43" fmla="*/ 13 h 83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2" h="834">
                  <a:moveTo>
                    <a:pt x="0" y="0"/>
                  </a:moveTo>
                  <a:cubicBezTo>
                    <a:pt x="2" y="17"/>
                    <a:pt x="6" y="39"/>
                    <a:pt x="11" y="65"/>
                  </a:cubicBezTo>
                  <a:cubicBezTo>
                    <a:pt x="16" y="95"/>
                    <a:pt x="26" y="129"/>
                    <a:pt x="34" y="168"/>
                  </a:cubicBezTo>
                  <a:cubicBezTo>
                    <a:pt x="40" y="196"/>
                    <a:pt x="34" y="242"/>
                    <a:pt x="50" y="267"/>
                  </a:cubicBezTo>
                  <a:cubicBezTo>
                    <a:pt x="63" y="288"/>
                    <a:pt x="72" y="313"/>
                    <a:pt x="92" y="357"/>
                  </a:cubicBezTo>
                  <a:cubicBezTo>
                    <a:pt x="102" y="378"/>
                    <a:pt x="137" y="414"/>
                    <a:pt x="142" y="440"/>
                  </a:cubicBezTo>
                  <a:cubicBezTo>
                    <a:pt x="154" y="507"/>
                    <a:pt x="208" y="482"/>
                    <a:pt x="218" y="527"/>
                  </a:cubicBezTo>
                  <a:cubicBezTo>
                    <a:pt x="226" y="560"/>
                    <a:pt x="239" y="571"/>
                    <a:pt x="246" y="600"/>
                  </a:cubicBezTo>
                  <a:cubicBezTo>
                    <a:pt x="252" y="628"/>
                    <a:pt x="244" y="670"/>
                    <a:pt x="250" y="693"/>
                  </a:cubicBezTo>
                  <a:cubicBezTo>
                    <a:pt x="260" y="733"/>
                    <a:pt x="285" y="737"/>
                    <a:pt x="292" y="760"/>
                  </a:cubicBezTo>
                  <a:cubicBezTo>
                    <a:pt x="303" y="797"/>
                    <a:pt x="291" y="834"/>
                    <a:pt x="291" y="834"/>
                  </a:cubicBezTo>
                  <a:cubicBezTo>
                    <a:pt x="300" y="834"/>
                    <a:pt x="300" y="834"/>
                    <a:pt x="300" y="834"/>
                  </a:cubicBezTo>
                  <a:cubicBezTo>
                    <a:pt x="300" y="834"/>
                    <a:pt x="312" y="783"/>
                    <a:pt x="300" y="739"/>
                  </a:cubicBezTo>
                  <a:cubicBezTo>
                    <a:pt x="294" y="719"/>
                    <a:pt x="265" y="715"/>
                    <a:pt x="260" y="693"/>
                  </a:cubicBezTo>
                  <a:cubicBezTo>
                    <a:pt x="254" y="669"/>
                    <a:pt x="262" y="628"/>
                    <a:pt x="256" y="600"/>
                  </a:cubicBezTo>
                  <a:cubicBezTo>
                    <a:pt x="249" y="571"/>
                    <a:pt x="231" y="550"/>
                    <a:pt x="224" y="517"/>
                  </a:cubicBezTo>
                  <a:cubicBezTo>
                    <a:pt x="213" y="472"/>
                    <a:pt x="158" y="485"/>
                    <a:pt x="152" y="440"/>
                  </a:cubicBezTo>
                  <a:cubicBezTo>
                    <a:pt x="146" y="398"/>
                    <a:pt x="113" y="375"/>
                    <a:pt x="103" y="353"/>
                  </a:cubicBezTo>
                  <a:cubicBezTo>
                    <a:pt x="83" y="310"/>
                    <a:pt x="74" y="282"/>
                    <a:pt x="60" y="261"/>
                  </a:cubicBezTo>
                  <a:cubicBezTo>
                    <a:pt x="44" y="236"/>
                    <a:pt x="52" y="195"/>
                    <a:pt x="46" y="167"/>
                  </a:cubicBezTo>
                  <a:cubicBezTo>
                    <a:pt x="38" y="128"/>
                    <a:pt x="27" y="92"/>
                    <a:pt x="22" y="62"/>
                  </a:cubicBezTo>
                  <a:cubicBezTo>
                    <a:pt x="17" y="35"/>
                    <a:pt x="15" y="18"/>
                    <a:pt x="13" y="2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9" name="Freeform 60">
              <a:extLst>
                <a:ext uri="{FF2B5EF4-FFF2-40B4-BE49-F238E27FC236}">
                  <a16:creationId xmlns:a16="http://schemas.microsoft.com/office/drawing/2014/main" id="{296359AF-270B-4474-A8C7-CC2D1973F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86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D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0" name="Freeform 61">
              <a:extLst>
                <a:ext uri="{FF2B5EF4-FFF2-40B4-BE49-F238E27FC236}">
                  <a16:creationId xmlns:a16="http://schemas.microsoft.com/office/drawing/2014/main" id="{6F8A712B-79FC-4472-B569-4BCA3546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884"/>
              <a:ext cx="11" cy="26"/>
            </a:xfrm>
            <a:custGeom>
              <a:avLst/>
              <a:gdLst>
                <a:gd name="T0" fmla="*/ 37 w 6"/>
                <a:gd name="T1" fmla="*/ 89 h 14"/>
                <a:gd name="T2" fmla="*/ 0 w 6"/>
                <a:gd name="T3" fmla="*/ 0 h 14"/>
                <a:gd name="T4" fmla="*/ 37 w 6"/>
                <a:gd name="T5" fmla="*/ 8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6" y="14"/>
                  </a:moveTo>
                  <a:cubicBezTo>
                    <a:pt x="4" y="10"/>
                    <a:pt x="2" y="5"/>
                    <a:pt x="0" y="0"/>
                  </a:cubicBezTo>
                  <a:cubicBezTo>
                    <a:pt x="2" y="5"/>
                    <a:pt x="4" y="10"/>
                    <a:pt x="6" y="14"/>
                  </a:cubicBezTo>
                  <a:close/>
                </a:path>
              </a:pathLst>
            </a:custGeom>
            <a:solidFill>
              <a:srgbClr val="FFD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1" name="Freeform 62">
              <a:extLst>
                <a:ext uri="{FF2B5EF4-FFF2-40B4-BE49-F238E27FC236}">
                  <a16:creationId xmlns:a16="http://schemas.microsoft.com/office/drawing/2014/main" id="{5CA27705-BC7D-43B2-BE30-B0B76AAA6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912"/>
              <a:ext cx="4" cy="11"/>
            </a:xfrm>
            <a:custGeom>
              <a:avLst/>
              <a:gdLst>
                <a:gd name="T0" fmla="*/ 16 w 2"/>
                <a:gd name="T1" fmla="*/ 37 h 6"/>
                <a:gd name="T2" fmla="*/ 0 w 2"/>
                <a:gd name="T3" fmla="*/ 0 h 6"/>
                <a:gd name="T4" fmla="*/ 16 w 2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  <a:cubicBezTo>
                    <a:pt x="0" y="2"/>
                    <a:pt x="1" y="4"/>
                    <a:pt x="2" y="6"/>
                  </a:cubicBezTo>
                  <a:close/>
                </a:path>
              </a:pathLst>
            </a:custGeom>
            <a:solidFill>
              <a:srgbClr val="FFD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2" name="Freeform 63">
              <a:extLst>
                <a:ext uri="{FF2B5EF4-FFF2-40B4-BE49-F238E27FC236}">
                  <a16:creationId xmlns:a16="http://schemas.microsoft.com/office/drawing/2014/main" id="{413E992A-BD1D-4A63-B7E8-39386D4AE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343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CA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3" name="Freeform 64">
              <a:extLst>
                <a:ext uri="{FF2B5EF4-FFF2-40B4-BE49-F238E27FC236}">
                  <a16:creationId xmlns:a16="http://schemas.microsoft.com/office/drawing/2014/main" id="{2B229279-D102-4EA6-BCC9-9D735B95A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994"/>
              <a:ext cx="431" cy="629"/>
            </a:xfrm>
            <a:custGeom>
              <a:avLst/>
              <a:gdLst>
                <a:gd name="T0" fmla="*/ 1476 w 231"/>
                <a:gd name="T1" fmla="*/ 1556 h 336"/>
                <a:gd name="T2" fmla="*/ 1476 w 231"/>
                <a:gd name="T3" fmla="*/ 1556 h 336"/>
                <a:gd name="T4" fmla="*/ 1427 w 231"/>
                <a:gd name="T5" fmla="*/ 1241 h 336"/>
                <a:gd name="T6" fmla="*/ 1371 w 231"/>
                <a:gd name="T7" fmla="*/ 880 h 336"/>
                <a:gd name="T8" fmla="*/ 1358 w 231"/>
                <a:gd name="T9" fmla="*/ 526 h 336"/>
                <a:gd name="T10" fmla="*/ 1142 w 231"/>
                <a:gd name="T11" fmla="*/ 45 h 336"/>
                <a:gd name="T12" fmla="*/ 864 w 231"/>
                <a:gd name="T13" fmla="*/ 498 h 336"/>
                <a:gd name="T14" fmla="*/ 901 w 231"/>
                <a:gd name="T15" fmla="*/ 1069 h 336"/>
                <a:gd name="T16" fmla="*/ 675 w 231"/>
                <a:gd name="T17" fmla="*/ 827 h 336"/>
                <a:gd name="T18" fmla="*/ 427 w 231"/>
                <a:gd name="T19" fmla="*/ 474 h 336"/>
                <a:gd name="T20" fmla="*/ 7 w 231"/>
                <a:gd name="T21" fmla="*/ 0 h 336"/>
                <a:gd name="T22" fmla="*/ 7 w 231"/>
                <a:gd name="T23" fmla="*/ 0 h 336"/>
                <a:gd name="T24" fmla="*/ 7 w 231"/>
                <a:gd name="T25" fmla="*/ 0 h 336"/>
                <a:gd name="T26" fmla="*/ 13 w 231"/>
                <a:gd name="T27" fmla="*/ 21 h 336"/>
                <a:gd name="T28" fmla="*/ 39 w 231"/>
                <a:gd name="T29" fmla="*/ 631 h 336"/>
                <a:gd name="T30" fmla="*/ 299 w 231"/>
                <a:gd name="T31" fmla="*/ 932 h 336"/>
                <a:gd name="T32" fmla="*/ 299 w 231"/>
                <a:gd name="T33" fmla="*/ 1556 h 336"/>
                <a:gd name="T34" fmla="*/ 299 w 231"/>
                <a:gd name="T35" fmla="*/ 1556 h 336"/>
                <a:gd name="T36" fmla="*/ 306 w 231"/>
                <a:gd name="T37" fmla="*/ 1602 h 336"/>
                <a:gd name="T38" fmla="*/ 427 w 231"/>
                <a:gd name="T39" fmla="*/ 1934 h 336"/>
                <a:gd name="T40" fmla="*/ 610 w 231"/>
                <a:gd name="T41" fmla="*/ 2001 h 336"/>
                <a:gd name="T42" fmla="*/ 696 w 231"/>
                <a:gd name="T43" fmla="*/ 2093 h 336"/>
                <a:gd name="T44" fmla="*/ 832 w 231"/>
                <a:gd name="T45" fmla="*/ 2179 h 336"/>
                <a:gd name="T46" fmla="*/ 1041 w 231"/>
                <a:gd name="T47" fmla="*/ 2001 h 336"/>
                <a:gd name="T48" fmla="*/ 1103 w 231"/>
                <a:gd name="T49" fmla="*/ 1876 h 336"/>
                <a:gd name="T50" fmla="*/ 1383 w 231"/>
                <a:gd name="T51" fmla="*/ 1724 h 336"/>
                <a:gd name="T52" fmla="*/ 1476 w 231"/>
                <a:gd name="T53" fmla="*/ 1556 h 3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31" h="336">
                  <a:moveTo>
                    <a:pt x="227" y="237"/>
                  </a:moveTo>
                  <a:cubicBezTo>
                    <a:pt x="227" y="237"/>
                    <a:pt x="227" y="237"/>
                    <a:pt x="227" y="237"/>
                  </a:cubicBezTo>
                  <a:cubicBezTo>
                    <a:pt x="225" y="217"/>
                    <a:pt x="225" y="208"/>
                    <a:pt x="220" y="189"/>
                  </a:cubicBezTo>
                  <a:cubicBezTo>
                    <a:pt x="217" y="175"/>
                    <a:pt x="211" y="149"/>
                    <a:pt x="211" y="134"/>
                  </a:cubicBezTo>
                  <a:cubicBezTo>
                    <a:pt x="210" y="111"/>
                    <a:pt x="224" y="96"/>
                    <a:pt x="209" y="80"/>
                  </a:cubicBezTo>
                  <a:cubicBezTo>
                    <a:pt x="199" y="69"/>
                    <a:pt x="176" y="33"/>
                    <a:pt x="176" y="7"/>
                  </a:cubicBezTo>
                  <a:cubicBezTo>
                    <a:pt x="170" y="72"/>
                    <a:pt x="145" y="53"/>
                    <a:pt x="133" y="76"/>
                  </a:cubicBezTo>
                  <a:cubicBezTo>
                    <a:pt x="120" y="102"/>
                    <a:pt x="124" y="122"/>
                    <a:pt x="139" y="163"/>
                  </a:cubicBezTo>
                  <a:cubicBezTo>
                    <a:pt x="118" y="140"/>
                    <a:pt x="119" y="135"/>
                    <a:pt x="104" y="126"/>
                  </a:cubicBezTo>
                  <a:cubicBezTo>
                    <a:pt x="91" y="118"/>
                    <a:pt x="77" y="87"/>
                    <a:pt x="66" y="72"/>
                  </a:cubicBezTo>
                  <a:cubicBezTo>
                    <a:pt x="49" y="47"/>
                    <a:pt x="18" y="7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8" y="31"/>
                    <a:pt x="0" y="72"/>
                    <a:pt x="6" y="96"/>
                  </a:cubicBezTo>
                  <a:cubicBezTo>
                    <a:pt x="11" y="118"/>
                    <a:pt x="40" y="122"/>
                    <a:pt x="46" y="142"/>
                  </a:cubicBezTo>
                  <a:cubicBezTo>
                    <a:pt x="58" y="186"/>
                    <a:pt x="46" y="237"/>
                    <a:pt x="46" y="237"/>
                  </a:cubicBezTo>
                  <a:cubicBezTo>
                    <a:pt x="46" y="237"/>
                    <a:pt x="46" y="237"/>
                    <a:pt x="46" y="237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53" y="270"/>
                    <a:pt x="42" y="291"/>
                    <a:pt x="66" y="295"/>
                  </a:cubicBezTo>
                  <a:cubicBezTo>
                    <a:pt x="91" y="299"/>
                    <a:pt x="84" y="298"/>
                    <a:pt x="94" y="305"/>
                  </a:cubicBezTo>
                  <a:cubicBezTo>
                    <a:pt x="99" y="309"/>
                    <a:pt x="103" y="314"/>
                    <a:pt x="107" y="319"/>
                  </a:cubicBezTo>
                  <a:cubicBezTo>
                    <a:pt x="112" y="325"/>
                    <a:pt x="122" y="331"/>
                    <a:pt x="128" y="332"/>
                  </a:cubicBezTo>
                  <a:cubicBezTo>
                    <a:pt x="144" y="336"/>
                    <a:pt x="152" y="322"/>
                    <a:pt x="160" y="305"/>
                  </a:cubicBezTo>
                  <a:cubicBezTo>
                    <a:pt x="163" y="298"/>
                    <a:pt x="166" y="291"/>
                    <a:pt x="170" y="286"/>
                  </a:cubicBezTo>
                  <a:cubicBezTo>
                    <a:pt x="175" y="279"/>
                    <a:pt x="207" y="266"/>
                    <a:pt x="213" y="263"/>
                  </a:cubicBezTo>
                  <a:cubicBezTo>
                    <a:pt x="226" y="257"/>
                    <a:pt x="231" y="245"/>
                    <a:pt x="227" y="237"/>
                  </a:cubicBezTo>
                  <a:close/>
                </a:path>
              </a:pathLst>
            </a:custGeom>
            <a:solidFill>
              <a:srgbClr val="CDA4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4" name="Freeform 65">
              <a:extLst>
                <a:ext uri="{FF2B5EF4-FFF2-40B4-BE49-F238E27FC236}">
                  <a16:creationId xmlns:a16="http://schemas.microsoft.com/office/drawing/2014/main" id="{6CF3781C-B090-44BF-BCFF-13822614F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871"/>
              <a:ext cx="1347" cy="1853"/>
            </a:xfrm>
            <a:custGeom>
              <a:avLst/>
              <a:gdLst>
                <a:gd name="T0" fmla="*/ 4357 w 721"/>
                <a:gd name="T1" fmla="*/ 5784 h 990"/>
                <a:gd name="T2" fmla="*/ 4230 w 721"/>
                <a:gd name="T3" fmla="*/ 5233 h 990"/>
                <a:gd name="T4" fmla="*/ 3671 w 721"/>
                <a:gd name="T5" fmla="*/ 4565 h 990"/>
                <a:gd name="T6" fmla="*/ 3297 w 721"/>
                <a:gd name="T7" fmla="*/ 4047 h 990"/>
                <a:gd name="T8" fmla="*/ 2830 w 721"/>
                <a:gd name="T9" fmla="*/ 3618 h 990"/>
                <a:gd name="T10" fmla="*/ 2268 w 721"/>
                <a:gd name="T11" fmla="*/ 3311 h 990"/>
                <a:gd name="T12" fmla="*/ 1975 w 721"/>
                <a:gd name="T13" fmla="*/ 3107 h 990"/>
                <a:gd name="T14" fmla="*/ 1736 w 721"/>
                <a:gd name="T15" fmla="*/ 3023 h 990"/>
                <a:gd name="T16" fmla="*/ 1467 w 721"/>
                <a:gd name="T17" fmla="*/ 2873 h 990"/>
                <a:gd name="T18" fmla="*/ 1082 w 721"/>
                <a:gd name="T19" fmla="*/ 2688 h 990"/>
                <a:gd name="T20" fmla="*/ 684 w 721"/>
                <a:gd name="T21" fmla="*/ 2218 h 990"/>
                <a:gd name="T22" fmla="*/ 471 w 721"/>
                <a:gd name="T23" fmla="*/ 1527 h 990"/>
                <a:gd name="T24" fmla="*/ 443 w 721"/>
                <a:gd name="T25" fmla="*/ 1325 h 990"/>
                <a:gd name="T26" fmla="*/ 370 w 721"/>
                <a:gd name="T27" fmla="*/ 1134 h 990"/>
                <a:gd name="T28" fmla="*/ 430 w 721"/>
                <a:gd name="T29" fmla="*/ 1114 h 990"/>
                <a:gd name="T30" fmla="*/ 105 w 721"/>
                <a:gd name="T31" fmla="*/ 21 h 990"/>
                <a:gd name="T32" fmla="*/ 105 w 721"/>
                <a:gd name="T33" fmla="*/ 21 h 990"/>
                <a:gd name="T34" fmla="*/ 105 w 721"/>
                <a:gd name="T35" fmla="*/ 21 h 990"/>
                <a:gd name="T36" fmla="*/ 105 w 721"/>
                <a:gd name="T37" fmla="*/ 0 h 990"/>
                <a:gd name="T38" fmla="*/ 105 w 721"/>
                <a:gd name="T39" fmla="*/ 24 h 990"/>
                <a:gd name="T40" fmla="*/ 0 w 721"/>
                <a:gd name="T41" fmla="*/ 24 h 990"/>
                <a:gd name="T42" fmla="*/ 129 w 721"/>
                <a:gd name="T43" fmla="*/ 543 h 990"/>
                <a:gd name="T44" fmla="*/ 278 w 721"/>
                <a:gd name="T45" fmla="*/ 1101 h 990"/>
                <a:gd name="T46" fmla="*/ 278 w 721"/>
                <a:gd name="T47" fmla="*/ 1106 h 990"/>
                <a:gd name="T48" fmla="*/ 377 w 721"/>
                <a:gd name="T49" fmla="*/ 1363 h 990"/>
                <a:gd name="T50" fmla="*/ 405 w 721"/>
                <a:gd name="T51" fmla="*/ 1567 h 990"/>
                <a:gd name="T52" fmla="*/ 639 w 721"/>
                <a:gd name="T53" fmla="*/ 2274 h 990"/>
                <a:gd name="T54" fmla="*/ 1069 w 721"/>
                <a:gd name="T55" fmla="*/ 2781 h 990"/>
                <a:gd name="T56" fmla="*/ 1435 w 721"/>
                <a:gd name="T57" fmla="*/ 2939 h 990"/>
                <a:gd name="T58" fmla="*/ 1696 w 721"/>
                <a:gd name="T59" fmla="*/ 3090 h 990"/>
                <a:gd name="T60" fmla="*/ 1969 w 721"/>
                <a:gd name="T61" fmla="*/ 3195 h 990"/>
                <a:gd name="T62" fmla="*/ 2244 w 721"/>
                <a:gd name="T63" fmla="*/ 3377 h 990"/>
                <a:gd name="T64" fmla="*/ 2793 w 721"/>
                <a:gd name="T65" fmla="*/ 3657 h 990"/>
                <a:gd name="T66" fmla="*/ 3260 w 721"/>
                <a:gd name="T67" fmla="*/ 4084 h 990"/>
                <a:gd name="T68" fmla="*/ 3619 w 721"/>
                <a:gd name="T69" fmla="*/ 4589 h 990"/>
                <a:gd name="T70" fmla="*/ 4192 w 721"/>
                <a:gd name="T71" fmla="*/ 5273 h 990"/>
                <a:gd name="T72" fmla="*/ 4317 w 721"/>
                <a:gd name="T73" fmla="*/ 5823 h 990"/>
                <a:gd name="T74" fmla="*/ 4648 w 721"/>
                <a:gd name="T75" fmla="*/ 6491 h 990"/>
                <a:gd name="T76" fmla="*/ 4702 w 721"/>
                <a:gd name="T77" fmla="*/ 6491 h 990"/>
                <a:gd name="T78" fmla="*/ 4357 w 721"/>
                <a:gd name="T79" fmla="*/ 5784 h 99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21" h="990">
                  <a:moveTo>
                    <a:pt x="668" y="882"/>
                  </a:moveTo>
                  <a:cubicBezTo>
                    <a:pt x="655" y="854"/>
                    <a:pt x="657" y="811"/>
                    <a:pt x="649" y="798"/>
                  </a:cubicBezTo>
                  <a:cubicBezTo>
                    <a:pt x="608" y="735"/>
                    <a:pt x="592" y="734"/>
                    <a:pt x="563" y="696"/>
                  </a:cubicBezTo>
                  <a:cubicBezTo>
                    <a:pt x="544" y="671"/>
                    <a:pt x="527" y="635"/>
                    <a:pt x="506" y="617"/>
                  </a:cubicBezTo>
                  <a:cubicBezTo>
                    <a:pt x="481" y="596"/>
                    <a:pt x="461" y="565"/>
                    <a:pt x="434" y="552"/>
                  </a:cubicBezTo>
                  <a:cubicBezTo>
                    <a:pt x="406" y="537"/>
                    <a:pt x="377" y="517"/>
                    <a:pt x="348" y="505"/>
                  </a:cubicBezTo>
                  <a:cubicBezTo>
                    <a:pt x="331" y="497"/>
                    <a:pt x="319" y="482"/>
                    <a:pt x="303" y="474"/>
                  </a:cubicBezTo>
                  <a:cubicBezTo>
                    <a:pt x="292" y="468"/>
                    <a:pt x="277" y="468"/>
                    <a:pt x="266" y="461"/>
                  </a:cubicBezTo>
                  <a:cubicBezTo>
                    <a:pt x="253" y="454"/>
                    <a:pt x="238" y="449"/>
                    <a:pt x="225" y="438"/>
                  </a:cubicBezTo>
                  <a:cubicBezTo>
                    <a:pt x="210" y="426"/>
                    <a:pt x="181" y="426"/>
                    <a:pt x="166" y="410"/>
                  </a:cubicBezTo>
                  <a:cubicBezTo>
                    <a:pt x="135" y="379"/>
                    <a:pt x="131" y="381"/>
                    <a:pt x="105" y="338"/>
                  </a:cubicBezTo>
                  <a:cubicBezTo>
                    <a:pt x="95" y="321"/>
                    <a:pt x="78" y="255"/>
                    <a:pt x="72" y="233"/>
                  </a:cubicBezTo>
                  <a:cubicBezTo>
                    <a:pt x="69" y="224"/>
                    <a:pt x="70" y="211"/>
                    <a:pt x="68" y="202"/>
                  </a:cubicBezTo>
                  <a:cubicBezTo>
                    <a:pt x="67" y="197"/>
                    <a:pt x="61" y="185"/>
                    <a:pt x="57" y="173"/>
                  </a:cubicBezTo>
                  <a:cubicBezTo>
                    <a:pt x="66" y="170"/>
                    <a:pt x="66" y="170"/>
                    <a:pt x="66" y="170"/>
                  </a:cubicBezTo>
                  <a:cubicBezTo>
                    <a:pt x="53" y="135"/>
                    <a:pt x="23" y="31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2"/>
                    <a:pt x="16" y="1"/>
                    <a:pt x="16" y="0"/>
                  </a:cubicBezTo>
                  <a:cubicBezTo>
                    <a:pt x="16" y="1"/>
                    <a:pt x="16" y="2"/>
                    <a:pt x="16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6" y="28"/>
                    <a:pt x="13" y="55"/>
                    <a:pt x="20" y="83"/>
                  </a:cubicBezTo>
                  <a:cubicBezTo>
                    <a:pt x="27" y="107"/>
                    <a:pt x="35" y="142"/>
                    <a:pt x="43" y="168"/>
                  </a:cubicBezTo>
                  <a:cubicBezTo>
                    <a:pt x="43" y="169"/>
                    <a:pt x="43" y="169"/>
                    <a:pt x="43" y="169"/>
                  </a:cubicBezTo>
                  <a:cubicBezTo>
                    <a:pt x="44" y="180"/>
                    <a:pt x="56" y="200"/>
                    <a:pt x="58" y="208"/>
                  </a:cubicBezTo>
                  <a:cubicBezTo>
                    <a:pt x="60" y="217"/>
                    <a:pt x="60" y="231"/>
                    <a:pt x="62" y="239"/>
                  </a:cubicBezTo>
                  <a:cubicBezTo>
                    <a:pt x="68" y="261"/>
                    <a:pt x="88" y="330"/>
                    <a:pt x="98" y="347"/>
                  </a:cubicBezTo>
                  <a:cubicBezTo>
                    <a:pt x="123" y="390"/>
                    <a:pt x="133" y="393"/>
                    <a:pt x="164" y="424"/>
                  </a:cubicBezTo>
                  <a:cubicBezTo>
                    <a:pt x="179" y="440"/>
                    <a:pt x="205" y="436"/>
                    <a:pt x="220" y="448"/>
                  </a:cubicBezTo>
                  <a:cubicBezTo>
                    <a:pt x="233" y="459"/>
                    <a:pt x="247" y="464"/>
                    <a:pt x="260" y="471"/>
                  </a:cubicBezTo>
                  <a:cubicBezTo>
                    <a:pt x="273" y="478"/>
                    <a:pt x="289" y="480"/>
                    <a:pt x="302" y="487"/>
                  </a:cubicBezTo>
                  <a:cubicBezTo>
                    <a:pt x="317" y="495"/>
                    <a:pt x="328" y="508"/>
                    <a:pt x="344" y="515"/>
                  </a:cubicBezTo>
                  <a:cubicBezTo>
                    <a:pt x="373" y="528"/>
                    <a:pt x="399" y="543"/>
                    <a:pt x="428" y="558"/>
                  </a:cubicBezTo>
                  <a:cubicBezTo>
                    <a:pt x="455" y="572"/>
                    <a:pt x="475" y="602"/>
                    <a:pt x="500" y="623"/>
                  </a:cubicBezTo>
                  <a:cubicBezTo>
                    <a:pt x="520" y="640"/>
                    <a:pt x="537" y="676"/>
                    <a:pt x="555" y="700"/>
                  </a:cubicBezTo>
                  <a:cubicBezTo>
                    <a:pt x="584" y="739"/>
                    <a:pt x="606" y="744"/>
                    <a:pt x="643" y="804"/>
                  </a:cubicBezTo>
                  <a:cubicBezTo>
                    <a:pt x="650" y="817"/>
                    <a:pt x="648" y="860"/>
                    <a:pt x="662" y="888"/>
                  </a:cubicBezTo>
                  <a:cubicBezTo>
                    <a:pt x="680" y="927"/>
                    <a:pt x="710" y="962"/>
                    <a:pt x="713" y="990"/>
                  </a:cubicBezTo>
                  <a:cubicBezTo>
                    <a:pt x="721" y="990"/>
                    <a:pt x="721" y="990"/>
                    <a:pt x="721" y="990"/>
                  </a:cubicBezTo>
                  <a:cubicBezTo>
                    <a:pt x="718" y="962"/>
                    <a:pt x="686" y="921"/>
                    <a:pt x="668" y="882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5" name="Freeform 66">
              <a:extLst>
                <a:ext uri="{FF2B5EF4-FFF2-40B4-BE49-F238E27FC236}">
                  <a16:creationId xmlns:a16="http://schemas.microsoft.com/office/drawing/2014/main" id="{732B535E-8FBA-41B4-AB9A-C1CD20445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985"/>
              <a:ext cx="514" cy="739"/>
            </a:xfrm>
            <a:custGeom>
              <a:avLst/>
              <a:gdLst>
                <a:gd name="T0" fmla="*/ 325 w 275"/>
                <a:gd name="T1" fmla="*/ 634 h 395"/>
                <a:gd name="T2" fmla="*/ 471 w 275"/>
                <a:gd name="T3" fmla="*/ 543 h 395"/>
                <a:gd name="T4" fmla="*/ 1632 w 275"/>
                <a:gd name="T5" fmla="*/ 2587 h 395"/>
                <a:gd name="T6" fmla="*/ 1796 w 275"/>
                <a:gd name="T7" fmla="*/ 2587 h 395"/>
                <a:gd name="T8" fmla="*/ 600 w 275"/>
                <a:gd name="T9" fmla="*/ 451 h 395"/>
                <a:gd name="T10" fmla="*/ 77 w 275"/>
                <a:gd name="T11" fmla="*/ 165 h 395"/>
                <a:gd name="T12" fmla="*/ 254 w 275"/>
                <a:gd name="T13" fmla="*/ 1093 h 3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395">
                  <a:moveTo>
                    <a:pt x="50" y="97"/>
                  </a:moveTo>
                  <a:cubicBezTo>
                    <a:pt x="29" y="51"/>
                    <a:pt x="31" y="39"/>
                    <a:pt x="72" y="83"/>
                  </a:cubicBezTo>
                  <a:cubicBezTo>
                    <a:pt x="139" y="154"/>
                    <a:pt x="202" y="233"/>
                    <a:pt x="250" y="395"/>
                  </a:cubicBezTo>
                  <a:cubicBezTo>
                    <a:pt x="275" y="395"/>
                    <a:pt x="275" y="395"/>
                    <a:pt x="275" y="395"/>
                  </a:cubicBezTo>
                  <a:cubicBezTo>
                    <a:pt x="228" y="229"/>
                    <a:pt x="162" y="149"/>
                    <a:pt x="92" y="69"/>
                  </a:cubicBezTo>
                  <a:cubicBezTo>
                    <a:pt x="75" y="52"/>
                    <a:pt x="33" y="0"/>
                    <a:pt x="12" y="25"/>
                  </a:cubicBezTo>
                  <a:cubicBezTo>
                    <a:pt x="0" y="37"/>
                    <a:pt x="8" y="94"/>
                    <a:pt x="39" y="167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6" name="Freeform 67">
              <a:extLst>
                <a:ext uri="{FF2B5EF4-FFF2-40B4-BE49-F238E27FC236}">
                  <a16:creationId xmlns:a16="http://schemas.microsoft.com/office/drawing/2014/main" id="{26C07F78-9C5B-4724-9BDC-AFD4B9349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801"/>
              <a:ext cx="889" cy="923"/>
            </a:xfrm>
            <a:custGeom>
              <a:avLst/>
              <a:gdLst>
                <a:gd name="T0" fmla="*/ 353 w 476"/>
                <a:gd name="T1" fmla="*/ 2234 h 493"/>
                <a:gd name="T2" fmla="*/ 306 w 476"/>
                <a:gd name="T3" fmla="*/ 1917 h 493"/>
                <a:gd name="T4" fmla="*/ 241 w 476"/>
                <a:gd name="T5" fmla="*/ 1556 h 493"/>
                <a:gd name="T6" fmla="*/ 226 w 476"/>
                <a:gd name="T7" fmla="*/ 1157 h 493"/>
                <a:gd name="T8" fmla="*/ 21 w 476"/>
                <a:gd name="T9" fmla="*/ 683 h 493"/>
                <a:gd name="T10" fmla="*/ 377 w 476"/>
                <a:gd name="T11" fmla="*/ 73 h 493"/>
                <a:gd name="T12" fmla="*/ 977 w 476"/>
                <a:gd name="T13" fmla="*/ 225 h 493"/>
                <a:gd name="T14" fmla="*/ 1291 w 476"/>
                <a:gd name="T15" fmla="*/ 386 h 493"/>
                <a:gd name="T16" fmla="*/ 1563 w 476"/>
                <a:gd name="T17" fmla="*/ 474 h 493"/>
                <a:gd name="T18" fmla="*/ 2051 w 476"/>
                <a:gd name="T19" fmla="*/ 925 h 493"/>
                <a:gd name="T20" fmla="*/ 2516 w 476"/>
                <a:gd name="T21" fmla="*/ 1608 h 493"/>
                <a:gd name="T22" fmla="*/ 2645 w 476"/>
                <a:gd name="T23" fmla="*/ 2016 h 493"/>
                <a:gd name="T24" fmla="*/ 2874 w 476"/>
                <a:gd name="T25" fmla="*/ 2211 h 493"/>
                <a:gd name="T26" fmla="*/ 2990 w 476"/>
                <a:gd name="T27" fmla="*/ 2612 h 493"/>
                <a:gd name="T28" fmla="*/ 3080 w 476"/>
                <a:gd name="T29" fmla="*/ 3235 h 493"/>
                <a:gd name="T30" fmla="*/ 2930 w 476"/>
                <a:gd name="T31" fmla="*/ 3235 h 493"/>
                <a:gd name="T32" fmla="*/ 2874 w 476"/>
                <a:gd name="T33" fmla="*/ 2850 h 493"/>
                <a:gd name="T34" fmla="*/ 2717 w 476"/>
                <a:gd name="T35" fmla="*/ 2468 h 493"/>
                <a:gd name="T36" fmla="*/ 2456 w 476"/>
                <a:gd name="T37" fmla="*/ 1917 h 493"/>
                <a:gd name="T38" fmla="*/ 2299 w 476"/>
                <a:gd name="T39" fmla="*/ 1535 h 493"/>
                <a:gd name="T40" fmla="*/ 2051 w 476"/>
                <a:gd name="T41" fmla="*/ 1221 h 493"/>
                <a:gd name="T42" fmla="*/ 1668 w 476"/>
                <a:gd name="T43" fmla="*/ 788 h 493"/>
                <a:gd name="T44" fmla="*/ 1074 w 476"/>
                <a:gd name="T45" fmla="*/ 382 h 493"/>
                <a:gd name="T46" fmla="*/ 572 w 476"/>
                <a:gd name="T47" fmla="*/ 747 h 493"/>
                <a:gd name="T48" fmla="*/ 699 w 476"/>
                <a:gd name="T49" fmla="*/ 1608 h 493"/>
                <a:gd name="T50" fmla="*/ 768 w 476"/>
                <a:gd name="T51" fmla="*/ 2234 h 49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76" h="493">
                  <a:moveTo>
                    <a:pt x="54" y="340"/>
                  </a:moveTo>
                  <a:cubicBezTo>
                    <a:pt x="52" y="320"/>
                    <a:pt x="51" y="311"/>
                    <a:pt x="47" y="292"/>
                  </a:cubicBezTo>
                  <a:cubicBezTo>
                    <a:pt x="43" y="278"/>
                    <a:pt x="38" y="252"/>
                    <a:pt x="37" y="237"/>
                  </a:cubicBezTo>
                  <a:cubicBezTo>
                    <a:pt x="37" y="214"/>
                    <a:pt x="48" y="194"/>
                    <a:pt x="35" y="176"/>
                  </a:cubicBezTo>
                  <a:cubicBezTo>
                    <a:pt x="21" y="156"/>
                    <a:pt x="0" y="130"/>
                    <a:pt x="3" y="104"/>
                  </a:cubicBezTo>
                  <a:cubicBezTo>
                    <a:pt x="9" y="57"/>
                    <a:pt x="32" y="15"/>
                    <a:pt x="58" y="11"/>
                  </a:cubicBezTo>
                  <a:cubicBezTo>
                    <a:pt x="81" y="7"/>
                    <a:pt x="96" y="0"/>
                    <a:pt x="150" y="34"/>
                  </a:cubicBezTo>
                  <a:cubicBezTo>
                    <a:pt x="168" y="42"/>
                    <a:pt x="182" y="46"/>
                    <a:pt x="198" y="59"/>
                  </a:cubicBezTo>
                  <a:cubicBezTo>
                    <a:pt x="211" y="69"/>
                    <a:pt x="225" y="65"/>
                    <a:pt x="240" y="72"/>
                  </a:cubicBezTo>
                  <a:cubicBezTo>
                    <a:pt x="263" y="84"/>
                    <a:pt x="298" y="112"/>
                    <a:pt x="315" y="141"/>
                  </a:cubicBezTo>
                  <a:cubicBezTo>
                    <a:pt x="337" y="180"/>
                    <a:pt x="361" y="210"/>
                    <a:pt x="386" y="245"/>
                  </a:cubicBezTo>
                  <a:cubicBezTo>
                    <a:pt x="398" y="262"/>
                    <a:pt x="399" y="285"/>
                    <a:pt x="406" y="307"/>
                  </a:cubicBezTo>
                  <a:cubicBezTo>
                    <a:pt x="411" y="325"/>
                    <a:pt x="433" y="321"/>
                    <a:pt x="441" y="337"/>
                  </a:cubicBezTo>
                  <a:cubicBezTo>
                    <a:pt x="450" y="356"/>
                    <a:pt x="448" y="383"/>
                    <a:pt x="459" y="398"/>
                  </a:cubicBezTo>
                  <a:cubicBezTo>
                    <a:pt x="476" y="422"/>
                    <a:pt x="475" y="462"/>
                    <a:pt x="473" y="493"/>
                  </a:cubicBezTo>
                  <a:cubicBezTo>
                    <a:pt x="450" y="493"/>
                    <a:pt x="450" y="493"/>
                    <a:pt x="450" y="493"/>
                  </a:cubicBezTo>
                  <a:cubicBezTo>
                    <a:pt x="444" y="473"/>
                    <a:pt x="446" y="454"/>
                    <a:pt x="441" y="434"/>
                  </a:cubicBezTo>
                  <a:cubicBezTo>
                    <a:pt x="436" y="415"/>
                    <a:pt x="424" y="395"/>
                    <a:pt x="417" y="376"/>
                  </a:cubicBezTo>
                  <a:cubicBezTo>
                    <a:pt x="406" y="346"/>
                    <a:pt x="389" y="317"/>
                    <a:pt x="377" y="292"/>
                  </a:cubicBezTo>
                  <a:cubicBezTo>
                    <a:pt x="369" y="275"/>
                    <a:pt x="363" y="251"/>
                    <a:pt x="353" y="234"/>
                  </a:cubicBezTo>
                  <a:cubicBezTo>
                    <a:pt x="341" y="214"/>
                    <a:pt x="325" y="201"/>
                    <a:pt x="315" y="186"/>
                  </a:cubicBezTo>
                  <a:cubicBezTo>
                    <a:pt x="295" y="156"/>
                    <a:pt x="275" y="140"/>
                    <a:pt x="256" y="120"/>
                  </a:cubicBezTo>
                  <a:cubicBezTo>
                    <a:pt x="229" y="91"/>
                    <a:pt x="187" y="66"/>
                    <a:pt x="165" y="58"/>
                  </a:cubicBezTo>
                  <a:cubicBezTo>
                    <a:pt x="127" y="44"/>
                    <a:pt x="97" y="48"/>
                    <a:pt x="88" y="114"/>
                  </a:cubicBezTo>
                  <a:cubicBezTo>
                    <a:pt x="84" y="144"/>
                    <a:pt x="101" y="205"/>
                    <a:pt x="107" y="245"/>
                  </a:cubicBezTo>
                  <a:cubicBezTo>
                    <a:pt x="112" y="282"/>
                    <a:pt x="110" y="320"/>
                    <a:pt x="118" y="34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7" name="Freeform 68">
              <a:extLst>
                <a:ext uri="{FF2B5EF4-FFF2-40B4-BE49-F238E27FC236}">
                  <a16:creationId xmlns:a16="http://schemas.microsoft.com/office/drawing/2014/main" id="{7D73696E-2069-4D73-95B0-5C2E9E08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167"/>
              <a:ext cx="1304" cy="1557"/>
            </a:xfrm>
            <a:custGeom>
              <a:avLst/>
              <a:gdLst>
                <a:gd name="T0" fmla="*/ 196 w 698"/>
                <a:gd name="T1" fmla="*/ 0 h 832"/>
                <a:gd name="T2" fmla="*/ 594 w 698"/>
                <a:gd name="T3" fmla="*/ 715 h 832"/>
                <a:gd name="T4" fmla="*/ 4551 w 698"/>
                <a:gd name="T5" fmla="*/ 5453 h 832"/>
                <a:gd name="T6" fmla="*/ 4401 w 698"/>
                <a:gd name="T7" fmla="*/ 5453 h 832"/>
                <a:gd name="T8" fmla="*/ 2348 w 698"/>
                <a:gd name="T9" fmla="*/ 2279 h 832"/>
                <a:gd name="T10" fmla="*/ 0 w 698"/>
                <a:gd name="T11" fmla="*/ 137 h 8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8" h="832">
                  <a:moveTo>
                    <a:pt x="30" y="0"/>
                  </a:moveTo>
                  <a:cubicBezTo>
                    <a:pt x="43" y="37"/>
                    <a:pt x="62" y="80"/>
                    <a:pt x="91" y="109"/>
                  </a:cubicBezTo>
                  <a:cubicBezTo>
                    <a:pt x="233" y="252"/>
                    <a:pt x="557" y="337"/>
                    <a:pt x="698" y="832"/>
                  </a:cubicBezTo>
                  <a:cubicBezTo>
                    <a:pt x="675" y="832"/>
                    <a:pt x="675" y="832"/>
                    <a:pt x="675" y="832"/>
                  </a:cubicBezTo>
                  <a:cubicBezTo>
                    <a:pt x="618" y="622"/>
                    <a:pt x="489" y="451"/>
                    <a:pt x="360" y="348"/>
                  </a:cubicBezTo>
                  <a:cubicBezTo>
                    <a:pt x="203" y="222"/>
                    <a:pt x="46" y="176"/>
                    <a:pt x="0" y="21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8" name="Freeform 69">
              <a:extLst>
                <a:ext uri="{FF2B5EF4-FFF2-40B4-BE49-F238E27FC236}">
                  <a16:creationId xmlns:a16="http://schemas.microsoft.com/office/drawing/2014/main" id="{0CA43B6D-833E-4C52-9F4A-1D4E306F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914"/>
              <a:ext cx="1364" cy="1810"/>
            </a:xfrm>
            <a:custGeom>
              <a:avLst/>
              <a:gdLst>
                <a:gd name="T0" fmla="*/ 321 w 730"/>
                <a:gd name="T1" fmla="*/ 1037 h 967"/>
                <a:gd name="T2" fmla="*/ 783 w 730"/>
                <a:gd name="T3" fmla="*/ 1902 h 967"/>
                <a:gd name="T4" fmla="*/ 1239 w 730"/>
                <a:gd name="T5" fmla="*/ 2302 h 967"/>
                <a:gd name="T6" fmla="*/ 1997 w 730"/>
                <a:gd name="T7" fmla="*/ 2890 h 967"/>
                <a:gd name="T8" fmla="*/ 2960 w 730"/>
                <a:gd name="T9" fmla="*/ 3461 h 967"/>
                <a:gd name="T10" fmla="*/ 3836 w 730"/>
                <a:gd name="T11" fmla="*/ 4474 h 967"/>
                <a:gd name="T12" fmla="*/ 4385 w 730"/>
                <a:gd name="T13" fmla="*/ 5233 h 967"/>
                <a:gd name="T14" fmla="*/ 4539 w 730"/>
                <a:gd name="T15" fmla="*/ 5771 h 967"/>
                <a:gd name="T16" fmla="*/ 4763 w 730"/>
                <a:gd name="T17" fmla="*/ 6342 h 967"/>
                <a:gd name="T18" fmla="*/ 4567 w 730"/>
                <a:gd name="T19" fmla="*/ 6342 h 967"/>
                <a:gd name="T20" fmla="*/ 4221 w 730"/>
                <a:gd name="T21" fmla="*/ 5634 h 967"/>
                <a:gd name="T22" fmla="*/ 4096 w 730"/>
                <a:gd name="T23" fmla="*/ 5084 h 967"/>
                <a:gd name="T24" fmla="*/ 3537 w 730"/>
                <a:gd name="T25" fmla="*/ 4414 h 967"/>
                <a:gd name="T26" fmla="*/ 3163 w 730"/>
                <a:gd name="T27" fmla="*/ 3895 h 967"/>
                <a:gd name="T28" fmla="*/ 2694 w 730"/>
                <a:gd name="T29" fmla="*/ 3468 h 967"/>
                <a:gd name="T30" fmla="*/ 2134 w 730"/>
                <a:gd name="T31" fmla="*/ 3160 h 967"/>
                <a:gd name="T32" fmla="*/ 1840 w 730"/>
                <a:gd name="T33" fmla="*/ 2957 h 967"/>
                <a:gd name="T34" fmla="*/ 1599 w 730"/>
                <a:gd name="T35" fmla="*/ 2873 h 967"/>
                <a:gd name="T36" fmla="*/ 1330 w 730"/>
                <a:gd name="T37" fmla="*/ 2722 h 967"/>
                <a:gd name="T38" fmla="*/ 945 w 730"/>
                <a:gd name="T39" fmla="*/ 2536 h 967"/>
                <a:gd name="T40" fmla="*/ 547 w 730"/>
                <a:gd name="T41" fmla="*/ 2066 h 967"/>
                <a:gd name="T42" fmla="*/ 333 w 730"/>
                <a:gd name="T43" fmla="*/ 1378 h 967"/>
                <a:gd name="T44" fmla="*/ 306 w 730"/>
                <a:gd name="T45" fmla="*/ 1174 h 967"/>
                <a:gd name="T46" fmla="*/ 189 w 730"/>
                <a:gd name="T47" fmla="*/ 880 h 967"/>
                <a:gd name="T48" fmla="*/ 0 w 730"/>
                <a:gd name="T49" fmla="*/ 0 h 9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30" h="967">
                  <a:moveTo>
                    <a:pt x="49" y="158"/>
                  </a:moveTo>
                  <a:cubicBezTo>
                    <a:pt x="67" y="211"/>
                    <a:pt x="92" y="255"/>
                    <a:pt x="120" y="290"/>
                  </a:cubicBezTo>
                  <a:cubicBezTo>
                    <a:pt x="140" y="316"/>
                    <a:pt x="167" y="332"/>
                    <a:pt x="190" y="351"/>
                  </a:cubicBezTo>
                  <a:cubicBezTo>
                    <a:pt x="232" y="388"/>
                    <a:pt x="270" y="419"/>
                    <a:pt x="306" y="441"/>
                  </a:cubicBezTo>
                  <a:cubicBezTo>
                    <a:pt x="333" y="459"/>
                    <a:pt x="396" y="483"/>
                    <a:pt x="454" y="528"/>
                  </a:cubicBezTo>
                  <a:cubicBezTo>
                    <a:pt x="499" y="564"/>
                    <a:pt x="541" y="625"/>
                    <a:pt x="588" y="682"/>
                  </a:cubicBezTo>
                  <a:cubicBezTo>
                    <a:pt x="619" y="719"/>
                    <a:pt x="646" y="751"/>
                    <a:pt x="672" y="798"/>
                  </a:cubicBezTo>
                  <a:cubicBezTo>
                    <a:pt x="684" y="819"/>
                    <a:pt x="686" y="851"/>
                    <a:pt x="696" y="880"/>
                  </a:cubicBezTo>
                  <a:cubicBezTo>
                    <a:pt x="707" y="909"/>
                    <a:pt x="726" y="936"/>
                    <a:pt x="730" y="967"/>
                  </a:cubicBezTo>
                  <a:cubicBezTo>
                    <a:pt x="700" y="967"/>
                    <a:pt x="700" y="967"/>
                    <a:pt x="700" y="967"/>
                  </a:cubicBezTo>
                  <a:cubicBezTo>
                    <a:pt x="697" y="939"/>
                    <a:pt x="665" y="898"/>
                    <a:pt x="647" y="859"/>
                  </a:cubicBezTo>
                  <a:cubicBezTo>
                    <a:pt x="634" y="831"/>
                    <a:pt x="636" y="788"/>
                    <a:pt x="628" y="775"/>
                  </a:cubicBezTo>
                  <a:cubicBezTo>
                    <a:pt x="587" y="712"/>
                    <a:pt x="571" y="711"/>
                    <a:pt x="542" y="673"/>
                  </a:cubicBezTo>
                  <a:cubicBezTo>
                    <a:pt x="523" y="648"/>
                    <a:pt x="506" y="612"/>
                    <a:pt x="485" y="594"/>
                  </a:cubicBezTo>
                  <a:cubicBezTo>
                    <a:pt x="460" y="573"/>
                    <a:pt x="440" y="542"/>
                    <a:pt x="413" y="529"/>
                  </a:cubicBezTo>
                  <a:cubicBezTo>
                    <a:pt x="385" y="514"/>
                    <a:pt x="356" y="494"/>
                    <a:pt x="327" y="482"/>
                  </a:cubicBezTo>
                  <a:cubicBezTo>
                    <a:pt x="310" y="474"/>
                    <a:pt x="298" y="459"/>
                    <a:pt x="282" y="451"/>
                  </a:cubicBezTo>
                  <a:cubicBezTo>
                    <a:pt x="271" y="445"/>
                    <a:pt x="256" y="445"/>
                    <a:pt x="245" y="438"/>
                  </a:cubicBezTo>
                  <a:cubicBezTo>
                    <a:pt x="232" y="431"/>
                    <a:pt x="217" y="426"/>
                    <a:pt x="204" y="415"/>
                  </a:cubicBezTo>
                  <a:cubicBezTo>
                    <a:pt x="189" y="403"/>
                    <a:pt x="160" y="403"/>
                    <a:pt x="145" y="387"/>
                  </a:cubicBezTo>
                  <a:cubicBezTo>
                    <a:pt x="114" y="356"/>
                    <a:pt x="110" y="358"/>
                    <a:pt x="84" y="315"/>
                  </a:cubicBezTo>
                  <a:cubicBezTo>
                    <a:pt x="74" y="298"/>
                    <a:pt x="57" y="232"/>
                    <a:pt x="51" y="210"/>
                  </a:cubicBezTo>
                  <a:cubicBezTo>
                    <a:pt x="48" y="201"/>
                    <a:pt x="49" y="188"/>
                    <a:pt x="47" y="179"/>
                  </a:cubicBezTo>
                  <a:cubicBezTo>
                    <a:pt x="45" y="171"/>
                    <a:pt x="32" y="144"/>
                    <a:pt x="29" y="134"/>
                  </a:cubicBezTo>
                  <a:cubicBezTo>
                    <a:pt x="26" y="124"/>
                    <a:pt x="0" y="0"/>
                    <a:pt x="0" y="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9" name="Freeform 70">
              <a:extLst>
                <a:ext uri="{FF2B5EF4-FFF2-40B4-BE49-F238E27FC236}">
                  <a16:creationId xmlns:a16="http://schemas.microsoft.com/office/drawing/2014/main" id="{42CD5A60-33D6-4927-9E08-A9A0A265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884"/>
              <a:ext cx="684" cy="840"/>
            </a:xfrm>
            <a:custGeom>
              <a:avLst/>
              <a:gdLst>
                <a:gd name="T0" fmla="*/ 224 w 366"/>
                <a:gd name="T1" fmla="*/ 1938 h 449"/>
                <a:gd name="T2" fmla="*/ 150 w 366"/>
                <a:gd name="T3" fmla="*/ 1315 h 449"/>
                <a:gd name="T4" fmla="*/ 24 w 366"/>
                <a:gd name="T5" fmla="*/ 458 h 449"/>
                <a:gd name="T6" fmla="*/ 527 w 366"/>
                <a:gd name="T7" fmla="*/ 92 h 449"/>
                <a:gd name="T8" fmla="*/ 1121 w 366"/>
                <a:gd name="T9" fmla="*/ 498 h 449"/>
                <a:gd name="T10" fmla="*/ 1508 w 366"/>
                <a:gd name="T11" fmla="*/ 932 h 449"/>
                <a:gd name="T12" fmla="*/ 1757 w 366"/>
                <a:gd name="T13" fmla="*/ 1242 h 449"/>
                <a:gd name="T14" fmla="*/ 1914 w 366"/>
                <a:gd name="T15" fmla="*/ 1624 h 449"/>
                <a:gd name="T16" fmla="*/ 2172 w 366"/>
                <a:gd name="T17" fmla="*/ 2174 h 449"/>
                <a:gd name="T18" fmla="*/ 2330 w 366"/>
                <a:gd name="T19" fmla="*/ 2556 h 449"/>
                <a:gd name="T20" fmla="*/ 2388 w 366"/>
                <a:gd name="T21" fmla="*/ 2939 h 449"/>
                <a:gd name="T22" fmla="*/ 2117 w 366"/>
                <a:gd name="T23" fmla="*/ 2939 h 449"/>
                <a:gd name="T24" fmla="*/ 921 w 366"/>
                <a:gd name="T25" fmla="*/ 804 h 449"/>
                <a:gd name="T26" fmla="*/ 398 w 366"/>
                <a:gd name="T27" fmla="*/ 518 h 449"/>
                <a:gd name="T28" fmla="*/ 572 w 366"/>
                <a:gd name="T29" fmla="*/ 1446 h 449"/>
                <a:gd name="T30" fmla="*/ 772 w 366"/>
                <a:gd name="T31" fmla="*/ 1938 h 4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6" h="449">
                  <a:moveTo>
                    <a:pt x="34" y="296"/>
                  </a:moveTo>
                  <a:cubicBezTo>
                    <a:pt x="26" y="276"/>
                    <a:pt x="28" y="238"/>
                    <a:pt x="23" y="201"/>
                  </a:cubicBezTo>
                  <a:cubicBezTo>
                    <a:pt x="17" y="161"/>
                    <a:pt x="0" y="100"/>
                    <a:pt x="4" y="70"/>
                  </a:cubicBezTo>
                  <a:cubicBezTo>
                    <a:pt x="13" y="4"/>
                    <a:pt x="43" y="0"/>
                    <a:pt x="81" y="14"/>
                  </a:cubicBezTo>
                  <a:cubicBezTo>
                    <a:pt x="103" y="22"/>
                    <a:pt x="145" y="47"/>
                    <a:pt x="172" y="76"/>
                  </a:cubicBezTo>
                  <a:cubicBezTo>
                    <a:pt x="191" y="96"/>
                    <a:pt x="211" y="112"/>
                    <a:pt x="231" y="142"/>
                  </a:cubicBezTo>
                  <a:cubicBezTo>
                    <a:pt x="241" y="157"/>
                    <a:pt x="257" y="170"/>
                    <a:pt x="269" y="190"/>
                  </a:cubicBezTo>
                  <a:cubicBezTo>
                    <a:pt x="279" y="207"/>
                    <a:pt x="285" y="231"/>
                    <a:pt x="293" y="248"/>
                  </a:cubicBezTo>
                  <a:cubicBezTo>
                    <a:pt x="305" y="273"/>
                    <a:pt x="322" y="302"/>
                    <a:pt x="333" y="332"/>
                  </a:cubicBezTo>
                  <a:cubicBezTo>
                    <a:pt x="340" y="351"/>
                    <a:pt x="352" y="371"/>
                    <a:pt x="357" y="390"/>
                  </a:cubicBezTo>
                  <a:cubicBezTo>
                    <a:pt x="362" y="410"/>
                    <a:pt x="360" y="429"/>
                    <a:pt x="366" y="449"/>
                  </a:cubicBezTo>
                  <a:cubicBezTo>
                    <a:pt x="324" y="449"/>
                    <a:pt x="324" y="449"/>
                    <a:pt x="324" y="449"/>
                  </a:cubicBezTo>
                  <a:cubicBezTo>
                    <a:pt x="277" y="283"/>
                    <a:pt x="211" y="203"/>
                    <a:pt x="141" y="123"/>
                  </a:cubicBezTo>
                  <a:cubicBezTo>
                    <a:pt x="124" y="106"/>
                    <a:pt x="82" y="54"/>
                    <a:pt x="61" y="79"/>
                  </a:cubicBezTo>
                  <a:cubicBezTo>
                    <a:pt x="49" y="91"/>
                    <a:pt x="57" y="148"/>
                    <a:pt x="88" y="221"/>
                  </a:cubicBezTo>
                  <a:cubicBezTo>
                    <a:pt x="118" y="296"/>
                    <a:pt x="118" y="296"/>
                    <a:pt x="118" y="29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0" name="Freeform 71">
              <a:extLst>
                <a:ext uri="{FF2B5EF4-FFF2-40B4-BE49-F238E27FC236}">
                  <a16:creationId xmlns:a16="http://schemas.microsoft.com/office/drawing/2014/main" id="{7977CED9-7DF3-4BE9-A2DB-CB36A1263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783"/>
              <a:ext cx="919" cy="941"/>
            </a:xfrm>
            <a:custGeom>
              <a:avLst/>
              <a:gdLst>
                <a:gd name="T0" fmla="*/ 353 w 492"/>
                <a:gd name="T1" fmla="*/ 2292 h 503"/>
                <a:gd name="T2" fmla="*/ 306 w 492"/>
                <a:gd name="T3" fmla="*/ 1977 h 503"/>
                <a:gd name="T4" fmla="*/ 248 w 492"/>
                <a:gd name="T5" fmla="*/ 1616 h 503"/>
                <a:gd name="T6" fmla="*/ 233 w 492"/>
                <a:gd name="T7" fmla="*/ 1263 h 503"/>
                <a:gd name="T8" fmla="*/ 21 w 492"/>
                <a:gd name="T9" fmla="*/ 745 h 503"/>
                <a:gd name="T10" fmla="*/ 398 w 492"/>
                <a:gd name="T11" fmla="*/ 73 h 503"/>
                <a:gd name="T12" fmla="*/ 1061 w 492"/>
                <a:gd name="T13" fmla="*/ 224 h 503"/>
                <a:gd name="T14" fmla="*/ 1375 w 492"/>
                <a:gd name="T15" fmla="*/ 385 h 503"/>
                <a:gd name="T16" fmla="*/ 1636 w 492"/>
                <a:gd name="T17" fmla="*/ 473 h 503"/>
                <a:gd name="T18" fmla="*/ 2156 w 492"/>
                <a:gd name="T19" fmla="*/ 956 h 503"/>
                <a:gd name="T20" fmla="*/ 2628 w 492"/>
                <a:gd name="T21" fmla="*/ 1639 h 503"/>
                <a:gd name="T22" fmla="*/ 2742 w 492"/>
                <a:gd name="T23" fmla="*/ 2022 h 503"/>
                <a:gd name="T24" fmla="*/ 2979 w 492"/>
                <a:gd name="T25" fmla="*/ 2219 h 503"/>
                <a:gd name="T26" fmla="*/ 3095 w 492"/>
                <a:gd name="T27" fmla="*/ 2640 h 503"/>
                <a:gd name="T28" fmla="*/ 3185 w 492"/>
                <a:gd name="T29" fmla="*/ 3293 h 503"/>
                <a:gd name="T30" fmla="*/ 3147 w 492"/>
                <a:gd name="T31" fmla="*/ 3293 h 503"/>
                <a:gd name="T32" fmla="*/ 3056 w 492"/>
                <a:gd name="T33" fmla="*/ 2670 h 503"/>
                <a:gd name="T34" fmla="*/ 2938 w 492"/>
                <a:gd name="T35" fmla="*/ 2271 h 503"/>
                <a:gd name="T36" fmla="*/ 2710 w 492"/>
                <a:gd name="T37" fmla="*/ 2075 h 503"/>
                <a:gd name="T38" fmla="*/ 2581 w 492"/>
                <a:gd name="T39" fmla="*/ 1669 h 503"/>
                <a:gd name="T40" fmla="*/ 2118 w 492"/>
                <a:gd name="T41" fmla="*/ 988 h 503"/>
                <a:gd name="T42" fmla="*/ 1629 w 492"/>
                <a:gd name="T43" fmla="*/ 535 h 503"/>
                <a:gd name="T44" fmla="*/ 1358 w 492"/>
                <a:gd name="T45" fmla="*/ 451 h 503"/>
                <a:gd name="T46" fmla="*/ 1042 w 492"/>
                <a:gd name="T47" fmla="*/ 286 h 503"/>
                <a:gd name="T48" fmla="*/ 443 w 492"/>
                <a:gd name="T49" fmla="*/ 137 h 503"/>
                <a:gd name="T50" fmla="*/ 84 w 492"/>
                <a:gd name="T51" fmla="*/ 745 h 503"/>
                <a:gd name="T52" fmla="*/ 293 w 492"/>
                <a:gd name="T53" fmla="*/ 1218 h 503"/>
                <a:gd name="T54" fmla="*/ 306 w 492"/>
                <a:gd name="T55" fmla="*/ 1616 h 503"/>
                <a:gd name="T56" fmla="*/ 370 w 492"/>
                <a:gd name="T57" fmla="*/ 1977 h 503"/>
                <a:gd name="T58" fmla="*/ 418 w 492"/>
                <a:gd name="T59" fmla="*/ 2292 h 50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92" h="503">
                  <a:moveTo>
                    <a:pt x="54" y="350"/>
                  </a:moveTo>
                  <a:cubicBezTo>
                    <a:pt x="52" y="330"/>
                    <a:pt x="52" y="321"/>
                    <a:pt x="47" y="302"/>
                  </a:cubicBezTo>
                  <a:cubicBezTo>
                    <a:pt x="44" y="288"/>
                    <a:pt x="38" y="262"/>
                    <a:pt x="38" y="247"/>
                  </a:cubicBezTo>
                  <a:cubicBezTo>
                    <a:pt x="37" y="224"/>
                    <a:pt x="51" y="209"/>
                    <a:pt x="36" y="193"/>
                  </a:cubicBezTo>
                  <a:cubicBezTo>
                    <a:pt x="25" y="181"/>
                    <a:pt x="0" y="140"/>
                    <a:pt x="3" y="114"/>
                  </a:cubicBezTo>
                  <a:cubicBezTo>
                    <a:pt x="10" y="67"/>
                    <a:pt x="34" y="16"/>
                    <a:pt x="61" y="11"/>
                  </a:cubicBezTo>
                  <a:cubicBezTo>
                    <a:pt x="84" y="8"/>
                    <a:pt x="109" y="0"/>
                    <a:pt x="163" y="34"/>
                  </a:cubicBezTo>
                  <a:cubicBezTo>
                    <a:pt x="180" y="42"/>
                    <a:pt x="194" y="46"/>
                    <a:pt x="211" y="59"/>
                  </a:cubicBezTo>
                  <a:cubicBezTo>
                    <a:pt x="224" y="69"/>
                    <a:pt x="237" y="64"/>
                    <a:pt x="251" y="72"/>
                  </a:cubicBezTo>
                  <a:cubicBezTo>
                    <a:pt x="274" y="84"/>
                    <a:pt x="314" y="116"/>
                    <a:pt x="331" y="146"/>
                  </a:cubicBezTo>
                  <a:cubicBezTo>
                    <a:pt x="353" y="185"/>
                    <a:pt x="378" y="215"/>
                    <a:pt x="403" y="250"/>
                  </a:cubicBezTo>
                  <a:cubicBezTo>
                    <a:pt x="415" y="267"/>
                    <a:pt x="416" y="286"/>
                    <a:pt x="421" y="309"/>
                  </a:cubicBezTo>
                  <a:cubicBezTo>
                    <a:pt x="424" y="322"/>
                    <a:pt x="449" y="324"/>
                    <a:pt x="457" y="339"/>
                  </a:cubicBezTo>
                  <a:cubicBezTo>
                    <a:pt x="466" y="358"/>
                    <a:pt x="464" y="388"/>
                    <a:pt x="475" y="403"/>
                  </a:cubicBezTo>
                  <a:cubicBezTo>
                    <a:pt x="492" y="427"/>
                    <a:pt x="491" y="472"/>
                    <a:pt x="489" y="503"/>
                  </a:cubicBezTo>
                  <a:cubicBezTo>
                    <a:pt x="483" y="503"/>
                    <a:pt x="483" y="503"/>
                    <a:pt x="483" y="503"/>
                  </a:cubicBezTo>
                  <a:cubicBezTo>
                    <a:pt x="485" y="472"/>
                    <a:pt x="486" y="432"/>
                    <a:pt x="469" y="408"/>
                  </a:cubicBezTo>
                  <a:cubicBezTo>
                    <a:pt x="458" y="393"/>
                    <a:pt x="460" y="366"/>
                    <a:pt x="451" y="347"/>
                  </a:cubicBezTo>
                  <a:cubicBezTo>
                    <a:pt x="443" y="331"/>
                    <a:pt x="421" y="335"/>
                    <a:pt x="416" y="317"/>
                  </a:cubicBezTo>
                  <a:cubicBezTo>
                    <a:pt x="409" y="295"/>
                    <a:pt x="408" y="272"/>
                    <a:pt x="396" y="255"/>
                  </a:cubicBezTo>
                  <a:cubicBezTo>
                    <a:pt x="371" y="220"/>
                    <a:pt x="347" y="190"/>
                    <a:pt x="325" y="151"/>
                  </a:cubicBezTo>
                  <a:cubicBezTo>
                    <a:pt x="308" y="122"/>
                    <a:pt x="273" y="94"/>
                    <a:pt x="250" y="82"/>
                  </a:cubicBezTo>
                  <a:cubicBezTo>
                    <a:pt x="235" y="75"/>
                    <a:pt x="221" y="79"/>
                    <a:pt x="208" y="69"/>
                  </a:cubicBezTo>
                  <a:cubicBezTo>
                    <a:pt x="192" y="56"/>
                    <a:pt x="178" y="52"/>
                    <a:pt x="160" y="44"/>
                  </a:cubicBezTo>
                  <a:cubicBezTo>
                    <a:pt x="106" y="10"/>
                    <a:pt x="91" y="17"/>
                    <a:pt x="68" y="21"/>
                  </a:cubicBezTo>
                  <a:cubicBezTo>
                    <a:pt x="42" y="25"/>
                    <a:pt x="19" y="67"/>
                    <a:pt x="13" y="114"/>
                  </a:cubicBezTo>
                  <a:cubicBezTo>
                    <a:pt x="10" y="140"/>
                    <a:pt x="31" y="166"/>
                    <a:pt x="45" y="186"/>
                  </a:cubicBezTo>
                  <a:cubicBezTo>
                    <a:pt x="58" y="204"/>
                    <a:pt x="47" y="224"/>
                    <a:pt x="47" y="247"/>
                  </a:cubicBezTo>
                  <a:cubicBezTo>
                    <a:pt x="48" y="262"/>
                    <a:pt x="53" y="288"/>
                    <a:pt x="57" y="302"/>
                  </a:cubicBezTo>
                  <a:cubicBezTo>
                    <a:pt x="61" y="321"/>
                    <a:pt x="62" y="330"/>
                    <a:pt x="64" y="350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1" name="Freeform 72">
              <a:extLst>
                <a:ext uri="{FF2B5EF4-FFF2-40B4-BE49-F238E27FC236}">
                  <a16:creationId xmlns:a16="http://schemas.microsoft.com/office/drawing/2014/main" id="{084C462C-2865-4A25-9A0F-8EB39372C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3724"/>
              <a:ext cx="267" cy="135"/>
            </a:xfrm>
            <a:custGeom>
              <a:avLst/>
              <a:gdLst>
                <a:gd name="T0" fmla="*/ 932 w 143"/>
                <a:gd name="T1" fmla="*/ 0 h 72"/>
                <a:gd name="T2" fmla="*/ 885 w 143"/>
                <a:gd name="T3" fmla="*/ 270 h 72"/>
                <a:gd name="T4" fmla="*/ 540 w 143"/>
                <a:gd name="T5" fmla="*/ 474 h 72"/>
                <a:gd name="T6" fmla="*/ 189 w 143"/>
                <a:gd name="T7" fmla="*/ 362 h 72"/>
                <a:gd name="T8" fmla="*/ 0 w 143"/>
                <a:gd name="T9" fmla="*/ 0 h 72"/>
                <a:gd name="T10" fmla="*/ 157 w 143"/>
                <a:gd name="T11" fmla="*/ 0 h 72"/>
                <a:gd name="T12" fmla="*/ 286 w 143"/>
                <a:gd name="T13" fmla="*/ 296 h 72"/>
                <a:gd name="T14" fmla="*/ 555 w 143"/>
                <a:gd name="T15" fmla="*/ 362 h 72"/>
                <a:gd name="T16" fmla="*/ 728 w 143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72">
                  <a:moveTo>
                    <a:pt x="143" y="0"/>
                  </a:moveTo>
                  <a:cubicBezTo>
                    <a:pt x="139" y="19"/>
                    <a:pt x="142" y="34"/>
                    <a:pt x="136" y="41"/>
                  </a:cubicBezTo>
                  <a:cubicBezTo>
                    <a:pt x="126" y="54"/>
                    <a:pt x="101" y="71"/>
                    <a:pt x="83" y="72"/>
                  </a:cubicBezTo>
                  <a:cubicBezTo>
                    <a:pt x="64" y="72"/>
                    <a:pt x="46" y="60"/>
                    <a:pt x="29" y="55"/>
                  </a:cubicBezTo>
                  <a:cubicBezTo>
                    <a:pt x="11" y="49"/>
                    <a:pt x="0" y="24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1" y="24"/>
                    <a:pt x="32" y="31"/>
                    <a:pt x="44" y="45"/>
                  </a:cubicBezTo>
                  <a:cubicBezTo>
                    <a:pt x="54" y="57"/>
                    <a:pt x="72" y="62"/>
                    <a:pt x="85" y="55"/>
                  </a:cubicBezTo>
                  <a:cubicBezTo>
                    <a:pt x="97" y="47"/>
                    <a:pt x="112" y="25"/>
                    <a:pt x="112" y="0"/>
                  </a:cubicBezTo>
                </a:path>
              </a:pathLst>
            </a:custGeom>
            <a:solidFill>
              <a:srgbClr val="FFD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2" name="Freeform 73">
              <a:extLst>
                <a:ext uri="{FF2B5EF4-FFF2-40B4-BE49-F238E27FC236}">
                  <a16:creationId xmlns:a16="http://schemas.microsoft.com/office/drawing/2014/main" id="{87C0D397-21E8-4569-B7DE-C2DF86C6A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724"/>
              <a:ext cx="170" cy="116"/>
            </a:xfrm>
            <a:custGeom>
              <a:avLst/>
              <a:gdLst>
                <a:gd name="T0" fmla="*/ 547 w 91"/>
                <a:gd name="T1" fmla="*/ 0 h 62"/>
                <a:gd name="T2" fmla="*/ 418 w 91"/>
                <a:gd name="T3" fmla="*/ 301 h 62"/>
                <a:gd name="T4" fmla="*/ 164 w 91"/>
                <a:gd name="T5" fmla="*/ 249 h 62"/>
                <a:gd name="T6" fmla="*/ 52 w 91"/>
                <a:gd name="T7" fmla="*/ 0 h 62"/>
                <a:gd name="T8" fmla="*/ 21 w 91"/>
                <a:gd name="T9" fmla="*/ 0 h 62"/>
                <a:gd name="T10" fmla="*/ 149 w 91"/>
                <a:gd name="T11" fmla="*/ 294 h 62"/>
                <a:gd name="T12" fmla="*/ 418 w 91"/>
                <a:gd name="T13" fmla="*/ 361 h 62"/>
                <a:gd name="T14" fmla="*/ 594 w 91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62">
                  <a:moveTo>
                    <a:pt x="84" y="0"/>
                  </a:moveTo>
                  <a:cubicBezTo>
                    <a:pt x="81" y="15"/>
                    <a:pt x="74" y="39"/>
                    <a:pt x="64" y="46"/>
                  </a:cubicBezTo>
                  <a:cubicBezTo>
                    <a:pt x="53" y="53"/>
                    <a:pt x="34" y="48"/>
                    <a:pt x="25" y="38"/>
                  </a:cubicBezTo>
                  <a:cubicBezTo>
                    <a:pt x="17" y="27"/>
                    <a:pt x="10" y="10"/>
                    <a:pt x="8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24"/>
                    <a:pt x="11" y="31"/>
                    <a:pt x="23" y="45"/>
                  </a:cubicBezTo>
                  <a:cubicBezTo>
                    <a:pt x="33" y="57"/>
                    <a:pt x="51" y="62"/>
                    <a:pt x="64" y="55"/>
                  </a:cubicBezTo>
                  <a:cubicBezTo>
                    <a:pt x="76" y="47"/>
                    <a:pt x="91" y="25"/>
                    <a:pt x="91" y="0"/>
                  </a:cubicBezTo>
                </a:path>
              </a:pathLst>
            </a:custGeom>
            <a:solidFill>
              <a:srgbClr val="99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3" name="Freeform 74">
              <a:extLst>
                <a:ext uri="{FF2B5EF4-FFF2-40B4-BE49-F238E27FC236}">
                  <a16:creationId xmlns:a16="http://schemas.microsoft.com/office/drawing/2014/main" id="{FFE7CBC2-9226-462B-975E-2F16E5B5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724"/>
              <a:ext cx="142" cy="99"/>
            </a:xfrm>
            <a:custGeom>
              <a:avLst/>
              <a:gdLst>
                <a:gd name="T0" fmla="*/ 366 w 76"/>
                <a:gd name="T1" fmla="*/ 301 h 53"/>
                <a:gd name="T2" fmla="*/ 495 w 76"/>
                <a:gd name="T3" fmla="*/ 0 h 53"/>
                <a:gd name="T4" fmla="*/ 0 w 76"/>
                <a:gd name="T5" fmla="*/ 0 h 53"/>
                <a:gd name="T6" fmla="*/ 112 w 76"/>
                <a:gd name="T7" fmla="*/ 248 h 53"/>
                <a:gd name="T8" fmla="*/ 366 w 76"/>
                <a:gd name="T9" fmla="*/ 30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3">
                  <a:moveTo>
                    <a:pt x="56" y="46"/>
                  </a:moveTo>
                  <a:cubicBezTo>
                    <a:pt x="66" y="39"/>
                    <a:pt x="73" y="15"/>
                    <a:pt x="7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0"/>
                    <a:pt x="9" y="27"/>
                    <a:pt x="17" y="38"/>
                  </a:cubicBezTo>
                  <a:cubicBezTo>
                    <a:pt x="26" y="48"/>
                    <a:pt x="45" y="53"/>
                    <a:pt x="56" y="46"/>
                  </a:cubicBezTo>
                  <a:close/>
                </a:path>
              </a:pathLst>
            </a:custGeom>
            <a:solidFill>
              <a:srgbClr val="CDA4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4" name="Freeform 75">
              <a:extLst>
                <a:ext uri="{FF2B5EF4-FFF2-40B4-BE49-F238E27FC236}">
                  <a16:creationId xmlns:a16="http://schemas.microsoft.com/office/drawing/2014/main" id="{1F8E674E-584F-4B58-BBB1-CF62C9948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724"/>
              <a:ext cx="499" cy="243"/>
            </a:xfrm>
            <a:custGeom>
              <a:avLst/>
              <a:gdLst>
                <a:gd name="T0" fmla="*/ 0 w 267"/>
                <a:gd name="T1" fmla="*/ 0 h 130"/>
                <a:gd name="T2" fmla="*/ 869 w 267"/>
                <a:gd name="T3" fmla="*/ 849 h 130"/>
                <a:gd name="T4" fmla="*/ 1744 w 267"/>
                <a:gd name="T5" fmla="*/ 0 h 130"/>
                <a:gd name="T6" fmla="*/ 1592 w 267"/>
                <a:gd name="T7" fmla="*/ 0 h 130"/>
                <a:gd name="T8" fmla="*/ 869 w 267"/>
                <a:gd name="T9" fmla="*/ 667 h 130"/>
                <a:gd name="T10" fmla="*/ 164 w 267"/>
                <a:gd name="T11" fmla="*/ 0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7" h="130">
                  <a:moveTo>
                    <a:pt x="0" y="0"/>
                  </a:moveTo>
                  <a:cubicBezTo>
                    <a:pt x="0" y="72"/>
                    <a:pt x="60" y="130"/>
                    <a:pt x="133" y="130"/>
                  </a:cubicBezTo>
                  <a:cubicBezTo>
                    <a:pt x="207" y="130"/>
                    <a:pt x="267" y="72"/>
                    <a:pt x="267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57"/>
                    <a:pt x="189" y="102"/>
                    <a:pt x="133" y="102"/>
                  </a:cubicBezTo>
                  <a:cubicBezTo>
                    <a:pt x="77" y="102"/>
                    <a:pt x="22" y="56"/>
                    <a:pt x="25" y="0"/>
                  </a:cubicBezTo>
                </a:path>
              </a:pathLst>
            </a:custGeom>
            <a:solidFill>
              <a:srgbClr val="F5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5" name="Freeform 76">
              <a:extLst>
                <a:ext uri="{FF2B5EF4-FFF2-40B4-BE49-F238E27FC236}">
                  <a16:creationId xmlns:a16="http://schemas.microsoft.com/office/drawing/2014/main" id="{45094DA0-5EDE-4A12-8CF6-D08828511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724"/>
              <a:ext cx="415" cy="191"/>
            </a:xfrm>
            <a:custGeom>
              <a:avLst/>
              <a:gdLst>
                <a:gd name="T0" fmla="*/ 727 w 222"/>
                <a:gd name="T1" fmla="*/ 670 h 102"/>
                <a:gd name="T2" fmla="*/ 1451 w 222"/>
                <a:gd name="T3" fmla="*/ 0 h 102"/>
                <a:gd name="T4" fmla="*/ 1223 w 222"/>
                <a:gd name="T5" fmla="*/ 0 h 102"/>
                <a:gd name="T6" fmla="*/ 1174 w 222"/>
                <a:gd name="T7" fmla="*/ 270 h 102"/>
                <a:gd name="T8" fmla="*/ 828 w 222"/>
                <a:gd name="T9" fmla="*/ 474 h 102"/>
                <a:gd name="T10" fmla="*/ 475 w 222"/>
                <a:gd name="T11" fmla="*/ 361 h 102"/>
                <a:gd name="T12" fmla="*/ 286 w 222"/>
                <a:gd name="T13" fmla="*/ 0 h 102"/>
                <a:gd name="T14" fmla="*/ 21 w 222"/>
                <a:gd name="T15" fmla="*/ 0 h 102"/>
                <a:gd name="T16" fmla="*/ 727 w 222"/>
                <a:gd name="T17" fmla="*/ 670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2" h="102">
                  <a:moveTo>
                    <a:pt x="111" y="102"/>
                  </a:moveTo>
                  <a:cubicBezTo>
                    <a:pt x="167" y="102"/>
                    <a:pt x="222" y="57"/>
                    <a:pt x="222" y="0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83" y="19"/>
                    <a:pt x="186" y="34"/>
                    <a:pt x="180" y="41"/>
                  </a:cubicBezTo>
                  <a:cubicBezTo>
                    <a:pt x="170" y="54"/>
                    <a:pt x="145" y="71"/>
                    <a:pt x="127" y="72"/>
                  </a:cubicBezTo>
                  <a:cubicBezTo>
                    <a:pt x="108" y="72"/>
                    <a:pt x="90" y="60"/>
                    <a:pt x="73" y="55"/>
                  </a:cubicBezTo>
                  <a:cubicBezTo>
                    <a:pt x="55" y="49"/>
                    <a:pt x="44" y="24"/>
                    <a:pt x="4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56"/>
                    <a:pt x="55" y="102"/>
                    <a:pt x="111" y="102"/>
                  </a:cubicBezTo>
                  <a:close/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6" name="Freeform 77">
              <a:extLst>
                <a:ext uri="{FF2B5EF4-FFF2-40B4-BE49-F238E27FC236}">
                  <a16:creationId xmlns:a16="http://schemas.microsoft.com/office/drawing/2014/main" id="{244161B0-D03F-4CEC-BC67-5998271E8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877"/>
              <a:ext cx="1440" cy="1847"/>
            </a:xfrm>
            <a:custGeom>
              <a:avLst/>
              <a:gdLst>
                <a:gd name="T0" fmla="*/ 2972 w 771"/>
                <a:gd name="T1" fmla="*/ 3295 h 987"/>
                <a:gd name="T2" fmla="*/ 624 w 771"/>
                <a:gd name="T3" fmla="*/ 1153 h 987"/>
                <a:gd name="T4" fmla="*/ 624 w 771"/>
                <a:gd name="T5" fmla="*/ 1153 h 987"/>
                <a:gd name="T6" fmla="*/ 594 w 771"/>
                <a:gd name="T7" fmla="*/ 1069 h 987"/>
                <a:gd name="T8" fmla="*/ 293 w 771"/>
                <a:gd name="T9" fmla="*/ 0 h 987"/>
                <a:gd name="T10" fmla="*/ 0 w 771"/>
                <a:gd name="T11" fmla="*/ 0 h 987"/>
                <a:gd name="T12" fmla="*/ 0 w 771"/>
                <a:gd name="T13" fmla="*/ 0 h 987"/>
                <a:gd name="T14" fmla="*/ 346 w 771"/>
                <a:gd name="T15" fmla="*/ 1153 h 987"/>
                <a:gd name="T16" fmla="*/ 346 w 771"/>
                <a:gd name="T17" fmla="*/ 1166 h 987"/>
                <a:gd name="T18" fmla="*/ 353 w 771"/>
                <a:gd name="T19" fmla="*/ 1166 h 987"/>
                <a:gd name="T20" fmla="*/ 390 w 771"/>
                <a:gd name="T21" fmla="*/ 1271 h 987"/>
                <a:gd name="T22" fmla="*/ 390 w 771"/>
                <a:gd name="T23" fmla="*/ 1278 h 987"/>
                <a:gd name="T24" fmla="*/ 812 w 771"/>
                <a:gd name="T25" fmla="*/ 2030 h 987"/>
                <a:gd name="T26" fmla="*/ 1270 w 771"/>
                <a:gd name="T27" fmla="*/ 2431 h 987"/>
                <a:gd name="T28" fmla="*/ 2026 w 771"/>
                <a:gd name="T29" fmla="*/ 3022 h 987"/>
                <a:gd name="T30" fmla="*/ 2990 w 771"/>
                <a:gd name="T31" fmla="*/ 3589 h 987"/>
                <a:gd name="T32" fmla="*/ 3864 w 771"/>
                <a:gd name="T33" fmla="*/ 4602 h 987"/>
                <a:gd name="T34" fmla="*/ 4410 w 771"/>
                <a:gd name="T35" fmla="*/ 5361 h 987"/>
                <a:gd name="T36" fmla="*/ 4567 w 771"/>
                <a:gd name="T37" fmla="*/ 5897 h 987"/>
                <a:gd name="T38" fmla="*/ 4789 w 771"/>
                <a:gd name="T39" fmla="*/ 6467 h 987"/>
                <a:gd name="T40" fmla="*/ 5022 w 771"/>
                <a:gd name="T41" fmla="*/ 6467 h 987"/>
                <a:gd name="T42" fmla="*/ 2972 w 771"/>
                <a:gd name="T43" fmla="*/ 3295 h 9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71" h="987">
                  <a:moveTo>
                    <a:pt x="456" y="503"/>
                  </a:moveTo>
                  <a:cubicBezTo>
                    <a:pt x="299" y="377"/>
                    <a:pt x="142" y="331"/>
                    <a:pt x="96" y="176"/>
                  </a:cubicBezTo>
                  <a:cubicBezTo>
                    <a:pt x="96" y="176"/>
                    <a:pt x="96" y="176"/>
                    <a:pt x="96" y="176"/>
                  </a:cubicBezTo>
                  <a:cubicBezTo>
                    <a:pt x="94" y="171"/>
                    <a:pt x="93" y="167"/>
                    <a:pt x="91" y="163"/>
                  </a:cubicBezTo>
                  <a:cubicBezTo>
                    <a:pt x="71" y="101"/>
                    <a:pt x="55" y="43"/>
                    <a:pt x="4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31"/>
                    <a:pt x="44" y="155"/>
                    <a:pt x="53" y="176"/>
                  </a:cubicBezTo>
                  <a:cubicBezTo>
                    <a:pt x="53" y="176"/>
                    <a:pt x="53" y="176"/>
                    <a:pt x="53" y="178"/>
                  </a:cubicBezTo>
                  <a:cubicBezTo>
                    <a:pt x="54" y="178"/>
                    <a:pt x="54" y="178"/>
                    <a:pt x="54" y="178"/>
                  </a:cubicBezTo>
                  <a:cubicBezTo>
                    <a:pt x="56" y="183"/>
                    <a:pt x="58" y="188"/>
                    <a:pt x="60" y="194"/>
                  </a:cubicBezTo>
                  <a:cubicBezTo>
                    <a:pt x="60" y="194"/>
                    <a:pt x="60" y="194"/>
                    <a:pt x="60" y="195"/>
                  </a:cubicBezTo>
                  <a:cubicBezTo>
                    <a:pt x="78" y="241"/>
                    <a:pt x="100" y="278"/>
                    <a:pt x="125" y="310"/>
                  </a:cubicBezTo>
                  <a:cubicBezTo>
                    <a:pt x="145" y="336"/>
                    <a:pt x="172" y="352"/>
                    <a:pt x="195" y="371"/>
                  </a:cubicBezTo>
                  <a:cubicBezTo>
                    <a:pt x="237" y="408"/>
                    <a:pt x="275" y="439"/>
                    <a:pt x="311" y="461"/>
                  </a:cubicBezTo>
                  <a:cubicBezTo>
                    <a:pt x="338" y="479"/>
                    <a:pt x="401" y="503"/>
                    <a:pt x="459" y="548"/>
                  </a:cubicBezTo>
                  <a:cubicBezTo>
                    <a:pt x="504" y="584"/>
                    <a:pt x="546" y="645"/>
                    <a:pt x="593" y="702"/>
                  </a:cubicBezTo>
                  <a:cubicBezTo>
                    <a:pt x="624" y="739"/>
                    <a:pt x="651" y="771"/>
                    <a:pt x="677" y="818"/>
                  </a:cubicBezTo>
                  <a:cubicBezTo>
                    <a:pt x="689" y="839"/>
                    <a:pt x="691" y="871"/>
                    <a:pt x="701" y="900"/>
                  </a:cubicBezTo>
                  <a:cubicBezTo>
                    <a:pt x="712" y="929"/>
                    <a:pt x="731" y="956"/>
                    <a:pt x="735" y="987"/>
                  </a:cubicBezTo>
                  <a:cubicBezTo>
                    <a:pt x="771" y="987"/>
                    <a:pt x="771" y="987"/>
                    <a:pt x="771" y="987"/>
                  </a:cubicBezTo>
                  <a:cubicBezTo>
                    <a:pt x="714" y="777"/>
                    <a:pt x="585" y="606"/>
                    <a:pt x="456" y="503"/>
                  </a:cubicBezTo>
                  <a:close/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7" name="Freeform 78">
              <a:extLst>
                <a:ext uri="{FF2B5EF4-FFF2-40B4-BE49-F238E27FC236}">
                  <a16:creationId xmlns:a16="http://schemas.microsoft.com/office/drawing/2014/main" id="{45A71384-5E41-4938-8C33-B3A06D523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3539"/>
              <a:ext cx="25" cy="65"/>
            </a:xfrm>
            <a:custGeom>
              <a:avLst/>
              <a:gdLst>
                <a:gd name="T0" fmla="*/ 71 w 13"/>
                <a:gd name="T1" fmla="*/ 0 h 35"/>
                <a:gd name="T2" fmla="*/ 15 w 13"/>
                <a:gd name="T3" fmla="*/ 84 h 35"/>
                <a:gd name="T4" fmla="*/ 8 w 13"/>
                <a:gd name="T5" fmla="*/ 225 h 35"/>
                <a:gd name="T6" fmla="*/ 85 w 13"/>
                <a:gd name="T7" fmla="*/ 84 h 35"/>
                <a:gd name="T8" fmla="*/ 77 w 13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5">
                  <a:moveTo>
                    <a:pt x="10" y="0"/>
                  </a:moveTo>
                  <a:cubicBezTo>
                    <a:pt x="7" y="5"/>
                    <a:pt x="3" y="8"/>
                    <a:pt x="2" y="13"/>
                  </a:cubicBezTo>
                  <a:cubicBezTo>
                    <a:pt x="0" y="21"/>
                    <a:pt x="2" y="28"/>
                    <a:pt x="1" y="35"/>
                  </a:cubicBezTo>
                  <a:cubicBezTo>
                    <a:pt x="4" y="27"/>
                    <a:pt x="10" y="22"/>
                    <a:pt x="12" y="13"/>
                  </a:cubicBezTo>
                  <a:cubicBezTo>
                    <a:pt x="13" y="8"/>
                    <a:pt x="11" y="5"/>
                    <a:pt x="11" y="0"/>
                  </a:cubicBezTo>
                </a:path>
              </a:pathLst>
            </a:custGeom>
            <a:solidFill>
              <a:srgbClr val="F3A5A1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88" name="Freeform 79">
              <a:extLst>
                <a:ext uri="{FF2B5EF4-FFF2-40B4-BE49-F238E27FC236}">
                  <a16:creationId xmlns:a16="http://schemas.microsoft.com/office/drawing/2014/main" id="{C1D28C52-E6AA-4646-94D5-79210F115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3539"/>
              <a:ext cx="25" cy="65"/>
            </a:xfrm>
            <a:custGeom>
              <a:avLst/>
              <a:gdLst>
                <a:gd name="T0" fmla="*/ 71 w 13"/>
                <a:gd name="T1" fmla="*/ 0 h 35"/>
                <a:gd name="T2" fmla="*/ 15 w 13"/>
                <a:gd name="T3" fmla="*/ 84 h 35"/>
                <a:gd name="T4" fmla="*/ 8 w 13"/>
                <a:gd name="T5" fmla="*/ 225 h 35"/>
                <a:gd name="T6" fmla="*/ 85 w 13"/>
                <a:gd name="T7" fmla="*/ 84 h 35"/>
                <a:gd name="T8" fmla="*/ 77 w 13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5">
                  <a:moveTo>
                    <a:pt x="10" y="0"/>
                  </a:moveTo>
                  <a:cubicBezTo>
                    <a:pt x="7" y="5"/>
                    <a:pt x="3" y="8"/>
                    <a:pt x="2" y="13"/>
                  </a:cubicBezTo>
                  <a:cubicBezTo>
                    <a:pt x="0" y="21"/>
                    <a:pt x="2" y="28"/>
                    <a:pt x="1" y="35"/>
                  </a:cubicBezTo>
                  <a:cubicBezTo>
                    <a:pt x="4" y="27"/>
                    <a:pt x="10" y="22"/>
                    <a:pt x="12" y="13"/>
                  </a:cubicBezTo>
                  <a:cubicBezTo>
                    <a:pt x="13" y="8"/>
                    <a:pt x="11" y="5"/>
                    <a:pt x="1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9" name="Freeform 80">
              <a:extLst>
                <a:ext uri="{FF2B5EF4-FFF2-40B4-BE49-F238E27FC236}">
                  <a16:creationId xmlns:a16="http://schemas.microsoft.com/office/drawing/2014/main" id="{4D35DAE4-BF5F-4F9F-817E-CD516D6F4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636"/>
              <a:ext cx="56" cy="60"/>
            </a:xfrm>
            <a:custGeom>
              <a:avLst/>
              <a:gdLst>
                <a:gd name="T0" fmla="*/ 0 w 30"/>
                <a:gd name="T1" fmla="*/ 212 h 32"/>
                <a:gd name="T2" fmla="*/ 121 w 30"/>
                <a:gd name="T3" fmla="*/ 165 h 32"/>
                <a:gd name="T4" fmla="*/ 196 w 30"/>
                <a:gd name="T5" fmla="*/ 0 h 32"/>
                <a:gd name="T6" fmla="*/ 73 w 30"/>
                <a:gd name="T7" fmla="*/ 105 h 32"/>
                <a:gd name="T8" fmla="*/ 0 w 30"/>
                <a:gd name="T9" fmla="*/ 20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0" y="32"/>
                  </a:moveTo>
                  <a:cubicBezTo>
                    <a:pt x="6" y="28"/>
                    <a:pt x="13" y="29"/>
                    <a:pt x="19" y="25"/>
                  </a:cubicBezTo>
                  <a:cubicBezTo>
                    <a:pt x="26" y="20"/>
                    <a:pt x="30" y="8"/>
                    <a:pt x="30" y="0"/>
                  </a:cubicBezTo>
                  <a:cubicBezTo>
                    <a:pt x="24" y="5"/>
                    <a:pt x="17" y="10"/>
                    <a:pt x="11" y="16"/>
                  </a:cubicBezTo>
                  <a:cubicBezTo>
                    <a:pt x="7" y="21"/>
                    <a:pt x="4" y="27"/>
                    <a:pt x="0" y="31"/>
                  </a:cubicBezTo>
                </a:path>
              </a:pathLst>
            </a:custGeom>
            <a:solidFill>
              <a:srgbClr val="F3A5A1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90" name="Freeform 81">
              <a:extLst>
                <a:ext uri="{FF2B5EF4-FFF2-40B4-BE49-F238E27FC236}">
                  <a16:creationId xmlns:a16="http://schemas.microsoft.com/office/drawing/2014/main" id="{2F6F0DBD-E30B-4C71-AFEC-9CA13473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636"/>
              <a:ext cx="56" cy="60"/>
            </a:xfrm>
            <a:custGeom>
              <a:avLst/>
              <a:gdLst>
                <a:gd name="T0" fmla="*/ 0 w 30"/>
                <a:gd name="T1" fmla="*/ 212 h 32"/>
                <a:gd name="T2" fmla="*/ 121 w 30"/>
                <a:gd name="T3" fmla="*/ 165 h 32"/>
                <a:gd name="T4" fmla="*/ 196 w 30"/>
                <a:gd name="T5" fmla="*/ 0 h 32"/>
                <a:gd name="T6" fmla="*/ 73 w 30"/>
                <a:gd name="T7" fmla="*/ 105 h 32"/>
                <a:gd name="T8" fmla="*/ 0 w 30"/>
                <a:gd name="T9" fmla="*/ 20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0" y="32"/>
                  </a:moveTo>
                  <a:cubicBezTo>
                    <a:pt x="6" y="28"/>
                    <a:pt x="13" y="29"/>
                    <a:pt x="19" y="25"/>
                  </a:cubicBezTo>
                  <a:cubicBezTo>
                    <a:pt x="26" y="20"/>
                    <a:pt x="30" y="8"/>
                    <a:pt x="30" y="0"/>
                  </a:cubicBezTo>
                  <a:cubicBezTo>
                    <a:pt x="24" y="5"/>
                    <a:pt x="17" y="10"/>
                    <a:pt x="11" y="16"/>
                  </a:cubicBezTo>
                  <a:cubicBezTo>
                    <a:pt x="7" y="21"/>
                    <a:pt x="4" y="27"/>
                    <a:pt x="0" y="3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1" name="Freeform 82">
              <a:extLst>
                <a:ext uri="{FF2B5EF4-FFF2-40B4-BE49-F238E27FC236}">
                  <a16:creationId xmlns:a16="http://schemas.microsoft.com/office/drawing/2014/main" id="{C66DFED3-2C9D-4551-888C-1C4C3396C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464"/>
              <a:ext cx="21" cy="80"/>
            </a:xfrm>
            <a:custGeom>
              <a:avLst/>
              <a:gdLst>
                <a:gd name="T0" fmla="*/ 69 w 11"/>
                <a:gd name="T1" fmla="*/ 0 h 43"/>
                <a:gd name="T2" fmla="*/ 76 w 11"/>
                <a:gd name="T3" fmla="*/ 113 h 43"/>
                <a:gd name="T4" fmla="*/ 21 w 11"/>
                <a:gd name="T5" fmla="*/ 277 h 43"/>
                <a:gd name="T6" fmla="*/ 55 w 11"/>
                <a:gd name="T7" fmla="*/ 13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3">
                  <a:moveTo>
                    <a:pt x="10" y="0"/>
                  </a:moveTo>
                  <a:cubicBezTo>
                    <a:pt x="10" y="7"/>
                    <a:pt x="11" y="12"/>
                    <a:pt x="11" y="18"/>
                  </a:cubicBezTo>
                  <a:cubicBezTo>
                    <a:pt x="11" y="25"/>
                    <a:pt x="9" y="39"/>
                    <a:pt x="3" y="43"/>
                  </a:cubicBezTo>
                  <a:cubicBezTo>
                    <a:pt x="0" y="28"/>
                    <a:pt x="0" y="16"/>
                    <a:pt x="8" y="2"/>
                  </a:cubicBezTo>
                </a:path>
              </a:pathLst>
            </a:custGeom>
            <a:solidFill>
              <a:srgbClr val="F3A5A1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92" name="Freeform 83">
              <a:extLst>
                <a:ext uri="{FF2B5EF4-FFF2-40B4-BE49-F238E27FC236}">
                  <a16:creationId xmlns:a16="http://schemas.microsoft.com/office/drawing/2014/main" id="{9236C1BA-6BBC-49C2-949F-E130F2981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464"/>
              <a:ext cx="21" cy="80"/>
            </a:xfrm>
            <a:custGeom>
              <a:avLst/>
              <a:gdLst>
                <a:gd name="T0" fmla="*/ 69 w 11"/>
                <a:gd name="T1" fmla="*/ 0 h 43"/>
                <a:gd name="T2" fmla="*/ 76 w 11"/>
                <a:gd name="T3" fmla="*/ 113 h 43"/>
                <a:gd name="T4" fmla="*/ 21 w 11"/>
                <a:gd name="T5" fmla="*/ 277 h 43"/>
                <a:gd name="T6" fmla="*/ 55 w 11"/>
                <a:gd name="T7" fmla="*/ 13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3">
                  <a:moveTo>
                    <a:pt x="10" y="0"/>
                  </a:moveTo>
                  <a:cubicBezTo>
                    <a:pt x="10" y="7"/>
                    <a:pt x="11" y="12"/>
                    <a:pt x="11" y="18"/>
                  </a:cubicBezTo>
                  <a:cubicBezTo>
                    <a:pt x="11" y="25"/>
                    <a:pt x="9" y="39"/>
                    <a:pt x="3" y="43"/>
                  </a:cubicBezTo>
                  <a:cubicBezTo>
                    <a:pt x="0" y="28"/>
                    <a:pt x="0" y="16"/>
                    <a:pt x="8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3" name="Freeform 84">
              <a:extLst>
                <a:ext uri="{FF2B5EF4-FFF2-40B4-BE49-F238E27FC236}">
                  <a16:creationId xmlns:a16="http://schemas.microsoft.com/office/drawing/2014/main" id="{5A650936-7286-4D94-A6A5-58ABA20F7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3571"/>
              <a:ext cx="43" cy="80"/>
            </a:xfrm>
            <a:custGeom>
              <a:avLst/>
              <a:gdLst>
                <a:gd name="T0" fmla="*/ 144 w 23"/>
                <a:gd name="T1" fmla="*/ 0 h 43"/>
                <a:gd name="T2" fmla="*/ 112 w 23"/>
                <a:gd name="T3" fmla="*/ 162 h 43"/>
                <a:gd name="T4" fmla="*/ 0 w 23"/>
                <a:gd name="T5" fmla="*/ 277 h 43"/>
                <a:gd name="T6" fmla="*/ 60 w 23"/>
                <a:gd name="T7" fmla="*/ 104 h 43"/>
                <a:gd name="T8" fmla="*/ 150 w 23"/>
                <a:gd name="T9" fmla="*/ 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22" y="0"/>
                  </a:moveTo>
                  <a:cubicBezTo>
                    <a:pt x="22" y="9"/>
                    <a:pt x="22" y="18"/>
                    <a:pt x="17" y="25"/>
                  </a:cubicBezTo>
                  <a:cubicBezTo>
                    <a:pt x="14" y="30"/>
                    <a:pt x="6" y="43"/>
                    <a:pt x="0" y="43"/>
                  </a:cubicBezTo>
                  <a:cubicBezTo>
                    <a:pt x="4" y="35"/>
                    <a:pt x="5" y="25"/>
                    <a:pt x="9" y="16"/>
                  </a:cubicBezTo>
                  <a:cubicBezTo>
                    <a:pt x="12" y="10"/>
                    <a:pt x="17" y="5"/>
                    <a:pt x="23" y="1"/>
                  </a:cubicBezTo>
                </a:path>
              </a:pathLst>
            </a:custGeom>
            <a:solidFill>
              <a:srgbClr val="F3A5A1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94" name="Freeform 85">
              <a:extLst>
                <a:ext uri="{FF2B5EF4-FFF2-40B4-BE49-F238E27FC236}">
                  <a16:creationId xmlns:a16="http://schemas.microsoft.com/office/drawing/2014/main" id="{63B99CD3-0F3E-429C-BAA2-436195775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3571"/>
              <a:ext cx="43" cy="80"/>
            </a:xfrm>
            <a:custGeom>
              <a:avLst/>
              <a:gdLst>
                <a:gd name="T0" fmla="*/ 144 w 23"/>
                <a:gd name="T1" fmla="*/ 0 h 43"/>
                <a:gd name="T2" fmla="*/ 112 w 23"/>
                <a:gd name="T3" fmla="*/ 162 h 43"/>
                <a:gd name="T4" fmla="*/ 0 w 23"/>
                <a:gd name="T5" fmla="*/ 277 h 43"/>
                <a:gd name="T6" fmla="*/ 60 w 23"/>
                <a:gd name="T7" fmla="*/ 104 h 43"/>
                <a:gd name="T8" fmla="*/ 150 w 23"/>
                <a:gd name="T9" fmla="*/ 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22" y="0"/>
                  </a:moveTo>
                  <a:cubicBezTo>
                    <a:pt x="22" y="9"/>
                    <a:pt x="22" y="18"/>
                    <a:pt x="17" y="25"/>
                  </a:cubicBezTo>
                  <a:cubicBezTo>
                    <a:pt x="14" y="30"/>
                    <a:pt x="6" y="43"/>
                    <a:pt x="0" y="43"/>
                  </a:cubicBezTo>
                  <a:cubicBezTo>
                    <a:pt x="4" y="35"/>
                    <a:pt x="5" y="25"/>
                    <a:pt x="9" y="16"/>
                  </a:cubicBezTo>
                  <a:cubicBezTo>
                    <a:pt x="12" y="10"/>
                    <a:pt x="17" y="5"/>
                    <a:pt x="23" y="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5" name="Freeform 86">
              <a:extLst>
                <a:ext uri="{FF2B5EF4-FFF2-40B4-BE49-F238E27FC236}">
                  <a16:creationId xmlns:a16="http://schemas.microsoft.com/office/drawing/2014/main" id="{0B4CC251-077E-4974-A8AA-844A7E3F6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726"/>
              <a:ext cx="89" cy="30"/>
            </a:xfrm>
            <a:custGeom>
              <a:avLst/>
              <a:gdLst>
                <a:gd name="T0" fmla="*/ 0 w 48"/>
                <a:gd name="T1" fmla="*/ 28 h 16"/>
                <a:gd name="T2" fmla="*/ 306 w 48"/>
                <a:gd name="T3" fmla="*/ 53 h 16"/>
                <a:gd name="T4" fmla="*/ 113 w 48"/>
                <a:gd name="T5" fmla="*/ 8 h 16"/>
                <a:gd name="T6" fmla="*/ 0 w 48"/>
                <a:gd name="T7" fmla="*/ 1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6">
                  <a:moveTo>
                    <a:pt x="0" y="4"/>
                  </a:moveTo>
                  <a:cubicBezTo>
                    <a:pt x="12" y="16"/>
                    <a:pt x="34" y="14"/>
                    <a:pt x="48" y="8"/>
                  </a:cubicBezTo>
                  <a:cubicBezTo>
                    <a:pt x="41" y="15"/>
                    <a:pt x="26" y="1"/>
                    <a:pt x="18" y="1"/>
                  </a:cubicBezTo>
                  <a:cubicBezTo>
                    <a:pt x="12" y="0"/>
                    <a:pt x="6" y="3"/>
                    <a:pt x="0" y="2"/>
                  </a:cubicBezTo>
                </a:path>
              </a:pathLst>
            </a:custGeom>
            <a:solidFill>
              <a:srgbClr val="F3A5A1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96" name="Freeform 87">
              <a:extLst>
                <a:ext uri="{FF2B5EF4-FFF2-40B4-BE49-F238E27FC236}">
                  <a16:creationId xmlns:a16="http://schemas.microsoft.com/office/drawing/2014/main" id="{D84FCB20-C586-4E4B-9CAD-27F58ED73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726"/>
              <a:ext cx="89" cy="30"/>
            </a:xfrm>
            <a:custGeom>
              <a:avLst/>
              <a:gdLst>
                <a:gd name="T0" fmla="*/ 0 w 48"/>
                <a:gd name="T1" fmla="*/ 28 h 16"/>
                <a:gd name="T2" fmla="*/ 306 w 48"/>
                <a:gd name="T3" fmla="*/ 53 h 16"/>
                <a:gd name="T4" fmla="*/ 113 w 48"/>
                <a:gd name="T5" fmla="*/ 8 h 16"/>
                <a:gd name="T6" fmla="*/ 0 w 48"/>
                <a:gd name="T7" fmla="*/ 1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6">
                  <a:moveTo>
                    <a:pt x="0" y="4"/>
                  </a:moveTo>
                  <a:cubicBezTo>
                    <a:pt x="12" y="16"/>
                    <a:pt x="34" y="14"/>
                    <a:pt x="48" y="8"/>
                  </a:cubicBezTo>
                  <a:cubicBezTo>
                    <a:pt x="41" y="15"/>
                    <a:pt x="26" y="1"/>
                    <a:pt x="18" y="1"/>
                  </a:cubicBezTo>
                  <a:cubicBezTo>
                    <a:pt x="12" y="0"/>
                    <a:pt x="6" y="3"/>
                    <a:pt x="0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7" name="Freeform 88">
              <a:extLst>
                <a:ext uri="{FF2B5EF4-FFF2-40B4-BE49-F238E27FC236}">
                  <a16:creationId xmlns:a16="http://schemas.microsoft.com/office/drawing/2014/main" id="{05D3F348-C143-4599-A9B6-D56B93FFE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451"/>
              <a:ext cx="58" cy="112"/>
            </a:xfrm>
            <a:custGeom>
              <a:avLst/>
              <a:gdLst>
                <a:gd name="T0" fmla="*/ 60 w 31"/>
                <a:gd name="T1" fmla="*/ 24 h 60"/>
                <a:gd name="T2" fmla="*/ 204 w 31"/>
                <a:gd name="T3" fmla="*/ 390 h 60"/>
                <a:gd name="T4" fmla="*/ 144 w 31"/>
                <a:gd name="T5" fmla="*/ 269 h 60"/>
                <a:gd name="T6" fmla="*/ 137 w 31"/>
                <a:gd name="T7" fmla="*/ 112 h 60"/>
                <a:gd name="T8" fmla="*/ 60 w 31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0">
                  <a:moveTo>
                    <a:pt x="9" y="4"/>
                  </a:moveTo>
                  <a:cubicBezTo>
                    <a:pt x="0" y="21"/>
                    <a:pt x="13" y="55"/>
                    <a:pt x="31" y="60"/>
                  </a:cubicBezTo>
                  <a:cubicBezTo>
                    <a:pt x="28" y="54"/>
                    <a:pt x="24" y="48"/>
                    <a:pt x="22" y="41"/>
                  </a:cubicBezTo>
                  <a:cubicBezTo>
                    <a:pt x="20" y="34"/>
                    <a:pt x="23" y="25"/>
                    <a:pt x="21" y="17"/>
                  </a:cubicBezTo>
                  <a:cubicBezTo>
                    <a:pt x="18" y="10"/>
                    <a:pt x="12" y="7"/>
                    <a:pt x="9" y="0"/>
                  </a:cubicBezTo>
                </a:path>
              </a:pathLst>
            </a:custGeom>
            <a:solidFill>
              <a:srgbClr val="F3A5A1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98" name="Freeform 89">
              <a:extLst>
                <a:ext uri="{FF2B5EF4-FFF2-40B4-BE49-F238E27FC236}">
                  <a16:creationId xmlns:a16="http://schemas.microsoft.com/office/drawing/2014/main" id="{67E6454A-1621-403B-A1C2-848F39176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451"/>
              <a:ext cx="58" cy="112"/>
            </a:xfrm>
            <a:custGeom>
              <a:avLst/>
              <a:gdLst>
                <a:gd name="T0" fmla="*/ 60 w 31"/>
                <a:gd name="T1" fmla="*/ 24 h 60"/>
                <a:gd name="T2" fmla="*/ 204 w 31"/>
                <a:gd name="T3" fmla="*/ 390 h 60"/>
                <a:gd name="T4" fmla="*/ 144 w 31"/>
                <a:gd name="T5" fmla="*/ 269 h 60"/>
                <a:gd name="T6" fmla="*/ 137 w 31"/>
                <a:gd name="T7" fmla="*/ 112 h 60"/>
                <a:gd name="T8" fmla="*/ 60 w 31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0">
                  <a:moveTo>
                    <a:pt x="9" y="4"/>
                  </a:moveTo>
                  <a:cubicBezTo>
                    <a:pt x="0" y="21"/>
                    <a:pt x="13" y="55"/>
                    <a:pt x="31" y="60"/>
                  </a:cubicBezTo>
                  <a:cubicBezTo>
                    <a:pt x="28" y="54"/>
                    <a:pt x="24" y="48"/>
                    <a:pt x="22" y="41"/>
                  </a:cubicBezTo>
                  <a:cubicBezTo>
                    <a:pt x="20" y="34"/>
                    <a:pt x="23" y="25"/>
                    <a:pt x="21" y="17"/>
                  </a:cubicBezTo>
                  <a:cubicBezTo>
                    <a:pt x="18" y="10"/>
                    <a:pt x="12" y="7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9" name="Freeform 90">
              <a:extLst>
                <a:ext uri="{FF2B5EF4-FFF2-40B4-BE49-F238E27FC236}">
                  <a16:creationId xmlns:a16="http://schemas.microsoft.com/office/drawing/2014/main" id="{1E23EA4C-7A4C-44C1-858F-7FC666A5E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511"/>
              <a:ext cx="20" cy="50"/>
            </a:xfrm>
            <a:custGeom>
              <a:avLst/>
              <a:gdLst>
                <a:gd name="T0" fmla="*/ 7 w 11"/>
                <a:gd name="T1" fmla="*/ 0 h 27"/>
                <a:gd name="T2" fmla="*/ 53 w 11"/>
                <a:gd name="T3" fmla="*/ 172 h 27"/>
                <a:gd name="T4" fmla="*/ 24 w 1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1" y="0"/>
                  </a:moveTo>
                  <a:cubicBezTo>
                    <a:pt x="0" y="10"/>
                    <a:pt x="3" y="19"/>
                    <a:pt x="9" y="27"/>
                  </a:cubicBezTo>
                  <a:cubicBezTo>
                    <a:pt x="11" y="22"/>
                    <a:pt x="9" y="3"/>
                    <a:pt x="4" y="0"/>
                  </a:cubicBezTo>
                </a:path>
              </a:pathLst>
            </a:custGeom>
            <a:solidFill>
              <a:srgbClr val="F3A5A1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00" name="Freeform 91">
              <a:extLst>
                <a:ext uri="{FF2B5EF4-FFF2-40B4-BE49-F238E27FC236}">
                  <a16:creationId xmlns:a16="http://schemas.microsoft.com/office/drawing/2014/main" id="{E211F1BB-8952-4C47-8D5E-C7791840A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511"/>
              <a:ext cx="20" cy="50"/>
            </a:xfrm>
            <a:custGeom>
              <a:avLst/>
              <a:gdLst>
                <a:gd name="T0" fmla="*/ 7 w 11"/>
                <a:gd name="T1" fmla="*/ 0 h 27"/>
                <a:gd name="T2" fmla="*/ 53 w 11"/>
                <a:gd name="T3" fmla="*/ 172 h 27"/>
                <a:gd name="T4" fmla="*/ 24 w 1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1" y="0"/>
                  </a:moveTo>
                  <a:cubicBezTo>
                    <a:pt x="0" y="10"/>
                    <a:pt x="3" y="19"/>
                    <a:pt x="9" y="27"/>
                  </a:cubicBezTo>
                  <a:cubicBezTo>
                    <a:pt x="11" y="22"/>
                    <a:pt x="9" y="3"/>
                    <a:pt x="4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1" name="Freeform 92">
              <a:extLst>
                <a:ext uri="{FF2B5EF4-FFF2-40B4-BE49-F238E27FC236}">
                  <a16:creationId xmlns:a16="http://schemas.microsoft.com/office/drawing/2014/main" id="{68CBDB66-F394-41BF-93C6-1BBC987BD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677"/>
              <a:ext cx="65" cy="28"/>
            </a:xfrm>
            <a:custGeom>
              <a:avLst/>
              <a:gdLst>
                <a:gd name="T0" fmla="*/ 24 w 35"/>
                <a:gd name="T1" fmla="*/ 32 h 15"/>
                <a:gd name="T2" fmla="*/ 225 w 35"/>
                <a:gd name="T3" fmla="*/ 73 h 15"/>
                <a:gd name="T4" fmla="*/ 97 w 35"/>
                <a:gd name="T5" fmla="*/ 13 h 15"/>
                <a:gd name="T6" fmla="*/ 0 w 3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5">
                  <a:moveTo>
                    <a:pt x="4" y="5"/>
                  </a:moveTo>
                  <a:cubicBezTo>
                    <a:pt x="11" y="14"/>
                    <a:pt x="25" y="15"/>
                    <a:pt x="35" y="11"/>
                  </a:cubicBezTo>
                  <a:cubicBezTo>
                    <a:pt x="28" y="9"/>
                    <a:pt x="22" y="4"/>
                    <a:pt x="15" y="2"/>
                  </a:cubicBezTo>
                  <a:cubicBezTo>
                    <a:pt x="10" y="1"/>
                    <a:pt x="5" y="2"/>
                    <a:pt x="0" y="0"/>
                  </a:cubicBezTo>
                </a:path>
              </a:pathLst>
            </a:custGeom>
            <a:solidFill>
              <a:srgbClr val="F3A5A1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02" name="Freeform 93">
              <a:extLst>
                <a:ext uri="{FF2B5EF4-FFF2-40B4-BE49-F238E27FC236}">
                  <a16:creationId xmlns:a16="http://schemas.microsoft.com/office/drawing/2014/main" id="{243AB5D4-11BE-4B8C-88B9-C2C571F81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677"/>
              <a:ext cx="65" cy="28"/>
            </a:xfrm>
            <a:custGeom>
              <a:avLst/>
              <a:gdLst>
                <a:gd name="T0" fmla="*/ 24 w 35"/>
                <a:gd name="T1" fmla="*/ 32 h 15"/>
                <a:gd name="T2" fmla="*/ 225 w 35"/>
                <a:gd name="T3" fmla="*/ 73 h 15"/>
                <a:gd name="T4" fmla="*/ 97 w 35"/>
                <a:gd name="T5" fmla="*/ 13 h 15"/>
                <a:gd name="T6" fmla="*/ 0 w 3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5">
                  <a:moveTo>
                    <a:pt x="4" y="5"/>
                  </a:moveTo>
                  <a:cubicBezTo>
                    <a:pt x="11" y="14"/>
                    <a:pt x="25" y="15"/>
                    <a:pt x="35" y="11"/>
                  </a:cubicBezTo>
                  <a:cubicBezTo>
                    <a:pt x="28" y="9"/>
                    <a:pt x="22" y="4"/>
                    <a:pt x="15" y="2"/>
                  </a:cubicBezTo>
                  <a:cubicBezTo>
                    <a:pt x="10" y="1"/>
                    <a:pt x="5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3" name="Freeform 94">
              <a:extLst>
                <a:ext uri="{FF2B5EF4-FFF2-40B4-BE49-F238E27FC236}">
                  <a16:creationId xmlns:a16="http://schemas.microsoft.com/office/drawing/2014/main" id="{47F60E52-D51B-49E2-8A6E-D7C8125CE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3226"/>
              <a:ext cx="23" cy="92"/>
            </a:xfrm>
            <a:custGeom>
              <a:avLst/>
              <a:gdLst>
                <a:gd name="T0" fmla="*/ 29 w 12"/>
                <a:gd name="T1" fmla="*/ 0 h 49"/>
                <a:gd name="T2" fmla="*/ 84 w 12"/>
                <a:gd name="T3" fmla="*/ 158 h 49"/>
                <a:gd name="T4" fmla="*/ 84 w 12"/>
                <a:gd name="T5" fmla="*/ 325 h 49"/>
                <a:gd name="T6" fmla="*/ 29 w 12"/>
                <a:gd name="T7" fmla="*/ 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9">
                  <a:moveTo>
                    <a:pt x="4" y="0"/>
                  </a:moveTo>
                  <a:cubicBezTo>
                    <a:pt x="7" y="9"/>
                    <a:pt x="12" y="15"/>
                    <a:pt x="12" y="24"/>
                  </a:cubicBezTo>
                  <a:cubicBezTo>
                    <a:pt x="12" y="32"/>
                    <a:pt x="12" y="41"/>
                    <a:pt x="12" y="49"/>
                  </a:cubicBezTo>
                  <a:cubicBezTo>
                    <a:pt x="3" y="37"/>
                    <a:pt x="0" y="15"/>
                    <a:pt x="4" y="1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04" name="Freeform 95">
              <a:extLst>
                <a:ext uri="{FF2B5EF4-FFF2-40B4-BE49-F238E27FC236}">
                  <a16:creationId xmlns:a16="http://schemas.microsoft.com/office/drawing/2014/main" id="{CC0EA884-2EC8-4F67-92CB-61A30F7F7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3226"/>
              <a:ext cx="23" cy="92"/>
            </a:xfrm>
            <a:custGeom>
              <a:avLst/>
              <a:gdLst>
                <a:gd name="T0" fmla="*/ 29 w 12"/>
                <a:gd name="T1" fmla="*/ 0 h 49"/>
                <a:gd name="T2" fmla="*/ 84 w 12"/>
                <a:gd name="T3" fmla="*/ 158 h 49"/>
                <a:gd name="T4" fmla="*/ 84 w 12"/>
                <a:gd name="T5" fmla="*/ 325 h 49"/>
                <a:gd name="T6" fmla="*/ 29 w 12"/>
                <a:gd name="T7" fmla="*/ 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9">
                  <a:moveTo>
                    <a:pt x="4" y="0"/>
                  </a:moveTo>
                  <a:cubicBezTo>
                    <a:pt x="7" y="9"/>
                    <a:pt x="12" y="15"/>
                    <a:pt x="12" y="24"/>
                  </a:cubicBezTo>
                  <a:cubicBezTo>
                    <a:pt x="12" y="32"/>
                    <a:pt x="12" y="41"/>
                    <a:pt x="12" y="49"/>
                  </a:cubicBezTo>
                  <a:cubicBezTo>
                    <a:pt x="3" y="37"/>
                    <a:pt x="0" y="15"/>
                    <a:pt x="4" y="1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5" name="Freeform 96">
              <a:extLst>
                <a:ext uri="{FF2B5EF4-FFF2-40B4-BE49-F238E27FC236}">
                  <a16:creationId xmlns:a16="http://schemas.microsoft.com/office/drawing/2014/main" id="{BF44A4C5-626E-4D01-85C6-D5ED826AB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338"/>
              <a:ext cx="26" cy="79"/>
            </a:xfrm>
            <a:custGeom>
              <a:avLst/>
              <a:gdLst>
                <a:gd name="T0" fmla="*/ 20 w 14"/>
                <a:gd name="T1" fmla="*/ 0 h 42"/>
                <a:gd name="T2" fmla="*/ 84 w 14"/>
                <a:gd name="T3" fmla="*/ 188 h 42"/>
                <a:gd name="T4" fmla="*/ 84 w 14"/>
                <a:gd name="T5" fmla="*/ 280 h 42"/>
                <a:gd name="T6" fmla="*/ 20 w 14"/>
                <a:gd name="T7" fmla="*/ 160 h 42"/>
                <a:gd name="T8" fmla="*/ 20 w 14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2">
                  <a:moveTo>
                    <a:pt x="3" y="0"/>
                  </a:moveTo>
                  <a:cubicBezTo>
                    <a:pt x="10" y="3"/>
                    <a:pt x="13" y="21"/>
                    <a:pt x="13" y="28"/>
                  </a:cubicBezTo>
                  <a:cubicBezTo>
                    <a:pt x="14" y="33"/>
                    <a:pt x="13" y="38"/>
                    <a:pt x="13" y="42"/>
                  </a:cubicBezTo>
                  <a:cubicBezTo>
                    <a:pt x="11" y="36"/>
                    <a:pt x="5" y="31"/>
                    <a:pt x="3" y="24"/>
                  </a:cubicBezTo>
                  <a:cubicBezTo>
                    <a:pt x="0" y="16"/>
                    <a:pt x="1" y="8"/>
                    <a:pt x="3" y="1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06" name="Freeform 97">
              <a:extLst>
                <a:ext uri="{FF2B5EF4-FFF2-40B4-BE49-F238E27FC236}">
                  <a16:creationId xmlns:a16="http://schemas.microsoft.com/office/drawing/2014/main" id="{6D1CCCA0-8B92-43B8-8F21-4F7D43922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338"/>
              <a:ext cx="26" cy="79"/>
            </a:xfrm>
            <a:custGeom>
              <a:avLst/>
              <a:gdLst>
                <a:gd name="T0" fmla="*/ 20 w 14"/>
                <a:gd name="T1" fmla="*/ 0 h 42"/>
                <a:gd name="T2" fmla="*/ 84 w 14"/>
                <a:gd name="T3" fmla="*/ 188 h 42"/>
                <a:gd name="T4" fmla="*/ 84 w 14"/>
                <a:gd name="T5" fmla="*/ 280 h 42"/>
                <a:gd name="T6" fmla="*/ 20 w 14"/>
                <a:gd name="T7" fmla="*/ 160 h 42"/>
                <a:gd name="T8" fmla="*/ 20 w 14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2">
                  <a:moveTo>
                    <a:pt x="3" y="0"/>
                  </a:moveTo>
                  <a:cubicBezTo>
                    <a:pt x="10" y="3"/>
                    <a:pt x="13" y="21"/>
                    <a:pt x="13" y="28"/>
                  </a:cubicBezTo>
                  <a:cubicBezTo>
                    <a:pt x="14" y="33"/>
                    <a:pt x="13" y="38"/>
                    <a:pt x="13" y="42"/>
                  </a:cubicBezTo>
                  <a:cubicBezTo>
                    <a:pt x="11" y="36"/>
                    <a:pt x="5" y="31"/>
                    <a:pt x="3" y="24"/>
                  </a:cubicBezTo>
                  <a:cubicBezTo>
                    <a:pt x="0" y="16"/>
                    <a:pt x="1" y="8"/>
                    <a:pt x="3" y="1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7" name="Freeform 98">
              <a:extLst>
                <a:ext uri="{FF2B5EF4-FFF2-40B4-BE49-F238E27FC236}">
                  <a16:creationId xmlns:a16="http://schemas.microsoft.com/office/drawing/2014/main" id="{6173646A-88B4-4A0E-B52C-2A22131FA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105"/>
              <a:ext cx="32" cy="88"/>
            </a:xfrm>
            <a:custGeom>
              <a:avLst/>
              <a:gdLst>
                <a:gd name="T0" fmla="*/ 40 w 17"/>
                <a:gd name="T1" fmla="*/ 7 h 47"/>
                <a:gd name="T2" fmla="*/ 68 w 17"/>
                <a:gd name="T3" fmla="*/ 309 h 47"/>
                <a:gd name="T4" fmla="*/ 40 w 1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7">
                  <a:moveTo>
                    <a:pt x="6" y="1"/>
                  </a:moveTo>
                  <a:cubicBezTo>
                    <a:pt x="7" y="16"/>
                    <a:pt x="17" y="33"/>
                    <a:pt x="10" y="47"/>
                  </a:cubicBezTo>
                  <a:cubicBezTo>
                    <a:pt x="1" y="34"/>
                    <a:pt x="0" y="15"/>
                    <a:pt x="6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08" name="Freeform 99">
              <a:extLst>
                <a:ext uri="{FF2B5EF4-FFF2-40B4-BE49-F238E27FC236}">
                  <a16:creationId xmlns:a16="http://schemas.microsoft.com/office/drawing/2014/main" id="{5BAB4EB7-949B-4F13-B33C-29FA6D0A0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105"/>
              <a:ext cx="32" cy="88"/>
            </a:xfrm>
            <a:custGeom>
              <a:avLst/>
              <a:gdLst>
                <a:gd name="T0" fmla="*/ 40 w 17"/>
                <a:gd name="T1" fmla="*/ 7 h 47"/>
                <a:gd name="T2" fmla="*/ 68 w 17"/>
                <a:gd name="T3" fmla="*/ 309 h 47"/>
                <a:gd name="T4" fmla="*/ 40 w 1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7">
                  <a:moveTo>
                    <a:pt x="6" y="1"/>
                  </a:moveTo>
                  <a:cubicBezTo>
                    <a:pt x="7" y="16"/>
                    <a:pt x="17" y="33"/>
                    <a:pt x="10" y="47"/>
                  </a:cubicBezTo>
                  <a:cubicBezTo>
                    <a:pt x="1" y="34"/>
                    <a:pt x="0" y="15"/>
                    <a:pt x="6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9" name="Freeform 100">
              <a:extLst>
                <a:ext uri="{FF2B5EF4-FFF2-40B4-BE49-F238E27FC236}">
                  <a16:creationId xmlns:a16="http://schemas.microsoft.com/office/drawing/2014/main" id="{E6E62710-AF07-4BFC-84AC-010664EC5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342"/>
              <a:ext cx="37" cy="71"/>
            </a:xfrm>
            <a:custGeom>
              <a:avLst/>
              <a:gdLst>
                <a:gd name="T0" fmla="*/ 7 w 20"/>
                <a:gd name="T1" fmla="*/ 0 h 38"/>
                <a:gd name="T2" fmla="*/ 68 w 20"/>
                <a:gd name="T3" fmla="*/ 105 h 38"/>
                <a:gd name="T4" fmla="*/ 120 w 20"/>
                <a:gd name="T5" fmla="*/ 249 h 38"/>
                <a:gd name="T6" fmla="*/ 89 w 20"/>
                <a:gd name="T7" fmla="*/ 45 h 38"/>
                <a:gd name="T8" fmla="*/ 0 w 20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8">
                  <a:moveTo>
                    <a:pt x="1" y="0"/>
                  </a:moveTo>
                  <a:cubicBezTo>
                    <a:pt x="3" y="7"/>
                    <a:pt x="7" y="11"/>
                    <a:pt x="11" y="16"/>
                  </a:cubicBezTo>
                  <a:cubicBezTo>
                    <a:pt x="17" y="23"/>
                    <a:pt x="17" y="29"/>
                    <a:pt x="19" y="38"/>
                  </a:cubicBezTo>
                  <a:cubicBezTo>
                    <a:pt x="20" y="29"/>
                    <a:pt x="19" y="14"/>
                    <a:pt x="14" y="7"/>
                  </a:cubicBezTo>
                  <a:cubicBezTo>
                    <a:pt x="10" y="1"/>
                    <a:pt x="5" y="3"/>
                    <a:pt x="0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10" name="Freeform 101">
              <a:extLst>
                <a:ext uri="{FF2B5EF4-FFF2-40B4-BE49-F238E27FC236}">
                  <a16:creationId xmlns:a16="http://schemas.microsoft.com/office/drawing/2014/main" id="{08F928A0-D818-4B42-8863-83CC93414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342"/>
              <a:ext cx="37" cy="71"/>
            </a:xfrm>
            <a:custGeom>
              <a:avLst/>
              <a:gdLst>
                <a:gd name="T0" fmla="*/ 7 w 20"/>
                <a:gd name="T1" fmla="*/ 0 h 38"/>
                <a:gd name="T2" fmla="*/ 68 w 20"/>
                <a:gd name="T3" fmla="*/ 105 h 38"/>
                <a:gd name="T4" fmla="*/ 120 w 20"/>
                <a:gd name="T5" fmla="*/ 249 h 38"/>
                <a:gd name="T6" fmla="*/ 89 w 20"/>
                <a:gd name="T7" fmla="*/ 45 h 38"/>
                <a:gd name="T8" fmla="*/ 0 w 20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8">
                  <a:moveTo>
                    <a:pt x="1" y="0"/>
                  </a:moveTo>
                  <a:cubicBezTo>
                    <a:pt x="3" y="7"/>
                    <a:pt x="7" y="11"/>
                    <a:pt x="11" y="16"/>
                  </a:cubicBezTo>
                  <a:cubicBezTo>
                    <a:pt x="17" y="23"/>
                    <a:pt x="17" y="29"/>
                    <a:pt x="19" y="38"/>
                  </a:cubicBezTo>
                  <a:cubicBezTo>
                    <a:pt x="20" y="29"/>
                    <a:pt x="19" y="14"/>
                    <a:pt x="14" y="7"/>
                  </a:cubicBezTo>
                  <a:cubicBezTo>
                    <a:pt x="10" y="1"/>
                    <a:pt x="5" y="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1" name="Freeform 102">
              <a:extLst>
                <a:ext uri="{FF2B5EF4-FFF2-40B4-BE49-F238E27FC236}">
                  <a16:creationId xmlns:a16="http://schemas.microsoft.com/office/drawing/2014/main" id="{1EC0A20B-E5C4-456D-825F-AA6C57B7B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170"/>
              <a:ext cx="33" cy="82"/>
            </a:xfrm>
            <a:custGeom>
              <a:avLst/>
              <a:gdLst>
                <a:gd name="T0" fmla="*/ 0 w 18"/>
                <a:gd name="T1" fmla="*/ 0 h 44"/>
                <a:gd name="T2" fmla="*/ 44 w 18"/>
                <a:gd name="T3" fmla="*/ 157 h 44"/>
                <a:gd name="T4" fmla="*/ 112 w 18"/>
                <a:gd name="T5" fmla="*/ 285 h 44"/>
                <a:gd name="T6" fmla="*/ 73 w 18"/>
                <a:gd name="T7" fmla="*/ 157 h 44"/>
                <a:gd name="T8" fmla="*/ 57 w 18"/>
                <a:gd name="T9" fmla="*/ 45 h 44"/>
                <a:gd name="T10" fmla="*/ 7 w 18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2" y="9"/>
                    <a:pt x="3" y="16"/>
                    <a:pt x="7" y="24"/>
                  </a:cubicBezTo>
                  <a:cubicBezTo>
                    <a:pt x="10" y="31"/>
                    <a:pt x="15" y="37"/>
                    <a:pt x="18" y="44"/>
                  </a:cubicBezTo>
                  <a:cubicBezTo>
                    <a:pt x="15" y="37"/>
                    <a:pt x="13" y="31"/>
                    <a:pt x="12" y="24"/>
                  </a:cubicBezTo>
                  <a:cubicBezTo>
                    <a:pt x="12" y="18"/>
                    <a:pt x="13" y="12"/>
                    <a:pt x="9" y="7"/>
                  </a:cubicBezTo>
                  <a:cubicBezTo>
                    <a:pt x="7" y="4"/>
                    <a:pt x="2" y="2"/>
                    <a:pt x="1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12" name="Freeform 103">
              <a:extLst>
                <a:ext uri="{FF2B5EF4-FFF2-40B4-BE49-F238E27FC236}">
                  <a16:creationId xmlns:a16="http://schemas.microsoft.com/office/drawing/2014/main" id="{BF71672E-835B-46DC-81D6-4C197E7FC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170"/>
              <a:ext cx="33" cy="82"/>
            </a:xfrm>
            <a:custGeom>
              <a:avLst/>
              <a:gdLst>
                <a:gd name="T0" fmla="*/ 0 w 18"/>
                <a:gd name="T1" fmla="*/ 0 h 44"/>
                <a:gd name="T2" fmla="*/ 44 w 18"/>
                <a:gd name="T3" fmla="*/ 157 h 44"/>
                <a:gd name="T4" fmla="*/ 112 w 18"/>
                <a:gd name="T5" fmla="*/ 285 h 44"/>
                <a:gd name="T6" fmla="*/ 73 w 18"/>
                <a:gd name="T7" fmla="*/ 157 h 44"/>
                <a:gd name="T8" fmla="*/ 57 w 18"/>
                <a:gd name="T9" fmla="*/ 45 h 44"/>
                <a:gd name="T10" fmla="*/ 7 w 18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2" y="9"/>
                    <a:pt x="3" y="16"/>
                    <a:pt x="7" y="24"/>
                  </a:cubicBezTo>
                  <a:cubicBezTo>
                    <a:pt x="10" y="31"/>
                    <a:pt x="15" y="37"/>
                    <a:pt x="18" y="44"/>
                  </a:cubicBezTo>
                  <a:cubicBezTo>
                    <a:pt x="15" y="37"/>
                    <a:pt x="13" y="31"/>
                    <a:pt x="12" y="24"/>
                  </a:cubicBezTo>
                  <a:cubicBezTo>
                    <a:pt x="12" y="18"/>
                    <a:pt x="13" y="12"/>
                    <a:pt x="9" y="7"/>
                  </a:cubicBezTo>
                  <a:cubicBezTo>
                    <a:pt x="7" y="4"/>
                    <a:pt x="2" y="2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3" name="Freeform 104">
              <a:extLst>
                <a:ext uri="{FF2B5EF4-FFF2-40B4-BE49-F238E27FC236}">
                  <a16:creationId xmlns:a16="http://schemas.microsoft.com/office/drawing/2014/main" id="{8AD1761A-EC25-486D-95C3-341572487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3041"/>
              <a:ext cx="19" cy="73"/>
            </a:xfrm>
            <a:custGeom>
              <a:avLst/>
              <a:gdLst>
                <a:gd name="T0" fmla="*/ 8 w 10"/>
                <a:gd name="T1" fmla="*/ 0 h 39"/>
                <a:gd name="T2" fmla="*/ 68 w 10"/>
                <a:gd name="T3" fmla="*/ 256 h 39"/>
                <a:gd name="T4" fmla="*/ 48 w 10"/>
                <a:gd name="T5" fmla="*/ 60 h 39"/>
                <a:gd name="T6" fmla="*/ 15 w 10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9">
                  <a:moveTo>
                    <a:pt x="1" y="0"/>
                  </a:moveTo>
                  <a:cubicBezTo>
                    <a:pt x="0" y="16"/>
                    <a:pt x="3" y="25"/>
                    <a:pt x="10" y="39"/>
                  </a:cubicBezTo>
                  <a:cubicBezTo>
                    <a:pt x="7" y="29"/>
                    <a:pt x="10" y="19"/>
                    <a:pt x="7" y="9"/>
                  </a:cubicBezTo>
                  <a:cubicBezTo>
                    <a:pt x="6" y="6"/>
                    <a:pt x="3" y="3"/>
                    <a:pt x="2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14" name="Freeform 105">
              <a:extLst>
                <a:ext uri="{FF2B5EF4-FFF2-40B4-BE49-F238E27FC236}">
                  <a16:creationId xmlns:a16="http://schemas.microsoft.com/office/drawing/2014/main" id="{D5340D31-643B-4024-97AA-C392EB7AC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3041"/>
              <a:ext cx="19" cy="73"/>
            </a:xfrm>
            <a:custGeom>
              <a:avLst/>
              <a:gdLst>
                <a:gd name="T0" fmla="*/ 8 w 10"/>
                <a:gd name="T1" fmla="*/ 0 h 39"/>
                <a:gd name="T2" fmla="*/ 68 w 10"/>
                <a:gd name="T3" fmla="*/ 256 h 39"/>
                <a:gd name="T4" fmla="*/ 48 w 10"/>
                <a:gd name="T5" fmla="*/ 60 h 39"/>
                <a:gd name="T6" fmla="*/ 15 w 10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9">
                  <a:moveTo>
                    <a:pt x="1" y="0"/>
                  </a:moveTo>
                  <a:cubicBezTo>
                    <a:pt x="0" y="16"/>
                    <a:pt x="3" y="25"/>
                    <a:pt x="10" y="39"/>
                  </a:cubicBezTo>
                  <a:cubicBezTo>
                    <a:pt x="7" y="29"/>
                    <a:pt x="10" y="19"/>
                    <a:pt x="7" y="9"/>
                  </a:cubicBezTo>
                  <a:cubicBezTo>
                    <a:pt x="6" y="6"/>
                    <a:pt x="3" y="3"/>
                    <a:pt x="2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5" name="Freeform 106">
              <a:extLst>
                <a:ext uri="{FF2B5EF4-FFF2-40B4-BE49-F238E27FC236}">
                  <a16:creationId xmlns:a16="http://schemas.microsoft.com/office/drawing/2014/main" id="{D1EB65EB-21F5-464A-A708-125765B4D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932"/>
              <a:ext cx="39" cy="94"/>
            </a:xfrm>
            <a:custGeom>
              <a:avLst/>
              <a:gdLst>
                <a:gd name="T0" fmla="*/ 134 w 21"/>
                <a:gd name="T1" fmla="*/ 0 h 50"/>
                <a:gd name="T2" fmla="*/ 113 w 21"/>
                <a:gd name="T3" fmla="*/ 160 h 50"/>
                <a:gd name="T4" fmla="*/ 45 w 21"/>
                <a:gd name="T5" fmla="*/ 333 h 50"/>
                <a:gd name="T6" fmla="*/ 128 w 21"/>
                <a:gd name="T7" fmla="*/ 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0">
                  <a:moveTo>
                    <a:pt x="21" y="0"/>
                  </a:moveTo>
                  <a:cubicBezTo>
                    <a:pt x="15" y="7"/>
                    <a:pt x="19" y="16"/>
                    <a:pt x="18" y="24"/>
                  </a:cubicBezTo>
                  <a:cubicBezTo>
                    <a:pt x="16" y="34"/>
                    <a:pt x="10" y="42"/>
                    <a:pt x="7" y="50"/>
                  </a:cubicBezTo>
                  <a:cubicBezTo>
                    <a:pt x="0" y="34"/>
                    <a:pt x="7" y="12"/>
                    <a:pt x="20" y="1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16" name="Freeform 107">
              <a:extLst>
                <a:ext uri="{FF2B5EF4-FFF2-40B4-BE49-F238E27FC236}">
                  <a16:creationId xmlns:a16="http://schemas.microsoft.com/office/drawing/2014/main" id="{1682A810-3507-4B05-8908-D00295448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932"/>
              <a:ext cx="39" cy="94"/>
            </a:xfrm>
            <a:custGeom>
              <a:avLst/>
              <a:gdLst>
                <a:gd name="T0" fmla="*/ 134 w 21"/>
                <a:gd name="T1" fmla="*/ 0 h 50"/>
                <a:gd name="T2" fmla="*/ 113 w 21"/>
                <a:gd name="T3" fmla="*/ 160 h 50"/>
                <a:gd name="T4" fmla="*/ 45 w 21"/>
                <a:gd name="T5" fmla="*/ 333 h 50"/>
                <a:gd name="T6" fmla="*/ 128 w 21"/>
                <a:gd name="T7" fmla="*/ 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0">
                  <a:moveTo>
                    <a:pt x="21" y="0"/>
                  </a:moveTo>
                  <a:cubicBezTo>
                    <a:pt x="15" y="7"/>
                    <a:pt x="19" y="16"/>
                    <a:pt x="18" y="24"/>
                  </a:cubicBezTo>
                  <a:cubicBezTo>
                    <a:pt x="16" y="34"/>
                    <a:pt x="10" y="42"/>
                    <a:pt x="7" y="50"/>
                  </a:cubicBezTo>
                  <a:cubicBezTo>
                    <a:pt x="0" y="34"/>
                    <a:pt x="7" y="12"/>
                    <a:pt x="20" y="1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7" name="Freeform 108">
              <a:extLst>
                <a:ext uri="{FF2B5EF4-FFF2-40B4-BE49-F238E27FC236}">
                  <a16:creationId xmlns:a16="http://schemas.microsoft.com/office/drawing/2014/main" id="{D44DDB92-2AE4-4D60-8C70-9F16ADD10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889"/>
              <a:ext cx="76" cy="55"/>
            </a:xfrm>
            <a:custGeom>
              <a:avLst/>
              <a:gdLst>
                <a:gd name="T0" fmla="*/ 0 w 41"/>
                <a:gd name="T1" fmla="*/ 197 h 29"/>
                <a:gd name="T2" fmla="*/ 261 w 41"/>
                <a:gd name="T3" fmla="*/ 0 h 29"/>
                <a:gd name="T4" fmla="*/ 7 w 41"/>
                <a:gd name="T5" fmla="*/ 19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9">
                  <a:moveTo>
                    <a:pt x="0" y="29"/>
                  </a:moveTo>
                  <a:cubicBezTo>
                    <a:pt x="12" y="16"/>
                    <a:pt x="25" y="8"/>
                    <a:pt x="41" y="0"/>
                  </a:cubicBezTo>
                  <a:cubicBezTo>
                    <a:pt x="22" y="1"/>
                    <a:pt x="2" y="7"/>
                    <a:pt x="1" y="28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18" name="Freeform 109">
              <a:extLst>
                <a:ext uri="{FF2B5EF4-FFF2-40B4-BE49-F238E27FC236}">
                  <a16:creationId xmlns:a16="http://schemas.microsoft.com/office/drawing/2014/main" id="{EE83A8B4-06D3-43E1-ADCA-366F0CCA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889"/>
              <a:ext cx="76" cy="55"/>
            </a:xfrm>
            <a:custGeom>
              <a:avLst/>
              <a:gdLst>
                <a:gd name="T0" fmla="*/ 0 w 41"/>
                <a:gd name="T1" fmla="*/ 197 h 29"/>
                <a:gd name="T2" fmla="*/ 261 w 41"/>
                <a:gd name="T3" fmla="*/ 0 h 29"/>
                <a:gd name="T4" fmla="*/ 7 w 41"/>
                <a:gd name="T5" fmla="*/ 19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9">
                  <a:moveTo>
                    <a:pt x="0" y="29"/>
                  </a:moveTo>
                  <a:cubicBezTo>
                    <a:pt x="12" y="16"/>
                    <a:pt x="25" y="8"/>
                    <a:pt x="41" y="0"/>
                  </a:cubicBezTo>
                  <a:cubicBezTo>
                    <a:pt x="22" y="1"/>
                    <a:pt x="2" y="7"/>
                    <a:pt x="1" y="28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9" name="Freeform 110">
              <a:extLst>
                <a:ext uri="{FF2B5EF4-FFF2-40B4-BE49-F238E27FC236}">
                  <a16:creationId xmlns:a16="http://schemas.microsoft.com/office/drawing/2014/main" id="{0B5CE9E3-DDF9-41A3-8547-CEB710DE2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929"/>
              <a:ext cx="33" cy="69"/>
            </a:xfrm>
            <a:custGeom>
              <a:avLst/>
              <a:gdLst>
                <a:gd name="T0" fmla="*/ 112 w 18"/>
                <a:gd name="T1" fmla="*/ 0 h 37"/>
                <a:gd name="T2" fmla="*/ 88 w 18"/>
                <a:gd name="T3" fmla="*/ 241 h 37"/>
                <a:gd name="T4" fmla="*/ 105 w 18"/>
                <a:gd name="T5" fmla="*/ 2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7">
                  <a:moveTo>
                    <a:pt x="18" y="0"/>
                  </a:moveTo>
                  <a:cubicBezTo>
                    <a:pt x="13" y="13"/>
                    <a:pt x="13" y="24"/>
                    <a:pt x="14" y="37"/>
                  </a:cubicBezTo>
                  <a:cubicBezTo>
                    <a:pt x="0" y="26"/>
                    <a:pt x="11" y="15"/>
                    <a:pt x="17" y="3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20" name="Freeform 111">
              <a:extLst>
                <a:ext uri="{FF2B5EF4-FFF2-40B4-BE49-F238E27FC236}">
                  <a16:creationId xmlns:a16="http://schemas.microsoft.com/office/drawing/2014/main" id="{2F94D2BE-B0F6-4989-B0F8-5A994D39A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929"/>
              <a:ext cx="33" cy="69"/>
            </a:xfrm>
            <a:custGeom>
              <a:avLst/>
              <a:gdLst>
                <a:gd name="T0" fmla="*/ 112 w 18"/>
                <a:gd name="T1" fmla="*/ 0 h 37"/>
                <a:gd name="T2" fmla="*/ 88 w 18"/>
                <a:gd name="T3" fmla="*/ 241 h 37"/>
                <a:gd name="T4" fmla="*/ 105 w 18"/>
                <a:gd name="T5" fmla="*/ 2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7">
                  <a:moveTo>
                    <a:pt x="18" y="0"/>
                  </a:moveTo>
                  <a:cubicBezTo>
                    <a:pt x="13" y="13"/>
                    <a:pt x="13" y="24"/>
                    <a:pt x="14" y="37"/>
                  </a:cubicBezTo>
                  <a:cubicBezTo>
                    <a:pt x="0" y="26"/>
                    <a:pt x="11" y="15"/>
                    <a:pt x="17" y="3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1" name="Freeform 112">
              <a:extLst>
                <a:ext uri="{FF2B5EF4-FFF2-40B4-BE49-F238E27FC236}">
                  <a16:creationId xmlns:a16="http://schemas.microsoft.com/office/drawing/2014/main" id="{56B852F0-CB36-425B-837D-7F481B2B0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876"/>
              <a:ext cx="41" cy="56"/>
            </a:xfrm>
            <a:custGeom>
              <a:avLst/>
              <a:gdLst>
                <a:gd name="T0" fmla="*/ 13 w 22"/>
                <a:gd name="T1" fmla="*/ 189 h 30"/>
                <a:gd name="T2" fmla="*/ 142 w 22"/>
                <a:gd name="T3" fmla="*/ 39 h 30"/>
                <a:gd name="T4" fmla="*/ 7 w 22"/>
                <a:gd name="T5" fmla="*/ 19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0">
                  <a:moveTo>
                    <a:pt x="2" y="29"/>
                  </a:moveTo>
                  <a:cubicBezTo>
                    <a:pt x="6" y="19"/>
                    <a:pt x="12" y="12"/>
                    <a:pt x="22" y="6"/>
                  </a:cubicBezTo>
                  <a:cubicBezTo>
                    <a:pt x="9" y="0"/>
                    <a:pt x="0" y="19"/>
                    <a:pt x="1" y="3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22" name="Freeform 113">
              <a:extLst>
                <a:ext uri="{FF2B5EF4-FFF2-40B4-BE49-F238E27FC236}">
                  <a16:creationId xmlns:a16="http://schemas.microsoft.com/office/drawing/2014/main" id="{30B70A51-02AD-43E1-A5F2-B906CBF24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876"/>
              <a:ext cx="41" cy="56"/>
            </a:xfrm>
            <a:custGeom>
              <a:avLst/>
              <a:gdLst>
                <a:gd name="T0" fmla="*/ 13 w 22"/>
                <a:gd name="T1" fmla="*/ 189 h 30"/>
                <a:gd name="T2" fmla="*/ 142 w 22"/>
                <a:gd name="T3" fmla="*/ 39 h 30"/>
                <a:gd name="T4" fmla="*/ 7 w 22"/>
                <a:gd name="T5" fmla="*/ 19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0">
                  <a:moveTo>
                    <a:pt x="2" y="29"/>
                  </a:moveTo>
                  <a:cubicBezTo>
                    <a:pt x="6" y="19"/>
                    <a:pt x="12" y="12"/>
                    <a:pt x="22" y="6"/>
                  </a:cubicBezTo>
                  <a:cubicBezTo>
                    <a:pt x="9" y="0"/>
                    <a:pt x="0" y="19"/>
                    <a:pt x="1" y="3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3" name="Freeform 114">
              <a:extLst>
                <a:ext uri="{FF2B5EF4-FFF2-40B4-BE49-F238E27FC236}">
                  <a16:creationId xmlns:a16="http://schemas.microsoft.com/office/drawing/2014/main" id="{00FD9031-E3F6-49D0-A813-E78BE30D1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030"/>
              <a:ext cx="30" cy="69"/>
            </a:xfrm>
            <a:custGeom>
              <a:avLst/>
              <a:gdLst>
                <a:gd name="T0" fmla="*/ 73 w 16"/>
                <a:gd name="T1" fmla="*/ 7 h 37"/>
                <a:gd name="T2" fmla="*/ 105 w 16"/>
                <a:gd name="T3" fmla="*/ 241 h 37"/>
                <a:gd name="T4" fmla="*/ 73 w 16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7">
                  <a:moveTo>
                    <a:pt x="11" y="1"/>
                  </a:moveTo>
                  <a:cubicBezTo>
                    <a:pt x="7" y="13"/>
                    <a:pt x="13" y="26"/>
                    <a:pt x="16" y="37"/>
                  </a:cubicBezTo>
                  <a:cubicBezTo>
                    <a:pt x="0" y="31"/>
                    <a:pt x="3" y="12"/>
                    <a:pt x="11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24" name="Freeform 115">
              <a:extLst>
                <a:ext uri="{FF2B5EF4-FFF2-40B4-BE49-F238E27FC236}">
                  <a16:creationId xmlns:a16="http://schemas.microsoft.com/office/drawing/2014/main" id="{13EAFD27-65C9-43D7-BA98-45027E921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030"/>
              <a:ext cx="30" cy="69"/>
            </a:xfrm>
            <a:custGeom>
              <a:avLst/>
              <a:gdLst>
                <a:gd name="T0" fmla="*/ 73 w 16"/>
                <a:gd name="T1" fmla="*/ 7 h 37"/>
                <a:gd name="T2" fmla="*/ 105 w 16"/>
                <a:gd name="T3" fmla="*/ 241 h 37"/>
                <a:gd name="T4" fmla="*/ 73 w 16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7">
                  <a:moveTo>
                    <a:pt x="11" y="1"/>
                  </a:moveTo>
                  <a:cubicBezTo>
                    <a:pt x="7" y="13"/>
                    <a:pt x="13" y="26"/>
                    <a:pt x="16" y="37"/>
                  </a:cubicBezTo>
                  <a:cubicBezTo>
                    <a:pt x="0" y="31"/>
                    <a:pt x="3" y="12"/>
                    <a:pt x="11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5" name="Freeform 116">
              <a:extLst>
                <a:ext uri="{FF2B5EF4-FFF2-40B4-BE49-F238E27FC236}">
                  <a16:creationId xmlns:a16="http://schemas.microsoft.com/office/drawing/2014/main" id="{9FF736AF-3559-4AB5-BFAE-E62B36F8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176"/>
              <a:ext cx="22" cy="60"/>
            </a:xfrm>
            <a:custGeom>
              <a:avLst/>
              <a:gdLst>
                <a:gd name="T0" fmla="*/ 37 w 12"/>
                <a:gd name="T1" fmla="*/ 0 h 32"/>
                <a:gd name="T2" fmla="*/ 73 w 12"/>
                <a:gd name="T3" fmla="*/ 212 h 32"/>
                <a:gd name="T4" fmla="*/ 31 w 12"/>
                <a:gd name="T5" fmla="*/ 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2">
                  <a:moveTo>
                    <a:pt x="6" y="0"/>
                  </a:moveTo>
                  <a:cubicBezTo>
                    <a:pt x="5" y="12"/>
                    <a:pt x="12" y="21"/>
                    <a:pt x="12" y="32"/>
                  </a:cubicBezTo>
                  <a:cubicBezTo>
                    <a:pt x="0" y="25"/>
                    <a:pt x="4" y="13"/>
                    <a:pt x="5" y="1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26" name="Freeform 117">
              <a:extLst>
                <a:ext uri="{FF2B5EF4-FFF2-40B4-BE49-F238E27FC236}">
                  <a16:creationId xmlns:a16="http://schemas.microsoft.com/office/drawing/2014/main" id="{9CB0C380-4E4D-434C-A12F-D192D9B3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176"/>
              <a:ext cx="22" cy="60"/>
            </a:xfrm>
            <a:custGeom>
              <a:avLst/>
              <a:gdLst>
                <a:gd name="T0" fmla="*/ 37 w 12"/>
                <a:gd name="T1" fmla="*/ 0 h 32"/>
                <a:gd name="T2" fmla="*/ 73 w 12"/>
                <a:gd name="T3" fmla="*/ 212 h 32"/>
                <a:gd name="T4" fmla="*/ 31 w 12"/>
                <a:gd name="T5" fmla="*/ 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2">
                  <a:moveTo>
                    <a:pt x="6" y="0"/>
                  </a:moveTo>
                  <a:cubicBezTo>
                    <a:pt x="5" y="12"/>
                    <a:pt x="12" y="21"/>
                    <a:pt x="12" y="32"/>
                  </a:cubicBezTo>
                  <a:cubicBezTo>
                    <a:pt x="0" y="25"/>
                    <a:pt x="4" y="13"/>
                    <a:pt x="5" y="1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7" name="Freeform 118">
              <a:extLst>
                <a:ext uri="{FF2B5EF4-FFF2-40B4-BE49-F238E27FC236}">
                  <a16:creationId xmlns:a16="http://schemas.microsoft.com/office/drawing/2014/main" id="{6A268C71-7B4C-46F0-90E9-299EDBEB8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3067"/>
              <a:ext cx="26" cy="96"/>
            </a:xfrm>
            <a:custGeom>
              <a:avLst/>
              <a:gdLst>
                <a:gd name="T0" fmla="*/ 0 w 14"/>
                <a:gd name="T1" fmla="*/ 15 h 51"/>
                <a:gd name="T2" fmla="*/ 13 w 14"/>
                <a:gd name="T3" fmla="*/ 188 h 51"/>
                <a:gd name="T4" fmla="*/ 89 w 14"/>
                <a:gd name="T5" fmla="*/ 341 h 51"/>
                <a:gd name="T6" fmla="*/ 7 w 1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1">
                  <a:moveTo>
                    <a:pt x="0" y="2"/>
                  </a:moveTo>
                  <a:cubicBezTo>
                    <a:pt x="2" y="11"/>
                    <a:pt x="0" y="20"/>
                    <a:pt x="2" y="28"/>
                  </a:cubicBezTo>
                  <a:cubicBezTo>
                    <a:pt x="3" y="37"/>
                    <a:pt x="8" y="44"/>
                    <a:pt x="14" y="51"/>
                  </a:cubicBezTo>
                  <a:cubicBezTo>
                    <a:pt x="10" y="34"/>
                    <a:pt x="11" y="15"/>
                    <a:pt x="1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28" name="Freeform 119">
              <a:extLst>
                <a:ext uri="{FF2B5EF4-FFF2-40B4-BE49-F238E27FC236}">
                  <a16:creationId xmlns:a16="http://schemas.microsoft.com/office/drawing/2014/main" id="{352A3828-DF46-44CB-8167-AC20FF99B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3067"/>
              <a:ext cx="26" cy="96"/>
            </a:xfrm>
            <a:custGeom>
              <a:avLst/>
              <a:gdLst>
                <a:gd name="T0" fmla="*/ 0 w 14"/>
                <a:gd name="T1" fmla="*/ 15 h 51"/>
                <a:gd name="T2" fmla="*/ 13 w 14"/>
                <a:gd name="T3" fmla="*/ 188 h 51"/>
                <a:gd name="T4" fmla="*/ 89 w 14"/>
                <a:gd name="T5" fmla="*/ 341 h 51"/>
                <a:gd name="T6" fmla="*/ 7 w 1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1">
                  <a:moveTo>
                    <a:pt x="0" y="2"/>
                  </a:moveTo>
                  <a:cubicBezTo>
                    <a:pt x="2" y="11"/>
                    <a:pt x="0" y="20"/>
                    <a:pt x="2" y="28"/>
                  </a:cubicBezTo>
                  <a:cubicBezTo>
                    <a:pt x="3" y="37"/>
                    <a:pt x="8" y="44"/>
                    <a:pt x="14" y="51"/>
                  </a:cubicBezTo>
                  <a:cubicBezTo>
                    <a:pt x="10" y="34"/>
                    <a:pt x="11" y="15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9" name="Freeform 120">
              <a:extLst>
                <a:ext uri="{FF2B5EF4-FFF2-40B4-BE49-F238E27FC236}">
                  <a16:creationId xmlns:a16="http://schemas.microsoft.com/office/drawing/2014/main" id="{B2FE3E6E-3AC0-4990-B2F0-AB1BBA1ED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38"/>
              <a:ext cx="16" cy="60"/>
            </a:xfrm>
            <a:custGeom>
              <a:avLst/>
              <a:gdLst>
                <a:gd name="T0" fmla="*/ 12 w 9"/>
                <a:gd name="T1" fmla="*/ 0 h 32"/>
                <a:gd name="T2" fmla="*/ 50 w 9"/>
                <a:gd name="T3" fmla="*/ 212 h 32"/>
                <a:gd name="T4" fmla="*/ 37 w 9"/>
                <a:gd name="T5" fmla="*/ 81 h 32"/>
                <a:gd name="T6" fmla="*/ 16 w 9"/>
                <a:gd name="T7" fmla="*/ 1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2">
                  <a:moveTo>
                    <a:pt x="2" y="0"/>
                  </a:moveTo>
                  <a:cubicBezTo>
                    <a:pt x="0" y="12"/>
                    <a:pt x="5" y="22"/>
                    <a:pt x="9" y="32"/>
                  </a:cubicBezTo>
                  <a:cubicBezTo>
                    <a:pt x="9" y="26"/>
                    <a:pt x="9" y="18"/>
                    <a:pt x="7" y="12"/>
                  </a:cubicBezTo>
                  <a:cubicBezTo>
                    <a:pt x="6" y="8"/>
                    <a:pt x="4" y="6"/>
                    <a:pt x="3" y="2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30" name="Freeform 121">
              <a:extLst>
                <a:ext uri="{FF2B5EF4-FFF2-40B4-BE49-F238E27FC236}">
                  <a16:creationId xmlns:a16="http://schemas.microsoft.com/office/drawing/2014/main" id="{AA893507-25CE-457F-B432-0FF526E35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38"/>
              <a:ext cx="16" cy="60"/>
            </a:xfrm>
            <a:custGeom>
              <a:avLst/>
              <a:gdLst>
                <a:gd name="T0" fmla="*/ 12 w 9"/>
                <a:gd name="T1" fmla="*/ 0 h 32"/>
                <a:gd name="T2" fmla="*/ 50 w 9"/>
                <a:gd name="T3" fmla="*/ 212 h 32"/>
                <a:gd name="T4" fmla="*/ 37 w 9"/>
                <a:gd name="T5" fmla="*/ 81 h 32"/>
                <a:gd name="T6" fmla="*/ 16 w 9"/>
                <a:gd name="T7" fmla="*/ 1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2">
                  <a:moveTo>
                    <a:pt x="2" y="0"/>
                  </a:moveTo>
                  <a:cubicBezTo>
                    <a:pt x="0" y="12"/>
                    <a:pt x="5" y="22"/>
                    <a:pt x="9" y="32"/>
                  </a:cubicBezTo>
                  <a:cubicBezTo>
                    <a:pt x="9" y="26"/>
                    <a:pt x="9" y="18"/>
                    <a:pt x="7" y="12"/>
                  </a:cubicBezTo>
                  <a:cubicBezTo>
                    <a:pt x="6" y="8"/>
                    <a:pt x="4" y="6"/>
                    <a:pt x="3" y="2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1" name="Freeform 122">
              <a:extLst>
                <a:ext uri="{FF2B5EF4-FFF2-40B4-BE49-F238E27FC236}">
                  <a16:creationId xmlns:a16="http://schemas.microsoft.com/office/drawing/2014/main" id="{10FB1ACE-72CE-4D06-92AA-EBD3777AC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882"/>
              <a:ext cx="21" cy="84"/>
            </a:xfrm>
            <a:custGeom>
              <a:avLst/>
              <a:gdLst>
                <a:gd name="T0" fmla="*/ 15 w 11"/>
                <a:gd name="T1" fmla="*/ 7 h 45"/>
                <a:gd name="T2" fmla="*/ 61 w 11"/>
                <a:gd name="T3" fmla="*/ 293 h 45"/>
                <a:gd name="T4" fmla="*/ 61 w 11"/>
                <a:gd name="T5" fmla="*/ 226 h 45"/>
                <a:gd name="T6" fmla="*/ 69 w 11"/>
                <a:gd name="T7" fmla="*/ 118 h 45"/>
                <a:gd name="T8" fmla="*/ 21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2" y="1"/>
                  </a:moveTo>
                  <a:cubicBezTo>
                    <a:pt x="3" y="15"/>
                    <a:pt x="0" y="34"/>
                    <a:pt x="9" y="45"/>
                  </a:cubicBezTo>
                  <a:cubicBezTo>
                    <a:pt x="9" y="42"/>
                    <a:pt x="9" y="38"/>
                    <a:pt x="9" y="35"/>
                  </a:cubicBezTo>
                  <a:cubicBezTo>
                    <a:pt x="9" y="29"/>
                    <a:pt x="11" y="24"/>
                    <a:pt x="10" y="18"/>
                  </a:cubicBezTo>
                  <a:cubicBezTo>
                    <a:pt x="9" y="13"/>
                    <a:pt x="5" y="5"/>
                    <a:pt x="3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32" name="Freeform 123">
              <a:extLst>
                <a:ext uri="{FF2B5EF4-FFF2-40B4-BE49-F238E27FC236}">
                  <a16:creationId xmlns:a16="http://schemas.microsoft.com/office/drawing/2014/main" id="{FB32FD2F-AE59-4827-AA87-F92144128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882"/>
              <a:ext cx="21" cy="84"/>
            </a:xfrm>
            <a:custGeom>
              <a:avLst/>
              <a:gdLst>
                <a:gd name="T0" fmla="*/ 15 w 11"/>
                <a:gd name="T1" fmla="*/ 7 h 45"/>
                <a:gd name="T2" fmla="*/ 61 w 11"/>
                <a:gd name="T3" fmla="*/ 293 h 45"/>
                <a:gd name="T4" fmla="*/ 61 w 11"/>
                <a:gd name="T5" fmla="*/ 226 h 45"/>
                <a:gd name="T6" fmla="*/ 69 w 11"/>
                <a:gd name="T7" fmla="*/ 118 h 45"/>
                <a:gd name="T8" fmla="*/ 21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2" y="1"/>
                  </a:moveTo>
                  <a:cubicBezTo>
                    <a:pt x="3" y="15"/>
                    <a:pt x="0" y="34"/>
                    <a:pt x="9" y="45"/>
                  </a:cubicBezTo>
                  <a:cubicBezTo>
                    <a:pt x="9" y="42"/>
                    <a:pt x="9" y="38"/>
                    <a:pt x="9" y="35"/>
                  </a:cubicBezTo>
                  <a:cubicBezTo>
                    <a:pt x="9" y="29"/>
                    <a:pt x="11" y="24"/>
                    <a:pt x="10" y="18"/>
                  </a:cubicBezTo>
                  <a:cubicBezTo>
                    <a:pt x="9" y="13"/>
                    <a:pt x="5" y="5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3" name="Freeform 124">
              <a:extLst>
                <a:ext uri="{FF2B5EF4-FFF2-40B4-BE49-F238E27FC236}">
                  <a16:creationId xmlns:a16="http://schemas.microsoft.com/office/drawing/2014/main" id="{EC6EF4A7-4E2F-4C19-9683-05F0F182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871"/>
              <a:ext cx="22" cy="58"/>
            </a:xfrm>
            <a:custGeom>
              <a:avLst/>
              <a:gdLst>
                <a:gd name="T0" fmla="*/ 13 w 12"/>
                <a:gd name="T1" fmla="*/ 0 h 31"/>
                <a:gd name="T2" fmla="*/ 73 w 12"/>
                <a:gd name="T3" fmla="*/ 204 h 31"/>
                <a:gd name="T4" fmla="*/ 20 w 1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1">
                  <a:moveTo>
                    <a:pt x="2" y="0"/>
                  </a:moveTo>
                  <a:cubicBezTo>
                    <a:pt x="0" y="12"/>
                    <a:pt x="5" y="22"/>
                    <a:pt x="12" y="31"/>
                  </a:cubicBezTo>
                  <a:cubicBezTo>
                    <a:pt x="9" y="21"/>
                    <a:pt x="7" y="10"/>
                    <a:pt x="3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34" name="Freeform 125">
              <a:extLst>
                <a:ext uri="{FF2B5EF4-FFF2-40B4-BE49-F238E27FC236}">
                  <a16:creationId xmlns:a16="http://schemas.microsoft.com/office/drawing/2014/main" id="{69A7F842-1FEA-44C0-BD5B-ACA6AE24F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871"/>
              <a:ext cx="22" cy="58"/>
            </a:xfrm>
            <a:custGeom>
              <a:avLst/>
              <a:gdLst>
                <a:gd name="T0" fmla="*/ 13 w 12"/>
                <a:gd name="T1" fmla="*/ 0 h 31"/>
                <a:gd name="T2" fmla="*/ 73 w 12"/>
                <a:gd name="T3" fmla="*/ 204 h 31"/>
                <a:gd name="T4" fmla="*/ 20 w 1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1">
                  <a:moveTo>
                    <a:pt x="2" y="0"/>
                  </a:moveTo>
                  <a:cubicBezTo>
                    <a:pt x="0" y="12"/>
                    <a:pt x="5" y="22"/>
                    <a:pt x="12" y="31"/>
                  </a:cubicBezTo>
                  <a:cubicBezTo>
                    <a:pt x="9" y="21"/>
                    <a:pt x="7" y="10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5" name="Freeform 126">
              <a:extLst>
                <a:ext uri="{FF2B5EF4-FFF2-40B4-BE49-F238E27FC236}">
                  <a16:creationId xmlns:a16="http://schemas.microsoft.com/office/drawing/2014/main" id="{FD49DCEB-2F00-435C-BD3A-C6E5A9AEE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127"/>
              <a:ext cx="26" cy="77"/>
            </a:xfrm>
            <a:custGeom>
              <a:avLst/>
              <a:gdLst>
                <a:gd name="T0" fmla="*/ 0 w 14"/>
                <a:gd name="T1" fmla="*/ 0 h 41"/>
                <a:gd name="T2" fmla="*/ 89 w 14"/>
                <a:gd name="T3" fmla="*/ 272 h 41"/>
                <a:gd name="T4" fmla="*/ 37 w 14"/>
                <a:gd name="T5" fmla="*/ 60 h 41"/>
                <a:gd name="T6" fmla="*/ 0 w 14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1">
                  <a:moveTo>
                    <a:pt x="0" y="0"/>
                  </a:moveTo>
                  <a:cubicBezTo>
                    <a:pt x="0" y="15"/>
                    <a:pt x="2" y="30"/>
                    <a:pt x="14" y="41"/>
                  </a:cubicBezTo>
                  <a:cubicBezTo>
                    <a:pt x="8" y="33"/>
                    <a:pt x="10" y="19"/>
                    <a:pt x="6" y="9"/>
                  </a:cubicBezTo>
                  <a:cubicBezTo>
                    <a:pt x="4" y="5"/>
                    <a:pt x="3" y="3"/>
                    <a:pt x="0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36" name="Freeform 127">
              <a:extLst>
                <a:ext uri="{FF2B5EF4-FFF2-40B4-BE49-F238E27FC236}">
                  <a16:creationId xmlns:a16="http://schemas.microsoft.com/office/drawing/2014/main" id="{A247D557-B63F-4C61-BF0E-7110F48C8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127"/>
              <a:ext cx="26" cy="77"/>
            </a:xfrm>
            <a:custGeom>
              <a:avLst/>
              <a:gdLst>
                <a:gd name="T0" fmla="*/ 0 w 14"/>
                <a:gd name="T1" fmla="*/ 0 h 41"/>
                <a:gd name="T2" fmla="*/ 89 w 14"/>
                <a:gd name="T3" fmla="*/ 272 h 41"/>
                <a:gd name="T4" fmla="*/ 37 w 14"/>
                <a:gd name="T5" fmla="*/ 60 h 41"/>
                <a:gd name="T6" fmla="*/ 0 w 14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1">
                  <a:moveTo>
                    <a:pt x="0" y="0"/>
                  </a:moveTo>
                  <a:cubicBezTo>
                    <a:pt x="0" y="15"/>
                    <a:pt x="2" y="30"/>
                    <a:pt x="14" y="41"/>
                  </a:cubicBezTo>
                  <a:cubicBezTo>
                    <a:pt x="8" y="33"/>
                    <a:pt x="10" y="19"/>
                    <a:pt x="6" y="9"/>
                  </a:cubicBezTo>
                  <a:cubicBezTo>
                    <a:pt x="4" y="5"/>
                    <a:pt x="3" y="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7" name="Freeform 128">
              <a:extLst>
                <a:ext uri="{FF2B5EF4-FFF2-40B4-BE49-F238E27FC236}">
                  <a16:creationId xmlns:a16="http://schemas.microsoft.com/office/drawing/2014/main" id="{5A77EAFA-3B62-432E-B941-51F59BFFA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994"/>
              <a:ext cx="28" cy="54"/>
            </a:xfrm>
            <a:custGeom>
              <a:avLst/>
              <a:gdLst>
                <a:gd name="T0" fmla="*/ 24 w 15"/>
                <a:gd name="T1" fmla="*/ 0 h 29"/>
                <a:gd name="T2" fmla="*/ 97 w 15"/>
                <a:gd name="T3" fmla="*/ 188 h 29"/>
                <a:gd name="T4" fmla="*/ 65 w 15"/>
                <a:gd name="T5" fmla="*/ 37 h 29"/>
                <a:gd name="T6" fmla="*/ 24 w 15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9">
                  <a:moveTo>
                    <a:pt x="4" y="0"/>
                  </a:moveTo>
                  <a:cubicBezTo>
                    <a:pt x="0" y="9"/>
                    <a:pt x="8" y="23"/>
                    <a:pt x="15" y="29"/>
                  </a:cubicBezTo>
                  <a:cubicBezTo>
                    <a:pt x="11" y="21"/>
                    <a:pt x="15" y="13"/>
                    <a:pt x="10" y="6"/>
                  </a:cubicBezTo>
                  <a:cubicBezTo>
                    <a:pt x="9" y="4"/>
                    <a:pt x="6" y="2"/>
                    <a:pt x="4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38" name="Freeform 129">
              <a:extLst>
                <a:ext uri="{FF2B5EF4-FFF2-40B4-BE49-F238E27FC236}">
                  <a16:creationId xmlns:a16="http://schemas.microsoft.com/office/drawing/2014/main" id="{2C1BB49F-393D-4D9E-A665-6F57C8B0A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994"/>
              <a:ext cx="28" cy="54"/>
            </a:xfrm>
            <a:custGeom>
              <a:avLst/>
              <a:gdLst>
                <a:gd name="T0" fmla="*/ 24 w 15"/>
                <a:gd name="T1" fmla="*/ 0 h 29"/>
                <a:gd name="T2" fmla="*/ 97 w 15"/>
                <a:gd name="T3" fmla="*/ 188 h 29"/>
                <a:gd name="T4" fmla="*/ 65 w 15"/>
                <a:gd name="T5" fmla="*/ 37 h 29"/>
                <a:gd name="T6" fmla="*/ 24 w 15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9">
                  <a:moveTo>
                    <a:pt x="4" y="0"/>
                  </a:moveTo>
                  <a:cubicBezTo>
                    <a:pt x="0" y="9"/>
                    <a:pt x="8" y="23"/>
                    <a:pt x="15" y="29"/>
                  </a:cubicBezTo>
                  <a:cubicBezTo>
                    <a:pt x="11" y="21"/>
                    <a:pt x="15" y="13"/>
                    <a:pt x="10" y="6"/>
                  </a:cubicBezTo>
                  <a:cubicBezTo>
                    <a:pt x="9" y="4"/>
                    <a:pt x="6" y="2"/>
                    <a:pt x="4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9" name="Freeform 130">
              <a:extLst>
                <a:ext uri="{FF2B5EF4-FFF2-40B4-BE49-F238E27FC236}">
                  <a16:creationId xmlns:a16="http://schemas.microsoft.com/office/drawing/2014/main" id="{3AAE9EED-4605-4253-B214-EB36AFC03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247"/>
              <a:ext cx="15" cy="56"/>
            </a:xfrm>
            <a:custGeom>
              <a:avLst/>
              <a:gdLst>
                <a:gd name="T0" fmla="*/ 39 w 8"/>
                <a:gd name="T1" fmla="*/ 0 h 30"/>
                <a:gd name="T2" fmla="*/ 15 w 8"/>
                <a:gd name="T3" fmla="*/ 196 h 30"/>
                <a:gd name="T4" fmla="*/ 8 w 8"/>
                <a:gd name="T5" fmla="*/ 77 h 30"/>
                <a:gd name="T6" fmla="*/ 39 w 8"/>
                <a:gd name="T7" fmla="*/ 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0">
                  <a:moveTo>
                    <a:pt x="6" y="0"/>
                  </a:moveTo>
                  <a:cubicBezTo>
                    <a:pt x="7" y="12"/>
                    <a:pt x="8" y="20"/>
                    <a:pt x="2" y="30"/>
                  </a:cubicBezTo>
                  <a:cubicBezTo>
                    <a:pt x="0" y="27"/>
                    <a:pt x="1" y="16"/>
                    <a:pt x="1" y="12"/>
                  </a:cubicBezTo>
                  <a:cubicBezTo>
                    <a:pt x="2" y="8"/>
                    <a:pt x="4" y="5"/>
                    <a:pt x="6" y="1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40" name="Freeform 131">
              <a:extLst>
                <a:ext uri="{FF2B5EF4-FFF2-40B4-BE49-F238E27FC236}">
                  <a16:creationId xmlns:a16="http://schemas.microsoft.com/office/drawing/2014/main" id="{C5CDCB2C-BFE5-4573-8E25-2AAB5F69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247"/>
              <a:ext cx="15" cy="56"/>
            </a:xfrm>
            <a:custGeom>
              <a:avLst/>
              <a:gdLst>
                <a:gd name="T0" fmla="*/ 39 w 8"/>
                <a:gd name="T1" fmla="*/ 0 h 30"/>
                <a:gd name="T2" fmla="*/ 15 w 8"/>
                <a:gd name="T3" fmla="*/ 196 h 30"/>
                <a:gd name="T4" fmla="*/ 8 w 8"/>
                <a:gd name="T5" fmla="*/ 77 h 30"/>
                <a:gd name="T6" fmla="*/ 39 w 8"/>
                <a:gd name="T7" fmla="*/ 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0">
                  <a:moveTo>
                    <a:pt x="6" y="0"/>
                  </a:moveTo>
                  <a:cubicBezTo>
                    <a:pt x="7" y="12"/>
                    <a:pt x="8" y="20"/>
                    <a:pt x="2" y="30"/>
                  </a:cubicBezTo>
                  <a:cubicBezTo>
                    <a:pt x="0" y="27"/>
                    <a:pt x="1" y="16"/>
                    <a:pt x="1" y="12"/>
                  </a:cubicBezTo>
                  <a:cubicBezTo>
                    <a:pt x="2" y="8"/>
                    <a:pt x="4" y="5"/>
                    <a:pt x="6" y="1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1" name="Freeform 132">
              <a:extLst>
                <a:ext uri="{FF2B5EF4-FFF2-40B4-BE49-F238E27FC236}">
                  <a16:creationId xmlns:a16="http://schemas.microsoft.com/office/drawing/2014/main" id="{3D2884B6-5BEA-4849-9017-DA44CD640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966"/>
              <a:ext cx="20" cy="49"/>
            </a:xfrm>
            <a:custGeom>
              <a:avLst/>
              <a:gdLst>
                <a:gd name="T0" fmla="*/ 13 w 11"/>
                <a:gd name="T1" fmla="*/ 0 h 26"/>
                <a:gd name="T2" fmla="*/ 65 w 11"/>
                <a:gd name="T3" fmla="*/ 173 h 26"/>
                <a:gd name="T4" fmla="*/ 13 w 11"/>
                <a:gd name="T5" fmla="*/ 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2" y="0"/>
                  </a:moveTo>
                  <a:cubicBezTo>
                    <a:pt x="0" y="10"/>
                    <a:pt x="5" y="19"/>
                    <a:pt x="11" y="26"/>
                  </a:cubicBezTo>
                  <a:cubicBezTo>
                    <a:pt x="5" y="19"/>
                    <a:pt x="9" y="8"/>
                    <a:pt x="2" y="1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42" name="Freeform 133">
              <a:extLst>
                <a:ext uri="{FF2B5EF4-FFF2-40B4-BE49-F238E27FC236}">
                  <a16:creationId xmlns:a16="http://schemas.microsoft.com/office/drawing/2014/main" id="{69672CE7-4523-41A1-B94C-E32C10274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966"/>
              <a:ext cx="20" cy="49"/>
            </a:xfrm>
            <a:custGeom>
              <a:avLst/>
              <a:gdLst>
                <a:gd name="T0" fmla="*/ 13 w 11"/>
                <a:gd name="T1" fmla="*/ 0 h 26"/>
                <a:gd name="T2" fmla="*/ 65 w 11"/>
                <a:gd name="T3" fmla="*/ 173 h 26"/>
                <a:gd name="T4" fmla="*/ 13 w 11"/>
                <a:gd name="T5" fmla="*/ 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2" y="0"/>
                  </a:moveTo>
                  <a:cubicBezTo>
                    <a:pt x="0" y="10"/>
                    <a:pt x="5" y="19"/>
                    <a:pt x="11" y="26"/>
                  </a:cubicBezTo>
                  <a:cubicBezTo>
                    <a:pt x="5" y="19"/>
                    <a:pt x="9" y="8"/>
                    <a:pt x="2" y="1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3" name="Freeform 134">
              <a:extLst>
                <a:ext uri="{FF2B5EF4-FFF2-40B4-BE49-F238E27FC236}">
                  <a16:creationId xmlns:a16="http://schemas.microsoft.com/office/drawing/2014/main" id="{6DE00A1B-FFC3-46B6-B8EB-E0F0F5E4B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265"/>
              <a:ext cx="21" cy="57"/>
            </a:xfrm>
            <a:custGeom>
              <a:avLst/>
              <a:gdLst>
                <a:gd name="T0" fmla="*/ 0 w 11"/>
                <a:gd name="T1" fmla="*/ 8 h 30"/>
                <a:gd name="T2" fmla="*/ 76 w 11"/>
                <a:gd name="T3" fmla="*/ 205 h 30"/>
                <a:gd name="T4" fmla="*/ 21 w 11"/>
                <a:gd name="T5" fmla="*/ 55 h 30"/>
                <a:gd name="T6" fmla="*/ 0 w 11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0">
                  <a:moveTo>
                    <a:pt x="0" y="1"/>
                  </a:moveTo>
                  <a:cubicBezTo>
                    <a:pt x="0" y="13"/>
                    <a:pt x="1" y="22"/>
                    <a:pt x="11" y="30"/>
                  </a:cubicBezTo>
                  <a:cubicBezTo>
                    <a:pt x="6" y="25"/>
                    <a:pt x="5" y="14"/>
                    <a:pt x="3" y="8"/>
                  </a:cubicBez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44" name="Freeform 135">
              <a:extLst>
                <a:ext uri="{FF2B5EF4-FFF2-40B4-BE49-F238E27FC236}">
                  <a16:creationId xmlns:a16="http://schemas.microsoft.com/office/drawing/2014/main" id="{9B4F3516-7821-4BE6-9E88-444A3DF3B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265"/>
              <a:ext cx="21" cy="57"/>
            </a:xfrm>
            <a:custGeom>
              <a:avLst/>
              <a:gdLst>
                <a:gd name="T0" fmla="*/ 0 w 11"/>
                <a:gd name="T1" fmla="*/ 8 h 30"/>
                <a:gd name="T2" fmla="*/ 76 w 11"/>
                <a:gd name="T3" fmla="*/ 205 h 30"/>
                <a:gd name="T4" fmla="*/ 21 w 11"/>
                <a:gd name="T5" fmla="*/ 55 h 30"/>
                <a:gd name="T6" fmla="*/ 0 w 11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0">
                  <a:moveTo>
                    <a:pt x="0" y="1"/>
                  </a:moveTo>
                  <a:cubicBezTo>
                    <a:pt x="0" y="13"/>
                    <a:pt x="1" y="22"/>
                    <a:pt x="11" y="30"/>
                  </a:cubicBezTo>
                  <a:cubicBezTo>
                    <a:pt x="6" y="25"/>
                    <a:pt x="5" y="14"/>
                    <a:pt x="3" y="8"/>
                  </a:cubicBez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5" name="Freeform 136">
              <a:extLst>
                <a:ext uri="{FF2B5EF4-FFF2-40B4-BE49-F238E27FC236}">
                  <a16:creationId xmlns:a16="http://schemas.microsoft.com/office/drawing/2014/main" id="{2051BDC0-E253-4BDF-8BC9-C95FC2A3B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002"/>
              <a:ext cx="45" cy="39"/>
            </a:xfrm>
            <a:custGeom>
              <a:avLst/>
              <a:gdLst>
                <a:gd name="T0" fmla="*/ 8 w 24"/>
                <a:gd name="T1" fmla="*/ 7 h 21"/>
                <a:gd name="T2" fmla="*/ 158 w 24"/>
                <a:gd name="T3" fmla="*/ 134 h 21"/>
                <a:gd name="T4" fmla="*/ 84 w 24"/>
                <a:gd name="T5" fmla="*/ 37 h 21"/>
                <a:gd name="T6" fmla="*/ 0 w 2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1" y="1"/>
                  </a:moveTo>
                  <a:cubicBezTo>
                    <a:pt x="6" y="10"/>
                    <a:pt x="15" y="17"/>
                    <a:pt x="24" y="21"/>
                  </a:cubicBezTo>
                  <a:cubicBezTo>
                    <a:pt x="21" y="18"/>
                    <a:pt x="18" y="10"/>
                    <a:pt x="13" y="6"/>
                  </a:cubicBezTo>
                  <a:cubicBezTo>
                    <a:pt x="9" y="4"/>
                    <a:pt x="2" y="3"/>
                    <a:pt x="0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46" name="Freeform 137">
              <a:extLst>
                <a:ext uri="{FF2B5EF4-FFF2-40B4-BE49-F238E27FC236}">
                  <a16:creationId xmlns:a16="http://schemas.microsoft.com/office/drawing/2014/main" id="{490A7771-A54D-4D90-B451-64D6DA842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002"/>
              <a:ext cx="45" cy="39"/>
            </a:xfrm>
            <a:custGeom>
              <a:avLst/>
              <a:gdLst>
                <a:gd name="T0" fmla="*/ 8 w 24"/>
                <a:gd name="T1" fmla="*/ 7 h 21"/>
                <a:gd name="T2" fmla="*/ 158 w 24"/>
                <a:gd name="T3" fmla="*/ 134 h 21"/>
                <a:gd name="T4" fmla="*/ 84 w 24"/>
                <a:gd name="T5" fmla="*/ 37 h 21"/>
                <a:gd name="T6" fmla="*/ 0 w 2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1" y="1"/>
                  </a:moveTo>
                  <a:cubicBezTo>
                    <a:pt x="6" y="10"/>
                    <a:pt x="15" y="17"/>
                    <a:pt x="24" y="21"/>
                  </a:cubicBezTo>
                  <a:cubicBezTo>
                    <a:pt x="21" y="18"/>
                    <a:pt x="18" y="10"/>
                    <a:pt x="13" y="6"/>
                  </a:cubicBezTo>
                  <a:cubicBezTo>
                    <a:pt x="9" y="4"/>
                    <a:pt x="2" y="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7" name="Freeform 138">
              <a:extLst>
                <a:ext uri="{FF2B5EF4-FFF2-40B4-BE49-F238E27FC236}">
                  <a16:creationId xmlns:a16="http://schemas.microsoft.com/office/drawing/2014/main" id="{A6DD08F0-F74E-4C8D-BE74-6EE9AAC89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503"/>
              <a:ext cx="36" cy="69"/>
            </a:xfrm>
            <a:custGeom>
              <a:avLst/>
              <a:gdLst>
                <a:gd name="T0" fmla="*/ 0 w 19"/>
                <a:gd name="T1" fmla="*/ 0 h 37"/>
                <a:gd name="T2" fmla="*/ 129 w 19"/>
                <a:gd name="T3" fmla="*/ 241 h 37"/>
                <a:gd name="T4" fmla="*/ 53 w 19"/>
                <a:gd name="T5" fmla="*/ 84 h 37"/>
                <a:gd name="T6" fmla="*/ 8 w 19"/>
                <a:gd name="T7" fmla="*/ 1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0" y="11"/>
                    <a:pt x="10" y="32"/>
                    <a:pt x="19" y="37"/>
                  </a:cubicBezTo>
                  <a:cubicBezTo>
                    <a:pt x="16" y="29"/>
                    <a:pt x="11" y="21"/>
                    <a:pt x="8" y="13"/>
                  </a:cubicBezTo>
                  <a:cubicBezTo>
                    <a:pt x="6" y="9"/>
                    <a:pt x="5" y="3"/>
                    <a:pt x="1" y="2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48" name="Freeform 139">
              <a:extLst>
                <a:ext uri="{FF2B5EF4-FFF2-40B4-BE49-F238E27FC236}">
                  <a16:creationId xmlns:a16="http://schemas.microsoft.com/office/drawing/2014/main" id="{5BB79F27-D482-4A71-B7B7-AA9CFB0EB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503"/>
              <a:ext cx="36" cy="69"/>
            </a:xfrm>
            <a:custGeom>
              <a:avLst/>
              <a:gdLst>
                <a:gd name="T0" fmla="*/ 0 w 19"/>
                <a:gd name="T1" fmla="*/ 0 h 37"/>
                <a:gd name="T2" fmla="*/ 129 w 19"/>
                <a:gd name="T3" fmla="*/ 241 h 37"/>
                <a:gd name="T4" fmla="*/ 53 w 19"/>
                <a:gd name="T5" fmla="*/ 84 h 37"/>
                <a:gd name="T6" fmla="*/ 8 w 19"/>
                <a:gd name="T7" fmla="*/ 1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0" y="11"/>
                    <a:pt x="10" y="32"/>
                    <a:pt x="19" y="37"/>
                  </a:cubicBezTo>
                  <a:cubicBezTo>
                    <a:pt x="16" y="29"/>
                    <a:pt x="11" y="21"/>
                    <a:pt x="8" y="13"/>
                  </a:cubicBezTo>
                  <a:cubicBezTo>
                    <a:pt x="6" y="9"/>
                    <a:pt x="5" y="3"/>
                    <a:pt x="1" y="2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9" name="Freeform 140">
              <a:extLst>
                <a:ext uri="{FF2B5EF4-FFF2-40B4-BE49-F238E27FC236}">
                  <a16:creationId xmlns:a16="http://schemas.microsoft.com/office/drawing/2014/main" id="{A4B66659-1F26-4B6A-B163-DC9344A25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3642"/>
              <a:ext cx="13" cy="58"/>
            </a:xfrm>
            <a:custGeom>
              <a:avLst/>
              <a:gdLst>
                <a:gd name="T0" fmla="*/ 0 w 7"/>
                <a:gd name="T1" fmla="*/ 0 h 31"/>
                <a:gd name="T2" fmla="*/ 13 w 7"/>
                <a:gd name="T3" fmla="*/ 84 h 31"/>
                <a:gd name="T4" fmla="*/ 0 w 7"/>
                <a:gd name="T5" fmla="*/ 204 h 31"/>
                <a:gd name="T6" fmla="*/ 37 w 7"/>
                <a:gd name="T7" fmla="*/ 112 h 31"/>
                <a:gd name="T8" fmla="*/ 7 w 7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1">
                  <a:moveTo>
                    <a:pt x="0" y="0"/>
                  </a:moveTo>
                  <a:cubicBezTo>
                    <a:pt x="0" y="5"/>
                    <a:pt x="1" y="9"/>
                    <a:pt x="2" y="13"/>
                  </a:cubicBezTo>
                  <a:cubicBezTo>
                    <a:pt x="2" y="19"/>
                    <a:pt x="0" y="25"/>
                    <a:pt x="0" y="31"/>
                  </a:cubicBezTo>
                  <a:cubicBezTo>
                    <a:pt x="4" y="29"/>
                    <a:pt x="6" y="20"/>
                    <a:pt x="6" y="17"/>
                  </a:cubicBezTo>
                  <a:cubicBezTo>
                    <a:pt x="7" y="10"/>
                    <a:pt x="3" y="6"/>
                    <a:pt x="1" y="1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50" name="Freeform 141">
              <a:extLst>
                <a:ext uri="{FF2B5EF4-FFF2-40B4-BE49-F238E27FC236}">
                  <a16:creationId xmlns:a16="http://schemas.microsoft.com/office/drawing/2014/main" id="{142C8D9C-297E-498A-8FFD-020A0E0E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3642"/>
              <a:ext cx="13" cy="58"/>
            </a:xfrm>
            <a:custGeom>
              <a:avLst/>
              <a:gdLst>
                <a:gd name="T0" fmla="*/ 0 w 7"/>
                <a:gd name="T1" fmla="*/ 0 h 31"/>
                <a:gd name="T2" fmla="*/ 13 w 7"/>
                <a:gd name="T3" fmla="*/ 84 h 31"/>
                <a:gd name="T4" fmla="*/ 0 w 7"/>
                <a:gd name="T5" fmla="*/ 204 h 31"/>
                <a:gd name="T6" fmla="*/ 37 w 7"/>
                <a:gd name="T7" fmla="*/ 112 h 31"/>
                <a:gd name="T8" fmla="*/ 7 w 7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1">
                  <a:moveTo>
                    <a:pt x="0" y="0"/>
                  </a:moveTo>
                  <a:cubicBezTo>
                    <a:pt x="0" y="5"/>
                    <a:pt x="1" y="9"/>
                    <a:pt x="2" y="13"/>
                  </a:cubicBezTo>
                  <a:cubicBezTo>
                    <a:pt x="2" y="19"/>
                    <a:pt x="0" y="25"/>
                    <a:pt x="0" y="31"/>
                  </a:cubicBezTo>
                  <a:cubicBezTo>
                    <a:pt x="4" y="29"/>
                    <a:pt x="6" y="20"/>
                    <a:pt x="6" y="17"/>
                  </a:cubicBezTo>
                  <a:cubicBezTo>
                    <a:pt x="7" y="10"/>
                    <a:pt x="3" y="6"/>
                    <a:pt x="1" y="1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1" name="Freeform 142">
              <a:extLst>
                <a:ext uri="{FF2B5EF4-FFF2-40B4-BE49-F238E27FC236}">
                  <a16:creationId xmlns:a16="http://schemas.microsoft.com/office/drawing/2014/main" id="{BF7D7275-1E77-4F8D-A48C-423BE1E7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404"/>
              <a:ext cx="32" cy="66"/>
            </a:xfrm>
            <a:custGeom>
              <a:avLst/>
              <a:gdLst>
                <a:gd name="T0" fmla="*/ 8 w 17"/>
                <a:gd name="T1" fmla="*/ 8 h 35"/>
                <a:gd name="T2" fmla="*/ 32 w 17"/>
                <a:gd name="T3" fmla="*/ 136 h 35"/>
                <a:gd name="T4" fmla="*/ 113 w 17"/>
                <a:gd name="T5" fmla="*/ 234 h 35"/>
                <a:gd name="T6" fmla="*/ 0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1" y="1"/>
                  </a:moveTo>
                  <a:cubicBezTo>
                    <a:pt x="2" y="7"/>
                    <a:pt x="3" y="14"/>
                    <a:pt x="5" y="20"/>
                  </a:cubicBezTo>
                  <a:cubicBezTo>
                    <a:pt x="8" y="27"/>
                    <a:pt x="14" y="29"/>
                    <a:pt x="17" y="35"/>
                  </a:cubicBezTo>
                  <a:cubicBezTo>
                    <a:pt x="11" y="26"/>
                    <a:pt x="11" y="4"/>
                    <a:pt x="0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52" name="Freeform 143">
              <a:extLst>
                <a:ext uri="{FF2B5EF4-FFF2-40B4-BE49-F238E27FC236}">
                  <a16:creationId xmlns:a16="http://schemas.microsoft.com/office/drawing/2014/main" id="{9D44B5E4-5809-402E-8AE9-BF8C66B51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404"/>
              <a:ext cx="32" cy="66"/>
            </a:xfrm>
            <a:custGeom>
              <a:avLst/>
              <a:gdLst>
                <a:gd name="T0" fmla="*/ 8 w 17"/>
                <a:gd name="T1" fmla="*/ 8 h 35"/>
                <a:gd name="T2" fmla="*/ 32 w 17"/>
                <a:gd name="T3" fmla="*/ 136 h 35"/>
                <a:gd name="T4" fmla="*/ 113 w 17"/>
                <a:gd name="T5" fmla="*/ 234 h 35"/>
                <a:gd name="T6" fmla="*/ 0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1" y="1"/>
                  </a:moveTo>
                  <a:cubicBezTo>
                    <a:pt x="2" y="7"/>
                    <a:pt x="3" y="14"/>
                    <a:pt x="5" y="20"/>
                  </a:cubicBezTo>
                  <a:cubicBezTo>
                    <a:pt x="8" y="27"/>
                    <a:pt x="14" y="29"/>
                    <a:pt x="17" y="35"/>
                  </a:cubicBezTo>
                  <a:cubicBezTo>
                    <a:pt x="11" y="26"/>
                    <a:pt x="11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3" name="Freeform 144">
              <a:extLst>
                <a:ext uri="{FF2B5EF4-FFF2-40B4-BE49-F238E27FC236}">
                  <a16:creationId xmlns:a16="http://schemas.microsoft.com/office/drawing/2014/main" id="{0638FFBD-5660-4F1E-81D2-312184348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496"/>
              <a:ext cx="21" cy="61"/>
            </a:xfrm>
            <a:custGeom>
              <a:avLst/>
              <a:gdLst>
                <a:gd name="T0" fmla="*/ 8 w 11"/>
                <a:gd name="T1" fmla="*/ 7 h 33"/>
                <a:gd name="T2" fmla="*/ 76 w 11"/>
                <a:gd name="T3" fmla="*/ 209 h 33"/>
                <a:gd name="T4" fmla="*/ 21 w 1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1" y="1"/>
                  </a:moveTo>
                  <a:cubicBezTo>
                    <a:pt x="0" y="8"/>
                    <a:pt x="2" y="32"/>
                    <a:pt x="11" y="33"/>
                  </a:cubicBezTo>
                  <a:cubicBezTo>
                    <a:pt x="11" y="26"/>
                    <a:pt x="10" y="3"/>
                    <a:pt x="3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54" name="Freeform 145">
              <a:extLst>
                <a:ext uri="{FF2B5EF4-FFF2-40B4-BE49-F238E27FC236}">
                  <a16:creationId xmlns:a16="http://schemas.microsoft.com/office/drawing/2014/main" id="{2FA7E532-C8A2-4160-8A1B-2298D7684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496"/>
              <a:ext cx="21" cy="61"/>
            </a:xfrm>
            <a:custGeom>
              <a:avLst/>
              <a:gdLst>
                <a:gd name="T0" fmla="*/ 8 w 11"/>
                <a:gd name="T1" fmla="*/ 7 h 33"/>
                <a:gd name="T2" fmla="*/ 76 w 11"/>
                <a:gd name="T3" fmla="*/ 209 h 33"/>
                <a:gd name="T4" fmla="*/ 21 w 1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1" y="1"/>
                  </a:moveTo>
                  <a:cubicBezTo>
                    <a:pt x="0" y="8"/>
                    <a:pt x="2" y="32"/>
                    <a:pt x="11" y="33"/>
                  </a:cubicBezTo>
                  <a:cubicBezTo>
                    <a:pt x="11" y="26"/>
                    <a:pt x="10" y="3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5" name="Freeform 146">
              <a:extLst>
                <a:ext uri="{FF2B5EF4-FFF2-40B4-BE49-F238E27FC236}">
                  <a16:creationId xmlns:a16="http://schemas.microsoft.com/office/drawing/2014/main" id="{5251405D-1BB1-4D5A-88B1-A1AD55EB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602"/>
              <a:ext cx="35" cy="64"/>
            </a:xfrm>
            <a:custGeom>
              <a:avLst/>
              <a:gdLst>
                <a:gd name="T0" fmla="*/ 37 w 19"/>
                <a:gd name="T1" fmla="*/ 0 h 34"/>
                <a:gd name="T2" fmla="*/ 118 w 19"/>
                <a:gd name="T3" fmla="*/ 226 h 34"/>
                <a:gd name="T4" fmla="*/ 88 w 19"/>
                <a:gd name="T5" fmla="*/ 85 h 34"/>
                <a:gd name="T6" fmla="*/ 31 w 19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4">
                  <a:moveTo>
                    <a:pt x="6" y="0"/>
                  </a:moveTo>
                  <a:cubicBezTo>
                    <a:pt x="0" y="9"/>
                    <a:pt x="11" y="29"/>
                    <a:pt x="19" y="34"/>
                  </a:cubicBezTo>
                  <a:cubicBezTo>
                    <a:pt x="16" y="28"/>
                    <a:pt x="17" y="20"/>
                    <a:pt x="14" y="13"/>
                  </a:cubicBezTo>
                  <a:cubicBezTo>
                    <a:pt x="12" y="8"/>
                    <a:pt x="8" y="5"/>
                    <a:pt x="5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56" name="Freeform 147">
              <a:extLst>
                <a:ext uri="{FF2B5EF4-FFF2-40B4-BE49-F238E27FC236}">
                  <a16:creationId xmlns:a16="http://schemas.microsoft.com/office/drawing/2014/main" id="{054E3330-0899-4D02-8993-E133FFF19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602"/>
              <a:ext cx="35" cy="64"/>
            </a:xfrm>
            <a:custGeom>
              <a:avLst/>
              <a:gdLst>
                <a:gd name="T0" fmla="*/ 37 w 19"/>
                <a:gd name="T1" fmla="*/ 0 h 34"/>
                <a:gd name="T2" fmla="*/ 118 w 19"/>
                <a:gd name="T3" fmla="*/ 226 h 34"/>
                <a:gd name="T4" fmla="*/ 88 w 19"/>
                <a:gd name="T5" fmla="*/ 85 h 34"/>
                <a:gd name="T6" fmla="*/ 31 w 19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4">
                  <a:moveTo>
                    <a:pt x="6" y="0"/>
                  </a:moveTo>
                  <a:cubicBezTo>
                    <a:pt x="0" y="9"/>
                    <a:pt x="11" y="29"/>
                    <a:pt x="19" y="34"/>
                  </a:cubicBezTo>
                  <a:cubicBezTo>
                    <a:pt x="16" y="28"/>
                    <a:pt x="17" y="20"/>
                    <a:pt x="14" y="13"/>
                  </a:cubicBezTo>
                  <a:cubicBezTo>
                    <a:pt x="12" y="8"/>
                    <a:pt x="8" y="5"/>
                    <a:pt x="5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7" name="Freeform 148">
              <a:extLst>
                <a:ext uri="{FF2B5EF4-FFF2-40B4-BE49-F238E27FC236}">
                  <a16:creationId xmlns:a16="http://schemas.microsoft.com/office/drawing/2014/main" id="{147DAC5D-DA20-4BE9-BEA3-58A1B6175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355"/>
              <a:ext cx="20" cy="77"/>
            </a:xfrm>
            <a:custGeom>
              <a:avLst/>
              <a:gdLst>
                <a:gd name="T0" fmla="*/ 7 w 11"/>
                <a:gd name="T1" fmla="*/ 8 h 41"/>
                <a:gd name="T2" fmla="*/ 53 w 11"/>
                <a:gd name="T3" fmla="*/ 128 h 41"/>
                <a:gd name="T4" fmla="*/ 60 w 11"/>
                <a:gd name="T5" fmla="*/ 272 h 41"/>
                <a:gd name="T6" fmla="*/ 24 w 11"/>
                <a:gd name="T7" fmla="*/ 190 h 41"/>
                <a:gd name="T8" fmla="*/ 7 w 11"/>
                <a:gd name="T9" fmla="*/ 92 h 41"/>
                <a:gd name="T10" fmla="*/ 7 w 11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1">
                  <a:moveTo>
                    <a:pt x="1" y="1"/>
                  </a:moveTo>
                  <a:cubicBezTo>
                    <a:pt x="3" y="7"/>
                    <a:pt x="8" y="12"/>
                    <a:pt x="9" y="19"/>
                  </a:cubicBezTo>
                  <a:cubicBezTo>
                    <a:pt x="11" y="26"/>
                    <a:pt x="9" y="34"/>
                    <a:pt x="10" y="41"/>
                  </a:cubicBezTo>
                  <a:cubicBezTo>
                    <a:pt x="9" y="37"/>
                    <a:pt x="6" y="34"/>
                    <a:pt x="4" y="29"/>
                  </a:cubicBezTo>
                  <a:cubicBezTo>
                    <a:pt x="2" y="25"/>
                    <a:pt x="1" y="19"/>
                    <a:pt x="1" y="14"/>
                  </a:cubicBezTo>
                  <a:cubicBezTo>
                    <a:pt x="0" y="10"/>
                    <a:pt x="2" y="5"/>
                    <a:pt x="1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58" name="Freeform 149">
              <a:extLst>
                <a:ext uri="{FF2B5EF4-FFF2-40B4-BE49-F238E27FC236}">
                  <a16:creationId xmlns:a16="http://schemas.microsoft.com/office/drawing/2014/main" id="{63195C8A-2F0D-487D-8A8C-C14DE7E43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355"/>
              <a:ext cx="20" cy="77"/>
            </a:xfrm>
            <a:custGeom>
              <a:avLst/>
              <a:gdLst>
                <a:gd name="T0" fmla="*/ 7 w 11"/>
                <a:gd name="T1" fmla="*/ 8 h 41"/>
                <a:gd name="T2" fmla="*/ 53 w 11"/>
                <a:gd name="T3" fmla="*/ 128 h 41"/>
                <a:gd name="T4" fmla="*/ 60 w 11"/>
                <a:gd name="T5" fmla="*/ 272 h 41"/>
                <a:gd name="T6" fmla="*/ 24 w 11"/>
                <a:gd name="T7" fmla="*/ 190 h 41"/>
                <a:gd name="T8" fmla="*/ 7 w 11"/>
                <a:gd name="T9" fmla="*/ 92 h 41"/>
                <a:gd name="T10" fmla="*/ 7 w 11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1">
                  <a:moveTo>
                    <a:pt x="1" y="1"/>
                  </a:moveTo>
                  <a:cubicBezTo>
                    <a:pt x="3" y="7"/>
                    <a:pt x="8" y="12"/>
                    <a:pt x="9" y="19"/>
                  </a:cubicBezTo>
                  <a:cubicBezTo>
                    <a:pt x="11" y="26"/>
                    <a:pt x="9" y="34"/>
                    <a:pt x="10" y="41"/>
                  </a:cubicBezTo>
                  <a:cubicBezTo>
                    <a:pt x="9" y="37"/>
                    <a:pt x="6" y="34"/>
                    <a:pt x="4" y="29"/>
                  </a:cubicBezTo>
                  <a:cubicBezTo>
                    <a:pt x="2" y="25"/>
                    <a:pt x="1" y="19"/>
                    <a:pt x="1" y="14"/>
                  </a:cubicBezTo>
                  <a:cubicBezTo>
                    <a:pt x="0" y="10"/>
                    <a:pt x="2" y="5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9" name="Freeform 150">
              <a:extLst>
                <a:ext uri="{FF2B5EF4-FFF2-40B4-BE49-F238E27FC236}">
                  <a16:creationId xmlns:a16="http://schemas.microsoft.com/office/drawing/2014/main" id="{429C97A4-BB9E-48EB-B109-B869F1229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451"/>
              <a:ext cx="37" cy="56"/>
            </a:xfrm>
            <a:custGeom>
              <a:avLst/>
              <a:gdLst>
                <a:gd name="T0" fmla="*/ 0 w 20"/>
                <a:gd name="T1" fmla="*/ 0 h 30"/>
                <a:gd name="T2" fmla="*/ 44 w 20"/>
                <a:gd name="T3" fmla="*/ 91 h 30"/>
                <a:gd name="T4" fmla="*/ 126 w 20"/>
                <a:gd name="T5" fmla="*/ 196 h 30"/>
                <a:gd name="T6" fmla="*/ 65 w 20"/>
                <a:gd name="T7" fmla="*/ 60 h 30"/>
                <a:gd name="T8" fmla="*/ 7 w 20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0">
                  <a:moveTo>
                    <a:pt x="0" y="0"/>
                  </a:moveTo>
                  <a:cubicBezTo>
                    <a:pt x="2" y="5"/>
                    <a:pt x="3" y="10"/>
                    <a:pt x="7" y="14"/>
                  </a:cubicBezTo>
                  <a:cubicBezTo>
                    <a:pt x="11" y="19"/>
                    <a:pt x="20" y="24"/>
                    <a:pt x="20" y="30"/>
                  </a:cubicBezTo>
                  <a:cubicBezTo>
                    <a:pt x="17" y="23"/>
                    <a:pt x="16" y="15"/>
                    <a:pt x="10" y="9"/>
                  </a:cubicBezTo>
                  <a:cubicBezTo>
                    <a:pt x="7" y="6"/>
                    <a:pt x="2" y="4"/>
                    <a:pt x="1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60" name="Freeform 151">
              <a:extLst>
                <a:ext uri="{FF2B5EF4-FFF2-40B4-BE49-F238E27FC236}">
                  <a16:creationId xmlns:a16="http://schemas.microsoft.com/office/drawing/2014/main" id="{E0ADD780-68D2-4346-ADD1-5A74CD65C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451"/>
              <a:ext cx="37" cy="56"/>
            </a:xfrm>
            <a:custGeom>
              <a:avLst/>
              <a:gdLst>
                <a:gd name="T0" fmla="*/ 0 w 20"/>
                <a:gd name="T1" fmla="*/ 0 h 30"/>
                <a:gd name="T2" fmla="*/ 44 w 20"/>
                <a:gd name="T3" fmla="*/ 91 h 30"/>
                <a:gd name="T4" fmla="*/ 126 w 20"/>
                <a:gd name="T5" fmla="*/ 196 h 30"/>
                <a:gd name="T6" fmla="*/ 65 w 20"/>
                <a:gd name="T7" fmla="*/ 60 h 30"/>
                <a:gd name="T8" fmla="*/ 7 w 20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0">
                  <a:moveTo>
                    <a:pt x="0" y="0"/>
                  </a:moveTo>
                  <a:cubicBezTo>
                    <a:pt x="2" y="5"/>
                    <a:pt x="3" y="10"/>
                    <a:pt x="7" y="14"/>
                  </a:cubicBezTo>
                  <a:cubicBezTo>
                    <a:pt x="11" y="19"/>
                    <a:pt x="20" y="24"/>
                    <a:pt x="20" y="30"/>
                  </a:cubicBezTo>
                  <a:cubicBezTo>
                    <a:pt x="17" y="23"/>
                    <a:pt x="16" y="15"/>
                    <a:pt x="10" y="9"/>
                  </a:cubicBezTo>
                  <a:cubicBezTo>
                    <a:pt x="7" y="6"/>
                    <a:pt x="2" y="4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1" name="Freeform 152">
              <a:extLst>
                <a:ext uri="{FF2B5EF4-FFF2-40B4-BE49-F238E27FC236}">
                  <a16:creationId xmlns:a16="http://schemas.microsoft.com/office/drawing/2014/main" id="{591E587C-15C4-45F3-91BB-200D0F59A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3282"/>
              <a:ext cx="30" cy="73"/>
            </a:xfrm>
            <a:custGeom>
              <a:avLst/>
              <a:gdLst>
                <a:gd name="T0" fmla="*/ 0 w 16"/>
                <a:gd name="T1" fmla="*/ 0 h 39"/>
                <a:gd name="T2" fmla="*/ 105 w 16"/>
                <a:gd name="T3" fmla="*/ 256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9">
                  <a:moveTo>
                    <a:pt x="0" y="0"/>
                  </a:moveTo>
                  <a:cubicBezTo>
                    <a:pt x="12" y="12"/>
                    <a:pt x="16" y="23"/>
                    <a:pt x="16" y="39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62" name="Freeform 153">
              <a:extLst>
                <a:ext uri="{FF2B5EF4-FFF2-40B4-BE49-F238E27FC236}">
                  <a16:creationId xmlns:a16="http://schemas.microsoft.com/office/drawing/2014/main" id="{B08DB759-803D-4C52-89DF-3AFDDBD0E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3282"/>
              <a:ext cx="30" cy="73"/>
            </a:xfrm>
            <a:custGeom>
              <a:avLst/>
              <a:gdLst>
                <a:gd name="T0" fmla="*/ 0 w 16"/>
                <a:gd name="T1" fmla="*/ 0 h 39"/>
                <a:gd name="T2" fmla="*/ 105 w 16"/>
                <a:gd name="T3" fmla="*/ 256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9">
                  <a:moveTo>
                    <a:pt x="0" y="0"/>
                  </a:moveTo>
                  <a:cubicBezTo>
                    <a:pt x="12" y="12"/>
                    <a:pt x="16" y="23"/>
                    <a:pt x="16" y="39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3" name="Freeform 154">
              <a:extLst>
                <a:ext uri="{FF2B5EF4-FFF2-40B4-BE49-F238E27FC236}">
                  <a16:creationId xmlns:a16="http://schemas.microsoft.com/office/drawing/2014/main" id="{A6002FA5-C7E8-4CC4-B496-74998FBF0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295"/>
              <a:ext cx="28" cy="66"/>
            </a:xfrm>
            <a:custGeom>
              <a:avLst/>
              <a:gdLst>
                <a:gd name="T0" fmla="*/ 21 w 15"/>
                <a:gd name="T1" fmla="*/ 0 h 35"/>
                <a:gd name="T2" fmla="*/ 77 w 15"/>
                <a:gd name="T3" fmla="*/ 234 h 35"/>
                <a:gd name="T4" fmla="*/ 52 w 15"/>
                <a:gd name="T5" fmla="*/ 60 h 35"/>
                <a:gd name="T6" fmla="*/ 24 w 15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5">
                  <a:moveTo>
                    <a:pt x="3" y="0"/>
                  </a:moveTo>
                  <a:cubicBezTo>
                    <a:pt x="0" y="11"/>
                    <a:pt x="7" y="26"/>
                    <a:pt x="12" y="35"/>
                  </a:cubicBezTo>
                  <a:cubicBezTo>
                    <a:pt x="15" y="28"/>
                    <a:pt x="12" y="15"/>
                    <a:pt x="8" y="9"/>
                  </a:cubicBezTo>
                  <a:cubicBezTo>
                    <a:pt x="7" y="6"/>
                    <a:pt x="5" y="2"/>
                    <a:pt x="4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64" name="Freeform 155">
              <a:extLst>
                <a:ext uri="{FF2B5EF4-FFF2-40B4-BE49-F238E27FC236}">
                  <a16:creationId xmlns:a16="http://schemas.microsoft.com/office/drawing/2014/main" id="{A337A07A-A722-4627-A498-E70BB5B58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295"/>
              <a:ext cx="28" cy="66"/>
            </a:xfrm>
            <a:custGeom>
              <a:avLst/>
              <a:gdLst>
                <a:gd name="T0" fmla="*/ 21 w 15"/>
                <a:gd name="T1" fmla="*/ 0 h 35"/>
                <a:gd name="T2" fmla="*/ 77 w 15"/>
                <a:gd name="T3" fmla="*/ 234 h 35"/>
                <a:gd name="T4" fmla="*/ 52 w 15"/>
                <a:gd name="T5" fmla="*/ 60 h 35"/>
                <a:gd name="T6" fmla="*/ 24 w 15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5">
                  <a:moveTo>
                    <a:pt x="3" y="0"/>
                  </a:moveTo>
                  <a:cubicBezTo>
                    <a:pt x="0" y="11"/>
                    <a:pt x="7" y="26"/>
                    <a:pt x="12" y="35"/>
                  </a:cubicBezTo>
                  <a:cubicBezTo>
                    <a:pt x="15" y="28"/>
                    <a:pt x="12" y="15"/>
                    <a:pt x="8" y="9"/>
                  </a:cubicBezTo>
                  <a:cubicBezTo>
                    <a:pt x="7" y="6"/>
                    <a:pt x="5" y="2"/>
                    <a:pt x="4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5" name="Freeform 156">
              <a:extLst>
                <a:ext uri="{FF2B5EF4-FFF2-40B4-BE49-F238E27FC236}">
                  <a16:creationId xmlns:a16="http://schemas.microsoft.com/office/drawing/2014/main" id="{8FB1D54B-8C6E-406F-8DDE-D5A65086D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745"/>
              <a:ext cx="33" cy="46"/>
            </a:xfrm>
            <a:custGeom>
              <a:avLst/>
              <a:gdLst>
                <a:gd name="T0" fmla="*/ 0 w 18"/>
                <a:gd name="T1" fmla="*/ 13 h 25"/>
                <a:gd name="T2" fmla="*/ 37 w 18"/>
                <a:gd name="T3" fmla="*/ 105 h 25"/>
                <a:gd name="T4" fmla="*/ 112 w 18"/>
                <a:gd name="T5" fmla="*/ 156 h 25"/>
                <a:gd name="T6" fmla="*/ 57 w 18"/>
                <a:gd name="T7" fmla="*/ 44 h 25"/>
                <a:gd name="T8" fmla="*/ 0 w 1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2"/>
                  </a:moveTo>
                  <a:cubicBezTo>
                    <a:pt x="1" y="7"/>
                    <a:pt x="3" y="13"/>
                    <a:pt x="6" y="17"/>
                  </a:cubicBezTo>
                  <a:cubicBezTo>
                    <a:pt x="9" y="21"/>
                    <a:pt x="14" y="22"/>
                    <a:pt x="18" y="25"/>
                  </a:cubicBezTo>
                  <a:cubicBezTo>
                    <a:pt x="13" y="21"/>
                    <a:pt x="13" y="12"/>
                    <a:pt x="9" y="7"/>
                  </a:cubicBez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solidFill>
              <a:srgbClr val="F3A5A1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66" name="Freeform 157">
              <a:extLst>
                <a:ext uri="{FF2B5EF4-FFF2-40B4-BE49-F238E27FC236}">
                  <a16:creationId xmlns:a16="http://schemas.microsoft.com/office/drawing/2014/main" id="{8F7EA986-12A5-4558-977A-504FF4952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745"/>
              <a:ext cx="33" cy="46"/>
            </a:xfrm>
            <a:custGeom>
              <a:avLst/>
              <a:gdLst>
                <a:gd name="T0" fmla="*/ 0 w 18"/>
                <a:gd name="T1" fmla="*/ 13 h 25"/>
                <a:gd name="T2" fmla="*/ 37 w 18"/>
                <a:gd name="T3" fmla="*/ 105 h 25"/>
                <a:gd name="T4" fmla="*/ 112 w 18"/>
                <a:gd name="T5" fmla="*/ 156 h 25"/>
                <a:gd name="T6" fmla="*/ 57 w 18"/>
                <a:gd name="T7" fmla="*/ 44 h 25"/>
                <a:gd name="T8" fmla="*/ 0 w 1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2"/>
                  </a:moveTo>
                  <a:cubicBezTo>
                    <a:pt x="1" y="7"/>
                    <a:pt x="3" y="13"/>
                    <a:pt x="6" y="17"/>
                  </a:cubicBezTo>
                  <a:cubicBezTo>
                    <a:pt x="9" y="21"/>
                    <a:pt x="14" y="22"/>
                    <a:pt x="18" y="25"/>
                  </a:cubicBezTo>
                  <a:cubicBezTo>
                    <a:pt x="13" y="21"/>
                    <a:pt x="13" y="12"/>
                    <a:pt x="9" y="7"/>
                  </a:cubicBez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7" name="Freeform 158">
              <a:extLst>
                <a:ext uri="{FF2B5EF4-FFF2-40B4-BE49-F238E27FC236}">
                  <a16:creationId xmlns:a16="http://schemas.microsoft.com/office/drawing/2014/main" id="{4D512E5F-10D3-4DE2-A1A0-DF31BDA9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541"/>
              <a:ext cx="68" cy="62"/>
            </a:xfrm>
            <a:custGeom>
              <a:avLst/>
              <a:gdLst>
                <a:gd name="T0" fmla="*/ 0 w 36"/>
                <a:gd name="T1" fmla="*/ 0 h 33"/>
                <a:gd name="T2" fmla="*/ 242 w 36"/>
                <a:gd name="T3" fmla="*/ 218 h 33"/>
                <a:gd name="T4" fmla="*/ 21 w 36"/>
                <a:gd name="T5" fmla="*/ 2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3">
                  <a:moveTo>
                    <a:pt x="0" y="0"/>
                  </a:moveTo>
                  <a:cubicBezTo>
                    <a:pt x="4" y="14"/>
                    <a:pt x="22" y="29"/>
                    <a:pt x="36" y="33"/>
                  </a:cubicBezTo>
                  <a:cubicBezTo>
                    <a:pt x="27" y="24"/>
                    <a:pt x="17" y="6"/>
                    <a:pt x="3" y="3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68" name="Freeform 159">
              <a:extLst>
                <a:ext uri="{FF2B5EF4-FFF2-40B4-BE49-F238E27FC236}">
                  <a16:creationId xmlns:a16="http://schemas.microsoft.com/office/drawing/2014/main" id="{4F9C5D2B-A29E-41BB-A68C-1B1B05AF2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541"/>
              <a:ext cx="68" cy="62"/>
            </a:xfrm>
            <a:custGeom>
              <a:avLst/>
              <a:gdLst>
                <a:gd name="T0" fmla="*/ 0 w 36"/>
                <a:gd name="T1" fmla="*/ 0 h 33"/>
                <a:gd name="T2" fmla="*/ 242 w 36"/>
                <a:gd name="T3" fmla="*/ 218 h 33"/>
                <a:gd name="T4" fmla="*/ 21 w 36"/>
                <a:gd name="T5" fmla="*/ 2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3">
                  <a:moveTo>
                    <a:pt x="0" y="0"/>
                  </a:moveTo>
                  <a:cubicBezTo>
                    <a:pt x="4" y="14"/>
                    <a:pt x="22" y="29"/>
                    <a:pt x="36" y="33"/>
                  </a:cubicBezTo>
                  <a:cubicBezTo>
                    <a:pt x="27" y="24"/>
                    <a:pt x="17" y="6"/>
                    <a:pt x="3" y="3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9" name="Freeform 160">
              <a:extLst>
                <a:ext uri="{FF2B5EF4-FFF2-40B4-BE49-F238E27FC236}">
                  <a16:creationId xmlns:a16="http://schemas.microsoft.com/office/drawing/2014/main" id="{6507CF41-E626-47D8-B209-DBBFEC88B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618"/>
              <a:ext cx="60" cy="43"/>
            </a:xfrm>
            <a:custGeom>
              <a:avLst/>
              <a:gdLst>
                <a:gd name="T0" fmla="*/ 0 w 32"/>
                <a:gd name="T1" fmla="*/ 7 h 23"/>
                <a:gd name="T2" fmla="*/ 212 w 32"/>
                <a:gd name="T3" fmla="*/ 150 h 23"/>
                <a:gd name="T4" fmla="*/ 8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1"/>
                  </a:moveTo>
                  <a:cubicBezTo>
                    <a:pt x="5" y="17"/>
                    <a:pt x="18" y="20"/>
                    <a:pt x="32" y="23"/>
                  </a:cubicBezTo>
                  <a:cubicBezTo>
                    <a:pt x="22" y="17"/>
                    <a:pt x="10" y="7"/>
                    <a:pt x="1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70" name="Freeform 161">
              <a:extLst>
                <a:ext uri="{FF2B5EF4-FFF2-40B4-BE49-F238E27FC236}">
                  <a16:creationId xmlns:a16="http://schemas.microsoft.com/office/drawing/2014/main" id="{36E50606-0D36-4B79-BAE5-E07E0262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618"/>
              <a:ext cx="60" cy="43"/>
            </a:xfrm>
            <a:custGeom>
              <a:avLst/>
              <a:gdLst>
                <a:gd name="T0" fmla="*/ 0 w 32"/>
                <a:gd name="T1" fmla="*/ 7 h 23"/>
                <a:gd name="T2" fmla="*/ 212 w 32"/>
                <a:gd name="T3" fmla="*/ 150 h 23"/>
                <a:gd name="T4" fmla="*/ 8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1"/>
                  </a:moveTo>
                  <a:cubicBezTo>
                    <a:pt x="5" y="17"/>
                    <a:pt x="18" y="20"/>
                    <a:pt x="32" y="23"/>
                  </a:cubicBezTo>
                  <a:cubicBezTo>
                    <a:pt x="22" y="17"/>
                    <a:pt x="10" y="7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1" name="Freeform 162">
              <a:extLst>
                <a:ext uri="{FF2B5EF4-FFF2-40B4-BE49-F238E27FC236}">
                  <a16:creationId xmlns:a16="http://schemas.microsoft.com/office/drawing/2014/main" id="{4FE41790-C4E3-47C4-85C3-BC47C48EC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650"/>
              <a:ext cx="69" cy="50"/>
            </a:xfrm>
            <a:custGeom>
              <a:avLst/>
              <a:gdLst>
                <a:gd name="T0" fmla="*/ 0 w 37"/>
                <a:gd name="T1" fmla="*/ 7 h 27"/>
                <a:gd name="T2" fmla="*/ 241 w 37"/>
                <a:gd name="T3" fmla="*/ 172 h 27"/>
                <a:gd name="T4" fmla="*/ 90 w 37"/>
                <a:gd name="T5" fmla="*/ 44 h 27"/>
                <a:gd name="T6" fmla="*/ 0 w 3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7">
                  <a:moveTo>
                    <a:pt x="0" y="1"/>
                  </a:moveTo>
                  <a:cubicBezTo>
                    <a:pt x="10" y="14"/>
                    <a:pt x="21" y="23"/>
                    <a:pt x="37" y="27"/>
                  </a:cubicBezTo>
                  <a:cubicBezTo>
                    <a:pt x="29" y="21"/>
                    <a:pt x="22" y="13"/>
                    <a:pt x="14" y="7"/>
                  </a:cubicBezTo>
                  <a:cubicBezTo>
                    <a:pt x="10" y="4"/>
                    <a:pt x="4" y="3"/>
                    <a:pt x="0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72" name="Freeform 163">
              <a:extLst>
                <a:ext uri="{FF2B5EF4-FFF2-40B4-BE49-F238E27FC236}">
                  <a16:creationId xmlns:a16="http://schemas.microsoft.com/office/drawing/2014/main" id="{6EED3B77-F78F-41BF-88F8-AEC732DDC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650"/>
              <a:ext cx="69" cy="50"/>
            </a:xfrm>
            <a:custGeom>
              <a:avLst/>
              <a:gdLst>
                <a:gd name="T0" fmla="*/ 0 w 37"/>
                <a:gd name="T1" fmla="*/ 7 h 27"/>
                <a:gd name="T2" fmla="*/ 241 w 37"/>
                <a:gd name="T3" fmla="*/ 172 h 27"/>
                <a:gd name="T4" fmla="*/ 90 w 37"/>
                <a:gd name="T5" fmla="*/ 44 h 27"/>
                <a:gd name="T6" fmla="*/ 0 w 3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7">
                  <a:moveTo>
                    <a:pt x="0" y="1"/>
                  </a:moveTo>
                  <a:cubicBezTo>
                    <a:pt x="10" y="14"/>
                    <a:pt x="21" y="23"/>
                    <a:pt x="37" y="27"/>
                  </a:cubicBezTo>
                  <a:cubicBezTo>
                    <a:pt x="29" y="21"/>
                    <a:pt x="22" y="13"/>
                    <a:pt x="14" y="7"/>
                  </a:cubicBezTo>
                  <a:cubicBezTo>
                    <a:pt x="10" y="4"/>
                    <a:pt x="4" y="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3" name="Freeform 164">
              <a:extLst>
                <a:ext uri="{FF2B5EF4-FFF2-40B4-BE49-F238E27FC236}">
                  <a16:creationId xmlns:a16="http://schemas.microsoft.com/office/drawing/2014/main" id="{9AF3B3E0-F015-46DE-A831-2BE774707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453"/>
              <a:ext cx="47" cy="64"/>
            </a:xfrm>
            <a:custGeom>
              <a:avLst/>
              <a:gdLst>
                <a:gd name="T0" fmla="*/ 8 w 25"/>
                <a:gd name="T1" fmla="*/ 15 h 34"/>
                <a:gd name="T2" fmla="*/ 165 w 25"/>
                <a:gd name="T3" fmla="*/ 226 h 34"/>
                <a:gd name="T4" fmla="*/ 165 w 25"/>
                <a:gd name="T5" fmla="*/ 220 h 34"/>
                <a:gd name="T6" fmla="*/ 85 w 25"/>
                <a:gd name="T7" fmla="*/ 75 h 34"/>
                <a:gd name="T8" fmla="*/ 0 w 2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1" y="2"/>
                  </a:moveTo>
                  <a:cubicBezTo>
                    <a:pt x="1" y="15"/>
                    <a:pt x="12" y="30"/>
                    <a:pt x="25" y="34"/>
                  </a:cubicBezTo>
                  <a:cubicBezTo>
                    <a:pt x="25" y="34"/>
                    <a:pt x="25" y="33"/>
                    <a:pt x="25" y="33"/>
                  </a:cubicBezTo>
                  <a:cubicBezTo>
                    <a:pt x="22" y="26"/>
                    <a:pt x="18" y="17"/>
                    <a:pt x="13" y="11"/>
                  </a:cubicBezTo>
                  <a:cubicBezTo>
                    <a:pt x="10" y="7"/>
                    <a:pt x="4" y="5"/>
                    <a:pt x="0" y="0"/>
                  </a:cubicBezTo>
                </a:path>
              </a:pathLst>
            </a:custGeom>
            <a:solidFill>
              <a:srgbClr val="FDF0EF"/>
            </a:solidFill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74" name="Freeform 165">
              <a:extLst>
                <a:ext uri="{FF2B5EF4-FFF2-40B4-BE49-F238E27FC236}">
                  <a16:creationId xmlns:a16="http://schemas.microsoft.com/office/drawing/2014/main" id="{B5F7EF8C-B1C2-420F-8154-A10932FE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453"/>
              <a:ext cx="47" cy="64"/>
            </a:xfrm>
            <a:custGeom>
              <a:avLst/>
              <a:gdLst>
                <a:gd name="T0" fmla="*/ 8 w 25"/>
                <a:gd name="T1" fmla="*/ 15 h 34"/>
                <a:gd name="T2" fmla="*/ 165 w 25"/>
                <a:gd name="T3" fmla="*/ 226 h 34"/>
                <a:gd name="T4" fmla="*/ 165 w 25"/>
                <a:gd name="T5" fmla="*/ 220 h 34"/>
                <a:gd name="T6" fmla="*/ 85 w 25"/>
                <a:gd name="T7" fmla="*/ 75 h 34"/>
                <a:gd name="T8" fmla="*/ 0 w 2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1" y="2"/>
                  </a:moveTo>
                  <a:cubicBezTo>
                    <a:pt x="1" y="15"/>
                    <a:pt x="12" y="30"/>
                    <a:pt x="25" y="34"/>
                  </a:cubicBezTo>
                  <a:cubicBezTo>
                    <a:pt x="25" y="34"/>
                    <a:pt x="25" y="33"/>
                    <a:pt x="25" y="33"/>
                  </a:cubicBezTo>
                  <a:cubicBezTo>
                    <a:pt x="22" y="26"/>
                    <a:pt x="18" y="17"/>
                    <a:pt x="13" y="11"/>
                  </a:cubicBezTo>
                  <a:cubicBezTo>
                    <a:pt x="10" y="7"/>
                    <a:pt x="4" y="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E6BF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5" name="Freeform 166">
              <a:extLst>
                <a:ext uri="{FF2B5EF4-FFF2-40B4-BE49-F238E27FC236}">
                  <a16:creationId xmlns:a16="http://schemas.microsoft.com/office/drawing/2014/main" id="{D2DB1641-77DF-4906-8309-67E59EA16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930"/>
              <a:ext cx="521" cy="794"/>
            </a:xfrm>
            <a:custGeom>
              <a:avLst/>
              <a:gdLst>
                <a:gd name="T0" fmla="*/ 1359 w 279"/>
                <a:gd name="T1" fmla="*/ 1564 h 424"/>
                <a:gd name="T2" fmla="*/ 788 w 279"/>
                <a:gd name="T3" fmla="*/ 880 h 424"/>
                <a:gd name="T4" fmla="*/ 429 w 279"/>
                <a:gd name="T5" fmla="*/ 375 h 424"/>
                <a:gd name="T6" fmla="*/ 45 w 279"/>
                <a:gd name="T7" fmla="*/ 0 h 424"/>
                <a:gd name="T8" fmla="*/ 0 w 279"/>
                <a:gd name="T9" fmla="*/ 105 h 424"/>
                <a:gd name="T10" fmla="*/ 306 w 279"/>
                <a:gd name="T11" fmla="*/ 438 h 424"/>
                <a:gd name="T12" fmla="*/ 775 w 279"/>
                <a:gd name="T13" fmla="*/ 1122 h 424"/>
                <a:gd name="T14" fmla="*/ 893 w 279"/>
                <a:gd name="T15" fmla="*/ 1511 h 424"/>
                <a:gd name="T16" fmla="*/ 1126 w 279"/>
                <a:gd name="T17" fmla="*/ 1708 h 424"/>
                <a:gd name="T18" fmla="*/ 1246 w 279"/>
                <a:gd name="T19" fmla="*/ 2129 h 424"/>
                <a:gd name="T20" fmla="*/ 1335 w 279"/>
                <a:gd name="T21" fmla="*/ 2785 h 424"/>
                <a:gd name="T22" fmla="*/ 1817 w 279"/>
                <a:gd name="T23" fmla="*/ 2785 h 424"/>
                <a:gd name="T24" fmla="*/ 1486 w 279"/>
                <a:gd name="T25" fmla="*/ 2114 h 424"/>
                <a:gd name="T26" fmla="*/ 1359 w 279"/>
                <a:gd name="T27" fmla="*/ 1564 h 4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9" h="424">
                  <a:moveTo>
                    <a:pt x="209" y="238"/>
                  </a:moveTo>
                  <a:cubicBezTo>
                    <a:pt x="172" y="178"/>
                    <a:pt x="150" y="173"/>
                    <a:pt x="121" y="134"/>
                  </a:cubicBezTo>
                  <a:cubicBezTo>
                    <a:pt x="103" y="110"/>
                    <a:pt x="86" y="74"/>
                    <a:pt x="66" y="57"/>
                  </a:cubicBezTo>
                  <a:cubicBezTo>
                    <a:pt x="46" y="40"/>
                    <a:pt x="28" y="16"/>
                    <a:pt x="7" y="0"/>
                  </a:cubicBezTo>
                  <a:cubicBezTo>
                    <a:pt x="8" y="7"/>
                    <a:pt x="10" y="13"/>
                    <a:pt x="0" y="16"/>
                  </a:cubicBezTo>
                  <a:cubicBezTo>
                    <a:pt x="18" y="31"/>
                    <a:pt x="37" y="49"/>
                    <a:pt x="47" y="67"/>
                  </a:cubicBezTo>
                  <a:cubicBezTo>
                    <a:pt x="69" y="106"/>
                    <a:pt x="94" y="136"/>
                    <a:pt x="119" y="171"/>
                  </a:cubicBezTo>
                  <a:cubicBezTo>
                    <a:pt x="131" y="188"/>
                    <a:pt x="132" y="207"/>
                    <a:pt x="137" y="230"/>
                  </a:cubicBezTo>
                  <a:cubicBezTo>
                    <a:pt x="140" y="243"/>
                    <a:pt x="165" y="245"/>
                    <a:pt x="173" y="260"/>
                  </a:cubicBezTo>
                  <a:cubicBezTo>
                    <a:pt x="182" y="279"/>
                    <a:pt x="180" y="309"/>
                    <a:pt x="191" y="324"/>
                  </a:cubicBezTo>
                  <a:cubicBezTo>
                    <a:pt x="208" y="348"/>
                    <a:pt x="207" y="393"/>
                    <a:pt x="205" y="424"/>
                  </a:cubicBezTo>
                  <a:cubicBezTo>
                    <a:pt x="279" y="424"/>
                    <a:pt x="279" y="424"/>
                    <a:pt x="279" y="424"/>
                  </a:cubicBezTo>
                  <a:cubicBezTo>
                    <a:pt x="276" y="396"/>
                    <a:pt x="246" y="361"/>
                    <a:pt x="228" y="322"/>
                  </a:cubicBezTo>
                  <a:cubicBezTo>
                    <a:pt x="214" y="294"/>
                    <a:pt x="216" y="251"/>
                    <a:pt x="209" y="238"/>
                  </a:cubicBezTo>
                  <a:close/>
                </a:path>
              </a:pathLst>
            </a:custGeom>
            <a:solidFill>
              <a:srgbClr val="CDA4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6" name="Freeform 167">
              <a:extLst>
                <a:ext uri="{FF2B5EF4-FFF2-40B4-BE49-F238E27FC236}">
                  <a16:creationId xmlns:a16="http://schemas.microsoft.com/office/drawing/2014/main" id="{236210AE-DF2B-4E6B-A85D-51D521C0B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264"/>
              <a:ext cx="22" cy="24"/>
            </a:xfrm>
            <a:custGeom>
              <a:avLst/>
              <a:gdLst>
                <a:gd name="T0" fmla="*/ 61 w 12"/>
                <a:gd name="T1" fmla="*/ 0 h 13"/>
                <a:gd name="T2" fmla="*/ 73 w 12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0" y="0"/>
                  </a:moveTo>
                  <a:cubicBezTo>
                    <a:pt x="6" y="4"/>
                    <a:pt x="0" y="12"/>
                    <a:pt x="12" y="13"/>
                  </a:cubicBezTo>
                </a:path>
              </a:pathLst>
            </a:custGeom>
            <a:solidFill>
              <a:srgbClr val="CDA4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7" name="Freeform 168">
              <a:extLst>
                <a:ext uri="{FF2B5EF4-FFF2-40B4-BE49-F238E27FC236}">
                  <a16:creationId xmlns:a16="http://schemas.microsoft.com/office/drawing/2014/main" id="{B642B145-5CD0-49CE-BA1B-BDBEF358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258"/>
              <a:ext cx="28" cy="32"/>
            </a:xfrm>
            <a:custGeom>
              <a:avLst/>
              <a:gdLst>
                <a:gd name="T0" fmla="*/ 0 w 15"/>
                <a:gd name="T1" fmla="*/ 75 h 17"/>
                <a:gd name="T2" fmla="*/ 97 w 15"/>
                <a:gd name="T3" fmla="*/ 113 h 17"/>
                <a:gd name="T4" fmla="*/ 84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11"/>
                  </a:moveTo>
                  <a:cubicBezTo>
                    <a:pt x="5" y="11"/>
                    <a:pt x="10" y="14"/>
                    <a:pt x="15" y="17"/>
                  </a:cubicBezTo>
                  <a:cubicBezTo>
                    <a:pt x="15" y="12"/>
                    <a:pt x="11" y="5"/>
                    <a:pt x="13" y="0"/>
                  </a:cubicBezTo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8" name="Freeform 169">
              <a:extLst>
                <a:ext uri="{FF2B5EF4-FFF2-40B4-BE49-F238E27FC236}">
                  <a16:creationId xmlns:a16="http://schemas.microsoft.com/office/drawing/2014/main" id="{8F0A9CC3-83FC-455E-902F-6439A6C3A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063"/>
              <a:ext cx="270" cy="556"/>
            </a:xfrm>
            <a:custGeom>
              <a:avLst/>
              <a:gdLst>
                <a:gd name="T0" fmla="*/ 912 w 145"/>
                <a:gd name="T1" fmla="*/ 1924 h 297"/>
                <a:gd name="T2" fmla="*/ 667 w 145"/>
                <a:gd name="T3" fmla="*/ 1769 h 297"/>
                <a:gd name="T4" fmla="*/ 711 w 145"/>
                <a:gd name="T5" fmla="*/ 1548 h 297"/>
                <a:gd name="T6" fmla="*/ 575 w 145"/>
                <a:gd name="T7" fmla="*/ 1258 h 297"/>
                <a:gd name="T8" fmla="*/ 583 w 145"/>
                <a:gd name="T9" fmla="*/ 1097 h 297"/>
                <a:gd name="T10" fmla="*/ 672 w 145"/>
                <a:gd name="T11" fmla="*/ 1114 h 297"/>
                <a:gd name="T12" fmla="*/ 667 w 145"/>
                <a:gd name="T13" fmla="*/ 1202 h 297"/>
                <a:gd name="T14" fmla="*/ 696 w 145"/>
                <a:gd name="T15" fmla="*/ 1307 h 297"/>
                <a:gd name="T16" fmla="*/ 741 w 145"/>
                <a:gd name="T17" fmla="*/ 1468 h 297"/>
                <a:gd name="T18" fmla="*/ 922 w 145"/>
                <a:gd name="T19" fmla="*/ 1451 h 297"/>
                <a:gd name="T20" fmla="*/ 937 w 145"/>
                <a:gd name="T21" fmla="*/ 1331 h 297"/>
                <a:gd name="T22" fmla="*/ 916 w 145"/>
                <a:gd name="T23" fmla="*/ 1226 h 297"/>
                <a:gd name="T24" fmla="*/ 912 w 145"/>
                <a:gd name="T25" fmla="*/ 1149 h 297"/>
                <a:gd name="T26" fmla="*/ 860 w 145"/>
                <a:gd name="T27" fmla="*/ 1054 h 297"/>
                <a:gd name="T28" fmla="*/ 724 w 145"/>
                <a:gd name="T29" fmla="*/ 972 h 297"/>
                <a:gd name="T30" fmla="*/ 683 w 145"/>
                <a:gd name="T31" fmla="*/ 820 h 297"/>
                <a:gd name="T32" fmla="*/ 600 w 145"/>
                <a:gd name="T33" fmla="*/ 807 h 297"/>
                <a:gd name="T34" fmla="*/ 350 w 145"/>
                <a:gd name="T35" fmla="*/ 586 h 297"/>
                <a:gd name="T36" fmla="*/ 233 w 145"/>
                <a:gd name="T37" fmla="*/ 438 h 297"/>
                <a:gd name="T38" fmla="*/ 290 w 145"/>
                <a:gd name="T39" fmla="*/ 399 h 297"/>
                <a:gd name="T40" fmla="*/ 84 w 145"/>
                <a:gd name="T41" fmla="*/ 172 h 297"/>
                <a:gd name="T42" fmla="*/ 13 w 145"/>
                <a:gd name="T43" fmla="*/ 0 h 297"/>
                <a:gd name="T44" fmla="*/ 24 w 145"/>
                <a:gd name="T45" fmla="*/ 386 h 297"/>
                <a:gd name="T46" fmla="*/ 37 w 145"/>
                <a:gd name="T47" fmla="*/ 434 h 297"/>
                <a:gd name="T48" fmla="*/ 60 w 145"/>
                <a:gd name="T49" fmla="*/ 466 h 297"/>
                <a:gd name="T50" fmla="*/ 285 w 145"/>
                <a:gd name="T51" fmla="*/ 691 h 297"/>
                <a:gd name="T52" fmla="*/ 285 w 145"/>
                <a:gd name="T53" fmla="*/ 1310 h 297"/>
                <a:gd name="T54" fmla="*/ 285 w 145"/>
                <a:gd name="T55" fmla="*/ 1310 h 297"/>
                <a:gd name="T56" fmla="*/ 290 w 145"/>
                <a:gd name="T57" fmla="*/ 1359 h 297"/>
                <a:gd name="T58" fmla="*/ 413 w 145"/>
                <a:gd name="T59" fmla="*/ 1692 h 297"/>
                <a:gd name="T60" fmla="*/ 592 w 145"/>
                <a:gd name="T61" fmla="*/ 1760 h 297"/>
                <a:gd name="T62" fmla="*/ 680 w 145"/>
                <a:gd name="T63" fmla="*/ 1850 h 297"/>
                <a:gd name="T64" fmla="*/ 816 w 145"/>
                <a:gd name="T65" fmla="*/ 1934 h 297"/>
                <a:gd name="T66" fmla="*/ 912 w 145"/>
                <a:gd name="T67" fmla="*/ 1924 h 2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5" h="297">
                  <a:moveTo>
                    <a:pt x="141" y="293"/>
                  </a:moveTo>
                  <a:cubicBezTo>
                    <a:pt x="127" y="292"/>
                    <a:pt x="111" y="281"/>
                    <a:pt x="103" y="270"/>
                  </a:cubicBezTo>
                  <a:cubicBezTo>
                    <a:pt x="93" y="257"/>
                    <a:pt x="99" y="246"/>
                    <a:pt x="110" y="236"/>
                  </a:cubicBezTo>
                  <a:cubicBezTo>
                    <a:pt x="101" y="222"/>
                    <a:pt x="93" y="211"/>
                    <a:pt x="89" y="192"/>
                  </a:cubicBezTo>
                  <a:cubicBezTo>
                    <a:pt x="88" y="185"/>
                    <a:pt x="86" y="174"/>
                    <a:pt x="90" y="167"/>
                  </a:cubicBezTo>
                  <a:cubicBezTo>
                    <a:pt x="95" y="158"/>
                    <a:pt x="101" y="160"/>
                    <a:pt x="104" y="170"/>
                  </a:cubicBezTo>
                  <a:cubicBezTo>
                    <a:pt x="105" y="175"/>
                    <a:pt x="102" y="179"/>
                    <a:pt x="103" y="183"/>
                  </a:cubicBezTo>
                  <a:cubicBezTo>
                    <a:pt x="103" y="189"/>
                    <a:pt x="106" y="194"/>
                    <a:pt x="108" y="199"/>
                  </a:cubicBezTo>
                  <a:cubicBezTo>
                    <a:pt x="110" y="205"/>
                    <a:pt x="111" y="218"/>
                    <a:pt x="115" y="224"/>
                  </a:cubicBezTo>
                  <a:cubicBezTo>
                    <a:pt x="119" y="228"/>
                    <a:pt x="138" y="226"/>
                    <a:pt x="143" y="221"/>
                  </a:cubicBezTo>
                  <a:cubicBezTo>
                    <a:pt x="143" y="220"/>
                    <a:pt x="145" y="205"/>
                    <a:pt x="145" y="203"/>
                  </a:cubicBezTo>
                  <a:cubicBezTo>
                    <a:pt x="145" y="198"/>
                    <a:pt x="143" y="194"/>
                    <a:pt x="142" y="187"/>
                  </a:cubicBezTo>
                  <a:cubicBezTo>
                    <a:pt x="141" y="183"/>
                    <a:pt x="142" y="180"/>
                    <a:pt x="141" y="175"/>
                  </a:cubicBezTo>
                  <a:cubicBezTo>
                    <a:pt x="141" y="166"/>
                    <a:pt x="139" y="165"/>
                    <a:pt x="133" y="161"/>
                  </a:cubicBezTo>
                  <a:cubicBezTo>
                    <a:pt x="124" y="157"/>
                    <a:pt x="117" y="158"/>
                    <a:pt x="112" y="148"/>
                  </a:cubicBezTo>
                  <a:cubicBezTo>
                    <a:pt x="108" y="142"/>
                    <a:pt x="111" y="130"/>
                    <a:pt x="106" y="125"/>
                  </a:cubicBezTo>
                  <a:cubicBezTo>
                    <a:pt x="102" y="121"/>
                    <a:pt x="97" y="123"/>
                    <a:pt x="93" y="123"/>
                  </a:cubicBezTo>
                  <a:cubicBezTo>
                    <a:pt x="87" y="122"/>
                    <a:pt x="60" y="97"/>
                    <a:pt x="54" y="89"/>
                  </a:cubicBezTo>
                  <a:cubicBezTo>
                    <a:pt x="49" y="81"/>
                    <a:pt x="43" y="74"/>
                    <a:pt x="36" y="67"/>
                  </a:cubicBezTo>
                  <a:cubicBezTo>
                    <a:pt x="38" y="64"/>
                    <a:pt x="41" y="62"/>
                    <a:pt x="45" y="61"/>
                  </a:cubicBezTo>
                  <a:cubicBezTo>
                    <a:pt x="42" y="46"/>
                    <a:pt x="19" y="40"/>
                    <a:pt x="13" y="26"/>
                  </a:cubicBezTo>
                  <a:cubicBezTo>
                    <a:pt x="9" y="17"/>
                    <a:pt x="5" y="8"/>
                    <a:pt x="2" y="0"/>
                  </a:cubicBezTo>
                  <a:cubicBezTo>
                    <a:pt x="2" y="21"/>
                    <a:pt x="0" y="44"/>
                    <a:pt x="4" y="59"/>
                  </a:cubicBezTo>
                  <a:cubicBezTo>
                    <a:pt x="4" y="62"/>
                    <a:pt x="5" y="64"/>
                    <a:pt x="6" y="66"/>
                  </a:cubicBezTo>
                  <a:cubicBezTo>
                    <a:pt x="7" y="68"/>
                    <a:pt x="8" y="69"/>
                    <a:pt x="9" y="71"/>
                  </a:cubicBezTo>
                  <a:cubicBezTo>
                    <a:pt x="20" y="84"/>
                    <a:pt x="39" y="89"/>
                    <a:pt x="44" y="105"/>
                  </a:cubicBezTo>
                  <a:cubicBezTo>
                    <a:pt x="56" y="149"/>
                    <a:pt x="44" y="200"/>
                    <a:pt x="44" y="200"/>
                  </a:cubicBezTo>
                  <a:cubicBezTo>
                    <a:pt x="44" y="200"/>
                    <a:pt x="44" y="200"/>
                    <a:pt x="44" y="200"/>
                  </a:cubicBezTo>
                  <a:cubicBezTo>
                    <a:pt x="45" y="207"/>
                    <a:pt x="45" y="207"/>
                    <a:pt x="45" y="207"/>
                  </a:cubicBezTo>
                  <a:cubicBezTo>
                    <a:pt x="51" y="233"/>
                    <a:pt x="40" y="254"/>
                    <a:pt x="64" y="258"/>
                  </a:cubicBezTo>
                  <a:cubicBezTo>
                    <a:pt x="89" y="262"/>
                    <a:pt x="82" y="261"/>
                    <a:pt x="92" y="268"/>
                  </a:cubicBezTo>
                  <a:cubicBezTo>
                    <a:pt x="97" y="272"/>
                    <a:pt x="101" y="277"/>
                    <a:pt x="105" y="282"/>
                  </a:cubicBezTo>
                  <a:cubicBezTo>
                    <a:pt x="110" y="288"/>
                    <a:pt x="120" y="294"/>
                    <a:pt x="126" y="295"/>
                  </a:cubicBezTo>
                  <a:cubicBezTo>
                    <a:pt x="132" y="297"/>
                    <a:pt x="137" y="295"/>
                    <a:pt x="141" y="293"/>
                  </a:cubicBezTo>
                  <a:close/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9" name="Freeform 170">
              <a:extLst>
                <a:ext uri="{FF2B5EF4-FFF2-40B4-BE49-F238E27FC236}">
                  <a16:creationId xmlns:a16="http://schemas.microsoft.com/office/drawing/2014/main" id="{2512967D-68CB-4049-BBA2-7C1FDFC8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071"/>
              <a:ext cx="175" cy="544"/>
            </a:xfrm>
            <a:custGeom>
              <a:avLst/>
              <a:gdLst>
                <a:gd name="T0" fmla="*/ 149 w 94"/>
                <a:gd name="T1" fmla="*/ 1725 h 291"/>
                <a:gd name="T2" fmla="*/ 212 w 94"/>
                <a:gd name="T3" fmla="*/ 1600 h 291"/>
                <a:gd name="T4" fmla="*/ 490 w 94"/>
                <a:gd name="T5" fmla="*/ 1451 h 291"/>
                <a:gd name="T6" fmla="*/ 583 w 94"/>
                <a:gd name="T7" fmla="*/ 1279 h 291"/>
                <a:gd name="T8" fmla="*/ 583 w 94"/>
                <a:gd name="T9" fmla="*/ 1279 h 291"/>
                <a:gd name="T10" fmla="*/ 538 w 94"/>
                <a:gd name="T11" fmla="*/ 968 h 291"/>
                <a:gd name="T12" fmla="*/ 478 w 94"/>
                <a:gd name="T13" fmla="*/ 608 h 291"/>
                <a:gd name="T14" fmla="*/ 464 w 94"/>
                <a:gd name="T15" fmla="*/ 254 h 291"/>
                <a:gd name="T16" fmla="*/ 309 w 94"/>
                <a:gd name="T17" fmla="*/ 0 h 291"/>
                <a:gd name="T18" fmla="*/ 285 w 94"/>
                <a:gd name="T19" fmla="*/ 7 h 291"/>
                <a:gd name="T20" fmla="*/ 398 w 94"/>
                <a:gd name="T21" fmla="*/ 241 h 291"/>
                <a:gd name="T22" fmla="*/ 361 w 94"/>
                <a:gd name="T23" fmla="*/ 391 h 291"/>
                <a:gd name="T24" fmla="*/ 315 w 94"/>
                <a:gd name="T25" fmla="*/ 675 h 291"/>
                <a:gd name="T26" fmla="*/ 367 w 94"/>
                <a:gd name="T27" fmla="*/ 1157 h 291"/>
                <a:gd name="T28" fmla="*/ 263 w 94"/>
                <a:gd name="T29" fmla="*/ 1378 h 291"/>
                <a:gd name="T30" fmla="*/ 173 w 94"/>
                <a:gd name="T31" fmla="*/ 1548 h 291"/>
                <a:gd name="T32" fmla="*/ 60 w 94"/>
                <a:gd name="T33" fmla="*/ 1668 h 291"/>
                <a:gd name="T34" fmla="*/ 32 w 94"/>
                <a:gd name="T35" fmla="*/ 1834 h 291"/>
                <a:gd name="T36" fmla="*/ 0 w 94"/>
                <a:gd name="T37" fmla="*/ 1901 h 291"/>
                <a:gd name="T38" fmla="*/ 149 w 94"/>
                <a:gd name="T39" fmla="*/ 1725 h 2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4" h="291">
                  <a:moveTo>
                    <a:pt x="23" y="264"/>
                  </a:moveTo>
                  <a:cubicBezTo>
                    <a:pt x="26" y="257"/>
                    <a:pt x="29" y="250"/>
                    <a:pt x="33" y="245"/>
                  </a:cubicBezTo>
                  <a:cubicBezTo>
                    <a:pt x="38" y="238"/>
                    <a:pt x="70" y="225"/>
                    <a:pt x="76" y="222"/>
                  </a:cubicBezTo>
                  <a:cubicBezTo>
                    <a:pt x="89" y="216"/>
                    <a:pt x="94" y="204"/>
                    <a:pt x="90" y="196"/>
                  </a:cubicBezTo>
                  <a:cubicBezTo>
                    <a:pt x="90" y="196"/>
                    <a:pt x="90" y="196"/>
                    <a:pt x="90" y="196"/>
                  </a:cubicBezTo>
                  <a:cubicBezTo>
                    <a:pt x="88" y="176"/>
                    <a:pt x="88" y="167"/>
                    <a:pt x="83" y="148"/>
                  </a:cubicBezTo>
                  <a:cubicBezTo>
                    <a:pt x="80" y="134"/>
                    <a:pt x="74" y="108"/>
                    <a:pt x="74" y="93"/>
                  </a:cubicBezTo>
                  <a:cubicBezTo>
                    <a:pt x="73" y="70"/>
                    <a:pt x="87" y="55"/>
                    <a:pt x="72" y="39"/>
                  </a:cubicBezTo>
                  <a:cubicBezTo>
                    <a:pt x="66" y="33"/>
                    <a:pt x="56" y="17"/>
                    <a:pt x="48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54" y="11"/>
                    <a:pt x="61" y="23"/>
                    <a:pt x="62" y="37"/>
                  </a:cubicBezTo>
                  <a:cubicBezTo>
                    <a:pt x="62" y="46"/>
                    <a:pt x="59" y="51"/>
                    <a:pt x="56" y="60"/>
                  </a:cubicBezTo>
                  <a:cubicBezTo>
                    <a:pt x="51" y="73"/>
                    <a:pt x="48" y="88"/>
                    <a:pt x="49" y="103"/>
                  </a:cubicBezTo>
                  <a:cubicBezTo>
                    <a:pt x="50" y="128"/>
                    <a:pt x="60" y="152"/>
                    <a:pt x="57" y="177"/>
                  </a:cubicBezTo>
                  <a:cubicBezTo>
                    <a:pt x="55" y="193"/>
                    <a:pt x="49" y="199"/>
                    <a:pt x="41" y="211"/>
                  </a:cubicBezTo>
                  <a:cubicBezTo>
                    <a:pt x="35" y="219"/>
                    <a:pt x="34" y="230"/>
                    <a:pt x="27" y="237"/>
                  </a:cubicBezTo>
                  <a:cubicBezTo>
                    <a:pt x="21" y="245"/>
                    <a:pt x="12" y="246"/>
                    <a:pt x="9" y="255"/>
                  </a:cubicBezTo>
                  <a:cubicBezTo>
                    <a:pt x="6" y="264"/>
                    <a:pt x="7" y="273"/>
                    <a:pt x="5" y="281"/>
                  </a:cubicBezTo>
                  <a:cubicBezTo>
                    <a:pt x="4" y="285"/>
                    <a:pt x="2" y="288"/>
                    <a:pt x="0" y="291"/>
                  </a:cubicBezTo>
                  <a:cubicBezTo>
                    <a:pt x="11" y="289"/>
                    <a:pt x="17" y="277"/>
                    <a:pt x="23" y="264"/>
                  </a:cubicBezTo>
                  <a:close/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0" name="Freeform 171">
              <a:extLst>
                <a:ext uri="{FF2B5EF4-FFF2-40B4-BE49-F238E27FC236}">
                  <a16:creationId xmlns:a16="http://schemas.microsoft.com/office/drawing/2014/main" id="{19ADDDFD-73F0-4C6A-BC60-27FA5A69C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058"/>
              <a:ext cx="18" cy="69"/>
            </a:xfrm>
            <a:custGeom>
              <a:avLst/>
              <a:gdLst>
                <a:gd name="T0" fmla="*/ 7 w 10"/>
                <a:gd name="T1" fmla="*/ 0 h 37"/>
                <a:gd name="T2" fmla="*/ 23 w 10"/>
                <a:gd name="T3" fmla="*/ 241 h 37"/>
                <a:gd name="T4" fmla="*/ 58 w 10"/>
                <a:gd name="T5" fmla="*/ 10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7">
                  <a:moveTo>
                    <a:pt x="1" y="0"/>
                  </a:moveTo>
                  <a:cubicBezTo>
                    <a:pt x="0" y="12"/>
                    <a:pt x="0" y="26"/>
                    <a:pt x="4" y="37"/>
                  </a:cubicBezTo>
                  <a:cubicBezTo>
                    <a:pt x="8" y="32"/>
                    <a:pt x="4" y="21"/>
                    <a:pt x="10" y="16"/>
                  </a:cubicBezTo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1" name="Freeform 172">
              <a:extLst>
                <a:ext uri="{FF2B5EF4-FFF2-40B4-BE49-F238E27FC236}">
                  <a16:creationId xmlns:a16="http://schemas.microsoft.com/office/drawing/2014/main" id="{989DC264-713A-4D3D-854A-C0988B9D2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082"/>
              <a:ext cx="144" cy="468"/>
            </a:xfrm>
            <a:custGeom>
              <a:avLst/>
              <a:gdLst>
                <a:gd name="T0" fmla="*/ 413 w 77"/>
                <a:gd name="T1" fmla="*/ 1016 h 250"/>
                <a:gd name="T2" fmla="*/ 361 w 77"/>
                <a:gd name="T3" fmla="*/ 753 h 250"/>
                <a:gd name="T4" fmla="*/ 202 w 77"/>
                <a:gd name="T5" fmla="*/ 393 h 250"/>
                <a:gd name="T6" fmla="*/ 60 w 77"/>
                <a:gd name="T7" fmla="*/ 256 h 250"/>
                <a:gd name="T8" fmla="*/ 13 w 77"/>
                <a:gd name="T9" fmla="*/ 0 h 250"/>
                <a:gd name="T10" fmla="*/ 7 w 77"/>
                <a:gd name="T11" fmla="*/ 0 h 250"/>
                <a:gd name="T12" fmla="*/ 21 w 77"/>
                <a:gd name="T13" fmla="*/ 322 h 250"/>
                <a:gd name="T14" fmla="*/ 281 w 77"/>
                <a:gd name="T15" fmla="*/ 623 h 250"/>
                <a:gd name="T16" fmla="*/ 281 w 77"/>
                <a:gd name="T17" fmla="*/ 1247 h 250"/>
                <a:gd name="T18" fmla="*/ 281 w 77"/>
                <a:gd name="T19" fmla="*/ 1247 h 250"/>
                <a:gd name="T20" fmla="*/ 286 w 77"/>
                <a:gd name="T21" fmla="*/ 1294 h 250"/>
                <a:gd name="T22" fmla="*/ 413 w 77"/>
                <a:gd name="T23" fmla="*/ 1627 h 250"/>
                <a:gd name="T24" fmla="*/ 503 w 77"/>
                <a:gd name="T25" fmla="*/ 1640 h 250"/>
                <a:gd name="T26" fmla="*/ 458 w 77"/>
                <a:gd name="T27" fmla="*/ 1383 h 250"/>
                <a:gd name="T28" fmla="*/ 413 w 77"/>
                <a:gd name="T29" fmla="*/ 1016 h 2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" h="250">
                  <a:moveTo>
                    <a:pt x="63" y="155"/>
                  </a:moveTo>
                  <a:cubicBezTo>
                    <a:pt x="64" y="140"/>
                    <a:pt x="58" y="129"/>
                    <a:pt x="55" y="115"/>
                  </a:cubicBezTo>
                  <a:cubicBezTo>
                    <a:pt x="50" y="95"/>
                    <a:pt x="50" y="73"/>
                    <a:pt x="31" y="60"/>
                  </a:cubicBezTo>
                  <a:cubicBezTo>
                    <a:pt x="22" y="54"/>
                    <a:pt x="14" y="50"/>
                    <a:pt x="9" y="39"/>
                  </a:cubicBezTo>
                  <a:cubicBezTo>
                    <a:pt x="3" y="27"/>
                    <a:pt x="7" y="12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9"/>
                    <a:pt x="0" y="36"/>
                    <a:pt x="3" y="49"/>
                  </a:cubicBezTo>
                  <a:cubicBezTo>
                    <a:pt x="8" y="71"/>
                    <a:pt x="37" y="75"/>
                    <a:pt x="43" y="95"/>
                  </a:cubicBezTo>
                  <a:cubicBezTo>
                    <a:pt x="55" y="139"/>
                    <a:pt x="43" y="190"/>
                    <a:pt x="43" y="190"/>
                  </a:cubicBezTo>
                  <a:cubicBezTo>
                    <a:pt x="43" y="190"/>
                    <a:pt x="43" y="190"/>
                    <a:pt x="43" y="190"/>
                  </a:cubicBezTo>
                  <a:cubicBezTo>
                    <a:pt x="44" y="197"/>
                    <a:pt x="44" y="197"/>
                    <a:pt x="44" y="197"/>
                  </a:cubicBezTo>
                  <a:cubicBezTo>
                    <a:pt x="50" y="223"/>
                    <a:pt x="39" y="244"/>
                    <a:pt x="63" y="248"/>
                  </a:cubicBezTo>
                  <a:cubicBezTo>
                    <a:pt x="70" y="249"/>
                    <a:pt x="74" y="250"/>
                    <a:pt x="77" y="250"/>
                  </a:cubicBezTo>
                  <a:cubicBezTo>
                    <a:pt x="76" y="237"/>
                    <a:pt x="75" y="224"/>
                    <a:pt x="70" y="211"/>
                  </a:cubicBezTo>
                  <a:cubicBezTo>
                    <a:pt x="61" y="191"/>
                    <a:pt x="62" y="176"/>
                    <a:pt x="63" y="155"/>
                  </a:cubicBezTo>
                  <a:close/>
                </a:path>
              </a:pathLst>
            </a:custGeom>
            <a:solidFill>
              <a:srgbClr val="B87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2" name="Freeform 173">
              <a:extLst>
                <a:ext uri="{FF2B5EF4-FFF2-40B4-BE49-F238E27FC236}">
                  <a16:creationId xmlns:a16="http://schemas.microsoft.com/office/drawing/2014/main" id="{BB2A3E44-2D4A-4F29-B28C-895802A46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398"/>
              <a:ext cx="77" cy="85"/>
            </a:xfrm>
            <a:custGeom>
              <a:avLst/>
              <a:gdLst>
                <a:gd name="T0" fmla="*/ 28 w 41"/>
                <a:gd name="T1" fmla="*/ 0 h 45"/>
                <a:gd name="T2" fmla="*/ 81 w 41"/>
                <a:gd name="T3" fmla="*/ 213 h 45"/>
                <a:gd name="T4" fmla="*/ 152 w 41"/>
                <a:gd name="T5" fmla="*/ 297 h 45"/>
                <a:gd name="T6" fmla="*/ 250 w 41"/>
                <a:gd name="T7" fmla="*/ 236 h 45"/>
                <a:gd name="T8" fmla="*/ 272 w 41"/>
                <a:gd name="T9" fmla="*/ 100 h 45"/>
                <a:gd name="T10" fmla="*/ 165 w 41"/>
                <a:gd name="T11" fmla="*/ 213 h 45"/>
                <a:gd name="T12" fmla="*/ 92 w 41"/>
                <a:gd name="T13" fmla="*/ 181 h 45"/>
                <a:gd name="T14" fmla="*/ 0 w 41"/>
                <a:gd name="T15" fmla="*/ 68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45">
                  <a:moveTo>
                    <a:pt x="4" y="0"/>
                  </a:moveTo>
                  <a:cubicBezTo>
                    <a:pt x="4" y="12"/>
                    <a:pt x="8" y="21"/>
                    <a:pt x="12" y="32"/>
                  </a:cubicBezTo>
                  <a:cubicBezTo>
                    <a:pt x="16" y="43"/>
                    <a:pt x="14" y="45"/>
                    <a:pt x="23" y="44"/>
                  </a:cubicBezTo>
                  <a:cubicBezTo>
                    <a:pt x="31" y="44"/>
                    <a:pt x="35" y="42"/>
                    <a:pt x="38" y="35"/>
                  </a:cubicBezTo>
                  <a:cubicBezTo>
                    <a:pt x="40" y="31"/>
                    <a:pt x="41" y="20"/>
                    <a:pt x="41" y="15"/>
                  </a:cubicBezTo>
                  <a:cubicBezTo>
                    <a:pt x="37" y="23"/>
                    <a:pt x="34" y="31"/>
                    <a:pt x="25" y="32"/>
                  </a:cubicBezTo>
                  <a:cubicBezTo>
                    <a:pt x="17" y="33"/>
                    <a:pt x="18" y="32"/>
                    <a:pt x="14" y="27"/>
                  </a:cubicBezTo>
                  <a:cubicBezTo>
                    <a:pt x="10" y="23"/>
                    <a:pt x="3" y="16"/>
                    <a:pt x="0" y="10"/>
                  </a:cubicBezTo>
                </a:path>
              </a:pathLst>
            </a:custGeom>
            <a:solidFill>
              <a:srgbClr val="B87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3" name="Freeform 174">
              <a:extLst>
                <a:ext uri="{FF2B5EF4-FFF2-40B4-BE49-F238E27FC236}">
                  <a16:creationId xmlns:a16="http://schemas.microsoft.com/office/drawing/2014/main" id="{6B684D64-8805-4107-821D-4BA674AFD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337"/>
              <a:ext cx="86" cy="170"/>
            </a:xfrm>
            <a:custGeom>
              <a:avLst/>
              <a:gdLst>
                <a:gd name="T0" fmla="*/ 181 w 46"/>
                <a:gd name="T1" fmla="*/ 0 h 91"/>
                <a:gd name="T2" fmla="*/ 172 w 46"/>
                <a:gd name="T3" fmla="*/ 359 h 91"/>
                <a:gd name="T4" fmla="*/ 97 w 46"/>
                <a:gd name="T5" fmla="*/ 503 h 91"/>
                <a:gd name="T6" fmla="*/ 0 w 46"/>
                <a:gd name="T7" fmla="*/ 594 h 91"/>
                <a:gd name="T8" fmla="*/ 269 w 46"/>
                <a:gd name="T9" fmla="*/ 28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1">
                  <a:moveTo>
                    <a:pt x="28" y="0"/>
                  </a:moveTo>
                  <a:cubicBezTo>
                    <a:pt x="31" y="18"/>
                    <a:pt x="31" y="38"/>
                    <a:pt x="26" y="55"/>
                  </a:cubicBezTo>
                  <a:cubicBezTo>
                    <a:pt x="23" y="63"/>
                    <a:pt x="21" y="71"/>
                    <a:pt x="15" y="77"/>
                  </a:cubicBezTo>
                  <a:cubicBezTo>
                    <a:pt x="10" y="83"/>
                    <a:pt x="4" y="85"/>
                    <a:pt x="0" y="91"/>
                  </a:cubicBezTo>
                  <a:cubicBezTo>
                    <a:pt x="25" y="79"/>
                    <a:pt x="46" y="74"/>
                    <a:pt x="41" y="44"/>
                  </a:cubicBezTo>
                </a:path>
              </a:pathLst>
            </a:custGeom>
            <a:solidFill>
              <a:srgbClr val="B87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4" name="Freeform 175">
              <a:extLst>
                <a:ext uri="{FF2B5EF4-FFF2-40B4-BE49-F238E27FC236}">
                  <a16:creationId xmlns:a16="http://schemas.microsoft.com/office/drawing/2014/main" id="{1C52FDEB-149A-4263-BAE5-7DA318906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307"/>
              <a:ext cx="53" cy="48"/>
            </a:xfrm>
            <a:custGeom>
              <a:avLst/>
              <a:gdLst>
                <a:gd name="T0" fmla="*/ 8 w 28"/>
                <a:gd name="T1" fmla="*/ 0 h 26"/>
                <a:gd name="T2" fmla="*/ 161 w 28"/>
                <a:gd name="T3" fmla="*/ 164 h 26"/>
                <a:gd name="T4" fmla="*/ 53 w 28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6">
                  <a:moveTo>
                    <a:pt x="1" y="0"/>
                  </a:moveTo>
                  <a:cubicBezTo>
                    <a:pt x="0" y="14"/>
                    <a:pt x="14" y="20"/>
                    <a:pt x="24" y="26"/>
                  </a:cubicBezTo>
                  <a:cubicBezTo>
                    <a:pt x="28" y="17"/>
                    <a:pt x="14" y="6"/>
                    <a:pt x="8" y="0"/>
                  </a:cubicBezTo>
                </a:path>
              </a:pathLst>
            </a:custGeom>
            <a:solidFill>
              <a:srgbClr val="D2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5" name="Freeform 176">
              <a:extLst>
                <a:ext uri="{FF2B5EF4-FFF2-40B4-BE49-F238E27FC236}">
                  <a16:creationId xmlns:a16="http://schemas.microsoft.com/office/drawing/2014/main" id="{F528AFE1-2D9E-4FDA-995A-AD464454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496"/>
              <a:ext cx="82" cy="78"/>
            </a:xfrm>
            <a:custGeom>
              <a:avLst/>
              <a:gdLst>
                <a:gd name="T0" fmla="*/ 246 w 44"/>
                <a:gd name="T1" fmla="*/ 7 h 42"/>
                <a:gd name="T2" fmla="*/ 164 w 44"/>
                <a:gd name="T3" fmla="*/ 269 h 42"/>
                <a:gd name="T4" fmla="*/ 201 w 44"/>
                <a:gd name="T5" fmla="*/ 141 h 42"/>
                <a:gd name="T6" fmla="*/ 270 w 44"/>
                <a:gd name="T7" fmla="*/ 5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2">
                  <a:moveTo>
                    <a:pt x="38" y="1"/>
                  </a:moveTo>
                  <a:cubicBezTo>
                    <a:pt x="19" y="0"/>
                    <a:pt x="0" y="39"/>
                    <a:pt x="25" y="42"/>
                  </a:cubicBezTo>
                  <a:cubicBezTo>
                    <a:pt x="26" y="34"/>
                    <a:pt x="24" y="29"/>
                    <a:pt x="31" y="22"/>
                  </a:cubicBezTo>
                  <a:cubicBezTo>
                    <a:pt x="36" y="17"/>
                    <a:pt x="44" y="17"/>
                    <a:pt x="42" y="8"/>
                  </a:cubicBezTo>
                </a:path>
              </a:pathLst>
            </a:custGeom>
            <a:solidFill>
              <a:srgbClr val="DB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6" name="Freeform 177">
              <a:extLst>
                <a:ext uri="{FF2B5EF4-FFF2-40B4-BE49-F238E27FC236}">
                  <a16:creationId xmlns:a16="http://schemas.microsoft.com/office/drawing/2014/main" id="{240F9776-14F7-4B22-B262-76E8F9049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507"/>
              <a:ext cx="54" cy="47"/>
            </a:xfrm>
            <a:custGeom>
              <a:avLst/>
              <a:gdLst>
                <a:gd name="T0" fmla="*/ 117 w 29"/>
                <a:gd name="T1" fmla="*/ 0 h 25"/>
                <a:gd name="T2" fmla="*/ 52 w 29"/>
                <a:gd name="T3" fmla="*/ 165 h 25"/>
                <a:gd name="T4" fmla="*/ 188 w 29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18" y="0"/>
                  </a:moveTo>
                  <a:cubicBezTo>
                    <a:pt x="9" y="5"/>
                    <a:pt x="0" y="16"/>
                    <a:pt x="8" y="25"/>
                  </a:cubicBezTo>
                  <a:cubicBezTo>
                    <a:pt x="17" y="23"/>
                    <a:pt x="17" y="8"/>
                    <a:pt x="29" y="4"/>
                  </a:cubicBezTo>
                </a:path>
              </a:pathLst>
            </a:custGeom>
            <a:solidFill>
              <a:srgbClr val="EA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7" name="Freeform 178">
              <a:extLst>
                <a:ext uri="{FF2B5EF4-FFF2-40B4-BE49-F238E27FC236}">
                  <a16:creationId xmlns:a16="http://schemas.microsoft.com/office/drawing/2014/main" id="{83167251-5D99-4A3D-BEE8-551A25AB9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3505"/>
              <a:ext cx="51" cy="58"/>
            </a:xfrm>
            <a:custGeom>
              <a:avLst/>
              <a:gdLst>
                <a:gd name="T0" fmla="*/ 28 w 27"/>
                <a:gd name="T1" fmla="*/ 0 h 31"/>
                <a:gd name="T2" fmla="*/ 181 w 27"/>
                <a:gd name="T3" fmla="*/ 204 h 31"/>
                <a:gd name="T4" fmla="*/ 0 w 27"/>
                <a:gd name="T5" fmla="*/ 12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1">
                  <a:moveTo>
                    <a:pt x="4" y="0"/>
                  </a:moveTo>
                  <a:cubicBezTo>
                    <a:pt x="9" y="12"/>
                    <a:pt x="25" y="17"/>
                    <a:pt x="27" y="31"/>
                  </a:cubicBezTo>
                  <a:cubicBezTo>
                    <a:pt x="19" y="24"/>
                    <a:pt x="9" y="24"/>
                    <a:pt x="0" y="20"/>
                  </a:cubicBezTo>
                </a:path>
              </a:pathLst>
            </a:custGeom>
            <a:solidFill>
              <a:srgbClr val="B87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8" name="Freeform 179">
              <a:extLst>
                <a:ext uri="{FF2B5EF4-FFF2-40B4-BE49-F238E27FC236}">
                  <a16:creationId xmlns:a16="http://schemas.microsoft.com/office/drawing/2014/main" id="{285C9E0B-9A1B-49A0-9D60-59BF78875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934"/>
              <a:ext cx="514" cy="790"/>
            </a:xfrm>
            <a:custGeom>
              <a:avLst/>
              <a:gdLst>
                <a:gd name="T0" fmla="*/ 1463 w 275"/>
                <a:gd name="T1" fmla="*/ 2099 h 422"/>
                <a:gd name="T2" fmla="*/ 1338 w 275"/>
                <a:gd name="T3" fmla="*/ 1548 h 422"/>
                <a:gd name="T4" fmla="*/ 764 w 275"/>
                <a:gd name="T5" fmla="*/ 865 h 422"/>
                <a:gd name="T6" fmla="*/ 406 w 275"/>
                <a:gd name="T7" fmla="*/ 361 h 422"/>
                <a:gd name="T8" fmla="*/ 32 w 275"/>
                <a:gd name="T9" fmla="*/ 0 h 422"/>
                <a:gd name="T10" fmla="*/ 24 w 275"/>
                <a:gd name="T11" fmla="*/ 13 h 422"/>
                <a:gd name="T12" fmla="*/ 13 w 275"/>
                <a:gd name="T13" fmla="*/ 73 h 422"/>
                <a:gd name="T14" fmla="*/ 0 w 275"/>
                <a:gd name="T15" fmla="*/ 112 h 422"/>
                <a:gd name="T16" fmla="*/ 7 w 275"/>
                <a:gd name="T17" fmla="*/ 120 h 422"/>
                <a:gd name="T18" fmla="*/ 249 w 275"/>
                <a:gd name="T19" fmla="*/ 309 h 422"/>
                <a:gd name="T20" fmla="*/ 458 w 275"/>
                <a:gd name="T21" fmla="*/ 558 h 422"/>
                <a:gd name="T22" fmla="*/ 835 w 275"/>
                <a:gd name="T23" fmla="*/ 1097 h 422"/>
                <a:gd name="T24" fmla="*/ 1090 w 275"/>
                <a:gd name="T25" fmla="*/ 1318 h 422"/>
                <a:gd name="T26" fmla="*/ 1267 w 275"/>
                <a:gd name="T27" fmla="*/ 1563 h 422"/>
                <a:gd name="T28" fmla="*/ 1331 w 275"/>
                <a:gd name="T29" fmla="*/ 1956 h 422"/>
                <a:gd name="T30" fmla="*/ 1422 w 275"/>
                <a:gd name="T31" fmla="*/ 2179 h 422"/>
                <a:gd name="T32" fmla="*/ 1684 w 275"/>
                <a:gd name="T33" fmla="*/ 2611 h 422"/>
                <a:gd name="T34" fmla="*/ 1720 w 275"/>
                <a:gd name="T35" fmla="*/ 2769 h 422"/>
                <a:gd name="T36" fmla="*/ 1796 w 275"/>
                <a:gd name="T37" fmla="*/ 2769 h 422"/>
                <a:gd name="T38" fmla="*/ 1463 w 275"/>
                <a:gd name="T39" fmla="*/ 2099 h 4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75" h="422">
                  <a:moveTo>
                    <a:pt x="224" y="320"/>
                  </a:moveTo>
                  <a:cubicBezTo>
                    <a:pt x="210" y="292"/>
                    <a:pt x="212" y="249"/>
                    <a:pt x="205" y="236"/>
                  </a:cubicBezTo>
                  <a:cubicBezTo>
                    <a:pt x="168" y="176"/>
                    <a:pt x="146" y="171"/>
                    <a:pt x="117" y="132"/>
                  </a:cubicBezTo>
                  <a:cubicBezTo>
                    <a:pt x="99" y="108"/>
                    <a:pt x="82" y="72"/>
                    <a:pt x="62" y="55"/>
                  </a:cubicBezTo>
                  <a:cubicBezTo>
                    <a:pt x="42" y="38"/>
                    <a:pt x="25" y="15"/>
                    <a:pt x="5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6"/>
                    <a:pt x="4" y="9"/>
                    <a:pt x="2" y="1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1" y="17"/>
                    <a:pt x="1" y="18"/>
                  </a:cubicBezTo>
                  <a:cubicBezTo>
                    <a:pt x="12" y="14"/>
                    <a:pt x="31" y="41"/>
                    <a:pt x="38" y="47"/>
                  </a:cubicBezTo>
                  <a:cubicBezTo>
                    <a:pt x="50" y="60"/>
                    <a:pt x="62" y="70"/>
                    <a:pt x="70" y="85"/>
                  </a:cubicBezTo>
                  <a:cubicBezTo>
                    <a:pt x="87" y="115"/>
                    <a:pt x="103" y="143"/>
                    <a:pt x="128" y="167"/>
                  </a:cubicBezTo>
                  <a:cubicBezTo>
                    <a:pt x="140" y="180"/>
                    <a:pt x="156" y="187"/>
                    <a:pt x="167" y="201"/>
                  </a:cubicBezTo>
                  <a:cubicBezTo>
                    <a:pt x="176" y="213"/>
                    <a:pt x="190" y="223"/>
                    <a:pt x="194" y="238"/>
                  </a:cubicBezTo>
                  <a:cubicBezTo>
                    <a:pt x="201" y="257"/>
                    <a:pt x="199" y="278"/>
                    <a:pt x="204" y="298"/>
                  </a:cubicBezTo>
                  <a:cubicBezTo>
                    <a:pt x="207" y="311"/>
                    <a:pt x="212" y="321"/>
                    <a:pt x="218" y="332"/>
                  </a:cubicBezTo>
                  <a:cubicBezTo>
                    <a:pt x="231" y="354"/>
                    <a:pt x="245" y="376"/>
                    <a:pt x="258" y="398"/>
                  </a:cubicBezTo>
                  <a:cubicBezTo>
                    <a:pt x="262" y="406"/>
                    <a:pt x="263" y="414"/>
                    <a:pt x="263" y="422"/>
                  </a:cubicBezTo>
                  <a:cubicBezTo>
                    <a:pt x="275" y="422"/>
                    <a:pt x="275" y="422"/>
                    <a:pt x="275" y="422"/>
                  </a:cubicBezTo>
                  <a:cubicBezTo>
                    <a:pt x="272" y="394"/>
                    <a:pt x="242" y="359"/>
                    <a:pt x="224" y="320"/>
                  </a:cubicBezTo>
                  <a:close/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9" name="Freeform 180">
              <a:extLst>
                <a:ext uri="{FF2B5EF4-FFF2-40B4-BE49-F238E27FC236}">
                  <a16:creationId xmlns:a16="http://schemas.microsoft.com/office/drawing/2014/main" id="{F48F13D5-872E-4EF0-B206-639254904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269"/>
              <a:ext cx="191" cy="455"/>
            </a:xfrm>
            <a:custGeom>
              <a:avLst/>
              <a:gdLst>
                <a:gd name="T0" fmla="*/ 670 w 102"/>
                <a:gd name="T1" fmla="*/ 1595 h 243"/>
                <a:gd name="T2" fmla="*/ 670 w 102"/>
                <a:gd name="T3" fmla="*/ 1588 h 243"/>
                <a:gd name="T4" fmla="*/ 618 w 102"/>
                <a:gd name="T5" fmla="*/ 1182 h 243"/>
                <a:gd name="T6" fmla="*/ 438 w 102"/>
                <a:gd name="T7" fmla="*/ 760 h 243"/>
                <a:gd name="T8" fmla="*/ 285 w 102"/>
                <a:gd name="T9" fmla="*/ 346 h 243"/>
                <a:gd name="T10" fmla="*/ 105 w 102"/>
                <a:gd name="T11" fmla="*/ 182 h 243"/>
                <a:gd name="T12" fmla="*/ 0 w 102"/>
                <a:gd name="T13" fmla="*/ 0 h 243"/>
                <a:gd name="T14" fmla="*/ 84 w 102"/>
                <a:gd name="T15" fmla="*/ 322 h 243"/>
                <a:gd name="T16" fmla="*/ 322 w 102"/>
                <a:gd name="T17" fmla="*/ 519 h 243"/>
                <a:gd name="T18" fmla="*/ 438 w 102"/>
                <a:gd name="T19" fmla="*/ 940 h 243"/>
                <a:gd name="T20" fmla="*/ 534 w 102"/>
                <a:gd name="T21" fmla="*/ 1595 h 243"/>
                <a:gd name="T22" fmla="*/ 670 w 102"/>
                <a:gd name="T23" fmla="*/ 1595 h 2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243">
                  <a:moveTo>
                    <a:pt x="102" y="243"/>
                  </a:moveTo>
                  <a:cubicBezTo>
                    <a:pt x="102" y="243"/>
                    <a:pt x="102" y="243"/>
                    <a:pt x="102" y="242"/>
                  </a:cubicBezTo>
                  <a:cubicBezTo>
                    <a:pt x="95" y="222"/>
                    <a:pt x="100" y="200"/>
                    <a:pt x="94" y="180"/>
                  </a:cubicBezTo>
                  <a:cubicBezTo>
                    <a:pt x="88" y="157"/>
                    <a:pt x="72" y="139"/>
                    <a:pt x="67" y="116"/>
                  </a:cubicBezTo>
                  <a:cubicBezTo>
                    <a:pt x="63" y="94"/>
                    <a:pt x="62" y="69"/>
                    <a:pt x="43" y="53"/>
                  </a:cubicBezTo>
                  <a:cubicBezTo>
                    <a:pt x="34" y="45"/>
                    <a:pt x="22" y="41"/>
                    <a:pt x="16" y="28"/>
                  </a:cubicBezTo>
                  <a:cubicBezTo>
                    <a:pt x="12" y="17"/>
                    <a:pt x="11" y="6"/>
                    <a:pt x="0" y="0"/>
                  </a:cubicBezTo>
                  <a:cubicBezTo>
                    <a:pt x="7" y="14"/>
                    <a:pt x="9" y="31"/>
                    <a:pt x="13" y="49"/>
                  </a:cubicBezTo>
                  <a:cubicBezTo>
                    <a:pt x="16" y="62"/>
                    <a:pt x="41" y="64"/>
                    <a:pt x="49" y="79"/>
                  </a:cubicBezTo>
                  <a:cubicBezTo>
                    <a:pt x="58" y="98"/>
                    <a:pt x="56" y="128"/>
                    <a:pt x="67" y="143"/>
                  </a:cubicBezTo>
                  <a:cubicBezTo>
                    <a:pt x="84" y="167"/>
                    <a:pt x="83" y="212"/>
                    <a:pt x="81" y="243"/>
                  </a:cubicBezTo>
                  <a:lnTo>
                    <a:pt x="102" y="243"/>
                  </a:lnTo>
                  <a:close/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0" name="Freeform 181">
              <a:extLst>
                <a:ext uri="{FF2B5EF4-FFF2-40B4-BE49-F238E27FC236}">
                  <a16:creationId xmlns:a16="http://schemas.microsoft.com/office/drawing/2014/main" id="{7BDF5309-C59C-49B0-8B74-9F1DDA5C2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718"/>
              <a:ext cx="140" cy="103"/>
            </a:xfrm>
            <a:custGeom>
              <a:avLst/>
              <a:gdLst>
                <a:gd name="T0" fmla="*/ 136 w 75"/>
                <a:gd name="T1" fmla="*/ 0 h 55"/>
                <a:gd name="T2" fmla="*/ 129 w 75"/>
                <a:gd name="T3" fmla="*/ 129 h 55"/>
                <a:gd name="T4" fmla="*/ 164 w 75"/>
                <a:gd name="T5" fmla="*/ 189 h 55"/>
                <a:gd name="T6" fmla="*/ 450 w 75"/>
                <a:gd name="T7" fmla="*/ 84 h 55"/>
                <a:gd name="T8" fmla="*/ 269 w 75"/>
                <a:gd name="T9" fmla="*/ 346 h 55"/>
                <a:gd name="T10" fmla="*/ 105 w 75"/>
                <a:gd name="T11" fmla="*/ 262 h 55"/>
                <a:gd name="T12" fmla="*/ 0 w 75"/>
                <a:gd name="T13" fmla="*/ 21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55">
                  <a:moveTo>
                    <a:pt x="21" y="0"/>
                  </a:moveTo>
                  <a:cubicBezTo>
                    <a:pt x="22" y="7"/>
                    <a:pt x="20" y="13"/>
                    <a:pt x="20" y="20"/>
                  </a:cubicBezTo>
                  <a:cubicBezTo>
                    <a:pt x="19" y="27"/>
                    <a:pt x="20" y="26"/>
                    <a:pt x="25" y="29"/>
                  </a:cubicBezTo>
                  <a:cubicBezTo>
                    <a:pt x="44" y="38"/>
                    <a:pt x="61" y="36"/>
                    <a:pt x="69" y="13"/>
                  </a:cubicBezTo>
                  <a:cubicBezTo>
                    <a:pt x="75" y="31"/>
                    <a:pt x="57" y="50"/>
                    <a:pt x="41" y="53"/>
                  </a:cubicBezTo>
                  <a:cubicBezTo>
                    <a:pt x="30" y="55"/>
                    <a:pt x="23" y="47"/>
                    <a:pt x="16" y="40"/>
                  </a:cubicBezTo>
                  <a:cubicBezTo>
                    <a:pt x="2" y="28"/>
                    <a:pt x="9" y="17"/>
                    <a:pt x="0" y="3"/>
                  </a:cubicBezTo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1" name="Freeform 182">
              <a:extLst>
                <a:ext uri="{FF2B5EF4-FFF2-40B4-BE49-F238E27FC236}">
                  <a16:creationId xmlns:a16="http://schemas.microsoft.com/office/drawing/2014/main" id="{11622D4C-BAB2-4EF2-92B4-6E56B0C60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3722"/>
              <a:ext cx="24" cy="47"/>
            </a:xfrm>
            <a:custGeom>
              <a:avLst/>
              <a:gdLst>
                <a:gd name="T0" fmla="*/ 13 w 13"/>
                <a:gd name="T1" fmla="*/ 0 h 25"/>
                <a:gd name="T2" fmla="*/ 0 w 13"/>
                <a:gd name="T3" fmla="*/ 165 h 25"/>
                <a:gd name="T4" fmla="*/ 61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2" y="0"/>
                  </a:moveTo>
                  <a:cubicBezTo>
                    <a:pt x="4" y="7"/>
                    <a:pt x="4" y="19"/>
                    <a:pt x="0" y="25"/>
                  </a:cubicBezTo>
                  <a:cubicBezTo>
                    <a:pt x="8" y="23"/>
                    <a:pt x="13" y="6"/>
                    <a:pt x="10" y="0"/>
                  </a:cubicBezTo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2" name="Freeform 183">
              <a:extLst>
                <a:ext uri="{FF2B5EF4-FFF2-40B4-BE49-F238E27FC236}">
                  <a16:creationId xmlns:a16="http://schemas.microsoft.com/office/drawing/2014/main" id="{58A43166-29D8-49CB-893D-8DC15DA4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3569"/>
              <a:ext cx="37" cy="226"/>
            </a:xfrm>
            <a:custGeom>
              <a:avLst/>
              <a:gdLst>
                <a:gd name="T0" fmla="*/ 0 w 20"/>
                <a:gd name="T1" fmla="*/ 0 h 121"/>
                <a:gd name="T2" fmla="*/ 65 w 20"/>
                <a:gd name="T3" fmla="*/ 418 h 121"/>
                <a:gd name="T4" fmla="*/ 126 w 20"/>
                <a:gd name="T5" fmla="*/ 788 h 121"/>
                <a:gd name="T6" fmla="*/ 20 w 20"/>
                <a:gd name="T7" fmla="*/ 516 h 121"/>
                <a:gd name="T8" fmla="*/ 20 w 20"/>
                <a:gd name="T9" fmla="*/ 84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1">
                  <a:moveTo>
                    <a:pt x="0" y="0"/>
                  </a:moveTo>
                  <a:cubicBezTo>
                    <a:pt x="10" y="20"/>
                    <a:pt x="10" y="41"/>
                    <a:pt x="10" y="64"/>
                  </a:cubicBezTo>
                  <a:cubicBezTo>
                    <a:pt x="10" y="81"/>
                    <a:pt x="11" y="105"/>
                    <a:pt x="20" y="121"/>
                  </a:cubicBezTo>
                  <a:cubicBezTo>
                    <a:pt x="9" y="111"/>
                    <a:pt x="1" y="93"/>
                    <a:pt x="3" y="79"/>
                  </a:cubicBezTo>
                  <a:cubicBezTo>
                    <a:pt x="6" y="56"/>
                    <a:pt x="6" y="36"/>
                    <a:pt x="3" y="13"/>
                  </a:cubicBezTo>
                </a:path>
              </a:pathLst>
            </a:custGeom>
            <a:solidFill>
              <a:srgbClr val="B87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3" name="Freeform 184">
              <a:extLst>
                <a:ext uri="{FF2B5EF4-FFF2-40B4-BE49-F238E27FC236}">
                  <a16:creationId xmlns:a16="http://schemas.microsoft.com/office/drawing/2014/main" id="{1CCD0826-CD38-499B-873A-3B37F6FE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297"/>
              <a:ext cx="55" cy="98"/>
            </a:xfrm>
            <a:custGeom>
              <a:avLst/>
              <a:gdLst>
                <a:gd name="T0" fmla="*/ 0 w 29"/>
                <a:gd name="T1" fmla="*/ 0 h 52"/>
                <a:gd name="T2" fmla="*/ 89 w 29"/>
                <a:gd name="T3" fmla="*/ 221 h 52"/>
                <a:gd name="T4" fmla="*/ 157 w 29"/>
                <a:gd name="T5" fmla="*/ 281 h 52"/>
                <a:gd name="T6" fmla="*/ 197 w 29"/>
                <a:gd name="T7" fmla="*/ 349 h 52"/>
                <a:gd name="T8" fmla="*/ 21 w 29"/>
                <a:gd name="T9" fmla="*/ 16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2">
                  <a:moveTo>
                    <a:pt x="0" y="0"/>
                  </a:moveTo>
                  <a:cubicBezTo>
                    <a:pt x="4" y="10"/>
                    <a:pt x="7" y="25"/>
                    <a:pt x="13" y="33"/>
                  </a:cubicBezTo>
                  <a:cubicBezTo>
                    <a:pt x="15" y="37"/>
                    <a:pt x="20" y="38"/>
                    <a:pt x="23" y="42"/>
                  </a:cubicBezTo>
                  <a:cubicBezTo>
                    <a:pt x="26" y="45"/>
                    <a:pt x="28" y="49"/>
                    <a:pt x="29" y="52"/>
                  </a:cubicBezTo>
                  <a:cubicBezTo>
                    <a:pt x="15" y="46"/>
                    <a:pt x="5" y="41"/>
                    <a:pt x="3" y="24"/>
                  </a:cubicBezTo>
                </a:path>
              </a:pathLst>
            </a:custGeom>
            <a:solidFill>
              <a:srgbClr val="B87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4" name="Freeform 185">
              <a:extLst>
                <a:ext uri="{FF2B5EF4-FFF2-40B4-BE49-F238E27FC236}">
                  <a16:creationId xmlns:a16="http://schemas.microsoft.com/office/drawing/2014/main" id="{4C19B2FF-1FE4-453A-B14F-4B5046EE1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932"/>
              <a:ext cx="370" cy="431"/>
            </a:xfrm>
            <a:custGeom>
              <a:avLst/>
              <a:gdLst>
                <a:gd name="T0" fmla="*/ 751 w 198"/>
                <a:gd name="T1" fmla="*/ 875 h 230"/>
                <a:gd name="T2" fmla="*/ 391 w 198"/>
                <a:gd name="T3" fmla="*/ 369 h 230"/>
                <a:gd name="T4" fmla="*/ 13 w 198"/>
                <a:gd name="T5" fmla="*/ 0 h 230"/>
                <a:gd name="T6" fmla="*/ 13 w 198"/>
                <a:gd name="T7" fmla="*/ 21 h 230"/>
                <a:gd name="T8" fmla="*/ 0 w 198"/>
                <a:gd name="T9" fmla="*/ 73 h 230"/>
                <a:gd name="T10" fmla="*/ 0 w 198"/>
                <a:gd name="T11" fmla="*/ 77 h 230"/>
                <a:gd name="T12" fmla="*/ 157 w 198"/>
                <a:gd name="T13" fmla="*/ 197 h 230"/>
                <a:gd name="T14" fmla="*/ 286 w 198"/>
                <a:gd name="T15" fmla="*/ 337 h 230"/>
                <a:gd name="T16" fmla="*/ 548 w 198"/>
                <a:gd name="T17" fmla="*/ 691 h 230"/>
                <a:gd name="T18" fmla="*/ 828 w 198"/>
                <a:gd name="T19" fmla="*/ 1085 h 230"/>
                <a:gd name="T20" fmla="*/ 1013 w 198"/>
                <a:gd name="T21" fmla="*/ 1271 h 230"/>
                <a:gd name="T22" fmla="*/ 1291 w 198"/>
                <a:gd name="T23" fmla="*/ 1514 h 230"/>
                <a:gd name="T24" fmla="*/ 751 w 198"/>
                <a:gd name="T25" fmla="*/ 875 h 2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8" h="230">
                  <a:moveTo>
                    <a:pt x="115" y="133"/>
                  </a:moveTo>
                  <a:cubicBezTo>
                    <a:pt x="97" y="109"/>
                    <a:pt x="80" y="73"/>
                    <a:pt x="60" y="56"/>
                  </a:cubicBezTo>
                  <a:cubicBezTo>
                    <a:pt x="40" y="39"/>
                    <a:pt x="23" y="16"/>
                    <a:pt x="2" y="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6"/>
                    <a:pt x="2" y="9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12"/>
                    <a:pt x="19" y="24"/>
                    <a:pt x="24" y="30"/>
                  </a:cubicBezTo>
                  <a:cubicBezTo>
                    <a:pt x="31" y="37"/>
                    <a:pt x="37" y="44"/>
                    <a:pt x="44" y="51"/>
                  </a:cubicBezTo>
                  <a:cubicBezTo>
                    <a:pt x="61" y="68"/>
                    <a:pt x="73" y="85"/>
                    <a:pt x="84" y="105"/>
                  </a:cubicBezTo>
                  <a:cubicBezTo>
                    <a:pt x="96" y="126"/>
                    <a:pt x="110" y="147"/>
                    <a:pt x="127" y="165"/>
                  </a:cubicBezTo>
                  <a:cubicBezTo>
                    <a:pt x="136" y="175"/>
                    <a:pt x="145" y="185"/>
                    <a:pt x="155" y="193"/>
                  </a:cubicBezTo>
                  <a:cubicBezTo>
                    <a:pt x="170" y="205"/>
                    <a:pt x="184" y="217"/>
                    <a:pt x="198" y="230"/>
                  </a:cubicBezTo>
                  <a:cubicBezTo>
                    <a:pt x="164" y="176"/>
                    <a:pt x="143" y="170"/>
                    <a:pt x="115" y="133"/>
                  </a:cubicBezTo>
                  <a:close/>
                </a:path>
              </a:pathLst>
            </a:custGeom>
            <a:solidFill>
              <a:srgbClr val="B87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5" name="Freeform 186">
              <a:extLst>
                <a:ext uri="{FF2B5EF4-FFF2-40B4-BE49-F238E27FC236}">
                  <a16:creationId xmlns:a16="http://schemas.microsoft.com/office/drawing/2014/main" id="{CAFF6764-03BE-44F1-BCCA-52EAA4DD8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602"/>
              <a:ext cx="80" cy="173"/>
            </a:xfrm>
            <a:custGeom>
              <a:avLst/>
              <a:gdLst>
                <a:gd name="T0" fmla="*/ 37 w 43"/>
                <a:gd name="T1" fmla="*/ 241 h 92"/>
                <a:gd name="T2" fmla="*/ 104 w 43"/>
                <a:gd name="T3" fmla="*/ 361 h 92"/>
                <a:gd name="T4" fmla="*/ 121 w 43"/>
                <a:gd name="T5" fmla="*/ 491 h 92"/>
                <a:gd name="T6" fmla="*/ 166 w 43"/>
                <a:gd name="T7" fmla="*/ 583 h 92"/>
                <a:gd name="T8" fmla="*/ 277 w 43"/>
                <a:gd name="T9" fmla="*/ 530 h 92"/>
                <a:gd name="T10" fmla="*/ 173 w 43"/>
                <a:gd name="T11" fmla="*/ 318 h 92"/>
                <a:gd name="T12" fmla="*/ 97 w 43"/>
                <a:gd name="T13" fmla="*/ 160 h 92"/>
                <a:gd name="T14" fmla="*/ 0 w 43"/>
                <a:gd name="T15" fmla="*/ 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92">
                  <a:moveTo>
                    <a:pt x="6" y="36"/>
                  </a:moveTo>
                  <a:cubicBezTo>
                    <a:pt x="6" y="42"/>
                    <a:pt x="14" y="47"/>
                    <a:pt x="16" y="54"/>
                  </a:cubicBezTo>
                  <a:cubicBezTo>
                    <a:pt x="19" y="61"/>
                    <a:pt x="19" y="67"/>
                    <a:pt x="19" y="74"/>
                  </a:cubicBezTo>
                  <a:cubicBezTo>
                    <a:pt x="19" y="81"/>
                    <a:pt x="19" y="85"/>
                    <a:pt x="26" y="88"/>
                  </a:cubicBezTo>
                  <a:cubicBezTo>
                    <a:pt x="32" y="90"/>
                    <a:pt x="42" y="87"/>
                    <a:pt x="43" y="80"/>
                  </a:cubicBezTo>
                  <a:cubicBezTo>
                    <a:pt x="29" y="92"/>
                    <a:pt x="30" y="53"/>
                    <a:pt x="27" y="48"/>
                  </a:cubicBezTo>
                  <a:cubicBezTo>
                    <a:pt x="22" y="40"/>
                    <a:pt x="18" y="34"/>
                    <a:pt x="15" y="24"/>
                  </a:cubicBezTo>
                  <a:cubicBezTo>
                    <a:pt x="11" y="16"/>
                    <a:pt x="5" y="8"/>
                    <a:pt x="0" y="0"/>
                  </a:cubicBezTo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6" name="Freeform 187">
              <a:extLst>
                <a:ext uri="{FF2B5EF4-FFF2-40B4-BE49-F238E27FC236}">
                  <a16:creationId xmlns:a16="http://schemas.microsoft.com/office/drawing/2014/main" id="{CCE326ED-9698-4734-8C89-1547A464D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692"/>
              <a:ext cx="41" cy="81"/>
            </a:xfrm>
            <a:custGeom>
              <a:avLst/>
              <a:gdLst>
                <a:gd name="T0" fmla="*/ 0 w 22"/>
                <a:gd name="T1" fmla="*/ 28 h 43"/>
                <a:gd name="T2" fmla="*/ 142 w 22"/>
                <a:gd name="T3" fmla="*/ 281 h 43"/>
                <a:gd name="T4" fmla="*/ 97 w 22"/>
                <a:gd name="T5" fmla="*/ 153 h 43"/>
                <a:gd name="T6" fmla="*/ 7 w 22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3">
                  <a:moveTo>
                    <a:pt x="0" y="4"/>
                  </a:moveTo>
                  <a:cubicBezTo>
                    <a:pt x="6" y="19"/>
                    <a:pt x="0" y="43"/>
                    <a:pt x="22" y="42"/>
                  </a:cubicBezTo>
                  <a:cubicBezTo>
                    <a:pt x="18" y="35"/>
                    <a:pt x="17" y="31"/>
                    <a:pt x="15" y="23"/>
                  </a:cubicBezTo>
                  <a:cubicBezTo>
                    <a:pt x="14" y="13"/>
                    <a:pt x="4" y="9"/>
                    <a:pt x="1" y="0"/>
                  </a:cubicBezTo>
                </a:path>
              </a:pathLst>
            </a:custGeom>
            <a:solidFill>
              <a:srgbClr val="B87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7" name="Freeform 188">
              <a:extLst>
                <a:ext uri="{FF2B5EF4-FFF2-40B4-BE49-F238E27FC236}">
                  <a16:creationId xmlns:a16="http://schemas.microsoft.com/office/drawing/2014/main" id="{CAEC1E9E-D238-4485-B0EC-25E2AAF6C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621"/>
              <a:ext cx="63" cy="129"/>
            </a:xfrm>
            <a:custGeom>
              <a:avLst/>
              <a:gdLst>
                <a:gd name="T0" fmla="*/ 13 w 34"/>
                <a:gd name="T1" fmla="*/ 0 h 69"/>
                <a:gd name="T2" fmla="*/ 152 w 34"/>
                <a:gd name="T3" fmla="*/ 249 h 69"/>
                <a:gd name="T4" fmla="*/ 141 w 34"/>
                <a:gd name="T5" fmla="*/ 437 h 69"/>
                <a:gd name="T6" fmla="*/ 82 w 34"/>
                <a:gd name="T7" fmla="*/ 228 h 69"/>
                <a:gd name="T8" fmla="*/ 37 w 34"/>
                <a:gd name="T9" fmla="*/ 105 h 69"/>
                <a:gd name="T10" fmla="*/ 0 w 34"/>
                <a:gd name="T11" fmla="*/ 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69">
                  <a:moveTo>
                    <a:pt x="2" y="0"/>
                  </a:moveTo>
                  <a:cubicBezTo>
                    <a:pt x="11" y="12"/>
                    <a:pt x="21" y="24"/>
                    <a:pt x="24" y="38"/>
                  </a:cubicBezTo>
                  <a:cubicBezTo>
                    <a:pt x="26" y="45"/>
                    <a:pt x="34" y="69"/>
                    <a:pt x="22" y="67"/>
                  </a:cubicBezTo>
                  <a:cubicBezTo>
                    <a:pt x="7" y="63"/>
                    <a:pt x="14" y="44"/>
                    <a:pt x="13" y="35"/>
                  </a:cubicBezTo>
                  <a:cubicBezTo>
                    <a:pt x="12" y="28"/>
                    <a:pt x="9" y="22"/>
                    <a:pt x="6" y="16"/>
                  </a:cubicBezTo>
                  <a:cubicBezTo>
                    <a:pt x="4" y="11"/>
                    <a:pt x="4" y="5"/>
                    <a:pt x="0" y="1"/>
                  </a:cubicBezTo>
                </a:path>
              </a:pathLst>
            </a:custGeom>
            <a:solidFill>
              <a:srgbClr val="DB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8" name="Freeform 189">
              <a:extLst>
                <a:ext uri="{FF2B5EF4-FFF2-40B4-BE49-F238E27FC236}">
                  <a16:creationId xmlns:a16="http://schemas.microsoft.com/office/drawing/2014/main" id="{49084BD9-A8E4-4137-BDA3-C5CDFBD8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310"/>
              <a:ext cx="80" cy="148"/>
            </a:xfrm>
            <a:custGeom>
              <a:avLst/>
              <a:gdLst>
                <a:gd name="T0" fmla="*/ 0 w 43"/>
                <a:gd name="T1" fmla="*/ 0 h 79"/>
                <a:gd name="T2" fmla="*/ 186 w 43"/>
                <a:gd name="T3" fmla="*/ 197 h 79"/>
                <a:gd name="T4" fmla="*/ 246 w 43"/>
                <a:gd name="T5" fmla="*/ 519 h 79"/>
                <a:gd name="T6" fmla="*/ 218 w 43"/>
                <a:gd name="T7" fmla="*/ 435 h 79"/>
                <a:gd name="T8" fmla="*/ 141 w 43"/>
                <a:gd name="T9" fmla="*/ 236 h 79"/>
                <a:gd name="T10" fmla="*/ 52 w 43"/>
                <a:gd name="T11" fmla="*/ 126 h 79"/>
                <a:gd name="T12" fmla="*/ 7 w 43"/>
                <a:gd name="T13" fmla="*/ 1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79">
                  <a:moveTo>
                    <a:pt x="0" y="0"/>
                  </a:moveTo>
                  <a:cubicBezTo>
                    <a:pt x="12" y="5"/>
                    <a:pt x="21" y="20"/>
                    <a:pt x="29" y="30"/>
                  </a:cubicBezTo>
                  <a:cubicBezTo>
                    <a:pt x="39" y="43"/>
                    <a:pt x="43" y="62"/>
                    <a:pt x="38" y="79"/>
                  </a:cubicBezTo>
                  <a:cubicBezTo>
                    <a:pt x="35" y="75"/>
                    <a:pt x="35" y="70"/>
                    <a:pt x="34" y="66"/>
                  </a:cubicBezTo>
                  <a:cubicBezTo>
                    <a:pt x="32" y="55"/>
                    <a:pt x="28" y="45"/>
                    <a:pt x="22" y="36"/>
                  </a:cubicBezTo>
                  <a:cubicBezTo>
                    <a:pt x="18" y="29"/>
                    <a:pt x="12" y="25"/>
                    <a:pt x="8" y="19"/>
                  </a:cubicBezTo>
                  <a:cubicBezTo>
                    <a:pt x="5" y="14"/>
                    <a:pt x="4" y="7"/>
                    <a:pt x="1" y="2"/>
                  </a:cubicBezTo>
                </a:path>
              </a:pathLst>
            </a:custGeom>
            <a:solidFill>
              <a:srgbClr val="DB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9" name="Freeform 190">
              <a:extLst>
                <a:ext uri="{FF2B5EF4-FFF2-40B4-BE49-F238E27FC236}">
                  <a16:creationId xmlns:a16="http://schemas.microsoft.com/office/drawing/2014/main" id="{592C22CC-2DDF-42F1-9911-FAA0B1F42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3331"/>
              <a:ext cx="45" cy="86"/>
            </a:xfrm>
            <a:custGeom>
              <a:avLst/>
              <a:gdLst>
                <a:gd name="T0" fmla="*/ 28 w 24"/>
                <a:gd name="T1" fmla="*/ 32 h 46"/>
                <a:gd name="T2" fmla="*/ 152 w 24"/>
                <a:gd name="T3" fmla="*/ 301 h 46"/>
                <a:gd name="T4" fmla="*/ 39 w 24"/>
                <a:gd name="T5" fmla="*/ 120 h 46"/>
                <a:gd name="T6" fmla="*/ 0 w 24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6">
                  <a:moveTo>
                    <a:pt x="4" y="5"/>
                  </a:moveTo>
                  <a:cubicBezTo>
                    <a:pt x="9" y="20"/>
                    <a:pt x="24" y="28"/>
                    <a:pt x="23" y="46"/>
                  </a:cubicBezTo>
                  <a:cubicBezTo>
                    <a:pt x="20" y="35"/>
                    <a:pt x="12" y="28"/>
                    <a:pt x="6" y="18"/>
                  </a:cubicBezTo>
                  <a:cubicBezTo>
                    <a:pt x="3" y="12"/>
                    <a:pt x="2" y="6"/>
                    <a:pt x="0" y="0"/>
                  </a:cubicBezTo>
                </a:path>
              </a:pathLst>
            </a:custGeom>
            <a:solidFill>
              <a:srgbClr val="EA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0" name="Freeform 191">
              <a:extLst>
                <a:ext uri="{FF2B5EF4-FFF2-40B4-BE49-F238E27FC236}">
                  <a16:creationId xmlns:a16="http://schemas.microsoft.com/office/drawing/2014/main" id="{6D54193F-D251-4FA1-B1D7-FE25AB7D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668"/>
              <a:ext cx="26" cy="77"/>
            </a:xfrm>
            <a:custGeom>
              <a:avLst/>
              <a:gdLst>
                <a:gd name="T0" fmla="*/ 0 w 14"/>
                <a:gd name="T1" fmla="*/ 0 h 41"/>
                <a:gd name="T2" fmla="*/ 20 w 14"/>
                <a:gd name="T3" fmla="*/ 272 h 41"/>
                <a:gd name="T4" fmla="*/ 7 w 14"/>
                <a:gd name="T5" fmla="*/ 188 h 41"/>
                <a:gd name="T6" fmla="*/ 20 w 14"/>
                <a:gd name="T7" fmla="*/ 145 h 41"/>
                <a:gd name="T8" fmla="*/ 20 w 14"/>
                <a:gd name="T9" fmla="*/ 4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1">
                  <a:moveTo>
                    <a:pt x="0" y="0"/>
                  </a:moveTo>
                  <a:cubicBezTo>
                    <a:pt x="3" y="8"/>
                    <a:pt x="14" y="36"/>
                    <a:pt x="3" y="41"/>
                  </a:cubicBezTo>
                  <a:cubicBezTo>
                    <a:pt x="0" y="37"/>
                    <a:pt x="0" y="33"/>
                    <a:pt x="1" y="28"/>
                  </a:cubicBezTo>
                  <a:cubicBezTo>
                    <a:pt x="1" y="27"/>
                    <a:pt x="3" y="24"/>
                    <a:pt x="3" y="22"/>
                  </a:cubicBezTo>
                  <a:cubicBezTo>
                    <a:pt x="4" y="17"/>
                    <a:pt x="3" y="12"/>
                    <a:pt x="3" y="7"/>
                  </a:cubicBezTo>
                </a:path>
              </a:pathLst>
            </a:custGeom>
            <a:solidFill>
              <a:srgbClr val="EA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1" name="Freeform 192">
              <a:extLst>
                <a:ext uri="{FF2B5EF4-FFF2-40B4-BE49-F238E27FC236}">
                  <a16:creationId xmlns:a16="http://schemas.microsoft.com/office/drawing/2014/main" id="{C4167B91-3F37-4D82-AD8A-285517E3D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043"/>
              <a:ext cx="124" cy="174"/>
            </a:xfrm>
            <a:custGeom>
              <a:avLst/>
              <a:gdLst>
                <a:gd name="T0" fmla="*/ 333 w 66"/>
                <a:gd name="T1" fmla="*/ 610 h 93"/>
                <a:gd name="T2" fmla="*/ 248 w 66"/>
                <a:gd name="T3" fmla="*/ 322 h 93"/>
                <a:gd name="T4" fmla="*/ 0 w 66"/>
                <a:gd name="T5" fmla="*/ 374 h 93"/>
                <a:gd name="T6" fmla="*/ 212 w 66"/>
                <a:gd name="T7" fmla="*/ 178 h 93"/>
                <a:gd name="T8" fmla="*/ 248 w 66"/>
                <a:gd name="T9" fmla="*/ 0 h 93"/>
                <a:gd name="T10" fmla="*/ 338 w 66"/>
                <a:gd name="T11" fmla="*/ 204 h 93"/>
                <a:gd name="T12" fmla="*/ 430 w 66"/>
                <a:gd name="T13" fmla="*/ 413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93">
                  <a:moveTo>
                    <a:pt x="50" y="93"/>
                  </a:moveTo>
                  <a:cubicBezTo>
                    <a:pt x="50" y="79"/>
                    <a:pt x="50" y="58"/>
                    <a:pt x="37" y="49"/>
                  </a:cubicBezTo>
                  <a:cubicBezTo>
                    <a:pt x="24" y="41"/>
                    <a:pt x="9" y="45"/>
                    <a:pt x="0" y="57"/>
                  </a:cubicBezTo>
                  <a:cubicBezTo>
                    <a:pt x="5" y="40"/>
                    <a:pt x="27" y="42"/>
                    <a:pt x="32" y="27"/>
                  </a:cubicBezTo>
                  <a:cubicBezTo>
                    <a:pt x="36" y="17"/>
                    <a:pt x="32" y="9"/>
                    <a:pt x="37" y="0"/>
                  </a:cubicBezTo>
                  <a:cubicBezTo>
                    <a:pt x="41" y="11"/>
                    <a:pt x="44" y="21"/>
                    <a:pt x="51" y="31"/>
                  </a:cubicBezTo>
                  <a:cubicBezTo>
                    <a:pt x="58" y="40"/>
                    <a:pt x="66" y="51"/>
                    <a:pt x="65" y="63"/>
                  </a:cubicBezTo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2" name="Freeform 193">
              <a:extLst>
                <a:ext uri="{FF2B5EF4-FFF2-40B4-BE49-F238E27FC236}">
                  <a16:creationId xmlns:a16="http://schemas.microsoft.com/office/drawing/2014/main" id="{A0A06BB8-6857-4BA4-9F2C-B9D59EB75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123"/>
              <a:ext cx="82" cy="154"/>
            </a:xfrm>
            <a:custGeom>
              <a:avLst/>
              <a:gdLst>
                <a:gd name="T0" fmla="*/ 84 w 44"/>
                <a:gd name="T1" fmla="*/ 92 h 82"/>
                <a:gd name="T2" fmla="*/ 240 w 44"/>
                <a:gd name="T3" fmla="*/ 233 h 82"/>
                <a:gd name="T4" fmla="*/ 121 w 44"/>
                <a:gd name="T5" fmla="*/ 362 h 82"/>
                <a:gd name="T6" fmla="*/ 89 w 44"/>
                <a:gd name="T7" fmla="*/ 543 h 82"/>
                <a:gd name="T8" fmla="*/ 13 w 44"/>
                <a:gd name="T9" fmla="*/ 325 h 82"/>
                <a:gd name="T10" fmla="*/ 39 w 44"/>
                <a:gd name="T11" fmla="*/ 137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82">
                  <a:moveTo>
                    <a:pt x="13" y="14"/>
                  </a:moveTo>
                  <a:cubicBezTo>
                    <a:pt x="28" y="0"/>
                    <a:pt x="44" y="19"/>
                    <a:pt x="37" y="35"/>
                  </a:cubicBezTo>
                  <a:cubicBezTo>
                    <a:pt x="33" y="44"/>
                    <a:pt x="24" y="47"/>
                    <a:pt x="19" y="55"/>
                  </a:cubicBezTo>
                  <a:cubicBezTo>
                    <a:pt x="14" y="62"/>
                    <a:pt x="14" y="74"/>
                    <a:pt x="14" y="82"/>
                  </a:cubicBezTo>
                  <a:cubicBezTo>
                    <a:pt x="6" y="75"/>
                    <a:pt x="4" y="59"/>
                    <a:pt x="2" y="49"/>
                  </a:cubicBezTo>
                  <a:cubicBezTo>
                    <a:pt x="0" y="38"/>
                    <a:pt x="2" y="31"/>
                    <a:pt x="6" y="21"/>
                  </a:cubicBezTo>
                </a:path>
              </a:pathLst>
            </a:custGeom>
            <a:solidFill>
              <a:srgbClr val="DB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3" name="Freeform 194">
              <a:extLst>
                <a:ext uri="{FF2B5EF4-FFF2-40B4-BE49-F238E27FC236}">
                  <a16:creationId xmlns:a16="http://schemas.microsoft.com/office/drawing/2014/main" id="{9EC1E881-EC05-44A5-B0EE-276ECA029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3151"/>
              <a:ext cx="53" cy="68"/>
            </a:xfrm>
            <a:custGeom>
              <a:avLst/>
              <a:gdLst>
                <a:gd name="T0" fmla="*/ 83 w 28"/>
                <a:gd name="T1" fmla="*/ 21 h 36"/>
                <a:gd name="T2" fmla="*/ 8 w 28"/>
                <a:gd name="T3" fmla="*/ 153 h 36"/>
                <a:gd name="T4" fmla="*/ 28 w 28"/>
                <a:gd name="T5" fmla="*/ 242 h 36"/>
                <a:gd name="T6" fmla="*/ 53 w 28"/>
                <a:gd name="T7" fmla="*/ 176 h 36"/>
                <a:gd name="T8" fmla="*/ 89 w 28"/>
                <a:gd name="T9" fmla="*/ 100 h 36"/>
                <a:gd name="T10" fmla="*/ 157 w 28"/>
                <a:gd name="T11" fmla="*/ 81 h 36"/>
                <a:gd name="T12" fmla="*/ 136 w 28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6">
                  <a:moveTo>
                    <a:pt x="12" y="3"/>
                  </a:moveTo>
                  <a:cubicBezTo>
                    <a:pt x="5" y="8"/>
                    <a:pt x="1" y="14"/>
                    <a:pt x="1" y="23"/>
                  </a:cubicBezTo>
                  <a:cubicBezTo>
                    <a:pt x="1" y="25"/>
                    <a:pt x="0" y="36"/>
                    <a:pt x="4" y="36"/>
                  </a:cubicBezTo>
                  <a:cubicBezTo>
                    <a:pt x="9" y="36"/>
                    <a:pt x="8" y="28"/>
                    <a:pt x="8" y="26"/>
                  </a:cubicBezTo>
                  <a:cubicBezTo>
                    <a:pt x="9" y="21"/>
                    <a:pt x="9" y="18"/>
                    <a:pt x="13" y="15"/>
                  </a:cubicBezTo>
                  <a:cubicBezTo>
                    <a:pt x="16" y="12"/>
                    <a:pt x="20" y="14"/>
                    <a:pt x="23" y="12"/>
                  </a:cubicBezTo>
                  <a:cubicBezTo>
                    <a:pt x="28" y="9"/>
                    <a:pt x="27" y="2"/>
                    <a:pt x="20" y="0"/>
                  </a:cubicBezTo>
                </a:path>
              </a:pathLst>
            </a:custGeom>
            <a:solidFill>
              <a:srgbClr val="EA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4" name="Freeform 195">
              <a:extLst>
                <a:ext uri="{FF2B5EF4-FFF2-40B4-BE49-F238E27FC236}">
                  <a16:creationId xmlns:a16="http://schemas.microsoft.com/office/drawing/2014/main" id="{89E401C3-CB3F-4DA7-B077-F6612B69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3058"/>
              <a:ext cx="118" cy="142"/>
            </a:xfrm>
            <a:custGeom>
              <a:avLst/>
              <a:gdLst>
                <a:gd name="T0" fmla="*/ 0 w 63"/>
                <a:gd name="T1" fmla="*/ 0 h 76"/>
                <a:gd name="T2" fmla="*/ 234 w 63"/>
                <a:gd name="T3" fmla="*/ 202 h 76"/>
                <a:gd name="T4" fmla="*/ 401 w 63"/>
                <a:gd name="T5" fmla="*/ 495 h 76"/>
                <a:gd name="T6" fmla="*/ 249 w 63"/>
                <a:gd name="T7" fmla="*/ 385 h 76"/>
                <a:gd name="T8" fmla="*/ 165 w 63"/>
                <a:gd name="T9" fmla="*/ 374 h 76"/>
                <a:gd name="T10" fmla="*/ 0 w 63"/>
                <a:gd name="T11" fmla="*/ 174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6">
                  <a:moveTo>
                    <a:pt x="0" y="0"/>
                  </a:moveTo>
                  <a:cubicBezTo>
                    <a:pt x="3" y="20"/>
                    <a:pt x="20" y="26"/>
                    <a:pt x="36" y="31"/>
                  </a:cubicBezTo>
                  <a:cubicBezTo>
                    <a:pt x="55" y="37"/>
                    <a:pt x="63" y="58"/>
                    <a:pt x="61" y="76"/>
                  </a:cubicBezTo>
                  <a:cubicBezTo>
                    <a:pt x="53" y="69"/>
                    <a:pt x="48" y="62"/>
                    <a:pt x="38" y="59"/>
                  </a:cubicBezTo>
                  <a:cubicBezTo>
                    <a:pt x="34" y="58"/>
                    <a:pt x="29" y="60"/>
                    <a:pt x="25" y="57"/>
                  </a:cubicBezTo>
                  <a:cubicBezTo>
                    <a:pt x="13" y="51"/>
                    <a:pt x="9" y="37"/>
                    <a:pt x="0" y="27"/>
                  </a:cubicBezTo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5" name="Freeform 196">
              <a:extLst>
                <a:ext uri="{FF2B5EF4-FFF2-40B4-BE49-F238E27FC236}">
                  <a16:creationId xmlns:a16="http://schemas.microsoft.com/office/drawing/2014/main" id="{88A5FD30-9F3D-4DEA-AED7-0B7936F4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211"/>
              <a:ext cx="52" cy="83"/>
            </a:xfrm>
            <a:custGeom>
              <a:avLst/>
              <a:gdLst>
                <a:gd name="T0" fmla="*/ 0 w 28"/>
                <a:gd name="T1" fmla="*/ 89 h 44"/>
                <a:gd name="T2" fmla="*/ 104 w 28"/>
                <a:gd name="T3" fmla="*/ 0 h 44"/>
                <a:gd name="T4" fmla="*/ 180 w 28"/>
                <a:gd name="T5" fmla="*/ 296 h 44"/>
                <a:gd name="T6" fmla="*/ 24 w 28"/>
                <a:gd name="T7" fmla="*/ 7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4">
                  <a:moveTo>
                    <a:pt x="0" y="13"/>
                  </a:moveTo>
                  <a:cubicBezTo>
                    <a:pt x="8" y="12"/>
                    <a:pt x="14" y="8"/>
                    <a:pt x="16" y="0"/>
                  </a:cubicBezTo>
                  <a:cubicBezTo>
                    <a:pt x="19" y="15"/>
                    <a:pt x="25" y="29"/>
                    <a:pt x="28" y="44"/>
                  </a:cubicBezTo>
                  <a:cubicBezTo>
                    <a:pt x="19" y="34"/>
                    <a:pt x="13" y="21"/>
                    <a:pt x="4" y="11"/>
                  </a:cubicBezTo>
                </a:path>
              </a:pathLst>
            </a:custGeom>
            <a:solidFill>
              <a:srgbClr val="9D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6" name="Freeform 197">
              <a:extLst>
                <a:ext uri="{FF2B5EF4-FFF2-40B4-BE49-F238E27FC236}">
                  <a16:creationId xmlns:a16="http://schemas.microsoft.com/office/drawing/2014/main" id="{E905FEA7-5008-422F-ABCD-18A7D3C75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142"/>
              <a:ext cx="99" cy="92"/>
            </a:xfrm>
            <a:custGeom>
              <a:avLst/>
              <a:gdLst>
                <a:gd name="T0" fmla="*/ 181 w 53"/>
                <a:gd name="T1" fmla="*/ 0 h 49"/>
                <a:gd name="T2" fmla="*/ 233 w 53"/>
                <a:gd name="T3" fmla="*/ 53 h 49"/>
                <a:gd name="T4" fmla="*/ 273 w 53"/>
                <a:gd name="T5" fmla="*/ 152 h 49"/>
                <a:gd name="T6" fmla="*/ 301 w 53"/>
                <a:gd name="T7" fmla="*/ 317 h 49"/>
                <a:gd name="T8" fmla="*/ 157 w 53"/>
                <a:gd name="T9" fmla="*/ 212 h 49"/>
                <a:gd name="T10" fmla="*/ 136 w 53"/>
                <a:gd name="T11" fmla="*/ 302 h 49"/>
                <a:gd name="T12" fmla="*/ 7 w 53"/>
                <a:gd name="T13" fmla="*/ 133 h 49"/>
                <a:gd name="T14" fmla="*/ 45 w 53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49">
                  <a:moveTo>
                    <a:pt x="28" y="0"/>
                  </a:moveTo>
                  <a:cubicBezTo>
                    <a:pt x="30" y="3"/>
                    <a:pt x="34" y="5"/>
                    <a:pt x="36" y="8"/>
                  </a:cubicBezTo>
                  <a:cubicBezTo>
                    <a:pt x="39" y="12"/>
                    <a:pt x="40" y="18"/>
                    <a:pt x="42" y="23"/>
                  </a:cubicBezTo>
                  <a:cubicBezTo>
                    <a:pt x="43" y="27"/>
                    <a:pt x="53" y="46"/>
                    <a:pt x="46" y="48"/>
                  </a:cubicBezTo>
                  <a:cubicBezTo>
                    <a:pt x="39" y="49"/>
                    <a:pt x="33" y="29"/>
                    <a:pt x="24" y="32"/>
                  </a:cubicBezTo>
                  <a:cubicBezTo>
                    <a:pt x="20" y="33"/>
                    <a:pt x="22" y="43"/>
                    <a:pt x="21" y="46"/>
                  </a:cubicBezTo>
                  <a:cubicBezTo>
                    <a:pt x="13" y="42"/>
                    <a:pt x="3" y="28"/>
                    <a:pt x="1" y="20"/>
                  </a:cubicBezTo>
                  <a:cubicBezTo>
                    <a:pt x="0" y="12"/>
                    <a:pt x="4" y="6"/>
                    <a:pt x="7" y="0"/>
                  </a:cubicBezTo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7" name="Freeform 198">
              <a:extLst>
                <a:ext uri="{FF2B5EF4-FFF2-40B4-BE49-F238E27FC236}">
                  <a16:creationId xmlns:a16="http://schemas.microsoft.com/office/drawing/2014/main" id="{335268DA-1B6C-4ED8-8100-9CC8B1721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239"/>
              <a:ext cx="54" cy="83"/>
            </a:xfrm>
            <a:custGeom>
              <a:avLst/>
              <a:gdLst>
                <a:gd name="T0" fmla="*/ 13 w 29"/>
                <a:gd name="T1" fmla="*/ 241 h 44"/>
                <a:gd name="T2" fmla="*/ 24 w 29"/>
                <a:gd name="T3" fmla="*/ 121 h 44"/>
                <a:gd name="T4" fmla="*/ 13 w 29"/>
                <a:gd name="T5" fmla="*/ 0 h 44"/>
                <a:gd name="T6" fmla="*/ 97 w 29"/>
                <a:gd name="T7" fmla="*/ 92 h 44"/>
                <a:gd name="T8" fmla="*/ 188 w 29"/>
                <a:gd name="T9" fmla="*/ 221 h 44"/>
                <a:gd name="T10" fmla="*/ 60 w 29"/>
                <a:gd name="T11" fmla="*/ 149 h 44"/>
                <a:gd name="T12" fmla="*/ 60 w 29"/>
                <a:gd name="T13" fmla="*/ 228 h 44"/>
                <a:gd name="T14" fmla="*/ 37 w 29"/>
                <a:gd name="T15" fmla="*/ 296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4">
                  <a:moveTo>
                    <a:pt x="2" y="36"/>
                  </a:moveTo>
                  <a:cubicBezTo>
                    <a:pt x="4" y="30"/>
                    <a:pt x="5" y="24"/>
                    <a:pt x="4" y="18"/>
                  </a:cubicBezTo>
                  <a:cubicBezTo>
                    <a:pt x="4" y="12"/>
                    <a:pt x="0" y="6"/>
                    <a:pt x="2" y="0"/>
                  </a:cubicBezTo>
                  <a:cubicBezTo>
                    <a:pt x="7" y="0"/>
                    <a:pt x="12" y="10"/>
                    <a:pt x="15" y="14"/>
                  </a:cubicBezTo>
                  <a:cubicBezTo>
                    <a:pt x="19" y="19"/>
                    <a:pt x="26" y="26"/>
                    <a:pt x="29" y="33"/>
                  </a:cubicBezTo>
                  <a:cubicBezTo>
                    <a:pt x="26" y="29"/>
                    <a:pt x="14" y="19"/>
                    <a:pt x="9" y="22"/>
                  </a:cubicBezTo>
                  <a:cubicBezTo>
                    <a:pt x="5" y="24"/>
                    <a:pt x="9" y="31"/>
                    <a:pt x="9" y="34"/>
                  </a:cubicBezTo>
                  <a:cubicBezTo>
                    <a:pt x="9" y="38"/>
                    <a:pt x="8" y="41"/>
                    <a:pt x="6" y="44"/>
                  </a:cubicBezTo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8" name="Freeform 199">
              <a:extLst>
                <a:ext uri="{FF2B5EF4-FFF2-40B4-BE49-F238E27FC236}">
                  <a16:creationId xmlns:a16="http://schemas.microsoft.com/office/drawing/2014/main" id="{CBEFCC18-CC8C-40AC-ACC9-D68A1227E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105"/>
              <a:ext cx="108" cy="84"/>
            </a:xfrm>
            <a:custGeom>
              <a:avLst/>
              <a:gdLst>
                <a:gd name="T0" fmla="*/ 37 w 58"/>
                <a:gd name="T1" fmla="*/ 7 h 45"/>
                <a:gd name="T2" fmla="*/ 7 w 58"/>
                <a:gd name="T3" fmla="*/ 149 h 45"/>
                <a:gd name="T4" fmla="*/ 142 w 58"/>
                <a:gd name="T5" fmla="*/ 241 h 45"/>
                <a:gd name="T6" fmla="*/ 257 w 58"/>
                <a:gd name="T7" fmla="*/ 261 h 45"/>
                <a:gd name="T8" fmla="*/ 337 w 58"/>
                <a:gd name="T9" fmla="*/ 293 h 45"/>
                <a:gd name="T10" fmla="*/ 238 w 58"/>
                <a:gd name="T11" fmla="*/ 84 h 45"/>
                <a:gd name="T12" fmla="*/ 45 w 58"/>
                <a:gd name="T13" fmla="*/ 2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45">
                  <a:moveTo>
                    <a:pt x="6" y="1"/>
                  </a:moveTo>
                  <a:cubicBezTo>
                    <a:pt x="0" y="0"/>
                    <a:pt x="0" y="17"/>
                    <a:pt x="1" y="23"/>
                  </a:cubicBezTo>
                  <a:cubicBezTo>
                    <a:pt x="3" y="30"/>
                    <a:pt x="15" y="35"/>
                    <a:pt x="22" y="37"/>
                  </a:cubicBezTo>
                  <a:cubicBezTo>
                    <a:pt x="28" y="39"/>
                    <a:pt x="34" y="38"/>
                    <a:pt x="40" y="40"/>
                  </a:cubicBezTo>
                  <a:cubicBezTo>
                    <a:pt x="44" y="41"/>
                    <a:pt x="48" y="43"/>
                    <a:pt x="52" y="45"/>
                  </a:cubicBezTo>
                  <a:cubicBezTo>
                    <a:pt x="58" y="37"/>
                    <a:pt x="43" y="18"/>
                    <a:pt x="37" y="13"/>
                  </a:cubicBezTo>
                  <a:cubicBezTo>
                    <a:pt x="30" y="5"/>
                    <a:pt x="17" y="2"/>
                    <a:pt x="7" y="3"/>
                  </a:cubicBezTo>
                </a:path>
              </a:pathLst>
            </a:custGeom>
            <a:solidFill>
              <a:srgbClr val="CDA4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9" name="Freeform 200">
              <a:extLst>
                <a:ext uri="{FF2B5EF4-FFF2-40B4-BE49-F238E27FC236}">
                  <a16:creationId xmlns:a16="http://schemas.microsoft.com/office/drawing/2014/main" id="{10018221-FA63-4FDF-9EFE-5D528E74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118"/>
              <a:ext cx="69" cy="39"/>
            </a:xfrm>
            <a:custGeom>
              <a:avLst/>
              <a:gdLst>
                <a:gd name="T0" fmla="*/ 0 w 37"/>
                <a:gd name="T1" fmla="*/ 7 h 21"/>
                <a:gd name="T2" fmla="*/ 117 w 37"/>
                <a:gd name="T3" fmla="*/ 128 h 21"/>
                <a:gd name="T4" fmla="*/ 209 w 37"/>
                <a:gd name="T5" fmla="*/ 128 h 21"/>
                <a:gd name="T6" fmla="*/ 45 w 3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1">
                  <a:moveTo>
                    <a:pt x="0" y="1"/>
                  </a:moveTo>
                  <a:cubicBezTo>
                    <a:pt x="3" y="14"/>
                    <a:pt x="4" y="19"/>
                    <a:pt x="18" y="20"/>
                  </a:cubicBezTo>
                  <a:cubicBezTo>
                    <a:pt x="22" y="20"/>
                    <a:pt x="27" y="21"/>
                    <a:pt x="32" y="20"/>
                  </a:cubicBezTo>
                  <a:cubicBezTo>
                    <a:pt x="37" y="8"/>
                    <a:pt x="15" y="2"/>
                    <a:pt x="7" y="0"/>
                  </a:cubicBezTo>
                </a:path>
              </a:pathLst>
            </a:custGeom>
            <a:solidFill>
              <a:srgbClr val="DB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0" name="Freeform 201">
              <a:extLst>
                <a:ext uri="{FF2B5EF4-FFF2-40B4-BE49-F238E27FC236}">
                  <a16:creationId xmlns:a16="http://schemas.microsoft.com/office/drawing/2014/main" id="{9AC264EF-EEFE-4429-9191-37C0A9164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3125"/>
              <a:ext cx="30" cy="19"/>
            </a:xfrm>
            <a:custGeom>
              <a:avLst/>
              <a:gdLst>
                <a:gd name="T0" fmla="*/ 8 w 16"/>
                <a:gd name="T1" fmla="*/ 0 h 10"/>
                <a:gd name="T2" fmla="*/ 105 w 16"/>
                <a:gd name="T3" fmla="*/ 48 h 10"/>
                <a:gd name="T4" fmla="*/ 15 w 16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" y="0"/>
                  </a:moveTo>
                  <a:cubicBezTo>
                    <a:pt x="0" y="8"/>
                    <a:pt x="11" y="10"/>
                    <a:pt x="16" y="7"/>
                  </a:cubicBezTo>
                  <a:cubicBezTo>
                    <a:pt x="13" y="3"/>
                    <a:pt x="7" y="2"/>
                    <a:pt x="2" y="1"/>
                  </a:cubicBezTo>
                </a:path>
              </a:pathLst>
            </a:custGeom>
            <a:solidFill>
              <a:srgbClr val="EA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1" name="Freeform 202">
              <a:extLst>
                <a:ext uri="{FF2B5EF4-FFF2-40B4-BE49-F238E27FC236}">
                  <a16:creationId xmlns:a16="http://schemas.microsoft.com/office/drawing/2014/main" id="{FBECB148-22BA-4214-A94A-8775B4CEC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695"/>
              <a:ext cx="60" cy="43"/>
            </a:xfrm>
            <a:custGeom>
              <a:avLst/>
              <a:gdLst>
                <a:gd name="T0" fmla="*/ 21 w 32"/>
                <a:gd name="T1" fmla="*/ 60 h 23"/>
                <a:gd name="T2" fmla="*/ 45 w 32"/>
                <a:gd name="T3" fmla="*/ 136 h 23"/>
                <a:gd name="T4" fmla="*/ 165 w 32"/>
                <a:gd name="T5" fmla="*/ 129 h 23"/>
                <a:gd name="T6" fmla="*/ 197 w 32"/>
                <a:gd name="T7" fmla="*/ 60 h 23"/>
                <a:gd name="T8" fmla="*/ 21 w 32"/>
                <a:gd name="T9" fmla="*/ 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3">
                  <a:moveTo>
                    <a:pt x="3" y="9"/>
                  </a:moveTo>
                  <a:cubicBezTo>
                    <a:pt x="0" y="13"/>
                    <a:pt x="2" y="18"/>
                    <a:pt x="7" y="21"/>
                  </a:cubicBezTo>
                  <a:cubicBezTo>
                    <a:pt x="12" y="23"/>
                    <a:pt x="19" y="23"/>
                    <a:pt x="25" y="20"/>
                  </a:cubicBezTo>
                  <a:cubicBezTo>
                    <a:pt x="31" y="17"/>
                    <a:pt x="32" y="12"/>
                    <a:pt x="30" y="9"/>
                  </a:cubicBezTo>
                  <a:cubicBezTo>
                    <a:pt x="28" y="0"/>
                    <a:pt x="8" y="0"/>
                    <a:pt x="3" y="9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12" name="Freeform 203">
              <a:extLst>
                <a:ext uri="{FF2B5EF4-FFF2-40B4-BE49-F238E27FC236}">
                  <a16:creationId xmlns:a16="http://schemas.microsoft.com/office/drawing/2014/main" id="{0806F12E-DC78-48C1-9597-F2B3533B0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711"/>
              <a:ext cx="35" cy="15"/>
            </a:xfrm>
            <a:custGeom>
              <a:avLst/>
              <a:gdLst>
                <a:gd name="T0" fmla="*/ 7 w 19"/>
                <a:gd name="T1" fmla="*/ 28 h 8"/>
                <a:gd name="T2" fmla="*/ 44 w 19"/>
                <a:gd name="T3" fmla="*/ 45 h 8"/>
                <a:gd name="T4" fmla="*/ 112 w 19"/>
                <a:gd name="T5" fmla="*/ 32 h 8"/>
                <a:gd name="T6" fmla="*/ 118 w 19"/>
                <a:gd name="T7" fmla="*/ 8 h 8"/>
                <a:gd name="T8" fmla="*/ 118 w 19"/>
                <a:gd name="T9" fmla="*/ 8 h 8"/>
                <a:gd name="T10" fmla="*/ 105 w 19"/>
                <a:gd name="T11" fmla="*/ 28 h 8"/>
                <a:gd name="T12" fmla="*/ 44 w 19"/>
                <a:gd name="T13" fmla="*/ 45 h 8"/>
                <a:gd name="T14" fmla="*/ 7 w 19"/>
                <a:gd name="T15" fmla="*/ 28 h 8"/>
                <a:gd name="T16" fmla="*/ 13 w 19"/>
                <a:gd name="T17" fmla="*/ 0 h 8"/>
                <a:gd name="T18" fmla="*/ 13 w 19"/>
                <a:gd name="T19" fmla="*/ 0 h 8"/>
                <a:gd name="T20" fmla="*/ 7 w 19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8">
                  <a:moveTo>
                    <a:pt x="1" y="4"/>
                  </a:moveTo>
                  <a:cubicBezTo>
                    <a:pt x="1" y="5"/>
                    <a:pt x="4" y="7"/>
                    <a:pt x="7" y="7"/>
                  </a:cubicBezTo>
                  <a:cubicBezTo>
                    <a:pt x="10" y="8"/>
                    <a:pt x="15" y="7"/>
                    <a:pt x="18" y="5"/>
                  </a:cubicBezTo>
                  <a:cubicBezTo>
                    <a:pt x="19" y="4"/>
                    <a:pt x="19" y="2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2"/>
                    <a:pt x="18" y="3"/>
                    <a:pt x="17" y="4"/>
                  </a:cubicBezTo>
                  <a:cubicBezTo>
                    <a:pt x="15" y="7"/>
                    <a:pt x="10" y="8"/>
                    <a:pt x="7" y="7"/>
                  </a:cubicBezTo>
                  <a:cubicBezTo>
                    <a:pt x="4" y="7"/>
                    <a:pt x="1" y="5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3" name="Freeform 204">
              <a:extLst>
                <a:ext uri="{FF2B5EF4-FFF2-40B4-BE49-F238E27FC236}">
                  <a16:creationId xmlns:a16="http://schemas.microsoft.com/office/drawing/2014/main" id="{CC3D1ED7-FB2A-4EB5-B1DB-AFBD5C6AC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773"/>
              <a:ext cx="60" cy="43"/>
            </a:xfrm>
            <a:custGeom>
              <a:avLst/>
              <a:gdLst>
                <a:gd name="T0" fmla="*/ 21 w 32"/>
                <a:gd name="T1" fmla="*/ 60 h 23"/>
                <a:gd name="T2" fmla="*/ 45 w 32"/>
                <a:gd name="T3" fmla="*/ 136 h 23"/>
                <a:gd name="T4" fmla="*/ 165 w 32"/>
                <a:gd name="T5" fmla="*/ 129 h 23"/>
                <a:gd name="T6" fmla="*/ 204 w 32"/>
                <a:gd name="T7" fmla="*/ 60 h 23"/>
                <a:gd name="T8" fmla="*/ 21 w 32"/>
                <a:gd name="T9" fmla="*/ 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3">
                  <a:moveTo>
                    <a:pt x="3" y="9"/>
                  </a:moveTo>
                  <a:cubicBezTo>
                    <a:pt x="0" y="14"/>
                    <a:pt x="2" y="18"/>
                    <a:pt x="7" y="21"/>
                  </a:cubicBezTo>
                  <a:cubicBezTo>
                    <a:pt x="12" y="23"/>
                    <a:pt x="20" y="23"/>
                    <a:pt x="25" y="20"/>
                  </a:cubicBezTo>
                  <a:cubicBezTo>
                    <a:pt x="31" y="17"/>
                    <a:pt x="32" y="13"/>
                    <a:pt x="31" y="9"/>
                  </a:cubicBezTo>
                  <a:cubicBezTo>
                    <a:pt x="28" y="1"/>
                    <a:pt x="8" y="0"/>
                    <a:pt x="3" y="9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14" name="Freeform 205">
              <a:extLst>
                <a:ext uri="{FF2B5EF4-FFF2-40B4-BE49-F238E27FC236}">
                  <a16:creationId xmlns:a16="http://schemas.microsoft.com/office/drawing/2014/main" id="{763CE23F-0DB2-482F-95D0-FCBF35271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790"/>
              <a:ext cx="36" cy="15"/>
            </a:xfrm>
            <a:custGeom>
              <a:avLst/>
              <a:gdLst>
                <a:gd name="T0" fmla="*/ 8 w 19"/>
                <a:gd name="T1" fmla="*/ 28 h 8"/>
                <a:gd name="T2" fmla="*/ 47 w 19"/>
                <a:gd name="T3" fmla="*/ 53 h 8"/>
                <a:gd name="T4" fmla="*/ 121 w 19"/>
                <a:gd name="T5" fmla="*/ 32 h 8"/>
                <a:gd name="T6" fmla="*/ 129 w 19"/>
                <a:gd name="T7" fmla="*/ 8 h 8"/>
                <a:gd name="T8" fmla="*/ 129 w 19"/>
                <a:gd name="T9" fmla="*/ 8 h 8"/>
                <a:gd name="T10" fmla="*/ 121 w 19"/>
                <a:gd name="T11" fmla="*/ 32 h 8"/>
                <a:gd name="T12" fmla="*/ 47 w 19"/>
                <a:gd name="T13" fmla="*/ 45 h 8"/>
                <a:gd name="T14" fmla="*/ 8 w 19"/>
                <a:gd name="T15" fmla="*/ 28 h 8"/>
                <a:gd name="T16" fmla="*/ 15 w 19"/>
                <a:gd name="T17" fmla="*/ 0 h 8"/>
                <a:gd name="T18" fmla="*/ 15 w 19"/>
                <a:gd name="T19" fmla="*/ 0 h 8"/>
                <a:gd name="T20" fmla="*/ 8 w 19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8">
                  <a:moveTo>
                    <a:pt x="1" y="4"/>
                  </a:moveTo>
                  <a:cubicBezTo>
                    <a:pt x="1" y="6"/>
                    <a:pt x="4" y="7"/>
                    <a:pt x="7" y="8"/>
                  </a:cubicBezTo>
                  <a:cubicBezTo>
                    <a:pt x="10" y="8"/>
                    <a:pt x="15" y="7"/>
                    <a:pt x="18" y="5"/>
                  </a:cubicBezTo>
                  <a:cubicBezTo>
                    <a:pt x="19" y="4"/>
                    <a:pt x="19" y="3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2"/>
                    <a:pt x="19" y="4"/>
                    <a:pt x="18" y="5"/>
                  </a:cubicBezTo>
                  <a:cubicBezTo>
                    <a:pt x="15" y="7"/>
                    <a:pt x="10" y="8"/>
                    <a:pt x="7" y="7"/>
                  </a:cubicBezTo>
                  <a:cubicBezTo>
                    <a:pt x="4" y="7"/>
                    <a:pt x="2" y="6"/>
                    <a:pt x="1" y="4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5" name="Freeform 206">
              <a:extLst>
                <a:ext uri="{FF2B5EF4-FFF2-40B4-BE49-F238E27FC236}">
                  <a16:creationId xmlns:a16="http://schemas.microsoft.com/office/drawing/2014/main" id="{24323AE2-FAA1-42B5-8B80-55F7466A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768"/>
              <a:ext cx="60" cy="43"/>
            </a:xfrm>
            <a:custGeom>
              <a:avLst/>
              <a:gdLst>
                <a:gd name="T0" fmla="*/ 15 w 32"/>
                <a:gd name="T1" fmla="*/ 52 h 23"/>
                <a:gd name="T2" fmla="*/ 45 w 32"/>
                <a:gd name="T3" fmla="*/ 129 h 23"/>
                <a:gd name="T4" fmla="*/ 165 w 32"/>
                <a:gd name="T5" fmla="*/ 129 h 23"/>
                <a:gd name="T6" fmla="*/ 197 w 32"/>
                <a:gd name="T7" fmla="*/ 52 h 23"/>
                <a:gd name="T8" fmla="*/ 15 w 32"/>
                <a:gd name="T9" fmla="*/ 5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3">
                  <a:moveTo>
                    <a:pt x="2" y="8"/>
                  </a:moveTo>
                  <a:cubicBezTo>
                    <a:pt x="0" y="13"/>
                    <a:pt x="2" y="18"/>
                    <a:pt x="7" y="20"/>
                  </a:cubicBezTo>
                  <a:cubicBezTo>
                    <a:pt x="12" y="23"/>
                    <a:pt x="19" y="22"/>
                    <a:pt x="25" y="20"/>
                  </a:cubicBezTo>
                  <a:cubicBezTo>
                    <a:pt x="31" y="16"/>
                    <a:pt x="32" y="12"/>
                    <a:pt x="30" y="8"/>
                  </a:cubicBezTo>
                  <a:cubicBezTo>
                    <a:pt x="28" y="0"/>
                    <a:pt x="8" y="0"/>
                    <a:pt x="2" y="8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16" name="Freeform 207">
              <a:extLst>
                <a:ext uri="{FF2B5EF4-FFF2-40B4-BE49-F238E27FC236}">
                  <a16:creationId xmlns:a16="http://schemas.microsoft.com/office/drawing/2014/main" id="{74B7CE95-B441-4267-B65C-964FEDE9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784"/>
              <a:ext cx="35" cy="15"/>
            </a:xfrm>
            <a:custGeom>
              <a:avLst/>
              <a:gdLst>
                <a:gd name="T0" fmla="*/ 0 w 19"/>
                <a:gd name="T1" fmla="*/ 21 h 8"/>
                <a:gd name="T2" fmla="*/ 44 w 19"/>
                <a:gd name="T3" fmla="*/ 45 h 8"/>
                <a:gd name="T4" fmla="*/ 105 w 19"/>
                <a:gd name="T5" fmla="*/ 28 h 8"/>
                <a:gd name="T6" fmla="*/ 118 w 19"/>
                <a:gd name="T7" fmla="*/ 8 h 8"/>
                <a:gd name="T8" fmla="*/ 118 w 19"/>
                <a:gd name="T9" fmla="*/ 8 h 8"/>
                <a:gd name="T10" fmla="*/ 105 w 19"/>
                <a:gd name="T11" fmla="*/ 28 h 8"/>
                <a:gd name="T12" fmla="*/ 44 w 19"/>
                <a:gd name="T13" fmla="*/ 45 h 8"/>
                <a:gd name="T14" fmla="*/ 7 w 19"/>
                <a:gd name="T15" fmla="*/ 21 h 8"/>
                <a:gd name="T16" fmla="*/ 13 w 19"/>
                <a:gd name="T17" fmla="*/ 0 h 8"/>
                <a:gd name="T18" fmla="*/ 13 w 19"/>
                <a:gd name="T19" fmla="*/ 0 h 8"/>
                <a:gd name="T20" fmla="*/ 0 w 19"/>
                <a:gd name="T21" fmla="*/ 21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8">
                  <a:moveTo>
                    <a:pt x="0" y="3"/>
                  </a:moveTo>
                  <a:cubicBezTo>
                    <a:pt x="1" y="5"/>
                    <a:pt x="3" y="7"/>
                    <a:pt x="7" y="7"/>
                  </a:cubicBezTo>
                  <a:cubicBezTo>
                    <a:pt x="10" y="8"/>
                    <a:pt x="15" y="7"/>
                    <a:pt x="17" y="4"/>
                  </a:cubicBezTo>
                  <a:cubicBezTo>
                    <a:pt x="19" y="3"/>
                    <a:pt x="19" y="2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2"/>
                    <a:pt x="18" y="3"/>
                    <a:pt x="17" y="4"/>
                  </a:cubicBezTo>
                  <a:cubicBezTo>
                    <a:pt x="15" y="7"/>
                    <a:pt x="10" y="8"/>
                    <a:pt x="7" y="7"/>
                  </a:cubicBezTo>
                  <a:cubicBezTo>
                    <a:pt x="4" y="7"/>
                    <a:pt x="1" y="5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7" name="Freeform 208">
              <a:extLst>
                <a:ext uri="{FF2B5EF4-FFF2-40B4-BE49-F238E27FC236}">
                  <a16:creationId xmlns:a16="http://schemas.microsoft.com/office/drawing/2014/main" id="{7A7864C8-E6C7-4FDD-847F-3C0699B40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687"/>
              <a:ext cx="53" cy="54"/>
            </a:xfrm>
            <a:custGeom>
              <a:avLst/>
              <a:gdLst>
                <a:gd name="T0" fmla="*/ 129 w 28"/>
                <a:gd name="T1" fmla="*/ 164 h 29"/>
                <a:gd name="T2" fmla="*/ 157 w 28"/>
                <a:gd name="T3" fmla="*/ 52 h 29"/>
                <a:gd name="T4" fmla="*/ 32 w 28"/>
                <a:gd name="T5" fmla="*/ 37 h 29"/>
                <a:gd name="T6" fmla="*/ 129 w 28"/>
                <a:gd name="T7" fmla="*/ 16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19" y="25"/>
                  </a:moveTo>
                  <a:cubicBezTo>
                    <a:pt x="26" y="23"/>
                    <a:pt x="28" y="15"/>
                    <a:pt x="23" y="8"/>
                  </a:cubicBezTo>
                  <a:cubicBezTo>
                    <a:pt x="19" y="2"/>
                    <a:pt x="11" y="0"/>
                    <a:pt x="5" y="6"/>
                  </a:cubicBezTo>
                  <a:cubicBezTo>
                    <a:pt x="0" y="11"/>
                    <a:pt x="7" y="29"/>
                    <a:pt x="19" y="2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18" name="Freeform 209">
              <a:extLst>
                <a:ext uri="{FF2B5EF4-FFF2-40B4-BE49-F238E27FC236}">
                  <a16:creationId xmlns:a16="http://schemas.microsoft.com/office/drawing/2014/main" id="{C158CF76-AE6F-48B8-9F72-134123FCB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04"/>
              <a:ext cx="29" cy="21"/>
            </a:xfrm>
            <a:custGeom>
              <a:avLst/>
              <a:gdLst>
                <a:gd name="T0" fmla="*/ 93 w 15"/>
                <a:gd name="T1" fmla="*/ 0 h 11"/>
                <a:gd name="T2" fmla="*/ 101 w 15"/>
                <a:gd name="T3" fmla="*/ 40 h 11"/>
                <a:gd name="T4" fmla="*/ 64 w 15"/>
                <a:gd name="T5" fmla="*/ 76 h 11"/>
                <a:gd name="T6" fmla="*/ 15 w 15"/>
                <a:gd name="T7" fmla="*/ 48 h 11"/>
                <a:gd name="T8" fmla="*/ 8 w 15"/>
                <a:gd name="T9" fmla="*/ 0 h 11"/>
                <a:gd name="T10" fmla="*/ 8 w 15"/>
                <a:gd name="T11" fmla="*/ 0 h 11"/>
                <a:gd name="T12" fmla="*/ 15 w 15"/>
                <a:gd name="T13" fmla="*/ 48 h 11"/>
                <a:gd name="T14" fmla="*/ 64 w 15"/>
                <a:gd name="T15" fmla="*/ 76 h 11"/>
                <a:gd name="T16" fmla="*/ 101 w 15"/>
                <a:gd name="T17" fmla="*/ 40 h 11"/>
                <a:gd name="T18" fmla="*/ 93 w 15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14" y="2"/>
                    <a:pt x="14" y="4"/>
                    <a:pt x="14" y="6"/>
                  </a:cubicBezTo>
                  <a:cubicBezTo>
                    <a:pt x="13" y="9"/>
                    <a:pt x="11" y="11"/>
                    <a:pt x="9" y="11"/>
                  </a:cubicBezTo>
                  <a:cubicBezTo>
                    <a:pt x="6" y="11"/>
                    <a:pt x="4" y="10"/>
                    <a:pt x="2" y="7"/>
                  </a:cubicBezTo>
                  <a:cubicBezTo>
                    <a:pt x="1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10"/>
                    <a:pt x="6" y="11"/>
                    <a:pt x="9" y="11"/>
                  </a:cubicBezTo>
                  <a:cubicBezTo>
                    <a:pt x="11" y="11"/>
                    <a:pt x="13" y="9"/>
                    <a:pt x="14" y="6"/>
                  </a:cubicBezTo>
                  <a:cubicBezTo>
                    <a:pt x="15" y="4"/>
                    <a:pt x="14" y="2"/>
                    <a:pt x="1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9" name="Freeform 210">
              <a:extLst>
                <a:ext uri="{FF2B5EF4-FFF2-40B4-BE49-F238E27FC236}">
                  <a16:creationId xmlns:a16="http://schemas.microsoft.com/office/drawing/2014/main" id="{C5E5EFDD-6131-4775-9EBB-4E9E056FC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659"/>
              <a:ext cx="58" cy="39"/>
            </a:xfrm>
            <a:custGeom>
              <a:avLst/>
              <a:gdLst>
                <a:gd name="T0" fmla="*/ 39 w 31"/>
                <a:gd name="T1" fmla="*/ 13 h 21"/>
                <a:gd name="T2" fmla="*/ 0 w 31"/>
                <a:gd name="T3" fmla="*/ 76 h 21"/>
                <a:gd name="T4" fmla="*/ 105 w 31"/>
                <a:gd name="T5" fmla="*/ 128 h 21"/>
                <a:gd name="T6" fmla="*/ 196 w 31"/>
                <a:gd name="T7" fmla="*/ 59 h 21"/>
                <a:gd name="T8" fmla="*/ 172 w 31"/>
                <a:gd name="T9" fmla="*/ 7 h 21"/>
                <a:gd name="T10" fmla="*/ 105 w 31"/>
                <a:gd name="T11" fmla="*/ 7 h 21"/>
                <a:gd name="T12" fmla="*/ 39 w 31"/>
                <a:gd name="T13" fmla="*/ 1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1">
                  <a:moveTo>
                    <a:pt x="6" y="2"/>
                  </a:moveTo>
                  <a:cubicBezTo>
                    <a:pt x="2" y="3"/>
                    <a:pt x="0" y="7"/>
                    <a:pt x="0" y="12"/>
                  </a:cubicBezTo>
                  <a:cubicBezTo>
                    <a:pt x="1" y="19"/>
                    <a:pt x="7" y="21"/>
                    <a:pt x="16" y="20"/>
                  </a:cubicBezTo>
                  <a:cubicBezTo>
                    <a:pt x="24" y="19"/>
                    <a:pt x="29" y="16"/>
                    <a:pt x="30" y="9"/>
                  </a:cubicBezTo>
                  <a:cubicBezTo>
                    <a:pt x="31" y="6"/>
                    <a:pt x="29" y="3"/>
                    <a:pt x="26" y="1"/>
                  </a:cubicBezTo>
                  <a:cubicBezTo>
                    <a:pt x="23" y="0"/>
                    <a:pt x="20" y="1"/>
                    <a:pt x="16" y="1"/>
                  </a:cubicBezTo>
                  <a:cubicBezTo>
                    <a:pt x="14" y="2"/>
                    <a:pt x="10" y="0"/>
                    <a:pt x="6" y="2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20" name="Freeform 211">
              <a:extLst>
                <a:ext uri="{FF2B5EF4-FFF2-40B4-BE49-F238E27FC236}">
                  <a16:creationId xmlns:a16="http://schemas.microsoft.com/office/drawing/2014/main" id="{0AB0C3FC-2BB5-46E8-BA93-A41D72EF8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670"/>
              <a:ext cx="35" cy="13"/>
            </a:xfrm>
            <a:custGeom>
              <a:avLst/>
              <a:gdLst>
                <a:gd name="T0" fmla="*/ 112 w 19"/>
                <a:gd name="T1" fmla="*/ 7 h 7"/>
                <a:gd name="T2" fmla="*/ 118 w 19"/>
                <a:gd name="T3" fmla="*/ 13 h 7"/>
                <a:gd name="T4" fmla="*/ 52 w 19"/>
                <a:gd name="T5" fmla="*/ 45 h 7"/>
                <a:gd name="T6" fmla="*/ 7 w 19"/>
                <a:gd name="T7" fmla="*/ 24 h 7"/>
                <a:gd name="T8" fmla="*/ 20 w 19"/>
                <a:gd name="T9" fmla="*/ 0 h 7"/>
                <a:gd name="T10" fmla="*/ 20 w 19"/>
                <a:gd name="T11" fmla="*/ 0 h 7"/>
                <a:gd name="T12" fmla="*/ 7 w 19"/>
                <a:gd name="T13" fmla="*/ 24 h 7"/>
                <a:gd name="T14" fmla="*/ 52 w 19"/>
                <a:gd name="T15" fmla="*/ 45 h 7"/>
                <a:gd name="T16" fmla="*/ 118 w 19"/>
                <a:gd name="T17" fmla="*/ 13 h 7"/>
                <a:gd name="T18" fmla="*/ 112 w 19"/>
                <a:gd name="T19" fmla="*/ 7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7">
                  <a:moveTo>
                    <a:pt x="18" y="1"/>
                  </a:moveTo>
                  <a:cubicBezTo>
                    <a:pt x="18" y="1"/>
                    <a:pt x="19" y="1"/>
                    <a:pt x="19" y="2"/>
                  </a:cubicBezTo>
                  <a:cubicBezTo>
                    <a:pt x="18" y="3"/>
                    <a:pt x="15" y="6"/>
                    <a:pt x="8" y="7"/>
                  </a:cubicBezTo>
                  <a:cubicBezTo>
                    <a:pt x="3" y="7"/>
                    <a:pt x="1" y="5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1" y="6"/>
                    <a:pt x="3" y="7"/>
                    <a:pt x="8" y="7"/>
                  </a:cubicBezTo>
                  <a:cubicBezTo>
                    <a:pt x="15" y="6"/>
                    <a:pt x="18" y="4"/>
                    <a:pt x="19" y="2"/>
                  </a:cubicBezTo>
                  <a:cubicBezTo>
                    <a:pt x="19" y="1"/>
                    <a:pt x="19" y="1"/>
                    <a:pt x="18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1" name="Freeform 212">
              <a:extLst>
                <a:ext uri="{FF2B5EF4-FFF2-40B4-BE49-F238E27FC236}">
                  <a16:creationId xmlns:a16="http://schemas.microsoft.com/office/drawing/2014/main" id="{CD7DB1A2-2D25-42DB-93D2-072A202EE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837"/>
              <a:ext cx="66" cy="40"/>
            </a:xfrm>
            <a:custGeom>
              <a:avLst/>
              <a:gdLst>
                <a:gd name="T0" fmla="*/ 202 w 35"/>
                <a:gd name="T1" fmla="*/ 40 h 21"/>
                <a:gd name="T2" fmla="*/ 107 w 3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1">
                  <a:moveTo>
                    <a:pt x="30" y="6"/>
                  </a:moveTo>
                  <a:cubicBezTo>
                    <a:pt x="35" y="21"/>
                    <a:pt x="0" y="11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2" name="Freeform 213">
              <a:extLst>
                <a:ext uri="{FF2B5EF4-FFF2-40B4-BE49-F238E27FC236}">
                  <a16:creationId xmlns:a16="http://schemas.microsoft.com/office/drawing/2014/main" id="{AE631A3D-8ACE-43D9-B702-B66D99853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597"/>
              <a:ext cx="56" cy="47"/>
            </a:xfrm>
            <a:custGeom>
              <a:avLst/>
              <a:gdLst>
                <a:gd name="T0" fmla="*/ 118 w 30"/>
                <a:gd name="T1" fmla="*/ 15 h 25"/>
                <a:gd name="T2" fmla="*/ 52 w 30"/>
                <a:gd name="T3" fmla="*/ 8 h 25"/>
                <a:gd name="T4" fmla="*/ 13 w 30"/>
                <a:gd name="T5" fmla="*/ 53 h 25"/>
                <a:gd name="T6" fmla="*/ 105 w 30"/>
                <a:gd name="T7" fmla="*/ 160 h 25"/>
                <a:gd name="T8" fmla="*/ 189 w 30"/>
                <a:gd name="T9" fmla="*/ 81 h 25"/>
                <a:gd name="T10" fmla="*/ 118 w 30"/>
                <a:gd name="T11" fmla="*/ 1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18" y="2"/>
                  </a:moveTo>
                  <a:cubicBezTo>
                    <a:pt x="14" y="1"/>
                    <a:pt x="11" y="0"/>
                    <a:pt x="8" y="1"/>
                  </a:cubicBezTo>
                  <a:cubicBezTo>
                    <a:pt x="5" y="3"/>
                    <a:pt x="2" y="5"/>
                    <a:pt x="2" y="8"/>
                  </a:cubicBezTo>
                  <a:cubicBezTo>
                    <a:pt x="0" y="15"/>
                    <a:pt x="7" y="23"/>
                    <a:pt x="16" y="24"/>
                  </a:cubicBezTo>
                  <a:cubicBezTo>
                    <a:pt x="25" y="25"/>
                    <a:pt x="30" y="17"/>
                    <a:pt x="29" y="12"/>
                  </a:cubicBezTo>
                  <a:cubicBezTo>
                    <a:pt x="27" y="7"/>
                    <a:pt x="25" y="5"/>
                    <a:pt x="18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23" name="Freeform 214">
              <a:extLst>
                <a:ext uri="{FF2B5EF4-FFF2-40B4-BE49-F238E27FC236}">
                  <a16:creationId xmlns:a16="http://schemas.microsoft.com/office/drawing/2014/main" id="{100A93BB-1876-46FE-99EE-FD8ED4AF6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609"/>
              <a:ext cx="30" cy="24"/>
            </a:xfrm>
            <a:custGeom>
              <a:avLst/>
              <a:gdLst>
                <a:gd name="T0" fmla="*/ 99 w 16"/>
                <a:gd name="T1" fmla="*/ 24 h 13"/>
                <a:gd name="T2" fmla="*/ 99 w 16"/>
                <a:gd name="T3" fmla="*/ 61 h 13"/>
                <a:gd name="T4" fmla="*/ 32 w 16"/>
                <a:gd name="T5" fmla="*/ 61 h 13"/>
                <a:gd name="T6" fmla="*/ 0 w 16"/>
                <a:gd name="T7" fmla="*/ 31 h 13"/>
                <a:gd name="T8" fmla="*/ 15 w 16"/>
                <a:gd name="T9" fmla="*/ 0 h 13"/>
                <a:gd name="T10" fmla="*/ 15 w 16"/>
                <a:gd name="T11" fmla="*/ 0 h 13"/>
                <a:gd name="T12" fmla="*/ 0 w 16"/>
                <a:gd name="T13" fmla="*/ 31 h 13"/>
                <a:gd name="T14" fmla="*/ 32 w 16"/>
                <a:gd name="T15" fmla="*/ 68 h 13"/>
                <a:gd name="T16" fmla="*/ 99 w 16"/>
                <a:gd name="T17" fmla="*/ 61 h 13"/>
                <a:gd name="T18" fmla="*/ 99 w 16"/>
                <a:gd name="T19" fmla="*/ 2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5" y="4"/>
                  </a:moveTo>
                  <a:cubicBezTo>
                    <a:pt x="16" y="6"/>
                    <a:pt x="16" y="8"/>
                    <a:pt x="15" y="10"/>
                  </a:cubicBezTo>
                  <a:cubicBezTo>
                    <a:pt x="13" y="12"/>
                    <a:pt x="10" y="13"/>
                    <a:pt x="5" y="10"/>
                  </a:cubicBezTo>
                  <a:cubicBezTo>
                    <a:pt x="1" y="8"/>
                    <a:pt x="1" y="6"/>
                    <a:pt x="0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6"/>
                    <a:pt x="1" y="9"/>
                    <a:pt x="5" y="11"/>
                  </a:cubicBezTo>
                  <a:cubicBezTo>
                    <a:pt x="10" y="13"/>
                    <a:pt x="13" y="12"/>
                    <a:pt x="15" y="10"/>
                  </a:cubicBezTo>
                  <a:cubicBezTo>
                    <a:pt x="16" y="8"/>
                    <a:pt x="16" y="6"/>
                    <a:pt x="15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4" name="Freeform 215">
              <a:extLst>
                <a:ext uri="{FF2B5EF4-FFF2-40B4-BE49-F238E27FC236}">
                  <a16:creationId xmlns:a16="http://schemas.microsoft.com/office/drawing/2014/main" id="{11C9D7E3-4B48-4620-84C1-9A9DFD217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3017"/>
              <a:ext cx="37" cy="44"/>
            </a:xfrm>
            <a:custGeom>
              <a:avLst/>
              <a:gdLst>
                <a:gd name="T0" fmla="*/ 113 w 20"/>
                <a:gd name="T1" fmla="*/ 94 h 24"/>
                <a:gd name="T2" fmla="*/ 120 w 20"/>
                <a:gd name="T3" fmla="*/ 44 h 24"/>
                <a:gd name="T4" fmla="*/ 81 w 20"/>
                <a:gd name="T5" fmla="*/ 13 h 24"/>
                <a:gd name="T6" fmla="*/ 7 w 20"/>
                <a:gd name="T7" fmla="*/ 73 h 24"/>
                <a:gd name="T8" fmla="*/ 65 w 20"/>
                <a:gd name="T9" fmla="*/ 141 h 24"/>
                <a:gd name="T10" fmla="*/ 113 w 20"/>
                <a:gd name="T11" fmla="*/ 9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15"/>
                  </a:moveTo>
                  <a:cubicBezTo>
                    <a:pt x="19" y="12"/>
                    <a:pt x="20" y="9"/>
                    <a:pt x="19" y="7"/>
                  </a:cubicBezTo>
                  <a:cubicBezTo>
                    <a:pt x="18" y="4"/>
                    <a:pt x="16" y="2"/>
                    <a:pt x="13" y="2"/>
                  </a:cubicBezTo>
                  <a:cubicBezTo>
                    <a:pt x="8" y="0"/>
                    <a:pt x="1" y="5"/>
                    <a:pt x="1" y="12"/>
                  </a:cubicBezTo>
                  <a:cubicBezTo>
                    <a:pt x="0" y="19"/>
                    <a:pt x="5" y="24"/>
                    <a:pt x="10" y="23"/>
                  </a:cubicBezTo>
                  <a:cubicBezTo>
                    <a:pt x="14" y="22"/>
                    <a:pt x="15" y="20"/>
                    <a:pt x="18" y="1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25" name="Freeform 216">
              <a:extLst>
                <a:ext uri="{FF2B5EF4-FFF2-40B4-BE49-F238E27FC236}">
                  <a16:creationId xmlns:a16="http://schemas.microsoft.com/office/drawing/2014/main" id="{232D94DE-0094-45A4-A1D4-31D885689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3028"/>
              <a:ext cx="19" cy="24"/>
            </a:xfrm>
            <a:custGeom>
              <a:avLst/>
              <a:gdLst>
                <a:gd name="T0" fmla="*/ 40 w 10"/>
                <a:gd name="T1" fmla="*/ 68 h 13"/>
                <a:gd name="T2" fmla="*/ 15 w 10"/>
                <a:gd name="T3" fmla="*/ 68 h 13"/>
                <a:gd name="T4" fmla="*/ 15 w 10"/>
                <a:gd name="T5" fmla="*/ 24 h 13"/>
                <a:gd name="T6" fmla="*/ 40 w 10"/>
                <a:gd name="T7" fmla="*/ 0 h 13"/>
                <a:gd name="T8" fmla="*/ 68 w 10"/>
                <a:gd name="T9" fmla="*/ 13 h 13"/>
                <a:gd name="T10" fmla="*/ 68 w 10"/>
                <a:gd name="T11" fmla="*/ 13 h 13"/>
                <a:gd name="T12" fmla="*/ 40 w 10"/>
                <a:gd name="T13" fmla="*/ 0 h 13"/>
                <a:gd name="T14" fmla="*/ 15 w 10"/>
                <a:gd name="T15" fmla="*/ 24 h 13"/>
                <a:gd name="T16" fmla="*/ 15 w 10"/>
                <a:gd name="T17" fmla="*/ 68 h 13"/>
                <a:gd name="T18" fmla="*/ 40 w 10"/>
                <a:gd name="T19" fmla="*/ 6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6" y="11"/>
                  </a:moveTo>
                  <a:cubicBezTo>
                    <a:pt x="5" y="12"/>
                    <a:pt x="3" y="12"/>
                    <a:pt x="2" y="11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7"/>
                    <a:pt x="0" y="10"/>
                    <a:pt x="2" y="11"/>
                  </a:cubicBezTo>
                  <a:cubicBezTo>
                    <a:pt x="3" y="13"/>
                    <a:pt x="5" y="13"/>
                    <a:pt x="6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6" name="Freeform 217">
              <a:extLst>
                <a:ext uri="{FF2B5EF4-FFF2-40B4-BE49-F238E27FC236}">
                  <a16:creationId xmlns:a16="http://schemas.microsoft.com/office/drawing/2014/main" id="{8DED49C0-F6F5-4841-94A5-DC9D52B9A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045"/>
              <a:ext cx="37" cy="45"/>
            </a:xfrm>
            <a:custGeom>
              <a:avLst/>
              <a:gdLst>
                <a:gd name="T0" fmla="*/ 113 w 20"/>
                <a:gd name="T1" fmla="*/ 92 h 24"/>
                <a:gd name="T2" fmla="*/ 120 w 20"/>
                <a:gd name="T3" fmla="*/ 39 h 24"/>
                <a:gd name="T4" fmla="*/ 89 w 20"/>
                <a:gd name="T5" fmla="*/ 8 h 24"/>
                <a:gd name="T6" fmla="*/ 7 w 20"/>
                <a:gd name="T7" fmla="*/ 81 h 24"/>
                <a:gd name="T8" fmla="*/ 65 w 20"/>
                <a:gd name="T9" fmla="*/ 152 h 24"/>
                <a:gd name="T10" fmla="*/ 113 w 20"/>
                <a:gd name="T11" fmla="*/ 9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14"/>
                  </a:moveTo>
                  <a:cubicBezTo>
                    <a:pt x="19" y="11"/>
                    <a:pt x="20" y="9"/>
                    <a:pt x="19" y="6"/>
                  </a:cubicBezTo>
                  <a:cubicBezTo>
                    <a:pt x="18" y="4"/>
                    <a:pt x="16" y="2"/>
                    <a:pt x="14" y="1"/>
                  </a:cubicBezTo>
                  <a:cubicBezTo>
                    <a:pt x="8" y="0"/>
                    <a:pt x="2" y="5"/>
                    <a:pt x="1" y="12"/>
                  </a:cubicBezTo>
                  <a:cubicBezTo>
                    <a:pt x="0" y="19"/>
                    <a:pt x="6" y="24"/>
                    <a:pt x="10" y="23"/>
                  </a:cubicBezTo>
                  <a:cubicBezTo>
                    <a:pt x="14" y="21"/>
                    <a:pt x="15" y="20"/>
                    <a:pt x="18" y="1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27" name="Freeform 218">
              <a:extLst>
                <a:ext uri="{FF2B5EF4-FFF2-40B4-BE49-F238E27FC236}">
                  <a16:creationId xmlns:a16="http://schemas.microsoft.com/office/drawing/2014/main" id="{9233D58E-38C1-4E17-A3A6-AEB4E8DF0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3056"/>
              <a:ext cx="19" cy="22"/>
            </a:xfrm>
            <a:custGeom>
              <a:avLst/>
              <a:gdLst>
                <a:gd name="T0" fmla="*/ 48 w 10"/>
                <a:gd name="T1" fmla="*/ 68 h 12"/>
                <a:gd name="T2" fmla="*/ 15 w 10"/>
                <a:gd name="T3" fmla="*/ 68 h 12"/>
                <a:gd name="T4" fmla="*/ 15 w 10"/>
                <a:gd name="T5" fmla="*/ 24 h 12"/>
                <a:gd name="T6" fmla="*/ 48 w 10"/>
                <a:gd name="T7" fmla="*/ 0 h 12"/>
                <a:gd name="T8" fmla="*/ 68 w 10"/>
                <a:gd name="T9" fmla="*/ 7 h 12"/>
                <a:gd name="T10" fmla="*/ 68 w 10"/>
                <a:gd name="T11" fmla="*/ 7 h 12"/>
                <a:gd name="T12" fmla="*/ 48 w 10"/>
                <a:gd name="T13" fmla="*/ 0 h 12"/>
                <a:gd name="T14" fmla="*/ 15 w 10"/>
                <a:gd name="T15" fmla="*/ 20 h 12"/>
                <a:gd name="T16" fmla="*/ 15 w 10"/>
                <a:gd name="T17" fmla="*/ 68 h 12"/>
                <a:gd name="T18" fmla="*/ 48 w 10"/>
                <a:gd name="T19" fmla="*/ 6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7" y="11"/>
                  </a:moveTo>
                  <a:cubicBezTo>
                    <a:pt x="5" y="12"/>
                    <a:pt x="3" y="12"/>
                    <a:pt x="2" y="11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4" y="1"/>
                    <a:pt x="5" y="0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0"/>
                    <a:pt x="3" y="0"/>
                    <a:pt x="2" y="3"/>
                  </a:cubicBezTo>
                  <a:cubicBezTo>
                    <a:pt x="0" y="7"/>
                    <a:pt x="1" y="10"/>
                    <a:pt x="2" y="11"/>
                  </a:cubicBezTo>
                  <a:cubicBezTo>
                    <a:pt x="3" y="12"/>
                    <a:pt x="5" y="12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8" name="Freeform 219">
              <a:extLst>
                <a:ext uri="{FF2B5EF4-FFF2-40B4-BE49-F238E27FC236}">
                  <a16:creationId xmlns:a16="http://schemas.microsoft.com/office/drawing/2014/main" id="{996D9C7A-0D05-4583-B738-A3B588E7E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493"/>
              <a:ext cx="35" cy="44"/>
            </a:xfrm>
            <a:custGeom>
              <a:avLst/>
              <a:gdLst>
                <a:gd name="T0" fmla="*/ 105 w 19"/>
                <a:gd name="T1" fmla="*/ 88 h 24"/>
                <a:gd name="T2" fmla="*/ 112 w 19"/>
                <a:gd name="T3" fmla="*/ 37 h 24"/>
                <a:gd name="T4" fmla="*/ 81 w 19"/>
                <a:gd name="T5" fmla="*/ 7 h 24"/>
                <a:gd name="T6" fmla="*/ 0 w 19"/>
                <a:gd name="T7" fmla="*/ 73 h 24"/>
                <a:gd name="T8" fmla="*/ 57 w 19"/>
                <a:gd name="T9" fmla="*/ 141 h 24"/>
                <a:gd name="T10" fmla="*/ 105 w 19"/>
                <a:gd name="T11" fmla="*/ 8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4"/>
                  </a:moveTo>
                  <a:cubicBezTo>
                    <a:pt x="19" y="11"/>
                    <a:pt x="19" y="9"/>
                    <a:pt x="18" y="6"/>
                  </a:cubicBezTo>
                  <a:cubicBezTo>
                    <a:pt x="17" y="4"/>
                    <a:pt x="16" y="2"/>
                    <a:pt x="13" y="1"/>
                  </a:cubicBezTo>
                  <a:cubicBezTo>
                    <a:pt x="7" y="0"/>
                    <a:pt x="1" y="5"/>
                    <a:pt x="0" y="12"/>
                  </a:cubicBezTo>
                  <a:cubicBezTo>
                    <a:pt x="0" y="19"/>
                    <a:pt x="5" y="24"/>
                    <a:pt x="9" y="23"/>
                  </a:cubicBezTo>
                  <a:cubicBezTo>
                    <a:pt x="13" y="21"/>
                    <a:pt x="15" y="20"/>
                    <a:pt x="17" y="1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29" name="Freeform 220">
              <a:extLst>
                <a:ext uri="{FF2B5EF4-FFF2-40B4-BE49-F238E27FC236}">
                  <a16:creationId xmlns:a16="http://schemas.microsoft.com/office/drawing/2014/main" id="{D4718F1B-F8D8-4A43-91A1-428AA0E0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504"/>
              <a:ext cx="19" cy="22"/>
            </a:xfrm>
            <a:custGeom>
              <a:avLst/>
              <a:gdLst>
                <a:gd name="T0" fmla="*/ 48 w 10"/>
                <a:gd name="T1" fmla="*/ 68 h 12"/>
                <a:gd name="T2" fmla="*/ 21 w 10"/>
                <a:gd name="T3" fmla="*/ 68 h 12"/>
                <a:gd name="T4" fmla="*/ 15 w 10"/>
                <a:gd name="T5" fmla="*/ 24 h 12"/>
                <a:gd name="T6" fmla="*/ 48 w 10"/>
                <a:gd name="T7" fmla="*/ 0 h 12"/>
                <a:gd name="T8" fmla="*/ 68 w 10"/>
                <a:gd name="T9" fmla="*/ 7 h 12"/>
                <a:gd name="T10" fmla="*/ 68 w 10"/>
                <a:gd name="T11" fmla="*/ 7 h 12"/>
                <a:gd name="T12" fmla="*/ 48 w 10"/>
                <a:gd name="T13" fmla="*/ 0 h 12"/>
                <a:gd name="T14" fmla="*/ 15 w 10"/>
                <a:gd name="T15" fmla="*/ 20 h 12"/>
                <a:gd name="T16" fmla="*/ 21 w 10"/>
                <a:gd name="T17" fmla="*/ 68 h 12"/>
                <a:gd name="T18" fmla="*/ 48 w 10"/>
                <a:gd name="T19" fmla="*/ 6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7" y="11"/>
                  </a:moveTo>
                  <a:cubicBezTo>
                    <a:pt x="5" y="12"/>
                    <a:pt x="4" y="12"/>
                    <a:pt x="3" y="11"/>
                  </a:cubicBezTo>
                  <a:cubicBezTo>
                    <a:pt x="1" y="10"/>
                    <a:pt x="1" y="7"/>
                    <a:pt x="2" y="4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8" y="0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8" y="0"/>
                    <a:pt x="7" y="0"/>
                  </a:cubicBezTo>
                  <a:cubicBezTo>
                    <a:pt x="6" y="0"/>
                    <a:pt x="4" y="0"/>
                    <a:pt x="2" y="3"/>
                  </a:cubicBezTo>
                  <a:cubicBezTo>
                    <a:pt x="0" y="7"/>
                    <a:pt x="1" y="10"/>
                    <a:pt x="3" y="11"/>
                  </a:cubicBezTo>
                  <a:cubicBezTo>
                    <a:pt x="4" y="12"/>
                    <a:pt x="5" y="12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0" name="Freeform 221">
              <a:extLst>
                <a:ext uri="{FF2B5EF4-FFF2-40B4-BE49-F238E27FC236}">
                  <a16:creationId xmlns:a16="http://schemas.microsoft.com/office/drawing/2014/main" id="{590806DC-F109-460A-8835-DBDB4D5E8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502"/>
              <a:ext cx="52" cy="52"/>
            </a:xfrm>
            <a:custGeom>
              <a:avLst/>
              <a:gdLst>
                <a:gd name="T0" fmla="*/ 104 w 28"/>
                <a:gd name="T1" fmla="*/ 13 h 28"/>
                <a:gd name="T2" fmla="*/ 59 w 28"/>
                <a:gd name="T3" fmla="*/ 0 h 28"/>
                <a:gd name="T4" fmla="*/ 37 w 28"/>
                <a:gd name="T5" fmla="*/ 113 h 28"/>
                <a:gd name="T6" fmla="*/ 156 w 28"/>
                <a:gd name="T7" fmla="*/ 165 h 28"/>
                <a:gd name="T8" fmla="*/ 173 w 28"/>
                <a:gd name="T9" fmla="*/ 104 h 28"/>
                <a:gd name="T10" fmla="*/ 134 w 28"/>
                <a:gd name="T11" fmla="*/ 52 h 28"/>
                <a:gd name="T12" fmla="*/ 104 w 28"/>
                <a:gd name="T13" fmla="*/ 13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16" y="2"/>
                  </a:moveTo>
                  <a:cubicBezTo>
                    <a:pt x="14" y="0"/>
                    <a:pt x="11" y="0"/>
                    <a:pt x="9" y="0"/>
                  </a:cubicBezTo>
                  <a:cubicBezTo>
                    <a:pt x="0" y="1"/>
                    <a:pt x="0" y="11"/>
                    <a:pt x="6" y="18"/>
                  </a:cubicBezTo>
                  <a:cubicBezTo>
                    <a:pt x="11" y="26"/>
                    <a:pt x="20" y="28"/>
                    <a:pt x="24" y="26"/>
                  </a:cubicBezTo>
                  <a:cubicBezTo>
                    <a:pt x="28" y="24"/>
                    <a:pt x="28" y="20"/>
                    <a:pt x="27" y="16"/>
                  </a:cubicBezTo>
                  <a:cubicBezTo>
                    <a:pt x="26" y="13"/>
                    <a:pt x="23" y="10"/>
                    <a:pt x="21" y="8"/>
                  </a:cubicBezTo>
                  <a:cubicBezTo>
                    <a:pt x="20" y="6"/>
                    <a:pt x="18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31" name="Freeform 222">
              <a:extLst>
                <a:ext uri="{FF2B5EF4-FFF2-40B4-BE49-F238E27FC236}">
                  <a16:creationId xmlns:a16="http://schemas.microsoft.com/office/drawing/2014/main" id="{6ED9595B-E850-4816-9B8B-039B48B4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515"/>
              <a:ext cx="24" cy="26"/>
            </a:xfrm>
            <a:custGeom>
              <a:avLst/>
              <a:gdLst>
                <a:gd name="T0" fmla="*/ 7 w 13"/>
                <a:gd name="T1" fmla="*/ 7 h 14"/>
                <a:gd name="T2" fmla="*/ 13 w 13"/>
                <a:gd name="T3" fmla="*/ 37 h 14"/>
                <a:gd name="T4" fmla="*/ 57 w 13"/>
                <a:gd name="T5" fmla="*/ 89 h 14"/>
                <a:gd name="T6" fmla="*/ 81 w 13"/>
                <a:gd name="T7" fmla="*/ 84 h 14"/>
                <a:gd name="T8" fmla="*/ 81 w 13"/>
                <a:gd name="T9" fmla="*/ 84 h 14"/>
                <a:gd name="T10" fmla="*/ 57 w 13"/>
                <a:gd name="T11" fmla="*/ 84 h 14"/>
                <a:gd name="T12" fmla="*/ 13 w 13"/>
                <a:gd name="T13" fmla="*/ 37 h 14"/>
                <a:gd name="T14" fmla="*/ 7 w 13"/>
                <a:gd name="T15" fmla="*/ 7 h 14"/>
                <a:gd name="T16" fmla="*/ 24 w 13"/>
                <a:gd name="T17" fmla="*/ 0 h 14"/>
                <a:gd name="T18" fmla="*/ 24 w 13"/>
                <a:gd name="T19" fmla="*/ 0 h 14"/>
                <a:gd name="T20" fmla="*/ 7 w 13"/>
                <a:gd name="T21" fmla="*/ 7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4">
                  <a:moveTo>
                    <a:pt x="1" y="1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10"/>
                    <a:pt x="7" y="13"/>
                    <a:pt x="9" y="14"/>
                  </a:cubicBezTo>
                  <a:cubicBezTo>
                    <a:pt x="11" y="14"/>
                    <a:pt x="12" y="14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4"/>
                    <a:pt x="11" y="14"/>
                    <a:pt x="9" y="13"/>
                  </a:cubicBezTo>
                  <a:cubicBezTo>
                    <a:pt x="7" y="13"/>
                    <a:pt x="4" y="10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2" name="Freeform 223">
              <a:extLst>
                <a:ext uri="{FF2B5EF4-FFF2-40B4-BE49-F238E27FC236}">
                  <a16:creationId xmlns:a16="http://schemas.microsoft.com/office/drawing/2014/main" id="{1EE8D982-C3AF-4DBB-913B-CCD43A8E9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562"/>
              <a:ext cx="43" cy="60"/>
            </a:xfrm>
            <a:custGeom>
              <a:avLst/>
              <a:gdLst>
                <a:gd name="T0" fmla="*/ 97 w 23"/>
                <a:gd name="T1" fmla="*/ 21 h 32"/>
                <a:gd name="T2" fmla="*/ 21 w 23"/>
                <a:gd name="T3" fmla="*/ 45 h 32"/>
                <a:gd name="T4" fmla="*/ 13 w 23"/>
                <a:gd name="T5" fmla="*/ 158 h 32"/>
                <a:gd name="T6" fmla="*/ 84 w 23"/>
                <a:gd name="T7" fmla="*/ 204 h 32"/>
                <a:gd name="T8" fmla="*/ 97 w 23"/>
                <a:gd name="T9" fmla="*/ 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15" y="3"/>
                  </a:moveTo>
                  <a:cubicBezTo>
                    <a:pt x="10" y="0"/>
                    <a:pt x="6" y="2"/>
                    <a:pt x="3" y="7"/>
                  </a:cubicBezTo>
                  <a:cubicBezTo>
                    <a:pt x="0" y="11"/>
                    <a:pt x="0" y="19"/>
                    <a:pt x="2" y="24"/>
                  </a:cubicBezTo>
                  <a:cubicBezTo>
                    <a:pt x="5" y="31"/>
                    <a:pt x="9" y="32"/>
                    <a:pt x="13" y="31"/>
                  </a:cubicBezTo>
                  <a:cubicBezTo>
                    <a:pt x="21" y="29"/>
                    <a:pt x="23" y="9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33" name="Freeform 224">
              <a:extLst>
                <a:ext uri="{FF2B5EF4-FFF2-40B4-BE49-F238E27FC236}">
                  <a16:creationId xmlns:a16="http://schemas.microsoft.com/office/drawing/2014/main" id="{D2912D9B-CCE7-4979-B8E2-5D7AFF864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73"/>
              <a:ext cx="15" cy="36"/>
            </a:xfrm>
            <a:custGeom>
              <a:avLst/>
              <a:gdLst>
                <a:gd name="T0" fmla="*/ 32 w 8"/>
                <a:gd name="T1" fmla="*/ 8 h 19"/>
                <a:gd name="T2" fmla="*/ 0 w 8"/>
                <a:gd name="T3" fmla="*/ 47 h 19"/>
                <a:gd name="T4" fmla="*/ 21 w 8"/>
                <a:gd name="T5" fmla="*/ 121 h 19"/>
                <a:gd name="T6" fmla="*/ 39 w 8"/>
                <a:gd name="T7" fmla="*/ 129 h 19"/>
                <a:gd name="T8" fmla="*/ 39 w 8"/>
                <a:gd name="T9" fmla="*/ 129 h 19"/>
                <a:gd name="T10" fmla="*/ 21 w 8"/>
                <a:gd name="T11" fmla="*/ 116 h 19"/>
                <a:gd name="T12" fmla="*/ 8 w 8"/>
                <a:gd name="T13" fmla="*/ 47 h 19"/>
                <a:gd name="T14" fmla="*/ 32 w 8"/>
                <a:gd name="T15" fmla="*/ 8 h 19"/>
                <a:gd name="T16" fmla="*/ 53 w 8"/>
                <a:gd name="T17" fmla="*/ 15 h 19"/>
                <a:gd name="T18" fmla="*/ 53 w 8"/>
                <a:gd name="T19" fmla="*/ 15 h 19"/>
                <a:gd name="T20" fmla="*/ 32 w 8"/>
                <a:gd name="T21" fmla="*/ 8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9">
                  <a:moveTo>
                    <a:pt x="5" y="1"/>
                  </a:moveTo>
                  <a:cubicBezTo>
                    <a:pt x="3" y="1"/>
                    <a:pt x="1" y="3"/>
                    <a:pt x="0" y="7"/>
                  </a:cubicBezTo>
                  <a:cubicBezTo>
                    <a:pt x="0" y="10"/>
                    <a:pt x="0" y="15"/>
                    <a:pt x="3" y="18"/>
                  </a:cubicBezTo>
                  <a:cubicBezTo>
                    <a:pt x="4" y="19"/>
                    <a:pt x="5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4" y="19"/>
                    <a:pt x="3" y="17"/>
                  </a:cubicBezTo>
                  <a:cubicBezTo>
                    <a:pt x="0" y="15"/>
                    <a:pt x="0" y="10"/>
                    <a:pt x="1" y="7"/>
                  </a:cubicBezTo>
                  <a:cubicBezTo>
                    <a:pt x="1" y="4"/>
                    <a:pt x="3" y="1"/>
                    <a:pt x="5" y="1"/>
                  </a:cubicBezTo>
                  <a:cubicBezTo>
                    <a:pt x="6" y="1"/>
                    <a:pt x="7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1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4" name="Freeform 225">
              <a:extLst>
                <a:ext uri="{FF2B5EF4-FFF2-40B4-BE49-F238E27FC236}">
                  <a16:creationId xmlns:a16="http://schemas.microsoft.com/office/drawing/2014/main" id="{B46F2FEE-6821-46C0-8A70-0C234E850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680"/>
              <a:ext cx="52" cy="54"/>
            </a:xfrm>
            <a:custGeom>
              <a:avLst/>
              <a:gdLst>
                <a:gd name="T0" fmla="*/ 180 w 28"/>
                <a:gd name="T1" fmla="*/ 52 h 29"/>
                <a:gd name="T2" fmla="*/ 110 w 28"/>
                <a:gd name="T3" fmla="*/ 7 h 29"/>
                <a:gd name="T4" fmla="*/ 20 w 28"/>
                <a:gd name="T5" fmla="*/ 76 h 29"/>
                <a:gd name="T6" fmla="*/ 32 w 28"/>
                <a:gd name="T7" fmla="*/ 156 h 29"/>
                <a:gd name="T8" fmla="*/ 180 w 28"/>
                <a:gd name="T9" fmla="*/ 5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28" y="8"/>
                  </a:moveTo>
                  <a:cubicBezTo>
                    <a:pt x="27" y="2"/>
                    <a:pt x="22" y="0"/>
                    <a:pt x="17" y="1"/>
                  </a:cubicBezTo>
                  <a:cubicBezTo>
                    <a:pt x="11" y="1"/>
                    <a:pt x="6" y="6"/>
                    <a:pt x="3" y="12"/>
                  </a:cubicBezTo>
                  <a:cubicBezTo>
                    <a:pt x="0" y="18"/>
                    <a:pt x="2" y="22"/>
                    <a:pt x="5" y="24"/>
                  </a:cubicBezTo>
                  <a:cubicBezTo>
                    <a:pt x="12" y="29"/>
                    <a:pt x="28" y="18"/>
                    <a:pt x="28" y="8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35" name="Freeform 226">
              <a:extLst>
                <a:ext uri="{FF2B5EF4-FFF2-40B4-BE49-F238E27FC236}">
                  <a16:creationId xmlns:a16="http://schemas.microsoft.com/office/drawing/2014/main" id="{C5C7DA58-6DAD-4A45-A96F-97895F0FF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691"/>
              <a:ext cx="30" cy="26"/>
            </a:xfrm>
            <a:custGeom>
              <a:avLst/>
              <a:gdLst>
                <a:gd name="T0" fmla="*/ 99 w 16"/>
                <a:gd name="T1" fmla="*/ 7 h 14"/>
                <a:gd name="T2" fmla="*/ 53 w 16"/>
                <a:gd name="T3" fmla="*/ 7 h 14"/>
                <a:gd name="T4" fmla="*/ 8 w 16"/>
                <a:gd name="T5" fmla="*/ 65 h 14"/>
                <a:gd name="T6" fmla="*/ 15 w 16"/>
                <a:gd name="T7" fmla="*/ 89 h 14"/>
                <a:gd name="T8" fmla="*/ 15 w 16"/>
                <a:gd name="T9" fmla="*/ 89 h 14"/>
                <a:gd name="T10" fmla="*/ 8 w 16"/>
                <a:gd name="T11" fmla="*/ 65 h 14"/>
                <a:gd name="T12" fmla="*/ 53 w 16"/>
                <a:gd name="T13" fmla="*/ 13 h 14"/>
                <a:gd name="T14" fmla="*/ 99 w 16"/>
                <a:gd name="T15" fmla="*/ 7 h 14"/>
                <a:gd name="T16" fmla="*/ 105 w 16"/>
                <a:gd name="T17" fmla="*/ 24 h 14"/>
                <a:gd name="T18" fmla="*/ 105 w 16"/>
                <a:gd name="T19" fmla="*/ 24 h 14"/>
                <a:gd name="T20" fmla="*/ 99 w 16"/>
                <a:gd name="T21" fmla="*/ 7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4">
                  <a:moveTo>
                    <a:pt x="15" y="1"/>
                  </a:moveTo>
                  <a:cubicBezTo>
                    <a:pt x="13" y="0"/>
                    <a:pt x="11" y="0"/>
                    <a:pt x="8" y="1"/>
                  </a:cubicBezTo>
                  <a:cubicBezTo>
                    <a:pt x="5" y="3"/>
                    <a:pt x="1" y="7"/>
                    <a:pt x="1" y="10"/>
                  </a:cubicBezTo>
                  <a:cubicBezTo>
                    <a:pt x="0" y="11"/>
                    <a:pt x="1" y="13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3"/>
                    <a:pt x="1" y="11"/>
                    <a:pt x="1" y="10"/>
                  </a:cubicBezTo>
                  <a:cubicBezTo>
                    <a:pt x="1" y="7"/>
                    <a:pt x="5" y="3"/>
                    <a:pt x="8" y="2"/>
                  </a:cubicBezTo>
                  <a:cubicBezTo>
                    <a:pt x="11" y="0"/>
                    <a:pt x="13" y="0"/>
                    <a:pt x="15" y="1"/>
                  </a:cubicBezTo>
                  <a:cubicBezTo>
                    <a:pt x="16" y="2"/>
                    <a:pt x="16" y="3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3"/>
                    <a:pt x="16" y="1"/>
                    <a:pt x="15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6" name="Freeform 227">
              <a:extLst>
                <a:ext uri="{FF2B5EF4-FFF2-40B4-BE49-F238E27FC236}">
                  <a16:creationId xmlns:a16="http://schemas.microsoft.com/office/drawing/2014/main" id="{39CE4A98-E03E-40F9-9EE9-6FA388A80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624"/>
              <a:ext cx="49" cy="56"/>
            </a:xfrm>
            <a:custGeom>
              <a:avLst/>
              <a:gdLst>
                <a:gd name="T0" fmla="*/ 68 w 26"/>
                <a:gd name="T1" fmla="*/ 0 h 30"/>
                <a:gd name="T2" fmla="*/ 0 w 26"/>
                <a:gd name="T3" fmla="*/ 60 h 30"/>
                <a:gd name="T4" fmla="*/ 47 w 26"/>
                <a:gd name="T5" fmla="*/ 164 h 30"/>
                <a:gd name="T6" fmla="*/ 136 w 26"/>
                <a:gd name="T7" fmla="*/ 174 h 30"/>
                <a:gd name="T8" fmla="*/ 68 w 2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10" y="0"/>
                  </a:moveTo>
                  <a:cubicBezTo>
                    <a:pt x="5" y="0"/>
                    <a:pt x="1" y="3"/>
                    <a:pt x="0" y="9"/>
                  </a:cubicBezTo>
                  <a:cubicBezTo>
                    <a:pt x="0" y="14"/>
                    <a:pt x="3" y="21"/>
                    <a:pt x="7" y="25"/>
                  </a:cubicBezTo>
                  <a:cubicBezTo>
                    <a:pt x="12" y="30"/>
                    <a:pt x="17" y="29"/>
                    <a:pt x="20" y="27"/>
                  </a:cubicBezTo>
                  <a:cubicBezTo>
                    <a:pt x="26" y="21"/>
                    <a:pt x="20" y="2"/>
                    <a:pt x="10" y="0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37" name="Freeform 228">
              <a:extLst>
                <a:ext uri="{FF2B5EF4-FFF2-40B4-BE49-F238E27FC236}">
                  <a16:creationId xmlns:a16="http://schemas.microsoft.com/office/drawing/2014/main" id="{F89EADAF-A268-4357-96A6-53F83F1E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633"/>
              <a:ext cx="19" cy="32"/>
            </a:xfrm>
            <a:custGeom>
              <a:avLst/>
              <a:gdLst>
                <a:gd name="T0" fmla="*/ 15 w 10"/>
                <a:gd name="T1" fmla="*/ 8 h 17"/>
                <a:gd name="T2" fmla="*/ 0 w 10"/>
                <a:gd name="T3" fmla="*/ 53 h 17"/>
                <a:gd name="T4" fmla="*/ 48 w 10"/>
                <a:gd name="T5" fmla="*/ 113 h 17"/>
                <a:gd name="T6" fmla="*/ 68 w 10"/>
                <a:gd name="T7" fmla="*/ 113 h 17"/>
                <a:gd name="T8" fmla="*/ 68 w 10"/>
                <a:gd name="T9" fmla="*/ 113 h 17"/>
                <a:gd name="T10" fmla="*/ 48 w 10"/>
                <a:gd name="T11" fmla="*/ 113 h 17"/>
                <a:gd name="T12" fmla="*/ 0 w 10"/>
                <a:gd name="T13" fmla="*/ 53 h 17"/>
                <a:gd name="T14" fmla="*/ 15 w 10"/>
                <a:gd name="T15" fmla="*/ 8 h 17"/>
                <a:gd name="T16" fmla="*/ 36 w 10"/>
                <a:gd name="T17" fmla="*/ 0 h 17"/>
                <a:gd name="T18" fmla="*/ 36 w 10"/>
                <a:gd name="T19" fmla="*/ 0 h 17"/>
                <a:gd name="T20" fmla="*/ 15 w 10"/>
                <a:gd name="T21" fmla="*/ 8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7">
                  <a:moveTo>
                    <a:pt x="2" y="1"/>
                  </a:moveTo>
                  <a:cubicBezTo>
                    <a:pt x="0" y="2"/>
                    <a:pt x="0" y="4"/>
                    <a:pt x="0" y="8"/>
                  </a:cubicBezTo>
                  <a:cubicBezTo>
                    <a:pt x="1" y="11"/>
                    <a:pt x="3" y="15"/>
                    <a:pt x="7" y="17"/>
                  </a:cubicBezTo>
                  <a:cubicBezTo>
                    <a:pt x="8" y="17"/>
                    <a:pt x="9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8" y="17"/>
                    <a:pt x="7" y="17"/>
                  </a:cubicBezTo>
                  <a:cubicBezTo>
                    <a:pt x="4" y="15"/>
                    <a:pt x="1" y="11"/>
                    <a:pt x="0" y="8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8" name="Freeform 229">
              <a:extLst>
                <a:ext uri="{FF2B5EF4-FFF2-40B4-BE49-F238E27FC236}">
                  <a16:creationId xmlns:a16="http://schemas.microsoft.com/office/drawing/2014/main" id="{DFD86D5F-10D0-454E-95EA-479048CD1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592"/>
              <a:ext cx="47" cy="61"/>
            </a:xfrm>
            <a:custGeom>
              <a:avLst/>
              <a:gdLst>
                <a:gd name="T0" fmla="*/ 113 w 25"/>
                <a:gd name="T1" fmla="*/ 24 h 33"/>
                <a:gd name="T2" fmla="*/ 39 w 25"/>
                <a:gd name="T3" fmla="*/ 13 h 33"/>
                <a:gd name="T4" fmla="*/ 39 w 25"/>
                <a:gd name="T5" fmla="*/ 133 h 33"/>
                <a:gd name="T6" fmla="*/ 133 w 25"/>
                <a:gd name="T7" fmla="*/ 201 h 33"/>
                <a:gd name="T8" fmla="*/ 165 w 25"/>
                <a:gd name="T9" fmla="*/ 157 h 33"/>
                <a:gd name="T10" fmla="*/ 137 w 25"/>
                <a:gd name="T11" fmla="*/ 96 h 33"/>
                <a:gd name="T12" fmla="*/ 113 w 25"/>
                <a:gd name="T13" fmla="*/ 24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3">
                  <a:moveTo>
                    <a:pt x="17" y="4"/>
                  </a:moveTo>
                  <a:cubicBezTo>
                    <a:pt x="14" y="1"/>
                    <a:pt x="10" y="0"/>
                    <a:pt x="6" y="2"/>
                  </a:cubicBezTo>
                  <a:cubicBezTo>
                    <a:pt x="0" y="6"/>
                    <a:pt x="1" y="13"/>
                    <a:pt x="6" y="21"/>
                  </a:cubicBezTo>
                  <a:cubicBezTo>
                    <a:pt x="10" y="29"/>
                    <a:pt x="14" y="33"/>
                    <a:pt x="20" y="32"/>
                  </a:cubicBezTo>
                  <a:cubicBezTo>
                    <a:pt x="23" y="31"/>
                    <a:pt x="25" y="28"/>
                    <a:pt x="25" y="25"/>
                  </a:cubicBezTo>
                  <a:cubicBezTo>
                    <a:pt x="25" y="21"/>
                    <a:pt x="23" y="19"/>
                    <a:pt x="21" y="15"/>
                  </a:cubicBezTo>
                  <a:cubicBezTo>
                    <a:pt x="20" y="12"/>
                    <a:pt x="19" y="7"/>
                    <a:pt x="17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39" name="Freeform 230">
              <a:extLst>
                <a:ext uri="{FF2B5EF4-FFF2-40B4-BE49-F238E27FC236}">
                  <a16:creationId xmlns:a16="http://schemas.microsoft.com/office/drawing/2014/main" id="{E882F4FF-8DB2-4D8C-A6E9-23A625CEB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603"/>
              <a:ext cx="23" cy="36"/>
            </a:xfrm>
            <a:custGeom>
              <a:avLst/>
              <a:gdLst>
                <a:gd name="T0" fmla="*/ 84 w 12"/>
                <a:gd name="T1" fmla="*/ 116 h 19"/>
                <a:gd name="T2" fmla="*/ 77 w 12"/>
                <a:gd name="T3" fmla="*/ 121 h 19"/>
                <a:gd name="T4" fmla="*/ 23 w 12"/>
                <a:gd name="T5" fmla="*/ 68 h 19"/>
                <a:gd name="T6" fmla="*/ 15 w 12"/>
                <a:gd name="T7" fmla="*/ 8 h 19"/>
                <a:gd name="T8" fmla="*/ 44 w 12"/>
                <a:gd name="T9" fmla="*/ 15 h 19"/>
                <a:gd name="T10" fmla="*/ 44 w 12"/>
                <a:gd name="T11" fmla="*/ 15 h 19"/>
                <a:gd name="T12" fmla="*/ 15 w 12"/>
                <a:gd name="T13" fmla="*/ 8 h 19"/>
                <a:gd name="T14" fmla="*/ 15 w 12"/>
                <a:gd name="T15" fmla="*/ 68 h 19"/>
                <a:gd name="T16" fmla="*/ 77 w 12"/>
                <a:gd name="T17" fmla="*/ 129 h 19"/>
                <a:gd name="T18" fmla="*/ 84 w 12"/>
                <a:gd name="T19" fmla="*/ 116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9">
                  <a:moveTo>
                    <a:pt x="12" y="17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9" y="19"/>
                    <a:pt x="6" y="17"/>
                    <a:pt x="3" y="10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4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0" y="2"/>
                    <a:pt x="0" y="5"/>
                    <a:pt x="2" y="10"/>
                  </a:cubicBezTo>
                  <a:cubicBezTo>
                    <a:pt x="6" y="16"/>
                    <a:pt x="9" y="19"/>
                    <a:pt x="11" y="19"/>
                  </a:cubicBezTo>
                  <a:cubicBezTo>
                    <a:pt x="11" y="19"/>
                    <a:pt x="11" y="18"/>
                    <a:pt x="12" y="1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0" name="Freeform 231">
              <a:extLst>
                <a:ext uri="{FF2B5EF4-FFF2-40B4-BE49-F238E27FC236}">
                  <a16:creationId xmlns:a16="http://schemas.microsoft.com/office/drawing/2014/main" id="{B70FA642-F1E4-4185-BC6C-BBC52E3E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25"/>
              <a:ext cx="58" cy="54"/>
            </a:xfrm>
            <a:custGeom>
              <a:avLst/>
              <a:gdLst>
                <a:gd name="T0" fmla="*/ 97 w 31"/>
                <a:gd name="T1" fmla="*/ 13 h 29"/>
                <a:gd name="T2" fmla="*/ 24 w 31"/>
                <a:gd name="T3" fmla="*/ 24 h 29"/>
                <a:gd name="T4" fmla="*/ 67 w 31"/>
                <a:gd name="T5" fmla="*/ 136 h 29"/>
                <a:gd name="T6" fmla="*/ 181 w 31"/>
                <a:gd name="T7" fmla="*/ 166 h 29"/>
                <a:gd name="T8" fmla="*/ 196 w 31"/>
                <a:gd name="T9" fmla="*/ 117 h 29"/>
                <a:gd name="T10" fmla="*/ 144 w 31"/>
                <a:gd name="T11" fmla="*/ 65 h 29"/>
                <a:gd name="T12" fmla="*/ 97 w 31"/>
                <a:gd name="T13" fmla="*/ 1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15" y="2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8"/>
                    <a:pt x="3" y="15"/>
                    <a:pt x="10" y="21"/>
                  </a:cubicBezTo>
                  <a:cubicBezTo>
                    <a:pt x="17" y="27"/>
                    <a:pt x="22" y="29"/>
                    <a:pt x="28" y="26"/>
                  </a:cubicBezTo>
                  <a:cubicBezTo>
                    <a:pt x="30" y="25"/>
                    <a:pt x="31" y="22"/>
                    <a:pt x="30" y="18"/>
                  </a:cubicBezTo>
                  <a:cubicBezTo>
                    <a:pt x="28" y="15"/>
                    <a:pt x="26" y="14"/>
                    <a:pt x="22" y="10"/>
                  </a:cubicBezTo>
                  <a:cubicBezTo>
                    <a:pt x="21" y="8"/>
                    <a:pt x="19" y="4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41" name="Freeform 232">
              <a:extLst>
                <a:ext uri="{FF2B5EF4-FFF2-40B4-BE49-F238E27FC236}">
                  <a16:creationId xmlns:a16="http://schemas.microsoft.com/office/drawing/2014/main" id="{8B996C4E-7750-4A7B-A587-ABAF22D64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434"/>
              <a:ext cx="30" cy="30"/>
            </a:xfrm>
            <a:custGeom>
              <a:avLst/>
              <a:gdLst>
                <a:gd name="T0" fmla="*/ 105 w 16"/>
                <a:gd name="T1" fmla="*/ 92 h 16"/>
                <a:gd name="T2" fmla="*/ 105 w 16"/>
                <a:gd name="T3" fmla="*/ 99 h 16"/>
                <a:gd name="T4" fmla="*/ 32 w 16"/>
                <a:gd name="T5" fmla="*/ 68 h 16"/>
                <a:gd name="T6" fmla="*/ 8 w 16"/>
                <a:gd name="T7" fmla="*/ 15 h 16"/>
                <a:gd name="T8" fmla="*/ 32 w 16"/>
                <a:gd name="T9" fmla="*/ 8 h 16"/>
                <a:gd name="T10" fmla="*/ 32 w 16"/>
                <a:gd name="T11" fmla="*/ 8 h 16"/>
                <a:gd name="T12" fmla="*/ 8 w 16"/>
                <a:gd name="T13" fmla="*/ 15 h 16"/>
                <a:gd name="T14" fmla="*/ 32 w 16"/>
                <a:gd name="T15" fmla="*/ 68 h 16"/>
                <a:gd name="T16" fmla="*/ 105 w 16"/>
                <a:gd name="T17" fmla="*/ 99 h 16"/>
                <a:gd name="T18" fmla="*/ 105 w 16"/>
                <a:gd name="T19" fmla="*/ 9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6">
                  <a:moveTo>
                    <a:pt x="16" y="14"/>
                  </a:moveTo>
                  <a:cubicBezTo>
                    <a:pt x="16" y="14"/>
                    <a:pt x="16" y="15"/>
                    <a:pt x="16" y="15"/>
                  </a:cubicBezTo>
                  <a:cubicBezTo>
                    <a:pt x="14" y="16"/>
                    <a:pt x="11" y="15"/>
                    <a:pt x="5" y="10"/>
                  </a:cubicBezTo>
                  <a:cubicBezTo>
                    <a:pt x="1" y="6"/>
                    <a:pt x="1" y="3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1" y="6"/>
                    <a:pt x="5" y="10"/>
                  </a:cubicBezTo>
                  <a:cubicBezTo>
                    <a:pt x="10" y="15"/>
                    <a:pt x="14" y="16"/>
                    <a:pt x="16" y="15"/>
                  </a:cubicBezTo>
                  <a:cubicBezTo>
                    <a:pt x="16" y="15"/>
                    <a:pt x="16" y="15"/>
                    <a:pt x="16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2" name="Freeform 233">
              <a:extLst>
                <a:ext uri="{FF2B5EF4-FFF2-40B4-BE49-F238E27FC236}">
                  <a16:creationId xmlns:a16="http://schemas.microsoft.com/office/drawing/2014/main" id="{991BC34F-BB0B-42F1-A6D9-FDA980C4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588"/>
              <a:ext cx="54" cy="56"/>
            </a:xfrm>
            <a:custGeom>
              <a:avLst/>
              <a:gdLst>
                <a:gd name="T0" fmla="*/ 104 w 29"/>
                <a:gd name="T1" fmla="*/ 196 h 30"/>
                <a:gd name="T2" fmla="*/ 166 w 29"/>
                <a:gd name="T3" fmla="*/ 84 h 30"/>
                <a:gd name="T4" fmla="*/ 52 w 29"/>
                <a:gd name="T5" fmla="*/ 32 h 30"/>
                <a:gd name="T6" fmla="*/ 104 w 29"/>
                <a:gd name="T7" fmla="*/ 19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16" y="30"/>
                  </a:moveTo>
                  <a:cubicBezTo>
                    <a:pt x="25" y="30"/>
                    <a:pt x="29" y="22"/>
                    <a:pt x="26" y="13"/>
                  </a:cubicBezTo>
                  <a:cubicBezTo>
                    <a:pt x="23" y="4"/>
                    <a:pt x="16" y="0"/>
                    <a:pt x="8" y="5"/>
                  </a:cubicBezTo>
                  <a:cubicBezTo>
                    <a:pt x="0" y="9"/>
                    <a:pt x="2" y="30"/>
                    <a:pt x="16" y="30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43" name="Freeform 234">
              <a:extLst>
                <a:ext uri="{FF2B5EF4-FFF2-40B4-BE49-F238E27FC236}">
                  <a16:creationId xmlns:a16="http://schemas.microsoft.com/office/drawing/2014/main" id="{A7EC593E-3577-474A-BE1D-9BC76F6CF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605"/>
              <a:ext cx="30" cy="28"/>
            </a:xfrm>
            <a:custGeom>
              <a:avLst/>
              <a:gdLst>
                <a:gd name="T0" fmla="*/ 99 w 16"/>
                <a:gd name="T1" fmla="*/ 24 h 15"/>
                <a:gd name="T2" fmla="*/ 92 w 16"/>
                <a:gd name="T3" fmla="*/ 73 h 15"/>
                <a:gd name="T4" fmla="*/ 45 w 16"/>
                <a:gd name="T5" fmla="*/ 91 h 15"/>
                <a:gd name="T6" fmla="*/ 8 w 16"/>
                <a:gd name="T7" fmla="*/ 52 h 15"/>
                <a:gd name="T8" fmla="*/ 21 w 16"/>
                <a:gd name="T9" fmla="*/ 0 h 15"/>
                <a:gd name="T10" fmla="*/ 21 w 16"/>
                <a:gd name="T11" fmla="*/ 0 h 15"/>
                <a:gd name="T12" fmla="*/ 8 w 16"/>
                <a:gd name="T13" fmla="*/ 52 h 15"/>
                <a:gd name="T14" fmla="*/ 45 w 16"/>
                <a:gd name="T15" fmla="*/ 91 h 15"/>
                <a:gd name="T16" fmla="*/ 92 w 16"/>
                <a:gd name="T17" fmla="*/ 73 h 15"/>
                <a:gd name="T18" fmla="*/ 99 w 16"/>
                <a:gd name="T19" fmla="*/ 24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5">
                  <a:moveTo>
                    <a:pt x="15" y="4"/>
                  </a:moveTo>
                  <a:cubicBezTo>
                    <a:pt x="16" y="6"/>
                    <a:pt x="16" y="9"/>
                    <a:pt x="14" y="11"/>
                  </a:cubicBezTo>
                  <a:cubicBezTo>
                    <a:pt x="12" y="13"/>
                    <a:pt x="10" y="15"/>
                    <a:pt x="7" y="14"/>
                  </a:cubicBezTo>
                  <a:cubicBezTo>
                    <a:pt x="5" y="14"/>
                    <a:pt x="2" y="11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2" y="12"/>
                    <a:pt x="5" y="14"/>
                    <a:pt x="7" y="14"/>
                  </a:cubicBezTo>
                  <a:cubicBezTo>
                    <a:pt x="10" y="15"/>
                    <a:pt x="12" y="14"/>
                    <a:pt x="14" y="11"/>
                  </a:cubicBezTo>
                  <a:cubicBezTo>
                    <a:pt x="16" y="9"/>
                    <a:pt x="16" y="6"/>
                    <a:pt x="15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4" name="Freeform 235">
              <a:extLst>
                <a:ext uri="{FF2B5EF4-FFF2-40B4-BE49-F238E27FC236}">
                  <a16:creationId xmlns:a16="http://schemas.microsoft.com/office/drawing/2014/main" id="{97990F75-AD7C-4B8C-8694-33DC1DD57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360"/>
              <a:ext cx="47" cy="46"/>
            </a:xfrm>
            <a:custGeom>
              <a:avLst/>
              <a:gdLst>
                <a:gd name="T0" fmla="*/ 100 w 25"/>
                <a:gd name="T1" fmla="*/ 156 h 25"/>
                <a:gd name="T2" fmla="*/ 152 w 25"/>
                <a:gd name="T3" fmla="*/ 68 h 25"/>
                <a:gd name="T4" fmla="*/ 45 w 25"/>
                <a:gd name="T5" fmla="*/ 24 h 25"/>
                <a:gd name="T6" fmla="*/ 100 w 25"/>
                <a:gd name="T7" fmla="*/ 15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5" y="25"/>
                  </a:moveTo>
                  <a:cubicBezTo>
                    <a:pt x="21" y="25"/>
                    <a:pt x="25" y="18"/>
                    <a:pt x="23" y="11"/>
                  </a:cubicBezTo>
                  <a:cubicBezTo>
                    <a:pt x="20" y="4"/>
                    <a:pt x="14" y="0"/>
                    <a:pt x="7" y="4"/>
                  </a:cubicBezTo>
                  <a:cubicBezTo>
                    <a:pt x="0" y="8"/>
                    <a:pt x="3" y="25"/>
                    <a:pt x="15" y="2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45" name="Freeform 236">
              <a:extLst>
                <a:ext uri="{FF2B5EF4-FFF2-40B4-BE49-F238E27FC236}">
                  <a16:creationId xmlns:a16="http://schemas.microsoft.com/office/drawing/2014/main" id="{E2456F2A-7DBB-4CCA-BF27-F4655D703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373"/>
              <a:ext cx="24" cy="24"/>
            </a:xfrm>
            <a:custGeom>
              <a:avLst/>
              <a:gdLst>
                <a:gd name="T0" fmla="*/ 76 w 13"/>
                <a:gd name="T1" fmla="*/ 24 h 13"/>
                <a:gd name="T2" fmla="*/ 68 w 13"/>
                <a:gd name="T3" fmla="*/ 61 h 13"/>
                <a:gd name="T4" fmla="*/ 37 w 13"/>
                <a:gd name="T5" fmla="*/ 76 h 13"/>
                <a:gd name="T6" fmla="*/ 7 w 13"/>
                <a:gd name="T7" fmla="*/ 44 h 13"/>
                <a:gd name="T8" fmla="*/ 13 w 13"/>
                <a:gd name="T9" fmla="*/ 0 h 13"/>
                <a:gd name="T10" fmla="*/ 13 w 13"/>
                <a:gd name="T11" fmla="*/ 0 h 13"/>
                <a:gd name="T12" fmla="*/ 7 w 13"/>
                <a:gd name="T13" fmla="*/ 44 h 13"/>
                <a:gd name="T14" fmla="*/ 37 w 13"/>
                <a:gd name="T15" fmla="*/ 76 h 13"/>
                <a:gd name="T16" fmla="*/ 76 w 13"/>
                <a:gd name="T17" fmla="*/ 61 h 13"/>
                <a:gd name="T18" fmla="*/ 76 w 13"/>
                <a:gd name="T19" fmla="*/ 2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2" y="4"/>
                  </a:moveTo>
                  <a:cubicBezTo>
                    <a:pt x="13" y="6"/>
                    <a:pt x="13" y="8"/>
                    <a:pt x="11" y="10"/>
                  </a:cubicBezTo>
                  <a:cubicBezTo>
                    <a:pt x="10" y="12"/>
                    <a:pt x="8" y="13"/>
                    <a:pt x="6" y="12"/>
                  </a:cubicBezTo>
                  <a:cubicBezTo>
                    <a:pt x="4" y="12"/>
                    <a:pt x="2" y="10"/>
                    <a:pt x="1" y="7"/>
                  </a:cubicBezTo>
                  <a:cubicBezTo>
                    <a:pt x="0" y="5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5"/>
                    <a:pt x="1" y="7"/>
                  </a:cubicBezTo>
                  <a:cubicBezTo>
                    <a:pt x="2" y="10"/>
                    <a:pt x="3" y="12"/>
                    <a:pt x="6" y="12"/>
                  </a:cubicBezTo>
                  <a:cubicBezTo>
                    <a:pt x="8" y="13"/>
                    <a:pt x="10" y="12"/>
                    <a:pt x="12" y="10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6" name="Freeform 237">
              <a:extLst>
                <a:ext uri="{FF2B5EF4-FFF2-40B4-BE49-F238E27FC236}">
                  <a16:creationId xmlns:a16="http://schemas.microsoft.com/office/drawing/2014/main" id="{BA9E9543-50EC-4CB6-A8F4-85CC7479B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736"/>
              <a:ext cx="41" cy="43"/>
            </a:xfrm>
            <a:custGeom>
              <a:avLst/>
              <a:gdLst>
                <a:gd name="T0" fmla="*/ 117 w 22"/>
                <a:gd name="T1" fmla="*/ 32 h 23"/>
                <a:gd name="T2" fmla="*/ 73 w 22"/>
                <a:gd name="T3" fmla="*/ 7 h 23"/>
                <a:gd name="T4" fmla="*/ 24 w 22"/>
                <a:gd name="T5" fmla="*/ 13 h 23"/>
                <a:gd name="T6" fmla="*/ 45 w 22"/>
                <a:gd name="T7" fmla="*/ 125 h 23"/>
                <a:gd name="T8" fmla="*/ 136 w 22"/>
                <a:gd name="T9" fmla="*/ 105 h 23"/>
                <a:gd name="T10" fmla="*/ 117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6" y="1"/>
                    <a:pt x="4" y="2"/>
                  </a:cubicBezTo>
                  <a:cubicBezTo>
                    <a:pt x="0" y="6"/>
                    <a:pt x="1" y="15"/>
                    <a:pt x="7" y="19"/>
                  </a:cubicBezTo>
                  <a:cubicBezTo>
                    <a:pt x="13" y="23"/>
                    <a:pt x="19" y="21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47" name="Freeform 238">
              <a:extLst>
                <a:ext uri="{FF2B5EF4-FFF2-40B4-BE49-F238E27FC236}">
                  <a16:creationId xmlns:a16="http://schemas.microsoft.com/office/drawing/2014/main" id="{22AA1759-DEB0-43EB-B9A9-65E95B3A1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745"/>
              <a:ext cx="21" cy="23"/>
            </a:xfrm>
            <a:custGeom>
              <a:avLst/>
              <a:gdLst>
                <a:gd name="T0" fmla="*/ 76 w 11"/>
                <a:gd name="T1" fmla="*/ 48 h 12"/>
                <a:gd name="T2" fmla="*/ 61 w 11"/>
                <a:gd name="T3" fmla="*/ 77 h 12"/>
                <a:gd name="T4" fmla="*/ 15 w 11"/>
                <a:gd name="T5" fmla="*/ 48 h 12"/>
                <a:gd name="T6" fmla="*/ 8 w 11"/>
                <a:gd name="T7" fmla="*/ 8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8 h 12"/>
                <a:gd name="T14" fmla="*/ 15 w 11"/>
                <a:gd name="T15" fmla="*/ 48 h 12"/>
                <a:gd name="T16" fmla="*/ 61 w 11"/>
                <a:gd name="T17" fmla="*/ 77 h 12"/>
                <a:gd name="T18" fmla="*/ 76 w 11"/>
                <a:gd name="T19" fmla="*/ 4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1"/>
                    <a:pt x="2" y="7"/>
                  </a:cubicBezTo>
                  <a:cubicBezTo>
                    <a:pt x="0" y="4"/>
                    <a:pt x="1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0" y="4"/>
                    <a:pt x="2" y="7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0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8" name="Freeform 239">
              <a:extLst>
                <a:ext uri="{FF2B5EF4-FFF2-40B4-BE49-F238E27FC236}">
                  <a16:creationId xmlns:a16="http://schemas.microsoft.com/office/drawing/2014/main" id="{9282011B-39F1-4DEB-B20E-5513905A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363"/>
              <a:ext cx="43" cy="40"/>
            </a:xfrm>
            <a:custGeom>
              <a:avLst/>
              <a:gdLst>
                <a:gd name="T0" fmla="*/ 105 w 23"/>
                <a:gd name="T1" fmla="*/ 21 h 21"/>
                <a:gd name="T2" fmla="*/ 60 w 23"/>
                <a:gd name="T3" fmla="*/ 8 h 21"/>
                <a:gd name="T4" fmla="*/ 21 w 23"/>
                <a:gd name="T5" fmla="*/ 36 h 21"/>
                <a:gd name="T6" fmla="*/ 73 w 23"/>
                <a:gd name="T7" fmla="*/ 131 h 21"/>
                <a:gd name="T8" fmla="*/ 150 w 23"/>
                <a:gd name="T9" fmla="*/ 91 h 21"/>
                <a:gd name="T10" fmla="*/ 105 w 23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4" y="1"/>
                    <a:pt x="12" y="0"/>
                    <a:pt x="9" y="1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7" y="21"/>
                    <a:pt x="23" y="17"/>
                    <a:pt x="23" y="13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49" name="Freeform 240">
              <a:extLst>
                <a:ext uri="{FF2B5EF4-FFF2-40B4-BE49-F238E27FC236}">
                  <a16:creationId xmlns:a16="http://schemas.microsoft.com/office/drawing/2014/main" id="{9EC2029C-713E-4F35-A72A-D281F99D1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73"/>
              <a:ext cx="25" cy="20"/>
            </a:xfrm>
            <a:custGeom>
              <a:avLst/>
              <a:gdLst>
                <a:gd name="T0" fmla="*/ 85 w 13"/>
                <a:gd name="T1" fmla="*/ 29 h 11"/>
                <a:gd name="T2" fmla="*/ 77 w 13"/>
                <a:gd name="T3" fmla="*/ 53 h 11"/>
                <a:gd name="T4" fmla="*/ 23 w 13"/>
                <a:gd name="T5" fmla="*/ 49 h 11"/>
                <a:gd name="T6" fmla="*/ 8 w 13"/>
                <a:gd name="T7" fmla="*/ 16 h 11"/>
                <a:gd name="T8" fmla="*/ 23 w 13"/>
                <a:gd name="T9" fmla="*/ 0 h 11"/>
                <a:gd name="T10" fmla="*/ 23 w 13"/>
                <a:gd name="T11" fmla="*/ 0 h 11"/>
                <a:gd name="T12" fmla="*/ 8 w 13"/>
                <a:gd name="T13" fmla="*/ 16 h 11"/>
                <a:gd name="T14" fmla="*/ 23 w 13"/>
                <a:gd name="T15" fmla="*/ 49 h 11"/>
                <a:gd name="T16" fmla="*/ 77 w 13"/>
                <a:gd name="T17" fmla="*/ 53 h 11"/>
                <a:gd name="T18" fmla="*/ 85 w 13"/>
                <a:gd name="T19" fmla="*/ 29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5"/>
                  </a:moveTo>
                  <a:cubicBezTo>
                    <a:pt x="13" y="7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6" y="11"/>
                    <a:pt x="9" y="11"/>
                    <a:pt x="11" y="9"/>
                  </a:cubicBezTo>
                  <a:cubicBezTo>
                    <a:pt x="12" y="8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0" name="Freeform 241">
              <a:extLst>
                <a:ext uri="{FF2B5EF4-FFF2-40B4-BE49-F238E27FC236}">
                  <a16:creationId xmlns:a16="http://schemas.microsoft.com/office/drawing/2014/main" id="{3AE64353-F60A-4FA7-8481-9927F8BB3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401"/>
              <a:ext cx="41" cy="45"/>
            </a:xfrm>
            <a:custGeom>
              <a:avLst/>
              <a:gdLst>
                <a:gd name="T0" fmla="*/ 121 w 22"/>
                <a:gd name="T1" fmla="*/ 45 h 24"/>
                <a:gd name="T2" fmla="*/ 84 w 22"/>
                <a:gd name="T3" fmla="*/ 8 h 24"/>
                <a:gd name="T4" fmla="*/ 32 w 22"/>
                <a:gd name="T5" fmla="*/ 8 h 24"/>
                <a:gd name="T6" fmla="*/ 32 w 22"/>
                <a:gd name="T7" fmla="*/ 128 h 24"/>
                <a:gd name="T8" fmla="*/ 129 w 22"/>
                <a:gd name="T9" fmla="*/ 128 h 24"/>
                <a:gd name="T10" fmla="*/ 121 w 22"/>
                <a:gd name="T11" fmla="*/ 4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4">
                  <a:moveTo>
                    <a:pt x="19" y="7"/>
                  </a:moveTo>
                  <a:cubicBezTo>
                    <a:pt x="17" y="4"/>
                    <a:pt x="16" y="2"/>
                    <a:pt x="13" y="1"/>
                  </a:cubicBezTo>
                  <a:cubicBezTo>
                    <a:pt x="11" y="0"/>
                    <a:pt x="8" y="0"/>
                    <a:pt x="5" y="1"/>
                  </a:cubicBezTo>
                  <a:cubicBezTo>
                    <a:pt x="0" y="4"/>
                    <a:pt x="0" y="13"/>
                    <a:pt x="5" y="19"/>
                  </a:cubicBezTo>
                  <a:cubicBezTo>
                    <a:pt x="10" y="24"/>
                    <a:pt x="18" y="23"/>
                    <a:pt x="20" y="19"/>
                  </a:cubicBezTo>
                  <a:cubicBezTo>
                    <a:pt x="22" y="15"/>
                    <a:pt x="21" y="13"/>
                    <a:pt x="19" y="7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51" name="Freeform 242">
              <a:extLst>
                <a:ext uri="{FF2B5EF4-FFF2-40B4-BE49-F238E27FC236}">
                  <a16:creationId xmlns:a16="http://schemas.microsoft.com/office/drawing/2014/main" id="{7AA7EB7A-A668-4FAB-B124-6B6996007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08"/>
              <a:ext cx="21" cy="26"/>
            </a:xfrm>
            <a:custGeom>
              <a:avLst/>
              <a:gdLst>
                <a:gd name="T0" fmla="*/ 76 w 11"/>
                <a:gd name="T1" fmla="*/ 65 h 14"/>
                <a:gd name="T2" fmla="*/ 48 w 11"/>
                <a:gd name="T3" fmla="*/ 84 h 14"/>
                <a:gd name="T4" fmla="*/ 8 w 11"/>
                <a:gd name="T5" fmla="*/ 52 h 14"/>
                <a:gd name="T6" fmla="*/ 15 w 11"/>
                <a:gd name="T7" fmla="*/ 13 h 14"/>
                <a:gd name="T8" fmla="*/ 36 w 11"/>
                <a:gd name="T9" fmla="*/ 7 h 14"/>
                <a:gd name="T10" fmla="*/ 36 w 11"/>
                <a:gd name="T11" fmla="*/ 7 h 14"/>
                <a:gd name="T12" fmla="*/ 8 w 11"/>
                <a:gd name="T13" fmla="*/ 13 h 14"/>
                <a:gd name="T14" fmla="*/ 8 w 11"/>
                <a:gd name="T15" fmla="*/ 52 h 14"/>
                <a:gd name="T16" fmla="*/ 48 w 11"/>
                <a:gd name="T17" fmla="*/ 84 h 14"/>
                <a:gd name="T18" fmla="*/ 76 w 11"/>
                <a:gd name="T19" fmla="*/ 6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4">
                  <a:moveTo>
                    <a:pt x="11" y="10"/>
                  </a:moveTo>
                  <a:cubicBezTo>
                    <a:pt x="10" y="12"/>
                    <a:pt x="9" y="13"/>
                    <a:pt x="7" y="13"/>
                  </a:cubicBezTo>
                  <a:cubicBezTo>
                    <a:pt x="5" y="13"/>
                    <a:pt x="3" y="12"/>
                    <a:pt x="1" y="8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2" y="12"/>
                    <a:pt x="5" y="14"/>
                    <a:pt x="7" y="13"/>
                  </a:cubicBezTo>
                  <a:cubicBezTo>
                    <a:pt x="9" y="13"/>
                    <a:pt x="10" y="12"/>
                    <a:pt x="11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2" name="Freeform 243">
              <a:extLst>
                <a:ext uri="{FF2B5EF4-FFF2-40B4-BE49-F238E27FC236}">
                  <a16:creationId xmlns:a16="http://schemas.microsoft.com/office/drawing/2014/main" id="{DA42455B-ABE1-449E-8569-E8684F4CD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468"/>
              <a:ext cx="52" cy="53"/>
            </a:xfrm>
            <a:custGeom>
              <a:avLst/>
              <a:gdLst>
                <a:gd name="T0" fmla="*/ 104 w 28"/>
                <a:gd name="T1" fmla="*/ 15 h 28"/>
                <a:gd name="T2" fmla="*/ 59 w 28"/>
                <a:gd name="T3" fmla="*/ 0 h 28"/>
                <a:gd name="T4" fmla="*/ 32 w 28"/>
                <a:gd name="T5" fmla="*/ 121 h 28"/>
                <a:gd name="T6" fmla="*/ 149 w 28"/>
                <a:gd name="T7" fmla="*/ 176 h 28"/>
                <a:gd name="T8" fmla="*/ 173 w 28"/>
                <a:gd name="T9" fmla="*/ 108 h 28"/>
                <a:gd name="T10" fmla="*/ 134 w 28"/>
                <a:gd name="T11" fmla="*/ 53 h 28"/>
                <a:gd name="T12" fmla="*/ 104 w 28"/>
                <a:gd name="T13" fmla="*/ 1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16" y="2"/>
                  </a:moveTo>
                  <a:cubicBezTo>
                    <a:pt x="14" y="0"/>
                    <a:pt x="11" y="0"/>
                    <a:pt x="9" y="0"/>
                  </a:cubicBezTo>
                  <a:cubicBezTo>
                    <a:pt x="0" y="2"/>
                    <a:pt x="0" y="11"/>
                    <a:pt x="5" y="18"/>
                  </a:cubicBezTo>
                  <a:cubicBezTo>
                    <a:pt x="11" y="26"/>
                    <a:pt x="20" y="28"/>
                    <a:pt x="23" y="26"/>
                  </a:cubicBezTo>
                  <a:cubicBezTo>
                    <a:pt x="27" y="24"/>
                    <a:pt x="28" y="20"/>
                    <a:pt x="27" y="16"/>
                  </a:cubicBezTo>
                  <a:cubicBezTo>
                    <a:pt x="26" y="13"/>
                    <a:pt x="23" y="10"/>
                    <a:pt x="21" y="8"/>
                  </a:cubicBezTo>
                  <a:cubicBezTo>
                    <a:pt x="19" y="6"/>
                    <a:pt x="18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53" name="Freeform 244">
              <a:extLst>
                <a:ext uri="{FF2B5EF4-FFF2-40B4-BE49-F238E27FC236}">
                  <a16:creationId xmlns:a16="http://schemas.microsoft.com/office/drawing/2014/main" id="{9568F3F3-8FF1-494D-92D1-3F05DF061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481"/>
              <a:ext cx="24" cy="26"/>
            </a:xfrm>
            <a:custGeom>
              <a:avLst/>
              <a:gdLst>
                <a:gd name="T0" fmla="*/ 7 w 13"/>
                <a:gd name="T1" fmla="*/ 7 h 14"/>
                <a:gd name="T2" fmla="*/ 13 w 13"/>
                <a:gd name="T3" fmla="*/ 45 h 14"/>
                <a:gd name="T4" fmla="*/ 57 w 13"/>
                <a:gd name="T5" fmla="*/ 89 h 14"/>
                <a:gd name="T6" fmla="*/ 81 w 13"/>
                <a:gd name="T7" fmla="*/ 84 h 14"/>
                <a:gd name="T8" fmla="*/ 81 w 13"/>
                <a:gd name="T9" fmla="*/ 84 h 14"/>
                <a:gd name="T10" fmla="*/ 57 w 13"/>
                <a:gd name="T11" fmla="*/ 89 h 14"/>
                <a:gd name="T12" fmla="*/ 13 w 13"/>
                <a:gd name="T13" fmla="*/ 45 h 14"/>
                <a:gd name="T14" fmla="*/ 7 w 13"/>
                <a:gd name="T15" fmla="*/ 7 h 14"/>
                <a:gd name="T16" fmla="*/ 24 w 13"/>
                <a:gd name="T17" fmla="*/ 0 h 14"/>
                <a:gd name="T18" fmla="*/ 24 w 13"/>
                <a:gd name="T19" fmla="*/ 0 h 14"/>
                <a:gd name="T20" fmla="*/ 7 w 13"/>
                <a:gd name="T21" fmla="*/ 7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4">
                  <a:moveTo>
                    <a:pt x="1" y="1"/>
                  </a:moveTo>
                  <a:cubicBezTo>
                    <a:pt x="0" y="2"/>
                    <a:pt x="0" y="4"/>
                    <a:pt x="2" y="7"/>
                  </a:cubicBezTo>
                  <a:cubicBezTo>
                    <a:pt x="3" y="10"/>
                    <a:pt x="7" y="13"/>
                    <a:pt x="9" y="14"/>
                  </a:cubicBezTo>
                  <a:cubicBezTo>
                    <a:pt x="10" y="14"/>
                    <a:pt x="12" y="14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7" y="13"/>
                    <a:pt x="4" y="10"/>
                    <a:pt x="2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4" name="Freeform 245">
              <a:extLst>
                <a:ext uri="{FF2B5EF4-FFF2-40B4-BE49-F238E27FC236}">
                  <a16:creationId xmlns:a16="http://schemas.microsoft.com/office/drawing/2014/main" id="{8ADA4161-86E8-4C0B-9FEB-178A86AC7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378"/>
              <a:ext cx="41" cy="42"/>
            </a:xfrm>
            <a:custGeom>
              <a:avLst/>
              <a:gdLst>
                <a:gd name="T0" fmla="*/ 112 w 22"/>
                <a:gd name="T1" fmla="*/ 29 h 22"/>
                <a:gd name="T2" fmla="*/ 65 w 22"/>
                <a:gd name="T3" fmla="*/ 0 h 22"/>
                <a:gd name="T4" fmla="*/ 24 w 22"/>
                <a:gd name="T5" fmla="*/ 21 h 22"/>
                <a:gd name="T6" fmla="*/ 52 w 22"/>
                <a:gd name="T7" fmla="*/ 132 h 22"/>
                <a:gd name="T8" fmla="*/ 136 w 22"/>
                <a:gd name="T9" fmla="*/ 105 h 22"/>
                <a:gd name="T10" fmla="*/ 112 w 22"/>
                <a:gd name="T11" fmla="*/ 29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55" name="Freeform 246">
              <a:extLst>
                <a:ext uri="{FF2B5EF4-FFF2-40B4-BE49-F238E27FC236}">
                  <a16:creationId xmlns:a16="http://schemas.microsoft.com/office/drawing/2014/main" id="{7DD52FCB-7E3E-4225-9164-71503B613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386"/>
              <a:ext cx="20" cy="22"/>
            </a:xfrm>
            <a:custGeom>
              <a:avLst/>
              <a:gdLst>
                <a:gd name="T0" fmla="*/ 65 w 11"/>
                <a:gd name="T1" fmla="*/ 44 h 12"/>
                <a:gd name="T2" fmla="*/ 53 w 11"/>
                <a:gd name="T3" fmla="*/ 68 h 12"/>
                <a:gd name="T4" fmla="*/ 13 w 11"/>
                <a:gd name="T5" fmla="*/ 51 h 12"/>
                <a:gd name="T6" fmla="*/ 7 w 11"/>
                <a:gd name="T7" fmla="*/ 13 h 12"/>
                <a:gd name="T8" fmla="*/ 24 w 11"/>
                <a:gd name="T9" fmla="*/ 0 h 12"/>
                <a:gd name="T10" fmla="*/ 24 w 11"/>
                <a:gd name="T11" fmla="*/ 0 h 12"/>
                <a:gd name="T12" fmla="*/ 7 w 11"/>
                <a:gd name="T13" fmla="*/ 13 h 12"/>
                <a:gd name="T14" fmla="*/ 13 w 11"/>
                <a:gd name="T15" fmla="*/ 51 h 12"/>
                <a:gd name="T16" fmla="*/ 53 w 11"/>
                <a:gd name="T17" fmla="*/ 68 h 12"/>
                <a:gd name="T18" fmla="*/ 65 w 11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6" name="Freeform 247">
              <a:extLst>
                <a:ext uri="{FF2B5EF4-FFF2-40B4-BE49-F238E27FC236}">
                  <a16:creationId xmlns:a16="http://schemas.microsoft.com/office/drawing/2014/main" id="{3CED4753-C75B-4455-9B3B-4CE2F4EC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796"/>
              <a:ext cx="34" cy="61"/>
            </a:xfrm>
            <a:custGeom>
              <a:avLst/>
              <a:gdLst>
                <a:gd name="T0" fmla="*/ 76 w 18"/>
                <a:gd name="T1" fmla="*/ 20 h 33"/>
                <a:gd name="T2" fmla="*/ 15 w 18"/>
                <a:gd name="T3" fmla="*/ 37 h 33"/>
                <a:gd name="T4" fmla="*/ 21 w 18"/>
                <a:gd name="T5" fmla="*/ 150 h 33"/>
                <a:gd name="T6" fmla="*/ 81 w 18"/>
                <a:gd name="T7" fmla="*/ 209 h 33"/>
                <a:gd name="T8" fmla="*/ 76 w 18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1" y="3"/>
                  </a:moveTo>
                  <a:cubicBezTo>
                    <a:pt x="8" y="0"/>
                    <a:pt x="4" y="1"/>
                    <a:pt x="2" y="6"/>
                  </a:cubicBezTo>
                  <a:cubicBezTo>
                    <a:pt x="0" y="10"/>
                    <a:pt x="1" y="18"/>
                    <a:pt x="3" y="24"/>
                  </a:cubicBezTo>
                  <a:cubicBezTo>
                    <a:pt x="6" y="32"/>
                    <a:pt x="9" y="33"/>
                    <a:pt x="12" y="33"/>
                  </a:cubicBezTo>
                  <a:cubicBezTo>
                    <a:pt x="18" y="31"/>
                    <a:pt x="18" y="11"/>
                    <a:pt x="11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57" name="Freeform 248">
              <a:extLst>
                <a:ext uri="{FF2B5EF4-FFF2-40B4-BE49-F238E27FC236}">
                  <a16:creationId xmlns:a16="http://schemas.microsoft.com/office/drawing/2014/main" id="{9BE5899D-AE31-49B8-AE7F-E36654623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809"/>
              <a:ext cx="12" cy="35"/>
            </a:xfrm>
            <a:custGeom>
              <a:avLst/>
              <a:gdLst>
                <a:gd name="T0" fmla="*/ 24 w 6"/>
                <a:gd name="T1" fmla="*/ 0 h 19"/>
                <a:gd name="T2" fmla="*/ 8 w 6"/>
                <a:gd name="T3" fmla="*/ 37 h 19"/>
                <a:gd name="T4" fmla="*/ 24 w 6"/>
                <a:gd name="T5" fmla="*/ 105 h 19"/>
                <a:gd name="T6" fmla="*/ 48 w 6"/>
                <a:gd name="T7" fmla="*/ 118 h 19"/>
                <a:gd name="T8" fmla="*/ 48 w 6"/>
                <a:gd name="T9" fmla="*/ 118 h 19"/>
                <a:gd name="T10" fmla="*/ 24 w 6"/>
                <a:gd name="T11" fmla="*/ 105 h 19"/>
                <a:gd name="T12" fmla="*/ 8 w 6"/>
                <a:gd name="T13" fmla="*/ 37 h 19"/>
                <a:gd name="T14" fmla="*/ 24 w 6"/>
                <a:gd name="T15" fmla="*/ 0 h 19"/>
                <a:gd name="T16" fmla="*/ 48 w 6"/>
                <a:gd name="T17" fmla="*/ 13 h 19"/>
                <a:gd name="T18" fmla="*/ 48 w 6"/>
                <a:gd name="T19" fmla="*/ 13 h 19"/>
                <a:gd name="T20" fmla="*/ 24 w 6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2" y="0"/>
                    <a:pt x="1" y="2"/>
                    <a:pt x="1" y="6"/>
                  </a:cubicBezTo>
                  <a:cubicBezTo>
                    <a:pt x="0" y="9"/>
                    <a:pt x="1" y="14"/>
                    <a:pt x="3" y="17"/>
                  </a:cubicBezTo>
                  <a:cubicBezTo>
                    <a:pt x="4" y="19"/>
                    <a:pt x="5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4" y="19"/>
                    <a:pt x="3" y="17"/>
                  </a:cubicBezTo>
                  <a:cubicBezTo>
                    <a:pt x="1" y="14"/>
                    <a:pt x="0" y="9"/>
                    <a:pt x="1" y="6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8" name="Freeform 249">
              <a:extLst>
                <a:ext uri="{FF2B5EF4-FFF2-40B4-BE49-F238E27FC236}">
                  <a16:creationId xmlns:a16="http://schemas.microsoft.com/office/drawing/2014/main" id="{CB945102-1BA1-4347-B9ED-F7456B13D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880"/>
              <a:ext cx="32" cy="62"/>
            </a:xfrm>
            <a:custGeom>
              <a:avLst/>
              <a:gdLst>
                <a:gd name="T0" fmla="*/ 75 w 17"/>
                <a:gd name="T1" fmla="*/ 28 h 33"/>
                <a:gd name="T2" fmla="*/ 15 w 17"/>
                <a:gd name="T3" fmla="*/ 39 h 33"/>
                <a:gd name="T4" fmla="*/ 15 w 17"/>
                <a:gd name="T5" fmla="*/ 165 h 33"/>
                <a:gd name="T6" fmla="*/ 75 w 17"/>
                <a:gd name="T7" fmla="*/ 218 h 33"/>
                <a:gd name="T8" fmla="*/ 75 w 17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11" y="4"/>
                  </a:moveTo>
                  <a:cubicBezTo>
                    <a:pt x="7" y="0"/>
                    <a:pt x="4" y="1"/>
                    <a:pt x="2" y="6"/>
                  </a:cubicBezTo>
                  <a:cubicBezTo>
                    <a:pt x="0" y="11"/>
                    <a:pt x="0" y="18"/>
                    <a:pt x="2" y="25"/>
                  </a:cubicBezTo>
                  <a:cubicBezTo>
                    <a:pt x="5" y="32"/>
                    <a:pt x="8" y="33"/>
                    <a:pt x="11" y="33"/>
                  </a:cubicBezTo>
                  <a:cubicBezTo>
                    <a:pt x="17" y="32"/>
                    <a:pt x="17" y="11"/>
                    <a:pt x="11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59" name="Freeform 250">
              <a:extLst>
                <a:ext uri="{FF2B5EF4-FFF2-40B4-BE49-F238E27FC236}">
                  <a16:creationId xmlns:a16="http://schemas.microsoft.com/office/drawing/2014/main" id="{04A1A7C5-C9C0-48F9-9B27-88DF47841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893"/>
              <a:ext cx="9" cy="37"/>
            </a:xfrm>
            <a:custGeom>
              <a:avLst/>
              <a:gdLst>
                <a:gd name="T0" fmla="*/ 16 w 5"/>
                <a:gd name="T1" fmla="*/ 0 h 20"/>
                <a:gd name="T2" fmla="*/ 0 w 5"/>
                <a:gd name="T3" fmla="*/ 37 h 20"/>
                <a:gd name="T4" fmla="*/ 13 w 5"/>
                <a:gd name="T5" fmla="*/ 113 h 20"/>
                <a:gd name="T6" fmla="*/ 29 w 5"/>
                <a:gd name="T7" fmla="*/ 126 h 20"/>
                <a:gd name="T8" fmla="*/ 29 w 5"/>
                <a:gd name="T9" fmla="*/ 126 h 20"/>
                <a:gd name="T10" fmla="*/ 13 w 5"/>
                <a:gd name="T11" fmla="*/ 113 h 20"/>
                <a:gd name="T12" fmla="*/ 0 w 5"/>
                <a:gd name="T13" fmla="*/ 37 h 20"/>
                <a:gd name="T14" fmla="*/ 16 w 5"/>
                <a:gd name="T15" fmla="*/ 0 h 20"/>
                <a:gd name="T16" fmla="*/ 29 w 5"/>
                <a:gd name="T17" fmla="*/ 13 h 20"/>
                <a:gd name="T18" fmla="*/ 29 w 5"/>
                <a:gd name="T19" fmla="*/ 13 h 20"/>
                <a:gd name="T20" fmla="*/ 16 w 5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20">
                  <a:moveTo>
                    <a:pt x="3" y="0"/>
                  </a:moveTo>
                  <a:cubicBezTo>
                    <a:pt x="1" y="0"/>
                    <a:pt x="0" y="3"/>
                    <a:pt x="0" y="6"/>
                  </a:cubicBezTo>
                  <a:cubicBezTo>
                    <a:pt x="0" y="9"/>
                    <a:pt x="0" y="15"/>
                    <a:pt x="2" y="18"/>
                  </a:cubicBezTo>
                  <a:cubicBezTo>
                    <a:pt x="3" y="19"/>
                    <a:pt x="4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3" y="19"/>
                    <a:pt x="2" y="18"/>
                  </a:cubicBezTo>
                  <a:cubicBezTo>
                    <a:pt x="0" y="15"/>
                    <a:pt x="0" y="9"/>
                    <a:pt x="0" y="6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0" name="Freeform 251">
              <a:extLst>
                <a:ext uri="{FF2B5EF4-FFF2-40B4-BE49-F238E27FC236}">
                  <a16:creationId xmlns:a16="http://schemas.microsoft.com/office/drawing/2014/main" id="{BEC9D957-0608-4FEE-9640-8A4EC6B6D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822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60 w 22"/>
                <a:gd name="T3" fmla="*/ 7 h 22"/>
                <a:gd name="T4" fmla="*/ 21 w 22"/>
                <a:gd name="T5" fmla="*/ 24 h 22"/>
                <a:gd name="T6" fmla="*/ 60 w 22"/>
                <a:gd name="T7" fmla="*/ 121 h 22"/>
                <a:gd name="T8" fmla="*/ 142 w 22"/>
                <a:gd name="T9" fmla="*/ 89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3" y="17"/>
                    <a:pt x="9" y="19"/>
                  </a:cubicBezTo>
                  <a:cubicBezTo>
                    <a:pt x="16" y="22"/>
                    <a:pt x="22" y="18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61" name="Freeform 252">
              <a:extLst>
                <a:ext uri="{FF2B5EF4-FFF2-40B4-BE49-F238E27FC236}">
                  <a16:creationId xmlns:a16="http://schemas.microsoft.com/office/drawing/2014/main" id="{9793FDEA-DC4D-4AD5-B310-26581B122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831"/>
              <a:ext cx="23" cy="21"/>
            </a:xfrm>
            <a:custGeom>
              <a:avLst/>
              <a:gdLst>
                <a:gd name="T0" fmla="*/ 77 w 12"/>
                <a:gd name="T1" fmla="*/ 40 h 11"/>
                <a:gd name="T2" fmla="*/ 69 w 12"/>
                <a:gd name="T3" fmla="*/ 69 h 11"/>
                <a:gd name="T4" fmla="*/ 23 w 12"/>
                <a:gd name="T5" fmla="*/ 55 h 11"/>
                <a:gd name="T6" fmla="*/ 8 w 12"/>
                <a:gd name="T7" fmla="*/ 15 h 11"/>
                <a:gd name="T8" fmla="*/ 23 w 12"/>
                <a:gd name="T9" fmla="*/ 0 h 11"/>
                <a:gd name="T10" fmla="*/ 23 w 12"/>
                <a:gd name="T11" fmla="*/ 0 h 11"/>
                <a:gd name="T12" fmla="*/ 0 w 12"/>
                <a:gd name="T13" fmla="*/ 15 h 11"/>
                <a:gd name="T14" fmla="*/ 23 w 12"/>
                <a:gd name="T15" fmla="*/ 55 h 11"/>
                <a:gd name="T16" fmla="*/ 69 w 12"/>
                <a:gd name="T17" fmla="*/ 69 h 11"/>
                <a:gd name="T18" fmla="*/ 77 w 12"/>
                <a:gd name="T19" fmla="*/ 4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9"/>
                    <a:pt x="10" y="10"/>
                  </a:cubicBezTo>
                  <a:cubicBezTo>
                    <a:pt x="8" y="11"/>
                    <a:pt x="5" y="11"/>
                    <a:pt x="3" y="8"/>
                  </a:cubicBezTo>
                  <a:cubicBezTo>
                    <a:pt x="0" y="5"/>
                    <a:pt x="0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1" y="9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2" name="Freeform 253">
              <a:extLst>
                <a:ext uri="{FF2B5EF4-FFF2-40B4-BE49-F238E27FC236}">
                  <a16:creationId xmlns:a16="http://schemas.microsoft.com/office/drawing/2014/main" id="{EFB13969-DC80-4AE7-918F-72579AF35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844"/>
              <a:ext cx="41" cy="43"/>
            </a:xfrm>
            <a:custGeom>
              <a:avLst/>
              <a:gdLst>
                <a:gd name="T0" fmla="*/ 117 w 22"/>
                <a:gd name="T1" fmla="*/ 39 h 23"/>
                <a:gd name="T2" fmla="*/ 76 w 22"/>
                <a:gd name="T3" fmla="*/ 7 h 23"/>
                <a:gd name="T4" fmla="*/ 32 w 22"/>
                <a:gd name="T5" fmla="*/ 13 h 23"/>
                <a:gd name="T6" fmla="*/ 45 w 22"/>
                <a:gd name="T7" fmla="*/ 125 h 23"/>
                <a:gd name="T8" fmla="*/ 136 w 22"/>
                <a:gd name="T9" fmla="*/ 112 h 23"/>
                <a:gd name="T10" fmla="*/ 117 w 22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2" y="15"/>
                    <a:pt x="7" y="19"/>
                  </a:cubicBezTo>
                  <a:cubicBezTo>
                    <a:pt x="13" y="23"/>
                    <a:pt x="20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63" name="Freeform 254">
              <a:extLst>
                <a:ext uri="{FF2B5EF4-FFF2-40B4-BE49-F238E27FC236}">
                  <a16:creationId xmlns:a16="http://schemas.microsoft.com/office/drawing/2014/main" id="{B73223DE-1B7A-4C59-AEED-FDAB32241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854"/>
              <a:ext cx="21" cy="22"/>
            </a:xfrm>
            <a:custGeom>
              <a:avLst/>
              <a:gdLst>
                <a:gd name="T0" fmla="*/ 76 w 11"/>
                <a:gd name="T1" fmla="*/ 44 h 12"/>
                <a:gd name="T2" fmla="*/ 61 w 11"/>
                <a:gd name="T3" fmla="*/ 68 h 12"/>
                <a:gd name="T4" fmla="*/ 15 w 11"/>
                <a:gd name="T5" fmla="*/ 51 h 12"/>
                <a:gd name="T6" fmla="*/ 15 w 11"/>
                <a:gd name="T7" fmla="*/ 13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13 h 12"/>
                <a:gd name="T14" fmla="*/ 15 w 11"/>
                <a:gd name="T15" fmla="*/ 51 h 12"/>
                <a:gd name="T16" fmla="*/ 61 w 11"/>
                <a:gd name="T17" fmla="*/ 68 h 12"/>
                <a:gd name="T18" fmla="*/ 76 w 11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4" name="Freeform 255">
              <a:extLst>
                <a:ext uri="{FF2B5EF4-FFF2-40B4-BE49-F238E27FC236}">
                  <a16:creationId xmlns:a16="http://schemas.microsoft.com/office/drawing/2014/main" id="{D51CCF99-5958-4D28-B5C2-E1D1230A2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665"/>
              <a:ext cx="37" cy="45"/>
            </a:xfrm>
            <a:custGeom>
              <a:avLst/>
              <a:gdLst>
                <a:gd name="T0" fmla="*/ 113 w 20"/>
                <a:gd name="T1" fmla="*/ 99 h 24"/>
                <a:gd name="T2" fmla="*/ 120 w 20"/>
                <a:gd name="T3" fmla="*/ 45 h 24"/>
                <a:gd name="T4" fmla="*/ 89 w 20"/>
                <a:gd name="T5" fmla="*/ 15 h 24"/>
                <a:gd name="T6" fmla="*/ 7 w 20"/>
                <a:gd name="T7" fmla="*/ 84 h 24"/>
                <a:gd name="T8" fmla="*/ 65 w 20"/>
                <a:gd name="T9" fmla="*/ 152 h 24"/>
                <a:gd name="T10" fmla="*/ 113 w 20"/>
                <a:gd name="T11" fmla="*/ 9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15"/>
                  </a:moveTo>
                  <a:cubicBezTo>
                    <a:pt x="19" y="12"/>
                    <a:pt x="20" y="10"/>
                    <a:pt x="19" y="7"/>
                  </a:cubicBezTo>
                  <a:cubicBezTo>
                    <a:pt x="18" y="5"/>
                    <a:pt x="16" y="3"/>
                    <a:pt x="14" y="2"/>
                  </a:cubicBezTo>
                  <a:cubicBezTo>
                    <a:pt x="8" y="0"/>
                    <a:pt x="2" y="6"/>
                    <a:pt x="1" y="13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2"/>
                    <a:pt x="15" y="20"/>
                    <a:pt x="18" y="1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65" name="Freeform 256">
              <a:extLst>
                <a:ext uri="{FF2B5EF4-FFF2-40B4-BE49-F238E27FC236}">
                  <a16:creationId xmlns:a16="http://schemas.microsoft.com/office/drawing/2014/main" id="{69BD4E5C-7A0B-4DC9-9F9D-382F9B87E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676"/>
              <a:ext cx="19" cy="24"/>
            </a:xfrm>
            <a:custGeom>
              <a:avLst/>
              <a:gdLst>
                <a:gd name="T0" fmla="*/ 48 w 10"/>
                <a:gd name="T1" fmla="*/ 76 h 13"/>
                <a:gd name="T2" fmla="*/ 15 w 10"/>
                <a:gd name="T3" fmla="*/ 76 h 13"/>
                <a:gd name="T4" fmla="*/ 15 w 10"/>
                <a:gd name="T5" fmla="*/ 24 h 13"/>
                <a:gd name="T6" fmla="*/ 48 w 10"/>
                <a:gd name="T7" fmla="*/ 0 h 13"/>
                <a:gd name="T8" fmla="*/ 68 w 10"/>
                <a:gd name="T9" fmla="*/ 13 h 13"/>
                <a:gd name="T10" fmla="*/ 68 w 10"/>
                <a:gd name="T11" fmla="*/ 13 h 13"/>
                <a:gd name="T12" fmla="*/ 48 w 10"/>
                <a:gd name="T13" fmla="*/ 0 h 13"/>
                <a:gd name="T14" fmla="*/ 15 w 10"/>
                <a:gd name="T15" fmla="*/ 24 h 13"/>
                <a:gd name="T16" fmla="*/ 15 w 10"/>
                <a:gd name="T17" fmla="*/ 76 h 13"/>
                <a:gd name="T18" fmla="*/ 48 w 10"/>
                <a:gd name="T19" fmla="*/ 76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7" y="12"/>
                  </a:moveTo>
                  <a:cubicBezTo>
                    <a:pt x="5" y="13"/>
                    <a:pt x="4" y="13"/>
                    <a:pt x="2" y="12"/>
                  </a:cubicBezTo>
                  <a:cubicBezTo>
                    <a:pt x="1" y="10"/>
                    <a:pt x="0" y="8"/>
                    <a:pt x="2" y="4"/>
                  </a:cubicBezTo>
                  <a:cubicBezTo>
                    <a:pt x="4" y="1"/>
                    <a:pt x="5" y="1"/>
                    <a:pt x="7" y="0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0"/>
                    <a:pt x="4" y="1"/>
                    <a:pt x="2" y="4"/>
                  </a:cubicBezTo>
                  <a:cubicBezTo>
                    <a:pt x="0" y="8"/>
                    <a:pt x="1" y="11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6" name="Freeform 257">
              <a:extLst>
                <a:ext uri="{FF2B5EF4-FFF2-40B4-BE49-F238E27FC236}">
                  <a16:creationId xmlns:a16="http://schemas.microsoft.com/office/drawing/2014/main" id="{E56008EF-2146-4ACD-AF1F-FDCF69E0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925"/>
              <a:ext cx="49" cy="58"/>
            </a:xfrm>
            <a:custGeom>
              <a:avLst/>
              <a:gdLst>
                <a:gd name="T0" fmla="*/ 160 w 26"/>
                <a:gd name="T1" fmla="*/ 105 h 31"/>
                <a:gd name="T2" fmla="*/ 168 w 26"/>
                <a:gd name="T3" fmla="*/ 52 h 31"/>
                <a:gd name="T4" fmla="*/ 40 w 26"/>
                <a:gd name="T5" fmla="*/ 60 h 31"/>
                <a:gd name="T6" fmla="*/ 15 w 26"/>
                <a:gd name="T7" fmla="*/ 181 h 31"/>
                <a:gd name="T8" fmla="*/ 89 w 26"/>
                <a:gd name="T9" fmla="*/ 189 h 31"/>
                <a:gd name="T10" fmla="*/ 136 w 26"/>
                <a:gd name="T11" fmla="*/ 144 h 31"/>
                <a:gd name="T12" fmla="*/ 160 w 26"/>
                <a:gd name="T13" fmla="*/ 10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24" y="16"/>
                  </a:moveTo>
                  <a:cubicBezTo>
                    <a:pt x="25" y="13"/>
                    <a:pt x="26" y="10"/>
                    <a:pt x="25" y="8"/>
                  </a:cubicBezTo>
                  <a:cubicBezTo>
                    <a:pt x="22" y="0"/>
                    <a:pt x="12" y="2"/>
                    <a:pt x="6" y="9"/>
                  </a:cubicBezTo>
                  <a:cubicBezTo>
                    <a:pt x="0" y="15"/>
                    <a:pt x="0" y="25"/>
                    <a:pt x="2" y="28"/>
                  </a:cubicBezTo>
                  <a:cubicBezTo>
                    <a:pt x="5" y="31"/>
                    <a:pt x="9" y="31"/>
                    <a:pt x="13" y="29"/>
                  </a:cubicBezTo>
                  <a:cubicBezTo>
                    <a:pt x="16" y="27"/>
                    <a:pt x="18" y="24"/>
                    <a:pt x="20" y="22"/>
                  </a:cubicBezTo>
                  <a:cubicBezTo>
                    <a:pt x="21" y="20"/>
                    <a:pt x="24" y="18"/>
                    <a:pt x="24" y="1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67" name="Freeform 258">
              <a:extLst>
                <a:ext uri="{FF2B5EF4-FFF2-40B4-BE49-F238E27FC236}">
                  <a16:creationId xmlns:a16="http://schemas.microsoft.com/office/drawing/2014/main" id="{ED691662-3A54-474E-BBB4-213E4D36C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942"/>
              <a:ext cx="25" cy="28"/>
            </a:xfrm>
            <a:custGeom>
              <a:avLst/>
              <a:gdLst>
                <a:gd name="T0" fmla="*/ 77 w 13"/>
                <a:gd name="T1" fmla="*/ 7 h 15"/>
                <a:gd name="T2" fmla="*/ 44 w 13"/>
                <a:gd name="T3" fmla="*/ 21 h 15"/>
                <a:gd name="T4" fmla="*/ 0 w 13"/>
                <a:gd name="T5" fmla="*/ 73 h 15"/>
                <a:gd name="T6" fmla="*/ 15 w 13"/>
                <a:gd name="T7" fmla="*/ 97 h 15"/>
                <a:gd name="T8" fmla="*/ 15 w 13"/>
                <a:gd name="T9" fmla="*/ 97 h 15"/>
                <a:gd name="T10" fmla="*/ 8 w 13"/>
                <a:gd name="T11" fmla="*/ 73 h 15"/>
                <a:gd name="T12" fmla="*/ 44 w 13"/>
                <a:gd name="T13" fmla="*/ 21 h 15"/>
                <a:gd name="T14" fmla="*/ 77 w 13"/>
                <a:gd name="T15" fmla="*/ 7 h 15"/>
                <a:gd name="T16" fmla="*/ 92 w 13"/>
                <a:gd name="T17" fmla="*/ 21 h 15"/>
                <a:gd name="T18" fmla="*/ 92 w 13"/>
                <a:gd name="T19" fmla="*/ 21 h 15"/>
                <a:gd name="T20" fmla="*/ 77 w 13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5">
                  <a:moveTo>
                    <a:pt x="11" y="1"/>
                  </a:moveTo>
                  <a:cubicBezTo>
                    <a:pt x="10" y="0"/>
                    <a:pt x="8" y="1"/>
                    <a:pt x="6" y="3"/>
                  </a:cubicBezTo>
                  <a:cubicBezTo>
                    <a:pt x="3" y="5"/>
                    <a:pt x="1" y="9"/>
                    <a:pt x="0" y="11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4"/>
                    <a:pt x="0" y="13"/>
                    <a:pt x="1" y="11"/>
                  </a:cubicBezTo>
                  <a:cubicBezTo>
                    <a:pt x="1" y="9"/>
                    <a:pt x="3" y="5"/>
                    <a:pt x="6" y="3"/>
                  </a:cubicBezTo>
                  <a:cubicBezTo>
                    <a:pt x="8" y="1"/>
                    <a:pt x="10" y="0"/>
                    <a:pt x="11" y="1"/>
                  </a:cubicBezTo>
                  <a:cubicBezTo>
                    <a:pt x="12" y="1"/>
                    <a:pt x="13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2" y="1"/>
                    <a:pt x="1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8" name="Freeform 259">
              <a:extLst>
                <a:ext uri="{FF2B5EF4-FFF2-40B4-BE49-F238E27FC236}">
                  <a16:creationId xmlns:a16="http://schemas.microsoft.com/office/drawing/2014/main" id="{E4821A62-CA44-4DAE-8D36-FEB2AC02C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685"/>
              <a:ext cx="41" cy="43"/>
            </a:xfrm>
            <a:custGeom>
              <a:avLst/>
              <a:gdLst>
                <a:gd name="T0" fmla="*/ 117 w 22"/>
                <a:gd name="T1" fmla="*/ 105 h 23"/>
                <a:gd name="T2" fmla="*/ 136 w 22"/>
                <a:gd name="T3" fmla="*/ 60 h 23"/>
                <a:gd name="T4" fmla="*/ 112 w 22"/>
                <a:gd name="T5" fmla="*/ 21 h 23"/>
                <a:gd name="T6" fmla="*/ 13 w 22"/>
                <a:gd name="T7" fmla="*/ 67 h 23"/>
                <a:gd name="T8" fmla="*/ 60 w 22"/>
                <a:gd name="T9" fmla="*/ 150 h 23"/>
                <a:gd name="T10" fmla="*/ 117 w 22"/>
                <a:gd name="T11" fmla="*/ 10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16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1" y="7"/>
                    <a:pt x="20" y="4"/>
                    <a:pt x="17" y="3"/>
                  </a:cubicBezTo>
                  <a:cubicBezTo>
                    <a:pt x="12" y="0"/>
                    <a:pt x="5" y="4"/>
                    <a:pt x="2" y="10"/>
                  </a:cubicBezTo>
                  <a:cubicBezTo>
                    <a:pt x="0" y="17"/>
                    <a:pt x="5" y="23"/>
                    <a:pt x="9" y="23"/>
                  </a:cubicBezTo>
                  <a:cubicBezTo>
                    <a:pt x="13" y="23"/>
                    <a:pt x="15" y="21"/>
                    <a:pt x="18" y="1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69" name="Freeform 260">
              <a:extLst>
                <a:ext uri="{FF2B5EF4-FFF2-40B4-BE49-F238E27FC236}">
                  <a16:creationId xmlns:a16="http://schemas.microsoft.com/office/drawing/2014/main" id="{AE3532AA-850E-48F2-A4CE-F5BED8EA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697"/>
              <a:ext cx="21" cy="22"/>
            </a:xfrm>
            <a:custGeom>
              <a:avLst/>
              <a:gdLst>
                <a:gd name="T0" fmla="*/ 40 w 11"/>
                <a:gd name="T1" fmla="*/ 73 h 12"/>
                <a:gd name="T2" fmla="*/ 8 w 11"/>
                <a:gd name="T3" fmla="*/ 68 h 12"/>
                <a:gd name="T4" fmla="*/ 21 w 11"/>
                <a:gd name="T5" fmla="*/ 20 h 12"/>
                <a:gd name="T6" fmla="*/ 55 w 11"/>
                <a:gd name="T7" fmla="*/ 7 h 12"/>
                <a:gd name="T8" fmla="*/ 76 w 11"/>
                <a:gd name="T9" fmla="*/ 20 h 12"/>
                <a:gd name="T10" fmla="*/ 76 w 11"/>
                <a:gd name="T11" fmla="*/ 20 h 12"/>
                <a:gd name="T12" fmla="*/ 55 w 11"/>
                <a:gd name="T13" fmla="*/ 7 h 12"/>
                <a:gd name="T14" fmla="*/ 21 w 11"/>
                <a:gd name="T15" fmla="*/ 20 h 12"/>
                <a:gd name="T16" fmla="*/ 8 w 11"/>
                <a:gd name="T17" fmla="*/ 68 h 12"/>
                <a:gd name="T18" fmla="*/ 40 w 11"/>
                <a:gd name="T19" fmla="*/ 7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6" y="12"/>
                  </a:moveTo>
                  <a:cubicBezTo>
                    <a:pt x="4" y="12"/>
                    <a:pt x="2" y="12"/>
                    <a:pt x="1" y="11"/>
                  </a:cubicBezTo>
                  <a:cubicBezTo>
                    <a:pt x="0" y="9"/>
                    <a:pt x="0" y="6"/>
                    <a:pt x="3" y="3"/>
                  </a:cubicBezTo>
                  <a:cubicBezTo>
                    <a:pt x="5" y="1"/>
                    <a:pt x="7" y="1"/>
                    <a:pt x="8" y="1"/>
                  </a:cubicBezTo>
                  <a:cubicBezTo>
                    <a:pt x="10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6"/>
                    <a:pt x="0" y="9"/>
                    <a:pt x="1" y="11"/>
                  </a:cubicBezTo>
                  <a:cubicBezTo>
                    <a:pt x="2" y="12"/>
                    <a:pt x="4" y="12"/>
                    <a:pt x="6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0" name="Freeform 261">
              <a:extLst>
                <a:ext uri="{FF2B5EF4-FFF2-40B4-BE49-F238E27FC236}">
                  <a16:creationId xmlns:a16="http://schemas.microsoft.com/office/drawing/2014/main" id="{0C95F01D-2CE0-4146-9F5A-A4AAA1B98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736"/>
              <a:ext cx="41" cy="43"/>
            </a:xfrm>
            <a:custGeom>
              <a:avLst/>
              <a:gdLst>
                <a:gd name="T0" fmla="*/ 121 w 22"/>
                <a:gd name="T1" fmla="*/ 112 h 23"/>
                <a:gd name="T2" fmla="*/ 136 w 22"/>
                <a:gd name="T3" fmla="*/ 60 h 23"/>
                <a:gd name="T4" fmla="*/ 117 w 22"/>
                <a:gd name="T5" fmla="*/ 21 h 23"/>
                <a:gd name="T6" fmla="*/ 21 w 22"/>
                <a:gd name="T7" fmla="*/ 73 h 23"/>
                <a:gd name="T8" fmla="*/ 60 w 22"/>
                <a:gd name="T9" fmla="*/ 150 h 23"/>
                <a:gd name="T10" fmla="*/ 121 w 22"/>
                <a:gd name="T11" fmla="*/ 11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9" y="17"/>
                  </a:moveTo>
                  <a:cubicBezTo>
                    <a:pt x="21" y="14"/>
                    <a:pt x="22" y="12"/>
                    <a:pt x="21" y="9"/>
                  </a:cubicBezTo>
                  <a:cubicBezTo>
                    <a:pt x="21" y="7"/>
                    <a:pt x="20" y="5"/>
                    <a:pt x="18" y="3"/>
                  </a:cubicBezTo>
                  <a:cubicBezTo>
                    <a:pt x="12" y="0"/>
                    <a:pt x="5" y="4"/>
                    <a:pt x="3" y="11"/>
                  </a:cubicBezTo>
                  <a:cubicBezTo>
                    <a:pt x="0" y="18"/>
                    <a:pt x="5" y="23"/>
                    <a:pt x="9" y="23"/>
                  </a:cubicBezTo>
                  <a:cubicBezTo>
                    <a:pt x="13" y="23"/>
                    <a:pt x="15" y="22"/>
                    <a:pt x="19" y="17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71" name="Freeform 262">
              <a:extLst>
                <a:ext uri="{FF2B5EF4-FFF2-40B4-BE49-F238E27FC236}">
                  <a16:creationId xmlns:a16="http://schemas.microsoft.com/office/drawing/2014/main" id="{3148D759-B1F8-4047-87BD-7AF3649A4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749"/>
              <a:ext cx="21" cy="22"/>
            </a:xfrm>
            <a:custGeom>
              <a:avLst/>
              <a:gdLst>
                <a:gd name="T0" fmla="*/ 40 w 11"/>
                <a:gd name="T1" fmla="*/ 68 h 12"/>
                <a:gd name="T2" fmla="*/ 15 w 11"/>
                <a:gd name="T3" fmla="*/ 61 h 12"/>
                <a:gd name="T4" fmla="*/ 21 w 11"/>
                <a:gd name="T5" fmla="*/ 20 h 12"/>
                <a:gd name="T6" fmla="*/ 55 w 11"/>
                <a:gd name="T7" fmla="*/ 0 h 12"/>
                <a:gd name="T8" fmla="*/ 76 w 11"/>
                <a:gd name="T9" fmla="*/ 20 h 12"/>
                <a:gd name="T10" fmla="*/ 76 w 11"/>
                <a:gd name="T11" fmla="*/ 20 h 12"/>
                <a:gd name="T12" fmla="*/ 55 w 11"/>
                <a:gd name="T13" fmla="*/ 0 h 12"/>
                <a:gd name="T14" fmla="*/ 21 w 11"/>
                <a:gd name="T15" fmla="*/ 20 h 12"/>
                <a:gd name="T16" fmla="*/ 15 w 11"/>
                <a:gd name="T17" fmla="*/ 61 h 12"/>
                <a:gd name="T18" fmla="*/ 40 w 11"/>
                <a:gd name="T19" fmla="*/ 6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6" y="11"/>
                  </a:moveTo>
                  <a:cubicBezTo>
                    <a:pt x="4" y="12"/>
                    <a:pt x="3" y="12"/>
                    <a:pt x="2" y="10"/>
                  </a:cubicBezTo>
                  <a:cubicBezTo>
                    <a:pt x="1" y="9"/>
                    <a:pt x="1" y="6"/>
                    <a:pt x="3" y="3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10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7" y="0"/>
                    <a:pt x="5" y="0"/>
                    <a:pt x="3" y="3"/>
                  </a:cubicBezTo>
                  <a:cubicBezTo>
                    <a:pt x="0" y="6"/>
                    <a:pt x="0" y="9"/>
                    <a:pt x="2" y="10"/>
                  </a:cubicBezTo>
                  <a:cubicBezTo>
                    <a:pt x="3" y="12"/>
                    <a:pt x="4" y="12"/>
                    <a:pt x="6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2" name="Freeform 263">
              <a:extLst>
                <a:ext uri="{FF2B5EF4-FFF2-40B4-BE49-F238E27FC236}">
                  <a16:creationId xmlns:a16="http://schemas.microsoft.com/office/drawing/2014/main" id="{5B8DCD99-4333-4CDB-9048-84EE4AF86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92"/>
              <a:ext cx="54" cy="51"/>
            </a:xfrm>
            <a:custGeom>
              <a:avLst/>
              <a:gdLst>
                <a:gd name="T0" fmla="*/ 45 w 29"/>
                <a:gd name="T1" fmla="*/ 8 h 27"/>
                <a:gd name="T2" fmla="*/ 7 w 29"/>
                <a:gd name="T3" fmla="*/ 53 h 27"/>
                <a:gd name="T4" fmla="*/ 84 w 29"/>
                <a:gd name="T5" fmla="*/ 153 h 27"/>
                <a:gd name="T6" fmla="*/ 164 w 29"/>
                <a:gd name="T7" fmla="*/ 161 h 27"/>
                <a:gd name="T8" fmla="*/ 45 w 29"/>
                <a:gd name="T9" fmla="*/ 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7">
                  <a:moveTo>
                    <a:pt x="7" y="1"/>
                  </a:moveTo>
                  <a:cubicBezTo>
                    <a:pt x="2" y="0"/>
                    <a:pt x="0" y="3"/>
                    <a:pt x="1" y="8"/>
                  </a:cubicBezTo>
                  <a:cubicBezTo>
                    <a:pt x="3" y="13"/>
                    <a:pt x="8" y="19"/>
                    <a:pt x="13" y="23"/>
                  </a:cubicBezTo>
                  <a:cubicBezTo>
                    <a:pt x="19" y="27"/>
                    <a:pt x="23" y="26"/>
                    <a:pt x="25" y="24"/>
                  </a:cubicBezTo>
                  <a:cubicBezTo>
                    <a:pt x="29" y="20"/>
                    <a:pt x="17" y="3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73" name="Freeform 264">
              <a:extLst>
                <a:ext uri="{FF2B5EF4-FFF2-40B4-BE49-F238E27FC236}">
                  <a16:creationId xmlns:a16="http://schemas.microsoft.com/office/drawing/2014/main" id="{DC2A7D09-4552-4A12-A54D-B2B554B3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302"/>
              <a:ext cx="26" cy="28"/>
            </a:xfrm>
            <a:custGeom>
              <a:avLst/>
              <a:gdLst>
                <a:gd name="T0" fmla="*/ 7 w 14"/>
                <a:gd name="T1" fmla="*/ 0 h 15"/>
                <a:gd name="T2" fmla="*/ 13 w 14"/>
                <a:gd name="T3" fmla="*/ 45 h 15"/>
                <a:gd name="T4" fmla="*/ 69 w 14"/>
                <a:gd name="T5" fmla="*/ 97 h 15"/>
                <a:gd name="T6" fmla="*/ 89 w 14"/>
                <a:gd name="T7" fmla="*/ 97 h 15"/>
                <a:gd name="T8" fmla="*/ 89 w 14"/>
                <a:gd name="T9" fmla="*/ 97 h 15"/>
                <a:gd name="T10" fmla="*/ 69 w 14"/>
                <a:gd name="T11" fmla="*/ 97 h 15"/>
                <a:gd name="T12" fmla="*/ 13 w 14"/>
                <a:gd name="T13" fmla="*/ 45 h 15"/>
                <a:gd name="T14" fmla="*/ 7 w 14"/>
                <a:gd name="T15" fmla="*/ 0 h 15"/>
                <a:gd name="T16" fmla="*/ 24 w 14"/>
                <a:gd name="T17" fmla="*/ 0 h 15"/>
                <a:gd name="T18" fmla="*/ 24 w 14"/>
                <a:gd name="T19" fmla="*/ 0 h 15"/>
                <a:gd name="T20" fmla="*/ 7 w 14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5">
                  <a:moveTo>
                    <a:pt x="1" y="0"/>
                  </a:moveTo>
                  <a:cubicBezTo>
                    <a:pt x="0" y="1"/>
                    <a:pt x="0" y="4"/>
                    <a:pt x="2" y="7"/>
                  </a:cubicBezTo>
                  <a:cubicBezTo>
                    <a:pt x="4" y="10"/>
                    <a:pt x="8" y="14"/>
                    <a:pt x="11" y="15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3" y="15"/>
                    <a:pt x="12" y="15"/>
                    <a:pt x="11" y="15"/>
                  </a:cubicBezTo>
                  <a:cubicBezTo>
                    <a:pt x="8" y="13"/>
                    <a:pt x="4" y="10"/>
                    <a:pt x="2" y="7"/>
                  </a:cubicBezTo>
                  <a:cubicBezTo>
                    <a:pt x="1" y="4"/>
                    <a:pt x="0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4" name="Freeform 265">
              <a:extLst>
                <a:ext uri="{FF2B5EF4-FFF2-40B4-BE49-F238E27FC236}">
                  <a16:creationId xmlns:a16="http://schemas.microsoft.com/office/drawing/2014/main" id="{36A8890A-38DC-4ECC-B208-4B6F1AFE1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468"/>
              <a:ext cx="41" cy="43"/>
            </a:xfrm>
            <a:custGeom>
              <a:avLst/>
              <a:gdLst>
                <a:gd name="T0" fmla="*/ 112 w 22"/>
                <a:gd name="T1" fmla="*/ 24 h 23"/>
                <a:gd name="T2" fmla="*/ 73 w 22"/>
                <a:gd name="T3" fmla="*/ 0 h 23"/>
                <a:gd name="T4" fmla="*/ 24 w 22"/>
                <a:gd name="T5" fmla="*/ 21 h 23"/>
                <a:gd name="T6" fmla="*/ 52 w 22"/>
                <a:gd name="T7" fmla="*/ 125 h 23"/>
                <a:gd name="T8" fmla="*/ 142 w 22"/>
                <a:gd name="T9" fmla="*/ 97 h 23"/>
                <a:gd name="T10" fmla="*/ 112 w 22"/>
                <a:gd name="T11" fmla="*/ 2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3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75" name="Freeform 266">
              <a:extLst>
                <a:ext uri="{FF2B5EF4-FFF2-40B4-BE49-F238E27FC236}">
                  <a16:creationId xmlns:a16="http://schemas.microsoft.com/office/drawing/2014/main" id="{A472459E-BEBE-4654-8DC5-1CA62D681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476"/>
              <a:ext cx="22" cy="22"/>
            </a:xfrm>
            <a:custGeom>
              <a:avLst/>
              <a:gdLst>
                <a:gd name="T0" fmla="*/ 68 w 12"/>
                <a:gd name="T1" fmla="*/ 44 h 12"/>
                <a:gd name="T2" fmla="*/ 57 w 12"/>
                <a:gd name="T3" fmla="*/ 68 h 12"/>
                <a:gd name="T4" fmla="*/ 20 w 12"/>
                <a:gd name="T5" fmla="*/ 57 h 12"/>
                <a:gd name="T6" fmla="*/ 7 w 12"/>
                <a:gd name="T7" fmla="*/ 20 h 12"/>
                <a:gd name="T8" fmla="*/ 24 w 12"/>
                <a:gd name="T9" fmla="*/ 0 h 12"/>
                <a:gd name="T10" fmla="*/ 24 w 12"/>
                <a:gd name="T11" fmla="*/ 0 h 12"/>
                <a:gd name="T12" fmla="*/ 7 w 12"/>
                <a:gd name="T13" fmla="*/ 20 h 12"/>
                <a:gd name="T14" fmla="*/ 13 w 12"/>
                <a:gd name="T15" fmla="*/ 57 h 12"/>
                <a:gd name="T16" fmla="*/ 61 w 12"/>
                <a:gd name="T17" fmla="*/ 73 h 12"/>
                <a:gd name="T18" fmla="*/ 68 w 12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8" y="12"/>
                    <a:pt x="5" y="12"/>
                    <a:pt x="3" y="9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2"/>
                    <a:pt x="8" y="12"/>
                    <a:pt x="10" y="12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6" name="Freeform 267">
              <a:extLst>
                <a:ext uri="{FF2B5EF4-FFF2-40B4-BE49-F238E27FC236}">
                  <a16:creationId xmlns:a16="http://schemas.microsoft.com/office/drawing/2014/main" id="{99DF30EF-2EAF-441C-9D84-3498C2326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710"/>
              <a:ext cx="41" cy="43"/>
            </a:xfrm>
            <a:custGeom>
              <a:avLst/>
              <a:gdLst>
                <a:gd name="T0" fmla="*/ 112 w 22"/>
                <a:gd name="T1" fmla="*/ 32 h 23"/>
                <a:gd name="T2" fmla="*/ 73 w 22"/>
                <a:gd name="T3" fmla="*/ 0 h 23"/>
                <a:gd name="T4" fmla="*/ 24 w 22"/>
                <a:gd name="T5" fmla="*/ 13 h 23"/>
                <a:gd name="T6" fmla="*/ 45 w 22"/>
                <a:gd name="T7" fmla="*/ 120 h 23"/>
                <a:gd name="T8" fmla="*/ 136 w 22"/>
                <a:gd name="T9" fmla="*/ 105 h 23"/>
                <a:gd name="T10" fmla="*/ 112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3" y="23"/>
                    <a:pt x="19" y="20"/>
                    <a:pt x="21" y="16"/>
                  </a:cubicBezTo>
                  <a:cubicBezTo>
                    <a:pt x="22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77" name="Freeform 268">
              <a:extLst>
                <a:ext uri="{FF2B5EF4-FFF2-40B4-BE49-F238E27FC236}">
                  <a16:creationId xmlns:a16="http://schemas.microsoft.com/office/drawing/2014/main" id="{DF71BB94-5147-42D2-941A-497E6739F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717"/>
              <a:ext cx="21" cy="23"/>
            </a:xfrm>
            <a:custGeom>
              <a:avLst/>
              <a:gdLst>
                <a:gd name="T0" fmla="*/ 76 w 11"/>
                <a:gd name="T1" fmla="*/ 56 h 12"/>
                <a:gd name="T2" fmla="*/ 55 w 11"/>
                <a:gd name="T3" fmla="*/ 84 h 12"/>
                <a:gd name="T4" fmla="*/ 15 w 11"/>
                <a:gd name="T5" fmla="*/ 56 h 12"/>
                <a:gd name="T6" fmla="*/ 8 w 11"/>
                <a:gd name="T7" fmla="*/ 15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15 h 12"/>
                <a:gd name="T14" fmla="*/ 15 w 11"/>
                <a:gd name="T15" fmla="*/ 56 h 12"/>
                <a:gd name="T16" fmla="*/ 55 w 11"/>
                <a:gd name="T17" fmla="*/ 84 h 12"/>
                <a:gd name="T18" fmla="*/ 76 w 11"/>
                <a:gd name="T19" fmla="*/ 5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8" name="Freeform 269">
              <a:extLst>
                <a:ext uri="{FF2B5EF4-FFF2-40B4-BE49-F238E27FC236}">
                  <a16:creationId xmlns:a16="http://schemas.microsoft.com/office/drawing/2014/main" id="{E3ADC69A-EF7C-4493-8390-81549E347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517"/>
              <a:ext cx="52" cy="52"/>
            </a:xfrm>
            <a:custGeom>
              <a:avLst/>
              <a:gdLst>
                <a:gd name="T0" fmla="*/ 121 w 28"/>
                <a:gd name="T1" fmla="*/ 156 h 28"/>
                <a:gd name="T2" fmla="*/ 156 w 28"/>
                <a:gd name="T3" fmla="*/ 52 h 28"/>
                <a:gd name="T4" fmla="*/ 37 w 28"/>
                <a:gd name="T5" fmla="*/ 32 h 28"/>
                <a:gd name="T6" fmla="*/ 121 w 28"/>
                <a:gd name="T7" fmla="*/ 15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19" y="24"/>
                  </a:moveTo>
                  <a:cubicBezTo>
                    <a:pt x="26" y="23"/>
                    <a:pt x="28" y="15"/>
                    <a:pt x="24" y="8"/>
                  </a:cubicBezTo>
                  <a:cubicBezTo>
                    <a:pt x="19" y="1"/>
                    <a:pt x="11" y="0"/>
                    <a:pt x="6" y="5"/>
                  </a:cubicBezTo>
                  <a:cubicBezTo>
                    <a:pt x="0" y="11"/>
                    <a:pt x="8" y="28"/>
                    <a:pt x="19" y="2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79" name="Freeform 270">
              <a:extLst>
                <a:ext uri="{FF2B5EF4-FFF2-40B4-BE49-F238E27FC236}">
                  <a16:creationId xmlns:a16="http://schemas.microsoft.com/office/drawing/2014/main" id="{1F7BA798-DE6A-4CD3-B4B8-061DE16B7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534"/>
              <a:ext cx="28" cy="20"/>
            </a:xfrm>
            <a:custGeom>
              <a:avLst/>
              <a:gdLst>
                <a:gd name="T0" fmla="*/ 84 w 15"/>
                <a:gd name="T1" fmla="*/ 0 h 11"/>
                <a:gd name="T2" fmla="*/ 91 w 15"/>
                <a:gd name="T3" fmla="*/ 36 h 11"/>
                <a:gd name="T4" fmla="*/ 60 w 15"/>
                <a:gd name="T5" fmla="*/ 65 h 11"/>
                <a:gd name="T6" fmla="*/ 13 w 15"/>
                <a:gd name="T7" fmla="*/ 44 h 11"/>
                <a:gd name="T8" fmla="*/ 7 w 15"/>
                <a:gd name="T9" fmla="*/ 0 h 11"/>
                <a:gd name="T10" fmla="*/ 7 w 15"/>
                <a:gd name="T11" fmla="*/ 0 h 11"/>
                <a:gd name="T12" fmla="*/ 13 w 15"/>
                <a:gd name="T13" fmla="*/ 44 h 11"/>
                <a:gd name="T14" fmla="*/ 60 w 15"/>
                <a:gd name="T15" fmla="*/ 65 h 11"/>
                <a:gd name="T16" fmla="*/ 91 w 15"/>
                <a:gd name="T17" fmla="*/ 36 h 11"/>
                <a:gd name="T18" fmla="*/ 84 w 15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14" y="2"/>
                    <a:pt x="15" y="4"/>
                    <a:pt x="14" y="6"/>
                  </a:cubicBezTo>
                  <a:cubicBezTo>
                    <a:pt x="13" y="9"/>
                    <a:pt x="11" y="10"/>
                    <a:pt x="9" y="11"/>
                  </a:cubicBezTo>
                  <a:cubicBezTo>
                    <a:pt x="6" y="11"/>
                    <a:pt x="4" y="9"/>
                    <a:pt x="2" y="7"/>
                  </a:cubicBezTo>
                  <a:cubicBezTo>
                    <a:pt x="1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1" y="5"/>
                    <a:pt x="2" y="7"/>
                  </a:cubicBezTo>
                  <a:cubicBezTo>
                    <a:pt x="4" y="9"/>
                    <a:pt x="6" y="11"/>
                    <a:pt x="9" y="11"/>
                  </a:cubicBezTo>
                  <a:cubicBezTo>
                    <a:pt x="11" y="11"/>
                    <a:pt x="13" y="9"/>
                    <a:pt x="14" y="6"/>
                  </a:cubicBezTo>
                  <a:cubicBezTo>
                    <a:pt x="15" y="4"/>
                    <a:pt x="14" y="2"/>
                    <a:pt x="1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0" name="Freeform 271">
              <a:extLst>
                <a:ext uri="{FF2B5EF4-FFF2-40B4-BE49-F238E27FC236}">
                  <a16:creationId xmlns:a16="http://schemas.microsoft.com/office/drawing/2014/main" id="{8882F099-FCEF-4F25-B425-4008A499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764"/>
              <a:ext cx="30" cy="37"/>
            </a:xfrm>
            <a:custGeom>
              <a:avLst/>
              <a:gdLst>
                <a:gd name="T0" fmla="*/ 99 w 16"/>
                <a:gd name="T1" fmla="*/ 68 h 20"/>
                <a:gd name="T2" fmla="*/ 99 w 16"/>
                <a:gd name="T3" fmla="*/ 104 h 20"/>
                <a:gd name="T4" fmla="*/ 92 w 16"/>
                <a:gd name="T5" fmla="*/ 113 h 20"/>
                <a:gd name="T6" fmla="*/ 84 w 16"/>
                <a:gd name="T7" fmla="*/ 105 h 20"/>
                <a:gd name="T8" fmla="*/ 60 w 16"/>
                <a:gd name="T9" fmla="*/ 113 h 20"/>
                <a:gd name="T10" fmla="*/ 53 w 16"/>
                <a:gd name="T11" fmla="*/ 104 h 20"/>
                <a:gd name="T12" fmla="*/ 39 w 16"/>
                <a:gd name="T13" fmla="*/ 105 h 20"/>
                <a:gd name="T14" fmla="*/ 28 w 16"/>
                <a:gd name="T15" fmla="*/ 89 h 20"/>
                <a:gd name="T16" fmla="*/ 21 w 16"/>
                <a:gd name="T17" fmla="*/ 76 h 20"/>
                <a:gd name="T18" fmla="*/ 8 w 16"/>
                <a:gd name="T19" fmla="*/ 52 h 20"/>
                <a:gd name="T20" fmla="*/ 15 w 16"/>
                <a:gd name="T21" fmla="*/ 37 h 20"/>
                <a:gd name="T22" fmla="*/ 28 w 16"/>
                <a:gd name="T23" fmla="*/ 24 h 20"/>
                <a:gd name="T24" fmla="*/ 53 w 16"/>
                <a:gd name="T25" fmla="*/ 7 h 20"/>
                <a:gd name="T26" fmla="*/ 84 w 16"/>
                <a:gd name="T27" fmla="*/ 24 h 20"/>
                <a:gd name="T28" fmla="*/ 99 w 16"/>
                <a:gd name="T29" fmla="*/ 68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1"/>
                  </a:moveTo>
                  <a:cubicBezTo>
                    <a:pt x="16" y="12"/>
                    <a:pt x="15" y="15"/>
                    <a:pt x="15" y="16"/>
                  </a:cubicBezTo>
                  <a:cubicBezTo>
                    <a:pt x="15" y="17"/>
                    <a:pt x="14" y="17"/>
                    <a:pt x="14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2" y="18"/>
                    <a:pt x="11" y="20"/>
                    <a:pt x="9" y="18"/>
                  </a:cubicBezTo>
                  <a:cubicBezTo>
                    <a:pt x="9" y="17"/>
                    <a:pt x="9" y="16"/>
                    <a:pt x="8" y="16"/>
                  </a:cubicBezTo>
                  <a:cubicBezTo>
                    <a:pt x="7" y="15"/>
                    <a:pt x="7" y="17"/>
                    <a:pt x="6" y="17"/>
                  </a:cubicBezTo>
                  <a:cubicBezTo>
                    <a:pt x="5" y="17"/>
                    <a:pt x="5" y="16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9"/>
                    <a:pt x="1" y="8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5" y="2"/>
                    <a:pt x="6" y="0"/>
                    <a:pt x="8" y="1"/>
                  </a:cubicBezTo>
                  <a:cubicBezTo>
                    <a:pt x="9" y="1"/>
                    <a:pt x="12" y="2"/>
                    <a:pt x="13" y="4"/>
                  </a:cubicBezTo>
                  <a:cubicBezTo>
                    <a:pt x="13" y="5"/>
                    <a:pt x="14" y="9"/>
                    <a:pt x="15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1" name="Freeform 272">
              <a:extLst>
                <a:ext uri="{FF2B5EF4-FFF2-40B4-BE49-F238E27FC236}">
                  <a16:creationId xmlns:a16="http://schemas.microsoft.com/office/drawing/2014/main" id="{8A7EF98E-5998-4CBD-AFF5-545B3A7CE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775"/>
              <a:ext cx="6" cy="13"/>
            </a:xfrm>
            <a:custGeom>
              <a:avLst/>
              <a:gdLst>
                <a:gd name="T0" fmla="*/ 16 w 3"/>
                <a:gd name="T1" fmla="*/ 0 h 7"/>
                <a:gd name="T2" fmla="*/ 0 w 3"/>
                <a:gd name="T3" fmla="*/ 7 h 7"/>
                <a:gd name="T4" fmla="*/ 0 w 3"/>
                <a:gd name="T5" fmla="*/ 20 h 7"/>
                <a:gd name="T6" fmla="*/ 24 w 3"/>
                <a:gd name="T7" fmla="*/ 45 h 7"/>
                <a:gd name="T8" fmla="*/ 16 w 3"/>
                <a:gd name="T9" fmla="*/ 32 h 7"/>
                <a:gd name="T10" fmla="*/ 16 w 3"/>
                <a:gd name="T11" fmla="*/ 20 h 7"/>
                <a:gd name="T12" fmla="*/ 8 w 3"/>
                <a:gd name="T13" fmla="*/ 13 h 7"/>
                <a:gd name="T14" fmla="*/ 16 w 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5"/>
                    <a:pt x="2" y="6"/>
                    <a:pt x="3" y="7"/>
                  </a:cubicBezTo>
                  <a:cubicBezTo>
                    <a:pt x="3" y="6"/>
                    <a:pt x="2" y="6"/>
                    <a:pt x="2" y="5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2" name="Freeform 273">
              <a:extLst>
                <a:ext uri="{FF2B5EF4-FFF2-40B4-BE49-F238E27FC236}">
                  <a16:creationId xmlns:a16="http://schemas.microsoft.com/office/drawing/2014/main" id="{2711BD00-0326-403D-8B84-E8C175B56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788"/>
              <a:ext cx="7" cy="6"/>
            </a:xfrm>
            <a:custGeom>
              <a:avLst/>
              <a:gdLst>
                <a:gd name="T0" fmla="*/ 0 w 4"/>
                <a:gd name="T1" fmla="*/ 0 h 3"/>
                <a:gd name="T2" fmla="*/ 7 w 4"/>
                <a:gd name="T3" fmla="*/ 24 h 3"/>
                <a:gd name="T4" fmla="*/ 16 w 4"/>
                <a:gd name="T5" fmla="*/ 16 h 3"/>
                <a:gd name="T6" fmla="*/ 21 w 4"/>
                <a:gd name="T7" fmla="*/ 8 h 3"/>
                <a:gd name="T8" fmla="*/ 12 w 4"/>
                <a:gd name="T9" fmla="*/ 16 h 3"/>
                <a:gd name="T10" fmla="*/ 7 w 4"/>
                <a:gd name="T11" fmla="*/ 8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1" y="3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3" name="Freeform 274">
              <a:extLst>
                <a:ext uri="{FF2B5EF4-FFF2-40B4-BE49-F238E27FC236}">
                  <a16:creationId xmlns:a16="http://schemas.microsoft.com/office/drawing/2014/main" id="{D7B01D79-3E50-4913-BBC7-EBD97B97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792"/>
              <a:ext cx="8" cy="7"/>
            </a:xfrm>
            <a:custGeom>
              <a:avLst/>
              <a:gdLst>
                <a:gd name="T0" fmla="*/ 16 w 4"/>
                <a:gd name="T1" fmla="*/ 0 h 4"/>
                <a:gd name="T2" fmla="*/ 0 w 4"/>
                <a:gd name="T3" fmla="*/ 7 h 4"/>
                <a:gd name="T4" fmla="*/ 16 w 4"/>
                <a:gd name="T5" fmla="*/ 16 h 4"/>
                <a:gd name="T6" fmla="*/ 32 w 4"/>
                <a:gd name="T7" fmla="*/ 12 h 4"/>
                <a:gd name="T8" fmla="*/ 16 w 4"/>
                <a:gd name="T9" fmla="*/ 12 h 4"/>
                <a:gd name="T10" fmla="*/ 16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2"/>
                    <a:pt x="3" y="3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4" name="Freeform 275">
              <a:extLst>
                <a:ext uri="{FF2B5EF4-FFF2-40B4-BE49-F238E27FC236}">
                  <a16:creationId xmlns:a16="http://schemas.microsoft.com/office/drawing/2014/main" id="{D642982C-625A-4E5F-A49F-743DE4173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788"/>
              <a:ext cx="7" cy="10"/>
            </a:xfrm>
            <a:custGeom>
              <a:avLst/>
              <a:gdLst>
                <a:gd name="T0" fmla="*/ 21 w 4"/>
                <a:gd name="T1" fmla="*/ 8 h 5"/>
                <a:gd name="T2" fmla="*/ 16 w 4"/>
                <a:gd name="T3" fmla="*/ 32 h 5"/>
                <a:gd name="T4" fmla="*/ 12 w 4"/>
                <a:gd name="T5" fmla="*/ 32 h 5"/>
                <a:gd name="T6" fmla="*/ 0 w 4"/>
                <a:gd name="T7" fmla="*/ 40 h 5"/>
                <a:gd name="T8" fmla="*/ 16 w 4"/>
                <a:gd name="T9" fmla="*/ 24 h 5"/>
                <a:gd name="T10" fmla="*/ 21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4" y="2"/>
                    <a:pt x="4" y="3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1" y="5"/>
                    <a:pt x="0" y="5"/>
                  </a:cubicBezTo>
                  <a:cubicBezTo>
                    <a:pt x="1" y="4"/>
                    <a:pt x="2" y="3"/>
                    <a:pt x="3" y="3"/>
                  </a:cubicBez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5" name="Freeform 276">
              <a:extLst>
                <a:ext uri="{FF2B5EF4-FFF2-40B4-BE49-F238E27FC236}">
                  <a16:creationId xmlns:a16="http://schemas.microsoft.com/office/drawing/2014/main" id="{33B43EC1-246E-49E2-B07F-0A79A68FD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771"/>
              <a:ext cx="4" cy="13"/>
            </a:xfrm>
            <a:custGeom>
              <a:avLst/>
              <a:gdLst>
                <a:gd name="T0" fmla="*/ 8 w 2"/>
                <a:gd name="T1" fmla="*/ 7 h 7"/>
                <a:gd name="T2" fmla="*/ 0 w 2"/>
                <a:gd name="T3" fmla="*/ 24 h 7"/>
                <a:gd name="T4" fmla="*/ 16 w 2"/>
                <a:gd name="T5" fmla="*/ 45 h 7"/>
                <a:gd name="T6" fmla="*/ 16 w 2"/>
                <a:gd name="T7" fmla="*/ 20 h 7"/>
                <a:gd name="T8" fmla="*/ 8 w 2"/>
                <a:gd name="T9" fmla="*/ 7 h 7"/>
                <a:gd name="T10" fmla="*/ 8 w 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7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1" y="5"/>
                    <a:pt x="1" y="5"/>
                    <a:pt x="2" y="3"/>
                  </a:cubicBezTo>
                  <a:cubicBezTo>
                    <a:pt x="2" y="3"/>
                    <a:pt x="2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6" name="Freeform 277">
              <a:extLst>
                <a:ext uri="{FF2B5EF4-FFF2-40B4-BE49-F238E27FC236}">
                  <a16:creationId xmlns:a16="http://schemas.microsoft.com/office/drawing/2014/main" id="{9D5461FF-1837-452B-B008-630694E58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779"/>
              <a:ext cx="6" cy="7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7 h 4"/>
                <a:gd name="T4" fmla="*/ 8 w 3"/>
                <a:gd name="T5" fmla="*/ 12 h 4"/>
                <a:gd name="T6" fmla="*/ 16 w 3"/>
                <a:gd name="T7" fmla="*/ 21 h 4"/>
                <a:gd name="T8" fmla="*/ 16 w 3"/>
                <a:gd name="T9" fmla="*/ 16 h 4"/>
                <a:gd name="T10" fmla="*/ 0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7" name="Freeform 278">
              <a:extLst>
                <a:ext uri="{FF2B5EF4-FFF2-40B4-BE49-F238E27FC236}">
                  <a16:creationId xmlns:a16="http://schemas.microsoft.com/office/drawing/2014/main" id="{C1D4AE7B-7468-40ED-9A6E-F98575D34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792"/>
              <a:ext cx="4" cy="4"/>
            </a:xfrm>
            <a:custGeom>
              <a:avLst/>
              <a:gdLst>
                <a:gd name="T0" fmla="*/ 16 w 2"/>
                <a:gd name="T1" fmla="*/ 8 h 2"/>
                <a:gd name="T2" fmla="*/ 0 w 2"/>
                <a:gd name="T3" fmla="*/ 8 h 2"/>
                <a:gd name="T4" fmla="*/ 16 w 2"/>
                <a:gd name="T5" fmla="*/ 16 h 2"/>
                <a:gd name="T6" fmla="*/ 16 w 2"/>
                <a:gd name="T7" fmla="*/ 8 h 2"/>
                <a:gd name="T8" fmla="*/ 16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8" name="Freeform 279">
              <a:extLst>
                <a:ext uri="{FF2B5EF4-FFF2-40B4-BE49-F238E27FC236}">
                  <a16:creationId xmlns:a16="http://schemas.microsoft.com/office/drawing/2014/main" id="{193AF6A7-16EC-4EC3-B649-24FB60823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766"/>
              <a:ext cx="11" cy="5"/>
            </a:xfrm>
            <a:custGeom>
              <a:avLst/>
              <a:gdLst>
                <a:gd name="T0" fmla="*/ 37 w 6"/>
                <a:gd name="T1" fmla="*/ 5 h 3"/>
                <a:gd name="T2" fmla="*/ 20 w 6"/>
                <a:gd name="T3" fmla="*/ 0 h 3"/>
                <a:gd name="T4" fmla="*/ 0 w 6"/>
                <a:gd name="T5" fmla="*/ 13 h 3"/>
                <a:gd name="T6" fmla="*/ 20 w 6"/>
                <a:gd name="T7" fmla="*/ 5 h 3"/>
                <a:gd name="T8" fmla="*/ 31 w 6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4" y="1"/>
                    <a:pt x="5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9" name="Freeform 280">
              <a:extLst>
                <a:ext uri="{FF2B5EF4-FFF2-40B4-BE49-F238E27FC236}">
                  <a16:creationId xmlns:a16="http://schemas.microsoft.com/office/drawing/2014/main" id="{5129FF60-E7BA-4F27-B29A-6C8FBBA5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773"/>
              <a:ext cx="4" cy="11"/>
            </a:xfrm>
            <a:custGeom>
              <a:avLst/>
              <a:gdLst>
                <a:gd name="T0" fmla="*/ 8 w 2"/>
                <a:gd name="T1" fmla="*/ 0 h 6"/>
                <a:gd name="T2" fmla="*/ 8 w 2"/>
                <a:gd name="T3" fmla="*/ 20 h 6"/>
                <a:gd name="T4" fmla="*/ 16 w 2"/>
                <a:gd name="T5" fmla="*/ 37 h 6"/>
                <a:gd name="T6" fmla="*/ 0 w 2"/>
                <a:gd name="T7" fmla="*/ 20 h 6"/>
                <a:gd name="T8" fmla="*/ 8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4"/>
                    <a:pt x="2" y="5"/>
                    <a:pt x="2" y="6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0" name="Freeform 281">
              <a:extLst>
                <a:ext uri="{FF2B5EF4-FFF2-40B4-BE49-F238E27FC236}">
                  <a16:creationId xmlns:a16="http://schemas.microsoft.com/office/drawing/2014/main" id="{02CEBBA5-5A13-493B-B379-89F4B59FE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764"/>
              <a:ext cx="30" cy="37"/>
            </a:xfrm>
            <a:custGeom>
              <a:avLst/>
              <a:gdLst>
                <a:gd name="T0" fmla="*/ 99 w 16"/>
                <a:gd name="T1" fmla="*/ 68 h 20"/>
                <a:gd name="T2" fmla="*/ 99 w 16"/>
                <a:gd name="T3" fmla="*/ 104 h 20"/>
                <a:gd name="T4" fmla="*/ 92 w 16"/>
                <a:gd name="T5" fmla="*/ 113 h 20"/>
                <a:gd name="T6" fmla="*/ 84 w 16"/>
                <a:gd name="T7" fmla="*/ 105 h 20"/>
                <a:gd name="T8" fmla="*/ 60 w 16"/>
                <a:gd name="T9" fmla="*/ 113 h 20"/>
                <a:gd name="T10" fmla="*/ 53 w 16"/>
                <a:gd name="T11" fmla="*/ 104 h 20"/>
                <a:gd name="T12" fmla="*/ 39 w 16"/>
                <a:gd name="T13" fmla="*/ 105 h 20"/>
                <a:gd name="T14" fmla="*/ 28 w 16"/>
                <a:gd name="T15" fmla="*/ 89 h 20"/>
                <a:gd name="T16" fmla="*/ 21 w 16"/>
                <a:gd name="T17" fmla="*/ 76 h 20"/>
                <a:gd name="T18" fmla="*/ 8 w 16"/>
                <a:gd name="T19" fmla="*/ 52 h 20"/>
                <a:gd name="T20" fmla="*/ 15 w 16"/>
                <a:gd name="T21" fmla="*/ 37 h 20"/>
                <a:gd name="T22" fmla="*/ 28 w 16"/>
                <a:gd name="T23" fmla="*/ 24 h 20"/>
                <a:gd name="T24" fmla="*/ 53 w 16"/>
                <a:gd name="T25" fmla="*/ 7 h 20"/>
                <a:gd name="T26" fmla="*/ 84 w 16"/>
                <a:gd name="T27" fmla="*/ 24 h 20"/>
                <a:gd name="T28" fmla="*/ 99 w 16"/>
                <a:gd name="T29" fmla="*/ 68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1"/>
                  </a:moveTo>
                  <a:cubicBezTo>
                    <a:pt x="16" y="12"/>
                    <a:pt x="15" y="15"/>
                    <a:pt x="15" y="16"/>
                  </a:cubicBezTo>
                  <a:cubicBezTo>
                    <a:pt x="15" y="17"/>
                    <a:pt x="14" y="17"/>
                    <a:pt x="14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2" y="18"/>
                    <a:pt x="11" y="20"/>
                    <a:pt x="9" y="18"/>
                  </a:cubicBezTo>
                  <a:cubicBezTo>
                    <a:pt x="9" y="17"/>
                    <a:pt x="9" y="16"/>
                    <a:pt x="8" y="16"/>
                  </a:cubicBezTo>
                  <a:cubicBezTo>
                    <a:pt x="7" y="15"/>
                    <a:pt x="7" y="17"/>
                    <a:pt x="6" y="17"/>
                  </a:cubicBezTo>
                  <a:cubicBezTo>
                    <a:pt x="5" y="17"/>
                    <a:pt x="5" y="16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9"/>
                    <a:pt x="1" y="8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5" y="2"/>
                    <a:pt x="6" y="0"/>
                    <a:pt x="8" y="1"/>
                  </a:cubicBezTo>
                  <a:cubicBezTo>
                    <a:pt x="9" y="1"/>
                    <a:pt x="12" y="2"/>
                    <a:pt x="13" y="4"/>
                  </a:cubicBezTo>
                  <a:cubicBezTo>
                    <a:pt x="13" y="5"/>
                    <a:pt x="14" y="9"/>
                    <a:pt x="15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1" name="Freeform 282">
              <a:extLst>
                <a:ext uri="{FF2B5EF4-FFF2-40B4-BE49-F238E27FC236}">
                  <a16:creationId xmlns:a16="http://schemas.microsoft.com/office/drawing/2014/main" id="{1313D97C-B2AE-4857-A5E2-C6642102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790"/>
              <a:ext cx="6" cy="4"/>
            </a:xfrm>
            <a:custGeom>
              <a:avLst/>
              <a:gdLst>
                <a:gd name="T0" fmla="*/ 24 w 3"/>
                <a:gd name="T1" fmla="*/ 8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2" name="Freeform 283">
              <a:extLst>
                <a:ext uri="{FF2B5EF4-FFF2-40B4-BE49-F238E27FC236}">
                  <a16:creationId xmlns:a16="http://schemas.microsoft.com/office/drawing/2014/main" id="{8BCF923A-C951-4D99-B719-7D45CEC37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770"/>
              <a:ext cx="6" cy="14"/>
            </a:xfrm>
            <a:custGeom>
              <a:avLst/>
              <a:gdLst>
                <a:gd name="T0" fmla="*/ 24 w 3"/>
                <a:gd name="T1" fmla="*/ 44 h 8"/>
                <a:gd name="T2" fmla="*/ 0 w 3"/>
                <a:gd name="T3" fmla="*/ 21 h 8"/>
                <a:gd name="T4" fmla="*/ 0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3" name="Freeform 284">
              <a:extLst>
                <a:ext uri="{FF2B5EF4-FFF2-40B4-BE49-F238E27FC236}">
                  <a16:creationId xmlns:a16="http://schemas.microsoft.com/office/drawing/2014/main" id="{E9BE91C1-9E6E-4FEC-9981-18B9D4E7E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784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4" name="Freeform 285">
              <a:extLst>
                <a:ext uri="{FF2B5EF4-FFF2-40B4-BE49-F238E27FC236}">
                  <a16:creationId xmlns:a16="http://schemas.microsoft.com/office/drawing/2014/main" id="{E5C5C1CC-07CE-4E24-8424-F636B7EF9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556"/>
              <a:ext cx="30" cy="45"/>
            </a:xfrm>
            <a:custGeom>
              <a:avLst/>
              <a:gdLst>
                <a:gd name="T0" fmla="*/ 81 w 16"/>
                <a:gd name="T1" fmla="*/ 128 h 24"/>
                <a:gd name="T2" fmla="*/ 84 w 16"/>
                <a:gd name="T3" fmla="*/ 152 h 24"/>
                <a:gd name="T4" fmla="*/ 73 w 16"/>
                <a:gd name="T5" fmla="*/ 158 h 24"/>
                <a:gd name="T6" fmla="*/ 60 w 16"/>
                <a:gd name="T7" fmla="*/ 152 h 24"/>
                <a:gd name="T8" fmla="*/ 39 w 16"/>
                <a:gd name="T9" fmla="*/ 152 h 24"/>
                <a:gd name="T10" fmla="*/ 28 w 16"/>
                <a:gd name="T11" fmla="*/ 137 h 24"/>
                <a:gd name="T12" fmla="*/ 21 w 16"/>
                <a:gd name="T13" fmla="*/ 113 h 24"/>
                <a:gd name="T14" fmla="*/ 8 w 16"/>
                <a:gd name="T15" fmla="*/ 99 h 24"/>
                <a:gd name="T16" fmla="*/ 0 w 16"/>
                <a:gd name="T17" fmla="*/ 81 h 24"/>
                <a:gd name="T18" fmla="*/ 15 w 16"/>
                <a:gd name="T19" fmla="*/ 60 h 24"/>
                <a:gd name="T20" fmla="*/ 0 w 16"/>
                <a:gd name="T21" fmla="*/ 39 h 24"/>
                <a:gd name="T22" fmla="*/ 32 w 16"/>
                <a:gd name="T23" fmla="*/ 8 h 24"/>
                <a:gd name="T24" fmla="*/ 53 w 16"/>
                <a:gd name="T25" fmla="*/ 0 h 24"/>
                <a:gd name="T26" fmla="*/ 81 w 16"/>
                <a:gd name="T27" fmla="*/ 15 h 24"/>
                <a:gd name="T28" fmla="*/ 92 w 16"/>
                <a:gd name="T29" fmla="*/ 15 h 24"/>
                <a:gd name="T30" fmla="*/ 99 w 16"/>
                <a:gd name="T31" fmla="*/ 28 h 24"/>
                <a:gd name="T32" fmla="*/ 84 w 16"/>
                <a:gd name="T33" fmla="*/ 32 h 24"/>
                <a:gd name="T34" fmla="*/ 92 w 16"/>
                <a:gd name="T35" fmla="*/ 45 h 24"/>
                <a:gd name="T36" fmla="*/ 81 w 16"/>
                <a:gd name="T37" fmla="*/ 60 h 24"/>
                <a:gd name="T38" fmla="*/ 81 w 16"/>
                <a:gd name="T39" fmla="*/ 81 h 24"/>
                <a:gd name="T40" fmla="*/ 73 w 16"/>
                <a:gd name="T41" fmla="*/ 99 h 24"/>
                <a:gd name="T42" fmla="*/ 81 w 16"/>
                <a:gd name="T43" fmla="*/ 128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24">
                  <a:moveTo>
                    <a:pt x="12" y="19"/>
                  </a:moveTo>
                  <a:cubicBezTo>
                    <a:pt x="12" y="21"/>
                    <a:pt x="15" y="21"/>
                    <a:pt x="13" y="23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4"/>
                    <a:pt x="10" y="23"/>
                    <a:pt x="9" y="23"/>
                  </a:cubicBezTo>
                  <a:cubicBezTo>
                    <a:pt x="8" y="22"/>
                    <a:pt x="8" y="24"/>
                    <a:pt x="6" y="23"/>
                  </a:cubicBezTo>
                  <a:cubicBezTo>
                    <a:pt x="5" y="23"/>
                    <a:pt x="5" y="22"/>
                    <a:pt x="4" y="21"/>
                  </a:cubicBezTo>
                  <a:cubicBezTo>
                    <a:pt x="3" y="21"/>
                    <a:pt x="3" y="18"/>
                    <a:pt x="3" y="17"/>
                  </a:cubicBezTo>
                  <a:cubicBezTo>
                    <a:pt x="3" y="16"/>
                    <a:pt x="2" y="16"/>
                    <a:pt x="1" y="15"/>
                  </a:cubicBezTo>
                  <a:cubicBezTo>
                    <a:pt x="1" y="14"/>
                    <a:pt x="0" y="13"/>
                    <a:pt x="0" y="12"/>
                  </a:cubicBezTo>
                  <a:cubicBezTo>
                    <a:pt x="0" y="10"/>
                    <a:pt x="1" y="10"/>
                    <a:pt x="2" y="9"/>
                  </a:cubicBezTo>
                  <a:cubicBezTo>
                    <a:pt x="2" y="8"/>
                    <a:pt x="0" y="7"/>
                    <a:pt x="0" y="6"/>
                  </a:cubicBezTo>
                  <a:cubicBezTo>
                    <a:pt x="0" y="3"/>
                    <a:pt x="3" y="2"/>
                    <a:pt x="5" y="1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10" y="0"/>
                    <a:pt x="10" y="1"/>
                    <a:pt x="12" y="2"/>
                  </a:cubicBezTo>
                  <a:cubicBezTo>
                    <a:pt x="13" y="3"/>
                    <a:pt x="13" y="2"/>
                    <a:pt x="14" y="2"/>
                  </a:cubicBezTo>
                  <a:cubicBezTo>
                    <a:pt x="16" y="2"/>
                    <a:pt x="16" y="3"/>
                    <a:pt x="15" y="4"/>
                  </a:cubicBezTo>
                  <a:cubicBezTo>
                    <a:pt x="15" y="4"/>
                    <a:pt x="13" y="4"/>
                    <a:pt x="13" y="5"/>
                  </a:cubicBezTo>
                  <a:cubicBezTo>
                    <a:pt x="12" y="5"/>
                    <a:pt x="14" y="6"/>
                    <a:pt x="14" y="7"/>
                  </a:cubicBezTo>
                  <a:cubicBezTo>
                    <a:pt x="14" y="9"/>
                    <a:pt x="13" y="9"/>
                    <a:pt x="12" y="9"/>
                  </a:cubicBezTo>
                  <a:cubicBezTo>
                    <a:pt x="11" y="11"/>
                    <a:pt x="12" y="11"/>
                    <a:pt x="12" y="12"/>
                  </a:cubicBezTo>
                  <a:cubicBezTo>
                    <a:pt x="12" y="13"/>
                    <a:pt x="12" y="14"/>
                    <a:pt x="11" y="15"/>
                  </a:cubicBezTo>
                  <a:cubicBezTo>
                    <a:pt x="9" y="17"/>
                    <a:pt x="12" y="17"/>
                    <a:pt x="12" y="1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5" name="Freeform 286">
              <a:extLst>
                <a:ext uri="{FF2B5EF4-FFF2-40B4-BE49-F238E27FC236}">
                  <a16:creationId xmlns:a16="http://schemas.microsoft.com/office/drawing/2014/main" id="{12EF2716-F43D-4FF9-B782-E159424D9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558"/>
              <a:ext cx="11" cy="15"/>
            </a:xfrm>
            <a:custGeom>
              <a:avLst/>
              <a:gdLst>
                <a:gd name="T0" fmla="*/ 31 w 6"/>
                <a:gd name="T1" fmla="*/ 8 h 8"/>
                <a:gd name="T2" fmla="*/ 7 w 6"/>
                <a:gd name="T3" fmla="*/ 28 h 8"/>
                <a:gd name="T4" fmla="*/ 13 w 6"/>
                <a:gd name="T5" fmla="*/ 53 h 8"/>
                <a:gd name="T6" fmla="*/ 20 w 6"/>
                <a:gd name="T7" fmla="*/ 39 h 8"/>
                <a:gd name="T8" fmla="*/ 13 w 6"/>
                <a:gd name="T9" fmla="*/ 32 h 8"/>
                <a:gd name="T10" fmla="*/ 31 w 6"/>
                <a:gd name="T11" fmla="*/ 21 h 8"/>
                <a:gd name="T12" fmla="*/ 37 w 6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8">
                  <a:moveTo>
                    <a:pt x="5" y="1"/>
                  </a:moveTo>
                  <a:cubicBezTo>
                    <a:pt x="3" y="1"/>
                    <a:pt x="2" y="2"/>
                    <a:pt x="1" y="4"/>
                  </a:cubicBezTo>
                  <a:cubicBezTo>
                    <a:pt x="0" y="5"/>
                    <a:pt x="2" y="7"/>
                    <a:pt x="2" y="8"/>
                  </a:cubicBezTo>
                  <a:cubicBezTo>
                    <a:pt x="2" y="7"/>
                    <a:pt x="3" y="7"/>
                    <a:pt x="3" y="6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5" y="2"/>
                    <a:pt x="5" y="1"/>
                    <a:pt x="6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6" name="Freeform 287">
              <a:extLst>
                <a:ext uri="{FF2B5EF4-FFF2-40B4-BE49-F238E27FC236}">
                  <a16:creationId xmlns:a16="http://schemas.microsoft.com/office/drawing/2014/main" id="{9FD8C7B1-24D7-4907-B82A-3DCE4B417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575"/>
              <a:ext cx="5" cy="13"/>
            </a:xfrm>
            <a:custGeom>
              <a:avLst/>
              <a:gdLst>
                <a:gd name="T0" fmla="*/ 5 w 3"/>
                <a:gd name="T1" fmla="*/ 0 h 7"/>
                <a:gd name="T2" fmla="*/ 5 w 3"/>
                <a:gd name="T3" fmla="*/ 32 h 7"/>
                <a:gd name="T4" fmla="*/ 13 w 3"/>
                <a:gd name="T5" fmla="*/ 45 h 7"/>
                <a:gd name="T6" fmla="*/ 8 w 3"/>
                <a:gd name="T7" fmla="*/ 32 h 7"/>
                <a:gd name="T8" fmla="*/ 5 w 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2" y="6"/>
                    <a:pt x="3" y="6"/>
                    <a:pt x="3" y="7"/>
                  </a:cubicBezTo>
                  <a:cubicBezTo>
                    <a:pt x="3" y="6"/>
                    <a:pt x="3" y="5"/>
                    <a:pt x="2" y="5"/>
                  </a:cubicBezTo>
                  <a:cubicBezTo>
                    <a:pt x="2" y="4"/>
                    <a:pt x="0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7" name="Freeform 288">
              <a:extLst>
                <a:ext uri="{FF2B5EF4-FFF2-40B4-BE49-F238E27FC236}">
                  <a16:creationId xmlns:a16="http://schemas.microsoft.com/office/drawing/2014/main" id="{FE66D03A-AB32-42DB-A418-0881D1651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573"/>
              <a:ext cx="6" cy="9"/>
            </a:xfrm>
            <a:custGeom>
              <a:avLst/>
              <a:gdLst>
                <a:gd name="T0" fmla="*/ 16 w 3"/>
                <a:gd name="T1" fmla="*/ 7 h 5"/>
                <a:gd name="T2" fmla="*/ 8 w 3"/>
                <a:gd name="T3" fmla="*/ 13 h 5"/>
                <a:gd name="T4" fmla="*/ 8 w 3"/>
                <a:gd name="T5" fmla="*/ 16 h 5"/>
                <a:gd name="T6" fmla="*/ 16 w 3"/>
                <a:gd name="T7" fmla="*/ 29 h 5"/>
                <a:gd name="T8" fmla="*/ 8 w 3"/>
                <a:gd name="T9" fmla="*/ 13 h 5"/>
                <a:gd name="T10" fmla="*/ 16 w 3"/>
                <a:gd name="T11" fmla="*/ 7 h 5"/>
                <a:gd name="T12" fmla="*/ 24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4"/>
                    <a:pt x="2" y="5"/>
                    <a:pt x="2" y="5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8" name="Freeform 289">
              <a:extLst>
                <a:ext uri="{FF2B5EF4-FFF2-40B4-BE49-F238E27FC236}">
                  <a16:creationId xmlns:a16="http://schemas.microsoft.com/office/drawing/2014/main" id="{E9B2F35A-B39F-49A6-9E80-AEAB4F585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590"/>
              <a:ext cx="9" cy="11"/>
            </a:xfrm>
            <a:custGeom>
              <a:avLst/>
              <a:gdLst>
                <a:gd name="T0" fmla="*/ 0 w 5"/>
                <a:gd name="T1" fmla="*/ 0 h 6"/>
                <a:gd name="T2" fmla="*/ 0 w 5"/>
                <a:gd name="T3" fmla="*/ 20 h 6"/>
                <a:gd name="T4" fmla="*/ 7 w 5"/>
                <a:gd name="T5" fmla="*/ 20 h 6"/>
                <a:gd name="T6" fmla="*/ 13 w 5"/>
                <a:gd name="T7" fmla="*/ 24 h 6"/>
                <a:gd name="T8" fmla="*/ 29 w 5"/>
                <a:gd name="T9" fmla="*/ 24 h 6"/>
                <a:gd name="T10" fmla="*/ 23 w 5"/>
                <a:gd name="T11" fmla="*/ 24 h 6"/>
                <a:gd name="T12" fmla="*/ 13 w 5"/>
                <a:gd name="T13" fmla="*/ 20 h 6"/>
                <a:gd name="T14" fmla="*/ 7 w 5"/>
                <a:gd name="T15" fmla="*/ 13 h 6"/>
                <a:gd name="T16" fmla="*/ 0 w 5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9" name="Freeform 290">
              <a:extLst>
                <a:ext uri="{FF2B5EF4-FFF2-40B4-BE49-F238E27FC236}">
                  <a16:creationId xmlns:a16="http://schemas.microsoft.com/office/drawing/2014/main" id="{7C0641D1-43B4-4B21-8F39-0E7F3CA96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595"/>
              <a:ext cx="8" cy="6"/>
            </a:xfrm>
            <a:custGeom>
              <a:avLst/>
              <a:gdLst>
                <a:gd name="T0" fmla="*/ 32 w 4"/>
                <a:gd name="T1" fmla="*/ 8 h 3"/>
                <a:gd name="T2" fmla="*/ 16 w 4"/>
                <a:gd name="T3" fmla="*/ 24 h 3"/>
                <a:gd name="T4" fmla="*/ 0 w 4"/>
                <a:gd name="T5" fmla="*/ 0 h 3"/>
                <a:gd name="T6" fmla="*/ 24 w 4"/>
                <a:gd name="T7" fmla="*/ 16 h 3"/>
                <a:gd name="T8" fmla="*/ 3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2" y="2"/>
                    <a:pt x="3" y="2"/>
                  </a:cubicBezTo>
                  <a:cubicBezTo>
                    <a:pt x="3" y="1"/>
                    <a:pt x="4" y="1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0" name="Freeform 291">
              <a:extLst>
                <a:ext uri="{FF2B5EF4-FFF2-40B4-BE49-F238E27FC236}">
                  <a16:creationId xmlns:a16="http://schemas.microsoft.com/office/drawing/2014/main" id="{3CF3934E-51E6-491F-BC07-782710E41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577"/>
              <a:ext cx="2" cy="5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8 h 3"/>
                <a:gd name="T4" fmla="*/ 0 w 1"/>
                <a:gd name="T5" fmla="*/ 13 h 3"/>
                <a:gd name="T6" fmla="*/ 0 w 1"/>
                <a:gd name="T7" fmla="*/ 5 h 3"/>
                <a:gd name="T8" fmla="*/ 0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1" name="Freeform 292">
              <a:extLst>
                <a:ext uri="{FF2B5EF4-FFF2-40B4-BE49-F238E27FC236}">
                  <a16:creationId xmlns:a16="http://schemas.microsoft.com/office/drawing/2014/main" id="{49D849E3-1977-4AAB-8AE1-7C12BEE5C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60"/>
              <a:ext cx="6" cy="4"/>
            </a:xfrm>
            <a:custGeom>
              <a:avLst/>
              <a:gdLst>
                <a:gd name="T0" fmla="*/ 16 w 3"/>
                <a:gd name="T1" fmla="*/ 8 h 2"/>
                <a:gd name="T2" fmla="*/ 0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2"/>
                    <a:pt x="0" y="2"/>
                    <a:pt x="0" y="2"/>
                  </a:cubicBezTo>
                  <a:cubicBezTo>
                    <a:pt x="0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2" name="Freeform 293">
              <a:extLst>
                <a:ext uri="{FF2B5EF4-FFF2-40B4-BE49-F238E27FC236}">
                  <a16:creationId xmlns:a16="http://schemas.microsoft.com/office/drawing/2014/main" id="{36E76529-F14E-4B1D-A06E-A4AED0753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564"/>
              <a:ext cx="3" cy="7"/>
            </a:xfrm>
            <a:custGeom>
              <a:avLst/>
              <a:gdLst>
                <a:gd name="T0" fmla="*/ 5 w 2"/>
                <a:gd name="T1" fmla="*/ 0 h 4"/>
                <a:gd name="T2" fmla="*/ 0 w 2"/>
                <a:gd name="T3" fmla="*/ 12 h 4"/>
                <a:gd name="T4" fmla="*/ 5 w 2"/>
                <a:gd name="T5" fmla="*/ 21 h 4"/>
                <a:gd name="T6" fmla="*/ 5 w 2"/>
                <a:gd name="T7" fmla="*/ 12 h 4"/>
                <a:gd name="T8" fmla="*/ 0 w 2"/>
                <a:gd name="T9" fmla="*/ 7 h 4"/>
                <a:gd name="T10" fmla="*/ 5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3"/>
                    <a:pt x="2" y="3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3" name="Freeform 294">
              <a:extLst>
                <a:ext uri="{FF2B5EF4-FFF2-40B4-BE49-F238E27FC236}">
                  <a16:creationId xmlns:a16="http://schemas.microsoft.com/office/drawing/2014/main" id="{9AE1AE1A-CC1D-4C4C-AE70-682E1E998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594"/>
              <a:ext cx="9" cy="5"/>
            </a:xfrm>
            <a:custGeom>
              <a:avLst/>
              <a:gdLst>
                <a:gd name="T0" fmla="*/ 0 w 5"/>
                <a:gd name="T1" fmla="*/ 0 h 3"/>
                <a:gd name="T2" fmla="*/ 13 w 5"/>
                <a:gd name="T3" fmla="*/ 13 h 3"/>
                <a:gd name="T4" fmla="*/ 29 w 5"/>
                <a:gd name="T5" fmla="*/ 8 h 3"/>
                <a:gd name="T6" fmla="*/ 16 w 5"/>
                <a:gd name="T7" fmla="*/ 8 h 3"/>
                <a:gd name="T8" fmla="*/ 13 w 5"/>
                <a:gd name="T9" fmla="*/ 5 h 3"/>
                <a:gd name="T10" fmla="*/ 7 w 5"/>
                <a:gd name="T11" fmla="*/ 5 h 3"/>
                <a:gd name="T12" fmla="*/ 0 w 5"/>
                <a:gd name="T13" fmla="*/ 5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1" y="2"/>
                    <a:pt x="2" y="3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4" name="Freeform 295">
              <a:extLst>
                <a:ext uri="{FF2B5EF4-FFF2-40B4-BE49-F238E27FC236}">
                  <a16:creationId xmlns:a16="http://schemas.microsoft.com/office/drawing/2014/main" id="{DA4C8EAF-05AD-46C7-AA48-85D46E344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599"/>
              <a:ext cx="6" cy="2"/>
            </a:xfrm>
            <a:custGeom>
              <a:avLst/>
              <a:gdLst>
                <a:gd name="T0" fmla="*/ 24 w 3"/>
                <a:gd name="T1" fmla="*/ 0 h 1"/>
                <a:gd name="T2" fmla="*/ 16 w 3"/>
                <a:gd name="T3" fmla="*/ 8 h 1"/>
                <a:gd name="T4" fmla="*/ 0 w 3"/>
                <a:gd name="T5" fmla="*/ 0 h 1"/>
                <a:gd name="T6" fmla="*/ 24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5" name="Freeform 296">
              <a:extLst>
                <a:ext uri="{FF2B5EF4-FFF2-40B4-BE49-F238E27FC236}">
                  <a16:creationId xmlns:a16="http://schemas.microsoft.com/office/drawing/2014/main" id="{947DFFE5-26C8-4C0E-8F9C-952A59A1A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580"/>
              <a:ext cx="5" cy="8"/>
            </a:xfrm>
            <a:custGeom>
              <a:avLst/>
              <a:gdLst>
                <a:gd name="T0" fmla="*/ 0 w 3"/>
                <a:gd name="T1" fmla="*/ 8 h 4"/>
                <a:gd name="T2" fmla="*/ 8 w 3"/>
                <a:gd name="T3" fmla="*/ 32 h 4"/>
                <a:gd name="T4" fmla="*/ 8 w 3"/>
                <a:gd name="T5" fmla="*/ 16 h 4"/>
                <a:gd name="T6" fmla="*/ 5 w 3"/>
                <a:gd name="T7" fmla="*/ 8 h 4"/>
                <a:gd name="T8" fmla="*/ 0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2"/>
                    <a:pt x="2" y="3"/>
                    <a:pt x="2" y="4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6" name="Freeform 297">
              <a:extLst>
                <a:ext uri="{FF2B5EF4-FFF2-40B4-BE49-F238E27FC236}">
                  <a16:creationId xmlns:a16="http://schemas.microsoft.com/office/drawing/2014/main" id="{58B96A44-6789-4B45-A33A-B9926776C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584"/>
              <a:ext cx="6" cy="11"/>
            </a:xfrm>
            <a:custGeom>
              <a:avLst/>
              <a:gdLst>
                <a:gd name="T0" fmla="*/ 8 w 3"/>
                <a:gd name="T1" fmla="*/ 0 h 6"/>
                <a:gd name="T2" fmla="*/ 16 w 3"/>
                <a:gd name="T3" fmla="*/ 20 h 6"/>
                <a:gd name="T4" fmla="*/ 24 w 3"/>
                <a:gd name="T5" fmla="*/ 37 h 6"/>
                <a:gd name="T6" fmla="*/ 8 w 3"/>
                <a:gd name="T7" fmla="*/ 20 h 6"/>
                <a:gd name="T8" fmla="*/ 0 w 3"/>
                <a:gd name="T9" fmla="*/ 13 h 6"/>
                <a:gd name="T10" fmla="*/ 8 w 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4"/>
                    <a:pt x="3" y="6"/>
                    <a:pt x="3" y="6"/>
                  </a:cubicBezTo>
                  <a:cubicBezTo>
                    <a:pt x="2" y="6"/>
                    <a:pt x="2" y="4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7" name="Freeform 298">
              <a:extLst>
                <a:ext uri="{FF2B5EF4-FFF2-40B4-BE49-F238E27FC236}">
                  <a16:creationId xmlns:a16="http://schemas.microsoft.com/office/drawing/2014/main" id="{DF74156F-CFB0-4B0B-9E3B-29EA06F0E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564"/>
              <a:ext cx="6" cy="9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29 h 5"/>
                <a:gd name="T4" fmla="*/ 8 w 3"/>
                <a:gd name="T5" fmla="*/ 16 h 5"/>
                <a:gd name="T6" fmla="*/ 8 w 3"/>
                <a:gd name="T7" fmla="*/ 16 h 5"/>
                <a:gd name="T8" fmla="*/ 8 w 3"/>
                <a:gd name="T9" fmla="*/ 1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3" y="4"/>
                    <a:pt x="1" y="5"/>
                  </a:cubicBezTo>
                  <a:cubicBezTo>
                    <a:pt x="1" y="4"/>
                    <a:pt x="2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8" name="Freeform 299">
              <a:extLst>
                <a:ext uri="{FF2B5EF4-FFF2-40B4-BE49-F238E27FC236}">
                  <a16:creationId xmlns:a16="http://schemas.microsoft.com/office/drawing/2014/main" id="{D2747757-14A5-45FE-B2D1-A96E21146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556"/>
              <a:ext cx="7" cy="4"/>
            </a:xfrm>
            <a:custGeom>
              <a:avLst/>
              <a:gdLst>
                <a:gd name="T0" fmla="*/ 21 w 4"/>
                <a:gd name="T1" fmla="*/ 16 h 2"/>
                <a:gd name="T2" fmla="*/ 0 w 4"/>
                <a:gd name="T3" fmla="*/ 16 h 2"/>
                <a:gd name="T4" fmla="*/ 12 w 4"/>
                <a:gd name="T5" fmla="*/ 8 h 2"/>
                <a:gd name="T6" fmla="*/ 21 w 4"/>
                <a:gd name="T7" fmla="*/ 16 h 2"/>
                <a:gd name="T8" fmla="*/ 21 w 4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0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9" name="Freeform 300">
              <a:extLst>
                <a:ext uri="{FF2B5EF4-FFF2-40B4-BE49-F238E27FC236}">
                  <a16:creationId xmlns:a16="http://schemas.microsoft.com/office/drawing/2014/main" id="{8CCD9B3C-8ABA-4C11-BFD6-FC0136FB9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556"/>
              <a:ext cx="30" cy="45"/>
            </a:xfrm>
            <a:custGeom>
              <a:avLst/>
              <a:gdLst>
                <a:gd name="T0" fmla="*/ 81 w 16"/>
                <a:gd name="T1" fmla="*/ 128 h 24"/>
                <a:gd name="T2" fmla="*/ 84 w 16"/>
                <a:gd name="T3" fmla="*/ 152 h 24"/>
                <a:gd name="T4" fmla="*/ 73 w 16"/>
                <a:gd name="T5" fmla="*/ 158 h 24"/>
                <a:gd name="T6" fmla="*/ 60 w 16"/>
                <a:gd name="T7" fmla="*/ 152 h 24"/>
                <a:gd name="T8" fmla="*/ 39 w 16"/>
                <a:gd name="T9" fmla="*/ 152 h 24"/>
                <a:gd name="T10" fmla="*/ 28 w 16"/>
                <a:gd name="T11" fmla="*/ 137 h 24"/>
                <a:gd name="T12" fmla="*/ 21 w 16"/>
                <a:gd name="T13" fmla="*/ 113 h 24"/>
                <a:gd name="T14" fmla="*/ 8 w 16"/>
                <a:gd name="T15" fmla="*/ 99 h 24"/>
                <a:gd name="T16" fmla="*/ 0 w 16"/>
                <a:gd name="T17" fmla="*/ 81 h 24"/>
                <a:gd name="T18" fmla="*/ 15 w 16"/>
                <a:gd name="T19" fmla="*/ 60 h 24"/>
                <a:gd name="T20" fmla="*/ 0 w 16"/>
                <a:gd name="T21" fmla="*/ 39 h 24"/>
                <a:gd name="T22" fmla="*/ 32 w 16"/>
                <a:gd name="T23" fmla="*/ 8 h 24"/>
                <a:gd name="T24" fmla="*/ 53 w 16"/>
                <a:gd name="T25" fmla="*/ 0 h 24"/>
                <a:gd name="T26" fmla="*/ 81 w 16"/>
                <a:gd name="T27" fmla="*/ 15 h 24"/>
                <a:gd name="T28" fmla="*/ 92 w 16"/>
                <a:gd name="T29" fmla="*/ 15 h 24"/>
                <a:gd name="T30" fmla="*/ 99 w 16"/>
                <a:gd name="T31" fmla="*/ 28 h 24"/>
                <a:gd name="T32" fmla="*/ 84 w 16"/>
                <a:gd name="T33" fmla="*/ 32 h 24"/>
                <a:gd name="T34" fmla="*/ 92 w 16"/>
                <a:gd name="T35" fmla="*/ 45 h 24"/>
                <a:gd name="T36" fmla="*/ 81 w 16"/>
                <a:gd name="T37" fmla="*/ 60 h 24"/>
                <a:gd name="T38" fmla="*/ 81 w 16"/>
                <a:gd name="T39" fmla="*/ 81 h 24"/>
                <a:gd name="T40" fmla="*/ 73 w 16"/>
                <a:gd name="T41" fmla="*/ 99 h 24"/>
                <a:gd name="T42" fmla="*/ 81 w 16"/>
                <a:gd name="T43" fmla="*/ 128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24">
                  <a:moveTo>
                    <a:pt x="12" y="19"/>
                  </a:moveTo>
                  <a:cubicBezTo>
                    <a:pt x="12" y="21"/>
                    <a:pt x="15" y="21"/>
                    <a:pt x="13" y="23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4"/>
                    <a:pt x="10" y="23"/>
                    <a:pt x="9" y="23"/>
                  </a:cubicBezTo>
                  <a:cubicBezTo>
                    <a:pt x="8" y="22"/>
                    <a:pt x="8" y="24"/>
                    <a:pt x="6" y="23"/>
                  </a:cubicBezTo>
                  <a:cubicBezTo>
                    <a:pt x="5" y="23"/>
                    <a:pt x="5" y="22"/>
                    <a:pt x="4" y="21"/>
                  </a:cubicBezTo>
                  <a:cubicBezTo>
                    <a:pt x="3" y="21"/>
                    <a:pt x="3" y="18"/>
                    <a:pt x="3" y="17"/>
                  </a:cubicBezTo>
                  <a:cubicBezTo>
                    <a:pt x="3" y="16"/>
                    <a:pt x="2" y="16"/>
                    <a:pt x="1" y="15"/>
                  </a:cubicBezTo>
                  <a:cubicBezTo>
                    <a:pt x="1" y="14"/>
                    <a:pt x="0" y="13"/>
                    <a:pt x="0" y="12"/>
                  </a:cubicBezTo>
                  <a:cubicBezTo>
                    <a:pt x="0" y="10"/>
                    <a:pt x="1" y="10"/>
                    <a:pt x="2" y="9"/>
                  </a:cubicBezTo>
                  <a:cubicBezTo>
                    <a:pt x="2" y="8"/>
                    <a:pt x="0" y="7"/>
                    <a:pt x="0" y="6"/>
                  </a:cubicBezTo>
                  <a:cubicBezTo>
                    <a:pt x="0" y="3"/>
                    <a:pt x="3" y="2"/>
                    <a:pt x="5" y="1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10" y="0"/>
                    <a:pt x="10" y="1"/>
                    <a:pt x="12" y="2"/>
                  </a:cubicBezTo>
                  <a:cubicBezTo>
                    <a:pt x="13" y="3"/>
                    <a:pt x="13" y="2"/>
                    <a:pt x="14" y="2"/>
                  </a:cubicBezTo>
                  <a:cubicBezTo>
                    <a:pt x="16" y="2"/>
                    <a:pt x="16" y="3"/>
                    <a:pt x="15" y="4"/>
                  </a:cubicBezTo>
                  <a:cubicBezTo>
                    <a:pt x="15" y="4"/>
                    <a:pt x="13" y="4"/>
                    <a:pt x="13" y="5"/>
                  </a:cubicBezTo>
                  <a:cubicBezTo>
                    <a:pt x="12" y="5"/>
                    <a:pt x="14" y="6"/>
                    <a:pt x="14" y="7"/>
                  </a:cubicBezTo>
                  <a:cubicBezTo>
                    <a:pt x="14" y="9"/>
                    <a:pt x="13" y="9"/>
                    <a:pt x="12" y="9"/>
                  </a:cubicBezTo>
                  <a:cubicBezTo>
                    <a:pt x="11" y="11"/>
                    <a:pt x="12" y="11"/>
                    <a:pt x="12" y="12"/>
                  </a:cubicBezTo>
                  <a:cubicBezTo>
                    <a:pt x="12" y="13"/>
                    <a:pt x="12" y="14"/>
                    <a:pt x="11" y="15"/>
                  </a:cubicBezTo>
                  <a:cubicBezTo>
                    <a:pt x="9" y="17"/>
                    <a:pt x="12" y="17"/>
                    <a:pt x="12" y="1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0" name="Freeform 301">
              <a:extLst>
                <a:ext uri="{FF2B5EF4-FFF2-40B4-BE49-F238E27FC236}">
                  <a16:creationId xmlns:a16="http://schemas.microsoft.com/office/drawing/2014/main" id="{488400AD-C384-4016-A025-9E064B7EB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567"/>
              <a:ext cx="3" cy="8"/>
            </a:xfrm>
            <a:custGeom>
              <a:avLst/>
              <a:gdLst>
                <a:gd name="T0" fmla="*/ 0 w 2"/>
                <a:gd name="T1" fmla="*/ 32 h 4"/>
                <a:gd name="T2" fmla="*/ 5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1" name="Freeform 302">
              <a:extLst>
                <a:ext uri="{FF2B5EF4-FFF2-40B4-BE49-F238E27FC236}">
                  <a16:creationId xmlns:a16="http://schemas.microsoft.com/office/drawing/2014/main" id="{EBD301FE-19D0-4E6E-8F24-2C4221AAA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575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2" name="Freeform 303">
              <a:extLst>
                <a:ext uri="{FF2B5EF4-FFF2-40B4-BE49-F238E27FC236}">
                  <a16:creationId xmlns:a16="http://schemas.microsoft.com/office/drawing/2014/main" id="{844E704D-0A1F-4089-8C77-ED64910F1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573"/>
              <a:ext cx="4" cy="9"/>
            </a:xfrm>
            <a:custGeom>
              <a:avLst/>
              <a:gdLst>
                <a:gd name="T0" fmla="*/ 16 w 2"/>
                <a:gd name="T1" fmla="*/ 29 h 5"/>
                <a:gd name="T2" fmla="*/ 8 w 2"/>
                <a:gd name="T3" fmla="*/ 13 h 5"/>
                <a:gd name="T4" fmla="*/ 16 w 2"/>
                <a:gd name="T5" fmla="*/ 7 h 5"/>
                <a:gd name="T6" fmla="*/ 16 w 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3" name="Freeform 304">
              <a:extLst>
                <a:ext uri="{FF2B5EF4-FFF2-40B4-BE49-F238E27FC236}">
                  <a16:creationId xmlns:a16="http://schemas.microsoft.com/office/drawing/2014/main" id="{DCC4A7D4-E959-4663-835F-2042E1F3C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597"/>
              <a:ext cx="1" cy="2"/>
            </a:xfrm>
            <a:custGeom>
              <a:avLst/>
              <a:gdLst>
                <a:gd name="T0" fmla="*/ 1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4" name="Freeform 305">
              <a:extLst>
                <a:ext uri="{FF2B5EF4-FFF2-40B4-BE49-F238E27FC236}">
                  <a16:creationId xmlns:a16="http://schemas.microsoft.com/office/drawing/2014/main" id="{2D36EEF9-21D5-464A-B3DF-8CD5CBD9D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476"/>
              <a:ext cx="45" cy="52"/>
            </a:xfrm>
            <a:custGeom>
              <a:avLst/>
              <a:gdLst>
                <a:gd name="T0" fmla="*/ 113 w 24"/>
                <a:gd name="T1" fmla="*/ 24 h 28"/>
                <a:gd name="T2" fmla="*/ 73 w 24"/>
                <a:gd name="T3" fmla="*/ 0 h 28"/>
                <a:gd name="T4" fmla="*/ 21 w 24"/>
                <a:gd name="T5" fmla="*/ 104 h 28"/>
                <a:gd name="T6" fmla="*/ 120 w 24"/>
                <a:gd name="T7" fmla="*/ 165 h 28"/>
                <a:gd name="T8" fmla="*/ 158 w 24"/>
                <a:gd name="T9" fmla="*/ 113 h 28"/>
                <a:gd name="T10" fmla="*/ 133 w 24"/>
                <a:gd name="T11" fmla="*/ 65 h 28"/>
                <a:gd name="T12" fmla="*/ 113 w 24"/>
                <a:gd name="T13" fmla="*/ 2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7" y="24"/>
                    <a:pt x="14" y="28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2" y="12"/>
                    <a:pt x="20" y="10"/>
                  </a:cubicBezTo>
                  <a:cubicBezTo>
                    <a:pt x="19" y="8"/>
                    <a:pt x="19" y="5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15" name="Freeform 306">
              <a:extLst>
                <a:ext uri="{FF2B5EF4-FFF2-40B4-BE49-F238E27FC236}">
                  <a16:creationId xmlns:a16="http://schemas.microsoft.com/office/drawing/2014/main" id="{47F26C7D-6AB5-46FE-8C0B-02D4D8EDD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489"/>
              <a:ext cx="17" cy="26"/>
            </a:xfrm>
            <a:custGeom>
              <a:avLst/>
              <a:gdLst>
                <a:gd name="T0" fmla="*/ 8 w 9"/>
                <a:gd name="T1" fmla="*/ 0 h 14"/>
                <a:gd name="T2" fmla="*/ 0 w 9"/>
                <a:gd name="T3" fmla="*/ 37 h 14"/>
                <a:gd name="T4" fmla="*/ 40 w 9"/>
                <a:gd name="T5" fmla="*/ 84 h 14"/>
                <a:gd name="T6" fmla="*/ 60 w 9"/>
                <a:gd name="T7" fmla="*/ 89 h 14"/>
                <a:gd name="T8" fmla="*/ 60 w 9"/>
                <a:gd name="T9" fmla="*/ 89 h 14"/>
                <a:gd name="T10" fmla="*/ 40 w 9"/>
                <a:gd name="T11" fmla="*/ 84 h 14"/>
                <a:gd name="T12" fmla="*/ 8 w 9"/>
                <a:gd name="T13" fmla="*/ 37 h 14"/>
                <a:gd name="T14" fmla="*/ 8 w 9"/>
                <a:gd name="T15" fmla="*/ 0 h 14"/>
                <a:gd name="T16" fmla="*/ 28 w 9"/>
                <a:gd name="T17" fmla="*/ 0 h 14"/>
                <a:gd name="T18" fmla="*/ 28 w 9"/>
                <a:gd name="T19" fmla="*/ 0 h 14"/>
                <a:gd name="T20" fmla="*/ 8 w 9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1" y="9"/>
                    <a:pt x="3" y="12"/>
                    <a:pt x="6" y="13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7" y="14"/>
                    <a:pt x="6" y="13"/>
                  </a:cubicBezTo>
                  <a:cubicBezTo>
                    <a:pt x="4" y="12"/>
                    <a:pt x="1" y="9"/>
                    <a:pt x="1" y="6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6" name="Freeform 307">
              <a:extLst>
                <a:ext uri="{FF2B5EF4-FFF2-40B4-BE49-F238E27FC236}">
                  <a16:creationId xmlns:a16="http://schemas.microsoft.com/office/drawing/2014/main" id="{D8C73E8F-6836-42C5-8927-E513C4496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562"/>
              <a:ext cx="45" cy="47"/>
            </a:xfrm>
            <a:custGeom>
              <a:avLst/>
              <a:gdLst>
                <a:gd name="T0" fmla="*/ 92 w 24"/>
                <a:gd name="T1" fmla="*/ 165 h 25"/>
                <a:gd name="T2" fmla="*/ 144 w 24"/>
                <a:gd name="T3" fmla="*/ 73 h 25"/>
                <a:gd name="T4" fmla="*/ 39 w 24"/>
                <a:gd name="T5" fmla="*/ 28 h 25"/>
                <a:gd name="T6" fmla="*/ 92 w 24"/>
                <a:gd name="T7" fmla="*/ 1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14" y="25"/>
                  </a:moveTo>
                  <a:cubicBezTo>
                    <a:pt x="21" y="25"/>
                    <a:pt x="24" y="18"/>
                    <a:pt x="22" y="11"/>
                  </a:cubicBezTo>
                  <a:cubicBezTo>
                    <a:pt x="19" y="4"/>
                    <a:pt x="13" y="0"/>
                    <a:pt x="6" y="4"/>
                  </a:cubicBezTo>
                  <a:cubicBezTo>
                    <a:pt x="0" y="7"/>
                    <a:pt x="2" y="25"/>
                    <a:pt x="14" y="2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17" name="Freeform 308">
              <a:extLst>
                <a:ext uri="{FF2B5EF4-FFF2-40B4-BE49-F238E27FC236}">
                  <a16:creationId xmlns:a16="http://schemas.microsoft.com/office/drawing/2014/main" id="{49392FAD-6CAD-47D4-9888-CE791C8C6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575"/>
              <a:ext cx="24" cy="24"/>
            </a:xfrm>
            <a:custGeom>
              <a:avLst/>
              <a:gdLst>
                <a:gd name="T0" fmla="*/ 76 w 13"/>
                <a:gd name="T1" fmla="*/ 24 h 13"/>
                <a:gd name="T2" fmla="*/ 76 w 13"/>
                <a:gd name="T3" fmla="*/ 61 h 13"/>
                <a:gd name="T4" fmla="*/ 37 w 13"/>
                <a:gd name="T5" fmla="*/ 76 h 13"/>
                <a:gd name="T6" fmla="*/ 7 w 13"/>
                <a:gd name="T7" fmla="*/ 44 h 13"/>
                <a:gd name="T8" fmla="*/ 13 w 13"/>
                <a:gd name="T9" fmla="*/ 0 h 13"/>
                <a:gd name="T10" fmla="*/ 13 w 13"/>
                <a:gd name="T11" fmla="*/ 0 h 13"/>
                <a:gd name="T12" fmla="*/ 7 w 13"/>
                <a:gd name="T13" fmla="*/ 44 h 13"/>
                <a:gd name="T14" fmla="*/ 37 w 13"/>
                <a:gd name="T15" fmla="*/ 76 h 13"/>
                <a:gd name="T16" fmla="*/ 76 w 13"/>
                <a:gd name="T17" fmla="*/ 61 h 13"/>
                <a:gd name="T18" fmla="*/ 76 w 13"/>
                <a:gd name="T19" fmla="*/ 2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2" y="4"/>
                  </a:moveTo>
                  <a:cubicBezTo>
                    <a:pt x="13" y="6"/>
                    <a:pt x="13" y="8"/>
                    <a:pt x="12" y="10"/>
                  </a:cubicBezTo>
                  <a:cubicBezTo>
                    <a:pt x="10" y="12"/>
                    <a:pt x="8" y="13"/>
                    <a:pt x="6" y="12"/>
                  </a:cubicBezTo>
                  <a:cubicBezTo>
                    <a:pt x="4" y="12"/>
                    <a:pt x="2" y="10"/>
                    <a:pt x="1" y="7"/>
                  </a:cubicBezTo>
                  <a:cubicBezTo>
                    <a:pt x="0" y="5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5"/>
                    <a:pt x="1" y="7"/>
                  </a:cubicBezTo>
                  <a:cubicBezTo>
                    <a:pt x="2" y="10"/>
                    <a:pt x="4" y="12"/>
                    <a:pt x="6" y="12"/>
                  </a:cubicBezTo>
                  <a:cubicBezTo>
                    <a:pt x="8" y="13"/>
                    <a:pt x="10" y="12"/>
                    <a:pt x="12" y="10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8" name="Freeform 309">
              <a:extLst>
                <a:ext uri="{FF2B5EF4-FFF2-40B4-BE49-F238E27FC236}">
                  <a16:creationId xmlns:a16="http://schemas.microsoft.com/office/drawing/2014/main" id="{5C12ECAC-1192-4669-BDA3-AE88D7DFD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431"/>
              <a:ext cx="58" cy="56"/>
            </a:xfrm>
            <a:custGeom>
              <a:avLst/>
              <a:gdLst>
                <a:gd name="T0" fmla="*/ 97 w 31"/>
                <a:gd name="T1" fmla="*/ 13 h 30"/>
                <a:gd name="T2" fmla="*/ 24 w 31"/>
                <a:gd name="T3" fmla="*/ 24 h 30"/>
                <a:gd name="T4" fmla="*/ 67 w 31"/>
                <a:gd name="T5" fmla="*/ 136 h 30"/>
                <a:gd name="T6" fmla="*/ 178 w 31"/>
                <a:gd name="T7" fmla="*/ 170 h 30"/>
                <a:gd name="T8" fmla="*/ 189 w 31"/>
                <a:gd name="T9" fmla="*/ 118 h 30"/>
                <a:gd name="T10" fmla="*/ 144 w 31"/>
                <a:gd name="T11" fmla="*/ 65 h 30"/>
                <a:gd name="T12" fmla="*/ 97 w 31"/>
                <a:gd name="T13" fmla="*/ 1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15" y="2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8"/>
                    <a:pt x="3" y="15"/>
                    <a:pt x="10" y="21"/>
                  </a:cubicBezTo>
                  <a:cubicBezTo>
                    <a:pt x="17" y="28"/>
                    <a:pt x="21" y="30"/>
                    <a:pt x="27" y="26"/>
                  </a:cubicBezTo>
                  <a:cubicBezTo>
                    <a:pt x="30" y="25"/>
                    <a:pt x="31" y="22"/>
                    <a:pt x="29" y="18"/>
                  </a:cubicBezTo>
                  <a:cubicBezTo>
                    <a:pt x="28" y="15"/>
                    <a:pt x="26" y="14"/>
                    <a:pt x="22" y="10"/>
                  </a:cubicBezTo>
                  <a:cubicBezTo>
                    <a:pt x="20" y="8"/>
                    <a:pt x="18" y="4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19" name="Freeform 310">
              <a:extLst>
                <a:ext uri="{FF2B5EF4-FFF2-40B4-BE49-F238E27FC236}">
                  <a16:creationId xmlns:a16="http://schemas.microsoft.com/office/drawing/2014/main" id="{9E50A6B5-329C-4485-89B3-06B04004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0"/>
              <a:ext cx="30" cy="30"/>
            </a:xfrm>
            <a:custGeom>
              <a:avLst/>
              <a:gdLst>
                <a:gd name="T0" fmla="*/ 105 w 16"/>
                <a:gd name="T1" fmla="*/ 92 h 16"/>
                <a:gd name="T2" fmla="*/ 99 w 16"/>
                <a:gd name="T3" fmla="*/ 99 h 16"/>
                <a:gd name="T4" fmla="*/ 32 w 16"/>
                <a:gd name="T5" fmla="*/ 68 h 16"/>
                <a:gd name="T6" fmla="*/ 8 w 16"/>
                <a:gd name="T7" fmla="*/ 15 h 16"/>
                <a:gd name="T8" fmla="*/ 32 w 16"/>
                <a:gd name="T9" fmla="*/ 8 h 16"/>
                <a:gd name="T10" fmla="*/ 32 w 16"/>
                <a:gd name="T11" fmla="*/ 8 h 16"/>
                <a:gd name="T12" fmla="*/ 8 w 16"/>
                <a:gd name="T13" fmla="*/ 15 h 16"/>
                <a:gd name="T14" fmla="*/ 32 w 16"/>
                <a:gd name="T15" fmla="*/ 68 h 16"/>
                <a:gd name="T16" fmla="*/ 99 w 16"/>
                <a:gd name="T17" fmla="*/ 99 h 16"/>
                <a:gd name="T18" fmla="*/ 105 w 16"/>
                <a:gd name="T19" fmla="*/ 9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6">
                  <a:moveTo>
                    <a:pt x="16" y="14"/>
                  </a:moveTo>
                  <a:cubicBezTo>
                    <a:pt x="16" y="14"/>
                    <a:pt x="16" y="15"/>
                    <a:pt x="15" y="15"/>
                  </a:cubicBezTo>
                  <a:cubicBezTo>
                    <a:pt x="14" y="16"/>
                    <a:pt x="11" y="15"/>
                    <a:pt x="5" y="10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1" y="6"/>
                    <a:pt x="5" y="10"/>
                  </a:cubicBezTo>
                  <a:cubicBezTo>
                    <a:pt x="10" y="15"/>
                    <a:pt x="14" y="16"/>
                    <a:pt x="15" y="15"/>
                  </a:cubicBezTo>
                  <a:cubicBezTo>
                    <a:pt x="16" y="15"/>
                    <a:pt x="16" y="15"/>
                    <a:pt x="16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0" name="Freeform 311">
              <a:extLst>
                <a:ext uri="{FF2B5EF4-FFF2-40B4-BE49-F238E27FC236}">
                  <a16:creationId xmlns:a16="http://schemas.microsoft.com/office/drawing/2014/main" id="{43722A2E-65A5-481B-89DD-69C563AF6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20"/>
              <a:ext cx="41" cy="43"/>
            </a:xfrm>
            <a:custGeom>
              <a:avLst/>
              <a:gdLst>
                <a:gd name="T0" fmla="*/ 117 w 22"/>
                <a:gd name="T1" fmla="*/ 105 h 23"/>
                <a:gd name="T2" fmla="*/ 136 w 22"/>
                <a:gd name="T3" fmla="*/ 60 h 23"/>
                <a:gd name="T4" fmla="*/ 112 w 22"/>
                <a:gd name="T5" fmla="*/ 21 h 23"/>
                <a:gd name="T6" fmla="*/ 13 w 22"/>
                <a:gd name="T7" fmla="*/ 67 h 23"/>
                <a:gd name="T8" fmla="*/ 60 w 22"/>
                <a:gd name="T9" fmla="*/ 150 h 23"/>
                <a:gd name="T10" fmla="*/ 117 w 22"/>
                <a:gd name="T11" fmla="*/ 10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16"/>
                  </a:moveTo>
                  <a:cubicBezTo>
                    <a:pt x="20" y="14"/>
                    <a:pt x="22" y="11"/>
                    <a:pt x="21" y="9"/>
                  </a:cubicBezTo>
                  <a:cubicBezTo>
                    <a:pt x="21" y="6"/>
                    <a:pt x="19" y="4"/>
                    <a:pt x="17" y="3"/>
                  </a:cubicBezTo>
                  <a:cubicBezTo>
                    <a:pt x="12" y="0"/>
                    <a:pt x="5" y="3"/>
                    <a:pt x="2" y="10"/>
                  </a:cubicBezTo>
                  <a:cubicBezTo>
                    <a:pt x="0" y="17"/>
                    <a:pt x="4" y="23"/>
                    <a:pt x="9" y="23"/>
                  </a:cubicBezTo>
                  <a:cubicBezTo>
                    <a:pt x="13" y="22"/>
                    <a:pt x="15" y="21"/>
                    <a:pt x="18" y="1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21" name="Freeform 312">
              <a:extLst>
                <a:ext uri="{FF2B5EF4-FFF2-40B4-BE49-F238E27FC236}">
                  <a16:creationId xmlns:a16="http://schemas.microsoft.com/office/drawing/2014/main" id="{DCB787FD-7973-4BE8-A0E7-2C5D82D70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631"/>
              <a:ext cx="21" cy="22"/>
            </a:xfrm>
            <a:custGeom>
              <a:avLst/>
              <a:gdLst>
                <a:gd name="T0" fmla="*/ 40 w 11"/>
                <a:gd name="T1" fmla="*/ 73 h 12"/>
                <a:gd name="T2" fmla="*/ 8 w 11"/>
                <a:gd name="T3" fmla="*/ 68 h 12"/>
                <a:gd name="T4" fmla="*/ 21 w 11"/>
                <a:gd name="T5" fmla="*/ 20 h 12"/>
                <a:gd name="T6" fmla="*/ 55 w 11"/>
                <a:gd name="T7" fmla="*/ 7 h 12"/>
                <a:gd name="T8" fmla="*/ 76 w 11"/>
                <a:gd name="T9" fmla="*/ 20 h 12"/>
                <a:gd name="T10" fmla="*/ 76 w 11"/>
                <a:gd name="T11" fmla="*/ 20 h 12"/>
                <a:gd name="T12" fmla="*/ 55 w 11"/>
                <a:gd name="T13" fmla="*/ 0 h 12"/>
                <a:gd name="T14" fmla="*/ 21 w 11"/>
                <a:gd name="T15" fmla="*/ 20 h 12"/>
                <a:gd name="T16" fmla="*/ 8 w 11"/>
                <a:gd name="T17" fmla="*/ 68 h 12"/>
                <a:gd name="T18" fmla="*/ 40 w 11"/>
                <a:gd name="T19" fmla="*/ 7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6" y="12"/>
                  </a:moveTo>
                  <a:cubicBezTo>
                    <a:pt x="4" y="12"/>
                    <a:pt x="2" y="12"/>
                    <a:pt x="1" y="11"/>
                  </a:cubicBezTo>
                  <a:cubicBezTo>
                    <a:pt x="0" y="9"/>
                    <a:pt x="0" y="6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ubicBezTo>
                    <a:pt x="10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8" y="0"/>
                  </a:cubicBezTo>
                  <a:cubicBezTo>
                    <a:pt x="7" y="0"/>
                    <a:pt x="5" y="0"/>
                    <a:pt x="3" y="3"/>
                  </a:cubicBezTo>
                  <a:cubicBezTo>
                    <a:pt x="0" y="6"/>
                    <a:pt x="0" y="9"/>
                    <a:pt x="1" y="11"/>
                  </a:cubicBezTo>
                  <a:cubicBezTo>
                    <a:pt x="2" y="12"/>
                    <a:pt x="4" y="12"/>
                    <a:pt x="6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2" name="Freeform 313">
              <a:extLst>
                <a:ext uri="{FF2B5EF4-FFF2-40B4-BE49-F238E27FC236}">
                  <a16:creationId xmlns:a16="http://schemas.microsoft.com/office/drawing/2014/main" id="{43A95A8F-6A39-4EAF-80A8-E5D412B20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719"/>
              <a:ext cx="45" cy="56"/>
            </a:xfrm>
            <a:custGeom>
              <a:avLst/>
              <a:gdLst>
                <a:gd name="T0" fmla="*/ 152 w 24"/>
                <a:gd name="T1" fmla="*/ 97 h 30"/>
                <a:gd name="T2" fmla="*/ 144 w 24"/>
                <a:gd name="T3" fmla="*/ 32 h 30"/>
                <a:gd name="T4" fmla="*/ 92 w 24"/>
                <a:gd name="T5" fmla="*/ 0 h 30"/>
                <a:gd name="T6" fmla="*/ 8 w 24"/>
                <a:gd name="T7" fmla="*/ 112 h 30"/>
                <a:gd name="T8" fmla="*/ 105 w 24"/>
                <a:gd name="T9" fmla="*/ 181 h 30"/>
                <a:gd name="T10" fmla="*/ 152 w 24"/>
                <a:gd name="T11" fmla="*/ 9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0">
                  <a:moveTo>
                    <a:pt x="23" y="15"/>
                  </a:moveTo>
                  <a:cubicBezTo>
                    <a:pt x="23" y="11"/>
                    <a:pt x="24" y="8"/>
                    <a:pt x="22" y="5"/>
                  </a:cubicBezTo>
                  <a:cubicBezTo>
                    <a:pt x="20" y="3"/>
                    <a:pt x="17" y="0"/>
                    <a:pt x="14" y="0"/>
                  </a:cubicBezTo>
                  <a:cubicBezTo>
                    <a:pt x="6" y="0"/>
                    <a:pt x="0" y="8"/>
                    <a:pt x="1" y="17"/>
                  </a:cubicBezTo>
                  <a:cubicBezTo>
                    <a:pt x="2" y="27"/>
                    <a:pt x="10" y="30"/>
                    <a:pt x="16" y="28"/>
                  </a:cubicBezTo>
                  <a:cubicBezTo>
                    <a:pt x="20" y="25"/>
                    <a:pt x="21" y="23"/>
                    <a:pt x="23" y="1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23" name="Freeform 314">
              <a:extLst>
                <a:ext uri="{FF2B5EF4-FFF2-40B4-BE49-F238E27FC236}">
                  <a16:creationId xmlns:a16="http://schemas.microsoft.com/office/drawing/2014/main" id="{8E9D9132-E065-4865-93EB-1754D10C8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730"/>
              <a:ext cx="21" cy="32"/>
            </a:xfrm>
            <a:custGeom>
              <a:avLst/>
              <a:gdLst>
                <a:gd name="T0" fmla="*/ 69 w 11"/>
                <a:gd name="T1" fmla="*/ 92 h 17"/>
                <a:gd name="T2" fmla="*/ 29 w 11"/>
                <a:gd name="T3" fmla="*/ 105 h 17"/>
                <a:gd name="T4" fmla="*/ 15 w 11"/>
                <a:gd name="T5" fmla="*/ 45 h 17"/>
                <a:gd name="T6" fmla="*/ 40 w 11"/>
                <a:gd name="T7" fmla="*/ 8 h 17"/>
                <a:gd name="T8" fmla="*/ 76 w 11"/>
                <a:gd name="T9" fmla="*/ 15 h 17"/>
                <a:gd name="T10" fmla="*/ 76 w 11"/>
                <a:gd name="T11" fmla="*/ 15 h 17"/>
                <a:gd name="T12" fmla="*/ 40 w 11"/>
                <a:gd name="T13" fmla="*/ 0 h 17"/>
                <a:gd name="T14" fmla="*/ 8 w 11"/>
                <a:gd name="T15" fmla="*/ 45 h 17"/>
                <a:gd name="T16" fmla="*/ 29 w 11"/>
                <a:gd name="T17" fmla="*/ 105 h 17"/>
                <a:gd name="T18" fmla="*/ 69 w 11"/>
                <a:gd name="T19" fmla="*/ 92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7">
                  <a:moveTo>
                    <a:pt x="10" y="14"/>
                  </a:moveTo>
                  <a:cubicBezTo>
                    <a:pt x="8" y="16"/>
                    <a:pt x="6" y="17"/>
                    <a:pt x="4" y="16"/>
                  </a:cubicBezTo>
                  <a:cubicBezTo>
                    <a:pt x="2" y="15"/>
                    <a:pt x="0" y="11"/>
                    <a:pt x="2" y="7"/>
                  </a:cubicBezTo>
                  <a:cubicBezTo>
                    <a:pt x="3" y="2"/>
                    <a:pt x="5" y="1"/>
                    <a:pt x="6" y="1"/>
                  </a:cubicBezTo>
                  <a:cubicBezTo>
                    <a:pt x="8" y="0"/>
                    <a:pt x="10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1"/>
                    <a:pt x="3" y="2"/>
                    <a:pt x="1" y="7"/>
                  </a:cubicBezTo>
                  <a:cubicBezTo>
                    <a:pt x="0" y="11"/>
                    <a:pt x="2" y="15"/>
                    <a:pt x="4" y="16"/>
                  </a:cubicBezTo>
                  <a:cubicBezTo>
                    <a:pt x="6" y="17"/>
                    <a:pt x="8" y="16"/>
                    <a:pt x="10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4" name="Freeform 315">
              <a:extLst>
                <a:ext uri="{FF2B5EF4-FFF2-40B4-BE49-F238E27FC236}">
                  <a16:creationId xmlns:a16="http://schemas.microsoft.com/office/drawing/2014/main" id="{548B805A-2709-456C-AAA2-9C32C53AB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844"/>
              <a:ext cx="41" cy="43"/>
            </a:xfrm>
            <a:custGeom>
              <a:avLst/>
              <a:gdLst>
                <a:gd name="T0" fmla="*/ 117 w 22"/>
                <a:gd name="T1" fmla="*/ 32 h 23"/>
                <a:gd name="T2" fmla="*/ 76 w 22"/>
                <a:gd name="T3" fmla="*/ 7 h 23"/>
                <a:gd name="T4" fmla="*/ 32 w 22"/>
                <a:gd name="T5" fmla="*/ 13 h 23"/>
                <a:gd name="T6" fmla="*/ 45 w 22"/>
                <a:gd name="T7" fmla="*/ 125 h 23"/>
                <a:gd name="T8" fmla="*/ 136 w 22"/>
                <a:gd name="T9" fmla="*/ 105 h 23"/>
                <a:gd name="T10" fmla="*/ 117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4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1" y="15"/>
                    <a:pt x="7" y="19"/>
                  </a:cubicBezTo>
                  <a:cubicBezTo>
                    <a:pt x="13" y="23"/>
                    <a:pt x="20" y="21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25" name="Freeform 316">
              <a:extLst>
                <a:ext uri="{FF2B5EF4-FFF2-40B4-BE49-F238E27FC236}">
                  <a16:creationId xmlns:a16="http://schemas.microsoft.com/office/drawing/2014/main" id="{3B10CA5E-BE6B-4E88-817C-C5E3807B3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854"/>
              <a:ext cx="21" cy="22"/>
            </a:xfrm>
            <a:custGeom>
              <a:avLst/>
              <a:gdLst>
                <a:gd name="T0" fmla="*/ 76 w 11"/>
                <a:gd name="T1" fmla="*/ 44 h 12"/>
                <a:gd name="T2" fmla="*/ 61 w 11"/>
                <a:gd name="T3" fmla="*/ 68 h 12"/>
                <a:gd name="T4" fmla="*/ 15 w 11"/>
                <a:gd name="T5" fmla="*/ 44 h 12"/>
                <a:gd name="T6" fmla="*/ 8 w 11"/>
                <a:gd name="T7" fmla="*/ 13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7 h 12"/>
                <a:gd name="T14" fmla="*/ 15 w 11"/>
                <a:gd name="T15" fmla="*/ 44 h 12"/>
                <a:gd name="T16" fmla="*/ 61 w 11"/>
                <a:gd name="T17" fmla="*/ 68 h 12"/>
                <a:gd name="T18" fmla="*/ 76 w 11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1"/>
                    <a:pt x="2" y="7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1" y="3"/>
                    <a:pt x="0" y="4"/>
                    <a:pt x="2" y="7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0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6" name="Freeform 317">
              <a:extLst>
                <a:ext uri="{FF2B5EF4-FFF2-40B4-BE49-F238E27FC236}">
                  <a16:creationId xmlns:a16="http://schemas.microsoft.com/office/drawing/2014/main" id="{D2B58CED-F196-4390-85C4-444237150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041"/>
              <a:ext cx="45" cy="58"/>
            </a:xfrm>
            <a:custGeom>
              <a:avLst/>
              <a:gdLst>
                <a:gd name="T0" fmla="*/ 152 w 24"/>
                <a:gd name="T1" fmla="*/ 97 h 31"/>
                <a:gd name="T2" fmla="*/ 137 w 24"/>
                <a:gd name="T3" fmla="*/ 32 h 31"/>
                <a:gd name="T4" fmla="*/ 92 w 24"/>
                <a:gd name="T5" fmla="*/ 7 h 31"/>
                <a:gd name="T6" fmla="*/ 8 w 24"/>
                <a:gd name="T7" fmla="*/ 120 h 31"/>
                <a:gd name="T8" fmla="*/ 99 w 24"/>
                <a:gd name="T9" fmla="*/ 181 h 31"/>
                <a:gd name="T10" fmla="*/ 152 w 24"/>
                <a:gd name="T11" fmla="*/ 9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cubicBezTo>
                    <a:pt x="23" y="12"/>
                    <a:pt x="24" y="8"/>
                    <a:pt x="21" y="5"/>
                  </a:cubicBezTo>
                  <a:cubicBezTo>
                    <a:pt x="20" y="3"/>
                    <a:pt x="17" y="1"/>
                    <a:pt x="14" y="1"/>
                  </a:cubicBezTo>
                  <a:cubicBezTo>
                    <a:pt x="6" y="0"/>
                    <a:pt x="0" y="9"/>
                    <a:pt x="1" y="18"/>
                  </a:cubicBezTo>
                  <a:cubicBezTo>
                    <a:pt x="2" y="27"/>
                    <a:pt x="10" y="31"/>
                    <a:pt x="15" y="28"/>
                  </a:cubicBezTo>
                  <a:cubicBezTo>
                    <a:pt x="20" y="26"/>
                    <a:pt x="21" y="23"/>
                    <a:pt x="23" y="1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27" name="Freeform 318">
              <a:extLst>
                <a:ext uri="{FF2B5EF4-FFF2-40B4-BE49-F238E27FC236}">
                  <a16:creationId xmlns:a16="http://schemas.microsoft.com/office/drawing/2014/main" id="{70778CB0-60B3-4804-A4C3-57271107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052"/>
              <a:ext cx="21" cy="32"/>
            </a:xfrm>
            <a:custGeom>
              <a:avLst/>
              <a:gdLst>
                <a:gd name="T0" fmla="*/ 69 w 11"/>
                <a:gd name="T1" fmla="*/ 100 h 17"/>
                <a:gd name="T2" fmla="*/ 29 w 11"/>
                <a:gd name="T3" fmla="*/ 105 h 17"/>
                <a:gd name="T4" fmla="*/ 15 w 11"/>
                <a:gd name="T5" fmla="*/ 45 h 17"/>
                <a:gd name="T6" fmla="*/ 40 w 11"/>
                <a:gd name="T7" fmla="*/ 8 h 17"/>
                <a:gd name="T8" fmla="*/ 76 w 11"/>
                <a:gd name="T9" fmla="*/ 15 h 17"/>
                <a:gd name="T10" fmla="*/ 76 w 11"/>
                <a:gd name="T11" fmla="*/ 15 h 17"/>
                <a:gd name="T12" fmla="*/ 40 w 11"/>
                <a:gd name="T13" fmla="*/ 8 h 17"/>
                <a:gd name="T14" fmla="*/ 8 w 11"/>
                <a:gd name="T15" fmla="*/ 45 h 17"/>
                <a:gd name="T16" fmla="*/ 29 w 11"/>
                <a:gd name="T17" fmla="*/ 105 h 17"/>
                <a:gd name="T18" fmla="*/ 69 w 11"/>
                <a:gd name="T19" fmla="*/ 10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7">
                  <a:moveTo>
                    <a:pt x="10" y="15"/>
                  </a:moveTo>
                  <a:cubicBezTo>
                    <a:pt x="8" y="17"/>
                    <a:pt x="6" y="17"/>
                    <a:pt x="4" y="16"/>
                  </a:cubicBezTo>
                  <a:cubicBezTo>
                    <a:pt x="2" y="15"/>
                    <a:pt x="0" y="12"/>
                    <a:pt x="2" y="7"/>
                  </a:cubicBezTo>
                  <a:cubicBezTo>
                    <a:pt x="3" y="3"/>
                    <a:pt x="5" y="1"/>
                    <a:pt x="6" y="1"/>
                  </a:cubicBezTo>
                  <a:cubicBezTo>
                    <a:pt x="8" y="0"/>
                    <a:pt x="10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8" y="0"/>
                    <a:pt x="6" y="1"/>
                  </a:cubicBezTo>
                  <a:cubicBezTo>
                    <a:pt x="5" y="1"/>
                    <a:pt x="3" y="2"/>
                    <a:pt x="1" y="7"/>
                  </a:cubicBezTo>
                  <a:cubicBezTo>
                    <a:pt x="0" y="12"/>
                    <a:pt x="2" y="15"/>
                    <a:pt x="4" y="16"/>
                  </a:cubicBezTo>
                  <a:cubicBezTo>
                    <a:pt x="6" y="17"/>
                    <a:pt x="8" y="17"/>
                    <a:pt x="10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8" name="Freeform 319">
              <a:extLst>
                <a:ext uri="{FF2B5EF4-FFF2-40B4-BE49-F238E27FC236}">
                  <a16:creationId xmlns:a16="http://schemas.microsoft.com/office/drawing/2014/main" id="{13833680-F0E7-4A22-8F7B-254E8CF65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708"/>
              <a:ext cx="41" cy="43"/>
            </a:xfrm>
            <a:custGeom>
              <a:avLst/>
              <a:gdLst>
                <a:gd name="T0" fmla="*/ 117 w 22"/>
                <a:gd name="T1" fmla="*/ 32 h 23"/>
                <a:gd name="T2" fmla="*/ 73 w 22"/>
                <a:gd name="T3" fmla="*/ 0 h 23"/>
                <a:gd name="T4" fmla="*/ 24 w 22"/>
                <a:gd name="T5" fmla="*/ 13 h 23"/>
                <a:gd name="T6" fmla="*/ 45 w 22"/>
                <a:gd name="T7" fmla="*/ 120 h 23"/>
                <a:gd name="T8" fmla="*/ 136 w 22"/>
                <a:gd name="T9" fmla="*/ 105 h 23"/>
                <a:gd name="T10" fmla="*/ 117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3" y="23"/>
                    <a:pt x="19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29" name="Freeform 320">
              <a:extLst>
                <a:ext uri="{FF2B5EF4-FFF2-40B4-BE49-F238E27FC236}">
                  <a16:creationId xmlns:a16="http://schemas.microsoft.com/office/drawing/2014/main" id="{343138D1-4959-487B-BFA1-B57417A2F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15"/>
              <a:ext cx="21" cy="23"/>
            </a:xfrm>
            <a:custGeom>
              <a:avLst/>
              <a:gdLst>
                <a:gd name="T0" fmla="*/ 76 w 11"/>
                <a:gd name="T1" fmla="*/ 56 h 12"/>
                <a:gd name="T2" fmla="*/ 55 w 11"/>
                <a:gd name="T3" fmla="*/ 84 h 12"/>
                <a:gd name="T4" fmla="*/ 15 w 11"/>
                <a:gd name="T5" fmla="*/ 56 h 12"/>
                <a:gd name="T6" fmla="*/ 8 w 11"/>
                <a:gd name="T7" fmla="*/ 15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15 h 12"/>
                <a:gd name="T14" fmla="*/ 15 w 11"/>
                <a:gd name="T15" fmla="*/ 56 h 12"/>
                <a:gd name="T16" fmla="*/ 55 w 11"/>
                <a:gd name="T17" fmla="*/ 84 h 12"/>
                <a:gd name="T18" fmla="*/ 76 w 11"/>
                <a:gd name="T19" fmla="*/ 5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0" name="Freeform 321">
              <a:extLst>
                <a:ext uri="{FF2B5EF4-FFF2-40B4-BE49-F238E27FC236}">
                  <a16:creationId xmlns:a16="http://schemas.microsoft.com/office/drawing/2014/main" id="{CD3AA54B-1E34-4E6C-8868-50FFE68FB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433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65 w 22"/>
                <a:gd name="T3" fmla="*/ 0 h 22"/>
                <a:gd name="T4" fmla="*/ 21 w 22"/>
                <a:gd name="T5" fmla="*/ 21 h 22"/>
                <a:gd name="T6" fmla="*/ 52 w 22"/>
                <a:gd name="T7" fmla="*/ 121 h 22"/>
                <a:gd name="T8" fmla="*/ 136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31" name="Freeform 322">
              <a:extLst>
                <a:ext uri="{FF2B5EF4-FFF2-40B4-BE49-F238E27FC236}">
                  <a16:creationId xmlns:a16="http://schemas.microsoft.com/office/drawing/2014/main" id="{860B72CE-B604-481F-9CEF-8752EF811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440"/>
              <a:ext cx="20" cy="23"/>
            </a:xfrm>
            <a:custGeom>
              <a:avLst/>
              <a:gdLst>
                <a:gd name="T0" fmla="*/ 65 w 11"/>
                <a:gd name="T1" fmla="*/ 48 h 12"/>
                <a:gd name="T2" fmla="*/ 53 w 11"/>
                <a:gd name="T3" fmla="*/ 77 h 12"/>
                <a:gd name="T4" fmla="*/ 13 w 11"/>
                <a:gd name="T5" fmla="*/ 56 h 12"/>
                <a:gd name="T6" fmla="*/ 7 w 11"/>
                <a:gd name="T7" fmla="*/ 15 h 12"/>
                <a:gd name="T8" fmla="*/ 24 w 11"/>
                <a:gd name="T9" fmla="*/ 0 h 12"/>
                <a:gd name="T10" fmla="*/ 24 w 11"/>
                <a:gd name="T11" fmla="*/ 0 h 12"/>
                <a:gd name="T12" fmla="*/ 7 w 11"/>
                <a:gd name="T13" fmla="*/ 15 h 12"/>
                <a:gd name="T14" fmla="*/ 13 w 11"/>
                <a:gd name="T15" fmla="*/ 56 h 12"/>
                <a:gd name="T16" fmla="*/ 53 w 11"/>
                <a:gd name="T17" fmla="*/ 77 h 12"/>
                <a:gd name="T18" fmla="*/ 65 w 11"/>
                <a:gd name="T19" fmla="*/ 4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0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2" name="Freeform 323">
              <a:extLst>
                <a:ext uri="{FF2B5EF4-FFF2-40B4-BE49-F238E27FC236}">
                  <a16:creationId xmlns:a16="http://schemas.microsoft.com/office/drawing/2014/main" id="{66FB41DD-DCCE-466E-8F3F-CC78C31F7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275"/>
              <a:ext cx="57" cy="47"/>
            </a:xfrm>
            <a:custGeom>
              <a:avLst/>
              <a:gdLst>
                <a:gd name="T0" fmla="*/ 118 w 31"/>
                <a:gd name="T1" fmla="*/ 15 h 25"/>
                <a:gd name="T2" fmla="*/ 57 w 31"/>
                <a:gd name="T3" fmla="*/ 15 h 25"/>
                <a:gd name="T4" fmla="*/ 13 w 31"/>
                <a:gd name="T5" fmla="*/ 53 h 25"/>
                <a:gd name="T6" fmla="*/ 97 w 31"/>
                <a:gd name="T7" fmla="*/ 160 h 25"/>
                <a:gd name="T8" fmla="*/ 186 w 31"/>
                <a:gd name="T9" fmla="*/ 81 h 25"/>
                <a:gd name="T10" fmla="*/ 118 w 31"/>
                <a:gd name="T11" fmla="*/ 1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9" y="2"/>
                  </a:moveTo>
                  <a:cubicBezTo>
                    <a:pt x="15" y="1"/>
                    <a:pt x="12" y="0"/>
                    <a:pt x="9" y="2"/>
                  </a:cubicBezTo>
                  <a:cubicBezTo>
                    <a:pt x="6" y="3"/>
                    <a:pt x="3" y="5"/>
                    <a:pt x="2" y="8"/>
                  </a:cubicBezTo>
                  <a:cubicBezTo>
                    <a:pt x="0" y="16"/>
                    <a:pt x="7" y="24"/>
                    <a:pt x="16" y="24"/>
                  </a:cubicBezTo>
                  <a:cubicBezTo>
                    <a:pt x="26" y="25"/>
                    <a:pt x="31" y="18"/>
                    <a:pt x="30" y="12"/>
                  </a:cubicBezTo>
                  <a:cubicBezTo>
                    <a:pt x="28" y="7"/>
                    <a:pt x="26" y="6"/>
                    <a:pt x="19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33" name="Freeform 324">
              <a:extLst>
                <a:ext uri="{FF2B5EF4-FFF2-40B4-BE49-F238E27FC236}">
                  <a16:creationId xmlns:a16="http://schemas.microsoft.com/office/drawing/2014/main" id="{6A98B4E0-50F5-4CF9-A12A-54FA95A0F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289"/>
              <a:ext cx="30" cy="22"/>
            </a:xfrm>
            <a:custGeom>
              <a:avLst/>
              <a:gdLst>
                <a:gd name="T0" fmla="*/ 92 w 16"/>
                <a:gd name="T1" fmla="*/ 20 h 12"/>
                <a:gd name="T2" fmla="*/ 99 w 16"/>
                <a:gd name="T3" fmla="*/ 57 h 12"/>
                <a:gd name="T4" fmla="*/ 32 w 16"/>
                <a:gd name="T5" fmla="*/ 61 h 12"/>
                <a:gd name="T6" fmla="*/ 0 w 16"/>
                <a:gd name="T7" fmla="*/ 24 h 12"/>
                <a:gd name="T8" fmla="*/ 15 w 16"/>
                <a:gd name="T9" fmla="*/ 0 h 12"/>
                <a:gd name="T10" fmla="*/ 15 w 16"/>
                <a:gd name="T11" fmla="*/ 0 h 12"/>
                <a:gd name="T12" fmla="*/ 0 w 16"/>
                <a:gd name="T13" fmla="*/ 24 h 12"/>
                <a:gd name="T14" fmla="*/ 32 w 16"/>
                <a:gd name="T15" fmla="*/ 61 h 12"/>
                <a:gd name="T16" fmla="*/ 99 w 16"/>
                <a:gd name="T17" fmla="*/ 57 h 12"/>
                <a:gd name="T18" fmla="*/ 92 w 16"/>
                <a:gd name="T19" fmla="*/ 2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2">
                  <a:moveTo>
                    <a:pt x="14" y="3"/>
                  </a:moveTo>
                  <a:cubicBezTo>
                    <a:pt x="16" y="5"/>
                    <a:pt x="16" y="7"/>
                    <a:pt x="15" y="9"/>
                  </a:cubicBezTo>
                  <a:cubicBezTo>
                    <a:pt x="13" y="11"/>
                    <a:pt x="9" y="12"/>
                    <a:pt x="5" y="10"/>
                  </a:cubicBezTo>
                  <a:cubicBezTo>
                    <a:pt x="1" y="8"/>
                    <a:pt x="0" y="5"/>
                    <a:pt x="0" y="4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9" y="12"/>
                    <a:pt x="13" y="11"/>
                    <a:pt x="15" y="9"/>
                  </a:cubicBezTo>
                  <a:cubicBezTo>
                    <a:pt x="16" y="8"/>
                    <a:pt x="16" y="5"/>
                    <a:pt x="1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4" name="Freeform 325">
              <a:extLst>
                <a:ext uri="{FF2B5EF4-FFF2-40B4-BE49-F238E27FC236}">
                  <a16:creationId xmlns:a16="http://schemas.microsoft.com/office/drawing/2014/main" id="{FD1AFFBB-9216-46B9-BA28-EDA19C175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333"/>
              <a:ext cx="56" cy="47"/>
            </a:xfrm>
            <a:custGeom>
              <a:avLst/>
              <a:gdLst>
                <a:gd name="T0" fmla="*/ 118 w 30"/>
                <a:gd name="T1" fmla="*/ 21 h 25"/>
                <a:gd name="T2" fmla="*/ 52 w 30"/>
                <a:gd name="T3" fmla="*/ 15 h 25"/>
                <a:gd name="T4" fmla="*/ 13 w 30"/>
                <a:gd name="T5" fmla="*/ 60 h 25"/>
                <a:gd name="T6" fmla="*/ 105 w 30"/>
                <a:gd name="T7" fmla="*/ 165 h 25"/>
                <a:gd name="T8" fmla="*/ 189 w 30"/>
                <a:gd name="T9" fmla="*/ 81 h 25"/>
                <a:gd name="T10" fmla="*/ 118 w 30"/>
                <a:gd name="T11" fmla="*/ 21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18" y="3"/>
                  </a:moveTo>
                  <a:cubicBezTo>
                    <a:pt x="14" y="1"/>
                    <a:pt x="11" y="0"/>
                    <a:pt x="8" y="2"/>
                  </a:cubicBezTo>
                  <a:cubicBezTo>
                    <a:pt x="5" y="3"/>
                    <a:pt x="3" y="5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5" y="25"/>
                    <a:pt x="30" y="18"/>
                    <a:pt x="29" y="12"/>
                  </a:cubicBezTo>
                  <a:cubicBezTo>
                    <a:pt x="27" y="7"/>
                    <a:pt x="25" y="6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35" name="Freeform 326">
              <a:extLst>
                <a:ext uri="{FF2B5EF4-FFF2-40B4-BE49-F238E27FC236}">
                  <a16:creationId xmlns:a16="http://schemas.microsoft.com/office/drawing/2014/main" id="{537C98D9-0AD0-4BF8-BEFB-BC9799B61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347"/>
              <a:ext cx="32" cy="22"/>
            </a:xfrm>
            <a:custGeom>
              <a:avLst/>
              <a:gdLst>
                <a:gd name="T0" fmla="*/ 100 w 17"/>
                <a:gd name="T1" fmla="*/ 24 h 12"/>
                <a:gd name="T2" fmla="*/ 100 w 17"/>
                <a:gd name="T3" fmla="*/ 57 h 12"/>
                <a:gd name="T4" fmla="*/ 40 w 17"/>
                <a:gd name="T5" fmla="*/ 61 h 12"/>
                <a:gd name="T6" fmla="*/ 8 w 17"/>
                <a:gd name="T7" fmla="*/ 24 h 12"/>
                <a:gd name="T8" fmla="*/ 21 w 17"/>
                <a:gd name="T9" fmla="*/ 0 h 12"/>
                <a:gd name="T10" fmla="*/ 21 w 17"/>
                <a:gd name="T11" fmla="*/ 0 h 12"/>
                <a:gd name="T12" fmla="*/ 0 w 17"/>
                <a:gd name="T13" fmla="*/ 24 h 12"/>
                <a:gd name="T14" fmla="*/ 32 w 17"/>
                <a:gd name="T15" fmla="*/ 61 h 12"/>
                <a:gd name="T16" fmla="*/ 100 w 17"/>
                <a:gd name="T17" fmla="*/ 57 h 12"/>
                <a:gd name="T18" fmla="*/ 100 w 17"/>
                <a:gd name="T19" fmla="*/ 2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2">
                  <a:moveTo>
                    <a:pt x="15" y="4"/>
                  </a:moveTo>
                  <a:cubicBezTo>
                    <a:pt x="16" y="6"/>
                    <a:pt x="16" y="8"/>
                    <a:pt x="15" y="9"/>
                  </a:cubicBezTo>
                  <a:cubicBezTo>
                    <a:pt x="14" y="11"/>
                    <a:pt x="10" y="12"/>
                    <a:pt x="6" y="10"/>
                  </a:cubicBezTo>
                  <a:cubicBezTo>
                    <a:pt x="2" y="8"/>
                    <a:pt x="1" y="6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10" y="12"/>
                    <a:pt x="14" y="11"/>
                    <a:pt x="15" y="9"/>
                  </a:cubicBezTo>
                  <a:cubicBezTo>
                    <a:pt x="17" y="8"/>
                    <a:pt x="16" y="6"/>
                    <a:pt x="15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6" name="Freeform 327">
              <a:extLst>
                <a:ext uri="{FF2B5EF4-FFF2-40B4-BE49-F238E27FC236}">
                  <a16:creationId xmlns:a16="http://schemas.microsoft.com/office/drawing/2014/main" id="{B513A626-BA38-4CF5-B817-090787C89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318"/>
              <a:ext cx="58" cy="47"/>
            </a:xfrm>
            <a:custGeom>
              <a:avLst/>
              <a:gdLst>
                <a:gd name="T0" fmla="*/ 120 w 31"/>
                <a:gd name="T1" fmla="*/ 21 h 25"/>
                <a:gd name="T2" fmla="*/ 52 w 31"/>
                <a:gd name="T3" fmla="*/ 15 h 25"/>
                <a:gd name="T4" fmla="*/ 13 w 31"/>
                <a:gd name="T5" fmla="*/ 60 h 25"/>
                <a:gd name="T6" fmla="*/ 105 w 31"/>
                <a:gd name="T7" fmla="*/ 165 h 25"/>
                <a:gd name="T8" fmla="*/ 189 w 31"/>
                <a:gd name="T9" fmla="*/ 81 h 25"/>
                <a:gd name="T10" fmla="*/ 120 w 31"/>
                <a:gd name="T11" fmla="*/ 21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8" y="3"/>
                  </a:moveTo>
                  <a:cubicBezTo>
                    <a:pt x="15" y="1"/>
                    <a:pt x="11" y="0"/>
                    <a:pt x="8" y="2"/>
                  </a:cubicBezTo>
                  <a:cubicBezTo>
                    <a:pt x="5" y="3"/>
                    <a:pt x="3" y="5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5" y="25"/>
                    <a:pt x="31" y="18"/>
                    <a:pt x="29" y="12"/>
                  </a:cubicBezTo>
                  <a:cubicBezTo>
                    <a:pt x="28" y="7"/>
                    <a:pt x="25" y="6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37" name="Freeform 328">
              <a:extLst>
                <a:ext uri="{FF2B5EF4-FFF2-40B4-BE49-F238E27FC236}">
                  <a16:creationId xmlns:a16="http://schemas.microsoft.com/office/drawing/2014/main" id="{52CDD30A-487A-44BD-81E5-21C715387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2332"/>
              <a:ext cx="32" cy="22"/>
            </a:xfrm>
            <a:custGeom>
              <a:avLst/>
              <a:gdLst>
                <a:gd name="T0" fmla="*/ 100 w 17"/>
                <a:gd name="T1" fmla="*/ 24 h 12"/>
                <a:gd name="T2" fmla="*/ 100 w 17"/>
                <a:gd name="T3" fmla="*/ 57 h 12"/>
                <a:gd name="T4" fmla="*/ 40 w 17"/>
                <a:gd name="T5" fmla="*/ 61 h 12"/>
                <a:gd name="T6" fmla="*/ 8 w 17"/>
                <a:gd name="T7" fmla="*/ 24 h 12"/>
                <a:gd name="T8" fmla="*/ 21 w 17"/>
                <a:gd name="T9" fmla="*/ 0 h 12"/>
                <a:gd name="T10" fmla="*/ 21 w 17"/>
                <a:gd name="T11" fmla="*/ 0 h 12"/>
                <a:gd name="T12" fmla="*/ 8 w 17"/>
                <a:gd name="T13" fmla="*/ 24 h 12"/>
                <a:gd name="T14" fmla="*/ 40 w 17"/>
                <a:gd name="T15" fmla="*/ 61 h 12"/>
                <a:gd name="T16" fmla="*/ 100 w 17"/>
                <a:gd name="T17" fmla="*/ 61 h 12"/>
                <a:gd name="T18" fmla="*/ 100 w 17"/>
                <a:gd name="T19" fmla="*/ 2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2">
                  <a:moveTo>
                    <a:pt x="15" y="4"/>
                  </a:moveTo>
                  <a:cubicBezTo>
                    <a:pt x="17" y="6"/>
                    <a:pt x="17" y="8"/>
                    <a:pt x="15" y="9"/>
                  </a:cubicBezTo>
                  <a:cubicBezTo>
                    <a:pt x="14" y="11"/>
                    <a:pt x="10" y="12"/>
                    <a:pt x="6" y="10"/>
                  </a:cubicBezTo>
                  <a:cubicBezTo>
                    <a:pt x="2" y="8"/>
                    <a:pt x="1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1" y="4"/>
                  </a:cubicBezTo>
                  <a:cubicBezTo>
                    <a:pt x="1" y="6"/>
                    <a:pt x="2" y="8"/>
                    <a:pt x="6" y="10"/>
                  </a:cubicBezTo>
                  <a:cubicBezTo>
                    <a:pt x="10" y="12"/>
                    <a:pt x="14" y="11"/>
                    <a:pt x="15" y="10"/>
                  </a:cubicBezTo>
                  <a:cubicBezTo>
                    <a:pt x="17" y="8"/>
                    <a:pt x="17" y="6"/>
                    <a:pt x="15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8" name="Freeform 329">
              <a:extLst>
                <a:ext uri="{FF2B5EF4-FFF2-40B4-BE49-F238E27FC236}">
                  <a16:creationId xmlns:a16="http://schemas.microsoft.com/office/drawing/2014/main" id="{27C075BA-859A-4396-B464-1D1E8DA05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365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65 w 22"/>
                <a:gd name="T3" fmla="*/ 0 h 22"/>
                <a:gd name="T4" fmla="*/ 24 w 22"/>
                <a:gd name="T5" fmla="*/ 13 h 22"/>
                <a:gd name="T6" fmla="*/ 52 w 22"/>
                <a:gd name="T7" fmla="*/ 117 h 22"/>
                <a:gd name="T8" fmla="*/ 136 w 22"/>
                <a:gd name="T9" fmla="*/ 89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5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0" y="19"/>
                    <a:pt x="21" y="14"/>
                  </a:cubicBezTo>
                  <a:cubicBezTo>
                    <a:pt x="22" y="10"/>
                    <a:pt x="21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39" name="Freeform 330">
              <a:extLst>
                <a:ext uri="{FF2B5EF4-FFF2-40B4-BE49-F238E27FC236}">
                  <a16:creationId xmlns:a16="http://schemas.microsoft.com/office/drawing/2014/main" id="{363C812C-D60F-4D2E-9D87-E15E679B4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373"/>
              <a:ext cx="21" cy="22"/>
            </a:xfrm>
            <a:custGeom>
              <a:avLst/>
              <a:gdLst>
                <a:gd name="T0" fmla="*/ 76 w 11"/>
                <a:gd name="T1" fmla="*/ 44 h 12"/>
                <a:gd name="T2" fmla="*/ 61 w 11"/>
                <a:gd name="T3" fmla="*/ 68 h 12"/>
                <a:gd name="T4" fmla="*/ 15 w 11"/>
                <a:gd name="T5" fmla="*/ 51 h 12"/>
                <a:gd name="T6" fmla="*/ 8 w 11"/>
                <a:gd name="T7" fmla="*/ 13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13 h 12"/>
                <a:gd name="T14" fmla="*/ 15 w 11"/>
                <a:gd name="T15" fmla="*/ 51 h 12"/>
                <a:gd name="T16" fmla="*/ 61 w 11"/>
                <a:gd name="T17" fmla="*/ 68 h 12"/>
                <a:gd name="T18" fmla="*/ 76 w 11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7" y="11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0" name="Freeform 331">
              <a:extLst>
                <a:ext uri="{FF2B5EF4-FFF2-40B4-BE49-F238E27FC236}">
                  <a16:creationId xmlns:a16="http://schemas.microsoft.com/office/drawing/2014/main" id="{7D2A8F94-F01B-4610-9150-65DD4760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367"/>
              <a:ext cx="48" cy="53"/>
            </a:xfrm>
            <a:custGeom>
              <a:avLst/>
              <a:gdLst>
                <a:gd name="T0" fmla="*/ 140 w 26"/>
                <a:gd name="T1" fmla="*/ 40 h 28"/>
                <a:gd name="T2" fmla="*/ 89 w 26"/>
                <a:gd name="T3" fmla="*/ 0 h 28"/>
                <a:gd name="T4" fmla="*/ 37 w 26"/>
                <a:gd name="T5" fmla="*/ 15 h 28"/>
                <a:gd name="T6" fmla="*/ 44 w 26"/>
                <a:gd name="T7" fmla="*/ 151 h 28"/>
                <a:gd name="T8" fmla="*/ 150 w 26"/>
                <a:gd name="T9" fmla="*/ 136 h 28"/>
                <a:gd name="T10" fmla="*/ 140 w 26"/>
                <a:gd name="T11" fmla="*/ 4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22" y="6"/>
                  </a:moveTo>
                  <a:cubicBezTo>
                    <a:pt x="20" y="3"/>
                    <a:pt x="18" y="0"/>
                    <a:pt x="14" y="0"/>
                  </a:cubicBezTo>
                  <a:cubicBezTo>
                    <a:pt x="11" y="0"/>
                    <a:pt x="8" y="0"/>
                    <a:pt x="6" y="2"/>
                  </a:cubicBezTo>
                  <a:cubicBezTo>
                    <a:pt x="0" y="7"/>
                    <a:pt x="0" y="17"/>
                    <a:pt x="7" y="22"/>
                  </a:cubicBezTo>
                  <a:cubicBezTo>
                    <a:pt x="14" y="28"/>
                    <a:pt x="22" y="25"/>
                    <a:pt x="24" y="20"/>
                  </a:cubicBezTo>
                  <a:cubicBezTo>
                    <a:pt x="26" y="15"/>
                    <a:pt x="25" y="12"/>
                    <a:pt x="22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41" name="Freeform 332">
              <a:extLst>
                <a:ext uri="{FF2B5EF4-FFF2-40B4-BE49-F238E27FC236}">
                  <a16:creationId xmlns:a16="http://schemas.microsoft.com/office/drawing/2014/main" id="{3FAC7325-A252-44F4-82A6-4F1315D6D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376"/>
              <a:ext cx="24" cy="29"/>
            </a:xfrm>
            <a:custGeom>
              <a:avLst/>
              <a:gdLst>
                <a:gd name="T0" fmla="*/ 81 w 13"/>
                <a:gd name="T1" fmla="*/ 64 h 15"/>
                <a:gd name="T2" fmla="*/ 61 w 13"/>
                <a:gd name="T3" fmla="*/ 101 h 15"/>
                <a:gd name="T4" fmla="*/ 13 w 13"/>
                <a:gd name="T5" fmla="*/ 64 h 15"/>
                <a:gd name="T6" fmla="*/ 13 w 13"/>
                <a:gd name="T7" fmla="*/ 15 h 15"/>
                <a:gd name="T8" fmla="*/ 37 w 13"/>
                <a:gd name="T9" fmla="*/ 0 h 15"/>
                <a:gd name="T10" fmla="*/ 37 w 13"/>
                <a:gd name="T11" fmla="*/ 0 h 15"/>
                <a:gd name="T12" fmla="*/ 7 w 13"/>
                <a:gd name="T13" fmla="*/ 15 h 15"/>
                <a:gd name="T14" fmla="*/ 13 w 13"/>
                <a:gd name="T15" fmla="*/ 72 h 15"/>
                <a:gd name="T16" fmla="*/ 61 w 13"/>
                <a:gd name="T17" fmla="*/ 101 h 15"/>
                <a:gd name="T18" fmla="*/ 81 w 13"/>
                <a:gd name="T19" fmla="*/ 64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5">
                  <a:moveTo>
                    <a:pt x="13" y="9"/>
                  </a:moveTo>
                  <a:cubicBezTo>
                    <a:pt x="13" y="12"/>
                    <a:pt x="12" y="14"/>
                    <a:pt x="10" y="14"/>
                  </a:cubicBezTo>
                  <a:cubicBezTo>
                    <a:pt x="7" y="15"/>
                    <a:pt x="4" y="14"/>
                    <a:pt x="2" y="9"/>
                  </a:cubicBezTo>
                  <a:cubicBezTo>
                    <a:pt x="0" y="6"/>
                    <a:pt x="1" y="3"/>
                    <a:pt x="2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6"/>
                    <a:pt x="2" y="10"/>
                  </a:cubicBezTo>
                  <a:cubicBezTo>
                    <a:pt x="4" y="14"/>
                    <a:pt x="7" y="15"/>
                    <a:pt x="10" y="14"/>
                  </a:cubicBezTo>
                  <a:cubicBezTo>
                    <a:pt x="12" y="14"/>
                    <a:pt x="13" y="12"/>
                    <a:pt x="13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2" name="Freeform 333">
              <a:extLst>
                <a:ext uri="{FF2B5EF4-FFF2-40B4-BE49-F238E27FC236}">
                  <a16:creationId xmlns:a16="http://schemas.microsoft.com/office/drawing/2014/main" id="{7DD6CBE5-8647-4343-843B-6B937EE1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708"/>
              <a:ext cx="43" cy="54"/>
            </a:xfrm>
            <a:custGeom>
              <a:avLst/>
              <a:gdLst>
                <a:gd name="T0" fmla="*/ 112 w 23"/>
                <a:gd name="T1" fmla="*/ 32 h 29"/>
                <a:gd name="T2" fmla="*/ 73 w 23"/>
                <a:gd name="T3" fmla="*/ 7 h 29"/>
                <a:gd name="T4" fmla="*/ 13 w 23"/>
                <a:gd name="T5" fmla="*/ 104 h 29"/>
                <a:gd name="T6" fmla="*/ 105 w 23"/>
                <a:gd name="T7" fmla="*/ 181 h 29"/>
                <a:gd name="T8" fmla="*/ 144 w 23"/>
                <a:gd name="T9" fmla="*/ 128 h 29"/>
                <a:gd name="T10" fmla="*/ 129 w 23"/>
                <a:gd name="T11" fmla="*/ 69 h 29"/>
                <a:gd name="T12" fmla="*/ 112 w 23"/>
                <a:gd name="T13" fmla="*/ 3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7" y="5"/>
                  </a:moveTo>
                  <a:cubicBezTo>
                    <a:pt x="16" y="3"/>
                    <a:pt x="13" y="1"/>
                    <a:pt x="11" y="1"/>
                  </a:cubicBezTo>
                  <a:cubicBezTo>
                    <a:pt x="3" y="0"/>
                    <a:pt x="0" y="8"/>
                    <a:pt x="2" y="16"/>
                  </a:cubicBezTo>
                  <a:cubicBezTo>
                    <a:pt x="5" y="24"/>
                    <a:pt x="12" y="29"/>
                    <a:pt x="16" y="28"/>
                  </a:cubicBezTo>
                  <a:cubicBezTo>
                    <a:pt x="20" y="27"/>
                    <a:pt x="22" y="24"/>
                    <a:pt x="22" y="20"/>
                  </a:cubicBezTo>
                  <a:cubicBezTo>
                    <a:pt x="23" y="17"/>
                    <a:pt x="21" y="13"/>
                    <a:pt x="20" y="11"/>
                  </a:cubicBezTo>
                  <a:cubicBezTo>
                    <a:pt x="19" y="9"/>
                    <a:pt x="19" y="6"/>
                    <a:pt x="17" y="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43" name="Freeform 334">
              <a:extLst>
                <a:ext uri="{FF2B5EF4-FFF2-40B4-BE49-F238E27FC236}">
                  <a16:creationId xmlns:a16="http://schemas.microsoft.com/office/drawing/2014/main" id="{1C51D3E6-1EF3-4026-BE1C-4E35B49D4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721"/>
              <a:ext cx="15" cy="28"/>
            </a:xfrm>
            <a:custGeom>
              <a:avLst/>
              <a:gdLst>
                <a:gd name="T0" fmla="*/ 15 w 8"/>
                <a:gd name="T1" fmla="*/ 7 h 15"/>
                <a:gd name="T2" fmla="*/ 0 w 8"/>
                <a:gd name="T3" fmla="*/ 39 h 15"/>
                <a:gd name="T4" fmla="*/ 32 w 8"/>
                <a:gd name="T5" fmla="*/ 91 h 15"/>
                <a:gd name="T6" fmla="*/ 53 w 8"/>
                <a:gd name="T7" fmla="*/ 97 h 15"/>
                <a:gd name="T8" fmla="*/ 53 w 8"/>
                <a:gd name="T9" fmla="*/ 97 h 15"/>
                <a:gd name="T10" fmla="*/ 32 w 8"/>
                <a:gd name="T11" fmla="*/ 91 h 15"/>
                <a:gd name="T12" fmla="*/ 8 w 8"/>
                <a:gd name="T13" fmla="*/ 39 h 15"/>
                <a:gd name="T14" fmla="*/ 15 w 8"/>
                <a:gd name="T15" fmla="*/ 7 h 15"/>
                <a:gd name="T16" fmla="*/ 32 w 8"/>
                <a:gd name="T17" fmla="*/ 7 h 15"/>
                <a:gd name="T18" fmla="*/ 32 w 8"/>
                <a:gd name="T19" fmla="*/ 7 h 15"/>
                <a:gd name="T20" fmla="*/ 15 w 8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5">
                  <a:moveTo>
                    <a:pt x="2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10"/>
                    <a:pt x="3" y="13"/>
                    <a:pt x="5" y="14"/>
                  </a:cubicBezTo>
                  <a:cubicBezTo>
                    <a:pt x="6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6" y="15"/>
                    <a:pt x="5" y="14"/>
                  </a:cubicBezTo>
                  <a:cubicBezTo>
                    <a:pt x="3" y="13"/>
                    <a:pt x="1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4" name="Freeform 335">
              <a:extLst>
                <a:ext uri="{FF2B5EF4-FFF2-40B4-BE49-F238E27FC236}">
                  <a16:creationId xmlns:a16="http://schemas.microsoft.com/office/drawing/2014/main" id="{143B82F1-2618-49B9-9A64-5DCC238FC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741"/>
              <a:ext cx="50" cy="55"/>
            </a:xfrm>
            <a:custGeom>
              <a:avLst/>
              <a:gdLst>
                <a:gd name="T0" fmla="*/ 106 w 27"/>
                <a:gd name="T1" fmla="*/ 21 h 29"/>
                <a:gd name="T2" fmla="*/ 65 w 27"/>
                <a:gd name="T3" fmla="*/ 0 h 29"/>
                <a:gd name="T4" fmla="*/ 31 w 27"/>
                <a:gd name="T5" fmla="*/ 121 h 29"/>
                <a:gd name="T6" fmla="*/ 141 w 27"/>
                <a:gd name="T7" fmla="*/ 184 h 29"/>
                <a:gd name="T8" fmla="*/ 165 w 27"/>
                <a:gd name="T9" fmla="*/ 121 h 29"/>
                <a:gd name="T10" fmla="*/ 141 w 27"/>
                <a:gd name="T11" fmla="*/ 61 h 29"/>
                <a:gd name="T12" fmla="*/ 106 w 27"/>
                <a:gd name="T13" fmla="*/ 21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9">
                  <a:moveTo>
                    <a:pt x="17" y="3"/>
                  </a:moveTo>
                  <a:cubicBezTo>
                    <a:pt x="15" y="1"/>
                    <a:pt x="12" y="0"/>
                    <a:pt x="10" y="0"/>
                  </a:cubicBezTo>
                  <a:cubicBezTo>
                    <a:pt x="1" y="0"/>
                    <a:pt x="0" y="10"/>
                    <a:pt x="5" y="18"/>
                  </a:cubicBezTo>
                  <a:cubicBezTo>
                    <a:pt x="10" y="25"/>
                    <a:pt x="18" y="29"/>
                    <a:pt x="22" y="27"/>
                  </a:cubicBezTo>
                  <a:cubicBezTo>
                    <a:pt x="26" y="25"/>
                    <a:pt x="27" y="22"/>
                    <a:pt x="26" y="18"/>
                  </a:cubicBezTo>
                  <a:cubicBezTo>
                    <a:pt x="26" y="14"/>
                    <a:pt x="23" y="11"/>
                    <a:pt x="22" y="9"/>
                  </a:cubicBezTo>
                  <a:cubicBezTo>
                    <a:pt x="20" y="7"/>
                    <a:pt x="19" y="4"/>
                    <a:pt x="17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45" name="Freeform 336">
              <a:extLst>
                <a:ext uri="{FF2B5EF4-FFF2-40B4-BE49-F238E27FC236}">
                  <a16:creationId xmlns:a16="http://schemas.microsoft.com/office/drawing/2014/main" id="{716A55C1-50D3-48B2-9E2E-1D90B9778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753"/>
              <a:ext cx="22" cy="30"/>
            </a:xfrm>
            <a:custGeom>
              <a:avLst/>
              <a:gdLst>
                <a:gd name="T0" fmla="*/ 7 w 12"/>
                <a:gd name="T1" fmla="*/ 8 h 16"/>
                <a:gd name="T2" fmla="*/ 7 w 12"/>
                <a:gd name="T3" fmla="*/ 45 h 16"/>
                <a:gd name="T4" fmla="*/ 51 w 12"/>
                <a:gd name="T5" fmla="*/ 99 h 16"/>
                <a:gd name="T6" fmla="*/ 73 w 12"/>
                <a:gd name="T7" fmla="*/ 99 h 16"/>
                <a:gd name="T8" fmla="*/ 73 w 12"/>
                <a:gd name="T9" fmla="*/ 99 h 16"/>
                <a:gd name="T10" fmla="*/ 51 w 12"/>
                <a:gd name="T11" fmla="*/ 99 h 16"/>
                <a:gd name="T12" fmla="*/ 13 w 12"/>
                <a:gd name="T13" fmla="*/ 45 h 16"/>
                <a:gd name="T14" fmla="*/ 13 w 12"/>
                <a:gd name="T15" fmla="*/ 8 h 16"/>
                <a:gd name="T16" fmla="*/ 24 w 12"/>
                <a:gd name="T17" fmla="*/ 8 h 16"/>
                <a:gd name="T18" fmla="*/ 24 w 12"/>
                <a:gd name="T19" fmla="*/ 8 h 16"/>
                <a:gd name="T20" fmla="*/ 7 w 12"/>
                <a:gd name="T21" fmla="*/ 8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6">
                  <a:moveTo>
                    <a:pt x="1" y="1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3" y="11"/>
                    <a:pt x="6" y="14"/>
                    <a:pt x="8" y="15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0" y="15"/>
                    <a:pt x="8" y="15"/>
                  </a:cubicBezTo>
                  <a:cubicBezTo>
                    <a:pt x="6" y="14"/>
                    <a:pt x="3" y="11"/>
                    <a:pt x="2" y="7"/>
                  </a:cubicBezTo>
                  <a:cubicBezTo>
                    <a:pt x="1" y="5"/>
                    <a:pt x="1" y="2"/>
                    <a:pt x="2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6" name="Freeform 337">
              <a:extLst>
                <a:ext uri="{FF2B5EF4-FFF2-40B4-BE49-F238E27FC236}">
                  <a16:creationId xmlns:a16="http://schemas.microsoft.com/office/drawing/2014/main" id="{444F9446-2861-4984-B6E2-489172F43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580"/>
              <a:ext cx="50" cy="49"/>
            </a:xfrm>
            <a:custGeom>
              <a:avLst/>
              <a:gdLst>
                <a:gd name="T0" fmla="*/ 150 w 27"/>
                <a:gd name="T1" fmla="*/ 107 h 26"/>
                <a:gd name="T2" fmla="*/ 165 w 27"/>
                <a:gd name="T3" fmla="*/ 53 h 26"/>
                <a:gd name="T4" fmla="*/ 57 w 27"/>
                <a:gd name="T5" fmla="*/ 32 h 26"/>
                <a:gd name="T6" fmla="*/ 13 w 27"/>
                <a:gd name="T7" fmla="*/ 141 h 26"/>
                <a:gd name="T8" fmla="*/ 69 w 27"/>
                <a:gd name="T9" fmla="*/ 168 h 26"/>
                <a:gd name="T10" fmla="*/ 120 w 27"/>
                <a:gd name="T11" fmla="*/ 136 h 26"/>
                <a:gd name="T12" fmla="*/ 150 w 27"/>
                <a:gd name="T13" fmla="*/ 107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24" y="16"/>
                  </a:moveTo>
                  <a:cubicBezTo>
                    <a:pt x="26" y="13"/>
                    <a:pt x="27" y="11"/>
                    <a:pt x="26" y="8"/>
                  </a:cubicBezTo>
                  <a:cubicBezTo>
                    <a:pt x="25" y="0"/>
                    <a:pt x="16" y="0"/>
                    <a:pt x="9" y="5"/>
                  </a:cubicBezTo>
                  <a:cubicBezTo>
                    <a:pt x="2" y="9"/>
                    <a:pt x="0" y="18"/>
                    <a:pt x="2" y="21"/>
                  </a:cubicBezTo>
                  <a:cubicBezTo>
                    <a:pt x="5" y="25"/>
                    <a:pt x="8" y="26"/>
                    <a:pt x="11" y="25"/>
                  </a:cubicBezTo>
                  <a:cubicBezTo>
                    <a:pt x="15" y="24"/>
                    <a:pt x="18" y="21"/>
                    <a:pt x="19" y="20"/>
                  </a:cubicBezTo>
                  <a:cubicBezTo>
                    <a:pt x="21" y="19"/>
                    <a:pt x="23" y="17"/>
                    <a:pt x="24" y="1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47" name="Freeform 338">
              <a:extLst>
                <a:ext uri="{FF2B5EF4-FFF2-40B4-BE49-F238E27FC236}">
                  <a16:creationId xmlns:a16="http://schemas.microsoft.com/office/drawing/2014/main" id="{F35097E4-69C9-4754-A0CA-F026A5DF5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594"/>
              <a:ext cx="24" cy="22"/>
            </a:xfrm>
            <a:custGeom>
              <a:avLst/>
              <a:gdLst>
                <a:gd name="T0" fmla="*/ 76 w 13"/>
                <a:gd name="T1" fmla="*/ 7 h 12"/>
                <a:gd name="T2" fmla="*/ 44 w 13"/>
                <a:gd name="T3" fmla="*/ 13 h 12"/>
                <a:gd name="T4" fmla="*/ 0 w 13"/>
                <a:gd name="T5" fmla="*/ 57 h 12"/>
                <a:gd name="T6" fmla="*/ 7 w 13"/>
                <a:gd name="T7" fmla="*/ 73 h 12"/>
                <a:gd name="T8" fmla="*/ 7 w 13"/>
                <a:gd name="T9" fmla="*/ 73 h 12"/>
                <a:gd name="T10" fmla="*/ 0 w 13"/>
                <a:gd name="T11" fmla="*/ 57 h 12"/>
                <a:gd name="T12" fmla="*/ 44 w 13"/>
                <a:gd name="T13" fmla="*/ 13 h 12"/>
                <a:gd name="T14" fmla="*/ 76 w 13"/>
                <a:gd name="T15" fmla="*/ 13 h 12"/>
                <a:gd name="T16" fmla="*/ 81 w 13"/>
                <a:gd name="T17" fmla="*/ 24 h 12"/>
                <a:gd name="T18" fmla="*/ 81 w 13"/>
                <a:gd name="T19" fmla="*/ 24 h 12"/>
                <a:gd name="T20" fmla="*/ 76 w 13"/>
                <a:gd name="T21" fmla="*/ 7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2">
                  <a:moveTo>
                    <a:pt x="12" y="1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3" y="3"/>
                    <a:pt x="1" y="6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1" y="6"/>
                    <a:pt x="4" y="4"/>
                    <a:pt x="7" y="2"/>
                  </a:cubicBezTo>
                  <a:cubicBezTo>
                    <a:pt x="9" y="1"/>
                    <a:pt x="11" y="1"/>
                    <a:pt x="12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3" y="2"/>
                    <a:pt x="1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8" name="Freeform 339">
              <a:extLst>
                <a:ext uri="{FF2B5EF4-FFF2-40B4-BE49-F238E27FC236}">
                  <a16:creationId xmlns:a16="http://schemas.microsoft.com/office/drawing/2014/main" id="{453EC7EE-EED3-47D3-991C-3613EE59F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524"/>
              <a:ext cx="43" cy="60"/>
            </a:xfrm>
            <a:custGeom>
              <a:avLst/>
              <a:gdLst>
                <a:gd name="T0" fmla="*/ 150 w 23"/>
                <a:gd name="T1" fmla="*/ 45 h 32"/>
                <a:gd name="T2" fmla="*/ 97 w 23"/>
                <a:gd name="T3" fmla="*/ 15 h 32"/>
                <a:gd name="T4" fmla="*/ 21 w 23"/>
                <a:gd name="T5" fmla="*/ 113 h 32"/>
                <a:gd name="T6" fmla="*/ 24 w 23"/>
                <a:gd name="T7" fmla="*/ 189 h 32"/>
                <a:gd name="T8" fmla="*/ 150 w 23"/>
                <a:gd name="T9" fmla="*/ 4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3" y="7"/>
                  </a:moveTo>
                  <a:cubicBezTo>
                    <a:pt x="23" y="1"/>
                    <a:pt x="20" y="0"/>
                    <a:pt x="15" y="2"/>
                  </a:cubicBezTo>
                  <a:cubicBezTo>
                    <a:pt x="11" y="4"/>
                    <a:pt x="6" y="11"/>
                    <a:pt x="3" y="17"/>
                  </a:cubicBezTo>
                  <a:cubicBezTo>
                    <a:pt x="0" y="24"/>
                    <a:pt x="2" y="27"/>
                    <a:pt x="4" y="29"/>
                  </a:cubicBezTo>
                  <a:cubicBezTo>
                    <a:pt x="9" y="32"/>
                    <a:pt x="23" y="17"/>
                    <a:pt x="23" y="7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49" name="Freeform 340">
              <a:extLst>
                <a:ext uri="{FF2B5EF4-FFF2-40B4-BE49-F238E27FC236}">
                  <a16:creationId xmlns:a16="http://schemas.microsoft.com/office/drawing/2014/main" id="{0B0F2AA4-2E70-47DB-B6B6-FFA0E6E64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536"/>
              <a:ext cx="26" cy="31"/>
            </a:xfrm>
            <a:custGeom>
              <a:avLst/>
              <a:gdLst>
                <a:gd name="T0" fmla="*/ 84 w 14"/>
                <a:gd name="T1" fmla="*/ 7 h 17"/>
                <a:gd name="T2" fmla="*/ 45 w 14"/>
                <a:gd name="T3" fmla="*/ 24 h 17"/>
                <a:gd name="T4" fmla="*/ 7 w 14"/>
                <a:gd name="T5" fmla="*/ 86 h 17"/>
                <a:gd name="T6" fmla="*/ 7 w 14"/>
                <a:gd name="T7" fmla="*/ 104 h 17"/>
                <a:gd name="T8" fmla="*/ 7 w 14"/>
                <a:gd name="T9" fmla="*/ 104 h 17"/>
                <a:gd name="T10" fmla="*/ 7 w 14"/>
                <a:gd name="T11" fmla="*/ 86 h 17"/>
                <a:gd name="T12" fmla="*/ 45 w 14"/>
                <a:gd name="T13" fmla="*/ 24 h 17"/>
                <a:gd name="T14" fmla="*/ 84 w 14"/>
                <a:gd name="T15" fmla="*/ 7 h 17"/>
                <a:gd name="T16" fmla="*/ 89 w 14"/>
                <a:gd name="T17" fmla="*/ 24 h 17"/>
                <a:gd name="T18" fmla="*/ 89 w 14"/>
                <a:gd name="T19" fmla="*/ 24 h 17"/>
                <a:gd name="T20" fmla="*/ 84 w 14"/>
                <a:gd name="T21" fmla="*/ 7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13" y="1"/>
                  </a:moveTo>
                  <a:cubicBezTo>
                    <a:pt x="12" y="0"/>
                    <a:pt x="9" y="1"/>
                    <a:pt x="7" y="4"/>
                  </a:cubicBezTo>
                  <a:cubicBezTo>
                    <a:pt x="4" y="6"/>
                    <a:pt x="1" y="10"/>
                    <a:pt x="1" y="14"/>
                  </a:cubicBezTo>
                  <a:cubicBezTo>
                    <a:pt x="0" y="15"/>
                    <a:pt x="1" y="16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6"/>
                    <a:pt x="1" y="15"/>
                    <a:pt x="1" y="14"/>
                  </a:cubicBezTo>
                  <a:cubicBezTo>
                    <a:pt x="2" y="10"/>
                    <a:pt x="5" y="6"/>
                    <a:pt x="7" y="4"/>
                  </a:cubicBezTo>
                  <a:cubicBezTo>
                    <a:pt x="9" y="2"/>
                    <a:pt x="12" y="1"/>
                    <a:pt x="13" y="1"/>
                  </a:cubicBezTo>
                  <a:cubicBezTo>
                    <a:pt x="14" y="2"/>
                    <a:pt x="14" y="3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2"/>
                    <a:pt x="1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0" name="Freeform 341">
              <a:extLst>
                <a:ext uri="{FF2B5EF4-FFF2-40B4-BE49-F238E27FC236}">
                  <a16:creationId xmlns:a16="http://schemas.microsoft.com/office/drawing/2014/main" id="{56AC8B18-84E3-48D2-8E3D-65CCF8B8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949"/>
              <a:ext cx="45" cy="60"/>
            </a:xfrm>
            <a:custGeom>
              <a:avLst/>
              <a:gdLst>
                <a:gd name="T0" fmla="*/ 158 w 24"/>
                <a:gd name="T1" fmla="*/ 45 h 32"/>
                <a:gd name="T2" fmla="*/ 99 w 24"/>
                <a:gd name="T3" fmla="*/ 21 h 32"/>
                <a:gd name="T4" fmla="*/ 21 w 24"/>
                <a:gd name="T5" fmla="*/ 113 h 32"/>
                <a:gd name="T6" fmla="*/ 28 w 24"/>
                <a:gd name="T7" fmla="*/ 189 h 32"/>
                <a:gd name="T8" fmla="*/ 158 w 24"/>
                <a:gd name="T9" fmla="*/ 4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">
                  <a:moveTo>
                    <a:pt x="24" y="7"/>
                  </a:moveTo>
                  <a:cubicBezTo>
                    <a:pt x="23" y="2"/>
                    <a:pt x="20" y="0"/>
                    <a:pt x="15" y="3"/>
                  </a:cubicBezTo>
                  <a:cubicBezTo>
                    <a:pt x="11" y="5"/>
                    <a:pt x="6" y="11"/>
                    <a:pt x="3" y="17"/>
                  </a:cubicBezTo>
                  <a:cubicBezTo>
                    <a:pt x="0" y="24"/>
                    <a:pt x="2" y="27"/>
                    <a:pt x="4" y="29"/>
                  </a:cubicBezTo>
                  <a:cubicBezTo>
                    <a:pt x="9" y="32"/>
                    <a:pt x="23" y="17"/>
                    <a:pt x="24" y="7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51" name="Freeform 342">
              <a:extLst>
                <a:ext uri="{FF2B5EF4-FFF2-40B4-BE49-F238E27FC236}">
                  <a16:creationId xmlns:a16="http://schemas.microsoft.com/office/drawing/2014/main" id="{7C5EE32A-4ABD-4580-A95A-C5AD1E996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62"/>
              <a:ext cx="24" cy="30"/>
            </a:xfrm>
            <a:custGeom>
              <a:avLst/>
              <a:gdLst>
                <a:gd name="T0" fmla="*/ 76 w 13"/>
                <a:gd name="T1" fmla="*/ 0 h 16"/>
                <a:gd name="T2" fmla="*/ 37 w 13"/>
                <a:gd name="T3" fmla="*/ 21 h 16"/>
                <a:gd name="T4" fmla="*/ 0 w 13"/>
                <a:gd name="T5" fmla="*/ 84 h 16"/>
                <a:gd name="T6" fmla="*/ 7 w 13"/>
                <a:gd name="T7" fmla="*/ 105 h 16"/>
                <a:gd name="T8" fmla="*/ 7 w 13"/>
                <a:gd name="T9" fmla="*/ 105 h 16"/>
                <a:gd name="T10" fmla="*/ 0 w 13"/>
                <a:gd name="T11" fmla="*/ 84 h 16"/>
                <a:gd name="T12" fmla="*/ 37 w 13"/>
                <a:gd name="T13" fmla="*/ 21 h 16"/>
                <a:gd name="T14" fmla="*/ 76 w 13"/>
                <a:gd name="T15" fmla="*/ 8 h 16"/>
                <a:gd name="T16" fmla="*/ 81 w 13"/>
                <a:gd name="T17" fmla="*/ 28 h 16"/>
                <a:gd name="T18" fmla="*/ 81 w 13"/>
                <a:gd name="T19" fmla="*/ 28 h 16"/>
                <a:gd name="T20" fmla="*/ 76 w 13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6">
                  <a:moveTo>
                    <a:pt x="12" y="0"/>
                  </a:moveTo>
                  <a:cubicBezTo>
                    <a:pt x="11" y="0"/>
                    <a:pt x="9" y="1"/>
                    <a:pt x="6" y="3"/>
                  </a:cubicBezTo>
                  <a:cubicBezTo>
                    <a:pt x="4" y="5"/>
                    <a:pt x="0" y="10"/>
                    <a:pt x="0" y="13"/>
                  </a:cubicBezTo>
                  <a:cubicBezTo>
                    <a:pt x="0" y="15"/>
                    <a:pt x="0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6"/>
                    <a:pt x="0" y="15"/>
                    <a:pt x="0" y="13"/>
                  </a:cubicBezTo>
                  <a:cubicBezTo>
                    <a:pt x="1" y="10"/>
                    <a:pt x="4" y="5"/>
                    <a:pt x="6" y="3"/>
                  </a:cubicBezTo>
                  <a:cubicBezTo>
                    <a:pt x="9" y="1"/>
                    <a:pt x="11" y="0"/>
                    <a:pt x="12" y="1"/>
                  </a:cubicBezTo>
                  <a:cubicBezTo>
                    <a:pt x="13" y="1"/>
                    <a:pt x="13" y="2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2"/>
                    <a:pt x="13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2" name="Freeform 343">
              <a:extLst>
                <a:ext uri="{FF2B5EF4-FFF2-40B4-BE49-F238E27FC236}">
                  <a16:creationId xmlns:a16="http://schemas.microsoft.com/office/drawing/2014/main" id="{373DB650-09EC-435E-8499-D7A4AFBF0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846"/>
              <a:ext cx="62" cy="34"/>
            </a:xfrm>
            <a:custGeom>
              <a:avLst/>
              <a:gdLst>
                <a:gd name="T0" fmla="*/ 28 w 33"/>
                <a:gd name="T1" fmla="*/ 28 h 18"/>
                <a:gd name="T2" fmla="*/ 28 w 33"/>
                <a:gd name="T3" fmla="*/ 89 h 18"/>
                <a:gd name="T4" fmla="*/ 145 w 33"/>
                <a:gd name="T5" fmla="*/ 121 h 18"/>
                <a:gd name="T6" fmla="*/ 212 w 33"/>
                <a:gd name="T7" fmla="*/ 81 h 18"/>
                <a:gd name="T8" fmla="*/ 28 w 33"/>
                <a:gd name="T9" fmla="*/ 2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8">
                  <a:moveTo>
                    <a:pt x="4" y="4"/>
                  </a:moveTo>
                  <a:cubicBezTo>
                    <a:pt x="0" y="6"/>
                    <a:pt x="0" y="10"/>
                    <a:pt x="4" y="13"/>
                  </a:cubicBezTo>
                  <a:cubicBezTo>
                    <a:pt x="7" y="16"/>
                    <a:pt x="15" y="18"/>
                    <a:pt x="22" y="18"/>
                  </a:cubicBezTo>
                  <a:cubicBezTo>
                    <a:pt x="30" y="18"/>
                    <a:pt x="32" y="15"/>
                    <a:pt x="32" y="12"/>
                  </a:cubicBezTo>
                  <a:cubicBezTo>
                    <a:pt x="33" y="6"/>
                    <a:pt x="13" y="0"/>
                    <a:pt x="4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53" name="Freeform 344">
              <a:extLst>
                <a:ext uri="{FF2B5EF4-FFF2-40B4-BE49-F238E27FC236}">
                  <a16:creationId xmlns:a16="http://schemas.microsoft.com/office/drawing/2014/main" id="{847E8BD8-E7AE-4223-B4EE-36E6A3C0D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857"/>
              <a:ext cx="38" cy="15"/>
            </a:xfrm>
            <a:custGeom>
              <a:avLst/>
              <a:gdLst>
                <a:gd name="T0" fmla="*/ 8 w 20"/>
                <a:gd name="T1" fmla="*/ 15 h 8"/>
                <a:gd name="T2" fmla="*/ 36 w 20"/>
                <a:gd name="T3" fmla="*/ 39 h 8"/>
                <a:gd name="T4" fmla="*/ 116 w 20"/>
                <a:gd name="T5" fmla="*/ 53 h 8"/>
                <a:gd name="T6" fmla="*/ 137 w 20"/>
                <a:gd name="T7" fmla="*/ 32 h 8"/>
                <a:gd name="T8" fmla="*/ 137 w 20"/>
                <a:gd name="T9" fmla="*/ 32 h 8"/>
                <a:gd name="T10" fmla="*/ 116 w 20"/>
                <a:gd name="T11" fmla="*/ 45 h 8"/>
                <a:gd name="T12" fmla="*/ 36 w 20"/>
                <a:gd name="T13" fmla="*/ 39 h 8"/>
                <a:gd name="T14" fmla="*/ 8 w 20"/>
                <a:gd name="T15" fmla="*/ 15 h 8"/>
                <a:gd name="T16" fmla="*/ 21 w 20"/>
                <a:gd name="T17" fmla="*/ 0 h 8"/>
                <a:gd name="T18" fmla="*/ 21 w 20"/>
                <a:gd name="T19" fmla="*/ 0 h 8"/>
                <a:gd name="T20" fmla="*/ 8 w 20"/>
                <a:gd name="T21" fmla="*/ 15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8">
                  <a:moveTo>
                    <a:pt x="1" y="2"/>
                  </a:moveTo>
                  <a:cubicBezTo>
                    <a:pt x="0" y="3"/>
                    <a:pt x="2" y="5"/>
                    <a:pt x="5" y="6"/>
                  </a:cubicBezTo>
                  <a:cubicBezTo>
                    <a:pt x="8" y="8"/>
                    <a:pt x="14" y="8"/>
                    <a:pt x="17" y="8"/>
                  </a:cubicBezTo>
                  <a:cubicBezTo>
                    <a:pt x="19" y="7"/>
                    <a:pt x="20" y="6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6"/>
                    <a:pt x="19" y="7"/>
                    <a:pt x="17" y="7"/>
                  </a:cubicBezTo>
                  <a:cubicBezTo>
                    <a:pt x="14" y="8"/>
                    <a:pt x="8" y="7"/>
                    <a:pt x="5" y="6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4" name="Freeform 345">
              <a:extLst>
                <a:ext uri="{FF2B5EF4-FFF2-40B4-BE49-F238E27FC236}">
                  <a16:creationId xmlns:a16="http://schemas.microsoft.com/office/drawing/2014/main" id="{02359F3C-051E-48C7-8E3B-C97D1A17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867"/>
              <a:ext cx="59" cy="41"/>
            </a:xfrm>
            <a:custGeom>
              <a:avLst/>
              <a:gdLst>
                <a:gd name="T0" fmla="*/ 31 w 32"/>
                <a:gd name="T1" fmla="*/ 13 h 22"/>
                <a:gd name="T2" fmla="*/ 13 w 32"/>
                <a:gd name="T3" fmla="*/ 73 h 22"/>
                <a:gd name="T4" fmla="*/ 112 w 32"/>
                <a:gd name="T5" fmla="*/ 129 h 22"/>
                <a:gd name="T6" fmla="*/ 186 w 32"/>
                <a:gd name="T7" fmla="*/ 117 h 22"/>
                <a:gd name="T8" fmla="*/ 31 w 32"/>
                <a:gd name="T9" fmla="*/ 1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5" y="2"/>
                  </a:moveTo>
                  <a:cubicBezTo>
                    <a:pt x="0" y="3"/>
                    <a:pt x="0" y="6"/>
                    <a:pt x="2" y="11"/>
                  </a:cubicBezTo>
                  <a:cubicBezTo>
                    <a:pt x="5" y="15"/>
                    <a:pt x="12" y="18"/>
                    <a:pt x="18" y="20"/>
                  </a:cubicBezTo>
                  <a:cubicBezTo>
                    <a:pt x="26" y="22"/>
                    <a:pt x="29" y="20"/>
                    <a:pt x="30" y="18"/>
                  </a:cubicBezTo>
                  <a:cubicBezTo>
                    <a:pt x="32" y="12"/>
                    <a:pt x="15" y="0"/>
                    <a:pt x="5" y="2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55" name="Freeform 346">
              <a:extLst>
                <a:ext uri="{FF2B5EF4-FFF2-40B4-BE49-F238E27FC236}">
                  <a16:creationId xmlns:a16="http://schemas.microsoft.com/office/drawing/2014/main" id="{6EA7E8EC-E90F-4D6C-ACE3-7190B33AE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876"/>
              <a:ext cx="33" cy="21"/>
            </a:xfrm>
            <a:custGeom>
              <a:avLst/>
              <a:gdLst>
                <a:gd name="T0" fmla="*/ 7 w 18"/>
                <a:gd name="T1" fmla="*/ 8 h 11"/>
                <a:gd name="T2" fmla="*/ 24 w 18"/>
                <a:gd name="T3" fmla="*/ 48 h 11"/>
                <a:gd name="T4" fmla="*/ 94 w 18"/>
                <a:gd name="T5" fmla="*/ 76 h 11"/>
                <a:gd name="T6" fmla="*/ 112 w 18"/>
                <a:gd name="T7" fmla="*/ 69 h 11"/>
                <a:gd name="T8" fmla="*/ 112 w 18"/>
                <a:gd name="T9" fmla="*/ 69 h 11"/>
                <a:gd name="T10" fmla="*/ 94 w 18"/>
                <a:gd name="T11" fmla="*/ 76 h 11"/>
                <a:gd name="T12" fmla="*/ 24 w 18"/>
                <a:gd name="T13" fmla="*/ 48 h 11"/>
                <a:gd name="T14" fmla="*/ 7 w 18"/>
                <a:gd name="T15" fmla="*/ 8 h 11"/>
                <a:gd name="T16" fmla="*/ 24 w 18"/>
                <a:gd name="T17" fmla="*/ 0 h 11"/>
                <a:gd name="T18" fmla="*/ 24 w 18"/>
                <a:gd name="T19" fmla="*/ 0 h 11"/>
                <a:gd name="T20" fmla="*/ 7 w 18"/>
                <a:gd name="T21" fmla="*/ 8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1">
                  <a:moveTo>
                    <a:pt x="1" y="1"/>
                  </a:moveTo>
                  <a:cubicBezTo>
                    <a:pt x="0" y="2"/>
                    <a:pt x="1" y="5"/>
                    <a:pt x="4" y="7"/>
                  </a:cubicBezTo>
                  <a:cubicBezTo>
                    <a:pt x="7" y="9"/>
                    <a:pt x="11" y="11"/>
                    <a:pt x="15" y="11"/>
                  </a:cubicBezTo>
                  <a:cubicBezTo>
                    <a:pt x="17" y="11"/>
                    <a:pt x="18" y="11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6" y="11"/>
                    <a:pt x="15" y="11"/>
                  </a:cubicBezTo>
                  <a:cubicBezTo>
                    <a:pt x="11" y="11"/>
                    <a:pt x="7" y="9"/>
                    <a:pt x="4" y="7"/>
                  </a:cubicBezTo>
                  <a:cubicBezTo>
                    <a:pt x="2" y="5"/>
                    <a:pt x="0" y="2"/>
                    <a:pt x="1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6" name="Freeform 347">
              <a:extLst>
                <a:ext uri="{FF2B5EF4-FFF2-40B4-BE49-F238E27FC236}">
                  <a16:creationId xmlns:a16="http://schemas.microsoft.com/office/drawing/2014/main" id="{4CBAE92C-2EC7-4075-B5B6-1436D3901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494"/>
              <a:ext cx="40" cy="43"/>
            </a:xfrm>
            <a:custGeom>
              <a:avLst/>
              <a:gdLst>
                <a:gd name="T0" fmla="*/ 124 w 21"/>
                <a:gd name="T1" fmla="*/ 112 h 23"/>
                <a:gd name="T2" fmla="*/ 145 w 21"/>
                <a:gd name="T3" fmla="*/ 60 h 23"/>
                <a:gd name="T4" fmla="*/ 116 w 21"/>
                <a:gd name="T5" fmla="*/ 21 h 23"/>
                <a:gd name="T6" fmla="*/ 15 w 21"/>
                <a:gd name="T7" fmla="*/ 73 h 23"/>
                <a:gd name="T8" fmla="*/ 55 w 21"/>
                <a:gd name="T9" fmla="*/ 150 h 23"/>
                <a:gd name="T10" fmla="*/ 124 w 21"/>
                <a:gd name="T11" fmla="*/ 11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17"/>
                  </a:moveTo>
                  <a:cubicBezTo>
                    <a:pt x="20" y="14"/>
                    <a:pt x="21" y="12"/>
                    <a:pt x="21" y="9"/>
                  </a:cubicBezTo>
                  <a:cubicBezTo>
                    <a:pt x="20" y="7"/>
                    <a:pt x="19" y="4"/>
                    <a:pt x="17" y="3"/>
                  </a:cubicBezTo>
                  <a:cubicBezTo>
                    <a:pt x="12" y="0"/>
                    <a:pt x="4" y="4"/>
                    <a:pt x="2" y="11"/>
                  </a:cubicBezTo>
                  <a:cubicBezTo>
                    <a:pt x="0" y="17"/>
                    <a:pt x="4" y="23"/>
                    <a:pt x="8" y="23"/>
                  </a:cubicBezTo>
                  <a:cubicBezTo>
                    <a:pt x="13" y="23"/>
                    <a:pt x="14" y="21"/>
                    <a:pt x="18" y="17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57" name="Freeform 348">
              <a:extLst>
                <a:ext uri="{FF2B5EF4-FFF2-40B4-BE49-F238E27FC236}">
                  <a16:creationId xmlns:a16="http://schemas.microsoft.com/office/drawing/2014/main" id="{54A60F53-11BC-46EA-88B1-305AC72F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507"/>
              <a:ext cx="20" cy="23"/>
            </a:xfrm>
            <a:custGeom>
              <a:avLst/>
              <a:gdLst>
                <a:gd name="T0" fmla="*/ 29 w 11"/>
                <a:gd name="T1" fmla="*/ 77 h 12"/>
                <a:gd name="T2" fmla="*/ 7 w 11"/>
                <a:gd name="T3" fmla="*/ 69 h 12"/>
                <a:gd name="T4" fmla="*/ 13 w 11"/>
                <a:gd name="T5" fmla="*/ 23 h 12"/>
                <a:gd name="T6" fmla="*/ 49 w 11"/>
                <a:gd name="T7" fmla="*/ 0 h 12"/>
                <a:gd name="T8" fmla="*/ 65 w 11"/>
                <a:gd name="T9" fmla="*/ 15 h 12"/>
                <a:gd name="T10" fmla="*/ 65 w 11"/>
                <a:gd name="T11" fmla="*/ 15 h 12"/>
                <a:gd name="T12" fmla="*/ 49 w 11"/>
                <a:gd name="T13" fmla="*/ 0 h 12"/>
                <a:gd name="T14" fmla="*/ 13 w 11"/>
                <a:gd name="T15" fmla="*/ 23 h 12"/>
                <a:gd name="T16" fmla="*/ 7 w 11"/>
                <a:gd name="T17" fmla="*/ 69 h 12"/>
                <a:gd name="T18" fmla="*/ 29 w 11"/>
                <a:gd name="T19" fmla="*/ 7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5" y="11"/>
                  </a:moveTo>
                  <a:cubicBezTo>
                    <a:pt x="3" y="12"/>
                    <a:pt x="2" y="11"/>
                    <a:pt x="1" y="10"/>
                  </a:cubicBezTo>
                  <a:cubicBezTo>
                    <a:pt x="0" y="8"/>
                    <a:pt x="0" y="5"/>
                    <a:pt x="2" y="3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9" y="0"/>
                    <a:pt x="10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6" y="0"/>
                    <a:pt x="5" y="0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2" y="11"/>
                    <a:pt x="3" y="12"/>
                    <a:pt x="5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8" name="Freeform 349">
              <a:extLst>
                <a:ext uri="{FF2B5EF4-FFF2-40B4-BE49-F238E27FC236}">
                  <a16:creationId xmlns:a16="http://schemas.microsoft.com/office/drawing/2014/main" id="{44454C4C-500D-4CAC-8D50-24D130988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717"/>
              <a:ext cx="39" cy="43"/>
            </a:xfrm>
            <a:custGeom>
              <a:avLst/>
              <a:gdLst>
                <a:gd name="T0" fmla="*/ 113 w 21"/>
                <a:gd name="T1" fmla="*/ 45 h 23"/>
                <a:gd name="T2" fmla="*/ 84 w 21"/>
                <a:gd name="T3" fmla="*/ 7 h 23"/>
                <a:gd name="T4" fmla="*/ 37 w 21"/>
                <a:gd name="T5" fmla="*/ 7 h 23"/>
                <a:gd name="T6" fmla="*/ 32 w 21"/>
                <a:gd name="T7" fmla="*/ 120 h 23"/>
                <a:gd name="T8" fmla="*/ 121 w 21"/>
                <a:gd name="T9" fmla="*/ 125 h 23"/>
                <a:gd name="T10" fmla="*/ 113 w 21"/>
                <a:gd name="T11" fmla="*/ 4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7"/>
                  </a:moveTo>
                  <a:cubicBezTo>
                    <a:pt x="17" y="4"/>
                    <a:pt x="16" y="2"/>
                    <a:pt x="13" y="1"/>
                  </a:cubicBezTo>
                  <a:cubicBezTo>
                    <a:pt x="11" y="0"/>
                    <a:pt x="9" y="0"/>
                    <a:pt x="6" y="1"/>
                  </a:cubicBezTo>
                  <a:cubicBezTo>
                    <a:pt x="1" y="4"/>
                    <a:pt x="0" y="12"/>
                    <a:pt x="5" y="18"/>
                  </a:cubicBezTo>
                  <a:cubicBezTo>
                    <a:pt x="10" y="23"/>
                    <a:pt x="17" y="22"/>
                    <a:pt x="19" y="19"/>
                  </a:cubicBezTo>
                  <a:cubicBezTo>
                    <a:pt x="21" y="15"/>
                    <a:pt x="20" y="13"/>
                    <a:pt x="18" y="7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59" name="Freeform 350">
              <a:extLst>
                <a:ext uri="{FF2B5EF4-FFF2-40B4-BE49-F238E27FC236}">
                  <a16:creationId xmlns:a16="http://schemas.microsoft.com/office/drawing/2014/main" id="{23ABB287-A112-491C-976A-71C6A0F41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725"/>
              <a:ext cx="18" cy="24"/>
            </a:xfrm>
            <a:custGeom>
              <a:avLst/>
              <a:gdLst>
                <a:gd name="T0" fmla="*/ 58 w 10"/>
                <a:gd name="T1" fmla="*/ 61 h 13"/>
                <a:gd name="T2" fmla="*/ 41 w 10"/>
                <a:gd name="T3" fmla="*/ 81 h 13"/>
                <a:gd name="T4" fmla="*/ 7 w 10"/>
                <a:gd name="T5" fmla="*/ 52 h 13"/>
                <a:gd name="T6" fmla="*/ 13 w 10"/>
                <a:gd name="T7" fmla="*/ 13 h 13"/>
                <a:gd name="T8" fmla="*/ 29 w 10"/>
                <a:gd name="T9" fmla="*/ 7 h 13"/>
                <a:gd name="T10" fmla="*/ 29 w 10"/>
                <a:gd name="T11" fmla="*/ 7 h 13"/>
                <a:gd name="T12" fmla="*/ 13 w 10"/>
                <a:gd name="T13" fmla="*/ 13 h 13"/>
                <a:gd name="T14" fmla="*/ 7 w 10"/>
                <a:gd name="T15" fmla="*/ 52 h 13"/>
                <a:gd name="T16" fmla="*/ 41 w 10"/>
                <a:gd name="T17" fmla="*/ 81 h 13"/>
                <a:gd name="T18" fmla="*/ 58 w 10"/>
                <a:gd name="T19" fmla="*/ 6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10" y="11"/>
                    <a:pt x="9" y="13"/>
                    <a:pt x="7" y="13"/>
                  </a:cubicBezTo>
                  <a:cubicBezTo>
                    <a:pt x="5" y="13"/>
                    <a:pt x="3" y="11"/>
                    <a:pt x="1" y="8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0" y="4"/>
                    <a:pt x="1" y="8"/>
                  </a:cubicBezTo>
                  <a:cubicBezTo>
                    <a:pt x="2" y="11"/>
                    <a:pt x="5" y="13"/>
                    <a:pt x="7" y="13"/>
                  </a:cubicBezTo>
                  <a:cubicBezTo>
                    <a:pt x="9" y="13"/>
                    <a:pt x="10" y="12"/>
                    <a:pt x="10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0" name="Freeform 351">
              <a:extLst>
                <a:ext uri="{FF2B5EF4-FFF2-40B4-BE49-F238E27FC236}">
                  <a16:creationId xmlns:a16="http://schemas.microsoft.com/office/drawing/2014/main" id="{7D1BF382-4A84-4CDB-BAC3-7A572AF9E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610"/>
              <a:ext cx="43" cy="58"/>
            </a:xfrm>
            <a:custGeom>
              <a:avLst/>
              <a:gdLst>
                <a:gd name="T0" fmla="*/ 150 w 23"/>
                <a:gd name="T1" fmla="*/ 39 h 31"/>
                <a:gd name="T2" fmla="*/ 97 w 23"/>
                <a:gd name="T3" fmla="*/ 13 h 31"/>
                <a:gd name="T4" fmla="*/ 21 w 23"/>
                <a:gd name="T5" fmla="*/ 105 h 31"/>
                <a:gd name="T6" fmla="*/ 24 w 23"/>
                <a:gd name="T7" fmla="*/ 181 h 31"/>
                <a:gd name="T8" fmla="*/ 150 w 23"/>
                <a:gd name="T9" fmla="*/ 3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1">
                  <a:moveTo>
                    <a:pt x="23" y="6"/>
                  </a:moveTo>
                  <a:cubicBezTo>
                    <a:pt x="23" y="1"/>
                    <a:pt x="20" y="0"/>
                    <a:pt x="15" y="2"/>
                  </a:cubicBezTo>
                  <a:cubicBezTo>
                    <a:pt x="11" y="4"/>
                    <a:pt x="6" y="10"/>
                    <a:pt x="3" y="16"/>
                  </a:cubicBezTo>
                  <a:cubicBezTo>
                    <a:pt x="0" y="23"/>
                    <a:pt x="1" y="26"/>
                    <a:pt x="4" y="28"/>
                  </a:cubicBezTo>
                  <a:cubicBezTo>
                    <a:pt x="9" y="31"/>
                    <a:pt x="23" y="16"/>
                    <a:pt x="23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61" name="Freeform 352">
              <a:extLst>
                <a:ext uri="{FF2B5EF4-FFF2-40B4-BE49-F238E27FC236}">
                  <a16:creationId xmlns:a16="http://schemas.microsoft.com/office/drawing/2014/main" id="{B3325688-D327-4472-B473-70C6B9441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622"/>
              <a:ext cx="26" cy="31"/>
            </a:xfrm>
            <a:custGeom>
              <a:avLst/>
              <a:gdLst>
                <a:gd name="T0" fmla="*/ 84 w 14"/>
                <a:gd name="T1" fmla="*/ 7 h 17"/>
                <a:gd name="T2" fmla="*/ 45 w 14"/>
                <a:gd name="T3" fmla="*/ 16 h 17"/>
                <a:gd name="T4" fmla="*/ 0 w 14"/>
                <a:gd name="T5" fmla="*/ 80 h 17"/>
                <a:gd name="T6" fmla="*/ 7 w 14"/>
                <a:gd name="T7" fmla="*/ 104 h 17"/>
                <a:gd name="T8" fmla="*/ 7 w 14"/>
                <a:gd name="T9" fmla="*/ 104 h 17"/>
                <a:gd name="T10" fmla="*/ 7 w 14"/>
                <a:gd name="T11" fmla="*/ 80 h 17"/>
                <a:gd name="T12" fmla="*/ 45 w 14"/>
                <a:gd name="T13" fmla="*/ 16 h 17"/>
                <a:gd name="T14" fmla="*/ 84 w 14"/>
                <a:gd name="T15" fmla="*/ 7 h 17"/>
                <a:gd name="T16" fmla="*/ 84 w 14"/>
                <a:gd name="T17" fmla="*/ 24 h 17"/>
                <a:gd name="T18" fmla="*/ 84 w 14"/>
                <a:gd name="T19" fmla="*/ 24 h 17"/>
                <a:gd name="T20" fmla="*/ 84 w 14"/>
                <a:gd name="T21" fmla="*/ 7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13" y="1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4" y="5"/>
                    <a:pt x="1" y="10"/>
                    <a:pt x="0" y="13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6"/>
                    <a:pt x="0" y="15"/>
                    <a:pt x="1" y="13"/>
                  </a:cubicBezTo>
                  <a:cubicBezTo>
                    <a:pt x="1" y="10"/>
                    <a:pt x="4" y="5"/>
                    <a:pt x="7" y="3"/>
                  </a:cubicBezTo>
                  <a:cubicBezTo>
                    <a:pt x="9" y="1"/>
                    <a:pt x="11" y="0"/>
                    <a:pt x="13" y="1"/>
                  </a:cubicBezTo>
                  <a:cubicBezTo>
                    <a:pt x="13" y="1"/>
                    <a:pt x="14" y="2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4" y="2"/>
                    <a:pt x="13" y="1"/>
                    <a:pt x="1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2" name="Freeform 353">
              <a:extLst>
                <a:ext uri="{FF2B5EF4-FFF2-40B4-BE49-F238E27FC236}">
                  <a16:creationId xmlns:a16="http://schemas.microsoft.com/office/drawing/2014/main" id="{2021F16F-6B57-4745-ACE7-B16F9C50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640"/>
              <a:ext cx="50" cy="60"/>
            </a:xfrm>
            <a:custGeom>
              <a:avLst/>
              <a:gdLst>
                <a:gd name="T0" fmla="*/ 165 w 27"/>
                <a:gd name="T1" fmla="*/ 84 h 32"/>
                <a:gd name="T2" fmla="*/ 141 w 27"/>
                <a:gd name="T3" fmla="*/ 21 h 32"/>
                <a:gd name="T4" fmla="*/ 37 w 27"/>
                <a:gd name="T5" fmla="*/ 81 h 32"/>
                <a:gd name="T6" fmla="*/ 31 w 27"/>
                <a:gd name="T7" fmla="*/ 197 h 32"/>
                <a:gd name="T8" fmla="*/ 81 w 27"/>
                <a:gd name="T9" fmla="*/ 197 h 32"/>
                <a:gd name="T10" fmla="*/ 120 w 27"/>
                <a:gd name="T11" fmla="*/ 144 h 32"/>
                <a:gd name="T12" fmla="*/ 165 w 27"/>
                <a:gd name="T13" fmla="*/ 8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2">
                  <a:moveTo>
                    <a:pt x="26" y="13"/>
                  </a:moveTo>
                  <a:cubicBezTo>
                    <a:pt x="27" y="9"/>
                    <a:pt x="26" y="5"/>
                    <a:pt x="22" y="3"/>
                  </a:cubicBezTo>
                  <a:cubicBezTo>
                    <a:pt x="17" y="0"/>
                    <a:pt x="10" y="4"/>
                    <a:pt x="6" y="12"/>
                  </a:cubicBezTo>
                  <a:cubicBezTo>
                    <a:pt x="1" y="20"/>
                    <a:pt x="0" y="25"/>
                    <a:pt x="5" y="30"/>
                  </a:cubicBezTo>
                  <a:cubicBezTo>
                    <a:pt x="7" y="32"/>
                    <a:pt x="10" y="32"/>
                    <a:pt x="13" y="30"/>
                  </a:cubicBezTo>
                  <a:cubicBezTo>
                    <a:pt x="16" y="28"/>
                    <a:pt x="17" y="26"/>
                    <a:pt x="19" y="22"/>
                  </a:cubicBezTo>
                  <a:cubicBezTo>
                    <a:pt x="21" y="19"/>
                    <a:pt x="25" y="17"/>
                    <a:pt x="26" y="1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63" name="Freeform 354">
              <a:extLst>
                <a:ext uri="{FF2B5EF4-FFF2-40B4-BE49-F238E27FC236}">
                  <a16:creationId xmlns:a16="http://schemas.microsoft.com/office/drawing/2014/main" id="{6AB784C2-1FE5-4BEF-9A0A-81786566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2655"/>
              <a:ext cx="24" cy="32"/>
            </a:xfrm>
            <a:custGeom>
              <a:avLst/>
              <a:gdLst>
                <a:gd name="T0" fmla="*/ 13 w 13"/>
                <a:gd name="T1" fmla="*/ 113 h 17"/>
                <a:gd name="T2" fmla="*/ 7 w 13"/>
                <a:gd name="T3" fmla="*/ 113 h 17"/>
                <a:gd name="T4" fmla="*/ 24 w 13"/>
                <a:gd name="T5" fmla="*/ 40 h 17"/>
                <a:gd name="T6" fmla="*/ 68 w 13"/>
                <a:gd name="T7" fmla="*/ 0 h 17"/>
                <a:gd name="T8" fmla="*/ 81 w 13"/>
                <a:gd name="T9" fmla="*/ 28 h 17"/>
                <a:gd name="T10" fmla="*/ 81 w 13"/>
                <a:gd name="T11" fmla="*/ 28 h 17"/>
                <a:gd name="T12" fmla="*/ 68 w 13"/>
                <a:gd name="T13" fmla="*/ 0 h 17"/>
                <a:gd name="T14" fmla="*/ 24 w 13"/>
                <a:gd name="T15" fmla="*/ 40 h 17"/>
                <a:gd name="T16" fmla="*/ 7 w 13"/>
                <a:gd name="T17" fmla="*/ 113 h 17"/>
                <a:gd name="T18" fmla="*/ 13 w 13"/>
                <a:gd name="T19" fmla="*/ 113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7">
                  <a:moveTo>
                    <a:pt x="2" y="17"/>
                  </a:moveTo>
                  <a:cubicBezTo>
                    <a:pt x="2" y="17"/>
                    <a:pt x="1" y="17"/>
                    <a:pt x="1" y="17"/>
                  </a:cubicBezTo>
                  <a:cubicBezTo>
                    <a:pt x="0" y="16"/>
                    <a:pt x="0" y="12"/>
                    <a:pt x="4" y="6"/>
                  </a:cubicBezTo>
                  <a:cubicBezTo>
                    <a:pt x="7" y="1"/>
                    <a:pt x="10" y="0"/>
                    <a:pt x="11" y="0"/>
                  </a:cubicBezTo>
                  <a:cubicBezTo>
                    <a:pt x="12" y="1"/>
                    <a:pt x="13" y="2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0" y="0"/>
                    <a:pt x="7" y="1"/>
                    <a:pt x="4" y="6"/>
                  </a:cubicBezTo>
                  <a:cubicBezTo>
                    <a:pt x="0" y="12"/>
                    <a:pt x="0" y="16"/>
                    <a:pt x="1" y="17"/>
                  </a:cubicBezTo>
                  <a:cubicBezTo>
                    <a:pt x="1" y="17"/>
                    <a:pt x="2" y="17"/>
                    <a:pt x="2" y="1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4" name="Freeform 355">
              <a:extLst>
                <a:ext uri="{FF2B5EF4-FFF2-40B4-BE49-F238E27FC236}">
                  <a16:creationId xmlns:a16="http://schemas.microsoft.com/office/drawing/2014/main" id="{3966D43D-303A-4406-8AE2-6FCFDDEDD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680"/>
              <a:ext cx="43" cy="41"/>
            </a:xfrm>
            <a:custGeom>
              <a:avLst/>
              <a:gdLst>
                <a:gd name="T0" fmla="*/ 112 w 23"/>
                <a:gd name="T1" fmla="*/ 21 h 22"/>
                <a:gd name="T2" fmla="*/ 67 w 23"/>
                <a:gd name="T3" fmla="*/ 0 h 22"/>
                <a:gd name="T4" fmla="*/ 24 w 23"/>
                <a:gd name="T5" fmla="*/ 21 h 22"/>
                <a:gd name="T6" fmla="*/ 67 w 23"/>
                <a:gd name="T7" fmla="*/ 121 h 22"/>
                <a:gd name="T8" fmla="*/ 150 w 23"/>
                <a:gd name="T9" fmla="*/ 84 h 22"/>
                <a:gd name="T10" fmla="*/ 112 w 23"/>
                <a:gd name="T11" fmla="*/ 2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8"/>
                    <a:pt x="3" y="16"/>
                    <a:pt x="10" y="19"/>
                  </a:cubicBezTo>
                  <a:cubicBezTo>
                    <a:pt x="16" y="22"/>
                    <a:pt x="22" y="18"/>
                    <a:pt x="23" y="13"/>
                  </a:cubicBezTo>
                  <a:cubicBezTo>
                    <a:pt x="23" y="9"/>
                    <a:pt x="22" y="8"/>
                    <a:pt x="17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65" name="Freeform 356">
              <a:extLst>
                <a:ext uri="{FF2B5EF4-FFF2-40B4-BE49-F238E27FC236}">
                  <a16:creationId xmlns:a16="http://schemas.microsoft.com/office/drawing/2014/main" id="{58D258BD-D1E8-465E-A80A-948FD3EFE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687"/>
              <a:ext cx="22" cy="21"/>
            </a:xfrm>
            <a:custGeom>
              <a:avLst/>
              <a:gdLst>
                <a:gd name="T0" fmla="*/ 68 w 12"/>
                <a:gd name="T1" fmla="*/ 40 h 11"/>
                <a:gd name="T2" fmla="*/ 61 w 12"/>
                <a:gd name="T3" fmla="*/ 69 h 11"/>
                <a:gd name="T4" fmla="*/ 13 w 12"/>
                <a:gd name="T5" fmla="*/ 55 h 11"/>
                <a:gd name="T6" fmla="*/ 0 w 12"/>
                <a:gd name="T7" fmla="*/ 21 h 11"/>
                <a:gd name="T8" fmla="*/ 20 w 12"/>
                <a:gd name="T9" fmla="*/ 0 h 11"/>
                <a:gd name="T10" fmla="*/ 20 w 12"/>
                <a:gd name="T11" fmla="*/ 0 h 11"/>
                <a:gd name="T12" fmla="*/ 0 w 12"/>
                <a:gd name="T13" fmla="*/ 21 h 11"/>
                <a:gd name="T14" fmla="*/ 13 w 12"/>
                <a:gd name="T15" fmla="*/ 55 h 11"/>
                <a:gd name="T16" fmla="*/ 61 w 12"/>
                <a:gd name="T17" fmla="*/ 69 h 11"/>
                <a:gd name="T18" fmla="*/ 68 w 12"/>
                <a:gd name="T19" fmla="*/ 4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10"/>
                    <a:pt x="10" y="10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1" y="10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6" name="Freeform 357">
              <a:extLst>
                <a:ext uri="{FF2B5EF4-FFF2-40B4-BE49-F238E27FC236}">
                  <a16:creationId xmlns:a16="http://schemas.microsoft.com/office/drawing/2014/main" id="{A2AE7264-C53F-48CA-8312-ACE021FCF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781"/>
              <a:ext cx="64" cy="41"/>
            </a:xfrm>
            <a:custGeom>
              <a:avLst/>
              <a:gdLst>
                <a:gd name="T0" fmla="*/ 160 w 34"/>
                <a:gd name="T1" fmla="*/ 136 h 22"/>
                <a:gd name="T2" fmla="*/ 198 w 34"/>
                <a:gd name="T3" fmla="*/ 104 h 22"/>
                <a:gd name="T4" fmla="*/ 120 w 34"/>
                <a:gd name="T5" fmla="*/ 7 h 22"/>
                <a:gd name="T6" fmla="*/ 0 w 34"/>
                <a:gd name="T7" fmla="*/ 73 h 22"/>
                <a:gd name="T8" fmla="*/ 40 w 34"/>
                <a:gd name="T9" fmla="*/ 129 h 22"/>
                <a:gd name="T10" fmla="*/ 105 w 34"/>
                <a:gd name="T11" fmla="*/ 136 h 22"/>
                <a:gd name="T12" fmla="*/ 160 w 34"/>
                <a:gd name="T13" fmla="*/ 13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">
                  <a:moveTo>
                    <a:pt x="24" y="21"/>
                  </a:moveTo>
                  <a:cubicBezTo>
                    <a:pt x="26" y="20"/>
                    <a:pt x="29" y="18"/>
                    <a:pt x="30" y="16"/>
                  </a:cubicBezTo>
                  <a:cubicBezTo>
                    <a:pt x="34" y="8"/>
                    <a:pt x="27" y="1"/>
                    <a:pt x="18" y="1"/>
                  </a:cubicBezTo>
                  <a:cubicBezTo>
                    <a:pt x="9" y="0"/>
                    <a:pt x="1" y="6"/>
                    <a:pt x="0" y="11"/>
                  </a:cubicBezTo>
                  <a:cubicBezTo>
                    <a:pt x="0" y="15"/>
                    <a:pt x="2" y="18"/>
                    <a:pt x="6" y="20"/>
                  </a:cubicBezTo>
                  <a:cubicBezTo>
                    <a:pt x="9" y="22"/>
                    <a:pt x="14" y="21"/>
                    <a:pt x="16" y="21"/>
                  </a:cubicBezTo>
                  <a:cubicBezTo>
                    <a:pt x="18" y="21"/>
                    <a:pt x="21" y="22"/>
                    <a:pt x="24" y="21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67" name="Freeform 358">
              <a:extLst>
                <a:ext uri="{FF2B5EF4-FFF2-40B4-BE49-F238E27FC236}">
                  <a16:creationId xmlns:a16="http://schemas.microsoft.com/office/drawing/2014/main" id="{81BFBDD5-867E-4FDE-8A03-A317A14B8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794"/>
              <a:ext cx="32" cy="13"/>
            </a:xfrm>
            <a:custGeom>
              <a:avLst/>
              <a:gdLst>
                <a:gd name="T0" fmla="*/ 113 w 17"/>
                <a:gd name="T1" fmla="*/ 24 h 7"/>
                <a:gd name="T2" fmla="*/ 81 w 17"/>
                <a:gd name="T3" fmla="*/ 7 h 7"/>
                <a:gd name="T4" fmla="*/ 15 w 17"/>
                <a:gd name="T5" fmla="*/ 13 h 7"/>
                <a:gd name="T6" fmla="*/ 0 w 17"/>
                <a:gd name="T7" fmla="*/ 32 h 7"/>
                <a:gd name="T8" fmla="*/ 0 w 17"/>
                <a:gd name="T9" fmla="*/ 32 h 7"/>
                <a:gd name="T10" fmla="*/ 15 w 17"/>
                <a:gd name="T11" fmla="*/ 13 h 7"/>
                <a:gd name="T12" fmla="*/ 81 w 17"/>
                <a:gd name="T13" fmla="*/ 7 h 7"/>
                <a:gd name="T14" fmla="*/ 113 w 17"/>
                <a:gd name="T15" fmla="*/ 24 h 7"/>
                <a:gd name="T16" fmla="*/ 105 w 17"/>
                <a:gd name="T17" fmla="*/ 45 h 7"/>
                <a:gd name="T18" fmla="*/ 105 w 17"/>
                <a:gd name="T19" fmla="*/ 45 h 7"/>
                <a:gd name="T20" fmla="*/ 113 w 17"/>
                <a:gd name="T21" fmla="*/ 24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7">
                  <a:moveTo>
                    <a:pt x="17" y="4"/>
                  </a:moveTo>
                  <a:cubicBezTo>
                    <a:pt x="17" y="2"/>
                    <a:pt x="15" y="1"/>
                    <a:pt x="12" y="1"/>
                  </a:cubicBezTo>
                  <a:cubicBezTo>
                    <a:pt x="8" y="0"/>
                    <a:pt x="4" y="0"/>
                    <a:pt x="2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4" y="1"/>
                    <a:pt x="8" y="0"/>
                    <a:pt x="12" y="1"/>
                  </a:cubicBezTo>
                  <a:cubicBezTo>
                    <a:pt x="15" y="1"/>
                    <a:pt x="16" y="3"/>
                    <a:pt x="17" y="4"/>
                  </a:cubicBezTo>
                  <a:cubicBezTo>
                    <a:pt x="17" y="5"/>
                    <a:pt x="17" y="6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6"/>
                    <a:pt x="17" y="5"/>
                    <a:pt x="17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8" name="Freeform 359">
              <a:extLst>
                <a:ext uri="{FF2B5EF4-FFF2-40B4-BE49-F238E27FC236}">
                  <a16:creationId xmlns:a16="http://schemas.microsoft.com/office/drawing/2014/main" id="{50C4CE9C-E189-40F6-BF03-90C87DBE0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893"/>
              <a:ext cx="65" cy="41"/>
            </a:xfrm>
            <a:custGeom>
              <a:avLst/>
              <a:gdLst>
                <a:gd name="T0" fmla="*/ 156 w 35"/>
                <a:gd name="T1" fmla="*/ 136 h 22"/>
                <a:gd name="T2" fmla="*/ 201 w 35"/>
                <a:gd name="T3" fmla="*/ 104 h 22"/>
                <a:gd name="T4" fmla="*/ 121 w 35"/>
                <a:gd name="T5" fmla="*/ 7 h 22"/>
                <a:gd name="T6" fmla="*/ 7 w 35"/>
                <a:gd name="T7" fmla="*/ 73 h 22"/>
                <a:gd name="T8" fmla="*/ 37 w 35"/>
                <a:gd name="T9" fmla="*/ 129 h 22"/>
                <a:gd name="T10" fmla="*/ 110 w 35"/>
                <a:gd name="T11" fmla="*/ 136 h 22"/>
                <a:gd name="T12" fmla="*/ 156 w 35"/>
                <a:gd name="T13" fmla="*/ 13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2">
                  <a:moveTo>
                    <a:pt x="24" y="21"/>
                  </a:moveTo>
                  <a:cubicBezTo>
                    <a:pt x="27" y="20"/>
                    <a:pt x="29" y="18"/>
                    <a:pt x="31" y="16"/>
                  </a:cubicBezTo>
                  <a:cubicBezTo>
                    <a:pt x="35" y="8"/>
                    <a:pt x="28" y="1"/>
                    <a:pt x="19" y="1"/>
                  </a:cubicBezTo>
                  <a:cubicBezTo>
                    <a:pt x="9" y="0"/>
                    <a:pt x="2" y="6"/>
                    <a:pt x="1" y="11"/>
                  </a:cubicBezTo>
                  <a:cubicBezTo>
                    <a:pt x="0" y="15"/>
                    <a:pt x="2" y="18"/>
                    <a:pt x="6" y="20"/>
                  </a:cubicBezTo>
                  <a:cubicBezTo>
                    <a:pt x="10" y="22"/>
                    <a:pt x="14" y="21"/>
                    <a:pt x="17" y="21"/>
                  </a:cubicBezTo>
                  <a:cubicBezTo>
                    <a:pt x="19" y="21"/>
                    <a:pt x="22" y="22"/>
                    <a:pt x="24" y="21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69" name="Freeform 360">
              <a:extLst>
                <a:ext uri="{FF2B5EF4-FFF2-40B4-BE49-F238E27FC236}">
                  <a16:creationId xmlns:a16="http://schemas.microsoft.com/office/drawing/2014/main" id="{6DDF7441-067F-4B9E-B9F3-99C96A1B5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906"/>
              <a:ext cx="34" cy="13"/>
            </a:xfrm>
            <a:custGeom>
              <a:avLst/>
              <a:gdLst>
                <a:gd name="T0" fmla="*/ 121 w 18"/>
                <a:gd name="T1" fmla="*/ 24 h 7"/>
                <a:gd name="T2" fmla="*/ 89 w 18"/>
                <a:gd name="T3" fmla="*/ 7 h 7"/>
                <a:gd name="T4" fmla="*/ 15 w 18"/>
                <a:gd name="T5" fmla="*/ 13 h 7"/>
                <a:gd name="T6" fmla="*/ 0 w 18"/>
                <a:gd name="T7" fmla="*/ 32 h 7"/>
                <a:gd name="T8" fmla="*/ 0 w 18"/>
                <a:gd name="T9" fmla="*/ 32 h 7"/>
                <a:gd name="T10" fmla="*/ 15 w 18"/>
                <a:gd name="T11" fmla="*/ 13 h 7"/>
                <a:gd name="T12" fmla="*/ 89 w 18"/>
                <a:gd name="T13" fmla="*/ 7 h 7"/>
                <a:gd name="T14" fmla="*/ 113 w 18"/>
                <a:gd name="T15" fmla="*/ 24 h 7"/>
                <a:gd name="T16" fmla="*/ 108 w 18"/>
                <a:gd name="T17" fmla="*/ 45 h 7"/>
                <a:gd name="T18" fmla="*/ 108 w 18"/>
                <a:gd name="T19" fmla="*/ 45 h 7"/>
                <a:gd name="T20" fmla="*/ 121 w 18"/>
                <a:gd name="T21" fmla="*/ 24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7">
                  <a:moveTo>
                    <a:pt x="18" y="4"/>
                  </a:moveTo>
                  <a:cubicBezTo>
                    <a:pt x="17" y="2"/>
                    <a:pt x="15" y="1"/>
                    <a:pt x="13" y="1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5" y="1"/>
                    <a:pt x="9" y="0"/>
                    <a:pt x="13" y="1"/>
                  </a:cubicBezTo>
                  <a:cubicBezTo>
                    <a:pt x="15" y="1"/>
                    <a:pt x="17" y="3"/>
                    <a:pt x="17" y="4"/>
                  </a:cubicBezTo>
                  <a:cubicBezTo>
                    <a:pt x="18" y="5"/>
                    <a:pt x="17" y="6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6"/>
                    <a:pt x="18" y="5"/>
                    <a:pt x="18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0" name="Freeform 361">
              <a:extLst>
                <a:ext uri="{FF2B5EF4-FFF2-40B4-BE49-F238E27FC236}">
                  <a16:creationId xmlns:a16="http://schemas.microsoft.com/office/drawing/2014/main" id="{8F894A81-65A7-4F10-92B1-AE411DF14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695"/>
              <a:ext cx="48" cy="61"/>
            </a:xfrm>
            <a:custGeom>
              <a:avLst/>
              <a:gdLst>
                <a:gd name="T0" fmla="*/ 164 w 26"/>
                <a:gd name="T1" fmla="*/ 102 h 33"/>
                <a:gd name="T2" fmla="*/ 157 w 26"/>
                <a:gd name="T3" fmla="*/ 52 h 33"/>
                <a:gd name="T4" fmla="*/ 37 w 26"/>
                <a:gd name="T5" fmla="*/ 61 h 33"/>
                <a:gd name="T6" fmla="*/ 31 w 26"/>
                <a:gd name="T7" fmla="*/ 189 h 33"/>
                <a:gd name="T8" fmla="*/ 102 w 26"/>
                <a:gd name="T9" fmla="*/ 194 h 33"/>
                <a:gd name="T10" fmla="*/ 140 w 26"/>
                <a:gd name="T11" fmla="*/ 140 h 33"/>
                <a:gd name="T12" fmla="*/ 164 w 26"/>
                <a:gd name="T13" fmla="*/ 10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6" y="16"/>
                  </a:moveTo>
                  <a:cubicBezTo>
                    <a:pt x="26" y="13"/>
                    <a:pt x="26" y="10"/>
                    <a:pt x="25" y="8"/>
                  </a:cubicBezTo>
                  <a:cubicBezTo>
                    <a:pt x="20" y="0"/>
                    <a:pt x="11" y="3"/>
                    <a:pt x="6" y="10"/>
                  </a:cubicBezTo>
                  <a:cubicBezTo>
                    <a:pt x="0" y="18"/>
                    <a:pt x="1" y="27"/>
                    <a:pt x="5" y="30"/>
                  </a:cubicBezTo>
                  <a:cubicBezTo>
                    <a:pt x="9" y="33"/>
                    <a:pt x="12" y="33"/>
                    <a:pt x="16" y="31"/>
                  </a:cubicBezTo>
                  <a:cubicBezTo>
                    <a:pt x="19" y="28"/>
                    <a:pt x="21" y="24"/>
                    <a:pt x="22" y="22"/>
                  </a:cubicBezTo>
                  <a:cubicBezTo>
                    <a:pt x="23" y="20"/>
                    <a:pt x="25" y="18"/>
                    <a:pt x="26" y="16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71" name="Freeform 362">
              <a:extLst>
                <a:ext uri="{FF2B5EF4-FFF2-40B4-BE49-F238E27FC236}">
                  <a16:creationId xmlns:a16="http://schemas.microsoft.com/office/drawing/2014/main" id="{12148A85-D2EB-411B-B0E9-C384702E4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713"/>
              <a:ext cx="20" cy="30"/>
            </a:xfrm>
            <a:custGeom>
              <a:avLst/>
              <a:gdLst>
                <a:gd name="T0" fmla="*/ 60 w 11"/>
                <a:gd name="T1" fmla="*/ 0 h 16"/>
                <a:gd name="T2" fmla="*/ 24 w 11"/>
                <a:gd name="T3" fmla="*/ 21 h 16"/>
                <a:gd name="T4" fmla="*/ 0 w 11"/>
                <a:gd name="T5" fmla="*/ 81 h 16"/>
                <a:gd name="T6" fmla="*/ 13 w 11"/>
                <a:gd name="T7" fmla="*/ 105 h 16"/>
                <a:gd name="T8" fmla="*/ 13 w 11"/>
                <a:gd name="T9" fmla="*/ 105 h 16"/>
                <a:gd name="T10" fmla="*/ 0 w 11"/>
                <a:gd name="T11" fmla="*/ 81 h 16"/>
                <a:gd name="T12" fmla="*/ 24 w 11"/>
                <a:gd name="T13" fmla="*/ 21 h 16"/>
                <a:gd name="T14" fmla="*/ 60 w 11"/>
                <a:gd name="T15" fmla="*/ 8 h 16"/>
                <a:gd name="T16" fmla="*/ 65 w 11"/>
                <a:gd name="T17" fmla="*/ 21 h 16"/>
                <a:gd name="T18" fmla="*/ 65 w 11"/>
                <a:gd name="T19" fmla="*/ 21 h 16"/>
                <a:gd name="T20" fmla="*/ 60 w 11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6">
                  <a:moveTo>
                    <a:pt x="10" y="0"/>
                  </a:moveTo>
                  <a:cubicBezTo>
                    <a:pt x="8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4"/>
                    <a:pt x="1" y="15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9"/>
                    <a:pt x="1" y="6"/>
                    <a:pt x="4" y="3"/>
                  </a:cubicBezTo>
                  <a:cubicBezTo>
                    <a:pt x="6" y="1"/>
                    <a:pt x="8" y="0"/>
                    <a:pt x="10" y="1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2" name="Freeform 363">
              <a:extLst>
                <a:ext uri="{FF2B5EF4-FFF2-40B4-BE49-F238E27FC236}">
                  <a16:creationId xmlns:a16="http://schemas.microsoft.com/office/drawing/2014/main" id="{DAAD0517-F499-4A59-9E0B-8BC8CF744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977"/>
              <a:ext cx="48" cy="62"/>
            </a:xfrm>
            <a:custGeom>
              <a:avLst/>
              <a:gdLst>
                <a:gd name="T0" fmla="*/ 164 w 26"/>
                <a:gd name="T1" fmla="*/ 105 h 33"/>
                <a:gd name="T2" fmla="*/ 157 w 26"/>
                <a:gd name="T3" fmla="*/ 53 h 33"/>
                <a:gd name="T4" fmla="*/ 37 w 26"/>
                <a:gd name="T5" fmla="*/ 68 h 33"/>
                <a:gd name="T6" fmla="*/ 31 w 26"/>
                <a:gd name="T7" fmla="*/ 197 h 33"/>
                <a:gd name="T8" fmla="*/ 102 w 26"/>
                <a:gd name="T9" fmla="*/ 205 h 33"/>
                <a:gd name="T10" fmla="*/ 140 w 26"/>
                <a:gd name="T11" fmla="*/ 152 h 33"/>
                <a:gd name="T12" fmla="*/ 164 w 26"/>
                <a:gd name="T13" fmla="*/ 10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6" y="16"/>
                  </a:moveTo>
                  <a:cubicBezTo>
                    <a:pt x="26" y="13"/>
                    <a:pt x="26" y="10"/>
                    <a:pt x="25" y="8"/>
                  </a:cubicBezTo>
                  <a:cubicBezTo>
                    <a:pt x="20" y="0"/>
                    <a:pt x="11" y="3"/>
                    <a:pt x="6" y="10"/>
                  </a:cubicBezTo>
                  <a:cubicBezTo>
                    <a:pt x="0" y="18"/>
                    <a:pt x="1" y="27"/>
                    <a:pt x="5" y="30"/>
                  </a:cubicBezTo>
                  <a:cubicBezTo>
                    <a:pt x="9" y="33"/>
                    <a:pt x="12" y="33"/>
                    <a:pt x="16" y="31"/>
                  </a:cubicBezTo>
                  <a:cubicBezTo>
                    <a:pt x="19" y="29"/>
                    <a:pt x="21" y="25"/>
                    <a:pt x="22" y="23"/>
                  </a:cubicBezTo>
                  <a:cubicBezTo>
                    <a:pt x="23" y="20"/>
                    <a:pt x="25" y="18"/>
                    <a:pt x="26" y="1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73" name="Freeform 364">
              <a:extLst>
                <a:ext uri="{FF2B5EF4-FFF2-40B4-BE49-F238E27FC236}">
                  <a16:creationId xmlns:a16="http://schemas.microsoft.com/office/drawing/2014/main" id="{D511E55B-9092-4824-AC5B-BC653C245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996"/>
              <a:ext cx="20" cy="30"/>
            </a:xfrm>
            <a:custGeom>
              <a:avLst/>
              <a:gdLst>
                <a:gd name="T0" fmla="*/ 60 w 11"/>
                <a:gd name="T1" fmla="*/ 8 h 16"/>
                <a:gd name="T2" fmla="*/ 24 w 11"/>
                <a:gd name="T3" fmla="*/ 21 h 16"/>
                <a:gd name="T4" fmla="*/ 0 w 11"/>
                <a:gd name="T5" fmla="*/ 84 h 16"/>
                <a:gd name="T6" fmla="*/ 13 w 11"/>
                <a:gd name="T7" fmla="*/ 105 h 16"/>
                <a:gd name="T8" fmla="*/ 13 w 11"/>
                <a:gd name="T9" fmla="*/ 105 h 16"/>
                <a:gd name="T10" fmla="*/ 0 w 11"/>
                <a:gd name="T11" fmla="*/ 84 h 16"/>
                <a:gd name="T12" fmla="*/ 24 w 11"/>
                <a:gd name="T13" fmla="*/ 21 h 16"/>
                <a:gd name="T14" fmla="*/ 60 w 11"/>
                <a:gd name="T15" fmla="*/ 8 h 16"/>
                <a:gd name="T16" fmla="*/ 65 w 11"/>
                <a:gd name="T17" fmla="*/ 21 h 16"/>
                <a:gd name="T18" fmla="*/ 65 w 11"/>
                <a:gd name="T19" fmla="*/ 21 h 16"/>
                <a:gd name="T20" fmla="*/ 60 w 11"/>
                <a:gd name="T21" fmla="*/ 8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6">
                  <a:moveTo>
                    <a:pt x="10" y="1"/>
                  </a:moveTo>
                  <a:cubicBezTo>
                    <a:pt x="8" y="0"/>
                    <a:pt x="6" y="1"/>
                    <a:pt x="4" y="3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14"/>
                    <a:pt x="1" y="15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10"/>
                    <a:pt x="1" y="6"/>
                    <a:pt x="4" y="3"/>
                  </a:cubicBezTo>
                  <a:cubicBezTo>
                    <a:pt x="6" y="1"/>
                    <a:pt x="8" y="0"/>
                    <a:pt x="10" y="1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4" name="Freeform 365">
              <a:extLst>
                <a:ext uri="{FF2B5EF4-FFF2-40B4-BE49-F238E27FC236}">
                  <a16:creationId xmlns:a16="http://schemas.microsoft.com/office/drawing/2014/main" id="{0367CC61-D469-4446-B02A-0D9DE65AA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856"/>
              <a:ext cx="49" cy="61"/>
            </a:xfrm>
            <a:custGeom>
              <a:avLst/>
              <a:gdLst>
                <a:gd name="T0" fmla="*/ 168 w 26"/>
                <a:gd name="T1" fmla="*/ 102 h 33"/>
                <a:gd name="T2" fmla="*/ 160 w 26"/>
                <a:gd name="T3" fmla="*/ 52 h 33"/>
                <a:gd name="T4" fmla="*/ 32 w 26"/>
                <a:gd name="T5" fmla="*/ 61 h 33"/>
                <a:gd name="T6" fmla="*/ 28 w 26"/>
                <a:gd name="T7" fmla="*/ 189 h 33"/>
                <a:gd name="T8" fmla="*/ 100 w 26"/>
                <a:gd name="T9" fmla="*/ 194 h 33"/>
                <a:gd name="T10" fmla="*/ 141 w 26"/>
                <a:gd name="T11" fmla="*/ 140 h 33"/>
                <a:gd name="T12" fmla="*/ 168 w 26"/>
                <a:gd name="T13" fmla="*/ 10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5" y="16"/>
                  </a:moveTo>
                  <a:cubicBezTo>
                    <a:pt x="26" y="13"/>
                    <a:pt x="26" y="10"/>
                    <a:pt x="24" y="8"/>
                  </a:cubicBezTo>
                  <a:cubicBezTo>
                    <a:pt x="20" y="0"/>
                    <a:pt x="10" y="3"/>
                    <a:pt x="5" y="10"/>
                  </a:cubicBezTo>
                  <a:cubicBezTo>
                    <a:pt x="0" y="18"/>
                    <a:pt x="1" y="27"/>
                    <a:pt x="4" y="30"/>
                  </a:cubicBezTo>
                  <a:cubicBezTo>
                    <a:pt x="8" y="33"/>
                    <a:pt x="12" y="33"/>
                    <a:pt x="15" y="31"/>
                  </a:cubicBezTo>
                  <a:cubicBezTo>
                    <a:pt x="18" y="28"/>
                    <a:pt x="20" y="24"/>
                    <a:pt x="21" y="22"/>
                  </a:cubicBezTo>
                  <a:cubicBezTo>
                    <a:pt x="23" y="20"/>
                    <a:pt x="25" y="18"/>
                    <a:pt x="25" y="16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75" name="Freeform 366">
              <a:extLst>
                <a:ext uri="{FF2B5EF4-FFF2-40B4-BE49-F238E27FC236}">
                  <a16:creationId xmlns:a16="http://schemas.microsoft.com/office/drawing/2014/main" id="{9E19BAF7-559C-4642-8F86-3C4A00F4A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874"/>
              <a:ext cx="23" cy="30"/>
            </a:xfrm>
            <a:custGeom>
              <a:avLst/>
              <a:gdLst>
                <a:gd name="T0" fmla="*/ 69 w 12"/>
                <a:gd name="T1" fmla="*/ 0 h 16"/>
                <a:gd name="T2" fmla="*/ 29 w 12"/>
                <a:gd name="T3" fmla="*/ 21 h 16"/>
                <a:gd name="T4" fmla="*/ 0 w 12"/>
                <a:gd name="T5" fmla="*/ 81 h 16"/>
                <a:gd name="T6" fmla="*/ 15 w 12"/>
                <a:gd name="T7" fmla="*/ 105 h 16"/>
                <a:gd name="T8" fmla="*/ 15 w 12"/>
                <a:gd name="T9" fmla="*/ 105 h 16"/>
                <a:gd name="T10" fmla="*/ 0 w 12"/>
                <a:gd name="T11" fmla="*/ 81 h 16"/>
                <a:gd name="T12" fmla="*/ 29 w 12"/>
                <a:gd name="T13" fmla="*/ 21 h 16"/>
                <a:gd name="T14" fmla="*/ 69 w 12"/>
                <a:gd name="T15" fmla="*/ 8 h 16"/>
                <a:gd name="T16" fmla="*/ 84 w 12"/>
                <a:gd name="T17" fmla="*/ 21 h 16"/>
                <a:gd name="T18" fmla="*/ 84 w 12"/>
                <a:gd name="T19" fmla="*/ 21 h 16"/>
                <a:gd name="T20" fmla="*/ 69 w 12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6">
                  <a:moveTo>
                    <a:pt x="10" y="0"/>
                  </a:moveTo>
                  <a:cubicBezTo>
                    <a:pt x="8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4"/>
                    <a:pt x="1" y="15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9"/>
                    <a:pt x="2" y="6"/>
                    <a:pt x="4" y="3"/>
                  </a:cubicBezTo>
                  <a:cubicBezTo>
                    <a:pt x="6" y="1"/>
                    <a:pt x="8" y="0"/>
                    <a:pt x="10" y="1"/>
                  </a:cubicBezTo>
                  <a:cubicBezTo>
                    <a:pt x="11" y="1"/>
                    <a:pt x="12" y="2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1"/>
                    <a:pt x="1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6" name="Freeform 367">
              <a:extLst>
                <a:ext uri="{FF2B5EF4-FFF2-40B4-BE49-F238E27FC236}">
                  <a16:creationId xmlns:a16="http://schemas.microsoft.com/office/drawing/2014/main" id="{D8AC73E5-8C42-436B-956B-9E593AC67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889"/>
              <a:ext cx="49" cy="62"/>
            </a:xfrm>
            <a:custGeom>
              <a:avLst/>
              <a:gdLst>
                <a:gd name="T0" fmla="*/ 173 w 26"/>
                <a:gd name="T1" fmla="*/ 105 h 33"/>
                <a:gd name="T2" fmla="*/ 168 w 26"/>
                <a:gd name="T3" fmla="*/ 53 h 33"/>
                <a:gd name="T4" fmla="*/ 40 w 26"/>
                <a:gd name="T5" fmla="*/ 68 h 33"/>
                <a:gd name="T6" fmla="*/ 32 w 26"/>
                <a:gd name="T7" fmla="*/ 197 h 33"/>
                <a:gd name="T8" fmla="*/ 107 w 26"/>
                <a:gd name="T9" fmla="*/ 205 h 33"/>
                <a:gd name="T10" fmla="*/ 145 w 26"/>
                <a:gd name="T11" fmla="*/ 145 h 33"/>
                <a:gd name="T12" fmla="*/ 173 w 26"/>
                <a:gd name="T13" fmla="*/ 10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6" y="16"/>
                  </a:moveTo>
                  <a:cubicBezTo>
                    <a:pt x="26" y="13"/>
                    <a:pt x="26" y="10"/>
                    <a:pt x="25" y="8"/>
                  </a:cubicBezTo>
                  <a:cubicBezTo>
                    <a:pt x="20" y="0"/>
                    <a:pt x="11" y="3"/>
                    <a:pt x="6" y="10"/>
                  </a:cubicBezTo>
                  <a:cubicBezTo>
                    <a:pt x="0" y="18"/>
                    <a:pt x="1" y="27"/>
                    <a:pt x="5" y="30"/>
                  </a:cubicBezTo>
                  <a:cubicBezTo>
                    <a:pt x="9" y="33"/>
                    <a:pt x="12" y="33"/>
                    <a:pt x="16" y="31"/>
                  </a:cubicBezTo>
                  <a:cubicBezTo>
                    <a:pt x="19" y="28"/>
                    <a:pt x="21" y="24"/>
                    <a:pt x="22" y="22"/>
                  </a:cubicBezTo>
                  <a:cubicBezTo>
                    <a:pt x="23" y="20"/>
                    <a:pt x="25" y="18"/>
                    <a:pt x="26" y="1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77" name="Freeform 368">
              <a:extLst>
                <a:ext uri="{FF2B5EF4-FFF2-40B4-BE49-F238E27FC236}">
                  <a16:creationId xmlns:a16="http://schemas.microsoft.com/office/drawing/2014/main" id="{4F3C08BE-8D8A-44B1-AB75-5EA0F6878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908"/>
              <a:ext cx="21" cy="30"/>
            </a:xfrm>
            <a:custGeom>
              <a:avLst/>
              <a:gdLst>
                <a:gd name="T0" fmla="*/ 69 w 11"/>
                <a:gd name="T1" fmla="*/ 0 h 16"/>
                <a:gd name="T2" fmla="*/ 29 w 11"/>
                <a:gd name="T3" fmla="*/ 21 h 16"/>
                <a:gd name="T4" fmla="*/ 0 w 11"/>
                <a:gd name="T5" fmla="*/ 81 h 16"/>
                <a:gd name="T6" fmla="*/ 15 w 11"/>
                <a:gd name="T7" fmla="*/ 105 h 16"/>
                <a:gd name="T8" fmla="*/ 15 w 11"/>
                <a:gd name="T9" fmla="*/ 105 h 16"/>
                <a:gd name="T10" fmla="*/ 0 w 11"/>
                <a:gd name="T11" fmla="*/ 81 h 16"/>
                <a:gd name="T12" fmla="*/ 29 w 11"/>
                <a:gd name="T13" fmla="*/ 21 h 16"/>
                <a:gd name="T14" fmla="*/ 69 w 11"/>
                <a:gd name="T15" fmla="*/ 8 h 16"/>
                <a:gd name="T16" fmla="*/ 76 w 11"/>
                <a:gd name="T17" fmla="*/ 21 h 16"/>
                <a:gd name="T18" fmla="*/ 76 w 11"/>
                <a:gd name="T19" fmla="*/ 21 h 16"/>
                <a:gd name="T20" fmla="*/ 69 w 11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6">
                  <a:moveTo>
                    <a:pt x="10" y="0"/>
                  </a:moveTo>
                  <a:cubicBezTo>
                    <a:pt x="8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4"/>
                    <a:pt x="1" y="15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9"/>
                    <a:pt x="1" y="6"/>
                    <a:pt x="4" y="3"/>
                  </a:cubicBezTo>
                  <a:cubicBezTo>
                    <a:pt x="6" y="1"/>
                    <a:pt x="8" y="0"/>
                    <a:pt x="10" y="1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8" name="Freeform 369">
              <a:extLst>
                <a:ext uri="{FF2B5EF4-FFF2-40B4-BE49-F238E27FC236}">
                  <a16:creationId xmlns:a16="http://schemas.microsoft.com/office/drawing/2014/main" id="{2D263F34-00B3-4F8E-9EE9-FEF153D46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399"/>
              <a:ext cx="44" cy="50"/>
            </a:xfrm>
            <a:custGeom>
              <a:avLst/>
              <a:gdLst>
                <a:gd name="T0" fmla="*/ 105 w 24"/>
                <a:gd name="T1" fmla="*/ 20 h 27"/>
                <a:gd name="T2" fmla="*/ 61 w 24"/>
                <a:gd name="T3" fmla="*/ 0 h 27"/>
                <a:gd name="T4" fmla="*/ 20 w 24"/>
                <a:gd name="T5" fmla="*/ 104 h 27"/>
                <a:gd name="T6" fmla="*/ 112 w 24"/>
                <a:gd name="T7" fmla="*/ 165 h 27"/>
                <a:gd name="T8" fmla="*/ 149 w 24"/>
                <a:gd name="T9" fmla="*/ 113 h 27"/>
                <a:gd name="T10" fmla="*/ 125 w 24"/>
                <a:gd name="T11" fmla="*/ 57 h 27"/>
                <a:gd name="T12" fmla="*/ 105 w 24"/>
                <a:gd name="T13" fmla="*/ 2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6" y="23"/>
                    <a:pt x="14" y="27"/>
                    <a:pt x="18" y="26"/>
                  </a:cubicBezTo>
                  <a:cubicBezTo>
                    <a:pt x="22" y="24"/>
                    <a:pt x="24" y="21"/>
                    <a:pt x="24" y="18"/>
                  </a:cubicBezTo>
                  <a:cubicBezTo>
                    <a:pt x="24" y="14"/>
                    <a:pt x="21" y="11"/>
                    <a:pt x="20" y="9"/>
                  </a:cubicBezTo>
                  <a:cubicBezTo>
                    <a:pt x="19" y="7"/>
                    <a:pt x="18" y="4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79" name="Freeform 370">
              <a:extLst>
                <a:ext uri="{FF2B5EF4-FFF2-40B4-BE49-F238E27FC236}">
                  <a16:creationId xmlns:a16="http://schemas.microsoft.com/office/drawing/2014/main" id="{2EA33FD1-9FC2-467C-AEE4-404793244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410"/>
              <a:ext cx="18" cy="26"/>
            </a:xfrm>
            <a:custGeom>
              <a:avLst/>
              <a:gdLst>
                <a:gd name="T0" fmla="*/ 13 w 10"/>
                <a:gd name="T1" fmla="*/ 7 h 14"/>
                <a:gd name="T2" fmla="*/ 7 w 10"/>
                <a:gd name="T3" fmla="*/ 37 h 14"/>
                <a:gd name="T4" fmla="*/ 36 w 10"/>
                <a:gd name="T5" fmla="*/ 89 h 14"/>
                <a:gd name="T6" fmla="*/ 58 w 10"/>
                <a:gd name="T7" fmla="*/ 89 h 14"/>
                <a:gd name="T8" fmla="*/ 58 w 10"/>
                <a:gd name="T9" fmla="*/ 89 h 14"/>
                <a:gd name="T10" fmla="*/ 41 w 10"/>
                <a:gd name="T11" fmla="*/ 89 h 14"/>
                <a:gd name="T12" fmla="*/ 7 w 10"/>
                <a:gd name="T13" fmla="*/ 37 h 14"/>
                <a:gd name="T14" fmla="*/ 13 w 10"/>
                <a:gd name="T15" fmla="*/ 7 h 14"/>
                <a:gd name="T16" fmla="*/ 29 w 10"/>
                <a:gd name="T17" fmla="*/ 7 h 14"/>
                <a:gd name="T18" fmla="*/ 29 w 10"/>
                <a:gd name="T19" fmla="*/ 7 h 14"/>
                <a:gd name="T20" fmla="*/ 13 w 10"/>
                <a:gd name="T21" fmla="*/ 7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8" y="14"/>
                    <a:pt x="9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8" y="14"/>
                    <a:pt x="7" y="14"/>
                  </a:cubicBezTo>
                  <a:cubicBezTo>
                    <a:pt x="4" y="13"/>
                    <a:pt x="2" y="9"/>
                    <a:pt x="1" y="6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0" name="Freeform 371">
              <a:extLst>
                <a:ext uri="{FF2B5EF4-FFF2-40B4-BE49-F238E27FC236}">
                  <a16:creationId xmlns:a16="http://schemas.microsoft.com/office/drawing/2014/main" id="{E745A289-9DE9-43D2-B195-8031F4F3E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489"/>
              <a:ext cx="56" cy="56"/>
            </a:xfrm>
            <a:custGeom>
              <a:avLst/>
              <a:gdLst>
                <a:gd name="T0" fmla="*/ 112 w 30"/>
                <a:gd name="T1" fmla="*/ 189 h 30"/>
                <a:gd name="T2" fmla="*/ 174 w 30"/>
                <a:gd name="T3" fmla="*/ 84 h 30"/>
                <a:gd name="T4" fmla="*/ 52 w 30"/>
                <a:gd name="T5" fmla="*/ 32 h 30"/>
                <a:gd name="T6" fmla="*/ 112 w 30"/>
                <a:gd name="T7" fmla="*/ 18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0">
                  <a:moveTo>
                    <a:pt x="17" y="29"/>
                  </a:moveTo>
                  <a:cubicBezTo>
                    <a:pt x="25" y="30"/>
                    <a:pt x="30" y="22"/>
                    <a:pt x="27" y="13"/>
                  </a:cubicBezTo>
                  <a:cubicBezTo>
                    <a:pt x="24" y="4"/>
                    <a:pt x="16" y="0"/>
                    <a:pt x="8" y="5"/>
                  </a:cubicBezTo>
                  <a:cubicBezTo>
                    <a:pt x="0" y="9"/>
                    <a:pt x="3" y="30"/>
                    <a:pt x="17" y="29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81" name="Freeform 372">
              <a:extLst>
                <a:ext uri="{FF2B5EF4-FFF2-40B4-BE49-F238E27FC236}">
                  <a16:creationId xmlns:a16="http://schemas.microsoft.com/office/drawing/2014/main" id="{FDB4C542-7F1E-40B6-B1F4-1F44CBD5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506"/>
              <a:ext cx="28" cy="28"/>
            </a:xfrm>
            <a:custGeom>
              <a:avLst/>
              <a:gdLst>
                <a:gd name="T0" fmla="*/ 91 w 15"/>
                <a:gd name="T1" fmla="*/ 24 h 15"/>
                <a:gd name="T2" fmla="*/ 91 w 15"/>
                <a:gd name="T3" fmla="*/ 73 h 15"/>
                <a:gd name="T4" fmla="*/ 45 w 15"/>
                <a:gd name="T5" fmla="*/ 91 h 15"/>
                <a:gd name="T6" fmla="*/ 7 w 15"/>
                <a:gd name="T7" fmla="*/ 52 h 15"/>
                <a:gd name="T8" fmla="*/ 13 w 15"/>
                <a:gd name="T9" fmla="*/ 0 h 15"/>
                <a:gd name="T10" fmla="*/ 13 w 15"/>
                <a:gd name="T11" fmla="*/ 0 h 15"/>
                <a:gd name="T12" fmla="*/ 7 w 15"/>
                <a:gd name="T13" fmla="*/ 52 h 15"/>
                <a:gd name="T14" fmla="*/ 45 w 15"/>
                <a:gd name="T15" fmla="*/ 91 h 15"/>
                <a:gd name="T16" fmla="*/ 91 w 15"/>
                <a:gd name="T17" fmla="*/ 73 h 15"/>
                <a:gd name="T18" fmla="*/ 91 w 15"/>
                <a:gd name="T19" fmla="*/ 24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5">
                  <a:moveTo>
                    <a:pt x="14" y="4"/>
                  </a:moveTo>
                  <a:cubicBezTo>
                    <a:pt x="15" y="6"/>
                    <a:pt x="15" y="9"/>
                    <a:pt x="14" y="11"/>
                  </a:cubicBezTo>
                  <a:cubicBezTo>
                    <a:pt x="12" y="13"/>
                    <a:pt x="9" y="15"/>
                    <a:pt x="7" y="14"/>
                  </a:cubicBezTo>
                  <a:cubicBezTo>
                    <a:pt x="4" y="14"/>
                    <a:pt x="2" y="11"/>
                    <a:pt x="1" y="8"/>
                  </a:cubicBezTo>
                  <a:cubicBezTo>
                    <a:pt x="0" y="5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5"/>
                    <a:pt x="1" y="8"/>
                  </a:cubicBezTo>
                  <a:cubicBezTo>
                    <a:pt x="2" y="11"/>
                    <a:pt x="4" y="14"/>
                    <a:pt x="7" y="14"/>
                  </a:cubicBezTo>
                  <a:cubicBezTo>
                    <a:pt x="9" y="15"/>
                    <a:pt x="12" y="13"/>
                    <a:pt x="14" y="11"/>
                  </a:cubicBezTo>
                  <a:cubicBezTo>
                    <a:pt x="15" y="9"/>
                    <a:pt x="15" y="6"/>
                    <a:pt x="1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2" name="Freeform 373">
              <a:extLst>
                <a:ext uri="{FF2B5EF4-FFF2-40B4-BE49-F238E27FC236}">
                  <a16:creationId xmlns:a16="http://schemas.microsoft.com/office/drawing/2014/main" id="{B3CE4199-04C4-4707-A013-085395FEA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569"/>
              <a:ext cx="52" cy="53"/>
            </a:xfrm>
            <a:custGeom>
              <a:avLst/>
              <a:gdLst>
                <a:gd name="T0" fmla="*/ 37 w 28"/>
                <a:gd name="T1" fmla="*/ 40 h 28"/>
                <a:gd name="T2" fmla="*/ 141 w 28"/>
                <a:gd name="T3" fmla="*/ 40 h 28"/>
                <a:gd name="T4" fmla="*/ 134 w 28"/>
                <a:gd name="T5" fmla="*/ 161 h 28"/>
                <a:gd name="T6" fmla="*/ 37 w 28"/>
                <a:gd name="T7" fmla="*/ 4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6" y="6"/>
                  </a:moveTo>
                  <a:cubicBezTo>
                    <a:pt x="9" y="0"/>
                    <a:pt x="17" y="0"/>
                    <a:pt x="22" y="6"/>
                  </a:cubicBezTo>
                  <a:cubicBezTo>
                    <a:pt x="27" y="13"/>
                    <a:pt x="28" y="20"/>
                    <a:pt x="21" y="24"/>
                  </a:cubicBezTo>
                  <a:cubicBezTo>
                    <a:pt x="14" y="28"/>
                    <a:pt x="0" y="16"/>
                    <a:pt x="6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83" name="Freeform 374">
              <a:extLst>
                <a:ext uri="{FF2B5EF4-FFF2-40B4-BE49-F238E27FC236}">
                  <a16:creationId xmlns:a16="http://schemas.microsoft.com/office/drawing/2014/main" id="{B1C96662-B297-46DA-A0B4-152A69817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582"/>
              <a:ext cx="21" cy="27"/>
            </a:xfrm>
            <a:custGeom>
              <a:avLst/>
              <a:gdLst>
                <a:gd name="T0" fmla="*/ 76 w 11"/>
                <a:gd name="T1" fmla="*/ 23 h 14"/>
                <a:gd name="T2" fmla="*/ 40 w 11"/>
                <a:gd name="T3" fmla="*/ 0 h 14"/>
                <a:gd name="T4" fmla="*/ 8 w 11"/>
                <a:gd name="T5" fmla="*/ 29 h 14"/>
                <a:gd name="T6" fmla="*/ 21 w 11"/>
                <a:gd name="T7" fmla="*/ 79 h 14"/>
                <a:gd name="T8" fmla="*/ 69 w 11"/>
                <a:gd name="T9" fmla="*/ 100 h 14"/>
                <a:gd name="T10" fmla="*/ 69 w 11"/>
                <a:gd name="T11" fmla="*/ 100 h 14"/>
                <a:gd name="T12" fmla="*/ 21 w 11"/>
                <a:gd name="T13" fmla="*/ 79 h 14"/>
                <a:gd name="T14" fmla="*/ 8 w 11"/>
                <a:gd name="T15" fmla="*/ 29 h 14"/>
                <a:gd name="T16" fmla="*/ 40 w 11"/>
                <a:gd name="T17" fmla="*/ 0 h 14"/>
                <a:gd name="T18" fmla="*/ 76 w 11"/>
                <a:gd name="T19" fmla="*/ 23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4">
                  <a:moveTo>
                    <a:pt x="11" y="3"/>
                  </a:move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0" y="6"/>
                    <a:pt x="1" y="9"/>
                    <a:pt x="3" y="11"/>
                  </a:cubicBezTo>
                  <a:cubicBezTo>
                    <a:pt x="5" y="13"/>
                    <a:pt x="7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3"/>
                    <a:pt x="3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1" y="2"/>
                    <a:pt x="3" y="0"/>
                    <a:pt x="6" y="0"/>
                  </a:cubicBezTo>
                  <a:cubicBezTo>
                    <a:pt x="8" y="0"/>
                    <a:pt x="10" y="1"/>
                    <a:pt x="11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4" name="Freeform 375">
              <a:extLst>
                <a:ext uri="{FF2B5EF4-FFF2-40B4-BE49-F238E27FC236}">
                  <a16:creationId xmlns:a16="http://schemas.microsoft.com/office/drawing/2014/main" id="{3663EC16-E3C8-44A3-8516-96047FDAC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536"/>
              <a:ext cx="44" cy="52"/>
            </a:xfrm>
            <a:custGeom>
              <a:avLst/>
              <a:gdLst>
                <a:gd name="T0" fmla="*/ 105 w 24"/>
                <a:gd name="T1" fmla="*/ 24 h 28"/>
                <a:gd name="T2" fmla="*/ 61 w 24"/>
                <a:gd name="T3" fmla="*/ 0 h 28"/>
                <a:gd name="T4" fmla="*/ 20 w 24"/>
                <a:gd name="T5" fmla="*/ 104 h 28"/>
                <a:gd name="T6" fmla="*/ 112 w 24"/>
                <a:gd name="T7" fmla="*/ 165 h 28"/>
                <a:gd name="T8" fmla="*/ 149 w 24"/>
                <a:gd name="T9" fmla="*/ 113 h 28"/>
                <a:gd name="T10" fmla="*/ 125 w 24"/>
                <a:gd name="T11" fmla="*/ 65 h 28"/>
                <a:gd name="T12" fmla="*/ 105 w 24"/>
                <a:gd name="T13" fmla="*/ 2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6" y="24"/>
                    <a:pt x="14" y="28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3" y="15"/>
                    <a:pt x="21" y="12"/>
                    <a:pt x="20" y="10"/>
                  </a:cubicBezTo>
                  <a:cubicBezTo>
                    <a:pt x="19" y="8"/>
                    <a:pt x="18" y="5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85" name="Freeform 376">
              <a:extLst>
                <a:ext uri="{FF2B5EF4-FFF2-40B4-BE49-F238E27FC236}">
                  <a16:creationId xmlns:a16="http://schemas.microsoft.com/office/drawing/2014/main" id="{BDAAB923-1221-417A-B568-26E17A7DA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549"/>
              <a:ext cx="18" cy="26"/>
            </a:xfrm>
            <a:custGeom>
              <a:avLst/>
              <a:gdLst>
                <a:gd name="T0" fmla="*/ 13 w 10"/>
                <a:gd name="T1" fmla="*/ 0 h 14"/>
                <a:gd name="T2" fmla="*/ 7 w 10"/>
                <a:gd name="T3" fmla="*/ 37 h 14"/>
                <a:gd name="T4" fmla="*/ 36 w 10"/>
                <a:gd name="T5" fmla="*/ 84 h 14"/>
                <a:gd name="T6" fmla="*/ 58 w 10"/>
                <a:gd name="T7" fmla="*/ 89 h 14"/>
                <a:gd name="T8" fmla="*/ 58 w 10"/>
                <a:gd name="T9" fmla="*/ 89 h 14"/>
                <a:gd name="T10" fmla="*/ 36 w 10"/>
                <a:gd name="T11" fmla="*/ 84 h 14"/>
                <a:gd name="T12" fmla="*/ 7 w 10"/>
                <a:gd name="T13" fmla="*/ 37 h 14"/>
                <a:gd name="T14" fmla="*/ 13 w 10"/>
                <a:gd name="T15" fmla="*/ 0 h 14"/>
                <a:gd name="T16" fmla="*/ 29 w 10"/>
                <a:gd name="T17" fmla="*/ 0 h 14"/>
                <a:gd name="T18" fmla="*/ 29 w 10"/>
                <a:gd name="T19" fmla="*/ 0 h 14"/>
                <a:gd name="T20" fmla="*/ 13 w 10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2" y="9"/>
                    <a:pt x="4" y="12"/>
                    <a:pt x="6" y="13"/>
                  </a:cubicBezTo>
                  <a:cubicBezTo>
                    <a:pt x="7" y="14"/>
                    <a:pt x="9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7" y="14"/>
                    <a:pt x="6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6" name="Freeform 377">
              <a:extLst>
                <a:ext uri="{FF2B5EF4-FFF2-40B4-BE49-F238E27FC236}">
                  <a16:creationId xmlns:a16="http://schemas.microsoft.com/office/drawing/2014/main" id="{E68C8F6D-3FC6-48DE-A23C-A724DA471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627"/>
              <a:ext cx="45" cy="68"/>
            </a:xfrm>
            <a:custGeom>
              <a:avLst/>
              <a:gdLst>
                <a:gd name="T0" fmla="*/ 152 w 24"/>
                <a:gd name="T1" fmla="*/ 89 h 36"/>
                <a:gd name="T2" fmla="*/ 133 w 24"/>
                <a:gd name="T3" fmla="*/ 40 h 36"/>
                <a:gd name="T4" fmla="*/ 21 w 24"/>
                <a:gd name="T5" fmla="*/ 100 h 36"/>
                <a:gd name="T6" fmla="*/ 60 w 24"/>
                <a:gd name="T7" fmla="*/ 229 h 36"/>
                <a:gd name="T8" fmla="*/ 128 w 24"/>
                <a:gd name="T9" fmla="*/ 210 h 36"/>
                <a:gd name="T10" fmla="*/ 144 w 24"/>
                <a:gd name="T11" fmla="*/ 144 h 36"/>
                <a:gd name="T12" fmla="*/ 152 w 24"/>
                <a:gd name="T13" fmla="*/ 8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6">
                  <a:moveTo>
                    <a:pt x="23" y="13"/>
                  </a:moveTo>
                  <a:cubicBezTo>
                    <a:pt x="23" y="10"/>
                    <a:pt x="22" y="8"/>
                    <a:pt x="20" y="6"/>
                  </a:cubicBezTo>
                  <a:cubicBezTo>
                    <a:pt x="13" y="0"/>
                    <a:pt x="5" y="6"/>
                    <a:pt x="3" y="15"/>
                  </a:cubicBezTo>
                  <a:cubicBezTo>
                    <a:pt x="0" y="24"/>
                    <a:pt x="4" y="32"/>
                    <a:pt x="9" y="34"/>
                  </a:cubicBezTo>
                  <a:cubicBezTo>
                    <a:pt x="13" y="36"/>
                    <a:pt x="17" y="34"/>
                    <a:pt x="19" y="31"/>
                  </a:cubicBezTo>
                  <a:cubicBezTo>
                    <a:pt x="21" y="28"/>
                    <a:pt x="22" y="23"/>
                    <a:pt x="22" y="21"/>
                  </a:cubicBezTo>
                  <a:cubicBezTo>
                    <a:pt x="23" y="18"/>
                    <a:pt x="24" y="16"/>
                    <a:pt x="23" y="1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87" name="Freeform 378">
              <a:extLst>
                <a:ext uri="{FF2B5EF4-FFF2-40B4-BE49-F238E27FC236}">
                  <a16:creationId xmlns:a16="http://schemas.microsoft.com/office/drawing/2014/main" id="{185DA61A-DC4F-45D6-96D5-61256233B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648"/>
              <a:ext cx="15" cy="32"/>
            </a:xfrm>
            <a:custGeom>
              <a:avLst/>
              <a:gdLst>
                <a:gd name="T0" fmla="*/ 39 w 8"/>
                <a:gd name="T1" fmla="*/ 0 h 17"/>
                <a:gd name="T2" fmla="*/ 8 w 8"/>
                <a:gd name="T3" fmla="*/ 28 h 17"/>
                <a:gd name="T4" fmla="*/ 8 w 8"/>
                <a:gd name="T5" fmla="*/ 100 h 17"/>
                <a:gd name="T6" fmla="*/ 28 w 8"/>
                <a:gd name="T7" fmla="*/ 113 h 17"/>
                <a:gd name="T8" fmla="*/ 28 w 8"/>
                <a:gd name="T9" fmla="*/ 113 h 17"/>
                <a:gd name="T10" fmla="*/ 8 w 8"/>
                <a:gd name="T11" fmla="*/ 92 h 17"/>
                <a:gd name="T12" fmla="*/ 15 w 8"/>
                <a:gd name="T13" fmla="*/ 28 h 17"/>
                <a:gd name="T14" fmla="*/ 39 w 8"/>
                <a:gd name="T15" fmla="*/ 0 h 17"/>
                <a:gd name="T16" fmla="*/ 53 w 8"/>
                <a:gd name="T17" fmla="*/ 15 h 17"/>
                <a:gd name="T18" fmla="*/ 53 w 8"/>
                <a:gd name="T19" fmla="*/ 15 h 17"/>
                <a:gd name="T20" fmla="*/ 39 w 8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7">
                  <a:moveTo>
                    <a:pt x="6" y="0"/>
                  </a:moveTo>
                  <a:cubicBezTo>
                    <a:pt x="4" y="0"/>
                    <a:pt x="3" y="2"/>
                    <a:pt x="1" y="4"/>
                  </a:cubicBezTo>
                  <a:cubicBezTo>
                    <a:pt x="0" y="8"/>
                    <a:pt x="0" y="12"/>
                    <a:pt x="1" y="15"/>
                  </a:cubicBezTo>
                  <a:cubicBezTo>
                    <a:pt x="1" y="16"/>
                    <a:pt x="2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1" y="16"/>
                    <a:pt x="1" y="14"/>
                  </a:cubicBezTo>
                  <a:cubicBezTo>
                    <a:pt x="0" y="12"/>
                    <a:pt x="0" y="8"/>
                    <a:pt x="2" y="4"/>
                  </a:cubicBezTo>
                  <a:cubicBezTo>
                    <a:pt x="3" y="2"/>
                    <a:pt x="4" y="0"/>
                    <a:pt x="6" y="0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8" name="Freeform 379">
              <a:extLst>
                <a:ext uri="{FF2B5EF4-FFF2-40B4-BE49-F238E27FC236}">
                  <a16:creationId xmlns:a16="http://schemas.microsoft.com/office/drawing/2014/main" id="{0AE9F401-6400-4CB7-B443-F7A5CAFF9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646"/>
              <a:ext cx="54" cy="54"/>
            </a:xfrm>
            <a:custGeom>
              <a:avLst/>
              <a:gdLst>
                <a:gd name="T0" fmla="*/ 128 w 29"/>
                <a:gd name="T1" fmla="*/ 164 h 29"/>
                <a:gd name="T2" fmla="*/ 156 w 29"/>
                <a:gd name="T3" fmla="*/ 52 h 29"/>
                <a:gd name="T4" fmla="*/ 37 w 29"/>
                <a:gd name="T5" fmla="*/ 37 h 29"/>
                <a:gd name="T6" fmla="*/ 128 w 29"/>
                <a:gd name="T7" fmla="*/ 16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20" y="25"/>
                  </a:moveTo>
                  <a:cubicBezTo>
                    <a:pt x="27" y="23"/>
                    <a:pt x="29" y="15"/>
                    <a:pt x="24" y="8"/>
                  </a:cubicBezTo>
                  <a:cubicBezTo>
                    <a:pt x="19" y="1"/>
                    <a:pt x="12" y="0"/>
                    <a:pt x="6" y="6"/>
                  </a:cubicBezTo>
                  <a:cubicBezTo>
                    <a:pt x="0" y="11"/>
                    <a:pt x="8" y="29"/>
                    <a:pt x="20" y="2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89" name="Freeform 380">
              <a:extLst>
                <a:ext uri="{FF2B5EF4-FFF2-40B4-BE49-F238E27FC236}">
                  <a16:creationId xmlns:a16="http://schemas.microsoft.com/office/drawing/2014/main" id="{95F69D15-F329-4316-BA25-FA7FB8C3A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663"/>
              <a:ext cx="26" cy="20"/>
            </a:xfrm>
            <a:custGeom>
              <a:avLst/>
              <a:gdLst>
                <a:gd name="T0" fmla="*/ 76 w 14"/>
                <a:gd name="T1" fmla="*/ 0 h 11"/>
                <a:gd name="T2" fmla="*/ 84 w 14"/>
                <a:gd name="T3" fmla="*/ 36 h 11"/>
                <a:gd name="T4" fmla="*/ 52 w 14"/>
                <a:gd name="T5" fmla="*/ 65 h 11"/>
                <a:gd name="T6" fmla="*/ 13 w 14"/>
                <a:gd name="T7" fmla="*/ 44 h 11"/>
                <a:gd name="T8" fmla="*/ 7 w 14"/>
                <a:gd name="T9" fmla="*/ 0 h 11"/>
                <a:gd name="T10" fmla="*/ 7 w 14"/>
                <a:gd name="T11" fmla="*/ 0 h 11"/>
                <a:gd name="T12" fmla="*/ 13 w 14"/>
                <a:gd name="T13" fmla="*/ 44 h 11"/>
                <a:gd name="T14" fmla="*/ 52 w 14"/>
                <a:gd name="T15" fmla="*/ 65 h 11"/>
                <a:gd name="T16" fmla="*/ 89 w 14"/>
                <a:gd name="T17" fmla="*/ 36 h 11"/>
                <a:gd name="T18" fmla="*/ 76 w 14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14" y="2"/>
                    <a:pt x="14" y="4"/>
                    <a:pt x="13" y="6"/>
                  </a:cubicBezTo>
                  <a:cubicBezTo>
                    <a:pt x="12" y="9"/>
                    <a:pt x="10" y="11"/>
                    <a:pt x="8" y="11"/>
                  </a:cubicBezTo>
                  <a:cubicBezTo>
                    <a:pt x="6" y="11"/>
                    <a:pt x="4" y="9"/>
                    <a:pt x="2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10"/>
                    <a:pt x="6" y="11"/>
                    <a:pt x="8" y="11"/>
                  </a:cubicBezTo>
                  <a:cubicBezTo>
                    <a:pt x="11" y="11"/>
                    <a:pt x="13" y="9"/>
                    <a:pt x="14" y="6"/>
                  </a:cubicBezTo>
                  <a:cubicBezTo>
                    <a:pt x="14" y="4"/>
                    <a:pt x="14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0" name="Freeform 381">
              <a:extLst>
                <a:ext uri="{FF2B5EF4-FFF2-40B4-BE49-F238E27FC236}">
                  <a16:creationId xmlns:a16="http://schemas.microsoft.com/office/drawing/2014/main" id="{282CA3DD-3C7D-480D-AEFA-E8A61C049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05"/>
              <a:ext cx="45" cy="52"/>
            </a:xfrm>
            <a:custGeom>
              <a:avLst/>
              <a:gdLst>
                <a:gd name="T0" fmla="*/ 113 w 24"/>
                <a:gd name="T1" fmla="*/ 24 h 28"/>
                <a:gd name="T2" fmla="*/ 68 w 24"/>
                <a:gd name="T3" fmla="*/ 7 h 28"/>
                <a:gd name="T4" fmla="*/ 21 w 24"/>
                <a:gd name="T5" fmla="*/ 104 h 28"/>
                <a:gd name="T6" fmla="*/ 120 w 24"/>
                <a:gd name="T7" fmla="*/ 173 h 28"/>
                <a:gd name="T8" fmla="*/ 152 w 24"/>
                <a:gd name="T9" fmla="*/ 121 h 28"/>
                <a:gd name="T10" fmla="*/ 133 w 24"/>
                <a:gd name="T11" fmla="*/ 65 h 28"/>
                <a:gd name="T12" fmla="*/ 113 w 24"/>
                <a:gd name="T13" fmla="*/ 2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1"/>
                    <a:pt x="10" y="1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6" y="24"/>
                    <a:pt x="14" y="28"/>
                    <a:pt x="18" y="27"/>
                  </a:cubicBezTo>
                  <a:cubicBezTo>
                    <a:pt x="22" y="25"/>
                    <a:pt x="24" y="22"/>
                    <a:pt x="23" y="19"/>
                  </a:cubicBezTo>
                  <a:cubicBezTo>
                    <a:pt x="23" y="15"/>
                    <a:pt x="21" y="12"/>
                    <a:pt x="20" y="10"/>
                  </a:cubicBezTo>
                  <a:cubicBezTo>
                    <a:pt x="19" y="8"/>
                    <a:pt x="18" y="5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91" name="Freeform 382">
              <a:extLst>
                <a:ext uri="{FF2B5EF4-FFF2-40B4-BE49-F238E27FC236}">
                  <a16:creationId xmlns:a16="http://schemas.microsoft.com/office/drawing/2014/main" id="{7B9E1186-F255-4779-9731-24948C442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618"/>
              <a:ext cx="19" cy="26"/>
            </a:xfrm>
            <a:custGeom>
              <a:avLst/>
              <a:gdLst>
                <a:gd name="T0" fmla="*/ 15 w 10"/>
                <a:gd name="T1" fmla="*/ 0 h 14"/>
                <a:gd name="T2" fmla="*/ 8 w 10"/>
                <a:gd name="T3" fmla="*/ 37 h 14"/>
                <a:gd name="T4" fmla="*/ 40 w 10"/>
                <a:gd name="T5" fmla="*/ 89 h 14"/>
                <a:gd name="T6" fmla="*/ 68 w 10"/>
                <a:gd name="T7" fmla="*/ 89 h 14"/>
                <a:gd name="T8" fmla="*/ 68 w 10"/>
                <a:gd name="T9" fmla="*/ 89 h 14"/>
                <a:gd name="T10" fmla="*/ 40 w 10"/>
                <a:gd name="T11" fmla="*/ 89 h 14"/>
                <a:gd name="T12" fmla="*/ 8 w 10"/>
                <a:gd name="T13" fmla="*/ 37 h 14"/>
                <a:gd name="T14" fmla="*/ 15 w 10"/>
                <a:gd name="T15" fmla="*/ 7 h 14"/>
                <a:gd name="T16" fmla="*/ 36 w 10"/>
                <a:gd name="T17" fmla="*/ 0 h 14"/>
                <a:gd name="T18" fmla="*/ 36 w 10"/>
                <a:gd name="T19" fmla="*/ 0 h 14"/>
                <a:gd name="T20" fmla="*/ 15 w 10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2" y="9"/>
                    <a:pt x="4" y="13"/>
                    <a:pt x="6" y="14"/>
                  </a:cubicBezTo>
                  <a:cubicBezTo>
                    <a:pt x="7" y="14"/>
                    <a:pt x="8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7" y="14"/>
                    <a:pt x="6" y="14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1" y="3"/>
                    <a:pt x="1" y="1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2" name="Freeform 383">
              <a:extLst>
                <a:ext uri="{FF2B5EF4-FFF2-40B4-BE49-F238E27FC236}">
                  <a16:creationId xmlns:a16="http://schemas.microsoft.com/office/drawing/2014/main" id="{51B4FF2D-4F17-4C47-8DF3-774735A31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760"/>
              <a:ext cx="51" cy="58"/>
            </a:xfrm>
            <a:custGeom>
              <a:avLst/>
              <a:gdLst>
                <a:gd name="T0" fmla="*/ 68 w 27"/>
                <a:gd name="T1" fmla="*/ 7 h 31"/>
                <a:gd name="T2" fmla="*/ 0 w 27"/>
                <a:gd name="T3" fmla="*/ 67 h 31"/>
                <a:gd name="T4" fmla="*/ 47 w 27"/>
                <a:gd name="T5" fmla="*/ 172 h 31"/>
                <a:gd name="T6" fmla="*/ 136 w 27"/>
                <a:gd name="T7" fmla="*/ 178 h 31"/>
                <a:gd name="T8" fmla="*/ 68 w 27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0" y="1"/>
                  </a:moveTo>
                  <a:cubicBezTo>
                    <a:pt x="5" y="0"/>
                    <a:pt x="1" y="4"/>
                    <a:pt x="0" y="10"/>
                  </a:cubicBezTo>
                  <a:cubicBezTo>
                    <a:pt x="0" y="15"/>
                    <a:pt x="3" y="22"/>
                    <a:pt x="7" y="26"/>
                  </a:cubicBezTo>
                  <a:cubicBezTo>
                    <a:pt x="12" y="31"/>
                    <a:pt x="17" y="30"/>
                    <a:pt x="20" y="27"/>
                  </a:cubicBezTo>
                  <a:cubicBezTo>
                    <a:pt x="27" y="22"/>
                    <a:pt x="20" y="3"/>
                    <a:pt x="10" y="1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93" name="Freeform 384">
              <a:extLst>
                <a:ext uri="{FF2B5EF4-FFF2-40B4-BE49-F238E27FC236}">
                  <a16:creationId xmlns:a16="http://schemas.microsoft.com/office/drawing/2014/main" id="{BDF78328-2A01-483C-ABB9-CCA56EB7B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770"/>
              <a:ext cx="21" cy="33"/>
            </a:xfrm>
            <a:custGeom>
              <a:avLst/>
              <a:gdLst>
                <a:gd name="T0" fmla="*/ 15 w 11"/>
                <a:gd name="T1" fmla="*/ 7 h 18"/>
                <a:gd name="T2" fmla="*/ 0 w 11"/>
                <a:gd name="T3" fmla="*/ 51 h 18"/>
                <a:gd name="T4" fmla="*/ 48 w 11"/>
                <a:gd name="T5" fmla="*/ 112 h 18"/>
                <a:gd name="T6" fmla="*/ 76 w 11"/>
                <a:gd name="T7" fmla="*/ 105 h 18"/>
                <a:gd name="T8" fmla="*/ 76 w 11"/>
                <a:gd name="T9" fmla="*/ 105 h 18"/>
                <a:gd name="T10" fmla="*/ 48 w 11"/>
                <a:gd name="T11" fmla="*/ 105 h 18"/>
                <a:gd name="T12" fmla="*/ 8 w 11"/>
                <a:gd name="T13" fmla="*/ 51 h 18"/>
                <a:gd name="T14" fmla="*/ 15 w 11"/>
                <a:gd name="T15" fmla="*/ 7 h 18"/>
                <a:gd name="T16" fmla="*/ 36 w 11"/>
                <a:gd name="T17" fmla="*/ 7 h 18"/>
                <a:gd name="T18" fmla="*/ 36 w 11"/>
                <a:gd name="T19" fmla="*/ 7 h 18"/>
                <a:gd name="T20" fmla="*/ 15 w 11"/>
                <a:gd name="T21" fmla="*/ 7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1" y="12"/>
                    <a:pt x="4" y="16"/>
                    <a:pt x="7" y="18"/>
                  </a:cubicBezTo>
                  <a:cubicBezTo>
                    <a:pt x="8" y="18"/>
                    <a:pt x="9" y="18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9" y="18"/>
                    <a:pt x="8" y="18"/>
                    <a:pt x="7" y="17"/>
                  </a:cubicBezTo>
                  <a:cubicBezTo>
                    <a:pt x="4" y="16"/>
                    <a:pt x="1" y="12"/>
                    <a:pt x="1" y="8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4" name="Freeform 385">
              <a:extLst>
                <a:ext uri="{FF2B5EF4-FFF2-40B4-BE49-F238E27FC236}">
                  <a16:creationId xmlns:a16="http://schemas.microsoft.com/office/drawing/2014/main" id="{700983A9-2B60-4AAF-BEC1-BBA4E2193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605"/>
              <a:ext cx="41" cy="41"/>
            </a:xfrm>
            <a:custGeom>
              <a:avLst/>
              <a:gdLst>
                <a:gd name="T0" fmla="*/ 117 w 22"/>
                <a:gd name="T1" fmla="*/ 24 h 22"/>
                <a:gd name="T2" fmla="*/ 73 w 22"/>
                <a:gd name="T3" fmla="*/ 0 h 22"/>
                <a:gd name="T4" fmla="*/ 24 w 22"/>
                <a:gd name="T5" fmla="*/ 21 h 22"/>
                <a:gd name="T6" fmla="*/ 52 w 22"/>
                <a:gd name="T7" fmla="*/ 121 h 22"/>
                <a:gd name="T8" fmla="*/ 142 w 22"/>
                <a:gd name="T9" fmla="*/ 97 h 22"/>
                <a:gd name="T10" fmla="*/ 117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95" name="Freeform 386">
              <a:extLst>
                <a:ext uri="{FF2B5EF4-FFF2-40B4-BE49-F238E27FC236}">
                  <a16:creationId xmlns:a16="http://schemas.microsoft.com/office/drawing/2014/main" id="{36B2B23A-B45F-4CBA-8874-9EC686C6E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612"/>
              <a:ext cx="23" cy="23"/>
            </a:xfrm>
            <a:custGeom>
              <a:avLst/>
              <a:gdLst>
                <a:gd name="T0" fmla="*/ 77 w 12"/>
                <a:gd name="T1" fmla="*/ 48 h 12"/>
                <a:gd name="T2" fmla="*/ 69 w 12"/>
                <a:gd name="T3" fmla="*/ 77 h 12"/>
                <a:gd name="T4" fmla="*/ 23 w 12"/>
                <a:gd name="T5" fmla="*/ 56 h 12"/>
                <a:gd name="T6" fmla="*/ 8 w 12"/>
                <a:gd name="T7" fmla="*/ 23 h 12"/>
                <a:gd name="T8" fmla="*/ 29 w 12"/>
                <a:gd name="T9" fmla="*/ 0 h 12"/>
                <a:gd name="T10" fmla="*/ 29 w 12"/>
                <a:gd name="T11" fmla="*/ 0 h 12"/>
                <a:gd name="T12" fmla="*/ 8 w 12"/>
                <a:gd name="T13" fmla="*/ 15 h 12"/>
                <a:gd name="T14" fmla="*/ 23 w 12"/>
                <a:gd name="T15" fmla="*/ 56 h 12"/>
                <a:gd name="T16" fmla="*/ 69 w 12"/>
                <a:gd name="T17" fmla="*/ 77 h 12"/>
                <a:gd name="T18" fmla="*/ 77 w 12"/>
                <a:gd name="T19" fmla="*/ 4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4"/>
                    <a:pt x="0" y="6"/>
                    <a:pt x="3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6" name="Freeform 387">
              <a:extLst>
                <a:ext uri="{FF2B5EF4-FFF2-40B4-BE49-F238E27FC236}">
                  <a16:creationId xmlns:a16="http://schemas.microsoft.com/office/drawing/2014/main" id="{5C43D6A0-C276-49A7-A084-6EC930B8E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678"/>
              <a:ext cx="41" cy="41"/>
            </a:xfrm>
            <a:custGeom>
              <a:avLst/>
              <a:gdLst>
                <a:gd name="T0" fmla="*/ 117 w 22"/>
                <a:gd name="T1" fmla="*/ 24 h 22"/>
                <a:gd name="T2" fmla="*/ 73 w 22"/>
                <a:gd name="T3" fmla="*/ 0 h 22"/>
                <a:gd name="T4" fmla="*/ 24 w 22"/>
                <a:gd name="T5" fmla="*/ 21 h 22"/>
                <a:gd name="T6" fmla="*/ 52 w 22"/>
                <a:gd name="T7" fmla="*/ 121 h 22"/>
                <a:gd name="T8" fmla="*/ 142 w 22"/>
                <a:gd name="T9" fmla="*/ 97 h 22"/>
                <a:gd name="T10" fmla="*/ 117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97" name="Freeform 388">
              <a:extLst>
                <a:ext uri="{FF2B5EF4-FFF2-40B4-BE49-F238E27FC236}">
                  <a16:creationId xmlns:a16="http://schemas.microsoft.com/office/drawing/2014/main" id="{025C7791-9984-4842-9C3A-6A085C69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685"/>
              <a:ext cx="22" cy="23"/>
            </a:xfrm>
            <a:custGeom>
              <a:avLst/>
              <a:gdLst>
                <a:gd name="T0" fmla="*/ 73 w 12"/>
                <a:gd name="T1" fmla="*/ 48 h 12"/>
                <a:gd name="T2" fmla="*/ 61 w 12"/>
                <a:gd name="T3" fmla="*/ 77 h 12"/>
                <a:gd name="T4" fmla="*/ 20 w 12"/>
                <a:gd name="T5" fmla="*/ 56 h 12"/>
                <a:gd name="T6" fmla="*/ 7 w 12"/>
                <a:gd name="T7" fmla="*/ 15 h 12"/>
                <a:gd name="T8" fmla="*/ 24 w 12"/>
                <a:gd name="T9" fmla="*/ 0 h 12"/>
                <a:gd name="T10" fmla="*/ 24 w 12"/>
                <a:gd name="T11" fmla="*/ 0 h 12"/>
                <a:gd name="T12" fmla="*/ 7 w 12"/>
                <a:gd name="T13" fmla="*/ 15 h 12"/>
                <a:gd name="T14" fmla="*/ 20 w 12"/>
                <a:gd name="T15" fmla="*/ 56 h 12"/>
                <a:gd name="T16" fmla="*/ 61 w 12"/>
                <a:gd name="T17" fmla="*/ 77 h 12"/>
                <a:gd name="T18" fmla="*/ 73 w 12"/>
                <a:gd name="T19" fmla="*/ 4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2" y="7"/>
                  </a:moveTo>
                  <a:cubicBezTo>
                    <a:pt x="12" y="9"/>
                    <a:pt x="11" y="10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3"/>
                    <a:pt x="0" y="5"/>
                    <a:pt x="3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1"/>
                    <a:pt x="12" y="9"/>
                    <a:pt x="12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8" name="Freeform 389">
              <a:extLst>
                <a:ext uri="{FF2B5EF4-FFF2-40B4-BE49-F238E27FC236}">
                  <a16:creationId xmlns:a16="http://schemas.microsoft.com/office/drawing/2014/main" id="{B6A3D902-19A9-43FB-AF6A-427096872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459"/>
              <a:ext cx="45" cy="52"/>
            </a:xfrm>
            <a:custGeom>
              <a:avLst/>
              <a:gdLst>
                <a:gd name="T0" fmla="*/ 113 w 24"/>
                <a:gd name="T1" fmla="*/ 24 h 28"/>
                <a:gd name="T2" fmla="*/ 68 w 24"/>
                <a:gd name="T3" fmla="*/ 7 h 28"/>
                <a:gd name="T4" fmla="*/ 21 w 24"/>
                <a:gd name="T5" fmla="*/ 110 h 28"/>
                <a:gd name="T6" fmla="*/ 120 w 24"/>
                <a:gd name="T7" fmla="*/ 173 h 28"/>
                <a:gd name="T8" fmla="*/ 158 w 24"/>
                <a:gd name="T9" fmla="*/ 113 h 28"/>
                <a:gd name="T10" fmla="*/ 133 w 24"/>
                <a:gd name="T11" fmla="*/ 65 h 28"/>
                <a:gd name="T12" fmla="*/ 113 w 24"/>
                <a:gd name="T13" fmla="*/ 2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1"/>
                    <a:pt x="10" y="1"/>
                  </a:cubicBezTo>
                  <a:cubicBezTo>
                    <a:pt x="2" y="0"/>
                    <a:pt x="0" y="9"/>
                    <a:pt x="3" y="17"/>
                  </a:cubicBezTo>
                  <a:cubicBezTo>
                    <a:pt x="7" y="24"/>
                    <a:pt x="14" y="28"/>
                    <a:pt x="18" y="27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1" y="12"/>
                    <a:pt x="20" y="10"/>
                  </a:cubicBezTo>
                  <a:cubicBezTo>
                    <a:pt x="19" y="8"/>
                    <a:pt x="19" y="5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99" name="Freeform 390">
              <a:extLst>
                <a:ext uri="{FF2B5EF4-FFF2-40B4-BE49-F238E27FC236}">
                  <a16:creationId xmlns:a16="http://schemas.microsoft.com/office/drawing/2014/main" id="{D05B9DE0-11E9-465A-B4A4-F884F6172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472"/>
              <a:ext cx="17" cy="26"/>
            </a:xfrm>
            <a:custGeom>
              <a:avLst/>
              <a:gdLst>
                <a:gd name="T0" fmla="*/ 8 w 9"/>
                <a:gd name="T1" fmla="*/ 0 h 14"/>
                <a:gd name="T2" fmla="*/ 0 w 9"/>
                <a:gd name="T3" fmla="*/ 37 h 14"/>
                <a:gd name="T4" fmla="*/ 40 w 9"/>
                <a:gd name="T5" fmla="*/ 89 h 14"/>
                <a:gd name="T6" fmla="*/ 60 w 9"/>
                <a:gd name="T7" fmla="*/ 89 h 14"/>
                <a:gd name="T8" fmla="*/ 60 w 9"/>
                <a:gd name="T9" fmla="*/ 89 h 14"/>
                <a:gd name="T10" fmla="*/ 40 w 9"/>
                <a:gd name="T11" fmla="*/ 84 h 14"/>
                <a:gd name="T12" fmla="*/ 0 w 9"/>
                <a:gd name="T13" fmla="*/ 37 h 14"/>
                <a:gd name="T14" fmla="*/ 8 w 9"/>
                <a:gd name="T15" fmla="*/ 7 h 14"/>
                <a:gd name="T16" fmla="*/ 28 w 9"/>
                <a:gd name="T17" fmla="*/ 0 h 14"/>
                <a:gd name="T18" fmla="*/ 28 w 9"/>
                <a:gd name="T19" fmla="*/ 0 h 14"/>
                <a:gd name="T20" fmla="*/ 8 w 9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1" y="9"/>
                    <a:pt x="3" y="13"/>
                    <a:pt x="6" y="14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7" y="14"/>
                    <a:pt x="6" y="13"/>
                  </a:cubicBezTo>
                  <a:cubicBezTo>
                    <a:pt x="3" y="12"/>
                    <a:pt x="1" y="9"/>
                    <a:pt x="0" y="6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0" name="Freeform 391">
              <a:extLst>
                <a:ext uri="{FF2B5EF4-FFF2-40B4-BE49-F238E27FC236}">
                  <a16:creationId xmlns:a16="http://schemas.microsoft.com/office/drawing/2014/main" id="{85942972-017A-4B17-8756-477C2586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434"/>
              <a:ext cx="41" cy="42"/>
            </a:xfrm>
            <a:custGeom>
              <a:avLst/>
              <a:gdLst>
                <a:gd name="T0" fmla="*/ 112 w 22"/>
                <a:gd name="T1" fmla="*/ 29 h 22"/>
                <a:gd name="T2" fmla="*/ 65 w 22"/>
                <a:gd name="T3" fmla="*/ 0 h 22"/>
                <a:gd name="T4" fmla="*/ 24 w 22"/>
                <a:gd name="T5" fmla="*/ 15 h 22"/>
                <a:gd name="T6" fmla="*/ 52 w 22"/>
                <a:gd name="T7" fmla="*/ 132 h 22"/>
                <a:gd name="T8" fmla="*/ 142 w 22"/>
                <a:gd name="T9" fmla="*/ 105 h 22"/>
                <a:gd name="T10" fmla="*/ 112 w 22"/>
                <a:gd name="T11" fmla="*/ 29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01" name="Freeform 392">
              <a:extLst>
                <a:ext uri="{FF2B5EF4-FFF2-40B4-BE49-F238E27FC236}">
                  <a16:creationId xmlns:a16="http://schemas.microsoft.com/office/drawing/2014/main" id="{1B7BCBA3-9D7C-45CC-8883-B0455C06F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442"/>
              <a:ext cx="22" cy="22"/>
            </a:xfrm>
            <a:custGeom>
              <a:avLst/>
              <a:gdLst>
                <a:gd name="T0" fmla="*/ 68 w 12"/>
                <a:gd name="T1" fmla="*/ 44 h 12"/>
                <a:gd name="T2" fmla="*/ 57 w 12"/>
                <a:gd name="T3" fmla="*/ 68 h 12"/>
                <a:gd name="T4" fmla="*/ 13 w 12"/>
                <a:gd name="T5" fmla="*/ 51 h 12"/>
                <a:gd name="T6" fmla="*/ 7 w 12"/>
                <a:gd name="T7" fmla="*/ 13 h 12"/>
                <a:gd name="T8" fmla="*/ 24 w 12"/>
                <a:gd name="T9" fmla="*/ 0 h 12"/>
                <a:gd name="T10" fmla="*/ 24 w 12"/>
                <a:gd name="T11" fmla="*/ 0 h 12"/>
                <a:gd name="T12" fmla="*/ 7 w 12"/>
                <a:gd name="T13" fmla="*/ 13 h 12"/>
                <a:gd name="T14" fmla="*/ 13 w 12"/>
                <a:gd name="T15" fmla="*/ 51 h 12"/>
                <a:gd name="T16" fmla="*/ 57 w 12"/>
                <a:gd name="T17" fmla="*/ 68 h 12"/>
                <a:gd name="T18" fmla="*/ 68 w 12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2" name="Freeform 393">
              <a:extLst>
                <a:ext uri="{FF2B5EF4-FFF2-40B4-BE49-F238E27FC236}">
                  <a16:creationId xmlns:a16="http://schemas.microsoft.com/office/drawing/2014/main" id="{44971C31-1530-4479-9B03-CFBBCF2BE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448"/>
              <a:ext cx="56" cy="43"/>
            </a:xfrm>
            <a:custGeom>
              <a:avLst/>
              <a:gdLst>
                <a:gd name="T0" fmla="*/ 32 w 30"/>
                <a:gd name="T1" fmla="*/ 24 h 23"/>
                <a:gd name="T2" fmla="*/ 0 w 30"/>
                <a:gd name="T3" fmla="*/ 92 h 23"/>
                <a:gd name="T4" fmla="*/ 112 w 30"/>
                <a:gd name="T5" fmla="*/ 136 h 23"/>
                <a:gd name="T6" fmla="*/ 196 w 30"/>
                <a:gd name="T7" fmla="*/ 60 h 23"/>
                <a:gd name="T8" fmla="*/ 164 w 30"/>
                <a:gd name="T9" fmla="*/ 13 h 23"/>
                <a:gd name="T10" fmla="*/ 97 w 30"/>
                <a:gd name="T11" fmla="*/ 13 h 23"/>
                <a:gd name="T12" fmla="*/ 32 w 30"/>
                <a:gd name="T13" fmla="*/ 2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3">
                  <a:moveTo>
                    <a:pt x="5" y="4"/>
                  </a:moveTo>
                  <a:cubicBezTo>
                    <a:pt x="2" y="5"/>
                    <a:pt x="0" y="9"/>
                    <a:pt x="0" y="14"/>
                  </a:cubicBezTo>
                  <a:cubicBezTo>
                    <a:pt x="2" y="21"/>
                    <a:pt x="8" y="23"/>
                    <a:pt x="17" y="21"/>
                  </a:cubicBezTo>
                  <a:cubicBezTo>
                    <a:pt x="25" y="19"/>
                    <a:pt x="29" y="16"/>
                    <a:pt x="30" y="9"/>
                  </a:cubicBezTo>
                  <a:cubicBezTo>
                    <a:pt x="30" y="5"/>
                    <a:pt x="28" y="3"/>
                    <a:pt x="25" y="2"/>
                  </a:cubicBezTo>
                  <a:cubicBezTo>
                    <a:pt x="22" y="0"/>
                    <a:pt x="19" y="2"/>
                    <a:pt x="15" y="2"/>
                  </a:cubicBezTo>
                  <a:cubicBezTo>
                    <a:pt x="13" y="3"/>
                    <a:pt x="9" y="2"/>
                    <a:pt x="5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03" name="Freeform 394">
              <a:extLst>
                <a:ext uri="{FF2B5EF4-FFF2-40B4-BE49-F238E27FC236}">
                  <a16:creationId xmlns:a16="http://schemas.microsoft.com/office/drawing/2014/main" id="{260D25F6-300E-4D40-BE8B-40330D3F1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461"/>
              <a:ext cx="34" cy="15"/>
            </a:xfrm>
            <a:custGeom>
              <a:avLst/>
              <a:gdLst>
                <a:gd name="T0" fmla="*/ 121 w 18"/>
                <a:gd name="T1" fmla="*/ 0 h 8"/>
                <a:gd name="T2" fmla="*/ 121 w 18"/>
                <a:gd name="T3" fmla="*/ 8 h 8"/>
                <a:gd name="T4" fmla="*/ 53 w 18"/>
                <a:gd name="T5" fmla="*/ 45 h 8"/>
                <a:gd name="T6" fmla="*/ 8 w 18"/>
                <a:gd name="T7" fmla="*/ 32 h 8"/>
                <a:gd name="T8" fmla="*/ 15 w 18"/>
                <a:gd name="T9" fmla="*/ 8 h 8"/>
                <a:gd name="T10" fmla="*/ 15 w 18"/>
                <a:gd name="T11" fmla="*/ 8 h 8"/>
                <a:gd name="T12" fmla="*/ 0 w 18"/>
                <a:gd name="T13" fmla="*/ 32 h 8"/>
                <a:gd name="T14" fmla="*/ 53 w 18"/>
                <a:gd name="T15" fmla="*/ 45 h 8"/>
                <a:gd name="T16" fmla="*/ 121 w 18"/>
                <a:gd name="T17" fmla="*/ 8 h 8"/>
                <a:gd name="T18" fmla="*/ 121 w 18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8">
                  <a:moveTo>
                    <a:pt x="18" y="0"/>
                  </a:moveTo>
                  <a:cubicBezTo>
                    <a:pt x="18" y="0"/>
                    <a:pt x="18" y="1"/>
                    <a:pt x="18" y="1"/>
                  </a:cubicBezTo>
                  <a:cubicBezTo>
                    <a:pt x="18" y="3"/>
                    <a:pt x="15" y="5"/>
                    <a:pt x="8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1" y="7"/>
                    <a:pt x="3" y="8"/>
                    <a:pt x="8" y="7"/>
                  </a:cubicBezTo>
                  <a:cubicBezTo>
                    <a:pt x="15" y="6"/>
                    <a:pt x="18" y="3"/>
                    <a:pt x="18" y="1"/>
                  </a:cubicBezTo>
                  <a:cubicBezTo>
                    <a:pt x="18" y="1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4" name="Freeform 395">
              <a:extLst>
                <a:ext uri="{FF2B5EF4-FFF2-40B4-BE49-F238E27FC236}">
                  <a16:creationId xmlns:a16="http://schemas.microsoft.com/office/drawing/2014/main" id="{E1A20782-C443-43C8-B420-2BEE4EB14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227"/>
              <a:ext cx="44" cy="56"/>
            </a:xfrm>
            <a:custGeom>
              <a:avLst/>
              <a:gdLst>
                <a:gd name="T0" fmla="*/ 117 w 24"/>
                <a:gd name="T1" fmla="*/ 32 h 30"/>
                <a:gd name="T2" fmla="*/ 51 w 24"/>
                <a:gd name="T3" fmla="*/ 7 h 30"/>
                <a:gd name="T4" fmla="*/ 20 w 24"/>
                <a:gd name="T5" fmla="*/ 118 h 30"/>
                <a:gd name="T6" fmla="*/ 105 w 24"/>
                <a:gd name="T7" fmla="*/ 196 h 30"/>
                <a:gd name="T8" fmla="*/ 141 w 24"/>
                <a:gd name="T9" fmla="*/ 157 h 30"/>
                <a:gd name="T10" fmla="*/ 132 w 24"/>
                <a:gd name="T11" fmla="*/ 91 h 30"/>
                <a:gd name="T12" fmla="*/ 117 w 24"/>
                <a:gd name="T13" fmla="*/ 3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0">
                  <a:moveTo>
                    <a:pt x="19" y="5"/>
                  </a:moveTo>
                  <a:cubicBezTo>
                    <a:pt x="17" y="1"/>
                    <a:pt x="13" y="0"/>
                    <a:pt x="8" y="1"/>
                  </a:cubicBezTo>
                  <a:cubicBezTo>
                    <a:pt x="1" y="3"/>
                    <a:pt x="0" y="10"/>
                    <a:pt x="3" y="18"/>
                  </a:cubicBezTo>
                  <a:cubicBezTo>
                    <a:pt x="6" y="26"/>
                    <a:pt x="9" y="30"/>
                    <a:pt x="17" y="30"/>
                  </a:cubicBezTo>
                  <a:cubicBezTo>
                    <a:pt x="20" y="30"/>
                    <a:pt x="23" y="28"/>
                    <a:pt x="23" y="24"/>
                  </a:cubicBezTo>
                  <a:cubicBezTo>
                    <a:pt x="24" y="21"/>
                    <a:pt x="22" y="19"/>
                    <a:pt x="21" y="14"/>
                  </a:cubicBezTo>
                  <a:cubicBezTo>
                    <a:pt x="20" y="12"/>
                    <a:pt x="21" y="8"/>
                    <a:pt x="19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05" name="Freeform 396">
              <a:extLst>
                <a:ext uri="{FF2B5EF4-FFF2-40B4-BE49-F238E27FC236}">
                  <a16:creationId xmlns:a16="http://schemas.microsoft.com/office/drawing/2014/main" id="{CB84A631-18C1-44B7-AA79-C83262F8E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2236"/>
              <a:ext cx="18" cy="34"/>
            </a:xfrm>
            <a:custGeom>
              <a:avLst/>
              <a:gdLst>
                <a:gd name="T0" fmla="*/ 58 w 10"/>
                <a:gd name="T1" fmla="*/ 113 h 18"/>
                <a:gd name="T2" fmla="*/ 45 w 10"/>
                <a:gd name="T3" fmla="*/ 121 h 18"/>
                <a:gd name="T4" fmla="*/ 13 w 10"/>
                <a:gd name="T5" fmla="*/ 60 h 18"/>
                <a:gd name="T6" fmla="*/ 16 w 10"/>
                <a:gd name="T7" fmla="*/ 8 h 18"/>
                <a:gd name="T8" fmla="*/ 41 w 10"/>
                <a:gd name="T9" fmla="*/ 15 h 18"/>
                <a:gd name="T10" fmla="*/ 41 w 10"/>
                <a:gd name="T11" fmla="*/ 15 h 18"/>
                <a:gd name="T12" fmla="*/ 16 w 10"/>
                <a:gd name="T13" fmla="*/ 8 h 18"/>
                <a:gd name="T14" fmla="*/ 13 w 10"/>
                <a:gd name="T15" fmla="*/ 60 h 18"/>
                <a:gd name="T16" fmla="*/ 45 w 10"/>
                <a:gd name="T17" fmla="*/ 121 h 18"/>
                <a:gd name="T18" fmla="*/ 58 w 10"/>
                <a:gd name="T19" fmla="*/ 113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8">
                  <a:moveTo>
                    <a:pt x="10" y="17"/>
                  </a:moveTo>
                  <a:cubicBezTo>
                    <a:pt x="9" y="18"/>
                    <a:pt x="9" y="18"/>
                    <a:pt x="8" y="18"/>
                  </a:cubicBezTo>
                  <a:cubicBezTo>
                    <a:pt x="7" y="18"/>
                    <a:pt x="4" y="16"/>
                    <a:pt x="2" y="9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4" y="0"/>
                    <a:pt x="6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4"/>
                    <a:pt x="2" y="9"/>
                  </a:cubicBezTo>
                  <a:cubicBezTo>
                    <a:pt x="4" y="15"/>
                    <a:pt x="7" y="18"/>
                    <a:pt x="8" y="18"/>
                  </a:cubicBezTo>
                  <a:cubicBezTo>
                    <a:pt x="9" y="18"/>
                    <a:pt x="9" y="18"/>
                    <a:pt x="10" y="1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6" name="Freeform 397">
              <a:extLst>
                <a:ext uri="{FF2B5EF4-FFF2-40B4-BE49-F238E27FC236}">
                  <a16:creationId xmlns:a16="http://schemas.microsoft.com/office/drawing/2014/main" id="{0D7171E3-F93C-4937-8AED-3C70CA7F2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831"/>
              <a:ext cx="58" cy="40"/>
            </a:xfrm>
            <a:custGeom>
              <a:avLst/>
              <a:gdLst>
                <a:gd name="T0" fmla="*/ 39 w 31"/>
                <a:gd name="T1" fmla="*/ 15 h 21"/>
                <a:gd name="T2" fmla="*/ 0 w 31"/>
                <a:gd name="T3" fmla="*/ 84 h 21"/>
                <a:gd name="T4" fmla="*/ 97 w 31"/>
                <a:gd name="T5" fmla="*/ 137 h 21"/>
                <a:gd name="T6" fmla="*/ 196 w 31"/>
                <a:gd name="T7" fmla="*/ 69 h 21"/>
                <a:gd name="T8" fmla="*/ 172 w 31"/>
                <a:gd name="T9" fmla="*/ 15 h 21"/>
                <a:gd name="T10" fmla="*/ 105 w 31"/>
                <a:gd name="T11" fmla="*/ 15 h 21"/>
                <a:gd name="T12" fmla="*/ 39 w 31"/>
                <a:gd name="T13" fmla="*/ 1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1">
                  <a:moveTo>
                    <a:pt x="6" y="2"/>
                  </a:moveTo>
                  <a:cubicBezTo>
                    <a:pt x="2" y="3"/>
                    <a:pt x="0" y="7"/>
                    <a:pt x="0" y="12"/>
                  </a:cubicBezTo>
                  <a:cubicBezTo>
                    <a:pt x="0" y="19"/>
                    <a:pt x="7" y="21"/>
                    <a:pt x="15" y="20"/>
                  </a:cubicBezTo>
                  <a:cubicBezTo>
                    <a:pt x="24" y="19"/>
                    <a:pt x="28" y="17"/>
                    <a:pt x="30" y="10"/>
                  </a:cubicBezTo>
                  <a:cubicBezTo>
                    <a:pt x="31" y="6"/>
                    <a:pt x="29" y="3"/>
                    <a:pt x="26" y="2"/>
                  </a:cubicBezTo>
                  <a:cubicBezTo>
                    <a:pt x="23" y="0"/>
                    <a:pt x="20" y="1"/>
                    <a:pt x="16" y="2"/>
                  </a:cubicBezTo>
                  <a:cubicBezTo>
                    <a:pt x="14" y="2"/>
                    <a:pt x="9" y="0"/>
                    <a:pt x="6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07" name="Freeform 398">
              <a:extLst>
                <a:ext uri="{FF2B5EF4-FFF2-40B4-BE49-F238E27FC236}">
                  <a16:creationId xmlns:a16="http://schemas.microsoft.com/office/drawing/2014/main" id="{F19BED9B-78AE-4516-BB2A-284C75FB8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843"/>
              <a:ext cx="36" cy="13"/>
            </a:xfrm>
            <a:custGeom>
              <a:avLst/>
              <a:gdLst>
                <a:gd name="T0" fmla="*/ 121 w 19"/>
                <a:gd name="T1" fmla="*/ 7 h 7"/>
                <a:gd name="T2" fmla="*/ 121 w 19"/>
                <a:gd name="T3" fmla="*/ 13 h 7"/>
                <a:gd name="T4" fmla="*/ 53 w 19"/>
                <a:gd name="T5" fmla="*/ 45 h 7"/>
                <a:gd name="T6" fmla="*/ 0 w 19"/>
                <a:gd name="T7" fmla="*/ 24 h 7"/>
                <a:gd name="T8" fmla="*/ 15 w 19"/>
                <a:gd name="T9" fmla="*/ 0 h 7"/>
                <a:gd name="T10" fmla="*/ 15 w 19"/>
                <a:gd name="T11" fmla="*/ 0 h 7"/>
                <a:gd name="T12" fmla="*/ 0 w 19"/>
                <a:gd name="T13" fmla="*/ 24 h 7"/>
                <a:gd name="T14" fmla="*/ 53 w 19"/>
                <a:gd name="T15" fmla="*/ 45 h 7"/>
                <a:gd name="T16" fmla="*/ 121 w 19"/>
                <a:gd name="T17" fmla="*/ 13 h 7"/>
                <a:gd name="T18" fmla="*/ 121 w 19"/>
                <a:gd name="T19" fmla="*/ 7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7">
                  <a:moveTo>
                    <a:pt x="18" y="1"/>
                  </a:moveTo>
                  <a:cubicBezTo>
                    <a:pt x="18" y="1"/>
                    <a:pt x="18" y="2"/>
                    <a:pt x="18" y="2"/>
                  </a:cubicBezTo>
                  <a:cubicBezTo>
                    <a:pt x="18" y="4"/>
                    <a:pt x="15" y="6"/>
                    <a:pt x="8" y="7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1" y="6"/>
                    <a:pt x="3" y="7"/>
                    <a:pt x="8" y="7"/>
                  </a:cubicBezTo>
                  <a:cubicBezTo>
                    <a:pt x="15" y="6"/>
                    <a:pt x="18" y="4"/>
                    <a:pt x="18" y="2"/>
                  </a:cubicBezTo>
                  <a:cubicBezTo>
                    <a:pt x="19" y="2"/>
                    <a:pt x="18" y="1"/>
                    <a:pt x="18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8" name="Freeform 399">
              <a:extLst>
                <a:ext uri="{FF2B5EF4-FFF2-40B4-BE49-F238E27FC236}">
                  <a16:creationId xmlns:a16="http://schemas.microsoft.com/office/drawing/2014/main" id="{3E8F01AA-5614-40A9-B33E-8BDD3BE1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820"/>
              <a:ext cx="32" cy="62"/>
            </a:xfrm>
            <a:custGeom>
              <a:avLst/>
              <a:gdLst>
                <a:gd name="T0" fmla="*/ 75 w 17"/>
                <a:gd name="T1" fmla="*/ 28 h 33"/>
                <a:gd name="T2" fmla="*/ 15 w 17"/>
                <a:gd name="T3" fmla="*/ 39 h 33"/>
                <a:gd name="T4" fmla="*/ 21 w 17"/>
                <a:gd name="T5" fmla="*/ 165 h 33"/>
                <a:gd name="T6" fmla="*/ 75 w 17"/>
                <a:gd name="T7" fmla="*/ 218 h 33"/>
                <a:gd name="T8" fmla="*/ 75 w 17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11" y="4"/>
                  </a:moveTo>
                  <a:cubicBezTo>
                    <a:pt x="7" y="0"/>
                    <a:pt x="4" y="1"/>
                    <a:pt x="2" y="6"/>
                  </a:cubicBezTo>
                  <a:cubicBezTo>
                    <a:pt x="0" y="11"/>
                    <a:pt x="1" y="18"/>
                    <a:pt x="3" y="25"/>
                  </a:cubicBezTo>
                  <a:cubicBezTo>
                    <a:pt x="5" y="32"/>
                    <a:pt x="8" y="33"/>
                    <a:pt x="11" y="33"/>
                  </a:cubicBezTo>
                  <a:cubicBezTo>
                    <a:pt x="17" y="32"/>
                    <a:pt x="17" y="11"/>
                    <a:pt x="11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09" name="Freeform 400">
              <a:extLst>
                <a:ext uri="{FF2B5EF4-FFF2-40B4-BE49-F238E27FC236}">
                  <a16:creationId xmlns:a16="http://schemas.microsoft.com/office/drawing/2014/main" id="{8A975C88-0AAD-4C3A-9860-3E7A71D4F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833"/>
              <a:ext cx="11" cy="38"/>
            </a:xfrm>
            <a:custGeom>
              <a:avLst/>
              <a:gdLst>
                <a:gd name="T0" fmla="*/ 20 w 6"/>
                <a:gd name="T1" fmla="*/ 0 h 20"/>
                <a:gd name="T2" fmla="*/ 0 w 6"/>
                <a:gd name="T3" fmla="*/ 40 h 20"/>
                <a:gd name="T4" fmla="*/ 13 w 6"/>
                <a:gd name="T5" fmla="*/ 124 h 20"/>
                <a:gd name="T6" fmla="*/ 31 w 6"/>
                <a:gd name="T7" fmla="*/ 137 h 20"/>
                <a:gd name="T8" fmla="*/ 31 w 6"/>
                <a:gd name="T9" fmla="*/ 137 h 20"/>
                <a:gd name="T10" fmla="*/ 20 w 6"/>
                <a:gd name="T11" fmla="*/ 124 h 20"/>
                <a:gd name="T12" fmla="*/ 0 w 6"/>
                <a:gd name="T13" fmla="*/ 40 h 20"/>
                <a:gd name="T14" fmla="*/ 20 w 6"/>
                <a:gd name="T15" fmla="*/ 0 h 20"/>
                <a:gd name="T16" fmla="*/ 37 w 6"/>
                <a:gd name="T17" fmla="*/ 15 h 20"/>
                <a:gd name="T18" fmla="*/ 37 w 6"/>
                <a:gd name="T19" fmla="*/ 15 h 20"/>
                <a:gd name="T20" fmla="*/ 20 w 6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20">
                  <a:moveTo>
                    <a:pt x="3" y="0"/>
                  </a:moveTo>
                  <a:cubicBezTo>
                    <a:pt x="2" y="0"/>
                    <a:pt x="0" y="3"/>
                    <a:pt x="0" y="6"/>
                  </a:cubicBezTo>
                  <a:cubicBezTo>
                    <a:pt x="0" y="9"/>
                    <a:pt x="1" y="15"/>
                    <a:pt x="2" y="18"/>
                  </a:cubicBezTo>
                  <a:cubicBezTo>
                    <a:pt x="3" y="19"/>
                    <a:pt x="4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3" y="19"/>
                    <a:pt x="3" y="18"/>
                  </a:cubicBezTo>
                  <a:cubicBezTo>
                    <a:pt x="1" y="15"/>
                    <a:pt x="0" y="9"/>
                    <a:pt x="0" y="6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0" name="Freeform 401">
              <a:extLst>
                <a:ext uri="{FF2B5EF4-FFF2-40B4-BE49-F238E27FC236}">
                  <a16:creationId xmlns:a16="http://schemas.microsoft.com/office/drawing/2014/main" id="{392FE7C2-E0E3-4A99-A1DA-568085C24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846"/>
              <a:ext cx="43" cy="41"/>
            </a:xfrm>
            <a:custGeom>
              <a:avLst/>
              <a:gdLst>
                <a:gd name="T0" fmla="*/ 112 w 23"/>
                <a:gd name="T1" fmla="*/ 21 h 22"/>
                <a:gd name="T2" fmla="*/ 67 w 23"/>
                <a:gd name="T3" fmla="*/ 0 h 22"/>
                <a:gd name="T4" fmla="*/ 21 w 23"/>
                <a:gd name="T5" fmla="*/ 21 h 22"/>
                <a:gd name="T6" fmla="*/ 67 w 23"/>
                <a:gd name="T7" fmla="*/ 121 h 22"/>
                <a:gd name="T8" fmla="*/ 150 w 23"/>
                <a:gd name="T9" fmla="*/ 89 h 22"/>
                <a:gd name="T10" fmla="*/ 112 w 23"/>
                <a:gd name="T11" fmla="*/ 2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8"/>
                    <a:pt x="3" y="16"/>
                    <a:pt x="10" y="19"/>
                  </a:cubicBezTo>
                  <a:cubicBezTo>
                    <a:pt x="16" y="22"/>
                    <a:pt x="22" y="18"/>
                    <a:pt x="23" y="14"/>
                  </a:cubicBezTo>
                  <a:cubicBezTo>
                    <a:pt x="23" y="9"/>
                    <a:pt x="21" y="8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11" name="Freeform 402">
              <a:extLst>
                <a:ext uri="{FF2B5EF4-FFF2-40B4-BE49-F238E27FC236}">
                  <a16:creationId xmlns:a16="http://schemas.microsoft.com/office/drawing/2014/main" id="{697C8B80-CCD3-4903-8FB0-3DA5F6483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854"/>
              <a:ext cx="21" cy="22"/>
            </a:xfrm>
            <a:custGeom>
              <a:avLst/>
              <a:gdLst>
                <a:gd name="T0" fmla="*/ 76 w 11"/>
                <a:gd name="T1" fmla="*/ 37 h 12"/>
                <a:gd name="T2" fmla="*/ 61 w 11"/>
                <a:gd name="T3" fmla="*/ 61 h 12"/>
                <a:gd name="T4" fmla="*/ 15 w 11"/>
                <a:gd name="T5" fmla="*/ 51 h 12"/>
                <a:gd name="T6" fmla="*/ 0 w 11"/>
                <a:gd name="T7" fmla="*/ 20 h 12"/>
                <a:gd name="T8" fmla="*/ 21 w 11"/>
                <a:gd name="T9" fmla="*/ 0 h 12"/>
                <a:gd name="T10" fmla="*/ 21 w 11"/>
                <a:gd name="T11" fmla="*/ 0 h 12"/>
                <a:gd name="T12" fmla="*/ 0 w 11"/>
                <a:gd name="T13" fmla="*/ 20 h 12"/>
                <a:gd name="T14" fmla="*/ 15 w 11"/>
                <a:gd name="T15" fmla="*/ 57 h 12"/>
                <a:gd name="T16" fmla="*/ 69 w 11"/>
                <a:gd name="T17" fmla="*/ 68 h 12"/>
                <a:gd name="T18" fmla="*/ 76 w 11"/>
                <a:gd name="T19" fmla="*/ 3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8"/>
                    <a:pt x="11" y="10"/>
                    <a:pt x="9" y="10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1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2" name="Freeform 403">
              <a:extLst>
                <a:ext uri="{FF2B5EF4-FFF2-40B4-BE49-F238E27FC236}">
                  <a16:creationId xmlns:a16="http://schemas.microsoft.com/office/drawing/2014/main" id="{BBBD47F4-EC61-48A7-9AC9-F4960BBCF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2399"/>
              <a:ext cx="48" cy="39"/>
            </a:xfrm>
            <a:custGeom>
              <a:avLst/>
              <a:gdLst>
                <a:gd name="T0" fmla="*/ 96 w 26"/>
                <a:gd name="T1" fmla="*/ 13 h 21"/>
                <a:gd name="T2" fmla="*/ 44 w 26"/>
                <a:gd name="T3" fmla="*/ 7 h 21"/>
                <a:gd name="T4" fmla="*/ 13 w 26"/>
                <a:gd name="T5" fmla="*/ 45 h 21"/>
                <a:gd name="T6" fmla="*/ 89 w 26"/>
                <a:gd name="T7" fmla="*/ 128 h 21"/>
                <a:gd name="T8" fmla="*/ 157 w 26"/>
                <a:gd name="T9" fmla="*/ 65 h 21"/>
                <a:gd name="T10" fmla="*/ 96 w 26"/>
                <a:gd name="T11" fmla="*/ 1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15" y="2"/>
                  </a:moveTo>
                  <a:cubicBezTo>
                    <a:pt x="12" y="1"/>
                    <a:pt x="10" y="0"/>
                    <a:pt x="7" y="1"/>
                  </a:cubicBezTo>
                  <a:cubicBezTo>
                    <a:pt x="5" y="2"/>
                    <a:pt x="2" y="4"/>
                    <a:pt x="2" y="7"/>
                  </a:cubicBezTo>
                  <a:cubicBezTo>
                    <a:pt x="0" y="13"/>
                    <a:pt x="6" y="20"/>
                    <a:pt x="14" y="20"/>
                  </a:cubicBezTo>
                  <a:cubicBezTo>
                    <a:pt x="21" y="21"/>
                    <a:pt x="26" y="15"/>
                    <a:pt x="25" y="10"/>
                  </a:cubicBezTo>
                  <a:cubicBezTo>
                    <a:pt x="23" y="6"/>
                    <a:pt x="21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13" name="Freeform 404">
              <a:extLst>
                <a:ext uri="{FF2B5EF4-FFF2-40B4-BE49-F238E27FC236}">
                  <a16:creationId xmlns:a16="http://schemas.microsoft.com/office/drawing/2014/main" id="{CE67F0D6-C1F3-4E6D-B76D-EA42286F2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10"/>
              <a:ext cx="26" cy="19"/>
            </a:xfrm>
            <a:custGeom>
              <a:avLst/>
              <a:gdLst>
                <a:gd name="T0" fmla="*/ 84 w 14"/>
                <a:gd name="T1" fmla="*/ 21 h 10"/>
                <a:gd name="T2" fmla="*/ 84 w 14"/>
                <a:gd name="T3" fmla="*/ 48 h 10"/>
                <a:gd name="T4" fmla="*/ 32 w 14"/>
                <a:gd name="T5" fmla="*/ 55 h 10"/>
                <a:gd name="T6" fmla="*/ 7 w 14"/>
                <a:gd name="T7" fmla="*/ 21 h 10"/>
                <a:gd name="T8" fmla="*/ 13 w 14"/>
                <a:gd name="T9" fmla="*/ 0 h 10"/>
                <a:gd name="T10" fmla="*/ 13 w 14"/>
                <a:gd name="T11" fmla="*/ 0 h 10"/>
                <a:gd name="T12" fmla="*/ 0 w 14"/>
                <a:gd name="T13" fmla="*/ 21 h 10"/>
                <a:gd name="T14" fmla="*/ 32 w 14"/>
                <a:gd name="T15" fmla="*/ 55 h 10"/>
                <a:gd name="T16" fmla="*/ 84 w 14"/>
                <a:gd name="T17" fmla="*/ 55 h 10"/>
                <a:gd name="T18" fmla="*/ 84 w 14"/>
                <a:gd name="T19" fmla="*/ 21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0">
                  <a:moveTo>
                    <a:pt x="13" y="3"/>
                  </a:moveTo>
                  <a:cubicBezTo>
                    <a:pt x="14" y="4"/>
                    <a:pt x="14" y="6"/>
                    <a:pt x="13" y="7"/>
                  </a:cubicBezTo>
                  <a:cubicBezTo>
                    <a:pt x="12" y="9"/>
                    <a:pt x="8" y="10"/>
                    <a:pt x="5" y="8"/>
                  </a:cubicBezTo>
                  <a:cubicBezTo>
                    <a:pt x="2" y="6"/>
                    <a:pt x="1" y="4"/>
                    <a:pt x="1" y="3"/>
                  </a:cubicBezTo>
                  <a:cubicBezTo>
                    <a:pt x="1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1" y="5"/>
                    <a:pt x="1" y="6"/>
                    <a:pt x="5" y="8"/>
                  </a:cubicBezTo>
                  <a:cubicBezTo>
                    <a:pt x="8" y="10"/>
                    <a:pt x="12" y="9"/>
                    <a:pt x="13" y="8"/>
                  </a:cubicBezTo>
                  <a:cubicBezTo>
                    <a:pt x="14" y="6"/>
                    <a:pt x="14" y="4"/>
                    <a:pt x="13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4" name="Freeform 405">
              <a:extLst>
                <a:ext uri="{FF2B5EF4-FFF2-40B4-BE49-F238E27FC236}">
                  <a16:creationId xmlns:a16="http://schemas.microsoft.com/office/drawing/2014/main" id="{F98DD59E-5918-4659-9198-65AA973D4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528"/>
              <a:ext cx="53" cy="54"/>
            </a:xfrm>
            <a:custGeom>
              <a:avLst/>
              <a:gdLst>
                <a:gd name="T0" fmla="*/ 129 w 28"/>
                <a:gd name="T1" fmla="*/ 164 h 29"/>
                <a:gd name="T2" fmla="*/ 161 w 28"/>
                <a:gd name="T3" fmla="*/ 60 h 29"/>
                <a:gd name="T4" fmla="*/ 40 w 28"/>
                <a:gd name="T5" fmla="*/ 37 h 29"/>
                <a:gd name="T6" fmla="*/ 129 w 28"/>
                <a:gd name="T7" fmla="*/ 16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19" y="25"/>
                  </a:moveTo>
                  <a:cubicBezTo>
                    <a:pt x="26" y="23"/>
                    <a:pt x="28" y="15"/>
                    <a:pt x="24" y="9"/>
                  </a:cubicBezTo>
                  <a:cubicBezTo>
                    <a:pt x="19" y="2"/>
                    <a:pt x="11" y="0"/>
                    <a:pt x="6" y="6"/>
                  </a:cubicBezTo>
                  <a:cubicBezTo>
                    <a:pt x="0" y="12"/>
                    <a:pt x="7" y="29"/>
                    <a:pt x="19" y="2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15" name="Freeform 406">
              <a:extLst>
                <a:ext uri="{FF2B5EF4-FFF2-40B4-BE49-F238E27FC236}">
                  <a16:creationId xmlns:a16="http://schemas.microsoft.com/office/drawing/2014/main" id="{55E7E609-3B0D-49B3-84D3-6303A4434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545"/>
              <a:ext cx="28" cy="21"/>
            </a:xfrm>
            <a:custGeom>
              <a:avLst/>
              <a:gdLst>
                <a:gd name="T0" fmla="*/ 84 w 15"/>
                <a:gd name="T1" fmla="*/ 8 h 11"/>
                <a:gd name="T2" fmla="*/ 91 w 15"/>
                <a:gd name="T3" fmla="*/ 48 h 11"/>
                <a:gd name="T4" fmla="*/ 60 w 15"/>
                <a:gd name="T5" fmla="*/ 76 h 11"/>
                <a:gd name="T6" fmla="*/ 13 w 15"/>
                <a:gd name="T7" fmla="*/ 48 h 11"/>
                <a:gd name="T8" fmla="*/ 7 w 15"/>
                <a:gd name="T9" fmla="*/ 0 h 11"/>
                <a:gd name="T10" fmla="*/ 7 w 15"/>
                <a:gd name="T11" fmla="*/ 0 h 11"/>
                <a:gd name="T12" fmla="*/ 13 w 15"/>
                <a:gd name="T13" fmla="*/ 55 h 11"/>
                <a:gd name="T14" fmla="*/ 60 w 15"/>
                <a:gd name="T15" fmla="*/ 76 h 11"/>
                <a:gd name="T16" fmla="*/ 91 w 15"/>
                <a:gd name="T17" fmla="*/ 48 h 11"/>
                <a:gd name="T18" fmla="*/ 84 w 15"/>
                <a:gd name="T19" fmla="*/ 8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1">
                  <a:moveTo>
                    <a:pt x="13" y="1"/>
                  </a:moveTo>
                  <a:cubicBezTo>
                    <a:pt x="14" y="2"/>
                    <a:pt x="14" y="4"/>
                    <a:pt x="14" y="7"/>
                  </a:cubicBezTo>
                  <a:cubicBezTo>
                    <a:pt x="13" y="9"/>
                    <a:pt x="11" y="11"/>
                    <a:pt x="9" y="11"/>
                  </a:cubicBezTo>
                  <a:cubicBezTo>
                    <a:pt x="6" y="11"/>
                    <a:pt x="4" y="10"/>
                    <a:pt x="2" y="7"/>
                  </a:cubicBezTo>
                  <a:cubicBezTo>
                    <a:pt x="1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2" y="8"/>
                  </a:cubicBezTo>
                  <a:cubicBezTo>
                    <a:pt x="4" y="10"/>
                    <a:pt x="6" y="11"/>
                    <a:pt x="9" y="11"/>
                  </a:cubicBezTo>
                  <a:cubicBezTo>
                    <a:pt x="11" y="11"/>
                    <a:pt x="13" y="9"/>
                    <a:pt x="14" y="7"/>
                  </a:cubicBezTo>
                  <a:cubicBezTo>
                    <a:pt x="15" y="4"/>
                    <a:pt x="14" y="2"/>
                    <a:pt x="1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6" name="Freeform 407">
              <a:extLst>
                <a:ext uri="{FF2B5EF4-FFF2-40B4-BE49-F238E27FC236}">
                  <a16:creationId xmlns:a16="http://schemas.microsoft.com/office/drawing/2014/main" id="{CA4E0A41-7183-4675-80B1-C63AA4537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47"/>
              <a:ext cx="41" cy="43"/>
            </a:xfrm>
            <a:custGeom>
              <a:avLst/>
              <a:gdLst>
                <a:gd name="T0" fmla="*/ 112 w 22"/>
                <a:gd name="T1" fmla="*/ 32 h 23"/>
                <a:gd name="T2" fmla="*/ 73 w 22"/>
                <a:gd name="T3" fmla="*/ 0 h 23"/>
                <a:gd name="T4" fmla="*/ 24 w 22"/>
                <a:gd name="T5" fmla="*/ 21 h 23"/>
                <a:gd name="T6" fmla="*/ 52 w 22"/>
                <a:gd name="T7" fmla="*/ 125 h 23"/>
                <a:gd name="T8" fmla="*/ 142 w 22"/>
                <a:gd name="T9" fmla="*/ 97 h 23"/>
                <a:gd name="T10" fmla="*/ 112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3"/>
                    <a:pt x="21" y="19"/>
                    <a:pt x="22" y="15"/>
                  </a:cubicBezTo>
                  <a:cubicBezTo>
                    <a:pt x="22" y="11"/>
                    <a:pt x="21" y="9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17" name="Freeform 408">
              <a:extLst>
                <a:ext uri="{FF2B5EF4-FFF2-40B4-BE49-F238E27FC236}">
                  <a16:creationId xmlns:a16="http://schemas.microsoft.com/office/drawing/2014/main" id="{F397D764-C980-4069-8F25-67D66B4BB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257"/>
              <a:ext cx="22" cy="20"/>
            </a:xfrm>
            <a:custGeom>
              <a:avLst/>
              <a:gdLst>
                <a:gd name="T0" fmla="*/ 68 w 12"/>
                <a:gd name="T1" fmla="*/ 36 h 11"/>
                <a:gd name="T2" fmla="*/ 61 w 12"/>
                <a:gd name="T3" fmla="*/ 60 h 11"/>
                <a:gd name="T4" fmla="*/ 20 w 12"/>
                <a:gd name="T5" fmla="*/ 49 h 11"/>
                <a:gd name="T6" fmla="*/ 7 w 12"/>
                <a:gd name="T7" fmla="*/ 13 h 11"/>
                <a:gd name="T8" fmla="*/ 24 w 12"/>
                <a:gd name="T9" fmla="*/ 0 h 11"/>
                <a:gd name="T10" fmla="*/ 24 w 12"/>
                <a:gd name="T11" fmla="*/ 0 h 11"/>
                <a:gd name="T12" fmla="*/ 7 w 12"/>
                <a:gd name="T13" fmla="*/ 13 h 11"/>
                <a:gd name="T14" fmla="*/ 13 w 12"/>
                <a:gd name="T15" fmla="*/ 49 h 11"/>
                <a:gd name="T16" fmla="*/ 61 w 12"/>
                <a:gd name="T17" fmla="*/ 65 h 11"/>
                <a:gd name="T18" fmla="*/ 68 w 12"/>
                <a:gd name="T19" fmla="*/ 3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10"/>
                    <a:pt x="10" y="10"/>
                  </a:cubicBezTo>
                  <a:cubicBezTo>
                    <a:pt x="8" y="11"/>
                    <a:pt x="5" y="11"/>
                    <a:pt x="3" y="8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5" y="11"/>
                    <a:pt x="8" y="11"/>
                    <a:pt x="10" y="11"/>
                  </a:cubicBezTo>
                  <a:cubicBezTo>
                    <a:pt x="11" y="10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8" name="Freeform 409">
              <a:extLst>
                <a:ext uri="{FF2B5EF4-FFF2-40B4-BE49-F238E27FC236}">
                  <a16:creationId xmlns:a16="http://schemas.microsoft.com/office/drawing/2014/main" id="{98736B38-EFB1-407A-AB8A-2E51FFAC1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124"/>
              <a:ext cx="45" cy="65"/>
            </a:xfrm>
            <a:custGeom>
              <a:avLst/>
              <a:gdLst>
                <a:gd name="T0" fmla="*/ 152 w 24"/>
                <a:gd name="T1" fmla="*/ 84 h 35"/>
                <a:gd name="T2" fmla="*/ 133 w 24"/>
                <a:gd name="T3" fmla="*/ 37 h 35"/>
                <a:gd name="T4" fmla="*/ 15 w 24"/>
                <a:gd name="T5" fmla="*/ 89 h 35"/>
                <a:gd name="T6" fmla="*/ 53 w 24"/>
                <a:gd name="T7" fmla="*/ 210 h 35"/>
                <a:gd name="T8" fmla="*/ 128 w 24"/>
                <a:gd name="T9" fmla="*/ 193 h 35"/>
                <a:gd name="T10" fmla="*/ 144 w 24"/>
                <a:gd name="T11" fmla="*/ 128 h 35"/>
                <a:gd name="T12" fmla="*/ 152 w 24"/>
                <a:gd name="T13" fmla="*/ 8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3" y="13"/>
                  </a:moveTo>
                  <a:cubicBezTo>
                    <a:pt x="23" y="10"/>
                    <a:pt x="22" y="7"/>
                    <a:pt x="20" y="6"/>
                  </a:cubicBezTo>
                  <a:cubicBezTo>
                    <a:pt x="13" y="0"/>
                    <a:pt x="5" y="5"/>
                    <a:pt x="2" y="14"/>
                  </a:cubicBezTo>
                  <a:cubicBezTo>
                    <a:pt x="0" y="23"/>
                    <a:pt x="4" y="32"/>
                    <a:pt x="8" y="33"/>
                  </a:cubicBezTo>
                  <a:cubicBezTo>
                    <a:pt x="13" y="35"/>
                    <a:pt x="16" y="34"/>
                    <a:pt x="19" y="30"/>
                  </a:cubicBezTo>
                  <a:cubicBezTo>
                    <a:pt x="21" y="27"/>
                    <a:pt x="21" y="23"/>
                    <a:pt x="22" y="20"/>
                  </a:cubicBezTo>
                  <a:cubicBezTo>
                    <a:pt x="22" y="18"/>
                    <a:pt x="24" y="15"/>
                    <a:pt x="23" y="1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19" name="Freeform 410">
              <a:extLst>
                <a:ext uri="{FF2B5EF4-FFF2-40B4-BE49-F238E27FC236}">
                  <a16:creationId xmlns:a16="http://schemas.microsoft.com/office/drawing/2014/main" id="{3226F80C-BA29-4A7B-B24A-08D958ADC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144"/>
              <a:ext cx="17" cy="32"/>
            </a:xfrm>
            <a:custGeom>
              <a:avLst/>
              <a:gdLst>
                <a:gd name="T0" fmla="*/ 47 w 9"/>
                <a:gd name="T1" fmla="*/ 0 h 17"/>
                <a:gd name="T2" fmla="*/ 15 w 9"/>
                <a:gd name="T3" fmla="*/ 28 h 17"/>
                <a:gd name="T4" fmla="*/ 15 w 9"/>
                <a:gd name="T5" fmla="*/ 92 h 17"/>
                <a:gd name="T6" fmla="*/ 28 w 9"/>
                <a:gd name="T7" fmla="*/ 113 h 17"/>
                <a:gd name="T8" fmla="*/ 28 w 9"/>
                <a:gd name="T9" fmla="*/ 113 h 17"/>
                <a:gd name="T10" fmla="*/ 15 w 9"/>
                <a:gd name="T11" fmla="*/ 92 h 17"/>
                <a:gd name="T12" fmla="*/ 15 w 9"/>
                <a:gd name="T13" fmla="*/ 28 h 17"/>
                <a:gd name="T14" fmla="*/ 47 w 9"/>
                <a:gd name="T15" fmla="*/ 0 h 17"/>
                <a:gd name="T16" fmla="*/ 60 w 9"/>
                <a:gd name="T17" fmla="*/ 8 h 17"/>
                <a:gd name="T18" fmla="*/ 60 w 9"/>
                <a:gd name="T19" fmla="*/ 8 h 17"/>
                <a:gd name="T20" fmla="*/ 47 w 9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7">
                  <a:moveTo>
                    <a:pt x="7" y="0"/>
                  </a:moveTo>
                  <a:cubicBezTo>
                    <a:pt x="5" y="0"/>
                    <a:pt x="3" y="1"/>
                    <a:pt x="2" y="4"/>
                  </a:cubicBezTo>
                  <a:cubicBezTo>
                    <a:pt x="1" y="7"/>
                    <a:pt x="0" y="12"/>
                    <a:pt x="2" y="14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1" y="11"/>
                    <a:pt x="1" y="7"/>
                    <a:pt x="2" y="4"/>
                  </a:cubicBezTo>
                  <a:cubicBezTo>
                    <a:pt x="4" y="1"/>
                    <a:pt x="5" y="0"/>
                    <a:pt x="7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8" y="0"/>
                    <a:pt x="7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0" name="Freeform 411">
              <a:extLst>
                <a:ext uri="{FF2B5EF4-FFF2-40B4-BE49-F238E27FC236}">
                  <a16:creationId xmlns:a16="http://schemas.microsoft.com/office/drawing/2014/main" id="{A586E9F4-5E93-4221-BCD7-CC9AA5297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281"/>
              <a:ext cx="53" cy="52"/>
            </a:xfrm>
            <a:custGeom>
              <a:avLst/>
              <a:gdLst>
                <a:gd name="T0" fmla="*/ 40 w 28"/>
                <a:gd name="T1" fmla="*/ 37 h 28"/>
                <a:gd name="T2" fmla="*/ 151 w 28"/>
                <a:gd name="T3" fmla="*/ 37 h 28"/>
                <a:gd name="T4" fmla="*/ 144 w 28"/>
                <a:gd name="T5" fmla="*/ 156 h 28"/>
                <a:gd name="T6" fmla="*/ 40 w 28"/>
                <a:gd name="T7" fmla="*/ 3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6" y="6"/>
                  </a:moveTo>
                  <a:cubicBezTo>
                    <a:pt x="9" y="0"/>
                    <a:pt x="17" y="0"/>
                    <a:pt x="22" y="6"/>
                  </a:cubicBezTo>
                  <a:cubicBezTo>
                    <a:pt x="28" y="12"/>
                    <a:pt x="28" y="20"/>
                    <a:pt x="21" y="24"/>
                  </a:cubicBezTo>
                  <a:cubicBezTo>
                    <a:pt x="15" y="28"/>
                    <a:pt x="0" y="16"/>
                    <a:pt x="6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21" name="Freeform 412">
              <a:extLst>
                <a:ext uri="{FF2B5EF4-FFF2-40B4-BE49-F238E27FC236}">
                  <a16:creationId xmlns:a16="http://schemas.microsoft.com/office/drawing/2014/main" id="{635F82F3-64E8-4755-A7E7-B94D3E2C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294"/>
              <a:ext cx="21" cy="26"/>
            </a:xfrm>
            <a:custGeom>
              <a:avLst/>
              <a:gdLst>
                <a:gd name="T0" fmla="*/ 76 w 11"/>
                <a:gd name="T1" fmla="*/ 13 h 14"/>
                <a:gd name="T2" fmla="*/ 40 w 11"/>
                <a:gd name="T3" fmla="*/ 0 h 14"/>
                <a:gd name="T4" fmla="*/ 8 w 11"/>
                <a:gd name="T5" fmla="*/ 20 h 14"/>
                <a:gd name="T6" fmla="*/ 21 w 11"/>
                <a:gd name="T7" fmla="*/ 65 h 14"/>
                <a:gd name="T8" fmla="*/ 69 w 11"/>
                <a:gd name="T9" fmla="*/ 84 h 14"/>
                <a:gd name="T10" fmla="*/ 69 w 11"/>
                <a:gd name="T11" fmla="*/ 84 h 14"/>
                <a:gd name="T12" fmla="*/ 21 w 11"/>
                <a:gd name="T13" fmla="*/ 65 h 14"/>
                <a:gd name="T14" fmla="*/ 8 w 11"/>
                <a:gd name="T15" fmla="*/ 20 h 14"/>
                <a:gd name="T16" fmla="*/ 40 w 11"/>
                <a:gd name="T17" fmla="*/ 0 h 14"/>
                <a:gd name="T18" fmla="*/ 76 w 11"/>
                <a:gd name="T19" fmla="*/ 13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4">
                  <a:moveTo>
                    <a:pt x="11" y="2"/>
                  </a:moveTo>
                  <a:cubicBezTo>
                    <a:pt x="10" y="1"/>
                    <a:pt x="8" y="0"/>
                    <a:pt x="6" y="0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1" y="8"/>
                    <a:pt x="3" y="10"/>
                  </a:cubicBezTo>
                  <a:cubicBezTo>
                    <a:pt x="5" y="12"/>
                    <a:pt x="7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7" y="14"/>
                    <a:pt x="5" y="13"/>
                    <a:pt x="3" y="10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1" y="1"/>
                    <a:pt x="4" y="0"/>
                    <a:pt x="6" y="0"/>
                  </a:cubicBezTo>
                  <a:cubicBezTo>
                    <a:pt x="8" y="0"/>
                    <a:pt x="10" y="1"/>
                    <a:pt x="1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2" name="Freeform 413">
              <a:extLst>
                <a:ext uri="{FF2B5EF4-FFF2-40B4-BE49-F238E27FC236}">
                  <a16:creationId xmlns:a16="http://schemas.microsoft.com/office/drawing/2014/main" id="{14431ECB-14DC-46D7-BF28-D7C790D31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230"/>
              <a:ext cx="47" cy="53"/>
            </a:xfrm>
            <a:custGeom>
              <a:avLst/>
              <a:gdLst>
                <a:gd name="T0" fmla="*/ 120 w 25"/>
                <a:gd name="T1" fmla="*/ 21 h 28"/>
                <a:gd name="T2" fmla="*/ 73 w 25"/>
                <a:gd name="T3" fmla="*/ 0 h 28"/>
                <a:gd name="T4" fmla="*/ 28 w 25"/>
                <a:gd name="T5" fmla="*/ 108 h 28"/>
                <a:gd name="T6" fmla="*/ 128 w 25"/>
                <a:gd name="T7" fmla="*/ 176 h 28"/>
                <a:gd name="T8" fmla="*/ 160 w 25"/>
                <a:gd name="T9" fmla="*/ 121 h 28"/>
                <a:gd name="T10" fmla="*/ 137 w 25"/>
                <a:gd name="T11" fmla="*/ 68 h 28"/>
                <a:gd name="T12" fmla="*/ 120 w 25"/>
                <a:gd name="T13" fmla="*/ 2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8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3" y="0"/>
                    <a:pt x="0" y="9"/>
                    <a:pt x="4" y="16"/>
                  </a:cubicBezTo>
                  <a:cubicBezTo>
                    <a:pt x="7" y="24"/>
                    <a:pt x="15" y="28"/>
                    <a:pt x="19" y="26"/>
                  </a:cubicBezTo>
                  <a:cubicBezTo>
                    <a:pt x="23" y="25"/>
                    <a:pt x="25" y="22"/>
                    <a:pt x="24" y="18"/>
                  </a:cubicBezTo>
                  <a:cubicBezTo>
                    <a:pt x="24" y="15"/>
                    <a:pt x="22" y="11"/>
                    <a:pt x="21" y="10"/>
                  </a:cubicBezTo>
                  <a:cubicBezTo>
                    <a:pt x="20" y="7"/>
                    <a:pt x="19" y="5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23" name="Freeform 414">
              <a:extLst>
                <a:ext uri="{FF2B5EF4-FFF2-40B4-BE49-F238E27FC236}">
                  <a16:creationId xmlns:a16="http://schemas.microsoft.com/office/drawing/2014/main" id="{3CA4FD20-96D0-4FF9-86E4-5491CB863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242"/>
              <a:ext cx="19" cy="28"/>
            </a:xfrm>
            <a:custGeom>
              <a:avLst/>
              <a:gdLst>
                <a:gd name="T0" fmla="*/ 15 w 10"/>
                <a:gd name="T1" fmla="*/ 7 h 15"/>
                <a:gd name="T2" fmla="*/ 8 w 10"/>
                <a:gd name="T3" fmla="*/ 45 h 15"/>
                <a:gd name="T4" fmla="*/ 40 w 10"/>
                <a:gd name="T5" fmla="*/ 91 h 15"/>
                <a:gd name="T6" fmla="*/ 68 w 10"/>
                <a:gd name="T7" fmla="*/ 91 h 15"/>
                <a:gd name="T8" fmla="*/ 68 w 10"/>
                <a:gd name="T9" fmla="*/ 91 h 15"/>
                <a:gd name="T10" fmla="*/ 40 w 10"/>
                <a:gd name="T11" fmla="*/ 91 h 15"/>
                <a:gd name="T12" fmla="*/ 8 w 10"/>
                <a:gd name="T13" fmla="*/ 45 h 15"/>
                <a:gd name="T14" fmla="*/ 15 w 10"/>
                <a:gd name="T15" fmla="*/ 7 h 15"/>
                <a:gd name="T16" fmla="*/ 29 w 10"/>
                <a:gd name="T17" fmla="*/ 7 h 15"/>
                <a:gd name="T18" fmla="*/ 29 w 10"/>
                <a:gd name="T19" fmla="*/ 7 h 15"/>
                <a:gd name="T20" fmla="*/ 15 w 10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5">
                  <a:moveTo>
                    <a:pt x="2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8" y="15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8" y="15"/>
                    <a:pt x="7" y="15"/>
                    <a:pt x="6" y="14"/>
                  </a:cubicBezTo>
                  <a:cubicBezTo>
                    <a:pt x="4" y="13"/>
                    <a:pt x="2" y="10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4" name="Freeform 415">
              <a:extLst>
                <a:ext uri="{FF2B5EF4-FFF2-40B4-BE49-F238E27FC236}">
                  <a16:creationId xmlns:a16="http://schemas.microsoft.com/office/drawing/2014/main" id="{A3B25891-24C7-44F1-A42B-0A7008410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354"/>
              <a:ext cx="45" cy="51"/>
            </a:xfrm>
            <a:custGeom>
              <a:avLst/>
              <a:gdLst>
                <a:gd name="T0" fmla="*/ 113 w 24"/>
                <a:gd name="T1" fmla="*/ 21 h 27"/>
                <a:gd name="T2" fmla="*/ 73 w 24"/>
                <a:gd name="T3" fmla="*/ 0 h 27"/>
                <a:gd name="T4" fmla="*/ 28 w 24"/>
                <a:gd name="T5" fmla="*/ 108 h 27"/>
                <a:gd name="T6" fmla="*/ 128 w 24"/>
                <a:gd name="T7" fmla="*/ 176 h 27"/>
                <a:gd name="T8" fmla="*/ 158 w 24"/>
                <a:gd name="T9" fmla="*/ 121 h 27"/>
                <a:gd name="T10" fmla="*/ 137 w 24"/>
                <a:gd name="T11" fmla="*/ 60 h 27"/>
                <a:gd name="T12" fmla="*/ 113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3" y="0"/>
                    <a:pt x="0" y="8"/>
                    <a:pt x="4" y="16"/>
                  </a:cubicBezTo>
                  <a:cubicBezTo>
                    <a:pt x="7" y="24"/>
                    <a:pt x="15" y="27"/>
                    <a:pt x="19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1"/>
                    <a:pt x="21" y="9"/>
                  </a:cubicBezTo>
                  <a:cubicBezTo>
                    <a:pt x="20" y="7"/>
                    <a:pt x="19" y="5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25" name="Freeform 416">
              <a:extLst>
                <a:ext uri="{FF2B5EF4-FFF2-40B4-BE49-F238E27FC236}">
                  <a16:creationId xmlns:a16="http://schemas.microsoft.com/office/drawing/2014/main" id="{8E17E36A-FCB7-44A7-ABF9-DDE080D45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365"/>
              <a:ext cx="17" cy="28"/>
            </a:xfrm>
            <a:custGeom>
              <a:avLst/>
              <a:gdLst>
                <a:gd name="T0" fmla="*/ 8 w 9"/>
                <a:gd name="T1" fmla="*/ 7 h 15"/>
                <a:gd name="T2" fmla="*/ 8 w 9"/>
                <a:gd name="T3" fmla="*/ 39 h 15"/>
                <a:gd name="T4" fmla="*/ 40 w 9"/>
                <a:gd name="T5" fmla="*/ 91 h 15"/>
                <a:gd name="T6" fmla="*/ 60 w 9"/>
                <a:gd name="T7" fmla="*/ 91 h 15"/>
                <a:gd name="T8" fmla="*/ 60 w 9"/>
                <a:gd name="T9" fmla="*/ 91 h 15"/>
                <a:gd name="T10" fmla="*/ 40 w 9"/>
                <a:gd name="T11" fmla="*/ 91 h 15"/>
                <a:gd name="T12" fmla="*/ 8 w 9"/>
                <a:gd name="T13" fmla="*/ 39 h 15"/>
                <a:gd name="T14" fmla="*/ 15 w 9"/>
                <a:gd name="T15" fmla="*/ 7 h 15"/>
                <a:gd name="T16" fmla="*/ 28 w 9"/>
                <a:gd name="T17" fmla="*/ 7 h 15"/>
                <a:gd name="T18" fmla="*/ 28 w 9"/>
                <a:gd name="T19" fmla="*/ 7 h 15"/>
                <a:gd name="T20" fmla="*/ 8 w 9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4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6" name="Freeform 417">
              <a:extLst>
                <a:ext uri="{FF2B5EF4-FFF2-40B4-BE49-F238E27FC236}">
                  <a16:creationId xmlns:a16="http://schemas.microsoft.com/office/drawing/2014/main" id="{55FD1050-B449-48AB-9EE6-9F89D826F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42"/>
              <a:ext cx="37" cy="45"/>
            </a:xfrm>
            <a:custGeom>
              <a:avLst/>
              <a:gdLst>
                <a:gd name="T0" fmla="*/ 104 w 20"/>
                <a:gd name="T1" fmla="*/ 120 h 24"/>
                <a:gd name="T2" fmla="*/ 120 w 20"/>
                <a:gd name="T3" fmla="*/ 144 h 24"/>
                <a:gd name="T4" fmla="*/ 105 w 20"/>
                <a:gd name="T5" fmla="*/ 152 h 24"/>
                <a:gd name="T6" fmla="*/ 96 w 20"/>
                <a:gd name="T7" fmla="*/ 144 h 24"/>
                <a:gd name="T8" fmla="*/ 76 w 20"/>
                <a:gd name="T9" fmla="*/ 158 h 24"/>
                <a:gd name="T10" fmla="*/ 65 w 20"/>
                <a:gd name="T11" fmla="*/ 152 h 24"/>
                <a:gd name="T12" fmla="*/ 44 w 20"/>
                <a:gd name="T13" fmla="*/ 128 h 24"/>
                <a:gd name="T14" fmla="*/ 31 w 20"/>
                <a:gd name="T15" fmla="*/ 120 h 24"/>
                <a:gd name="T16" fmla="*/ 20 w 20"/>
                <a:gd name="T17" fmla="*/ 99 h 24"/>
                <a:gd name="T18" fmla="*/ 20 w 20"/>
                <a:gd name="T19" fmla="*/ 81 h 24"/>
                <a:gd name="T20" fmla="*/ 0 w 20"/>
                <a:gd name="T21" fmla="*/ 60 h 24"/>
                <a:gd name="T22" fmla="*/ 24 w 20"/>
                <a:gd name="T23" fmla="*/ 28 h 24"/>
                <a:gd name="T24" fmla="*/ 37 w 20"/>
                <a:gd name="T25" fmla="*/ 8 h 24"/>
                <a:gd name="T26" fmla="*/ 65 w 20"/>
                <a:gd name="T27" fmla="*/ 15 h 24"/>
                <a:gd name="T28" fmla="*/ 81 w 20"/>
                <a:gd name="T29" fmla="*/ 8 h 24"/>
                <a:gd name="T30" fmla="*/ 89 w 20"/>
                <a:gd name="T31" fmla="*/ 21 h 24"/>
                <a:gd name="T32" fmla="*/ 76 w 20"/>
                <a:gd name="T33" fmla="*/ 28 h 24"/>
                <a:gd name="T34" fmla="*/ 89 w 20"/>
                <a:gd name="T35" fmla="*/ 39 h 24"/>
                <a:gd name="T36" fmla="*/ 81 w 20"/>
                <a:gd name="T37" fmla="*/ 60 h 24"/>
                <a:gd name="T38" fmla="*/ 89 w 20"/>
                <a:gd name="T39" fmla="*/ 73 h 24"/>
                <a:gd name="T40" fmla="*/ 89 w 20"/>
                <a:gd name="T41" fmla="*/ 92 h 24"/>
                <a:gd name="T42" fmla="*/ 104 w 20"/>
                <a:gd name="T43" fmla="*/ 120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4">
                  <a:moveTo>
                    <a:pt x="16" y="18"/>
                  </a:moveTo>
                  <a:cubicBezTo>
                    <a:pt x="17" y="20"/>
                    <a:pt x="20" y="19"/>
                    <a:pt x="19" y="22"/>
                  </a:cubicBezTo>
                  <a:cubicBezTo>
                    <a:pt x="18" y="22"/>
                    <a:pt x="18" y="23"/>
                    <a:pt x="17" y="23"/>
                  </a:cubicBezTo>
                  <a:cubicBezTo>
                    <a:pt x="16" y="23"/>
                    <a:pt x="15" y="22"/>
                    <a:pt x="15" y="22"/>
                  </a:cubicBezTo>
                  <a:cubicBezTo>
                    <a:pt x="14" y="22"/>
                    <a:pt x="13" y="24"/>
                    <a:pt x="12" y="24"/>
                  </a:cubicBezTo>
                  <a:cubicBezTo>
                    <a:pt x="11" y="24"/>
                    <a:pt x="11" y="23"/>
                    <a:pt x="10" y="23"/>
                  </a:cubicBezTo>
                  <a:cubicBezTo>
                    <a:pt x="8" y="23"/>
                    <a:pt x="8" y="20"/>
                    <a:pt x="7" y="19"/>
                  </a:cubicBezTo>
                  <a:cubicBezTo>
                    <a:pt x="7" y="18"/>
                    <a:pt x="6" y="18"/>
                    <a:pt x="5" y="18"/>
                  </a:cubicBezTo>
                  <a:cubicBezTo>
                    <a:pt x="4" y="17"/>
                    <a:pt x="3" y="16"/>
                    <a:pt x="3" y="15"/>
                  </a:cubicBezTo>
                  <a:cubicBezTo>
                    <a:pt x="2" y="14"/>
                    <a:pt x="3" y="13"/>
                    <a:pt x="3" y="12"/>
                  </a:cubicBezTo>
                  <a:cubicBezTo>
                    <a:pt x="3" y="11"/>
                    <a:pt x="1" y="11"/>
                    <a:pt x="0" y="9"/>
                  </a:cubicBezTo>
                  <a:cubicBezTo>
                    <a:pt x="0" y="7"/>
                    <a:pt x="2" y="5"/>
                    <a:pt x="4" y="4"/>
                  </a:cubicBezTo>
                  <a:cubicBezTo>
                    <a:pt x="5" y="3"/>
                    <a:pt x="6" y="2"/>
                    <a:pt x="6" y="1"/>
                  </a:cubicBezTo>
                  <a:cubicBezTo>
                    <a:pt x="8" y="1"/>
                    <a:pt x="9" y="2"/>
                    <a:pt x="10" y="2"/>
                  </a:cubicBezTo>
                  <a:cubicBezTo>
                    <a:pt x="12" y="2"/>
                    <a:pt x="11" y="1"/>
                    <a:pt x="13" y="1"/>
                  </a:cubicBezTo>
                  <a:cubicBezTo>
                    <a:pt x="14" y="0"/>
                    <a:pt x="15" y="1"/>
                    <a:pt x="14" y="3"/>
                  </a:cubicBezTo>
                  <a:cubicBezTo>
                    <a:pt x="14" y="3"/>
                    <a:pt x="12" y="3"/>
                    <a:pt x="12" y="4"/>
                  </a:cubicBezTo>
                  <a:cubicBezTo>
                    <a:pt x="12" y="5"/>
                    <a:pt x="13" y="6"/>
                    <a:pt x="14" y="6"/>
                  </a:cubicBezTo>
                  <a:cubicBezTo>
                    <a:pt x="14" y="8"/>
                    <a:pt x="14" y="8"/>
                    <a:pt x="13" y="9"/>
                  </a:cubicBezTo>
                  <a:cubicBezTo>
                    <a:pt x="12" y="10"/>
                    <a:pt x="14" y="10"/>
                    <a:pt x="14" y="11"/>
                  </a:cubicBezTo>
                  <a:cubicBezTo>
                    <a:pt x="15" y="12"/>
                    <a:pt x="14" y="13"/>
                    <a:pt x="14" y="14"/>
                  </a:cubicBezTo>
                  <a:cubicBezTo>
                    <a:pt x="12" y="17"/>
                    <a:pt x="16" y="16"/>
                    <a:pt x="16" y="1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7" name="Freeform 418">
              <a:extLst>
                <a:ext uri="{FF2B5EF4-FFF2-40B4-BE49-F238E27FC236}">
                  <a16:creationId xmlns:a16="http://schemas.microsoft.com/office/drawing/2014/main" id="{F784B3C1-B3CC-4623-8595-67A42BF5D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47"/>
              <a:ext cx="5" cy="17"/>
            </a:xfrm>
            <a:custGeom>
              <a:avLst/>
              <a:gdLst>
                <a:gd name="T0" fmla="*/ 13 w 3"/>
                <a:gd name="T1" fmla="*/ 8 h 9"/>
                <a:gd name="T2" fmla="*/ 0 w 3"/>
                <a:gd name="T3" fmla="*/ 32 h 9"/>
                <a:gd name="T4" fmla="*/ 8 w 3"/>
                <a:gd name="T5" fmla="*/ 60 h 9"/>
                <a:gd name="T6" fmla="*/ 8 w 3"/>
                <a:gd name="T7" fmla="*/ 47 h 9"/>
                <a:gd name="T8" fmla="*/ 5 w 3"/>
                <a:gd name="T9" fmla="*/ 40 h 9"/>
                <a:gd name="T10" fmla="*/ 13 w 3"/>
                <a:gd name="T11" fmla="*/ 21 h 9"/>
                <a:gd name="T12" fmla="*/ 13 w 3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9">
                  <a:moveTo>
                    <a:pt x="3" y="1"/>
                  </a:moveTo>
                  <a:cubicBezTo>
                    <a:pt x="2" y="2"/>
                    <a:pt x="0" y="4"/>
                    <a:pt x="0" y="5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2" y="8"/>
                    <a:pt x="3" y="7"/>
                    <a:pt x="2" y="7"/>
                  </a:cubicBezTo>
                  <a:cubicBezTo>
                    <a:pt x="2" y="6"/>
                    <a:pt x="2" y="6"/>
                    <a:pt x="1" y="6"/>
                  </a:cubicBezTo>
                  <a:cubicBezTo>
                    <a:pt x="1" y="4"/>
                    <a:pt x="3" y="4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8" name="Freeform 419">
              <a:extLst>
                <a:ext uri="{FF2B5EF4-FFF2-40B4-BE49-F238E27FC236}">
                  <a16:creationId xmlns:a16="http://schemas.microsoft.com/office/drawing/2014/main" id="{DF2625CA-1D62-4BAA-B3E5-8D72B035A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66"/>
              <a:ext cx="10" cy="11"/>
            </a:xfrm>
            <a:custGeom>
              <a:avLst/>
              <a:gdLst>
                <a:gd name="T0" fmla="*/ 8 w 5"/>
                <a:gd name="T1" fmla="*/ 0 h 6"/>
                <a:gd name="T2" fmla="*/ 16 w 5"/>
                <a:gd name="T3" fmla="*/ 24 h 6"/>
                <a:gd name="T4" fmla="*/ 40 w 5"/>
                <a:gd name="T5" fmla="*/ 37 h 6"/>
                <a:gd name="T6" fmla="*/ 32 w 5"/>
                <a:gd name="T7" fmla="*/ 24 h 6"/>
                <a:gd name="T8" fmla="*/ 8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1" y="4"/>
                    <a:pt x="2" y="4"/>
                  </a:cubicBezTo>
                  <a:cubicBezTo>
                    <a:pt x="3" y="5"/>
                    <a:pt x="4" y="5"/>
                    <a:pt x="5" y="6"/>
                  </a:cubicBezTo>
                  <a:cubicBezTo>
                    <a:pt x="5" y="5"/>
                    <a:pt x="4" y="4"/>
                    <a:pt x="4" y="4"/>
                  </a:cubicBezTo>
                  <a:cubicBezTo>
                    <a:pt x="3" y="3"/>
                    <a:pt x="0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9" name="Freeform 420">
              <a:extLst>
                <a:ext uri="{FF2B5EF4-FFF2-40B4-BE49-F238E27FC236}">
                  <a16:creationId xmlns:a16="http://schemas.microsoft.com/office/drawing/2014/main" id="{29AFC279-F413-420A-800E-6440ABA85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262"/>
              <a:ext cx="4" cy="10"/>
            </a:xfrm>
            <a:custGeom>
              <a:avLst/>
              <a:gdLst>
                <a:gd name="T0" fmla="*/ 8 w 2"/>
                <a:gd name="T1" fmla="*/ 8 h 5"/>
                <a:gd name="T2" fmla="*/ 0 w 2"/>
                <a:gd name="T3" fmla="*/ 16 h 5"/>
                <a:gd name="T4" fmla="*/ 8 w 2"/>
                <a:gd name="T5" fmla="*/ 24 h 5"/>
                <a:gd name="T6" fmla="*/ 16 w 2"/>
                <a:gd name="T7" fmla="*/ 40 h 5"/>
                <a:gd name="T8" fmla="*/ 0 w 2"/>
                <a:gd name="T9" fmla="*/ 16 h 5"/>
                <a:gd name="T10" fmla="*/ 0 w 2"/>
                <a:gd name="T11" fmla="*/ 8 h 5"/>
                <a:gd name="T12" fmla="*/ 8 w 2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5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4"/>
                    <a:pt x="2" y="5"/>
                    <a:pt x="2" y="5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0" name="Freeform 421">
              <a:extLst>
                <a:ext uri="{FF2B5EF4-FFF2-40B4-BE49-F238E27FC236}">
                  <a16:creationId xmlns:a16="http://schemas.microsoft.com/office/drawing/2014/main" id="{B4E9879B-BB51-4DB3-90DD-750A8FE34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279"/>
              <a:ext cx="13" cy="8"/>
            </a:xfrm>
            <a:custGeom>
              <a:avLst/>
              <a:gdLst>
                <a:gd name="T0" fmla="*/ 0 w 7"/>
                <a:gd name="T1" fmla="*/ 0 h 4"/>
                <a:gd name="T2" fmla="*/ 13 w 7"/>
                <a:gd name="T3" fmla="*/ 16 h 4"/>
                <a:gd name="T4" fmla="*/ 20 w 7"/>
                <a:gd name="T5" fmla="*/ 16 h 4"/>
                <a:gd name="T6" fmla="*/ 20 w 7"/>
                <a:gd name="T7" fmla="*/ 24 h 4"/>
                <a:gd name="T8" fmla="*/ 45 w 7"/>
                <a:gd name="T9" fmla="*/ 16 h 4"/>
                <a:gd name="T10" fmla="*/ 32 w 7"/>
                <a:gd name="T11" fmla="*/ 16 h 4"/>
                <a:gd name="T12" fmla="*/ 20 w 7"/>
                <a:gd name="T13" fmla="*/ 8 h 4"/>
                <a:gd name="T14" fmla="*/ 13 w 7"/>
                <a:gd name="T15" fmla="*/ 8 h 4"/>
                <a:gd name="T16" fmla="*/ 0 w 7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5" y="4"/>
                    <a:pt x="5" y="2"/>
                    <a:pt x="7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4" y="2"/>
                    <a:pt x="4" y="2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1" name="Freeform 422">
              <a:extLst>
                <a:ext uri="{FF2B5EF4-FFF2-40B4-BE49-F238E27FC236}">
                  <a16:creationId xmlns:a16="http://schemas.microsoft.com/office/drawing/2014/main" id="{C8225941-14BB-44E7-B220-D50471358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279"/>
              <a:ext cx="9" cy="6"/>
            </a:xfrm>
            <a:custGeom>
              <a:avLst/>
              <a:gdLst>
                <a:gd name="T0" fmla="*/ 29 w 5"/>
                <a:gd name="T1" fmla="*/ 8 h 3"/>
                <a:gd name="T2" fmla="*/ 16 w 5"/>
                <a:gd name="T3" fmla="*/ 24 h 3"/>
                <a:gd name="T4" fmla="*/ 0 w 5"/>
                <a:gd name="T5" fmla="*/ 8 h 3"/>
                <a:gd name="T6" fmla="*/ 16 w 5"/>
                <a:gd name="T7" fmla="*/ 8 h 3"/>
                <a:gd name="T8" fmla="*/ 23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1"/>
                    <a:pt x="4" y="3"/>
                    <a:pt x="3" y="3"/>
                  </a:cubicBezTo>
                  <a:cubicBezTo>
                    <a:pt x="2" y="3"/>
                    <a:pt x="1" y="1"/>
                    <a:pt x="0" y="1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4" y="1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2" name="Freeform 423">
              <a:extLst>
                <a:ext uri="{FF2B5EF4-FFF2-40B4-BE49-F238E27FC236}">
                  <a16:creationId xmlns:a16="http://schemas.microsoft.com/office/drawing/2014/main" id="{573D6AE8-D79B-48FE-BF6B-BCD23E586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262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8 w 1"/>
                <a:gd name="T5" fmla="*/ 16 h 2"/>
                <a:gd name="T6" fmla="*/ 0 w 1"/>
                <a:gd name="T7" fmla="*/ 8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3" name="Freeform 424">
              <a:extLst>
                <a:ext uri="{FF2B5EF4-FFF2-40B4-BE49-F238E27FC236}">
                  <a16:creationId xmlns:a16="http://schemas.microsoft.com/office/drawing/2014/main" id="{DC35D792-DE5D-4ED4-9535-B2FF66C47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244"/>
              <a:ext cx="6" cy="3"/>
            </a:xfrm>
            <a:custGeom>
              <a:avLst/>
              <a:gdLst>
                <a:gd name="T0" fmla="*/ 16 w 3"/>
                <a:gd name="T1" fmla="*/ 0 h 2"/>
                <a:gd name="T2" fmla="*/ 0 w 3"/>
                <a:gd name="T3" fmla="*/ 8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0" y="2"/>
                    <a:pt x="0" y="2"/>
                  </a:cubicBezTo>
                  <a:cubicBezTo>
                    <a:pt x="0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4" name="Freeform 425">
              <a:extLst>
                <a:ext uri="{FF2B5EF4-FFF2-40B4-BE49-F238E27FC236}">
                  <a16:creationId xmlns:a16="http://schemas.microsoft.com/office/drawing/2014/main" id="{097A86C2-71F2-44F0-B066-D3D0BF98B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55"/>
              <a:ext cx="3" cy="7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12 h 4"/>
                <a:gd name="T4" fmla="*/ 8 w 2"/>
                <a:gd name="T5" fmla="*/ 21 h 4"/>
                <a:gd name="T6" fmla="*/ 8 w 2"/>
                <a:gd name="T7" fmla="*/ 12 h 4"/>
                <a:gd name="T8" fmla="*/ 5 w 2"/>
                <a:gd name="T9" fmla="*/ 12 h 4"/>
                <a:gd name="T10" fmla="*/ 0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5" name="Freeform 426">
              <a:extLst>
                <a:ext uri="{FF2B5EF4-FFF2-40B4-BE49-F238E27FC236}">
                  <a16:creationId xmlns:a16="http://schemas.microsoft.com/office/drawing/2014/main" id="{AE8C28F4-94DE-44F3-A92D-B372FCE2F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281"/>
              <a:ext cx="9" cy="4"/>
            </a:xfrm>
            <a:custGeom>
              <a:avLst/>
              <a:gdLst>
                <a:gd name="T0" fmla="*/ 0 w 5"/>
                <a:gd name="T1" fmla="*/ 8 h 2"/>
                <a:gd name="T2" fmla="*/ 16 w 5"/>
                <a:gd name="T3" fmla="*/ 16 h 2"/>
                <a:gd name="T4" fmla="*/ 29 w 5"/>
                <a:gd name="T5" fmla="*/ 8 h 2"/>
                <a:gd name="T6" fmla="*/ 23 w 5"/>
                <a:gd name="T7" fmla="*/ 8 h 2"/>
                <a:gd name="T8" fmla="*/ 13 w 5"/>
                <a:gd name="T9" fmla="*/ 8 h 2"/>
                <a:gd name="T10" fmla="*/ 7 w 5"/>
                <a:gd name="T11" fmla="*/ 8 h 2"/>
                <a:gd name="T12" fmla="*/ 7 w 5"/>
                <a:gd name="T13" fmla="*/ 8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1"/>
                    <a:pt x="2" y="2"/>
                    <a:pt x="3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6" name="Freeform 427">
              <a:extLst>
                <a:ext uri="{FF2B5EF4-FFF2-40B4-BE49-F238E27FC236}">
                  <a16:creationId xmlns:a16="http://schemas.microsoft.com/office/drawing/2014/main" id="{A7E0C922-6B26-4B8C-B315-4D98FD990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81"/>
              <a:ext cx="4" cy="4"/>
            </a:xfrm>
            <a:custGeom>
              <a:avLst/>
              <a:gdLst>
                <a:gd name="T0" fmla="*/ 16 w 2"/>
                <a:gd name="T1" fmla="*/ 0 h 2"/>
                <a:gd name="T2" fmla="*/ 8 w 2"/>
                <a:gd name="T3" fmla="*/ 8 h 2"/>
                <a:gd name="T4" fmla="*/ 0 w 2"/>
                <a:gd name="T5" fmla="*/ 8 h 2"/>
                <a:gd name="T6" fmla="*/ 16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7" name="Freeform 428">
              <a:extLst>
                <a:ext uri="{FF2B5EF4-FFF2-40B4-BE49-F238E27FC236}">
                  <a16:creationId xmlns:a16="http://schemas.microsoft.com/office/drawing/2014/main" id="{886FDF48-2BAB-48D5-8FE7-1206E9167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272"/>
              <a:ext cx="6" cy="5"/>
            </a:xfrm>
            <a:custGeom>
              <a:avLst/>
              <a:gdLst>
                <a:gd name="T0" fmla="*/ 0 w 3"/>
                <a:gd name="T1" fmla="*/ 5 h 3"/>
                <a:gd name="T2" fmla="*/ 24 w 3"/>
                <a:gd name="T3" fmla="*/ 13 h 3"/>
                <a:gd name="T4" fmla="*/ 16 w 3"/>
                <a:gd name="T5" fmla="*/ 5 h 3"/>
                <a:gd name="T6" fmla="*/ 8 w 3"/>
                <a:gd name="T7" fmla="*/ 5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3" y="2"/>
                    <a:pt x="3" y="3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8" name="Freeform 429">
              <a:extLst>
                <a:ext uri="{FF2B5EF4-FFF2-40B4-BE49-F238E27FC236}">
                  <a16:creationId xmlns:a16="http://schemas.microsoft.com/office/drawing/2014/main" id="{1EC6FE1D-AE90-4998-938C-A01D26F5E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270"/>
              <a:ext cx="8" cy="9"/>
            </a:xfrm>
            <a:custGeom>
              <a:avLst/>
              <a:gdLst>
                <a:gd name="T0" fmla="*/ 0 w 4"/>
                <a:gd name="T1" fmla="*/ 0 h 5"/>
                <a:gd name="T2" fmla="*/ 16 w 4"/>
                <a:gd name="T3" fmla="*/ 16 h 5"/>
                <a:gd name="T4" fmla="*/ 32 w 4"/>
                <a:gd name="T5" fmla="*/ 29 h 5"/>
                <a:gd name="T6" fmla="*/ 8 w 4"/>
                <a:gd name="T7" fmla="*/ 16 h 5"/>
                <a:gd name="T8" fmla="*/ 0 w 4"/>
                <a:gd name="T9" fmla="*/ 13 h 5"/>
                <a:gd name="T10" fmla="*/ 0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3"/>
                    <a:pt x="3" y="5"/>
                    <a:pt x="4" y="5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9" name="Freeform 430">
              <a:extLst>
                <a:ext uri="{FF2B5EF4-FFF2-40B4-BE49-F238E27FC236}">
                  <a16:creationId xmlns:a16="http://schemas.microsoft.com/office/drawing/2014/main" id="{39DA67DE-1DEB-4E4D-9A3A-72E0E0EF5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249"/>
              <a:ext cx="6" cy="8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32 h 4"/>
                <a:gd name="T4" fmla="*/ 16 w 3"/>
                <a:gd name="T5" fmla="*/ 24 h 4"/>
                <a:gd name="T6" fmla="*/ 8 w 3"/>
                <a:gd name="T7" fmla="*/ 16 h 4"/>
                <a:gd name="T8" fmla="*/ 8 w 3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3" y="2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0" name="Freeform 431">
              <a:extLst>
                <a:ext uri="{FF2B5EF4-FFF2-40B4-BE49-F238E27FC236}">
                  <a16:creationId xmlns:a16="http://schemas.microsoft.com/office/drawing/2014/main" id="{BDF50D2C-2C27-4753-821E-0782A3716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244"/>
              <a:ext cx="8" cy="3"/>
            </a:xfrm>
            <a:custGeom>
              <a:avLst/>
              <a:gdLst>
                <a:gd name="T0" fmla="*/ 32 w 4"/>
                <a:gd name="T1" fmla="*/ 8 h 2"/>
                <a:gd name="T2" fmla="*/ 0 w 4"/>
                <a:gd name="T3" fmla="*/ 8 h 2"/>
                <a:gd name="T4" fmla="*/ 16 w 4"/>
                <a:gd name="T5" fmla="*/ 5 h 2"/>
                <a:gd name="T6" fmla="*/ 24 w 4"/>
                <a:gd name="T7" fmla="*/ 8 h 2"/>
                <a:gd name="T8" fmla="*/ 24 w 4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0" y="2"/>
                    <a:pt x="1" y="2"/>
                    <a:pt x="2" y="1"/>
                  </a:cubicBezTo>
                  <a:cubicBezTo>
                    <a:pt x="2" y="1"/>
                    <a:pt x="3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1" name="Freeform 432">
              <a:extLst>
                <a:ext uri="{FF2B5EF4-FFF2-40B4-BE49-F238E27FC236}">
                  <a16:creationId xmlns:a16="http://schemas.microsoft.com/office/drawing/2014/main" id="{3A4AD6F5-3A83-4085-8CA5-DC3BBE4BD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42"/>
              <a:ext cx="37" cy="45"/>
            </a:xfrm>
            <a:custGeom>
              <a:avLst/>
              <a:gdLst>
                <a:gd name="T0" fmla="*/ 104 w 20"/>
                <a:gd name="T1" fmla="*/ 120 h 24"/>
                <a:gd name="T2" fmla="*/ 120 w 20"/>
                <a:gd name="T3" fmla="*/ 144 h 24"/>
                <a:gd name="T4" fmla="*/ 105 w 20"/>
                <a:gd name="T5" fmla="*/ 152 h 24"/>
                <a:gd name="T6" fmla="*/ 96 w 20"/>
                <a:gd name="T7" fmla="*/ 144 h 24"/>
                <a:gd name="T8" fmla="*/ 76 w 20"/>
                <a:gd name="T9" fmla="*/ 158 h 24"/>
                <a:gd name="T10" fmla="*/ 65 w 20"/>
                <a:gd name="T11" fmla="*/ 152 h 24"/>
                <a:gd name="T12" fmla="*/ 44 w 20"/>
                <a:gd name="T13" fmla="*/ 128 h 24"/>
                <a:gd name="T14" fmla="*/ 31 w 20"/>
                <a:gd name="T15" fmla="*/ 120 h 24"/>
                <a:gd name="T16" fmla="*/ 20 w 20"/>
                <a:gd name="T17" fmla="*/ 99 h 24"/>
                <a:gd name="T18" fmla="*/ 20 w 20"/>
                <a:gd name="T19" fmla="*/ 81 h 24"/>
                <a:gd name="T20" fmla="*/ 0 w 20"/>
                <a:gd name="T21" fmla="*/ 60 h 24"/>
                <a:gd name="T22" fmla="*/ 24 w 20"/>
                <a:gd name="T23" fmla="*/ 28 h 24"/>
                <a:gd name="T24" fmla="*/ 37 w 20"/>
                <a:gd name="T25" fmla="*/ 8 h 24"/>
                <a:gd name="T26" fmla="*/ 65 w 20"/>
                <a:gd name="T27" fmla="*/ 15 h 24"/>
                <a:gd name="T28" fmla="*/ 81 w 20"/>
                <a:gd name="T29" fmla="*/ 8 h 24"/>
                <a:gd name="T30" fmla="*/ 89 w 20"/>
                <a:gd name="T31" fmla="*/ 21 h 24"/>
                <a:gd name="T32" fmla="*/ 76 w 20"/>
                <a:gd name="T33" fmla="*/ 28 h 24"/>
                <a:gd name="T34" fmla="*/ 89 w 20"/>
                <a:gd name="T35" fmla="*/ 39 h 24"/>
                <a:gd name="T36" fmla="*/ 81 w 20"/>
                <a:gd name="T37" fmla="*/ 60 h 24"/>
                <a:gd name="T38" fmla="*/ 89 w 20"/>
                <a:gd name="T39" fmla="*/ 73 h 24"/>
                <a:gd name="T40" fmla="*/ 89 w 20"/>
                <a:gd name="T41" fmla="*/ 92 h 24"/>
                <a:gd name="T42" fmla="*/ 104 w 20"/>
                <a:gd name="T43" fmla="*/ 120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4">
                  <a:moveTo>
                    <a:pt x="16" y="18"/>
                  </a:moveTo>
                  <a:cubicBezTo>
                    <a:pt x="17" y="20"/>
                    <a:pt x="20" y="19"/>
                    <a:pt x="19" y="22"/>
                  </a:cubicBezTo>
                  <a:cubicBezTo>
                    <a:pt x="18" y="22"/>
                    <a:pt x="18" y="23"/>
                    <a:pt x="17" y="23"/>
                  </a:cubicBezTo>
                  <a:cubicBezTo>
                    <a:pt x="16" y="23"/>
                    <a:pt x="15" y="22"/>
                    <a:pt x="15" y="22"/>
                  </a:cubicBezTo>
                  <a:cubicBezTo>
                    <a:pt x="14" y="22"/>
                    <a:pt x="13" y="24"/>
                    <a:pt x="12" y="24"/>
                  </a:cubicBezTo>
                  <a:cubicBezTo>
                    <a:pt x="11" y="24"/>
                    <a:pt x="11" y="23"/>
                    <a:pt x="10" y="23"/>
                  </a:cubicBezTo>
                  <a:cubicBezTo>
                    <a:pt x="8" y="23"/>
                    <a:pt x="8" y="20"/>
                    <a:pt x="7" y="19"/>
                  </a:cubicBezTo>
                  <a:cubicBezTo>
                    <a:pt x="7" y="18"/>
                    <a:pt x="6" y="18"/>
                    <a:pt x="5" y="18"/>
                  </a:cubicBezTo>
                  <a:cubicBezTo>
                    <a:pt x="4" y="17"/>
                    <a:pt x="3" y="16"/>
                    <a:pt x="3" y="15"/>
                  </a:cubicBezTo>
                  <a:cubicBezTo>
                    <a:pt x="2" y="14"/>
                    <a:pt x="3" y="13"/>
                    <a:pt x="3" y="12"/>
                  </a:cubicBezTo>
                  <a:cubicBezTo>
                    <a:pt x="3" y="11"/>
                    <a:pt x="1" y="11"/>
                    <a:pt x="0" y="9"/>
                  </a:cubicBezTo>
                  <a:cubicBezTo>
                    <a:pt x="0" y="7"/>
                    <a:pt x="2" y="5"/>
                    <a:pt x="4" y="4"/>
                  </a:cubicBezTo>
                  <a:cubicBezTo>
                    <a:pt x="5" y="3"/>
                    <a:pt x="6" y="2"/>
                    <a:pt x="6" y="1"/>
                  </a:cubicBezTo>
                  <a:cubicBezTo>
                    <a:pt x="8" y="1"/>
                    <a:pt x="9" y="2"/>
                    <a:pt x="10" y="2"/>
                  </a:cubicBezTo>
                  <a:cubicBezTo>
                    <a:pt x="12" y="2"/>
                    <a:pt x="11" y="1"/>
                    <a:pt x="13" y="1"/>
                  </a:cubicBezTo>
                  <a:cubicBezTo>
                    <a:pt x="14" y="0"/>
                    <a:pt x="15" y="1"/>
                    <a:pt x="14" y="3"/>
                  </a:cubicBezTo>
                  <a:cubicBezTo>
                    <a:pt x="14" y="3"/>
                    <a:pt x="12" y="3"/>
                    <a:pt x="12" y="4"/>
                  </a:cubicBezTo>
                  <a:cubicBezTo>
                    <a:pt x="12" y="5"/>
                    <a:pt x="13" y="6"/>
                    <a:pt x="14" y="6"/>
                  </a:cubicBezTo>
                  <a:cubicBezTo>
                    <a:pt x="14" y="8"/>
                    <a:pt x="14" y="8"/>
                    <a:pt x="13" y="9"/>
                  </a:cubicBezTo>
                  <a:cubicBezTo>
                    <a:pt x="12" y="10"/>
                    <a:pt x="14" y="10"/>
                    <a:pt x="14" y="11"/>
                  </a:cubicBezTo>
                  <a:cubicBezTo>
                    <a:pt x="15" y="12"/>
                    <a:pt x="14" y="13"/>
                    <a:pt x="14" y="14"/>
                  </a:cubicBezTo>
                  <a:cubicBezTo>
                    <a:pt x="12" y="17"/>
                    <a:pt x="16" y="16"/>
                    <a:pt x="16" y="1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2" name="Freeform 433">
              <a:extLst>
                <a:ext uri="{FF2B5EF4-FFF2-40B4-BE49-F238E27FC236}">
                  <a16:creationId xmlns:a16="http://schemas.microsoft.com/office/drawing/2014/main" id="{73123DB9-C4EC-4436-B088-CC22D1C37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59"/>
              <a:ext cx="2" cy="7"/>
            </a:xfrm>
            <a:custGeom>
              <a:avLst/>
              <a:gdLst>
                <a:gd name="T0" fmla="*/ 0 w 1"/>
                <a:gd name="T1" fmla="*/ 21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3" name="Freeform 434">
              <a:extLst>
                <a:ext uri="{FF2B5EF4-FFF2-40B4-BE49-F238E27FC236}">
                  <a16:creationId xmlns:a16="http://schemas.microsoft.com/office/drawing/2014/main" id="{220B0E6F-7646-4C57-B4E0-2BF0F6B8F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260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4" name="Freeform 435">
              <a:extLst>
                <a:ext uri="{FF2B5EF4-FFF2-40B4-BE49-F238E27FC236}">
                  <a16:creationId xmlns:a16="http://schemas.microsoft.com/office/drawing/2014/main" id="{7A8E3320-93C3-49FC-9903-4CFF0454B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260"/>
              <a:ext cx="6" cy="12"/>
            </a:xfrm>
            <a:custGeom>
              <a:avLst/>
              <a:gdLst>
                <a:gd name="T0" fmla="*/ 24 w 3"/>
                <a:gd name="T1" fmla="*/ 48 h 6"/>
                <a:gd name="T2" fmla="*/ 8 w 3"/>
                <a:gd name="T3" fmla="*/ 24 h 6"/>
                <a:gd name="T4" fmla="*/ 8 w 3"/>
                <a:gd name="T5" fmla="*/ 8 h 6"/>
                <a:gd name="T6" fmla="*/ 8 w 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5"/>
                    <a:pt x="1" y="5"/>
                    <a:pt x="1" y="3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5" name="Freeform 436">
              <a:extLst>
                <a:ext uri="{FF2B5EF4-FFF2-40B4-BE49-F238E27FC236}">
                  <a16:creationId xmlns:a16="http://schemas.microsoft.com/office/drawing/2014/main" id="{FC5704F3-D31C-40AC-B78C-41A76EDB2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283"/>
              <a:ext cx="4" cy="1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6" name="Freeform 437">
              <a:extLst>
                <a:ext uri="{FF2B5EF4-FFF2-40B4-BE49-F238E27FC236}">
                  <a16:creationId xmlns:a16="http://schemas.microsoft.com/office/drawing/2014/main" id="{40C11504-1C5E-4620-8750-4404F9FFF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69"/>
              <a:ext cx="47" cy="48"/>
            </a:xfrm>
            <a:custGeom>
              <a:avLst/>
              <a:gdLst>
                <a:gd name="T0" fmla="*/ 92 w 25"/>
                <a:gd name="T1" fmla="*/ 157 h 26"/>
                <a:gd name="T2" fmla="*/ 145 w 25"/>
                <a:gd name="T3" fmla="*/ 68 h 26"/>
                <a:gd name="T4" fmla="*/ 45 w 25"/>
                <a:gd name="T5" fmla="*/ 24 h 26"/>
                <a:gd name="T6" fmla="*/ 92 w 25"/>
                <a:gd name="T7" fmla="*/ 15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14" y="25"/>
                  </a:moveTo>
                  <a:cubicBezTo>
                    <a:pt x="21" y="25"/>
                    <a:pt x="25" y="19"/>
                    <a:pt x="22" y="11"/>
                  </a:cubicBezTo>
                  <a:cubicBezTo>
                    <a:pt x="20" y="4"/>
                    <a:pt x="13" y="0"/>
                    <a:pt x="7" y="4"/>
                  </a:cubicBezTo>
                  <a:cubicBezTo>
                    <a:pt x="0" y="8"/>
                    <a:pt x="2" y="26"/>
                    <a:pt x="14" y="2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7" name="Freeform 438">
              <a:extLst>
                <a:ext uri="{FF2B5EF4-FFF2-40B4-BE49-F238E27FC236}">
                  <a16:creationId xmlns:a16="http://schemas.microsoft.com/office/drawing/2014/main" id="{E55C0116-8424-47E8-821E-10DBB8B82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184"/>
              <a:ext cx="24" cy="22"/>
            </a:xfrm>
            <a:custGeom>
              <a:avLst/>
              <a:gdLst>
                <a:gd name="T0" fmla="*/ 76 w 13"/>
                <a:gd name="T1" fmla="*/ 20 h 12"/>
                <a:gd name="T2" fmla="*/ 76 w 13"/>
                <a:gd name="T3" fmla="*/ 57 h 12"/>
                <a:gd name="T4" fmla="*/ 37 w 13"/>
                <a:gd name="T5" fmla="*/ 73 h 12"/>
                <a:gd name="T6" fmla="*/ 7 w 13"/>
                <a:gd name="T7" fmla="*/ 44 h 12"/>
                <a:gd name="T8" fmla="*/ 13 w 13"/>
                <a:gd name="T9" fmla="*/ 0 h 12"/>
                <a:gd name="T10" fmla="*/ 13 w 13"/>
                <a:gd name="T11" fmla="*/ 0 h 12"/>
                <a:gd name="T12" fmla="*/ 7 w 13"/>
                <a:gd name="T13" fmla="*/ 44 h 12"/>
                <a:gd name="T14" fmla="*/ 37 w 13"/>
                <a:gd name="T15" fmla="*/ 73 h 12"/>
                <a:gd name="T16" fmla="*/ 76 w 13"/>
                <a:gd name="T17" fmla="*/ 57 h 12"/>
                <a:gd name="T18" fmla="*/ 76 w 13"/>
                <a:gd name="T19" fmla="*/ 2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2">
                  <a:moveTo>
                    <a:pt x="12" y="3"/>
                  </a:moveTo>
                  <a:cubicBezTo>
                    <a:pt x="13" y="5"/>
                    <a:pt x="13" y="7"/>
                    <a:pt x="12" y="9"/>
                  </a:cubicBezTo>
                  <a:cubicBezTo>
                    <a:pt x="10" y="11"/>
                    <a:pt x="8" y="12"/>
                    <a:pt x="6" y="12"/>
                  </a:cubicBezTo>
                  <a:cubicBezTo>
                    <a:pt x="4" y="11"/>
                    <a:pt x="2" y="9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9"/>
                    <a:pt x="4" y="11"/>
                    <a:pt x="6" y="12"/>
                  </a:cubicBezTo>
                  <a:cubicBezTo>
                    <a:pt x="8" y="12"/>
                    <a:pt x="11" y="11"/>
                    <a:pt x="12" y="9"/>
                  </a:cubicBezTo>
                  <a:cubicBezTo>
                    <a:pt x="13" y="7"/>
                    <a:pt x="13" y="5"/>
                    <a:pt x="12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8" name="Freeform 439">
              <a:extLst>
                <a:ext uri="{FF2B5EF4-FFF2-40B4-BE49-F238E27FC236}">
                  <a16:creationId xmlns:a16="http://schemas.microsoft.com/office/drawing/2014/main" id="{7EB59208-5632-4049-BA27-6EFBCC7C4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367"/>
              <a:ext cx="41" cy="66"/>
            </a:xfrm>
            <a:custGeom>
              <a:avLst/>
              <a:gdLst>
                <a:gd name="T0" fmla="*/ 142 w 22"/>
                <a:gd name="T1" fmla="*/ 81 h 35"/>
                <a:gd name="T2" fmla="*/ 112 w 22"/>
                <a:gd name="T3" fmla="*/ 32 h 35"/>
                <a:gd name="T4" fmla="*/ 7 w 22"/>
                <a:gd name="T5" fmla="*/ 107 h 35"/>
                <a:gd name="T6" fmla="*/ 60 w 22"/>
                <a:gd name="T7" fmla="*/ 228 h 35"/>
                <a:gd name="T8" fmla="*/ 121 w 22"/>
                <a:gd name="T9" fmla="*/ 202 h 35"/>
                <a:gd name="T10" fmla="*/ 136 w 22"/>
                <a:gd name="T11" fmla="*/ 136 h 35"/>
                <a:gd name="T12" fmla="*/ 142 w 22"/>
                <a:gd name="T13" fmla="*/ 8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5">
                  <a:moveTo>
                    <a:pt x="22" y="12"/>
                  </a:moveTo>
                  <a:cubicBezTo>
                    <a:pt x="21" y="9"/>
                    <a:pt x="20" y="7"/>
                    <a:pt x="17" y="5"/>
                  </a:cubicBezTo>
                  <a:cubicBezTo>
                    <a:pt x="10" y="0"/>
                    <a:pt x="3" y="7"/>
                    <a:pt x="1" y="16"/>
                  </a:cubicBezTo>
                  <a:cubicBezTo>
                    <a:pt x="0" y="25"/>
                    <a:pt x="4" y="33"/>
                    <a:pt x="9" y="34"/>
                  </a:cubicBezTo>
                  <a:cubicBezTo>
                    <a:pt x="14" y="35"/>
                    <a:pt x="17" y="34"/>
                    <a:pt x="19" y="30"/>
                  </a:cubicBezTo>
                  <a:cubicBezTo>
                    <a:pt x="21" y="27"/>
                    <a:pt x="21" y="22"/>
                    <a:pt x="21" y="20"/>
                  </a:cubicBezTo>
                  <a:cubicBezTo>
                    <a:pt x="21" y="17"/>
                    <a:pt x="22" y="14"/>
                    <a:pt x="22" y="1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9" name="Freeform 440">
              <a:extLst>
                <a:ext uri="{FF2B5EF4-FFF2-40B4-BE49-F238E27FC236}">
                  <a16:creationId xmlns:a16="http://schemas.microsoft.com/office/drawing/2014/main" id="{61C2683D-2657-4EA7-AF95-C57300476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388"/>
              <a:ext cx="15" cy="32"/>
            </a:xfrm>
            <a:custGeom>
              <a:avLst/>
              <a:gdLst>
                <a:gd name="T0" fmla="*/ 32 w 8"/>
                <a:gd name="T1" fmla="*/ 0 h 17"/>
                <a:gd name="T2" fmla="*/ 8 w 8"/>
                <a:gd name="T3" fmla="*/ 28 h 17"/>
                <a:gd name="T4" fmla="*/ 8 w 8"/>
                <a:gd name="T5" fmla="*/ 100 h 17"/>
                <a:gd name="T6" fmla="*/ 28 w 8"/>
                <a:gd name="T7" fmla="*/ 113 h 17"/>
                <a:gd name="T8" fmla="*/ 28 w 8"/>
                <a:gd name="T9" fmla="*/ 113 h 17"/>
                <a:gd name="T10" fmla="*/ 8 w 8"/>
                <a:gd name="T11" fmla="*/ 100 h 17"/>
                <a:gd name="T12" fmla="*/ 8 w 8"/>
                <a:gd name="T13" fmla="*/ 28 h 17"/>
                <a:gd name="T14" fmla="*/ 32 w 8"/>
                <a:gd name="T15" fmla="*/ 0 h 17"/>
                <a:gd name="T16" fmla="*/ 53 w 8"/>
                <a:gd name="T17" fmla="*/ 8 h 17"/>
                <a:gd name="T18" fmla="*/ 53 w 8"/>
                <a:gd name="T19" fmla="*/ 8 h 17"/>
                <a:gd name="T20" fmla="*/ 32 w 8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7">
                  <a:moveTo>
                    <a:pt x="5" y="0"/>
                  </a:moveTo>
                  <a:cubicBezTo>
                    <a:pt x="3" y="0"/>
                    <a:pt x="2" y="2"/>
                    <a:pt x="1" y="4"/>
                  </a:cubicBezTo>
                  <a:cubicBezTo>
                    <a:pt x="0" y="8"/>
                    <a:pt x="0" y="12"/>
                    <a:pt x="1" y="15"/>
                  </a:cubicBezTo>
                  <a:cubicBezTo>
                    <a:pt x="2" y="16"/>
                    <a:pt x="3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2"/>
                    <a:pt x="0" y="8"/>
                    <a:pt x="1" y="4"/>
                  </a:cubicBezTo>
                  <a:cubicBezTo>
                    <a:pt x="2" y="2"/>
                    <a:pt x="3" y="0"/>
                    <a:pt x="5" y="0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0" name="Freeform 441">
              <a:extLst>
                <a:ext uri="{FF2B5EF4-FFF2-40B4-BE49-F238E27FC236}">
                  <a16:creationId xmlns:a16="http://schemas.microsoft.com/office/drawing/2014/main" id="{FA5C8504-C432-4C73-BB8F-40D12F1A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406"/>
              <a:ext cx="45" cy="58"/>
            </a:xfrm>
            <a:custGeom>
              <a:avLst/>
              <a:gdLst>
                <a:gd name="T0" fmla="*/ 133 w 24"/>
                <a:gd name="T1" fmla="*/ 39 h 31"/>
                <a:gd name="T2" fmla="*/ 60 w 24"/>
                <a:gd name="T3" fmla="*/ 7 h 31"/>
                <a:gd name="T4" fmla="*/ 21 w 24"/>
                <a:gd name="T5" fmla="*/ 120 h 31"/>
                <a:gd name="T6" fmla="*/ 99 w 24"/>
                <a:gd name="T7" fmla="*/ 204 h 31"/>
                <a:gd name="T8" fmla="*/ 144 w 24"/>
                <a:gd name="T9" fmla="*/ 172 h 31"/>
                <a:gd name="T10" fmla="*/ 137 w 24"/>
                <a:gd name="T11" fmla="*/ 105 h 31"/>
                <a:gd name="T12" fmla="*/ 133 w 24"/>
                <a:gd name="T13" fmla="*/ 3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1">
                  <a:moveTo>
                    <a:pt x="20" y="6"/>
                  </a:moveTo>
                  <a:cubicBezTo>
                    <a:pt x="18" y="2"/>
                    <a:pt x="14" y="0"/>
                    <a:pt x="9" y="1"/>
                  </a:cubicBezTo>
                  <a:cubicBezTo>
                    <a:pt x="2" y="3"/>
                    <a:pt x="0" y="9"/>
                    <a:pt x="3" y="18"/>
                  </a:cubicBezTo>
                  <a:cubicBezTo>
                    <a:pt x="5" y="26"/>
                    <a:pt x="8" y="30"/>
                    <a:pt x="15" y="31"/>
                  </a:cubicBezTo>
                  <a:cubicBezTo>
                    <a:pt x="19" y="31"/>
                    <a:pt x="21" y="29"/>
                    <a:pt x="22" y="26"/>
                  </a:cubicBezTo>
                  <a:cubicBezTo>
                    <a:pt x="24" y="22"/>
                    <a:pt x="22" y="20"/>
                    <a:pt x="21" y="16"/>
                  </a:cubicBezTo>
                  <a:cubicBezTo>
                    <a:pt x="21" y="13"/>
                    <a:pt x="22" y="9"/>
                    <a:pt x="20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51" name="Freeform 442">
              <a:extLst>
                <a:ext uri="{FF2B5EF4-FFF2-40B4-BE49-F238E27FC236}">
                  <a16:creationId xmlns:a16="http://schemas.microsoft.com/office/drawing/2014/main" id="{B02F7BCC-20A0-4216-9E6A-642CE1177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418"/>
              <a:ext cx="15" cy="33"/>
            </a:xfrm>
            <a:custGeom>
              <a:avLst/>
              <a:gdLst>
                <a:gd name="T0" fmla="*/ 53 w 8"/>
                <a:gd name="T1" fmla="*/ 105 h 18"/>
                <a:gd name="T2" fmla="*/ 45 w 8"/>
                <a:gd name="T3" fmla="*/ 112 h 18"/>
                <a:gd name="T4" fmla="*/ 8 w 8"/>
                <a:gd name="T5" fmla="*/ 51 h 18"/>
                <a:gd name="T6" fmla="*/ 21 w 8"/>
                <a:gd name="T7" fmla="*/ 0 h 18"/>
                <a:gd name="T8" fmla="*/ 45 w 8"/>
                <a:gd name="T9" fmla="*/ 13 h 18"/>
                <a:gd name="T10" fmla="*/ 45 w 8"/>
                <a:gd name="T11" fmla="*/ 13 h 18"/>
                <a:gd name="T12" fmla="*/ 21 w 8"/>
                <a:gd name="T13" fmla="*/ 0 h 18"/>
                <a:gd name="T14" fmla="*/ 8 w 8"/>
                <a:gd name="T15" fmla="*/ 51 h 18"/>
                <a:gd name="T16" fmla="*/ 45 w 8"/>
                <a:gd name="T17" fmla="*/ 112 h 18"/>
                <a:gd name="T18" fmla="*/ 53 w 8"/>
                <a:gd name="T19" fmla="*/ 10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8">
                  <a:moveTo>
                    <a:pt x="8" y="17"/>
                  </a:moveTo>
                  <a:cubicBezTo>
                    <a:pt x="8" y="18"/>
                    <a:pt x="7" y="18"/>
                    <a:pt x="7" y="18"/>
                  </a:cubicBezTo>
                  <a:cubicBezTo>
                    <a:pt x="5" y="18"/>
                    <a:pt x="3" y="15"/>
                    <a:pt x="1" y="8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1" y="8"/>
                  </a:cubicBezTo>
                  <a:cubicBezTo>
                    <a:pt x="2" y="15"/>
                    <a:pt x="5" y="18"/>
                    <a:pt x="7" y="18"/>
                  </a:cubicBezTo>
                  <a:cubicBezTo>
                    <a:pt x="7" y="18"/>
                    <a:pt x="8" y="18"/>
                    <a:pt x="8" y="1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2" name="Freeform 443">
              <a:extLst>
                <a:ext uri="{FF2B5EF4-FFF2-40B4-BE49-F238E27FC236}">
                  <a16:creationId xmlns:a16="http://schemas.microsoft.com/office/drawing/2014/main" id="{847946D8-6C56-4253-BE9F-F144F3C2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653"/>
              <a:ext cx="41" cy="44"/>
            </a:xfrm>
            <a:custGeom>
              <a:avLst/>
              <a:gdLst>
                <a:gd name="T0" fmla="*/ 121 w 22"/>
                <a:gd name="T1" fmla="*/ 113 h 23"/>
                <a:gd name="T2" fmla="*/ 136 w 22"/>
                <a:gd name="T3" fmla="*/ 63 h 23"/>
                <a:gd name="T4" fmla="*/ 112 w 22"/>
                <a:gd name="T5" fmla="*/ 21 h 23"/>
                <a:gd name="T6" fmla="*/ 21 w 22"/>
                <a:gd name="T7" fmla="*/ 69 h 23"/>
                <a:gd name="T8" fmla="*/ 60 w 22"/>
                <a:gd name="T9" fmla="*/ 161 h 23"/>
                <a:gd name="T10" fmla="*/ 121 w 22"/>
                <a:gd name="T11" fmla="*/ 1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9" y="16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1" y="6"/>
                    <a:pt x="20" y="4"/>
                    <a:pt x="17" y="3"/>
                  </a:cubicBezTo>
                  <a:cubicBezTo>
                    <a:pt x="12" y="0"/>
                    <a:pt x="5" y="4"/>
                    <a:pt x="3" y="10"/>
                  </a:cubicBezTo>
                  <a:cubicBezTo>
                    <a:pt x="0" y="17"/>
                    <a:pt x="5" y="23"/>
                    <a:pt x="9" y="23"/>
                  </a:cubicBezTo>
                  <a:cubicBezTo>
                    <a:pt x="13" y="22"/>
                    <a:pt x="15" y="21"/>
                    <a:pt x="19" y="16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53" name="Freeform 444">
              <a:extLst>
                <a:ext uri="{FF2B5EF4-FFF2-40B4-BE49-F238E27FC236}">
                  <a16:creationId xmlns:a16="http://schemas.microsoft.com/office/drawing/2014/main" id="{F33F07CC-32F3-4E32-997E-650C84418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665"/>
              <a:ext cx="21" cy="22"/>
            </a:xfrm>
            <a:custGeom>
              <a:avLst/>
              <a:gdLst>
                <a:gd name="T0" fmla="*/ 40 w 11"/>
                <a:gd name="T1" fmla="*/ 73 h 12"/>
                <a:gd name="T2" fmla="*/ 15 w 11"/>
                <a:gd name="T3" fmla="*/ 68 h 12"/>
                <a:gd name="T4" fmla="*/ 21 w 11"/>
                <a:gd name="T5" fmla="*/ 20 h 12"/>
                <a:gd name="T6" fmla="*/ 55 w 11"/>
                <a:gd name="T7" fmla="*/ 7 h 12"/>
                <a:gd name="T8" fmla="*/ 76 w 11"/>
                <a:gd name="T9" fmla="*/ 20 h 12"/>
                <a:gd name="T10" fmla="*/ 76 w 11"/>
                <a:gd name="T11" fmla="*/ 20 h 12"/>
                <a:gd name="T12" fmla="*/ 55 w 11"/>
                <a:gd name="T13" fmla="*/ 7 h 12"/>
                <a:gd name="T14" fmla="*/ 21 w 11"/>
                <a:gd name="T15" fmla="*/ 20 h 12"/>
                <a:gd name="T16" fmla="*/ 8 w 11"/>
                <a:gd name="T17" fmla="*/ 68 h 12"/>
                <a:gd name="T18" fmla="*/ 40 w 11"/>
                <a:gd name="T19" fmla="*/ 7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6" y="12"/>
                  </a:moveTo>
                  <a:cubicBezTo>
                    <a:pt x="4" y="12"/>
                    <a:pt x="2" y="12"/>
                    <a:pt x="2" y="11"/>
                  </a:cubicBezTo>
                  <a:cubicBezTo>
                    <a:pt x="0" y="9"/>
                    <a:pt x="0" y="6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ubicBezTo>
                    <a:pt x="10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6"/>
                    <a:pt x="0" y="9"/>
                    <a:pt x="1" y="11"/>
                  </a:cubicBezTo>
                  <a:cubicBezTo>
                    <a:pt x="2" y="12"/>
                    <a:pt x="4" y="12"/>
                    <a:pt x="6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4" name="Freeform 445">
              <a:extLst>
                <a:ext uri="{FF2B5EF4-FFF2-40B4-BE49-F238E27FC236}">
                  <a16:creationId xmlns:a16="http://schemas.microsoft.com/office/drawing/2014/main" id="{B839433D-7D52-4ADC-BADB-B43B92D81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307"/>
              <a:ext cx="37" cy="43"/>
            </a:xfrm>
            <a:custGeom>
              <a:avLst/>
              <a:gdLst>
                <a:gd name="T0" fmla="*/ 113 w 20"/>
                <a:gd name="T1" fmla="*/ 52 h 23"/>
                <a:gd name="T2" fmla="*/ 89 w 20"/>
                <a:gd name="T3" fmla="*/ 7 h 23"/>
                <a:gd name="T4" fmla="*/ 44 w 20"/>
                <a:gd name="T5" fmla="*/ 7 h 23"/>
                <a:gd name="T6" fmla="*/ 24 w 20"/>
                <a:gd name="T7" fmla="*/ 112 h 23"/>
                <a:gd name="T8" fmla="*/ 113 w 20"/>
                <a:gd name="T9" fmla="*/ 125 h 23"/>
                <a:gd name="T10" fmla="*/ 113 w 20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3">
                  <a:moveTo>
                    <a:pt x="18" y="8"/>
                  </a:moveTo>
                  <a:cubicBezTo>
                    <a:pt x="17" y="5"/>
                    <a:pt x="16" y="2"/>
                    <a:pt x="14" y="1"/>
                  </a:cubicBezTo>
                  <a:cubicBezTo>
                    <a:pt x="12" y="0"/>
                    <a:pt x="9" y="0"/>
                    <a:pt x="7" y="1"/>
                  </a:cubicBezTo>
                  <a:cubicBezTo>
                    <a:pt x="1" y="3"/>
                    <a:pt x="0" y="11"/>
                    <a:pt x="4" y="17"/>
                  </a:cubicBezTo>
                  <a:cubicBezTo>
                    <a:pt x="8" y="23"/>
                    <a:pt x="15" y="23"/>
                    <a:pt x="18" y="19"/>
                  </a:cubicBezTo>
                  <a:cubicBezTo>
                    <a:pt x="20" y="16"/>
                    <a:pt x="20" y="14"/>
                    <a:pt x="18" y="8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55" name="Freeform 446">
              <a:extLst>
                <a:ext uri="{FF2B5EF4-FFF2-40B4-BE49-F238E27FC236}">
                  <a16:creationId xmlns:a16="http://schemas.microsoft.com/office/drawing/2014/main" id="{166B0842-D6D6-47F8-9202-FAEB0250F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315"/>
              <a:ext cx="17" cy="24"/>
            </a:xfrm>
            <a:custGeom>
              <a:avLst/>
              <a:gdLst>
                <a:gd name="T0" fmla="*/ 60 w 9"/>
                <a:gd name="T1" fmla="*/ 61 h 13"/>
                <a:gd name="T2" fmla="*/ 40 w 9"/>
                <a:gd name="T3" fmla="*/ 81 h 13"/>
                <a:gd name="T4" fmla="*/ 8 w 9"/>
                <a:gd name="T5" fmla="*/ 44 h 13"/>
                <a:gd name="T6" fmla="*/ 15 w 9"/>
                <a:gd name="T7" fmla="*/ 7 h 13"/>
                <a:gd name="T8" fmla="*/ 32 w 9"/>
                <a:gd name="T9" fmla="*/ 7 h 13"/>
                <a:gd name="T10" fmla="*/ 32 w 9"/>
                <a:gd name="T11" fmla="*/ 7 h 13"/>
                <a:gd name="T12" fmla="*/ 15 w 9"/>
                <a:gd name="T13" fmla="*/ 7 h 13"/>
                <a:gd name="T14" fmla="*/ 8 w 9"/>
                <a:gd name="T15" fmla="*/ 44 h 13"/>
                <a:gd name="T16" fmla="*/ 40 w 9"/>
                <a:gd name="T17" fmla="*/ 81 h 13"/>
                <a:gd name="T18" fmla="*/ 60 w 9"/>
                <a:gd name="T19" fmla="*/ 6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9" y="10"/>
                  </a:moveTo>
                  <a:cubicBezTo>
                    <a:pt x="9" y="12"/>
                    <a:pt x="8" y="13"/>
                    <a:pt x="6" y="13"/>
                  </a:cubicBezTo>
                  <a:cubicBezTo>
                    <a:pt x="4" y="13"/>
                    <a:pt x="2" y="11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11"/>
                    <a:pt x="4" y="13"/>
                    <a:pt x="6" y="13"/>
                  </a:cubicBezTo>
                  <a:cubicBezTo>
                    <a:pt x="8" y="13"/>
                    <a:pt x="9" y="12"/>
                    <a:pt x="9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6" name="Freeform 447">
              <a:extLst>
                <a:ext uri="{FF2B5EF4-FFF2-40B4-BE49-F238E27FC236}">
                  <a16:creationId xmlns:a16="http://schemas.microsoft.com/office/drawing/2014/main" id="{1FAAC060-6ED8-4E06-93AD-85EB1A0C8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547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65 w 22"/>
                <a:gd name="T3" fmla="*/ 0 h 22"/>
                <a:gd name="T4" fmla="*/ 24 w 22"/>
                <a:gd name="T5" fmla="*/ 13 h 22"/>
                <a:gd name="T6" fmla="*/ 52 w 22"/>
                <a:gd name="T7" fmla="*/ 117 h 22"/>
                <a:gd name="T8" fmla="*/ 142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0" y="19"/>
                    <a:pt x="22" y="15"/>
                  </a:cubicBezTo>
                  <a:cubicBezTo>
                    <a:pt x="22" y="10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57" name="Freeform 448">
              <a:extLst>
                <a:ext uri="{FF2B5EF4-FFF2-40B4-BE49-F238E27FC236}">
                  <a16:creationId xmlns:a16="http://schemas.microsoft.com/office/drawing/2014/main" id="{E9BA5941-6064-4B71-886E-38B8D62AD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554"/>
              <a:ext cx="21" cy="23"/>
            </a:xfrm>
            <a:custGeom>
              <a:avLst/>
              <a:gdLst>
                <a:gd name="T0" fmla="*/ 76 w 11"/>
                <a:gd name="T1" fmla="*/ 48 h 12"/>
                <a:gd name="T2" fmla="*/ 61 w 11"/>
                <a:gd name="T3" fmla="*/ 77 h 12"/>
                <a:gd name="T4" fmla="*/ 15 w 11"/>
                <a:gd name="T5" fmla="*/ 56 h 12"/>
                <a:gd name="T6" fmla="*/ 8 w 11"/>
                <a:gd name="T7" fmla="*/ 15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15 h 12"/>
                <a:gd name="T14" fmla="*/ 15 w 11"/>
                <a:gd name="T15" fmla="*/ 56 h 12"/>
                <a:gd name="T16" fmla="*/ 61 w 11"/>
                <a:gd name="T17" fmla="*/ 77 h 12"/>
                <a:gd name="T18" fmla="*/ 76 w 11"/>
                <a:gd name="T19" fmla="*/ 4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7" y="11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8" name="Freeform 449">
              <a:extLst>
                <a:ext uri="{FF2B5EF4-FFF2-40B4-BE49-F238E27FC236}">
                  <a16:creationId xmlns:a16="http://schemas.microsoft.com/office/drawing/2014/main" id="{DD4B155C-3FAA-4AAA-B217-4B75725CE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519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65 w 22"/>
                <a:gd name="T3" fmla="*/ 0 h 22"/>
                <a:gd name="T4" fmla="*/ 24 w 22"/>
                <a:gd name="T5" fmla="*/ 21 h 22"/>
                <a:gd name="T6" fmla="*/ 52 w 22"/>
                <a:gd name="T7" fmla="*/ 121 h 22"/>
                <a:gd name="T8" fmla="*/ 142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59" name="Freeform 450">
              <a:extLst>
                <a:ext uri="{FF2B5EF4-FFF2-40B4-BE49-F238E27FC236}">
                  <a16:creationId xmlns:a16="http://schemas.microsoft.com/office/drawing/2014/main" id="{7E063ADF-B05F-4D48-894A-8ED89CCDE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526"/>
              <a:ext cx="22" cy="23"/>
            </a:xfrm>
            <a:custGeom>
              <a:avLst/>
              <a:gdLst>
                <a:gd name="T0" fmla="*/ 68 w 12"/>
                <a:gd name="T1" fmla="*/ 48 h 12"/>
                <a:gd name="T2" fmla="*/ 57 w 12"/>
                <a:gd name="T3" fmla="*/ 77 h 12"/>
                <a:gd name="T4" fmla="*/ 13 w 12"/>
                <a:gd name="T5" fmla="*/ 56 h 12"/>
                <a:gd name="T6" fmla="*/ 7 w 12"/>
                <a:gd name="T7" fmla="*/ 15 h 12"/>
                <a:gd name="T8" fmla="*/ 24 w 12"/>
                <a:gd name="T9" fmla="*/ 0 h 12"/>
                <a:gd name="T10" fmla="*/ 24 w 12"/>
                <a:gd name="T11" fmla="*/ 0 h 12"/>
                <a:gd name="T12" fmla="*/ 7 w 12"/>
                <a:gd name="T13" fmla="*/ 15 h 12"/>
                <a:gd name="T14" fmla="*/ 13 w 12"/>
                <a:gd name="T15" fmla="*/ 56 h 12"/>
                <a:gd name="T16" fmla="*/ 57 w 12"/>
                <a:gd name="T17" fmla="*/ 77 h 12"/>
                <a:gd name="T18" fmla="*/ 68 w 12"/>
                <a:gd name="T19" fmla="*/ 4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5"/>
                    <a:pt x="0" y="4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0" name="Freeform 451">
              <a:extLst>
                <a:ext uri="{FF2B5EF4-FFF2-40B4-BE49-F238E27FC236}">
                  <a16:creationId xmlns:a16="http://schemas.microsoft.com/office/drawing/2014/main" id="{698FE656-6B8F-4F71-AD37-466E43CDF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464"/>
              <a:ext cx="43" cy="42"/>
            </a:xfrm>
            <a:custGeom>
              <a:avLst/>
              <a:gdLst>
                <a:gd name="T0" fmla="*/ 120 w 23"/>
                <a:gd name="T1" fmla="*/ 29 h 22"/>
                <a:gd name="T2" fmla="*/ 73 w 23"/>
                <a:gd name="T3" fmla="*/ 0 h 22"/>
                <a:gd name="T4" fmla="*/ 24 w 23"/>
                <a:gd name="T5" fmla="*/ 21 h 22"/>
                <a:gd name="T6" fmla="*/ 60 w 23"/>
                <a:gd name="T7" fmla="*/ 132 h 22"/>
                <a:gd name="T8" fmla="*/ 144 w 23"/>
                <a:gd name="T9" fmla="*/ 105 h 22"/>
                <a:gd name="T10" fmla="*/ 120 w 23"/>
                <a:gd name="T11" fmla="*/ 29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3" y="15"/>
                    <a:pt x="9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61" name="Freeform 452">
              <a:extLst>
                <a:ext uri="{FF2B5EF4-FFF2-40B4-BE49-F238E27FC236}">
                  <a16:creationId xmlns:a16="http://schemas.microsoft.com/office/drawing/2014/main" id="{F11952B6-4253-4C02-A59F-99B09235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472"/>
              <a:ext cx="21" cy="22"/>
            </a:xfrm>
            <a:custGeom>
              <a:avLst/>
              <a:gdLst>
                <a:gd name="T0" fmla="*/ 76 w 11"/>
                <a:gd name="T1" fmla="*/ 44 h 12"/>
                <a:gd name="T2" fmla="*/ 61 w 11"/>
                <a:gd name="T3" fmla="*/ 68 h 12"/>
                <a:gd name="T4" fmla="*/ 15 w 11"/>
                <a:gd name="T5" fmla="*/ 51 h 12"/>
                <a:gd name="T6" fmla="*/ 8 w 11"/>
                <a:gd name="T7" fmla="*/ 13 h 12"/>
                <a:gd name="T8" fmla="*/ 21 w 11"/>
                <a:gd name="T9" fmla="*/ 0 h 12"/>
                <a:gd name="T10" fmla="*/ 21 w 11"/>
                <a:gd name="T11" fmla="*/ 0 h 12"/>
                <a:gd name="T12" fmla="*/ 0 w 11"/>
                <a:gd name="T13" fmla="*/ 13 h 12"/>
                <a:gd name="T14" fmla="*/ 15 w 11"/>
                <a:gd name="T15" fmla="*/ 51 h 12"/>
                <a:gd name="T16" fmla="*/ 61 w 11"/>
                <a:gd name="T17" fmla="*/ 68 h 12"/>
                <a:gd name="T18" fmla="*/ 76 w 11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0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2" name="Freeform 453">
              <a:extLst>
                <a:ext uri="{FF2B5EF4-FFF2-40B4-BE49-F238E27FC236}">
                  <a16:creationId xmlns:a16="http://schemas.microsoft.com/office/drawing/2014/main" id="{7F0153F0-4D4D-482B-AB5B-AD1F180A1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498"/>
              <a:ext cx="39" cy="43"/>
            </a:xfrm>
            <a:custGeom>
              <a:avLst/>
              <a:gdLst>
                <a:gd name="T0" fmla="*/ 121 w 21"/>
                <a:gd name="T1" fmla="*/ 52 h 23"/>
                <a:gd name="T2" fmla="*/ 89 w 21"/>
                <a:gd name="T3" fmla="*/ 13 h 23"/>
                <a:gd name="T4" fmla="*/ 45 w 21"/>
                <a:gd name="T5" fmla="*/ 7 h 23"/>
                <a:gd name="T6" fmla="*/ 24 w 21"/>
                <a:gd name="T7" fmla="*/ 120 h 23"/>
                <a:gd name="T8" fmla="*/ 113 w 21"/>
                <a:gd name="T9" fmla="*/ 129 h 23"/>
                <a:gd name="T10" fmla="*/ 121 w 21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9" y="8"/>
                  </a:moveTo>
                  <a:cubicBezTo>
                    <a:pt x="18" y="5"/>
                    <a:pt x="17" y="3"/>
                    <a:pt x="14" y="2"/>
                  </a:cubicBezTo>
                  <a:cubicBezTo>
                    <a:pt x="12" y="1"/>
                    <a:pt x="10" y="0"/>
                    <a:pt x="7" y="1"/>
                  </a:cubicBezTo>
                  <a:cubicBezTo>
                    <a:pt x="2" y="3"/>
                    <a:pt x="0" y="12"/>
                    <a:pt x="4" y="18"/>
                  </a:cubicBezTo>
                  <a:cubicBezTo>
                    <a:pt x="9" y="23"/>
                    <a:pt x="16" y="23"/>
                    <a:pt x="18" y="20"/>
                  </a:cubicBezTo>
                  <a:cubicBezTo>
                    <a:pt x="21" y="16"/>
                    <a:pt x="20" y="14"/>
                    <a:pt x="19" y="8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63" name="Freeform 454">
              <a:extLst>
                <a:ext uri="{FF2B5EF4-FFF2-40B4-BE49-F238E27FC236}">
                  <a16:creationId xmlns:a16="http://schemas.microsoft.com/office/drawing/2014/main" id="{3B1CBF7F-AADA-4576-A3F6-C15E0BB30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507"/>
              <a:ext cx="19" cy="23"/>
            </a:xfrm>
            <a:custGeom>
              <a:avLst/>
              <a:gdLst>
                <a:gd name="T0" fmla="*/ 68 w 10"/>
                <a:gd name="T1" fmla="*/ 63 h 12"/>
                <a:gd name="T2" fmla="*/ 48 w 10"/>
                <a:gd name="T3" fmla="*/ 84 h 12"/>
                <a:gd name="T4" fmla="*/ 8 w 10"/>
                <a:gd name="T5" fmla="*/ 48 h 12"/>
                <a:gd name="T6" fmla="*/ 15 w 10"/>
                <a:gd name="T7" fmla="*/ 8 h 12"/>
                <a:gd name="T8" fmla="*/ 40 w 10"/>
                <a:gd name="T9" fmla="*/ 0 h 12"/>
                <a:gd name="T10" fmla="*/ 40 w 10"/>
                <a:gd name="T11" fmla="*/ 0 h 12"/>
                <a:gd name="T12" fmla="*/ 15 w 10"/>
                <a:gd name="T13" fmla="*/ 8 h 12"/>
                <a:gd name="T14" fmla="*/ 8 w 10"/>
                <a:gd name="T15" fmla="*/ 48 h 12"/>
                <a:gd name="T16" fmla="*/ 48 w 10"/>
                <a:gd name="T17" fmla="*/ 84 h 12"/>
                <a:gd name="T18" fmla="*/ 68 w 10"/>
                <a:gd name="T19" fmla="*/ 6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9"/>
                  </a:moveTo>
                  <a:cubicBezTo>
                    <a:pt x="9" y="11"/>
                    <a:pt x="8" y="12"/>
                    <a:pt x="7" y="12"/>
                  </a:cubicBezTo>
                  <a:cubicBezTo>
                    <a:pt x="5" y="12"/>
                    <a:pt x="2" y="10"/>
                    <a:pt x="1" y="7"/>
                  </a:cubicBezTo>
                  <a:cubicBezTo>
                    <a:pt x="1" y="3"/>
                    <a:pt x="2" y="2"/>
                    <a:pt x="2" y="1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3"/>
                    <a:pt x="1" y="7"/>
                  </a:cubicBezTo>
                  <a:cubicBezTo>
                    <a:pt x="2" y="11"/>
                    <a:pt x="5" y="12"/>
                    <a:pt x="7" y="12"/>
                  </a:cubicBezTo>
                  <a:cubicBezTo>
                    <a:pt x="8" y="12"/>
                    <a:pt x="9" y="11"/>
                    <a:pt x="10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4" name="Freeform 455">
              <a:extLst>
                <a:ext uri="{FF2B5EF4-FFF2-40B4-BE49-F238E27FC236}">
                  <a16:creationId xmlns:a16="http://schemas.microsoft.com/office/drawing/2014/main" id="{DC925BFF-4904-479D-A2D7-4F4AFA9DE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637"/>
              <a:ext cx="54" cy="52"/>
            </a:xfrm>
            <a:custGeom>
              <a:avLst/>
              <a:gdLst>
                <a:gd name="T0" fmla="*/ 45 w 29"/>
                <a:gd name="T1" fmla="*/ 134 h 28"/>
                <a:gd name="T2" fmla="*/ 149 w 29"/>
                <a:gd name="T3" fmla="*/ 141 h 28"/>
                <a:gd name="T4" fmla="*/ 142 w 29"/>
                <a:gd name="T5" fmla="*/ 24 h 28"/>
                <a:gd name="T6" fmla="*/ 45 w 29"/>
                <a:gd name="T7" fmla="*/ 13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8">
                  <a:moveTo>
                    <a:pt x="7" y="21"/>
                  </a:moveTo>
                  <a:cubicBezTo>
                    <a:pt x="10" y="28"/>
                    <a:pt x="18" y="28"/>
                    <a:pt x="23" y="22"/>
                  </a:cubicBezTo>
                  <a:cubicBezTo>
                    <a:pt x="29" y="16"/>
                    <a:pt x="29" y="9"/>
                    <a:pt x="22" y="4"/>
                  </a:cubicBezTo>
                  <a:cubicBezTo>
                    <a:pt x="15" y="0"/>
                    <a:pt x="0" y="11"/>
                    <a:pt x="7" y="21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65" name="Freeform 456">
              <a:extLst>
                <a:ext uri="{FF2B5EF4-FFF2-40B4-BE49-F238E27FC236}">
                  <a16:creationId xmlns:a16="http://schemas.microsoft.com/office/drawing/2014/main" id="{2492843C-2734-4693-9D63-1668FE794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650"/>
              <a:ext cx="22" cy="28"/>
            </a:xfrm>
            <a:custGeom>
              <a:avLst/>
              <a:gdLst>
                <a:gd name="T0" fmla="*/ 73 w 12"/>
                <a:gd name="T1" fmla="*/ 77 h 15"/>
                <a:gd name="T2" fmla="*/ 37 w 12"/>
                <a:gd name="T3" fmla="*/ 91 h 15"/>
                <a:gd name="T4" fmla="*/ 7 w 12"/>
                <a:gd name="T5" fmla="*/ 65 h 15"/>
                <a:gd name="T6" fmla="*/ 20 w 12"/>
                <a:gd name="T7" fmla="*/ 21 h 15"/>
                <a:gd name="T8" fmla="*/ 61 w 12"/>
                <a:gd name="T9" fmla="*/ 7 h 15"/>
                <a:gd name="T10" fmla="*/ 61 w 12"/>
                <a:gd name="T11" fmla="*/ 7 h 15"/>
                <a:gd name="T12" fmla="*/ 20 w 12"/>
                <a:gd name="T13" fmla="*/ 21 h 15"/>
                <a:gd name="T14" fmla="*/ 0 w 12"/>
                <a:gd name="T15" fmla="*/ 65 h 15"/>
                <a:gd name="T16" fmla="*/ 37 w 12"/>
                <a:gd name="T17" fmla="*/ 91 h 15"/>
                <a:gd name="T18" fmla="*/ 73 w 12"/>
                <a:gd name="T19" fmla="*/ 7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5">
                  <a:moveTo>
                    <a:pt x="12" y="12"/>
                  </a:moveTo>
                  <a:cubicBezTo>
                    <a:pt x="10" y="14"/>
                    <a:pt x="8" y="14"/>
                    <a:pt x="6" y="14"/>
                  </a:cubicBezTo>
                  <a:cubicBezTo>
                    <a:pt x="3" y="14"/>
                    <a:pt x="1" y="12"/>
                    <a:pt x="1" y="10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1"/>
                    <a:pt x="7" y="0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1" y="5"/>
                    <a:pt x="0" y="8"/>
                    <a:pt x="0" y="10"/>
                  </a:cubicBezTo>
                  <a:cubicBezTo>
                    <a:pt x="1" y="12"/>
                    <a:pt x="3" y="14"/>
                    <a:pt x="6" y="14"/>
                  </a:cubicBezTo>
                  <a:cubicBezTo>
                    <a:pt x="8" y="15"/>
                    <a:pt x="10" y="14"/>
                    <a:pt x="12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6" name="Freeform 457">
              <a:extLst>
                <a:ext uri="{FF2B5EF4-FFF2-40B4-BE49-F238E27FC236}">
                  <a16:creationId xmlns:a16="http://schemas.microsoft.com/office/drawing/2014/main" id="{3A1E8A63-70D6-4D92-82FE-9D585CF66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393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73 w 22"/>
                <a:gd name="T3" fmla="*/ 0 h 22"/>
                <a:gd name="T4" fmla="*/ 24 w 22"/>
                <a:gd name="T5" fmla="*/ 21 h 22"/>
                <a:gd name="T6" fmla="*/ 52 w 22"/>
                <a:gd name="T7" fmla="*/ 121 h 22"/>
                <a:gd name="T8" fmla="*/ 142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67" name="Freeform 458">
              <a:extLst>
                <a:ext uri="{FF2B5EF4-FFF2-40B4-BE49-F238E27FC236}">
                  <a16:creationId xmlns:a16="http://schemas.microsoft.com/office/drawing/2014/main" id="{E15F173B-0AA8-4B5A-B02D-3B771109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401"/>
              <a:ext cx="23" cy="22"/>
            </a:xfrm>
            <a:custGeom>
              <a:avLst/>
              <a:gdLst>
                <a:gd name="T0" fmla="*/ 77 w 12"/>
                <a:gd name="T1" fmla="*/ 44 h 12"/>
                <a:gd name="T2" fmla="*/ 63 w 12"/>
                <a:gd name="T3" fmla="*/ 68 h 12"/>
                <a:gd name="T4" fmla="*/ 15 w 12"/>
                <a:gd name="T5" fmla="*/ 51 h 12"/>
                <a:gd name="T6" fmla="*/ 8 w 12"/>
                <a:gd name="T7" fmla="*/ 20 h 12"/>
                <a:gd name="T8" fmla="*/ 29 w 12"/>
                <a:gd name="T9" fmla="*/ 0 h 12"/>
                <a:gd name="T10" fmla="*/ 29 w 12"/>
                <a:gd name="T11" fmla="*/ 0 h 12"/>
                <a:gd name="T12" fmla="*/ 8 w 12"/>
                <a:gd name="T13" fmla="*/ 20 h 12"/>
                <a:gd name="T14" fmla="*/ 15 w 12"/>
                <a:gd name="T15" fmla="*/ 51 h 12"/>
                <a:gd name="T16" fmla="*/ 63 w 12"/>
                <a:gd name="T17" fmla="*/ 68 h 12"/>
                <a:gd name="T18" fmla="*/ 77 w 12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2"/>
                    <a:pt x="8" y="12"/>
                    <a:pt x="9" y="11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8" name="Freeform 459">
              <a:extLst>
                <a:ext uri="{FF2B5EF4-FFF2-40B4-BE49-F238E27FC236}">
                  <a16:creationId xmlns:a16="http://schemas.microsoft.com/office/drawing/2014/main" id="{9D7D914C-D546-4069-863E-E781CF5D8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569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65 w 22"/>
                <a:gd name="T3" fmla="*/ 0 h 22"/>
                <a:gd name="T4" fmla="*/ 24 w 22"/>
                <a:gd name="T5" fmla="*/ 13 h 22"/>
                <a:gd name="T6" fmla="*/ 52 w 22"/>
                <a:gd name="T7" fmla="*/ 117 h 22"/>
                <a:gd name="T8" fmla="*/ 142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0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69" name="Freeform 460">
              <a:extLst>
                <a:ext uri="{FF2B5EF4-FFF2-40B4-BE49-F238E27FC236}">
                  <a16:creationId xmlns:a16="http://schemas.microsoft.com/office/drawing/2014/main" id="{344D641C-1D75-4310-81D6-2B6B7B691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577"/>
              <a:ext cx="20" cy="22"/>
            </a:xfrm>
            <a:custGeom>
              <a:avLst/>
              <a:gdLst>
                <a:gd name="T0" fmla="*/ 65 w 11"/>
                <a:gd name="T1" fmla="*/ 44 h 12"/>
                <a:gd name="T2" fmla="*/ 53 w 11"/>
                <a:gd name="T3" fmla="*/ 68 h 12"/>
                <a:gd name="T4" fmla="*/ 13 w 11"/>
                <a:gd name="T5" fmla="*/ 51 h 12"/>
                <a:gd name="T6" fmla="*/ 7 w 11"/>
                <a:gd name="T7" fmla="*/ 13 h 12"/>
                <a:gd name="T8" fmla="*/ 24 w 11"/>
                <a:gd name="T9" fmla="*/ 0 h 12"/>
                <a:gd name="T10" fmla="*/ 24 w 11"/>
                <a:gd name="T11" fmla="*/ 0 h 12"/>
                <a:gd name="T12" fmla="*/ 7 w 11"/>
                <a:gd name="T13" fmla="*/ 13 h 12"/>
                <a:gd name="T14" fmla="*/ 13 w 11"/>
                <a:gd name="T15" fmla="*/ 51 h 12"/>
                <a:gd name="T16" fmla="*/ 53 w 11"/>
                <a:gd name="T17" fmla="*/ 68 h 12"/>
                <a:gd name="T18" fmla="*/ 65 w 11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0" name="Freeform 461">
              <a:extLst>
                <a:ext uri="{FF2B5EF4-FFF2-40B4-BE49-F238E27FC236}">
                  <a16:creationId xmlns:a16="http://schemas.microsoft.com/office/drawing/2014/main" id="{61B5240A-6F66-4E92-A9E2-B5CB82089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652"/>
              <a:ext cx="55" cy="56"/>
            </a:xfrm>
            <a:custGeom>
              <a:avLst/>
              <a:gdLst>
                <a:gd name="T0" fmla="*/ 108 w 29"/>
                <a:gd name="T1" fmla="*/ 196 h 30"/>
                <a:gd name="T2" fmla="*/ 176 w 29"/>
                <a:gd name="T3" fmla="*/ 84 h 30"/>
                <a:gd name="T4" fmla="*/ 53 w 29"/>
                <a:gd name="T5" fmla="*/ 32 h 30"/>
                <a:gd name="T6" fmla="*/ 108 w 29"/>
                <a:gd name="T7" fmla="*/ 19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16" y="30"/>
                  </a:moveTo>
                  <a:cubicBezTo>
                    <a:pt x="25" y="30"/>
                    <a:pt x="29" y="22"/>
                    <a:pt x="26" y="13"/>
                  </a:cubicBezTo>
                  <a:cubicBezTo>
                    <a:pt x="23" y="4"/>
                    <a:pt x="16" y="0"/>
                    <a:pt x="8" y="5"/>
                  </a:cubicBezTo>
                  <a:cubicBezTo>
                    <a:pt x="0" y="9"/>
                    <a:pt x="2" y="30"/>
                    <a:pt x="16" y="30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71" name="Freeform 462">
              <a:extLst>
                <a:ext uri="{FF2B5EF4-FFF2-40B4-BE49-F238E27FC236}">
                  <a16:creationId xmlns:a16="http://schemas.microsoft.com/office/drawing/2014/main" id="{FD7E9B2B-4ABC-43D0-8F4B-CACC74DA0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668"/>
              <a:ext cx="30" cy="29"/>
            </a:xfrm>
            <a:custGeom>
              <a:avLst/>
              <a:gdLst>
                <a:gd name="T0" fmla="*/ 99 w 16"/>
                <a:gd name="T1" fmla="*/ 29 h 15"/>
                <a:gd name="T2" fmla="*/ 92 w 16"/>
                <a:gd name="T3" fmla="*/ 79 h 15"/>
                <a:gd name="T4" fmla="*/ 45 w 16"/>
                <a:gd name="T5" fmla="*/ 101 h 15"/>
                <a:gd name="T6" fmla="*/ 8 w 16"/>
                <a:gd name="T7" fmla="*/ 56 h 15"/>
                <a:gd name="T8" fmla="*/ 21 w 16"/>
                <a:gd name="T9" fmla="*/ 0 h 15"/>
                <a:gd name="T10" fmla="*/ 21 w 16"/>
                <a:gd name="T11" fmla="*/ 0 h 15"/>
                <a:gd name="T12" fmla="*/ 8 w 16"/>
                <a:gd name="T13" fmla="*/ 56 h 15"/>
                <a:gd name="T14" fmla="*/ 45 w 16"/>
                <a:gd name="T15" fmla="*/ 101 h 15"/>
                <a:gd name="T16" fmla="*/ 92 w 16"/>
                <a:gd name="T17" fmla="*/ 79 h 15"/>
                <a:gd name="T18" fmla="*/ 99 w 16"/>
                <a:gd name="T19" fmla="*/ 29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5">
                  <a:moveTo>
                    <a:pt x="15" y="4"/>
                  </a:moveTo>
                  <a:cubicBezTo>
                    <a:pt x="16" y="6"/>
                    <a:pt x="16" y="9"/>
                    <a:pt x="14" y="11"/>
                  </a:cubicBezTo>
                  <a:cubicBezTo>
                    <a:pt x="12" y="13"/>
                    <a:pt x="10" y="15"/>
                    <a:pt x="7" y="14"/>
                  </a:cubicBezTo>
                  <a:cubicBezTo>
                    <a:pt x="5" y="14"/>
                    <a:pt x="2" y="11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2" y="12"/>
                    <a:pt x="5" y="14"/>
                    <a:pt x="7" y="14"/>
                  </a:cubicBezTo>
                  <a:cubicBezTo>
                    <a:pt x="10" y="15"/>
                    <a:pt x="12" y="14"/>
                    <a:pt x="14" y="11"/>
                  </a:cubicBezTo>
                  <a:cubicBezTo>
                    <a:pt x="16" y="9"/>
                    <a:pt x="16" y="6"/>
                    <a:pt x="15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2" name="Freeform 463">
              <a:extLst>
                <a:ext uri="{FF2B5EF4-FFF2-40B4-BE49-F238E27FC236}">
                  <a16:creationId xmlns:a16="http://schemas.microsoft.com/office/drawing/2014/main" id="{D71FAF23-8002-4E3C-8CB1-D5252F477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633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65 w 22"/>
                <a:gd name="T3" fmla="*/ 0 h 22"/>
                <a:gd name="T4" fmla="*/ 24 w 22"/>
                <a:gd name="T5" fmla="*/ 13 h 22"/>
                <a:gd name="T6" fmla="*/ 52 w 22"/>
                <a:gd name="T7" fmla="*/ 117 h 22"/>
                <a:gd name="T8" fmla="*/ 142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0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73" name="Freeform 464">
              <a:extLst>
                <a:ext uri="{FF2B5EF4-FFF2-40B4-BE49-F238E27FC236}">
                  <a16:creationId xmlns:a16="http://schemas.microsoft.com/office/drawing/2014/main" id="{BC932797-313A-49D7-8947-B73516544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640"/>
              <a:ext cx="21" cy="23"/>
            </a:xfrm>
            <a:custGeom>
              <a:avLst/>
              <a:gdLst>
                <a:gd name="T0" fmla="*/ 76 w 11"/>
                <a:gd name="T1" fmla="*/ 48 h 12"/>
                <a:gd name="T2" fmla="*/ 61 w 11"/>
                <a:gd name="T3" fmla="*/ 77 h 12"/>
                <a:gd name="T4" fmla="*/ 15 w 11"/>
                <a:gd name="T5" fmla="*/ 56 h 12"/>
                <a:gd name="T6" fmla="*/ 8 w 11"/>
                <a:gd name="T7" fmla="*/ 15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15 h 12"/>
                <a:gd name="T14" fmla="*/ 15 w 11"/>
                <a:gd name="T15" fmla="*/ 56 h 12"/>
                <a:gd name="T16" fmla="*/ 61 w 11"/>
                <a:gd name="T17" fmla="*/ 77 h 12"/>
                <a:gd name="T18" fmla="*/ 76 w 11"/>
                <a:gd name="T19" fmla="*/ 4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4" name="Freeform 465">
              <a:extLst>
                <a:ext uri="{FF2B5EF4-FFF2-40B4-BE49-F238E27FC236}">
                  <a16:creationId xmlns:a16="http://schemas.microsoft.com/office/drawing/2014/main" id="{A184B4F0-9304-47FC-8599-F4491A09F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504"/>
              <a:ext cx="41" cy="43"/>
            </a:xfrm>
            <a:custGeom>
              <a:avLst/>
              <a:gdLst>
                <a:gd name="T0" fmla="*/ 112 w 22"/>
                <a:gd name="T1" fmla="*/ 32 h 23"/>
                <a:gd name="T2" fmla="*/ 65 w 22"/>
                <a:gd name="T3" fmla="*/ 0 h 23"/>
                <a:gd name="T4" fmla="*/ 21 w 22"/>
                <a:gd name="T5" fmla="*/ 21 h 23"/>
                <a:gd name="T6" fmla="*/ 52 w 22"/>
                <a:gd name="T7" fmla="*/ 125 h 23"/>
                <a:gd name="T8" fmla="*/ 136 w 22"/>
                <a:gd name="T9" fmla="*/ 97 h 23"/>
                <a:gd name="T10" fmla="*/ 112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3"/>
                    <a:pt x="20" y="20"/>
                    <a:pt x="21" y="15"/>
                  </a:cubicBezTo>
                  <a:cubicBezTo>
                    <a:pt x="22" y="11"/>
                    <a:pt x="21" y="9"/>
                    <a:pt x="17" y="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75" name="Freeform 466">
              <a:extLst>
                <a:ext uri="{FF2B5EF4-FFF2-40B4-BE49-F238E27FC236}">
                  <a16:creationId xmlns:a16="http://schemas.microsoft.com/office/drawing/2014/main" id="{1CA22078-95CC-462A-8285-92152C9E1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513"/>
              <a:ext cx="20" cy="21"/>
            </a:xfrm>
            <a:custGeom>
              <a:avLst/>
              <a:gdLst>
                <a:gd name="T0" fmla="*/ 65 w 11"/>
                <a:gd name="T1" fmla="*/ 40 h 11"/>
                <a:gd name="T2" fmla="*/ 53 w 11"/>
                <a:gd name="T3" fmla="*/ 69 h 11"/>
                <a:gd name="T4" fmla="*/ 13 w 11"/>
                <a:gd name="T5" fmla="*/ 55 h 11"/>
                <a:gd name="T6" fmla="*/ 7 w 11"/>
                <a:gd name="T7" fmla="*/ 15 h 11"/>
                <a:gd name="T8" fmla="*/ 24 w 11"/>
                <a:gd name="T9" fmla="*/ 0 h 11"/>
                <a:gd name="T10" fmla="*/ 24 w 11"/>
                <a:gd name="T11" fmla="*/ 0 h 11"/>
                <a:gd name="T12" fmla="*/ 7 w 11"/>
                <a:gd name="T13" fmla="*/ 15 h 11"/>
                <a:gd name="T14" fmla="*/ 13 w 11"/>
                <a:gd name="T15" fmla="*/ 55 h 11"/>
                <a:gd name="T16" fmla="*/ 53 w 11"/>
                <a:gd name="T17" fmla="*/ 76 h 11"/>
                <a:gd name="T18" fmla="*/ 65 w 11"/>
                <a:gd name="T19" fmla="*/ 4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11" y="10"/>
                    <a:pt x="9" y="10"/>
                  </a:cubicBezTo>
                  <a:cubicBezTo>
                    <a:pt x="7" y="11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1"/>
                    <a:pt x="9" y="11"/>
                  </a:cubicBezTo>
                  <a:cubicBezTo>
                    <a:pt x="11" y="10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6" name="Freeform 467">
              <a:extLst>
                <a:ext uri="{FF2B5EF4-FFF2-40B4-BE49-F238E27FC236}">
                  <a16:creationId xmlns:a16="http://schemas.microsoft.com/office/drawing/2014/main" id="{6C4FF5FB-003D-419D-9F6C-85CFB2312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680"/>
              <a:ext cx="37" cy="43"/>
            </a:xfrm>
            <a:custGeom>
              <a:avLst/>
              <a:gdLst>
                <a:gd name="T0" fmla="*/ 113 w 20"/>
                <a:gd name="T1" fmla="*/ 45 h 23"/>
                <a:gd name="T2" fmla="*/ 81 w 20"/>
                <a:gd name="T3" fmla="*/ 7 h 23"/>
                <a:gd name="T4" fmla="*/ 37 w 20"/>
                <a:gd name="T5" fmla="*/ 7 h 23"/>
                <a:gd name="T6" fmla="*/ 24 w 20"/>
                <a:gd name="T7" fmla="*/ 120 h 23"/>
                <a:gd name="T8" fmla="*/ 113 w 20"/>
                <a:gd name="T9" fmla="*/ 125 h 23"/>
                <a:gd name="T10" fmla="*/ 113 w 20"/>
                <a:gd name="T11" fmla="*/ 4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3">
                  <a:moveTo>
                    <a:pt x="18" y="7"/>
                  </a:moveTo>
                  <a:cubicBezTo>
                    <a:pt x="17" y="5"/>
                    <a:pt x="16" y="2"/>
                    <a:pt x="13" y="1"/>
                  </a:cubicBezTo>
                  <a:cubicBezTo>
                    <a:pt x="11" y="0"/>
                    <a:pt x="8" y="0"/>
                    <a:pt x="6" y="1"/>
                  </a:cubicBezTo>
                  <a:cubicBezTo>
                    <a:pt x="0" y="4"/>
                    <a:pt x="0" y="13"/>
                    <a:pt x="4" y="18"/>
                  </a:cubicBezTo>
                  <a:cubicBezTo>
                    <a:pt x="9" y="23"/>
                    <a:pt x="16" y="23"/>
                    <a:pt x="18" y="19"/>
                  </a:cubicBezTo>
                  <a:cubicBezTo>
                    <a:pt x="20" y="15"/>
                    <a:pt x="20" y="13"/>
                    <a:pt x="18" y="7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77" name="Freeform 468">
              <a:extLst>
                <a:ext uri="{FF2B5EF4-FFF2-40B4-BE49-F238E27FC236}">
                  <a16:creationId xmlns:a16="http://schemas.microsoft.com/office/drawing/2014/main" id="{932DF81F-41D4-432E-8140-6BA0D4528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689"/>
              <a:ext cx="19" cy="22"/>
            </a:xfrm>
            <a:custGeom>
              <a:avLst/>
              <a:gdLst>
                <a:gd name="T0" fmla="*/ 68 w 10"/>
                <a:gd name="T1" fmla="*/ 57 h 12"/>
                <a:gd name="T2" fmla="*/ 40 w 10"/>
                <a:gd name="T3" fmla="*/ 73 h 12"/>
                <a:gd name="T4" fmla="*/ 8 w 10"/>
                <a:gd name="T5" fmla="*/ 44 h 12"/>
                <a:gd name="T6" fmla="*/ 8 w 10"/>
                <a:gd name="T7" fmla="*/ 7 h 12"/>
                <a:gd name="T8" fmla="*/ 36 w 10"/>
                <a:gd name="T9" fmla="*/ 0 h 12"/>
                <a:gd name="T10" fmla="*/ 36 w 10"/>
                <a:gd name="T11" fmla="*/ 0 h 12"/>
                <a:gd name="T12" fmla="*/ 8 w 10"/>
                <a:gd name="T13" fmla="*/ 7 h 12"/>
                <a:gd name="T14" fmla="*/ 8 w 10"/>
                <a:gd name="T15" fmla="*/ 44 h 12"/>
                <a:gd name="T16" fmla="*/ 40 w 10"/>
                <a:gd name="T17" fmla="*/ 73 h 12"/>
                <a:gd name="T18" fmla="*/ 68 w 10"/>
                <a:gd name="T19" fmla="*/ 5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9"/>
                  </a:moveTo>
                  <a:cubicBezTo>
                    <a:pt x="9" y="11"/>
                    <a:pt x="8" y="12"/>
                    <a:pt x="6" y="12"/>
                  </a:cubicBezTo>
                  <a:cubicBezTo>
                    <a:pt x="5" y="12"/>
                    <a:pt x="2" y="11"/>
                    <a:pt x="1" y="7"/>
                  </a:cubicBezTo>
                  <a:cubicBezTo>
                    <a:pt x="0" y="4"/>
                    <a:pt x="1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7"/>
                  </a:cubicBezTo>
                  <a:cubicBezTo>
                    <a:pt x="2" y="11"/>
                    <a:pt x="4" y="12"/>
                    <a:pt x="6" y="12"/>
                  </a:cubicBezTo>
                  <a:cubicBezTo>
                    <a:pt x="8" y="12"/>
                    <a:pt x="9" y="11"/>
                    <a:pt x="10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8" name="Freeform 469">
              <a:extLst>
                <a:ext uri="{FF2B5EF4-FFF2-40B4-BE49-F238E27FC236}">
                  <a16:creationId xmlns:a16="http://schemas.microsoft.com/office/drawing/2014/main" id="{F122E23B-F63E-4944-9BC6-C0B7B3DA4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412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73 w 22"/>
                <a:gd name="T3" fmla="*/ 0 h 22"/>
                <a:gd name="T4" fmla="*/ 24 w 22"/>
                <a:gd name="T5" fmla="*/ 21 h 22"/>
                <a:gd name="T6" fmla="*/ 52 w 22"/>
                <a:gd name="T7" fmla="*/ 121 h 22"/>
                <a:gd name="T8" fmla="*/ 142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79" name="Freeform 470">
              <a:extLst>
                <a:ext uri="{FF2B5EF4-FFF2-40B4-BE49-F238E27FC236}">
                  <a16:creationId xmlns:a16="http://schemas.microsoft.com/office/drawing/2014/main" id="{97FE6159-EB2C-43D9-8163-04C64822A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420"/>
              <a:ext cx="22" cy="22"/>
            </a:xfrm>
            <a:custGeom>
              <a:avLst/>
              <a:gdLst>
                <a:gd name="T0" fmla="*/ 68 w 12"/>
                <a:gd name="T1" fmla="*/ 44 h 12"/>
                <a:gd name="T2" fmla="*/ 57 w 12"/>
                <a:gd name="T3" fmla="*/ 68 h 12"/>
                <a:gd name="T4" fmla="*/ 13 w 12"/>
                <a:gd name="T5" fmla="*/ 51 h 12"/>
                <a:gd name="T6" fmla="*/ 7 w 12"/>
                <a:gd name="T7" fmla="*/ 20 h 12"/>
                <a:gd name="T8" fmla="*/ 24 w 12"/>
                <a:gd name="T9" fmla="*/ 0 h 12"/>
                <a:gd name="T10" fmla="*/ 24 w 12"/>
                <a:gd name="T11" fmla="*/ 0 h 12"/>
                <a:gd name="T12" fmla="*/ 7 w 12"/>
                <a:gd name="T13" fmla="*/ 20 h 12"/>
                <a:gd name="T14" fmla="*/ 13 w 12"/>
                <a:gd name="T15" fmla="*/ 51 h 12"/>
                <a:gd name="T16" fmla="*/ 57 w 12"/>
                <a:gd name="T17" fmla="*/ 68 h 12"/>
                <a:gd name="T18" fmla="*/ 68 w 12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2"/>
                    <a:pt x="8" y="12"/>
                    <a:pt x="9" y="11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0" name="Freeform 471">
              <a:extLst>
                <a:ext uri="{FF2B5EF4-FFF2-40B4-BE49-F238E27FC236}">
                  <a16:creationId xmlns:a16="http://schemas.microsoft.com/office/drawing/2014/main" id="{0879E73C-2FC9-43E4-9C0D-4F13C039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176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73 w 22"/>
                <a:gd name="T3" fmla="*/ 0 h 22"/>
                <a:gd name="T4" fmla="*/ 24 w 22"/>
                <a:gd name="T5" fmla="*/ 21 h 22"/>
                <a:gd name="T6" fmla="*/ 52 w 22"/>
                <a:gd name="T7" fmla="*/ 121 h 22"/>
                <a:gd name="T8" fmla="*/ 142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81" name="Freeform 472">
              <a:extLst>
                <a:ext uri="{FF2B5EF4-FFF2-40B4-BE49-F238E27FC236}">
                  <a16:creationId xmlns:a16="http://schemas.microsoft.com/office/drawing/2014/main" id="{E62AB2C4-772C-402D-BCAF-C52201F6D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84"/>
              <a:ext cx="22" cy="22"/>
            </a:xfrm>
            <a:custGeom>
              <a:avLst/>
              <a:gdLst>
                <a:gd name="T0" fmla="*/ 68 w 12"/>
                <a:gd name="T1" fmla="*/ 44 h 12"/>
                <a:gd name="T2" fmla="*/ 61 w 12"/>
                <a:gd name="T3" fmla="*/ 68 h 12"/>
                <a:gd name="T4" fmla="*/ 20 w 12"/>
                <a:gd name="T5" fmla="*/ 51 h 12"/>
                <a:gd name="T6" fmla="*/ 7 w 12"/>
                <a:gd name="T7" fmla="*/ 20 h 12"/>
                <a:gd name="T8" fmla="*/ 24 w 12"/>
                <a:gd name="T9" fmla="*/ 0 h 12"/>
                <a:gd name="T10" fmla="*/ 24 w 12"/>
                <a:gd name="T11" fmla="*/ 0 h 12"/>
                <a:gd name="T12" fmla="*/ 7 w 12"/>
                <a:gd name="T13" fmla="*/ 13 h 12"/>
                <a:gd name="T14" fmla="*/ 20 w 12"/>
                <a:gd name="T15" fmla="*/ 51 h 12"/>
                <a:gd name="T16" fmla="*/ 61 w 12"/>
                <a:gd name="T17" fmla="*/ 68 h 12"/>
                <a:gd name="T18" fmla="*/ 68 w 12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4"/>
                    <a:pt x="0" y="6"/>
                    <a:pt x="3" y="8"/>
                  </a:cubicBezTo>
                  <a:cubicBezTo>
                    <a:pt x="5" y="12"/>
                    <a:pt x="8" y="12"/>
                    <a:pt x="10" y="11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2" name="Freeform 473">
              <a:extLst>
                <a:ext uri="{FF2B5EF4-FFF2-40B4-BE49-F238E27FC236}">
                  <a16:creationId xmlns:a16="http://schemas.microsoft.com/office/drawing/2014/main" id="{E827052A-2A20-44D3-8C7F-E5D515AF9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341"/>
              <a:ext cx="54" cy="49"/>
            </a:xfrm>
            <a:custGeom>
              <a:avLst/>
              <a:gdLst>
                <a:gd name="T0" fmla="*/ 128 w 29"/>
                <a:gd name="T1" fmla="*/ 21 h 26"/>
                <a:gd name="T2" fmla="*/ 69 w 29"/>
                <a:gd name="T3" fmla="*/ 8 h 26"/>
                <a:gd name="T4" fmla="*/ 24 w 29"/>
                <a:gd name="T5" fmla="*/ 40 h 26"/>
                <a:gd name="T6" fmla="*/ 89 w 29"/>
                <a:gd name="T7" fmla="*/ 160 h 26"/>
                <a:gd name="T8" fmla="*/ 188 w 29"/>
                <a:gd name="T9" fmla="*/ 100 h 26"/>
                <a:gd name="T10" fmla="*/ 128 w 29"/>
                <a:gd name="T11" fmla="*/ 2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6">
                  <a:moveTo>
                    <a:pt x="20" y="3"/>
                  </a:moveTo>
                  <a:cubicBezTo>
                    <a:pt x="17" y="1"/>
                    <a:pt x="15" y="0"/>
                    <a:pt x="11" y="1"/>
                  </a:cubicBezTo>
                  <a:cubicBezTo>
                    <a:pt x="8" y="2"/>
                    <a:pt x="5" y="3"/>
                    <a:pt x="4" y="6"/>
                  </a:cubicBezTo>
                  <a:cubicBezTo>
                    <a:pt x="0" y="13"/>
                    <a:pt x="5" y="22"/>
                    <a:pt x="14" y="24"/>
                  </a:cubicBezTo>
                  <a:cubicBezTo>
                    <a:pt x="22" y="26"/>
                    <a:pt x="28" y="20"/>
                    <a:pt x="29" y="15"/>
                  </a:cubicBezTo>
                  <a:cubicBezTo>
                    <a:pt x="28" y="10"/>
                    <a:pt x="26" y="8"/>
                    <a:pt x="20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83" name="Freeform 474">
              <a:extLst>
                <a:ext uri="{FF2B5EF4-FFF2-40B4-BE49-F238E27FC236}">
                  <a16:creationId xmlns:a16="http://schemas.microsoft.com/office/drawing/2014/main" id="{A2BAD60F-49E6-4E7A-B3D0-5E636DB9E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352"/>
              <a:ext cx="28" cy="24"/>
            </a:xfrm>
            <a:custGeom>
              <a:avLst/>
              <a:gdLst>
                <a:gd name="T0" fmla="*/ 91 w 15"/>
                <a:gd name="T1" fmla="*/ 37 h 13"/>
                <a:gd name="T2" fmla="*/ 84 w 15"/>
                <a:gd name="T3" fmla="*/ 68 h 13"/>
                <a:gd name="T4" fmla="*/ 24 w 15"/>
                <a:gd name="T5" fmla="*/ 61 h 13"/>
                <a:gd name="T6" fmla="*/ 7 w 15"/>
                <a:gd name="T7" fmla="*/ 24 h 13"/>
                <a:gd name="T8" fmla="*/ 24 w 15"/>
                <a:gd name="T9" fmla="*/ 0 h 13"/>
                <a:gd name="T10" fmla="*/ 24 w 15"/>
                <a:gd name="T11" fmla="*/ 0 h 13"/>
                <a:gd name="T12" fmla="*/ 7 w 15"/>
                <a:gd name="T13" fmla="*/ 24 h 13"/>
                <a:gd name="T14" fmla="*/ 24 w 15"/>
                <a:gd name="T15" fmla="*/ 61 h 13"/>
                <a:gd name="T16" fmla="*/ 84 w 15"/>
                <a:gd name="T17" fmla="*/ 68 h 13"/>
                <a:gd name="T18" fmla="*/ 91 w 15"/>
                <a:gd name="T19" fmla="*/ 3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3">
                  <a:moveTo>
                    <a:pt x="14" y="6"/>
                  </a:moveTo>
                  <a:cubicBezTo>
                    <a:pt x="15" y="8"/>
                    <a:pt x="15" y="10"/>
                    <a:pt x="13" y="11"/>
                  </a:cubicBezTo>
                  <a:cubicBezTo>
                    <a:pt x="11" y="13"/>
                    <a:pt x="8" y="13"/>
                    <a:pt x="4" y="10"/>
                  </a:cubicBezTo>
                  <a:cubicBezTo>
                    <a:pt x="1" y="8"/>
                    <a:pt x="1" y="5"/>
                    <a:pt x="1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1" y="4"/>
                  </a:cubicBezTo>
                  <a:cubicBezTo>
                    <a:pt x="0" y="5"/>
                    <a:pt x="1" y="8"/>
                    <a:pt x="4" y="10"/>
                  </a:cubicBezTo>
                  <a:cubicBezTo>
                    <a:pt x="8" y="13"/>
                    <a:pt x="11" y="13"/>
                    <a:pt x="13" y="11"/>
                  </a:cubicBezTo>
                  <a:cubicBezTo>
                    <a:pt x="15" y="10"/>
                    <a:pt x="15" y="8"/>
                    <a:pt x="1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4" name="Freeform 475">
              <a:extLst>
                <a:ext uri="{FF2B5EF4-FFF2-40B4-BE49-F238E27FC236}">
                  <a16:creationId xmlns:a16="http://schemas.microsoft.com/office/drawing/2014/main" id="{40293509-0D21-454B-8C6D-387BF008D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713"/>
              <a:ext cx="46" cy="47"/>
            </a:xfrm>
            <a:custGeom>
              <a:avLst/>
              <a:gdLst>
                <a:gd name="T0" fmla="*/ 96 w 25"/>
                <a:gd name="T1" fmla="*/ 160 h 25"/>
                <a:gd name="T2" fmla="*/ 142 w 25"/>
                <a:gd name="T3" fmla="*/ 73 h 25"/>
                <a:gd name="T4" fmla="*/ 44 w 25"/>
                <a:gd name="T5" fmla="*/ 28 h 25"/>
                <a:gd name="T6" fmla="*/ 96 w 25"/>
                <a:gd name="T7" fmla="*/ 16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5" y="24"/>
                  </a:moveTo>
                  <a:cubicBezTo>
                    <a:pt x="21" y="24"/>
                    <a:pt x="25" y="18"/>
                    <a:pt x="23" y="11"/>
                  </a:cubicBezTo>
                  <a:cubicBezTo>
                    <a:pt x="20" y="3"/>
                    <a:pt x="14" y="0"/>
                    <a:pt x="7" y="4"/>
                  </a:cubicBezTo>
                  <a:cubicBezTo>
                    <a:pt x="0" y="7"/>
                    <a:pt x="3" y="25"/>
                    <a:pt x="15" y="2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85" name="Freeform 476">
              <a:extLst>
                <a:ext uri="{FF2B5EF4-FFF2-40B4-BE49-F238E27FC236}">
                  <a16:creationId xmlns:a16="http://schemas.microsoft.com/office/drawing/2014/main" id="{FD4FDA1F-6E92-4D05-B24A-1BD501ADC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726"/>
              <a:ext cx="24" cy="25"/>
            </a:xfrm>
            <a:custGeom>
              <a:avLst/>
              <a:gdLst>
                <a:gd name="T0" fmla="*/ 76 w 13"/>
                <a:gd name="T1" fmla="*/ 29 h 13"/>
                <a:gd name="T2" fmla="*/ 68 w 13"/>
                <a:gd name="T3" fmla="*/ 63 h 13"/>
                <a:gd name="T4" fmla="*/ 37 w 13"/>
                <a:gd name="T5" fmla="*/ 85 h 13"/>
                <a:gd name="T6" fmla="*/ 7 w 13"/>
                <a:gd name="T7" fmla="*/ 48 h 13"/>
                <a:gd name="T8" fmla="*/ 13 w 13"/>
                <a:gd name="T9" fmla="*/ 0 h 13"/>
                <a:gd name="T10" fmla="*/ 13 w 13"/>
                <a:gd name="T11" fmla="*/ 0 h 13"/>
                <a:gd name="T12" fmla="*/ 7 w 13"/>
                <a:gd name="T13" fmla="*/ 48 h 13"/>
                <a:gd name="T14" fmla="*/ 37 w 13"/>
                <a:gd name="T15" fmla="*/ 85 h 13"/>
                <a:gd name="T16" fmla="*/ 76 w 13"/>
                <a:gd name="T17" fmla="*/ 63 h 13"/>
                <a:gd name="T18" fmla="*/ 76 w 13"/>
                <a:gd name="T19" fmla="*/ 2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2" y="4"/>
                  </a:moveTo>
                  <a:cubicBezTo>
                    <a:pt x="13" y="5"/>
                    <a:pt x="13" y="7"/>
                    <a:pt x="11" y="9"/>
                  </a:cubicBezTo>
                  <a:cubicBezTo>
                    <a:pt x="10" y="11"/>
                    <a:pt x="8" y="12"/>
                    <a:pt x="6" y="12"/>
                  </a:cubicBezTo>
                  <a:cubicBezTo>
                    <a:pt x="4" y="12"/>
                    <a:pt x="2" y="10"/>
                    <a:pt x="1" y="7"/>
                  </a:cubicBezTo>
                  <a:cubicBezTo>
                    <a:pt x="0" y="5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5"/>
                    <a:pt x="1" y="7"/>
                  </a:cubicBezTo>
                  <a:cubicBezTo>
                    <a:pt x="2" y="10"/>
                    <a:pt x="3" y="12"/>
                    <a:pt x="6" y="12"/>
                  </a:cubicBezTo>
                  <a:cubicBezTo>
                    <a:pt x="8" y="13"/>
                    <a:pt x="10" y="11"/>
                    <a:pt x="12" y="9"/>
                  </a:cubicBezTo>
                  <a:cubicBezTo>
                    <a:pt x="13" y="7"/>
                    <a:pt x="13" y="5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6" name="Freeform 477">
              <a:extLst>
                <a:ext uri="{FF2B5EF4-FFF2-40B4-BE49-F238E27FC236}">
                  <a16:creationId xmlns:a16="http://schemas.microsoft.com/office/drawing/2014/main" id="{0765E75C-3EF2-4753-9FB0-94BCE6AC4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717"/>
              <a:ext cx="43" cy="39"/>
            </a:xfrm>
            <a:custGeom>
              <a:avLst/>
              <a:gdLst>
                <a:gd name="T0" fmla="*/ 105 w 23"/>
                <a:gd name="T1" fmla="*/ 20 h 21"/>
                <a:gd name="T2" fmla="*/ 60 w 23"/>
                <a:gd name="T3" fmla="*/ 0 h 21"/>
                <a:gd name="T4" fmla="*/ 21 w 23"/>
                <a:gd name="T5" fmla="*/ 24 h 21"/>
                <a:gd name="T6" fmla="*/ 73 w 23"/>
                <a:gd name="T7" fmla="*/ 121 h 21"/>
                <a:gd name="T8" fmla="*/ 150 w 23"/>
                <a:gd name="T9" fmla="*/ 76 h 21"/>
                <a:gd name="T10" fmla="*/ 105 w 23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6" y="1"/>
                    <a:pt x="4" y="2"/>
                    <a:pt x="3" y="4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7" y="21"/>
                    <a:pt x="23" y="17"/>
                    <a:pt x="23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87" name="Freeform 478">
              <a:extLst>
                <a:ext uri="{FF2B5EF4-FFF2-40B4-BE49-F238E27FC236}">
                  <a16:creationId xmlns:a16="http://schemas.microsoft.com/office/drawing/2014/main" id="{51641545-60E5-4E48-8271-7E0EFE4A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726"/>
              <a:ext cx="24" cy="19"/>
            </a:xfrm>
            <a:custGeom>
              <a:avLst/>
              <a:gdLst>
                <a:gd name="T0" fmla="*/ 76 w 13"/>
                <a:gd name="T1" fmla="*/ 36 h 10"/>
                <a:gd name="T2" fmla="*/ 68 w 13"/>
                <a:gd name="T3" fmla="*/ 61 h 10"/>
                <a:gd name="T4" fmla="*/ 20 w 13"/>
                <a:gd name="T5" fmla="*/ 55 h 10"/>
                <a:gd name="T6" fmla="*/ 7 w 13"/>
                <a:gd name="T7" fmla="*/ 15 h 10"/>
                <a:gd name="T8" fmla="*/ 20 w 13"/>
                <a:gd name="T9" fmla="*/ 0 h 10"/>
                <a:gd name="T10" fmla="*/ 20 w 13"/>
                <a:gd name="T11" fmla="*/ 0 h 10"/>
                <a:gd name="T12" fmla="*/ 7 w 13"/>
                <a:gd name="T13" fmla="*/ 15 h 10"/>
                <a:gd name="T14" fmla="*/ 20 w 13"/>
                <a:gd name="T15" fmla="*/ 55 h 10"/>
                <a:gd name="T16" fmla="*/ 68 w 13"/>
                <a:gd name="T17" fmla="*/ 61 h 10"/>
                <a:gd name="T18" fmla="*/ 76 w 13"/>
                <a:gd name="T19" fmla="*/ 36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5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1" y="5"/>
                    <a:pt x="1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6" y="10"/>
                    <a:pt x="9" y="10"/>
                    <a:pt x="11" y="9"/>
                  </a:cubicBezTo>
                  <a:cubicBezTo>
                    <a:pt x="12" y="8"/>
                    <a:pt x="13" y="6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8" name="Freeform 479">
              <a:extLst>
                <a:ext uri="{FF2B5EF4-FFF2-40B4-BE49-F238E27FC236}">
                  <a16:creationId xmlns:a16="http://schemas.microsoft.com/office/drawing/2014/main" id="{6E2AE7E2-2691-4F7B-A438-0017F0181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687"/>
              <a:ext cx="56" cy="47"/>
            </a:xfrm>
            <a:custGeom>
              <a:avLst/>
              <a:gdLst>
                <a:gd name="T0" fmla="*/ 118 w 30"/>
                <a:gd name="T1" fmla="*/ 15 h 25"/>
                <a:gd name="T2" fmla="*/ 52 w 30"/>
                <a:gd name="T3" fmla="*/ 15 h 25"/>
                <a:gd name="T4" fmla="*/ 13 w 30"/>
                <a:gd name="T5" fmla="*/ 53 h 25"/>
                <a:gd name="T6" fmla="*/ 105 w 30"/>
                <a:gd name="T7" fmla="*/ 160 h 25"/>
                <a:gd name="T8" fmla="*/ 189 w 30"/>
                <a:gd name="T9" fmla="*/ 81 h 25"/>
                <a:gd name="T10" fmla="*/ 118 w 30"/>
                <a:gd name="T11" fmla="*/ 1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18" y="2"/>
                  </a:moveTo>
                  <a:cubicBezTo>
                    <a:pt x="14" y="1"/>
                    <a:pt x="11" y="0"/>
                    <a:pt x="8" y="2"/>
                  </a:cubicBezTo>
                  <a:cubicBezTo>
                    <a:pt x="5" y="3"/>
                    <a:pt x="3" y="5"/>
                    <a:pt x="2" y="8"/>
                  </a:cubicBezTo>
                  <a:cubicBezTo>
                    <a:pt x="0" y="16"/>
                    <a:pt x="7" y="24"/>
                    <a:pt x="16" y="24"/>
                  </a:cubicBezTo>
                  <a:cubicBezTo>
                    <a:pt x="25" y="25"/>
                    <a:pt x="30" y="18"/>
                    <a:pt x="29" y="12"/>
                  </a:cubicBezTo>
                  <a:cubicBezTo>
                    <a:pt x="27" y="7"/>
                    <a:pt x="25" y="6"/>
                    <a:pt x="18" y="2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89" name="Freeform 480">
              <a:extLst>
                <a:ext uri="{FF2B5EF4-FFF2-40B4-BE49-F238E27FC236}">
                  <a16:creationId xmlns:a16="http://schemas.microsoft.com/office/drawing/2014/main" id="{35BD6E8E-0150-4E7E-9755-2C2616ADB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700"/>
              <a:ext cx="32" cy="23"/>
            </a:xfrm>
            <a:custGeom>
              <a:avLst/>
              <a:gdLst>
                <a:gd name="T0" fmla="*/ 100 w 17"/>
                <a:gd name="T1" fmla="*/ 23 h 12"/>
                <a:gd name="T2" fmla="*/ 100 w 17"/>
                <a:gd name="T3" fmla="*/ 63 h 12"/>
                <a:gd name="T4" fmla="*/ 40 w 17"/>
                <a:gd name="T5" fmla="*/ 69 h 12"/>
                <a:gd name="T6" fmla="*/ 8 w 17"/>
                <a:gd name="T7" fmla="*/ 29 h 12"/>
                <a:gd name="T8" fmla="*/ 21 w 17"/>
                <a:gd name="T9" fmla="*/ 0 h 12"/>
                <a:gd name="T10" fmla="*/ 21 w 17"/>
                <a:gd name="T11" fmla="*/ 0 h 12"/>
                <a:gd name="T12" fmla="*/ 0 w 17"/>
                <a:gd name="T13" fmla="*/ 29 h 12"/>
                <a:gd name="T14" fmla="*/ 32 w 17"/>
                <a:gd name="T15" fmla="*/ 69 h 12"/>
                <a:gd name="T16" fmla="*/ 100 w 17"/>
                <a:gd name="T17" fmla="*/ 63 h 12"/>
                <a:gd name="T18" fmla="*/ 100 w 17"/>
                <a:gd name="T19" fmla="*/ 2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2">
                  <a:moveTo>
                    <a:pt x="15" y="3"/>
                  </a:moveTo>
                  <a:cubicBezTo>
                    <a:pt x="16" y="5"/>
                    <a:pt x="16" y="7"/>
                    <a:pt x="15" y="9"/>
                  </a:cubicBezTo>
                  <a:cubicBezTo>
                    <a:pt x="14" y="11"/>
                    <a:pt x="10" y="12"/>
                    <a:pt x="6" y="10"/>
                  </a:cubicBezTo>
                  <a:cubicBezTo>
                    <a:pt x="2" y="8"/>
                    <a:pt x="1" y="5"/>
                    <a:pt x="1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10" y="12"/>
                    <a:pt x="14" y="11"/>
                    <a:pt x="15" y="9"/>
                  </a:cubicBezTo>
                  <a:cubicBezTo>
                    <a:pt x="17" y="8"/>
                    <a:pt x="16" y="5"/>
                    <a:pt x="15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0" name="Freeform 481">
              <a:extLst>
                <a:ext uri="{FF2B5EF4-FFF2-40B4-BE49-F238E27FC236}">
                  <a16:creationId xmlns:a16="http://schemas.microsoft.com/office/drawing/2014/main" id="{22A81132-C7C0-464B-B00D-AF120E74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751"/>
              <a:ext cx="45" cy="52"/>
            </a:xfrm>
            <a:custGeom>
              <a:avLst/>
              <a:gdLst>
                <a:gd name="T0" fmla="*/ 113 w 24"/>
                <a:gd name="T1" fmla="*/ 24 h 28"/>
                <a:gd name="T2" fmla="*/ 68 w 24"/>
                <a:gd name="T3" fmla="*/ 0 h 28"/>
                <a:gd name="T4" fmla="*/ 21 w 24"/>
                <a:gd name="T5" fmla="*/ 104 h 28"/>
                <a:gd name="T6" fmla="*/ 120 w 24"/>
                <a:gd name="T7" fmla="*/ 165 h 28"/>
                <a:gd name="T8" fmla="*/ 158 w 24"/>
                <a:gd name="T9" fmla="*/ 113 h 28"/>
                <a:gd name="T10" fmla="*/ 133 w 24"/>
                <a:gd name="T11" fmla="*/ 65 h 28"/>
                <a:gd name="T12" fmla="*/ 113 w 24"/>
                <a:gd name="T13" fmla="*/ 2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1"/>
                    <a:pt x="10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6" y="24"/>
                    <a:pt x="14" y="28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1" y="12"/>
                    <a:pt x="20" y="10"/>
                  </a:cubicBezTo>
                  <a:cubicBezTo>
                    <a:pt x="19" y="8"/>
                    <a:pt x="18" y="5"/>
                    <a:pt x="17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91" name="Freeform 482">
              <a:extLst>
                <a:ext uri="{FF2B5EF4-FFF2-40B4-BE49-F238E27FC236}">
                  <a16:creationId xmlns:a16="http://schemas.microsoft.com/office/drawing/2014/main" id="{E614EA4B-907A-45AB-B66E-797417EB4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764"/>
              <a:ext cx="19" cy="26"/>
            </a:xfrm>
            <a:custGeom>
              <a:avLst/>
              <a:gdLst>
                <a:gd name="T0" fmla="*/ 15 w 10"/>
                <a:gd name="T1" fmla="*/ 0 h 14"/>
                <a:gd name="T2" fmla="*/ 8 w 10"/>
                <a:gd name="T3" fmla="*/ 37 h 14"/>
                <a:gd name="T4" fmla="*/ 40 w 10"/>
                <a:gd name="T5" fmla="*/ 89 h 14"/>
                <a:gd name="T6" fmla="*/ 68 w 10"/>
                <a:gd name="T7" fmla="*/ 89 h 14"/>
                <a:gd name="T8" fmla="*/ 68 w 10"/>
                <a:gd name="T9" fmla="*/ 89 h 14"/>
                <a:gd name="T10" fmla="*/ 48 w 10"/>
                <a:gd name="T11" fmla="*/ 84 h 14"/>
                <a:gd name="T12" fmla="*/ 8 w 10"/>
                <a:gd name="T13" fmla="*/ 37 h 14"/>
                <a:gd name="T14" fmla="*/ 15 w 10"/>
                <a:gd name="T15" fmla="*/ 0 h 14"/>
                <a:gd name="T16" fmla="*/ 36 w 10"/>
                <a:gd name="T17" fmla="*/ 0 h 14"/>
                <a:gd name="T18" fmla="*/ 36 w 10"/>
                <a:gd name="T19" fmla="*/ 0 h 14"/>
                <a:gd name="T20" fmla="*/ 15 w 10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2" y="9"/>
                    <a:pt x="4" y="12"/>
                    <a:pt x="6" y="14"/>
                  </a:cubicBezTo>
                  <a:cubicBezTo>
                    <a:pt x="8" y="14"/>
                    <a:pt x="9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8" y="14"/>
                    <a:pt x="7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2" name="Freeform 483">
              <a:extLst>
                <a:ext uri="{FF2B5EF4-FFF2-40B4-BE49-F238E27FC236}">
                  <a16:creationId xmlns:a16="http://schemas.microsoft.com/office/drawing/2014/main" id="{70A99122-C73E-4DC9-A7FB-0A5FDFF42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801"/>
              <a:ext cx="56" cy="43"/>
            </a:xfrm>
            <a:custGeom>
              <a:avLst/>
              <a:gdLst>
                <a:gd name="T0" fmla="*/ 32 w 30"/>
                <a:gd name="T1" fmla="*/ 21 h 23"/>
                <a:gd name="T2" fmla="*/ 0 w 30"/>
                <a:gd name="T3" fmla="*/ 92 h 23"/>
                <a:gd name="T4" fmla="*/ 112 w 30"/>
                <a:gd name="T5" fmla="*/ 136 h 23"/>
                <a:gd name="T6" fmla="*/ 196 w 30"/>
                <a:gd name="T7" fmla="*/ 60 h 23"/>
                <a:gd name="T8" fmla="*/ 164 w 30"/>
                <a:gd name="T9" fmla="*/ 7 h 23"/>
                <a:gd name="T10" fmla="*/ 97 w 30"/>
                <a:gd name="T11" fmla="*/ 13 h 23"/>
                <a:gd name="T12" fmla="*/ 32 w 30"/>
                <a:gd name="T13" fmla="*/ 2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3">
                  <a:moveTo>
                    <a:pt x="5" y="3"/>
                  </a:moveTo>
                  <a:cubicBezTo>
                    <a:pt x="2" y="5"/>
                    <a:pt x="0" y="9"/>
                    <a:pt x="0" y="14"/>
                  </a:cubicBezTo>
                  <a:cubicBezTo>
                    <a:pt x="2" y="21"/>
                    <a:pt x="8" y="23"/>
                    <a:pt x="17" y="21"/>
                  </a:cubicBezTo>
                  <a:cubicBezTo>
                    <a:pt x="25" y="18"/>
                    <a:pt x="29" y="16"/>
                    <a:pt x="30" y="9"/>
                  </a:cubicBezTo>
                  <a:cubicBezTo>
                    <a:pt x="30" y="5"/>
                    <a:pt x="28" y="2"/>
                    <a:pt x="25" y="1"/>
                  </a:cubicBezTo>
                  <a:cubicBezTo>
                    <a:pt x="22" y="0"/>
                    <a:pt x="19" y="1"/>
                    <a:pt x="15" y="2"/>
                  </a:cubicBezTo>
                  <a:cubicBezTo>
                    <a:pt x="13" y="3"/>
                    <a:pt x="9" y="1"/>
                    <a:pt x="5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93" name="Freeform 484">
              <a:extLst>
                <a:ext uri="{FF2B5EF4-FFF2-40B4-BE49-F238E27FC236}">
                  <a16:creationId xmlns:a16="http://schemas.microsoft.com/office/drawing/2014/main" id="{3E0C3A86-4953-415B-80BF-B9054941A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814"/>
              <a:ext cx="33" cy="15"/>
            </a:xfrm>
            <a:custGeom>
              <a:avLst/>
              <a:gdLst>
                <a:gd name="T0" fmla="*/ 112 w 18"/>
                <a:gd name="T1" fmla="*/ 0 h 8"/>
                <a:gd name="T2" fmla="*/ 112 w 18"/>
                <a:gd name="T3" fmla="*/ 8 h 8"/>
                <a:gd name="T4" fmla="*/ 51 w 18"/>
                <a:gd name="T5" fmla="*/ 39 h 8"/>
                <a:gd name="T6" fmla="*/ 7 w 18"/>
                <a:gd name="T7" fmla="*/ 28 h 8"/>
                <a:gd name="T8" fmla="*/ 13 w 18"/>
                <a:gd name="T9" fmla="*/ 8 h 8"/>
                <a:gd name="T10" fmla="*/ 13 w 18"/>
                <a:gd name="T11" fmla="*/ 8 h 8"/>
                <a:gd name="T12" fmla="*/ 0 w 18"/>
                <a:gd name="T13" fmla="*/ 28 h 8"/>
                <a:gd name="T14" fmla="*/ 51 w 18"/>
                <a:gd name="T15" fmla="*/ 45 h 8"/>
                <a:gd name="T16" fmla="*/ 112 w 18"/>
                <a:gd name="T17" fmla="*/ 8 h 8"/>
                <a:gd name="T18" fmla="*/ 112 w 18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8">
                  <a:moveTo>
                    <a:pt x="18" y="0"/>
                  </a:moveTo>
                  <a:cubicBezTo>
                    <a:pt x="18" y="0"/>
                    <a:pt x="18" y="0"/>
                    <a:pt x="18" y="1"/>
                  </a:cubicBezTo>
                  <a:cubicBezTo>
                    <a:pt x="18" y="2"/>
                    <a:pt x="15" y="5"/>
                    <a:pt x="8" y="6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1" y="6"/>
                    <a:pt x="3" y="8"/>
                    <a:pt x="8" y="7"/>
                  </a:cubicBezTo>
                  <a:cubicBezTo>
                    <a:pt x="15" y="5"/>
                    <a:pt x="18" y="3"/>
                    <a:pt x="18" y="1"/>
                  </a:cubicBezTo>
                  <a:cubicBezTo>
                    <a:pt x="18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4" name="Freeform 485">
              <a:extLst>
                <a:ext uri="{FF2B5EF4-FFF2-40B4-BE49-F238E27FC236}">
                  <a16:creationId xmlns:a16="http://schemas.microsoft.com/office/drawing/2014/main" id="{904258B7-7DC2-4202-9823-F65090F5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753"/>
              <a:ext cx="49" cy="39"/>
            </a:xfrm>
            <a:custGeom>
              <a:avLst/>
              <a:gdLst>
                <a:gd name="T0" fmla="*/ 100 w 26"/>
                <a:gd name="T1" fmla="*/ 13 h 21"/>
                <a:gd name="T2" fmla="*/ 47 w 26"/>
                <a:gd name="T3" fmla="*/ 7 h 21"/>
                <a:gd name="T4" fmla="*/ 15 w 26"/>
                <a:gd name="T5" fmla="*/ 45 h 21"/>
                <a:gd name="T6" fmla="*/ 92 w 26"/>
                <a:gd name="T7" fmla="*/ 128 h 21"/>
                <a:gd name="T8" fmla="*/ 168 w 26"/>
                <a:gd name="T9" fmla="*/ 65 h 21"/>
                <a:gd name="T10" fmla="*/ 100 w 26"/>
                <a:gd name="T11" fmla="*/ 1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15" y="2"/>
                  </a:moveTo>
                  <a:cubicBezTo>
                    <a:pt x="12" y="0"/>
                    <a:pt x="10" y="0"/>
                    <a:pt x="7" y="1"/>
                  </a:cubicBezTo>
                  <a:cubicBezTo>
                    <a:pt x="5" y="2"/>
                    <a:pt x="2" y="4"/>
                    <a:pt x="2" y="7"/>
                  </a:cubicBezTo>
                  <a:cubicBezTo>
                    <a:pt x="0" y="13"/>
                    <a:pt x="6" y="20"/>
                    <a:pt x="14" y="20"/>
                  </a:cubicBezTo>
                  <a:cubicBezTo>
                    <a:pt x="21" y="21"/>
                    <a:pt x="26" y="14"/>
                    <a:pt x="25" y="10"/>
                  </a:cubicBezTo>
                  <a:cubicBezTo>
                    <a:pt x="23" y="6"/>
                    <a:pt x="21" y="4"/>
                    <a:pt x="15" y="2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95" name="Freeform 486">
              <a:extLst>
                <a:ext uri="{FF2B5EF4-FFF2-40B4-BE49-F238E27FC236}">
                  <a16:creationId xmlns:a16="http://schemas.microsoft.com/office/drawing/2014/main" id="{E2B3511A-2A8C-448E-A770-4403E3178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762"/>
              <a:ext cx="26" cy="21"/>
            </a:xfrm>
            <a:custGeom>
              <a:avLst/>
              <a:gdLst>
                <a:gd name="T0" fmla="*/ 84 w 14"/>
                <a:gd name="T1" fmla="*/ 21 h 11"/>
                <a:gd name="T2" fmla="*/ 84 w 14"/>
                <a:gd name="T3" fmla="*/ 55 h 11"/>
                <a:gd name="T4" fmla="*/ 32 w 14"/>
                <a:gd name="T5" fmla="*/ 61 h 11"/>
                <a:gd name="T6" fmla="*/ 7 w 14"/>
                <a:gd name="T7" fmla="*/ 29 h 11"/>
                <a:gd name="T8" fmla="*/ 13 w 14"/>
                <a:gd name="T9" fmla="*/ 0 h 11"/>
                <a:gd name="T10" fmla="*/ 13 w 14"/>
                <a:gd name="T11" fmla="*/ 0 h 11"/>
                <a:gd name="T12" fmla="*/ 0 w 14"/>
                <a:gd name="T13" fmla="*/ 29 h 11"/>
                <a:gd name="T14" fmla="*/ 32 w 14"/>
                <a:gd name="T15" fmla="*/ 61 h 11"/>
                <a:gd name="T16" fmla="*/ 84 w 14"/>
                <a:gd name="T17" fmla="*/ 55 h 11"/>
                <a:gd name="T18" fmla="*/ 84 w 14"/>
                <a:gd name="T19" fmla="*/ 2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3" y="3"/>
                  </a:moveTo>
                  <a:cubicBezTo>
                    <a:pt x="14" y="5"/>
                    <a:pt x="14" y="7"/>
                    <a:pt x="13" y="8"/>
                  </a:cubicBezTo>
                  <a:cubicBezTo>
                    <a:pt x="12" y="10"/>
                    <a:pt x="8" y="10"/>
                    <a:pt x="5" y="9"/>
                  </a:cubicBezTo>
                  <a:cubicBezTo>
                    <a:pt x="2" y="7"/>
                    <a:pt x="1" y="5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1" y="5"/>
                    <a:pt x="1" y="7"/>
                    <a:pt x="5" y="9"/>
                  </a:cubicBezTo>
                  <a:cubicBezTo>
                    <a:pt x="8" y="11"/>
                    <a:pt x="12" y="10"/>
                    <a:pt x="13" y="8"/>
                  </a:cubicBezTo>
                  <a:cubicBezTo>
                    <a:pt x="14" y="7"/>
                    <a:pt x="14" y="5"/>
                    <a:pt x="13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6" name="Freeform 487">
              <a:extLst>
                <a:ext uri="{FF2B5EF4-FFF2-40B4-BE49-F238E27FC236}">
                  <a16:creationId xmlns:a16="http://schemas.microsoft.com/office/drawing/2014/main" id="{DCABB6EA-5B25-4EC7-9554-B188A86B2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901"/>
              <a:ext cx="49" cy="39"/>
            </a:xfrm>
            <a:custGeom>
              <a:avLst/>
              <a:gdLst>
                <a:gd name="T0" fmla="*/ 100 w 26"/>
                <a:gd name="T1" fmla="*/ 20 h 21"/>
                <a:gd name="T2" fmla="*/ 47 w 26"/>
                <a:gd name="T3" fmla="*/ 13 h 21"/>
                <a:gd name="T4" fmla="*/ 15 w 26"/>
                <a:gd name="T5" fmla="*/ 52 h 21"/>
                <a:gd name="T6" fmla="*/ 92 w 26"/>
                <a:gd name="T7" fmla="*/ 134 h 21"/>
                <a:gd name="T8" fmla="*/ 168 w 26"/>
                <a:gd name="T9" fmla="*/ 69 h 21"/>
                <a:gd name="T10" fmla="*/ 100 w 26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15" y="3"/>
                  </a:moveTo>
                  <a:cubicBezTo>
                    <a:pt x="12" y="1"/>
                    <a:pt x="10" y="0"/>
                    <a:pt x="7" y="2"/>
                  </a:cubicBezTo>
                  <a:cubicBezTo>
                    <a:pt x="5" y="3"/>
                    <a:pt x="2" y="5"/>
                    <a:pt x="2" y="8"/>
                  </a:cubicBezTo>
                  <a:cubicBezTo>
                    <a:pt x="0" y="14"/>
                    <a:pt x="6" y="20"/>
                    <a:pt x="14" y="21"/>
                  </a:cubicBezTo>
                  <a:cubicBezTo>
                    <a:pt x="21" y="21"/>
                    <a:pt x="26" y="15"/>
                    <a:pt x="25" y="11"/>
                  </a:cubicBezTo>
                  <a:cubicBezTo>
                    <a:pt x="23" y="6"/>
                    <a:pt x="21" y="5"/>
                    <a:pt x="15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97" name="Freeform 488">
              <a:extLst>
                <a:ext uri="{FF2B5EF4-FFF2-40B4-BE49-F238E27FC236}">
                  <a16:creationId xmlns:a16="http://schemas.microsoft.com/office/drawing/2014/main" id="{632312DA-A7EC-463B-9639-8FB69D014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912"/>
              <a:ext cx="26" cy="20"/>
            </a:xfrm>
            <a:custGeom>
              <a:avLst/>
              <a:gdLst>
                <a:gd name="T0" fmla="*/ 84 w 14"/>
                <a:gd name="T1" fmla="*/ 16 h 11"/>
                <a:gd name="T2" fmla="*/ 84 w 14"/>
                <a:gd name="T3" fmla="*/ 49 h 11"/>
                <a:gd name="T4" fmla="*/ 32 w 14"/>
                <a:gd name="T5" fmla="*/ 53 h 11"/>
                <a:gd name="T6" fmla="*/ 7 w 14"/>
                <a:gd name="T7" fmla="*/ 24 h 11"/>
                <a:gd name="T8" fmla="*/ 13 w 14"/>
                <a:gd name="T9" fmla="*/ 0 h 11"/>
                <a:gd name="T10" fmla="*/ 13 w 14"/>
                <a:gd name="T11" fmla="*/ 0 h 11"/>
                <a:gd name="T12" fmla="*/ 0 w 14"/>
                <a:gd name="T13" fmla="*/ 24 h 11"/>
                <a:gd name="T14" fmla="*/ 32 w 14"/>
                <a:gd name="T15" fmla="*/ 53 h 11"/>
                <a:gd name="T16" fmla="*/ 84 w 14"/>
                <a:gd name="T17" fmla="*/ 49 h 11"/>
                <a:gd name="T18" fmla="*/ 84 w 14"/>
                <a:gd name="T19" fmla="*/ 1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3" y="3"/>
                  </a:moveTo>
                  <a:cubicBezTo>
                    <a:pt x="14" y="5"/>
                    <a:pt x="14" y="7"/>
                    <a:pt x="13" y="8"/>
                  </a:cubicBezTo>
                  <a:cubicBezTo>
                    <a:pt x="11" y="9"/>
                    <a:pt x="8" y="10"/>
                    <a:pt x="5" y="9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1" y="5"/>
                    <a:pt x="1" y="7"/>
                    <a:pt x="5" y="9"/>
                  </a:cubicBezTo>
                  <a:cubicBezTo>
                    <a:pt x="8" y="11"/>
                    <a:pt x="12" y="10"/>
                    <a:pt x="13" y="8"/>
                  </a:cubicBezTo>
                  <a:cubicBezTo>
                    <a:pt x="14" y="7"/>
                    <a:pt x="14" y="5"/>
                    <a:pt x="13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8" name="Freeform 489">
              <a:extLst>
                <a:ext uri="{FF2B5EF4-FFF2-40B4-BE49-F238E27FC236}">
                  <a16:creationId xmlns:a16="http://schemas.microsoft.com/office/drawing/2014/main" id="{6973D3D9-A14E-4970-8152-F17795BBD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835"/>
              <a:ext cx="49" cy="39"/>
            </a:xfrm>
            <a:custGeom>
              <a:avLst/>
              <a:gdLst>
                <a:gd name="T0" fmla="*/ 100 w 26"/>
                <a:gd name="T1" fmla="*/ 13 h 21"/>
                <a:gd name="T2" fmla="*/ 47 w 26"/>
                <a:gd name="T3" fmla="*/ 7 h 21"/>
                <a:gd name="T4" fmla="*/ 15 w 26"/>
                <a:gd name="T5" fmla="*/ 45 h 21"/>
                <a:gd name="T6" fmla="*/ 92 w 26"/>
                <a:gd name="T7" fmla="*/ 128 h 21"/>
                <a:gd name="T8" fmla="*/ 168 w 26"/>
                <a:gd name="T9" fmla="*/ 65 h 21"/>
                <a:gd name="T10" fmla="*/ 100 w 26"/>
                <a:gd name="T11" fmla="*/ 1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15" y="2"/>
                  </a:moveTo>
                  <a:cubicBezTo>
                    <a:pt x="12" y="1"/>
                    <a:pt x="10" y="0"/>
                    <a:pt x="7" y="1"/>
                  </a:cubicBezTo>
                  <a:cubicBezTo>
                    <a:pt x="5" y="3"/>
                    <a:pt x="3" y="4"/>
                    <a:pt x="2" y="7"/>
                  </a:cubicBezTo>
                  <a:cubicBezTo>
                    <a:pt x="0" y="13"/>
                    <a:pt x="6" y="20"/>
                    <a:pt x="14" y="20"/>
                  </a:cubicBezTo>
                  <a:cubicBezTo>
                    <a:pt x="21" y="21"/>
                    <a:pt x="26" y="15"/>
                    <a:pt x="25" y="10"/>
                  </a:cubicBezTo>
                  <a:cubicBezTo>
                    <a:pt x="23" y="6"/>
                    <a:pt x="21" y="5"/>
                    <a:pt x="15" y="2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99" name="Freeform 490">
              <a:extLst>
                <a:ext uri="{FF2B5EF4-FFF2-40B4-BE49-F238E27FC236}">
                  <a16:creationId xmlns:a16="http://schemas.microsoft.com/office/drawing/2014/main" id="{CEA67BD3-C8B6-4B8C-BB3F-ABE1BFE8D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846"/>
              <a:ext cx="27" cy="19"/>
            </a:xfrm>
            <a:custGeom>
              <a:avLst/>
              <a:gdLst>
                <a:gd name="T0" fmla="*/ 93 w 14"/>
                <a:gd name="T1" fmla="*/ 21 h 10"/>
                <a:gd name="T2" fmla="*/ 93 w 14"/>
                <a:gd name="T3" fmla="*/ 55 h 10"/>
                <a:gd name="T4" fmla="*/ 37 w 14"/>
                <a:gd name="T5" fmla="*/ 55 h 10"/>
                <a:gd name="T6" fmla="*/ 8 w 14"/>
                <a:gd name="T7" fmla="*/ 21 h 10"/>
                <a:gd name="T8" fmla="*/ 15 w 14"/>
                <a:gd name="T9" fmla="*/ 0 h 10"/>
                <a:gd name="T10" fmla="*/ 15 w 14"/>
                <a:gd name="T11" fmla="*/ 0 h 10"/>
                <a:gd name="T12" fmla="*/ 0 w 14"/>
                <a:gd name="T13" fmla="*/ 21 h 10"/>
                <a:gd name="T14" fmla="*/ 37 w 14"/>
                <a:gd name="T15" fmla="*/ 55 h 10"/>
                <a:gd name="T16" fmla="*/ 93 w 14"/>
                <a:gd name="T17" fmla="*/ 55 h 10"/>
                <a:gd name="T18" fmla="*/ 93 w 14"/>
                <a:gd name="T19" fmla="*/ 21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0">
                  <a:moveTo>
                    <a:pt x="13" y="3"/>
                  </a:moveTo>
                  <a:cubicBezTo>
                    <a:pt x="14" y="4"/>
                    <a:pt x="14" y="6"/>
                    <a:pt x="13" y="8"/>
                  </a:cubicBezTo>
                  <a:cubicBezTo>
                    <a:pt x="12" y="9"/>
                    <a:pt x="8" y="10"/>
                    <a:pt x="5" y="8"/>
                  </a:cubicBezTo>
                  <a:cubicBezTo>
                    <a:pt x="2" y="6"/>
                    <a:pt x="1" y="5"/>
                    <a:pt x="1" y="3"/>
                  </a:cubicBezTo>
                  <a:cubicBezTo>
                    <a:pt x="1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1" y="5"/>
                    <a:pt x="1" y="7"/>
                    <a:pt x="5" y="8"/>
                  </a:cubicBezTo>
                  <a:cubicBezTo>
                    <a:pt x="8" y="10"/>
                    <a:pt x="12" y="9"/>
                    <a:pt x="13" y="8"/>
                  </a:cubicBezTo>
                  <a:cubicBezTo>
                    <a:pt x="14" y="6"/>
                    <a:pt x="14" y="4"/>
                    <a:pt x="13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0" name="Freeform 491">
              <a:extLst>
                <a:ext uri="{FF2B5EF4-FFF2-40B4-BE49-F238E27FC236}">
                  <a16:creationId xmlns:a16="http://schemas.microsoft.com/office/drawing/2014/main" id="{C333DE60-8DF4-49D5-8403-B9C2A3621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693"/>
              <a:ext cx="54" cy="50"/>
            </a:xfrm>
            <a:custGeom>
              <a:avLst/>
              <a:gdLst>
                <a:gd name="T0" fmla="*/ 128 w 29"/>
                <a:gd name="T1" fmla="*/ 24 h 27"/>
                <a:gd name="T2" fmla="*/ 69 w 29"/>
                <a:gd name="T3" fmla="*/ 7 h 27"/>
                <a:gd name="T4" fmla="*/ 24 w 29"/>
                <a:gd name="T5" fmla="*/ 44 h 27"/>
                <a:gd name="T6" fmla="*/ 89 w 29"/>
                <a:gd name="T7" fmla="*/ 157 h 27"/>
                <a:gd name="T8" fmla="*/ 188 w 29"/>
                <a:gd name="T9" fmla="*/ 96 h 27"/>
                <a:gd name="T10" fmla="*/ 128 w 29"/>
                <a:gd name="T11" fmla="*/ 2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7">
                  <a:moveTo>
                    <a:pt x="20" y="4"/>
                  </a:moveTo>
                  <a:cubicBezTo>
                    <a:pt x="17" y="2"/>
                    <a:pt x="15" y="0"/>
                    <a:pt x="11" y="1"/>
                  </a:cubicBezTo>
                  <a:cubicBezTo>
                    <a:pt x="8" y="2"/>
                    <a:pt x="5" y="4"/>
                    <a:pt x="4" y="7"/>
                  </a:cubicBezTo>
                  <a:cubicBezTo>
                    <a:pt x="0" y="14"/>
                    <a:pt x="5" y="23"/>
                    <a:pt x="14" y="25"/>
                  </a:cubicBezTo>
                  <a:cubicBezTo>
                    <a:pt x="22" y="27"/>
                    <a:pt x="28" y="21"/>
                    <a:pt x="29" y="15"/>
                  </a:cubicBezTo>
                  <a:cubicBezTo>
                    <a:pt x="28" y="10"/>
                    <a:pt x="26" y="8"/>
                    <a:pt x="20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01" name="Freeform 492">
              <a:extLst>
                <a:ext uri="{FF2B5EF4-FFF2-40B4-BE49-F238E27FC236}">
                  <a16:creationId xmlns:a16="http://schemas.microsoft.com/office/drawing/2014/main" id="{ECE71ACA-CD24-4A7D-9732-8B9012521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06"/>
              <a:ext cx="28" cy="24"/>
            </a:xfrm>
            <a:custGeom>
              <a:avLst/>
              <a:gdLst>
                <a:gd name="T0" fmla="*/ 91 w 15"/>
                <a:gd name="T1" fmla="*/ 31 h 13"/>
                <a:gd name="T2" fmla="*/ 84 w 15"/>
                <a:gd name="T3" fmla="*/ 68 h 13"/>
                <a:gd name="T4" fmla="*/ 24 w 15"/>
                <a:gd name="T5" fmla="*/ 61 h 13"/>
                <a:gd name="T6" fmla="*/ 7 w 15"/>
                <a:gd name="T7" fmla="*/ 20 h 13"/>
                <a:gd name="T8" fmla="*/ 24 w 15"/>
                <a:gd name="T9" fmla="*/ 0 h 13"/>
                <a:gd name="T10" fmla="*/ 24 w 15"/>
                <a:gd name="T11" fmla="*/ 0 h 13"/>
                <a:gd name="T12" fmla="*/ 7 w 15"/>
                <a:gd name="T13" fmla="*/ 20 h 13"/>
                <a:gd name="T14" fmla="*/ 24 w 15"/>
                <a:gd name="T15" fmla="*/ 61 h 13"/>
                <a:gd name="T16" fmla="*/ 84 w 15"/>
                <a:gd name="T17" fmla="*/ 68 h 13"/>
                <a:gd name="T18" fmla="*/ 91 w 15"/>
                <a:gd name="T19" fmla="*/ 3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3">
                  <a:moveTo>
                    <a:pt x="14" y="5"/>
                  </a:moveTo>
                  <a:cubicBezTo>
                    <a:pt x="15" y="8"/>
                    <a:pt x="15" y="10"/>
                    <a:pt x="13" y="11"/>
                  </a:cubicBezTo>
                  <a:cubicBezTo>
                    <a:pt x="11" y="12"/>
                    <a:pt x="8" y="13"/>
                    <a:pt x="4" y="10"/>
                  </a:cubicBezTo>
                  <a:cubicBezTo>
                    <a:pt x="1" y="7"/>
                    <a:pt x="1" y="5"/>
                    <a:pt x="1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2"/>
                    <a:pt x="1" y="3"/>
                  </a:cubicBezTo>
                  <a:cubicBezTo>
                    <a:pt x="0" y="5"/>
                    <a:pt x="1" y="8"/>
                    <a:pt x="4" y="10"/>
                  </a:cubicBezTo>
                  <a:cubicBezTo>
                    <a:pt x="8" y="13"/>
                    <a:pt x="11" y="13"/>
                    <a:pt x="13" y="11"/>
                  </a:cubicBezTo>
                  <a:cubicBezTo>
                    <a:pt x="15" y="10"/>
                    <a:pt x="15" y="8"/>
                    <a:pt x="14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2" name="Freeform 493">
              <a:extLst>
                <a:ext uri="{FF2B5EF4-FFF2-40B4-BE49-F238E27FC236}">
                  <a16:creationId xmlns:a16="http://schemas.microsoft.com/office/drawing/2014/main" id="{20C86045-A9A4-4FDE-9924-DCE303055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242"/>
              <a:ext cx="54" cy="50"/>
            </a:xfrm>
            <a:custGeom>
              <a:avLst/>
              <a:gdLst>
                <a:gd name="T0" fmla="*/ 128 w 29"/>
                <a:gd name="T1" fmla="*/ 24 h 27"/>
                <a:gd name="T2" fmla="*/ 69 w 29"/>
                <a:gd name="T3" fmla="*/ 7 h 27"/>
                <a:gd name="T4" fmla="*/ 24 w 29"/>
                <a:gd name="T5" fmla="*/ 44 h 27"/>
                <a:gd name="T6" fmla="*/ 89 w 29"/>
                <a:gd name="T7" fmla="*/ 157 h 27"/>
                <a:gd name="T8" fmla="*/ 188 w 29"/>
                <a:gd name="T9" fmla="*/ 96 h 27"/>
                <a:gd name="T10" fmla="*/ 128 w 29"/>
                <a:gd name="T11" fmla="*/ 2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7">
                  <a:moveTo>
                    <a:pt x="20" y="4"/>
                  </a:moveTo>
                  <a:cubicBezTo>
                    <a:pt x="17" y="2"/>
                    <a:pt x="15" y="0"/>
                    <a:pt x="11" y="1"/>
                  </a:cubicBezTo>
                  <a:cubicBezTo>
                    <a:pt x="8" y="2"/>
                    <a:pt x="5" y="4"/>
                    <a:pt x="4" y="7"/>
                  </a:cubicBezTo>
                  <a:cubicBezTo>
                    <a:pt x="0" y="13"/>
                    <a:pt x="5" y="22"/>
                    <a:pt x="14" y="25"/>
                  </a:cubicBezTo>
                  <a:cubicBezTo>
                    <a:pt x="22" y="27"/>
                    <a:pt x="28" y="21"/>
                    <a:pt x="29" y="15"/>
                  </a:cubicBezTo>
                  <a:cubicBezTo>
                    <a:pt x="28" y="10"/>
                    <a:pt x="26" y="8"/>
                    <a:pt x="20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03" name="Freeform 494">
              <a:extLst>
                <a:ext uri="{FF2B5EF4-FFF2-40B4-BE49-F238E27FC236}">
                  <a16:creationId xmlns:a16="http://schemas.microsoft.com/office/drawing/2014/main" id="{80BB2583-B6C7-4710-B8AA-9A3B79D6C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253"/>
              <a:ext cx="28" cy="26"/>
            </a:xfrm>
            <a:custGeom>
              <a:avLst/>
              <a:gdLst>
                <a:gd name="T0" fmla="*/ 91 w 15"/>
                <a:gd name="T1" fmla="*/ 37 h 14"/>
                <a:gd name="T2" fmla="*/ 84 w 15"/>
                <a:gd name="T3" fmla="*/ 76 h 14"/>
                <a:gd name="T4" fmla="*/ 24 w 15"/>
                <a:gd name="T5" fmla="*/ 69 h 14"/>
                <a:gd name="T6" fmla="*/ 7 w 15"/>
                <a:gd name="T7" fmla="*/ 24 h 14"/>
                <a:gd name="T8" fmla="*/ 24 w 15"/>
                <a:gd name="T9" fmla="*/ 0 h 14"/>
                <a:gd name="T10" fmla="*/ 24 w 15"/>
                <a:gd name="T11" fmla="*/ 0 h 14"/>
                <a:gd name="T12" fmla="*/ 7 w 15"/>
                <a:gd name="T13" fmla="*/ 24 h 14"/>
                <a:gd name="T14" fmla="*/ 24 w 15"/>
                <a:gd name="T15" fmla="*/ 69 h 14"/>
                <a:gd name="T16" fmla="*/ 84 w 15"/>
                <a:gd name="T17" fmla="*/ 76 h 14"/>
                <a:gd name="T18" fmla="*/ 91 w 15"/>
                <a:gd name="T19" fmla="*/ 37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4">
                  <a:moveTo>
                    <a:pt x="14" y="6"/>
                  </a:moveTo>
                  <a:cubicBezTo>
                    <a:pt x="15" y="8"/>
                    <a:pt x="15" y="10"/>
                    <a:pt x="13" y="12"/>
                  </a:cubicBezTo>
                  <a:cubicBezTo>
                    <a:pt x="11" y="13"/>
                    <a:pt x="8" y="13"/>
                    <a:pt x="4" y="11"/>
                  </a:cubicBezTo>
                  <a:cubicBezTo>
                    <a:pt x="1" y="8"/>
                    <a:pt x="1" y="6"/>
                    <a:pt x="1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1" y="4"/>
                  </a:cubicBezTo>
                  <a:cubicBezTo>
                    <a:pt x="0" y="6"/>
                    <a:pt x="1" y="8"/>
                    <a:pt x="4" y="11"/>
                  </a:cubicBezTo>
                  <a:cubicBezTo>
                    <a:pt x="8" y="14"/>
                    <a:pt x="11" y="13"/>
                    <a:pt x="13" y="12"/>
                  </a:cubicBezTo>
                  <a:cubicBezTo>
                    <a:pt x="15" y="10"/>
                    <a:pt x="15" y="8"/>
                    <a:pt x="1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4" name="Freeform 495">
              <a:extLst>
                <a:ext uri="{FF2B5EF4-FFF2-40B4-BE49-F238E27FC236}">
                  <a16:creationId xmlns:a16="http://schemas.microsoft.com/office/drawing/2014/main" id="{6FB6F181-65B1-46D6-ADB7-24DC23732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079"/>
              <a:ext cx="54" cy="50"/>
            </a:xfrm>
            <a:custGeom>
              <a:avLst/>
              <a:gdLst>
                <a:gd name="T0" fmla="*/ 128 w 29"/>
                <a:gd name="T1" fmla="*/ 24 h 27"/>
                <a:gd name="T2" fmla="*/ 69 w 29"/>
                <a:gd name="T3" fmla="*/ 7 h 27"/>
                <a:gd name="T4" fmla="*/ 24 w 29"/>
                <a:gd name="T5" fmla="*/ 44 h 27"/>
                <a:gd name="T6" fmla="*/ 89 w 29"/>
                <a:gd name="T7" fmla="*/ 157 h 27"/>
                <a:gd name="T8" fmla="*/ 188 w 29"/>
                <a:gd name="T9" fmla="*/ 96 h 27"/>
                <a:gd name="T10" fmla="*/ 128 w 29"/>
                <a:gd name="T11" fmla="*/ 2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7">
                  <a:moveTo>
                    <a:pt x="20" y="4"/>
                  </a:moveTo>
                  <a:cubicBezTo>
                    <a:pt x="17" y="2"/>
                    <a:pt x="15" y="0"/>
                    <a:pt x="11" y="1"/>
                  </a:cubicBezTo>
                  <a:cubicBezTo>
                    <a:pt x="8" y="2"/>
                    <a:pt x="5" y="4"/>
                    <a:pt x="4" y="7"/>
                  </a:cubicBezTo>
                  <a:cubicBezTo>
                    <a:pt x="0" y="14"/>
                    <a:pt x="5" y="23"/>
                    <a:pt x="14" y="25"/>
                  </a:cubicBezTo>
                  <a:cubicBezTo>
                    <a:pt x="22" y="27"/>
                    <a:pt x="28" y="21"/>
                    <a:pt x="29" y="15"/>
                  </a:cubicBezTo>
                  <a:cubicBezTo>
                    <a:pt x="28" y="10"/>
                    <a:pt x="26" y="8"/>
                    <a:pt x="20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05" name="Freeform 496">
              <a:extLst>
                <a:ext uri="{FF2B5EF4-FFF2-40B4-BE49-F238E27FC236}">
                  <a16:creationId xmlns:a16="http://schemas.microsoft.com/office/drawing/2014/main" id="{FF0948B8-4DAC-427C-9A26-1174044F5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092"/>
              <a:ext cx="28" cy="24"/>
            </a:xfrm>
            <a:custGeom>
              <a:avLst/>
              <a:gdLst>
                <a:gd name="T0" fmla="*/ 91 w 15"/>
                <a:gd name="T1" fmla="*/ 31 h 13"/>
                <a:gd name="T2" fmla="*/ 84 w 15"/>
                <a:gd name="T3" fmla="*/ 68 h 13"/>
                <a:gd name="T4" fmla="*/ 24 w 15"/>
                <a:gd name="T5" fmla="*/ 61 h 13"/>
                <a:gd name="T6" fmla="*/ 7 w 15"/>
                <a:gd name="T7" fmla="*/ 20 h 13"/>
                <a:gd name="T8" fmla="*/ 24 w 15"/>
                <a:gd name="T9" fmla="*/ 0 h 13"/>
                <a:gd name="T10" fmla="*/ 24 w 15"/>
                <a:gd name="T11" fmla="*/ 0 h 13"/>
                <a:gd name="T12" fmla="*/ 7 w 15"/>
                <a:gd name="T13" fmla="*/ 20 h 13"/>
                <a:gd name="T14" fmla="*/ 24 w 15"/>
                <a:gd name="T15" fmla="*/ 61 h 13"/>
                <a:gd name="T16" fmla="*/ 84 w 15"/>
                <a:gd name="T17" fmla="*/ 68 h 13"/>
                <a:gd name="T18" fmla="*/ 91 w 15"/>
                <a:gd name="T19" fmla="*/ 3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3">
                  <a:moveTo>
                    <a:pt x="14" y="5"/>
                  </a:moveTo>
                  <a:cubicBezTo>
                    <a:pt x="15" y="8"/>
                    <a:pt x="15" y="10"/>
                    <a:pt x="13" y="11"/>
                  </a:cubicBezTo>
                  <a:cubicBezTo>
                    <a:pt x="11" y="12"/>
                    <a:pt x="8" y="13"/>
                    <a:pt x="4" y="10"/>
                  </a:cubicBezTo>
                  <a:cubicBezTo>
                    <a:pt x="1" y="7"/>
                    <a:pt x="1" y="5"/>
                    <a:pt x="1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2"/>
                    <a:pt x="1" y="3"/>
                  </a:cubicBezTo>
                  <a:cubicBezTo>
                    <a:pt x="0" y="5"/>
                    <a:pt x="1" y="8"/>
                    <a:pt x="4" y="10"/>
                  </a:cubicBezTo>
                  <a:cubicBezTo>
                    <a:pt x="8" y="13"/>
                    <a:pt x="11" y="13"/>
                    <a:pt x="13" y="11"/>
                  </a:cubicBezTo>
                  <a:cubicBezTo>
                    <a:pt x="15" y="10"/>
                    <a:pt x="15" y="8"/>
                    <a:pt x="14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6" name="Freeform 497">
              <a:extLst>
                <a:ext uri="{FF2B5EF4-FFF2-40B4-BE49-F238E27FC236}">
                  <a16:creationId xmlns:a16="http://schemas.microsoft.com/office/drawing/2014/main" id="{853CD3B8-58ED-4C96-A96F-8604283B9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018"/>
              <a:ext cx="45" cy="58"/>
            </a:xfrm>
            <a:custGeom>
              <a:avLst/>
              <a:gdLst>
                <a:gd name="T0" fmla="*/ 105 w 24"/>
                <a:gd name="T1" fmla="*/ 21 h 31"/>
                <a:gd name="T2" fmla="*/ 21 w 24"/>
                <a:gd name="T3" fmla="*/ 39 h 31"/>
                <a:gd name="T4" fmla="*/ 21 w 24"/>
                <a:gd name="T5" fmla="*/ 157 h 31"/>
                <a:gd name="T6" fmla="*/ 92 w 24"/>
                <a:gd name="T7" fmla="*/ 196 h 31"/>
                <a:gd name="T8" fmla="*/ 105 w 24"/>
                <a:gd name="T9" fmla="*/ 2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16" y="3"/>
                  </a:moveTo>
                  <a:cubicBezTo>
                    <a:pt x="11" y="0"/>
                    <a:pt x="6" y="2"/>
                    <a:pt x="3" y="6"/>
                  </a:cubicBezTo>
                  <a:cubicBezTo>
                    <a:pt x="0" y="11"/>
                    <a:pt x="1" y="18"/>
                    <a:pt x="3" y="24"/>
                  </a:cubicBezTo>
                  <a:cubicBezTo>
                    <a:pt x="6" y="31"/>
                    <a:pt x="10" y="31"/>
                    <a:pt x="14" y="30"/>
                  </a:cubicBezTo>
                  <a:cubicBezTo>
                    <a:pt x="22" y="28"/>
                    <a:pt x="24" y="9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07" name="Freeform 498">
              <a:extLst>
                <a:ext uri="{FF2B5EF4-FFF2-40B4-BE49-F238E27FC236}">
                  <a16:creationId xmlns:a16="http://schemas.microsoft.com/office/drawing/2014/main" id="{7DA9A7F3-9814-45B6-9890-6FD2D73B7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030"/>
              <a:ext cx="17" cy="35"/>
            </a:xfrm>
            <a:custGeom>
              <a:avLst/>
              <a:gdLst>
                <a:gd name="T0" fmla="*/ 32 w 9"/>
                <a:gd name="T1" fmla="*/ 0 h 19"/>
                <a:gd name="T2" fmla="*/ 8 w 9"/>
                <a:gd name="T3" fmla="*/ 37 h 19"/>
                <a:gd name="T4" fmla="*/ 21 w 9"/>
                <a:gd name="T5" fmla="*/ 105 h 19"/>
                <a:gd name="T6" fmla="*/ 47 w 9"/>
                <a:gd name="T7" fmla="*/ 118 h 19"/>
                <a:gd name="T8" fmla="*/ 47 w 9"/>
                <a:gd name="T9" fmla="*/ 118 h 19"/>
                <a:gd name="T10" fmla="*/ 21 w 9"/>
                <a:gd name="T11" fmla="*/ 105 h 19"/>
                <a:gd name="T12" fmla="*/ 8 w 9"/>
                <a:gd name="T13" fmla="*/ 37 h 19"/>
                <a:gd name="T14" fmla="*/ 32 w 9"/>
                <a:gd name="T15" fmla="*/ 7 h 19"/>
                <a:gd name="T16" fmla="*/ 60 w 9"/>
                <a:gd name="T17" fmla="*/ 13 h 19"/>
                <a:gd name="T18" fmla="*/ 60 w 9"/>
                <a:gd name="T19" fmla="*/ 13 h 19"/>
                <a:gd name="T20" fmla="*/ 32 w 9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9">
                  <a:moveTo>
                    <a:pt x="5" y="0"/>
                  </a:moveTo>
                  <a:cubicBezTo>
                    <a:pt x="3" y="1"/>
                    <a:pt x="2" y="3"/>
                    <a:pt x="1" y="6"/>
                  </a:cubicBezTo>
                  <a:cubicBezTo>
                    <a:pt x="0" y="10"/>
                    <a:pt x="1" y="15"/>
                    <a:pt x="3" y="17"/>
                  </a:cubicBezTo>
                  <a:cubicBezTo>
                    <a:pt x="4" y="18"/>
                    <a:pt x="5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5" y="19"/>
                    <a:pt x="4" y="18"/>
                    <a:pt x="3" y="17"/>
                  </a:cubicBezTo>
                  <a:cubicBezTo>
                    <a:pt x="1" y="15"/>
                    <a:pt x="1" y="10"/>
                    <a:pt x="1" y="6"/>
                  </a:cubicBezTo>
                  <a:cubicBezTo>
                    <a:pt x="2" y="3"/>
                    <a:pt x="4" y="1"/>
                    <a:pt x="5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8" name="Freeform 499">
              <a:extLst>
                <a:ext uri="{FF2B5EF4-FFF2-40B4-BE49-F238E27FC236}">
                  <a16:creationId xmlns:a16="http://schemas.microsoft.com/office/drawing/2014/main" id="{60D8280A-EC72-480C-8560-C7C1C26B1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972"/>
              <a:ext cx="43" cy="58"/>
            </a:xfrm>
            <a:custGeom>
              <a:avLst/>
              <a:gdLst>
                <a:gd name="T0" fmla="*/ 60 w 23"/>
                <a:gd name="T1" fmla="*/ 13 h 31"/>
                <a:gd name="T2" fmla="*/ 7 w 23"/>
                <a:gd name="T3" fmla="*/ 45 h 31"/>
                <a:gd name="T4" fmla="*/ 45 w 23"/>
                <a:gd name="T5" fmla="*/ 165 h 31"/>
                <a:gd name="T6" fmla="*/ 112 w 23"/>
                <a:gd name="T7" fmla="*/ 196 h 31"/>
                <a:gd name="T8" fmla="*/ 60 w 23"/>
                <a:gd name="T9" fmla="*/ 1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1">
                  <a:moveTo>
                    <a:pt x="9" y="2"/>
                  </a:moveTo>
                  <a:cubicBezTo>
                    <a:pt x="4" y="0"/>
                    <a:pt x="1" y="2"/>
                    <a:pt x="1" y="7"/>
                  </a:cubicBezTo>
                  <a:cubicBezTo>
                    <a:pt x="0" y="12"/>
                    <a:pt x="3" y="19"/>
                    <a:pt x="7" y="25"/>
                  </a:cubicBezTo>
                  <a:cubicBezTo>
                    <a:pt x="11" y="31"/>
                    <a:pt x="15" y="31"/>
                    <a:pt x="17" y="30"/>
                  </a:cubicBezTo>
                  <a:cubicBezTo>
                    <a:pt x="23" y="27"/>
                    <a:pt x="17" y="8"/>
                    <a:pt x="9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09" name="Freeform 500">
              <a:extLst>
                <a:ext uri="{FF2B5EF4-FFF2-40B4-BE49-F238E27FC236}">
                  <a16:creationId xmlns:a16="http://schemas.microsoft.com/office/drawing/2014/main" id="{FF691518-BBD8-4A3A-95F2-58369D9A9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983"/>
              <a:ext cx="18" cy="35"/>
            </a:xfrm>
            <a:custGeom>
              <a:avLst/>
              <a:gdLst>
                <a:gd name="T0" fmla="*/ 13 w 10"/>
                <a:gd name="T1" fmla="*/ 0 h 19"/>
                <a:gd name="T2" fmla="*/ 7 w 10"/>
                <a:gd name="T3" fmla="*/ 44 h 19"/>
                <a:gd name="T4" fmla="*/ 36 w 10"/>
                <a:gd name="T5" fmla="*/ 105 h 19"/>
                <a:gd name="T6" fmla="*/ 58 w 10"/>
                <a:gd name="T7" fmla="*/ 112 h 19"/>
                <a:gd name="T8" fmla="*/ 58 w 10"/>
                <a:gd name="T9" fmla="*/ 112 h 19"/>
                <a:gd name="T10" fmla="*/ 36 w 10"/>
                <a:gd name="T11" fmla="*/ 105 h 19"/>
                <a:gd name="T12" fmla="*/ 7 w 10"/>
                <a:gd name="T13" fmla="*/ 44 h 19"/>
                <a:gd name="T14" fmla="*/ 13 w 10"/>
                <a:gd name="T15" fmla="*/ 0 h 19"/>
                <a:gd name="T16" fmla="*/ 29 w 10"/>
                <a:gd name="T17" fmla="*/ 7 h 19"/>
                <a:gd name="T18" fmla="*/ 29 w 10"/>
                <a:gd name="T19" fmla="*/ 7 h 19"/>
                <a:gd name="T20" fmla="*/ 13 w 10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2" y="0"/>
                  </a:moveTo>
                  <a:cubicBezTo>
                    <a:pt x="1" y="1"/>
                    <a:pt x="0" y="3"/>
                    <a:pt x="1" y="7"/>
                  </a:cubicBezTo>
                  <a:cubicBezTo>
                    <a:pt x="2" y="10"/>
                    <a:pt x="4" y="15"/>
                    <a:pt x="6" y="17"/>
                  </a:cubicBezTo>
                  <a:cubicBezTo>
                    <a:pt x="8" y="18"/>
                    <a:pt x="9" y="19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9" y="19"/>
                    <a:pt x="8" y="18"/>
                    <a:pt x="6" y="17"/>
                  </a:cubicBezTo>
                  <a:cubicBezTo>
                    <a:pt x="4" y="15"/>
                    <a:pt x="2" y="10"/>
                    <a:pt x="1" y="7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0" name="Freeform 501">
              <a:extLst>
                <a:ext uri="{FF2B5EF4-FFF2-40B4-BE49-F238E27FC236}">
                  <a16:creationId xmlns:a16="http://schemas.microsoft.com/office/drawing/2014/main" id="{420CBBA2-0BFA-4BEC-96A5-88604A204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032"/>
              <a:ext cx="50" cy="56"/>
            </a:xfrm>
            <a:custGeom>
              <a:avLst/>
              <a:gdLst>
                <a:gd name="T0" fmla="*/ 69 w 27"/>
                <a:gd name="T1" fmla="*/ 7 h 30"/>
                <a:gd name="T2" fmla="*/ 7 w 27"/>
                <a:gd name="T3" fmla="*/ 60 h 30"/>
                <a:gd name="T4" fmla="*/ 52 w 27"/>
                <a:gd name="T5" fmla="*/ 164 h 30"/>
                <a:gd name="T6" fmla="*/ 128 w 27"/>
                <a:gd name="T7" fmla="*/ 174 h 30"/>
                <a:gd name="T8" fmla="*/ 69 w 27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11" y="1"/>
                  </a:moveTo>
                  <a:cubicBezTo>
                    <a:pt x="5" y="0"/>
                    <a:pt x="2" y="4"/>
                    <a:pt x="1" y="9"/>
                  </a:cubicBezTo>
                  <a:cubicBezTo>
                    <a:pt x="0" y="15"/>
                    <a:pt x="3" y="21"/>
                    <a:pt x="8" y="25"/>
                  </a:cubicBezTo>
                  <a:cubicBezTo>
                    <a:pt x="13" y="30"/>
                    <a:pt x="17" y="29"/>
                    <a:pt x="20" y="27"/>
                  </a:cubicBezTo>
                  <a:cubicBezTo>
                    <a:pt x="27" y="21"/>
                    <a:pt x="21" y="3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11" name="Freeform 502">
              <a:extLst>
                <a:ext uri="{FF2B5EF4-FFF2-40B4-BE49-F238E27FC236}">
                  <a16:creationId xmlns:a16="http://schemas.microsoft.com/office/drawing/2014/main" id="{5CBA8356-EDA5-40AF-A1F1-8D234ADFF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041"/>
              <a:ext cx="20" cy="34"/>
            </a:xfrm>
            <a:custGeom>
              <a:avLst/>
              <a:gdLst>
                <a:gd name="T0" fmla="*/ 13 w 11"/>
                <a:gd name="T1" fmla="*/ 8 h 18"/>
                <a:gd name="T2" fmla="*/ 7 w 11"/>
                <a:gd name="T3" fmla="*/ 53 h 18"/>
                <a:gd name="T4" fmla="*/ 44 w 11"/>
                <a:gd name="T5" fmla="*/ 113 h 18"/>
                <a:gd name="T6" fmla="*/ 65 w 11"/>
                <a:gd name="T7" fmla="*/ 113 h 18"/>
                <a:gd name="T8" fmla="*/ 65 w 11"/>
                <a:gd name="T9" fmla="*/ 113 h 18"/>
                <a:gd name="T10" fmla="*/ 44 w 11"/>
                <a:gd name="T11" fmla="*/ 113 h 18"/>
                <a:gd name="T12" fmla="*/ 7 w 11"/>
                <a:gd name="T13" fmla="*/ 53 h 18"/>
                <a:gd name="T14" fmla="*/ 13 w 11"/>
                <a:gd name="T15" fmla="*/ 8 h 18"/>
                <a:gd name="T16" fmla="*/ 36 w 11"/>
                <a:gd name="T17" fmla="*/ 8 h 18"/>
                <a:gd name="T18" fmla="*/ 36 w 11"/>
                <a:gd name="T19" fmla="*/ 8 h 18"/>
                <a:gd name="T20" fmla="*/ 13 w 11"/>
                <a:gd name="T21" fmla="*/ 8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2" y="11"/>
                    <a:pt x="4" y="16"/>
                    <a:pt x="7" y="17"/>
                  </a:cubicBezTo>
                  <a:cubicBezTo>
                    <a:pt x="9" y="18"/>
                    <a:pt x="10" y="18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8"/>
                    <a:pt x="9" y="18"/>
                    <a:pt x="7" y="17"/>
                  </a:cubicBezTo>
                  <a:cubicBezTo>
                    <a:pt x="4" y="16"/>
                    <a:pt x="2" y="11"/>
                    <a:pt x="1" y="8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2" name="Freeform 503">
              <a:extLst>
                <a:ext uri="{FF2B5EF4-FFF2-40B4-BE49-F238E27FC236}">
                  <a16:creationId xmlns:a16="http://schemas.microsoft.com/office/drawing/2014/main" id="{5964AB64-E292-4979-A082-FF003A71A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706"/>
              <a:ext cx="45" cy="58"/>
            </a:xfrm>
            <a:custGeom>
              <a:avLst/>
              <a:gdLst>
                <a:gd name="T0" fmla="*/ 152 w 24"/>
                <a:gd name="T1" fmla="*/ 105 h 31"/>
                <a:gd name="T2" fmla="*/ 144 w 24"/>
                <a:gd name="T3" fmla="*/ 39 h 31"/>
                <a:gd name="T4" fmla="*/ 92 w 24"/>
                <a:gd name="T5" fmla="*/ 7 h 31"/>
                <a:gd name="T6" fmla="*/ 15 w 24"/>
                <a:gd name="T7" fmla="*/ 120 h 31"/>
                <a:gd name="T8" fmla="*/ 105 w 24"/>
                <a:gd name="T9" fmla="*/ 189 h 31"/>
                <a:gd name="T10" fmla="*/ 152 w 24"/>
                <a:gd name="T11" fmla="*/ 10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1">
                  <a:moveTo>
                    <a:pt x="23" y="16"/>
                  </a:moveTo>
                  <a:cubicBezTo>
                    <a:pt x="24" y="12"/>
                    <a:pt x="24" y="9"/>
                    <a:pt x="22" y="6"/>
                  </a:cubicBezTo>
                  <a:cubicBezTo>
                    <a:pt x="20" y="3"/>
                    <a:pt x="18" y="1"/>
                    <a:pt x="14" y="1"/>
                  </a:cubicBezTo>
                  <a:cubicBezTo>
                    <a:pt x="7" y="0"/>
                    <a:pt x="0" y="9"/>
                    <a:pt x="2" y="18"/>
                  </a:cubicBezTo>
                  <a:cubicBezTo>
                    <a:pt x="3" y="27"/>
                    <a:pt x="11" y="31"/>
                    <a:pt x="16" y="29"/>
                  </a:cubicBezTo>
                  <a:cubicBezTo>
                    <a:pt x="21" y="26"/>
                    <a:pt x="22" y="23"/>
                    <a:pt x="23" y="16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13" name="Freeform 504">
              <a:extLst>
                <a:ext uri="{FF2B5EF4-FFF2-40B4-BE49-F238E27FC236}">
                  <a16:creationId xmlns:a16="http://schemas.microsoft.com/office/drawing/2014/main" id="{C4EE8F66-7E17-45C4-ABD8-FCE89817E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717"/>
              <a:ext cx="18" cy="34"/>
            </a:xfrm>
            <a:custGeom>
              <a:avLst/>
              <a:gdLst>
                <a:gd name="T0" fmla="*/ 52 w 10"/>
                <a:gd name="T1" fmla="*/ 100 h 18"/>
                <a:gd name="T2" fmla="*/ 23 w 10"/>
                <a:gd name="T3" fmla="*/ 108 h 18"/>
                <a:gd name="T4" fmla="*/ 7 w 10"/>
                <a:gd name="T5" fmla="*/ 47 h 18"/>
                <a:gd name="T6" fmla="*/ 36 w 10"/>
                <a:gd name="T7" fmla="*/ 8 h 18"/>
                <a:gd name="T8" fmla="*/ 58 w 10"/>
                <a:gd name="T9" fmla="*/ 15 h 18"/>
                <a:gd name="T10" fmla="*/ 58 w 10"/>
                <a:gd name="T11" fmla="*/ 15 h 18"/>
                <a:gd name="T12" fmla="*/ 36 w 10"/>
                <a:gd name="T13" fmla="*/ 8 h 18"/>
                <a:gd name="T14" fmla="*/ 7 w 10"/>
                <a:gd name="T15" fmla="*/ 47 h 18"/>
                <a:gd name="T16" fmla="*/ 23 w 10"/>
                <a:gd name="T17" fmla="*/ 113 h 18"/>
                <a:gd name="T18" fmla="*/ 52 w 10"/>
                <a:gd name="T19" fmla="*/ 10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8">
                  <a:moveTo>
                    <a:pt x="9" y="15"/>
                  </a:moveTo>
                  <a:cubicBezTo>
                    <a:pt x="8" y="17"/>
                    <a:pt x="6" y="17"/>
                    <a:pt x="4" y="16"/>
                  </a:cubicBezTo>
                  <a:cubicBezTo>
                    <a:pt x="2" y="15"/>
                    <a:pt x="0" y="12"/>
                    <a:pt x="1" y="7"/>
                  </a:cubicBezTo>
                  <a:cubicBezTo>
                    <a:pt x="2" y="3"/>
                    <a:pt x="4" y="2"/>
                    <a:pt x="6" y="1"/>
                  </a:cubicBezTo>
                  <a:cubicBezTo>
                    <a:pt x="8" y="1"/>
                    <a:pt x="10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8" y="0"/>
                    <a:pt x="6" y="1"/>
                  </a:cubicBezTo>
                  <a:cubicBezTo>
                    <a:pt x="4" y="1"/>
                    <a:pt x="2" y="3"/>
                    <a:pt x="1" y="7"/>
                  </a:cubicBezTo>
                  <a:cubicBezTo>
                    <a:pt x="0" y="12"/>
                    <a:pt x="2" y="15"/>
                    <a:pt x="4" y="17"/>
                  </a:cubicBezTo>
                  <a:cubicBezTo>
                    <a:pt x="6" y="18"/>
                    <a:pt x="8" y="17"/>
                    <a:pt x="9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4" name="Freeform 505">
              <a:extLst>
                <a:ext uri="{FF2B5EF4-FFF2-40B4-BE49-F238E27FC236}">
                  <a16:creationId xmlns:a16="http://schemas.microsoft.com/office/drawing/2014/main" id="{8AE53037-D03A-43BB-BAC4-8922C1638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642"/>
              <a:ext cx="48" cy="64"/>
            </a:xfrm>
            <a:custGeom>
              <a:avLst/>
              <a:gdLst>
                <a:gd name="T0" fmla="*/ 157 w 26"/>
                <a:gd name="T1" fmla="*/ 105 h 34"/>
                <a:gd name="T2" fmla="*/ 157 w 26"/>
                <a:gd name="T3" fmla="*/ 53 h 34"/>
                <a:gd name="T4" fmla="*/ 31 w 26"/>
                <a:gd name="T5" fmla="*/ 75 h 34"/>
                <a:gd name="T6" fmla="*/ 31 w 26"/>
                <a:gd name="T7" fmla="*/ 205 h 34"/>
                <a:gd name="T8" fmla="*/ 102 w 26"/>
                <a:gd name="T9" fmla="*/ 205 h 34"/>
                <a:gd name="T10" fmla="*/ 140 w 26"/>
                <a:gd name="T11" fmla="*/ 152 h 34"/>
                <a:gd name="T12" fmla="*/ 157 w 26"/>
                <a:gd name="T13" fmla="*/ 105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4">
                  <a:moveTo>
                    <a:pt x="25" y="16"/>
                  </a:moveTo>
                  <a:cubicBezTo>
                    <a:pt x="26" y="13"/>
                    <a:pt x="26" y="11"/>
                    <a:pt x="25" y="8"/>
                  </a:cubicBezTo>
                  <a:cubicBezTo>
                    <a:pt x="20" y="0"/>
                    <a:pt x="11" y="3"/>
                    <a:pt x="5" y="11"/>
                  </a:cubicBezTo>
                  <a:cubicBezTo>
                    <a:pt x="0" y="18"/>
                    <a:pt x="1" y="28"/>
                    <a:pt x="5" y="31"/>
                  </a:cubicBezTo>
                  <a:cubicBezTo>
                    <a:pt x="8" y="34"/>
                    <a:pt x="12" y="34"/>
                    <a:pt x="16" y="31"/>
                  </a:cubicBezTo>
                  <a:cubicBezTo>
                    <a:pt x="19" y="29"/>
                    <a:pt x="20" y="25"/>
                    <a:pt x="22" y="23"/>
                  </a:cubicBezTo>
                  <a:cubicBezTo>
                    <a:pt x="23" y="21"/>
                    <a:pt x="25" y="19"/>
                    <a:pt x="25" y="16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15" name="Freeform 506">
              <a:extLst>
                <a:ext uri="{FF2B5EF4-FFF2-40B4-BE49-F238E27FC236}">
                  <a16:creationId xmlns:a16="http://schemas.microsoft.com/office/drawing/2014/main" id="{CC2562DE-7D83-4773-9E6F-57A038673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61"/>
              <a:ext cx="22" cy="30"/>
            </a:xfrm>
            <a:custGeom>
              <a:avLst/>
              <a:gdLst>
                <a:gd name="T0" fmla="*/ 61 w 12"/>
                <a:gd name="T1" fmla="*/ 8 h 16"/>
                <a:gd name="T2" fmla="*/ 31 w 12"/>
                <a:gd name="T3" fmla="*/ 21 h 16"/>
                <a:gd name="T4" fmla="*/ 0 w 12"/>
                <a:gd name="T5" fmla="*/ 84 h 16"/>
                <a:gd name="T6" fmla="*/ 13 w 12"/>
                <a:gd name="T7" fmla="*/ 105 h 16"/>
                <a:gd name="T8" fmla="*/ 13 w 12"/>
                <a:gd name="T9" fmla="*/ 105 h 16"/>
                <a:gd name="T10" fmla="*/ 7 w 12"/>
                <a:gd name="T11" fmla="*/ 84 h 16"/>
                <a:gd name="T12" fmla="*/ 31 w 12"/>
                <a:gd name="T13" fmla="*/ 28 h 16"/>
                <a:gd name="T14" fmla="*/ 61 w 12"/>
                <a:gd name="T15" fmla="*/ 8 h 16"/>
                <a:gd name="T16" fmla="*/ 73 w 12"/>
                <a:gd name="T17" fmla="*/ 28 h 16"/>
                <a:gd name="T18" fmla="*/ 73 w 12"/>
                <a:gd name="T19" fmla="*/ 28 h 16"/>
                <a:gd name="T20" fmla="*/ 61 w 12"/>
                <a:gd name="T21" fmla="*/ 8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6">
                  <a:moveTo>
                    <a:pt x="10" y="1"/>
                  </a:moveTo>
                  <a:cubicBezTo>
                    <a:pt x="9" y="0"/>
                    <a:pt x="7" y="1"/>
                    <a:pt x="5" y="3"/>
                  </a:cubicBezTo>
                  <a:cubicBezTo>
                    <a:pt x="2" y="6"/>
                    <a:pt x="0" y="10"/>
                    <a:pt x="0" y="13"/>
                  </a:cubicBezTo>
                  <a:cubicBezTo>
                    <a:pt x="1" y="14"/>
                    <a:pt x="1" y="15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10"/>
                    <a:pt x="2" y="6"/>
                    <a:pt x="5" y="4"/>
                  </a:cubicBezTo>
                  <a:cubicBezTo>
                    <a:pt x="7" y="2"/>
                    <a:pt x="9" y="1"/>
                    <a:pt x="10" y="1"/>
                  </a:cubicBezTo>
                  <a:cubicBezTo>
                    <a:pt x="11" y="2"/>
                    <a:pt x="12" y="2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2"/>
                    <a:pt x="11" y="1"/>
                    <a:pt x="1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6" name="Freeform 507">
              <a:extLst>
                <a:ext uri="{FF2B5EF4-FFF2-40B4-BE49-F238E27FC236}">
                  <a16:creationId xmlns:a16="http://schemas.microsoft.com/office/drawing/2014/main" id="{181671E3-14BB-42E5-AA0C-6DA066EDC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83"/>
              <a:ext cx="43" cy="60"/>
            </a:xfrm>
            <a:custGeom>
              <a:avLst/>
              <a:gdLst>
                <a:gd name="T0" fmla="*/ 97 w 23"/>
                <a:gd name="T1" fmla="*/ 21 h 32"/>
                <a:gd name="T2" fmla="*/ 21 w 23"/>
                <a:gd name="T3" fmla="*/ 45 h 32"/>
                <a:gd name="T4" fmla="*/ 21 w 23"/>
                <a:gd name="T5" fmla="*/ 158 h 32"/>
                <a:gd name="T6" fmla="*/ 84 w 23"/>
                <a:gd name="T7" fmla="*/ 204 h 32"/>
                <a:gd name="T8" fmla="*/ 97 w 23"/>
                <a:gd name="T9" fmla="*/ 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15" y="3"/>
                  </a:moveTo>
                  <a:cubicBezTo>
                    <a:pt x="11" y="0"/>
                    <a:pt x="6" y="2"/>
                    <a:pt x="3" y="7"/>
                  </a:cubicBezTo>
                  <a:cubicBezTo>
                    <a:pt x="0" y="11"/>
                    <a:pt x="0" y="19"/>
                    <a:pt x="3" y="24"/>
                  </a:cubicBezTo>
                  <a:cubicBezTo>
                    <a:pt x="5" y="31"/>
                    <a:pt x="10" y="32"/>
                    <a:pt x="13" y="31"/>
                  </a:cubicBezTo>
                  <a:cubicBezTo>
                    <a:pt x="22" y="29"/>
                    <a:pt x="23" y="9"/>
                    <a:pt x="15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17" name="Freeform 508">
              <a:extLst>
                <a:ext uri="{FF2B5EF4-FFF2-40B4-BE49-F238E27FC236}">
                  <a16:creationId xmlns:a16="http://schemas.microsoft.com/office/drawing/2014/main" id="{B9B7D48C-BD65-415F-97D4-BBD3B5BE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95"/>
              <a:ext cx="15" cy="35"/>
            </a:xfrm>
            <a:custGeom>
              <a:avLst/>
              <a:gdLst>
                <a:gd name="T0" fmla="*/ 32 w 8"/>
                <a:gd name="T1" fmla="*/ 7 h 19"/>
                <a:gd name="T2" fmla="*/ 8 w 8"/>
                <a:gd name="T3" fmla="*/ 44 h 19"/>
                <a:gd name="T4" fmla="*/ 21 w 8"/>
                <a:gd name="T5" fmla="*/ 112 h 19"/>
                <a:gd name="T6" fmla="*/ 39 w 8"/>
                <a:gd name="T7" fmla="*/ 118 h 19"/>
                <a:gd name="T8" fmla="*/ 39 w 8"/>
                <a:gd name="T9" fmla="*/ 118 h 19"/>
                <a:gd name="T10" fmla="*/ 21 w 8"/>
                <a:gd name="T11" fmla="*/ 105 h 19"/>
                <a:gd name="T12" fmla="*/ 8 w 8"/>
                <a:gd name="T13" fmla="*/ 44 h 19"/>
                <a:gd name="T14" fmla="*/ 32 w 8"/>
                <a:gd name="T15" fmla="*/ 7 h 19"/>
                <a:gd name="T16" fmla="*/ 53 w 8"/>
                <a:gd name="T17" fmla="*/ 13 h 19"/>
                <a:gd name="T18" fmla="*/ 53 w 8"/>
                <a:gd name="T19" fmla="*/ 13 h 19"/>
                <a:gd name="T20" fmla="*/ 32 w 8"/>
                <a:gd name="T21" fmla="*/ 7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9">
                  <a:moveTo>
                    <a:pt x="5" y="1"/>
                  </a:moveTo>
                  <a:cubicBezTo>
                    <a:pt x="3" y="1"/>
                    <a:pt x="1" y="3"/>
                    <a:pt x="1" y="7"/>
                  </a:cubicBezTo>
                  <a:cubicBezTo>
                    <a:pt x="0" y="10"/>
                    <a:pt x="1" y="15"/>
                    <a:pt x="3" y="18"/>
                  </a:cubicBezTo>
                  <a:cubicBezTo>
                    <a:pt x="4" y="19"/>
                    <a:pt x="5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4" y="19"/>
                    <a:pt x="3" y="17"/>
                  </a:cubicBezTo>
                  <a:cubicBezTo>
                    <a:pt x="1" y="15"/>
                    <a:pt x="0" y="10"/>
                    <a:pt x="1" y="7"/>
                  </a:cubicBezTo>
                  <a:cubicBezTo>
                    <a:pt x="2" y="4"/>
                    <a:pt x="3" y="1"/>
                    <a:pt x="5" y="1"/>
                  </a:cubicBezTo>
                  <a:cubicBezTo>
                    <a:pt x="6" y="1"/>
                    <a:pt x="7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1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8" name="Freeform 509">
              <a:extLst>
                <a:ext uri="{FF2B5EF4-FFF2-40B4-BE49-F238E27FC236}">
                  <a16:creationId xmlns:a16="http://schemas.microsoft.com/office/drawing/2014/main" id="{0219BC65-34F0-4651-B186-5B29B5DB9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697"/>
              <a:ext cx="51" cy="58"/>
            </a:xfrm>
            <a:custGeom>
              <a:avLst/>
              <a:gdLst>
                <a:gd name="T0" fmla="*/ 68 w 27"/>
                <a:gd name="T1" fmla="*/ 7 h 31"/>
                <a:gd name="T2" fmla="*/ 8 w 27"/>
                <a:gd name="T3" fmla="*/ 60 h 31"/>
                <a:gd name="T4" fmla="*/ 53 w 27"/>
                <a:gd name="T5" fmla="*/ 172 h 31"/>
                <a:gd name="T6" fmla="*/ 136 w 27"/>
                <a:gd name="T7" fmla="*/ 178 h 31"/>
                <a:gd name="T8" fmla="*/ 68 w 27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0" y="1"/>
                  </a:moveTo>
                  <a:cubicBezTo>
                    <a:pt x="5" y="0"/>
                    <a:pt x="1" y="4"/>
                    <a:pt x="1" y="9"/>
                  </a:cubicBezTo>
                  <a:cubicBezTo>
                    <a:pt x="0" y="15"/>
                    <a:pt x="3" y="22"/>
                    <a:pt x="8" y="26"/>
                  </a:cubicBezTo>
                  <a:cubicBezTo>
                    <a:pt x="13" y="31"/>
                    <a:pt x="17" y="30"/>
                    <a:pt x="20" y="27"/>
                  </a:cubicBezTo>
                  <a:cubicBezTo>
                    <a:pt x="27" y="22"/>
                    <a:pt x="20" y="3"/>
                    <a:pt x="10" y="1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19" name="Freeform 510">
              <a:extLst>
                <a:ext uri="{FF2B5EF4-FFF2-40B4-BE49-F238E27FC236}">
                  <a16:creationId xmlns:a16="http://schemas.microsoft.com/office/drawing/2014/main" id="{123FE7F2-5B12-4CC6-BB9E-F505D8278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706"/>
              <a:ext cx="20" cy="34"/>
            </a:xfrm>
            <a:custGeom>
              <a:avLst/>
              <a:gdLst>
                <a:gd name="T0" fmla="*/ 13 w 11"/>
                <a:gd name="T1" fmla="*/ 8 h 18"/>
                <a:gd name="T2" fmla="*/ 7 w 11"/>
                <a:gd name="T3" fmla="*/ 53 h 18"/>
                <a:gd name="T4" fmla="*/ 44 w 11"/>
                <a:gd name="T5" fmla="*/ 113 h 18"/>
                <a:gd name="T6" fmla="*/ 65 w 11"/>
                <a:gd name="T7" fmla="*/ 113 h 18"/>
                <a:gd name="T8" fmla="*/ 65 w 11"/>
                <a:gd name="T9" fmla="*/ 113 h 18"/>
                <a:gd name="T10" fmla="*/ 44 w 11"/>
                <a:gd name="T11" fmla="*/ 113 h 18"/>
                <a:gd name="T12" fmla="*/ 7 w 11"/>
                <a:gd name="T13" fmla="*/ 53 h 18"/>
                <a:gd name="T14" fmla="*/ 13 w 11"/>
                <a:gd name="T15" fmla="*/ 8 h 18"/>
                <a:gd name="T16" fmla="*/ 36 w 11"/>
                <a:gd name="T17" fmla="*/ 8 h 18"/>
                <a:gd name="T18" fmla="*/ 36 w 11"/>
                <a:gd name="T19" fmla="*/ 8 h 18"/>
                <a:gd name="T20" fmla="*/ 13 w 11"/>
                <a:gd name="T21" fmla="*/ 8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0" y="2"/>
                    <a:pt x="0" y="5"/>
                    <a:pt x="1" y="8"/>
                  </a:cubicBezTo>
                  <a:cubicBezTo>
                    <a:pt x="1" y="12"/>
                    <a:pt x="4" y="16"/>
                    <a:pt x="7" y="17"/>
                  </a:cubicBezTo>
                  <a:cubicBezTo>
                    <a:pt x="8" y="18"/>
                    <a:pt x="10" y="18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8"/>
                    <a:pt x="8" y="18"/>
                    <a:pt x="7" y="17"/>
                  </a:cubicBezTo>
                  <a:cubicBezTo>
                    <a:pt x="4" y="16"/>
                    <a:pt x="1" y="12"/>
                    <a:pt x="1" y="8"/>
                  </a:cubicBezTo>
                  <a:cubicBezTo>
                    <a:pt x="0" y="5"/>
                    <a:pt x="1" y="3"/>
                    <a:pt x="2" y="1"/>
                  </a:cubicBezTo>
                  <a:cubicBezTo>
                    <a:pt x="3" y="1"/>
                    <a:pt x="4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0" name="Freeform 511">
              <a:extLst>
                <a:ext uri="{FF2B5EF4-FFF2-40B4-BE49-F238E27FC236}">
                  <a16:creationId xmlns:a16="http://schemas.microsoft.com/office/drawing/2014/main" id="{2A61EBCF-3943-4442-8AA1-74186B9CA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895"/>
              <a:ext cx="45" cy="60"/>
            </a:xfrm>
            <a:custGeom>
              <a:avLst/>
              <a:gdLst>
                <a:gd name="T0" fmla="*/ 128 w 24"/>
                <a:gd name="T1" fmla="*/ 39 h 32"/>
                <a:gd name="T2" fmla="*/ 81 w 24"/>
                <a:gd name="T3" fmla="*/ 15 h 32"/>
                <a:gd name="T4" fmla="*/ 21 w 24"/>
                <a:gd name="T5" fmla="*/ 120 h 32"/>
                <a:gd name="T6" fmla="*/ 113 w 24"/>
                <a:gd name="T7" fmla="*/ 204 h 32"/>
                <a:gd name="T8" fmla="*/ 158 w 24"/>
                <a:gd name="T9" fmla="*/ 152 h 32"/>
                <a:gd name="T10" fmla="*/ 137 w 24"/>
                <a:gd name="T11" fmla="*/ 92 h 32"/>
                <a:gd name="T12" fmla="*/ 128 w 24"/>
                <a:gd name="T13" fmla="*/ 3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2">
                  <a:moveTo>
                    <a:pt x="19" y="6"/>
                  </a:moveTo>
                  <a:cubicBezTo>
                    <a:pt x="17" y="4"/>
                    <a:pt x="14" y="2"/>
                    <a:pt x="12" y="2"/>
                  </a:cubicBezTo>
                  <a:cubicBezTo>
                    <a:pt x="4" y="0"/>
                    <a:pt x="0" y="9"/>
                    <a:pt x="3" y="18"/>
                  </a:cubicBezTo>
                  <a:cubicBezTo>
                    <a:pt x="6" y="27"/>
                    <a:pt x="13" y="32"/>
                    <a:pt x="17" y="31"/>
                  </a:cubicBezTo>
                  <a:cubicBezTo>
                    <a:pt x="22" y="31"/>
                    <a:pt x="24" y="28"/>
                    <a:pt x="24" y="23"/>
                  </a:cubicBezTo>
                  <a:cubicBezTo>
                    <a:pt x="24" y="20"/>
                    <a:pt x="22" y="16"/>
                    <a:pt x="21" y="14"/>
                  </a:cubicBezTo>
                  <a:cubicBezTo>
                    <a:pt x="20" y="11"/>
                    <a:pt x="20" y="8"/>
                    <a:pt x="19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21" name="Freeform 512">
              <a:extLst>
                <a:ext uri="{FF2B5EF4-FFF2-40B4-BE49-F238E27FC236}">
                  <a16:creationId xmlns:a16="http://schemas.microsoft.com/office/drawing/2014/main" id="{9585CD31-DE61-4EE6-833E-F67FC451A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912"/>
              <a:ext cx="17" cy="30"/>
            </a:xfrm>
            <a:custGeom>
              <a:avLst/>
              <a:gdLst>
                <a:gd name="T0" fmla="*/ 15 w 9"/>
                <a:gd name="T1" fmla="*/ 0 h 16"/>
                <a:gd name="T2" fmla="*/ 8 w 9"/>
                <a:gd name="T3" fmla="*/ 39 h 16"/>
                <a:gd name="T4" fmla="*/ 32 w 9"/>
                <a:gd name="T5" fmla="*/ 99 h 16"/>
                <a:gd name="T6" fmla="*/ 60 w 9"/>
                <a:gd name="T7" fmla="*/ 105 h 16"/>
                <a:gd name="T8" fmla="*/ 60 w 9"/>
                <a:gd name="T9" fmla="*/ 105 h 16"/>
                <a:gd name="T10" fmla="*/ 32 w 9"/>
                <a:gd name="T11" fmla="*/ 99 h 16"/>
                <a:gd name="T12" fmla="*/ 8 w 9"/>
                <a:gd name="T13" fmla="*/ 39 h 16"/>
                <a:gd name="T14" fmla="*/ 15 w 9"/>
                <a:gd name="T15" fmla="*/ 0 h 16"/>
                <a:gd name="T16" fmla="*/ 32 w 9"/>
                <a:gd name="T17" fmla="*/ 8 h 16"/>
                <a:gd name="T18" fmla="*/ 32 w 9"/>
                <a:gd name="T19" fmla="*/ 8 h 16"/>
                <a:gd name="T20" fmla="*/ 15 w 9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1" y="10"/>
                    <a:pt x="3" y="14"/>
                    <a:pt x="5" y="15"/>
                  </a:cubicBezTo>
                  <a:cubicBezTo>
                    <a:pt x="6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6"/>
                    <a:pt x="6" y="16"/>
                    <a:pt x="5" y="15"/>
                  </a:cubicBezTo>
                  <a:cubicBezTo>
                    <a:pt x="3" y="14"/>
                    <a:pt x="1" y="10"/>
                    <a:pt x="1" y="6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2" name="Freeform 513">
              <a:extLst>
                <a:ext uri="{FF2B5EF4-FFF2-40B4-BE49-F238E27FC236}">
                  <a16:creationId xmlns:a16="http://schemas.microsoft.com/office/drawing/2014/main" id="{A4F2459C-698A-4632-8C1E-1A8A27E9E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116"/>
              <a:ext cx="39" cy="43"/>
            </a:xfrm>
            <a:custGeom>
              <a:avLst/>
              <a:gdLst>
                <a:gd name="T0" fmla="*/ 113 w 21"/>
                <a:gd name="T1" fmla="*/ 45 h 23"/>
                <a:gd name="T2" fmla="*/ 84 w 21"/>
                <a:gd name="T3" fmla="*/ 7 h 23"/>
                <a:gd name="T4" fmla="*/ 37 w 21"/>
                <a:gd name="T5" fmla="*/ 7 h 23"/>
                <a:gd name="T6" fmla="*/ 32 w 21"/>
                <a:gd name="T7" fmla="*/ 120 h 23"/>
                <a:gd name="T8" fmla="*/ 121 w 21"/>
                <a:gd name="T9" fmla="*/ 125 h 23"/>
                <a:gd name="T10" fmla="*/ 113 w 21"/>
                <a:gd name="T11" fmla="*/ 4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7"/>
                  </a:moveTo>
                  <a:cubicBezTo>
                    <a:pt x="17" y="4"/>
                    <a:pt x="16" y="2"/>
                    <a:pt x="13" y="1"/>
                  </a:cubicBezTo>
                  <a:cubicBezTo>
                    <a:pt x="11" y="0"/>
                    <a:pt x="9" y="0"/>
                    <a:pt x="6" y="1"/>
                  </a:cubicBezTo>
                  <a:cubicBezTo>
                    <a:pt x="1" y="4"/>
                    <a:pt x="0" y="12"/>
                    <a:pt x="5" y="18"/>
                  </a:cubicBezTo>
                  <a:cubicBezTo>
                    <a:pt x="10" y="23"/>
                    <a:pt x="17" y="22"/>
                    <a:pt x="19" y="19"/>
                  </a:cubicBezTo>
                  <a:cubicBezTo>
                    <a:pt x="21" y="15"/>
                    <a:pt x="21" y="13"/>
                    <a:pt x="18" y="7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23" name="Freeform 514">
              <a:extLst>
                <a:ext uri="{FF2B5EF4-FFF2-40B4-BE49-F238E27FC236}">
                  <a16:creationId xmlns:a16="http://schemas.microsoft.com/office/drawing/2014/main" id="{BCCD421C-7254-4161-97B0-F63C8B294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123"/>
              <a:ext cx="19" cy="25"/>
            </a:xfrm>
            <a:custGeom>
              <a:avLst/>
              <a:gdLst>
                <a:gd name="T0" fmla="*/ 68 w 10"/>
                <a:gd name="T1" fmla="*/ 71 h 13"/>
                <a:gd name="T2" fmla="*/ 48 w 10"/>
                <a:gd name="T3" fmla="*/ 92 h 13"/>
                <a:gd name="T4" fmla="*/ 8 w 10"/>
                <a:gd name="T5" fmla="*/ 56 h 13"/>
                <a:gd name="T6" fmla="*/ 15 w 10"/>
                <a:gd name="T7" fmla="*/ 15 h 13"/>
                <a:gd name="T8" fmla="*/ 36 w 10"/>
                <a:gd name="T9" fmla="*/ 8 h 13"/>
                <a:gd name="T10" fmla="*/ 36 w 10"/>
                <a:gd name="T11" fmla="*/ 8 h 13"/>
                <a:gd name="T12" fmla="*/ 15 w 10"/>
                <a:gd name="T13" fmla="*/ 15 h 13"/>
                <a:gd name="T14" fmla="*/ 8 w 10"/>
                <a:gd name="T15" fmla="*/ 56 h 13"/>
                <a:gd name="T16" fmla="*/ 48 w 10"/>
                <a:gd name="T17" fmla="*/ 92 h 13"/>
                <a:gd name="T18" fmla="*/ 68 w 10"/>
                <a:gd name="T19" fmla="*/ 7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10" y="11"/>
                    <a:pt x="9" y="13"/>
                    <a:pt x="7" y="13"/>
                  </a:cubicBezTo>
                  <a:cubicBezTo>
                    <a:pt x="5" y="13"/>
                    <a:pt x="3" y="11"/>
                    <a:pt x="1" y="8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0" y="4"/>
                    <a:pt x="1" y="8"/>
                  </a:cubicBezTo>
                  <a:cubicBezTo>
                    <a:pt x="2" y="11"/>
                    <a:pt x="5" y="13"/>
                    <a:pt x="7" y="13"/>
                  </a:cubicBezTo>
                  <a:cubicBezTo>
                    <a:pt x="9" y="13"/>
                    <a:pt x="10" y="12"/>
                    <a:pt x="10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4" name="Freeform 515">
              <a:extLst>
                <a:ext uri="{FF2B5EF4-FFF2-40B4-BE49-F238E27FC236}">
                  <a16:creationId xmlns:a16="http://schemas.microsoft.com/office/drawing/2014/main" id="{DF91F337-7DE4-410B-81A9-36F78FD62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3168"/>
              <a:ext cx="37" cy="45"/>
            </a:xfrm>
            <a:custGeom>
              <a:avLst/>
              <a:gdLst>
                <a:gd name="T0" fmla="*/ 113 w 20"/>
                <a:gd name="T1" fmla="*/ 53 h 24"/>
                <a:gd name="T2" fmla="*/ 81 w 20"/>
                <a:gd name="T3" fmla="*/ 15 h 24"/>
                <a:gd name="T4" fmla="*/ 31 w 20"/>
                <a:gd name="T5" fmla="*/ 15 h 24"/>
                <a:gd name="T6" fmla="*/ 24 w 20"/>
                <a:gd name="T7" fmla="*/ 120 h 24"/>
                <a:gd name="T8" fmla="*/ 113 w 20"/>
                <a:gd name="T9" fmla="*/ 128 h 24"/>
                <a:gd name="T10" fmla="*/ 113 w 20"/>
                <a:gd name="T11" fmla="*/ 5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8"/>
                  </a:moveTo>
                  <a:cubicBezTo>
                    <a:pt x="16" y="5"/>
                    <a:pt x="15" y="3"/>
                    <a:pt x="13" y="2"/>
                  </a:cubicBezTo>
                  <a:cubicBezTo>
                    <a:pt x="10" y="1"/>
                    <a:pt x="8" y="0"/>
                    <a:pt x="5" y="2"/>
                  </a:cubicBezTo>
                  <a:cubicBezTo>
                    <a:pt x="0" y="5"/>
                    <a:pt x="0" y="13"/>
                    <a:pt x="4" y="18"/>
                  </a:cubicBezTo>
                  <a:cubicBezTo>
                    <a:pt x="9" y="24"/>
                    <a:pt x="16" y="23"/>
                    <a:pt x="18" y="19"/>
                  </a:cubicBezTo>
                  <a:cubicBezTo>
                    <a:pt x="20" y="16"/>
                    <a:pt x="20" y="13"/>
                    <a:pt x="18" y="8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25" name="Freeform 516">
              <a:extLst>
                <a:ext uri="{FF2B5EF4-FFF2-40B4-BE49-F238E27FC236}">
                  <a16:creationId xmlns:a16="http://schemas.microsoft.com/office/drawing/2014/main" id="{A61659DF-262B-4A9B-BC24-EA8D9B596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178"/>
              <a:ext cx="19" cy="24"/>
            </a:xfrm>
            <a:custGeom>
              <a:avLst/>
              <a:gdLst>
                <a:gd name="T0" fmla="*/ 68 w 10"/>
                <a:gd name="T1" fmla="*/ 57 h 13"/>
                <a:gd name="T2" fmla="*/ 48 w 10"/>
                <a:gd name="T3" fmla="*/ 76 h 13"/>
                <a:gd name="T4" fmla="*/ 15 w 10"/>
                <a:gd name="T5" fmla="*/ 44 h 13"/>
                <a:gd name="T6" fmla="*/ 15 w 10"/>
                <a:gd name="T7" fmla="*/ 7 h 13"/>
                <a:gd name="T8" fmla="*/ 40 w 10"/>
                <a:gd name="T9" fmla="*/ 0 h 13"/>
                <a:gd name="T10" fmla="*/ 40 w 10"/>
                <a:gd name="T11" fmla="*/ 0 h 13"/>
                <a:gd name="T12" fmla="*/ 15 w 10"/>
                <a:gd name="T13" fmla="*/ 7 h 13"/>
                <a:gd name="T14" fmla="*/ 8 w 10"/>
                <a:gd name="T15" fmla="*/ 44 h 13"/>
                <a:gd name="T16" fmla="*/ 48 w 10"/>
                <a:gd name="T17" fmla="*/ 76 h 13"/>
                <a:gd name="T18" fmla="*/ 68 w 10"/>
                <a:gd name="T19" fmla="*/ 5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10" y="11"/>
                    <a:pt x="9" y="12"/>
                    <a:pt x="7" y="12"/>
                  </a:cubicBezTo>
                  <a:cubicBezTo>
                    <a:pt x="5" y="12"/>
                    <a:pt x="3" y="11"/>
                    <a:pt x="2" y="7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3" y="11"/>
                    <a:pt x="5" y="13"/>
                    <a:pt x="7" y="12"/>
                  </a:cubicBezTo>
                  <a:cubicBezTo>
                    <a:pt x="9" y="12"/>
                    <a:pt x="10" y="11"/>
                    <a:pt x="10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6" name="Freeform 517">
              <a:extLst>
                <a:ext uri="{FF2B5EF4-FFF2-40B4-BE49-F238E27FC236}">
                  <a16:creationId xmlns:a16="http://schemas.microsoft.com/office/drawing/2014/main" id="{3272B76F-6E47-4738-9940-1BD06AC97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3093"/>
              <a:ext cx="45" cy="49"/>
            </a:xfrm>
            <a:custGeom>
              <a:avLst/>
              <a:gdLst>
                <a:gd name="T0" fmla="*/ 81 w 24"/>
                <a:gd name="T1" fmla="*/ 153 h 26"/>
                <a:gd name="T2" fmla="*/ 158 w 24"/>
                <a:gd name="T3" fmla="*/ 89 h 26"/>
                <a:gd name="T4" fmla="*/ 81 w 24"/>
                <a:gd name="T5" fmla="*/ 8 h 26"/>
                <a:gd name="T6" fmla="*/ 81 w 24"/>
                <a:gd name="T7" fmla="*/ 15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12" y="23"/>
                  </a:moveTo>
                  <a:cubicBezTo>
                    <a:pt x="18" y="26"/>
                    <a:pt x="24" y="21"/>
                    <a:pt x="24" y="13"/>
                  </a:cubicBezTo>
                  <a:cubicBezTo>
                    <a:pt x="24" y="6"/>
                    <a:pt x="19" y="0"/>
                    <a:pt x="12" y="1"/>
                  </a:cubicBezTo>
                  <a:cubicBezTo>
                    <a:pt x="4" y="3"/>
                    <a:pt x="0" y="20"/>
                    <a:pt x="12" y="2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27" name="Freeform 518">
              <a:extLst>
                <a:ext uri="{FF2B5EF4-FFF2-40B4-BE49-F238E27FC236}">
                  <a16:creationId xmlns:a16="http://schemas.microsoft.com/office/drawing/2014/main" id="{B313E05F-BF01-4091-AF98-61C0C8B08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103"/>
              <a:ext cx="24" cy="26"/>
            </a:xfrm>
            <a:custGeom>
              <a:avLst/>
              <a:gdLst>
                <a:gd name="T0" fmla="*/ 76 w 13"/>
                <a:gd name="T1" fmla="*/ 45 h 14"/>
                <a:gd name="T2" fmla="*/ 61 w 13"/>
                <a:gd name="T3" fmla="*/ 76 h 14"/>
                <a:gd name="T4" fmla="*/ 24 w 13"/>
                <a:gd name="T5" fmla="*/ 84 h 14"/>
                <a:gd name="T6" fmla="*/ 7 w 13"/>
                <a:gd name="T7" fmla="*/ 45 h 14"/>
                <a:gd name="T8" fmla="*/ 24 w 13"/>
                <a:gd name="T9" fmla="*/ 0 h 14"/>
                <a:gd name="T10" fmla="*/ 24 w 13"/>
                <a:gd name="T11" fmla="*/ 0 h 14"/>
                <a:gd name="T12" fmla="*/ 7 w 13"/>
                <a:gd name="T13" fmla="*/ 45 h 14"/>
                <a:gd name="T14" fmla="*/ 24 w 13"/>
                <a:gd name="T15" fmla="*/ 84 h 14"/>
                <a:gd name="T16" fmla="*/ 61 w 13"/>
                <a:gd name="T17" fmla="*/ 76 h 14"/>
                <a:gd name="T18" fmla="*/ 76 w 13"/>
                <a:gd name="T19" fmla="*/ 4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4">
                  <a:moveTo>
                    <a:pt x="12" y="7"/>
                  </a:moveTo>
                  <a:cubicBezTo>
                    <a:pt x="13" y="9"/>
                    <a:pt x="12" y="11"/>
                    <a:pt x="10" y="12"/>
                  </a:cubicBezTo>
                  <a:cubicBezTo>
                    <a:pt x="8" y="14"/>
                    <a:pt x="5" y="14"/>
                    <a:pt x="4" y="13"/>
                  </a:cubicBezTo>
                  <a:cubicBezTo>
                    <a:pt x="2" y="12"/>
                    <a:pt x="1" y="9"/>
                    <a:pt x="1" y="7"/>
                  </a:cubicBezTo>
                  <a:cubicBezTo>
                    <a:pt x="1" y="4"/>
                    <a:pt x="2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1" y="4"/>
                    <a:pt x="1" y="7"/>
                  </a:cubicBezTo>
                  <a:cubicBezTo>
                    <a:pt x="0" y="9"/>
                    <a:pt x="2" y="12"/>
                    <a:pt x="4" y="13"/>
                  </a:cubicBezTo>
                  <a:cubicBezTo>
                    <a:pt x="5" y="14"/>
                    <a:pt x="8" y="14"/>
                    <a:pt x="10" y="12"/>
                  </a:cubicBezTo>
                  <a:cubicBezTo>
                    <a:pt x="12" y="11"/>
                    <a:pt x="13" y="9"/>
                    <a:pt x="12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8" name="Freeform 519">
              <a:extLst>
                <a:ext uri="{FF2B5EF4-FFF2-40B4-BE49-F238E27FC236}">
                  <a16:creationId xmlns:a16="http://schemas.microsoft.com/office/drawing/2014/main" id="{784C6E91-4C1D-4453-9D8E-4349A7409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199"/>
              <a:ext cx="48" cy="58"/>
            </a:xfrm>
            <a:custGeom>
              <a:avLst/>
              <a:gdLst>
                <a:gd name="T0" fmla="*/ 81 w 26"/>
                <a:gd name="T1" fmla="*/ 13 h 31"/>
                <a:gd name="T2" fmla="*/ 13 w 26"/>
                <a:gd name="T3" fmla="*/ 52 h 31"/>
                <a:gd name="T4" fmla="*/ 37 w 26"/>
                <a:gd name="T5" fmla="*/ 165 h 31"/>
                <a:gd name="T6" fmla="*/ 113 w 26"/>
                <a:gd name="T7" fmla="*/ 189 h 31"/>
                <a:gd name="T8" fmla="*/ 81 w 26"/>
                <a:gd name="T9" fmla="*/ 1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13" y="2"/>
                  </a:moveTo>
                  <a:cubicBezTo>
                    <a:pt x="8" y="0"/>
                    <a:pt x="4" y="3"/>
                    <a:pt x="2" y="8"/>
                  </a:cubicBezTo>
                  <a:cubicBezTo>
                    <a:pt x="0" y="13"/>
                    <a:pt x="2" y="21"/>
                    <a:pt x="6" y="25"/>
                  </a:cubicBezTo>
                  <a:cubicBezTo>
                    <a:pt x="10" y="31"/>
                    <a:pt x="15" y="31"/>
                    <a:pt x="18" y="29"/>
                  </a:cubicBezTo>
                  <a:cubicBezTo>
                    <a:pt x="26" y="25"/>
                    <a:pt x="22" y="5"/>
                    <a:pt x="13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29" name="Freeform 520">
              <a:extLst>
                <a:ext uri="{FF2B5EF4-FFF2-40B4-BE49-F238E27FC236}">
                  <a16:creationId xmlns:a16="http://schemas.microsoft.com/office/drawing/2014/main" id="{9A6F0BB4-5B46-4793-B21E-D07806D37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210"/>
              <a:ext cx="16" cy="34"/>
            </a:xfrm>
            <a:custGeom>
              <a:avLst/>
              <a:gdLst>
                <a:gd name="T0" fmla="*/ 16 w 9"/>
                <a:gd name="T1" fmla="*/ 0 h 18"/>
                <a:gd name="T2" fmla="*/ 0 w 9"/>
                <a:gd name="T3" fmla="*/ 47 h 18"/>
                <a:gd name="T4" fmla="*/ 28 w 9"/>
                <a:gd name="T5" fmla="*/ 113 h 18"/>
                <a:gd name="T6" fmla="*/ 50 w 9"/>
                <a:gd name="T7" fmla="*/ 121 h 18"/>
                <a:gd name="T8" fmla="*/ 50 w 9"/>
                <a:gd name="T9" fmla="*/ 121 h 18"/>
                <a:gd name="T10" fmla="*/ 28 w 9"/>
                <a:gd name="T11" fmla="*/ 113 h 18"/>
                <a:gd name="T12" fmla="*/ 7 w 9"/>
                <a:gd name="T13" fmla="*/ 47 h 18"/>
                <a:gd name="T14" fmla="*/ 16 w 9"/>
                <a:gd name="T15" fmla="*/ 0 h 18"/>
                <a:gd name="T16" fmla="*/ 36 w 9"/>
                <a:gd name="T17" fmla="*/ 8 h 18"/>
                <a:gd name="T18" fmla="*/ 36 w 9"/>
                <a:gd name="T19" fmla="*/ 8 h 18"/>
                <a:gd name="T20" fmla="*/ 16 w 9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8">
                  <a:moveTo>
                    <a:pt x="3" y="0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0" y="11"/>
                    <a:pt x="2" y="15"/>
                    <a:pt x="5" y="17"/>
                  </a:cubicBezTo>
                  <a:cubicBezTo>
                    <a:pt x="6" y="18"/>
                    <a:pt x="8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8" y="18"/>
                    <a:pt x="6" y="18"/>
                    <a:pt x="5" y="17"/>
                  </a:cubicBezTo>
                  <a:cubicBezTo>
                    <a:pt x="2" y="15"/>
                    <a:pt x="1" y="10"/>
                    <a:pt x="1" y="7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0" name="Freeform 521">
              <a:extLst>
                <a:ext uri="{FF2B5EF4-FFF2-40B4-BE49-F238E27FC236}">
                  <a16:creationId xmlns:a16="http://schemas.microsoft.com/office/drawing/2014/main" id="{F45E423F-FD90-4398-A974-BE52F1F4B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25"/>
              <a:ext cx="42" cy="52"/>
            </a:xfrm>
            <a:custGeom>
              <a:avLst/>
              <a:gdLst>
                <a:gd name="T0" fmla="*/ 76 w 22"/>
                <a:gd name="T1" fmla="*/ 7 h 28"/>
                <a:gd name="T2" fmla="*/ 8 w 22"/>
                <a:gd name="T3" fmla="*/ 45 h 28"/>
                <a:gd name="T4" fmla="*/ 36 w 22"/>
                <a:gd name="T5" fmla="*/ 149 h 28"/>
                <a:gd name="T6" fmla="*/ 105 w 22"/>
                <a:gd name="T7" fmla="*/ 165 h 28"/>
                <a:gd name="T8" fmla="*/ 76 w 22"/>
                <a:gd name="T9" fmla="*/ 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1" y="1"/>
                  </a:moveTo>
                  <a:cubicBezTo>
                    <a:pt x="6" y="0"/>
                    <a:pt x="3" y="3"/>
                    <a:pt x="1" y="7"/>
                  </a:cubicBezTo>
                  <a:cubicBezTo>
                    <a:pt x="0" y="12"/>
                    <a:pt x="2" y="18"/>
                    <a:pt x="5" y="23"/>
                  </a:cubicBezTo>
                  <a:cubicBezTo>
                    <a:pt x="8" y="28"/>
                    <a:pt x="12" y="27"/>
                    <a:pt x="15" y="26"/>
                  </a:cubicBezTo>
                  <a:cubicBezTo>
                    <a:pt x="22" y="22"/>
                    <a:pt x="19" y="5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31" name="Freeform 522">
              <a:extLst>
                <a:ext uri="{FF2B5EF4-FFF2-40B4-BE49-F238E27FC236}">
                  <a16:creationId xmlns:a16="http://schemas.microsoft.com/office/drawing/2014/main" id="{2C17E758-745E-4895-8590-653F60D80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234"/>
              <a:ext cx="13" cy="30"/>
            </a:xfrm>
            <a:custGeom>
              <a:avLst/>
              <a:gdLst>
                <a:gd name="T0" fmla="*/ 13 w 7"/>
                <a:gd name="T1" fmla="*/ 8 h 16"/>
                <a:gd name="T2" fmla="*/ 0 w 7"/>
                <a:gd name="T3" fmla="*/ 45 h 16"/>
                <a:gd name="T4" fmla="*/ 24 w 7"/>
                <a:gd name="T5" fmla="*/ 105 h 16"/>
                <a:gd name="T6" fmla="*/ 45 w 7"/>
                <a:gd name="T7" fmla="*/ 105 h 16"/>
                <a:gd name="T8" fmla="*/ 45 w 7"/>
                <a:gd name="T9" fmla="*/ 105 h 16"/>
                <a:gd name="T10" fmla="*/ 24 w 7"/>
                <a:gd name="T11" fmla="*/ 99 h 16"/>
                <a:gd name="T12" fmla="*/ 0 w 7"/>
                <a:gd name="T13" fmla="*/ 45 h 16"/>
                <a:gd name="T14" fmla="*/ 13 w 7"/>
                <a:gd name="T15" fmla="*/ 8 h 16"/>
                <a:gd name="T16" fmla="*/ 32 w 7"/>
                <a:gd name="T17" fmla="*/ 8 h 16"/>
                <a:gd name="T18" fmla="*/ 32 w 7"/>
                <a:gd name="T19" fmla="*/ 8 h 16"/>
                <a:gd name="T20" fmla="*/ 13 w 7"/>
                <a:gd name="T21" fmla="*/ 8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6">
                  <a:moveTo>
                    <a:pt x="2" y="1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0" y="10"/>
                    <a:pt x="1" y="14"/>
                    <a:pt x="4" y="16"/>
                  </a:cubicBezTo>
                  <a:cubicBezTo>
                    <a:pt x="5" y="16"/>
                    <a:pt x="6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5" y="16"/>
                    <a:pt x="4" y="15"/>
                  </a:cubicBezTo>
                  <a:cubicBezTo>
                    <a:pt x="2" y="14"/>
                    <a:pt x="0" y="10"/>
                    <a:pt x="0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2" name="Freeform 523">
              <a:extLst>
                <a:ext uri="{FF2B5EF4-FFF2-40B4-BE49-F238E27FC236}">
                  <a16:creationId xmlns:a16="http://schemas.microsoft.com/office/drawing/2014/main" id="{9B1BAF81-6338-4637-9A28-2F51B7903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270"/>
              <a:ext cx="43" cy="41"/>
            </a:xfrm>
            <a:custGeom>
              <a:avLst/>
              <a:gdLst>
                <a:gd name="T0" fmla="*/ 112 w 23"/>
                <a:gd name="T1" fmla="*/ 21 h 22"/>
                <a:gd name="T2" fmla="*/ 60 w 23"/>
                <a:gd name="T3" fmla="*/ 7 h 22"/>
                <a:gd name="T4" fmla="*/ 21 w 23"/>
                <a:gd name="T5" fmla="*/ 32 h 22"/>
                <a:gd name="T6" fmla="*/ 73 w 23"/>
                <a:gd name="T7" fmla="*/ 121 h 22"/>
                <a:gd name="T8" fmla="*/ 150 w 23"/>
                <a:gd name="T9" fmla="*/ 84 h 22"/>
                <a:gd name="T10" fmla="*/ 112 w 23"/>
                <a:gd name="T11" fmla="*/ 2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4" y="1"/>
                    <a:pt x="12" y="0"/>
                    <a:pt x="9" y="1"/>
                  </a:cubicBezTo>
                  <a:cubicBezTo>
                    <a:pt x="7" y="1"/>
                    <a:pt x="4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2"/>
                    <a:pt x="23" y="17"/>
                    <a:pt x="23" y="13"/>
                  </a:cubicBezTo>
                  <a:cubicBezTo>
                    <a:pt x="23" y="9"/>
                    <a:pt x="21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33" name="Freeform 524">
              <a:extLst>
                <a:ext uri="{FF2B5EF4-FFF2-40B4-BE49-F238E27FC236}">
                  <a16:creationId xmlns:a16="http://schemas.microsoft.com/office/drawing/2014/main" id="{0D9AC0B3-699E-428B-B7BD-424C0C530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279"/>
              <a:ext cx="22" cy="21"/>
            </a:xfrm>
            <a:custGeom>
              <a:avLst/>
              <a:gdLst>
                <a:gd name="T0" fmla="*/ 68 w 12"/>
                <a:gd name="T1" fmla="*/ 36 h 11"/>
                <a:gd name="T2" fmla="*/ 61 w 12"/>
                <a:gd name="T3" fmla="*/ 61 h 11"/>
                <a:gd name="T4" fmla="*/ 20 w 12"/>
                <a:gd name="T5" fmla="*/ 55 h 11"/>
                <a:gd name="T6" fmla="*/ 0 w 12"/>
                <a:gd name="T7" fmla="*/ 21 h 11"/>
                <a:gd name="T8" fmla="*/ 13 w 12"/>
                <a:gd name="T9" fmla="*/ 0 h 11"/>
                <a:gd name="T10" fmla="*/ 13 w 12"/>
                <a:gd name="T11" fmla="*/ 0 h 11"/>
                <a:gd name="T12" fmla="*/ 0 w 12"/>
                <a:gd name="T13" fmla="*/ 21 h 11"/>
                <a:gd name="T14" fmla="*/ 20 w 12"/>
                <a:gd name="T15" fmla="*/ 55 h 11"/>
                <a:gd name="T16" fmla="*/ 61 w 12"/>
                <a:gd name="T17" fmla="*/ 61 h 11"/>
                <a:gd name="T18" fmla="*/ 68 w 12"/>
                <a:gd name="T19" fmla="*/ 3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4" name="Freeform 525">
              <a:extLst>
                <a:ext uri="{FF2B5EF4-FFF2-40B4-BE49-F238E27FC236}">
                  <a16:creationId xmlns:a16="http://schemas.microsoft.com/office/drawing/2014/main" id="{6D7F2C89-B3B9-4D11-BFBE-4BD514BB4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318"/>
              <a:ext cx="43" cy="44"/>
            </a:xfrm>
            <a:custGeom>
              <a:avLst/>
              <a:gdLst>
                <a:gd name="T0" fmla="*/ 120 w 23"/>
                <a:gd name="T1" fmla="*/ 29 h 23"/>
                <a:gd name="T2" fmla="*/ 73 w 23"/>
                <a:gd name="T3" fmla="*/ 0 h 23"/>
                <a:gd name="T4" fmla="*/ 24 w 23"/>
                <a:gd name="T5" fmla="*/ 21 h 23"/>
                <a:gd name="T6" fmla="*/ 60 w 23"/>
                <a:gd name="T7" fmla="*/ 132 h 23"/>
                <a:gd name="T8" fmla="*/ 144 w 23"/>
                <a:gd name="T9" fmla="*/ 105 h 23"/>
                <a:gd name="T10" fmla="*/ 120 w 23"/>
                <a:gd name="T11" fmla="*/ 2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3" y="15"/>
                    <a:pt x="9" y="19"/>
                  </a:cubicBezTo>
                  <a:cubicBezTo>
                    <a:pt x="15" y="23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35" name="Freeform 526">
              <a:extLst>
                <a:ext uri="{FF2B5EF4-FFF2-40B4-BE49-F238E27FC236}">
                  <a16:creationId xmlns:a16="http://schemas.microsoft.com/office/drawing/2014/main" id="{5B16DD5F-021E-46C2-A9A1-0227C4C00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326"/>
              <a:ext cx="20" cy="22"/>
            </a:xfrm>
            <a:custGeom>
              <a:avLst/>
              <a:gdLst>
                <a:gd name="T0" fmla="*/ 65 w 11"/>
                <a:gd name="T1" fmla="*/ 44 h 12"/>
                <a:gd name="T2" fmla="*/ 53 w 11"/>
                <a:gd name="T3" fmla="*/ 68 h 12"/>
                <a:gd name="T4" fmla="*/ 13 w 11"/>
                <a:gd name="T5" fmla="*/ 57 h 12"/>
                <a:gd name="T6" fmla="*/ 7 w 11"/>
                <a:gd name="T7" fmla="*/ 20 h 12"/>
                <a:gd name="T8" fmla="*/ 24 w 11"/>
                <a:gd name="T9" fmla="*/ 0 h 12"/>
                <a:gd name="T10" fmla="*/ 24 w 11"/>
                <a:gd name="T11" fmla="*/ 0 h 12"/>
                <a:gd name="T12" fmla="*/ 0 w 11"/>
                <a:gd name="T13" fmla="*/ 20 h 12"/>
                <a:gd name="T14" fmla="*/ 13 w 11"/>
                <a:gd name="T15" fmla="*/ 57 h 12"/>
                <a:gd name="T16" fmla="*/ 53 w 11"/>
                <a:gd name="T17" fmla="*/ 73 h 12"/>
                <a:gd name="T18" fmla="*/ 65 w 11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2"/>
                    <a:pt x="2" y="9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1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6" name="Freeform 527">
              <a:extLst>
                <a:ext uri="{FF2B5EF4-FFF2-40B4-BE49-F238E27FC236}">
                  <a16:creationId xmlns:a16="http://schemas.microsoft.com/office/drawing/2014/main" id="{F785BE2E-A53A-43E8-BF8B-A3287E45D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322"/>
              <a:ext cx="41" cy="53"/>
            </a:xfrm>
            <a:custGeom>
              <a:avLst/>
              <a:gdLst>
                <a:gd name="T0" fmla="*/ 73 w 22"/>
                <a:gd name="T1" fmla="*/ 8 h 28"/>
                <a:gd name="T2" fmla="*/ 7 w 22"/>
                <a:gd name="T3" fmla="*/ 47 h 28"/>
                <a:gd name="T4" fmla="*/ 32 w 22"/>
                <a:gd name="T5" fmla="*/ 151 h 28"/>
                <a:gd name="T6" fmla="*/ 104 w 22"/>
                <a:gd name="T7" fmla="*/ 176 h 28"/>
                <a:gd name="T8" fmla="*/ 73 w 22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1" y="1"/>
                  </a:moveTo>
                  <a:cubicBezTo>
                    <a:pt x="6" y="0"/>
                    <a:pt x="3" y="2"/>
                    <a:pt x="1" y="7"/>
                  </a:cubicBezTo>
                  <a:cubicBezTo>
                    <a:pt x="0" y="12"/>
                    <a:pt x="2" y="18"/>
                    <a:pt x="5" y="22"/>
                  </a:cubicBezTo>
                  <a:cubicBezTo>
                    <a:pt x="9" y="28"/>
                    <a:pt x="12" y="27"/>
                    <a:pt x="16" y="26"/>
                  </a:cubicBezTo>
                  <a:cubicBezTo>
                    <a:pt x="22" y="22"/>
                    <a:pt x="19" y="5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37" name="Freeform 528">
              <a:extLst>
                <a:ext uri="{FF2B5EF4-FFF2-40B4-BE49-F238E27FC236}">
                  <a16:creationId xmlns:a16="http://schemas.microsoft.com/office/drawing/2014/main" id="{5C030791-4C11-4E17-96DD-2DF049C2E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332"/>
              <a:ext cx="13" cy="30"/>
            </a:xfrm>
            <a:custGeom>
              <a:avLst/>
              <a:gdLst>
                <a:gd name="T0" fmla="*/ 13 w 7"/>
                <a:gd name="T1" fmla="*/ 0 h 16"/>
                <a:gd name="T2" fmla="*/ 0 w 7"/>
                <a:gd name="T3" fmla="*/ 39 h 16"/>
                <a:gd name="T4" fmla="*/ 24 w 7"/>
                <a:gd name="T5" fmla="*/ 99 h 16"/>
                <a:gd name="T6" fmla="*/ 45 w 7"/>
                <a:gd name="T7" fmla="*/ 105 h 16"/>
                <a:gd name="T8" fmla="*/ 45 w 7"/>
                <a:gd name="T9" fmla="*/ 105 h 16"/>
                <a:gd name="T10" fmla="*/ 24 w 7"/>
                <a:gd name="T11" fmla="*/ 99 h 16"/>
                <a:gd name="T12" fmla="*/ 0 w 7"/>
                <a:gd name="T13" fmla="*/ 39 h 16"/>
                <a:gd name="T14" fmla="*/ 13 w 7"/>
                <a:gd name="T15" fmla="*/ 8 h 16"/>
                <a:gd name="T16" fmla="*/ 32 w 7"/>
                <a:gd name="T17" fmla="*/ 8 h 16"/>
                <a:gd name="T18" fmla="*/ 32 w 7"/>
                <a:gd name="T19" fmla="*/ 8 h 16"/>
                <a:gd name="T20" fmla="*/ 13 w 7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6">
                  <a:moveTo>
                    <a:pt x="2" y="0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0" y="10"/>
                    <a:pt x="2" y="14"/>
                    <a:pt x="4" y="15"/>
                  </a:cubicBezTo>
                  <a:cubicBezTo>
                    <a:pt x="5" y="16"/>
                    <a:pt x="6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5" y="16"/>
                    <a:pt x="4" y="15"/>
                  </a:cubicBezTo>
                  <a:cubicBezTo>
                    <a:pt x="2" y="14"/>
                    <a:pt x="0" y="9"/>
                    <a:pt x="0" y="6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8" name="Freeform 529">
              <a:extLst>
                <a:ext uri="{FF2B5EF4-FFF2-40B4-BE49-F238E27FC236}">
                  <a16:creationId xmlns:a16="http://schemas.microsoft.com/office/drawing/2014/main" id="{9042A9E9-E4C9-49C6-826A-A6677E07F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494"/>
              <a:ext cx="43" cy="42"/>
            </a:xfrm>
            <a:custGeom>
              <a:avLst/>
              <a:gdLst>
                <a:gd name="T0" fmla="*/ 120 w 23"/>
                <a:gd name="T1" fmla="*/ 29 h 22"/>
                <a:gd name="T2" fmla="*/ 73 w 23"/>
                <a:gd name="T3" fmla="*/ 0 h 22"/>
                <a:gd name="T4" fmla="*/ 24 w 23"/>
                <a:gd name="T5" fmla="*/ 15 h 22"/>
                <a:gd name="T6" fmla="*/ 60 w 23"/>
                <a:gd name="T7" fmla="*/ 124 h 22"/>
                <a:gd name="T8" fmla="*/ 144 w 23"/>
                <a:gd name="T9" fmla="*/ 105 h 22"/>
                <a:gd name="T10" fmla="*/ 120 w 23"/>
                <a:gd name="T11" fmla="*/ 29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3" y="15"/>
                    <a:pt x="9" y="18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3" y="10"/>
                    <a:pt x="22" y="9"/>
                    <a:pt x="18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39" name="Freeform 530">
              <a:extLst>
                <a:ext uri="{FF2B5EF4-FFF2-40B4-BE49-F238E27FC236}">
                  <a16:creationId xmlns:a16="http://schemas.microsoft.com/office/drawing/2014/main" id="{540AD4F3-04B4-4A04-9406-71BDB13F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502"/>
              <a:ext cx="21" cy="22"/>
            </a:xfrm>
            <a:custGeom>
              <a:avLst/>
              <a:gdLst>
                <a:gd name="T0" fmla="*/ 76 w 11"/>
                <a:gd name="T1" fmla="*/ 44 h 12"/>
                <a:gd name="T2" fmla="*/ 61 w 11"/>
                <a:gd name="T3" fmla="*/ 68 h 12"/>
                <a:gd name="T4" fmla="*/ 15 w 11"/>
                <a:gd name="T5" fmla="*/ 51 h 12"/>
                <a:gd name="T6" fmla="*/ 8 w 11"/>
                <a:gd name="T7" fmla="*/ 13 h 12"/>
                <a:gd name="T8" fmla="*/ 21 w 11"/>
                <a:gd name="T9" fmla="*/ 0 h 12"/>
                <a:gd name="T10" fmla="*/ 21 w 11"/>
                <a:gd name="T11" fmla="*/ 0 h 12"/>
                <a:gd name="T12" fmla="*/ 0 w 11"/>
                <a:gd name="T13" fmla="*/ 13 h 12"/>
                <a:gd name="T14" fmla="*/ 15 w 11"/>
                <a:gd name="T15" fmla="*/ 51 h 12"/>
                <a:gd name="T16" fmla="*/ 61 w 11"/>
                <a:gd name="T17" fmla="*/ 68 h 12"/>
                <a:gd name="T18" fmla="*/ 76 w 11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0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0" name="Freeform 531">
              <a:extLst>
                <a:ext uri="{FF2B5EF4-FFF2-40B4-BE49-F238E27FC236}">
                  <a16:creationId xmlns:a16="http://schemas.microsoft.com/office/drawing/2014/main" id="{03ED1165-C9C6-4A4A-8611-8C65874DC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348"/>
              <a:ext cx="43" cy="42"/>
            </a:xfrm>
            <a:custGeom>
              <a:avLst/>
              <a:gdLst>
                <a:gd name="T0" fmla="*/ 120 w 23"/>
                <a:gd name="T1" fmla="*/ 29 h 22"/>
                <a:gd name="T2" fmla="*/ 73 w 23"/>
                <a:gd name="T3" fmla="*/ 0 h 22"/>
                <a:gd name="T4" fmla="*/ 24 w 23"/>
                <a:gd name="T5" fmla="*/ 21 h 22"/>
                <a:gd name="T6" fmla="*/ 60 w 23"/>
                <a:gd name="T7" fmla="*/ 132 h 22"/>
                <a:gd name="T8" fmla="*/ 144 w 23"/>
                <a:gd name="T9" fmla="*/ 105 h 22"/>
                <a:gd name="T10" fmla="*/ 120 w 23"/>
                <a:gd name="T11" fmla="*/ 29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2" y="15"/>
                    <a:pt x="9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41" name="Freeform 532">
              <a:extLst>
                <a:ext uri="{FF2B5EF4-FFF2-40B4-BE49-F238E27FC236}">
                  <a16:creationId xmlns:a16="http://schemas.microsoft.com/office/drawing/2014/main" id="{D5688CAF-600F-46D1-836C-46015E6F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356"/>
              <a:ext cx="21" cy="22"/>
            </a:xfrm>
            <a:custGeom>
              <a:avLst/>
              <a:gdLst>
                <a:gd name="T0" fmla="*/ 76 w 11"/>
                <a:gd name="T1" fmla="*/ 44 h 12"/>
                <a:gd name="T2" fmla="*/ 61 w 11"/>
                <a:gd name="T3" fmla="*/ 68 h 12"/>
                <a:gd name="T4" fmla="*/ 15 w 11"/>
                <a:gd name="T5" fmla="*/ 51 h 12"/>
                <a:gd name="T6" fmla="*/ 8 w 11"/>
                <a:gd name="T7" fmla="*/ 20 h 12"/>
                <a:gd name="T8" fmla="*/ 21 w 11"/>
                <a:gd name="T9" fmla="*/ 0 h 12"/>
                <a:gd name="T10" fmla="*/ 21 w 11"/>
                <a:gd name="T11" fmla="*/ 0 h 12"/>
                <a:gd name="T12" fmla="*/ 0 w 11"/>
                <a:gd name="T13" fmla="*/ 13 h 12"/>
                <a:gd name="T14" fmla="*/ 15 w 11"/>
                <a:gd name="T15" fmla="*/ 51 h 12"/>
                <a:gd name="T16" fmla="*/ 61 w 11"/>
                <a:gd name="T17" fmla="*/ 68 h 12"/>
                <a:gd name="T18" fmla="*/ 76 w 11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4" y="12"/>
                    <a:pt x="7" y="12"/>
                    <a:pt x="9" y="11"/>
                  </a:cubicBezTo>
                  <a:cubicBezTo>
                    <a:pt x="10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2" name="Freeform 533">
              <a:extLst>
                <a:ext uri="{FF2B5EF4-FFF2-40B4-BE49-F238E27FC236}">
                  <a16:creationId xmlns:a16="http://schemas.microsoft.com/office/drawing/2014/main" id="{75D8F4CC-7A1E-417E-9F6B-DC55931F2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466"/>
              <a:ext cx="39" cy="45"/>
            </a:xfrm>
            <a:custGeom>
              <a:avLst/>
              <a:gdLst>
                <a:gd name="T0" fmla="*/ 110 w 21"/>
                <a:gd name="T1" fmla="*/ 120 h 24"/>
                <a:gd name="T2" fmla="*/ 121 w 21"/>
                <a:gd name="T3" fmla="*/ 137 h 24"/>
                <a:gd name="T4" fmla="*/ 113 w 21"/>
                <a:gd name="T5" fmla="*/ 152 h 24"/>
                <a:gd name="T6" fmla="*/ 104 w 21"/>
                <a:gd name="T7" fmla="*/ 144 h 24"/>
                <a:gd name="T8" fmla="*/ 84 w 21"/>
                <a:gd name="T9" fmla="*/ 158 h 24"/>
                <a:gd name="T10" fmla="*/ 65 w 21"/>
                <a:gd name="T11" fmla="*/ 144 h 24"/>
                <a:gd name="T12" fmla="*/ 52 w 21"/>
                <a:gd name="T13" fmla="*/ 120 h 24"/>
                <a:gd name="T14" fmla="*/ 37 w 21"/>
                <a:gd name="T15" fmla="*/ 113 h 24"/>
                <a:gd name="T16" fmla="*/ 24 w 21"/>
                <a:gd name="T17" fmla="*/ 99 h 24"/>
                <a:gd name="T18" fmla="*/ 24 w 21"/>
                <a:gd name="T19" fmla="*/ 73 h 24"/>
                <a:gd name="T20" fmla="*/ 7 w 21"/>
                <a:gd name="T21" fmla="*/ 60 h 24"/>
                <a:gd name="T22" fmla="*/ 32 w 21"/>
                <a:gd name="T23" fmla="*/ 21 h 24"/>
                <a:gd name="T24" fmla="*/ 45 w 21"/>
                <a:gd name="T25" fmla="*/ 8 h 24"/>
                <a:gd name="T26" fmla="*/ 69 w 21"/>
                <a:gd name="T27" fmla="*/ 15 h 24"/>
                <a:gd name="T28" fmla="*/ 84 w 21"/>
                <a:gd name="T29" fmla="*/ 0 h 24"/>
                <a:gd name="T30" fmla="*/ 97 w 21"/>
                <a:gd name="T31" fmla="*/ 15 h 24"/>
                <a:gd name="T32" fmla="*/ 84 w 21"/>
                <a:gd name="T33" fmla="*/ 28 h 24"/>
                <a:gd name="T34" fmla="*/ 97 w 21"/>
                <a:gd name="T35" fmla="*/ 39 h 24"/>
                <a:gd name="T36" fmla="*/ 89 w 21"/>
                <a:gd name="T37" fmla="*/ 53 h 24"/>
                <a:gd name="T38" fmla="*/ 97 w 21"/>
                <a:gd name="T39" fmla="*/ 73 h 24"/>
                <a:gd name="T40" fmla="*/ 97 w 21"/>
                <a:gd name="T41" fmla="*/ 92 h 24"/>
                <a:gd name="T42" fmla="*/ 110 w 21"/>
                <a:gd name="T43" fmla="*/ 120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" h="24">
                  <a:moveTo>
                    <a:pt x="17" y="18"/>
                  </a:moveTo>
                  <a:cubicBezTo>
                    <a:pt x="18" y="20"/>
                    <a:pt x="21" y="19"/>
                    <a:pt x="19" y="21"/>
                  </a:cubicBezTo>
                  <a:cubicBezTo>
                    <a:pt x="19" y="22"/>
                    <a:pt x="18" y="23"/>
                    <a:pt x="18" y="23"/>
                  </a:cubicBezTo>
                  <a:cubicBezTo>
                    <a:pt x="17" y="23"/>
                    <a:pt x="16" y="22"/>
                    <a:pt x="16" y="22"/>
                  </a:cubicBezTo>
                  <a:cubicBezTo>
                    <a:pt x="15" y="22"/>
                    <a:pt x="14" y="23"/>
                    <a:pt x="13" y="24"/>
                  </a:cubicBezTo>
                  <a:cubicBezTo>
                    <a:pt x="12" y="24"/>
                    <a:pt x="12" y="22"/>
                    <a:pt x="10" y="22"/>
                  </a:cubicBezTo>
                  <a:cubicBezTo>
                    <a:pt x="9" y="22"/>
                    <a:pt x="8" y="19"/>
                    <a:pt x="8" y="18"/>
                  </a:cubicBezTo>
                  <a:cubicBezTo>
                    <a:pt x="7" y="17"/>
                    <a:pt x="6" y="18"/>
                    <a:pt x="6" y="17"/>
                  </a:cubicBezTo>
                  <a:cubicBezTo>
                    <a:pt x="5" y="17"/>
                    <a:pt x="4" y="16"/>
                    <a:pt x="4" y="15"/>
                  </a:cubicBezTo>
                  <a:cubicBezTo>
                    <a:pt x="3" y="13"/>
                    <a:pt x="4" y="13"/>
                    <a:pt x="4" y="11"/>
                  </a:cubicBezTo>
                  <a:cubicBezTo>
                    <a:pt x="4" y="10"/>
                    <a:pt x="2" y="10"/>
                    <a:pt x="1" y="9"/>
                  </a:cubicBezTo>
                  <a:cubicBezTo>
                    <a:pt x="0" y="6"/>
                    <a:pt x="3" y="4"/>
                    <a:pt x="5" y="3"/>
                  </a:cubicBezTo>
                  <a:cubicBezTo>
                    <a:pt x="6" y="2"/>
                    <a:pt x="6" y="1"/>
                    <a:pt x="7" y="1"/>
                  </a:cubicBezTo>
                  <a:cubicBezTo>
                    <a:pt x="9" y="0"/>
                    <a:pt x="10" y="1"/>
                    <a:pt x="11" y="2"/>
                  </a:cubicBezTo>
                  <a:cubicBezTo>
                    <a:pt x="13" y="2"/>
                    <a:pt x="12" y="1"/>
                    <a:pt x="13" y="0"/>
                  </a:cubicBezTo>
                  <a:cubicBezTo>
                    <a:pt x="15" y="0"/>
                    <a:pt x="16" y="1"/>
                    <a:pt x="15" y="2"/>
                  </a:cubicBezTo>
                  <a:cubicBezTo>
                    <a:pt x="14" y="3"/>
                    <a:pt x="13" y="3"/>
                    <a:pt x="13" y="4"/>
                  </a:cubicBezTo>
                  <a:cubicBezTo>
                    <a:pt x="13" y="4"/>
                    <a:pt x="14" y="5"/>
                    <a:pt x="15" y="6"/>
                  </a:cubicBezTo>
                  <a:cubicBezTo>
                    <a:pt x="15" y="7"/>
                    <a:pt x="14" y="7"/>
                    <a:pt x="14" y="8"/>
                  </a:cubicBezTo>
                  <a:cubicBezTo>
                    <a:pt x="13" y="10"/>
                    <a:pt x="14" y="10"/>
                    <a:pt x="15" y="11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3" y="17"/>
                    <a:pt x="17" y="16"/>
                    <a:pt x="17" y="1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3" name="Freeform 534">
              <a:extLst>
                <a:ext uri="{FF2B5EF4-FFF2-40B4-BE49-F238E27FC236}">
                  <a16:creationId xmlns:a16="http://schemas.microsoft.com/office/drawing/2014/main" id="{E9D0FB0A-EC7F-4D6E-B5EC-BA7CF8BB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472"/>
              <a:ext cx="5" cy="15"/>
            </a:xfrm>
            <a:custGeom>
              <a:avLst/>
              <a:gdLst>
                <a:gd name="T0" fmla="*/ 13 w 3"/>
                <a:gd name="T1" fmla="*/ 8 h 8"/>
                <a:gd name="T2" fmla="*/ 0 w 3"/>
                <a:gd name="T3" fmla="*/ 32 h 8"/>
                <a:gd name="T4" fmla="*/ 8 w 3"/>
                <a:gd name="T5" fmla="*/ 53 h 8"/>
                <a:gd name="T6" fmla="*/ 8 w 3"/>
                <a:gd name="T7" fmla="*/ 39 h 8"/>
                <a:gd name="T8" fmla="*/ 5 w 3"/>
                <a:gd name="T9" fmla="*/ 32 h 8"/>
                <a:gd name="T10" fmla="*/ 13 w 3"/>
                <a:gd name="T11" fmla="*/ 15 h 8"/>
                <a:gd name="T12" fmla="*/ 13 w 3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8">
                  <a:moveTo>
                    <a:pt x="3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6"/>
                    <a:pt x="2" y="7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6"/>
                    <a:pt x="1" y="6"/>
                    <a:pt x="1" y="5"/>
                  </a:cubicBezTo>
                  <a:cubicBezTo>
                    <a:pt x="1" y="4"/>
                    <a:pt x="3" y="4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4" name="Freeform 535">
              <a:extLst>
                <a:ext uri="{FF2B5EF4-FFF2-40B4-BE49-F238E27FC236}">
                  <a16:creationId xmlns:a16="http://schemas.microsoft.com/office/drawing/2014/main" id="{5CEC0250-4C5D-460F-86D2-2BB52394A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491"/>
              <a:ext cx="10" cy="11"/>
            </a:xfrm>
            <a:custGeom>
              <a:avLst/>
              <a:gdLst>
                <a:gd name="T0" fmla="*/ 8 w 5"/>
                <a:gd name="T1" fmla="*/ 0 h 6"/>
                <a:gd name="T2" fmla="*/ 16 w 5"/>
                <a:gd name="T3" fmla="*/ 24 h 6"/>
                <a:gd name="T4" fmla="*/ 40 w 5"/>
                <a:gd name="T5" fmla="*/ 37 h 6"/>
                <a:gd name="T6" fmla="*/ 24 w 5"/>
                <a:gd name="T7" fmla="*/ 20 h 6"/>
                <a:gd name="T8" fmla="*/ 8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4"/>
                    <a:pt x="4" y="4"/>
                    <a:pt x="5" y="6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3" y="3"/>
                    <a:pt x="0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5" name="Freeform 536">
              <a:extLst>
                <a:ext uri="{FF2B5EF4-FFF2-40B4-BE49-F238E27FC236}">
                  <a16:creationId xmlns:a16="http://schemas.microsoft.com/office/drawing/2014/main" id="{2938747B-F88C-46F4-89C0-863726ABF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485"/>
              <a:ext cx="4" cy="9"/>
            </a:xfrm>
            <a:custGeom>
              <a:avLst/>
              <a:gdLst>
                <a:gd name="T0" fmla="*/ 8 w 2"/>
                <a:gd name="T1" fmla="*/ 7 h 5"/>
                <a:gd name="T2" fmla="*/ 0 w 2"/>
                <a:gd name="T3" fmla="*/ 16 h 5"/>
                <a:gd name="T4" fmla="*/ 0 w 2"/>
                <a:gd name="T5" fmla="*/ 23 h 5"/>
                <a:gd name="T6" fmla="*/ 16 w 2"/>
                <a:gd name="T7" fmla="*/ 29 h 5"/>
                <a:gd name="T8" fmla="*/ 0 w 2"/>
                <a:gd name="T9" fmla="*/ 16 h 5"/>
                <a:gd name="T10" fmla="*/ 0 w 2"/>
                <a:gd name="T11" fmla="*/ 7 h 5"/>
                <a:gd name="T12" fmla="*/ 8 w 2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5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6" name="Freeform 537">
              <a:extLst>
                <a:ext uri="{FF2B5EF4-FFF2-40B4-BE49-F238E27FC236}">
                  <a16:creationId xmlns:a16="http://schemas.microsoft.com/office/drawing/2014/main" id="{7D125863-430E-48B1-8431-BFDD09888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502"/>
              <a:ext cx="11" cy="9"/>
            </a:xfrm>
            <a:custGeom>
              <a:avLst/>
              <a:gdLst>
                <a:gd name="T0" fmla="*/ 0 w 6"/>
                <a:gd name="T1" fmla="*/ 7 h 5"/>
                <a:gd name="T2" fmla="*/ 7 w 6"/>
                <a:gd name="T3" fmla="*/ 16 h 5"/>
                <a:gd name="T4" fmla="*/ 13 w 6"/>
                <a:gd name="T5" fmla="*/ 16 h 5"/>
                <a:gd name="T6" fmla="*/ 20 w 6"/>
                <a:gd name="T7" fmla="*/ 16 h 5"/>
                <a:gd name="T8" fmla="*/ 37 w 6"/>
                <a:gd name="T9" fmla="*/ 13 h 5"/>
                <a:gd name="T10" fmla="*/ 31 w 6"/>
                <a:gd name="T11" fmla="*/ 13 h 5"/>
                <a:gd name="T12" fmla="*/ 20 w 6"/>
                <a:gd name="T13" fmla="*/ 13 h 5"/>
                <a:gd name="T14" fmla="*/ 13 w 6"/>
                <a:gd name="T15" fmla="*/ 7 h 5"/>
                <a:gd name="T16" fmla="*/ 0 w 6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5"/>
                    <a:pt x="5" y="3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4" y="2"/>
                    <a:pt x="4" y="3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7" name="Freeform 538">
              <a:extLst>
                <a:ext uri="{FF2B5EF4-FFF2-40B4-BE49-F238E27FC236}">
                  <a16:creationId xmlns:a16="http://schemas.microsoft.com/office/drawing/2014/main" id="{A998FF8C-B8E6-44B4-9CE0-6289695D1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504"/>
              <a:ext cx="7" cy="3"/>
            </a:xfrm>
            <a:custGeom>
              <a:avLst/>
              <a:gdLst>
                <a:gd name="T0" fmla="*/ 21 w 4"/>
                <a:gd name="T1" fmla="*/ 0 h 2"/>
                <a:gd name="T2" fmla="*/ 16 w 4"/>
                <a:gd name="T3" fmla="*/ 8 h 2"/>
                <a:gd name="T4" fmla="*/ 0 w 4"/>
                <a:gd name="T5" fmla="*/ 0 h 2"/>
                <a:gd name="T6" fmla="*/ 16 w 4"/>
                <a:gd name="T7" fmla="*/ 5 h 2"/>
                <a:gd name="T8" fmla="*/ 21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8" name="Freeform 539">
              <a:extLst>
                <a:ext uri="{FF2B5EF4-FFF2-40B4-BE49-F238E27FC236}">
                  <a16:creationId xmlns:a16="http://schemas.microsoft.com/office/drawing/2014/main" id="{39DB7DE1-5C21-4E7F-A1FC-429F02264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485"/>
              <a:ext cx="4" cy="6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8 h 3"/>
                <a:gd name="T4" fmla="*/ 8 w 2"/>
                <a:gd name="T5" fmla="*/ 24 h 3"/>
                <a:gd name="T6" fmla="*/ 0 w 2"/>
                <a:gd name="T7" fmla="*/ 16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9" name="Freeform 540">
              <a:extLst>
                <a:ext uri="{FF2B5EF4-FFF2-40B4-BE49-F238E27FC236}">
                  <a16:creationId xmlns:a16="http://schemas.microsoft.com/office/drawing/2014/main" id="{444A1D57-E3FB-45FE-89BC-DF138B4D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468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0" y="2"/>
                    <a:pt x="0" y="2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0" name="Freeform 541">
              <a:extLst>
                <a:ext uri="{FF2B5EF4-FFF2-40B4-BE49-F238E27FC236}">
                  <a16:creationId xmlns:a16="http://schemas.microsoft.com/office/drawing/2014/main" id="{51428814-2FD2-4B6A-B8B8-51E3B804B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479"/>
              <a:ext cx="3" cy="8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16 h 4"/>
                <a:gd name="T4" fmla="*/ 8 w 2"/>
                <a:gd name="T5" fmla="*/ 32 h 4"/>
                <a:gd name="T6" fmla="*/ 8 w 2"/>
                <a:gd name="T7" fmla="*/ 16 h 4"/>
                <a:gd name="T8" fmla="*/ 5 w 2"/>
                <a:gd name="T9" fmla="*/ 8 h 4"/>
                <a:gd name="T10" fmla="*/ 0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1" name="Freeform 542">
              <a:extLst>
                <a:ext uri="{FF2B5EF4-FFF2-40B4-BE49-F238E27FC236}">
                  <a16:creationId xmlns:a16="http://schemas.microsoft.com/office/drawing/2014/main" id="{EC0EBA35-F9BD-4A39-B6EA-34F44AC04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506"/>
              <a:ext cx="10" cy="3"/>
            </a:xfrm>
            <a:custGeom>
              <a:avLst/>
              <a:gdLst>
                <a:gd name="T0" fmla="*/ 0 w 5"/>
                <a:gd name="T1" fmla="*/ 0 h 2"/>
                <a:gd name="T2" fmla="*/ 24 w 5"/>
                <a:gd name="T3" fmla="*/ 8 h 2"/>
                <a:gd name="T4" fmla="*/ 40 w 5"/>
                <a:gd name="T5" fmla="*/ 5 h 2"/>
                <a:gd name="T6" fmla="*/ 24 w 5"/>
                <a:gd name="T7" fmla="*/ 5 h 2"/>
                <a:gd name="T8" fmla="*/ 16 w 5"/>
                <a:gd name="T9" fmla="*/ 5 h 2"/>
                <a:gd name="T10" fmla="*/ 8 w 5"/>
                <a:gd name="T11" fmla="*/ 0 h 2"/>
                <a:gd name="T12" fmla="*/ 0 w 5"/>
                <a:gd name="T13" fmla="*/ 5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2" y="2"/>
                    <a:pt x="3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2" name="Freeform 543">
              <a:extLst>
                <a:ext uri="{FF2B5EF4-FFF2-40B4-BE49-F238E27FC236}">
                  <a16:creationId xmlns:a16="http://schemas.microsoft.com/office/drawing/2014/main" id="{3244CA9F-379E-4838-BD0E-898B60A0F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506"/>
              <a:ext cx="3" cy="1"/>
            </a:xfrm>
            <a:custGeom>
              <a:avLst/>
              <a:gdLst>
                <a:gd name="T0" fmla="*/ 8 w 2"/>
                <a:gd name="T1" fmla="*/ 0 h 1"/>
                <a:gd name="T2" fmla="*/ 5 w 2"/>
                <a:gd name="T3" fmla="*/ 1 h 1"/>
                <a:gd name="T4" fmla="*/ 0 w 2"/>
                <a:gd name="T5" fmla="*/ 1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3" name="Freeform 544">
              <a:extLst>
                <a:ext uri="{FF2B5EF4-FFF2-40B4-BE49-F238E27FC236}">
                  <a16:creationId xmlns:a16="http://schemas.microsoft.com/office/drawing/2014/main" id="{7E7E87AE-18CF-4ED6-B0C4-1D112D600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496"/>
              <a:ext cx="6" cy="6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24 h 3"/>
                <a:gd name="T4" fmla="*/ 16 w 3"/>
                <a:gd name="T5" fmla="*/ 8 h 3"/>
                <a:gd name="T6" fmla="*/ 8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3" y="1"/>
                    <a:pt x="3" y="3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4" name="Freeform 545">
              <a:extLst>
                <a:ext uri="{FF2B5EF4-FFF2-40B4-BE49-F238E27FC236}">
                  <a16:creationId xmlns:a16="http://schemas.microsoft.com/office/drawing/2014/main" id="{A9ACE0DF-56A3-46C1-974B-AB43A6F1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493"/>
              <a:ext cx="9" cy="9"/>
            </a:xfrm>
            <a:custGeom>
              <a:avLst/>
              <a:gdLst>
                <a:gd name="T0" fmla="*/ 7 w 5"/>
                <a:gd name="T1" fmla="*/ 0 h 5"/>
                <a:gd name="T2" fmla="*/ 16 w 5"/>
                <a:gd name="T3" fmla="*/ 16 h 5"/>
                <a:gd name="T4" fmla="*/ 29 w 5"/>
                <a:gd name="T5" fmla="*/ 29 h 5"/>
                <a:gd name="T6" fmla="*/ 13 w 5"/>
                <a:gd name="T7" fmla="*/ 23 h 5"/>
                <a:gd name="T8" fmla="*/ 7 w 5"/>
                <a:gd name="T9" fmla="*/ 13 h 5"/>
                <a:gd name="T10" fmla="*/ 7 w 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2" y="2"/>
                    <a:pt x="3" y="3"/>
                  </a:cubicBezTo>
                  <a:cubicBezTo>
                    <a:pt x="3" y="4"/>
                    <a:pt x="4" y="5"/>
                    <a:pt x="5" y="5"/>
                  </a:cubicBezTo>
                  <a:cubicBezTo>
                    <a:pt x="4" y="5"/>
                    <a:pt x="3" y="4"/>
                    <a:pt x="2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5" name="Freeform 546">
              <a:extLst>
                <a:ext uri="{FF2B5EF4-FFF2-40B4-BE49-F238E27FC236}">
                  <a16:creationId xmlns:a16="http://schemas.microsoft.com/office/drawing/2014/main" id="{E914ED9B-9F15-42F0-9052-54A20E496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2474"/>
              <a:ext cx="6" cy="7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21 h 4"/>
                <a:gd name="T4" fmla="*/ 8 w 3"/>
                <a:gd name="T5" fmla="*/ 12 h 4"/>
                <a:gd name="T6" fmla="*/ 8 w 3"/>
                <a:gd name="T7" fmla="*/ 12 h 4"/>
                <a:gd name="T8" fmla="*/ 8 w 3"/>
                <a:gd name="T9" fmla="*/ 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3" y="2"/>
                    <a:pt x="2" y="4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6" name="Freeform 547">
              <a:extLst>
                <a:ext uri="{FF2B5EF4-FFF2-40B4-BE49-F238E27FC236}">
                  <a16:creationId xmlns:a16="http://schemas.microsoft.com/office/drawing/2014/main" id="{890700D7-76F3-4306-B435-B5135778A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468"/>
              <a:ext cx="7" cy="4"/>
            </a:xfrm>
            <a:custGeom>
              <a:avLst/>
              <a:gdLst>
                <a:gd name="T0" fmla="*/ 21 w 4"/>
                <a:gd name="T1" fmla="*/ 8 h 2"/>
                <a:gd name="T2" fmla="*/ 0 w 4"/>
                <a:gd name="T3" fmla="*/ 16 h 2"/>
                <a:gd name="T4" fmla="*/ 12 w 4"/>
                <a:gd name="T5" fmla="*/ 8 h 2"/>
                <a:gd name="T6" fmla="*/ 16 w 4"/>
                <a:gd name="T7" fmla="*/ 8 h 2"/>
                <a:gd name="T8" fmla="*/ 16 w 4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7" name="Freeform 548">
              <a:extLst>
                <a:ext uri="{FF2B5EF4-FFF2-40B4-BE49-F238E27FC236}">
                  <a16:creationId xmlns:a16="http://schemas.microsoft.com/office/drawing/2014/main" id="{99BC8FFC-2E52-4EBC-92F7-64BD2241D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466"/>
              <a:ext cx="39" cy="45"/>
            </a:xfrm>
            <a:custGeom>
              <a:avLst/>
              <a:gdLst>
                <a:gd name="T0" fmla="*/ 110 w 21"/>
                <a:gd name="T1" fmla="*/ 120 h 24"/>
                <a:gd name="T2" fmla="*/ 121 w 21"/>
                <a:gd name="T3" fmla="*/ 137 h 24"/>
                <a:gd name="T4" fmla="*/ 113 w 21"/>
                <a:gd name="T5" fmla="*/ 152 h 24"/>
                <a:gd name="T6" fmla="*/ 104 w 21"/>
                <a:gd name="T7" fmla="*/ 144 h 24"/>
                <a:gd name="T8" fmla="*/ 84 w 21"/>
                <a:gd name="T9" fmla="*/ 158 h 24"/>
                <a:gd name="T10" fmla="*/ 65 w 21"/>
                <a:gd name="T11" fmla="*/ 144 h 24"/>
                <a:gd name="T12" fmla="*/ 52 w 21"/>
                <a:gd name="T13" fmla="*/ 120 h 24"/>
                <a:gd name="T14" fmla="*/ 37 w 21"/>
                <a:gd name="T15" fmla="*/ 113 h 24"/>
                <a:gd name="T16" fmla="*/ 24 w 21"/>
                <a:gd name="T17" fmla="*/ 99 h 24"/>
                <a:gd name="T18" fmla="*/ 24 w 21"/>
                <a:gd name="T19" fmla="*/ 73 h 24"/>
                <a:gd name="T20" fmla="*/ 7 w 21"/>
                <a:gd name="T21" fmla="*/ 60 h 24"/>
                <a:gd name="T22" fmla="*/ 32 w 21"/>
                <a:gd name="T23" fmla="*/ 21 h 24"/>
                <a:gd name="T24" fmla="*/ 45 w 21"/>
                <a:gd name="T25" fmla="*/ 8 h 24"/>
                <a:gd name="T26" fmla="*/ 69 w 21"/>
                <a:gd name="T27" fmla="*/ 15 h 24"/>
                <a:gd name="T28" fmla="*/ 84 w 21"/>
                <a:gd name="T29" fmla="*/ 0 h 24"/>
                <a:gd name="T30" fmla="*/ 97 w 21"/>
                <a:gd name="T31" fmla="*/ 15 h 24"/>
                <a:gd name="T32" fmla="*/ 84 w 21"/>
                <a:gd name="T33" fmla="*/ 28 h 24"/>
                <a:gd name="T34" fmla="*/ 97 w 21"/>
                <a:gd name="T35" fmla="*/ 39 h 24"/>
                <a:gd name="T36" fmla="*/ 89 w 21"/>
                <a:gd name="T37" fmla="*/ 53 h 24"/>
                <a:gd name="T38" fmla="*/ 97 w 21"/>
                <a:gd name="T39" fmla="*/ 73 h 24"/>
                <a:gd name="T40" fmla="*/ 97 w 21"/>
                <a:gd name="T41" fmla="*/ 92 h 24"/>
                <a:gd name="T42" fmla="*/ 110 w 21"/>
                <a:gd name="T43" fmla="*/ 120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" h="24">
                  <a:moveTo>
                    <a:pt x="17" y="18"/>
                  </a:moveTo>
                  <a:cubicBezTo>
                    <a:pt x="18" y="20"/>
                    <a:pt x="21" y="19"/>
                    <a:pt x="19" y="21"/>
                  </a:cubicBezTo>
                  <a:cubicBezTo>
                    <a:pt x="19" y="22"/>
                    <a:pt x="18" y="23"/>
                    <a:pt x="18" y="23"/>
                  </a:cubicBezTo>
                  <a:cubicBezTo>
                    <a:pt x="17" y="23"/>
                    <a:pt x="16" y="22"/>
                    <a:pt x="16" y="22"/>
                  </a:cubicBezTo>
                  <a:cubicBezTo>
                    <a:pt x="15" y="22"/>
                    <a:pt x="14" y="23"/>
                    <a:pt x="13" y="24"/>
                  </a:cubicBezTo>
                  <a:cubicBezTo>
                    <a:pt x="12" y="24"/>
                    <a:pt x="12" y="22"/>
                    <a:pt x="10" y="22"/>
                  </a:cubicBezTo>
                  <a:cubicBezTo>
                    <a:pt x="9" y="22"/>
                    <a:pt x="8" y="19"/>
                    <a:pt x="8" y="18"/>
                  </a:cubicBezTo>
                  <a:cubicBezTo>
                    <a:pt x="7" y="17"/>
                    <a:pt x="6" y="18"/>
                    <a:pt x="6" y="17"/>
                  </a:cubicBezTo>
                  <a:cubicBezTo>
                    <a:pt x="5" y="17"/>
                    <a:pt x="4" y="16"/>
                    <a:pt x="4" y="15"/>
                  </a:cubicBezTo>
                  <a:cubicBezTo>
                    <a:pt x="3" y="13"/>
                    <a:pt x="4" y="13"/>
                    <a:pt x="4" y="11"/>
                  </a:cubicBezTo>
                  <a:cubicBezTo>
                    <a:pt x="4" y="10"/>
                    <a:pt x="2" y="10"/>
                    <a:pt x="1" y="9"/>
                  </a:cubicBezTo>
                  <a:cubicBezTo>
                    <a:pt x="0" y="6"/>
                    <a:pt x="3" y="4"/>
                    <a:pt x="5" y="3"/>
                  </a:cubicBezTo>
                  <a:cubicBezTo>
                    <a:pt x="6" y="2"/>
                    <a:pt x="6" y="1"/>
                    <a:pt x="7" y="1"/>
                  </a:cubicBezTo>
                  <a:cubicBezTo>
                    <a:pt x="9" y="0"/>
                    <a:pt x="10" y="1"/>
                    <a:pt x="11" y="2"/>
                  </a:cubicBezTo>
                  <a:cubicBezTo>
                    <a:pt x="13" y="2"/>
                    <a:pt x="12" y="1"/>
                    <a:pt x="13" y="0"/>
                  </a:cubicBezTo>
                  <a:cubicBezTo>
                    <a:pt x="15" y="0"/>
                    <a:pt x="16" y="1"/>
                    <a:pt x="15" y="2"/>
                  </a:cubicBezTo>
                  <a:cubicBezTo>
                    <a:pt x="14" y="3"/>
                    <a:pt x="13" y="3"/>
                    <a:pt x="13" y="4"/>
                  </a:cubicBezTo>
                  <a:cubicBezTo>
                    <a:pt x="13" y="4"/>
                    <a:pt x="14" y="5"/>
                    <a:pt x="15" y="6"/>
                  </a:cubicBezTo>
                  <a:cubicBezTo>
                    <a:pt x="15" y="7"/>
                    <a:pt x="14" y="7"/>
                    <a:pt x="14" y="8"/>
                  </a:cubicBezTo>
                  <a:cubicBezTo>
                    <a:pt x="13" y="10"/>
                    <a:pt x="14" y="10"/>
                    <a:pt x="15" y="11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3" y="17"/>
                    <a:pt x="17" y="16"/>
                    <a:pt x="17" y="1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8" name="Freeform 549">
              <a:extLst>
                <a:ext uri="{FF2B5EF4-FFF2-40B4-BE49-F238E27FC236}">
                  <a16:creationId xmlns:a16="http://schemas.microsoft.com/office/drawing/2014/main" id="{27AB979E-B7C0-445F-A6E2-A5DBE8825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483"/>
              <a:ext cx="1" cy="8"/>
            </a:xfrm>
            <a:custGeom>
              <a:avLst/>
              <a:gdLst>
                <a:gd name="T0" fmla="*/ 0 w 1"/>
                <a:gd name="T1" fmla="*/ 32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9" name="Freeform 550">
              <a:extLst>
                <a:ext uri="{FF2B5EF4-FFF2-40B4-BE49-F238E27FC236}">
                  <a16:creationId xmlns:a16="http://schemas.microsoft.com/office/drawing/2014/main" id="{9A1D84F8-E5ED-44BD-9484-93150DE1C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483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0" name="Freeform 551">
              <a:extLst>
                <a:ext uri="{FF2B5EF4-FFF2-40B4-BE49-F238E27FC236}">
                  <a16:creationId xmlns:a16="http://schemas.microsoft.com/office/drawing/2014/main" id="{07676A24-CF18-408F-AEF1-5EE3AD91A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485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0 w 3"/>
                <a:gd name="T3" fmla="*/ 16 h 5"/>
                <a:gd name="T4" fmla="*/ 5 w 3"/>
                <a:gd name="T5" fmla="*/ 7 h 5"/>
                <a:gd name="T6" fmla="*/ 5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1" y="5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1" name="Freeform 552">
              <a:extLst>
                <a:ext uri="{FF2B5EF4-FFF2-40B4-BE49-F238E27FC236}">
                  <a16:creationId xmlns:a16="http://schemas.microsoft.com/office/drawing/2014/main" id="{C6376809-749E-4958-88DC-49FB26BA3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506"/>
              <a:ext cx="4" cy="1"/>
            </a:xfrm>
            <a:custGeom>
              <a:avLst/>
              <a:gdLst>
                <a:gd name="T0" fmla="*/ 16 w 2"/>
                <a:gd name="T1" fmla="*/ 1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2" name="Freeform 553">
              <a:extLst>
                <a:ext uri="{FF2B5EF4-FFF2-40B4-BE49-F238E27FC236}">
                  <a16:creationId xmlns:a16="http://schemas.microsoft.com/office/drawing/2014/main" id="{FC0F484B-3CE4-4522-90F9-4D1B0BE94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013"/>
              <a:ext cx="52" cy="57"/>
            </a:xfrm>
            <a:custGeom>
              <a:avLst/>
              <a:gdLst>
                <a:gd name="T0" fmla="*/ 89 w 28"/>
                <a:gd name="T1" fmla="*/ 200 h 30"/>
                <a:gd name="T2" fmla="*/ 165 w 28"/>
                <a:gd name="T3" fmla="*/ 97 h 30"/>
                <a:gd name="T4" fmla="*/ 52 w 28"/>
                <a:gd name="T5" fmla="*/ 29 h 30"/>
                <a:gd name="T6" fmla="*/ 89 w 28"/>
                <a:gd name="T7" fmla="*/ 20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3"/>
                    <a:pt x="26" y="14"/>
                  </a:cubicBezTo>
                  <a:cubicBezTo>
                    <a:pt x="24" y="5"/>
                    <a:pt x="17" y="0"/>
                    <a:pt x="8" y="4"/>
                  </a:cubicBezTo>
                  <a:cubicBezTo>
                    <a:pt x="0" y="7"/>
                    <a:pt x="0" y="28"/>
                    <a:pt x="14" y="29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63" name="Freeform 554">
              <a:extLst>
                <a:ext uri="{FF2B5EF4-FFF2-40B4-BE49-F238E27FC236}">
                  <a16:creationId xmlns:a16="http://schemas.microsoft.com/office/drawing/2014/main" id="{E1B8D5BB-D969-4517-9B2C-6B3FD6987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028"/>
              <a:ext cx="28" cy="30"/>
            </a:xfrm>
            <a:custGeom>
              <a:avLst/>
              <a:gdLst>
                <a:gd name="T0" fmla="*/ 91 w 15"/>
                <a:gd name="T1" fmla="*/ 32 h 16"/>
                <a:gd name="T2" fmla="*/ 84 w 15"/>
                <a:gd name="T3" fmla="*/ 81 h 16"/>
                <a:gd name="T4" fmla="*/ 39 w 15"/>
                <a:gd name="T5" fmla="*/ 99 h 16"/>
                <a:gd name="T6" fmla="*/ 7 w 15"/>
                <a:gd name="T7" fmla="*/ 53 h 16"/>
                <a:gd name="T8" fmla="*/ 21 w 15"/>
                <a:gd name="T9" fmla="*/ 0 h 16"/>
                <a:gd name="T10" fmla="*/ 21 w 15"/>
                <a:gd name="T11" fmla="*/ 0 h 16"/>
                <a:gd name="T12" fmla="*/ 0 w 15"/>
                <a:gd name="T13" fmla="*/ 53 h 16"/>
                <a:gd name="T14" fmla="*/ 39 w 15"/>
                <a:gd name="T15" fmla="*/ 99 h 16"/>
                <a:gd name="T16" fmla="*/ 84 w 15"/>
                <a:gd name="T17" fmla="*/ 81 h 16"/>
                <a:gd name="T18" fmla="*/ 91 w 15"/>
                <a:gd name="T19" fmla="*/ 3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4" y="5"/>
                  </a:moveTo>
                  <a:cubicBezTo>
                    <a:pt x="15" y="8"/>
                    <a:pt x="15" y="10"/>
                    <a:pt x="13" y="12"/>
                  </a:cubicBezTo>
                  <a:cubicBezTo>
                    <a:pt x="11" y="14"/>
                    <a:pt x="8" y="15"/>
                    <a:pt x="6" y="15"/>
                  </a:cubicBezTo>
                  <a:cubicBezTo>
                    <a:pt x="3" y="14"/>
                    <a:pt x="1" y="11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1" y="11"/>
                    <a:pt x="3" y="14"/>
                    <a:pt x="6" y="15"/>
                  </a:cubicBezTo>
                  <a:cubicBezTo>
                    <a:pt x="8" y="16"/>
                    <a:pt x="11" y="15"/>
                    <a:pt x="13" y="12"/>
                  </a:cubicBezTo>
                  <a:cubicBezTo>
                    <a:pt x="15" y="10"/>
                    <a:pt x="15" y="8"/>
                    <a:pt x="14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4" name="Freeform 555">
              <a:extLst>
                <a:ext uri="{FF2B5EF4-FFF2-40B4-BE49-F238E27FC236}">
                  <a16:creationId xmlns:a16="http://schemas.microsoft.com/office/drawing/2014/main" id="{9F5CDDC1-918F-4A71-9CF3-56A7A792A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680"/>
              <a:ext cx="36" cy="37"/>
            </a:xfrm>
            <a:custGeom>
              <a:avLst/>
              <a:gdLst>
                <a:gd name="T0" fmla="*/ 53 w 19"/>
                <a:gd name="T1" fmla="*/ 126 h 20"/>
                <a:gd name="T2" fmla="*/ 21 w 19"/>
                <a:gd name="T3" fmla="*/ 113 h 20"/>
                <a:gd name="T4" fmla="*/ 28 w 19"/>
                <a:gd name="T5" fmla="*/ 105 h 20"/>
                <a:gd name="T6" fmla="*/ 15 w 19"/>
                <a:gd name="T7" fmla="*/ 96 h 20"/>
                <a:gd name="T8" fmla="*/ 8 w 19"/>
                <a:gd name="T9" fmla="*/ 81 h 20"/>
                <a:gd name="T10" fmla="*/ 8 w 19"/>
                <a:gd name="T11" fmla="*/ 57 h 20"/>
                <a:gd name="T12" fmla="*/ 28 w 19"/>
                <a:gd name="T13" fmla="*/ 44 h 20"/>
                <a:gd name="T14" fmla="*/ 28 w 19"/>
                <a:gd name="T15" fmla="*/ 24 h 20"/>
                <a:gd name="T16" fmla="*/ 47 w 19"/>
                <a:gd name="T17" fmla="*/ 20 h 20"/>
                <a:gd name="T18" fmla="*/ 61 w 19"/>
                <a:gd name="T19" fmla="*/ 0 h 20"/>
                <a:gd name="T20" fmla="*/ 83 w 19"/>
                <a:gd name="T21" fmla="*/ 13 h 20"/>
                <a:gd name="T22" fmla="*/ 100 w 19"/>
                <a:gd name="T23" fmla="*/ 13 h 20"/>
                <a:gd name="T24" fmla="*/ 129 w 19"/>
                <a:gd name="T25" fmla="*/ 52 h 20"/>
                <a:gd name="T26" fmla="*/ 121 w 19"/>
                <a:gd name="T27" fmla="*/ 68 h 20"/>
                <a:gd name="T28" fmla="*/ 116 w 19"/>
                <a:gd name="T29" fmla="*/ 96 h 20"/>
                <a:gd name="T30" fmla="*/ 100 w 19"/>
                <a:gd name="T31" fmla="*/ 104 h 20"/>
                <a:gd name="T32" fmla="*/ 97 w 19"/>
                <a:gd name="T33" fmla="*/ 113 h 20"/>
                <a:gd name="T34" fmla="*/ 83 w 19"/>
                <a:gd name="T35" fmla="*/ 126 h 20"/>
                <a:gd name="T36" fmla="*/ 53 w 19"/>
                <a:gd name="T37" fmla="*/ 126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8" y="20"/>
                  </a:moveTo>
                  <a:cubicBezTo>
                    <a:pt x="7" y="20"/>
                    <a:pt x="4" y="19"/>
                    <a:pt x="3" y="18"/>
                  </a:cubicBezTo>
                  <a:cubicBezTo>
                    <a:pt x="3" y="18"/>
                    <a:pt x="4" y="17"/>
                    <a:pt x="4" y="17"/>
                  </a:cubicBezTo>
                  <a:cubicBezTo>
                    <a:pt x="3" y="15"/>
                    <a:pt x="3" y="16"/>
                    <a:pt x="2" y="15"/>
                  </a:cubicBezTo>
                  <a:cubicBezTo>
                    <a:pt x="2" y="14"/>
                    <a:pt x="2" y="14"/>
                    <a:pt x="1" y="13"/>
                  </a:cubicBezTo>
                  <a:cubicBezTo>
                    <a:pt x="1" y="11"/>
                    <a:pt x="0" y="11"/>
                    <a:pt x="1" y="9"/>
                  </a:cubicBezTo>
                  <a:cubicBezTo>
                    <a:pt x="2" y="8"/>
                    <a:pt x="3" y="9"/>
                    <a:pt x="4" y="7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5" y="2"/>
                    <a:pt x="5" y="3"/>
                    <a:pt x="7" y="3"/>
                  </a:cubicBezTo>
                  <a:cubicBezTo>
                    <a:pt x="8" y="2"/>
                    <a:pt x="8" y="1"/>
                    <a:pt x="9" y="0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2"/>
                    <a:pt x="14" y="2"/>
                    <a:pt x="15" y="2"/>
                  </a:cubicBezTo>
                  <a:cubicBezTo>
                    <a:pt x="17" y="3"/>
                    <a:pt x="19" y="6"/>
                    <a:pt x="19" y="8"/>
                  </a:cubicBezTo>
                  <a:cubicBezTo>
                    <a:pt x="19" y="9"/>
                    <a:pt x="18" y="10"/>
                    <a:pt x="18" y="11"/>
                  </a:cubicBezTo>
                  <a:cubicBezTo>
                    <a:pt x="18" y="13"/>
                    <a:pt x="18" y="14"/>
                    <a:pt x="17" y="15"/>
                  </a:cubicBezTo>
                  <a:cubicBezTo>
                    <a:pt x="16" y="15"/>
                    <a:pt x="15" y="15"/>
                    <a:pt x="15" y="16"/>
                  </a:cubicBezTo>
                  <a:cubicBezTo>
                    <a:pt x="15" y="16"/>
                    <a:pt x="15" y="17"/>
                    <a:pt x="14" y="18"/>
                  </a:cubicBezTo>
                  <a:cubicBezTo>
                    <a:pt x="14" y="19"/>
                    <a:pt x="13" y="19"/>
                    <a:pt x="12" y="20"/>
                  </a:cubicBezTo>
                  <a:cubicBezTo>
                    <a:pt x="10" y="20"/>
                    <a:pt x="9" y="20"/>
                    <a:pt x="8" y="2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5" name="Freeform 556">
              <a:extLst>
                <a:ext uri="{FF2B5EF4-FFF2-40B4-BE49-F238E27FC236}">
                  <a16:creationId xmlns:a16="http://schemas.microsoft.com/office/drawing/2014/main" id="{BE5F955B-05BA-407B-877E-829B25CEB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682"/>
              <a:ext cx="17" cy="13"/>
            </a:xfrm>
            <a:custGeom>
              <a:avLst/>
              <a:gdLst>
                <a:gd name="T0" fmla="*/ 53 w 9"/>
                <a:gd name="T1" fmla="*/ 13 h 7"/>
                <a:gd name="T2" fmla="*/ 40 w 9"/>
                <a:gd name="T3" fmla="*/ 0 h 7"/>
                <a:gd name="T4" fmla="*/ 28 w 9"/>
                <a:gd name="T5" fmla="*/ 13 h 7"/>
                <a:gd name="T6" fmla="*/ 8 w 9"/>
                <a:gd name="T7" fmla="*/ 13 h 7"/>
                <a:gd name="T8" fmla="*/ 0 w 9"/>
                <a:gd name="T9" fmla="*/ 32 h 7"/>
                <a:gd name="T10" fmla="*/ 15 w 9"/>
                <a:gd name="T11" fmla="*/ 20 h 7"/>
                <a:gd name="T12" fmla="*/ 32 w 9"/>
                <a:gd name="T13" fmla="*/ 32 h 7"/>
                <a:gd name="T14" fmla="*/ 53 w 9"/>
                <a:gd name="T15" fmla="*/ 32 h 7"/>
                <a:gd name="T16" fmla="*/ 60 w 9"/>
                <a:gd name="T17" fmla="*/ 45 h 7"/>
                <a:gd name="T18" fmla="*/ 60 w 9"/>
                <a:gd name="T19" fmla="*/ 24 h 7"/>
                <a:gd name="T20" fmla="*/ 40 w 9"/>
                <a:gd name="T21" fmla="*/ 7 h 7"/>
                <a:gd name="T22" fmla="*/ 60 w 9"/>
                <a:gd name="T23" fmla="*/ 13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7">
                  <a:moveTo>
                    <a:pt x="8" y="2"/>
                  </a:moveTo>
                  <a:cubicBezTo>
                    <a:pt x="8" y="1"/>
                    <a:pt x="7" y="0"/>
                    <a:pt x="6" y="0"/>
                  </a:cubicBezTo>
                  <a:cubicBezTo>
                    <a:pt x="5" y="0"/>
                    <a:pt x="5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4"/>
                    <a:pt x="1" y="3"/>
                    <a:pt x="2" y="3"/>
                  </a:cubicBezTo>
                  <a:cubicBezTo>
                    <a:pt x="4" y="3"/>
                    <a:pt x="4" y="5"/>
                    <a:pt x="5" y="5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8" y="6"/>
                    <a:pt x="8" y="6"/>
                    <a:pt x="9" y="7"/>
                  </a:cubicBezTo>
                  <a:cubicBezTo>
                    <a:pt x="9" y="6"/>
                    <a:pt x="9" y="5"/>
                    <a:pt x="9" y="4"/>
                  </a:cubicBezTo>
                  <a:cubicBezTo>
                    <a:pt x="8" y="4"/>
                    <a:pt x="5" y="3"/>
                    <a:pt x="6" y="1"/>
                  </a:cubicBezTo>
                  <a:cubicBezTo>
                    <a:pt x="7" y="1"/>
                    <a:pt x="8" y="2"/>
                    <a:pt x="9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6" name="Freeform 557">
              <a:extLst>
                <a:ext uri="{FF2B5EF4-FFF2-40B4-BE49-F238E27FC236}">
                  <a16:creationId xmlns:a16="http://schemas.microsoft.com/office/drawing/2014/main" id="{012A1CBF-3646-4972-898C-4ECA195EA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95"/>
              <a:ext cx="6" cy="13"/>
            </a:xfrm>
            <a:custGeom>
              <a:avLst/>
              <a:gdLst>
                <a:gd name="T0" fmla="*/ 16 w 3"/>
                <a:gd name="T1" fmla="*/ 0 h 7"/>
                <a:gd name="T2" fmla="*/ 0 w 3"/>
                <a:gd name="T3" fmla="*/ 7 h 7"/>
                <a:gd name="T4" fmla="*/ 8 w 3"/>
                <a:gd name="T5" fmla="*/ 24 h 7"/>
                <a:gd name="T6" fmla="*/ 16 w 3"/>
                <a:gd name="T7" fmla="*/ 45 h 7"/>
                <a:gd name="T8" fmla="*/ 16 w 3"/>
                <a:gd name="T9" fmla="*/ 32 h 7"/>
                <a:gd name="T10" fmla="*/ 16 w 3"/>
                <a:gd name="T11" fmla="*/ 24 h 7"/>
                <a:gd name="T12" fmla="*/ 16 w 3"/>
                <a:gd name="T13" fmla="*/ 13 h 7"/>
                <a:gd name="T14" fmla="*/ 16 w 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2" y="7"/>
                    <a:pt x="2" y="6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7" name="Freeform 558">
              <a:extLst>
                <a:ext uri="{FF2B5EF4-FFF2-40B4-BE49-F238E27FC236}">
                  <a16:creationId xmlns:a16="http://schemas.microsoft.com/office/drawing/2014/main" id="{209E27B4-AAFD-45F2-8660-54030B69C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711"/>
              <a:ext cx="13" cy="6"/>
            </a:xfrm>
            <a:custGeom>
              <a:avLst/>
              <a:gdLst>
                <a:gd name="T0" fmla="*/ 32 w 7"/>
                <a:gd name="T1" fmla="*/ 24 h 3"/>
                <a:gd name="T2" fmla="*/ 13 w 7"/>
                <a:gd name="T3" fmla="*/ 16 h 3"/>
                <a:gd name="T4" fmla="*/ 0 w 7"/>
                <a:gd name="T5" fmla="*/ 8 h 3"/>
                <a:gd name="T6" fmla="*/ 0 w 7"/>
                <a:gd name="T7" fmla="*/ 0 h 3"/>
                <a:gd name="T8" fmla="*/ 20 w 7"/>
                <a:gd name="T9" fmla="*/ 16 h 3"/>
                <a:gd name="T10" fmla="*/ 32 w 7"/>
                <a:gd name="T11" fmla="*/ 16 h 3"/>
                <a:gd name="T12" fmla="*/ 45 w 7"/>
                <a:gd name="T13" fmla="*/ 16 h 3"/>
                <a:gd name="T14" fmla="*/ 32 w 7"/>
                <a:gd name="T15" fmla="*/ 24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5" y="3"/>
                  </a:moveTo>
                  <a:cubicBezTo>
                    <a:pt x="4" y="3"/>
                    <a:pt x="3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1" y="1"/>
                    <a:pt x="3" y="2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6" y="2"/>
                    <a:pt x="6" y="2"/>
                    <a:pt x="7" y="2"/>
                  </a:cubicBezTo>
                  <a:cubicBezTo>
                    <a:pt x="6" y="3"/>
                    <a:pt x="6" y="3"/>
                    <a:pt x="5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8" name="Freeform 559">
              <a:extLst>
                <a:ext uri="{FF2B5EF4-FFF2-40B4-BE49-F238E27FC236}">
                  <a16:creationId xmlns:a16="http://schemas.microsoft.com/office/drawing/2014/main" id="{3CBEB284-2098-4351-8A36-BBB0F13D3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710"/>
              <a:ext cx="2" cy="5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13 h 3"/>
                <a:gd name="T4" fmla="*/ 0 w 1"/>
                <a:gd name="T5" fmla="*/ 8 h 3"/>
                <a:gd name="T6" fmla="*/ 0 w 1"/>
                <a:gd name="T7" fmla="*/ 5 h 3"/>
                <a:gd name="T8" fmla="*/ 8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9" name="Freeform 560">
              <a:extLst>
                <a:ext uri="{FF2B5EF4-FFF2-40B4-BE49-F238E27FC236}">
                  <a16:creationId xmlns:a16="http://schemas.microsoft.com/office/drawing/2014/main" id="{671056D6-2505-467E-9B3B-5C9012ACC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710"/>
              <a:ext cx="8" cy="3"/>
            </a:xfrm>
            <a:custGeom>
              <a:avLst/>
              <a:gdLst>
                <a:gd name="T0" fmla="*/ 24 w 4"/>
                <a:gd name="T1" fmla="*/ 5 h 2"/>
                <a:gd name="T2" fmla="*/ 8 w 4"/>
                <a:gd name="T3" fmla="*/ 5 h 2"/>
                <a:gd name="T4" fmla="*/ 0 w 4"/>
                <a:gd name="T5" fmla="*/ 0 h 2"/>
                <a:gd name="T6" fmla="*/ 32 w 4"/>
                <a:gd name="T7" fmla="*/ 5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3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2"/>
                    <a:pt x="2" y="2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0" name="Freeform 561">
              <a:extLst>
                <a:ext uri="{FF2B5EF4-FFF2-40B4-BE49-F238E27FC236}">
                  <a16:creationId xmlns:a16="http://schemas.microsoft.com/office/drawing/2014/main" id="{23ECADBF-19BC-45C0-A0CF-3BB9B4E93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687"/>
              <a:ext cx="8" cy="6"/>
            </a:xfrm>
            <a:custGeom>
              <a:avLst/>
              <a:gdLst>
                <a:gd name="T0" fmla="*/ 32 w 4"/>
                <a:gd name="T1" fmla="*/ 8 h 3"/>
                <a:gd name="T2" fmla="*/ 16 w 4"/>
                <a:gd name="T3" fmla="*/ 24 h 3"/>
                <a:gd name="T4" fmla="*/ 0 w 4"/>
                <a:gd name="T5" fmla="*/ 16 h 3"/>
                <a:gd name="T6" fmla="*/ 8 w 4"/>
                <a:gd name="T7" fmla="*/ 16 h 3"/>
                <a:gd name="T8" fmla="*/ 24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1" name="Freeform 562">
              <a:extLst>
                <a:ext uri="{FF2B5EF4-FFF2-40B4-BE49-F238E27FC236}">
                  <a16:creationId xmlns:a16="http://schemas.microsoft.com/office/drawing/2014/main" id="{029EBC27-4286-445C-ACC9-313A61D66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687"/>
              <a:ext cx="6" cy="17"/>
            </a:xfrm>
            <a:custGeom>
              <a:avLst/>
              <a:gdLst>
                <a:gd name="T0" fmla="*/ 0 w 3"/>
                <a:gd name="T1" fmla="*/ 0 h 9"/>
                <a:gd name="T2" fmla="*/ 16 w 3"/>
                <a:gd name="T3" fmla="*/ 32 h 9"/>
                <a:gd name="T4" fmla="*/ 8 w 3"/>
                <a:gd name="T5" fmla="*/ 47 h 9"/>
                <a:gd name="T6" fmla="*/ 0 w 3"/>
                <a:gd name="T7" fmla="*/ 60 h 9"/>
                <a:gd name="T8" fmla="*/ 8 w 3"/>
                <a:gd name="T9" fmla="*/ 53 h 9"/>
                <a:gd name="T10" fmla="*/ 0 w 3"/>
                <a:gd name="T11" fmla="*/ 47 h 9"/>
                <a:gd name="T12" fmla="*/ 8 w 3"/>
                <a:gd name="T13" fmla="*/ 28 h 9"/>
                <a:gd name="T14" fmla="*/ 0 w 3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2" y="1"/>
                    <a:pt x="3" y="3"/>
                    <a:pt x="2" y="5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8"/>
                    <a:pt x="1" y="9"/>
                    <a:pt x="0" y="9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1" y="8"/>
                    <a:pt x="1" y="7"/>
                    <a:pt x="0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2" name="Freeform 563">
              <a:extLst>
                <a:ext uri="{FF2B5EF4-FFF2-40B4-BE49-F238E27FC236}">
                  <a16:creationId xmlns:a16="http://schemas.microsoft.com/office/drawing/2014/main" id="{2BB4DBFE-E910-4248-B807-E7672A888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693"/>
              <a:ext cx="2" cy="7"/>
            </a:xfrm>
            <a:custGeom>
              <a:avLst/>
              <a:gdLst>
                <a:gd name="T0" fmla="*/ 8 w 1"/>
                <a:gd name="T1" fmla="*/ 21 h 4"/>
                <a:gd name="T2" fmla="*/ 8 w 1"/>
                <a:gd name="T3" fmla="*/ 16 h 4"/>
                <a:gd name="T4" fmla="*/ 8 w 1"/>
                <a:gd name="T5" fmla="*/ 12 h 4"/>
                <a:gd name="T6" fmla="*/ 0 w 1"/>
                <a:gd name="T7" fmla="*/ 0 h 4"/>
                <a:gd name="T8" fmla="*/ 0 w 1"/>
                <a:gd name="T9" fmla="*/ 12 h 4"/>
                <a:gd name="T10" fmla="*/ 8 w 1"/>
                <a:gd name="T11" fmla="*/ 2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1" y="3"/>
                    <a:pt x="1" y="4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3" name="Freeform 564">
              <a:extLst>
                <a:ext uri="{FF2B5EF4-FFF2-40B4-BE49-F238E27FC236}">
                  <a16:creationId xmlns:a16="http://schemas.microsoft.com/office/drawing/2014/main" id="{5D6126DE-8021-495E-A10C-669F5B2A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710"/>
              <a:ext cx="4" cy="1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1 h 1"/>
                <a:gd name="T4" fmla="*/ 0 w 2"/>
                <a:gd name="T5" fmla="*/ 1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4" name="Freeform 565">
              <a:extLst>
                <a:ext uri="{FF2B5EF4-FFF2-40B4-BE49-F238E27FC236}">
                  <a16:creationId xmlns:a16="http://schemas.microsoft.com/office/drawing/2014/main" id="{D18C269D-F3AC-41C0-A8F8-73A701A34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2682"/>
              <a:ext cx="9" cy="5"/>
            </a:xfrm>
            <a:custGeom>
              <a:avLst/>
              <a:gdLst>
                <a:gd name="T0" fmla="*/ 29 w 5"/>
                <a:gd name="T1" fmla="*/ 0 h 3"/>
                <a:gd name="T2" fmla="*/ 13 w 5"/>
                <a:gd name="T3" fmla="*/ 5 h 3"/>
                <a:gd name="T4" fmla="*/ 0 w 5"/>
                <a:gd name="T5" fmla="*/ 8 h 3"/>
                <a:gd name="T6" fmla="*/ 13 w 5"/>
                <a:gd name="T7" fmla="*/ 13 h 3"/>
                <a:gd name="T8" fmla="*/ 13 w 5"/>
                <a:gd name="T9" fmla="*/ 13 h 3"/>
                <a:gd name="T10" fmla="*/ 16 w 5"/>
                <a:gd name="T11" fmla="*/ 13 h 3"/>
                <a:gd name="T12" fmla="*/ 16 w 5"/>
                <a:gd name="T13" fmla="*/ 8 h 3"/>
                <a:gd name="T14" fmla="*/ 16 w 5"/>
                <a:gd name="T15" fmla="*/ 5 h 3"/>
                <a:gd name="T16" fmla="*/ 23 w 5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0"/>
                    <a:pt x="3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5" name="Freeform 566">
              <a:extLst>
                <a:ext uri="{FF2B5EF4-FFF2-40B4-BE49-F238E27FC236}">
                  <a16:creationId xmlns:a16="http://schemas.microsoft.com/office/drawing/2014/main" id="{AB225749-65EE-4FC7-ADB6-990DB050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95"/>
              <a:ext cx="4" cy="5"/>
            </a:xfrm>
            <a:custGeom>
              <a:avLst/>
              <a:gdLst>
                <a:gd name="T0" fmla="*/ 16 w 2"/>
                <a:gd name="T1" fmla="*/ 5 h 3"/>
                <a:gd name="T2" fmla="*/ 0 w 2"/>
                <a:gd name="T3" fmla="*/ 5 h 3"/>
                <a:gd name="T4" fmla="*/ 0 w 2"/>
                <a:gd name="T5" fmla="*/ 8 h 3"/>
                <a:gd name="T6" fmla="*/ 16 w 2"/>
                <a:gd name="T7" fmla="*/ 13 h 3"/>
                <a:gd name="T8" fmla="*/ 16 w 2"/>
                <a:gd name="T9" fmla="*/ 5 h 3"/>
                <a:gd name="T10" fmla="*/ 16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1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6" name="Freeform 567">
              <a:extLst>
                <a:ext uri="{FF2B5EF4-FFF2-40B4-BE49-F238E27FC236}">
                  <a16:creationId xmlns:a16="http://schemas.microsoft.com/office/drawing/2014/main" id="{4B8763DC-F2DB-4478-8471-FFF4BEDC6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711"/>
              <a:ext cx="7" cy="6"/>
            </a:xfrm>
            <a:custGeom>
              <a:avLst/>
              <a:gdLst>
                <a:gd name="T0" fmla="*/ 21 w 4"/>
                <a:gd name="T1" fmla="*/ 24 h 3"/>
                <a:gd name="T2" fmla="*/ 12 w 4"/>
                <a:gd name="T3" fmla="*/ 24 h 3"/>
                <a:gd name="T4" fmla="*/ 7 w 4"/>
                <a:gd name="T5" fmla="*/ 16 h 3"/>
                <a:gd name="T6" fmla="*/ 0 w 4"/>
                <a:gd name="T7" fmla="*/ 8 h 3"/>
                <a:gd name="T8" fmla="*/ 0 w 4"/>
                <a:gd name="T9" fmla="*/ 0 h 3"/>
                <a:gd name="T10" fmla="*/ 7 w 4"/>
                <a:gd name="T11" fmla="*/ 16 h 3"/>
                <a:gd name="T12" fmla="*/ 16 w 4"/>
                <a:gd name="T13" fmla="*/ 16 h 3"/>
                <a:gd name="T14" fmla="*/ 21 w 4"/>
                <a:gd name="T15" fmla="*/ 24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3"/>
                    <a:pt x="3" y="3"/>
                    <a:pt x="2" y="3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3"/>
                    <a:pt x="4" y="3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7" name="Freeform 568">
              <a:extLst>
                <a:ext uri="{FF2B5EF4-FFF2-40B4-BE49-F238E27FC236}">
                  <a16:creationId xmlns:a16="http://schemas.microsoft.com/office/drawing/2014/main" id="{D3EDDEBF-F894-4F0B-BD78-F999851A9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680"/>
              <a:ext cx="36" cy="37"/>
            </a:xfrm>
            <a:custGeom>
              <a:avLst/>
              <a:gdLst>
                <a:gd name="T0" fmla="*/ 53 w 19"/>
                <a:gd name="T1" fmla="*/ 126 h 20"/>
                <a:gd name="T2" fmla="*/ 21 w 19"/>
                <a:gd name="T3" fmla="*/ 113 h 20"/>
                <a:gd name="T4" fmla="*/ 28 w 19"/>
                <a:gd name="T5" fmla="*/ 105 h 20"/>
                <a:gd name="T6" fmla="*/ 15 w 19"/>
                <a:gd name="T7" fmla="*/ 96 h 20"/>
                <a:gd name="T8" fmla="*/ 8 w 19"/>
                <a:gd name="T9" fmla="*/ 81 h 20"/>
                <a:gd name="T10" fmla="*/ 8 w 19"/>
                <a:gd name="T11" fmla="*/ 57 h 20"/>
                <a:gd name="T12" fmla="*/ 28 w 19"/>
                <a:gd name="T13" fmla="*/ 44 h 20"/>
                <a:gd name="T14" fmla="*/ 28 w 19"/>
                <a:gd name="T15" fmla="*/ 24 h 20"/>
                <a:gd name="T16" fmla="*/ 47 w 19"/>
                <a:gd name="T17" fmla="*/ 20 h 20"/>
                <a:gd name="T18" fmla="*/ 61 w 19"/>
                <a:gd name="T19" fmla="*/ 0 h 20"/>
                <a:gd name="T20" fmla="*/ 83 w 19"/>
                <a:gd name="T21" fmla="*/ 13 h 20"/>
                <a:gd name="T22" fmla="*/ 100 w 19"/>
                <a:gd name="T23" fmla="*/ 13 h 20"/>
                <a:gd name="T24" fmla="*/ 129 w 19"/>
                <a:gd name="T25" fmla="*/ 52 h 20"/>
                <a:gd name="T26" fmla="*/ 121 w 19"/>
                <a:gd name="T27" fmla="*/ 68 h 20"/>
                <a:gd name="T28" fmla="*/ 116 w 19"/>
                <a:gd name="T29" fmla="*/ 96 h 20"/>
                <a:gd name="T30" fmla="*/ 100 w 19"/>
                <a:gd name="T31" fmla="*/ 104 h 20"/>
                <a:gd name="T32" fmla="*/ 97 w 19"/>
                <a:gd name="T33" fmla="*/ 113 h 20"/>
                <a:gd name="T34" fmla="*/ 83 w 19"/>
                <a:gd name="T35" fmla="*/ 126 h 20"/>
                <a:gd name="T36" fmla="*/ 53 w 19"/>
                <a:gd name="T37" fmla="*/ 126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8" y="20"/>
                  </a:moveTo>
                  <a:cubicBezTo>
                    <a:pt x="7" y="20"/>
                    <a:pt x="4" y="19"/>
                    <a:pt x="3" y="18"/>
                  </a:cubicBezTo>
                  <a:cubicBezTo>
                    <a:pt x="3" y="18"/>
                    <a:pt x="4" y="17"/>
                    <a:pt x="4" y="17"/>
                  </a:cubicBezTo>
                  <a:cubicBezTo>
                    <a:pt x="3" y="15"/>
                    <a:pt x="3" y="16"/>
                    <a:pt x="2" y="15"/>
                  </a:cubicBezTo>
                  <a:cubicBezTo>
                    <a:pt x="2" y="14"/>
                    <a:pt x="2" y="14"/>
                    <a:pt x="1" y="13"/>
                  </a:cubicBezTo>
                  <a:cubicBezTo>
                    <a:pt x="1" y="11"/>
                    <a:pt x="0" y="11"/>
                    <a:pt x="1" y="9"/>
                  </a:cubicBezTo>
                  <a:cubicBezTo>
                    <a:pt x="2" y="8"/>
                    <a:pt x="3" y="9"/>
                    <a:pt x="4" y="7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5" y="2"/>
                    <a:pt x="5" y="3"/>
                    <a:pt x="7" y="3"/>
                  </a:cubicBezTo>
                  <a:cubicBezTo>
                    <a:pt x="8" y="2"/>
                    <a:pt x="8" y="1"/>
                    <a:pt x="9" y="0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2"/>
                    <a:pt x="14" y="2"/>
                    <a:pt x="15" y="2"/>
                  </a:cubicBezTo>
                  <a:cubicBezTo>
                    <a:pt x="17" y="3"/>
                    <a:pt x="19" y="6"/>
                    <a:pt x="19" y="8"/>
                  </a:cubicBezTo>
                  <a:cubicBezTo>
                    <a:pt x="19" y="9"/>
                    <a:pt x="18" y="10"/>
                    <a:pt x="18" y="11"/>
                  </a:cubicBezTo>
                  <a:cubicBezTo>
                    <a:pt x="18" y="13"/>
                    <a:pt x="18" y="14"/>
                    <a:pt x="17" y="15"/>
                  </a:cubicBezTo>
                  <a:cubicBezTo>
                    <a:pt x="16" y="15"/>
                    <a:pt x="15" y="15"/>
                    <a:pt x="15" y="16"/>
                  </a:cubicBezTo>
                  <a:cubicBezTo>
                    <a:pt x="15" y="16"/>
                    <a:pt x="15" y="17"/>
                    <a:pt x="14" y="18"/>
                  </a:cubicBezTo>
                  <a:cubicBezTo>
                    <a:pt x="14" y="19"/>
                    <a:pt x="13" y="19"/>
                    <a:pt x="12" y="20"/>
                  </a:cubicBezTo>
                  <a:cubicBezTo>
                    <a:pt x="10" y="20"/>
                    <a:pt x="9" y="20"/>
                    <a:pt x="8" y="2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8" name="Freeform 569">
              <a:extLst>
                <a:ext uri="{FF2B5EF4-FFF2-40B4-BE49-F238E27FC236}">
                  <a16:creationId xmlns:a16="http://schemas.microsoft.com/office/drawing/2014/main" id="{8628A3A3-EE40-4836-B5B5-A52D70EC9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693"/>
              <a:ext cx="2" cy="7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9" name="Freeform 570">
              <a:extLst>
                <a:ext uri="{FF2B5EF4-FFF2-40B4-BE49-F238E27FC236}">
                  <a16:creationId xmlns:a16="http://schemas.microsoft.com/office/drawing/2014/main" id="{35747EBE-43F8-4E3F-9B8C-A84EC23A5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708"/>
              <a:ext cx="3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0" name="Freeform 571">
              <a:extLst>
                <a:ext uri="{FF2B5EF4-FFF2-40B4-BE49-F238E27FC236}">
                  <a16:creationId xmlns:a16="http://schemas.microsoft.com/office/drawing/2014/main" id="{1AE53B40-77C7-4533-B034-38F6797F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691"/>
              <a:ext cx="10" cy="11"/>
            </a:xfrm>
            <a:custGeom>
              <a:avLst/>
              <a:gdLst>
                <a:gd name="T0" fmla="*/ 32 w 5"/>
                <a:gd name="T1" fmla="*/ 37 h 6"/>
                <a:gd name="T2" fmla="*/ 40 w 5"/>
                <a:gd name="T3" fmla="*/ 24 h 6"/>
                <a:gd name="T4" fmla="*/ 32 w 5"/>
                <a:gd name="T5" fmla="*/ 20 h 6"/>
                <a:gd name="T6" fmla="*/ 32 w 5"/>
                <a:gd name="T7" fmla="*/ 13 h 6"/>
                <a:gd name="T8" fmla="*/ 24 w 5"/>
                <a:gd name="T9" fmla="*/ 0 h 6"/>
                <a:gd name="T10" fmla="*/ 0 w 5"/>
                <a:gd name="T11" fmla="*/ 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6">
                  <a:moveTo>
                    <a:pt x="4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1" y="0"/>
                    <a:pt x="1" y="2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1" name="Freeform 572">
              <a:extLst>
                <a:ext uri="{FF2B5EF4-FFF2-40B4-BE49-F238E27FC236}">
                  <a16:creationId xmlns:a16="http://schemas.microsoft.com/office/drawing/2014/main" id="{FE4C9D24-F38E-4487-88F8-F4A407972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710"/>
              <a:ext cx="10" cy="3"/>
            </a:xfrm>
            <a:custGeom>
              <a:avLst/>
              <a:gdLst>
                <a:gd name="T0" fmla="*/ 0 w 5"/>
                <a:gd name="T1" fmla="*/ 0 h 2"/>
                <a:gd name="T2" fmla="*/ 24 w 5"/>
                <a:gd name="T3" fmla="*/ 5 h 2"/>
                <a:gd name="T4" fmla="*/ 40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2"/>
                    <a:pt x="2" y="1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2" name="Freeform 573">
              <a:extLst>
                <a:ext uri="{FF2B5EF4-FFF2-40B4-BE49-F238E27FC236}">
                  <a16:creationId xmlns:a16="http://schemas.microsoft.com/office/drawing/2014/main" id="{22BC6342-2109-49AB-9912-5061053FB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841"/>
              <a:ext cx="30" cy="35"/>
            </a:xfrm>
            <a:custGeom>
              <a:avLst/>
              <a:gdLst>
                <a:gd name="T0" fmla="*/ 99 w 16"/>
                <a:gd name="T1" fmla="*/ 68 h 19"/>
                <a:gd name="T2" fmla="*/ 99 w 16"/>
                <a:gd name="T3" fmla="*/ 88 h 19"/>
                <a:gd name="T4" fmla="*/ 92 w 16"/>
                <a:gd name="T5" fmla="*/ 96 h 19"/>
                <a:gd name="T6" fmla="*/ 84 w 16"/>
                <a:gd name="T7" fmla="*/ 105 h 19"/>
                <a:gd name="T8" fmla="*/ 81 w 16"/>
                <a:gd name="T9" fmla="*/ 98 h 19"/>
                <a:gd name="T10" fmla="*/ 73 w 16"/>
                <a:gd name="T11" fmla="*/ 112 h 19"/>
                <a:gd name="T12" fmla="*/ 45 w 16"/>
                <a:gd name="T13" fmla="*/ 112 h 19"/>
                <a:gd name="T14" fmla="*/ 32 w 16"/>
                <a:gd name="T15" fmla="*/ 105 h 19"/>
                <a:gd name="T16" fmla="*/ 15 w 16"/>
                <a:gd name="T17" fmla="*/ 96 h 19"/>
                <a:gd name="T18" fmla="*/ 8 w 16"/>
                <a:gd name="T19" fmla="*/ 76 h 19"/>
                <a:gd name="T20" fmla="*/ 21 w 16"/>
                <a:gd name="T21" fmla="*/ 61 h 19"/>
                <a:gd name="T22" fmla="*/ 8 w 16"/>
                <a:gd name="T23" fmla="*/ 44 h 19"/>
                <a:gd name="T24" fmla="*/ 8 w 16"/>
                <a:gd name="T25" fmla="*/ 24 h 19"/>
                <a:gd name="T26" fmla="*/ 28 w 16"/>
                <a:gd name="T27" fmla="*/ 13 h 19"/>
                <a:gd name="T28" fmla="*/ 53 w 16"/>
                <a:gd name="T29" fmla="*/ 0 h 19"/>
                <a:gd name="T30" fmla="*/ 73 w 16"/>
                <a:gd name="T31" fmla="*/ 7 h 19"/>
                <a:gd name="T32" fmla="*/ 81 w 16"/>
                <a:gd name="T33" fmla="*/ 20 h 19"/>
                <a:gd name="T34" fmla="*/ 92 w 16"/>
                <a:gd name="T35" fmla="*/ 20 h 19"/>
                <a:gd name="T36" fmla="*/ 105 w 16"/>
                <a:gd name="T37" fmla="*/ 31 h 19"/>
                <a:gd name="T38" fmla="*/ 99 w 16"/>
                <a:gd name="T39" fmla="*/ 52 h 19"/>
                <a:gd name="T40" fmla="*/ 99 w 16"/>
                <a:gd name="T41" fmla="*/ 6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9">
                  <a:moveTo>
                    <a:pt x="15" y="11"/>
                  </a:moveTo>
                  <a:cubicBezTo>
                    <a:pt x="16" y="13"/>
                    <a:pt x="16" y="13"/>
                    <a:pt x="15" y="14"/>
                  </a:cubicBezTo>
                  <a:cubicBezTo>
                    <a:pt x="15" y="15"/>
                    <a:pt x="14" y="14"/>
                    <a:pt x="14" y="15"/>
                  </a:cubicBezTo>
                  <a:cubicBezTo>
                    <a:pt x="14" y="15"/>
                    <a:pt x="14" y="17"/>
                    <a:pt x="13" y="17"/>
                  </a:cubicBez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7"/>
                    <a:pt x="11" y="18"/>
                  </a:cubicBezTo>
                  <a:cubicBezTo>
                    <a:pt x="10" y="18"/>
                    <a:pt x="8" y="19"/>
                    <a:pt x="7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3" y="16"/>
                    <a:pt x="3" y="16"/>
                    <a:pt x="2" y="15"/>
                  </a:cubicBezTo>
                  <a:cubicBezTo>
                    <a:pt x="2" y="14"/>
                    <a:pt x="1" y="13"/>
                    <a:pt x="1" y="12"/>
                  </a:cubicBezTo>
                  <a:cubicBezTo>
                    <a:pt x="0" y="11"/>
                    <a:pt x="2" y="11"/>
                    <a:pt x="3" y="10"/>
                  </a:cubicBezTo>
                  <a:cubicBezTo>
                    <a:pt x="3" y="8"/>
                    <a:pt x="1" y="8"/>
                    <a:pt x="1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2" y="3"/>
                    <a:pt x="3" y="3"/>
                    <a:pt x="4" y="2"/>
                  </a:cubicBezTo>
                  <a:cubicBezTo>
                    <a:pt x="5" y="1"/>
                    <a:pt x="6" y="0"/>
                    <a:pt x="8" y="0"/>
                  </a:cubicBezTo>
                  <a:cubicBezTo>
                    <a:pt x="9" y="0"/>
                    <a:pt x="11" y="0"/>
                    <a:pt x="11" y="1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5" y="10"/>
                    <a:pt x="15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3" name="Freeform 574">
              <a:extLst>
                <a:ext uri="{FF2B5EF4-FFF2-40B4-BE49-F238E27FC236}">
                  <a16:creationId xmlns:a16="http://schemas.microsoft.com/office/drawing/2014/main" id="{597EF2DE-F721-47EF-9D12-F1845E9D1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844"/>
              <a:ext cx="9" cy="12"/>
            </a:xfrm>
            <a:custGeom>
              <a:avLst/>
              <a:gdLst>
                <a:gd name="T0" fmla="*/ 29 w 5"/>
                <a:gd name="T1" fmla="*/ 0 h 6"/>
                <a:gd name="T2" fmla="*/ 7 w 5"/>
                <a:gd name="T3" fmla="*/ 24 h 6"/>
                <a:gd name="T4" fmla="*/ 16 w 5"/>
                <a:gd name="T5" fmla="*/ 48 h 6"/>
                <a:gd name="T6" fmla="*/ 16 w 5"/>
                <a:gd name="T7" fmla="*/ 32 h 6"/>
                <a:gd name="T8" fmla="*/ 29 w 5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4" y="2"/>
                    <a:pt x="2" y="2"/>
                    <a:pt x="1" y="3"/>
                  </a:cubicBezTo>
                  <a:cubicBezTo>
                    <a:pt x="0" y="5"/>
                    <a:pt x="2" y="5"/>
                    <a:pt x="3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3" y="3"/>
                    <a:pt x="4" y="2"/>
                    <a:pt x="5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4" name="Freeform 575">
              <a:extLst>
                <a:ext uri="{FF2B5EF4-FFF2-40B4-BE49-F238E27FC236}">
                  <a16:creationId xmlns:a16="http://schemas.microsoft.com/office/drawing/2014/main" id="{B377245E-A5E2-4500-94EB-536BC705B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859"/>
              <a:ext cx="4" cy="10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16 h 5"/>
                <a:gd name="T4" fmla="*/ 16 w 2"/>
                <a:gd name="T5" fmla="*/ 40 h 5"/>
                <a:gd name="T6" fmla="*/ 8 w 2"/>
                <a:gd name="T7" fmla="*/ 16 h 5"/>
                <a:gd name="T8" fmla="*/ 16 w 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4"/>
                    <a:pt x="2" y="5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5" name="Freeform 576">
              <a:extLst>
                <a:ext uri="{FF2B5EF4-FFF2-40B4-BE49-F238E27FC236}">
                  <a16:creationId xmlns:a16="http://schemas.microsoft.com/office/drawing/2014/main" id="{DD881513-808B-4957-9DB1-FFE9C39E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867"/>
              <a:ext cx="16" cy="9"/>
            </a:xfrm>
            <a:custGeom>
              <a:avLst/>
              <a:gdLst>
                <a:gd name="T0" fmla="*/ 50 w 9"/>
                <a:gd name="T1" fmla="*/ 13 h 5"/>
                <a:gd name="T2" fmla="*/ 21 w 9"/>
                <a:gd name="T3" fmla="*/ 23 h 5"/>
                <a:gd name="T4" fmla="*/ 12 w 9"/>
                <a:gd name="T5" fmla="*/ 13 h 5"/>
                <a:gd name="T6" fmla="*/ 0 w 9"/>
                <a:gd name="T7" fmla="*/ 0 h 5"/>
                <a:gd name="T8" fmla="*/ 16 w 9"/>
                <a:gd name="T9" fmla="*/ 13 h 5"/>
                <a:gd name="T10" fmla="*/ 21 w 9"/>
                <a:gd name="T11" fmla="*/ 13 h 5"/>
                <a:gd name="T12" fmla="*/ 28 w 9"/>
                <a:gd name="T13" fmla="*/ 16 h 5"/>
                <a:gd name="T14" fmla="*/ 44 w 9"/>
                <a:gd name="T15" fmla="*/ 13 h 5"/>
                <a:gd name="T16" fmla="*/ 50 w 9"/>
                <a:gd name="T17" fmla="*/ 13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5">
                  <a:moveTo>
                    <a:pt x="9" y="2"/>
                  </a:moveTo>
                  <a:cubicBezTo>
                    <a:pt x="7" y="1"/>
                    <a:pt x="6" y="5"/>
                    <a:pt x="4" y="4"/>
                  </a:cubicBezTo>
                  <a:cubicBezTo>
                    <a:pt x="3" y="3"/>
                    <a:pt x="3" y="3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2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6" y="3"/>
                    <a:pt x="7" y="2"/>
                    <a:pt x="8" y="2"/>
                  </a:cubicBezTo>
                  <a:cubicBezTo>
                    <a:pt x="8" y="1"/>
                    <a:pt x="9" y="2"/>
                    <a:pt x="9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6" name="Freeform 577">
              <a:extLst>
                <a:ext uri="{FF2B5EF4-FFF2-40B4-BE49-F238E27FC236}">
                  <a16:creationId xmlns:a16="http://schemas.microsoft.com/office/drawing/2014/main" id="{3B0A62CA-15CD-4AEB-96BC-2D9CBEECA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848"/>
              <a:ext cx="6" cy="9"/>
            </a:xfrm>
            <a:custGeom>
              <a:avLst/>
              <a:gdLst>
                <a:gd name="T0" fmla="*/ 16 w 3"/>
                <a:gd name="T1" fmla="*/ 7 h 5"/>
                <a:gd name="T2" fmla="*/ 16 w 3"/>
                <a:gd name="T3" fmla="*/ 16 h 5"/>
                <a:gd name="T4" fmla="*/ 16 w 3"/>
                <a:gd name="T5" fmla="*/ 29 h 5"/>
                <a:gd name="T6" fmla="*/ 8 w 3"/>
                <a:gd name="T7" fmla="*/ 16 h 5"/>
                <a:gd name="T8" fmla="*/ 16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2" y="3"/>
                    <a:pt x="1" y="4"/>
                    <a:pt x="2" y="5"/>
                  </a:cubicBezTo>
                  <a:cubicBezTo>
                    <a:pt x="1" y="4"/>
                    <a:pt x="0" y="3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7" name="Freeform 578">
              <a:extLst>
                <a:ext uri="{FF2B5EF4-FFF2-40B4-BE49-F238E27FC236}">
                  <a16:creationId xmlns:a16="http://schemas.microsoft.com/office/drawing/2014/main" id="{6041D355-A621-4023-BD03-C67DBD14F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43"/>
              <a:ext cx="3" cy="1"/>
            </a:xfrm>
            <a:custGeom>
              <a:avLst/>
              <a:gdLst>
                <a:gd name="T0" fmla="*/ 5 w 2"/>
                <a:gd name="T1" fmla="*/ 1 h 1"/>
                <a:gd name="T2" fmla="*/ 0 w 2"/>
                <a:gd name="T3" fmla="*/ 0 h 1"/>
                <a:gd name="T4" fmla="*/ 8 w 2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8" name="Freeform 579">
              <a:extLst>
                <a:ext uri="{FF2B5EF4-FFF2-40B4-BE49-F238E27FC236}">
                  <a16:creationId xmlns:a16="http://schemas.microsoft.com/office/drawing/2014/main" id="{35BB0DFB-4555-4D19-BCE7-366BC2616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59"/>
              <a:ext cx="4" cy="6"/>
            </a:xfrm>
            <a:custGeom>
              <a:avLst/>
              <a:gdLst>
                <a:gd name="T0" fmla="*/ 16 w 2"/>
                <a:gd name="T1" fmla="*/ 8 h 3"/>
                <a:gd name="T2" fmla="*/ 8 w 2"/>
                <a:gd name="T3" fmla="*/ 16 h 3"/>
                <a:gd name="T4" fmla="*/ 0 w 2"/>
                <a:gd name="T5" fmla="*/ 24 h 3"/>
                <a:gd name="T6" fmla="*/ 16 w 2"/>
                <a:gd name="T7" fmla="*/ 16 h 3"/>
                <a:gd name="T8" fmla="*/ 16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9" name="Freeform 580">
              <a:extLst>
                <a:ext uri="{FF2B5EF4-FFF2-40B4-BE49-F238E27FC236}">
                  <a16:creationId xmlns:a16="http://schemas.microsoft.com/office/drawing/2014/main" id="{ED08D0C1-C93C-4E1C-9D57-6E13CC17C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871"/>
              <a:ext cx="12" cy="3"/>
            </a:xfrm>
            <a:custGeom>
              <a:avLst/>
              <a:gdLst>
                <a:gd name="T0" fmla="*/ 40 w 6"/>
                <a:gd name="T1" fmla="*/ 5 h 2"/>
                <a:gd name="T2" fmla="*/ 24 w 6"/>
                <a:gd name="T3" fmla="*/ 8 h 2"/>
                <a:gd name="T4" fmla="*/ 16 w 6"/>
                <a:gd name="T5" fmla="*/ 5 h 2"/>
                <a:gd name="T6" fmla="*/ 0 w 6"/>
                <a:gd name="T7" fmla="*/ 0 h 2"/>
                <a:gd name="T8" fmla="*/ 24 w 6"/>
                <a:gd name="T9" fmla="*/ 5 h 2"/>
                <a:gd name="T10" fmla="*/ 48 w 6"/>
                <a:gd name="T11" fmla="*/ 5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">
                  <a:moveTo>
                    <a:pt x="5" y="1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2" y="2"/>
                    <a:pt x="3" y="1"/>
                  </a:cubicBezTo>
                  <a:cubicBezTo>
                    <a:pt x="4" y="1"/>
                    <a:pt x="5" y="0"/>
                    <a:pt x="6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0" name="Freeform 581">
              <a:extLst>
                <a:ext uri="{FF2B5EF4-FFF2-40B4-BE49-F238E27FC236}">
                  <a16:creationId xmlns:a16="http://schemas.microsoft.com/office/drawing/2014/main" id="{AF1C40AD-1A97-442A-87DF-69BD244E1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859"/>
              <a:ext cx="5" cy="4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16 h 2"/>
                <a:gd name="T4" fmla="*/ 0 w 3"/>
                <a:gd name="T5" fmla="*/ 16 h 2"/>
                <a:gd name="T6" fmla="*/ 0 w 3"/>
                <a:gd name="T7" fmla="*/ 16 h 2"/>
                <a:gd name="T8" fmla="*/ 8 w 3"/>
                <a:gd name="T9" fmla="*/ 8 h 2"/>
                <a:gd name="T10" fmla="*/ 8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1" name="Freeform 582">
              <a:extLst>
                <a:ext uri="{FF2B5EF4-FFF2-40B4-BE49-F238E27FC236}">
                  <a16:creationId xmlns:a16="http://schemas.microsoft.com/office/drawing/2014/main" id="{4212A1AE-EBA5-404F-AA64-49FC0377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848"/>
              <a:ext cx="2" cy="8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16 h 4"/>
                <a:gd name="T4" fmla="*/ 8 w 1"/>
                <a:gd name="T5" fmla="*/ 32 h 4"/>
                <a:gd name="T6" fmla="*/ 0 w 1"/>
                <a:gd name="T7" fmla="*/ 24 h 4"/>
                <a:gd name="T8" fmla="*/ 8 w 1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2" name="Freeform 583">
              <a:extLst>
                <a:ext uri="{FF2B5EF4-FFF2-40B4-BE49-F238E27FC236}">
                  <a16:creationId xmlns:a16="http://schemas.microsoft.com/office/drawing/2014/main" id="{1EBB58FE-CF17-434B-A31C-2F1CE06D3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44"/>
              <a:ext cx="7" cy="4"/>
            </a:xfrm>
            <a:custGeom>
              <a:avLst/>
              <a:gdLst>
                <a:gd name="T0" fmla="*/ 21 w 4"/>
                <a:gd name="T1" fmla="*/ 16 h 2"/>
                <a:gd name="T2" fmla="*/ 12 w 4"/>
                <a:gd name="T3" fmla="*/ 8 h 2"/>
                <a:gd name="T4" fmla="*/ 0 w 4"/>
                <a:gd name="T5" fmla="*/ 0 h 2"/>
                <a:gd name="T6" fmla="*/ 12 w 4"/>
                <a:gd name="T7" fmla="*/ 16 h 2"/>
                <a:gd name="T8" fmla="*/ 21 w 4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2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3" name="Freeform 584">
              <a:extLst>
                <a:ext uri="{FF2B5EF4-FFF2-40B4-BE49-F238E27FC236}">
                  <a16:creationId xmlns:a16="http://schemas.microsoft.com/office/drawing/2014/main" id="{BDC55A20-D233-468D-9E66-EB69DB878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841"/>
              <a:ext cx="30" cy="35"/>
            </a:xfrm>
            <a:custGeom>
              <a:avLst/>
              <a:gdLst>
                <a:gd name="T0" fmla="*/ 99 w 16"/>
                <a:gd name="T1" fmla="*/ 68 h 19"/>
                <a:gd name="T2" fmla="*/ 99 w 16"/>
                <a:gd name="T3" fmla="*/ 88 h 19"/>
                <a:gd name="T4" fmla="*/ 92 w 16"/>
                <a:gd name="T5" fmla="*/ 96 h 19"/>
                <a:gd name="T6" fmla="*/ 84 w 16"/>
                <a:gd name="T7" fmla="*/ 105 h 19"/>
                <a:gd name="T8" fmla="*/ 81 w 16"/>
                <a:gd name="T9" fmla="*/ 98 h 19"/>
                <a:gd name="T10" fmla="*/ 73 w 16"/>
                <a:gd name="T11" fmla="*/ 112 h 19"/>
                <a:gd name="T12" fmla="*/ 45 w 16"/>
                <a:gd name="T13" fmla="*/ 112 h 19"/>
                <a:gd name="T14" fmla="*/ 32 w 16"/>
                <a:gd name="T15" fmla="*/ 105 h 19"/>
                <a:gd name="T16" fmla="*/ 15 w 16"/>
                <a:gd name="T17" fmla="*/ 96 h 19"/>
                <a:gd name="T18" fmla="*/ 8 w 16"/>
                <a:gd name="T19" fmla="*/ 76 h 19"/>
                <a:gd name="T20" fmla="*/ 21 w 16"/>
                <a:gd name="T21" fmla="*/ 61 h 19"/>
                <a:gd name="T22" fmla="*/ 8 w 16"/>
                <a:gd name="T23" fmla="*/ 44 h 19"/>
                <a:gd name="T24" fmla="*/ 8 w 16"/>
                <a:gd name="T25" fmla="*/ 24 h 19"/>
                <a:gd name="T26" fmla="*/ 28 w 16"/>
                <a:gd name="T27" fmla="*/ 13 h 19"/>
                <a:gd name="T28" fmla="*/ 53 w 16"/>
                <a:gd name="T29" fmla="*/ 0 h 19"/>
                <a:gd name="T30" fmla="*/ 73 w 16"/>
                <a:gd name="T31" fmla="*/ 7 h 19"/>
                <a:gd name="T32" fmla="*/ 81 w 16"/>
                <a:gd name="T33" fmla="*/ 20 h 19"/>
                <a:gd name="T34" fmla="*/ 92 w 16"/>
                <a:gd name="T35" fmla="*/ 20 h 19"/>
                <a:gd name="T36" fmla="*/ 105 w 16"/>
                <a:gd name="T37" fmla="*/ 31 h 19"/>
                <a:gd name="T38" fmla="*/ 99 w 16"/>
                <a:gd name="T39" fmla="*/ 52 h 19"/>
                <a:gd name="T40" fmla="*/ 99 w 16"/>
                <a:gd name="T41" fmla="*/ 6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9">
                  <a:moveTo>
                    <a:pt x="15" y="11"/>
                  </a:moveTo>
                  <a:cubicBezTo>
                    <a:pt x="16" y="13"/>
                    <a:pt x="16" y="13"/>
                    <a:pt x="15" y="14"/>
                  </a:cubicBezTo>
                  <a:cubicBezTo>
                    <a:pt x="15" y="15"/>
                    <a:pt x="14" y="14"/>
                    <a:pt x="14" y="15"/>
                  </a:cubicBezTo>
                  <a:cubicBezTo>
                    <a:pt x="14" y="15"/>
                    <a:pt x="14" y="17"/>
                    <a:pt x="13" y="17"/>
                  </a:cubicBez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7"/>
                    <a:pt x="11" y="18"/>
                  </a:cubicBezTo>
                  <a:cubicBezTo>
                    <a:pt x="10" y="18"/>
                    <a:pt x="8" y="19"/>
                    <a:pt x="7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3" y="16"/>
                    <a:pt x="3" y="16"/>
                    <a:pt x="2" y="15"/>
                  </a:cubicBezTo>
                  <a:cubicBezTo>
                    <a:pt x="2" y="14"/>
                    <a:pt x="1" y="13"/>
                    <a:pt x="1" y="12"/>
                  </a:cubicBezTo>
                  <a:cubicBezTo>
                    <a:pt x="0" y="11"/>
                    <a:pt x="2" y="11"/>
                    <a:pt x="3" y="10"/>
                  </a:cubicBezTo>
                  <a:cubicBezTo>
                    <a:pt x="3" y="8"/>
                    <a:pt x="1" y="8"/>
                    <a:pt x="1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2" y="3"/>
                    <a:pt x="3" y="3"/>
                    <a:pt x="4" y="2"/>
                  </a:cubicBezTo>
                  <a:cubicBezTo>
                    <a:pt x="5" y="1"/>
                    <a:pt x="6" y="0"/>
                    <a:pt x="8" y="0"/>
                  </a:cubicBezTo>
                  <a:cubicBezTo>
                    <a:pt x="9" y="0"/>
                    <a:pt x="11" y="0"/>
                    <a:pt x="11" y="1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5" y="10"/>
                    <a:pt x="15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4" name="Freeform 585">
              <a:extLst>
                <a:ext uri="{FF2B5EF4-FFF2-40B4-BE49-F238E27FC236}">
                  <a16:creationId xmlns:a16="http://schemas.microsoft.com/office/drawing/2014/main" id="{BC09FAC9-2A29-4CD5-8B21-32F83849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857"/>
              <a:ext cx="3" cy="4"/>
            </a:xfrm>
            <a:custGeom>
              <a:avLst/>
              <a:gdLst>
                <a:gd name="T0" fmla="*/ 5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5" name="Freeform 586">
              <a:extLst>
                <a:ext uri="{FF2B5EF4-FFF2-40B4-BE49-F238E27FC236}">
                  <a16:creationId xmlns:a16="http://schemas.microsoft.com/office/drawing/2014/main" id="{6DDC5E5C-7AC1-4DA6-9F4A-5004C10D6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859"/>
              <a:ext cx="5" cy="6"/>
            </a:xfrm>
            <a:custGeom>
              <a:avLst/>
              <a:gdLst>
                <a:gd name="T0" fmla="*/ 0 w 3"/>
                <a:gd name="T1" fmla="*/ 24 h 3"/>
                <a:gd name="T2" fmla="*/ 13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6" name="Freeform 587">
              <a:extLst>
                <a:ext uri="{FF2B5EF4-FFF2-40B4-BE49-F238E27FC236}">
                  <a16:creationId xmlns:a16="http://schemas.microsoft.com/office/drawing/2014/main" id="{1C6C2696-1D15-4A3C-A144-EF2C08BBC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844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7" name="Freeform 588">
              <a:extLst>
                <a:ext uri="{FF2B5EF4-FFF2-40B4-BE49-F238E27FC236}">
                  <a16:creationId xmlns:a16="http://schemas.microsoft.com/office/drawing/2014/main" id="{EF2030E8-FA49-4A3B-A77E-5F7A0A19B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978"/>
              <a:ext cx="42" cy="41"/>
            </a:xfrm>
            <a:custGeom>
              <a:avLst/>
              <a:gdLst>
                <a:gd name="T0" fmla="*/ 116 w 22"/>
                <a:gd name="T1" fmla="*/ 24 h 22"/>
                <a:gd name="T2" fmla="*/ 69 w 22"/>
                <a:gd name="T3" fmla="*/ 0 h 22"/>
                <a:gd name="T4" fmla="*/ 21 w 22"/>
                <a:gd name="T5" fmla="*/ 21 h 22"/>
                <a:gd name="T6" fmla="*/ 61 w 22"/>
                <a:gd name="T7" fmla="*/ 121 h 22"/>
                <a:gd name="T8" fmla="*/ 153 w 22"/>
                <a:gd name="T9" fmla="*/ 89 h 22"/>
                <a:gd name="T10" fmla="*/ 116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0" y="7"/>
                    <a:pt x="2" y="15"/>
                    <a:pt x="9" y="19"/>
                  </a:cubicBezTo>
                  <a:cubicBezTo>
                    <a:pt x="15" y="22"/>
                    <a:pt x="21" y="18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98" name="Freeform 589">
              <a:extLst>
                <a:ext uri="{FF2B5EF4-FFF2-40B4-BE49-F238E27FC236}">
                  <a16:creationId xmlns:a16="http://schemas.microsoft.com/office/drawing/2014/main" id="{91AB883A-21B5-4749-939B-7D2DED50F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985"/>
              <a:ext cx="22" cy="23"/>
            </a:xfrm>
            <a:custGeom>
              <a:avLst/>
              <a:gdLst>
                <a:gd name="T0" fmla="*/ 68 w 12"/>
                <a:gd name="T1" fmla="*/ 44 h 12"/>
                <a:gd name="T2" fmla="*/ 61 w 12"/>
                <a:gd name="T3" fmla="*/ 77 h 12"/>
                <a:gd name="T4" fmla="*/ 20 w 12"/>
                <a:gd name="T5" fmla="*/ 56 h 12"/>
                <a:gd name="T6" fmla="*/ 7 w 12"/>
                <a:gd name="T7" fmla="*/ 15 h 12"/>
                <a:gd name="T8" fmla="*/ 20 w 12"/>
                <a:gd name="T9" fmla="*/ 0 h 12"/>
                <a:gd name="T10" fmla="*/ 20 w 12"/>
                <a:gd name="T11" fmla="*/ 0 h 12"/>
                <a:gd name="T12" fmla="*/ 7 w 12"/>
                <a:gd name="T13" fmla="*/ 15 h 12"/>
                <a:gd name="T14" fmla="*/ 13 w 12"/>
                <a:gd name="T15" fmla="*/ 56 h 12"/>
                <a:gd name="T16" fmla="*/ 61 w 12"/>
                <a:gd name="T17" fmla="*/ 77 h 12"/>
                <a:gd name="T18" fmla="*/ 68 w 12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6"/>
                  </a:moveTo>
                  <a:cubicBezTo>
                    <a:pt x="12" y="8"/>
                    <a:pt x="11" y="10"/>
                    <a:pt x="10" y="11"/>
                  </a:cubicBezTo>
                  <a:cubicBezTo>
                    <a:pt x="8" y="11"/>
                    <a:pt x="5" y="11"/>
                    <a:pt x="3" y="8"/>
                  </a:cubicBezTo>
                  <a:cubicBezTo>
                    <a:pt x="0" y="5"/>
                    <a:pt x="0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5"/>
                    <a:pt x="2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9" name="Freeform 590">
              <a:extLst>
                <a:ext uri="{FF2B5EF4-FFF2-40B4-BE49-F238E27FC236}">
                  <a16:creationId xmlns:a16="http://schemas.microsoft.com/office/drawing/2014/main" id="{666B07EE-DBD8-41DA-8538-79C11205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047"/>
              <a:ext cx="49" cy="58"/>
            </a:xfrm>
            <a:custGeom>
              <a:avLst/>
              <a:gdLst>
                <a:gd name="T0" fmla="*/ 47 w 26"/>
                <a:gd name="T1" fmla="*/ 178 h 31"/>
                <a:gd name="T2" fmla="*/ 92 w 26"/>
                <a:gd name="T3" fmla="*/ 196 h 31"/>
                <a:gd name="T4" fmla="*/ 153 w 26"/>
                <a:gd name="T5" fmla="*/ 84 h 31"/>
                <a:gd name="T6" fmla="*/ 47 w 26"/>
                <a:gd name="T7" fmla="*/ 7 h 31"/>
                <a:gd name="T8" fmla="*/ 0 w 26"/>
                <a:gd name="T9" fmla="*/ 67 h 31"/>
                <a:gd name="T10" fmla="*/ 28 w 26"/>
                <a:gd name="T11" fmla="*/ 129 h 31"/>
                <a:gd name="T12" fmla="*/ 47 w 26"/>
                <a:gd name="T13" fmla="*/ 17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7" y="27"/>
                  </a:moveTo>
                  <a:cubicBezTo>
                    <a:pt x="9" y="29"/>
                    <a:pt x="11" y="30"/>
                    <a:pt x="14" y="30"/>
                  </a:cubicBezTo>
                  <a:cubicBezTo>
                    <a:pt x="23" y="31"/>
                    <a:pt x="26" y="22"/>
                    <a:pt x="23" y="13"/>
                  </a:cubicBezTo>
                  <a:cubicBezTo>
                    <a:pt x="20" y="5"/>
                    <a:pt x="11" y="0"/>
                    <a:pt x="7" y="1"/>
                  </a:cubicBezTo>
                  <a:cubicBezTo>
                    <a:pt x="2" y="3"/>
                    <a:pt x="0" y="6"/>
                    <a:pt x="0" y="10"/>
                  </a:cubicBezTo>
                  <a:cubicBezTo>
                    <a:pt x="0" y="14"/>
                    <a:pt x="3" y="18"/>
                    <a:pt x="4" y="20"/>
                  </a:cubicBezTo>
                  <a:cubicBezTo>
                    <a:pt x="5" y="22"/>
                    <a:pt x="5" y="25"/>
                    <a:pt x="7" y="27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00" name="Freeform 591">
              <a:extLst>
                <a:ext uri="{FF2B5EF4-FFF2-40B4-BE49-F238E27FC236}">
                  <a16:creationId xmlns:a16="http://schemas.microsoft.com/office/drawing/2014/main" id="{151AD393-926F-4A0A-A8A2-02179FB50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060"/>
              <a:ext cx="19" cy="32"/>
            </a:xfrm>
            <a:custGeom>
              <a:avLst/>
              <a:gdLst>
                <a:gd name="T0" fmla="*/ 55 w 10"/>
                <a:gd name="T1" fmla="*/ 105 h 17"/>
                <a:gd name="T2" fmla="*/ 61 w 10"/>
                <a:gd name="T3" fmla="*/ 68 h 17"/>
                <a:gd name="T4" fmla="*/ 29 w 10"/>
                <a:gd name="T5" fmla="*/ 8 h 17"/>
                <a:gd name="T6" fmla="*/ 0 w 10"/>
                <a:gd name="T7" fmla="*/ 8 h 17"/>
                <a:gd name="T8" fmla="*/ 0 w 10"/>
                <a:gd name="T9" fmla="*/ 8 h 17"/>
                <a:gd name="T10" fmla="*/ 29 w 10"/>
                <a:gd name="T11" fmla="*/ 8 h 17"/>
                <a:gd name="T12" fmla="*/ 61 w 10"/>
                <a:gd name="T13" fmla="*/ 68 h 17"/>
                <a:gd name="T14" fmla="*/ 55 w 10"/>
                <a:gd name="T15" fmla="*/ 105 h 17"/>
                <a:gd name="T16" fmla="*/ 36 w 10"/>
                <a:gd name="T17" fmla="*/ 105 h 17"/>
                <a:gd name="T18" fmla="*/ 36 w 10"/>
                <a:gd name="T19" fmla="*/ 105 h 17"/>
                <a:gd name="T20" fmla="*/ 55 w 10"/>
                <a:gd name="T21" fmla="*/ 105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7">
                  <a:moveTo>
                    <a:pt x="8" y="16"/>
                  </a:moveTo>
                  <a:cubicBezTo>
                    <a:pt x="9" y="15"/>
                    <a:pt x="10" y="13"/>
                    <a:pt x="9" y="10"/>
                  </a:cubicBezTo>
                  <a:cubicBezTo>
                    <a:pt x="8" y="6"/>
                    <a:pt x="6" y="3"/>
                    <a:pt x="4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1"/>
                    <a:pt x="4" y="1"/>
                  </a:cubicBezTo>
                  <a:cubicBezTo>
                    <a:pt x="6" y="3"/>
                    <a:pt x="8" y="6"/>
                    <a:pt x="9" y="10"/>
                  </a:cubicBezTo>
                  <a:cubicBezTo>
                    <a:pt x="10" y="13"/>
                    <a:pt x="9" y="15"/>
                    <a:pt x="8" y="16"/>
                  </a:cubicBezTo>
                  <a:cubicBezTo>
                    <a:pt x="7" y="16"/>
                    <a:pt x="6" y="17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7"/>
                    <a:pt x="7" y="17"/>
                    <a:pt x="8" y="1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1" name="Freeform 592">
              <a:extLst>
                <a:ext uri="{FF2B5EF4-FFF2-40B4-BE49-F238E27FC236}">
                  <a16:creationId xmlns:a16="http://schemas.microsoft.com/office/drawing/2014/main" id="{636D06BF-CC16-44EF-81BA-056C81D11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948"/>
              <a:ext cx="37" cy="54"/>
            </a:xfrm>
            <a:custGeom>
              <a:avLst/>
              <a:gdLst>
                <a:gd name="T0" fmla="*/ 89 w 20"/>
                <a:gd name="T1" fmla="*/ 20 h 29"/>
                <a:gd name="T2" fmla="*/ 52 w 20"/>
                <a:gd name="T3" fmla="*/ 0 h 29"/>
                <a:gd name="T4" fmla="*/ 20 w 20"/>
                <a:gd name="T5" fmla="*/ 117 h 29"/>
                <a:gd name="T6" fmla="*/ 96 w 20"/>
                <a:gd name="T7" fmla="*/ 181 h 29"/>
                <a:gd name="T8" fmla="*/ 126 w 20"/>
                <a:gd name="T9" fmla="*/ 117 h 29"/>
                <a:gd name="T10" fmla="*/ 105 w 20"/>
                <a:gd name="T11" fmla="*/ 60 h 29"/>
                <a:gd name="T12" fmla="*/ 89 w 20"/>
                <a:gd name="T13" fmla="*/ 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14" y="3"/>
                  </a:moveTo>
                  <a:cubicBezTo>
                    <a:pt x="12" y="1"/>
                    <a:pt x="10" y="0"/>
                    <a:pt x="8" y="0"/>
                  </a:cubicBezTo>
                  <a:cubicBezTo>
                    <a:pt x="1" y="0"/>
                    <a:pt x="0" y="10"/>
                    <a:pt x="3" y="18"/>
                  </a:cubicBezTo>
                  <a:cubicBezTo>
                    <a:pt x="6" y="26"/>
                    <a:pt x="12" y="29"/>
                    <a:pt x="15" y="28"/>
                  </a:cubicBezTo>
                  <a:cubicBezTo>
                    <a:pt x="19" y="26"/>
                    <a:pt x="20" y="23"/>
                    <a:pt x="20" y="18"/>
                  </a:cubicBezTo>
                  <a:cubicBezTo>
                    <a:pt x="19" y="15"/>
                    <a:pt x="18" y="11"/>
                    <a:pt x="17" y="9"/>
                  </a:cubicBezTo>
                  <a:cubicBezTo>
                    <a:pt x="16" y="7"/>
                    <a:pt x="15" y="4"/>
                    <a:pt x="14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02" name="Freeform 593">
              <a:extLst>
                <a:ext uri="{FF2B5EF4-FFF2-40B4-BE49-F238E27FC236}">
                  <a16:creationId xmlns:a16="http://schemas.microsoft.com/office/drawing/2014/main" id="{63086BF8-765B-403A-AE1B-37BAD81F8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961"/>
              <a:ext cx="15" cy="28"/>
            </a:xfrm>
            <a:custGeom>
              <a:avLst/>
              <a:gdLst>
                <a:gd name="T0" fmla="*/ 8 w 8"/>
                <a:gd name="T1" fmla="*/ 0 h 15"/>
                <a:gd name="T2" fmla="*/ 8 w 8"/>
                <a:gd name="T3" fmla="*/ 39 h 15"/>
                <a:gd name="T4" fmla="*/ 32 w 8"/>
                <a:gd name="T5" fmla="*/ 97 h 15"/>
                <a:gd name="T6" fmla="*/ 53 w 8"/>
                <a:gd name="T7" fmla="*/ 91 h 15"/>
                <a:gd name="T8" fmla="*/ 53 w 8"/>
                <a:gd name="T9" fmla="*/ 91 h 15"/>
                <a:gd name="T10" fmla="*/ 32 w 8"/>
                <a:gd name="T11" fmla="*/ 91 h 15"/>
                <a:gd name="T12" fmla="*/ 8 w 8"/>
                <a:gd name="T13" fmla="*/ 39 h 15"/>
                <a:gd name="T14" fmla="*/ 8 w 8"/>
                <a:gd name="T15" fmla="*/ 7 h 15"/>
                <a:gd name="T16" fmla="*/ 28 w 8"/>
                <a:gd name="T17" fmla="*/ 0 h 15"/>
                <a:gd name="T18" fmla="*/ 28 w 8"/>
                <a:gd name="T19" fmla="*/ 0 h 15"/>
                <a:gd name="T20" fmla="*/ 8 w 8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5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10"/>
                    <a:pt x="3" y="13"/>
                    <a:pt x="5" y="15"/>
                  </a:cubicBezTo>
                  <a:cubicBezTo>
                    <a:pt x="6" y="15"/>
                    <a:pt x="7" y="15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5"/>
                    <a:pt x="6" y="15"/>
                    <a:pt x="5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3" name="Freeform 594">
              <a:extLst>
                <a:ext uri="{FF2B5EF4-FFF2-40B4-BE49-F238E27FC236}">
                  <a16:creationId xmlns:a16="http://schemas.microsoft.com/office/drawing/2014/main" id="{DA89A6C9-4B5A-4085-B471-A64805F77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933"/>
              <a:ext cx="49" cy="56"/>
            </a:xfrm>
            <a:custGeom>
              <a:avLst/>
              <a:gdLst>
                <a:gd name="T0" fmla="*/ 53 w 26"/>
                <a:gd name="T1" fmla="*/ 13 h 30"/>
                <a:gd name="T2" fmla="*/ 0 w 26"/>
                <a:gd name="T3" fmla="*/ 52 h 30"/>
                <a:gd name="T4" fmla="*/ 60 w 26"/>
                <a:gd name="T5" fmla="*/ 157 h 30"/>
                <a:gd name="T6" fmla="*/ 141 w 26"/>
                <a:gd name="T7" fmla="*/ 181 h 30"/>
                <a:gd name="T8" fmla="*/ 53 w 26"/>
                <a:gd name="T9" fmla="*/ 1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8" y="2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1" y="13"/>
                    <a:pt x="5" y="20"/>
                    <a:pt x="9" y="24"/>
                  </a:cubicBezTo>
                  <a:cubicBezTo>
                    <a:pt x="15" y="30"/>
                    <a:pt x="18" y="30"/>
                    <a:pt x="21" y="28"/>
                  </a:cubicBezTo>
                  <a:cubicBezTo>
                    <a:pt x="26" y="24"/>
                    <a:pt x="17" y="6"/>
                    <a:pt x="8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04" name="Freeform 595">
              <a:extLst>
                <a:ext uri="{FF2B5EF4-FFF2-40B4-BE49-F238E27FC236}">
                  <a16:creationId xmlns:a16="http://schemas.microsoft.com/office/drawing/2014/main" id="{564B80E1-1632-4825-BB0C-215C8C0FF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944"/>
              <a:ext cx="22" cy="32"/>
            </a:xfrm>
            <a:custGeom>
              <a:avLst/>
              <a:gdLst>
                <a:gd name="T0" fmla="*/ 7 w 12"/>
                <a:gd name="T1" fmla="*/ 0 h 17"/>
                <a:gd name="T2" fmla="*/ 7 w 12"/>
                <a:gd name="T3" fmla="*/ 45 h 17"/>
                <a:gd name="T4" fmla="*/ 57 w 12"/>
                <a:gd name="T5" fmla="*/ 105 h 17"/>
                <a:gd name="T6" fmla="*/ 73 w 12"/>
                <a:gd name="T7" fmla="*/ 113 h 17"/>
                <a:gd name="T8" fmla="*/ 73 w 12"/>
                <a:gd name="T9" fmla="*/ 113 h 17"/>
                <a:gd name="T10" fmla="*/ 57 w 12"/>
                <a:gd name="T11" fmla="*/ 105 h 17"/>
                <a:gd name="T12" fmla="*/ 13 w 12"/>
                <a:gd name="T13" fmla="*/ 45 h 17"/>
                <a:gd name="T14" fmla="*/ 7 w 12"/>
                <a:gd name="T15" fmla="*/ 0 h 17"/>
                <a:gd name="T16" fmla="*/ 31 w 12"/>
                <a:gd name="T17" fmla="*/ 8 h 17"/>
                <a:gd name="T18" fmla="*/ 31 w 12"/>
                <a:gd name="T19" fmla="*/ 8 h 17"/>
                <a:gd name="T20" fmla="*/ 7 w 12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7">
                  <a:moveTo>
                    <a:pt x="1" y="0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3" y="10"/>
                    <a:pt x="6" y="14"/>
                    <a:pt x="9" y="16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7"/>
                    <a:pt x="10" y="17"/>
                    <a:pt x="9" y="16"/>
                  </a:cubicBezTo>
                  <a:cubicBezTo>
                    <a:pt x="6" y="14"/>
                    <a:pt x="3" y="10"/>
                    <a:pt x="2" y="7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5" name="Freeform 596">
              <a:extLst>
                <a:ext uri="{FF2B5EF4-FFF2-40B4-BE49-F238E27FC236}">
                  <a16:creationId xmlns:a16="http://schemas.microsoft.com/office/drawing/2014/main" id="{F6FC8D8B-19B7-453C-9CD1-36266350D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101"/>
              <a:ext cx="52" cy="60"/>
            </a:xfrm>
            <a:custGeom>
              <a:avLst/>
              <a:gdLst>
                <a:gd name="T0" fmla="*/ 104 w 28"/>
                <a:gd name="T1" fmla="*/ 21 h 32"/>
                <a:gd name="T2" fmla="*/ 32 w 28"/>
                <a:gd name="T3" fmla="*/ 21 h 32"/>
                <a:gd name="T4" fmla="*/ 52 w 28"/>
                <a:gd name="T5" fmla="*/ 144 h 32"/>
                <a:gd name="T6" fmla="*/ 156 w 28"/>
                <a:gd name="T7" fmla="*/ 189 h 32"/>
                <a:gd name="T8" fmla="*/ 173 w 28"/>
                <a:gd name="T9" fmla="*/ 144 h 32"/>
                <a:gd name="T10" fmla="*/ 141 w 28"/>
                <a:gd name="T11" fmla="*/ 84 h 32"/>
                <a:gd name="T12" fmla="*/ 104 w 28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2">
                  <a:moveTo>
                    <a:pt x="16" y="3"/>
                  </a:moveTo>
                  <a:cubicBezTo>
                    <a:pt x="12" y="1"/>
                    <a:pt x="9" y="0"/>
                    <a:pt x="5" y="3"/>
                  </a:cubicBezTo>
                  <a:cubicBezTo>
                    <a:pt x="0" y="7"/>
                    <a:pt x="2" y="14"/>
                    <a:pt x="8" y="22"/>
                  </a:cubicBezTo>
                  <a:cubicBezTo>
                    <a:pt x="14" y="29"/>
                    <a:pt x="18" y="32"/>
                    <a:pt x="24" y="29"/>
                  </a:cubicBezTo>
                  <a:cubicBezTo>
                    <a:pt x="27" y="28"/>
                    <a:pt x="28" y="26"/>
                    <a:pt x="27" y="22"/>
                  </a:cubicBezTo>
                  <a:cubicBezTo>
                    <a:pt x="27" y="18"/>
                    <a:pt x="24" y="17"/>
                    <a:pt x="22" y="13"/>
                  </a:cubicBezTo>
                  <a:cubicBezTo>
                    <a:pt x="20" y="11"/>
                    <a:pt x="19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06" name="Freeform 597">
              <a:extLst>
                <a:ext uri="{FF2B5EF4-FFF2-40B4-BE49-F238E27FC236}">
                  <a16:creationId xmlns:a16="http://schemas.microsoft.com/office/drawing/2014/main" id="{0AD359F3-FB94-4AC3-9FE4-7C7497D30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113"/>
              <a:ext cx="27" cy="31"/>
            </a:xfrm>
            <a:custGeom>
              <a:avLst/>
              <a:gdLst>
                <a:gd name="T0" fmla="*/ 100 w 14"/>
                <a:gd name="T1" fmla="*/ 97 h 17"/>
                <a:gd name="T2" fmla="*/ 93 w 14"/>
                <a:gd name="T3" fmla="*/ 104 h 17"/>
                <a:gd name="T4" fmla="*/ 29 w 14"/>
                <a:gd name="T5" fmla="*/ 60 h 17"/>
                <a:gd name="T6" fmla="*/ 15 w 14"/>
                <a:gd name="T7" fmla="*/ 7 h 17"/>
                <a:gd name="T8" fmla="*/ 37 w 14"/>
                <a:gd name="T9" fmla="*/ 7 h 17"/>
                <a:gd name="T10" fmla="*/ 37 w 14"/>
                <a:gd name="T11" fmla="*/ 7 h 17"/>
                <a:gd name="T12" fmla="*/ 8 w 14"/>
                <a:gd name="T13" fmla="*/ 7 h 17"/>
                <a:gd name="T14" fmla="*/ 29 w 14"/>
                <a:gd name="T15" fmla="*/ 60 h 17"/>
                <a:gd name="T16" fmla="*/ 93 w 14"/>
                <a:gd name="T17" fmla="*/ 104 h 17"/>
                <a:gd name="T18" fmla="*/ 100 w 14"/>
                <a:gd name="T19" fmla="*/ 9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7">
                  <a:moveTo>
                    <a:pt x="14" y="16"/>
                  </a:moveTo>
                  <a:cubicBezTo>
                    <a:pt x="14" y="16"/>
                    <a:pt x="14" y="17"/>
                    <a:pt x="13" y="17"/>
                  </a:cubicBezTo>
                  <a:cubicBezTo>
                    <a:pt x="12" y="17"/>
                    <a:pt x="9" y="16"/>
                    <a:pt x="4" y="10"/>
                  </a:cubicBezTo>
                  <a:cubicBezTo>
                    <a:pt x="1" y="5"/>
                    <a:pt x="1" y="2"/>
                    <a:pt x="2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5"/>
                    <a:pt x="4" y="10"/>
                  </a:cubicBezTo>
                  <a:cubicBezTo>
                    <a:pt x="8" y="15"/>
                    <a:pt x="12" y="17"/>
                    <a:pt x="13" y="17"/>
                  </a:cubicBezTo>
                  <a:cubicBezTo>
                    <a:pt x="14" y="17"/>
                    <a:pt x="14" y="16"/>
                    <a:pt x="14" y="1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7" name="Freeform 598">
              <a:extLst>
                <a:ext uri="{FF2B5EF4-FFF2-40B4-BE49-F238E27FC236}">
                  <a16:creationId xmlns:a16="http://schemas.microsoft.com/office/drawing/2014/main" id="{505D042A-1BFA-4454-925E-9A840185C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165"/>
              <a:ext cx="47" cy="43"/>
            </a:xfrm>
            <a:custGeom>
              <a:avLst/>
              <a:gdLst>
                <a:gd name="T0" fmla="*/ 113 w 25"/>
                <a:gd name="T1" fmla="*/ 21 h 23"/>
                <a:gd name="T2" fmla="*/ 53 w 25"/>
                <a:gd name="T3" fmla="*/ 7 h 23"/>
                <a:gd name="T4" fmla="*/ 15 w 25"/>
                <a:gd name="T5" fmla="*/ 39 h 23"/>
                <a:gd name="T6" fmla="*/ 81 w 25"/>
                <a:gd name="T7" fmla="*/ 136 h 23"/>
                <a:gd name="T8" fmla="*/ 165 w 25"/>
                <a:gd name="T9" fmla="*/ 84 h 23"/>
                <a:gd name="T10" fmla="*/ 113 w 25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3">
                  <a:moveTo>
                    <a:pt x="17" y="3"/>
                  </a:moveTo>
                  <a:cubicBezTo>
                    <a:pt x="14" y="2"/>
                    <a:pt x="11" y="0"/>
                    <a:pt x="8" y="1"/>
                  </a:cubicBezTo>
                  <a:cubicBezTo>
                    <a:pt x="6" y="2"/>
                    <a:pt x="4" y="3"/>
                    <a:pt x="2" y="6"/>
                  </a:cubicBezTo>
                  <a:cubicBezTo>
                    <a:pt x="0" y="12"/>
                    <a:pt x="4" y="19"/>
                    <a:pt x="12" y="21"/>
                  </a:cubicBezTo>
                  <a:cubicBezTo>
                    <a:pt x="19" y="23"/>
                    <a:pt x="25" y="18"/>
                    <a:pt x="25" y="13"/>
                  </a:cubicBezTo>
                  <a:cubicBezTo>
                    <a:pt x="24" y="9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08" name="Freeform 599">
              <a:extLst>
                <a:ext uri="{FF2B5EF4-FFF2-40B4-BE49-F238E27FC236}">
                  <a16:creationId xmlns:a16="http://schemas.microsoft.com/office/drawing/2014/main" id="{FDFE835D-813D-44B1-8459-00990E11A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176"/>
              <a:ext cx="24" cy="21"/>
            </a:xfrm>
            <a:custGeom>
              <a:avLst/>
              <a:gdLst>
                <a:gd name="T0" fmla="*/ 76 w 13"/>
                <a:gd name="T1" fmla="*/ 29 h 11"/>
                <a:gd name="T2" fmla="*/ 68 w 13"/>
                <a:gd name="T3" fmla="*/ 61 h 11"/>
                <a:gd name="T4" fmla="*/ 20 w 13"/>
                <a:gd name="T5" fmla="*/ 55 h 11"/>
                <a:gd name="T6" fmla="*/ 0 w 13"/>
                <a:gd name="T7" fmla="*/ 21 h 11"/>
                <a:gd name="T8" fmla="*/ 13 w 13"/>
                <a:gd name="T9" fmla="*/ 0 h 11"/>
                <a:gd name="T10" fmla="*/ 13 w 13"/>
                <a:gd name="T11" fmla="*/ 0 h 11"/>
                <a:gd name="T12" fmla="*/ 0 w 13"/>
                <a:gd name="T13" fmla="*/ 21 h 11"/>
                <a:gd name="T14" fmla="*/ 20 w 13"/>
                <a:gd name="T15" fmla="*/ 61 h 11"/>
                <a:gd name="T16" fmla="*/ 68 w 13"/>
                <a:gd name="T17" fmla="*/ 61 h 11"/>
                <a:gd name="T18" fmla="*/ 76 w 13"/>
                <a:gd name="T19" fmla="*/ 29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1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6" y="11"/>
                    <a:pt x="10" y="11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9" name="Freeform 600">
              <a:extLst>
                <a:ext uri="{FF2B5EF4-FFF2-40B4-BE49-F238E27FC236}">
                  <a16:creationId xmlns:a16="http://schemas.microsoft.com/office/drawing/2014/main" id="{0F3C0145-0CF4-481E-8621-3C939933B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004"/>
              <a:ext cx="39" cy="43"/>
            </a:xfrm>
            <a:custGeom>
              <a:avLst/>
              <a:gdLst>
                <a:gd name="T0" fmla="*/ 110 w 21"/>
                <a:gd name="T1" fmla="*/ 39 h 23"/>
                <a:gd name="T2" fmla="*/ 76 w 21"/>
                <a:gd name="T3" fmla="*/ 0 h 23"/>
                <a:gd name="T4" fmla="*/ 24 w 21"/>
                <a:gd name="T5" fmla="*/ 13 h 23"/>
                <a:gd name="T6" fmla="*/ 37 w 21"/>
                <a:gd name="T7" fmla="*/ 120 h 23"/>
                <a:gd name="T8" fmla="*/ 128 w 21"/>
                <a:gd name="T9" fmla="*/ 112 h 23"/>
                <a:gd name="T10" fmla="*/ 110 w 21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4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10" name="Freeform 601">
              <a:extLst>
                <a:ext uri="{FF2B5EF4-FFF2-40B4-BE49-F238E27FC236}">
                  <a16:creationId xmlns:a16="http://schemas.microsoft.com/office/drawing/2014/main" id="{E3175BAC-B09D-42BD-827D-F1D9C4244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012"/>
              <a:ext cx="19" cy="24"/>
            </a:xfrm>
            <a:custGeom>
              <a:avLst/>
              <a:gdLst>
                <a:gd name="T0" fmla="*/ 68 w 10"/>
                <a:gd name="T1" fmla="*/ 52 h 13"/>
                <a:gd name="T2" fmla="*/ 55 w 10"/>
                <a:gd name="T3" fmla="*/ 76 h 13"/>
                <a:gd name="T4" fmla="*/ 8 w 10"/>
                <a:gd name="T5" fmla="*/ 52 h 13"/>
                <a:gd name="T6" fmla="*/ 8 w 10"/>
                <a:gd name="T7" fmla="*/ 13 h 13"/>
                <a:gd name="T8" fmla="*/ 29 w 10"/>
                <a:gd name="T9" fmla="*/ 0 h 13"/>
                <a:gd name="T10" fmla="*/ 29 w 10"/>
                <a:gd name="T11" fmla="*/ 0 h 13"/>
                <a:gd name="T12" fmla="*/ 8 w 10"/>
                <a:gd name="T13" fmla="*/ 13 h 13"/>
                <a:gd name="T14" fmla="*/ 8 w 10"/>
                <a:gd name="T15" fmla="*/ 52 h 13"/>
                <a:gd name="T16" fmla="*/ 55 w 10"/>
                <a:gd name="T17" fmla="*/ 76 h 13"/>
                <a:gd name="T18" fmla="*/ 68 w 10"/>
                <a:gd name="T19" fmla="*/ 52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10"/>
                    <a:pt x="9" y="12"/>
                    <a:pt x="8" y="12"/>
                  </a:cubicBezTo>
                  <a:cubicBezTo>
                    <a:pt x="6" y="12"/>
                    <a:pt x="3" y="11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9" y="12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1" name="Freeform 602">
              <a:extLst>
                <a:ext uri="{FF2B5EF4-FFF2-40B4-BE49-F238E27FC236}">
                  <a16:creationId xmlns:a16="http://schemas.microsoft.com/office/drawing/2014/main" id="{C4DD5FD3-4417-4B08-ADBF-F48B6A9B1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171"/>
              <a:ext cx="48" cy="56"/>
            </a:xfrm>
            <a:custGeom>
              <a:avLst/>
              <a:gdLst>
                <a:gd name="T0" fmla="*/ 105 w 26"/>
                <a:gd name="T1" fmla="*/ 21 h 30"/>
                <a:gd name="T2" fmla="*/ 61 w 26"/>
                <a:gd name="T3" fmla="*/ 0 h 30"/>
                <a:gd name="T4" fmla="*/ 24 w 26"/>
                <a:gd name="T5" fmla="*/ 118 h 30"/>
                <a:gd name="T6" fmla="*/ 126 w 26"/>
                <a:gd name="T7" fmla="*/ 181 h 30"/>
                <a:gd name="T8" fmla="*/ 157 w 26"/>
                <a:gd name="T9" fmla="*/ 121 h 30"/>
                <a:gd name="T10" fmla="*/ 133 w 26"/>
                <a:gd name="T11" fmla="*/ 65 h 30"/>
                <a:gd name="T12" fmla="*/ 105 w 26"/>
                <a:gd name="T13" fmla="*/ 2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0">
                  <a:moveTo>
                    <a:pt x="17" y="3"/>
                  </a:moveTo>
                  <a:cubicBezTo>
                    <a:pt x="15" y="1"/>
                    <a:pt x="12" y="0"/>
                    <a:pt x="10" y="0"/>
                  </a:cubicBezTo>
                  <a:cubicBezTo>
                    <a:pt x="1" y="0"/>
                    <a:pt x="0" y="9"/>
                    <a:pt x="4" y="18"/>
                  </a:cubicBezTo>
                  <a:cubicBezTo>
                    <a:pt x="8" y="26"/>
                    <a:pt x="16" y="30"/>
                    <a:pt x="20" y="28"/>
                  </a:cubicBezTo>
                  <a:cubicBezTo>
                    <a:pt x="24" y="27"/>
                    <a:pt x="26" y="23"/>
                    <a:pt x="25" y="19"/>
                  </a:cubicBezTo>
                  <a:cubicBezTo>
                    <a:pt x="25" y="15"/>
                    <a:pt x="22" y="12"/>
                    <a:pt x="21" y="10"/>
                  </a:cubicBezTo>
                  <a:cubicBezTo>
                    <a:pt x="20" y="8"/>
                    <a:pt x="19" y="5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12" name="Freeform 603">
              <a:extLst>
                <a:ext uri="{FF2B5EF4-FFF2-40B4-BE49-F238E27FC236}">
                  <a16:creationId xmlns:a16="http://schemas.microsoft.com/office/drawing/2014/main" id="{7CF2F4F2-147C-463C-B279-F4F7FE1B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184"/>
              <a:ext cx="19" cy="28"/>
            </a:xfrm>
            <a:custGeom>
              <a:avLst/>
              <a:gdLst>
                <a:gd name="T0" fmla="*/ 8 w 10"/>
                <a:gd name="T1" fmla="*/ 7 h 15"/>
                <a:gd name="T2" fmla="*/ 8 w 10"/>
                <a:gd name="T3" fmla="*/ 39 h 15"/>
                <a:gd name="T4" fmla="*/ 48 w 10"/>
                <a:gd name="T5" fmla="*/ 97 h 15"/>
                <a:gd name="T6" fmla="*/ 68 w 10"/>
                <a:gd name="T7" fmla="*/ 97 h 15"/>
                <a:gd name="T8" fmla="*/ 68 w 10"/>
                <a:gd name="T9" fmla="*/ 97 h 15"/>
                <a:gd name="T10" fmla="*/ 48 w 10"/>
                <a:gd name="T11" fmla="*/ 97 h 15"/>
                <a:gd name="T12" fmla="*/ 8 w 10"/>
                <a:gd name="T13" fmla="*/ 39 h 15"/>
                <a:gd name="T14" fmla="*/ 8 w 10"/>
                <a:gd name="T15" fmla="*/ 7 h 15"/>
                <a:gd name="T16" fmla="*/ 29 w 10"/>
                <a:gd name="T17" fmla="*/ 0 h 15"/>
                <a:gd name="T18" fmla="*/ 29 w 10"/>
                <a:gd name="T19" fmla="*/ 0 h 15"/>
                <a:gd name="T20" fmla="*/ 8 w 10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5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10"/>
                    <a:pt x="4" y="14"/>
                    <a:pt x="7" y="15"/>
                  </a:cubicBezTo>
                  <a:cubicBezTo>
                    <a:pt x="8" y="15"/>
                    <a:pt x="9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8" y="15"/>
                    <a:pt x="7" y="15"/>
                  </a:cubicBezTo>
                  <a:cubicBezTo>
                    <a:pt x="5" y="13"/>
                    <a:pt x="2" y="10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3" name="Freeform 604">
              <a:extLst>
                <a:ext uri="{FF2B5EF4-FFF2-40B4-BE49-F238E27FC236}">
                  <a16:creationId xmlns:a16="http://schemas.microsoft.com/office/drawing/2014/main" id="{75BA8839-1EA5-4E98-968C-27E8F6177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060"/>
              <a:ext cx="41" cy="47"/>
            </a:xfrm>
            <a:custGeom>
              <a:avLst/>
              <a:gdLst>
                <a:gd name="T0" fmla="*/ 129 w 22"/>
                <a:gd name="T1" fmla="*/ 60 h 25"/>
                <a:gd name="T2" fmla="*/ 104 w 22"/>
                <a:gd name="T3" fmla="*/ 15 h 25"/>
                <a:gd name="T4" fmla="*/ 52 w 22"/>
                <a:gd name="T5" fmla="*/ 8 h 25"/>
                <a:gd name="T6" fmla="*/ 24 w 22"/>
                <a:gd name="T7" fmla="*/ 120 h 25"/>
                <a:gd name="T8" fmla="*/ 121 w 22"/>
                <a:gd name="T9" fmla="*/ 137 h 25"/>
                <a:gd name="T10" fmla="*/ 129 w 22"/>
                <a:gd name="T11" fmla="*/ 6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5">
                  <a:moveTo>
                    <a:pt x="20" y="9"/>
                  </a:moveTo>
                  <a:cubicBezTo>
                    <a:pt x="19" y="6"/>
                    <a:pt x="18" y="3"/>
                    <a:pt x="16" y="2"/>
                  </a:cubicBezTo>
                  <a:cubicBezTo>
                    <a:pt x="13" y="1"/>
                    <a:pt x="11" y="0"/>
                    <a:pt x="8" y="1"/>
                  </a:cubicBezTo>
                  <a:cubicBezTo>
                    <a:pt x="2" y="3"/>
                    <a:pt x="0" y="12"/>
                    <a:pt x="4" y="18"/>
                  </a:cubicBezTo>
                  <a:cubicBezTo>
                    <a:pt x="9" y="25"/>
                    <a:pt x="16" y="25"/>
                    <a:pt x="19" y="21"/>
                  </a:cubicBezTo>
                  <a:cubicBezTo>
                    <a:pt x="22" y="18"/>
                    <a:pt x="22" y="15"/>
                    <a:pt x="20" y="9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14" name="Freeform 605">
              <a:extLst>
                <a:ext uri="{FF2B5EF4-FFF2-40B4-BE49-F238E27FC236}">
                  <a16:creationId xmlns:a16="http://schemas.microsoft.com/office/drawing/2014/main" id="{31B22A69-41C6-45AC-AEE7-CEB4E048B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070"/>
              <a:ext cx="19" cy="26"/>
            </a:xfrm>
            <a:custGeom>
              <a:avLst/>
              <a:gdLst>
                <a:gd name="T0" fmla="*/ 68 w 10"/>
                <a:gd name="T1" fmla="*/ 69 h 14"/>
                <a:gd name="T2" fmla="*/ 40 w 10"/>
                <a:gd name="T3" fmla="*/ 84 h 14"/>
                <a:gd name="T4" fmla="*/ 8 w 10"/>
                <a:gd name="T5" fmla="*/ 45 h 14"/>
                <a:gd name="T6" fmla="*/ 15 w 10"/>
                <a:gd name="T7" fmla="*/ 7 h 14"/>
                <a:gd name="T8" fmla="*/ 40 w 10"/>
                <a:gd name="T9" fmla="*/ 7 h 14"/>
                <a:gd name="T10" fmla="*/ 40 w 10"/>
                <a:gd name="T11" fmla="*/ 7 h 14"/>
                <a:gd name="T12" fmla="*/ 15 w 10"/>
                <a:gd name="T13" fmla="*/ 7 h 14"/>
                <a:gd name="T14" fmla="*/ 8 w 10"/>
                <a:gd name="T15" fmla="*/ 45 h 14"/>
                <a:gd name="T16" fmla="*/ 40 w 10"/>
                <a:gd name="T17" fmla="*/ 89 h 14"/>
                <a:gd name="T18" fmla="*/ 68 w 10"/>
                <a:gd name="T19" fmla="*/ 69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4">
                  <a:moveTo>
                    <a:pt x="10" y="11"/>
                  </a:moveTo>
                  <a:cubicBezTo>
                    <a:pt x="9" y="13"/>
                    <a:pt x="8" y="14"/>
                    <a:pt x="6" y="13"/>
                  </a:cubicBezTo>
                  <a:cubicBezTo>
                    <a:pt x="4" y="13"/>
                    <a:pt x="2" y="11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1" y="11"/>
                    <a:pt x="4" y="13"/>
                    <a:pt x="6" y="14"/>
                  </a:cubicBezTo>
                  <a:cubicBezTo>
                    <a:pt x="8" y="14"/>
                    <a:pt x="9" y="13"/>
                    <a:pt x="10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5" name="Freeform 606">
              <a:extLst>
                <a:ext uri="{FF2B5EF4-FFF2-40B4-BE49-F238E27FC236}">
                  <a16:creationId xmlns:a16="http://schemas.microsoft.com/office/drawing/2014/main" id="{D7C2DED9-4EB6-44C7-9B08-065CB8EA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043"/>
              <a:ext cx="41" cy="62"/>
            </a:xfrm>
            <a:custGeom>
              <a:avLst/>
              <a:gdLst>
                <a:gd name="T0" fmla="*/ 129 w 22"/>
                <a:gd name="T1" fmla="*/ 60 h 33"/>
                <a:gd name="T2" fmla="*/ 89 w 22"/>
                <a:gd name="T3" fmla="*/ 21 h 33"/>
                <a:gd name="T4" fmla="*/ 7 w 22"/>
                <a:gd name="T5" fmla="*/ 113 h 33"/>
                <a:gd name="T6" fmla="*/ 84 w 22"/>
                <a:gd name="T7" fmla="*/ 218 h 33"/>
                <a:gd name="T8" fmla="*/ 136 w 22"/>
                <a:gd name="T9" fmla="*/ 173 h 33"/>
                <a:gd name="T10" fmla="*/ 136 w 22"/>
                <a:gd name="T11" fmla="*/ 105 h 33"/>
                <a:gd name="T12" fmla="*/ 129 w 22"/>
                <a:gd name="T13" fmla="*/ 6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3">
                  <a:moveTo>
                    <a:pt x="20" y="9"/>
                  </a:moveTo>
                  <a:cubicBezTo>
                    <a:pt x="18" y="6"/>
                    <a:pt x="16" y="4"/>
                    <a:pt x="14" y="3"/>
                  </a:cubicBezTo>
                  <a:cubicBezTo>
                    <a:pt x="5" y="0"/>
                    <a:pt x="0" y="8"/>
                    <a:pt x="1" y="17"/>
                  </a:cubicBezTo>
                  <a:cubicBezTo>
                    <a:pt x="1" y="26"/>
                    <a:pt x="8" y="33"/>
                    <a:pt x="13" y="33"/>
                  </a:cubicBezTo>
                  <a:cubicBezTo>
                    <a:pt x="18" y="33"/>
                    <a:pt x="20" y="30"/>
                    <a:pt x="21" y="26"/>
                  </a:cubicBezTo>
                  <a:cubicBezTo>
                    <a:pt x="22" y="23"/>
                    <a:pt x="21" y="18"/>
                    <a:pt x="21" y="16"/>
                  </a:cubicBezTo>
                  <a:cubicBezTo>
                    <a:pt x="20" y="14"/>
                    <a:pt x="21" y="10"/>
                    <a:pt x="20" y="9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16" name="Freeform 607">
              <a:extLst>
                <a:ext uri="{FF2B5EF4-FFF2-40B4-BE49-F238E27FC236}">
                  <a16:creationId xmlns:a16="http://schemas.microsoft.com/office/drawing/2014/main" id="{43D46F99-8274-4289-9B9E-423A9FF0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060"/>
              <a:ext cx="13" cy="32"/>
            </a:xfrm>
            <a:custGeom>
              <a:avLst/>
              <a:gdLst>
                <a:gd name="T0" fmla="*/ 20 w 7"/>
                <a:gd name="T1" fmla="*/ 8 h 17"/>
                <a:gd name="T2" fmla="*/ 0 w 7"/>
                <a:gd name="T3" fmla="*/ 40 h 17"/>
                <a:gd name="T4" fmla="*/ 20 w 7"/>
                <a:gd name="T5" fmla="*/ 105 h 17"/>
                <a:gd name="T6" fmla="*/ 45 w 7"/>
                <a:gd name="T7" fmla="*/ 113 h 17"/>
                <a:gd name="T8" fmla="*/ 45 w 7"/>
                <a:gd name="T9" fmla="*/ 113 h 17"/>
                <a:gd name="T10" fmla="*/ 20 w 7"/>
                <a:gd name="T11" fmla="*/ 105 h 17"/>
                <a:gd name="T12" fmla="*/ 0 w 7"/>
                <a:gd name="T13" fmla="*/ 40 h 17"/>
                <a:gd name="T14" fmla="*/ 20 w 7"/>
                <a:gd name="T15" fmla="*/ 8 h 17"/>
                <a:gd name="T16" fmla="*/ 37 w 7"/>
                <a:gd name="T17" fmla="*/ 8 h 17"/>
                <a:gd name="T18" fmla="*/ 37 w 7"/>
                <a:gd name="T19" fmla="*/ 8 h 17"/>
                <a:gd name="T20" fmla="*/ 20 w 7"/>
                <a:gd name="T21" fmla="*/ 8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7">
                  <a:moveTo>
                    <a:pt x="3" y="1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0" y="10"/>
                    <a:pt x="1" y="14"/>
                    <a:pt x="3" y="16"/>
                  </a:cubicBezTo>
                  <a:cubicBezTo>
                    <a:pt x="4" y="17"/>
                    <a:pt x="5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5" y="17"/>
                    <a:pt x="4" y="17"/>
                    <a:pt x="3" y="16"/>
                  </a:cubicBezTo>
                  <a:cubicBezTo>
                    <a:pt x="1" y="14"/>
                    <a:pt x="0" y="10"/>
                    <a:pt x="0" y="6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5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7" name="Freeform 608">
              <a:extLst>
                <a:ext uri="{FF2B5EF4-FFF2-40B4-BE49-F238E27FC236}">
                  <a16:creationId xmlns:a16="http://schemas.microsoft.com/office/drawing/2014/main" id="{DB3E40F3-DA9B-49BE-ADE6-35F600DCA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120"/>
              <a:ext cx="54" cy="58"/>
            </a:xfrm>
            <a:custGeom>
              <a:avLst/>
              <a:gdLst>
                <a:gd name="T0" fmla="*/ 104 w 29"/>
                <a:gd name="T1" fmla="*/ 21 h 31"/>
                <a:gd name="T2" fmla="*/ 32 w 29"/>
                <a:gd name="T3" fmla="*/ 21 h 31"/>
                <a:gd name="T4" fmla="*/ 52 w 29"/>
                <a:gd name="T5" fmla="*/ 137 h 31"/>
                <a:gd name="T6" fmla="*/ 156 w 29"/>
                <a:gd name="T7" fmla="*/ 189 h 31"/>
                <a:gd name="T8" fmla="*/ 181 w 29"/>
                <a:gd name="T9" fmla="*/ 137 h 31"/>
                <a:gd name="T10" fmla="*/ 142 w 29"/>
                <a:gd name="T11" fmla="*/ 77 h 31"/>
                <a:gd name="T12" fmla="*/ 104 w 29"/>
                <a:gd name="T13" fmla="*/ 2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6" y="3"/>
                  </a:moveTo>
                  <a:cubicBezTo>
                    <a:pt x="13" y="0"/>
                    <a:pt x="9" y="0"/>
                    <a:pt x="5" y="3"/>
                  </a:cubicBezTo>
                  <a:cubicBezTo>
                    <a:pt x="0" y="7"/>
                    <a:pt x="2" y="14"/>
                    <a:pt x="8" y="21"/>
                  </a:cubicBezTo>
                  <a:cubicBezTo>
                    <a:pt x="14" y="28"/>
                    <a:pt x="18" y="31"/>
                    <a:pt x="24" y="29"/>
                  </a:cubicBezTo>
                  <a:cubicBezTo>
                    <a:pt x="27" y="28"/>
                    <a:pt x="29" y="25"/>
                    <a:pt x="28" y="21"/>
                  </a:cubicBezTo>
                  <a:cubicBezTo>
                    <a:pt x="27" y="18"/>
                    <a:pt x="25" y="16"/>
                    <a:pt x="22" y="12"/>
                  </a:cubicBezTo>
                  <a:cubicBezTo>
                    <a:pt x="21" y="10"/>
                    <a:pt x="19" y="5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18" name="Freeform 609">
              <a:extLst>
                <a:ext uri="{FF2B5EF4-FFF2-40B4-BE49-F238E27FC236}">
                  <a16:creationId xmlns:a16="http://schemas.microsoft.com/office/drawing/2014/main" id="{ACC768B2-385D-4342-A1CE-4598A0A37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131"/>
              <a:ext cx="24" cy="32"/>
            </a:xfrm>
            <a:custGeom>
              <a:avLst/>
              <a:gdLst>
                <a:gd name="T0" fmla="*/ 81 w 13"/>
                <a:gd name="T1" fmla="*/ 100 h 17"/>
                <a:gd name="T2" fmla="*/ 81 w 13"/>
                <a:gd name="T3" fmla="*/ 105 h 17"/>
                <a:gd name="T4" fmla="*/ 20 w 13"/>
                <a:gd name="T5" fmla="*/ 60 h 17"/>
                <a:gd name="T6" fmla="*/ 7 w 13"/>
                <a:gd name="T7" fmla="*/ 8 h 17"/>
                <a:gd name="T8" fmla="*/ 31 w 13"/>
                <a:gd name="T9" fmla="*/ 8 h 17"/>
                <a:gd name="T10" fmla="*/ 31 w 13"/>
                <a:gd name="T11" fmla="*/ 8 h 17"/>
                <a:gd name="T12" fmla="*/ 7 w 13"/>
                <a:gd name="T13" fmla="*/ 8 h 17"/>
                <a:gd name="T14" fmla="*/ 20 w 13"/>
                <a:gd name="T15" fmla="*/ 60 h 17"/>
                <a:gd name="T16" fmla="*/ 81 w 13"/>
                <a:gd name="T17" fmla="*/ 105 h 17"/>
                <a:gd name="T18" fmla="*/ 81 w 13"/>
                <a:gd name="T19" fmla="*/ 10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7">
                  <a:moveTo>
                    <a:pt x="13" y="15"/>
                  </a:moveTo>
                  <a:cubicBezTo>
                    <a:pt x="13" y="16"/>
                    <a:pt x="13" y="16"/>
                    <a:pt x="13" y="16"/>
                  </a:cubicBezTo>
                  <a:cubicBezTo>
                    <a:pt x="11" y="17"/>
                    <a:pt x="8" y="15"/>
                    <a:pt x="3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3" y="9"/>
                  </a:cubicBezTo>
                  <a:cubicBezTo>
                    <a:pt x="7" y="15"/>
                    <a:pt x="11" y="17"/>
                    <a:pt x="13" y="16"/>
                  </a:cubicBezTo>
                  <a:cubicBezTo>
                    <a:pt x="13" y="16"/>
                    <a:pt x="13" y="16"/>
                    <a:pt x="13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9" name="Freeform 610">
              <a:extLst>
                <a:ext uri="{FF2B5EF4-FFF2-40B4-BE49-F238E27FC236}">
                  <a16:creationId xmlns:a16="http://schemas.microsoft.com/office/drawing/2014/main" id="{E3151A85-7D6D-481E-B259-4AFC03D0F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882"/>
              <a:ext cx="53" cy="60"/>
            </a:xfrm>
            <a:custGeom>
              <a:avLst/>
              <a:gdLst>
                <a:gd name="T0" fmla="*/ 100 w 28"/>
                <a:gd name="T1" fmla="*/ 21 h 32"/>
                <a:gd name="T2" fmla="*/ 28 w 28"/>
                <a:gd name="T3" fmla="*/ 21 h 32"/>
                <a:gd name="T4" fmla="*/ 47 w 28"/>
                <a:gd name="T5" fmla="*/ 144 h 32"/>
                <a:gd name="T6" fmla="*/ 161 w 28"/>
                <a:gd name="T7" fmla="*/ 189 h 32"/>
                <a:gd name="T8" fmla="*/ 184 w 28"/>
                <a:gd name="T9" fmla="*/ 144 h 32"/>
                <a:gd name="T10" fmla="*/ 144 w 28"/>
                <a:gd name="T11" fmla="*/ 84 h 32"/>
                <a:gd name="T12" fmla="*/ 100 w 28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2">
                  <a:moveTo>
                    <a:pt x="15" y="3"/>
                  </a:moveTo>
                  <a:cubicBezTo>
                    <a:pt x="12" y="1"/>
                    <a:pt x="8" y="0"/>
                    <a:pt x="4" y="3"/>
                  </a:cubicBezTo>
                  <a:cubicBezTo>
                    <a:pt x="0" y="7"/>
                    <a:pt x="1" y="14"/>
                    <a:pt x="7" y="22"/>
                  </a:cubicBezTo>
                  <a:cubicBezTo>
                    <a:pt x="13" y="29"/>
                    <a:pt x="17" y="32"/>
                    <a:pt x="24" y="29"/>
                  </a:cubicBezTo>
                  <a:cubicBezTo>
                    <a:pt x="27" y="28"/>
                    <a:pt x="28" y="26"/>
                    <a:pt x="27" y="22"/>
                  </a:cubicBezTo>
                  <a:cubicBezTo>
                    <a:pt x="26" y="18"/>
                    <a:pt x="24" y="16"/>
                    <a:pt x="21" y="13"/>
                  </a:cubicBezTo>
                  <a:cubicBezTo>
                    <a:pt x="20" y="10"/>
                    <a:pt x="19" y="6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20" name="Freeform 611">
              <a:extLst>
                <a:ext uri="{FF2B5EF4-FFF2-40B4-BE49-F238E27FC236}">
                  <a16:creationId xmlns:a16="http://schemas.microsoft.com/office/drawing/2014/main" id="{C141B085-D677-4231-B7BC-729496F2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894"/>
              <a:ext cx="24" cy="31"/>
            </a:xfrm>
            <a:custGeom>
              <a:avLst/>
              <a:gdLst>
                <a:gd name="T0" fmla="*/ 81 w 13"/>
                <a:gd name="T1" fmla="*/ 97 h 17"/>
                <a:gd name="T2" fmla="*/ 81 w 13"/>
                <a:gd name="T3" fmla="*/ 104 h 17"/>
                <a:gd name="T4" fmla="*/ 20 w 13"/>
                <a:gd name="T5" fmla="*/ 60 h 17"/>
                <a:gd name="T6" fmla="*/ 7 w 13"/>
                <a:gd name="T7" fmla="*/ 7 h 17"/>
                <a:gd name="T8" fmla="*/ 31 w 13"/>
                <a:gd name="T9" fmla="*/ 7 h 17"/>
                <a:gd name="T10" fmla="*/ 31 w 13"/>
                <a:gd name="T11" fmla="*/ 7 h 17"/>
                <a:gd name="T12" fmla="*/ 7 w 13"/>
                <a:gd name="T13" fmla="*/ 7 h 17"/>
                <a:gd name="T14" fmla="*/ 20 w 13"/>
                <a:gd name="T15" fmla="*/ 60 h 17"/>
                <a:gd name="T16" fmla="*/ 81 w 13"/>
                <a:gd name="T17" fmla="*/ 104 h 17"/>
                <a:gd name="T18" fmla="*/ 81 w 13"/>
                <a:gd name="T19" fmla="*/ 9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7">
                  <a:moveTo>
                    <a:pt x="13" y="16"/>
                  </a:moveTo>
                  <a:cubicBezTo>
                    <a:pt x="13" y="16"/>
                    <a:pt x="13" y="16"/>
                    <a:pt x="13" y="17"/>
                  </a:cubicBezTo>
                  <a:cubicBezTo>
                    <a:pt x="12" y="17"/>
                    <a:pt x="8" y="16"/>
                    <a:pt x="3" y="10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3" y="10"/>
                  </a:cubicBezTo>
                  <a:cubicBezTo>
                    <a:pt x="8" y="15"/>
                    <a:pt x="11" y="17"/>
                    <a:pt x="13" y="17"/>
                  </a:cubicBezTo>
                  <a:cubicBezTo>
                    <a:pt x="13" y="17"/>
                    <a:pt x="13" y="16"/>
                    <a:pt x="13" y="1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1" name="Freeform 612">
              <a:extLst>
                <a:ext uri="{FF2B5EF4-FFF2-40B4-BE49-F238E27FC236}">
                  <a16:creationId xmlns:a16="http://schemas.microsoft.com/office/drawing/2014/main" id="{EC1665D1-79B5-4FE0-894E-5CF1C30E0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939"/>
              <a:ext cx="41" cy="43"/>
            </a:xfrm>
            <a:custGeom>
              <a:avLst/>
              <a:gdLst>
                <a:gd name="T0" fmla="*/ 117 w 22"/>
                <a:gd name="T1" fmla="*/ 39 h 23"/>
                <a:gd name="T2" fmla="*/ 76 w 22"/>
                <a:gd name="T3" fmla="*/ 0 h 23"/>
                <a:gd name="T4" fmla="*/ 32 w 22"/>
                <a:gd name="T5" fmla="*/ 13 h 23"/>
                <a:gd name="T6" fmla="*/ 45 w 22"/>
                <a:gd name="T7" fmla="*/ 120 h 23"/>
                <a:gd name="T8" fmla="*/ 136 w 22"/>
                <a:gd name="T9" fmla="*/ 112 h 23"/>
                <a:gd name="T10" fmla="*/ 117 w 22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7" y="18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22" name="Freeform 613">
              <a:extLst>
                <a:ext uri="{FF2B5EF4-FFF2-40B4-BE49-F238E27FC236}">
                  <a16:creationId xmlns:a16="http://schemas.microsoft.com/office/drawing/2014/main" id="{1EA2A756-3130-4E3D-9C1A-243DD86A8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946"/>
              <a:ext cx="21" cy="24"/>
            </a:xfrm>
            <a:custGeom>
              <a:avLst/>
              <a:gdLst>
                <a:gd name="T0" fmla="*/ 76 w 11"/>
                <a:gd name="T1" fmla="*/ 52 h 13"/>
                <a:gd name="T2" fmla="*/ 55 w 11"/>
                <a:gd name="T3" fmla="*/ 76 h 13"/>
                <a:gd name="T4" fmla="*/ 15 w 11"/>
                <a:gd name="T5" fmla="*/ 52 h 13"/>
                <a:gd name="T6" fmla="*/ 8 w 11"/>
                <a:gd name="T7" fmla="*/ 13 h 13"/>
                <a:gd name="T8" fmla="*/ 36 w 11"/>
                <a:gd name="T9" fmla="*/ 0 h 13"/>
                <a:gd name="T10" fmla="*/ 36 w 11"/>
                <a:gd name="T11" fmla="*/ 0 h 13"/>
                <a:gd name="T12" fmla="*/ 8 w 11"/>
                <a:gd name="T13" fmla="*/ 13 h 13"/>
                <a:gd name="T14" fmla="*/ 15 w 11"/>
                <a:gd name="T15" fmla="*/ 52 h 13"/>
                <a:gd name="T16" fmla="*/ 55 w 11"/>
                <a:gd name="T17" fmla="*/ 76 h 13"/>
                <a:gd name="T18" fmla="*/ 76 w 11"/>
                <a:gd name="T19" fmla="*/ 52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2"/>
                    <a:pt x="6" y="13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3" name="Freeform 614">
              <a:extLst>
                <a:ext uri="{FF2B5EF4-FFF2-40B4-BE49-F238E27FC236}">
                  <a16:creationId xmlns:a16="http://schemas.microsoft.com/office/drawing/2014/main" id="{C1F5DC39-824E-4CD0-AC79-A1D55C185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032"/>
              <a:ext cx="53" cy="58"/>
            </a:xfrm>
            <a:custGeom>
              <a:avLst/>
              <a:gdLst>
                <a:gd name="T0" fmla="*/ 100 w 28"/>
                <a:gd name="T1" fmla="*/ 21 h 31"/>
                <a:gd name="T2" fmla="*/ 28 w 28"/>
                <a:gd name="T3" fmla="*/ 21 h 31"/>
                <a:gd name="T4" fmla="*/ 47 w 28"/>
                <a:gd name="T5" fmla="*/ 137 h 31"/>
                <a:gd name="T6" fmla="*/ 157 w 28"/>
                <a:gd name="T7" fmla="*/ 189 h 31"/>
                <a:gd name="T8" fmla="*/ 184 w 28"/>
                <a:gd name="T9" fmla="*/ 137 h 31"/>
                <a:gd name="T10" fmla="*/ 144 w 28"/>
                <a:gd name="T11" fmla="*/ 77 h 31"/>
                <a:gd name="T12" fmla="*/ 100 w 28"/>
                <a:gd name="T13" fmla="*/ 2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5" y="3"/>
                  </a:moveTo>
                  <a:cubicBezTo>
                    <a:pt x="12" y="0"/>
                    <a:pt x="8" y="0"/>
                    <a:pt x="4" y="3"/>
                  </a:cubicBezTo>
                  <a:cubicBezTo>
                    <a:pt x="0" y="7"/>
                    <a:pt x="1" y="14"/>
                    <a:pt x="7" y="21"/>
                  </a:cubicBezTo>
                  <a:cubicBezTo>
                    <a:pt x="13" y="28"/>
                    <a:pt x="17" y="31"/>
                    <a:pt x="23" y="29"/>
                  </a:cubicBezTo>
                  <a:cubicBezTo>
                    <a:pt x="26" y="28"/>
                    <a:pt x="28" y="25"/>
                    <a:pt x="27" y="21"/>
                  </a:cubicBezTo>
                  <a:cubicBezTo>
                    <a:pt x="26" y="18"/>
                    <a:pt x="24" y="16"/>
                    <a:pt x="21" y="12"/>
                  </a:cubicBezTo>
                  <a:cubicBezTo>
                    <a:pt x="20" y="10"/>
                    <a:pt x="19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24" name="Freeform 615">
              <a:extLst>
                <a:ext uri="{FF2B5EF4-FFF2-40B4-BE49-F238E27FC236}">
                  <a16:creationId xmlns:a16="http://schemas.microsoft.com/office/drawing/2014/main" id="{62B8C90D-68F5-4900-9173-8DC053BBD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043"/>
              <a:ext cx="25" cy="32"/>
            </a:xfrm>
            <a:custGeom>
              <a:avLst/>
              <a:gdLst>
                <a:gd name="T0" fmla="*/ 92 w 13"/>
                <a:gd name="T1" fmla="*/ 100 h 17"/>
                <a:gd name="T2" fmla="*/ 92 w 13"/>
                <a:gd name="T3" fmla="*/ 105 h 17"/>
                <a:gd name="T4" fmla="*/ 23 w 13"/>
                <a:gd name="T5" fmla="*/ 60 h 17"/>
                <a:gd name="T6" fmla="*/ 8 w 13"/>
                <a:gd name="T7" fmla="*/ 8 h 17"/>
                <a:gd name="T8" fmla="*/ 37 w 13"/>
                <a:gd name="T9" fmla="*/ 8 h 17"/>
                <a:gd name="T10" fmla="*/ 37 w 13"/>
                <a:gd name="T11" fmla="*/ 8 h 17"/>
                <a:gd name="T12" fmla="*/ 8 w 13"/>
                <a:gd name="T13" fmla="*/ 0 h 17"/>
                <a:gd name="T14" fmla="*/ 23 w 13"/>
                <a:gd name="T15" fmla="*/ 60 h 17"/>
                <a:gd name="T16" fmla="*/ 92 w 13"/>
                <a:gd name="T17" fmla="*/ 105 h 17"/>
                <a:gd name="T18" fmla="*/ 92 w 13"/>
                <a:gd name="T19" fmla="*/ 10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7">
                  <a:moveTo>
                    <a:pt x="13" y="15"/>
                  </a:moveTo>
                  <a:cubicBezTo>
                    <a:pt x="13" y="15"/>
                    <a:pt x="13" y="16"/>
                    <a:pt x="13" y="16"/>
                  </a:cubicBezTo>
                  <a:cubicBezTo>
                    <a:pt x="11" y="17"/>
                    <a:pt x="8" y="15"/>
                    <a:pt x="3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2"/>
                    <a:pt x="0" y="5"/>
                    <a:pt x="3" y="9"/>
                  </a:cubicBezTo>
                  <a:cubicBezTo>
                    <a:pt x="8" y="15"/>
                    <a:pt x="11" y="17"/>
                    <a:pt x="13" y="16"/>
                  </a:cubicBezTo>
                  <a:cubicBezTo>
                    <a:pt x="13" y="16"/>
                    <a:pt x="13" y="16"/>
                    <a:pt x="13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5" name="Freeform 616">
              <a:extLst>
                <a:ext uri="{FF2B5EF4-FFF2-40B4-BE49-F238E27FC236}">
                  <a16:creationId xmlns:a16="http://schemas.microsoft.com/office/drawing/2014/main" id="{68427C2F-5177-4EE2-B4BD-CE8C8B4E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983"/>
              <a:ext cx="39" cy="43"/>
            </a:xfrm>
            <a:custGeom>
              <a:avLst/>
              <a:gdLst>
                <a:gd name="T0" fmla="*/ 113 w 21"/>
                <a:gd name="T1" fmla="*/ 32 h 23"/>
                <a:gd name="T2" fmla="*/ 76 w 21"/>
                <a:gd name="T3" fmla="*/ 0 h 23"/>
                <a:gd name="T4" fmla="*/ 32 w 21"/>
                <a:gd name="T5" fmla="*/ 7 h 23"/>
                <a:gd name="T6" fmla="*/ 37 w 21"/>
                <a:gd name="T7" fmla="*/ 120 h 23"/>
                <a:gd name="T8" fmla="*/ 128 w 21"/>
                <a:gd name="T9" fmla="*/ 112 h 23"/>
                <a:gd name="T10" fmla="*/ 113 w 21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5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26" name="Freeform 617">
              <a:extLst>
                <a:ext uri="{FF2B5EF4-FFF2-40B4-BE49-F238E27FC236}">
                  <a16:creationId xmlns:a16="http://schemas.microsoft.com/office/drawing/2014/main" id="{AAF64819-304A-47AE-8B3F-3D4558460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991"/>
              <a:ext cx="19" cy="22"/>
            </a:xfrm>
            <a:custGeom>
              <a:avLst/>
              <a:gdLst>
                <a:gd name="T0" fmla="*/ 68 w 10"/>
                <a:gd name="T1" fmla="*/ 51 h 12"/>
                <a:gd name="T2" fmla="*/ 55 w 10"/>
                <a:gd name="T3" fmla="*/ 73 h 12"/>
                <a:gd name="T4" fmla="*/ 15 w 10"/>
                <a:gd name="T5" fmla="*/ 51 h 12"/>
                <a:gd name="T6" fmla="*/ 8 w 10"/>
                <a:gd name="T7" fmla="*/ 13 h 12"/>
                <a:gd name="T8" fmla="*/ 29 w 10"/>
                <a:gd name="T9" fmla="*/ 0 h 12"/>
                <a:gd name="T10" fmla="*/ 29 w 10"/>
                <a:gd name="T11" fmla="*/ 0 h 12"/>
                <a:gd name="T12" fmla="*/ 8 w 10"/>
                <a:gd name="T13" fmla="*/ 13 h 12"/>
                <a:gd name="T14" fmla="*/ 8 w 10"/>
                <a:gd name="T15" fmla="*/ 51 h 12"/>
                <a:gd name="T16" fmla="*/ 55 w 10"/>
                <a:gd name="T17" fmla="*/ 73 h 12"/>
                <a:gd name="T18" fmla="*/ 68 w 10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2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7" name="Freeform 618">
              <a:extLst>
                <a:ext uri="{FF2B5EF4-FFF2-40B4-BE49-F238E27FC236}">
                  <a16:creationId xmlns:a16="http://schemas.microsoft.com/office/drawing/2014/main" id="{91D43E6C-14D4-4946-981A-974D276E5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103"/>
              <a:ext cx="41" cy="43"/>
            </a:xfrm>
            <a:custGeom>
              <a:avLst/>
              <a:gdLst>
                <a:gd name="T0" fmla="*/ 117 w 22"/>
                <a:gd name="T1" fmla="*/ 32 h 23"/>
                <a:gd name="T2" fmla="*/ 76 w 22"/>
                <a:gd name="T3" fmla="*/ 0 h 23"/>
                <a:gd name="T4" fmla="*/ 32 w 22"/>
                <a:gd name="T5" fmla="*/ 13 h 23"/>
                <a:gd name="T6" fmla="*/ 39 w 22"/>
                <a:gd name="T7" fmla="*/ 120 h 23"/>
                <a:gd name="T8" fmla="*/ 129 w 22"/>
                <a:gd name="T9" fmla="*/ 112 h 23"/>
                <a:gd name="T10" fmla="*/ 117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28" name="Freeform 619">
              <a:extLst>
                <a:ext uri="{FF2B5EF4-FFF2-40B4-BE49-F238E27FC236}">
                  <a16:creationId xmlns:a16="http://schemas.microsoft.com/office/drawing/2014/main" id="{5024FDD6-CF54-46F1-ACE7-18AB8BFBB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2111"/>
              <a:ext cx="20" cy="24"/>
            </a:xfrm>
            <a:custGeom>
              <a:avLst/>
              <a:gdLst>
                <a:gd name="T0" fmla="*/ 65 w 11"/>
                <a:gd name="T1" fmla="*/ 52 h 13"/>
                <a:gd name="T2" fmla="*/ 49 w 11"/>
                <a:gd name="T3" fmla="*/ 76 h 13"/>
                <a:gd name="T4" fmla="*/ 13 w 11"/>
                <a:gd name="T5" fmla="*/ 52 h 13"/>
                <a:gd name="T6" fmla="*/ 7 w 11"/>
                <a:gd name="T7" fmla="*/ 13 h 13"/>
                <a:gd name="T8" fmla="*/ 29 w 11"/>
                <a:gd name="T9" fmla="*/ 0 h 13"/>
                <a:gd name="T10" fmla="*/ 29 w 11"/>
                <a:gd name="T11" fmla="*/ 0 h 13"/>
                <a:gd name="T12" fmla="*/ 7 w 11"/>
                <a:gd name="T13" fmla="*/ 13 h 13"/>
                <a:gd name="T14" fmla="*/ 13 w 11"/>
                <a:gd name="T15" fmla="*/ 52 h 13"/>
                <a:gd name="T16" fmla="*/ 49 w 11"/>
                <a:gd name="T17" fmla="*/ 76 h 13"/>
                <a:gd name="T18" fmla="*/ 65 w 11"/>
                <a:gd name="T19" fmla="*/ 52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3" y="11"/>
                    <a:pt x="6" y="13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9" name="Freeform 620">
              <a:extLst>
                <a:ext uri="{FF2B5EF4-FFF2-40B4-BE49-F238E27FC236}">
                  <a16:creationId xmlns:a16="http://schemas.microsoft.com/office/drawing/2014/main" id="{6FD9C95F-6C8A-4426-94D7-6C52B343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866"/>
              <a:ext cx="18" cy="22"/>
            </a:xfrm>
            <a:custGeom>
              <a:avLst/>
              <a:gdLst>
                <a:gd name="T0" fmla="*/ 58 w 10"/>
                <a:gd name="T1" fmla="*/ 51 h 12"/>
                <a:gd name="T2" fmla="*/ 45 w 10"/>
                <a:gd name="T3" fmla="*/ 68 h 12"/>
                <a:gd name="T4" fmla="*/ 7 w 10"/>
                <a:gd name="T5" fmla="*/ 44 h 12"/>
                <a:gd name="T6" fmla="*/ 7 w 10"/>
                <a:gd name="T7" fmla="*/ 7 h 12"/>
                <a:gd name="T8" fmla="*/ 23 w 10"/>
                <a:gd name="T9" fmla="*/ 0 h 12"/>
                <a:gd name="T10" fmla="*/ 23 w 10"/>
                <a:gd name="T11" fmla="*/ 0 h 12"/>
                <a:gd name="T12" fmla="*/ 7 w 10"/>
                <a:gd name="T13" fmla="*/ 7 h 12"/>
                <a:gd name="T14" fmla="*/ 7 w 10"/>
                <a:gd name="T15" fmla="*/ 44 h 12"/>
                <a:gd name="T16" fmla="*/ 45 w 10"/>
                <a:gd name="T17" fmla="*/ 73 h 12"/>
                <a:gd name="T18" fmla="*/ 58 w 10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1"/>
                  </a:cubicBezTo>
                  <a:cubicBezTo>
                    <a:pt x="6" y="12"/>
                    <a:pt x="3" y="11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4"/>
                    <a:pt x="1" y="7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0" name="Freeform 621">
              <a:extLst>
                <a:ext uri="{FF2B5EF4-FFF2-40B4-BE49-F238E27FC236}">
                  <a16:creationId xmlns:a16="http://schemas.microsoft.com/office/drawing/2014/main" id="{B47C2428-C4A1-40AE-B3FF-C9D5481E7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931"/>
              <a:ext cx="39" cy="43"/>
            </a:xfrm>
            <a:custGeom>
              <a:avLst/>
              <a:gdLst>
                <a:gd name="T0" fmla="*/ 113 w 21"/>
                <a:gd name="T1" fmla="*/ 39 h 23"/>
                <a:gd name="T2" fmla="*/ 76 w 21"/>
                <a:gd name="T3" fmla="*/ 7 h 23"/>
                <a:gd name="T4" fmla="*/ 32 w 21"/>
                <a:gd name="T5" fmla="*/ 13 h 23"/>
                <a:gd name="T6" fmla="*/ 37 w 21"/>
                <a:gd name="T7" fmla="*/ 125 h 23"/>
                <a:gd name="T8" fmla="*/ 128 w 21"/>
                <a:gd name="T9" fmla="*/ 112 h 23"/>
                <a:gd name="T10" fmla="*/ 113 w 21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31" name="Freeform 622">
              <a:extLst>
                <a:ext uri="{FF2B5EF4-FFF2-40B4-BE49-F238E27FC236}">
                  <a16:creationId xmlns:a16="http://schemas.microsoft.com/office/drawing/2014/main" id="{E352055C-9FC2-4D50-9E37-1159F107D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940"/>
              <a:ext cx="19" cy="23"/>
            </a:xfrm>
            <a:custGeom>
              <a:avLst/>
              <a:gdLst>
                <a:gd name="T0" fmla="*/ 68 w 10"/>
                <a:gd name="T1" fmla="*/ 56 h 12"/>
                <a:gd name="T2" fmla="*/ 55 w 10"/>
                <a:gd name="T3" fmla="*/ 77 h 12"/>
                <a:gd name="T4" fmla="*/ 15 w 10"/>
                <a:gd name="T5" fmla="*/ 48 h 12"/>
                <a:gd name="T6" fmla="*/ 8 w 10"/>
                <a:gd name="T7" fmla="*/ 15 h 12"/>
                <a:gd name="T8" fmla="*/ 29 w 10"/>
                <a:gd name="T9" fmla="*/ 0 h 12"/>
                <a:gd name="T10" fmla="*/ 29 w 10"/>
                <a:gd name="T11" fmla="*/ 0 h 12"/>
                <a:gd name="T12" fmla="*/ 8 w 10"/>
                <a:gd name="T13" fmla="*/ 8 h 12"/>
                <a:gd name="T14" fmla="*/ 8 w 10"/>
                <a:gd name="T15" fmla="*/ 56 h 12"/>
                <a:gd name="T16" fmla="*/ 55 w 10"/>
                <a:gd name="T17" fmla="*/ 84 h 12"/>
                <a:gd name="T18" fmla="*/ 68 w 10"/>
                <a:gd name="T19" fmla="*/ 5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0" y="4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2" name="Freeform 623">
              <a:extLst>
                <a:ext uri="{FF2B5EF4-FFF2-40B4-BE49-F238E27FC236}">
                  <a16:creationId xmlns:a16="http://schemas.microsoft.com/office/drawing/2014/main" id="{AE0C5EF1-0320-48C3-BC78-5DBB660CE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884"/>
              <a:ext cx="30" cy="38"/>
            </a:xfrm>
            <a:custGeom>
              <a:avLst/>
              <a:gdLst>
                <a:gd name="T0" fmla="*/ 99 w 16"/>
                <a:gd name="T1" fmla="*/ 76 h 20"/>
                <a:gd name="T2" fmla="*/ 92 w 16"/>
                <a:gd name="T3" fmla="*/ 116 h 20"/>
                <a:gd name="T4" fmla="*/ 84 w 16"/>
                <a:gd name="T5" fmla="*/ 124 h 20"/>
                <a:gd name="T6" fmla="*/ 84 w 16"/>
                <a:gd name="T7" fmla="*/ 124 h 20"/>
                <a:gd name="T8" fmla="*/ 60 w 16"/>
                <a:gd name="T9" fmla="*/ 124 h 20"/>
                <a:gd name="T10" fmla="*/ 45 w 16"/>
                <a:gd name="T11" fmla="*/ 108 h 20"/>
                <a:gd name="T12" fmla="*/ 32 w 16"/>
                <a:gd name="T13" fmla="*/ 108 h 20"/>
                <a:gd name="T14" fmla="*/ 28 w 16"/>
                <a:gd name="T15" fmla="*/ 97 h 20"/>
                <a:gd name="T16" fmla="*/ 21 w 16"/>
                <a:gd name="T17" fmla="*/ 84 h 20"/>
                <a:gd name="T18" fmla="*/ 8 w 16"/>
                <a:gd name="T19" fmla="*/ 48 h 20"/>
                <a:gd name="T20" fmla="*/ 15 w 16"/>
                <a:gd name="T21" fmla="*/ 36 h 20"/>
                <a:gd name="T22" fmla="*/ 28 w 16"/>
                <a:gd name="T23" fmla="*/ 29 h 20"/>
                <a:gd name="T24" fmla="*/ 53 w 16"/>
                <a:gd name="T25" fmla="*/ 8 h 20"/>
                <a:gd name="T26" fmla="*/ 84 w 16"/>
                <a:gd name="T27" fmla="*/ 29 h 20"/>
                <a:gd name="T28" fmla="*/ 99 w 16"/>
                <a:gd name="T29" fmla="*/ 7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1"/>
                  </a:moveTo>
                  <a:cubicBezTo>
                    <a:pt x="16" y="12"/>
                    <a:pt x="15" y="16"/>
                    <a:pt x="14" y="17"/>
                  </a:cubicBezTo>
                  <a:cubicBezTo>
                    <a:pt x="14" y="17"/>
                    <a:pt x="14" y="18"/>
                    <a:pt x="13" y="18"/>
                  </a:cubicBezTo>
                  <a:cubicBezTo>
                    <a:pt x="13" y="18"/>
                    <a:pt x="13" y="17"/>
                    <a:pt x="13" y="18"/>
                  </a:cubicBezTo>
                  <a:cubicBezTo>
                    <a:pt x="11" y="18"/>
                    <a:pt x="10" y="20"/>
                    <a:pt x="9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7" y="15"/>
                    <a:pt x="6" y="16"/>
                    <a:pt x="5" y="16"/>
                  </a:cubicBezTo>
                  <a:cubicBezTo>
                    <a:pt x="4" y="16"/>
                    <a:pt x="4" y="15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9"/>
                    <a:pt x="1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2"/>
                    <a:pt x="7" y="0"/>
                    <a:pt x="8" y="1"/>
                  </a:cubicBezTo>
                  <a:cubicBezTo>
                    <a:pt x="10" y="1"/>
                    <a:pt x="12" y="2"/>
                    <a:pt x="13" y="4"/>
                  </a:cubicBezTo>
                  <a:cubicBezTo>
                    <a:pt x="14" y="6"/>
                    <a:pt x="14" y="10"/>
                    <a:pt x="15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3" name="Freeform 624">
              <a:extLst>
                <a:ext uri="{FF2B5EF4-FFF2-40B4-BE49-F238E27FC236}">
                  <a16:creationId xmlns:a16="http://schemas.microsoft.com/office/drawing/2014/main" id="{89ED99AA-7DEB-4021-A0B0-E1A60BFBF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895"/>
              <a:ext cx="5" cy="12"/>
            </a:xfrm>
            <a:custGeom>
              <a:avLst/>
              <a:gdLst>
                <a:gd name="T0" fmla="*/ 8 w 3"/>
                <a:gd name="T1" fmla="*/ 0 h 6"/>
                <a:gd name="T2" fmla="*/ 0 w 3"/>
                <a:gd name="T3" fmla="*/ 8 h 6"/>
                <a:gd name="T4" fmla="*/ 0 w 3"/>
                <a:gd name="T5" fmla="*/ 24 h 6"/>
                <a:gd name="T6" fmla="*/ 13 w 3"/>
                <a:gd name="T7" fmla="*/ 48 h 6"/>
                <a:gd name="T8" fmla="*/ 8 w 3"/>
                <a:gd name="T9" fmla="*/ 40 h 6"/>
                <a:gd name="T10" fmla="*/ 8 w 3"/>
                <a:gd name="T11" fmla="*/ 24 h 6"/>
                <a:gd name="T12" fmla="*/ 5 w 3"/>
                <a:gd name="T13" fmla="*/ 8 h 6"/>
                <a:gd name="T14" fmla="*/ 8 w 3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2" y="5"/>
                    <a:pt x="3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4" name="Freeform 625">
              <a:extLst>
                <a:ext uri="{FF2B5EF4-FFF2-40B4-BE49-F238E27FC236}">
                  <a16:creationId xmlns:a16="http://schemas.microsoft.com/office/drawing/2014/main" id="{6096D5E9-9D99-444C-B303-6EF6A5780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909"/>
              <a:ext cx="8" cy="5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13 h 3"/>
                <a:gd name="T4" fmla="*/ 16 w 4"/>
                <a:gd name="T5" fmla="*/ 8 h 3"/>
                <a:gd name="T6" fmla="*/ 32 w 4"/>
                <a:gd name="T7" fmla="*/ 5 h 3"/>
                <a:gd name="T8" fmla="*/ 16 w 4"/>
                <a:gd name="T9" fmla="*/ 8 h 3"/>
                <a:gd name="T10" fmla="*/ 8 w 4"/>
                <a:gd name="T11" fmla="*/ 5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0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5" name="Freeform 626">
              <a:extLst>
                <a:ext uri="{FF2B5EF4-FFF2-40B4-BE49-F238E27FC236}">
                  <a16:creationId xmlns:a16="http://schemas.microsoft.com/office/drawing/2014/main" id="{1C3E9CF7-17D7-4268-989D-3778EFF1B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912"/>
              <a:ext cx="7" cy="8"/>
            </a:xfrm>
            <a:custGeom>
              <a:avLst/>
              <a:gdLst>
                <a:gd name="T0" fmla="*/ 7 w 4"/>
                <a:gd name="T1" fmla="*/ 8 h 4"/>
                <a:gd name="T2" fmla="*/ 0 w 4"/>
                <a:gd name="T3" fmla="*/ 8 h 4"/>
                <a:gd name="T4" fmla="*/ 7 w 4"/>
                <a:gd name="T5" fmla="*/ 24 h 4"/>
                <a:gd name="T6" fmla="*/ 21 w 4"/>
                <a:gd name="T7" fmla="*/ 16 h 4"/>
                <a:gd name="T8" fmla="*/ 12 w 4"/>
                <a:gd name="T9" fmla="*/ 16 h 4"/>
                <a:gd name="T10" fmla="*/ 7 w 4"/>
                <a:gd name="T11" fmla="*/ 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6" name="Freeform 627">
              <a:extLst>
                <a:ext uri="{FF2B5EF4-FFF2-40B4-BE49-F238E27FC236}">
                  <a16:creationId xmlns:a16="http://schemas.microsoft.com/office/drawing/2014/main" id="{771D6503-A9DD-40A0-A957-2C39BD3D7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909"/>
              <a:ext cx="8" cy="9"/>
            </a:xfrm>
            <a:custGeom>
              <a:avLst/>
              <a:gdLst>
                <a:gd name="T0" fmla="*/ 32 w 4"/>
                <a:gd name="T1" fmla="*/ 7 h 5"/>
                <a:gd name="T2" fmla="*/ 24 w 4"/>
                <a:gd name="T3" fmla="*/ 23 h 5"/>
                <a:gd name="T4" fmla="*/ 8 w 4"/>
                <a:gd name="T5" fmla="*/ 23 h 5"/>
                <a:gd name="T6" fmla="*/ 0 w 4"/>
                <a:gd name="T7" fmla="*/ 29 h 5"/>
                <a:gd name="T8" fmla="*/ 24 w 4"/>
                <a:gd name="T9" fmla="*/ 16 h 5"/>
                <a:gd name="T10" fmla="*/ 32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2"/>
                    <a:pt x="3" y="3"/>
                    <a:pt x="3" y="4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7" name="Freeform 628">
              <a:extLst>
                <a:ext uri="{FF2B5EF4-FFF2-40B4-BE49-F238E27FC236}">
                  <a16:creationId xmlns:a16="http://schemas.microsoft.com/office/drawing/2014/main" id="{B8F75B4A-A416-4F9C-8341-2DB16ACB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892"/>
              <a:ext cx="3" cy="13"/>
            </a:xfrm>
            <a:custGeom>
              <a:avLst/>
              <a:gdLst>
                <a:gd name="T0" fmla="*/ 5 w 2"/>
                <a:gd name="T1" fmla="*/ 7 h 7"/>
                <a:gd name="T2" fmla="*/ 5 w 2"/>
                <a:gd name="T3" fmla="*/ 24 h 7"/>
                <a:gd name="T4" fmla="*/ 8 w 2"/>
                <a:gd name="T5" fmla="*/ 45 h 7"/>
                <a:gd name="T6" fmla="*/ 8 w 2"/>
                <a:gd name="T7" fmla="*/ 20 h 7"/>
                <a:gd name="T8" fmla="*/ 8 w 2"/>
                <a:gd name="T9" fmla="*/ 7 h 7"/>
                <a:gd name="T10" fmla="*/ 5 w 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7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1" y="6"/>
                    <a:pt x="2" y="5"/>
                    <a:pt x="2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8" name="Freeform 629">
              <a:extLst>
                <a:ext uri="{FF2B5EF4-FFF2-40B4-BE49-F238E27FC236}">
                  <a16:creationId xmlns:a16="http://schemas.microsoft.com/office/drawing/2014/main" id="{92E97318-8DF3-4E87-8BAF-6286E43CE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899"/>
              <a:ext cx="3" cy="8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8 h 4"/>
                <a:gd name="T4" fmla="*/ 5 w 2"/>
                <a:gd name="T5" fmla="*/ 16 h 4"/>
                <a:gd name="T6" fmla="*/ 8 w 2"/>
                <a:gd name="T7" fmla="*/ 32 h 4"/>
                <a:gd name="T8" fmla="*/ 8 w 2"/>
                <a:gd name="T9" fmla="*/ 16 h 4"/>
                <a:gd name="T10" fmla="*/ 0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9" name="Freeform 630">
              <a:extLst>
                <a:ext uri="{FF2B5EF4-FFF2-40B4-BE49-F238E27FC236}">
                  <a16:creationId xmlns:a16="http://schemas.microsoft.com/office/drawing/2014/main" id="{3CF89FA8-606B-4295-8DF2-B00F7374B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912"/>
              <a:ext cx="4" cy="6"/>
            </a:xfrm>
            <a:custGeom>
              <a:avLst/>
              <a:gdLst>
                <a:gd name="T0" fmla="*/ 8 w 2"/>
                <a:gd name="T1" fmla="*/ 8 h 3"/>
                <a:gd name="T2" fmla="*/ 0 w 2"/>
                <a:gd name="T3" fmla="*/ 8 h 3"/>
                <a:gd name="T4" fmla="*/ 16 w 2"/>
                <a:gd name="T5" fmla="*/ 24 h 3"/>
                <a:gd name="T6" fmla="*/ 8 w 2"/>
                <a:gd name="T7" fmla="*/ 8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0" name="Freeform 631">
              <a:extLst>
                <a:ext uri="{FF2B5EF4-FFF2-40B4-BE49-F238E27FC236}">
                  <a16:creationId xmlns:a16="http://schemas.microsoft.com/office/drawing/2014/main" id="{958B8ABF-A3FC-40FF-990A-4BA8934AB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886"/>
              <a:ext cx="10" cy="6"/>
            </a:xfrm>
            <a:custGeom>
              <a:avLst/>
              <a:gdLst>
                <a:gd name="T0" fmla="*/ 40 w 5"/>
                <a:gd name="T1" fmla="*/ 8 h 3"/>
                <a:gd name="T2" fmla="*/ 16 w 5"/>
                <a:gd name="T3" fmla="*/ 0 h 3"/>
                <a:gd name="T4" fmla="*/ 0 w 5"/>
                <a:gd name="T5" fmla="*/ 24 h 3"/>
                <a:gd name="T6" fmla="*/ 24 w 5"/>
                <a:gd name="T7" fmla="*/ 8 h 3"/>
                <a:gd name="T8" fmla="*/ 40 w 5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2"/>
                    <a:pt x="1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1" name="Freeform 632">
              <a:extLst>
                <a:ext uri="{FF2B5EF4-FFF2-40B4-BE49-F238E27FC236}">
                  <a16:creationId xmlns:a16="http://schemas.microsoft.com/office/drawing/2014/main" id="{79A1924F-50FC-41CE-BB3E-93CE2FA58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894"/>
              <a:ext cx="3" cy="11"/>
            </a:xfrm>
            <a:custGeom>
              <a:avLst/>
              <a:gdLst>
                <a:gd name="T0" fmla="*/ 5 w 2"/>
                <a:gd name="T1" fmla="*/ 0 h 6"/>
                <a:gd name="T2" fmla="*/ 5 w 2"/>
                <a:gd name="T3" fmla="*/ 20 h 6"/>
                <a:gd name="T4" fmla="*/ 8 w 2"/>
                <a:gd name="T5" fmla="*/ 37 h 6"/>
                <a:gd name="T6" fmla="*/ 0 w 2"/>
                <a:gd name="T7" fmla="*/ 20 h 6"/>
                <a:gd name="T8" fmla="*/ 5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4"/>
                    <a:pt x="2" y="5"/>
                    <a:pt x="2" y="6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2" name="Freeform 633">
              <a:extLst>
                <a:ext uri="{FF2B5EF4-FFF2-40B4-BE49-F238E27FC236}">
                  <a16:creationId xmlns:a16="http://schemas.microsoft.com/office/drawing/2014/main" id="{5E4D550B-6E4C-4DD0-AA4D-305CDB8B8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884"/>
              <a:ext cx="30" cy="38"/>
            </a:xfrm>
            <a:custGeom>
              <a:avLst/>
              <a:gdLst>
                <a:gd name="T0" fmla="*/ 99 w 16"/>
                <a:gd name="T1" fmla="*/ 76 h 20"/>
                <a:gd name="T2" fmla="*/ 92 w 16"/>
                <a:gd name="T3" fmla="*/ 116 h 20"/>
                <a:gd name="T4" fmla="*/ 84 w 16"/>
                <a:gd name="T5" fmla="*/ 124 h 20"/>
                <a:gd name="T6" fmla="*/ 84 w 16"/>
                <a:gd name="T7" fmla="*/ 124 h 20"/>
                <a:gd name="T8" fmla="*/ 60 w 16"/>
                <a:gd name="T9" fmla="*/ 124 h 20"/>
                <a:gd name="T10" fmla="*/ 45 w 16"/>
                <a:gd name="T11" fmla="*/ 108 h 20"/>
                <a:gd name="T12" fmla="*/ 32 w 16"/>
                <a:gd name="T13" fmla="*/ 108 h 20"/>
                <a:gd name="T14" fmla="*/ 28 w 16"/>
                <a:gd name="T15" fmla="*/ 97 h 20"/>
                <a:gd name="T16" fmla="*/ 21 w 16"/>
                <a:gd name="T17" fmla="*/ 84 h 20"/>
                <a:gd name="T18" fmla="*/ 8 w 16"/>
                <a:gd name="T19" fmla="*/ 48 h 20"/>
                <a:gd name="T20" fmla="*/ 15 w 16"/>
                <a:gd name="T21" fmla="*/ 36 h 20"/>
                <a:gd name="T22" fmla="*/ 28 w 16"/>
                <a:gd name="T23" fmla="*/ 29 h 20"/>
                <a:gd name="T24" fmla="*/ 53 w 16"/>
                <a:gd name="T25" fmla="*/ 8 h 20"/>
                <a:gd name="T26" fmla="*/ 84 w 16"/>
                <a:gd name="T27" fmla="*/ 29 h 20"/>
                <a:gd name="T28" fmla="*/ 99 w 16"/>
                <a:gd name="T29" fmla="*/ 7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1"/>
                  </a:moveTo>
                  <a:cubicBezTo>
                    <a:pt x="16" y="12"/>
                    <a:pt x="15" y="16"/>
                    <a:pt x="14" y="17"/>
                  </a:cubicBezTo>
                  <a:cubicBezTo>
                    <a:pt x="14" y="17"/>
                    <a:pt x="14" y="18"/>
                    <a:pt x="13" y="18"/>
                  </a:cubicBezTo>
                  <a:cubicBezTo>
                    <a:pt x="13" y="18"/>
                    <a:pt x="13" y="17"/>
                    <a:pt x="13" y="18"/>
                  </a:cubicBezTo>
                  <a:cubicBezTo>
                    <a:pt x="11" y="18"/>
                    <a:pt x="10" y="20"/>
                    <a:pt x="9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7" y="15"/>
                    <a:pt x="6" y="16"/>
                    <a:pt x="5" y="16"/>
                  </a:cubicBezTo>
                  <a:cubicBezTo>
                    <a:pt x="4" y="16"/>
                    <a:pt x="4" y="15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9"/>
                    <a:pt x="1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2"/>
                    <a:pt x="7" y="0"/>
                    <a:pt x="8" y="1"/>
                  </a:cubicBezTo>
                  <a:cubicBezTo>
                    <a:pt x="10" y="1"/>
                    <a:pt x="12" y="2"/>
                    <a:pt x="13" y="4"/>
                  </a:cubicBezTo>
                  <a:cubicBezTo>
                    <a:pt x="14" y="6"/>
                    <a:pt x="14" y="10"/>
                    <a:pt x="15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3" name="Freeform 634">
              <a:extLst>
                <a:ext uri="{FF2B5EF4-FFF2-40B4-BE49-F238E27FC236}">
                  <a16:creationId xmlns:a16="http://schemas.microsoft.com/office/drawing/2014/main" id="{20E30D28-0E4D-4398-A716-477A660C1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1910"/>
              <a:ext cx="6" cy="4"/>
            </a:xfrm>
            <a:custGeom>
              <a:avLst/>
              <a:gdLst>
                <a:gd name="T0" fmla="*/ 24 w 3"/>
                <a:gd name="T1" fmla="*/ 8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4" name="Freeform 635">
              <a:extLst>
                <a:ext uri="{FF2B5EF4-FFF2-40B4-BE49-F238E27FC236}">
                  <a16:creationId xmlns:a16="http://schemas.microsoft.com/office/drawing/2014/main" id="{0D118362-CF74-4687-8DF0-82F4B3D17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892"/>
              <a:ext cx="2" cy="15"/>
            </a:xfrm>
            <a:custGeom>
              <a:avLst/>
              <a:gdLst>
                <a:gd name="T0" fmla="*/ 8 w 1"/>
                <a:gd name="T1" fmla="*/ 53 h 8"/>
                <a:gd name="T2" fmla="*/ 0 w 1"/>
                <a:gd name="T3" fmla="*/ 28 h 8"/>
                <a:gd name="T4" fmla="*/ 0 w 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8">
                  <a:moveTo>
                    <a:pt x="1" y="8"/>
                  </a:moveTo>
                  <a:cubicBezTo>
                    <a:pt x="1" y="6"/>
                    <a:pt x="0" y="6"/>
                    <a:pt x="0" y="4"/>
                  </a:cubicBezTo>
                  <a:cubicBezTo>
                    <a:pt x="0" y="2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5" name="Freeform 636">
              <a:extLst>
                <a:ext uri="{FF2B5EF4-FFF2-40B4-BE49-F238E27FC236}">
                  <a16:creationId xmlns:a16="http://schemas.microsoft.com/office/drawing/2014/main" id="{57F20158-7166-4BC3-BD66-C1DC6BD68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903"/>
              <a:ext cx="2" cy="6"/>
            </a:xfrm>
            <a:custGeom>
              <a:avLst/>
              <a:gdLst>
                <a:gd name="T0" fmla="*/ 8 w 1"/>
                <a:gd name="T1" fmla="*/ 24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6" name="Freeform 637">
              <a:extLst>
                <a:ext uri="{FF2B5EF4-FFF2-40B4-BE49-F238E27FC236}">
                  <a16:creationId xmlns:a16="http://schemas.microsoft.com/office/drawing/2014/main" id="{720108FE-B7E7-4FDB-949F-D4FFC3974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955"/>
              <a:ext cx="30" cy="38"/>
            </a:xfrm>
            <a:custGeom>
              <a:avLst/>
              <a:gdLst>
                <a:gd name="T0" fmla="*/ 99 w 16"/>
                <a:gd name="T1" fmla="*/ 76 h 20"/>
                <a:gd name="T2" fmla="*/ 92 w 16"/>
                <a:gd name="T3" fmla="*/ 116 h 20"/>
                <a:gd name="T4" fmla="*/ 84 w 16"/>
                <a:gd name="T5" fmla="*/ 124 h 20"/>
                <a:gd name="T6" fmla="*/ 81 w 16"/>
                <a:gd name="T7" fmla="*/ 124 h 20"/>
                <a:gd name="T8" fmla="*/ 60 w 16"/>
                <a:gd name="T9" fmla="*/ 124 h 20"/>
                <a:gd name="T10" fmla="*/ 45 w 16"/>
                <a:gd name="T11" fmla="*/ 108 h 20"/>
                <a:gd name="T12" fmla="*/ 32 w 16"/>
                <a:gd name="T13" fmla="*/ 108 h 20"/>
                <a:gd name="T14" fmla="*/ 28 w 16"/>
                <a:gd name="T15" fmla="*/ 97 h 20"/>
                <a:gd name="T16" fmla="*/ 21 w 16"/>
                <a:gd name="T17" fmla="*/ 84 h 20"/>
                <a:gd name="T18" fmla="*/ 8 w 16"/>
                <a:gd name="T19" fmla="*/ 48 h 20"/>
                <a:gd name="T20" fmla="*/ 15 w 16"/>
                <a:gd name="T21" fmla="*/ 36 h 20"/>
                <a:gd name="T22" fmla="*/ 28 w 16"/>
                <a:gd name="T23" fmla="*/ 29 h 20"/>
                <a:gd name="T24" fmla="*/ 53 w 16"/>
                <a:gd name="T25" fmla="*/ 8 h 20"/>
                <a:gd name="T26" fmla="*/ 84 w 16"/>
                <a:gd name="T27" fmla="*/ 29 h 20"/>
                <a:gd name="T28" fmla="*/ 99 w 16"/>
                <a:gd name="T29" fmla="*/ 7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1"/>
                  </a:moveTo>
                  <a:cubicBezTo>
                    <a:pt x="16" y="12"/>
                    <a:pt x="15" y="16"/>
                    <a:pt x="14" y="17"/>
                  </a:cubicBezTo>
                  <a:cubicBezTo>
                    <a:pt x="14" y="17"/>
                    <a:pt x="14" y="18"/>
                    <a:pt x="13" y="18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1" y="18"/>
                    <a:pt x="10" y="20"/>
                    <a:pt x="9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6" y="15"/>
                    <a:pt x="6" y="16"/>
                    <a:pt x="5" y="16"/>
                  </a:cubicBezTo>
                  <a:cubicBezTo>
                    <a:pt x="4" y="17"/>
                    <a:pt x="4" y="15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9"/>
                    <a:pt x="1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5" y="2"/>
                    <a:pt x="6" y="0"/>
                    <a:pt x="8" y="1"/>
                  </a:cubicBezTo>
                  <a:cubicBezTo>
                    <a:pt x="10" y="1"/>
                    <a:pt x="12" y="2"/>
                    <a:pt x="13" y="4"/>
                  </a:cubicBezTo>
                  <a:cubicBezTo>
                    <a:pt x="13" y="6"/>
                    <a:pt x="14" y="10"/>
                    <a:pt x="15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7" name="Freeform 638">
              <a:extLst>
                <a:ext uri="{FF2B5EF4-FFF2-40B4-BE49-F238E27FC236}">
                  <a16:creationId xmlns:a16="http://schemas.microsoft.com/office/drawing/2014/main" id="{790BC6C8-8CA2-437A-BE95-31B84EE39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967"/>
              <a:ext cx="4" cy="11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7 h 6"/>
                <a:gd name="T4" fmla="*/ 0 w 2"/>
                <a:gd name="T5" fmla="*/ 20 h 6"/>
                <a:gd name="T6" fmla="*/ 16 w 2"/>
                <a:gd name="T7" fmla="*/ 37 h 6"/>
                <a:gd name="T8" fmla="*/ 16 w 2"/>
                <a:gd name="T9" fmla="*/ 31 h 6"/>
                <a:gd name="T10" fmla="*/ 16 w 2"/>
                <a:gd name="T11" fmla="*/ 20 h 6"/>
                <a:gd name="T12" fmla="*/ 8 w 2"/>
                <a:gd name="T13" fmla="*/ 7 h 6"/>
                <a:gd name="T14" fmla="*/ 16 w 2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8" name="Freeform 639">
              <a:extLst>
                <a:ext uri="{FF2B5EF4-FFF2-40B4-BE49-F238E27FC236}">
                  <a16:creationId xmlns:a16="http://schemas.microsoft.com/office/drawing/2014/main" id="{AB6E0059-B824-44EF-95AD-CBF9AA609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980"/>
              <a:ext cx="8" cy="5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13 h 3"/>
                <a:gd name="T4" fmla="*/ 16 w 4"/>
                <a:gd name="T5" fmla="*/ 8 h 3"/>
                <a:gd name="T6" fmla="*/ 32 w 4"/>
                <a:gd name="T7" fmla="*/ 8 h 3"/>
                <a:gd name="T8" fmla="*/ 16 w 4"/>
                <a:gd name="T9" fmla="*/ 8 h 3"/>
                <a:gd name="T10" fmla="*/ 8 w 4"/>
                <a:gd name="T11" fmla="*/ 5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9" name="Freeform 640">
              <a:extLst>
                <a:ext uri="{FF2B5EF4-FFF2-40B4-BE49-F238E27FC236}">
                  <a16:creationId xmlns:a16="http://schemas.microsoft.com/office/drawing/2014/main" id="{9E7CE526-7B11-4637-BB1F-0C82925F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983"/>
              <a:ext cx="7" cy="8"/>
            </a:xfrm>
            <a:custGeom>
              <a:avLst/>
              <a:gdLst>
                <a:gd name="T0" fmla="*/ 7 w 4"/>
                <a:gd name="T1" fmla="*/ 8 h 4"/>
                <a:gd name="T2" fmla="*/ 0 w 4"/>
                <a:gd name="T3" fmla="*/ 8 h 4"/>
                <a:gd name="T4" fmla="*/ 7 w 4"/>
                <a:gd name="T5" fmla="*/ 24 h 4"/>
                <a:gd name="T6" fmla="*/ 21 w 4"/>
                <a:gd name="T7" fmla="*/ 16 h 4"/>
                <a:gd name="T8" fmla="*/ 12 w 4"/>
                <a:gd name="T9" fmla="*/ 16 h 4"/>
                <a:gd name="T10" fmla="*/ 7 w 4"/>
                <a:gd name="T11" fmla="*/ 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0" name="Freeform 641">
              <a:extLst>
                <a:ext uri="{FF2B5EF4-FFF2-40B4-BE49-F238E27FC236}">
                  <a16:creationId xmlns:a16="http://schemas.microsoft.com/office/drawing/2014/main" id="{8D825C29-D4A2-4B1B-BD82-48E2C91BE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982"/>
              <a:ext cx="8" cy="7"/>
            </a:xfrm>
            <a:custGeom>
              <a:avLst/>
              <a:gdLst>
                <a:gd name="T0" fmla="*/ 32 w 4"/>
                <a:gd name="T1" fmla="*/ 0 h 4"/>
                <a:gd name="T2" fmla="*/ 24 w 4"/>
                <a:gd name="T3" fmla="*/ 16 h 4"/>
                <a:gd name="T4" fmla="*/ 8 w 4"/>
                <a:gd name="T5" fmla="*/ 16 h 4"/>
                <a:gd name="T6" fmla="*/ 0 w 4"/>
                <a:gd name="T7" fmla="*/ 21 h 4"/>
                <a:gd name="T8" fmla="*/ 16 w 4"/>
                <a:gd name="T9" fmla="*/ 12 h 4"/>
                <a:gd name="T10" fmla="*/ 32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1" name="Freeform 642">
              <a:extLst>
                <a:ext uri="{FF2B5EF4-FFF2-40B4-BE49-F238E27FC236}">
                  <a16:creationId xmlns:a16="http://schemas.microsoft.com/office/drawing/2014/main" id="{C27D1768-C9D2-4620-AFE8-25E5D879E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963"/>
              <a:ext cx="3" cy="13"/>
            </a:xfrm>
            <a:custGeom>
              <a:avLst/>
              <a:gdLst>
                <a:gd name="T0" fmla="*/ 5 w 2"/>
                <a:gd name="T1" fmla="*/ 7 h 7"/>
                <a:gd name="T2" fmla="*/ 0 w 2"/>
                <a:gd name="T3" fmla="*/ 24 h 7"/>
                <a:gd name="T4" fmla="*/ 8 w 2"/>
                <a:gd name="T5" fmla="*/ 45 h 7"/>
                <a:gd name="T6" fmla="*/ 8 w 2"/>
                <a:gd name="T7" fmla="*/ 24 h 7"/>
                <a:gd name="T8" fmla="*/ 5 w 2"/>
                <a:gd name="T9" fmla="*/ 13 h 7"/>
                <a:gd name="T10" fmla="*/ 5 w 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7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1" y="6"/>
                    <a:pt x="1" y="5"/>
                    <a:pt x="2" y="4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2" name="Freeform 643">
              <a:extLst>
                <a:ext uri="{FF2B5EF4-FFF2-40B4-BE49-F238E27FC236}">
                  <a16:creationId xmlns:a16="http://schemas.microsoft.com/office/drawing/2014/main" id="{A81B8884-B840-4748-B838-D80F6893D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970"/>
              <a:ext cx="4" cy="8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8 h 4"/>
                <a:gd name="T4" fmla="*/ 8 w 2"/>
                <a:gd name="T5" fmla="*/ 16 h 4"/>
                <a:gd name="T6" fmla="*/ 16 w 2"/>
                <a:gd name="T7" fmla="*/ 32 h 4"/>
                <a:gd name="T8" fmla="*/ 16 w 2"/>
                <a:gd name="T9" fmla="*/ 16 h 4"/>
                <a:gd name="T10" fmla="*/ 0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3" name="Freeform 644">
              <a:extLst>
                <a:ext uri="{FF2B5EF4-FFF2-40B4-BE49-F238E27FC236}">
                  <a16:creationId xmlns:a16="http://schemas.microsoft.com/office/drawing/2014/main" id="{4C46B7DF-7F4B-44B9-8E1F-663596E66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983"/>
              <a:ext cx="4" cy="6"/>
            </a:xfrm>
            <a:custGeom>
              <a:avLst/>
              <a:gdLst>
                <a:gd name="T0" fmla="*/ 8 w 2"/>
                <a:gd name="T1" fmla="*/ 8 h 3"/>
                <a:gd name="T2" fmla="*/ 0 w 2"/>
                <a:gd name="T3" fmla="*/ 8 h 3"/>
                <a:gd name="T4" fmla="*/ 16 w 2"/>
                <a:gd name="T5" fmla="*/ 24 h 3"/>
                <a:gd name="T6" fmla="*/ 8 w 2"/>
                <a:gd name="T7" fmla="*/ 8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4" name="Freeform 645">
              <a:extLst>
                <a:ext uri="{FF2B5EF4-FFF2-40B4-BE49-F238E27FC236}">
                  <a16:creationId xmlns:a16="http://schemas.microsoft.com/office/drawing/2014/main" id="{C761901E-AA3B-4F3A-9910-0003FAD92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957"/>
              <a:ext cx="12" cy="6"/>
            </a:xfrm>
            <a:custGeom>
              <a:avLst/>
              <a:gdLst>
                <a:gd name="T0" fmla="*/ 48 w 6"/>
                <a:gd name="T1" fmla="*/ 8 h 3"/>
                <a:gd name="T2" fmla="*/ 24 w 6"/>
                <a:gd name="T3" fmla="*/ 0 h 3"/>
                <a:gd name="T4" fmla="*/ 0 w 6"/>
                <a:gd name="T5" fmla="*/ 24 h 3"/>
                <a:gd name="T6" fmla="*/ 32 w 6"/>
                <a:gd name="T7" fmla="*/ 8 h 3"/>
                <a:gd name="T8" fmla="*/ 48 w 6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2" y="2"/>
                    <a:pt x="2" y="1"/>
                    <a:pt x="4" y="1"/>
                  </a:cubicBezTo>
                  <a:cubicBezTo>
                    <a:pt x="4" y="1"/>
                    <a:pt x="5" y="1"/>
                    <a:pt x="6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5" name="Freeform 646">
              <a:extLst>
                <a:ext uri="{FF2B5EF4-FFF2-40B4-BE49-F238E27FC236}">
                  <a16:creationId xmlns:a16="http://schemas.microsoft.com/office/drawing/2014/main" id="{0B6088A6-9441-46D1-8798-E8A1DDDD4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965"/>
              <a:ext cx="3" cy="11"/>
            </a:xfrm>
            <a:custGeom>
              <a:avLst/>
              <a:gdLst>
                <a:gd name="T0" fmla="*/ 5 w 2"/>
                <a:gd name="T1" fmla="*/ 0 h 6"/>
                <a:gd name="T2" fmla="*/ 5 w 2"/>
                <a:gd name="T3" fmla="*/ 20 h 6"/>
                <a:gd name="T4" fmla="*/ 8 w 2"/>
                <a:gd name="T5" fmla="*/ 37 h 6"/>
                <a:gd name="T6" fmla="*/ 0 w 2"/>
                <a:gd name="T7" fmla="*/ 20 h 6"/>
                <a:gd name="T8" fmla="*/ 5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4"/>
                    <a:pt x="1" y="5"/>
                    <a:pt x="2" y="6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6" name="Freeform 647">
              <a:extLst>
                <a:ext uri="{FF2B5EF4-FFF2-40B4-BE49-F238E27FC236}">
                  <a16:creationId xmlns:a16="http://schemas.microsoft.com/office/drawing/2014/main" id="{54471819-6511-4BD3-80FF-F566B2DD9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955"/>
              <a:ext cx="30" cy="38"/>
            </a:xfrm>
            <a:custGeom>
              <a:avLst/>
              <a:gdLst>
                <a:gd name="T0" fmla="*/ 99 w 16"/>
                <a:gd name="T1" fmla="*/ 76 h 20"/>
                <a:gd name="T2" fmla="*/ 92 w 16"/>
                <a:gd name="T3" fmla="*/ 116 h 20"/>
                <a:gd name="T4" fmla="*/ 84 w 16"/>
                <a:gd name="T5" fmla="*/ 124 h 20"/>
                <a:gd name="T6" fmla="*/ 81 w 16"/>
                <a:gd name="T7" fmla="*/ 124 h 20"/>
                <a:gd name="T8" fmla="*/ 60 w 16"/>
                <a:gd name="T9" fmla="*/ 124 h 20"/>
                <a:gd name="T10" fmla="*/ 45 w 16"/>
                <a:gd name="T11" fmla="*/ 108 h 20"/>
                <a:gd name="T12" fmla="*/ 32 w 16"/>
                <a:gd name="T13" fmla="*/ 108 h 20"/>
                <a:gd name="T14" fmla="*/ 28 w 16"/>
                <a:gd name="T15" fmla="*/ 97 h 20"/>
                <a:gd name="T16" fmla="*/ 21 w 16"/>
                <a:gd name="T17" fmla="*/ 84 h 20"/>
                <a:gd name="T18" fmla="*/ 8 w 16"/>
                <a:gd name="T19" fmla="*/ 48 h 20"/>
                <a:gd name="T20" fmla="*/ 15 w 16"/>
                <a:gd name="T21" fmla="*/ 36 h 20"/>
                <a:gd name="T22" fmla="*/ 28 w 16"/>
                <a:gd name="T23" fmla="*/ 29 h 20"/>
                <a:gd name="T24" fmla="*/ 53 w 16"/>
                <a:gd name="T25" fmla="*/ 8 h 20"/>
                <a:gd name="T26" fmla="*/ 84 w 16"/>
                <a:gd name="T27" fmla="*/ 29 h 20"/>
                <a:gd name="T28" fmla="*/ 99 w 16"/>
                <a:gd name="T29" fmla="*/ 7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1"/>
                  </a:moveTo>
                  <a:cubicBezTo>
                    <a:pt x="16" y="12"/>
                    <a:pt x="15" y="16"/>
                    <a:pt x="14" y="17"/>
                  </a:cubicBezTo>
                  <a:cubicBezTo>
                    <a:pt x="14" y="17"/>
                    <a:pt x="14" y="18"/>
                    <a:pt x="13" y="18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1" y="18"/>
                    <a:pt x="10" y="20"/>
                    <a:pt x="9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6" y="15"/>
                    <a:pt x="6" y="16"/>
                    <a:pt x="5" y="16"/>
                  </a:cubicBezTo>
                  <a:cubicBezTo>
                    <a:pt x="4" y="17"/>
                    <a:pt x="4" y="15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9"/>
                    <a:pt x="1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5" y="2"/>
                    <a:pt x="6" y="0"/>
                    <a:pt x="8" y="1"/>
                  </a:cubicBezTo>
                  <a:cubicBezTo>
                    <a:pt x="10" y="1"/>
                    <a:pt x="12" y="2"/>
                    <a:pt x="13" y="4"/>
                  </a:cubicBezTo>
                  <a:cubicBezTo>
                    <a:pt x="13" y="6"/>
                    <a:pt x="14" y="10"/>
                    <a:pt x="15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7" name="Freeform 648">
              <a:extLst>
                <a:ext uri="{FF2B5EF4-FFF2-40B4-BE49-F238E27FC236}">
                  <a16:creationId xmlns:a16="http://schemas.microsoft.com/office/drawing/2014/main" id="{7C83E7C6-B08D-4151-9CB7-59FB59CFF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983"/>
              <a:ext cx="6" cy="2"/>
            </a:xfrm>
            <a:custGeom>
              <a:avLst/>
              <a:gdLst>
                <a:gd name="T0" fmla="*/ 24 w 3"/>
                <a:gd name="T1" fmla="*/ 0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0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8" name="Freeform 649">
              <a:extLst>
                <a:ext uri="{FF2B5EF4-FFF2-40B4-BE49-F238E27FC236}">
                  <a16:creationId xmlns:a16="http://schemas.microsoft.com/office/drawing/2014/main" id="{CC9F55EF-7E50-41C5-BA0B-9ABB6492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963"/>
              <a:ext cx="3" cy="15"/>
            </a:xfrm>
            <a:custGeom>
              <a:avLst/>
              <a:gdLst>
                <a:gd name="T0" fmla="*/ 8 w 2"/>
                <a:gd name="T1" fmla="*/ 53 h 8"/>
                <a:gd name="T2" fmla="*/ 0 w 2"/>
                <a:gd name="T3" fmla="*/ 28 h 8"/>
                <a:gd name="T4" fmla="*/ 5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6"/>
                    <a:pt x="1" y="6"/>
                    <a:pt x="0" y="4"/>
                  </a:cubicBezTo>
                  <a:cubicBezTo>
                    <a:pt x="0" y="2"/>
                    <a:pt x="2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9" name="Freeform 650">
              <a:extLst>
                <a:ext uri="{FF2B5EF4-FFF2-40B4-BE49-F238E27FC236}">
                  <a16:creationId xmlns:a16="http://schemas.microsoft.com/office/drawing/2014/main" id="{1A9B9C81-1125-43F8-954A-092D18B0D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974"/>
              <a:ext cx="1" cy="6"/>
            </a:xfrm>
            <a:custGeom>
              <a:avLst/>
              <a:gdLst>
                <a:gd name="T0" fmla="*/ 1 w 1"/>
                <a:gd name="T1" fmla="*/ 24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0" name="Freeform 651">
              <a:extLst>
                <a:ext uri="{FF2B5EF4-FFF2-40B4-BE49-F238E27FC236}">
                  <a16:creationId xmlns:a16="http://schemas.microsoft.com/office/drawing/2014/main" id="{A1E35C9A-60B0-4392-8E21-9C1E1F6E8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907"/>
              <a:ext cx="57" cy="50"/>
            </a:xfrm>
            <a:custGeom>
              <a:avLst/>
              <a:gdLst>
                <a:gd name="T0" fmla="*/ 144 w 30"/>
                <a:gd name="T1" fmla="*/ 24 h 27"/>
                <a:gd name="T2" fmla="*/ 76 w 30"/>
                <a:gd name="T3" fmla="*/ 7 h 27"/>
                <a:gd name="T4" fmla="*/ 21 w 30"/>
                <a:gd name="T5" fmla="*/ 44 h 27"/>
                <a:gd name="T6" fmla="*/ 105 w 30"/>
                <a:gd name="T7" fmla="*/ 157 h 27"/>
                <a:gd name="T8" fmla="*/ 205 w 30"/>
                <a:gd name="T9" fmla="*/ 96 h 27"/>
                <a:gd name="T10" fmla="*/ 144 w 30"/>
                <a:gd name="T11" fmla="*/ 2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3" y="7"/>
                  </a:cubicBezTo>
                  <a:cubicBezTo>
                    <a:pt x="0" y="14"/>
                    <a:pt x="6" y="23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61" name="Freeform 652">
              <a:extLst>
                <a:ext uri="{FF2B5EF4-FFF2-40B4-BE49-F238E27FC236}">
                  <a16:creationId xmlns:a16="http://schemas.microsoft.com/office/drawing/2014/main" id="{88E00CFC-6B7D-414E-9663-469E1D236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920"/>
              <a:ext cx="30" cy="24"/>
            </a:xfrm>
            <a:custGeom>
              <a:avLst/>
              <a:gdLst>
                <a:gd name="T0" fmla="*/ 99 w 16"/>
                <a:gd name="T1" fmla="*/ 31 h 13"/>
                <a:gd name="T2" fmla="*/ 92 w 16"/>
                <a:gd name="T3" fmla="*/ 68 h 13"/>
                <a:gd name="T4" fmla="*/ 32 w 16"/>
                <a:gd name="T5" fmla="*/ 61 h 13"/>
                <a:gd name="T6" fmla="*/ 8 w 16"/>
                <a:gd name="T7" fmla="*/ 24 h 13"/>
                <a:gd name="T8" fmla="*/ 28 w 16"/>
                <a:gd name="T9" fmla="*/ 0 h 13"/>
                <a:gd name="T10" fmla="*/ 28 w 16"/>
                <a:gd name="T11" fmla="*/ 0 h 13"/>
                <a:gd name="T12" fmla="*/ 8 w 16"/>
                <a:gd name="T13" fmla="*/ 20 h 13"/>
                <a:gd name="T14" fmla="*/ 32 w 16"/>
                <a:gd name="T15" fmla="*/ 61 h 13"/>
                <a:gd name="T16" fmla="*/ 92 w 16"/>
                <a:gd name="T17" fmla="*/ 68 h 13"/>
                <a:gd name="T18" fmla="*/ 99 w 16"/>
                <a:gd name="T19" fmla="*/ 3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5" y="5"/>
                  </a:moveTo>
                  <a:cubicBezTo>
                    <a:pt x="16" y="8"/>
                    <a:pt x="16" y="10"/>
                    <a:pt x="14" y="11"/>
                  </a:cubicBezTo>
                  <a:cubicBezTo>
                    <a:pt x="12" y="13"/>
                    <a:pt x="9" y="13"/>
                    <a:pt x="5" y="10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2"/>
                    <a:pt x="1" y="3"/>
                  </a:cubicBezTo>
                  <a:cubicBezTo>
                    <a:pt x="0" y="5"/>
                    <a:pt x="1" y="8"/>
                    <a:pt x="5" y="10"/>
                  </a:cubicBezTo>
                  <a:cubicBezTo>
                    <a:pt x="9" y="13"/>
                    <a:pt x="13" y="13"/>
                    <a:pt x="14" y="11"/>
                  </a:cubicBezTo>
                  <a:cubicBezTo>
                    <a:pt x="16" y="10"/>
                    <a:pt x="16" y="8"/>
                    <a:pt x="15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2" name="Freeform 653">
              <a:extLst>
                <a:ext uri="{FF2B5EF4-FFF2-40B4-BE49-F238E27FC236}">
                  <a16:creationId xmlns:a16="http://schemas.microsoft.com/office/drawing/2014/main" id="{4057C361-6A72-4403-9439-BA1CD162A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021"/>
              <a:ext cx="40" cy="43"/>
            </a:xfrm>
            <a:custGeom>
              <a:avLst/>
              <a:gdLst>
                <a:gd name="T0" fmla="*/ 116 w 21"/>
                <a:gd name="T1" fmla="*/ 39 h 23"/>
                <a:gd name="T2" fmla="*/ 76 w 21"/>
                <a:gd name="T3" fmla="*/ 7 h 23"/>
                <a:gd name="T4" fmla="*/ 29 w 21"/>
                <a:gd name="T5" fmla="*/ 13 h 23"/>
                <a:gd name="T6" fmla="*/ 40 w 21"/>
                <a:gd name="T7" fmla="*/ 125 h 23"/>
                <a:gd name="T8" fmla="*/ 137 w 21"/>
                <a:gd name="T9" fmla="*/ 112 h 23"/>
                <a:gd name="T10" fmla="*/ 116 w 21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4"/>
                    <a:pt x="14" y="1"/>
                    <a:pt x="11" y="1"/>
                  </a:cubicBezTo>
                  <a:cubicBezTo>
                    <a:pt x="9" y="0"/>
                    <a:pt x="7" y="1"/>
                    <a:pt x="4" y="2"/>
                  </a:cubicBezTo>
                  <a:cubicBezTo>
                    <a:pt x="0" y="6"/>
                    <a:pt x="0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63" name="Freeform 654">
              <a:extLst>
                <a:ext uri="{FF2B5EF4-FFF2-40B4-BE49-F238E27FC236}">
                  <a16:creationId xmlns:a16="http://schemas.microsoft.com/office/drawing/2014/main" id="{1F2D4E06-AB55-4AE2-BD42-5C257B806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030"/>
              <a:ext cx="18" cy="23"/>
            </a:xfrm>
            <a:custGeom>
              <a:avLst/>
              <a:gdLst>
                <a:gd name="T0" fmla="*/ 58 w 10"/>
                <a:gd name="T1" fmla="*/ 56 h 12"/>
                <a:gd name="T2" fmla="*/ 45 w 10"/>
                <a:gd name="T3" fmla="*/ 84 h 12"/>
                <a:gd name="T4" fmla="*/ 7 w 10"/>
                <a:gd name="T5" fmla="*/ 56 h 12"/>
                <a:gd name="T6" fmla="*/ 7 w 10"/>
                <a:gd name="T7" fmla="*/ 15 h 12"/>
                <a:gd name="T8" fmla="*/ 23 w 10"/>
                <a:gd name="T9" fmla="*/ 0 h 12"/>
                <a:gd name="T10" fmla="*/ 23 w 10"/>
                <a:gd name="T11" fmla="*/ 0 h 12"/>
                <a:gd name="T12" fmla="*/ 7 w 10"/>
                <a:gd name="T13" fmla="*/ 15 h 12"/>
                <a:gd name="T14" fmla="*/ 7 w 10"/>
                <a:gd name="T15" fmla="*/ 56 h 12"/>
                <a:gd name="T16" fmla="*/ 45 w 10"/>
                <a:gd name="T17" fmla="*/ 84 h 12"/>
                <a:gd name="T18" fmla="*/ 58 w 10"/>
                <a:gd name="T19" fmla="*/ 5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4" name="Freeform 655">
              <a:extLst>
                <a:ext uri="{FF2B5EF4-FFF2-40B4-BE49-F238E27FC236}">
                  <a16:creationId xmlns:a16="http://schemas.microsoft.com/office/drawing/2014/main" id="{38BA3FE9-0B14-4A27-8456-ED305A93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107"/>
              <a:ext cx="40" cy="43"/>
            </a:xfrm>
            <a:custGeom>
              <a:avLst/>
              <a:gdLst>
                <a:gd name="T0" fmla="*/ 124 w 21"/>
                <a:gd name="T1" fmla="*/ 32 h 23"/>
                <a:gd name="T2" fmla="*/ 84 w 21"/>
                <a:gd name="T3" fmla="*/ 0 h 23"/>
                <a:gd name="T4" fmla="*/ 36 w 21"/>
                <a:gd name="T5" fmla="*/ 7 h 23"/>
                <a:gd name="T6" fmla="*/ 40 w 21"/>
                <a:gd name="T7" fmla="*/ 120 h 23"/>
                <a:gd name="T8" fmla="*/ 137 w 21"/>
                <a:gd name="T9" fmla="*/ 105 h 23"/>
                <a:gd name="T10" fmla="*/ 124 w 21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5"/>
                  </a:moveTo>
                  <a:cubicBezTo>
                    <a:pt x="16" y="3"/>
                    <a:pt x="14" y="0"/>
                    <a:pt x="12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0" y="5"/>
                    <a:pt x="1" y="13"/>
                    <a:pt x="6" y="18"/>
                  </a:cubicBezTo>
                  <a:cubicBezTo>
                    <a:pt x="12" y="23"/>
                    <a:pt x="18" y="20"/>
                    <a:pt x="20" y="16"/>
                  </a:cubicBezTo>
                  <a:cubicBezTo>
                    <a:pt x="21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65" name="Freeform 656">
              <a:extLst>
                <a:ext uri="{FF2B5EF4-FFF2-40B4-BE49-F238E27FC236}">
                  <a16:creationId xmlns:a16="http://schemas.microsoft.com/office/drawing/2014/main" id="{E6FB1DB9-77F3-4B11-ABFC-89CB81617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114"/>
              <a:ext cx="18" cy="23"/>
            </a:xfrm>
            <a:custGeom>
              <a:avLst/>
              <a:gdLst>
                <a:gd name="T0" fmla="*/ 58 w 10"/>
                <a:gd name="T1" fmla="*/ 56 h 12"/>
                <a:gd name="T2" fmla="*/ 45 w 10"/>
                <a:gd name="T3" fmla="*/ 84 h 12"/>
                <a:gd name="T4" fmla="*/ 13 w 10"/>
                <a:gd name="T5" fmla="*/ 56 h 12"/>
                <a:gd name="T6" fmla="*/ 7 w 10"/>
                <a:gd name="T7" fmla="*/ 15 h 12"/>
                <a:gd name="T8" fmla="*/ 23 w 10"/>
                <a:gd name="T9" fmla="*/ 0 h 12"/>
                <a:gd name="T10" fmla="*/ 23 w 10"/>
                <a:gd name="T11" fmla="*/ 0 h 12"/>
                <a:gd name="T12" fmla="*/ 7 w 10"/>
                <a:gd name="T13" fmla="*/ 15 h 12"/>
                <a:gd name="T14" fmla="*/ 7 w 10"/>
                <a:gd name="T15" fmla="*/ 56 h 12"/>
                <a:gd name="T16" fmla="*/ 45 w 10"/>
                <a:gd name="T17" fmla="*/ 84 h 12"/>
                <a:gd name="T18" fmla="*/ 58 w 10"/>
                <a:gd name="T19" fmla="*/ 5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6" name="Freeform 657">
              <a:extLst>
                <a:ext uri="{FF2B5EF4-FFF2-40B4-BE49-F238E27FC236}">
                  <a16:creationId xmlns:a16="http://schemas.microsoft.com/office/drawing/2014/main" id="{B04773F8-C10C-42DF-8099-B319F590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272"/>
              <a:ext cx="39" cy="43"/>
            </a:xfrm>
            <a:custGeom>
              <a:avLst/>
              <a:gdLst>
                <a:gd name="T0" fmla="*/ 113 w 21"/>
                <a:gd name="T1" fmla="*/ 39 h 23"/>
                <a:gd name="T2" fmla="*/ 76 w 21"/>
                <a:gd name="T3" fmla="*/ 7 h 23"/>
                <a:gd name="T4" fmla="*/ 32 w 21"/>
                <a:gd name="T5" fmla="*/ 13 h 23"/>
                <a:gd name="T6" fmla="*/ 37 w 21"/>
                <a:gd name="T7" fmla="*/ 125 h 23"/>
                <a:gd name="T8" fmla="*/ 128 w 21"/>
                <a:gd name="T9" fmla="*/ 112 h 23"/>
                <a:gd name="T10" fmla="*/ 113 w 21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67" name="Freeform 658">
              <a:extLst>
                <a:ext uri="{FF2B5EF4-FFF2-40B4-BE49-F238E27FC236}">
                  <a16:creationId xmlns:a16="http://schemas.microsoft.com/office/drawing/2014/main" id="{8842968A-0922-42DA-87AE-75BF9DC1C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81"/>
              <a:ext cx="21" cy="22"/>
            </a:xfrm>
            <a:custGeom>
              <a:avLst/>
              <a:gdLst>
                <a:gd name="T0" fmla="*/ 76 w 11"/>
                <a:gd name="T1" fmla="*/ 51 h 12"/>
                <a:gd name="T2" fmla="*/ 55 w 11"/>
                <a:gd name="T3" fmla="*/ 68 h 12"/>
                <a:gd name="T4" fmla="*/ 15 w 11"/>
                <a:gd name="T5" fmla="*/ 44 h 12"/>
                <a:gd name="T6" fmla="*/ 8 w 11"/>
                <a:gd name="T7" fmla="*/ 13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7 h 12"/>
                <a:gd name="T14" fmla="*/ 8 w 11"/>
                <a:gd name="T15" fmla="*/ 51 h 12"/>
                <a:gd name="T16" fmla="*/ 55 w 11"/>
                <a:gd name="T17" fmla="*/ 73 h 12"/>
                <a:gd name="T18" fmla="*/ 76 w 11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0" y="4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8" name="Freeform 659">
              <a:extLst>
                <a:ext uri="{FF2B5EF4-FFF2-40B4-BE49-F238E27FC236}">
                  <a16:creationId xmlns:a16="http://schemas.microsoft.com/office/drawing/2014/main" id="{E8028431-FBE6-4948-9655-D2B299497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214"/>
              <a:ext cx="40" cy="43"/>
            </a:xfrm>
            <a:custGeom>
              <a:avLst/>
              <a:gdLst>
                <a:gd name="T0" fmla="*/ 124 w 21"/>
                <a:gd name="T1" fmla="*/ 32 h 23"/>
                <a:gd name="T2" fmla="*/ 84 w 21"/>
                <a:gd name="T3" fmla="*/ 0 h 23"/>
                <a:gd name="T4" fmla="*/ 36 w 21"/>
                <a:gd name="T5" fmla="*/ 13 h 23"/>
                <a:gd name="T6" fmla="*/ 40 w 21"/>
                <a:gd name="T7" fmla="*/ 120 h 23"/>
                <a:gd name="T8" fmla="*/ 137 w 21"/>
                <a:gd name="T9" fmla="*/ 112 h 23"/>
                <a:gd name="T10" fmla="*/ 124 w 21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5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69" name="Freeform 660">
              <a:extLst>
                <a:ext uri="{FF2B5EF4-FFF2-40B4-BE49-F238E27FC236}">
                  <a16:creationId xmlns:a16="http://schemas.microsoft.com/office/drawing/2014/main" id="{7BF94B1D-C3C0-4D03-B005-A00415764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1"/>
              <a:ext cx="18" cy="23"/>
            </a:xfrm>
            <a:custGeom>
              <a:avLst/>
              <a:gdLst>
                <a:gd name="T0" fmla="*/ 58 w 10"/>
                <a:gd name="T1" fmla="*/ 56 h 12"/>
                <a:gd name="T2" fmla="*/ 45 w 10"/>
                <a:gd name="T3" fmla="*/ 84 h 12"/>
                <a:gd name="T4" fmla="*/ 7 w 10"/>
                <a:gd name="T5" fmla="*/ 56 h 12"/>
                <a:gd name="T6" fmla="*/ 7 w 10"/>
                <a:gd name="T7" fmla="*/ 15 h 12"/>
                <a:gd name="T8" fmla="*/ 23 w 10"/>
                <a:gd name="T9" fmla="*/ 0 h 12"/>
                <a:gd name="T10" fmla="*/ 23 w 10"/>
                <a:gd name="T11" fmla="*/ 0 h 12"/>
                <a:gd name="T12" fmla="*/ 7 w 10"/>
                <a:gd name="T13" fmla="*/ 15 h 12"/>
                <a:gd name="T14" fmla="*/ 7 w 10"/>
                <a:gd name="T15" fmla="*/ 56 h 12"/>
                <a:gd name="T16" fmla="*/ 45 w 10"/>
                <a:gd name="T17" fmla="*/ 84 h 12"/>
                <a:gd name="T18" fmla="*/ 58 w 10"/>
                <a:gd name="T19" fmla="*/ 5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2"/>
                    <a:pt x="8" y="12"/>
                  </a:cubicBezTo>
                  <a:cubicBezTo>
                    <a:pt x="6" y="12"/>
                    <a:pt x="3" y="11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2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0" name="Freeform 661">
              <a:extLst>
                <a:ext uri="{FF2B5EF4-FFF2-40B4-BE49-F238E27FC236}">
                  <a16:creationId xmlns:a16="http://schemas.microsoft.com/office/drawing/2014/main" id="{A6FE584B-8BEE-44DC-939F-E07AF9F1B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137"/>
              <a:ext cx="47" cy="58"/>
            </a:xfrm>
            <a:custGeom>
              <a:avLst/>
              <a:gdLst>
                <a:gd name="T0" fmla="*/ 120 w 25"/>
                <a:gd name="T1" fmla="*/ 24 h 31"/>
                <a:gd name="T2" fmla="*/ 39 w 25"/>
                <a:gd name="T3" fmla="*/ 21 h 31"/>
                <a:gd name="T4" fmla="*/ 28 w 25"/>
                <a:gd name="T5" fmla="*/ 129 h 31"/>
                <a:gd name="T6" fmla="*/ 128 w 25"/>
                <a:gd name="T7" fmla="*/ 189 h 31"/>
                <a:gd name="T8" fmla="*/ 165 w 25"/>
                <a:gd name="T9" fmla="*/ 150 h 31"/>
                <a:gd name="T10" fmla="*/ 137 w 25"/>
                <a:gd name="T11" fmla="*/ 92 h 31"/>
                <a:gd name="T12" fmla="*/ 120 w 25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1">
                  <a:moveTo>
                    <a:pt x="18" y="4"/>
                  </a:moveTo>
                  <a:cubicBezTo>
                    <a:pt x="15" y="1"/>
                    <a:pt x="11" y="0"/>
                    <a:pt x="6" y="3"/>
                  </a:cubicBezTo>
                  <a:cubicBezTo>
                    <a:pt x="0" y="6"/>
                    <a:pt x="0" y="13"/>
                    <a:pt x="4" y="20"/>
                  </a:cubicBezTo>
                  <a:cubicBezTo>
                    <a:pt x="8" y="27"/>
                    <a:pt x="12" y="31"/>
                    <a:pt x="19" y="29"/>
                  </a:cubicBezTo>
                  <a:cubicBezTo>
                    <a:pt x="23" y="29"/>
                    <a:pt x="25" y="26"/>
                    <a:pt x="25" y="23"/>
                  </a:cubicBezTo>
                  <a:cubicBezTo>
                    <a:pt x="25" y="19"/>
                    <a:pt x="23" y="17"/>
                    <a:pt x="21" y="14"/>
                  </a:cubicBezTo>
                  <a:cubicBezTo>
                    <a:pt x="20" y="11"/>
                    <a:pt x="20" y="7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71" name="Freeform 662">
              <a:extLst>
                <a:ext uri="{FF2B5EF4-FFF2-40B4-BE49-F238E27FC236}">
                  <a16:creationId xmlns:a16="http://schemas.microsoft.com/office/drawing/2014/main" id="{1382D649-E014-469E-A6C5-C9CFD772C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148"/>
              <a:ext cx="22" cy="32"/>
            </a:xfrm>
            <a:custGeom>
              <a:avLst/>
              <a:gdLst>
                <a:gd name="T0" fmla="*/ 73 w 12"/>
                <a:gd name="T1" fmla="*/ 105 h 17"/>
                <a:gd name="T2" fmla="*/ 68 w 12"/>
                <a:gd name="T3" fmla="*/ 113 h 17"/>
                <a:gd name="T4" fmla="*/ 20 w 12"/>
                <a:gd name="T5" fmla="*/ 60 h 17"/>
                <a:gd name="T6" fmla="*/ 20 w 12"/>
                <a:gd name="T7" fmla="*/ 8 h 17"/>
                <a:gd name="T8" fmla="*/ 44 w 12"/>
                <a:gd name="T9" fmla="*/ 8 h 17"/>
                <a:gd name="T10" fmla="*/ 44 w 12"/>
                <a:gd name="T11" fmla="*/ 8 h 17"/>
                <a:gd name="T12" fmla="*/ 20 w 12"/>
                <a:gd name="T13" fmla="*/ 8 h 17"/>
                <a:gd name="T14" fmla="*/ 20 w 12"/>
                <a:gd name="T15" fmla="*/ 60 h 17"/>
                <a:gd name="T16" fmla="*/ 68 w 12"/>
                <a:gd name="T17" fmla="*/ 113 h 17"/>
                <a:gd name="T18" fmla="*/ 73 w 12"/>
                <a:gd name="T19" fmla="*/ 105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7">
                  <a:moveTo>
                    <a:pt x="12" y="16"/>
                  </a:moveTo>
                  <a:cubicBezTo>
                    <a:pt x="12" y="16"/>
                    <a:pt x="12" y="17"/>
                    <a:pt x="11" y="17"/>
                  </a:cubicBezTo>
                  <a:cubicBezTo>
                    <a:pt x="10" y="17"/>
                    <a:pt x="6" y="15"/>
                    <a:pt x="3" y="9"/>
                  </a:cubicBezTo>
                  <a:cubicBezTo>
                    <a:pt x="1" y="5"/>
                    <a:pt x="1" y="2"/>
                    <a:pt x="3" y="1"/>
                  </a:cubicBezTo>
                  <a:cubicBezTo>
                    <a:pt x="4" y="0"/>
                    <a:pt x="6" y="0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1" y="2"/>
                    <a:pt x="0" y="4"/>
                    <a:pt x="3" y="9"/>
                  </a:cubicBezTo>
                  <a:cubicBezTo>
                    <a:pt x="6" y="15"/>
                    <a:pt x="9" y="17"/>
                    <a:pt x="11" y="17"/>
                  </a:cubicBezTo>
                  <a:cubicBezTo>
                    <a:pt x="12" y="17"/>
                    <a:pt x="12" y="16"/>
                    <a:pt x="12" y="1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2" name="Freeform 663">
              <a:extLst>
                <a:ext uri="{FF2B5EF4-FFF2-40B4-BE49-F238E27FC236}">
                  <a16:creationId xmlns:a16="http://schemas.microsoft.com/office/drawing/2014/main" id="{9AF407E2-AF24-41CB-BF91-CECEE9712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150"/>
              <a:ext cx="41" cy="43"/>
            </a:xfrm>
            <a:custGeom>
              <a:avLst/>
              <a:gdLst>
                <a:gd name="T0" fmla="*/ 117 w 22"/>
                <a:gd name="T1" fmla="*/ 39 h 23"/>
                <a:gd name="T2" fmla="*/ 76 w 22"/>
                <a:gd name="T3" fmla="*/ 7 h 23"/>
                <a:gd name="T4" fmla="*/ 32 w 22"/>
                <a:gd name="T5" fmla="*/ 13 h 23"/>
                <a:gd name="T6" fmla="*/ 45 w 22"/>
                <a:gd name="T7" fmla="*/ 125 h 23"/>
                <a:gd name="T8" fmla="*/ 136 w 22"/>
                <a:gd name="T9" fmla="*/ 112 h 23"/>
                <a:gd name="T10" fmla="*/ 117 w 22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73" name="Freeform 664">
              <a:extLst>
                <a:ext uri="{FF2B5EF4-FFF2-40B4-BE49-F238E27FC236}">
                  <a16:creationId xmlns:a16="http://schemas.microsoft.com/office/drawing/2014/main" id="{67BB441F-C15C-4CA1-802D-CF6FF3F73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159"/>
              <a:ext cx="21" cy="23"/>
            </a:xfrm>
            <a:custGeom>
              <a:avLst/>
              <a:gdLst>
                <a:gd name="T0" fmla="*/ 76 w 11"/>
                <a:gd name="T1" fmla="*/ 56 h 12"/>
                <a:gd name="T2" fmla="*/ 55 w 11"/>
                <a:gd name="T3" fmla="*/ 77 h 12"/>
                <a:gd name="T4" fmla="*/ 15 w 11"/>
                <a:gd name="T5" fmla="*/ 48 h 12"/>
                <a:gd name="T6" fmla="*/ 15 w 11"/>
                <a:gd name="T7" fmla="*/ 8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8 h 12"/>
                <a:gd name="T14" fmla="*/ 15 w 11"/>
                <a:gd name="T15" fmla="*/ 48 h 12"/>
                <a:gd name="T16" fmla="*/ 55 w 11"/>
                <a:gd name="T17" fmla="*/ 84 h 12"/>
                <a:gd name="T18" fmla="*/ 76 w 11"/>
                <a:gd name="T19" fmla="*/ 5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7" y="12"/>
                    <a:pt x="4" y="11"/>
                    <a:pt x="2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1" y="2"/>
                    <a:pt x="0" y="4"/>
                    <a:pt x="2" y="7"/>
                  </a:cubicBezTo>
                  <a:cubicBezTo>
                    <a:pt x="4" y="11"/>
                    <a:pt x="7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4" name="Freeform 665">
              <a:extLst>
                <a:ext uri="{FF2B5EF4-FFF2-40B4-BE49-F238E27FC236}">
                  <a16:creationId xmlns:a16="http://schemas.microsoft.com/office/drawing/2014/main" id="{41F1ADB4-1F91-4E41-B7C4-422691E65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187"/>
              <a:ext cx="41" cy="43"/>
            </a:xfrm>
            <a:custGeom>
              <a:avLst/>
              <a:gdLst>
                <a:gd name="T0" fmla="*/ 117 w 22"/>
                <a:gd name="T1" fmla="*/ 39 h 23"/>
                <a:gd name="T2" fmla="*/ 76 w 22"/>
                <a:gd name="T3" fmla="*/ 7 h 23"/>
                <a:gd name="T4" fmla="*/ 32 w 22"/>
                <a:gd name="T5" fmla="*/ 13 h 23"/>
                <a:gd name="T6" fmla="*/ 39 w 22"/>
                <a:gd name="T7" fmla="*/ 125 h 23"/>
                <a:gd name="T8" fmla="*/ 129 w 22"/>
                <a:gd name="T9" fmla="*/ 112 h 23"/>
                <a:gd name="T10" fmla="*/ 117 w 22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75" name="Freeform 666">
              <a:extLst>
                <a:ext uri="{FF2B5EF4-FFF2-40B4-BE49-F238E27FC236}">
                  <a16:creationId xmlns:a16="http://schemas.microsoft.com/office/drawing/2014/main" id="{7CE64C1F-1C6F-4E59-96DE-AB07A1A6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197"/>
              <a:ext cx="21" cy="22"/>
            </a:xfrm>
            <a:custGeom>
              <a:avLst/>
              <a:gdLst>
                <a:gd name="T0" fmla="*/ 76 w 11"/>
                <a:gd name="T1" fmla="*/ 51 h 12"/>
                <a:gd name="T2" fmla="*/ 55 w 11"/>
                <a:gd name="T3" fmla="*/ 68 h 12"/>
                <a:gd name="T4" fmla="*/ 15 w 11"/>
                <a:gd name="T5" fmla="*/ 44 h 12"/>
                <a:gd name="T6" fmla="*/ 8 w 11"/>
                <a:gd name="T7" fmla="*/ 7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7 h 12"/>
                <a:gd name="T14" fmla="*/ 15 w 11"/>
                <a:gd name="T15" fmla="*/ 44 h 12"/>
                <a:gd name="T16" fmla="*/ 55 w 11"/>
                <a:gd name="T17" fmla="*/ 73 h 12"/>
                <a:gd name="T18" fmla="*/ 76 w 11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4" y="11"/>
                    <a:pt x="2" y="7"/>
                  </a:cubicBezTo>
                  <a:cubicBezTo>
                    <a:pt x="0" y="4"/>
                    <a:pt x="1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1" y="2"/>
                    <a:pt x="0" y="4"/>
                    <a:pt x="2" y="7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6" name="Freeform 667">
              <a:extLst>
                <a:ext uri="{FF2B5EF4-FFF2-40B4-BE49-F238E27FC236}">
                  <a16:creationId xmlns:a16="http://schemas.microsoft.com/office/drawing/2014/main" id="{336A5DB6-C2F5-46CF-9A2A-C2AE476B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266"/>
              <a:ext cx="39" cy="43"/>
            </a:xfrm>
            <a:custGeom>
              <a:avLst/>
              <a:gdLst>
                <a:gd name="T0" fmla="*/ 110 w 21"/>
                <a:gd name="T1" fmla="*/ 32 h 23"/>
                <a:gd name="T2" fmla="*/ 69 w 21"/>
                <a:gd name="T3" fmla="*/ 0 h 23"/>
                <a:gd name="T4" fmla="*/ 24 w 21"/>
                <a:gd name="T5" fmla="*/ 7 h 23"/>
                <a:gd name="T6" fmla="*/ 37 w 21"/>
                <a:gd name="T7" fmla="*/ 120 h 23"/>
                <a:gd name="T8" fmla="*/ 128 w 21"/>
                <a:gd name="T9" fmla="*/ 112 h 23"/>
                <a:gd name="T10" fmla="*/ 110 w 21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0" y="5"/>
                    <a:pt x="0" y="13"/>
                    <a:pt x="6" y="18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77" name="Freeform 668">
              <a:extLst>
                <a:ext uri="{FF2B5EF4-FFF2-40B4-BE49-F238E27FC236}">
                  <a16:creationId xmlns:a16="http://schemas.microsoft.com/office/drawing/2014/main" id="{EB558C91-E793-4697-97E9-A2BDE2D4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274"/>
              <a:ext cx="21" cy="22"/>
            </a:xfrm>
            <a:custGeom>
              <a:avLst/>
              <a:gdLst>
                <a:gd name="T0" fmla="*/ 76 w 11"/>
                <a:gd name="T1" fmla="*/ 51 h 12"/>
                <a:gd name="T2" fmla="*/ 61 w 11"/>
                <a:gd name="T3" fmla="*/ 73 h 12"/>
                <a:gd name="T4" fmla="*/ 15 w 11"/>
                <a:gd name="T5" fmla="*/ 51 h 12"/>
                <a:gd name="T6" fmla="*/ 15 w 11"/>
                <a:gd name="T7" fmla="*/ 13 h 12"/>
                <a:gd name="T8" fmla="*/ 36 w 11"/>
                <a:gd name="T9" fmla="*/ 0 h 12"/>
                <a:gd name="T10" fmla="*/ 36 w 11"/>
                <a:gd name="T11" fmla="*/ 0 h 12"/>
                <a:gd name="T12" fmla="*/ 15 w 11"/>
                <a:gd name="T13" fmla="*/ 13 h 12"/>
                <a:gd name="T14" fmla="*/ 15 w 11"/>
                <a:gd name="T15" fmla="*/ 51 h 12"/>
                <a:gd name="T16" fmla="*/ 61 w 11"/>
                <a:gd name="T17" fmla="*/ 73 h 12"/>
                <a:gd name="T18" fmla="*/ 76 w 11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8" name="Freeform 669">
              <a:extLst>
                <a:ext uri="{FF2B5EF4-FFF2-40B4-BE49-F238E27FC236}">
                  <a16:creationId xmlns:a16="http://schemas.microsoft.com/office/drawing/2014/main" id="{2894987B-DB19-4BB2-85C0-3A1E5624D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963"/>
              <a:ext cx="39" cy="43"/>
            </a:xfrm>
            <a:custGeom>
              <a:avLst/>
              <a:gdLst>
                <a:gd name="T0" fmla="*/ 110 w 21"/>
                <a:gd name="T1" fmla="*/ 32 h 23"/>
                <a:gd name="T2" fmla="*/ 76 w 21"/>
                <a:gd name="T3" fmla="*/ 0 h 23"/>
                <a:gd name="T4" fmla="*/ 24 w 21"/>
                <a:gd name="T5" fmla="*/ 13 h 23"/>
                <a:gd name="T6" fmla="*/ 37 w 21"/>
                <a:gd name="T7" fmla="*/ 120 h 23"/>
                <a:gd name="T8" fmla="*/ 128 w 21"/>
                <a:gd name="T9" fmla="*/ 112 h 23"/>
                <a:gd name="T10" fmla="*/ 110 w 21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4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79" name="Freeform 670">
              <a:extLst>
                <a:ext uri="{FF2B5EF4-FFF2-40B4-BE49-F238E27FC236}">
                  <a16:creationId xmlns:a16="http://schemas.microsoft.com/office/drawing/2014/main" id="{CE23515E-2C2C-422B-BC8E-02E4ECF46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970"/>
              <a:ext cx="18" cy="25"/>
            </a:xfrm>
            <a:custGeom>
              <a:avLst/>
              <a:gdLst>
                <a:gd name="T0" fmla="*/ 58 w 10"/>
                <a:gd name="T1" fmla="*/ 56 h 13"/>
                <a:gd name="T2" fmla="*/ 45 w 10"/>
                <a:gd name="T3" fmla="*/ 85 h 13"/>
                <a:gd name="T4" fmla="*/ 7 w 10"/>
                <a:gd name="T5" fmla="*/ 56 h 13"/>
                <a:gd name="T6" fmla="*/ 7 w 10"/>
                <a:gd name="T7" fmla="*/ 15 h 13"/>
                <a:gd name="T8" fmla="*/ 23 w 10"/>
                <a:gd name="T9" fmla="*/ 0 h 13"/>
                <a:gd name="T10" fmla="*/ 23 w 10"/>
                <a:gd name="T11" fmla="*/ 0 h 13"/>
                <a:gd name="T12" fmla="*/ 7 w 10"/>
                <a:gd name="T13" fmla="*/ 15 h 13"/>
                <a:gd name="T14" fmla="*/ 7 w 10"/>
                <a:gd name="T15" fmla="*/ 56 h 13"/>
                <a:gd name="T16" fmla="*/ 45 w 10"/>
                <a:gd name="T17" fmla="*/ 85 h 13"/>
                <a:gd name="T18" fmla="*/ 58 w 10"/>
                <a:gd name="T19" fmla="*/ 56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10"/>
                    <a:pt x="9" y="12"/>
                    <a:pt x="8" y="12"/>
                  </a:cubicBezTo>
                  <a:cubicBezTo>
                    <a:pt x="6" y="12"/>
                    <a:pt x="3" y="11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3"/>
                    <a:pt x="8" y="12"/>
                  </a:cubicBezTo>
                  <a:cubicBezTo>
                    <a:pt x="9" y="12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0" name="Freeform 671">
              <a:extLst>
                <a:ext uri="{FF2B5EF4-FFF2-40B4-BE49-F238E27FC236}">
                  <a16:creationId xmlns:a16="http://schemas.microsoft.com/office/drawing/2014/main" id="{9D6D077B-9F33-4F7D-BDFF-119A295B3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126"/>
              <a:ext cx="56" cy="50"/>
            </a:xfrm>
            <a:custGeom>
              <a:avLst/>
              <a:gdLst>
                <a:gd name="T0" fmla="*/ 129 w 30"/>
                <a:gd name="T1" fmla="*/ 24 h 27"/>
                <a:gd name="T2" fmla="*/ 73 w 30"/>
                <a:gd name="T3" fmla="*/ 7 h 27"/>
                <a:gd name="T4" fmla="*/ 21 w 30"/>
                <a:gd name="T5" fmla="*/ 44 h 27"/>
                <a:gd name="T6" fmla="*/ 97 w 30"/>
                <a:gd name="T7" fmla="*/ 157 h 27"/>
                <a:gd name="T8" fmla="*/ 196 w 30"/>
                <a:gd name="T9" fmla="*/ 96 h 27"/>
                <a:gd name="T10" fmla="*/ 129 w 30"/>
                <a:gd name="T11" fmla="*/ 2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0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3" y="7"/>
                  </a:cubicBezTo>
                  <a:cubicBezTo>
                    <a:pt x="0" y="14"/>
                    <a:pt x="6" y="23"/>
                    <a:pt x="15" y="25"/>
                  </a:cubicBezTo>
                  <a:cubicBezTo>
                    <a:pt x="23" y="27"/>
                    <a:pt x="30" y="21"/>
                    <a:pt x="30" y="15"/>
                  </a:cubicBezTo>
                  <a:cubicBezTo>
                    <a:pt x="29" y="10"/>
                    <a:pt x="27" y="8"/>
                    <a:pt x="20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81" name="Freeform 672">
              <a:extLst>
                <a:ext uri="{FF2B5EF4-FFF2-40B4-BE49-F238E27FC236}">
                  <a16:creationId xmlns:a16="http://schemas.microsoft.com/office/drawing/2014/main" id="{4F8DF196-AF65-4B75-B7BF-4773F60EF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139"/>
              <a:ext cx="30" cy="24"/>
            </a:xfrm>
            <a:custGeom>
              <a:avLst/>
              <a:gdLst>
                <a:gd name="T0" fmla="*/ 99 w 16"/>
                <a:gd name="T1" fmla="*/ 31 h 13"/>
                <a:gd name="T2" fmla="*/ 92 w 16"/>
                <a:gd name="T3" fmla="*/ 68 h 13"/>
                <a:gd name="T4" fmla="*/ 32 w 16"/>
                <a:gd name="T5" fmla="*/ 61 h 13"/>
                <a:gd name="T6" fmla="*/ 8 w 16"/>
                <a:gd name="T7" fmla="*/ 20 h 13"/>
                <a:gd name="T8" fmla="*/ 21 w 16"/>
                <a:gd name="T9" fmla="*/ 0 h 13"/>
                <a:gd name="T10" fmla="*/ 21 w 16"/>
                <a:gd name="T11" fmla="*/ 0 h 13"/>
                <a:gd name="T12" fmla="*/ 0 w 16"/>
                <a:gd name="T13" fmla="*/ 20 h 13"/>
                <a:gd name="T14" fmla="*/ 28 w 16"/>
                <a:gd name="T15" fmla="*/ 61 h 13"/>
                <a:gd name="T16" fmla="*/ 92 w 16"/>
                <a:gd name="T17" fmla="*/ 68 h 13"/>
                <a:gd name="T18" fmla="*/ 99 w 16"/>
                <a:gd name="T19" fmla="*/ 3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5" y="5"/>
                  </a:moveTo>
                  <a:cubicBezTo>
                    <a:pt x="16" y="8"/>
                    <a:pt x="16" y="10"/>
                    <a:pt x="14" y="11"/>
                  </a:cubicBezTo>
                  <a:cubicBezTo>
                    <a:pt x="12" y="13"/>
                    <a:pt x="8" y="13"/>
                    <a:pt x="5" y="10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1" y="8"/>
                    <a:pt x="4" y="10"/>
                  </a:cubicBezTo>
                  <a:cubicBezTo>
                    <a:pt x="8" y="13"/>
                    <a:pt x="12" y="13"/>
                    <a:pt x="14" y="11"/>
                  </a:cubicBezTo>
                  <a:cubicBezTo>
                    <a:pt x="16" y="10"/>
                    <a:pt x="16" y="8"/>
                    <a:pt x="15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2" name="Freeform 673">
              <a:extLst>
                <a:ext uri="{FF2B5EF4-FFF2-40B4-BE49-F238E27FC236}">
                  <a16:creationId xmlns:a16="http://schemas.microsoft.com/office/drawing/2014/main" id="{24FBF656-5A4D-4254-8613-84CDD8035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161"/>
              <a:ext cx="56" cy="51"/>
            </a:xfrm>
            <a:custGeom>
              <a:avLst/>
              <a:gdLst>
                <a:gd name="T0" fmla="*/ 136 w 30"/>
                <a:gd name="T1" fmla="*/ 28 h 27"/>
                <a:gd name="T2" fmla="*/ 73 w 30"/>
                <a:gd name="T3" fmla="*/ 8 h 27"/>
                <a:gd name="T4" fmla="*/ 24 w 30"/>
                <a:gd name="T5" fmla="*/ 47 h 27"/>
                <a:gd name="T6" fmla="*/ 97 w 30"/>
                <a:gd name="T7" fmla="*/ 168 h 27"/>
                <a:gd name="T8" fmla="*/ 196 w 30"/>
                <a:gd name="T9" fmla="*/ 100 h 27"/>
                <a:gd name="T10" fmla="*/ 136 w 30"/>
                <a:gd name="T11" fmla="*/ 2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4" y="7"/>
                  </a:cubicBezTo>
                  <a:cubicBezTo>
                    <a:pt x="0" y="14"/>
                    <a:pt x="6" y="23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83" name="Freeform 674">
              <a:extLst>
                <a:ext uri="{FF2B5EF4-FFF2-40B4-BE49-F238E27FC236}">
                  <a16:creationId xmlns:a16="http://schemas.microsoft.com/office/drawing/2014/main" id="{7F08D4DA-7B77-48CF-8950-65985D85B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174"/>
              <a:ext cx="28" cy="25"/>
            </a:xfrm>
            <a:custGeom>
              <a:avLst/>
              <a:gdLst>
                <a:gd name="T0" fmla="*/ 91 w 15"/>
                <a:gd name="T1" fmla="*/ 37 h 13"/>
                <a:gd name="T2" fmla="*/ 84 w 15"/>
                <a:gd name="T3" fmla="*/ 77 h 13"/>
                <a:gd name="T4" fmla="*/ 24 w 15"/>
                <a:gd name="T5" fmla="*/ 71 h 13"/>
                <a:gd name="T6" fmla="*/ 0 w 15"/>
                <a:gd name="T7" fmla="*/ 29 h 13"/>
                <a:gd name="T8" fmla="*/ 21 w 15"/>
                <a:gd name="T9" fmla="*/ 0 h 13"/>
                <a:gd name="T10" fmla="*/ 21 w 15"/>
                <a:gd name="T11" fmla="*/ 0 h 13"/>
                <a:gd name="T12" fmla="*/ 0 w 15"/>
                <a:gd name="T13" fmla="*/ 23 h 13"/>
                <a:gd name="T14" fmla="*/ 24 w 15"/>
                <a:gd name="T15" fmla="*/ 71 h 13"/>
                <a:gd name="T16" fmla="*/ 91 w 15"/>
                <a:gd name="T17" fmla="*/ 77 h 13"/>
                <a:gd name="T18" fmla="*/ 91 w 15"/>
                <a:gd name="T19" fmla="*/ 3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3">
                  <a:moveTo>
                    <a:pt x="14" y="5"/>
                  </a:moveTo>
                  <a:cubicBezTo>
                    <a:pt x="15" y="8"/>
                    <a:pt x="15" y="10"/>
                    <a:pt x="13" y="11"/>
                  </a:cubicBezTo>
                  <a:cubicBezTo>
                    <a:pt x="12" y="13"/>
                    <a:pt x="8" y="13"/>
                    <a:pt x="4" y="10"/>
                  </a:cubicBezTo>
                  <a:cubicBezTo>
                    <a:pt x="0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0" y="8"/>
                    <a:pt x="4" y="10"/>
                  </a:cubicBezTo>
                  <a:cubicBezTo>
                    <a:pt x="8" y="13"/>
                    <a:pt x="12" y="13"/>
                    <a:pt x="14" y="11"/>
                  </a:cubicBezTo>
                  <a:cubicBezTo>
                    <a:pt x="15" y="10"/>
                    <a:pt x="15" y="8"/>
                    <a:pt x="14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4" name="Freeform 675">
              <a:extLst>
                <a:ext uri="{FF2B5EF4-FFF2-40B4-BE49-F238E27FC236}">
                  <a16:creationId xmlns:a16="http://schemas.microsoft.com/office/drawing/2014/main" id="{F6356484-EB00-4992-BE14-490A537F2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028"/>
              <a:ext cx="56" cy="51"/>
            </a:xfrm>
            <a:custGeom>
              <a:avLst/>
              <a:gdLst>
                <a:gd name="T0" fmla="*/ 129 w 30"/>
                <a:gd name="T1" fmla="*/ 21 h 27"/>
                <a:gd name="T2" fmla="*/ 65 w 30"/>
                <a:gd name="T3" fmla="*/ 8 h 27"/>
                <a:gd name="T4" fmla="*/ 21 w 30"/>
                <a:gd name="T5" fmla="*/ 47 h 27"/>
                <a:gd name="T6" fmla="*/ 91 w 30"/>
                <a:gd name="T7" fmla="*/ 168 h 27"/>
                <a:gd name="T8" fmla="*/ 189 w 30"/>
                <a:gd name="T9" fmla="*/ 100 h 27"/>
                <a:gd name="T10" fmla="*/ 129 w 30"/>
                <a:gd name="T11" fmla="*/ 2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0" y="3"/>
                  </a:moveTo>
                  <a:cubicBezTo>
                    <a:pt x="17" y="1"/>
                    <a:pt x="14" y="0"/>
                    <a:pt x="10" y="1"/>
                  </a:cubicBezTo>
                  <a:cubicBezTo>
                    <a:pt x="7" y="2"/>
                    <a:pt x="4" y="3"/>
                    <a:pt x="3" y="7"/>
                  </a:cubicBezTo>
                  <a:cubicBezTo>
                    <a:pt x="0" y="13"/>
                    <a:pt x="5" y="23"/>
                    <a:pt x="14" y="25"/>
                  </a:cubicBezTo>
                  <a:cubicBezTo>
                    <a:pt x="23" y="27"/>
                    <a:pt x="30" y="21"/>
                    <a:pt x="29" y="15"/>
                  </a:cubicBezTo>
                  <a:cubicBezTo>
                    <a:pt x="29" y="10"/>
                    <a:pt x="27" y="8"/>
                    <a:pt x="20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85" name="Freeform 676">
              <a:extLst>
                <a:ext uri="{FF2B5EF4-FFF2-40B4-BE49-F238E27FC236}">
                  <a16:creationId xmlns:a16="http://schemas.microsoft.com/office/drawing/2014/main" id="{105D5235-AE32-46D1-8B8D-89AD18684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040"/>
              <a:ext cx="30" cy="26"/>
            </a:xfrm>
            <a:custGeom>
              <a:avLst/>
              <a:gdLst>
                <a:gd name="T0" fmla="*/ 99 w 16"/>
                <a:gd name="T1" fmla="*/ 37 h 14"/>
                <a:gd name="T2" fmla="*/ 92 w 16"/>
                <a:gd name="T3" fmla="*/ 76 h 14"/>
                <a:gd name="T4" fmla="*/ 28 w 16"/>
                <a:gd name="T5" fmla="*/ 69 h 14"/>
                <a:gd name="T6" fmla="*/ 0 w 16"/>
                <a:gd name="T7" fmla="*/ 24 h 14"/>
                <a:gd name="T8" fmla="*/ 21 w 16"/>
                <a:gd name="T9" fmla="*/ 0 h 14"/>
                <a:gd name="T10" fmla="*/ 21 w 16"/>
                <a:gd name="T11" fmla="*/ 0 h 14"/>
                <a:gd name="T12" fmla="*/ 0 w 16"/>
                <a:gd name="T13" fmla="*/ 24 h 14"/>
                <a:gd name="T14" fmla="*/ 28 w 16"/>
                <a:gd name="T15" fmla="*/ 69 h 14"/>
                <a:gd name="T16" fmla="*/ 92 w 16"/>
                <a:gd name="T17" fmla="*/ 76 h 14"/>
                <a:gd name="T18" fmla="*/ 99 w 16"/>
                <a:gd name="T19" fmla="*/ 37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5" y="6"/>
                  </a:moveTo>
                  <a:cubicBezTo>
                    <a:pt x="16" y="8"/>
                    <a:pt x="15" y="10"/>
                    <a:pt x="14" y="12"/>
                  </a:cubicBezTo>
                  <a:cubicBezTo>
                    <a:pt x="12" y="13"/>
                    <a:pt x="8" y="13"/>
                    <a:pt x="4" y="11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0" y="8"/>
                    <a:pt x="4" y="11"/>
                  </a:cubicBezTo>
                  <a:cubicBezTo>
                    <a:pt x="8" y="14"/>
                    <a:pt x="12" y="13"/>
                    <a:pt x="14" y="12"/>
                  </a:cubicBezTo>
                  <a:cubicBezTo>
                    <a:pt x="16" y="10"/>
                    <a:pt x="16" y="8"/>
                    <a:pt x="15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6" name="Freeform 677">
              <a:extLst>
                <a:ext uri="{FF2B5EF4-FFF2-40B4-BE49-F238E27FC236}">
                  <a16:creationId xmlns:a16="http://schemas.microsoft.com/office/drawing/2014/main" id="{9BAA704B-9FA7-43E4-8AF2-CB18B2BE5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867"/>
              <a:ext cx="56" cy="51"/>
            </a:xfrm>
            <a:custGeom>
              <a:avLst/>
              <a:gdLst>
                <a:gd name="T0" fmla="*/ 136 w 30"/>
                <a:gd name="T1" fmla="*/ 28 h 27"/>
                <a:gd name="T2" fmla="*/ 73 w 30"/>
                <a:gd name="T3" fmla="*/ 8 h 27"/>
                <a:gd name="T4" fmla="*/ 21 w 30"/>
                <a:gd name="T5" fmla="*/ 47 h 27"/>
                <a:gd name="T6" fmla="*/ 97 w 30"/>
                <a:gd name="T7" fmla="*/ 168 h 27"/>
                <a:gd name="T8" fmla="*/ 196 w 30"/>
                <a:gd name="T9" fmla="*/ 100 h 27"/>
                <a:gd name="T10" fmla="*/ 136 w 30"/>
                <a:gd name="T11" fmla="*/ 2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3" y="7"/>
                  </a:cubicBezTo>
                  <a:cubicBezTo>
                    <a:pt x="0" y="14"/>
                    <a:pt x="6" y="23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87" name="Freeform 678">
              <a:extLst>
                <a:ext uri="{FF2B5EF4-FFF2-40B4-BE49-F238E27FC236}">
                  <a16:creationId xmlns:a16="http://schemas.microsoft.com/office/drawing/2014/main" id="{0D9CCA18-92EE-4E04-B308-6871FF85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880"/>
              <a:ext cx="30" cy="25"/>
            </a:xfrm>
            <a:custGeom>
              <a:avLst/>
              <a:gdLst>
                <a:gd name="T0" fmla="*/ 99 w 16"/>
                <a:gd name="T1" fmla="*/ 37 h 13"/>
                <a:gd name="T2" fmla="*/ 92 w 16"/>
                <a:gd name="T3" fmla="*/ 77 h 13"/>
                <a:gd name="T4" fmla="*/ 32 w 16"/>
                <a:gd name="T5" fmla="*/ 71 h 13"/>
                <a:gd name="T6" fmla="*/ 8 w 16"/>
                <a:gd name="T7" fmla="*/ 29 h 13"/>
                <a:gd name="T8" fmla="*/ 21 w 16"/>
                <a:gd name="T9" fmla="*/ 0 h 13"/>
                <a:gd name="T10" fmla="*/ 21 w 16"/>
                <a:gd name="T11" fmla="*/ 0 h 13"/>
                <a:gd name="T12" fmla="*/ 8 w 16"/>
                <a:gd name="T13" fmla="*/ 29 h 13"/>
                <a:gd name="T14" fmla="*/ 32 w 16"/>
                <a:gd name="T15" fmla="*/ 71 h 13"/>
                <a:gd name="T16" fmla="*/ 92 w 16"/>
                <a:gd name="T17" fmla="*/ 77 h 13"/>
                <a:gd name="T18" fmla="*/ 99 w 16"/>
                <a:gd name="T19" fmla="*/ 3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5" y="5"/>
                  </a:moveTo>
                  <a:cubicBezTo>
                    <a:pt x="16" y="8"/>
                    <a:pt x="16" y="10"/>
                    <a:pt x="14" y="11"/>
                  </a:cubicBezTo>
                  <a:cubicBezTo>
                    <a:pt x="12" y="13"/>
                    <a:pt x="9" y="13"/>
                    <a:pt x="5" y="10"/>
                  </a:cubicBezTo>
                  <a:cubicBezTo>
                    <a:pt x="1" y="8"/>
                    <a:pt x="1" y="5"/>
                    <a:pt x="1" y="4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2"/>
                    <a:pt x="1" y="4"/>
                  </a:cubicBezTo>
                  <a:cubicBezTo>
                    <a:pt x="0" y="5"/>
                    <a:pt x="1" y="8"/>
                    <a:pt x="5" y="10"/>
                  </a:cubicBezTo>
                  <a:cubicBezTo>
                    <a:pt x="9" y="13"/>
                    <a:pt x="13" y="13"/>
                    <a:pt x="14" y="11"/>
                  </a:cubicBezTo>
                  <a:cubicBezTo>
                    <a:pt x="16" y="10"/>
                    <a:pt x="16" y="8"/>
                    <a:pt x="15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8" name="Freeform 679">
              <a:extLst>
                <a:ext uri="{FF2B5EF4-FFF2-40B4-BE49-F238E27FC236}">
                  <a16:creationId xmlns:a16="http://schemas.microsoft.com/office/drawing/2014/main" id="{3E26A3F3-4207-4D7D-80C5-A98BB7302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894"/>
              <a:ext cx="43" cy="54"/>
            </a:xfrm>
            <a:custGeom>
              <a:avLst/>
              <a:gdLst>
                <a:gd name="T0" fmla="*/ 120 w 23"/>
                <a:gd name="T1" fmla="*/ 32 h 29"/>
                <a:gd name="T2" fmla="*/ 77 w 23"/>
                <a:gd name="T3" fmla="*/ 7 h 29"/>
                <a:gd name="T4" fmla="*/ 21 w 23"/>
                <a:gd name="T5" fmla="*/ 104 h 29"/>
                <a:gd name="T6" fmla="*/ 105 w 23"/>
                <a:gd name="T7" fmla="*/ 181 h 29"/>
                <a:gd name="T8" fmla="*/ 144 w 23"/>
                <a:gd name="T9" fmla="*/ 136 h 29"/>
                <a:gd name="T10" fmla="*/ 136 w 23"/>
                <a:gd name="T11" fmla="*/ 76 h 29"/>
                <a:gd name="T12" fmla="*/ 120 w 23"/>
                <a:gd name="T13" fmla="*/ 3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8" y="5"/>
                  </a:moveTo>
                  <a:cubicBezTo>
                    <a:pt x="17" y="3"/>
                    <a:pt x="15" y="2"/>
                    <a:pt x="12" y="1"/>
                  </a:cubicBezTo>
                  <a:cubicBezTo>
                    <a:pt x="4" y="0"/>
                    <a:pt x="0" y="8"/>
                    <a:pt x="3" y="16"/>
                  </a:cubicBezTo>
                  <a:cubicBezTo>
                    <a:pt x="5" y="24"/>
                    <a:pt x="11" y="29"/>
                    <a:pt x="16" y="28"/>
                  </a:cubicBezTo>
                  <a:cubicBezTo>
                    <a:pt x="20" y="27"/>
                    <a:pt x="22" y="25"/>
                    <a:pt x="22" y="21"/>
                  </a:cubicBezTo>
                  <a:cubicBezTo>
                    <a:pt x="23" y="18"/>
                    <a:pt x="21" y="14"/>
                    <a:pt x="21" y="12"/>
                  </a:cubicBezTo>
                  <a:cubicBezTo>
                    <a:pt x="20" y="10"/>
                    <a:pt x="19" y="7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89" name="Freeform 680">
              <a:extLst>
                <a:ext uri="{FF2B5EF4-FFF2-40B4-BE49-F238E27FC236}">
                  <a16:creationId xmlns:a16="http://schemas.microsoft.com/office/drawing/2014/main" id="{EFCB4BCB-C7D9-4F8C-B2AB-2333715C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907"/>
              <a:ext cx="13" cy="28"/>
            </a:xfrm>
            <a:custGeom>
              <a:avLst/>
              <a:gdLst>
                <a:gd name="T0" fmla="*/ 13 w 7"/>
                <a:gd name="T1" fmla="*/ 7 h 15"/>
                <a:gd name="T2" fmla="*/ 0 w 7"/>
                <a:gd name="T3" fmla="*/ 39 h 15"/>
                <a:gd name="T4" fmla="*/ 24 w 7"/>
                <a:gd name="T5" fmla="*/ 97 h 15"/>
                <a:gd name="T6" fmla="*/ 45 w 7"/>
                <a:gd name="T7" fmla="*/ 97 h 15"/>
                <a:gd name="T8" fmla="*/ 45 w 7"/>
                <a:gd name="T9" fmla="*/ 97 h 15"/>
                <a:gd name="T10" fmla="*/ 24 w 7"/>
                <a:gd name="T11" fmla="*/ 91 h 15"/>
                <a:gd name="T12" fmla="*/ 0 w 7"/>
                <a:gd name="T13" fmla="*/ 39 h 15"/>
                <a:gd name="T14" fmla="*/ 13 w 7"/>
                <a:gd name="T15" fmla="*/ 7 h 15"/>
                <a:gd name="T16" fmla="*/ 32 w 7"/>
                <a:gd name="T17" fmla="*/ 7 h 15"/>
                <a:gd name="T18" fmla="*/ 32 w 7"/>
                <a:gd name="T19" fmla="*/ 7 h 15"/>
                <a:gd name="T20" fmla="*/ 13 w 7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5">
                  <a:moveTo>
                    <a:pt x="2" y="1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0" y="10"/>
                    <a:pt x="2" y="13"/>
                    <a:pt x="4" y="15"/>
                  </a:cubicBezTo>
                  <a:cubicBezTo>
                    <a:pt x="5" y="15"/>
                    <a:pt x="6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5" y="15"/>
                    <a:pt x="4" y="14"/>
                  </a:cubicBezTo>
                  <a:cubicBezTo>
                    <a:pt x="2" y="13"/>
                    <a:pt x="1" y="10"/>
                    <a:pt x="0" y="6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0" name="Freeform 681">
              <a:extLst>
                <a:ext uri="{FF2B5EF4-FFF2-40B4-BE49-F238E27FC236}">
                  <a16:creationId xmlns:a16="http://schemas.microsoft.com/office/drawing/2014/main" id="{CB6AE310-248B-4BF9-B211-FF2106EC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875"/>
              <a:ext cx="40" cy="43"/>
            </a:xfrm>
            <a:custGeom>
              <a:avLst/>
              <a:gdLst>
                <a:gd name="T0" fmla="*/ 124 w 21"/>
                <a:gd name="T1" fmla="*/ 39 h 23"/>
                <a:gd name="T2" fmla="*/ 84 w 21"/>
                <a:gd name="T3" fmla="*/ 7 h 23"/>
                <a:gd name="T4" fmla="*/ 36 w 21"/>
                <a:gd name="T5" fmla="*/ 13 h 23"/>
                <a:gd name="T6" fmla="*/ 40 w 21"/>
                <a:gd name="T7" fmla="*/ 125 h 23"/>
                <a:gd name="T8" fmla="*/ 137 w 21"/>
                <a:gd name="T9" fmla="*/ 112 h 23"/>
                <a:gd name="T10" fmla="*/ 124 w 21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4" y="1"/>
                    <a:pt x="12" y="1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91" name="Freeform 682">
              <a:extLst>
                <a:ext uri="{FF2B5EF4-FFF2-40B4-BE49-F238E27FC236}">
                  <a16:creationId xmlns:a16="http://schemas.microsoft.com/office/drawing/2014/main" id="{45CD82A1-ED13-4E4B-B3EA-18554B50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884"/>
              <a:ext cx="18" cy="23"/>
            </a:xfrm>
            <a:custGeom>
              <a:avLst/>
              <a:gdLst>
                <a:gd name="T0" fmla="*/ 58 w 10"/>
                <a:gd name="T1" fmla="*/ 56 h 12"/>
                <a:gd name="T2" fmla="*/ 45 w 10"/>
                <a:gd name="T3" fmla="*/ 77 h 12"/>
                <a:gd name="T4" fmla="*/ 13 w 10"/>
                <a:gd name="T5" fmla="*/ 48 h 12"/>
                <a:gd name="T6" fmla="*/ 7 w 10"/>
                <a:gd name="T7" fmla="*/ 8 h 12"/>
                <a:gd name="T8" fmla="*/ 23 w 10"/>
                <a:gd name="T9" fmla="*/ 0 h 12"/>
                <a:gd name="T10" fmla="*/ 23 w 10"/>
                <a:gd name="T11" fmla="*/ 0 h 12"/>
                <a:gd name="T12" fmla="*/ 7 w 10"/>
                <a:gd name="T13" fmla="*/ 8 h 12"/>
                <a:gd name="T14" fmla="*/ 7 w 10"/>
                <a:gd name="T15" fmla="*/ 48 h 12"/>
                <a:gd name="T16" fmla="*/ 45 w 10"/>
                <a:gd name="T17" fmla="*/ 77 h 12"/>
                <a:gd name="T18" fmla="*/ 58 w 10"/>
                <a:gd name="T19" fmla="*/ 5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4"/>
                    <a:pt x="1" y="7"/>
                  </a:cubicBezTo>
                  <a:cubicBezTo>
                    <a:pt x="3" y="11"/>
                    <a:pt x="6" y="12"/>
                    <a:pt x="8" y="11"/>
                  </a:cubicBezTo>
                  <a:cubicBezTo>
                    <a:pt x="9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2" name="Freeform 683">
              <a:extLst>
                <a:ext uri="{FF2B5EF4-FFF2-40B4-BE49-F238E27FC236}">
                  <a16:creationId xmlns:a16="http://schemas.microsoft.com/office/drawing/2014/main" id="{D6DB7D5B-8C04-4C12-9814-98045C19F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866"/>
              <a:ext cx="52" cy="52"/>
            </a:xfrm>
            <a:custGeom>
              <a:avLst/>
              <a:gdLst>
                <a:gd name="T0" fmla="*/ 110 w 28"/>
                <a:gd name="T1" fmla="*/ 158 h 28"/>
                <a:gd name="T2" fmla="*/ 156 w 28"/>
                <a:gd name="T3" fmla="*/ 65 h 28"/>
                <a:gd name="T4" fmla="*/ 45 w 28"/>
                <a:gd name="T5" fmla="*/ 24 h 28"/>
                <a:gd name="T6" fmla="*/ 110 w 28"/>
                <a:gd name="T7" fmla="*/ 15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17" y="25"/>
                  </a:moveTo>
                  <a:cubicBezTo>
                    <a:pt x="25" y="25"/>
                    <a:pt x="28" y="18"/>
                    <a:pt x="24" y="10"/>
                  </a:cubicBezTo>
                  <a:cubicBezTo>
                    <a:pt x="21" y="3"/>
                    <a:pt x="14" y="0"/>
                    <a:pt x="7" y="4"/>
                  </a:cubicBezTo>
                  <a:cubicBezTo>
                    <a:pt x="0" y="9"/>
                    <a:pt x="5" y="28"/>
                    <a:pt x="17" y="2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93" name="Freeform 684">
              <a:extLst>
                <a:ext uri="{FF2B5EF4-FFF2-40B4-BE49-F238E27FC236}">
                  <a16:creationId xmlns:a16="http://schemas.microsoft.com/office/drawing/2014/main" id="{74E932B8-192C-4FB0-B699-44A485F29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880"/>
              <a:ext cx="26" cy="23"/>
            </a:xfrm>
            <a:custGeom>
              <a:avLst/>
              <a:gdLst>
                <a:gd name="T0" fmla="*/ 76 w 14"/>
                <a:gd name="T1" fmla="*/ 23 h 12"/>
                <a:gd name="T2" fmla="*/ 76 w 14"/>
                <a:gd name="T3" fmla="*/ 63 h 12"/>
                <a:gd name="T4" fmla="*/ 45 w 14"/>
                <a:gd name="T5" fmla="*/ 84 h 12"/>
                <a:gd name="T6" fmla="*/ 7 w 14"/>
                <a:gd name="T7" fmla="*/ 56 h 12"/>
                <a:gd name="T8" fmla="*/ 7 w 14"/>
                <a:gd name="T9" fmla="*/ 0 h 12"/>
                <a:gd name="T10" fmla="*/ 7 w 14"/>
                <a:gd name="T11" fmla="*/ 0 h 12"/>
                <a:gd name="T12" fmla="*/ 7 w 14"/>
                <a:gd name="T13" fmla="*/ 56 h 12"/>
                <a:gd name="T14" fmla="*/ 45 w 14"/>
                <a:gd name="T15" fmla="*/ 84 h 12"/>
                <a:gd name="T16" fmla="*/ 84 w 14"/>
                <a:gd name="T17" fmla="*/ 63 h 12"/>
                <a:gd name="T18" fmla="*/ 76 w 14"/>
                <a:gd name="T19" fmla="*/ 2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2">
                  <a:moveTo>
                    <a:pt x="12" y="3"/>
                  </a:moveTo>
                  <a:cubicBezTo>
                    <a:pt x="14" y="4"/>
                    <a:pt x="14" y="6"/>
                    <a:pt x="12" y="9"/>
                  </a:cubicBezTo>
                  <a:cubicBezTo>
                    <a:pt x="11" y="11"/>
                    <a:pt x="9" y="12"/>
                    <a:pt x="7" y="12"/>
                  </a:cubicBezTo>
                  <a:cubicBezTo>
                    <a:pt x="4" y="12"/>
                    <a:pt x="2" y="10"/>
                    <a:pt x="1" y="8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1" y="8"/>
                  </a:cubicBezTo>
                  <a:cubicBezTo>
                    <a:pt x="2" y="10"/>
                    <a:pt x="4" y="12"/>
                    <a:pt x="7" y="12"/>
                  </a:cubicBezTo>
                  <a:cubicBezTo>
                    <a:pt x="9" y="12"/>
                    <a:pt x="11" y="11"/>
                    <a:pt x="13" y="9"/>
                  </a:cubicBezTo>
                  <a:cubicBezTo>
                    <a:pt x="14" y="6"/>
                    <a:pt x="14" y="4"/>
                    <a:pt x="12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4" name="Freeform 685">
              <a:extLst>
                <a:ext uri="{FF2B5EF4-FFF2-40B4-BE49-F238E27FC236}">
                  <a16:creationId xmlns:a16="http://schemas.microsoft.com/office/drawing/2014/main" id="{AC4D0B54-6FD9-4DA1-A5D1-AF27E3F20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107"/>
              <a:ext cx="48" cy="54"/>
            </a:xfrm>
            <a:custGeom>
              <a:avLst/>
              <a:gdLst>
                <a:gd name="T0" fmla="*/ 105 w 26"/>
                <a:gd name="T1" fmla="*/ 20 h 29"/>
                <a:gd name="T2" fmla="*/ 61 w 26"/>
                <a:gd name="T3" fmla="*/ 0 h 29"/>
                <a:gd name="T4" fmla="*/ 24 w 26"/>
                <a:gd name="T5" fmla="*/ 112 h 29"/>
                <a:gd name="T6" fmla="*/ 126 w 26"/>
                <a:gd name="T7" fmla="*/ 181 h 29"/>
                <a:gd name="T8" fmla="*/ 157 w 26"/>
                <a:gd name="T9" fmla="*/ 121 h 29"/>
                <a:gd name="T10" fmla="*/ 133 w 26"/>
                <a:gd name="T11" fmla="*/ 60 h 29"/>
                <a:gd name="T12" fmla="*/ 105 w 26"/>
                <a:gd name="T13" fmla="*/ 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9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1" y="0"/>
                    <a:pt x="0" y="9"/>
                    <a:pt x="4" y="17"/>
                  </a:cubicBezTo>
                  <a:cubicBezTo>
                    <a:pt x="8" y="25"/>
                    <a:pt x="16" y="29"/>
                    <a:pt x="20" y="28"/>
                  </a:cubicBezTo>
                  <a:cubicBezTo>
                    <a:pt x="25" y="26"/>
                    <a:pt x="26" y="23"/>
                    <a:pt x="25" y="19"/>
                  </a:cubicBezTo>
                  <a:cubicBezTo>
                    <a:pt x="25" y="15"/>
                    <a:pt x="22" y="12"/>
                    <a:pt x="21" y="9"/>
                  </a:cubicBezTo>
                  <a:cubicBezTo>
                    <a:pt x="20" y="7"/>
                    <a:pt x="19" y="4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95" name="Freeform 686">
              <a:extLst>
                <a:ext uri="{FF2B5EF4-FFF2-40B4-BE49-F238E27FC236}">
                  <a16:creationId xmlns:a16="http://schemas.microsoft.com/office/drawing/2014/main" id="{912E22D3-32EB-461B-9CDB-E9CB99490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118"/>
              <a:ext cx="21" cy="30"/>
            </a:xfrm>
            <a:custGeom>
              <a:avLst/>
              <a:gdLst>
                <a:gd name="T0" fmla="*/ 8 w 11"/>
                <a:gd name="T1" fmla="*/ 8 h 16"/>
                <a:gd name="T2" fmla="*/ 8 w 11"/>
                <a:gd name="T3" fmla="*/ 45 h 16"/>
                <a:gd name="T4" fmla="*/ 48 w 11"/>
                <a:gd name="T5" fmla="*/ 99 h 16"/>
                <a:gd name="T6" fmla="*/ 76 w 11"/>
                <a:gd name="T7" fmla="*/ 105 h 16"/>
                <a:gd name="T8" fmla="*/ 76 w 11"/>
                <a:gd name="T9" fmla="*/ 105 h 16"/>
                <a:gd name="T10" fmla="*/ 48 w 11"/>
                <a:gd name="T11" fmla="*/ 99 h 16"/>
                <a:gd name="T12" fmla="*/ 8 w 11"/>
                <a:gd name="T13" fmla="*/ 45 h 16"/>
                <a:gd name="T14" fmla="*/ 8 w 11"/>
                <a:gd name="T15" fmla="*/ 8 h 16"/>
                <a:gd name="T16" fmla="*/ 29 w 11"/>
                <a:gd name="T17" fmla="*/ 8 h 16"/>
                <a:gd name="T18" fmla="*/ 29 w 11"/>
                <a:gd name="T19" fmla="*/ 8 h 16"/>
                <a:gd name="T20" fmla="*/ 8 w 11"/>
                <a:gd name="T21" fmla="*/ 8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6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1"/>
                    <a:pt x="5" y="14"/>
                    <a:pt x="7" y="15"/>
                  </a:cubicBezTo>
                  <a:cubicBezTo>
                    <a:pt x="8" y="16"/>
                    <a:pt x="10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6"/>
                    <a:pt x="8" y="16"/>
                    <a:pt x="7" y="15"/>
                  </a:cubicBezTo>
                  <a:cubicBezTo>
                    <a:pt x="5" y="14"/>
                    <a:pt x="2" y="11"/>
                    <a:pt x="1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6" name="Freeform 687">
              <a:extLst>
                <a:ext uri="{FF2B5EF4-FFF2-40B4-BE49-F238E27FC236}">
                  <a16:creationId xmlns:a16="http://schemas.microsoft.com/office/drawing/2014/main" id="{B14AF098-FCCC-48EB-9BC0-173ADE8EB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957"/>
              <a:ext cx="52" cy="60"/>
            </a:xfrm>
            <a:custGeom>
              <a:avLst/>
              <a:gdLst>
                <a:gd name="T0" fmla="*/ 104 w 28"/>
                <a:gd name="T1" fmla="*/ 21 h 32"/>
                <a:gd name="T2" fmla="*/ 32 w 28"/>
                <a:gd name="T3" fmla="*/ 21 h 32"/>
                <a:gd name="T4" fmla="*/ 45 w 28"/>
                <a:gd name="T5" fmla="*/ 144 h 32"/>
                <a:gd name="T6" fmla="*/ 156 w 28"/>
                <a:gd name="T7" fmla="*/ 189 h 32"/>
                <a:gd name="T8" fmla="*/ 173 w 28"/>
                <a:gd name="T9" fmla="*/ 144 h 32"/>
                <a:gd name="T10" fmla="*/ 134 w 28"/>
                <a:gd name="T11" fmla="*/ 84 h 32"/>
                <a:gd name="T12" fmla="*/ 104 w 28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2">
                  <a:moveTo>
                    <a:pt x="16" y="3"/>
                  </a:moveTo>
                  <a:cubicBezTo>
                    <a:pt x="12" y="1"/>
                    <a:pt x="8" y="0"/>
                    <a:pt x="5" y="3"/>
                  </a:cubicBezTo>
                  <a:cubicBezTo>
                    <a:pt x="0" y="7"/>
                    <a:pt x="1" y="14"/>
                    <a:pt x="7" y="22"/>
                  </a:cubicBezTo>
                  <a:cubicBezTo>
                    <a:pt x="13" y="29"/>
                    <a:pt x="18" y="32"/>
                    <a:pt x="24" y="29"/>
                  </a:cubicBezTo>
                  <a:cubicBezTo>
                    <a:pt x="27" y="28"/>
                    <a:pt x="28" y="25"/>
                    <a:pt x="27" y="22"/>
                  </a:cubicBezTo>
                  <a:cubicBezTo>
                    <a:pt x="26" y="18"/>
                    <a:pt x="24" y="16"/>
                    <a:pt x="21" y="13"/>
                  </a:cubicBezTo>
                  <a:cubicBezTo>
                    <a:pt x="20" y="10"/>
                    <a:pt x="19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97" name="Freeform 688">
              <a:extLst>
                <a:ext uri="{FF2B5EF4-FFF2-40B4-BE49-F238E27FC236}">
                  <a16:creationId xmlns:a16="http://schemas.microsoft.com/office/drawing/2014/main" id="{5CA0A907-D8FB-4F67-94AA-8505D3A0A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968"/>
              <a:ext cx="26" cy="32"/>
            </a:xfrm>
            <a:custGeom>
              <a:avLst/>
              <a:gdLst>
                <a:gd name="T0" fmla="*/ 89 w 14"/>
                <a:gd name="T1" fmla="*/ 105 h 17"/>
                <a:gd name="T2" fmla="*/ 84 w 14"/>
                <a:gd name="T3" fmla="*/ 113 h 17"/>
                <a:gd name="T4" fmla="*/ 24 w 14"/>
                <a:gd name="T5" fmla="*/ 68 h 17"/>
                <a:gd name="T6" fmla="*/ 7 w 14"/>
                <a:gd name="T7" fmla="*/ 8 h 17"/>
                <a:gd name="T8" fmla="*/ 32 w 14"/>
                <a:gd name="T9" fmla="*/ 8 h 17"/>
                <a:gd name="T10" fmla="*/ 32 w 14"/>
                <a:gd name="T11" fmla="*/ 8 h 17"/>
                <a:gd name="T12" fmla="*/ 7 w 14"/>
                <a:gd name="T13" fmla="*/ 8 h 17"/>
                <a:gd name="T14" fmla="*/ 20 w 14"/>
                <a:gd name="T15" fmla="*/ 68 h 17"/>
                <a:gd name="T16" fmla="*/ 84 w 14"/>
                <a:gd name="T17" fmla="*/ 113 h 17"/>
                <a:gd name="T18" fmla="*/ 89 w 14"/>
                <a:gd name="T19" fmla="*/ 105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7">
                  <a:moveTo>
                    <a:pt x="14" y="16"/>
                  </a:moveTo>
                  <a:cubicBezTo>
                    <a:pt x="14" y="16"/>
                    <a:pt x="13" y="16"/>
                    <a:pt x="13" y="17"/>
                  </a:cubicBezTo>
                  <a:cubicBezTo>
                    <a:pt x="12" y="17"/>
                    <a:pt x="8" y="16"/>
                    <a:pt x="4" y="10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3" y="10"/>
                  </a:cubicBezTo>
                  <a:cubicBezTo>
                    <a:pt x="8" y="15"/>
                    <a:pt x="11" y="17"/>
                    <a:pt x="13" y="17"/>
                  </a:cubicBezTo>
                  <a:cubicBezTo>
                    <a:pt x="14" y="17"/>
                    <a:pt x="14" y="16"/>
                    <a:pt x="14" y="1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8" name="Freeform 689">
              <a:extLst>
                <a:ext uri="{FF2B5EF4-FFF2-40B4-BE49-F238E27FC236}">
                  <a16:creationId xmlns:a16="http://schemas.microsoft.com/office/drawing/2014/main" id="{D795C782-9F63-4707-B0EE-808AA168F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924"/>
              <a:ext cx="43" cy="54"/>
            </a:xfrm>
            <a:custGeom>
              <a:avLst/>
              <a:gdLst>
                <a:gd name="T0" fmla="*/ 120 w 23"/>
                <a:gd name="T1" fmla="*/ 37 h 29"/>
                <a:gd name="T2" fmla="*/ 77 w 23"/>
                <a:gd name="T3" fmla="*/ 13 h 29"/>
                <a:gd name="T4" fmla="*/ 13 w 23"/>
                <a:gd name="T5" fmla="*/ 104 h 29"/>
                <a:gd name="T6" fmla="*/ 97 w 23"/>
                <a:gd name="T7" fmla="*/ 188 h 29"/>
                <a:gd name="T8" fmla="*/ 144 w 23"/>
                <a:gd name="T9" fmla="*/ 142 h 29"/>
                <a:gd name="T10" fmla="*/ 129 w 23"/>
                <a:gd name="T11" fmla="*/ 84 h 29"/>
                <a:gd name="T12" fmla="*/ 120 w 23"/>
                <a:gd name="T13" fmla="*/ 3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8" y="6"/>
                  </a:moveTo>
                  <a:cubicBezTo>
                    <a:pt x="16" y="4"/>
                    <a:pt x="14" y="2"/>
                    <a:pt x="12" y="2"/>
                  </a:cubicBezTo>
                  <a:cubicBezTo>
                    <a:pt x="4" y="0"/>
                    <a:pt x="0" y="8"/>
                    <a:pt x="2" y="16"/>
                  </a:cubicBezTo>
                  <a:cubicBezTo>
                    <a:pt x="4" y="24"/>
                    <a:pt x="11" y="29"/>
                    <a:pt x="15" y="29"/>
                  </a:cubicBezTo>
                  <a:cubicBezTo>
                    <a:pt x="20" y="28"/>
                    <a:pt x="22" y="26"/>
                    <a:pt x="22" y="22"/>
                  </a:cubicBezTo>
                  <a:cubicBezTo>
                    <a:pt x="23" y="18"/>
                    <a:pt x="21" y="15"/>
                    <a:pt x="20" y="13"/>
                  </a:cubicBezTo>
                  <a:cubicBezTo>
                    <a:pt x="19" y="10"/>
                    <a:pt x="19" y="8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99" name="Freeform 690">
              <a:extLst>
                <a:ext uri="{FF2B5EF4-FFF2-40B4-BE49-F238E27FC236}">
                  <a16:creationId xmlns:a16="http://schemas.microsoft.com/office/drawing/2014/main" id="{6AB7177F-662E-4226-B231-1AD4F85FE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939"/>
              <a:ext cx="15" cy="28"/>
            </a:xfrm>
            <a:custGeom>
              <a:avLst/>
              <a:gdLst>
                <a:gd name="T0" fmla="*/ 15 w 8"/>
                <a:gd name="T1" fmla="*/ 0 h 15"/>
                <a:gd name="T2" fmla="*/ 8 w 8"/>
                <a:gd name="T3" fmla="*/ 39 h 15"/>
                <a:gd name="T4" fmla="*/ 32 w 8"/>
                <a:gd name="T5" fmla="*/ 91 h 15"/>
                <a:gd name="T6" fmla="*/ 53 w 8"/>
                <a:gd name="T7" fmla="*/ 97 h 15"/>
                <a:gd name="T8" fmla="*/ 53 w 8"/>
                <a:gd name="T9" fmla="*/ 97 h 15"/>
                <a:gd name="T10" fmla="*/ 32 w 8"/>
                <a:gd name="T11" fmla="*/ 91 h 15"/>
                <a:gd name="T12" fmla="*/ 8 w 8"/>
                <a:gd name="T13" fmla="*/ 39 h 15"/>
                <a:gd name="T14" fmla="*/ 21 w 8"/>
                <a:gd name="T15" fmla="*/ 7 h 15"/>
                <a:gd name="T16" fmla="*/ 32 w 8"/>
                <a:gd name="T17" fmla="*/ 7 h 15"/>
                <a:gd name="T18" fmla="*/ 32 w 8"/>
                <a:gd name="T19" fmla="*/ 7 h 15"/>
                <a:gd name="T20" fmla="*/ 15 w 8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5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1" y="9"/>
                    <a:pt x="3" y="13"/>
                    <a:pt x="5" y="14"/>
                  </a:cubicBezTo>
                  <a:cubicBezTo>
                    <a:pt x="6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6" y="15"/>
                    <a:pt x="5" y="14"/>
                  </a:cubicBezTo>
                  <a:cubicBezTo>
                    <a:pt x="3" y="13"/>
                    <a:pt x="1" y="9"/>
                    <a:pt x="1" y="6"/>
                  </a:cubicBezTo>
                  <a:cubicBezTo>
                    <a:pt x="1" y="3"/>
                    <a:pt x="1" y="1"/>
                    <a:pt x="3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0" name="Freeform 691">
              <a:extLst>
                <a:ext uri="{FF2B5EF4-FFF2-40B4-BE49-F238E27FC236}">
                  <a16:creationId xmlns:a16="http://schemas.microsoft.com/office/drawing/2014/main" id="{B32768EF-8535-43DA-9ABF-2CA22B9BD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929"/>
              <a:ext cx="39" cy="43"/>
            </a:xfrm>
            <a:custGeom>
              <a:avLst/>
              <a:gdLst>
                <a:gd name="T0" fmla="*/ 113 w 21"/>
                <a:gd name="T1" fmla="*/ 39 h 23"/>
                <a:gd name="T2" fmla="*/ 76 w 21"/>
                <a:gd name="T3" fmla="*/ 7 h 23"/>
                <a:gd name="T4" fmla="*/ 24 w 21"/>
                <a:gd name="T5" fmla="*/ 13 h 23"/>
                <a:gd name="T6" fmla="*/ 37 w 21"/>
                <a:gd name="T7" fmla="*/ 125 h 23"/>
                <a:gd name="T8" fmla="*/ 128 w 21"/>
                <a:gd name="T9" fmla="*/ 112 h 23"/>
                <a:gd name="T10" fmla="*/ 113 w 21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4"/>
                    <a:pt x="14" y="1"/>
                    <a:pt x="12" y="1"/>
                  </a:cubicBezTo>
                  <a:cubicBezTo>
                    <a:pt x="9" y="0"/>
                    <a:pt x="7" y="1"/>
                    <a:pt x="4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01" name="Freeform 692">
              <a:extLst>
                <a:ext uri="{FF2B5EF4-FFF2-40B4-BE49-F238E27FC236}">
                  <a16:creationId xmlns:a16="http://schemas.microsoft.com/office/drawing/2014/main" id="{B8F013C0-28E9-4EA0-9899-F7ACCAC02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939"/>
              <a:ext cx="19" cy="22"/>
            </a:xfrm>
            <a:custGeom>
              <a:avLst/>
              <a:gdLst>
                <a:gd name="T0" fmla="*/ 68 w 10"/>
                <a:gd name="T1" fmla="*/ 51 h 12"/>
                <a:gd name="T2" fmla="*/ 55 w 10"/>
                <a:gd name="T3" fmla="*/ 73 h 12"/>
                <a:gd name="T4" fmla="*/ 8 w 10"/>
                <a:gd name="T5" fmla="*/ 51 h 12"/>
                <a:gd name="T6" fmla="*/ 8 w 10"/>
                <a:gd name="T7" fmla="*/ 13 h 12"/>
                <a:gd name="T8" fmla="*/ 29 w 10"/>
                <a:gd name="T9" fmla="*/ 0 h 12"/>
                <a:gd name="T10" fmla="*/ 29 w 10"/>
                <a:gd name="T11" fmla="*/ 0 h 12"/>
                <a:gd name="T12" fmla="*/ 8 w 10"/>
                <a:gd name="T13" fmla="*/ 13 h 12"/>
                <a:gd name="T14" fmla="*/ 8 w 10"/>
                <a:gd name="T15" fmla="*/ 51 h 12"/>
                <a:gd name="T16" fmla="*/ 55 w 10"/>
                <a:gd name="T17" fmla="*/ 73 h 12"/>
                <a:gd name="T18" fmla="*/ 68 w 10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2" name="Freeform 693">
              <a:extLst>
                <a:ext uri="{FF2B5EF4-FFF2-40B4-BE49-F238E27FC236}">
                  <a16:creationId xmlns:a16="http://schemas.microsoft.com/office/drawing/2014/main" id="{3034126C-9675-4184-A17D-8692F5C2E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113"/>
              <a:ext cx="54" cy="58"/>
            </a:xfrm>
            <a:custGeom>
              <a:avLst/>
              <a:gdLst>
                <a:gd name="T0" fmla="*/ 97 w 29"/>
                <a:gd name="T1" fmla="*/ 21 h 31"/>
                <a:gd name="T2" fmla="*/ 24 w 29"/>
                <a:gd name="T3" fmla="*/ 21 h 31"/>
                <a:gd name="T4" fmla="*/ 60 w 29"/>
                <a:gd name="T5" fmla="*/ 137 h 31"/>
                <a:gd name="T6" fmla="*/ 164 w 29"/>
                <a:gd name="T7" fmla="*/ 181 h 31"/>
                <a:gd name="T8" fmla="*/ 181 w 29"/>
                <a:gd name="T9" fmla="*/ 129 h 31"/>
                <a:gd name="T10" fmla="*/ 142 w 29"/>
                <a:gd name="T11" fmla="*/ 73 h 31"/>
                <a:gd name="T12" fmla="*/ 97 w 29"/>
                <a:gd name="T13" fmla="*/ 2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5" y="3"/>
                  </a:moveTo>
                  <a:cubicBezTo>
                    <a:pt x="11" y="0"/>
                    <a:pt x="8" y="0"/>
                    <a:pt x="4" y="3"/>
                  </a:cubicBezTo>
                  <a:cubicBezTo>
                    <a:pt x="0" y="8"/>
                    <a:pt x="2" y="15"/>
                    <a:pt x="9" y="21"/>
                  </a:cubicBezTo>
                  <a:cubicBezTo>
                    <a:pt x="15" y="28"/>
                    <a:pt x="19" y="31"/>
                    <a:pt x="25" y="28"/>
                  </a:cubicBezTo>
                  <a:cubicBezTo>
                    <a:pt x="28" y="27"/>
                    <a:pt x="29" y="24"/>
                    <a:pt x="28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0" y="9"/>
                    <a:pt x="19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03" name="Freeform 694">
              <a:extLst>
                <a:ext uri="{FF2B5EF4-FFF2-40B4-BE49-F238E27FC236}">
                  <a16:creationId xmlns:a16="http://schemas.microsoft.com/office/drawing/2014/main" id="{2FEE31DA-AA0A-4820-9E7C-3B6D7AEA9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124"/>
              <a:ext cx="28" cy="30"/>
            </a:xfrm>
            <a:custGeom>
              <a:avLst/>
              <a:gdLst>
                <a:gd name="T0" fmla="*/ 97 w 15"/>
                <a:gd name="T1" fmla="*/ 92 h 16"/>
                <a:gd name="T2" fmla="*/ 91 w 15"/>
                <a:gd name="T3" fmla="*/ 99 h 16"/>
                <a:gd name="T4" fmla="*/ 24 w 15"/>
                <a:gd name="T5" fmla="*/ 60 h 16"/>
                <a:gd name="T6" fmla="*/ 7 w 15"/>
                <a:gd name="T7" fmla="*/ 8 h 16"/>
                <a:gd name="T8" fmla="*/ 32 w 15"/>
                <a:gd name="T9" fmla="*/ 0 h 16"/>
                <a:gd name="T10" fmla="*/ 32 w 15"/>
                <a:gd name="T11" fmla="*/ 0 h 16"/>
                <a:gd name="T12" fmla="*/ 7 w 15"/>
                <a:gd name="T13" fmla="*/ 8 h 16"/>
                <a:gd name="T14" fmla="*/ 24 w 15"/>
                <a:gd name="T15" fmla="*/ 60 h 16"/>
                <a:gd name="T16" fmla="*/ 91 w 15"/>
                <a:gd name="T17" fmla="*/ 105 h 16"/>
                <a:gd name="T18" fmla="*/ 97 w 15"/>
                <a:gd name="T19" fmla="*/ 9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5" y="14"/>
                  </a:moveTo>
                  <a:cubicBezTo>
                    <a:pt x="15" y="15"/>
                    <a:pt x="15" y="15"/>
                    <a:pt x="14" y="15"/>
                  </a:cubicBezTo>
                  <a:cubicBezTo>
                    <a:pt x="13" y="16"/>
                    <a:pt x="9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4" y="9"/>
                  </a:cubicBezTo>
                  <a:cubicBezTo>
                    <a:pt x="9" y="15"/>
                    <a:pt x="13" y="16"/>
                    <a:pt x="14" y="16"/>
                  </a:cubicBezTo>
                  <a:cubicBezTo>
                    <a:pt x="15" y="15"/>
                    <a:pt x="15" y="15"/>
                    <a:pt x="15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4" name="Freeform 695">
              <a:extLst>
                <a:ext uri="{FF2B5EF4-FFF2-40B4-BE49-F238E27FC236}">
                  <a16:creationId xmlns:a16="http://schemas.microsoft.com/office/drawing/2014/main" id="{91667781-E76F-4F48-8DDC-5163938DE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869"/>
              <a:ext cx="39" cy="43"/>
            </a:xfrm>
            <a:custGeom>
              <a:avLst/>
              <a:gdLst>
                <a:gd name="T0" fmla="*/ 110 w 21"/>
                <a:gd name="T1" fmla="*/ 39 h 23"/>
                <a:gd name="T2" fmla="*/ 69 w 21"/>
                <a:gd name="T3" fmla="*/ 7 h 23"/>
                <a:gd name="T4" fmla="*/ 24 w 21"/>
                <a:gd name="T5" fmla="*/ 13 h 23"/>
                <a:gd name="T6" fmla="*/ 37 w 21"/>
                <a:gd name="T7" fmla="*/ 125 h 23"/>
                <a:gd name="T8" fmla="*/ 128 w 21"/>
                <a:gd name="T9" fmla="*/ 112 h 23"/>
                <a:gd name="T10" fmla="*/ 110 w 21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6" y="1"/>
                    <a:pt x="4" y="2"/>
                  </a:cubicBezTo>
                  <a:cubicBezTo>
                    <a:pt x="0" y="6"/>
                    <a:pt x="0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05" name="Freeform 696">
              <a:extLst>
                <a:ext uri="{FF2B5EF4-FFF2-40B4-BE49-F238E27FC236}">
                  <a16:creationId xmlns:a16="http://schemas.microsoft.com/office/drawing/2014/main" id="{48A90604-F4F4-41FD-A7CF-F6D2C3AEB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879"/>
              <a:ext cx="21" cy="22"/>
            </a:xfrm>
            <a:custGeom>
              <a:avLst/>
              <a:gdLst>
                <a:gd name="T0" fmla="*/ 76 w 11"/>
                <a:gd name="T1" fmla="*/ 51 h 12"/>
                <a:gd name="T2" fmla="*/ 55 w 11"/>
                <a:gd name="T3" fmla="*/ 68 h 12"/>
                <a:gd name="T4" fmla="*/ 15 w 11"/>
                <a:gd name="T5" fmla="*/ 44 h 12"/>
                <a:gd name="T6" fmla="*/ 15 w 11"/>
                <a:gd name="T7" fmla="*/ 13 h 12"/>
                <a:gd name="T8" fmla="*/ 36 w 11"/>
                <a:gd name="T9" fmla="*/ 0 h 12"/>
                <a:gd name="T10" fmla="*/ 36 w 11"/>
                <a:gd name="T11" fmla="*/ 0 h 12"/>
                <a:gd name="T12" fmla="*/ 15 w 11"/>
                <a:gd name="T13" fmla="*/ 7 h 12"/>
                <a:gd name="T14" fmla="*/ 15 w 11"/>
                <a:gd name="T15" fmla="*/ 51 h 12"/>
                <a:gd name="T16" fmla="*/ 61 w 11"/>
                <a:gd name="T17" fmla="*/ 73 h 12"/>
                <a:gd name="T18" fmla="*/ 76 w 11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7" y="12"/>
                    <a:pt x="4" y="11"/>
                    <a:pt x="2" y="7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2" y="8"/>
                  </a:cubicBezTo>
                  <a:cubicBezTo>
                    <a:pt x="4" y="11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6" name="Freeform 697">
              <a:extLst>
                <a:ext uri="{FF2B5EF4-FFF2-40B4-BE49-F238E27FC236}">
                  <a16:creationId xmlns:a16="http://schemas.microsoft.com/office/drawing/2014/main" id="{5390C2CF-50AB-4419-A11B-B326C72FD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903"/>
              <a:ext cx="49" cy="56"/>
            </a:xfrm>
            <a:custGeom>
              <a:avLst/>
              <a:gdLst>
                <a:gd name="T0" fmla="*/ 53 w 26"/>
                <a:gd name="T1" fmla="*/ 13 h 30"/>
                <a:gd name="T2" fmla="*/ 8 w 26"/>
                <a:gd name="T3" fmla="*/ 52 h 30"/>
                <a:gd name="T4" fmla="*/ 68 w 26"/>
                <a:gd name="T5" fmla="*/ 157 h 30"/>
                <a:gd name="T6" fmla="*/ 141 w 26"/>
                <a:gd name="T7" fmla="*/ 181 h 30"/>
                <a:gd name="T8" fmla="*/ 53 w 26"/>
                <a:gd name="T9" fmla="*/ 1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8" y="2"/>
                  </a:moveTo>
                  <a:cubicBezTo>
                    <a:pt x="3" y="0"/>
                    <a:pt x="0" y="3"/>
                    <a:pt x="1" y="8"/>
                  </a:cubicBezTo>
                  <a:cubicBezTo>
                    <a:pt x="1" y="13"/>
                    <a:pt x="5" y="19"/>
                    <a:pt x="10" y="24"/>
                  </a:cubicBezTo>
                  <a:cubicBezTo>
                    <a:pt x="15" y="30"/>
                    <a:pt x="19" y="29"/>
                    <a:pt x="21" y="28"/>
                  </a:cubicBezTo>
                  <a:cubicBezTo>
                    <a:pt x="26" y="24"/>
                    <a:pt x="17" y="5"/>
                    <a:pt x="8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07" name="Freeform 698">
              <a:extLst>
                <a:ext uri="{FF2B5EF4-FFF2-40B4-BE49-F238E27FC236}">
                  <a16:creationId xmlns:a16="http://schemas.microsoft.com/office/drawing/2014/main" id="{0EC37E69-BED3-47C1-8208-894973B74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912"/>
              <a:ext cx="22" cy="34"/>
            </a:xfrm>
            <a:custGeom>
              <a:avLst/>
              <a:gdLst>
                <a:gd name="T0" fmla="*/ 13 w 12"/>
                <a:gd name="T1" fmla="*/ 8 h 18"/>
                <a:gd name="T2" fmla="*/ 13 w 12"/>
                <a:gd name="T3" fmla="*/ 47 h 18"/>
                <a:gd name="T4" fmla="*/ 57 w 12"/>
                <a:gd name="T5" fmla="*/ 113 h 18"/>
                <a:gd name="T6" fmla="*/ 73 w 12"/>
                <a:gd name="T7" fmla="*/ 121 h 18"/>
                <a:gd name="T8" fmla="*/ 73 w 12"/>
                <a:gd name="T9" fmla="*/ 121 h 18"/>
                <a:gd name="T10" fmla="*/ 57 w 12"/>
                <a:gd name="T11" fmla="*/ 113 h 18"/>
                <a:gd name="T12" fmla="*/ 13 w 12"/>
                <a:gd name="T13" fmla="*/ 47 h 18"/>
                <a:gd name="T14" fmla="*/ 13 w 12"/>
                <a:gd name="T15" fmla="*/ 8 h 18"/>
                <a:gd name="T16" fmla="*/ 31 w 12"/>
                <a:gd name="T17" fmla="*/ 15 h 18"/>
                <a:gd name="T18" fmla="*/ 31 w 12"/>
                <a:gd name="T19" fmla="*/ 15 h 18"/>
                <a:gd name="T20" fmla="*/ 13 w 12"/>
                <a:gd name="T21" fmla="*/ 8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8">
                  <a:moveTo>
                    <a:pt x="2" y="1"/>
                  </a:moveTo>
                  <a:cubicBezTo>
                    <a:pt x="0" y="2"/>
                    <a:pt x="0" y="4"/>
                    <a:pt x="2" y="7"/>
                  </a:cubicBezTo>
                  <a:cubicBezTo>
                    <a:pt x="3" y="11"/>
                    <a:pt x="6" y="15"/>
                    <a:pt x="9" y="17"/>
                  </a:cubicBezTo>
                  <a:cubicBezTo>
                    <a:pt x="10" y="18"/>
                    <a:pt x="11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5"/>
                    <a:pt x="3" y="11"/>
                    <a:pt x="2" y="7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2" y="1"/>
                    <a:pt x="3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8" name="Freeform 699">
              <a:extLst>
                <a:ext uri="{FF2B5EF4-FFF2-40B4-BE49-F238E27FC236}">
                  <a16:creationId xmlns:a16="http://schemas.microsoft.com/office/drawing/2014/main" id="{17CEC03A-61E6-4D9C-8905-F596CF064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869"/>
              <a:ext cx="39" cy="60"/>
            </a:xfrm>
            <a:custGeom>
              <a:avLst/>
              <a:gdLst>
                <a:gd name="T0" fmla="*/ 65 w 21"/>
                <a:gd name="T1" fmla="*/ 21 h 32"/>
                <a:gd name="T2" fmla="*/ 7 w 21"/>
                <a:gd name="T3" fmla="*/ 45 h 32"/>
                <a:gd name="T4" fmla="*/ 37 w 21"/>
                <a:gd name="T5" fmla="*/ 165 h 32"/>
                <a:gd name="T6" fmla="*/ 97 w 21"/>
                <a:gd name="T7" fmla="*/ 204 h 32"/>
                <a:gd name="T8" fmla="*/ 65 w 21"/>
                <a:gd name="T9" fmla="*/ 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2">
                  <a:moveTo>
                    <a:pt x="10" y="3"/>
                  </a:moveTo>
                  <a:cubicBezTo>
                    <a:pt x="6" y="0"/>
                    <a:pt x="3" y="2"/>
                    <a:pt x="1" y="7"/>
                  </a:cubicBezTo>
                  <a:cubicBezTo>
                    <a:pt x="0" y="11"/>
                    <a:pt x="2" y="19"/>
                    <a:pt x="6" y="25"/>
                  </a:cubicBezTo>
                  <a:cubicBezTo>
                    <a:pt x="9" y="32"/>
                    <a:pt x="13" y="32"/>
                    <a:pt x="15" y="31"/>
                  </a:cubicBezTo>
                  <a:cubicBezTo>
                    <a:pt x="21" y="29"/>
                    <a:pt x="18" y="9"/>
                    <a:pt x="10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09" name="Freeform 700">
              <a:extLst>
                <a:ext uri="{FF2B5EF4-FFF2-40B4-BE49-F238E27FC236}">
                  <a16:creationId xmlns:a16="http://schemas.microsoft.com/office/drawing/2014/main" id="{6BB6B022-CDCB-4AE1-84B5-E256DFD50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880"/>
              <a:ext cx="14" cy="38"/>
            </a:xfrm>
            <a:custGeom>
              <a:avLst/>
              <a:gdLst>
                <a:gd name="T0" fmla="*/ 16 w 7"/>
                <a:gd name="T1" fmla="*/ 8 h 20"/>
                <a:gd name="T2" fmla="*/ 0 w 7"/>
                <a:gd name="T3" fmla="*/ 48 h 20"/>
                <a:gd name="T4" fmla="*/ 32 w 7"/>
                <a:gd name="T5" fmla="*/ 124 h 20"/>
                <a:gd name="T6" fmla="*/ 56 w 7"/>
                <a:gd name="T7" fmla="*/ 129 h 20"/>
                <a:gd name="T8" fmla="*/ 56 w 7"/>
                <a:gd name="T9" fmla="*/ 129 h 20"/>
                <a:gd name="T10" fmla="*/ 32 w 7"/>
                <a:gd name="T11" fmla="*/ 124 h 20"/>
                <a:gd name="T12" fmla="*/ 0 w 7"/>
                <a:gd name="T13" fmla="*/ 48 h 20"/>
                <a:gd name="T14" fmla="*/ 16 w 7"/>
                <a:gd name="T15" fmla="*/ 8 h 20"/>
                <a:gd name="T16" fmla="*/ 40 w 7"/>
                <a:gd name="T17" fmla="*/ 15 h 20"/>
                <a:gd name="T18" fmla="*/ 40 w 7"/>
                <a:gd name="T19" fmla="*/ 15 h 20"/>
                <a:gd name="T20" fmla="*/ 16 w 7"/>
                <a:gd name="T21" fmla="*/ 8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20">
                  <a:moveTo>
                    <a:pt x="2" y="1"/>
                  </a:moveTo>
                  <a:cubicBezTo>
                    <a:pt x="0" y="1"/>
                    <a:pt x="0" y="3"/>
                    <a:pt x="0" y="7"/>
                  </a:cubicBezTo>
                  <a:cubicBezTo>
                    <a:pt x="0" y="10"/>
                    <a:pt x="2" y="15"/>
                    <a:pt x="4" y="18"/>
                  </a:cubicBezTo>
                  <a:cubicBezTo>
                    <a:pt x="5" y="19"/>
                    <a:pt x="6" y="20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20"/>
                    <a:pt x="5" y="19"/>
                    <a:pt x="4" y="18"/>
                  </a:cubicBezTo>
                  <a:cubicBezTo>
                    <a:pt x="2" y="15"/>
                    <a:pt x="0" y="10"/>
                    <a:pt x="0" y="7"/>
                  </a:cubicBezTo>
                  <a:cubicBezTo>
                    <a:pt x="0" y="4"/>
                    <a:pt x="0" y="1"/>
                    <a:pt x="2" y="1"/>
                  </a:cubicBezTo>
                  <a:cubicBezTo>
                    <a:pt x="2" y="0"/>
                    <a:pt x="3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0" name="Freeform 701">
              <a:extLst>
                <a:ext uri="{FF2B5EF4-FFF2-40B4-BE49-F238E27FC236}">
                  <a16:creationId xmlns:a16="http://schemas.microsoft.com/office/drawing/2014/main" id="{985427F1-07F0-45F9-9F3C-DDD515CF6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895"/>
              <a:ext cx="41" cy="55"/>
            </a:xfrm>
            <a:custGeom>
              <a:avLst/>
              <a:gdLst>
                <a:gd name="T0" fmla="*/ 117 w 22"/>
                <a:gd name="T1" fmla="*/ 40 h 29"/>
                <a:gd name="T2" fmla="*/ 76 w 22"/>
                <a:gd name="T3" fmla="*/ 8 h 29"/>
                <a:gd name="T4" fmla="*/ 13 w 22"/>
                <a:gd name="T5" fmla="*/ 108 h 29"/>
                <a:gd name="T6" fmla="*/ 97 w 22"/>
                <a:gd name="T7" fmla="*/ 192 h 29"/>
                <a:gd name="T8" fmla="*/ 142 w 22"/>
                <a:gd name="T9" fmla="*/ 144 h 29"/>
                <a:gd name="T10" fmla="*/ 129 w 22"/>
                <a:gd name="T11" fmla="*/ 83 h 29"/>
                <a:gd name="T12" fmla="*/ 117 w 22"/>
                <a:gd name="T13" fmla="*/ 4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8" y="6"/>
                  </a:moveTo>
                  <a:cubicBezTo>
                    <a:pt x="16" y="3"/>
                    <a:pt x="14" y="2"/>
                    <a:pt x="12" y="1"/>
                  </a:cubicBezTo>
                  <a:cubicBezTo>
                    <a:pt x="4" y="0"/>
                    <a:pt x="0" y="8"/>
                    <a:pt x="2" y="16"/>
                  </a:cubicBezTo>
                  <a:cubicBezTo>
                    <a:pt x="4" y="24"/>
                    <a:pt x="11" y="29"/>
                    <a:pt x="15" y="28"/>
                  </a:cubicBezTo>
                  <a:cubicBezTo>
                    <a:pt x="19" y="28"/>
                    <a:pt x="21" y="25"/>
                    <a:pt x="22" y="21"/>
                  </a:cubicBezTo>
                  <a:cubicBezTo>
                    <a:pt x="22" y="18"/>
                    <a:pt x="21" y="14"/>
                    <a:pt x="20" y="12"/>
                  </a:cubicBezTo>
                  <a:cubicBezTo>
                    <a:pt x="19" y="10"/>
                    <a:pt x="19" y="7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11" name="Freeform 702">
              <a:extLst>
                <a:ext uri="{FF2B5EF4-FFF2-40B4-BE49-F238E27FC236}">
                  <a16:creationId xmlns:a16="http://schemas.microsoft.com/office/drawing/2014/main" id="{F66C39C5-DFC1-4DC8-81F2-B33DF12A1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909"/>
              <a:ext cx="15" cy="30"/>
            </a:xfrm>
            <a:custGeom>
              <a:avLst/>
              <a:gdLst>
                <a:gd name="T0" fmla="*/ 15 w 8"/>
                <a:gd name="T1" fmla="*/ 8 h 16"/>
                <a:gd name="T2" fmla="*/ 0 w 8"/>
                <a:gd name="T3" fmla="*/ 39 h 16"/>
                <a:gd name="T4" fmla="*/ 28 w 8"/>
                <a:gd name="T5" fmla="*/ 99 h 16"/>
                <a:gd name="T6" fmla="*/ 53 w 8"/>
                <a:gd name="T7" fmla="*/ 99 h 16"/>
                <a:gd name="T8" fmla="*/ 53 w 8"/>
                <a:gd name="T9" fmla="*/ 99 h 16"/>
                <a:gd name="T10" fmla="*/ 32 w 8"/>
                <a:gd name="T11" fmla="*/ 99 h 16"/>
                <a:gd name="T12" fmla="*/ 8 w 8"/>
                <a:gd name="T13" fmla="*/ 39 h 16"/>
                <a:gd name="T14" fmla="*/ 15 w 8"/>
                <a:gd name="T15" fmla="*/ 8 h 16"/>
                <a:gd name="T16" fmla="*/ 32 w 8"/>
                <a:gd name="T17" fmla="*/ 8 h 16"/>
                <a:gd name="T18" fmla="*/ 32 w 8"/>
                <a:gd name="T19" fmla="*/ 8 h 16"/>
                <a:gd name="T20" fmla="*/ 15 w 8"/>
                <a:gd name="T21" fmla="*/ 8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6">
                  <a:moveTo>
                    <a:pt x="2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10"/>
                    <a:pt x="2" y="13"/>
                    <a:pt x="4" y="15"/>
                  </a:cubicBezTo>
                  <a:cubicBezTo>
                    <a:pt x="5" y="15"/>
                    <a:pt x="7" y="16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6"/>
                    <a:pt x="6" y="15"/>
                    <a:pt x="5" y="15"/>
                  </a:cubicBezTo>
                  <a:cubicBezTo>
                    <a:pt x="3" y="13"/>
                    <a:pt x="1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2" name="Freeform 703">
              <a:extLst>
                <a:ext uri="{FF2B5EF4-FFF2-40B4-BE49-F238E27FC236}">
                  <a16:creationId xmlns:a16="http://schemas.microsoft.com/office/drawing/2014/main" id="{6B62B6DE-5183-4FCB-BF66-AE6B9F436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86"/>
              <a:ext cx="41" cy="43"/>
            </a:xfrm>
            <a:custGeom>
              <a:avLst/>
              <a:gdLst>
                <a:gd name="T0" fmla="*/ 117 w 22"/>
                <a:gd name="T1" fmla="*/ 32 h 23"/>
                <a:gd name="T2" fmla="*/ 76 w 22"/>
                <a:gd name="T3" fmla="*/ 0 h 23"/>
                <a:gd name="T4" fmla="*/ 32 w 22"/>
                <a:gd name="T5" fmla="*/ 7 h 23"/>
                <a:gd name="T6" fmla="*/ 45 w 22"/>
                <a:gd name="T7" fmla="*/ 120 h 23"/>
                <a:gd name="T8" fmla="*/ 136 w 22"/>
                <a:gd name="T9" fmla="*/ 105 h 23"/>
                <a:gd name="T10" fmla="*/ 117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0" y="5"/>
                    <a:pt x="1" y="13"/>
                    <a:pt x="7" y="18"/>
                  </a:cubicBezTo>
                  <a:cubicBezTo>
                    <a:pt x="12" y="23"/>
                    <a:pt x="19" y="21"/>
                    <a:pt x="21" y="16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13" name="Freeform 704">
              <a:extLst>
                <a:ext uri="{FF2B5EF4-FFF2-40B4-BE49-F238E27FC236}">
                  <a16:creationId xmlns:a16="http://schemas.microsoft.com/office/drawing/2014/main" id="{B20C1989-4E3A-4680-9798-0C9ADDFBD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894"/>
              <a:ext cx="20" cy="22"/>
            </a:xfrm>
            <a:custGeom>
              <a:avLst/>
              <a:gdLst>
                <a:gd name="T0" fmla="*/ 65 w 11"/>
                <a:gd name="T1" fmla="*/ 51 h 12"/>
                <a:gd name="T2" fmla="*/ 49 w 11"/>
                <a:gd name="T3" fmla="*/ 73 h 12"/>
                <a:gd name="T4" fmla="*/ 13 w 11"/>
                <a:gd name="T5" fmla="*/ 51 h 12"/>
                <a:gd name="T6" fmla="*/ 7 w 11"/>
                <a:gd name="T7" fmla="*/ 13 h 12"/>
                <a:gd name="T8" fmla="*/ 29 w 11"/>
                <a:gd name="T9" fmla="*/ 0 h 12"/>
                <a:gd name="T10" fmla="*/ 29 w 11"/>
                <a:gd name="T11" fmla="*/ 0 h 12"/>
                <a:gd name="T12" fmla="*/ 7 w 11"/>
                <a:gd name="T13" fmla="*/ 13 h 12"/>
                <a:gd name="T14" fmla="*/ 13 w 11"/>
                <a:gd name="T15" fmla="*/ 51 h 12"/>
                <a:gd name="T16" fmla="*/ 49 w 11"/>
                <a:gd name="T17" fmla="*/ 73 h 12"/>
                <a:gd name="T18" fmla="*/ 65 w 11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4" name="Freeform 705">
              <a:extLst>
                <a:ext uri="{FF2B5EF4-FFF2-40B4-BE49-F238E27FC236}">
                  <a16:creationId xmlns:a16="http://schemas.microsoft.com/office/drawing/2014/main" id="{C9538BC4-1FCF-45CA-B4DC-626733F3F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266"/>
              <a:ext cx="41" cy="43"/>
            </a:xfrm>
            <a:custGeom>
              <a:avLst/>
              <a:gdLst>
                <a:gd name="T0" fmla="*/ 117 w 22"/>
                <a:gd name="T1" fmla="*/ 32 h 23"/>
                <a:gd name="T2" fmla="*/ 76 w 22"/>
                <a:gd name="T3" fmla="*/ 0 h 23"/>
                <a:gd name="T4" fmla="*/ 32 w 22"/>
                <a:gd name="T5" fmla="*/ 7 h 23"/>
                <a:gd name="T6" fmla="*/ 45 w 22"/>
                <a:gd name="T7" fmla="*/ 120 h 23"/>
                <a:gd name="T8" fmla="*/ 136 w 22"/>
                <a:gd name="T9" fmla="*/ 112 h 23"/>
                <a:gd name="T10" fmla="*/ 117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7" y="3"/>
                    <a:pt x="15" y="1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0" y="5"/>
                    <a:pt x="1" y="13"/>
                    <a:pt x="7" y="18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15" name="Freeform 706">
              <a:extLst>
                <a:ext uri="{FF2B5EF4-FFF2-40B4-BE49-F238E27FC236}">
                  <a16:creationId xmlns:a16="http://schemas.microsoft.com/office/drawing/2014/main" id="{1C3200E5-4F20-46B1-A652-1F1D92CCB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274"/>
              <a:ext cx="20" cy="22"/>
            </a:xfrm>
            <a:custGeom>
              <a:avLst/>
              <a:gdLst>
                <a:gd name="T0" fmla="*/ 65 w 11"/>
                <a:gd name="T1" fmla="*/ 51 h 12"/>
                <a:gd name="T2" fmla="*/ 49 w 11"/>
                <a:gd name="T3" fmla="*/ 73 h 12"/>
                <a:gd name="T4" fmla="*/ 13 w 11"/>
                <a:gd name="T5" fmla="*/ 51 h 12"/>
                <a:gd name="T6" fmla="*/ 13 w 11"/>
                <a:gd name="T7" fmla="*/ 13 h 12"/>
                <a:gd name="T8" fmla="*/ 29 w 11"/>
                <a:gd name="T9" fmla="*/ 0 h 12"/>
                <a:gd name="T10" fmla="*/ 29 w 11"/>
                <a:gd name="T11" fmla="*/ 0 h 12"/>
                <a:gd name="T12" fmla="*/ 7 w 11"/>
                <a:gd name="T13" fmla="*/ 13 h 12"/>
                <a:gd name="T14" fmla="*/ 13 w 11"/>
                <a:gd name="T15" fmla="*/ 51 h 12"/>
                <a:gd name="T16" fmla="*/ 49 w 11"/>
                <a:gd name="T17" fmla="*/ 73 h 12"/>
                <a:gd name="T18" fmla="*/ 65 w 11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6" name="Freeform 707">
              <a:extLst>
                <a:ext uri="{FF2B5EF4-FFF2-40B4-BE49-F238E27FC236}">
                  <a16:creationId xmlns:a16="http://schemas.microsoft.com/office/drawing/2014/main" id="{C66C074E-09E3-4FF2-8368-6988C9F95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107"/>
              <a:ext cx="34" cy="62"/>
            </a:xfrm>
            <a:custGeom>
              <a:avLst/>
              <a:gdLst>
                <a:gd name="T0" fmla="*/ 68 w 18"/>
                <a:gd name="T1" fmla="*/ 28 h 33"/>
                <a:gd name="T2" fmla="*/ 8 w 18"/>
                <a:gd name="T3" fmla="*/ 39 h 33"/>
                <a:gd name="T4" fmla="*/ 21 w 18"/>
                <a:gd name="T5" fmla="*/ 165 h 33"/>
                <a:gd name="T6" fmla="*/ 81 w 18"/>
                <a:gd name="T7" fmla="*/ 218 h 33"/>
                <a:gd name="T8" fmla="*/ 68 w 18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0" y="4"/>
                  </a:moveTo>
                  <a:cubicBezTo>
                    <a:pt x="7" y="0"/>
                    <a:pt x="3" y="2"/>
                    <a:pt x="1" y="6"/>
                  </a:cubicBezTo>
                  <a:cubicBezTo>
                    <a:pt x="0" y="11"/>
                    <a:pt x="1" y="19"/>
                    <a:pt x="3" y="25"/>
                  </a:cubicBezTo>
                  <a:cubicBezTo>
                    <a:pt x="5" y="32"/>
                    <a:pt x="9" y="33"/>
                    <a:pt x="12" y="33"/>
                  </a:cubicBezTo>
                  <a:cubicBezTo>
                    <a:pt x="18" y="32"/>
                    <a:pt x="17" y="11"/>
                    <a:pt x="10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17" name="Freeform 708">
              <a:extLst>
                <a:ext uri="{FF2B5EF4-FFF2-40B4-BE49-F238E27FC236}">
                  <a16:creationId xmlns:a16="http://schemas.microsoft.com/office/drawing/2014/main" id="{0AEEF68D-22D7-4D4B-94C8-1B080E0F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120"/>
              <a:ext cx="9" cy="37"/>
            </a:xfrm>
            <a:custGeom>
              <a:avLst/>
              <a:gdLst>
                <a:gd name="T0" fmla="*/ 16 w 5"/>
                <a:gd name="T1" fmla="*/ 0 h 20"/>
                <a:gd name="T2" fmla="*/ 0 w 5"/>
                <a:gd name="T3" fmla="*/ 37 h 20"/>
                <a:gd name="T4" fmla="*/ 13 w 5"/>
                <a:gd name="T5" fmla="*/ 113 h 20"/>
                <a:gd name="T6" fmla="*/ 29 w 5"/>
                <a:gd name="T7" fmla="*/ 126 h 20"/>
                <a:gd name="T8" fmla="*/ 29 w 5"/>
                <a:gd name="T9" fmla="*/ 126 h 20"/>
                <a:gd name="T10" fmla="*/ 16 w 5"/>
                <a:gd name="T11" fmla="*/ 113 h 20"/>
                <a:gd name="T12" fmla="*/ 0 w 5"/>
                <a:gd name="T13" fmla="*/ 37 h 20"/>
                <a:gd name="T14" fmla="*/ 16 w 5"/>
                <a:gd name="T15" fmla="*/ 0 h 20"/>
                <a:gd name="T16" fmla="*/ 29 w 5"/>
                <a:gd name="T17" fmla="*/ 13 h 20"/>
                <a:gd name="T18" fmla="*/ 29 w 5"/>
                <a:gd name="T19" fmla="*/ 13 h 20"/>
                <a:gd name="T20" fmla="*/ 16 w 5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20">
                  <a:moveTo>
                    <a:pt x="3" y="0"/>
                  </a:moveTo>
                  <a:cubicBezTo>
                    <a:pt x="1" y="0"/>
                    <a:pt x="0" y="3"/>
                    <a:pt x="0" y="6"/>
                  </a:cubicBezTo>
                  <a:cubicBezTo>
                    <a:pt x="0" y="9"/>
                    <a:pt x="0" y="15"/>
                    <a:pt x="2" y="18"/>
                  </a:cubicBezTo>
                  <a:cubicBezTo>
                    <a:pt x="3" y="19"/>
                    <a:pt x="4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3" y="19"/>
                    <a:pt x="3" y="18"/>
                  </a:cubicBezTo>
                  <a:cubicBezTo>
                    <a:pt x="1" y="15"/>
                    <a:pt x="0" y="9"/>
                    <a:pt x="0" y="6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8" name="Freeform 709">
              <a:extLst>
                <a:ext uri="{FF2B5EF4-FFF2-40B4-BE49-F238E27FC236}">
                  <a16:creationId xmlns:a16="http://schemas.microsoft.com/office/drawing/2014/main" id="{372D554E-6ED0-43A0-B28E-03ECC986A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154"/>
              <a:ext cx="33" cy="62"/>
            </a:xfrm>
            <a:custGeom>
              <a:avLst/>
              <a:gdLst>
                <a:gd name="T0" fmla="*/ 68 w 18"/>
                <a:gd name="T1" fmla="*/ 28 h 33"/>
                <a:gd name="T2" fmla="*/ 13 w 18"/>
                <a:gd name="T3" fmla="*/ 39 h 33"/>
                <a:gd name="T4" fmla="*/ 20 w 18"/>
                <a:gd name="T5" fmla="*/ 165 h 33"/>
                <a:gd name="T6" fmla="*/ 73 w 18"/>
                <a:gd name="T7" fmla="*/ 218 h 33"/>
                <a:gd name="T8" fmla="*/ 68 w 18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1" y="4"/>
                  </a:moveTo>
                  <a:cubicBezTo>
                    <a:pt x="7" y="0"/>
                    <a:pt x="4" y="2"/>
                    <a:pt x="2" y="6"/>
                  </a:cubicBezTo>
                  <a:cubicBezTo>
                    <a:pt x="0" y="11"/>
                    <a:pt x="1" y="19"/>
                    <a:pt x="3" y="25"/>
                  </a:cubicBezTo>
                  <a:cubicBezTo>
                    <a:pt x="6" y="32"/>
                    <a:pt x="9" y="33"/>
                    <a:pt x="12" y="33"/>
                  </a:cubicBezTo>
                  <a:cubicBezTo>
                    <a:pt x="18" y="32"/>
                    <a:pt x="18" y="11"/>
                    <a:pt x="11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19" name="Freeform 710">
              <a:extLst>
                <a:ext uri="{FF2B5EF4-FFF2-40B4-BE49-F238E27FC236}">
                  <a16:creationId xmlns:a16="http://schemas.microsoft.com/office/drawing/2014/main" id="{9E69C2D5-B549-4B74-86A0-0A5999F0B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167"/>
              <a:ext cx="11" cy="37"/>
            </a:xfrm>
            <a:custGeom>
              <a:avLst/>
              <a:gdLst>
                <a:gd name="T0" fmla="*/ 20 w 6"/>
                <a:gd name="T1" fmla="*/ 0 h 20"/>
                <a:gd name="T2" fmla="*/ 7 w 6"/>
                <a:gd name="T3" fmla="*/ 37 h 20"/>
                <a:gd name="T4" fmla="*/ 20 w 6"/>
                <a:gd name="T5" fmla="*/ 113 h 20"/>
                <a:gd name="T6" fmla="*/ 37 w 6"/>
                <a:gd name="T7" fmla="*/ 126 h 20"/>
                <a:gd name="T8" fmla="*/ 37 w 6"/>
                <a:gd name="T9" fmla="*/ 126 h 20"/>
                <a:gd name="T10" fmla="*/ 20 w 6"/>
                <a:gd name="T11" fmla="*/ 113 h 20"/>
                <a:gd name="T12" fmla="*/ 7 w 6"/>
                <a:gd name="T13" fmla="*/ 37 h 20"/>
                <a:gd name="T14" fmla="*/ 20 w 6"/>
                <a:gd name="T15" fmla="*/ 0 h 20"/>
                <a:gd name="T16" fmla="*/ 37 w 6"/>
                <a:gd name="T17" fmla="*/ 13 h 20"/>
                <a:gd name="T18" fmla="*/ 37 w 6"/>
                <a:gd name="T19" fmla="*/ 13 h 20"/>
                <a:gd name="T20" fmla="*/ 20 w 6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20">
                  <a:moveTo>
                    <a:pt x="3" y="0"/>
                  </a:moveTo>
                  <a:cubicBezTo>
                    <a:pt x="2" y="0"/>
                    <a:pt x="1" y="3"/>
                    <a:pt x="1" y="6"/>
                  </a:cubicBezTo>
                  <a:cubicBezTo>
                    <a:pt x="0" y="9"/>
                    <a:pt x="1" y="15"/>
                    <a:pt x="3" y="18"/>
                  </a:cubicBezTo>
                  <a:cubicBezTo>
                    <a:pt x="4" y="19"/>
                    <a:pt x="5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4" y="19"/>
                    <a:pt x="3" y="18"/>
                  </a:cubicBezTo>
                  <a:cubicBezTo>
                    <a:pt x="1" y="15"/>
                    <a:pt x="1" y="9"/>
                    <a:pt x="1" y="6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0" name="Freeform 711">
              <a:extLst>
                <a:ext uri="{FF2B5EF4-FFF2-40B4-BE49-F238E27FC236}">
                  <a16:creationId xmlns:a16="http://schemas.microsoft.com/office/drawing/2014/main" id="{D6D86510-8C73-43D6-8506-EC5CBCC14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216"/>
              <a:ext cx="50" cy="56"/>
            </a:xfrm>
            <a:custGeom>
              <a:avLst/>
              <a:gdLst>
                <a:gd name="T0" fmla="*/ 81 w 27"/>
                <a:gd name="T1" fmla="*/ 189 h 30"/>
                <a:gd name="T2" fmla="*/ 165 w 27"/>
                <a:gd name="T3" fmla="*/ 91 h 30"/>
                <a:gd name="T4" fmla="*/ 57 w 27"/>
                <a:gd name="T5" fmla="*/ 21 h 30"/>
                <a:gd name="T6" fmla="*/ 81 w 27"/>
                <a:gd name="T7" fmla="*/ 18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0">
                  <a:moveTo>
                    <a:pt x="13" y="29"/>
                  </a:moveTo>
                  <a:cubicBezTo>
                    <a:pt x="21" y="30"/>
                    <a:pt x="27" y="23"/>
                    <a:pt x="26" y="14"/>
                  </a:cubicBezTo>
                  <a:cubicBezTo>
                    <a:pt x="24" y="5"/>
                    <a:pt x="18" y="0"/>
                    <a:pt x="9" y="3"/>
                  </a:cubicBezTo>
                  <a:cubicBezTo>
                    <a:pt x="0" y="6"/>
                    <a:pt x="0" y="27"/>
                    <a:pt x="13" y="29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21" name="Freeform 712">
              <a:extLst>
                <a:ext uri="{FF2B5EF4-FFF2-40B4-BE49-F238E27FC236}">
                  <a16:creationId xmlns:a16="http://schemas.microsoft.com/office/drawing/2014/main" id="{079D35EF-EEB0-47EA-8A8B-6666CD889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229"/>
              <a:ext cx="28" cy="30"/>
            </a:xfrm>
            <a:custGeom>
              <a:avLst/>
              <a:gdLst>
                <a:gd name="T0" fmla="*/ 91 w 15"/>
                <a:gd name="T1" fmla="*/ 39 h 16"/>
                <a:gd name="T2" fmla="*/ 77 w 15"/>
                <a:gd name="T3" fmla="*/ 84 h 16"/>
                <a:gd name="T4" fmla="*/ 32 w 15"/>
                <a:gd name="T5" fmla="*/ 99 h 16"/>
                <a:gd name="T6" fmla="*/ 0 w 15"/>
                <a:gd name="T7" fmla="*/ 53 h 16"/>
                <a:gd name="T8" fmla="*/ 21 w 15"/>
                <a:gd name="T9" fmla="*/ 0 h 16"/>
                <a:gd name="T10" fmla="*/ 21 w 15"/>
                <a:gd name="T11" fmla="*/ 0 h 16"/>
                <a:gd name="T12" fmla="*/ 0 w 15"/>
                <a:gd name="T13" fmla="*/ 53 h 16"/>
                <a:gd name="T14" fmla="*/ 32 w 15"/>
                <a:gd name="T15" fmla="*/ 99 h 16"/>
                <a:gd name="T16" fmla="*/ 84 w 15"/>
                <a:gd name="T17" fmla="*/ 84 h 16"/>
                <a:gd name="T18" fmla="*/ 91 w 15"/>
                <a:gd name="T19" fmla="*/ 3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4" y="6"/>
                  </a:moveTo>
                  <a:cubicBezTo>
                    <a:pt x="15" y="9"/>
                    <a:pt x="14" y="11"/>
                    <a:pt x="12" y="13"/>
                  </a:cubicBezTo>
                  <a:cubicBezTo>
                    <a:pt x="10" y="15"/>
                    <a:pt x="7" y="16"/>
                    <a:pt x="5" y="15"/>
                  </a:cubicBezTo>
                  <a:cubicBezTo>
                    <a:pt x="3" y="14"/>
                    <a:pt x="1" y="11"/>
                    <a:pt x="0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1" y="12"/>
                    <a:pt x="3" y="14"/>
                    <a:pt x="5" y="15"/>
                  </a:cubicBezTo>
                  <a:cubicBezTo>
                    <a:pt x="7" y="16"/>
                    <a:pt x="10" y="15"/>
                    <a:pt x="13" y="13"/>
                  </a:cubicBezTo>
                  <a:cubicBezTo>
                    <a:pt x="15" y="11"/>
                    <a:pt x="15" y="9"/>
                    <a:pt x="1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2" name="Freeform 713">
              <a:extLst>
                <a:ext uri="{FF2B5EF4-FFF2-40B4-BE49-F238E27FC236}">
                  <a16:creationId xmlns:a16="http://schemas.microsoft.com/office/drawing/2014/main" id="{7FBEE95B-ECBC-45FB-962A-BD599DB57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805"/>
              <a:ext cx="53" cy="54"/>
            </a:xfrm>
            <a:custGeom>
              <a:avLst/>
              <a:gdLst>
                <a:gd name="T0" fmla="*/ 108 w 28"/>
                <a:gd name="T1" fmla="*/ 20 h 29"/>
                <a:gd name="T2" fmla="*/ 61 w 28"/>
                <a:gd name="T3" fmla="*/ 7 h 29"/>
                <a:gd name="T4" fmla="*/ 32 w 28"/>
                <a:gd name="T5" fmla="*/ 121 h 29"/>
                <a:gd name="T6" fmla="*/ 157 w 28"/>
                <a:gd name="T7" fmla="*/ 173 h 29"/>
                <a:gd name="T8" fmla="*/ 184 w 28"/>
                <a:gd name="T9" fmla="*/ 112 h 29"/>
                <a:gd name="T10" fmla="*/ 144 w 28"/>
                <a:gd name="T11" fmla="*/ 52 h 29"/>
                <a:gd name="T12" fmla="*/ 108 w 28"/>
                <a:gd name="T13" fmla="*/ 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0" y="2"/>
                    <a:pt x="0" y="12"/>
                    <a:pt x="5" y="19"/>
                  </a:cubicBezTo>
                  <a:cubicBezTo>
                    <a:pt x="11" y="26"/>
                    <a:pt x="20" y="29"/>
                    <a:pt x="23" y="27"/>
                  </a:cubicBezTo>
                  <a:cubicBezTo>
                    <a:pt x="27" y="24"/>
                    <a:pt x="28" y="21"/>
                    <a:pt x="27" y="17"/>
                  </a:cubicBezTo>
                  <a:cubicBezTo>
                    <a:pt x="26" y="13"/>
                    <a:pt x="23" y="10"/>
                    <a:pt x="21" y="8"/>
                  </a:cubicBezTo>
                  <a:cubicBezTo>
                    <a:pt x="19" y="6"/>
                    <a:pt x="18" y="4"/>
                    <a:pt x="16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23" name="Freeform 714">
              <a:extLst>
                <a:ext uri="{FF2B5EF4-FFF2-40B4-BE49-F238E27FC236}">
                  <a16:creationId xmlns:a16="http://schemas.microsoft.com/office/drawing/2014/main" id="{58327B05-A313-47BE-AC0E-409F0FA6D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818"/>
              <a:ext cx="25" cy="28"/>
            </a:xfrm>
            <a:custGeom>
              <a:avLst/>
              <a:gdLst>
                <a:gd name="T0" fmla="*/ 8 w 13"/>
                <a:gd name="T1" fmla="*/ 7 h 15"/>
                <a:gd name="T2" fmla="*/ 15 w 13"/>
                <a:gd name="T3" fmla="*/ 45 h 15"/>
                <a:gd name="T4" fmla="*/ 63 w 13"/>
                <a:gd name="T5" fmla="*/ 91 h 15"/>
                <a:gd name="T6" fmla="*/ 92 w 13"/>
                <a:gd name="T7" fmla="*/ 91 h 15"/>
                <a:gd name="T8" fmla="*/ 92 w 13"/>
                <a:gd name="T9" fmla="*/ 91 h 15"/>
                <a:gd name="T10" fmla="*/ 63 w 13"/>
                <a:gd name="T11" fmla="*/ 91 h 15"/>
                <a:gd name="T12" fmla="*/ 15 w 13"/>
                <a:gd name="T13" fmla="*/ 45 h 15"/>
                <a:gd name="T14" fmla="*/ 8 w 13"/>
                <a:gd name="T15" fmla="*/ 7 h 15"/>
                <a:gd name="T16" fmla="*/ 29 w 13"/>
                <a:gd name="T17" fmla="*/ 0 h 15"/>
                <a:gd name="T18" fmla="*/ 29 w 13"/>
                <a:gd name="T19" fmla="*/ 0 h 15"/>
                <a:gd name="T20" fmla="*/ 8 w 13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5">
                  <a:moveTo>
                    <a:pt x="1" y="1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3" y="11"/>
                    <a:pt x="7" y="13"/>
                    <a:pt x="9" y="14"/>
                  </a:cubicBezTo>
                  <a:cubicBezTo>
                    <a:pt x="10" y="15"/>
                    <a:pt x="12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7" y="13"/>
                    <a:pt x="4" y="10"/>
                    <a:pt x="2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4" name="Freeform 715">
              <a:extLst>
                <a:ext uri="{FF2B5EF4-FFF2-40B4-BE49-F238E27FC236}">
                  <a16:creationId xmlns:a16="http://schemas.microsoft.com/office/drawing/2014/main" id="{27A15B0B-3CED-41EF-8A1A-AA451BE15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906"/>
              <a:ext cx="53" cy="54"/>
            </a:xfrm>
            <a:custGeom>
              <a:avLst/>
              <a:gdLst>
                <a:gd name="T0" fmla="*/ 108 w 28"/>
                <a:gd name="T1" fmla="*/ 20 h 29"/>
                <a:gd name="T2" fmla="*/ 61 w 28"/>
                <a:gd name="T3" fmla="*/ 7 h 29"/>
                <a:gd name="T4" fmla="*/ 32 w 28"/>
                <a:gd name="T5" fmla="*/ 121 h 29"/>
                <a:gd name="T6" fmla="*/ 157 w 28"/>
                <a:gd name="T7" fmla="*/ 173 h 29"/>
                <a:gd name="T8" fmla="*/ 184 w 28"/>
                <a:gd name="T9" fmla="*/ 112 h 29"/>
                <a:gd name="T10" fmla="*/ 144 w 28"/>
                <a:gd name="T11" fmla="*/ 52 h 29"/>
                <a:gd name="T12" fmla="*/ 108 w 28"/>
                <a:gd name="T13" fmla="*/ 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0" y="2"/>
                    <a:pt x="0" y="11"/>
                    <a:pt x="5" y="19"/>
                  </a:cubicBezTo>
                  <a:cubicBezTo>
                    <a:pt x="11" y="26"/>
                    <a:pt x="20" y="29"/>
                    <a:pt x="23" y="27"/>
                  </a:cubicBezTo>
                  <a:cubicBezTo>
                    <a:pt x="27" y="24"/>
                    <a:pt x="28" y="21"/>
                    <a:pt x="27" y="17"/>
                  </a:cubicBezTo>
                  <a:cubicBezTo>
                    <a:pt x="26" y="13"/>
                    <a:pt x="23" y="10"/>
                    <a:pt x="21" y="8"/>
                  </a:cubicBezTo>
                  <a:cubicBezTo>
                    <a:pt x="19" y="6"/>
                    <a:pt x="18" y="4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25" name="Freeform 716">
              <a:extLst>
                <a:ext uri="{FF2B5EF4-FFF2-40B4-BE49-F238E27FC236}">
                  <a16:creationId xmlns:a16="http://schemas.microsoft.com/office/drawing/2014/main" id="{6D564795-CED4-4958-8C85-9F6CF8C64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919"/>
              <a:ext cx="25" cy="28"/>
            </a:xfrm>
            <a:custGeom>
              <a:avLst/>
              <a:gdLst>
                <a:gd name="T0" fmla="*/ 8 w 13"/>
                <a:gd name="T1" fmla="*/ 7 h 15"/>
                <a:gd name="T2" fmla="*/ 15 w 13"/>
                <a:gd name="T3" fmla="*/ 45 h 15"/>
                <a:gd name="T4" fmla="*/ 63 w 13"/>
                <a:gd name="T5" fmla="*/ 91 h 15"/>
                <a:gd name="T6" fmla="*/ 92 w 13"/>
                <a:gd name="T7" fmla="*/ 91 h 15"/>
                <a:gd name="T8" fmla="*/ 92 w 13"/>
                <a:gd name="T9" fmla="*/ 91 h 15"/>
                <a:gd name="T10" fmla="*/ 63 w 13"/>
                <a:gd name="T11" fmla="*/ 91 h 15"/>
                <a:gd name="T12" fmla="*/ 15 w 13"/>
                <a:gd name="T13" fmla="*/ 45 h 15"/>
                <a:gd name="T14" fmla="*/ 8 w 13"/>
                <a:gd name="T15" fmla="*/ 7 h 15"/>
                <a:gd name="T16" fmla="*/ 29 w 13"/>
                <a:gd name="T17" fmla="*/ 0 h 15"/>
                <a:gd name="T18" fmla="*/ 29 w 13"/>
                <a:gd name="T19" fmla="*/ 0 h 15"/>
                <a:gd name="T20" fmla="*/ 8 w 13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5">
                  <a:moveTo>
                    <a:pt x="1" y="1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3" y="11"/>
                    <a:pt x="7" y="13"/>
                    <a:pt x="9" y="14"/>
                  </a:cubicBezTo>
                  <a:cubicBezTo>
                    <a:pt x="10" y="15"/>
                    <a:pt x="12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7" y="13"/>
                    <a:pt x="4" y="10"/>
                    <a:pt x="2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6" name="Freeform 717">
              <a:extLst>
                <a:ext uri="{FF2B5EF4-FFF2-40B4-BE49-F238E27FC236}">
                  <a16:creationId xmlns:a16="http://schemas.microsoft.com/office/drawing/2014/main" id="{25A7B2E2-35BA-4336-9605-4F553FBA3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811"/>
              <a:ext cx="43" cy="41"/>
            </a:xfrm>
            <a:custGeom>
              <a:avLst/>
              <a:gdLst>
                <a:gd name="T0" fmla="*/ 120 w 23"/>
                <a:gd name="T1" fmla="*/ 24 h 22"/>
                <a:gd name="T2" fmla="*/ 73 w 23"/>
                <a:gd name="T3" fmla="*/ 0 h 22"/>
                <a:gd name="T4" fmla="*/ 24 w 23"/>
                <a:gd name="T5" fmla="*/ 13 h 22"/>
                <a:gd name="T6" fmla="*/ 60 w 23"/>
                <a:gd name="T7" fmla="*/ 121 h 22"/>
                <a:gd name="T8" fmla="*/ 144 w 23"/>
                <a:gd name="T9" fmla="*/ 97 h 22"/>
                <a:gd name="T10" fmla="*/ 120 w 23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3" y="15"/>
                    <a:pt x="9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27" name="Freeform 718">
              <a:extLst>
                <a:ext uri="{FF2B5EF4-FFF2-40B4-BE49-F238E27FC236}">
                  <a16:creationId xmlns:a16="http://schemas.microsoft.com/office/drawing/2014/main" id="{3D617099-3F76-4ADF-BB0F-BA8A70D0D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818"/>
              <a:ext cx="20" cy="23"/>
            </a:xfrm>
            <a:custGeom>
              <a:avLst/>
              <a:gdLst>
                <a:gd name="T0" fmla="*/ 65 w 11"/>
                <a:gd name="T1" fmla="*/ 48 h 12"/>
                <a:gd name="T2" fmla="*/ 53 w 11"/>
                <a:gd name="T3" fmla="*/ 77 h 12"/>
                <a:gd name="T4" fmla="*/ 13 w 11"/>
                <a:gd name="T5" fmla="*/ 56 h 12"/>
                <a:gd name="T6" fmla="*/ 7 w 11"/>
                <a:gd name="T7" fmla="*/ 15 h 12"/>
                <a:gd name="T8" fmla="*/ 16 w 11"/>
                <a:gd name="T9" fmla="*/ 0 h 12"/>
                <a:gd name="T10" fmla="*/ 16 w 11"/>
                <a:gd name="T11" fmla="*/ 0 h 12"/>
                <a:gd name="T12" fmla="*/ 0 w 11"/>
                <a:gd name="T13" fmla="*/ 15 h 12"/>
                <a:gd name="T14" fmla="*/ 13 w 11"/>
                <a:gd name="T15" fmla="*/ 56 h 12"/>
                <a:gd name="T16" fmla="*/ 53 w 11"/>
                <a:gd name="T17" fmla="*/ 77 h 12"/>
                <a:gd name="T18" fmla="*/ 65 w 11"/>
                <a:gd name="T19" fmla="*/ 4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0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0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8" name="Freeform 719">
              <a:extLst>
                <a:ext uri="{FF2B5EF4-FFF2-40B4-BE49-F238E27FC236}">
                  <a16:creationId xmlns:a16="http://schemas.microsoft.com/office/drawing/2014/main" id="{EA733E22-0E27-4004-A1EF-A131AFEE3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743"/>
              <a:ext cx="43" cy="45"/>
            </a:xfrm>
            <a:custGeom>
              <a:avLst/>
              <a:gdLst>
                <a:gd name="T0" fmla="*/ 125 w 23"/>
                <a:gd name="T1" fmla="*/ 45 h 24"/>
                <a:gd name="T2" fmla="*/ 92 w 23"/>
                <a:gd name="T3" fmla="*/ 8 h 24"/>
                <a:gd name="T4" fmla="*/ 39 w 23"/>
                <a:gd name="T5" fmla="*/ 8 h 24"/>
                <a:gd name="T6" fmla="*/ 32 w 23"/>
                <a:gd name="T7" fmla="*/ 128 h 24"/>
                <a:gd name="T8" fmla="*/ 136 w 23"/>
                <a:gd name="T9" fmla="*/ 128 h 24"/>
                <a:gd name="T10" fmla="*/ 125 w 23"/>
                <a:gd name="T11" fmla="*/ 4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4">
                  <a:moveTo>
                    <a:pt x="19" y="7"/>
                  </a:moveTo>
                  <a:cubicBezTo>
                    <a:pt x="18" y="4"/>
                    <a:pt x="17" y="2"/>
                    <a:pt x="14" y="1"/>
                  </a:cubicBezTo>
                  <a:cubicBezTo>
                    <a:pt x="11" y="0"/>
                    <a:pt x="9" y="0"/>
                    <a:pt x="6" y="1"/>
                  </a:cubicBezTo>
                  <a:cubicBezTo>
                    <a:pt x="1" y="4"/>
                    <a:pt x="0" y="13"/>
                    <a:pt x="5" y="19"/>
                  </a:cubicBezTo>
                  <a:cubicBezTo>
                    <a:pt x="11" y="24"/>
                    <a:pt x="18" y="23"/>
                    <a:pt x="21" y="19"/>
                  </a:cubicBezTo>
                  <a:cubicBezTo>
                    <a:pt x="23" y="15"/>
                    <a:pt x="22" y="13"/>
                    <a:pt x="19" y="7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29" name="Freeform 720">
              <a:extLst>
                <a:ext uri="{FF2B5EF4-FFF2-40B4-BE49-F238E27FC236}">
                  <a16:creationId xmlns:a16="http://schemas.microsoft.com/office/drawing/2014/main" id="{3C588BD7-24C3-4971-B7FA-E7CFBEF34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753"/>
              <a:ext cx="21" cy="24"/>
            </a:xfrm>
            <a:custGeom>
              <a:avLst/>
              <a:gdLst>
                <a:gd name="T0" fmla="*/ 76 w 11"/>
                <a:gd name="T1" fmla="*/ 57 h 13"/>
                <a:gd name="T2" fmla="*/ 55 w 11"/>
                <a:gd name="T3" fmla="*/ 76 h 13"/>
                <a:gd name="T4" fmla="*/ 15 w 11"/>
                <a:gd name="T5" fmla="*/ 44 h 13"/>
                <a:gd name="T6" fmla="*/ 15 w 11"/>
                <a:gd name="T7" fmla="*/ 7 h 13"/>
                <a:gd name="T8" fmla="*/ 40 w 11"/>
                <a:gd name="T9" fmla="*/ 0 h 13"/>
                <a:gd name="T10" fmla="*/ 40 w 11"/>
                <a:gd name="T11" fmla="*/ 0 h 13"/>
                <a:gd name="T12" fmla="*/ 15 w 11"/>
                <a:gd name="T13" fmla="*/ 7 h 13"/>
                <a:gd name="T14" fmla="*/ 15 w 11"/>
                <a:gd name="T15" fmla="*/ 44 h 13"/>
                <a:gd name="T16" fmla="*/ 55 w 11"/>
                <a:gd name="T17" fmla="*/ 81 h 13"/>
                <a:gd name="T18" fmla="*/ 76 w 11"/>
                <a:gd name="T19" fmla="*/ 5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9"/>
                  </a:moveTo>
                  <a:cubicBezTo>
                    <a:pt x="11" y="11"/>
                    <a:pt x="10" y="12"/>
                    <a:pt x="8" y="12"/>
                  </a:cubicBezTo>
                  <a:cubicBezTo>
                    <a:pt x="6" y="13"/>
                    <a:pt x="3" y="11"/>
                    <a:pt x="2" y="7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2" y="7"/>
                  </a:cubicBezTo>
                  <a:cubicBezTo>
                    <a:pt x="3" y="11"/>
                    <a:pt x="6" y="13"/>
                    <a:pt x="8" y="13"/>
                  </a:cubicBezTo>
                  <a:cubicBezTo>
                    <a:pt x="10" y="12"/>
                    <a:pt x="11" y="11"/>
                    <a:pt x="11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0" name="Freeform 721">
              <a:extLst>
                <a:ext uri="{FF2B5EF4-FFF2-40B4-BE49-F238E27FC236}">
                  <a16:creationId xmlns:a16="http://schemas.microsoft.com/office/drawing/2014/main" id="{3451D839-BC2A-4224-9F65-3D49E4CDF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768"/>
              <a:ext cx="43" cy="41"/>
            </a:xfrm>
            <a:custGeom>
              <a:avLst/>
              <a:gdLst>
                <a:gd name="T0" fmla="*/ 120 w 23"/>
                <a:gd name="T1" fmla="*/ 24 h 22"/>
                <a:gd name="T2" fmla="*/ 73 w 23"/>
                <a:gd name="T3" fmla="*/ 0 h 22"/>
                <a:gd name="T4" fmla="*/ 24 w 23"/>
                <a:gd name="T5" fmla="*/ 13 h 22"/>
                <a:gd name="T6" fmla="*/ 60 w 23"/>
                <a:gd name="T7" fmla="*/ 117 h 22"/>
                <a:gd name="T8" fmla="*/ 144 w 23"/>
                <a:gd name="T9" fmla="*/ 89 h 22"/>
                <a:gd name="T10" fmla="*/ 120 w 23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2" y="15"/>
                    <a:pt x="9" y="18"/>
                  </a:cubicBezTo>
                  <a:cubicBezTo>
                    <a:pt x="15" y="22"/>
                    <a:pt x="21" y="19"/>
                    <a:pt x="22" y="14"/>
                  </a:cubicBezTo>
                  <a:cubicBezTo>
                    <a:pt x="23" y="10"/>
                    <a:pt x="22" y="9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31" name="Freeform 722">
              <a:extLst>
                <a:ext uri="{FF2B5EF4-FFF2-40B4-BE49-F238E27FC236}">
                  <a16:creationId xmlns:a16="http://schemas.microsoft.com/office/drawing/2014/main" id="{F8CEB69F-48B7-4567-AECE-36AAE24A6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775"/>
              <a:ext cx="21" cy="23"/>
            </a:xfrm>
            <a:custGeom>
              <a:avLst/>
              <a:gdLst>
                <a:gd name="T0" fmla="*/ 76 w 11"/>
                <a:gd name="T1" fmla="*/ 48 h 12"/>
                <a:gd name="T2" fmla="*/ 61 w 11"/>
                <a:gd name="T3" fmla="*/ 77 h 12"/>
                <a:gd name="T4" fmla="*/ 15 w 11"/>
                <a:gd name="T5" fmla="*/ 56 h 12"/>
                <a:gd name="T6" fmla="*/ 0 w 11"/>
                <a:gd name="T7" fmla="*/ 15 h 12"/>
                <a:gd name="T8" fmla="*/ 21 w 11"/>
                <a:gd name="T9" fmla="*/ 0 h 12"/>
                <a:gd name="T10" fmla="*/ 21 w 11"/>
                <a:gd name="T11" fmla="*/ 0 h 12"/>
                <a:gd name="T12" fmla="*/ 0 w 11"/>
                <a:gd name="T13" fmla="*/ 15 h 12"/>
                <a:gd name="T14" fmla="*/ 15 w 11"/>
                <a:gd name="T15" fmla="*/ 56 h 12"/>
                <a:gd name="T16" fmla="*/ 61 w 11"/>
                <a:gd name="T17" fmla="*/ 77 h 12"/>
                <a:gd name="T18" fmla="*/ 76 w 11"/>
                <a:gd name="T19" fmla="*/ 4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0"/>
                    <a:pt x="9" y="11"/>
                  </a:cubicBezTo>
                  <a:cubicBezTo>
                    <a:pt x="7" y="11"/>
                    <a:pt x="4" y="11"/>
                    <a:pt x="2" y="8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0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2" name="Freeform 723">
              <a:extLst>
                <a:ext uri="{FF2B5EF4-FFF2-40B4-BE49-F238E27FC236}">
                  <a16:creationId xmlns:a16="http://schemas.microsoft.com/office/drawing/2014/main" id="{299FD343-D45E-4D3B-8DA4-864939697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764"/>
              <a:ext cx="54" cy="54"/>
            </a:xfrm>
            <a:custGeom>
              <a:avLst/>
              <a:gdLst>
                <a:gd name="T0" fmla="*/ 117 w 29"/>
                <a:gd name="T1" fmla="*/ 13 h 29"/>
                <a:gd name="T2" fmla="*/ 37 w 29"/>
                <a:gd name="T3" fmla="*/ 20 h 29"/>
                <a:gd name="T4" fmla="*/ 45 w 29"/>
                <a:gd name="T5" fmla="*/ 128 h 29"/>
                <a:gd name="T6" fmla="*/ 156 w 29"/>
                <a:gd name="T7" fmla="*/ 173 h 29"/>
                <a:gd name="T8" fmla="*/ 181 w 29"/>
                <a:gd name="T9" fmla="*/ 121 h 29"/>
                <a:gd name="T10" fmla="*/ 149 w 29"/>
                <a:gd name="T11" fmla="*/ 69 h 29"/>
                <a:gd name="T12" fmla="*/ 117 w 29"/>
                <a:gd name="T13" fmla="*/ 1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9">
                  <a:moveTo>
                    <a:pt x="18" y="2"/>
                  </a:moveTo>
                  <a:cubicBezTo>
                    <a:pt x="14" y="0"/>
                    <a:pt x="10" y="0"/>
                    <a:pt x="6" y="3"/>
                  </a:cubicBezTo>
                  <a:cubicBezTo>
                    <a:pt x="0" y="7"/>
                    <a:pt x="1" y="14"/>
                    <a:pt x="7" y="20"/>
                  </a:cubicBezTo>
                  <a:cubicBezTo>
                    <a:pt x="13" y="27"/>
                    <a:pt x="17" y="29"/>
                    <a:pt x="24" y="27"/>
                  </a:cubicBezTo>
                  <a:cubicBezTo>
                    <a:pt x="27" y="26"/>
                    <a:pt x="29" y="23"/>
                    <a:pt x="28" y="19"/>
                  </a:cubicBezTo>
                  <a:cubicBezTo>
                    <a:pt x="28" y="16"/>
                    <a:pt x="25" y="15"/>
                    <a:pt x="23" y="11"/>
                  </a:cubicBezTo>
                  <a:cubicBezTo>
                    <a:pt x="22" y="9"/>
                    <a:pt x="21" y="5"/>
                    <a:pt x="18" y="2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33" name="Freeform 724">
              <a:extLst>
                <a:ext uri="{FF2B5EF4-FFF2-40B4-BE49-F238E27FC236}">
                  <a16:creationId xmlns:a16="http://schemas.microsoft.com/office/drawing/2014/main" id="{C8987AF0-6A64-4A46-AC56-09E5B7570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773"/>
              <a:ext cx="24" cy="30"/>
            </a:xfrm>
            <a:custGeom>
              <a:avLst/>
              <a:gdLst>
                <a:gd name="T0" fmla="*/ 81 w 13"/>
                <a:gd name="T1" fmla="*/ 92 h 16"/>
                <a:gd name="T2" fmla="*/ 76 w 13"/>
                <a:gd name="T3" fmla="*/ 105 h 16"/>
                <a:gd name="T4" fmla="*/ 20 w 13"/>
                <a:gd name="T5" fmla="*/ 60 h 16"/>
                <a:gd name="T6" fmla="*/ 7 w 13"/>
                <a:gd name="T7" fmla="*/ 8 h 16"/>
                <a:gd name="T8" fmla="*/ 37 w 13"/>
                <a:gd name="T9" fmla="*/ 8 h 16"/>
                <a:gd name="T10" fmla="*/ 37 w 13"/>
                <a:gd name="T11" fmla="*/ 8 h 16"/>
                <a:gd name="T12" fmla="*/ 7 w 13"/>
                <a:gd name="T13" fmla="*/ 8 h 16"/>
                <a:gd name="T14" fmla="*/ 20 w 13"/>
                <a:gd name="T15" fmla="*/ 60 h 16"/>
                <a:gd name="T16" fmla="*/ 76 w 13"/>
                <a:gd name="T17" fmla="*/ 105 h 16"/>
                <a:gd name="T18" fmla="*/ 81 w 13"/>
                <a:gd name="T19" fmla="*/ 9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6">
                  <a:moveTo>
                    <a:pt x="13" y="14"/>
                  </a:moveTo>
                  <a:cubicBezTo>
                    <a:pt x="13" y="15"/>
                    <a:pt x="13" y="15"/>
                    <a:pt x="12" y="16"/>
                  </a:cubicBezTo>
                  <a:cubicBezTo>
                    <a:pt x="11" y="16"/>
                    <a:pt x="7" y="15"/>
                    <a:pt x="3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5"/>
                    <a:pt x="3" y="9"/>
                  </a:cubicBezTo>
                  <a:cubicBezTo>
                    <a:pt x="7" y="15"/>
                    <a:pt x="11" y="16"/>
                    <a:pt x="12" y="16"/>
                  </a:cubicBezTo>
                  <a:cubicBezTo>
                    <a:pt x="13" y="16"/>
                    <a:pt x="13" y="15"/>
                    <a:pt x="13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4" name="Freeform 725">
              <a:extLst>
                <a:ext uri="{FF2B5EF4-FFF2-40B4-BE49-F238E27FC236}">
                  <a16:creationId xmlns:a16="http://schemas.microsoft.com/office/drawing/2014/main" id="{61B2A23C-10D7-4173-85B2-329A4BE87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753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65 w 22"/>
                <a:gd name="T3" fmla="*/ 0 h 22"/>
                <a:gd name="T4" fmla="*/ 21 w 22"/>
                <a:gd name="T5" fmla="*/ 13 h 22"/>
                <a:gd name="T6" fmla="*/ 52 w 22"/>
                <a:gd name="T7" fmla="*/ 117 h 22"/>
                <a:gd name="T8" fmla="*/ 136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35" name="Freeform 726">
              <a:extLst>
                <a:ext uri="{FF2B5EF4-FFF2-40B4-BE49-F238E27FC236}">
                  <a16:creationId xmlns:a16="http://schemas.microsoft.com/office/drawing/2014/main" id="{09A6620C-AAF0-4CD1-B6AA-F264297BD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760"/>
              <a:ext cx="21" cy="23"/>
            </a:xfrm>
            <a:custGeom>
              <a:avLst/>
              <a:gdLst>
                <a:gd name="T0" fmla="*/ 76 w 11"/>
                <a:gd name="T1" fmla="*/ 48 h 12"/>
                <a:gd name="T2" fmla="*/ 61 w 11"/>
                <a:gd name="T3" fmla="*/ 77 h 12"/>
                <a:gd name="T4" fmla="*/ 15 w 11"/>
                <a:gd name="T5" fmla="*/ 56 h 12"/>
                <a:gd name="T6" fmla="*/ 8 w 11"/>
                <a:gd name="T7" fmla="*/ 15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15 h 12"/>
                <a:gd name="T14" fmla="*/ 15 w 11"/>
                <a:gd name="T15" fmla="*/ 56 h 12"/>
                <a:gd name="T16" fmla="*/ 61 w 11"/>
                <a:gd name="T17" fmla="*/ 77 h 12"/>
                <a:gd name="T18" fmla="*/ 76 w 11"/>
                <a:gd name="T19" fmla="*/ 4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6" name="Freeform 727">
              <a:extLst>
                <a:ext uri="{FF2B5EF4-FFF2-40B4-BE49-F238E27FC236}">
                  <a16:creationId xmlns:a16="http://schemas.microsoft.com/office/drawing/2014/main" id="{7097A622-4B06-46EF-9065-476442A9A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839"/>
              <a:ext cx="58" cy="56"/>
            </a:xfrm>
            <a:custGeom>
              <a:avLst/>
              <a:gdLst>
                <a:gd name="T0" fmla="*/ 97 w 31"/>
                <a:gd name="T1" fmla="*/ 13 h 30"/>
                <a:gd name="T2" fmla="*/ 24 w 31"/>
                <a:gd name="T3" fmla="*/ 24 h 30"/>
                <a:gd name="T4" fmla="*/ 67 w 31"/>
                <a:gd name="T5" fmla="*/ 136 h 30"/>
                <a:gd name="T6" fmla="*/ 178 w 31"/>
                <a:gd name="T7" fmla="*/ 170 h 30"/>
                <a:gd name="T8" fmla="*/ 189 w 31"/>
                <a:gd name="T9" fmla="*/ 118 h 30"/>
                <a:gd name="T10" fmla="*/ 144 w 31"/>
                <a:gd name="T11" fmla="*/ 65 h 30"/>
                <a:gd name="T12" fmla="*/ 97 w 31"/>
                <a:gd name="T13" fmla="*/ 1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15" y="2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8"/>
                    <a:pt x="3" y="15"/>
                    <a:pt x="10" y="21"/>
                  </a:cubicBezTo>
                  <a:cubicBezTo>
                    <a:pt x="17" y="28"/>
                    <a:pt x="21" y="30"/>
                    <a:pt x="27" y="26"/>
                  </a:cubicBezTo>
                  <a:cubicBezTo>
                    <a:pt x="30" y="25"/>
                    <a:pt x="31" y="22"/>
                    <a:pt x="29" y="18"/>
                  </a:cubicBezTo>
                  <a:cubicBezTo>
                    <a:pt x="28" y="15"/>
                    <a:pt x="26" y="14"/>
                    <a:pt x="22" y="10"/>
                  </a:cubicBezTo>
                  <a:cubicBezTo>
                    <a:pt x="20" y="8"/>
                    <a:pt x="18" y="4"/>
                    <a:pt x="15" y="2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37" name="Freeform 728">
              <a:extLst>
                <a:ext uri="{FF2B5EF4-FFF2-40B4-BE49-F238E27FC236}">
                  <a16:creationId xmlns:a16="http://schemas.microsoft.com/office/drawing/2014/main" id="{7F32045B-8E66-494E-91EE-6E683D34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848"/>
              <a:ext cx="29" cy="30"/>
            </a:xfrm>
            <a:custGeom>
              <a:avLst/>
              <a:gdLst>
                <a:gd name="T0" fmla="*/ 96 w 16"/>
                <a:gd name="T1" fmla="*/ 92 h 16"/>
                <a:gd name="T2" fmla="*/ 89 w 16"/>
                <a:gd name="T3" fmla="*/ 99 h 16"/>
                <a:gd name="T4" fmla="*/ 29 w 16"/>
                <a:gd name="T5" fmla="*/ 68 h 16"/>
                <a:gd name="T6" fmla="*/ 7 w 16"/>
                <a:gd name="T7" fmla="*/ 15 h 16"/>
                <a:gd name="T8" fmla="*/ 29 w 16"/>
                <a:gd name="T9" fmla="*/ 8 h 16"/>
                <a:gd name="T10" fmla="*/ 29 w 16"/>
                <a:gd name="T11" fmla="*/ 8 h 16"/>
                <a:gd name="T12" fmla="*/ 7 w 16"/>
                <a:gd name="T13" fmla="*/ 15 h 16"/>
                <a:gd name="T14" fmla="*/ 29 w 16"/>
                <a:gd name="T15" fmla="*/ 68 h 16"/>
                <a:gd name="T16" fmla="*/ 89 w 16"/>
                <a:gd name="T17" fmla="*/ 99 h 16"/>
                <a:gd name="T18" fmla="*/ 96 w 16"/>
                <a:gd name="T19" fmla="*/ 9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6">
                  <a:moveTo>
                    <a:pt x="16" y="14"/>
                  </a:moveTo>
                  <a:cubicBezTo>
                    <a:pt x="16" y="14"/>
                    <a:pt x="16" y="15"/>
                    <a:pt x="15" y="15"/>
                  </a:cubicBezTo>
                  <a:cubicBezTo>
                    <a:pt x="14" y="16"/>
                    <a:pt x="11" y="15"/>
                    <a:pt x="5" y="10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1" y="6"/>
                    <a:pt x="5" y="10"/>
                  </a:cubicBezTo>
                  <a:cubicBezTo>
                    <a:pt x="10" y="15"/>
                    <a:pt x="14" y="16"/>
                    <a:pt x="15" y="15"/>
                  </a:cubicBezTo>
                  <a:cubicBezTo>
                    <a:pt x="16" y="15"/>
                    <a:pt x="16" y="15"/>
                    <a:pt x="16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8" name="Freeform 729">
              <a:extLst>
                <a:ext uri="{FF2B5EF4-FFF2-40B4-BE49-F238E27FC236}">
                  <a16:creationId xmlns:a16="http://schemas.microsoft.com/office/drawing/2014/main" id="{83F35020-359D-48E6-BB6C-217DBE72C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728"/>
              <a:ext cx="44" cy="51"/>
            </a:xfrm>
            <a:custGeom>
              <a:avLst/>
              <a:gdLst>
                <a:gd name="T0" fmla="*/ 105 w 24"/>
                <a:gd name="T1" fmla="*/ 21 h 27"/>
                <a:gd name="T2" fmla="*/ 61 w 24"/>
                <a:gd name="T3" fmla="*/ 0 h 27"/>
                <a:gd name="T4" fmla="*/ 20 w 24"/>
                <a:gd name="T5" fmla="*/ 108 h 27"/>
                <a:gd name="T6" fmla="*/ 112 w 24"/>
                <a:gd name="T7" fmla="*/ 176 h 27"/>
                <a:gd name="T8" fmla="*/ 141 w 24"/>
                <a:gd name="T9" fmla="*/ 121 h 27"/>
                <a:gd name="T10" fmla="*/ 125 w 24"/>
                <a:gd name="T11" fmla="*/ 60 h 27"/>
                <a:gd name="T12" fmla="*/ 105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6" y="24"/>
                    <a:pt x="14" y="27"/>
                    <a:pt x="18" y="26"/>
                  </a:cubicBezTo>
                  <a:cubicBezTo>
                    <a:pt x="22" y="25"/>
                    <a:pt x="24" y="22"/>
                    <a:pt x="23" y="18"/>
                  </a:cubicBezTo>
                  <a:cubicBezTo>
                    <a:pt x="23" y="14"/>
                    <a:pt x="21" y="11"/>
                    <a:pt x="20" y="9"/>
                  </a:cubicBezTo>
                  <a:cubicBezTo>
                    <a:pt x="19" y="7"/>
                    <a:pt x="18" y="4"/>
                    <a:pt x="17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39" name="Freeform 730">
              <a:extLst>
                <a:ext uri="{FF2B5EF4-FFF2-40B4-BE49-F238E27FC236}">
                  <a16:creationId xmlns:a16="http://schemas.microsoft.com/office/drawing/2014/main" id="{D3163CCC-7FC4-4E9D-ADA5-82C6F3222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740"/>
              <a:ext cx="18" cy="28"/>
            </a:xfrm>
            <a:custGeom>
              <a:avLst/>
              <a:gdLst>
                <a:gd name="T0" fmla="*/ 13 w 10"/>
                <a:gd name="T1" fmla="*/ 7 h 15"/>
                <a:gd name="T2" fmla="*/ 7 w 10"/>
                <a:gd name="T3" fmla="*/ 39 h 15"/>
                <a:gd name="T4" fmla="*/ 36 w 10"/>
                <a:gd name="T5" fmla="*/ 91 h 15"/>
                <a:gd name="T6" fmla="*/ 58 w 10"/>
                <a:gd name="T7" fmla="*/ 91 h 15"/>
                <a:gd name="T8" fmla="*/ 58 w 10"/>
                <a:gd name="T9" fmla="*/ 91 h 15"/>
                <a:gd name="T10" fmla="*/ 36 w 10"/>
                <a:gd name="T11" fmla="*/ 91 h 15"/>
                <a:gd name="T12" fmla="*/ 7 w 10"/>
                <a:gd name="T13" fmla="*/ 39 h 15"/>
                <a:gd name="T14" fmla="*/ 13 w 10"/>
                <a:gd name="T15" fmla="*/ 7 h 15"/>
                <a:gd name="T16" fmla="*/ 29 w 10"/>
                <a:gd name="T17" fmla="*/ 7 h 15"/>
                <a:gd name="T18" fmla="*/ 29 w 10"/>
                <a:gd name="T19" fmla="*/ 7 h 15"/>
                <a:gd name="T20" fmla="*/ 13 w 10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5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9" y="15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5"/>
                    <a:pt x="7" y="14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0" name="Freeform 731">
              <a:extLst>
                <a:ext uri="{FF2B5EF4-FFF2-40B4-BE49-F238E27FC236}">
                  <a16:creationId xmlns:a16="http://schemas.microsoft.com/office/drawing/2014/main" id="{E7B91632-B36A-4C95-B0CA-C8B0ACE7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635"/>
              <a:ext cx="50" cy="58"/>
            </a:xfrm>
            <a:custGeom>
              <a:avLst/>
              <a:gdLst>
                <a:gd name="T0" fmla="*/ 65 w 27"/>
                <a:gd name="T1" fmla="*/ 7 h 31"/>
                <a:gd name="T2" fmla="*/ 7 w 27"/>
                <a:gd name="T3" fmla="*/ 60 h 31"/>
                <a:gd name="T4" fmla="*/ 52 w 27"/>
                <a:gd name="T5" fmla="*/ 172 h 31"/>
                <a:gd name="T6" fmla="*/ 128 w 27"/>
                <a:gd name="T7" fmla="*/ 178 h 31"/>
                <a:gd name="T8" fmla="*/ 65 w 27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0" y="1"/>
                  </a:moveTo>
                  <a:cubicBezTo>
                    <a:pt x="5" y="0"/>
                    <a:pt x="1" y="4"/>
                    <a:pt x="1" y="9"/>
                  </a:cubicBezTo>
                  <a:cubicBezTo>
                    <a:pt x="0" y="15"/>
                    <a:pt x="3" y="22"/>
                    <a:pt x="8" y="26"/>
                  </a:cubicBezTo>
                  <a:cubicBezTo>
                    <a:pt x="13" y="31"/>
                    <a:pt x="17" y="30"/>
                    <a:pt x="20" y="27"/>
                  </a:cubicBezTo>
                  <a:cubicBezTo>
                    <a:pt x="27" y="22"/>
                    <a:pt x="20" y="3"/>
                    <a:pt x="10" y="1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41" name="Freeform 732">
              <a:extLst>
                <a:ext uri="{FF2B5EF4-FFF2-40B4-BE49-F238E27FC236}">
                  <a16:creationId xmlns:a16="http://schemas.microsoft.com/office/drawing/2014/main" id="{AFD4BABA-E687-48AC-B3CC-5657C0983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644"/>
              <a:ext cx="21" cy="34"/>
            </a:xfrm>
            <a:custGeom>
              <a:avLst/>
              <a:gdLst>
                <a:gd name="T0" fmla="*/ 15 w 11"/>
                <a:gd name="T1" fmla="*/ 8 h 18"/>
                <a:gd name="T2" fmla="*/ 8 w 11"/>
                <a:gd name="T3" fmla="*/ 53 h 18"/>
                <a:gd name="T4" fmla="*/ 48 w 11"/>
                <a:gd name="T5" fmla="*/ 113 h 18"/>
                <a:gd name="T6" fmla="*/ 76 w 11"/>
                <a:gd name="T7" fmla="*/ 113 h 18"/>
                <a:gd name="T8" fmla="*/ 76 w 11"/>
                <a:gd name="T9" fmla="*/ 113 h 18"/>
                <a:gd name="T10" fmla="*/ 48 w 11"/>
                <a:gd name="T11" fmla="*/ 113 h 18"/>
                <a:gd name="T12" fmla="*/ 8 w 11"/>
                <a:gd name="T13" fmla="*/ 53 h 18"/>
                <a:gd name="T14" fmla="*/ 15 w 11"/>
                <a:gd name="T15" fmla="*/ 8 h 18"/>
                <a:gd name="T16" fmla="*/ 40 w 11"/>
                <a:gd name="T17" fmla="*/ 8 h 18"/>
                <a:gd name="T18" fmla="*/ 40 w 11"/>
                <a:gd name="T19" fmla="*/ 8 h 18"/>
                <a:gd name="T20" fmla="*/ 15 w 11"/>
                <a:gd name="T21" fmla="*/ 8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0" y="2"/>
                    <a:pt x="0" y="5"/>
                    <a:pt x="1" y="8"/>
                  </a:cubicBezTo>
                  <a:cubicBezTo>
                    <a:pt x="1" y="12"/>
                    <a:pt x="4" y="16"/>
                    <a:pt x="7" y="17"/>
                  </a:cubicBezTo>
                  <a:cubicBezTo>
                    <a:pt x="8" y="18"/>
                    <a:pt x="10" y="18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8"/>
                    <a:pt x="8" y="18"/>
                    <a:pt x="7" y="17"/>
                  </a:cubicBezTo>
                  <a:cubicBezTo>
                    <a:pt x="4" y="16"/>
                    <a:pt x="1" y="12"/>
                    <a:pt x="1" y="8"/>
                  </a:cubicBezTo>
                  <a:cubicBezTo>
                    <a:pt x="0" y="5"/>
                    <a:pt x="1" y="3"/>
                    <a:pt x="2" y="1"/>
                  </a:cubicBezTo>
                  <a:cubicBezTo>
                    <a:pt x="3" y="1"/>
                    <a:pt x="4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2" name="Freeform 733">
              <a:extLst>
                <a:ext uri="{FF2B5EF4-FFF2-40B4-BE49-F238E27FC236}">
                  <a16:creationId xmlns:a16="http://schemas.microsoft.com/office/drawing/2014/main" id="{73D16011-4AB6-42F8-A01D-A110BA0A7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773"/>
              <a:ext cx="48" cy="62"/>
            </a:xfrm>
            <a:custGeom>
              <a:avLst/>
              <a:gdLst>
                <a:gd name="T0" fmla="*/ 157 w 26"/>
                <a:gd name="T1" fmla="*/ 105 h 33"/>
                <a:gd name="T2" fmla="*/ 157 w 26"/>
                <a:gd name="T3" fmla="*/ 53 h 33"/>
                <a:gd name="T4" fmla="*/ 31 w 26"/>
                <a:gd name="T5" fmla="*/ 68 h 33"/>
                <a:gd name="T6" fmla="*/ 31 w 26"/>
                <a:gd name="T7" fmla="*/ 197 h 33"/>
                <a:gd name="T8" fmla="*/ 102 w 26"/>
                <a:gd name="T9" fmla="*/ 205 h 33"/>
                <a:gd name="T10" fmla="*/ 140 w 26"/>
                <a:gd name="T11" fmla="*/ 145 h 33"/>
                <a:gd name="T12" fmla="*/ 157 w 26"/>
                <a:gd name="T13" fmla="*/ 10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5" y="16"/>
                  </a:moveTo>
                  <a:cubicBezTo>
                    <a:pt x="26" y="13"/>
                    <a:pt x="26" y="10"/>
                    <a:pt x="25" y="8"/>
                  </a:cubicBezTo>
                  <a:cubicBezTo>
                    <a:pt x="20" y="0"/>
                    <a:pt x="11" y="3"/>
                    <a:pt x="5" y="10"/>
                  </a:cubicBezTo>
                  <a:cubicBezTo>
                    <a:pt x="0" y="18"/>
                    <a:pt x="1" y="27"/>
                    <a:pt x="5" y="30"/>
                  </a:cubicBezTo>
                  <a:cubicBezTo>
                    <a:pt x="8" y="33"/>
                    <a:pt x="12" y="33"/>
                    <a:pt x="16" y="31"/>
                  </a:cubicBezTo>
                  <a:cubicBezTo>
                    <a:pt x="19" y="28"/>
                    <a:pt x="20" y="24"/>
                    <a:pt x="22" y="22"/>
                  </a:cubicBezTo>
                  <a:cubicBezTo>
                    <a:pt x="23" y="20"/>
                    <a:pt x="25" y="18"/>
                    <a:pt x="25" y="16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43" name="Freeform 734">
              <a:extLst>
                <a:ext uri="{FF2B5EF4-FFF2-40B4-BE49-F238E27FC236}">
                  <a16:creationId xmlns:a16="http://schemas.microsoft.com/office/drawing/2014/main" id="{B641DCA1-A1DF-41A6-AB50-B95DF58E3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792"/>
              <a:ext cx="22" cy="30"/>
            </a:xfrm>
            <a:custGeom>
              <a:avLst/>
              <a:gdLst>
                <a:gd name="T0" fmla="*/ 61 w 12"/>
                <a:gd name="T1" fmla="*/ 0 h 16"/>
                <a:gd name="T2" fmla="*/ 31 w 12"/>
                <a:gd name="T3" fmla="*/ 21 h 16"/>
                <a:gd name="T4" fmla="*/ 0 w 12"/>
                <a:gd name="T5" fmla="*/ 81 h 16"/>
                <a:gd name="T6" fmla="*/ 13 w 12"/>
                <a:gd name="T7" fmla="*/ 105 h 16"/>
                <a:gd name="T8" fmla="*/ 13 w 12"/>
                <a:gd name="T9" fmla="*/ 105 h 16"/>
                <a:gd name="T10" fmla="*/ 7 w 12"/>
                <a:gd name="T11" fmla="*/ 81 h 16"/>
                <a:gd name="T12" fmla="*/ 31 w 12"/>
                <a:gd name="T13" fmla="*/ 21 h 16"/>
                <a:gd name="T14" fmla="*/ 61 w 12"/>
                <a:gd name="T15" fmla="*/ 8 h 16"/>
                <a:gd name="T16" fmla="*/ 73 w 12"/>
                <a:gd name="T17" fmla="*/ 21 h 16"/>
                <a:gd name="T18" fmla="*/ 73 w 12"/>
                <a:gd name="T19" fmla="*/ 21 h 16"/>
                <a:gd name="T20" fmla="*/ 61 w 12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6">
                  <a:moveTo>
                    <a:pt x="10" y="0"/>
                  </a:moveTo>
                  <a:cubicBezTo>
                    <a:pt x="9" y="0"/>
                    <a:pt x="7" y="1"/>
                    <a:pt x="5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1" y="14"/>
                    <a:pt x="1" y="15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5"/>
                    <a:pt x="1" y="14"/>
                    <a:pt x="1" y="12"/>
                  </a:cubicBezTo>
                  <a:cubicBezTo>
                    <a:pt x="0" y="9"/>
                    <a:pt x="2" y="6"/>
                    <a:pt x="5" y="3"/>
                  </a:cubicBezTo>
                  <a:cubicBezTo>
                    <a:pt x="7" y="1"/>
                    <a:pt x="9" y="0"/>
                    <a:pt x="10" y="1"/>
                  </a:cubicBezTo>
                  <a:cubicBezTo>
                    <a:pt x="11" y="1"/>
                    <a:pt x="12" y="2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1"/>
                    <a:pt x="1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4" name="Freeform 735">
              <a:extLst>
                <a:ext uri="{FF2B5EF4-FFF2-40B4-BE49-F238E27FC236}">
                  <a16:creationId xmlns:a16="http://schemas.microsoft.com/office/drawing/2014/main" id="{3A835D85-570A-4B18-9574-34536D6C8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768"/>
              <a:ext cx="51" cy="56"/>
            </a:xfrm>
            <a:custGeom>
              <a:avLst/>
              <a:gdLst>
                <a:gd name="T0" fmla="*/ 68 w 27"/>
                <a:gd name="T1" fmla="*/ 0 h 30"/>
                <a:gd name="T2" fmla="*/ 0 w 27"/>
                <a:gd name="T3" fmla="*/ 60 h 30"/>
                <a:gd name="T4" fmla="*/ 47 w 27"/>
                <a:gd name="T5" fmla="*/ 164 h 30"/>
                <a:gd name="T6" fmla="*/ 136 w 27"/>
                <a:gd name="T7" fmla="*/ 174 h 30"/>
                <a:gd name="T8" fmla="*/ 68 w 2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10" y="0"/>
                  </a:moveTo>
                  <a:cubicBezTo>
                    <a:pt x="5" y="0"/>
                    <a:pt x="1" y="3"/>
                    <a:pt x="0" y="9"/>
                  </a:cubicBezTo>
                  <a:cubicBezTo>
                    <a:pt x="0" y="14"/>
                    <a:pt x="3" y="21"/>
                    <a:pt x="7" y="25"/>
                  </a:cubicBezTo>
                  <a:cubicBezTo>
                    <a:pt x="12" y="30"/>
                    <a:pt x="17" y="29"/>
                    <a:pt x="20" y="27"/>
                  </a:cubicBezTo>
                  <a:cubicBezTo>
                    <a:pt x="27" y="21"/>
                    <a:pt x="20" y="3"/>
                    <a:pt x="10" y="0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45" name="Freeform 736">
              <a:extLst>
                <a:ext uri="{FF2B5EF4-FFF2-40B4-BE49-F238E27FC236}">
                  <a16:creationId xmlns:a16="http://schemas.microsoft.com/office/drawing/2014/main" id="{721CAC84-D7EA-4F2B-AE38-BAB2253F0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77"/>
              <a:ext cx="21" cy="34"/>
            </a:xfrm>
            <a:custGeom>
              <a:avLst/>
              <a:gdLst>
                <a:gd name="T0" fmla="*/ 15 w 11"/>
                <a:gd name="T1" fmla="*/ 8 h 18"/>
                <a:gd name="T2" fmla="*/ 0 w 11"/>
                <a:gd name="T3" fmla="*/ 53 h 18"/>
                <a:gd name="T4" fmla="*/ 48 w 11"/>
                <a:gd name="T5" fmla="*/ 113 h 18"/>
                <a:gd name="T6" fmla="*/ 76 w 11"/>
                <a:gd name="T7" fmla="*/ 113 h 18"/>
                <a:gd name="T8" fmla="*/ 76 w 11"/>
                <a:gd name="T9" fmla="*/ 113 h 18"/>
                <a:gd name="T10" fmla="*/ 48 w 11"/>
                <a:gd name="T11" fmla="*/ 113 h 18"/>
                <a:gd name="T12" fmla="*/ 8 w 11"/>
                <a:gd name="T13" fmla="*/ 53 h 18"/>
                <a:gd name="T14" fmla="*/ 15 w 11"/>
                <a:gd name="T15" fmla="*/ 8 h 18"/>
                <a:gd name="T16" fmla="*/ 36 w 11"/>
                <a:gd name="T17" fmla="*/ 0 h 18"/>
                <a:gd name="T18" fmla="*/ 36 w 11"/>
                <a:gd name="T19" fmla="*/ 0 h 18"/>
                <a:gd name="T20" fmla="*/ 15 w 11"/>
                <a:gd name="T21" fmla="*/ 8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1" y="11"/>
                    <a:pt x="4" y="15"/>
                    <a:pt x="7" y="17"/>
                  </a:cubicBezTo>
                  <a:cubicBezTo>
                    <a:pt x="8" y="18"/>
                    <a:pt x="9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9" y="17"/>
                    <a:pt x="8" y="17"/>
                    <a:pt x="7" y="17"/>
                  </a:cubicBezTo>
                  <a:cubicBezTo>
                    <a:pt x="4" y="15"/>
                    <a:pt x="1" y="11"/>
                    <a:pt x="1" y="8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6" name="Freeform 737">
              <a:extLst>
                <a:ext uri="{FF2B5EF4-FFF2-40B4-BE49-F238E27FC236}">
                  <a16:creationId xmlns:a16="http://schemas.microsoft.com/office/drawing/2014/main" id="{7F4A861D-09FA-4618-A0F1-A0CB2E25D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732"/>
              <a:ext cx="41" cy="43"/>
            </a:xfrm>
            <a:custGeom>
              <a:avLst/>
              <a:gdLst>
                <a:gd name="T0" fmla="*/ 117 w 22"/>
                <a:gd name="T1" fmla="*/ 105 h 23"/>
                <a:gd name="T2" fmla="*/ 136 w 22"/>
                <a:gd name="T3" fmla="*/ 60 h 23"/>
                <a:gd name="T4" fmla="*/ 112 w 22"/>
                <a:gd name="T5" fmla="*/ 21 h 23"/>
                <a:gd name="T6" fmla="*/ 13 w 22"/>
                <a:gd name="T7" fmla="*/ 67 h 23"/>
                <a:gd name="T8" fmla="*/ 60 w 22"/>
                <a:gd name="T9" fmla="*/ 150 h 23"/>
                <a:gd name="T10" fmla="*/ 117 w 22"/>
                <a:gd name="T11" fmla="*/ 10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16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0" y="6"/>
                    <a:pt x="19" y="4"/>
                    <a:pt x="17" y="3"/>
                  </a:cubicBezTo>
                  <a:cubicBezTo>
                    <a:pt x="12" y="0"/>
                    <a:pt x="4" y="4"/>
                    <a:pt x="2" y="10"/>
                  </a:cubicBezTo>
                  <a:cubicBezTo>
                    <a:pt x="0" y="17"/>
                    <a:pt x="4" y="23"/>
                    <a:pt x="9" y="23"/>
                  </a:cubicBezTo>
                  <a:cubicBezTo>
                    <a:pt x="13" y="22"/>
                    <a:pt x="14" y="21"/>
                    <a:pt x="18" y="16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47" name="Freeform 738">
              <a:extLst>
                <a:ext uri="{FF2B5EF4-FFF2-40B4-BE49-F238E27FC236}">
                  <a16:creationId xmlns:a16="http://schemas.microsoft.com/office/drawing/2014/main" id="{D18592AC-1B60-4690-ACD1-F11E05898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743"/>
              <a:ext cx="21" cy="23"/>
            </a:xfrm>
            <a:custGeom>
              <a:avLst/>
              <a:gdLst>
                <a:gd name="T0" fmla="*/ 40 w 11"/>
                <a:gd name="T1" fmla="*/ 84 h 12"/>
                <a:gd name="T2" fmla="*/ 8 w 11"/>
                <a:gd name="T3" fmla="*/ 77 h 12"/>
                <a:gd name="T4" fmla="*/ 21 w 11"/>
                <a:gd name="T5" fmla="*/ 23 h 12"/>
                <a:gd name="T6" fmla="*/ 55 w 11"/>
                <a:gd name="T7" fmla="*/ 8 h 12"/>
                <a:gd name="T8" fmla="*/ 76 w 11"/>
                <a:gd name="T9" fmla="*/ 23 h 12"/>
                <a:gd name="T10" fmla="*/ 76 w 11"/>
                <a:gd name="T11" fmla="*/ 23 h 12"/>
                <a:gd name="T12" fmla="*/ 55 w 11"/>
                <a:gd name="T13" fmla="*/ 8 h 12"/>
                <a:gd name="T14" fmla="*/ 15 w 11"/>
                <a:gd name="T15" fmla="*/ 23 h 12"/>
                <a:gd name="T16" fmla="*/ 8 w 11"/>
                <a:gd name="T17" fmla="*/ 77 h 12"/>
                <a:gd name="T18" fmla="*/ 40 w 11"/>
                <a:gd name="T19" fmla="*/ 8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6" y="12"/>
                  </a:moveTo>
                  <a:cubicBezTo>
                    <a:pt x="4" y="12"/>
                    <a:pt x="2" y="12"/>
                    <a:pt x="1" y="11"/>
                  </a:cubicBezTo>
                  <a:cubicBezTo>
                    <a:pt x="0" y="9"/>
                    <a:pt x="0" y="6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ubicBezTo>
                    <a:pt x="9" y="1"/>
                    <a:pt x="10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2"/>
                    <a:pt x="9" y="1"/>
                    <a:pt x="8" y="1"/>
                  </a:cubicBezTo>
                  <a:cubicBezTo>
                    <a:pt x="7" y="0"/>
                    <a:pt x="5" y="1"/>
                    <a:pt x="2" y="3"/>
                  </a:cubicBezTo>
                  <a:cubicBezTo>
                    <a:pt x="0" y="6"/>
                    <a:pt x="0" y="9"/>
                    <a:pt x="1" y="11"/>
                  </a:cubicBezTo>
                  <a:cubicBezTo>
                    <a:pt x="2" y="12"/>
                    <a:pt x="4" y="12"/>
                    <a:pt x="6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8" name="Freeform 739">
              <a:extLst>
                <a:ext uri="{FF2B5EF4-FFF2-40B4-BE49-F238E27FC236}">
                  <a16:creationId xmlns:a16="http://schemas.microsoft.com/office/drawing/2014/main" id="{00CC8EA5-2400-40AE-B737-37D5AE1CF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758"/>
              <a:ext cx="39" cy="43"/>
            </a:xfrm>
            <a:custGeom>
              <a:avLst/>
              <a:gdLst>
                <a:gd name="T0" fmla="*/ 121 w 21"/>
                <a:gd name="T1" fmla="*/ 45 h 23"/>
                <a:gd name="T2" fmla="*/ 89 w 21"/>
                <a:gd name="T3" fmla="*/ 7 h 23"/>
                <a:gd name="T4" fmla="*/ 37 w 21"/>
                <a:gd name="T5" fmla="*/ 7 h 23"/>
                <a:gd name="T6" fmla="*/ 32 w 21"/>
                <a:gd name="T7" fmla="*/ 120 h 23"/>
                <a:gd name="T8" fmla="*/ 121 w 21"/>
                <a:gd name="T9" fmla="*/ 125 h 23"/>
                <a:gd name="T10" fmla="*/ 121 w 21"/>
                <a:gd name="T11" fmla="*/ 4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9" y="7"/>
                  </a:moveTo>
                  <a:cubicBezTo>
                    <a:pt x="17" y="5"/>
                    <a:pt x="16" y="2"/>
                    <a:pt x="14" y="1"/>
                  </a:cubicBezTo>
                  <a:cubicBezTo>
                    <a:pt x="11" y="0"/>
                    <a:pt x="9" y="0"/>
                    <a:pt x="6" y="1"/>
                  </a:cubicBezTo>
                  <a:cubicBezTo>
                    <a:pt x="1" y="4"/>
                    <a:pt x="0" y="13"/>
                    <a:pt x="5" y="18"/>
                  </a:cubicBezTo>
                  <a:cubicBezTo>
                    <a:pt x="10" y="23"/>
                    <a:pt x="17" y="23"/>
                    <a:pt x="19" y="19"/>
                  </a:cubicBezTo>
                  <a:cubicBezTo>
                    <a:pt x="21" y="15"/>
                    <a:pt x="21" y="13"/>
                    <a:pt x="19" y="7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49" name="Freeform 740">
              <a:extLst>
                <a:ext uri="{FF2B5EF4-FFF2-40B4-BE49-F238E27FC236}">
                  <a16:creationId xmlns:a16="http://schemas.microsoft.com/office/drawing/2014/main" id="{95D81DBB-B648-4E69-AF8D-1FD61A48C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768"/>
              <a:ext cx="19" cy="22"/>
            </a:xfrm>
            <a:custGeom>
              <a:avLst/>
              <a:gdLst>
                <a:gd name="T0" fmla="*/ 68 w 10"/>
                <a:gd name="T1" fmla="*/ 57 h 12"/>
                <a:gd name="T2" fmla="*/ 48 w 10"/>
                <a:gd name="T3" fmla="*/ 73 h 12"/>
                <a:gd name="T4" fmla="*/ 15 w 10"/>
                <a:gd name="T5" fmla="*/ 44 h 12"/>
                <a:gd name="T6" fmla="*/ 15 w 10"/>
                <a:gd name="T7" fmla="*/ 7 h 12"/>
                <a:gd name="T8" fmla="*/ 40 w 10"/>
                <a:gd name="T9" fmla="*/ 0 h 12"/>
                <a:gd name="T10" fmla="*/ 40 w 10"/>
                <a:gd name="T11" fmla="*/ 0 h 12"/>
                <a:gd name="T12" fmla="*/ 15 w 10"/>
                <a:gd name="T13" fmla="*/ 7 h 12"/>
                <a:gd name="T14" fmla="*/ 8 w 10"/>
                <a:gd name="T15" fmla="*/ 44 h 12"/>
                <a:gd name="T16" fmla="*/ 48 w 10"/>
                <a:gd name="T17" fmla="*/ 73 h 12"/>
                <a:gd name="T18" fmla="*/ 68 w 10"/>
                <a:gd name="T19" fmla="*/ 5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9"/>
                  </a:moveTo>
                  <a:cubicBezTo>
                    <a:pt x="10" y="11"/>
                    <a:pt x="9" y="12"/>
                    <a:pt x="7" y="12"/>
                  </a:cubicBezTo>
                  <a:cubicBezTo>
                    <a:pt x="5" y="12"/>
                    <a:pt x="3" y="11"/>
                    <a:pt x="2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3" y="11"/>
                    <a:pt x="5" y="12"/>
                    <a:pt x="7" y="12"/>
                  </a:cubicBezTo>
                  <a:cubicBezTo>
                    <a:pt x="9" y="12"/>
                    <a:pt x="10" y="11"/>
                    <a:pt x="10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0" name="Freeform 741">
              <a:extLst>
                <a:ext uri="{FF2B5EF4-FFF2-40B4-BE49-F238E27FC236}">
                  <a16:creationId xmlns:a16="http://schemas.microsoft.com/office/drawing/2014/main" id="{9F315CE8-9FE6-48D6-81AF-A7344F614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756"/>
              <a:ext cx="41" cy="43"/>
            </a:xfrm>
            <a:custGeom>
              <a:avLst/>
              <a:gdLst>
                <a:gd name="T0" fmla="*/ 112 w 22"/>
                <a:gd name="T1" fmla="*/ 24 h 23"/>
                <a:gd name="T2" fmla="*/ 65 w 22"/>
                <a:gd name="T3" fmla="*/ 0 h 23"/>
                <a:gd name="T4" fmla="*/ 24 w 22"/>
                <a:gd name="T5" fmla="*/ 21 h 23"/>
                <a:gd name="T6" fmla="*/ 52 w 22"/>
                <a:gd name="T7" fmla="*/ 125 h 23"/>
                <a:gd name="T8" fmla="*/ 136 w 22"/>
                <a:gd name="T9" fmla="*/ 97 h 23"/>
                <a:gd name="T10" fmla="*/ 112 w 22"/>
                <a:gd name="T11" fmla="*/ 2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3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51" name="Freeform 742">
              <a:extLst>
                <a:ext uri="{FF2B5EF4-FFF2-40B4-BE49-F238E27FC236}">
                  <a16:creationId xmlns:a16="http://schemas.microsoft.com/office/drawing/2014/main" id="{5844B7BE-FD6A-4D92-A438-AAD2BDD50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764"/>
              <a:ext cx="21" cy="22"/>
            </a:xfrm>
            <a:custGeom>
              <a:avLst/>
              <a:gdLst>
                <a:gd name="T0" fmla="*/ 76 w 11"/>
                <a:gd name="T1" fmla="*/ 44 h 12"/>
                <a:gd name="T2" fmla="*/ 61 w 11"/>
                <a:gd name="T3" fmla="*/ 68 h 12"/>
                <a:gd name="T4" fmla="*/ 15 w 11"/>
                <a:gd name="T5" fmla="*/ 57 h 12"/>
                <a:gd name="T6" fmla="*/ 8 w 11"/>
                <a:gd name="T7" fmla="*/ 20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20 h 12"/>
                <a:gd name="T14" fmla="*/ 15 w 11"/>
                <a:gd name="T15" fmla="*/ 57 h 12"/>
                <a:gd name="T16" fmla="*/ 61 w 11"/>
                <a:gd name="T17" fmla="*/ 73 h 12"/>
                <a:gd name="T18" fmla="*/ 76 w 11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1"/>
                    <a:pt x="9" y="11"/>
                  </a:cubicBezTo>
                  <a:cubicBezTo>
                    <a:pt x="7" y="12"/>
                    <a:pt x="4" y="12"/>
                    <a:pt x="2" y="9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1"/>
                    <a:pt x="1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2" name="Freeform 743">
              <a:extLst>
                <a:ext uri="{FF2B5EF4-FFF2-40B4-BE49-F238E27FC236}">
                  <a16:creationId xmlns:a16="http://schemas.microsoft.com/office/drawing/2014/main" id="{4DA395ED-54D5-405F-9548-4C40CBAED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741"/>
              <a:ext cx="45" cy="53"/>
            </a:xfrm>
            <a:custGeom>
              <a:avLst/>
              <a:gdLst>
                <a:gd name="T0" fmla="*/ 113 w 24"/>
                <a:gd name="T1" fmla="*/ 21 h 28"/>
                <a:gd name="T2" fmla="*/ 68 w 24"/>
                <a:gd name="T3" fmla="*/ 0 h 28"/>
                <a:gd name="T4" fmla="*/ 21 w 24"/>
                <a:gd name="T5" fmla="*/ 108 h 28"/>
                <a:gd name="T6" fmla="*/ 120 w 24"/>
                <a:gd name="T7" fmla="*/ 176 h 28"/>
                <a:gd name="T8" fmla="*/ 152 w 24"/>
                <a:gd name="T9" fmla="*/ 121 h 28"/>
                <a:gd name="T10" fmla="*/ 133 w 24"/>
                <a:gd name="T11" fmla="*/ 68 h 28"/>
                <a:gd name="T12" fmla="*/ 113 w 24"/>
                <a:gd name="T13" fmla="*/ 2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6" y="24"/>
                    <a:pt x="14" y="28"/>
                    <a:pt x="18" y="26"/>
                  </a:cubicBezTo>
                  <a:cubicBezTo>
                    <a:pt x="22" y="25"/>
                    <a:pt x="24" y="22"/>
                    <a:pt x="23" y="18"/>
                  </a:cubicBezTo>
                  <a:cubicBezTo>
                    <a:pt x="23" y="15"/>
                    <a:pt x="21" y="11"/>
                    <a:pt x="20" y="10"/>
                  </a:cubicBezTo>
                  <a:cubicBezTo>
                    <a:pt x="19" y="7"/>
                    <a:pt x="18" y="5"/>
                    <a:pt x="17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53" name="Freeform 744">
              <a:extLst>
                <a:ext uri="{FF2B5EF4-FFF2-40B4-BE49-F238E27FC236}">
                  <a16:creationId xmlns:a16="http://schemas.microsoft.com/office/drawing/2014/main" id="{3E0E4B2C-18C6-4AAD-89FA-DC9BD4A6E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753"/>
              <a:ext cx="18" cy="28"/>
            </a:xfrm>
            <a:custGeom>
              <a:avLst/>
              <a:gdLst>
                <a:gd name="T0" fmla="*/ 13 w 10"/>
                <a:gd name="T1" fmla="*/ 7 h 15"/>
                <a:gd name="T2" fmla="*/ 7 w 10"/>
                <a:gd name="T3" fmla="*/ 45 h 15"/>
                <a:gd name="T4" fmla="*/ 36 w 10"/>
                <a:gd name="T5" fmla="*/ 91 h 15"/>
                <a:gd name="T6" fmla="*/ 58 w 10"/>
                <a:gd name="T7" fmla="*/ 91 h 15"/>
                <a:gd name="T8" fmla="*/ 58 w 10"/>
                <a:gd name="T9" fmla="*/ 91 h 15"/>
                <a:gd name="T10" fmla="*/ 36 w 10"/>
                <a:gd name="T11" fmla="*/ 91 h 15"/>
                <a:gd name="T12" fmla="*/ 7 w 10"/>
                <a:gd name="T13" fmla="*/ 45 h 15"/>
                <a:gd name="T14" fmla="*/ 13 w 10"/>
                <a:gd name="T15" fmla="*/ 7 h 15"/>
                <a:gd name="T16" fmla="*/ 29 w 10"/>
                <a:gd name="T17" fmla="*/ 7 h 15"/>
                <a:gd name="T18" fmla="*/ 29 w 10"/>
                <a:gd name="T19" fmla="*/ 7 h 15"/>
                <a:gd name="T20" fmla="*/ 13 w 10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5">
                  <a:moveTo>
                    <a:pt x="2" y="1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9" y="15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5"/>
                    <a:pt x="7" y="15"/>
                    <a:pt x="6" y="14"/>
                  </a:cubicBezTo>
                  <a:cubicBezTo>
                    <a:pt x="4" y="13"/>
                    <a:pt x="2" y="10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4" name="Freeform 745">
              <a:extLst>
                <a:ext uri="{FF2B5EF4-FFF2-40B4-BE49-F238E27FC236}">
                  <a16:creationId xmlns:a16="http://schemas.microsoft.com/office/drawing/2014/main" id="{FC2CBE12-CCA9-4EA6-98D4-1A2458C5C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625"/>
              <a:ext cx="41" cy="43"/>
            </a:xfrm>
            <a:custGeom>
              <a:avLst/>
              <a:gdLst>
                <a:gd name="T0" fmla="*/ 117 w 22"/>
                <a:gd name="T1" fmla="*/ 32 h 23"/>
                <a:gd name="T2" fmla="*/ 73 w 22"/>
                <a:gd name="T3" fmla="*/ 0 h 23"/>
                <a:gd name="T4" fmla="*/ 24 w 22"/>
                <a:gd name="T5" fmla="*/ 13 h 23"/>
                <a:gd name="T6" fmla="*/ 45 w 22"/>
                <a:gd name="T7" fmla="*/ 125 h 23"/>
                <a:gd name="T8" fmla="*/ 136 w 22"/>
                <a:gd name="T9" fmla="*/ 105 h 23"/>
                <a:gd name="T10" fmla="*/ 117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2"/>
                    <a:pt x="14" y="1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2" y="15"/>
                    <a:pt x="7" y="19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55" name="Freeform 746">
              <a:extLst>
                <a:ext uri="{FF2B5EF4-FFF2-40B4-BE49-F238E27FC236}">
                  <a16:creationId xmlns:a16="http://schemas.microsoft.com/office/drawing/2014/main" id="{0D2B8943-4F48-49BE-A0D3-93BB31B20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633"/>
              <a:ext cx="21" cy="22"/>
            </a:xfrm>
            <a:custGeom>
              <a:avLst/>
              <a:gdLst>
                <a:gd name="T0" fmla="*/ 76 w 11"/>
                <a:gd name="T1" fmla="*/ 51 h 12"/>
                <a:gd name="T2" fmla="*/ 61 w 11"/>
                <a:gd name="T3" fmla="*/ 73 h 12"/>
                <a:gd name="T4" fmla="*/ 15 w 11"/>
                <a:gd name="T5" fmla="*/ 51 h 12"/>
                <a:gd name="T6" fmla="*/ 8 w 11"/>
                <a:gd name="T7" fmla="*/ 13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13 h 12"/>
                <a:gd name="T14" fmla="*/ 15 w 11"/>
                <a:gd name="T15" fmla="*/ 51 h 12"/>
                <a:gd name="T16" fmla="*/ 61 w 11"/>
                <a:gd name="T17" fmla="*/ 73 h 12"/>
                <a:gd name="T18" fmla="*/ 76 w 11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1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6" name="Freeform 747">
              <a:extLst>
                <a:ext uri="{FF2B5EF4-FFF2-40B4-BE49-F238E27FC236}">
                  <a16:creationId xmlns:a16="http://schemas.microsoft.com/office/drawing/2014/main" id="{D446B277-E7A3-4655-8D51-64C8ECB26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702"/>
              <a:ext cx="33" cy="62"/>
            </a:xfrm>
            <a:custGeom>
              <a:avLst/>
              <a:gdLst>
                <a:gd name="T0" fmla="*/ 68 w 18"/>
                <a:gd name="T1" fmla="*/ 21 h 33"/>
                <a:gd name="T2" fmla="*/ 13 w 18"/>
                <a:gd name="T3" fmla="*/ 39 h 33"/>
                <a:gd name="T4" fmla="*/ 20 w 18"/>
                <a:gd name="T5" fmla="*/ 160 h 33"/>
                <a:gd name="T6" fmla="*/ 73 w 18"/>
                <a:gd name="T7" fmla="*/ 218 h 33"/>
                <a:gd name="T8" fmla="*/ 68 w 18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1" y="3"/>
                  </a:moveTo>
                  <a:cubicBezTo>
                    <a:pt x="7" y="0"/>
                    <a:pt x="3" y="1"/>
                    <a:pt x="2" y="6"/>
                  </a:cubicBezTo>
                  <a:cubicBezTo>
                    <a:pt x="0" y="10"/>
                    <a:pt x="1" y="18"/>
                    <a:pt x="3" y="24"/>
                  </a:cubicBezTo>
                  <a:cubicBezTo>
                    <a:pt x="5" y="32"/>
                    <a:pt x="9" y="33"/>
                    <a:pt x="12" y="33"/>
                  </a:cubicBezTo>
                  <a:cubicBezTo>
                    <a:pt x="18" y="31"/>
                    <a:pt x="17" y="11"/>
                    <a:pt x="11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57" name="Freeform 748">
              <a:extLst>
                <a:ext uri="{FF2B5EF4-FFF2-40B4-BE49-F238E27FC236}">
                  <a16:creationId xmlns:a16="http://schemas.microsoft.com/office/drawing/2014/main" id="{11E9F087-3F37-4687-8DB8-B98658A2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715"/>
              <a:ext cx="9" cy="36"/>
            </a:xfrm>
            <a:custGeom>
              <a:avLst/>
              <a:gdLst>
                <a:gd name="T0" fmla="*/ 16 w 5"/>
                <a:gd name="T1" fmla="*/ 0 h 19"/>
                <a:gd name="T2" fmla="*/ 0 w 5"/>
                <a:gd name="T3" fmla="*/ 40 h 19"/>
                <a:gd name="T4" fmla="*/ 16 w 5"/>
                <a:gd name="T5" fmla="*/ 116 h 19"/>
                <a:gd name="T6" fmla="*/ 29 w 5"/>
                <a:gd name="T7" fmla="*/ 129 h 19"/>
                <a:gd name="T8" fmla="*/ 29 w 5"/>
                <a:gd name="T9" fmla="*/ 129 h 19"/>
                <a:gd name="T10" fmla="*/ 16 w 5"/>
                <a:gd name="T11" fmla="*/ 116 h 19"/>
                <a:gd name="T12" fmla="*/ 0 w 5"/>
                <a:gd name="T13" fmla="*/ 40 h 19"/>
                <a:gd name="T14" fmla="*/ 16 w 5"/>
                <a:gd name="T15" fmla="*/ 0 h 19"/>
                <a:gd name="T16" fmla="*/ 29 w 5"/>
                <a:gd name="T17" fmla="*/ 15 h 19"/>
                <a:gd name="T18" fmla="*/ 29 w 5"/>
                <a:gd name="T19" fmla="*/ 15 h 19"/>
                <a:gd name="T20" fmla="*/ 16 w 5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19">
                  <a:moveTo>
                    <a:pt x="3" y="0"/>
                  </a:moveTo>
                  <a:cubicBezTo>
                    <a:pt x="1" y="0"/>
                    <a:pt x="0" y="2"/>
                    <a:pt x="0" y="6"/>
                  </a:cubicBezTo>
                  <a:cubicBezTo>
                    <a:pt x="0" y="9"/>
                    <a:pt x="1" y="14"/>
                    <a:pt x="3" y="17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3" y="19"/>
                    <a:pt x="3" y="17"/>
                  </a:cubicBezTo>
                  <a:cubicBezTo>
                    <a:pt x="1" y="14"/>
                    <a:pt x="0" y="9"/>
                    <a:pt x="0" y="6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8" name="Freeform 749">
              <a:extLst>
                <a:ext uri="{FF2B5EF4-FFF2-40B4-BE49-F238E27FC236}">
                  <a16:creationId xmlns:a16="http://schemas.microsoft.com/office/drawing/2014/main" id="{687FAE66-234E-4E61-81AA-5E62288BD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730"/>
              <a:ext cx="56" cy="58"/>
            </a:xfrm>
            <a:custGeom>
              <a:avLst/>
              <a:gdLst>
                <a:gd name="T0" fmla="*/ 105 w 30"/>
                <a:gd name="T1" fmla="*/ 21 h 31"/>
                <a:gd name="T2" fmla="*/ 32 w 30"/>
                <a:gd name="T3" fmla="*/ 24 h 31"/>
                <a:gd name="T4" fmla="*/ 60 w 30"/>
                <a:gd name="T5" fmla="*/ 144 h 31"/>
                <a:gd name="T6" fmla="*/ 170 w 30"/>
                <a:gd name="T7" fmla="*/ 181 h 31"/>
                <a:gd name="T8" fmla="*/ 189 w 30"/>
                <a:gd name="T9" fmla="*/ 129 h 31"/>
                <a:gd name="T10" fmla="*/ 144 w 30"/>
                <a:gd name="T11" fmla="*/ 77 h 31"/>
                <a:gd name="T12" fmla="*/ 105 w 30"/>
                <a:gd name="T13" fmla="*/ 2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1">
                  <a:moveTo>
                    <a:pt x="16" y="3"/>
                  </a:moveTo>
                  <a:cubicBezTo>
                    <a:pt x="12" y="0"/>
                    <a:pt x="8" y="0"/>
                    <a:pt x="5" y="4"/>
                  </a:cubicBezTo>
                  <a:cubicBezTo>
                    <a:pt x="0" y="8"/>
                    <a:pt x="2" y="15"/>
                    <a:pt x="9" y="22"/>
                  </a:cubicBezTo>
                  <a:cubicBezTo>
                    <a:pt x="16" y="28"/>
                    <a:pt x="20" y="31"/>
                    <a:pt x="26" y="28"/>
                  </a:cubicBezTo>
                  <a:cubicBezTo>
                    <a:pt x="29" y="27"/>
                    <a:pt x="30" y="24"/>
                    <a:pt x="29" y="20"/>
                  </a:cubicBezTo>
                  <a:cubicBezTo>
                    <a:pt x="27" y="17"/>
                    <a:pt x="25" y="15"/>
                    <a:pt x="22" y="12"/>
                  </a:cubicBezTo>
                  <a:cubicBezTo>
                    <a:pt x="21" y="10"/>
                    <a:pt x="19" y="5"/>
                    <a:pt x="16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59" name="Freeform 750">
              <a:extLst>
                <a:ext uri="{FF2B5EF4-FFF2-40B4-BE49-F238E27FC236}">
                  <a16:creationId xmlns:a16="http://schemas.microsoft.com/office/drawing/2014/main" id="{F9BCC0A2-A076-4087-A5E2-A3BDD3B61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741"/>
              <a:ext cx="28" cy="32"/>
            </a:xfrm>
            <a:custGeom>
              <a:avLst/>
              <a:gdLst>
                <a:gd name="T0" fmla="*/ 97 w 15"/>
                <a:gd name="T1" fmla="*/ 100 h 17"/>
                <a:gd name="T2" fmla="*/ 97 w 15"/>
                <a:gd name="T3" fmla="*/ 105 h 17"/>
                <a:gd name="T4" fmla="*/ 32 w 15"/>
                <a:gd name="T5" fmla="*/ 60 h 17"/>
                <a:gd name="T6" fmla="*/ 13 w 15"/>
                <a:gd name="T7" fmla="*/ 8 h 17"/>
                <a:gd name="T8" fmla="*/ 32 w 15"/>
                <a:gd name="T9" fmla="*/ 8 h 17"/>
                <a:gd name="T10" fmla="*/ 32 w 15"/>
                <a:gd name="T11" fmla="*/ 8 h 17"/>
                <a:gd name="T12" fmla="*/ 7 w 15"/>
                <a:gd name="T13" fmla="*/ 8 h 17"/>
                <a:gd name="T14" fmla="*/ 32 w 15"/>
                <a:gd name="T15" fmla="*/ 68 h 17"/>
                <a:gd name="T16" fmla="*/ 97 w 15"/>
                <a:gd name="T17" fmla="*/ 105 h 17"/>
                <a:gd name="T18" fmla="*/ 97 w 15"/>
                <a:gd name="T19" fmla="*/ 10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7">
                  <a:moveTo>
                    <a:pt x="15" y="15"/>
                  </a:moveTo>
                  <a:cubicBezTo>
                    <a:pt x="15" y="15"/>
                    <a:pt x="15" y="15"/>
                    <a:pt x="15" y="16"/>
                  </a:cubicBezTo>
                  <a:cubicBezTo>
                    <a:pt x="13" y="16"/>
                    <a:pt x="10" y="15"/>
                    <a:pt x="5" y="9"/>
                  </a:cubicBezTo>
                  <a:cubicBezTo>
                    <a:pt x="1" y="5"/>
                    <a:pt x="1" y="2"/>
                    <a:pt x="2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1" y="5"/>
                    <a:pt x="5" y="10"/>
                  </a:cubicBezTo>
                  <a:cubicBezTo>
                    <a:pt x="9" y="15"/>
                    <a:pt x="13" y="17"/>
                    <a:pt x="15" y="16"/>
                  </a:cubicBezTo>
                  <a:cubicBezTo>
                    <a:pt x="15" y="16"/>
                    <a:pt x="15" y="15"/>
                    <a:pt x="15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0" name="Freeform 751">
              <a:extLst>
                <a:ext uri="{FF2B5EF4-FFF2-40B4-BE49-F238E27FC236}">
                  <a16:creationId xmlns:a16="http://schemas.microsoft.com/office/drawing/2014/main" id="{B4AC90AD-9629-47C8-BBC4-B43BA10C3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682"/>
              <a:ext cx="43" cy="52"/>
            </a:xfrm>
            <a:custGeom>
              <a:avLst/>
              <a:gdLst>
                <a:gd name="T0" fmla="*/ 120 w 23"/>
                <a:gd name="T1" fmla="*/ 24 h 28"/>
                <a:gd name="T2" fmla="*/ 77 w 23"/>
                <a:gd name="T3" fmla="*/ 7 h 28"/>
                <a:gd name="T4" fmla="*/ 21 w 23"/>
                <a:gd name="T5" fmla="*/ 104 h 28"/>
                <a:gd name="T6" fmla="*/ 112 w 23"/>
                <a:gd name="T7" fmla="*/ 173 h 28"/>
                <a:gd name="T8" fmla="*/ 150 w 23"/>
                <a:gd name="T9" fmla="*/ 121 h 28"/>
                <a:gd name="T10" fmla="*/ 136 w 23"/>
                <a:gd name="T11" fmla="*/ 69 h 28"/>
                <a:gd name="T12" fmla="*/ 120 w 23"/>
                <a:gd name="T13" fmla="*/ 2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8" y="4"/>
                  </a:moveTo>
                  <a:cubicBezTo>
                    <a:pt x="16" y="2"/>
                    <a:pt x="14" y="1"/>
                    <a:pt x="12" y="1"/>
                  </a:cubicBezTo>
                  <a:cubicBezTo>
                    <a:pt x="3" y="0"/>
                    <a:pt x="0" y="8"/>
                    <a:pt x="3" y="16"/>
                  </a:cubicBezTo>
                  <a:cubicBezTo>
                    <a:pt x="6" y="24"/>
                    <a:pt x="13" y="28"/>
                    <a:pt x="17" y="27"/>
                  </a:cubicBezTo>
                  <a:cubicBezTo>
                    <a:pt x="21" y="26"/>
                    <a:pt x="23" y="23"/>
                    <a:pt x="23" y="19"/>
                  </a:cubicBezTo>
                  <a:cubicBezTo>
                    <a:pt x="23" y="16"/>
                    <a:pt x="22" y="13"/>
                    <a:pt x="21" y="11"/>
                  </a:cubicBezTo>
                  <a:cubicBezTo>
                    <a:pt x="20" y="8"/>
                    <a:pt x="19" y="6"/>
                    <a:pt x="18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61" name="Freeform 752">
              <a:extLst>
                <a:ext uri="{FF2B5EF4-FFF2-40B4-BE49-F238E27FC236}">
                  <a16:creationId xmlns:a16="http://schemas.microsoft.com/office/drawing/2014/main" id="{A437521B-03A4-4D52-984C-4EFC13F94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695"/>
              <a:ext cx="15" cy="28"/>
            </a:xfrm>
            <a:custGeom>
              <a:avLst/>
              <a:gdLst>
                <a:gd name="T0" fmla="*/ 15 w 8"/>
                <a:gd name="T1" fmla="*/ 0 h 15"/>
                <a:gd name="T2" fmla="*/ 0 w 8"/>
                <a:gd name="T3" fmla="*/ 39 h 15"/>
                <a:gd name="T4" fmla="*/ 32 w 8"/>
                <a:gd name="T5" fmla="*/ 91 h 15"/>
                <a:gd name="T6" fmla="*/ 53 w 8"/>
                <a:gd name="T7" fmla="*/ 91 h 15"/>
                <a:gd name="T8" fmla="*/ 53 w 8"/>
                <a:gd name="T9" fmla="*/ 91 h 15"/>
                <a:gd name="T10" fmla="*/ 32 w 8"/>
                <a:gd name="T11" fmla="*/ 91 h 15"/>
                <a:gd name="T12" fmla="*/ 8 w 8"/>
                <a:gd name="T13" fmla="*/ 39 h 15"/>
                <a:gd name="T14" fmla="*/ 15 w 8"/>
                <a:gd name="T15" fmla="*/ 0 h 15"/>
                <a:gd name="T16" fmla="*/ 28 w 8"/>
                <a:gd name="T17" fmla="*/ 0 h 15"/>
                <a:gd name="T18" fmla="*/ 28 w 8"/>
                <a:gd name="T19" fmla="*/ 0 h 15"/>
                <a:gd name="T20" fmla="*/ 15 w 8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5">
                  <a:moveTo>
                    <a:pt x="2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1" y="9"/>
                    <a:pt x="3" y="12"/>
                    <a:pt x="5" y="14"/>
                  </a:cubicBezTo>
                  <a:cubicBezTo>
                    <a:pt x="6" y="14"/>
                    <a:pt x="7" y="15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5"/>
                    <a:pt x="6" y="14"/>
                    <a:pt x="5" y="14"/>
                  </a:cubicBezTo>
                  <a:cubicBezTo>
                    <a:pt x="3" y="12"/>
                    <a:pt x="1" y="9"/>
                    <a:pt x="1" y="6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2" name="Freeform 753">
              <a:extLst>
                <a:ext uri="{FF2B5EF4-FFF2-40B4-BE49-F238E27FC236}">
                  <a16:creationId xmlns:a16="http://schemas.microsoft.com/office/drawing/2014/main" id="{AC85A18E-F8B5-4328-9143-3E61910E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682"/>
              <a:ext cx="58" cy="41"/>
            </a:xfrm>
            <a:custGeom>
              <a:avLst/>
              <a:gdLst>
                <a:gd name="T0" fmla="*/ 39 w 31"/>
                <a:gd name="T1" fmla="*/ 13 h 22"/>
                <a:gd name="T2" fmla="*/ 0 w 31"/>
                <a:gd name="T3" fmla="*/ 76 h 22"/>
                <a:gd name="T4" fmla="*/ 105 w 31"/>
                <a:gd name="T5" fmla="*/ 129 h 22"/>
                <a:gd name="T6" fmla="*/ 196 w 31"/>
                <a:gd name="T7" fmla="*/ 60 h 22"/>
                <a:gd name="T8" fmla="*/ 172 w 31"/>
                <a:gd name="T9" fmla="*/ 13 h 22"/>
                <a:gd name="T10" fmla="*/ 105 w 31"/>
                <a:gd name="T11" fmla="*/ 13 h 22"/>
                <a:gd name="T12" fmla="*/ 39 w 31"/>
                <a:gd name="T13" fmla="*/ 1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2"/>
                  </a:moveTo>
                  <a:cubicBezTo>
                    <a:pt x="2" y="4"/>
                    <a:pt x="0" y="7"/>
                    <a:pt x="0" y="12"/>
                  </a:cubicBezTo>
                  <a:cubicBezTo>
                    <a:pt x="1" y="19"/>
                    <a:pt x="7" y="22"/>
                    <a:pt x="16" y="20"/>
                  </a:cubicBezTo>
                  <a:cubicBezTo>
                    <a:pt x="24" y="19"/>
                    <a:pt x="28" y="17"/>
                    <a:pt x="30" y="9"/>
                  </a:cubicBezTo>
                  <a:cubicBezTo>
                    <a:pt x="31" y="6"/>
                    <a:pt x="29" y="3"/>
                    <a:pt x="26" y="2"/>
                  </a:cubicBezTo>
                  <a:cubicBezTo>
                    <a:pt x="22" y="0"/>
                    <a:pt x="20" y="2"/>
                    <a:pt x="16" y="2"/>
                  </a:cubicBezTo>
                  <a:cubicBezTo>
                    <a:pt x="13" y="2"/>
                    <a:pt x="9" y="0"/>
                    <a:pt x="6" y="2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63" name="Freeform 754">
              <a:extLst>
                <a:ext uri="{FF2B5EF4-FFF2-40B4-BE49-F238E27FC236}">
                  <a16:creationId xmlns:a16="http://schemas.microsoft.com/office/drawing/2014/main" id="{1336A804-1AC4-42AB-B8C3-1298E0493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695"/>
              <a:ext cx="35" cy="13"/>
            </a:xfrm>
            <a:custGeom>
              <a:avLst/>
              <a:gdLst>
                <a:gd name="T0" fmla="*/ 112 w 19"/>
                <a:gd name="T1" fmla="*/ 0 h 7"/>
                <a:gd name="T2" fmla="*/ 112 w 19"/>
                <a:gd name="T3" fmla="*/ 7 h 7"/>
                <a:gd name="T4" fmla="*/ 52 w 19"/>
                <a:gd name="T5" fmla="*/ 37 h 7"/>
                <a:gd name="T6" fmla="*/ 7 w 19"/>
                <a:gd name="T7" fmla="*/ 20 h 7"/>
                <a:gd name="T8" fmla="*/ 13 w 19"/>
                <a:gd name="T9" fmla="*/ 0 h 7"/>
                <a:gd name="T10" fmla="*/ 13 w 19"/>
                <a:gd name="T11" fmla="*/ 0 h 7"/>
                <a:gd name="T12" fmla="*/ 0 w 19"/>
                <a:gd name="T13" fmla="*/ 20 h 7"/>
                <a:gd name="T14" fmla="*/ 52 w 19"/>
                <a:gd name="T15" fmla="*/ 37 h 7"/>
                <a:gd name="T16" fmla="*/ 112 w 19"/>
                <a:gd name="T17" fmla="*/ 7 h 7"/>
                <a:gd name="T18" fmla="*/ 112 w 19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7">
                  <a:moveTo>
                    <a:pt x="18" y="0"/>
                  </a:moveTo>
                  <a:cubicBezTo>
                    <a:pt x="18" y="0"/>
                    <a:pt x="18" y="1"/>
                    <a:pt x="18" y="1"/>
                  </a:cubicBezTo>
                  <a:cubicBezTo>
                    <a:pt x="18" y="3"/>
                    <a:pt x="15" y="5"/>
                    <a:pt x="8" y="6"/>
                  </a:cubicBezTo>
                  <a:cubicBezTo>
                    <a:pt x="3" y="7"/>
                    <a:pt x="1" y="5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1" y="5"/>
                    <a:pt x="3" y="7"/>
                    <a:pt x="8" y="6"/>
                  </a:cubicBezTo>
                  <a:cubicBezTo>
                    <a:pt x="15" y="5"/>
                    <a:pt x="18" y="3"/>
                    <a:pt x="18" y="1"/>
                  </a:cubicBezTo>
                  <a:cubicBezTo>
                    <a:pt x="19" y="1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4" name="Freeform 755">
              <a:extLst>
                <a:ext uri="{FF2B5EF4-FFF2-40B4-BE49-F238E27FC236}">
                  <a16:creationId xmlns:a16="http://schemas.microsoft.com/office/drawing/2014/main" id="{F9F7333C-6977-45AA-A584-FDD9F3A39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888"/>
              <a:ext cx="41" cy="43"/>
            </a:xfrm>
            <a:custGeom>
              <a:avLst/>
              <a:gdLst>
                <a:gd name="T0" fmla="*/ 117 w 22"/>
                <a:gd name="T1" fmla="*/ 39 h 23"/>
                <a:gd name="T2" fmla="*/ 76 w 22"/>
                <a:gd name="T3" fmla="*/ 0 h 23"/>
                <a:gd name="T4" fmla="*/ 32 w 22"/>
                <a:gd name="T5" fmla="*/ 13 h 23"/>
                <a:gd name="T6" fmla="*/ 39 w 22"/>
                <a:gd name="T7" fmla="*/ 120 h 23"/>
                <a:gd name="T8" fmla="*/ 129 w 22"/>
                <a:gd name="T9" fmla="*/ 112 h 23"/>
                <a:gd name="T10" fmla="*/ 117 w 22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65" name="Freeform 756">
              <a:extLst>
                <a:ext uri="{FF2B5EF4-FFF2-40B4-BE49-F238E27FC236}">
                  <a16:creationId xmlns:a16="http://schemas.microsoft.com/office/drawing/2014/main" id="{264BC447-FFD9-45FA-95F0-F1E4DE6E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895"/>
              <a:ext cx="21" cy="25"/>
            </a:xfrm>
            <a:custGeom>
              <a:avLst/>
              <a:gdLst>
                <a:gd name="T0" fmla="*/ 76 w 11"/>
                <a:gd name="T1" fmla="*/ 56 h 13"/>
                <a:gd name="T2" fmla="*/ 55 w 11"/>
                <a:gd name="T3" fmla="*/ 85 h 13"/>
                <a:gd name="T4" fmla="*/ 15 w 11"/>
                <a:gd name="T5" fmla="*/ 56 h 13"/>
                <a:gd name="T6" fmla="*/ 8 w 11"/>
                <a:gd name="T7" fmla="*/ 15 h 13"/>
                <a:gd name="T8" fmla="*/ 29 w 11"/>
                <a:gd name="T9" fmla="*/ 0 h 13"/>
                <a:gd name="T10" fmla="*/ 29 w 11"/>
                <a:gd name="T11" fmla="*/ 0 h 13"/>
                <a:gd name="T12" fmla="*/ 8 w 11"/>
                <a:gd name="T13" fmla="*/ 15 h 13"/>
                <a:gd name="T14" fmla="*/ 15 w 11"/>
                <a:gd name="T15" fmla="*/ 56 h 13"/>
                <a:gd name="T16" fmla="*/ 55 w 11"/>
                <a:gd name="T17" fmla="*/ 85 h 13"/>
                <a:gd name="T18" fmla="*/ 76 w 11"/>
                <a:gd name="T19" fmla="*/ 56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6" y="13"/>
                    <a:pt x="3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6" name="Freeform 757">
              <a:extLst>
                <a:ext uri="{FF2B5EF4-FFF2-40B4-BE49-F238E27FC236}">
                  <a16:creationId xmlns:a16="http://schemas.microsoft.com/office/drawing/2014/main" id="{8FAF5509-E610-47EE-80F9-D7389287F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869"/>
              <a:ext cx="56" cy="51"/>
            </a:xfrm>
            <a:custGeom>
              <a:avLst/>
              <a:gdLst>
                <a:gd name="T0" fmla="*/ 136 w 30"/>
                <a:gd name="T1" fmla="*/ 28 h 27"/>
                <a:gd name="T2" fmla="*/ 73 w 30"/>
                <a:gd name="T3" fmla="*/ 8 h 27"/>
                <a:gd name="T4" fmla="*/ 21 w 30"/>
                <a:gd name="T5" fmla="*/ 47 h 27"/>
                <a:gd name="T6" fmla="*/ 97 w 30"/>
                <a:gd name="T7" fmla="*/ 168 h 27"/>
                <a:gd name="T8" fmla="*/ 196 w 30"/>
                <a:gd name="T9" fmla="*/ 100 h 27"/>
                <a:gd name="T10" fmla="*/ 136 w 30"/>
                <a:gd name="T11" fmla="*/ 2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3" y="7"/>
                  </a:cubicBezTo>
                  <a:cubicBezTo>
                    <a:pt x="0" y="14"/>
                    <a:pt x="6" y="23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67" name="Freeform 758">
              <a:extLst>
                <a:ext uri="{FF2B5EF4-FFF2-40B4-BE49-F238E27FC236}">
                  <a16:creationId xmlns:a16="http://schemas.microsoft.com/office/drawing/2014/main" id="{9342E40D-0ECF-49FB-8D3A-7586CA5F5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880"/>
              <a:ext cx="30" cy="27"/>
            </a:xfrm>
            <a:custGeom>
              <a:avLst/>
              <a:gdLst>
                <a:gd name="T0" fmla="*/ 99 w 16"/>
                <a:gd name="T1" fmla="*/ 44 h 14"/>
                <a:gd name="T2" fmla="*/ 92 w 16"/>
                <a:gd name="T3" fmla="*/ 85 h 14"/>
                <a:gd name="T4" fmla="*/ 32 w 16"/>
                <a:gd name="T5" fmla="*/ 79 h 14"/>
                <a:gd name="T6" fmla="*/ 8 w 16"/>
                <a:gd name="T7" fmla="*/ 29 h 14"/>
                <a:gd name="T8" fmla="*/ 21 w 16"/>
                <a:gd name="T9" fmla="*/ 0 h 14"/>
                <a:gd name="T10" fmla="*/ 21 w 16"/>
                <a:gd name="T11" fmla="*/ 0 h 14"/>
                <a:gd name="T12" fmla="*/ 8 w 16"/>
                <a:gd name="T13" fmla="*/ 29 h 14"/>
                <a:gd name="T14" fmla="*/ 32 w 16"/>
                <a:gd name="T15" fmla="*/ 79 h 14"/>
                <a:gd name="T16" fmla="*/ 92 w 16"/>
                <a:gd name="T17" fmla="*/ 85 h 14"/>
                <a:gd name="T18" fmla="*/ 99 w 16"/>
                <a:gd name="T19" fmla="*/ 4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5" y="6"/>
                  </a:moveTo>
                  <a:cubicBezTo>
                    <a:pt x="16" y="8"/>
                    <a:pt x="16" y="10"/>
                    <a:pt x="14" y="12"/>
                  </a:cubicBezTo>
                  <a:cubicBezTo>
                    <a:pt x="12" y="13"/>
                    <a:pt x="9" y="14"/>
                    <a:pt x="5" y="11"/>
                  </a:cubicBezTo>
                  <a:cubicBezTo>
                    <a:pt x="1" y="8"/>
                    <a:pt x="1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1" y="4"/>
                  </a:cubicBezTo>
                  <a:cubicBezTo>
                    <a:pt x="0" y="6"/>
                    <a:pt x="1" y="8"/>
                    <a:pt x="5" y="11"/>
                  </a:cubicBezTo>
                  <a:cubicBezTo>
                    <a:pt x="9" y="14"/>
                    <a:pt x="13" y="14"/>
                    <a:pt x="14" y="12"/>
                  </a:cubicBezTo>
                  <a:cubicBezTo>
                    <a:pt x="16" y="11"/>
                    <a:pt x="16" y="8"/>
                    <a:pt x="15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8" name="Freeform 759">
              <a:extLst>
                <a:ext uri="{FF2B5EF4-FFF2-40B4-BE49-F238E27FC236}">
                  <a16:creationId xmlns:a16="http://schemas.microsoft.com/office/drawing/2014/main" id="{B7C5E333-B4C2-4B76-834C-C4753CF58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901"/>
              <a:ext cx="41" cy="43"/>
            </a:xfrm>
            <a:custGeom>
              <a:avLst/>
              <a:gdLst>
                <a:gd name="T0" fmla="*/ 117 w 22"/>
                <a:gd name="T1" fmla="*/ 32 h 23"/>
                <a:gd name="T2" fmla="*/ 76 w 22"/>
                <a:gd name="T3" fmla="*/ 0 h 23"/>
                <a:gd name="T4" fmla="*/ 32 w 22"/>
                <a:gd name="T5" fmla="*/ 7 h 23"/>
                <a:gd name="T6" fmla="*/ 39 w 22"/>
                <a:gd name="T7" fmla="*/ 120 h 23"/>
                <a:gd name="T8" fmla="*/ 129 w 22"/>
                <a:gd name="T9" fmla="*/ 112 h 23"/>
                <a:gd name="T10" fmla="*/ 117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69" name="Freeform 760">
              <a:extLst>
                <a:ext uri="{FF2B5EF4-FFF2-40B4-BE49-F238E27FC236}">
                  <a16:creationId xmlns:a16="http://schemas.microsoft.com/office/drawing/2014/main" id="{96A2FE99-A2F8-41C4-9317-9BF0F6556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909"/>
              <a:ext cx="21" cy="22"/>
            </a:xfrm>
            <a:custGeom>
              <a:avLst/>
              <a:gdLst>
                <a:gd name="T0" fmla="*/ 76 w 11"/>
                <a:gd name="T1" fmla="*/ 51 h 12"/>
                <a:gd name="T2" fmla="*/ 55 w 11"/>
                <a:gd name="T3" fmla="*/ 73 h 12"/>
                <a:gd name="T4" fmla="*/ 15 w 11"/>
                <a:gd name="T5" fmla="*/ 51 h 12"/>
                <a:gd name="T6" fmla="*/ 8 w 11"/>
                <a:gd name="T7" fmla="*/ 13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13 h 12"/>
                <a:gd name="T14" fmla="*/ 15 w 11"/>
                <a:gd name="T15" fmla="*/ 51 h 12"/>
                <a:gd name="T16" fmla="*/ 55 w 11"/>
                <a:gd name="T17" fmla="*/ 73 h 12"/>
                <a:gd name="T18" fmla="*/ 76 w 11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0" name="Freeform 761">
              <a:extLst>
                <a:ext uri="{FF2B5EF4-FFF2-40B4-BE49-F238E27FC236}">
                  <a16:creationId xmlns:a16="http://schemas.microsoft.com/office/drawing/2014/main" id="{CB94015C-F279-457D-BC0F-BFE6E87D0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965"/>
              <a:ext cx="39" cy="43"/>
            </a:xfrm>
            <a:custGeom>
              <a:avLst/>
              <a:gdLst>
                <a:gd name="T0" fmla="*/ 113 w 21"/>
                <a:gd name="T1" fmla="*/ 39 h 23"/>
                <a:gd name="T2" fmla="*/ 76 w 21"/>
                <a:gd name="T3" fmla="*/ 7 h 23"/>
                <a:gd name="T4" fmla="*/ 32 w 21"/>
                <a:gd name="T5" fmla="*/ 13 h 23"/>
                <a:gd name="T6" fmla="*/ 37 w 21"/>
                <a:gd name="T7" fmla="*/ 125 h 23"/>
                <a:gd name="T8" fmla="*/ 128 w 21"/>
                <a:gd name="T9" fmla="*/ 112 h 23"/>
                <a:gd name="T10" fmla="*/ 113 w 21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71" name="Freeform 762">
              <a:extLst>
                <a:ext uri="{FF2B5EF4-FFF2-40B4-BE49-F238E27FC236}">
                  <a16:creationId xmlns:a16="http://schemas.microsoft.com/office/drawing/2014/main" id="{DB2CC0D6-2D49-4B6A-B2A0-FA66ACE79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972"/>
              <a:ext cx="18" cy="25"/>
            </a:xfrm>
            <a:custGeom>
              <a:avLst/>
              <a:gdLst>
                <a:gd name="T0" fmla="*/ 58 w 10"/>
                <a:gd name="T1" fmla="*/ 63 h 13"/>
                <a:gd name="T2" fmla="*/ 45 w 10"/>
                <a:gd name="T3" fmla="*/ 85 h 13"/>
                <a:gd name="T4" fmla="*/ 13 w 10"/>
                <a:gd name="T5" fmla="*/ 56 h 13"/>
                <a:gd name="T6" fmla="*/ 7 w 10"/>
                <a:gd name="T7" fmla="*/ 15 h 13"/>
                <a:gd name="T8" fmla="*/ 23 w 10"/>
                <a:gd name="T9" fmla="*/ 8 h 13"/>
                <a:gd name="T10" fmla="*/ 23 w 10"/>
                <a:gd name="T11" fmla="*/ 8 h 13"/>
                <a:gd name="T12" fmla="*/ 7 w 10"/>
                <a:gd name="T13" fmla="*/ 15 h 13"/>
                <a:gd name="T14" fmla="*/ 7 w 10"/>
                <a:gd name="T15" fmla="*/ 56 h 13"/>
                <a:gd name="T16" fmla="*/ 45 w 10"/>
                <a:gd name="T17" fmla="*/ 85 h 13"/>
                <a:gd name="T18" fmla="*/ 58 w 10"/>
                <a:gd name="T19" fmla="*/ 63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10" y="10"/>
                    <a:pt x="9" y="12"/>
                    <a:pt x="8" y="12"/>
                  </a:cubicBezTo>
                  <a:cubicBezTo>
                    <a:pt x="6" y="13"/>
                    <a:pt x="3" y="12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10" y="12"/>
                    <a:pt x="10" y="11"/>
                    <a:pt x="10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2" name="Freeform 763">
              <a:extLst>
                <a:ext uri="{FF2B5EF4-FFF2-40B4-BE49-F238E27FC236}">
                  <a16:creationId xmlns:a16="http://schemas.microsoft.com/office/drawing/2014/main" id="{F2985FD4-29FF-418E-8E79-7EB1DB3FD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017"/>
              <a:ext cx="53" cy="58"/>
            </a:xfrm>
            <a:custGeom>
              <a:avLst/>
              <a:gdLst>
                <a:gd name="T0" fmla="*/ 108 w 28"/>
                <a:gd name="T1" fmla="*/ 21 h 31"/>
                <a:gd name="T2" fmla="*/ 32 w 28"/>
                <a:gd name="T3" fmla="*/ 21 h 31"/>
                <a:gd name="T4" fmla="*/ 53 w 28"/>
                <a:gd name="T5" fmla="*/ 137 h 31"/>
                <a:gd name="T6" fmla="*/ 161 w 28"/>
                <a:gd name="T7" fmla="*/ 189 h 31"/>
                <a:gd name="T8" fmla="*/ 184 w 28"/>
                <a:gd name="T9" fmla="*/ 137 h 31"/>
                <a:gd name="T10" fmla="*/ 151 w 28"/>
                <a:gd name="T11" fmla="*/ 77 h 31"/>
                <a:gd name="T12" fmla="*/ 108 w 28"/>
                <a:gd name="T13" fmla="*/ 2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6" y="3"/>
                  </a:moveTo>
                  <a:cubicBezTo>
                    <a:pt x="12" y="0"/>
                    <a:pt x="9" y="0"/>
                    <a:pt x="5" y="3"/>
                  </a:cubicBezTo>
                  <a:cubicBezTo>
                    <a:pt x="0" y="7"/>
                    <a:pt x="2" y="14"/>
                    <a:pt x="8" y="21"/>
                  </a:cubicBezTo>
                  <a:cubicBezTo>
                    <a:pt x="14" y="28"/>
                    <a:pt x="18" y="31"/>
                    <a:pt x="24" y="29"/>
                  </a:cubicBezTo>
                  <a:cubicBezTo>
                    <a:pt x="27" y="28"/>
                    <a:pt x="28" y="25"/>
                    <a:pt x="27" y="21"/>
                  </a:cubicBezTo>
                  <a:cubicBezTo>
                    <a:pt x="27" y="17"/>
                    <a:pt x="24" y="16"/>
                    <a:pt x="22" y="12"/>
                  </a:cubicBezTo>
                  <a:cubicBezTo>
                    <a:pt x="20" y="10"/>
                    <a:pt x="19" y="5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73" name="Freeform 764">
              <a:extLst>
                <a:ext uri="{FF2B5EF4-FFF2-40B4-BE49-F238E27FC236}">
                  <a16:creationId xmlns:a16="http://schemas.microsoft.com/office/drawing/2014/main" id="{1E304198-423F-4707-B4D9-114FC50EF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026"/>
              <a:ext cx="26" cy="34"/>
            </a:xfrm>
            <a:custGeom>
              <a:avLst/>
              <a:gdLst>
                <a:gd name="T0" fmla="*/ 89 w 14"/>
                <a:gd name="T1" fmla="*/ 108 h 18"/>
                <a:gd name="T2" fmla="*/ 84 w 14"/>
                <a:gd name="T3" fmla="*/ 113 h 18"/>
                <a:gd name="T4" fmla="*/ 24 w 14"/>
                <a:gd name="T5" fmla="*/ 68 h 18"/>
                <a:gd name="T6" fmla="*/ 13 w 14"/>
                <a:gd name="T7" fmla="*/ 15 h 18"/>
                <a:gd name="T8" fmla="*/ 32 w 14"/>
                <a:gd name="T9" fmla="*/ 15 h 18"/>
                <a:gd name="T10" fmla="*/ 32 w 14"/>
                <a:gd name="T11" fmla="*/ 15 h 18"/>
                <a:gd name="T12" fmla="*/ 7 w 14"/>
                <a:gd name="T13" fmla="*/ 8 h 18"/>
                <a:gd name="T14" fmla="*/ 24 w 14"/>
                <a:gd name="T15" fmla="*/ 68 h 18"/>
                <a:gd name="T16" fmla="*/ 84 w 14"/>
                <a:gd name="T17" fmla="*/ 113 h 18"/>
                <a:gd name="T18" fmla="*/ 89 w 14"/>
                <a:gd name="T19" fmla="*/ 108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8">
                  <a:moveTo>
                    <a:pt x="14" y="16"/>
                  </a:moveTo>
                  <a:cubicBezTo>
                    <a:pt x="14" y="16"/>
                    <a:pt x="14" y="17"/>
                    <a:pt x="13" y="17"/>
                  </a:cubicBezTo>
                  <a:cubicBezTo>
                    <a:pt x="12" y="18"/>
                    <a:pt x="8" y="16"/>
                    <a:pt x="4" y="10"/>
                  </a:cubicBezTo>
                  <a:cubicBezTo>
                    <a:pt x="1" y="6"/>
                    <a:pt x="1" y="3"/>
                    <a:pt x="2" y="2"/>
                  </a:cubicBezTo>
                  <a:cubicBezTo>
                    <a:pt x="2" y="1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3"/>
                    <a:pt x="0" y="6"/>
                    <a:pt x="4" y="10"/>
                  </a:cubicBezTo>
                  <a:cubicBezTo>
                    <a:pt x="8" y="16"/>
                    <a:pt x="12" y="18"/>
                    <a:pt x="13" y="17"/>
                  </a:cubicBezTo>
                  <a:cubicBezTo>
                    <a:pt x="14" y="17"/>
                    <a:pt x="14" y="17"/>
                    <a:pt x="14" y="1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4" name="Freeform 765">
              <a:extLst>
                <a:ext uri="{FF2B5EF4-FFF2-40B4-BE49-F238E27FC236}">
                  <a16:creationId xmlns:a16="http://schemas.microsoft.com/office/drawing/2014/main" id="{8310CFE0-2881-4EB1-94E6-B19A60C4E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036"/>
              <a:ext cx="41" cy="43"/>
            </a:xfrm>
            <a:custGeom>
              <a:avLst/>
              <a:gdLst>
                <a:gd name="T0" fmla="*/ 117 w 22"/>
                <a:gd name="T1" fmla="*/ 39 h 23"/>
                <a:gd name="T2" fmla="*/ 76 w 22"/>
                <a:gd name="T3" fmla="*/ 7 h 23"/>
                <a:gd name="T4" fmla="*/ 32 w 22"/>
                <a:gd name="T5" fmla="*/ 13 h 23"/>
                <a:gd name="T6" fmla="*/ 39 w 22"/>
                <a:gd name="T7" fmla="*/ 125 h 23"/>
                <a:gd name="T8" fmla="*/ 129 w 22"/>
                <a:gd name="T9" fmla="*/ 112 h 23"/>
                <a:gd name="T10" fmla="*/ 117 w 22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75" name="Freeform 766">
              <a:extLst>
                <a:ext uri="{FF2B5EF4-FFF2-40B4-BE49-F238E27FC236}">
                  <a16:creationId xmlns:a16="http://schemas.microsoft.com/office/drawing/2014/main" id="{FA27DD10-EF13-404B-89F8-48D9384E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045"/>
              <a:ext cx="21" cy="23"/>
            </a:xfrm>
            <a:custGeom>
              <a:avLst/>
              <a:gdLst>
                <a:gd name="T0" fmla="*/ 76 w 11"/>
                <a:gd name="T1" fmla="*/ 56 h 12"/>
                <a:gd name="T2" fmla="*/ 55 w 11"/>
                <a:gd name="T3" fmla="*/ 77 h 12"/>
                <a:gd name="T4" fmla="*/ 15 w 11"/>
                <a:gd name="T5" fmla="*/ 48 h 12"/>
                <a:gd name="T6" fmla="*/ 8 w 11"/>
                <a:gd name="T7" fmla="*/ 8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8 h 12"/>
                <a:gd name="T14" fmla="*/ 15 w 11"/>
                <a:gd name="T15" fmla="*/ 48 h 12"/>
                <a:gd name="T16" fmla="*/ 55 w 11"/>
                <a:gd name="T17" fmla="*/ 84 h 12"/>
                <a:gd name="T18" fmla="*/ 76 w 11"/>
                <a:gd name="T19" fmla="*/ 5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1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4"/>
                    <a:pt x="2" y="7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6" name="Freeform 767">
              <a:extLst>
                <a:ext uri="{FF2B5EF4-FFF2-40B4-BE49-F238E27FC236}">
                  <a16:creationId xmlns:a16="http://schemas.microsoft.com/office/drawing/2014/main" id="{24FBACB5-0983-4A1B-821C-7C455BC26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088"/>
              <a:ext cx="39" cy="43"/>
            </a:xfrm>
            <a:custGeom>
              <a:avLst/>
              <a:gdLst>
                <a:gd name="T0" fmla="*/ 110 w 21"/>
                <a:gd name="T1" fmla="*/ 39 h 23"/>
                <a:gd name="T2" fmla="*/ 69 w 21"/>
                <a:gd name="T3" fmla="*/ 7 h 23"/>
                <a:gd name="T4" fmla="*/ 24 w 21"/>
                <a:gd name="T5" fmla="*/ 13 h 23"/>
                <a:gd name="T6" fmla="*/ 37 w 21"/>
                <a:gd name="T7" fmla="*/ 125 h 23"/>
                <a:gd name="T8" fmla="*/ 128 w 21"/>
                <a:gd name="T9" fmla="*/ 112 h 23"/>
                <a:gd name="T10" fmla="*/ 110 w 21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7" y="1"/>
                    <a:pt x="4" y="2"/>
                  </a:cubicBezTo>
                  <a:cubicBezTo>
                    <a:pt x="0" y="6"/>
                    <a:pt x="0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77" name="Freeform 768">
              <a:extLst>
                <a:ext uri="{FF2B5EF4-FFF2-40B4-BE49-F238E27FC236}">
                  <a16:creationId xmlns:a16="http://schemas.microsoft.com/office/drawing/2014/main" id="{4A9CDC15-EF56-491C-A197-29DD9B5EC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098"/>
              <a:ext cx="18" cy="22"/>
            </a:xfrm>
            <a:custGeom>
              <a:avLst/>
              <a:gdLst>
                <a:gd name="T0" fmla="*/ 58 w 10"/>
                <a:gd name="T1" fmla="*/ 51 h 12"/>
                <a:gd name="T2" fmla="*/ 45 w 10"/>
                <a:gd name="T3" fmla="*/ 68 h 12"/>
                <a:gd name="T4" fmla="*/ 7 w 10"/>
                <a:gd name="T5" fmla="*/ 44 h 12"/>
                <a:gd name="T6" fmla="*/ 7 w 10"/>
                <a:gd name="T7" fmla="*/ 7 h 12"/>
                <a:gd name="T8" fmla="*/ 23 w 10"/>
                <a:gd name="T9" fmla="*/ 0 h 12"/>
                <a:gd name="T10" fmla="*/ 23 w 10"/>
                <a:gd name="T11" fmla="*/ 0 h 12"/>
                <a:gd name="T12" fmla="*/ 7 w 10"/>
                <a:gd name="T13" fmla="*/ 7 h 12"/>
                <a:gd name="T14" fmla="*/ 7 w 10"/>
                <a:gd name="T15" fmla="*/ 44 h 12"/>
                <a:gd name="T16" fmla="*/ 45 w 10"/>
                <a:gd name="T17" fmla="*/ 73 h 12"/>
                <a:gd name="T18" fmla="*/ 58 w 10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1"/>
                  </a:cubicBezTo>
                  <a:cubicBezTo>
                    <a:pt x="6" y="12"/>
                    <a:pt x="3" y="11"/>
                    <a:pt x="1" y="7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4"/>
                    <a:pt x="1" y="7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8" name="Freeform 769">
              <a:extLst>
                <a:ext uri="{FF2B5EF4-FFF2-40B4-BE49-F238E27FC236}">
                  <a16:creationId xmlns:a16="http://schemas.microsoft.com/office/drawing/2014/main" id="{A9B153E7-1AAD-48DB-900B-AF97FBDA3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365"/>
              <a:ext cx="41" cy="43"/>
            </a:xfrm>
            <a:custGeom>
              <a:avLst/>
              <a:gdLst>
                <a:gd name="T0" fmla="*/ 117 w 22"/>
                <a:gd name="T1" fmla="*/ 32 h 23"/>
                <a:gd name="T2" fmla="*/ 76 w 22"/>
                <a:gd name="T3" fmla="*/ 0 h 23"/>
                <a:gd name="T4" fmla="*/ 32 w 22"/>
                <a:gd name="T5" fmla="*/ 7 h 23"/>
                <a:gd name="T6" fmla="*/ 39 w 22"/>
                <a:gd name="T7" fmla="*/ 120 h 23"/>
                <a:gd name="T8" fmla="*/ 129 w 22"/>
                <a:gd name="T9" fmla="*/ 112 h 23"/>
                <a:gd name="T10" fmla="*/ 117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79" name="Freeform 770">
              <a:extLst>
                <a:ext uri="{FF2B5EF4-FFF2-40B4-BE49-F238E27FC236}">
                  <a16:creationId xmlns:a16="http://schemas.microsoft.com/office/drawing/2014/main" id="{6F67F85C-7A95-48F5-B9ED-5BF9F9D0F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373"/>
              <a:ext cx="20" cy="22"/>
            </a:xfrm>
            <a:custGeom>
              <a:avLst/>
              <a:gdLst>
                <a:gd name="T0" fmla="*/ 65 w 11"/>
                <a:gd name="T1" fmla="*/ 51 h 12"/>
                <a:gd name="T2" fmla="*/ 49 w 11"/>
                <a:gd name="T3" fmla="*/ 73 h 12"/>
                <a:gd name="T4" fmla="*/ 13 w 11"/>
                <a:gd name="T5" fmla="*/ 51 h 12"/>
                <a:gd name="T6" fmla="*/ 7 w 11"/>
                <a:gd name="T7" fmla="*/ 13 h 12"/>
                <a:gd name="T8" fmla="*/ 24 w 11"/>
                <a:gd name="T9" fmla="*/ 0 h 12"/>
                <a:gd name="T10" fmla="*/ 24 w 11"/>
                <a:gd name="T11" fmla="*/ 0 h 12"/>
                <a:gd name="T12" fmla="*/ 7 w 11"/>
                <a:gd name="T13" fmla="*/ 13 h 12"/>
                <a:gd name="T14" fmla="*/ 13 w 11"/>
                <a:gd name="T15" fmla="*/ 51 h 12"/>
                <a:gd name="T16" fmla="*/ 49 w 11"/>
                <a:gd name="T17" fmla="*/ 73 h 12"/>
                <a:gd name="T18" fmla="*/ 65 w 11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0" name="Freeform 771">
              <a:extLst>
                <a:ext uri="{FF2B5EF4-FFF2-40B4-BE49-F238E27FC236}">
                  <a16:creationId xmlns:a16="http://schemas.microsoft.com/office/drawing/2014/main" id="{5E822C96-5C0E-4AA8-B24A-98ACE1F32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961"/>
              <a:ext cx="41" cy="43"/>
            </a:xfrm>
            <a:custGeom>
              <a:avLst/>
              <a:gdLst>
                <a:gd name="T0" fmla="*/ 117 w 22"/>
                <a:gd name="T1" fmla="*/ 39 h 23"/>
                <a:gd name="T2" fmla="*/ 76 w 22"/>
                <a:gd name="T3" fmla="*/ 7 h 23"/>
                <a:gd name="T4" fmla="*/ 32 w 22"/>
                <a:gd name="T5" fmla="*/ 13 h 23"/>
                <a:gd name="T6" fmla="*/ 45 w 22"/>
                <a:gd name="T7" fmla="*/ 125 h 23"/>
                <a:gd name="T8" fmla="*/ 136 w 22"/>
                <a:gd name="T9" fmla="*/ 112 h 23"/>
                <a:gd name="T10" fmla="*/ 117 w 22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4"/>
                    <a:pt x="15" y="1"/>
                    <a:pt x="12" y="1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81" name="Freeform 772">
              <a:extLst>
                <a:ext uri="{FF2B5EF4-FFF2-40B4-BE49-F238E27FC236}">
                  <a16:creationId xmlns:a16="http://schemas.microsoft.com/office/drawing/2014/main" id="{6DB4A872-EF9B-46F0-A5E8-929A37F2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970"/>
              <a:ext cx="21" cy="23"/>
            </a:xfrm>
            <a:custGeom>
              <a:avLst/>
              <a:gdLst>
                <a:gd name="T0" fmla="*/ 76 w 11"/>
                <a:gd name="T1" fmla="*/ 56 h 12"/>
                <a:gd name="T2" fmla="*/ 55 w 11"/>
                <a:gd name="T3" fmla="*/ 84 h 12"/>
                <a:gd name="T4" fmla="*/ 15 w 11"/>
                <a:gd name="T5" fmla="*/ 56 h 12"/>
                <a:gd name="T6" fmla="*/ 15 w 11"/>
                <a:gd name="T7" fmla="*/ 15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15 h 12"/>
                <a:gd name="T14" fmla="*/ 15 w 11"/>
                <a:gd name="T15" fmla="*/ 56 h 12"/>
                <a:gd name="T16" fmla="*/ 55 w 11"/>
                <a:gd name="T17" fmla="*/ 84 h 12"/>
                <a:gd name="T18" fmla="*/ 76 w 11"/>
                <a:gd name="T19" fmla="*/ 5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2" name="Freeform 773">
              <a:extLst>
                <a:ext uri="{FF2B5EF4-FFF2-40B4-BE49-F238E27FC236}">
                  <a16:creationId xmlns:a16="http://schemas.microsoft.com/office/drawing/2014/main" id="{AED5920A-4C02-475D-ACC5-71C9ECB34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931"/>
              <a:ext cx="43" cy="47"/>
            </a:xfrm>
            <a:custGeom>
              <a:avLst/>
              <a:gdLst>
                <a:gd name="T0" fmla="*/ 77 w 23"/>
                <a:gd name="T1" fmla="*/ 160 h 25"/>
                <a:gd name="T2" fmla="*/ 144 w 23"/>
                <a:gd name="T3" fmla="*/ 81 h 25"/>
                <a:gd name="T4" fmla="*/ 52 w 23"/>
                <a:gd name="T5" fmla="*/ 15 h 25"/>
                <a:gd name="T6" fmla="*/ 77 w 23"/>
                <a:gd name="T7" fmla="*/ 16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12" y="24"/>
                  </a:moveTo>
                  <a:cubicBezTo>
                    <a:pt x="19" y="25"/>
                    <a:pt x="23" y="19"/>
                    <a:pt x="22" y="12"/>
                  </a:cubicBezTo>
                  <a:cubicBezTo>
                    <a:pt x="21" y="4"/>
                    <a:pt x="15" y="0"/>
                    <a:pt x="8" y="2"/>
                  </a:cubicBezTo>
                  <a:cubicBezTo>
                    <a:pt x="1" y="5"/>
                    <a:pt x="0" y="22"/>
                    <a:pt x="12" y="2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83" name="Freeform 774">
              <a:extLst>
                <a:ext uri="{FF2B5EF4-FFF2-40B4-BE49-F238E27FC236}">
                  <a16:creationId xmlns:a16="http://schemas.microsoft.com/office/drawing/2014/main" id="{12158BA5-F720-4E75-8F73-929EAF02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942"/>
              <a:ext cx="24" cy="25"/>
            </a:xfrm>
            <a:custGeom>
              <a:avLst/>
              <a:gdLst>
                <a:gd name="T0" fmla="*/ 76 w 13"/>
                <a:gd name="T1" fmla="*/ 37 h 13"/>
                <a:gd name="T2" fmla="*/ 68 w 13"/>
                <a:gd name="T3" fmla="*/ 77 h 13"/>
                <a:gd name="T4" fmla="*/ 31 w 13"/>
                <a:gd name="T5" fmla="*/ 85 h 13"/>
                <a:gd name="T6" fmla="*/ 7 w 13"/>
                <a:gd name="T7" fmla="*/ 48 h 13"/>
                <a:gd name="T8" fmla="*/ 20 w 13"/>
                <a:gd name="T9" fmla="*/ 0 h 13"/>
                <a:gd name="T10" fmla="*/ 20 w 13"/>
                <a:gd name="T11" fmla="*/ 0 h 13"/>
                <a:gd name="T12" fmla="*/ 7 w 13"/>
                <a:gd name="T13" fmla="*/ 48 h 13"/>
                <a:gd name="T14" fmla="*/ 31 w 13"/>
                <a:gd name="T15" fmla="*/ 85 h 13"/>
                <a:gd name="T16" fmla="*/ 68 w 13"/>
                <a:gd name="T17" fmla="*/ 77 h 13"/>
                <a:gd name="T18" fmla="*/ 76 w 13"/>
                <a:gd name="T19" fmla="*/ 3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2" y="5"/>
                  </a:moveTo>
                  <a:cubicBezTo>
                    <a:pt x="13" y="7"/>
                    <a:pt x="13" y="9"/>
                    <a:pt x="11" y="11"/>
                  </a:cubicBezTo>
                  <a:cubicBezTo>
                    <a:pt x="9" y="12"/>
                    <a:pt x="7" y="13"/>
                    <a:pt x="5" y="12"/>
                  </a:cubicBezTo>
                  <a:cubicBezTo>
                    <a:pt x="3" y="11"/>
                    <a:pt x="1" y="9"/>
                    <a:pt x="1" y="7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4"/>
                    <a:pt x="1" y="7"/>
                  </a:cubicBezTo>
                  <a:cubicBezTo>
                    <a:pt x="1" y="9"/>
                    <a:pt x="3" y="12"/>
                    <a:pt x="5" y="12"/>
                  </a:cubicBezTo>
                  <a:cubicBezTo>
                    <a:pt x="7" y="13"/>
                    <a:pt x="9" y="12"/>
                    <a:pt x="11" y="11"/>
                  </a:cubicBezTo>
                  <a:cubicBezTo>
                    <a:pt x="13" y="9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4" name="Freeform 775">
              <a:extLst>
                <a:ext uri="{FF2B5EF4-FFF2-40B4-BE49-F238E27FC236}">
                  <a16:creationId xmlns:a16="http://schemas.microsoft.com/office/drawing/2014/main" id="{A1707FD5-22FA-4568-9D62-DF24E007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952"/>
              <a:ext cx="50" cy="48"/>
            </a:xfrm>
            <a:custGeom>
              <a:avLst/>
              <a:gdLst>
                <a:gd name="T0" fmla="*/ 96 w 27"/>
                <a:gd name="T1" fmla="*/ 13 h 26"/>
                <a:gd name="T2" fmla="*/ 52 w 27"/>
                <a:gd name="T3" fmla="*/ 7 h 26"/>
                <a:gd name="T4" fmla="*/ 31 w 27"/>
                <a:gd name="T5" fmla="*/ 113 h 26"/>
                <a:gd name="T6" fmla="*/ 141 w 27"/>
                <a:gd name="T7" fmla="*/ 150 h 26"/>
                <a:gd name="T8" fmla="*/ 165 w 27"/>
                <a:gd name="T9" fmla="*/ 96 h 26"/>
                <a:gd name="T10" fmla="*/ 128 w 27"/>
                <a:gd name="T11" fmla="*/ 44 h 26"/>
                <a:gd name="T12" fmla="*/ 96 w 27"/>
                <a:gd name="T13" fmla="*/ 1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0" y="3"/>
                    <a:pt x="0" y="12"/>
                    <a:pt x="5" y="18"/>
                  </a:cubicBezTo>
                  <a:cubicBezTo>
                    <a:pt x="10" y="25"/>
                    <a:pt x="19" y="26"/>
                    <a:pt x="22" y="24"/>
                  </a:cubicBezTo>
                  <a:cubicBezTo>
                    <a:pt x="26" y="22"/>
                    <a:pt x="27" y="18"/>
                    <a:pt x="26" y="15"/>
                  </a:cubicBezTo>
                  <a:cubicBezTo>
                    <a:pt x="24" y="12"/>
                    <a:pt x="21" y="9"/>
                    <a:pt x="20" y="7"/>
                  </a:cubicBezTo>
                  <a:cubicBezTo>
                    <a:pt x="18" y="6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85" name="Freeform 776">
              <a:extLst>
                <a:ext uri="{FF2B5EF4-FFF2-40B4-BE49-F238E27FC236}">
                  <a16:creationId xmlns:a16="http://schemas.microsoft.com/office/drawing/2014/main" id="{EE1ECDFC-E6E8-41A9-BCB3-B5371208C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965"/>
              <a:ext cx="22" cy="24"/>
            </a:xfrm>
            <a:custGeom>
              <a:avLst/>
              <a:gdLst>
                <a:gd name="T0" fmla="*/ 0 w 12"/>
                <a:gd name="T1" fmla="*/ 7 h 13"/>
                <a:gd name="T2" fmla="*/ 7 w 12"/>
                <a:gd name="T3" fmla="*/ 37 h 13"/>
                <a:gd name="T4" fmla="*/ 51 w 12"/>
                <a:gd name="T5" fmla="*/ 81 h 13"/>
                <a:gd name="T6" fmla="*/ 73 w 12"/>
                <a:gd name="T7" fmla="*/ 76 h 13"/>
                <a:gd name="T8" fmla="*/ 73 w 12"/>
                <a:gd name="T9" fmla="*/ 76 h 13"/>
                <a:gd name="T10" fmla="*/ 51 w 12"/>
                <a:gd name="T11" fmla="*/ 76 h 13"/>
                <a:gd name="T12" fmla="*/ 7 w 12"/>
                <a:gd name="T13" fmla="*/ 37 h 13"/>
                <a:gd name="T14" fmla="*/ 7 w 12"/>
                <a:gd name="T15" fmla="*/ 7 h 13"/>
                <a:gd name="T16" fmla="*/ 20 w 12"/>
                <a:gd name="T17" fmla="*/ 0 h 13"/>
                <a:gd name="T18" fmla="*/ 20 w 12"/>
                <a:gd name="T19" fmla="*/ 0 h 13"/>
                <a:gd name="T20" fmla="*/ 0 w 12"/>
                <a:gd name="T21" fmla="*/ 7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10"/>
                    <a:pt x="6" y="12"/>
                    <a:pt x="8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0" y="13"/>
                    <a:pt x="8" y="12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6" name="Freeform 777">
              <a:extLst>
                <a:ext uri="{FF2B5EF4-FFF2-40B4-BE49-F238E27FC236}">
                  <a16:creationId xmlns:a16="http://schemas.microsoft.com/office/drawing/2014/main" id="{4DAC4A0C-D4BA-4C76-A6D9-22A3D108F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002"/>
              <a:ext cx="39" cy="43"/>
            </a:xfrm>
            <a:custGeom>
              <a:avLst/>
              <a:gdLst>
                <a:gd name="T0" fmla="*/ 110 w 21"/>
                <a:gd name="T1" fmla="*/ 39 h 23"/>
                <a:gd name="T2" fmla="*/ 69 w 21"/>
                <a:gd name="T3" fmla="*/ 7 h 23"/>
                <a:gd name="T4" fmla="*/ 24 w 21"/>
                <a:gd name="T5" fmla="*/ 13 h 23"/>
                <a:gd name="T6" fmla="*/ 37 w 21"/>
                <a:gd name="T7" fmla="*/ 125 h 23"/>
                <a:gd name="T8" fmla="*/ 128 w 21"/>
                <a:gd name="T9" fmla="*/ 112 h 23"/>
                <a:gd name="T10" fmla="*/ 110 w 21"/>
                <a:gd name="T11" fmla="*/ 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6" y="1"/>
                    <a:pt x="4" y="2"/>
                  </a:cubicBezTo>
                  <a:cubicBezTo>
                    <a:pt x="0" y="6"/>
                    <a:pt x="0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87" name="Freeform 778">
              <a:extLst>
                <a:ext uri="{FF2B5EF4-FFF2-40B4-BE49-F238E27FC236}">
                  <a16:creationId xmlns:a16="http://schemas.microsoft.com/office/drawing/2014/main" id="{ACDDDA04-246D-41AC-B573-2607F05C2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012"/>
              <a:ext cx="18" cy="22"/>
            </a:xfrm>
            <a:custGeom>
              <a:avLst/>
              <a:gdLst>
                <a:gd name="T0" fmla="*/ 58 w 10"/>
                <a:gd name="T1" fmla="*/ 51 h 12"/>
                <a:gd name="T2" fmla="*/ 45 w 10"/>
                <a:gd name="T3" fmla="*/ 68 h 12"/>
                <a:gd name="T4" fmla="*/ 7 w 10"/>
                <a:gd name="T5" fmla="*/ 44 h 12"/>
                <a:gd name="T6" fmla="*/ 7 w 10"/>
                <a:gd name="T7" fmla="*/ 7 h 12"/>
                <a:gd name="T8" fmla="*/ 23 w 10"/>
                <a:gd name="T9" fmla="*/ 0 h 12"/>
                <a:gd name="T10" fmla="*/ 23 w 10"/>
                <a:gd name="T11" fmla="*/ 0 h 12"/>
                <a:gd name="T12" fmla="*/ 7 w 10"/>
                <a:gd name="T13" fmla="*/ 7 h 12"/>
                <a:gd name="T14" fmla="*/ 7 w 10"/>
                <a:gd name="T15" fmla="*/ 51 h 12"/>
                <a:gd name="T16" fmla="*/ 45 w 10"/>
                <a:gd name="T17" fmla="*/ 73 h 12"/>
                <a:gd name="T18" fmla="*/ 58 w 10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1"/>
                  </a:cubicBezTo>
                  <a:cubicBezTo>
                    <a:pt x="6" y="12"/>
                    <a:pt x="3" y="11"/>
                    <a:pt x="1" y="7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4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8" name="Freeform 779">
              <a:extLst>
                <a:ext uri="{FF2B5EF4-FFF2-40B4-BE49-F238E27FC236}">
                  <a16:creationId xmlns:a16="http://schemas.microsoft.com/office/drawing/2014/main" id="{1E347C71-587E-4EDC-AECA-EAF9AFE65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023"/>
              <a:ext cx="52" cy="56"/>
            </a:xfrm>
            <a:custGeom>
              <a:avLst/>
              <a:gdLst>
                <a:gd name="T0" fmla="*/ 89 w 28"/>
                <a:gd name="T1" fmla="*/ 189 h 30"/>
                <a:gd name="T2" fmla="*/ 165 w 28"/>
                <a:gd name="T3" fmla="*/ 91 h 30"/>
                <a:gd name="T4" fmla="*/ 65 w 28"/>
                <a:gd name="T5" fmla="*/ 21 h 30"/>
                <a:gd name="T6" fmla="*/ 89 w 28"/>
                <a:gd name="T7" fmla="*/ 18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3"/>
                    <a:pt x="26" y="14"/>
                  </a:cubicBezTo>
                  <a:cubicBezTo>
                    <a:pt x="25" y="5"/>
                    <a:pt x="18" y="0"/>
                    <a:pt x="10" y="3"/>
                  </a:cubicBezTo>
                  <a:cubicBezTo>
                    <a:pt x="1" y="6"/>
                    <a:pt x="0" y="27"/>
                    <a:pt x="14" y="29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89" name="Freeform 780">
              <a:extLst>
                <a:ext uri="{FF2B5EF4-FFF2-40B4-BE49-F238E27FC236}">
                  <a16:creationId xmlns:a16="http://schemas.microsoft.com/office/drawing/2014/main" id="{EAD9A5ED-7C74-4F4B-B15D-569E82804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036"/>
              <a:ext cx="30" cy="30"/>
            </a:xfrm>
            <a:custGeom>
              <a:avLst/>
              <a:gdLst>
                <a:gd name="T0" fmla="*/ 99 w 16"/>
                <a:gd name="T1" fmla="*/ 39 h 16"/>
                <a:gd name="T2" fmla="*/ 84 w 16"/>
                <a:gd name="T3" fmla="*/ 84 h 16"/>
                <a:gd name="T4" fmla="*/ 39 w 16"/>
                <a:gd name="T5" fmla="*/ 99 h 16"/>
                <a:gd name="T6" fmla="*/ 8 w 16"/>
                <a:gd name="T7" fmla="*/ 53 h 16"/>
                <a:gd name="T8" fmla="*/ 28 w 16"/>
                <a:gd name="T9" fmla="*/ 0 h 16"/>
                <a:gd name="T10" fmla="*/ 28 w 16"/>
                <a:gd name="T11" fmla="*/ 0 h 16"/>
                <a:gd name="T12" fmla="*/ 8 w 16"/>
                <a:gd name="T13" fmla="*/ 53 h 16"/>
                <a:gd name="T14" fmla="*/ 39 w 16"/>
                <a:gd name="T15" fmla="*/ 99 h 16"/>
                <a:gd name="T16" fmla="*/ 84 w 16"/>
                <a:gd name="T17" fmla="*/ 84 h 16"/>
                <a:gd name="T18" fmla="*/ 99 w 16"/>
                <a:gd name="T19" fmla="*/ 3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6">
                  <a:moveTo>
                    <a:pt x="15" y="6"/>
                  </a:moveTo>
                  <a:cubicBezTo>
                    <a:pt x="16" y="9"/>
                    <a:pt x="15" y="11"/>
                    <a:pt x="13" y="13"/>
                  </a:cubicBezTo>
                  <a:cubicBezTo>
                    <a:pt x="11" y="15"/>
                    <a:pt x="8" y="16"/>
                    <a:pt x="6" y="15"/>
                  </a:cubicBezTo>
                  <a:cubicBezTo>
                    <a:pt x="3" y="14"/>
                    <a:pt x="2" y="11"/>
                    <a:pt x="1" y="8"/>
                  </a:cubicBezTo>
                  <a:cubicBezTo>
                    <a:pt x="1" y="5"/>
                    <a:pt x="1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1" y="12"/>
                    <a:pt x="3" y="14"/>
                    <a:pt x="6" y="15"/>
                  </a:cubicBezTo>
                  <a:cubicBezTo>
                    <a:pt x="8" y="16"/>
                    <a:pt x="11" y="15"/>
                    <a:pt x="13" y="13"/>
                  </a:cubicBezTo>
                  <a:cubicBezTo>
                    <a:pt x="15" y="11"/>
                    <a:pt x="16" y="9"/>
                    <a:pt x="15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0" name="Freeform 781">
              <a:extLst>
                <a:ext uri="{FF2B5EF4-FFF2-40B4-BE49-F238E27FC236}">
                  <a16:creationId xmlns:a16="http://schemas.microsoft.com/office/drawing/2014/main" id="{68B0F3D3-8EAF-4D17-896E-5456D0811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165"/>
              <a:ext cx="52" cy="52"/>
            </a:xfrm>
            <a:custGeom>
              <a:avLst/>
              <a:gdLst>
                <a:gd name="T0" fmla="*/ 52 w 28"/>
                <a:gd name="T1" fmla="*/ 32 h 28"/>
                <a:gd name="T2" fmla="*/ 156 w 28"/>
                <a:gd name="T3" fmla="*/ 52 h 28"/>
                <a:gd name="T4" fmla="*/ 128 w 28"/>
                <a:gd name="T5" fmla="*/ 158 h 28"/>
                <a:gd name="T6" fmla="*/ 52 w 28"/>
                <a:gd name="T7" fmla="*/ 3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8" y="5"/>
                  </a:moveTo>
                  <a:cubicBezTo>
                    <a:pt x="12" y="0"/>
                    <a:pt x="20" y="1"/>
                    <a:pt x="24" y="8"/>
                  </a:cubicBezTo>
                  <a:cubicBezTo>
                    <a:pt x="28" y="15"/>
                    <a:pt x="27" y="22"/>
                    <a:pt x="20" y="25"/>
                  </a:cubicBezTo>
                  <a:cubicBezTo>
                    <a:pt x="13" y="28"/>
                    <a:pt x="0" y="14"/>
                    <a:pt x="8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91" name="Freeform 782">
              <a:extLst>
                <a:ext uri="{FF2B5EF4-FFF2-40B4-BE49-F238E27FC236}">
                  <a16:creationId xmlns:a16="http://schemas.microsoft.com/office/drawing/2014/main" id="{EA02C818-1A0E-4474-91AF-BDC4C9E0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178"/>
              <a:ext cx="20" cy="26"/>
            </a:xfrm>
            <a:custGeom>
              <a:avLst/>
              <a:gdLst>
                <a:gd name="T0" fmla="*/ 65 w 11"/>
                <a:gd name="T1" fmla="*/ 24 h 14"/>
                <a:gd name="T2" fmla="*/ 44 w 11"/>
                <a:gd name="T3" fmla="*/ 7 h 14"/>
                <a:gd name="T4" fmla="*/ 7 w 11"/>
                <a:gd name="T5" fmla="*/ 20 h 14"/>
                <a:gd name="T6" fmla="*/ 13 w 11"/>
                <a:gd name="T7" fmla="*/ 65 h 14"/>
                <a:gd name="T8" fmla="*/ 49 w 11"/>
                <a:gd name="T9" fmla="*/ 89 h 14"/>
                <a:gd name="T10" fmla="*/ 49 w 11"/>
                <a:gd name="T11" fmla="*/ 89 h 14"/>
                <a:gd name="T12" fmla="*/ 13 w 11"/>
                <a:gd name="T13" fmla="*/ 69 h 14"/>
                <a:gd name="T14" fmla="*/ 7 w 11"/>
                <a:gd name="T15" fmla="*/ 20 h 14"/>
                <a:gd name="T16" fmla="*/ 44 w 11"/>
                <a:gd name="T17" fmla="*/ 0 h 14"/>
                <a:gd name="T18" fmla="*/ 65 w 11"/>
                <a:gd name="T19" fmla="*/ 2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4">
                  <a:moveTo>
                    <a:pt x="11" y="4"/>
                  </a:moveTo>
                  <a:cubicBezTo>
                    <a:pt x="11" y="2"/>
                    <a:pt x="9" y="1"/>
                    <a:pt x="7" y="1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3" y="13"/>
                    <a:pt x="5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5" y="14"/>
                    <a:pt x="3" y="13"/>
                    <a:pt x="2" y="11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9" y="1"/>
                    <a:pt x="11" y="2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2" name="Freeform 783">
              <a:extLst>
                <a:ext uri="{FF2B5EF4-FFF2-40B4-BE49-F238E27FC236}">
                  <a16:creationId xmlns:a16="http://schemas.microsoft.com/office/drawing/2014/main" id="{37E570C4-F708-4DE5-B418-5239135EC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088"/>
              <a:ext cx="58" cy="40"/>
            </a:xfrm>
            <a:custGeom>
              <a:avLst/>
              <a:gdLst>
                <a:gd name="T0" fmla="*/ 45 w 31"/>
                <a:gd name="T1" fmla="*/ 8 h 21"/>
                <a:gd name="T2" fmla="*/ 0 w 31"/>
                <a:gd name="T3" fmla="*/ 76 h 21"/>
                <a:gd name="T4" fmla="*/ 97 w 31"/>
                <a:gd name="T5" fmla="*/ 137 h 21"/>
                <a:gd name="T6" fmla="*/ 196 w 31"/>
                <a:gd name="T7" fmla="*/ 76 h 21"/>
                <a:gd name="T8" fmla="*/ 178 w 31"/>
                <a:gd name="T9" fmla="*/ 21 h 21"/>
                <a:gd name="T10" fmla="*/ 112 w 31"/>
                <a:gd name="T11" fmla="*/ 15 h 21"/>
                <a:gd name="T12" fmla="*/ 45 w 31"/>
                <a:gd name="T13" fmla="*/ 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1">
                  <a:moveTo>
                    <a:pt x="7" y="1"/>
                  </a:moveTo>
                  <a:cubicBezTo>
                    <a:pt x="3" y="3"/>
                    <a:pt x="1" y="6"/>
                    <a:pt x="0" y="11"/>
                  </a:cubicBezTo>
                  <a:cubicBezTo>
                    <a:pt x="1" y="18"/>
                    <a:pt x="7" y="21"/>
                    <a:pt x="15" y="20"/>
                  </a:cubicBezTo>
                  <a:cubicBezTo>
                    <a:pt x="24" y="20"/>
                    <a:pt x="28" y="18"/>
                    <a:pt x="30" y="11"/>
                  </a:cubicBezTo>
                  <a:cubicBezTo>
                    <a:pt x="31" y="7"/>
                    <a:pt x="30" y="4"/>
                    <a:pt x="27" y="3"/>
                  </a:cubicBezTo>
                  <a:cubicBezTo>
                    <a:pt x="24" y="1"/>
                    <a:pt x="21" y="2"/>
                    <a:pt x="17" y="2"/>
                  </a:cubicBezTo>
                  <a:cubicBezTo>
                    <a:pt x="15" y="2"/>
                    <a:pt x="11" y="0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93" name="Freeform 784">
              <a:extLst>
                <a:ext uri="{FF2B5EF4-FFF2-40B4-BE49-F238E27FC236}">
                  <a16:creationId xmlns:a16="http://schemas.microsoft.com/office/drawing/2014/main" id="{4CAE36BF-7F69-4809-8D4B-B8C03F106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099"/>
              <a:ext cx="34" cy="14"/>
            </a:xfrm>
            <a:custGeom>
              <a:avLst/>
              <a:gdLst>
                <a:gd name="T0" fmla="*/ 113 w 18"/>
                <a:gd name="T1" fmla="*/ 8 h 7"/>
                <a:gd name="T2" fmla="*/ 121 w 18"/>
                <a:gd name="T3" fmla="*/ 24 h 7"/>
                <a:gd name="T4" fmla="*/ 47 w 18"/>
                <a:gd name="T5" fmla="*/ 56 h 7"/>
                <a:gd name="T6" fmla="*/ 0 w 18"/>
                <a:gd name="T7" fmla="*/ 24 h 7"/>
                <a:gd name="T8" fmla="*/ 15 w 18"/>
                <a:gd name="T9" fmla="*/ 0 h 7"/>
                <a:gd name="T10" fmla="*/ 15 w 18"/>
                <a:gd name="T11" fmla="*/ 0 h 7"/>
                <a:gd name="T12" fmla="*/ 0 w 18"/>
                <a:gd name="T13" fmla="*/ 24 h 7"/>
                <a:gd name="T14" fmla="*/ 47 w 18"/>
                <a:gd name="T15" fmla="*/ 56 h 7"/>
                <a:gd name="T16" fmla="*/ 121 w 18"/>
                <a:gd name="T17" fmla="*/ 24 h 7"/>
                <a:gd name="T18" fmla="*/ 113 w 18"/>
                <a:gd name="T19" fmla="*/ 8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7">
                  <a:moveTo>
                    <a:pt x="17" y="1"/>
                  </a:moveTo>
                  <a:cubicBezTo>
                    <a:pt x="18" y="2"/>
                    <a:pt x="18" y="2"/>
                    <a:pt x="18" y="3"/>
                  </a:cubicBezTo>
                  <a:cubicBezTo>
                    <a:pt x="17" y="4"/>
                    <a:pt x="14" y="6"/>
                    <a:pt x="7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2" y="7"/>
                    <a:pt x="7" y="7"/>
                  </a:cubicBezTo>
                  <a:cubicBezTo>
                    <a:pt x="14" y="7"/>
                    <a:pt x="18" y="5"/>
                    <a:pt x="18" y="3"/>
                  </a:cubicBezTo>
                  <a:cubicBezTo>
                    <a:pt x="18" y="2"/>
                    <a:pt x="18" y="2"/>
                    <a:pt x="17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4" name="Freeform 785">
              <a:extLst>
                <a:ext uri="{FF2B5EF4-FFF2-40B4-BE49-F238E27FC236}">
                  <a16:creationId xmlns:a16="http://schemas.microsoft.com/office/drawing/2014/main" id="{8F8C1858-FEFF-42A2-B6D4-912DF5CAF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967"/>
              <a:ext cx="34" cy="45"/>
            </a:xfrm>
            <a:custGeom>
              <a:avLst/>
              <a:gdLst>
                <a:gd name="T0" fmla="*/ 93 w 18"/>
                <a:gd name="T1" fmla="*/ 128 h 24"/>
                <a:gd name="T2" fmla="*/ 108 w 18"/>
                <a:gd name="T3" fmla="*/ 144 h 24"/>
                <a:gd name="T4" fmla="*/ 93 w 18"/>
                <a:gd name="T5" fmla="*/ 158 h 24"/>
                <a:gd name="T6" fmla="*/ 81 w 18"/>
                <a:gd name="T7" fmla="*/ 144 h 24"/>
                <a:gd name="T8" fmla="*/ 60 w 18"/>
                <a:gd name="T9" fmla="*/ 158 h 24"/>
                <a:gd name="T10" fmla="*/ 47 w 18"/>
                <a:gd name="T11" fmla="*/ 144 h 24"/>
                <a:gd name="T12" fmla="*/ 32 w 18"/>
                <a:gd name="T13" fmla="*/ 120 h 24"/>
                <a:gd name="T14" fmla="*/ 21 w 18"/>
                <a:gd name="T15" fmla="*/ 105 h 24"/>
                <a:gd name="T16" fmla="*/ 8 w 18"/>
                <a:gd name="T17" fmla="*/ 84 h 24"/>
                <a:gd name="T18" fmla="*/ 15 w 18"/>
                <a:gd name="T19" fmla="*/ 68 h 24"/>
                <a:gd name="T20" fmla="*/ 0 w 18"/>
                <a:gd name="T21" fmla="*/ 45 h 24"/>
                <a:gd name="T22" fmla="*/ 28 w 18"/>
                <a:gd name="T23" fmla="*/ 15 h 24"/>
                <a:gd name="T24" fmla="*/ 47 w 18"/>
                <a:gd name="T25" fmla="*/ 0 h 24"/>
                <a:gd name="T26" fmla="*/ 76 w 18"/>
                <a:gd name="T27" fmla="*/ 15 h 24"/>
                <a:gd name="T28" fmla="*/ 89 w 18"/>
                <a:gd name="T29" fmla="*/ 8 h 24"/>
                <a:gd name="T30" fmla="*/ 100 w 18"/>
                <a:gd name="T31" fmla="*/ 21 h 24"/>
                <a:gd name="T32" fmla="*/ 81 w 18"/>
                <a:gd name="T33" fmla="*/ 28 h 24"/>
                <a:gd name="T34" fmla="*/ 93 w 18"/>
                <a:gd name="T35" fmla="*/ 39 h 24"/>
                <a:gd name="T36" fmla="*/ 81 w 18"/>
                <a:gd name="T37" fmla="*/ 60 h 24"/>
                <a:gd name="T38" fmla="*/ 89 w 18"/>
                <a:gd name="T39" fmla="*/ 81 h 24"/>
                <a:gd name="T40" fmla="*/ 89 w 18"/>
                <a:gd name="T41" fmla="*/ 92 h 24"/>
                <a:gd name="T42" fmla="*/ 93 w 18"/>
                <a:gd name="T43" fmla="*/ 128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" h="24">
                  <a:moveTo>
                    <a:pt x="14" y="19"/>
                  </a:moveTo>
                  <a:cubicBezTo>
                    <a:pt x="14" y="21"/>
                    <a:pt x="18" y="20"/>
                    <a:pt x="16" y="22"/>
                  </a:cubicBezTo>
                  <a:cubicBezTo>
                    <a:pt x="15" y="23"/>
                    <a:pt x="14" y="24"/>
                    <a:pt x="14" y="24"/>
                  </a:cubicBezTo>
                  <a:cubicBezTo>
                    <a:pt x="13" y="24"/>
                    <a:pt x="13" y="22"/>
                    <a:pt x="12" y="22"/>
                  </a:cubicBezTo>
                  <a:cubicBezTo>
                    <a:pt x="11" y="22"/>
                    <a:pt x="10" y="24"/>
                    <a:pt x="9" y="24"/>
                  </a:cubicBezTo>
                  <a:cubicBezTo>
                    <a:pt x="8" y="24"/>
                    <a:pt x="8" y="22"/>
                    <a:pt x="7" y="22"/>
                  </a:cubicBezTo>
                  <a:cubicBezTo>
                    <a:pt x="6" y="22"/>
                    <a:pt x="5" y="19"/>
                    <a:pt x="5" y="18"/>
                  </a:cubicBezTo>
                  <a:cubicBezTo>
                    <a:pt x="5" y="17"/>
                    <a:pt x="4" y="17"/>
                    <a:pt x="3" y="16"/>
                  </a:cubicBezTo>
                  <a:cubicBezTo>
                    <a:pt x="2" y="16"/>
                    <a:pt x="1" y="14"/>
                    <a:pt x="1" y="13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9"/>
                    <a:pt x="0" y="9"/>
                    <a:pt x="0" y="7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9" y="0"/>
                    <a:pt x="9" y="1"/>
                    <a:pt x="11" y="2"/>
                  </a:cubicBezTo>
                  <a:cubicBezTo>
                    <a:pt x="12" y="2"/>
                    <a:pt x="12" y="1"/>
                    <a:pt x="13" y="1"/>
                  </a:cubicBezTo>
                  <a:cubicBezTo>
                    <a:pt x="15" y="1"/>
                    <a:pt x="15" y="2"/>
                    <a:pt x="15" y="3"/>
                  </a:cubicBezTo>
                  <a:cubicBezTo>
                    <a:pt x="14" y="4"/>
                    <a:pt x="12" y="3"/>
                    <a:pt x="12" y="4"/>
                  </a:cubicBezTo>
                  <a:cubicBezTo>
                    <a:pt x="12" y="5"/>
                    <a:pt x="13" y="6"/>
                    <a:pt x="14" y="6"/>
                  </a:cubicBezTo>
                  <a:cubicBezTo>
                    <a:pt x="14" y="8"/>
                    <a:pt x="13" y="8"/>
                    <a:pt x="12" y="9"/>
                  </a:cubicBezTo>
                  <a:cubicBezTo>
                    <a:pt x="11" y="10"/>
                    <a:pt x="13" y="10"/>
                    <a:pt x="13" y="12"/>
                  </a:cubicBezTo>
                  <a:cubicBezTo>
                    <a:pt x="13" y="13"/>
                    <a:pt x="13" y="14"/>
                    <a:pt x="13" y="14"/>
                  </a:cubicBezTo>
                  <a:cubicBezTo>
                    <a:pt x="10" y="17"/>
                    <a:pt x="14" y="17"/>
                    <a:pt x="14" y="1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5" name="Freeform 786">
              <a:extLst>
                <a:ext uri="{FF2B5EF4-FFF2-40B4-BE49-F238E27FC236}">
                  <a16:creationId xmlns:a16="http://schemas.microsoft.com/office/drawing/2014/main" id="{3692943B-B5D2-496A-8B07-933F67099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970"/>
              <a:ext cx="9" cy="15"/>
            </a:xfrm>
            <a:custGeom>
              <a:avLst/>
              <a:gdLst>
                <a:gd name="T0" fmla="*/ 23 w 5"/>
                <a:gd name="T1" fmla="*/ 8 h 8"/>
                <a:gd name="T2" fmla="*/ 7 w 5"/>
                <a:gd name="T3" fmla="*/ 28 h 8"/>
                <a:gd name="T4" fmla="*/ 13 w 5"/>
                <a:gd name="T5" fmla="*/ 53 h 8"/>
                <a:gd name="T6" fmla="*/ 16 w 5"/>
                <a:gd name="T7" fmla="*/ 39 h 8"/>
                <a:gd name="T8" fmla="*/ 13 w 5"/>
                <a:gd name="T9" fmla="*/ 32 h 8"/>
                <a:gd name="T10" fmla="*/ 23 w 5"/>
                <a:gd name="T11" fmla="*/ 15 h 8"/>
                <a:gd name="T12" fmla="*/ 29 w 5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8">
                  <a:moveTo>
                    <a:pt x="4" y="1"/>
                  </a:moveTo>
                  <a:cubicBezTo>
                    <a:pt x="3" y="2"/>
                    <a:pt x="1" y="3"/>
                    <a:pt x="1" y="4"/>
                  </a:cubicBezTo>
                  <a:cubicBezTo>
                    <a:pt x="0" y="6"/>
                    <a:pt x="3" y="7"/>
                    <a:pt x="2" y="8"/>
                  </a:cubicBezTo>
                  <a:cubicBezTo>
                    <a:pt x="2" y="8"/>
                    <a:pt x="3" y="7"/>
                    <a:pt x="3" y="6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2" y="3"/>
                    <a:pt x="4" y="3"/>
                    <a:pt x="4" y="2"/>
                  </a:cubicBezTo>
                  <a:cubicBezTo>
                    <a:pt x="5" y="2"/>
                    <a:pt x="4" y="1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6" name="Freeform 787">
              <a:extLst>
                <a:ext uri="{FF2B5EF4-FFF2-40B4-BE49-F238E27FC236}">
                  <a16:creationId xmlns:a16="http://schemas.microsoft.com/office/drawing/2014/main" id="{0A05781D-ED9A-49DF-B727-4E52EB16A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989"/>
              <a:ext cx="9" cy="11"/>
            </a:xfrm>
            <a:custGeom>
              <a:avLst/>
              <a:gdLst>
                <a:gd name="T0" fmla="*/ 7 w 5"/>
                <a:gd name="T1" fmla="*/ 0 h 6"/>
                <a:gd name="T2" fmla="*/ 13 w 5"/>
                <a:gd name="T3" fmla="*/ 24 h 6"/>
                <a:gd name="T4" fmla="*/ 29 w 5"/>
                <a:gd name="T5" fmla="*/ 37 h 6"/>
                <a:gd name="T6" fmla="*/ 23 w 5"/>
                <a:gd name="T7" fmla="*/ 20 h 6"/>
                <a:gd name="T8" fmla="*/ 13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5"/>
                    <a:pt x="4" y="5"/>
                    <a:pt x="5" y="6"/>
                  </a:cubicBezTo>
                  <a:cubicBezTo>
                    <a:pt x="5" y="5"/>
                    <a:pt x="5" y="4"/>
                    <a:pt x="4" y="3"/>
                  </a:cubicBezTo>
                  <a:cubicBezTo>
                    <a:pt x="3" y="3"/>
                    <a:pt x="1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7" name="Freeform 788">
              <a:extLst>
                <a:ext uri="{FF2B5EF4-FFF2-40B4-BE49-F238E27FC236}">
                  <a16:creationId xmlns:a16="http://schemas.microsoft.com/office/drawing/2014/main" id="{338B54CF-D284-4B55-BC23-4506442E3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985"/>
              <a:ext cx="5" cy="10"/>
            </a:xfrm>
            <a:custGeom>
              <a:avLst/>
              <a:gdLst>
                <a:gd name="T0" fmla="*/ 8 w 3"/>
                <a:gd name="T1" fmla="*/ 8 h 5"/>
                <a:gd name="T2" fmla="*/ 5 w 3"/>
                <a:gd name="T3" fmla="*/ 16 h 5"/>
                <a:gd name="T4" fmla="*/ 5 w 3"/>
                <a:gd name="T5" fmla="*/ 24 h 5"/>
                <a:gd name="T6" fmla="*/ 13 w 3"/>
                <a:gd name="T7" fmla="*/ 40 h 5"/>
                <a:gd name="T8" fmla="*/ 5 w 3"/>
                <a:gd name="T9" fmla="*/ 16 h 5"/>
                <a:gd name="T10" fmla="*/ 5 w 3"/>
                <a:gd name="T11" fmla="*/ 0 h 5"/>
                <a:gd name="T12" fmla="*/ 8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1" y="4"/>
                    <a:pt x="0" y="4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8" name="Freeform 789">
              <a:extLst>
                <a:ext uri="{FF2B5EF4-FFF2-40B4-BE49-F238E27FC236}">
                  <a16:creationId xmlns:a16="http://schemas.microsoft.com/office/drawing/2014/main" id="{0F597124-94DF-4CF1-A9F4-302C03E31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002"/>
              <a:ext cx="11" cy="10"/>
            </a:xfrm>
            <a:custGeom>
              <a:avLst/>
              <a:gdLst>
                <a:gd name="T0" fmla="*/ 0 w 6"/>
                <a:gd name="T1" fmla="*/ 0 h 5"/>
                <a:gd name="T2" fmla="*/ 7 w 6"/>
                <a:gd name="T3" fmla="*/ 16 h 5"/>
                <a:gd name="T4" fmla="*/ 13 w 6"/>
                <a:gd name="T5" fmla="*/ 24 h 5"/>
                <a:gd name="T6" fmla="*/ 13 w 6"/>
                <a:gd name="T7" fmla="*/ 32 h 5"/>
                <a:gd name="T8" fmla="*/ 37 w 6"/>
                <a:gd name="T9" fmla="*/ 24 h 5"/>
                <a:gd name="T10" fmla="*/ 31 w 6"/>
                <a:gd name="T11" fmla="*/ 24 h 5"/>
                <a:gd name="T12" fmla="*/ 20 w 6"/>
                <a:gd name="T13" fmla="*/ 16 h 5"/>
                <a:gd name="T14" fmla="*/ 7 w 6"/>
                <a:gd name="T15" fmla="*/ 8 h 5"/>
                <a:gd name="T16" fmla="*/ 0 w 6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4" y="5"/>
                    <a:pt x="4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3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9" name="Freeform 790">
              <a:extLst>
                <a:ext uri="{FF2B5EF4-FFF2-40B4-BE49-F238E27FC236}">
                  <a16:creationId xmlns:a16="http://schemas.microsoft.com/office/drawing/2014/main" id="{5B55E325-D874-4F35-A540-9CE0E23C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006"/>
              <a:ext cx="9" cy="4"/>
            </a:xfrm>
            <a:custGeom>
              <a:avLst/>
              <a:gdLst>
                <a:gd name="T0" fmla="*/ 29 w 5"/>
                <a:gd name="T1" fmla="*/ 0 h 2"/>
                <a:gd name="T2" fmla="*/ 16 w 5"/>
                <a:gd name="T3" fmla="*/ 16 h 2"/>
                <a:gd name="T4" fmla="*/ 0 w 5"/>
                <a:gd name="T5" fmla="*/ 0 h 2"/>
                <a:gd name="T6" fmla="*/ 23 w 5"/>
                <a:gd name="T7" fmla="*/ 8 h 2"/>
                <a:gd name="T8" fmla="*/ 29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0" name="Freeform 791">
              <a:extLst>
                <a:ext uri="{FF2B5EF4-FFF2-40B4-BE49-F238E27FC236}">
                  <a16:creationId xmlns:a16="http://schemas.microsoft.com/office/drawing/2014/main" id="{A24A1A9D-1BBD-487B-AC30-D584D1085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987"/>
              <a:ext cx="3" cy="4"/>
            </a:xfrm>
            <a:custGeom>
              <a:avLst/>
              <a:gdLst>
                <a:gd name="T0" fmla="*/ 5 w 2"/>
                <a:gd name="T1" fmla="*/ 0 h 2"/>
                <a:gd name="T2" fmla="*/ 8 w 2"/>
                <a:gd name="T3" fmla="*/ 8 h 2"/>
                <a:gd name="T4" fmla="*/ 5 w 2"/>
                <a:gd name="T5" fmla="*/ 16 h 2"/>
                <a:gd name="T6" fmla="*/ 5 w 2"/>
                <a:gd name="T7" fmla="*/ 8 h 2"/>
                <a:gd name="T8" fmla="*/ 5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1" name="Freeform 792">
              <a:extLst>
                <a:ext uri="{FF2B5EF4-FFF2-40B4-BE49-F238E27FC236}">
                  <a16:creationId xmlns:a16="http://schemas.microsoft.com/office/drawing/2014/main" id="{ED1C7337-8434-46DF-811C-0D3212848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968"/>
              <a:ext cx="6" cy="4"/>
            </a:xfrm>
            <a:custGeom>
              <a:avLst/>
              <a:gdLst>
                <a:gd name="T0" fmla="*/ 16 w 3"/>
                <a:gd name="T1" fmla="*/ 8 h 2"/>
                <a:gd name="T2" fmla="*/ 0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2" name="Freeform 793">
              <a:extLst>
                <a:ext uri="{FF2B5EF4-FFF2-40B4-BE49-F238E27FC236}">
                  <a16:creationId xmlns:a16="http://schemas.microsoft.com/office/drawing/2014/main" id="{D04A26A9-A566-40A0-B8C4-BB8736123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976"/>
              <a:ext cx="4" cy="7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12 h 4"/>
                <a:gd name="T4" fmla="*/ 8 w 2"/>
                <a:gd name="T5" fmla="*/ 21 h 4"/>
                <a:gd name="T6" fmla="*/ 8 w 2"/>
                <a:gd name="T7" fmla="*/ 16 h 4"/>
                <a:gd name="T8" fmla="*/ 0 w 2"/>
                <a:gd name="T9" fmla="*/ 12 h 4"/>
                <a:gd name="T10" fmla="*/ 0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2" y="3"/>
                    <a:pt x="1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3" name="Freeform 794">
              <a:extLst>
                <a:ext uri="{FF2B5EF4-FFF2-40B4-BE49-F238E27FC236}">
                  <a16:creationId xmlns:a16="http://schemas.microsoft.com/office/drawing/2014/main" id="{5F66C5CA-722E-4CB4-8009-969350026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006"/>
              <a:ext cx="9" cy="4"/>
            </a:xfrm>
            <a:custGeom>
              <a:avLst/>
              <a:gdLst>
                <a:gd name="T0" fmla="*/ 0 w 5"/>
                <a:gd name="T1" fmla="*/ 0 h 2"/>
                <a:gd name="T2" fmla="*/ 13 w 5"/>
                <a:gd name="T3" fmla="*/ 16 h 2"/>
                <a:gd name="T4" fmla="*/ 29 w 5"/>
                <a:gd name="T5" fmla="*/ 8 h 2"/>
                <a:gd name="T6" fmla="*/ 16 w 5"/>
                <a:gd name="T7" fmla="*/ 8 h 2"/>
                <a:gd name="T8" fmla="*/ 13 w 5"/>
                <a:gd name="T9" fmla="*/ 8 h 2"/>
                <a:gd name="T10" fmla="*/ 7 w 5"/>
                <a:gd name="T11" fmla="*/ 0 h 2"/>
                <a:gd name="T12" fmla="*/ 0 w 5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1" y="2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4" name="Freeform 795">
              <a:extLst>
                <a:ext uri="{FF2B5EF4-FFF2-40B4-BE49-F238E27FC236}">
                  <a16:creationId xmlns:a16="http://schemas.microsoft.com/office/drawing/2014/main" id="{2CD2939C-B81C-4F51-90A8-A85D2F260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008"/>
              <a:ext cx="6" cy="2"/>
            </a:xfrm>
            <a:custGeom>
              <a:avLst/>
              <a:gdLst>
                <a:gd name="T0" fmla="*/ 24 w 3"/>
                <a:gd name="T1" fmla="*/ 0 h 1"/>
                <a:gd name="T2" fmla="*/ 8 w 3"/>
                <a:gd name="T3" fmla="*/ 8 h 1"/>
                <a:gd name="T4" fmla="*/ 0 w 3"/>
                <a:gd name="T5" fmla="*/ 0 h 1"/>
                <a:gd name="T6" fmla="*/ 24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5" name="Freeform 796">
              <a:extLst>
                <a:ext uri="{FF2B5EF4-FFF2-40B4-BE49-F238E27FC236}">
                  <a16:creationId xmlns:a16="http://schemas.microsoft.com/office/drawing/2014/main" id="{F629624F-AEBE-4A1E-B96F-DC3B8D0DF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993"/>
              <a:ext cx="5" cy="7"/>
            </a:xfrm>
            <a:custGeom>
              <a:avLst/>
              <a:gdLst>
                <a:gd name="T0" fmla="*/ 5 w 3"/>
                <a:gd name="T1" fmla="*/ 7 h 4"/>
                <a:gd name="T2" fmla="*/ 13 w 3"/>
                <a:gd name="T3" fmla="*/ 21 h 4"/>
                <a:gd name="T4" fmla="*/ 8 w 3"/>
                <a:gd name="T5" fmla="*/ 12 h 4"/>
                <a:gd name="T6" fmla="*/ 5 w 3"/>
                <a:gd name="T7" fmla="*/ 7 h 4"/>
                <a:gd name="T8" fmla="*/ 0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2" y="2"/>
                    <a:pt x="3" y="3"/>
                    <a:pt x="3" y="4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6" name="Freeform 797">
              <a:extLst>
                <a:ext uri="{FF2B5EF4-FFF2-40B4-BE49-F238E27FC236}">
                  <a16:creationId xmlns:a16="http://schemas.microsoft.com/office/drawing/2014/main" id="{49843DE8-0F16-4054-93A7-E3C274C75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995"/>
              <a:ext cx="7" cy="9"/>
            </a:xfrm>
            <a:custGeom>
              <a:avLst/>
              <a:gdLst>
                <a:gd name="T0" fmla="*/ 0 w 4"/>
                <a:gd name="T1" fmla="*/ 0 h 5"/>
                <a:gd name="T2" fmla="*/ 12 w 4"/>
                <a:gd name="T3" fmla="*/ 16 h 5"/>
                <a:gd name="T4" fmla="*/ 21 w 4"/>
                <a:gd name="T5" fmla="*/ 29 h 5"/>
                <a:gd name="T6" fmla="*/ 7 w 4"/>
                <a:gd name="T7" fmla="*/ 16 h 5"/>
                <a:gd name="T8" fmla="*/ 0 w 4"/>
                <a:gd name="T9" fmla="*/ 13 h 5"/>
                <a:gd name="T10" fmla="*/ 0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3"/>
                    <a:pt x="3" y="5"/>
                    <a:pt x="4" y="5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7" name="Freeform 798">
              <a:extLst>
                <a:ext uri="{FF2B5EF4-FFF2-40B4-BE49-F238E27FC236}">
                  <a16:creationId xmlns:a16="http://schemas.microsoft.com/office/drawing/2014/main" id="{DB9B29E7-E4A6-4BD1-93C6-C7A34F4AE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974"/>
              <a:ext cx="5" cy="8"/>
            </a:xfrm>
            <a:custGeom>
              <a:avLst/>
              <a:gdLst>
                <a:gd name="T0" fmla="*/ 5 w 3"/>
                <a:gd name="T1" fmla="*/ 0 h 4"/>
                <a:gd name="T2" fmla="*/ 5 w 3"/>
                <a:gd name="T3" fmla="*/ 32 h 4"/>
                <a:gd name="T4" fmla="*/ 5 w 3"/>
                <a:gd name="T5" fmla="*/ 24 h 4"/>
                <a:gd name="T6" fmla="*/ 5 w 3"/>
                <a:gd name="T7" fmla="*/ 16 h 4"/>
                <a:gd name="T8" fmla="*/ 5 w 3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3" y="3"/>
                    <a:pt x="1" y="4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8" name="Freeform 799">
              <a:extLst>
                <a:ext uri="{FF2B5EF4-FFF2-40B4-BE49-F238E27FC236}">
                  <a16:creationId xmlns:a16="http://schemas.microsoft.com/office/drawing/2014/main" id="{E75DA7F8-B6D6-4148-874C-C963BB4A2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967"/>
              <a:ext cx="8" cy="3"/>
            </a:xfrm>
            <a:custGeom>
              <a:avLst/>
              <a:gdLst>
                <a:gd name="T0" fmla="*/ 32 w 4"/>
                <a:gd name="T1" fmla="*/ 8 h 2"/>
                <a:gd name="T2" fmla="*/ 0 w 4"/>
                <a:gd name="T3" fmla="*/ 8 h 2"/>
                <a:gd name="T4" fmla="*/ 16 w 4"/>
                <a:gd name="T5" fmla="*/ 8 h 2"/>
                <a:gd name="T6" fmla="*/ 32 w 4"/>
                <a:gd name="T7" fmla="*/ 8 h 2"/>
                <a:gd name="T8" fmla="*/ 32 w 4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0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9" name="Freeform 800">
              <a:extLst>
                <a:ext uri="{FF2B5EF4-FFF2-40B4-BE49-F238E27FC236}">
                  <a16:creationId xmlns:a16="http://schemas.microsoft.com/office/drawing/2014/main" id="{8A492EE5-44A6-442C-A7D0-99A4290D5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967"/>
              <a:ext cx="34" cy="45"/>
            </a:xfrm>
            <a:custGeom>
              <a:avLst/>
              <a:gdLst>
                <a:gd name="T0" fmla="*/ 93 w 18"/>
                <a:gd name="T1" fmla="*/ 128 h 24"/>
                <a:gd name="T2" fmla="*/ 108 w 18"/>
                <a:gd name="T3" fmla="*/ 144 h 24"/>
                <a:gd name="T4" fmla="*/ 93 w 18"/>
                <a:gd name="T5" fmla="*/ 158 h 24"/>
                <a:gd name="T6" fmla="*/ 81 w 18"/>
                <a:gd name="T7" fmla="*/ 144 h 24"/>
                <a:gd name="T8" fmla="*/ 60 w 18"/>
                <a:gd name="T9" fmla="*/ 158 h 24"/>
                <a:gd name="T10" fmla="*/ 47 w 18"/>
                <a:gd name="T11" fmla="*/ 144 h 24"/>
                <a:gd name="T12" fmla="*/ 32 w 18"/>
                <a:gd name="T13" fmla="*/ 120 h 24"/>
                <a:gd name="T14" fmla="*/ 21 w 18"/>
                <a:gd name="T15" fmla="*/ 105 h 24"/>
                <a:gd name="T16" fmla="*/ 8 w 18"/>
                <a:gd name="T17" fmla="*/ 84 h 24"/>
                <a:gd name="T18" fmla="*/ 15 w 18"/>
                <a:gd name="T19" fmla="*/ 68 h 24"/>
                <a:gd name="T20" fmla="*/ 0 w 18"/>
                <a:gd name="T21" fmla="*/ 45 h 24"/>
                <a:gd name="T22" fmla="*/ 28 w 18"/>
                <a:gd name="T23" fmla="*/ 15 h 24"/>
                <a:gd name="T24" fmla="*/ 47 w 18"/>
                <a:gd name="T25" fmla="*/ 0 h 24"/>
                <a:gd name="T26" fmla="*/ 76 w 18"/>
                <a:gd name="T27" fmla="*/ 15 h 24"/>
                <a:gd name="T28" fmla="*/ 89 w 18"/>
                <a:gd name="T29" fmla="*/ 8 h 24"/>
                <a:gd name="T30" fmla="*/ 100 w 18"/>
                <a:gd name="T31" fmla="*/ 21 h 24"/>
                <a:gd name="T32" fmla="*/ 81 w 18"/>
                <a:gd name="T33" fmla="*/ 28 h 24"/>
                <a:gd name="T34" fmla="*/ 93 w 18"/>
                <a:gd name="T35" fmla="*/ 39 h 24"/>
                <a:gd name="T36" fmla="*/ 81 w 18"/>
                <a:gd name="T37" fmla="*/ 60 h 24"/>
                <a:gd name="T38" fmla="*/ 89 w 18"/>
                <a:gd name="T39" fmla="*/ 81 h 24"/>
                <a:gd name="T40" fmla="*/ 89 w 18"/>
                <a:gd name="T41" fmla="*/ 92 h 24"/>
                <a:gd name="T42" fmla="*/ 93 w 18"/>
                <a:gd name="T43" fmla="*/ 128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" h="24">
                  <a:moveTo>
                    <a:pt x="14" y="19"/>
                  </a:moveTo>
                  <a:cubicBezTo>
                    <a:pt x="14" y="21"/>
                    <a:pt x="18" y="20"/>
                    <a:pt x="16" y="22"/>
                  </a:cubicBezTo>
                  <a:cubicBezTo>
                    <a:pt x="15" y="23"/>
                    <a:pt x="14" y="24"/>
                    <a:pt x="14" y="24"/>
                  </a:cubicBezTo>
                  <a:cubicBezTo>
                    <a:pt x="13" y="24"/>
                    <a:pt x="13" y="22"/>
                    <a:pt x="12" y="22"/>
                  </a:cubicBezTo>
                  <a:cubicBezTo>
                    <a:pt x="11" y="22"/>
                    <a:pt x="10" y="24"/>
                    <a:pt x="9" y="24"/>
                  </a:cubicBezTo>
                  <a:cubicBezTo>
                    <a:pt x="8" y="24"/>
                    <a:pt x="8" y="22"/>
                    <a:pt x="7" y="22"/>
                  </a:cubicBezTo>
                  <a:cubicBezTo>
                    <a:pt x="6" y="22"/>
                    <a:pt x="5" y="19"/>
                    <a:pt x="5" y="18"/>
                  </a:cubicBezTo>
                  <a:cubicBezTo>
                    <a:pt x="5" y="17"/>
                    <a:pt x="4" y="17"/>
                    <a:pt x="3" y="16"/>
                  </a:cubicBezTo>
                  <a:cubicBezTo>
                    <a:pt x="2" y="16"/>
                    <a:pt x="1" y="14"/>
                    <a:pt x="1" y="13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9"/>
                    <a:pt x="0" y="9"/>
                    <a:pt x="0" y="7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9" y="0"/>
                    <a:pt x="9" y="1"/>
                    <a:pt x="11" y="2"/>
                  </a:cubicBezTo>
                  <a:cubicBezTo>
                    <a:pt x="12" y="2"/>
                    <a:pt x="12" y="1"/>
                    <a:pt x="13" y="1"/>
                  </a:cubicBezTo>
                  <a:cubicBezTo>
                    <a:pt x="15" y="1"/>
                    <a:pt x="15" y="2"/>
                    <a:pt x="15" y="3"/>
                  </a:cubicBezTo>
                  <a:cubicBezTo>
                    <a:pt x="14" y="4"/>
                    <a:pt x="12" y="3"/>
                    <a:pt x="12" y="4"/>
                  </a:cubicBezTo>
                  <a:cubicBezTo>
                    <a:pt x="12" y="5"/>
                    <a:pt x="13" y="6"/>
                    <a:pt x="14" y="6"/>
                  </a:cubicBezTo>
                  <a:cubicBezTo>
                    <a:pt x="14" y="8"/>
                    <a:pt x="13" y="8"/>
                    <a:pt x="12" y="9"/>
                  </a:cubicBezTo>
                  <a:cubicBezTo>
                    <a:pt x="11" y="10"/>
                    <a:pt x="13" y="10"/>
                    <a:pt x="13" y="12"/>
                  </a:cubicBezTo>
                  <a:cubicBezTo>
                    <a:pt x="13" y="13"/>
                    <a:pt x="13" y="14"/>
                    <a:pt x="13" y="14"/>
                  </a:cubicBezTo>
                  <a:cubicBezTo>
                    <a:pt x="10" y="17"/>
                    <a:pt x="14" y="17"/>
                    <a:pt x="14" y="1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0" name="Freeform 801">
              <a:extLst>
                <a:ext uri="{FF2B5EF4-FFF2-40B4-BE49-F238E27FC236}">
                  <a16:creationId xmlns:a16="http://schemas.microsoft.com/office/drawing/2014/main" id="{D3C1F5FA-ED24-4012-985E-C9BC01B47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982"/>
              <a:ext cx="2" cy="5"/>
            </a:xfrm>
            <a:custGeom>
              <a:avLst/>
              <a:gdLst>
                <a:gd name="T0" fmla="*/ 0 w 1"/>
                <a:gd name="T1" fmla="*/ 13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3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1" name="Freeform 802">
              <a:extLst>
                <a:ext uri="{FF2B5EF4-FFF2-40B4-BE49-F238E27FC236}">
                  <a16:creationId xmlns:a16="http://schemas.microsoft.com/office/drawing/2014/main" id="{FA65DE50-32F1-4B7F-BC94-C233CCFC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985"/>
              <a:ext cx="1" cy="4"/>
            </a:xfrm>
            <a:custGeom>
              <a:avLst/>
              <a:gdLst>
                <a:gd name="T0" fmla="*/ 0 w 1"/>
                <a:gd name="T1" fmla="*/ 16 h 2"/>
                <a:gd name="T2" fmla="*/ 1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2" name="Freeform 803">
              <a:extLst>
                <a:ext uri="{FF2B5EF4-FFF2-40B4-BE49-F238E27FC236}">
                  <a16:creationId xmlns:a16="http://schemas.microsoft.com/office/drawing/2014/main" id="{AFBB8723-ED77-4C05-96A0-0A9EAE24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983"/>
              <a:ext cx="4" cy="12"/>
            </a:xfrm>
            <a:custGeom>
              <a:avLst/>
              <a:gdLst>
                <a:gd name="T0" fmla="*/ 16 w 2"/>
                <a:gd name="T1" fmla="*/ 48 h 6"/>
                <a:gd name="T2" fmla="*/ 0 w 2"/>
                <a:gd name="T3" fmla="*/ 24 h 6"/>
                <a:gd name="T4" fmla="*/ 8 w 2"/>
                <a:gd name="T5" fmla="*/ 8 h 6"/>
                <a:gd name="T6" fmla="*/ 16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3" name="Freeform 804">
              <a:extLst>
                <a:ext uri="{FF2B5EF4-FFF2-40B4-BE49-F238E27FC236}">
                  <a16:creationId xmlns:a16="http://schemas.microsoft.com/office/drawing/2014/main" id="{AE9AB30C-B99B-454E-98D6-FD11FBE6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008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4" name="Freeform 805">
              <a:extLst>
                <a:ext uri="{FF2B5EF4-FFF2-40B4-BE49-F238E27FC236}">
                  <a16:creationId xmlns:a16="http://schemas.microsoft.com/office/drawing/2014/main" id="{905E6495-E8E3-456E-81A6-EA99E0F1D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236"/>
              <a:ext cx="30" cy="34"/>
            </a:xfrm>
            <a:custGeom>
              <a:avLst/>
              <a:gdLst>
                <a:gd name="T0" fmla="*/ 99 w 16"/>
                <a:gd name="T1" fmla="*/ 76 h 18"/>
                <a:gd name="T2" fmla="*/ 99 w 16"/>
                <a:gd name="T3" fmla="*/ 93 h 18"/>
                <a:gd name="T4" fmla="*/ 92 w 16"/>
                <a:gd name="T5" fmla="*/ 93 h 18"/>
                <a:gd name="T6" fmla="*/ 84 w 16"/>
                <a:gd name="T7" fmla="*/ 108 h 18"/>
                <a:gd name="T8" fmla="*/ 73 w 16"/>
                <a:gd name="T9" fmla="*/ 108 h 18"/>
                <a:gd name="T10" fmla="*/ 68 w 16"/>
                <a:gd name="T11" fmla="*/ 113 h 18"/>
                <a:gd name="T12" fmla="*/ 45 w 16"/>
                <a:gd name="T13" fmla="*/ 121 h 18"/>
                <a:gd name="T14" fmla="*/ 28 w 16"/>
                <a:gd name="T15" fmla="*/ 108 h 18"/>
                <a:gd name="T16" fmla="*/ 15 w 16"/>
                <a:gd name="T17" fmla="*/ 93 h 18"/>
                <a:gd name="T18" fmla="*/ 0 w 16"/>
                <a:gd name="T19" fmla="*/ 76 h 18"/>
                <a:gd name="T20" fmla="*/ 21 w 16"/>
                <a:gd name="T21" fmla="*/ 60 h 18"/>
                <a:gd name="T22" fmla="*/ 8 w 16"/>
                <a:gd name="T23" fmla="*/ 40 h 18"/>
                <a:gd name="T24" fmla="*/ 15 w 16"/>
                <a:gd name="T25" fmla="*/ 21 h 18"/>
                <a:gd name="T26" fmla="*/ 32 w 16"/>
                <a:gd name="T27" fmla="*/ 15 h 18"/>
                <a:gd name="T28" fmla="*/ 53 w 16"/>
                <a:gd name="T29" fmla="*/ 0 h 18"/>
                <a:gd name="T30" fmla="*/ 81 w 16"/>
                <a:gd name="T31" fmla="*/ 0 h 18"/>
                <a:gd name="T32" fmla="*/ 81 w 16"/>
                <a:gd name="T33" fmla="*/ 15 h 18"/>
                <a:gd name="T34" fmla="*/ 92 w 16"/>
                <a:gd name="T35" fmla="*/ 21 h 18"/>
                <a:gd name="T36" fmla="*/ 105 w 16"/>
                <a:gd name="T37" fmla="*/ 32 h 18"/>
                <a:gd name="T38" fmla="*/ 99 w 16"/>
                <a:gd name="T39" fmla="*/ 53 h 18"/>
                <a:gd name="T40" fmla="*/ 99 w 16"/>
                <a:gd name="T41" fmla="*/ 76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8">
                  <a:moveTo>
                    <a:pt x="15" y="11"/>
                  </a:moveTo>
                  <a:cubicBezTo>
                    <a:pt x="15" y="13"/>
                    <a:pt x="16" y="13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6"/>
                    <a:pt x="13" y="16"/>
                  </a:cubicBezTo>
                  <a:cubicBezTo>
                    <a:pt x="12" y="16"/>
                    <a:pt x="12" y="16"/>
                    <a:pt x="11" y="16"/>
                  </a:cubicBezTo>
                  <a:cubicBezTo>
                    <a:pt x="11" y="16"/>
                    <a:pt x="10" y="17"/>
                    <a:pt x="10" y="17"/>
                  </a:cubicBezTo>
                  <a:cubicBezTo>
                    <a:pt x="9" y="18"/>
                    <a:pt x="8" y="18"/>
                    <a:pt x="7" y="18"/>
                  </a:cubicBezTo>
                  <a:cubicBezTo>
                    <a:pt x="6" y="17"/>
                    <a:pt x="5" y="16"/>
                    <a:pt x="4" y="16"/>
                  </a:cubicBezTo>
                  <a:cubicBezTo>
                    <a:pt x="3" y="15"/>
                    <a:pt x="3" y="15"/>
                    <a:pt x="2" y="14"/>
                  </a:cubicBezTo>
                  <a:cubicBezTo>
                    <a:pt x="2" y="13"/>
                    <a:pt x="1" y="12"/>
                    <a:pt x="0" y="11"/>
                  </a:cubicBezTo>
                  <a:cubicBezTo>
                    <a:pt x="0" y="10"/>
                    <a:pt x="2" y="10"/>
                    <a:pt x="3" y="9"/>
                  </a:cubicBezTo>
                  <a:cubicBezTo>
                    <a:pt x="3" y="8"/>
                    <a:pt x="1" y="7"/>
                    <a:pt x="1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2" y="2"/>
                    <a:pt x="12" y="2"/>
                  </a:cubicBezTo>
                  <a:cubicBezTo>
                    <a:pt x="13" y="3"/>
                    <a:pt x="14" y="3"/>
                    <a:pt x="14" y="3"/>
                  </a:cubicBezTo>
                  <a:cubicBezTo>
                    <a:pt x="16" y="3"/>
                    <a:pt x="16" y="4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5" y="10"/>
                    <a:pt x="15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5" name="Freeform 806">
              <a:extLst>
                <a:ext uri="{FF2B5EF4-FFF2-40B4-BE49-F238E27FC236}">
                  <a16:creationId xmlns:a16="http://schemas.microsoft.com/office/drawing/2014/main" id="{922856A0-E255-4D49-B662-319894A56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240"/>
              <a:ext cx="7" cy="11"/>
            </a:xfrm>
            <a:custGeom>
              <a:avLst/>
              <a:gdLst>
                <a:gd name="T0" fmla="*/ 21 w 4"/>
                <a:gd name="T1" fmla="*/ 0 h 6"/>
                <a:gd name="T2" fmla="*/ 7 w 4"/>
                <a:gd name="T3" fmla="*/ 13 h 6"/>
                <a:gd name="T4" fmla="*/ 12 w 4"/>
                <a:gd name="T5" fmla="*/ 37 h 6"/>
                <a:gd name="T6" fmla="*/ 12 w 4"/>
                <a:gd name="T7" fmla="*/ 20 h 6"/>
                <a:gd name="T8" fmla="*/ 21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1"/>
                    <a:pt x="2" y="1"/>
                    <a:pt x="1" y="2"/>
                  </a:cubicBezTo>
                  <a:cubicBezTo>
                    <a:pt x="0" y="4"/>
                    <a:pt x="1" y="4"/>
                    <a:pt x="2" y="6"/>
                  </a:cubicBezTo>
                  <a:cubicBezTo>
                    <a:pt x="1" y="5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6" name="Freeform 807">
              <a:extLst>
                <a:ext uri="{FF2B5EF4-FFF2-40B4-BE49-F238E27FC236}">
                  <a16:creationId xmlns:a16="http://schemas.microsoft.com/office/drawing/2014/main" id="{AC5CBF64-6D2B-4AAA-B82D-4228AC37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253"/>
              <a:ext cx="3" cy="9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13 h 5"/>
                <a:gd name="T4" fmla="*/ 8 w 2"/>
                <a:gd name="T5" fmla="*/ 29 h 5"/>
                <a:gd name="T6" fmla="*/ 5 w 2"/>
                <a:gd name="T7" fmla="*/ 13 h 5"/>
                <a:gd name="T8" fmla="*/ 8 w 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7" name="Freeform 808">
              <a:extLst>
                <a:ext uri="{FF2B5EF4-FFF2-40B4-BE49-F238E27FC236}">
                  <a16:creationId xmlns:a16="http://schemas.microsoft.com/office/drawing/2014/main" id="{759766EE-C816-4799-B4BB-25CABF1E1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262"/>
              <a:ext cx="19" cy="10"/>
            </a:xfrm>
            <a:custGeom>
              <a:avLst/>
              <a:gdLst>
                <a:gd name="T0" fmla="*/ 68 w 10"/>
                <a:gd name="T1" fmla="*/ 8 h 5"/>
                <a:gd name="T2" fmla="*/ 36 w 10"/>
                <a:gd name="T3" fmla="*/ 24 h 5"/>
                <a:gd name="T4" fmla="*/ 21 w 10"/>
                <a:gd name="T5" fmla="*/ 16 h 5"/>
                <a:gd name="T6" fmla="*/ 0 w 10"/>
                <a:gd name="T7" fmla="*/ 0 h 5"/>
                <a:gd name="T8" fmla="*/ 21 w 10"/>
                <a:gd name="T9" fmla="*/ 8 h 5"/>
                <a:gd name="T10" fmla="*/ 36 w 10"/>
                <a:gd name="T11" fmla="*/ 8 h 5"/>
                <a:gd name="T12" fmla="*/ 40 w 10"/>
                <a:gd name="T13" fmla="*/ 16 h 5"/>
                <a:gd name="T14" fmla="*/ 55 w 10"/>
                <a:gd name="T15" fmla="*/ 8 h 5"/>
                <a:gd name="T16" fmla="*/ 68 w 10"/>
                <a:gd name="T17" fmla="*/ 8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">
                  <a:moveTo>
                    <a:pt x="10" y="1"/>
                  </a:moveTo>
                  <a:cubicBezTo>
                    <a:pt x="8" y="1"/>
                    <a:pt x="7" y="5"/>
                    <a:pt x="5" y="3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7" y="2"/>
                    <a:pt x="7" y="1"/>
                    <a:pt x="8" y="1"/>
                  </a:cubicBezTo>
                  <a:cubicBezTo>
                    <a:pt x="9" y="1"/>
                    <a:pt x="9" y="1"/>
                    <a:pt x="1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8" name="Freeform 809">
              <a:extLst>
                <a:ext uri="{FF2B5EF4-FFF2-40B4-BE49-F238E27FC236}">
                  <a16:creationId xmlns:a16="http://schemas.microsoft.com/office/drawing/2014/main" id="{7E5390BE-CE14-43DD-95A3-5780F481D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244"/>
              <a:ext cx="6" cy="9"/>
            </a:xfrm>
            <a:custGeom>
              <a:avLst/>
              <a:gdLst>
                <a:gd name="T0" fmla="*/ 24 w 3"/>
                <a:gd name="T1" fmla="*/ 7 h 5"/>
                <a:gd name="T2" fmla="*/ 16 w 3"/>
                <a:gd name="T3" fmla="*/ 13 h 5"/>
                <a:gd name="T4" fmla="*/ 16 w 3"/>
                <a:gd name="T5" fmla="*/ 29 h 5"/>
                <a:gd name="T6" fmla="*/ 8 w 3"/>
                <a:gd name="T7" fmla="*/ 13 h 5"/>
                <a:gd name="T8" fmla="*/ 16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3" y="1"/>
                    <a:pt x="2" y="2"/>
                    <a:pt x="2" y="2"/>
                  </a:cubicBezTo>
                  <a:cubicBezTo>
                    <a:pt x="2" y="3"/>
                    <a:pt x="1" y="4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9" name="Freeform 810">
              <a:extLst>
                <a:ext uri="{FF2B5EF4-FFF2-40B4-BE49-F238E27FC236}">
                  <a16:creationId xmlns:a16="http://schemas.microsoft.com/office/drawing/2014/main" id="{489FB059-B9CA-427B-A126-C663495C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236"/>
              <a:ext cx="4" cy="4"/>
            </a:xfrm>
            <a:custGeom>
              <a:avLst/>
              <a:gdLst>
                <a:gd name="T0" fmla="*/ 16 w 2"/>
                <a:gd name="T1" fmla="*/ 8 h 2"/>
                <a:gd name="T2" fmla="*/ 0 w 2"/>
                <a:gd name="T3" fmla="*/ 8 h 2"/>
                <a:gd name="T4" fmla="*/ 16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0" name="Freeform 811">
              <a:extLst>
                <a:ext uri="{FF2B5EF4-FFF2-40B4-BE49-F238E27FC236}">
                  <a16:creationId xmlns:a16="http://schemas.microsoft.com/office/drawing/2014/main" id="{4A7DAA66-6431-40C5-875F-28FADCF79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255"/>
              <a:ext cx="6" cy="5"/>
            </a:xfrm>
            <a:custGeom>
              <a:avLst/>
              <a:gdLst>
                <a:gd name="T0" fmla="*/ 24 w 3"/>
                <a:gd name="T1" fmla="*/ 0 h 3"/>
                <a:gd name="T2" fmla="*/ 16 w 3"/>
                <a:gd name="T3" fmla="*/ 5 h 3"/>
                <a:gd name="T4" fmla="*/ 0 w 3"/>
                <a:gd name="T5" fmla="*/ 8 h 3"/>
                <a:gd name="T6" fmla="*/ 24 w 3"/>
                <a:gd name="T7" fmla="*/ 8 h 3"/>
                <a:gd name="T8" fmla="*/ 24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1" name="Freeform 812">
              <a:extLst>
                <a:ext uri="{FF2B5EF4-FFF2-40B4-BE49-F238E27FC236}">
                  <a16:creationId xmlns:a16="http://schemas.microsoft.com/office/drawing/2014/main" id="{761A2915-8B0E-4E10-851F-E5999152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266"/>
              <a:ext cx="11" cy="4"/>
            </a:xfrm>
            <a:custGeom>
              <a:avLst/>
              <a:gdLst>
                <a:gd name="T0" fmla="*/ 31 w 6"/>
                <a:gd name="T1" fmla="*/ 0 h 2"/>
                <a:gd name="T2" fmla="*/ 20 w 6"/>
                <a:gd name="T3" fmla="*/ 8 h 2"/>
                <a:gd name="T4" fmla="*/ 13 w 6"/>
                <a:gd name="T5" fmla="*/ 8 h 2"/>
                <a:gd name="T6" fmla="*/ 0 w 6"/>
                <a:gd name="T7" fmla="*/ 0 h 2"/>
                <a:gd name="T8" fmla="*/ 20 w 6"/>
                <a:gd name="T9" fmla="*/ 8 h 2"/>
                <a:gd name="T10" fmla="*/ 37 w 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">
                  <a:moveTo>
                    <a:pt x="5" y="0"/>
                  </a:moveTo>
                  <a:cubicBezTo>
                    <a:pt x="4" y="1"/>
                    <a:pt x="3" y="2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2" name="Freeform 813">
              <a:extLst>
                <a:ext uri="{FF2B5EF4-FFF2-40B4-BE49-F238E27FC236}">
                  <a16:creationId xmlns:a16="http://schemas.microsoft.com/office/drawing/2014/main" id="{1D767E83-8698-41AC-8390-8054B6800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253"/>
              <a:ext cx="3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16 h 2"/>
                <a:gd name="T4" fmla="*/ 0 w 2"/>
                <a:gd name="T5" fmla="*/ 16 h 2"/>
                <a:gd name="T6" fmla="*/ 0 w 2"/>
                <a:gd name="T7" fmla="*/ 16 h 2"/>
                <a:gd name="T8" fmla="*/ 8 w 2"/>
                <a:gd name="T9" fmla="*/ 8 h 2"/>
                <a:gd name="T10" fmla="*/ 8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3" name="Freeform 814">
              <a:extLst>
                <a:ext uri="{FF2B5EF4-FFF2-40B4-BE49-F238E27FC236}">
                  <a16:creationId xmlns:a16="http://schemas.microsoft.com/office/drawing/2014/main" id="{34766FB6-0AE9-452F-AB3A-794C0A842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242"/>
              <a:ext cx="1" cy="7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12 h 4"/>
                <a:gd name="T4" fmla="*/ 1 w 1"/>
                <a:gd name="T5" fmla="*/ 21 h 4"/>
                <a:gd name="T6" fmla="*/ 1 w 1"/>
                <a:gd name="T7" fmla="*/ 16 h 4"/>
                <a:gd name="T8" fmla="*/ 1 w 1"/>
                <a:gd name="T9" fmla="*/ 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4" name="Freeform 815">
              <a:extLst>
                <a:ext uri="{FF2B5EF4-FFF2-40B4-BE49-F238E27FC236}">
                  <a16:creationId xmlns:a16="http://schemas.microsoft.com/office/drawing/2014/main" id="{76618092-9A24-4583-8FC1-B2C5D64A8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238"/>
              <a:ext cx="8" cy="6"/>
            </a:xfrm>
            <a:custGeom>
              <a:avLst/>
              <a:gdLst>
                <a:gd name="T0" fmla="*/ 32 w 4"/>
                <a:gd name="T1" fmla="*/ 24 h 3"/>
                <a:gd name="T2" fmla="*/ 16 w 4"/>
                <a:gd name="T3" fmla="*/ 16 h 3"/>
                <a:gd name="T4" fmla="*/ 0 w 4"/>
                <a:gd name="T5" fmla="*/ 0 h 3"/>
                <a:gd name="T6" fmla="*/ 8 w 4"/>
                <a:gd name="T7" fmla="*/ 24 h 3"/>
                <a:gd name="T8" fmla="*/ 32 w 4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2"/>
                    <a:pt x="4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5" name="Freeform 816">
              <a:extLst>
                <a:ext uri="{FF2B5EF4-FFF2-40B4-BE49-F238E27FC236}">
                  <a16:creationId xmlns:a16="http://schemas.microsoft.com/office/drawing/2014/main" id="{2685F44F-73E9-4B4E-94F9-DA03D0C57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236"/>
              <a:ext cx="30" cy="34"/>
            </a:xfrm>
            <a:custGeom>
              <a:avLst/>
              <a:gdLst>
                <a:gd name="T0" fmla="*/ 99 w 16"/>
                <a:gd name="T1" fmla="*/ 76 h 18"/>
                <a:gd name="T2" fmla="*/ 99 w 16"/>
                <a:gd name="T3" fmla="*/ 93 h 18"/>
                <a:gd name="T4" fmla="*/ 92 w 16"/>
                <a:gd name="T5" fmla="*/ 93 h 18"/>
                <a:gd name="T6" fmla="*/ 84 w 16"/>
                <a:gd name="T7" fmla="*/ 108 h 18"/>
                <a:gd name="T8" fmla="*/ 73 w 16"/>
                <a:gd name="T9" fmla="*/ 108 h 18"/>
                <a:gd name="T10" fmla="*/ 68 w 16"/>
                <a:gd name="T11" fmla="*/ 113 h 18"/>
                <a:gd name="T12" fmla="*/ 45 w 16"/>
                <a:gd name="T13" fmla="*/ 121 h 18"/>
                <a:gd name="T14" fmla="*/ 28 w 16"/>
                <a:gd name="T15" fmla="*/ 108 h 18"/>
                <a:gd name="T16" fmla="*/ 15 w 16"/>
                <a:gd name="T17" fmla="*/ 93 h 18"/>
                <a:gd name="T18" fmla="*/ 0 w 16"/>
                <a:gd name="T19" fmla="*/ 76 h 18"/>
                <a:gd name="T20" fmla="*/ 21 w 16"/>
                <a:gd name="T21" fmla="*/ 60 h 18"/>
                <a:gd name="T22" fmla="*/ 8 w 16"/>
                <a:gd name="T23" fmla="*/ 40 h 18"/>
                <a:gd name="T24" fmla="*/ 15 w 16"/>
                <a:gd name="T25" fmla="*/ 21 h 18"/>
                <a:gd name="T26" fmla="*/ 32 w 16"/>
                <a:gd name="T27" fmla="*/ 15 h 18"/>
                <a:gd name="T28" fmla="*/ 53 w 16"/>
                <a:gd name="T29" fmla="*/ 0 h 18"/>
                <a:gd name="T30" fmla="*/ 81 w 16"/>
                <a:gd name="T31" fmla="*/ 0 h 18"/>
                <a:gd name="T32" fmla="*/ 81 w 16"/>
                <a:gd name="T33" fmla="*/ 15 h 18"/>
                <a:gd name="T34" fmla="*/ 92 w 16"/>
                <a:gd name="T35" fmla="*/ 21 h 18"/>
                <a:gd name="T36" fmla="*/ 105 w 16"/>
                <a:gd name="T37" fmla="*/ 32 h 18"/>
                <a:gd name="T38" fmla="*/ 99 w 16"/>
                <a:gd name="T39" fmla="*/ 53 h 18"/>
                <a:gd name="T40" fmla="*/ 99 w 16"/>
                <a:gd name="T41" fmla="*/ 76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8">
                  <a:moveTo>
                    <a:pt x="15" y="11"/>
                  </a:moveTo>
                  <a:cubicBezTo>
                    <a:pt x="15" y="13"/>
                    <a:pt x="16" y="13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6"/>
                    <a:pt x="13" y="16"/>
                  </a:cubicBezTo>
                  <a:cubicBezTo>
                    <a:pt x="12" y="16"/>
                    <a:pt x="12" y="16"/>
                    <a:pt x="11" y="16"/>
                  </a:cubicBezTo>
                  <a:cubicBezTo>
                    <a:pt x="11" y="16"/>
                    <a:pt x="10" y="17"/>
                    <a:pt x="10" y="17"/>
                  </a:cubicBezTo>
                  <a:cubicBezTo>
                    <a:pt x="9" y="18"/>
                    <a:pt x="8" y="18"/>
                    <a:pt x="7" y="18"/>
                  </a:cubicBezTo>
                  <a:cubicBezTo>
                    <a:pt x="6" y="17"/>
                    <a:pt x="5" y="16"/>
                    <a:pt x="4" y="16"/>
                  </a:cubicBezTo>
                  <a:cubicBezTo>
                    <a:pt x="3" y="15"/>
                    <a:pt x="3" y="15"/>
                    <a:pt x="2" y="14"/>
                  </a:cubicBezTo>
                  <a:cubicBezTo>
                    <a:pt x="2" y="13"/>
                    <a:pt x="1" y="12"/>
                    <a:pt x="0" y="11"/>
                  </a:cubicBezTo>
                  <a:cubicBezTo>
                    <a:pt x="0" y="10"/>
                    <a:pt x="2" y="10"/>
                    <a:pt x="3" y="9"/>
                  </a:cubicBezTo>
                  <a:cubicBezTo>
                    <a:pt x="3" y="8"/>
                    <a:pt x="1" y="7"/>
                    <a:pt x="1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2" y="2"/>
                    <a:pt x="12" y="2"/>
                  </a:cubicBezTo>
                  <a:cubicBezTo>
                    <a:pt x="13" y="3"/>
                    <a:pt x="14" y="3"/>
                    <a:pt x="14" y="3"/>
                  </a:cubicBezTo>
                  <a:cubicBezTo>
                    <a:pt x="16" y="3"/>
                    <a:pt x="16" y="4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5" y="10"/>
                    <a:pt x="15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6" name="Freeform 817">
              <a:extLst>
                <a:ext uri="{FF2B5EF4-FFF2-40B4-BE49-F238E27FC236}">
                  <a16:creationId xmlns:a16="http://schemas.microsoft.com/office/drawing/2014/main" id="{329F5596-EBCF-4DF3-AC6E-82010799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251"/>
              <a:ext cx="4" cy="4"/>
            </a:xfrm>
            <a:custGeom>
              <a:avLst/>
              <a:gdLst>
                <a:gd name="T0" fmla="*/ 8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7" name="Freeform 818">
              <a:extLst>
                <a:ext uri="{FF2B5EF4-FFF2-40B4-BE49-F238E27FC236}">
                  <a16:creationId xmlns:a16="http://schemas.microsoft.com/office/drawing/2014/main" id="{C069C383-44DA-4215-B3FF-5982C4083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255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8" name="Freeform 819">
              <a:extLst>
                <a:ext uri="{FF2B5EF4-FFF2-40B4-BE49-F238E27FC236}">
                  <a16:creationId xmlns:a16="http://schemas.microsoft.com/office/drawing/2014/main" id="{ECD3C37A-F1DE-4292-BD11-A3BF7CA6B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238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9" name="Freeform 820">
              <a:extLst>
                <a:ext uri="{FF2B5EF4-FFF2-40B4-BE49-F238E27FC236}">
                  <a16:creationId xmlns:a16="http://schemas.microsoft.com/office/drawing/2014/main" id="{CB0A8871-0084-45E2-A7BE-106622EE5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414"/>
              <a:ext cx="30" cy="35"/>
            </a:xfrm>
            <a:custGeom>
              <a:avLst/>
              <a:gdLst>
                <a:gd name="T0" fmla="*/ 105 w 16"/>
                <a:gd name="T1" fmla="*/ 68 h 19"/>
                <a:gd name="T2" fmla="*/ 105 w 16"/>
                <a:gd name="T3" fmla="*/ 88 h 19"/>
                <a:gd name="T4" fmla="*/ 99 w 16"/>
                <a:gd name="T5" fmla="*/ 88 h 19"/>
                <a:gd name="T6" fmla="*/ 92 w 16"/>
                <a:gd name="T7" fmla="*/ 98 h 19"/>
                <a:gd name="T8" fmla="*/ 84 w 16"/>
                <a:gd name="T9" fmla="*/ 98 h 19"/>
                <a:gd name="T10" fmla="*/ 81 w 16"/>
                <a:gd name="T11" fmla="*/ 105 h 19"/>
                <a:gd name="T12" fmla="*/ 53 w 16"/>
                <a:gd name="T13" fmla="*/ 118 h 19"/>
                <a:gd name="T14" fmla="*/ 39 w 16"/>
                <a:gd name="T15" fmla="*/ 105 h 19"/>
                <a:gd name="T16" fmla="*/ 21 w 16"/>
                <a:gd name="T17" fmla="*/ 96 h 19"/>
                <a:gd name="T18" fmla="*/ 8 w 16"/>
                <a:gd name="T19" fmla="*/ 81 h 19"/>
                <a:gd name="T20" fmla="*/ 21 w 16"/>
                <a:gd name="T21" fmla="*/ 68 h 19"/>
                <a:gd name="T22" fmla="*/ 8 w 16"/>
                <a:gd name="T23" fmla="*/ 52 h 19"/>
                <a:gd name="T24" fmla="*/ 8 w 16"/>
                <a:gd name="T25" fmla="*/ 31 h 19"/>
                <a:gd name="T26" fmla="*/ 28 w 16"/>
                <a:gd name="T27" fmla="*/ 20 h 19"/>
                <a:gd name="T28" fmla="*/ 45 w 16"/>
                <a:gd name="T29" fmla="*/ 0 h 19"/>
                <a:gd name="T30" fmla="*/ 73 w 16"/>
                <a:gd name="T31" fmla="*/ 7 h 19"/>
                <a:gd name="T32" fmla="*/ 73 w 16"/>
                <a:gd name="T33" fmla="*/ 13 h 19"/>
                <a:gd name="T34" fmla="*/ 84 w 16"/>
                <a:gd name="T35" fmla="*/ 20 h 19"/>
                <a:gd name="T36" fmla="*/ 105 w 16"/>
                <a:gd name="T37" fmla="*/ 31 h 19"/>
                <a:gd name="T38" fmla="*/ 99 w 16"/>
                <a:gd name="T39" fmla="*/ 52 h 19"/>
                <a:gd name="T40" fmla="*/ 105 w 16"/>
                <a:gd name="T41" fmla="*/ 6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9">
                  <a:moveTo>
                    <a:pt x="16" y="11"/>
                  </a:moveTo>
                  <a:cubicBezTo>
                    <a:pt x="16" y="12"/>
                    <a:pt x="16" y="12"/>
                    <a:pt x="16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6"/>
                    <a:pt x="12" y="17"/>
                    <a:pt x="12" y="17"/>
                  </a:cubicBezTo>
                  <a:cubicBezTo>
                    <a:pt x="11" y="18"/>
                    <a:pt x="9" y="19"/>
                    <a:pt x="8" y="19"/>
                  </a:cubicBezTo>
                  <a:cubicBezTo>
                    <a:pt x="7" y="18"/>
                    <a:pt x="7" y="17"/>
                    <a:pt x="6" y="17"/>
                  </a:cubicBezTo>
                  <a:cubicBezTo>
                    <a:pt x="4" y="17"/>
                    <a:pt x="4" y="17"/>
                    <a:pt x="3" y="15"/>
                  </a:cubicBezTo>
                  <a:cubicBezTo>
                    <a:pt x="3" y="15"/>
                    <a:pt x="2" y="14"/>
                    <a:pt x="1" y="13"/>
                  </a:cubicBezTo>
                  <a:cubicBezTo>
                    <a:pt x="0" y="12"/>
                    <a:pt x="3" y="12"/>
                    <a:pt x="3" y="11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8"/>
                    <a:pt x="0" y="6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5" y="1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5" y="3"/>
                    <a:pt x="15" y="3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9"/>
                    <a:pt x="16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0" name="Freeform 821">
              <a:extLst>
                <a:ext uri="{FF2B5EF4-FFF2-40B4-BE49-F238E27FC236}">
                  <a16:creationId xmlns:a16="http://schemas.microsoft.com/office/drawing/2014/main" id="{A271C98A-B7A8-4C0D-9AE2-33A6D12B2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420"/>
              <a:ext cx="7" cy="11"/>
            </a:xfrm>
            <a:custGeom>
              <a:avLst/>
              <a:gdLst>
                <a:gd name="T0" fmla="*/ 21 w 4"/>
                <a:gd name="T1" fmla="*/ 0 h 6"/>
                <a:gd name="T2" fmla="*/ 7 w 4"/>
                <a:gd name="T3" fmla="*/ 20 h 6"/>
                <a:gd name="T4" fmla="*/ 16 w 4"/>
                <a:gd name="T5" fmla="*/ 37 h 6"/>
                <a:gd name="T6" fmla="*/ 12 w 4"/>
                <a:gd name="T7" fmla="*/ 20 h 6"/>
                <a:gd name="T8" fmla="*/ 21 w 4"/>
                <a:gd name="T9" fmla="*/ 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4" y="1"/>
                    <a:pt x="2" y="2"/>
                    <a:pt x="1" y="3"/>
                  </a:cubicBezTo>
                  <a:cubicBezTo>
                    <a:pt x="0" y="5"/>
                    <a:pt x="2" y="5"/>
                    <a:pt x="3" y="6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2"/>
                    <a:pt x="4" y="2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1" name="Freeform 822">
              <a:extLst>
                <a:ext uri="{FF2B5EF4-FFF2-40B4-BE49-F238E27FC236}">
                  <a16:creationId xmlns:a16="http://schemas.microsoft.com/office/drawing/2014/main" id="{E2012A94-F250-49D3-AD5A-441FA320A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434"/>
              <a:ext cx="6" cy="10"/>
            </a:xfrm>
            <a:custGeom>
              <a:avLst/>
              <a:gdLst>
                <a:gd name="T0" fmla="*/ 16 w 3"/>
                <a:gd name="T1" fmla="*/ 0 h 5"/>
                <a:gd name="T2" fmla="*/ 8 w 3"/>
                <a:gd name="T3" fmla="*/ 16 h 5"/>
                <a:gd name="T4" fmla="*/ 24 w 3"/>
                <a:gd name="T5" fmla="*/ 40 h 5"/>
                <a:gd name="T6" fmla="*/ 16 w 3"/>
                <a:gd name="T7" fmla="*/ 16 h 5"/>
                <a:gd name="T8" fmla="*/ 16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1"/>
                    <a:pt x="0" y="1"/>
                    <a:pt x="1" y="2"/>
                  </a:cubicBezTo>
                  <a:cubicBezTo>
                    <a:pt x="1" y="3"/>
                    <a:pt x="2" y="4"/>
                    <a:pt x="3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1"/>
                    <a:pt x="3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2" name="Freeform 823">
              <a:extLst>
                <a:ext uri="{FF2B5EF4-FFF2-40B4-BE49-F238E27FC236}">
                  <a16:creationId xmlns:a16="http://schemas.microsoft.com/office/drawing/2014/main" id="{443C9179-7A64-4597-BB7C-A28BB3995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442"/>
              <a:ext cx="19" cy="7"/>
            </a:xfrm>
            <a:custGeom>
              <a:avLst/>
              <a:gdLst>
                <a:gd name="T0" fmla="*/ 68 w 10"/>
                <a:gd name="T1" fmla="*/ 0 h 4"/>
                <a:gd name="T2" fmla="*/ 36 w 10"/>
                <a:gd name="T3" fmla="*/ 16 h 4"/>
                <a:gd name="T4" fmla="*/ 21 w 10"/>
                <a:gd name="T5" fmla="*/ 12 h 4"/>
                <a:gd name="T6" fmla="*/ 0 w 10"/>
                <a:gd name="T7" fmla="*/ 0 h 4"/>
                <a:gd name="T8" fmla="*/ 29 w 10"/>
                <a:gd name="T9" fmla="*/ 7 h 4"/>
                <a:gd name="T10" fmla="*/ 36 w 10"/>
                <a:gd name="T11" fmla="*/ 7 h 4"/>
                <a:gd name="T12" fmla="*/ 40 w 10"/>
                <a:gd name="T13" fmla="*/ 12 h 4"/>
                <a:gd name="T14" fmla="*/ 55 w 10"/>
                <a:gd name="T15" fmla="*/ 0 h 4"/>
                <a:gd name="T16" fmla="*/ 68 w 10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8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7" y="2"/>
                    <a:pt x="7" y="1"/>
                    <a:pt x="8" y="0"/>
                  </a:cubicBezTo>
                  <a:cubicBezTo>
                    <a:pt x="9" y="0"/>
                    <a:pt x="9" y="1"/>
                    <a:pt x="1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3" name="Freeform 824">
              <a:extLst>
                <a:ext uri="{FF2B5EF4-FFF2-40B4-BE49-F238E27FC236}">
                  <a16:creationId xmlns:a16="http://schemas.microsoft.com/office/drawing/2014/main" id="{8CFFBC33-46B6-4576-A7D5-19B52E9CF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421"/>
              <a:ext cx="4" cy="8"/>
            </a:xfrm>
            <a:custGeom>
              <a:avLst/>
              <a:gdLst>
                <a:gd name="T0" fmla="*/ 16 w 2"/>
                <a:gd name="T1" fmla="*/ 0 h 4"/>
                <a:gd name="T2" fmla="*/ 16 w 2"/>
                <a:gd name="T3" fmla="*/ 16 h 4"/>
                <a:gd name="T4" fmla="*/ 16 w 2"/>
                <a:gd name="T5" fmla="*/ 32 h 4"/>
                <a:gd name="T6" fmla="*/ 8 w 2"/>
                <a:gd name="T7" fmla="*/ 16 h 4"/>
                <a:gd name="T8" fmla="*/ 16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4"/>
                    <a:pt x="2" y="4"/>
                  </a:cubicBezTo>
                  <a:cubicBezTo>
                    <a:pt x="1" y="3"/>
                    <a:pt x="0" y="3"/>
                    <a:pt x="1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4" name="Freeform 825">
              <a:extLst>
                <a:ext uri="{FF2B5EF4-FFF2-40B4-BE49-F238E27FC236}">
                  <a16:creationId xmlns:a16="http://schemas.microsoft.com/office/drawing/2014/main" id="{754811BE-ACCE-4DB7-85CD-78864506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416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2" y="0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5" name="Freeform 826">
              <a:extLst>
                <a:ext uri="{FF2B5EF4-FFF2-40B4-BE49-F238E27FC236}">
                  <a16:creationId xmlns:a16="http://schemas.microsoft.com/office/drawing/2014/main" id="{8856B4AB-DB99-4428-857A-24CD69184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433"/>
              <a:ext cx="6" cy="5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5 h 3"/>
                <a:gd name="T4" fmla="*/ 0 w 3"/>
                <a:gd name="T5" fmla="*/ 13 h 3"/>
                <a:gd name="T6" fmla="*/ 16 w 3"/>
                <a:gd name="T7" fmla="*/ 5 h 3"/>
                <a:gd name="T8" fmla="*/ 16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3"/>
                    <a:pt x="2" y="2"/>
                    <a:pt x="2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6" name="Freeform 827">
              <a:extLst>
                <a:ext uri="{FF2B5EF4-FFF2-40B4-BE49-F238E27FC236}">
                  <a16:creationId xmlns:a16="http://schemas.microsoft.com/office/drawing/2014/main" id="{EFE74F05-8CB7-4635-9C18-74A3488B0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444"/>
              <a:ext cx="11" cy="4"/>
            </a:xfrm>
            <a:custGeom>
              <a:avLst/>
              <a:gdLst>
                <a:gd name="T0" fmla="*/ 31 w 6"/>
                <a:gd name="T1" fmla="*/ 0 h 2"/>
                <a:gd name="T2" fmla="*/ 20 w 6"/>
                <a:gd name="T3" fmla="*/ 16 h 2"/>
                <a:gd name="T4" fmla="*/ 13 w 6"/>
                <a:gd name="T5" fmla="*/ 16 h 2"/>
                <a:gd name="T6" fmla="*/ 0 w 6"/>
                <a:gd name="T7" fmla="*/ 8 h 2"/>
                <a:gd name="T8" fmla="*/ 24 w 6"/>
                <a:gd name="T9" fmla="*/ 16 h 2"/>
                <a:gd name="T10" fmla="*/ 37 w 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">
                  <a:moveTo>
                    <a:pt x="5" y="0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2" y="1"/>
                    <a:pt x="3" y="2"/>
                    <a:pt x="4" y="2"/>
                  </a:cubicBezTo>
                  <a:cubicBezTo>
                    <a:pt x="5" y="1"/>
                    <a:pt x="5" y="0"/>
                    <a:pt x="6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7" name="Freeform 828">
              <a:extLst>
                <a:ext uri="{FF2B5EF4-FFF2-40B4-BE49-F238E27FC236}">
                  <a16:creationId xmlns:a16="http://schemas.microsoft.com/office/drawing/2014/main" id="{D650DCEF-C613-4A70-B0E6-E8C77E433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433"/>
              <a:ext cx="6" cy="5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13 h 3"/>
                <a:gd name="T4" fmla="*/ 8 w 3"/>
                <a:gd name="T5" fmla="*/ 13 h 3"/>
                <a:gd name="T6" fmla="*/ 8 w 3"/>
                <a:gd name="T7" fmla="*/ 13 h 3"/>
                <a:gd name="T8" fmla="*/ 16 w 3"/>
                <a:gd name="T9" fmla="*/ 8 h 3"/>
                <a:gd name="T10" fmla="*/ 16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8" name="Freeform 829">
              <a:extLst>
                <a:ext uri="{FF2B5EF4-FFF2-40B4-BE49-F238E27FC236}">
                  <a16:creationId xmlns:a16="http://schemas.microsoft.com/office/drawing/2014/main" id="{948FC127-56B3-45A6-8CDD-678083031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423"/>
              <a:ext cx="2" cy="8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16 h 4"/>
                <a:gd name="T4" fmla="*/ 8 w 1"/>
                <a:gd name="T5" fmla="*/ 32 h 4"/>
                <a:gd name="T6" fmla="*/ 0 w 1"/>
                <a:gd name="T7" fmla="*/ 24 h 4"/>
                <a:gd name="T8" fmla="*/ 8 w 1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9" name="Freeform 830">
              <a:extLst>
                <a:ext uri="{FF2B5EF4-FFF2-40B4-BE49-F238E27FC236}">
                  <a16:creationId xmlns:a16="http://schemas.microsoft.com/office/drawing/2014/main" id="{256DFBA0-FE42-4135-88F4-4995FB02D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418"/>
              <a:ext cx="10" cy="3"/>
            </a:xfrm>
            <a:custGeom>
              <a:avLst/>
              <a:gdLst>
                <a:gd name="T0" fmla="*/ 40 w 5"/>
                <a:gd name="T1" fmla="*/ 5 h 2"/>
                <a:gd name="T2" fmla="*/ 24 w 5"/>
                <a:gd name="T3" fmla="*/ 5 h 2"/>
                <a:gd name="T4" fmla="*/ 0 w 5"/>
                <a:gd name="T5" fmla="*/ 0 h 2"/>
                <a:gd name="T6" fmla="*/ 24 w 5"/>
                <a:gd name="T7" fmla="*/ 8 h 2"/>
                <a:gd name="T8" fmla="*/ 40 w 5"/>
                <a:gd name="T9" fmla="*/ 5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4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0" name="Freeform 831">
              <a:extLst>
                <a:ext uri="{FF2B5EF4-FFF2-40B4-BE49-F238E27FC236}">
                  <a16:creationId xmlns:a16="http://schemas.microsoft.com/office/drawing/2014/main" id="{98B7F9F8-27DB-42A5-932A-FC2F9A604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414"/>
              <a:ext cx="30" cy="35"/>
            </a:xfrm>
            <a:custGeom>
              <a:avLst/>
              <a:gdLst>
                <a:gd name="T0" fmla="*/ 105 w 16"/>
                <a:gd name="T1" fmla="*/ 68 h 19"/>
                <a:gd name="T2" fmla="*/ 105 w 16"/>
                <a:gd name="T3" fmla="*/ 88 h 19"/>
                <a:gd name="T4" fmla="*/ 99 w 16"/>
                <a:gd name="T5" fmla="*/ 88 h 19"/>
                <a:gd name="T6" fmla="*/ 92 w 16"/>
                <a:gd name="T7" fmla="*/ 98 h 19"/>
                <a:gd name="T8" fmla="*/ 84 w 16"/>
                <a:gd name="T9" fmla="*/ 98 h 19"/>
                <a:gd name="T10" fmla="*/ 81 w 16"/>
                <a:gd name="T11" fmla="*/ 105 h 19"/>
                <a:gd name="T12" fmla="*/ 53 w 16"/>
                <a:gd name="T13" fmla="*/ 118 h 19"/>
                <a:gd name="T14" fmla="*/ 39 w 16"/>
                <a:gd name="T15" fmla="*/ 105 h 19"/>
                <a:gd name="T16" fmla="*/ 21 w 16"/>
                <a:gd name="T17" fmla="*/ 96 h 19"/>
                <a:gd name="T18" fmla="*/ 8 w 16"/>
                <a:gd name="T19" fmla="*/ 81 h 19"/>
                <a:gd name="T20" fmla="*/ 21 w 16"/>
                <a:gd name="T21" fmla="*/ 68 h 19"/>
                <a:gd name="T22" fmla="*/ 8 w 16"/>
                <a:gd name="T23" fmla="*/ 52 h 19"/>
                <a:gd name="T24" fmla="*/ 8 w 16"/>
                <a:gd name="T25" fmla="*/ 31 h 19"/>
                <a:gd name="T26" fmla="*/ 28 w 16"/>
                <a:gd name="T27" fmla="*/ 20 h 19"/>
                <a:gd name="T28" fmla="*/ 45 w 16"/>
                <a:gd name="T29" fmla="*/ 0 h 19"/>
                <a:gd name="T30" fmla="*/ 73 w 16"/>
                <a:gd name="T31" fmla="*/ 7 h 19"/>
                <a:gd name="T32" fmla="*/ 73 w 16"/>
                <a:gd name="T33" fmla="*/ 13 h 19"/>
                <a:gd name="T34" fmla="*/ 84 w 16"/>
                <a:gd name="T35" fmla="*/ 20 h 19"/>
                <a:gd name="T36" fmla="*/ 105 w 16"/>
                <a:gd name="T37" fmla="*/ 31 h 19"/>
                <a:gd name="T38" fmla="*/ 99 w 16"/>
                <a:gd name="T39" fmla="*/ 52 h 19"/>
                <a:gd name="T40" fmla="*/ 105 w 16"/>
                <a:gd name="T41" fmla="*/ 6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9">
                  <a:moveTo>
                    <a:pt x="16" y="11"/>
                  </a:moveTo>
                  <a:cubicBezTo>
                    <a:pt x="16" y="12"/>
                    <a:pt x="16" y="12"/>
                    <a:pt x="16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6"/>
                    <a:pt x="12" y="17"/>
                    <a:pt x="12" y="17"/>
                  </a:cubicBezTo>
                  <a:cubicBezTo>
                    <a:pt x="11" y="18"/>
                    <a:pt x="9" y="19"/>
                    <a:pt x="8" y="19"/>
                  </a:cubicBezTo>
                  <a:cubicBezTo>
                    <a:pt x="7" y="18"/>
                    <a:pt x="7" y="17"/>
                    <a:pt x="6" y="17"/>
                  </a:cubicBezTo>
                  <a:cubicBezTo>
                    <a:pt x="4" y="17"/>
                    <a:pt x="4" y="17"/>
                    <a:pt x="3" y="15"/>
                  </a:cubicBezTo>
                  <a:cubicBezTo>
                    <a:pt x="3" y="15"/>
                    <a:pt x="2" y="14"/>
                    <a:pt x="1" y="13"/>
                  </a:cubicBezTo>
                  <a:cubicBezTo>
                    <a:pt x="0" y="12"/>
                    <a:pt x="3" y="12"/>
                    <a:pt x="3" y="11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8"/>
                    <a:pt x="0" y="6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5" y="1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5" y="3"/>
                    <a:pt x="15" y="3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9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1" name="Freeform 832">
              <a:extLst>
                <a:ext uri="{FF2B5EF4-FFF2-40B4-BE49-F238E27FC236}">
                  <a16:creationId xmlns:a16="http://schemas.microsoft.com/office/drawing/2014/main" id="{50E8A2BA-93F0-4166-AC90-6AE3A7E2F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433"/>
              <a:ext cx="4" cy="3"/>
            </a:xfrm>
            <a:custGeom>
              <a:avLst/>
              <a:gdLst>
                <a:gd name="T0" fmla="*/ 16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2" name="Freeform 833">
              <a:extLst>
                <a:ext uri="{FF2B5EF4-FFF2-40B4-BE49-F238E27FC236}">
                  <a16:creationId xmlns:a16="http://schemas.microsoft.com/office/drawing/2014/main" id="{68EABD8F-CE4F-4216-A7B1-C2588DF05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431"/>
              <a:ext cx="4" cy="7"/>
            </a:xfrm>
            <a:custGeom>
              <a:avLst/>
              <a:gdLst>
                <a:gd name="T0" fmla="*/ 0 w 2"/>
                <a:gd name="T1" fmla="*/ 21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3" name="Freeform 834">
              <a:extLst>
                <a:ext uri="{FF2B5EF4-FFF2-40B4-BE49-F238E27FC236}">
                  <a16:creationId xmlns:a16="http://schemas.microsoft.com/office/drawing/2014/main" id="{D7238BA3-47A6-477D-987C-4CFF4F8CD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418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4" name="Freeform 835">
              <a:extLst>
                <a:ext uri="{FF2B5EF4-FFF2-40B4-BE49-F238E27FC236}">
                  <a16:creationId xmlns:a16="http://schemas.microsoft.com/office/drawing/2014/main" id="{EC203699-AFEC-41EE-9183-9DF268E10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043"/>
              <a:ext cx="31" cy="36"/>
            </a:xfrm>
            <a:custGeom>
              <a:avLst/>
              <a:gdLst>
                <a:gd name="T0" fmla="*/ 97 w 17"/>
                <a:gd name="T1" fmla="*/ 76 h 19"/>
                <a:gd name="T2" fmla="*/ 97 w 17"/>
                <a:gd name="T3" fmla="*/ 97 h 19"/>
                <a:gd name="T4" fmla="*/ 89 w 17"/>
                <a:gd name="T5" fmla="*/ 97 h 19"/>
                <a:gd name="T6" fmla="*/ 86 w 17"/>
                <a:gd name="T7" fmla="*/ 108 h 19"/>
                <a:gd name="T8" fmla="*/ 80 w 17"/>
                <a:gd name="T9" fmla="*/ 108 h 19"/>
                <a:gd name="T10" fmla="*/ 73 w 17"/>
                <a:gd name="T11" fmla="*/ 116 h 19"/>
                <a:gd name="T12" fmla="*/ 53 w 17"/>
                <a:gd name="T13" fmla="*/ 129 h 19"/>
                <a:gd name="T14" fmla="*/ 36 w 17"/>
                <a:gd name="T15" fmla="*/ 116 h 19"/>
                <a:gd name="T16" fmla="*/ 24 w 17"/>
                <a:gd name="T17" fmla="*/ 100 h 19"/>
                <a:gd name="T18" fmla="*/ 7 w 17"/>
                <a:gd name="T19" fmla="*/ 89 h 19"/>
                <a:gd name="T20" fmla="*/ 16 w 17"/>
                <a:gd name="T21" fmla="*/ 76 h 19"/>
                <a:gd name="T22" fmla="*/ 7 w 17"/>
                <a:gd name="T23" fmla="*/ 53 h 19"/>
                <a:gd name="T24" fmla="*/ 7 w 17"/>
                <a:gd name="T25" fmla="*/ 32 h 19"/>
                <a:gd name="T26" fmla="*/ 24 w 17"/>
                <a:gd name="T27" fmla="*/ 21 h 19"/>
                <a:gd name="T28" fmla="*/ 44 w 17"/>
                <a:gd name="T29" fmla="*/ 0 h 19"/>
                <a:gd name="T30" fmla="*/ 66 w 17"/>
                <a:gd name="T31" fmla="*/ 8 h 19"/>
                <a:gd name="T32" fmla="*/ 73 w 17"/>
                <a:gd name="T33" fmla="*/ 15 h 19"/>
                <a:gd name="T34" fmla="*/ 86 w 17"/>
                <a:gd name="T35" fmla="*/ 21 h 19"/>
                <a:gd name="T36" fmla="*/ 97 w 17"/>
                <a:gd name="T37" fmla="*/ 32 h 19"/>
                <a:gd name="T38" fmla="*/ 89 w 17"/>
                <a:gd name="T39" fmla="*/ 53 h 19"/>
                <a:gd name="T40" fmla="*/ 97 w 17"/>
                <a:gd name="T41" fmla="*/ 76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7" y="12"/>
                    <a:pt x="17" y="12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6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2" y="16"/>
                    <a:pt x="12" y="17"/>
                    <a:pt x="12" y="17"/>
                  </a:cubicBezTo>
                  <a:cubicBezTo>
                    <a:pt x="11" y="18"/>
                    <a:pt x="10" y="19"/>
                    <a:pt x="9" y="19"/>
                  </a:cubicBezTo>
                  <a:cubicBezTo>
                    <a:pt x="8" y="18"/>
                    <a:pt x="7" y="17"/>
                    <a:pt x="6" y="17"/>
                  </a:cubicBezTo>
                  <a:cubicBezTo>
                    <a:pt x="4" y="17"/>
                    <a:pt x="4" y="17"/>
                    <a:pt x="4" y="15"/>
                  </a:cubicBezTo>
                  <a:cubicBezTo>
                    <a:pt x="3" y="15"/>
                    <a:pt x="2" y="14"/>
                    <a:pt x="1" y="13"/>
                  </a:cubicBezTo>
                  <a:cubicBezTo>
                    <a:pt x="1" y="12"/>
                    <a:pt x="3" y="12"/>
                    <a:pt x="3" y="11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8"/>
                    <a:pt x="1" y="6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1" y="1"/>
                    <a:pt x="11" y="2"/>
                    <a:pt x="12" y="2"/>
                  </a:cubicBezTo>
                  <a:cubicBezTo>
                    <a:pt x="12" y="3"/>
                    <a:pt x="13" y="3"/>
                    <a:pt x="14" y="3"/>
                  </a:cubicBezTo>
                  <a:cubicBezTo>
                    <a:pt x="15" y="3"/>
                    <a:pt x="16" y="3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9"/>
                    <a:pt x="16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5" name="Freeform 836">
              <a:extLst>
                <a:ext uri="{FF2B5EF4-FFF2-40B4-BE49-F238E27FC236}">
                  <a16:creationId xmlns:a16="http://schemas.microsoft.com/office/drawing/2014/main" id="{D3C79B02-1CCD-4F23-84FC-7974FDFAB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049"/>
              <a:ext cx="7" cy="11"/>
            </a:xfrm>
            <a:custGeom>
              <a:avLst/>
              <a:gdLst>
                <a:gd name="T0" fmla="*/ 21 w 4"/>
                <a:gd name="T1" fmla="*/ 0 h 6"/>
                <a:gd name="T2" fmla="*/ 7 w 4"/>
                <a:gd name="T3" fmla="*/ 20 h 6"/>
                <a:gd name="T4" fmla="*/ 12 w 4"/>
                <a:gd name="T5" fmla="*/ 37 h 6"/>
                <a:gd name="T6" fmla="*/ 12 w 4"/>
                <a:gd name="T7" fmla="*/ 20 h 6"/>
                <a:gd name="T8" fmla="*/ 16 w 4"/>
                <a:gd name="T9" fmla="*/ 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1"/>
                    <a:pt x="1" y="2"/>
                    <a:pt x="1" y="3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2" y="2"/>
                    <a:pt x="3" y="2"/>
                    <a:pt x="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6" name="Freeform 837">
              <a:extLst>
                <a:ext uri="{FF2B5EF4-FFF2-40B4-BE49-F238E27FC236}">
                  <a16:creationId xmlns:a16="http://schemas.microsoft.com/office/drawing/2014/main" id="{B3B57D43-8D4A-4835-B3C3-3CA883E33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064"/>
              <a:ext cx="5" cy="9"/>
            </a:xfrm>
            <a:custGeom>
              <a:avLst/>
              <a:gdLst>
                <a:gd name="T0" fmla="*/ 13 w 3"/>
                <a:gd name="T1" fmla="*/ 0 h 5"/>
                <a:gd name="T2" fmla="*/ 5 w 3"/>
                <a:gd name="T3" fmla="*/ 13 h 5"/>
                <a:gd name="T4" fmla="*/ 13 w 3"/>
                <a:gd name="T5" fmla="*/ 29 h 5"/>
                <a:gd name="T6" fmla="*/ 8 w 3"/>
                <a:gd name="T7" fmla="*/ 13 h 5"/>
                <a:gd name="T8" fmla="*/ 13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1"/>
                    <a:pt x="0" y="1"/>
                    <a:pt x="1" y="2"/>
                  </a:cubicBezTo>
                  <a:cubicBezTo>
                    <a:pt x="2" y="3"/>
                    <a:pt x="3" y="4"/>
                    <a:pt x="3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1"/>
                    <a:pt x="3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7" name="Freeform 838">
              <a:extLst>
                <a:ext uri="{FF2B5EF4-FFF2-40B4-BE49-F238E27FC236}">
                  <a16:creationId xmlns:a16="http://schemas.microsoft.com/office/drawing/2014/main" id="{4A191F57-D5F9-4F4C-8B79-893383E54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071"/>
              <a:ext cx="19" cy="8"/>
            </a:xfrm>
            <a:custGeom>
              <a:avLst/>
              <a:gdLst>
                <a:gd name="T0" fmla="*/ 68 w 10"/>
                <a:gd name="T1" fmla="*/ 0 h 4"/>
                <a:gd name="T2" fmla="*/ 36 w 10"/>
                <a:gd name="T3" fmla="*/ 24 h 4"/>
                <a:gd name="T4" fmla="*/ 15 w 10"/>
                <a:gd name="T5" fmla="*/ 16 h 4"/>
                <a:gd name="T6" fmla="*/ 0 w 10"/>
                <a:gd name="T7" fmla="*/ 0 h 4"/>
                <a:gd name="T8" fmla="*/ 21 w 10"/>
                <a:gd name="T9" fmla="*/ 8 h 4"/>
                <a:gd name="T10" fmla="*/ 29 w 10"/>
                <a:gd name="T11" fmla="*/ 8 h 4"/>
                <a:gd name="T12" fmla="*/ 36 w 10"/>
                <a:gd name="T13" fmla="*/ 16 h 4"/>
                <a:gd name="T14" fmla="*/ 55 w 10"/>
                <a:gd name="T15" fmla="*/ 0 h 4"/>
                <a:gd name="T16" fmla="*/ 61 w 10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7" y="4"/>
                    <a:pt x="5" y="3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8" y="0"/>
                    <a:pt x="9" y="1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8" name="Freeform 839">
              <a:extLst>
                <a:ext uri="{FF2B5EF4-FFF2-40B4-BE49-F238E27FC236}">
                  <a16:creationId xmlns:a16="http://schemas.microsoft.com/office/drawing/2014/main" id="{D59D1DF1-7788-4395-83A2-A0055AAB8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051"/>
              <a:ext cx="4" cy="7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12 h 4"/>
                <a:gd name="T4" fmla="*/ 8 w 2"/>
                <a:gd name="T5" fmla="*/ 21 h 4"/>
                <a:gd name="T6" fmla="*/ 0 w 2"/>
                <a:gd name="T7" fmla="*/ 12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9" name="Freeform 840">
              <a:extLst>
                <a:ext uri="{FF2B5EF4-FFF2-40B4-BE49-F238E27FC236}">
                  <a16:creationId xmlns:a16="http://schemas.microsoft.com/office/drawing/2014/main" id="{916C6A81-376B-4C4A-B09B-BECD1A45E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045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0" name="Freeform 841">
              <a:extLst>
                <a:ext uri="{FF2B5EF4-FFF2-40B4-BE49-F238E27FC236}">
                  <a16:creationId xmlns:a16="http://schemas.microsoft.com/office/drawing/2014/main" id="{0F6E2B68-0E2D-4929-937E-E38E597FF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062"/>
              <a:ext cx="6" cy="6"/>
            </a:xfrm>
            <a:custGeom>
              <a:avLst/>
              <a:gdLst>
                <a:gd name="T0" fmla="*/ 16 w 3"/>
                <a:gd name="T1" fmla="*/ 0 h 3"/>
                <a:gd name="T2" fmla="*/ 16 w 3"/>
                <a:gd name="T3" fmla="*/ 8 h 3"/>
                <a:gd name="T4" fmla="*/ 0 w 3"/>
                <a:gd name="T5" fmla="*/ 24 h 3"/>
                <a:gd name="T6" fmla="*/ 24 w 3"/>
                <a:gd name="T7" fmla="*/ 8 h 3"/>
                <a:gd name="T8" fmla="*/ 24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3"/>
                    <a:pt x="2" y="2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1" name="Freeform 842">
              <a:extLst>
                <a:ext uri="{FF2B5EF4-FFF2-40B4-BE49-F238E27FC236}">
                  <a16:creationId xmlns:a16="http://schemas.microsoft.com/office/drawing/2014/main" id="{E85645FF-5D2C-43F1-8440-ABE70766F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073"/>
              <a:ext cx="9" cy="4"/>
            </a:xfrm>
            <a:custGeom>
              <a:avLst/>
              <a:gdLst>
                <a:gd name="T0" fmla="*/ 29 w 5"/>
                <a:gd name="T1" fmla="*/ 0 h 2"/>
                <a:gd name="T2" fmla="*/ 16 w 5"/>
                <a:gd name="T3" fmla="*/ 16 h 2"/>
                <a:gd name="T4" fmla="*/ 7 w 5"/>
                <a:gd name="T5" fmla="*/ 16 h 2"/>
                <a:gd name="T6" fmla="*/ 0 w 5"/>
                <a:gd name="T7" fmla="*/ 8 h 2"/>
                <a:gd name="T8" fmla="*/ 16 w 5"/>
                <a:gd name="T9" fmla="*/ 16 h 2"/>
                <a:gd name="T10" fmla="*/ 29 w 5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3" y="2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2" name="Freeform 843">
              <a:extLst>
                <a:ext uri="{FF2B5EF4-FFF2-40B4-BE49-F238E27FC236}">
                  <a16:creationId xmlns:a16="http://schemas.microsoft.com/office/drawing/2014/main" id="{B841C567-DB89-4115-B5DA-21F64293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062"/>
              <a:ext cx="5" cy="6"/>
            </a:xfrm>
            <a:custGeom>
              <a:avLst/>
              <a:gdLst>
                <a:gd name="T0" fmla="*/ 8 w 3"/>
                <a:gd name="T1" fmla="*/ 0 h 3"/>
                <a:gd name="T2" fmla="*/ 5 w 3"/>
                <a:gd name="T3" fmla="*/ 24 h 3"/>
                <a:gd name="T4" fmla="*/ 5 w 3"/>
                <a:gd name="T5" fmla="*/ 24 h 3"/>
                <a:gd name="T6" fmla="*/ 5 w 3"/>
                <a:gd name="T7" fmla="*/ 24 h 3"/>
                <a:gd name="T8" fmla="*/ 13 w 3"/>
                <a:gd name="T9" fmla="*/ 16 h 3"/>
                <a:gd name="T10" fmla="*/ 13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3" name="Freeform 844">
              <a:extLst>
                <a:ext uri="{FF2B5EF4-FFF2-40B4-BE49-F238E27FC236}">
                  <a16:creationId xmlns:a16="http://schemas.microsoft.com/office/drawing/2014/main" id="{5BDC44E6-BD6D-43A9-899B-F3F05BE5D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053"/>
              <a:ext cx="3" cy="7"/>
            </a:xfrm>
            <a:custGeom>
              <a:avLst/>
              <a:gdLst>
                <a:gd name="T0" fmla="*/ 5 w 2"/>
                <a:gd name="T1" fmla="*/ 0 h 4"/>
                <a:gd name="T2" fmla="*/ 0 w 2"/>
                <a:gd name="T3" fmla="*/ 12 h 4"/>
                <a:gd name="T4" fmla="*/ 8 w 2"/>
                <a:gd name="T5" fmla="*/ 21 h 4"/>
                <a:gd name="T6" fmla="*/ 5 w 2"/>
                <a:gd name="T7" fmla="*/ 16 h 4"/>
                <a:gd name="T8" fmla="*/ 5 w 2"/>
                <a:gd name="T9" fmla="*/ 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4" name="Freeform 845">
              <a:extLst>
                <a:ext uri="{FF2B5EF4-FFF2-40B4-BE49-F238E27FC236}">
                  <a16:creationId xmlns:a16="http://schemas.microsoft.com/office/drawing/2014/main" id="{0B318FA6-B21A-406B-B345-83D624494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047"/>
              <a:ext cx="8" cy="4"/>
            </a:xfrm>
            <a:custGeom>
              <a:avLst/>
              <a:gdLst>
                <a:gd name="T0" fmla="*/ 32 w 4"/>
                <a:gd name="T1" fmla="*/ 8 h 2"/>
                <a:gd name="T2" fmla="*/ 16 w 4"/>
                <a:gd name="T3" fmla="*/ 8 h 2"/>
                <a:gd name="T4" fmla="*/ 0 w 4"/>
                <a:gd name="T5" fmla="*/ 0 h 2"/>
                <a:gd name="T6" fmla="*/ 16 w 4"/>
                <a:gd name="T7" fmla="*/ 16 h 2"/>
                <a:gd name="T8" fmla="*/ 32 w 4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5" name="Freeform 846">
              <a:extLst>
                <a:ext uri="{FF2B5EF4-FFF2-40B4-BE49-F238E27FC236}">
                  <a16:creationId xmlns:a16="http://schemas.microsoft.com/office/drawing/2014/main" id="{CEDBA506-72B3-4D3A-9B9D-D4BCFA856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043"/>
              <a:ext cx="31" cy="36"/>
            </a:xfrm>
            <a:custGeom>
              <a:avLst/>
              <a:gdLst>
                <a:gd name="T0" fmla="*/ 97 w 17"/>
                <a:gd name="T1" fmla="*/ 76 h 19"/>
                <a:gd name="T2" fmla="*/ 97 w 17"/>
                <a:gd name="T3" fmla="*/ 97 h 19"/>
                <a:gd name="T4" fmla="*/ 89 w 17"/>
                <a:gd name="T5" fmla="*/ 97 h 19"/>
                <a:gd name="T6" fmla="*/ 86 w 17"/>
                <a:gd name="T7" fmla="*/ 108 h 19"/>
                <a:gd name="T8" fmla="*/ 80 w 17"/>
                <a:gd name="T9" fmla="*/ 108 h 19"/>
                <a:gd name="T10" fmla="*/ 73 w 17"/>
                <a:gd name="T11" fmla="*/ 116 h 19"/>
                <a:gd name="T12" fmla="*/ 53 w 17"/>
                <a:gd name="T13" fmla="*/ 129 h 19"/>
                <a:gd name="T14" fmla="*/ 36 w 17"/>
                <a:gd name="T15" fmla="*/ 116 h 19"/>
                <a:gd name="T16" fmla="*/ 24 w 17"/>
                <a:gd name="T17" fmla="*/ 100 h 19"/>
                <a:gd name="T18" fmla="*/ 7 w 17"/>
                <a:gd name="T19" fmla="*/ 89 h 19"/>
                <a:gd name="T20" fmla="*/ 16 w 17"/>
                <a:gd name="T21" fmla="*/ 76 h 19"/>
                <a:gd name="T22" fmla="*/ 7 w 17"/>
                <a:gd name="T23" fmla="*/ 53 h 19"/>
                <a:gd name="T24" fmla="*/ 7 w 17"/>
                <a:gd name="T25" fmla="*/ 32 h 19"/>
                <a:gd name="T26" fmla="*/ 24 w 17"/>
                <a:gd name="T27" fmla="*/ 21 h 19"/>
                <a:gd name="T28" fmla="*/ 44 w 17"/>
                <a:gd name="T29" fmla="*/ 0 h 19"/>
                <a:gd name="T30" fmla="*/ 66 w 17"/>
                <a:gd name="T31" fmla="*/ 8 h 19"/>
                <a:gd name="T32" fmla="*/ 73 w 17"/>
                <a:gd name="T33" fmla="*/ 15 h 19"/>
                <a:gd name="T34" fmla="*/ 86 w 17"/>
                <a:gd name="T35" fmla="*/ 21 h 19"/>
                <a:gd name="T36" fmla="*/ 97 w 17"/>
                <a:gd name="T37" fmla="*/ 32 h 19"/>
                <a:gd name="T38" fmla="*/ 89 w 17"/>
                <a:gd name="T39" fmla="*/ 53 h 19"/>
                <a:gd name="T40" fmla="*/ 97 w 17"/>
                <a:gd name="T41" fmla="*/ 76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7" y="12"/>
                    <a:pt x="17" y="12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6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2" y="16"/>
                    <a:pt x="12" y="17"/>
                    <a:pt x="12" y="17"/>
                  </a:cubicBezTo>
                  <a:cubicBezTo>
                    <a:pt x="11" y="18"/>
                    <a:pt x="10" y="19"/>
                    <a:pt x="9" y="19"/>
                  </a:cubicBezTo>
                  <a:cubicBezTo>
                    <a:pt x="8" y="18"/>
                    <a:pt x="7" y="17"/>
                    <a:pt x="6" y="17"/>
                  </a:cubicBezTo>
                  <a:cubicBezTo>
                    <a:pt x="4" y="17"/>
                    <a:pt x="4" y="17"/>
                    <a:pt x="4" y="15"/>
                  </a:cubicBezTo>
                  <a:cubicBezTo>
                    <a:pt x="3" y="15"/>
                    <a:pt x="2" y="14"/>
                    <a:pt x="1" y="13"/>
                  </a:cubicBezTo>
                  <a:cubicBezTo>
                    <a:pt x="1" y="12"/>
                    <a:pt x="3" y="12"/>
                    <a:pt x="3" y="11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8"/>
                    <a:pt x="1" y="6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1" y="1"/>
                    <a:pt x="11" y="2"/>
                    <a:pt x="12" y="2"/>
                  </a:cubicBezTo>
                  <a:cubicBezTo>
                    <a:pt x="12" y="3"/>
                    <a:pt x="13" y="3"/>
                    <a:pt x="14" y="3"/>
                  </a:cubicBezTo>
                  <a:cubicBezTo>
                    <a:pt x="15" y="3"/>
                    <a:pt x="16" y="3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9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6" name="Freeform 847">
              <a:extLst>
                <a:ext uri="{FF2B5EF4-FFF2-40B4-BE49-F238E27FC236}">
                  <a16:creationId xmlns:a16="http://schemas.microsoft.com/office/drawing/2014/main" id="{9E7291C2-0627-4D34-9EAF-1A5605BBC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062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7" name="Freeform 848">
              <a:extLst>
                <a:ext uri="{FF2B5EF4-FFF2-40B4-BE49-F238E27FC236}">
                  <a16:creationId xmlns:a16="http://schemas.microsoft.com/office/drawing/2014/main" id="{27F56D07-EB3E-4395-9755-0711776E6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060"/>
              <a:ext cx="4" cy="8"/>
            </a:xfrm>
            <a:custGeom>
              <a:avLst/>
              <a:gdLst>
                <a:gd name="T0" fmla="*/ 0 w 2"/>
                <a:gd name="T1" fmla="*/ 32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8" name="Freeform 849">
              <a:extLst>
                <a:ext uri="{FF2B5EF4-FFF2-40B4-BE49-F238E27FC236}">
                  <a16:creationId xmlns:a16="http://schemas.microsoft.com/office/drawing/2014/main" id="{3E2D2763-91E7-4E7F-882B-1800DB9C2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047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9" name="Freeform 850">
              <a:extLst>
                <a:ext uri="{FF2B5EF4-FFF2-40B4-BE49-F238E27FC236}">
                  <a16:creationId xmlns:a16="http://schemas.microsoft.com/office/drawing/2014/main" id="{6901CEA3-7529-49D0-9CE7-26C9BBF23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713"/>
              <a:ext cx="30" cy="36"/>
            </a:xfrm>
            <a:custGeom>
              <a:avLst/>
              <a:gdLst>
                <a:gd name="T0" fmla="*/ 99 w 16"/>
                <a:gd name="T1" fmla="*/ 61 h 19"/>
                <a:gd name="T2" fmla="*/ 99 w 16"/>
                <a:gd name="T3" fmla="*/ 100 h 19"/>
                <a:gd name="T4" fmla="*/ 92 w 16"/>
                <a:gd name="T5" fmla="*/ 108 h 19"/>
                <a:gd name="T6" fmla="*/ 84 w 16"/>
                <a:gd name="T7" fmla="*/ 108 h 19"/>
                <a:gd name="T8" fmla="*/ 68 w 16"/>
                <a:gd name="T9" fmla="*/ 116 h 19"/>
                <a:gd name="T10" fmla="*/ 53 w 16"/>
                <a:gd name="T11" fmla="*/ 100 h 19"/>
                <a:gd name="T12" fmla="*/ 39 w 16"/>
                <a:gd name="T13" fmla="*/ 108 h 19"/>
                <a:gd name="T14" fmla="*/ 28 w 16"/>
                <a:gd name="T15" fmla="*/ 97 h 19"/>
                <a:gd name="T16" fmla="*/ 21 w 16"/>
                <a:gd name="T17" fmla="*/ 83 h 19"/>
                <a:gd name="T18" fmla="*/ 0 w 16"/>
                <a:gd name="T19" fmla="*/ 53 h 19"/>
                <a:gd name="T20" fmla="*/ 8 w 16"/>
                <a:gd name="T21" fmla="*/ 40 h 19"/>
                <a:gd name="T22" fmla="*/ 21 w 16"/>
                <a:gd name="T23" fmla="*/ 28 h 19"/>
                <a:gd name="T24" fmla="*/ 39 w 16"/>
                <a:gd name="T25" fmla="*/ 0 h 19"/>
                <a:gd name="T26" fmla="*/ 73 w 16"/>
                <a:gd name="T27" fmla="*/ 21 h 19"/>
                <a:gd name="T28" fmla="*/ 99 w 16"/>
                <a:gd name="T29" fmla="*/ 61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9">
                  <a:moveTo>
                    <a:pt x="15" y="9"/>
                  </a:moveTo>
                  <a:cubicBezTo>
                    <a:pt x="16" y="10"/>
                    <a:pt x="15" y="14"/>
                    <a:pt x="15" y="15"/>
                  </a:cubicBezTo>
                  <a:cubicBezTo>
                    <a:pt x="15" y="15"/>
                    <a:pt x="14" y="16"/>
                    <a:pt x="14" y="16"/>
                  </a:cubicBezTo>
                  <a:cubicBezTo>
                    <a:pt x="14" y="17"/>
                    <a:pt x="14" y="16"/>
                    <a:pt x="13" y="16"/>
                  </a:cubicBezTo>
                  <a:cubicBezTo>
                    <a:pt x="12" y="17"/>
                    <a:pt x="11" y="19"/>
                    <a:pt x="10" y="17"/>
                  </a:cubicBezTo>
                  <a:cubicBezTo>
                    <a:pt x="9" y="16"/>
                    <a:pt x="9" y="15"/>
                    <a:pt x="8" y="15"/>
                  </a:cubicBezTo>
                  <a:cubicBezTo>
                    <a:pt x="7" y="15"/>
                    <a:pt x="7" y="16"/>
                    <a:pt x="6" y="16"/>
                  </a:cubicBezTo>
                  <a:cubicBezTo>
                    <a:pt x="5" y="16"/>
                    <a:pt x="5" y="15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10"/>
                    <a:pt x="0" y="8"/>
                  </a:cubicBezTo>
                  <a:cubicBezTo>
                    <a:pt x="0" y="7"/>
                    <a:pt x="1" y="6"/>
                    <a:pt x="1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3" y="2"/>
                    <a:pt x="5" y="0"/>
                    <a:pt x="6" y="0"/>
                  </a:cubicBezTo>
                  <a:cubicBezTo>
                    <a:pt x="8" y="0"/>
                    <a:pt x="10" y="1"/>
                    <a:pt x="11" y="3"/>
                  </a:cubicBezTo>
                  <a:cubicBezTo>
                    <a:pt x="12" y="4"/>
                    <a:pt x="13" y="8"/>
                    <a:pt x="15" y="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0" name="Freeform 851">
              <a:extLst>
                <a:ext uri="{FF2B5EF4-FFF2-40B4-BE49-F238E27FC236}">
                  <a16:creationId xmlns:a16="http://schemas.microsoft.com/office/drawing/2014/main" id="{7B9E8912-8340-48E6-A615-9EB42A9ED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725"/>
              <a:ext cx="8" cy="11"/>
            </a:xfrm>
            <a:custGeom>
              <a:avLst/>
              <a:gdLst>
                <a:gd name="T0" fmla="*/ 16 w 4"/>
                <a:gd name="T1" fmla="*/ 0 h 6"/>
                <a:gd name="T2" fmla="*/ 0 w 4"/>
                <a:gd name="T3" fmla="*/ 13 h 6"/>
                <a:gd name="T4" fmla="*/ 0 w 4"/>
                <a:gd name="T5" fmla="*/ 20 h 6"/>
                <a:gd name="T6" fmla="*/ 32 w 4"/>
                <a:gd name="T7" fmla="*/ 37 h 6"/>
                <a:gd name="T8" fmla="*/ 24 w 4"/>
                <a:gd name="T9" fmla="*/ 31 h 6"/>
                <a:gd name="T10" fmla="*/ 16 w 4"/>
                <a:gd name="T11" fmla="*/ 20 h 6"/>
                <a:gd name="T12" fmla="*/ 8 w 4"/>
                <a:gd name="T13" fmla="*/ 13 h 6"/>
                <a:gd name="T14" fmla="*/ 16 w 4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5"/>
                    <a:pt x="2" y="6"/>
                    <a:pt x="4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1" name="Freeform 852">
              <a:extLst>
                <a:ext uri="{FF2B5EF4-FFF2-40B4-BE49-F238E27FC236}">
                  <a16:creationId xmlns:a16="http://schemas.microsoft.com/office/drawing/2014/main" id="{8D6EE19D-D714-4F5C-B946-516472E35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738"/>
              <a:ext cx="7" cy="5"/>
            </a:xfrm>
            <a:custGeom>
              <a:avLst/>
              <a:gdLst>
                <a:gd name="T0" fmla="*/ 0 w 4"/>
                <a:gd name="T1" fmla="*/ 0 h 3"/>
                <a:gd name="T2" fmla="*/ 12 w 4"/>
                <a:gd name="T3" fmla="*/ 13 h 3"/>
                <a:gd name="T4" fmla="*/ 16 w 4"/>
                <a:gd name="T5" fmla="*/ 8 h 3"/>
                <a:gd name="T6" fmla="*/ 21 w 4"/>
                <a:gd name="T7" fmla="*/ 5 h 3"/>
                <a:gd name="T8" fmla="*/ 12 w 4"/>
                <a:gd name="T9" fmla="*/ 8 h 3"/>
                <a:gd name="T10" fmla="*/ 7 w 4"/>
                <a:gd name="T11" fmla="*/ 5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1" y="3"/>
                    <a:pt x="2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2" name="Freeform 853">
              <a:extLst>
                <a:ext uri="{FF2B5EF4-FFF2-40B4-BE49-F238E27FC236}">
                  <a16:creationId xmlns:a16="http://schemas.microsoft.com/office/drawing/2014/main" id="{819BA6DC-E413-43D2-8F81-70B23F0B8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740"/>
              <a:ext cx="8" cy="7"/>
            </a:xfrm>
            <a:custGeom>
              <a:avLst/>
              <a:gdLst>
                <a:gd name="T0" fmla="*/ 16 w 4"/>
                <a:gd name="T1" fmla="*/ 7 h 4"/>
                <a:gd name="T2" fmla="*/ 0 w 4"/>
                <a:gd name="T3" fmla="*/ 7 h 4"/>
                <a:gd name="T4" fmla="*/ 16 w 4"/>
                <a:gd name="T5" fmla="*/ 16 h 4"/>
                <a:gd name="T6" fmla="*/ 32 w 4"/>
                <a:gd name="T7" fmla="*/ 12 h 4"/>
                <a:gd name="T8" fmla="*/ 24 w 4"/>
                <a:gd name="T9" fmla="*/ 12 h 4"/>
                <a:gd name="T10" fmla="*/ 16 w 4"/>
                <a:gd name="T11" fmla="*/ 7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2"/>
                    <a:pt x="3" y="3"/>
                    <a:pt x="3" y="2"/>
                  </a:cubicBezTo>
                  <a:cubicBezTo>
                    <a:pt x="2" y="2"/>
                    <a:pt x="3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3" name="Freeform 854">
              <a:extLst>
                <a:ext uri="{FF2B5EF4-FFF2-40B4-BE49-F238E27FC236}">
                  <a16:creationId xmlns:a16="http://schemas.microsoft.com/office/drawing/2014/main" id="{6125DCD9-9E60-4177-83C3-529598787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736"/>
              <a:ext cx="5" cy="9"/>
            </a:xfrm>
            <a:custGeom>
              <a:avLst/>
              <a:gdLst>
                <a:gd name="T0" fmla="*/ 13 w 3"/>
                <a:gd name="T1" fmla="*/ 0 h 5"/>
                <a:gd name="T2" fmla="*/ 8 w 3"/>
                <a:gd name="T3" fmla="*/ 16 h 5"/>
                <a:gd name="T4" fmla="*/ 5 w 3"/>
                <a:gd name="T5" fmla="*/ 23 h 5"/>
                <a:gd name="T6" fmla="*/ 0 w 3"/>
                <a:gd name="T7" fmla="*/ 29 h 5"/>
                <a:gd name="T8" fmla="*/ 8 w 3"/>
                <a:gd name="T9" fmla="*/ 13 h 5"/>
                <a:gd name="T10" fmla="*/ 13 w 3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1"/>
                    <a:pt x="3" y="3"/>
                    <a:pt x="2" y="3"/>
                  </a:cubicBezTo>
                  <a:cubicBezTo>
                    <a:pt x="2" y="4"/>
                    <a:pt x="2" y="3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2" y="2"/>
                    <a:pt x="3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4" name="Freeform 855">
              <a:extLst>
                <a:ext uri="{FF2B5EF4-FFF2-40B4-BE49-F238E27FC236}">
                  <a16:creationId xmlns:a16="http://schemas.microsoft.com/office/drawing/2014/main" id="{5C9E55BC-6DA0-424E-A7FC-7052C451D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719"/>
              <a:ext cx="6" cy="13"/>
            </a:xfrm>
            <a:custGeom>
              <a:avLst/>
              <a:gdLst>
                <a:gd name="T0" fmla="*/ 8 w 3"/>
                <a:gd name="T1" fmla="*/ 7 h 7"/>
                <a:gd name="T2" fmla="*/ 8 w 3"/>
                <a:gd name="T3" fmla="*/ 24 h 7"/>
                <a:gd name="T4" fmla="*/ 24 w 3"/>
                <a:gd name="T5" fmla="*/ 45 h 7"/>
                <a:gd name="T6" fmla="*/ 16 w 3"/>
                <a:gd name="T7" fmla="*/ 20 h 7"/>
                <a:gd name="T8" fmla="*/ 8 w 3"/>
                <a:gd name="T9" fmla="*/ 7 h 7"/>
                <a:gd name="T10" fmla="*/ 8 w 3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7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2" y="6"/>
                    <a:pt x="2" y="5"/>
                    <a:pt x="2" y="3"/>
                  </a:cubicBezTo>
                  <a:cubicBezTo>
                    <a:pt x="2" y="3"/>
                    <a:pt x="2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5" name="Freeform 856">
              <a:extLst>
                <a:ext uri="{FF2B5EF4-FFF2-40B4-BE49-F238E27FC236}">
                  <a16:creationId xmlns:a16="http://schemas.microsoft.com/office/drawing/2014/main" id="{399C361A-25B4-4ED2-9D99-7A7121D05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728"/>
              <a:ext cx="6" cy="8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16 h 4"/>
                <a:gd name="T4" fmla="*/ 8 w 3"/>
                <a:gd name="T5" fmla="*/ 24 h 4"/>
                <a:gd name="T6" fmla="*/ 24 w 3"/>
                <a:gd name="T7" fmla="*/ 32 h 4"/>
                <a:gd name="T8" fmla="*/ 16 w 3"/>
                <a:gd name="T9" fmla="*/ 16 h 4"/>
                <a:gd name="T10" fmla="*/ 8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3" y="3"/>
                    <a:pt x="3" y="3"/>
                    <a:pt x="2" y="2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6" name="Freeform 857">
              <a:extLst>
                <a:ext uri="{FF2B5EF4-FFF2-40B4-BE49-F238E27FC236}">
                  <a16:creationId xmlns:a16="http://schemas.microsoft.com/office/drawing/2014/main" id="{C53570A6-34BA-4001-9CF7-F4A41A11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740"/>
              <a:ext cx="6" cy="5"/>
            </a:xfrm>
            <a:custGeom>
              <a:avLst/>
              <a:gdLst>
                <a:gd name="T0" fmla="*/ 16 w 3"/>
                <a:gd name="T1" fmla="*/ 5 h 3"/>
                <a:gd name="T2" fmla="*/ 0 w 3"/>
                <a:gd name="T3" fmla="*/ 5 h 3"/>
                <a:gd name="T4" fmla="*/ 24 w 3"/>
                <a:gd name="T5" fmla="*/ 13 h 3"/>
                <a:gd name="T6" fmla="*/ 16 w 3"/>
                <a:gd name="T7" fmla="*/ 5 h 3"/>
                <a:gd name="T8" fmla="*/ 16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7" name="Freeform 858">
              <a:extLst>
                <a:ext uri="{FF2B5EF4-FFF2-40B4-BE49-F238E27FC236}">
                  <a16:creationId xmlns:a16="http://schemas.microsoft.com/office/drawing/2014/main" id="{F9B11FF7-8302-429C-9BC9-3790870E3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715"/>
              <a:ext cx="9" cy="6"/>
            </a:xfrm>
            <a:custGeom>
              <a:avLst/>
              <a:gdLst>
                <a:gd name="T0" fmla="*/ 29 w 5"/>
                <a:gd name="T1" fmla="*/ 0 h 3"/>
                <a:gd name="T2" fmla="*/ 13 w 5"/>
                <a:gd name="T3" fmla="*/ 0 h 3"/>
                <a:gd name="T4" fmla="*/ 0 w 5"/>
                <a:gd name="T5" fmla="*/ 24 h 3"/>
                <a:gd name="T6" fmla="*/ 16 w 5"/>
                <a:gd name="T7" fmla="*/ 8 h 3"/>
                <a:gd name="T8" fmla="*/ 29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1" y="1"/>
                    <a:pt x="3" y="1"/>
                  </a:cubicBezTo>
                  <a:cubicBezTo>
                    <a:pt x="4" y="0"/>
                    <a:pt x="4" y="0"/>
                    <a:pt x="5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8" name="Freeform 859">
              <a:extLst>
                <a:ext uri="{FF2B5EF4-FFF2-40B4-BE49-F238E27FC236}">
                  <a16:creationId xmlns:a16="http://schemas.microsoft.com/office/drawing/2014/main" id="{89A081C3-50F5-4B88-88D8-EEDC4689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721"/>
              <a:ext cx="6" cy="11"/>
            </a:xfrm>
            <a:custGeom>
              <a:avLst/>
              <a:gdLst>
                <a:gd name="T0" fmla="*/ 8 w 3"/>
                <a:gd name="T1" fmla="*/ 0 h 6"/>
                <a:gd name="T2" fmla="*/ 8 w 3"/>
                <a:gd name="T3" fmla="*/ 20 h 6"/>
                <a:gd name="T4" fmla="*/ 24 w 3"/>
                <a:gd name="T5" fmla="*/ 37 h 6"/>
                <a:gd name="T6" fmla="*/ 0 w 3"/>
                <a:gd name="T7" fmla="*/ 20 h 6"/>
                <a:gd name="T8" fmla="*/ 8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2" y="5"/>
                    <a:pt x="0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9" name="Freeform 860">
              <a:extLst>
                <a:ext uri="{FF2B5EF4-FFF2-40B4-BE49-F238E27FC236}">
                  <a16:creationId xmlns:a16="http://schemas.microsoft.com/office/drawing/2014/main" id="{DF6509BB-B4CF-4772-A197-A7A1E3291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713"/>
              <a:ext cx="30" cy="36"/>
            </a:xfrm>
            <a:custGeom>
              <a:avLst/>
              <a:gdLst>
                <a:gd name="T0" fmla="*/ 99 w 16"/>
                <a:gd name="T1" fmla="*/ 61 h 19"/>
                <a:gd name="T2" fmla="*/ 99 w 16"/>
                <a:gd name="T3" fmla="*/ 100 h 19"/>
                <a:gd name="T4" fmla="*/ 92 w 16"/>
                <a:gd name="T5" fmla="*/ 108 h 19"/>
                <a:gd name="T6" fmla="*/ 84 w 16"/>
                <a:gd name="T7" fmla="*/ 108 h 19"/>
                <a:gd name="T8" fmla="*/ 68 w 16"/>
                <a:gd name="T9" fmla="*/ 116 h 19"/>
                <a:gd name="T10" fmla="*/ 53 w 16"/>
                <a:gd name="T11" fmla="*/ 100 h 19"/>
                <a:gd name="T12" fmla="*/ 39 w 16"/>
                <a:gd name="T13" fmla="*/ 108 h 19"/>
                <a:gd name="T14" fmla="*/ 28 w 16"/>
                <a:gd name="T15" fmla="*/ 97 h 19"/>
                <a:gd name="T16" fmla="*/ 21 w 16"/>
                <a:gd name="T17" fmla="*/ 83 h 19"/>
                <a:gd name="T18" fmla="*/ 0 w 16"/>
                <a:gd name="T19" fmla="*/ 53 h 19"/>
                <a:gd name="T20" fmla="*/ 8 w 16"/>
                <a:gd name="T21" fmla="*/ 40 h 19"/>
                <a:gd name="T22" fmla="*/ 21 w 16"/>
                <a:gd name="T23" fmla="*/ 28 h 19"/>
                <a:gd name="T24" fmla="*/ 39 w 16"/>
                <a:gd name="T25" fmla="*/ 0 h 19"/>
                <a:gd name="T26" fmla="*/ 73 w 16"/>
                <a:gd name="T27" fmla="*/ 21 h 19"/>
                <a:gd name="T28" fmla="*/ 99 w 16"/>
                <a:gd name="T29" fmla="*/ 61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9">
                  <a:moveTo>
                    <a:pt x="15" y="9"/>
                  </a:moveTo>
                  <a:cubicBezTo>
                    <a:pt x="16" y="10"/>
                    <a:pt x="15" y="14"/>
                    <a:pt x="15" y="15"/>
                  </a:cubicBezTo>
                  <a:cubicBezTo>
                    <a:pt x="15" y="15"/>
                    <a:pt x="14" y="16"/>
                    <a:pt x="14" y="16"/>
                  </a:cubicBezTo>
                  <a:cubicBezTo>
                    <a:pt x="14" y="17"/>
                    <a:pt x="14" y="16"/>
                    <a:pt x="13" y="16"/>
                  </a:cubicBezTo>
                  <a:cubicBezTo>
                    <a:pt x="12" y="17"/>
                    <a:pt x="11" y="19"/>
                    <a:pt x="10" y="17"/>
                  </a:cubicBezTo>
                  <a:cubicBezTo>
                    <a:pt x="9" y="16"/>
                    <a:pt x="9" y="15"/>
                    <a:pt x="8" y="15"/>
                  </a:cubicBezTo>
                  <a:cubicBezTo>
                    <a:pt x="7" y="15"/>
                    <a:pt x="7" y="16"/>
                    <a:pt x="6" y="16"/>
                  </a:cubicBezTo>
                  <a:cubicBezTo>
                    <a:pt x="5" y="16"/>
                    <a:pt x="5" y="15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10"/>
                    <a:pt x="0" y="8"/>
                  </a:cubicBezTo>
                  <a:cubicBezTo>
                    <a:pt x="0" y="7"/>
                    <a:pt x="1" y="6"/>
                    <a:pt x="1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3" y="2"/>
                    <a:pt x="5" y="0"/>
                    <a:pt x="6" y="0"/>
                  </a:cubicBezTo>
                  <a:cubicBezTo>
                    <a:pt x="8" y="0"/>
                    <a:pt x="10" y="1"/>
                    <a:pt x="11" y="3"/>
                  </a:cubicBezTo>
                  <a:cubicBezTo>
                    <a:pt x="12" y="4"/>
                    <a:pt x="13" y="8"/>
                    <a:pt x="15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0" name="Freeform 861">
              <a:extLst>
                <a:ext uri="{FF2B5EF4-FFF2-40B4-BE49-F238E27FC236}">
                  <a16:creationId xmlns:a16="http://schemas.microsoft.com/office/drawing/2014/main" id="{C5C348F7-6933-4B20-965E-696D81A10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740"/>
              <a:ext cx="6" cy="1"/>
            </a:xfrm>
            <a:custGeom>
              <a:avLst/>
              <a:gdLst>
                <a:gd name="T0" fmla="*/ 24 w 3"/>
                <a:gd name="T1" fmla="*/ 0 h 1"/>
                <a:gd name="T2" fmla="*/ 0 w 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1" name="Freeform 862">
              <a:extLst>
                <a:ext uri="{FF2B5EF4-FFF2-40B4-BE49-F238E27FC236}">
                  <a16:creationId xmlns:a16="http://schemas.microsoft.com/office/drawing/2014/main" id="{FB8DBC56-AF89-4E38-B38A-CD9243E68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719"/>
              <a:ext cx="6" cy="13"/>
            </a:xfrm>
            <a:custGeom>
              <a:avLst/>
              <a:gdLst>
                <a:gd name="T0" fmla="*/ 24 w 3"/>
                <a:gd name="T1" fmla="*/ 45 h 7"/>
                <a:gd name="T2" fmla="*/ 8 w 3"/>
                <a:gd name="T3" fmla="*/ 24 h 7"/>
                <a:gd name="T4" fmla="*/ 0 w 3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6"/>
                    <a:pt x="1" y="6"/>
                    <a:pt x="1" y="4"/>
                  </a:cubicBezTo>
                  <a:cubicBezTo>
                    <a:pt x="0" y="2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2" name="Freeform 863">
              <a:extLst>
                <a:ext uri="{FF2B5EF4-FFF2-40B4-BE49-F238E27FC236}">
                  <a16:creationId xmlns:a16="http://schemas.microsoft.com/office/drawing/2014/main" id="{5C10B8D2-E3F1-4C14-A1EE-19B8757B4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734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3" name="Freeform 864">
              <a:extLst>
                <a:ext uri="{FF2B5EF4-FFF2-40B4-BE49-F238E27FC236}">
                  <a16:creationId xmlns:a16="http://schemas.microsoft.com/office/drawing/2014/main" id="{162855ED-B22E-4ECA-8CF6-2E550550A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105"/>
              <a:ext cx="35" cy="38"/>
            </a:xfrm>
            <a:custGeom>
              <a:avLst/>
              <a:gdLst>
                <a:gd name="T0" fmla="*/ 112 w 19"/>
                <a:gd name="T1" fmla="*/ 105 h 20"/>
                <a:gd name="T2" fmla="*/ 96 w 19"/>
                <a:gd name="T3" fmla="*/ 129 h 20"/>
                <a:gd name="T4" fmla="*/ 81 w 19"/>
                <a:gd name="T5" fmla="*/ 124 h 20"/>
                <a:gd name="T6" fmla="*/ 68 w 19"/>
                <a:gd name="T7" fmla="*/ 129 h 20"/>
                <a:gd name="T8" fmla="*/ 52 w 19"/>
                <a:gd name="T9" fmla="*/ 129 h 20"/>
                <a:gd name="T10" fmla="*/ 31 w 19"/>
                <a:gd name="T11" fmla="*/ 124 h 20"/>
                <a:gd name="T12" fmla="*/ 24 w 19"/>
                <a:gd name="T13" fmla="*/ 105 h 20"/>
                <a:gd name="T14" fmla="*/ 7 w 19"/>
                <a:gd name="T15" fmla="*/ 91 h 20"/>
                <a:gd name="T16" fmla="*/ 7 w 19"/>
                <a:gd name="T17" fmla="*/ 68 h 20"/>
                <a:gd name="T18" fmla="*/ 0 w 19"/>
                <a:gd name="T19" fmla="*/ 48 h 20"/>
                <a:gd name="T20" fmla="*/ 13 w 19"/>
                <a:gd name="T21" fmla="*/ 36 h 20"/>
                <a:gd name="T22" fmla="*/ 24 w 19"/>
                <a:gd name="T23" fmla="*/ 21 h 20"/>
                <a:gd name="T24" fmla="*/ 68 w 19"/>
                <a:gd name="T25" fmla="*/ 8 h 20"/>
                <a:gd name="T26" fmla="*/ 81 w 19"/>
                <a:gd name="T27" fmla="*/ 21 h 20"/>
                <a:gd name="T28" fmla="*/ 98 w 19"/>
                <a:gd name="T29" fmla="*/ 40 h 20"/>
                <a:gd name="T30" fmla="*/ 98 w 19"/>
                <a:gd name="T31" fmla="*/ 48 h 20"/>
                <a:gd name="T32" fmla="*/ 112 w 19"/>
                <a:gd name="T33" fmla="*/ 61 h 20"/>
                <a:gd name="T34" fmla="*/ 118 w 19"/>
                <a:gd name="T35" fmla="*/ 84 h 20"/>
                <a:gd name="T36" fmla="*/ 112 w 19"/>
                <a:gd name="T37" fmla="*/ 105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18" y="15"/>
                  </a:moveTo>
                  <a:cubicBezTo>
                    <a:pt x="17" y="17"/>
                    <a:pt x="16" y="19"/>
                    <a:pt x="15" y="19"/>
                  </a:cubicBezTo>
                  <a:cubicBezTo>
                    <a:pt x="14" y="19"/>
                    <a:pt x="14" y="19"/>
                    <a:pt x="13" y="18"/>
                  </a:cubicBezTo>
                  <a:cubicBezTo>
                    <a:pt x="12" y="18"/>
                    <a:pt x="12" y="19"/>
                    <a:pt x="11" y="19"/>
                  </a:cubicBezTo>
                  <a:cubicBezTo>
                    <a:pt x="10" y="19"/>
                    <a:pt x="10" y="19"/>
                    <a:pt x="8" y="19"/>
                  </a:cubicBezTo>
                  <a:cubicBezTo>
                    <a:pt x="7" y="19"/>
                    <a:pt x="6" y="20"/>
                    <a:pt x="5" y="18"/>
                  </a:cubicBezTo>
                  <a:cubicBezTo>
                    <a:pt x="4" y="17"/>
                    <a:pt x="5" y="16"/>
                    <a:pt x="4" y="15"/>
                  </a:cubicBezTo>
                  <a:cubicBezTo>
                    <a:pt x="3" y="14"/>
                    <a:pt x="2" y="14"/>
                    <a:pt x="1" y="13"/>
                  </a:cubicBezTo>
                  <a:cubicBezTo>
                    <a:pt x="0" y="12"/>
                    <a:pt x="1" y="12"/>
                    <a:pt x="1" y="10"/>
                  </a:cubicBezTo>
                  <a:cubicBezTo>
                    <a:pt x="2" y="9"/>
                    <a:pt x="0" y="8"/>
                    <a:pt x="0" y="7"/>
                  </a:cubicBezTo>
                  <a:cubicBezTo>
                    <a:pt x="0" y="6"/>
                    <a:pt x="1" y="6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5" y="1"/>
                    <a:pt x="9" y="0"/>
                    <a:pt x="11" y="1"/>
                  </a:cubicBezTo>
                  <a:cubicBezTo>
                    <a:pt x="12" y="2"/>
                    <a:pt x="12" y="3"/>
                    <a:pt x="13" y="3"/>
                  </a:cubicBezTo>
                  <a:cubicBezTo>
                    <a:pt x="15" y="4"/>
                    <a:pt x="16" y="4"/>
                    <a:pt x="16" y="6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8"/>
                    <a:pt x="17" y="8"/>
                    <a:pt x="18" y="9"/>
                  </a:cubicBezTo>
                  <a:cubicBezTo>
                    <a:pt x="19" y="10"/>
                    <a:pt x="19" y="11"/>
                    <a:pt x="19" y="12"/>
                  </a:cubicBezTo>
                  <a:cubicBezTo>
                    <a:pt x="19" y="13"/>
                    <a:pt x="18" y="15"/>
                    <a:pt x="18" y="15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4" name="Freeform 865">
              <a:extLst>
                <a:ext uri="{FF2B5EF4-FFF2-40B4-BE49-F238E27FC236}">
                  <a16:creationId xmlns:a16="http://schemas.microsoft.com/office/drawing/2014/main" id="{B013CA63-7A0F-47F2-A32E-69C9FB3F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114"/>
              <a:ext cx="13" cy="17"/>
            </a:xfrm>
            <a:custGeom>
              <a:avLst/>
              <a:gdLst>
                <a:gd name="T0" fmla="*/ 13 w 7"/>
                <a:gd name="T1" fmla="*/ 0 h 9"/>
                <a:gd name="T2" fmla="*/ 0 w 7"/>
                <a:gd name="T3" fmla="*/ 15 h 9"/>
                <a:gd name="T4" fmla="*/ 7 w 7"/>
                <a:gd name="T5" fmla="*/ 28 h 9"/>
                <a:gd name="T6" fmla="*/ 0 w 7"/>
                <a:gd name="T7" fmla="*/ 47 h 9"/>
                <a:gd name="T8" fmla="*/ 20 w 7"/>
                <a:gd name="T9" fmla="*/ 60 h 9"/>
                <a:gd name="T10" fmla="*/ 7 w 7"/>
                <a:gd name="T11" fmla="*/ 40 h 9"/>
                <a:gd name="T12" fmla="*/ 24 w 7"/>
                <a:gd name="T13" fmla="*/ 28 h 9"/>
                <a:gd name="T14" fmla="*/ 32 w 7"/>
                <a:gd name="T15" fmla="*/ 15 h 9"/>
                <a:gd name="T16" fmla="*/ 45 w 7"/>
                <a:gd name="T17" fmla="*/ 15 h 9"/>
                <a:gd name="T18" fmla="*/ 32 w 7"/>
                <a:gd name="T19" fmla="*/ 8 h 9"/>
                <a:gd name="T20" fmla="*/ 7 w 7"/>
                <a:gd name="T21" fmla="*/ 15 h 9"/>
                <a:gd name="T22" fmla="*/ 13 w 7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" y="4"/>
                    <a:pt x="1" y="4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8"/>
                    <a:pt x="1" y="9"/>
                    <a:pt x="3" y="9"/>
                  </a:cubicBezTo>
                  <a:cubicBezTo>
                    <a:pt x="1" y="9"/>
                    <a:pt x="1" y="7"/>
                    <a:pt x="1" y="6"/>
                  </a:cubicBezTo>
                  <a:cubicBezTo>
                    <a:pt x="2" y="5"/>
                    <a:pt x="3" y="5"/>
                    <a:pt x="4" y="4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6" y="1"/>
                    <a:pt x="6" y="2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1"/>
                    <a:pt x="2" y="3"/>
                    <a:pt x="1" y="2"/>
                  </a:cubicBezTo>
                  <a:cubicBezTo>
                    <a:pt x="2" y="1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5" name="Freeform 866">
              <a:extLst>
                <a:ext uri="{FF2B5EF4-FFF2-40B4-BE49-F238E27FC236}">
                  <a16:creationId xmlns:a16="http://schemas.microsoft.com/office/drawing/2014/main" id="{D3D483FF-01F3-4327-988D-C2F9574FA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135"/>
              <a:ext cx="13" cy="6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16 h 3"/>
                <a:gd name="T4" fmla="*/ 20 w 7"/>
                <a:gd name="T5" fmla="*/ 16 h 3"/>
                <a:gd name="T6" fmla="*/ 45 w 7"/>
                <a:gd name="T7" fmla="*/ 16 h 3"/>
                <a:gd name="T8" fmla="*/ 32 w 7"/>
                <a:gd name="T9" fmla="*/ 16 h 3"/>
                <a:gd name="T10" fmla="*/ 20 w 7"/>
                <a:gd name="T11" fmla="*/ 8 h 3"/>
                <a:gd name="T12" fmla="*/ 13 w 7"/>
                <a:gd name="T13" fmla="*/ 0 h 3"/>
                <a:gd name="T14" fmla="*/ 0 w 7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4" y="2"/>
                    <a:pt x="5" y="3"/>
                    <a:pt x="7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6" name="Freeform 867">
              <a:extLst>
                <a:ext uri="{FF2B5EF4-FFF2-40B4-BE49-F238E27FC236}">
                  <a16:creationId xmlns:a16="http://schemas.microsoft.com/office/drawing/2014/main" id="{2B5E4213-5E35-48A9-9DC7-57EBCBD2C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129"/>
              <a:ext cx="10" cy="12"/>
            </a:xfrm>
            <a:custGeom>
              <a:avLst/>
              <a:gdLst>
                <a:gd name="T0" fmla="*/ 40 w 5"/>
                <a:gd name="T1" fmla="*/ 8 h 6"/>
                <a:gd name="T2" fmla="*/ 24 w 5"/>
                <a:gd name="T3" fmla="*/ 32 h 6"/>
                <a:gd name="T4" fmla="*/ 16 w 5"/>
                <a:gd name="T5" fmla="*/ 40 h 6"/>
                <a:gd name="T6" fmla="*/ 0 w 5"/>
                <a:gd name="T7" fmla="*/ 40 h 6"/>
                <a:gd name="T8" fmla="*/ 24 w 5"/>
                <a:gd name="T9" fmla="*/ 24 h 6"/>
                <a:gd name="T10" fmla="*/ 32 w 5"/>
                <a:gd name="T11" fmla="*/ 8 h 6"/>
                <a:gd name="T12" fmla="*/ 40 w 5"/>
                <a:gd name="T13" fmla="*/ 0 h 6"/>
                <a:gd name="T14" fmla="*/ 40 w 5"/>
                <a:gd name="T15" fmla="*/ 8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5" y="2"/>
                    <a:pt x="4" y="3"/>
                    <a:pt x="3" y="4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1"/>
                    <a:pt x="5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7" name="Freeform 868">
              <a:extLst>
                <a:ext uri="{FF2B5EF4-FFF2-40B4-BE49-F238E27FC236}">
                  <a16:creationId xmlns:a16="http://schemas.microsoft.com/office/drawing/2014/main" id="{D45487EA-680D-4E6B-BA5D-A969E31F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120"/>
              <a:ext cx="5" cy="4"/>
            </a:xfrm>
            <a:custGeom>
              <a:avLst/>
              <a:gdLst>
                <a:gd name="T0" fmla="*/ 0 w 3"/>
                <a:gd name="T1" fmla="*/ 0 h 2"/>
                <a:gd name="T2" fmla="*/ 8 w 3"/>
                <a:gd name="T3" fmla="*/ 16 h 2"/>
                <a:gd name="T4" fmla="*/ 8 w 3"/>
                <a:gd name="T5" fmla="*/ 16 h 2"/>
                <a:gd name="T6" fmla="*/ 5 w 3"/>
                <a:gd name="T7" fmla="*/ 8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2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8" name="Freeform 869">
              <a:extLst>
                <a:ext uri="{FF2B5EF4-FFF2-40B4-BE49-F238E27FC236}">
                  <a16:creationId xmlns:a16="http://schemas.microsoft.com/office/drawing/2014/main" id="{DC39B935-562F-4BE0-8A0E-65C9016E8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128"/>
              <a:ext cx="6" cy="7"/>
            </a:xfrm>
            <a:custGeom>
              <a:avLst/>
              <a:gdLst>
                <a:gd name="T0" fmla="*/ 16 w 3"/>
                <a:gd name="T1" fmla="*/ 7 h 4"/>
                <a:gd name="T2" fmla="*/ 8 w 3"/>
                <a:gd name="T3" fmla="*/ 12 h 4"/>
                <a:gd name="T4" fmla="*/ 0 w 3"/>
                <a:gd name="T5" fmla="*/ 16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9" name="Freeform 870">
              <a:extLst>
                <a:ext uri="{FF2B5EF4-FFF2-40B4-BE49-F238E27FC236}">
                  <a16:creationId xmlns:a16="http://schemas.microsoft.com/office/drawing/2014/main" id="{A6CEFC07-7ED3-4529-80CA-537591540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118"/>
              <a:ext cx="5" cy="8"/>
            </a:xfrm>
            <a:custGeom>
              <a:avLst/>
              <a:gdLst>
                <a:gd name="T0" fmla="*/ 8 w 3"/>
                <a:gd name="T1" fmla="*/ 0 h 4"/>
                <a:gd name="T2" fmla="*/ 13 w 3"/>
                <a:gd name="T3" fmla="*/ 24 h 4"/>
                <a:gd name="T4" fmla="*/ 5 w 3"/>
                <a:gd name="T5" fmla="*/ 32 h 4"/>
                <a:gd name="T6" fmla="*/ 8 w 3"/>
                <a:gd name="T7" fmla="*/ 24 h 4"/>
                <a:gd name="T8" fmla="*/ 5 w 3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3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2"/>
                    <a:pt x="0" y="2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0" name="Freeform 871">
              <a:extLst>
                <a:ext uri="{FF2B5EF4-FFF2-40B4-BE49-F238E27FC236}">
                  <a16:creationId xmlns:a16="http://schemas.microsoft.com/office/drawing/2014/main" id="{1CC7A29F-AC3C-4E87-B59A-B72E3449E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107"/>
              <a:ext cx="17" cy="7"/>
            </a:xfrm>
            <a:custGeom>
              <a:avLst/>
              <a:gdLst>
                <a:gd name="T0" fmla="*/ 0 w 9"/>
                <a:gd name="T1" fmla="*/ 7 h 4"/>
                <a:gd name="T2" fmla="*/ 32 w 9"/>
                <a:gd name="T3" fmla="*/ 7 h 4"/>
                <a:gd name="T4" fmla="*/ 47 w 9"/>
                <a:gd name="T5" fmla="*/ 16 h 4"/>
                <a:gd name="T6" fmla="*/ 60 w 9"/>
                <a:gd name="T7" fmla="*/ 21 h 4"/>
                <a:gd name="T8" fmla="*/ 53 w 9"/>
                <a:gd name="T9" fmla="*/ 21 h 4"/>
                <a:gd name="T10" fmla="*/ 40 w 9"/>
                <a:gd name="T11" fmla="*/ 16 h 4"/>
                <a:gd name="T12" fmla="*/ 28 w 9"/>
                <a:gd name="T13" fmla="*/ 12 h 4"/>
                <a:gd name="T14" fmla="*/ 0 w 9"/>
                <a:gd name="T15" fmla="*/ 7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2"/>
                    <a:pt x="7" y="3"/>
                  </a:cubicBezTo>
                  <a:cubicBezTo>
                    <a:pt x="7" y="3"/>
                    <a:pt x="9" y="3"/>
                    <a:pt x="9" y="4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1" name="Freeform 872">
              <a:extLst>
                <a:ext uri="{FF2B5EF4-FFF2-40B4-BE49-F238E27FC236}">
                  <a16:creationId xmlns:a16="http://schemas.microsoft.com/office/drawing/2014/main" id="{181A5DCF-3648-4767-BA37-D7F3A5AEE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118"/>
              <a:ext cx="7" cy="4"/>
            </a:xfrm>
            <a:custGeom>
              <a:avLst/>
              <a:gdLst>
                <a:gd name="T0" fmla="*/ 21 w 4"/>
                <a:gd name="T1" fmla="*/ 8 h 2"/>
                <a:gd name="T2" fmla="*/ 16 w 4"/>
                <a:gd name="T3" fmla="*/ 8 h 2"/>
                <a:gd name="T4" fmla="*/ 12 w 4"/>
                <a:gd name="T5" fmla="*/ 8 h 2"/>
                <a:gd name="T6" fmla="*/ 0 w 4"/>
                <a:gd name="T7" fmla="*/ 8 h 2"/>
                <a:gd name="T8" fmla="*/ 12 w 4"/>
                <a:gd name="T9" fmla="*/ 8 h 2"/>
                <a:gd name="T10" fmla="*/ 21 w 4"/>
                <a:gd name="T11" fmla="*/ 8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1"/>
                    <a:pt x="1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2" name="Freeform 873">
              <a:extLst>
                <a:ext uri="{FF2B5EF4-FFF2-40B4-BE49-F238E27FC236}">
                  <a16:creationId xmlns:a16="http://schemas.microsoft.com/office/drawing/2014/main" id="{C2F3591C-86E9-41EE-81E6-19F370DE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126"/>
              <a:ext cx="1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8 h 3"/>
                <a:gd name="T4" fmla="*/ 0 w 1"/>
                <a:gd name="T5" fmla="*/ 13 h 3"/>
                <a:gd name="T6" fmla="*/ 0 w 1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3" name="Freeform 874">
              <a:extLst>
                <a:ext uri="{FF2B5EF4-FFF2-40B4-BE49-F238E27FC236}">
                  <a16:creationId xmlns:a16="http://schemas.microsoft.com/office/drawing/2014/main" id="{A51E3833-6FB0-41F4-8DE8-6933DDC0C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116"/>
              <a:ext cx="6" cy="10"/>
            </a:xfrm>
            <a:custGeom>
              <a:avLst/>
              <a:gdLst>
                <a:gd name="T0" fmla="*/ 8 w 3"/>
                <a:gd name="T1" fmla="*/ 0 h 5"/>
                <a:gd name="T2" fmla="*/ 16 w 3"/>
                <a:gd name="T3" fmla="*/ 24 h 5"/>
                <a:gd name="T4" fmla="*/ 8 w 3"/>
                <a:gd name="T5" fmla="*/ 40 h 5"/>
                <a:gd name="T6" fmla="*/ 16 w 3"/>
                <a:gd name="T7" fmla="*/ 32 h 5"/>
                <a:gd name="T8" fmla="*/ 24 w 3"/>
                <a:gd name="T9" fmla="*/ 24 h 5"/>
                <a:gd name="T10" fmla="*/ 24 w 3"/>
                <a:gd name="T11" fmla="*/ 24 h 5"/>
                <a:gd name="T12" fmla="*/ 16 w 3"/>
                <a:gd name="T13" fmla="*/ 24 h 5"/>
                <a:gd name="T14" fmla="*/ 16 w 3"/>
                <a:gd name="T15" fmla="*/ 16 h 5"/>
                <a:gd name="T16" fmla="*/ 8 w 3"/>
                <a:gd name="T17" fmla="*/ 8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4"/>
                    <a:pt x="2" y="4"/>
                    <a:pt x="1" y="5"/>
                  </a:cubicBezTo>
                  <a:cubicBezTo>
                    <a:pt x="1" y="5"/>
                    <a:pt x="2" y="4"/>
                    <a:pt x="2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4" name="Freeform 875">
              <a:extLst>
                <a:ext uri="{FF2B5EF4-FFF2-40B4-BE49-F238E27FC236}">
                  <a16:creationId xmlns:a16="http://schemas.microsoft.com/office/drawing/2014/main" id="{C6A6221B-74D7-468A-A391-E69851C29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135"/>
              <a:ext cx="4" cy="4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6 h 2"/>
                <a:gd name="T4" fmla="*/ 8 w 2"/>
                <a:gd name="T5" fmla="*/ 16 h 2"/>
                <a:gd name="T6" fmla="*/ 16 w 2"/>
                <a:gd name="T7" fmla="*/ 8 h 2"/>
                <a:gd name="T8" fmla="*/ 8 w 2"/>
                <a:gd name="T9" fmla="*/ 0 h 2"/>
                <a:gd name="T10" fmla="*/ 0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5" name="Freeform 876">
              <a:extLst>
                <a:ext uri="{FF2B5EF4-FFF2-40B4-BE49-F238E27FC236}">
                  <a16:creationId xmlns:a16="http://schemas.microsoft.com/office/drawing/2014/main" id="{BEF17C2A-D24D-41D4-B7D1-12D96B7D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135"/>
              <a:ext cx="6" cy="6"/>
            </a:xfrm>
            <a:custGeom>
              <a:avLst/>
              <a:gdLst>
                <a:gd name="T0" fmla="*/ 24 w 3"/>
                <a:gd name="T1" fmla="*/ 0 h 3"/>
                <a:gd name="T2" fmla="*/ 24 w 3"/>
                <a:gd name="T3" fmla="*/ 8 h 3"/>
                <a:gd name="T4" fmla="*/ 16 w 3"/>
                <a:gd name="T5" fmla="*/ 16 h 3"/>
                <a:gd name="T6" fmla="*/ 8 w 3"/>
                <a:gd name="T7" fmla="*/ 24 h 3"/>
                <a:gd name="T8" fmla="*/ 0 w 3"/>
                <a:gd name="T9" fmla="*/ 16 h 3"/>
                <a:gd name="T10" fmla="*/ 16 w 3"/>
                <a:gd name="T11" fmla="*/ 16 h 3"/>
                <a:gd name="T12" fmla="*/ 24 w 3"/>
                <a:gd name="T13" fmla="*/ 8 h 3"/>
                <a:gd name="T14" fmla="*/ 24 w 3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6" name="Freeform 877">
              <a:extLst>
                <a:ext uri="{FF2B5EF4-FFF2-40B4-BE49-F238E27FC236}">
                  <a16:creationId xmlns:a16="http://schemas.microsoft.com/office/drawing/2014/main" id="{FA93F704-665A-4768-8893-9E60B35DF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105"/>
              <a:ext cx="35" cy="38"/>
            </a:xfrm>
            <a:custGeom>
              <a:avLst/>
              <a:gdLst>
                <a:gd name="T0" fmla="*/ 112 w 19"/>
                <a:gd name="T1" fmla="*/ 105 h 20"/>
                <a:gd name="T2" fmla="*/ 96 w 19"/>
                <a:gd name="T3" fmla="*/ 129 h 20"/>
                <a:gd name="T4" fmla="*/ 81 w 19"/>
                <a:gd name="T5" fmla="*/ 124 h 20"/>
                <a:gd name="T6" fmla="*/ 68 w 19"/>
                <a:gd name="T7" fmla="*/ 129 h 20"/>
                <a:gd name="T8" fmla="*/ 52 w 19"/>
                <a:gd name="T9" fmla="*/ 129 h 20"/>
                <a:gd name="T10" fmla="*/ 31 w 19"/>
                <a:gd name="T11" fmla="*/ 124 h 20"/>
                <a:gd name="T12" fmla="*/ 24 w 19"/>
                <a:gd name="T13" fmla="*/ 105 h 20"/>
                <a:gd name="T14" fmla="*/ 7 w 19"/>
                <a:gd name="T15" fmla="*/ 91 h 20"/>
                <a:gd name="T16" fmla="*/ 7 w 19"/>
                <a:gd name="T17" fmla="*/ 68 h 20"/>
                <a:gd name="T18" fmla="*/ 0 w 19"/>
                <a:gd name="T19" fmla="*/ 48 h 20"/>
                <a:gd name="T20" fmla="*/ 13 w 19"/>
                <a:gd name="T21" fmla="*/ 36 h 20"/>
                <a:gd name="T22" fmla="*/ 24 w 19"/>
                <a:gd name="T23" fmla="*/ 21 h 20"/>
                <a:gd name="T24" fmla="*/ 68 w 19"/>
                <a:gd name="T25" fmla="*/ 8 h 20"/>
                <a:gd name="T26" fmla="*/ 81 w 19"/>
                <a:gd name="T27" fmla="*/ 21 h 20"/>
                <a:gd name="T28" fmla="*/ 98 w 19"/>
                <a:gd name="T29" fmla="*/ 40 h 20"/>
                <a:gd name="T30" fmla="*/ 98 w 19"/>
                <a:gd name="T31" fmla="*/ 48 h 20"/>
                <a:gd name="T32" fmla="*/ 112 w 19"/>
                <a:gd name="T33" fmla="*/ 61 h 20"/>
                <a:gd name="T34" fmla="*/ 118 w 19"/>
                <a:gd name="T35" fmla="*/ 84 h 20"/>
                <a:gd name="T36" fmla="*/ 112 w 19"/>
                <a:gd name="T37" fmla="*/ 105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18" y="15"/>
                  </a:moveTo>
                  <a:cubicBezTo>
                    <a:pt x="17" y="17"/>
                    <a:pt x="16" y="19"/>
                    <a:pt x="15" y="19"/>
                  </a:cubicBezTo>
                  <a:cubicBezTo>
                    <a:pt x="14" y="19"/>
                    <a:pt x="14" y="19"/>
                    <a:pt x="13" y="18"/>
                  </a:cubicBezTo>
                  <a:cubicBezTo>
                    <a:pt x="12" y="18"/>
                    <a:pt x="12" y="19"/>
                    <a:pt x="11" y="19"/>
                  </a:cubicBezTo>
                  <a:cubicBezTo>
                    <a:pt x="10" y="19"/>
                    <a:pt x="10" y="19"/>
                    <a:pt x="8" y="19"/>
                  </a:cubicBezTo>
                  <a:cubicBezTo>
                    <a:pt x="7" y="19"/>
                    <a:pt x="6" y="20"/>
                    <a:pt x="5" y="18"/>
                  </a:cubicBezTo>
                  <a:cubicBezTo>
                    <a:pt x="4" y="17"/>
                    <a:pt x="5" y="16"/>
                    <a:pt x="4" y="15"/>
                  </a:cubicBezTo>
                  <a:cubicBezTo>
                    <a:pt x="3" y="14"/>
                    <a:pt x="2" y="14"/>
                    <a:pt x="1" y="13"/>
                  </a:cubicBezTo>
                  <a:cubicBezTo>
                    <a:pt x="0" y="12"/>
                    <a:pt x="1" y="12"/>
                    <a:pt x="1" y="10"/>
                  </a:cubicBezTo>
                  <a:cubicBezTo>
                    <a:pt x="2" y="9"/>
                    <a:pt x="0" y="8"/>
                    <a:pt x="0" y="7"/>
                  </a:cubicBezTo>
                  <a:cubicBezTo>
                    <a:pt x="0" y="6"/>
                    <a:pt x="1" y="6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5" y="1"/>
                    <a:pt x="9" y="0"/>
                    <a:pt x="11" y="1"/>
                  </a:cubicBezTo>
                  <a:cubicBezTo>
                    <a:pt x="12" y="2"/>
                    <a:pt x="12" y="3"/>
                    <a:pt x="13" y="3"/>
                  </a:cubicBezTo>
                  <a:cubicBezTo>
                    <a:pt x="15" y="4"/>
                    <a:pt x="16" y="4"/>
                    <a:pt x="16" y="6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8"/>
                    <a:pt x="17" y="8"/>
                    <a:pt x="18" y="9"/>
                  </a:cubicBezTo>
                  <a:cubicBezTo>
                    <a:pt x="19" y="10"/>
                    <a:pt x="19" y="11"/>
                    <a:pt x="19" y="12"/>
                  </a:cubicBezTo>
                  <a:cubicBezTo>
                    <a:pt x="19" y="13"/>
                    <a:pt x="18" y="15"/>
                    <a:pt x="18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7" name="Freeform 878">
              <a:extLst>
                <a:ext uri="{FF2B5EF4-FFF2-40B4-BE49-F238E27FC236}">
                  <a16:creationId xmlns:a16="http://schemas.microsoft.com/office/drawing/2014/main" id="{5B568EF0-65A2-45EA-8137-227590841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133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0"/>
                    <a:pt x="3" y="0"/>
                    <a:pt x="4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8" name="Freeform 879">
              <a:extLst>
                <a:ext uri="{FF2B5EF4-FFF2-40B4-BE49-F238E27FC236}">
                  <a16:creationId xmlns:a16="http://schemas.microsoft.com/office/drawing/2014/main" id="{EE6298ED-3917-44E0-A155-0F34D2ACC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118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9" name="Freeform 880">
              <a:extLst>
                <a:ext uri="{FF2B5EF4-FFF2-40B4-BE49-F238E27FC236}">
                  <a16:creationId xmlns:a16="http://schemas.microsoft.com/office/drawing/2014/main" id="{3042A29E-6189-43C2-BA93-D0030F1D7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118"/>
              <a:ext cx="13" cy="8"/>
            </a:xfrm>
            <a:custGeom>
              <a:avLst/>
              <a:gdLst>
                <a:gd name="T0" fmla="*/ 45 w 7"/>
                <a:gd name="T1" fmla="*/ 16 h 4"/>
                <a:gd name="T2" fmla="*/ 32 w 7"/>
                <a:gd name="T3" fmla="*/ 0 h 4"/>
                <a:gd name="T4" fmla="*/ 24 w 7"/>
                <a:gd name="T5" fmla="*/ 0 h 4"/>
                <a:gd name="T6" fmla="*/ 20 w 7"/>
                <a:gd name="T7" fmla="*/ 0 h 4"/>
                <a:gd name="T8" fmla="*/ 7 w 7"/>
                <a:gd name="T9" fmla="*/ 8 h 4"/>
                <a:gd name="T10" fmla="*/ 7 w 7"/>
                <a:gd name="T11" fmla="*/ 3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cubicBezTo>
                    <a:pt x="7" y="1"/>
                    <a:pt x="6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2" y="3"/>
                    <a:pt x="1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0" name="Freeform 881">
              <a:extLst>
                <a:ext uri="{FF2B5EF4-FFF2-40B4-BE49-F238E27FC236}">
                  <a16:creationId xmlns:a16="http://schemas.microsoft.com/office/drawing/2014/main" id="{0FB83EFB-EAEE-4DE8-BFBD-88A33196A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126"/>
              <a:ext cx="4" cy="7"/>
            </a:xfrm>
            <a:custGeom>
              <a:avLst/>
              <a:gdLst>
                <a:gd name="T0" fmla="*/ 0 w 2"/>
                <a:gd name="T1" fmla="*/ 21 h 4"/>
                <a:gd name="T2" fmla="*/ 16 w 2"/>
                <a:gd name="T3" fmla="*/ 12 h 4"/>
                <a:gd name="T4" fmla="*/ 8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4"/>
                    <a:pt x="2" y="2"/>
                    <a:pt x="2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1" name="Freeform 882">
              <a:extLst>
                <a:ext uri="{FF2B5EF4-FFF2-40B4-BE49-F238E27FC236}">
                  <a16:creationId xmlns:a16="http://schemas.microsoft.com/office/drawing/2014/main" id="{F8487DC8-2212-4A20-91D5-63BA6C1F4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500"/>
              <a:ext cx="35" cy="37"/>
            </a:xfrm>
            <a:custGeom>
              <a:avLst/>
              <a:gdLst>
                <a:gd name="T0" fmla="*/ 112 w 19"/>
                <a:gd name="T1" fmla="*/ 104 h 20"/>
                <a:gd name="T2" fmla="*/ 96 w 19"/>
                <a:gd name="T3" fmla="*/ 126 h 20"/>
                <a:gd name="T4" fmla="*/ 81 w 19"/>
                <a:gd name="T5" fmla="*/ 120 h 20"/>
                <a:gd name="T6" fmla="*/ 68 w 19"/>
                <a:gd name="T7" fmla="*/ 120 h 20"/>
                <a:gd name="T8" fmla="*/ 52 w 19"/>
                <a:gd name="T9" fmla="*/ 120 h 20"/>
                <a:gd name="T10" fmla="*/ 31 w 19"/>
                <a:gd name="T11" fmla="*/ 113 h 20"/>
                <a:gd name="T12" fmla="*/ 24 w 19"/>
                <a:gd name="T13" fmla="*/ 96 h 20"/>
                <a:gd name="T14" fmla="*/ 7 w 19"/>
                <a:gd name="T15" fmla="*/ 89 h 20"/>
                <a:gd name="T16" fmla="*/ 7 w 19"/>
                <a:gd name="T17" fmla="*/ 68 h 20"/>
                <a:gd name="T18" fmla="*/ 0 w 19"/>
                <a:gd name="T19" fmla="*/ 44 h 20"/>
                <a:gd name="T20" fmla="*/ 13 w 19"/>
                <a:gd name="T21" fmla="*/ 31 h 20"/>
                <a:gd name="T22" fmla="*/ 24 w 19"/>
                <a:gd name="T23" fmla="*/ 20 h 20"/>
                <a:gd name="T24" fmla="*/ 68 w 19"/>
                <a:gd name="T25" fmla="*/ 7 h 20"/>
                <a:gd name="T26" fmla="*/ 81 w 19"/>
                <a:gd name="T27" fmla="*/ 24 h 20"/>
                <a:gd name="T28" fmla="*/ 98 w 19"/>
                <a:gd name="T29" fmla="*/ 37 h 20"/>
                <a:gd name="T30" fmla="*/ 98 w 19"/>
                <a:gd name="T31" fmla="*/ 52 h 20"/>
                <a:gd name="T32" fmla="*/ 112 w 19"/>
                <a:gd name="T33" fmla="*/ 57 h 20"/>
                <a:gd name="T34" fmla="*/ 118 w 19"/>
                <a:gd name="T35" fmla="*/ 76 h 20"/>
                <a:gd name="T36" fmla="*/ 112 w 19"/>
                <a:gd name="T37" fmla="*/ 104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18" y="16"/>
                  </a:moveTo>
                  <a:cubicBezTo>
                    <a:pt x="17" y="17"/>
                    <a:pt x="16" y="19"/>
                    <a:pt x="15" y="20"/>
                  </a:cubicBezTo>
                  <a:cubicBezTo>
                    <a:pt x="14" y="20"/>
                    <a:pt x="14" y="19"/>
                    <a:pt x="13" y="19"/>
                  </a:cubicBezTo>
                  <a:cubicBezTo>
                    <a:pt x="12" y="18"/>
                    <a:pt x="12" y="19"/>
                    <a:pt x="11" y="19"/>
                  </a:cubicBezTo>
                  <a:cubicBezTo>
                    <a:pt x="10" y="20"/>
                    <a:pt x="10" y="19"/>
                    <a:pt x="8" y="19"/>
                  </a:cubicBezTo>
                  <a:cubicBezTo>
                    <a:pt x="7" y="19"/>
                    <a:pt x="6" y="20"/>
                    <a:pt x="5" y="18"/>
                  </a:cubicBezTo>
                  <a:cubicBezTo>
                    <a:pt x="4" y="17"/>
                    <a:pt x="5" y="16"/>
                    <a:pt x="4" y="15"/>
                  </a:cubicBezTo>
                  <a:cubicBezTo>
                    <a:pt x="3" y="14"/>
                    <a:pt x="2" y="15"/>
                    <a:pt x="1" y="14"/>
                  </a:cubicBezTo>
                  <a:cubicBezTo>
                    <a:pt x="0" y="12"/>
                    <a:pt x="1" y="12"/>
                    <a:pt x="1" y="11"/>
                  </a:cubicBezTo>
                  <a:cubicBezTo>
                    <a:pt x="2" y="9"/>
                    <a:pt x="0" y="9"/>
                    <a:pt x="0" y="7"/>
                  </a:cubicBezTo>
                  <a:cubicBezTo>
                    <a:pt x="0" y="6"/>
                    <a:pt x="1" y="6"/>
                    <a:pt x="2" y="5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5" y="1"/>
                    <a:pt x="9" y="0"/>
                    <a:pt x="11" y="1"/>
                  </a:cubicBezTo>
                  <a:cubicBezTo>
                    <a:pt x="12" y="2"/>
                    <a:pt x="12" y="3"/>
                    <a:pt x="13" y="4"/>
                  </a:cubicBezTo>
                  <a:cubicBezTo>
                    <a:pt x="15" y="4"/>
                    <a:pt x="16" y="4"/>
                    <a:pt x="16" y="6"/>
                  </a:cubicBezTo>
                  <a:cubicBezTo>
                    <a:pt x="16" y="7"/>
                    <a:pt x="16" y="7"/>
                    <a:pt x="16" y="8"/>
                  </a:cubicBezTo>
                  <a:cubicBezTo>
                    <a:pt x="16" y="8"/>
                    <a:pt x="17" y="9"/>
                    <a:pt x="18" y="9"/>
                  </a:cubicBezTo>
                  <a:cubicBezTo>
                    <a:pt x="19" y="10"/>
                    <a:pt x="19" y="11"/>
                    <a:pt x="19" y="12"/>
                  </a:cubicBezTo>
                  <a:cubicBezTo>
                    <a:pt x="19" y="14"/>
                    <a:pt x="18" y="15"/>
                    <a:pt x="18" y="16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2" name="Freeform 883">
              <a:extLst>
                <a:ext uri="{FF2B5EF4-FFF2-40B4-BE49-F238E27FC236}">
                  <a16:creationId xmlns:a16="http://schemas.microsoft.com/office/drawing/2014/main" id="{85480AB1-763B-4E44-9BE2-1CFB1BAA6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509"/>
              <a:ext cx="13" cy="17"/>
            </a:xfrm>
            <a:custGeom>
              <a:avLst/>
              <a:gdLst>
                <a:gd name="T0" fmla="*/ 13 w 7"/>
                <a:gd name="T1" fmla="*/ 0 h 9"/>
                <a:gd name="T2" fmla="*/ 0 w 7"/>
                <a:gd name="T3" fmla="*/ 15 h 9"/>
                <a:gd name="T4" fmla="*/ 7 w 7"/>
                <a:gd name="T5" fmla="*/ 32 h 9"/>
                <a:gd name="T6" fmla="*/ 0 w 7"/>
                <a:gd name="T7" fmla="*/ 47 h 9"/>
                <a:gd name="T8" fmla="*/ 20 w 7"/>
                <a:gd name="T9" fmla="*/ 60 h 9"/>
                <a:gd name="T10" fmla="*/ 7 w 7"/>
                <a:gd name="T11" fmla="*/ 47 h 9"/>
                <a:gd name="T12" fmla="*/ 24 w 7"/>
                <a:gd name="T13" fmla="*/ 28 h 9"/>
                <a:gd name="T14" fmla="*/ 32 w 7"/>
                <a:gd name="T15" fmla="*/ 15 h 9"/>
                <a:gd name="T16" fmla="*/ 45 w 7"/>
                <a:gd name="T17" fmla="*/ 15 h 9"/>
                <a:gd name="T18" fmla="*/ 32 w 7"/>
                <a:gd name="T19" fmla="*/ 8 h 9"/>
                <a:gd name="T20" fmla="*/ 7 w 7"/>
                <a:gd name="T21" fmla="*/ 15 h 9"/>
                <a:gd name="T22" fmla="*/ 13 w 7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9"/>
                    <a:pt x="1" y="9"/>
                    <a:pt x="3" y="9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2" y="5"/>
                    <a:pt x="3" y="6"/>
                    <a:pt x="4" y="4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6" y="2"/>
                    <a:pt x="6" y="2"/>
                    <a:pt x="7" y="2"/>
                  </a:cubicBezTo>
                  <a:cubicBezTo>
                    <a:pt x="7" y="2"/>
                    <a:pt x="6" y="1"/>
                    <a:pt x="5" y="1"/>
                  </a:cubicBezTo>
                  <a:cubicBezTo>
                    <a:pt x="4" y="1"/>
                    <a:pt x="2" y="4"/>
                    <a:pt x="1" y="2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3" name="Freeform 884">
              <a:extLst>
                <a:ext uri="{FF2B5EF4-FFF2-40B4-BE49-F238E27FC236}">
                  <a16:creationId xmlns:a16="http://schemas.microsoft.com/office/drawing/2014/main" id="{CE19F25F-68D7-4625-98F6-577BFB1E0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530"/>
              <a:ext cx="13" cy="6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16 h 3"/>
                <a:gd name="T4" fmla="*/ 20 w 7"/>
                <a:gd name="T5" fmla="*/ 24 h 3"/>
                <a:gd name="T6" fmla="*/ 45 w 7"/>
                <a:gd name="T7" fmla="*/ 16 h 3"/>
                <a:gd name="T8" fmla="*/ 32 w 7"/>
                <a:gd name="T9" fmla="*/ 16 h 3"/>
                <a:gd name="T10" fmla="*/ 20 w 7"/>
                <a:gd name="T11" fmla="*/ 16 h 3"/>
                <a:gd name="T12" fmla="*/ 13 w 7"/>
                <a:gd name="T13" fmla="*/ 8 h 3"/>
                <a:gd name="T14" fmla="*/ 0 w 7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4" y="3"/>
                    <a:pt x="5" y="3"/>
                    <a:pt x="7" y="2"/>
                  </a:cubicBezTo>
                  <a:cubicBezTo>
                    <a:pt x="6" y="2"/>
                    <a:pt x="5" y="3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4" name="Freeform 885">
              <a:extLst>
                <a:ext uri="{FF2B5EF4-FFF2-40B4-BE49-F238E27FC236}">
                  <a16:creationId xmlns:a16="http://schemas.microsoft.com/office/drawing/2014/main" id="{8EC13DE3-7F25-4210-8656-9D952CA9E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524"/>
              <a:ext cx="9" cy="12"/>
            </a:xfrm>
            <a:custGeom>
              <a:avLst/>
              <a:gdLst>
                <a:gd name="T0" fmla="*/ 29 w 5"/>
                <a:gd name="T1" fmla="*/ 16 h 6"/>
                <a:gd name="T2" fmla="*/ 16 w 5"/>
                <a:gd name="T3" fmla="*/ 40 h 6"/>
                <a:gd name="T4" fmla="*/ 13 w 5"/>
                <a:gd name="T5" fmla="*/ 48 h 6"/>
                <a:gd name="T6" fmla="*/ 0 w 5"/>
                <a:gd name="T7" fmla="*/ 40 h 6"/>
                <a:gd name="T8" fmla="*/ 16 w 5"/>
                <a:gd name="T9" fmla="*/ 24 h 6"/>
                <a:gd name="T10" fmla="*/ 23 w 5"/>
                <a:gd name="T11" fmla="*/ 16 h 6"/>
                <a:gd name="T12" fmla="*/ 29 w 5"/>
                <a:gd name="T13" fmla="*/ 0 h 6"/>
                <a:gd name="T14" fmla="*/ 29 w 5"/>
                <a:gd name="T15" fmla="*/ 8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3"/>
                    <a:pt x="4" y="4"/>
                    <a:pt x="3" y="5"/>
                  </a:cubicBezTo>
                  <a:cubicBezTo>
                    <a:pt x="3" y="5"/>
                    <a:pt x="2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2" y="6"/>
                    <a:pt x="2" y="5"/>
                    <a:pt x="3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1"/>
                    <a:pt x="5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5" name="Freeform 886">
              <a:extLst>
                <a:ext uri="{FF2B5EF4-FFF2-40B4-BE49-F238E27FC236}">
                  <a16:creationId xmlns:a16="http://schemas.microsoft.com/office/drawing/2014/main" id="{0D64085B-E45C-4473-BF32-2A28D92C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515"/>
              <a:ext cx="5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24 h 3"/>
                <a:gd name="T4" fmla="*/ 8 w 3"/>
                <a:gd name="T5" fmla="*/ 16 h 3"/>
                <a:gd name="T6" fmla="*/ 5 w 3"/>
                <a:gd name="T7" fmla="*/ 16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3" y="2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6" name="Freeform 887">
              <a:extLst>
                <a:ext uri="{FF2B5EF4-FFF2-40B4-BE49-F238E27FC236}">
                  <a16:creationId xmlns:a16="http://schemas.microsoft.com/office/drawing/2014/main" id="{D8260F1A-A42F-49D4-A675-04ED0C925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522"/>
              <a:ext cx="5" cy="8"/>
            </a:xfrm>
            <a:custGeom>
              <a:avLst/>
              <a:gdLst>
                <a:gd name="T0" fmla="*/ 8 w 3"/>
                <a:gd name="T1" fmla="*/ 8 h 4"/>
                <a:gd name="T2" fmla="*/ 5 w 3"/>
                <a:gd name="T3" fmla="*/ 24 h 4"/>
                <a:gd name="T4" fmla="*/ 0 w 3"/>
                <a:gd name="T5" fmla="*/ 24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7" name="Freeform 888">
              <a:extLst>
                <a:ext uri="{FF2B5EF4-FFF2-40B4-BE49-F238E27FC236}">
                  <a16:creationId xmlns:a16="http://schemas.microsoft.com/office/drawing/2014/main" id="{257E131D-1DAC-4E4C-BDB9-0D4B95903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515"/>
              <a:ext cx="6" cy="6"/>
            </a:xfrm>
            <a:custGeom>
              <a:avLst/>
              <a:gdLst>
                <a:gd name="T0" fmla="*/ 16 w 3"/>
                <a:gd name="T1" fmla="*/ 0 h 3"/>
                <a:gd name="T2" fmla="*/ 24 w 3"/>
                <a:gd name="T3" fmla="*/ 16 h 3"/>
                <a:gd name="T4" fmla="*/ 8 w 3"/>
                <a:gd name="T5" fmla="*/ 24 h 3"/>
                <a:gd name="T6" fmla="*/ 16 w 3"/>
                <a:gd name="T7" fmla="*/ 16 h 3"/>
                <a:gd name="T8" fmla="*/ 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0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8" name="Freeform 889">
              <a:extLst>
                <a:ext uri="{FF2B5EF4-FFF2-40B4-BE49-F238E27FC236}">
                  <a16:creationId xmlns:a16="http://schemas.microsoft.com/office/drawing/2014/main" id="{5780F6B3-93DE-4906-AE45-0E01A94BC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502"/>
              <a:ext cx="17" cy="9"/>
            </a:xfrm>
            <a:custGeom>
              <a:avLst/>
              <a:gdLst>
                <a:gd name="T0" fmla="*/ 0 w 9"/>
                <a:gd name="T1" fmla="*/ 7 h 5"/>
                <a:gd name="T2" fmla="*/ 32 w 9"/>
                <a:gd name="T3" fmla="*/ 7 h 5"/>
                <a:gd name="T4" fmla="*/ 47 w 9"/>
                <a:gd name="T5" fmla="*/ 16 h 5"/>
                <a:gd name="T6" fmla="*/ 60 w 9"/>
                <a:gd name="T7" fmla="*/ 29 h 5"/>
                <a:gd name="T8" fmla="*/ 53 w 9"/>
                <a:gd name="T9" fmla="*/ 23 h 5"/>
                <a:gd name="T10" fmla="*/ 40 w 9"/>
                <a:gd name="T11" fmla="*/ 23 h 5"/>
                <a:gd name="T12" fmla="*/ 28 w 9"/>
                <a:gd name="T13" fmla="*/ 13 h 5"/>
                <a:gd name="T14" fmla="*/ 0 w 9"/>
                <a:gd name="T15" fmla="*/ 7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6" y="2"/>
                    <a:pt x="7" y="3"/>
                  </a:cubicBezTo>
                  <a:cubicBezTo>
                    <a:pt x="7" y="3"/>
                    <a:pt x="9" y="4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1"/>
                    <a:pt x="1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9" name="Freeform 890">
              <a:extLst>
                <a:ext uri="{FF2B5EF4-FFF2-40B4-BE49-F238E27FC236}">
                  <a16:creationId xmlns:a16="http://schemas.microsoft.com/office/drawing/2014/main" id="{E977B9B1-6820-4D7F-8BF9-3597E3AB8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515"/>
              <a:ext cx="7" cy="2"/>
            </a:xfrm>
            <a:custGeom>
              <a:avLst/>
              <a:gdLst>
                <a:gd name="T0" fmla="*/ 21 w 4"/>
                <a:gd name="T1" fmla="*/ 0 h 1"/>
                <a:gd name="T2" fmla="*/ 16 w 4"/>
                <a:gd name="T3" fmla="*/ 0 h 1"/>
                <a:gd name="T4" fmla="*/ 12 w 4"/>
                <a:gd name="T5" fmla="*/ 0 h 1"/>
                <a:gd name="T6" fmla="*/ 0 w 4"/>
                <a:gd name="T7" fmla="*/ 8 h 1"/>
                <a:gd name="T8" fmla="*/ 12 w 4"/>
                <a:gd name="T9" fmla="*/ 8 h 1"/>
                <a:gd name="T10" fmla="*/ 21 w 4"/>
                <a:gd name="T11" fmla="*/ 8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2" y="1"/>
                    <a:pt x="3" y="0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0" name="Freeform 891">
              <a:extLst>
                <a:ext uri="{FF2B5EF4-FFF2-40B4-BE49-F238E27FC236}">
                  <a16:creationId xmlns:a16="http://schemas.microsoft.com/office/drawing/2014/main" id="{E03973BC-C731-485A-98C7-D87C62383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522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 h 2"/>
                <a:gd name="T4" fmla="*/ 0 w 1"/>
                <a:gd name="T5" fmla="*/ 16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1" name="Freeform 892">
              <a:extLst>
                <a:ext uri="{FF2B5EF4-FFF2-40B4-BE49-F238E27FC236}">
                  <a16:creationId xmlns:a16="http://schemas.microsoft.com/office/drawing/2014/main" id="{F34A78CA-5039-4889-8895-FA649DD03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513"/>
              <a:ext cx="5" cy="8"/>
            </a:xfrm>
            <a:custGeom>
              <a:avLst/>
              <a:gdLst>
                <a:gd name="T0" fmla="*/ 5 w 3"/>
                <a:gd name="T1" fmla="*/ 0 h 4"/>
                <a:gd name="T2" fmla="*/ 8 w 3"/>
                <a:gd name="T3" fmla="*/ 16 h 4"/>
                <a:gd name="T4" fmla="*/ 5 w 3"/>
                <a:gd name="T5" fmla="*/ 32 h 4"/>
                <a:gd name="T6" fmla="*/ 8 w 3"/>
                <a:gd name="T7" fmla="*/ 24 h 4"/>
                <a:gd name="T8" fmla="*/ 13 w 3"/>
                <a:gd name="T9" fmla="*/ 24 h 4"/>
                <a:gd name="T10" fmla="*/ 13 w 3"/>
                <a:gd name="T11" fmla="*/ 16 h 4"/>
                <a:gd name="T12" fmla="*/ 8 w 3"/>
                <a:gd name="T13" fmla="*/ 16 h 4"/>
                <a:gd name="T14" fmla="*/ 8 w 3"/>
                <a:gd name="T15" fmla="*/ 16 h 4"/>
                <a:gd name="T16" fmla="*/ 5 w 3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2" y="3"/>
                    <a:pt x="2" y="4"/>
                    <a:pt x="1" y="4"/>
                  </a:cubicBezTo>
                  <a:cubicBezTo>
                    <a:pt x="1" y="4"/>
                    <a:pt x="2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2" name="Freeform 893">
              <a:extLst>
                <a:ext uri="{FF2B5EF4-FFF2-40B4-BE49-F238E27FC236}">
                  <a16:creationId xmlns:a16="http://schemas.microsoft.com/office/drawing/2014/main" id="{137E983C-8DB1-40C6-B15A-468B11C69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530"/>
              <a:ext cx="4" cy="6"/>
            </a:xfrm>
            <a:custGeom>
              <a:avLst/>
              <a:gdLst>
                <a:gd name="T0" fmla="*/ 0 w 2"/>
                <a:gd name="T1" fmla="*/ 8 h 3"/>
                <a:gd name="T2" fmla="*/ 0 w 2"/>
                <a:gd name="T3" fmla="*/ 16 h 3"/>
                <a:gd name="T4" fmla="*/ 8 w 2"/>
                <a:gd name="T5" fmla="*/ 24 h 3"/>
                <a:gd name="T6" fmla="*/ 16 w 2"/>
                <a:gd name="T7" fmla="*/ 8 h 3"/>
                <a:gd name="T8" fmla="*/ 8 w 2"/>
                <a:gd name="T9" fmla="*/ 0 h 3"/>
                <a:gd name="T10" fmla="*/ 0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3" name="Freeform 894">
              <a:extLst>
                <a:ext uri="{FF2B5EF4-FFF2-40B4-BE49-F238E27FC236}">
                  <a16:creationId xmlns:a16="http://schemas.microsoft.com/office/drawing/2014/main" id="{95952A45-3F07-4B01-B8D4-EF040F949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530"/>
              <a:ext cx="5" cy="6"/>
            </a:xfrm>
            <a:custGeom>
              <a:avLst/>
              <a:gdLst>
                <a:gd name="T0" fmla="*/ 13 w 3"/>
                <a:gd name="T1" fmla="*/ 0 h 3"/>
                <a:gd name="T2" fmla="*/ 13 w 3"/>
                <a:gd name="T3" fmla="*/ 8 h 3"/>
                <a:gd name="T4" fmla="*/ 8 w 3"/>
                <a:gd name="T5" fmla="*/ 16 h 3"/>
                <a:gd name="T6" fmla="*/ 5 w 3"/>
                <a:gd name="T7" fmla="*/ 24 h 3"/>
                <a:gd name="T8" fmla="*/ 0 w 3"/>
                <a:gd name="T9" fmla="*/ 16 h 3"/>
                <a:gd name="T10" fmla="*/ 8 w 3"/>
                <a:gd name="T11" fmla="*/ 16 h 3"/>
                <a:gd name="T12" fmla="*/ 13 w 3"/>
                <a:gd name="T13" fmla="*/ 8 h 3"/>
                <a:gd name="T14" fmla="*/ 13 w 3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4" name="Freeform 895">
              <a:extLst>
                <a:ext uri="{FF2B5EF4-FFF2-40B4-BE49-F238E27FC236}">
                  <a16:creationId xmlns:a16="http://schemas.microsoft.com/office/drawing/2014/main" id="{DFE65316-90EC-418A-AF89-CE9430B34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500"/>
              <a:ext cx="35" cy="37"/>
            </a:xfrm>
            <a:custGeom>
              <a:avLst/>
              <a:gdLst>
                <a:gd name="T0" fmla="*/ 112 w 19"/>
                <a:gd name="T1" fmla="*/ 104 h 20"/>
                <a:gd name="T2" fmla="*/ 96 w 19"/>
                <a:gd name="T3" fmla="*/ 126 h 20"/>
                <a:gd name="T4" fmla="*/ 81 w 19"/>
                <a:gd name="T5" fmla="*/ 120 h 20"/>
                <a:gd name="T6" fmla="*/ 68 w 19"/>
                <a:gd name="T7" fmla="*/ 120 h 20"/>
                <a:gd name="T8" fmla="*/ 52 w 19"/>
                <a:gd name="T9" fmla="*/ 120 h 20"/>
                <a:gd name="T10" fmla="*/ 31 w 19"/>
                <a:gd name="T11" fmla="*/ 113 h 20"/>
                <a:gd name="T12" fmla="*/ 24 w 19"/>
                <a:gd name="T13" fmla="*/ 96 h 20"/>
                <a:gd name="T14" fmla="*/ 7 w 19"/>
                <a:gd name="T15" fmla="*/ 89 h 20"/>
                <a:gd name="T16" fmla="*/ 7 w 19"/>
                <a:gd name="T17" fmla="*/ 68 h 20"/>
                <a:gd name="T18" fmla="*/ 0 w 19"/>
                <a:gd name="T19" fmla="*/ 44 h 20"/>
                <a:gd name="T20" fmla="*/ 13 w 19"/>
                <a:gd name="T21" fmla="*/ 31 h 20"/>
                <a:gd name="T22" fmla="*/ 24 w 19"/>
                <a:gd name="T23" fmla="*/ 20 h 20"/>
                <a:gd name="T24" fmla="*/ 68 w 19"/>
                <a:gd name="T25" fmla="*/ 7 h 20"/>
                <a:gd name="T26" fmla="*/ 81 w 19"/>
                <a:gd name="T27" fmla="*/ 24 h 20"/>
                <a:gd name="T28" fmla="*/ 98 w 19"/>
                <a:gd name="T29" fmla="*/ 37 h 20"/>
                <a:gd name="T30" fmla="*/ 98 w 19"/>
                <a:gd name="T31" fmla="*/ 52 h 20"/>
                <a:gd name="T32" fmla="*/ 112 w 19"/>
                <a:gd name="T33" fmla="*/ 57 h 20"/>
                <a:gd name="T34" fmla="*/ 118 w 19"/>
                <a:gd name="T35" fmla="*/ 76 h 20"/>
                <a:gd name="T36" fmla="*/ 112 w 19"/>
                <a:gd name="T37" fmla="*/ 104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18" y="16"/>
                  </a:moveTo>
                  <a:cubicBezTo>
                    <a:pt x="17" y="17"/>
                    <a:pt x="16" y="19"/>
                    <a:pt x="15" y="20"/>
                  </a:cubicBezTo>
                  <a:cubicBezTo>
                    <a:pt x="14" y="20"/>
                    <a:pt x="14" y="19"/>
                    <a:pt x="13" y="19"/>
                  </a:cubicBezTo>
                  <a:cubicBezTo>
                    <a:pt x="12" y="18"/>
                    <a:pt x="12" y="19"/>
                    <a:pt x="11" y="19"/>
                  </a:cubicBezTo>
                  <a:cubicBezTo>
                    <a:pt x="10" y="20"/>
                    <a:pt x="10" y="19"/>
                    <a:pt x="8" y="19"/>
                  </a:cubicBezTo>
                  <a:cubicBezTo>
                    <a:pt x="7" y="19"/>
                    <a:pt x="6" y="20"/>
                    <a:pt x="5" y="18"/>
                  </a:cubicBezTo>
                  <a:cubicBezTo>
                    <a:pt x="4" y="17"/>
                    <a:pt x="5" y="16"/>
                    <a:pt x="4" y="15"/>
                  </a:cubicBezTo>
                  <a:cubicBezTo>
                    <a:pt x="3" y="14"/>
                    <a:pt x="2" y="15"/>
                    <a:pt x="1" y="14"/>
                  </a:cubicBezTo>
                  <a:cubicBezTo>
                    <a:pt x="0" y="12"/>
                    <a:pt x="1" y="12"/>
                    <a:pt x="1" y="11"/>
                  </a:cubicBezTo>
                  <a:cubicBezTo>
                    <a:pt x="2" y="9"/>
                    <a:pt x="0" y="9"/>
                    <a:pt x="0" y="7"/>
                  </a:cubicBezTo>
                  <a:cubicBezTo>
                    <a:pt x="0" y="6"/>
                    <a:pt x="1" y="6"/>
                    <a:pt x="2" y="5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5" y="1"/>
                    <a:pt x="9" y="0"/>
                    <a:pt x="11" y="1"/>
                  </a:cubicBezTo>
                  <a:cubicBezTo>
                    <a:pt x="12" y="2"/>
                    <a:pt x="12" y="3"/>
                    <a:pt x="13" y="4"/>
                  </a:cubicBezTo>
                  <a:cubicBezTo>
                    <a:pt x="15" y="4"/>
                    <a:pt x="16" y="4"/>
                    <a:pt x="16" y="6"/>
                  </a:cubicBezTo>
                  <a:cubicBezTo>
                    <a:pt x="16" y="7"/>
                    <a:pt x="16" y="7"/>
                    <a:pt x="16" y="8"/>
                  </a:cubicBezTo>
                  <a:cubicBezTo>
                    <a:pt x="16" y="8"/>
                    <a:pt x="17" y="9"/>
                    <a:pt x="18" y="9"/>
                  </a:cubicBezTo>
                  <a:cubicBezTo>
                    <a:pt x="19" y="10"/>
                    <a:pt x="19" y="11"/>
                    <a:pt x="19" y="12"/>
                  </a:cubicBezTo>
                  <a:cubicBezTo>
                    <a:pt x="19" y="14"/>
                    <a:pt x="18" y="15"/>
                    <a:pt x="18" y="1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5" name="Freeform 896">
              <a:extLst>
                <a:ext uri="{FF2B5EF4-FFF2-40B4-BE49-F238E27FC236}">
                  <a16:creationId xmlns:a16="http://schemas.microsoft.com/office/drawing/2014/main" id="{2662D92A-53C9-49BB-BA86-3BB5E48A3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528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1"/>
                    <a:pt x="3" y="1"/>
                    <a:pt x="4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6" name="Freeform 897">
              <a:extLst>
                <a:ext uri="{FF2B5EF4-FFF2-40B4-BE49-F238E27FC236}">
                  <a16:creationId xmlns:a16="http://schemas.microsoft.com/office/drawing/2014/main" id="{E2C4C2DC-FD4A-4FA0-B722-35E8E7190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513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7" name="Freeform 898">
              <a:extLst>
                <a:ext uri="{FF2B5EF4-FFF2-40B4-BE49-F238E27FC236}">
                  <a16:creationId xmlns:a16="http://schemas.microsoft.com/office/drawing/2014/main" id="{13D3E02A-FDD0-449B-9BBA-6191EB561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513"/>
              <a:ext cx="13" cy="8"/>
            </a:xfrm>
            <a:custGeom>
              <a:avLst/>
              <a:gdLst>
                <a:gd name="T0" fmla="*/ 45 w 7"/>
                <a:gd name="T1" fmla="*/ 16 h 4"/>
                <a:gd name="T2" fmla="*/ 32 w 7"/>
                <a:gd name="T3" fmla="*/ 0 h 4"/>
                <a:gd name="T4" fmla="*/ 24 w 7"/>
                <a:gd name="T5" fmla="*/ 8 h 4"/>
                <a:gd name="T6" fmla="*/ 20 w 7"/>
                <a:gd name="T7" fmla="*/ 8 h 4"/>
                <a:gd name="T8" fmla="*/ 7 w 7"/>
                <a:gd name="T9" fmla="*/ 8 h 4"/>
                <a:gd name="T10" fmla="*/ 7 w 7"/>
                <a:gd name="T11" fmla="*/ 3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cubicBezTo>
                    <a:pt x="7" y="1"/>
                    <a:pt x="6" y="1"/>
                    <a:pt x="5" y="0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2" y="3"/>
                    <a:pt x="1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8" name="Freeform 899">
              <a:extLst>
                <a:ext uri="{FF2B5EF4-FFF2-40B4-BE49-F238E27FC236}">
                  <a16:creationId xmlns:a16="http://schemas.microsoft.com/office/drawing/2014/main" id="{0F72DC82-9905-4D9F-B114-A1D0E568F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521"/>
              <a:ext cx="4" cy="9"/>
            </a:xfrm>
            <a:custGeom>
              <a:avLst/>
              <a:gdLst>
                <a:gd name="T0" fmla="*/ 0 w 2"/>
                <a:gd name="T1" fmla="*/ 23 h 5"/>
                <a:gd name="T2" fmla="*/ 16 w 2"/>
                <a:gd name="T3" fmla="*/ 13 h 5"/>
                <a:gd name="T4" fmla="*/ 8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4"/>
                  </a:moveTo>
                  <a:cubicBezTo>
                    <a:pt x="1" y="5"/>
                    <a:pt x="2" y="3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9" name="Freeform 900">
              <a:extLst>
                <a:ext uri="{FF2B5EF4-FFF2-40B4-BE49-F238E27FC236}">
                  <a16:creationId xmlns:a16="http://schemas.microsoft.com/office/drawing/2014/main" id="{20EF26FB-5462-4213-B658-42D5E8CA8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749"/>
              <a:ext cx="54" cy="54"/>
            </a:xfrm>
            <a:custGeom>
              <a:avLst/>
              <a:gdLst>
                <a:gd name="T0" fmla="*/ 128 w 29"/>
                <a:gd name="T1" fmla="*/ 164 h 29"/>
                <a:gd name="T2" fmla="*/ 156 w 29"/>
                <a:gd name="T3" fmla="*/ 60 h 29"/>
                <a:gd name="T4" fmla="*/ 37 w 29"/>
                <a:gd name="T5" fmla="*/ 37 h 29"/>
                <a:gd name="T6" fmla="*/ 128 w 29"/>
                <a:gd name="T7" fmla="*/ 16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20" y="25"/>
                  </a:moveTo>
                  <a:cubicBezTo>
                    <a:pt x="27" y="23"/>
                    <a:pt x="29" y="16"/>
                    <a:pt x="24" y="9"/>
                  </a:cubicBezTo>
                  <a:cubicBezTo>
                    <a:pt x="20" y="2"/>
                    <a:pt x="12" y="0"/>
                    <a:pt x="6" y="6"/>
                  </a:cubicBezTo>
                  <a:cubicBezTo>
                    <a:pt x="0" y="12"/>
                    <a:pt x="8" y="29"/>
                    <a:pt x="20" y="2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10" name="Freeform 901">
              <a:extLst>
                <a:ext uri="{FF2B5EF4-FFF2-40B4-BE49-F238E27FC236}">
                  <a16:creationId xmlns:a16="http://schemas.microsoft.com/office/drawing/2014/main" id="{1851FA99-7776-4CA8-A578-A17340671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766"/>
              <a:ext cx="26" cy="22"/>
            </a:xfrm>
            <a:custGeom>
              <a:avLst/>
              <a:gdLst>
                <a:gd name="T0" fmla="*/ 76 w 14"/>
                <a:gd name="T1" fmla="*/ 7 h 12"/>
                <a:gd name="T2" fmla="*/ 84 w 14"/>
                <a:gd name="T3" fmla="*/ 44 h 12"/>
                <a:gd name="T4" fmla="*/ 52 w 14"/>
                <a:gd name="T5" fmla="*/ 68 h 12"/>
                <a:gd name="T6" fmla="*/ 13 w 14"/>
                <a:gd name="T7" fmla="*/ 51 h 12"/>
                <a:gd name="T8" fmla="*/ 7 w 14"/>
                <a:gd name="T9" fmla="*/ 0 h 12"/>
                <a:gd name="T10" fmla="*/ 7 w 14"/>
                <a:gd name="T11" fmla="*/ 0 h 12"/>
                <a:gd name="T12" fmla="*/ 13 w 14"/>
                <a:gd name="T13" fmla="*/ 51 h 12"/>
                <a:gd name="T14" fmla="*/ 52 w 14"/>
                <a:gd name="T15" fmla="*/ 68 h 12"/>
                <a:gd name="T16" fmla="*/ 89 w 14"/>
                <a:gd name="T17" fmla="*/ 44 h 12"/>
                <a:gd name="T18" fmla="*/ 76 w 14"/>
                <a:gd name="T19" fmla="*/ 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2">
                  <a:moveTo>
                    <a:pt x="12" y="1"/>
                  </a:moveTo>
                  <a:cubicBezTo>
                    <a:pt x="14" y="2"/>
                    <a:pt x="14" y="4"/>
                    <a:pt x="13" y="7"/>
                  </a:cubicBezTo>
                  <a:cubicBezTo>
                    <a:pt x="13" y="9"/>
                    <a:pt x="11" y="11"/>
                    <a:pt x="8" y="11"/>
                  </a:cubicBezTo>
                  <a:cubicBezTo>
                    <a:pt x="6" y="11"/>
                    <a:pt x="4" y="10"/>
                    <a:pt x="2" y="8"/>
                  </a:cubicBezTo>
                  <a:cubicBezTo>
                    <a:pt x="0" y="5"/>
                    <a:pt x="0" y="3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0"/>
                    <a:pt x="6" y="12"/>
                    <a:pt x="8" y="11"/>
                  </a:cubicBezTo>
                  <a:cubicBezTo>
                    <a:pt x="11" y="11"/>
                    <a:pt x="13" y="9"/>
                    <a:pt x="14" y="7"/>
                  </a:cubicBezTo>
                  <a:cubicBezTo>
                    <a:pt x="14" y="4"/>
                    <a:pt x="14" y="2"/>
                    <a:pt x="1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1" name="Freeform 902">
              <a:extLst>
                <a:ext uri="{FF2B5EF4-FFF2-40B4-BE49-F238E27FC236}">
                  <a16:creationId xmlns:a16="http://schemas.microsoft.com/office/drawing/2014/main" id="{1347D080-D296-4FAC-8537-25EEAEFE7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730"/>
              <a:ext cx="45" cy="51"/>
            </a:xfrm>
            <a:custGeom>
              <a:avLst/>
              <a:gdLst>
                <a:gd name="T0" fmla="*/ 120 w 24"/>
                <a:gd name="T1" fmla="*/ 21 h 27"/>
                <a:gd name="T2" fmla="*/ 73 w 24"/>
                <a:gd name="T3" fmla="*/ 0 h 27"/>
                <a:gd name="T4" fmla="*/ 28 w 24"/>
                <a:gd name="T5" fmla="*/ 108 h 27"/>
                <a:gd name="T6" fmla="*/ 128 w 24"/>
                <a:gd name="T7" fmla="*/ 176 h 27"/>
                <a:gd name="T8" fmla="*/ 158 w 24"/>
                <a:gd name="T9" fmla="*/ 121 h 27"/>
                <a:gd name="T10" fmla="*/ 137 w 24"/>
                <a:gd name="T11" fmla="*/ 60 h 27"/>
                <a:gd name="T12" fmla="*/ 120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3" y="0"/>
                    <a:pt x="0" y="8"/>
                    <a:pt x="4" y="16"/>
                  </a:cubicBezTo>
                  <a:cubicBezTo>
                    <a:pt x="7" y="23"/>
                    <a:pt x="15" y="27"/>
                    <a:pt x="19" y="26"/>
                  </a:cubicBezTo>
                  <a:cubicBezTo>
                    <a:pt x="23" y="24"/>
                    <a:pt x="24" y="21"/>
                    <a:pt x="24" y="18"/>
                  </a:cubicBezTo>
                  <a:cubicBezTo>
                    <a:pt x="24" y="14"/>
                    <a:pt x="22" y="11"/>
                    <a:pt x="21" y="9"/>
                  </a:cubicBezTo>
                  <a:cubicBezTo>
                    <a:pt x="20" y="7"/>
                    <a:pt x="19" y="4"/>
                    <a:pt x="18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12" name="Freeform 903">
              <a:extLst>
                <a:ext uri="{FF2B5EF4-FFF2-40B4-BE49-F238E27FC236}">
                  <a16:creationId xmlns:a16="http://schemas.microsoft.com/office/drawing/2014/main" id="{6C251E2C-BE60-494C-9A46-B6C779D19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741"/>
              <a:ext cx="17" cy="27"/>
            </a:xfrm>
            <a:custGeom>
              <a:avLst/>
              <a:gdLst>
                <a:gd name="T0" fmla="*/ 8 w 9"/>
                <a:gd name="T1" fmla="*/ 8 h 14"/>
                <a:gd name="T2" fmla="*/ 8 w 9"/>
                <a:gd name="T3" fmla="*/ 44 h 14"/>
                <a:gd name="T4" fmla="*/ 40 w 9"/>
                <a:gd name="T5" fmla="*/ 100 h 14"/>
                <a:gd name="T6" fmla="*/ 60 w 9"/>
                <a:gd name="T7" fmla="*/ 100 h 14"/>
                <a:gd name="T8" fmla="*/ 60 w 9"/>
                <a:gd name="T9" fmla="*/ 100 h 14"/>
                <a:gd name="T10" fmla="*/ 40 w 9"/>
                <a:gd name="T11" fmla="*/ 100 h 14"/>
                <a:gd name="T12" fmla="*/ 8 w 9"/>
                <a:gd name="T13" fmla="*/ 44 h 14"/>
                <a:gd name="T14" fmla="*/ 15 w 9"/>
                <a:gd name="T15" fmla="*/ 8 h 14"/>
                <a:gd name="T16" fmla="*/ 28 w 9"/>
                <a:gd name="T17" fmla="*/ 0 h 14"/>
                <a:gd name="T18" fmla="*/ 28 w 9"/>
                <a:gd name="T19" fmla="*/ 0 h 14"/>
                <a:gd name="T20" fmla="*/ 8 w 9"/>
                <a:gd name="T21" fmla="*/ 8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4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7" y="14"/>
                    <a:pt x="6" y="14"/>
                  </a:cubicBezTo>
                  <a:cubicBezTo>
                    <a:pt x="4" y="13"/>
                    <a:pt x="2" y="9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3" name="Freeform 904">
              <a:extLst>
                <a:ext uri="{FF2B5EF4-FFF2-40B4-BE49-F238E27FC236}">
                  <a16:creationId xmlns:a16="http://schemas.microsoft.com/office/drawing/2014/main" id="{AB0B5B08-9B47-4181-B6DE-8CB71E06B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723"/>
              <a:ext cx="56" cy="56"/>
            </a:xfrm>
            <a:custGeom>
              <a:avLst/>
              <a:gdLst>
                <a:gd name="T0" fmla="*/ 112 w 30"/>
                <a:gd name="T1" fmla="*/ 189 h 30"/>
                <a:gd name="T2" fmla="*/ 170 w 30"/>
                <a:gd name="T3" fmla="*/ 84 h 30"/>
                <a:gd name="T4" fmla="*/ 52 w 30"/>
                <a:gd name="T5" fmla="*/ 24 h 30"/>
                <a:gd name="T6" fmla="*/ 112 w 30"/>
                <a:gd name="T7" fmla="*/ 18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0">
                  <a:moveTo>
                    <a:pt x="17" y="29"/>
                  </a:moveTo>
                  <a:cubicBezTo>
                    <a:pt x="25" y="29"/>
                    <a:pt x="30" y="22"/>
                    <a:pt x="26" y="13"/>
                  </a:cubicBezTo>
                  <a:cubicBezTo>
                    <a:pt x="23" y="4"/>
                    <a:pt x="16" y="0"/>
                    <a:pt x="8" y="4"/>
                  </a:cubicBezTo>
                  <a:cubicBezTo>
                    <a:pt x="0" y="9"/>
                    <a:pt x="3" y="30"/>
                    <a:pt x="17" y="29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14" name="Freeform 905">
              <a:extLst>
                <a:ext uri="{FF2B5EF4-FFF2-40B4-BE49-F238E27FC236}">
                  <a16:creationId xmlns:a16="http://schemas.microsoft.com/office/drawing/2014/main" id="{E2AD6F1E-8DFD-4CA6-8A02-670FEE13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740"/>
              <a:ext cx="30" cy="26"/>
            </a:xfrm>
            <a:custGeom>
              <a:avLst/>
              <a:gdLst>
                <a:gd name="T0" fmla="*/ 99 w 16"/>
                <a:gd name="T1" fmla="*/ 24 h 14"/>
                <a:gd name="T2" fmla="*/ 92 w 16"/>
                <a:gd name="T3" fmla="*/ 65 h 14"/>
                <a:gd name="T4" fmla="*/ 45 w 16"/>
                <a:gd name="T5" fmla="*/ 89 h 14"/>
                <a:gd name="T6" fmla="*/ 15 w 16"/>
                <a:gd name="T7" fmla="*/ 52 h 14"/>
                <a:gd name="T8" fmla="*/ 21 w 16"/>
                <a:gd name="T9" fmla="*/ 0 h 14"/>
                <a:gd name="T10" fmla="*/ 21 w 16"/>
                <a:gd name="T11" fmla="*/ 0 h 14"/>
                <a:gd name="T12" fmla="*/ 8 w 16"/>
                <a:gd name="T13" fmla="*/ 52 h 14"/>
                <a:gd name="T14" fmla="*/ 45 w 16"/>
                <a:gd name="T15" fmla="*/ 89 h 14"/>
                <a:gd name="T16" fmla="*/ 92 w 16"/>
                <a:gd name="T17" fmla="*/ 69 h 14"/>
                <a:gd name="T18" fmla="*/ 99 w 16"/>
                <a:gd name="T19" fmla="*/ 2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5" y="4"/>
                  </a:moveTo>
                  <a:cubicBezTo>
                    <a:pt x="16" y="6"/>
                    <a:pt x="16" y="8"/>
                    <a:pt x="14" y="10"/>
                  </a:cubicBezTo>
                  <a:cubicBezTo>
                    <a:pt x="13" y="13"/>
                    <a:pt x="10" y="14"/>
                    <a:pt x="7" y="14"/>
                  </a:cubicBezTo>
                  <a:cubicBezTo>
                    <a:pt x="5" y="13"/>
                    <a:pt x="3" y="11"/>
                    <a:pt x="2" y="8"/>
                  </a:cubicBezTo>
                  <a:cubicBezTo>
                    <a:pt x="1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2" y="11"/>
                    <a:pt x="5" y="13"/>
                    <a:pt x="7" y="14"/>
                  </a:cubicBezTo>
                  <a:cubicBezTo>
                    <a:pt x="10" y="14"/>
                    <a:pt x="13" y="13"/>
                    <a:pt x="14" y="11"/>
                  </a:cubicBezTo>
                  <a:cubicBezTo>
                    <a:pt x="16" y="8"/>
                    <a:pt x="16" y="6"/>
                    <a:pt x="15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5" name="Freeform 906">
              <a:extLst>
                <a:ext uri="{FF2B5EF4-FFF2-40B4-BE49-F238E27FC236}">
                  <a16:creationId xmlns:a16="http://schemas.microsoft.com/office/drawing/2014/main" id="{E2135D50-8708-43A4-8CBC-AB8F34A36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99"/>
              <a:ext cx="53" cy="53"/>
            </a:xfrm>
            <a:custGeom>
              <a:avLst/>
              <a:gdLst>
                <a:gd name="T0" fmla="*/ 40 w 28"/>
                <a:gd name="T1" fmla="*/ 47 h 28"/>
                <a:gd name="T2" fmla="*/ 151 w 28"/>
                <a:gd name="T3" fmla="*/ 47 h 28"/>
                <a:gd name="T4" fmla="*/ 144 w 28"/>
                <a:gd name="T5" fmla="*/ 161 h 28"/>
                <a:gd name="T6" fmla="*/ 40 w 28"/>
                <a:gd name="T7" fmla="*/ 4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6" y="7"/>
                  </a:moveTo>
                  <a:cubicBezTo>
                    <a:pt x="9" y="0"/>
                    <a:pt x="17" y="1"/>
                    <a:pt x="22" y="7"/>
                  </a:cubicBezTo>
                  <a:cubicBezTo>
                    <a:pt x="27" y="13"/>
                    <a:pt x="28" y="20"/>
                    <a:pt x="21" y="24"/>
                  </a:cubicBezTo>
                  <a:cubicBezTo>
                    <a:pt x="14" y="28"/>
                    <a:pt x="0" y="16"/>
                    <a:pt x="6" y="7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16" name="Freeform 907">
              <a:extLst>
                <a:ext uri="{FF2B5EF4-FFF2-40B4-BE49-F238E27FC236}">
                  <a16:creationId xmlns:a16="http://schemas.microsoft.com/office/drawing/2014/main" id="{2C04987F-D931-4765-9E7F-81C8901F8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813"/>
              <a:ext cx="21" cy="26"/>
            </a:xfrm>
            <a:custGeom>
              <a:avLst/>
              <a:gdLst>
                <a:gd name="T0" fmla="*/ 76 w 11"/>
                <a:gd name="T1" fmla="*/ 20 h 14"/>
                <a:gd name="T2" fmla="*/ 40 w 11"/>
                <a:gd name="T3" fmla="*/ 7 h 14"/>
                <a:gd name="T4" fmla="*/ 8 w 11"/>
                <a:gd name="T5" fmla="*/ 24 h 14"/>
                <a:gd name="T6" fmla="*/ 21 w 11"/>
                <a:gd name="T7" fmla="*/ 69 h 14"/>
                <a:gd name="T8" fmla="*/ 69 w 11"/>
                <a:gd name="T9" fmla="*/ 89 h 14"/>
                <a:gd name="T10" fmla="*/ 69 w 11"/>
                <a:gd name="T11" fmla="*/ 89 h 14"/>
                <a:gd name="T12" fmla="*/ 21 w 11"/>
                <a:gd name="T13" fmla="*/ 69 h 14"/>
                <a:gd name="T14" fmla="*/ 8 w 11"/>
                <a:gd name="T15" fmla="*/ 24 h 14"/>
                <a:gd name="T16" fmla="*/ 40 w 11"/>
                <a:gd name="T17" fmla="*/ 0 h 14"/>
                <a:gd name="T18" fmla="*/ 76 w 11"/>
                <a:gd name="T19" fmla="*/ 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4">
                  <a:moveTo>
                    <a:pt x="11" y="3"/>
                  </a:moveTo>
                  <a:cubicBezTo>
                    <a:pt x="10" y="1"/>
                    <a:pt x="8" y="0"/>
                    <a:pt x="6" y="1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0" y="6"/>
                    <a:pt x="1" y="9"/>
                    <a:pt x="3" y="11"/>
                  </a:cubicBezTo>
                  <a:cubicBezTo>
                    <a:pt x="5" y="13"/>
                    <a:pt x="7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3"/>
                    <a:pt x="3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1" y="2"/>
                    <a:pt x="3" y="1"/>
                    <a:pt x="6" y="0"/>
                  </a:cubicBezTo>
                  <a:cubicBezTo>
                    <a:pt x="8" y="0"/>
                    <a:pt x="10" y="1"/>
                    <a:pt x="11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7" name="Freeform 908">
              <a:extLst>
                <a:ext uri="{FF2B5EF4-FFF2-40B4-BE49-F238E27FC236}">
                  <a16:creationId xmlns:a16="http://schemas.microsoft.com/office/drawing/2014/main" id="{C747D8F7-9139-402B-B868-15F7D8CE9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770"/>
              <a:ext cx="45" cy="50"/>
            </a:xfrm>
            <a:custGeom>
              <a:avLst/>
              <a:gdLst>
                <a:gd name="T0" fmla="*/ 120 w 24"/>
                <a:gd name="T1" fmla="*/ 20 h 27"/>
                <a:gd name="T2" fmla="*/ 73 w 24"/>
                <a:gd name="T3" fmla="*/ 0 h 27"/>
                <a:gd name="T4" fmla="*/ 28 w 24"/>
                <a:gd name="T5" fmla="*/ 104 h 27"/>
                <a:gd name="T6" fmla="*/ 128 w 24"/>
                <a:gd name="T7" fmla="*/ 165 h 27"/>
                <a:gd name="T8" fmla="*/ 158 w 24"/>
                <a:gd name="T9" fmla="*/ 113 h 27"/>
                <a:gd name="T10" fmla="*/ 137 w 24"/>
                <a:gd name="T11" fmla="*/ 57 h 27"/>
                <a:gd name="T12" fmla="*/ 120 w 24"/>
                <a:gd name="T13" fmla="*/ 2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3" y="0"/>
                    <a:pt x="0" y="8"/>
                    <a:pt x="4" y="16"/>
                  </a:cubicBezTo>
                  <a:cubicBezTo>
                    <a:pt x="7" y="24"/>
                    <a:pt x="15" y="27"/>
                    <a:pt x="19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1"/>
                    <a:pt x="21" y="9"/>
                  </a:cubicBezTo>
                  <a:cubicBezTo>
                    <a:pt x="20" y="7"/>
                    <a:pt x="19" y="5"/>
                    <a:pt x="18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18" name="Freeform 909">
              <a:extLst>
                <a:ext uri="{FF2B5EF4-FFF2-40B4-BE49-F238E27FC236}">
                  <a16:creationId xmlns:a16="http://schemas.microsoft.com/office/drawing/2014/main" id="{915346F6-7CC6-4B20-B0F7-256C61B01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781"/>
              <a:ext cx="17" cy="28"/>
            </a:xfrm>
            <a:custGeom>
              <a:avLst/>
              <a:gdLst>
                <a:gd name="T0" fmla="*/ 8 w 9"/>
                <a:gd name="T1" fmla="*/ 7 h 15"/>
                <a:gd name="T2" fmla="*/ 8 w 9"/>
                <a:gd name="T3" fmla="*/ 39 h 15"/>
                <a:gd name="T4" fmla="*/ 40 w 9"/>
                <a:gd name="T5" fmla="*/ 91 h 15"/>
                <a:gd name="T6" fmla="*/ 60 w 9"/>
                <a:gd name="T7" fmla="*/ 91 h 15"/>
                <a:gd name="T8" fmla="*/ 60 w 9"/>
                <a:gd name="T9" fmla="*/ 91 h 15"/>
                <a:gd name="T10" fmla="*/ 40 w 9"/>
                <a:gd name="T11" fmla="*/ 91 h 15"/>
                <a:gd name="T12" fmla="*/ 8 w 9"/>
                <a:gd name="T13" fmla="*/ 39 h 15"/>
                <a:gd name="T14" fmla="*/ 15 w 9"/>
                <a:gd name="T15" fmla="*/ 7 h 15"/>
                <a:gd name="T16" fmla="*/ 28 w 9"/>
                <a:gd name="T17" fmla="*/ 7 h 15"/>
                <a:gd name="T18" fmla="*/ 28 w 9"/>
                <a:gd name="T19" fmla="*/ 7 h 15"/>
                <a:gd name="T20" fmla="*/ 8 w 9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5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9" name="Freeform 910">
              <a:extLst>
                <a:ext uri="{FF2B5EF4-FFF2-40B4-BE49-F238E27FC236}">
                  <a16:creationId xmlns:a16="http://schemas.microsoft.com/office/drawing/2014/main" id="{681F642A-5287-44D8-BE76-272CFB467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816"/>
              <a:ext cx="45" cy="53"/>
            </a:xfrm>
            <a:custGeom>
              <a:avLst/>
              <a:gdLst>
                <a:gd name="T0" fmla="*/ 120 w 24"/>
                <a:gd name="T1" fmla="*/ 28 h 28"/>
                <a:gd name="T2" fmla="*/ 73 w 24"/>
                <a:gd name="T3" fmla="*/ 0 h 28"/>
                <a:gd name="T4" fmla="*/ 28 w 24"/>
                <a:gd name="T5" fmla="*/ 108 h 28"/>
                <a:gd name="T6" fmla="*/ 128 w 24"/>
                <a:gd name="T7" fmla="*/ 176 h 28"/>
                <a:gd name="T8" fmla="*/ 158 w 24"/>
                <a:gd name="T9" fmla="*/ 121 h 28"/>
                <a:gd name="T10" fmla="*/ 137 w 24"/>
                <a:gd name="T11" fmla="*/ 68 h 28"/>
                <a:gd name="T12" fmla="*/ 120 w 24"/>
                <a:gd name="T13" fmla="*/ 2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8" y="4"/>
                  </a:moveTo>
                  <a:cubicBezTo>
                    <a:pt x="16" y="2"/>
                    <a:pt x="13" y="0"/>
                    <a:pt x="11" y="0"/>
                  </a:cubicBezTo>
                  <a:cubicBezTo>
                    <a:pt x="3" y="0"/>
                    <a:pt x="0" y="9"/>
                    <a:pt x="4" y="16"/>
                  </a:cubicBezTo>
                  <a:cubicBezTo>
                    <a:pt x="7" y="24"/>
                    <a:pt x="15" y="28"/>
                    <a:pt x="19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2"/>
                    <a:pt x="21" y="10"/>
                  </a:cubicBezTo>
                  <a:cubicBezTo>
                    <a:pt x="20" y="8"/>
                    <a:pt x="19" y="5"/>
                    <a:pt x="18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20" name="Freeform 911">
              <a:extLst>
                <a:ext uri="{FF2B5EF4-FFF2-40B4-BE49-F238E27FC236}">
                  <a16:creationId xmlns:a16="http://schemas.microsoft.com/office/drawing/2014/main" id="{C68992C2-5B59-4976-A494-BBE70D5AC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829"/>
              <a:ext cx="17" cy="27"/>
            </a:xfrm>
            <a:custGeom>
              <a:avLst/>
              <a:gdLst>
                <a:gd name="T0" fmla="*/ 8 w 9"/>
                <a:gd name="T1" fmla="*/ 0 h 14"/>
                <a:gd name="T2" fmla="*/ 8 w 9"/>
                <a:gd name="T3" fmla="*/ 44 h 14"/>
                <a:gd name="T4" fmla="*/ 40 w 9"/>
                <a:gd name="T5" fmla="*/ 93 h 14"/>
                <a:gd name="T6" fmla="*/ 60 w 9"/>
                <a:gd name="T7" fmla="*/ 100 h 14"/>
                <a:gd name="T8" fmla="*/ 60 w 9"/>
                <a:gd name="T9" fmla="*/ 100 h 14"/>
                <a:gd name="T10" fmla="*/ 40 w 9"/>
                <a:gd name="T11" fmla="*/ 93 h 14"/>
                <a:gd name="T12" fmla="*/ 8 w 9"/>
                <a:gd name="T13" fmla="*/ 44 h 14"/>
                <a:gd name="T14" fmla="*/ 15 w 9"/>
                <a:gd name="T15" fmla="*/ 0 h 14"/>
                <a:gd name="T16" fmla="*/ 28 w 9"/>
                <a:gd name="T17" fmla="*/ 0 h 14"/>
                <a:gd name="T18" fmla="*/ 28 w 9"/>
                <a:gd name="T19" fmla="*/ 0 h 14"/>
                <a:gd name="T20" fmla="*/ 8 w 9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cubicBezTo>
                    <a:pt x="0" y="1"/>
                    <a:pt x="0" y="3"/>
                    <a:pt x="1" y="6"/>
                  </a:cubicBezTo>
                  <a:cubicBezTo>
                    <a:pt x="2" y="9"/>
                    <a:pt x="4" y="12"/>
                    <a:pt x="6" y="13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7" y="14"/>
                    <a:pt x="6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1" name="Freeform 912">
              <a:extLst>
                <a:ext uri="{FF2B5EF4-FFF2-40B4-BE49-F238E27FC236}">
                  <a16:creationId xmlns:a16="http://schemas.microsoft.com/office/drawing/2014/main" id="{885E687B-8E2B-45F7-879D-C761075B8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62"/>
              <a:ext cx="54" cy="54"/>
            </a:xfrm>
            <a:custGeom>
              <a:avLst/>
              <a:gdLst>
                <a:gd name="T0" fmla="*/ 128 w 29"/>
                <a:gd name="T1" fmla="*/ 164 h 29"/>
                <a:gd name="T2" fmla="*/ 156 w 29"/>
                <a:gd name="T3" fmla="*/ 52 h 29"/>
                <a:gd name="T4" fmla="*/ 37 w 29"/>
                <a:gd name="T5" fmla="*/ 37 h 29"/>
                <a:gd name="T6" fmla="*/ 128 w 29"/>
                <a:gd name="T7" fmla="*/ 16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20" y="25"/>
                  </a:moveTo>
                  <a:cubicBezTo>
                    <a:pt x="27" y="23"/>
                    <a:pt x="29" y="15"/>
                    <a:pt x="24" y="8"/>
                  </a:cubicBezTo>
                  <a:cubicBezTo>
                    <a:pt x="19" y="1"/>
                    <a:pt x="12" y="0"/>
                    <a:pt x="6" y="6"/>
                  </a:cubicBezTo>
                  <a:cubicBezTo>
                    <a:pt x="0" y="11"/>
                    <a:pt x="8" y="29"/>
                    <a:pt x="20" y="2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22" name="Freeform 913">
              <a:extLst>
                <a:ext uri="{FF2B5EF4-FFF2-40B4-BE49-F238E27FC236}">
                  <a16:creationId xmlns:a16="http://schemas.microsoft.com/office/drawing/2014/main" id="{B21ABEBE-4321-45DD-A055-814AA8FA5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779"/>
              <a:ext cx="26" cy="20"/>
            </a:xfrm>
            <a:custGeom>
              <a:avLst/>
              <a:gdLst>
                <a:gd name="T0" fmla="*/ 76 w 14"/>
                <a:gd name="T1" fmla="*/ 0 h 11"/>
                <a:gd name="T2" fmla="*/ 84 w 14"/>
                <a:gd name="T3" fmla="*/ 36 h 11"/>
                <a:gd name="T4" fmla="*/ 52 w 14"/>
                <a:gd name="T5" fmla="*/ 65 h 11"/>
                <a:gd name="T6" fmla="*/ 13 w 14"/>
                <a:gd name="T7" fmla="*/ 44 h 11"/>
                <a:gd name="T8" fmla="*/ 7 w 14"/>
                <a:gd name="T9" fmla="*/ 0 h 11"/>
                <a:gd name="T10" fmla="*/ 7 w 14"/>
                <a:gd name="T11" fmla="*/ 0 h 11"/>
                <a:gd name="T12" fmla="*/ 13 w 14"/>
                <a:gd name="T13" fmla="*/ 44 h 11"/>
                <a:gd name="T14" fmla="*/ 52 w 14"/>
                <a:gd name="T15" fmla="*/ 65 h 11"/>
                <a:gd name="T16" fmla="*/ 89 w 14"/>
                <a:gd name="T17" fmla="*/ 36 h 11"/>
                <a:gd name="T18" fmla="*/ 76 w 14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14" y="2"/>
                    <a:pt x="14" y="4"/>
                    <a:pt x="13" y="6"/>
                  </a:cubicBezTo>
                  <a:cubicBezTo>
                    <a:pt x="12" y="9"/>
                    <a:pt x="10" y="11"/>
                    <a:pt x="8" y="11"/>
                  </a:cubicBezTo>
                  <a:cubicBezTo>
                    <a:pt x="6" y="11"/>
                    <a:pt x="4" y="9"/>
                    <a:pt x="2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10"/>
                    <a:pt x="6" y="11"/>
                    <a:pt x="8" y="11"/>
                  </a:cubicBezTo>
                  <a:cubicBezTo>
                    <a:pt x="11" y="11"/>
                    <a:pt x="13" y="9"/>
                    <a:pt x="14" y="6"/>
                  </a:cubicBezTo>
                  <a:cubicBezTo>
                    <a:pt x="14" y="4"/>
                    <a:pt x="14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3" name="Freeform 914">
              <a:extLst>
                <a:ext uri="{FF2B5EF4-FFF2-40B4-BE49-F238E27FC236}">
                  <a16:creationId xmlns:a16="http://schemas.microsoft.com/office/drawing/2014/main" id="{997F7A4C-932C-4938-9D77-67715380F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886"/>
              <a:ext cx="43" cy="41"/>
            </a:xfrm>
            <a:custGeom>
              <a:avLst/>
              <a:gdLst>
                <a:gd name="T0" fmla="*/ 105 w 23"/>
                <a:gd name="T1" fmla="*/ 121 h 22"/>
                <a:gd name="T2" fmla="*/ 125 w 23"/>
                <a:gd name="T3" fmla="*/ 45 h 22"/>
                <a:gd name="T4" fmla="*/ 32 w 23"/>
                <a:gd name="T5" fmla="*/ 24 h 22"/>
                <a:gd name="T6" fmla="*/ 105 w 23"/>
                <a:gd name="T7" fmla="*/ 12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16" y="19"/>
                  </a:moveTo>
                  <a:cubicBezTo>
                    <a:pt x="21" y="18"/>
                    <a:pt x="23" y="12"/>
                    <a:pt x="19" y="7"/>
                  </a:cubicBezTo>
                  <a:cubicBezTo>
                    <a:pt x="15" y="1"/>
                    <a:pt x="10" y="0"/>
                    <a:pt x="5" y="4"/>
                  </a:cubicBezTo>
                  <a:cubicBezTo>
                    <a:pt x="0" y="9"/>
                    <a:pt x="6" y="22"/>
                    <a:pt x="16" y="19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24" name="Freeform 915">
              <a:extLst>
                <a:ext uri="{FF2B5EF4-FFF2-40B4-BE49-F238E27FC236}">
                  <a16:creationId xmlns:a16="http://schemas.microsoft.com/office/drawing/2014/main" id="{54F7FAC6-0918-428E-AFE6-2B6E6EDDF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899"/>
              <a:ext cx="23" cy="17"/>
            </a:xfrm>
            <a:custGeom>
              <a:avLst/>
              <a:gdLst>
                <a:gd name="T0" fmla="*/ 69 w 12"/>
                <a:gd name="T1" fmla="*/ 0 h 9"/>
                <a:gd name="T2" fmla="*/ 77 w 12"/>
                <a:gd name="T3" fmla="*/ 32 h 9"/>
                <a:gd name="T4" fmla="*/ 48 w 12"/>
                <a:gd name="T5" fmla="*/ 53 h 9"/>
                <a:gd name="T6" fmla="*/ 15 w 12"/>
                <a:gd name="T7" fmla="*/ 40 h 9"/>
                <a:gd name="T8" fmla="*/ 8 w 12"/>
                <a:gd name="T9" fmla="*/ 0 h 9"/>
                <a:gd name="T10" fmla="*/ 8 w 12"/>
                <a:gd name="T11" fmla="*/ 0 h 9"/>
                <a:gd name="T12" fmla="*/ 15 w 12"/>
                <a:gd name="T13" fmla="*/ 40 h 9"/>
                <a:gd name="T14" fmla="*/ 48 w 12"/>
                <a:gd name="T15" fmla="*/ 60 h 9"/>
                <a:gd name="T16" fmla="*/ 77 w 12"/>
                <a:gd name="T17" fmla="*/ 32 h 9"/>
                <a:gd name="T18" fmla="*/ 69 w 12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cubicBezTo>
                    <a:pt x="11" y="1"/>
                    <a:pt x="11" y="3"/>
                    <a:pt x="11" y="5"/>
                  </a:cubicBezTo>
                  <a:cubicBezTo>
                    <a:pt x="10" y="7"/>
                    <a:pt x="9" y="8"/>
                    <a:pt x="7" y="8"/>
                  </a:cubicBezTo>
                  <a:cubicBezTo>
                    <a:pt x="5" y="9"/>
                    <a:pt x="3" y="8"/>
                    <a:pt x="2" y="6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1" y="4"/>
                    <a:pt x="2" y="6"/>
                  </a:cubicBezTo>
                  <a:cubicBezTo>
                    <a:pt x="3" y="8"/>
                    <a:pt x="5" y="9"/>
                    <a:pt x="7" y="9"/>
                  </a:cubicBezTo>
                  <a:cubicBezTo>
                    <a:pt x="9" y="8"/>
                    <a:pt x="10" y="7"/>
                    <a:pt x="11" y="5"/>
                  </a:cubicBezTo>
                  <a:cubicBezTo>
                    <a:pt x="12" y="3"/>
                    <a:pt x="11" y="2"/>
                    <a:pt x="1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5" name="Freeform 916">
              <a:extLst>
                <a:ext uri="{FF2B5EF4-FFF2-40B4-BE49-F238E27FC236}">
                  <a16:creationId xmlns:a16="http://schemas.microsoft.com/office/drawing/2014/main" id="{08F5A73A-3727-4E36-A747-3FEB6CB4B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998"/>
              <a:ext cx="37" cy="37"/>
            </a:xfrm>
            <a:custGeom>
              <a:avLst/>
              <a:gdLst>
                <a:gd name="T0" fmla="*/ 120 w 20"/>
                <a:gd name="T1" fmla="*/ 104 h 20"/>
                <a:gd name="T2" fmla="*/ 96 w 20"/>
                <a:gd name="T3" fmla="*/ 120 h 20"/>
                <a:gd name="T4" fmla="*/ 89 w 20"/>
                <a:gd name="T5" fmla="*/ 120 h 20"/>
                <a:gd name="T6" fmla="*/ 76 w 20"/>
                <a:gd name="T7" fmla="*/ 120 h 20"/>
                <a:gd name="T8" fmla="*/ 57 w 20"/>
                <a:gd name="T9" fmla="*/ 120 h 20"/>
                <a:gd name="T10" fmla="*/ 37 w 20"/>
                <a:gd name="T11" fmla="*/ 113 h 20"/>
                <a:gd name="T12" fmla="*/ 31 w 20"/>
                <a:gd name="T13" fmla="*/ 96 h 20"/>
                <a:gd name="T14" fmla="*/ 13 w 20"/>
                <a:gd name="T15" fmla="*/ 89 h 20"/>
                <a:gd name="T16" fmla="*/ 13 w 20"/>
                <a:gd name="T17" fmla="*/ 65 h 20"/>
                <a:gd name="T18" fmla="*/ 7 w 20"/>
                <a:gd name="T19" fmla="*/ 44 h 20"/>
                <a:gd name="T20" fmla="*/ 20 w 20"/>
                <a:gd name="T21" fmla="*/ 31 h 20"/>
                <a:gd name="T22" fmla="*/ 31 w 20"/>
                <a:gd name="T23" fmla="*/ 20 h 20"/>
                <a:gd name="T24" fmla="*/ 68 w 20"/>
                <a:gd name="T25" fmla="*/ 7 h 20"/>
                <a:gd name="T26" fmla="*/ 89 w 20"/>
                <a:gd name="T27" fmla="*/ 20 h 20"/>
                <a:gd name="T28" fmla="*/ 105 w 20"/>
                <a:gd name="T29" fmla="*/ 37 h 20"/>
                <a:gd name="T30" fmla="*/ 105 w 20"/>
                <a:gd name="T31" fmla="*/ 52 h 20"/>
                <a:gd name="T32" fmla="*/ 113 w 20"/>
                <a:gd name="T33" fmla="*/ 57 h 20"/>
                <a:gd name="T34" fmla="*/ 120 w 20"/>
                <a:gd name="T35" fmla="*/ 76 h 20"/>
                <a:gd name="T36" fmla="*/ 120 w 20"/>
                <a:gd name="T37" fmla="*/ 104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20">
                  <a:moveTo>
                    <a:pt x="19" y="16"/>
                  </a:moveTo>
                  <a:cubicBezTo>
                    <a:pt x="18" y="17"/>
                    <a:pt x="16" y="19"/>
                    <a:pt x="15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" y="18"/>
                    <a:pt x="13" y="19"/>
                    <a:pt x="12" y="19"/>
                  </a:cubicBezTo>
                  <a:cubicBezTo>
                    <a:pt x="11" y="20"/>
                    <a:pt x="10" y="19"/>
                    <a:pt x="9" y="19"/>
                  </a:cubicBezTo>
                  <a:cubicBezTo>
                    <a:pt x="8" y="19"/>
                    <a:pt x="7" y="20"/>
                    <a:pt x="6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4" y="14"/>
                    <a:pt x="3" y="15"/>
                    <a:pt x="2" y="14"/>
                  </a:cubicBezTo>
                  <a:cubicBezTo>
                    <a:pt x="0" y="12"/>
                    <a:pt x="2" y="12"/>
                    <a:pt x="2" y="10"/>
                  </a:cubicBezTo>
                  <a:cubicBezTo>
                    <a:pt x="2" y="9"/>
                    <a:pt x="1" y="8"/>
                    <a:pt x="1" y="7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4" y="4"/>
                    <a:pt x="4" y="4"/>
                    <a:pt x="5" y="3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5" y="4"/>
                    <a:pt x="16" y="4"/>
                    <a:pt x="17" y="6"/>
                  </a:cubicBezTo>
                  <a:cubicBezTo>
                    <a:pt x="17" y="6"/>
                    <a:pt x="16" y="7"/>
                    <a:pt x="17" y="8"/>
                  </a:cubicBezTo>
                  <a:cubicBezTo>
                    <a:pt x="17" y="8"/>
                    <a:pt x="18" y="8"/>
                    <a:pt x="18" y="9"/>
                  </a:cubicBezTo>
                  <a:cubicBezTo>
                    <a:pt x="20" y="10"/>
                    <a:pt x="20" y="11"/>
                    <a:pt x="19" y="12"/>
                  </a:cubicBezTo>
                  <a:cubicBezTo>
                    <a:pt x="19" y="13"/>
                    <a:pt x="19" y="15"/>
                    <a:pt x="19" y="16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6" name="Freeform 917">
              <a:extLst>
                <a:ext uri="{FF2B5EF4-FFF2-40B4-BE49-F238E27FC236}">
                  <a16:creationId xmlns:a16="http://schemas.microsoft.com/office/drawing/2014/main" id="{932CB84B-A478-4900-A3DA-F4DA1B59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007"/>
              <a:ext cx="15" cy="17"/>
            </a:xfrm>
            <a:custGeom>
              <a:avLst/>
              <a:gdLst>
                <a:gd name="T0" fmla="*/ 21 w 8"/>
                <a:gd name="T1" fmla="*/ 0 h 9"/>
                <a:gd name="T2" fmla="*/ 8 w 8"/>
                <a:gd name="T3" fmla="*/ 15 h 9"/>
                <a:gd name="T4" fmla="*/ 8 w 8"/>
                <a:gd name="T5" fmla="*/ 32 h 9"/>
                <a:gd name="T6" fmla="*/ 8 w 8"/>
                <a:gd name="T7" fmla="*/ 47 h 9"/>
                <a:gd name="T8" fmla="*/ 21 w 8"/>
                <a:gd name="T9" fmla="*/ 60 h 9"/>
                <a:gd name="T10" fmla="*/ 15 w 8"/>
                <a:gd name="T11" fmla="*/ 40 h 9"/>
                <a:gd name="T12" fmla="*/ 32 w 8"/>
                <a:gd name="T13" fmla="*/ 28 h 9"/>
                <a:gd name="T14" fmla="*/ 39 w 8"/>
                <a:gd name="T15" fmla="*/ 15 h 9"/>
                <a:gd name="T16" fmla="*/ 53 w 8"/>
                <a:gd name="T17" fmla="*/ 15 h 9"/>
                <a:gd name="T18" fmla="*/ 39 w 8"/>
                <a:gd name="T19" fmla="*/ 8 h 9"/>
                <a:gd name="T20" fmla="*/ 15 w 8"/>
                <a:gd name="T21" fmla="*/ 15 h 9"/>
                <a:gd name="T22" fmla="*/ 21 w 8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2" y="9"/>
                    <a:pt x="2" y="7"/>
                    <a:pt x="2" y="6"/>
                  </a:cubicBezTo>
                  <a:cubicBezTo>
                    <a:pt x="2" y="5"/>
                    <a:pt x="4" y="5"/>
                    <a:pt x="5" y="4"/>
                  </a:cubicBezTo>
                  <a:cubicBezTo>
                    <a:pt x="5" y="3"/>
                    <a:pt x="5" y="3"/>
                    <a:pt x="6" y="2"/>
                  </a:cubicBezTo>
                  <a:cubicBezTo>
                    <a:pt x="7" y="2"/>
                    <a:pt x="7" y="2"/>
                    <a:pt x="8" y="2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5" y="1"/>
                    <a:pt x="3" y="3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7" name="Freeform 918">
              <a:extLst>
                <a:ext uri="{FF2B5EF4-FFF2-40B4-BE49-F238E27FC236}">
                  <a16:creationId xmlns:a16="http://schemas.microsoft.com/office/drawing/2014/main" id="{C3D7EF80-1FF4-490B-864E-408ABEFE5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3028"/>
              <a:ext cx="11" cy="5"/>
            </a:xfrm>
            <a:custGeom>
              <a:avLst/>
              <a:gdLst>
                <a:gd name="T0" fmla="*/ 0 w 6"/>
                <a:gd name="T1" fmla="*/ 0 h 3"/>
                <a:gd name="T2" fmla="*/ 0 w 6"/>
                <a:gd name="T3" fmla="*/ 8 h 3"/>
                <a:gd name="T4" fmla="*/ 13 w 6"/>
                <a:gd name="T5" fmla="*/ 13 h 3"/>
                <a:gd name="T6" fmla="*/ 37 w 6"/>
                <a:gd name="T7" fmla="*/ 8 h 3"/>
                <a:gd name="T8" fmla="*/ 24 w 6"/>
                <a:gd name="T9" fmla="*/ 8 h 3"/>
                <a:gd name="T10" fmla="*/ 20 w 6"/>
                <a:gd name="T11" fmla="*/ 8 h 3"/>
                <a:gd name="T12" fmla="*/ 7 w 6"/>
                <a:gd name="T13" fmla="*/ 5 h 3"/>
                <a:gd name="T14" fmla="*/ 0 w 6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4" y="2"/>
                    <a:pt x="5" y="3"/>
                    <a:pt x="6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8" name="Freeform 919">
              <a:extLst>
                <a:ext uri="{FF2B5EF4-FFF2-40B4-BE49-F238E27FC236}">
                  <a16:creationId xmlns:a16="http://schemas.microsoft.com/office/drawing/2014/main" id="{8660922B-C3A0-4749-A34C-973EED23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022"/>
              <a:ext cx="9" cy="11"/>
            </a:xfrm>
            <a:custGeom>
              <a:avLst/>
              <a:gdLst>
                <a:gd name="T0" fmla="*/ 29 w 5"/>
                <a:gd name="T1" fmla="*/ 7 h 6"/>
                <a:gd name="T2" fmla="*/ 16 w 5"/>
                <a:gd name="T3" fmla="*/ 24 h 6"/>
                <a:gd name="T4" fmla="*/ 7 w 5"/>
                <a:gd name="T5" fmla="*/ 37 h 6"/>
                <a:gd name="T6" fmla="*/ 0 w 5"/>
                <a:gd name="T7" fmla="*/ 31 h 6"/>
                <a:gd name="T8" fmla="*/ 16 w 5"/>
                <a:gd name="T9" fmla="*/ 20 h 6"/>
                <a:gd name="T10" fmla="*/ 23 w 5"/>
                <a:gd name="T11" fmla="*/ 13 h 6"/>
                <a:gd name="T12" fmla="*/ 29 w 5"/>
                <a:gd name="T13" fmla="*/ 0 h 6"/>
                <a:gd name="T14" fmla="*/ 29 w 5"/>
                <a:gd name="T15" fmla="*/ 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4" y="3"/>
                    <a:pt x="4" y="3"/>
                    <a:pt x="3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1" y="5"/>
                    <a:pt x="2" y="4"/>
                    <a:pt x="3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5" y="0"/>
                    <a:pt x="5" y="1"/>
                    <a:pt x="5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9" name="Freeform 920">
              <a:extLst>
                <a:ext uri="{FF2B5EF4-FFF2-40B4-BE49-F238E27FC236}">
                  <a16:creationId xmlns:a16="http://schemas.microsoft.com/office/drawing/2014/main" id="{CA1A4594-6409-4B94-B884-0D8858F7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013"/>
              <a:ext cx="3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8 w 2"/>
                <a:gd name="T5" fmla="*/ 16 h 2"/>
                <a:gd name="T6" fmla="*/ 5 w 2"/>
                <a:gd name="T7" fmla="*/ 16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0" name="Freeform 921">
              <a:extLst>
                <a:ext uri="{FF2B5EF4-FFF2-40B4-BE49-F238E27FC236}">
                  <a16:creationId xmlns:a16="http://schemas.microsoft.com/office/drawing/2014/main" id="{4FCF56E5-7F83-4A02-BF68-4E73860E6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020"/>
              <a:ext cx="6" cy="8"/>
            </a:xfrm>
            <a:custGeom>
              <a:avLst/>
              <a:gdLst>
                <a:gd name="T0" fmla="*/ 16 w 3"/>
                <a:gd name="T1" fmla="*/ 8 h 4"/>
                <a:gd name="T2" fmla="*/ 16 w 3"/>
                <a:gd name="T3" fmla="*/ 16 h 4"/>
                <a:gd name="T4" fmla="*/ 0 w 3"/>
                <a:gd name="T5" fmla="*/ 24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1" name="Freeform 922">
              <a:extLst>
                <a:ext uri="{FF2B5EF4-FFF2-40B4-BE49-F238E27FC236}">
                  <a16:creationId xmlns:a16="http://schemas.microsoft.com/office/drawing/2014/main" id="{FB518B6A-4E4B-4C33-AA10-A830D5E32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011"/>
              <a:ext cx="6" cy="7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16 h 4"/>
                <a:gd name="T4" fmla="*/ 8 w 3"/>
                <a:gd name="T5" fmla="*/ 21 h 4"/>
                <a:gd name="T6" fmla="*/ 8 w 3"/>
                <a:gd name="T7" fmla="*/ 16 h 4"/>
                <a:gd name="T8" fmla="*/ 8 w 3"/>
                <a:gd name="T9" fmla="*/ 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2"/>
                    <a:pt x="3" y="2"/>
                    <a:pt x="3" y="3"/>
                  </a:cubicBezTo>
                  <a:cubicBezTo>
                    <a:pt x="3" y="4"/>
                    <a:pt x="1" y="4"/>
                    <a:pt x="1" y="4"/>
                  </a:cubicBezTo>
                  <a:cubicBezTo>
                    <a:pt x="1" y="4"/>
                    <a:pt x="2" y="4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2" name="Freeform 923">
              <a:extLst>
                <a:ext uri="{FF2B5EF4-FFF2-40B4-BE49-F238E27FC236}">
                  <a16:creationId xmlns:a16="http://schemas.microsoft.com/office/drawing/2014/main" id="{C751FEF1-B7D8-40D7-A9BA-555E580D3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000"/>
              <a:ext cx="15" cy="7"/>
            </a:xfrm>
            <a:custGeom>
              <a:avLst/>
              <a:gdLst>
                <a:gd name="T0" fmla="*/ 0 w 8"/>
                <a:gd name="T1" fmla="*/ 7 h 4"/>
                <a:gd name="T2" fmla="*/ 32 w 8"/>
                <a:gd name="T3" fmla="*/ 7 h 4"/>
                <a:gd name="T4" fmla="*/ 39 w 8"/>
                <a:gd name="T5" fmla="*/ 16 h 4"/>
                <a:gd name="T6" fmla="*/ 53 w 8"/>
                <a:gd name="T7" fmla="*/ 21 h 4"/>
                <a:gd name="T8" fmla="*/ 53 w 8"/>
                <a:gd name="T9" fmla="*/ 21 h 4"/>
                <a:gd name="T10" fmla="*/ 39 w 8"/>
                <a:gd name="T11" fmla="*/ 16 h 4"/>
                <a:gd name="T12" fmla="*/ 28 w 8"/>
                <a:gd name="T13" fmla="*/ 12 h 4"/>
                <a:gd name="T14" fmla="*/ 0 w 8"/>
                <a:gd name="T15" fmla="*/ 7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7" y="3"/>
                    <a:pt x="8" y="3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5" y="3"/>
                    <a:pt x="5" y="2"/>
                    <a:pt x="4" y="2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3" name="Freeform 924">
              <a:extLst>
                <a:ext uri="{FF2B5EF4-FFF2-40B4-BE49-F238E27FC236}">
                  <a16:creationId xmlns:a16="http://schemas.microsoft.com/office/drawing/2014/main" id="{C9712D3A-E1B4-4663-B005-069AABE3E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013"/>
              <a:ext cx="7" cy="2"/>
            </a:xfrm>
            <a:custGeom>
              <a:avLst/>
              <a:gdLst>
                <a:gd name="T0" fmla="*/ 21 w 4"/>
                <a:gd name="T1" fmla="*/ 0 h 1"/>
                <a:gd name="T2" fmla="*/ 21 w 4"/>
                <a:gd name="T3" fmla="*/ 0 h 1"/>
                <a:gd name="T4" fmla="*/ 16 w 4"/>
                <a:gd name="T5" fmla="*/ 0 h 1"/>
                <a:gd name="T6" fmla="*/ 7 w 4"/>
                <a:gd name="T7" fmla="*/ 8 h 1"/>
                <a:gd name="T8" fmla="*/ 12 w 4"/>
                <a:gd name="T9" fmla="*/ 8 h 1"/>
                <a:gd name="T10" fmla="*/ 21 w 4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0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4" name="Freeform 925">
              <a:extLst>
                <a:ext uri="{FF2B5EF4-FFF2-40B4-BE49-F238E27FC236}">
                  <a16:creationId xmlns:a16="http://schemas.microsoft.com/office/drawing/2014/main" id="{2F281359-7FC7-467C-ADD4-8B4A4BA53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020"/>
              <a:ext cx="2" cy="4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8 h 2"/>
                <a:gd name="T4" fmla="*/ 0 w 1"/>
                <a:gd name="T5" fmla="*/ 16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5" name="Freeform 926">
              <a:extLst>
                <a:ext uri="{FF2B5EF4-FFF2-40B4-BE49-F238E27FC236}">
                  <a16:creationId xmlns:a16="http://schemas.microsoft.com/office/drawing/2014/main" id="{44EFB70B-B3DB-4113-9A57-901F7F874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009"/>
              <a:ext cx="5" cy="9"/>
            </a:xfrm>
            <a:custGeom>
              <a:avLst/>
              <a:gdLst>
                <a:gd name="T0" fmla="*/ 5 w 3"/>
                <a:gd name="T1" fmla="*/ 0 h 5"/>
                <a:gd name="T2" fmla="*/ 5 w 3"/>
                <a:gd name="T3" fmla="*/ 16 h 5"/>
                <a:gd name="T4" fmla="*/ 5 w 3"/>
                <a:gd name="T5" fmla="*/ 29 h 5"/>
                <a:gd name="T6" fmla="*/ 8 w 3"/>
                <a:gd name="T7" fmla="*/ 23 h 5"/>
                <a:gd name="T8" fmla="*/ 13 w 3"/>
                <a:gd name="T9" fmla="*/ 16 h 5"/>
                <a:gd name="T10" fmla="*/ 13 w 3"/>
                <a:gd name="T11" fmla="*/ 16 h 5"/>
                <a:gd name="T12" fmla="*/ 8 w 3"/>
                <a:gd name="T13" fmla="*/ 16 h 5"/>
                <a:gd name="T14" fmla="*/ 5 w 3"/>
                <a:gd name="T15" fmla="*/ 13 h 5"/>
                <a:gd name="T16" fmla="*/ 5 w 3"/>
                <a:gd name="T17" fmla="*/ 7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1" y="5"/>
                    <a:pt x="2" y="4"/>
                    <a:pt x="2" y="4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6" name="Freeform 927">
              <a:extLst>
                <a:ext uri="{FF2B5EF4-FFF2-40B4-BE49-F238E27FC236}">
                  <a16:creationId xmlns:a16="http://schemas.microsoft.com/office/drawing/2014/main" id="{3A21355F-EF39-481A-975E-41BF65C8E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3028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16 h 2"/>
                <a:gd name="T4" fmla="*/ 8 w 2"/>
                <a:gd name="T5" fmla="*/ 16 h 2"/>
                <a:gd name="T6" fmla="*/ 16 w 2"/>
                <a:gd name="T7" fmla="*/ 8 h 2"/>
                <a:gd name="T8" fmla="*/ 8 w 2"/>
                <a:gd name="T9" fmla="*/ 0 h 2"/>
                <a:gd name="T10" fmla="*/ 0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7" name="Freeform 928">
              <a:extLst>
                <a:ext uri="{FF2B5EF4-FFF2-40B4-BE49-F238E27FC236}">
                  <a16:creationId xmlns:a16="http://schemas.microsoft.com/office/drawing/2014/main" id="{E27AE305-D3DA-4152-B66D-155F52A38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028"/>
              <a:ext cx="7" cy="5"/>
            </a:xfrm>
            <a:custGeom>
              <a:avLst/>
              <a:gdLst>
                <a:gd name="T0" fmla="*/ 21 w 4"/>
                <a:gd name="T1" fmla="*/ 0 h 3"/>
                <a:gd name="T2" fmla="*/ 16 w 4"/>
                <a:gd name="T3" fmla="*/ 5 h 3"/>
                <a:gd name="T4" fmla="*/ 12 w 4"/>
                <a:gd name="T5" fmla="*/ 8 h 3"/>
                <a:gd name="T6" fmla="*/ 7 w 4"/>
                <a:gd name="T7" fmla="*/ 13 h 3"/>
                <a:gd name="T8" fmla="*/ 0 w 4"/>
                <a:gd name="T9" fmla="*/ 8 h 3"/>
                <a:gd name="T10" fmla="*/ 12 w 4"/>
                <a:gd name="T11" fmla="*/ 8 h 3"/>
                <a:gd name="T12" fmla="*/ 16 w 4"/>
                <a:gd name="T13" fmla="*/ 5 h 3"/>
                <a:gd name="T14" fmla="*/ 21 w 4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8" name="Freeform 929">
              <a:extLst>
                <a:ext uri="{FF2B5EF4-FFF2-40B4-BE49-F238E27FC236}">
                  <a16:creationId xmlns:a16="http://schemas.microsoft.com/office/drawing/2014/main" id="{B236BB42-E581-4837-80EE-95B81EC9E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998"/>
              <a:ext cx="37" cy="37"/>
            </a:xfrm>
            <a:custGeom>
              <a:avLst/>
              <a:gdLst>
                <a:gd name="T0" fmla="*/ 120 w 20"/>
                <a:gd name="T1" fmla="*/ 104 h 20"/>
                <a:gd name="T2" fmla="*/ 96 w 20"/>
                <a:gd name="T3" fmla="*/ 120 h 20"/>
                <a:gd name="T4" fmla="*/ 89 w 20"/>
                <a:gd name="T5" fmla="*/ 120 h 20"/>
                <a:gd name="T6" fmla="*/ 76 w 20"/>
                <a:gd name="T7" fmla="*/ 120 h 20"/>
                <a:gd name="T8" fmla="*/ 57 w 20"/>
                <a:gd name="T9" fmla="*/ 120 h 20"/>
                <a:gd name="T10" fmla="*/ 37 w 20"/>
                <a:gd name="T11" fmla="*/ 113 h 20"/>
                <a:gd name="T12" fmla="*/ 31 w 20"/>
                <a:gd name="T13" fmla="*/ 96 h 20"/>
                <a:gd name="T14" fmla="*/ 13 w 20"/>
                <a:gd name="T15" fmla="*/ 89 h 20"/>
                <a:gd name="T16" fmla="*/ 13 w 20"/>
                <a:gd name="T17" fmla="*/ 65 h 20"/>
                <a:gd name="T18" fmla="*/ 7 w 20"/>
                <a:gd name="T19" fmla="*/ 44 h 20"/>
                <a:gd name="T20" fmla="*/ 20 w 20"/>
                <a:gd name="T21" fmla="*/ 31 h 20"/>
                <a:gd name="T22" fmla="*/ 31 w 20"/>
                <a:gd name="T23" fmla="*/ 20 h 20"/>
                <a:gd name="T24" fmla="*/ 68 w 20"/>
                <a:gd name="T25" fmla="*/ 7 h 20"/>
                <a:gd name="T26" fmla="*/ 89 w 20"/>
                <a:gd name="T27" fmla="*/ 20 h 20"/>
                <a:gd name="T28" fmla="*/ 105 w 20"/>
                <a:gd name="T29" fmla="*/ 37 h 20"/>
                <a:gd name="T30" fmla="*/ 105 w 20"/>
                <a:gd name="T31" fmla="*/ 52 h 20"/>
                <a:gd name="T32" fmla="*/ 113 w 20"/>
                <a:gd name="T33" fmla="*/ 57 h 20"/>
                <a:gd name="T34" fmla="*/ 120 w 20"/>
                <a:gd name="T35" fmla="*/ 76 h 20"/>
                <a:gd name="T36" fmla="*/ 120 w 20"/>
                <a:gd name="T37" fmla="*/ 104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20">
                  <a:moveTo>
                    <a:pt x="19" y="16"/>
                  </a:moveTo>
                  <a:cubicBezTo>
                    <a:pt x="18" y="17"/>
                    <a:pt x="16" y="19"/>
                    <a:pt x="15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" y="18"/>
                    <a:pt x="13" y="19"/>
                    <a:pt x="12" y="19"/>
                  </a:cubicBezTo>
                  <a:cubicBezTo>
                    <a:pt x="11" y="20"/>
                    <a:pt x="10" y="19"/>
                    <a:pt x="9" y="19"/>
                  </a:cubicBezTo>
                  <a:cubicBezTo>
                    <a:pt x="8" y="19"/>
                    <a:pt x="7" y="20"/>
                    <a:pt x="6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4" y="14"/>
                    <a:pt x="3" y="15"/>
                    <a:pt x="2" y="14"/>
                  </a:cubicBezTo>
                  <a:cubicBezTo>
                    <a:pt x="0" y="12"/>
                    <a:pt x="2" y="12"/>
                    <a:pt x="2" y="10"/>
                  </a:cubicBezTo>
                  <a:cubicBezTo>
                    <a:pt x="2" y="9"/>
                    <a:pt x="1" y="8"/>
                    <a:pt x="1" y="7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4" y="4"/>
                    <a:pt x="4" y="4"/>
                    <a:pt x="5" y="3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5" y="4"/>
                    <a:pt x="16" y="4"/>
                    <a:pt x="17" y="6"/>
                  </a:cubicBezTo>
                  <a:cubicBezTo>
                    <a:pt x="17" y="6"/>
                    <a:pt x="16" y="7"/>
                    <a:pt x="17" y="8"/>
                  </a:cubicBezTo>
                  <a:cubicBezTo>
                    <a:pt x="17" y="8"/>
                    <a:pt x="18" y="8"/>
                    <a:pt x="18" y="9"/>
                  </a:cubicBezTo>
                  <a:cubicBezTo>
                    <a:pt x="20" y="10"/>
                    <a:pt x="20" y="11"/>
                    <a:pt x="19" y="12"/>
                  </a:cubicBezTo>
                  <a:cubicBezTo>
                    <a:pt x="19" y="13"/>
                    <a:pt x="19" y="15"/>
                    <a:pt x="19" y="1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9" name="Freeform 930">
              <a:extLst>
                <a:ext uri="{FF2B5EF4-FFF2-40B4-BE49-F238E27FC236}">
                  <a16:creationId xmlns:a16="http://schemas.microsoft.com/office/drawing/2014/main" id="{6B40BC3D-2113-459D-982C-66060ACA8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026"/>
              <a:ext cx="6" cy="4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0" name="Freeform 931">
              <a:extLst>
                <a:ext uri="{FF2B5EF4-FFF2-40B4-BE49-F238E27FC236}">
                  <a16:creationId xmlns:a16="http://schemas.microsoft.com/office/drawing/2014/main" id="{3780A3FD-2069-45CC-9470-5A6366B4A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011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1" name="Freeform 932">
              <a:extLst>
                <a:ext uri="{FF2B5EF4-FFF2-40B4-BE49-F238E27FC236}">
                  <a16:creationId xmlns:a16="http://schemas.microsoft.com/office/drawing/2014/main" id="{19D391FB-2C09-45AE-A0E6-EB8BD8BCB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3011"/>
              <a:ext cx="13" cy="7"/>
            </a:xfrm>
            <a:custGeom>
              <a:avLst/>
              <a:gdLst>
                <a:gd name="T0" fmla="*/ 45 w 7"/>
                <a:gd name="T1" fmla="*/ 12 h 4"/>
                <a:gd name="T2" fmla="*/ 32 w 7"/>
                <a:gd name="T3" fmla="*/ 0 h 4"/>
                <a:gd name="T4" fmla="*/ 24 w 7"/>
                <a:gd name="T5" fmla="*/ 0 h 4"/>
                <a:gd name="T6" fmla="*/ 20 w 7"/>
                <a:gd name="T7" fmla="*/ 0 h 4"/>
                <a:gd name="T8" fmla="*/ 0 w 7"/>
                <a:gd name="T9" fmla="*/ 7 h 4"/>
                <a:gd name="T10" fmla="*/ 0 w 7"/>
                <a:gd name="T11" fmla="*/ 2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2" name="Freeform 933">
              <a:extLst>
                <a:ext uri="{FF2B5EF4-FFF2-40B4-BE49-F238E27FC236}">
                  <a16:creationId xmlns:a16="http://schemas.microsoft.com/office/drawing/2014/main" id="{B8800D43-0A5F-400D-BE3B-2ABA9E774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018"/>
              <a:ext cx="2" cy="8"/>
            </a:xfrm>
            <a:custGeom>
              <a:avLst/>
              <a:gdLst>
                <a:gd name="T0" fmla="*/ 0 w 1"/>
                <a:gd name="T1" fmla="*/ 32 h 4"/>
                <a:gd name="T2" fmla="*/ 8 w 1"/>
                <a:gd name="T3" fmla="*/ 16 h 4"/>
                <a:gd name="T4" fmla="*/ 8 w 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3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3" name="Freeform 934">
              <a:extLst>
                <a:ext uri="{FF2B5EF4-FFF2-40B4-BE49-F238E27FC236}">
                  <a16:creationId xmlns:a16="http://schemas.microsoft.com/office/drawing/2014/main" id="{C0F8BC50-A003-4DB1-B2F0-7DD62B045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204"/>
              <a:ext cx="52" cy="51"/>
            </a:xfrm>
            <a:custGeom>
              <a:avLst/>
              <a:gdLst>
                <a:gd name="T0" fmla="*/ 141 w 28"/>
                <a:gd name="T1" fmla="*/ 32 h 27"/>
                <a:gd name="T2" fmla="*/ 84 w 28"/>
                <a:gd name="T3" fmla="*/ 0 h 27"/>
                <a:gd name="T4" fmla="*/ 32 w 28"/>
                <a:gd name="T5" fmla="*/ 32 h 27"/>
                <a:gd name="T6" fmla="*/ 69 w 28"/>
                <a:gd name="T7" fmla="*/ 161 h 27"/>
                <a:gd name="T8" fmla="*/ 180 w 28"/>
                <a:gd name="T9" fmla="*/ 113 h 27"/>
                <a:gd name="T10" fmla="*/ 141 w 28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2" y="5"/>
                  </a:moveTo>
                  <a:cubicBezTo>
                    <a:pt x="19" y="2"/>
                    <a:pt x="17" y="0"/>
                    <a:pt x="13" y="0"/>
                  </a:cubicBezTo>
                  <a:cubicBezTo>
                    <a:pt x="10" y="1"/>
                    <a:pt x="7" y="2"/>
                    <a:pt x="5" y="5"/>
                  </a:cubicBezTo>
                  <a:cubicBezTo>
                    <a:pt x="0" y="11"/>
                    <a:pt x="4" y="20"/>
                    <a:pt x="11" y="24"/>
                  </a:cubicBezTo>
                  <a:cubicBezTo>
                    <a:pt x="19" y="27"/>
                    <a:pt x="27" y="23"/>
                    <a:pt x="28" y="17"/>
                  </a:cubicBezTo>
                  <a:cubicBezTo>
                    <a:pt x="28" y="12"/>
                    <a:pt x="27" y="10"/>
                    <a:pt x="22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44" name="Freeform 935">
              <a:extLst>
                <a:ext uri="{FF2B5EF4-FFF2-40B4-BE49-F238E27FC236}">
                  <a16:creationId xmlns:a16="http://schemas.microsoft.com/office/drawing/2014/main" id="{EC49E723-B05F-4397-A7E9-F80330120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216"/>
              <a:ext cx="28" cy="26"/>
            </a:xfrm>
            <a:custGeom>
              <a:avLst/>
              <a:gdLst>
                <a:gd name="T0" fmla="*/ 91 w 15"/>
                <a:gd name="T1" fmla="*/ 45 h 14"/>
                <a:gd name="T2" fmla="*/ 77 w 15"/>
                <a:gd name="T3" fmla="*/ 76 h 14"/>
                <a:gd name="T4" fmla="*/ 21 w 15"/>
                <a:gd name="T5" fmla="*/ 65 h 14"/>
                <a:gd name="T6" fmla="*/ 7 w 15"/>
                <a:gd name="T7" fmla="*/ 20 h 14"/>
                <a:gd name="T8" fmla="*/ 32 w 15"/>
                <a:gd name="T9" fmla="*/ 0 h 14"/>
                <a:gd name="T10" fmla="*/ 32 w 15"/>
                <a:gd name="T11" fmla="*/ 0 h 14"/>
                <a:gd name="T12" fmla="*/ 7 w 15"/>
                <a:gd name="T13" fmla="*/ 20 h 14"/>
                <a:gd name="T14" fmla="*/ 21 w 15"/>
                <a:gd name="T15" fmla="*/ 65 h 14"/>
                <a:gd name="T16" fmla="*/ 77 w 15"/>
                <a:gd name="T17" fmla="*/ 84 h 14"/>
                <a:gd name="T18" fmla="*/ 91 w 15"/>
                <a:gd name="T19" fmla="*/ 4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4">
                  <a:moveTo>
                    <a:pt x="14" y="7"/>
                  </a:moveTo>
                  <a:cubicBezTo>
                    <a:pt x="15" y="9"/>
                    <a:pt x="14" y="11"/>
                    <a:pt x="12" y="12"/>
                  </a:cubicBezTo>
                  <a:cubicBezTo>
                    <a:pt x="10" y="14"/>
                    <a:pt x="6" y="13"/>
                    <a:pt x="3" y="10"/>
                  </a:cubicBezTo>
                  <a:cubicBezTo>
                    <a:pt x="1" y="7"/>
                    <a:pt x="1" y="4"/>
                    <a:pt x="1" y="3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1" y="4"/>
                    <a:pt x="0" y="7"/>
                    <a:pt x="3" y="10"/>
                  </a:cubicBezTo>
                  <a:cubicBezTo>
                    <a:pt x="6" y="14"/>
                    <a:pt x="10" y="14"/>
                    <a:pt x="12" y="13"/>
                  </a:cubicBezTo>
                  <a:cubicBezTo>
                    <a:pt x="14" y="12"/>
                    <a:pt x="15" y="10"/>
                    <a:pt x="14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5" name="Freeform 936">
              <a:extLst>
                <a:ext uri="{FF2B5EF4-FFF2-40B4-BE49-F238E27FC236}">
                  <a16:creationId xmlns:a16="http://schemas.microsoft.com/office/drawing/2014/main" id="{2B761CC3-B079-41B1-80A7-F9195AC87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053"/>
              <a:ext cx="52" cy="50"/>
            </a:xfrm>
            <a:custGeom>
              <a:avLst/>
              <a:gdLst>
                <a:gd name="T0" fmla="*/ 134 w 28"/>
                <a:gd name="T1" fmla="*/ 24 h 27"/>
                <a:gd name="T2" fmla="*/ 84 w 28"/>
                <a:gd name="T3" fmla="*/ 0 h 27"/>
                <a:gd name="T4" fmla="*/ 32 w 28"/>
                <a:gd name="T5" fmla="*/ 24 h 27"/>
                <a:gd name="T6" fmla="*/ 69 w 28"/>
                <a:gd name="T7" fmla="*/ 150 h 27"/>
                <a:gd name="T8" fmla="*/ 180 w 28"/>
                <a:gd name="T9" fmla="*/ 106 h 27"/>
                <a:gd name="T10" fmla="*/ 134 w 28"/>
                <a:gd name="T11" fmla="*/ 2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4"/>
                  </a:moveTo>
                  <a:cubicBezTo>
                    <a:pt x="19" y="2"/>
                    <a:pt x="16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10"/>
                    <a:pt x="3" y="20"/>
                    <a:pt x="11" y="24"/>
                  </a:cubicBezTo>
                  <a:cubicBezTo>
                    <a:pt x="19" y="27"/>
                    <a:pt x="27" y="22"/>
                    <a:pt x="28" y="17"/>
                  </a:cubicBezTo>
                  <a:cubicBezTo>
                    <a:pt x="28" y="12"/>
                    <a:pt x="27" y="10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46" name="Freeform 937">
              <a:extLst>
                <a:ext uri="{FF2B5EF4-FFF2-40B4-BE49-F238E27FC236}">
                  <a16:creationId xmlns:a16="http://schemas.microsoft.com/office/drawing/2014/main" id="{040BD8CA-D4C9-45CD-9A6D-3FA783CCD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062"/>
              <a:ext cx="26" cy="26"/>
            </a:xfrm>
            <a:custGeom>
              <a:avLst/>
              <a:gdLst>
                <a:gd name="T0" fmla="*/ 89 w 14"/>
                <a:gd name="T1" fmla="*/ 52 h 14"/>
                <a:gd name="T2" fmla="*/ 76 w 14"/>
                <a:gd name="T3" fmla="*/ 84 h 14"/>
                <a:gd name="T4" fmla="*/ 20 w 14"/>
                <a:gd name="T5" fmla="*/ 69 h 14"/>
                <a:gd name="T6" fmla="*/ 7 w 14"/>
                <a:gd name="T7" fmla="*/ 24 h 14"/>
                <a:gd name="T8" fmla="*/ 24 w 14"/>
                <a:gd name="T9" fmla="*/ 0 h 14"/>
                <a:gd name="T10" fmla="*/ 24 w 14"/>
                <a:gd name="T11" fmla="*/ 0 h 14"/>
                <a:gd name="T12" fmla="*/ 7 w 14"/>
                <a:gd name="T13" fmla="*/ 24 h 14"/>
                <a:gd name="T14" fmla="*/ 20 w 14"/>
                <a:gd name="T15" fmla="*/ 69 h 14"/>
                <a:gd name="T16" fmla="*/ 76 w 14"/>
                <a:gd name="T17" fmla="*/ 84 h 14"/>
                <a:gd name="T18" fmla="*/ 89 w 14"/>
                <a:gd name="T19" fmla="*/ 5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14" y="8"/>
                  </a:moveTo>
                  <a:cubicBezTo>
                    <a:pt x="14" y="10"/>
                    <a:pt x="14" y="12"/>
                    <a:pt x="12" y="13"/>
                  </a:cubicBezTo>
                  <a:cubicBezTo>
                    <a:pt x="10" y="14"/>
                    <a:pt x="6" y="14"/>
                    <a:pt x="3" y="11"/>
                  </a:cubicBezTo>
                  <a:cubicBezTo>
                    <a:pt x="0" y="8"/>
                    <a:pt x="0" y="5"/>
                    <a:pt x="1" y="4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0" y="5"/>
                    <a:pt x="0" y="8"/>
                    <a:pt x="3" y="11"/>
                  </a:cubicBezTo>
                  <a:cubicBezTo>
                    <a:pt x="6" y="14"/>
                    <a:pt x="10" y="14"/>
                    <a:pt x="12" y="13"/>
                  </a:cubicBezTo>
                  <a:cubicBezTo>
                    <a:pt x="14" y="12"/>
                    <a:pt x="14" y="10"/>
                    <a:pt x="14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7" name="Freeform 938">
              <a:extLst>
                <a:ext uri="{FF2B5EF4-FFF2-40B4-BE49-F238E27FC236}">
                  <a16:creationId xmlns:a16="http://schemas.microsoft.com/office/drawing/2014/main" id="{8C2E7FA0-7537-49F8-998A-4FFA46A0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275"/>
              <a:ext cx="50" cy="51"/>
            </a:xfrm>
            <a:custGeom>
              <a:avLst/>
              <a:gdLst>
                <a:gd name="T0" fmla="*/ 133 w 27"/>
                <a:gd name="T1" fmla="*/ 28 h 27"/>
                <a:gd name="T2" fmla="*/ 76 w 27"/>
                <a:gd name="T3" fmla="*/ 0 h 27"/>
                <a:gd name="T4" fmla="*/ 24 w 27"/>
                <a:gd name="T5" fmla="*/ 28 h 27"/>
                <a:gd name="T6" fmla="*/ 69 w 27"/>
                <a:gd name="T7" fmla="*/ 153 h 27"/>
                <a:gd name="T8" fmla="*/ 172 w 27"/>
                <a:gd name="T9" fmla="*/ 113 h 27"/>
                <a:gd name="T10" fmla="*/ 133 w 27"/>
                <a:gd name="T11" fmla="*/ 2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7">
                  <a:moveTo>
                    <a:pt x="21" y="4"/>
                  </a:moveTo>
                  <a:cubicBezTo>
                    <a:pt x="18" y="1"/>
                    <a:pt x="16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0" y="10"/>
                    <a:pt x="3" y="20"/>
                    <a:pt x="11" y="23"/>
                  </a:cubicBezTo>
                  <a:cubicBezTo>
                    <a:pt x="18" y="27"/>
                    <a:pt x="26" y="22"/>
                    <a:pt x="27" y="17"/>
                  </a:cubicBezTo>
                  <a:cubicBezTo>
                    <a:pt x="27" y="11"/>
                    <a:pt x="26" y="9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48" name="Freeform 939">
              <a:extLst>
                <a:ext uri="{FF2B5EF4-FFF2-40B4-BE49-F238E27FC236}">
                  <a16:creationId xmlns:a16="http://schemas.microsoft.com/office/drawing/2014/main" id="{1BDE3113-DF42-4B51-B53F-9FB1455E6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285"/>
              <a:ext cx="26" cy="26"/>
            </a:xfrm>
            <a:custGeom>
              <a:avLst/>
              <a:gdLst>
                <a:gd name="T0" fmla="*/ 84 w 14"/>
                <a:gd name="T1" fmla="*/ 45 h 14"/>
                <a:gd name="T2" fmla="*/ 69 w 14"/>
                <a:gd name="T3" fmla="*/ 84 h 14"/>
                <a:gd name="T4" fmla="*/ 20 w 14"/>
                <a:gd name="T5" fmla="*/ 65 h 14"/>
                <a:gd name="T6" fmla="*/ 0 w 14"/>
                <a:gd name="T7" fmla="*/ 20 h 14"/>
                <a:gd name="T8" fmla="*/ 24 w 14"/>
                <a:gd name="T9" fmla="*/ 0 h 14"/>
                <a:gd name="T10" fmla="*/ 24 w 14"/>
                <a:gd name="T11" fmla="*/ 0 h 14"/>
                <a:gd name="T12" fmla="*/ 0 w 14"/>
                <a:gd name="T13" fmla="*/ 20 h 14"/>
                <a:gd name="T14" fmla="*/ 13 w 14"/>
                <a:gd name="T15" fmla="*/ 65 h 14"/>
                <a:gd name="T16" fmla="*/ 69 w 14"/>
                <a:gd name="T17" fmla="*/ 84 h 14"/>
                <a:gd name="T18" fmla="*/ 84 w 14"/>
                <a:gd name="T19" fmla="*/ 4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4" y="10"/>
                    <a:pt x="13" y="12"/>
                    <a:pt x="11" y="13"/>
                  </a:cubicBezTo>
                  <a:cubicBezTo>
                    <a:pt x="9" y="14"/>
                    <a:pt x="6" y="14"/>
                    <a:pt x="3" y="10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5"/>
                    <a:pt x="0" y="7"/>
                    <a:pt x="2" y="10"/>
                  </a:cubicBezTo>
                  <a:cubicBezTo>
                    <a:pt x="5" y="14"/>
                    <a:pt x="9" y="14"/>
                    <a:pt x="11" y="13"/>
                  </a:cubicBezTo>
                  <a:cubicBezTo>
                    <a:pt x="13" y="12"/>
                    <a:pt x="14" y="10"/>
                    <a:pt x="13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9" name="Freeform 940">
              <a:extLst>
                <a:ext uri="{FF2B5EF4-FFF2-40B4-BE49-F238E27FC236}">
                  <a16:creationId xmlns:a16="http://schemas.microsoft.com/office/drawing/2014/main" id="{70682042-CEA8-4505-BD59-1BAB5FCD2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283"/>
              <a:ext cx="52" cy="52"/>
            </a:xfrm>
            <a:custGeom>
              <a:avLst/>
              <a:gdLst>
                <a:gd name="T0" fmla="*/ 134 w 28"/>
                <a:gd name="T1" fmla="*/ 32 h 28"/>
                <a:gd name="T2" fmla="*/ 76 w 28"/>
                <a:gd name="T3" fmla="*/ 7 h 28"/>
                <a:gd name="T4" fmla="*/ 24 w 28"/>
                <a:gd name="T5" fmla="*/ 32 h 28"/>
                <a:gd name="T6" fmla="*/ 69 w 28"/>
                <a:gd name="T7" fmla="*/ 156 h 28"/>
                <a:gd name="T8" fmla="*/ 173 w 28"/>
                <a:gd name="T9" fmla="*/ 110 h 28"/>
                <a:gd name="T10" fmla="*/ 134 w 28"/>
                <a:gd name="T11" fmla="*/ 3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1" y="5"/>
                  </a:moveTo>
                  <a:cubicBezTo>
                    <a:pt x="18" y="2"/>
                    <a:pt x="16" y="0"/>
                    <a:pt x="12" y="1"/>
                  </a:cubicBezTo>
                  <a:cubicBezTo>
                    <a:pt x="9" y="1"/>
                    <a:pt x="6" y="2"/>
                    <a:pt x="4" y="5"/>
                  </a:cubicBezTo>
                  <a:cubicBezTo>
                    <a:pt x="0" y="11"/>
                    <a:pt x="3" y="21"/>
                    <a:pt x="11" y="24"/>
                  </a:cubicBezTo>
                  <a:cubicBezTo>
                    <a:pt x="19" y="28"/>
                    <a:pt x="26" y="23"/>
                    <a:pt x="27" y="17"/>
                  </a:cubicBezTo>
                  <a:cubicBezTo>
                    <a:pt x="28" y="12"/>
                    <a:pt x="26" y="10"/>
                    <a:pt x="21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50" name="Freeform 941">
              <a:extLst>
                <a:ext uri="{FF2B5EF4-FFF2-40B4-BE49-F238E27FC236}">
                  <a16:creationId xmlns:a16="http://schemas.microsoft.com/office/drawing/2014/main" id="{1FE62D6B-BF44-4111-BECD-16500FD94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294"/>
              <a:ext cx="26" cy="26"/>
            </a:xfrm>
            <a:custGeom>
              <a:avLst/>
              <a:gdLst>
                <a:gd name="T0" fmla="*/ 84 w 14"/>
                <a:gd name="T1" fmla="*/ 45 h 14"/>
                <a:gd name="T2" fmla="*/ 69 w 14"/>
                <a:gd name="T3" fmla="*/ 84 h 14"/>
                <a:gd name="T4" fmla="*/ 20 w 14"/>
                <a:gd name="T5" fmla="*/ 65 h 14"/>
                <a:gd name="T6" fmla="*/ 7 w 14"/>
                <a:gd name="T7" fmla="*/ 20 h 14"/>
                <a:gd name="T8" fmla="*/ 24 w 14"/>
                <a:gd name="T9" fmla="*/ 0 h 14"/>
                <a:gd name="T10" fmla="*/ 24 w 14"/>
                <a:gd name="T11" fmla="*/ 0 h 14"/>
                <a:gd name="T12" fmla="*/ 0 w 14"/>
                <a:gd name="T13" fmla="*/ 20 h 14"/>
                <a:gd name="T14" fmla="*/ 20 w 14"/>
                <a:gd name="T15" fmla="*/ 65 h 14"/>
                <a:gd name="T16" fmla="*/ 76 w 14"/>
                <a:gd name="T17" fmla="*/ 84 h 14"/>
                <a:gd name="T18" fmla="*/ 84 w 14"/>
                <a:gd name="T19" fmla="*/ 4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4" y="10"/>
                    <a:pt x="13" y="12"/>
                    <a:pt x="11" y="13"/>
                  </a:cubicBezTo>
                  <a:cubicBezTo>
                    <a:pt x="9" y="14"/>
                    <a:pt x="6" y="13"/>
                    <a:pt x="3" y="10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5"/>
                    <a:pt x="0" y="7"/>
                    <a:pt x="3" y="10"/>
                  </a:cubicBezTo>
                  <a:cubicBezTo>
                    <a:pt x="6" y="14"/>
                    <a:pt x="9" y="14"/>
                    <a:pt x="12" y="13"/>
                  </a:cubicBezTo>
                  <a:cubicBezTo>
                    <a:pt x="13" y="12"/>
                    <a:pt x="14" y="10"/>
                    <a:pt x="13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51" name="Freeform 942">
              <a:extLst>
                <a:ext uri="{FF2B5EF4-FFF2-40B4-BE49-F238E27FC236}">
                  <a16:creationId xmlns:a16="http://schemas.microsoft.com/office/drawing/2014/main" id="{BF5B4069-D10F-43B9-9E26-494C15728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963"/>
              <a:ext cx="53" cy="50"/>
            </a:xfrm>
            <a:custGeom>
              <a:avLst/>
              <a:gdLst>
                <a:gd name="T0" fmla="*/ 151 w 28"/>
                <a:gd name="T1" fmla="*/ 24 h 27"/>
                <a:gd name="T2" fmla="*/ 89 w 28"/>
                <a:gd name="T3" fmla="*/ 0 h 27"/>
                <a:gd name="T4" fmla="*/ 32 w 28"/>
                <a:gd name="T5" fmla="*/ 24 h 27"/>
                <a:gd name="T6" fmla="*/ 76 w 28"/>
                <a:gd name="T7" fmla="*/ 150 h 27"/>
                <a:gd name="T8" fmla="*/ 189 w 28"/>
                <a:gd name="T9" fmla="*/ 106 h 27"/>
                <a:gd name="T10" fmla="*/ 151 w 28"/>
                <a:gd name="T11" fmla="*/ 2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2" y="4"/>
                  </a:moveTo>
                  <a:cubicBezTo>
                    <a:pt x="19" y="2"/>
                    <a:pt x="17" y="0"/>
                    <a:pt x="13" y="0"/>
                  </a:cubicBezTo>
                  <a:cubicBezTo>
                    <a:pt x="10" y="1"/>
                    <a:pt x="7" y="2"/>
                    <a:pt x="5" y="4"/>
                  </a:cubicBezTo>
                  <a:cubicBezTo>
                    <a:pt x="0" y="10"/>
                    <a:pt x="4" y="20"/>
                    <a:pt x="11" y="24"/>
                  </a:cubicBezTo>
                  <a:cubicBezTo>
                    <a:pt x="19" y="27"/>
                    <a:pt x="27" y="22"/>
                    <a:pt x="28" y="17"/>
                  </a:cubicBezTo>
                  <a:cubicBezTo>
                    <a:pt x="28" y="12"/>
                    <a:pt x="27" y="10"/>
                    <a:pt x="22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52" name="Freeform 943">
              <a:extLst>
                <a:ext uri="{FF2B5EF4-FFF2-40B4-BE49-F238E27FC236}">
                  <a16:creationId xmlns:a16="http://schemas.microsoft.com/office/drawing/2014/main" id="{71C5FCA0-87CD-49E7-8310-4F5C171EE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972"/>
              <a:ext cx="28" cy="28"/>
            </a:xfrm>
            <a:custGeom>
              <a:avLst/>
              <a:gdLst>
                <a:gd name="T0" fmla="*/ 91 w 15"/>
                <a:gd name="T1" fmla="*/ 52 h 15"/>
                <a:gd name="T2" fmla="*/ 77 w 15"/>
                <a:gd name="T3" fmla="*/ 84 h 15"/>
                <a:gd name="T4" fmla="*/ 21 w 15"/>
                <a:gd name="T5" fmla="*/ 73 h 15"/>
                <a:gd name="T6" fmla="*/ 7 w 15"/>
                <a:gd name="T7" fmla="*/ 24 h 15"/>
                <a:gd name="T8" fmla="*/ 32 w 15"/>
                <a:gd name="T9" fmla="*/ 0 h 15"/>
                <a:gd name="T10" fmla="*/ 32 w 15"/>
                <a:gd name="T11" fmla="*/ 0 h 15"/>
                <a:gd name="T12" fmla="*/ 7 w 15"/>
                <a:gd name="T13" fmla="*/ 24 h 15"/>
                <a:gd name="T14" fmla="*/ 21 w 15"/>
                <a:gd name="T15" fmla="*/ 73 h 15"/>
                <a:gd name="T16" fmla="*/ 77 w 15"/>
                <a:gd name="T17" fmla="*/ 84 h 15"/>
                <a:gd name="T18" fmla="*/ 91 w 15"/>
                <a:gd name="T19" fmla="*/ 52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5">
                  <a:moveTo>
                    <a:pt x="14" y="8"/>
                  </a:moveTo>
                  <a:cubicBezTo>
                    <a:pt x="15" y="10"/>
                    <a:pt x="14" y="12"/>
                    <a:pt x="12" y="13"/>
                  </a:cubicBezTo>
                  <a:cubicBezTo>
                    <a:pt x="10" y="14"/>
                    <a:pt x="6" y="14"/>
                    <a:pt x="3" y="11"/>
                  </a:cubicBezTo>
                  <a:cubicBezTo>
                    <a:pt x="1" y="8"/>
                    <a:pt x="1" y="5"/>
                    <a:pt x="1" y="4"/>
                  </a:cubicBezTo>
                  <a:cubicBezTo>
                    <a:pt x="2" y="2"/>
                    <a:pt x="3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2" y="2"/>
                    <a:pt x="1" y="4"/>
                  </a:cubicBezTo>
                  <a:cubicBezTo>
                    <a:pt x="1" y="5"/>
                    <a:pt x="0" y="8"/>
                    <a:pt x="3" y="11"/>
                  </a:cubicBezTo>
                  <a:cubicBezTo>
                    <a:pt x="6" y="14"/>
                    <a:pt x="10" y="15"/>
                    <a:pt x="12" y="13"/>
                  </a:cubicBezTo>
                  <a:cubicBezTo>
                    <a:pt x="14" y="12"/>
                    <a:pt x="15" y="10"/>
                    <a:pt x="14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53" name="Freeform 944">
              <a:extLst>
                <a:ext uri="{FF2B5EF4-FFF2-40B4-BE49-F238E27FC236}">
                  <a16:creationId xmlns:a16="http://schemas.microsoft.com/office/drawing/2014/main" id="{BFEEE123-8FA1-48EE-8C23-E05274FBF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008"/>
              <a:ext cx="53" cy="50"/>
            </a:xfrm>
            <a:custGeom>
              <a:avLst/>
              <a:gdLst>
                <a:gd name="T0" fmla="*/ 151 w 28"/>
                <a:gd name="T1" fmla="*/ 24 h 27"/>
                <a:gd name="T2" fmla="*/ 89 w 28"/>
                <a:gd name="T3" fmla="*/ 0 h 27"/>
                <a:gd name="T4" fmla="*/ 32 w 28"/>
                <a:gd name="T5" fmla="*/ 24 h 27"/>
                <a:gd name="T6" fmla="*/ 76 w 28"/>
                <a:gd name="T7" fmla="*/ 150 h 27"/>
                <a:gd name="T8" fmla="*/ 189 w 28"/>
                <a:gd name="T9" fmla="*/ 106 h 27"/>
                <a:gd name="T10" fmla="*/ 151 w 28"/>
                <a:gd name="T11" fmla="*/ 2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2" y="4"/>
                  </a:moveTo>
                  <a:cubicBezTo>
                    <a:pt x="19" y="2"/>
                    <a:pt x="17" y="0"/>
                    <a:pt x="13" y="0"/>
                  </a:cubicBezTo>
                  <a:cubicBezTo>
                    <a:pt x="10" y="1"/>
                    <a:pt x="7" y="2"/>
                    <a:pt x="5" y="4"/>
                  </a:cubicBezTo>
                  <a:cubicBezTo>
                    <a:pt x="0" y="10"/>
                    <a:pt x="4" y="20"/>
                    <a:pt x="11" y="24"/>
                  </a:cubicBezTo>
                  <a:cubicBezTo>
                    <a:pt x="19" y="27"/>
                    <a:pt x="27" y="22"/>
                    <a:pt x="28" y="17"/>
                  </a:cubicBezTo>
                  <a:cubicBezTo>
                    <a:pt x="28" y="12"/>
                    <a:pt x="27" y="10"/>
                    <a:pt x="22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54" name="Freeform 945">
              <a:extLst>
                <a:ext uri="{FF2B5EF4-FFF2-40B4-BE49-F238E27FC236}">
                  <a16:creationId xmlns:a16="http://schemas.microsoft.com/office/drawing/2014/main" id="{9F12F5B0-1E3C-4709-B500-E4D7B8A4E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017"/>
              <a:ext cx="28" cy="28"/>
            </a:xfrm>
            <a:custGeom>
              <a:avLst/>
              <a:gdLst>
                <a:gd name="T0" fmla="*/ 91 w 15"/>
                <a:gd name="T1" fmla="*/ 52 h 15"/>
                <a:gd name="T2" fmla="*/ 77 w 15"/>
                <a:gd name="T3" fmla="*/ 84 h 15"/>
                <a:gd name="T4" fmla="*/ 21 w 15"/>
                <a:gd name="T5" fmla="*/ 73 h 15"/>
                <a:gd name="T6" fmla="*/ 7 w 15"/>
                <a:gd name="T7" fmla="*/ 24 h 15"/>
                <a:gd name="T8" fmla="*/ 32 w 15"/>
                <a:gd name="T9" fmla="*/ 0 h 15"/>
                <a:gd name="T10" fmla="*/ 32 w 15"/>
                <a:gd name="T11" fmla="*/ 0 h 15"/>
                <a:gd name="T12" fmla="*/ 7 w 15"/>
                <a:gd name="T13" fmla="*/ 24 h 15"/>
                <a:gd name="T14" fmla="*/ 21 w 15"/>
                <a:gd name="T15" fmla="*/ 73 h 15"/>
                <a:gd name="T16" fmla="*/ 77 w 15"/>
                <a:gd name="T17" fmla="*/ 84 h 15"/>
                <a:gd name="T18" fmla="*/ 91 w 15"/>
                <a:gd name="T19" fmla="*/ 52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5">
                  <a:moveTo>
                    <a:pt x="14" y="8"/>
                  </a:moveTo>
                  <a:cubicBezTo>
                    <a:pt x="15" y="10"/>
                    <a:pt x="14" y="12"/>
                    <a:pt x="12" y="13"/>
                  </a:cubicBezTo>
                  <a:cubicBezTo>
                    <a:pt x="10" y="14"/>
                    <a:pt x="6" y="14"/>
                    <a:pt x="3" y="11"/>
                  </a:cubicBezTo>
                  <a:cubicBezTo>
                    <a:pt x="1" y="8"/>
                    <a:pt x="1" y="5"/>
                    <a:pt x="1" y="4"/>
                  </a:cubicBezTo>
                  <a:cubicBezTo>
                    <a:pt x="2" y="2"/>
                    <a:pt x="3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2" y="2"/>
                    <a:pt x="1" y="4"/>
                  </a:cubicBezTo>
                  <a:cubicBezTo>
                    <a:pt x="1" y="5"/>
                    <a:pt x="0" y="8"/>
                    <a:pt x="3" y="11"/>
                  </a:cubicBezTo>
                  <a:cubicBezTo>
                    <a:pt x="6" y="14"/>
                    <a:pt x="10" y="15"/>
                    <a:pt x="12" y="13"/>
                  </a:cubicBezTo>
                  <a:cubicBezTo>
                    <a:pt x="14" y="12"/>
                    <a:pt x="15" y="10"/>
                    <a:pt x="14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55" name="Freeform 946">
              <a:extLst>
                <a:ext uri="{FF2B5EF4-FFF2-40B4-BE49-F238E27FC236}">
                  <a16:creationId xmlns:a16="http://schemas.microsoft.com/office/drawing/2014/main" id="{E334045E-5259-4639-9ADE-99174391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972"/>
              <a:ext cx="52" cy="51"/>
            </a:xfrm>
            <a:custGeom>
              <a:avLst/>
              <a:gdLst>
                <a:gd name="T0" fmla="*/ 134 w 28"/>
                <a:gd name="T1" fmla="*/ 28 h 27"/>
                <a:gd name="T2" fmla="*/ 76 w 28"/>
                <a:gd name="T3" fmla="*/ 0 h 27"/>
                <a:gd name="T4" fmla="*/ 24 w 28"/>
                <a:gd name="T5" fmla="*/ 28 h 27"/>
                <a:gd name="T6" fmla="*/ 69 w 28"/>
                <a:gd name="T7" fmla="*/ 153 h 27"/>
                <a:gd name="T8" fmla="*/ 173 w 28"/>
                <a:gd name="T9" fmla="*/ 113 h 27"/>
                <a:gd name="T10" fmla="*/ 134 w 28"/>
                <a:gd name="T11" fmla="*/ 2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4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0" y="10"/>
                    <a:pt x="3" y="20"/>
                    <a:pt x="11" y="23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8" y="11"/>
                    <a:pt x="26" y="9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56" name="Freeform 947">
              <a:extLst>
                <a:ext uri="{FF2B5EF4-FFF2-40B4-BE49-F238E27FC236}">
                  <a16:creationId xmlns:a16="http://schemas.microsoft.com/office/drawing/2014/main" id="{9CA10217-F1F0-4DDE-A2D0-2042EF4EE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982"/>
              <a:ext cx="27" cy="26"/>
            </a:xfrm>
            <a:custGeom>
              <a:avLst/>
              <a:gdLst>
                <a:gd name="T0" fmla="*/ 93 w 14"/>
                <a:gd name="T1" fmla="*/ 45 h 14"/>
                <a:gd name="T2" fmla="*/ 79 w 14"/>
                <a:gd name="T3" fmla="*/ 84 h 14"/>
                <a:gd name="T4" fmla="*/ 23 w 14"/>
                <a:gd name="T5" fmla="*/ 65 h 14"/>
                <a:gd name="T6" fmla="*/ 8 w 14"/>
                <a:gd name="T7" fmla="*/ 20 h 14"/>
                <a:gd name="T8" fmla="*/ 29 w 14"/>
                <a:gd name="T9" fmla="*/ 0 h 14"/>
                <a:gd name="T10" fmla="*/ 29 w 14"/>
                <a:gd name="T11" fmla="*/ 0 h 14"/>
                <a:gd name="T12" fmla="*/ 0 w 14"/>
                <a:gd name="T13" fmla="*/ 20 h 14"/>
                <a:gd name="T14" fmla="*/ 23 w 14"/>
                <a:gd name="T15" fmla="*/ 65 h 14"/>
                <a:gd name="T16" fmla="*/ 85 w 14"/>
                <a:gd name="T17" fmla="*/ 84 h 14"/>
                <a:gd name="T18" fmla="*/ 93 w 14"/>
                <a:gd name="T19" fmla="*/ 4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4" y="10"/>
                    <a:pt x="13" y="12"/>
                    <a:pt x="11" y="13"/>
                  </a:cubicBezTo>
                  <a:cubicBezTo>
                    <a:pt x="9" y="14"/>
                    <a:pt x="6" y="14"/>
                    <a:pt x="3" y="10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1" y="2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5"/>
                    <a:pt x="0" y="7"/>
                    <a:pt x="3" y="10"/>
                  </a:cubicBezTo>
                  <a:cubicBezTo>
                    <a:pt x="6" y="14"/>
                    <a:pt x="9" y="14"/>
                    <a:pt x="12" y="13"/>
                  </a:cubicBezTo>
                  <a:cubicBezTo>
                    <a:pt x="13" y="12"/>
                    <a:pt x="14" y="10"/>
                    <a:pt x="13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57" name="Freeform 948">
              <a:extLst>
                <a:ext uri="{FF2B5EF4-FFF2-40B4-BE49-F238E27FC236}">
                  <a16:creationId xmlns:a16="http://schemas.microsoft.com/office/drawing/2014/main" id="{F9AF8AAC-F5F6-43C0-93D9-56259E9AA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051"/>
              <a:ext cx="53" cy="50"/>
            </a:xfrm>
            <a:custGeom>
              <a:avLst/>
              <a:gdLst>
                <a:gd name="T0" fmla="*/ 151 w 28"/>
                <a:gd name="T1" fmla="*/ 24 h 27"/>
                <a:gd name="T2" fmla="*/ 89 w 28"/>
                <a:gd name="T3" fmla="*/ 0 h 27"/>
                <a:gd name="T4" fmla="*/ 32 w 28"/>
                <a:gd name="T5" fmla="*/ 24 h 27"/>
                <a:gd name="T6" fmla="*/ 83 w 28"/>
                <a:gd name="T7" fmla="*/ 148 h 27"/>
                <a:gd name="T8" fmla="*/ 189 w 28"/>
                <a:gd name="T9" fmla="*/ 106 h 27"/>
                <a:gd name="T10" fmla="*/ 151 w 28"/>
                <a:gd name="T11" fmla="*/ 2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2" y="4"/>
                  </a:moveTo>
                  <a:cubicBezTo>
                    <a:pt x="19" y="2"/>
                    <a:pt x="17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10"/>
                    <a:pt x="4" y="20"/>
                    <a:pt x="12" y="23"/>
                  </a:cubicBezTo>
                  <a:cubicBezTo>
                    <a:pt x="19" y="27"/>
                    <a:pt x="27" y="22"/>
                    <a:pt x="28" y="17"/>
                  </a:cubicBezTo>
                  <a:cubicBezTo>
                    <a:pt x="28" y="11"/>
                    <a:pt x="27" y="9"/>
                    <a:pt x="22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58" name="Freeform 949">
              <a:extLst>
                <a:ext uri="{FF2B5EF4-FFF2-40B4-BE49-F238E27FC236}">
                  <a16:creationId xmlns:a16="http://schemas.microsoft.com/office/drawing/2014/main" id="{95CA3FBB-7F5F-4F77-BC8A-7FFA5ED24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060"/>
              <a:ext cx="28" cy="26"/>
            </a:xfrm>
            <a:custGeom>
              <a:avLst/>
              <a:gdLst>
                <a:gd name="T0" fmla="*/ 91 w 15"/>
                <a:gd name="T1" fmla="*/ 45 h 14"/>
                <a:gd name="T2" fmla="*/ 77 w 15"/>
                <a:gd name="T3" fmla="*/ 84 h 14"/>
                <a:gd name="T4" fmla="*/ 21 w 15"/>
                <a:gd name="T5" fmla="*/ 65 h 14"/>
                <a:gd name="T6" fmla="*/ 7 w 15"/>
                <a:gd name="T7" fmla="*/ 20 h 14"/>
                <a:gd name="T8" fmla="*/ 32 w 15"/>
                <a:gd name="T9" fmla="*/ 0 h 14"/>
                <a:gd name="T10" fmla="*/ 32 w 15"/>
                <a:gd name="T11" fmla="*/ 0 h 14"/>
                <a:gd name="T12" fmla="*/ 7 w 15"/>
                <a:gd name="T13" fmla="*/ 20 h 14"/>
                <a:gd name="T14" fmla="*/ 21 w 15"/>
                <a:gd name="T15" fmla="*/ 65 h 14"/>
                <a:gd name="T16" fmla="*/ 77 w 15"/>
                <a:gd name="T17" fmla="*/ 84 h 14"/>
                <a:gd name="T18" fmla="*/ 91 w 15"/>
                <a:gd name="T19" fmla="*/ 4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4">
                  <a:moveTo>
                    <a:pt x="14" y="7"/>
                  </a:moveTo>
                  <a:cubicBezTo>
                    <a:pt x="15" y="10"/>
                    <a:pt x="14" y="12"/>
                    <a:pt x="12" y="13"/>
                  </a:cubicBezTo>
                  <a:cubicBezTo>
                    <a:pt x="10" y="14"/>
                    <a:pt x="6" y="14"/>
                    <a:pt x="3" y="10"/>
                  </a:cubicBezTo>
                  <a:cubicBezTo>
                    <a:pt x="1" y="7"/>
                    <a:pt x="1" y="5"/>
                    <a:pt x="1" y="3"/>
                  </a:cubicBezTo>
                  <a:cubicBezTo>
                    <a:pt x="2" y="2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1" y="5"/>
                    <a:pt x="0" y="7"/>
                    <a:pt x="3" y="10"/>
                  </a:cubicBezTo>
                  <a:cubicBezTo>
                    <a:pt x="6" y="14"/>
                    <a:pt x="10" y="14"/>
                    <a:pt x="12" y="13"/>
                  </a:cubicBezTo>
                  <a:cubicBezTo>
                    <a:pt x="14" y="12"/>
                    <a:pt x="15" y="10"/>
                    <a:pt x="14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59" name="Freeform 950">
              <a:extLst>
                <a:ext uri="{FF2B5EF4-FFF2-40B4-BE49-F238E27FC236}">
                  <a16:creationId xmlns:a16="http://schemas.microsoft.com/office/drawing/2014/main" id="{6D68CDBD-D5A0-4E32-B47E-7EAA669AD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081"/>
              <a:ext cx="53" cy="52"/>
            </a:xfrm>
            <a:custGeom>
              <a:avLst/>
              <a:gdLst>
                <a:gd name="T0" fmla="*/ 144 w 28"/>
                <a:gd name="T1" fmla="*/ 32 h 28"/>
                <a:gd name="T2" fmla="*/ 89 w 28"/>
                <a:gd name="T3" fmla="*/ 7 h 28"/>
                <a:gd name="T4" fmla="*/ 32 w 28"/>
                <a:gd name="T5" fmla="*/ 32 h 28"/>
                <a:gd name="T6" fmla="*/ 76 w 28"/>
                <a:gd name="T7" fmla="*/ 156 h 28"/>
                <a:gd name="T8" fmla="*/ 189 w 28"/>
                <a:gd name="T9" fmla="*/ 110 h 28"/>
                <a:gd name="T10" fmla="*/ 144 w 28"/>
                <a:gd name="T11" fmla="*/ 3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1" y="5"/>
                  </a:moveTo>
                  <a:cubicBezTo>
                    <a:pt x="19" y="2"/>
                    <a:pt x="16" y="0"/>
                    <a:pt x="13" y="1"/>
                  </a:cubicBezTo>
                  <a:cubicBezTo>
                    <a:pt x="10" y="1"/>
                    <a:pt x="7" y="2"/>
                    <a:pt x="5" y="5"/>
                  </a:cubicBezTo>
                  <a:cubicBezTo>
                    <a:pt x="0" y="11"/>
                    <a:pt x="3" y="21"/>
                    <a:pt x="11" y="24"/>
                  </a:cubicBezTo>
                  <a:cubicBezTo>
                    <a:pt x="19" y="28"/>
                    <a:pt x="27" y="23"/>
                    <a:pt x="28" y="17"/>
                  </a:cubicBezTo>
                  <a:cubicBezTo>
                    <a:pt x="28" y="12"/>
                    <a:pt x="27" y="10"/>
                    <a:pt x="21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60" name="Freeform 951">
              <a:extLst>
                <a:ext uri="{FF2B5EF4-FFF2-40B4-BE49-F238E27FC236}">
                  <a16:creationId xmlns:a16="http://schemas.microsoft.com/office/drawing/2014/main" id="{80F75819-D70A-47F1-B0FA-66906D321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092"/>
              <a:ext cx="26" cy="26"/>
            </a:xfrm>
            <a:custGeom>
              <a:avLst/>
              <a:gdLst>
                <a:gd name="T0" fmla="*/ 89 w 14"/>
                <a:gd name="T1" fmla="*/ 45 h 14"/>
                <a:gd name="T2" fmla="*/ 76 w 14"/>
                <a:gd name="T3" fmla="*/ 84 h 14"/>
                <a:gd name="T4" fmla="*/ 20 w 14"/>
                <a:gd name="T5" fmla="*/ 65 h 14"/>
                <a:gd name="T6" fmla="*/ 7 w 14"/>
                <a:gd name="T7" fmla="*/ 20 h 14"/>
                <a:gd name="T8" fmla="*/ 24 w 14"/>
                <a:gd name="T9" fmla="*/ 0 h 14"/>
                <a:gd name="T10" fmla="*/ 24 w 14"/>
                <a:gd name="T11" fmla="*/ 0 h 14"/>
                <a:gd name="T12" fmla="*/ 7 w 14"/>
                <a:gd name="T13" fmla="*/ 20 h 14"/>
                <a:gd name="T14" fmla="*/ 20 w 14"/>
                <a:gd name="T15" fmla="*/ 65 h 14"/>
                <a:gd name="T16" fmla="*/ 76 w 14"/>
                <a:gd name="T17" fmla="*/ 84 h 14"/>
                <a:gd name="T18" fmla="*/ 89 w 14"/>
                <a:gd name="T19" fmla="*/ 4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14" y="7"/>
                  </a:moveTo>
                  <a:cubicBezTo>
                    <a:pt x="14" y="10"/>
                    <a:pt x="14" y="12"/>
                    <a:pt x="12" y="13"/>
                  </a:cubicBezTo>
                  <a:cubicBezTo>
                    <a:pt x="10" y="14"/>
                    <a:pt x="6" y="13"/>
                    <a:pt x="3" y="10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5"/>
                    <a:pt x="0" y="7"/>
                    <a:pt x="3" y="10"/>
                  </a:cubicBezTo>
                  <a:cubicBezTo>
                    <a:pt x="6" y="14"/>
                    <a:pt x="10" y="14"/>
                    <a:pt x="12" y="13"/>
                  </a:cubicBezTo>
                  <a:cubicBezTo>
                    <a:pt x="14" y="12"/>
                    <a:pt x="14" y="10"/>
                    <a:pt x="14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1" name="Freeform 952">
              <a:extLst>
                <a:ext uri="{FF2B5EF4-FFF2-40B4-BE49-F238E27FC236}">
                  <a16:creationId xmlns:a16="http://schemas.microsoft.com/office/drawing/2014/main" id="{601B6300-3C91-4F65-B78A-B071FE436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283"/>
              <a:ext cx="45" cy="50"/>
            </a:xfrm>
            <a:custGeom>
              <a:avLst/>
              <a:gdLst>
                <a:gd name="T0" fmla="*/ 113 w 24"/>
                <a:gd name="T1" fmla="*/ 20 h 27"/>
                <a:gd name="T2" fmla="*/ 73 w 24"/>
                <a:gd name="T3" fmla="*/ 0 h 27"/>
                <a:gd name="T4" fmla="*/ 21 w 24"/>
                <a:gd name="T5" fmla="*/ 104 h 27"/>
                <a:gd name="T6" fmla="*/ 120 w 24"/>
                <a:gd name="T7" fmla="*/ 165 h 27"/>
                <a:gd name="T8" fmla="*/ 158 w 24"/>
                <a:gd name="T9" fmla="*/ 113 h 27"/>
                <a:gd name="T10" fmla="*/ 137 w 24"/>
                <a:gd name="T11" fmla="*/ 57 h 27"/>
                <a:gd name="T12" fmla="*/ 113 w 24"/>
                <a:gd name="T13" fmla="*/ 2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7" y="24"/>
                    <a:pt x="14" y="27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4"/>
                    <a:pt x="22" y="11"/>
                    <a:pt x="21" y="9"/>
                  </a:cubicBezTo>
                  <a:cubicBezTo>
                    <a:pt x="19" y="7"/>
                    <a:pt x="19" y="4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62" name="Freeform 953">
              <a:extLst>
                <a:ext uri="{FF2B5EF4-FFF2-40B4-BE49-F238E27FC236}">
                  <a16:creationId xmlns:a16="http://schemas.microsoft.com/office/drawing/2014/main" id="{8CA87141-C7E2-455D-8B93-94FF9B170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294"/>
              <a:ext cx="17" cy="28"/>
            </a:xfrm>
            <a:custGeom>
              <a:avLst/>
              <a:gdLst>
                <a:gd name="T0" fmla="*/ 8 w 9"/>
                <a:gd name="T1" fmla="*/ 7 h 15"/>
                <a:gd name="T2" fmla="*/ 0 w 9"/>
                <a:gd name="T3" fmla="*/ 39 h 15"/>
                <a:gd name="T4" fmla="*/ 40 w 9"/>
                <a:gd name="T5" fmla="*/ 91 h 15"/>
                <a:gd name="T6" fmla="*/ 60 w 9"/>
                <a:gd name="T7" fmla="*/ 91 h 15"/>
                <a:gd name="T8" fmla="*/ 60 w 9"/>
                <a:gd name="T9" fmla="*/ 91 h 15"/>
                <a:gd name="T10" fmla="*/ 40 w 9"/>
                <a:gd name="T11" fmla="*/ 91 h 15"/>
                <a:gd name="T12" fmla="*/ 8 w 9"/>
                <a:gd name="T13" fmla="*/ 39 h 15"/>
                <a:gd name="T14" fmla="*/ 8 w 9"/>
                <a:gd name="T15" fmla="*/ 7 h 15"/>
                <a:gd name="T16" fmla="*/ 28 w 9"/>
                <a:gd name="T17" fmla="*/ 7 h 15"/>
                <a:gd name="T18" fmla="*/ 28 w 9"/>
                <a:gd name="T19" fmla="*/ 7 h 15"/>
                <a:gd name="T20" fmla="*/ 8 w 9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10"/>
                    <a:pt x="3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4"/>
                    <a:pt x="6" y="14"/>
                  </a:cubicBezTo>
                  <a:cubicBezTo>
                    <a:pt x="4" y="13"/>
                    <a:pt x="1" y="10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3" name="Freeform 954">
              <a:extLst>
                <a:ext uri="{FF2B5EF4-FFF2-40B4-BE49-F238E27FC236}">
                  <a16:creationId xmlns:a16="http://schemas.microsoft.com/office/drawing/2014/main" id="{7C70B8A4-4EF3-4BC2-B02C-A63664E58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761"/>
              <a:ext cx="37" cy="17"/>
            </a:xfrm>
            <a:custGeom>
              <a:avLst/>
              <a:gdLst>
                <a:gd name="T0" fmla="*/ 0 w 20"/>
                <a:gd name="T1" fmla="*/ 0 h 9"/>
                <a:gd name="T2" fmla="*/ 126 w 20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cubicBezTo>
                    <a:pt x="3" y="9"/>
                    <a:pt x="15" y="6"/>
                    <a:pt x="2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4" name="Freeform 955">
              <a:extLst>
                <a:ext uri="{FF2B5EF4-FFF2-40B4-BE49-F238E27FC236}">
                  <a16:creationId xmlns:a16="http://schemas.microsoft.com/office/drawing/2014/main" id="{801D3611-97AC-4DE3-B9C9-9CE33F364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740"/>
              <a:ext cx="35" cy="32"/>
            </a:xfrm>
            <a:custGeom>
              <a:avLst/>
              <a:gdLst>
                <a:gd name="T0" fmla="*/ 118 w 19"/>
                <a:gd name="T1" fmla="*/ 92 h 17"/>
                <a:gd name="T2" fmla="*/ 7 w 19"/>
                <a:gd name="T3" fmla="*/ 45 h 17"/>
                <a:gd name="T4" fmla="*/ 7 w 1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4"/>
                  </a:moveTo>
                  <a:cubicBezTo>
                    <a:pt x="11" y="16"/>
                    <a:pt x="3" y="17"/>
                    <a:pt x="1" y="7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5" name="Freeform 956">
              <a:extLst>
                <a:ext uri="{FF2B5EF4-FFF2-40B4-BE49-F238E27FC236}">
                  <a16:creationId xmlns:a16="http://schemas.microsoft.com/office/drawing/2014/main" id="{4732DFC7-68A2-4476-A5F2-7435AD69D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751"/>
              <a:ext cx="33" cy="25"/>
            </a:xfrm>
            <a:custGeom>
              <a:avLst/>
              <a:gdLst>
                <a:gd name="T0" fmla="*/ 0 w 18"/>
                <a:gd name="T1" fmla="*/ 0 h 13"/>
                <a:gd name="T2" fmla="*/ 112 w 18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cubicBezTo>
                    <a:pt x="1" y="8"/>
                    <a:pt x="11" y="13"/>
                    <a:pt x="18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6" name="Freeform 957">
              <a:extLst>
                <a:ext uri="{FF2B5EF4-FFF2-40B4-BE49-F238E27FC236}">
                  <a16:creationId xmlns:a16="http://schemas.microsoft.com/office/drawing/2014/main" id="{C8C469DC-585A-42E3-BCFD-7ED6EB6BE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703"/>
              <a:ext cx="35" cy="28"/>
            </a:xfrm>
            <a:custGeom>
              <a:avLst/>
              <a:gdLst>
                <a:gd name="T0" fmla="*/ 0 w 19"/>
                <a:gd name="T1" fmla="*/ 0 h 15"/>
                <a:gd name="T2" fmla="*/ 118 w 19"/>
                <a:gd name="T3" fmla="*/ 5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0" y="0"/>
                  </a:moveTo>
                  <a:cubicBezTo>
                    <a:pt x="4" y="11"/>
                    <a:pt x="8" y="15"/>
                    <a:pt x="19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7" name="Freeform 958">
              <a:extLst>
                <a:ext uri="{FF2B5EF4-FFF2-40B4-BE49-F238E27FC236}">
                  <a16:creationId xmlns:a16="http://schemas.microsoft.com/office/drawing/2014/main" id="{035B6102-8563-4B89-BFD9-D3B7578FC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688"/>
              <a:ext cx="24" cy="37"/>
            </a:xfrm>
            <a:custGeom>
              <a:avLst/>
              <a:gdLst>
                <a:gd name="T0" fmla="*/ 76 w 13"/>
                <a:gd name="T1" fmla="*/ 0 h 20"/>
                <a:gd name="T2" fmla="*/ 0 w 13"/>
                <a:gd name="T3" fmla="*/ 7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12" y="0"/>
                  </a:moveTo>
                  <a:cubicBezTo>
                    <a:pt x="13" y="6"/>
                    <a:pt x="6" y="20"/>
                    <a:pt x="0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8" name="Freeform 959">
              <a:extLst>
                <a:ext uri="{FF2B5EF4-FFF2-40B4-BE49-F238E27FC236}">
                  <a16:creationId xmlns:a16="http://schemas.microsoft.com/office/drawing/2014/main" id="{79D261BE-94E6-49AF-8D50-F40F1F455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749"/>
              <a:ext cx="28" cy="23"/>
            </a:xfrm>
            <a:custGeom>
              <a:avLst/>
              <a:gdLst>
                <a:gd name="T0" fmla="*/ 0 w 15"/>
                <a:gd name="T1" fmla="*/ 44 h 12"/>
                <a:gd name="T2" fmla="*/ 97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4" y="12"/>
                    <a:pt x="13" y="5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9" name="Freeform 960">
              <a:extLst>
                <a:ext uri="{FF2B5EF4-FFF2-40B4-BE49-F238E27FC236}">
                  <a16:creationId xmlns:a16="http://schemas.microsoft.com/office/drawing/2014/main" id="{AA970C4B-F934-44A5-ABF8-1FF87040A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748"/>
              <a:ext cx="13" cy="7"/>
            </a:xfrm>
            <a:custGeom>
              <a:avLst/>
              <a:gdLst>
                <a:gd name="T0" fmla="*/ 0 w 7"/>
                <a:gd name="T1" fmla="*/ 0 h 4"/>
                <a:gd name="T2" fmla="*/ 45 w 7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4"/>
                    <a:pt x="4" y="3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0" name="Freeform 961">
              <a:extLst>
                <a:ext uri="{FF2B5EF4-FFF2-40B4-BE49-F238E27FC236}">
                  <a16:creationId xmlns:a16="http://schemas.microsoft.com/office/drawing/2014/main" id="{78A85043-0D5C-4E0A-B666-BACCED4EE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669"/>
              <a:ext cx="33" cy="17"/>
            </a:xfrm>
            <a:custGeom>
              <a:avLst/>
              <a:gdLst>
                <a:gd name="T0" fmla="*/ 0 w 18"/>
                <a:gd name="T1" fmla="*/ 15 h 9"/>
                <a:gd name="T2" fmla="*/ 112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2"/>
                  </a:moveTo>
                  <a:cubicBezTo>
                    <a:pt x="5" y="9"/>
                    <a:pt x="12" y="5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1" name="Freeform 962">
              <a:extLst>
                <a:ext uri="{FF2B5EF4-FFF2-40B4-BE49-F238E27FC236}">
                  <a16:creationId xmlns:a16="http://schemas.microsoft.com/office/drawing/2014/main" id="{A081BFE7-D222-488F-9E8F-93B1F6068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632"/>
              <a:ext cx="41" cy="15"/>
            </a:xfrm>
            <a:custGeom>
              <a:avLst/>
              <a:gdLst>
                <a:gd name="T0" fmla="*/ 0 w 22"/>
                <a:gd name="T1" fmla="*/ 0 h 8"/>
                <a:gd name="T2" fmla="*/ 142 w 22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6" y="8"/>
                    <a:pt x="14" y="6"/>
                    <a:pt x="22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2" name="Freeform 963">
              <a:extLst>
                <a:ext uri="{FF2B5EF4-FFF2-40B4-BE49-F238E27FC236}">
                  <a16:creationId xmlns:a16="http://schemas.microsoft.com/office/drawing/2014/main" id="{FDBF0025-9AEA-4927-B1B7-C5E217C50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675"/>
              <a:ext cx="35" cy="20"/>
            </a:xfrm>
            <a:custGeom>
              <a:avLst/>
              <a:gdLst>
                <a:gd name="T0" fmla="*/ 7 w 19"/>
                <a:gd name="T1" fmla="*/ 0 h 11"/>
                <a:gd name="T2" fmla="*/ 52 w 19"/>
                <a:gd name="T3" fmla="*/ 60 h 11"/>
                <a:gd name="T4" fmla="*/ 112 w 19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1" y="0"/>
                  </a:moveTo>
                  <a:cubicBezTo>
                    <a:pt x="0" y="4"/>
                    <a:pt x="4" y="10"/>
                    <a:pt x="8" y="10"/>
                  </a:cubicBezTo>
                  <a:cubicBezTo>
                    <a:pt x="13" y="11"/>
                    <a:pt x="19" y="6"/>
                    <a:pt x="18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3" name="Freeform 964">
              <a:extLst>
                <a:ext uri="{FF2B5EF4-FFF2-40B4-BE49-F238E27FC236}">
                  <a16:creationId xmlns:a16="http://schemas.microsoft.com/office/drawing/2014/main" id="{07E86208-0F84-45F2-AF73-4FB4AC6F1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699"/>
              <a:ext cx="47" cy="26"/>
            </a:xfrm>
            <a:custGeom>
              <a:avLst/>
              <a:gdLst>
                <a:gd name="T0" fmla="*/ 8 w 25"/>
                <a:gd name="T1" fmla="*/ 7 h 14"/>
                <a:gd name="T2" fmla="*/ 32 w 25"/>
                <a:gd name="T3" fmla="*/ 76 h 14"/>
                <a:gd name="T4" fmla="*/ 113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1" y="1"/>
                  </a:moveTo>
                  <a:cubicBezTo>
                    <a:pt x="0" y="5"/>
                    <a:pt x="0" y="10"/>
                    <a:pt x="5" y="12"/>
                  </a:cubicBezTo>
                  <a:cubicBezTo>
                    <a:pt x="11" y="14"/>
                    <a:pt x="25" y="6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4" name="Freeform 965">
              <a:extLst>
                <a:ext uri="{FF2B5EF4-FFF2-40B4-BE49-F238E27FC236}">
                  <a16:creationId xmlns:a16="http://schemas.microsoft.com/office/drawing/2014/main" id="{D570B941-E86C-4ECC-8DCA-AD8B48846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729"/>
              <a:ext cx="22" cy="15"/>
            </a:xfrm>
            <a:custGeom>
              <a:avLst/>
              <a:gdLst>
                <a:gd name="T0" fmla="*/ 7 w 12"/>
                <a:gd name="T1" fmla="*/ 0 h 8"/>
                <a:gd name="T2" fmla="*/ 73 w 12"/>
                <a:gd name="T3" fmla="*/ 3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" y="0"/>
                  </a:moveTo>
                  <a:cubicBezTo>
                    <a:pt x="0" y="7"/>
                    <a:pt x="8" y="8"/>
                    <a:pt x="12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5" name="Freeform 966">
              <a:extLst>
                <a:ext uri="{FF2B5EF4-FFF2-40B4-BE49-F238E27FC236}">
                  <a16:creationId xmlns:a16="http://schemas.microsoft.com/office/drawing/2014/main" id="{0E99AE2C-9CF9-4BEA-B88B-2253AF5F7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779"/>
              <a:ext cx="38" cy="19"/>
            </a:xfrm>
            <a:custGeom>
              <a:avLst/>
              <a:gdLst>
                <a:gd name="T0" fmla="*/ 0 w 20"/>
                <a:gd name="T1" fmla="*/ 21 h 10"/>
                <a:gd name="T2" fmla="*/ 137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3"/>
                  </a:moveTo>
                  <a:cubicBezTo>
                    <a:pt x="3" y="10"/>
                    <a:pt x="19" y="7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6" name="Freeform 967">
              <a:extLst>
                <a:ext uri="{FF2B5EF4-FFF2-40B4-BE49-F238E27FC236}">
                  <a16:creationId xmlns:a16="http://schemas.microsoft.com/office/drawing/2014/main" id="{57D11542-235D-41BB-AD37-6A3A4922F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832"/>
              <a:ext cx="37" cy="24"/>
            </a:xfrm>
            <a:custGeom>
              <a:avLst/>
              <a:gdLst>
                <a:gd name="T0" fmla="*/ 13 w 20"/>
                <a:gd name="T1" fmla="*/ 0 h 13"/>
                <a:gd name="T2" fmla="*/ 126 w 20"/>
                <a:gd name="T3" fmla="*/ 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2" y="0"/>
                  </a:moveTo>
                  <a:cubicBezTo>
                    <a:pt x="0" y="13"/>
                    <a:pt x="20" y="9"/>
                    <a:pt x="2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7" name="Freeform 968">
              <a:extLst>
                <a:ext uri="{FF2B5EF4-FFF2-40B4-BE49-F238E27FC236}">
                  <a16:creationId xmlns:a16="http://schemas.microsoft.com/office/drawing/2014/main" id="{96E799C0-200F-45DE-B1F6-24FA89E68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633"/>
              <a:ext cx="58" cy="27"/>
            </a:xfrm>
            <a:custGeom>
              <a:avLst/>
              <a:gdLst>
                <a:gd name="T0" fmla="*/ 52 w 31"/>
                <a:gd name="T1" fmla="*/ 23 h 14"/>
                <a:gd name="T2" fmla="*/ 92 w 31"/>
                <a:gd name="T3" fmla="*/ 100 h 14"/>
                <a:gd name="T4" fmla="*/ 157 w 3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">
                  <a:moveTo>
                    <a:pt x="8" y="3"/>
                  </a:moveTo>
                  <a:cubicBezTo>
                    <a:pt x="0" y="7"/>
                    <a:pt x="7" y="14"/>
                    <a:pt x="14" y="14"/>
                  </a:cubicBezTo>
                  <a:cubicBezTo>
                    <a:pt x="20" y="14"/>
                    <a:pt x="31" y="6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8" name="Freeform 969">
              <a:extLst>
                <a:ext uri="{FF2B5EF4-FFF2-40B4-BE49-F238E27FC236}">
                  <a16:creationId xmlns:a16="http://schemas.microsoft.com/office/drawing/2014/main" id="{14D0273C-55CC-476A-ADB6-1F7532AD0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656"/>
              <a:ext cx="60" cy="32"/>
            </a:xfrm>
            <a:custGeom>
              <a:avLst/>
              <a:gdLst>
                <a:gd name="T0" fmla="*/ 68 w 32"/>
                <a:gd name="T1" fmla="*/ 0 h 17"/>
                <a:gd name="T2" fmla="*/ 186 w 32"/>
                <a:gd name="T3" fmla="*/ 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10" y="0"/>
                  </a:moveTo>
                  <a:cubicBezTo>
                    <a:pt x="0" y="10"/>
                    <a:pt x="32" y="17"/>
                    <a:pt x="28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9" name="Freeform 970">
              <a:extLst>
                <a:ext uri="{FF2B5EF4-FFF2-40B4-BE49-F238E27FC236}">
                  <a16:creationId xmlns:a16="http://schemas.microsoft.com/office/drawing/2014/main" id="{C2A03A2F-130C-49E1-A18B-B286D9E89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665"/>
              <a:ext cx="46" cy="25"/>
            </a:xfrm>
            <a:custGeom>
              <a:avLst/>
              <a:gdLst>
                <a:gd name="T0" fmla="*/ 24 w 25"/>
                <a:gd name="T1" fmla="*/ 0 h 13"/>
                <a:gd name="T2" fmla="*/ 37 w 25"/>
                <a:gd name="T3" fmla="*/ 71 h 13"/>
                <a:gd name="T4" fmla="*/ 149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4" y="0"/>
                  </a:moveTo>
                  <a:cubicBezTo>
                    <a:pt x="0" y="3"/>
                    <a:pt x="2" y="9"/>
                    <a:pt x="6" y="10"/>
                  </a:cubicBezTo>
                  <a:cubicBezTo>
                    <a:pt x="12" y="13"/>
                    <a:pt x="25" y="8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0" name="Freeform 971">
              <a:extLst>
                <a:ext uri="{FF2B5EF4-FFF2-40B4-BE49-F238E27FC236}">
                  <a16:creationId xmlns:a16="http://schemas.microsoft.com/office/drawing/2014/main" id="{9A75612C-C1FE-44BF-B60B-86E79594F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755"/>
              <a:ext cx="37" cy="28"/>
            </a:xfrm>
            <a:custGeom>
              <a:avLst/>
              <a:gdLst>
                <a:gd name="T0" fmla="*/ 0 w 20"/>
                <a:gd name="T1" fmla="*/ 24 h 15"/>
                <a:gd name="T2" fmla="*/ 96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0" y="4"/>
                  </a:moveTo>
                  <a:cubicBezTo>
                    <a:pt x="1" y="15"/>
                    <a:pt x="20" y="10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1" name="Freeform 972">
              <a:extLst>
                <a:ext uri="{FF2B5EF4-FFF2-40B4-BE49-F238E27FC236}">
                  <a16:creationId xmlns:a16="http://schemas.microsoft.com/office/drawing/2014/main" id="{E6474E4B-5DE8-4A84-A567-616761394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837"/>
              <a:ext cx="66" cy="40"/>
            </a:xfrm>
            <a:custGeom>
              <a:avLst/>
              <a:gdLst>
                <a:gd name="T0" fmla="*/ 32 w 35"/>
                <a:gd name="T1" fmla="*/ 40 h 21"/>
                <a:gd name="T2" fmla="*/ 128 w 3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1">
                  <a:moveTo>
                    <a:pt x="5" y="6"/>
                  </a:moveTo>
                  <a:cubicBezTo>
                    <a:pt x="0" y="21"/>
                    <a:pt x="35" y="11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2" name="Freeform 973">
              <a:extLst>
                <a:ext uri="{FF2B5EF4-FFF2-40B4-BE49-F238E27FC236}">
                  <a16:creationId xmlns:a16="http://schemas.microsoft.com/office/drawing/2014/main" id="{FF0A7F20-420A-4347-9C8C-1B2822A4B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804"/>
              <a:ext cx="48" cy="47"/>
            </a:xfrm>
            <a:custGeom>
              <a:avLst/>
              <a:gdLst>
                <a:gd name="T0" fmla="*/ 0 w 26"/>
                <a:gd name="T1" fmla="*/ 105 h 25"/>
                <a:gd name="T2" fmla="*/ 89 w 2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0" y="16"/>
                  </a:moveTo>
                  <a:cubicBezTo>
                    <a:pt x="9" y="25"/>
                    <a:pt x="26" y="10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3" name="Freeform 974">
              <a:extLst>
                <a:ext uri="{FF2B5EF4-FFF2-40B4-BE49-F238E27FC236}">
                  <a16:creationId xmlns:a16="http://schemas.microsoft.com/office/drawing/2014/main" id="{5F7BC775-D4EF-405C-93AD-021C0E1CA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841"/>
              <a:ext cx="24" cy="19"/>
            </a:xfrm>
            <a:custGeom>
              <a:avLst/>
              <a:gdLst>
                <a:gd name="T0" fmla="*/ 0 w 13"/>
                <a:gd name="T1" fmla="*/ 0 h 10"/>
                <a:gd name="T2" fmla="*/ 81 w 13"/>
                <a:gd name="T3" fmla="*/ 4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0" y="8"/>
                    <a:pt x="6" y="10"/>
                    <a:pt x="13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4" name="Freeform 975">
              <a:extLst>
                <a:ext uri="{FF2B5EF4-FFF2-40B4-BE49-F238E27FC236}">
                  <a16:creationId xmlns:a16="http://schemas.microsoft.com/office/drawing/2014/main" id="{C96EA5D5-9D93-455F-B10E-2EAD852B2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828"/>
              <a:ext cx="9" cy="8"/>
            </a:xfrm>
            <a:custGeom>
              <a:avLst/>
              <a:gdLst>
                <a:gd name="T0" fmla="*/ 0 w 5"/>
                <a:gd name="T1" fmla="*/ 0 h 4"/>
                <a:gd name="T2" fmla="*/ 29 w 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3"/>
                    <a:pt x="3" y="4"/>
                    <a:pt x="5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5" name="Freeform 976">
              <a:extLst>
                <a:ext uri="{FF2B5EF4-FFF2-40B4-BE49-F238E27FC236}">
                  <a16:creationId xmlns:a16="http://schemas.microsoft.com/office/drawing/2014/main" id="{95672091-A53B-476F-91B4-08A4A3C0E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778"/>
              <a:ext cx="13" cy="3"/>
            </a:xfrm>
            <a:custGeom>
              <a:avLst/>
              <a:gdLst>
                <a:gd name="T0" fmla="*/ 0 w 7"/>
                <a:gd name="T1" fmla="*/ 5 h 2"/>
                <a:gd name="T2" fmla="*/ 4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2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6" name="Freeform 977">
              <a:extLst>
                <a:ext uri="{FF2B5EF4-FFF2-40B4-BE49-F238E27FC236}">
                  <a16:creationId xmlns:a16="http://schemas.microsoft.com/office/drawing/2014/main" id="{92736B02-2559-4E0B-AFBD-F0EA8169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759"/>
              <a:ext cx="11" cy="5"/>
            </a:xfrm>
            <a:custGeom>
              <a:avLst/>
              <a:gdLst>
                <a:gd name="T0" fmla="*/ 0 w 6"/>
                <a:gd name="T1" fmla="*/ 0 h 3"/>
                <a:gd name="T2" fmla="*/ 37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3"/>
                    <a:pt x="4" y="2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7" name="Freeform 978">
              <a:extLst>
                <a:ext uri="{FF2B5EF4-FFF2-40B4-BE49-F238E27FC236}">
                  <a16:creationId xmlns:a16="http://schemas.microsoft.com/office/drawing/2014/main" id="{A1142D94-4D80-4475-8BB9-96417B731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695"/>
              <a:ext cx="13" cy="13"/>
            </a:xfrm>
            <a:custGeom>
              <a:avLst/>
              <a:gdLst>
                <a:gd name="T0" fmla="*/ 0 w 7"/>
                <a:gd name="T1" fmla="*/ 32 h 7"/>
                <a:gd name="T2" fmla="*/ 7 w 7"/>
                <a:gd name="T3" fmla="*/ 45 h 7"/>
                <a:gd name="T4" fmla="*/ 45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0" y="6"/>
                    <a:pt x="1" y="6"/>
                    <a:pt x="1" y="7"/>
                  </a:cubicBezTo>
                  <a:cubicBezTo>
                    <a:pt x="4" y="6"/>
                    <a:pt x="7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8" name="Freeform 979">
              <a:extLst>
                <a:ext uri="{FF2B5EF4-FFF2-40B4-BE49-F238E27FC236}">
                  <a16:creationId xmlns:a16="http://schemas.microsoft.com/office/drawing/2014/main" id="{C05BCAC7-3847-4E9D-BF00-06243758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669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2"/>
                    <a:pt x="2" y="2"/>
                    <a:pt x="4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9" name="Freeform 980">
              <a:extLst>
                <a:ext uri="{FF2B5EF4-FFF2-40B4-BE49-F238E27FC236}">
                  <a16:creationId xmlns:a16="http://schemas.microsoft.com/office/drawing/2014/main" id="{91DAFB97-AD60-4A4B-AF79-B59FB714E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662"/>
              <a:ext cx="11" cy="3"/>
            </a:xfrm>
            <a:custGeom>
              <a:avLst/>
              <a:gdLst>
                <a:gd name="T0" fmla="*/ 0 w 6"/>
                <a:gd name="T1" fmla="*/ 0 h 2"/>
                <a:gd name="T2" fmla="*/ 37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2"/>
                    <a:pt x="4" y="2"/>
                    <a:pt x="6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0" name="Freeform 981">
              <a:extLst>
                <a:ext uri="{FF2B5EF4-FFF2-40B4-BE49-F238E27FC236}">
                  <a16:creationId xmlns:a16="http://schemas.microsoft.com/office/drawing/2014/main" id="{0454EB0F-66E8-44D7-9DD4-509876A53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643"/>
              <a:ext cx="16" cy="9"/>
            </a:xfrm>
            <a:custGeom>
              <a:avLst/>
              <a:gdLst>
                <a:gd name="T0" fmla="*/ 16 w 9"/>
                <a:gd name="T1" fmla="*/ 0 h 5"/>
                <a:gd name="T2" fmla="*/ 50 w 9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4"/>
                    <a:pt x="7" y="5"/>
                    <a:pt x="9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1" name="Freeform 982">
              <a:extLst>
                <a:ext uri="{FF2B5EF4-FFF2-40B4-BE49-F238E27FC236}">
                  <a16:creationId xmlns:a16="http://schemas.microsoft.com/office/drawing/2014/main" id="{9CC317FE-D7FF-443A-A3B0-76A64E1A3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817"/>
              <a:ext cx="11" cy="11"/>
            </a:xfrm>
            <a:custGeom>
              <a:avLst/>
              <a:gdLst>
                <a:gd name="T0" fmla="*/ 0 w 6"/>
                <a:gd name="T1" fmla="*/ 13 h 6"/>
                <a:gd name="T2" fmla="*/ 3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2" y="6"/>
                    <a:pt x="6" y="3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2" name="Freeform 983">
              <a:extLst>
                <a:ext uri="{FF2B5EF4-FFF2-40B4-BE49-F238E27FC236}">
                  <a16:creationId xmlns:a16="http://schemas.microsoft.com/office/drawing/2014/main" id="{79DC64C5-FE79-4E90-9733-9FFFB69E7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725"/>
              <a:ext cx="37" cy="28"/>
            </a:xfrm>
            <a:custGeom>
              <a:avLst/>
              <a:gdLst>
                <a:gd name="T0" fmla="*/ 126 w 20"/>
                <a:gd name="T1" fmla="*/ 0 h 15"/>
                <a:gd name="T2" fmla="*/ 0 w 20"/>
                <a:gd name="T3" fmla="*/ 5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5" y="7"/>
                    <a:pt x="7" y="15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3" name="Freeform 984">
              <a:extLst>
                <a:ext uri="{FF2B5EF4-FFF2-40B4-BE49-F238E27FC236}">
                  <a16:creationId xmlns:a16="http://schemas.microsoft.com/office/drawing/2014/main" id="{BD3EE6F3-0DFE-4F02-9582-5D65006B4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751"/>
              <a:ext cx="33" cy="25"/>
            </a:xfrm>
            <a:custGeom>
              <a:avLst/>
              <a:gdLst>
                <a:gd name="T0" fmla="*/ 112 w 18"/>
                <a:gd name="T1" fmla="*/ 0 h 13"/>
                <a:gd name="T2" fmla="*/ 0 w 18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6" y="8"/>
                    <a:pt x="7" y="13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4" name="Freeform 985">
              <a:extLst>
                <a:ext uri="{FF2B5EF4-FFF2-40B4-BE49-F238E27FC236}">
                  <a16:creationId xmlns:a16="http://schemas.microsoft.com/office/drawing/2014/main" id="{A9619DFD-4E32-4B2D-88F1-72C27B749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688"/>
              <a:ext cx="41" cy="18"/>
            </a:xfrm>
            <a:custGeom>
              <a:avLst/>
              <a:gdLst>
                <a:gd name="T0" fmla="*/ 142 w 22"/>
                <a:gd name="T1" fmla="*/ 0 h 10"/>
                <a:gd name="T2" fmla="*/ 0 w 22"/>
                <a:gd name="T3" fmla="*/ 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cubicBezTo>
                    <a:pt x="15" y="8"/>
                    <a:pt x="10" y="10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5" name="Freeform 986">
              <a:extLst>
                <a:ext uri="{FF2B5EF4-FFF2-40B4-BE49-F238E27FC236}">
                  <a16:creationId xmlns:a16="http://schemas.microsoft.com/office/drawing/2014/main" id="{692BA7DF-88CD-469A-BC50-24D056E80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680"/>
              <a:ext cx="32" cy="26"/>
            </a:xfrm>
            <a:custGeom>
              <a:avLst/>
              <a:gdLst>
                <a:gd name="T0" fmla="*/ 113 w 17"/>
                <a:gd name="T1" fmla="*/ 52 h 14"/>
                <a:gd name="T2" fmla="*/ 40 w 17"/>
                <a:gd name="T3" fmla="*/ 76 h 14"/>
                <a:gd name="T4" fmla="*/ 0 w 1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8"/>
                  </a:moveTo>
                  <a:cubicBezTo>
                    <a:pt x="15" y="12"/>
                    <a:pt x="10" y="14"/>
                    <a:pt x="6" y="12"/>
                  </a:cubicBezTo>
                  <a:cubicBezTo>
                    <a:pt x="1" y="9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6" name="Freeform 987">
              <a:extLst>
                <a:ext uri="{FF2B5EF4-FFF2-40B4-BE49-F238E27FC236}">
                  <a16:creationId xmlns:a16="http://schemas.microsoft.com/office/drawing/2014/main" id="{0C7B3230-352E-4637-8295-D502119D7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648"/>
              <a:ext cx="50" cy="60"/>
            </a:xfrm>
            <a:custGeom>
              <a:avLst/>
              <a:gdLst>
                <a:gd name="T0" fmla="*/ 172 w 27"/>
                <a:gd name="T1" fmla="*/ 113 h 32"/>
                <a:gd name="T2" fmla="*/ 81 w 27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27" y="17"/>
                  </a:moveTo>
                  <a:cubicBezTo>
                    <a:pt x="25" y="32"/>
                    <a:pt x="0" y="12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7" name="Freeform 988">
              <a:extLst>
                <a:ext uri="{FF2B5EF4-FFF2-40B4-BE49-F238E27FC236}">
                  <a16:creationId xmlns:a16="http://schemas.microsoft.com/office/drawing/2014/main" id="{6B8CECCF-9DD7-4052-8B0C-D80D14DD0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688"/>
              <a:ext cx="24" cy="37"/>
            </a:xfrm>
            <a:custGeom>
              <a:avLst/>
              <a:gdLst>
                <a:gd name="T0" fmla="*/ 7 w 13"/>
                <a:gd name="T1" fmla="*/ 0 h 20"/>
                <a:gd name="T2" fmla="*/ 81 w 13"/>
                <a:gd name="T3" fmla="*/ 7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1" y="0"/>
                  </a:moveTo>
                  <a:cubicBezTo>
                    <a:pt x="0" y="6"/>
                    <a:pt x="7" y="20"/>
                    <a:pt x="13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8" name="Freeform 989">
              <a:extLst>
                <a:ext uri="{FF2B5EF4-FFF2-40B4-BE49-F238E27FC236}">
                  <a16:creationId xmlns:a16="http://schemas.microsoft.com/office/drawing/2014/main" id="{49623F57-E24B-4D07-92F4-BEC0F8208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716"/>
              <a:ext cx="28" cy="22"/>
            </a:xfrm>
            <a:custGeom>
              <a:avLst/>
              <a:gdLst>
                <a:gd name="T0" fmla="*/ 97 w 15"/>
                <a:gd name="T1" fmla="*/ 73 h 12"/>
                <a:gd name="T2" fmla="*/ 13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15" y="12"/>
                  </a:moveTo>
                  <a:cubicBezTo>
                    <a:pt x="8" y="11"/>
                    <a:pt x="0" y="12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9" name="Freeform 990">
              <a:extLst>
                <a:ext uri="{FF2B5EF4-FFF2-40B4-BE49-F238E27FC236}">
                  <a16:creationId xmlns:a16="http://schemas.microsoft.com/office/drawing/2014/main" id="{D67CFE2B-56DB-48FF-B74A-E80BE1B19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764"/>
              <a:ext cx="32" cy="14"/>
            </a:xfrm>
            <a:custGeom>
              <a:avLst/>
              <a:gdLst>
                <a:gd name="T0" fmla="*/ 105 w 17"/>
                <a:gd name="T1" fmla="*/ 0 h 7"/>
                <a:gd name="T2" fmla="*/ 60 w 17"/>
                <a:gd name="T3" fmla="*/ 56 h 7"/>
                <a:gd name="T4" fmla="*/ 0 w 17"/>
                <a:gd name="T5" fmla="*/ 3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16" y="0"/>
                  </a:moveTo>
                  <a:cubicBezTo>
                    <a:pt x="17" y="4"/>
                    <a:pt x="12" y="7"/>
                    <a:pt x="9" y="7"/>
                  </a:cubicBezTo>
                  <a:cubicBezTo>
                    <a:pt x="5" y="7"/>
                    <a:pt x="2" y="6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0" name="Freeform 991">
              <a:extLst>
                <a:ext uri="{FF2B5EF4-FFF2-40B4-BE49-F238E27FC236}">
                  <a16:creationId xmlns:a16="http://schemas.microsoft.com/office/drawing/2014/main" id="{5E4ABD7C-9EB9-40CD-85DE-C3FD1DA09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778"/>
              <a:ext cx="26" cy="22"/>
            </a:xfrm>
            <a:custGeom>
              <a:avLst/>
              <a:gdLst>
                <a:gd name="T0" fmla="*/ 89 w 14"/>
                <a:gd name="T1" fmla="*/ 51 h 12"/>
                <a:gd name="T2" fmla="*/ 0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4" y="8"/>
                  </a:moveTo>
                  <a:cubicBezTo>
                    <a:pt x="10" y="12"/>
                    <a:pt x="1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1" name="Freeform 992">
              <a:extLst>
                <a:ext uri="{FF2B5EF4-FFF2-40B4-BE49-F238E27FC236}">
                  <a16:creationId xmlns:a16="http://schemas.microsoft.com/office/drawing/2014/main" id="{6EF4DB8C-7D0E-4220-84E3-58A84D636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770"/>
              <a:ext cx="56" cy="26"/>
            </a:xfrm>
            <a:custGeom>
              <a:avLst/>
              <a:gdLst>
                <a:gd name="T0" fmla="*/ 174 w 30"/>
                <a:gd name="T1" fmla="*/ 20 h 14"/>
                <a:gd name="T2" fmla="*/ 149 w 30"/>
                <a:gd name="T3" fmla="*/ 76 h 14"/>
                <a:gd name="T4" fmla="*/ 32 w 3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">
                  <a:moveTo>
                    <a:pt x="27" y="3"/>
                  </a:moveTo>
                  <a:cubicBezTo>
                    <a:pt x="30" y="7"/>
                    <a:pt x="28" y="11"/>
                    <a:pt x="23" y="12"/>
                  </a:cubicBezTo>
                  <a:cubicBezTo>
                    <a:pt x="18" y="14"/>
                    <a:pt x="0" y="8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2" name="Freeform 993">
              <a:extLst>
                <a:ext uri="{FF2B5EF4-FFF2-40B4-BE49-F238E27FC236}">
                  <a16:creationId xmlns:a16="http://schemas.microsoft.com/office/drawing/2014/main" id="{4F7011E6-F586-4810-A04D-1609FD176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779"/>
              <a:ext cx="17" cy="6"/>
            </a:xfrm>
            <a:custGeom>
              <a:avLst/>
              <a:gdLst>
                <a:gd name="T0" fmla="*/ 53 w 9"/>
                <a:gd name="T1" fmla="*/ 0 h 3"/>
                <a:gd name="T2" fmla="*/ 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8" y="0"/>
                  </a:moveTo>
                  <a:cubicBezTo>
                    <a:pt x="9" y="3"/>
                    <a:pt x="2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3" name="Freeform 994">
              <a:extLst>
                <a:ext uri="{FF2B5EF4-FFF2-40B4-BE49-F238E27FC236}">
                  <a16:creationId xmlns:a16="http://schemas.microsoft.com/office/drawing/2014/main" id="{19949E4A-0E3E-4F43-A8FA-340F22B0A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641"/>
              <a:ext cx="30" cy="22"/>
            </a:xfrm>
            <a:custGeom>
              <a:avLst/>
              <a:gdLst>
                <a:gd name="T0" fmla="*/ 105 w 16"/>
                <a:gd name="T1" fmla="*/ 51 h 12"/>
                <a:gd name="T2" fmla="*/ 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8"/>
                  </a:moveTo>
                  <a:cubicBezTo>
                    <a:pt x="11" y="12"/>
                    <a:pt x="2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4" name="Freeform 995">
              <a:extLst>
                <a:ext uri="{FF2B5EF4-FFF2-40B4-BE49-F238E27FC236}">
                  <a16:creationId xmlns:a16="http://schemas.microsoft.com/office/drawing/2014/main" id="{53FE4470-CD0B-48A9-B888-CEC630312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605"/>
              <a:ext cx="47" cy="32"/>
            </a:xfrm>
            <a:custGeom>
              <a:avLst/>
              <a:gdLst>
                <a:gd name="T0" fmla="*/ 133 w 25"/>
                <a:gd name="T1" fmla="*/ 28 h 17"/>
                <a:gd name="T2" fmla="*/ 113 w 25"/>
                <a:gd name="T3" fmla="*/ 100 h 17"/>
                <a:gd name="T4" fmla="*/ 39 w 2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20" y="4"/>
                  </a:moveTo>
                  <a:cubicBezTo>
                    <a:pt x="25" y="8"/>
                    <a:pt x="23" y="14"/>
                    <a:pt x="17" y="15"/>
                  </a:cubicBezTo>
                  <a:cubicBezTo>
                    <a:pt x="9" y="17"/>
                    <a:pt x="0" y="7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5" name="Freeform 996">
              <a:extLst>
                <a:ext uri="{FF2B5EF4-FFF2-40B4-BE49-F238E27FC236}">
                  <a16:creationId xmlns:a16="http://schemas.microsoft.com/office/drawing/2014/main" id="{014CE29E-10F7-40E0-8D75-67C5DBAF2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785"/>
              <a:ext cx="34" cy="17"/>
            </a:xfrm>
            <a:custGeom>
              <a:avLst/>
              <a:gdLst>
                <a:gd name="T0" fmla="*/ 121 w 18"/>
                <a:gd name="T1" fmla="*/ 8 h 9"/>
                <a:gd name="T2" fmla="*/ 0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18" y="1"/>
                  </a:moveTo>
                  <a:cubicBezTo>
                    <a:pt x="17" y="9"/>
                    <a:pt x="3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6" name="Freeform 997">
              <a:extLst>
                <a:ext uri="{FF2B5EF4-FFF2-40B4-BE49-F238E27FC236}">
                  <a16:creationId xmlns:a16="http://schemas.microsoft.com/office/drawing/2014/main" id="{BC1BD870-2D22-4816-8944-50BE28074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832"/>
              <a:ext cx="37" cy="24"/>
            </a:xfrm>
            <a:custGeom>
              <a:avLst/>
              <a:gdLst>
                <a:gd name="T0" fmla="*/ 113 w 20"/>
                <a:gd name="T1" fmla="*/ 0 h 13"/>
                <a:gd name="T2" fmla="*/ 0 w 20"/>
                <a:gd name="T3" fmla="*/ 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18" y="0"/>
                  </a:moveTo>
                  <a:cubicBezTo>
                    <a:pt x="20" y="13"/>
                    <a:pt x="0" y="9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7" name="Freeform 998">
              <a:extLst>
                <a:ext uri="{FF2B5EF4-FFF2-40B4-BE49-F238E27FC236}">
                  <a16:creationId xmlns:a16="http://schemas.microsoft.com/office/drawing/2014/main" id="{13CBC9C9-965D-490C-8A20-9CF27D162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826"/>
              <a:ext cx="34" cy="17"/>
            </a:xfrm>
            <a:custGeom>
              <a:avLst/>
              <a:gdLst>
                <a:gd name="T0" fmla="*/ 121 w 18"/>
                <a:gd name="T1" fmla="*/ 0 h 9"/>
                <a:gd name="T2" fmla="*/ 15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18" y="0"/>
                  </a:moveTo>
                  <a:cubicBezTo>
                    <a:pt x="16" y="9"/>
                    <a:pt x="0" y="6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8" name="Freeform 999">
              <a:extLst>
                <a:ext uri="{FF2B5EF4-FFF2-40B4-BE49-F238E27FC236}">
                  <a16:creationId xmlns:a16="http://schemas.microsoft.com/office/drawing/2014/main" id="{242D4733-1E9D-4FEB-8A4E-278FA9AF8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656"/>
              <a:ext cx="58" cy="32"/>
            </a:xfrm>
            <a:custGeom>
              <a:avLst/>
              <a:gdLst>
                <a:gd name="T0" fmla="*/ 137 w 31"/>
                <a:gd name="T1" fmla="*/ 0 h 17"/>
                <a:gd name="T2" fmla="*/ 21 w 31"/>
                <a:gd name="T3" fmla="*/ 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7">
                  <a:moveTo>
                    <a:pt x="21" y="0"/>
                  </a:moveTo>
                  <a:cubicBezTo>
                    <a:pt x="31" y="10"/>
                    <a:pt x="0" y="17"/>
                    <a:pt x="3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9" name="Freeform 1000">
              <a:extLst>
                <a:ext uri="{FF2B5EF4-FFF2-40B4-BE49-F238E27FC236}">
                  <a16:creationId xmlns:a16="http://schemas.microsoft.com/office/drawing/2014/main" id="{81187CFC-9938-4E2B-AFD8-AC4DEAFB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690"/>
              <a:ext cx="48" cy="24"/>
            </a:xfrm>
            <a:custGeom>
              <a:avLst/>
              <a:gdLst>
                <a:gd name="T0" fmla="*/ 133 w 26"/>
                <a:gd name="T1" fmla="*/ 0 h 13"/>
                <a:gd name="T2" fmla="*/ 120 w 26"/>
                <a:gd name="T3" fmla="*/ 61 h 13"/>
                <a:gd name="T4" fmla="*/ 7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1" y="0"/>
                  </a:moveTo>
                  <a:cubicBezTo>
                    <a:pt x="26" y="3"/>
                    <a:pt x="23" y="8"/>
                    <a:pt x="19" y="10"/>
                  </a:cubicBezTo>
                  <a:cubicBezTo>
                    <a:pt x="14" y="13"/>
                    <a:pt x="0" y="8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0" name="Freeform 1001">
              <a:extLst>
                <a:ext uri="{FF2B5EF4-FFF2-40B4-BE49-F238E27FC236}">
                  <a16:creationId xmlns:a16="http://schemas.microsoft.com/office/drawing/2014/main" id="{7456F0C9-35E0-4A50-8BBA-1467433D5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35"/>
              <a:ext cx="41" cy="32"/>
            </a:xfrm>
            <a:custGeom>
              <a:avLst/>
              <a:gdLst>
                <a:gd name="T0" fmla="*/ 104 w 22"/>
                <a:gd name="T1" fmla="*/ 0 h 17"/>
                <a:gd name="T2" fmla="*/ 142 w 22"/>
                <a:gd name="T3" fmla="*/ 45 h 17"/>
                <a:gd name="T4" fmla="*/ 0 w 22"/>
                <a:gd name="T5" fmla="*/ 4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16" y="0"/>
                  </a:moveTo>
                  <a:cubicBezTo>
                    <a:pt x="20" y="0"/>
                    <a:pt x="22" y="3"/>
                    <a:pt x="22" y="7"/>
                  </a:cubicBezTo>
                  <a:cubicBezTo>
                    <a:pt x="20" y="17"/>
                    <a:pt x="3" y="13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1" name="Freeform 1002">
              <a:extLst>
                <a:ext uri="{FF2B5EF4-FFF2-40B4-BE49-F238E27FC236}">
                  <a16:creationId xmlns:a16="http://schemas.microsoft.com/office/drawing/2014/main" id="{13F9DE98-C75A-45C5-99A6-1CFBC3765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770"/>
              <a:ext cx="75" cy="32"/>
            </a:xfrm>
            <a:custGeom>
              <a:avLst/>
              <a:gdLst>
                <a:gd name="T0" fmla="*/ 173 w 40"/>
                <a:gd name="T1" fmla="*/ 0 h 17"/>
                <a:gd name="T2" fmla="*/ 39 w 40"/>
                <a:gd name="T3" fmla="*/ 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7">
                  <a:moveTo>
                    <a:pt x="26" y="0"/>
                  </a:moveTo>
                  <a:cubicBezTo>
                    <a:pt x="40" y="14"/>
                    <a:pt x="0" y="17"/>
                    <a:pt x="6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2" name="Freeform 1003">
              <a:extLst>
                <a:ext uri="{FF2B5EF4-FFF2-40B4-BE49-F238E27FC236}">
                  <a16:creationId xmlns:a16="http://schemas.microsoft.com/office/drawing/2014/main" id="{19B44230-9816-4567-968C-F48881040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800"/>
              <a:ext cx="49" cy="24"/>
            </a:xfrm>
            <a:custGeom>
              <a:avLst/>
              <a:gdLst>
                <a:gd name="T0" fmla="*/ 136 w 26"/>
                <a:gd name="T1" fmla="*/ 31 h 13"/>
                <a:gd name="T2" fmla="*/ 75 w 26"/>
                <a:gd name="T3" fmla="*/ 68 h 13"/>
                <a:gd name="T4" fmla="*/ 32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0" y="5"/>
                  </a:moveTo>
                  <a:cubicBezTo>
                    <a:pt x="26" y="11"/>
                    <a:pt x="15" y="13"/>
                    <a:pt x="11" y="11"/>
                  </a:cubicBezTo>
                  <a:cubicBezTo>
                    <a:pt x="7" y="10"/>
                    <a:pt x="0" y="4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3" name="Freeform 1004">
              <a:extLst>
                <a:ext uri="{FF2B5EF4-FFF2-40B4-BE49-F238E27FC236}">
                  <a16:creationId xmlns:a16="http://schemas.microsoft.com/office/drawing/2014/main" id="{04B48372-48EE-4A46-ACF1-22688340A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755"/>
              <a:ext cx="35" cy="28"/>
            </a:xfrm>
            <a:custGeom>
              <a:avLst/>
              <a:gdLst>
                <a:gd name="T0" fmla="*/ 118 w 19"/>
                <a:gd name="T1" fmla="*/ 24 h 15"/>
                <a:gd name="T2" fmla="*/ 24 w 1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19" y="4"/>
                  </a:moveTo>
                  <a:cubicBezTo>
                    <a:pt x="19" y="15"/>
                    <a:pt x="0" y="10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4" name="Freeform 1005">
              <a:extLst>
                <a:ext uri="{FF2B5EF4-FFF2-40B4-BE49-F238E27FC236}">
                  <a16:creationId xmlns:a16="http://schemas.microsoft.com/office/drawing/2014/main" id="{8BE35514-995B-4FC8-9924-BB3E7EB16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729"/>
              <a:ext cx="45" cy="26"/>
            </a:xfrm>
            <a:custGeom>
              <a:avLst/>
              <a:gdLst>
                <a:gd name="T0" fmla="*/ 128 w 24"/>
                <a:gd name="T1" fmla="*/ 32 h 14"/>
                <a:gd name="T2" fmla="*/ 92 w 24"/>
                <a:gd name="T3" fmla="*/ 89 h 14"/>
                <a:gd name="T4" fmla="*/ 39 w 2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9" y="5"/>
                  </a:moveTo>
                  <a:cubicBezTo>
                    <a:pt x="24" y="8"/>
                    <a:pt x="18" y="14"/>
                    <a:pt x="14" y="14"/>
                  </a:cubicBezTo>
                  <a:cubicBezTo>
                    <a:pt x="7" y="14"/>
                    <a:pt x="0" y="5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5" name="Freeform 1006">
              <a:extLst>
                <a:ext uri="{FF2B5EF4-FFF2-40B4-BE49-F238E27FC236}">
                  <a16:creationId xmlns:a16="http://schemas.microsoft.com/office/drawing/2014/main" id="{2CCEFF89-F6CE-4476-8FBC-292EE361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809"/>
              <a:ext cx="56" cy="40"/>
            </a:xfrm>
            <a:custGeom>
              <a:avLst/>
              <a:gdLst>
                <a:gd name="T0" fmla="*/ 189 w 30"/>
                <a:gd name="T1" fmla="*/ 55 h 21"/>
                <a:gd name="T2" fmla="*/ 84 w 3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1">
                  <a:moveTo>
                    <a:pt x="29" y="8"/>
                  </a:moveTo>
                  <a:cubicBezTo>
                    <a:pt x="30" y="21"/>
                    <a:pt x="0" y="10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6" name="Freeform 1007">
              <a:extLst>
                <a:ext uri="{FF2B5EF4-FFF2-40B4-BE49-F238E27FC236}">
                  <a16:creationId xmlns:a16="http://schemas.microsoft.com/office/drawing/2014/main" id="{507EF91D-D332-4AFB-8393-1A990C1FF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847"/>
              <a:ext cx="32" cy="22"/>
            </a:xfrm>
            <a:custGeom>
              <a:avLst/>
              <a:gdLst>
                <a:gd name="T0" fmla="*/ 100 w 17"/>
                <a:gd name="T1" fmla="*/ 13 h 12"/>
                <a:gd name="T2" fmla="*/ 0 w 1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15" y="2"/>
                  </a:moveTo>
                  <a:cubicBezTo>
                    <a:pt x="17" y="12"/>
                    <a:pt x="1" y="9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7" name="Freeform 1008">
              <a:extLst>
                <a:ext uri="{FF2B5EF4-FFF2-40B4-BE49-F238E27FC236}">
                  <a16:creationId xmlns:a16="http://schemas.microsoft.com/office/drawing/2014/main" id="{08370565-A812-4A6E-A600-B34927DD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841"/>
              <a:ext cx="24" cy="19"/>
            </a:xfrm>
            <a:custGeom>
              <a:avLst/>
              <a:gdLst>
                <a:gd name="T0" fmla="*/ 81 w 13"/>
                <a:gd name="T1" fmla="*/ 0 h 10"/>
                <a:gd name="T2" fmla="*/ 0 w 13"/>
                <a:gd name="T3" fmla="*/ 4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13" y="8"/>
                    <a:pt x="6" y="10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8" name="Freeform 1009">
              <a:extLst>
                <a:ext uri="{FF2B5EF4-FFF2-40B4-BE49-F238E27FC236}">
                  <a16:creationId xmlns:a16="http://schemas.microsoft.com/office/drawing/2014/main" id="{B4C4DB4D-4107-4C33-B395-1BBD15AD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828"/>
              <a:ext cx="11" cy="8"/>
            </a:xfrm>
            <a:custGeom>
              <a:avLst/>
              <a:gdLst>
                <a:gd name="T0" fmla="*/ 37 w 6"/>
                <a:gd name="T1" fmla="*/ 0 h 4"/>
                <a:gd name="T2" fmla="*/ 0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6" y="3"/>
                    <a:pt x="3" y="4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9" name="Freeform 1010">
              <a:extLst>
                <a:ext uri="{FF2B5EF4-FFF2-40B4-BE49-F238E27FC236}">
                  <a16:creationId xmlns:a16="http://schemas.microsoft.com/office/drawing/2014/main" id="{484B19C4-E979-41B7-A612-56D80A630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693"/>
              <a:ext cx="8" cy="4"/>
            </a:xfrm>
            <a:custGeom>
              <a:avLst/>
              <a:gdLst>
                <a:gd name="T0" fmla="*/ 32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20" name="Freeform 1011">
              <a:extLst>
                <a:ext uri="{FF2B5EF4-FFF2-40B4-BE49-F238E27FC236}">
                  <a16:creationId xmlns:a16="http://schemas.microsoft.com/office/drawing/2014/main" id="{02F52A05-C144-437E-82CC-38A57AB73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662"/>
              <a:ext cx="13" cy="3"/>
            </a:xfrm>
            <a:custGeom>
              <a:avLst/>
              <a:gdLst>
                <a:gd name="T0" fmla="*/ 45 w 7"/>
                <a:gd name="T1" fmla="*/ 0 h 2"/>
                <a:gd name="T2" fmla="*/ 0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6" y="2"/>
                    <a:pt x="3" y="2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21" name="Freeform 1012">
              <a:extLst>
                <a:ext uri="{FF2B5EF4-FFF2-40B4-BE49-F238E27FC236}">
                  <a16:creationId xmlns:a16="http://schemas.microsoft.com/office/drawing/2014/main" id="{BAC436C1-9F65-4B60-9866-EA943645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813"/>
              <a:ext cx="8" cy="4"/>
            </a:xfrm>
            <a:custGeom>
              <a:avLst/>
              <a:gdLst>
                <a:gd name="T0" fmla="*/ 32 w 4"/>
                <a:gd name="T1" fmla="*/ 0 h 2"/>
                <a:gd name="T2" fmla="*/ 0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2"/>
                    <a:pt x="2" y="2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22" name="Freeform 1013">
              <a:extLst>
                <a:ext uri="{FF2B5EF4-FFF2-40B4-BE49-F238E27FC236}">
                  <a16:creationId xmlns:a16="http://schemas.microsoft.com/office/drawing/2014/main" id="{838FA039-0388-44FE-A543-4AF389ADE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632"/>
              <a:ext cx="47" cy="37"/>
            </a:xfrm>
            <a:custGeom>
              <a:avLst/>
              <a:gdLst>
                <a:gd name="T0" fmla="*/ 0 w 25"/>
                <a:gd name="T1" fmla="*/ 24 h 20"/>
                <a:gd name="T2" fmla="*/ 113 w 2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4"/>
                  </a:moveTo>
                  <a:cubicBezTo>
                    <a:pt x="1" y="20"/>
                    <a:pt x="25" y="11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23" name="Freeform 1014">
              <a:extLst>
                <a:ext uri="{FF2B5EF4-FFF2-40B4-BE49-F238E27FC236}">
                  <a16:creationId xmlns:a16="http://schemas.microsoft.com/office/drawing/2014/main" id="{AECC4F6B-B69E-4BBF-8E60-A91667B6D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626"/>
              <a:ext cx="26" cy="34"/>
            </a:xfrm>
            <a:custGeom>
              <a:avLst/>
              <a:gdLst>
                <a:gd name="T0" fmla="*/ 0 w 14"/>
                <a:gd name="T1" fmla="*/ 60 h 18"/>
                <a:gd name="T2" fmla="*/ 84 w 1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9"/>
                  </a:moveTo>
                  <a:cubicBezTo>
                    <a:pt x="4" y="18"/>
                    <a:pt x="14" y="8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36" name="Freeform 1015">
              <a:extLst>
                <a:ext uri="{FF2B5EF4-FFF2-40B4-BE49-F238E27FC236}">
                  <a16:creationId xmlns:a16="http://schemas.microsoft.com/office/drawing/2014/main" id="{7C45E783-09FE-46C1-AB81-FE999A179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602"/>
              <a:ext cx="41" cy="24"/>
            </a:xfrm>
            <a:custGeom>
              <a:avLst/>
              <a:gdLst>
                <a:gd name="T0" fmla="*/ 21 w 22"/>
                <a:gd name="T1" fmla="*/ 0 h 13"/>
                <a:gd name="T2" fmla="*/ 21 w 22"/>
                <a:gd name="T3" fmla="*/ 61 h 13"/>
                <a:gd name="T4" fmla="*/ 129 w 22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3" y="0"/>
                  </a:moveTo>
                  <a:cubicBezTo>
                    <a:pt x="0" y="3"/>
                    <a:pt x="0" y="8"/>
                    <a:pt x="3" y="10"/>
                  </a:cubicBezTo>
                  <a:cubicBezTo>
                    <a:pt x="7" y="13"/>
                    <a:pt x="22" y="8"/>
                    <a:pt x="2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37" name="Freeform 1016">
              <a:extLst>
                <a:ext uri="{FF2B5EF4-FFF2-40B4-BE49-F238E27FC236}">
                  <a16:creationId xmlns:a16="http://schemas.microsoft.com/office/drawing/2014/main" id="{52C4F719-49B6-41D9-93C3-23FB9514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587"/>
              <a:ext cx="41" cy="18"/>
            </a:xfrm>
            <a:custGeom>
              <a:avLst/>
              <a:gdLst>
                <a:gd name="T0" fmla="*/ 24 w 22"/>
                <a:gd name="T1" fmla="*/ 7 h 10"/>
                <a:gd name="T2" fmla="*/ 65 w 22"/>
                <a:gd name="T3" fmla="*/ 58 h 10"/>
                <a:gd name="T4" fmla="*/ 117 w 2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">
                  <a:moveTo>
                    <a:pt x="4" y="1"/>
                  </a:moveTo>
                  <a:cubicBezTo>
                    <a:pt x="0" y="5"/>
                    <a:pt x="6" y="10"/>
                    <a:pt x="10" y="10"/>
                  </a:cubicBezTo>
                  <a:cubicBezTo>
                    <a:pt x="15" y="10"/>
                    <a:pt x="22" y="5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38" name="Freeform 1017">
              <a:extLst>
                <a:ext uri="{FF2B5EF4-FFF2-40B4-BE49-F238E27FC236}">
                  <a16:creationId xmlns:a16="http://schemas.microsoft.com/office/drawing/2014/main" id="{449F1A4E-576E-467B-9BE0-0DF5A3751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572"/>
              <a:ext cx="41" cy="18"/>
            </a:xfrm>
            <a:custGeom>
              <a:avLst/>
              <a:gdLst>
                <a:gd name="T0" fmla="*/ 39 w 22"/>
                <a:gd name="T1" fmla="*/ 0 h 10"/>
                <a:gd name="T2" fmla="*/ 60 w 22"/>
                <a:gd name="T3" fmla="*/ 45 h 10"/>
                <a:gd name="T4" fmla="*/ 136 w 2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">
                  <a:moveTo>
                    <a:pt x="6" y="0"/>
                  </a:moveTo>
                  <a:cubicBezTo>
                    <a:pt x="0" y="3"/>
                    <a:pt x="5" y="7"/>
                    <a:pt x="9" y="8"/>
                  </a:cubicBezTo>
                  <a:cubicBezTo>
                    <a:pt x="15" y="10"/>
                    <a:pt x="22" y="7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39" name="Freeform 1018">
              <a:extLst>
                <a:ext uri="{FF2B5EF4-FFF2-40B4-BE49-F238E27FC236}">
                  <a16:creationId xmlns:a16="http://schemas.microsoft.com/office/drawing/2014/main" id="{E70908D3-C59A-4A71-AE4B-E74F10939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589"/>
              <a:ext cx="41" cy="28"/>
            </a:xfrm>
            <a:custGeom>
              <a:avLst/>
              <a:gdLst>
                <a:gd name="T0" fmla="*/ 0 w 22"/>
                <a:gd name="T1" fmla="*/ 21 h 15"/>
                <a:gd name="T2" fmla="*/ 112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3"/>
                  </a:moveTo>
                  <a:cubicBezTo>
                    <a:pt x="1" y="15"/>
                    <a:pt x="22" y="7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40" name="Freeform 1019">
              <a:extLst>
                <a:ext uri="{FF2B5EF4-FFF2-40B4-BE49-F238E27FC236}">
                  <a16:creationId xmlns:a16="http://schemas.microsoft.com/office/drawing/2014/main" id="{83E0DD5F-2090-457C-8DC1-038B06FA8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626"/>
              <a:ext cx="28" cy="15"/>
            </a:xfrm>
            <a:custGeom>
              <a:avLst/>
              <a:gdLst>
                <a:gd name="T0" fmla="*/ 0 w 15"/>
                <a:gd name="T1" fmla="*/ 0 h 8"/>
                <a:gd name="T2" fmla="*/ 97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2" y="8"/>
                    <a:pt x="15" y="8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41" name="Freeform 1020">
              <a:extLst>
                <a:ext uri="{FF2B5EF4-FFF2-40B4-BE49-F238E27FC236}">
                  <a16:creationId xmlns:a16="http://schemas.microsoft.com/office/drawing/2014/main" id="{F1A38D4A-63CE-46CF-A55C-BB1A896CE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705"/>
              <a:ext cx="46" cy="24"/>
            </a:xfrm>
            <a:custGeom>
              <a:avLst/>
              <a:gdLst>
                <a:gd name="T0" fmla="*/ 31 w 25"/>
                <a:gd name="T1" fmla="*/ 7 h 13"/>
                <a:gd name="T2" fmla="*/ 132 w 2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3">
                  <a:moveTo>
                    <a:pt x="5" y="1"/>
                  </a:moveTo>
                  <a:cubicBezTo>
                    <a:pt x="0" y="13"/>
                    <a:pt x="25" y="10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42" name="Freeform 1021">
              <a:extLst>
                <a:ext uri="{FF2B5EF4-FFF2-40B4-BE49-F238E27FC236}">
                  <a16:creationId xmlns:a16="http://schemas.microsoft.com/office/drawing/2014/main" id="{1F7D8067-C341-475D-8FFB-1D926262F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854"/>
              <a:ext cx="47" cy="25"/>
            </a:xfrm>
            <a:custGeom>
              <a:avLst/>
              <a:gdLst>
                <a:gd name="T0" fmla="*/ 137 w 25"/>
                <a:gd name="T1" fmla="*/ 0 h 13"/>
                <a:gd name="T2" fmla="*/ 128 w 25"/>
                <a:gd name="T3" fmla="*/ 71 h 13"/>
                <a:gd name="T4" fmla="*/ 8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1" y="0"/>
                  </a:moveTo>
                  <a:cubicBezTo>
                    <a:pt x="25" y="3"/>
                    <a:pt x="23" y="8"/>
                    <a:pt x="19" y="10"/>
                  </a:cubicBezTo>
                  <a:cubicBezTo>
                    <a:pt x="13" y="13"/>
                    <a:pt x="0" y="8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43" name="Freeform 1022">
              <a:extLst>
                <a:ext uri="{FF2B5EF4-FFF2-40B4-BE49-F238E27FC236}">
                  <a16:creationId xmlns:a16="http://schemas.microsoft.com/office/drawing/2014/main" id="{F12BF924-3AFC-4E8E-B890-2FC91C2E9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858"/>
              <a:ext cx="8" cy="4"/>
            </a:xfrm>
            <a:custGeom>
              <a:avLst/>
              <a:gdLst>
                <a:gd name="T0" fmla="*/ 32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44" name="Freeform 1023">
              <a:extLst>
                <a:ext uri="{FF2B5EF4-FFF2-40B4-BE49-F238E27FC236}">
                  <a16:creationId xmlns:a16="http://schemas.microsoft.com/office/drawing/2014/main" id="{56536FB1-BA71-49E9-813A-CE58EA769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843"/>
              <a:ext cx="47" cy="39"/>
            </a:xfrm>
            <a:custGeom>
              <a:avLst/>
              <a:gdLst>
                <a:gd name="T0" fmla="*/ 0 w 25"/>
                <a:gd name="T1" fmla="*/ 59 h 21"/>
                <a:gd name="T2" fmla="*/ 105 w 2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1">
                  <a:moveTo>
                    <a:pt x="0" y="9"/>
                  </a:moveTo>
                  <a:cubicBezTo>
                    <a:pt x="0" y="21"/>
                    <a:pt x="25" y="8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45" name="Freeform 1024">
              <a:extLst>
                <a:ext uri="{FF2B5EF4-FFF2-40B4-BE49-F238E27FC236}">
                  <a16:creationId xmlns:a16="http://schemas.microsoft.com/office/drawing/2014/main" id="{4CAB21C8-4C45-4F3B-AA45-2FECD2463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852"/>
              <a:ext cx="13" cy="6"/>
            </a:xfrm>
            <a:custGeom>
              <a:avLst/>
              <a:gdLst>
                <a:gd name="T0" fmla="*/ 0 w 7"/>
                <a:gd name="T1" fmla="*/ 24 h 3"/>
                <a:gd name="T2" fmla="*/ 45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46" name="Freeform 1025">
              <a:extLst>
                <a:ext uri="{FF2B5EF4-FFF2-40B4-BE49-F238E27FC236}">
                  <a16:creationId xmlns:a16="http://schemas.microsoft.com/office/drawing/2014/main" id="{4C28E6F3-AA8E-47E4-95FB-631D2BB56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641"/>
              <a:ext cx="19" cy="11"/>
            </a:xfrm>
            <a:custGeom>
              <a:avLst/>
              <a:gdLst>
                <a:gd name="T0" fmla="*/ 0 w 10"/>
                <a:gd name="T1" fmla="*/ 13 h 6"/>
                <a:gd name="T2" fmla="*/ 6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cubicBezTo>
                    <a:pt x="2" y="6"/>
                    <a:pt x="8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47" name="Freeform 1026">
              <a:extLst>
                <a:ext uri="{FF2B5EF4-FFF2-40B4-BE49-F238E27FC236}">
                  <a16:creationId xmlns:a16="http://schemas.microsoft.com/office/drawing/2014/main" id="{CF2406F0-54A5-45C7-B27E-9C4DEC06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611"/>
              <a:ext cx="13" cy="11"/>
            </a:xfrm>
            <a:custGeom>
              <a:avLst/>
              <a:gdLst>
                <a:gd name="T0" fmla="*/ 13 w 7"/>
                <a:gd name="T1" fmla="*/ 0 h 6"/>
                <a:gd name="T2" fmla="*/ 45 w 7"/>
                <a:gd name="T3" fmla="*/ 3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4"/>
                    <a:pt x="3" y="6"/>
                    <a:pt x="7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48" name="Freeform 1027">
              <a:extLst>
                <a:ext uri="{FF2B5EF4-FFF2-40B4-BE49-F238E27FC236}">
                  <a16:creationId xmlns:a16="http://schemas.microsoft.com/office/drawing/2014/main" id="{195856EA-2222-4AE1-8974-FA946E13D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783"/>
              <a:ext cx="41" cy="32"/>
            </a:xfrm>
            <a:custGeom>
              <a:avLst/>
              <a:gdLst>
                <a:gd name="T0" fmla="*/ 104 w 22"/>
                <a:gd name="T1" fmla="*/ 0 h 17"/>
                <a:gd name="T2" fmla="*/ 142 w 22"/>
                <a:gd name="T3" fmla="*/ 45 h 17"/>
                <a:gd name="T4" fmla="*/ 0 w 22"/>
                <a:gd name="T5" fmla="*/ 4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16" y="0"/>
                  </a:moveTo>
                  <a:cubicBezTo>
                    <a:pt x="20" y="0"/>
                    <a:pt x="22" y="3"/>
                    <a:pt x="22" y="7"/>
                  </a:cubicBezTo>
                  <a:cubicBezTo>
                    <a:pt x="20" y="17"/>
                    <a:pt x="3" y="12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49" name="Freeform 1028">
              <a:extLst>
                <a:ext uri="{FF2B5EF4-FFF2-40B4-BE49-F238E27FC236}">
                  <a16:creationId xmlns:a16="http://schemas.microsoft.com/office/drawing/2014/main" id="{7032610C-4C4B-4683-88A5-7AC7FE012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751"/>
              <a:ext cx="37" cy="34"/>
            </a:xfrm>
            <a:custGeom>
              <a:avLst/>
              <a:gdLst>
                <a:gd name="T0" fmla="*/ 0 w 20"/>
                <a:gd name="T1" fmla="*/ 47 h 18"/>
                <a:gd name="T2" fmla="*/ 89 w 2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7"/>
                  </a:moveTo>
                  <a:cubicBezTo>
                    <a:pt x="3" y="18"/>
                    <a:pt x="20" y="7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50" name="Freeform 1029">
              <a:extLst>
                <a:ext uri="{FF2B5EF4-FFF2-40B4-BE49-F238E27FC236}">
                  <a16:creationId xmlns:a16="http://schemas.microsoft.com/office/drawing/2014/main" id="{DBC8CD19-2CF4-4883-A3ED-357FE5729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789"/>
              <a:ext cx="19" cy="11"/>
            </a:xfrm>
            <a:custGeom>
              <a:avLst/>
              <a:gdLst>
                <a:gd name="T0" fmla="*/ 0 w 10"/>
                <a:gd name="T1" fmla="*/ 13 h 6"/>
                <a:gd name="T2" fmla="*/ 6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cubicBezTo>
                    <a:pt x="2" y="6"/>
                    <a:pt x="8" y="2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51" name="Freeform 1030">
              <a:extLst>
                <a:ext uri="{FF2B5EF4-FFF2-40B4-BE49-F238E27FC236}">
                  <a16:creationId xmlns:a16="http://schemas.microsoft.com/office/drawing/2014/main" id="{2283A258-B641-424E-8318-3D67A526A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757"/>
              <a:ext cx="9" cy="6"/>
            </a:xfrm>
            <a:custGeom>
              <a:avLst/>
              <a:gdLst>
                <a:gd name="T0" fmla="*/ 0 w 5"/>
                <a:gd name="T1" fmla="*/ 8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3"/>
                    <a:pt x="4" y="1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52" name="Freeform 1031">
              <a:extLst>
                <a:ext uri="{FF2B5EF4-FFF2-40B4-BE49-F238E27FC236}">
                  <a16:creationId xmlns:a16="http://schemas.microsoft.com/office/drawing/2014/main" id="{C22A754E-FFB7-4A83-9670-4F1623536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643"/>
              <a:ext cx="11" cy="5"/>
            </a:xfrm>
            <a:custGeom>
              <a:avLst/>
              <a:gdLst>
                <a:gd name="T0" fmla="*/ 0 w 6"/>
                <a:gd name="T1" fmla="*/ 0 h 3"/>
                <a:gd name="T2" fmla="*/ 37 w 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3"/>
                    <a:pt x="4" y="3"/>
                    <a:pt x="6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53" name="Freeform 1032">
              <a:extLst>
                <a:ext uri="{FF2B5EF4-FFF2-40B4-BE49-F238E27FC236}">
                  <a16:creationId xmlns:a16="http://schemas.microsoft.com/office/drawing/2014/main" id="{43FF61E8-0A59-494E-B85F-E49B69BBF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669"/>
              <a:ext cx="16" cy="9"/>
            </a:xfrm>
            <a:custGeom>
              <a:avLst/>
              <a:gdLst>
                <a:gd name="T0" fmla="*/ 0 w 9"/>
                <a:gd name="T1" fmla="*/ 0 h 5"/>
                <a:gd name="T2" fmla="*/ 5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5"/>
                    <a:pt x="8" y="4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54" name="Freeform 1033">
              <a:extLst>
                <a:ext uri="{FF2B5EF4-FFF2-40B4-BE49-F238E27FC236}">
                  <a16:creationId xmlns:a16="http://schemas.microsoft.com/office/drawing/2014/main" id="{0E01FCFD-1E7A-4B95-8EC9-6681BFCB6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753"/>
              <a:ext cx="13" cy="11"/>
            </a:xfrm>
            <a:custGeom>
              <a:avLst/>
              <a:gdLst>
                <a:gd name="T0" fmla="*/ 0 w 7"/>
                <a:gd name="T1" fmla="*/ 24 h 6"/>
                <a:gd name="T2" fmla="*/ 45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3" y="6"/>
                    <a:pt x="7" y="4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55" name="Freeform 1034">
              <a:extLst>
                <a:ext uri="{FF2B5EF4-FFF2-40B4-BE49-F238E27FC236}">
                  <a16:creationId xmlns:a16="http://schemas.microsoft.com/office/drawing/2014/main" id="{5956A792-0009-423C-9D4A-C82617ED7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49"/>
              <a:ext cx="15" cy="7"/>
            </a:xfrm>
            <a:custGeom>
              <a:avLst/>
              <a:gdLst>
                <a:gd name="T0" fmla="*/ 8 w 8"/>
                <a:gd name="T1" fmla="*/ 0 h 4"/>
                <a:gd name="T2" fmla="*/ 5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4"/>
                    <a:pt x="6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56" name="Freeform 1035">
              <a:extLst>
                <a:ext uri="{FF2B5EF4-FFF2-40B4-BE49-F238E27FC236}">
                  <a16:creationId xmlns:a16="http://schemas.microsoft.com/office/drawing/2014/main" id="{9EC9E1A7-87B2-42A4-8C93-5930A0785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830"/>
              <a:ext cx="35" cy="34"/>
            </a:xfrm>
            <a:custGeom>
              <a:avLst/>
              <a:gdLst>
                <a:gd name="T0" fmla="*/ 52 w 19"/>
                <a:gd name="T1" fmla="*/ 0 h 18"/>
                <a:gd name="T2" fmla="*/ 118 w 19"/>
                <a:gd name="T3" fmla="*/ 6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8" y="0"/>
                  </a:moveTo>
                  <a:cubicBezTo>
                    <a:pt x="0" y="3"/>
                    <a:pt x="11" y="18"/>
                    <a:pt x="19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57" name="Freeform 1036">
              <a:extLst>
                <a:ext uri="{FF2B5EF4-FFF2-40B4-BE49-F238E27FC236}">
                  <a16:creationId xmlns:a16="http://schemas.microsoft.com/office/drawing/2014/main" id="{FA67410E-7DFF-4351-A948-3D94E67B1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837"/>
              <a:ext cx="8" cy="6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58" name="Freeform 1037">
              <a:extLst>
                <a:ext uri="{FF2B5EF4-FFF2-40B4-BE49-F238E27FC236}">
                  <a16:creationId xmlns:a16="http://schemas.microsoft.com/office/drawing/2014/main" id="{B3FBA921-60F7-41F0-BEC6-6A256E8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764"/>
              <a:ext cx="41" cy="21"/>
            </a:xfrm>
            <a:custGeom>
              <a:avLst/>
              <a:gdLst>
                <a:gd name="T0" fmla="*/ 21 w 22"/>
                <a:gd name="T1" fmla="*/ 40 h 11"/>
                <a:gd name="T2" fmla="*/ 73 w 22"/>
                <a:gd name="T3" fmla="*/ 69 h 11"/>
                <a:gd name="T4" fmla="*/ 112 w 2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3" y="6"/>
                  </a:moveTo>
                  <a:cubicBezTo>
                    <a:pt x="0" y="11"/>
                    <a:pt x="8" y="11"/>
                    <a:pt x="11" y="10"/>
                  </a:cubicBezTo>
                  <a:cubicBezTo>
                    <a:pt x="14" y="10"/>
                    <a:pt x="22" y="3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59" name="Freeform 1038">
              <a:extLst>
                <a:ext uri="{FF2B5EF4-FFF2-40B4-BE49-F238E27FC236}">
                  <a16:creationId xmlns:a16="http://schemas.microsoft.com/office/drawing/2014/main" id="{273408FB-B44A-4D24-85D2-C38DDB28E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720"/>
              <a:ext cx="26" cy="26"/>
            </a:xfrm>
            <a:custGeom>
              <a:avLst/>
              <a:gdLst>
                <a:gd name="T0" fmla="*/ 20 w 14"/>
                <a:gd name="T1" fmla="*/ 0 h 14"/>
                <a:gd name="T2" fmla="*/ 0 w 14"/>
                <a:gd name="T3" fmla="*/ 37 h 14"/>
                <a:gd name="T4" fmla="*/ 89 w 14"/>
                <a:gd name="T5" fmla="*/ 6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3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0" y="14"/>
                    <a:pt x="8" y="13"/>
                    <a:pt x="14" y="1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0" name="Freeform 1039">
              <a:extLst>
                <a:ext uri="{FF2B5EF4-FFF2-40B4-BE49-F238E27FC236}">
                  <a16:creationId xmlns:a16="http://schemas.microsoft.com/office/drawing/2014/main" id="{74FED20A-1A15-414C-991A-86852FD2D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725"/>
              <a:ext cx="8" cy="8"/>
            </a:xfrm>
            <a:custGeom>
              <a:avLst/>
              <a:gdLst>
                <a:gd name="T0" fmla="*/ 8 w 4"/>
                <a:gd name="T1" fmla="*/ 0 h 4"/>
                <a:gd name="T2" fmla="*/ 32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2" y="4"/>
                    <a:pt x="4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1" name="Freeform 1040">
              <a:extLst>
                <a:ext uri="{FF2B5EF4-FFF2-40B4-BE49-F238E27FC236}">
                  <a16:creationId xmlns:a16="http://schemas.microsoft.com/office/drawing/2014/main" id="{7E8BD6C8-13C3-45EB-AB4C-F94B47CDA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834"/>
              <a:ext cx="51" cy="26"/>
            </a:xfrm>
            <a:custGeom>
              <a:avLst/>
              <a:gdLst>
                <a:gd name="T0" fmla="*/ 32 w 27"/>
                <a:gd name="T1" fmla="*/ 0 h 14"/>
                <a:gd name="T2" fmla="*/ 153 w 2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5" y="0"/>
                  </a:moveTo>
                  <a:cubicBezTo>
                    <a:pt x="0" y="14"/>
                    <a:pt x="27" y="9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2" name="Freeform 1041">
              <a:extLst>
                <a:ext uri="{FF2B5EF4-FFF2-40B4-BE49-F238E27FC236}">
                  <a16:creationId xmlns:a16="http://schemas.microsoft.com/office/drawing/2014/main" id="{8548D249-68EC-4142-9F74-694D6C8A9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839"/>
              <a:ext cx="5" cy="4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2"/>
                    <a:pt x="1" y="2"/>
                    <a:pt x="3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3" name="Freeform 1042">
              <a:extLst>
                <a:ext uri="{FF2B5EF4-FFF2-40B4-BE49-F238E27FC236}">
                  <a16:creationId xmlns:a16="http://schemas.microsoft.com/office/drawing/2014/main" id="{FCB27F99-1D4C-45EC-8F17-934769B82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822"/>
              <a:ext cx="50" cy="30"/>
            </a:xfrm>
            <a:custGeom>
              <a:avLst/>
              <a:gdLst>
                <a:gd name="T0" fmla="*/ 24 w 27"/>
                <a:gd name="T1" fmla="*/ 0 h 16"/>
                <a:gd name="T2" fmla="*/ 150 w 27"/>
                <a:gd name="T3" fmla="*/ 2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4" y="0"/>
                  </a:moveTo>
                  <a:cubicBezTo>
                    <a:pt x="0" y="16"/>
                    <a:pt x="27" y="12"/>
                    <a:pt x="24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4" name="Freeform 1043">
              <a:extLst>
                <a:ext uri="{FF2B5EF4-FFF2-40B4-BE49-F238E27FC236}">
                  <a16:creationId xmlns:a16="http://schemas.microsoft.com/office/drawing/2014/main" id="{C7BE8EE5-338E-4467-9464-A7E0CCC5E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826"/>
              <a:ext cx="13" cy="8"/>
            </a:xfrm>
            <a:custGeom>
              <a:avLst/>
              <a:gdLst>
                <a:gd name="T0" fmla="*/ 0 w 7"/>
                <a:gd name="T1" fmla="*/ 0 h 4"/>
                <a:gd name="T2" fmla="*/ 45 w 7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4"/>
                    <a:pt x="4" y="4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5" name="Freeform 1044">
              <a:extLst>
                <a:ext uri="{FF2B5EF4-FFF2-40B4-BE49-F238E27FC236}">
                  <a16:creationId xmlns:a16="http://schemas.microsoft.com/office/drawing/2014/main" id="{60DDC7C3-84E1-4176-80B6-4CD6CCD79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808"/>
              <a:ext cx="15" cy="11"/>
            </a:xfrm>
            <a:custGeom>
              <a:avLst/>
              <a:gdLst>
                <a:gd name="T0" fmla="*/ 0 w 8"/>
                <a:gd name="T1" fmla="*/ 20 h 6"/>
                <a:gd name="T2" fmla="*/ 53 w 8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3" y="0"/>
                    <a:pt x="5" y="4"/>
                    <a:pt x="8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6" name="Freeform 1045">
              <a:extLst>
                <a:ext uri="{FF2B5EF4-FFF2-40B4-BE49-F238E27FC236}">
                  <a16:creationId xmlns:a16="http://schemas.microsoft.com/office/drawing/2014/main" id="{61824EF2-2977-46B8-9B07-BDD5AF86A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776"/>
              <a:ext cx="15" cy="11"/>
            </a:xfrm>
            <a:custGeom>
              <a:avLst/>
              <a:gdLst>
                <a:gd name="T0" fmla="*/ 0 w 8"/>
                <a:gd name="T1" fmla="*/ 13 h 6"/>
                <a:gd name="T2" fmla="*/ 5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2"/>
                  </a:moveTo>
                  <a:cubicBezTo>
                    <a:pt x="2" y="6"/>
                    <a:pt x="6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7" name="Freeform 1046">
              <a:extLst>
                <a:ext uri="{FF2B5EF4-FFF2-40B4-BE49-F238E27FC236}">
                  <a16:creationId xmlns:a16="http://schemas.microsoft.com/office/drawing/2014/main" id="{0AD49EFB-6085-46B4-99DF-FBB2AF22D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802"/>
              <a:ext cx="10" cy="6"/>
            </a:xfrm>
            <a:custGeom>
              <a:avLst/>
              <a:gdLst>
                <a:gd name="T0" fmla="*/ 0 w 5"/>
                <a:gd name="T1" fmla="*/ 8 h 3"/>
                <a:gd name="T2" fmla="*/ 40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0"/>
                    <a:pt x="4" y="1"/>
                    <a:pt x="5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8" name="Freeform 1047">
              <a:extLst>
                <a:ext uri="{FF2B5EF4-FFF2-40B4-BE49-F238E27FC236}">
                  <a16:creationId xmlns:a16="http://schemas.microsoft.com/office/drawing/2014/main" id="{281A8D2C-AEEF-44FF-8FEE-135378224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794"/>
              <a:ext cx="19" cy="12"/>
            </a:xfrm>
            <a:custGeom>
              <a:avLst/>
              <a:gdLst>
                <a:gd name="T0" fmla="*/ 0 w 10"/>
                <a:gd name="T1" fmla="*/ 16 h 6"/>
                <a:gd name="T2" fmla="*/ 68 w 10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cubicBezTo>
                    <a:pt x="3" y="0"/>
                    <a:pt x="9" y="1"/>
                    <a:pt x="1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9" name="Freeform 1048">
              <a:extLst>
                <a:ext uri="{FF2B5EF4-FFF2-40B4-BE49-F238E27FC236}">
                  <a16:creationId xmlns:a16="http://schemas.microsoft.com/office/drawing/2014/main" id="{3FADE80B-D6E9-4255-9DFE-342A29220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804"/>
              <a:ext cx="11" cy="5"/>
            </a:xfrm>
            <a:custGeom>
              <a:avLst/>
              <a:gdLst>
                <a:gd name="T0" fmla="*/ 0 w 6"/>
                <a:gd name="T1" fmla="*/ 0 h 3"/>
                <a:gd name="T2" fmla="*/ 37 w 6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3"/>
                    <a:pt x="6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0" name="Freeform 1049">
              <a:extLst>
                <a:ext uri="{FF2B5EF4-FFF2-40B4-BE49-F238E27FC236}">
                  <a16:creationId xmlns:a16="http://schemas.microsoft.com/office/drawing/2014/main" id="{C28873A3-ECC0-4A8E-AC7E-1A63CD776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605"/>
              <a:ext cx="13" cy="8"/>
            </a:xfrm>
            <a:custGeom>
              <a:avLst/>
              <a:gdLst>
                <a:gd name="T0" fmla="*/ 0 w 7"/>
                <a:gd name="T1" fmla="*/ 0 h 4"/>
                <a:gd name="T2" fmla="*/ 45 w 7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4"/>
                    <a:pt x="5" y="2"/>
                    <a:pt x="7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1" name="Freeform 1050">
              <a:extLst>
                <a:ext uri="{FF2B5EF4-FFF2-40B4-BE49-F238E27FC236}">
                  <a16:creationId xmlns:a16="http://schemas.microsoft.com/office/drawing/2014/main" id="{1B51FBA3-2680-451C-8206-F5BB9E48F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572"/>
              <a:ext cx="32" cy="28"/>
            </a:xfrm>
            <a:custGeom>
              <a:avLst/>
              <a:gdLst>
                <a:gd name="T0" fmla="*/ 0 w 17"/>
                <a:gd name="T1" fmla="*/ 32 h 15"/>
                <a:gd name="T2" fmla="*/ 105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5"/>
                  </a:moveTo>
                  <a:cubicBezTo>
                    <a:pt x="0" y="15"/>
                    <a:pt x="17" y="10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2" name="Freeform 1051">
              <a:extLst>
                <a:ext uri="{FF2B5EF4-FFF2-40B4-BE49-F238E27FC236}">
                  <a16:creationId xmlns:a16="http://schemas.microsoft.com/office/drawing/2014/main" id="{A09AFB13-DFF2-49C6-A7C5-9D8499F4B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570"/>
              <a:ext cx="28" cy="28"/>
            </a:xfrm>
            <a:custGeom>
              <a:avLst/>
              <a:gdLst>
                <a:gd name="T0" fmla="*/ 32 w 15"/>
                <a:gd name="T1" fmla="*/ 0 h 15"/>
                <a:gd name="T2" fmla="*/ 7 w 15"/>
                <a:gd name="T3" fmla="*/ 65 h 15"/>
                <a:gd name="T4" fmla="*/ 97 w 15"/>
                <a:gd name="T5" fmla="*/ 7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5" y="0"/>
                  </a:moveTo>
                  <a:cubicBezTo>
                    <a:pt x="2" y="3"/>
                    <a:pt x="0" y="6"/>
                    <a:pt x="1" y="10"/>
                  </a:cubicBezTo>
                  <a:cubicBezTo>
                    <a:pt x="4" y="15"/>
                    <a:pt x="11" y="14"/>
                    <a:pt x="15" y="1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3" name="Freeform 1052">
              <a:extLst>
                <a:ext uri="{FF2B5EF4-FFF2-40B4-BE49-F238E27FC236}">
                  <a16:creationId xmlns:a16="http://schemas.microsoft.com/office/drawing/2014/main" id="{37E76AB8-3F8F-4438-94C1-722D1DF3A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579"/>
              <a:ext cx="19" cy="11"/>
            </a:xfrm>
            <a:custGeom>
              <a:avLst/>
              <a:gdLst>
                <a:gd name="T0" fmla="*/ 0 w 10"/>
                <a:gd name="T1" fmla="*/ 0 h 6"/>
                <a:gd name="T2" fmla="*/ 6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1" y="6"/>
                    <a:pt x="8" y="2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4" name="Freeform 1053">
              <a:extLst>
                <a:ext uri="{FF2B5EF4-FFF2-40B4-BE49-F238E27FC236}">
                  <a16:creationId xmlns:a16="http://schemas.microsoft.com/office/drawing/2014/main" id="{A70D0C9C-4C3C-4FB9-B145-B6D1DCD15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714"/>
              <a:ext cx="9" cy="11"/>
            </a:xfrm>
            <a:custGeom>
              <a:avLst/>
              <a:gdLst>
                <a:gd name="T0" fmla="*/ 29 w 5"/>
                <a:gd name="T1" fmla="*/ 0 h 6"/>
                <a:gd name="T2" fmla="*/ 13 w 5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0" y="3"/>
                    <a:pt x="2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5" name="Freeform 1054">
              <a:extLst>
                <a:ext uri="{FF2B5EF4-FFF2-40B4-BE49-F238E27FC236}">
                  <a16:creationId xmlns:a16="http://schemas.microsoft.com/office/drawing/2014/main" id="{7609805E-2055-4B7B-A9D7-49E04269B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845"/>
              <a:ext cx="4" cy="9"/>
            </a:xfrm>
            <a:custGeom>
              <a:avLst/>
              <a:gdLst>
                <a:gd name="T0" fmla="*/ 16 w 2"/>
                <a:gd name="T1" fmla="*/ 0 h 5"/>
                <a:gd name="T2" fmla="*/ 8 w 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1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6" name="Freeform 1055">
              <a:extLst>
                <a:ext uri="{FF2B5EF4-FFF2-40B4-BE49-F238E27FC236}">
                  <a16:creationId xmlns:a16="http://schemas.microsoft.com/office/drawing/2014/main" id="{FD0EF565-FD2C-40DF-89C9-B60288978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849"/>
              <a:ext cx="15" cy="7"/>
            </a:xfrm>
            <a:custGeom>
              <a:avLst/>
              <a:gdLst>
                <a:gd name="T0" fmla="*/ 15 w 8"/>
                <a:gd name="T1" fmla="*/ 0 h 4"/>
                <a:gd name="T2" fmla="*/ 5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2" y="0"/>
                  </a:moveTo>
                  <a:cubicBezTo>
                    <a:pt x="0" y="4"/>
                    <a:pt x="6" y="1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7" name="Freeform 1056">
              <a:extLst>
                <a:ext uri="{FF2B5EF4-FFF2-40B4-BE49-F238E27FC236}">
                  <a16:creationId xmlns:a16="http://schemas.microsoft.com/office/drawing/2014/main" id="{9735ECC1-4523-4C36-B769-F5EB6396A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845"/>
              <a:ext cx="43" cy="32"/>
            </a:xfrm>
            <a:custGeom>
              <a:avLst/>
              <a:gdLst>
                <a:gd name="T0" fmla="*/ 84 w 23"/>
                <a:gd name="T1" fmla="*/ 8 h 17"/>
                <a:gd name="T2" fmla="*/ 21 w 23"/>
                <a:gd name="T3" fmla="*/ 60 h 17"/>
                <a:gd name="T4" fmla="*/ 150 w 23"/>
                <a:gd name="T5" fmla="*/ 4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13" y="1"/>
                  </a:moveTo>
                  <a:cubicBezTo>
                    <a:pt x="9" y="0"/>
                    <a:pt x="0" y="3"/>
                    <a:pt x="3" y="9"/>
                  </a:cubicBezTo>
                  <a:cubicBezTo>
                    <a:pt x="7" y="17"/>
                    <a:pt x="22" y="16"/>
                    <a:pt x="23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8" name="Freeform 1057">
              <a:extLst>
                <a:ext uri="{FF2B5EF4-FFF2-40B4-BE49-F238E27FC236}">
                  <a16:creationId xmlns:a16="http://schemas.microsoft.com/office/drawing/2014/main" id="{57AFA37C-A284-4394-A3C5-533DA2DE5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856"/>
              <a:ext cx="11" cy="6"/>
            </a:xfrm>
            <a:custGeom>
              <a:avLst/>
              <a:gdLst>
                <a:gd name="T0" fmla="*/ 0 w 6"/>
                <a:gd name="T1" fmla="*/ 0 h 3"/>
                <a:gd name="T2" fmla="*/ 37 w 6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0" y="3"/>
                    <a:pt x="4" y="3"/>
                    <a:pt x="6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9" name="Freeform 1058">
              <a:extLst>
                <a:ext uri="{FF2B5EF4-FFF2-40B4-BE49-F238E27FC236}">
                  <a16:creationId xmlns:a16="http://schemas.microsoft.com/office/drawing/2014/main" id="{8CEA1C26-4C3C-4169-825B-72B60BCBD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849"/>
              <a:ext cx="15" cy="9"/>
            </a:xfrm>
            <a:custGeom>
              <a:avLst/>
              <a:gdLst>
                <a:gd name="T0" fmla="*/ 0 w 8"/>
                <a:gd name="T1" fmla="*/ 0 h 5"/>
                <a:gd name="T2" fmla="*/ 53 w 8"/>
                <a:gd name="T3" fmla="*/ 2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4"/>
                    <a:pt x="5" y="5"/>
                    <a:pt x="8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80" name="Freeform 1059">
              <a:extLst>
                <a:ext uri="{FF2B5EF4-FFF2-40B4-BE49-F238E27FC236}">
                  <a16:creationId xmlns:a16="http://schemas.microsoft.com/office/drawing/2014/main" id="{2A0261D8-AF04-4D71-8856-5ED905D9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809"/>
              <a:ext cx="54" cy="56"/>
            </a:xfrm>
            <a:custGeom>
              <a:avLst/>
              <a:gdLst>
                <a:gd name="T0" fmla="*/ 104 w 29"/>
                <a:gd name="T1" fmla="*/ 189 h 30"/>
                <a:gd name="T2" fmla="*/ 166 w 29"/>
                <a:gd name="T3" fmla="*/ 84 h 30"/>
                <a:gd name="T4" fmla="*/ 52 w 29"/>
                <a:gd name="T5" fmla="*/ 24 h 30"/>
                <a:gd name="T6" fmla="*/ 104 w 29"/>
                <a:gd name="T7" fmla="*/ 18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16" y="29"/>
                  </a:moveTo>
                  <a:cubicBezTo>
                    <a:pt x="25" y="29"/>
                    <a:pt x="29" y="21"/>
                    <a:pt x="26" y="13"/>
                  </a:cubicBezTo>
                  <a:cubicBezTo>
                    <a:pt x="23" y="4"/>
                    <a:pt x="16" y="0"/>
                    <a:pt x="8" y="4"/>
                  </a:cubicBezTo>
                  <a:cubicBezTo>
                    <a:pt x="0" y="9"/>
                    <a:pt x="2" y="30"/>
                    <a:pt x="16" y="29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781" name="Freeform 1060">
              <a:extLst>
                <a:ext uri="{FF2B5EF4-FFF2-40B4-BE49-F238E27FC236}">
                  <a16:creationId xmlns:a16="http://schemas.microsoft.com/office/drawing/2014/main" id="{DA6D04C9-4042-4783-A859-7B24DAF44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824"/>
              <a:ext cx="30" cy="28"/>
            </a:xfrm>
            <a:custGeom>
              <a:avLst/>
              <a:gdLst>
                <a:gd name="T0" fmla="*/ 99 w 16"/>
                <a:gd name="T1" fmla="*/ 32 h 15"/>
                <a:gd name="T2" fmla="*/ 92 w 16"/>
                <a:gd name="T3" fmla="*/ 73 h 15"/>
                <a:gd name="T4" fmla="*/ 45 w 16"/>
                <a:gd name="T5" fmla="*/ 97 h 15"/>
                <a:gd name="T6" fmla="*/ 8 w 16"/>
                <a:gd name="T7" fmla="*/ 60 h 15"/>
                <a:gd name="T8" fmla="*/ 21 w 16"/>
                <a:gd name="T9" fmla="*/ 0 h 15"/>
                <a:gd name="T10" fmla="*/ 21 w 16"/>
                <a:gd name="T11" fmla="*/ 0 h 15"/>
                <a:gd name="T12" fmla="*/ 8 w 16"/>
                <a:gd name="T13" fmla="*/ 60 h 15"/>
                <a:gd name="T14" fmla="*/ 45 w 16"/>
                <a:gd name="T15" fmla="*/ 97 h 15"/>
                <a:gd name="T16" fmla="*/ 92 w 16"/>
                <a:gd name="T17" fmla="*/ 73 h 15"/>
                <a:gd name="T18" fmla="*/ 99 w 16"/>
                <a:gd name="T19" fmla="*/ 32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5">
                  <a:moveTo>
                    <a:pt x="15" y="5"/>
                  </a:moveTo>
                  <a:cubicBezTo>
                    <a:pt x="16" y="7"/>
                    <a:pt x="16" y="9"/>
                    <a:pt x="14" y="11"/>
                  </a:cubicBezTo>
                  <a:cubicBezTo>
                    <a:pt x="12" y="14"/>
                    <a:pt x="10" y="15"/>
                    <a:pt x="7" y="15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6"/>
                    <a:pt x="1" y="3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3"/>
                    <a:pt x="0" y="6"/>
                    <a:pt x="1" y="9"/>
                  </a:cubicBezTo>
                  <a:cubicBezTo>
                    <a:pt x="2" y="12"/>
                    <a:pt x="5" y="14"/>
                    <a:pt x="7" y="15"/>
                  </a:cubicBezTo>
                  <a:cubicBezTo>
                    <a:pt x="10" y="15"/>
                    <a:pt x="12" y="14"/>
                    <a:pt x="14" y="11"/>
                  </a:cubicBezTo>
                  <a:cubicBezTo>
                    <a:pt x="16" y="9"/>
                    <a:pt x="16" y="7"/>
                    <a:pt x="15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82" name="Freeform 1061">
              <a:extLst>
                <a:ext uri="{FF2B5EF4-FFF2-40B4-BE49-F238E27FC236}">
                  <a16:creationId xmlns:a16="http://schemas.microsoft.com/office/drawing/2014/main" id="{38F871AC-AEE0-476E-89AB-DB630E7D1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713"/>
              <a:ext cx="41" cy="42"/>
            </a:xfrm>
            <a:custGeom>
              <a:avLst/>
              <a:gdLst>
                <a:gd name="T0" fmla="*/ 117 w 22"/>
                <a:gd name="T1" fmla="*/ 29 h 22"/>
                <a:gd name="T2" fmla="*/ 73 w 22"/>
                <a:gd name="T3" fmla="*/ 0 h 22"/>
                <a:gd name="T4" fmla="*/ 24 w 22"/>
                <a:gd name="T5" fmla="*/ 21 h 22"/>
                <a:gd name="T6" fmla="*/ 52 w 22"/>
                <a:gd name="T7" fmla="*/ 132 h 22"/>
                <a:gd name="T8" fmla="*/ 142 w 22"/>
                <a:gd name="T9" fmla="*/ 105 h 22"/>
                <a:gd name="T10" fmla="*/ 117 w 22"/>
                <a:gd name="T11" fmla="*/ 29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8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783" name="Freeform 1062">
              <a:extLst>
                <a:ext uri="{FF2B5EF4-FFF2-40B4-BE49-F238E27FC236}">
                  <a16:creationId xmlns:a16="http://schemas.microsoft.com/office/drawing/2014/main" id="{5B7853F8-1744-4BF5-A087-7EB229722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721"/>
              <a:ext cx="22" cy="22"/>
            </a:xfrm>
            <a:custGeom>
              <a:avLst/>
              <a:gdLst>
                <a:gd name="T0" fmla="*/ 68 w 12"/>
                <a:gd name="T1" fmla="*/ 44 h 12"/>
                <a:gd name="T2" fmla="*/ 61 w 12"/>
                <a:gd name="T3" fmla="*/ 68 h 12"/>
                <a:gd name="T4" fmla="*/ 20 w 12"/>
                <a:gd name="T5" fmla="*/ 51 h 12"/>
                <a:gd name="T6" fmla="*/ 7 w 12"/>
                <a:gd name="T7" fmla="*/ 13 h 12"/>
                <a:gd name="T8" fmla="*/ 24 w 12"/>
                <a:gd name="T9" fmla="*/ 0 h 12"/>
                <a:gd name="T10" fmla="*/ 24 w 12"/>
                <a:gd name="T11" fmla="*/ 0 h 12"/>
                <a:gd name="T12" fmla="*/ 7 w 12"/>
                <a:gd name="T13" fmla="*/ 13 h 12"/>
                <a:gd name="T14" fmla="*/ 20 w 12"/>
                <a:gd name="T15" fmla="*/ 51 h 12"/>
                <a:gd name="T16" fmla="*/ 61 w 12"/>
                <a:gd name="T17" fmla="*/ 68 h 12"/>
                <a:gd name="T18" fmla="*/ 68 w 12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6"/>
                    <a:pt x="1" y="4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4"/>
                    <a:pt x="0" y="6"/>
                    <a:pt x="3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84" name="Freeform 1063">
              <a:extLst>
                <a:ext uri="{FF2B5EF4-FFF2-40B4-BE49-F238E27FC236}">
                  <a16:creationId xmlns:a16="http://schemas.microsoft.com/office/drawing/2014/main" id="{AAEF8DCB-EC8C-42A0-B5B5-3228D3B07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612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65 w 22"/>
                <a:gd name="T3" fmla="*/ 0 h 22"/>
                <a:gd name="T4" fmla="*/ 24 w 22"/>
                <a:gd name="T5" fmla="*/ 21 h 22"/>
                <a:gd name="T6" fmla="*/ 52 w 22"/>
                <a:gd name="T7" fmla="*/ 121 h 22"/>
                <a:gd name="T8" fmla="*/ 142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785" name="Freeform 1064">
              <a:extLst>
                <a:ext uri="{FF2B5EF4-FFF2-40B4-BE49-F238E27FC236}">
                  <a16:creationId xmlns:a16="http://schemas.microsoft.com/office/drawing/2014/main" id="{BBA9D9AD-B3EE-444E-AC18-3EB27E70E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620"/>
              <a:ext cx="22" cy="22"/>
            </a:xfrm>
            <a:custGeom>
              <a:avLst/>
              <a:gdLst>
                <a:gd name="T0" fmla="*/ 68 w 12"/>
                <a:gd name="T1" fmla="*/ 44 h 12"/>
                <a:gd name="T2" fmla="*/ 57 w 12"/>
                <a:gd name="T3" fmla="*/ 68 h 12"/>
                <a:gd name="T4" fmla="*/ 13 w 12"/>
                <a:gd name="T5" fmla="*/ 51 h 12"/>
                <a:gd name="T6" fmla="*/ 7 w 12"/>
                <a:gd name="T7" fmla="*/ 20 h 12"/>
                <a:gd name="T8" fmla="*/ 24 w 12"/>
                <a:gd name="T9" fmla="*/ 0 h 12"/>
                <a:gd name="T10" fmla="*/ 24 w 12"/>
                <a:gd name="T11" fmla="*/ 0 h 12"/>
                <a:gd name="T12" fmla="*/ 7 w 12"/>
                <a:gd name="T13" fmla="*/ 13 h 12"/>
                <a:gd name="T14" fmla="*/ 13 w 12"/>
                <a:gd name="T15" fmla="*/ 51 h 12"/>
                <a:gd name="T16" fmla="*/ 57 w 12"/>
                <a:gd name="T17" fmla="*/ 68 h 12"/>
                <a:gd name="T18" fmla="*/ 68 w 12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86" name="Freeform 1065">
              <a:extLst>
                <a:ext uri="{FF2B5EF4-FFF2-40B4-BE49-F238E27FC236}">
                  <a16:creationId xmlns:a16="http://schemas.microsoft.com/office/drawing/2014/main" id="{0A038175-3BEC-4B9E-BB3A-30E69F158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86"/>
              <a:ext cx="41" cy="43"/>
            </a:xfrm>
            <a:custGeom>
              <a:avLst/>
              <a:gdLst>
                <a:gd name="T0" fmla="*/ 117 w 22"/>
                <a:gd name="T1" fmla="*/ 32 h 23"/>
                <a:gd name="T2" fmla="*/ 76 w 22"/>
                <a:gd name="T3" fmla="*/ 0 h 23"/>
                <a:gd name="T4" fmla="*/ 32 w 22"/>
                <a:gd name="T5" fmla="*/ 13 h 23"/>
                <a:gd name="T6" fmla="*/ 45 w 22"/>
                <a:gd name="T7" fmla="*/ 120 h 23"/>
                <a:gd name="T8" fmla="*/ 136 w 22"/>
                <a:gd name="T9" fmla="*/ 105 h 23"/>
                <a:gd name="T10" fmla="*/ 117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2"/>
                    <a:pt x="15" y="0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2" y="14"/>
                    <a:pt x="7" y="18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787" name="Freeform 1066">
              <a:extLst>
                <a:ext uri="{FF2B5EF4-FFF2-40B4-BE49-F238E27FC236}">
                  <a16:creationId xmlns:a16="http://schemas.microsoft.com/office/drawing/2014/main" id="{EEEF9371-C2D8-4B6A-B6E8-C4614097C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594"/>
              <a:ext cx="21" cy="22"/>
            </a:xfrm>
            <a:custGeom>
              <a:avLst/>
              <a:gdLst>
                <a:gd name="T0" fmla="*/ 76 w 11"/>
                <a:gd name="T1" fmla="*/ 51 h 12"/>
                <a:gd name="T2" fmla="*/ 61 w 11"/>
                <a:gd name="T3" fmla="*/ 73 h 12"/>
                <a:gd name="T4" fmla="*/ 15 w 11"/>
                <a:gd name="T5" fmla="*/ 51 h 12"/>
                <a:gd name="T6" fmla="*/ 15 w 11"/>
                <a:gd name="T7" fmla="*/ 13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13 h 12"/>
                <a:gd name="T14" fmla="*/ 15 w 11"/>
                <a:gd name="T15" fmla="*/ 51 h 12"/>
                <a:gd name="T16" fmla="*/ 61 w 11"/>
                <a:gd name="T17" fmla="*/ 73 h 12"/>
                <a:gd name="T18" fmla="*/ 76 w 11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1" y="11"/>
                    <a:pt x="9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9" y="12"/>
                  </a:cubicBezTo>
                  <a:cubicBezTo>
                    <a:pt x="11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88" name="Freeform 1067">
              <a:extLst>
                <a:ext uri="{FF2B5EF4-FFF2-40B4-BE49-F238E27FC236}">
                  <a16:creationId xmlns:a16="http://schemas.microsoft.com/office/drawing/2014/main" id="{0D3B8B6D-1B1D-429C-916C-9ED85BBBC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640"/>
              <a:ext cx="30" cy="38"/>
            </a:xfrm>
            <a:custGeom>
              <a:avLst/>
              <a:gdLst>
                <a:gd name="T0" fmla="*/ 99 w 16"/>
                <a:gd name="T1" fmla="*/ 76 h 20"/>
                <a:gd name="T2" fmla="*/ 92 w 16"/>
                <a:gd name="T3" fmla="*/ 108 h 20"/>
                <a:gd name="T4" fmla="*/ 84 w 16"/>
                <a:gd name="T5" fmla="*/ 124 h 20"/>
                <a:gd name="T6" fmla="*/ 84 w 16"/>
                <a:gd name="T7" fmla="*/ 116 h 20"/>
                <a:gd name="T8" fmla="*/ 60 w 16"/>
                <a:gd name="T9" fmla="*/ 124 h 20"/>
                <a:gd name="T10" fmla="*/ 45 w 16"/>
                <a:gd name="T11" fmla="*/ 108 h 20"/>
                <a:gd name="T12" fmla="*/ 32 w 16"/>
                <a:gd name="T13" fmla="*/ 116 h 20"/>
                <a:gd name="T14" fmla="*/ 28 w 16"/>
                <a:gd name="T15" fmla="*/ 97 h 20"/>
                <a:gd name="T16" fmla="*/ 21 w 16"/>
                <a:gd name="T17" fmla="*/ 84 h 20"/>
                <a:gd name="T18" fmla="*/ 0 w 16"/>
                <a:gd name="T19" fmla="*/ 55 h 20"/>
                <a:gd name="T20" fmla="*/ 15 w 16"/>
                <a:gd name="T21" fmla="*/ 40 h 20"/>
                <a:gd name="T22" fmla="*/ 21 w 16"/>
                <a:gd name="T23" fmla="*/ 29 h 20"/>
                <a:gd name="T24" fmla="*/ 45 w 16"/>
                <a:gd name="T25" fmla="*/ 8 h 20"/>
                <a:gd name="T26" fmla="*/ 81 w 16"/>
                <a:gd name="T27" fmla="*/ 29 h 20"/>
                <a:gd name="T28" fmla="*/ 99 w 16"/>
                <a:gd name="T29" fmla="*/ 7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1"/>
                  </a:moveTo>
                  <a:cubicBezTo>
                    <a:pt x="16" y="12"/>
                    <a:pt x="15" y="15"/>
                    <a:pt x="14" y="16"/>
                  </a:cubicBezTo>
                  <a:cubicBezTo>
                    <a:pt x="14" y="17"/>
                    <a:pt x="14" y="17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1" y="18"/>
                    <a:pt x="11" y="20"/>
                    <a:pt x="9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7" y="15"/>
                    <a:pt x="6" y="17"/>
                    <a:pt x="5" y="17"/>
                  </a:cubicBezTo>
                  <a:cubicBezTo>
                    <a:pt x="4" y="17"/>
                    <a:pt x="4" y="16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9"/>
                    <a:pt x="0" y="8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4" y="2"/>
                    <a:pt x="6" y="0"/>
                    <a:pt x="7" y="1"/>
                  </a:cubicBezTo>
                  <a:cubicBezTo>
                    <a:pt x="9" y="1"/>
                    <a:pt x="11" y="2"/>
                    <a:pt x="12" y="4"/>
                  </a:cubicBezTo>
                  <a:cubicBezTo>
                    <a:pt x="13" y="5"/>
                    <a:pt x="14" y="9"/>
                    <a:pt x="15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89" name="Freeform 1068">
              <a:extLst>
                <a:ext uri="{FF2B5EF4-FFF2-40B4-BE49-F238E27FC236}">
                  <a16:creationId xmlns:a16="http://schemas.microsoft.com/office/drawing/2014/main" id="{12D9A911-915F-4919-B3A1-43368CC3A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652"/>
              <a:ext cx="4" cy="13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7 h 7"/>
                <a:gd name="T4" fmla="*/ 0 w 2"/>
                <a:gd name="T5" fmla="*/ 20 h 7"/>
                <a:gd name="T6" fmla="*/ 16 w 2"/>
                <a:gd name="T7" fmla="*/ 45 h 7"/>
                <a:gd name="T8" fmla="*/ 16 w 2"/>
                <a:gd name="T9" fmla="*/ 32 h 7"/>
                <a:gd name="T10" fmla="*/ 16 w 2"/>
                <a:gd name="T11" fmla="*/ 20 h 7"/>
                <a:gd name="T12" fmla="*/ 8 w 2"/>
                <a:gd name="T13" fmla="*/ 13 h 7"/>
                <a:gd name="T14" fmla="*/ 8 w 2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90" name="Freeform 1069">
              <a:extLst>
                <a:ext uri="{FF2B5EF4-FFF2-40B4-BE49-F238E27FC236}">
                  <a16:creationId xmlns:a16="http://schemas.microsoft.com/office/drawing/2014/main" id="{6F018D92-2C4B-47A6-8CD2-D2FB37EFF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665"/>
              <a:ext cx="7" cy="5"/>
            </a:xfrm>
            <a:custGeom>
              <a:avLst/>
              <a:gdLst>
                <a:gd name="T0" fmla="*/ 0 w 4"/>
                <a:gd name="T1" fmla="*/ 0 h 3"/>
                <a:gd name="T2" fmla="*/ 7 w 4"/>
                <a:gd name="T3" fmla="*/ 13 h 3"/>
                <a:gd name="T4" fmla="*/ 12 w 4"/>
                <a:gd name="T5" fmla="*/ 8 h 3"/>
                <a:gd name="T6" fmla="*/ 21 w 4"/>
                <a:gd name="T7" fmla="*/ 5 h 3"/>
                <a:gd name="T8" fmla="*/ 12 w 4"/>
                <a:gd name="T9" fmla="*/ 8 h 3"/>
                <a:gd name="T10" fmla="*/ 7 w 4"/>
                <a:gd name="T11" fmla="*/ 5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91" name="Freeform 1070">
              <a:extLst>
                <a:ext uri="{FF2B5EF4-FFF2-40B4-BE49-F238E27FC236}">
                  <a16:creationId xmlns:a16="http://schemas.microsoft.com/office/drawing/2014/main" id="{FFB4FD16-5253-42CD-B835-202A8163B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668"/>
              <a:ext cx="8" cy="8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8 h 4"/>
                <a:gd name="T4" fmla="*/ 16 w 4"/>
                <a:gd name="T5" fmla="*/ 24 h 4"/>
                <a:gd name="T6" fmla="*/ 32 w 4"/>
                <a:gd name="T7" fmla="*/ 16 h 4"/>
                <a:gd name="T8" fmla="*/ 16 w 4"/>
                <a:gd name="T9" fmla="*/ 16 h 4"/>
                <a:gd name="T10" fmla="*/ 8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3" y="2"/>
                    <a:pt x="3" y="3"/>
                    <a:pt x="2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92" name="Freeform 1071">
              <a:extLst>
                <a:ext uri="{FF2B5EF4-FFF2-40B4-BE49-F238E27FC236}">
                  <a16:creationId xmlns:a16="http://schemas.microsoft.com/office/drawing/2014/main" id="{0045088C-7A13-4D56-A532-F46069004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665"/>
              <a:ext cx="7" cy="9"/>
            </a:xfrm>
            <a:custGeom>
              <a:avLst/>
              <a:gdLst>
                <a:gd name="T0" fmla="*/ 21 w 4"/>
                <a:gd name="T1" fmla="*/ 7 h 5"/>
                <a:gd name="T2" fmla="*/ 16 w 4"/>
                <a:gd name="T3" fmla="*/ 23 h 5"/>
                <a:gd name="T4" fmla="*/ 7 w 4"/>
                <a:gd name="T5" fmla="*/ 23 h 5"/>
                <a:gd name="T6" fmla="*/ 0 w 4"/>
                <a:gd name="T7" fmla="*/ 29 h 5"/>
                <a:gd name="T8" fmla="*/ 16 w 4"/>
                <a:gd name="T9" fmla="*/ 16 h 5"/>
                <a:gd name="T10" fmla="*/ 21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2"/>
                    <a:pt x="3" y="3"/>
                    <a:pt x="3" y="4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4"/>
                    <a:pt x="1" y="5"/>
                    <a:pt x="0" y="5"/>
                  </a:cubicBezTo>
                  <a:cubicBezTo>
                    <a:pt x="1" y="4"/>
                    <a:pt x="2" y="3"/>
                    <a:pt x="3" y="3"/>
                  </a:cubicBezTo>
                  <a:cubicBezTo>
                    <a:pt x="3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93" name="Freeform 1072">
              <a:extLst>
                <a:ext uri="{FF2B5EF4-FFF2-40B4-BE49-F238E27FC236}">
                  <a16:creationId xmlns:a16="http://schemas.microsoft.com/office/drawing/2014/main" id="{CB163B7F-DEBA-4906-9732-DBFCF3397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648"/>
              <a:ext cx="4" cy="13"/>
            </a:xfrm>
            <a:custGeom>
              <a:avLst/>
              <a:gdLst>
                <a:gd name="T0" fmla="*/ 8 w 2"/>
                <a:gd name="T1" fmla="*/ 7 h 7"/>
                <a:gd name="T2" fmla="*/ 0 w 2"/>
                <a:gd name="T3" fmla="*/ 24 h 7"/>
                <a:gd name="T4" fmla="*/ 16 w 2"/>
                <a:gd name="T5" fmla="*/ 45 h 7"/>
                <a:gd name="T6" fmla="*/ 8 w 2"/>
                <a:gd name="T7" fmla="*/ 20 h 7"/>
                <a:gd name="T8" fmla="*/ 8 w 2"/>
                <a:gd name="T9" fmla="*/ 7 h 7"/>
                <a:gd name="T10" fmla="*/ 0 w 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7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1" y="5"/>
                    <a:pt x="1" y="5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94" name="Freeform 1073">
              <a:extLst>
                <a:ext uri="{FF2B5EF4-FFF2-40B4-BE49-F238E27FC236}">
                  <a16:creationId xmlns:a16="http://schemas.microsoft.com/office/drawing/2014/main" id="{ACD284C8-AA8D-4659-B796-010975EB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655"/>
              <a:ext cx="4" cy="8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8 h 4"/>
                <a:gd name="T4" fmla="*/ 0 w 2"/>
                <a:gd name="T5" fmla="*/ 16 h 4"/>
                <a:gd name="T6" fmla="*/ 16 w 2"/>
                <a:gd name="T7" fmla="*/ 32 h 4"/>
                <a:gd name="T8" fmla="*/ 8 w 2"/>
                <a:gd name="T9" fmla="*/ 24 h 4"/>
                <a:gd name="T10" fmla="*/ 0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95" name="Freeform 1074">
              <a:extLst>
                <a:ext uri="{FF2B5EF4-FFF2-40B4-BE49-F238E27FC236}">
                  <a16:creationId xmlns:a16="http://schemas.microsoft.com/office/drawing/2014/main" id="{17C7848D-E020-4A80-A55B-16596057A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668"/>
              <a:ext cx="4" cy="4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8 h 2"/>
                <a:gd name="T4" fmla="*/ 16 w 2"/>
                <a:gd name="T5" fmla="*/ 16 h 2"/>
                <a:gd name="T6" fmla="*/ 8 w 2"/>
                <a:gd name="T7" fmla="*/ 8 h 2"/>
                <a:gd name="T8" fmla="*/ 8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96" name="Freeform 1075">
              <a:extLst>
                <a:ext uri="{FF2B5EF4-FFF2-40B4-BE49-F238E27FC236}">
                  <a16:creationId xmlns:a16="http://schemas.microsoft.com/office/drawing/2014/main" id="{A22077FB-07B0-48C7-8EFB-C2520F046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642"/>
              <a:ext cx="9" cy="6"/>
            </a:xfrm>
            <a:custGeom>
              <a:avLst/>
              <a:gdLst>
                <a:gd name="T0" fmla="*/ 29 w 5"/>
                <a:gd name="T1" fmla="*/ 8 h 3"/>
                <a:gd name="T2" fmla="*/ 13 w 5"/>
                <a:gd name="T3" fmla="*/ 0 h 3"/>
                <a:gd name="T4" fmla="*/ 0 w 5"/>
                <a:gd name="T5" fmla="*/ 24 h 3"/>
                <a:gd name="T6" fmla="*/ 16 w 5"/>
                <a:gd name="T7" fmla="*/ 8 h 3"/>
                <a:gd name="T8" fmla="*/ 29 w 5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1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97" name="Freeform 1076">
              <a:extLst>
                <a:ext uri="{FF2B5EF4-FFF2-40B4-BE49-F238E27FC236}">
                  <a16:creationId xmlns:a16="http://schemas.microsoft.com/office/drawing/2014/main" id="{CF0CA7F4-FE3C-4EC5-AE7D-DF36EA1C9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650"/>
              <a:ext cx="4" cy="11"/>
            </a:xfrm>
            <a:custGeom>
              <a:avLst/>
              <a:gdLst>
                <a:gd name="T0" fmla="*/ 8 w 2"/>
                <a:gd name="T1" fmla="*/ 0 h 6"/>
                <a:gd name="T2" fmla="*/ 0 w 2"/>
                <a:gd name="T3" fmla="*/ 20 h 6"/>
                <a:gd name="T4" fmla="*/ 16 w 2"/>
                <a:gd name="T5" fmla="*/ 37 h 6"/>
                <a:gd name="T6" fmla="*/ 0 w 2"/>
                <a:gd name="T7" fmla="*/ 20 h 6"/>
                <a:gd name="T8" fmla="*/ 8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98" name="Freeform 1077">
              <a:extLst>
                <a:ext uri="{FF2B5EF4-FFF2-40B4-BE49-F238E27FC236}">
                  <a16:creationId xmlns:a16="http://schemas.microsoft.com/office/drawing/2014/main" id="{EEA7BDB5-63DF-44E1-9A0F-48B2F7960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640"/>
              <a:ext cx="30" cy="38"/>
            </a:xfrm>
            <a:custGeom>
              <a:avLst/>
              <a:gdLst>
                <a:gd name="T0" fmla="*/ 99 w 16"/>
                <a:gd name="T1" fmla="*/ 76 h 20"/>
                <a:gd name="T2" fmla="*/ 92 w 16"/>
                <a:gd name="T3" fmla="*/ 108 h 20"/>
                <a:gd name="T4" fmla="*/ 84 w 16"/>
                <a:gd name="T5" fmla="*/ 124 h 20"/>
                <a:gd name="T6" fmla="*/ 84 w 16"/>
                <a:gd name="T7" fmla="*/ 116 h 20"/>
                <a:gd name="T8" fmla="*/ 60 w 16"/>
                <a:gd name="T9" fmla="*/ 124 h 20"/>
                <a:gd name="T10" fmla="*/ 45 w 16"/>
                <a:gd name="T11" fmla="*/ 108 h 20"/>
                <a:gd name="T12" fmla="*/ 32 w 16"/>
                <a:gd name="T13" fmla="*/ 116 h 20"/>
                <a:gd name="T14" fmla="*/ 28 w 16"/>
                <a:gd name="T15" fmla="*/ 97 h 20"/>
                <a:gd name="T16" fmla="*/ 21 w 16"/>
                <a:gd name="T17" fmla="*/ 84 h 20"/>
                <a:gd name="T18" fmla="*/ 0 w 16"/>
                <a:gd name="T19" fmla="*/ 55 h 20"/>
                <a:gd name="T20" fmla="*/ 15 w 16"/>
                <a:gd name="T21" fmla="*/ 40 h 20"/>
                <a:gd name="T22" fmla="*/ 21 w 16"/>
                <a:gd name="T23" fmla="*/ 29 h 20"/>
                <a:gd name="T24" fmla="*/ 45 w 16"/>
                <a:gd name="T25" fmla="*/ 8 h 20"/>
                <a:gd name="T26" fmla="*/ 81 w 16"/>
                <a:gd name="T27" fmla="*/ 29 h 20"/>
                <a:gd name="T28" fmla="*/ 99 w 16"/>
                <a:gd name="T29" fmla="*/ 7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1"/>
                  </a:moveTo>
                  <a:cubicBezTo>
                    <a:pt x="16" y="12"/>
                    <a:pt x="15" y="15"/>
                    <a:pt x="14" y="16"/>
                  </a:cubicBezTo>
                  <a:cubicBezTo>
                    <a:pt x="14" y="17"/>
                    <a:pt x="14" y="17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1" y="18"/>
                    <a:pt x="11" y="20"/>
                    <a:pt x="9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7" y="15"/>
                    <a:pt x="6" y="17"/>
                    <a:pt x="5" y="17"/>
                  </a:cubicBezTo>
                  <a:cubicBezTo>
                    <a:pt x="4" y="17"/>
                    <a:pt x="4" y="16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9"/>
                    <a:pt x="0" y="8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4" y="2"/>
                    <a:pt x="6" y="0"/>
                    <a:pt x="7" y="1"/>
                  </a:cubicBezTo>
                  <a:cubicBezTo>
                    <a:pt x="9" y="1"/>
                    <a:pt x="11" y="2"/>
                    <a:pt x="12" y="4"/>
                  </a:cubicBezTo>
                  <a:cubicBezTo>
                    <a:pt x="13" y="5"/>
                    <a:pt x="14" y="9"/>
                    <a:pt x="15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99" name="Freeform 1078">
              <a:extLst>
                <a:ext uri="{FF2B5EF4-FFF2-40B4-BE49-F238E27FC236}">
                  <a16:creationId xmlns:a16="http://schemas.microsoft.com/office/drawing/2014/main" id="{C7C5A28A-348D-4148-A216-DC8EFDE02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667"/>
              <a:ext cx="6" cy="3"/>
            </a:xfrm>
            <a:custGeom>
              <a:avLst/>
              <a:gdLst>
                <a:gd name="T0" fmla="*/ 24 w 3"/>
                <a:gd name="T1" fmla="*/ 5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00" name="Freeform 1079">
              <a:extLst>
                <a:ext uri="{FF2B5EF4-FFF2-40B4-BE49-F238E27FC236}">
                  <a16:creationId xmlns:a16="http://schemas.microsoft.com/office/drawing/2014/main" id="{845CE339-FAD7-4574-B359-4ED2BFBA1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646"/>
              <a:ext cx="4" cy="15"/>
            </a:xfrm>
            <a:custGeom>
              <a:avLst/>
              <a:gdLst>
                <a:gd name="T0" fmla="*/ 16 w 2"/>
                <a:gd name="T1" fmla="*/ 53 h 8"/>
                <a:gd name="T2" fmla="*/ 0 w 2"/>
                <a:gd name="T3" fmla="*/ 28 h 8"/>
                <a:gd name="T4" fmla="*/ 0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01" name="Freeform 1080">
              <a:extLst>
                <a:ext uri="{FF2B5EF4-FFF2-40B4-BE49-F238E27FC236}">
                  <a16:creationId xmlns:a16="http://schemas.microsoft.com/office/drawing/2014/main" id="{CA518889-F5AE-4080-8490-2390F7628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661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02" name="Freeform 1081">
              <a:extLst>
                <a:ext uri="{FF2B5EF4-FFF2-40B4-BE49-F238E27FC236}">
                  <a16:creationId xmlns:a16="http://schemas.microsoft.com/office/drawing/2014/main" id="{4C2EF9C8-EBFF-4C09-91DC-69F633CF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584"/>
              <a:ext cx="39" cy="43"/>
            </a:xfrm>
            <a:custGeom>
              <a:avLst/>
              <a:gdLst>
                <a:gd name="T0" fmla="*/ 110 w 21"/>
                <a:gd name="T1" fmla="*/ 32 h 23"/>
                <a:gd name="T2" fmla="*/ 69 w 21"/>
                <a:gd name="T3" fmla="*/ 0 h 23"/>
                <a:gd name="T4" fmla="*/ 24 w 21"/>
                <a:gd name="T5" fmla="*/ 13 h 23"/>
                <a:gd name="T6" fmla="*/ 45 w 21"/>
                <a:gd name="T7" fmla="*/ 120 h 23"/>
                <a:gd name="T8" fmla="*/ 128 w 21"/>
                <a:gd name="T9" fmla="*/ 105 h 23"/>
                <a:gd name="T10" fmla="*/ 110 w 21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2" y="23"/>
                    <a:pt x="19" y="20"/>
                    <a:pt x="20" y="16"/>
                  </a:cubicBezTo>
                  <a:cubicBezTo>
                    <a:pt x="21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03" name="Freeform 1082">
              <a:extLst>
                <a:ext uri="{FF2B5EF4-FFF2-40B4-BE49-F238E27FC236}">
                  <a16:creationId xmlns:a16="http://schemas.microsoft.com/office/drawing/2014/main" id="{03D6FB5B-9D91-4CB1-9761-5668EB005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592"/>
              <a:ext cx="21" cy="22"/>
            </a:xfrm>
            <a:custGeom>
              <a:avLst/>
              <a:gdLst>
                <a:gd name="T0" fmla="*/ 69 w 11"/>
                <a:gd name="T1" fmla="*/ 51 h 12"/>
                <a:gd name="T2" fmla="*/ 55 w 11"/>
                <a:gd name="T3" fmla="*/ 73 h 12"/>
                <a:gd name="T4" fmla="*/ 15 w 11"/>
                <a:gd name="T5" fmla="*/ 51 h 12"/>
                <a:gd name="T6" fmla="*/ 8 w 11"/>
                <a:gd name="T7" fmla="*/ 13 h 12"/>
                <a:gd name="T8" fmla="*/ 29 w 11"/>
                <a:gd name="T9" fmla="*/ 0 h 12"/>
                <a:gd name="T10" fmla="*/ 29 w 11"/>
                <a:gd name="T11" fmla="*/ 0 h 12"/>
                <a:gd name="T12" fmla="*/ 8 w 11"/>
                <a:gd name="T13" fmla="*/ 13 h 12"/>
                <a:gd name="T14" fmla="*/ 8 w 11"/>
                <a:gd name="T15" fmla="*/ 51 h 12"/>
                <a:gd name="T16" fmla="*/ 55 w 11"/>
                <a:gd name="T17" fmla="*/ 73 h 12"/>
                <a:gd name="T18" fmla="*/ 69 w 11"/>
                <a:gd name="T19" fmla="*/ 5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0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04" name="Freeform 1083">
              <a:extLst>
                <a:ext uri="{FF2B5EF4-FFF2-40B4-BE49-F238E27FC236}">
                  <a16:creationId xmlns:a16="http://schemas.microsoft.com/office/drawing/2014/main" id="{BE2C34E8-A644-4EA8-AE93-DFCB56BEC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84"/>
              <a:ext cx="43" cy="55"/>
            </a:xfrm>
            <a:custGeom>
              <a:avLst/>
              <a:gdLst>
                <a:gd name="T0" fmla="*/ 120 w 23"/>
                <a:gd name="T1" fmla="*/ 32 h 29"/>
                <a:gd name="T2" fmla="*/ 77 w 23"/>
                <a:gd name="T3" fmla="*/ 8 h 29"/>
                <a:gd name="T4" fmla="*/ 21 w 23"/>
                <a:gd name="T5" fmla="*/ 108 h 29"/>
                <a:gd name="T6" fmla="*/ 112 w 23"/>
                <a:gd name="T7" fmla="*/ 192 h 29"/>
                <a:gd name="T8" fmla="*/ 150 w 23"/>
                <a:gd name="T9" fmla="*/ 137 h 29"/>
                <a:gd name="T10" fmla="*/ 136 w 23"/>
                <a:gd name="T11" fmla="*/ 76 h 29"/>
                <a:gd name="T12" fmla="*/ 120 w 23"/>
                <a:gd name="T13" fmla="*/ 3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8" y="5"/>
                  </a:moveTo>
                  <a:cubicBezTo>
                    <a:pt x="16" y="3"/>
                    <a:pt x="14" y="1"/>
                    <a:pt x="12" y="1"/>
                  </a:cubicBezTo>
                  <a:cubicBezTo>
                    <a:pt x="4" y="0"/>
                    <a:pt x="0" y="8"/>
                    <a:pt x="3" y="16"/>
                  </a:cubicBezTo>
                  <a:cubicBezTo>
                    <a:pt x="5" y="24"/>
                    <a:pt x="12" y="29"/>
                    <a:pt x="17" y="28"/>
                  </a:cubicBezTo>
                  <a:cubicBezTo>
                    <a:pt x="21" y="27"/>
                    <a:pt x="23" y="24"/>
                    <a:pt x="23" y="20"/>
                  </a:cubicBezTo>
                  <a:cubicBezTo>
                    <a:pt x="23" y="17"/>
                    <a:pt x="21" y="13"/>
                    <a:pt x="21" y="11"/>
                  </a:cubicBezTo>
                  <a:cubicBezTo>
                    <a:pt x="20" y="9"/>
                    <a:pt x="19" y="6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05" name="Freeform 1084">
              <a:extLst>
                <a:ext uri="{FF2B5EF4-FFF2-40B4-BE49-F238E27FC236}">
                  <a16:creationId xmlns:a16="http://schemas.microsoft.com/office/drawing/2014/main" id="{89F57992-3F14-4D8B-AC04-9FCC2D9D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597"/>
              <a:ext cx="15" cy="28"/>
            </a:xfrm>
            <a:custGeom>
              <a:avLst/>
              <a:gdLst>
                <a:gd name="T0" fmla="*/ 15 w 8"/>
                <a:gd name="T1" fmla="*/ 7 h 15"/>
                <a:gd name="T2" fmla="*/ 0 w 8"/>
                <a:gd name="T3" fmla="*/ 39 h 15"/>
                <a:gd name="T4" fmla="*/ 32 w 8"/>
                <a:gd name="T5" fmla="*/ 91 h 15"/>
                <a:gd name="T6" fmla="*/ 53 w 8"/>
                <a:gd name="T7" fmla="*/ 97 h 15"/>
                <a:gd name="T8" fmla="*/ 53 w 8"/>
                <a:gd name="T9" fmla="*/ 97 h 15"/>
                <a:gd name="T10" fmla="*/ 32 w 8"/>
                <a:gd name="T11" fmla="*/ 91 h 15"/>
                <a:gd name="T12" fmla="*/ 0 w 8"/>
                <a:gd name="T13" fmla="*/ 39 h 15"/>
                <a:gd name="T14" fmla="*/ 15 w 8"/>
                <a:gd name="T15" fmla="*/ 7 h 15"/>
                <a:gd name="T16" fmla="*/ 28 w 8"/>
                <a:gd name="T17" fmla="*/ 7 h 15"/>
                <a:gd name="T18" fmla="*/ 28 w 8"/>
                <a:gd name="T19" fmla="*/ 7 h 15"/>
                <a:gd name="T20" fmla="*/ 15 w 8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5">
                  <a:moveTo>
                    <a:pt x="2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10"/>
                    <a:pt x="2" y="13"/>
                    <a:pt x="5" y="14"/>
                  </a:cubicBezTo>
                  <a:cubicBezTo>
                    <a:pt x="6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6" y="15"/>
                    <a:pt x="5" y="14"/>
                  </a:cubicBezTo>
                  <a:cubicBezTo>
                    <a:pt x="3" y="13"/>
                    <a:pt x="1" y="10"/>
                    <a:pt x="0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06" name="Freeform 1085">
              <a:extLst>
                <a:ext uri="{FF2B5EF4-FFF2-40B4-BE49-F238E27FC236}">
                  <a16:creationId xmlns:a16="http://schemas.microsoft.com/office/drawing/2014/main" id="{0349A4DC-8067-447B-B4CE-4319CAEFB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618"/>
              <a:ext cx="50" cy="54"/>
            </a:xfrm>
            <a:custGeom>
              <a:avLst/>
              <a:gdLst>
                <a:gd name="T0" fmla="*/ 106 w 27"/>
                <a:gd name="T1" fmla="*/ 20 h 29"/>
                <a:gd name="T2" fmla="*/ 65 w 27"/>
                <a:gd name="T3" fmla="*/ 0 h 29"/>
                <a:gd name="T4" fmla="*/ 31 w 27"/>
                <a:gd name="T5" fmla="*/ 117 h 29"/>
                <a:gd name="T6" fmla="*/ 141 w 27"/>
                <a:gd name="T7" fmla="*/ 173 h 29"/>
                <a:gd name="T8" fmla="*/ 165 w 27"/>
                <a:gd name="T9" fmla="*/ 117 h 29"/>
                <a:gd name="T10" fmla="*/ 133 w 27"/>
                <a:gd name="T11" fmla="*/ 60 h 29"/>
                <a:gd name="T12" fmla="*/ 106 w 27"/>
                <a:gd name="T13" fmla="*/ 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9">
                  <a:moveTo>
                    <a:pt x="17" y="3"/>
                  </a:moveTo>
                  <a:cubicBezTo>
                    <a:pt x="15" y="1"/>
                    <a:pt x="12" y="0"/>
                    <a:pt x="10" y="0"/>
                  </a:cubicBezTo>
                  <a:cubicBezTo>
                    <a:pt x="1" y="0"/>
                    <a:pt x="0" y="10"/>
                    <a:pt x="5" y="18"/>
                  </a:cubicBezTo>
                  <a:cubicBezTo>
                    <a:pt x="9" y="25"/>
                    <a:pt x="18" y="29"/>
                    <a:pt x="22" y="27"/>
                  </a:cubicBezTo>
                  <a:cubicBezTo>
                    <a:pt x="26" y="25"/>
                    <a:pt x="27" y="22"/>
                    <a:pt x="26" y="18"/>
                  </a:cubicBezTo>
                  <a:cubicBezTo>
                    <a:pt x="25" y="14"/>
                    <a:pt x="23" y="11"/>
                    <a:pt x="21" y="9"/>
                  </a:cubicBezTo>
                  <a:cubicBezTo>
                    <a:pt x="20" y="7"/>
                    <a:pt x="19" y="4"/>
                    <a:pt x="17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07" name="Freeform 1086">
              <a:extLst>
                <a:ext uri="{FF2B5EF4-FFF2-40B4-BE49-F238E27FC236}">
                  <a16:creationId xmlns:a16="http://schemas.microsoft.com/office/drawing/2014/main" id="{90059416-B5A4-4860-821F-CA871B51D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629"/>
              <a:ext cx="21" cy="30"/>
            </a:xfrm>
            <a:custGeom>
              <a:avLst/>
              <a:gdLst>
                <a:gd name="T0" fmla="*/ 8 w 11"/>
                <a:gd name="T1" fmla="*/ 8 h 16"/>
                <a:gd name="T2" fmla="*/ 8 w 11"/>
                <a:gd name="T3" fmla="*/ 45 h 16"/>
                <a:gd name="T4" fmla="*/ 55 w 11"/>
                <a:gd name="T5" fmla="*/ 99 h 16"/>
                <a:gd name="T6" fmla="*/ 76 w 11"/>
                <a:gd name="T7" fmla="*/ 99 h 16"/>
                <a:gd name="T8" fmla="*/ 76 w 11"/>
                <a:gd name="T9" fmla="*/ 99 h 16"/>
                <a:gd name="T10" fmla="*/ 55 w 11"/>
                <a:gd name="T11" fmla="*/ 99 h 16"/>
                <a:gd name="T12" fmla="*/ 8 w 11"/>
                <a:gd name="T13" fmla="*/ 45 h 16"/>
                <a:gd name="T14" fmla="*/ 8 w 11"/>
                <a:gd name="T15" fmla="*/ 8 h 16"/>
                <a:gd name="T16" fmla="*/ 29 w 11"/>
                <a:gd name="T17" fmla="*/ 8 h 16"/>
                <a:gd name="T18" fmla="*/ 29 w 11"/>
                <a:gd name="T19" fmla="*/ 8 h 16"/>
                <a:gd name="T20" fmla="*/ 8 w 11"/>
                <a:gd name="T21" fmla="*/ 8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6">
                  <a:moveTo>
                    <a:pt x="1" y="1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3" y="11"/>
                    <a:pt x="5" y="14"/>
                    <a:pt x="8" y="15"/>
                  </a:cubicBezTo>
                  <a:cubicBezTo>
                    <a:pt x="9" y="16"/>
                    <a:pt x="10" y="16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5"/>
                    <a:pt x="9" y="15"/>
                    <a:pt x="8" y="15"/>
                  </a:cubicBezTo>
                  <a:cubicBezTo>
                    <a:pt x="5" y="14"/>
                    <a:pt x="3" y="11"/>
                    <a:pt x="1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08" name="Freeform 1087">
              <a:extLst>
                <a:ext uri="{FF2B5EF4-FFF2-40B4-BE49-F238E27FC236}">
                  <a16:creationId xmlns:a16="http://schemas.microsoft.com/office/drawing/2014/main" id="{ED08DFD3-2AA9-4D34-B3C8-CFB496552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556"/>
              <a:ext cx="43" cy="41"/>
            </a:xfrm>
            <a:custGeom>
              <a:avLst/>
              <a:gdLst>
                <a:gd name="T0" fmla="*/ 112 w 23"/>
                <a:gd name="T1" fmla="*/ 21 h 22"/>
                <a:gd name="T2" fmla="*/ 67 w 23"/>
                <a:gd name="T3" fmla="*/ 0 h 22"/>
                <a:gd name="T4" fmla="*/ 21 w 23"/>
                <a:gd name="T5" fmla="*/ 21 h 22"/>
                <a:gd name="T6" fmla="*/ 67 w 23"/>
                <a:gd name="T7" fmla="*/ 121 h 22"/>
                <a:gd name="T8" fmla="*/ 150 w 23"/>
                <a:gd name="T9" fmla="*/ 84 h 22"/>
                <a:gd name="T10" fmla="*/ 112 w 23"/>
                <a:gd name="T11" fmla="*/ 2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8"/>
                    <a:pt x="3" y="16"/>
                    <a:pt x="10" y="19"/>
                  </a:cubicBezTo>
                  <a:cubicBezTo>
                    <a:pt x="16" y="22"/>
                    <a:pt x="22" y="18"/>
                    <a:pt x="23" y="13"/>
                  </a:cubicBezTo>
                  <a:cubicBezTo>
                    <a:pt x="23" y="9"/>
                    <a:pt x="21" y="8"/>
                    <a:pt x="17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09" name="Freeform 1088">
              <a:extLst>
                <a:ext uri="{FF2B5EF4-FFF2-40B4-BE49-F238E27FC236}">
                  <a16:creationId xmlns:a16="http://schemas.microsoft.com/office/drawing/2014/main" id="{08EC3D66-38ED-488E-8FBC-90AFD13BF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564"/>
              <a:ext cx="20" cy="20"/>
            </a:xfrm>
            <a:custGeom>
              <a:avLst/>
              <a:gdLst>
                <a:gd name="T0" fmla="*/ 65 w 11"/>
                <a:gd name="T1" fmla="*/ 36 h 11"/>
                <a:gd name="T2" fmla="*/ 53 w 11"/>
                <a:gd name="T3" fmla="*/ 60 h 11"/>
                <a:gd name="T4" fmla="*/ 13 w 11"/>
                <a:gd name="T5" fmla="*/ 49 h 11"/>
                <a:gd name="T6" fmla="*/ 0 w 11"/>
                <a:gd name="T7" fmla="*/ 16 h 11"/>
                <a:gd name="T8" fmla="*/ 16 w 11"/>
                <a:gd name="T9" fmla="*/ 0 h 11"/>
                <a:gd name="T10" fmla="*/ 16 w 11"/>
                <a:gd name="T11" fmla="*/ 0 h 11"/>
                <a:gd name="T12" fmla="*/ 0 w 11"/>
                <a:gd name="T13" fmla="*/ 16 h 11"/>
                <a:gd name="T14" fmla="*/ 13 w 11"/>
                <a:gd name="T15" fmla="*/ 49 h 11"/>
                <a:gd name="T16" fmla="*/ 53 w 11"/>
                <a:gd name="T17" fmla="*/ 60 h 11"/>
                <a:gd name="T18" fmla="*/ 65 w 11"/>
                <a:gd name="T19" fmla="*/ 3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11" y="10"/>
                    <a:pt x="9" y="10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1"/>
                    <a:pt x="9" y="10"/>
                  </a:cubicBezTo>
                  <a:cubicBezTo>
                    <a:pt x="11" y="10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10" name="Freeform 1089">
              <a:extLst>
                <a:ext uri="{FF2B5EF4-FFF2-40B4-BE49-F238E27FC236}">
                  <a16:creationId xmlns:a16="http://schemas.microsoft.com/office/drawing/2014/main" id="{91D72E87-9E21-42C0-AA0B-23C149EE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594"/>
              <a:ext cx="43" cy="39"/>
            </a:xfrm>
            <a:custGeom>
              <a:avLst/>
              <a:gdLst>
                <a:gd name="T0" fmla="*/ 105 w 23"/>
                <a:gd name="T1" fmla="*/ 20 h 21"/>
                <a:gd name="T2" fmla="*/ 52 w 23"/>
                <a:gd name="T3" fmla="*/ 0 h 21"/>
                <a:gd name="T4" fmla="*/ 13 w 23"/>
                <a:gd name="T5" fmla="*/ 24 h 21"/>
                <a:gd name="T6" fmla="*/ 67 w 23"/>
                <a:gd name="T7" fmla="*/ 121 h 21"/>
                <a:gd name="T8" fmla="*/ 150 w 23"/>
                <a:gd name="T9" fmla="*/ 76 h 21"/>
                <a:gd name="T10" fmla="*/ 105 w 23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2" y="4"/>
                  </a:cubicBezTo>
                  <a:cubicBezTo>
                    <a:pt x="0" y="10"/>
                    <a:pt x="4" y="17"/>
                    <a:pt x="10" y="19"/>
                  </a:cubicBezTo>
                  <a:cubicBezTo>
                    <a:pt x="17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11" name="Freeform 1090">
              <a:extLst>
                <a:ext uri="{FF2B5EF4-FFF2-40B4-BE49-F238E27FC236}">
                  <a16:creationId xmlns:a16="http://schemas.microsoft.com/office/drawing/2014/main" id="{C09F690F-BE6C-46C0-9FCC-AA1AD67DA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03"/>
              <a:ext cx="22" cy="19"/>
            </a:xfrm>
            <a:custGeom>
              <a:avLst/>
              <a:gdLst>
                <a:gd name="T0" fmla="*/ 68 w 12"/>
                <a:gd name="T1" fmla="*/ 36 h 10"/>
                <a:gd name="T2" fmla="*/ 68 w 12"/>
                <a:gd name="T3" fmla="*/ 61 h 10"/>
                <a:gd name="T4" fmla="*/ 20 w 12"/>
                <a:gd name="T5" fmla="*/ 55 h 10"/>
                <a:gd name="T6" fmla="*/ 0 w 12"/>
                <a:gd name="T7" fmla="*/ 15 h 10"/>
                <a:gd name="T8" fmla="*/ 20 w 12"/>
                <a:gd name="T9" fmla="*/ 0 h 10"/>
                <a:gd name="T10" fmla="*/ 20 w 12"/>
                <a:gd name="T11" fmla="*/ 0 h 10"/>
                <a:gd name="T12" fmla="*/ 0 w 12"/>
                <a:gd name="T13" fmla="*/ 15 h 10"/>
                <a:gd name="T14" fmla="*/ 20 w 12"/>
                <a:gd name="T15" fmla="*/ 55 h 10"/>
                <a:gd name="T16" fmla="*/ 68 w 12"/>
                <a:gd name="T17" fmla="*/ 61 h 10"/>
                <a:gd name="T18" fmla="*/ 68 w 12"/>
                <a:gd name="T19" fmla="*/ 36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12" name="Freeform 1091">
              <a:extLst>
                <a:ext uri="{FF2B5EF4-FFF2-40B4-BE49-F238E27FC236}">
                  <a16:creationId xmlns:a16="http://schemas.microsoft.com/office/drawing/2014/main" id="{A7C15542-ECE7-4864-8718-B90D0D92A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564"/>
              <a:ext cx="58" cy="46"/>
            </a:xfrm>
            <a:custGeom>
              <a:avLst/>
              <a:gdLst>
                <a:gd name="T0" fmla="*/ 125 w 31"/>
                <a:gd name="T1" fmla="*/ 13 h 25"/>
                <a:gd name="T2" fmla="*/ 60 w 31"/>
                <a:gd name="T3" fmla="*/ 13 h 25"/>
                <a:gd name="T4" fmla="*/ 13 w 31"/>
                <a:gd name="T5" fmla="*/ 52 h 25"/>
                <a:gd name="T6" fmla="*/ 112 w 31"/>
                <a:gd name="T7" fmla="*/ 149 h 25"/>
                <a:gd name="T8" fmla="*/ 196 w 31"/>
                <a:gd name="T9" fmla="*/ 74 h 25"/>
                <a:gd name="T10" fmla="*/ 125 w 31"/>
                <a:gd name="T11" fmla="*/ 13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9" y="2"/>
                  </a:moveTo>
                  <a:cubicBezTo>
                    <a:pt x="15" y="1"/>
                    <a:pt x="12" y="0"/>
                    <a:pt x="9" y="2"/>
                  </a:cubicBezTo>
                  <a:cubicBezTo>
                    <a:pt x="6" y="3"/>
                    <a:pt x="3" y="5"/>
                    <a:pt x="2" y="8"/>
                  </a:cubicBezTo>
                  <a:cubicBezTo>
                    <a:pt x="0" y="16"/>
                    <a:pt x="7" y="24"/>
                    <a:pt x="17" y="24"/>
                  </a:cubicBezTo>
                  <a:cubicBezTo>
                    <a:pt x="26" y="25"/>
                    <a:pt x="31" y="18"/>
                    <a:pt x="30" y="12"/>
                  </a:cubicBezTo>
                  <a:cubicBezTo>
                    <a:pt x="28" y="7"/>
                    <a:pt x="26" y="6"/>
                    <a:pt x="19" y="2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13" name="Freeform 1092">
              <a:extLst>
                <a:ext uri="{FF2B5EF4-FFF2-40B4-BE49-F238E27FC236}">
                  <a16:creationId xmlns:a16="http://schemas.microsoft.com/office/drawing/2014/main" id="{0566A33B-7C35-4EE5-8538-B3529E0FC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577"/>
              <a:ext cx="30" cy="22"/>
            </a:xfrm>
            <a:custGeom>
              <a:avLst/>
              <a:gdLst>
                <a:gd name="T0" fmla="*/ 99 w 16"/>
                <a:gd name="T1" fmla="*/ 20 h 12"/>
                <a:gd name="T2" fmla="*/ 99 w 16"/>
                <a:gd name="T3" fmla="*/ 57 h 12"/>
                <a:gd name="T4" fmla="*/ 32 w 16"/>
                <a:gd name="T5" fmla="*/ 61 h 12"/>
                <a:gd name="T6" fmla="*/ 0 w 16"/>
                <a:gd name="T7" fmla="*/ 24 h 12"/>
                <a:gd name="T8" fmla="*/ 15 w 16"/>
                <a:gd name="T9" fmla="*/ 0 h 12"/>
                <a:gd name="T10" fmla="*/ 15 w 16"/>
                <a:gd name="T11" fmla="*/ 0 h 12"/>
                <a:gd name="T12" fmla="*/ 0 w 16"/>
                <a:gd name="T13" fmla="*/ 24 h 12"/>
                <a:gd name="T14" fmla="*/ 32 w 16"/>
                <a:gd name="T15" fmla="*/ 61 h 12"/>
                <a:gd name="T16" fmla="*/ 99 w 16"/>
                <a:gd name="T17" fmla="*/ 57 h 12"/>
                <a:gd name="T18" fmla="*/ 99 w 16"/>
                <a:gd name="T19" fmla="*/ 2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2">
                  <a:moveTo>
                    <a:pt x="15" y="3"/>
                  </a:moveTo>
                  <a:cubicBezTo>
                    <a:pt x="16" y="5"/>
                    <a:pt x="16" y="7"/>
                    <a:pt x="15" y="9"/>
                  </a:cubicBezTo>
                  <a:cubicBezTo>
                    <a:pt x="13" y="11"/>
                    <a:pt x="10" y="12"/>
                    <a:pt x="5" y="10"/>
                  </a:cubicBezTo>
                  <a:cubicBezTo>
                    <a:pt x="1" y="8"/>
                    <a:pt x="0" y="5"/>
                    <a:pt x="0" y="4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10" y="12"/>
                    <a:pt x="13" y="11"/>
                    <a:pt x="15" y="9"/>
                  </a:cubicBezTo>
                  <a:cubicBezTo>
                    <a:pt x="16" y="8"/>
                    <a:pt x="16" y="5"/>
                    <a:pt x="15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14" name="Freeform 1093">
              <a:extLst>
                <a:ext uri="{FF2B5EF4-FFF2-40B4-BE49-F238E27FC236}">
                  <a16:creationId xmlns:a16="http://schemas.microsoft.com/office/drawing/2014/main" id="{66E26B1C-7736-4B00-84E4-7D9F7940B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27"/>
              <a:ext cx="47" cy="53"/>
            </a:xfrm>
            <a:custGeom>
              <a:avLst/>
              <a:gdLst>
                <a:gd name="T0" fmla="*/ 120 w 25"/>
                <a:gd name="T1" fmla="*/ 28 h 28"/>
                <a:gd name="T2" fmla="*/ 73 w 25"/>
                <a:gd name="T3" fmla="*/ 0 h 28"/>
                <a:gd name="T4" fmla="*/ 28 w 25"/>
                <a:gd name="T5" fmla="*/ 108 h 28"/>
                <a:gd name="T6" fmla="*/ 128 w 25"/>
                <a:gd name="T7" fmla="*/ 176 h 28"/>
                <a:gd name="T8" fmla="*/ 160 w 25"/>
                <a:gd name="T9" fmla="*/ 121 h 28"/>
                <a:gd name="T10" fmla="*/ 137 w 25"/>
                <a:gd name="T11" fmla="*/ 68 h 28"/>
                <a:gd name="T12" fmla="*/ 120 w 25"/>
                <a:gd name="T13" fmla="*/ 2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8">
                  <a:moveTo>
                    <a:pt x="18" y="4"/>
                  </a:moveTo>
                  <a:cubicBezTo>
                    <a:pt x="16" y="2"/>
                    <a:pt x="13" y="1"/>
                    <a:pt x="11" y="0"/>
                  </a:cubicBezTo>
                  <a:cubicBezTo>
                    <a:pt x="3" y="0"/>
                    <a:pt x="0" y="9"/>
                    <a:pt x="4" y="16"/>
                  </a:cubicBezTo>
                  <a:cubicBezTo>
                    <a:pt x="7" y="24"/>
                    <a:pt x="15" y="28"/>
                    <a:pt x="19" y="26"/>
                  </a:cubicBezTo>
                  <a:cubicBezTo>
                    <a:pt x="23" y="25"/>
                    <a:pt x="25" y="22"/>
                    <a:pt x="24" y="18"/>
                  </a:cubicBezTo>
                  <a:cubicBezTo>
                    <a:pt x="24" y="15"/>
                    <a:pt x="22" y="12"/>
                    <a:pt x="21" y="10"/>
                  </a:cubicBezTo>
                  <a:cubicBezTo>
                    <a:pt x="20" y="8"/>
                    <a:pt x="19" y="5"/>
                    <a:pt x="18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15" name="Freeform 1094">
              <a:extLst>
                <a:ext uri="{FF2B5EF4-FFF2-40B4-BE49-F238E27FC236}">
                  <a16:creationId xmlns:a16="http://schemas.microsoft.com/office/drawing/2014/main" id="{80C2C5CD-11DA-4DCE-9CE7-63390186B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640"/>
              <a:ext cx="19" cy="27"/>
            </a:xfrm>
            <a:custGeom>
              <a:avLst/>
              <a:gdLst>
                <a:gd name="T0" fmla="*/ 15 w 10"/>
                <a:gd name="T1" fmla="*/ 0 h 14"/>
                <a:gd name="T2" fmla="*/ 8 w 10"/>
                <a:gd name="T3" fmla="*/ 44 h 14"/>
                <a:gd name="T4" fmla="*/ 40 w 10"/>
                <a:gd name="T5" fmla="*/ 100 h 14"/>
                <a:gd name="T6" fmla="*/ 68 w 10"/>
                <a:gd name="T7" fmla="*/ 100 h 14"/>
                <a:gd name="T8" fmla="*/ 68 w 10"/>
                <a:gd name="T9" fmla="*/ 100 h 14"/>
                <a:gd name="T10" fmla="*/ 40 w 10"/>
                <a:gd name="T11" fmla="*/ 93 h 14"/>
                <a:gd name="T12" fmla="*/ 8 w 10"/>
                <a:gd name="T13" fmla="*/ 44 h 14"/>
                <a:gd name="T14" fmla="*/ 15 w 10"/>
                <a:gd name="T15" fmla="*/ 0 h 14"/>
                <a:gd name="T16" fmla="*/ 29 w 10"/>
                <a:gd name="T17" fmla="*/ 0 h 14"/>
                <a:gd name="T18" fmla="*/ 29 w 10"/>
                <a:gd name="T19" fmla="*/ 0 h 14"/>
                <a:gd name="T20" fmla="*/ 15 w 10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0" y="1"/>
                    <a:pt x="0" y="3"/>
                    <a:pt x="1" y="6"/>
                  </a:cubicBezTo>
                  <a:cubicBezTo>
                    <a:pt x="2" y="9"/>
                    <a:pt x="4" y="12"/>
                    <a:pt x="6" y="14"/>
                  </a:cubicBezTo>
                  <a:cubicBezTo>
                    <a:pt x="7" y="14"/>
                    <a:pt x="8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8" y="14"/>
                    <a:pt x="7" y="14"/>
                    <a:pt x="6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16" name="Freeform 1095">
              <a:extLst>
                <a:ext uri="{FF2B5EF4-FFF2-40B4-BE49-F238E27FC236}">
                  <a16:creationId xmlns:a16="http://schemas.microsoft.com/office/drawing/2014/main" id="{E7F76BA0-D95B-41AE-8D07-1CC2279F8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629"/>
              <a:ext cx="48" cy="39"/>
            </a:xfrm>
            <a:custGeom>
              <a:avLst/>
              <a:gdLst>
                <a:gd name="T0" fmla="*/ 96 w 26"/>
                <a:gd name="T1" fmla="*/ 13 h 21"/>
                <a:gd name="T2" fmla="*/ 44 w 26"/>
                <a:gd name="T3" fmla="*/ 7 h 21"/>
                <a:gd name="T4" fmla="*/ 7 w 26"/>
                <a:gd name="T5" fmla="*/ 45 h 21"/>
                <a:gd name="T6" fmla="*/ 81 w 26"/>
                <a:gd name="T7" fmla="*/ 128 h 21"/>
                <a:gd name="T8" fmla="*/ 150 w 26"/>
                <a:gd name="T9" fmla="*/ 65 h 21"/>
                <a:gd name="T10" fmla="*/ 96 w 26"/>
                <a:gd name="T11" fmla="*/ 1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15" y="2"/>
                  </a:moveTo>
                  <a:cubicBezTo>
                    <a:pt x="12" y="0"/>
                    <a:pt x="9" y="0"/>
                    <a:pt x="7" y="1"/>
                  </a:cubicBezTo>
                  <a:cubicBezTo>
                    <a:pt x="4" y="2"/>
                    <a:pt x="2" y="4"/>
                    <a:pt x="1" y="7"/>
                  </a:cubicBezTo>
                  <a:cubicBezTo>
                    <a:pt x="0" y="13"/>
                    <a:pt x="6" y="20"/>
                    <a:pt x="13" y="20"/>
                  </a:cubicBezTo>
                  <a:cubicBezTo>
                    <a:pt x="21" y="21"/>
                    <a:pt x="26" y="14"/>
                    <a:pt x="24" y="10"/>
                  </a:cubicBezTo>
                  <a:cubicBezTo>
                    <a:pt x="23" y="6"/>
                    <a:pt x="21" y="4"/>
                    <a:pt x="15" y="2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17" name="Freeform 1096">
              <a:extLst>
                <a:ext uri="{FF2B5EF4-FFF2-40B4-BE49-F238E27FC236}">
                  <a16:creationId xmlns:a16="http://schemas.microsoft.com/office/drawing/2014/main" id="{3E4F258F-80E3-4E85-970A-F95172480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639"/>
              <a:ext cx="26" cy="20"/>
            </a:xfrm>
            <a:custGeom>
              <a:avLst/>
              <a:gdLst>
                <a:gd name="T0" fmla="*/ 76 w 14"/>
                <a:gd name="T1" fmla="*/ 16 h 11"/>
                <a:gd name="T2" fmla="*/ 76 w 14"/>
                <a:gd name="T3" fmla="*/ 49 h 11"/>
                <a:gd name="T4" fmla="*/ 24 w 14"/>
                <a:gd name="T5" fmla="*/ 53 h 11"/>
                <a:gd name="T6" fmla="*/ 0 w 14"/>
                <a:gd name="T7" fmla="*/ 24 h 11"/>
                <a:gd name="T8" fmla="*/ 13 w 14"/>
                <a:gd name="T9" fmla="*/ 0 h 11"/>
                <a:gd name="T10" fmla="*/ 13 w 14"/>
                <a:gd name="T11" fmla="*/ 0 h 11"/>
                <a:gd name="T12" fmla="*/ 0 w 14"/>
                <a:gd name="T13" fmla="*/ 24 h 11"/>
                <a:gd name="T14" fmla="*/ 24 w 14"/>
                <a:gd name="T15" fmla="*/ 53 h 11"/>
                <a:gd name="T16" fmla="*/ 84 w 14"/>
                <a:gd name="T17" fmla="*/ 49 h 11"/>
                <a:gd name="T18" fmla="*/ 76 w 14"/>
                <a:gd name="T19" fmla="*/ 1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2" y="3"/>
                  </a:moveTo>
                  <a:cubicBezTo>
                    <a:pt x="14" y="5"/>
                    <a:pt x="14" y="7"/>
                    <a:pt x="12" y="8"/>
                  </a:cubicBezTo>
                  <a:cubicBezTo>
                    <a:pt x="11" y="10"/>
                    <a:pt x="8" y="10"/>
                    <a:pt x="4" y="9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8" y="11"/>
                    <a:pt x="11" y="10"/>
                    <a:pt x="13" y="8"/>
                  </a:cubicBezTo>
                  <a:cubicBezTo>
                    <a:pt x="14" y="7"/>
                    <a:pt x="14" y="5"/>
                    <a:pt x="12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18" name="Freeform 1097">
              <a:extLst>
                <a:ext uri="{FF2B5EF4-FFF2-40B4-BE49-F238E27FC236}">
                  <a16:creationId xmlns:a16="http://schemas.microsoft.com/office/drawing/2014/main" id="{92907CBD-D1F8-404C-A745-3F86A58D0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569"/>
              <a:ext cx="53" cy="51"/>
            </a:xfrm>
            <a:custGeom>
              <a:avLst/>
              <a:gdLst>
                <a:gd name="T0" fmla="*/ 136 w 28"/>
                <a:gd name="T1" fmla="*/ 28 h 27"/>
                <a:gd name="T2" fmla="*/ 76 w 28"/>
                <a:gd name="T3" fmla="*/ 8 h 27"/>
                <a:gd name="T4" fmla="*/ 28 w 28"/>
                <a:gd name="T5" fmla="*/ 47 h 27"/>
                <a:gd name="T6" fmla="*/ 89 w 28"/>
                <a:gd name="T7" fmla="*/ 168 h 27"/>
                <a:gd name="T8" fmla="*/ 189 w 28"/>
                <a:gd name="T9" fmla="*/ 100 h 27"/>
                <a:gd name="T10" fmla="*/ 136 w 28"/>
                <a:gd name="T11" fmla="*/ 2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0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4" y="7"/>
                  </a:cubicBezTo>
                  <a:cubicBezTo>
                    <a:pt x="0" y="14"/>
                    <a:pt x="5" y="23"/>
                    <a:pt x="13" y="25"/>
                  </a:cubicBezTo>
                  <a:cubicBezTo>
                    <a:pt x="22" y="27"/>
                    <a:pt x="28" y="21"/>
                    <a:pt x="28" y="15"/>
                  </a:cubicBezTo>
                  <a:cubicBezTo>
                    <a:pt x="28" y="10"/>
                    <a:pt x="26" y="8"/>
                    <a:pt x="20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19" name="Freeform 1098">
              <a:extLst>
                <a:ext uri="{FF2B5EF4-FFF2-40B4-BE49-F238E27FC236}">
                  <a16:creationId xmlns:a16="http://schemas.microsoft.com/office/drawing/2014/main" id="{91A4B037-6A06-408C-BC10-29750FB3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582"/>
              <a:ext cx="28" cy="25"/>
            </a:xfrm>
            <a:custGeom>
              <a:avLst/>
              <a:gdLst>
                <a:gd name="T0" fmla="*/ 91 w 15"/>
                <a:gd name="T1" fmla="*/ 37 h 13"/>
                <a:gd name="T2" fmla="*/ 84 w 15"/>
                <a:gd name="T3" fmla="*/ 77 h 13"/>
                <a:gd name="T4" fmla="*/ 24 w 15"/>
                <a:gd name="T5" fmla="*/ 71 h 13"/>
                <a:gd name="T6" fmla="*/ 0 w 15"/>
                <a:gd name="T7" fmla="*/ 23 h 13"/>
                <a:gd name="T8" fmla="*/ 21 w 15"/>
                <a:gd name="T9" fmla="*/ 0 h 13"/>
                <a:gd name="T10" fmla="*/ 21 w 15"/>
                <a:gd name="T11" fmla="*/ 0 h 13"/>
                <a:gd name="T12" fmla="*/ 0 w 15"/>
                <a:gd name="T13" fmla="*/ 23 h 13"/>
                <a:gd name="T14" fmla="*/ 24 w 15"/>
                <a:gd name="T15" fmla="*/ 71 h 13"/>
                <a:gd name="T16" fmla="*/ 84 w 15"/>
                <a:gd name="T17" fmla="*/ 77 h 13"/>
                <a:gd name="T18" fmla="*/ 91 w 15"/>
                <a:gd name="T19" fmla="*/ 3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3">
                  <a:moveTo>
                    <a:pt x="14" y="5"/>
                  </a:moveTo>
                  <a:cubicBezTo>
                    <a:pt x="15" y="8"/>
                    <a:pt x="14" y="10"/>
                    <a:pt x="13" y="11"/>
                  </a:cubicBezTo>
                  <a:cubicBezTo>
                    <a:pt x="11" y="12"/>
                    <a:pt x="7" y="13"/>
                    <a:pt x="4" y="10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0" y="8"/>
                    <a:pt x="4" y="10"/>
                  </a:cubicBezTo>
                  <a:cubicBezTo>
                    <a:pt x="7" y="13"/>
                    <a:pt x="11" y="13"/>
                    <a:pt x="13" y="11"/>
                  </a:cubicBezTo>
                  <a:cubicBezTo>
                    <a:pt x="15" y="10"/>
                    <a:pt x="15" y="8"/>
                    <a:pt x="14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20" name="Freeform 1099">
              <a:extLst>
                <a:ext uri="{FF2B5EF4-FFF2-40B4-BE49-F238E27FC236}">
                  <a16:creationId xmlns:a16="http://schemas.microsoft.com/office/drawing/2014/main" id="{CF497CDC-DC6F-40DE-AED1-4601E5FF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519"/>
              <a:ext cx="48" cy="63"/>
            </a:xfrm>
            <a:custGeom>
              <a:avLst/>
              <a:gdLst>
                <a:gd name="T0" fmla="*/ 157 w 26"/>
                <a:gd name="T1" fmla="*/ 104 h 34"/>
                <a:gd name="T2" fmla="*/ 150 w 26"/>
                <a:gd name="T3" fmla="*/ 52 h 34"/>
                <a:gd name="T4" fmla="*/ 31 w 26"/>
                <a:gd name="T5" fmla="*/ 69 h 34"/>
                <a:gd name="T6" fmla="*/ 24 w 26"/>
                <a:gd name="T7" fmla="*/ 196 h 34"/>
                <a:gd name="T8" fmla="*/ 96 w 26"/>
                <a:gd name="T9" fmla="*/ 196 h 34"/>
                <a:gd name="T10" fmla="*/ 133 w 26"/>
                <a:gd name="T11" fmla="*/ 148 h 34"/>
                <a:gd name="T12" fmla="*/ 157 w 26"/>
                <a:gd name="T13" fmla="*/ 10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4">
                  <a:moveTo>
                    <a:pt x="25" y="16"/>
                  </a:moveTo>
                  <a:cubicBezTo>
                    <a:pt x="26" y="13"/>
                    <a:pt x="26" y="11"/>
                    <a:pt x="24" y="8"/>
                  </a:cubicBezTo>
                  <a:cubicBezTo>
                    <a:pt x="20" y="0"/>
                    <a:pt x="10" y="3"/>
                    <a:pt x="5" y="11"/>
                  </a:cubicBezTo>
                  <a:cubicBezTo>
                    <a:pt x="0" y="18"/>
                    <a:pt x="1" y="28"/>
                    <a:pt x="4" y="31"/>
                  </a:cubicBezTo>
                  <a:cubicBezTo>
                    <a:pt x="8" y="34"/>
                    <a:pt x="12" y="34"/>
                    <a:pt x="15" y="31"/>
                  </a:cubicBezTo>
                  <a:cubicBezTo>
                    <a:pt x="18" y="29"/>
                    <a:pt x="20" y="25"/>
                    <a:pt x="21" y="23"/>
                  </a:cubicBezTo>
                  <a:cubicBezTo>
                    <a:pt x="23" y="21"/>
                    <a:pt x="25" y="19"/>
                    <a:pt x="25" y="16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21" name="Freeform 1100">
              <a:extLst>
                <a:ext uri="{FF2B5EF4-FFF2-40B4-BE49-F238E27FC236}">
                  <a16:creationId xmlns:a16="http://schemas.microsoft.com/office/drawing/2014/main" id="{EB6FB62A-06FE-467A-8665-3F93EB9CF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537"/>
              <a:ext cx="22" cy="30"/>
            </a:xfrm>
            <a:custGeom>
              <a:avLst/>
              <a:gdLst>
                <a:gd name="T0" fmla="*/ 61 w 12"/>
                <a:gd name="T1" fmla="*/ 8 h 16"/>
                <a:gd name="T2" fmla="*/ 24 w 12"/>
                <a:gd name="T3" fmla="*/ 21 h 16"/>
                <a:gd name="T4" fmla="*/ 0 w 12"/>
                <a:gd name="T5" fmla="*/ 84 h 16"/>
                <a:gd name="T6" fmla="*/ 13 w 12"/>
                <a:gd name="T7" fmla="*/ 105 h 16"/>
                <a:gd name="T8" fmla="*/ 13 w 12"/>
                <a:gd name="T9" fmla="*/ 105 h 16"/>
                <a:gd name="T10" fmla="*/ 0 w 12"/>
                <a:gd name="T11" fmla="*/ 84 h 16"/>
                <a:gd name="T12" fmla="*/ 24 w 12"/>
                <a:gd name="T13" fmla="*/ 28 h 16"/>
                <a:gd name="T14" fmla="*/ 61 w 12"/>
                <a:gd name="T15" fmla="*/ 8 h 16"/>
                <a:gd name="T16" fmla="*/ 73 w 12"/>
                <a:gd name="T17" fmla="*/ 28 h 16"/>
                <a:gd name="T18" fmla="*/ 73 w 12"/>
                <a:gd name="T19" fmla="*/ 28 h 16"/>
                <a:gd name="T20" fmla="*/ 61 w 12"/>
                <a:gd name="T21" fmla="*/ 8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6">
                  <a:moveTo>
                    <a:pt x="10" y="1"/>
                  </a:moveTo>
                  <a:cubicBezTo>
                    <a:pt x="8" y="0"/>
                    <a:pt x="6" y="1"/>
                    <a:pt x="4" y="3"/>
                  </a:cubicBezTo>
                  <a:cubicBezTo>
                    <a:pt x="2" y="6"/>
                    <a:pt x="0" y="10"/>
                    <a:pt x="0" y="13"/>
                  </a:cubicBezTo>
                  <a:cubicBezTo>
                    <a:pt x="0" y="14"/>
                    <a:pt x="1" y="15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10"/>
                    <a:pt x="2" y="6"/>
                    <a:pt x="4" y="4"/>
                  </a:cubicBezTo>
                  <a:cubicBezTo>
                    <a:pt x="6" y="2"/>
                    <a:pt x="8" y="1"/>
                    <a:pt x="10" y="1"/>
                  </a:cubicBezTo>
                  <a:cubicBezTo>
                    <a:pt x="11" y="2"/>
                    <a:pt x="12" y="2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2"/>
                    <a:pt x="11" y="1"/>
                    <a:pt x="1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22" name="Freeform 1101">
              <a:extLst>
                <a:ext uri="{FF2B5EF4-FFF2-40B4-BE49-F238E27FC236}">
                  <a16:creationId xmlns:a16="http://schemas.microsoft.com/office/drawing/2014/main" id="{A3B67BEE-B4BC-4BD7-8C20-951EA7EB8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515"/>
              <a:ext cx="51" cy="56"/>
            </a:xfrm>
            <a:custGeom>
              <a:avLst/>
              <a:gdLst>
                <a:gd name="T0" fmla="*/ 76 w 27"/>
                <a:gd name="T1" fmla="*/ 0 h 30"/>
                <a:gd name="T2" fmla="*/ 8 w 27"/>
                <a:gd name="T3" fmla="*/ 60 h 30"/>
                <a:gd name="T4" fmla="*/ 53 w 27"/>
                <a:gd name="T5" fmla="*/ 164 h 30"/>
                <a:gd name="T6" fmla="*/ 136 w 27"/>
                <a:gd name="T7" fmla="*/ 174 h 30"/>
                <a:gd name="T8" fmla="*/ 76 w 2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11" y="0"/>
                  </a:moveTo>
                  <a:cubicBezTo>
                    <a:pt x="5" y="0"/>
                    <a:pt x="2" y="3"/>
                    <a:pt x="1" y="9"/>
                  </a:cubicBezTo>
                  <a:cubicBezTo>
                    <a:pt x="0" y="14"/>
                    <a:pt x="3" y="21"/>
                    <a:pt x="8" y="25"/>
                  </a:cubicBezTo>
                  <a:cubicBezTo>
                    <a:pt x="13" y="30"/>
                    <a:pt x="17" y="29"/>
                    <a:pt x="20" y="27"/>
                  </a:cubicBezTo>
                  <a:cubicBezTo>
                    <a:pt x="27" y="21"/>
                    <a:pt x="21" y="2"/>
                    <a:pt x="11" y="0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23" name="Freeform 1102">
              <a:extLst>
                <a:ext uri="{FF2B5EF4-FFF2-40B4-BE49-F238E27FC236}">
                  <a16:creationId xmlns:a16="http://schemas.microsoft.com/office/drawing/2014/main" id="{D7245DBC-3781-4720-BB07-D9E1F6CBA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524"/>
              <a:ext cx="21" cy="32"/>
            </a:xfrm>
            <a:custGeom>
              <a:avLst/>
              <a:gdLst>
                <a:gd name="T0" fmla="*/ 15 w 11"/>
                <a:gd name="T1" fmla="*/ 8 h 17"/>
                <a:gd name="T2" fmla="*/ 8 w 11"/>
                <a:gd name="T3" fmla="*/ 53 h 17"/>
                <a:gd name="T4" fmla="*/ 48 w 11"/>
                <a:gd name="T5" fmla="*/ 113 h 17"/>
                <a:gd name="T6" fmla="*/ 76 w 11"/>
                <a:gd name="T7" fmla="*/ 113 h 17"/>
                <a:gd name="T8" fmla="*/ 76 w 11"/>
                <a:gd name="T9" fmla="*/ 113 h 17"/>
                <a:gd name="T10" fmla="*/ 48 w 11"/>
                <a:gd name="T11" fmla="*/ 113 h 17"/>
                <a:gd name="T12" fmla="*/ 8 w 11"/>
                <a:gd name="T13" fmla="*/ 53 h 17"/>
                <a:gd name="T14" fmla="*/ 15 w 11"/>
                <a:gd name="T15" fmla="*/ 8 h 17"/>
                <a:gd name="T16" fmla="*/ 40 w 11"/>
                <a:gd name="T17" fmla="*/ 0 h 17"/>
                <a:gd name="T18" fmla="*/ 40 w 11"/>
                <a:gd name="T19" fmla="*/ 0 h 17"/>
                <a:gd name="T20" fmla="*/ 15 w 11"/>
                <a:gd name="T21" fmla="*/ 8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7">
                  <a:moveTo>
                    <a:pt x="2" y="1"/>
                  </a:moveTo>
                  <a:cubicBezTo>
                    <a:pt x="1" y="2"/>
                    <a:pt x="0" y="4"/>
                    <a:pt x="1" y="8"/>
                  </a:cubicBezTo>
                  <a:cubicBezTo>
                    <a:pt x="2" y="11"/>
                    <a:pt x="4" y="15"/>
                    <a:pt x="7" y="17"/>
                  </a:cubicBezTo>
                  <a:cubicBezTo>
                    <a:pt x="9" y="17"/>
                    <a:pt x="10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7" y="17"/>
                  </a:cubicBezTo>
                  <a:cubicBezTo>
                    <a:pt x="4" y="15"/>
                    <a:pt x="2" y="11"/>
                    <a:pt x="1" y="8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24" name="Freeform 1103">
              <a:extLst>
                <a:ext uri="{FF2B5EF4-FFF2-40B4-BE49-F238E27FC236}">
                  <a16:creationId xmlns:a16="http://schemas.microsoft.com/office/drawing/2014/main" id="{01C308DE-0E6B-4649-A8C2-02D7C6300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554"/>
              <a:ext cx="50" cy="56"/>
            </a:xfrm>
            <a:custGeom>
              <a:avLst/>
              <a:gdLst>
                <a:gd name="T0" fmla="*/ 69 w 27"/>
                <a:gd name="T1" fmla="*/ 7 h 30"/>
                <a:gd name="T2" fmla="*/ 7 w 27"/>
                <a:gd name="T3" fmla="*/ 60 h 30"/>
                <a:gd name="T4" fmla="*/ 52 w 27"/>
                <a:gd name="T5" fmla="*/ 164 h 30"/>
                <a:gd name="T6" fmla="*/ 128 w 27"/>
                <a:gd name="T7" fmla="*/ 174 h 30"/>
                <a:gd name="T8" fmla="*/ 69 w 27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11" y="1"/>
                  </a:moveTo>
                  <a:cubicBezTo>
                    <a:pt x="5" y="0"/>
                    <a:pt x="2" y="4"/>
                    <a:pt x="1" y="9"/>
                  </a:cubicBezTo>
                  <a:cubicBezTo>
                    <a:pt x="0" y="15"/>
                    <a:pt x="3" y="21"/>
                    <a:pt x="8" y="25"/>
                  </a:cubicBezTo>
                  <a:cubicBezTo>
                    <a:pt x="13" y="30"/>
                    <a:pt x="17" y="29"/>
                    <a:pt x="20" y="27"/>
                  </a:cubicBezTo>
                  <a:cubicBezTo>
                    <a:pt x="27" y="21"/>
                    <a:pt x="21" y="3"/>
                    <a:pt x="11" y="1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25" name="Freeform 1104">
              <a:extLst>
                <a:ext uri="{FF2B5EF4-FFF2-40B4-BE49-F238E27FC236}">
                  <a16:creationId xmlns:a16="http://schemas.microsoft.com/office/drawing/2014/main" id="{BE0BB673-537F-41DE-96B5-03F1419AB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564"/>
              <a:ext cx="21" cy="33"/>
            </a:xfrm>
            <a:custGeom>
              <a:avLst/>
              <a:gdLst>
                <a:gd name="T0" fmla="*/ 15 w 11"/>
                <a:gd name="T1" fmla="*/ 7 h 18"/>
                <a:gd name="T2" fmla="*/ 8 w 11"/>
                <a:gd name="T3" fmla="*/ 51 h 18"/>
                <a:gd name="T4" fmla="*/ 48 w 11"/>
                <a:gd name="T5" fmla="*/ 105 h 18"/>
                <a:gd name="T6" fmla="*/ 76 w 11"/>
                <a:gd name="T7" fmla="*/ 105 h 18"/>
                <a:gd name="T8" fmla="*/ 76 w 11"/>
                <a:gd name="T9" fmla="*/ 105 h 18"/>
                <a:gd name="T10" fmla="*/ 48 w 11"/>
                <a:gd name="T11" fmla="*/ 105 h 18"/>
                <a:gd name="T12" fmla="*/ 8 w 11"/>
                <a:gd name="T13" fmla="*/ 51 h 18"/>
                <a:gd name="T14" fmla="*/ 15 w 11"/>
                <a:gd name="T15" fmla="*/ 7 h 18"/>
                <a:gd name="T16" fmla="*/ 40 w 11"/>
                <a:gd name="T17" fmla="*/ 7 h 18"/>
                <a:gd name="T18" fmla="*/ 40 w 11"/>
                <a:gd name="T19" fmla="*/ 7 h 18"/>
                <a:gd name="T20" fmla="*/ 15 w 11"/>
                <a:gd name="T21" fmla="*/ 7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2" y="11"/>
                    <a:pt x="4" y="16"/>
                    <a:pt x="7" y="17"/>
                  </a:cubicBezTo>
                  <a:cubicBezTo>
                    <a:pt x="9" y="18"/>
                    <a:pt x="10" y="18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8"/>
                    <a:pt x="9" y="18"/>
                    <a:pt x="7" y="17"/>
                  </a:cubicBezTo>
                  <a:cubicBezTo>
                    <a:pt x="4" y="16"/>
                    <a:pt x="2" y="11"/>
                    <a:pt x="1" y="8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26" name="Freeform 1105">
              <a:extLst>
                <a:ext uri="{FF2B5EF4-FFF2-40B4-BE49-F238E27FC236}">
                  <a16:creationId xmlns:a16="http://schemas.microsoft.com/office/drawing/2014/main" id="{F144B457-7224-4EB2-9996-80ABAA625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728"/>
              <a:ext cx="50" cy="58"/>
            </a:xfrm>
            <a:custGeom>
              <a:avLst/>
              <a:gdLst>
                <a:gd name="T0" fmla="*/ 69 w 27"/>
                <a:gd name="T1" fmla="*/ 7 h 31"/>
                <a:gd name="T2" fmla="*/ 7 w 27"/>
                <a:gd name="T3" fmla="*/ 60 h 31"/>
                <a:gd name="T4" fmla="*/ 52 w 27"/>
                <a:gd name="T5" fmla="*/ 172 h 31"/>
                <a:gd name="T6" fmla="*/ 128 w 27"/>
                <a:gd name="T7" fmla="*/ 178 h 31"/>
                <a:gd name="T8" fmla="*/ 69 w 27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1" y="1"/>
                  </a:moveTo>
                  <a:cubicBezTo>
                    <a:pt x="5" y="0"/>
                    <a:pt x="2" y="4"/>
                    <a:pt x="1" y="9"/>
                  </a:cubicBezTo>
                  <a:cubicBezTo>
                    <a:pt x="0" y="15"/>
                    <a:pt x="3" y="22"/>
                    <a:pt x="8" y="26"/>
                  </a:cubicBezTo>
                  <a:cubicBezTo>
                    <a:pt x="13" y="31"/>
                    <a:pt x="17" y="30"/>
                    <a:pt x="20" y="27"/>
                  </a:cubicBezTo>
                  <a:cubicBezTo>
                    <a:pt x="27" y="22"/>
                    <a:pt x="21" y="3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27" name="Freeform 1106">
              <a:extLst>
                <a:ext uri="{FF2B5EF4-FFF2-40B4-BE49-F238E27FC236}">
                  <a16:creationId xmlns:a16="http://schemas.microsoft.com/office/drawing/2014/main" id="{0E96E5CD-615A-4164-8627-4FAF78E7F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738"/>
              <a:ext cx="20" cy="33"/>
            </a:xfrm>
            <a:custGeom>
              <a:avLst/>
              <a:gdLst>
                <a:gd name="T0" fmla="*/ 13 w 11"/>
                <a:gd name="T1" fmla="*/ 7 h 18"/>
                <a:gd name="T2" fmla="*/ 7 w 11"/>
                <a:gd name="T3" fmla="*/ 51 h 18"/>
                <a:gd name="T4" fmla="*/ 44 w 11"/>
                <a:gd name="T5" fmla="*/ 105 h 18"/>
                <a:gd name="T6" fmla="*/ 65 w 11"/>
                <a:gd name="T7" fmla="*/ 105 h 18"/>
                <a:gd name="T8" fmla="*/ 65 w 11"/>
                <a:gd name="T9" fmla="*/ 105 h 18"/>
                <a:gd name="T10" fmla="*/ 44 w 11"/>
                <a:gd name="T11" fmla="*/ 105 h 18"/>
                <a:gd name="T12" fmla="*/ 7 w 11"/>
                <a:gd name="T13" fmla="*/ 51 h 18"/>
                <a:gd name="T14" fmla="*/ 13 w 11"/>
                <a:gd name="T15" fmla="*/ 7 h 18"/>
                <a:gd name="T16" fmla="*/ 36 w 11"/>
                <a:gd name="T17" fmla="*/ 7 h 18"/>
                <a:gd name="T18" fmla="*/ 36 w 11"/>
                <a:gd name="T19" fmla="*/ 7 h 18"/>
                <a:gd name="T20" fmla="*/ 13 w 11"/>
                <a:gd name="T21" fmla="*/ 7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2" y="12"/>
                    <a:pt x="4" y="16"/>
                    <a:pt x="7" y="17"/>
                  </a:cubicBezTo>
                  <a:cubicBezTo>
                    <a:pt x="9" y="18"/>
                    <a:pt x="10" y="18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8"/>
                    <a:pt x="9" y="18"/>
                    <a:pt x="7" y="17"/>
                  </a:cubicBezTo>
                  <a:cubicBezTo>
                    <a:pt x="4" y="16"/>
                    <a:pt x="2" y="12"/>
                    <a:pt x="1" y="8"/>
                  </a:cubicBezTo>
                  <a:cubicBezTo>
                    <a:pt x="0" y="5"/>
                    <a:pt x="1" y="3"/>
                    <a:pt x="2" y="1"/>
                  </a:cubicBezTo>
                  <a:cubicBezTo>
                    <a:pt x="3" y="1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28" name="Freeform 1107">
              <a:extLst>
                <a:ext uri="{FF2B5EF4-FFF2-40B4-BE49-F238E27FC236}">
                  <a16:creationId xmlns:a16="http://schemas.microsoft.com/office/drawing/2014/main" id="{B7C7B4F2-95AD-44DB-B0FE-278557ECB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794"/>
              <a:ext cx="60" cy="43"/>
            </a:xfrm>
            <a:custGeom>
              <a:avLst/>
              <a:gdLst>
                <a:gd name="T0" fmla="*/ 21 w 32"/>
                <a:gd name="T1" fmla="*/ 52 h 23"/>
                <a:gd name="T2" fmla="*/ 45 w 32"/>
                <a:gd name="T3" fmla="*/ 136 h 23"/>
                <a:gd name="T4" fmla="*/ 165 w 32"/>
                <a:gd name="T5" fmla="*/ 129 h 23"/>
                <a:gd name="T6" fmla="*/ 204 w 32"/>
                <a:gd name="T7" fmla="*/ 60 h 23"/>
                <a:gd name="T8" fmla="*/ 21 w 32"/>
                <a:gd name="T9" fmla="*/ 5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3">
                  <a:moveTo>
                    <a:pt x="3" y="8"/>
                  </a:moveTo>
                  <a:cubicBezTo>
                    <a:pt x="0" y="13"/>
                    <a:pt x="3" y="18"/>
                    <a:pt x="7" y="21"/>
                  </a:cubicBezTo>
                  <a:cubicBezTo>
                    <a:pt x="12" y="23"/>
                    <a:pt x="20" y="22"/>
                    <a:pt x="25" y="20"/>
                  </a:cubicBezTo>
                  <a:cubicBezTo>
                    <a:pt x="32" y="17"/>
                    <a:pt x="32" y="12"/>
                    <a:pt x="31" y="9"/>
                  </a:cubicBezTo>
                  <a:cubicBezTo>
                    <a:pt x="28" y="0"/>
                    <a:pt x="8" y="0"/>
                    <a:pt x="3" y="8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29" name="Freeform 1108">
              <a:extLst>
                <a:ext uri="{FF2B5EF4-FFF2-40B4-BE49-F238E27FC236}">
                  <a16:creationId xmlns:a16="http://schemas.microsoft.com/office/drawing/2014/main" id="{BCFBFCE2-E0AA-46B4-8F97-B5B3EF4F4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811"/>
              <a:ext cx="33" cy="15"/>
            </a:xfrm>
            <a:custGeom>
              <a:avLst/>
              <a:gdLst>
                <a:gd name="T0" fmla="*/ 0 w 18"/>
                <a:gd name="T1" fmla="*/ 28 h 8"/>
                <a:gd name="T2" fmla="*/ 37 w 18"/>
                <a:gd name="T3" fmla="*/ 45 h 8"/>
                <a:gd name="T4" fmla="*/ 105 w 18"/>
                <a:gd name="T5" fmla="*/ 32 h 8"/>
                <a:gd name="T6" fmla="*/ 112 w 18"/>
                <a:gd name="T7" fmla="*/ 8 h 8"/>
                <a:gd name="T8" fmla="*/ 112 w 18"/>
                <a:gd name="T9" fmla="*/ 8 h 8"/>
                <a:gd name="T10" fmla="*/ 105 w 18"/>
                <a:gd name="T11" fmla="*/ 28 h 8"/>
                <a:gd name="T12" fmla="*/ 37 w 18"/>
                <a:gd name="T13" fmla="*/ 45 h 8"/>
                <a:gd name="T14" fmla="*/ 0 w 18"/>
                <a:gd name="T15" fmla="*/ 28 h 8"/>
                <a:gd name="T16" fmla="*/ 7 w 18"/>
                <a:gd name="T17" fmla="*/ 0 h 8"/>
                <a:gd name="T18" fmla="*/ 7 w 18"/>
                <a:gd name="T19" fmla="*/ 0 h 8"/>
                <a:gd name="T20" fmla="*/ 0 w 18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8">
                  <a:moveTo>
                    <a:pt x="0" y="4"/>
                  </a:moveTo>
                  <a:cubicBezTo>
                    <a:pt x="1" y="5"/>
                    <a:pt x="3" y="7"/>
                    <a:pt x="6" y="7"/>
                  </a:cubicBezTo>
                  <a:cubicBezTo>
                    <a:pt x="10" y="8"/>
                    <a:pt x="15" y="7"/>
                    <a:pt x="17" y="5"/>
                  </a:cubicBezTo>
                  <a:cubicBezTo>
                    <a:pt x="18" y="3"/>
                    <a:pt x="18" y="2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2"/>
                    <a:pt x="18" y="3"/>
                    <a:pt x="17" y="4"/>
                  </a:cubicBezTo>
                  <a:cubicBezTo>
                    <a:pt x="14" y="7"/>
                    <a:pt x="10" y="8"/>
                    <a:pt x="6" y="7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30" name="Freeform 1109">
              <a:extLst>
                <a:ext uri="{FF2B5EF4-FFF2-40B4-BE49-F238E27FC236}">
                  <a16:creationId xmlns:a16="http://schemas.microsoft.com/office/drawing/2014/main" id="{7B0B58AB-4272-4190-BFA7-4723D9A5A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732"/>
              <a:ext cx="58" cy="43"/>
            </a:xfrm>
            <a:custGeom>
              <a:avLst/>
              <a:gdLst>
                <a:gd name="T0" fmla="*/ 13 w 31"/>
                <a:gd name="T1" fmla="*/ 52 h 23"/>
                <a:gd name="T2" fmla="*/ 45 w 31"/>
                <a:gd name="T3" fmla="*/ 129 h 23"/>
                <a:gd name="T4" fmla="*/ 157 w 31"/>
                <a:gd name="T5" fmla="*/ 125 h 23"/>
                <a:gd name="T6" fmla="*/ 196 w 31"/>
                <a:gd name="T7" fmla="*/ 52 h 23"/>
                <a:gd name="T8" fmla="*/ 13 w 31"/>
                <a:gd name="T9" fmla="*/ 5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2" y="8"/>
                  </a:moveTo>
                  <a:cubicBezTo>
                    <a:pt x="0" y="13"/>
                    <a:pt x="2" y="18"/>
                    <a:pt x="7" y="20"/>
                  </a:cubicBezTo>
                  <a:cubicBezTo>
                    <a:pt x="12" y="23"/>
                    <a:pt x="19" y="22"/>
                    <a:pt x="24" y="19"/>
                  </a:cubicBezTo>
                  <a:cubicBezTo>
                    <a:pt x="31" y="16"/>
                    <a:pt x="31" y="12"/>
                    <a:pt x="30" y="8"/>
                  </a:cubicBezTo>
                  <a:cubicBezTo>
                    <a:pt x="27" y="0"/>
                    <a:pt x="8" y="0"/>
                    <a:pt x="2" y="8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31" name="Freeform 1110">
              <a:extLst>
                <a:ext uri="{FF2B5EF4-FFF2-40B4-BE49-F238E27FC236}">
                  <a16:creationId xmlns:a16="http://schemas.microsoft.com/office/drawing/2014/main" id="{7DAA43F9-5D75-4186-8E13-DD8262A2A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749"/>
              <a:ext cx="35" cy="15"/>
            </a:xfrm>
            <a:custGeom>
              <a:avLst/>
              <a:gdLst>
                <a:gd name="T0" fmla="*/ 0 w 19"/>
                <a:gd name="T1" fmla="*/ 21 h 8"/>
                <a:gd name="T2" fmla="*/ 44 w 19"/>
                <a:gd name="T3" fmla="*/ 45 h 8"/>
                <a:gd name="T4" fmla="*/ 105 w 19"/>
                <a:gd name="T5" fmla="*/ 28 h 8"/>
                <a:gd name="T6" fmla="*/ 112 w 19"/>
                <a:gd name="T7" fmla="*/ 8 h 8"/>
                <a:gd name="T8" fmla="*/ 112 w 19"/>
                <a:gd name="T9" fmla="*/ 8 h 8"/>
                <a:gd name="T10" fmla="*/ 105 w 19"/>
                <a:gd name="T11" fmla="*/ 28 h 8"/>
                <a:gd name="T12" fmla="*/ 44 w 19"/>
                <a:gd name="T13" fmla="*/ 45 h 8"/>
                <a:gd name="T14" fmla="*/ 0 w 19"/>
                <a:gd name="T15" fmla="*/ 21 h 8"/>
                <a:gd name="T16" fmla="*/ 7 w 19"/>
                <a:gd name="T17" fmla="*/ 0 h 8"/>
                <a:gd name="T18" fmla="*/ 7 w 19"/>
                <a:gd name="T19" fmla="*/ 0 h 8"/>
                <a:gd name="T20" fmla="*/ 0 w 19"/>
                <a:gd name="T21" fmla="*/ 21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8">
                  <a:moveTo>
                    <a:pt x="0" y="3"/>
                  </a:moveTo>
                  <a:cubicBezTo>
                    <a:pt x="1" y="5"/>
                    <a:pt x="3" y="6"/>
                    <a:pt x="7" y="7"/>
                  </a:cubicBezTo>
                  <a:cubicBezTo>
                    <a:pt x="10" y="8"/>
                    <a:pt x="15" y="7"/>
                    <a:pt x="17" y="4"/>
                  </a:cubicBezTo>
                  <a:cubicBezTo>
                    <a:pt x="18" y="3"/>
                    <a:pt x="19" y="2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2"/>
                    <a:pt x="18" y="3"/>
                    <a:pt x="17" y="4"/>
                  </a:cubicBezTo>
                  <a:cubicBezTo>
                    <a:pt x="15" y="6"/>
                    <a:pt x="10" y="7"/>
                    <a:pt x="7" y="7"/>
                  </a:cubicBezTo>
                  <a:cubicBezTo>
                    <a:pt x="3" y="6"/>
                    <a:pt x="1" y="5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32" name="Freeform 1111">
              <a:extLst>
                <a:ext uri="{FF2B5EF4-FFF2-40B4-BE49-F238E27FC236}">
                  <a16:creationId xmlns:a16="http://schemas.microsoft.com/office/drawing/2014/main" id="{20E1F7F9-74BA-4BC4-BA94-896C49639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732"/>
              <a:ext cx="60" cy="43"/>
            </a:xfrm>
            <a:custGeom>
              <a:avLst/>
              <a:gdLst>
                <a:gd name="T0" fmla="*/ 21 w 32"/>
                <a:gd name="T1" fmla="*/ 60 h 23"/>
                <a:gd name="T2" fmla="*/ 45 w 32"/>
                <a:gd name="T3" fmla="*/ 136 h 23"/>
                <a:gd name="T4" fmla="*/ 165 w 32"/>
                <a:gd name="T5" fmla="*/ 129 h 23"/>
                <a:gd name="T6" fmla="*/ 197 w 32"/>
                <a:gd name="T7" fmla="*/ 60 h 23"/>
                <a:gd name="T8" fmla="*/ 21 w 32"/>
                <a:gd name="T9" fmla="*/ 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3">
                  <a:moveTo>
                    <a:pt x="3" y="9"/>
                  </a:moveTo>
                  <a:cubicBezTo>
                    <a:pt x="0" y="14"/>
                    <a:pt x="2" y="18"/>
                    <a:pt x="7" y="21"/>
                  </a:cubicBezTo>
                  <a:cubicBezTo>
                    <a:pt x="12" y="23"/>
                    <a:pt x="19" y="23"/>
                    <a:pt x="25" y="20"/>
                  </a:cubicBezTo>
                  <a:cubicBezTo>
                    <a:pt x="31" y="17"/>
                    <a:pt x="32" y="13"/>
                    <a:pt x="30" y="9"/>
                  </a:cubicBezTo>
                  <a:cubicBezTo>
                    <a:pt x="28" y="1"/>
                    <a:pt x="8" y="0"/>
                    <a:pt x="3" y="9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33" name="Freeform 1112">
              <a:extLst>
                <a:ext uri="{FF2B5EF4-FFF2-40B4-BE49-F238E27FC236}">
                  <a16:creationId xmlns:a16="http://schemas.microsoft.com/office/drawing/2014/main" id="{5B0561F4-112A-4A75-993B-6396197DC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749"/>
              <a:ext cx="36" cy="15"/>
            </a:xfrm>
            <a:custGeom>
              <a:avLst/>
              <a:gdLst>
                <a:gd name="T0" fmla="*/ 8 w 19"/>
                <a:gd name="T1" fmla="*/ 28 h 8"/>
                <a:gd name="T2" fmla="*/ 47 w 19"/>
                <a:gd name="T3" fmla="*/ 53 h 8"/>
                <a:gd name="T4" fmla="*/ 121 w 19"/>
                <a:gd name="T5" fmla="*/ 32 h 8"/>
                <a:gd name="T6" fmla="*/ 129 w 19"/>
                <a:gd name="T7" fmla="*/ 8 h 8"/>
                <a:gd name="T8" fmla="*/ 129 w 19"/>
                <a:gd name="T9" fmla="*/ 8 h 8"/>
                <a:gd name="T10" fmla="*/ 116 w 19"/>
                <a:gd name="T11" fmla="*/ 32 h 8"/>
                <a:gd name="T12" fmla="*/ 47 w 19"/>
                <a:gd name="T13" fmla="*/ 45 h 8"/>
                <a:gd name="T14" fmla="*/ 8 w 19"/>
                <a:gd name="T15" fmla="*/ 28 h 8"/>
                <a:gd name="T16" fmla="*/ 15 w 19"/>
                <a:gd name="T17" fmla="*/ 0 h 8"/>
                <a:gd name="T18" fmla="*/ 15 w 19"/>
                <a:gd name="T19" fmla="*/ 0 h 8"/>
                <a:gd name="T20" fmla="*/ 8 w 19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8">
                  <a:moveTo>
                    <a:pt x="1" y="4"/>
                  </a:moveTo>
                  <a:cubicBezTo>
                    <a:pt x="1" y="6"/>
                    <a:pt x="4" y="7"/>
                    <a:pt x="7" y="8"/>
                  </a:cubicBezTo>
                  <a:cubicBezTo>
                    <a:pt x="10" y="8"/>
                    <a:pt x="15" y="7"/>
                    <a:pt x="18" y="5"/>
                  </a:cubicBezTo>
                  <a:cubicBezTo>
                    <a:pt x="19" y="4"/>
                    <a:pt x="19" y="3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3"/>
                    <a:pt x="18" y="4"/>
                    <a:pt x="17" y="5"/>
                  </a:cubicBezTo>
                  <a:cubicBezTo>
                    <a:pt x="15" y="7"/>
                    <a:pt x="10" y="8"/>
                    <a:pt x="7" y="7"/>
                  </a:cubicBezTo>
                  <a:cubicBezTo>
                    <a:pt x="4" y="7"/>
                    <a:pt x="1" y="6"/>
                    <a:pt x="1" y="4"/>
                  </a:cubicBezTo>
                  <a:cubicBezTo>
                    <a:pt x="0" y="3"/>
                    <a:pt x="1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34" name="Freeform 1113">
              <a:extLst>
                <a:ext uri="{FF2B5EF4-FFF2-40B4-BE49-F238E27FC236}">
                  <a16:creationId xmlns:a16="http://schemas.microsoft.com/office/drawing/2014/main" id="{CEB1B498-70BE-47CC-8333-05E1CDFD4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755"/>
              <a:ext cx="51" cy="41"/>
            </a:xfrm>
            <a:custGeom>
              <a:avLst/>
              <a:gdLst>
                <a:gd name="T0" fmla="*/ 15 w 27"/>
                <a:gd name="T1" fmla="*/ 52 h 22"/>
                <a:gd name="T2" fmla="*/ 40 w 27"/>
                <a:gd name="T3" fmla="*/ 129 h 22"/>
                <a:gd name="T4" fmla="*/ 144 w 27"/>
                <a:gd name="T5" fmla="*/ 121 h 22"/>
                <a:gd name="T6" fmla="*/ 176 w 27"/>
                <a:gd name="T7" fmla="*/ 52 h 22"/>
                <a:gd name="T8" fmla="*/ 15 w 27"/>
                <a:gd name="T9" fmla="*/ 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" y="8"/>
                  </a:moveTo>
                  <a:cubicBezTo>
                    <a:pt x="0" y="13"/>
                    <a:pt x="2" y="17"/>
                    <a:pt x="6" y="20"/>
                  </a:cubicBezTo>
                  <a:cubicBezTo>
                    <a:pt x="10" y="22"/>
                    <a:pt x="17" y="22"/>
                    <a:pt x="21" y="19"/>
                  </a:cubicBezTo>
                  <a:cubicBezTo>
                    <a:pt x="27" y="16"/>
                    <a:pt x="27" y="12"/>
                    <a:pt x="26" y="8"/>
                  </a:cubicBezTo>
                  <a:cubicBezTo>
                    <a:pt x="24" y="0"/>
                    <a:pt x="7" y="0"/>
                    <a:pt x="2" y="8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35" name="Freeform 1114">
              <a:extLst>
                <a:ext uri="{FF2B5EF4-FFF2-40B4-BE49-F238E27FC236}">
                  <a16:creationId xmlns:a16="http://schemas.microsoft.com/office/drawing/2014/main" id="{BA363E7C-7C77-4F9C-B75B-65E5982D2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770"/>
              <a:ext cx="29" cy="14"/>
            </a:xfrm>
            <a:custGeom>
              <a:avLst/>
              <a:gdLst>
                <a:gd name="T0" fmla="*/ 7 w 16"/>
                <a:gd name="T1" fmla="*/ 21 h 8"/>
                <a:gd name="T2" fmla="*/ 36 w 16"/>
                <a:gd name="T3" fmla="*/ 44 h 8"/>
                <a:gd name="T4" fmla="*/ 89 w 16"/>
                <a:gd name="T5" fmla="*/ 28 h 8"/>
                <a:gd name="T6" fmla="*/ 96 w 16"/>
                <a:gd name="T7" fmla="*/ 7 h 8"/>
                <a:gd name="T8" fmla="*/ 96 w 16"/>
                <a:gd name="T9" fmla="*/ 7 h 8"/>
                <a:gd name="T10" fmla="*/ 89 w 16"/>
                <a:gd name="T11" fmla="*/ 28 h 8"/>
                <a:gd name="T12" fmla="*/ 36 w 16"/>
                <a:gd name="T13" fmla="*/ 37 h 8"/>
                <a:gd name="T14" fmla="*/ 7 w 16"/>
                <a:gd name="T15" fmla="*/ 21 h 8"/>
                <a:gd name="T16" fmla="*/ 13 w 16"/>
                <a:gd name="T17" fmla="*/ 0 h 8"/>
                <a:gd name="T18" fmla="*/ 13 w 16"/>
                <a:gd name="T19" fmla="*/ 0 h 8"/>
                <a:gd name="T20" fmla="*/ 7 w 16"/>
                <a:gd name="T21" fmla="*/ 21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8">
                  <a:moveTo>
                    <a:pt x="1" y="4"/>
                  </a:moveTo>
                  <a:cubicBezTo>
                    <a:pt x="1" y="6"/>
                    <a:pt x="3" y="7"/>
                    <a:pt x="6" y="8"/>
                  </a:cubicBezTo>
                  <a:cubicBezTo>
                    <a:pt x="9" y="8"/>
                    <a:pt x="13" y="7"/>
                    <a:pt x="15" y="5"/>
                  </a:cubicBezTo>
                  <a:cubicBezTo>
                    <a:pt x="16" y="4"/>
                    <a:pt x="16" y="3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3"/>
                    <a:pt x="16" y="4"/>
                    <a:pt x="15" y="5"/>
                  </a:cubicBezTo>
                  <a:cubicBezTo>
                    <a:pt x="13" y="7"/>
                    <a:pt x="9" y="8"/>
                    <a:pt x="6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36" name="Freeform 1115">
              <a:extLst>
                <a:ext uri="{FF2B5EF4-FFF2-40B4-BE49-F238E27FC236}">
                  <a16:creationId xmlns:a16="http://schemas.microsoft.com/office/drawing/2014/main" id="{BC771E78-DCAE-4AB3-877D-9092816B6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781"/>
              <a:ext cx="53" cy="47"/>
            </a:xfrm>
            <a:custGeom>
              <a:avLst/>
              <a:gdLst>
                <a:gd name="T0" fmla="*/ 40 w 28"/>
                <a:gd name="T1" fmla="*/ 28 h 25"/>
                <a:gd name="T2" fmla="*/ 15 w 28"/>
                <a:gd name="T3" fmla="*/ 100 h 25"/>
                <a:gd name="T4" fmla="*/ 97 w 28"/>
                <a:gd name="T5" fmla="*/ 160 h 25"/>
                <a:gd name="T6" fmla="*/ 168 w 28"/>
                <a:gd name="T7" fmla="*/ 128 h 25"/>
                <a:gd name="T8" fmla="*/ 40 w 28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5">
                  <a:moveTo>
                    <a:pt x="6" y="4"/>
                  </a:moveTo>
                  <a:cubicBezTo>
                    <a:pt x="1" y="6"/>
                    <a:pt x="0" y="11"/>
                    <a:pt x="2" y="15"/>
                  </a:cubicBezTo>
                  <a:cubicBezTo>
                    <a:pt x="3" y="20"/>
                    <a:pt x="9" y="23"/>
                    <a:pt x="14" y="24"/>
                  </a:cubicBezTo>
                  <a:cubicBezTo>
                    <a:pt x="20" y="25"/>
                    <a:pt x="23" y="22"/>
                    <a:pt x="25" y="19"/>
                  </a:cubicBezTo>
                  <a:cubicBezTo>
                    <a:pt x="28" y="11"/>
                    <a:pt x="15" y="0"/>
                    <a:pt x="6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37" name="Freeform 1116">
              <a:extLst>
                <a:ext uri="{FF2B5EF4-FFF2-40B4-BE49-F238E27FC236}">
                  <a16:creationId xmlns:a16="http://schemas.microsoft.com/office/drawing/2014/main" id="{F35A31DD-42BF-4385-946D-F85A1206A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794"/>
              <a:ext cx="26" cy="22"/>
            </a:xfrm>
            <a:custGeom>
              <a:avLst/>
              <a:gdLst>
                <a:gd name="T0" fmla="*/ 0 w 14"/>
                <a:gd name="T1" fmla="*/ 13 h 12"/>
                <a:gd name="T2" fmla="*/ 13 w 14"/>
                <a:gd name="T3" fmla="*/ 51 h 12"/>
                <a:gd name="T4" fmla="*/ 69 w 14"/>
                <a:gd name="T5" fmla="*/ 73 h 12"/>
                <a:gd name="T6" fmla="*/ 89 w 14"/>
                <a:gd name="T7" fmla="*/ 61 h 12"/>
                <a:gd name="T8" fmla="*/ 89 w 14"/>
                <a:gd name="T9" fmla="*/ 61 h 12"/>
                <a:gd name="T10" fmla="*/ 69 w 14"/>
                <a:gd name="T11" fmla="*/ 73 h 12"/>
                <a:gd name="T12" fmla="*/ 13 w 14"/>
                <a:gd name="T13" fmla="*/ 51 h 12"/>
                <a:gd name="T14" fmla="*/ 0 w 14"/>
                <a:gd name="T15" fmla="*/ 13 h 12"/>
                <a:gd name="T16" fmla="*/ 20 w 14"/>
                <a:gd name="T17" fmla="*/ 0 h 12"/>
                <a:gd name="T18" fmla="*/ 20 w 14"/>
                <a:gd name="T19" fmla="*/ 0 h 12"/>
                <a:gd name="T20" fmla="*/ 0 w 14"/>
                <a:gd name="T21" fmla="*/ 13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2">
                  <a:moveTo>
                    <a:pt x="0" y="2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4" y="11"/>
                    <a:pt x="8" y="12"/>
                    <a:pt x="11" y="12"/>
                  </a:cubicBezTo>
                  <a:cubicBezTo>
                    <a:pt x="13" y="12"/>
                    <a:pt x="14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1"/>
                    <a:pt x="13" y="11"/>
                    <a:pt x="11" y="12"/>
                  </a:cubicBezTo>
                  <a:cubicBezTo>
                    <a:pt x="8" y="12"/>
                    <a:pt x="4" y="10"/>
                    <a:pt x="2" y="8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38" name="Freeform 1117">
              <a:extLst>
                <a:ext uri="{FF2B5EF4-FFF2-40B4-BE49-F238E27FC236}">
                  <a16:creationId xmlns:a16="http://schemas.microsoft.com/office/drawing/2014/main" id="{403FFAD3-D362-4402-897A-37B27D943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799"/>
              <a:ext cx="52" cy="47"/>
            </a:xfrm>
            <a:custGeom>
              <a:avLst/>
              <a:gdLst>
                <a:gd name="T0" fmla="*/ 37 w 28"/>
                <a:gd name="T1" fmla="*/ 21 h 25"/>
                <a:gd name="T2" fmla="*/ 13 w 28"/>
                <a:gd name="T3" fmla="*/ 100 h 25"/>
                <a:gd name="T4" fmla="*/ 89 w 28"/>
                <a:gd name="T5" fmla="*/ 160 h 25"/>
                <a:gd name="T6" fmla="*/ 158 w 28"/>
                <a:gd name="T7" fmla="*/ 120 h 25"/>
                <a:gd name="T8" fmla="*/ 37 w 28"/>
                <a:gd name="T9" fmla="*/ 2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5">
                  <a:moveTo>
                    <a:pt x="6" y="3"/>
                  </a:moveTo>
                  <a:cubicBezTo>
                    <a:pt x="1" y="6"/>
                    <a:pt x="0" y="11"/>
                    <a:pt x="2" y="15"/>
                  </a:cubicBezTo>
                  <a:cubicBezTo>
                    <a:pt x="3" y="20"/>
                    <a:pt x="9" y="23"/>
                    <a:pt x="14" y="24"/>
                  </a:cubicBezTo>
                  <a:cubicBezTo>
                    <a:pt x="21" y="25"/>
                    <a:pt x="23" y="22"/>
                    <a:pt x="25" y="18"/>
                  </a:cubicBezTo>
                  <a:cubicBezTo>
                    <a:pt x="28" y="11"/>
                    <a:pt x="15" y="0"/>
                    <a:pt x="6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39" name="Freeform 1118">
              <a:extLst>
                <a:ext uri="{FF2B5EF4-FFF2-40B4-BE49-F238E27FC236}">
                  <a16:creationId xmlns:a16="http://schemas.microsoft.com/office/drawing/2014/main" id="{FE9E49C4-71D5-4E1C-8348-10A90CBB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813"/>
              <a:ext cx="26" cy="22"/>
            </a:xfrm>
            <a:custGeom>
              <a:avLst/>
              <a:gdLst>
                <a:gd name="T0" fmla="*/ 0 w 14"/>
                <a:gd name="T1" fmla="*/ 13 h 12"/>
                <a:gd name="T2" fmla="*/ 13 w 14"/>
                <a:gd name="T3" fmla="*/ 51 h 12"/>
                <a:gd name="T4" fmla="*/ 69 w 14"/>
                <a:gd name="T5" fmla="*/ 73 h 12"/>
                <a:gd name="T6" fmla="*/ 89 w 14"/>
                <a:gd name="T7" fmla="*/ 57 h 12"/>
                <a:gd name="T8" fmla="*/ 89 w 14"/>
                <a:gd name="T9" fmla="*/ 57 h 12"/>
                <a:gd name="T10" fmla="*/ 69 w 14"/>
                <a:gd name="T11" fmla="*/ 68 h 12"/>
                <a:gd name="T12" fmla="*/ 13 w 14"/>
                <a:gd name="T13" fmla="*/ 51 h 12"/>
                <a:gd name="T14" fmla="*/ 0 w 14"/>
                <a:gd name="T15" fmla="*/ 13 h 12"/>
                <a:gd name="T16" fmla="*/ 20 w 14"/>
                <a:gd name="T17" fmla="*/ 0 h 12"/>
                <a:gd name="T18" fmla="*/ 20 w 14"/>
                <a:gd name="T19" fmla="*/ 0 h 12"/>
                <a:gd name="T20" fmla="*/ 0 w 14"/>
                <a:gd name="T21" fmla="*/ 13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2">
                  <a:moveTo>
                    <a:pt x="0" y="2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4" y="10"/>
                    <a:pt x="8" y="12"/>
                    <a:pt x="11" y="12"/>
                  </a:cubicBezTo>
                  <a:cubicBezTo>
                    <a:pt x="13" y="11"/>
                    <a:pt x="14" y="11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1"/>
                    <a:pt x="13" y="11"/>
                    <a:pt x="11" y="11"/>
                  </a:cubicBezTo>
                  <a:cubicBezTo>
                    <a:pt x="8" y="12"/>
                    <a:pt x="4" y="10"/>
                    <a:pt x="2" y="8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40" name="Freeform 1119">
              <a:extLst>
                <a:ext uri="{FF2B5EF4-FFF2-40B4-BE49-F238E27FC236}">
                  <a16:creationId xmlns:a16="http://schemas.microsoft.com/office/drawing/2014/main" id="{9727CFAC-4C81-4A63-BA69-E7E78FCEE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745"/>
              <a:ext cx="58" cy="45"/>
            </a:xfrm>
            <a:custGeom>
              <a:avLst/>
              <a:gdLst>
                <a:gd name="T0" fmla="*/ 157 w 31"/>
                <a:gd name="T1" fmla="*/ 81 h 24"/>
                <a:gd name="T2" fmla="*/ 196 w 31"/>
                <a:gd name="T3" fmla="*/ 81 h 24"/>
                <a:gd name="T4" fmla="*/ 196 w 31"/>
                <a:gd name="T5" fmla="*/ 105 h 24"/>
                <a:gd name="T6" fmla="*/ 178 w 31"/>
                <a:gd name="T7" fmla="*/ 113 h 24"/>
                <a:gd name="T8" fmla="*/ 178 w 31"/>
                <a:gd name="T9" fmla="*/ 133 h 24"/>
                <a:gd name="T10" fmla="*/ 157 w 31"/>
                <a:gd name="T11" fmla="*/ 144 h 24"/>
                <a:gd name="T12" fmla="*/ 120 w 31"/>
                <a:gd name="T13" fmla="*/ 144 h 24"/>
                <a:gd name="T14" fmla="*/ 97 w 31"/>
                <a:gd name="T15" fmla="*/ 152 h 24"/>
                <a:gd name="T16" fmla="*/ 73 w 31"/>
                <a:gd name="T17" fmla="*/ 152 h 24"/>
                <a:gd name="T18" fmla="*/ 52 w 31"/>
                <a:gd name="T19" fmla="*/ 137 h 24"/>
                <a:gd name="T20" fmla="*/ 21 w 31"/>
                <a:gd name="T21" fmla="*/ 137 h 24"/>
                <a:gd name="T22" fmla="*/ 0 w 31"/>
                <a:gd name="T23" fmla="*/ 84 h 24"/>
                <a:gd name="T24" fmla="*/ 0 w 31"/>
                <a:gd name="T25" fmla="*/ 60 h 24"/>
                <a:gd name="T26" fmla="*/ 21 w 31"/>
                <a:gd name="T27" fmla="*/ 39 h 24"/>
                <a:gd name="T28" fmla="*/ 24 w 31"/>
                <a:gd name="T29" fmla="*/ 15 h 24"/>
                <a:gd name="T30" fmla="*/ 45 w 31"/>
                <a:gd name="T31" fmla="*/ 15 h 24"/>
                <a:gd name="T32" fmla="*/ 45 w 31"/>
                <a:gd name="T33" fmla="*/ 39 h 24"/>
                <a:gd name="T34" fmla="*/ 67 w 31"/>
                <a:gd name="T35" fmla="*/ 32 h 24"/>
                <a:gd name="T36" fmla="*/ 77 w 31"/>
                <a:gd name="T37" fmla="*/ 53 h 24"/>
                <a:gd name="T38" fmla="*/ 105 w 31"/>
                <a:gd name="T39" fmla="*/ 60 h 24"/>
                <a:gd name="T40" fmla="*/ 125 w 31"/>
                <a:gd name="T41" fmla="*/ 73 h 24"/>
                <a:gd name="T42" fmla="*/ 157 w 31"/>
                <a:gd name="T43" fmla="*/ 81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" h="24">
                  <a:moveTo>
                    <a:pt x="24" y="12"/>
                  </a:moveTo>
                  <a:cubicBezTo>
                    <a:pt x="27" y="13"/>
                    <a:pt x="28" y="9"/>
                    <a:pt x="30" y="12"/>
                  </a:cubicBezTo>
                  <a:cubicBezTo>
                    <a:pt x="30" y="13"/>
                    <a:pt x="31" y="15"/>
                    <a:pt x="30" y="16"/>
                  </a:cubicBezTo>
                  <a:cubicBezTo>
                    <a:pt x="29" y="16"/>
                    <a:pt x="28" y="16"/>
                    <a:pt x="27" y="17"/>
                  </a:cubicBezTo>
                  <a:cubicBezTo>
                    <a:pt x="26" y="18"/>
                    <a:pt x="28" y="19"/>
                    <a:pt x="27" y="20"/>
                  </a:cubicBezTo>
                  <a:cubicBezTo>
                    <a:pt x="27" y="22"/>
                    <a:pt x="25" y="21"/>
                    <a:pt x="24" y="22"/>
                  </a:cubicBezTo>
                  <a:cubicBezTo>
                    <a:pt x="23" y="23"/>
                    <a:pt x="19" y="22"/>
                    <a:pt x="18" y="22"/>
                  </a:cubicBezTo>
                  <a:cubicBezTo>
                    <a:pt x="17" y="22"/>
                    <a:pt x="16" y="23"/>
                    <a:pt x="15" y="23"/>
                  </a:cubicBezTo>
                  <a:cubicBezTo>
                    <a:pt x="14" y="24"/>
                    <a:pt x="12" y="24"/>
                    <a:pt x="11" y="23"/>
                  </a:cubicBezTo>
                  <a:cubicBezTo>
                    <a:pt x="9" y="23"/>
                    <a:pt x="9" y="21"/>
                    <a:pt x="8" y="21"/>
                  </a:cubicBezTo>
                  <a:cubicBezTo>
                    <a:pt x="6" y="20"/>
                    <a:pt x="5" y="21"/>
                    <a:pt x="3" y="21"/>
                  </a:cubicBezTo>
                  <a:cubicBezTo>
                    <a:pt x="0" y="20"/>
                    <a:pt x="0" y="16"/>
                    <a:pt x="0" y="13"/>
                  </a:cubicBezTo>
                  <a:cubicBezTo>
                    <a:pt x="0" y="12"/>
                    <a:pt x="0" y="10"/>
                    <a:pt x="0" y="9"/>
                  </a:cubicBezTo>
                  <a:cubicBezTo>
                    <a:pt x="0" y="7"/>
                    <a:pt x="2" y="7"/>
                    <a:pt x="3" y="6"/>
                  </a:cubicBezTo>
                  <a:cubicBezTo>
                    <a:pt x="5" y="4"/>
                    <a:pt x="3" y="4"/>
                    <a:pt x="4" y="2"/>
                  </a:cubicBezTo>
                  <a:cubicBezTo>
                    <a:pt x="4" y="0"/>
                    <a:pt x="6" y="0"/>
                    <a:pt x="7" y="2"/>
                  </a:cubicBezTo>
                  <a:cubicBezTo>
                    <a:pt x="7" y="3"/>
                    <a:pt x="6" y="5"/>
                    <a:pt x="7" y="6"/>
                  </a:cubicBezTo>
                  <a:cubicBezTo>
                    <a:pt x="8" y="6"/>
                    <a:pt x="10" y="5"/>
                    <a:pt x="10" y="5"/>
                  </a:cubicBezTo>
                  <a:cubicBezTo>
                    <a:pt x="12" y="6"/>
                    <a:pt x="12" y="7"/>
                    <a:pt x="12" y="8"/>
                  </a:cubicBezTo>
                  <a:cubicBezTo>
                    <a:pt x="13" y="10"/>
                    <a:pt x="14" y="9"/>
                    <a:pt x="16" y="9"/>
                  </a:cubicBezTo>
                  <a:cubicBezTo>
                    <a:pt x="17" y="9"/>
                    <a:pt x="18" y="10"/>
                    <a:pt x="19" y="11"/>
                  </a:cubicBezTo>
                  <a:cubicBezTo>
                    <a:pt x="21" y="15"/>
                    <a:pt x="22" y="11"/>
                    <a:pt x="24" y="12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41" name="Freeform 1120">
              <a:extLst>
                <a:ext uri="{FF2B5EF4-FFF2-40B4-BE49-F238E27FC236}">
                  <a16:creationId xmlns:a16="http://schemas.microsoft.com/office/drawing/2014/main" id="{A558E5EB-FEC9-4F91-AA3E-FCB199653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768"/>
              <a:ext cx="15" cy="16"/>
            </a:xfrm>
            <a:custGeom>
              <a:avLst/>
              <a:gdLst>
                <a:gd name="T0" fmla="*/ 8 w 8"/>
                <a:gd name="T1" fmla="*/ 12 h 9"/>
                <a:gd name="T2" fmla="*/ 21 w 8"/>
                <a:gd name="T3" fmla="*/ 44 h 9"/>
                <a:gd name="T4" fmla="*/ 53 w 8"/>
                <a:gd name="T5" fmla="*/ 44 h 9"/>
                <a:gd name="T6" fmla="*/ 39 w 8"/>
                <a:gd name="T7" fmla="*/ 37 h 9"/>
                <a:gd name="T8" fmla="*/ 28 w 8"/>
                <a:gd name="T9" fmla="*/ 37 h 9"/>
                <a:gd name="T10" fmla="*/ 15 w 8"/>
                <a:gd name="T11" fmla="*/ 16 h 9"/>
                <a:gd name="T12" fmla="*/ 0 w 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1" y="2"/>
                  </a:moveTo>
                  <a:cubicBezTo>
                    <a:pt x="1" y="4"/>
                    <a:pt x="1" y="6"/>
                    <a:pt x="3" y="8"/>
                  </a:cubicBezTo>
                  <a:cubicBezTo>
                    <a:pt x="4" y="9"/>
                    <a:pt x="7" y="7"/>
                    <a:pt x="8" y="8"/>
                  </a:cubicBezTo>
                  <a:cubicBezTo>
                    <a:pt x="7" y="8"/>
                    <a:pt x="7" y="7"/>
                    <a:pt x="6" y="7"/>
                  </a:cubicBezTo>
                  <a:cubicBezTo>
                    <a:pt x="5" y="6"/>
                    <a:pt x="5" y="7"/>
                    <a:pt x="4" y="7"/>
                  </a:cubicBezTo>
                  <a:cubicBezTo>
                    <a:pt x="2" y="6"/>
                    <a:pt x="3" y="4"/>
                    <a:pt x="2" y="3"/>
                  </a:cubicBezTo>
                  <a:cubicBezTo>
                    <a:pt x="2" y="2"/>
                    <a:pt x="0" y="2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42" name="Freeform 1121">
              <a:extLst>
                <a:ext uri="{FF2B5EF4-FFF2-40B4-BE49-F238E27FC236}">
                  <a16:creationId xmlns:a16="http://schemas.microsoft.com/office/drawing/2014/main" id="{90BAAE88-4344-48F9-B6F0-693C19713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783"/>
              <a:ext cx="17" cy="5"/>
            </a:xfrm>
            <a:custGeom>
              <a:avLst/>
              <a:gdLst>
                <a:gd name="T0" fmla="*/ 0 w 9"/>
                <a:gd name="T1" fmla="*/ 5 h 3"/>
                <a:gd name="T2" fmla="*/ 32 w 9"/>
                <a:gd name="T3" fmla="*/ 13 h 3"/>
                <a:gd name="T4" fmla="*/ 60 w 9"/>
                <a:gd name="T5" fmla="*/ 5 h 3"/>
                <a:gd name="T6" fmla="*/ 32 w 9"/>
                <a:gd name="T7" fmla="*/ 5 h 3"/>
                <a:gd name="T8" fmla="*/ 0 w 9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6" y="2"/>
                    <a:pt x="7" y="1"/>
                    <a:pt x="9" y="1"/>
                  </a:cubicBezTo>
                  <a:cubicBezTo>
                    <a:pt x="8" y="1"/>
                    <a:pt x="7" y="0"/>
                    <a:pt x="5" y="1"/>
                  </a:cubicBezTo>
                  <a:cubicBezTo>
                    <a:pt x="4" y="1"/>
                    <a:pt x="1" y="3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43" name="Freeform 1122">
              <a:extLst>
                <a:ext uri="{FF2B5EF4-FFF2-40B4-BE49-F238E27FC236}">
                  <a16:creationId xmlns:a16="http://schemas.microsoft.com/office/drawing/2014/main" id="{8E737C12-23B9-4BE5-908B-62A8A499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773"/>
              <a:ext cx="12" cy="10"/>
            </a:xfrm>
            <a:custGeom>
              <a:avLst/>
              <a:gdLst>
                <a:gd name="T0" fmla="*/ 0 w 6"/>
                <a:gd name="T1" fmla="*/ 16 h 5"/>
                <a:gd name="T2" fmla="*/ 16 w 6"/>
                <a:gd name="T3" fmla="*/ 24 h 5"/>
                <a:gd name="T4" fmla="*/ 24 w 6"/>
                <a:gd name="T5" fmla="*/ 32 h 5"/>
                <a:gd name="T6" fmla="*/ 48 w 6"/>
                <a:gd name="T7" fmla="*/ 24 h 5"/>
                <a:gd name="T8" fmla="*/ 16 w 6"/>
                <a:gd name="T9" fmla="*/ 32 h 5"/>
                <a:gd name="T10" fmla="*/ 0 w 6"/>
                <a:gd name="T11" fmla="*/ 16 h 5"/>
                <a:gd name="T12" fmla="*/ 0 w 6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2" y="3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44" name="Freeform 1123">
              <a:extLst>
                <a:ext uri="{FF2B5EF4-FFF2-40B4-BE49-F238E27FC236}">
                  <a16:creationId xmlns:a16="http://schemas.microsoft.com/office/drawing/2014/main" id="{1B4F3000-2BE1-49AC-B907-C2F2D7A4E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777"/>
              <a:ext cx="15" cy="11"/>
            </a:xfrm>
            <a:custGeom>
              <a:avLst/>
              <a:gdLst>
                <a:gd name="T0" fmla="*/ 0 w 8"/>
                <a:gd name="T1" fmla="*/ 31 h 6"/>
                <a:gd name="T2" fmla="*/ 21 w 8"/>
                <a:gd name="T3" fmla="*/ 31 h 6"/>
                <a:gd name="T4" fmla="*/ 28 w 8"/>
                <a:gd name="T5" fmla="*/ 24 h 6"/>
                <a:gd name="T6" fmla="*/ 32 w 8"/>
                <a:gd name="T7" fmla="*/ 24 h 6"/>
                <a:gd name="T8" fmla="*/ 45 w 8"/>
                <a:gd name="T9" fmla="*/ 0 h 6"/>
                <a:gd name="T10" fmla="*/ 39 w 8"/>
                <a:gd name="T11" fmla="*/ 7 h 6"/>
                <a:gd name="T12" fmla="*/ 28 w 8"/>
                <a:gd name="T13" fmla="*/ 13 h 6"/>
                <a:gd name="T14" fmla="*/ 15 w 8"/>
                <a:gd name="T15" fmla="*/ 24 h 6"/>
                <a:gd name="T16" fmla="*/ 0 w 8"/>
                <a:gd name="T17" fmla="*/ 3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1" y="5"/>
                    <a:pt x="2" y="6"/>
                    <a:pt x="3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8" y="3"/>
                    <a:pt x="6" y="1"/>
                    <a:pt x="7" y="0"/>
                  </a:cubicBezTo>
                  <a:cubicBezTo>
                    <a:pt x="6" y="0"/>
                    <a:pt x="6" y="0"/>
                    <a:pt x="6" y="1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3"/>
                    <a:pt x="3" y="3"/>
                    <a:pt x="2" y="4"/>
                  </a:cubicBezTo>
                  <a:cubicBezTo>
                    <a:pt x="2" y="4"/>
                    <a:pt x="1" y="5"/>
                    <a:pt x="0" y="5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45" name="Freeform 1124">
              <a:extLst>
                <a:ext uri="{FF2B5EF4-FFF2-40B4-BE49-F238E27FC236}">
                  <a16:creationId xmlns:a16="http://schemas.microsoft.com/office/drawing/2014/main" id="{FCAB6CC4-B6CA-4B17-A46A-412172AF9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766"/>
              <a:ext cx="10" cy="11"/>
            </a:xfrm>
            <a:custGeom>
              <a:avLst/>
              <a:gdLst>
                <a:gd name="T0" fmla="*/ 32 w 5"/>
                <a:gd name="T1" fmla="*/ 7 h 6"/>
                <a:gd name="T2" fmla="*/ 32 w 5"/>
                <a:gd name="T3" fmla="*/ 24 h 6"/>
                <a:gd name="T4" fmla="*/ 0 w 5"/>
                <a:gd name="T5" fmla="*/ 37 h 6"/>
                <a:gd name="T6" fmla="*/ 24 w 5"/>
                <a:gd name="T7" fmla="*/ 13 h 6"/>
                <a:gd name="T8" fmla="*/ 24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4" y="1"/>
                    <a:pt x="5" y="3"/>
                    <a:pt x="4" y="4"/>
                  </a:cubicBezTo>
                  <a:cubicBezTo>
                    <a:pt x="4" y="5"/>
                    <a:pt x="1" y="5"/>
                    <a:pt x="0" y="6"/>
                  </a:cubicBezTo>
                  <a:cubicBezTo>
                    <a:pt x="2" y="5"/>
                    <a:pt x="3" y="4"/>
                    <a:pt x="3" y="2"/>
                  </a:cubicBezTo>
                  <a:cubicBezTo>
                    <a:pt x="3" y="2"/>
                    <a:pt x="3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46" name="Freeform 1125">
              <a:extLst>
                <a:ext uri="{FF2B5EF4-FFF2-40B4-BE49-F238E27FC236}">
                  <a16:creationId xmlns:a16="http://schemas.microsoft.com/office/drawing/2014/main" id="{AAAEA333-8441-4646-9065-7BF0E2E41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762"/>
              <a:ext cx="6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0 h 2"/>
                <a:gd name="T4" fmla="*/ 24 w 3"/>
                <a:gd name="T5" fmla="*/ 16 h 2"/>
                <a:gd name="T6" fmla="*/ 8 w 3"/>
                <a:gd name="T7" fmla="*/ 16 h 2"/>
                <a:gd name="T8" fmla="*/ 0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47" name="Freeform 1126">
              <a:extLst>
                <a:ext uri="{FF2B5EF4-FFF2-40B4-BE49-F238E27FC236}">
                  <a16:creationId xmlns:a16="http://schemas.microsoft.com/office/drawing/2014/main" id="{F7313F52-E4A9-47B1-B7F5-19A8BBBBE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747"/>
              <a:ext cx="4" cy="8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32 h 4"/>
                <a:gd name="T4" fmla="*/ 0 w 2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0"/>
                    <a:pt x="1" y="3"/>
                    <a:pt x="1" y="4"/>
                  </a:cubicBezTo>
                  <a:cubicBezTo>
                    <a:pt x="1" y="3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48" name="Freeform 1127">
              <a:extLst>
                <a:ext uri="{FF2B5EF4-FFF2-40B4-BE49-F238E27FC236}">
                  <a16:creationId xmlns:a16="http://schemas.microsoft.com/office/drawing/2014/main" id="{B432051E-0FC6-4425-8E0E-DBF2AA2E3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779"/>
              <a:ext cx="9" cy="4"/>
            </a:xfrm>
            <a:custGeom>
              <a:avLst/>
              <a:gdLst>
                <a:gd name="T0" fmla="*/ 0 w 5"/>
                <a:gd name="T1" fmla="*/ 0 h 2"/>
                <a:gd name="T2" fmla="*/ 13 w 5"/>
                <a:gd name="T3" fmla="*/ 16 h 2"/>
                <a:gd name="T4" fmla="*/ 29 w 5"/>
                <a:gd name="T5" fmla="*/ 16 h 2"/>
                <a:gd name="T6" fmla="*/ 16 w 5"/>
                <a:gd name="T7" fmla="*/ 8 h 2"/>
                <a:gd name="T8" fmla="*/ 7 w 5"/>
                <a:gd name="T9" fmla="*/ 8 h 2"/>
                <a:gd name="T10" fmla="*/ 0 w 5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49" name="Freeform 1128">
              <a:extLst>
                <a:ext uri="{FF2B5EF4-FFF2-40B4-BE49-F238E27FC236}">
                  <a16:creationId xmlns:a16="http://schemas.microsoft.com/office/drawing/2014/main" id="{982CF194-85EB-463D-9835-176ABA6F5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777"/>
              <a:ext cx="7" cy="9"/>
            </a:xfrm>
            <a:custGeom>
              <a:avLst/>
              <a:gdLst>
                <a:gd name="T0" fmla="*/ 0 w 4"/>
                <a:gd name="T1" fmla="*/ 29 h 5"/>
                <a:gd name="T2" fmla="*/ 16 w 4"/>
                <a:gd name="T3" fmla="*/ 16 h 5"/>
                <a:gd name="T4" fmla="*/ 21 w 4"/>
                <a:gd name="T5" fmla="*/ 0 h 5"/>
                <a:gd name="T6" fmla="*/ 16 w 4"/>
                <a:gd name="T7" fmla="*/ 13 h 5"/>
                <a:gd name="T8" fmla="*/ 12 w 4"/>
                <a:gd name="T9" fmla="*/ 16 h 5"/>
                <a:gd name="T10" fmla="*/ 0 w 4"/>
                <a:gd name="T11" fmla="*/ 23 h 5"/>
                <a:gd name="T12" fmla="*/ 0 w 4"/>
                <a:gd name="T13" fmla="*/ 29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4"/>
                    <a:pt x="3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50" name="Freeform 1129">
              <a:extLst>
                <a:ext uri="{FF2B5EF4-FFF2-40B4-BE49-F238E27FC236}">
                  <a16:creationId xmlns:a16="http://schemas.microsoft.com/office/drawing/2014/main" id="{1BFE111A-A03D-431F-8243-1FD5A800F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768"/>
              <a:ext cx="4" cy="7"/>
            </a:xfrm>
            <a:custGeom>
              <a:avLst/>
              <a:gdLst>
                <a:gd name="T0" fmla="*/ 8 w 2"/>
                <a:gd name="T1" fmla="*/ 0 h 4"/>
                <a:gd name="T2" fmla="*/ 16 w 2"/>
                <a:gd name="T3" fmla="*/ 12 h 4"/>
                <a:gd name="T4" fmla="*/ 0 w 2"/>
                <a:gd name="T5" fmla="*/ 21 h 4"/>
                <a:gd name="T6" fmla="*/ 8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51" name="Freeform 1130">
              <a:extLst>
                <a:ext uri="{FF2B5EF4-FFF2-40B4-BE49-F238E27FC236}">
                  <a16:creationId xmlns:a16="http://schemas.microsoft.com/office/drawing/2014/main" id="{5A377D61-6803-4048-AE26-4BA650799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784"/>
              <a:ext cx="9" cy="4"/>
            </a:xfrm>
            <a:custGeom>
              <a:avLst/>
              <a:gdLst>
                <a:gd name="T0" fmla="*/ 7 w 5"/>
                <a:gd name="T1" fmla="*/ 16 h 2"/>
                <a:gd name="T2" fmla="*/ 29 w 5"/>
                <a:gd name="T3" fmla="*/ 8 h 2"/>
                <a:gd name="T4" fmla="*/ 16 w 5"/>
                <a:gd name="T5" fmla="*/ 0 h 2"/>
                <a:gd name="T6" fmla="*/ 7 w 5"/>
                <a:gd name="T7" fmla="*/ 8 h 2"/>
                <a:gd name="T8" fmla="*/ 0 w 5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52" name="Freeform 1131">
              <a:extLst>
                <a:ext uri="{FF2B5EF4-FFF2-40B4-BE49-F238E27FC236}">
                  <a16:creationId xmlns:a16="http://schemas.microsoft.com/office/drawing/2014/main" id="{58341BB0-F684-4290-9DA6-31A1F267A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768"/>
              <a:ext cx="15" cy="5"/>
            </a:xfrm>
            <a:custGeom>
              <a:avLst/>
              <a:gdLst>
                <a:gd name="T0" fmla="*/ 8 w 8"/>
                <a:gd name="T1" fmla="*/ 5 h 3"/>
                <a:gd name="T2" fmla="*/ 32 w 8"/>
                <a:gd name="T3" fmla="*/ 5 h 3"/>
                <a:gd name="T4" fmla="*/ 53 w 8"/>
                <a:gd name="T5" fmla="*/ 0 h 3"/>
                <a:gd name="T6" fmla="*/ 32 w 8"/>
                <a:gd name="T7" fmla="*/ 8 h 3"/>
                <a:gd name="T8" fmla="*/ 15 w 8"/>
                <a:gd name="T9" fmla="*/ 8 h 3"/>
                <a:gd name="T10" fmla="*/ 0 w 8"/>
                <a:gd name="T11" fmla="*/ 5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1" y="1"/>
                  </a:moveTo>
                  <a:cubicBezTo>
                    <a:pt x="2" y="2"/>
                    <a:pt x="3" y="1"/>
                    <a:pt x="5" y="1"/>
                  </a:cubicBezTo>
                  <a:cubicBezTo>
                    <a:pt x="6" y="1"/>
                    <a:pt x="8" y="1"/>
                    <a:pt x="8" y="0"/>
                  </a:cubicBezTo>
                  <a:cubicBezTo>
                    <a:pt x="8" y="2"/>
                    <a:pt x="6" y="1"/>
                    <a:pt x="5" y="2"/>
                  </a:cubicBezTo>
                  <a:cubicBezTo>
                    <a:pt x="4" y="2"/>
                    <a:pt x="3" y="3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53" name="Freeform 1132">
              <a:extLst>
                <a:ext uri="{FF2B5EF4-FFF2-40B4-BE49-F238E27FC236}">
                  <a16:creationId xmlns:a16="http://schemas.microsoft.com/office/drawing/2014/main" id="{49AC08A5-9E96-4D43-B261-6ADE6838F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755"/>
              <a:ext cx="11" cy="5"/>
            </a:xfrm>
            <a:custGeom>
              <a:avLst/>
              <a:gdLst>
                <a:gd name="T0" fmla="*/ 0 w 6"/>
                <a:gd name="T1" fmla="*/ 5 h 3"/>
                <a:gd name="T2" fmla="*/ 37 w 6"/>
                <a:gd name="T3" fmla="*/ 13 h 3"/>
                <a:gd name="T4" fmla="*/ 24 w 6"/>
                <a:gd name="T5" fmla="*/ 8 h 3"/>
                <a:gd name="T6" fmla="*/ 20 w 6"/>
                <a:gd name="T7" fmla="*/ 8 h 3"/>
                <a:gd name="T8" fmla="*/ 13 w 6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0" y="1"/>
                  </a:moveTo>
                  <a:cubicBezTo>
                    <a:pt x="2" y="2"/>
                    <a:pt x="5" y="0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54" name="Freeform 1133">
              <a:extLst>
                <a:ext uri="{FF2B5EF4-FFF2-40B4-BE49-F238E27FC236}">
                  <a16:creationId xmlns:a16="http://schemas.microsoft.com/office/drawing/2014/main" id="{4443864D-4A10-46ED-8B22-D34482BCE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756"/>
              <a:ext cx="7" cy="10"/>
            </a:xfrm>
            <a:custGeom>
              <a:avLst/>
              <a:gdLst>
                <a:gd name="T0" fmla="*/ 21 w 4"/>
                <a:gd name="T1" fmla="*/ 0 h 5"/>
                <a:gd name="T2" fmla="*/ 7 w 4"/>
                <a:gd name="T3" fmla="*/ 40 h 5"/>
                <a:gd name="T4" fmla="*/ 12 w 4"/>
                <a:gd name="T5" fmla="*/ 16 h 5"/>
                <a:gd name="T6" fmla="*/ 16 w 4"/>
                <a:gd name="T7" fmla="*/ 8 h 5"/>
                <a:gd name="T8" fmla="*/ 16 w 4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0" y="2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3" y="1"/>
                    <a:pt x="3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55" name="Freeform 1134">
              <a:extLst>
                <a:ext uri="{FF2B5EF4-FFF2-40B4-BE49-F238E27FC236}">
                  <a16:creationId xmlns:a16="http://schemas.microsoft.com/office/drawing/2014/main" id="{AE0FBE0D-1225-4B4A-82B3-FADE94758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745"/>
              <a:ext cx="58" cy="45"/>
            </a:xfrm>
            <a:custGeom>
              <a:avLst/>
              <a:gdLst>
                <a:gd name="T0" fmla="*/ 157 w 31"/>
                <a:gd name="T1" fmla="*/ 81 h 24"/>
                <a:gd name="T2" fmla="*/ 196 w 31"/>
                <a:gd name="T3" fmla="*/ 81 h 24"/>
                <a:gd name="T4" fmla="*/ 196 w 31"/>
                <a:gd name="T5" fmla="*/ 105 h 24"/>
                <a:gd name="T6" fmla="*/ 178 w 31"/>
                <a:gd name="T7" fmla="*/ 113 h 24"/>
                <a:gd name="T8" fmla="*/ 178 w 31"/>
                <a:gd name="T9" fmla="*/ 133 h 24"/>
                <a:gd name="T10" fmla="*/ 157 w 31"/>
                <a:gd name="T11" fmla="*/ 144 h 24"/>
                <a:gd name="T12" fmla="*/ 120 w 31"/>
                <a:gd name="T13" fmla="*/ 144 h 24"/>
                <a:gd name="T14" fmla="*/ 97 w 31"/>
                <a:gd name="T15" fmla="*/ 152 h 24"/>
                <a:gd name="T16" fmla="*/ 73 w 31"/>
                <a:gd name="T17" fmla="*/ 152 h 24"/>
                <a:gd name="T18" fmla="*/ 52 w 31"/>
                <a:gd name="T19" fmla="*/ 137 h 24"/>
                <a:gd name="T20" fmla="*/ 21 w 31"/>
                <a:gd name="T21" fmla="*/ 137 h 24"/>
                <a:gd name="T22" fmla="*/ 0 w 31"/>
                <a:gd name="T23" fmla="*/ 84 h 24"/>
                <a:gd name="T24" fmla="*/ 0 w 31"/>
                <a:gd name="T25" fmla="*/ 60 h 24"/>
                <a:gd name="T26" fmla="*/ 21 w 31"/>
                <a:gd name="T27" fmla="*/ 39 h 24"/>
                <a:gd name="T28" fmla="*/ 24 w 31"/>
                <a:gd name="T29" fmla="*/ 15 h 24"/>
                <a:gd name="T30" fmla="*/ 45 w 31"/>
                <a:gd name="T31" fmla="*/ 15 h 24"/>
                <a:gd name="T32" fmla="*/ 45 w 31"/>
                <a:gd name="T33" fmla="*/ 39 h 24"/>
                <a:gd name="T34" fmla="*/ 67 w 31"/>
                <a:gd name="T35" fmla="*/ 32 h 24"/>
                <a:gd name="T36" fmla="*/ 77 w 31"/>
                <a:gd name="T37" fmla="*/ 53 h 24"/>
                <a:gd name="T38" fmla="*/ 105 w 31"/>
                <a:gd name="T39" fmla="*/ 60 h 24"/>
                <a:gd name="T40" fmla="*/ 125 w 31"/>
                <a:gd name="T41" fmla="*/ 73 h 24"/>
                <a:gd name="T42" fmla="*/ 157 w 31"/>
                <a:gd name="T43" fmla="*/ 81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" h="24">
                  <a:moveTo>
                    <a:pt x="24" y="12"/>
                  </a:moveTo>
                  <a:cubicBezTo>
                    <a:pt x="27" y="13"/>
                    <a:pt x="28" y="9"/>
                    <a:pt x="30" y="12"/>
                  </a:cubicBezTo>
                  <a:cubicBezTo>
                    <a:pt x="30" y="13"/>
                    <a:pt x="31" y="15"/>
                    <a:pt x="30" y="16"/>
                  </a:cubicBezTo>
                  <a:cubicBezTo>
                    <a:pt x="29" y="16"/>
                    <a:pt x="28" y="16"/>
                    <a:pt x="27" y="17"/>
                  </a:cubicBezTo>
                  <a:cubicBezTo>
                    <a:pt x="26" y="18"/>
                    <a:pt x="28" y="19"/>
                    <a:pt x="27" y="20"/>
                  </a:cubicBezTo>
                  <a:cubicBezTo>
                    <a:pt x="27" y="22"/>
                    <a:pt x="25" y="21"/>
                    <a:pt x="24" y="22"/>
                  </a:cubicBezTo>
                  <a:cubicBezTo>
                    <a:pt x="23" y="23"/>
                    <a:pt x="19" y="22"/>
                    <a:pt x="18" y="22"/>
                  </a:cubicBezTo>
                  <a:cubicBezTo>
                    <a:pt x="17" y="22"/>
                    <a:pt x="16" y="23"/>
                    <a:pt x="15" y="23"/>
                  </a:cubicBezTo>
                  <a:cubicBezTo>
                    <a:pt x="14" y="24"/>
                    <a:pt x="12" y="24"/>
                    <a:pt x="11" y="23"/>
                  </a:cubicBezTo>
                  <a:cubicBezTo>
                    <a:pt x="9" y="23"/>
                    <a:pt x="9" y="21"/>
                    <a:pt x="8" y="21"/>
                  </a:cubicBezTo>
                  <a:cubicBezTo>
                    <a:pt x="6" y="20"/>
                    <a:pt x="5" y="21"/>
                    <a:pt x="3" y="21"/>
                  </a:cubicBezTo>
                  <a:cubicBezTo>
                    <a:pt x="0" y="20"/>
                    <a:pt x="0" y="16"/>
                    <a:pt x="0" y="13"/>
                  </a:cubicBezTo>
                  <a:cubicBezTo>
                    <a:pt x="0" y="12"/>
                    <a:pt x="0" y="10"/>
                    <a:pt x="0" y="9"/>
                  </a:cubicBezTo>
                  <a:cubicBezTo>
                    <a:pt x="0" y="7"/>
                    <a:pt x="2" y="7"/>
                    <a:pt x="3" y="6"/>
                  </a:cubicBezTo>
                  <a:cubicBezTo>
                    <a:pt x="5" y="4"/>
                    <a:pt x="3" y="4"/>
                    <a:pt x="4" y="2"/>
                  </a:cubicBezTo>
                  <a:cubicBezTo>
                    <a:pt x="4" y="0"/>
                    <a:pt x="6" y="0"/>
                    <a:pt x="7" y="2"/>
                  </a:cubicBezTo>
                  <a:cubicBezTo>
                    <a:pt x="7" y="3"/>
                    <a:pt x="6" y="5"/>
                    <a:pt x="7" y="6"/>
                  </a:cubicBezTo>
                  <a:cubicBezTo>
                    <a:pt x="8" y="6"/>
                    <a:pt x="10" y="5"/>
                    <a:pt x="10" y="5"/>
                  </a:cubicBezTo>
                  <a:cubicBezTo>
                    <a:pt x="12" y="6"/>
                    <a:pt x="12" y="7"/>
                    <a:pt x="12" y="8"/>
                  </a:cubicBezTo>
                  <a:cubicBezTo>
                    <a:pt x="13" y="10"/>
                    <a:pt x="14" y="9"/>
                    <a:pt x="16" y="9"/>
                  </a:cubicBezTo>
                  <a:cubicBezTo>
                    <a:pt x="17" y="9"/>
                    <a:pt x="18" y="10"/>
                    <a:pt x="19" y="11"/>
                  </a:cubicBezTo>
                  <a:cubicBezTo>
                    <a:pt x="21" y="15"/>
                    <a:pt x="22" y="11"/>
                    <a:pt x="24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56" name="Freeform 1135">
              <a:extLst>
                <a:ext uri="{FF2B5EF4-FFF2-40B4-BE49-F238E27FC236}">
                  <a16:creationId xmlns:a16="http://schemas.microsoft.com/office/drawing/2014/main" id="{A9913C82-A51A-44ED-8481-7E173B7C0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779"/>
              <a:ext cx="8" cy="7"/>
            </a:xfrm>
            <a:custGeom>
              <a:avLst/>
              <a:gdLst>
                <a:gd name="T0" fmla="*/ 32 w 4"/>
                <a:gd name="T1" fmla="*/ 21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2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57" name="Freeform 1136">
              <a:extLst>
                <a:ext uri="{FF2B5EF4-FFF2-40B4-BE49-F238E27FC236}">
                  <a16:creationId xmlns:a16="http://schemas.microsoft.com/office/drawing/2014/main" id="{2F4FCC12-468E-43E5-8218-C8D726F31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762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58" name="Freeform 1137">
              <a:extLst>
                <a:ext uri="{FF2B5EF4-FFF2-40B4-BE49-F238E27FC236}">
                  <a16:creationId xmlns:a16="http://schemas.microsoft.com/office/drawing/2014/main" id="{CEF9C642-FAF2-4AC6-BB6D-ED28DB42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773"/>
              <a:ext cx="13" cy="8"/>
            </a:xfrm>
            <a:custGeom>
              <a:avLst/>
              <a:gdLst>
                <a:gd name="T0" fmla="*/ 45 w 7"/>
                <a:gd name="T1" fmla="*/ 16 h 4"/>
                <a:gd name="T2" fmla="*/ 20 w 7"/>
                <a:gd name="T3" fmla="*/ 24 h 4"/>
                <a:gd name="T4" fmla="*/ 7 w 7"/>
                <a:gd name="T5" fmla="*/ 8 h 4"/>
                <a:gd name="T6" fmla="*/ 0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cubicBezTo>
                    <a:pt x="6" y="4"/>
                    <a:pt x="4" y="4"/>
                    <a:pt x="3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59" name="Freeform 1138">
              <a:extLst>
                <a:ext uri="{FF2B5EF4-FFF2-40B4-BE49-F238E27FC236}">
                  <a16:creationId xmlns:a16="http://schemas.microsoft.com/office/drawing/2014/main" id="{A37D4942-B65C-4854-82F3-F80CA5E4C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775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60" name="Freeform 1139">
              <a:extLst>
                <a:ext uri="{FF2B5EF4-FFF2-40B4-BE49-F238E27FC236}">
                  <a16:creationId xmlns:a16="http://schemas.microsoft.com/office/drawing/2014/main" id="{AF393F3C-4449-4109-95A2-111C8DB19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755"/>
              <a:ext cx="52" cy="48"/>
            </a:xfrm>
            <a:custGeom>
              <a:avLst/>
              <a:gdLst>
                <a:gd name="T0" fmla="*/ 37 w 28"/>
                <a:gd name="T1" fmla="*/ 24 h 26"/>
                <a:gd name="T2" fmla="*/ 7 w 28"/>
                <a:gd name="T3" fmla="*/ 102 h 26"/>
                <a:gd name="T4" fmla="*/ 89 w 28"/>
                <a:gd name="T5" fmla="*/ 157 h 26"/>
                <a:gd name="T6" fmla="*/ 158 w 28"/>
                <a:gd name="T7" fmla="*/ 120 h 26"/>
                <a:gd name="T8" fmla="*/ 37 w 28"/>
                <a:gd name="T9" fmla="*/ 2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6" y="4"/>
                  </a:moveTo>
                  <a:cubicBezTo>
                    <a:pt x="1" y="7"/>
                    <a:pt x="0" y="11"/>
                    <a:pt x="1" y="16"/>
                  </a:cubicBezTo>
                  <a:cubicBezTo>
                    <a:pt x="3" y="21"/>
                    <a:pt x="9" y="24"/>
                    <a:pt x="14" y="25"/>
                  </a:cubicBezTo>
                  <a:cubicBezTo>
                    <a:pt x="20" y="26"/>
                    <a:pt x="23" y="23"/>
                    <a:pt x="25" y="19"/>
                  </a:cubicBezTo>
                  <a:cubicBezTo>
                    <a:pt x="28" y="11"/>
                    <a:pt x="15" y="0"/>
                    <a:pt x="6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61" name="Freeform 1140">
              <a:extLst>
                <a:ext uri="{FF2B5EF4-FFF2-40B4-BE49-F238E27FC236}">
                  <a16:creationId xmlns:a16="http://schemas.microsoft.com/office/drawing/2014/main" id="{902A6E2B-87FE-4F73-8D9E-65E1B5B1E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768"/>
              <a:ext cx="28" cy="24"/>
            </a:xfrm>
            <a:custGeom>
              <a:avLst/>
              <a:gdLst>
                <a:gd name="T0" fmla="*/ 7 w 15"/>
                <a:gd name="T1" fmla="*/ 20 h 13"/>
                <a:gd name="T2" fmla="*/ 21 w 15"/>
                <a:gd name="T3" fmla="*/ 57 h 13"/>
                <a:gd name="T4" fmla="*/ 77 w 15"/>
                <a:gd name="T5" fmla="*/ 76 h 13"/>
                <a:gd name="T6" fmla="*/ 97 w 15"/>
                <a:gd name="T7" fmla="*/ 61 h 13"/>
                <a:gd name="T8" fmla="*/ 97 w 15"/>
                <a:gd name="T9" fmla="*/ 61 h 13"/>
                <a:gd name="T10" fmla="*/ 77 w 15"/>
                <a:gd name="T11" fmla="*/ 76 h 13"/>
                <a:gd name="T12" fmla="*/ 21 w 15"/>
                <a:gd name="T13" fmla="*/ 57 h 13"/>
                <a:gd name="T14" fmla="*/ 7 w 15"/>
                <a:gd name="T15" fmla="*/ 20 h 13"/>
                <a:gd name="T16" fmla="*/ 24 w 15"/>
                <a:gd name="T17" fmla="*/ 0 h 13"/>
                <a:gd name="T18" fmla="*/ 24 w 15"/>
                <a:gd name="T19" fmla="*/ 0 h 13"/>
                <a:gd name="T20" fmla="*/ 7 w 15"/>
                <a:gd name="T21" fmla="*/ 2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3">
                  <a:moveTo>
                    <a:pt x="1" y="3"/>
                  </a:moveTo>
                  <a:cubicBezTo>
                    <a:pt x="0" y="4"/>
                    <a:pt x="1" y="7"/>
                    <a:pt x="3" y="9"/>
                  </a:cubicBezTo>
                  <a:cubicBezTo>
                    <a:pt x="5" y="11"/>
                    <a:pt x="9" y="13"/>
                    <a:pt x="12" y="12"/>
                  </a:cubicBezTo>
                  <a:cubicBezTo>
                    <a:pt x="13" y="12"/>
                    <a:pt x="14" y="11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1"/>
                    <a:pt x="13" y="12"/>
                    <a:pt x="12" y="12"/>
                  </a:cubicBezTo>
                  <a:cubicBezTo>
                    <a:pt x="9" y="13"/>
                    <a:pt x="5" y="11"/>
                    <a:pt x="3" y="9"/>
                  </a:cubicBezTo>
                  <a:cubicBezTo>
                    <a:pt x="1" y="7"/>
                    <a:pt x="0" y="4"/>
                    <a:pt x="1" y="3"/>
                  </a:cubicBezTo>
                  <a:cubicBezTo>
                    <a:pt x="2" y="2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62" name="Freeform 1141">
              <a:extLst>
                <a:ext uri="{FF2B5EF4-FFF2-40B4-BE49-F238E27FC236}">
                  <a16:creationId xmlns:a16="http://schemas.microsoft.com/office/drawing/2014/main" id="{4B8131F3-4106-4C20-9BAA-B3812B812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725"/>
              <a:ext cx="58" cy="43"/>
            </a:xfrm>
            <a:custGeom>
              <a:avLst/>
              <a:gdLst>
                <a:gd name="T0" fmla="*/ 13 w 31"/>
                <a:gd name="T1" fmla="*/ 60 h 23"/>
                <a:gd name="T2" fmla="*/ 45 w 31"/>
                <a:gd name="T3" fmla="*/ 136 h 23"/>
                <a:gd name="T4" fmla="*/ 157 w 31"/>
                <a:gd name="T5" fmla="*/ 129 h 23"/>
                <a:gd name="T6" fmla="*/ 196 w 31"/>
                <a:gd name="T7" fmla="*/ 60 h 23"/>
                <a:gd name="T8" fmla="*/ 13 w 31"/>
                <a:gd name="T9" fmla="*/ 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2" y="9"/>
                  </a:moveTo>
                  <a:cubicBezTo>
                    <a:pt x="0" y="14"/>
                    <a:pt x="2" y="18"/>
                    <a:pt x="7" y="21"/>
                  </a:cubicBezTo>
                  <a:cubicBezTo>
                    <a:pt x="12" y="23"/>
                    <a:pt x="19" y="23"/>
                    <a:pt x="24" y="20"/>
                  </a:cubicBezTo>
                  <a:cubicBezTo>
                    <a:pt x="31" y="17"/>
                    <a:pt x="31" y="13"/>
                    <a:pt x="30" y="9"/>
                  </a:cubicBezTo>
                  <a:cubicBezTo>
                    <a:pt x="27" y="1"/>
                    <a:pt x="8" y="0"/>
                    <a:pt x="2" y="9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63" name="Freeform 1142">
              <a:extLst>
                <a:ext uri="{FF2B5EF4-FFF2-40B4-BE49-F238E27FC236}">
                  <a16:creationId xmlns:a16="http://schemas.microsoft.com/office/drawing/2014/main" id="{C6A55BCF-D9E4-48F3-844D-AA546EDA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741"/>
              <a:ext cx="35" cy="15"/>
            </a:xfrm>
            <a:custGeom>
              <a:avLst/>
              <a:gdLst>
                <a:gd name="T0" fmla="*/ 0 w 19"/>
                <a:gd name="T1" fmla="*/ 28 h 8"/>
                <a:gd name="T2" fmla="*/ 44 w 19"/>
                <a:gd name="T3" fmla="*/ 53 h 8"/>
                <a:gd name="T4" fmla="*/ 105 w 19"/>
                <a:gd name="T5" fmla="*/ 32 h 8"/>
                <a:gd name="T6" fmla="*/ 112 w 19"/>
                <a:gd name="T7" fmla="*/ 8 h 8"/>
                <a:gd name="T8" fmla="*/ 112 w 19"/>
                <a:gd name="T9" fmla="*/ 8 h 8"/>
                <a:gd name="T10" fmla="*/ 105 w 19"/>
                <a:gd name="T11" fmla="*/ 32 h 8"/>
                <a:gd name="T12" fmla="*/ 44 w 19"/>
                <a:gd name="T13" fmla="*/ 45 h 8"/>
                <a:gd name="T14" fmla="*/ 0 w 19"/>
                <a:gd name="T15" fmla="*/ 28 h 8"/>
                <a:gd name="T16" fmla="*/ 7 w 19"/>
                <a:gd name="T17" fmla="*/ 0 h 8"/>
                <a:gd name="T18" fmla="*/ 7 w 19"/>
                <a:gd name="T19" fmla="*/ 0 h 8"/>
                <a:gd name="T20" fmla="*/ 0 w 19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8">
                  <a:moveTo>
                    <a:pt x="0" y="4"/>
                  </a:moveTo>
                  <a:cubicBezTo>
                    <a:pt x="1" y="6"/>
                    <a:pt x="3" y="7"/>
                    <a:pt x="7" y="8"/>
                  </a:cubicBezTo>
                  <a:cubicBezTo>
                    <a:pt x="10" y="8"/>
                    <a:pt x="15" y="7"/>
                    <a:pt x="17" y="5"/>
                  </a:cubicBezTo>
                  <a:cubicBezTo>
                    <a:pt x="18" y="4"/>
                    <a:pt x="19" y="3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3"/>
                    <a:pt x="18" y="4"/>
                    <a:pt x="17" y="5"/>
                  </a:cubicBezTo>
                  <a:cubicBezTo>
                    <a:pt x="15" y="7"/>
                    <a:pt x="10" y="8"/>
                    <a:pt x="7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64" name="Freeform 1143">
              <a:extLst>
                <a:ext uri="{FF2B5EF4-FFF2-40B4-BE49-F238E27FC236}">
                  <a16:creationId xmlns:a16="http://schemas.microsoft.com/office/drawing/2014/main" id="{63C62B32-EC73-4F69-8AB6-A3C0432DA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650"/>
              <a:ext cx="48" cy="61"/>
            </a:xfrm>
            <a:custGeom>
              <a:avLst/>
              <a:gdLst>
                <a:gd name="T0" fmla="*/ 157 w 26"/>
                <a:gd name="T1" fmla="*/ 102 h 33"/>
                <a:gd name="T2" fmla="*/ 150 w 26"/>
                <a:gd name="T3" fmla="*/ 52 h 33"/>
                <a:gd name="T4" fmla="*/ 31 w 26"/>
                <a:gd name="T5" fmla="*/ 61 h 33"/>
                <a:gd name="T6" fmla="*/ 24 w 26"/>
                <a:gd name="T7" fmla="*/ 189 h 33"/>
                <a:gd name="T8" fmla="*/ 96 w 26"/>
                <a:gd name="T9" fmla="*/ 194 h 33"/>
                <a:gd name="T10" fmla="*/ 133 w 26"/>
                <a:gd name="T11" fmla="*/ 140 h 33"/>
                <a:gd name="T12" fmla="*/ 157 w 26"/>
                <a:gd name="T13" fmla="*/ 10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5" y="16"/>
                  </a:moveTo>
                  <a:cubicBezTo>
                    <a:pt x="26" y="13"/>
                    <a:pt x="26" y="10"/>
                    <a:pt x="24" y="8"/>
                  </a:cubicBezTo>
                  <a:cubicBezTo>
                    <a:pt x="20" y="0"/>
                    <a:pt x="10" y="3"/>
                    <a:pt x="5" y="10"/>
                  </a:cubicBezTo>
                  <a:cubicBezTo>
                    <a:pt x="0" y="18"/>
                    <a:pt x="1" y="27"/>
                    <a:pt x="4" y="30"/>
                  </a:cubicBezTo>
                  <a:cubicBezTo>
                    <a:pt x="8" y="33"/>
                    <a:pt x="12" y="33"/>
                    <a:pt x="15" y="31"/>
                  </a:cubicBezTo>
                  <a:cubicBezTo>
                    <a:pt x="18" y="28"/>
                    <a:pt x="20" y="24"/>
                    <a:pt x="21" y="22"/>
                  </a:cubicBezTo>
                  <a:cubicBezTo>
                    <a:pt x="23" y="20"/>
                    <a:pt x="25" y="18"/>
                    <a:pt x="25" y="16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65" name="Freeform 1144">
              <a:extLst>
                <a:ext uri="{FF2B5EF4-FFF2-40B4-BE49-F238E27FC236}">
                  <a16:creationId xmlns:a16="http://schemas.microsoft.com/office/drawing/2014/main" id="{9B87F44C-609C-43C1-BA4E-92AC906BE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668"/>
              <a:ext cx="22" cy="30"/>
            </a:xfrm>
            <a:custGeom>
              <a:avLst/>
              <a:gdLst>
                <a:gd name="T0" fmla="*/ 61 w 12"/>
                <a:gd name="T1" fmla="*/ 0 h 16"/>
                <a:gd name="T2" fmla="*/ 24 w 12"/>
                <a:gd name="T3" fmla="*/ 21 h 16"/>
                <a:gd name="T4" fmla="*/ 0 w 12"/>
                <a:gd name="T5" fmla="*/ 81 h 16"/>
                <a:gd name="T6" fmla="*/ 13 w 12"/>
                <a:gd name="T7" fmla="*/ 105 h 16"/>
                <a:gd name="T8" fmla="*/ 13 w 12"/>
                <a:gd name="T9" fmla="*/ 105 h 16"/>
                <a:gd name="T10" fmla="*/ 0 w 12"/>
                <a:gd name="T11" fmla="*/ 81 h 16"/>
                <a:gd name="T12" fmla="*/ 24 w 12"/>
                <a:gd name="T13" fmla="*/ 21 h 16"/>
                <a:gd name="T14" fmla="*/ 61 w 12"/>
                <a:gd name="T15" fmla="*/ 8 h 16"/>
                <a:gd name="T16" fmla="*/ 73 w 12"/>
                <a:gd name="T17" fmla="*/ 21 h 16"/>
                <a:gd name="T18" fmla="*/ 73 w 12"/>
                <a:gd name="T19" fmla="*/ 21 h 16"/>
                <a:gd name="T20" fmla="*/ 61 w 12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6">
                  <a:moveTo>
                    <a:pt x="10" y="0"/>
                  </a:moveTo>
                  <a:cubicBezTo>
                    <a:pt x="8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4"/>
                    <a:pt x="1" y="15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9"/>
                    <a:pt x="2" y="6"/>
                    <a:pt x="4" y="3"/>
                  </a:cubicBezTo>
                  <a:cubicBezTo>
                    <a:pt x="6" y="1"/>
                    <a:pt x="8" y="0"/>
                    <a:pt x="10" y="1"/>
                  </a:cubicBezTo>
                  <a:cubicBezTo>
                    <a:pt x="11" y="1"/>
                    <a:pt x="12" y="2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1"/>
                    <a:pt x="1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66" name="Freeform 1145">
              <a:extLst>
                <a:ext uri="{FF2B5EF4-FFF2-40B4-BE49-F238E27FC236}">
                  <a16:creationId xmlns:a16="http://schemas.microsoft.com/office/drawing/2014/main" id="{8C1BEEB8-FAF9-4D70-924F-10C1F557A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642"/>
              <a:ext cx="50" cy="56"/>
            </a:xfrm>
            <a:custGeom>
              <a:avLst/>
              <a:gdLst>
                <a:gd name="T0" fmla="*/ 69 w 27"/>
                <a:gd name="T1" fmla="*/ 7 h 30"/>
                <a:gd name="T2" fmla="*/ 7 w 27"/>
                <a:gd name="T3" fmla="*/ 60 h 30"/>
                <a:gd name="T4" fmla="*/ 52 w 27"/>
                <a:gd name="T5" fmla="*/ 164 h 30"/>
                <a:gd name="T6" fmla="*/ 133 w 27"/>
                <a:gd name="T7" fmla="*/ 174 h 30"/>
                <a:gd name="T8" fmla="*/ 69 w 27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11" y="1"/>
                  </a:moveTo>
                  <a:cubicBezTo>
                    <a:pt x="5" y="0"/>
                    <a:pt x="2" y="4"/>
                    <a:pt x="1" y="9"/>
                  </a:cubicBezTo>
                  <a:cubicBezTo>
                    <a:pt x="0" y="15"/>
                    <a:pt x="4" y="21"/>
                    <a:pt x="8" y="25"/>
                  </a:cubicBezTo>
                  <a:cubicBezTo>
                    <a:pt x="13" y="30"/>
                    <a:pt x="17" y="29"/>
                    <a:pt x="21" y="27"/>
                  </a:cubicBezTo>
                  <a:cubicBezTo>
                    <a:pt x="27" y="22"/>
                    <a:pt x="21" y="3"/>
                    <a:pt x="11" y="1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67" name="Freeform 1146">
              <a:extLst>
                <a:ext uri="{FF2B5EF4-FFF2-40B4-BE49-F238E27FC236}">
                  <a16:creationId xmlns:a16="http://schemas.microsoft.com/office/drawing/2014/main" id="{DB55C7BB-6209-40AB-A3C2-128EA197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652"/>
              <a:ext cx="21" cy="33"/>
            </a:xfrm>
            <a:custGeom>
              <a:avLst/>
              <a:gdLst>
                <a:gd name="T0" fmla="*/ 15 w 11"/>
                <a:gd name="T1" fmla="*/ 7 h 18"/>
                <a:gd name="T2" fmla="*/ 8 w 11"/>
                <a:gd name="T3" fmla="*/ 51 h 18"/>
                <a:gd name="T4" fmla="*/ 48 w 11"/>
                <a:gd name="T5" fmla="*/ 105 h 18"/>
                <a:gd name="T6" fmla="*/ 76 w 11"/>
                <a:gd name="T7" fmla="*/ 105 h 18"/>
                <a:gd name="T8" fmla="*/ 76 w 11"/>
                <a:gd name="T9" fmla="*/ 105 h 18"/>
                <a:gd name="T10" fmla="*/ 48 w 11"/>
                <a:gd name="T11" fmla="*/ 105 h 18"/>
                <a:gd name="T12" fmla="*/ 8 w 11"/>
                <a:gd name="T13" fmla="*/ 51 h 18"/>
                <a:gd name="T14" fmla="*/ 15 w 11"/>
                <a:gd name="T15" fmla="*/ 7 h 18"/>
                <a:gd name="T16" fmla="*/ 40 w 11"/>
                <a:gd name="T17" fmla="*/ 7 h 18"/>
                <a:gd name="T18" fmla="*/ 40 w 11"/>
                <a:gd name="T19" fmla="*/ 7 h 18"/>
                <a:gd name="T20" fmla="*/ 15 w 11"/>
                <a:gd name="T21" fmla="*/ 7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2" y="11"/>
                    <a:pt x="4" y="16"/>
                    <a:pt x="7" y="17"/>
                  </a:cubicBezTo>
                  <a:cubicBezTo>
                    <a:pt x="9" y="18"/>
                    <a:pt x="10" y="18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8"/>
                    <a:pt x="9" y="18"/>
                    <a:pt x="7" y="17"/>
                  </a:cubicBezTo>
                  <a:cubicBezTo>
                    <a:pt x="4" y="16"/>
                    <a:pt x="2" y="11"/>
                    <a:pt x="1" y="8"/>
                  </a:cubicBezTo>
                  <a:cubicBezTo>
                    <a:pt x="1" y="5"/>
                    <a:pt x="1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68" name="Freeform 1147">
              <a:extLst>
                <a:ext uri="{FF2B5EF4-FFF2-40B4-BE49-F238E27FC236}">
                  <a16:creationId xmlns:a16="http://schemas.microsoft.com/office/drawing/2014/main" id="{C344078A-DFB5-421E-BB13-DC4264477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605"/>
              <a:ext cx="44" cy="48"/>
            </a:xfrm>
            <a:custGeom>
              <a:avLst/>
              <a:gdLst>
                <a:gd name="T0" fmla="*/ 132 w 24"/>
                <a:gd name="T1" fmla="*/ 120 h 26"/>
                <a:gd name="T2" fmla="*/ 149 w 24"/>
                <a:gd name="T3" fmla="*/ 61 h 26"/>
                <a:gd name="T4" fmla="*/ 117 w 24"/>
                <a:gd name="T5" fmla="*/ 20 h 26"/>
                <a:gd name="T6" fmla="*/ 13 w 24"/>
                <a:gd name="T7" fmla="*/ 76 h 26"/>
                <a:gd name="T8" fmla="*/ 61 w 24"/>
                <a:gd name="T9" fmla="*/ 164 h 26"/>
                <a:gd name="T10" fmla="*/ 132 w 24"/>
                <a:gd name="T11" fmla="*/ 12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6">
                  <a:moveTo>
                    <a:pt x="21" y="19"/>
                  </a:moveTo>
                  <a:cubicBezTo>
                    <a:pt x="23" y="16"/>
                    <a:pt x="24" y="13"/>
                    <a:pt x="24" y="10"/>
                  </a:cubicBezTo>
                  <a:cubicBezTo>
                    <a:pt x="23" y="7"/>
                    <a:pt x="22" y="5"/>
                    <a:pt x="19" y="3"/>
                  </a:cubicBezTo>
                  <a:cubicBezTo>
                    <a:pt x="13" y="0"/>
                    <a:pt x="5" y="4"/>
                    <a:pt x="2" y="12"/>
                  </a:cubicBezTo>
                  <a:cubicBezTo>
                    <a:pt x="0" y="20"/>
                    <a:pt x="5" y="26"/>
                    <a:pt x="10" y="26"/>
                  </a:cubicBezTo>
                  <a:cubicBezTo>
                    <a:pt x="14" y="26"/>
                    <a:pt x="16" y="24"/>
                    <a:pt x="21" y="19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69" name="Freeform 1148">
              <a:extLst>
                <a:ext uri="{FF2B5EF4-FFF2-40B4-BE49-F238E27FC236}">
                  <a16:creationId xmlns:a16="http://schemas.microsoft.com/office/drawing/2014/main" id="{BE292658-AED6-48D0-9FB0-DE08FC407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601"/>
              <a:ext cx="45" cy="52"/>
            </a:xfrm>
            <a:custGeom>
              <a:avLst/>
              <a:gdLst>
                <a:gd name="T0" fmla="*/ 128 w 24"/>
                <a:gd name="T1" fmla="*/ 134 h 28"/>
                <a:gd name="T2" fmla="*/ 144 w 24"/>
                <a:gd name="T3" fmla="*/ 158 h 28"/>
                <a:gd name="T4" fmla="*/ 133 w 24"/>
                <a:gd name="T5" fmla="*/ 173 h 28"/>
                <a:gd name="T6" fmla="*/ 120 w 24"/>
                <a:gd name="T7" fmla="*/ 165 h 28"/>
                <a:gd name="T8" fmla="*/ 99 w 24"/>
                <a:gd name="T9" fmla="*/ 180 h 28"/>
                <a:gd name="T10" fmla="*/ 81 w 24"/>
                <a:gd name="T11" fmla="*/ 165 h 28"/>
                <a:gd name="T12" fmla="*/ 60 w 24"/>
                <a:gd name="T13" fmla="*/ 141 h 28"/>
                <a:gd name="T14" fmla="*/ 39 w 24"/>
                <a:gd name="T15" fmla="*/ 134 h 28"/>
                <a:gd name="T16" fmla="*/ 28 w 24"/>
                <a:gd name="T17" fmla="*/ 113 h 28"/>
                <a:gd name="T18" fmla="*/ 28 w 24"/>
                <a:gd name="T19" fmla="*/ 89 h 28"/>
                <a:gd name="T20" fmla="*/ 8 w 24"/>
                <a:gd name="T21" fmla="*/ 69 h 28"/>
                <a:gd name="T22" fmla="*/ 32 w 24"/>
                <a:gd name="T23" fmla="*/ 24 h 28"/>
                <a:gd name="T24" fmla="*/ 53 w 24"/>
                <a:gd name="T25" fmla="*/ 13 h 28"/>
                <a:gd name="T26" fmla="*/ 81 w 24"/>
                <a:gd name="T27" fmla="*/ 20 h 28"/>
                <a:gd name="T28" fmla="*/ 99 w 24"/>
                <a:gd name="T29" fmla="*/ 7 h 28"/>
                <a:gd name="T30" fmla="*/ 113 w 24"/>
                <a:gd name="T31" fmla="*/ 20 h 28"/>
                <a:gd name="T32" fmla="*/ 92 w 24"/>
                <a:gd name="T33" fmla="*/ 32 h 28"/>
                <a:gd name="T34" fmla="*/ 105 w 24"/>
                <a:gd name="T35" fmla="*/ 45 h 28"/>
                <a:gd name="T36" fmla="*/ 105 w 24"/>
                <a:gd name="T37" fmla="*/ 65 h 28"/>
                <a:gd name="T38" fmla="*/ 113 w 24"/>
                <a:gd name="T39" fmla="*/ 84 h 28"/>
                <a:gd name="T40" fmla="*/ 113 w 24"/>
                <a:gd name="T41" fmla="*/ 110 h 28"/>
                <a:gd name="T42" fmla="*/ 128 w 24"/>
                <a:gd name="T43" fmla="*/ 13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" h="28">
                  <a:moveTo>
                    <a:pt x="19" y="21"/>
                  </a:moveTo>
                  <a:cubicBezTo>
                    <a:pt x="20" y="23"/>
                    <a:pt x="24" y="22"/>
                    <a:pt x="22" y="25"/>
                  </a:cubicBezTo>
                  <a:cubicBezTo>
                    <a:pt x="22" y="26"/>
                    <a:pt x="21" y="27"/>
                    <a:pt x="20" y="27"/>
                  </a:cubicBezTo>
                  <a:cubicBezTo>
                    <a:pt x="19" y="27"/>
                    <a:pt x="18" y="26"/>
                    <a:pt x="18" y="26"/>
                  </a:cubicBezTo>
                  <a:cubicBezTo>
                    <a:pt x="16" y="26"/>
                    <a:pt x="16" y="28"/>
                    <a:pt x="15" y="28"/>
                  </a:cubicBezTo>
                  <a:cubicBezTo>
                    <a:pt x="14" y="28"/>
                    <a:pt x="13" y="26"/>
                    <a:pt x="12" y="26"/>
                  </a:cubicBezTo>
                  <a:cubicBezTo>
                    <a:pt x="10" y="26"/>
                    <a:pt x="9" y="23"/>
                    <a:pt x="9" y="22"/>
                  </a:cubicBezTo>
                  <a:cubicBezTo>
                    <a:pt x="8" y="21"/>
                    <a:pt x="7" y="21"/>
                    <a:pt x="6" y="21"/>
                  </a:cubicBezTo>
                  <a:cubicBezTo>
                    <a:pt x="5" y="20"/>
                    <a:pt x="4" y="19"/>
                    <a:pt x="4" y="18"/>
                  </a:cubicBezTo>
                  <a:cubicBezTo>
                    <a:pt x="3" y="16"/>
                    <a:pt x="4" y="15"/>
                    <a:pt x="4" y="14"/>
                  </a:cubicBezTo>
                  <a:cubicBezTo>
                    <a:pt x="4" y="12"/>
                    <a:pt x="2" y="12"/>
                    <a:pt x="1" y="11"/>
                  </a:cubicBezTo>
                  <a:cubicBezTo>
                    <a:pt x="0" y="8"/>
                    <a:pt x="3" y="6"/>
                    <a:pt x="5" y="4"/>
                  </a:cubicBezTo>
                  <a:cubicBezTo>
                    <a:pt x="6" y="4"/>
                    <a:pt x="7" y="2"/>
                    <a:pt x="8" y="2"/>
                  </a:cubicBezTo>
                  <a:cubicBezTo>
                    <a:pt x="10" y="1"/>
                    <a:pt x="11" y="2"/>
                    <a:pt x="12" y="3"/>
                  </a:cubicBezTo>
                  <a:cubicBezTo>
                    <a:pt x="14" y="3"/>
                    <a:pt x="14" y="2"/>
                    <a:pt x="15" y="1"/>
                  </a:cubicBezTo>
                  <a:cubicBezTo>
                    <a:pt x="17" y="0"/>
                    <a:pt x="18" y="2"/>
                    <a:pt x="17" y="3"/>
                  </a:cubicBezTo>
                  <a:cubicBezTo>
                    <a:pt x="16" y="4"/>
                    <a:pt x="14" y="4"/>
                    <a:pt x="14" y="5"/>
                  </a:cubicBezTo>
                  <a:cubicBezTo>
                    <a:pt x="14" y="6"/>
                    <a:pt x="16" y="7"/>
                    <a:pt x="16" y="7"/>
                  </a:cubicBezTo>
                  <a:cubicBezTo>
                    <a:pt x="17" y="9"/>
                    <a:pt x="16" y="9"/>
                    <a:pt x="16" y="10"/>
                  </a:cubicBezTo>
                  <a:cubicBezTo>
                    <a:pt x="15" y="12"/>
                    <a:pt x="16" y="12"/>
                    <a:pt x="17" y="13"/>
                  </a:cubicBezTo>
                  <a:cubicBezTo>
                    <a:pt x="17" y="14"/>
                    <a:pt x="17" y="15"/>
                    <a:pt x="17" y="17"/>
                  </a:cubicBezTo>
                  <a:cubicBezTo>
                    <a:pt x="15" y="20"/>
                    <a:pt x="19" y="19"/>
                    <a:pt x="19" y="2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70" name="Freeform 1149">
              <a:extLst>
                <a:ext uri="{FF2B5EF4-FFF2-40B4-BE49-F238E27FC236}">
                  <a16:creationId xmlns:a16="http://schemas.microsoft.com/office/drawing/2014/main" id="{CC763797-AE63-43B2-AD3F-99B2D54C9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609"/>
              <a:ext cx="7" cy="18"/>
            </a:xfrm>
            <a:custGeom>
              <a:avLst/>
              <a:gdLst>
                <a:gd name="T0" fmla="*/ 16 w 4"/>
                <a:gd name="T1" fmla="*/ 7 h 10"/>
                <a:gd name="T2" fmla="*/ 0 w 4"/>
                <a:gd name="T3" fmla="*/ 36 h 10"/>
                <a:gd name="T4" fmla="*/ 12 w 4"/>
                <a:gd name="T5" fmla="*/ 58 h 10"/>
                <a:gd name="T6" fmla="*/ 12 w 4"/>
                <a:gd name="T7" fmla="*/ 41 h 10"/>
                <a:gd name="T8" fmla="*/ 7 w 4"/>
                <a:gd name="T9" fmla="*/ 36 h 10"/>
                <a:gd name="T10" fmla="*/ 16 w 4"/>
                <a:gd name="T11" fmla="*/ 16 h 10"/>
                <a:gd name="T12" fmla="*/ 21 w 4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0">
                  <a:moveTo>
                    <a:pt x="3" y="1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0" y="7"/>
                    <a:pt x="2" y="8"/>
                    <a:pt x="2" y="10"/>
                  </a:cubicBezTo>
                  <a:cubicBezTo>
                    <a:pt x="2" y="9"/>
                    <a:pt x="3" y="8"/>
                    <a:pt x="2" y="7"/>
                  </a:cubicBezTo>
                  <a:cubicBezTo>
                    <a:pt x="2" y="7"/>
                    <a:pt x="2" y="7"/>
                    <a:pt x="1" y="6"/>
                  </a:cubicBezTo>
                  <a:cubicBezTo>
                    <a:pt x="1" y="4"/>
                    <a:pt x="3" y="4"/>
                    <a:pt x="3" y="3"/>
                  </a:cubicBezTo>
                  <a:cubicBezTo>
                    <a:pt x="4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71" name="Freeform 1150">
              <a:extLst>
                <a:ext uri="{FF2B5EF4-FFF2-40B4-BE49-F238E27FC236}">
                  <a16:creationId xmlns:a16="http://schemas.microsoft.com/office/drawing/2014/main" id="{CF1E43A7-8AD6-42E9-BB85-A7EDA0D21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629"/>
              <a:ext cx="10" cy="13"/>
            </a:xfrm>
            <a:custGeom>
              <a:avLst/>
              <a:gdLst>
                <a:gd name="T0" fmla="*/ 8 w 5"/>
                <a:gd name="T1" fmla="*/ 0 h 7"/>
                <a:gd name="T2" fmla="*/ 16 w 5"/>
                <a:gd name="T3" fmla="*/ 32 h 7"/>
                <a:gd name="T4" fmla="*/ 40 w 5"/>
                <a:gd name="T5" fmla="*/ 45 h 7"/>
                <a:gd name="T6" fmla="*/ 32 w 5"/>
                <a:gd name="T7" fmla="*/ 24 h 7"/>
                <a:gd name="T8" fmla="*/ 8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4" y="6"/>
                    <a:pt x="5" y="6"/>
                    <a:pt x="5" y="7"/>
                  </a:cubicBezTo>
                  <a:cubicBezTo>
                    <a:pt x="5" y="6"/>
                    <a:pt x="5" y="5"/>
                    <a:pt x="4" y="4"/>
                  </a:cubicBezTo>
                  <a:cubicBezTo>
                    <a:pt x="3" y="4"/>
                    <a:pt x="0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72" name="Freeform 1151">
              <a:extLst>
                <a:ext uri="{FF2B5EF4-FFF2-40B4-BE49-F238E27FC236}">
                  <a16:creationId xmlns:a16="http://schemas.microsoft.com/office/drawing/2014/main" id="{068AE1E9-AB74-4BDE-851D-57BBA5974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624"/>
              <a:ext cx="6" cy="11"/>
            </a:xfrm>
            <a:custGeom>
              <a:avLst/>
              <a:gdLst>
                <a:gd name="T0" fmla="*/ 8 w 3"/>
                <a:gd name="T1" fmla="*/ 13 h 6"/>
                <a:gd name="T2" fmla="*/ 8 w 3"/>
                <a:gd name="T3" fmla="*/ 20 h 6"/>
                <a:gd name="T4" fmla="*/ 8 w 3"/>
                <a:gd name="T5" fmla="*/ 24 h 6"/>
                <a:gd name="T6" fmla="*/ 24 w 3"/>
                <a:gd name="T7" fmla="*/ 37 h 6"/>
                <a:gd name="T8" fmla="*/ 0 w 3"/>
                <a:gd name="T9" fmla="*/ 24 h 6"/>
                <a:gd name="T10" fmla="*/ 8 w 3"/>
                <a:gd name="T11" fmla="*/ 13 h 6"/>
                <a:gd name="T12" fmla="*/ 16 w 3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6">
                  <a:moveTo>
                    <a:pt x="1" y="2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6"/>
                    <a:pt x="3" y="6"/>
                  </a:cubicBezTo>
                  <a:cubicBezTo>
                    <a:pt x="2" y="6"/>
                    <a:pt x="0" y="6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73" name="Freeform 1152">
              <a:extLst>
                <a:ext uri="{FF2B5EF4-FFF2-40B4-BE49-F238E27FC236}">
                  <a16:creationId xmlns:a16="http://schemas.microsoft.com/office/drawing/2014/main" id="{3C97E37A-7DFA-44F4-988B-59B5FFE99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44"/>
              <a:ext cx="13" cy="9"/>
            </a:xfrm>
            <a:custGeom>
              <a:avLst/>
              <a:gdLst>
                <a:gd name="T0" fmla="*/ 0 w 7"/>
                <a:gd name="T1" fmla="*/ 0 h 5"/>
                <a:gd name="T2" fmla="*/ 13 w 7"/>
                <a:gd name="T3" fmla="*/ 13 h 5"/>
                <a:gd name="T4" fmla="*/ 20 w 7"/>
                <a:gd name="T5" fmla="*/ 16 h 5"/>
                <a:gd name="T6" fmla="*/ 24 w 7"/>
                <a:gd name="T7" fmla="*/ 16 h 5"/>
                <a:gd name="T8" fmla="*/ 45 w 7"/>
                <a:gd name="T9" fmla="*/ 13 h 5"/>
                <a:gd name="T10" fmla="*/ 37 w 7"/>
                <a:gd name="T11" fmla="*/ 13 h 5"/>
                <a:gd name="T12" fmla="*/ 24 w 7"/>
                <a:gd name="T13" fmla="*/ 13 h 5"/>
                <a:gd name="T14" fmla="*/ 13 w 7"/>
                <a:gd name="T15" fmla="*/ 7 h 5"/>
                <a:gd name="T16" fmla="*/ 0 w 7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2" y="3"/>
                    <a:pt x="2" y="2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5" y="5"/>
                    <a:pt x="6" y="3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74" name="Freeform 1153">
              <a:extLst>
                <a:ext uri="{FF2B5EF4-FFF2-40B4-BE49-F238E27FC236}">
                  <a16:creationId xmlns:a16="http://schemas.microsoft.com/office/drawing/2014/main" id="{D60CADF2-63C5-4486-9757-164685CF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44"/>
              <a:ext cx="11" cy="6"/>
            </a:xfrm>
            <a:custGeom>
              <a:avLst/>
              <a:gdLst>
                <a:gd name="T0" fmla="*/ 37 w 6"/>
                <a:gd name="T1" fmla="*/ 8 h 3"/>
                <a:gd name="T2" fmla="*/ 24 w 6"/>
                <a:gd name="T3" fmla="*/ 24 h 3"/>
                <a:gd name="T4" fmla="*/ 0 w 6"/>
                <a:gd name="T5" fmla="*/ 8 h 3"/>
                <a:gd name="T6" fmla="*/ 24 w 6"/>
                <a:gd name="T7" fmla="*/ 16 h 3"/>
                <a:gd name="T8" fmla="*/ 37 w 6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6" y="2"/>
                    <a:pt x="5" y="3"/>
                    <a:pt x="4" y="3"/>
                  </a:cubicBezTo>
                  <a:cubicBezTo>
                    <a:pt x="3" y="3"/>
                    <a:pt x="1" y="2"/>
                    <a:pt x="0" y="1"/>
                  </a:cubicBezTo>
                  <a:cubicBezTo>
                    <a:pt x="1" y="2"/>
                    <a:pt x="3" y="2"/>
                    <a:pt x="4" y="2"/>
                  </a:cubicBezTo>
                  <a:cubicBezTo>
                    <a:pt x="5" y="1"/>
                    <a:pt x="6" y="0"/>
                    <a:pt x="6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75" name="Freeform 1154">
              <a:extLst>
                <a:ext uri="{FF2B5EF4-FFF2-40B4-BE49-F238E27FC236}">
                  <a16:creationId xmlns:a16="http://schemas.microsoft.com/office/drawing/2014/main" id="{ECEBA921-2EC2-4DC8-BF93-799FBDA8C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624"/>
              <a:ext cx="4" cy="5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8 h 3"/>
                <a:gd name="T4" fmla="*/ 8 w 2"/>
                <a:gd name="T5" fmla="*/ 13 h 3"/>
                <a:gd name="T6" fmla="*/ 0 w 2"/>
                <a:gd name="T7" fmla="*/ 8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76" name="Freeform 1155">
              <a:extLst>
                <a:ext uri="{FF2B5EF4-FFF2-40B4-BE49-F238E27FC236}">
                  <a16:creationId xmlns:a16="http://schemas.microsoft.com/office/drawing/2014/main" id="{9911D21F-DF24-4013-BCD2-15F37B9F6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605"/>
              <a:ext cx="6" cy="4"/>
            </a:xfrm>
            <a:custGeom>
              <a:avLst/>
              <a:gdLst>
                <a:gd name="T0" fmla="*/ 16 w 3"/>
                <a:gd name="T1" fmla="*/ 0 h 2"/>
                <a:gd name="T2" fmla="*/ 0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77" name="Freeform 1156">
              <a:extLst>
                <a:ext uri="{FF2B5EF4-FFF2-40B4-BE49-F238E27FC236}">
                  <a16:creationId xmlns:a16="http://schemas.microsoft.com/office/drawing/2014/main" id="{03F2BA84-6560-43D9-ADAE-5B40D5CF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616"/>
              <a:ext cx="3" cy="9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16 h 5"/>
                <a:gd name="T4" fmla="*/ 8 w 2"/>
                <a:gd name="T5" fmla="*/ 29 h 5"/>
                <a:gd name="T6" fmla="*/ 8 w 2"/>
                <a:gd name="T7" fmla="*/ 16 h 5"/>
                <a:gd name="T8" fmla="*/ 5 w 2"/>
                <a:gd name="T9" fmla="*/ 13 h 5"/>
                <a:gd name="T10" fmla="*/ 0 w 2"/>
                <a:gd name="T11" fmla="*/ 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2" y="4"/>
                    <a:pt x="2" y="5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1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78" name="Freeform 1157">
              <a:extLst>
                <a:ext uri="{FF2B5EF4-FFF2-40B4-BE49-F238E27FC236}">
                  <a16:creationId xmlns:a16="http://schemas.microsoft.com/office/drawing/2014/main" id="{B9409814-93C8-46CA-9C76-8AAF3B982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48"/>
              <a:ext cx="11" cy="4"/>
            </a:xfrm>
            <a:custGeom>
              <a:avLst/>
              <a:gdLst>
                <a:gd name="T0" fmla="*/ 0 w 6"/>
                <a:gd name="T1" fmla="*/ 0 h 2"/>
                <a:gd name="T2" fmla="*/ 24 w 6"/>
                <a:gd name="T3" fmla="*/ 16 h 2"/>
                <a:gd name="T4" fmla="*/ 37 w 6"/>
                <a:gd name="T5" fmla="*/ 0 h 2"/>
                <a:gd name="T6" fmla="*/ 24 w 6"/>
                <a:gd name="T7" fmla="*/ 8 h 2"/>
                <a:gd name="T8" fmla="*/ 20 w 6"/>
                <a:gd name="T9" fmla="*/ 0 h 2"/>
                <a:gd name="T10" fmla="*/ 13 w 6"/>
                <a:gd name="T11" fmla="*/ 0 h 2"/>
                <a:gd name="T12" fmla="*/ 7 w 6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2" y="2"/>
                    <a:pt x="4" y="2"/>
                  </a:cubicBezTo>
                  <a:cubicBezTo>
                    <a:pt x="5" y="2"/>
                    <a:pt x="5" y="1"/>
                    <a:pt x="6" y="0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79" name="Freeform 1158">
              <a:extLst>
                <a:ext uri="{FF2B5EF4-FFF2-40B4-BE49-F238E27FC236}">
                  <a16:creationId xmlns:a16="http://schemas.microsoft.com/office/drawing/2014/main" id="{2AEE26D3-0D0E-4A50-8945-A277CACDB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646"/>
              <a:ext cx="5" cy="4"/>
            </a:xfrm>
            <a:custGeom>
              <a:avLst/>
              <a:gdLst>
                <a:gd name="T0" fmla="*/ 13 w 3"/>
                <a:gd name="T1" fmla="*/ 8 h 2"/>
                <a:gd name="T2" fmla="*/ 8 w 3"/>
                <a:gd name="T3" fmla="*/ 16 h 2"/>
                <a:gd name="T4" fmla="*/ 0 w 3"/>
                <a:gd name="T5" fmla="*/ 16 h 2"/>
                <a:gd name="T6" fmla="*/ 13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80" name="Freeform 1159">
              <a:extLst>
                <a:ext uri="{FF2B5EF4-FFF2-40B4-BE49-F238E27FC236}">
                  <a16:creationId xmlns:a16="http://schemas.microsoft.com/office/drawing/2014/main" id="{FAA349B9-DCC0-4F3B-A190-358125FBD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637"/>
              <a:ext cx="8" cy="5"/>
            </a:xfrm>
            <a:custGeom>
              <a:avLst/>
              <a:gdLst>
                <a:gd name="T0" fmla="*/ 8 w 4"/>
                <a:gd name="T1" fmla="*/ 0 h 3"/>
                <a:gd name="T2" fmla="*/ 32 w 4"/>
                <a:gd name="T3" fmla="*/ 13 h 3"/>
                <a:gd name="T4" fmla="*/ 24 w 4"/>
                <a:gd name="T5" fmla="*/ 5 h 3"/>
                <a:gd name="T6" fmla="*/ 8 w 4"/>
                <a:gd name="T7" fmla="*/ 0 h 3"/>
                <a:gd name="T8" fmla="*/ 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1"/>
                    <a:pt x="3" y="1"/>
                    <a:pt x="4" y="3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81" name="Freeform 1160">
              <a:extLst>
                <a:ext uri="{FF2B5EF4-FFF2-40B4-BE49-F238E27FC236}">
                  <a16:creationId xmlns:a16="http://schemas.microsoft.com/office/drawing/2014/main" id="{D5483FC8-1D62-4F9A-9B99-2164DE326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633"/>
              <a:ext cx="9" cy="11"/>
            </a:xfrm>
            <a:custGeom>
              <a:avLst/>
              <a:gdLst>
                <a:gd name="T0" fmla="*/ 7 w 5"/>
                <a:gd name="T1" fmla="*/ 0 h 6"/>
                <a:gd name="T2" fmla="*/ 16 w 5"/>
                <a:gd name="T3" fmla="*/ 20 h 6"/>
                <a:gd name="T4" fmla="*/ 29 w 5"/>
                <a:gd name="T5" fmla="*/ 37 h 6"/>
                <a:gd name="T6" fmla="*/ 13 w 5"/>
                <a:gd name="T7" fmla="*/ 24 h 6"/>
                <a:gd name="T8" fmla="*/ 0 w 5"/>
                <a:gd name="T9" fmla="*/ 13 h 6"/>
                <a:gd name="T10" fmla="*/ 0 w 5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2" y="2"/>
                    <a:pt x="3" y="3"/>
                  </a:cubicBezTo>
                  <a:cubicBezTo>
                    <a:pt x="3" y="4"/>
                    <a:pt x="4" y="6"/>
                    <a:pt x="5" y="6"/>
                  </a:cubicBezTo>
                  <a:cubicBezTo>
                    <a:pt x="4" y="6"/>
                    <a:pt x="3" y="4"/>
                    <a:pt x="2" y="4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82" name="Freeform 1161">
              <a:extLst>
                <a:ext uri="{FF2B5EF4-FFF2-40B4-BE49-F238E27FC236}">
                  <a16:creationId xmlns:a16="http://schemas.microsoft.com/office/drawing/2014/main" id="{B78064D1-CA6A-4171-A2A4-E5398C2D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610"/>
              <a:ext cx="6" cy="10"/>
            </a:xfrm>
            <a:custGeom>
              <a:avLst/>
              <a:gdLst>
                <a:gd name="T0" fmla="*/ 0 w 3"/>
                <a:gd name="T1" fmla="*/ 0 h 5"/>
                <a:gd name="T2" fmla="*/ 8 w 3"/>
                <a:gd name="T3" fmla="*/ 40 h 5"/>
                <a:gd name="T4" fmla="*/ 8 w 3"/>
                <a:gd name="T5" fmla="*/ 24 h 5"/>
                <a:gd name="T6" fmla="*/ 8 w 3"/>
                <a:gd name="T7" fmla="*/ 16 h 5"/>
                <a:gd name="T8" fmla="*/ 0 w 3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3" y="2"/>
                    <a:pt x="1" y="5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83" name="Freeform 1162">
              <a:extLst>
                <a:ext uri="{FF2B5EF4-FFF2-40B4-BE49-F238E27FC236}">
                  <a16:creationId xmlns:a16="http://schemas.microsoft.com/office/drawing/2014/main" id="{0272968A-2EFA-4F4E-899F-31C363F67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605"/>
              <a:ext cx="9" cy="4"/>
            </a:xfrm>
            <a:custGeom>
              <a:avLst/>
              <a:gdLst>
                <a:gd name="T0" fmla="*/ 29 w 5"/>
                <a:gd name="T1" fmla="*/ 8 h 2"/>
                <a:gd name="T2" fmla="*/ 0 w 5"/>
                <a:gd name="T3" fmla="*/ 16 h 2"/>
                <a:gd name="T4" fmla="*/ 13 w 5"/>
                <a:gd name="T5" fmla="*/ 8 h 2"/>
                <a:gd name="T6" fmla="*/ 23 w 5"/>
                <a:gd name="T7" fmla="*/ 8 h 2"/>
                <a:gd name="T8" fmla="*/ 23 w 5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3" y="1"/>
                    <a:pt x="1" y="0"/>
                    <a:pt x="0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5" y="1"/>
                    <a:pt x="4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84" name="Freeform 1163">
              <a:extLst>
                <a:ext uri="{FF2B5EF4-FFF2-40B4-BE49-F238E27FC236}">
                  <a16:creationId xmlns:a16="http://schemas.microsoft.com/office/drawing/2014/main" id="{F6C10557-89F3-48B5-BA6F-BCAED7C70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601"/>
              <a:ext cx="45" cy="52"/>
            </a:xfrm>
            <a:custGeom>
              <a:avLst/>
              <a:gdLst>
                <a:gd name="T0" fmla="*/ 128 w 24"/>
                <a:gd name="T1" fmla="*/ 134 h 28"/>
                <a:gd name="T2" fmla="*/ 144 w 24"/>
                <a:gd name="T3" fmla="*/ 158 h 28"/>
                <a:gd name="T4" fmla="*/ 133 w 24"/>
                <a:gd name="T5" fmla="*/ 173 h 28"/>
                <a:gd name="T6" fmla="*/ 120 w 24"/>
                <a:gd name="T7" fmla="*/ 165 h 28"/>
                <a:gd name="T8" fmla="*/ 99 w 24"/>
                <a:gd name="T9" fmla="*/ 180 h 28"/>
                <a:gd name="T10" fmla="*/ 81 w 24"/>
                <a:gd name="T11" fmla="*/ 165 h 28"/>
                <a:gd name="T12" fmla="*/ 60 w 24"/>
                <a:gd name="T13" fmla="*/ 141 h 28"/>
                <a:gd name="T14" fmla="*/ 39 w 24"/>
                <a:gd name="T15" fmla="*/ 134 h 28"/>
                <a:gd name="T16" fmla="*/ 28 w 24"/>
                <a:gd name="T17" fmla="*/ 113 h 28"/>
                <a:gd name="T18" fmla="*/ 28 w 24"/>
                <a:gd name="T19" fmla="*/ 89 h 28"/>
                <a:gd name="T20" fmla="*/ 8 w 24"/>
                <a:gd name="T21" fmla="*/ 69 h 28"/>
                <a:gd name="T22" fmla="*/ 32 w 24"/>
                <a:gd name="T23" fmla="*/ 24 h 28"/>
                <a:gd name="T24" fmla="*/ 53 w 24"/>
                <a:gd name="T25" fmla="*/ 13 h 28"/>
                <a:gd name="T26" fmla="*/ 81 w 24"/>
                <a:gd name="T27" fmla="*/ 20 h 28"/>
                <a:gd name="T28" fmla="*/ 99 w 24"/>
                <a:gd name="T29" fmla="*/ 7 h 28"/>
                <a:gd name="T30" fmla="*/ 113 w 24"/>
                <a:gd name="T31" fmla="*/ 20 h 28"/>
                <a:gd name="T32" fmla="*/ 92 w 24"/>
                <a:gd name="T33" fmla="*/ 32 h 28"/>
                <a:gd name="T34" fmla="*/ 105 w 24"/>
                <a:gd name="T35" fmla="*/ 45 h 28"/>
                <a:gd name="T36" fmla="*/ 105 w 24"/>
                <a:gd name="T37" fmla="*/ 65 h 28"/>
                <a:gd name="T38" fmla="*/ 113 w 24"/>
                <a:gd name="T39" fmla="*/ 84 h 28"/>
                <a:gd name="T40" fmla="*/ 113 w 24"/>
                <a:gd name="T41" fmla="*/ 110 h 28"/>
                <a:gd name="T42" fmla="*/ 128 w 24"/>
                <a:gd name="T43" fmla="*/ 13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" h="28">
                  <a:moveTo>
                    <a:pt x="19" y="21"/>
                  </a:moveTo>
                  <a:cubicBezTo>
                    <a:pt x="20" y="23"/>
                    <a:pt x="24" y="22"/>
                    <a:pt x="22" y="25"/>
                  </a:cubicBezTo>
                  <a:cubicBezTo>
                    <a:pt x="22" y="26"/>
                    <a:pt x="21" y="27"/>
                    <a:pt x="20" y="27"/>
                  </a:cubicBezTo>
                  <a:cubicBezTo>
                    <a:pt x="19" y="27"/>
                    <a:pt x="18" y="26"/>
                    <a:pt x="18" y="26"/>
                  </a:cubicBezTo>
                  <a:cubicBezTo>
                    <a:pt x="16" y="26"/>
                    <a:pt x="16" y="28"/>
                    <a:pt x="15" y="28"/>
                  </a:cubicBezTo>
                  <a:cubicBezTo>
                    <a:pt x="14" y="28"/>
                    <a:pt x="13" y="26"/>
                    <a:pt x="12" y="26"/>
                  </a:cubicBezTo>
                  <a:cubicBezTo>
                    <a:pt x="10" y="26"/>
                    <a:pt x="9" y="23"/>
                    <a:pt x="9" y="22"/>
                  </a:cubicBezTo>
                  <a:cubicBezTo>
                    <a:pt x="8" y="21"/>
                    <a:pt x="7" y="21"/>
                    <a:pt x="6" y="21"/>
                  </a:cubicBezTo>
                  <a:cubicBezTo>
                    <a:pt x="5" y="20"/>
                    <a:pt x="4" y="19"/>
                    <a:pt x="4" y="18"/>
                  </a:cubicBezTo>
                  <a:cubicBezTo>
                    <a:pt x="3" y="16"/>
                    <a:pt x="4" y="15"/>
                    <a:pt x="4" y="14"/>
                  </a:cubicBezTo>
                  <a:cubicBezTo>
                    <a:pt x="4" y="12"/>
                    <a:pt x="2" y="12"/>
                    <a:pt x="1" y="11"/>
                  </a:cubicBezTo>
                  <a:cubicBezTo>
                    <a:pt x="0" y="8"/>
                    <a:pt x="3" y="6"/>
                    <a:pt x="5" y="4"/>
                  </a:cubicBezTo>
                  <a:cubicBezTo>
                    <a:pt x="6" y="4"/>
                    <a:pt x="7" y="2"/>
                    <a:pt x="8" y="2"/>
                  </a:cubicBezTo>
                  <a:cubicBezTo>
                    <a:pt x="10" y="1"/>
                    <a:pt x="11" y="2"/>
                    <a:pt x="12" y="3"/>
                  </a:cubicBezTo>
                  <a:cubicBezTo>
                    <a:pt x="14" y="3"/>
                    <a:pt x="14" y="2"/>
                    <a:pt x="15" y="1"/>
                  </a:cubicBezTo>
                  <a:cubicBezTo>
                    <a:pt x="17" y="0"/>
                    <a:pt x="18" y="2"/>
                    <a:pt x="17" y="3"/>
                  </a:cubicBezTo>
                  <a:cubicBezTo>
                    <a:pt x="16" y="4"/>
                    <a:pt x="14" y="4"/>
                    <a:pt x="14" y="5"/>
                  </a:cubicBezTo>
                  <a:cubicBezTo>
                    <a:pt x="14" y="6"/>
                    <a:pt x="16" y="7"/>
                    <a:pt x="16" y="7"/>
                  </a:cubicBezTo>
                  <a:cubicBezTo>
                    <a:pt x="17" y="9"/>
                    <a:pt x="16" y="9"/>
                    <a:pt x="16" y="10"/>
                  </a:cubicBezTo>
                  <a:cubicBezTo>
                    <a:pt x="15" y="12"/>
                    <a:pt x="16" y="12"/>
                    <a:pt x="17" y="13"/>
                  </a:cubicBezTo>
                  <a:cubicBezTo>
                    <a:pt x="17" y="14"/>
                    <a:pt x="17" y="15"/>
                    <a:pt x="17" y="17"/>
                  </a:cubicBezTo>
                  <a:cubicBezTo>
                    <a:pt x="15" y="20"/>
                    <a:pt x="19" y="19"/>
                    <a:pt x="19" y="2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85" name="Freeform 1164">
              <a:extLst>
                <a:ext uri="{FF2B5EF4-FFF2-40B4-BE49-F238E27FC236}">
                  <a16:creationId xmlns:a16="http://schemas.microsoft.com/office/drawing/2014/main" id="{B1930565-6AC8-495C-867E-9337EF7CA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622"/>
              <a:ext cx="2" cy="7"/>
            </a:xfrm>
            <a:custGeom>
              <a:avLst/>
              <a:gdLst>
                <a:gd name="T0" fmla="*/ 0 w 1"/>
                <a:gd name="T1" fmla="*/ 21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86" name="Freeform 1165">
              <a:extLst>
                <a:ext uri="{FF2B5EF4-FFF2-40B4-BE49-F238E27FC236}">
                  <a16:creationId xmlns:a16="http://schemas.microsoft.com/office/drawing/2014/main" id="{5B8A188F-9D2F-4A7F-B385-B4E8AAAC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622"/>
              <a:ext cx="1" cy="5"/>
            </a:xfrm>
            <a:custGeom>
              <a:avLst/>
              <a:gdLst>
                <a:gd name="T0" fmla="*/ 0 w 1"/>
                <a:gd name="T1" fmla="*/ 13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87" name="Freeform 1166">
              <a:extLst>
                <a:ext uri="{FF2B5EF4-FFF2-40B4-BE49-F238E27FC236}">
                  <a16:creationId xmlns:a16="http://schemas.microsoft.com/office/drawing/2014/main" id="{33C1190D-4BDE-4124-A904-2C305BFAB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624"/>
              <a:ext cx="6" cy="11"/>
            </a:xfrm>
            <a:custGeom>
              <a:avLst/>
              <a:gdLst>
                <a:gd name="T0" fmla="*/ 24 w 3"/>
                <a:gd name="T1" fmla="*/ 37 h 6"/>
                <a:gd name="T2" fmla="*/ 0 w 3"/>
                <a:gd name="T3" fmla="*/ 20 h 6"/>
                <a:gd name="T4" fmla="*/ 8 w 3"/>
                <a:gd name="T5" fmla="*/ 7 h 6"/>
                <a:gd name="T6" fmla="*/ 8 w 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88" name="Freeform 1167">
              <a:extLst>
                <a:ext uri="{FF2B5EF4-FFF2-40B4-BE49-F238E27FC236}">
                  <a16:creationId xmlns:a16="http://schemas.microsoft.com/office/drawing/2014/main" id="{521E12B0-8F85-4D7A-B214-C358554F9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48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89" name="Freeform 1168">
              <a:extLst>
                <a:ext uri="{FF2B5EF4-FFF2-40B4-BE49-F238E27FC236}">
                  <a16:creationId xmlns:a16="http://schemas.microsoft.com/office/drawing/2014/main" id="{993A51E6-8A74-4E62-BC36-475A465C1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618"/>
              <a:ext cx="24" cy="26"/>
            </a:xfrm>
            <a:custGeom>
              <a:avLst/>
              <a:gdLst>
                <a:gd name="T0" fmla="*/ 44 w 13"/>
                <a:gd name="T1" fmla="*/ 84 h 14"/>
                <a:gd name="T2" fmla="*/ 13 w 13"/>
                <a:gd name="T3" fmla="*/ 76 h 14"/>
                <a:gd name="T4" fmla="*/ 24 w 13"/>
                <a:gd name="T5" fmla="*/ 24 h 14"/>
                <a:gd name="T6" fmla="*/ 61 w 13"/>
                <a:gd name="T7" fmla="*/ 7 h 14"/>
                <a:gd name="T8" fmla="*/ 81 w 13"/>
                <a:gd name="T9" fmla="*/ 20 h 14"/>
                <a:gd name="T10" fmla="*/ 81 w 13"/>
                <a:gd name="T11" fmla="*/ 20 h 14"/>
                <a:gd name="T12" fmla="*/ 61 w 13"/>
                <a:gd name="T13" fmla="*/ 0 h 14"/>
                <a:gd name="T14" fmla="*/ 20 w 13"/>
                <a:gd name="T15" fmla="*/ 24 h 14"/>
                <a:gd name="T16" fmla="*/ 13 w 13"/>
                <a:gd name="T17" fmla="*/ 76 h 14"/>
                <a:gd name="T18" fmla="*/ 44 w 13"/>
                <a:gd name="T19" fmla="*/ 8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4">
                  <a:moveTo>
                    <a:pt x="7" y="13"/>
                  </a:moveTo>
                  <a:cubicBezTo>
                    <a:pt x="5" y="14"/>
                    <a:pt x="3" y="14"/>
                    <a:pt x="2" y="12"/>
                  </a:cubicBezTo>
                  <a:cubicBezTo>
                    <a:pt x="1" y="10"/>
                    <a:pt x="1" y="7"/>
                    <a:pt x="4" y="4"/>
                  </a:cubicBezTo>
                  <a:cubicBezTo>
                    <a:pt x="6" y="1"/>
                    <a:pt x="8" y="0"/>
                    <a:pt x="10" y="1"/>
                  </a:cubicBezTo>
                  <a:cubicBezTo>
                    <a:pt x="11" y="1"/>
                    <a:pt x="13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1" y="1"/>
                    <a:pt x="10" y="0"/>
                  </a:cubicBezTo>
                  <a:cubicBezTo>
                    <a:pt x="8" y="0"/>
                    <a:pt x="6" y="0"/>
                    <a:pt x="3" y="4"/>
                  </a:cubicBezTo>
                  <a:cubicBezTo>
                    <a:pt x="0" y="7"/>
                    <a:pt x="1" y="10"/>
                    <a:pt x="2" y="12"/>
                  </a:cubicBezTo>
                  <a:cubicBezTo>
                    <a:pt x="3" y="14"/>
                    <a:pt x="5" y="14"/>
                    <a:pt x="7" y="1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90" name="Freeform 1169">
              <a:extLst>
                <a:ext uri="{FF2B5EF4-FFF2-40B4-BE49-F238E27FC236}">
                  <a16:creationId xmlns:a16="http://schemas.microsoft.com/office/drawing/2014/main" id="{28E03A9A-B432-4C2B-AC98-516DCD56B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614"/>
              <a:ext cx="39" cy="43"/>
            </a:xfrm>
            <a:custGeom>
              <a:avLst/>
              <a:gdLst>
                <a:gd name="T0" fmla="*/ 113 w 21"/>
                <a:gd name="T1" fmla="*/ 45 h 23"/>
                <a:gd name="T2" fmla="*/ 84 w 21"/>
                <a:gd name="T3" fmla="*/ 7 h 23"/>
                <a:gd name="T4" fmla="*/ 37 w 21"/>
                <a:gd name="T5" fmla="*/ 7 h 23"/>
                <a:gd name="T6" fmla="*/ 32 w 21"/>
                <a:gd name="T7" fmla="*/ 120 h 23"/>
                <a:gd name="T8" fmla="*/ 121 w 21"/>
                <a:gd name="T9" fmla="*/ 125 h 23"/>
                <a:gd name="T10" fmla="*/ 113 w 21"/>
                <a:gd name="T11" fmla="*/ 4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7"/>
                  </a:moveTo>
                  <a:cubicBezTo>
                    <a:pt x="17" y="4"/>
                    <a:pt x="16" y="2"/>
                    <a:pt x="13" y="1"/>
                  </a:cubicBezTo>
                  <a:cubicBezTo>
                    <a:pt x="11" y="0"/>
                    <a:pt x="8" y="0"/>
                    <a:pt x="6" y="1"/>
                  </a:cubicBezTo>
                  <a:cubicBezTo>
                    <a:pt x="1" y="4"/>
                    <a:pt x="0" y="12"/>
                    <a:pt x="5" y="18"/>
                  </a:cubicBezTo>
                  <a:cubicBezTo>
                    <a:pt x="9" y="23"/>
                    <a:pt x="16" y="22"/>
                    <a:pt x="19" y="19"/>
                  </a:cubicBezTo>
                  <a:cubicBezTo>
                    <a:pt x="21" y="15"/>
                    <a:pt x="20" y="13"/>
                    <a:pt x="18" y="7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91" name="Freeform 1170">
              <a:extLst>
                <a:ext uri="{FF2B5EF4-FFF2-40B4-BE49-F238E27FC236}">
                  <a16:creationId xmlns:a16="http://schemas.microsoft.com/office/drawing/2014/main" id="{A7E46DD4-D3A4-40BF-B5D3-6C900B98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622"/>
              <a:ext cx="19" cy="24"/>
            </a:xfrm>
            <a:custGeom>
              <a:avLst/>
              <a:gdLst>
                <a:gd name="T0" fmla="*/ 68 w 10"/>
                <a:gd name="T1" fmla="*/ 57 h 13"/>
                <a:gd name="T2" fmla="*/ 48 w 10"/>
                <a:gd name="T3" fmla="*/ 81 h 13"/>
                <a:gd name="T4" fmla="*/ 8 w 10"/>
                <a:gd name="T5" fmla="*/ 52 h 13"/>
                <a:gd name="T6" fmla="*/ 15 w 10"/>
                <a:gd name="T7" fmla="*/ 13 h 13"/>
                <a:gd name="T8" fmla="*/ 36 w 10"/>
                <a:gd name="T9" fmla="*/ 7 h 13"/>
                <a:gd name="T10" fmla="*/ 36 w 10"/>
                <a:gd name="T11" fmla="*/ 7 h 13"/>
                <a:gd name="T12" fmla="*/ 15 w 10"/>
                <a:gd name="T13" fmla="*/ 13 h 13"/>
                <a:gd name="T14" fmla="*/ 8 w 10"/>
                <a:gd name="T15" fmla="*/ 52 h 13"/>
                <a:gd name="T16" fmla="*/ 48 w 10"/>
                <a:gd name="T17" fmla="*/ 81 h 13"/>
                <a:gd name="T18" fmla="*/ 68 w 10"/>
                <a:gd name="T19" fmla="*/ 5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10" y="11"/>
                    <a:pt x="8" y="13"/>
                    <a:pt x="7" y="13"/>
                  </a:cubicBezTo>
                  <a:cubicBezTo>
                    <a:pt x="5" y="13"/>
                    <a:pt x="2" y="11"/>
                    <a:pt x="1" y="8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0" y="4"/>
                    <a:pt x="1" y="8"/>
                  </a:cubicBezTo>
                  <a:cubicBezTo>
                    <a:pt x="2" y="11"/>
                    <a:pt x="5" y="13"/>
                    <a:pt x="7" y="13"/>
                  </a:cubicBezTo>
                  <a:cubicBezTo>
                    <a:pt x="8" y="13"/>
                    <a:pt x="10" y="11"/>
                    <a:pt x="10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92" name="Freeform 1171">
              <a:extLst>
                <a:ext uri="{FF2B5EF4-FFF2-40B4-BE49-F238E27FC236}">
                  <a16:creationId xmlns:a16="http://schemas.microsoft.com/office/drawing/2014/main" id="{CD76092A-EEA6-4ED9-826C-318F1B0C2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79"/>
              <a:ext cx="33" cy="61"/>
            </a:xfrm>
            <a:custGeom>
              <a:avLst/>
              <a:gdLst>
                <a:gd name="T0" fmla="*/ 68 w 18"/>
                <a:gd name="T1" fmla="*/ 20 h 33"/>
                <a:gd name="T2" fmla="*/ 13 w 18"/>
                <a:gd name="T3" fmla="*/ 37 h 33"/>
                <a:gd name="T4" fmla="*/ 24 w 18"/>
                <a:gd name="T5" fmla="*/ 150 h 33"/>
                <a:gd name="T6" fmla="*/ 73 w 18"/>
                <a:gd name="T7" fmla="*/ 209 h 33"/>
                <a:gd name="T8" fmla="*/ 68 w 18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1" y="3"/>
                  </a:moveTo>
                  <a:cubicBezTo>
                    <a:pt x="7" y="0"/>
                    <a:pt x="4" y="1"/>
                    <a:pt x="2" y="6"/>
                  </a:cubicBezTo>
                  <a:cubicBezTo>
                    <a:pt x="0" y="10"/>
                    <a:pt x="1" y="18"/>
                    <a:pt x="4" y="24"/>
                  </a:cubicBezTo>
                  <a:cubicBezTo>
                    <a:pt x="6" y="32"/>
                    <a:pt x="9" y="33"/>
                    <a:pt x="12" y="33"/>
                  </a:cubicBezTo>
                  <a:cubicBezTo>
                    <a:pt x="18" y="31"/>
                    <a:pt x="18" y="11"/>
                    <a:pt x="11" y="3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93" name="Freeform 1172">
              <a:extLst>
                <a:ext uri="{FF2B5EF4-FFF2-40B4-BE49-F238E27FC236}">
                  <a16:creationId xmlns:a16="http://schemas.microsoft.com/office/drawing/2014/main" id="{0046932E-D221-4E97-BCAF-3F0E087B1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592"/>
              <a:ext cx="11" cy="35"/>
            </a:xfrm>
            <a:custGeom>
              <a:avLst/>
              <a:gdLst>
                <a:gd name="T0" fmla="*/ 20 w 6"/>
                <a:gd name="T1" fmla="*/ 0 h 19"/>
                <a:gd name="T2" fmla="*/ 7 w 6"/>
                <a:gd name="T3" fmla="*/ 37 h 19"/>
                <a:gd name="T4" fmla="*/ 20 w 6"/>
                <a:gd name="T5" fmla="*/ 105 h 19"/>
                <a:gd name="T6" fmla="*/ 37 w 6"/>
                <a:gd name="T7" fmla="*/ 118 h 19"/>
                <a:gd name="T8" fmla="*/ 37 w 6"/>
                <a:gd name="T9" fmla="*/ 118 h 19"/>
                <a:gd name="T10" fmla="*/ 20 w 6"/>
                <a:gd name="T11" fmla="*/ 105 h 19"/>
                <a:gd name="T12" fmla="*/ 7 w 6"/>
                <a:gd name="T13" fmla="*/ 37 h 19"/>
                <a:gd name="T14" fmla="*/ 20 w 6"/>
                <a:gd name="T15" fmla="*/ 0 h 19"/>
                <a:gd name="T16" fmla="*/ 37 w 6"/>
                <a:gd name="T17" fmla="*/ 13 h 19"/>
                <a:gd name="T18" fmla="*/ 37 w 6"/>
                <a:gd name="T19" fmla="*/ 13 h 19"/>
                <a:gd name="T20" fmla="*/ 20 w 6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2" y="0"/>
                    <a:pt x="1" y="2"/>
                    <a:pt x="1" y="6"/>
                  </a:cubicBezTo>
                  <a:cubicBezTo>
                    <a:pt x="0" y="9"/>
                    <a:pt x="1" y="14"/>
                    <a:pt x="3" y="17"/>
                  </a:cubicBezTo>
                  <a:cubicBezTo>
                    <a:pt x="4" y="19"/>
                    <a:pt x="5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4" y="19"/>
                    <a:pt x="3" y="17"/>
                  </a:cubicBezTo>
                  <a:cubicBezTo>
                    <a:pt x="1" y="14"/>
                    <a:pt x="1" y="9"/>
                    <a:pt x="1" y="6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94" name="Freeform 1173">
              <a:extLst>
                <a:ext uri="{FF2B5EF4-FFF2-40B4-BE49-F238E27FC236}">
                  <a16:creationId xmlns:a16="http://schemas.microsoft.com/office/drawing/2014/main" id="{50333EBB-7316-404F-9B8F-1D44481C9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607"/>
              <a:ext cx="54" cy="58"/>
            </a:xfrm>
            <a:custGeom>
              <a:avLst/>
              <a:gdLst>
                <a:gd name="T0" fmla="*/ 97 w 29"/>
                <a:gd name="T1" fmla="*/ 21 h 31"/>
                <a:gd name="T2" fmla="*/ 24 w 29"/>
                <a:gd name="T3" fmla="*/ 24 h 31"/>
                <a:gd name="T4" fmla="*/ 60 w 29"/>
                <a:gd name="T5" fmla="*/ 144 h 31"/>
                <a:gd name="T6" fmla="*/ 166 w 29"/>
                <a:gd name="T7" fmla="*/ 181 h 31"/>
                <a:gd name="T8" fmla="*/ 181 w 29"/>
                <a:gd name="T9" fmla="*/ 129 h 31"/>
                <a:gd name="T10" fmla="*/ 142 w 29"/>
                <a:gd name="T11" fmla="*/ 77 h 31"/>
                <a:gd name="T12" fmla="*/ 97 w 29"/>
                <a:gd name="T13" fmla="*/ 2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5" y="3"/>
                  </a:moveTo>
                  <a:cubicBezTo>
                    <a:pt x="12" y="0"/>
                    <a:pt x="8" y="0"/>
                    <a:pt x="4" y="4"/>
                  </a:cubicBezTo>
                  <a:cubicBezTo>
                    <a:pt x="0" y="8"/>
                    <a:pt x="2" y="15"/>
                    <a:pt x="9" y="22"/>
                  </a:cubicBezTo>
                  <a:cubicBezTo>
                    <a:pt x="15" y="28"/>
                    <a:pt x="20" y="31"/>
                    <a:pt x="26" y="28"/>
                  </a:cubicBezTo>
                  <a:cubicBezTo>
                    <a:pt x="28" y="27"/>
                    <a:pt x="29" y="24"/>
                    <a:pt x="28" y="20"/>
                  </a:cubicBezTo>
                  <a:cubicBezTo>
                    <a:pt x="27" y="17"/>
                    <a:pt x="25" y="15"/>
                    <a:pt x="22" y="12"/>
                  </a:cubicBezTo>
                  <a:cubicBezTo>
                    <a:pt x="20" y="10"/>
                    <a:pt x="19" y="5"/>
                    <a:pt x="15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95" name="Freeform 1174">
              <a:extLst>
                <a:ext uri="{FF2B5EF4-FFF2-40B4-BE49-F238E27FC236}">
                  <a16:creationId xmlns:a16="http://schemas.microsoft.com/office/drawing/2014/main" id="{AD2248C5-9400-430B-921B-BE554C7A9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618"/>
              <a:ext cx="28" cy="32"/>
            </a:xfrm>
            <a:custGeom>
              <a:avLst/>
              <a:gdLst>
                <a:gd name="T0" fmla="*/ 97 w 15"/>
                <a:gd name="T1" fmla="*/ 100 h 17"/>
                <a:gd name="T2" fmla="*/ 91 w 15"/>
                <a:gd name="T3" fmla="*/ 105 h 17"/>
                <a:gd name="T4" fmla="*/ 24 w 15"/>
                <a:gd name="T5" fmla="*/ 60 h 17"/>
                <a:gd name="T6" fmla="*/ 7 w 15"/>
                <a:gd name="T7" fmla="*/ 8 h 17"/>
                <a:gd name="T8" fmla="*/ 32 w 15"/>
                <a:gd name="T9" fmla="*/ 8 h 17"/>
                <a:gd name="T10" fmla="*/ 32 w 15"/>
                <a:gd name="T11" fmla="*/ 8 h 17"/>
                <a:gd name="T12" fmla="*/ 7 w 15"/>
                <a:gd name="T13" fmla="*/ 8 h 17"/>
                <a:gd name="T14" fmla="*/ 24 w 15"/>
                <a:gd name="T15" fmla="*/ 68 h 17"/>
                <a:gd name="T16" fmla="*/ 91 w 15"/>
                <a:gd name="T17" fmla="*/ 105 h 17"/>
                <a:gd name="T18" fmla="*/ 97 w 15"/>
                <a:gd name="T19" fmla="*/ 10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7">
                  <a:moveTo>
                    <a:pt x="15" y="15"/>
                  </a:moveTo>
                  <a:cubicBezTo>
                    <a:pt x="15" y="15"/>
                    <a:pt x="15" y="15"/>
                    <a:pt x="14" y="16"/>
                  </a:cubicBezTo>
                  <a:cubicBezTo>
                    <a:pt x="13" y="16"/>
                    <a:pt x="9" y="15"/>
                    <a:pt x="4" y="9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4" y="10"/>
                  </a:cubicBezTo>
                  <a:cubicBezTo>
                    <a:pt x="9" y="15"/>
                    <a:pt x="13" y="17"/>
                    <a:pt x="14" y="16"/>
                  </a:cubicBezTo>
                  <a:cubicBezTo>
                    <a:pt x="15" y="16"/>
                    <a:pt x="15" y="15"/>
                    <a:pt x="15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96" name="Freeform 1175">
              <a:extLst>
                <a:ext uri="{FF2B5EF4-FFF2-40B4-BE49-F238E27FC236}">
                  <a16:creationId xmlns:a16="http://schemas.microsoft.com/office/drawing/2014/main" id="{715187E6-E54A-4872-870D-E4BA7AFB5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39"/>
              <a:ext cx="54" cy="54"/>
            </a:xfrm>
            <a:custGeom>
              <a:avLst/>
              <a:gdLst>
                <a:gd name="T0" fmla="*/ 128 w 29"/>
                <a:gd name="T1" fmla="*/ 164 h 29"/>
                <a:gd name="T2" fmla="*/ 156 w 29"/>
                <a:gd name="T3" fmla="*/ 52 h 29"/>
                <a:gd name="T4" fmla="*/ 37 w 29"/>
                <a:gd name="T5" fmla="*/ 37 h 29"/>
                <a:gd name="T6" fmla="*/ 128 w 29"/>
                <a:gd name="T7" fmla="*/ 16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20" y="25"/>
                  </a:moveTo>
                  <a:cubicBezTo>
                    <a:pt x="27" y="23"/>
                    <a:pt x="29" y="15"/>
                    <a:pt x="24" y="8"/>
                  </a:cubicBezTo>
                  <a:cubicBezTo>
                    <a:pt x="19" y="2"/>
                    <a:pt x="12" y="0"/>
                    <a:pt x="6" y="6"/>
                  </a:cubicBezTo>
                  <a:cubicBezTo>
                    <a:pt x="0" y="11"/>
                    <a:pt x="8" y="29"/>
                    <a:pt x="20" y="2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97" name="Freeform 1176">
              <a:extLst>
                <a:ext uri="{FF2B5EF4-FFF2-40B4-BE49-F238E27FC236}">
                  <a16:creationId xmlns:a16="http://schemas.microsoft.com/office/drawing/2014/main" id="{23F71208-0967-4702-A57E-8EA569C06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655"/>
              <a:ext cx="26" cy="21"/>
            </a:xfrm>
            <a:custGeom>
              <a:avLst/>
              <a:gdLst>
                <a:gd name="T0" fmla="*/ 76 w 14"/>
                <a:gd name="T1" fmla="*/ 0 h 11"/>
                <a:gd name="T2" fmla="*/ 84 w 14"/>
                <a:gd name="T3" fmla="*/ 40 h 11"/>
                <a:gd name="T4" fmla="*/ 52 w 14"/>
                <a:gd name="T5" fmla="*/ 76 h 11"/>
                <a:gd name="T6" fmla="*/ 13 w 14"/>
                <a:gd name="T7" fmla="*/ 48 h 11"/>
                <a:gd name="T8" fmla="*/ 7 w 14"/>
                <a:gd name="T9" fmla="*/ 0 h 11"/>
                <a:gd name="T10" fmla="*/ 7 w 14"/>
                <a:gd name="T11" fmla="*/ 0 h 11"/>
                <a:gd name="T12" fmla="*/ 13 w 14"/>
                <a:gd name="T13" fmla="*/ 48 h 11"/>
                <a:gd name="T14" fmla="*/ 52 w 14"/>
                <a:gd name="T15" fmla="*/ 76 h 11"/>
                <a:gd name="T16" fmla="*/ 84 w 14"/>
                <a:gd name="T17" fmla="*/ 40 h 11"/>
                <a:gd name="T18" fmla="*/ 76 w 14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14" y="2"/>
                    <a:pt x="14" y="4"/>
                    <a:pt x="13" y="6"/>
                  </a:cubicBezTo>
                  <a:cubicBezTo>
                    <a:pt x="12" y="9"/>
                    <a:pt x="10" y="11"/>
                    <a:pt x="8" y="11"/>
                  </a:cubicBezTo>
                  <a:cubicBezTo>
                    <a:pt x="6" y="11"/>
                    <a:pt x="3" y="10"/>
                    <a:pt x="2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10"/>
                    <a:pt x="6" y="11"/>
                    <a:pt x="8" y="11"/>
                  </a:cubicBezTo>
                  <a:cubicBezTo>
                    <a:pt x="10" y="11"/>
                    <a:pt x="12" y="9"/>
                    <a:pt x="13" y="6"/>
                  </a:cubicBezTo>
                  <a:cubicBezTo>
                    <a:pt x="14" y="4"/>
                    <a:pt x="14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98" name="Freeform 1177">
              <a:extLst>
                <a:ext uri="{FF2B5EF4-FFF2-40B4-BE49-F238E27FC236}">
                  <a16:creationId xmlns:a16="http://schemas.microsoft.com/office/drawing/2014/main" id="{83F50252-8545-4A4B-BEA3-F964E03E4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99"/>
              <a:ext cx="56" cy="56"/>
            </a:xfrm>
            <a:custGeom>
              <a:avLst/>
              <a:gdLst>
                <a:gd name="T0" fmla="*/ 112 w 30"/>
                <a:gd name="T1" fmla="*/ 189 h 30"/>
                <a:gd name="T2" fmla="*/ 174 w 30"/>
                <a:gd name="T3" fmla="*/ 84 h 30"/>
                <a:gd name="T4" fmla="*/ 60 w 30"/>
                <a:gd name="T5" fmla="*/ 24 h 30"/>
                <a:gd name="T6" fmla="*/ 112 w 30"/>
                <a:gd name="T7" fmla="*/ 18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0">
                  <a:moveTo>
                    <a:pt x="17" y="29"/>
                  </a:moveTo>
                  <a:cubicBezTo>
                    <a:pt x="26" y="29"/>
                    <a:pt x="30" y="22"/>
                    <a:pt x="27" y="13"/>
                  </a:cubicBezTo>
                  <a:cubicBezTo>
                    <a:pt x="24" y="4"/>
                    <a:pt x="17" y="0"/>
                    <a:pt x="9" y="4"/>
                  </a:cubicBezTo>
                  <a:cubicBezTo>
                    <a:pt x="0" y="9"/>
                    <a:pt x="3" y="30"/>
                    <a:pt x="17" y="29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99" name="Freeform 1178">
              <a:extLst>
                <a:ext uri="{FF2B5EF4-FFF2-40B4-BE49-F238E27FC236}">
                  <a16:creationId xmlns:a16="http://schemas.microsoft.com/office/drawing/2014/main" id="{05D6E696-FEF4-4225-BBE9-52919112A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616"/>
              <a:ext cx="30" cy="26"/>
            </a:xfrm>
            <a:custGeom>
              <a:avLst/>
              <a:gdLst>
                <a:gd name="T0" fmla="*/ 99 w 16"/>
                <a:gd name="T1" fmla="*/ 24 h 14"/>
                <a:gd name="T2" fmla="*/ 92 w 16"/>
                <a:gd name="T3" fmla="*/ 65 h 14"/>
                <a:gd name="T4" fmla="*/ 45 w 16"/>
                <a:gd name="T5" fmla="*/ 89 h 14"/>
                <a:gd name="T6" fmla="*/ 8 w 16"/>
                <a:gd name="T7" fmla="*/ 52 h 14"/>
                <a:gd name="T8" fmla="*/ 15 w 16"/>
                <a:gd name="T9" fmla="*/ 0 h 14"/>
                <a:gd name="T10" fmla="*/ 15 w 16"/>
                <a:gd name="T11" fmla="*/ 0 h 14"/>
                <a:gd name="T12" fmla="*/ 8 w 16"/>
                <a:gd name="T13" fmla="*/ 52 h 14"/>
                <a:gd name="T14" fmla="*/ 45 w 16"/>
                <a:gd name="T15" fmla="*/ 89 h 14"/>
                <a:gd name="T16" fmla="*/ 92 w 16"/>
                <a:gd name="T17" fmla="*/ 69 h 14"/>
                <a:gd name="T18" fmla="*/ 99 w 16"/>
                <a:gd name="T19" fmla="*/ 2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5" y="4"/>
                  </a:moveTo>
                  <a:cubicBezTo>
                    <a:pt x="16" y="6"/>
                    <a:pt x="15" y="8"/>
                    <a:pt x="14" y="10"/>
                  </a:cubicBezTo>
                  <a:cubicBezTo>
                    <a:pt x="12" y="13"/>
                    <a:pt x="9" y="14"/>
                    <a:pt x="7" y="14"/>
                  </a:cubicBezTo>
                  <a:cubicBezTo>
                    <a:pt x="5" y="13"/>
                    <a:pt x="2" y="11"/>
                    <a:pt x="1" y="8"/>
                  </a:cubicBezTo>
                  <a:cubicBezTo>
                    <a:pt x="0" y="5"/>
                    <a:pt x="1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2" y="11"/>
                    <a:pt x="4" y="13"/>
                    <a:pt x="7" y="14"/>
                  </a:cubicBezTo>
                  <a:cubicBezTo>
                    <a:pt x="9" y="14"/>
                    <a:pt x="12" y="13"/>
                    <a:pt x="14" y="11"/>
                  </a:cubicBezTo>
                  <a:cubicBezTo>
                    <a:pt x="16" y="8"/>
                    <a:pt x="16" y="6"/>
                    <a:pt x="15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00" name="Freeform 1179">
              <a:extLst>
                <a:ext uri="{FF2B5EF4-FFF2-40B4-BE49-F238E27FC236}">
                  <a16:creationId xmlns:a16="http://schemas.microsoft.com/office/drawing/2014/main" id="{50126699-A14E-41CD-B941-ADC53348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646"/>
              <a:ext cx="45" cy="51"/>
            </a:xfrm>
            <a:custGeom>
              <a:avLst/>
              <a:gdLst>
                <a:gd name="T0" fmla="*/ 113 w 24"/>
                <a:gd name="T1" fmla="*/ 21 h 27"/>
                <a:gd name="T2" fmla="*/ 73 w 24"/>
                <a:gd name="T3" fmla="*/ 0 h 27"/>
                <a:gd name="T4" fmla="*/ 21 w 24"/>
                <a:gd name="T5" fmla="*/ 108 h 27"/>
                <a:gd name="T6" fmla="*/ 120 w 24"/>
                <a:gd name="T7" fmla="*/ 176 h 27"/>
                <a:gd name="T8" fmla="*/ 158 w 24"/>
                <a:gd name="T9" fmla="*/ 121 h 27"/>
                <a:gd name="T10" fmla="*/ 133 w 24"/>
                <a:gd name="T11" fmla="*/ 60 h 27"/>
                <a:gd name="T12" fmla="*/ 113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7" y="24"/>
                    <a:pt x="14" y="27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1" y="11"/>
                    <a:pt x="20" y="9"/>
                  </a:cubicBezTo>
                  <a:cubicBezTo>
                    <a:pt x="19" y="7"/>
                    <a:pt x="19" y="5"/>
                    <a:pt x="17" y="3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901" name="Freeform 1180">
              <a:extLst>
                <a:ext uri="{FF2B5EF4-FFF2-40B4-BE49-F238E27FC236}">
                  <a16:creationId xmlns:a16="http://schemas.microsoft.com/office/drawing/2014/main" id="{BFB8EA22-8E12-4E2B-9FB7-A434AAD6F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657"/>
              <a:ext cx="17" cy="28"/>
            </a:xfrm>
            <a:custGeom>
              <a:avLst/>
              <a:gdLst>
                <a:gd name="T0" fmla="*/ 8 w 9"/>
                <a:gd name="T1" fmla="*/ 7 h 15"/>
                <a:gd name="T2" fmla="*/ 0 w 9"/>
                <a:gd name="T3" fmla="*/ 39 h 15"/>
                <a:gd name="T4" fmla="*/ 40 w 9"/>
                <a:gd name="T5" fmla="*/ 91 h 15"/>
                <a:gd name="T6" fmla="*/ 60 w 9"/>
                <a:gd name="T7" fmla="*/ 91 h 15"/>
                <a:gd name="T8" fmla="*/ 60 w 9"/>
                <a:gd name="T9" fmla="*/ 91 h 15"/>
                <a:gd name="T10" fmla="*/ 40 w 9"/>
                <a:gd name="T11" fmla="*/ 91 h 15"/>
                <a:gd name="T12" fmla="*/ 0 w 9"/>
                <a:gd name="T13" fmla="*/ 39 h 15"/>
                <a:gd name="T14" fmla="*/ 8 w 9"/>
                <a:gd name="T15" fmla="*/ 7 h 15"/>
                <a:gd name="T16" fmla="*/ 28 w 9"/>
                <a:gd name="T17" fmla="*/ 7 h 15"/>
                <a:gd name="T18" fmla="*/ 28 w 9"/>
                <a:gd name="T19" fmla="*/ 7 h 15"/>
                <a:gd name="T20" fmla="*/ 8 w 9"/>
                <a:gd name="T21" fmla="*/ 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10"/>
                    <a:pt x="3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5"/>
                    <a:pt x="6" y="14"/>
                  </a:cubicBezTo>
                  <a:cubicBezTo>
                    <a:pt x="4" y="13"/>
                    <a:pt x="1" y="10"/>
                    <a:pt x="0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02" name="Freeform 1181">
              <a:extLst>
                <a:ext uri="{FF2B5EF4-FFF2-40B4-BE49-F238E27FC236}">
                  <a16:creationId xmlns:a16="http://schemas.microsoft.com/office/drawing/2014/main" id="{ED4A09DE-D21F-4C5F-ABB9-8B563329B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639"/>
              <a:ext cx="54" cy="54"/>
            </a:xfrm>
            <a:custGeom>
              <a:avLst/>
              <a:gdLst>
                <a:gd name="T0" fmla="*/ 121 w 29"/>
                <a:gd name="T1" fmla="*/ 164 h 29"/>
                <a:gd name="T2" fmla="*/ 156 w 29"/>
                <a:gd name="T3" fmla="*/ 52 h 29"/>
                <a:gd name="T4" fmla="*/ 37 w 29"/>
                <a:gd name="T5" fmla="*/ 37 h 29"/>
                <a:gd name="T6" fmla="*/ 121 w 29"/>
                <a:gd name="T7" fmla="*/ 16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19" y="25"/>
                  </a:moveTo>
                  <a:cubicBezTo>
                    <a:pt x="27" y="23"/>
                    <a:pt x="29" y="15"/>
                    <a:pt x="24" y="8"/>
                  </a:cubicBezTo>
                  <a:cubicBezTo>
                    <a:pt x="19" y="1"/>
                    <a:pt x="12" y="0"/>
                    <a:pt x="6" y="6"/>
                  </a:cubicBezTo>
                  <a:cubicBezTo>
                    <a:pt x="0" y="11"/>
                    <a:pt x="8" y="29"/>
                    <a:pt x="19" y="25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903" name="Freeform 1182">
              <a:extLst>
                <a:ext uri="{FF2B5EF4-FFF2-40B4-BE49-F238E27FC236}">
                  <a16:creationId xmlns:a16="http://schemas.microsoft.com/office/drawing/2014/main" id="{8F5C134C-DC60-4143-9B86-5E4AE7E57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655"/>
              <a:ext cx="26" cy="21"/>
            </a:xfrm>
            <a:custGeom>
              <a:avLst/>
              <a:gdLst>
                <a:gd name="T0" fmla="*/ 76 w 14"/>
                <a:gd name="T1" fmla="*/ 0 h 11"/>
                <a:gd name="T2" fmla="*/ 84 w 14"/>
                <a:gd name="T3" fmla="*/ 40 h 11"/>
                <a:gd name="T4" fmla="*/ 52 w 14"/>
                <a:gd name="T5" fmla="*/ 76 h 11"/>
                <a:gd name="T6" fmla="*/ 13 w 14"/>
                <a:gd name="T7" fmla="*/ 48 h 11"/>
                <a:gd name="T8" fmla="*/ 7 w 14"/>
                <a:gd name="T9" fmla="*/ 0 h 11"/>
                <a:gd name="T10" fmla="*/ 7 w 14"/>
                <a:gd name="T11" fmla="*/ 0 h 11"/>
                <a:gd name="T12" fmla="*/ 7 w 14"/>
                <a:gd name="T13" fmla="*/ 48 h 11"/>
                <a:gd name="T14" fmla="*/ 52 w 14"/>
                <a:gd name="T15" fmla="*/ 76 h 11"/>
                <a:gd name="T16" fmla="*/ 84 w 14"/>
                <a:gd name="T17" fmla="*/ 40 h 11"/>
                <a:gd name="T18" fmla="*/ 76 w 14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13" y="2"/>
                    <a:pt x="14" y="4"/>
                    <a:pt x="13" y="6"/>
                  </a:cubicBezTo>
                  <a:cubicBezTo>
                    <a:pt x="12" y="9"/>
                    <a:pt x="10" y="11"/>
                    <a:pt x="8" y="11"/>
                  </a:cubicBezTo>
                  <a:cubicBezTo>
                    <a:pt x="6" y="11"/>
                    <a:pt x="3" y="9"/>
                    <a:pt x="2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1" y="7"/>
                  </a:cubicBezTo>
                  <a:cubicBezTo>
                    <a:pt x="3" y="10"/>
                    <a:pt x="6" y="11"/>
                    <a:pt x="8" y="11"/>
                  </a:cubicBezTo>
                  <a:cubicBezTo>
                    <a:pt x="10" y="11"/>
                    <a:pt x="12" y="9"/>
                    <a:pt x="13" y="6"/>
                  </a:cubicBezTo>
                  <a:cubicBezTo>
                    <a:pt x="14" y="4"/>
                    <a:pt x="14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04" name="Freeform 1183">
              <a:extLst>
                <a:ext uri="{FF2B5EF4-FFF2-40B4-BE49-F238E27FC236}">
                  <a16:creationId xmlns:a16="http://schemas.microsoft.com/office/drawing/2014/main" id="{A5CBD159-88AF-4FA4-AA2C-EC64C6568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590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65 w 22"/>
                <a:gd name="T3" fmla="*/ 0 h 22"/>
                <a:gd name="T4" fmla="*/ 24 w 22"/>
                <a:gd name="T5" fmla="*/ 21 h 22"/>
                <a:gd name="T6" fmla="*/ 52 w 22"/>
                <a:gd name="T7" fmla="*/ 121 h 22"/>
                <a:gd name="T8" fmla="*/ 142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905" name="Freeform 1184">
              <a:extLst>
                <a:ext uri="{FF2B5EF4-FFF2-40B4-BE49-F238E27FC236}">
                  <a16:creationId xmlns:a16="http://schemas.microsoft.com/office/drawing/2014/main" id="{6C6D6702-C2AB-48C3-A92A-EC166F3BA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597"/>
              <a:ext cx="20" cy="23"/>
            </a:xfrm>
            <a:custGeom>
              <a:avLst/>
              <a:gdLst>
                <a:gd name="T0" fmla="*/ 65 w 11"/>
                <a:gd name="T1" fmla="*/ 48 h 12"/>
                <a:gd name="T2" fmla="*/ 53 w 11"/>
                <a:gd name="T3" fmla="*/ 77 h 12"/>
                <a:gd name="T4" fmla="*/ 13 w 11"/>
                <a:gd name="T5" fmla="*/ 56 h 12"/>
                <a:gd name="T6" fmla="*/ 7 w 11"/>
                <a:gd name="T7" fmla="*/ 15 h 12"/>
                <a:gd name="T8" fmla="*/ 24 w 11"/>
                <a:gd name="T9" fmla="*/ 0 h 12"/>
                <a:gd name="T10" fmla="*/ 24 w 11"/>
                <a:gd name="T11" fmla="*/ 0 h 12"/>
                <a:gd name="T12" fmla="*/ 7 w 11"/>
                <a:gd name="T13" fmla="*/ 15 h 12"/>
                <a:gd name="T14" fmla="*/ 13 w 11"/>
                <a:gd name="T15" fmla="*/ 56 h 12"/>
                <a:gd name="T16" fmla="*/ 53 w 11"/>
                <a:gd name="T17" fmla="*/ 77 h 12"/>
                <a:gd name="T18" fmla="*/ 65 w 11"/>
                <a:gd name="T19" fmla="*/ 4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1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06" name="Freeform 1185">
              <a:extLst>
                <a:ext uri="{FF2B5EF4-FFF2-40B4-BE49-F238E27FC236}">
                  <a16:creationId xmlns:a16="http://schemas.microsoft.com/office/drawing/2014/main" id="{035EF3E0-8D27-4073-915F-982F322BB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813"/>
              <a:ext cx="41" cy="43"/>
            </a:xfrm>
            <a:custGeom>
              <a:avLst/>
              <a:gdLst>
                <a:gd name="T0" fmla="*/ 112 w 22"/>
                <a:gd name="T1" fmla="*/ 32 h 23"/>
                <a:gd name="T2" fmla="*/ 65 w 22"/>
                <a:gd name="T3" fmla="*/ 0 h 23"/>
                <a:gd name="T4" fmla="*/ 24 w 22"/>
                <a:gd name="T5" fmla="*/ 21 h 23"/>
                <a:gd name="T6" fmla="*/ 52 w 22"/>
                <a:gd name="T7" fmla="*/ 125 h 23"/>
                <a:gd name="T8" fmla="*/ 142 w 22"/>
                <a:gd name="T9" fmla="*/ 97 h 23"/>
                <a:gd name="T10" fmla="*/ 112 w 22"/>
                <a:gd name="T11" fmla="*/ 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6"/>
                    <a:pt x="8" y="19"/>
                  </a:cubicBezTo>
                  <a:cubicBezTo>
                    <a:pt x="14" y="23"/>
                    <a:pt x="21" y="20"/>
                    <a:pt x="22" y="15"/>
                  </a:cubicBezTo>
                  <a:cubicBezTo>
                    <a:pt x="22" y="11"/>
                    <a:pt x="21" y="9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907" name="Freeform 1186">
              <a:extLst>
                <a:ext uri="{FF2B5EF4-FFF2-40B4-BE49-F238E27FC236}">
                  <a16:creationId xmlns:a16="http://schemas.microsoft.com/office/drawing/2014/main" id="{D9FC95DF-A6BB-4D13-8BB5-50393163B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822"/>
              <a:ext cx="20" cy="21"/>
            </a:xfrm>
            <a:custGeom>
              <a:avLst/>
              <a:gdLst>
                <a:gd name="T0" fmla="*/ 65 w 11"/>
                <a:gd name="T1" fmla="*/ 40 h 11"/>
                <a:gd name="T2" fmla="*/ 53 w 11"/>
                <a:gd name="T3" fmla="*/ 69 h 11"/>
                <a:gd name="T4" fmla="*/ 13 w 11"/>
                <a:gd name="T5" fmla="*/ 55 h 11"/>
                <a:gd name="T6" fmla="*/ 7 w 11"/>
                <a:gd name="T7" fmla="*/ 15 h 11"/>
                <a:gd name="T8" fmla="*/ 24 w 11"/>
                <a:gd name="T9" fmla="*/ 0 h 11"/>
                <a:gd name="T10" fmla="*/ 24 w 11"/>
                <a:gd name="T11" fmla="*/ 0 h 11"/>
                <a:gd name="T12" fmla="*/ 7 w 11"/>
                <a:gd name="T13" fmla="*/ 15 h 11"/>
                <a:gd name="T14" fmla="*/ 13 w 11"/>
                <a:gd name="T15" fmla="*/ 55 h 11"/>
                <a:gd name="T16" fmla="*/ 53 w 11"/>
                <a:gd name="T17" fmla="*/ 76 h 11"/>
                <a:gd name="T18" fmla="*/ 65 w 11"/>
                <a:gd name="T19" fmla="*/ 4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11" y="10"/>
                    <a:pt x="9" y="10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1"/>
                    <a:pt x="9" y="11"/>
                  </a:cubicBezTo>
                  <a:cubicBezTo>
                    <a:pt x="11" y="10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08" name="Freeform 1187">
              <a:extLst>
                <a:ext uri="{FF2B5EF4-FFF2-40B4-BE49-F238E27FC236}">
                  <a16:creationId xmlns:a16="http://schemas.microsoft.com/office/drawing/2014/main" id="{CE51B638-8FBF-4924-9DC9-45A5CDF5A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773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65 w 22"/>
                <a:gd name="T3" fmla="*/ 0 h 22"/>
                <a:gd name="T4" fmla="*/ 24 w 22"/>
                <a:gd name="T5" fmla="*/ 21 h 22"/>
                <a:gd name="T6" fmla="*/ 52 w 22"/>
                <a:gd name="T7" fmla="*/ 121 h 22"/>
                <a:gd name="T8" fmla="*/ 142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4763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909" name="Freeform 1188">
              <a:extLst>
                <a:ext uri="{FF2B5EF4-FFF2-40B4-BE49-F238E27FC236}">
                  <a16:creationId xmlns:a16="http://schemas.microsoft.com/office/drawing/2014/main" id="{9228A1AD-15C3-4508-8C9F-2CDDFD71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781"/>
              <a:ext cx="20" cy="22"/>
            </a:xfrm>
            <a:custGeom>
              <a:avLst/>
              <a:gdLst>
                <a:gd name="T0" fmla="*/ 65 w 11"/>
                <a:gd name="T1" fmla="*/ 44 h 12"/>
                <a:gd name="T2" fmla="*/ 53 w 11"/>
                <a:gd name="T3" fmla="*/ 68 h 12"/>
                <a:gd name="T4" fmla="*/ 13 w 11"/>
                <a:gd name="T5" fmla="*/ 51 h 12"/>
                <a:gd name="T6" fmla="*/ 7 w 11"/>
                <a:gd name="T7" fmla="*/ 13 h 12"/>
                <a:gd name="T8" fmla="*/ 24 w 11"/>
                <a:gd name="T9" fmla="*/ 0 h 12"/>
                <a:gd name="T10" fmla="*/ 24 w 11"/>
                <a:gd name="T11" fmla="*/ 0 h 12"/>
                <a:gd name="T12" fmla="*/ 7 w 11"/>
                <a:gd name="T13" fmla="*/ 13 h 12"/>
                <a:gd name="T14" fmla="*/ 13 w 11"/>
                <a:gd name="T15" fmla="*/ 51 h 12"/>
                <a:gd name="T16" fmla="*/ 53 w 11"/>
                <a:gd name="T17" fmla="*/ 68 h 12"/>
                <a:gd name="T18" fmla="*/ 65 w 11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1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10" name="Freeform 1189">
              <a:extLst>
                <a:ext uri="{FF2B5EF4-FFF2-40B4-BE49-F238E27FC236}">
                  <a16:creationId xmlns:a16="http://schemas.microsoft.com/office/drawing/2014/main" id="{C5455A81-A853-4C9C-9E91-5539DFB6A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771"/>
              <a:ext cx="60" cy="40"/>
            </a:xfrm>
            <a:custGeom>
              <a:avLst/>
              <a:gdLst>
                <a:gd name="T0" fmla="*/ 84 w 32"/>
                <a:gd name="T1" fmla="*/ 0 h 21"/>
                <a:gd name="T2" fmla="*/ 39 w 32"/>
                <a:gd name="T3" fmla="*/ 15 h 21"/>
                <a:gd name="T4" fmla="*/ 84 w 32"/>
                <a:gd name="T5" fmla="*/ 124 h 21"/>
                <a:gd name="T6" fmla="*/ 197 w 32"/>
                <a:gd name="T7" fmla="*/ 105 h 21"/>
                <a:gd name="T8" fmla="*/ 186 w 32"/>
                <a:gd name="T9" fmla="*/ 36 h 21"/>
                <a:gd name="T10" fmla="*/ 133 w 32"/>
                <a:gd name="T11" fmla="*/ 15 h 21"/>
                <a:gd name="T12" fmla="*/ 84 w 32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1">
                  <a:moveTo>
                    <a:pt x="13" y="0"/>
                  </a:moveTo>
                  <a:cubicBezTo>
                    <a:pt x="11" y="0"/>
                    <a:pt x="8" y="0"/>
                    <a:pt x="6" y="2"/>
                  </a:cubicBezTo>
                  <a:cubicBezTo>
                    <a:pt x="0" y="8"/>
                    <a:pt x="5" y="15"/>
                    <a:pt x="13" y="18"/>
                  </a:cubicBezTo>
                  <a:cubicBezTo>
                    <a:pt x="20" y="21"/>
                    <a:pt x="28" y="19"/>
                    <a:pt x="30" y="15"/>
                  </a:cubicBezTo>
                  <a:cubicBezTo>
                    <a:pt x="32" y="11"/>
                    <a:pt x="31" y="8"/>
                    <a:pt x="28" y="5"/>
                  </a:cubicBezTo>
                  <a:cubicBezTo>
                    <a:pt x="26" y="3"/>
                    <a:pt x="22" y="2"/>
                    <a:pt x="20" y="2"/>
                  </a:cubicBezTo>
                  <a:cubicBezTo>
                    <a:pt x="18" y="1"/>
                    <a:pt x="15" y="0"/>
                    <a:pt x="13" y="0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911" name="Freeform 1190">
              <a:extLst>
                <a:ext uri="{FF2B5EF4-FFF2-40B4-BE49-F238E27FC236}">
                  <a16:creationId xmlns:a16="http://schemas.microsoft.com/office/drawing/2014/main" id="{D9F5A717-48FA-49C3-ADBF-77CC4F744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783"/>
              <a:ext cx="28" cy="16"/>
            </a:xfrm>
            <a:custGeom>
              <a:avLst/>
              <a:gdLst>
                <a:gd name="T0" fmla="*/ 0 w 15"/>
                <a:gd name="T1" fmla="*/ 12 h 9"/>
                <a:gd name="T2" fmla="*/ 21 w 15"/>
                <a:gd name="T3" fmla="*/ 36 h 9"/>
                <a:gd name="T4" fmla="*/ 84 w 15"/>
                <a:gd name="T5" fmla="*/ 44 h 9"/>
                <a:gd name="T6" fmla="*/ 97 w 15"/>
                <a:gd name="T7" fmla="*/ 36 h 9"/>
                <a:gd name="T8" fmla="*/ 97 w 15"/>
                <a:gd name="T9" fmla="*/ 36 h 9"/>
                <a:gd name="T10" fmla="*/ 84 w 15"/>
                <a:gd name="T11" fmla="*/ 44 h 9"/>
                <a:gd name="T12" fmla="*/ 24 w 15"/>
                <a:gd name="T13" fmla="*/ 36 h 9"/>
                <a:gd name="T14" fmla="*/ 0 w 15"/>
                <a:gd name="T15" fmla="*/ 12 h 9"/>
                <a:gd name="T16" fmla="*/ 13 w 15"/>
                <a:gd name="T17" fmla="*/ 0 h 9"/>
                <a:gd name="T18" fmla="*/ 13 w 15"/>
                <a:gd name="T19" fmla="*/ 0 h 9"/>
                <a:gd name="T20" fmla="*/ 0 w 15"/>
                <a:gd name="T21" fmla="*/ 12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7" y="8"/>
                    <a:pt x="10" y="9"/>
                    <a:pt x="13" y="8"/>
                  </a:cubicBezTo>
                  <a:cubicBezTo>
                    <a:pt x="14" y="8"/>
                    <a:pt x="15" y="7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0" y="9"/>
                    <a:pt x="7" y="8"/>
                    <a:pt x="4" y="6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12" name="Freeform 1191">
              <a:extLst>
                <a:ext uri="{FF2B5EF4-FFF2-40B4-BE49-F238E27FC236}">
                  <a16:creationId xmlns:a16="http://schemas.microsoft.com/office/drawing/2014/main" id="{CBE1BFD9-D243-4BBD-B477-4BDA5AAA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828"/>
              <a:ext cx="50" cy="33"/>
            </a:xfrm>
            <a:custGeom>
              <a:avLst/>
              <a:gdLst>
                <a:gd name="T0" fmla="*/ 69 w 27"/>
                <a:gd name="T1" fmla="*/ 0 h 18"/>
                <a:gd name="T2" fmla="*/ 31 w 27"/>
                <a:gd name="T3" fmla="*/ 13 h 18"/>
                <a:gd name="T4" fmla="*/ 65 w 27"/>
                <a:gd name="T5" fmla="*/ 97 h 18"/>
                <a:gd name="T6" fmla="*/ 165 w 27"/>
                <a:gd name="T7" fmla="*/ 81 h 18"/>
                <a:gd name="T8" fmla="*/ 150 w 27"/>
                <a:gd name="T9" fmla="*/ 31 h 18"/>
                <a:gd name="T10" fmla="*/ 106 w 27"/>
                <a:gd name="T11" fmla="*/ 7 h 18"/>
                <a:gd name="T12" fmla="*/ 69 w 27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8">
                  <a:moveTo>
                    <a:pt x="11" y="0"/>
                  </a:moveTo>
                  <a:cubicBezTo>
                    <a:pt x="9" y="0"/>
                    <a:pt x="7" y="0"/>
                    <a:pt x="5" y="2"/>
                  </a:cubicBezTo>
                  <a:cubicBezTo>
                    <a:pt x="0" y="7"/>
                    <a:pt x="4" y="13"/>
                    <a:pt x="10" y="16"/>
                  </a:cubicBezTo>
                  <a:cubicBezTo>
                    <a:pt x="17" y="18"/>
                    <a:pt x="24" y="16"/>
                    <a:pt x="26" y="13"/>
                  </a:cubicBezTo>
                  <a:cubicBezTo>
                    <a:pt x="27" y="10"/>
                    <a:pt x="26" y="7"/>
                    <a:pt x="24" y="5"/>
                  </a:cubicBezTo>
                  <a:cubicBezTo>
                    <a:pt x="22" y="3"/>
                    <a:pt x="19" y="2"/>
                    <a:pt x="17" y="1"/>
                  </a:cubicBezTo>
                  <a:cubicBezTo>
                    <a:pt x="15" y="1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913" name="Freeform 1192">
              <a:extLst>
                <a:ext uri="{FF2B5EF4-FFF2-40B4-BE49-F238E27FC236}">
                  <a16:creationId xmlns:a16="http://schemas.microsoft.com/office/drawing/2014/main" id="{132C2940-072B-4FAD-A37B-D74B8DB96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837"/>
              <a:ext cx="24" cy="15"/>
            </a:xfrm>
            <a:custGeom>
              <a:avLst/>
              <a:gdLst>
                <a:gd name="T0" fmla="*/ 7 w 13"/>
                <a:gd name="T1" fmla="*/ 15 h 8"/>
                <a:gd name="T2" fmla="*/ 20 w 13"/>
                <a:gd name="T3" fmla="*/ 39 h 8"/>
                <a:gd name="T4" fmla="*/ 68 w 13"/>
                <a:gd name="T5" fmla="*/ 45 h 8"/>
                <a:gd name="T6" fmla="*/ 81 w 13"/>
                <a:gd name="T7" fmla="*/ 32 h 8"/>
                <a:gd name="T8" fmla="*/ 81 w 13"/>
                <a:gd name="T9" fmla="*/ 32 h 8"/>
                <a:gd name="T10" fmla="*/ 68 w 13"/>
                <a:gd name="T11" fmla="*/ 45 h 8"/>
                <a:gd name="T12" fmla="*/ 20 w 13"/>
                <a:gd name="T13" fmla="*/ 32 h 8"/>
                <a:gd name="T14" fmla="*/ 7 w 13"/>
                <a:gd name="T15" fmla="*/ 15 h 8"/>
                <a:gd name="T16" fmla="*/ 13 w 13"/>
                <a:gd name="T17" fmla="*/ 0 h 8"/>
                <a:gd name="T18" fmla="*/ 13 w 13"/>
                <a:gd name="T19" fmla="*/ 0 h 8"/>
                <a:gd name="T20" fmla="*/ 7 w 13"/>
                <a:gd name="T21" fmla="*/ 15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8">
                  <a:moveTo>
                    <a:pt x="1" y="2"/>
                  </a:moveTo>
                  <a:cubicBezTo>
                    <a:pt x="0" y="3"/>
                    <a:pt x="1" y="4"/>
                    <a:pt x="3" y="6"/>
                  </a:cubicBezTo>
                  <a:cubicBezTo>
                    <a:pt x="6" y="7"/>
                    <a:pt x="9" y="8"/>
                    <a:pt x="11" y="7"/>
                  </a:cubicBezTo>
                  <a:cubicBezTo>
                    <a:pt x="12" y="7"/>
                    <a:pt x="13" y="6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6"/>
                    <a:pt x="12" y="7"/>
                    <a:pt x="11" y="7"/>
                  </a:cubicBezTo>
                  <a:cubicBezTo>
                    <a:pt x="9" y="8"/>
                    <a:pt x="6" y="7"/>
                    <a:pt x="3" y="5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14" name="Freeform 1193">
              <a:extLst>
                <a:ext uri="{FF2B5EF4-FFF2-40B4-BE49-F238E27FC236}">
                  <a16:creationId xmlns:a16="http://schemas.microsoft.com/office/drawing/2014/main" id="{ED10DD82-5D76-4424-9946-7A831325B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863"/>
              <a:ext cx="41" cy="41"/>
            </a:xfrm>
            <a:custGeom>
              <a:avLst/>
              <a:gdLst>
                <a:gd name="T0" fmla="*/ 112 w 22"/>
                <a:gd name="T1" fmla="*/ 24 h 22"/>
                <a:gd name="T2" fmla="*/ 73 w 22"/>
                <a:gd name="T3" fmla="*/ 0 h 22"/>
                <a:gd name="T4" fmla="*/ 24 w 22"/>
                <a:gd name="T5" fmla="*/ 21 h 22"/>
                <a:gd name="T6" fmla="*/ 52 w 22"/>
                <a:gd name="T7" fmla="*/ 121 h 22"/>
                <a:gd name="T8" fmla="*/ 142 w 22"/>
                <a:gd name="T9" fmla="*/ 97 h 22"/>
                <a:gd name="T10" fmla="*/ 112 w 22"/>
                <a:gd name="T11" fmla="*/ 2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915" name="Freeform 1194">
              <a:extLst>
                <a:ext uri="{FF2B5EF4-FFF2-40B4-BE49-F238E27FC236}">
                  <a16:creationId xmlns:a16="http://schemas.microsoft.com/office/drawing/2014/main" id="{C6AE0910-1933-44C0-99EE-3ED3E6257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871"/>
              <a:ext cx="23" cy="22"/>
            </a:xfrm>
            <a:custGeom>
              <a:avLst/>
              <a:gdLst>
                <a:gd name="T0" fmla="*/ 77 w 12"/>
                <a:gd name="T1" fmla="*/ 44 h 12"/>
                <a:gd name="T2" fmla="*/ 63 w 12"/>
                <a:gd name="T3" fmla="*/ 68 h 12"/>
                <a:gd name="T4" fmla="*/ 15 w 12"/>
                <a:gd name="T5" fmla="*/ 51 h 12"/>
                <a:gd name="T6" fmla="*/ 8 w 12"/>
                <a:gd name="T7" fmla="*/ 13 h 12"/>
                <a:gd name="T8" fmla="*/ 29 w 12"/>
                <a:gd name="T9" fmla="*/ 0 h 12"/>
                <a:gd name="T10" fmla="*/ 29 w 12"/>
                <a:gd name="T11" fmla="*/ 0 h 12"/>
                <a:gd name="T12" fmla="*/ 8 w 12"/>
                <a:gd name="T13" fmla="*/ 13 h 12"/>
                <a:gd name="T14" fmla="*/ 15 w 12"/>
                <a:gd name="T15" fmla="*/ 51 h 12"/>
                <a:gd name="T16" fmla="*/ 63 w 12"/>
                <a:gd name="T17" fmla="*/ 68 h 12"/>
                <a:gd name="T18" fmla="*/ 77 w 12"/>
                <a:gd name="T19" fmla="*/ 4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6"/>
                    <a:pt x="1" y="4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16" name="Freeform 1195">
              <a:extLst>
                <a:ext uri="{FF2B5EF4-FFF2-40B4-BE49-F238E27FC236}">
                  <a16:creationId xmlns:a16="http://schemas.microsoft.com/office/drawing/2014/main" id="{6606D7E1-7314-483D-90A7-A36E6AD4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910"/>
              <a:ext cx="58" cy="47"/>
            </a:xfrm>
            <a:custGeom>
              <a:avLst/>
              <a:gdLst>
                <a:gd name="T0" fmla="*/ 77 w 31"/>
                <a:gd name="T1" fmla="*/ 15 h 25"/>
                <a:gd name="T2" fmla="*/ 21 w 31"/>
                <a:gd name="T3" fmla="*/ 15 h 25"/>
                <a:gd name="T4" fmla="*/ 7 w 31"/>
                <a:gd name="T5" fmla="*/ 68 h 25"/>
                <a:gd name="T6" fmla="*/ 137 w 31"/>
                <a:gd name="T7" fmla="*/ 160 h 25"/>
                <a:gd name="T8" fmla="*/ 178 w 31"/>
                <a:gd name="T9" fmla="*/ 68 h 25"/>
                <a:gd name="T10" fmla="*/ 77 w 31"/>
                <a:gd name="T11" fmla="*/ 1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2" y="2"/>
                  </a:moveTo>
                  <a:cubicBezTo>
                    <a:pt x="9" y="1"/>
                    <a:pt x="5" y="0"/>
                    <a:pt x="3" y="2"/>
                  </a:cubicBezTo>
                  <a:cubicBezTo>
                    <a:pt x="1" y="4"/>
                    <a:pt x="0" y="6"/>
                    <a:pt x="1" y="10"/>
                  </a:cubicBezTo>
                  <a:cubicBezTo>
                    <a:pt x="2" y="17"/>
                    <a:pt x="13" y="25"/>
                    <a:pt x="21" y="24"/>
                  </a:cubicBezTo>
                  <a:cubicBezTo>
                    <a:pt x="30" y="23"/>
                    <a:pt x="31" y="15"/>
                    <a:pt x="27" y="10"/>
                  </a:cubicBezTo>
                  <a:cubicBezTo>
                    <a:pt x="23" y="5"/>
                    <a:pt x="20" y="4"/>
                    <a:pt x="12" y="2"/>
                  </a:cubicBezTo>
                  <a:close/>
                </a:path>
              </a:pathLst>
            </a:custGeom>
            <a:solidFill>
              <a:srgbClr val="DB5B4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917" name="Freeform 1196">
              <a:extLst>
                <a:ext uri="{FF2B5EF4-FFF2-40B4-BE49-F238E27FC236}">
                  <a16:creationId xmlns:a16="http://schemas.microsoft.com/office/drawing/2014/main" id="{B5E6AE21-85CF-48A9-A6B9-03D95240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923"/>
              <a:ext cx="32" cy="22"/>
            </a:xfrm>
            <a:custGeom>
              <a:avLst/>
              <a:gdLst>
                <a:gd name="T0" fmla="*/ 92 w 17"/>
                <a:gd name="T1" fmla="*/ 13 h 12"/>
                <a:gd name="T2" fmla="*/ 113 w 17"/>
                <a:gd name="T3" fmla="*/ 51 h 12"/>
                <a:gd name="T4" fmla="*/ 53 w 17"/>
                <a:gd name="T5" fmla="*/ 61 h 12"/>
                <a:gd name="T6" fmla="*/ 8 w 17"/>
                <a:gd name="T7" fmla="*/ 31 h 12"/>
                <a:gd name="T8" fmla="*/ 8 w 17"/>
                <a:gd name="T9" fmla="*/ 0 h 12"/>
                <a:gd name="T10" fmla="*/ 8 w 17"/>
                <a:gd name="T11" fmla="*/ 0 h 12"/>
                <a:gd name="T12" fmla="*/ 8 w 17"/>
                <a:gd name="T13" fmla="*/ 31 h 12"/>
                <a:gd name="T14" fmla="*/ 53 w 17"/>
                <a:gd name="T15" fmla="*/ 61 h 12"/>
                <a:gd name="T16" fmla="*/ 113 w 17"/>
                <a:gd name="T17" fmla="*/ 51 h 12"/>
                <a:gd name="T18" fmla="*/ 92 w 17"/>
                <a:gd name="T19" fmla="*/ 1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2">
                  <a:moveTo>
                    <a:pt x="14" y="2"/>
                  </a:moveTo>
                  <a:cubicBezTo>
                    <a:pt x="16" y="4"/>
                    <a:pt x="17" y="6"/>
                    <a:pt x="17" y="8"/>
                  </a:cubicBezTo>
                  <a:cubicBezTo>
                    <a:pt x="16" y="10"/>
                    <a:pt x="13" y="11"/>
                    <a:pt x="8" y="10"/>
                  </a:cubicBezTo>
                  <a:cubicBezTo>
                    <a:pt x="4" y="8"/>
                    <a:pt x="2" y="6"/>
                    <a:pt x="1" y="5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3"/>
                    <a:pt x="1" y="5"/>
                  </a:cubicBezTo>
                  <a:cubicBezTo>
                    <a:pt x="2" y="6"/>
                    <a:pt x="4" y="9"/>
                    <a:pt x="8" y="10"/>
                  </a:cubicBezTo>
                  <a:cubicBezTo>
                    <a:pt x="13" y="12"/>
                    <a:pt x="16" y="10"/>
                    <a:pt x="17" y="8"/>
                  </a:cubicBezTo>
                  <a:cubicBezTo>
                    <a:pt x="17" y="6"/>
                    <a:pt x="16" y="4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18" name="Freeform 1197">
              <a:extLst>
                <a:ext uri="{FF2B5EF4-FFF2-40B4-BE49-F238E27FC236}">
                  <a16:creationId xmlns:a16="http://schemas.microsoft.com/office/drawing/2014/main" id="{A99BB948-88FA-475B-9D95-818E142E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863"/>
              <a:ext cx="108" cy="129"/>
            </a:xfrm>
            <a:custGeom>
              <a:avLst/>
              <a:gdLst>
                <a:gd name="T0" fmla="*/ 0 w 58"/>
                <a:gd name="T1" fmla="*/ 39 h 69"/>
                <a:gd name="T2" fmla="*/ 60 w 58"/>
                <a:gd name="T3" fmla="*/ 0 h 69"/>
                <a:gd name="T4" fmla="*/ 121 w 58"/>
                <a:gd name="T5" fmla="*/ 120 h 69"/>
                <a:gd name="T6" fmla="*/ 212 w 58"/>
                <a:gd name="T7" fmla="*/ 165 h 69"/>
                <a:gd name="T8" fmla="*/ 257 w 58"/>
                <a:gd name="T9" fmla="*/ 174 h 69"/>
                <a:gd name="T10" fmla="*/ 270 w 58"/>
                <a:gd name="T11" fmla="*/ 277 h 69"/>
                <a:gd name="T12" fmla="*/ 374 w 58"/>
                <a:gd name="T13" fmla="*/ 333 h 69"/>
                <a:gd name="T14" fmla="*/ 201 w 58"/>
                <a:gd name="T15" fmla="*/ 202 h 69"/>
                <a:gd name="T16" fmla="*/ 104 w 58"/>
                <a:gd name="T17" fmla="*/ 112 h 69"/>
                <a:gd name="T18" fmla="*/ 7 w 58"/>
                <a:gd name="T19" fmla="*/ 21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9">
                  <a:moveTo>
                    <a:pt x="0" y="6"/>
                  </a:moveTo>
                  <a:cubicBezTo>
                    <a:pt x="2" y="4"/>
                    <a:pt x="7" y="2"/>
                    <a:pt x="9" y="0"/>
                  </a:cubicBezTo>
                  <a:cubicBezTo>
                    <a:pt x="14" y="5"/>
                    <a:pt x="15" y="14"/>
                    <a:pt x="19" y="18"/>
                  </a:cubicBezTo>
                  <a:cubicBezTo>
                    <a:pt x="22" y="20"/>
                    <a:pt x="29" y="22"/>
                    <a:pt x="33" y="25"/>
                  </a:cubicBezTo>
                  <a:cubicBezTo>
                    <a:pt x="35" y="26"/>
                    <a:pt x="38" y="25"/>
                    <a:pt x="40" y="27"/>
                  </a:cubicBezTo>
                  <a:cubicBezTo>
                    <a:pt x="43" y="30"/>
                    <a:pt x="40" y="37"/>
                    <a:pt x="42" y="42"/>
                  </a:cubicBezTo>
                  <a:cubicBezTo>
                    <a:pt x="46" y="48"/>
                    <a:pt x="50" y="50"/>
                    <a:pt x="58" y="51"/>
                  </a:cubicBezTo>
                  <a:cubicBezTo>
                    <a:pt x="57" y="69"/>
                    <a:pt x="34" y="34"/>
                    <a:pt x="31" y="31"/>
                  </a:cubicBezTo>
                  <a:cubicBezTo>
                    <a:pt x="24" y="25"/>
                    <a:pt x="21" y="25"/>
                    <a:pt x="16" y="17"/>
                  </a:cubicBezTo>
                  <a:cubicBezTo>
                    <a:pt x="11" y="11"/>
                    <a:pt x="12" y="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19" name="Freeform 1198">
              <a:extLst>
                <a:ext uri="{FF2B5EF4-FFF2-40B4-BE49-F238E27FC236}">
                  <a16:creationId xmlns:a16="http://schemas.microsoft.com/office/drawing/2014/main" id="{121AFD37-4781-4E80-B9E1-B529E5126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543"/>
              <a:ext cx="37" cy="49"/>
            </a:xfrm>
            <a:custGeom>
              <a:avLst/>
              <a:gdLst>
                <a:gd name="T0" fmla="*/ 126 w 20"/>
                <a:gd name="T1" fmla="*/ 0 h 26"/>
                <a:gd name="T2" fmla="*/ 104 w 20"/>
                <a:gd name="T3" fmla="*/ 168 h 26"/>
                <a:gd name="T4" fmla="*/ 0 w 20"/>
                <a:gd name="T5" fmla="*/ 173 h 26"/>
                <a:gd name="T6" fmla="*/ 89 w 20"/>
                <a:gd name="T7" fmla="*/ 128 h 26"/>
                <a:gd name="T8" fmla="*/ 120 w 20"/>
                <a:gd name="T9" fmla="*/ 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6">
                  <a:moveTo>
                    <a:pt x="20" y="0"/>
                  </a:moveTo>
                  <a:cubicBezTo>
                    <a:pt x="16" y="9"/>
                    <a:pt x="16" y="16"/>
                    <a:pt x="16" y="25"/>
                  </a:cubicBezTo>
                  <a:cubicBezTo>
                    <a:pt x="10" y="26"/>
                    <a:pt x="5" y="18"/>
                    <a:pt x="0" y="26"/>
                  </a:cubicBezTo>
                  <a:cubicBezTo>
                    <a:pt x="4" y="22"/>
                    <a:pt x="12" y="21"/>
                    <a:pt x="14" y="19"/>
                  </a:cubicBezTo>
                  <a:cubicBezTo>
                    <a:pt x="18" y="15"/>
                    <a:pt x="13" y="6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20" name="Freeform 1199">
              <a:extLst>
                <a:ext uri="{FF2B5EF4-FFF2-40B4-BE49-F238E27FC236}">
                  <a16:creationId xmlns:a16="http://schemas.microsoft.com/office/drawing/2014/main" id="{69C6C667-31B3-438C-AEE6-75B4E01DC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463"/>
              <a:ext cx="56" cy="61"/>
            </a:xfrm>
            <a:custGeom>
              <a:avLst/>
              <a:gdLst>
                <a:gd name="T0" fmla="*/ 24 w 30"/>
                <a:gd name="T1" fmla="*/ 120 h 33"/>
                <a:gd name="T2" fmla="*/ 174 w 30"/>
                <a:gd name="T3" fmla="*/ 0 h 33"/>
                <a:gd name="T4" fmla="*/ 105 w 30"/>
                <a:gd name="T5" fmla="*/ 105 h 33"/>
                <a:gd name="T6" fmla="*/ 0 w 30"/>
                <a:gd name="T7" fmla="*/ 12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3">
                  <a:moveTo>
                    <a:pt x="4" y="19"/>
                  </a:moveTo>
                  <a:cubicBezTo>
                    <a:pt x="13" y="33"/>
                    <a:pt x="30" y="10"/>
                    <a:pt x="27" y="0"/>
                  </a:cubicBezTo>
                  <a:cubicBezTo>
                    <a:pt x="25" y="7"/>
                    <a:pt x="23" y="13"/>
                    <a:pt x="16" y="17"/>
                  </a:cubicBezTo>
                  <a:cubicBezTo>
                    <a:pt x="10" y="21"/>
                    <a:pt x="5" y="18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21" name="Freeform 1200">
              <a:extLst>
                <a:ext uri="{FF2B5EF4-FFF2-40B4-BE49-F238E27FC236}">
                  <a16:creationId xmlns:a16="http://schemas.microsoft.com/office/drawing/2014/main" id="{1C3F2713-0B1D-4821-B498-DB944EEA8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730"/>
              <a:ext cx="11" cy="71"/>
            </a:xfrm>
            <a:custGeom>
              <a:avLst/>
              <a:gdLst>
                <a:gd name="T0" fmla="*/ 7 w 6"/>
                <a:gd name="T1" fmla="*/ 0 h 38"/>
                <a:gd name="T2" fmla="*/ 24 w 6"/>
                <a:gd name="T3" fmla="*/ 7 h 38"/>
                <a:gd name="T4" fmla="*/ 24 w 6"/>
                <a:gd name="T5" fmla="*/ 125 h 38"/>
                <a:gd name="T6" fmla="*/ 0 w 6"/>
                <a:gd name="T7" fmla="*/ 249 h 38"/>
                <a:gd name="T8" fmla="*/ 0 w 6"/>
                <a:gd name="T9" fmla="*/ 97 h 38"/>
                <a:gd name="T10" fmla="*/ 20 w 6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8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6"/>
                    <a:pt x="4" y="14"/>
                    <a:pt x="4" y="19"/>
                  </a:cubicBezTo>
                  <a:cubicBezTo>
                    <a:pt x="4" y="28"/>
                    <a:pt x="3" y="30"/>
                    <a:pt x="0" y="38"/>
                  </a:cubicBezTo>
                  <a:cubicBezTo>
                    <a:pt x="3" y="30"/>
                    <a:pt x="0" y="23"/>
                    <a:pt x="0" y="15"/>
                  </a:cubicBezTo>
                  <a:cubicBezTo>
                    <a:pt x="1" y="10"/>
                    <a:pt x="3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22" name="Freeform 1201">
              <a:extLst>
                <a:ext uri="{FF2B5EF4-FFF2-40B4-BE49-F238E27FC236}">
                  <a16:creationId xmlns:a16="http://schemas.microsoft.com/office/drawing/2014/main" id="{C5252B51-5C49-4B15-980F-5212B4999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646"/>
              <a:ext cx="37" cy="51"/>
            </a:xfrm>
            <a:custGeom>
              <a:avLst/>
              <a:gdLst>
                <a:gd name="T0" fmla="*/ 120 w 20"/>
                <a:gd name="T1" fmla="*/ 8 h 27"/>
                <a:gd name="T2" fmla="*/ 96 w 20"/>
                <a:gd name="T3" fmla="*/ 181 h 27"/>
                <a:gd name="T4" fmla="*/ 126 w 2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19" y="1"/>
                  </a:moveTo>
                  <a:cubicBezTo>
                    <a:pt x="13" y="11"/>
                    <a:pt x="11" y="17"/>
                    <a:pt x="15" y="27"/>
                  </a:cubicBezTo>
                  <a:cubicBezTo>
                    <a:pt x="0" y="21"/>
                    <a:pt x="14" y="7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23" name="Freeform 1202">
              <a:extLst>
                <a:ext uri="{FF2B5EF4-FFF2-40B4-BE49-F238E27FC236}">
                  <a16:creationId xmlns:a16="http://schemas.microsoft.com/office/drawing/2014/main" id="{D7B6F9C6-8188-40FF-A29D-C71386D0A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564"/>
              <a:ext cx="11" cy="38"/>
            </a:xfrm>
            <a:custGeom>
              <a:avLst/>
              <a:gdLst>
                <a:gd name="T0" fmla="*/ 24 w 6"/>
                <a:gd name="T1" fmla="*/ 137 h 20"/>
                <a:gd name="T2" fmla="*/ 0 w 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4" y="20"/>
                  </a:moveTo>
                  <a:cubicBezTo>
                    <a:pt x="6" y="14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24" name="Freeform 1203">
              <a:extLst>
                <a:ext uri="{FF2B5EF4-FFF2-40B4-BE49-F238E27FC236}">
                  <a16:creationId xmlns:a16="http://schemas.microsoft.com/office/drawing/2014/main" id="{D7F7C0D4-CFDF-420F-8C46-C481AB3F5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572"/>
              <a:ext cx="13" cy="11"/>
            </a:xfrm>
            <a:custGeom>
              <a:avLst/>
              <a:gdLst>
                <a:gd name="T0" fmla="*/ 0 w 7"/>
                <a:gd name="T1" fmla="*/ 13 h 6"/>
                <a:gd name="T2" fmla="*/ 45 w 7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4" y="0"/>
                    <a:pt x="6" y="3"/>
                    <a:pt x="7" y="6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25" name="Freeform 1204">
              <a:extLst>
                <a:ext uri="{FF2B5EF4-FFF2-40B4-BE49-F238E27FC236}">
                  <a16:creationId xmlns:a16="http://schemas.microsoft.com/office/drawing/2014/main" id="{2936E549-DE69-459A-818E-4129914E1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577"/>
              <a:ext cx="29" cy="15"/>
            </a:xfrm>
            <a:custGeom>
              <a:avLst/>
              <a:gdLst>
                <a:gd name="T0" fmla="*/ 0 w 16"/>
                <a:gd name="T1" fmla="*/ 0 h 8"/>
                <a:gd name="T2" fmla="*/ 96 w 16"/>
                <a:gd name="T3" fmla="*/ 3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5" y="1"/>
                    <a:pt x="11" y="8"/>
                    <a:pt x="16" y="6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26" name="Freeform 1205">
              <a:extLst>
                <a:ext uri="{FF2B5EF4-FFF2-40B4-BE49-F238E27FC236}">
                  <a16:creationId xmlns:a16="http://schemas.microsoft.com/office/drawing/2014/main" id="{C95FE5C5-65AC-474B-901F-E2A55670D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690"/>
              <a:ext cx="41" cy="13"/>
            </a:xfrm>
            <a:custGeom>
              <a:avLst/>
              <a:gdLst>
                <a:gd name="T0" fmla="*/ 0 w 22"/>
                <a:gd name="T1" fmla="*/ 0 h 7"/>
                <a:gd name="T2" fmla="*/ 142 w 22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7" y="4"/>
                    <a:pt x="13" y="7"/>
                    <a:pt x="22" y="6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27" name="Freeform 1206">
              <a:extLst>
                <a:ext uri="{FF2B5EF4-FFF2-40B4-BE49-F238E27FC236}">
                  <a16:creationId xmlns:a16="http://schemas.microsoft.com/office/drawing/2014/main" id="{CF0AB97E-8648-4262-9C69-3D659B30A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699"/>
              <a:ext cx="13" cy="11"/>
            </a:xfrm>
            <a:custGeom>
              <a:avLst/>
              <a:gdLst>
                <a:gd name="T0" fmla="*/ 45 w 7"/>
                <a:gd name="T1" fmla="*/ 0 h 6"/>
                <a:gd name="T2" fmla="*/ 0 w 7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0"/>
                    <a:pt x="0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28" name="Freeform 1207">
              <a:extLst>
                <a:ext uri="{FF2B5EF4-FFF2-40B4-BE49-F238E27FC236}">
                  <a16:creationId xmlns:a16="http://schemas.microsoft.com/office/drawing/2014/main" id="{4AEADADD-9648-4BC1-A942-879E65396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757"/>
              <a:ext cx="21" cy="54"/>
            </a:xfrm>
            <a:custGeom>
              <a:avLst/>
              <a:gdLst>
                <a:gd name="T0" fmla="*/ 55 w 11"/>
                <a:gd name="T1" fmla="*/ 0 h 29"/>
                <a:gd name="T2" fmla="*/ 0 w 11"/>
                <a:gd name="T3" fmla="*/ 18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11" y="11"/>
                    <a:pt x="2" y="20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29" name="Freeform 1208">
              <a:extLst>
                <a:ext uri="{FF2B5EF4-FFF2-40B4-BE49-F238E27FC236}">
                  <a16:creationId xmlns:a16="http://schemas.microsoft.com/office/drawing/2014/main" id="{2B858D28-4554-4ABE-B90A-C74AAB688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791"/>
              <a:ext cx="9" cy="3"/>
            </a:xfrm>
            <a:custGeom>
              <a:avLst/>
              <a:gdLst>
                <a:gd name="T0" fmla="*/ 0 w 5"/>
                <a:gd name="T1" fmla="*/ 0 h 2"/>
                <a:gd name="T2" fmla="*/ 29 w 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30" name="Freeform 1209">
              <a:extLst>
                <a:ext uri="{FF2B5EF4-FFF2-40B4-BE49-F238E27FC236}">
                  <a16:creationId xmlns:a16="http://schemas.microsoft.com/office/drawing/2014/main" id="{D260D003-2554-4216-9261-52FA67E85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699"/>
              <a:ext cx="15" cy="45"/>
            </a:xfrm>
            <a:custGeom>
              <a:avLst/>
              <a:gdLst>
                <a:gd name="T0" fmla="*/ 0 w 8"/>
                <a:gd name="T1" fmla="*/ 0 h 24"/>
                <a:gd name="T2" fmla="*/ 32 w 8"/>
                <a:gd name="T3" fmla="*/ 81 h 24"/>
                <a:gd name="T4" fmla="*/ 53 w 8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0" y="4"/>
                    <a:pt x="4" y="8"/>
                    <a:pt x="5" y="12"/>
                  </a:cubicBezTo>
                  <a:cubicBezTo>
                    <a:pt x="6" y="17"/>
                    <a:pt x="6" y="20"/>
                    <a:pt x="8" y="24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31" name="Freeform 1210">
              <a:extLst>
                <a:ext uri="{FF2B5EF4-FFF2-40B4-BE49-F238E27FC236}">
                  <a16:creationId xmlns:a16="http://schemas.microsoft.com/office/drawing/2014/main" id="{8074999D-23D1-4A19-85B1-728CECBE1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540"/>
              <a:ext cx="17" cy="35"/>
            </a:xfrm>
            <a:custGeom>
              <a:avLst/>
              <a:gdLst>
                <a:gd name="T0" fmla="*/ 0 w 9"/>
                <a:gd name="T1" fmla="*/ 0 h 19"/>
                <a:gd name="T2" fmla="*/ 40 w 9"/>
                <a:gd name="T3" fmla="*/ 20 h 19"/>
                <a:gd name="T4" fmla="*/ 47 w 9"/>
                <a:gd name="T5" fmla="*/ 76 h 19"/>
                <a:gd name="T6" fmla="*/ 28 w 9"/>
                <a:gd name="T7" fmla="*/ 105 h 19"/>
                <a:gd name="T8" fmla="*/ 8 w 9"/>
                <a:gd name="T9" fmla="*/ 11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9">
                  <a:moveTo>
                    <a:pt x="0" y="0"/>
                  </a:moveTo>
                  <a:cubicBezTo>
                    <a:pt x="3" y="1"/>
                    <a:pt x="4" y="1"/>
                    <a:pt x="6" y="3"/>
                  </a:cubicBezTo>
                  <a:cubicBezTo>
                    <a:pt x="8" y="6"/>
                    <a:pt x="9" y="9"/>
                    <a:pt x="7" y="12"/>
                  </a:cubicBezTo>
                  <a:cubicBezTo>
                    <a:pt x="7" y="14"/>
                    <a:pt x="5" y="15"/>
                    <a:pt x="4" y="17"/>
                  </a:cubicBezTo>
                  <a:cubicBezTo>
                    <a:pt x="3" y="18"/>
                    <a:pt x="2" y="18"/>
                    <a:pt x="1" y="19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32" name="Freeform 1211">
              <a:extLst>
                <a:ext uri="{FF2B5EF4-FFF2-40B4-BE49-F238E27FC236}">
                  <a16:creationId xmlns:a16="http://schemas.microsoft.com/office/drawing/2014/main" id="{5D51CE54-D1D1-417D-BA7F-DC9CBDB91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559"/>
              <a:ext cx="19" cy="9"/>
            </a:xfrm>
            <a:custGeom>
              <a:avLst/>
              <a:gdLst>
                <a:gd name="T0" fmla="*/ 68 w 10"/>
                <a:gd name="T1" fmla="*/ 29 h 5"/>
                <a:gd name="T2" fmla="*/ 40 w 10"/>
                <a:gd name="T3" fmla="*/ 29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9" y="5"/>
                    <a:pt x="7" y="5"/>
                    <a:pt x="6" y="5"/>
                  </a:cubicBezTo>
                  <a:cubicBezTo>
                    <a:pt x="3" y="4"/>
                    <a:pt x="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33" name="Freeform 1212">
              <a:extLst>
                <a:ext uri="{FF2B5EF4-FFF2-40B4-BE49-F238E27FC236}">
                  <a16:creationId xmlns:a16="http://schemas.microsoft.com/office/drawing/2014/main" id="{A85DD526-56BA-4BD4-B574-D97B0E8E5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531"/>
              <a:ext cx="77" cy="39"/>
            </a:xfrm>
            <a:custGeom>
              <a:avLst/>
              <a:gdLst>
                <a:gd name="T0" fmla="*/ 0 w 41"/>
                <a:gd name="T1" fmla="*/ 59 h 21"/>
                <a:gd name="T2" fmla="*/ 165 w 41"/>
                <a:gd name="T3" fmla="*/ 32 h 21"/>
                <a:gd name="T4" fmla="*/ 218 w 41"/>
                <a:gd name="T5" fmla="*/ 37 h 21"/>
                <a:gd name="T6" fmla="*/ 265 w 41"/>
                <a:gd name="T7" fmla="*/ 89 h 21"/>
                <a:gd name="T8" fmla="*/ 257 w 41"/>
                <a:gd name="T9" fmla="*/ 128 h 21"/>
                <a:gd name="T10" fmla="*/ 233 w 41"/>
                <a:gd name="T11" fmla="*/ 134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1">
                  <a:moveTo>
                    <a:pt x="0" y="9"/>
                  </a:moveTo>
                  <a:cubicBezTo>
                    <a:pt x="5" y="0"/>
                    <a:pt x="17" y="5"/>
                    <a:pt x="25" y="5"/>
                  </a:cubicBezTo>
                  <a:cubicBezTo>
                    <a:pt x="27" y="5"/>
                    <a:pt x="30" y="5"/>
                    <a:pt x="33" y="6"/>
                  </a:cubicBezTo>
                  <a:cubicBezTo>
                    <a:pt x="36" y="7"/>
                    <a:pt x="39" y="11"/>
                    <a:pt x="40" y="14"/>
                  </a:cubicBezTo>
                  <a:cubicBezTo>
                    <a:pt x="41" y="16"/>
                    <a:pt x="41" y="19"/>
                    <a:pt x="39" y="20"/>
                  </a:cubicBezTo>
                  <a:cubicBezTo>
                    <a:pt x="38" y="21"/>
                    <a:pt x="36" y="21"/>
                    <a:pt x="35" y="21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34" name="Freeform 1213">
              <a:extLst>
                <a:ext uri="{FF2B5EF4-FFF2-40B4-BE49-F238E27FC236}">
                  <a16:creationId xmlns:a16="http://schemas.microsoft.com/office/drawing/2014/main" id="{1BD3A88B-CAF8-4A2B-9C44-68E7C3FE9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545"/>
              <a:ext cx="67" cy="47"/>
            </a:xfrm>
            <a:custGeom>
              <a:avLst/>
              <a:gdLst>
                <a:gd name="T0" fmla="*/ 13 w 36"/>
                <a:gd name="T1" fmla="*/ 100 h 25"/>
                <a:gd name="T2" fmla="*/ 0 w 36"/>
                <a:gd name="T3" fmla="*/ 53 h 25"/>
                <a:gd name="T4" fmla="*/ 32 w 36"/>
                <a:gd name="T5" fmla="*/ 8 h 25"/>
                <a:gd name="T6" fmla="*/ 84 w 36"/>
                <a:gd name="T7" fmla="*/ 15 h 25"/>
                <a:gd name="T8" fmla="*/ 149 w 36"/>
                <a:gd name="T9" fmla="*/ 32 h 25"/>
                <a:gd name="T10" fmla="*/ 201 w 36"/>
                <a:gd name="T11" fmla="*/ 45 h 25"/>
                <a:gd name="T12" fmla="*/ 225 w 36"/>
                <a:gd name="T13" fmla="*/ 113 h 25"/>
                <a:gd name="T14" fmla="*/ 194 w 36"/>
                <a:gd name="T15" fmla="*/ 165 h 25"/>
                <a:gd name="T16" fmla="*/ 162 w 36"/>
                <a:gd name="T17" fmla="*/ 165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2" y="15"/>
                  </a:moveTo>
                  <a:cubicBezTo>
                    <a:pt x="0" y="16"/>
                    <a:pt x="0" y="10"/>
                    <a:pt x="0" y="8"/>
                  </a:cubicBezTo>
                  <a:cubicBezTo>
                    <a:pt x="1" y="6"/>
                    <a:pt x="3" y="2"/>
                    <a:pt x="5" y="1"/>
                  </a:cubicBezTo>
                  <a:cubicBezTo>
                    <a:pt x="7" y="0"/>
                    <a:pt x="11" y="1"/>
                    <a:pt x="13" y="2"/>
                  </a:cubicBezTo>
                  <a:cubicBezTo>
                    <a:pt x="16" y="3"/>
                    <a:pt x="19" y="4"/>
                    <a:pt x="23" y="5"/>
                  </a:cubicBezTo>
                  <a:cubicBezTo>
                    <a:pt x="26" y="6"/>
                    <a:pt x="29" y="6"/>
                    <a:pt x="31" y="7"/>
                  </a:cubicBezTo>
                  <a:cubicBezTo>
                    <a:pt x="35" y="9"/>
                    <a:pt x="36" y="13"/>
                    <a:pt x="35" y="17"/>
                  </a:cubicBezTo>
                  <a:cubicBezTo>
                    <a:pt x="35" y="21"/>
                    <a:pt x="35" y="25"/>
                    <a:pt x="30" y="25"/>
                  </a:cubicBezTo>
                  <a:cubicBezTo>
                    <a:pt x="29" y="25"/>
                    <a:pt x="25" y="25"/>
                    <a:pt x="25" y="25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35" name="Freeform 1214">
              <a:extLst>
                <a:ext uri="{FF2B5EF4-FFF2-40B4-BE49-F238E27FC236}">
                  <a16:creationId xmlns:a16="http://schemas.microsoft.com/office/drawing/2014/main" id="{1CB3F783-A9E8-44F9-A50F-49E6A7A8C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572"/>
              <a:ext cx="54" cy="60"/>
            </a:xfrm>
            <a:custGeom>
              <a:avLst/>
              <a:gdLst>
                <a:gd name="T0" fmla="*/ 0 w 29"/>
                <a:gd name="T1" fmla="*/ 0 h 32"/>
                <a:gd name="T2" fmla="*/ 37 w 29"/>
                <a:gd name="T3" fmla="*/ 0 h 32"/>
                <a:gd name="T4" fmla="*/ 69 w 29"/>
                <a:gd name="T5" fmla="*/ 15 h 32"/>
                <a:gd name="T6" fmla="*/ 117 w 29"/>
                <a:gd name="T7" fmla="*/ 68 h 32"/>
                <a:gd name="T8" fmla="*/ 188 w 29"/>
                <a:gd name="T9" fmla="*/ 152 h 32"/>
                <a:gd name="T10" fmla="*/ 164 w 29"/>
                <a:gd name="T11" fmla="*/ 21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2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8" y="1"/>
                    <a:pt x="9" y="1"/>
                    <a:pt x="11" y="2"/>
                  </a:cubicBezTo>
                  <a:cubicBezTo>
                    <a:pt x="15" y="4"/>
                    <a:pt x="16" y="6"/>
                    <a:pt x="18" y="10"/>
                  </a:cubicBezTo>
                  <a:cubicBezTo>
                    <a:pt x="21" y="15"/>
                    <a:pt x="28" y="16"/>
                    <a:pt x="29" y="23"/>
                  </a:cubicBezTo>
                  <a:cubicBezTo>
                    <a:pt x="29" y="24"/>
                    <a:pt x="27" y="32"/>
                    <a:pt x="25" y="32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36" name="Freeform 1215">
              <a:extLst>
                <a:ext uri="{FF2B5EF4-FFF2-40B4-BE49-F238E27FC236}">
                  <a16:creationId xmlns:a16="http://schemas.microsoft.com/office/drawing/2014/main" id="{79F24EF1-885B-430B-970A-6BA5836C9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589"/>
              <a:ext cx="8" cy="13"/>
            </a:xfrm>
            <a:custGeom>
              <a:avLst/>
              <a:gdLst>
                <a:gd name="T0" fmla="*/ 0 w 4"/>
                <a:gd name="T1" fmla="*/ 0 h 7"/>
                <a:gd name="T2" fmla="*/ 32 w 4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1" y="7"/>
                    <a:pt x="4" y="7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37" name="Freeform 1216">
              <a:extLst>
                <a:ext uri="{FF2B5EF4-FFF2-40B4-BE49-F238E27FC236}">
                  <a16:creationId xmlns:a16="http://schemas.microsoft.com/office/drawing/2014/main" id="{2C80226A-C1FF-4AB6-9D5A-2EDEC7344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603"/>
              <a:ext cx="41" cy="38"/>
            </a:xfrm>
            <a:custGeom>
              <a:avLst/>
              <a:gdLst>
                <a:gd name="T0" fmla="*/ 52 w 22"/>
                <a:gd name="T1" fmla="*/ 0 h 20"/>
                <a:gd name="T2" fmla="*/ 24 w 22"/>
                <a:gd name="T3" fmla="*/ 36 h 20"/>
                <a:gd name="T4" fmla="*/ 32 w 22"/>
                <a:gd name="T5" fmla="*/ 116 h 20"/>
                <a:gd name="T6" fmla="*/ 76 w 22"/>
                <a:gd name="T7" fmla="*/ 124 h 20"/>
                <a:gd name="T8" fmla="*/ 112 w 22"/>
                <a:gd name="T9" fmla="*/ 97 h 20"/>
                <a:gd name="T10" fmla="*/ 142 w 22"/>
                <a:gd name="T11" fmla="*/ 6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0">
                  <a:moveTo>
                    <a:pt x="8" y="0"/>
                  </a:moveTo>
                  <a:cubicBezTo>
                    <a:pt x="8" y="1"/>
                    <a:pt x="5" y="4"/>
                    <a:pt x="4" y="5"/>
                  </a:cubicBezTo>
                  <a:cubicBezTo>
                    <a:pt x="1" y="9"/>
                    <a:pt x="0" y="14"/>
                    <a:pt x="5" y="17"/>
                  </a:cubicBezTo>
                  <a:cubicBezTo>
                    <a:pt x="7" y="19"/>
                    <a:pt x="9" y="20"/>
                    <a:pt x="12" y="18"/>
                  </a:cubicBezTo>
                  <a:cubicBezTo>
                    <a:pt x="14" y="17"/>
                    <a:pt x="15" y="15"/>
                    <a:pt x="17" y="14"/>
                  </a:cubicBezTo>
                  <a:cubicBezTo>
                    <a:pt x="18" y="12"/>
                    <a:pt x="21" y="11"/>
                    <a:pt x="22" y="1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38" name="Freeform 1217">
              <a:extLst>
                <a:ext uri="{FF2B5EF4-FFF2-40B4-BE49-F238E27FC236}">
                  <a16:creationId xmlns:a16="http://schemas.microsoft.com/office/drawing/2014/main" id="{6C7B80AE-DF43-4B31-BAAF-CAAECE16C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624"/>
              <a:ext cx="13" cy="6"/>
            </a:xfrm>
            <a:custGeom>
              <a:avLst/>
              <a:gdLst>
                <a:gd name="T0" fmla="*/ 0 w 7"/>
                <a:gd name="T1" fmla="*/ 24 h 3"/>
                <a:gd name="T2" fmla="*/ 0 w 7"/>
                <a:gd name="T3" fmla="*/ 24 h 3"/>
                <a:gd name="T4" fmla="*/ 45 w 7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2"/>
                    <a:pt x="4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39" name="Freeform 1218">
              <a:extLst>
                <a:ext uri="{FF2B5EF4-FFF2-40B4-BE49-F238E27FC236}">
                  <a16:creationId xmlns:a16="http://schemas.microsoft.com/office/drawing/2014/main" id="{38AA6533-3A7F-4AAE-93B1-EF2D4E662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671"/>
              <a:ext cx="36" cy="20"/>
            </a:xfrm>
            <a:custGeom>
              <a:avLst/>
              <a:gdLst>
                <a:gd name="T0" fmla="*/ 8 w 19"/>
                <a:gd name="T1" fmla="*/ 0 h 11"/>
                <a:gd name="T2" fmla="*/ 68 w 19"/>
                <a:gd name="T3" fmla="*/ 53 h 11"/>
                <a:gd name="T4" fmla="*/ 108 w 19"/>
                <a:gd name="T5" fmla="*/ 53 h 11"/>
                <a:gd name="T6" fmla="*/ 129 w 19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1" y="0"/>
                  </a:moveTo>
                  <a:cubicBezTo>
                    <a:pt x="0" y="6"/>
                    <a:pt x="5" y="7"/>
                    <a:pt x="10" y="9"/>
                  </a:cubicBezTo>
                  <a:cubicBezTo>
                    <a:pt x="12" y="10"/>
                    <a:pt x="14" y="11"/>
                    <a:pt x="16" y="9"/>
                  </a:cubicBezTo>
                  <a:cubicBezTo>
                    <a:pt x="17" y="9"/>
                    <a:pt x="18" y="8"/>
                    <a:pt x="19" y="7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40" name="Freeform 1219">
              <a:extLst>
                <a:ext uri="{FF2B5EF4-FFF2-40B4-BE49-F238E27FC236}">
                  <a16:creationId xmlns:a16="http://schemas.microsoft.com/office/drawing/2014/main" id="{EB81BE91-FDE0-4448-B348-A3FF3424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635"/>
              <a:ext cx="6" cy="23"/>
            </a:xfrm>
            <a:custGeom>
              <a:avLst/>
              <a:gdLst>
                <a:gd name="T0" fmla="*/ 0 w 3"/>
                <a:gd name="T1" fmla="*/ 0 h 12"/>
                <a:gd name="T2" fmla="*/ 24 w 3"/>
                <a:gd name="T3" fmla="*/ 44 h 12"/>
                <a:gd name="T4" fmla="*/ 24 w 3"/>
                <a:gd name="T5" fmla="*/ 8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  <a:cubicBezTo>
                    <a:pt x="3" y="8"/>
                    <a:pt x="3" y="10"/>
                    <a:pt x="3" y="12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41" name="Freeform 1220">
              <a:extLst>
                <a:ext uri="{FF2B5EF4-FFF2-40B4-BE49-F238E27FC236}">
                  <a16:creationId xmlns:a16="http://schemas.microsoft.com/office/drawing/2014/main" id="{FFD44653-83BE-4C39-8722-C5C61EA83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686"/>
              <a:ext cx="10" cy="19"/>
            </a:xfrm>
            <a:custGeom>
              <a:avLst/>
              <a:gdLst>
                <a:gd name="T0" fmla="*/ 0 w 5"/>
                <a:gd name="T1" fmla="*/ 0 h 10"/>
                <a:gd name="T2" fmla="*/ 32 w 5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3" y="2"/>
                    <a:pt x="5" y="7"/>
                    <a:pt x="4" y="1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42" name="Freeform 1221">
              <a:extLst>
                <a:ext uri="{FF2B5EF4-FFF2-40B4-BE49-F238E27FC236}">
                  <a16:creationId xmlns:a16="http://schemas.microsoft.com/office/drawing/2014/main" id="{F330420E-AEF8-4D27-BEAA-C03C5A7E9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695"/>
              <a:ext cx="25" cy="69"/>
            </a:xfrm>
            <a:custGeom>
              <a:avLst/>
              <a:gdLst>
                <a:gd name="T0" fmla="*/ 48 w 13"/>
                <a:gd name="T1" fmla="*/ 0 h 37"/>
                <a:gd name="T2" fmla="*/ 15 w 13"/>
                <a:gd name="T3" fmla="*/ 97 h 37"/>
                <a:gd name="T4" fmla="*/ 0 w 13"/>
                <a:gd name="T5" fmla="*/ 164 h 37"/>
                <a:gd name="T6" fmla="*/ 44 w 13"/>
                <a:gd name="T7" fmla="*/ 218 h 37"/>
                <a:gd name="T8" fmla="*/ 71 w 13"/>
                <a:gd name="T9" fmla="*/ 233 h 37"/>
                <a:gd name="T10" fmla="*/ 92 w 13"/>
                <a:gd name="T11" fmla="*/ 218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7">
                  <a:moveTo>
                    <a:pt x="7" y="0"/>
                  </a:moveTo>
                  <a:cubicBezTo>
                    <a:pt x="5" y="5"/>
                    <a:pt x="3" y="10"/>
                    <a:pt x="2" y="15"/>
                  </a:cubicBezTo>
                  <a:cubicBezTo>
                    <a:pt x="1" y="18"/>
                    <a:pt x="0" y="22"/>
                    <a:pt x="0" y="25"/>
                  </a:cubicBezTo>
                  <a:cubicBezTo>
                    <a:pt x="1" y="29"/>
                    <a:pt x="3" y="31"/>
                    <a:pt x="6" y="34"/>
                  </a:cubicBezTo>
                  <a:cubicBezTo>
                    <a:pt x="7" y="35"/>
                    <a:pt x="8" y="37"/>
                    <a:pt x="10" y="36"/>
                  </a:cubicBezTo>
                  <a:cubicBezTo>
                    <a:pt x="11" y="36"/>
                    <a:pt x="13" y="35"/>
                    <a:pt x="13" y="34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43" name="Freeform 1222">
              <a:extLst>
                <a:ext uri="{FF2B5EF4-FFF2-40B4-BE49-F238E27FC236}">
                  <a16:creationId xmlns:a16="http://schemas.microsoft.com/office/drawing/2014/main" id="{36177D27-A418-4787-80FD-DF127DE9E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755"/>
              <a:ext cx="13" cy="9"/>
            </a:xfrm>
            <a:custGeom>
              <a:avLst/>
              <a:gdLst>
                <a:gd name="T0" fmla="*/ 45 w 7"/>
                <a:gd name="T1" fmla="*/ 7 h 5"/>
                <a:gd name="T2" fmla="*/ 13 w 7"/>
                <a:gd name="T3" fmla="*/ 13 h 5"/>
                <a:gd name="T4" fmla="*/ 0 w 7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5" y="1"/>
                    <a:pt x="4" y="0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44" name="Freeform 1223">
              <a:extLst>
                <a:ext uri="{FF2B5EF4-FFF2-40B4-BE49-F238E27FC236}">
                  <a16:creationId xmlns:a16="http://schemas.microsoft.com/office/drawing/2014/main" id="{5DD5ADC0-A714-4275-BDF3-C70260DA2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809"/>
              <a:ext cx="28" cy="23"/>
            </a:xfrm>
            <a:custGeom>
              <a:avLst/>
              <a:gdLst>
                <a:gd name="T0" fmla="*/ 7 w 15"/>
                <a:gd name="T1" fmla="*/ 0 h 12"/>
                <a:gd name="T2" fmla="*/ 39 w 15"/>
                <a:gd name="T3" fmla="*/ 77 h 12"/>
                <a:gd name="T4" fmla="*/ 97 w 15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" y="0"/>
                  </a:moveTo>
                  <a:cubicBezTo>
                    <a:pt x="0" y="4"/>
                    <a:pt x="2" y="10"/>
                    <a:pt x="6" y="11"/>
                  </a:cubicBezTo>
                  <a:cubicBezTo>
                    <a:pt x="9" y="11"/>
                    <a:pt x="13" y="12"/>
                    <a:pt x="15" y="11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45" name="Freeform 1224">
              <a:extLst>
                <a:ext uri="{FF2B5EF4-FFF2-40B4-BE49-F238E27FC236}">
                  <a16:creationId xmlns:a16="http://schemas.microsoft.com/office/drawing/2014/main" id="{322D54A9-E77C-4507-B0CA-8985B4AAE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830"/>
              <a:ext cx="11" cy="21"/>
            </a:xfrm>
            <a:custGeom>
              <a:avLst/>
              <a:gdLst>
                <a:gd name="T0" fmla="*/ 0 w 6"/>
                <a:gd name="T1" fmla="*/ 0 h 11"/>
                <a:gd name="T2" fmla="*/ 31 w 6"/>
                <a:gd name="T3" fmla="*/ 48 h 11"/>
                <a:gd name="T4" fmla="*/ 37 w 6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2" y="2"/>
                    <a:pt x="4" y="4"/>
                    <a:pt x="5" y="7"/>
                  </a:cubicBezTo>
                  <a:cubicBezTo>
                    <a:pt x="5" y="8"/>
                    <a:pt x="6" y="10"/>
                    <a:pt x="6" y="11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46" name="Freeform 1225">
              <a:extLst>
                <a:ext uri="{FF2B5EF4-FFF2-40B4-BE49-F238E27FC236}">
                  <a16:creationId xmlns:a16="http://schemas.microsoft.com/office/drawing/2014/main" id="{2CDCCD74-04B8-45F8-87C1-38FED4D0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609"/>
              <a:ext cx="28" cy="21"/>
            </a:xfrm>
            <a:custGeom>
              <a:avLst/>
              <a:gdLst>
                <a:gd name="T0" fmla="*/ 0 w 15"/>
                <a:gd name="T1" fmla="*/ 21 h 11"/>
                <a:gd name="T2" fmla="*/ 97 w 1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3"/>
                  </a:moveTo>
                  <a:cubicBezTo>
                    <a:pt x="6" y="0"/>
                    <a:pt x="12" y="7"/>
                    <a:pt x="15" y="11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47" name="Freeform 1226">
              <a:extLst>
                <a:ext uri="{FF2B5EF4-FFF2-40B4-BE49-F238E27FC236}">
                  <a16:creationId xmlns:a16="http://schemas.microsoft.com/office/drawing/2014/main" id="{37A45BEF-1A99-4DE1-8D89-864432356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680"/>
              <a:ext cx="9" cy="17"/>
            </a:xfrm>
            <a:custGeom>
              <a:avLst/>
              <a:gdLst>
                <a:gd name="T0" fmla="*/ 23 w 5"/>
                <a:gd name="T1" fmla="*/ 0 h 9"/>
                <a:gd name="T2" fmla="*/ 0 w 5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5" y="3"/>
                    <a:pt x="4" y="8"/>
                    <a:pt x="0" y="9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48" name="Freeform 1227">
              <a:extLst>
                <a:ext uri="{FF2B5EF4-FFF2-40B4-BE49-F238E27FC236}">
                  <a16:creationId xmlns:a16="http://schemas.microsoft.com/office/drawing/2014/main" id="{6D36E95D-7BA4-4769-855E-B21F9D8B6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935"/>
              <a:ext cx="17" cy="20"/>
            </a:xfrm>
            <a:custGeom>
              <a:avLst/>
              <a:gdLst>
                <a:gd name="T0" fmla="*/ 0 w 9"/>
                <a:gd name="T1" fmla="*/ 65 h 11"/>
                <a:gd name="T2" fmla="*/ 6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5" y="10"/>
                    <a:pt x="7" y="3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49" name="Freeform 1228">
              <a:extLst>
                <a:ext uri="{FF2B5EF4-FFF2-40B4-BE49-F238E27FC236}">
                  <a16:creationId xmlns:a16="http://schemas.microsoft.com/office/drawing/2014/main" id="{4F22026E-AB94-4C4F-89A3-E7DC4CF1C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948"/>
              <a:ext cx="19" cy="9"/>
            </a:xfrm>
            <a:custGeom>
              <a:avLst/>
              <a:gdLst>
                <a:gd name="T0" fmla="*/ 0 w 10"/>
                <a:gd name="T1" fmla="*/ 29 h 5"/>
                <a:gd name="T2" fmla="*/ 68 w 10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4" y="4"/>
                    <a:pt x="6" y="0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50" name="Freeform 1229">
              <a:extLst>
                <a:ext uri="{FF2B5EF4-FFF2-40B4-BE49-F238E27FC236}">
                  <a16:creationId xmlns:a16="http://schemas.microsoft.com/office/drawing/2014/main" id="{0537BD83-1CC0-4553-BE91-209A31CFE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970"/>
              <a:ext cx="17" cy="73"/>
            </a:xfrm>
            <a:custGeom>
              <a:avLst/>
              <a:gdLst>
                <a:gd name="T0" fmla="*/ 0 w 9"/>
                <a:gd name="T1" fmla="*/ 0 h 39"/>
                <a:gd name="T2" fmla="*/ 47 w 9"/>
                <a:gd name="T3" fmla="*/ 182 h 39"/>
                <a:gd name="T4" fmla="*/ 8 w 9"/>
                <a:gd name="T5" fmla="*/ 25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9">
                  <a:moveTo>
                    <a:pt x="0" y="0"/>
                  </a:moveTo>
                  <a:cubicBezTo>
                    <a:pt x="6" y="9"/>
                    <a:pt x="4" y="19"/>
                    <a:pt x="7" y="28"/>
                  </a:cubicBezTo>
                  <a:cubicBezTo>
                    <a:pt x="9" y="36"/>
                    <a:pt x="6" y="37"/>
                    <a:pt x="1" y="39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51" name="Freeform 1230">
              <a:extLst>
                <a:ext uri="{FF2B5EF4-FFF2-40B4-BE49-F238E27FC236}">
                  <a16:creationId xmlns:a16="http://schemas.microsoft.com/office/drawing/2014/main" id="{9085F2A1-2603-4BFA-B77A-D7E5CCCF5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034"/>
              <a:ext cx="28" cy="90"/>
            </a:xfrm>
            <a:custGeom>
              <a:avLst/>
              <a:gdLst>
                <a:gd name="T0" fmla="*/ 13 w 15"/>
                <a:gd name="T1" fmla="*/ 309 h 48"/>
                <a:gd name="T2" fmla="*/ 39 w 15"/>
                <a:gd name="T3" fmla="*/ 152 h 48"/>
                <a:gd name="T4" fmla="*/ 0 w 15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8">
                  <a:moveTo>
                    <a:pt x="2" y="47"/>
                  </a:moveTo>
                  <a:cubicBezTo>
                    <a:pt x="15" y="48"/>
                    <a:pt x="8" y="29"/>
                    <a:pt x="6" y="23"/>
                  </a:cubicBezTo>
                  <a:cubicBezTo>
                    <a:pt x="4" y="16"/>
                    <a:pt x="3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52" name="Freeform 1231">
              <a:extLst>
                <a:ext uri="{FF2B5EF4-FFF2-40B4-BE49-F238E27FC236}">
                  <a16:creationId xmlns:a16="http://schemas.microsoft.com/office/drawing/2014/main" id="{D279B25E-5AA7-48CB-B3A5-74E0BCD1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034"/>
              <a:ext cx="19" cy="7"/>
            </a:xfrm>
            <a:custGeom>
              <a:avLst/>
              <a:gdLst>
                <a:gd name="T0" fmla="*/ 0 w 10"/>
                <a:gd name="T1" fmla="*/ 0 h 4"/>
                <a:gd name="T2" fmla="*/ 68 w 10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2" y="3"/>
                    <a:pt x="7" y="4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53" name="Freeform 1232">
              <a:extLst>
                <a:ext uri="{FF2B5EF4-FFF2-40B4-BE49-F238E27FC236}">
                  <a16:creationId xmlns:a16="http://schemas.microsoft.com/office/drawing/2014/main" id="{7527F85F-F9CA-4BFD-A245-E56DE55C4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880"/>
              <a:ext cx="36" cy="59"/>
            </a:xfrm>
            <a:custGeom>
              <a:avLst/>
              <a:gdLst>
                <a:gd name="T0" fmla="*/ 0 w 19"/>
                <a:gd name="T1" fmla="*/ 15 h 31"/>
                <a:gd name="T2" fmla="*/ 97 w 19"/>
                <a:gd name="T3" fmla="*/ 40 h 31"/>
                <a:gd name="T4" fmla="*/ 108 w 19"/>
                <a:gd name="T5" fmla="*/ 145 h 31"/>
                <a:gd name="T6" fmla="*/ 129 w 19"/>
                <a:gd name="T7" fmla="*/ 21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1">
                  <a:moveTo>
                    <a:pt x="0" y="2"/>
                  </a:moveTo>
                  <a:cubicBezTo>
                    <a:pt x="6" y="0"/>
                    <a:pt x="12" y="0"/>
                    <a:pt x="14" y="6"/>
                  </a:cubicBezTo>
                  <a:cubicBezTo>
                    <a:pt x="16" y="11"/>
                    <a:pt x="16" y="16"/>
                    <a:pt x="16" y="21"/>
                  </a:cubicBezTo>
                  <a:cubicBezTo>
                    <a:pt x="17" y="24"/>
                    <a:pt x="18" y="28"/>
                    <a:pt x="19" y="3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54" name="Freeform 1233">
              <a:extLst>
                <a:ext uri="{FF2B5EF4-FFF2-40B4-BE49-F238E27FC236}">
                  <a16:creationId xmlns:a16="http://schemas.microsoft.com/office/drawing/2014/main" id="{0AF65B23-1EC8-4977-8C66-9DD601A74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13"/>
              <a:ext cx="28" cy="91"/>
            </a:xfrm>
            <a:custGeom>
              <a:avLst/>
              <a:gdLst>
                <a:gd name="T0" fmla="*/ 0 w 15"/>
                <a:gd name="T1" fmla="*/ 0 h 49"/>
                <a:gd name="T2" fmla="*/ 39 w 15"/>
                <a:gd name="T3" fmla="*/ 104 h 49"/>
                <a:gd name="T4" fmla="*/ 73 w 15"/>
                <a:gd name="T5" fmla="*/ 204 h 49"/>
                <a:gd name="T6" fmla="*/ 73 w 15"/>
                <a:gd name="T7" fmla="*/ 293 h 49"/>
                <a:gd name="T8" fmla="*/ 21 w 15"/>
                <a:gd name="T9" fmla="*/ 30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9">
                  <a:moveTo>
                    <a:pt x="0" y="0"/>
                  </a:moveTo>
                  <a:cubicBezTo>
                    <a:pt x="4" y="4"/>
                    <a:pt x="5" y="11"/>
                    <a:pt x="6" y="16"/>
                  </a:cubicBezTo>
                  <a:cubicBezTo>
                    <a:pt x="8" y="22"/>
                    <a:pt x="9" y="27"/>
                    <a:pt x="11" y="32"/>
                  </a:cubicBezTo>
                  <a:cubicBezTo>
                    <a:pt x="12" y="37"/>
                    <a:pt x="15" y="42"/>
                    <a:pt x="11" y="46"/>
                  </a:cubicBezTo>
                  <a:cubicBezTo>
                    <a:pt x="9" y="49"/>
                    <a:pt x="6" y="49"/>
                    <a:pt x="3" y="4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55" name="Freeform 1234">
              <a:extLst>
                <a:ext uri="{FF2B5EF4-FFF2-40B4-BE49-F238E27FC236}">
                  <a16:creationId xmlns:a16="http://schemas.microsoft.com/office/drawing/2014/main" id="{711792B5-FC8A-4A73-ABE9-4F4186EB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113"/>
              <a:ext cx="17" cy="1"/>
            </a:xfrm>
            <a:custGeom>
              <a:avLst/>
              <a:gdLst>
                <a:gd name="T0" fmla="*/ 0 w 9"/>
                <a:gd name="T1" fmla="*/ 0 h 1"/>
                <a:gd name="T2" fmla="*/ 60 w 9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1"/>
                    <a:pt x="6" y="1"/>
                    <a:pt x="9" y="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56" name="Freeform 1235">
              <a:extLst>
                <a:ext uri="{FF2B5EF4-FFF2-40B4-BE49-F238E27FC236}">
                  <a16:creationId xmlns:a16="http://schemas.microsoft.com/office/drawing/2014/main" id="{0D33CC49-10B6-4C57-B2FB-339181D8A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204"/>
              <a:ext cx="39" cy="71"/>
            </a:xfrm>
            <a:custGeom>
              <a:avLst/>
              <a:gdLst>
                <a:gd name="T0" fmla="*/ 0 w 21"/>
                <a:gd name="T1" fmla="*/ 0 h 38"/>
                <a:gd name="T2" fmla="*/ 84 w 21"/>
                <a:gd name="T3" fmla="*/ 105 h 38"/>
                <a:gd name="T4" fmla="*/ 59 w 21"/>
                <a:gd name="T5" fmla="*/ 24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0" y="0"/>
                  </a:moveTo>
                  <a:cubicBezTo>
                    <a:pt x="8" y="0"/>
                    <a:pt x="11" y="9"/>
                    <a:pt x="13" y="16"/>
                  </a:cubicBezTo>
                  <a:cubicBezTo>
                    <a:pt x="17" y="25"/>
                    <a:pt x="21" y="34"/>
                    <a:pt x="9" y="3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57" name="Freeform 1236">
              <a:extLst>
                <a:ext uri="{FF2B5EF4-FFF2-40B4-BE49-F238E27FC236}">
                  <a16:creationId xmlns:a16="http://schemas.microsoft.com/office/drawing/2014/main" id="{6FADF373-A077-43EC-8BC9-45F0DC060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204"/>
              <a:ext cx="4" cy="17"/>
            </a:xfrm>
            <a:custGeom>
              <a:avLst/>
              <a:gdLst>
                <a:gd name="T0" fmla="*/ 16 w 2"/>
                <a:gd name="T1" fmla="*/ 0 h 9"/>
                <a:gd name="T2" fmla="*/ 8 w 2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0" y="3"/>
                    <a:pt x="0" y="6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58" name="Freeform 1237">
              <a:extLst>
                <a:ext uri="{FF2B5EF4-FFF2-40B4-BE49-F238E27FC236}">
                  <a16:creationId xmlns:a16="http://schemas.microsoft.com/office/drawing/2014/main" id="{5F4F0480-4F40-4B34-A118-4D2DFC63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266"/>
              <a:ext cx="15" cy="99"/>
            </a:xfrm>
            <a:custGeom>
              <a:avLst/>
              <a:gdLst>
                <a:gd name="T0" fmla="*/ 0 w 8"/>
                <a:gd name="T1" fmla="*/ 0 h 53"/>
                <a:gd name="T2" fmla="*/ 8 w 8"/>
                <a:gd name="T3" fmla="*/ 97 h 53"/>
                <a:gd name="T4" fmla="*/ 28 w 8"/>
                <a:gd name="T5" fmla="*/ 181 h 53"/>
                <a:gd name="T6" fmla="*/ 53 w 8"/>
                <a:gd name="T7" fmla="*/ 278 h 53"/>
                <a:gd name="T8" fmla="*/ 8 w 8"/>
                <a:gd name="T9" fmla="*/ 33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3">
                  <a:moveTo>
                    <a:pt x="0" y="0"/>
                  </a:moveTo>
                  <a:cubicBezTo>
                    <a:pt x="2" y="6"/>
                    <a:pt x="1" y="9"/>
                    <a:pt x="1" y="15"/>
                  </a:cubicBezTo>
                  <a:cubicBezTo>
                    <a:pt x="1" y="19"/>
                    <a:pt x="3" y="24"/>
                    <a:pt x="4" y="28"/>
                  </a:cubicBezTo>
                  <a:cubicBezTo>
                    <a:pt x="6" y="33"/>
                    <a:pt x="8" y="38"/>
                    <a:pt x="8" y="43"/>
                  </a:cubicBezTo>
                  <a:cubicBezTo>
                    <a:pt x="8" y="47"/>
                    <a:pt x="5" y="53"/>
                    <a:pt x="1" y="5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59" name="Freeform 1238">
              <a:extLst>
                <a:ext uri="{FF2B5EF4-FFF2-40B4-BE49-F238E27FC236}">
                  <a16:creationId xmlns:a16="http://schemas.microsoft.com/office/drawing/2014/main" id="{1FFA2BF4-7C10-484E-8E08-C9CC39B86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356"/>
              <a:ext cx="20" cy="71"/>
            </a:xfrm>
            <a:custGeom>
              <a:avLst/>
              <a:gdLst>
                <a:gd name="T0" fmla="*/ 0 w 11"/>
                <a:gd name="T1" fmla="*/ 0 h 38"/>
                <a:gd name="T2" fmla="*/ 49 w 11"/>
                <a:gd name="T3" fmla="*/ 136 h 38"/>
                <a:gd name="T4" fmla="*/ 60 w 11"/>
                <a:gd name="T5" fmla="*/ 217 h 38"/>
                <a:gd name="T6" fmla="*/ 24 w 11"/>
                <a:gd name="T7" fmla="*/ 24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8">
                  <a:moveTo>
                    <a:pt x="0" y="0"/>
                  </a:moveTo>
                  <a:cubicBezTo>
                    <a:pt x="6" y="4"/>
                    <a:pt x="7" y="14"/>
                    <a:pt x="8" y="21"/>
                  </a:cubicBezTo>
                  <a:cubicBezTo>
                    <a:pt x="9" y="24"/>
                    <a:pt x="11" y="29"/>
                    <a:pt x="10" y="33"/>
                  </a:cubicBezTo>
                  <a:cubicBezTo>
                    <a:pt x="10" y="36"/>
                    <a:pt x="6" y="38"/>
                    <a:pt x="4" y="37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60" name="Freeform 1239">
              <a:extLst>
                <a:ext uri="{FF2B5EF4-FFF2-40B4-BE49-F238E27FC236}">
                  <a16:creationId xmlns:a16="http://schemas.microsoft.com/office/drawing/2014/main" id="{0A3F3830-184B-4074-9E6D-9B67B9FD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274"/>
              <a:ext cx="11" cy="11"/>
            </a:xfrm>
            <a:custGeom>
              <a:avLst/>
              <a:gdLst>
                <a:gd name="T0" fmla="*/ 0 w 6"/>
                <a:gd name="T1" fmla="*/ 0 h 6"/>
                <a:gd name="T2" fmla="*/ 37 w 6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4" y="1"/>
                    <a:pt x="5" y="3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61" name="Freeform 1240">
              <a:extLst>
                <a:ext uri="{FF2B5EF4-FFF2-40B4-BE49-F238E27FC236}">
                  <a16:creationId xmlns:a16="http://schemas.microsoft.com/office/drawing/2014/main" id="{BA95FAB5-F840-4F89-AD14-DC28B98E6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418"/>
              <a:ext cx="28" cy="82"/>
            </a:xfrm>
            <a:custGeom>
              <a:avLst/>
              <a:gdLst>
                <a:gd name="T0" fmla="*/ 0 w 15"/>
                <a:gd name="T1" fmla="*/ 0 h 44"/>
                <a:gd name="T2" fmla="*/ 45 w 15"/>
                <a:gd name="T3" fmla="*/ 89 h 44"/>
                <a:gd name="T4" fmla="*/ 77 w 15"/>
                <a:gd name="T5" fmla="*/ 173 h 44"/>
                <a:gd name="T6" fmla="*/ 52 w 15"/>
                <a:gd name="T7" fmla="*/ 28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4">
                  <a:moveTo>
                    <a:pt x="0" y="0"/>
                  </a:moveTo>
                  <a:cubicBezTo>
                    <a:pt x="5" y="2"/>
                    <a:pt x="5" y="9"/>
                    <a:pt x="7" y="14"/>
                  </a:cubicBezTo>
                  <a:cubicBezTo>
                    <a:pt x="8" y="18"/>
                    <a:pt x="11" y="22"/>
                    <a:pt x="12" y="27"/>
                  </a:cubicBezTo>
                  <a:cubicBezTo>
                    <a:pt x="14" y="33"/>
                    <a:pt x="15" y="42"/>
                    <a:pt x="8" y="44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62" name="Freeform 1241">
              <a:extLst>
                <a:ext uri="{FF2B5EF4-FFF2-40B4-BE49-F238E27FC236}">
                  <a16:creationId xmlns:a16="http://schemas.microsoft.com/office/drawing/2014/main" id="{3578F4E9-9C6F-4A15-9D07-5F5DFEE6D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485"/>
              <a:ext cx="46" cy="60"/>
            </a:xfrm>
            <a:custGeom>
              <a:avLst/>
              <a:gdLst>
                <a:gd name="T0" fmla="*/ 0 w 25"/>
                <a:gd name="T1" fmla="*/ 0 h 32"/>
                <a:gd name="T2" fmla="*/ 44 w 25"/>
                <a:gd name="T3" fmla="*/ 21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2">
                  <a:moveTo>
                    <a:pt x="0" y="0"/>
                  </a:moveTo>
                  <a:cubicBezTo>
                    <a:pt x="5" y="7"/>
                    <a:pt x="25" y="26"/>
                    <a:pt x="7" y="3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63" name="Freeform 1242">
              <a:extLst>
                <a:ext uri="{FF2B5EF4-FFF2-40B4-BE49-F238E27FC236}">
                  <a16:creationId xmlns:a16="http://schemas.microsoft.com/office/drawing/2014/main" id="{0187E9CF-EAEB-4A86-B68A-FF3050FBB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541"/>
              <a:ext cx="6" cy="21"/>
            </a:xfrm>
            <a:custGeom>
              <a:avLst/>
              <a:gdLst>
                <a:gd name="T0" fmla="*/ 8 w 3"/>
                <a:gd name="T1" fmla="*/ 0 h 11"/>
                <a:gd name="T2" fmla="*/ 24 w 3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1" y="0"/>
                  </a:moveTo>
                  <a:cubicBezTo>
                    <a:pt x="1" y="4"/>
                    <a:pt x="0" y="9"/>
                    <a:pt x="3" y="1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64" name="Freeform 1243">
              <a:extLst>
                <a:ext uri="{FF2B5EF4-FFF2-40B4-BE49-F238E27FC236}">
                  <a16:creationId xmlns:a16="http://schemas.microsoft.com/office/drawing/2014/main" id="{206F1042-239F-4EA8-8FA5-FB284C30E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534"/>
              <a:ext cx="50" cy="67"/>
            </a:xfrm>
            <a:custGeom>
              <a:avLst/>
              <a:gdLst>
                <a:gd name="T0" fmla="*/ 0 w 27"/>
                <a:gd name="T1" fmla="*/ 0 h 36"/>
                <a:gd name="T2" fmla="*/ 104 w 27"/>
                <a:gd name="T3" fmla="*/ 23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6">
                  <a:moveTo>
                    <a:pt x="0" y="0"/>
                  </a:moveTo>
                  <a:cubicBezTo>
                    <a:pt x="3" y="8"/>
                    <a:pt x="27" y="27"/>
                    <a:pt x="16" y="36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65" name="Freeform 1244">
              <a:extLst>
                <a:ext uri="{FF2B5EF4-FFF2-40B4-BE49-F238E27FC236}">
                  <a16:creationId xmlns:a16="http://schemas.microsoft.com/office/drawing/2014/main" id="{793A2874-A7FB-454A-92FB-DF8DE0C5B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580"/>
              <a:ext cx="45" cy="66"/>
            </a:xfrm>
            <a:custGeom>
              <a:avLst/>
              <a:gdLst>
                <a:gd name="T0" fmla="*/ 0 w 24"/>
                <a:gd name="T1" fmla="*/ 0 h 35"/>
                <a:gd name="T2" fmla="*/ 68 w 24"/>
                <a:gd name="T3" fmla="*/ 60 h 35"/>
                <a:gd name="T4" fmla="*/ 105 w 24"/>
                <a:gd name="T5" fmla="*/ 113 h 35"/>
                <a:gd name="T6" fmla="*/ 152 w 24"/>
                <a:gd name="T7" fmla="*/ 160 h 35"/>
                <a:gd name="T8" fmla="*/ 133 w 24"/>
                <a:gd name="T9" fmla="*/ 2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5">
                  <a:moveTo>
                    <a:pt x="0" y="0"/>
                  </a:moveTo>
                  <a:cubicBezTo>
                    <a:pt x="4" y="3"/>
                    <a:pt x="7" y="5"/>
                    <a:pt x="10" y="9"/>
                  </a:cubicBezTo>
                  <a:cubicBezTo>
                    <a:pt x="12" y="12"/>
                    <a:pt x="14" y="15"/>
                    <a:pt x="16" y="17"/>
                  </a:cubicBezTo>
                  <a:cubicBezTo>
                    <a:pt x="18" y="19"/>
                    <a:pt x="22" y="21"/>
                    <a:pt x="23" y="24"/>
                  </a:cubicBezTo>
                  <a:cubicBezTo>
                    <a:pt x="24" y="27"/>
                    <a:pt x="21" y="33"/>
                    <a:pt x="20" y="35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66" name="Freeform 1245">
              <a:extLst>
                <a:ext uri="{FF2B5EF4-FFF2-40B4-BE49-F238E27FC236}">
                  <a16:creationId xmlns:a16="http://schemas.microsoft.com/office/drawing/2014/main" id="{D1654F5D-3ECD-4F26-80A0-6C781D537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588"/>
              <a:ext cx="17" cy="7"/>
            </a:xfrm>
            <a:custGeom>
              <a:avLst/>
              <a:gdLst>
                <a:gd name="T0" fmla="*/ 0 w 9"/>
                <a:gd name="T1" fmla="*/ 16 h 4"/>
                <a:gd name="T2" fmla="*/ 6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cubicBezTo>
                    <a:pt x="3" y="3"/>
                    <a:pt x="8" y="4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67" name="Freeform 1246">
              <a:extLst>
                <a:ext uri="{FF2B5EF4-FFF2-40B4-BE49-F238E27FC236}">
                  <a16:creationId xmlns:a16="http://schemas.microsoft.com/office/drawing/2014/main" id="{B0F85640-6D32-4030-92EF-2B9D34434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627"/>
              <a:ext cx="58" cy="56"/>
            </a:xfrm>
            <a:custGeom>
              <a:avLst/>
              <a:gdLst>
                <a:gd name="T0" fmla="*/ 0 w 31"/>
                <a:gd name="T1" fmla="*/ 0 h 30"/>
                <a:gd name="T2" fmla="*/ 144 w 31"/>
                <a:gd name="T3" fmla="*/ 91 h 30"/>
                <a:gd name="T4" fmla="*/ 189 w 31"/>
                <a:gd name="T5" fmla="*/ 121 h 30"/>
                <a:gd name="T6" fmla="*/ 189 w 31"/>
                <a:gd name="T7" fmla="*/ 19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8" y="3"/>
                    <a:pt x="14" y="10"/>
                    <a:pt x="22" y="14"/>
                  </a:cubicBezTo>
                  <a:cubicBezTo>
                    <a:pt x="24" y="16"/>
                    <a:pt x="28" y="17"/>
                    <a:pt x="29" y="19"/>
                  </a:cubicBezTo>
                  <a:cubicBezTo>
                    <a:pt x="31" y="21"/>
                    <a:pt x="30" y="29"/>
                    <a:pt x="29" y="3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68" name="Freeform 1247">
              <a:extLst>
                <a:ext uri="{FF2B5EF4-FFF2-40B4-BE49-F238E27FC236}">
                  <a16:creationId xmlns:a16="http://schemas.microsoft.com/office/drawing/2014/main" id="{BDC3C6C9-F2D9-43D7-82FD-21B8A99C0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663"/>
              <a:ext cx="13" cy="20"/>
            </a:xfrm>
            <a:custGeom>
              <a:avLst/>
              <a:gdLst>
                <a:gd name="T0" fmla="*/ 0 w 7"/>
                <a:gd name="T1" fmla="*/ 65 h 11"/>
                <a:gd name="T2" fmla="*/ 45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6" y="11"/>
                    <a:pt x="7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69" name="Freeform 1248">
              <a:extLst>
                <a:ext uri="{FF2B5EF4-FFF2-40B4-BE49-F238E27FC236}">
                  <a16:creationId xmlns:a16="http://schemas.microsoft.com/office/drawing/2014/main" id="{FD2F8B64-0F0D-4890-95A9-E69F3F78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661"/>
              <a:ext cx="43" cy="36"/>
            </a:xfrm>
            <a:custGeom>
              <a:avLst/>
              <a:gdLst>
                <a:gd name="T0" fmla="*/ 0 w 23"/>
                <a:gd name="T1" fmla="*/ 15 h 19"/>
                <a:gd name="T2" fmla="*/ 105 w 23"/>
                <a:gd name="T3" fmla="*/ 32 h 19"/>
                <a:gd name="T4" fmla="*/ 144 w 23"/>
                <a:gd name="T5" fmla="*/ 61 h 19"/>
                <a:gd name="T6" fmla="*/ 150 w 23"/>
                <a:gd name="T7" fmla="*/ 97 h 19"/>
                <a:gd name="T8" fmla="*/ 144 w 23"/>
                <a:gd name="T9" fmla="*/ 12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">
                  <a:moveTo>
                    <a:pt x="0" y="2"/>
                  </a:moveTo>
                  <a:cubicBezTo>
                    <a:pt x="5" y="0"/>
                    <a:pt x="11" y="3"/>
                    <a:pt x="16" y="5"/>
                  </a:cubicBezTo>
                  <a:cubicBezTo>
                    <a:pt x="17" y="5"/>
                    <a:pt x="22" y="7"/>
                    <a:pt x="22" y="9"/>
                  </a:cubicBezTo>
                  <a:cubicBezTo>
                    <a:pt x="23" y="10"/>
                    <a:pt x="23" y="12"/>
                    <a:pt x="23" y="14"/>
                  </a:cubicBezTo>
                  <a:cubicBezTo>
                    <a:pt x="23" y="15"/>
                    <a:pt x="23" y="19"/>
                    <a:pt x="22" y="1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70" name="Freeform 1249">
              <a:extLst>
                <a:ext uri="{FF2B5EF4-FFF2-40B4-BE49-F238E27FC236}">
                  <a16:creationId xmlns:a16="http://schemas.microsoft.com/office/drawing/2014/main" id="{79FFD624-E3FE-4DCC-8FE2-B4C22293F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627"/>
              <a:ext cx="17" cy="13"/>
            </a:xfrm>
            <a:custGeom>
              <a:avLst/>
              <a:gdLst>
                <a:gd name="T0" fmla="*/ 0 w 9"/>
                <a:gd name="T1" fmla="*/ 32 h 7"/>
                <a:gd name="T2" fmla="*/ 60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4" y="7"/>
                    <a:pt x="7" y="3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71" name="Freeform 1250">
              <a:extLst>
                <a:ext uri="{FF2B5EF4-FFF2-40B4-BE49-F238E27FC236}">
                  <a16:creationId xmlns:a16="http://schemas.microsoft.com/office/drawing/2014/main" id="{68936CB3-6C73-42A2-829B-3CCC6ED6D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678"/>
              <a:ext cx="66" cy="47"/>
            </a:xfrm>
            <a:custGeom>
              <a:avLst/>
              <a:gdLst>
                <a:gd name="T0" fmla="*/ 21 w 35"/>
                <a:gd name="T1" fmla="*/ 68 h 25"/>
                <a:gd name="T2" fmla="*/ 40 w 35"/>
                <a:gd name="T3" fmla="*/ 0 h 25"/>
                <a:gd name="T4" fmla="*/ 121 w 35"/>
                <a:gd name="T5" fmla="*/ 60 h 25"/>
                <a:gd name="T6" fmla="*/ 196 w 35"/>
                <a:gd name="T7" fmla="*/ 105 h 25"/>
                <a:gd name="T8" fmla="*/ 145 w 35"/>
                <a:gd name="T9" fmla="*/ 16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5">
                  <a:moveTo>
                    <a:pt x="3" y="10"/>
                  </a:moveTo>
                  <a:cubicBezTo>
                    <a:pt x="1" y="6"/>
                    <a:pt x="0" y="0"/>
                    <a:pt x="6" y="0"/>
                  </a:cubicBezTo>
                  <a:cubicBezTo>
                    <a:pt x="10" y="0"/>
                    <a:pt x="15" y="6"/>
                    <a:pt x="18" y="9"/>
                  </a:cubicBezTo>
                  <a:cubicBezTo>
                    <a:pt x="21" y="12"/>
                    <a:pt x="26" y="13"/>
                    <a:pt x="29" y="16"/>
                  </a:cubicBezTo>
                  <a:cubicBezTo>
                    <a:pt x="35" y="22"/>
                    <a:pt x="28" y="25"/>
                    <a:pt x="22" y="24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72" name="Freeform 1251">
              <a:extLst>
                <a:ext uri="{FF2B5EF4-FFF2-40B4-BE49-F238E27FC236}">
                  <a16:creationId xmlns:a16="http://schemas.microsoft.com/office/drawing/2014/main" id="{BF5E6E84-001C-41D2-AF09-08BE59482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713"/>
              <a:ext cx="64" cy="49"/>
            </a:xfrm>
            <a:custGeom>
              <a:avLst/>
              <a:gdLst>
                <a:gd name="T0" fmla="*/ 0 w 34"/>
                <a:gd name="T1" fmla="*/ 68 h 26"/>
                <a:gd name="T2" fmla="*/ 40 w 34"/>
                <a:gd name="T3" fmla="*/ 8 h 26"/>
                <a:gd name="T4" fmla="*/ 92 w 34"/>
                <a:gd name="T5" fmla="*/ 40 h 26"/>
                <a:gd name="T6" fmla="*/ 145 w 34"/>
                <a:gd name="T7" fmla="*/ 53 h 26"/>
                <a:gd name="T8" fmla="*/ 213 w 34"/>
                <a:gd name="T9" fmla="*/ 128 h 26"/>
                <a:gd name="T10" fmla="*/ 141 w 34"/>
                <a:gd name="T11" fmla="*/ 14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6">
                  <a:moveTo>
                    <a:pt x="0" y="10"/>
                  </a:moveTo>
                  <a:cubicBezTo>
                    <a:pt x="0" y="6"/>
                    <a:pt x="0" y="0"/>
                    <a:pt x="6" y="1"/>
                  </a:cubicBezTo>
                  <a:cubicBezTo>
                    <a:pt x="9" y="2"/>
                    <a:pt x="11" y="4"/>
                    <a:pt x="14" y="6"/>
                  </a:cubicBezTo>
                  <a:cubicBezTo>
                    <a:pt x="16" y="7"/>
                    <a:pt x="19" y="8"/>
                    <a:pt x="22" y="8"/>
                  </a:cubicBezTo>
                  <a:cubicBezTo>
                    <a:pt x="27" y="10"/>
                    <a:pt x="34" y="12"/>
                    <a:pt x="32" y="19"/>
                  </a:cubicBezTo>
                  <a:cubicBezTo>
                    <a:pt x="30" y="22"/>
                    <a:pt x="23" y="26"/>
                    <a:pt x="21" y="2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73" name="Freeform 1252">
              <a:extLst>
                <a:ext uri="{FF2B5EF4-FFF2-40B4-BE49-F238E27FC236}">
                  <a16:creationId xmlns:a16="http://schemas.microsoft.com/office/drawing/2014/main" id="{14DD535B-C7E1-4661-8AC4-99EB16C02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740"/>
              <a:ext cx="61" cy="35"/>
            </a:xfrm>
            <a:custGeom>
              <a:avLst/>
              <a:gdLst>
                <a:gd name="T0" fmla="*/ 24 w 33"/>
                <a:gd name="T1" fmla="*/ 68 h 19"/>
                <a:gd name="T2" fmla="*/ 24 w 33"/>
                <a:gd name="T3" fmla="*/ 13 h 19"/>
                <a:gd name="T4" fmla="*/ 105 w 33"/>
                <a:gd name="T5" fmla="*/ 24 h 19"/>
                <a:gd name="T6" fmla="*/ 189 w 33"/>
                <a:gd name="T7" fmla="*/ 57 h 19"/>
                <a:gd name="T8" fmla="*/ 157 w 33"/>
                <a:gd name="T9" fmla="*/ 118 h 19"/>
                <a:gd name="T10" fmla="*/ 157 w 33"/>
                <a:gd name="T11" fmla="*/ 11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9">
                  <a:moveTo>
                    <a:pt x="4" y="11"/>
                  </a:moveTo>
                  <a:cubicBezTo>
                    <a:pt x="0" y="10"/>
                    <a:pt x="1" y="3"/>
                    <a:pt x="4" y="2"/>
                  </a:cubicBezTo>
                  <a:cubicBezTo>
                    <a:pt x="7" y="0"/>
                    <a:pt x="13" y="3"/>
                    <a:pt x="17" y="4"/>
                  </a:cubicBezTo>
                  <a:cubicBezTo>
                    <a:pt x="21" y="4"/>
                    <a:pt x="28" y="5"/>
                    <a:pt x="30" y="9"/>
                  </a:cubicBezTo>
                  <a:cubicBezTo>
                    <a:pt x="33" y="13"/>
                    <a:pt x="30" y="18"/>
                    <a:pt x="25" y="19"/>
                  </a:cubicBezTo>
                  <a:cubicBezTo>
                    <a:pt x="24" y="19"/>
                    <a:pt x="25" y="19"/>
                    <a:pt x="25" y="1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74" name="Freeform 1253">
              <a:extLst>
                <a:ext uri="{FF2B5EF4-FFF2-40B4-BE49-F238E27FC236}">
                  <a16:creationId xmlns:a16="http://schemas.microsoft.com/office/drawing/2014/main" id="{A2CA84D1-1DE3-4C09-9A52-048F2F9C0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755"/>
              <a:ext cx="59" cy="63"/>
            </a:xfrm>
            <a:custGeom>
              <a:avLst/>
              <a:gdLst>
                <a:gd name="T0" fmla="*/ 7 w 32"/>
                <a:gd name="T1" fmla="*/ 76 h 34"/>
                <a:gd name="T2" fmla="*/ 52 w 32"/>
                <a:gd name="T3" fmla="*/ 20 h 34"/>
                <a:gd name="T4" fmla="*/ 120 w 32"/>
                <a:gd name="T5" fmla="*/ 82 h 34"/>
                <a:gd name="T6" fmla="*/ 201 w 32"/>
                <a:gd name="T7" fmla="*/ 158 h 34"/>
                <a:gd name="T8" fmla="*/ 140 w 32"/>
                <a:gd name="T9" fmla="*/ 17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1" y="12"/>
                  </a:moveTo>
                  <a:cubicBezTo>
                    <a:pt x="0" y="7"/>
                    <a:pt x="1" y="0"/>
                    <a:pt x="8" y="3"/>
                  </a:cubicBezTo>
                  <a:cubicBezTo>
                    <a:pt x="13" y="5"/>
                    <a:pt x="15" y="10"/>
                    <a:pt x="19" y="13"/>
                  </a:cubicBezTo>
                  <a:cubicBezTo>
                    <a:pt x="24" y="16"/>
                    <a:pt x="31" y="18"/>
                    <a:pt x="32" y="25"/>
                  </a:cubicBezTo>
                  <a:cubicBezTo>
                    <a:pt x="32" y="29"/>
                    <a:pt x="26" y="34"/>
                    <a:pt x="22" y="2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75" name="Freeform 1254">
              <a:extLst>
                <a:ext uri="{FF2B5EF4-FFF2-40B4-BE49-F238E27FC236}">
                  <a16:creationId xmlns:a16="http://schemas.microsoft.com/office/drawing/2014/main" id="{81FFA21A-837B-45A0-AFC2-1E760E916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801"/>
              <a:ext cx="60" cy="40"/>
            </a:xfrm>
            <a:custGeom>
              <a:avLst/>
              <a:gdLst>
                <a:gd name="T0" fmla="*/ 8 w 32"/>
                <a:gd name="T1" fmla="*/ 69 h 21"/>
                <a:gd name="T2" fmla="*/ 39 w 32"/>
                <a:gd name="T3" fmla="*/ 8 h 21"/>
                <a:gd name="T4" fmla="*/ 113 w 32"/>
                <a:gd name="T5" fmla="*/ 40 h 21"/>
                <a:gd name="T6" fmla="*/ 189 w 32"/>
                <a:gd name="T7" fmla="*/ 69 h 21"/>
                <a:gd name="T8" fmla="*/ 173 w 32"/>
                <a:gd name="T9" fmla="*/ 145 h 21"/>
                <a:gd name="T10" fmla="*/ 173 w 32"/>
                <a:gd name="T11" fmla="*/ 13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1">
                  <a:moveTo>
                    <a:pt x="1" y="10"/>
                  </a:moveTo>
                  <a:cubicBezTo>
                    <a:pt x="0" y="5"/>
                    <a:pt x="1" y="2"/>
                    <a:pt x="6" y="1"/>
                  </a:cubicBezTo>
                  <a:cubicBezTo>
                    <a:pt x="11" y="0"/>
                    <a:pt x="12" y="4"/>
                    <a:pt x="17" y="6"/>
                  </a:cubicBezTo>
                  <a:cubicBezTo>
                    <a:pt x="20" y="7"/>
                    <a:pt x="27" y="7"/>
                    <a:pt x="29" y="10"/>
                  </a:cubicBezTo>
                  <a:cubicBezTo>
                    <a:pt x="32" y="13"/>
                    <a:pt x="29" y="19"/>
                    <a:pt x="26" y="21"/>
                  </a:cubicBezTo>
                  <a:cubicBezTo>
                    <a:pt x="25" y="21"/>
                    <a:pt x="26" y="21"/>
                    <a:pt x="26" y="2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76" name="Freeform 1255">
              <a:extLst>
                <a:ext uri="{FF2B5EF4-FFF2-40B4-BE49-F238E27FC236}">
                  <a16:creationId xmlns:a16="http://schemas.microsoft.com/office/drawing/2014/main" id="{ED843AFE-3524-474B-895D-AC875BBFC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828"/>
              <a:ext cx="52" cy="41"/>
            </a:xfrm>
            <a:custGeom>
              <a:avLst/>
              <a:gdLst>
                <a:gd name="T0" fmla="*/ 0 w 28"/>
                <a:gd name="T1" fmla="*/ 13 h 22"/>
                <a:gd name="T2" fmla="*/ 121 w 28"/>
                <a:gd name="T3" fmla="*/ 52 h 22"/>
                <a:gd name="T4" fmla="*/ 173 w 28"/>
                <a:gd name="T5" fmla="*/ 136 h 22"/>
                <a:gd name="T6" fmla="*/ 173 w 28"/>
                <a:gd name="T7" fmla="*/ 13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">
                  <a:moveTo>
                    <a:pt x="0" y="2"/>
                  </a:moveTo>
                  <a:cubicBezTo>
                    <a:pt x="5" y="0"/>
                    <a:pt x="14" y="6"/>
                    <a:pt x="19" y="8"/>
                  </a:cubicBezTo>
                  <a:cubicBezTo>
                    <a:pt x="25" y="10"/>
                    <a:pt x="28" y="14"/>
                    <a:pt x="27" y="21"/>
                  </a:cubicBezTo>
                  <a:cubicBezTo>
                    <a:pt x="27" y="22"/>
                    <a:pt x="27" y="21"/>
                    <a:pt x="27" y="2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77" name="Freeform 1256">
              <a:extLst>
                <a:ext uri="{FF2B5EF4-FFF2-40B4-BE49-F238E27FC236}">
                  <a16:creationId xmlns:a16="http://schemas.microsoft.com/office/drawing/2014/main" id="{5AE5D162-7074-40DF-A755-9D460A00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850"/>
              <a:ext cx="49" cy="36"/>
            </a:xfrm>
            <a:custGeom>
              <a:avLst/>
              <a:gdLst>
                <a:gd name="T0" fmla="*/ 0 w 26"/>
                <a:gd name="T1" fmla="*/ 47 h 19"/>
                <a:gd name="T2" fmla="*/ 113 w 26"/>
                <a:gd name="T3" fmla="*/ 1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9">
                  <a:moveTo>
                    <a:pt x="0" y="7"/>
                  </a:moveTo>
                  <a:cubicBezTo>
                    <a:pt x="3" y="0"/>
                    <a:pt x="26" y="10"/>
                    <a:pt x="17" y="19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78" name="Freeform 1257">
              <a:extLst>
                <a:ext uri="{FF2B5EF4-FFF2-40B4-BE49-F238E27FC236}">
                  <a16:creationId xmlns:a16="http://schemas.microsoft.com/office/drawing/2014/main" id="{FC8A6657-85ED-4274-9511-CC724FFFA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874"/>
              <a:ext cx="54" cy="38"/>
            </a:xfrm>
            <a:custGeom>
              <a:avLst/>
              <a:gdLst>
                <a:gd name="T0" fmla="*/ 0 w 29"/>
                <a:gd name="T1" fmla="*/ 21 h 20"/>
                <a:gd name="T2" fmla="*/ 60 w 29"/>
                <a:gd name="T3" fmla="*/ 15 h 20"/>
                <a:gd name="T4" fmla="*/ 142 w 29"/>
                <a:gd name="T5" fmla="*/ 55 h 20"/>
                <a:gd name="T6" fmla="*/ 188 w 29"/>
                <a:gd name="T7" fmla="*/ 91 h 20"/>
                <a:gd name="T8" fmla="*/ 166 w 29"/>
                <a:gd name="T9" fmla="*/ 12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0" y="3"/>
                  </a:moveTo>
                  <a:cubicBezTo>
                    <a:pt x="3" y="0"/>
                    <a:pt x="5" y="0"/>
                    <a:pt x="9" y="2"/>
                  </a:cubicBezTo>
                  <a:cubicBezTo>
                    <a:pt x="13" y="4"/>
                    <a:pt x="18" y="5"/>
                    <a:pt x="22" y="8"/>
                  </a:cubicBezTo>
                  <a:cubicBezTo>
                    <a:pt x="24" y="9"/>
                    <a:pt x="28" y="10"/>
                    <a:pt x="29" y="13"/>
                  </a:cubicBezTo>
                  <a:cubicBezTo>
                    <a:pt x="29" y="15"/>
                    <a:pt x="27" y="20"/>
                    <a:pt x="26" y="1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79" name="Freeform 1258">
              <a:extLst>
                <a:ext uri="{FF2B5EF4-FFF2-40B4-BE49-F238E27FC236}">
                  <a16:creationId xmlns:a16="http://schemas.microsoft.com/office/drawing/2014/main" id="{34E8EF35-464C-49A0-9209-10CFA2852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803"/>
              <a:ext cx="13" cy="4"/>
            </a:xfrm>
            <a:custGeom>
              <a:avLst/>
              <a:gdLst>
                <a:gd name="T0" fmla="*/ 0 w 7"/>
                <a:gd name="T1" fmla="*/ 16 h 2"/>
                <a:gd name="T2" fmla="*/ 4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6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80" name="Freeform 1259">
              <a:extLst>
                <a:ext uri="{FF2B5EF4-FFF2-40B4-BE49-F238E27FC236}">
                  <a16:creationId xmlns:a16="http://schemas.microsoft.com/office/drawing/2014/main" id="{7B0496BA-D3FE-4192-BBA4-5DFF65F68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897"/>
              <a:ext cx="58" cy="48"/>
            </a:xfrm>
            <a:custGeom>
              <a:avLst/>
              <a:gdLst>
                <a:gd name="T0" fmla="*/ 0 w 31"/>
                <a:gd name="T1" fmla="*/ 57 h 26"/>
                <a:gd name="T2" fmla="*/ 105 w 31"/>
                <a:gd name="T3" fmla="*/ 61 h 26"/>
                <a:gd name="T4" fmla="*/ 157 w 31"/>
                <a:gd name="T5" fmla="*/ 16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0" y="9"/>
                  </a:moveTo>
                  <a:cubicBezTo>
                    <a:pt x="0" y="0"/>
                    <a:pt x="12" y="8"/>
                    <a:pt x="16" y="10"/>
                  </a:cubicBezTo>
                  <a:cubicBezTo>
                    <a:pt x="23" y="15"/>
                    <a:pt x="31" y="17"/>
                    <a:pt x="24" y="26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81" name="Freeform 1260">
              <a:extLst>
                <a:ext uri="{FF2B5EF4-FFF2-40B4-BE49-F238E27FC236}">
                  <a16:creationId xmlns:a16="http://schemas.microsoft.com/office/drawing/2014/main" id="{09F11C68-0C64-48B0-8F04-FEA667D73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934"/>
              <a:ext cx="39" cy="40"/>
            </a:xfrm>
            <a:custGeom>
              <a:avLst/>
              <a:gdLst>
                <a:gd name="T0" fmla="*/ 0 w 21"/>
                <a:gd name="T1" fmla="*/ 0 h 21"/>
                <a:gd name="T2" fmla="*/ 89 w 21"/>
                <a:gd name="T3" fmla="*/ 1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1">
                  <a:moveTo>
                    <a:pt x="0" y="0"/>
                  </a:moveTo>
                  <a:cubicBezTo>
                    <a:pt x="6" y="4"/>
                    <a:pt x="21" y="13"/>
                    <a:pt x="14" y="2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82" name="Freeform 1261">
              <a:extLst>
                <a:ext uri="{FF2B5EF4-FFF2-40B4-BE49-F238E27FC236}">
                  <a16:creationId xmlns:a16="http://schemas.microsoft.com/office/drawing/2014/main" id="{CA41A2F3-2D81-42E7-BAD0-BF663424C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964"/>
              <a:ext cx="47" cy="53"/>
            </a:xfrm>
            <a:custGeom>
              <a:avLst/>
              <a:gdLst>
                <a:gd name="T0" fmla="*/ 0 w 25"/>
                <a:gd name="T1" fmla="*/ 0 h 28"/>
                <a:gd name="T2" fmla="*/ 105 w 25"/>
                <a:gd name="T3" fmla="*/ 100 h 28"/>
                <a:gd name="T4" fmla="*/ 133 w 25"/>
                <a:gd name="T5" fmla="*/ 18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0" y="0"/>
                  </a:moveTo>
                  <a:cubicBezTo>
                    <a:pt x="7" y="4"/>
                    <a:pt x="11" y="9"/>
                    <a:pt x="16" y="15"/>
                  </a:cubicBezTo>
                  <a:cubicBezTo>
                    <a:pt x="19" y="19"/>
                    <a:pt x="25" y="22"/>
                    <a:pt x="20" y="2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83" name="Freeform 1262">
              <a:extLst>
                <a:ext uri="{FF2B5EF4-FFF2-40B4-BE49-F238E27FC236}">
                  <a16:creationId xmlns:a16="http://schemas.microsoft.com/office/drawing/2014/main" id="{CDB37C7E-31A0-4D20-9702-CC4EF0231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011"/>
              <a:ext cx="50" cy="45"/>
            </a:xfrm>
            <a:custGeom>
              <a:avLst/>
              <a:gdLst>
                <a:gd name="T0" fmla="*/ 31 w 27"/>
                <a:gd name="T1" fmla="*/ 39 h 24"/>
                <a:gd name="T2" fmla="*/ 57 w 27"/>
                <a:gd name="T3" fmla="*/ 8 h 24"/>
                <a:gd name="T4" fmla="*/ 128 w 27"/>
                <a:gd name="T5" fmla="*/ 53 h 24"/>
                <a:gd name="T6" fmla="*/ 165 w 27"/>
                <a:gd name="T7" fmla="*/ 105 h 24"/>
                <a:gd name="T8" fmla="*/ 148 w 27"/>
                <a:gd name="T9" fmla="*/ 14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5" y="6"/>
                  </a:moveTo>
                  <a:cubicBezTo>
                    <a:pt x="0" y="5"/>
                    <a:pt x="5" y="0"/>
                    <a:pt x="9" y="1"/>
                  </a:cubicBezTo>
                  <a:cubicBezTo>
                    <a:pt x="13" y="2"/>
                    <a:pt x="17" y="5"/>
                    <a:pt x="20" y="8"/>
                  </a:cubicBezTo>
                  <a:cubicBezTo>
                    <a:pt x="22" y="10"/>
                    <a:pt x="26" y="13"/>
                    <a:pt x="26" y="16"/>
                  </a:cubicBezTo>
                  <a:cubicBezTo>
                    <a:pt x="27" y="19"/>
                    <a:pt x="25" y="24"/>
                    <a:pt x="23" y="2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84" name="Freeform 1263">
              <a:extLst>
                <a:ext uri="{FF2B5EF4-FFF2-40B4-BE49-F238E27FC236}">
                  <a16:creationId xmlns:a16="http://schemas.microsoft.com/office/drawing/2014/main" id="{969C5F43-6C46-43EE-B80B-2C7D75876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039"/>
              <a:ext cx="45" cy="64"/>
            </a:xfrm>
            <a:custGeom>
              <a:avLst/>
              <a:gdLst>
                <a:gd name="T0" fmla="*/ 0 w 24"/>
                <a:gd name="T1" fmla="*/ 81 h 34"/>
                <a:gd name="T2" fmla="*/ 92 w 24"/>
                <a:gd name="T3" fmla="*/ 92 h 34"/>
                <a:gd name="T4" fmla="*/ 92 w 24"/>
                <a:gd name="T5" fmla="*/ 19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4">
                  <a:moveTo>
                    <a:pt x="0" y="12"/>
                  </a:moveTo>
                  <a:cubicBezTo>
                    <a:pt x="1" y="0"/>
                    <a:pt x="10" y="9"/>
                    <a:pt x="14" y="14"/>
                  </a:cubicBezTo>
                  <a:cubicBezTo>
                    <a:pt x="17" y="18"/>
                    <a:pt x="24" y="34"/>
                    <a:pt x="14" y="3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85" name="Freeform 1264">
              <a:extLst>
                <a:ext uri="{FF2B5EF4-FFF2-40B4-BE49-F238E27FC236}">
                  <a16:creationId xmlns:a16="http://schemas.microsoft.com/office/drawing/2014/main" id="{4833EC9B-AD6E-4991-8D65-F2A1B830C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093"/>
              <a:ext cx="38" cy="62"/>
            </a:xfrm>
            <a:custGeom>
              <a:avLst/>
              <a:gdLst>
                <a:gd name="T0" fmla="*/ 8 w 20"/>
                <a:gd name="T1" fmla="*/ 32 h 33"/>
                <a:gd name="T2" fmla="*/ 48 w 20"/>
                <a:gd name="T3" fmla="*/ 15 h 33"/>
                <a:gd name="T4" fmla="*/ 105 w 20"/>
                <a:gd name="T5" fmla="*/ 100 h 33"/>
                <a:gd name="T6" fmla="*/ 137 w 20"/>
                <a:gd name="T7" fmla="*/ 188 h 33"/>
                <a:gd name="T8" fmla="*/ 97 w 20"/>
                <a:gd name="T9" fmla="*/ 19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" y="5"/>
                  </a:moveTo>
                  <a:cubicBezTo>
                    <a:pt x="0" y="0"/>
                    <a:pt x="4" y="0"/>
                    <a:pt x="7" y="2"/>
                  </a:cubicBezTo>
                  <a:cubicBezTo>
                    <a:pt x="10" y="5"/>
                    <a:pt x="13" y="11"/>
                    <a:pt x="15" y="15"/>
                  </a:cubicBezTo>
                  <a:cubicBezTo>
                    <a:pt x="16" y="18"/>
                    <a:pt x="20" y="25"/>
                    <a:pt x="20" y="28"/>
                  </a:cubicBezTo>
                  <a:cubicBezTo>
                    <a:pt x="20" y="31"/>
                    <a:pt x="16" y="33"/>
                    <a:pt x="14" y="3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86" name="Freeform 1265">
              <a:extLst>
                <a:ext uri="{FF2B5EF4-FFF2-40B4-BE49-F238E27FC236}">
                  <a16:creationId xmlns:a16="http://schemas.microsoft.com/office/drawing/2014/main" id="{DC25C102-A276-4113-B2D9-E4383659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46"/>
              <a:ext cx="43" cy="54"/>
            </a:xfrm>
            <a:custGeom>
              <a:avLst/>
              <a:gdLst>
                <a:gd name="T0" fmla="*/ 0 w 23"/>
                <a:gd name="T1" fmla="*/ 13 h 29"/>
                <a:gd name="T2" fmla="*/ 120 w 23"/>
                <a:gd name="T3" fmla="*/ 112 h 29"/>
                <a:gd name="T4" fmla="*/ 150 w 23"/>
                <a:gd name="T5" fmla="*/ 164 h 29"/>
                <a:gd name="T6" fmla="*/ 105 w 23"/>
                <a:gd name="T7" fmla="*/ 17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9">
                  <a:moveTo>
                    <a:pt x="0" y="2"/>
                  </a:moveTo>
                  <a:cubicBezTo>
                    <a:pt x="4" y="0"/>
                    <a:pt x="15" y="14"/>
                    <a:pt x="18" y="17"/>
                  </a:cubicBezTo>
                  <a:cubicBezTo>
                    <a:pt x="19" y="19"/>
                    <a:pt x="23" y="23"/>
                    <a:pt x="23" y="25"/>
                  </a:cubicBezTo>
                  <a:cubicBezTo>
                    <a:pt x="23" y="28"/>
                    <a:pt x="17" y="29"/>
                    <a:pt x="16" y="27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87" name="Freeform 1266">
              <a:extLst>
                <a:ext uri="{FF2B5EF4-FFF2-40B4-BE49-F238E27FC236}">
                  <a16:creationId xmlns:a16="http://schemas.microsoft.com/office/drawing/2014/main" id="{11953F16-1DF4-4706-B54E-780F2A2B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189"/>
              <a:ext cx="51" cy="58"/>
            </a:xfrm>
            <a:custGeom>
              <a:avLst/>
              <a:gdLst>
                <a:gd name="T0" fmla="*/ 0 w 27"/>
                <a:gd name="T1" fmla="*/ 67 h 31"/>
                <a:gd name="T2" fmla="*/ 128 w 27"/>
                <a:gd name="T3" fmla="*/ 112 h 31"/>
                <a:gd name="T4" fmla="*/ 176 w 27"/>
                <a:gd name="T5" fmla="*/ 157 h 31"/>
                <a:gd name="T6" fmla="*/ 149 w 27"/>
                <a:gd name="T7" fmla="*/ 18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1">
                  <a:moveTo>
                    <a:pt x="0" y="10"/>
                  </a:moveTo>
                  <a:cubicBezTo>
                    <a:pt x="3" y="0"/>
                    <a:pt x="16" y="14"/>
                    <a:pt x="19" y="17"/>
                  </a:cubicBezTo>
                  <a:cubicBezTo>
                    <a:pt x="21" y="19"/>
                    <a:pt x="26" y="22"/>
                    <a:pt x="26" y="24"/>
                  </a:cubicBezTo>
                  <a:cubicBezTo>
                    <a:pt x="27" y="27"/>
                    <a:pt x="24" y="31"/>
                    <a:pt x="22" y="29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88" name="Freeform 1267">
              <a:extLst>
                <a:ext uri="{FF2B5EF4-FFF2-40B4-BE49-F238E27FC236}">
                  <a16:creationId xmlns:a16="http://schemas.microsoft.com/office/drawing/2014/main" id="{DBFACB7C-D046-4183-8797-F946F817F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239"/>
              <a:ext cx="56" cy="45"/>
            </a:xfrm>
            <a:custGeom>
              <a:avLst/>
              <a:gdLst>
                <a:gd name="T0" fmla="*/ 0 w 30"/>
                <a:gd name="T1" fmla="*/ 0 h 24"/>
                <a:gd name="T2" fmla="*/ 105 w 30"/>
                <a:gd name="T3" fmla="*/ 158 h 24"/>
                <a:gd name="T4" fmla="*/ 105 w 30"/>
                <a:gd name="T5" fmla="*/ 15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0" y="0"/>
                  </a:moveTo>
                  <a:cubicBezTo>
                    <a:pt x="3" y="1"/>
                    <a:pt x="30" y="21"/>
                    <a:pt x="16" y="24"/>
                  </a:cubicBezTo>
                  <a:cubicBezTo>
                    <a:pt x="16" y="23"/>
                    <a:pt x="16" y="23"/>
                    <a:pt x="16" y="2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89" name="Freeform 1268">
              <a:extLst>
                <a:ext uri="{FF2B5EF4-FFF2-40B4-BE49-F238E27FC236}">
                  <a16:creationId xmlns:a16="http://schemas.microsoft.com/office/drawing/2014/main" id="{6203121F-0DBA-463A-8533-8254C4A3D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3277"/>
              <a:ext cx="57" cy="65"/>
            </a:xfrm>
            <a:custGeom>
              <a:avLst/>
              <a:gdLst>
                <a:gd name="T0" fmla="*/ 7 w 31"/>
                <a:gd name="T1" fmla="*/ 37 h 35"/>
                <a:gd name="T2" fmla="*/ 44 w 31"/>
                <a:gd name="T3" fmla="*/ 45 h 35"/>
                <a:gd name="T4" fmla="*/ 97 w 31"/>
                <a:gd name="T5" fmla="*/ 97 h 35"/>
                <a:gd name="T6" fmla="*/ 142 w 31"/>
                <a:gd name="T7" fmla="*/ 22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1" y="6"/>
                  </a:moveTo>
                  <a:cubicBezTo>
                    <a:pt x="0" y="0"/>
                    <a:pt x="6" y="5"/>
                    <a:pt x="7" y="7"/>
                  </a:cubicBezTo>
                  <a:cubicBezTo>
                    <a:pt x="11" y="9"/>
                    <a:pt x="13" y="12"/>
                    <a:pt x="16" y="15"/>
                  </a:cubicBezTo>
                  <a:cubicBezTo>
                    <a:pt x="18" y="18"/>
                    <a:pt x="31" y="33"/>
                    <a:pt x="23" y="35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90" name="Freeform 1269">
              <a:extLst>
                <a:ext uri="{FF2B5EF4-FFF2-40B4-BE49-F238E27FC236}">
                  <a16:creationId xmlns:a16="http://schemas.microsoft.com/office/drawing/2014/main" id="{5B194A1B-2BAE-4DAA-96E6-826E46B30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3331"/>
              <a:ext cx="30" cy="52"/>
            </a:xfrm>
            <a:custGeom>
              <a:avLst/>
              <a:gdLst>
                <a:gd name="T0" fmla="*/ 0 w 16"/>
                <a:gd name="T1" fmla="*/ 24 h 28"/>
                <a:gd name="T2" fmla="*/ 81 w 16"/>
                <a:gd name="T3" fmla="*/ 97 h 28"/>
                <a:gd name="T4" fmla="*/ 105 w 16"/>
                <a:gd name="T5" fmla="*/ 149 h 28"/>
                <a:gd name="T6" fmla="*/ 68 w 16"/>
                <a:gd name="T7" fmla="*/ 17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8">
                  <a:moveTo>
                    <a:pt x="0" y="4"/>
                  </a:moveTo>
                  <a:cubicBezTo>
                    <a:pt x="4" y="0"/>
                    <a:pt x="10" y="12"/>
                    <a:pt x="12" y="15"/>
                  </a:cubicBezTo>
                  <a:cubicBezTo>
                    <a:pt x="14" y="17"/>
                    <a:pt x="16" y="20"/>
                    <a:pt x="16" y="23"/>
                  </a:cubicBezTo>
                  <a:cubicBezTo>
                    <a:pt x="15" y="26"/>
                    <a:pt x="13" y="28"/>
                    <a:pt x="10" y="27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91" name="Freeform 1270">
              <a:extLst>
                <a:ext uri="{FF2B5EF4-FFF2-40B4-BE49-F238E27FC236}">
                  <a16:creationId xmlns:a16="http://schemas.microsoft.com/office/drawing/2014/main" id="{A37BEC89-4723-4FCD-B1A6-70339A892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376"/>
              <a:ext cx="22" cy="69"/>
            </a:xfrm>
            <a:custGeom>
              <a:avLst/>
              <a:gdLst>
                <a:gd name="T0" fmla="*/ 0 w 12"/>
                <a:gd name="T1" fmla="*/ 32 h 37"/>
                <a:gd name="T2" fmla="*/ 51 w 12"/>
                <a:gd name="T3" fmla="*/ 117 h 37"/>
                <a:gd name="T4" fmla="*/ 68 w 12"/>
                <a:gd name="T5" fmla="*/ 201 h 37"/>
                <a:gd name="T6" fmla="*/ 24 w 12"/>
                <a:gd name="T7" fmla="*/ 20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7">
                  <a:moveTo>
                    <a:pt x="0" y="5"/>
                  </a:moveTo>
                  <a:cubicBezTo>
                    <a:pt x="8" y="0"/>
                    <a:pt x="7" y="13"/>
                    <a:pt x="8" y="18"/>
                  </a:cubicBezTo>
                  <a:cubicBezTo>
                    <a:pt x="9" y="22"/>
                    <a:pt x="12" y="28"/>
                    <a:pt x="11" y="31"/>
                  </a:cubicBezTo>
                  <a:cubicBezTo>
                    <a:pt x="10" y="34"/>
                    <a:pt x="5" y="37"/>
                    <a:pt x="4" y="3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92" name="Freeform 1271">
              <a:extLst>
                <a:ext uri="{FF2B5EF4-FFF2-40B4-BE49-F238E27FC236}">
                  <a16:creationId xmlns:a16="http://schemas.microsoft.com/office/drawing/2014/main" id="{7867E998-896A-4D1F-9F8A-EAB01E259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3440"/>
              <a:ext cx="17" cy="69"/>
            </a:xfrm>
            <a:custGeom>
              <a:avLst/>
              <a:gdLst>
                <a:gd name="T0" fmla="*/ 0 w 9"/>
                <a:gd name="T1" fmla="*/ 0 h 37"/>
                <a:gd name="T2" fmla="*/ 40 w 9"/>
                <a:gd name="T3" fmla="*/ 142 h 37"/>
                <a:gd name="T4" fmla="*/ 53 w 9"/>
                <a:gd name="T5" fmla="*/ 218 h 37"/>
                <a:gd name="T6" fmla="*/ 15 w 9"/>
                <a:gd name="T7" fmla="*/ 233 h 37"/>
                <a:gd name="T8" fmla="*/ 21 w 9"/>
                <a:gd name="T9" fmla="*/ 21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7">
                  <a:moveTo>
                    <a:pt x="0" y="0"/>
                  </a:moveTo>
                  <a:cubicBezTo>
                    <a:pt x="5" y="4"/>
                    <a:pt x="5" y="16"/>
                    <a:pt x="6" y="22"/>
                  </a:cubicBezTo>
                  <a:cubicBezTo>
                    <a:pt x="6" y="25"/>
                    <a:pt x="9" y="31"/>
                    <a:pt x="8" y="34"/>
                  </a:cubicBezTo>
                  <a:cubicBezTo>
                    <a:pt x="7" y="37"/>
                    <a:pt x="5" y="36"/>
                    <a:pt x="2" y="36"/>
                  </a:cubicBezTo>
                  <a:cubicBezTo>
                    <a:pt x="2" y="35"/>
                    <a:pt x="2" y="35"/>
                    <a:pt x="3" y="34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93" name="Freeform 1272">
              <a:extLst>
                <a:ext uri="{FF2B5EF4-FFF2-40B4-BE49-F238E27FC236}">
                  <a16:creationId xmlns:a16="http://schemas.microsoft.com/office/drawing/2014/main" id="{92DAB2A4-ABAD-48E6-A074-0FD3D873E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507"/>
              <a:ext cx="31" cy="60"/>
            </a:xfrm>
            <a:custGeom>
              <a:avLst/>
              <a:gdLst>
                <a:gd name="T0" fmla="*/ 0 w 17"/>
                <a:gd name="T1" fmla="*/ 0 h 32"/>
                <a:gd name="T2" fmla="*/ 73 w 17"/>
                <a:gd name="T3" fmla="*/ 113 h 32"/>
                <a:gd name="T4" fmla="*/ 89 w 17"/>
                <a:gd name="T5" fmla="*/ 186 h 32"/>
                <a:gd name="T6" fmla="*/ 49 w 17"/>
                <a:gd name="T7" fmla="*/ 18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5" y="1"/>
                    <a:pt x="9" y="12"/>
                    <a:pt x="12" y="17"/>
                  </a:cubicBezTo>
                  <a:cubicBezTo>
                    <a:pt x="13" y="19"/>
                    <a:pt x="17" y="26"/>
                    <a:pt x="15" y="28"/>
                  </a:cubicBezTo>
                  <a:cubicBezTo>
                    <a:pt x="13" y="32"/>
                    <a:pt x="9" y="30"/>
                    <a:pt x="8" y="2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94" name="Freeform 1273">
              <a:extLst>
                <a:ext uri="{FF2B5EF4-FFF2-40B4-BE49-F238E27FC236}">
                  <a16:creationId xmlns:a16="http://schemas.microsoft.com/office/drawing/2014/main" id="{27779261-71BB-4FDA-B0F3-A116B022D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563"/>
              <a:ext cx="30" cy="52"/>
            </a:xfrm>
            <a:custGeom>
              <a:avLst/>
              <a:gdLst>
                <a:gd name="T0" fmla="*/ 0 w 16"/>
                <a:gd name="T1" fmla="*/ 0 h 28"/>
                <a:gd name="T2" fmla="*/ 73 w 16"/>
                <a:gd name="T3" fmla="*/ 76 h 28"/>
                <a:gd name="T4" fmla="*/ 99 w 16"/>
                <a:gd name="T5" fmla="*/ 149 h 28"/>
                <a:gd name="T6" fmla="*/ 68 w 16"/>
                <a:gd name="T7" fmla="*/ 17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4" y="1"/>
                    <a:pt x="9" y="9"/>
                    <a:pt x="11" y="12"/>
                  </a:cubicBezTo>
                  <a:cubicBezTo>
                    <a:pt x="12" y="15"/>
                    <a:pt x="16" y="20"/>
                    <a:pt x="15" y="23"/>
                  </a:cubicBezTo>
                  <a:cubicBezTo>
                    <a:pt x="15" y="25"/>
                    <a:pt x="11" y="28"/>
                    <a:pt x="10" y="27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95" name="Freeform 1274">
              <a:extLst>
                <a:ext uri="{FF2B5EF4-FFF2-40B4-BE49-F238E27FC236}">
                  <a16:creationId xmlns:a16="http://schemas.microsoft.com/office/drawing/2014/main" id="{F1EFDB93-6CFE-4E0E-AC23-085057F73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3565"/>
              <a:ext cx="4" cy="9"/>
            </a:xfrm>
            <a:custGeom>
              <a:avLst/>
              <a:gdLst>
                <a:gd name="T0" fmla="*/ 8 w 2"/>
                <a:gd name="T1" fmla="*/ 29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96" name="Freeform 1275">
              <a:extLst>
                <a:ext uri="{FF2B5EF4-FFF2-40B4-BE49-F238E27FC236}">
                  <a16:creationId xmlns:a16="http://schemas.microsoft.com/office/drawing/2014/main" id="{0073CA4E-476A-44D3-9D76-E8C03E141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3608"/>
              <a:ext cx="30" cy="56"/>
            </a:xfrm>
            <a:custGeom>
              <a:avLst/>
              <a:gdLst>
                <a:gd name="T0" fmla="*/ 0 w 16"/>
                <a:gd name="T1" fmla="*/ 0 h 30"/>
                <a:gd name="T2" fmla="*/ 73 w 16"/>
                <a:gd name="T3" fmla="*/ 97 h 30"/>
                <a:gd name="T4" fmla="*/ 99 w 16"/>
                <a:gd name="T5" fmla="*/ 164 h 30"/>
                <a:gd name="T6" fmla="*/ 73 w 16"/>
                <a:gd name="T7" fmla="*/ 18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0">
                  <a:moveTo>
                    <a:pt x="0" y="0"/>
                  </a:moveTo>
                  <a:cubicBezTo>
                    <a:pt x="5" y="5"/>
                    <a:pt x="7" y="10"/>
                    <a:pt x="11" y="15"/>
                  </a:cubicBezTo>
                  <a:cubicBezTo>
                    <a:pt x="13" y="18"/>
                    <a:pt x="16" y="21"/>
                    <a:pt x="15" y="25"/>
                  </a:cubicBezTo>
                  <a:cubicBezTo>
                    <a:pt x="15" y="27"/>
                    <a:pt x="13" y="30"/>
                    <a:pt x="11" y="29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97" name="Freeform 1276">
              <a:extLst>
                <a:ext uri="{FF2B5EF4-FFF2-40B4-BE49-F238E27FC236}">
                  <a16:creationId xmlns:a16="http://schemas.microsoft.com/office/drawing/2014/main" id="{84CFD225-F63F-4CF2-9BAF-982C4EAA5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3657"/>
              <a:ext cx="19" cy="45"/>
            </a:xfrm>
            <a:custGeom>
              <a:avLst/>
              <a:gdLst>
                <a:gd name="T0" fmla="*/ 0 w 10"/>
                <a:gd name="T1" fmla="*/ 0 h 24"/>
                <a:gd name="T2" fmla="*/ 55 w 10"/>
                <a:gd name="T3" fmla="*/ 105 h 24"/>
                <a:gd name="T4" fmla="*/ 68 w 10"/>
                <a:gd name="T5" fmla="*/ 144 h 24"/>
                <a:gd name="T6" fmla="*/ 36 w 10"/>
                <a:gd name="T7" fmla="*/ 158 h 24"/>
                <a:gd name="T8" fmla="*/ 29 w 10"/>
                <a:gd name="T9" fmla="*/ 15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5" y="4"/>
                    <a:pt x="6" y="10"/>
                    <a:pt x="8" y="16"/>
                  </a:cubicBezTo>
                  <a:cubicBezTo>
                    <a:pt x="9" y="17"/>
                    <a:pt x="10" y="20"/>
                    <a:pt x="10" y="22"/>
                  </a:cubicBezTo>
                  <a:cubicBezTo>
                    <a:pt x="9" y="23"/>
                    <a:pt x="6" y="23"/>
                    <a:pt x="5" y="24"/>
                  </a:cubicBezTo>
                  <a:cubicBezTo>
                    <a:pt x="4" y="23"/>
                    <a:pt x="5" y="23"/>
                    <a:pt x="4" y="2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98" name="Freeform 1277">
              <a:extLst>
                <a:ext uri="{FF2B5EF4-FFF2-40B4-BE49-F238E27FC236}">
                  <a16:creationId xmlns:a16="http://schemas.microsoft.com/office/drawing/2014/main" id="{D513D60F-CEA9-4A86-A966-756CC9BC2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698"/>
              <a:ext cx="11" cy="24"/>
            </a:xfrm>
            <a:custGeom>
              <a:avLst/>
              <a:gdLst>
                <a:gd name="T0" fmla="*/ 0 w 6"/>
                <a:gd name="T1" fmla="*/ 0 h 13"/>
                <a:gd name="T2" fmla="*/ 37 w 6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3" y="4"/>
                    <a:pt x="6" y="9"/>
                    <a:pt x="6" y="1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99" name="Freeform 1278">
              <a:extLst>
                <a:ext uri="{FF2B5EF4-FFF2-40B4-BE49-F238E27FC236}">
                  <a16:creationId xmlns:a16="http://schemas.microsoft.com/office/drawing/2014/main" id="{0B17D327-EA5B-4008-9627-B5105B3A8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687"/>
              <a:ext cx="13" cy="35"/>
            </a:xfrm>
            <a:custGeom>
              <a:avLst/>
              <a:gdLst>
                <a:gd name="T0" fmla="*/ 45 w 7"/>
                <a:gd name="T1" fmla="*/ 0 h 19"/>
                <a:gd name="T2" fmla="*/ 20 w 7"/>
                <a:gd name="T3" fmla="*/ 44 h 19"/>
                <a:gd name="T4" fmla="*/ 0 w 7"/>
                <a:gd name="T5" fmla="*/ 11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3" y="1"/>
                    <a:pt x="3" y="3"/>
                    <a:pt x="3" y="7"/>
                  </a:cubicBezTo>
                  <a:cubicBezTo>
                    <a:pt x="2" y="10"/>
                    <a:pt x="0" y="19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00" name="Freeform 1279">
              <a:extLst>
                <a:ext uri="{FF2B5EF4-FFF2-40B4-BE49-F238E27FC236}">
                  <a16:creationId xmlns:a16="http://schemas.microsoft.com/office/drawing/2014/main" id="{C9061989-1071-4124-BABA-9E95079FA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645"/>
              <a:ext cx="15" cy="49"/>
            </a:xfrm>
            <a:custGeom>
              <a:avLst/>
              <a:gdLst>
                <a:gd name="T0" fmla="*/ 21 w 8"/>
                <a:gd name="T1" fmla="*/ 173 h 26"/>
                <a:gd name="T2" fmla="*/ 15 w 8"/>
                <a:gd name="T3" fmla="*/ 32 h 26"/>
                <a:gd name="T4" fmla="*/ 53 w 8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6">
                  <a:moveTo>
                    <a:pt x="3" y="26"/>
                  </a:moveTo>
                  <a:cubicBezTo>
                    <a:pt x="0" y="22"/>
                    <a:pt x="1" y="10"/>
                    <a:pt x="2" y="5"/>
                  </a:cubicBezTo>
                  <a:cubicBezTo>
                    <a:pt x="4" y="1"/>
                    <a:pt x="6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01" name="Freeform 1280">
              <a:extLst>
                <a:ext uri="{FF2B5EF4-FFF2-40B4-BE49-F238E27FC236}">
                  <a16:creationId xmlns:a16="http://schemas.microsoft.com/office/drawing/2014/main" id="{1F55981B-9E91-4C1F-8382-0FCED2B81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601"/>
              <a:ext cx="17" cy="52"/>
            </a:xfrm>
            <a:custGeom>
              <a:avLst/>
              <a:gdLst>
                <a:gd name="T0" fmla="*/ 40 w 9"/>
                <a:gd name="T1" fmla="*/ 180 h 28"/>
                <a:gd name="T2" fmla="*/ 60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6" y="28"/>
                  </a:moveTo>
                  <a:cubicBezTo>
                    <a:pt x="5" y="19"/>
                    <a:pt x="0" y="6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02" name="Freeform 1281">
              <a:extLst>
                <a:ext uri="{FF2B5EF4-FFF2-40B4-BE49-F238E27FC236}">
                  <a16:creationId xmlns:a16="http://schemas.microsoft.com/office/drawing/2014/main" id="{1031F6EC-2178-4911-AFF8-6120CF120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559"/>
              <a:ext cx="17" cy="53"/>
            </a:xfrm>
            <a:custGeom>
              <a:avLst/>
              <a:gdLst>
                <a:gd name="T0" fmla="*/ 60 w 9"/>
                <a:gd name="T1" fmla="*/ 189 h 28"/>
                <a:gd name="T2" fmla="*/ 28 w 9"/>
                <a:gd name="T3" fmla="*/ 83 h 28"/>
                <a:gd name="T4" fmla="*/ 0 w 9"/>
                <a:gd name="T5" fmla="*/ 15 h 28"/>
                <a:gd name="T6" fmla="*/ 53 w 9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8">
                  <a:moveTo>
                    <a:pt x="9" y="28"/>
                  </a:moveTo>
                  <a:cubicBezTo>
                    <a:pt x="7" y="23"/>
                    <a:pt x="7" y="17"/>
                    <a:pt x="4" y="12"/>
                  </a:cubicBezTo>
                  <a:cubicBezTo>
                    <a:pt x="3" y="9"/>
                    <a:pt x="0" y="5"/>
                    <a:pt x="0" y="2"/>
                  </a:cubicBezTo>
                  <a:cubicBezTo>
                    <a:pt x="2" y="1"/>
                    <a:pt x="7" y="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03" name="Freeform 1282">
              <a:extLst>
                <a:ext uri="{FF2B5EF4-FFF2-40B4-BE49-F238E27FC236}">
                  <a16:creationId xmlns:a16="http://schemas.microsoft.com/office/drawing/2014/main" id="{1DB59531-ABB9-4E56-B715-4751928BA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513"/>
              <a:ext cx="25" cy="48"/>
            </a:xfrm>
            <a:custGeom>
              <a:avLst/>
              <a:gdLst>
                <a:gd name="T0" fmla="*/ 48 w 13"/>
                <a:gd name="T1" fmla="*/ 0 h 26"/>
                <a:gd name="T2" fmla="*/ 8 w 13"/>
                <a:gd name="T3" fmla="*/ 44 h 26"/>
                <a:gd name="T4" fmla="*/ 29 w 13"/>
                <a:gd name="T5" fmla="*/ 89 h 26"/>
                <a:gd name="T6" fmla="*/ 92 w 13"/>
                <a:gd name="T7" fmla="*/ 16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7" y="0"/>
                  </a:moveTo>
                  <a:cubicBezTo>
                    <a:pt x="5" y="2"/>
                    <a:pt x="1" y="4"/>
                    <a:pt x="1" y="7"/>
                  </a:cubicBezTo>
                  <a:cubicBezTo>
                    <a:pt x="0" y="9"/>
                    <a:pt x="3" y="12"/>
                    <a:pt x="4" y="14"/>
                  </a:cubicBezTo>
                  <a:cubicBezTo>
                    <a:pt x="7" y="19"/>
                    <a:pt x="10" y="22"/>
                    <a:pt x="13" y="26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04" name="Freeform 1283">
              <a:extLst>
                <a:ext uri="{FF2B5EF4-FFF2-40B4-BE49-F238E27FC236}">
                  <a16:creationId xmlns:a16="http://schemas.microsoft.com/office/drawing/2014/main" id="{FF83424A-74A3-446A-AF17-7504F580D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456"/>
              <a:ext cx="9" cy="64"/>
            </a:xfrm>
            <a:custGeom>
              <a:avLst/>
              <a:gdLst>
                <a:gd name="T0" fmla="*/ 29 w 5"/>
                <a:gd name="T1" fmla="*/ 53 h 34"/>
                <a:gd name="T2" fmla="*/ 7 w 5"/>
                <a:gd name="T3" fmla="*/ 128 h 34"/>
                <a:gd name="T4" fmla="*/ 23 w 5"/>
                <a:gd name="T5" fmla="*/ 22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4">
                  <a:moveTo>
                    <a:pt x="5" y="8"/>
                  </a:moveTo>
                  <a:cubicBezTo>
                    <a:pt x="0" y="0"/>
                    <a:pt x="0" y="17"/>
                    <a:pt x="1" y="19"/>
                  </a:cubicBezTo>
                  <a:cubicBezTo>
                    <a:pt x="1" y="23"/>
                    <a:pt x="1" y="32"/>
                    <a:pt x="4" y="34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05" name="Freeform 1284">
              <a:extLst>
                <a:ext uri="{FF2B5EF4-FFF2-40B4-BE49-F238E27FC236}">
                  <a16:creationId xmlns:a16="http://schemas.microsoft.com/office/drawing/2014/main" id="{F3D233A8-F659-4F69-8F94-CDA833860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518"/>
              <a:ext cx="11" cy="6"/>
            </a:xfrm>
            <a:custGeom>
              <a:avLst/>
              <a:gdLst>
                <a:gd name="T0" fmla="*/ 0 w 6"/>
                <a:gd name="T1" fmla="*/ 16 h 3"/>
                <a:gd name="T2" fmla="*/ 37 w 6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0"/>
                    <a:pt x="5" y="1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06" name="Freeform 1285">
              <a:extLst>
                <a:ext uri="{FF2B5EF4-FFF2-40B4-BE49-F238E27FC236}">
                  <a16:creationId xmlns:a16="http://schemas.microsoft.com/office/drawing/2014/main" id="{84433182-B940-463E-A976-32F44335E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411"/>
              <a:ext cx="30" cy="62"/>
            </a:xfrm>
            <a:custGeom>
              <a:avLst/>
              <a:gdLst>
                <a:gd name="T0" fmla="*/ 105 w 16"/>
                <a:gd name="T1" fmla="*/ 197 h 33"/>
                <a:gd name="T2" fmla="*/ 28 w 16"/>
                <a:gd name="T3" fmla="*/ 73 h 33"/>
                <a:gd name="T4" fmla="*/ 28 w 16"/>
                <a:gd name="T5" fmla="*/ 8 h 33"/>
                <a:gd name="T6" fmla="*/ 73 w 16"/>
                <a:gd name="T7" fmla="*/ 21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16" y="30"/>
                  </a:moveTo>
                  <a:cubicBezTo>
                    <a:pt x="9" y="33"/>
                    <a:pt x="6" y="15"/>
                    <a:pt x="4" y="11"/>
                  </a:cubicBezTo>
                  <a:cubicBezTo>
                    <a:pt x="3" y="8"/>
                    <a:pt x="0" y="4"/>
                    <a:pt x="4" y="1"/>
                  </a:cubicBezTo>
                  <a:cubicBezTo>
                    <a:pt x="7" y="0"/>
                    <a:pt x="9" y="3"/>
                    <a:pt x="11" y="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07" name="Freeform 1286">
              <a:extLst>
                <a:ext uri="{FF2B5EF4-FFF2-40B4-BE49-F238E27FC236}">
                  <a16:creationId xmlns:a16="http://schemas.microsoft.com/office/drawing/2014/main" id="{F99C9D41-4D6E-467F-88BE-CA63644B3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387"/>
              <a:ext cx="47" cy="38"/>
            </a:xfrm>
            <a:custGeom>
              <a:avLst/>
              <a:gdLst>
                <a:gd name="T0" fmla="*/ 145 w 25"/>
                <a:gd name="T1" fmla="*/ 61 h 20"/>
                <a:gd name="T2" fmla="*/ 68 w 25"/>
                <a:gd name="T3" fmla="*/ 91 h 20"/>
                <a:gd name="T4" fmla="*/ 15 w 25"/>
                <a:gd name="T5" fmla="*/ 48 h 20"/>
                <a:gd name="T6" fmla="*/ 60 w 25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">
                  <a:moveTo>
                    <a:pt x="22" y="9"/>
                  </a:moveTo>
                  <a:cubicBezTo>
                    <a:pt x="25" y="20"/>
                    <a:pt x="16" y="16"/>
                    <a:pt x="10" y="13"/>
                  </a:cubicBezTo>
                  <a:cubicBezTo>
                    <a:pt x="8" y="11"/>
                    <a:pt x="3" y="9"/>
                    <a:pt x="2" y="7"/>
                  </a:cubicBezTo>
                  <a:cubicBezTo>
                    <a:pt x="0" y="2"/>
                    <a:pt x="5" y="0"/>
                    <a:pt x="9" y="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08" name="Freeform 1287">
              <a:extLst>
                <a:ext uri="{FF2B5EF4-FFF2-40B4-BE49-F238E27FC236}">
                  <a16:creationId xmlns:a16="http://schemas.microsoft.com/office/drawing/2014/main" id="{596EE4C8-6A14-4FD8-99A6-BDF1222B6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344"/>
              <a:ext cx="34" cy="56"/>
            </a:xfrm>
            <a:custGeom>
              <a:avLst/>
              <a:gdLst>
                <a:gd name="T0" fmla="*/ 60 w 18"/>
                <a:gd name="T1" fmla="*/ 32 h 30"/>
                <a:gd name="T2" fmla="*/ 47 w 18"/>
                <a:gd name="T3" fmla="*/ 164 h 30"/>
                <a:gd name="T4" fmla="*/ 93 w 18"/>
                <a:gd name="T5" fmla="*/ 189 h 30"/>
                <a:gd name="T6" fmla="*/ 121 w 18"/>
                <a:gd name="T7" fmla="*/ 12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9" y="5"/>
                  </a:moveTo>
                  <a:cubicBezTo>
                    <a:pt x="0" y="0"/>
                    <a:pt x="4" y="22"/>
                    <a:pt x="7" y="25"/>
                  </a:cubicBezTo>
                  <a:cubicBezTo>
                    <a:pt x="8" y="26"/>
                    <a:pt x="12" y="30"/>
                    <a:pt x="14" y="29"/>
                  </a:cubicBezTo>
                  <a:cubicBezTo>
                    <a:pt x="15" y="29"/>
                    <a:pt x="17" y="21"/>
                    <a:pt x="18" y="2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09" name="Freeform 1288">
              <a:extLst>
                <a:ext uri="{FF2B5EF4-FFF2-40B4-BE49-F238E27FC236}">
                  <a16:creationId xmlns:a16="http://schemas.microsoft.com/office/drawing/2014/main" id="{E034560B-D5EC-4A83-BE9E-D1F482E4A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301"/>
              <a:ext cx="20" cy="60"/>
            </a:xfrm>
            <a:custGeom>
              <a:avLst/>
              <a:gdLst>
                <a:gd name="T0" fmla="*/ 65 w 11"/>
                <a:gd name="T1" fmla="*/ 186 h 32"/>
                <a:gd name="T2" fmla="*/ 24 w 11"/>
                <a:gd name="T3" fmla="*/ 60 h 32"/>
                <a:gd name="T4" fmla="*/ 24 w 11"/>
                <a:gd name="T5" fmla="*/ 8 h 32"/>
                <a:gd name="T6" fmla="*/ 53 w 11"/>
                <a:gd name="T7" fmla="*/ 3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2">
                  <a:moveTo>
                    <a:pt x="11" y="28"/>
                  </a:moveTo>
                  <a:cubicBezTo>
                    <a:pt x="6" y="32"/>
                    <a:pt x="4" y="12"/>
                    <a:pt x="4" y="9"/>
                  </a:cubicBezTo>
                  <a:cubicBezTo>
                    <a:pt x="3" y="7"/>
                    <a:pt x="0" y="2"/>
                    <a:pt x="4" y="1"/>
                  </a:cubicBezTo>
                  <a:cubicBezTo>
                    <a:pt x="7" y="0"/>
                    <a:pt x="9" y="3"/>
                    <a:pt x="9" y="5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10" name="Freeform 1289">
              <a:extLst>
                <a:ext uri="{FF2B5EF4-FFF2-40B4-BE49-F238E27FC236}">
                  <a16:creationId xmlns:a16="http://schemas.microsoft.com/office/drawing/2014/main" id="{9DE09F92-205F-4B87-84A5-72E5C7995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3252"/>
              <a:ext cx="30" cy="51"/>
            </a:xfrm>
            <a:custGeom>
              <a:avLst/>
              <a:gdLst>
                <a:gd name="T0" fmla="*/ 99 w 16"/>
                <a:gd name="T1" fmla="*/ 181 h 27"/>
                <a:gd name="T2" fmla="*/ 60 w 16"/>
                <a:gd name="T3" fmla="*/ 108 h 27"/>
                <a:gd name="T4" fmla="*/ 15 w 16"/>
                <a:gd name="T5" fmla="*/ 40 h 27"/>
                <a:gd name="T6" fmla="*/ 53 w 16"/>
                <a:gd name="T7" fmla="*/ 8 h 27"/>
                <a:gd name="T8" fmla="*/ 105 w 16"/>
                <a:gd name="T9" fmla="*/ 8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15" y="27"/>
                  </a:moveTo>
                  <a:cubicBezTo>
                    <a:pt x="11" y="27"/>
                    <a:pt x="10" y="19"/>
                    <a:pt x="9" y="16"/>
                  </a:cubicBezTo>
                  <a:cubicBezTo>
                    <a:pt x="7" y="13"/>
                    <a:pt x="4" y="10"/>
                    <a:pt x="2" y="6"/>
                  </a:cubicBezTo>
                  <a:cubicBezTo>
                    <a:pt x="0" y="2"/>
                    <a:pt x="4" y="0"/>
                    <a:pt x="8" y="1"/>
                  </a:cubicBezTo>
                  <a:cubicBezTo>
                    <a:pt x="12" y="3"/>
                    <a:pt x="14" y="9"/>
                    <a:pt x="16" y="1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11" name="Freeform 1290">
              <a:extLst>
                <a:ext uri="{FF2B5EF4-FFF2-40B4-BE49-F238E27FC236}">
                  <a16:creationId xmlns:a16="http://schemas.microsoft.com/office/drawing/2014/main" id="{85761FCC-657F-42FB-9D51-5D2EBB3AD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3206"/>
              <a:ext cx="48" cy="52"/>
            </a:xfrm>
            <a:custGeom>
              <a:avLst/>
              <a:gdLst>
                <a:gd name="T0" fmla="*/ 61 w 26"/>
                <a:gd name="T1" fmla="*/ 0 h 28"/>
                <a:gd name="T2" fmla="*/ 81 w 26"/>
                <a:gd name="T3" fmla="*/ 110 h 28"/>
                <a:gd name="T4" fmla="*/ 126 w 26"/>
                <a:gd name="T5" fmla="*/ 165 h 28"/>
                <a:gd name="T6" fmla="*/ 157 w 26"/>
                <a:gd name="T7" fmla="*/ 14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10" y="0"/>
                  </a:moveTo>
                  <a:cubicBezTo>
                    <a:pt x="0" y="0"/>
                    <a:pt x="11" y="14"/>
                    <a:pt x="13" y="17"/>
                  </a:cubicBezTo>
                  <a:cubicBezTo>
                    <a:pt x="15" y="19"/>
                    <a:pt x="17" y="25"/>
                    <a:pt x="20" y="26"/>
                  </a:cubicBezTo>
                  <a:cubicBezTo>
                    <a:pt x="23" y="28"/>
                    <a:pt x="26" y="25"/>
                    <a:pt x="25" y="2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12" name="Freeform 1291">
              <a:extLst>
                <a:ext uri="{FF2B5EF4-FFF2-40B4-BE49-F238E27FC236}">
                  <a16:creationId xmlns:a16="http://schemas.microsoft.com/office/drawing/2014/main" id="{3248EA2C-6052-4470-B6B9-FE9364B17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155"/>
              <a:ext cx="51" cy="62"/>
            </a:xfrm>
            <a:custGeom>
              <a:avLst/>
              <a:gdLst>
                <a:gd name="T0" fmla="*/ 53 w 27"/>
                <a:gd name="T1" fmla="*/ 0 h 33"/>
                <a:gd name="T2" fmla="*/ 100 w 27"/>
                <a:gd name="T3" fmla="*/ 145 h 33"/>
                <a:gd name="T4" fmla="*/ 181 w 27"/>
                <a:gd name="T5" fmla="*/ 17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8" y="0"/>
                  </a:moveTo>
                  <a:cubicBezTo>
                    <a:pt x="0" y="1"/>
                    <a:pt x="13" y="19"/>
                    <a:pt x="15" y="22"/>
                  </a:cubicBezTo>
                  <a:cubicBezTo>
                    <a:pt x="17" y="25"/>
                    <a:pt x="25" y="33"/>
                    <a:pt x="27" y="26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13" name="Freeform 1292">
              <a:extLst>
                <a:ext uri="{FF2B5EF4-FFF2-40B4-BE49-F238E27FC236}">
                  <a16:creationId xmlns:a16="http://schemas.microsoft.com/office/drawing/2014/main" id="{C8BD3C5B-87C3-40F0-B036-A17E47C12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3114"/>
              <a:ext cx="34" cy="56"/>
            </a:xfrm>
            <a:custGeom>
              <a:avLst/>
              <a:gdLst>
                <a:gd name="T0" fmla="*/ 121 w 18"/>
                <a:gd name="T1" fmla="*/ 149 h 30"/>
                <a:gd name="T2" fmla="*/ 40 w 18"/>
                <a:gd name="T3" fmla="*/ 97 h 30"/>
                <a:gd name="T4" fmla="*/ 0 w 18"/>
                <a:gd name="T5" fmla="*/ 39 h 30"/>
                <a:gd name="T6" fmla="*/ 32 w 1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18" y="23"/>
                  </a:moveTo>
                  <a:cubicBezTo>
                    <a:pt x="17" y="30"/>
                    <a:pt x="8" y="18"/>
                    <a:pt x="6" y="15"/>
                  </a:cubicBezTo>
                  <a:cubicBezTo>
                    <a:pt x="4" y="13"/>
                    <a:pt x="1" y="9"/>
                    <a:pt x="0" y="6"/>
                  </a:cubicBezTo>
                  <a:cubicBezTo>
                    <a:pt x="0" y="2"/>
                    <a:pt x="2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14" name="Freeform 1293">
              <a:extLst>
                <a:ext uri="{FF2B5EF4-FFF2-40B4-BE49-F238E27FC236}">
                  <a16:creationId xmlns:a16="http://schemas.microsoft.com/office/drawing/2014/main" id="{A624709D-6528-4DA9-932D-45BF7E6BB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3065"/>
              <a:ext cx="32" cy="56"/>
            </a:xfrm>
            <a:custGeom>
              <a:avLst/>
              <a:gdLst>
                <a:gd name="T0" fmla="*/ 113 w 17"/>
                <a:gd name="T1" fmla="*/ 181 h 30"/>
                <a:gd name="T2" fmla="*/ 28 w 17"/>
                <a:gd name="T3" fmla="*/ 84 h 30"/>
                <a:gd name="T4" fmla="*/ 8 w 17"/>
                <a:gd name="T5" fmla="*/ 24 h 30"/>
                <a:gd name="T6" fmla="*/ 45 w 17"/>
                <a:gd name="T7" fmla="*/ 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0">
                  <a:moveTo>
                    <a:pt x="17" y="28"/>
                  </a:moveTo>
                  <a:cubicBezTo>
                    <a:pt x="12" y="30"/>
                    <a:pt x="6" y="16"/>
                    <a:pt x="4" y="13"/>
                  </a:cubicBezTo>
                  <a:cubicBezTo>
                    <a:pt x="3" y="11"/>
                    <a:pt x="0" y="7"/>
                    <a:pt x="1" y="4"/>
                  </a:cubicBezTo>
                  <a:cubicBezTo>
                    <a:pt x="2" y="1"/>
                    <a:pt x="4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15" name="Freeform 1294">
              <a:extLst>
                <a:ext uri="{FF2B5EF4-FFF2-40B4-BE49-F238E27FC236}">
                  <a16:creationId xmlns:a16="http://schemas.microsoft.com/office/drawing/2014/main" id="{F41135E5-2DCD-4349-9951-C7E8E543B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024"/>
              <a:ext cx="42" cy="51"/>
            </a:xfrm>
            <a:custGeom>
              <a:avLst/>
              <a:gdLst>
                <a:gd name="T0" fmla="*/ 55 w 22"/>
                <a:gd name="T1" fmla="*/ 0 h 27"/>
                <a:gd name="T2" fmla="*/ 84 w 22"/>
                <a:gd name="T3" fmla="*/ 128 h 27"/>
                <a:gd name="T4" fmla="*/ 153 w 22"/>
                <a:gd name="T5" fmla="*/ 15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8" y="0"/>
                  </a:moveTo>
                  <a:cubicBezTo>
                    <a:pt x="0" y="5"/>
                    <a:pt x="9" y="14"/>
                    <a:pt x="12" y="19"/>
                  </a:cubicBezTo>
                  <a:cubicBezTo>
                    <a:pt x="16" y="23"/>
                    <a:pt x="17" y="27"/>
                    <a:pt x="22" y="2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16" name="Freeform 1295">
              <a:extLst>
                <a:ext uri="{FF2B5EF4-FFF2-40B4-BE49-F238E27FC236}">
                  <a16:creationId xmlns:a16="http://schemas.microsoft.com/office/drawing/2014/main" id="{A2462015-D284-4A2E-9094-F0849FD1C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985"/>
              <a:ext cx="41" cy="47"/>
            </a:xfrm>
            <a:custGeom>
              <a:avLst/>
              <a:gdLst>
                <a:gd name="T0" fmla="*/ 24 w 22"/>
                <a:gd name="T1" fmla="*/ 0 h 25"/>
                <a:gd name="T2" fmla="*/ 13 w 22"/>
                <a:gd name="T3" fmla="*/ 60 h 25"/>
                <a:gd name="T4" fmla="*/ 73 w 22"/>
                <a:gd name="T5" fmla="*/ 120 h 25"/>
                <a:gd name="T6" fmla="*/ 142 w 22"/>
                <a:gd name="T7" fmla="*/ 1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">
                  <a:moveTo>
                    <a:pt x="4" y="0"/>
                  </a:moveTo>
                  <a:cubicBezTo>
                    <a:pt x="2" y="4"/>
                    <a:pt x="0" y="5"/>
                    <a:pt x="2" y="9"/>
                  </a:cubicBezTo>
                  <a:cubicBezTo>
                    <a:pt x="4" y="13"/>
                    <a:pt x="8" y="16"/>
                    <a:pt x="11" y="18"/>
                  </a:cubicBezTo>
                  <a:cubicBezTo>
                    <a:pt x="14" y="21"/>
                    <a:pt x="19" y="25"/>
                    <a:pt x="22" y="2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17" name="Freeform 1296">
              <a:extLst>
                <a:ext uri="{FF2B5EF4-FFF2-40B4-BE49-F238E27FC236}">
                  <a16:creationId xmlns:a16="http://schemas.microsoft.com/office/drawing/2014/main" id="{A086902F-8B65-4433-9E4A-B726B908E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951"/>
              <a:ext cx="47" cy="49"/>
            </a:xfrm>
            <a:custGeom>
              <a:avLst/>
              <a:gdLst>
                <a:gd name="T0" fmla="*/ 39 w 25"/>
                <a:gd name="T1" fmla="*/ 0 h 26"/>
                <a:gd name="T2" fmla="*/ 85 w 25"/>
                <a:gd name="T3" fmla="*/ 113 h 26"/>
                <a:gd name="T4" fmla="*/ 165 w 25"/>
                <a:gd name="T5" fmla="*/ 12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6">
                  <a:moveTo>
                    <a:pt x="6" y="0"/>
                  </a:moveTo>
                  <a:cubicBezTo>
                    <a:pt x="0" y="8"/>
                    <a:pt x="7" y="12"/>
                    <a:pt x="13" y="17"/>
                  </a:cubicBezTo>
                  <a:cubicBezTo>
                    <a:pt x="15" y="19"/>
                    <a:pt x="25" y="26"/>
                    <a:pt x="25" y="19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18" name="Freeform 1297">
              <a:extLst>
                <a:ext uri="{FF2B5EF4-FFF2-40B4-BE49-F238E27FC236}">
                  <a16:creationId xmlns:a16="http://schemas.microsoft.com/office/drawing/2014/main" id="{4B215BC6-788F-4D77-B299-7D9F68AFF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923"/>
              <a:ext cx="56" cy="41"/>
            </a:xfrm>
            <a:custGeom>
              <a:avLst/>
              <a:gdLst>
                <a:gd name="T0" fmla="*/ 52 w 30"/>
                <a:gd name="T1" fmla="*/ 0 h 22"/>
                <a:gd name="T2" fmla="*/ 118 w 30"/>
                <a:gd name="T3" fmla="*/ 112 h 22"/>
                <a:gd name="T4" fmla="*/ 196 w 30"/>
                <a:gd name="T5" fmla="*/ 10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8" y="0"/>
                  </a:moveTo>
                  <a:cubicBezTo>
                    <a:pt x="0" y="8"/>
                    <a:pt x="12" y="14"/>
                    <a:pt x="18" y="17"/>
                  </a:cubicBezTo>
                  <a:cubicBezTo>
                    <a:pt x="24" y="19"/>
                    <a:pt x="26" y="22"/>
                    <a:pt x="30" y="16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19" name="Freeform 1298">
              <a:extLst>
                <a:ext uri="{FF2B5EF4-FFF2-40B4-BE49-F238E27FC236}">
                  <a16:creationId xmlns:a16="http://schemas.microsoft.com/office/drawing/2014/main" id="{AF8A3FF4-D1D2-41DA-954B-81CC1DAA3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910"/>
              <a:ext cx="51" cy="28"/>
            </a:xfrm>
            <a:custGeom>
              <a:avLst/>
              <a:gdLst>
                <a:gd name="T0" fmla="*/ 15 w 27"/>
                <a:gd name="T1" fmla="*/ 0 h 15"/>
                <a:gd name="T2" fmla="*/ 32 w 27"/>
                <a:gd name="T3" fmla="*/ 60 h 15"/>
                <a:gd name="T4" fmla="*/ 100 w 27"/>
                <a:gd name="T5" fmla="*/ 77 h 15"/>
                <a:gd name="T6" fmla="*/ 181 w 27"/>
                <a:gd name="T7" fmla="*/ 4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2" y="0"/>
                  </a:moveTo>
                  <a:cubicBezTo>
                    <a:pt x="1" y="5"/>
                    <a:pt x="0" y="7"/>
                    <a:pt x="5" y="9"/>
                  </a:cubicBezTo>
                  <a:cubicBezTo>
                    <a:pt x="8" y="10"/>
                    <a:pt x="12" y="11"/>
                    <a:pt x="15" y="12"/>
                  </a:cubicBezTo>
                  <a:cubicBezTo>
                    <a:pt x="21" y="14"/>
                    <a:pt x="26" y="15"/>
                    <a:pt x="27" y="7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20" name="Freeform 1299">
              <a:extLst>
                <a:ext uri="{FF2B5EF4-FFF2-40B4-BE49-F238E27FC236}">
                  <a16:creationId xmlns:a16="http://schemas.microsoft.com/office/drawing/2014/main" id="{E7C1A6DC-EC16-4465-8905-D71D63326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884"/>
              <a:ext cx="60" cy="39"/>
            </a:xfrm>
            <a:custGeom>
              <a:avLst/>
              <a:gdLst>
                <a:gd name="T0" fmla="*/ 28 w 32"/>
                <a:gd name="T1" fmla="*/ 0 h 21"/>
                <a:gd name="T2" fmla="*/ 128 w 32"/>
                <a:gd name="T3" fmla="*/ 121 h 21"/>
                <a:gd name="T4" fmla="*/ 212 w 32"/>
                <a:gd name="T5" fmla="*/ 8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1">
                  <a:moveTo>
                    <a:pt x="4" y="0"/>
                  </a:moveTo>
                  <a:cubicBezTo>
                    <a:pt x="0" y="9"/>
                    <a:pt x="12" y="17"/>
                    <a:pt x="19" y="19"/>
                  </a:cubicBezTo>
                  <a:cubicBezTo>
                    <a:pt x="24" y="20"/>
                    <a:pt x="32" y="21"/>
                    <a:pt x="32" y="1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21" name="Freeform 1300">
              <a:extLst>
                <a:ext uri="{FF2B5EF4-FFF2-40B4-BE49-F238E27FC236}">
                  <a16:creationId xmlns:a16="http://schemas.microsoft.com/office/drawing/2014/main" id="{970EDF56-5609-41E3-BF65-11F92105F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859"/>
              <a:ext cx="53" cy="40"/>
            </a:xfrm>
            <a:custGeom>
              <a:avLst/>
              <a:gdLst>
                <a:gd name="T0" fmla="*/ 28 w 28"/>
                <a:gd name="T1" fmla="*/ 0 h 21"/>
                <a:gd name="T2" fmla="*/ 100 w 28"/>
                <a:gd name="T3" fmla="*/ 105 h 21"/>
                <a:gd name="T4" fmla="*/ 184 w 28"/>
                <a:gd name="T5" fmla="*/ 9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4" y="0"/>
                  </a:moveTo>
                  <a:cubicBezTo>
                    <a:pt x="0" y="9"/>
                    <a:pt x="8" y="11"/>
                    <a:pt x="15" y="15"/>
                  </a:cubicBezTo>
                  <a:cubicBezTo>
                    <a:pt x="18" y="17"/>
                    <a:pt x="28" y="21"/>
                    <a:pt x="27" y="1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22" name="Freeform 1301">
              <a:extLst>
                <a:ext uri="{FF2B5EF4-FFF2-40B4-BE49-F238E27FC236}">
                  <a16:creationId xmlns:a16="http://schemas.microsoft.com/office/drawing/2014/main" id="{4BB60765-8A9E-46B3-BA79-3F685AB5F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831"/>
              <a:ext cx="58" cy="41"/>
            </a:xfrm>
            <a:custGeom>
              <a:avLst/>
              <a:gdLst>
                <a:gd name="T0" fmla="*/ 21 w 31"/>
                <a:gd name="T1" fmla="*/ 0 h 22"/>
                <a:gd name="T2" fmla="*/ 32 w 31"/>
                <a:gd name="T3" fmla="*/ 84 h 22"/>
                <a:gd name="T4" fmla="*/ 120 w 31"/>
                <a:gd name="T5" fmla="*/ 136 h 22"/>
                <a:gd name="T6" fmla="*/ 172 w 31"/>
                <a:gd name="T7" fmla="*/ 142 h 22"/>
                <a:gd name="T8" fmla="*/ 204 w 31"/>
                <a:gd name="T9" fmla="*/ 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2">
                  <a:moveTo>
                    <a:pt x="3" y="0"/>
                  </a:moveTo>
                  <a:cubicBezTo>
                    <a:pt x="1" y="6"/>
                    <a:pt x="0" y="9"/>
                    <a:pt x="5" y="13"/>
                  </a:cubicBezTo>
                  <a:cubicBezTo>
                    <a:pt x="9" y="17"/>
                    <a:pt x="14" y="19"/>
                    <a:pt x="18" y="21"/>
                  </a:cubicBezTo>
                  <a:cubicBezTo>
                    <a:pt x="20" y="21"/>
                    <a:pt x="24" y="22"/>
                    <a:pt x="26" y="22"/>
                  </a:cubicBezTo>
                  <a:cubicBezTo>
                    <a:pt x="31" y="21"/>
                    <a:pt x="29" y="18"/>
                    <a:pt x="31" y="14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23" name="Freeform 1302">
              <a:extLst>
                <a:ext uri="{FF2B5EF4-FFF2-40B4-BE49-F238E27FC236}">
                  <a16:creationId xmlns:a16="http://schemas.microsoft.com/office/drawing/2014/main" id="{C0FB52C6-EF2D-4B81-8283-8E7734427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809"/>
              <a:ext cx="58" cy="41"/>
            </a:xfrm>
            <a:custGeom>
              <a:avLst/>
              <a:gdLst>
                <a:gd name="T0" fmla="*/ 13 w 31"/>
                <a:gd name="T1" fmla="*/ 0 h 22"/>
                <a:gd name="T2" fmla="*/ 39 w 31"/>
                <a:gd name="T3" fmla="*/ 60 h 22"/>
                <a:gd name="T4" fmla="*/ 112 w 31"/>
                <a:gd name="T5" fmla="*/ 104 h 22"/>
                <a:gd name="T6" fmla="*/ 172 w 31"/>
                <a:gd name="T7" fmla="*/ 136 h 22"/>
                <a:gd name="T8" fmla="*/ 204 w 31"/>
                <a:gd name="T9" fmla="*/ 8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2">
                  <a:moveTo>
                    <a:pt x="2" y="0"/>
                  </a:moveTo>
                  <a:cubicBezTo>
                    <a:pt x="0" y="6"/>
                    <a:pt x="2" y="7"/>
                    <a:pt x="6" y="9"/>
                  </a:cubicBezTo>
                  <a:cubicBezTo>
                    <a:pt x="10" y="11"/>
                    <a:pt x="14" y="14"/>
                    <a:pt x="17" y="16"/>
                  </a:cubicBezTo>
                  <a:cubicBezTo>
                    <a:pt x="20" y="18"/>
                    <a:pt x="23" y="22"/>
                    <a:pt x="26" y="21"/>
                  </a:cubicBezTo>
                  <a:cubicBezTo>
                    <a:pt x="30" y="20"/>
                    <a:pt x="31" y="16"/>
                    <a:pt x="31" y="1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24" name="Freeform 1303">
              <a:extLst>
                <a:ext uri="{FF2B5EF4-FFF2-40B4-BE49-F238E27FC236}">
                  <a16:creationId xmlns:a16="http://schemas.microsoft.com/office/drawing/2014/main" id="{AF0AB086-3980-4DEF-AA09-FB724F4D7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801"/>
              <a:ext cx="78" cy="21"/>
            </a:xfrm>
            <a:custGeom>
              <a:avLst/>
              <a:gdLst>
                <a:gd name="T0" fmla="*/ 269 w 42"/>
                <a:gd name="T1" fmla="*/ 29 h 11"/>
                <a:gd name="T2" fmla="*/ 217 w 42"/>
                <a:gd name="T3" fmla="*/ 69 h 11"/>
                <a:gd name="T4" fmla="*/ 141 w 42"/>
                <a:gd name="T5" fmla="*/ 55 h 11"/>
                <a:gd name="T6" fmla="*/ 52 w 42"/>
                <a:gd name="T7" fmla="*/ 55 h 11"/>
                <a:gd name="T8" fmla="*/ 13 w 42"/>
                <a:gd name="T9" fmla="*/ 29 h 11"/>
                <a:gd name="T10" fmla="*/ 7 w 4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1">
                  <a:moveTo>
                    <a:pt x="42" y="4"/>
                  </a:moveTo>
                  <a:cubicBezTo>
                    <a:pt x="40" y="10"/>
                    <a:pt x="41" y="11"/>
                    <a:pt x="34" y="10"/>
                  </a:cubicBezTo>
                  <a:cubicBezTo>
                    <a:pt x="30" y="9"/>
                    <a:pt x="26" y="9"/>
                    <a:pt x="22" y="8"/>
                  </a:cubicBezTo>
                  <a:cubicBezTo>
                    <a:pt x="17" y="8"/>
                    <a:pt x="13" y="9"/>
                    <a:pt x="8" y="8"/>
                  </a:cubicBezTo>
                  <a:cubicBezTo>
                    <a:pt x="4" y="8"/>
                    <a:pt x="4" y="8"/>
                    <a:pt x="2" y="4"/>
                  </a:cubicBezTo>
                  <a:cubicBezTo>
                    <a:pt x="2" y="2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25" name="Freeform 1304">
              <a:extLst>
                <a:ext uri="{FF2B5EF4-FFF2-40B4-BE49-F238E27FC236}">
                  <a16:creationId xmlns:a16="http://schemas.microsoft.com/office/drawing/2014/main" id="{AB23287C-E85E-4A69-9B27-C61875115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811"/>
              <a:ext cx="71" cy="41"/>
            </a:xfrm>
            <a:custGeom>
              <a:avLst/>
              <a:gdLst>
                <a:gd name="T0" fmla="*/ 0 w 38"/>
                <a:gd name="T1" fmla="*/ 52 h 22"/>
                <a:gd name="T2" fmla="*/ 164 w 38"/>
                <a:gd name="T3" fmla="*/ 45 h 22"/>
                <a:gd name="T4" fmla="*/ 249 w 3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2">
                  <a:moveTo>
                    <a:pt x="0" y="8"/>
                  </a:moveTo>
                  <a:cubicBezTo>
                    <a:pt x="5" y="22"/>
                    <a:pt x="17" y="10"/>
                    <a:pt x="25" y="7"/>
                  </a:cubicBezTo>
                  <a:cubicBezTo>
                    <a:pt x="28" y="5"/>
                    <a:pt x="38" y="5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26" name="Freeform 1305">
              <a:extLst>
                <a:ext uri="{FF2B5EF4-FFF2-40B4-BE49-F238E27FC236}">
                  <a16:creationId xmlns:a16="http://schemas.microsoft.com/office/drawing/2014/main" id="{5A755522-3AA6-40C4-802C-CAC64E24D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837"/>
              <a:ext cx="60" cy="62"/>
            </a:xfrm>
            <a:custGeom>
              <a:avLst/>
              <a:gdLst>
                <a:gd name="T0" fmla="*/ 173 w 32"/>
                <a:gd name="T1" fmla="*/ 0 h 33"/>
                <a:gd name="T2" fmla="*/ 99 w 32"/>
                <a:gd name="T3" fmla="*/ 128 h 33"/>
                <a:gd name="T4" fmla="*/ 73 w 32"/>
                <a:gd name="T5" fmla="*/ 165 h 33"/>
                <a:gd name="T6" fmla="*/ 60 w 32"/>
                <a:gd name="T7" fmla="*/ 212 h 33"/>
                <a:gd name="T8" fmla="*/ 0 w 32"/>
                <a:gd name="T9" fmla="*/ 18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26" y="0"/>
                  </a:moveTo>
                  <a:cubicBezTo>
                    <a:pt x="32" y="5"/>
                    <a:pt x="18" y="16"/>
                    <a:pt x="15" y="19"/>
                  </a:cubicBezTo>
                  <a:cubicBezTo>
                    <a:pt x="13" y="21"/>
                    <a:pt x="12" y="23"/>
                    <a:pt x="11" y="25"/>
                  </a:cubicBezTo>
                  <a:cubicBezTo>
                    <a:pt x="10" y="27"/>
                    <a:pt x="11" y="30"/>
                    <a:pt x="9" y="32"/>
                  </a:cubicBezTo>
                  <a:cubicBezTo>
                    <a:pt x="6" y="33"/>
                    <a:pt x="1" y="31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27" name="Freeform 1306">
              <a:extLst>
                <a:ext uri="{FF2B5EF4-FFF2-40B4-BE49-F238E27FC236}">
                  <a16:creationId xmlns:a16="http://schemas.microsoft.com/office/drawing/2014/main" id="{58817498-52D3-4534-826E-B05B03904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897"/>
              <a:ext cx="33" cy="60"/>
            </a:xfrm>
            <a:custGeom>
              <a:avLst/>
              <a:gdLst>
                <a:gd name="T0" fmla="*/ 112 w 18"/>
                <a:gd name="T1" fmla="*/ 0 h 32"/>
                <a:gd name="T2" fmla="*/ 68 w 18"/>
                <a:gd name="T3" fmla="*/ 133 h 32"/>
                <a:gd name="T4" fmla="*/ 0 w 18"/>
                <a:gd name="T5" fmla="*/ 18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cubicBezTo>
                    <a:pt x="17" y="7"/>
                    <a:pt x="14" y="13"/>
                    <a:pt x="11" y="20"/>
                  </a:cubicBezTo>
                  <a:cubicBezTo>
                    <a:pt x="9" y="26"/>
                    <a:pt x="7" y="3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28" name="Freeform 1307">
              <a:extLst>
                <a:ext uri="{FF2B5EF4-FFF2-40B4-BE49-F238E27FC236}">
                  <a16:creationId xmlns:a16="http://schemas.microsoft.com/office/drawing/2014/main" id="{72D45F6A-73E3-42A2-AB8D-82595D24D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951"/>
              <a:ext cx="26" cy="66"/>
            </a:xfrm>
            <a:custGeom>
              <a:avLst/>
              <a:gdLst>
                <a:gd name="T0" fmla="*/ 52 w 14"/>
                <a:gd name="T1" fmla="*/ 0 h 35"/>
                <a:gd name="T2" fmla="*/ 65 w 14"/>
                <a:gd name="T3" fmla="*/ 121 h 35"/>
                <a:gd name="T4" fmla="*/ 59 w 14"/>
                <a:gd name="T5" fmla="*/ 202 h 35"/>
                <a:gd name="T6" fmla="*/ 0 w 14"/>
                <a:gd name="T7" fmla="*/ 22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5">
                  <a:moveTo>
                    <a:pt x="8" y="0"/>
                  </a:moveTo>
                  <a:cubicBezTo>
                    <a:pt x="14" y="3"/>
                    <a:pt x="11" y="13"/>
                    <a:pt x="10" y="18"/>
                  </a:cubicBezTo>
                  <a:cubicBezTo>
                    <a:pt x="10" y="22"/>
                    <a:pt x="10" y="27"/>
                    <a:pt x="9" y="30"/>
                  </a:cubicBezTo>
                  <a:cubicBezTo>
                    <a:pt x="7" y="35"/>
                    <a:pt x="5" y="35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29" name="Freeform 1308">
              <a:extLst>
                <a:ext uri="{FF2B5EF4-FFF2-40B4-BE49-F238E27FC236}">
                  <a16:creationId xmlns:a16="http://schemas.microsoft.com/office/drawing/2014/main" id="{5FDBE1D7-956A-46F5-BC54-7DA7E37B9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3017"/>
              <a:ext cx="32" cy="65"/>
            </a:xfrm>
            <a:custGeom>
              <a:avLst/>
              <a:gdLst>
                <a:gd name="T0" fmla="*/ 0 w 17"/>
                <a:gd name="T1" fmla="*/ 0 h 35"/>
                <a:gd name="T2" fmla="*/ 53 w 17"/>
                <a:gd name="T3" fmla="*/ 32 h 35"/>
                <a:gd name="T4" fmla="*/ 81 w 17"/>
                <a:gd name="T5" fmla="*/ 110 h 35"/>
                <a:gd name="T6" fmla="*/ 113 w 17"/>
                <a:gd name="T7" fmla="*/ 180 h 35"/>
                <a:gd name="T8" fmla="*/ 68 w 17"/>
                <a:gd name="T9" fmla="*/ 22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0" y="0"/>
                  </a:moveTo>
                  <a:cubicBezTo>
                    <a:pt x="5" y="0"/>
                    <a:pt x="7" y="0"/>
                    <a:pt x="8" y="5"/>
                  </a:cubicBezTo>
                  <a:cubicBezTo>
                    <a:pt x="10" y="9"/>
                    <a:pt x="11" y="13"/>
                    <a:pt x="12" y="17"/>
                  </a:cubicBezTo>
                  <a:cubicBezTo>
                    <a:pt x="14" y="21"/>
                    <a:pt x="17" y="24"/>
                    <a:pt x="17" y="28"/>
                  </a:cubicBezTo>
                  <a:cubicBezTo>
                    <a:pt x="17" y="33"/>
                    <a:pt x="13" y="34"/>
                    <a:pt x="10" y="35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30" name="Freeform 1309">
              <a:extLst>
                <a:ext uri="{FF2B5EF4-FFF2-40B4-BE49-F238E27FC236}">
                  <a16:creationId xmlns:a16="http://schemas.microsoft.com/office/drawing/2014/main" id="{01E3835B-F6CC-4D0E-96AB-4C3168328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3075"/>
              <a:ext cx="34" cy="59"/>
            </a:xfrm>
            <a:custGeom>
              <a:avLst/>
              <a:gdLst>
                <a:gd name="T0" fmla="*/ 0 w 18"/>
                <a:gd name="T1" fmla="*/ 0 h 32"/>
                <a:gd name="T2" fmla="*/ 53 w 18"/>
                <a:gd name="T3" fmla="*/ 57 h 32"/>
                <a:gd name="T4" fmla="*/ 100 w 18"/>
                <a:gd name="T5" fmla="*/ 112 h 32"/>
                <a:gd name="T6" fmla="*/ 76 w 18"/>
                <a:gd name="T7" fmla="*/ 20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4" y="1"/>
                    <a:pt x="6" y="6"/>
                    <a:pt x="8" y="9"/>
                  </a:cubicBezTo>
                  <a:cubicBezTo>
                    <a:pt x="10" y="12"/>
                    <a:pt x="13" y="15"/>
                    <a:pt x="15" y="18"/>
                  </a:cubicBezTo>
                  <a:cubicBezTo>
                    <a:pt x="18" y="23"/>
                    <a:pt x="18" y="31"/>
                    <a:pt x="11" y="3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31" name="Freeform 1310">
              <a:extLst>
                <a:ext uri="{FF2B5EF4-FFF2-40B4-BE49-F238E27FC236}">
                  <a16:creationId xmlns:a16="http://schemas.microsoft.com/office/drawing/2014/main" id="{65151F44-2317-4847-8C25-259B83346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123"/>
              <a:ext cx="26" cy="88"/>
            </a:xfrm>
            <a:custGeom>
              <a:avLst/>
              <a:gdLst>
                <a:gd name="T0" fmla="*/ 0 w 14"/>
                <a:gd name="T1" fmla="*/ 21 h 47"/>
                <a:gd name="T2" fmla="*/ 69 w 14"/>
                <a:gd name="T3" fmla="*/ 73 h 47"/>
                <a:gd name="T4" fmla="*/ 84 w 14"/>
                <a:gd name="T5" fmla="*/ 152 h 47"/>
                <a:gd name="T6" fmla="*/ 20 w 14"/>
                <a:gd name="T7" fmla="*/ 24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7">
                  <a:moveTo>
                    <a:pt x="0" y="3"/>
                  </a:moveTo>
                  <a:cubicBezTo>
                    <a:pt x="5" y="0"/>
                    <a:pt x="10" y="8"/>
                    <a:pt x="11" y="11"/>
                  </a:cubicBezTo>
                  <a:cubicBezTo>
                    <a:pt x="13" y="15"/>
                    <a:pt x="14" y="19"/>
                    <a:pt x="13" y="23"/>
                  </a:cubicBezTo>
                  <a:cubicBezTo>
                    <a:pt x="13" y="27"/>
                    <a:pt x="10" y="47"/>
                    <a:pt x="3" y="3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32" name="Freeform 1311">
              <a:extLst>
                <a:ext uri="{FF2B5EF4-FFF2-40B4-BE49-F238E27FC236}">
                  <a16:creationId xmlns:a16="http://schemas.microsoft.com/office/drawing/2014/main" id="{F03D5196-9450-4874-8F31-1AE2E1FCA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191"/>
              <a:ext cx="26" cy="86"/>
            </a:xfrm>
            <a:custGeom>
              <a:avLst/>
              <a:gdLst>
                <a:gd name="T0" fmla="*/ 13 w 14"/>
                <a:gd name="T1" fmla="*/ 39 h 46"/>
                <a:gd name="T2" fmla="*/ 52 w 14"/>
                <a:gd name="T3" fmla="*/ 172 h 46"/>
                <a:gd name="T4" fmla="*/ 59 w 14"/>
                <a:gd name="T5" fmla="*/ 262 h 46"/>
                <a:gd name="T6" fmla="*/ 37 w 14"/>
                <a:gd name="T7" fmla="*/ 286 h 46"/>
                <a:gd name="T8" fmla="*/ 0 w 14"/>
                <a:gd name="T9" fmla="*/ 28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6">
                  <a:moveTo>
                    <a:pt x="2" y="6"/>
                  </a:moveTo>
                  <a:cubicBezTo>
                    <a:pt x="14" y="0"/>
                    <a:pt x="8" y="21"/>
                    <a:pt x="8" y="26"/>
                  </a:cubicBezTo>
                  <a:cubicBezTo>
                    <a:pt x="8" y="31"/>
                    <a:pt x="9" y="35"/>
                    <a:pt x="9" y="40"/>
                  </a:cubicBezTo>
                  <a:cubicBezTo>
                    <a:pt x="9" y="43"/>
                    <a:pt x="10" y="42"/>
                    <a:pt x="6" y="44"/>
                  </a:cubicBezTo>
                  <a:cubicBezTo>
                    <a:pt x="5" y="45"/>
                    <a:pt x="1" y="46"/>
                    <a:pt x="0" y="44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33" name="Freeform 1312">
              <a:extLst>
                <a:ext uri="{FF2B5EF4-FFF2-40B4-BE49-F238E27FC236}">
                  <a16:creationId xmlns:a16="http://schemas.microsoft.com/office/drawing/2014/main" id="{044A9D89-2DD5-4BCE-91D1-D3719942E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271"/>
              <a:ext cx="19" cy="81"/>
            </a:xfrm>
            <a:custGeom>
              <a:avLst/>
              <a:gdLst>
                <a:gd name="T0" fmla="*/ 0 w 10"/>
                <a:gd name="T1" fmla="*/ 0 h 43"/>
                <a:gd name="T2" fmla="*/ 29 w 10"/>
                <a:gd name="T3" fmla="*/ 53 h 43"/>
                <a:gd name="T4" fmla="*/ 55 w 10"/>
                <a:gd name="T5" fmla="*/ 145 h 43"/>
                <a:gd name="T6" fmla="*/ 61 w 10"/>
                <a:gd name="T7" fmla="*/ 228 h 43"/>
                <a:gd name="T8" fmla="*/ 0 w 10"/>
                <a:gd name="T9" fmla="*/ 26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3">
                  <a:moveTo>
                    <a:pt x="0" y="0"/>
                  </a:moveTo>
                  <a:cubicBezTo>
                    <a:pt x="4" y="2"/>
                    <a:pt x="4" y="5"/>
                    <a:pt x="4" y="8"/>
                  </a:cubicBezTo>
                  <a:cubicBezTo>
                    <a:pt x="5" y="13"/>
                    <a:pt x="7" y="17"/>
                    <a:pt x="8" y="22"/>
                  </a:cubicBezTo>
                  <a:cubicBezTo>
                    <a:pt x="9" y="26"/>
                    <a:pt x="10" y="30"/>
                    <a:pt x="9" y="34"/>
                  </a:cubicBezTo>
                  <a:cubicBezTo>
                    <a:pt x="8" y="37"/>
                    <a:pt x="3" y="43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34" name="Freeform 1313">
              <a:extLst>
                <a:ext uri="{FF2B5EF4-FFF2-40B4-BE49-F238E27FC236}">
                  <a16:creationId xmlns:a16="http://schemas.microsoft.com/office/drawing/2014/main" id="{90CFDC65-D183-4587-8871-6D9279D91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340"/>
              <a:ext cx="19" cy="66"/>
            </a:xfrm>
            <a:custGeom>
              <a:avLst/>
              <a:gdLst>
                <a:gd name="T0" fmla="*/ 15 w 10"/>
                <a:gd name="T1" fmla="*/ 0 h 35"/>
                <a:gd name="T2" fmla="*/ 61 w 10"/>
                <a:gd name="T3" fmla="*/ 168 h 35"/>
                <a:gd name="T4" fmla="*/ 55 w 10"/>
                <a:gd name="T5" fmla="*/ 221 h 35"/>
                <a:gd name="T6" fmla="*/ 0 w 10"/>
                <a:gd name="T7" fmla="*/ 22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5">
                  <a:moveTo>
                    <a:pt x="2" y="0"/>
                  </a:moveTo>
                  <a:cubicBezTo>
                    <a:pt x="7" y="4"/>
                    <a:pt x="8" y="18"/>
                    <a:pt x="9" y="25"/>
                  </a:cubicBezTo>
                  <a:cubicBezTo>
                    <a:pt x="10" y="27"/>
                    <a:pt x="10" y="31"/>
                    <a:pt x="8" y="33"/>
                  </a:cubicBezTo>
                  <a:cubicBezTo>
                    <a:pt x="5" y="35"/>
                    <a:pt x="3" y="34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35" name="Freeform 1314">
              <a:extLst>
                <a:ext uri="{FF2B5EF4-FFF2-40B4-BE49-F238E27FC236}">
                  <a16:creationId xmlns:a16="http://schemas.microsoft.com/office/drawing/2014/main" id="{D308850B-E219-4FBD-8E26-35CB3AEB1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402"/>
              <a:ext cx="9" cy="34"/>
            </a:xfrm>
            <a:custGeom>
              <a:avLst/>
              <a:gdLst>
                <a:gd name="T0" fmla="*/ 0 w 5"/>
                <a:gd name="T1" fmla="*/ 0 h 18"/>
                <a:gd name="T2" fmla="*/ 23 w 5"/>
                <a:gd name="T3" fmla="*/ 89 h 18"/>
                <a:gd name="T4" fmla="*/ 29 w 5"/>
                <a:gd name="T5" fmla="*/ 1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8">
                  <a:moveTo>
                    <a:pt x="0" y="0"/>
                  </a:moveTo>
                  <a:cubicBezTo>
                    <a:pt x="3" y="3"/>
                    <a:pt x="3" y="9"/>
                    <a:pt x="4" y="13"/>
                  </a:cubicBezTo>
                  <a:cubicBezTo>
                    <a:pt x="4" y="15"/>
                    <a:pt x="4" y="18"/>
                    <a:pt x="5" y="1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36" name="Freeform 1315">
              <a:extLst>
                <a:ext uri="{FF2B5EF4-FFF2-40B4-BE49-F238E27FC236}">
                  <a16:creationId xmlns:a16="http://schemas.microsoft.com/office/drawing/2014/main" id="{E22AA852-E455-4CFB-8ADD-AA85D35CE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441"/>
              <a:ext cx="24" cy="55"/>
            </a:xfrm>
            <a:custGeom>
              <a:avLst/>
              <a:gdLst>
                <a:gd name="T0" fmla="*/ 13 w 13"/>
                <a:gd name="T1" fmla="*/ 0 h 29"/>
                <a:gd name="T2" fmla="*/ 24 w 13"/>
                <a:gd name="T3" fmla="*/ 68 h 29"/>
                <a:gd name="T4" fmla="*/ 31 w 13"/>
                <a:gd name="T5" fmla="*/ 165 h 29"/>
                <a:gd name="T6" fmla="*/ 81 w 13"/>
                <a:gd name="T7" fmla="*/ 16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9">
                  <a:moveTo>
                    <a:pt x="2" y="0"/>
                  </a:moveTo>
                  <a:cubicBezTo>
                    <a:pt x="0" y="3"/>
                    <a:pt x="3" y="7"/>
                    <a:pt x="4" y="10"/>
                  </a:cubicBezTo>
                  <a:cubicBezTo>
                    <a:pt x="5" y="14"/>
                    <a:pt x="4" y="19"/>
                    <a:pt x="5" y="24"/>
                  </a:cubicBezTo>
                  <a:cubicBezTo>
                    <a:pt x="7" y="29"/>
                    <a:pt x="11" y="27"/>
                    <a:pt x="13" y="25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37" name="Freeform 1316">
              <a:extLst>
                <a:ext uri="{FF2B5EF4-FFF2-40B4-BE49-F238E27FC236}">
                  <a16:creationId xmlns:a16="http://schemas.microsoft.com/office/drawing/2014/main" id="{5FB814E0-51BB-4B90-95A6-DD9407712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486"/>
              <a:ext cx="28" cy="68"/>
            </a:xfrm>
            <a:custGeom>
              <a:avLst/>
              <a:gdLst>
                <a:gd name="T0" fmla="*/ 60 w 15"/>
                <a:gd name="T1" fmla="*/ 32 h 36"/>
                <a:gd name="T2" fmla="*/ 7 w 15"/>
                <a:gd name="T3" fmla="*/ 40 h 36"/>
                <a:gd name="T4" fmla="*/ 0 w 15"/>
                <a:gd name="T5" fmla="*/ 149 h 36"/>
                <a:gd name="T6" fmla="*/ 45 w 15"/>
                <a:gd name="T7" fmla="*/ 242 h 36"/>
                <a:gd name="T8" fmla="*/ 97 w 15"/>
                <a:gd name="T9" fmla="*/ 17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5"/>
                  </a:moveTo>
                  <a:cubicBezTo>
                    <a:pt x="8" y="0"/>
                    <a:pt x="3" y="3"/>
                    <a:pt x="1" y="6"/>
                  </a:cubicBezTo>
                  <a:cubicBezTo>
                    <a:pt x="0" y="10"/>
                    <a:pt x="0" y="18"/>
                    <a:pt x="0" y="22"/>
                  </a:cubicBezTo>
                  <a:cubicBezTo>
                    <a:pt x="0" y="26"/>
                    <a:pt x="2" y="35"/>
                    <a:pt x="7" y="36"/>
                  </a:cubicBezTo>
                  <a:cubicBezTo>
                    <a:pt x="10" y="36"/>
                    <a:pt x="15" y="29"/>
                    <a:pt x="15" y="26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38" name="Freeform 1317">
              <a:extLst>
                <a:ext uri="{FF2B5EF4-FFF2-40B4-BE49-F238E27FC236}">
                  <a16:creationId xmlns:a16="http://schemas.microsoft.com/office/drawing/2014/main" id="{79F0DBAA-4679-4962-BCAD-4247CF285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550"/>
              <a:ext cx="76" cy="22"/>
            </a:xfrm>
            <a:custGeom>
              <a:avLst/>
              <a:gdLst>
                <a:gd name="T0" fmla="*/ 52 w 41"/>
                <a:gd name="T1" fmla="*/ 0 h 12"/>
                <a:gd name="T2" fmla="*/ 165 w 41"/>
                <a:gd name="T3" fmla="*/ 61 h 12"/>
                <a:gd name="T4" fmla="*/ 241 w 41"/>
                <a:gd name="T5" fmla="*/ 68 h 12"/>
                <a:gd name="T6" fmla="*/ 230 w 41"/>
                <a:gd name="T7" fmla="*/ 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2">
                  <a:moveTo>
                    <a:pt x="8" y="0"/>
                  </a:moveTo>
                  <a:cubicBezTo>
                    <a:pt x="0" y="7"/>
                    <a:pt x="23" y="10"/>
                    <a:pt x="26" y="10"/>
                  </a:cubicBezTo>
                  <a:cubicBezTo>
                    <a:pt x="29" y="11"/>
                    <a:pt x="35" y="12"/>
                    <a:pt x="38" y="11"/>
                  </a:cubicBezTo>
                  <a:cubicBezTo>
                    <a:pt x="41" y="8"/>
                    <a:pt x="39" y="2"/>
                    <a:pt x="36" y="1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39" name="Freeform 1318">
              <a:extLst>
                <a:ext uri="{FF2B5EF4-FFF2-40B4-BE49-F238E27FC236}">
                  <a16:creationId xmlns:a16="http://schemas.microsoft.com/office/drawing/2014/main" id="{23432F2B-D0D7-4120-A715-8AD068142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3550"/>
              <a:ext cx="54" cy="52"/>
            </a:xfrm>
            <a:custGeom>
              <a:avLst/>
              <a:gdLst>
                <a:gd name="T0" fmla="*/ 13 w 29"/>
                <a:gd name="T1" fmla="*/ 69 h 28"/>
                <a:gd name="T2" fmla="*/ 84 w 29"/>
                <a:gd name="T3" fmla="*/ 32 h 28"/>
                <a:gd name="T4" fmla="*/ 181 w 29"/>
                <a:gd name="T5" fmla="*/ 121 h 28"/>
                <a:gd name="T6" fmla="*/ 164 w 29"/>
                <a:gd name="T7" fmla="*/ 173 h 28"/>
                <a:gd name="T8" fmla="*/ 117 w 29"/>
                <a:gd name="T9" fmla="*/ 156 h 28"/>
                <a:gd name="T10" fmla="*/ 52 w 29"/>
                <a:gd name="T11" fmla="*/ 97 h 28"/>
                <a:gd name="T12" fmla="*/ 0 w 29"/>
                <a:gd name="T13" fmla="*/ 8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2" y="11"/>
                  </a:moveTo>
                  <a:cubicBezTo>
                    <a:pt x="5" y="5"/>
                    <a:pt x="6" y="0"/>
                    <a:pt x="13" y="5"/>
                  </a:cubicBezTo>
                  <a:cubicBezTo>
                    <a:pt x="17" y="9"/>
                    <a:pt x="25" y="14"/>
                    <a:pt x="28" y="19"/>
                  </a:cubicBezTo>
                  <a:cubicBezTo>
                    <a:pt x="29" y="22"/>
                    <a:pt x="28" y="26"/>
                    <a:pt x="25" y="27"/>
                  </a:cubicBezTo>
                  <a:cubicBezTo>
                    <a:pt x="22" y="28"/>
                    <a:pt x="20" y="26"/>
                    <a:pt x="18" y="24"/>
                  </a:cubicBezTo>
                  <a:cubicBezTo>
                    <a:pt x="15" y="21"/>
                    <a:pt x="12" y="17"/>
                    <a:pt x="8" y="15"/>
                  </a:cubicBezTo>
                  <a:cubicBezTo>
                    <a:pt x="6" y="14"/>
                    <a:pt x="2" y="14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40" name="Freeform 1319">
              <a:extLst>
                <a:ext uri="{FF2B5EF4-FFF2-40B4-BE49-F238E27FC236}">
                  <a16:creationId xmlns:a16="http://schemas.microsoft.com/office/drawing/2014/main" id="{EB6AACAD-A8D6-4C59-994B-A9155BCA9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595"/>
              <a:ext cx="58" cy="43"/>
            </a:xfrm>
            <a:custGeom>
              <a:avLst/>
              <a:gdLst>
                <a:gd name="T0" fmla="*/ 45 w 31"/>
                <a:gd name="T1" fmla="*/ 21 h 23"/>
                <a:gd name="T2" fmla="*/ 73 w 31"/>
                <a:gd name="T3" fmla="*/ 105 h 23"/>
                <a:gd name="T4" fmla="*/ 157 w 31"/>
                <a:gd name="T5" fmla="*/ 144 h 23"/>
                <a:gd name="T6" fmla="*/ 189 w 31"/>
                <a:gd name="T7" fmla="*/ 77 h 23"/>
                <a:gd name="T8" fmla="*/ 150 w 31"/>
                <a:gd name="T9" fmla="*/ 52 h 23"/>
                <a:gd name="T10" fmla="*/ 84 w 31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3">
                  <a:moveTo>
                    <a:pt x="7" y="3"/>
                  </a:moveTo>
                  <a:cubicBezTo>
                    <a:pt x="0" y="3"/>
                    <a:pt x="10" y="14"/>
                    <a:pt x="11" y="16"/>
                  </a:cubicBezTo>
                  <a:cubicBezTo>
                    <a:pt x="14" y="19"/>
                    <a:pt x="19" y="22"/>
                    <a:pt x="24" y="22"/>
                  </a:cubicBezTo>
                  <a:cubicBezTo>
                    <a:pt x="29" y="23"/>
                    <a:pt x="31" y="16"/>
                    <a:pt x="29" y="12"/>
                  </a:cubicBezTo>
                  <a:cubicBezTo>
                    <a:pt x="28" y="10"/>
                    <a:pt x="25" y="9"/>
                    <a:pt x="23" y="8"/>
                  </a:cubicBezTo>
                  <a:cubicBezTo>
                    <a:pt x="20" y="5"/>
                    <a:pt x="14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41" name="Freeform 1320">
              <a:extLst>
                <a:ext uri="{FF2B5EF4-FFF2-40B4-BE49-F238E27FC236}">
                  <a16:creationId xmlns:a16="http://schemas.microsoft.com/office/drawing/2014/main" id="{A2882BFF-4AD6-4B6A-B0C2-BEAFA3CE7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601"/>
              <a:ext cx="67" cy="48"/>
            </a:xfrm>
            <a:custGeom>
              <a:avLst/>
              <a:gdLst>
                <a:gd name="T0" fmla="*/ 0 w 36"/>
                <a:gd name="T1" fmla="*/ 113 h 26"/>
                <a:gd name="T2" fmla="*/ 162 w 36"/>
                <a:gd name="T3" fmla="*/ 113 h 26"/>
                <a:gd name="T4" fmla="*/ 218 w 36"/>
                <a:gd name="T5" fmla="*/ 57 h 26"/>
                <a:gd name="T6" fmla="*/ 201 w 36"/>
                <a:gd name="T7" fmla="*/ 0 h 26"/>
                <a:gd name="T8" fmla="*/ 121 w 36"/>
                <a:gd name="T9" fmla="*/ 3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6">
                  <a:moveTo>
                    <a:pt x="0" y="18"/>
                  </a:moveTo>
                  <a:cubicBezTo>
                    <a:pt x="1" y="26"/>
                    <a:pt x="20" y="20"/>
                    <a:pt x="25" y="18"/>
                  </a:cubicBezTo>
                  <a:cubicBezTo>
                    <a:pt x="29" y="16"/>
                    <a:pt x="32" y="14"/>
                    <a:pt x="34" y="9"/>
                  </a:cubicBezTo>
                  <a:cubicBezTo>
                    <a:pt x="36" y="5"/>
                    <a:pt x="33" y="4"/>
                    <a:pt x="31" y="0"/>
                  </a:cubicBezTo>
                  <a:cubicBezTo>
                    <a:pt x="27" y="3"/>
                    <a:pt x="23" y="4"/>
                    <a:pt x="19" y="6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42" name="Freeform 1321">
              <a:extLst>
                <a:ext uri="{FF2B5EF4-FFF2-40B4-BE49-F238E27FC236}">
                  <a16:creationId xmlns:a16="http://schemas.microsoft.com/office/drawing/2014/main" id="{BE6C98CF-FE68-4366-B89E-41DCF9C48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3617"/>
              <a:ext cx="15" cy="12"/>
            </a:xfrm>
            <a:custGeom>
              <a:avLst/>
              <a:gdLst>
                <a:gd name="T0" fmla="*/ 0 w 8"/>
                <a:gd name="T1" fmla="*/ 48 h 6"/>
                <a:gd name="T2" fmla="*/ 5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1" y="2"/>
                    <a:pt x="6" y="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43" name="Freeform 1322">
              <a:extLst>
                <a:ext uri="{FF2B5EF4-FFF2-40B4-BE49-F238E27FC236}">
                  <a16:creationId xmlns:a16="http://schemas.microsoft.com/office/drawing/2014/main" id="{53C54829-3290-4718-AAAE-B6C11B711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557"/>
              <a:ext cx="41" cy="55"/>
            </a:xfrm>
            <a:custGeom>
              <a:avLst/>
              <a:gdLst>
                <a:gd name="T0" fmla="*/ 0 w 22"/>
                <a:gd name="T1" fmla="*/ 152 h 29"/>
                <a:gd name="T2" fmla="*/ 60 w 22"/>
                <a:gd name="T3" fmla="*/ 176 h 29"/>
                <a:gd name="T4" fmla="*/ 112 w 22"/>
                <a:gd name="T5" fmla="*/ 83 h 29"/>
                <a:gd name="T6" fmla="*/ 97 w 22"/>
                <a:gd name="T7" fmla="*/ 8 h 29"/>
                <a:gd name="T8" fmla="*/ 73 w 22"/>
                <a:gd name="T9" fmla="*/ 21 h 29"/>
                <a:gd name="T10" fmla="*/ 32 w 22"/>
                <a:gd name="T11" fmla="*/ 6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9">
                  <a:moveTo>
                    <a:pt x="0" y="22"/>
                  </a:moveTo>
                  <a:cubicBezTo>
                    <a:pt x="4" y="23"/>
                    <a:pt x="4" y="29"/>
                    <a:pt x="9" y="26"/>
                  </a:cubicBezTo>
                  <a:cubicBezTo>
                    <a:pt x="13" y="23"/>
                    <a:pt x="15" y="16"/>
                    <a:pt x="17" y="12"/>
                  </a:cubicBezTo>
                  <a:cubicBezTo>
                    <a:pt x="20" y="8"/>
                    <a:pt x="22" y="2"/>
                    <a:pt x="15" y="1"/>
                  </a:cubicBezTo>
                  <a:cubicBezTo>
                    <a:pt x="12" y="0"/>
                    <a:pt x="13" y="0"/>
                    <a:pt x="11" y="3"/>
                  </a:cubicBezTo>
                  <a:cubicBezTo>
                    <a:pt x="9" y="5"/>
                    <a:pt x="7" y="8"/>
                    <a:pt x="5" y="1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44" name="Freeform 1323">
              <a:extLst>
                <a:ext uri="{FF2B5EF4-FFF2-40B4-BE49-F238E27FC236}">
                  <a16:creationId xmlns:a16="http://schemas.microsoft.com/office/drawing/2014/main" id="{193B4843-1526-4462-94D2-5ED390504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513"/>
              <a:ext cx="56" cy="50"/>
            </a:xfrm>
            <a:custGeom>
              <a:avLst/>
              <a:gdLst>
                <a:gd name="T0" fmla="*/ 0 w 30"/>
                <a:gd name="T1" fmla="*/ 148 h 27"/>
                <a:gd name="T2" fmla="*/ 65 w 30"/>
                <a:gd name="T3" fmla="*/ 148 h 27"/>
                <a:gd name="T4" fmla="*/ 136 w 30"/>
                <a:gd name="T5" fmla="*/ 69 h 27"/>
                <a:gd name="T6" fmla="*/ 164 w 30"/>
                <a:gd name="T7" fmla="*/ 13 h 27"/>
                <a:gd name="T8" fmla="*/ 136 w 30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7">
                  <a:moveTo>
                    <a:pt x="0" y="23"/>
                  </a:moveTo>
                  <a:cubicBezTo>
                    <a:pt x="4" y="26"/>
                    <a:pt x="7" y="27"/>
                    <a:pt x="10" y="23"/>
                  </a:cubicBezTo>
                  <a:cubicBezTo>
                    <a:pt x="14" y="19"/>
                    <a:pt x="16" y="15"/>
                    <a:pt x="21" y="11"/>
                  </a:cubicBezTo>
                  <a:cubicBezTo>
                    <a:pt x="24" y="9"/>
                    <a:pt x="30" y="7"/>
                    <a:pt x="25" y="2"/>
                  </a:cubicBezTo>
                  <a:cubicBezTo>
                    <a:pt x="24" y="1"/>
                    <a:pt x="22" y="0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45" name="Freeform 1324">
              <a:extLst>
                <a:ext uri="{FF2B5EF4-FFF2-40B4-BE49-F238E27FC236}">
                  <a16:creationId xmlns:a16="http://schemas.microsoft.com/office/drawing/2014/main" id="{825EAB2C-6E41-4EB2-8339-6B1D871C5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3488"/>
              <a:ext cx="43" cy="34"/>
            </a:xfrm>
            <a:custGeom>
              <a:avLst/>
              <a:gdLst>
                <a:gd name="T0" fmla="*/ 7 w 23"/>
                <a:gd name="T1" fmla="*/ 68 h 18"/>
                <a:gd name="T2" fmla="*/ 7 w 23"/>
                <a:gd name="T3" fmla="*/ 108 h 18"/>
                <a:gd name="T4" fmla="*/ 21 w 23"/>
                <a:gd name="T5" fmla="*/ 113 h 18"/>
                <a:gd name="T6" fmla="*/ 105 w 23"/>
                <a:gd name="T7" fmla="*/ 93 h 18"/>
                <a:gd name="T8" fmla="*/ 129 w 23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1" y="10"/>
                  </a:moveTo>
                  <a:cubicBezTo>
                    <a:pt x="0" y="12"/>
                    <a:pt x="0" y="14"/>
                    <a:pt x="1" y="16"/>
                  </a:cubicBezTo>
                  <a:cubicBezTo>
                    <a:pt x="2" y="18"/>
                    <a:pt x="1" y="17"/>
                    <a:pt x="3" y="17"/>
                  </a:cubicBezTo>
                  <a:cubicBezTo>
                    <a:pt x="6" y="18"/>
                    <a:pt x="13" y="15"/>
                    <a:pt x="16" y="14"/>
                  </a:cubicBezTo>
                  <a:cubicBezTo>
                    <a:pt x="23" y="10"/>
                    <a:pt x="23" y="8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46" name="Freeform 1325">
              <a:extLst>
                <a:ext uri="{FF2B5EF4-FFF2-40B4-BE49-F238E27FC236}">
                  <a16:creationId xmlns:a16="http://schemas.microsoft.com/office/drawing/2014/main" id="{8A3D910A-0C13-498D-A26C-BBDD342D5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466"/>
              <a:ext cx="47" cy="37"/>
            </a:xfrm>
            <a:custGeom>
              <a:avLst/>
              <a:gdLst>
                <a:gd name="T0" fmla="*/ 21 w 25"/>
                <a:gd name="T1" fmla="*/ 89 h 20"/>
                <a:gd name="T2" fmla="*/ 53 w 25"/>
                <a:gd name="T3" fmla="*/ 120 h 20"/>
                <a:gd name="T4" fmla="*/ 128 w 25"/>
                <a:gd name="T5" fmla="*/ 68 h 20"/>
                <a:gd name="T6" fmla="*/ 160 w 25"/>
                <a:gd name="T7" fmla="*/ 31 h 20"/>
                <a:gd name="T8" fmla="*/ 113 w 25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3" y="14"/>
                  </a:moveTo>
                  <a:cubicBezTo>
                    <a:pt x="0" y="18"/>
                    <a:pt x="4" y="20"/>
                    <a:pt x="8" y="19"/>
                  </a:cubicBezTo>
                  <a:cubicBezTo>
                    <a:pt x="11" y="18"/>
                    <a:pt x="16" y="14"/>
                    <a:pt x="19" y="11"/>
                  </a:cubicBezTo>
                  <a:cubicBezTo>
                    <a:pt x="20" y="11"/>
                    <a:pt x="25" y="6"/>
                    <a:pt x="24" y="5"/>
                  </a:cubicBezTo>
                  <a:cubicBezTo>
                    <a:pt x="24" y="4"/>
                    <a:pt x="17" y="0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47" name="Freeform 1326">
              <a:extLst>
                <a:ext uri="{FF2B5EF4-FFF2-40B4-BE49-F238E27FC236}">
                  <a16:creationId xmlns:a16="http://schemas.microsoft.com/office/drawing/2014/main" id="{6E9B87E4-9517-47E6-9810-EE9FEEBF9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440"/>
              <a:ext cx="8" cy="33"/>
            </a:xfrm>
            <a:custGeom>
              <a:avLst/>
              <a:gdLst>
                <a:gd name="T0" fmla="*/ 0 w 4"/>
                <a:gd name="T1" fmla="*/ 112 h 18"/>
                <a:gd name="T2" fmla="*/ 32 w 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3" y="14"/>
                    <a:pt x="4" y="6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48" name="Freeform 1327">
              <a:extLst>
                <a:ext uri="{FF2B5EF4-FFF2-40B4-BE49-F238E27FC236}">
                  <a16:creationId xmlns:a16="http://schemas.microsoft.com/office/drawing/2014/main" id="{608A6D71-5E49-45C4-93E6-42323EEF3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419"/>
              <a:ext cx="15" cy="17"/>
            </a:xfrm>
            <a:custGeom>
              <a:avLst/>
              <a:gdLst>
                <a:gd name="T0" fmla="*/ 0 w 8"/>
                <a:gd name="T1" fmla="*/ 60 h 9"/>
                <a:gd name="T2" fmla="*/ 15 w 8"/>
                <a:gd name="T3" fmla="*/ 8 h 9"/>
                <a:gd name="T4" fmla="*/ 53 w 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1" y="7"/>
                    <a:pt x="1" y="4"/>
                    <a:pt x="2" y="1"/>
                  </a:cubicBezTo>
                  <a:cubicBezTo>
                    <a:pt x="4" y="1"/>
                    <a:pt x="7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49" name="Freeform 1328">
              <a:extLst>
                <a:ext uri="{FF2B5EF4-FFF2-40B4-BE49-F238E27FC236}">
                  <a16:creationId xmlns:a16="http://schemas.microsoft.com/office/drawing/2014/main" id="{4D1027DA-DE76-4CE0-8F7A-CC1371FE4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350"/>
              <a:ext cx="16" cy="71"/>
            </a:xfrm>
            <a:custGeom>
              <a:avLst/>
              <a:gdLst>
                <a:gd name="T0" fmla="*/ 0 w 9"/>
                <a:gd name="T1" fmla="*/ 249 h 38"/>
                <a:gd name="T2" fmla="*/ 16 w 9"/>
                <a:gd name="T3" fmla="*/ 112 h 38"/>
                <a:gd name="T4" fmla="*/ 50 w 9"/>
                <a:gd name="T5" fmla="*/ 3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8">
                  <a:moveTo>
                    <a:pt x="0" y="38"/>
                  </a:moveTo>
                  <a:cubicBezTo>
                    <a:pt x="0" y="31"/>
                    <a:pt x="2" y="24"/>
                    <a:pt x="3" y="17"/>
                  </a:cubicBezTo>
                  <a:cubicBezTo>
                    <a:pt x="3" y="14"/>
                    <a:pt x="2" y="0"/>
                    <a:pt x="9" y="5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50" name="Freeform 1329">
              <a:extLst>
                <a:ext uri="{FF2B5EF4-FFF2-40B4-BE49-F238E27FC236}">
                  <a16:creationId xmlns:a16="http://schemas.microsoft.com/office/drawing/2014/main" id="{79F92D57-2880-438E-A2A1-3E2154E96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297"/>
              <a:ext cx="18" cy="62"/>
            </a:xfrm>
            <a:custGeom>
              <a:avLst/>
              <a:gdLst>
                <a:gd name="T0" fmla="*/ 45 w 10"/>
                <a:gd name="T1" fmla="*/ 218 h 33"/>
                <a:gd name="T2" fmla="*/ 13 w 10"/>
                <a:gd name="T3" fmla="*/ 92 h 33"/>
                <a:gd name="T4" fmla="*/ 7 w 10"/>
                <a:gd name="T5" fmla="*/ 32 h 33"/>
                <a:gd name="T6" fmla="*/ 58 w 10"/>
                <a:gd name="T7" fmla="*/ 1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3">
                  <a:moveTo>
                    <a:pt x="8" y="33"/>
                  </a:moveTo>
                  <a:cubicBezTo>
                    <a:pt x="1" y="33"/>
                    <a:pt x="2" y="19"/>
                    <a:pt x="2" y="14"/>
                  </a:cubicBezTo>
                  <a:cubicBezTo>
                    <a:pt x="1" y="12"/>
                    <a:pt x="0" y="7"/>
                    <a:pt x="1" y="5"/>
                  </a:cubicBezTo>
                  <a:cubicBezTo>
                    <a:pt x="2" y="2"/>
                    <a:pt x="8" y="0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51" name="Freeform 1330">
              <a:extLst>
                <a:ext uri="{FF2B5EF4-FFF2-40B4-BE49-F238E27FC236}">
                  <a16:creationId xmlns:a16="http://schemas.microsoft.com/office/drawing/2014/main" id="{A06E10EC-57D4-45F6-A938-F64A60B92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249"/>
              <a:ext cx="17" cy="54"/>
            </a:xfrm>
            <a:custGeom>
              <a:avLst/>
              <a:gdLst>
                <a:gd name="T0" fmla="*/ 60 w 9"/>
                <a:gd name="T1" fmla="*/ 188 h 29"/>
                <a:gd name="T2" fmla="*/ 8 w 9"/>
                <a:gd name="T3" fmla="*/ 89 h 29"/>
                <a:gd name="T4" fmla="*/ 21 w 9"/>
                <a:gd name="T5" fmla="*/ 24 h 29"/>
                <a:gd name="T6" fmla="*/ 60 w 9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9">
                  <a:moveTo>
                    <a:pt x="9" y="29"/>
                  </a:moveTo>
                  <a:cubicBezTo>
                    <a:pt x="5" y="27"/>
                    <a:pt x="2" y="18"/>
                    <a:pt x="1" y="14"/>
                  </a:cubicBezTo>
                  <a:cubicBezTo>
                    <a:pt x="0" y="11"/>
                    <a:pt x="1" y="7"/>
                    <a:pt x="3" y="4"/>
                  </a:cubicBezTo>
                  <a:cubicBezTo>
                    <a:pt x="5" y="3"/>
                    <a:pt x="9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52" name="Freeform 1331">
              <a:extLst>
                <a:ext uri="{FF2B5EF4-FFF2-40B4-BE49-F238E27FC236}">
                  <a16:creationId xmlns:a16="http://schemas.microsoft.com/office/drawing/2014/main" id="{377A0535-1811-4192-9136-E668CA2E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3204"/>
              <a:ext cx="52" cy="67"/>
            </a:xfrm>
            <a:custGeom>
              <a:avLst/>
              <a:gdLst>
                <a:gd name="T0" fmla="*/ 180 w 28"/>
                <a:gd name="T1" fmla="*/ 173 h 36"/>
                <a:gd name="T2" fmla="*/ 69 w 28"/>
                <a:gd name="T3" fmla="*/ 149 h 36"/>
                <a:gd name="T4" fmla="*/ 20 w 28"/>
                <a:gd name="T5" fmla="*/ 76 h 36"/>
                <a:gd name="T6" fmla="*/ 45 w 2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6">
                  <a:moveTo>
                    <a:pt x="28" y="27"/>
                  </a:moveTo>
                  <a:cubicBezTo>
                    <a:pt x="21" y="36"/>
                    <a:pt x="16" y="30"/>
                    <a:pt x="11" y="23"/>
                  </a:cubicBezTo>
                  <a:cubicBezTo>
                    <a:pt x="9" y="19"/>
                    <a:pt x="4" y="16"/>
                    <a:pt x="3" y="12"/>
                  </a:cubicBezTo>
                  <a:cubicBezTo>
                    <a:pt x="0" y="6"/>
                    <a:pt x="6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53" name="Freeform 1332">
              <a:extLst>
                <a:ext uri="{FF2B5EF4-FFF2-40B4-BE49-F238E27FC236}">
                  <a16:creationId xmlns:a16="http://schemas.microsoft.com/office/drawing/2014/main" id="{E82323A8-16F7-413A-9F9E-1ECE33BBE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149"/>
              <a:ext cx="35" cy="70"/>
            </a:xfrm>
            <a:custGeom>
              <a:avLst/>
              <a:gdLst>
                <a:gd name="T0" fmla="*/ 118 w 19"/>
                <a:gd name="T1" fmla="*/ 182 h 37"/>
                <a:gd name="T2" fmla="*/ 88 w 19"/>
                <a:gd name="T3" fmla="*/ 236 h 37"/>
                <a:gd name="T4" fmla="*/ 44 w 19"/>
                <a:gd name="T5" fmla="*/ 197 h 37"/>
                <a:gd name="T6" fmla="*/ 7 w 19"/>
                <a:gd name="T7" fmla="*/ 53 h 37"/>
                <a:gd name="T8" fmla="*/ 57 w 19"/>
                <a:gd name="T9" fmla="*/ 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7">
                  <a:moveTo>
                    <a:pt x="19" y="27"/>
                  </a:moveTo>
                  <a:cubicBezTo>
                    <a:pt x="19" y="29"/>
                    <a:pt x="16" y="35"/>
                    <a:pt x="14" y="35"/>
                  </a:cubicBezTo>
                  <a:cubicBezTo>
                    <a:pt x="11" y="37"/>
                    <a:pt x="8" y="31"/>
                    <a:pt x="7" y="29"/>
                  </a:cubicBezTo>
                  <a:cubicBezTo>
                    <a:pt x="3" y="22"/>
                    <a:pt x="1" y="15"/>
                    <a:pt x="1" y="8"/>
                  </a:cubicBezTo>
                  <a:cubicBezTo>
                    <a:pt x="0" y="0"/>
                    <a:pt x="4" y="2"/>
                    <a:pt x="9" y="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54" name="Freeform 1333">
              <a:extLst>
                <a:ext uri="{FF2B5EF4-FFF2-40B4-BE49-F238E27FC236}">
                  <a16:creationId xmlns:a16="http://schemas.microsoft.com/office/drawing/2014/main" id="{071A8B79-1E59-4EFB-9813-D1D99E191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090"/>
              <a:ext cx="19" cy="63"/>
            </a:xfrm>
            <a:custGeom>
              <a:avLst/>
              <a:gdLst>
                <a:gd name="T0" fmla="*/ 29 w 10"/>
                <a:gd name="T1" fmla="*/ 217 h 34"/>
                <a:gd name="T2" fmla="*/ 15 w 10"/>
                <a:gd name="T3" fmla="*/ 89 h 34"/>
                <a:gd name="T4" fmla="*/ 29 w 10"/>
                <a:gd name="T5" fmla="*/ 20 h 34"/>
                <a:gd name="T6" fmla="*/ 68 w 10"/>
                <a:gd name="T7" fmla="*/ 7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4">
                  <a:moveTo>
                    <a:pt x="4" y="34"/>
                  </a:moveTo>
                  <a:cubicBezTo>
                    <a:pt x="0" y="28"/>
                    <a:pt x="2" y="20"/>
                    <a:pt x="2" y="14"/>
                  </a:cubicBezTo>
                  <a:cubicBezTo>
                    <a:pt x="2" y="11"/>
                    <a:pt x="2" y="6"/>
                    <a:pt x="4" y="3"/>
                  </a:cubicBezTo>
                  <a:cubicBezTo>
                    <a:pt x="6" y="0"/>
                    <a:pt x="9" y="2"/>
                    <a:pt x="10" y="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55" name="Freeform 1334">
              <a:extLst>
                <a:ext uri="{FF2B5EF4-FFF2-40B4-BE49-F238E27FC236}">
                  <a16:creationId xmlns:a16="http://schemas.microsoft.com/office/drawing/2014/main" id="{93B6D04D-B3BC-415C-8414-841871341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3026"/>
              <a:ext cx="21" cy="69"/>
            </a:xfrm>
            <a:custGeom>
              <a:avLst/>
              <a:gdLst>
                <a:gd name="T0" fmla="*/ 40 w 11"/>
                <a:gd name="T1" fmla="*/ 241 h 37"/>
                <a:gd name="T2" fmla="*/ 29 w 11"/>
                <a:gd name="T3" fmla="*/ 90 h 37"/>
                <a:gd name="T4" fmla="*/ 21 w 11"/>
                <a:gd name="T5" fmla="*/ 24 h 37"/>
                <a:gd name="T6" fmla="*/ 76 w 11"/>
                <a:gd name="T7" fmla="*/ 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7">
                  <a:moveTo>
                    <a:pt x="6" y="37"/>
                  </a:moveTo>
                  <a:cubicBezTo>
                    <a:pt x="0" y="34"/>
                    <a:pt x="4" y="19"/>
                    <a:pt x="4" y="14"/>
                  </a:cubicBezTo>
                  <a:cubicBezTo>
                    <a:pt x="4" y="11"/>
                    <a:pt x="2" y="6"/>
                    <a:pt x="3" y="4"/>
                  </a:cubicBezTo>
                  <a:cubicBezTo>
                    <a:pt x="4" y="1"/>
                    <a:pt x="9" y="0"/>
                    <a:pt x="11" y="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56" name="Freeform 1335">
              <a:extLst>
                <a:ext uri="{FF2B5EF4-FFF2-40B4-BE49-F238E27FC236}">
                  <a16:creationId xmlns:a16="http://schemas.microsoft.com/office/drawing/2014/main" id="{3E1107D6-39C4-4760-83FA-7F571C82C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964"/>
              <a:ext cx="20" cy="66"/>
            </a:xfrm>
            <a:custGeom>
              <a:avLst/>
              <a:gdLst>
                <a:gd name="T0" fmla="*/ 65 w 11"/>
                <a:gd name="T1" fmla="*/ 234 h 35"/>
                <a:gd name="T2" fmla="*/ 36 w 11"/>
                <a:gd name="T3" fmla="*/ 100 h 35"/>
                <a:gd name="T4" fmla="*/ 53 w 1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5">
                  <a:moveTo>
                    <a:pt x="11" y="35"/>
                  </a:moveTo>
                  <a:cubicBezTo>
                    <a:pt x="7" y="31"/>
                    <a:pt x="7" y="21"/>
                    <a:pt x="6" y="15"/>
                  </a:cubicBezTo>
                  <a:cubicBezTo>
                    <a:pt x="5" y="9"/>
                    <a:pt x="0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57" name="Freeform 1336">
              <a:extLst>
                <a:ext uri="{FF2B5EF4-FFF2-40B4-BE49-F238E27FC236}">
                  <a16:creationId xmlns:a16="http://schemas.microsoft.com/office/drawing/2014/main" id="{EC3788C0-D1AB-4B54-9463-593044193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912"/>
              <a:ext cx="29" cy="60"/>
            </a:xfrm>
            <a:custGeom>
              <a:avLst/>
              <a:gdLst>
                <a:gd name="T0" fmla="*/ 49 w 16"/>
                <a:gd name="T1" fmla="*/ 0 h 32"/>
                <a:gd name="T2" fmla="*/ 53 w 16"/>
                <a:gd name="T3" fmla="*/ 99 h 32"/>
                <a:gd name="T4" fmla="*/ 96 w 16"/>
                <a:gd name="T5" fmla="*/ 212 h 32"/>
                <a:gd name="T6" fmla="*/ 96 w 16"/>
                <a:gd name="T7" fmla="*/ 20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8" y="0"/>
                  </a:moveTo>
                  <a:cubicBezTo>
                    <a:pt x="0" y="3"/>
                    <a:pt x="7" y="11"/>
                    <a:pt x="9" y="15"/>
                  </a:cubicBezTo>
                  <a:cubicBezTo>
                    <a:pt x="12" y="20"/>
                    <a:pt x="14" y="26"/>
                    <a:pt x="16" y="32"/>
                  </a:cubicBezTo>
                  <a:cubicBezTo>
                    <a:pt x="16" y="31"/>
                    <a:pt x="16" y="31"/>
                    <a:pt x="16" y="3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58" name="Freeform 1337">
              <a:extLst>
                <a:ext uri="{FF2B5EF4-FFF2-40B4-BE49-F238E27FC236}">
                  <a16:creationId xmlns:a16="http://schemas.microsoft.com/office/drawing/2014/main" id="{B84C2602-167B-4B7B-81B3-26A830CAA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859"/>
              <a:ext cx="22" cy="58"/>
            </a:xfrm>
            <a:custGeom>
              <a:avLst/>
              <a:gdLst>
                <a:gd name="T0" fmla="*/ 44 w 12"/>
                <a:gd name="T1" fmla="*/ 0 h 31"/>
                <a:gd name="T2" fmla="*/ 0 w 12"/>
                <a:gd name="T3" fmla="*/ 32 h 31"/>
                <a:gd name="T4" fmla="*/ 20 w 12"/>
                <a:gd name="T5" fmla="*/ 105 h 31"/>
                <a:gd name="T6" fmla="*/ 61 w 12"/>
                <a:gd name="T7" fmla="*/ 204 h 31"/>
                <a:gd name="T8" fmla="*/ 73 w 12"/>
                <a:gd name="T9" fmla="*/ 19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1">
                  <a:moveTo>
                    <a:pt x="7" y="0"/>
                  </a:moveTo>
                  <a:cubicBezTo>
                    <a:pt x="4" y="1"/>
                    <a:pt x="1" y="1"/>
                    <a:pt x="0" y="5"/>
                  </a:cubicBezTo>
                  <a:cubicBezTo>
                    <a:pt x="0" y="8"/>
                    <a:pt x="2" y="13"/>
                    <a:pt x="3" y="16"/>
                  </a:cubicBezTo>
                  <a:cubicBezTo>
                    <a:pt x="5" y="21"/>
                    <a:pt x="8" y="26"/>
                    <a:pt x="10" y="31"/>
                  </a:cubicBezTo>
                  <a:cubicBezTo>
                    <a:pt x="11" y="31"/>
                    <a:pt x="12" y="31"/>
                    <a:pt x="12" y="3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59" name="Freeform 1338">
              <a:extLst>
                <a:ext uri="{FF2B5EF4-FFF2-40B4-BE49-F238E27FC236}">
                  <a16:creationId xmlns:a16="http://schemas.microsoft.com/office/drawing/2014/main" id="{DB41E862-1B29-4293-B3B4-7E7913962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960"/>
              <a:ext cx="11" cy="6"/>
            </a:xfrm>
            <a:custGeom>
              <a:avLst/>
              <a:gdLst>
                <a:gd name="T0" fmla="*/ 0 w 6"/>
                <a:gd name="T1" fmla="*/ 0 h 3"/>
                <a:gd name="T2" fmla="*/ 37 w 6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0"/>
                    <a:pt x="4" y="3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60" name="Freeform 1339">
              <a:extLst>
                <a:ext uri="{FF2B5EF4-FFF2-40B4-BE49-F238E27FC236}">
                  <a16:creationId xmlns:a16="http://schemas.microsoft.com/office/drawing/2014/main" id="{FA50F12A-A893-41C8-8A9C-0179780D1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799"/>
              <a:ext cx="34" cy="64"/>
            </a:xfrm>
            <a:custGeom>
              <a:avLst/>
              <a:gdLst>
                <a:gd name="T0" fmla="*/ 53 w 18"/>
                <a:gd name="T1" fmla="*/ 0 h 34"/>
                <a:gd name="T2" fmla="*/ 28 w 18"/>
                <a:gd name="T3" fmla="*/ 75 h 34"/>
                <a:gd name="T4" fmla="*/ 76 w 18"/>
                <a:gd name="T5" fmla="*/ 128 h 34"/>
                <a:gd name="T6" fmla="*/ 108 w 18"/>
                <a:gd name="T7" fmla="*/ 188 h 34"/>
                <a:gd name="T8" fmla="*/ 121 w 18"/>
                <a:gd name="T9" fmla="*/ 22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4">
                  <a:moveTo>
                    <a:pt x="8" y="0"/>
                  </a:moveTo>
                  <a:cubicBezTo>
                    <a:pt x="5" y="3"/>
                    <a:pt x="0" y="7"/>
                    <a:pt x="4" y="11"/>
                  </a:cubicBezTo>
                  <a:cubicBezTo>
                    <a:pt x="6" y="14"/>
                    <a:pt x="9" y="16"/>
                    <a:pt x="11" y="19"/>
                  </a:cubicBezTo>
                  <a:cubicBezTo>
                    <a:pt x="13" y="22"/>
                    <a:pt x="15" y="25"/>
                    <a:pt x="16" y="28"/>
                  </a:cubicBezTo>
                  <a:cubicBezTo>
                    <a:pt x="17" y="30"/>
                    <a:pt x="17" y="33"/>
                    <a:pt x="18" y="34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61" name="Freeform 1340">
              <a:extLst>
                <a:ext uri="{FF2B5EF4-FFF2-40B4-BE49-F238E27FC236}">
                  <a16:creationId xmlns:a16="http://schemas.microsoft.com/office/drawing/2014/main" id="{5A46D74D-6A59-44EA-8CA2-FE6A96851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854"/>
              <a:ext cx="9" cy="7"/>
            </a:xfrm>
            <a:custGeom>
              <a:avLst/>
              <a:gdLst>
                <a:gd name="T0" fmla="*/ 0 w 5"/>
                <a:gd name="T1" fmla="*/ 0 h 4"/>
                <a:gd name="T2" fmla="*/ 29 w 5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3" y="4"/>
                    <a:pt x="5" y="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62" name="Freeform 1341">
              <a:extLst>
                <a:ext uri="{FF2B5EF4-FFF2-40B4-BE49-F238E27FC236}">
                  <a16:creationId xmlns:a16="http://schemas.microsoft.com/office/drawing/2014/main" id="{F5618788-50DF-4D1B-97C1-B0B74948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766"/>
              <a:ext cx="55" cy="50"/>
            </a:xfrm>
            <a:custGeom>
              <a:avLst/>
              <a:gdLst>
                <a:gd name="T0" fmla="*/ 15 w 29"/>
                <a:gd name="T1" fmla="*/ 0 h 27"/>
                <a:gd name="T2" fmla="*/ 21 w 29"/>
                <a:gd name="T3" fmla="*/ 89 h 27"/>
                <a:gd name="T4" fmla="*/ 83 w 29"/>
                <a:gd name="T5" fmla="*/ 120 h 27"/>
                <a:gd name="T6" fmla="*/ 197 w 29"/>
                <a:gd name="T7" fmla="*/ 15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7">
                  <a:moveTo>
                    <a:pt x="2" y="0"/>
                  </a:moveTo>
                  <a:cubicBezTo>
                    <a:pt x="2" y="4"/>
                    <a:pt x="0" y="10"/>
                    <a:pt x="3" y="14"/>
                  </a:cubicBezTo>
                  <a:cubicBezTo>
                    <a:pt x="5" y="16"/>
                    <a:pt x="9" y="18"/>
                    <a:pt x="12" y="19"/>
                  </a:cubicBezTo>
                  <a:cubicBezTo>
                    <a:pt x="14" y="20"/>
                    <a:pt x="28" y="27"/>
                    <a:pt x="29" y="25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63" name="Freeform 1342">
              <a:extLst>
                <a:ext uri="{FF2B5EF4-FFF2-40B4-BE49-F238E27FC236}">
                  <a16:creationId xmlns:a16="http://schemas.microsoft.com/office/drawing/2014/main" id="{C304FD9E-8782-4EE2-A4DC-DC407C780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710"/>
              <a:ext cx="54" cy="88"/>
            </a:xfrm>
            <a:custGeom>
              <a:avLst/>
              <a:gdLst>
                <a:gd name="T0" fmla="*/ 37 w 29"/>
                <a:gd name="T1" fmla="*/ 0 h 47"/>
                <a:gd name="T2" fmla="*/ 7 w 29"/>
                <a:gd name="T3" fmla="*/ 67 h 47"/>
                <a:gd name="T4" fmla="*/ 52 w 29"/>
                <a:gd name="T5" fmla="*/ 182 h 47"/>
                <a:gd name="T6" fmla="*/ 188 w 29"/>
                <a:gd name="T7" fmla="*/ 27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7">
                  <a:moveTo>
                    <a:pt x="6" y="0"/>
                  </a:moveTo>
                  <a:cubicBezTo>
                    <a:pt x="4" y="5"/>
                    <a:pt x="0" y="4"/>
                    <a:pt x="1" y="10"/>
                  </a:cubicBezTo>
                  <a:cubicBezTo>
                    <a:pt x="2" y="16"/>
                    <a:pt x="4" y="23"/>
                    <a:pt x="8" y="28"/>
                  </a:cubicBezTo>
                  <a:cubicBezTo>
                    <a:pt x="10" y="30"/>
                    <a:pt x="27" y="47"/>
                    <a:pt x="29" y="4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64" name="Freeform 1343">
              <a:extLst>
                <a:ext uri="{FF2B5EF4-FFF2-40B4-BE49-F238E27FC236}">
                  <a16:creationId xmlns:a16="http://schemas.microsoft.com/office/drawing/2014/main" id="{489CC53A-B5E4-47DE-A2C7-07D67E66F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2770"/>
              <a:ext cx="13" cy="9"/>
            </a:xfrm>
            <a:custGeom>
              <a:avLst/>
              <a:gdLst>
                <a:gd name="T0" fmla="*/ 0 w 7"/>
                <a:gd name="T1" fmla="*/ 29 h 5"/>
                <a:gd name="T2" fmla="*/ 45 w 7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3"/>
                    <a:pt x="4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65" name="Freeform 1344">
              <a:extLst>
                <a:ext uri="{FF2B5EF4-FFF2-40B4-BE49-F238E27FC236}">
                  <a16:creationId xmlns:a16="http://schemas.microsoft.com/office/drawing/2014/main" id="{7DF6E7F5-611A-48B4-901B-AA3B363D4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794"/>
              <a:ext cx="4" cy="15"/>
            </a:xfrm>
            <a:custGeom>
              <a:avLst/>
              <a:gdLst>
                <a:gd name="T0" fmla="*/ 0 w 2"/>
                <a:gd name="T1" fmla="*/ 0 h 8"/>
                <a:gd name="T2" fmla="*/ 8 w 2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2"/>
                    <a:pt x="2" y="5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66" name="Freeform 1345">
              <a:extLst>
                <a:ext uri="{FF2B5EF4-FFF2-40B4-BE49-F238E27FC236}">
                  <a16:creationId xmlns:a16="http://schemas.microsoft.com/office/drawing/2014/main" id="{CC2C4522-07C5-48BA-A831-5A3CFEA57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650"/>
              <a:ext cx="21" cy="80"/>
            </a:xfrm>
            <a:custGeom>
              <a:avLst/>
              <a:gdLst>
                <a:gd name="T0" fmla="*/ 55 w 11"/>
                <a:gd name="T1" fmla="*/ 0 h 43"/>
                <a:gd name="T2" fmla="*/ 0 w 11"/>
                <a:gd name="T3" fmla="*/ 60 h 43"/>
                <a:gd name="T4" fmla="*/ 29 w 11"/>
                <a:gd name="T5" fmla="*/ 141 h 43"/>
                <a:gd name="T6" fmla="*/ 55 w 11"/>
                <a:gd name="T7" fmla="*/ 210 h 43"/>
                <a:gd name="T8" fmla="*/ 76 w 11"/>
                <a:gd name="T9" fmla="*/ 27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3">
                  <a:moveTo>
                    <a:pt x="8" y="0"/>
                  </a:moveTo>
                  <a:cubicBezTo>
                    <a:pt x="3" y="1"/>
                    <a:pt x="0" y="4"/>
                    <a:pt x="0" y="9"/>
                  </a:cubicBezTo>
                  <a:cubicBezTo>
                    <a:pt x="1" y="13"/>
                    <a:pt x="3" y="18"/>
                    <a:pt x="4" y="22"/>
                  </a:cubicBezTo>
                  <a:cubicBezTo>
                    <a:pt x="6" y="26"/>
                    <a:pt x="8" y="29"/>
                    <a:pt x="8" y="33"/>
                  </a:cubicBezTo>
                  <a:cubicBezTo>
                    <a:pt x="9" y="35"/>
                    <a:pt x="9" y="42"/>
                    <a:pt x="11" y="4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67" name="Freeform 1346">
              <a:extLst>
                <a:ext uri="{FF2B5EF4-FFF2-40B4-BE49-F238E27FC236}">
                  <a16:creationId xmlns:a16="http://schemas.microsoft.com/office/drawing/2014/main" id="{4DAFD012-02BD-4617-A833-F10F4D29E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721"/>
              <a:ext cx="11" cy="2"/>
            </a:xfrm>
            <a:custGeom>
              <a:avLst/>
              <a:gdLst>
                <a:gd name="T0" fmla="*/ 0 w 6"/>
                <a:gd name="T1" fmla="*/ 8 h 1"/>
                <a:gd name="T2" fmla="*/ 37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68" name="Freeform 1347">
              <a:extLst>
                <a:ext uri="{FF2B5EF4-FFF2-40B4-BE49-F238E27FC236}">
                  <a16:creationId xmlns:a16="http://schemas.microsoft.com/office/drawing/2014/main" id="{5E8151A3-442F-4718-AC63-05D45C46E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595"/>
              <a:ext cx="36" cy="68"/>
            </a:xfrm>
            <a:custGeom>
              <a:avLst/>
              <a:gdLst>
                <a:gd name="T0" fmla="*/ 61 w 19"/>
                <a:gd name="T1" fmla="*/ 0 h 36"/>
                <a:gd name="T2" fmla="*/ 53 w 19"/>
                <a:gd name="T3" fmla="*/ 136 h 36"/>
                <a:gd name="T4" fmla="*/ 100 w 19"/>
                <a:gd name="T5" fmla="*/ 204 h 36"/>
                <a:gd name="T6" fmla="*/ 129 w 19"/>
                <a:gd name="T7" fmla="*/ 24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6">
                  <a:moveTo>
                    <a:pt x="9" y="0"/>
                  </a:moveTo>
                  <a:cubicBezTo>
                    <a:pt x="0" y="6"/>
                    <a:pt x="4" y="13"/>
                    <a:pt x="8" y="20"/>
                  </a:cubicBezTo>
                  <a:cubicBezTo>
                    <a:pt x="11" y="23"/>
                    <a:pt x="13" y="27"/>
                    <a:pt x="15" y="30"/>
                  </a:cubicBezTo>
                  <a:cubicBezTo>
                    <a:pt x="16" y="32"/>
                    <a:pt x="18" y="35"/>
                    <a:pt x="19" y="36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69" name="Freeform 1348">
              <a:extLst>
                <a:ext uri="{FF2B5EF4-FFF2-40B4-BE49-F238E27FC236}">
                  <a16:creationId xmlns:a16="http://schemas.microsoft.com/office/drawing/2014/main" id="{66CDA488-F390-4984-A3E7-C69DB0315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652"/>
              <a:ext cx="15" cy="5"/>
            </a:xfrm>
            <a:custGeom>
              <a:avLst/>
              <a:gdLst>
                <a:gd name="T0" fmla="*/ 0 w 8"/>
                <a:gd name="T1" fmla="*/ 0 h 3"/>
                <a:gd name="T2" fmla="*/ 53 w 8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0"/>
                    <a:pt x="6" y="3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70" name="Freeform 1349">
              <a:extLst>
                <a:ext uri="{FF2B5EF4-FFF2-40B4-BE49-F238E27FC236}">
                  <a16:creationId xmlns:a16="http://schemas.microsoft.com/office/drawing/2014/main" id="{77B08416-4FAB-48D3-8415-2EAC64058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551"/>
              <a:ext cx="47" cy="61"/>
            </a:xfrm>
            <a:custGeom>
              <a:avLst/>
              <a:gdLst>
                <a:gd name="T0" fmla="*/ 81 w 25"/>
                <a:gd name="T1" fmla="*/ 0 h 33"/>
                <a:gd name="T2" fmla="*/ 85 w 25"/>
                <a:gd name="T3" fmla="*/ 133 h 33"/>
                <a:gd name="T4" fmla="*/ 165 w 25"/>
                <a:gd name="T5" fmla="*/ 20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12" y="0"/>
                  </a:moveTo>
                  <a:cubicBezTo>
                    <a:pt x="0" y="3"/>
                    <a:pt x="9" y="15"/>
                    <a:pt x="13" y="21"/>
                  </a:cubicBezTo>
                  <a:cubicBezTo>
                    <a:pt x="15" y="24"/>
                    <a:pt x="22" y="33"/>
                    <a:pt x="25" y="3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71" name="Freeform 1350">
              <a:extLst>
                <a:ext uri="{FF2B5EF4-FFF2-40B4-BE49-F238E27FC236}">
                  <a16:creationId xmlns:a16="http://schemas.microsoft.com/office/drawing/2014/main" id="{F8CB6FC8-93F7-42A3-91B1-5B1AAB56A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478"/>
              <a:ext cx="35" cy="86"/>
            </a:xfrm>
            <a:custGeom>
              <a:avLst/>
              <a:gdLst>
                <a:gd name="T0" fmla="*/ 57 w 19"/>
                <a:gd name="T1" fmla="*/ 0 h 46"/>
                <a:gd name="T2" fmla="*/ 13 w 19"/>
                <a:gd name="T3" fmla="*/ 77 h 46"/>
                <a:gd name="T4" fmla="*/ 52 w 19"/>
                <a:gd name="T5" fmla="*/ 172 h 46"/>
                <a:gd name="T6" fmla="*/ 118 w 19"/>
                <a:gd name="T7" fmla="*/ 301 h 46"/>
                <a:gd name="T8" fmla="*/ 112 w 19"/>
                <a:gd name="T9" fmla="*/ 30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6">
                  <a:moveTo>
                    <a:pt x="9" y="0"/>
                  </a:moveTo>
                  <a:cubicBezTo>
                    <a:pt x="6" y="5"/>
                    <a:pt x="0" y="6"/>
                    <a:pt x="2" y="12"/>
                  </a:cubicBezTo>
                  <a:cubicBezTo>
                    <a:pt x="3" y="17"/>
                    <a:pt x="6" y="21"/>
                    <a:pt x="8" y="26"/>
                  </a:cubicBezTo>
                  <a:cubicBezTo>
                    <a:pt x="10" y="32"/>
                    <a:pt x="13" y="43"/>
                    <a:pt x="19" y="46"/>
                  </a:cubicBezTo>
                  <a:cubicBezTo>
                    <a:pt x="18" y="46"/>
                    <a:pt x="18" y="46"/>
                    <a:pt x="18" y="46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72" name="Freeform 1351">
              <a:extLst>
                <a:ext uri="{FF2B5EF4-FFF2-40B4-BE49-F238E27FC236}">
                  <a16:creationId xmlns:a16="http://schemas.microsoft.com/office/drawing/2014/main" id="{1AE1EE73-7456-4239-B769-20CDA5945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549"/>
              <a:ext cx="13" cy="5"/>
            </a:xfrm>
            <a:custGeom>
              <a:avLst/>
              <a:gdLst>
                <a:gd name="T0" fmla="*/ 0 w 7"/>
                <a:gd name="T1" fmla="*/ 0 h 3"/>
                <a:gd name="T2" fmla="*/ 45 w 7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3"/>
                    <a:pt x="4" y="3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73" name="Freeform 1352">
              <a:extLst>
                <a:ext uri="{FF2B5EF4-FFF2-40B4-BE49-F238E27FC236}">
                  <a16:creationId xmlns:a16="http://schemas.microsoft.com/office/drawing/2014/main" id="{A4116E2D-8D22-47B9-B37C-18048598F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412"/>
              <a:ext cx="32" cy="84"/>
            </a:xfrm>
            <a:custGeom>
              <a:avLst/>
              <a:gdLst>
                <a:gd name="T0" fmla="*/ 53 w 17"/>
                <a:gd name="T1" fmla="*/ 0 h 45"/>
                <a:gd name="T2" fmla="*/ 0 w 17"/>
                <a:gd name="T3" fmla="*/ 60 h 45"/>
                <a:gd name="T4" fmla="*/ 40 w 17"/>
                <a:gd name="T5" fmla="*/ 149 h 45"/>
                <a:gd name="T6" fmla="*/ 113 w 17"/>
                <a:gd name="T7" fmla="*/ 27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5">
                  <a:moveTo>
                    <a:pt x="8" y="0"/>
                  </a:moveTo>
                  <a:cubicBezTo>
                    <a:pt x="5" y="2"/>
                    <a:pt x="0" y="5"/>
                    <a:pt x="0" y="9"/>
                  </a:cubicBezTo>
                  <a:cubicBezTo>
                    <a:pt x="0" y="13"/>
                    <a:pt x="4" y="19"/>
                    <a:pt x="6" y="23"/>
                  </a:cubicBezTo>
                  <a:cubicBezTo>
                    <a:pt x="7" y="25"/>
                    <a:pt x="15" y="45"/>
                    <a:pt x="17" y="4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74" name="Freeform 1353">
              <a:extLst>
                <a:ext uri="{FF2B5EF4-FFF2-40B4-BE49-F238E27FC236}">
                  <a16:creationId xmlns:a16="http://schemas.microsoft.com/office/drawing/2014/main" id="{471C8C8F-63FE-45F1-A3C8-260DBADB5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489"/>
              <a:ext cx="9" cy="2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5" y="0"/>
                    <a:pt x="5" y="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75" name="Freeform 1354">
              <a:extLst>
                <a:ext uri="{FF2B5EF4-FFF2-40B4-BE49-F238E27FC236}">
                  <a16:creationId xmlns:a16="http://schemas.microsoft.com/office/drawing/2014/main" id="{0338A0F9-AAD4-45D4-970C-F2EFA7E79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345"/>
              <a:ext cx="38" cy="78"/>
            </a:xfrm>
            <a:custGeom>
              <a:avLst/>
              <a:gdLst>
                <a:gd name="T0" fmla="*/ 61 w 20"/>
                <a:gd name="T1" fmla="*/ 0 h 42"/>
                <a:gd name="T2" fmla="*/ 8 w 20"/>
                <a:gd name="T3" fmla="*/ 24 h 42"/>
                <a:gd name="T4" fmla="*/ 8 w 20"/>
                <a:gd name="T5" fmla="*/ 69 h 42"/>
                <a:gd name="T6" fmla="*/ 61 w 20"/>
                <a:gd name="T7" fmla="*/ 165 h 42"/>
                <a:gd name="T8" fmla="*/ 137 w 20"/>
                <a:gd name="T9" fmla="*/ 25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2">
                  <a:moveTo>
                    <a:pt x="9" y="0"/>
                  </a:moveTo>
                  <a:cubicBezTo>
                    <a:pt x="7" y="2"/>
                    <a:pt x="2" y="2"/>
                    <a:pt x="1" y="4"/>
                  </a:cubicBezTo>
                  <a:cubicBezTo>
                    <a:pt x="0" y="6"/>
                    <a:pt x="1" y="9"/>
                    <a:pt x="1" y="11"/>
                  </a:cubicBezTo>
                  <a:cubicBezTo>
                    <a:pt x="2" y="16"/>
                    <a:pt x="7" y="21"/>
                    <a:pt x="9" y="26"/>
                  </a:cubicBezTo>
                  <a:cubicBezTo>
                    <a:pt x="10" y="27"/>
                    <a:pt x="19" y="42"/>
                    <a:pt x="20" y="4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76" name="Freeform 1355">
              <a:extLst>
                <a:ext uri="{FF2B5EF4-FFF2-40B4-BE49-F238E27FC236}">
                  <a16:creationId xmlns:a16="http://schemas.microsoft.com/office/drawing/2014/main" id="{92E79966-EEB4-4DC4-B2A3-4AD2CFBCF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403"/>
              <a:ext cx="4" cy="15"/>
            </a:xfrm>
            <a:custGeom>
              <a:avLst/>
              <a:gdLst>
                <a:gd name="T0" fmla="*/ 0 w 2"/>
                <a:gd name="T1" fmla="*/ 53 h 8"/>
                <a:gd name="T2" fmla="*/ 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2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77" name="Freeform 1356">
              <a:extLst>
                <a:ext uri="{FF2B5EF4-FFF2-40B4-BE49-F238E27FC236}">
                  <a16:creationId xmlns:a16="http://schemas.microsoft.com/office/drawing/2014/main" id="{487B4150-1FB0-4D28-907A-B300EF7B6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283"/>
              <a:ext cx="19" cy="69"/>
            </a:xfrm>
            <a:custGeom>
              <a:avLst/>
              <a:gdLst>
                <a:gd name="T0" fmla="*/ 55 w 10"/>
                <a:gd name="T1" fmla="*/ 241 h 37"/>
                <a:gd name="T2" fmla="*/ 8 w 10"/>
                <a:gd name="T3" fmla="*/ 84 h 37"/>
                <a:gd name="T4" fmla="*/ 15 w 10"/>
                <a:gd name="T5" fmla="*/ 13 h 37"/>
                <a:gd name="T6" fmla="*/ 55 w 10"/>
                <a:gd name="T7" fmla="*/ 7 h 37"/>
                <a:gd name="T8" fmla="*/ 61 w 10"/>
                <a:gd name="T9" fmla="*/ 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7">
                  <a:moveTo>
                    <a:pt x="8" y="37"/>
                  </a:moveTo>
                  <a:cubicBezTo>
                    <a:pt x="3" y="32"/>
                    <a:pt x="2" y="20"/>
                    <a:pt x="1" y="13"/>
                  </a:cubicBezTo>
                  <a:cubicBezTo>
                    <a:pt x="1" y="10"/>
                    <a:pt x="0" y="4"/>
                    <a:pt x="2" y="2"/>
                  </a:cubicBezTo>
                  <a:cubicBezTo>
                    <a:pt x="4" y="0"/>
                    <a:pt x="6" y="1"/>
                    <a:pt x="8" y="1"/>
                  </a:cubicBezTo>
                  <a:cubicBezTo>
                    <a:pt x="9" y="1"/>
                    <a:pt x="10" y="2"/>
                    <a:pt x="9" y="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78" name="Freeform 1357">
              <a:extLst>
                <a:ext uri="{FF2B5EF4-FFF2-40B4-BE49-F238E27FC236}">
                  <a16:creationId xmlns:a16="http://schemas.microsoft.com/office/drawing/2014/main" id="{EF222351-5EBC-4554-9929-A91B8D4DD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219"/>
              <a:ext cx="22" cy="66"/>
            </a:xfrm>
            <a:custGeom>
              <a:avLst/>
              <a:gdLst>
                <a:gd name="T0" fmla="*/ 44 w 12"/>
                <a:gd name="T1" fmla="*/ 234 h 35"/>
                <a:gd name="T2" fmla="*/ 13 w 12"/>
                <a:gd name="T3" fmla="*/ 75 h 35"/>
                <a:gd name="T4" fmla="*/ 24 w 12"/>
                <a:gd name="T5" fmla="*/ 0 h 35"/>
                <a:gd name="T6" fmla="*/ 73 w 12"/>
                <a:gd name="T7" fmla="*/ 1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7" y="35"/>
                  </a:moveTo>
                  <a:cubicBezTo>
                    <a:pt x="0" y="33"/>
                    <a:pt x="2" y="17"/>
                    <a:pt x="2" y="11"/>
                  </a:cubicBezTo>
                  <a:cubicBezTo>
                    <a:pt x="2" y="8"/>
                    <a:pt x="0" y="2"/>
                    <a:pt x="4" y="0"/>
                  </a:cubicBezTo>
                  <a:cubicBezTo>
                    <a:pt x="7" y="0"/>
                    <a:pt x="11" y="1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79" name="Freeform 1358">
              <a:extLst>
                <a:ext uri="{FF2B5EF4-FFF2-40B4-BE49-F238E27FC236}">
                  <a16:creationId xmlns:a16="http://schemas.microsoft.com/office/drawing/2014/main" id="{974BF23B-6D5B-43CE-B089-174F15B51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146"/>
              <a:ext cx="17" cy="75"/>
            </a:xfrm>
            <a:custGeom>
              <a:avLst/>
              <a:gdLst>
                <a:gd name="T0" fmla="*/ 60 w 9"/>
                <a:gd name="T1" fmla="*/ 0 h 40"/>
                <a:gd name="T2" fmla="*/ 0 w 9"/>
                <a:gd name="T3" fmla="*/ 45 h 40"/>
                <a:gd name="T4" fmla="*/ 28 w 9"/>
                <a:gd name="T5" fmla="*/ 137 h 40"/>
                <a:gd name="T6" fmla="*/ 53 w 9"/>
                <a:gd name="T7" fmla="*/ 25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0">
                  <a:moveTo>
                    <a:pt x="9" y="0"/>
                  </a:moveTo>
                  <a:cubicBezTo>
                    <a:pt x="5" y="2"/>
                    <a:pt x="0" y="1"/>
                    <a:pt x="0" y="7"/>
                  </a:cubicBezTo>
                  <a:cubicBezTo>
                    <a:pt x="0" y="11"/>
                    <a:pt x="3" y="16"/>
                    <a:pt x="4" y="21"/>
                  </a:cubicBezTo>
                  <a:cubicBezTo>
                    <a:pt x="4" y="23"/>
                    <a:pt x="5" y="40"/>
                    <a:pt x="8" y="39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80" name="Freeform 1359">
              <a:extLst>
                <a:ext uri="{FF2B5EF4-FFF2-40B4-BE49-F238E27FC236}">
                  <a16:creationId xmlns:a16="http://schemas.microsoft.com/office/drawing/2014/main" id="{7CC609E5-C2BE-41A6-B300-C96C8B23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208"/>
              <a:ext cx="5" cy="11"/>
            </a:xfrm>
            <a:custGeom>
              <a:avLst/>
              <a:gdLst>
                <a:gd name="T0" fmla="*/ 0 w 3"/>
                <a:gd name="T1" fmla="*/ 37 h 6"/>
                <a:gd name="T2" fmla="*/ 13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5"/>
                    <a:pt x="3" y="3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81" name="Freeform 1360">
              <a:extLst>
                <a:ext uri="{FF2B5EF4-FFF2-40B4-BE49-F238E27FC236}">
                  <a16:creationId xmlns:a16="http://schemas.microsoft.com/office/drawing/2014/main" id="{CC696242-E0EF-4A3F-9E69-ACE5482C5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075"/>
              <a:ext cx="20" cy="77"/>
            </a:xfrm>
            <a:custGeom>
              <a:avLst/>
              <a:gdLst>
                <a:gd name="T0" fmla="*/ 65 w 11"/>
                <a:gd name="T1" fmla="*/ 0 h 41"/>
                <a:gd name="T2" fmla="*/ 36 w 11"/>
                <a:gd name="T3" fmla="*/ 145 h 41"/>
                <a:gd name="T4" fmla="*/ 65 w 11"/>
                <a:gd name="T5" fmla="*/ 27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11" y="0"/>
                  </a:moveTo>
                  <a:cubicBezTo>
                    <a:pt x="0" y="1"/>
                    <a:pt x="4" y="15"/>
                    <a:pt x="6" y="22"/>
                  </a:cubicBezTo>
                  <a:cubicBezTo>
                    <a:pt x="7" y="25"/>
                    <a:pt x="9" y="41"/>
                    <a:pt x="11" y="41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82" name="Freeform 1361">
              <a:extLst>
                <a:ext uri="{FF2B5EF4-FFF2-40B4-BE49-F238E27FC236}">
                  <a16:creationId xmlns:a16="http://schemas.microsoft.com/office/drawing/2014/main" id="{B210C86D-268F-48F3-BB36-98693685D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010"/>
              <a:ext cx="22" cy="71"/>
            </a:xfrm>
            <a:custGeom>
              <a:avLst/>
              <a:gdLst>
                <a:gd name="T0" fmla="*/ 68 w 12"/>
                <a:gd name="T1" fmla="*/ 7 h 38"/>
                <a:gd name="T2" fmla="*/ 13 w 12"/>
                <a:gd name="T3" fmla="*/ 32 h 38"/>
                <a:gd name="T4" fmla="*/ 20 w 12"/>
                <a:gd name="T5" fmla="*/ 120 h 38"/>
                <a:gd name="T6" fmla="*/ 73 w 12"/>
                <a:gd name="T7" fmla="*/ 24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8">
                  <a:moveTo>
                    <a:pt x="11" y="1"/>
                  </a:moveTo>
                  <a:cubicBezTo>
                    <a:pt x="7" y="0"/>
                    <a:pt x="3" y="2"/>
                    <a:pt x="2" y="5"/>
                  </a:cubicBezTo>
                  <a:cubicBezTo>
                    <a:pt x="0" y="9"/>
                    <a:pt x="3" y="14"/>
                    <a:pt x="3" y="18"/>
                  </a:cubicBezTo>
                  <a:cubicBezTo>
                    <a:pt x="4" y="21"/>
                    <a:pt x="7" y="38"/>
                    <a:pt x="12" y="38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83" name="Freeform 1362">
              <a:extLst>
                <a:ext uri="{FF2B5EF4-FFF2-40B4-BE49-F238E27FC236}">
                  <a16:creationId xmlns:a16="http://schemas.microsoft.com/office/drawing/2014/main" id="{A0484A89-8DEF-4254-8472-C77C05516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953"/>
              <a:ext cx="21" cy="62"/>
            </a:xfrm>
            <a:custGeom>
              <a:avLst/>
              <a:gdLst>
                <a:gd name="T0" fmla="*/ 76 w 11"/>
                <a:gd name="T1" fmla="*/ 8 h 33"/>
                <a:gd name="T2" fmla="*/ 15 w 11"/>
                <a:gd name="T3" fmla="*/ 113 h 33"/>
                <a:gd name="T4" fmla="*/ 55 w 11"/>
                <a:gd name="T5" fmla="*/ 21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11" y="1"/>
                  </a:moveTo>
                  <a:cubicBezTo>
                    <a:pt x="0" y="0"/>
                    <a:pt x="0" y="8"/>
                    <a:pt x="2" y="17"/>
                  </a:cubicBezTo>
                  <a:cubicBezTo>
                    <a:pt x="3" y="19"/>
                    <a:pt x="6" y="33"/>
                    <a:pt x="8" y="33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84" name="Freeform 1363">
              <a:extLst>
                <a:ext uri="{FF2B5EF4-FFF2-40B4-BE49-F238E27FC236}">
                  <a16:creationId xmlns:a16="http://schemas.microsoft.com/office/drawing/2014/main" id="{42C08B1B-2A7B-48A6-87B7-0610DCDAF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899"/>
              <a:ext cx="16" cy="6"/>
            </a:xfrm>
            <a:custGeom>
              <a:avLst/>
              <a:gdLst>
                <a:gd name="T0" fmla="*/ 50 w 9"/>
                <a:gd name="T1" fmla="*/ 0 h 3"/>
                <a:gd name="T2" fmla="*/ 0 w 9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7" y="1"/>
                    <a:pt x="2" y="3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85" name="Freeform 1364">
              <a:extLst>
                <a:ext uri="{FF2B5EF4-FFF2-40B4-BE49-F238E27FC236}">
                  <a16:creationId xmlns:a16="http://schemas.microsoft.com/office/drawing/2014/main" id="{1352E9AD-58D4-4241-8239-AE4B347D8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905"/>
              <a:ext cx="11" cy="60"/>
            </a:xfrm>
            <a:custGeom>
              <a:avLst/>
              <a:gdLst>
                <a:gd name="T0" fmla="*/ 13 w 6"/>
                <a:gd name="T1" fmla="*/ 0 h 32"/>
                <a:gd name="T2" fmla="*/ 20 w 6"/>
                <a:gd name="T3" fmla="*/ 128 h 32"/>
                <a:gd name="T4" fmla="*/ 37 w 6"/>
                <a:gd name="T5" fmla="*/ 2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2" y="0"/>
                  </a:moveTo>
                  <a:cubicBezTo>
                    <a:pt x="0" y="5"/>
                    <a:pt x="2" y="14"/>
                    <a:pt x="3" y="19"/>
                  </a:cubicBezTo>
                  <a:cubicBezTo>
                    <a:pt x="3" y="22"/>
                    <a:pt x="4" y="31"/>
                    <a:pt x="6" y="32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86" name="Freeform 1365">
              <a:extLst>
                <a:ext uri="{FF2B5EF4-FFF2-40B4-BE49-F238E27FC236}">
                  <a16:creationId xmlns:a16="http://schemas.microsoft.com/office/drawing/2014/main" id="{94164B5B-4EC3-43B7-9D13-440FF1F22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946"/>
              <a:ext cx="6" cy="9"/>
            </a:xfrm>
            <a:custGeom>
              <a:avLst/>
              <a:gdLst>
                <a:gd name="T0" fmla="*/ 0 w 3"/>
                <a:gd name="T1" fmla="*/ 29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3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87" name="Freeform 1366">
              <a:extLst>
                <a:ext uri="{FF2B5EF4-FFF2-40B4-BE49-F238E27FC236}">
                  <a16:creationId xmlns:a16="http://schemas.microsoft.com/office/drawing/2014/main" id="{8024F744-45BC-4DA0-BF68-F5A1D16A6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728"/>
              <a:ext cx="22" cy="39"/>
            </a:xfrm>
            <a:custGeom>
              <a:avLst/>
              <a:gdLst>
                <a:gd name="T0" fmla="*/ 7 w 12"/>
                <a:gd name="T1" fmla="*/ 0 h 21"/>
                <a:gd name="T2" fmla="*/ 20 w 12"/>
                <a:gd name="T3" fmla="*/ 104 h 21"/>
                <a:gd name="T4" fmla="*/ 73 w 12"/>
                <a:gd name="T5" fmla="*/ 113 h 21"/>
                <a:gd name="T6" fmla="*/ 73 w 12"/>
                <a:gd name="T7" fmla="*/ 10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1" y="0"/>
                  </a:moveTo>
                  <a:cubicBezTo>
                    <a:pt x="0" y="4"/>
                    <a:pt x="1" y="11"/>
                    <a:pt x="3" y="16"/>
                  </a:cubicBezTo>
                  <a:cubicBezTo>
                    <a:pt x="5" y="21"/>
                    <a:pt x="7" y="19"/>
                    <a:pt x="12" y="18"/>
                  </a:cubicBezTo>
                  <a:cubicBezTo>
                    <a:pt x="12" y="18"/>
                    <a:pt x="12" y="17"/>
                    <a:pt x="12" y="16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88" name="Freeform 1367">
              <a:extLst>
                <a:ext uri="{FF2B5EF4-FFF2-40B4-BE49-F238E27FC236}">
                  <a16:creationId xmlns:a16="http://schemas.microsoft.com/office/drawing/2014/main" id="{F263490D-9DB3-4D26-8DBC-1FB09DF8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3763"/>
              <a:ext cx="34" cy="47"/>
            </a:xfrm>
            <a:custGeom>
              <a:avLst/>
              <a:gdLst>
                <a:gd name="T0" fmla="*/ 8 w 18"/>
                <a:gd name="T1" fmla="*/ 0 h 25"/>
                <a:gd name="T2" fmla="*/ 68 w 18"/>
                <a:gd name="T3" fmla="*/ 113 h 25"/>
                <a:gd name="T4" fmla="*/ 121 w 18"/>
                <a:gd name="T5" fmla="*/ 12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1" y="0"/>
                  </a:moveTo>
                  <a:cubicBezTo>
                    <a:pt x="0" y="7"/>
                    <a:pt x="7" y="12"/>
                    <a:pt x="10" y="17"/>
                  </a:cubicBezTo>
                  <a:cubicBezTo>
                    <a:pt x="13" y="20"/>
                    <a:pt x="16" y="25"/>
                    <a:pt x="18" y="18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89" name="Freeform 1368">
              <a:extLst>
                <a:ext uri="{FF2B5EF4-FFF2-40B4-BE49-F238E27FC236}">
                  <a16:creationId xmlns:a16="http://schemas.microsoft.com/office/drawing/2014/main" id="{25227F0F-1F0A-438D-AC45-EABDC2E61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803"/>
              <a:ext cx="47" cy="31"/>
            </a:xfrm>
            <a:custGeom>
              <a:avLst/>
              <a:gdLst>
                <a:gd name="T0" fmla="*/ 0 w 25"/>
                <a:gd name="T1" fmla="*/ 0 h 17"/>
                <a:gd name="T2" fmla="*/ 92 w 25"/>
                <a:gd name="T3" fmla="*/ 86 h 17"/>
                <a:gd name="T4" fmla="*/ 152 w 25"/>
                <a:gd name="T5" fmla="*/ 97 h 17"/>
                <a:gd name="T6" fmla="*/ 165 w 25"/>
                <a:gd name="T7" fmla="*/ 6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1" y="7"/>
                    <a:pt x="8" y="12"/>
                    <a:pt x="14" y="14"/>
                  </a:cubicBezTo>
                  <a:cubicBezTo>
                    <a:pt x="16" y="15"/>
                    <a:pt x="21" y="17"/>
                    <a:pt x="23" y="16"/>
                  </a:cubicBezTo>
                  <a:cubicBezTo>
                    <a:pt x="25" y="15"/>
                    <a:pt x="25" y="11"/>
                    <a:pt x="25" y="1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90" name="Freeform 1369">
              <a:extLst>
                <a:ext uri="{FF2B5EF4-FFF2-40B4-BE49-F238E27FC236}">
                  <a16:creationId xmlns:a16="http://schemas.microsoft.com/office/drawing/2014/main" id="{18ADD275-3DFA-4C19-918C-4A8533C19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803"/>
              <a:ext cx="54" cy="31"/>
            </a:xfrm>
            <a:custGeom>
              <a:avLst/>
              <a:gdLst>
                <a:gd name="T0" fmla="*/ 0 w 29"/>
                <a:gd name="T1" fmla="*/ 86 h 17"/>
                <a:gd name="T2" fmla="*/ 60 w 29"/>
                <a:gd name="T3" fmla="*/ 89 h 17"/>
                <a:gd name="T4" fmla="*/ 136 w 29"/>
                <a:gd name="T5" fmla="*/ 73 h 17"/>
                <a:gd name="T6" fmla="*/ 142 w 2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0" y="14"/>
                  </a:moveTo>
                  <a:cubicBezTo>
                    <a:pt x="3" y="17"/>
                    <a:pt x="5" y="16"/>
                    <a:pt x="9" y="15"/>
                  </a:cubicBezTo>
                  <a:cubicBezTo>
                    <a:pt x="13" y="15"/>
                    <a:pt x="17" y="15"/>
                    <a:pt x="21" y="12"/>
                  </a:cubicBezTo>
                  <a:cubicBezTo>
                    <a:pt x="24" y="9"/>
                    <a:pt x="29" y="3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91" name="Freeform 1370">
              <a:extLst>
                <a:ext uri="{FF2B5EF4-FFF2-40B4-BE49-F238E27FC236}">
                  <a16:creationId xmlns:a16="http://schemas.microsoft.com/office/drawing/2014/main" id="{0454E140-9368-4B3C-A2FB-22DD8872A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771"/>
              <a:ext cx="23" cy="43"/>
            </a:xfrm>
            <a:custGeom>
              <a:avLst/>
              <a:gdLst>
                <a:gd name="T0" fmla="*/ 44 w 12"/>
                <a:gd name="T1" fmla="*/ 0 h 23"/>
                <a:gd name="T2" fmla="*/ 84 w 12"/>
                <a:gd name="T3" fmla="*/ 32 h 23"/>
                <a:gd name="T4" fmla="*/ 48 w 12"/>
                <a:gd name="T5" fmla="*/ 77 h 23"/>
                <a:gd name="T6" fmla="*/ 0 w 12"/>
                <a:gd name="T7" fmla="*/ 1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6" y="0"/>
                  </a:moveTo>
                  <a:cubicBezTo>
                    <a:pt x="8" y="1"/>
                    <a:pt x="12" y="3"/>
                    <a:pt x="12" y="5"/>
                  </a:cubicBezTo>
                  <a:cubicBezTo>
                    <a:pt x="12" y="7"/>
                    <a:pt x="8" y="10"/>
                    <a:pt x="7" y="12"/>
                  </a:cubicBezTo>
                  <a:cubicBezTo>
                    <a:pt x="5" y="15"/>
                    <a:pt x="4" y="20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92" name="Freeform 1371">
              <a:extLst>
                <a:ext uri="{FF2B5EF4-FFF2-40B4-BE49-F238E27FC236}">
                  <a16:creationId xmlns:a16="http://schemas.microsoft.com/office/drawing/2014/main" id="{47012EBF-777B-486A-BF99-EA6EF45D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3743"/>
              <a:ext cx="15" cy="33"/>
            </a:xfrm>
            <a:custGeom>
              <a:avLst/>
              <a:gdLst>
                <a:gd name="T0" fmla="*/ 8 w 8"/>
                <a:gd name="T1" fmla="*/ 112 h 18"/>
                <a:gd name="T2" fmla="*/ 45 w 8"/>
                <a:gd name="T3" fmla="*/ 20 h 18"/>
                <a:gd name="T4" fmla="*/ 0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1" y="18"/>
                  </a:moveTo>
                  <a:cubicBezTo>
                    <a:pt x="3" y="14"/>
                    <a:pt x="8" y="8"/>
                    <a:pt x="7" y="3"/>
                  </a:cubicBez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93" name="Freeform 1372">
              <a:extLst>
                <a:ext uri="{FF2B5EF4-FFF2-40B4-BE49-F238E27FC236}">
                  <a16:creationId xmlns:a16="http://schemas.microsoft.com/office/drawing/2014/main" id="{01120655-8063-4B70-87CC-A6CE00851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726"/>
              <a:ext cx="6" cy="19"/>
            </a:xfrm>
            <a:custGeom>
              <a:avLst/>
              <a:gdLst>
                <a:gd name="T0" fmla="*/ 0 w 3"/>
                <a:gd name="T1" fmla="*/ 68 h 10"/>
                <a:gd name="T2" fmla="*/ 16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7"/>
                    <a:pt x="3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94" name="Freeform 1373">
              <a:extLst>
                <a:ext uri="{FF2B5EF4-FFF2-40B4-BE49-F238E27FC236}">
                  <a16:creationId xmlns:a16="http://schemas.microsoft.com/office/drawing/2014/main" id="{324C8291-43FE-4E5B-A734-21680FA7A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620"/>
              <a:ext cx="58" cy="115"/>
            </a:xfrm>
            <a:custGeom>
              <a:avLst/>
              <a:gdLst>
                <a:gd name="T0" fmla="*/ 0 w 31"/>
                <a:gd name="T1" fmla="*/ 409 h 61"/>
                <a:gd name="T2" fmla="*/ 172 w 31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1">
                  <a:moveTo>
                    <a:pt x="0" y="61"/>
                  </a:moveTo>
                  <a:cubicBezTo>
                    <a:pt x="14" y="44"/>
                    <a:pt x="31" y="22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95" name="Freeform 1374">
              <a:extLst>
                <a:ext uri="{FF2B5EF4-FFF2-40B4-BE49-F238E27FC236}">
                  <a16:creationId xmlns:a16="http://schemas.microsoft.com/office/drawing/2014/main" id="{B4830591-14C5-44E2-B479-8E4A444C8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566"/>
              <a:ext cx="36" cy="86"/>
            </a:xfrm>
            <a:custGeom>
              <a:avLst/>
              <a:gdLst>
                <a:gd name="T0" fmla="*/ 0 w 19"/>
                <a:gd name="T1" fmla="*/ 301 h 46"/>
                <a:gd name="T2" fmla="*/ 100 w 19"/>
                <a:gd name="T3" fmla="*/ 150 h 46"/>
                <a:gd name="T4" fmla="*/ 129 w 1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0" y="46"/>
                  </a:moveTo>
                  <a:cubicBezTo>
                    <a:pt x="6" y="41"/>
                    <a:pt x="12" y="31"/>
                    <a:pt x="15" y="23"/>
                  </a:cubicBezTo>
                  <a:cubicBezTo>
                    <a:pt x="18" y="15"/>
                    <a:pt x="16" y="6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96" name="Freeform 1375">
              <a:extLst>
                <a:ext uri="{FF2B5EF4-FFF2-40B4-BE49-F238E27FC236}">
                  <a16:creationId xmlns:a16="http://schemas.microsoft.com/office/drawing/2014/main" id="{9C32A5CE-4499-44B3-9807-55FEA8954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1519"/>
              <a:ext cx="63" cy="73"/>
            </a:xfrm>
            <a:custGeom>
              <a:avLst/>
              <a:gdLst>
                <a:gd name="T0" fmla="*/ 0 w 34"/>
                <a:gd name="T1" fmla="*/ 256 h 39"/>
                <a:gd name="T2" fmla="*/ 217 w 34"/>
                <a:gd name="T3" fmla="*/ 0 h 39"/>
                <a:gd name="T4" fmla="*/ 7 w 34"/>
                <a:gd name="T5" fmla="*/ 16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9">
                  <a:moveTo>
                    <a:pt x="0" y="39"/>
                  </a:moveTo>
                  <a:cubicBezTo>
                    <a:pt x="14" y="29"/>
                    <a:pt x="25" y="15"/>
                    <a:pt x="34" y="0"/>
                  </a:cubicBezTo>
                  <a:cubicBezTo>
                    <a:pt x="21" y="6"/>
                    <a:pt x="11" y="15"/>
                    <a:pt x="1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97" name="Freeform 1376">
              <a:extLst>
                <a:ext uri="{FF2B5EF4-FFF2-40B4-BE49-F238E27FC236}">
                  <a16:creationId xmlns:a16="http://schemas.microsoft.com/office/drawing/2014/main" id="{DA70CEB3-E6FD-47CE-A636-E01BDB51C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8"/>
              <a:ext cx="86" cy="165"/>
            </a:xfrm>
            <a:custGeom>
              <a:avLst/>
              <a:gdLst>
                <a:gd name="T0" fmla="*/ 7 w 46"/>
                <a:gd name="T1" fmla="*/ 579 h 88"/>
                <a:gd name="T2" fmla="*/ 77 w 46"/>
                <a:gd name="T3" fmla="*/ 345 h 88"/>
                <a:gd name="T4" fmla="*/ 165 w 46"/>
                <a:gd name="T5" fmla="*/ 189 h 88"/>
                <a:gd name="T6" fmla="*/ 174 w 46"/>
                <a:gd name="T7" fmla="*/ 197 h 88"/>
                <a:gd name="T8" fmla="*/ 181 w 46"/>
                <a:gd name="T9" fmla="*/ 173 h 88"/>
                <a:gd name="T10" fmla="*/ 224 w 46"/>
                <a:gd name="T11" fmla="*/ 99 h 88"/>
                <a:gd name="T12" fmla="*/ 301 w 46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88">
                  <a:moveTo>
                    <a:pt x="1" y="88"/>
                  </a:moveTo>
                  <a:cubicBezTo>
                    <a:pt x="0" y="77"/>
                    <a:pt x="9" y="63"/>
                    <a:pt x="12" y="52"/>
                  </a:cubicBezTo>
                  <a:cubicBezTo>
                    <a:pt x="15" y="43"/>
                    <a:pt x="19" y="36"/>
                    <a:pt x="25" y="29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9" y="29"/>
                    <a:pt x="27" y="28"/>
                    <a:pt x="28" y="26"/>
                  </a:cubicBezTo>
                  <a:cubicBezTo>
                    <a:pt x="29" y="22"/>
                    <a:pt x="31" y="19"/>
                    <a:pt x="34" y="15"/>
                  </a:cubicBezTo>
                  <a:cubicBezTo>
                    <a:pt x="37" y="11"/>
                    <a:pt x="45" y="5"/>
                    <a:pt x="4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98" name="Freeform 1377">
              <a:extLst>
                <a:ext uri="{FF2B5EF4-FFF2-40B4-BE49-F238E27FC236}">
                  <a16:creationId xmlns:a16="http://schemas.microsoft.com/office/drawing/2014/main" id="{0280DED9-7CCF-4C8B-8044-6F67AE845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637"/>
              <a:ext cx="45" cy="75"/>
            </a:xfrm>
            <a:custGeom>
              <a:avLst/>
              <a:gdLst>
                <a:gd name="T0" fmla="*/ 0 w 24"/>
                <a:gd name="T1" fmla="*/ 264 h 40"/>
                <a:gd name="T2" fmla="*/ 144 w 24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0" y="40"/>
                  </a:moveTo>
                  <a:cubicBezTo>
                    <a:pt x="13" y="35"/>
                    <a:pt x="24" y="14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99" name="Freeform 1378">
              <a:extLst>
                <a:ext uri="{FF2B5EF4-FFF2-40B4-BE49-F238E27FC236}">
                  <a16:creationId xmlns:a16="http://schemas.microsoft.com/office/drawing/2014/main" id="{D6F8AFE7-6574-4544-8C4E-6D5FD76C0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579"/>
              <a:ext cx="41" cy="86"/>
            </a:xfrm>
            <a:custGeom>
              <a:avLst/>
              <a:gdLst>
                <a:gd name="T0" fmla="*/ 0 w 22"/>
                <a:gd name="T1" fmla="*/ 301 h 46"/>
                <a:gd name="T2" fmla="*/ 117 w 22"/>
                <a:gd name="T3" fmla="*/ 105 h 46"/>
                <a:gd name="T4" fmla="*/ 142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0" y="46"/>
                  </a:moveTo>
                  <a:cubicBezTo>
                    <a:pt x="8" y="37"/>
                    <a:pt x="14" y="27"/>
                    <a:pt x="18" y="16"/>
                  </a:cubicBezTo>
                  <a:cubicBezTo>
                    <a:pt x="19" y="11"/>
                    <a:pt x="20" y="5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00" name="Freeform 1379">
              <a:extLst>
                <a:ext uri="{FF2B5EF4-FFF2-40B4-BE49-F238E27FC236}">
                  <a16:creationId xmlns:a16="http://schemas.microsoft.com/office/drawing/2014/main" id="{AD2BA389-9800-4D3F-B42F-812DAF329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474"/>
              <a:ext cx="90" cy="57"/>
            </a:xfrm>
            <a:custGeom>
              <a:avLst/>
              <a:gdLst>
                <a:gd name="T0" fmla="*/ 0 w 48"/>
                <a:gd name="T1" fmla="*/ 205 h 30"/>
                <a:gd name="T2" fmla="*/ 317 w 48"/>
                <a:gd name="T3" fmla="*/ 0 h 30"/>
                <a:gd name="T4" fmla="*/ 186 w 48"/>
                <a:gd name="T5" fmla="*/ 105 h 30"/>
                <a:gd name="T6" fmla="*/ 81 w 48"/>
                <a:gd name="T7" fmla="*/ 16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0">
                  <a:moveTo>
                    <a:pt x="0" y="30"/>
                  </a:moveTo>
                  <a:cubicBezTo>
                    <a:pt x="13" y="13"/>
                    <a:pt x="29" y="6"/>
                    <a:pt x="48" y="0"/>
                  </a:cubicBezTo>
                  <a:cubicBezTo>
                    <a:pt x="42" y="5"/>
                    <a:pt x="35" y="10"/>
                    <a:pt x="28" y="15"/>
                  </a:cubicBezTo>
                  <a:cubicBezTo>
                    <a:pt x="23" y="18"/>
                    <a:pt x="18" y="22"/>
                    <a:pt x="12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01" name="Freeform 1380">
              <a:extLst>
                <a:ext uri="{FF2B5EF4-FFF2-40B4-BE49-F238E27FC236}">
                  <a16:creationId xmlns:a16="http://schemas.microsoft.com/office/drawing/2014/main" id="{3297FCFF-51B7-4FF7-AD0E-A68D81C1A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495"/>
              <a:ext cx="65" cy="62"/>
            </a:xfrm>
            <a:custGeom>
              <a:avLst/>
              <a:gdLst>
                <a:gd name="T0" fmla="*/ 0 w 35"/>
                <a:gd name="T1" fmla="*/ 218 h 33"/>
                <a:gd name="T2" fmla="*/ 225 w 3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3">
                  <a:moveTo>
                    <a:pt x="0" y="33"/>
                  </a:moveTo>
                  <a:cubicBezTo>
                    <a:pt x="16" y="26"/>
                    <a:pt x="26" y="12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02" name="Freeform 1381">
              <a:extLst>
                <a:ext uri="{FF2B5EF4-FFF2-40B4-BE49-F238E27FC236}">
                  <a16:creationId xmlns:a16="http://schemas.microsoft.com/office/drawing/2014/main" id="{0AF67EF8-3319-4CD8-96F1-98D885B4C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547"/>
              <a:ext cx="53" cy="83"/>
            </a:xfrm>
            <a:custGeom>
              <a:avLst/>
              <a:gdLst>
                <a:gd name="T0" fmla="*/ 0 w 28"/>
                <a:gd name="T1" fmla="*/ 296 h 44"/>
                <a:gd name="T2" fmla="*/ 129 w 28"/>
                <a:gd name="T3" fmla="*/ 149 h 44"/>
                <a:gd name="T4" fmla="*/ 189 w 28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4">
                  <a:moveTo>
                    <a:pt x="0" y="44"/>
                  </a:moveTo>
                  <a:cubicBezTo>
                    <a:pt x="5" y="36"/>
                    <a:pt x="13" y="30"/>
                    <a:pt x="19" y="22"/>
                  </a:cubicBezTo>
                  <a:cubicBezTo>
                    <a:pt x="23" y="17"/>
                    <a:pt x="25" y="5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03" name="Freeform 1382">
              <a:extLst>
                <a:ext uri="{FF2B5EF4-FFF2-40B4-BE49-F238E27FC236}">
                  <a16:creationId xmlns:a16="http://schemas.microsoft.com/office/drawing/2014/main" id="{DF636F87-3098-4653-94CF-AEBCD497B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448"/>
              <a:ext cx="102" cy="28"/>
            </a:xfrm>
            <a:custGeom>
              <a:avLst/>
              <a:gdLst>
                <a:gd name="T0" fmla="*/ 0 w 55"/>
                <a:gd name="T1" fmla="*/ 97 h 15"/>
                <a:gd name="T2" fmla="*/ 154 w 55"/>
                <a:gd name="T3" fmla="*/ 21 h 15"/>
                <a:gd name="T4" fmla="*/ 351 w 55"/>
                <a:gd name="T5" fmla="*/ 39 h 15"/>
                <a:gd name="T6" fmla="*/ 165 w 55"/>
                <a:gd name="T7" fmla="*/ 84 h 15"/>
                <a:gd name="T8" fmla="*/ 13 w 55"/>
                <a:gd name="T9" fmla="*/ 9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5">
                  <a:moveTo>
                    <a:pt x="0" y="15"/>
                  </a:moveTo>
                  <a:cubicBezTo>
                    <a:pt x="5" y="8"/>
                    <a:pt x="16" y="5"/>
                    <a:pt x="24" y="3"/>
                  </a:cubicBezTo>
                  <a:cubicBezTo>
                    <a:pt x="34" y="0"/>
                    <a:pt x="44" y="4"/>
                    <a:pt x="55" y="6"/>
                  </a:cubicBezTo>
                  <a:cubicBezTo>
                    <a:pt x="46" y="3"/>
                    <a:pt x="34" y="11"/>
                    <a:pt x="26" y="13"/>
                  </a:cubicBezTo>
                  <a:cubicBezTo>
                    <a:pt x="18" y="15"/>
                    <a:pt x="9" y="12"/>
                    <a:pt x="2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04" name="Freeform 1383">
              <a:extLst>
                <a:ext uri="{FF2B5EF4-FFF2-40B4-BE49-F238E27FC236}">
                  <a16:creationId xmlns:a16="http://schemas.microsoft.com/office/drawing/2014/main" id="{E682F9C4-A95B-46C8-8913-53A8F9585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444"/>
              <a:ext cx="90" cy="14"/>
            </a:xfrm>
            <a:custGeom>
              <a:avLst/>
              <a:gdLst>
                <a:gd name="T0" fmla="*/ 21 w 48"/>
                <a:gd name="T1" fmla="*/ 40 h 7"/>
                <a:gd name="T2" fmla="*/ 317 w 48"/>
                <a:gd name="T3" fmla="*/ 40 h 7"/>
                <a:gd name="T4" fmla="*/ 137 w 48"/>
                <a:gd name="T5" fmla="*/ 8 h 7"/>
                <a:gd name="T6" fmla="*/ 0 w 48"/>
                <a:gd name="T7" fmla="*/ 3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">
                  <a:moveTo>
                    <a:pt x="3" y="5"/>
                  </a:moveTo>
                  <a:cubicBezTo>
                    <a:pt x="18" y="7"/>
                    <a:pt x="33" y="6"/>
                    <a:pt x="48" y="5"/>
                  </a:cubicBezTo>
                  <a:cubicBezTo>
                    <a:pt x="42" y="0"/>
                    <a:pt x="29" y="1"/>
                    <a:pt x="21" y="1"/>
                  </a:cubicBezTo>
                  <a:cubicBezTo>
                    <a:pt x="14" y="0"/>
                    <a:pt x="6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05" name="Freeform 1384">
              <a:extLst>
                <a:ext uri="{FF2B5EF4-FFF2-40B4-BE49-F238E27FC236}">
                  <a16:creationId xmlns:a16="http://schemas.microsoft.com/office/drawing/2014/main" id="{10CADB9C-4288-434B-B493-061738AD6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459"/>
              <a:ext cx="77" cy="28"/>
            </a:xfrm>
            <a:custGeom>
              <a:avLst/>
              <a:gdLst>
                <a:gd name="T0" fmla="*/ 0 w 41"/>
                <a:gd name="T1" fmla="*/ 52 h 15"/>
                <a:gd name="T2" fmla="*/ 272 w 4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5">
                  <a:moveTo>
                    <a:pt x="0" y="8"/>
                  </a:moveTo>
                  <a:cubicBezTo>
                    <a:pt x="10" y="15"/>
                    <a:pt x="33" y="7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06" name="Freeform 1385">
              <a:extLst>
                <a:ext uri="{FF2B5EF4-FFF2-40B4-BE49-F238E27FC236}">
                  <a16:creationId xmlns:a16="http://schemas.microsoft.com/office/drawing/2014/main" id="{775BE659-F3C1-4EA3-B777-403B12DB6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474"/>
              <a:ext cx="65" cy="55"/>
            </a:xfrm>
            <a:custGeom>
              <a:avLst/>
              <a:gdLst>
                <a:gd name="T0" fmla="*/ 0 w 35"/>
                <a:gd name="T1" fmla="*/ 192 h 29"/>
                <a:gd name="T2" fmla="*/ 173 w 35"/>
                <a:gd name="T3" fmla="*/ 83 h 29"/>
                <a:gd name="T4" fmla="*/ 225 w 3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0" y="28"/>
                  </a:moveTo>
                  <a:cubicBezTo>
                    <a:pt x="8" y="29"/>
                    <a:pt x="21" y="17"/>
                    <a:pt x="27" y="12"/>
                  </a:cubicBezTo>
                  <a:cubicBezTo>
                    <a:pt x="30" y="9"/>
                    <a:pt x="33" y="4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07" name="Freeform 1386">
              <a:extLst>
                <a:ext uri="{FF2B5EF4-FFF2-40B4-BE49-F238E27FC236}">
                  <a16:creationId xmlns:a16="http://schemas.microsoft.com/office/drawing/2014/main" id="{C7957CF0-2144-4358-9214-8F7CB98E4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480"/>
              <a:ext cx="76" cy="39"/>
            </a:xfrm>
            <a:custGeom>
              <a:avLst/>
              <a:gdLst>
                <a:gd name="T0" fmla="*/ 0 w 41"/>
                <a:gd name="T1" fmla="*/ 128 h 21"/>
                <a:gd name="T2" fmla="*/ 178 w 41"/>
                <a:gd name="T3" fmla="*/ 37 h 21"/>
                <a:gd name="T4" fmla="*/ 261 w 4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">
                  <a:moveTo>
                    <a:pt x="0" y="20"/>
                  </a:moveTo>
                  <a:cubicBezTo>
                    <a:pt x="11" y="21"/>
                    <a:pt x="20" y="11"/>
                    <a:pt x="28" y="6"/>
                  </a:cubicBezTo>
                  <a:cubicBezTo>
                    <a:pt x="32" y="3"/>
                    <a:pt x="37" y="3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08" name="Freeform 1387">
              <a:extLst>
                <a:ext uri="{FF2B5EF4-FFF2-40B4-BE49-F238E27FC236}">
                  <a16:creationId xmlns:a16="http://schemas.microsoft.com/office/drawing/2014/main" id="{C795CD9E-F781-447A-9335-F5D47F0A6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523"/>
              <a:ext cx="47" cy="56"/>
            </a:xfrm>
            <a:custGeom>
              <a:avLst/>
              <a:gdLst>
                <a:gd name="T0" fmla="*/ 0 w 25"/>
                <a:gd name="T1" fmla="*/ 196 h 30"/>
                <a:gd name="T2" fmla="*/ 165 w 2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0">
                  <a:moveTo>
                    <a:pt x="0" y="30"/>
                  </a:moveTo>
                  <a:cubicBezTo>
                    <a:pt x="14" y="25"/>
                    <a:pt x="18" y="11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09" name="Freeform 1388">
              <a:extLst>
                <a:ext uri="{FF2B5EF4-FFF2-40B4-BE49-F238E27FC236}">
                  <a16:creationId xmlns:a16="http://schemas.microsoft.com/office/drawing/2014/main" id="{630B721B-FF89-41DC-9A68-B2CC1EDA0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712"/>
              <a:ext cx="41" cy="77"/>
            </a:xfrm>
            <a:custGeom>
              <a:avLst/>
              <a:gdLst>
                <a:gd name="T0" fmla="*/ 52 w 22"/>
                <a:gd name="T1" fmla="*/ 81 h 41"/>
                <a:gd name="T2" fmla="*/ 13 w 22"/>
                <a:gd name="T3" fmla="*/ 272 h 41"/>
                <a:gd name="T4" fmla="*/ 89 w 22"/>
                <a:gd name="T5" fmla="*/ 133 h 41"/>
                <a:gd name="T6" fmla="*/ 121 w 2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8" y="12"/>
                  </a:moveTo>
                  <a:cubicBezTo>
                    <a:pt x="3" y="19"/>
                    <a:pt x="0" y="32"/>
                    <a:pt x="2" y="41"/>
                  </a:cubicBezTo>
                  <a:cubicBezTo>
                    <a:pt x="2" y="34"/>
                    <a:pt x="11" y="26"/>
                    <a:pt x="14" y="20"/>
                  </a:cubicBezTo>
                  <a:cubicBezTo>
                    <a:pt x="17" y="16"/>
                    <a:pt x="22" y="5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10" name="Freeform 1389">
              <a:extLst>
                <a:ext uri="{FF2B5EF4-FFF2-40B4-BE49-F238E27FC236}">
                  <a16:creationId xmlns:a16="http://schemas.microsoft.com/office/drawing/2014/main" id="{370183A3-B584-42E4-923D-0069576AD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764"/>
              <a:ext cx="37" cy="96"/>
            </a:xfrm>
            <a:custGeom>
              <a:avLst/>
              <a:gdLst>
                <a:gd name="T0" fmla="*/ 76 w 20"/>
                <a:gd name="T1" fmla="*/ 75 h 51"/>
                <a:gd name="T2" fmla="*/ 44 w 20"/>
                <a:gd name="T3" fmla="*/ 341 h 51"/>
                <a:gd name="T4" fmla="*/ 68 w 20"/>
                <a:gd name="T5" fmla="*/ 258 h 51"/>
                <a:gd name="T6" fmla="*/ 120 w 20"/>
                <a:gd name="T7" fmla="*/ 136 h 51"/>
                <a:gd name="T8" fmla="*/ 113 w 20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1">
                  <a:moveTo>
                    <a:pt x="12" y="11"/>
                  </a:moveTo>
                  <a:cubicBezTo>
                    <a:pt x="9" y="22"/>
                    <a:pt x="0" y="39"/>
                    <a:pt x="7" y="51"/>
                  </a:cubicBezTo>
                  <a:cubicBezTo>
                    <a:pt x="6" y="47"/>
                    <a:pt x="9" y="43"/>
                    <a:pt x="11" y="39"/>
                  </a:cubicBezTo>
                  <a:cubicBezTo>
                    <a:pt x="14" y="33"/>
                    <a:pt x="18" y="27"/>
                    <a:pt x="19" y="20"/>
                  </a:cubicBezTo>
                  <a:cubicBezTo>
                    <a:pt x="20" y="13"/>
                    <a:pt x="19" y="7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11" name="Freeform 1390">
              <a:extLst>
                <a:ext uri="{FF2B5EF4-FFF2-40B4-BE49-F238E27FC236}">
                  <a16:creationId xmlns:a16="http://schemas.microsoft.com/office/drawing/2014/main" id="{E69F794E-1C97-41D0-BAAE-43012FC7C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856"/>
              <a:ext cx="2" cy="19"/>
            </a:xfrm>
            <a:custGeom>
              <a:avLst/>
              <a:gdLst>
                <a:gd name="T0" fmla="*/ 8 w 1"/>
                <a:gd name="T1" fmla="*/ 0 h 10"/>
                <a:gd name="T2" fmla="*/ 0 w 1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1" y="3"/>
                    <a:pt x="0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12" name="Freeform 1391">
              <a:extLst>
                <a:ext uri="{FF2B5EF4-FFF2-40B4-BE49-F238E27FC236}">
                  <a16:creationId xmlns:a16="http://schemas.microsoft.com/office/drawing/2014/main" id="{5912EE44-99A1-429F-BAC1-F73CAA15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837"/>
              <a:ext cx="13" cy="40"/>
            </a:xfrm>
            <a:custGeom>
              <a:avLst/>
              <a:gdLst>
                <a:gd name="T0" fmla="*/ 7 w 7"/>
                <a:gd name="T1" fmla="*/ 0 h 21"/>
                <a:gd name="T2" fmla="*/ 45 w 7"/>
                <a:gd name="T3" fmla="*/ 1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1" y="0"/>
                  </a:moveTo>
                  <a:cubicBezTo>
                    <a:pt x="0" y="6"/>
                    <a:pt x="5" y="15"/>
                    <a:pt x="7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13" name="Freeform 1392">
              <a:extLst>
                <a:ext uri="{FF2B5EF4-FFF2-40B4-BE49-F238E27FC236}">
                  <a16:creationId xmlns:a16="http://schemas.microsoft.com/office/drawing/2014/main" id="{9EA35705-6D90-4A8D-A3EC-7C0E9101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02"/>
              <a:ext cx="11" cy="75"/>
            </a:xfrm>
            <a:custGeom>
              <a:avLst/>
              <a:gdLst>
                <a:gd name="T0" fmla="*/ 0 w 6"/>
                <a:gd name="T1" fmla="*/ 264 h 40"/>
                <a:gd name="T2" fmla="*/ 0 w 6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0">
                  <a:moveTo>
                    <a:pt x="0" y="40"/>
                  </a:moveTo>
                  <a:cubicBezTo>
                    <a:pt x="6" y="27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14" name="Freeform 1393">
              <a:extLst>
                <a:ext uri="{FF2B5EF4-FFF2-40B4-BE49-F238E27FC236}">
                  <a16:creationId xmlns:a16="http://schemas.microsoft.com/office/drawing/2014/main" id="{D9E5CBC6-7DA0-4C26-849D-7DC4922B9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738"/>
              <a:ext cx="28" cy="68"/>
            </a:xfrm>
            <a:custGeom>
              <a:avLst/>
              <a:gdLst>
                <a:gd name="T0" fmla="*/ 0 w 15"/>
                <a:gd name="T1" fmla="*/ 242 h 36"/>
                <a:gd name="T2" fmla="*/ 60 w 15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0" y="36"/>
                  </a:moveTo>
                  <a:cubicBezTo>
                    <a:pt x="5" y="25"/>
                    <a:pt x="15" y="1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15" name="Freeform 1394">
              <a:extLst>
                <a:ext uri="{FF2B5EF4-FFF2-40B4-BE49-F238E27FC236}">
                  <a16:creationId xmlns:a16="http://schemas.microsoft.com/office/drawing/2014/main" id="{0DF58FE5-AA7C-4030-B7A8-A83AD9012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699"/>
              <a:ext cx="19" cy="67"/>
            </a:xfrm>
            <a:custGeom>
              <a:avLst/>
              <a:gdLst>
                <a:gd name="T0" fmla="*/ 0 w 10"/>
                <a:gd name="T1" fmla="*/ 233 h 36"/>
                <a:gd name="T2" fmla="*/ 68 w 10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0" y="36"/>
                  </a:moveTo>
                  <a:cubicBezTo>
                    <a:pt x="8" y="26"/>
                    <a:pt x="10" y="1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16" name="Freeform 1395">
              <a:extLst>
                <a:ext uri="{FF2B5EF4-FFF2-40B4-BE49-F238E27FC236}">
                  <a16:creationId xmlns:a16="http://schemas.microsoft.com/office/drawing/2014/main" id="{72042596-A5CF-4DD1-A611-6EA537A86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660"/>
              <a:ext cx="30" cy="84"/>
            </a:xfrm>
            <a:custGeom>
              <a:avLst/>
              <a:gdLst>
                <a:gd name="T0" fmla="*/ 0 w 16"/>
                <a:gd name="T1" fmla="*/ 293 h 45"/>
                <a:gd name="T2" fmla="*/ 81 w 16"/>
                <a:gd name="T3" fmla="*/ 196 h 45"/>
                <a:gd name="T4" fmla="*/ 105 w 16"/>
                <a:gd name="T5" fmla="*/ 77 h 45"/>
                <a:gd name="T6" fmla="*/ 99 w 1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5">
                  <a:moveTo>
                    <a:pt x="0" y="45"/>
                  </a:moveTo>
                  <a:cubicBezTo>
                    <a:pt x="3" y="39"/>
                    <a:pt x="9" y="35"/>
                    <a:pt x="12" y="30"/>
                  </a:cubicBezTo>
                  <a:cubicBezTo>
                    <a:pt x="15" y="24"/>
                    <a:pt x="16" y="18"/>
                    <a:pt x="16" y="12"/>
                  </a:cubicBezTo>
                  <a:cubicBezTo>
                    <a:pt x="16" y="8"/>
                    <a:pt x="16" y="3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17" name="Freeform 1396">
              <a:extLst>
                <a:ext uri="{FF2B5EF4-FFF2-40B4-BE49-F238E27FC236}">
                  <a16:creationId xmlns:a16="http://schemas.microsoft.com/office/drawing/2014/main" id="{3342561B-A065-4002-81B8-A2C9E37DA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476"/>
              <a:ext cx="81" cy="34"/>
            </a:xfrm>
            <a:custGeom>
              <a:avLst/>
              <a:gdLst>
                <a:gd name="T0" fmla="*/ 0 w 43"/>
                <a:gd name="T1" fmla="*/ 108 h 18"/>
                <a:gd name="T2" fmla="*/ 196 w 43"/>
                <a:gd name="T3" fmla="*/ 68 h 18"/>
                <a:gd name="T4" fmla="*/ 288 w 4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0" y="16"/>
                  </a:moveTo>
                  <a:cubicBezTo>
                    <a:pt x="9" y="18"/>
                    <a:pt x="21" y="14"/>
                    <a:pt x="29" y="10"/>
                  </a:cubicBezTo>
                  <a:cubicBezTo>
                    <a:pt x="35" y="7"/>
                    <a:pt x="39" y="3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18" name="Freeform 1397">
              <a:extLst>
                <a:ext uri="{FF2B5EF4-FFF2-40B4-BE49-F238E27FC236}">
                  <a16:creationId xmlns:a16="http://schemas.microsoft.com/office/drawing/2014/main" id="{BB875B76-B68B-4254-9E5E-9506B3891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514"/>
              <a:ext cx="62" cy="48"/>
            </a:xfrm>
            <a:custGeom>
              <a:avLst/>
              <a:gdLst>
                <a:gd name="T0" fmla="*/ 0 w 33"/>
                <a:gd name="T1" fmla="*/ 164 h 26"/>
                <a:gd name="T2" fmla="*/ 73 w 33"/>
                <a:gd name="T3" fmla="*/ 120 h 26"/>
                <a:gd name="T4" fmla="*/ 165 w 33"/>
                <a:gd name="T5" fmla="*/ 68 h 26"/>
                <a:gd name="T6" fmla="*/ 218 w 3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0" y="26"/>
                  </a:moveTo>
                  <a:cubicBezTo>
                    <a:pt x="4" y="24"/>
                    <a:pt x="7" y="20"/>
                    <a:pt x="11" y="19"/>
                  </a:cubicBezTo>
                  <a:cubicBezTo>
                    <a:pt x="17" y="16"/>
                    <a:pt x="21" y="16"/>
                    <a:pt x="25" y="11"/>
                  </a:cubicBezTo>
                  <a:cubicBezTo>
                    <a:pt x="28" y="8"/>
                    <a:pt x="29" y="3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19" name="Freeform 1398">
              <a:extLst>
                <a:ext uri="{FF2B5EF4-FFF2-40B4-BE49-F238E27FC236}">
                  <a16:creationId xmlns:a16="http://schemas.microsoft.com/office/drawing/2014/main" id="{61AC5952-31B8-438F-833A-9B43AFD97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506"/>
              <a:ext cx="62" cy="38"/>
            </a:xfrm>
            <a:custGeom>
              <a:avLst/>
              <a:gdLst>
                <a:gd name="T0" fmla="*/ 0 w 33"/>
                <a:gd name="T1" fmla="*/ 137 h 20"/>
                <a:gd name="T2" fmla="*/ 165 w 33"/>
                <a:gd name="T3" fmla="*/ 61 h 20"/>
                <a:gd name="T4" fmla="*/ 218 w 3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0">
                  <a:moveTo>
                    <a:pt x="0" y="20"/>
                  </a:moveTo>
                  <a:cubicBezTo>
                    <a:pt x="9" y="17"/>
                    <a:pt x="17" y="15"/>
                    <a:pt x="25" y="9"/>
                  </a:cubicBezTo>
                  <a:cubicBezTo>
                    <a:pt x="28" y="6"/>
                    <a:pt x="30" y="3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20" name="Freeform 1399">
              <a:extLst>
                <a:ext uri="{FF2B5EF4-FFF2-40B4-BE49-F238E27FC236}">
                  <a16:creationId xmlns:a16="http://schemas.microsoft.com/office/drawing/2014/main" id="{B6271FAE-C15A-4D15-9A6E-38CEB5E6A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630"/>
              <a:ext cx="26" cy="61"/>
            </a:xfrm>
            <a:custGeom>
              <a:avLst/>
              <a:gdLst>
                <a:gd name="T0" fmla="*/ 0 w 14"/>
                <a:gd name="T1" fmla="*/ 209 h 33"/>
                <a:gd name="T2" fmla="*/ 76 w 14"/>
                <a:gd name="T3" fmla="*/ 81 h 33"/>
                <a:gd name="T4" fmla="*/ 89 w 14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0" y="33"/>
                  </a:moveTo>
                  <a:cubicBezTo>
                    <a:pt x="5" y="26"/>
                    <a:pt x="11" y="21"/>
                    <a:pt x="12" y="13"/>
                  </a:cubicBezTo>
                  <a:cubicBezTo>
                    <a:pt x="13" y="9"/>
                    <a:pt x="14" y="2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21" name="Freeform 1400">
              <a:extLst>
                <a:ext uri="{FF2B5EF4-FFF2-40B4-BE49-F238E27FC236}">
                  <a16:creationId xmlns:a16="http://schemas.microsoft.com/office/drawing/2014/main" id="{1F53A9E4-F1E5-4A6C-AD53-58F012B5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587"/>
              <a:ext cx="39" cy="71"/>
            </a:xfrm>
            <a:custGeom>
              <a:avLst/>
              <a:gdLst>
                <a:gd name="T0" fmla="*/ 0 w 21"/>
                <a:gd name="T1" fmla="*/ 249 h 38"/>
                <a:gd name="T2" fmla="*/ 134 w 21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8">
                  <a:moveTo>
                    <a:pt x="0" y="38"/>
                  </a:moveTo>
                  <a:cubicBezTo>
                    <a:pt x="12" y="28"/>
                    <a:pt x="19" y="16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22" name="Freeform 1401">
              <a:extLst>
                <a:ext uri="{FF2B5EF4-FFF2-40B4-BE49-F238E27FC236}">
                  <a16:creationId xmlns:a16="http://schemas.microsoft.com/office/drawing/2014/main" id="{08A6CB48-E3AC-42F6-90A0-3D6C04424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559"/>
              <a:ext cx="43" cy="67"/>
            </a:xfrm>
            <a:custGeom>
              <a:avLst/>
              <a:gdLst>
                <a:gd name="T0" fmla="*/ 0 w 23"/>
                <a:gd name="T1" fmla="*/ 233 h 36"/>
                <a:gd name="T2" fmla="*/ 136 w 23"/>
                <a:gd name="T3" fmla="*/ 69 h 36"/>
                <a:gd name="T4" fmla="*/ 150 w 2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0" y="36"/>
                  </a:moveTo>
                  <a:cubicBezTo>
                    <a:pt x="7" y="29"/>
                    <a:pt x="18" y="21"/>
                    <a:pt x="21" y="11"/>
                  </a:cubicBezTo>
                  <a:cubicBezTo>
                    <a:pt x="22" y="8"/>
                    <a:pt x="22" y="3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23" name="Freeform 1402">
              <a:extLst>
                <a:ext uri="{FF2B5EF4-FFF2-40B4-BE49-F238E27FC236}">
                  <a16:creationId xmlns:a16="http://schemas.microsoft.com/office/drawing/2014/main" id="{9D51D661-63F0-4358-9341-DC244A1B5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540"/>
              <a:ext cx="54" cy="50"/>
            </a:xfrm>
            <a:custGeom>
              <a:avLst/>
              <a:gdLst>
                <a:gd name="T0" fmla="*/ 0 w 29"/>
                <a:gd name="T1" fmla="*/ 172 h 27"/>
                <a:gd name="T2" fmla="*/ 188 w 29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7">
                  <a:moveTo>
                    <a:pt x="0" y="27"/>
                  </a:moveTo>
                  <a:cubicBezTo>
                    <a:pt x="11" y="20"/>
                    <a:pt x="23" y="12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24" name="Freeform 1403">
              <a:extLst>
                <a:ext uri="{FF2B5EF4-FFF2-40B4-BE49-F238E27FC236}">
                  <a16:creationId xmlns:a16="http://schemas.microsoft.com/office/drawing/2014/main" id="{8A1E10B7-8779-47DE-8782-1DDDFA13B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531"/>
              <a:ext cx="58" cy="46"/>
            </a:xfrm>
            <a:custGeom>
              <a:avLst/>
              <a:gdLst>
                <a:gd name="T0" fmla="*/ 0 w 31"/>
                <a:gd name="T1" fmla="*/ 156 h 25"/>
                <a:gd name="T2" fmla="*/ 73 w 31"/>
                <a:gd name="T3" fmla="*/ 132 h 25"/>
                <a:gd name="T4" fmla="*/ 137 w 31"/>
                <a:gd name="T5" fmla="*/ 96 h 25"/>
                <a:gd name="T6" fmla="*/ 204 w 31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0" y="25"/>
                  </a:moveTo>
                  <a:cubicBezTo>
                    <a:pt x="3" y="23"/>
                    <a:pt x="7" y="23"/>
                    <a:pt x="11" y="21"/>
                  </a:cubicBezTo>
                  <a:cubicBezTo>
                    <a:pt x="14" y="20"/>
                    <a:pt x="18" y="17"/>
                    <a:pt x="21" y="15"/>
                  </a:cubicBezTo>
                  <a:cubicBezTo>
                    <a:pt x="27" y="11"/>
                    <a:pt x="29" y="7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25" name="Freeform 1404">
              <a:extLst>
                <a:ext uri="{FF2B5EF4-FFF2-40B4-BE49-F238E27FC236}">
                  <a16:creationId xmlns:a16="http://schemas.microsoft.com/office/drawing/2014/main" id="{847C9AB0-1D2B-4B60-97BF-DBE6D477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603"/>
              <a:ext cx="56" cy="57"/>
            </a:xfrm>
            <a:custGeom>
              <a:avLst/>
              <a:gdLst>
                <a:gd name="T0" fmla="*/ 0 w 30"/>
                <a:gd name="T1" fmla="*/ 200 h 30"/>
                <a:gd name="T2" fmla="*/ 196 w 3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">
                  <a:moveTo>
                    <a:pt x="0" y="29"/>
                  </a:moveTo>
                  <a:cubicBezTo>
                    <a:pt x="19" y="30"/>
                    <a:pt x="25" y="14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26" name="Freeform 1405">
              <a:extLst>
                <a:ext uri="{FF2B5EF4-FFF2-40B4-BE49-F238E27FC236}">
                  <a16:creationId xmlns:a16="http://schemas.microsoft.com/office/drawing/2014/main" id="{03632C6E-3D31-419A-862C-18B9D58A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574"/>
              <a:ext cx="51" cy="41"/>
            </a:xfrm>
            <a:custGeom>
              <a:avLst/>
              <a:gdLst>
                <a:gd name="T0" fmla="*/ 0 w 27"/>
                <a:gd name="T1" fmla="*/ 104 h 22"/>
                <a:gd name="T2" fmla="*/ 181 w 2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2">
                  <a:moveTo>
                    <a:pt x="0" y="16"/>
                  </a:moveTo>
                  <a:cubicBezTo>
                    <a:pt x="6" y="22"/>
                    <a:pt x="27" y="5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27" name="Freeform 1406">
              <a:extLst>
                <a:ext uri="{FF2B5EF4-FFF2-40B4-BE49-F238E27FC236}">
                  <a16:creationId xmlns:a16="http://schemas.microsoft.com/office/drawing/2014/main" id="{B90D72C6-2030-4459-B1AE-8981CBECA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776"/>
              <a:ext cx="21" cy="75"/>
            </a:xfrm>
            <a:custGeom>
              <a:avLst/>
              <a:gdLst>
                <a:gd name="T0" fmla="*/ 0 w 11"/>
                <a:gd name="T1" fmla="*/ 264 h 40"/>
                <a:gd name="T2" fmla="*/ 29 w 1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0">
                  <a:moveTo>
                    <a:pt x="0" y="40"/>
                  </a:moveTo>
                  <a:cubicBezTo>
                    <a:pt x="5" y="31"/>
                    <a:pt x="11" y="9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28" name="Freeform 1407">
              <a:extLst>
                <a:ext uri="{FF2B5EF4-FFF2-40B4-BE49-F238E27FC236}">
                  <a16:creationId xmlns:a16="http://schemas.microsoft.com/office/drawing/2014/main" id="{626EE312-BEE6-4DF6-B0EA-B9FFF406D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742"/>
              <a:ext cx="17" cy="75"/>
            </a:xfrm>
            <a:custGeom>
              <a:avLst/>
              <a:gdLst>
                <a:gd name="T0" fmla="*/ 0 w 9"/>
                <a:gd name="T1" fmla="*/ 264 h 40"/>
                <a:gd name="T2" fmla="*/ 60 w 9"/>
                <a:gd name="T3" fmla="*/ 92 h 40"/>
                <a:gd name="T4" fmla="*/ 60 w 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0">
                  <a:moveTo>
                    <a:pt x="0" y="40"/>
                  </a:moveTo>
                  <a:cubicBezTo>
                    <a:pt x="6" y="33"/>
                    <a:pt x="9" y="23"/>
                    <a:pt x="9" y="14"/>
                  </a:cubicBezTo>
                  <a:cubicBezTo>
                    <a:pt x="9" y="10"/>
                    <a:pt x="7" y="3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29" name="Freeform 1408">
              <a:extLst>
                <a:ext uri="{FF2B5EF4-FFF2-40B4-BE49-F238E27FC236}">
                  <a16:creationId xmlns:a16="http://schemas.microsoft.com/office/drawing/2014/main" id="{D1041592-9B22-4D75-83D4-9F77E6019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712"/>
              <a:ext cx="24" cy="67"/>
            </a:xfrm>
            <a:custGeom>
              <a:avLst/>
              <a:gdLst>
                <a:gd name="T0" fmla="*/ 0 w 13"/>
                <a:gd name="T1" fmla="*/ 233 h 36"/>
                <a:gd name="T2" fmla="*/ 61 w 13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6">
                  <a:moveTo>
                    <a:pt x="0" y="36"/>
                  </a:moveTo>
                  <a:cubicBezTo>
                    <a:pt x="8" y="27"/>
                    <a:pt x="13" y="1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30" name="Freeform 1409">
              <a:extLst>
                <a:ext uri="{FF2B5EF4-FFF2-40B4-BE49-F238E27FC236}">
                  <a16:creationId xmlns:a16="http://schemas.microsoft.com/office/drawing/2014/main" id="{8B173A14-53E3-4579-B22A-6C66C5180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673"/>
              <a:ext cx="32" cy="76"/>
            </a:xfrm>
            <a:custGeom>
              <a:avLst/>
              <a:gdLst>
                <a:gd name="T0" fmla="*/ 0 w 17"/>
                <a:gd name="T1" fmla="*/ 261 h 41"/>
                <a:gd name="T2" fmla="*/ 75 w 17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0" y="41"/>
                  </a:moveTo>
                  <a:cubicBezTo>
                    <a:pt x="7" y="30"/>
                    <a:pt x="17" y="14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31" name="Freeform 1410">
              <a:extLst>
                <a:ext uri="{FF2B5EF4-FFF2-40B4-BE49-F238E27FC236}">
                  <a16:creationId xmlns:a16="http://schemas.microsoft.com/office/drawing/2014/main" id="{E25F031B-1524-40E7-ABD7-4F7194D35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652"/>
              <a:ext cx="39" cy="66"/>
            </a:xfrm>
            <a:custGeom>
              <a:avLst/>
              <a:gdLst>
                <a:gd name="T0" fmla="*/ 0 w 21"/>
                <a:gd name="T1" fmla="*/ 234 h 35"/>
                <a:gd name="T2" fmla="*/ 45 w 21"/>
                <a:gd name="T3" fmla="*/ 181 h 35"/>
                <a:gd name="T4" fmla="*/ 97 w 21"/>
                <a:gd name="T5" fmla="*/ 100 h 35"/>
                <a:gd name="T6" fmla="*/ 134 w 21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5">
                  <a:moveTo>
                    <a:pt x="0" y="35"/>
                  </a:moveTo>
                  <a:cubicBezTo>
                    <a:pt x="1" y="31"/>
                    <a:pt x="4" y="30"/>
                    <a:pt x="7" y="27"/>
                  </a:cubicBezTo>
                  <a:cubicBezTo>
                    <a:pt x="10" y="23"/>
                    <a:pt x="13" y="19"/>
                    <a:pt x="15" y="15"/>
                  </a:cubicBezTo>
                  <a:cubicBezTo>
                    <a:pt x="18" y="10"/>
                    <a:pt x="20" y="5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32" name="Freeform 1411">
              <a:extLst>
                <a:ext uri="{FF2B5EF4-FFF2-40B4-BE49-F238E27FC236}">
                  <a16:creationId xmlns:a16="http://schemas.microsoft.com/office/drawing/2014/main" id="{9C794808-6D3C-44A5-80F0-46E93939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716"/>
              <a:ext cx="26" cy="86"/>
            </a:xfrm>
            <a:custGeom>
              <a:avLst/>
              <a:gdLst>
                <a:gd name="T0" fmla="*/ 69 w 14"/>
                <a:gd name="T1" fmla="*/ 0 h 46"/>
                <a:gd name="T2" fmla="*/ 13 w 14"/>
                <a:gd name="T3" fmla="*/ 301 h 46"/>
                <a:gd name="T4" fmla="*/ 0 w 14"/>
                <a:gd name="T5" fmla="*/ 112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6">
                  <a:moveTo>
                    <a:pt x="11" y="0"/>
                  </a:moveTo>
                  <a:cubicBezTo>
                    <a:pt x="14" y="12"/>
                    <a:pt x="9" y="36"/>
                    <a:pt x="2" y="46"/>
                  </a:cubicBezTo>
                  <a:cubicBezTo>
                    <a:pt x="2" y="37"/>
                    <a:pt x="0" y="26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33" name="Freeform 1412">
              <a:extLst>
                <a:ext uri="{FF2B5EF4-FFF2-40B4-BE49-F238E27FC236}">
                  <a16:creationId xmlns:a16="http://schemas.microsoft.com/office/drawing/2014/main" id="{0F9C2D0B-48BB-4CBC-99C6-91AFCB8AD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764"/>
              <a:ext cx="21" cy="79"/>
            </a:xfrm>
            <a:custGeom>
              <a:avLst/>
              <a:gdLst>
                <a:gd name="T0" fmla="*/ 15 w 11"/>
                <a:gd name="T1" fmla="*/ 0 h 42"/>
                <a:gd name="T2" fmla="*/ 21 w 11"/>
                <a:gd name="T3" fmla="*/ 134 h 42"/>
                <a:gd name="T4" fmla="*/ 55 w 11"/>
                <a:gd name="T5" fmla="*/ 280 h 42"/>
                <a:gd name="T6" fmla="*/ 76 w 11"/>
                <a:gd name="T7" fmla="*/ 11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2" y="0"/>
                  </a:moveTo>
                  <a:cubicBezTo>
                    <a:pt x="0" y="8"/>
                    <a:pt x="1" y="13"/>
                    <a:pt x="3" y="20"/>
                  </a:cubicBezTo>
                  <a:cubicBezTo>
                    <a:pt x="5" y="27"/>
                    <a:pt x="5" y="35"/>
                    <a:pt x="8" y="42"/>
                  </a:cubicBezTo>
                  <a:cubicBezTo>
                    <a:pt x="9" y="34"/>
                    <a:pt x="11" y="25"/>
                    <a:pt x="11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34" name="Freeform 1413">
              <a:extLst>
                <a:ext uri="{FF2B5EF4-FFF2-40B4-BE49-F238E27FC236}">
                  <a16:creationId xmlns:a16="http://schemas.microsoft.com/office/drawing/2014/main" id="{A29CE4F7-5277-4C5D-B2A4-6C8FE5819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794"/>
              <a:ext cx="37" cy="45"/>
            </a:xfrm>
            <a:custGeom>
              <a:avLst/>
              <a:gdLst>
                <a:gd name="T0" fmla="*/ 120 w 20"/>
                <a:gd name="T1" fmla="*/ 0 h 24"/>
                <a:gd name="T2" fmla="*/ 0 w 20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4">
                  <a:moveTo>
                    <a:pt x="19" y="0"/>
                  </a:moveTo>
                  <a:cubicBezTo>
                    <a:pt x="20" y="10"/>
                    <a:pt x="8" y="20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35" name="Freeform 1414">
              <a:extLst>
                <a:ext uri="{FF2B5EF4-FFF2-40B4-BE49-F238E27FC236}">
                  <a16:creationId xmlns:a16="http://schemas.microsoft.com/office/drawing/2014/main" id="{A4F3335F-8385-43B3-AC0C-3785EBAEC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819"/>
              <a:ext cx="24" cy="52"/>
            </a:xfrm>
            <a:custGeom>
              <a:avLst/>
              <a:gdLst>
                <a:gd name="T0" fmla="*/ 13 w 13"/>
                <a:gd name="T1" fmla="*/ 0 h 28"/>
                <a:gd name="T2" fmla="*/ 13 w 13"/>
                <a:gd name="T3" fmla="*/ 97 h 28"/>
                <a:gd name="T4" fmla="*/ 61 w 13"/>
                <a:gd name="T5" fmla="*/ 180 h 28"/>
                <a:gd name="T6" fmla="*/ 81 w 13"/>
                <a:gd name="T7" fmla="*/ 8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2" y="0"/>
                  </a:moveTo>
                  <a:cubicBezTo>
                    <a:pt x="0" y="5"/>
                    <a:pt x="1" y="10"/>
                    <a:pt x="2" y="15"/>
                  </a:cubicBezTo>
                  <a:cubicBezTo>
                    <a:pt x="3" y="18"/>
                    <a:pt x="7" y="28"/>
                    <a:pt x="10" y="28"/>
                  </a:cubicBezTo>
                  <a:cubicBezTo>
                    <a:pt x="12" y="23"/>
                    <a:pt x="12" y="19"/>
                    <a:pt x="13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36" name="Freeform 1415">
              <a:extLst>
                <a:ext uri="{FF2B5EF4-FFF2-40B4-BE49-F238E27FC236}">
                  <a16:creationId xmlns:a16="http://schemas.microsoft.com/office/drawing/2014/main" id="{8C012334-FFAE-474D-8962-42F3F1C8C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834"/>
              <a:ext cx="2" cy="41"/>
            </a:xfrm>
            <a:custGeom>
              <a:avLst/>
              <a:gdLst>
                <a:gd name="T0" fmla="*/ 8 w 1"/>
                <a:gd name="T1" fmla="*/ 0 h 22"/>
                <a:gd name="T2" fmla="*/ 8 w 1"/>
                <a:gd name="T3" fmla="*/ 14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1" y="0"/>
                  </a:moveTo>
                  <a:cubicBezTo>
                    <a:pt x="0" y="7"/>
                    <a:pt x="1" y="15"/>
                    <a:pt x="1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37" name="Freeform 1416">
              <a:extLst>
                <a:ext uri="{FF2B5EF4-FFF2-40B4-BE49-F238E27FC236}">
                  <a16:creationId xmlns:a16="http://schemas.microsoft.com/office/drawing/2014/main" id="{7FE5AB7F-54DE-4F34-A94D-EE3C2103E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521"/>
              <a:ext cx="78" cy="34"/>
            </a:xfrm>
            <a:custGeom>
              <a:avLst/>
              <a:gdLst>
                <a:gd name="T0" fmla="*/ 0 w 42"/>
                <a:gd name="T1" fmla="*/ 113 h 18"/>
                <a:gd name="T2" fmla="*/ 269 w 42"/>
                <a:gd name="T3" fmla="*/ 47 h 18"/>
                <a:gd name="T4" fmla="*/ 52 w 42"/>
                <a:gd name="T5" fmla="*/ 2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0" y="17"/>
                  </a:moveTo>
                  <a:cubicBezTo>
                    <a:pt x="14" y="18"/>
                    <a:pt x="29" y="11"/>
                    <a:pt x="42" y="7"/>
                  </a:cubicBezTo>
                  <a:cubicBezTo>
                    <a:pt x="33" y="4"/>
                    <a:pt x="17" y="0"/>
                    <a:pt x="8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38" name="Freeform 1417">
              <a:extLst>
                <a:ext uri="{FF2B5EF4-FFF2-40B4-BE49-F238E27FC236}">
                  <a16:creationId xmlns:a16="http://schemas.microsoft.com/office/drawing/2014/main" id="{BB8E3A02-D5C3-455A-B05D-D0F5AFE1A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508"/>
              <a:ext cx="53" cy="19"/>
            </a:xfrm>
            <a:custGeom>
              <a:avLst/>
              <a:gdLst>
                <a:gd name="T0" fmla="*/ 0 w 28"/>
                <a:gd name="T1" fmla="*/ 8 h 10"/>
                <a:gd name="T2" fmla="*/ 189 w 28"/>
                <a:gd name="T3" fmla="*/ 0 h 10"/>
                <a:gd name="T4" fmla="*/ 61 w 28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0" y="1"/>
                  </a:moveTo>
                  <a:cubicBezTo>
                    <a:pt x="10" y="0"/>
                    <a:pt x="19" y="1"/>
                    <a:pt x="28" y="0"/>
                  </a:cubicBezTo>
                  <a:cubicBezTo>
                    <a:pt x="24" y="3"/>
                    <a:pt x="12" y="9"/>
                    <a:pt x="9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39" name="Freeform 1418">
              <a:extLst>
                <a:ext uri="{FF2B5EF4-FFF2-40B4-BE49-F238E27FC236}">
                  <a16:creationId xmlns:a16="http://schemas.microsoft.com/office/drawing/2014/main" id="{0B13E8BE-2132-42C9-892D-6D9D13CB8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620"/>
              <a:ext cx="58" cy="115"/>
            </a:xfrm>
            <a:custGeom>
              <a:avLst/>
              <a:gdLst>
                <a:gd name="T0" fmla="*/ 204 w 31"/>
                <a:gd name="T1" fmla="*/ 409 h 61"/>
                <a:gd name="T2" fmla="*/ 39 w 31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1">
                  <a:moveTo>
                    <a:pt x="31" y="61"/>
                  </a:moveTo>
                  <a:cubicBezTo>
                    <a:pt x="17" y="44"/>
                    <a:pt x="0" y="2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40" name="Freeform 1419">
              <a:extLst>
                <a:ext uri="{FF2B5EF4-FFF2-40B4-BE49-F238E27FC236}">
                  <a16:creationId xmlns:a16="http://schemas.microsoft.com/office/drawing/2014/main" id="{673CE3B4-1829-4C30-B315-404C149FF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566"/>
              <a:ext cx="34" cy="86"/>
            </a:xfrm>
            <a:custGeom>
              <a:avLst/>
              <a:gdLst>
                <a:gd name="T0" fmla="*/ 121 w 18"/>
                <a:gd name="T1" fmla="*/ 301 h 46"/>
                <a:gd name="T2" fmla="*/ 28 w 18"/>
                <a:gd name="T3" fmla="*/ 150 h 46"/>
                <a:gd name="T4" fmla="*/ 0 w 1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6">
                  <a:moveTo>
                    <a:pt x="18" y="46"/>
                  </a:moveTo>
                  <a:cubicBezTo>
                    <a:pt x="13" y="41"/>
                    <a:pt x="7" y="31"/>
                    <a:pt x="4" y="23"/>
                  </a:cubicBezTo>
                  <a:cubicBezTo>
                    <a:pt x="1" y="15"/>
                    <a:pt x="2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41" name="Freeform 1420">
              <a:extLst>
                <a:ext uri="{FF2B5EF4-FFF2-40B4-BE49-F238E27FC236}">
                  <a16:creationId xmlns:a16="http://schemas.microsoft.com/office/drawing/2014/main" id="{8BF2C23A-DD6E-4DAD-9720-91575C9D8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519"/>
              <a:ext cx="65" cy="73"/>
            </a:xfrm>
            <a:custGeom>
              <a:avLst/>
              <a:gdLst>
                <a:gd name="T0" fmla="*/ 225 w 35"/>
                <a:gd name="T1" fmla="*/ 256 h 39"/>
                <a:gd name="T2" fmla="*/ 0 w 35"/>
                <a:gd name="T3" fmla="*/ 0 h 39"/>
                <a:gd name="T4" fmla="*/ 210 w 35"/>
                <a:gd name="T5" fmla="*/ 16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9">
                  <a:moveTo>
                    <a:pt x="35" y="39"/>
                  </a:moveTo>
                  <a:cubicBezTo>
                    <a:pt x="21" y="29"/>
                    <a:pt x="9" y="15"/>
                    <a:pt x="0" y="0"/>
                  </a:cubicBezTo>
                  <a:cubicBezTo>
                    <a:pt x="13" y="6"/>
                    <a:pt x="23" y="15"/>
                    <a:pt x="33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42" name="Freeform 1421">
              <a:extLst>
                <a:ext uri="{FF2B5EF4-FFF2-40B4-BE49-F238E27FC236}">
                  <a16:creationId xmlns:a16="http://schemas.microsoft.com/office/drawing/2014/main" id="{382E2134-3B5C-470D-91B2-F82B896A8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68"/>
              <a:ext cx="84" cy="165"/>
            </a:xfrm>
            <a:custGeom>
              <a:avLst/>
              <a:gdLst>
                <a:gd name="T0" fmla="*/ 286 w 45"/>
                <a:gd name="T1" fmla="*/ 579 h 88"/>
                <a:gd name="T2" fmla="*/ 217 w 45"/>
                <a:gd name="T3" fmla="*/ 345 h 88"/>
                <a:gd name="T4" fmla="*/ 129 w 45"/>
                <a:gd name="T5" fmla="*/ 189 h 88"/>
                <a:gd name="T6" fmla="*/ 121 w 45"/>
                <a:gd name="T7" fmla="*/ 197 h 88"/>
                <a:gd name="T8" fmla="*/ 118 w 45"/>
                <a:gd name="T9" fmla="*/ 173 h 88"/>
                <a:gd name="T10" fmla="*/ 73 w 45"/>
                <a:gd name="T11" fmla="*/ 99 h 88"/>
                <a:gd name="T12" fmla="*/ 0 w 45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8">
                  <a:moveTo>
                    <a:pt x="44" y="88"/>
                  </a:moveTo>
                  <a:cubicBezTo>
                    <a:pt x="45" y="77"/>
                    <a:pt x="37" y="63"/>
                    <a:pt x="33" y="52"/>
                  </a:cubicBezTo>
                  <a:cubicBezTo>
                    <a:pt x="30" y="43"/>
                    <a:pt x="26" y="36"/>
                    <a:pt x="20" y="29"/>
                  </a:cubicBezTo>
                  <a:cubicBezTo>
                    <a:pt x="20" y="30"/>
                    <a:pt x="19" y="30"/>
                    <a:pt x="19" y="30"/>
                  </a:cubicBezTo>
                  <a:cubicBezTo>
                    <a:pt x="16" y="29"/>
                    <a:pt x="19" y="28"/>
                    <a:pt x="18" y="26"/>
                  </a:cubicBezTo>
                  <a:cubicBezTo>
                    <a:pt x="16" y="22"/>
                    <a:pt x="14" y="19"/>
                    <a:pt x="11" y="15"/>
                  </a:cubicBezTo>
                  <a:cubicBezTo>
                    <a:pt x="8" y="11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43" name="Freeform 1422">
              <a:extLst>
                <a:ext uri="{FF2B5EF4-FFF2-40B4-BE49-F238E27FC236}">
                  <a16:creationId xmlns:a16="http://schemas.microsoft.com/office/drawing/2014/main" id="{95C8975B-4330-4691-B0E0-DFFA9FDE3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637"/>
              <a:ext cx="45" cy="75"/>
            </a:xfrm>
            <a:custGeom>
              <a:avLst/>
              <a:gdLst>
                <a:gd name="T0" fmla="*/ 158 w 24"/>
                <a:gd name="T1" fmla="*/ 264 h 40"/>
                <a:gd name="T2" fmla="*/ 8 w 24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24" y="40"/>
                  </a:moveTo>
                  <a:cubicBezTo>
                    <a:pt x="11" y="35"/>
                    <a:pt x="0" y="14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44" name="Freeform 1423">
              <a:extLst>
                <a:ext uri="{FF2B5EF4-FFF2-40B4-BE49-F238E27FC236}">
                  <a16:creationId xmlns:a16="http://schemas.microsoft.com/office/drawing/2014/main" id="{9868B062-2D39-43CD-AFAE-55549458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579"/>
              <a:ext cx="41" cy="86"/>
            </a:xfrm>
            <a:custGeom>
              <a:avLst/>
              <a:gdLst>
                <a:gd name="T0" fmla="*/ 142 w 22"/>
                <a:gd name="T1" fmla="*/ 301 h 46"/>
                <a:gd name="T2" fmla="*/ 32 w 22"/>
                <a:gd name="T3" fmla="*/ 105 h 46"/>
                <a:gd name="T4" fmla="*/ 0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22" y="46"/>
                  </a:moveTo>
                  <a:cubicBezTo>
                    <a:pt x="15" y="37"/>
                    <a:pt x="8" y="27"/>
                    <a:pt x="5" y="16"/>
                  </a:cubicBezTo>
                  <a:cubicBezTo>
                    <a:pt x="3" y="11"/>
                    <a:pt x="2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45" name="Freeform 1424">
              <a:extLst>
                <a:ext uri="{FF2B5EF4-FFF2-40B4-BE49-F238E27FC236}">
                  <a16:creationId xmlns:a16="http://schemas.microsoft.com/office/drawing/2014/main" id="{B6E4012E-E3F4-4F80-AC73-C76BF132B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474"/>
              <a:ext cx="90" cy="57"/>
            </a:xfrm>
            <a:custGeom>
              <a:avLst/>
              <a:gdLst>
                <a:gd name="T0" fmla="*/ 317 w 48"/>
                <a:gd name="T1" fmla="*/ 205 h 30"/>
                <a:gd name="T2" fmla="*/ 0 w 48"/>
                <a:gd name="T3" fmla="*/ 0 h 30"/>
                <a:gd name="T4" fmla="*/ 133 w 48"/>
                <a:gd name="T5" fmla="*/ 105 h 30"/>
                <a:gd name="T6" fmla="*/ 240 w 48"/>
                <a:gd name="T7" fmla="*/ 16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0">
                  <a:moveTo>
                    <a:pt x="48" y="30"/>
                  </a:moveTo>
                  <a:cubicBezTo>
                    <a:pt x="35" y="13"/>
                    <a:pt x="20" y="6"/>
                    <a:pt x="0" y="0"/>
                  </a:cubicBezTo>
                  <a:cubicBezTo>
                    <a:pt x="6" y="5"/>
                    <a:pt x="14" y="10"/>
                    <a:pt x="20" y="15"/>
                  </a:cubicBezTo>
                  <a:cubicBezTo>
                    <a:pt x="25" y="18"/>
                    <a:pt x="31" y="22"/>
                    <a:pt x="36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46" name="Freeform 1425">
              <a:extLst>
                <a:ext uri="{FF2B5EF4-FFF2-40B4-BE49-F238E27FC236}">
                  <a16:creationId xmlns:a16="http://schemas.microsoft.com/office/drawing/2014/main" id="{D4C9A5D3-D239-48FE-9C7A-C7540380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495"/>
              <a:ext cx="67" cy="62"/>
            </a:xfrm>
            <a:custGeom>
              <a:avLst/>
              <a:gdLst>
                <a:gd name="T0" fmla="*/ 233 w 36"/>
                <a:gd name="T1" fmla="*/ 218 h 33"/>
                <a:gd name="T2" fmla="*/ 0 w 3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36" y="33"/>
                  </a:moveTo>
                  <a:cubicBezTo>
                    <a:pt x="20" y="26"/>
                    <a:pt x="10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47" name="Freeform 1426">
              <a:extLst>
                <a:ext uri="{FF2B5EF4-FFF2-40B4-BE49-F238E27FC236}">
                  <a16:creationId xmlns:a16="http://schemas.microsoft.com/office/drawing/2014/main" id="{7E1E8D9E-72E4-459D-BF2C-73D0F00E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547"/>
              <a:ext cx="55" cy="83"/>
            </a:xfrm>
            <a:custGeom>
              <a:avLst/>
              <a:gdLst>
                <a:gd name="T0" fmla="*/ 197 w 29"/>
                <a:gd name="T1" fmla="*/ 296 h 44"/>
                <a:gd name="T2" fmla="*/ 68 w 29"/>
                <a:gd name="T3" fmla="*/ 149 h 44"/>
                <a:gd name="T4" fmla="*/ 0 w 29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4">
                  <a:moveTo>
                    <a:pt x="29" y="44"/>
                  </a:moveTo>
                  <a:cubicBezTo>
                    <a:pt x="23" y="36"/>
                    <a:pt x="16" y="30"/>
                    <a:pt x="10" y="22"/>
                  </a:cubicBezTo>
                  <a:cubicBezTo>
                    <a:pt x="6" y="17"/>
                    <a:pt x="3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48" name="Freeform 1427">
              <a:extLst>
                <a:ext uri="{FF2B5EF4-FFF2-40B4-BE49-F238E27FC236}">
                  <a16:creationId xmlns:a16="http://schemas.microsoft.com/office/drawing/2014/main" id="{E2E27A51-1E26-48AF-A71C-C155C9219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474"/>
              <a:ext cx="67" cy="55"/>
            </a:xfrm>
            <a:custGeom>
              <a:avLst/>
              <a:gdLst>
                <a:gd name="T0" fmla="*/ 233 w 36"/>
                <a:gd name="T1" fmla="*/ 192 h 29"/>
                <a:gd name="T2" fmla="*/ 60 w 36"/>
                <a:gd name="T3" fmla="*/ 83 h 29"/>
                <a:gd name="T4" fmla="*/ 0 w 3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9">
                  <a:moveTo>
                    <a:pt x="36" y="28"/>
                  </a:moveTo>
                  <a:cubicBezTo>
                    <a:pt x="28" y="29"/>
                    <a:pt x="14" y="17"/>
                    <a:pt x="9" y="12"/>
                  </a:cubicBezTo>
                  <a:cubicBezTo>
                    <a:pt x="5" y="9"/>
                    <a:pt x="3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49" name="Freeform 1428">
              <a:extLst>
                <a:ext uri="{FF2B5EF4-FFF2-40B4-BE49-F238E27FC236}">
                  <a16:creationId xmlns:a16="http://schemas.microsoft.com/office/drawing/2014/main" id="{1BB61228-E048-4682-B2F9-DCB5B7DD0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523"/>
              <a:ext cx="47" cy="56"/>
            </a:xfrm>
            <a:custGeom>
              <a:avLst/>
              <a:gdLst>
                <a:gd name="T0" fmla="*/ 165 w 25"/>
                <a:gd name="T1" fmla="*/ 196 h 30"/>
                <a:gd name="T2" fmla="*/ 0 w 2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0">
                  <a:moveTo>
                    <a:pt x="25" y="30"/>
                  </a:moveTo>
                  <a:cubicBezTo>
                    <a:pt x="11" y="25"/>
                    <a:pt x="7" y="1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50" name="Freeform 1429">
              <a:extLst>
                <a:ext uri="{FF2B5EF4-FFF2-40B4-BE49-F238E27FC236}">
                  <a16:creationId xmlns:a16="http://schemas.microsoft.com/office/drawing/2014/main" id="{C438C46E-65FB-4014-9541-DE387F75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712"/>
              <a:ext cx="41" cy="77"/>
            </a:xfrm>
            <a:custGeom>
              <a:avLst/>
              <a:gdLst>
                <a:gd name="T0" fmla="*/ 89 w 22"/>
                <a:gd name="T1" fmla="*/ 81 h 41"/>
                <a:gd name="T2" fmla="*/ 129 w 22"/>
                <a:gd name="T3" fmla="*/ 272 h 41"/>
                <a:gd name="T4" fmla="*/ 52 w 22"/>
                <a:gd name="T5" fmla="*/ 133 h 41"/>
                <a:gd name="T6" fmla="*/ 21 w 2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14" y="12"/>
                  </a:moveTo>
                  <a:cubicBezTo>
                    <a:pt x="19" y="19"/>
                    <a:pt x="22" y="32"/>
                    <a:pt x="20" y="41"/>
                  </a:cubicBezTo>
                  <a:cubicBezTo>
                    <a:pt x="21" y="34"/>
                    <a:pt x="12" y="26"/>
                    <a:pt x="8" y="20"/>
                  </a:cubicBezTo>
                  <a:cubicBezTo>
                    <a:pt x="6" y="16"/>
                    <a:pt x="0" y="5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51" name="Freeform 1430">
              <a:extLst>
                <a:ext uri="{FF2B5EF4-FFF2-40B4-BE49-F238E27FC236}">
                  <a16:creationId xmlns:a16="http://schemas.microsoft.com/office/drawing/2014/main" id="{0FF8F914-E93A-4595-A400-D3A55BC70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764"/>
              <a:ext cx="36" cy="96"/>
            </a:xfrm>
            <a:custGeom>
              <a:avLst/>
              <a:gdLst>
                <a:gd name="T0" fmla="*/ 47 w 19"/>
                <a:gd name="T1" fmla="*/ 75 h 51"/>
                <a:gd name="T2" fmla="*/ 83 w 19"/>
                <a:gd name="T3" fmla="*/ 341 h 51"/>
                <a:gd name="T4" fmla="*/ 61 w 19"/>
                <a:gd name="T5" fmla="*/ 258 h 51"/>
                <a:gd name="T6" fmla="*/ 8 w 19"/>
                <a:gd name="T7" fmla="*/ 136 h 51"/>
                <a:gd name="T8" fmla="*/ 8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7" y="11"/>
                  </a:moveTo>
                  <a:cubicBezTo>
                    <a:pt x="11" y="22"/>
                    <a:pt x="19" y="39"/>
                    <a:pt x="12" y="51"/>
                  </a:cubicBezTo>
                  <a:cubicBezTo>
                    <a:pt x="13" y="47"/>
                    <a:pt x="11" y="43"/>
                    <a:pt x="9" y="39"/>
                  </a:cubicBezTo>
                  <a:cubicBezTo>
                    <a:pt x="5" y="33"/>
                    <a:pt x="2" y="27"/>
                    <a:pt x="1" y="20"/>
                  </a:cubicBezTo>
                  <a:cubicBezTo>
                    <a:pt x="0" y="13"/>
                    <a:pt x="0" y="7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52" name="Freeform 1431">
              <a:extLst>
                <a:ext uri="{FF2B5EF4-FFF2-40B4-BE49-F238E27FC236}">
                  <a16:creationId xmlns:a16="http://schemas.microsoft.com/office/drawing/2014/main" id="{59BF0737-DC5C-48EA-BA52-F78DF33BC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856"/>
              <a:ext cx="2" cy="19"/>
            </a:xfrm>
            <a:custGeom>
              <a:avLst/>
              <a:gdLst>
                <a:gd name="T0" fmla="*/ 0 w 1"/>
                <a:gd name="T1" fmla="*/ 0 h 10"/>
                <a:gd name="T2" fmla="*/ 8 w 1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1" y="3"/>
                    <a:pt x="1" y="7"/>
                    <a:pt x="1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53" name="Freeform 1432">
              <a:extLst>
                <a:ext uri="{FF2B5EF4-FFF2-40B4-BE49-F238E27FC236}">
                  <a16:creationId xmlns:a16="http://schemas.microsoft.com/office/drawing/2014/main" id="{B7C28506-65E9-43E4-B611-6EEBA0A30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837"/>
              <a:ext cx="11" cy="40"/>
            </a:xfrm>
            <a:custGeom>
              <a:avLst/>
              <a:gdLst>
                <a:gd name="T0" fmla="*/ 31 w 6"/>
                <a:gd name="T1" fmla="*/ 0 h 21"/>
                <a:gd name="T2" fmla="*/ 0 w 6"/>
                <a:gd name="T3" fmla="*/ 1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5" y="0"/>
                  </a:moveTo>
                  <a:cubicBezTo>
                    <a:pt x="6" y="6"/>
                    <a:pt x="2" y="15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54" name="Freeform 1433">
              <a:extLst>
                <a:ext uri="{FF2B5EF4-FFF2-40B4-BE49-F238E27FC236}">
                  <a16:creationId xmlns:a16="http://schemas.microsoft.com/office/drawing/2014/main" id="{92D7D842-6DC7-4A27-88BF-0661990FB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802"/>
              <a:ext cx="7" cy="75"/>
            </a:xfrm>
            <a:custGeom>
              <a:avLst/>
              <a:gdLst>
                <a:gd name="T0" fmla="*/ 21 w 4"/>
                <a:gd name="T1" fmla="*/ 0 h 40"/>
                <a:gd name="T2" fmla="*/ 21 w 4"/>
                <a:gd name="T3" fmla="*/ 26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1" y="13"/>
                    <a:pt x="0" y="26"/>
                    <a:pt x="4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55" name="Freeform 1434">
              <a:extLst>
                <a:ext uri="{FF2B5EF4-FFF2-40B4-BE49-F238E27FC236}">
                  <a16:creationId xmlns:a16="http://schemas.microsoft.com/office/drawing/2014/main" id="{AB0C8A80-D6C4-4577-B1CF-35C268B6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738"/>
              <a:ext cx="28" cy="68"/>
            </a:xfrm>
            <a:custGeom>
              <a:avLst/>
              <a:gdLst>
                <a:gd name="T0" fmla="*/ 97 w 15"/>
                <a:gd name="T1" fmla="*/ 242 h 36"/>
                <a:gd name="T2" fmla="*/ 39 w 15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36"/>
                  </a:moveTo>
                  <a:cubicBezTo>
                    <a:pt x="11" y="25"/>
                    <a:pt x="0" y="1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56" name="Freeform 1435">
              <a:extLst>
                <a:ext uri="{FF2B5EF4-FFF2-40B4-BE49-F238E27FC236}">
                  <a16:creationId xmlns:a16="http://schemas.microsoft.com/office/drawing/2014/main" id="{DFF46631-FD41-40CB-9453-E2F2CE70C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699"/>
              <a:ext cx="19" cy="67"/>
            </a:xfrm>
            <a:custGeom>
              <a:avLst/>
              <a:gdLst>
                <a:gd name="T0" fmla="*/ 68 w 10"/>
                <a:gd name="T1" fmla="*/ 233 h 36"/>
                <a:gd name="T2" fmla="*/ 0 w 10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10" y="36"/>
                  </a:moveTo>
                  <a:cubicBezTo>
                    <a:pt x="1" y="26"/>
                    <a:pt x="0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57" name="Freeform 1436">
              <a:extLst>
                <a:ext uri="{FF2B5EF4-FFF2-40B4-BE49-F238E27FC236}">
                  <a16:creationId xmlns:a16="http://schemas.microsoft.com/office/drawing/2014/main" id="{96257595-0DAA-49AE-8A76-5C17FC3EF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660"/>
              <a:ext cx="30" cy="84"/>
            </a:xfrm>
            <a:custGeom>
              <a:avLst/>
              <a:gdLst>
                <a:gd name="T0" fmla="*/ 105 w 16"/>
                <a:gd name="T1" fmla="*/ 293 h 45"/>
                <a:gd name="T2" fmla="*/ 28 w 16"/>
                <a:gd name="T3" fmla="*/ 196 h 45"/>
                <a:gd name="T4" fmla="*/ 0 w 16"/>
                <a:gd name="T5" fmla="*/ 77 h 45"/>
                <a:gd name="T6" fmla="*/ 15 w 1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5">
                  <a:moveTo>
                    <a:pt x="16" y="45"/>
                  </a:moveTo>
                  <a:cubicBezTo>
                    <a:pt x="13" y="39"/>
                    <a:pt x="8" y="35"/>
                    <a:pt x="4" y="30"/>
                  </a:cubicBezTo>
                  <a:cubicBezTo>
                    <a:pt x="1" y="24"/>
                    <a:pt x="0" y="18"/>
                    <a:pt x="0" y="12"/>
                  </a:cubicBezTo>
                  <a:cubicBezTo>
                    <a:pt x="0" y="8"/>
                    <a:pt x="0" y="3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58" name="Freeform 1437">
              <a:extLst>
                <a:ext uri="{FF2B5EF4-FFF2-40B4-BE49-F238E27FC236}">
                  <a16:creationId xmlns:a16="http://schemas.microsoft.com/office/drawing/2014/main" id="{53710BC1-6739-4E58-B86E-96639D4AF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508"/>
              <a:ext cx="64" cy="54"/>
            </a:xfrm>
            <a:custGeom>
              <a:avLst/>
              <a:gdLst>
                <a:gd name="T0" fmla="*/ 226 w 34"/>
                <a:gd name="T1" fmla="*/ 188 h 29"/>
                <a:gd name="T2" fmla="*/ 145 w 34"/>
                <a:gd name="T3" fmla="*/ 149 h 29"/>
                <a:gd name="T4" fmla="*/ 53 w 34"/>
                <a:gd name="T5" fmla="*/ 104 h 29"/>
                <a:gd name="T6" fmla="*/ 0 w 34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34" y="29"/>
                  </a:moveTo>
                  <a:cubicBezTo>
                    <a:pt x="30" y="27"/>
                    <a:pt x="27" y="25"/>
                    <a:pt x="22" y="23"/>
                  </a:cubicBezTo>
                  <a:cubicBezTo>
                    <a:pt x="17" y="21"/>
                    <a:pt x="12" y="21"/>
                    <a:pt x="8" y="16"/>
                  </a:cubicBezTo>
                  <a:cubicBezTo>
                    <a:pt x="5" y="13"/>
                    <a:pt x="4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59" name="Freeform 1438">
              <a:extLst>
                <a:ext uri="{FF2B5EF4-FFF2-40B4-BE49-F238E27FC236}">
                  <a16:creationId xmlns:a16="http://schemas.microsoft.com/office/drawing/2014/main" id="{E3FDAFC4-9926-4DF3-A708-41861D5C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630"/>
              <a:ext cx="26" cy="61"/>
            </a:xfrm>
            <a:custGeom>
              <a:avLst/>
              <a:gdLst>
                <a:gd name="T0" fmla="*/ 89 w 14"/>
                <a:gd name="T1" fmla="*/ 209 h 33"/>
                <a:gd name="T2" fmla="*/ 13 w 14"/>
                <a:gd name="T3" fmla="*/ 81 h 33"/>
                <a:gd name="T4" fmla="*/ 0 w 14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14" y="33"/>
                  </a:moveTo>
                  <a:cubicBezTo>
                    <a:pt x="10" y="26"/>
                    <a:pt x="4" y="21"/>
                    <a:pt x="2" y="13"/>
                  </a:cubicBezTo>
                  <a:cubicBezTo>
                    <a:pt x="2" y="9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60" name="Freeform 1439">
              <a:extLst>
                <a:ext uri="{FF2B5EF4-FFF2-40B4-BE49-F238E27FC236}">
                  <a16:creationId xmlns:a16="http://schemas.microsoft.com/office/drawing/2014/main" id="{E46E52C9-7442-4933-9979-F9EFF7179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587"/>
              <a:ext cx="40" cy="71"/>
            </a:xfrm>
            <a:custGeom>
              <a:avLst/>
              <a:gdLst>
                <a:gd name="T0" fmla="*/ 145 w 21"/>
                <a:gd name="T1" fmla="*/ 249 h 38"/>
                <a:gd name="T2" fmla="*/ 0 w 21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8">
                  <a:moveTo>
                    <a:pt x="21" y="38"/>
                  </a:moveTo>
                  <a:cubicBezTo>
                    <a:pt x="8" y="28"/>
                    <a:pt x="2" y="1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61" name="Freeform 1440">
              <a:extLst>
                <a:ext uri="{FF2B5EF4-FFF2-40B4-BE49-F238E27FC236}">
                  <a16:creationId xmlns:a16="http://schemas.microsoft.com/office/drawing/2014/main" id="{3981B98D-F8BC-4B41-9994-7B814E8C9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559"/>
              <a:ext cx="43" cy="67"/>
            </a:xfrm>
            <a:custGeom>
              <a:avLst/>
              <a:gdLst>
                <a:gd name="T0" fmla="*/ 150 w 23"/>
                <a:gd name="T1" fmla="*/ 233 h 36"/>
                <a:gd name="T2" fmla="*/ 21 w 23"/>
                <a:gd name="T3" fmla="*/ 69 h 36"/>
                <a:gd name="T4" fmla="*/ 0 w 2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23" y="36"/>
                  </a:moveTo>
                  <a:cubicBezTo>
                    <a:pt x="16" y="29"/>
                    <a:pt x="6" y="21"/>
                    <a:pt x="3" y="11"/>
                  </a:cubicBezTo>
                  <a:cubicBezTo>
                    <a:pt x="1" y="8"/>
                    <a:pt x="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62" name="Freeform 1441">
              <a:extLst>
                <a:ext uri="{FF2B5EF4-FFF2-40B4-BE49-F238E27FC236}">
                  <a16:creationId xmlns:a16="http://schemas.microsoft.com/office/drawing/2014/main" id="{D5CEAB24-155F-48D3-BC65-01B2E60A2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540"/>
              <a:ext cx="54" cy="50"/>
            </a:xfrm>
            <a:custGeom>
              <a:avLst/>
              <a:gdLst>
                <a:gd name="T0" fmla="*/ 188 w 29"/>
                <a:gd name="T1" fmla="*/ 172 h 27"/>
                <a:gd name="T2" fmla="*/ 0 w 29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7">
                  <a:moveTo>
                    <a:pt x="29" y="27"/>
                  </a:moveTo>
                  <a:cubicBezTo>
                    <a:pt x="18" y="20"/>
                    <a:pt x="6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63" name="Freeform 1442">
              <a:extLst>
                <a:ext uri="{FF2B5EF4-FFF2-40B4-BE49-F238E27FC236}">
                  <a16:creationId xmlns:a16="http://schemas.microsoft.com/office/drawing/2014/main" id="{13BCE4FE-7B44-4151-958A-EB575EC33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531"/>
              <a:ext cx="60" cy="46"/>
            </a:xfrm>
            <a:custGeom>
              <a:avLst/>
              <a:gdLst>
                <a:gd name="T0" fmla="*/ 212 w 32"/>
                <a:gd name="T1" fmla="*/ 156 h 25"/>
                <a:gd name="T2" fmla="*/ 137 w 32"/>
                <a:gd name="T3" fmla="*/ 132 h 25"/>
                <a:gd name="T4" fmla="*/ 68 w 32"/>
                <a:gd name="T5" fmla="*/ 96 h 25"/>
                <a:gd name="T6" fmla="*/ 0 w 3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32" y="25"/>
                  </a:moveTo>
                  <a:cubicBezTo>
                    <a:pt x="28" y="23"/>
                    <a:pt x="24" y="23"/>
                    <a:pt x="21" y="21"/>
                  </a:cubicBezTo>
                  <a:cubicBezTo>
                    <a:pt x="17" y="20"/>
                    <a:pt x="14" y="17"/>
                    <a:pt x="10" y="15"/>
                  </a:cubicBezTo>
                  <a:cubicBezTo>
                    <a:pt x="4" y="11"/>
                    <a:pt x="3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64" name="Freeform 1443">
              <a:extLst>
                <a:ext uri="{FF2B5EF4-FFF2-40B4-BE49-F238E27FC236}">
                  <a16:creationId xmlns:a16="http://schemas.microsoft.com/office/drawing/2014/main" id="{C5B261F5-4D9E-49AA-8900-C15347DDB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603"/>
              <a:ext cx="56" cy="57"/>
            </a:xfrm>
            <a:custGeom>
              <a:avLst/>
              <a:gdLst>
                <a:gd name="T0" fmla="*/ 196 w 30"/>
                <a:gd name="T1" fmla="*/ 200 h 30"/>
                <a:gd name="T2" fmla="*/ 0 w 3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">
                  <a:moveTo>
                    <a:pt x="30" y="29"/>
                  </a:moveTo>
                  <a:cubicBezTo>
                    <a:pt x="10" y="30"/>
                    <a:pt x="4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65" name="Freeform 1444">
              <a:extLst>
                <a:ext uri="{FF2B5EF4-FFF2-40B4-BE49-F238E27FC236}">
                  <a16:creationId xmlns:a16="http://schemas.microsoft.com/office/drawing/2014/main" id="{5ED05F23-6F39-4E93-996A-397D4F0D3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574"/>
              <a:ext cx="51" cy="37"/>
            </a:xfrm>
            <a:custGeom>
              <a:avLst/>
              <a:gdLst>
                <a:gd name="T0" fmla="*/ 181 w 27"/>
                <a:gd name="T1" fmla="*/ 104 h 20"/>
                <a:gd name="T2" fmla="*/ 0 w 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27" y="16"/>
                  </a:moveTo>
                  <a:cubicBezTo>
                    <a:pt x="23" y="20"/>
                    <a:pt x="0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66" name="Freeform 1445">
              <a:extLst>
                <a:ext uri="{FF2B5EF4-FFF2-40B4-BE49-F238E27FC236}">
                  <a16:creationId xmlns:a16="http://schemas.microsoft.com/office/drawing/2014/main" id="{06FE0D22-E7E5-4D5E-B74C-10ED6F35F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776"/>
              <a:ext cx="23" cy="75"/>
            </a:xfrm>
            <a:custGeom>
              <a:avLst/>
              <a:gdLst>
                <a:gd name="T0" fmla="*/ 84 w 12"/>
                <a:gd name="T1" fmla="*/ 264 h 40"/>
                <a:gd name="T2" fmla="*/ 56 w 1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12" y="40"/>
                  </a:moveTo>
                  <a:cubicBezTo>
                    <a:pt x="6" y="31"/>
                    <a:pt x="0" y="9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67" name="Freeform 1446">
              <a:extLst>
                <a:ext uri="{FF2B5EF4-FFF2-40B4-BE49-F238E27FC236}">
                  <a16:creationId xmlns:a16="http://schemas.microsoft.com/office/drawing/2014/main" id="{8199FC4D-8FE9-428B-92DF-D5B91D87F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742"/>
              <a:ext cx="17" cy="75"/>
            </a:xfrm>
            <a:custGeom>
              <a:avLst/>
              <a:gdLst>
                <a:gd name="T0" fmla="*/ 60 w 9"/>
                <a:gd name="T1" fmla="*/ 264 h 40"/>
                <a:gd name="T2" fmla="*/ 0 w 9"/>
                <a:gd name="T3" fmla="*/ 92 h 40"/>
                <a:gd name="T4" fmla="*/ 8 w 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0">
                  <a:moveTo>
                    <a:pt x="9" y="40"/>
                  </a:moveTo>
                  <a:cubicBezTo>
                    <a:pt x="3" y="33"/>
                    <a:pt x="1" y="23"/>
                    <a:pt x="0" y="14"/>
                  </a:cubicBezTo>
                  <a:cubicBezTo>
                    <a:pt x="0" y="10"/>
                    <a:pt x="3" y="3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68" name="Freeform 1447">
              <a:extLst>
                <a:ext uri="{FF2B5EF4-FFF2-40B4-BE49-F238E27FC236}">
                  <a16:creationId xmlns:a16="http://schemas.microsoft.com/office/drawing/2014/main" id="{A16BD2E4-59B7-45B2-A94B-CEF85747E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712"/>
              <a:ext cx="24" cy="67"/>
            </a:xfrm>
            <a:custGeom>
              <a:avLst/>
              <a:gdLst>
                <a:gd name="T0" fmla="*/ 81 w 13"/>
                <a:gd name="T1" fmla="*/ 233 h 36"/>
                <a:gd name="T2" fmla="*/ 24 w 13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6" y="27"/>
                    <a:pt x="0" y="13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69" name="Freeform 1448">
              <a:extLst>
                <a:ext uri="{FF2B5EF4-FFF2-40B4-BE49-F238E27FC236}">
                  <a16:creationId xmlns:a16="http://schemas.microsoft.com/office/drawing/2014/main" id="{AC05CCE0-D61A-4048-917B-4013B25C7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673"/>
              <a:ext cx="34" cy="76"/>
            </a:xfrm>
            <a:custGeom>
              <a:avLst/>
              <a:gdLst>
                <a:gd name="T0" fmla="*/ 121 w 18"/>
                <a:gd name="T1" fmla="*/ 261 h 41"/>
                <a:gd name="T2" fmla="*/ 40 w 18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1">
                  <a:moveTo>
                    <a:pt x="18" y="41"/>
                  </a:moveTo>
                  <a:cubicBezTo>
                    <a:pt x="11" y="30"/>
                    <a:pt x="0" y="14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70" name="Freeform 1449">
              <a:extLst>
                <a:ext uri="{FF2B5EF4-FFF2-40B4-BE49-F238E27FC236}">
                  <a16:creationId xmlns:a16="http://schemas.microsoft.com/office/drawing/2014/main" id="{1CE305DC-2C15-4800-8D42-3D5E3D0BF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652"/>
              <a:ext cx="41" cy="66"/>
            </a:xfrm>
            <a:custGeom>
              <a:avLst/>
              <a:gdLst>
                <a:gd name="T0" fmla="*/ 142 w 22"/>
                <a:gd name="T1" fmla="*/ 234 h 35"/>
                <a:gd name="T2" fmla="*/ 97 w 22"/>
                <a:gd name="T3" fmla="*/ 181 h 35"/>
                <a:gd name="T4" fmla="*/ 39 w 22"/>
                <a:gd name="T5" fmla="*/ 100 h 35"/>
                <a:gd name="T6" fmla="*/ 0 w 2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22" y="35"/>
                  </a:moveTo>
                  <a:cubicBezTo>
                    <a:pt x="21" y="31"/>
                    <a:pt x="17" y="30"/>
                    <a:pt x="15" y="27"/>
                  </a:cubicBezTo>
                  <a:cubicBezTo>
                    <a:pt x="11" y="23"/>
                    <a:pt x="9" y="19"/>
                    <a:pt x="6" y="15"/>
                  </a:cubicBez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71" name="Freeform 1450">
              <a:extLst>
                <a:ext uri="{FF2B5EF4-FFF2-40B4-BE49-F238E27FC236}">
                  <a16:creationId xmlns:a16="http://schemas.microsoft.com/office/drawing/2014/main" id="{5518E60A-4202-491E-BF2F-51A369D0D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716"/>
              <a:ext cx="26" cy="86"/>
            </a:xfrm>
            <a:custGeom>
              <a:avLst/>
              <a:gdLst>
                <a:gd name="T0" fmla="*/ 24 w 14"/>
                <a:gd name="T1" fmla="*/ 0 h 46"/>
                <a:gd name="T2" fmla="*/ 76 w 14"/>
                <a:gd name="T3" fmla="*/ 301 h 46"/>
                <a:gd name="T4" fmla="*/ 89 w 14"/>
                <a:gd name="T5" fmla="*/ 112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6">
                  <a:moveTo>
                    <a:pt x="4" y="0"/>
                  </a:moveTo>
                  <a:cubicBezTo>
                    <a:pt x="0" y="12"/>
                    <a:pt x="9" y="26"/>
                    <a:pt x="12" y="46"/>
                  </a:cubicBezTo>
                  <a:cubicBezTo>
                    <a:pt x="12" y="37"/>
                    <a:pt x="14" y="26"/>
                    <a:pt x="14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72" name="Freeform 1451">
              <a:extLst>
                <a:ext uri="{FF2B5EF4-FFF2-40B4-BE49-F238E27FC236}">
                  <a16:creationId xmlns:a16="http://schemas.microsoft.com/office/drawing/2014/main" id="{43FC7318-4380-4FFC-A80D-74F4EBC1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764"/>
              <a:ext cx="23" cy="79"/>
            </a:xfrm>
            <a:custGeom>
              <a:avLst/>
              <a:gdLst>
                <a:gd name="T0" fmla="*/ 63 w 12"/>
                <a:gd name="T1" fmla="*/ 0 h 42"/>
                <a:gd name="T2" fmla="*/ 56 w 12"/>
                <a:gd name="T3" fmla="*/ 134 h 42"/>
                <a:gd name="T4" fmla="*/ 23 w 12"/>
                <a:gd name="T5" fmla="*/ 280 h 42"/>
                <a:gd name="T6" fmla="*/ 0 w 12"/>
                <a:gd name="T7" fmla="*/ 11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2">
                  <a:moveTo>
                    <a:pt x="9" y="0"/>
                  </a:moveTo>
                  <a:cubicBezTo>
                    <a:pt x="12" y="8"/>
                    <a:pt x="10" y="13"/>
                    <a:pt x="8" y="20"/>
                  </a:cubicBezTo>
                  <a:cubicBezTo>
                    <a:pt x="6" y="27"/>
                    <a:pt x="6" y="35"/>
                    <a:pt x="3" y="42"/>
                  </a:cubicBezTo>
                  <a:cubicBezTo>
                    <a:pt x="2" y="34"/>
                    <a:pt x="1" y="25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73" name="Freeform 1452">
              <a:extLst>
                <a:ext uri="{FF2B5EF4-FFF2-40B4-BE49-F238E27FC236}">
                  <a16:creationId xmlns:a16="http://schemas.microsoft.com/office/drawing/2014/main" id="{1928E771-8AFC-4ADC-8824-50A51CDF6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794"/>
              <a:ext cx="37" cy="45"/>
            </a:xfrm>
            <a:custGeom>
              <a:avLst/>
              <a:gdLst>
                <a:gd name="T0" fmla="*/ 7 w 20"/>
                <a:gd name="T1" fmla="*/ 0 h 24"/>
                <a:gd name="T2" fmla="*/ 126 w 20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4">
                  <a:moveTo>
                    <a:pt x="1" y="0"/>
                  </a:moveTo>
                  <a:cubicBezTo>
                    <a:pt x="0" y="10"/>
                    <a:pt x="12" y="20"/>
                    <a:pt x="2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74" name="Freeform 1453">
              <a:extLst>
                <a:ext uri="{FF2B5EF4-FFF2-40B4-BE49-F238E27FC236}">
                  <a16:creationId xmlns:a16="http://schemas.microsoft.com/office/drawing/2014/main" id="{3A1920AC-6A25-49AD-8C1C-CCF88FE13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819"/>
              <a:ext cx="24" cy="52"/>
            </a:xfrm>
            <a:custGeom>
              <a:avLst/>
              <a:gdLst>
                <a:gd name="T0" fmla="*/ 68 w 13"/>
                <a:gd name="T1" fmla="*/ 0 h 28"/>
                <a:gd name="T2" fmla="*/ 68 w 13"/>
                <a:gd name="T3" fmla="*/ 97 h 28"/>
                <a:gd name="T4" fmla="*/ 20 w 13"/>
                <a:gd name="T5" fmla="*/ 180 h 28"/>
                <a:gd name="T6" fmla="*/ 0 w 13"/>
                <a:gd name="T7" fmla="*/ 8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11" y="0"/>
                  </a:moveTo>
                  <a:cubicBezTo>
                    <a:pt x="13" y="5"/>
                    <a:pt x="13" y="10"/>
                    <a:pt x="11" y="15"/>
                  </a:cubicBezTo>
                  <a:cubicBezTo>
                    <a:pt x="10" y="18"/>
                    <a:pt x="6" y="28"/>
                    <a:pt x="3" y="28"/>
                  </a:cubicBezTo>
                  <a:cubicBezTo>
                    <a:pt x="2" y="23"/>
                    <a:pt x="2" y="19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75" name="Freeform 1454">
              <a:extLst>
                <a:ext uri="{FF2B5EF4-FFF2-40B4-BE49-F238E27FC236}">
                  <a16:creationId xmlns:a16="http://schemas.microsoft.com/office/drawing/2014/main" id="{186CEF78-015A-4593-A171-497FDC9BE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834"/>
              <a:ext cx="1" cy="41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14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7"/>
                    <a:pt x="0" y="15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76" name="Freeform 1455">
              <a:extLst>
                <a:ext uri="{FF2B5EF4-FFF2-40B4-BE49-F238E27FC236}">
                  <a16:creationId xmlns:a16="http://schemas.microsoft.com/office/drawing/2014/main" id="{9D5268C3-3E71-42DF-A2AE-872A4A431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523"/>
              <a:ext cx="51" cy="17"/>
            </a:xfrm>
            <a:custGeom>
              <a:avLst/>
              <a:gdLst>
                <a:gd name="T0" fmla="*/ 0 w 27"/>
                <a:gd name="T1" fmla="*/ 40 h 9"/>
                <a:gd name="T2" fmla="*/ 181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6"/>
                  </a:moveTo>
                  <a:cubicBezTo>
                    <a:pt x="8" y="9"/>
                    <a:pt x="22" y="5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77" name="Freeform 1456">
              <a:extLst>
                <a:ext uri="{FF2B5EF4-FFF2-40B4-BE49-F238E27FC236}">
                  <a16:creationId xmlns:a16="http://schemas.microsoft.com/office/drawing/2014/main" id="{B39DBFE9-95B8-40B4-940A-4234AE7CE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508"/>
              <a:ext cx="69" cy="17"/>
            </a:xfrm>
            <a:custGeom>
              <a:avLst/>
              <a:gdLst>
                <a:gd name="T0" fmla="*/ 0 w 37"/>
                <a:gd name="T1" fmla="*/ 0 h 9"/>
                <a:gd name="T2" fmla="*/ 121 w 37"/>
                <a:gd name="T3" fmla="*/ 40 h 9"/>
                <a:gd name="T4" fmla="*/ 241 w 37"/>
                <a:gd name="T5" fmla="*/ 4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">
                  <a:moveTo>
                    <a:pt x="0" y="0"/>
                  </a:moveTo>
                  <a:cubicBezTo>
                    <a:pt x="7" y="3"/>
                    <a:pt x="12" y="5"/>
                    <a:pt x="19" y="6"/>
                  </a:cubicBezTo>
                  <a:cubicBezTo>
                    <a:pt x="24" y="7"/>
                    <a:pt x="33" y="9"/>
                    <a:pt x="37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78" name="Freeform 1457">
              <a:extLst>
                <a:ext uri="{FF2B5EF4-FFF2-40B4-BE49-F238E27FC236}">
                  <a16:creationId xmlns:a16="http://schemas.microsoft.com/office/drawing/2014/main" id="{B7F67E67-91FF-474C-88B7-22B65CE6E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512"/>
              <a:ext cx="68" cy="45"/>
            </a:xfrm>
            <a:custGeom>
              <a:avLst/>
              <a:gdLst>
                <a:gd name="T0" fmla="*/ 0 w 36"/>
                <a:gd name="T1" fmla="*/ 0 h 24"/>
                <a:gd name="T2" fmla="*/ 242 w 36"/>
                <a:gd name="T3" fmla="*/ 12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4">
                  <a:moveTo>
                    <a:pt x="0" y="0"/>
                  </a:moveTo>
                  <a:cubicBezTo>
                    <a:pt x="3" y="13"/>
                    <a:pt x="25" y="24"/>
                    <a:pt x="36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79" name="Freeform 1458">
              <a:extLst>
                <a:ext uri="{FF2B5EF4-FFF2-40B4-BE49-F238E27FC236}">
                  <a16:creationId xmlns:a16="http://schemas.microsoft.com/office/drawing/2014/main" id="{77C83552-A113-47EC-991F-A56B7065B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497"/>
              <a:ext cx="129" cy="34"/>
            </a:xfrm>
            <a:custGeom>
              <a:avLst/>
              <a:gdLst>
                <a:gd name="T0" fmla="*/ 0 w 69"/>
                <a:gd name="T1" fmla="*/ 40 h 18"/>
                <a:gd name="T2" fmla="*/ 172 w 69"/>
                <a:gd name="T3" fmla="*/ 28 h 18"/>
                <a:gd name="T4" fmla="*/ 224 w 69"/>
                <a:gd name="T5" fmla="*/ 60 h 18"/>
                <a:gd name="T6" fmla="*/ 451 w 69"/>
                <a:gd name="T7" fmla="*/ 1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8">
                  <a:moveTo>
                    <a:pt x="0" y="6"/>
                  </a:moveTo>
                  <a:cubicBezTo>
                    <a:pt x="7" y="3"/>
                    <a:pt x="18" y="0"/>
                    <a:pt x="26" y="4"/>
                  </a:cubicBezTo>
                  <a:cubicBezTo>
                    <a:pt x="29" y="5"/>
                    <a:pt x="32" y="7"/>
                    <a:pt x="34" y="9"/>
                  </a:cubicBezTo>
                  <a:cubicBezTo>
                    <a:pt x="39" y="4"/>
                    <a:pt x="66" y="10"/>
                    <a:pt x="69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80" name="Freeform 1459">
              <a:extLst>
                <a:ext uri="{FF2B5EF4-FFF2-40B4-BE49-F238E27FC236}">
                  <a16:creationId xmlns:a16="http://schemas.microsoft.com/office/drawing/2014/main" id="{6DD48CD8-E5A9-49BF-8811-6833E78B1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517"/>
              <a:ext cx="30" cy="23"/>
            </a:xfrm>
            <a:custGeom>
              <a:avLst/>
              <a:gdLst>
                <a:gd name="T0" fmla="*/ 8 w 16"/>
                <a:gd name="T1" fmla="*/ 56 h 12"/>
                <a:gd name="T2" fmla="*/ 0 w 16"/>
                <a:gd name="T3" fmla="*/ 0 h 12"/>
                <a:gd name="T4" fmla="*/ 105 w 16"/>
                <a:gd name="T5" fmla="*/ 8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" y="8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5" y="1"/>
                    <a:pt x="13" y="8"/>
                    <a:pt x="16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81" name="Freeform 1460">
              <a:extLst>
                <a:ext uri="{FF2B5EF4-FFF2-40B4-BE49-F238E27FC236}">
                  <a16:creationId xmlns:a16="http://schemas.microsoft.com/office/drawing/2014/main" id="{10872928-5A6F-4DD6-AA5D-E2E091D71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459"/>
              <a:ext cx="63" cy="43"/>
            </a:xfrm>
            <a:custGeom>
              <a:avLst/>
              <a:gdLst>
                <a:gd name="T0" fmla="*/ 0 w 34"/>
                <a:gd name="T1" fmla="*/ 105 h 23"/>
                <a:gd name="T2" fmla="*/ 217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16"/>
                  </a:moveTo>
                  <a:cubicBezTo>
                    <a:pt x="11" y="23"/>
                    <a:pt x="27" y="8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82" name="Freeform 1461">
              <a:extLst>
                <a:ext uri="{FF2B5EF4-FFF2-40B4-BE49-F238E27FC236}">
                  <a16:creationId xmlns:a16="http://schemas.microsoft.com/office/drawing/2014/main" id="{ADAC0005-DE47-4FF6-A580-00B32B8AE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446"/>
              <a:ext cx="77" cy="34"/>
            </a:xfrm>
            <a:custGeom>
              <a:avLst/>
              <a:gdLst>
                <a:gd name="T0" fmla="*/ 8 w 41"/>
                <a:gd name="T1" fmla="*/ 32 h 18"/>
                <a:gd name="T2" fmla="*/ 272 w 41"/>
                <a:gd name="T3" fmla="*/ 89 h 18"/>
                <a:gd name="T4" fmla="*/ 0 w 41"/>
                <a:gd name="T5" fmla="*/ 4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1" y="5"/>
                  </a:moveTo>
                  <a:cubicBezTo>
                    <a:pt x="12" y="0"/>
                    <a:pt x="33" y="5"/>
                    <a:pt x="41" y="13"/>
                  </a:cubicBezTo>
                  <a:cubicBezTo>
                    <a:pt x="31" y="17"/>
                    <a:pt x="3" y="18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83" name="Freeform 1462">
              <a:extLst>
                <a:ext uri="{FF2B5EF4-FFF2-40B4-BE49-F238E27FC236}">
                  <a16:creationId xmlns:a16="http://schemas.microsoft.com/office/drawing/2014/main" id="{07371B83-63C4-4CC1-94CB-4C57BC2E0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476"/>
              <a:ext cx="64" cy="34"/>
            </a:xfrm>
            <a:custGeom>
              <a:avLst/>
              <a:gdLst>
                <a:gd name="T0" fmla="*/ 0 w 34"/>
                <a:gd name="T1" fmla="*/ 0 h 18"/>
                <a:gd name="T2" fmla="*/ 136 w 34"/>
                <a:gd name="T3" fmla="*/ 100 h 18"/>
                <a:gd name="T4" fmla="*/ 226 w 34"/>
                <a:gd name="T5" fmla="*/ 11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6" y="6"/>
                    <a:pt x="12" y="12"/>
                    <a:pt x="20" y="15"/>
                  </a:cubicBezTo>
                  <a:cubicBezTo>
                    <a:pt x="25" y="18"/>
                    <a:pt x="31" y="16"/>
                    <a:pt x="34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84" name="Freeform 1463">
              <a:extLst>
                <a:ext uri="{FF2B5EF4-FFF2-40B4-BE49-F238E27FC236}">
                  <a16:creationId xmlns:a16="http://schemas.microsoft.com/office/drawing/2014/main" id="{7722BFBD-218D-46B3-8CFB-B2597C901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480"/>
              <a:ext cx="71" cy="6"/>
            </a:xfrm>
            <a:custGeom>
              <a:avLst/>
              <a:gdLst>
                <a:gd name="T0" fmla="*/ 0 w 38"/>
                <a:gd name="T1" fmla="*/ 8 h 3"/>
                <a:gd name="T2" fmla="*/ 77 w 38"/>
                <a:gd name="T3" fmla="*/ 0 h 3"/>
                <a:gd name="T4" fmla="*/ 174 w 38"/>
                <a:gd name="T5" fmla="*/ 24 h 3"/>
                <a:gd name="T6" fmla="*/ 249 w 3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">
                  <a:moveTo>
                    <a:pt x="0" y="1"/>
                  </a:moveTo>
                  <a:cubicBezTo>
                    <a:pt x="4" y="2"/>
                    <a:pt x="8" y="0"/>
                    <a:pt x="12" y="0"/>
                  </a:cubicBezTo>
                  <a:cubicBezTo>
                    <a:pt x="17" y="1"/>
                    <a:pt x="21" y="3"/>
                    <a:pt x="27" y="3"/>
                  </a:cubicBezTo>
                  <a:cubicBezTo>
                    <a:pt x="31" y="3"/>
                    <a:pt x="35" y="2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85" name="Freeform 1464">
              <a:extLst>
                <a:ext uri="{FF2B5EF4-FFF2-40B4-BE49-F238E27FC236}">
                  <a16:creationId xmlns:a16="http://schemas.microsoft.com/office/drawing/2014/main" id="{21ED30A8-EA98-4E93-A38A-7BF446194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486"/>
              <a:ext cx="73" cy="30"/>
            </a:xfrm>
            <a:custGeom>
              <a:avLst/>
              <a:gdLst>
                <a:gd name="T0" fmla="*/ 0 w 39"/>
                <a:gd name="T1" fmla="*/ 0 h 16"/>
                <a:gd name="T2" fmla="*/ 165 w 39"/>
                <a:gd name="T3" fmla="*/ 99 h 16"/>
                <a:gd name="T4" fmla="*/ 256 w 39"/>
                <a:gd name="T5" fmla="*/ 9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6">
                  <a:moveTo>
                    <a:pt x="0" y="0"/>
                  </a:moveTo>
                  <a:cubicBezTo>
                    <a:pt x="2" y="9"/>
                    <a:pt x="17" y="15"/>
                    <a:pt x="25" y="15"/>
                  </a:cubicBezTo>
                  <a:cubicBezTo>
                    <a:pt x="30" y="16"/>
                    <a:pt x="35" y="16"/>
                    <a:pt x="39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86" name="Freeform 1465">
              <a:extLst>
                <a:ext uri="{FF2B5EF4-FFF2-40B4-BE49-F238E27FC236}">
                  <a16:creationId xmlns:a16="http://schemas.microsoft.com/office/drawing/2014/main" id="{DD53B707-4AC4-49B1-8617-D5C4CE48D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486"/>
              <a:ext cx="13" cy="15"/>
            </a:xfrm>
            <a:custGeom>
              <a:avLst/>
              <a:gdLst>
                <a:gd name="T0" fmla="*/ 0 w 7"/>
                <a:gd name="T1" fmla="*/ 0 h 8"/>
                <a:gd name="T2" fmla="*/ 45 w 7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2" y="3"/>
                    <a:pt x="3" y="7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87" name="Freeform 1466">
              <a:extLst>
                <a:ext uri="{FF2B5EF4-FFF2-40B4-BE49-F238E27FC236}">
                  <a16:creationId xmlns:a16="http://schemas.microsoft.com/office/drawing/2014/main" id="{B6C59AD4-8C3D-4221-A839-B386657E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532"/>
              <a:ext cx="44" cy="8"/>
            </a:xfrm>
            <a:custGeom>
              <a:avLst/>
              <a:gdLst>
                <a:gd name="T0" fmla="*/ 0 w 24"/>
                <a:gd name="T1" fmla="*/ 0 h 4"/>
                <a:gd name="T2" fmla="*/ 149 w 24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4"/>
                    <a:pt x="16" y="3"/>
                    <a:pt x="24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88" name="Freeform 1467">
              <a:extLst>
                <a:ext uri="{FF2B5EF4-FFF2-40B4-BE49-F238E27FC236}">
                  <a16:creationId xmlns:a16="http://schemas.microsoft.com/office/drawing/2014/main" id="{C430587C-3D72-4DE3-8F3E-5E6C1084F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692"/>
              <a:ext cx="56" cy="84"/>
            </a:xfrm>
            <a:custGeom>
              <a:avLst/>
              <a:gdLst>
                <a:gd name="T0" fmla="*/ 196 w 30"/>
                <a:gd name="T1" fmla="*/ 0 h 45"/>
                <a:gd name="T2" fmla="*/ 52 w 30"/>
                <a:gd name="T3" fmla="*/ 29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5">
                  <a:moveTo>
                    <a:pt x="30" y="0"/>
                  </a:moveTo>
                  <a:cubicBezTo>
                    <a:pt x="10" y="19"/>
                    <a:pt x="0" y="22"/>
                    <a:pt x="8" y="4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89" name="Freeform 1468">
              <a:extLst>
                <a:ext uri="{FF2B5EF4-FFF2-40B4-BE49-F238E27FC236}">
                  <a16:creationId xmlns:a16="http://schemas.microsoft.com/office/drawing/2014/main" id="{8F5648B3-48B5-4D52-86CD-79DF78D7D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754"/>
              <a:ext cx="50" cy="90"/>
            </a:xfrm>
            <a:custGeom>
              <a:avLst/>
              <a:gdLst>
                <a:gd name="T0" fmla="*/ 172 w 27"/>
                <a:gd name="T1" fmla="*/ 0 h 48"/>
                <a:gd name="T2" fmla="*/ 44 w 27"/>
                <a:gd name="T3" fmla="*/ 158 h 48"/>
                <a:gd name="T4" fmla="*/ 0 w 27"/>
                <a:gd name="T5" fmla="*/ 31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8">
                  <a:moveTo>
                    <a:pt x="27" y="0"/>
                  </a:moveTo>
                  <a:cubicBezTo>
                    <a:pt x="19" y="6"/>
                    <a:pt x="11" y="17"/>
                    <a:pt x="7" y="24"/>
                  </a:cubicBezTo>
                  <a:cubicBezTo>
                    <a:pt x="3" y="32"/>
                    <a:pt x="3" y="42"/>
                    <a:pt x="0" y="4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90" name="Freeform 1469">
              <a:extLst>
                <a:ext uri="{FF2B5EF4-FFF2-40B4-BE49-F238E27FC236}">
                  <a16:creationId xmlns:a16="http://schemas.microsoft.com/office/drawing/2014/main" id="{651BEF62-6DAD-4523-BC38-1B99AE870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816"/>
              <a:ext cx="89" cy="76"/>
            </a:xfrm>
            <a:custGeom>
              <a:avLst/>
              <a:gdLst>
                <a:gd name="T0" fmla="*/ 306 w 48"/>
                <a:gd name="T1" fmla="*/ 0 h 41"/>
                <a:gd name="T2" fmla="*/ 0 w 48"/>
                <a:gd name="T3" fmla="*/ 261 h 41"/>
                <a:gd name="T4" fmla="*/ 293 w 48"/>
                <a:gd name="T5" fmla="*/ 9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1">
                  <a:moveTo>
                    <a:pt x="48" y="0"/>
                  </a:moveTo>
                  <a:cubicBezTo>
                    <a:pt x="29" y="11"/>
                    <a:pt x="13" y="26"/>
                    <a:pt x="0" y="41"/>
                  </a:cubicBezTo>
                  <a:cubicBezTo>
                    <a:pt x="18" y="35"/>
                    <a:pt x="32" y="25"/>
                    <a:pt x="46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91" name="Freeform 1470">
              <a:extLst>
                <a:ext uri="{FF2B5EF4-FFF2-40B4-BE49-F238E27FC236}">
                  <a16:creationId xmlns:a16="http://schemas.microsoft.com/office/drawing/2014/main" id="{7D3DCBA3-0C35-4F5C-B101-D0F63C60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692"/>
              <a:ext cx="61" cy="79"/>
            </a:xfrm>
            <a:custGeom>
              <a:avLst/>
              <a:gdLst>
                <a:gd name="T0" fmla="*/ 209 w 33"/>
                <a:gd name="T1" fmla="*/ 0 h 42"/>
                <a:gd name="T2" fmla="*/ 13 w 33"/>
                <a:gd name="T3" fmla="*/ 28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2">
                  <a:moveTo>
                    <a:pt x="33" y="0"/>
                  </a:moveTo>
                  <a:cubicBezTo>
                    <a:pt x="15" y="6"/>
                    <a:pt x="0" y="28"/>
                    <a:pt x="2" y="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92" name="Freeform 1471">
              <a:extLst>
                <a:ext uri="{FF2B5EF4-FFF2-40B4-BE49-F238E27FC236}">
                  <a16:creationId xmlns:a16="http://schemas.microsoft.com/office/drawing/2014/main" id="{86E1C160-18DB-4155-9EA3-42D5C6751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3743"/>
              <a:ext cx="56" cy="88"/>
            </a:xfrm>
            <a:custGeom>
              <a:avLst/>
              <a:gdLst>
                <a:gd name="T0" fmla="*/ 196 w 30"/>
                <a:gd name="T1" fmla="*/ 0 h 47"/>
                <a:gd name="T2" fmla="*/ 39 w 30"/>
                <a:gd name="T3" fmla="*/ 197 h 47"/>
                <a:gd name="T4" fmla="*/ 0 w 30"/>
                <a:gd name="T5" fmla="*/ 30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7">
                  <a:moveTo>
                    <a:pt x="30" y="0"/>
                  </a:moveTo>
                  <a:cubicBezTo>
                    <a:pt x="19" y="9"/>
                    <a:pt x="10" y="19"/>
                    <a:pt x="6" y="30"/>
                  </a:cubicBezTo>
                  <a:cubicBezTo>
                    <a:pt x="3" y="36"/>
                    <a:pt x="2" y="42"/>
                    <a:pt x="0" y="4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93" name="Freeform 1472">
              <a:extLst>
                <a:ext uri="{FF2B5EF4-FFF2-40B4-BE49-F238E27FC236}">
                  <a16:creationId xmlns:a16="http://schemas.microsoft.com/office/drawing/2014/main" id="{168737BD-ACC4-4BB3-8C4A-F2A3B4C06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881"/>
              <a:ext cx="125" cy="58"/>
            </a:xfrm>
            <a:custGeom>
              <a:avLst/>
              <a:gdLst>
                <a:gd name="T0" fmla="*/ 435 w 67"/>
                <a:gd name="T1" fmla="*/ 0 h 31"/>
                <a:gd name="T2" fmla="*/ 0 w 67"/>
                <a:gd name="T3" fmla="*/ 204 h 31"/>
                <a:gd name="T4" fmla="*/ 188 w 67"/>
                <a:gd name="T5" fmla="*/ 97 h 31"/>
                <a:gd name="T6" fmla="*/ 330 w 67"/>
                <a:gd name="T7" fmla="*/ 3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31">
                  <a:moveTo>
                    <a:pt x="67" y="0"/>
                  </a:moveTo>
                  <a:cubicBezTo>
                    <a:pt x="50" y="18"/>
                    <a:pt x="28" y="25"/>
                    <a:pt x="0" y="31"/>
                  </a:cubicBezTo>
                  <a:cubicBezTo>
                    <a:pt x="9" y="25"/>
                    <a:pt x="20" y="20"/>
                    <a:pt x="29" y="15"/>
                  </a:cubicBezTo>
                  <a:cubicBezTo>
                    <a:pt x="35" y="12"/>
                    <a:pt x="43" y="8"/>
                    <a:pt x="51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94" name="Freeform 1473">
              <a:extLst>
                <a:ext uri="{FF2B5EF4-FFF2-40B4-BE49-F238E27FC236}">
                  <a16:creationId xmlns:a16="http://schemas.microsoft.com/office/drawing/2014/main" id="{BF64FD11-152B-4F19-9123-C6839BC5F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853"/>
              <a:ext cx="91" cy="66"/>
            </a:xfrm>
            <a:custGeom>
              <a:avLst/>
              <a:gdLst>
                <a:gd name="T0" fmla="*/ 314 w 49"/>
                <a:gd name="T1" fmla="*/ 0 h 35"/>
                <a:gd name="T2" fmla="*/ 0 w 49"/>
                <a:gd name="T3" fmla="*/ 23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5">
                  <a:moveTo>
                    <a:pt x="49" y="0"/>
                  </a:moveTo>
                  <a:cubicBezTo>
                    <a:pt x="27" y="7"/>
                    <a:pt x="13" y="22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95" name="Freeform 1474">
              <a:extLst>
                <a:ext uri="{FF2B5EF4-FFF2-40B4-BE49-F238E27FC236}">
                  <a16:creationId xmlns:a16="http://schemas.microsoft.com/office/drawing/2014/main" id="{33929B01-AE0E-40C7-B79B-416C3B7E2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3780"/>
              <a:ext cx="73" cy="83"/>
            </a:xfrm>
            <a:custGeom>
              <a:avLst/>
              <a:gdLst>
                <a:gd name="T0" fmla="*/ 256 w 39"/>
                <a:gd name="T1" fmla="*/ 0 h 44"/>
                <a:gd name="T2" fmla="*/ 84 w 39"/>
                <a:gd name="T3" fmla="*/ 149 h 44"/>
                <a:gd name="T4" fmla="*/ 0 w 39"/>
                <a:gd name="T5" fmla="*/ 29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4">
                  <a:moveTo>
                    <a:pt x="39" y="0"/>
                  </a:moveTo>
                  <a:cubicBezTo>
                    <a:pt x="31" y="7"/>
                    <a:pt x="21" y="14"/>
                    <a:pt x="13" y="22"/>
                  </a:cubicBezTo>
                  <a:cubicBezTo>
                    <a:pt x="7" y="27"/>
                    <a:pt x="4" y="40"/>
                    <a:pt x="0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96" name="Freeform 1475">
              <a:extLst>
                <a:ext uri="{FF2B5EF4-FFF2-40B4-BE49-F238E27FC236}">
                  <a16:creationId xmlns:a16="http://schemas.microsoft.com/office/drawing/2014/main" id="{07966356-3954-4F78-9EC4-ACC149495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3937"/>
              <a:ext cx="136" cy="28"/>
            </a:xfrm>
            <a:custGeom>
              <a:avLst/>
              <a:gdLst>
                <a:gd name="T0" fmla="*/ 471 w 73"/>
                <a:gd name="T1" fmla="*/ 0 h 15"/>
                <a:gd name="T2" fmla="*/ 261 w 73"/>
                <a:gd name="T3" fmla="*/ 77 h 15"/>
                <a:gd name="T4" fmla="*/ 0 w 73"/>
                <a:gd name="T5" fmla="*/ 65 h 15"/>
                <a:gd name="T6" fmla="*/ 240 w 73"/>
                <a:gd name="T7" fmla="*/ 13 h 15"/>
                <a:gd name="T8" fmla="*/ 451 w 73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5">
                  <a:moveTo>
                    <a:pt x="73" y="0"/>
                  </a:moveTo>
                  <a:cubicBezTo>
                    <a:pt x="66" y="7"/>
                    <a:pt x="51" y="10"/>
                    <a:pt x="40" y="12"/>
                  </a:cubicBezTo>
                  <a:cubicBezTo>
                    <a:pt x="25" y="15"/>
                    <a:pt x="14" y="12"/>
                    <a:pt x="0" y="10"/>
                  </a:cubicBezTo>
                  <a:cubicBezTo>
                    <a:pt x="11" y="13"/>
                    <a:pt x="26" y="4"/>
                    <a:pt x="37" y="2"/>
                  </a:cubicBezTo>
                  <a:cubicBezTo>
                    <a:pt x="48" y="0"/>
                    <a:pt x="61" y="3"/>
                    <a:pt x="7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97" name="Freeform 1476">
              <a:extLst>
                <a:ext uri="{FF2B5EF4-FFF2-40B4-BE49-F238E27FC236}">
                  <a16:creationId xmlns:a16="http://schemas.microsoft.com/office/drawing/2014/main" id="{3563659C-9EB8-41B6-B1E1-251D7035A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956"/>
              <a:ext cx="124" cy="13"/>
            </a:xfrm>
            <a:custGeom>
              <a:avLst/>
              <a:gdLst>
                <a:gd name="T0" fmla="*/ 410 w 66"/>
                <a:gd name="T1" fmla="*/ 13 h 7"/>
                <a:gd name="T2" fmla="*/ 0 w 66"/>
                <a:gd name="T3" fmla="*/ 13 h 7"/>
                <a:gd name="T4" fmla="*/ 250 w 66"/>
                <a:gd name="T5" fmla="*/ 45 h 7"/>
                <a:gd name="T6" fmla="*/ 438 w 66"/>
                <a:gd name="T7" fmla="*/ 2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7">
                  <a:moveTo>
                    <a:pt x="62" y="2"/>
                  </a:moveTo>
                  <a:cubicBezTo>
                    <a:pt x="42" y="0"/>
                    <a:pt x="21" y="1"/>
                    <a:pt x="0" y="2"/>
                  </a:cubicBezTo>
                  <a:cubicBezTo>
                    <a:pt x="9" y="7"/>
                    <a:pt x="27" y="6"/>
                    <a:pt x="38" y="7"/>
                  </a:cubicBezTo>
                  <a:cubicBezTo>
                    <a:pt x="47" y="7"/>
                    <a:pt x="57" y="4"/>
                    <a:pt x="66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98" name="Freeform 1477">
              <a:extLst>
                <a:ext uri="{FF2B5EF4-FFF2-40B4-BE49-F238E27FC236}">
                  <a16:creationId xmlns:a16="http://schemas.microsoft.com/office/drawing/2014/main" id="{A8A11702-CF2D-4FED-88B7-655129693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926"/>
              <a:ext cx="107" cy="28"/>
            </a:xfrm>
            <a:custGeom>
              <a:avLst/>
              <a:gdLst>
                <a:gd name="T0" fmla="*/ 377 w 57"/>
                <a:gd name="T1" fmla="*/ 45 h 15"/>
                <a:gd name="T2" fmla="*/ 0 w 57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5">
                  <a:moveTo>
                    <a:pt x="57" y="7"/>
                  </a:moveTo>
                  <a:cubicBezTo>
                    <a:pt x="44" y="0"/>
                    <a:pt x="11" y="8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99" name="Freeform 1478">
              <a:extLst>
                <a:ext uri="{FF2B5EF4-FFF2-40B4-BE49-F238E27FC236}">
                  <a16:creationId xmlns:a16="http://schemas.microsoft.com/office/drawing/2014/main" id="{19FA7787-C52D-41D9-8A48-9E11659E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883"/>
              <a:ext cx="91" cy="54"/>
            </a:xfrm>
            <a:custGeom>
              <a:avLst/>
              <a:gdLst>
                <a:gd name="T0" fmla="*/ 314 w 49"/>
                <a:gd name="T1" fmla="*/ 7 h 29"/>
                <a:gd name="T2" fmla="*/ 76 w 49"/>
                <a:gd name="T3" fmla="*/ 117 h 29"/>
                <a:gd name="T4" fmla="*/ 0 w 49"/>
                <a:gd name="T5" fmla="*/ 18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9">
                  <a:moveTo>
                    <a:pt x="49" y="1"/>
                  </a:moveTo>
                  <a:cubicBezTo>
                    <a:pt x="38" y="0"/>
                    <a:pt x="19" y="12"/>
                    <a:pt x="12" y="18"/>
                  </a:cubicBezTo>
                  <a:cubicBezTo>
                    <a:pt x="7" y="21"/>
                    <a:pt x="4" y="26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00" name="Freeform 1479">
              <a:extLst>
                <a:ext uri="{FF2B5EF4-FFF2-40B4-BE49-F238E27FC236}">
                  <a16:creationId xmlns:a16="http://schemas.microsoft.com/office/drawing/2014/main" id="{4A19C807-2E5B-4B45-BCBD-56FD80D30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892"/>
              <a:ext cx="106" cy="42"/>
            </a:xfrm>
            <a:custGeom>
              <a:avLst/>
              <a:gdLst>
                <a:gd name="T0" fmla="*/ 366 w 57"/>
                <a:gd name="T1" fmla="*/ 8 h 22"/>
                <a:gd name="T2" fmla="*/ 112 w 57"/>
                <a:gd name="T3" fmla="*/ 113 h 22"/>
                <a:gd name="T4" fmla="*/ 0 w 57"/>
                <a:gd name="T5" fmla="*/ 15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2">
                  <a:moveTo>
                    <a:pt x="57" y="1"/>
                  </a:moveTo>
                  <a:cubicBezTo>
                    <a:pt x="41" y="0"/>
                    <a:pt x="29" y="10"/>
                    <a:pt x="17" y="16"/>
                  </a:cubicBezTo>
                  <a:cubicBezTo>
                    <a:pt x="12" y="19"/>
                    <a:pt x="5" y="19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01" name="Freeform 1480">
              <a:extLst>
                <a:ext uri="{FF2B5EF4-FFF2-40B4-BE49-F238E27FC236}">
                  <a16:creationId xmlns:a16="http://schemas.microsoft.com/office/drawing/2014/main" id="{795B68C8-B519-481E-AA6C-CA11B3832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3831"/>
              <a:ext cx="65" cy="58"/>
            </a:xfrm>
            <a:custGeom>
              <a:avLst/>
              <a:gdLst>
                <a:gd name="T0" fmla="*/ 225 w 35"/>
                <a:gd name="T1" fmla="*/ 0 h 31"/>
                <a:gd name="T2" fmla="*/ 0 w 35"/>
                <a:gd name="T3" fmla="*/ 20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35" y="0"/>
                  </a:moveTo>
                  <a:cubicBezTo>
                    <a:pt x="15" y="6"/>
                    <a:pt x="9" y="19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02" name="Freeform 1481">
              <a:extLst>
                <a:ext uri="{FF2B5EF4-FFF2-40B4-BE49-F238E27FC236}">
                  <a16:creationId xmlns:a16="http://schemas.microsoft.com/office/drawing/2014/main" id="{1B41B766-4E43-4B2D-8F09-6CE8E73B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524"/>
              <a:ext cx="17" cy="41"/>
            </a:xfrm>
            <a:custGeom>
              <a:avLst/>
              <a:gdLst>
                <a:gd name="T0" fmla="*/ 47 w 9"/>
                <a:gd name="T1" fmla="*/ 142 h 22"/>
                <a:gd name="T2" fmla="*/ 0 w 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7" y="22"/>
                  </a:moveTo>
                  <a:cubicBezTo>
                    <a:pt x="9" y="16"/>
                    <a:pt x="3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03" name="Freeform 1482">
              <a:extLst>
                <a:ext uri="{FF2B5EF4-FFF2-40B4-BE49-F238E27FC236}">
                  <a16:creationId xmlns:a16="http://schemas.microsoft.com/office/drawing/2014/main" id="{FFDA4C10-3C97-4889-9F8A-7F1905E9C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3524"/>
              <a:ext cx="13" cy="77"/>
            </a:xfrm>
            <a:custGeom>
              <a:avLst/>
              <a:gdLst>
                <a:gd name="T0" fmla="*/ 45 w 7"/>
                <a:gd name="T1" fmla="*/ 0 h 41"/>
                <a:gd name="T2" fmla="*/ 45 w 7"/>
                <a:gd name="T3" fmla="*/ 27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7" y="0"/>
                  </a:moveTo>
                  <a:cubicBezTo>
                    <a:pt x="0" y="13"/>
                    <a:pt x="3" y="28"/>
                    <a:pt x="7" y="4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04" name="Freeform 1483">
              <a:extLst>
                <a:ext uri="{FF2B5EF4-FFF2-40B4-BE49-F238E27FC236}">
                  <a16:creationId xmlns:a16="http://schemas.microsoft.com/office/drawing/2014/main" id="{96A83682-3DEC-4AF8-A786-F065BF84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597"/>
              <a:ext cx="39" cy="69"/>
            </a:xfrm>
            <a:custGeom>
              <a:avLst/>
              <a:gdLst>
                <a:gd name="T0" fmla="*/ 134 w 21"/>
                <a:gd name="T1" fmla="*/ 0 h 37"/>
                <a:gd name="T2" fmla="*/ 52 w 21"/>
                <a:gd name="T3" fmla="*/ 24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21" y="0"/>
                  </a:moveTo>
                  <a:cubicBezTo>
                    <a:pt x="15" y="11"/>
                    <a:pt x="0" y="25"/>
                    <a:pt x="8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05" name="Freeform 1484">
              <a:extLst>
                <a:ext uri="{FF2B5EF4-FFF2-40B4-BE49-F238E27FC236}">
                  <a16:creationId xmlns:a16="http://schemas.microsoft.com/office/drawing/2014/main" id="{0CF53EDA-DC77-46D3-8268-96CBD571F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636"/>
              <a:ext cx="24" cy="69"/>
            </a:xfrm>
            <a:custGeom>
              <a:avLst/>
              <a:gdLst>
                <a:gd name="T0" fmla="*/ 81 w 13"/>
                <a:gd name="T1" fmla="*/ 0 h 37"/>
                <a:gd name="T2" fmla="*/ 0 w 13"/>
                <a:gd name="T3" fmla="*/ 24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7">
                  <a:moveTo>
                    <a:pt x="13" y="0"/>
                  </a:moveTo>
                  <a:cubicBezTo>
                    <a:pt x="2" y="11"/>
                    <a:pt x="0" y="26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06" name="Freeform 1485">
              <a:extLst>
                <a:ext uri="{FF2B5EF4-FFF2-40B4-BE49-F238E27FC236}">
                  <a16:creationId xmlns:a16="http://schemas.microsoft.com/office/drawing/2014/main" id="{3E0791AC-2238-4DE4-BD05-9BF55AE3A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660"/>
              <a:ext cx="43" cy="88"/>
            </a:xfrm>
            <a:custGeom>
              <a:avLst/>
              <a:gdLst>
                <a:gd name="T0" fmla="*/ 150 w 23"/>
                <a:gd name="T1" fmla="*/ 0 h 47"/>
                <a:gd name="T2" fmla="*/ 45 w 23"/>
                <a:gd name="T3" fmla="*/ 105 h 47"/>
                <a:gd name="T4" fmla="*/ 7 w 23"/>
                <a:gd name="T5" fmla="*/ 225 h 47"/>
                <a:gd name="T6" fmla="*/ 21 w 23"/>
                <a:gd name="T7" fmla="*/ 30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7">
                  <a:moveTo>
                    <a:pt x="23" y="0"/>
                  </a:moveTo>
                  <a:cubicBezTo>
                    <a:pt x="19" y="6"/>
                    <a:pt x="11" y="10"/>
                    <a:pt x="7" y="16"/>
                  </a:cubicBezTo>
                  <a:cubicBezTo>
                    <a:pt x="2" y="21"/>
                    <a:pt x="0" y="28"/>
                    <a:pt x="1" y="34"/>
                  </a:cubicBezTo>
                  <a:cubicBezTo>
                    <a:pt x="1" y="38"/>
                    <a:pt x="0" y="43"/>
                    <a:pt x="3" y="4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07" name="Freeform 1486">
              <a:extLst>
                <a:ext uri="{FF2B5EF4-FFF2-40B4-BE49-F238E27FC236}">
                  <a16:creationId xmlns:a16="http://schemas.microsoft.com/office/drawing/2014/main" id="{80808723-F4EB-40F6-9AEB-29E5B9FA5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902"/>
              <a:ext cx="113" cy="35"/>
            </a:xfrm>
            <a:custGeom>
              <a:avLst/>
              <a:gdLst>
                <a:gd name="T0" fmla="*/ 401 w 60"/>
                <a:gd name="T1" fmla="*/ 13 h 19"/>
                <a:gd name="T2" fmla="*/ 128 w 60"/>
                <a:gd name="T3" fmla="*/ 57 h 19"/>
                <a:gd name="T4" fmla="*/ 0 w 60"/>
                <a:gd name="T5" fmla="*/ 11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9">
                  <a:moveTo>
                    <a:pt x="60" y="2"/>
                  </a:moveTo>
                  <a:cubicBezTo>
                    <a:pt x="48" y="0"/>
                    <a:pt x="30" y="4"/>
                    <a:pt x="19" y="9"/>
                  </a:cubicBezTo>
                  <a:cubicBezTo>
                    <a:pt x="12" y="11"/>
                    <a:pt x="6" y="16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08" name="Freeform 1487">
              <a:extLst>
                <a:ext uri="{FF2B5EF4-FFF2-40B4-BE49-F238E27FC236}">
                  <a16:creationId xmlns:a16="http://schemas.microsoft.com/office/drawing/2014/main" id="{B0678309-B53E-40CC-8F48-04D4C23A6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848"/>
              <a:ext cx="84" cy="52"/>
            </a:xfrm>
            <a:custGeom>
              <a:avLst/>
              <a:gdLst>
                <a:gd name="T0" fmla="*/ 293 w 45"/>
                <a:gd name="T1" fmla="*/ 0 h 28"/>
                <a:gd name="T2" fmla="*/ 196 w 45"/>
                <a:gd name="T3" fmla="*/ 52 h 28"/>
                <a:gd name="T4" fmla="*/ 73 w 45"/>
                <a:gd name="T5" fmla="*/ 104 h 28"/>
                <a:gd name="T6" fmla="*/ 0 w 45"/>
                <a:gd name="T7" fmla="*/ 18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8">
                  <a:moveTo>
                    <a:pt x="45" y="0"/>
                  </a:moveTo>
                  <a:cubicBezTo>
                    <a:pt x="39" y="2"/>
                    <a:pt x="36" y="6"/>
                    <a:pt x="30" y="8"/>
                  </a:cubicBezTo>
                  <a:cubicBezTo>
                    <a:pt x="22" y="10"/>
                    <a:pt x="16" y="11"/>
                    <a:pt x="11" y="16"/>
                  </a:cubicBezTo>
                  <a:cubicBezTo>
                    <a:pt x="7" y="19"/>
                    <a:pt x="5" y="24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09" name="Freeform 1488">
              <a:extLst>
                <a:ext uri="{FF2B5EF4-FFF2-40B4-BE49-F238E27FC236}">
                  <a16:creationId xmlns:a16="http://schemas.microsoft.com/office/drawing/2014/main" id="{FFEBECC4-A747-4287-910F-537D4204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868"/>
              <a:ext cx="84" cy="38"/>
            </a:xfrm>
            <a:custGeom>
              <a:avLst/>
              <a:gdLst>
                <a:gd name="T0" fmla="*/ 293 w 45"/>
                <a:gd name="T1" fmla="*/ 0 h 20"/>
                <a:gd name="T2" fmla="*/ 65 w 45"/>
                <a:gd name="T3" fmla="*/ 76 h 20"/>
                <a:gd name="T4" fmla="*/ 0 w 45"/>
                <a:gd name="T5" fmla="*/ 13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0">
                  <a:moveTo>
                    <a:pt x="45" y="0"/>
                  </a:moveTo>
                  <a:cubicBezTo>
                    <a:pt x="32" y="3"/>
                    <a:pt x="21" y="4"/>
                    <a:pt x="10" y="11"/>
                  </a:cubicBezTo>
                  <a:cubicBezTo>
                    <a:pt x="6" y="14"/>
                    <a:pt x="4" y="17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10" name="Freeform 1489">
              <a:extLst>
                <a:ext uri="{FF2B5EF4-FFF2-40B4-BE49-F238E27FC236}">
                  <a16:creationId xmlns:a16="http://schemas.microsoft.com/office/drawing/2014/main" id="{01B8BF5F-ED4A-4E90-B7AB-12D182546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713"/>
              <a:ext cx="36" cy="67"/>
            </a:xfrm>
            <a:custGeom>
              <a:avLst/>
              <a:gdLst>
                <a:gd name="T0" fmla="*/ 129 w 19"/>
                <a:gd name="T1" fmla="*/ 0 h 36"/>
                <a:gd name="T2" fmla="*/ 21 w 19"/>
                <a:gd name="T3" fmla="*/ 141 h 36"/>
                <a:gd name="T4" fmla="*/ 0 w 19"/>
                <a:gd name="T5" fmla="*/ 23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19" y="0"/>
                  </a:moveTo>
                  <a:cubicBezTo>
                    <a:pt x="13" y="8"/>
                    <a:pt x="5" y="13"/>
                    <a:pt x="3" y="22"/>
                  </a:cubicBezTo>
                  <a:cubicBezTo>
                    <a:pt x="2" y="26"/>
                    <a:pt x="0" y="33"/>
                    <a:pt x="0" y="3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11" name="Freeform 1490">
              <a:extLst>
                <a:ext uri="{FF2B5EF4-FFF2-40B4-BE49-F238E27FC236}">
                  <a16:creationId xmlns:a16="http://schemas.microsoft.com/office/drawing/2014/main" id="{435800E1-D7E4-44AC-92DA-661C47A01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748"/>
              <a:ext cx="54" cy="75"/>
            </a:xfrm>
            <a:custGeom>
              <a:avLst/>
              <a:gdLst>
                <a:gd name="T0" fmla="*/ 188 w 29"/>
                <a:gd name="T1" fmla="*/ 0 h 40"/>
                <a:gd name="T2" fmla="*/ 0 w 29"/>
                <a:gd name="T3" fmla="*/ 26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0">
                  <a:moveTo>
                    <a:pt x="29" y="0"/>
                  </a:moveTo>
                  <a:cubicBezTo>
                    <a:pt x="12" y="11"/>
                    <a:pt x="3" y="24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12" name="Freeform 1491">
              <a:extLst>
                <a:ext uri="{FF2B5EF4-FFF2-40B4-BE49-F238E27FC236}">
                  <a16:creationId xmlns:a16="http://schemas.microsoft.com/office/drawing/2014/main" id="{B70DDBEE-D4DB-4902-B136-38E433AF1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782"/>
              <a:ext cx="62" cy="71"/>
            </a:xfrm>
            <a:custGeom>
              <a:avLst/>
              <a:gdLst>
                <a:gd name="T0" fmla="*/ 218 w 33"/>
                <a:gd name="T1" fmla="*/ 0 h 38"/>
                <a:gd name="T2" fmla="*/ 28 w 33"/>
                <a:gd name="T3" fmla="*/ 172 h 38"/>
                <a:gd name="T4" fmla="*/ 0 w 33"/>
                <a:gd name="T5" fmla="*/ 24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8">
                  <a:moveTo>
                    <a:pt x="33" y="0"/>
                  </a:moveTo>
                  <a:cubicBezTo>
                    <a:pt x="23" y="7"/>
                    <a:pt x="8" y="16"/>
                    <a:pt x="4" y="26"/>
                  </a:cubicBezTo>
                  <a:cubicBezTo>
                    <a:pt x="2" y="29"/>
                    <a:pt x="2" y="34"/>
                    <a:pt x="0" y="3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13" name="Freeform 1492">
              <a:extLst>
                <a:ext uri="{FF2B5EF4-FFF2-40B4-BE49-F238E27FC236}">
                  <a16:creationId xmlns:a16="http://schemas.microsoft.com/office/drawing/2014/main" id="{DEA7EC23-035C-4D08-940F-A77E269E4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819"/>
              <a:ext cx="74" cy="51"/>
            </a:xfrm>
            <a:custGeom>
              <a:avLst/>
              <a:gdLst>
                <a:gd name="T0" fmla="*/ 253 w 40"/>
                <a:gd name="T1" fmla="*/ 0 h 27"/>
                <a:gd name="T2" fmla="*/ 0 w 40"/>
                <a:gd name="T3" fmla="*/ 1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7">
                  <a:moveTo>
                    <a:pt x="40" y="0"/>
                  </a:moveTo>
                  <a:cubicBezTo>
                    <a:pt x="25" y="7"/>
                    <a:pt x="8" y="15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14" name="Freeform 1493">
              <a:extLst>
                <a:ext uri="{FF2B5EF4-FFF2-40B4-BE49-F238E27FC236}">
                  <a16:creationId xmlns:a16="http://schemas.microsoft.com/office/drawing/2014/main" id="{2385B54C-2DC9-4BD1-842B-A419361DB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833"/>
              <a:ext cx="81" cy="48"/>
            </a:xfrm>
            <a:custGeom>
              <a:avLst/>
              <a:gdLst>
                <a:gd name="T0" fmla="*/ 288 w 43"/>
                <a:gd name="T1" fmla="*/ 0 h 26"/>
                <a:gd name="T2" fmla="*/ 202 w 43"/>
                <a:gd name="T3" fmla="*/ 31 h 26"/>
                <a:gd name="T4" fmla="*/ 128 w 43"/>
                <a:gd name="T5" fmla="*/ 68 h 26"/>
                <a:gd name="T6" fmla="*/ 0 w 43"/>
                <a:gd name="T7" fmla="*/ 16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6">
                  <a:moveTo>
                    <a:pt x="43" y="0"/>
                  </a:moveTo>
                  <a:cubicBezTo>
                    <a:pt x="39" y="2"/>
                    <a:pt x="35" y="4"/>
                    <a:pt x="30" y="5"/>
                  </a:cubicBezTo>
                  <a:cubicBezTo>
                    <a:pt x="25" y="7"/>
                    <a:pt x="23" y="9"/>
                    <a:pt x="19" y="11"/>
                  </a:cubicBezTo>
                  <a:cubicBezTo>
                    <a:pt x="10" y="15"/>
                    <a:pt x="4" y="19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15" name="Freeform 1494">
              <a:extLst>
                <a:ext uri="{FF2B5EF4-FFF2-40B4-BE49-F238E27FC236}">
                  <a16:creationId xmlns:a16="http://schemas.microsoft.com/office/drawing/2014/main" id="{D96B5113-777C-483E-8965-5A464D2F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748"/>
              <a:ext cx="73" cy="58"/>
            </a:xfrm>
            <a:custGeom>
              <a:avLst/>
              <a:gdLst>
                <a:gd name="T0" fmla="*/ 256 w 39"/>
                <a:gd name="T1" fmla="*/ 0 h 31"/>
                <a:gd name="T2" fmla="*/ 0 w 39"/>
                <a:gd name="T3" fmla="*/ 20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1">
                  <a:moveTo>
                    <a:pt x="39" y="0"/>
                  </a:moveTo>
                  <a:cubicBezTo>
                    <a:pt x="12" y="0"/>
                    <a:pt x="7" y="16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16" name="Freeform 1495">
              <a:extLst>
                <a:ext uri="{FF2B5EF4-FFF2-40B4-BE49-F238E27FC236}">
                  <a16:creationId xmlns:a16="http://schemas.microsoft.com/office/drawing/2014/main" id="{302ED702-0DBF-4578-937A-9F1A54D23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793"/>
              <a:ext cx="71" cy="43"/>
            </a:xfrm>
            <a:custGeom>
              <a:avLst/>
              <a:gdLst>
                <a:gd name="T0" fmla="*/ 249 w 38"/>
                <a:gd name="T1" fmla="*/ 45 h 23"/>
                <a:gd name="T2" fmla="*/ 7 w 38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3">
                  <a:moveTo>
                    <a:pt x="38" y="7"/>
                  </a:moveTo>
                  <a:cubicBezTo>
                    <a:pt x="30" y="0"/>
                    <a:pt x="0" y="18"/>
                    <a:pt x="1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17" name="Freeform 1496">
              <a:extLst>
                <a:ext uri="{FF2B5EF4-FFF2-40B4-BE49-F238E27FC236}">
                  <a16:creationId xmlns:a16="http://schemas.microsoft.com/office/drawing/2014/main" id="{795BFEB2-2E66-43AA-A552-1D6DCFA69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550"/>
              <a:ext cx="30" cy="77"/>
            </a:xfrm>
            <a:custGeom>
              <a:avLst/>
              <a:gdLst>
                <a:gd name="T0" fmla="*/ 105 w 16"/>
                <a:gd name="T1" fmla="*/ 0 h 41"/>
                <a:gd name="T2" fmla="*/ 73 w 16"/>
                <a:gd name="T3" fmla="*/ 27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1">
                  <a:moveTo>
                    <a:pt x="16" y="0"/>
                  </a:moveTo>
                  <a:cubicBezTo>
                    <a:pt x="9" y="9"/>
                    <a:pt x="0" y="32"/>
                    <a:pt x="11" y="4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18" name="Freeform 1497">
              <a:extLst>
                <a:ext uri="{FF2B5EF4-FFF2-40B4-BE49-F238E27FC236}">
                  <a16:creationId xmlns:a16="http://schemas.microsoft.com/office/drawing/2014/main" id="{824CF04C-CFD0-435E-A6B7-78818F630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584"/>
              <a:ext cx="22" cy="78"/>
            </a:xfrm>
            <a:custGeom>
              <a:avLst/>
              <a:gdLst>
                <a:gd name="T0" fmla="*/ 73 w 12"/>
                <a:gd name="T1" fmla="*/ 0 h 42"/>
                <a:gd name="T2" fmla="*/ 0 w 12"/>
                <a:gd name="T3" fmla="*/ 180 h 42"/>
                <a:gd name="T4" fmla="*/ 7 w 12"/>
                <a:gd name="T5" fmla="*/ 26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2">
                  <a:moveTo>
                    <a:pt x="12" y="0"/>
                  </a:moveTo>
                  <a:cubicBezTo>
                    <a:pt x="5" y="8"/>
                    <a:pt x="1" y="19"/>
                    <a:pt x="0" y="28"/>
                  </a:cubicBezTo>
                  <a:cubicBezTo>
                    <a:pt x="0" y="32"/>
                    <a:pt x="3" y="39"/>
                    <a:pt x="1" y="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19" name="Freeform 1498">
              <a:extLst>
                <a:ext uri="{FF2B5EF4-FFF2-40B4-BE49-F238E27FC236}">
                  <a16:creationId xmlns:a16="http://schemas.microsoft.com/office/drawing/2014/main" id="{2D137D33-4638-4C84-B7CB-FD99635D7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623"/>
              <a:ext cx="34" cy="69"/>
            </a:xfrm>
            <a:custGeom>
              <a:avLst/>
              <a:gdLst>
                <a:gd name="T0" fmla="*/ 121 w 18"/>
                <a:gd name="T1" fmla="*/ 0 h 37"/>
                <a:gd name="T2" fmla="*/ 32 w 18"/>
                <a:gd name="T3" fmla="*/ 24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7">
                  <a:moveTo>
                    <a:pt x="18" y="0"/>
                  </a:moveTo>
                  <a:cubicBezTo>
                    <a:pt x="7" y="10"/>
                    <a:pt x="0" y="25"/>
                    <a:pt x="5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20" name="Freeform 1499">
              <a:extLst>
                <a:ext uri="{FF2B5EF4-FFF2-40B4-BE49-F238E27FC236}">
                  <a16:creationId xmlns:a16="http://schemas.microsoft.com/office/drawing/2014/main" id="{D3FAE92A-F5FA-4994-9B4A-5C383FE17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655"/>
              <a:ext cx="45" cy="78"/>
            </a:xfrm>
            <a:custGeom>
              <a:avLst/>
              <a:gdLst>
                <a:gd name="T0" fmla="*/ 158 w 24"/>
                <a:gd name="T1" fmla="*/ 0 h 42"/>
                <a:gd name="T2" fmla="*/ 53 w 24"/>
                <a:gd name="T3" fmla="*/ 2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2">
                  <a:moveTo>
                    <a:pt x="24" y="0"/>
                  </a:moveTo>
                  <a:cubicBezTo>
                    <a:pt x="14" y="12"/>
                    <a:pt x="0" y="28"/>
                    <a:pt x="8" y="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21" name="Freeform 1500">
              <a:extLst>
                <a:ext uri="{FF2B5EF4-FFF2-40B4-BE49-F238E27FC236}">
                  <a16:creationId xmlns:a16="http://schemas.microsoft.com/office/drawing/2014/main" id="{BC077F7E-9DBF-4AB4-87EB-A80EC81A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601"/>
              <a:ext cx="35" cy="87"/>
            </a:xfrm>
            <a:custGeom>
              <a:avLst/>
              <a:gdLst>
                <a:gd name="T0" fmla="*/ 31 w 19"/>
                <a:gd name="T1" fmla="*/ 298 h 47"/>
                <a:gd name="T2" fmla="*/ 98 w 19"/>
                <a:gd name="T3" fmla="*/ 0 h 47"/>
                <a:gd name="T4" fmla="*/ 118 w 19"/>
                <a:gd name="T5" fmla="*/ 19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7">
                  <a:moveTo>
                    <a:pt x="5" y="47"/>
                  </a:moveTo>
                  <a:cubicBezTo>
                    <a:pt x="0" y="35"/>
                    <a:pt x="7" y="11"/>
                    <a:pt x="16" y="0"/>
                  </a:cubicBezTo>
                  <a:cubicBezTo>
                    <a:pt x="16" y="9"/>
                    <a:pt x="19" y="21"/>
                    <a:pt x="19" y="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22" name="Freeform 1501">
              <a:extLst>
                <a:ext uri="{FF2B5EF4-FFF2-40B4-BE49-F238E27FC236}">
                  <a16:creationId xmlns:a16="http://schemas.microsoft.com/office/drawing/2014/main" id="{FE68BC13-37C8-446E-99A3-B48E9CA8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3559"/>
              <a:ext cx="30" cy="79"/>
            </a:xfrm>
            <a:custGeom>
              <a:avLst/>
              <a:gdLst>
                <a:gd name="T0" fmla="*/ 81 w 16"/>
                <a:gd name="T1" fmla="*/ 280 h 42"/>
                <a:gd name="T2" fmla="*/ 73 w 16"/>
                <a:gd name="T3" fmla="*/ 145 h 42"/>
                <a:gd name="T4" fmla="*/ 28 w 16"/>
                <a:gd name="T5" fmla="*/ 0 h 42"/>
                <a:gd name="T6" fmla="*/ 0 w 16"/>
                <a:gd name="T7" fmla="*/ 166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2">
                  <a:moveTo>
                    <a:pt x="12" y="42"/>
                  </a:moveTo>
                  <a:cubicBezTo>
                    <a:pt x="16" y="35"/>
                    <a:pt x="14" y="29"/>
                    <a:pt x="11" y="22"/>
                  </a:cubicBezTo>
                  <a:cubicBezTo>
                    <a:pt x="8" y="15"/>
                    <a:pt x="8" y="6"/>
                    <a:pt x="4" y="0"/>
                  </a:cubicBezTo>
                  <a:cubicBezTo>
                    <a:pt x="3" y="8"/>
                    <a:pt x="1" y="17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23" name="Freeform 1502">
              <a:extLst>
                <a:ext uri="{FF2B5EF4-FFF2-40B4-BE49-F238E27FC236}">
                  <a16:creationId xmlns:a16="http://schemas.microsoft.com/office/drawing/2014/main" id="{FBB51A3E-8DEA-4164-A77A-BF87BFE5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3561"/>
              <a:ext cx="53" cy="47"/>
            </a:xfrm>
            <a:custGeom>
              <a:avLst/>
              <a:gdLst>
                <a:gd name="T0" fmla="*/ 15 w 28"/>
                <a:gd name="T1" fmla="*/ 165 h 25"/>
                <a:gd name="T2" fmla="*/ 189 w 2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5">
                  <a:moveTo>
                    <a:pt x="2" y="25"/>
                  </a:moveTo>
                  <a:cubicBezTo>
                    <a:pt x="0" y="15"/>
                    <a:pt x="17" y="4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24" name="Freeform 1503">
              <a:extLst>
                <a:ext uri="{FF2B5EF4-FFF2-40B4-BE49-F238E27FC236}">
                  <a16:creationId xmlns:a16="http://schemas.microsoft.com/office/drawing/2014/main" id="{EFF2D218-5E0B-489E-8AF0-83C22C179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528"/>
              <a:ext cx="34" cy="56"/>
            </a:xfrm>
            <a:custGeom>
              <a:avLst/>
              <a:gdLst>
                <a:gd name="T0" fmla="*/ 100 w 18"/>
                <a:gd name="T1" fmla="*/ 196 h 30"/>
                <a:gd name="T2" fmla="*/ 100 w 18"/>
                <a:gd name="T3" fmla="*/ 97 h 30"/>
                <a:gd name="T4" fmla="*/ 28 w 18"/>
                <a:gd name="T5" fmla="*/ 0 h 30"/>
                <a:gd name="T6" fmla="*/ 0 w 18"/>
                <a:gd name="T7" fmla="*/ 10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15" y="30"/>
                  </a:moveTo>
                  <a:cubicBezTo>
                    <a:pt x="18" y="25"/>
                    <a:pt x="18" y="20"/>
                    <a:pt x="15" y="15"/>
                  </a:cubicBezTo>
                  <a:cubicBezTo>
                    <a:pt x="14" y="11"/>
                    <a:pt x="9" y="1"/>
                    <a:pt x="4" y="0"/>
                  </a:cubicBezTo>
                  <a:cubicBezTo>
                    <a:pt x="2" y="6"/>
                    <a:pt x="2" y="10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25" name="Freeform 1504">
              <a:extLst>
                <a:ext uri="{FF2B5EF4-FFF2-40B4-BE49-F238E27FC236}">
                  <a16:creationId xmlns:a16="http://schemas.microsoft.com/office/drawing/2014/main" id="{D87218CB-9D47-424D-977F-93F43937F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859"/>
              <a:ext cx="112" cy="32"/>
            </a:xfrm>
            <a:custGeom>
              <a:avLst/>
              <a:gdLst>
                <a:gd name="T0" fmla="*/ 390 w 60"/>
                <a:gd name="T1" fmla="*/ 8 h 17"/>
                <a:gd name="T2" fmla="*/ 0 w 60"/>
                <a:gd name="T3" fmla="*/ 60 h 17"/>
                <a:gd name="T4" fmla="*/ 314 w 60"/>
                <a:gd name="T5" fmla="*/ 8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7">
                  <a:moveTo>
                    <a:pt x="60" y="1"/>
                  </a:moveTo>
                  <a:cubicBezTo>
                    <a:pt x="40" y="0"/>
                    <a:pt x="19" y="6"/>
                    <a:pt x="0" y="9"/>
                  </a:cubicBezTo>
                  <a:cubicBezTo>
                    <a:pt x="13" y="13"/>
                    <a:pt x="35" y="17"/>
                    <a:pt x="48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26" name="Freeform 1505">
              <a:extLst>
                <a:ext uri="{FF2B5EF4-FFF2-40B4-BE49-F238E27FC236}">
                  <a16:creationId xmlns:a16="http://schemas.microsoft.com/office/drawing/2014/main" id="{7E41CE50-967E-4103-B5CB-D83EC6069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885"/>
              <a:ext cx="73" cy="19"/>
            </a:xfrm>
            <a:custGeom>
              <a:avLst/>
              <a:gdLst>
                <a:gd name="T0" fmla="*/ 256 w 39"/>
                <a:gd name="T1" fmla="*/ 61 h 10"/>
                <a:gd name="T2" fmla="*/ 0 w 39"/>
                <a:gd name="T3" fmla="*/ 68 h 10"/>
                <a:gd name="T4" fmla="*/ 178 w 3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0">
                  <a:moveTo>
                    <a:pt x="39" y="9"/>
                  </a:moveTo>
                  <a:cubicBezTo>
                    <a:pt x="26" y="10"/>
                    <a:pt x="13" y="9"/>
                    <a:pt x="0" y="10"/>
                  </a:cubicBezTo>
                  <a:cubicBezTo>
                    <a:pt x="7" y="7"/>
                    <a:pt x="22" y="1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27" name="Freeform 1506">
              <a:extLst>
                <a:ext uri="{FF2B5EF4-FFF2-40B4-BE49-F238E27FC236}">
                  <a16:creationId xmlns:a16="http://schemas.microsoft.com/office/drawing/2014/main" id="{F0135556-FCFA-4EC6-9534-66882D25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670"/>
              <a:ext cx="80" cy="118"/>
            </a:xfrm>
            <a:custGeom>
              <a:avLst/>
              <a:gdLst>
                <a:gd name="T0" fmla="*/ 0 w 43"/>
                <a:gd name="T1" fmla="*/ 0 h 63"/>
                <a:gd name="T2" fmla="*/ 225 w 43"/>
                <a:gd name="T3" fmla="*/ 41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3">
                  <a:moveTo>
                    <a:pt x="0" y="0"/>
                  </a:moveTo>
                  <a:cubicBezTo>
                    <a:pt x="19" y="18"/>
                    <a:pt x="43" y="40"/>
                    <a:pt x="35" y="6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28" name="Freeform 1507">
              <a:extLst>
                <a:ext uri="{FF2B5EF4-FFF2-40B4-BE49-F238E27FC236}">
                  <a16:creationId xmlns:a16="http://schemas.microsoft.com/office/drawing/2014/main" id="{43BF2DF7-E379-461B-BADF-B979FA2A5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754"/>
              <a:ext cx="50" cy="90"/>
            </a:xfrm>
            <a:custGeom>
              <a:avLst/>
              <a:gdLst>
                <a:gd name="T0" fmla="*/ 0 w 27"/>
                <a:gd name="T1" fmla="*/ 0 h 48"/>
                <a:gd name="T2" fmla="*/ 133 w 27"/>
                <a:gd name="T3" fmla="*/ 158 h 48"/>
                <a:gd name="T4" fmla="*/ 172 w 27"/>
                <a:gd name="T5" fmla="*/ 31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8">
                  <a:moveTo>
                    <a:pt x="0" y="0"/>
                  </a:moveTo>
                  <a:cubicBezTo>
                    <a:pt x="8" y="6"/>
                    <a:pt x="16" y="17"/>
                    <a:pt x="21" y="24"/>
                  </a:cubicBezTo>
                  <a:cubicBezTo>
                    <a:pt x="25" y="32"/>
                    <a:pt x="23" y="42"/>
                    <a:pt x="27" y="4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29" name="Freeform 1508">
              <a:extLst>
                <a:ext uri="{FF2B5EF4-FFF2-40B4-BE49-F238E27FC236}">
                  <a16:creationId xmlns:a16="http://schemas.microsoft.com/office/drawing/2014/main" id="{26BC59D9-B6A8-4974-82B2-863532AD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816"/>
              <a:ext cx="90" cy="76"/>
            </a:xfrm>
            <a:custGeom>
              <a:avLst/>
              <a:gdLst>
                <a:gd name="T0" fmla="*/ 8 w 48"/>
                <a:gd name="T1" fmla="*/ 0 h 41"/>
                <a:gd name="T2" fmla="*/ 317 w 48"/>
                <a:gd name="T3" fmla="*/ 261 h 41"/>
                <a:gd name="T4" fmla="*/ 0 w 48"/>
                <a:gd name="T5" fmla="*/ 9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1">
                  <a:moveTo>
                    <a:pt x="1" y="0"/>
                  </a:moveTo>
                  <a:cubicBezTo>
                    <a:pt x="19" y="11"/>
                    <a:pt x="36" y="26"/>
                    <a:pt x="48" y="41"/>
                  </a:cubicBezTo>
                  <a:cubicBezTo>
                    <a:pt x="26" y="39"/>
                    <a:pt x="14" y="25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30" name="Freeform 1509">
              <a:extLst>
                <a:ext uri="{FF2B5EF4-FFF2-40B4-BE49-F238E27FC236}">
                  <a16:creationId xmlns:a16="http://schemas.microsoft.com/office/drawing/2014/main" id="{36CB89A9-1AB1-4A62-A2EE-AC12A4BE6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672"/>
              <a:ext cx="116" cy="172"/>
            </a:xfrm>
            <a:custGeom>
              <a:avLst/>
              <a:gdLst>
                <a:gd name="T0" fmla="*/ 0 w 62"/>
                <a:gd name="T1" fmla="*/ 0 h 92"/>
                <a:gd name="T2" fmla="*/ 120 w 62"/>
                <a:gd name="T3" fmla="*/ 228 h 92"/>
                <a:gd name="T4" fmla="*/ 217 w 62"/>
                <a:gd name="T5" fmla="*/ 398 h 92"/>
                <a:gd name="T6" fmla="*/ 234 w 62"/>
                <a:gd name="T7" fmla="*/ 391 h 92"/>
                <a:gd name="T8" fmla="*/ 241 w 62"/>
                <a:gd name="T9" fmla="*/ 419 h 92"/>
                <a:gd name="T10" fmla="*/ 301 w 62"/>
                <a:gd name="T11" fmla="*/ 490 h 92"/>
                <a:gd name="T12" fmla="*/ 406 w 62"/>
                <a:gd name="T13" fmla="*/ 602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92">
                  <a:moveTo>
                    <a:pt x="0" y="0"/>
                  </a:moveTo>
                  <a:cubicBezTo>
                    <a:pt x="5" y="12"/>
                    <a:pt x="12" y="24"/>
                    <a:pt x="18" y="35"/>
                  </a:cubicBezTo>
                  <a:cubicBezTo>
                    <a:pt x="21" y="44"/>
                    <a:pt x="29" y="50"/>
                    <a:pt x="33" y="61"/>
                  </a:cubicBezTo>
                  <a:cubicBezTo>
                    <a:pt x="34" y="61"/>
                    <a:pt x="35" y="60"/>
                    <a:pt x="36" y="60"/>
                  </a:cubicBezTo>
                  <a:cubicBezTo>
                    <a:pt x="39" y="62"/>
                    <a:pt x="36" y="62"/>
                    <a:pt x="37" y="64"/>
                  </a:cubicBezTo>
                  <a:cubicBezTo>
                    <a:pt x="39" y="69"/>
                    <a:pt x="42" y="72"/>
                    <a:pt x="46" y="75"/>
                  </a:cubicBezTo>
                  <a:cubicBezTo>
                    <a:pt x="50" y="80"/>
                    <a:pt x="60" y="86"/>
                    <a:pt x="62" y="9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31" name="Freeform 1510">
              <a:extLst>
                <a:ext uri="{FF2B5EF4-FFF2-40B4-BE49-F238E27FC236}">
                  <a16:creationId xmlns:a16="http://schemas.microsoft.com/office/drawing/2014/main" id="{B0178F03-CCB0-4A75-B6E8-6E862C1C8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692"/>
              <a:ext cx="63" cy="79"/>
            </a:xfrm>
            <a:custGeom>
              <a:avLst/>
              <a:gdLst>
                <a:gd name="T0" fmla="*/ 0 w 34"/>
                <a:gd name="T1" fmla="*/ 0 h 42"/>
                <a:gd name="T2" fmla="*/ 196 w 34"/>
                <a:gd name="T3" fmla="*/ 28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2">
                  <a:moveTo>
                    <a:pt x="0" y="0"/>
                  </a:moveTo>
                  <a:cubicBezTo>
                    <a:pt x="18" y="6"/>
                    <a:pt x="34" y="28"/>
                    <a:pt x="31" y="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32" name="Freeform 1511">
              <a:extLst>
                <a:ext uri="{FF2B5EF4-FFF2-40B4-BE49-F238E27FC236}">
                  <a16:creationId xmlns:a16="http://schemas.microsoft.com/office/drawing/2014/main" id="{C8FB38C2-6D6B-4A85-BBB9-A87F561B3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743"/>
              <a:ext cx="57" cy="88"/>
            </a:xfrm>
            <a:custGeom>
              <a:avLst/>
              <a:gdLst>
                <a:gd name="T0" fmla="*/ 0 w 31"/>
                <a:gd name="T1" fmla="*/ 0 h 47"/>
                <a:gd name="T2" fmla="*/ 156 w 31"/>
                <a:gd name="T3" fmla="*/ 197 h 47"/>
                <a:gd name="T4" fmla="*/ 193 w 31"/>
                <a:gd name="T5" fmla="*/ 30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7">
                  <a:moveTo>
                    <a:pt x="0" y="0"/>
                  </a:moveTo>
                  <a:cubicBezTo>
                    <a:pt x="11" y="9"/>
                    <a:pt x="20" y="19"/>
                    <a:pt x="25" y="30"/>
                  </a:cubicBezTo>
                  <a:cubicBezTo>
                    <a:pt x="27" y="36"/>
                    <a:pt x="29" y="42"/>
                    <a:pt x="31" y="4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33" name="Freeform 1512">
              <a:extLst>
                <a:ext uri="{FF2B5EF4-FFF2-40B4-BE49-F238E27FC236}">
                  <a16:creationId xmlns:a16="http://schemas.microsoft.com/office/drawing/2014/main" id="{89E72E8F-73A5-4E34-9A87-CFBDD8EA9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3881"/>
              <a:ext cx="129" cy="58"/>
            </a:xfrm>
            <a:custGeom>
              <a:avLst/>
              <a:gdLst>
                <a:gd name="T0" fmla="*/ 0 w 69"/>
                <a:gd name="T1" fmla="*/ 0 h 31"/>
                <a:gd name="T2" fmla="*/ 451 w 69"/>
                <a:gd name="T3" fmla="*/ 204 h 31"/>
                <a:gd name="T4" fmla="*/ 269 w 69"/>
                <a:gd name="T5" fmla="*/ 97 h 31"/>
                <a:gd name="T6" fmla="*/ 125 w 69"/>
                <a:gd name="T7" fmla="*/ 3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31">
                  <a:moveTo>
                    <a:pt x="0" y="0"/>
                  </a:moveTo>
                  <a:cubicBezTo>
                    <a:pt x="17" y="18"/>
                    <a:pt x="41" y="25"/>
                    <a:pt x="69" y="31"/>
                  </a:cubicBezTo>
                  <a:cubicBezTo>
                    <a:pt x="60" y="25"/>
                    <a:pt x="50" y="20"/>
                    <a:pt x="41" y="15"/>
                  </a:cubicBezTo>
                  <a:cubicBezTo>
                    <a:pt x="34" y="12"/>
                    <a:pt x="26" y="8"/>
                    <a:pt x="19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34" name="Freeform 1513">
              <a:extLst>
                <a:ext uri="{FF2B5EF4-FFF2-40B4-BE49-F238E27FC236}">
                  <a16:creationId xmlns:a16="http://schemas.microsoft.com/office/drawing/2014/main" id="{BE2CF196-99D3-44D7-B0D7-C3CB53BBB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853"/>
              <a:ext cx="93" cy="66"/>
            </a:xfrm>
            <a:custGeom>
              <a:avLst/>
              <a:gdLst>
                <a:gd name="T0" fmla="*/ 0 w 50"/>
                <a:gd name="T1" fmla="*/ 0 h 35"/>
                <a:gd name="T2" fmla="*/ 322 w 50"/>
                <a:gd name="T3" fmla="*/ 23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5">
                  <a:moveTo>
                    <a:pt x="0" y="0"/>
                  </a:moveTo>
                  <a:cubicBezTo>
                    <a:pt x="23" y="7"/>
                    <a:pt x="36" y="22"/>
                    <a:pt x="50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35" name="Freeform 1514">
              <a:extLst>
                <a:ext uri="{FF2B5EF4-FFF2-40B4-BE49-F238E27FC236}">
                  <a16:creationId xmlns:a16="http://schemas.microsoft.com/office/drawing/2014/main" id="{A1DD9700-722E-4C7E-9F02-F1B4212E4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3780"/>
              <a:ext cx="75" cy="83"/>
            </a:xfrm>
            <a:custGeom>
              <a:avLst/>
              <a:gdLst>
                <a:gd name="T0" fmla="*/ 0 w 40"/>
                <a:gd name="T1" fmla="*/ 0 h 44"/>
                <a:gd name="T2" fmla="*/ 180 w 40"/>
                <a:gd name="T3" fmla="*/ 149 h 44"/>
                <a:gd name="T4" fmla="*/ 264 w 40"/>
                <a:gd name="T5" fmla="*/ 29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4">
                  <a:moveTo>
                    <a:pt x="0" y="0"/>
                  </a:moveTo>
                  <a:cubicBezTo>
                    <a:pt x="8" y="7"/>
                    <a:pt x="19" y="14"/>
                    <a:pt x="27" y="22"/>
                  </a:cubicBezTo>
                  <a:cubicBezTo>
                    <a:pt x="33" y="27"/>
                    <a:pt x="36" y="40"/>
                    <a:pt x="40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36" name="Freeform 1515">
              <a:extLst>
                <a:ext uri="{FF2B5EF4-FFF2-40B4-BE49-F238E27FC236}">
                  <a16:creationId xmlns:a16="http://schemas.microsoft.com/office/drawing/2014/main" id="{39DC5861-6FE0-4DF2-9E03-D4A26979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883"/>
              <a:ext cx="94" cy="54"/>
            </a:xfrm>
            <a:custGeom>
              <a:avLst/>
              <a:gdLst>
                <a:gd name="T0" fmla="*/ 0 w 50"/>
                <a:gd name="T1" fmla="*/ 7 h 29"/>
                <a:gd name="T2" fmla="*/ 250 w 50"/>
                <a:gd name="T3" fmla="*/ 117 h 29"/>
                <a:gd name="T4" fmla="*/ 333 w 50"/>
                <a:gd name="T5" fmla="*/ 18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1"/>
                  </a:moveTo>
                  <a:cubicBezTo>
                    <a:pt x="11" y="0"/>
                    <a:pt x="30" y="12"/>
                    <a:pt x="38" y="18"/>
                  </a:cubicBezTo>
                  <a:cubicBezTo>
                    <a:pt x="42" y="21"/>
                    <a:pt x="46" y="26"/>
                    <a:pt x="50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37" name="Freeform 1516">
              <a:extLst>
                <a:ext uri="{FF2B5EF4-FFF2-40B4-BE49-F238E27FC236}">
                  <a16:creationId xmlns:a16="http://schemas.microsoft.com/office/drawing/2014/main" id="{8C2FDAF4-CB89-491F-BBC0-0AE8CC0B4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831"/>
              <a:ext cx="65" cy="58"/>
            </a:xfrm>
            <a:custGeom>
              <a:avLst/>
              <a:gdLst>
                <a:gd name="T0" fmla="*/ 0 w 35"/>
                <a:gd name="T1" fmla="*/ 0 h 31"/>
                <a:gd name="T2" fmla="*/ 225 w 35"/>
                <a:gd name="T3" fmla="*/ 20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0"/>
                  </a:moveTo>
                  <a:cubicBezTo>
                    <a:pt x="20" y="6"/>
                    <a:pt x="25" y="19"/>
                    <a:pt x="35" y="3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38" name="Freeform 1517">
              <a:extLst>
                <a:ext uri="{FF2B5EF4-FFF2-40B4-BE49-F238E27FC236}">
                  <a16:creationId xmlns:a16="http://schemas.microsoft.com/office/drawing/2014/main" id="{93FC4620-3F52-41DB-80FE-519E2ACC5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614"/>
              <a:ext cx="58" cy="80"/>
            </a:xfrm>
            <a:custGeom>
              <a:avLst/>
              <a:gdLst>
                <a:gd name="T0" fmla="*/ 73 w 31"/>
                <a:gd name="T1" fmla="*/ 193 h 43"/>
                <a:gd name="T2" fmla="*/ 21 w 31"/>
                <a:gd name="T3" fmla="*/ 0 h 43"/>
                <a:gd name="T4" fmla="*/ 129 w 31"/>
                <a:gd name="T5" fmla="*/ 141 h 43"/>
                <a:gd name="T6" fmla="*/ 178 w 31"/>
                <a:gd name="T7" fmla="*/ 277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3">
                  <a:moveTo>
                    <a:pt x="11" y="30"/>
                  </a:moveTo>
                  <a:cubicBezTo>
                    <a:pt x="4" y="23"/>
                    <a:pt x="0" y="10"/>
                    <a:pt x="3" y="0"/>
                  </a:cubicBezTo>
                  <a:cubicBezTo>
                    <a:pt x="2" y="8"/>
                    <a:pt x="15" y="16"/>
                    <a:pt x="20" y="22"/>
                  </a:cubicBezTo>
                  <a:cubicBezTo>
                    <a:pt x="23" y="26"/>
                    <a:pt x="31" y="38"/>
                    <a:pt x="27" y="4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39" name="Freeform 1518">
              <a:extLst>
                <a:ext uri="{FF2B5EF4-FFF2-40B4-BE49-F238E27FC236}">
                  <a16:creationId xmlns:a16="http://schemas.microsoft.com/office/drawing/2014/main" id="{6ACB1193-E633-461C-9484-72B61889C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541"/>
              <a:ext cx="50" cy="97"/>
            </a:xfrm>
            <a:custGeom>
              <a:avLst/>
              <a:gdLst>
                <a:gd name="T0" fmla="*/ 106 w 27"/>
                <a:gd name="T1" fmla="*/ 272 h 52"/>
                <a:gd name="T2" fmla="*/ 65 w 27"/>
                <a:gd name="T3" fmla="*/ 0 h 52"/>
                <a:gd name="T4" fmla="*/ 96 w 27"/>
                <a:gd name="T5" fmla="*/ 76 h 52"/>
                <a:gd name="T6" fmla="*/ 165 w 27"/>
                <a:gd name="T7" fmla="*/ 209 h 52"/>
                <a:gd name="T8" fmla="*/ 157 w 27"/>
                <a:gd name="T9" fmla="*/ 33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2">
                  <a:moveTo>
                    <a:pt x="17" y="42"/>
                  </a:moveTo>
                  <a:cubicBezTo>
                    <a:pt x="12" y="30"/>
                    <a:pt x="0" y="12"/>
                    <a:pt x="10" y="0"/>
                  </a:cubicBezTo>
                  <a:cubicBezTo>
                    <a:pt x="8" y="4"/>
                    <a:pt x="12" y="9"/>
                    <a:pt x="15" y="12"/>
                  </a:cubicBezTo>
                  <a:cubicBezTo>
                    <a:pt x="20" y="19"/>
                    <a:pt x="24" y="24"/>
                    <a:pt x="26" y="32"/>
                  </a:cubicBezTo>
                  <a:cubicBezTo>
                    <a:pt x="27" y="39"/>
                    <a:pt x="27" y="46"/>
                    <a:pt x="25" y="5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40" name="Freeform 1519">
              <a:extLst>
                <a:ext uri="{FF2B5EF4-FFF2-40B4-BE49-F238E27FC236}">
                  <a16:creationId xmlns:a16="http://schemas.microsoft.com/office/drawing/2014/main" id="{CFEE9619-9896-4552-90D6-2309291F2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524"/>
              <a:ext cx="19" cy="41"/>
            </a:xfrm>
            <a:custGeom>
              <a:avLst/>
              <a:gdLst>
                <a:gd name="T0" fmla="*/ 15 w 10"/>
                <a:gd name="T1" fmla="*/ 142 h 22"/>
                <a:gd name="T2" fmla="*/ 68 w 1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2" y="22"/>
                  </a:moveTo>
                  <a:cubicBezTo>
                    <a:pt x="0" y="16"/>
                    <a:pt x="7" y="6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41" name="Freeform 1520">
              <a:extLst>
                <a:ext uri="{FF2B5EF4-FFF2-40B4-BE49-F238E27FC236}">
                  <a16:creationId xmlns:a16="http://schemas.microsoft.com/office/drawing/2014/main" id="{F412E9CD-3AC2-4DC2-81A7-0BACCAAA9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524"/>
              <a:ext cx="15" cy="77"/>
            </a:xfrm>
            <a:custGeom>
              <a:avLst/>
              <a:gdLst>
                <a:gd name="T0" fmla="*/ 0 w 8"/>
                <a:gd name="T1" fmla="*/ 0 h 41"/>
                <a:gd name="T2" fmla="*/ 0 w 8"/>
                <a:gd name="T3" fmla="*/ 27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0" y="0"/>
                  </a:moveTo>
                  <a:cubicBezTo>
                    <a:pt x="8" y="13"/>
                    <a:pt x="5" y="28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42" name="Freeform 1521">
              <a:extLst>
                <a:ext uri="{FF2B5EF4-FFF2-40B4-BE49-F238E27FC236}">
                  <a16:creationId xmlns:a16="http://schemas.microsoft.com/office/drawing/2014/main" id="{EE23EE80-8648-4D7B-98C0-65740E729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597"/>
              <a:ext cx="38" cy="69"/>
            </a:xfrm>
            <a:custGeom>
              <a:avLst/>
              <a:gdLst>
                <a:gd name="T0" fmla="*/ 0 w 20"/>
                <a:gd name="T1" fmla="*/ 0 h 37"/>
                <a:gd name="T2" fmla="*/ 84 w 20"/>
                <a:gd name="T3" fmla="*/ 24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7">
                  <a:moveTo>
                    <a:pt x="0" y="0"/>
                  </a:moveTo>
                  <a:cubicBezTo>
                    <a:pt x="6" y="11"/>
                    <a:pt x="20" y="25"/>
                    <a:pt x="12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43" name="Freeform 1522">
              <a:extLst>
                <a:ext uri="{FF2B5EF4-FFF2-40B4-BE49-F238E27FC236}">
                  <a16:creationId xmlns:a16="http://schemas.microsoft.com/office/drawing/2014/main" id="{351C41C1-CBDE-4534-8C07-9D2141FFA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636"/>
              <a:ext cx="26" cy="69"/>
            </a:xfrm>
            <a:custGeom>
              <a:avLst/>
              <a:gdLst>
                <a:gd name="T0" fmla="*/ 0 w 14"/>
                <a:gd name="T1" fmla="*/ 0 h 37"/>
                <a:gd name="T2" fmla="*/ 89 w 14"/>
                <a:gd name="T3" fmla="*/ 24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12" y="11"/>
                    <a:pt x="14" y="26"/>
                    <a:pt x="14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44" name="Freeform 1523">
              <a:extLst>
                <a:ext uri="{FF2B5EF4-FFF2-40B4-BE49-F238E27FC236}">
                  <a16:creationId xmlns:a16="http://schemas.microsoft.com/office/drawing/2014/main" id="{83A53FF3-E1A1-4344-ABCD-10C3621B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660"/>
              <a:ext cx="41" cy="88"/>
            </a:xfrm>
            <a:custGeom>
              <a:avLst/>
              <a:gdLst>
                <a:gd name="T0" fmla="*/ 0 w 22"/>
                <a:gd name="T1" fmla="*/ 0 h 47"/>
                <a:gd name="T2" fmla="*/ 104 w 22"/>
                <a:gd name="T3" fmla="*/ 105 h 47"/>
                <a:gd name="T4" fmla="*/ 142 w 22"/>
                <a:gd name="T5" fmla="*/ 225 h 47"/>
                <a:gd name="T6" fmla="*/ 129 w 22"/>
                <a:gd name="T7" fmla="*/ 30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7">
                  <a:moveTo>
                    <a:pt x="0" y="0"/>
                  </a:moveTo>
                  <a:cubicBezTo>
                    <a:pt x="4" y="6"/>
                    <a:pt x="12" y="10"/>
                    <a:pt x="16" y="16"/>
                  </a:cubicBezTo>
                  <a:cubicBezTo>
                    <a:pt x="20" y="21"/>
                    <a:pt x="22" y="28"/>
                    <a:pt x="22" y="34"/>
                  </a:cubicBezTo>
                  <a:cubicBezTo>
                    <a:pt x="22" y="38"/>
                    <a:pt x="22" y="43"/>
                    <a:pt x="20" y="4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45" name="Freeform 1524">
              <a:extLst>
                <a:ext uri="{FF2B5EF4-FFF2-40B4-BE49-F238E27FC236}">
                  <a16:creationId xmlns:a16="http://schemas.microsoft.com/office/drawing/2014/main" id="{B959087D-221C-4858-BBD3-0BB0AB9E8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3848"/>
              <a:ext cx="86" cy="56"/>
            </a:xfrm>
            <a:custGeom>
              <a:avLst/>
              <a:gdLst>
                <a:gd name="T0" fmla="*/ 0 w 46"/>
                <a:gd name="T1" fmla="*/ 0 h 30"/>
                <a:gd name="T2" fmla="*/ 105 w 46"/>
                <a:gd name="T3" fmla="*/ 39 h 30"/>
                <a:gd name="T4" fmla="*/ 234 w 46"/>
                <a:gd name="T5" fmla="*/ 84 h 30"/>
                <a:gd name="T6" fmla="*/ 301 w 46"/>
                <a:gd name="T7" fmla="*/ 19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0">
                  <a:moveTo>
                    <a:pt x="0" y="0"/>
                  </a:moveTo>
                  <a:cubicBezTo>
                    <a:pt x="5" y="2"/>
                    <a:pt x="10" y="4"/>
                    <a:pt x="16" y="6"/>
                  </a:cubicBezTo>
                  <a:cubicBezTo>
                    <a:pt x="23" y="8"/>
                    <a:pt x="30" y="8"/>
                    <a:pt x="36" y="13"/>
                  </a:cubicBezTo>
                  <a:cubicBezTo>
                    <a:pt x="40" y="17"/>
                    <a:pt x="42" y="27"/>
                    <a:pt x="46" y="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46" name="Freeform 1525">
              <a:extLst>
                <a:ext uri="{FF2B5EF4-FFF2-40B4-BE49-F238E27FC236}">
                  <a16:creationId xmlns:a16="http://schemas.microsoft.com/office/drawing/2014/main" id="{E12B9261-625A-4EBB-8E31-3D4363C43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3713"/>
              <a:ext cx="36" cy="67"/>
            </a:xfrm>
            <a:custGeom>
              <a:avLst/>
              <a:gdLst>
                <a:gd name="T0" fmla="*/ 0 w 19"/>
                <a:gd name="T1" fmla="*/ 0 h 36"/>
                <a:gd name="T2" fmla="*/ 100 w 19"/>
                <a:gd name="T3" fmla="*/ 141 h 36"/>
                <a:gd name="T4" fmla="*/ 129 w 19"/>
                <a:gd name="T5" fmla="*/ 23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0"/>
                  </a:moveTo>
                  <a:cubicBezTo>
                    <a:pt x="6" y="8"/>
                    <a:pt x="13" y="13"/>
                    <a:pt x="15" y="22"/>
                  </a:cubicBezTo>
                  <a:cubicBezTo>
                    <a:pt x="16" y="26"/>
                    <a:pt x="18" y="33"/>
                    <a:pt x="19" y="3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47" name="Freeform 1526">
              <a:extLst>
                <a:ext uri="{FF2B5EF4-FFF2-40B4-BE49-F238E27FC236}">
                  <a16:creationId xmlns:a16="http://schemas.microsoft.com/office/drawing/2014/main" id="{A70A74E4-9880-40B1-BC62-C1287902B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3748"/>
              <a:ext cx="56" cy="75"/>
            </a:xfrm>
            <a:custGeom>
              <a:avLst/>
              <a:gdLst>
                <a:gd name="T0" fmla="*/ 0 w 30"/>
                <a:gd name="T1" fmla="*/ 0 h 40"/>
                <a:gd name="T2" fmla="*/ 196 w 30"/>
                <a:gd name="T3" fmla="*/ 26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0">
                  <a:moveTo>
                    <a:pt x="0" y="0"/>
                  </a:moveTo>
                  <a:cubicBezTo>
                    <a:pt x="18" y="11"/>
                    <a:pt x="27" y="24"/>
                    <a:pt x="30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48" name="Freeform 1527">
              <a:extLst>
                <a:ext uri="{FF2B5EF4-FFF2-40B4-BE49-F238E27FC236}">
                  <a16:creationId xmlns:a16="http://schemas.microsoft.com/office/drawing/2014/main" id="{845604C2-08A3-4C49-A463-745492F07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3782"/>
              <a:ext cx="62" cy="71"/>
            </a:xfrm>
            <a:custGeom>
              <a:avLst/>
              <a:gdLst>
                <a:gd name="T0" fmla="*/ 0 w 33"/>
                <a:gd name="T1" fmla="*/ 0 h 38"/>
                <a:gd name="T2" fmla="*/ 190 w 33"/>
                <a:gd name="T3" fmla="*/ 172 h 38"/>
                <a:gd name="T4" fmla="*/ 218 w 33"/>
                <a:gd name="T5" fmla="*/ 24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8">
                  <a:moveTo>
                    <a:pt x="0" y="0"/>
                  </a:moveTo>
                  <a:cubicBezTo>
                    <a:pt x="10" y="7"/>
                    <a:pt x="24" y="16"/>
                    <a:pt x="29" y="26"/>
                  </a:cubicBezTo>
                  <a:cubicBezTo>
                    <a:pt x="30" y="29"/>
                    <a:pt x="30" y="34"/>
                    <a:pt x="33" y="3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49" name="Freeform 1528">
              <a:extLst>
                <a:ext uri="{FF2B5EF4-FFF2-40B4-BE49-F238E27FC236}">
                  <a16:creationId xmlns:a16="http://schemas.microsoft.com/office/drawing/2014/main" id="{15E19272-B3EB-472D-AF89-80DDF118E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3819"/>
              <a:ext cx="75" cy="51"/>
            </a:xfrm>
            <a:custGeom>
              <a:avLst/>
              <a:gdLst>
                <a:gd name="T0" fmla="*/ 0 w 40"/>
                <a:gd name="T1" fmla="*/ 0 h 27"/>
                <a:gd name="T2" fmla="*/ 264 w 40"/>
                <a:gd name="T3" fmla="*/ 1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7">
                  <a:moveTo>
                    <a:pt x="0" y="0"/>
                  </a:moveTo>
                  <a:cubicBezTo>
                    <a:pt x="15" y="7"/>
                    <a:pt x="31" y="15"/>
                    <a:pt x="40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50" name="Freeform 1529">
              <a:extLst>
                <a:ext uri="{FF2B5EF4-FFF2-40B4-BE49-F238E27FC236}">
                  <a16:creationId xmlns:a16="http://schemas.microsoft.com/office/drawing/2014/main" id="{6E015959-03B7-497F-B4B8-2B089AA17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833"/>
              <a:ext cx="80" cy="48"/>
            </a:xfrm>
            <a:custGeom>
              <a:avLst/>
              <a:gdLst>
                <a:gd name="T0" fmla="*/ 0 w 43"/>
                <a:gd name="T1" fmla="*/ 0 h 26"/>
                <a:gd name="T2" fmla="*/ 97 w 43"/>
                <a:gd name="T3" fmla="*/ 24 h 26"/>
                <a:gd name="T4" fmla="*/ 186 w 43"/>
                <a:gd name="T5" fmla="*/ 61 h 26"/>
                <a:gd name="T6" fmla="*/ 277 w 43"/>
                <a:gd name="T7" fmla="*/ 16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6">
                  <a:moveTo>
                    <a:pt x="0" y="0"/>
                  </a:moveTo>
                  <a:cubicBezTo>
                    <a:pt x="5" y="2"/>
                    <a:pt x="10" y="2"/>
                    <a:pt x="15" y="4"/>
                  </a:cubicBezTo>
                  <a:cubicBezTo>
                    <a:pt x="20" y="5"/>
                    <a:pt x="25" y="8"/>
                    <a:pt x="29" y="10"/>
                  </a:cubicBezTo>
                  <a:cubicBezTo>
                    <a:pt x="38" y="14"/>
                    <a:pt x="40" y="19"/>
                    <a:pt x="43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51" name="Freeform 1530">
              <a:extLst>
                <a:ext uri="{FF2B5EF4-FFF2-40B4-BE49-F238E27FC236}">
                  <a16:creationId xmlns:a16="http://schemas.microsoft.com/office/drawing/2014/main" id="{BFE36CDC-943F-49B0-A87A-BD0845983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748"/>
              <a:ext cx="78" cy="58"/>
            </a:xfrm>
            <a:custGeom>
              <a:avLst/>
              <a:gdLst>
                <a:gd name="T0" fmla="*/ 0 w 42"/>
                <a:gd name="T1" fmla="*/ 0 h 31"/>
                <a:gd name="T2" fmla="*/ 269 w 42"/>
                <a:gd name="T3" fmla="*/ 20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1">
                  <a:moveTo>
                    <a:pt x="0" y="0"/>
                  </a:moveTo>
                  <a:cubicBezTo>
                    <a:pt x="27" y="0"/>
                    <a:pt x="35" y="16"/>
                    <a:pt x="42" y="3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52" name="Freeform 1531">
              <a:extLst>
                <a:ext uri="{FF2B5EF4-FFF2-40B4-BE49-F238E27FC236}">
                  <a16:creationId xmlns:a16="http://schemas.microsoft.com/office/drawing/2014/main" id="{FFAA0DCE-83B7-45CD-9046-EFA77DE3F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3799"/>
              <a:ext cx="69" cy="37"/>
            </a:xfrm>
            <a:custGeom>
              <a:avLst/>
              <a:gdLst>
                <a:gd name="T0" fmla="*/ 0 w 37"/>
                <a:gd name="T1" fmla="*/ 24 h 20"/>
                <a:gd name="T2" fmla="*/ 241 w 37"/>
                <a:gd name="T3" fmla="*/ 1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0" y="4"/>
                  </a:moveTo>
                  <a:cubicBezTo>
                    <a:pt x="6" y="0"/>
                    <a:pt x="37" y="15"/>
                    <a:pt x="37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53" name="Freeform 1532">
              <a:extLst>
                <a:ext uri="{FF2B5EF4-FFF2-40B4-BE49-F238E27FC236}">
                  <a16:creationId xmlns:a16="http://schemas.microsoft.com/office/drawing/2014/main" id="{A438CC83-4BB6-4981-8F13-165BF792D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550"/>
              <a:ext cx="30" cy="77"/>
            </a:xfrm>
            <a:custGeom>
              <a:avLst/>
              <a:gdLst>
                <a:gd name="T0" fmla="*/ 0 w 16"/>
                <a:gd name="T1" fmla="*/ 0 h 41"/>
                <a:gd name="T2" fmla="*/ 39 w 16"/>
                <a:gd name="T3" fmla="*/ 27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1">
                  <a:moveTo>
                    <a:pt x="0" y="0"/>
                  </a:moveTo>
                  <a:cubicBezTo>
                    <a:pt x="8" y="9"/>
                    <a:pt x="16" y="32"/>
                    <a:pt x="6" y="4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54" name="Freeform 1533">
              <a:extLst>
                <a:ext uri="{FF2B5EF4-FFF2-40B4-BE49-F238E27FC236}">
                  <a16:creationId xmlns:a16="http://schemas.microsoft.com/office/drawing/2014/main" id="{F879318B-BA20-4B24-BB44-CC4331F37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3584"/>
              <a:ext cx="22" cy="78"/>
            </a:xfrm>
            <a:custGeom>
              <a:avLst/>
              <a:gdLst>
                <a:gd name="T0" fmla="*/ 0 w 12"/>
                <a:gd name="T1" fmla="*/ 0 h 42"/>
                <a:gd name="T2" fmla="*/ 73 w 12"/>
                <a:gd name="T3" fmla="*/ 180 h 42"/>
                <a:gd name="T4" fmla="*/ 73 w 12"/>
                <a:gd name="T5" fmla="*/ 26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2">
                  <a:moveTo>
                    <a:pt x="0" y="0"/>
                  </a:moveTo>
                  <a:cubicBezTo>
                    <a:pt x="8" y="8"/>
                    <a:pt x="12" y="19"/>
                    <a:pt x="12" y="28"/>
                  </a:cubicBezTo>
                  <a:cubicBezTo>
                    <a:pt x="12" y="32"/>
                    <a:pt x="9" y="39"/>
                    <a:pt x="12" y="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55" name="Freeform 1534">
              <a:extLst>
                <a:ext uri="{FF2B5EF4-FFF2-40B4-BE49-F238E27FC236}">
                  <a16:creationId xmlns:a16="http://schemas.microsoft.com/office/drawing/2014/main" id="{2D83EFAE-6313-454E-8E56-BBD5F5C4E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623"/>
              <a:ext cx="33" cy="69"/>
            </a:xfrm>
            <a:custGeom>
              <a:avLst/>
              <a:gdLst>
                <a:gd name="T0" fmla="*/ 0 w 18"/>
                <a:gd name="T1" fmla="*/ 0 h 37"/>
                <a:gd name="T2" fmla="*/ 81 w 18"/>
                <a:gd name="T3" fmla="*/ 24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7">
                  <a:moveTo>
                    <a:pt x="0" y="0"/>
                  </a:moveTo>
                  <a:cubicBezTo>
                    <a:pt x="10" y="10"/>
                    <a:pt x="18" y="25"/>
                    <a:pt x="13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56" name="Freeform 1535">
              <a:extLst>
                <a:ext uri="{FF2B5EF4-FFF2-40B4-BE49-F238E27FC236}">
                  <a16:creationId xmlns:a16="http://schemas.microsoft.com/office/drawing/2014/main" id="{3AAFAABA-79AF-4D8E-8198-CE5776F46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655"/>
              <a:ext cx="45" cy="78"/>
            </a:xfrm>
            <a:custGeom>
              <a:avLst/>
              <a:gdLst>
                <a:gd name="T0" fmla="*/ 0 w 24"/>
                <a:gd name="T1" fmla="*/ 0 h 42"/>
                <a:gd name="T2" fmla="*/ 105 w 24"/>
                <a:gd name="T3" fmla="*/ 2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2">
                  <a:moveTo>
                    <a:pt x="0" y="0"/>
                  </a:moveTo>
                  <a:cubicBezTo>
                    <a:pt x="10" y="12"/>
                    <a:pt x="24" y="28"/>
                    <a:pt x="16" y="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57" name="Freeform 1536">
              <a:extLst>
                <a:ext uri="{FF2B5EF4-FFF2-40B4-BE49-F238E27FC236}">
                  <a16:creationId xmlns:a16="http://schemas.microsoft.com/office/drawing/2014/main" id="{8D12F9FA-CF25-41ED-B3C2-B94B03455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687"/>
              <a:ext cx="58" cy="69"/>
            </a:xfrm>
            <a:custGeom>
              <a:avLst/>
              <a:gdLst>
                <a:gd name="T0" fmla="*/ 0 w 31"/>
                <a:gd name="T1" fmla="*/ 0 h 37"/>
                <a:gd name="T2" fmla="*/ 67 w 31"/>
                <a:gd name="T3" fmla="*/ 60 h 37"/>
                <a:gd name="T4" fmla="*/ 144 w 31"/>
                <a:gd name="T5" fmla="*/ 136 h 37"/>
                <a:gd name="T6" fmla="*/ 204 w 31"/>
                <a:gd name="T7" fmla="*/ 24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0" y="0"/>
                  </a:moveTo>
                  <a:cubicBezTo>
                    <a:pt x="2" y="4"/>
                    <a:pt x="7" y="6"/>
                    <a:pt x="10" y="9"/>
                  </a:cubicBezTo>
                  <a:cubicBezTo>
                    <a:pt x="15" y="13"/>
                    <a:pt x="19" y="17"/>
                    <a:pt x="22" y="21"/>
                  </a:cubicBezTo>
                  <a:cubicBezTo>
                    <a:pt x="25" y="26"/>
                    <a:pt x="28" y="31"/>
                    <a:pt x="31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58" name="Freeform 1537">
              <a:extLst>
                <a:ext uri="{FF2B5EF4-FFF2-40B4-BE49-F238E27FC236}">
                  <a16:creationId xmlns:a16="http://schemas.microsoft.com/office/drawing/2014/main" id="{04747A2A-1DF8-4E5E-A77A-3717F7DFD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870"/>
              <a:ext cx="69" cy="19"/>
            </a:xfrm>
            <a:custGeom>
              <a:avLst/>
              <a:gdLst>
                <a:gd name="T0" fmla="*/ 241 w 37"/>
                <a:gd name="T1" fmla="*/ 29 h 10"/>
                <a:gd name="T2" fmla="*/ 0 w 37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37" y="4"/>
                  </a:moveTo>
                  <a:cubicBezTo>
                    <a:pt x="27" y="0"/>
                    <a:pt x="8" y="5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59" name="Freeform 1538">
              <a:extLst>
                <a:ext uri="{FF2B5EF4-FFF2-40B4-BE49-F238E27FC236}">
                  <a16:creationId xmlns:a16="http://schemas.microsoft.com/office/drawing/2014/main" id="{EB70BA89-0AC6-4DE0-8417-3F7BFED5E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887"/>
              <a:ext cx="97" cy="17"/>
            </a:xfrm>
            <a:custGeom>
              <a:avLst/>
              <a:gdLst>
                <a:gd name="T0" fmla="*/ 338 w 52"/>
                <a:gd name="T1" fmla="*/ 60 h 9"/>
                <a:gd name="T2" fmla="*/ 170 w 52"/>
                <a:gd name="T3" fmla="*/ 21 h 9"/>
                <a:gd name="T4" fmla="*/ 0 w 52"/>
                <a:gd name="T5" fmla="*/ 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9">
                  <a:moveTo>
                    <a:pt x="52" y="9"/>
                  </a:moveTo>
                  <a:cubicBezTo>
                    <a:pt x="43" y="6"/>
                    <a:pt x="36" y="4"/>
                    <a:pt x="26" y="3"/>
                  </a:cubicBezTo>
                  <a:cubicBezTo>
                    <a:pt x="19" y="2"/>
                    <a:pt x="6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60" name="Freeform 1539">
              <a:extLst>
                <a:ext uri="{FF2B5EF4-FFF2-40B4-BE49-F238E27FC236}">
                  <a16:creationId xmlns:a16="http://schemas.microsoft.com/office/drawing/2014/main" id="{6EF09504-6E39-4C75-9CE9-1F3442FA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3853"/>
              <a:ext cx="95" cy="47"/>
            </a:xfrm>
            <a:custGeom>
              <a:avLst/>
              <a:gdLst>
                <a:gd name="T0" fmla="*/ 330 w 51"/>
                <a:gd name="T1" fmla="*/ 165 h 25"/>
                <a:gd name="T2" fmla="*/ 0 w 51"/>
                <a:gd name="T3" fmla="*/ 3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5">
                  <a:moveTo>
                    <a:pt x="51" y="25"/>
                  </a:moveTo>
                  <a:cubicBezTo>
                    <a:pt x="47" y="12"/>
                    <a:pt x="16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61" name="Freeform 1540">
              <a:extLst>
                <a:ext uri="{FF2B5EF4-FFF2-40B4-BE49-F238E27FC236}">
                  <a16:creationId xmlns:a16="http://schemas.microsoft.com/office/drawing/2014/main" id="{E2FD93DE-BFD4-47FF-8449-FD843D357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881"/>
              <a:ext cx="178" cy="34"/>
            </a:xfrm>
            <a:custGeom>
              <a:avLst/>
              <a:gdLst>
                <a:gd name="T0" fmla="*/ 626 w 95"/>
                <a:gd name="T1" fmla="*/ 81 h 18"/>
                <a:gd name="T2" fmla="*/ 390 w 95"/>
                <a:gd name="T3" fmla="*/ 100 h 18"/>
                <a:gd name="T4" fmla="*/ 317 w 95"/>
                <a:gd name="T5" fmla="*/ 60 h 18"/>
                <a:gd name="T6" fmla="*/ 0 w 9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18">
                  <a:moveTo>
                    <a:pt x="95" y="12"/>
                  </a:moveTo>
                  <a:cubicBezTo>
                    <a:pt x="85" y="15"/>
                    <a:pt x="70" y="18"/>
                    <a:pt x="59" y="15"/>
                  </a:cubicBezTo>
                  <a:cubicBezTo>
                    <a:pt x="55" y="14"/>
                    <a:pt x="51" y="11"/>
                    <a:pt x="48" y="9"/>
                  </a:cubicBezTo>
                  <a:cubicBezTo>
                    <a:pt x="41" y="15"/>
                    <a:pt x="4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62" name="Freeform 1541">
              <a:extLst>
                <a:ext uri="{FF2B5EF4-FFF2-40B4-BE49-F238E27FC236}">
                  <a16:creationId xmlns:a16="http://schemas.microsoft.com/office/drawing/2014/main" id="{BF958B59-948D-4048-A77D-B9A64F138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3870"/>
              <a:ext cx="43" cy="24"/>
            </a:xfrm>
            <a:custGeom>
              <a:avLst/>
              <a:gdLst>
                <a:gd name="T0" fmla="*/ 136 w 23"/>
                <a:gd name="T1" fmla="*/ 24 h 13"/>
                <a:gd name="T2" fmla="*/ 144 w 23"/>
                <a:gd name="T3" fmla="*/ 81 h 13"/>
                <a:gd name="T4" fmla="*/ 0 w 2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21" y="4"/>
                  </a:moveTo>
                  <a:cubicBezTo>
                    <a:pt x="22" y="7"/>
                    <a:pt x="23" y="10"/>
                    <a:pt x="22" y="13"/>
                  </a:cubicBezTo>
                  <a:cubicBezTo>
                    <a:pt x="14" y="12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63" name="Freeform 1542">
              <a:extLst>
                <a:ext uri="{FF2B5EF4-FFF2-40B4-BE49-F238E27FC236}">
                  <a16:creationId xmlns:a16="http://schemas.microsoft.com/office/drawing/2014/main" id="{C04015E4-FD78-43DA-AED1-ABA4C7611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909"/>
              <a:ext cx="88" cy="45"/>
            </a:xfrm>
            <a:custGeom>
              <a:avLst/>
              <a:gdLst>
                <a:gd name="T0" fmla="*/ 309 w 47"/>
                <a:gd name="T1" fmla="*/ 45 h 24"/>
                <a:gd name="T2" fmla="*/ 0 w 47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4">
                  <a:moveTo>
                    <a:pt x="47" y="7"/>
                  </a:moveTo>
                  <a:cubicBezTo>
                    <a:pt x="31" y="0"/>
                    <a:pt x="9" y="16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64" name="Freeform 1543">
              <a:extLst>
                <a:ext uri="{FF2B5EF4-FFF2-40B4-BE49-F238E27FC236}">
                  <a16:creationId xmlns:a16="http://schemas.microsoft.com/office/drawing/2014/main" id="{FE63DA42-742F-4665-ACC7-68E7EF31E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934"/>
              <a:ext cx="106" cy="33"/>
            </a:xfrm>
            <a:custGeom>
              <a:avLst/>
              <a:gdLst>
                <a:gd name="T0" fmla="*/ 359 w 57"/>
                <a:gd name="T1" fmla="*/ 81 h 18"/>
                <a:gd name="T2" fmla="*/ 0 w 57"/>
                <a:gd name="T3" fmla="*/ 24 h 18"/>
                <a:gd name="T4" fmla="*/ 366 w 57"/>
                <a:gd name="T5" fmla="*/ 7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8">
                  <a:moveTo>
                    <a:pt x="56" y="13"/>
                  </a:moveTo>
                  <a:cubicBezTo>
                    <a:pt x="41" y="18"/>
                    <a:pt x="11" y="13"/>
                    <a:pt x="0" y="4"/>
                  </a:cubicBezTo>
                  <a:cubicBezTo>
                    <a:pt x="14" y="0"/>
                    <a:pt x="53" y="0"/>
                    <a:pt x="57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65" name="Freeform 1544">
              <a:extLst>
                <a:ext uri="{FF2B5EF4-FFF2-40B4-BE49-F238E27FC236}">
                  <a16:creationId xmlns:a16="http://schemas.microsoft.com/office/drawing/2014/main" id="{4594C556-F5BC-4B33-9F40-E0A2ADBAA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904"/>
              <a:ext cx="89" cy="33"/>
            </a:xfrm>
            <a:custGeom>
              <a:avLst/>
              <a:gdLst>
                <a:gd name="T0" fmla="*/ 306 w 48"/>
                <a:gd name="T1" fmla="*/ 112 h 18"/>
                <a:gd name="T2" fmla="*/ 128 w 48"/>
                <a:gd name="T3" fmla="*/ 13 h 18"/>
                <a:gd name="T4" fmla="*/ 0 w 4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48" y="18"/>
                  </a:moveTo>
                  <a:cubicBezTo>
                    <a:pt x="39" y="11"/>
                    <a:pt x="31" y="6"/>
                    <a:pt x="20" y="2"/>
                  </a:cubicBezTo>
                  <a:cubicBezTo>
                    <a:pt x="14" y="0"/>
                    <a:pt x="6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66" name="Freeform 1545">
              <a:extLst>
                <a:ext uri="{FF2B5EF4-FFF2-40B4-BE49-F238E27FC236}">
                  <a16:creationId xmlns:a16="http://schemas.microsoft.com/office/drawing/2014/main" id="{8041208A-4289-42B0-B0D5-491CB196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3926"/>
              <a:ext cx="99" cy="8"/>
            </a:xfrm>
            <a:custGeom>
              <a:avLst/>
              <a:gdLst>
                <a:gd name="T0" fmla="*/ 346 w 53"/>
                <a:gd name="T1" fmla="*/ 16 h 4"/>
                <a:gd name="T2" fmla="*/ 241 w 53"/>
                <a:gd name="T3" fmla="*/ 24 h 4"/>
                <a:gd name="T4" fmla="*/ 105 w 53"/>
                <a:gd name="T5" fmla="*/ 8 h 4"/>
                <a:gd name="T6" fmla="*/ 0 w 53"/>
                <a:gd name="T7" fmla="*/ 2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">
                  <a:moveTo>
                    <a:pt x="53" y="2"/>
                  </a:moveTo>
                  <a:cubicBezTo>
                    <a:pt x="48" y="1"/>
                    <a:pt x="43" y="4"/>
                    <a:pt x="37" y="3"/>
                  </a:cubicBezTo>
                  <a:cubicBezTo>
                    <a:pt x="30" y="3"/>
                    <a:pt x="24" y="0"/>
                    <a:pt x="16" y="1"/>
                  </a:cubicBezTo>
                  <a:cubicBezTo>
                    <a:pt x="11" y="1"/>
                    <a:pt x="5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67" name="Freeform 1546">
              <a:extLst>
                <a:ext uri="{FF2B5EF4-FFF2-40B4-BE49-F238E27FC236}">
                  <a16:creationId xmlns:a16="http://schemas.microsoft.com/office/drawing/2014/main" id="{DF66216B-F3D4-4995-89A7-C62C261F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3896"/>
              <a:ext cx="99" cy="32"/>
            </a:xfrm>
            <a:custGeom>
              <a:avLst/>
              <a:gdLst>
                <a:gd name="T0" fmla="*/ 346 w 53"/>
                <a:gd name="T1" fmla="*/ 113 h 17"/>
                <a:gd name="T2" fmla="*/ 120 w 53"/>
                <a:gd name="T3" fmla="*/ 8 h 17"/>
                <a:gd name="T4" fmla="*/ 0 w 53"/>
                <a:gd name="T5" fmla="*/ 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7">
                  <a:moveTo>
                    <a:pt x="53" y="17"/>
                  </a:moveTo>
                  <a:cubicBezTo>
                    <a:pt x="51" y="7"/>
                    <a:pt x="30" y="1"/>
                    <a:pt x="18" y="1"/>
                  </a:cubicBezTo>
                  <a:cubicBezTo>
                    <a:pt x="12" y="0"/>
                    <a:pt x="5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68" name="Freeform 1547">
              <a:extLst>
                <a:ext uri="{FF2B5EF4-FFF2-40B4-BE49-F238E27FC236}">
                  <a16:creationId xmlns:a16="http://schemas.microsoft.com/office/drawing/2014/main" id="{67AF6CD1-991E-406E-A370-294217992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911"/>
              <a:ext cx="17" cy="17"/>
            </a:xfrm>
            <a:custGeom>
              <a:avLst/>
              <a:gdLst>
                <a:gd name="T0" fmla="*/ 60 w 9"/>
                <a:gd name="T1" fmla="*/ 60 h 9"/>
                <a:gd name="T2" fmla="*/ 0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7" y="5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69" name="Freeform 1548">
              <a:extLst>
                <a:ext uri="{FF2B5EF4-FFF2-40B4-BE49-F238E27FC236}">
                  <a16:creationId xmlns:a16="http://schemas.microsoft.com/office/drawing/2014/main" id="{3D95E0A6-1745-41B1-9F3B-7C3AD125C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872"/>
              <a:ext cx="63" cy="7"/>
            </a:xfrm>
            <a:custGeom>
              <a:avLst/>
              <a:gdLst>
                <a:gd name="T0" fmla="*/ 217 w 34"/>
                <a:gd name="T1" fmla="*/ 21 h 4"/>
                <a:gd name="T2" fmla="*/ 0 w 34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">
                  <a:moveTo>
                    <a:pt x="34" y="4"/>
                  </a:moveTo>
                  <a:cubicBezTo>
                    <a:pt x="23" y="0"/>
                    <a:pt x="12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70" name="Freeform 1549">
              <a:extLst>
                <a:ext uri="{FF2B5EF4-FFF2-40B4-BE49-F238E27FC236}">
                  <a16:creationId xmlns:a16="http://schemas.microsoft.com/office/drawing/2014/main" id="{E504E8AF-3635-4EF1-B908-A78CDA7B2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877"/>
              <a:ext cx="22" cy="37"/>
            </a:xfrm>
            <a:custGeom>
              <a:avLst/>
              <a:gdLst>
                <a:gd name="T0" fmla="*/ 0 w 12"/>
                <a:gd name="T1" fmla="*/ 0 h 20"/>
                <a:gd name="T2" fmla="*/ 57 w 12"/>
                <a:gd name="T3" fmla="*/ 126 h 20"/>
                <a:gd name="T4" fmla="*/ 73 w 12"/>
                <a:gd name="T5" fmla="*/ 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1" y="8"/>
                    <a:pt x="4" y="16"/>
                    <a:pt x="9" y="20"/>
                  </a:cubicBezTo>
                  <a:cubicBezTo>
                    <a:pt x="10" y="13"/>
                    <a:pt x="10" y="7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71" name="Freeform 1550">
              <a:extLst>
                <a:ext uri="{FF2B5EF4-FFF2-40B4-BE49-F238E27FC236}">
                  <a16:creationId xmlns:a16="http://schemas.microsoft.com/office/drawing/2014/main" id="{8325CDDC-84E3-4220-9E70-3EA520BC4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79"/>
              <a:ext cx="28" cy="22"/>
            </a:xfrm>
            <a:custGeom>
              <a:avLst/>
              <a:gdLst>
                <a:gd name="T0" fmla="*/ 97 w 15"/>
                <a:gd name="T1" fmla="*/ 0 h 12"/>
                <a:gd name="T2" fmla="*/ 21 w 15"/>
                <a:gd name="T3" fmla="*/ 61 h 12"/>
                <a:gd name="T4" fmla="*/ 0 w 15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13" y="4"/>
                    <a:pt x="7" y="8"/>
                    <a:pt x="3" y="10"/>
                  </a:cubicBezTo>
                  <a:cubicBezTo>
                    <a:pt x="2" y="11"/>
                    <a:pt x="0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72" name="Freeform 1551">
              <a:extLst>
                <a:ext uri="{FF2B5EF4-FFF2-40B4-BE49-F238E27FC236}">
                  <a16:creationId xmlns:a16="http://schemas.microsoft.com/office/drawing/2014/main" id="{8F4CBD3D-2D55-477D-944F-88C7ED132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901"/>
              <a:ext cx="18" cy="58"/>
            </a:xfrm>
            <a:custGeom>
              <a:avLst/>
              <a:gdLst>
                <a:gd name="T0" fmla="*/ 13 w 10"/>
                <a:gd name="T1" fmla="*/ 0 h 31"/>
                <a:gd name="T2" fmla="*/ 0 w 10"/>
                <a:gd name="T3" fmla="*/ 73 h 31"/>
                <a:gd name="T4" fmla="*/ 23 w 10"/>
                <a:gd name="T5" fmla="*/ 204 h 31"/>
                <a:gd name="T6" fmla="*/ 45 w 10"/>
                <a:gd name="T7" fmla="*/ 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2" y="0"/>
                  </a:moveTo>
                  <a:cubicBezTo>
                    <a:pt x="1" y="3"/>
                    <a:pt x="0" y="8"/>
                    <a:pt x="0" y="11"/>
                  </a:cubicBezTo>
                  <a:cubicBezTo>
                    <a:pt x="0" y="18"/>
                    <a:pt x="2" y="25"/>
                    <a:pt x="4" y="31"/>
                  </a:cubicBezTo>
                  <a:cubicBezTo>
                    <a:pt x="6" y="24"/>
                    <a:pt x="10" y="15"/>
                    <a:pt x="8" y="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73" name="Freeform 1552">
              <a:extLst>
                <a:ext uri="{FF2B5EF4-FFF2-40B4-BE49-F238E27FC236}">
                  <a16:creationId xmlns:a16="http://schemas.microsoft.com/office/drawing/2014/main" id="{3CAC0FE6-82C5-465D-893F-7552319F8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1942"/>
              <a:ext cx="17" cy="68"/>
            </a:xfrm>
            <a:custGeom>
              <a:avLst/>
              <a:gdLst>
                <a:gd name="T0" fmla="*/ 8 w 9"/>
                <a:gd name="T1" fmla="*/ 60 h 36"/>
                <a:gd name="T2" fmla="*/ 8 w 9"/>
                <a:gd name="T3" fmla="*/ 153 h 36"/>
                <a:gd name="T4" fmla="*/ 21 w 9"/>
                <a:gd name="T5" fmla="*/ 210 h 36"/>
                <a:gd name="T6" fmla="*/ 32 w 9"/>
                <a:gd name="T7" fmla="*/ 242 h 36"/>
                <a:gd name="T8" fmla="*/ 47 w 9"/>
                <a:gd name="T9" fmla="*/ 204 h 36"/>
                <a:gd name="T10" fmla="*/ 53 w 9"/>
                <a:gd name="T11" fmla="*/ 89 h 36"/>
                <a:gd name="T12" fmla="*/ 28 w 9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6">
                  <a:moveTo>
                    <a:pt x="1" y="9"/>
                  </a:moveTo>
                  <a:cubicBezTo>
                    <a:pt x="0" y="13"/>
                    <a:pt x="1" y="19"/>
                    <a:pt x="1" y="23"/>
                  </a:cubicBezTo>
                  <a:cubicBezTo>
                    <a:pt x="2" y="26"/>
                    <a:pt x="2" y="29"/>
                    <a:pt x="3" y="31"/>
                  </a:cubicBezTo>
                  <a:cubicBezTo>
                    <a:pt x="3" y="33"/>
                    <a:pt x="4" y="35"/>
                    <a:pt x="5" y="36"/>
                  </a:cubicBezTo>
                  <a:cubicBezTo>
                    <a:pt x="5" y="34"/>
                    <a:pt x="7" y="32"/>
                    <a:pt x="7" y="30"/>
                  </a:cubicBezTo>
                  <a:cubicBezTo>
                    <a:pt x="9" y="25"/>
                    <a:pt x="8" y="19"/>
                    <a:pt x="8" y="13"/>
                  </a:cubicBezTo>
                  <a:cubicBezTo>
                    <a:pt x="7" y="8"/>
                    <a:pt x="6" y="4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74" name="Freeform 1553">
              <a:extLst>
                <a:ext uri="{FF2B5EF4-FFF2-40B4-BE49-F238E27FC236}">
                  <a16:creationId xmlns:a16="http://schemas.microsoft.com/office/drawing/2014/main" id="{EEF96D3A-017D-445C-A9E3-A2B771444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99"/>
              <a:ext cx="17" cy="62"/>
            </a:xfrm>
            <a:custGeom>
              <a:avLst/>
              <a:gdLst>
                <a:gd name="T0" fmla="*/ 15 w 9"/>
                <a:gd name="T1" fmla="*/ 218 h 33"/>
                <a:gd name="T2" fmla="*/ 40 w 9"/>
                <a:gd name="T3" fmla="*/ 68 h 33"/>
                <a:gd name="T4" fmla="*/ 0 w 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3">
                  <a:moveTo>
                    <a:pt x="2" y="33"/>
                  </a:moveTo>
                  <a:cubicBezTo>
                    <a:pt x="5" y="26"/>
                    <a:pt x="9" y="18"/>
                    <a:pt x="6" y="10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75" name="Freeform 1554">
              <a:extLst>
                <a:ext uri="{FF2B5EF4-FFF2-40B4-BE49-F238E27FC236}">
                  <a16:creationId xmlns:a16="http://schemas.microsoft.com/office/drawing/2014/main" id="{A1B6B5C1-F873-4634-ABF8-C120486D8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880"/>
              <a:ext cx="30" cy="29"/>
            </a:xfrm>
            <a:custGeom>
              <a:avLst/>
              <a:gdLst>
                <a:gd name="T0" fmla="*/ 105 w 16"/>
                <a:gd name="T1" fmla="*/ 0 h 15"/>
                <a:gd name="T2" fmla="*/ 84 w 16"/>
                <a:gd name="T3" fmla="*/ 44 h 15"/>
                <a:gd name="T4" fmla="*/ 53 w 16"/>
                <a:gd name="T5" fmla="*/ 108 h 15"/>
                <a:gd name="T6" fmla="*/ 21 w 16"/>
                <a:gd name="T7" fmla="*/ 56 h 15"/>
                <a:gd name="T8" fmla="*/ 0 w 16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6" y="0"/>
                  </a:moveTo>
                  <a:cubicBezTo>
                    <a:pt x="15" y="2"/>
                    <a:pt x="14" y="4"/>
                    <a:pt x="13" y="6"/>
                  </a:cubicBezTo>
                  <a:cubicBezTo>
                    <a:pt x="12" y="9"/>
                    <a:pt x="10" y="13"/>
                    <a:pt x="8" y="15"/>
                  </a:cubicBezTo>
                  <a:cubicBezTo>
                    <a:pt x="6" y="13"/>
                    <a:pt x="5" y="10"/>
                    <a:pt x="3" y="8"/>
                  </a:cubicBezTo>
                  <a:cubicBezTo>
                    <a:pt x="2" y="6"/>
                    <a:pt x="0" y="3"/>
                    <a:pt x="0" y="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76" name="Freeform 1555">
              <a:extLst>
                <a:ext uri="{FF2B5EF4-FFF2-40B4-BE49-F238E27FC236}">
                  <a16:creationId xmlns:a16="http://schemas.microsoft.com/office/drawing/2014/main" id="{64981C83-7A46-4C9D-8652-EE025D657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886"/>
              <a:ext cx="21" cy="60"/>
            </a:xfrm>
            <a:custGeom>
              <a:avLst/>
              <a:gdLst>
                <a:gd name="T0" fmla="*/ 40 w 11"/>
                <a:gd name="T1" fmla="*/ 0 h 32"/>
                <a:gd name="T2" fmla="*/ 76 w 11"/>
                <a:gd name="T3" fmla="*/ 92 h 32"/>
                <a:gd name="T4" fmla="*/ 69 w 11"/>
                <a:gd name="T5" fmla="*/ 212 h 32"/>
                <a:gd name="T6" fmla="*/ 15 w 11"/>
                <a:gd name="T7" fmla="*/ 128 h 32"/>
                <a:gd name="T8" fmla="*/ 0 w 1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2">
                  <a:moveTo>
                    <a:pt x="6" y="0"/>
                  </a:moveTo>
                  <a:cubicBezTo>
                    <a:pt x="10" y="0"/>
                    <a:pt x="11" y="12"/>
                    <a:pt x="11" y="14"/>
                  </a:cubicBezTo>
                  <a:cubicBezTo>
                    <a:pt x="11" y="20"/>
                    <a:pt x="11" y="26"/>
                    <a:pt x="10" y="32"/>
                  </a:cubicBezTo>
                  <a:cubicBezTo>
                    <a:pt x="7" y="28"/>
                    <a:pt x="5" y="23"/>
                    <a:pt x="2" y="19"/>
                  </a:cubicBezTo>
                  <a:cubicBezTo>
                    <a:pt x="1" y="16"/>
                    <a:pt x="1" y="14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77" name="Freeform 1556">
              <a:extLst>
                <a:ext uri="{FF2B5EF4-FFF2-40B4-BE49-F238E27FC236}">
                  <a16:creationId xmlns:a16="http://schemas.microsoft.com/office/drawing/2014/main" id="{0D3070BB-52EC-47FA-86BE-15CD03E4A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933"/>
              <a:ext cx="22" cy="86"/>
            </a:xfrm>
            <a:custGeom>
              <a:avLst/>
              <a:gdLst>
                <a:gd name="T0" fmla="*/ 7 w 12"/>
                <a:gd name="T1" fmla="*/ 0 h 46"/>
                <a:gd name="T2" fmla="*/ 0 w 12"/>
                <a:gd name="T3" fmla="*/ 39 h 46"/>
                <a:gd name="T4" fmla="*/ 7 w 12"/>
                <a:gd name="T5" fmla="*/ 150 h 46"/>
                <a:gd name="T6" fmla="*/ 44 w 12"/>
                <a:gd name="T7" fmla="*/ 262 h 46"/>
                <a:gd name="T8" fmla="*/ 68 w 12"/>
                <a:gd name="T9" fmla="*/ 301 h 46"/>
                <a:gd name="T10" fmla="*/ 73 w 12"/>
                <a:gd name="T11" fmla="*/ 286 h 46"/>
                <a:gd name="T12" fmla="*/ 68 w 12"/>
                <a:gd name="T13" fmla="*/ 217 h 46"/>
                <a:gd name="T14" fmla="*/ 61 w 12"/>
                <a:gd name="T15" fmla="*/ 112 h 46"/>
                <a:gd name="T16" fmla="*/ 51 w 12"/>
                <a:gd name="T17" fmla="*/ 60 h 46"/>
                <a:gd name="T18" fmla="*/ 44 w 12"/>
                <a:gd name="T19" fmla="*/ 21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46">
                  <a:moveTo>
                    <a:pt x="1" y="0"/>
                  </a:moveTo>
                  <a:cubicBezTo>
                    <a:pt x="1" y="2"/>
                    <a:pt x="1" y="4"/>
                    <a:pt x="0" y="6"/>
                  </a:cubicBezTo>
                  <a:cubicBezTo>
                    <a:pt x="0" y="11"/>
                    <a:pt x="0" y="17"/>
                    <a:pt x="1" y="23"/>
                  </a:cubicBezTo>
                  <a:cubicBezTo>
                    <a:pt x="1" y="29"/>
                    <a:pt x="3" y="35"/>
                    <a:pt x="7" y="40"/>
                  </a:cubicBezTo>
                  <a:cubicBezTo>
                    <a:pt x="8" y="42"/>
                    <a:pt x="11" y="44"/>
                    <a:pt x="11" y="46"/>
                  </a:cubicBezTo>
                  <a:cubicBezTo>
                    <a:pt x="12" y="45"/>
                    <a:pt x="12" y="45"/>
                    <a:pt x="12" y="44"/>
                  </a:cubicBezTo>
                  <a:cubicBezTo>
                    <a:pt x="12" y="40"/>
                    <a:pt x="11" y="37"/>
                    <a:pt x="11" y="33"/>
                  </a:cubicBezTo>
                  <a:cubicBezTo>
                    <a:pt x="11" y="28"/>
                    <a:pt x="10" y="23"/>
                    <a:pt x="10" y="17"/>
                  </a:cubicBezTo>
                  <a:cubicBezTo>
                    <a:pt x="9" y="14"/>
                    <a:pt x="9" y="12"/>
                    <a:pt x="8" y="9"/>
                  </a:cubicBezTo>
                  <a:cubicBezTo>
                    <a:pt x="8" y="7"/>
                    <a:pt x="6" y="4"/>
                    <a:pt x="7" y="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78" name="Freeform 1557">
              <a:extLst>
                <a:ext uri="{FF2B5EF4-FFF2-40B4-BE49-F238E27FC236}">
                  <a16:creationId xmlns:a16="http://schemas.microsoft.com/office/drawing/2014/main" id="{12135D2A-6A02-4E62-ACB4-D940087E6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892"/>
              <a:ext cx="21" cy="73"/>
            </a:xfrm>
            <a:custGeom>
              <a:avLst/>
              <a:gdLst>
                <a:gd name="T0" fmla="*/ 0 w 11"/>
                <a:gd name="T1" fmla="*/ 0 h 39"/>
                <a:gd name="T2" fmla="*/ 0 w 11"/>
                <a:gd name="T3" fmla="*/ 45 h 39"/>
                <a:gd name="T4" fmla="*/ 21 w 11"/>
                <a:gd name="T5" fmla="*/ 144 h 39"/>
                <a:gd name="T6" fmla="*/ 61 w 11"/>
                <a:gd name="T7" fmla="*/ 225 h 39"/>
                <a:gd name="T8" fmla="*/ 76 w 11"/>
                <a:gd name="T9" fmla="*/ 25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9">
                  <a:moveTo>
                    <a:pt x="0" y="0"/>
                  </a:moveTo>
                  <a:cubicBezTo>
                    <a:pt x="0" y="2"/>
                    <a:pt x="0" y="5"/>
                    <a:pt x="0" y="7"/>
                  </a:cubicBezTo>
                  <a:cubicBezTo>
                    <a:pt x="0" y="12"/>
                    <a:pt x="1" y="17"/>
                    <a:pt x="3" y="22"/>
                  </a:cubicBezTo>
                  <a:cubicBezTo>
                    <a:pt x="4" y="27"/>
                    <a:pt x="7" y="30"/>
                    <a:pt x="9" y="34"/>
                  </a:cubicBezTo>
                  <a:cubicBezTo>
                    <a:pt x="9" y="35"/>
                    <a:pt x="11" y="38"/>
                    <a:pt x="11" y="3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79" name="Freeform 1558">
              <a:extLst>
                <a:ext uri="{FF2B5EF4-FFF2-40B4-BE49-F238E27FC236}">
                  <a16:creationId xmlns:a16="http://schemas.microsoft.com/office/drawing/2014/main" id="{8B01D2BB-9CEC-42AB-91C8-66DE19E7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884"/>
              <a:ext cx="23" cy="77"/>
            </a:xfrm>
            <a:custGeom>
              <a:avLst/>
              <a:gdLst>
                <a:gd name="T0" fmla="*/ 84 w 12"/>
                <a:gd name="T1" fmla="*/ 0 h 41"/>
                <a:gd name="T2" fmla="*/ 77 w 12"/>
                <a:gd name="T3" fmla="*/ 105 h 41"/>
                <a:gd name="T4" fmla="*/ 48 w 12"/>
                <a:gd name="T5" fmla="*/ 225 h 41"/>
                <a:gd name="T6" fmla="*/ 23 w 12"/>
                <a:gd name="T7" fmla="*/ 257 h 41"/>
                <a:gd name="T8" fmla="*/ 0 w 12"/>
                <a:gd name="T9" fmla="*/ 27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1">
                  <a:moveTo>
                    <a:pt x="12" y="0"/>
                  </a:moveTo>
                  <a:cubicBezTo>
                    <a:pt x="12" y="6"/>
                    <a:pt x="12" y="11"/>
                    <a:pt x="11" y="16"/>
                  </a:cubicBezTo>
                  <a:cubicBezTo>
                    <a:pt x="10" y="22"/>
                    <a:pt x="10" y="29"/>
                    <a:pt x="7" y="34"/>
                  </a:cubicBezTo>
                  <a:cubicBezTo>
                    <a:pt x="5" y="36"/>
                    <a:pt x="4" y="37"/>
                    <a:pt x="3" y="39"/>
                  </a:cubicBezTo>
                  <a:cubicBezTo>
                    <a:pt x="2" y="39"/>
                    <a:pt x="1" y="40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80" name="Freeform 1559">
              <a:extLst>
                <a:ext uri="{FF2B5EF4-FFF2-40B4-BE49-F238E27FC236}">
                  <a16:creationId xmlns:a16="http://schemas.microsoft.com/office/drawing/2014/main" id="{E14F968C-21E3-437C-B24D-A5C7F2FE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939"/>
              <a:ext cx="34" cy="50"/>
            </a:xfrm>
            <a:custGeom>
              <a:avLst/>
              <a:gdLst>
                <a:gd name="T0" fmla="*/ 0 w 18"/>
                <a:gd name="T1" fmla="*/ 0 h 27"/>
                <a:gd name="T2" fmla="*/ 81 w 18"/>
                <a:gd name="T3" fmla="*/ 148 h 27"/>
                <a:gd name="T4" fmla="*/ 121 w 18"/>
                <a:gd name="T5" fmla="*/ 17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0" y="0"/>
                  </a:moveTo>
                  <a:cubicBezTo>
                    <a:pt x="2" y="9"/>
                    <a:pt x="5" y="18"/>
                    <a:pt x="12" y="23"/>
                  </a:cubicBezTo>
                  <a:cubicBezTo>
                    <a:pt x="14" y="25"/>
                    <a:pt x="16" y="26"/>
                    <a:pt x="18" y="2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81" name="Freeform 1560">
              <a:extLst>
                <a:ext uri="{FF2B5EF4-FFF2-40B4-BE49-F238E27FC236}">
                  <a16:creationId xmlns:a16="http://schemas.microsoft.com/office/drawing/2014/main" id="{9AC4EEBB-8435-4263-B375-98FE2CED0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002"/>
              <a:ext cx="22" cy="94"/>
            </a:xfrm>
            <a:custGeom>
              <a:avLst/>
              <a:gdLst>
                <a:gd name="T0" fmla="*/ 13 w 12"/>
                <a:gd name="T1" fmla="*/ 28 h 50"/>
                <a:gd name="T2" fmla="*/ 0 w 12"/>
                <a:gd name="T3" fmla="*/ 137 h 50"/>
                <a:gd name="T4" fmla="*/ 20 w 12"/>
                <a:gd name="T5" fmla="*/ 258 h 50"/>
                <a:gd name="T6" fmla="*/ 37 w 12"/>
                <a:gd name="T7" fmla="*/ 333 h 50"/>
                <a:gd name="T8" fmla="*/ 57 w 12"/>
                <a:gd name="T9" fmla="*/ 100 h 50"/>
                <a:gd name="T10" fmla="*/ 31 w 12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0">
                  <a:moveTo>
                    <a:pt x="2" y="4"/>
                  </a:moveTo>
                  <a:cubicBezTo>
                    <a:pt x="1" y="9"/>
                    <a:pt x="0" y="15"/>
                    <a:pt x="0" y="21"/>
                  </a:cubicBezTo>
                  <a:cubicBezTo>
                    <a:pt x="0" y="27"/>
                    <a:pt x="2" y="33"/>
                    <a:pt x="3" y="39"/>
                  </a:cubicBezTo>
                  <a:cubicBezTo>
                    <a:pt x="3" y="42"/>
                    <a:pt x="4" y="48"/>
                    <a:pt x="6" y="50"/>
                  </a:cubicBezTo>
                  <a:cubicBezTo>
                    <a:pt x="12" y="40"/>
                    <a:pt x="10" y="27"/>
                    <a:pt x="9" y="15"/>
                  </a:cubicBezTo>
                  <a:cubicBezTo>
                    <a:pt x="9" y="10"/>
                    <a:pt x="7" y="5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82" name="Freeform 1561">
              <a:extLst>
                <a:ext uri="{FF2B5EF4-FFF2-40B4-BE49-F238E27FC236}">
                  <a16:creationId xmlns:a16="http://schemas.microsoft.com/office/drawing/2014/main" id="{368636FF-F0BF-45DA-AE2A-543A841E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957"/>
              <a:ext cx="15" cy="86"/>
            </a:xfrm>
            <a:custGeom>
              <a:avLst/>
              <a:gdLst>
                <a:gd name="T0" fmla="*/ 8 w 8"/>
                <a:gd name="T1" fmla="*/ 301 h 46"/>
                <a:gd name="T2" fmla="*/ 0 w 8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6">
                  <a:moveTo>
                    <a:pt x="1" y="46"/>
                  </a:moveTo>
                  <a:cubicBezTo>
                    <a:pt x="8" y="33"/>
                    <a:pt x="7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83" name="Freeform 1562">
              <a:extLst>
                <a:ext uri="{FF2B5EF4-FFF2-40B4-BE49-F238E27FC236}">
                  <a16:creationId xmlns:a16="http://schemas.microsoft.com/office/drawing/2014/main" id="{AAD08379-E0BA-422B-AAE7-27655BF32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965"/>
              <a:ext cx="17" cy="58"/>
            </a:xfrm>
            <a:custGeom>
              <a:avLst/>
              <a:gdLst>
                <a:gd name="T0" fmla="*/ 32 w 9"/>
                <a:gd name="T1" fmla="*/ 0 h 31"/>
                <a:gd name="T2" fmla="*/ 32 w 9"/>
                <a:gd name="T3" fmla="*/ 129 h 31"/>
                <a:gd name="T4" fmla="*/ 0 w 9"/>
                <a:gd name="T5" fmla="*/ 20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1">
                  <a:moveTo>
                    <a:pt x="5" y="0"/>
                  </a:moveTo>
                  <a:cubicBezTo>
                    <a:pt x="9" y="5"/>
                    <a:pt x="7" y="14"/>
                    <a:pt x="5" y="20"/>
                  </a:cubicBezTo>
                  <a:cubicBezTo>
                    <a:pt x="4" y="22"/>
                    <a:pt x="2" y="30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84" name="Freeform 1563">
              <a:extLst>
                <a:ext uri="{FF2B5EF4-FFF2-40B4-BE49-F238E27FC236}">
                  <a16:creationId xmlns:a16="http://schemas.microsoft.com/office/drawing/2014/main" id="{E3FED031-F092-4521-89C4-B8CA7BDF0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008"/>
              <a:ext cx="24" cy="80"/>
            </a:xfrm>
            <a:custGeom>
              <a:avLst/>
              <a:gdLst>
                <a:gd name="T0" fmla="*/ 57 w 13"/>
                <a:gd name="T1" fmla="*/ 0 h 43"/>
                <a:gd name="T2" fmla="*/ 68 w 13"/>
                <a:gd name="T3" fmla="*/ 277 h 43"/>
                <a:gd name="T4" fmla="*/ 0 w 13"/>
                <a:gd name="T5" fmla="*/ 12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3">
                  <a:moveTo>
                    <a:pt x="9" y="0"/>
                  </a:moveTo>
                  <a:cubicBezTo>
                    <a:pt x="13" y="14"/>
                    <a:pt x="12" y="28"/>
                    <a:pt x="11" y="43"/>
                  </a:cubicBezTo>
                  <a:cubicBezTo>
                    <a:pt x="9" y="34"/>
                    <a:pt x="2" y="28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85" name="Freeform 1564">
              <a:extLst>
                <a:ext uri="{FF2B5EF4-FFF2-40B4-BE49-F238E27FC236}">
                  <a16:creationId xmlns:a16="http://schemas.microsoft.com/office/drawing/2014/main" id="{60EBFB00-7D13-4B39-9884-F5493B3CB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985"/>
              <a:ext cx="26" cy="90"/>
            </a:xfrm>
            <a:custGeom>
              <a:avLst/>
              <a:gdLst>
                <a:gd name="T0" fmla="*/ 59 w 14"/>
                <a:gd name="T1" fmla="*/ 0 h 48"/>
                <a:gd name="T2" fmla="*/ 37 w 14"/>
                <a:gd name="T3" fmla="*/ 233 h 48"/>
                <a:gd name="T4" fmla="*/ 0 w 14"/>
                <a:gd name="T5" fmla="*/ 31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8">
                  <a:moveTo>
                    <a:pt x="9" y="0"/>
                  </a:moveTo>
                  <a:cubicBezTo>
                    <a:pt x="14" y="9"/>
                    <a:pt x="9" y="26"/>
                    <a:pt x="6" y="35"/>
                  </a:cubicBezTo>
                  <a:cubicBezTo>
                    <a:pt x="4" y="40"/>
                    <a:pt x="3" y="44"/>
                    <a:pt x="0" y="4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86" name="Freeform 1565">
              <a:extLst>
                <a:ext uri="{FF2B5EF4-FFF2-40B4-BE49-F238E27FC236}">
                  <a16:creationId xmlns:a16="http://schemas.microsoft.com/office/drawing/2014/main" id="{420C125A-ECDB-4973-A05E-CD7E95C9F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008"/>
              <a:ext cx="24" cy="110"/>
            </a:xfrm>
            <a:custGeom>
              <a:avLst/>
              <a:gdLst>
                <a:gd name="T0" fmla="*/ 13 w 13"/>
                <a:gd name="T1" fmla="*/ 0 h 59"/>
                <a:gd name="T2" fmla="*/ 0 w 13"/>
                <a:gd name="T3" fmla="*/ 89 h 59"/>
                <a:gd name="T4" fmla="*/ 7 w 13"/>
                <a:gd name="T5" fmla="*/ 216 h 59"/>
                <a:gd name="T6" fmla="*/ 76 w 13"/>
                <a:gd name="T7" fmla="*/ 382 h 59"/>
                <a:gd name="T8" fmla="*/ 81 w 13"/>
                <a:gd name="T9" fmla="*/ 298 h 59"/>
                <a:gd name="T10" fmla="*/ 61 w 13"/>
                <a:gd name="T11" fmla="*/ 164 h 59"/>
                <a:gd name="T12" fmla="*/ 37 w 13"/>
                <a:gd name="T13" fmla="*/ 39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9">
                  <a:moveTo>
                    <a:pt x="2" y="0"/>
                  </a:moveTo>
                  <a:cubicBezTo>
                    <a:pt x="2" y="5"/>
                    <a:pt x="0" y="9"/>
                    <a:pt x="0" y="14"/>
                  </a:cubicBezTo>
                  <a:cubicBezTo>
                    <a:pt x="0" y="20"/>
                    <a:pt x="0" y="27"/>
                    <a:pt x="1" y="33"/>
                  </a:cubicBezTo>
                  <a:cubicBezTo>
                    <a:pt x="2" y="41"/>
                    <a:pt x="7" y="52"/>
                    <a:pt x="12" y="59"/>
                  </a:cubicBezTo>
                  <a:cubicBezTo>
                    <a:pt x="12" y="55"/>
                    <a:pt x="13" y="50"/>
                    <a:pt x="13" y="46"/>
                  </a:cubicBezTo>
                  <a:cubicBezTo>
                    <a:pt x="12" y="39"/>
                    <a:pt x="11" y="32"/>
                    <a:pt x="10" y="25"/>
                  </a:cubicBezTo>
                  <a:cubicBezTo>
                    <a:pt x="9" y="18"/>
                    <a:pt x="7" y="12"/>
                    <a:pt x="6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87" name="Freeform 1566">
              <a:extLst>
                <a:ext uri="{FF2B5EF4-FFF2-40B4-BE49-F238E27FC236}">
                  <a16:creationId xmlns:a16="http://schemas.microsoft.com/office/drawing/2014/main" id="{FEAC785E-2699-4E82-AE3D-1EA862B83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038"/>
              <a:ext cx="21" cy="63"/>
            </a:xfrm>
            <a:custGeom>
              <a:avLst/>
              <a:gdLst>
                <a:gd name="T0" fmla="*/ 15 w 11"/>
                <a:gd name="T1" fmla="*/ 0 h 34"/>
                <a:gd name="T2" fmla="*/ 8 w 11"/>
                <a:gd name="T3" fmla="*/ 109 h 34"/>
                <a:gd name="T4" fmla="*/ 61 w 11"/>
                <a:gd name="T5" fmla="*/ 217 h 34"/>
                <a:gd name="T6" fmla="*/ 76 w 11"/>
                <a:gd name="T7" fmla="*/ 1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4">
                  <a:moveTo>
                    <a:pt x="2" y="0"/>
                  </a:moveTo>
                  <a:cubicBezTo>
                    <a:pt x="2" y="6"/>
                    <a:pt x="0" y="11"/>
                    <a:pt x="1" y="17"/>
                  </a:cubicBezTo>
                  <a:cubicBezTo>
                    <a:pt x="2" y="23"/>
                    <a:pt x="6" y="28"/>
                    <a:pt x="9" y="34"/>
                  </a:cubicBezTo>
                  <a:cubicBezTo>
                    <a:pt x="9" y="31"/>
                    <a:pt x="8" y="24"/>
                    <a:pt x="11" y="2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88" name="Freeform 1567">
              <a:extLst>
                <a:ext uri="{FF2B5EF4-FFF2-40B4-BE49-F238E27FC236}">
                  <a16:creationId xmlns:a16="http://schemas.microsoft.com/office/drawing/2014/main" id="{BDC9AB34-8117-451A-AC36-2FC8C7627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081"/>
              <a:ext cx="28" cy="78"/>
            </a:xfrm>
            <a:custGeom>
              <a:avLst/>
              <a:gdLst>
                <a:gd name="T0" fmla="*/ 7 w 15"/>
                <a:gd name="T1" fmla="*/ 52 h 42"/>
                <a:gd name="T2" fmla="*/ 32 w 15"/>
                <a:gd name="T3" fmla="*/ 269 h 42"/>
                <a:gd name="T4" fmla="*/ 52 w 15"/>
                <a:gd name="T5" fmla="*/ 210 h 42"/>
                <a:gd name="T6" fmla="*/ 84 w 15"/>
                <a:gd name="T7" fmla="*/ 110 h 42"/>
                <a:gd name="T8" fmla="*/ 91 w 15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2">
                  <a:moveTo>
                    <a:pt x="1" y="8"/>
                  </a:moveTo>
                  <a:cubicBezTo>
                    <a:pt x="0" y="15"/>
                    <a:pt x="4" y="31"/>
                    <a:pt x="5" y="42"/>
                  </a:cubicBezTo>
                  <a:cubicBezTo>
                    <a:pt x="6" y="40"/>
                    <a:pt x="7" y="36"/>
                    <a:pt x="8" y="33"/>
                  </a:cubicBezTo>
                  <a:cubicBezTo>
                    <a:pt x="9" y="28"/>
                    <a:pt x="11" y="23"/>
                    <a:pt x="13" y="17"/>
                  </a:cubicBezTo>
                  <a:cubicBezTo>
                    <a:pt x="14" y="12"/>
                    <a:pt x="15" y="6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89" name="Freeform 1568">
              <a:extLst>
                <a:ext uri="{FF2B5EF4-FFF2-40B4-BE49-F238E27FC236}">
                  <a16:creationId xmlns:a16="http://schemas.microsoft.com/office/drawing/2014/main" id="{D03C9A8E-E7FC-49DE-86A2-9E95F8AC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083"/>
              <a:ext cx="30" cy="65"/>
            </a:xfrm>
            <a:custGeom>
              <a:avLst/>
              <a:gdLst>
                <a:gd name="T0" fmla="*/ 0 w 16"/>
                <a:gd name="T1" fmla="*/ 0 h 35"/>
                <a:gd name="T2" fmla="*/ 8 w 16"/>
                <a:gd name="T3" fmla="*/ 97 h 35"/>
                <a:gd name="T4" fmla="*/ 39 w 16"/>
                <a:gd name="T5" fmla="*/ 225 h 35"/>
                <a:gd name="T6" fmla="*/ 92 w 16"/>
                <a:gd name="T7" fmla="*/ 134 h 35"/>
                <a:gd name="T8" fmla="*/ 105 w 16"/>
                <a:gd name="T9" fmla="*/ 5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0" y="0"/>
                  </a:moveTo>
                  <a:cubicBezTo>
                    <a:pt x="0" y="5"/>
                    <a:pt x="0" y="10"/>
                    <a:pt x="1" y="15"/>
                  </a:cubicBezTo>
                  <a:cubicBezTo>
                    <a:pt x="2" y="21"/>
                    <a:pt x="2" y="30"/>
                    <a:pt x="6" y="35"/>
                  </a:cubicBezTo>
                  <a:cubicBezTo>
                    <a:pt x="6" y="30"/>
                    <a:pt x="12" y="26"/>
                    <a:pt x="14" y="21"/>
                  </a:cubicBezTo>
                  <a:cubicBezTo>
                    <a:pt x="16" y="16"/>
                    <a:pt x="15" y="12"/>
                    <a:pt x="16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90" name="Freeform 1569">
              <a:extLst>
                <a:ext uri="{FF2B5EF4-FFF2-40B4-BE49-F238E27FC236}">
                  <a16:creationId xmlns:a16="http://schemas.microsoft.com/office/drawing/2014/main" id="{E60F868F-4794-4B04-8B1F-E661C5036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156"/>
              <a:ext cx="22" cy="82"/>
            </a:xfrm>
            <a:custGeom>
              <a:avLst/>
              <a:gdLst>
                <a:gd name="T0" fmla="*/ 7 w 12"/>
                <a:gd name="T1" fmla="*/ 7 h 44"/>
                <a:gd name="T2" fmla="*/ 20 w 12"/>
                <a:gd name="T3" fmla="*/ 157 h 44"/>
                <a:gd name="T4" fmla="*/ 51 w 12"/>
                <a:gd name="T5" fmla="*/ 285 h 44"/>
                <a:gd name="T6" fmla="*/ 68 w 12"/>
                <a:gd name="T7" fmla="*/ 240 h 44"/>
                <a:gd name="T8" fmla="*/ 51 w 12"/>
                <a:gd name="T9" fmla="*/ 97 h 44"/>
                <a:gd name="T10" fmla="*/ 13 w 12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4">
                  <a:moveTo>
                    <a:pt x="1" y="1"/>
                  </a:moveTo>
                  <a:cubicBezTo>
                    <a:pt x="0" y="9"/>
                    <a:pt x="2" y="17"/>
                    <a:pt x="3" y="24"/>
                  </a:cubicBezTo>
                  <a:cubicBezTo>
                    <a:pt x="4" y="31"/>
                    <a:pt x="4" y="38"/>
                    <a:pt x="8" y="44"/>
                  </a:cubicBezTo>
                  <a:cubicBezTo>
                    <a:pt x="9" y="42"/>
                    <a:pt x="10" y="39"/>
                    <a:pt x="11" y="37"/>
                  </a:cubicBezTo>
                  <a:cubicBezTo>
                    <a:pt x="12" y="30"/>
                    <a:pt x="10" y="21"/>
                    <a:pt x="8" y="15"/>
                  </a:cubicBezTo>
                  <a:cubicBezTo>
                    <a:pt x="7" y="10"/>
                    <a:pt x="2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91" name="Freeform 1570">
              <a:extLst>
                <a:ext uri="{FF2B5EF4-FFF2-40B4-BE49-F238E27FC236}">
                  <a16:creationId xmlns:a16="http://schemas.microsoft.com/office/drawing/2014/main" id="{CEE4BA37-7D3B-44B4-87F8-937D793FE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146"/>
              <a:ext cx="11" cy="73"/>
            </a:xfrm>
            <a:custGeom>
              <a:avLst/>
              <a:gdLst>
                <a:gd name="T0" fmla="*/ 37 w 6"/>
                <a:gd name="T1" fmla="*/ 0 h 39"/>
                <a:gd name="T2" fmla="*/ 31 w 6"/>
                <a:gd name="T3" fmla="*/ 178 h 39"/>
                <a:gd name="T4" fmla="*/ 0 w 6"/>
                <a:gd name="T5" fmla="*/ 25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9">
                  <a:moveTo>
                    <a:pt x="6" y="0"/>
                  </a:moveTo>
                  <a:cubicBezTo>
                    <a:pt x="5" y="9"/>
                    <a:pt x="6" y="18"/>
                    <a:pt x="5" y="27"/>
                  </a:cubicBezTo>
                  <a:cubicBezTo>
                    <a:pt x="4" y="30"/>
                    <a:pt x="4" y="38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92" name="Freeform 1571">
              <a:extLst>
                <a:ext uri="{FF2B5EF4-FFF2-40B4-BE49-F238E27FC236}">
                  <a16:creationId xmlns:a16="http://schemas.microsoft.com/office/drawing/2014/main" id="{33DF3D5D-62EE-4F77-9B53-FEC73D611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120"/>
              <a:ext cx="22" cy="82"/>
            </a:xfrm>
            <a:custGeom>
              <a:avLst/>
              <a:gdLst>
                <a:gd name="T0" fmla="*/ 0 w 12"/>
                <a:gd name="T1" fmla="*/ 285 h 44"/>
                <a:gd name="T2" fmla="*/ 73 w 12"/>
                <a:gd name="T3" fmla="*/ 97 h 44"/>
                <a:gd name="T4" fmla="*/ 68 w 1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0" y="44"/>
                  </a:moveTo>
                  <a:cubicBezTo>
                    <a:pt x="7" y="36"/>
                    <a:pt x="12" y="26"/>
                    <a:pt x="12" y="15"/>
                  </a:cubicBezTo>
                  <a:cubicBezTo>
                    <a:pt x="11" y="10"/>
                    <a:pt x="10" y="5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93" name="Freeform 1572">
              <a:extLst>
                <a:ext uri="{FF2B5EF4-FFF2-40B4-BE49-F238E27FC236}">
                  <a16:creationId xmlns:a16="http://schemas.microsoft.com/office/drawing/2014/main" id="{BC8F3F68-F5C1-42F2-AF18-B824557A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099"/>
              <a:ext cx="28" cy="92"/>
            </a:xfrm>
            <a:custGeom>
              <a:avLst/>
              <a:gdLst>
                <a:gd name="T0" fmla="*/ 7 w 15"/>
                <a:gd name="T1" fmla="*/ 0 h 49"/>
                <a:gd name="T2" fmla="*/ 0 w 15"/>
                <a:gd name="T3" fmla="*/ 53 h 49"/>
                <a:gd name="T4" fmla="*/ 21 w 15"/>
                <a:gd name="T5" fmla="*/ 158 h 49"/>
                <a:gd name="T6" fmla="*/ 91 w 15"/>
                <a:gd name="T7" fmla="*/ 325 h 49"/>
                <a:gd name="T8" fmla="*/ 91 w 15"/>
                <a:gd name="T9" fmla="*/ 265 h 49"/>
                <a:gd name="T10" fmla="*/ 77 w 15"/>
                <a:gd name="T11" fmla="*/ 165 h 49"/>
                <a:gd name="T12" fmla="*/ 52 w 15"/>
                <a:gd name="T13" fmla="*/ 53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9">
                  <a:moveTo>
                    <a:pt x="1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0" y="13"/>
                    <a:pt x="2" y="18"/>
                    <a:pt x="3" y="24"/>
                  </a:cubicBezTo>
                  <a:cubicBezTo>
                    <a:pt x="5" y="32"/>
                    <a:pt x="9" y="41"/>
                    <a:pt x="14" y="49"/>
                  </a:cubicBezTo>
                  <a:cubicBezTo>
                    <a:pt x="15" y="47"/>
                    <a:pt x="14" y="42"/>
                    <a:pt x="14" y="40"/>
                  </a:cubicBezTo>
                  <a:cubicBezTo>
                    <a:pt x="14" y="35"/>
                    <a:pt x="13" y="30"/>
                    <a:pt x="12" y="25"/>
                  </a:cubicBezTo>
                  <a:cubicBezTo>
                    <a:pt x="11" y="19"/>
                    <a:pt x="9" y="14"/>
                    <a:pt x="8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94" name="Freeform 1573">
              <a:extLst>
                <a:ext uri="{FF2B5EF4-FFF2-40B4-BE49-F238E27FC236}">
                  <a16:creationId xmlns:a16="http://schemas.microsoft.com/office/drawing/2014/main" id="{F207D66E-41BE-4C82-B235-EAEB07110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139"/>
              <a:ext cx="19" cy="52"/>
            </a:xfrm>
            <a:custGeom>
              <a:avLst/>
              <a:gdLst>
                <a:gd name="T0" fmla="*/ 0 w 10"/>
                <a:gd name="T1" fmla="*/ 0 h 28"/>
                <a:gd name="T2" fmla="*/ 68 w 10"/>
                <a:gd name="T3" fmla="*/ 180 h 28"/>
                <a:gd name="T4" fmla="*/ 68 w 10"/>
                <a:gd name="T5" fmla="*/ 4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0" y="9"/>
                    <a:pt x="2" y="23"/>
                    <a:pt x="10" y="28"/>
                  </a:cubicBezTo>
                  <a:cubicBezTo>
                    <a:pt x="9" y="23"/>
                    <a:pt x="10" y="13"/>
                    <a:pt x="10" y="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95" name="Freeform 1574">
              <a:extLst>
                <a:ext uri="{FF2B5EF4-FFF2-40B4-BE49-F238E27FC236}">
                  <a16:creationId xmlns:a16="http://schemas.microsoft.com/office/drawing/2014/main" id="{8B9DBE67-525C-4A5A-8CDC-755336723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193"/>
              <a:ext cx="26" cy="86"/>
            </a:xfrm>
            <a:custGeom>
              <a:avLst/>
              <a:gdLst>
                <a:gd name="T0" fmla="*/ 0 w 14"/>
                <a:gd name="T1" fmla="*/ 172 h 46"/>
                <a:gd name="T2" fmla="*/ 65 w 14"/>
                <a:gd name="T3" fmla="*/ 301 h 46"/>
                <a:gd name="T4" fmla="*/ 76 w 14"/>
                <a:gd name="T5" fmla="*/ 172 h 46"/>
                <a:gd name="T6" fmla="*/ 84 w 14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6">
                  <a:moveTo>
                    <a:pt x="0" y="26"/>
                  </a:moveTo>
                  <a:cubicBezTo>
                    <a:pt x="1" y="33"/>
                    <a:pt x="4" y="42"/>
                    <a:pt x="10" y="46"/>
                  </a:cubicBezTo>
                  <a:cubicBezTo>
                    <a:pt x="10" y="39"/>
                    <a:pt x="10" y="32"/>
                    <a:pt x="12" y="26"/>
                  </a:cubicBezTo>
                  <a:cubicBezTo>
                    <a:pt x="14" y="11"/>
                    <a:pt x="13" y="0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96" name="Freeform 1575">
              <a:extLst>
                <a:ext uri="{FF2B5EF4-FFF2-40B4-BE49-F238E27FC236}">
                  <a16:creationId xmlns:a16="http://schemas.microsoft.com/office/drawing/2014/main" id="{A1C508F2-A1D3-41E3-BF45-C902D53A6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266"/>
              <a:ext cx="19" cy="58"/>
            </a:xfrm>
            <a:custGeom>
              <a:avLst/>
              <a:gdLst>
                <a:gd name="T0" fmla="*/ 15 w 10"/>
                <a:gd name="T1" fmla="*/ 0 h 31"/>
                <a:gd name="T2" fmla="*/ 0 w 10"/>
                <a:gd name="T3" fmla="*/ 73 h 31"/>
                <a:gd name="T4" fmla="*/ 36 w 10"/>
                <a:gd name="T5" fmla="*/ 204 h 31"/>
                <a:gd name="T6" fmla="*/ 55 w 10"/>
                <a:gd name="T7" fmla="*/ 3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2" y="0"/>
                  </a:moveTo>
                  <a:cubicBezTo>
                    <a:pt x="0" y="3"/>
                    <a:pt x="0" y="8"/>
                    <a:pt x="0" y="11"/>
                  </a:cubicBezTo>
                  <a:cubicBezTo>
                    <a:pt x="0" y="18"/>
                    <a:pt x="3" y="25"/>
                    <a:pt x="5" y="31"/>
                  </a:cubicBezTo>
                  <a:cubicBezTo>
                    <a:pt x="6" y="23"/>
                    <a:pt x="10" y="14"/>
                    <a:pt x="8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97" name="Freeform 1576">
              <a:extLst>
                <a:ext uri="{FF2B5EF4-FFF2-40B4-BE49-F238E27FC236}">
                  <a16:creationId xmlns:a16="http://schemas.microsoft.com/office/drawing/2014/main" id="{C9674232-C344-4184-8676-88FA19071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305"/>
              <a:ext cx="17" cy="70"/>
            </a:xfrm>
            <a:custGeom>
              <a:avLst/>
              <a:gdLst>
                <a:gd name="T0" fmla="*/ 8 w 9"/>
                <a:gd name="T1" fmla="*/ 68 h 37"/>
                <a:gd name="T2" fmla="*/ 15 w 9"/>
                <a:gd name="T3" fmla="*/ 157 h 37"/>
                <a:gd name="T4" fmla="*/ 28 w 9"/>
                <a:gd name="T5" fmla="*/ 218 h 37"/>
                <a:gd name="T6" fmla="*/ 40 w 9"/>
                <a:gd name="T7" fmla="*/ 250 h 37"/>
                <a:gd name="T8" fmla="*/ 53 w 9"/>
                <a:gd name="T9" fmla="*/ 212 h 37"/>
                <a:gd name="T10" fmla="*/ 53 w 9"/>
                <a:gd name="T11" fmla="*/ 89 h 37"/>
                <a:gd name="T12" fmla="*/ 28 w 9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7">
                  <a:moveTo>
                    <a:pt x="1" y="10"/>
                  </a:moveTo>
                  <a:cubicBezTo>
                    <a:pt x="0" y="14"/>
                    <a:pt x="1" y="19"/>
                    <a:pt x="2" y="23"/>
                  </a:cubicBezTo>
                  <a:cubicBezTo>
                    <a:pt x="2" y="26"/>
                    <a:pt x="3" y="29"/>
                    <a:pt x="4" y="32"/>
                  </a:cubicBezTo>
                  <a:cubicBezTo>
                    <a:pt x="5" y="33"/>
                    <a:pt x="5" y="36"/>
                    <a:pt x="6" y="37"/>
                  </a:cubicBezTo>
                  <a:cubicBezTo>
                    <a:pt x="7" y="35"/>
                    <a:pt x="8" y="33"/>
                    <a:pt x="8" y="31"/>
                  </a:cubicBezTo>
                  <a:cubicBezTo>
                    <a:pt x="9" y="25"/>
                    <a:pt x="8" y="19"/>
                    <a:pt x="8" y="13"/>
                  </a:cubicBezTo>
                  <a:cubicBezTo>
                    <a:pt x="7" y="8"/>
                    <a:pt x="5" y="5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98" name="Freeform 1577">
              <a:extLst>
                <a:ext uri="{FF2B5EF4-FFF2-40B4-BE49-F238E27FC236}">
                  <a16:creationId xmlns:a16="http://schemas.microsoft.com/office/drawing/2014/main" id="{9FA18FF3-2305-4163-B8D3-558FDAF76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262"/>
              <a:ext cx="17" cy="62"/>
            </a:xfrm>
            <a:custGeom>
              <a:avLst/>
              <a:gdLst>
                <a:gd name="T0" fmla="*/ 15 w 9"/>
                <a:gd name="T1" fmla="*/ 218 h 33"/>
                <a:gd name="T2" fmla="*/ 40 w 9"/>
                <a:gd name="T3" fmla="*/ 68 h 33"/>
                <a:gd name="T4" fmla="*/ 0 w 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3">
                  <a:moveTo>
                    <a:pt x="2" y="33"/>
                  </a:moveTo>
                  <a:cubicBezTo>
                    <a:pt x="6" y="26"/>
                    <a:pt x="9" y="18"/>
                    <a:pt x="6" y="10"/>
                  </a:cubicBezTo>
                  <a:cubicBezTo>
                    <a:pt x="5" y="6"/>
                    <a:pt x="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99" name="Freeform 1578">
              <a:extLst>
                <a:ext uri="{FF2B5EF4-FFF2-40B4-BE49-F238E27FC236}">
                  <a16:creationId xmlns:a16="http://schemas.microsoft.com/office/drawing/2014/main" id="{A937573A-7C81-4A9D-91CF-2BD747CF8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219"/>
              <a:ext cx="31" cy="88"/>
            </a:xfrm>
            <a:custGeom>
              <a:avLst/>
              <a:gdLst>
                <a:gd name="T0" fmla="*/ 97 w 17"/>
                <a:gd name="T1" fmla="*/ 189 h 47"/>
                <a:gd name="T2" fmla="*/ 97 w 17"/>
                <a:gd name="T3" fmla="*/ 309 h 47"/>
                <a:gd name="T4" fmla="*/ 49 w 17"/>
                <a:gd name="T5" fmla="*/ 217 h 47"/>
                <a:gd name="T6" fmla="*/ 29 w 17"/>
                <a:gd name="T7" fmla="*/ 178 h 47"/>
                <a:gd name="T8" fmla="*/ 16 w 17"/>
                <a:gd name="T9" fmla="*/ 0 h 47"/>
                <a:gd name="T10" fmla="*/ 97 w 17"/>
                <a:gd name="T11" fmla="*/ 189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7">
                  <a:moveTo>
                    <a:pt x="16" y="29"/>
                  </a:moveTo>
                  <a:cubicBezTo>
                    <a:pt x="17" y="35"/>
                    <a:pt x="17" y="41"/>
                    <a:pt x="16" y="47"/>
                  </a:cubicBezTo>
                  <a:cubicBezTo>
                    <a:pt x="13" y="42"/>
                    <a:pt x="11" y="38"/>
                    <a:pt x="8" y="33"/>
                  </a:cubicBezTo>
                  <a:cubicBezTo>
                    <a:pt x="7" y="31"/>
                    <a:pt x="6" y="29"/>
                    <a:pt x="5" y="27"/>
                  </a:cubicBezTo>
                  <a:cubicBezTo>
                    <a:pt x="0" y="17"/>
                    <a:pt x="3" y="0"/>
                    <a:pt x="3" y="0"/>
                  </a:cubicBezTo>
                  <a:cubicBezTo>
                    <a:pt x="3" y="0"/>
                    <a:pt x="16" y="26"/>
                    <a:pt x="16" y="29"/>
                  </a:cubicBezTo>
                  <a:close/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00" name="Freeform 1579">
              <a:extLst>
                <a:ext uri="{FF2B5EF4-FFF2-40B4-BE49-F238E27FC236}">
                  <a16:creationId xmlns:a16="http://schemas.microsoft.com/office/drawing/2014/main" id="{7C01A1C8-B9A8-440C-A961-EEE0BE794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292"/>
              <a:ext cx="24" cy="88"/>
            </a:xfrm>
            <a:custGeom>
              <a:avLst/>
              <a:gdLst>
                <a:gd name="T0" fmla="*/ 7 w 13"/>
                <a:gd name="T1" fmla="*/ 0 h 47"/>
                <a:gd name="T2" fmla="*/ 0 w 13"/>
                <a:gd name="T3" fmla="*/ 45 h 47"/>
                <a:gd name="T4" fmla="*/ 7 w 13"/>
                <a:gd name="T5" fmla="*/ 157 h 47"/>
                <a:gd name="T6" fmla="*/ 52 w 13"/>
                <a:gd name="T7" fmla="*/ 270 h 47"/>
                <a:gd name="T8" fmla="*/ 81 w 13"/>
                <a:gd name="T9" fmla="*/ 309 h 47"/>
                <a:gd name="T10" fmla="*/ 81 w 13"/>
                <a:gd name="T11" fmla="*/ 288 h 47"/>
                <a:gd name="T12" fmla="*/ 76 w 13"/>
                <a:gd name="T13" fmla="*/ 225 h 47"/>
                <a:gd name="T14" fmla="*/ 61 w 13"/>
                <a:gd name="T15" fmla="*/ 120 h 47"/>
                <a:gd name="T16" fmla="*/ 44 w 13"/>
                <a:gd name="T17" fmla="*/ 60 h 47"/>
                <a:gd name="T18" fmla="*/ 37 w 13"/>
                <a:gd name="T19" fmla="*/ 24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47">
                  <a:moveTo>
                    <a:pt x="1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0" y="13"/>
                    <a:pt x="0" y="18"/>
                    <a:pt x="1" y="24"/>
                  </a:cubicBezTo>
                  <a:cubicBezTo>
                    <a:pt x="2" y="30"/>
                    <a:pt x="4" y="36"/>
                    <a:pt x="8" y="41"/>
                  </a:cubicBezTo>
                  <a:cubicBezTo>
                    <a:pt x="10" y="43"/>
                    <a:pt x="12" y="44"/>
                    <a:pt x="13" y="47"/>
                  </a:cubicBezTo>
                  <a:cubicBezTo>
                    <a:pt x="13" y="46"/>
                    <a:pt x="13" y="45"/>
                    <a:pt x="13" y="44"/>
                  </a:cubicBezTo>
                  <a:cubicBezTo>
                    <a:pt x="13" y="41"/>
                    <a:pt x="12" y="37"/>
                    <a:pt x="12" y="34"/>
                  </a:cubicBezTo>
                  <a:cubicBezTo>
                    <a:pt x="11" y="28"/>
                    <a:pt x="10" y="23"/>
                    <a:pt x="10" y="18"/>
                  </a:cubicBezTo>
                  <a:cubicBezTo>
                    <a:pt x="9" y="15"/>
                    <a:pt x="8" y="12"/>
                    <a:pt x="7" y="9"/>
                  </a:cubicBezTo>
                  <a:cubicBezTo>
                    <a:pt x="7" y="8"/>
                    <a:pt x="5" y="5"/>
                    <a:pt x="6" y="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01" name="Freeform 1580">
              <a:extLst>
                <a:ext uri="{FF2B5EF4-FFF2-40B4-BE49-F238E27FC236}">
                  <a16:creationId xmlns:a16="http://schemas.microsoft.com/office/drawing/2014/main" id="{E6B6A8F4-A6D5-4080-A8F2-C913253FB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251"/>
              <a:ext cx="23" cy="66"/>
            </a:xfrm>
            <a:custGeom>
              <a:avLst/>
              <a:gdLst>
                <a:gd name="T0" fmla="*/ 0 w 12"/>
                <a:gd name="T1" fmla="*/ 0 h 35"/>
                <a:gd name="T2" fmla="*/ 15 w 12"/>
                <a:gd name="T3" fmla="*/ 53 h 35"/>
                <a:gd name="T4" fmla="*/ 44 w 12"/>
                <a:gd name="T5" fmla="*/ 160 h 35"/>
                <a:gd name="T6" fmla="*/ 84 w 12"/>
                <a:gd name="T7" fmla="*/ 23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0" y="2"/>
                    <a:pt x="2" y="6"/>
                    <a:pt x="2" y="8"/>
                  </a:cubicBezTo>
                  <a:cubicBezTo>
                    <a:pt x="2" y="14"/>
                    <a:pt x="4" y="19"/>
                    <a:pt x="6" y="24"/>
                  </a:cubicBezTo>
                  <a:cubicBezTo>
                    <a:pt x="8" y="28"/>
                    <a:pt x="10" y="31"/>
                    <a:pt x="12" y="3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02" name="Freeform 1581">
              <a:extLst>
                <a:ext uri="{FF2B5EF4-FFF2-40B4-BE49-F238E27FC236}">
                  <a16:creationId xmlns:a16="http://schemas.microsoft.com/office/drawing/2014/main" id="{BC15A5E7-6C80-4553-AD25-EF74B01C9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216"/>
              <a:ext cx="20" cy="108"/>
            </a:xfrm>
            <a:custGeom>
              <a:avLst/>
              <a:gdLst>
                <a:gd name="T0" fmla="*/ 7 w 11"/>
                <a:gd name="T1" fmla="*/ 374 h 58"/>
                <a:gd name="T2" fmla="*/ 24 w 11"/>
                <a:gd name="T3" fmla="*/ 361 h 58"/>
                <a:gd name="T4" fmla="*/ 44 w 11"/>
                <a:gd name="T5" fmla="*/ 330 h 58"/>
                <a:gd name="T6" fmla="*/ 60 w 11"/>
                <a:gd name="T7" fmla="*/ 212 h 58"/>
                <a:gd name="T8" fmla="*/ 65 w 11"/>
                <a:gd name="T9" fmla="*/ 112 h 58"/>
                <a:gd name="T10" fmla="*/ 0 w 11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58">
                  <a:moveTo>
                    <a:pt x="1" y="58"/>
                  </a:moveTo>
                  <a:cubicBezTo>
                    <a:pt x="2" y="57"/>
                    <a:pt x="3" y="56"/>
                    <a:pt x="4" y="56"/>
                  </a:cubicBezTo>
                  <a:cubicBezTo>
                    <a:pt x="5" y="54"/>
                    <a:pt x="6" y="52"/>
                    <a:pt x="7" y="51"/>
                  </a:cubicBezTo>
                  <a:cubicBezTo>
                    <a:pt x="10" y="46"/>
                    <a:pt x="9" y="39"/>
                    <a:pt x="10" y="33"/>
                  </a:cubicBezTo>
                  <a:cubicBezTo>
                    <a:pt x="11" y="27"/>
                    <a:pt x="11" y="22"/>
                    <a:pt x="11" y="17"/>
                  </a:cubicBezTo>
                  <a:cubicBezTo>
                    <a:pt x="9" y="7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03" name="Freeform 1582">
              <a:extLst>
                <a:ext uri="{FF2B5EF4-FFF2-40B4-BE49-F238E27FC236}">
                  <a16:creationId xmlns:a16="http://schemas.microsoft.com/office/drawing/2014/main" id="{A8DDECB2-DA4A-452F-919B-2E4D46DD3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302"/>
              <a:ext cx="37" cy="48"/>
            </a:xfrm>
            <a:custGeom>
              <a:avLst/>
              <a:gdLst>
                <a:gd name="T0" fmla="*/ 0 w 20"/>
                <a:gd name="T1" fmla="*/ 0 h 26"/>
                <a:gd name="T2" fmla="*/ 89 w 20"/>
                <a:gd name="T3" fmla="*/ 140 h 26"/>
                <a:gd name="T4" fmla="*/ 126 w 20"/>
                <a:gd name="T5" fmla="*/ 16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3" y="8"/>
                    <a:pt x="6" y="17"/>
                    <a:pt x="14" y="22"/>
                  </a:cubicBezTo>
                  <a:cubicBezTo>
                    <a:pt x="16" y="24"/>
                    <a:pt x="18" y="25"/>
                    <a:pt x="20" y="2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04" name="Freeform 1583">
              <a:extLst>
                <a:ext uri="{FF2B5EF4-FFF2-40B4-BE49-F238E27FC236}">
                  <a16:creationId xmlns:a16="http://schemas.microsoft.com/office/drawing/2014/main" id="{10F57C74-2AC2-4A02-BB83-06F53BE3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365"/>
              <a:ext cx="25" cy="94"/>
            </a:xfrm>
            <a:custGeom>
              <a:avLst/>
              <a:gdLst>
                <a:gd name="T0" fmla="*/ 8 w 13"/>
                <a:gd name="T1" fmla="*/ 28 h 50"/>
                <a:gd name="T2" fmla="*/ 0 w 13"/>
                <a:gd name="T3" fmla="*/ 137 h 50"/>
                <a:gd name="T4" fmla="*/ 29 w 13"/>
                <a:gd name="T5" fmla="*/ 258 h 50"/>
                <a:gd name="T6" fmla="*/ 56 w 13"/>
                <a:gd name="T7" fmla="*/ 333 h 50"/>
                <a:gd name="T8" fmla="*/ 63 w 13"/>
                <a:gd name="T9" fmla="*/ 100 h 50"/>
                <a:gd name="T10" fmla="*/ 29 w 13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50">
                  <a:moveTo>
                    <a:pt x="1" y="4"/>
                  </a:moveTo>
                  <a:cubicBezTo>
                    <a:pt x="0" y="10"/>
                    <a:pt x="0" y="16"/>
                    <a:pt x="0" y="21"/>
                  </a:cubicBezTo>
                  <a:cubicBezTo>
                    <a:pt x="1" y="27"/>
                    <a:pt x="3" y="33"/>
                    <a:pt x="4" y="39"/>
                  </a:cubicBezTo>
                  <a:cubicBezTo>
                    <a:pt x="5" y="42"/>
                    <a:pt x="5" y="48"/>
                    <a:pt x="8" y="50"/>
                  </a:cubicBezTo>
                  <a:cubicBezTo>
                    <a:pt x="13" y="39"/>
                    <a:pt x="10" y="26"/>
                    <a:pt x="9" y="15"/>
                  </a:cubicBezTo>
                  <a:cubicBezTo>
                    <a:pt x="8" y="10"/>
                    <a:pt x="6" y="5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05" name="Freeform 1584">
              <a:extLst>
                <a:ext uri="{FF2B5EF4-FFF2-40B4-BE49-F238E27FC236}">
                  <a16:creationId xmlns:a16="http://schemas.microsoft.com/office/drawing/2014/main" id="{A9B9E4FC-0100-465C-87D6-C191E99E7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320"/>
              <a:ext cx="19" cy="86"/>
            </a:xfrm>
            <a:custGeom>
              <a:avLst/>
              <a:gdLst>
                <a:gd name="T0" fmla="*/ 29 w 10"/>
                <a:gd name="T1" fmla="*/ 301 h 46"/>
                <a:gd name="T2" fmla="*/ 0 w 10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4" y="46"/>
                  </a:moveTo>
                  <a:cubicBezTo>
                    <a:pt x="10" y="32"/>
                    <a:pt x="8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06" name="Freeform 1585">
              <a:extLst>
                <a:ext uri="{FF2B5EF4-FFF2-40B4-BE49-F238E27FC236}">
                  <a16:creationId xmlns:a16="http://schemas.microsoft.com/office/drawing/2014/main" id="{8A3B4A8B-982E-4713-858A-97FCEE688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326"/>
              <a:ext cx="13" cy="60"/>
            </a:xfrm>
            <a:custGeom>
              <a:avLst/>
              <a:gdLst>
                <a:gd name="T0" fmla="*/ 20 w 7"/>
                <a:gd name="T1" fmla="*/ 0 h 32"/>
                <a:gd name="T2" fmla="*/ 24 w 7"/>
                <a:gd name="T3" fmla="*/ 133 h 32"/>
                <a:gd name="T4" fmla="*/ 0 w 7"/>
                <a:gd name="T5" fmla="*/ 2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3" y="0"/>
                  </a:moveTo>
                  <a:cubicBezTo>
                    <a:pt x="7" y="5"/>
                    <a:pt x="5" y="14"/>
                    <a:pt x="4" y="20"/>
                  </a:cubicBezTo>
                  <a:cubicBezTo>
                    <a:pt x="3" y="22"/>
                    <a:pt x="2" y="31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07" name="Freeform 1586">
              <a:extLst>
                <a:ext uri="{FF2B5EF4-FFF2-40B4-BE49-F238E27FC236}">
                  <a16:creationId xmlns:a16="http://schemas.microsoft.com/office/drawing/2014/main" id="{9DE11CFA-8DB5-4381-BC20-2A80EDDCA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369"/>
              <a:ext cx="24" cy="80"/>
            </a:xfrm>
            <a:custGeom>
              <a:avLst/>
              <a:gdLst>
                <a:gd name="T0" fmla="*/ 52 w 13"/>
                <a:gd name="T1" fmla="*/ 0 h 43"/>
                <a:gd name="T2" fmla="*/ 81 w 13"/>
                <a:gd name="T3" fmla="*/ 277 h 43"/>
                <a:gd name="T4" fmla="*/ 0 w 13"/>
                <a:gd name="T5" fmla="*/ 12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3">
                  <a:moveTo>
                    <a:pt x="8" y="0"/>
                  </a:moveTo>
                  <a:cubicBezTo>
                    <a:pt x="13" y="14"/>
                    <a:pt x="13" y="28"/>
                    <a:pt x="13" y="43"/>
                  </a:cubicBezTo>
                  <a:cubicBezTo>
                    <a:pt x="10" y="35"/>
                    <a:pt x="2" y="29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08" name="Freeform 1587">
              <a:extLst>
                <a:ext uri="{FF2B5EF4-FFF2-40B4-BE49-F238E27FC236}">
                  <a16:creationId xmlns:a16="http://schemas.microsoft.com/office/drawing/2014/main" id="{2C224C25-D092-4398-A490-0F4C80CB5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347"/>
              <a:ext cx="23" cy="89"/>
            </a:xfrm>
            <a:custGeom>
              <a:avLst/>
              <a:gdLst>
                <a:gd name="T0" fmla="*/ 44 w 12"/>
                <a:gd name="T1" fmla="*/ 0 h 48"/>
                <a:gd name="T2" fmla="*/ 36 w 12"/>
                <a:gd name="T3" fmla="*/ 224 h 48"/>
                <a:gd name="T4" fmla="*/ 0 w 12"/>
                <a:gd name="T5" fmla="*/ 30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8">
                  <a:moveTo>
                    <a:pt x="6" y="0"/>
                  </a:moveTo>
                  <a:cubicBezTo>
                    <a:pt x="12" y="8"/>
                    <a:pt x="8" y="26"/>
                    <a:pt x="5" y="35"/>
                  </a:cubicBezTo>
                  <a:cubicBezTo>
                    <a:pt x="3" y="40"/>
                    <a:pt x="3" y="44"/>
                    <a:pt x="0" y="4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09" name="Freeform 1588">
              <a:extLst>
                <a:ext uri="{FF2B5EF4-FFF2-40B4-BE49-F238E27FC236}">
                  <a16:creationId xmlns:a16="http://schemas.microsoft.com/office/drawing/2014/main" id="{072121AC-F38E-4868-8CAD-CFCFB548A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369"/>
              <a:ext cx="30" cy="109"/>
            </a:xfrm>
            <a:custGeom>
              <a:avLst/>
              <a:gdLst>
                <a:gd name="T0" fmla="*/ 15 w 16"/>
                <a:gd name="T1" fmla="*/ 0 h 58"/>
                <a:gd name="T2" fmla="*/ 8 w 16"/>
                <a:gd name="T3" fmla="*/ 92 h 58"/>
                <a:gd name="T4" fmla="*/ 21 w 16"/>
                <a:gd name="T5" fmla="*/ 220 h 58"/>
                <a:gd name="T6" fmla="*/ 105 w 16"/>
                <a:gd name="T7" fmla="*/ 385 h 58"/>
                <a:gd name="T8" fmla="*/ 99 w 16"/>
                <a:gd name="T9" fmla="*/ 304 h 58"/>
                <a:gd name="T10" fmla="*/ 73 w 16"/>
                <a:gd name="T11" fmla="*/ 160 h 58"/>
                <a:gd name="T12" fmla="*/ 39 w 16"/>
                <a:gd name="T13" fmla="*/ 32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8">
                  <a:moveTo>
                    <a:pt x="2" y="0"/>
                  </a:moveTo>
                  <a:cubicBezTo>
                    <a:pt x="2" y="5"/>
                    <a:pt x="0" y="9"/>
                    <a:pt x="1" y="14"/>
                  </a:cubicBezTo>
                  <a:cubicBezTo>
                    <a:pt x="1" y="20"/>
                    <a:pt x="1" y="27"/>
                    <a:pt x="3" y="33"/>
                  </a:cubicBezTo>
                  <a:cubicBezTo>
                    <a:pt x="4" y="41"/>
                    <a:pt x="10" y="52"/>
                    <a:pt x="16" y="58"/>
                  </a:cubicBezTo>
                  <a:cubicBezTo>
                    <a:pt x="15" y="54"/>
                    <a:pt x="15" y="49"/>
                    <a:pt x="15" y="46"/>
                  </a:cubicBezTo>
                  <a:cubicBezTo>
                    <a:pt x="15" y="38"/>
                    <a:pt x="13" y="31"/>
                    <a:pt x="11" y="24"/>
                  </a:cubicBezTo>
                  <a:cubicBezTo>
                    <a:pt x="10" y="18"/>
                    <a:pt x="8" y="12"/>
                    <a:pt x="6" y="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10" name="Freeform 1589">
              <a:extLst>
                <a:ext uri="{FF2B5EF4-FFF2-40B4-BE49-F238E27FC236}">
                  <a16:creationId xmlns:a16="http://schemas.microsoft.com/office/drawing/2014/main" id="{030AACC3-0882-4DD8-A004-F2C8169FD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446"/>
              <a:ext cx="33" cy="76"/>
            </a:xfrm>
            <a:custGeom>
              <a:avLst/>
              <a:gdLst>
                <a:gd name="T0" fmla="*/ 13 w 18"/>
                <a:gd name="T1" fmla="*/ 44 h 41"/>
                <a:gd name="T2" fmla="*/ 37 w 18"/>
                <a:gd name="T3" fmla="*/ 261 h 41"/>
                <a:gd name="T4" fmla="*/ 57 w 18"/>
                <a:gd name="T5" fmla="*/ 202 h 41"/>
                <a:gd name="T6" fmla="*/ 81 w 18"/>
                <a:gd name="T7" fmla="*/ 104 h 41"/>
                <a:gd name="T8" fmla="*/ 105 w 18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1">
                  <a:moveTo>
                    <a:pt x="2" y="7"/>
                  </a:moveTo>
                  <a:cubicBezTo>
                    <a:pt x="1" y="17"/>
                    <a:pt x="0" y="33"/>
                    <a:pt x="6" y="41"/>
                  </a:cubicBezTo>
                  <a:cubicBezTo>
                    <a:pt x="8" y="39"/>
                    <a:pt x="8" y="35"/>
                    <a:pt x="9" y="32"/>
                  </a:cubicBezTo>
                  <a:cubicBezTo>
                    <a:pt x="10" y="27"/>
                    <a:pt x="12" y="22"/>
                    <a:pt x="13" y="16"/>
                  </a:cubicBezTo>
                  <a:cubicBezTo>
                    <a:pt x="14" y="11"/>
                    <a:pt x="18" y="5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11" name="Freeform 1590">
              <a:extLst>
                <a:ext uri="{FF2B5EF4-FFF2-40B4-BE49-F238E27FC236}">
                  <a16:creationId xmlns:a16="http://schemas.microsoft.com/office/drawing/2014/main" id="{31DE2C15-131A-48BC-B6CB-27146AEB4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446"/>
              <a:ext cx="29" cy="63"/>
            </a:xfrm>
            <a:custGeom>
              <a:avLst/>
              <a:gdLst>
                <a:gd name="T0" fmla="*/ 13 w 16"/>
                <a:gd name="T1" fmla="*/ 0 h 34"/>
                <a:gd name="T2" fmla="*/ 7 w 16"/>
                <a:gd name="T3" fmla="*/ 96 h 34"/>
                <a:gd name="T4" fmla="*/ 44 w 16"/>
                <a:gd name="T5" fmla="*/ 217 h 34"/>
                <a:gd name="T6" fmla="*/ 82 w 16"/>
                <a:gd name="T7" fmla="*/ 128 h 34"/>
                <a:gd name="T8" fmla="*/ 89 w 16"/>
                <a:gd name="T9" fmla="*/ 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2" y="0"/>
                  </a:moveTo>
                  <a:cubicBezTo>
                    <a:pt x="2" y="5"/>
                    <a:pt x="0" y="10"/>
                    <a:pt x="1" y="15"/>
                  </a:cubicBezTo>
                  <a:cubicBezTo>
                    <a:pt x="2" y="20"/>
                    <a:pt x="3" y="30"/>
                    <a:pt x="7" y="34"/>
                  </a:cubicBezTo>
                  <a:cubicBezTo>
                    <a:pt x="7" y="29"/>
                    <a:pt x="13" y="25"/>
                    <a:pt x="14" y="20"/>
                  </a:cubicBezTo>
                  <a:cubicBezTo>
                    <a:pt x="16" y="15"/>
                    <a:pt x="14" y="11"/>
                    <a:pt x="15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12" name="Freeform 1591">
              <a:extLst>
                <a:ext uri="{FF2B5EF4-FFF2-40B4-BE49-F238E27FC236}">
                  <a16:creationId xmlns:a16="http://schemas.microsoft.com/office/drawing/2014/main" id="{6A5918BC-A6F6-445A-A1B5-F10BE8308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519"/>
              <a:ext cx="24" cy="82"/>
            </a:xfrm>
            <a:custGeom>
              <a:avLst/>
              <a:gdLst>
                <a:gd name="T0" fmla="*/ 0 w 13"/>
                <a:gd name="T1" fmla="*/ 7 h 44"/>
                <a:gd name="T2" fmla="*/ 20 w 13"/>
                <a:gd name="T3" fmla="*/ 164 h 44"/>
                <a:gd name="T4" fmla="*/ 61 w 13"/>
                <a:gd name="T5" fmla="*/ 285 h 44"/>
                <a:gd name="T6" fmla="*/ 76 w 13"/>
                <a:gd name="T7" fmla="*/ 240 h 44"/>
                <a:gd name="T8" fmla="*/ 57 w 13"/>
                <a:gd name="T9" fmla="*/ 97 h 44"/>
                <a:gd name="T10" fmla="*/ 13 w 13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4">
                  <a:moveTo>
                    <a:pt x="0" y="1"/>
                  </a:moveTo>
                  <a:cubicBezTo>
                    <a:pt x="0" y="9"/>
                    <a:pt x="1" y="17"/>
                    <a:pt x="3" y="25"/>
                  </a:cubicBezTo>
                  <a:cubicBezTo>
                    <a:pt x="5" y="32"/>
                    <a:pt x="5" y="38"/>
                    <a:pt x="10" y="44"/>
                  </a:cubicBezTo>
                  <a:cubicBezTo>
                    <a:pt x="10" y="41"/>
                    <a:pt x="11" y="39"/>
                    <a:pt x="12" y="37"/>
                  </a:cubicBezTo>
                  <a:cubicBezTo>
                    <a:pt x="13" y="30"/>
                    <a:pt x="11" y="21"/>
                    <a:pt x="9" y="15"/>
                  </a:cubicBezTo>
                  <a:cubicBezTo>
                    <a:pt x="7" y="10"/>
                    <a:pt x="2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13" name="Freeform 1592">
              <a:extLst>
                <a:ext uri="{FF2B5EF4-FFF2-40B4-BE49-F238E27FC236}">
                  <a16:creationId xmlns:a16="http://schemas.microsoft.com/office/drawing/2014/main" id="{93ADD464-B212-4BEC-9C5D-0D4181A1B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507"/>
              <a:ext cx="10" cy="73"/>
            </a:xfrm>
            <a:custGeom>
              <a:avLst/>
              <a:gdLst>
                <a:gd name="T0" fmla="*/ 32 w 5"/>
                <a:gd name="T1" fmla="*/ 0 h 39"/>
                <a:gd name="T2" fmla="*/ 32 w 5"/>
                <a:gd name="T3" fmla="*/ 182 h 39"/>
                <a:gd name="T4" fmla="*/ 0 w 5"/>
                <a:gd name="T5" fmla="*/ 25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9">
                  <a:moveTo>
                    <a:pt x="4" y="0"/>
                  </a:moveTo>
                  <a:cubicBezTo>
                    <a:pt x="4" y="9"/>
                    <a:pt x="5" y="19"/>
                    <a:pt x="4" y="28"/>
                  </a:cubicBezTo>
                  <a:cubicBezTo>
                    <a:pt x="4" y="31"/>
                    <a:pt x="4" y="38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14" name="Freeform 1593">
              <a:extLst>
                <a:ext uri="{FF2B5EF4-FFF2-40B4-BE49-F238E27FC236}">
                  <a16:creationId xmlns:a16="http://schemas.microsoft.com/office/drawing/2014/main" id="{FE94200C-F026-43D4-A2C0-D6821C8BF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481"/>
              <a:ext cx="20" cy="83"/>
            </a:xfrm>
            <a:custGeom>
              <a:avLst/>
              <a:gdLst>
                <a:gd name="T0" fmla="*/ 0 w 11"/>
                <a:gd name="T1" fmla="*/ 296 h 44"/>
                <a:gd name="T2" fmla="*/ 60 w 11"/>
                <a:gd name="T3" fmla="*/ 100 h 44"/>
                <a:gd name="T4" fmla="*/ 49 w 11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4">
                  <a:moveTo>
                    <a:pt x="0" y="44"/>
                  </a:moveTo>
                  <a:cubicBezTo>
                    <a:pt x="6" y="36"/>
                    <a:pt x="11" y="25"/>
                    <a:pt x="10" y="15"/>
                  </a:cubicBezTo>
                  <a:cubicBezTo>
                    <a:pt x="9" y="10"/>
                    <a:pt x="8" y="5"/>
                    <a:pt x="8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15" name="Freeform 1594">
              <a:extLst>
                <a:ext uri="{FF2B5EF4-FFF2-40B4-BE49-F238E27FC236}">
                  <a16:creationId xmlns:a16="http://schemas.microsoft.com/office/drawing/2014/main" id="{F8AB7032-B746-4C06-A596-E54F9698E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459"/>
              <a:ext cx="33" cy="90"/>
            </a:xfrm>
            <a:custGeom>
              <a:avLst/>
              <a:gdLst>
                <a:gd name="T0" fmla="*/ 7 w 18"/>
                <a:gd name="T1" fmla="*/ 0 h 48"/>
                <a:gd name="T2" fmla="*/ 7 w 18"/>
                <a:gd name="T3" fmla="*/ 53 h 48"/>
                <a:gd name="T4" fmla="*/ 24 w 18"/>
                <a:gd name="T5" fmla="*/ 158 h 48"/>
                <a:gd name="T6" fmla="*/ 97 w 18"/>
                <a:gd name="T7" fmla="*/ 317 h 48"/>
                <a:gd name="T8" fmla="*/ 97 w 18"/>
                <a:gd name="T9" fmla="*/ 264 h 48"/>
                <a:gd name="T10" fmla="*/ 88 w 18"/>
                <a:gd name="T11" fmla="*/ 165 h 48"/>
                <a:gd name="T12" fmla="*/ 51 w 18"/>
                <a:gd name="T13" fmla="*/ 53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8">
                  <a:moveTo>
                    <a:pt x="1" y="0"/>
                  </a:moveTo>
                  <a:cubicBezTo>
                    <a:pt x="1" y="3"/>
                    <a:pt x="0" y="6"/>
                    <a:pt x="1" y="8"/>
                  </a:cubicBezTo>
                  <a:cubicBezTo>
                    <a:pt x="1" y="14"/>
                    <a:pt x="3" y="19"/>
                    <a:pt x="4" y="24"/>
                  </a:cubicBezTo>
                  <a:cubicBezTo>
                    <a:pt x="7" y="32"/>
                    <a:pt x="11" y="41"/>
                    <a:pt x="16" y="48"/>
                  </a:cubicBezTo>
                  <a:cubicBezTo>
                    <a:pt x="18" y="46"/>
                    <a:pt x="16" y="42"/>
                    <a:pt x="16" y="40"/>
                  </a:cubicBezTo>
                  <a:cubicBezTo>
                    <a:pt x="15" y="35"/>
                    <a:pt x="15" y="30"/>
                    <a:pt x="14" y="25"/>
                  </a:cubicBezTo>
                  <a:cubicBezTo>
                    <a:pt x="12" y="19"/>
                    <a:pt x="10" y="14"/>
                    <a:pt x="8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16" name="Freeform 1595">
              <a:extLst>
                <a:ext uri="{FF2B5EF4-FFF2-40B4-BE49-F238E27FC236}">
                  <a16:creationId xmlns:a16="http://schemas.microsoft.com/office/drawing/2014/main" id="{D6EDA498-3EAA-4EDA-92B8-03D4E57E6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500"/>
              <a:ext cx="23" cy="51"/>
            </a:xfrm>
            <a:custGeom>
              <a:avLst/>
              <a:gdLst>
                <a:gd name="T0" fmla="*/ 0 w 12"/>
                <a:gd name="T1" fmla="*/ 0 h 27"/>
                <a:gd name="T2" fmla="*/ 84 w 12"/>
                <a:gd name="T3" fmla="*/ 181 h 27"/>
                <a:gd name="T4" fmla="*/ 77 w 12"/>
                <a:gd name="T5" fmla="*/ 4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0" y="0"/>
                  </a:moveTo>
                  <a:cubicBezTo>
                    <a:pt x="0" y="9"/>
                    <a:pt x="3" y="23"/>
                    <a:pt x="12" y="27"/>
                  </a:cubicBezTo>
                  <a:cubicBezTo>
                    <a:pt x="10" y="22"/>
                    <a:pt x="10" y="12"/>
                    <a:pt x="11" y="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17" name="Freeform 1596">
              <a:extLst>
                <a:ext uri="{FF2B5EF4-FFF2-40B4-BE49-F238E27FC236}">
                  <a16:creationId xmlns:a16="http://schemas.microsoft.com/office/drawing/2014/main" id="{DD0C048F-68B3-4279-992C-CBEF147C9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191"/>
              <a:ext cx="7" cy="32"/>
            </a:xfrm>
            <a:custGeom>
              <a:avLst/>
              <a:gdLst>
                <a:gd name="T0" fmla="*/ 0 w 4"/>
                <a:gd name="T1" fmla="*/ 0 h 17"/>
                <a:gd name="T2" fmla="*/ 21 w 4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2" y="9"/>
                    <a:pt x="4" y="17"/>
                    <a:pt x="4" y="1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18" name="Freeform 1597">
              <a:extLst>
                <a:ext uri="{FF2B5EF4-FFF2-40B4-BE49-F238E27FC236}">
                  <a16:creationId xmlns:a16="http://schemas.microsoft.com/office/drawing/2014/main" id="{62500D31-CEFD-449A-BBBF-EFF9D4B2D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193"/>
              <a:ext cx="12" cy="75"/>
            </a:xfrm>
            <a:custGeom>
              <a:avLst/>
              <a:gdLst>
                <a:gd name="T0" fmla="*/ 0 w 6"/>
                <a:gd name="T1" fmla="*/ 0 h 40"/>
                <a:gd name="T2" fmla="*/ 40 w 6"/>
                <a:gd name="T3" fmla="*/ 26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0">
                  <a:moveTo>
                    <a:pt x="0" y="0"/>
                  </a:moveTo>
                  <a:cubicBezTo>
                    <a:pt x="5" y="10"/>
                    <a:pt x="6" y="31"/>
                    <a:pt x="5" y="4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19" name="Freeform 1598">
              <a:extLst>
                <a:ext uri="{FF2B5EF4-FFF2-40B4-BE49-F238E27FC236}">
                  <a16:creationId xmlns:a16="http://schemas.microsoft.com/office/drawing/2014/main" id="{1E463FC3-EB1E-4286-84A2-D9458C89C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191"/>
              <a:ext cx="8" cy="68"/>
            </a:xfrm>
            <a:custGeom>
              <a:avLst/>
              <a:gdLst>
                <a:gd name="T0" fmla="*/ 0 w 4"/>
                <a:gd name="T1" fmla="*/ 242 h 36"/>
                <a:gd name="T2" fmla="*/ 8 w 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0" y="36"/>
                  </a:moveTo>
                  <a:cubicBezTo>
                    <a:pt x="3" y="22"/>
                    <a:pt x="4" y="8"/>
                    <a:pt x="1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20" name="Freeform 1599">
              <a:extLst>
                <a:ext uri="{FF2B5EF4-FFF2-40B4-BE49-F238E27FC236}">
                  <a16:creationId xmlns:a16="http://schemas.microsoft.com/office/drawing/2014/main" id="{C3AE7C0F-A481-4483-8BBE-02D82759F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579"/>
              <a:ext cx="26" cy="82"/>
            </a:xfrm>
            <a:custGeom>
              <a:avLst/>
              <a:gdLst>
                <a:gd name="T0" fmla="*/ 0 w 14"/>
                <a:gd name="T1" fmla="*/ 73 h 44"/>
                <a:gd name="T2" fmla="*/ 52 w 14"/>
                <a:gd name="T3" fmla="*/ 285 h 44"/>
                <a:gd name="T4" fmla="*/ 59 w 14"/>
                <a:gd name="T5" fmla="*/ 226 h 44"/>
                <a:gd name="T6" fmla="*/ 84 w 14"/>
                <a:gd name="T7" fmla="*/ 121 h 44"/>
                <a:gd name="T8" fmla="*/ 45 w 14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4">
                  <a:moveTo>
                    <a:pt x="0" y="11"/>
                  </a:moveTo>
                  <a:cubicBezTo>
                    <a:pt x="0" y="21"/>
                    <a:pt x="1" y="36"/>
                    <a:pt x="8" y="44"/>
                  </a:cubicBezTo>
                  <a:cubicBezTo>
                    <a:pt x="9" y="41"/>
                    <a:pt x="9" y="38"/>
                    <a:pt x="9" y="35"/>
                  </a:cubicBezTo>
                  <a:cubicBezTo>
                    <a:pt x="10" y="30"/>
                    <a:pt x="12" y="24"/>
                    <a:pt x="13" y="19"/>
                  </a:cubicBezTo>
                  <a:cubicBezTo>
                    <a:pt x="14" y="13"/>
                    <a:pt x="9" y="6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21" name="Freeform 1600">
              <a:extLst>
                <a:ext uri="{FF2B5EF4-FFF2-40B4-BE49-F238E27FC236}">
                  <a16:creationId xmlns:a16="http://schemas.microsoft.com/office/drawing/2014/main" id="{E91D330A-79F7-4406-8035-8EAB8B2A5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657"/>
              <a:ext cx="26" cy="81"/>
            </a:xfrm>
            <a:custGeom>
              <a:avLst/>
              <a:gdLst>
                <a:gd name="T0" fmla="*/ 0 w 14"/>
                <a:gd name="T1" fmla="*/ 8 h 43"/>
                <a:gd name="T2" fmla="*/ 24 w 14"/>
                <a:gd name="T3" fmla="*/ 168 h 43"/>
                <a:gd name="T4" fmla="*/ 69 w 14"/>
                <a:gd name="T5" fmla="*/ 288 h 43"/>
                <a:gd name="T6" fmla="*/ 84 w 14"/>
                <a:gd name="T7" fmla="*/ 241 h 43"/>
                <a:gd name="T8" fmla="*/ 59 w 14"/>
                <a:gd name="T9" fmla="*/ 92 h 43"/>
                <a:gd name="T10" fmla="*/ 7 w 14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3">
                  <a:moveTo>
                    <a:pt x="0" y="1"/>
                  </a:moveTo>
                  <a:cubicBezTo>
                    <a:pt x="0" y="9"/>
                    <a:pt x="1" y="17"/>
                    <a:pt x="4" y="25"/>
                  </a:cubicBezTo>
                  <a:cubicBezTo>
                    <a:pt x="6" y="31"/>
                    <a:pt x="7" y="38"/>
                    <a:pt x="11" y="43"/>
                  </a:cubicBezTo>
                  <a:cubicBezTo>
                    <a:pt x="12" y="41"/>
                    <a:pt x="13" y="38"/>
                    <a:pt x="13" y="36"/>
                  </a:cubicBezTo>
                  <a:cubicBezTo>
                    <a:pt x="14" y="29"/>
                    <a:pt x="11" y="20"/>
                    <a:pt x="9" y="14"/>
                  </a:cubicBezTo>
                  <a:cubicBezTo>
                    <a:pt x="7" y="10"/>
                    <a:pt x="2" y="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22" name="Freeform 1601">
              <a:extLst>
                <a:ext uri="{FF2B5EF4-FFF2-40B4-BE49-F238E27FC236}">
                  <a16:creationId xmlns:a16="http://schemas.microsoft.com/office/drawing/2014/main" id="{447F42A7-7AED-49DF-8262-B8F93545D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644"/>
              <a:ext cx="6" cy="75"/>
            </a:xfrm>
            <a:custGeom>
              <a:avLst/>
              <a:gdLst>
                <a:gd name="T0" fmla="*/ 8 w 3"/>
                <a:gd name="T1" fmla="*/ 0 h 40"/>
                <a:gd name="T2" fmla="*/ 24 w 3"/>
                <a:gd name="T3" fmla="*/ 186 h 40"/>
                <a:gd name="T4" fmla="*/ 0 w 3"/>
                <a:gd name="T5" fmla="*/ 26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0">
                  <a:moveTo>
                    <a:pt x="1" y="0"/>
                  </a:moveTo>
                  <a:cubicBezTo>
                    <a:pt x="1" y="9"/>
                    <a:pt x="3" y="18"/>
                    <a:pt x="3" y="28"/>
                  </a:cubicBezTo>
                  <a:cubicBezTo>
                    <a:pt x="3" y="31"/>
                    <a:pt x="3" y="38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23" name="Freeform 1602">
              <a:extLst>
                <a:ext uri="{FF2B5EF4-FFF2-40B4-BE49-F238E27FC236}">
                  <a16:creationId xmlns:a16="http://schemas.microsoft.com/office/drawing/2014/main" id="{404FCB23-858C-42BD-B3A6-6C1C3C470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618"/>
              <a:ext cx="20" cy="82"/>
            </a:xfrm>
            <a:custGeom>
              <a:avLst/>
              <a:gdLst>
                <a:gd name="T0" fmla="*/ 0 w 11"/>
                <a:gd name="T1" fmla="*/ 285 h 44"/>
                <a:gd name="T2" fmla="*/ 53 w 11"/>
                <a:gd name="T3" fmla="*/ 89 h 44"/>
                <a:gd name="T4" fmla="*/ 36 w 11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4">
                  <a:moveTo>
                    <a:pt x="0" y="44"/>
                  </a:moveTo>
                  <a:cubicBezTo>
                    <a:pt x="6" y="36"/>
                    <a:pt x="11" y="25"/>
                    <a:pt x="9" y="14"/>
                  </a:cubicBezTo>
                  <a:cubicBezTo>
                    <a:pt x="8" y="10"/>
                    <a:pt x="6" y="5"/>
                    <a:pt x="6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24" name="Freeform 1603">
              <a:extLst>
                <a:ext uri="{FF2B5EF4-FFF2-40B4-BE49-F238E27FC236}">
                  <a16:creationId xmlns:a16="http://schemas.microsoft.com/office/drawing/2014/main" id="{19C9AAF3-A283-4952-B5C1-E44763D86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594"/>
              <a:ext cx="37" cy="89"/>
            </a:xfrm>
            <a:custGeom>
              <a:avLst/>
              <a:gdLst>
                <a:gd name="T0" fmla="*/ 0 w 20"/>
                <a:gd name="T1" fmla="*/ 0 h 48"/>
                <a:gd name="T2" fmla="*/ 0 w 20"/>
                <a:gd name="T3" fmla="*/ 52 h 48"/>
                <a:gd name="T4" fmla="*/ 31 w 20"/>
                <a:gd name="T5" fmla="*/ 154 h 48"/>
                <a:gd name="T6" fmla="*/ 113 w 20"/>
                <a:gd name="T7" fmla="*/ 306 h 48"/>
                <a:gd name="T8" fmla="*/ 105 w 20"/>
                <a:gd name="T9" fmla="*/ 248 h 48"/>
                <a:gd name="T10" fmla="*/ 89 w 20"/>
                <a:gd name="T11" fmla="*/ 158 h 48"/>
                <a:gd name="T12" fmla="*/ 52 w 20"/>
                <a:gd name="T13" fmla="*/ 52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8">
                  <a:moveTo>
                    <a:pt x="0" y="0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1" y="14"/>
                    <a:pt x="3" y="19"/>
                    <a:pt x="5" y="24"/>
                  </a:cubicBezTo>
                  <a:cubicBezTo>
                    <a:pt x="8" y="32"/>
                    <a:pt x="13" y="41"/>
                    <a:pt x="18" y="48"/>
                  </a:cubicBezTo>
                  <a:cubicBezTo>
                    <a:pt x="20" y="45"/>
                    <a:pt x="18" y="41"/>
                    <a:pt x="17" y="39"/>
                  </a:cubicBezTo>
                  <a:cubicBezTo>
                    <a:pt x="16" y="34"/>
                    <a:pt x="16" y="29"/>
                    <a:pt x="14" y="25"/>
                  </a:cubicBezTo>
                  <a:cubicBezTo>
                    <a:pt x="13" y="19"/>
                    <a:pt x="10" y="14"/>
                    <a:pt x="8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25" name="Freeform 1604">
              <a:extLst>
                <a:ext uri="{FF2B5EF4-FFF2-40B4-BE49-F238E27FC236}">
                  <a16:creationId xmlns:a16="http://schemas.microsoft.com/office/drawing/2014/main" id="{01F52E7E-6332-4BD1-97C3-FBB0123DF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635"/>
              <a:ext cx="26" cy="50"/>
            </a:xfrm>
            <a:custGeom>
              <a:avLst/>
              <a:gdLst>
                <a:gd name="T0" fmla="*/ 0 w 14"/>
                <a:gd name="T1" fmla="*/ 0 h 27"/>
                <a:gd name="T2" fmla="*/ 89 w 14"/>
                <a:gd name="T3" fmla="*/ 172 h 27"/>
                <a:gd name="T4" fmla="*/ 76 w 14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2" y="9"/>
                    <a:pt x="5" y="23"/>
                    <a:pt x="14" y="27"/>
                  </a:cubicBezTo>
                  <a:cubicBezTo>
                    <a:pt x="11" y="22"/>
                    <a:pt x="11" y="12"/>
                    <a:pt x="12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26" name="Freeform 1605">
              <a:extLst>
                <a:ext uri="{FF2B5EF4-FFF2-40B4-BE49-F238E27FC236}">
                  <a16:creationId xmlns:a16="http://schemas.microsoft.com/office/drawing/2014/main" id="{93BA4691-0D7A-4B02-93A0-F89EBB8AB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691"/>
              <a:ext cx="23" cy="84"/>
            </a:xfrm>
            <a:custGeom>
              <a:avLst/>
              <a:gdLst>
                <a:gd name="T0" fmla="*/ 0 w 12"/>
                <a:gd name="T1" fmla="*/ 174 h 45"/>
                <a:gd name="T2" fmla="*/ 84 w 12"/>
                <a:gd name="T3" fmla="*/ 293 h 45"/>
                <a:gd name="T4" fmla="*/ 77 w 12"/>
                <a:gd name="T5" fmla="*/ 170 h 45"/>
                <a:gd name="T6" fmla="*/ 69 w 12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5">
                  <a:moveTo>
                    <a:pt x="0" y="27"/>
                  </a:moveTo>
                  <a:cubicBezTo>
                    <a:pt x="1" y="34"/>
                    <a:pt x="6" y="42"/>
                    <a:pt x="12" y="45"/>
                  </a:cubicBezTo>
                  <a:cubicBezTo>
                    <a:pt x="11" y="39"/>
                    <a:pt x="10" y="32"/>
                    <a:pt x="11" y="26"/>
                  </a:cubicBezTo>
                  <a:cubicBezTo>
                    <a:pt x="12" y="10"/>
                    <a:pt x="10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27" name="Freeform 1606">
              <a:extLst>
                <a:ext uri="{FF2B5EF4-FFF2-40B4-BE49-F238E27FC236}">
                  <a16:creationId xmlns:a16="http://schemas.microsoft.com/office/drawing/2014/main" id="{402DFA62-6903-45E8-8DEB-B9E4BFC0C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740"/>
              <a:ext cx="30" cy="82"/>
            </a:xfrm>
            <a:custGeom>
              <a:avLst/>
              <a:gdLst>
                <a:gd name="T0" fmla="*/ 8 w 16"/>
                <a:gd name="T1" fmla="*/ 0 h 44"/>
                <a:gd name="T2" fmla="*/ 21 w 16"/>
                <a:gd name="T3" fmla="*/ 166 h 44"/>
                <a:gd name="T4" fmla="*/ 84 w 16"/>
                <a:gd name="T5" fmla="*/ 285 h 44"/>
                <a:gd name="T6" fmla="*/ 84 w 16"/>
                <a:gd name="T7" fmla="*/ 12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4">
                  <a:moveTo>
                    <a:pt x="1" y="0"/>
                  </a:moveTo>
                  <a:cubicBezTo>
                    <a:pt x="0" y="3"/>
                    <a:pt x="3" y="23"/>
                    <a:pt x="3" y="26"/>
                  </a:cubicBezTo>
                  <a:cubicBezTo>
                    <a:pt x="4" y="33"/>
                    <a:pt x="10" y="38"/>
                    <a:pt x="13" y="44"/>
                  </a:cubicBezTo>
                  <a:cubicBezTo>
                    <a:pt x="14" y="36"/>
                    <a:pt x="16" y="27"/>
                    <a:pt x="13" y="1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28" name="Freeform 1607">
              <a:extLst>
                <a:ext uri="{FF2B5EF4-FFF2-40B4-BE49-F238E27FC236}">
                  <a16:creationId xmlns:a16="http://schemas.microsoft.com/office/drawing/2014/main" id="{996ADE34-D5D2-4268-9273-A660448ED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803"/>
              <a:ext cx="21" cy="90"/>
            </a:xfrm>
            <a:custGeom>
              <a:avLst/>
              <a:gdLst>
                <a:gd name="T0" fmla="*/ 8 w 11"/>
                <a:gd name="T1" fmla="*/ 68 h 48"/>
                <a:gd name="T2" fmla="*/ 8 w 11"/>
                <a:gd name="T3" fmla="*/ 165 h 48"/>
                <a:gd name="T4" fmla="*/ 61 w 11"/>
                <a:gd name="T5" fmla="*/ 309 h 48"/>
                <a:gd name="T6" fmla="*/ 61 w 11"/>
                <a:gd name="T7" fmla="*/ 240 h 48"/>
                <a:gd name="T8" fmla="*/ 76 w 11"/>
                <a:gd name="T9" fmla="*/ 197 h 48"/>
                <a:gd name="T10" fmla="*/ 55 w 11"/>
                <a:gd name="T11" fmla="*/ 84 h 48"/>
                <a:gd name="T12" fmla="*/ 21 w 11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8">
                  <a:moveTo>
                    <a:pt x="1" y="10"/>
                  </a:moveTo>
                  <a:cubicBezTo>
                    <a:pt x="1" y="14"/>
                    <a:pt x="0" y="22"/>
                    <a:pt x="1" y="25"/>
                  </a:cubicBezTo>
                  <a:cubicBezTo>
                    <a:pt x="2" y="28"/>
                    <a:pt x="8" y="44"/>
                    <a:pt x="9" y="47"/>
                  </a:cubicBezTo>
                  <a:cubicBezTo>
                    <a:pt x="10" y="48"/>
                    <a:pt x="8" y="35"/>
                    <a:pt x="9" y="36"/>
                  </a:cubicBezTo>
                  <a:cubicBezTo>
                    <a:pt x="10" y="34"/>
                    <a:pt x="11" y="32"/>
                    <a:pt x="11" y="30"/>
                  </a:cubicBezTo>
                  <a:cubicBezTo>
                    <a:pt x="11" y="24"/>
                    <a:pt x="10" y="18"/>
                    <a:pt x="8" y="13"/>
                  </a:cubicBezTo>
                  <a:cubicBezTo>
                    <a:pt x="7" y="8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29" name="Freeform 1608">
              <a:extLst>
                <a:ext uri="{FF2B5EF4-FFF2-40B4-BE49-F238E27FC236}">
                  <a16:creationId xmlns:a16="http://schemas.microsoft.com/office/drawing/2014/main" id="{508AADB0-BA23-4088-B8DA-1A9761CE6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760"/>
              <a:ext cx="20" cy="60"/>
            </a:xfrm>
            <a:custGeom>
              <a:avLst/>
              <a:gdLst>
                <a:gd name="T0" fmla="*/ 44 w 11"/>
                <a:gd name="T1" fmla="*/ 212 h 32"/>
                <a:gd name="T2" fmla="*/ 49 w 11"/>
                <a:gd name="T3" fmla="*/ 60 h 32"/>
                <a:gd name="T4" fmla="*/ 0 w 1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2">
                  <a:moveTo>
                    <a:pt x="7" y="32"/>
                  </a:moveTo>
                  <a:cubicBezTo>
                    <a:pt x="9" y="25"/>
                    <a:pt x="11" y="17"/>
                    <a:pt x="8" y="9"/>
                  </a:cubicBezTo>
                  <a:cubicBezTo>
                    <a:pt x="6" y="5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30" name="Freeform 1609">
              <a:extLst>
                <a:ext uri="{FF2B5EF4-FFF2-40B4-BE49-F238E27FC236}">
                  <a16:creationId xmlns:a16="http://schemas.microsoft.com/office/drawing/2014/main" id="{E92641FE-A1D8-41D6-9B64-09F698BF0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713"/>
              <a:ext cx="41" cy="83"/>
            </a:xfrm>
            <a:custGeom>
              <a:avLst/>
              <a:gdLst>
                <a:gd name="T0" fmla="*/ 136 w 22"/>
                <a:gd name="T1" fmla="*/ 168 h 44"/>
                <a:gd name="T2" fmla="*/ 121 w 22"/>
                <a:gd name="T3" fmla="*/ 296 h 44"/>
                <a:gd name="T4" fmla="*/ 65 w 22"/>
                <a:gd name="T5" fmla="*/ 213 h 44"/>
                <a:gd name="T6" fmla="*/ 39 w 22"/>
                <a:gd name="T7" fmla="*/ 174 h 44"/>
                <a:gd name="T8" fmla="*/ 7 w 22"/>
                <a:gd name="T9" fmla="*/ 0 h 44"/>
                <a:gd name="T10" fmla="*/ 136 w 22"/>
                <a:gd name="T11" fmla="*/ 16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4">
                  <a:moveTo>
                    <a:pt x="21" y="25"/>
                  </a:moveTo>
                  <a:cubicBezTo>
                    <a:pt x="22" y="31"/>
                    <a:pt x="19" y="38"/>
                    <a:pt x="19" y="44"/>
                  </a:cubicBezTo>
                  <a:cubicBezTo>
                    <a:pt x="16" y="41"/>
                    <a:pt x="13" y="36"/>
                    <a:pt x="10" y="32"/>
                  </a:cubicBezTo>
                  <a:cubicBezTo>
                    <a:pt x="8" y="30"/>
                    <a:pt x="8" y="28"/>
                    <a:pt x="6" y="26"/>
                  </a:cubicBezTo>
                  <a:cubicBezTo>
                    <a:pt x="0" y="16"/>
                    <a:pt x="1" y="0"/>
                    <a:pt x="1" y="0"/>
                  </a:cubicBezTo>
                  <a:cubicBezTo>
                    <a:pt x="1" y="0"/>
                    <a:pt x="20" y="23"/>
                    <a:pt x="21" y="25"/>
                  </a:cubicBezTo>
                  <a:close/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31" name="Freeform 1610">
              <a:extLst>
                <a:ext uri="{FF2B5EF4-FFF2-40B4-BE49-F238E27FC236}">
                  <a16:creationId xmlns:a16="http://schemas.microsoft.com/office/drawing/2014/main" id="{22907421-EB97-436A-B76A-23ED5067C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786"/>
              <a:ext cx="33" cy="81"/>
            </a:xfrm>
            <a:custGeom>
              <a:avLst/>
              <a:gdLst>
                <a:gd name="T0" fmla="*/ 0 w 18"/>
                <a:gd name="T1" fmla="*/ 0 h 43"/>
                <a:gd name="T2" fmla="*/ 0 w 18"/>
                <a:gd name="T3" fmla="*/ 32 h 43"/>
                <a:gd name="T4" fmla="*/ 20 w 18"/>
                <a:gd name="T5" fmla="*/ 141 h 43"/>
                <a:gd name="T6" fmla="*/ 73 w 18"/>
                <a:gd name="T7" fmla="*/ 256 h 43"/>
                <a:gd name="T8" fmla="*/ 105 w 18"/>
                <a:gd name="T9" fmla="*/ 288 h 43"/>
                <a:gd name="T10" fmla="*/ 105 w 18"/>
                <a:gd name="T11" fmla="*/ 266 h 43"/>
                <a:gd name="T12" fmla="*/ 88 w 18"/>
                <a:gd name="T13" fmla="*/ 202 h 43"/>
                <a:gd name="T14" fmla="*/ 81 w 18"/>
                <a:gd name="T15" fmla="*/ 92 h 43"/>
                <a:gd name="T16" fmla="*/ 61 w 18"/>
                <a:gd name="T17" fmla="*/ 32 h 43"/>
                <a:gd name="T18" fmla="*/ 37 w 18"/>
                <a:gd name="T19" fmla="*/ 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1" y="16"/>
                    <a:pt x="3" y="21"/>
                  </a:cubicBezTo>
                  <a:cubicBezTo>
                    <a:pt x="4" y="27"/>
                    <a:pt x="7" y="33"/>
                    <a:pt x="12" y="38"/>
                  </a:cubicBezTo>
                  <a:cubicBezTo>
                    <a:pt x="14" y="39"/>
                    <a:pt x="16" y="41"/>
                    <a:pt x="17" y="43"/>
                  </a:cubicBezTo>
                  <a:cubicBezTo>
                    <a:pt x="18" y="42"/>
                    <a:pt x="17" y="41"/>
                    <a:pt x="17" y="40"/>
                  </a:cubicBezTo>
                  <a:cubicBezTo>
                    <a:pt x="17" y="37"/>
                    <a:pt x="15" y="34"/>
                    <a:pt x="14" y="30"/>
                  </a:cubicBezTo>
                  <a:cubicBezTo>
                    <a:pt x="13" y="25"/>
                    <a:pt x="14" y="19"/>
                    <a:pt x="13" y="14"/>
                  </a:cubicBezTo>
                  <a:cubicBezTo>
                    <a:pt x="12" y="11"/>
                    <a:pt x="11" y="8"/>
                    <a:pt x="10" y="5"/>
                  </a:cubicBezTo>
                  <a:cubicBezTo>
                    <a:pt x="9" y="4"/>
                    <a:pt x="5" y="2"/>
                    <a:pt x="6" y="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32" name="Freeform 1611">
              <a:extLst>
                <a:ext uri="{FF2B5EF4-FFF2-40B4-BE49-F238E27FC236}">
                  <a16:creationId xmlns:a16="http://schemas.microsoft.com/office/drawing/2014/main" id="{6DB53C53-A985-4DF0-968E-B6C25899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745"/>
              <a:ext cx="36" cy="71"/>
            </a:xfrm>
            <a:custGeom>
              <a:avLst/>
              <a:gdLst>
                <a:gd name="T0" fmla="*/ 0 w 19"/>
                <a:gd name="T1" fmla="*/ 0 h 38"/>
                <a:gd name="T2" fmla="*/ 21 w 19"/>
                <a:gd name="T3" fmla="*/ 52 h 38"/>
                <a:gd name="T4" fmla="*/ 53 w 19"/>
                <a:gd name="T5" fmla="*/ 149 h 38"/>
                <a:gd name="T6" fmla="*/ 108 w 19"/>
                <a:gd name="T7" fmla="*/ 224 h 38"/>
                <a:gd name="T8" fmla="*/ 129 w 19"/>
                <a:gd name="T9" fmla="*/ 24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8">
                  <a:moveTo>
                    <a:pt x="0" y="0"/>
                  </a:moveTo>
                  <a:cubicBezTo>
                    <a:pt x="0" y="2"/>
                    <a:pt x="3" y="6"/>
                    <a:pt x="3" y="8"/>
                  </a:cubicBezTo>
                  <a:cubicBezTo>
                    <a:pt x="4" y="14"/>
                    <a:pt x="6" y="18"/>
                    <a:pt x="8" y="23"/>
                  </a:cubicBezTo>
                  <a:cubicBezTo>
                    <a:pt x="11" y="27"/>
                    <a:pt x="14" y="30"/>
                    <a:pt x="16" y="34"/>
                  </a:cubicBezTo>
                  <a:cubicBezTo>
                    <a:pt x="17" y="35"/>
                    <a:pt x="19" y="37"/>
                    <a:pt x="19" y="3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33" name="Freeform 1612">
              <a:extLst>
                <a:ext uri="{FF2B5EF4-FFF2-40B4-BE49-F238E27FC236}">
                  <a16:creationId xmlns:a16="http://schemas.microsoft.com/office/drawing/2014/main" id="{E4238E40-241F-43D3-A960-E2D4EC1EB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713"/>
              <a:ext cx="28" cy="107"/>
            </a:xfrm>
            <a:custGeom>
              <a:avLst/>
              <a:gdLst>
                <a:gd name="T0" fmla="*/ 45 w 15"/>
                <a:gd name="T1" fmla="*/ 377 h 57"/>
                <a:gd name="T2" fmla="*/ 65 w 15"/>
                <a:gd name="T3" fmla="*/ 357 h 57"/>
                <a:gd name="T4" fmla="*/ 84 w 15"/>
                <a:gd name="T5" fmla="*/ 325 h 57"/>
                <a:gd name="T6" fmla="*/ 91 w 15"/>
                <a:gd name="T7" fmla="*/ 205 h 57"/>
                <a:gd name="T8" fmla="*/ 77 w 15"/>
                <a:gd name="T9" fmla="*/ 99 h 57"/>
                <a:gd name="T10" fmla="*/ 0 w 15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57">
                  <a:moveTo>
                    <a:pt x="7" y="57"/>
                  </a:moveTo>
                  <a:cubicBezTo>
                    <a:pt x="8" y="56"/>
                    <a:pt x="9" y="55"/>
                    <a:pt x="10" y="54"/>
                  </a:cubicBezTo>
                  <a:cubicBezTo>
                    <a:pt x="11" y="53"/>
                    <a:pt x="12" y="51"/>
                    <a:pt x="13" y="49"/>
                  </a:cubicBezTo>
                  <a:cubicBezTo>
                    <a:pt x="15" y="44"/>
                    <a:pt x="14" y="37"/>
                    <a:pt x="14" y="31"/>
                  </a:cubicBezTo>
                  <a:cubicBezTo>
                    <a:pt x="14" y="26"/>
                    <a:pt x="14" y="20"/>
                    <a:pt x="12" y="15"/>
                  </a:cubicBezTo>
                  <a:cubicBezTo>
                    <a:pt x="10" y="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34" name="Freeform 1613">
              <a:extLst>
                <a:ext uri="{FF2B5EF4-FFF2-40B4-BE49-F238E27FC236}">
                  <a16:creationId xmlns:a16="http://schemas.microsoft.com/office/drawing/2014/main" id="{FA4B4505-B9AB-4288-B3A4-F301EF1F4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796"/>
              <a:ext cx="41" cy="45"/>
            </a:xfrm>
            <a:custGeom>
              <a:avLst/>
              <a:gdLst>
                <a:gd name="T0" fmla="*/ 0 w 22"/>
                <a:gd name="T1" fmla="*/ 0 h 24"/>
                <a:gd name="T2" fmla="*/ 104 w 22"/>
                <a:gd name="T3" fmla="*/ 137 h 24"/>
                <a:gd name="T4" fmla="*/ 142 w 22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0" y="0"/>
                  </a:moveTo>
                  <a:cubicBezTo>
                    <a:pt x="4" y="8"/>
                    <a:pt x="8" y="17"/>
                    <a:pt x="16" y="21"/>
                  </a:cubicBezTo>
                  <a:cubicBezTo>
                    <a:pt x="18" y="22"/>
                    <a:pt x="20" y="23"/>
                    <a:pt x="22" y="2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35" name="Freeform 1614">
              <a:extLst>
                <a:ext uri="{FF2B5EF4-FFF2-40B4-BE49-F238E27FC236}">
                  <a16:creationId xmlns:a16="http://schemas.microsoft.com/office/drawing/2014/main" id="{504E594D-7417-483C-B067-FC2D8E75E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861"/>
              <a:ext cx="16" cy="40"/>
            </a:xfrm>
            <a:custGeom>
              <a:avLst/>
              <a:gdLst>
                <a:gd name="T0" fmla="*/ 50 w 9"/>
                <a:gd name="T1" fmla="*/ 145 h 21"/>
                <a:gd name="T2" fmla="*/ 0 w 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9" y="21"/>
                  </a:moveTo>
                  <a:cubicBezTo>
                    <a:pt x="7" y="15"/>
                    <a:pt x="3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36" name="Freeform 1615">
              <a:extLst>
                <a:ext uri="{FF2B5EF4-FFF2-40B4-BE49-F238E27FC236}">
                  <a16:creationId xmlns:a16="http://schemas.microsoft.com/office/drawing/2014/main" id="{70B43EA1-F2D7-4E21-8241-CB4B84F8F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869"/>
              <a:ext cx="6" cy="41"/>
            </a:xfrm>
            <a:custGeom>
              <a:avLst/>
              <a:gdLst>
                <a:gd name="T0" fmla="*/ 0 w 3"/>
                <a:gd name="T1" fmla="*/ 0 h 22"/>
                <a:gd name="T2" fmla="*/ 8 w 3"/>
                <a:gd name="T3" fmla="*/ 117 h 22"/>
                <a:gd name="T4" fmla="*/ 24 w 3"/>
                <a:gd name="T5" fmla="*/ 14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2">
                  <a:moveTo>
                    <a:pt x="0" y="0"/>
                  </a:moveTo>
                  <a:cubicBezTo>
                    <a:pt x="0" y="6"/>
                    <a:pt x="0" y="12"/>
                    <a:pt x="1" y="18"/>
                  </a:cubicBezTo>
                  <a:cubicBezTo>
                    <a:pt x="2" y="19"/>
                    <a:pt x="2" y="21"/>
                    <a:pt x="3" y="2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37" name="Freeform 1616">
              <a:extLst>
                <a:ext uri="{FF2B5EF4-FFF2-40B4-BE49-F238E27FC236}">
                  <a16:creationId xmlns:a16="http://schemas.microsoft.com/office/drawing/2014/main" id="{D13494D0-0CE3-454F-A1C0-DE802EE8E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816"/>
              <a:ext cx="24" cy="85"/>
            </a:xfrm>
            <a:custGeom>
              <a:avLst/>
              <a:gdLst>
                <a:gd name="T0" fmla="*/ 57 w 13"/>
                <a:gd name="T1" fmla="*/ 304 h 45"/>
                <a:gd name="T2" fmla="*/ 0 w 1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5">
                  <a:moveTo>
                    <a:pt x="9" y="45"/>
                  </a:moveTo>
                  <a:cubicBezTo>
                    <a:pt x="13" y="31"/>
                    <a:pt x="9" y="1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38" name="Freeform 1617">
              <a:extLst>
                <a:ext uri="{FF2B5EF4-FFF2-40B4-BE49-F238E27FC236}">
                  <a16:creationId xmlns:a16="http://schemas.microsoft.com/office/drawing/2014/main" id="{D783DBB1-4BAE-42E1-874A-3A7BFFE75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820"/>
              <a:ext cx="9" cy="58"/>
            </a:xfrm>
            <a:custGeom>
              <a:avLst/>
              <a:gdLst>
                <a:gd name="T0" fmla="*/ 0 w 5"/>
                <a:gd name="T1" fmla="*/ 0 h 31"/>
                <a:gd name="T2" fmla="*/ 16 w 5"/>
                <a:gd name="T3" fmla="*/ 125 h 31"/>
                <a:gd name="T4" fmla="*/ 7 w 5"/>
                <a:gd name="T5" fmla="*/ 20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1">
                  <a:moveTo>
                    <a:pt x="0" y="0"/>
                  </a:moveTo>
                  <a:cubicBezTo>
                    <a:pt x="5" y="4"/>
                    <a:pt x="4" y="13"/>
                    <a:pt x="3" y="19"/>
                  </a:cubicBezTo>
                  <a:cubicBezTo>
                    <a:pt x="3" y="22"/>
                    <a:pt x="2" y="30"/>
                    <a:pt x="1" y="3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39" name="Freeform 1618">
              <a:extLst>
                <a:ext uri="{FF2B5EF4-FFF2-40B4-BE49-F238E27FC236}">
                  <a16:creationId xmlns:a16="http://schemas.microsoft.com/office/drawing/2014/main" id="{77F63BEC-03D6-4E57-AC7A-981D85F79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863"/>
              <a:ext cx="25" cy="54"/>
            </a:xfrm>
            <a:custGeom>
              <a:avLst/>
              <a:gdLst>
                <a:gd name="T0" fmla="*/ 37 w 13"/>
                <a:gd name="T1" fmla="*/ 0 h 29"/>
                <a:gd name="T2" fmla="*/ 92 w 13"/>
                <a:gd name="T3" fmla="*/ 188 h 29"/>
                <a:gd name="T4" fmla="*/ 0 w 13"/>
                <a:gd name="T5" fmla="*/ 12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5" y="0"/>
                  </a:moveTo>
                  <a:cubicBezTo>
                    <a:pt x="11" y="13"/>
                    <a:pt x="11" y="15"/>
                    <a:pt x="13" y="29"/>
                  </a:cubicBezTo>
                  <a:cubicBezTo>
                    <a:pt x="9" y="22"/>
                    <a:pt x="3" y="28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40" name="Freeform 1619">
              <a:extLst>
                <a:ext uri="{FF2B5EF4-FFF2-40B4-BE49-F238E27FC236}">
                  <a16:creationId xmlns:a16="http://schemas.microsoft.com/office/drawing/2014/main" id="{461FB37B-4929-42B9-984D-170AAB5AC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837"/>
              <a:ext cx="12" cy="75"/>
            </a:xfrm>
            <a:custGeom>
              <a:avLst/>
              <a:gdLst>
                <a:gd name="T0" fmla="*/ 0 w 6"/>
                <a:gd name="T1" fmla="*/ 0 h 40"/>
                <a:gd name="T2" fmla="*/ 0 w 6"/>
                <a:gd name="T3" fmla="*/ 26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0">
                  <a:moveTo>
                    <a:pt x="0" y="0"/>
                  </a:moveTo>
                  <a:cubicBezTo>
                    <a:pt x="6" y="8"/>
                    <a:pt x="2" y="31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41" name="Freeform 1620">
              <a:extLst>
                <a:ext uri="{FF2B5EF4-FFF2-40B4-BE49-F238E27FC236}">
                  <a16:creationId xmlns:a16="http://schemas.microsoft.com/office/drawing/2014/main" id="{16CDD5BB-EC19-4631-9737-846302BC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867"/>
              <a:ext cx="23" cy="54"/>
            </a:xfrm>
            <a:custGeom>
              <a:avLst/>
              <a:gdLst>
                <a:gd name="T0" fmla="*/ 84 w 12"/>
                <a:gd name="T1" fmla="*/ 188 h 29"/>
                <a:gd name="T2" fmla="*/ 63 w 12"/>
                <a:gd name="T3" fmla="*/ 97 h 29"/>
                <a:gd name="T4" fmla="*/ 0 w 1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10" y="22"/>
                    <a:pt x="11" y="22"/>
                    <a:pt x="9" y="15"/>
                  </a:cubicBezTo>
                  <a:cubicBezTo>
                    <a:pt x="6" y="9"/>
                    <a:pt x="3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42" name="Freeform 1621">
              <a:extLst>
                <a:ext uri="{FF2B5EF4-FFF2-40B4-BE49-F238E27FC236}">
                  <a16:creationId xmlns:a16="http://schemas.microsoft.com/office/drawing/2014/main" id="{D5C991F6-7B62-4812-9B36-48636FD58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856"/>
              <a:ext cx="9" cy="61"/>
            </a:xfrm>
            <a:custGeom>
              <a:avLst/>
              <a:gdLst>
                <a:gd name="T0" fmla="*/ 7 w 5"/>
                <a:gd name="T1" fmla="*/ 0 h 33"/>
                <a:gd name="T2" fmla="*/ 7 w 5"/>
                <a:gd name="T3" fmla="*/ 96 h 33"/>
                <a:gd name="T4" fmla="*/ 29 w 5"/>
                <a:gd name="T5" fmla="*/ 20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1" y="0"/>
                  </a:moveTo>
                  <a:cubicBezTo>
                    <a:pt x="1" y="5"/>
                    <a:pt x="0" y="10"/>
                    <a:pt x="1" y="15"/>
                  </a:cubicBezTo>
                  <a:cubicBezTo>
                    <a:pt x="2" y="21"/>
                    <a:pt x="3" y="27"/>
                    <a:pt x="5" y="3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43" name="Freeform 1622">
              <a:extLst>
                <a:ext uri="{FF2B5EF4-FFF2-40B4-BE49-F238E27FC236}">
                  <a16:creationId xmlns:a16="http://schemas.microsoft.com/office/drawing/2014/main" id="{D2E43FB9-C6B3-4A9F-BCC5-7027CDDEA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685"/>
              <a:ext cx="11" cy="32"/>
            </a:xfrm>
            <a:custGeom>
              <a:avLst/>
              <a:gdLst>
                <a:gd name="T0" fmla="*/ 0 w 6"/>
                <a:gd name="T1" fmla="*/ 0 h 17"/>
                <a:gd name="T2" fmla="*/ 37 w 6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2" y="9"/>
                    <a:pt x="6" y="17"/>
                    <a:pt x="6" y="1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44" name="Freeform 1623">
              <a:extLst>
                <a:ext uri="{FF2B5EF4-FFF2-40B4-BE49-F238E27FC236}">
                  <a16:creationId xmlns:a16="http://schemas.microsoft.com/office/drawing/2014/main" id="{E361851F-41A5-4AA3-B756-74AFB0E8D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685"/>
              <a:ext cx="24" cy="66"/>
            </a:xfrm>
            <a:custGeom>
              <a:avLst/>
              <a:gdLst>
                <a:gd name="T0" fmla="*/ 0 w 13"/>
                <a:gd name="T1" fmla="*/ 0 h 35"/>
                <a:gd name="T2" fmla="*/ 81 w 13"/>
                <a:gd name="T3" fmla="*/ 23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6" y="10"/>
                    <a:pt x="12" y="26"/>
                    <a:pt x="13" y="3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45" name="Freeform 1624">
              <a:extLst>
                <a:ext uri="{FF2B5EF4-FFF2-40B4-BE49-F238E27FC236}">
                  <a16:creationId xmlns:a16="http://schemas.microsoft.com/office/drawing/2014/main" id="{0BAFF62A-EE64-4EF2-B05A-7529DA5A4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685"/>
              <a:ext cx="8" cy="68"/>
            </a:xfrm>
            <a:custGeom>
              <a:avLst/>
              <a:gdLst>
                <a:gd name="T0" fmla="*/ 24 w 4"/>
                <a:gd name="T1" fmla="*/ 242 h 36"/>
                <a:gd name="T2" fmla="*/ 0 w 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3" y="36"/>
                  </a:moveTo>
                  <a:cubicBezTo>
                    <a:pt x="4" y="22"/>
                    <a:pt x="4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46" name="Freeform 1625">
              <a:extLst>
                <a:ext uri="{FF2B5EF4-FFF2-40B4-BE49-F238E27FC236}">
                  <a16:creationId xmlns:a16="http://schemas.microsoft.com/office/drawing/2014/main" id="{10FD413C-3FFC-48F9-9CB2-2A60CC1D2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605"/>
              <a:ext cx="32" cy="41"/>
            </a:xfrm>
            <a:custGeom>
              <a:avLst/>
              <a:gdLst>
                <a:gd name="T0" fmla="*/ 0 w 17"/>
                <a:gd name="T1" fmla="*/ 21 h 22"/>
                <a:gd name="T2" fmla="*/ 53 w 17"/>
                <a:gd name="T3" fmla="*/ 104 h 22"/>
                <a:gd name="T4" fmla="*/ 60 w 17"/>
                <a:gd name="T5" fmla="*/ 142 h 22"/>
                <a:gd name="T6" fmla="*/ 100 w 17"/>
                <a:gd name="T7" fmla="*/ 0 h 22"/>
                <a:gd name="T8" fmla="*/ 113 w 17"/>
                <a:gd name="T9" fmla="*/ 6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0" y="3"/>
                  </a:moveTo>
                  <a:cubicBezTo>
                    <a:pt x="2" y="8"/>
                    <a:pt x="6" y="11"/>
                    <a:pt x="8" y="16"/>
                  </a:cubicBezTo>
                  <a:cubicBezTo>
                    <a:pt x="8" y="18"/>
                    <a:pt x="9" y="20"/>
                    <a:pt x="9" y="22"/>
                  </a:cubicBezTo>
                  <a:cubicBezTo>
                    <a:pt x="7" y="17"/>
                    <a:pt x="12" y="5"/>
                    <a:pt x="15" y="0"/>
                  </a:cubicBezTo>
                  <a:cubicBezTo>
                    <a:pt x="16" y="2"/>
                    <a:pt x="17" y="7"/>
                    <a:pt x="17" y="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47" name="Freeform 1626">
              <a:extLst>
                <a:ext uri="{FF2B5EF4-FFF2-40B4-BE49-F238E27FC236}">
                  <a16:creationId xmlns:a16="http://schemas.microsoft.com/office/drawing/2014/main" id="{623F5F6E-0ACD-45D0-912E-B32127D5F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594"/>
              <a:ext cx="15" cy="30"/>
            </a:xfrm>
            <a:custGeom>
              <a:avLst/>
              <a:gdLst>
                <a:gd name="T0" fmla="*/ 8 w 8"/>
                <a:gd name="T1" fmla="*/ 105 h 16"/>
                <a:gd name="T2" fmla="*/ 53 w 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1" y="16"/>
                  </a:moveTo>
                  <a:cubicBezTo>
                    <a:pt x="0" y="12"/>
                    <a:pt x="5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48" name="Freeform 1627">
              <a:extLst>
                <a:ext uri="{FF2B5EF4-FFF2-40B4-BE49-F238E27FC236}">
                  <a16:creationId xmlns:a16="http://schemas.microsoft.com/office/drawing/2014/main" id="{DE728500-D512-486E-9878-3D1542E23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594"/>
              <a:ext cx="17" cy="16"/>
            </a:xfrm>
            <a:custGeom>
              <a:avLst/>
              <a:gdLst>
                <a:gd name="T0" fmla="*/ 0 w 9"/>
                <a:gd name="T1" fmla="*/ 0 h 9"/>
                <a:gd name="T2" fmla="*/ 60 w 9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3" y="0"/>
                    <a:pt x="7" y="6"/>
                    <a:pt x="9" y="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49" name="Freeform 1628">
              <a:extLst>
                <a:ext uri="{FF2B5EF4-FFF2-40B4-BE49-F238E27FC236}">
                  <a16:creationId xmlns:a16="http://schemas.microsoft.com/office/drawing/2014/main" id="{2673B899-A1CE-468A-8114-DE10F8EF8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551"/>
              <a:ext cx="20" cy="44"/>
            </a:xfrm>
            <a:custGeom>
              <a:avLst/>
              <a:gdLst>
                <a:gd name="T0" fmla="*/ 0 w 11"/>
                <a:gd name="T1" fmla="*/ 0 h 24"/>
                <a:gd name="T2" fmla="*/ 29 w 11"/>
                <a:gd name="T3" fmla="*/ 94 h 24"/>
                <a:gd name="T4" fmla="*/ 65 w 11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0"/>
                  </a:moveTo>
                  <a:cubicBezTo>
                    <a:pt x="2" y="4"/>
                    <a:pt x="3" y="10"/>
                    <a:pt x="5" y="15"/>
                  </a:cubicBezTo>
                  <a:cubicBezTo>
                    <a:pt x="7" y="17"/>
                    <a:pt x="9" y="23"/>
                    <a:pt x="11" y="2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50" name="Freeform 1629">
              <a:extLst>
                <a:ext uri="{FF2B5EF4-FFF2-40B4-BE49-F238E27FC236}">
                  <a16:creationId xmlns:a16="http://schemas.microsoft.com/office/drawing/2014/main" id="{58D00CBD-354B-42A3-A8BC-51240C39D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541"/>
              <a:ext cx="9" cy="75"/>
            </a:xfrm>
            <a:custGeom>
              <a:avLst/>
              <a:gdLst>
                <a:gd name="T0" fmla="*/ 13 w 5"/>
                <a:gd name="T1" fmla="*/ 0 h 40"/>
                <a:gd name="T2" fmla="*/ 16 w 5"/>
                <a:gd name="T3" fmla="*/ 180 h 40"/>
                <a:gd name="T4" fmla="*/ 0 w 5"/>
                <a:gd name="T5" fmla="*/ 26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0">
                  <a:moveTo>
                    <a:pt x="2" y="0"/>
                  </a:moveTo>
                  <a:cubicBezTo>
                    <a:pt x="4" y="8"/>
                    <a:pt x="5" y="18"/>
                    <a:pt x="3" y="27"/>
                  </a:cubicBezTo>
                  <a:cubicBezTo>
                    <a:pt x="2" y="31"/>
                    <a:pt x="2" y="36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51" name="Freeform 1630">
              <a:extLst>
                <a:ext uri="{FF2B5EF4-FFF2-40B4-BE49-F238E27FC236}">
                  <a16:creationId xmlns:a16="http://schemas.microsoft.com/office/drawing/2014/main" id="{9B709F75-2782-4483-9DF9-9CA142132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541"/>
              <a:ext cx="17" cy="66"/>
            </a:xfrm>
            <a:custGeom>
              <a:avLst/>
              <a:gdLst>
                <a:gd name="T0" fmla="*/ 0 w 9"/>
                <a:gd name="T1" fmla="*/ 0 h 35"/>
                <a:gd name="T2" fmla="*/ 60 w 9"/>
                <a:gd name="T3" fmla="*/ 23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0" y="0"/>
                  </a:moveTo>
                  <a:cubicBezTo>
                    <a:pt x="6" y="11"/>
                    <a:pt x="7" y="23"/>
                    <a:pt x="9" y="3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52" name="Freeform 1631">
              <a:extLst>
                <a:ext uri="{FF2B5EF4-FFF2-40B4-BE49-F238E27FC236}">
                  <a16:creationId xmlns:a16="http://schemas.microsoft.com/office/drawing/2014/main" id="{63F2F025-5E0E-4AE3-A947-004BA48E0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3666"/>
              <a:ext cx="56" cy="88"/>
            </a:xfrm>
            <a:custGeom>
              <a:avLst/>
              <a:gdLst>
                <a:gd name="T0" fmla="*/ 174 w 30"/>
                <a:gd name="T1" fmla="*/ 0 h 47"/>
                <a:gd name="T2" fmla="*/ 60 w 30"/>
                <a:gd name="T3" fmla="*/ 182 h 47"/>
                <a:gd name="T4" fmla="*/ 0 w 30"/>
                <a:gd name="T5" fmla="*/ 309 h 47"/>
                <a:gd name="T6" fmla="*/ 39 w 30"/>
                <a:gd name="T7" fmla="*/ 288 h 47"/>
                <a:gd name="T8" fmla="*/ 118 w 30"/>
                <a:gd name="T9" fmla="*/ 232 h 47"/>
                <a:gd name="T10" fmla="*/ 196 w 30"/>
                <a:gd name="T11" fmla="*/ 84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7">
                  <a:moveTo>
                    <a:pt x="27" y="0"/>
                  </a:moveTo>
                  <a:cubicBezTo>
                    <a:pt x="22" y="4"/>
                    <a:pt x="12" y="22"/>
                    <a:pt x="9" y="28"/>
                  </a:cubicBezTo>
                  <a:cubicBezTo>
                    <a:pt x="5" y="36"/>
                    <a:pt x="5" y="40"/>
                    <a:pt x="0" y="47"/>
                  </a:cubicBezTo>
                  <a:cubicBezTo>
                    <a:pt x="2" y="46"/>
                    <a:pt x="4" y="45"/>
                    <a:pt x="6" y="44"/>
                  </a:cubicBezTo>
                  <a:cubicBezTo>
                    <a:pt x="11" y="42"/>
                    <a:pt x="14" y="39"/>
                    <a:pt x="18" y="35"/>
                  </a:cubicBezTo>
                  <a:cubicBezTo>
                    <a:pt x="24" y="27"/>
                    <a:pt x="27" y="21"/>
                    <a:pt x="30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53" name="Freeform 1632">
              <a:extLst>
                <a:ext uri="{FF2B5EF4-FFF2-40B4-BE49-F238E27FC236}">
                  <a16:creationId xmlns:a16="http://schemas.microsoft.com/office/drawing/2014/main" id="{28E38C51-1603-4F37-A68D-F8A14904F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3758"/>
              <a:ext cx="60" cy="48"/>
            </a:xfrm>
            <a:custGeom>
              <a:avLst/>
              <a:gdLst>
                <a:gd name="T0" fmla="*/ 8 w 32"/>
                <a:gd name="T1" fmla="*/ 164 h 26"/>
                <a:gd name="T2" fmla="*/ 99 w 32"/>
                <a:gd name="T3" fmla="*/ 68 h 26"/>
                <a:gd name="T4" fmla="*/ 197 w 32"/>
                <a:gd name="T5" fmla="*/ 0 h 26"/>
                <a:gd name="T6" fmla="*/ 197 w 32"/>
                <a:gd name="T7" fmla="*/ 0 h 26"/>
                <a:gd name="T8" fmla="*/ 212 w 32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1" y="26"/>
                  </a:moveTo>
                  <a:cubicBezTo>
                    <a:pt x="0" y="22"/>
                    <a:pt x="12" y="14"/>
                    <a:pt x="15" y="11"/>
                  </a:cubicBezTo>
                  <a:cubicBezTo>
                    <a:pt x="19" y="7"/>
                    <a:pt x="24" y="1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1" y="0"/>
                    <a:pt x="31" y="0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54" name="Freeform 1633">
              <a:extLst>
                <a:ext uri="{FF2B5EF4-FFF2-40B4-BE49-F238E27FC236}">
                  <a16:creationId xmlns:a16="http://schemas.microsoft.com/office/drawing/2014/main" id="{3F6CD94A-0DC3-4FAB-A912-4D488F715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3829"/>
              <a:ext cx="67" cy="28"/>
            </a:xfrm>
            <a:custGeom>
              <a:avLst/>
              <a:gdLst>
                <a:gd name="T0" fmla="*/ 0 w 36"/>
                <a:gd name="T1" fmla="*/ 97 h 15"/>
                <a:gd name="T2" fmla="*/ 166 w 36"/>
                <a:gd name="T3" fmla="*/ 13 h 15"/>
                <a:gd name="T4" fmla="*/ 233 w 3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">
                  <a:moveTo>
                    <a:pt x="0" y="15"/>
                  </a:moveTo>
                  <a:cubicBezTo>
                    <a:pt x="8" y="9"/>
                    <a:pt x="17" y="5"/>
                    <a:pt x="26" y="2"/>
                  </a:cubicBezTo>
                  <a:cubicBezTo>
                    <a:pt x="29" y="1"/>
                    <a:pt x="32" y="0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55" name="Freeform 1634">
              <a:extLst>
                <a:ext uri="{FF2B5EF4-FFF2-40B4-BE49-F238E27FC236}">
                  <a16:creationId xmlns:a16="http://schemas.microsoft.com/office/drawing/2014/main" id="{E6B3ACA5-FA4D-4B23-A080-D4A2A666D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3962"/>
              <a:ext cx="112" cy="18"/>
            </a:xfrm>
            <a:custGeom>
              <a:avLst/>
              <a:gdLst>
                <a:gd name="T0" fmla="*/ 0 w 60"/>
                <a:gd name="T1" fmla="*/ 0 h 10"/>
                <a:gd name="T2" fmla="*/ 254 w 60"/>
                <a:gd name="T3" fmla="*/ 52 h 10"/>
                <a:gd name="T4" fmla="*/ 390 w 60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0">
                  <a:moveTo>
                    <a:pt x="0" y="0"/>
                  </a:moveTo>
                  <a:cubicBezTo>
                    <a:pt x="8" y="7"/>
                    <a:pt x="28" y="10"/>
                    <a:pt x="39" y="9"/>
                  </a:cubicBezTo>
                  <a:cubicBezTo>
                    <a:pt x="44" y="9"/>
                    <a:pt x="59" y="8"/>
                    <a:pt x="6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56" name="Freeform 1635">
              <a:extLst>
                <a:ext uri="{FF2B5EF4-FFF2-40B4-BE49-F238E27FC236}">
                  <a16:creationId xmlns:a16="http://schemas.microsoft.com/office/drawing/2014/main" id="{CFAC7A30-3483-47C8-BA84-BDA2EB891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922"/>
              <a:ext cx="110" cy="45"/>
            </a:xfrm>
            <a:custGeom>
              <a:avLst/>
              <a:gdLst>
                <a:gd name="T0" fmla="*/ 0 w 59"/>
                <a:gd name="T1" fmla="*/ 0 h 24"/>
                <a:gd name="T2" fmla="*/ 382 w 59"/>
                <a:gd name="T3" fmla="*/ 13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24">
                  <a:moveTo>
                    <a:pt x="0" y="0"/>
                  </a:moveTo>
                  <a:cubicBezTo>
                    <a:pt x="12" y="14"/>
                    <a:pt x="41" y="24"/>
                    <a:pt x="59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57" name="Freeform 1636">
              <a:extLst>
                <a:ext uri="{FF2B5EF4-FFF2-40B4-BE49-F238E27FC236}">
                  <a16:creationId xmlns:a16="http://schemas.microsoft.com/office/drawing/2014/main" id="{392E2798-AD79-4D75-B6FD-5C8771A9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468"/>
              <a:ext cx="24" cy="86"/>
            </a:xfrm>
            <a:custGeom>
              <a:avLst/>
              <a:gdLst>
                <a:gd name="T0" fmla="*/ 44 w 13"/>
                <a:gd name="T1" fmla="*/ 301 h 46"/>
                <a:gd name="T2" fmla="*/ 13 w 13"/>
                <a:gd name="T3" fmla="*/ 157 h 46"/>
                <a:gd name="T4" fmla="*/ 7 w 13"/>
                <a:gd name="T5" fmla="*/ 73 h 46"/>
                <a:gd name="T6" fmla="*/ 13 w 13"/>
                <a:gd name="T7" fmla="*/ 0 h 46"/>
                <a:gd name="T8" fmla="*/ 61 w 13"/>
                <a:gd name="T9" fmla="*/ 172 h 46"/>
                <a:gd name="T10" fmla="*/ 61 w 13"/>
                <a:gd name="T11" fmla="*/ 28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6">
                  <a:moveTo>
                    <a:pt x="7" y="46"/>
                  </a:moveTo>
                  <a:cubicBezTo>
                    <a:pt x="5" y="38"/>
                    <a:pt x="2" y="32"/>
                    <a:pt x="2" y="24"/>
                  </a:cubicBezTo>
                  <a:cubicBezTo>
                    <a:pt x="1" y="20"/>
                    <a:pt x="0" y="16"/>
                    <a:pt x="1" y="11"/>
                  </a:cubicBezTo>
                  <a:cubicBezTo>
                    <a:pt x="1" y="8"/>
                    <a:pt x="2" y="4"/>
                    <a:pt x="2" y="0"/>
                  </a:cubicBezTo>
                  <a:cubicBezTo>
                    <a:pt x="5" y="9"/>
                    <a:pt x="9" y="17"/>
                    <a:pt x="10" y="26"/>
                  </a:cubicBezTo>
                  <a:cubicBezTo>
                    <a:pt x="11" y="31"/>
                    <a:pt x="13" y="39"/>
                    <a:pt x="10" y="4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58" name="Freeform 1637">
              <a:extLst>
                <a:ext uri="{FF2B5EF4-FFF2-40B4-BE49-F238E27FC236}">
                  <a16:creationId xmlns:a16="http://schemas.microsoft.com/office/drawing/2014/main" id="{9824B60D-9EAA-4E0C-A61F-04C213D71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436"/>
              <a:ext cx="25" cy="30"/>
            </a:xfrm>
            <a:custGeom>
              <a:avLst/>
              <a:gdLst>
                <a:gd name="T0" fmla="*/ 15 w 13"/>
                <a:gd name="T1" fmla="*/ 0 h 16"/>
                <a:gd name="T2" fmla="*/ 29 w 13"/>
                <a:gd name="T3" fmla="*/ 105 h 16"/>
                <a:gd name="T4" fmla="*/ 92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2" y="0"/>
                  </a:moveTo>
                  <a:cubicBezTo>
                    <a:pt x="0" y="5"/>
                    <a:pt x="0" y="11"/>
                    <a:pt x="4" y="16"/>
                  </a:cubicBezTo>
                  <a:cubicBezTo>
                    <a:pt x="9" y="12"/>
                    <a:pt x="11" y="6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59" name="Freeform 1638">
              <a:extLst>
                <a:ext uri="{FF2B5EF4-FFF2-40B4-BE49-F238E27FC236}">
                  <a16:creationId xmlns:a16="http://schemas.microsoft.com/office/drawing/2014/main" id="{9346835F-36EE-4B71-9CFE-85D23F55E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440"/>
              <a:ext cx="22" cy="61"/>
            </a:xfrm>
            <a:custGeom>
              <a:avLst/>
              <a:gdLst>
                <a:gd name="T0" fmla="*/ 73 w 12"/>
                <a:gd name="T1" fmla="*/ 0 h 33"/>
                <a:gd name="T2" fmla="*/ 31 w 12"/>
                <a:gd name="T3" fmla="*/ 133 h 33"/>
                <a:gd name="T4" fmla="*/ 0 w 12"/>
                <a:gd name="T5" fmla="*/ 20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cubicBezTo>
                    <a:pt x="9" y="7"/>
                    <a:pt x="9" y="14"/>
                    <a:pt x="5" y="21"/>
                  </a:cubicBezTo>
                  <a:cubicBezTo>
                    <a:pt x="3" y="25"/>
                    <a:pt x="2" y="29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60" name="Freeform 1639">
              <a:extLst>
                <a:ext uri="{FF2B5EF4-FFF2-40B4-BE49-F238E27FC236}">
                  <a16:creationId xmlns:a16="http://schemas.microsoft.com/office/drawing/2014/main" id="{BF8AD082-70B1-4831-887D-1D104271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438"/>
              <a:ext cx="33" cy="78"/>
            </a:xfrm>
            <a:custGeom>
              <a:avLst/>
              <a:gdLst>
                <a:gd name="T0" fmla="*/ 68 w 18"/>
                <a:gd name="T1" fmla="*/ 0 h 42"/>
                <a:gd name="T2" fmla="*/ 97 w 18"/>
                <a:gd name="T3" fmla="*/ 173 h 42"/>
                <a:gd name="T4" fmla="*/ 105 w 18"/>
                <a:gd name="T5" fmla="*/ 269 h 42"/>
                <a:gd name="T6" fmla="*/ 0 w 18"/>
                <a:gd name="T7" fmla="*/ 76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2">
                  <a:moveTo>
                    <a:pt x="11" y="0"/>
                  </a:moveTo>
                  <a:cubicBezTo>
                    <a:pt x="14" y="8"/>
                    <a:pt x="15" y="18"/>
                    <a:pt x="16" y="27"/>
                  </a:cubicBezTo>
                  <a:cubicBezTo>
                    <a:pt x="16" y="31"/>
                    <a:pt x="18" y="37"/>
                    <a:pt x="17" y="42"/>
                  </a:cubicBezTo>
                  <a:cubicBezTo>
                    <a:pt x="11" y="32"/>
                    <a:pt x="4" y="23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61" name="Freeform 1640">
              <a:extLst>
                <a:ext uri="{FF2B5EF4-FFF2-40B4-BE49-F238E27FC236}">
                  <a16:creationId xmlns:a16="http://schemas.microsoft.com/office/drawing/2014/main" id="{E017E546-C629-411C-BABE-B4208641C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496"/>
              <a:ext cx="11" cy="30"/>
            </a:xfrm>
            <a:custGeom>
              <a:avLst/>
              <a:gdLst>
                <a:gd name="T0" fmla="*/ 0 w 6"/>
                <a:gd name="T1" fmla="*/ 105 h 16"/>
                <a:gd name="T2" fmla="*/ 31 w 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3" y="12"/>
                    <a:pt x="6" y="4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62" name="Freeform 1641">
              <a:extLst>
                <a:ext uri="{FF2B5EF4-FFF2-40B4-BE49-F238E27FC236}">
                  <a16:creationId xmlns:a16="http://schemas.microsoft.com/office/drawing/2014/main" id="{B13D9CF4-6834-4548-97D0-7D2AD01E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438"/>
              <a:ext cx="26" cy="58"/>
            </a:xfrm>
            <a:custGeom>
              <a:avLst/>
              <a:gdLst>
                <a:gd name="T0" fmla="*/ 84 w 14"/>
                <a:gd name="T1" fmla="*/ 7 h 31"/>
                <a:gd name="T2" fmla="*/ 89 w 14"/>
                <a:gd name="T3" fmla="*/ 204 h 31"/>
                <a:gd name="T4" fmla="*/ 0 w 1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13" y="1"/>
                  </a:moveTo>
                  <a:cubicBezTo>
                    <a:pt x="12" y="11"/>
                    <a:pt x="14" y="21"/>
                    <a:pt x="14" y="31"/>
                  </a:cubicBezTo>
                  <a:cubicBezTo>
                    <a:pt x="9" y="21"/>
                    <a:pt x="2" y="1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63" name="Freeform 1642">
              <a:extLst>
                <a:ext uri="{FF2B5EF4-FFF2-40B4-BE49-F238E27FC236}">
                  <a16:creationId xmlns:a16="http://schemas.microsoft.com/office/drawing/2014/main" id="{A89E4B1E-EEB2-4286-9A59-A2B68C5B1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438"/>
              <a:ext cx="7" cy="30"/>
            </a:xfrm>
            <a:custGeom>
              <a:avLst/>
              <a:gdLst>
                <a:gd name="T0" fmla="*/ 0 w 4"/>
                <a:gd name="T1" fmla="*/ 105 h 16"/>
                <a:gd name="T2" fmla="*/ 21 w 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16"/>
                  </a:moveTo>
                  <a:cubicBezTo>
                    <a:pt x="1" y="11"/>
                    <a:pt x="3" y="4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64" name="Freeform 1643">
              <a:extLst>
                <a:ext uri="{FF2B5EF4-FFF2-40B4-BE49-F238E27FC236}">
                  <a16:creationId xmlns:a16="http://schemas.microsoft.com/office/drawing/2014/main" id="{CD8320DF-A10A-4FE3-95E8-732BAE82E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3514"/>
              <a:ext cx="17" cy="70"/>
            </a:xfrm>
            <a:custGeom>
              <a:avLst/>
              <a:gdLst>
                <a:gd name="T0" fmla="*/ 0 w 9"/>
                <a:gd name="T1" fmla="*/ 0 h 37"/>
                <a:gd name="T2" fmla="*/ 53 w 9"/>
                <a:gd name="T3" fmla="*/ 161 h 37"/>
                <a:gd name="T4" fmla="*/ 53 w 9"/>
                <a:gd name="T5" fmla="*/ 25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7">
                  <a:moveTo>
                    <a:pt x="0" y="0"/>
                  </a:moveTo>
                  <a:cubicBezTo>
                    <a:pt x="5" y="8"/>
                    <a:pt x="7" y="16"/>
                    <a:pt x="8" y="24"/>
                  </a:cubicBezTo>
                  <a:cubicBezTo>
                    <a:pt x="8" y="28"/>
                    <a:pt x="9" y="35"/>
                    <a:pt x="8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65" name="Freeform 1644">
              <a:extLst>
                <a:ext uri="{FF2B5EF4-FFF2-40B4-BE49-F238E27FC236}">
                  <a16:creationId xmlns:a16="http://schemas.microsoft.com/office/drawing/2014/main" id="{54DA572D-0205-497B-83E7-ABC79B69B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3471"/>
              <a:ext cx="13" cy="62"/>
            </a:xfrm>
            <a:custGeom>
              <a:avLst/>
              <a:gdLst>
                <a:gd name="T0" fmla="*/ 24 w 7"/>
                <a:gd name="T1" fmla="*/ 0 h 33"/>
                <a:gd name="T2" fmla="*/ 0 w 7"/>
                <a:gd name="T3" fmla="*/ 21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3">
                  <a:moveTo>
                    <a:pt x="4" y="0"/>
                  </a:moveTo>
                  <a:cubicBezTo>
                    <a:pt x="7" y="9"/>
                    <a:pt x="5" y="26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66" name="Freeform 1645">
              <a:extLst>
                <a:ext uri="{FF2B5EF4-FFF2-40B4-BE49-F238E27FC236}">
                  <a16:creationId xmlns:a16="http://schemas.microsoft.com/office/drawing/2014/main" id="{1C647907-70DC-48C5-8CCE-09F3D658B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520"/>
              <a:ext cx="11" cy="82"/>
            </a:xfrm>
            <a:custGeom>
              <a:avLst/>
              <a:gdLst>
                <a:gd name="T0" fmla="*/ 0 w 6"/>
                <a:gd name="T1" fmla="*/ 0 h 44"/>
                <a:gd name="T2" fmla="*/ 37 w 6"/>
                <a:gd name="T3" fmla="*/ 201 h 44"/>
                <a:gd name="T4" fmla="*/ 31 w 6"/>
                <a:gd name="T5" fmla="*/ 28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4">
                  <a:moveTo>
                    <a:pt x="0" y="0"/>
                  </a:moveTo>
                  <a:cubicBezTo>
                    <a:pt x="4" y="10"/>
                    <a:pt x="6" y="20"/>
                    <a:pt x="6" y="31"/>
                  </a:cubicBezTo>
                  <a:cubicBezTo>
                    <a:pt x="5" y="34"/>
                    <a:pt x="4" y="42"/>
                    <a:pt x="5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67" name="Freeform 1646">
              <a:extLst>
                <a:ext uri="{FF2B5EF4-FFF2-40B4-BE49-F238E27FC236}">
                  <a16:creationId xmlns:a16="http://schemas.microsoft.com/office/drawing/2014/main" id="{080117D8-2894-48CA-95DC-9132CE288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494"/>
              <a:ext cx="35" cy="88"/>
            </a:xfrm>
            <a:custGeom>
              <a:avLst/>
              <a:gdLst>
                <a:gd name="T0" fmla="*/ 44 w 19"/>
                <a:gd name="T1" fmla="*/ 0 h 47"/>
                <a:gd name="T2" fmla="*/ 68 w 19"/>
                <a:gd name="T3" fmla="*/ 137 h 47"/>
                <a:gd name="T4" fmla="*/ 118 w 19"/>
                <a:gd name="T5" fmla="*/ 309 h 47"/>
                <a:gd name="T6" fmla="*/ 0 w 19"/>
                <a:gd name="T7" fmla="*/ 9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7">
                  <a:moveTo>
                    <a:pt x="7" y="0"/>
                  </a:moveTo>
                  <a:cubicBezTo>
                    <a:pt x="8" y="7"/>
                    <a:pt x="9" y="14"/>
                    <a:pt x="11" y="21"/>
                  </a:cubicBezTo>
                  <a:cubicBezTo>
                    <a:pt x="13" y="28"/>
                    <a:pt x="18" y="39"/>
                    <a:pt x="19" y="47"/>
                  </a:cubicBezTo>
                  <a:cubicBezTo>
                    <a:pt x="11" y="39"/>
                    <a:pt x="3" y="25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68" name="Freeform 1647">
              <a:extLst>
                <a:ext uri="{FF2B5EF4-FFF2-40B4-BE49-F238E27FC236}">
                  <a16:creationId xmlns:a16="http://schemas.microsoft.com/office/drawing/2014/main" id="{7604B69D-C183-41F5-9071-42BD8E1A0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578"/>
              <a:ext cx="13" cy="79"/>
            </a:xfrm>
            <a:custGeom>
              <a:avLst/>
              <a:gdLst>
                <a:gd name="T0" fmla="*/ 0 w 7"/>
                <a:gd name="T1" fmla="*/ 0 h 42"/>
                <a:gd name="T2" fmla="*/ 37 w 7"/>
                <a:gd name="T3" fmla="*/ 28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2">
                  <a:moveTo>
                    <a:pt x="0" y="0"/>
                  </a:moveTo>
                  <a:cubicBezTo>
                    <a:pt x="7" y="12"/>
                    <a:pt x="6" y="29"/>
                    <a:pt x="6" y="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69" name="Freeform 1648">
              <a:extLst>
                <a:ext uri="{FF2B5EF4-FFF2-40B4-BE49-F238E27FC236}">
                  <a16:creationId xmlns:a16="http://schemas.microsoft.com/office/drawing/2014/main" id="{17F06EA6-4843-44B9-9786-CDF34CBCB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3602"/>
              <a:ext cx="56" cy="101"/>
            </a:xfrm>
            <a:custGeom>
              <a:avLst/>
              <a:gdLst>
                <a:gd name="T0" fmla="*/ 0 w 30"/>
                <a:gd name="T1" fmla="*/ 0 h 54"/>
                <a:gd name="T2" fmla="*/ 73 w 30"/>
                <a:gd name="T3" fmla="*/ 120 h 54"/>
                <a:gd name="T4" fmla="*/ 129 w 30"/>
                <a:gd name="T5" fmla="*/ 224 h 54"/>
                <a:gd name="T6" fmla="*/ 189 w 30"/>
                <a:gd name="T7" fmla="*/ 35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4">
                  <a:moveTo>
                    <a:pt x="0" y="0"/>
                  </a:moveTo>
                  <a:cubicBezTo>
                    <a:pt x="5" y="3"/>
                    <a:pt x="8" y="12"/>
                    <a:pt x="11" y="18"/>
                  </a:cubicBezTo>
                  <a:cubicBezTo>
                    <a:pt x="14" y="23"/>
                    <a:pt x="17" y="29"/>
                    <a:pt x="20" y="34"/>
                  </a:cubicBezTo>
                  <a:cubicBezTo>
                    <a:pt x="24" y="40"/>
                    <a:pt x="30" y="47"/>
                    <a:pt x="29" y="5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70" name="Freeform 1649">
              <a:extLst>
                <a:ext uri="{FF2B5EF4-FFF2-40B4-BE49-F238E27FC236}">
                  <a16:creationId xmlns:a16="http://schemas.microsoft.com/office/drawing/2014/main" id="{4CB29A32-BCD4-4DA5-A699-7EFB8ED8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3769"/>
              <a:ext cx="49" cy="67"/>
            </a:xfrm>
            <a:custGeom>
              <a:avLst/>
              <a:gdLst>
                <a:gd name="T0" fmla="*/ 0 w 26"/>
                <a:gd name="T1" fmla="*/ 233 h 36"/>
                <a:gd name="T2" fmla="*/ 173 w 26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6">
                  <a:moveTo>
                    <a:pt x="0" y="36"/>
                  </a:moveTo>
                  <a:cubicBezTo>
                    <a:pt x="12" y="31"/>
                    <a:pt x="24" y="13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71" name="Freeform 1650">
              <a:extLst>
                <a:ext uri="{FF2B5EF4-FFF2-40B4-BE49-F238E27FC236}">
                  <a16:creationId xmlns:a16="http://schemas.microsoft.com/office/drawing/2014/main" id="{A5483D76-9CF6-4188-ACB0-1DB539202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694"/>
              <a:ext cx="45" cy="84"/>
            </a:xfrm>
            <a:custGeom>
              <a:avLst/>
              <a:gdLst>
                <a:gd name="T0" fmla="*/ 0 w 24"/>
                <a:gd name="T1" fmla="*/ 293 h 45"/>
                <a:gd name="T2" fmla="*/ 144 w 24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0" y="45"/>
                  </a:moveTo>
                  <a:cubicBezTo>
                    <a:pt x="9" y="31"/>
                    <a:pt x="24" y="18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72" name="Freeform 1651">
              <a:extLst>
                <a:ext uri="{FF2B5EF4-FFF2-40B4-BE49-F238E27FC236}">
                  <a16:creationId xmlns:a16="http://schemas.microsoft.com/office/drawing/2014/main" id="{E417491D-2DA9-42AA-9A68-BFBBC5973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599"/>
              <a:ext cx="32" cy="95"/>
            </a:xfrm>
            <a:custGeom>
              <a:avLst/>
              <a:gdLst>
                <a:gd name="T0" fmla="*/ 0 w 17"/>
                <a:gd name="T1" fmla="*/ 218 h 51"/>
                <a:gd name="T2" fmla="*/ 8 w 17"/>
                <a:gd name="T3" fmla="*/ 330 h 51"/>
                <a:gd name="T4" fmla="*/ 92 w 17"/>
                <a:gd name="T5" fmla="*/ 121 h 51"/>
                <a:gd name="T6" fmla="*/ 105 w 17"/>
                <a:gd name="T7" fmla="*/ 45 h 51"/>
                <a:gd name="T8" fmla="*/ 85 w 1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1">
                  <a:moveTo>
                    <a:pt x="0" y="34"/>
                  </a:moveTo>
                  <a:cubicBezTo>
                    <a:pt x="1" y="40"/>
                    <a:pt x="2" y="46"/>
                    <a:pt x="1" y="51"/>
                  </a:cubicBezTo>
                  <a:cubicBezTo>
                    <a:pt x="8" y="42"/>
                    <a:pt x="11" y="30"/>
                    <a:pt x="14" y="19"/>
                  </a:cubicBezTo>
                  <a:cubicBezTo>
                    <a:pt x="15" y="15"/>
                    <a:pt x="17" y="11"/>
                    <a:pt x="16" y="7"/>
                  </a:cubicBezTo>
                  <a:cubicBezTo>
                    <a:pt x="15" y="4"/>
                    <a:pt x="13" y="2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73" name="Freeform 1652">
              <a:extLst>
                <a:ext uri="{FF2B5EF4-FFF2-40B4-BE49-F238E27FC236}">
                  <a16:creationId xmlns:a16="http://schemas.microsoft.com/office/drawing/2014/main" id="{069A3A93-E7D5-404F-924D-F9F65B5B5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563"/>
              <a:ext cx="13" cy="52"/>
            </a:xfrm>
            <a:custGeom>
              <a:avLst/>
              <a:gdLst>
                <a:gd name="T0" fmla="*/ 45 w 7"/>
                <a:gd name="T1" fmla="*/ 0 h 28"/>
                <a:gd name="T2" fmla="*/ 0 w 7"/>
                <a:gd name="T3" fmla="*/ 18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7" y="0"/>
                  </a:moveTo>
                  <a:cubicBezTo>
                    <a:pt x="7" y="9"/>
                    <a:pt x="3" y="20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74" name="Freeform 1653">
              <a:extLst>
                <a:ext uri="{FF2B5EF4-FFF2-40B4-BE49-F238E27FC236}">
                  <a16:creationId xmlns:a16="http://schemas.microsoft.com/office/drawing/2014/main" id="{50608BBB-04B6-4864-8F0D-A126B8F96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3468"/>
              <a:ext cx="28" cy="73"/>
            </a:xfrm>
            <a:custGeom>
              <a:avLst/>
              <a:gdLst>
                <a:gd name="T0" fmla="*/ 13 w 15"/>
                <a:gd name="T1" fmla="*/ 210 h 39"/>
                <a:gd name="T2" fmla="*/ 32 w 15"/>
                <a:gd name="T3" fmla="*/ 0 h 39"/>
                <a:gd name="T4" fmla="*/ 45 w 15"/>
                <a:gd name="T5" fmla="*/ 25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2" y="32"/>
                  </a:moveTo>
                  <a:cubicBezTo>
                    <a:pt x="0" y="23"/>
                    <a:pt x="0" y="7"/>
                    <a:pt x="5" y="0"/>
                  </a:cubicBezTo>
                  <a:cubicBezTo>
                    <a:pt x="10" y="11"/>
                    <a:pt x="15" y="28"/>
                    <a:pt x="7" y="3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75" name="Freeform 1654">
              <a:extLst>
                <a:ext uri="{FF2B5EF4-FFF2-40B4-BE49-F238E27FC236}">
                  <a16:creationId xmlns:a16="http://schemas.microsoft.com/office/drawing/2014/main" id="{FB1674A7-CC70-4A77-B055-37C532412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436"/>
              <a:ext cx="22" cy="34"/>
            </a:xfrm>
            <a:custGeom>
              <a:avLst/>
              <a:gdLst>
                <a:gd name="T0" fmla="*/ 13 w 12"/>
                <a:gd name="T1" fmla="*/ 8 h 18"/>
                <a:gd name="T2" fmla="*/ 20 w 12"/>
                <a:gd name="T3" fmla="*/ 121 h 18"/>
                <a:gd name="T4" fmla="*/ 73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2" y="1"/>
                  </a:moveTo>
                  <a:cubicBezTo>
                    <a:pt x="0" y="6"/>
                    <a:pt x="0" y="13"/>
                    <a:pt x="3" y="18"/>
                  </a:cubicBezTo>
                  <a:cubicBezTo>
                    <a:pt x="6" y="12"/>
                    <a:pt x="11" y="7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76" name="Freeform 1655">
              <a:extLst>
                <a:ext uri="{FF2B5EF4-FFF2-40B4-BE49-F238E27FC236}">
                  <a16:creationId xmlns:a16="http://schemas.microsoft.com/office/drawing/2014/main" id="{6A9B2F10-8EBD-4588-B458-024B35B73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3438"/>
              <a:ext cx="28" cy="37"/>
            </a:xfrm>
            <a:custGeom>
              <a:avLst/>
              <a:gdLst>
                <a:gd name="T0" fmla="*/ 97 w 15"/>
                <a:gd name="T1" fmla="*/ 0 h 20"/>
                <a:gd name="T2" fmla="*/ 39 w 15"/>
                <a:gd name="T3" fmla="*/ 126 h 20"/>
                <a:gd name="T4" fmla="*/ 0 w 1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15" y="0"/>
                  </a:moveTo>
                  <a:cubicBezTo>
                    <a:pt x="14" y="6"/>
                    <a:pt x="10" y="15"/>
                    <a:pt x="6" y="20"/>
                  </a:cubicBezTo>
                  <a:cubicBezTo>
                    <a:pt x="2" y="15"/>
                    <a:pt x="0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77" name="Freeform 1656">
              <a:extLst>
                <a:ext uri="{FF2B5EF4-FFF2-40B4-BE49-F238E27FC236}">
                  <a16:creationId xmlns:a16="http://schemas.microsoft.com/office/drawing/2014/main" id="{F0DA5622-C295-4B17-AB1A-7655CA1EC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438"/>
              <a:ext cx="27" cy="30"/>
            </a:xfrm>
            <a:custGeom>
              <a:avLst/>
              <a:gdLst>
                <a:gd name="T0" fmla="*/ 100 w 14"/>
                <a:gd name="T1" fmla="*/ 0 h 16"/>
                <a:gd name="T2" fmla="*/ 0 w 14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12" y="7"/>
                    <a:pt x="6" y="11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78" name="Freeform 1657">
              <a:extLst>
                <a:ext uri="{FF2B5EF4-FFF2-40B4-BE49-F238E27FC236}">
                  <a16:creationId xmlns:a16="http://schemas.microsoft.com/office/drawing/2014/main" id="{D76CCFB8-CB00-4512-B8EE-A82F88F77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3438"/>
              <a:ext cx="28" cy="28"/>
            </a:xfrm>
            <a:custGeom>
              <a:avLst/>
              <a:gdLst>
                <a:gd name="T0" fmla="*/ 0 w 15"/>
                <a:gd name="T1" fmla="*/ 0 h 15"/>
                <a:gd name="T2" fmla="*/ 39 w 15"/>
                <a:gd name="T3" fmla="*/ 97 h 15"/>
                <a:gd name="T4" fmla="*/ 97 w 1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3" y="4"/>
                    <a:pt x="5" y="10"/>
                    <a:pt x="6" y="15"/>
                  </a:cubicBezTo>
                  <a:cubicBezTo>
                    <a:pt x="10" y="11"/>
                    <a:pt x="14" y="5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79" name="Freeform 1658">
              <a:extLst>
                <a:ext uri="{FF2B5EF4-FFF2-40B4-BE49-F238E27FC236}">
                  <a16:creationId xmlns:a16="http://schemas.microsoft.com/office/drawing/2014/main" id="{9FA28858-8930-4CB2-BAEC-44B715DD1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440"/>
              <a:ext cx="32" cy="112"/>
            </a:xfrm>
            <a:custGeom>
              <a:avLst/>
              <a:gdLst>
                <a:gd name="T0" fmla="*/ 92 w 17"/>
                <a:gd name="T1" fmla="*/ 0 h 60"/>
                <a:gd name="T2" fmla="*/ 105 w 17"/>
                <a:gd name="T3" fmla="*/ 164 h 60"/>
                <a:gd name="T4" fmla="*/ 81 w 17"/>
                <a:gd name="T5" fmla="*/ 390 h 60"/>
                <a:gd name="T6" fmla="*/ 28 w 17"/>
                <a:gd name="T7" fmla="*/ 91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14" y="0"/>
                  </a:moveTo>
                  <a:cubicBezTo>
                    <a:pt x="17" y="7"/>
                    <a:pt x="16" y="18"/>
                    <a:pt x="16" y="25"/>
                  </a:cubicBezTo>
                  <a:cubicBezTo>
                    <a:pt x="16" y="36"/>
                    <a:pt x="16" y="50"/>
                    <a:pt x="12" y="60"/>
                  </a:cubicBezTo>
                  <a:cubicBezTo>
                    <a:pt x="5" y="49"/>
                    <a:pt x="0" y="27"/>
                    <a:pt x="4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80" name="Freeform 1659">
              <a:extLst>
                <a:ext uri="{FF2B5EF4-FFF2-40B4-BE49-F238E27FC236}">
                  <a16:creationId xmlns:a16="http://schemas.microsoft.com/office/drawing/2014/main" id="{9C8C56BB-5F21-440A-9E95-CCC4F7C0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479"/>
              <a:ext cx="34" cy="88"/>
            </a:xfrm>
            <a:custGeom>
              <a:avLst/>
              <a:gdLst>
                <a:gd name="T0" fmla="*/ 0 w 18"/>
                <a:gd name="T1" fmla="*/ 309 h 47"/>
                <a:gd name="T2" fmla="*/ 8 w 18"/>
                <a:gd name="T3" fmla="*/ 197 h 47"/>
                <a:gd name="T4" fmla="*/ 68 w 18"/>
                <a:gd name="T5" fmla="*/ 73 h 47"/>
                <a:gd name="T6" fmla="*/ 121 w 18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7">
                  <a:moveTo>
                    <a:pt x="0" y="47"/>
                  </a:moveTo>
                  <a:cubicBezTo>
                    <a:pt x="2" y="42"/>
                    <a:pt x="0" y="36"/>
                    <a:pt x="1" y="30"/>
                  </a:cubicBezTo>
                  <a:cubicBezTo>
                    <a:pt x="3" y="23"/>
                    <a:pt x="6" y="16"/>
                    <a:pt x="10" y="11"/>
                  </a:cubicBezTo>
                  <a:cubicBezTo>
                    <a:pt x="13" y="7"/>
                    <a:pt x="16" y="4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81" name="Freeform 1660">
              <a:extLst>
                <a:ext uri="{FF2B5EF4-FFF2-40B4-BE49-F238E27FC236}">
                  <a16:creationId xmlns:a16="http://schemas.microsoft.com/office/drawing/2014/main" id="{DFEDAAB3-F7A7-4597-86C8-BAA47C557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468"/>
              <a:ext cx="24" cy="84"/>
            </a:xfrm>
            <a:custGeom>
              <a:avLst/>
              <a:gdLst>
                <a:gd name="T0" fmla="*/ 81 w 13"/>
                <a:gd name="T1" fmla="*/ 0 h 45"/>
                <a:gd name="T2" fmla="*/ 76 w 13"/>
                <a:gd name="T3" fmla="*/ 29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5">
                  <a:moveTo>
                    <a:pt x="13" y="0"/>
                  </a:moveTo>
                  <a:cubicBezTo>
                    <a:pt x="0" y="9"/>
                    <a:pt x="5" y="34"/>
                    <a:pt x="12" y="4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82" name="Freeform 1661">
              <a:extLst>
                <a:ext uri="{FF2B5EF4-FFF2-40B4-BE49-F238E27FC236}">
                  <a16:creationId xmlns:a16="http://schemas.microsoft.com/office/drawing/2014/main" id="{6E6BF3CA-9963-45AD-B0B7-5D2EC1D74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3514"/>
              <a:ext cx="21" cy="25"/>
            </a:xfrm>
            <a:custGeom>
              <a:avLst/>
              <a:gdLst>
                <a:gd name="T0" fmla="*/ 0 w 11"/>
                <a:gd name="T1" fmla="*/ 0 h 13"/>
                <a:gd name="T2" fmla="*/ 76 w 11"/>
                <a:gd name="T3" fmla="*/ 9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4" y="4"/>
                    <a:pt x="8" y="8"/>
                    <a:pt x="11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83" name="Freeform 1662">
              <a:extLst>
                <a:ext uri="{FF2B5EF4-FFF2-40B4-BE49-F238E27FC236}">
                  <a16:creationId xmlns:a16="http://schemas.microsoft.com/office/drawing/2014/main" id="{8DA08D72-EAA5-4429-8E40-A411DBB27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408"/>
              <a:ext cx="10" cy="53"/>
            </a:xfrm>
            <a:custGeom>
              <a:avLst/>
              <a:gdLst>
                <a:gd name="T0" fmla="*/ 40 w 5"/>
                <a:gd name="T1" fmla="*/ 189 h 28"/>
                <a:gd name="T2" fmla="*/ 0 w 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8">
                  <a:moveTo>
                    <a:pt x="5" y="28"/>
                  </a:moveTo>
                  <a:cubicBezTo>
                    <a:pt x="4" y="18"/>
                    <a:pt x="3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84" name="Freeform 1663">
              <a:extLst>
                <a:ext uri="{FF2B5EF4-FFF2-40B4-BE49-F238E27FC236}">
                  <a16:creationId xmlns:a16="http://schemas.microsoft.com/office/drawing/2014/main" id="{3344D22D-7630-4B8C-9D34-3C013AC1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549"/>
              <a:ext cx="11" cy="63"/>
            </a:xfrm>
            <a:custGeom>
              <a:avLst/>
              <a:gdLst>
                <a:gd name="T0" fmla="*/ 0 w 6"/>
                <a:gd name="T1" fmla="*/ 0 h 34"/>
                <a:gd name="T2" fmla="*/ 20 w 6"/>
                <a:gd name="T3" fmla="*/ 133 h 34"/>
                <a:gd name="T4" fmla="*/ 31 w 6"/>
                <a:gd name="T5" fmla="*/ 21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4">
                  <a:moveTo>
                    <a:pt x="0" y="0"/>
                  </a:moveTo>
                  <a:cubicBezTo>
                    <a:pt x="4" y="5"/>
                    <a:pt x="3" y="15"/>
                    <a:pt x="3" y="21"/>
                  </a:cubicBezTo>
                  <a:cubicBezTo>
                    <a:pt x="3" y="25"/>
                    <a:pt x="6" y="29"/>
                    <a:pt x="5" y="3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85" name="Freeform 1664">
              <a:extLst>
                <a:ext uri="{FF2B5EF4-FFF2-40B4-BE49-F238E27FC236}">
                  <a16:creationId xmlns:a16="http://schemas.microsoft.com/office/drawing/2014/main" id="{224CA4A4-AE92-4168-BC76-3213304BD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719"/>
              <a:ext cx="16" cy="73"/>
            </a:xfrm>
            <a:custGeom>
              <a:avLst/>
              <a:gdLst>
                <a:gd name="T0" fmla="*/ 7 w 9"/>
                <a:gd name="T1" fmla="*/ 0 h 39"/>
                <a:gd name="T2" fmla="*/ 0 w 9"/>
                <a:gd name="T3" fmla="*/ 73 h 39"/>
                <a:gd name="T4" fmla="*/ 12 w 9"/>
                <a:gd name="T5" fmla="*/ 165 h 39"/>
                <a:gd name="T6" fmla="*/ 50 w 9"/>
                <a:gd name="T7" fmla="*/ 25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9">
                  <a:moveTo>
                    <a:pt x="1" y="0"/>
                  </a:moveTo>
                  <a:cubicBezTo>
                    <a:pt x="1" y="4"/>
                    <a:pt x="0" y="8"/>
                    <a:pt x="0" y="11"/>
                  </a:cubicBezTo>
                  <a:cubicBezTo>
                    <a:pt x="0" y="16"/>
                    <a:pt x="1" y="21"/>
                    <a:pt x="2" y="25"/>
                  </a:cubicBezTo>
                  <a:cubicBezTo>
                    <a:pt x="3" y="29"/>
                    <a:pt x="6" y="36"/>
                    <a:pt x="9" y="3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86" name="Freeform 1665">
              <a:extLst>
                <a:ext uri="{FF2B5EF4-FFF2-40B4-BE49-F238E27FC236}">
                  <a16:creationId xmlns:a16="http://schemas.microsoft.com/office/drawing/2014/main" id="{2AACE86F-125E-41C5-81EC-FFFA7FCD3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792"/>
              <a:ext cx="25" cy="65"/>
            </a:xfrm>
            <a:custGeom>
              <a:avLst/>
              <a:gdLst>
                <a:gd name="T0" fmla="*/ 0 w 13"/>
                <a:gd name="T1" fmla="*/ 0 h 35"/>
                <a:gd name="T2" fmla="*/ 0 w 13"/>
                <a:gd name="T3" fmla="*/ 59 h 35"/>
                <a:gd name="T4" fmla="*/ 8 w 13"/>
                <a:gd name="T5" fmla="*/ 134 h 35"/>
                <a:gd name="T6" fmla="*/ 92 w 13"/>
                <a:gd name="T7" fmla="*/ 22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3"/>
                    <a:pt x="0" y="17"/>
                    <a:pt x="1" y="21"/>
                  </a:cubicBezTo>
                  <a:cubicBezTo>
                    <a:pt x="3" y="29"/>
                    <a:pt x="7" y="30"/>
                    <a:pt x="13" y="3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87" name="Freeform 1666">
              <a:extLst>
                <a:ext uri="{FF2B5EF4-FFF2-40B4-BE49-F238E27FC236}">
                  <a16:creationId xmlns:a16="http://schemas.microsoft.com/office/drawing/2014/main" id="{1BDEFB4D-AC3E-4BBE-86F6-6402B6805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753"/>
              <a:ext cx="22" cy="91"/>
            </a:xfrm>
            <a:custGeom>
              <a:avLst/>
              <a:gdLst>
                <a:gd name="T0" fmla="*/ 0 w 12"/>
                <a:gd name="T1" fmla="*/ 0 h 49"/>
                <a:gd name="T2" fmla="*/ 61 w 12"/>
                <a:gd name="T3" fmla="*/ 149 h 49"/>
                <a:gd name="T4" fmla="*/ 61 w 12"/>
                <a:gd name="T5" fmla="*/ 269 h 49"/>
                <a:gd name="T6" fmla="*/ 51 w 12"/>
                <a:gd name="T7" fmla="*/ 314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9">
                  <a:moveTo>
                    <a:pt x="0" y="0"/>
                  </a:moveTo>
                  <a:cubicBezTo>
                    <a:pt x="4" y="8"/>
                    <a:pt x="10" y="14"/>
                    <a:pt x="10" y="23"/>
                  </a:cubicBezTo>
                  <a:cubicBezTo>
                    <a:pt x="11" y="29"/>
                    <a:pt x="12" y="36"/>
                    <a:pt x="10" y="42"/>
                  </a:cubicBezTo>
                  <a:cubicBezTo>
                    <a:pt x="10" y="45"/>
                    <a:pt x="9" y="47"/>
                    <a:pt x="8" y="4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88" name="Freeform 1667">
              <a:extLst>
                <a:ext uri="{FF2B5EF4-FFF2-40B4-BE49-F238E27FC236}">
                  <a16:creationId xmlns:a16="http://schemas.microsoft.com/office/drawing/2014/main" id="{66A7DA89-2CC5-4EB4-9F34-3774EFE4C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811"/>
              <a:ext cx="15" cy="75"/>
            </a:xfrm>
            <a:custGeom>
              <a:avLst/>
              <a:gdLst>
                <a:gd name="T0" fmla="*/ 0 w 8"/>
                <a:gd name="T1" fmla="*/ 0 h 40"/>
                <a:gd name="T2" fmla="*/ 28 w 8"/>
                <a:gd name="T3" fmla="*/ 53 h 40"/>
                <a:gd name="T4" fmla="*/ 45 w 8"/>
                <a:gd name="T5" fmla="*/ 152 h 40"/>
                <a:gd name="T6" fmla="*/ 39 w 8"/>
                <a:gd name="T7" fmla="*/ 26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0">
                  <a:moveTo>
                    <a:pt x="0" y="0"/>
                  </a:moveTo>
                  <a:cubicBezTo>
                    <a:pt x="0" y="3"/>
                    <a:pt x="3" y="6"/>
                    <a:pt x="4" y="8"/>
                  </a:cubicBezTo>
                  <a:cubicBezTo>
                    <a:pt x="6" y="13"/>
                    <a:pt x="7" y="18"/>
                    <a:pt x="7" y="23"/>
                  </a:cubicBezTo>
                  <a:cubicBezTo>
                    <a:pt x="7" y="28"/>
                    <a:pt x="8" y="35"/>
                    <a:pt x="6" y="4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89" name="Freeform 1668">
              <a:extLst>
                <a:ext uri="{FF2B5EF4-FFF2-40B4-BE49-F238E27FC236}">
                  <a16:creationId xmlns:a16="http://schemas.microsoft.com/office/drawing/2014/main" id="{C4F3E328-C0F0-49D4-973E-2E1C3EC7E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650"/>
              <a:ext cx="20" cy="73"/>
            </a:xfrm>
            <a:custGeom>
              <a:avLst/>
              <a:gdLst>
                <a:gd name="T0" fmla="*/ 0 w 11"/>
                <a:gd name="T1" fmla="*/ 0 h 39"/>
                <a:gd name="T2" fmla="*/ 29 w 11"/>
                <a:gd name="T3" fmla="*/ 39 h 39"/>
                <a:gd name="T4" fmla="*/ 60 w 11"/>
                <a:gd name="T5" fmla="*/ 112 h 39"/>
                <a:gd name="T6" fmla="*/ 60 w 11"/>
                <a:gd name="T7" fmla="*/ 25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9">
                  <a:moveTo>
                    <a:pt x="0" y="0"/>
                  </a:moveTo>
                  <a:cubicBezTo>
                    <a:pt x="1" y="3"/>
                    <a:pt x="3" y="4"/>
                    <a:pt x="5" y="6"/>
                  </a:cubicBezTo>
                  <a:cubicBezTo>
                    <a:pt x="7" y="9"/>
                    <a:pt x="9" y="13"/>
                    <a:pt x="10" y="17"/>
                  </a:cubicBezTo>
                  <a:cubicBezTo>
                    <a:pt x="11" y="25"/>
                    <a:pt x="9" y="32"/>
                    <a:pt x="10" y="3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90" name="Freeform 1669">
              <a:extLst>
                <a:ext uri="{FF2B5EF4-FFF2-40B4-BE49-F238E27FC236}">
                  <a16:creationId xmlns:a16="http://schemas.microsoft.com/office/drawing/2014/main" id="{25C06B6A-1B20-4596-BB63-0A051B887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704"/>
              <a:ext cx="21" cy="66"/>
            </a:xfrm>
            <a:custGeom>
              <a:avLst/>
              <a:gdLst>
                <a:gd name="T0" fmla="*/ 0 w 11"/>
                <a:gd name="T1" fmla="*/ 0 h 35"/>
                <a:gd name="T2" fmla="*/ 55 w 11"/>
                <a:gd name="T3" fmla="*/ 121 h 35"/>
                <a:gd name="T4" fmla="*/ 69 w 11"/>
                <a:gd name="T5" fmla="*/ 196 h 35"/>
                <a:gd name="T6" fmla="*/ 69 w 11"/>
                <a:gd name="T7" fmla="*/ 22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5" y="4"/>
                    <a:pt x="7" y="12"/>
                    <a:pt x="8" y="18"/>
                  </a:cubicBezTo>
                  <a:cubicBezTo>
                    <a:pt x="9" y="22"/>
                    <a:pt x="10" y="25"/>
                    <a:pt x="10" y="29"/>
                  </a:cubicBezTo>
                  <a:cubicBezTo>
                    <a:pt x="10" y="30"/>
                    <a:pt x="11" y="35"/>
                    <a:pt x="10" y="3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91" name="Freeform 1670">
              <a:extLst>
                <a:ext uri="{FF2B5EF4-FFF2-40B4-BE49-F238E27FC236}">
                  <a16:creationId xmlns:a16="http://schemas.microsoft.com/office/drawing/2014/main" id="{BC9DAAFA-7AD1-4874-A414-6793CDD93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882"/>
              <a:ext cx="30" cy="108"/>
            </a:xfrm>
            <a:custGeom>
              <a:avLst/>
              <a:gdLst>
                <a:gd name="T0" fmla="*/ 8 w 16"/>
                <a:gd name="T1" fmla="*/ 0 h 58"/>
                <a:gd name="T2" fmla="*/ 0 w 16"/>
                <a:gd name="T3" fmla="*/ 89 h 58"/>
                <a:gd name="T4" fmla="*/ 15 w 16"/>
                <a:gd name="T5" fmla="*/ 212 h 58"/>
                <a:gd name="T6" fmla="*/ 105 w 16"/>
                <a:gd name="T7" fmla="*/ 374 h 58"/>
                <a:gd name="T8" fmla="*/ 99 w 16"/>
                <a:gd name="T9" fmla="*/ 290 h 58"/>
                <a:gd name="T10" fmla="*/ 73 w 16"/>
                <a:gd name="T11" fmla="*/ 156 h 58"/>
                <a:gd name="T12" fmla="*/ 15 w 16"/>
                <a:gd name="T13" fmla="*/ 32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8">
                  <a:moveTo>
                    <a:pt x="1" y="0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0" y="20"/>
                    <a:pt x="1" y="27"/>
                    <a:pt x="2" y="33"/>
                  </a:cubicBezTo>
                  <a:cubicBezTo>
                    <a:pt x="4" y="41"/>
                    <a:pt x="10" y="51"/>
                    <a:pt x="16" y="58"/>
                  </a:cubicBezTo>
                  <a:cubicBezTo>
                    <a:pt x="15" y="54"/>
                    <a:pt x="16" y="49"/>
                    <a:pt x="15" y="45"/>
                  </a:cubicBezTo>
                  <a:cubicBezTo>
                    <a:pt x="15" y="38"/>
                    <a:pt x="13" y="31"/>
                    <a:pt x="11" y="24"/>
                  </a:cubicBezTo>
                  <a:cubicBezTo>
                    <a:pt x="9" y="17"/>
                    <a:pt x="3" y="11"/>
                    <a:pt x="2" y="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92" name="Freeform 1671">
              <a:extLst>
                <a:ext uri="{FF2B5EF4-FFF2-40B4-BE49-F238E27FC236}">
                  <a16:creationId xmlns:a16="http://schemas.microsoft.com/office/drawing/2014/main" id="{3EF3ABB1-FF52-4C34-8AEF-572C1A947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959"/>
              <a:ext cx="32" cy="76"/>
            </a:xfrm>
            <a:custGeom>
              <a:avLst/>
              <a:gdLst>
                <a:gd name="T0" fmla="*/ 8 w 17"/>
                <a:gd name="T1" fmla="*/ 44 h 41"/>
                <a:gd name="T2" fmla="*/ 40 w 17"/>
                <a:gd name="T3" fmla="*/ 261 h 41"/>
                <a:gd name="T4" fmla="*/ 53 w 17"/>
                <a:gd name="T5" fmla="*/ 209 h 41"/>
                <a:gd name="T6" fmla="*/ 81 w 17"/>
                <a:gd name="T7" fmla="*/ 109 h 41"/>
                <a:gd name="T8" fmla="*/ 105 w 1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1" y="7"/>
                  </a:moveTo>
                  <a:cubicBezTo>
                    <a:pt x="1" y="17"/>
                    <a:pt x="0" y="33"/>
                    <a:pt x="6" y="41"/>
                  </a:cubicBezTo>
                  <a:cubicBezTo>
                    <a:pt x="7" y="39"/>
                    <a:pt x="8" y="35"/>
                    <a:pt x="8" y="33"/>
                  </a:cubicBezTo>
                  <a:cubicBezTo>
                    <a:pt x="9" y="27"/>
                    <a:pt x="11" y="22"/>
                    <a:pt x="12" y="17"/>
                  </a:cubicBezTo>
                  <a:cubicBezTo>
                    <a:pt x="13" y="11"/>
                    <a:pt x="17" y="6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93" name="Freeform 1672">
              <a:extLst>
                <a:ext uri="{FF2B5EF4-FFF2-40B4-BE49-F238E27FC236}">
                  <a16:creationId xmlns:a16="http://schemas.microsoft.com/office/drawing/2014/main" id="{A6916147-BBFC-4A61-9B7E-3DB1DF6CD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959"/>
              <a:ext cx="30" cy="63"/>
            </a:xfrm>
            <a:custGeom>
              <a:avLst/>
              <a:gdLst>
                <a:gd name="T0" fmla="*/ 15 w 16"/>
                <a:gd name="T1" fmla="*/ 0 h 34"/>
                <a:gd name="T2" fmla="*/ 8 w 16"/>
                <a:gd name="T3" fmla="*/ 96 h 34"/>
                <a:gd name="T4" fmla="*/ 53 w 16"/>
                <a:gd name="T5" fmla="*/ 217 h 34"/>
                <a:gd name="T6" fmla="*/ 99 w 16"/>
                <a:gd name="T7" fmla="*/ 128 h 34"/>
                <a:gd name="T8" fmla="*/ 99 w 16"/>
                <a:gd name="T9" fmla="*/ 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2" y="0"/>
                  </a:moveTo>
                  <a:cubicBezTo>
                    <a:pt x="2" y="5"/>
                    <a:pt x="0" y="10"/>
                    <a:pt x="1" y="15"/>
                  </a:cubicBezTo>
                  <a:cubicBezTo>
                    <a:pt x="2" y="21"/>
                    <a:pt x="3" y="30"/>
                    <a:pt x="8" y="34"/>
                  </a:cubicBezTo>
                  <a:cubicBezTo>
                    <a:pt x="8" y="29"/>
                    <a:pt x="14" y="25"/>
                    <a:pt x="15" y="20"/>
                  </a:cubicBezTo>
                  <a:cubicBezTo>
                    <a:pt x="16" y="15"/>
                    <a:pt x="15" y="11"/>
                    <a:pt x="15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94" name="Freeform 1673">
              <a:extLst>
                <a:ext uri="{FF2B5EF4-FFF2-40B4-BE49-F238E27FC236}">
                  <a16:creationId xmlns:a16="http://schemas.microsoft.com/office/drawing/2014/main" id="{1200E357-95C0-433B-B3FC-F256EB3D6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033"/>
              <a:ext cx="26" cy="81"/>
            </a:xfrm>
            <a:custGeom>
              <a:avLst/>
              <a:gdLst>
                <a:gd name="T0" fmla="*/ 0 w 14"/>
                <a:gd name="T1" fmla="*/ 8 h 43"/>
                <a:gd name="T2" fmla="*/ 20 w 14"/>
                <a:gd name="T3" fmla="*/ 168 h 43"/>
                <a:gd name="T4" fmla="*/ 65 w 14"/>
                <a:gd name="T5" fmla="*/ 288 h 43"/>
                <a:gd name="T6" fmla="*/ 84 w 14"/>
                <a:gd name="T7" fmla="*/ 241 h 43"/>
                <a:gd name="T8" fmla="*/ 59 w 14"/>
                <a:gd name="T9" fmla="*/ 92 h 43"/>
                <a:gd name="T10" fmla="*/ 13 w 14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3">
                  <a:moveTo>
                    <a:pt x="0" y="1"/>
                  </a:moveTo>
                  <a:cubicBezTo>
                    <a:pt x="0" y="9"/>
                    <a:pt x="1" y="17"/>
                    <a:pt x="3" y="25"/>
                  </a:cubicBezTo>
                  <a:cubicBezTo>
                    <a:pt x="5" y="31"/>
                    <a:pt x="6" y="38"/>
                    <a:pt x="10" y="43"/>
                  </a:cubicBezTo>
                  <a:cubicBezTo>
                    <a:pt x="11" y="41"/>
                    <a:pt x="12" y="38"/>
                    <a:pt x="13" y="36"/>
                  </a:cubicBezTo>
                  <a:cubicBezTo>
                    <a:pt x="14" y="29"/>
                    <a:pt x="11" y="20"/>
                    <a:pt x="9" y="14"/>
                  </a:cubicBezTo>
                  <a:cubicBezTo>
                    <a:pt x="7" y="10"/>
                    <a:pt x="2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95" name="Freeform 1674">
              <a:extLst>
                <a:ext uri="{FF2B5EF4-FFF2-40B4-BE49-F238E27FC236}">
                  <a16:creationId xmlns:a16="http://schemas.microsoft.com/office/drawing/2014/main" id="{A5877B96-1EA2-423B-98AC-A6C62F7E4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020"/>
              <a:ext cx="8" cy="75"/>
            </a:xfrm>
            <a:custGeom>
              <a:avLst/>
              <a:gdLst>
                <a:gd name="T0" fmla="*/ 24 w 4"/>
                <a:gd name="T1" fmla="*/ 0 h 40"/>
                <a:gd name="T2" fmla="*/ 32 w 4"/>
                <a:gd name="T3" fmla="*/ 186 h 40"/>
                <a:gd name="T4" fmla="*/ 0 w 4"/>
                <a:gd name="T5" fmla="*/ 26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0">
                  <a:moveTo>
                    <a:pt x="3" y="0"/>
                  </a:moveTo>
                  <a:cubicBezTo>
                    <a:pt x="3" y="9"/>
                    <a:pt x="4" y="19"/>
                    <a:pt x="4" y="28"/>
                  </a:cubicBezTo>
                  <a:cubicBezTo>
                    <a:pt x="3" y="31"/>
                    <a:pt x="3" y="38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96" name="Freeform 1675">
              <a:extLst>
                <a:ext uri="{FF2B5EF4-FFF2-40B4-BE49-F238E27FC236}">
                  <a16:creationId xmlns:a16="http://schemas.microsoft.com/office/drawing/2014/main" id="{A8EFD41F-46F0-4A3A-A72C-051DFBA07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994"/>
              <a:ext cx="21" cy="82"/>
            </a:xfrm>
            <a:custGeom>
              <a:avLst/>
              <a:gdLst>
                <a:gd name="T0" fmla="*/ 0 w 11"/>
                <a:gd name="T1" fmla="*/ 285 h 44"/>
                <a:gd name="T2" fmla="*/ 69 w 11"/>
                <a:gd name="T3" fmla="*/ 97 h 44"/>
                <a:gd name="T4" fmla="*/ 48 w 11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4">
                  <a:moveTo>
                    <a:pt x="0" y="44"/>
                  </a:moveTo>
                  <a:cubicBezTo>
                    <a:pt x="6" y="36"/>
                    <a:pt x="11" y="25"/>
                    <a:pt x="10" y="15"/>
                  </a:cubicBezTo>
                  <a:cubicBezTo>
                    <a:pt x="9" y="10"/>
                    <a:pt x="7" y="5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97" name="Freeform 1676">
              <a:extLst>
                <a:ext uri="{FF2B5EF4-FFF2-40B4-BE49-F238E27FC236}">
                  <a16:creationId xmlns:a16="http://schemas.microsoft.com/office/drawing/2014/main" id="{AED96273-F114-40CD-ACC2-9746EBC19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972"/>
              <a:ext cx="34" cy="89"/>
            </a:xfrm>
            <a:custGeom>
              <a:avLst/>
              <a:gdLst>
                <a:gd name="T0" fmla="*/ 0 w 18"/>
                <a:gd name="T1" fmla="*/ 0 h 48"/>
                <a:gd name="T2" fmla="*/ 0 w 18"/>
                <a:gd name="T3" fmla="*/ 52 h 48"/>
                <a:gd name="T4" fmla="*/ 28 w 18"/>
                <a:gd name="T5" fmla="*/ 154 h 48"/>
                <a:gd name="T6" fmla="*/ 108 w 18"/>
                <a:gd name="T7" fmla="*/ 306 h 48"/>
                <a:gd name="T8" fmla="*/ 108 w 18"/>
                <a:gd name="T9" fmla="*/ 248 h 48"/>
                <a:gd name="T10" fmla="*/ 89 w 18"/>
                <a:gd name="T11" fmla="*/ 158 h 48"/>
                <a:gd name="T12" fmla="*/ 47 w 18"/>
                <a:gd name="T13" fmla="*/ 52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8">
                  <a:moveTo>
                    <a:pt x="0" y="0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0" y="13"/>
                    <a:pt x="2" y="19"/>
                    <a:pt x="4" y="24"/>
                  </a:cubicBezTo>
                  <a:cubicBezTo>
                    <a:pt x="7" y="32"/>
                    <a:pt x="11" y="41"/>
                    <a:pt x="16" y="48"/>
                  </a:cubicBezTo>
                  <a:cubicBezTo>
                    <a:pt x="18" y="46"/>
                    <a:pt x="16" y="41"/>
                    <a:pt x="16" y="39"/>
                  </a:cubicBezTo>
                  <a:cubicBezTo>
                    <a:pt x="15" y="34"/>
                    <a:pt x="14" y="29"/>
                    <a:pt x="13" y="25"/>
                  </a:cubicBezTo>
                  <a:cubicBezTo>
                    <a:pt x="12" y="19"/>
                    <a:pt x="9" y="14"/>
                    <a:pt x="7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98" name="Freeform 1677">
              <a:extLst>
                <a:ext uri="{FF2B5EF4-FFF2-40B4-BE49-F238E27FC236}">
                  <a16:creationId xmlns:a16="http://schemas.microsoft.com/office/drawing/2014/main" id="{6BF69D58-A801-4254-9582-72E3061C3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013"/>
              <a:ext cx="24" cy="50"/>
            </a:xfrm>
            <a:custGeom>
              <a:avLst/>
              <a:gdLst>
                <a:gd name="T0" fmla="*/ 0 w 13"/>
                <a:gd name="T1" fmla="*/ 0 h 27"/>
                <a:gd name="T2" fmla="*/ 81 w 13"/>
                <a:gd name="T3" fmla="*/ 172 h 27"/>
                <a:gd name="T4" fmla="*/ 68 w 13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1" y="9"/>
                    <a:pt x="4" y="22"/>
                    <a:pt x="13" y="27"/>
                  </a:cubicBezTo>
                  <a:cubicBezTo>
                    <a:pt x="11" y="22"/>
                    <a:pt x="11" y="12"/>
                    <a:pt x="11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99" name="Freeform 1678">
              <a:extLst>
                <a:ext uri="{FF2B5EF4-FFF2-40B4-BE49-F238E27FC236}">
                  <a16:creationId xmlns:a16="http://schemas.microsoft.com/office/drawing/2014/main" id="{F3D1C528-231F-4691-A798-A47CD20F8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3091"/>
              <a:ext cx="26" cy="83"/>
            </a:xfrm>
            <a:custGeom>
              <a:avLst/>
              <a:gdLst>
                <a:gd name="T0" fmla="*/ 0 w 14"/>
                <a:gd name="T1" fmla="*/ 75 h 44"/>
                <a:gd name="T2" fmla="*/ 52 w 14"/>
                <a:gd name="T3" fmla="*/ 296 h 44"/>
                <a:gd name="T4" fmla="*/ 65 w 14"/>
                <a:gd name="T5" fmla="*/ 236 h 44"/>
                <a:gd name="T6" fmla="*/ 84 w 14"/>
                <a:gd name="T7" fmla="*/ 128 h 44"/>
                <a:gd name="T8" fmla="*/ 45 w 14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4">
                  <a:moveTo>
                    <a:pt x="0" y="11"/>
                  </a:moveTo>
                  <a:cubicBezTo>
                    <a:pt x="0" y="21"/>
                    <a:pt x="1" y="36"/>
                    <a:pt x="8" y="44"/>
                  </a:cubicBezTo>
                  <a:cubicBezTo>
                    <a:pt x="9" y="42"/>
                    <a:pt x="9" y="38"/>
                    <a:pt x="10" y="35"/>
                  </a:cubicBezTo>
                  <a:cubicBezTo>
                    <a:pt x="10" y="30"/>
                    <a:pt x="12" y="24"/>
                    <a:pt x="13" y="19"/>
                  </a:cubicBezTo>
                  <a:cubicBezTo>
                    <a:pt x="14" y="13"/>
                    <a:pt x="8" y="6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00" name="Freeform 1679">
              <a:extLst>
                <a:ext uri="{FF2B5EF4-FFF2-40B4-BE49-F238E27FC236}">
                  <a16:creationId xmlns:a16="http://schemas.microsoft.com/office/drawing/2014/main" id="{D2121D02-E23B-4653-8BEC-46C7B73B4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3170"/>
              <a:ext cx="28" cy="81"/>
            </a:xfrm>
            <a:custGeom>
              <a:avLst/>
              <a:gdLst>
                <a:gd name="T0" fmla="*/ 0 w 15"/>
                <a:gd name="T1" fmla="*/ 8 h 43"/>
                <a:gd name="T2" fmla="*/ 32 w 15"/>
                <a:gd name="T3" fmla="*/ 168 h 43"/>
                <a:gd name="T4" fmla="*/ 84 w 15"/>
                <a:gd name="T5" fmla="*/ 288 h 43"/>
                <a:gd name="T6" fmla="*/ 91 w 15"/>
                <a:gd name="T7" fmla="*/ 241 h 43"/>
                <a:gd name="T8" fmla="*/ 60 w 15"/>
                <a:gd name="T9" fmla="*/ 92 h 43"/>
                <a:gd name="T10" fmla="*/ 13 w 1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3">
                  <a:moveTo>
                    <a:pt x="0" y="1"/>
                  </a:moveTo>
                  <a:cubicBezTo>
                    <a:pt x="1" y="9"/>
                    <a:pt x="2" y="17"/>
                    <a:pt x="5" y="25"/>
                  </a:cubicBezTo>
                  <a:cubicBezTo>
                    <a:pt x="7" y="31"/>
                    <a:pt x="8" y="38"/>
                    <a:pt x="13" y="43"/>
                  </a:cubicBezTo>
                  <a:cubicBezTo>
                    <a:pt x="13" y="41"/>
                    <a:pt x="14" y="38"/>
                    <a:pt x="14" y="36"/>
                  </a:cubicBezTo>
                  <a:cubicBezTo>
                    <a:pt x="15" y="28"/>
                    <a:pt x="12" y="20"/>
                    <a:pt x="9" y="14"/>
                  </a:cubicBezTo>
                  <a:cubicBezTo>
                    <a:pt x="8" y="10"/>
                    <a:pt x="2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01" name="Freeform 1680">
              <a:extLst>
                <a:ext uri="{FF2B5EF4-FFF2-40B4-BE49-F238E27FC236}">
                  <a16:creationId xmlns:a16="http://schemas.microsoft.com/office/drawing/2014/main" id="{8CAEAB04-CFF6-4ACC-BB6E-966F5F8FE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157"/>
              <a:ext cx="6" cy="73"/>
            </a:xfrm>
            <a:custGeom>
              <a:avLst/>
              <a:gdLst>
                <a:gd name="T0" fmla="*/ 0 w 3"/>
                <a:gd name="T1" fmla="*/ 0 h 39"/>
                <a:gd name="T2" fmla="*/ 24 w 3"/>
                <a:gd name="T3" fmla="*/ 182 h 39"/>
                <a:gd name="T4" fmla="*/ 0 w 3"/>
                <a:gd name="T5" fmla="*/ 25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9">
                  <a:moveTo>
                    <a:pt x="0" y="0"/>
                  </a:moveTo>
                  <a:cubicBezTo>
                    <a:pt x="1" y="9"/>
                    <a:pt x="3" y="18"/>
                    <a:pt x="3" y="28"/>
                  </a:cubicBezTo>
                  <a:cubicBezTo>
                    <a:pt x="3" y="31"/>
                    <a:pt x="3" y="38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02" name="Freeform 1681">
              <a:extLst>
                <a:ext uri="{FF2B5EF4-FFF2-40B4-BE49-F238E27FC236}">
                  <a16:creationId xmlns:a16="http://schemas.microsoft.com/office/drawing/2014/main" id="{0F1F38A7-20D9-430D-90AA-218E038C6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3129"/>
              <a:ext cx="19" cy="84"/>
            </a:xfrm>
            <a:custGeom>
              <a:avLst/>
              <a:gdLst>
                <a:gd name="T0" fmla="*/ 0 w 10"/>
                <a:gd name="T1" fmla="*/ 293 h 45"/>
                <a:gd name="T2" fmla="*/ 55 w 10"/>
                <a:gd name="T3" fmla="*/ 97 h 45"/>
                <a:gd name="T4" fmla="*/ 36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0" y="45"/>
                  </a:moveTo>
                  <a:cubicBezTo>
                    <a:pt x="6" y="36"/>
                    <a:pt x="10" y="25"/>
                    <a:pt x="8" y="15"/>
                  </a:cubicBezTo>
                  <a:cubicBezTo>
                    <a:pt x="7" y="10"/>
                    <a:pt x="5" y="5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03" name="Freeform 1682">
              <a:extLst>
                <a:ext uri="{FF2B5EF4-FFF2-40B4-BE49-F238E27FC236}">
                  <a16:creationId xmlns:a16="http://schemas.microsoft.com/office/drawing/2014/main" id="{7488799B-033B-49B8-9524-8ADB4992B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106"/>
              <a:ext cx="38" cy="88"/>
            </a:xfrm>
            <a:custGeom>
              <a:avLst/>
              <a:gdLst>
                <a:gd name="T0" fmla="*/ 0 w 20"/>
                <a:gd name="T1" fmla="*/ 0 h 47"/>
                <a:gd name="T2" fmla="*/ 0 w 20"/>
                <a:gd name="T3" fmla="*/ 52 h 47"/>
                <a:gd name="T4" fmla="*/ 36 w 20"/>
                <a:gd name="T5" fmla="*/ 152 h 47"/>
                <a:gd name="T6" fmla="*/ 129 w 20"/>
                <a:gd name="T7" fmla="*/ 309 h 47"/>
                <a:gd name="T8" fmla="*/ 124 w 20"/>
                <a:gd name="T9" fmla="*/ 249 h 47"/>
                <a:gd name="T10" fmla="*/ 97 w 20"/>
                <a:gd name="T11" fmla="*/ 157 h 47"/>
                <a:gd name="T12" fmla="*/ 48 w 20"/>
                <a:gd name="T13" fmla="*/ 4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1" y="13"/>
                    <a:pt x="3" y="18"/>
                    <a:pt x="5" y="23"/>
                  </a:cubicBezTo>
                  <a:cubicBezTo>
                    <a:pt x="8" y="31"/>
                    <a:pt x="13" y="40"/>
                    <a:pt x="19" y="47"/>
                  </a:cubicBezTo>
                  <a:cubicBezTo>
                    <a:pt x="20" y="44"/>
                    <a:pt x="19" y="40"/>
                    <a:pt x="18" y="38"/>
                  </a:cubicBezTo>
                  <a:cubicBezTo>
                    <a:pt x="17" y="33"/>
                    <a:pt x="16" y="28"/>
                    <a:pt x="14" y="24"/>
                  </a:cubicBezTo>
                  <a:cubicBezTo>
                    <a:pt x="13" y="18"/>
                    <a:pt x="10" y="13"/>
                    <a:pt x="7" y="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04" name="Freeform 1683">
              <a:extLst>
                <a:ext uri="{FF2B5EF4-FFF2-40B4-BE49-F238E27FC236}">
                  <a16:creationId xmlns:a16="http://schemas.microsoft.com/office/drawing/2014/main" id="{E1C7B1C9-F3DD-4FDC-8F6E-3E6139F17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3148"/>
              <a:ext cx="26" cy="48"/>
            </a:xfrm>
            <a:custGeom>
              <a:avLst/>
              <a:gdLst>
                <a:gd name="T0" fmla="*/ 0 w 14"/>
                <a:gd name="T1" fmla="*/ 0 h 26"/>
                <a:gd name="T2" fmla="*/ 89 w 14"/>
                <a:gd name="T3" fmla="*/ 164 h 26"/>
                <a:gd name="T4" fmla="*/ 76 w 14"/>
                <a:gd name="T5" fmla="*/ 3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6">
                  <a:moveTo>
                    <a:pt x="0" y="0"/>
                  </a:moveTo>
                  <a:cubicBezTo>
                    <a:pt x="2" y="9"/>
                    <a:pt x="6" y="22"/>
                    <a:pt x="14" y="26"/>
                  </a:cubicBezTo>
                  <a:cubicBezTo>
                    <a:pt x="12" y="21"/>
                    <a:pt x="12" y="11"/>
                    <a:pt x="12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05" name="Freeform 1684">
              <a:extLst>
                <a:ext uri="{FF2B5EF4-FFF2-40B4-BE49-F238E27FC236}">
                  <a16:creationId xmlns:a16="http://schemas.microsoft.com/office/drawing/2014/main" id="{B37E3A6F-C418-43A5-A650-2BDCA2EA5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3204"/>
              <a:ext cx="24" cy="84"/>
            </a:xfrm>
            <a:custGeom>
              <a:avLst/>
              <a:gdLst>
                <a:gd name="T0" fmla="*/ 0 w 13"/>
                <a:gd name="T1" fmla="*/ 174 h 45"/>
                <a:gd name="T2" fmla="*/ 81 w 13"/>
                <a:gd name="T3" fmla="*/ 293 h 45"/>
                <a:gd name="T4" fmla="*/ 76 w 13"/>
                <a:gd name="T5" fmla="*/ 164 h 45"/>
                <a:gd name="T6" fmla="*/ 61 w 13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5">
                  <a:moveTo>
                    <a:pt x="0" y="27"/>
                  </a:moveTo>
                  <a:cubicBezTo>
                    <a:pt x="2" y="34"/>
                    <a:pt x="6" y="42"/>
                    <a:pt x="13" y="45"/>
                  </a:cubicBezTo>
                  <a:cubicBezTo>
                    <a:pt x="12" y="38"/>
                    <a:pt x="11" y="32"/>
                    <a:pt x="12" y="25"/>
                  </a:cubicBezTo>
                  <a:cubicBezTo>
                    <a:pt x="12" y="10"/>
                    <a:pt x="10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06" name="Freeform 1685">
              <a:extLst>
                <a:ext uri="{FF2B5EF4-FFF2-40B4-BE49-F238E27FC236}">
                  <a16:creationId xmlns:a16="http://schemas.microsoft.com/office/drawing/2014/main" id="{DB57A1FE-A4DA-46D3-A35C-F8267338F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252"/>
              <a:ext cx="30" cy="83"/>
            </a:xfrm>
            <a:custGeom>
              <a:avLst/>
              <a:gdLst>
                <a:gd name="T0" fmla="*/ 8 w 16"/>
                <a:gd name="T1" fmla="*/ 0 h 44"/>
                <a:gd name="T2" fmla="*/ 21 w 16"/>
                <a:gd name="T3" fmla="*/ 174 h 44"/>
                <a:gd name="T4" fmla="*/ 92 w 16"/>
                <a:gd name="T5" fmla="*/ 296 h 44"/>
                <a:gd name="T6" fmla="*/ 84 w 16"/>
                <a:gd name="T7" fmla="*/ 12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4">
                  <a:moveTo>
                    <a:pt x="1" y="0"/>
                  </a:moveTo>
                  <a:cubicBezTo>
                    <a:pt x="0" y="3"/>
                    <a:pt x="3" y="23"/>
                    <a:pt x="3" y="26"/>
                  </a:cubicBezTo>
                  <a:cubicBezTo>
                    <a:pt x="4" y="33"/>
                    <a:pt x="11" y="38"/>
                    <a:pt x="14" y="44"/>
                  </a:cubicBezTo>
                  <a:cubicBezTo>
                    <a:pt x="14" y="36"/>
                    <a:pt x="16" y="26"/>
                    <a:pt x="13" y="1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07" name="Freeform 1686">
              <a:extLst>
                <a:ext uri="{FF2B5EF4-FFF2-40B4-BE49-F238E27FC236}">
                  <a16:creationId xmlns:a16="http://schemas.microsoft.com/office/drawing/2014/main" id="{8D1D49E2-1BEC-4F85-8C42-392ED17F2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3316"/>
              <a:ext cx="20" cy="90"/>
            </a:xfrm>
            <a:custGeom>
              <a:avLst/>
              <a:gdLst>
                <a:gd name="T0" fmla="*/ 7 w 11"/>
                <a:gd name="T1" fmla="*/ 60 h 48"/>
                <a:gd name="T2" fmla="*/ 7 w 11"/>
                <a:gd name="T3" fmla="*/ 165 h 48"/>
                <a:gd name="T4" fmla="*/ 60 w 11"/>
                <a:gd name="T5" fmla="*/ 309 h 48"/>
                <a:gd name="T6" fmla="*/ 53 w 11"/>
                <a:gd name="T7" fmla="*/ 233 h 48"/>
                <a:gd name="T8" fmla="*/ 65 w 11"/>
                <a:gd name="T9" fmla="*/ 189 h 48"/>
                <a:gd name="T10" fmla="*/ 49 w 11"/>
                <a:gd name="T11" fmla="*/ 81 h 48"/>
                <a:gd name="T12" fmla="*/ 13 w 11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8">
                  <a:moveTo>
                    <a:pt x="1" y="9"/>
                  </a:moveTo>
                  <a:cubicBezTo>
                    <a:pt x="0" y="13"/>
                    <a:pt x="0" y="21"/>
                    <a:pt x="1" y="25"/>
                  </a:cubicBezTo>
                  <a:cubicBezTo>
                    <a:pt x="2" y="28"/>
                    <a:pt x="8" y="44"/>
                    <a:pt x="10" y="47"/>
                  </a:cubicBezTo>
                  <a:cubicBezTo>
                    <a:pt x="10" y="48"/>
                    <a:pt x="8" y="35"/>
                    <a:pt x="9" y="35"/>
                  </a:cubicBezTo>
                  <a:cubicBezTo>
                    <a:pt x="10" y="33"/>
                    <a:pt x="10" y="31"/>
                    <a:pt x="11" y="29"/>
                  </a:cubicBezTo>
                  <a:cubicBezTo>
                    <a:pt x="11" y="24"/>
                    <a:pt x="9" y="17"/>
                    <a:pt x="8" y="12"/>
                  </a:cubicBezTo>
                  <a:cubicBezTo>
                    <a:pt x="7" y="7"/>
                    <a:pt x="4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08" name="Freeform 1687">
              <a:extLst>
                <a:ext uri="{FF2B5EF4-FFF2-40B4-BE49-F238E27FC236}">
                  <a16:creationId xmlns:a16="http://schemas.microsoft.com/office/drawing/2014/main" id="{1CAF9573-AB42-479F-9D4E-93381AA89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273"/>
              <a:ext cx="20" cy="60"/>
            </a:xfrm>
            <a:custGeom>
              <a:avLst/>
              <a:gdLst>
                <a:gd name="T0" fmla="*/ 44 w 11"/>
                <a:gd name="T1" fmla="*/ 212 h 32"/>
                <a:gd name="T2" fmla="*/ 49 w 11"/>
                <a:gd name="T3" fmla="*/ 60 h 32"/>
                <a:gd name="T4" fmla="*/ 0 w 1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2">
                  <a:moveTo>
                    <a:pt x="7" y="32"/>
                  </a:moveTo>
                  <a:cubicBezTo>
                    <a:pt x="9" y="24"/>
                    <a:pt x="11" y="16"/>
                    <a:pt x="8" y="9"/>
                  </a:cubicBez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09" name="Freeform 1688">
              <a:extLst>
                <a:ext uri="{FF2B5EF4-FFF2-40B4-BE49-F238E27FC236}">
                  <a16:creationId xmlns:a16="http://schemas.microsoft.com/office/drawing/2014/main" id="{BA1A4755-EDA5-4C83-87AB-616A1322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224"/>
              <a:ext cx="42" cy="83"/>
            </a:xfrm>
            <a:custGeom>
              <a:avLst/>
              <a:gdLst>
                <a:gd name="T0" fmla="*/ 139 w 22"/>
                <a:gd name="T1" fmla="*/ 168 h 44"/>
                <a:gd name="T2" fmla="*/ 132 w 22"/>
                <a:gd name="T3" fmla="*/ 296 h 44"/>
                <a:gd name="T4" fmla="*/ 69 w 22"/>
                <a:gd name="T5" fmla="*/ 213 h 44"/>
                <a:gd name="T6" fmla="*/ 40 w 22"/>
                <a:gd name="T7" fmla="*/ 174 h 44"/>
                <a:gd name="T8" fmla="*/ 0 w 22"/>
                <a:gd name="T9" fmla="*/ 0 h 44"/>
                <a:gd name="T10" fmla="*/ 139 w 22"/>
                <a:gd name="T11" fmla="*/ 16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4">
                  <a:moveTo>
                    <a:pt x="20" y="25"/>
                  </a:moveTo>
                  <a:cubicBezTo>
                    <a:pt x="22" y="31"/>
                    <a:pt x="19" y="38"/>
                    <a:pt x="19" y="44"/>
                  </a:cubicBezTo>
                  <a:cubicBezTo>
                    <a:pt x="16" y="40"/>
                    <a:pt x="13" y="36"/>
                    <a:pt x="10" y="32"/>
                  </a:cubicBezTo>
                  <a:cubicBezTo>
                    <a:pt x="8" y="30"/>
                    <a:pt x="7" y="28"/>
                    <a:pt x="6" y="26"/>
                  </a:cubicBezTo>
                  <a:cubicBezTo>
                    <a:pt x="0" y="17"/>
                    <a:pt x="0" y="0"/>
                    <a:pt x="0" y="0"/>
                  </a:cubicBezTo>
                  <a:cubicBezTo>
                    <a:pt x="0" y="0"/>
                    <a:pt x="20" y="22"/>
                    <a:pt x="20" y="25"/>
                  </a:cubicBezTo>
                  <a:close/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10" name="Freeform 1689">
              <a:extLst>
                <a:ext uri="{FF2B5EF4-FFF2-40B4-BE49-F238E27FC236}">
                  <a16:creationId xmlns:a16="http://schemas.microsoft.com/office/drawing/2014/main" id="{72464977-60BF-422E-80C5-5E1FFFAE1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295"/>
              <a:ext cx="35" cy="81"/>
            </a:xfrm>
            <a:custGeom>
              <a:avLst/>
              <a:gdLst>
                <a:gd name="T0" fmla="*/ 0 w 19"/>
                <a:gd name="T1" fmla="*/ 0 h 43"/>
                <a:gd name="T2" fmla="*/ 0 w 19"/>
                <a:gd name="T3" fmla="*/ 40 h 43"/>
                <a:gd name="T4" fmla="*/ 20 w 19"/>
                <a:gd name="T5" fmla="*/ 145 h 43"/>
                <a:gd name="T6" fmla="*/ 81 w 19"/>
                <a:gd name="T7" fmla="*/ 256 h 43"/>
                <a:gd name="T8" fmla="*/ 112 w 19"/>
                <a:gd name="T9" fmla="*/ 288 h 43"/>
                <a:gd name="T10" fmla="*/ 112 w 19"/>
                <a:gd name="T11" fmla="*/ 273 h 43"/>
                <a:gd name="T12" fmla="*/ 96 w 19"/>
                <a:gd name="T13" fmla="*/ 205 h 43"/>
                <a:gd name="T14" fmla="*/ 81 w 19"/>
                <a:gd name="T15" fmla="*/ 92 h 43"/>
                <a:gd name="T16" fmla="*/ 61 w 19"/>
                <a:gd name="T17" fmla="*/ 40 h 43"/>
                <a:gd name="T18" fmla="*/ 37 w 19"/>
                <a:gd name="T19" fmla="*/ 15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3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0" y="11"/>
                    <a:pt x="1" y="17"/>
                    <a:pt x="3" y="22"/>
                  </a:cubicBezTo>
                  <a:cubicBezTo>
                    <a:pt x="5" y="28"/>
                    <a:pt x="8" y="34"/>
                    <a:pt x="13" y="38"/>
                  </a:cubicBezTo>
                  <a:cubicBezTo>
                    <a:pt x="14" y="40"/>
                    <a:pt x="17" y="41"/>
                    <a:pt x="18" y="43"/>
                  </a:cubicBezTo>
                  <a:cubicBezTo>
                    <a:pt x="19" y="43"/>
                    <a:pt x="18" y="42"/>
                    <a:pt x="18" y="41"/>
                  </a:cubicBezTo>
                  <a:cubicBezTo>
                    <a:pt x="17" y="37"/>
                    <a:pt x="16" y="34"/>
                    <a:pt x="15" y="31"/>
                  </a:cubicBezTo>
                  <a:cubicBezTo>
                    <a:pt x="14" y="26"/>
                    <a:pt x="15" y="19"/>
                    <a:pt x="13" y="14"/>
                  </a:cubicBezTo>
                  <a:cubicBezTo>
                    <a:pt x="12" y="11"/>
                    <a:pt x="11" y="9"/>
                    <a:pt x="10" y="6"/>
                  </a:cubicBezTo>
                  <a:cubicBezTo>
                    <a:pt x="9" y="5"/>
                    <a:pt x="5" y="3"/>
                    <a:pt x="6" y="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11" name="Freeform 1690">
              <a:extLst>
                <a:ext uri="{FF2B5EF4-FFF2-40B4-BE49-F238E27FC236}">
                  <a16:creationId xmlns:a16="http://schemas.microsoft.com/office/drawing/2014/main" id="{54A95919-DC66-4261-B985-ED92EAE86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256"/>
              <a:ext cx="37" cy="71"/>
            </a:xfrm>
            <a:custGeom>
              <a:avLst/>
              <a:gdLst>
                <a:gd name="T0" fmla="*/ 0 w 20"/>
                <a:gd name="T1" fmla="*/ 0 h 38"/>
                <a:gd name="T2" fmla="*/ 24 w 20"/>
                <a:gd name="T3" fmla="*/ 52 h 38"/>
                <a:gd name="T4" fmla="*/ 57 w 20"/>
                <a:gd name="T5" fmla="*/ 149 h 38"/>
                <a:gd name="T6" fmla="*/ 105 w 20"/>
                <a:gd name="T7" fmla="*/ 224 h 38"/>
                <a:gd name="T8" fmla="*/ 126 w 20"/>
                <a:gd name="T9" fmla="*/ 24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8">
                  <a:moveTo>
                    <a:pt x="0" y="0"/>
                  </a:moveTo>
                  <a:cubicBezTo>
                    <a:pt x="1" y="2"/>
                    <a:pt x="3" y="6"/>
                    <a:pt x="4" y="8"/>
                  </a:cubicBezTo>
                  <a:cubicBezTo>
                    <a:pt x="5" y="14"/>
                    <a:pt x="7" y="19"/>
                    <a:pt x="9" y="23"/>
                  </a:cubicBezTo>
                  <a:cubicBezTo>
                    <a:pt x="12" y="27"/>
                    <a:pt x="15" y="30"/>
                    <a:pt x="17" y="34"/>
                  </a:cubicBezTo>
                  <a:cubicBezTo>
                    <a:pt x="18" y="34"/>
                    <a:pt x="20" y="37"/>
                    <a:pt x="20" y="3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12" name="Freeform 1691">
              <a:extLst>
                <a:ext uri="{FF2B5EF4-FFF2-40B4-BE49-F238E27FC236}">
                  <a16:creationId xmlns:a16="http://schemas.microsoft.com/office/drawing/2014/main" id="{8206D0BD-FB42-4CDC-9451-1ABC573CC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3224"/>
              <a:ext cx="30" cy="107"/>
            </a:xfrm>
            <a:custGeom>
              <a:avLst/>
              <a:gdLst>
                <a:gd name="T0" fmla="*/ 60 w 16"/>
                <a:gd name="T1" fmla="*/ 377 h 57"/>
                <a:gd name="T2" fmla="*/ 73 w 16"/>
                <a:gd name="T3" fmla="*/ 362 h 57"/>
                <a:gd name="T4" fmla="*/ 92 w 16"/>
                <a:gd name="T5" fmla="*/ 330 h 57"/>
                <a:gd name="T6" fmla="*/ 99 w 16"/>
                <a:gd name="T7" fmla="*/ 205 h 57"/>
                <a:gd name="T8" fmla="*/ 84 w 16"/>
                <a:gd name="T9" fmla="*/ 99 h 57"/>
                <a:gd name="T10" fmla="*/ 0 w 16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7">
                  <a:moveTo>
                    <a:pt x="9" y="57"/>
                  </a:moveTo>
                  <a:cubicBezTo>
                    <a:pt x="9" y="56"/>
                    <a:pt x="10" y="56"/>
                    <a:pt x="11" y="55"/>
                  </a:cubicBezTo>
                  <a:cubicBezTo>
                    <a:pt x="12" y="53"/>
                    <a:pt x="13" y="51"/>
                    <a:pt x="14" y="50"/>
                  </a:cubicBezTo>
                  <a:cubicBezTo>
                    <a:pt x="16" y="44"/>
                    <a:pt x="14" y="37"/>
                    <a:pt x="15" y="31"/>
                  </a:cubicBezTo>
                  <a:cubicBezTo>
                    <a:pt x="15" y="26"/>
                    <a:pt x="14" y="21"/>
                    <a:pt x="13" y="15"/>
                  </a:cubicBezTo>
                  <a:cubicBezTo>
                    <a:pt x="10" y="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13" name="Freeform 1692">
              <a:extLst>
                <a:ext uri="{FF2B5EF4-FFF2-40B4-BE49-F238E27FC236}">
                  <a16:creationId xmlns:a16="http://schemas.microsoft.com/office/drawing/2014/main" id="{46245BB1-EFA3-4031-BF46-35F4D1E3E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307"/>
              <a:ext cx="43" cy="45"/>
            </a:xfrm>
            <a:custGeom>
              <a:avLst/>
              <a:gdLst>
                <a:gd name="T0" fmla="*/ 0 w 23"/>
                <a:gd name="T1" fmla="*/ 0 h 24"/>
                <a:gd name="T2" fmla="*/ 112 w 23"/>
                <a:gd name="T3" fmla="*/ 137 h 24"/>
                <a:gd name="T4" fmla="*/ 150 w 23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0" y="0"/>
                  </a:moveTo>
                  <a:cubicBezTo>
                    <a:pt x="4" y="8"/>
                    <a:pt x="8" y="17"/>
                    <a:pt x="17" y="21"/>
                  </a:cubicBezTo>
                  <a:cubicBezTo>
                    <a:pt x="19" y="22"/>
                    <a:pt x="21" y="23"/>
                    <a:pt x="23" y="2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14" name="Freeform 1693">
              <a:extLst>
                <a:ext uri="{FF2B5EF4-FFF2-40B4-BE49-F238E27FC236}">
                  <a16:creationId xmlns:a16="http://schemas.microsoft.com/office/drawing/2014/main" id="{5D160B6C-6D7B-417E-B13D-AB870DD95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374"/>
              <a:ext cx="17" cy="37"/>
            </a:xfrm>
            <a:custGeom>
              <a:avLst/>
              <a:gdLst>
                <a:gd name="T0" fmla="*/ 60 w 9"/>
                <a:gd name="T1" fmla="*/ 126 h 20"/>
                <a:gd name="T2" fmla="*/ 0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20"/>
                  </a:moveTo>
                  <a:cubicBezTo>
                    <a:pt x="8" y="14"/>
                    <a:pt x="3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15" name="Freeform 1694">
              <a:extLst>
                <a:ext uri="{FF2B5EF4-FFF2-40B4-BE49-F238E27FC236}">
                  <a16:creationId xmlns:a16="http://schemas.microsoft.com/office/drawing/2014/main" id="{1625B005-CF9F-4EF9-A9E2-E9BE3DF0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382"/>
              <a:ext cx="5" cy="39"/>
            </a:xfrm>
            <a:custGeom>
              <a:avLst/>
              <a:gdLst>
                <a:gd name="T0" fmla="*/ 0 w 3"/>
                <a:gd name="T1" fmla="*/ 0 h 21"/>
                <a:gd name="T2" fmla="*/ 8 w 3"/>
                <a:gd name="T3" fmla="*/ 110 h 21"/>
                <a:gd name="T4" fmla="*/ 13 w 3"/>
                <a:gd name="T5" fmla="*/ 13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0" y="6"/>
                    <a:pt x="0" y="12"/>
                    <a:pt x="2" y="17"/>
                  </a:cubicBezTo>
                  <a:cubicBezTo>
                    <a:pt x="2" y="19"/>
                    <a:pt x="3" y="20"/>
                    <a:pt x="3" y="2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16" name="Freeform 1695">
              <a:extLst>
                <a:ext uri="{FF2B5EF4-FFF2-40B4-BE49-F238E27FC236}">
                  <a16:creationId xmlns:a16="http://schemas.microsoft.com/office/drawing/2014/main" id="{E7BAF794-DA67-4A4E-97CA-E811D26F1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3327"/>
              <a:ext cx="27" cy="84"/>
            </a:xfrm>
            <a:custGeom>
              <a:avLst/>
              <a:gdLst>
                <a:gd name="T0" fmla="*/ 71 w 14"/>
                <a:gd name="T1" fmla="*/ 293 h 45"/>
                <a:gd name="T2" fmla="*/ 0 w 14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5">
                  <a:moveTo>
                    <a:pt x="10" y="45"/>
                  </a:moveTo>
                  <a:cubicBezTo>
                    <a:pt x="14" y="31"/>
                    <a:pt x="10" y="1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17" name="Freeform 1696">
              <a:extLst>
                <a:ext uri="{FF2B5EF4-FFF2-40B4-BE49-F238E27FC236}">
                  <a16:creationId xmlns:a16="http://schemas.microsoft.com/office/drawing/2014/main" id="{C3BE76C8-64B8-4959-956E-1A8E0B305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331"/>
              <a:ext cx="9" cy="60"/>
            </a:xfrm>
            <a:custGeom>
              <a:avLst/>
              <a:gdLst>
                <a:gd name="T0" fmla="*/ 0 w 5"/>
                <a:gd name="T1" fmla="*/ 0 h 32"/>
                <a:gd name="T2" fmla="*/ 16 w 5"/>
                <a:gd name="T3" fmla="*/ 133 h 32"/>
                <a:gd name="T4" fmla="*/ 7 w 5"/>
                <a:gd name="T5" fmla="*/ 2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0" y="0"/>
                  </a:moveTo>
                  <a:cubicBezTo>
                    <a:pt x="5" y="4"/>
                    <a:pt x="4" y="13"/>
                    <a:pt x="3" y="20"/>
                  </a:cubicBezTo>
                  <a:cubicBezTo>
                    <a:pt x="3" y="22"/>
                    <a:pt x="2" y="30"/>
                    <a:pt x="1" y="3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18" name="Freeform 1697">
              <a:extLst>
                <a:ext uri="{FF2B5EF4-FFF2-40B4-BE49-F238E27FC236}">
                  <a16:creationId xmlns:a16="http://schemas.microsoft.com/office/drawing/2014/main" id="{C5215DF8-8C4F-41C5-AE2D-3F8BDC25C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374"/>
              <a:ext cx="22" cy="54"/>
            </a:xfrm>
            <a:custGeom>
              <a:avLst/>
              <a:gdLst>
                <a:gd name="T0" fmla="*/ 24 w 12"/>
                <a:gd name="T1" fmla="*/ 0 h 29"/>
                <a:gd name="T2" fmla="*/ 73 w 12"/>
                <a:gd name="T3" fmla="*/ 188 h 29"/>
                <a:gd name="T4" fmla="*/ 0 w 12"/>
                <a:gd name="T5" fmla="*/ 12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4" y="0"/>
                  </a:moveTo>
                  <a:cubicBezTo>
                    <a:pt x="11" y="13"/>
                    <a:pt x="11" y="15"/>
                    <a:pt x="12" y="29"/>
                  </a:cubicBezTo>
                  <a:cubicBezTo>
                    <a:pt x="9" y="21"/>
                    <a:pt x="3" y="28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19" name="Freeform 1698">
              <a:extLst>
                <a:ext uri="{FF2B5EF4-FFF2-40B4-BE49-F238E27FC236}">
                  <a16:creationId xmlns:a16="http://schemas.microsoft.com/office/drawing/2014/main" id="{EE66DB1C-B5D0-4148-AFEE-064D51F54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348"/>
              <a:ext cx="13" cy="75"/>
            </a:xfrm>
            <a:custGeom>
              <a:avLst/>
              <a:gdLst>
                <a:gd name="T0" fmla="*/ 0 w 7"/>
                <a:gd name="T1" fmla="*/ 0 h 40"/>
                <a:gd name="T2" fmla="*/ 13 w 7"/>
                <a:gd name="T3" fmla="*/ 26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0" y="0"/>
                  </a:moveTo>
                  <a:cubicBezTo>
                    <a:pt x="7" y="8"/>
                    <a:pt x="3" y="30"/>
                    <a:pt x="2" y="4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20" name="Freeform 1699">
              <a:extLst>
                <a:ext uri="{FF2B5EF4-FFF2-40B4-BE49-F238E27FC236}">
                  <a16:creationId xmlns:a16="http://schemas.microsoft.com/office/drawing/2014/main" id="{B4DEA784-3456-45CF-BD7E-BACB0506D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376"/>
              <a:ext cx="23" cy="64"/>
            </a:xfrm>
            <a:custGeom>
              <a:avLst/>
              <a:gdLst>
                <a:gd name="T0" fmla="*/ 48 w 12"/>
                <a:gd name="T1" fmla="*/ 226 h 34"/>
                <a:gd name="T2" fmla="*/ 63 w 12"/>
                <a:gd name="T3" fmla="*/ 100 h 34"/>
                <a:gd name="T4" fmla="*/ 0 w 1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4">
                  <a:moveTo>
                    <a:pt x="7" y="34"/>
                  </a:moveTo>
                  <a:cubicBezTo>
                    <a:pt x="6" y="27"/>
                    <a:pt x="12" y="22"/>
                    <a:pt x="9" y="15"/>
                  </a:cubicBezTo>
                  <a:cubicBezTo>
                    <a:pt x="7" y="9"/>
                    <a:pt x="3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21" name="Freeform 1700">
              <a:extLst>
                <a:ext uri="{FF2B5EF4-FFF2-40B4-BE49-F238E27FC236}">
                  <a16:creationId xmlns:a16="http://schemas.microsoft.com/office/drawing/2014/main" id="{A12186F5-3F46-44CB-95F1-7A501D1CC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367"/>
              <a:ext cx="8" cy="71"/>
            </a:xfrm>
            <a:custGeom>
              <a:avLst/>
              <a:gdLst>
                <a:gd name="T0" fmla="*/ 24 w 4"/>
                <a:gd name="T1" fmla="*/ 0 h 38"/>
                <a:gd name="T2" fmla="*/ 24 w 4"/>
                <a:gd name="T3" fmla="*/ 92 h 38"/>
                <a:gd name="T4" fmla="*/ 16 w 4"/>
                <a:gd name="T5" fmla="*/ 24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8">
                  <a:moveTo>
                    <a:pt x="3" y="0"/>
                  </a:moveTo>
                  <a:cubicBezTo>
                    <a:pt x="3" y="5"/>
                    <a:pt x="2" y="10"/>
                    <a:pt x="3" y="14"/>
                  </a:cubicBezTo>
                  <a:cubicBezTo>
                    <a:pt x="4" y="20"/>
                    <a:pt x="0" y="33"/>
                    <a:pt x="2" y="3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22" name="Freeform 1701">
              <a:extLst>
                <a:ext uri="{FF2B5EF4-FFF2-40B4-BE49-F238E27FC236}">
                  <a16:creationId xmlns:a16="http://schemas.microsoft.com/office/drawing/2014/main" id="{A52C0CF5-6FD2-4ECE-99FA-2B4B90D6B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397"/>
              <a:ext cx="11" cy="39"/>
            </a:xfrm>
            <a:custGeom>
              <a:avLst/>
              <a:gdLst>
                <a:gd name="T0" fmla="*/ 0 w 6"/>
                <a:gd name="T1" fmla="*/ 0 h 21"/>
                <a:gd name="T2" fmla="*/ 37 w 6"/>
                <a:gd name="T3" fmla="*/ 13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1" y="5"/>
                    <a:pt x="4" y="15"/>
                    <a:pt x="6" y="2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23" name="Freeform 1702">
              <a:extLst>
                <a:ext uri="{FF2B5EF4-FFF2-40B4-BE49-F238E27FC236}">
                  <a16:creationId xmlns:a16="http://schemas.microsoft.com/office/drawing/2014/main" id="{113BDD8D-3381-4910-B490-A4058C107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196"/>
              <a:ext cx="13" cy="32"/>
            </a:xfrm>
            <a:custGeom>
              <a:avLst/>
              <a:gdLst>
                <a:gd name="T0" fmla="*/ 0 w 7"/>
                <a:gd name="T1" fmla="*/ 0 h 17"/>
                <a:gd name="T2" fmla="*/ 45 w 7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3" y="9"/>
                    <a:pt x="7" y="17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24" name="Freeform 1703">
              <a:extLst>
                <a:ext uri="{FF2B5EF4-FFF2-40B4-BE49-F238E27FC236}">
                  <a16:creationId xmlns:a16="http://schemas.microsoft.com/office/drawing/2014/main" id="{2686963D-9CED-4836-9B22-907D627DA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196"/>
              <a:ext cx="24" cy="66"/>
            </a:xfrm>
            <a:custGeom>
              <a:avLst/>
              <a:gdLst>
                <a:gd name="T0" fmla="*/ 0 w 13"/>
                <a:gd name="T1" fmla="*/ 0 h 35"/>
                <a:gd name="T2" fmla="*/ 81 w 13"/>
                <a:gd name="T3" fmla="*/ 23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6" y="10"/>
                    <a:pt x="13" y="26"/>
                    <a:pt x="13" y="3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25" name="Freeform 1704">
              <a:extLst>
                <a:ext uri="{FF2B5EF4-FFF2-40B4-BE49-F238E27FC236}">
                  <a16:creationId xmlns:a16="http://schemas.microsoft.com/office/drawing/2014/main" id="{8DEC0ADA-C0A1-47D0-9681-270549789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196"/>
              <a:ext cx="10" cy="68"/>
            </a:xfrm>
            <a:custGeom>
              <a:avLst/>
              <a:gdLst>
                <a:gd name="T0" fmla="*/ 32 w 5"/>
                <a:gd name="T1" fmla="*/ 242 h 36"/>
                <a:gd name="T2" fmla="*/ 0 w 5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6">
                  <a:moveTo>
                    <a:pt x="4" y="36"/>
                  </a:moveTo>
                  <a:cubicBezTo>
                    <a:pt x="5" y="22"/>
                    <a:pt x="4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26" name="Freeform 1705">
              <a:extLst>
                <a:ext uri="{FF2B5EF4-FFF2-40B4-BE49-F238E27FC236}">
                  <a16:creationId xmlns:a16="http://schemas.microsoft.com/office/drawing/2014/main" id="{C6D0C54A-37C1-4916-9825-994DD56F0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3118"/>
              <a:ext cx="32" cy="41"/>
            </a:xfrm>
            <a:custGeom>
              <a:avLst/>
              <a:gdLst>
                <a:gd name="T0" fmla="*/ 0 w 17"/>
                <a:gd name="T1" fmla="*/ 21 h 22"/>
                <a:gd name="T2" fmla="*/ 53 w 17"/>
                <a:gd name="T3" fmla="*/ 104 h 22"/>
                <a:gd name="T4" fmla="*/ 68 w 17"/>
                <a:gd name="T5" fmla="*/ 142 h 22"/>
                <a:gd name="T6" fmla="*/ 100 w 17"/>
                <a:gd name="T7" fmla="*/ 0 h 22"/>
                <a:gd name="T8" fmla="*/ 113 w 17"/>
                <a:gd name="T9" fmla="*/ 6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0" y="3"/>
                  </a:moveTo>
                  <a:cubicBezTo>
                    <a:pt x="2" y="8"/>
                    <a:pt x="6" y="11"/>
                    <a:pt x="8" y="16"/>
                  </a:cubicBezTo>
                  <a:cubicBezTo>
                    <a:pt x="8" y="18"/>
                    <a:pt x="9" y="20"/>
                    <a:pt x="10" y="22"/>
                  </a:cubicBezTo>
                  <a:cubicBezTo>
                    <a:pt x="7" y="16"/>
                    <a:pt x="12" y="5"/>
                    <a:pt x="15" y="0"/>
                  </a:cubicBezTo>
                  <a:cubicBezTo>
                    <a:pt x="16" y="2"/>
                    <a:pt x="16" y="7"/>
                    <a:pt x="17" y="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27" name="Freeform 1706">
              <a:extLst>
                <a:ext uri="{FF2B5EF4-FFF2-40B4-BE49-F238E27FC236}">
                  <a16:creationId xmlns:a16="http://schemas.microsoft.com/office/drawing/2014/main" id="{249AC036-5365-44FC-B4E8-4C141F250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105"/>
              <a:ext cx="13" cy="31"/>
            </a:xfrm>
            <a:custGeom>
              <a:avLst/>
              <a:gdLst>
                <a:gd name="T0" fmla="*/ 7 w 7"/>
                <a:gd name="T1" fmla="*/ 104 h 17"/>
                <a:gd name="T2" fmla="*/ 45 w 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1" y="17"/>
                  </a:moveTo>
                  <a:cubicBezTo>
                    <a:pt x="0" y="13"/>
                    <a:pt x="5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28" name="Freeform 1707">
              <a:extLst>
                <a:ext uri="{FF2B5EF4-FFF2-40B4-BE49-F238E27FC236}">
                  <a16:creationId xmlns:a16="http://schemas.microsoft.com/office/drawing/2014/main" id="{D5798ABA-185A-42AC-B6B3-F01775B34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105"/>
              <a:ext cx="15" cy="16"/>
            </a:xfrm>
            <a:custGeom>
              <a:avLst/>
              <a:gdLst>
                <a:gd name="T0" fmla="*/ 0 w 8"/>
                <a:gd name="T1" fmla="*/ 0 h 9"/>
                <a:gd name="T2" fmla="*/ 53 w 8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1"/>
                    <a:pt x="7" y="7"/>
                    <a:pt x="8" y="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29" name="Freeform 1708">
              <a:extLst>
                <a:ext uri="{FF2B5EF4-FFF2-40B4-BE49-F238E27FC236}">
                  <a16:creationId xmlns:a16="http://schemas.microsoft.com/office/drawing/2014/main" id="{AC56DB45-01CD-4816-8146-B2E2D5C82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061"/>
              <a:ext cx="21" cy="47"/>
            </a:xfrm>
            <a:custGeom>
              <a:avLst/>
              <a:gdLst>
                <a:gd name="T0" fmla="*/ 0 w 11"/>
                <a:gd name="T1" fmla="*/ 0 h 25"/>
                <a:gd name="T2" fmla="*/ 40 w 11"/>
                <a:gd name="T3" fmla="*/ 100 h 25"/>
                <a:gd name="T4" fmla="*/ 76 w 11"/>
                <a:gd name="T5" fmla="*/ 16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2" y="5"/>
                    <a:pt x="3" y="10"/>
                    <a:pt x="6" y="15"/>
                  </a:cubicBezTo>
                  <a:cubicBezTo>
                    <a:pt x="7" y="18"/>
                    <a:pt x="9" y="24"/>
                    <a:pt x="11" y="2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30" name="Freeform 1709">
              <a:extLst>
                <a:ext uri="{FF2B5EF4-FFF2-40B4-BE49-F238E27FC236}">
                  <a16:creationId xmlns:a16="http://schemas.microsoft.com/office/drawing/2014/main" id="{93D0BFF1-D0D7-4132-A25F-BFAFFD2EE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3054"/>
              <a:ext cx="8" cy="75"/>
            </a:xfrm>
            <a:custGeom>
              <a:avLst/>
              <a:gdLst>
                <a:gd name="T0" fmla="*/ 8 w 4"/>
                <a:gd name="T1" fmla="*/ 0 h 40"/>
                <a:gd name="T2" fmla="*/ 16 w 4"/>
                <a:gd name="T3" fmla="*/ 173 h 40"/>
                <a:gd name="T4" fmla="*/ 0 w 4"/>
                <a:gd name="T5" fmla="*/ 26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0">
                  <a:moveTo>
                    <a:pt x="1" y="0"/>
                  </a:moveTo>
                  <a:cubicBezTo>
                    <a:pt x="3" y="8"/>
                    <a:pt x="4" y="18"/>
                    <a:pt x="2" y="26"/>
                  </a:cubicBezTo>
                  <a:cubicBezTo>
                    <a:pt x="1" y="31"/>
                    <a:pt x="2" y="36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31" name="Freeform 1710">
              <a:extLst>
                <a:ext uri="{FF2B5EF4-FFF2-40B4-BE49-F238E27FC236}">
                  <a16:creationId xmlns:a16="http://schemas.microsoft.com/office/drawing/2014/main" id="{BA89A7F6-3540-44E9-A5FA-0DDBB80C3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054"/>
              <a:ext cx="18" cy="66"/>
            </a:xfrm>
            <a:custGeom>
              <a:avLst/>
              <a:gdLst>
                <a:gd name="T0" fmla="*/ 0 w 10"/>
                <a:gd name="T1" fmla="*/ 0 h 35"/>
                <a:gd name="T2" fmla="*/ 58 w 10"/>
                <a:gd name="T3" fmla="*/ 23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0" y="0"/>
                  </a:moveTo>
                  <a:cubicBezTo>
                    <a:pt x="6" y="11"/>
                    <a:pt x="7" y="23"/>
                    <a:pt x="10" y="3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32" name="Freeform 1711">
              <a:extLst>
                <a:ext uri="{FF2B5EF4-FFF2-40B4-BE49-F238E27FC236}">
                  <a16:creationId xmlns:a16="http://schemas.microsoft.com/office/drawing/2014/main" id="{9DCD704D-0CA9-4057-AE05-024994A9C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061"/>
              <a:ext cx="13" cy="62"/>
            </a:xfrm>
            <a:custGeom>
              <a:avLst/>
              <a:gdLst>
                <a:gd name="T0" fmla="*/ 0 w 7"/>
                <a:gd name="T1" fmla="*/ 0 h 33"/>
                <a:gd name="T2" fmla="*/ 20 w 7"/>
                <a:gd name="T3" fmla="*/ 133 h 33"/>
                <a:gd name="T4" fmla="*/ 37 w 7"/>
                <a:gd name="T5" fmla="*/ 21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3">
                  <a:moveTo>
                    <a:pt x="0" y="0"/>
                  </a:moveTo>
                  <a:cubicBezTo>
                    <a:pt x="4" y="4"/>
                    <a:pt x="3" y="14"/>
                    <a:pt x="3" y="20"/>
                  </a:cubicBezTo>
                  <a:cubicBezTo>
                    <a:pt x="3" y="24"/>
                    <a:pt x="7" y="29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33" name="Freeform 1712">
              <a:extLst>
                <a:ext uri="{FF2B5EF4-FFF2-40B4-BE49-F238E27FC236}">
                  <a16:creationId xmlns:a16="http://schemas.microsoft.com/office/drawing/2014/main" id="{A4190C9F-F0B3-49B1-8486-62E33084F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3232"/>
              <a:ext cx="18" cy="73"/>
            </a:xfrm>
            <a:custGeom>
              <a:avLst/>
              <a:gdLst>
                <a:gd name="T0" fmla="*/ 7 w 10"/>
                <a:gd name="T1" fmla="*/ 0 h 39"/>
                <a:gd name="T2" fmla="*/ 0 w 10"/>
                <a:gd name="T3" fmla="*/ 73 h 39"/>
                <a:gd name="T4" fmla="*/ 16 w 10"/>
                <a:gd name="T5" fmla="*/ 165 h 39"/>
                <a:gd name="T6" fmla="*/ 58 w 10"/>
                <a:gd name="T7" fmla="*/ 25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9">
                  <a:moveTo>
                    <a:pt x="1" y="0"/>
                  </a:moveTo>
                  <a:cubicBezTo>
                    <a:pt x="1" y="4"/>
                    <a:pt x="0" y="8"/>
                    <a:pt x="0" y="11"/>
                  </a:cubicBezTo>
                  <a:cubicBezTo>
                    <a:pt x="0" y="16"/>
                    <a:pt x="2" y="21"/>
                    <a:pt x="3" y="25"/>
                  </a:cubicBezTo>
                  <a:cubicBezTo>
                    <a:pt x="4" y="29"/>
                    <a:pt x="7" y="36"/>
                    <a:pt x="10" y="3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34" name="Freeform 1713">
              <a:extLst>
                <a:ext uri="{FF2B5EF4-FFF2-40B4-BE49-F238E27FC236}">
                  <a16:creationId xmlns:a16="http://schemas.microsoft.com/office/drawing/2014/main" id="{72B21D42-5890-4532-BBBA-479F26664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305"/>
              <a:ext cx="26" cy="63"/>
            </a:xfrm>
            <a:custGeom>
              <a:avLst/>
              <a:gdLst>
                <a:gd name="T0" fmla="*/ 0 w 14"/>
                <a:gd name="T1" fmla="*/ 0 h 34"/>
                <a:gd name="T2" fmla="*/ 0 w 14"/>
                <a:gd name="T3" fmla="*/ 59 h 34"/>
                <a:gd name="T4" fmla="*/ 13 w 14"/>
                <a:gd name="T5" fmla="*/ 133 h 34"/>
                <a:gd name="T6" fmla="*/ 89 w 14"/>
                <a:gd name="T7" fmla="*/ 217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3"/>
                    <a:pt x="1" y="17"/>
                    <a:pt x="2" y="21"/>
                  </a:cubicBezTo>
                  <a:cubicBezTo>
                    <a:pt x="4" y="28"/>
                    <a:pt x="8" y="30"/>
                    <a:pt x="14" y="3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35" name="Freeform 1714">
              <a:extLst>
                <a:ext uri="{FF2B5EF4-FFF2-40B4-BE49-F238E27FC236}">
                  <a16:creationId xmlns:a16="http://schemas.microsoft.com/office/drawing/2014/main" id="{CA4A487B-B018-4004-9FC3-DB7EDAFE6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264"/>
              <a:ext cx="24" cy="91"/>
            </a:xfrm>
            <a:custGeom>
              <a:avLst/>
              <a:gdLst>
                <a:gd name="T0" fmla="*/ 0 w 13"/>
                <a:gd name="T1" fmla="*/ 0 h 49"/>
                <a:gd name="T2" fmla="*/ 68 w 13"/>
                <a:gd name="T3" fmla="*/ 141 h 49"/>
                <a:gd name="T4" fmla="*/ 76 w 13"/>
                <a:gd name="T5" fmla="*/ 262 h 49"/>
                <a:gd name="T6" fmla="*/ 61 w 13"/>
                <a:gd name="T7" fmla="*/ 314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9">
                  <a:moveTo>
                    <a:pt x="0" y="0"/>
                  </a:moveTo>
                  <a:cubicBezTo>
                    <a:pt x="5" y="7"/>
                    <a:pt x="11" y="13"/>
                    <a:pt x="11" y="22"/>
                  </a:cubicBezTo>
                  <a:cubicBezTo>
                    <a:pt x="12" y="28"/>
                    <a:pt x="13" y="36"/>
                    <a:pt x="12" y="41"/>
                  </a:cubicBezTo>
                  <a:cubicBezTo>
                    <a:pt x="11" y="44"/>
                    <a:pt x="10" y="46"/>
                    <a:pt x="10" y="4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36" name="Freeform 1715">
              <a:extLst>
                <a:ext uri="{FF2B5EF4-FFF2-40B4-BE49-F238E27FC236}">
                  <a16:creationId xmlns:a16="http://schemas.microsoft.com/office/drawing/2014/main" id="{5644F9EF-CB76-4E25-912F-077930B4B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3322"/>
              <a:ext cx="17" cy="75"/>
            </a:xfrm>
            <a:custGeom>
              <a:avLst/>
              <a:gdLst>
                <a:gd name="T0" fmla="*/ 0 w 9"/>
                <a:gd name="T1" fmla="*/ 0 h 40"/>
                <a:gd name="T2" fmla="*/ 32 w 9"/>
                <a:gd name="T3" fmla="*/ 53 h 40"/>
                <a:gd name="T4" fmla="*/ 53 w 9"/>
                <a:gd name="T5" fmla="*/ 144 h 40"/>
                <a:gd name="T6" fmla="*/ 47 w 9"/>
                <a:gd name="T7" fmla="*/ 26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0">
                  <a:moveTo>
                    <a:pt x="0" y="0"/>
                  </a:moveTo>
                  <a:cubicBezTo>
                    <a:pt x="0" y="2"/>
                    <a:pt x="4" y="5"/>
                    <a:pt x="5" y="8"/>
                  </a:cubicBezTo>
                  <a:cubicBezTo>
                    <a:pt x="7" y="12"/>
                    <a:pt x="8" y="17"/>
                    <a:pt x="8" y="22"/>
                  </a:cubicBezTo>
                  <a:cubicBezTo>
                    <a:pt x="8" y="27"/>
                    <a:pt x="9" y="35"/>
                    <a:pt x="7" y="4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37" name="Freeform 1716">
              <a:extLst>
                <a:ext uri="{FF2B5EF4-FFF2-40B4-BE49-F238E27FC236}">
                  <a16:creationId xmlns:a16="http://schemas.microsoft.com/office/drawing/2014/main" id="{A302848F-C124-4193-8E73-9C9D8E5B5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163"/>
              <a:ext cx="22" cy="71"/>
            </a:xfrm>
            <a:custGeom>
              <a:avLst/>
              <a:gdLst>
                <a:gd name="T0" fmla="*/ 0 w 12"/>
                <a:gd name="T1" fmla="*/ 0 h 38"/>
                <a:gd name="T2" fmla="*/ 31 w 12"/>
                <a:gd name="T3" fmla="*/ 32 h 38"/>
                <a:gd name="T4" fmla="*/ 61 w 12"/>
                <a:gd name="T5" fmla="*/ 105 h 38"/>
                <a:gd name="T6" fmla="*/ 68 w 12"/>
                <a:gd name="T7" fmla="*/ 24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8">
                  <a:moveTo>
                    <a:pt x="0" y="0"/>
                  </a:moveTo>
                  <a:cubicBezTo>
                    <a:pt x="2" y="2"/>
                    <a:pt x="4" y="3"/>
                    <a:pt x="5" y="5"/>
                  </a:cubicBezTo>
                  <a:cubicBezTo>
                    <a:pt x="8" y="8"/>
                    <a:pt x="10" y="12"/>
                    <a:pt x="10" y="16"/>
                  </a:cubicBezTo>
                  <a:cubicBezTo>
                    <a:pt x="12" y="23"/>
                    <a:pt x="10" y="31"/>
                    <a:pt x="11" y="3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38" name="Freeform 1717">
              <a:extLst>
                <a:ext uri="{FF2B5EF4-FFF2-40B4-BE49-F238E27FC236}">
                  <a16:creationId xmlns:a16="http://schemas.microsoft.com/office/drawing/2014/main" id="{FD70255C-713C-45B0-859C-FC78C738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215"/>
              <a:ext cx="21" cy="65"/>
            </a:xfrm>
            <a:custGeom>
              <a:avLst/>
              <a:gdLst>
                <a:gd name="T0" fmla="*/ 0 w 11"/>
                <a:gd name="T1" fmla="*/ 0 h 35"/>
                <a:gd name="T2" fmla="*/ 61 w 11"/>
                <a:gd name="T3" fmla="*/ 113 h 35"/>
                <a:gd name="T4" fmla="*/ 69 w 11"/>
                <a:gd name="T5" fmla="*/ 186 h 35"/>
                <a:gd name="T6" fmla="*/ 76 w 11"/>
                <a:gd name="T7" fmla="*/ 21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5" y="3"/>
                    <a:pt x="7" y="12"/>
                    <a:pt x="9" y="18"/>
                  </a:cubicBezTo>
                  <a:cubicBezTo>
                    <a:pt x="10" y="21"/>
                    <a:pt x="10" y="25"/>
                    <a:pt x="10" y="29"/>
                  </a:cubicBezTo>
                  <a:cubicBezTo>
                    <a:pt x="11" y="30"/>
                    <a:pt x="11" y="35"/>
                    <a:pt x="11" y="3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39" name="Freeform 1718">
              <a:extLst>
                <a:ext uri="{FF2B5EF4-FFF2-40B4-BE49-F238E27FC236}">
                  <a16:creationId xmlns:a16="http://schemas.microsoft.com/office/drawing/2014/main" id="{90567514-B953-44F6-B1C2-33E0169FC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421"/>
              <a:ext cx="12" cy="15"/>
            </a:xfrm>
            <a:custGeom>
              <a:avLst/>
              <a:gdLst>
                <a:gd name="T0" fmla="*/ 0 w 6"/>
                <a:gd name="T1" fmla="*/ 0 h 8"/>
                <a:gd name="T2" fmla="*/ 48 w 6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3"/>
                    <a:pt x="4" y="7"/>
                    <a:pt x="6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40" name="Freeform 1719">
              <a:extLst>
                <a:ext uri="{FF2B5EF4-FFF2-40B4-BE49-F238E27FC236}">
                  <a16:creationId xmlns:a16="http://schemas.microsoft.com/office/drawing/2014/main" id="{7F316A91-1B68-4E91-ACD9-62FCC756E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410"/>
              <a:ext cx="7" cy="28"/>
            </a:xfrm>
            <a:custGeom>
              <a:avLst/>
              <a:gdLst>
                <a:gd name="T0" fmla="*/ 21 w 4"/>
                <a:gd name="T1" fmla="*/ 0 h 15"/>
                <a:gd name="T2" fmla="*/ 16 w 4"/>
                <a:gd name="T3" fmla="*/ 60 h 15"/>
                <a:gd name="T4" fmla="*/ 0 w 4"/>
                <a:gd name="T5" fmla="*/ 9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3" y="4"/>
                    <a:pt x="4" y="6"/>
                    <a:pt x="3" y="9"/>
                  </a:cubicBezTo>
                  <a:cubicBezTo>
                    <a:pt x="2" y="11"/>
                    <a:pt x="1" y="13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41" name="Freeform 1720">
              <a:extLst>
                <a:ext uri="{FF2B5EF4-FFF2-40B4-BE49-F238E27FC236}">
                  <a16:creationId xmlns:a16="http://schemas.microsoft.com/office/drawing/2014/main" id="{5A1D0EC8-3C96-4C8F-8E30-DC99CFB2D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3421"/>
              <a:ext cx="6" cy="17"/>
            </a:xfrm>
            <a:custGeom>
              <a:avLst/>
              <a:gdLst>
                <a:gd name="T0" fmla="*/ 8 w 3"/>
                <a:gd name="T1" fmla="*/ 60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3" y="6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42" name="Freeform 1721">
              <a:extLst>
                <a:ext uri="{FF2B5EF4-FFF2-40B4-BE49-F238E27FC236}">
                  <a16:creationId xmlns:a16="http://schemas.microsoft.com/office/drawing/2014/main" id="{46BE777C-F361-4306-B226-CCC7EABCC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426"/>
              <a:ext cx="4" cy="12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2" y="3"/>
                    <a:pt x="2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43" name="Freeform 1722">
              <a:extLst>
                <a:ext uri="{FF2B5EF4-FFF2-40B4-BE49-F238E27FC236}">
                  <a16:creationId xmlns:a16="http://schemas.microsoft.com/office/drawing/2014/main" id="{0EB08194-1D58-41C9-A2CD-4E4A5FBDC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382"/>
              <a:ext cx="3" cy="15"/>
            </a:xfrm>
            <a:custGeom>
              <a:avLst/>
              <a:gdLst>
                <a:gd name="T0" fmla="*/ 8 w 2"/>
                <a:gd name="T1" fmla="*/ 0 h 8"/>
                <a:gd name="T2" fmla="*/ 0 w 2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44" name="Freeform 1723">
              <a:extLst>
                <a:ext uri="{FF2B5EF4-FFF2-40B4-BE49-F238E27FC236}">
                  <a16:creationId xmlns:a16="http://schemas.microsoft.com/office/drawing/2014/main" id="{BF07D2CB-C9AB-4C27-A8AC-8FF25C2F9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854"/>
              <a:ext cx="27" cy="101"/>
            </a:xfrm>
            <a:custGeom>
              <a:avLst/>
              <a:gdLst>
                <a:gd name="T0" fmla="*/ 23 w 14"/>
                <a:gd name="T1" fmla="*/ 0 h 54"/>
                <a:gd name="T2" fmla="*/ 0 w 14"/>
                <a:gd name="T3" fmla="*/ 77 h 54"/>
                <a:gd name="T4" fmla="*/ 15 w 14"/>
                <a:gd name="T5" fmla="*/ 178 h 54"/>
                <a:gd name="T6" fmla="*/ 52 w 14"/>
                <a:gd name="T7" fmla="*/ 281 h 54"/>
                <a:gd name="T8" fmla="*/ 79 w 14"/>
                <a:gd name="T9" fmla="*/ 354 h 54"/>
                <a:gd name="T10" fmla="*/ 85 w 14"/>
                <a:gd name="T11" fmla="*/ 309 h 54"/>
                <a:gd name="T12" fmla="*/ 93 w 14"/>
                <a:gd name="T13" fmla="*/ 249 h 54"/>
                <a:gd name="T14" fmla="*/ 100 w 14"/>
                <a:gd name="T15" fmla="*/ 18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54">
                  <a:moveTo>
                    <a:pt x="3" y="0"/>
                  </a:moveTo>
                  <a:cubicBezTo>
                    <a:pt x="0" y="3"/>
                    <a:pt x="0" y="9"/>
                    <a:pt x="0" y="12"/>
                  </a:cubicBezTo>
                  <a:cubicBezTo>
                    <a:pt x="0" y="17"/>
                    <a:pt x="1" y="22"/>
                    <a:pt x="2" y="27"/>
                  </a:cubicBezTo>
                  <a:cubicBezTo>
                    <a:pt x="3" y="33"/>
                    <a:pt x="5" y="38"/>
                    <a:pt x="7" y="43"/>
                  </a:cubicBezTo>
                  <a:cubicBezTo>
                    <a:pt x="9" y="47"/>
                    <a:pt x="9" y="51"/>
                    <a:pt x="11" y="54"/>
                  </a:cubicBezTo>
                  <a:cubicBezTo>
                    <a:pt x="12" y="52"/>
                    <a:pt x="12" y="49"/>
                    <a:pt x="12" y="47"/>
                  </a:cubicBezTo>
                  <a:cubicBezTo>
                    <a:pt x="12" y="44"/>
                    <a:pt x="13" y="41"/>
                    <a:pt x="13" y="38"/>
                  </a:cubicBezTo>
                  <a:cubicBezTo>
                    <a:pt x="13" y="35"/>
                    <a:pt x="13" y="32"/>
                    <a:pt x="14" y="2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45" name="Freeform 1724">
              <a:extLst>
                <a:ext uri="{FF2B5EF4-FFF2-40B4-BE49-F238E27FC236}">
                  <a16:creationId xmlns:a16="http://schemas.microsoft.com/office/drawing/2014/main" id="{B98C79C5-B638-4657-A49A-5346FAAF5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914"/>
              <a:ext cx="21" cy="88"/>
            </a:xfrm>
            <a:custGeom>
              <a:avLst/>
              <a:gdLst>
                <a:gd name="T0" fmla="*/ 15 w 11"/>
                <a:gd name="T1" fmla="*/ 0 h 47"/>
                <a:gd name="T2" fmla="*/ 21 w 11"/>
                <a:gd name="T3" fmla="*/ 165 h 47"/>
                <a:gd name="T4" fmla="*/ 48 w 11"/>
                <a:gd name="T5" fmla="*/ 270 h 47"/>
                <a:gd name="T6" fmla="*/ 61 w 11"/>
                <a:gd name="T7" fmla="*/ 301 h 47"/>
                <a:gd name="T8" fmla="*/ 76 w 11"/>
                <a:gd name="T9" fmla="*/ 30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7">
                  <a:moveTo>
                    <a:pt x="2" y="0"/>
                  </a:moveTo>
                  <a:cubicBezTo>
                    <a:pt x="0" y="8"/>
                    <a:pt x="1" y="17"/>
                    <a:pt x="3" y="25"/>
                  </a:cubicBezTo>
                  <a:cubicBezTo>
                    <a:pt x="4" y="30"/>
                    <a:pt x="6" y="36"/>
                    <a:pt x="7" y="41"/>
                  </a:cubicBezTo>
                  <a:cubicBezTo>
                    <a:pt x="8" y="42"/>
                    <a:pt x="8" y="45"/>
                    <a:pt x="9" y="46"/>
                  </a:cubicBezTo>
                  <a:cubicBezTo>
                    <a:pt x="10" y="46"/>
                    <a:pt x="10" y="46"/>
                    <a:pt x="11" y="4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46" name="Freeform 1725">
              <a:extLst>
                <a:ext uri="{FF2B5EF4-FFF2-40B4-BE49-F238E27FC236}">
                  <a16:creationId xmlns:a16="http://schemas.microsoft.com/office/drawing/2014/main" id="{E4B88DF9-FF90-4642-9986-89F4AED03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951"/>
              <a:ext cx="4" cy="26"/>
            </a:xfrm>
            <a:custGeom>
              <a:avLst/>
              <a:gdLst>
                <a:gd name="T0" fmla="*/ 16 w 2"/>
                <a:gd name="T1" fmla="*/ 89 h 14"/>
                <a:gd name="T2" fmla="*/ 16 w 2"/>
                <a:gd name="T3" fmla="*/ 59 h 14"/>
                <a:gd name="T4" fmla="*/ 8 w 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4">
                  <a:moveTo>
                    <a:pt x="2" y="14"/>
                  </a:moveTo>
                  <a:cubicBezTo>
                    <a:pt x="1" y="12"/>
                    <a:pt x="2" y="11"/>
                    <a:pt x="2" y="9"/>
                  </a:cubicBezTo>
                  <a:cubicBezTo>
                    <a:pt x="1" y="6"/>
                    <a:pt x="0" y="3"/>
                    <a:pt x="1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47" name="Freeform 1726">
              <a:extLst>
                <a:ext uri="{FF2B5EF4-FFF2-40B4-BE49-F238E27FC236}">
                  <a16:creationId xmlns:a16="http://schemas.microsoft.com/office/drawing/2014/main" id="{E66FD98E-B1A8-4592-88E5-E1700A268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901"/>
              <a:ext cx="29" cy="63"/>
            </a:xfrm>
            <a:custGeom>
              <a:avLst/>
              <a:gdLst>
                <a:gd name="T0" fmla="*/ 0 w 16"/>
                <a:gd name="T1" fmla="*/ 7 h 34"/>
                <a:gd name="T2" fmla="*/ 7 w 16"/>
                <a:gd name="T3" fmla="*/ 37 h 34"/>
                <a:gd name="T4" fmla="*/ 44 w 16"/>
                <a:gd name="T5" fmla="*/ 109 h 34"/>
                <a:gd name="T6" fmla="*/ 80 w 16"/>
                <a:gd name="T7" fmla="*/ 217 h 34"/>
                <a:gd name="T8" fmla="*/ 80 w 16"/>
                <a:gd name="T9" fmla="*/ 69 h 34"/>
                <a:gd name="T10" fmla="*/ 53 w 16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4">
                  <a:moveTo>
                    <a:pt x="0" y="1"/>
                  </a:moveTo>
                  <a:cubicBezTo>
                    <a:pt x="1" y="3"/>
                    <a:pt x="0" y="5"/>
                    <a:pt x="1" y="6"/>
                  </a:cubicBezTo>
                  <a:cubicBezTo>
                    <a:pt x="2" y="10"/>
                    <a:pt x="5" y="14"/>
                    <a:pt x="7" y="17"/>
                  </a:cubicBezTo>
                  <a:cubicBezTo>
                    <a:pt x="11" y="22"/>
                    <a:pt x="12" y="27"/>
                    <a:pt x="13" y="34"/>
                  </a:cubicBezTo>
                  <a:cubicBezTo>
                    <a:pt x="16" y="28"/>
                    <a:pt x="14" y="18"/>
                    <a:pt x="13" y="11"/>
                  </a:cubicBezTo>
                  <a:cubicBezTo>
                    <a:pt x="12" y="8"/>
                    <a:pt x="12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48" name="Freeform 1727">
              <a:extLst>
                <a:ext uri="{FF2B5EF4-FFF2-40B4-BE49-F238E27FC236}">
                  <a16:creationId xmlns:a16="http://schemas.microsoft.com/office/drawing/2014/main" id="{B8972171-1EA0-427E-9E42-6AF5CB789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914"/>
              <a:ext cx="11" cy="61"/>
            </a:xfrm>
            <a:custGeom>
              <a:avLst/>
              <a:gdLst>
                <a:gd name="T0" fmla="*/ 0 w 6"/>
                <a:gd name="T1" fmla="*/ 0 h 33"/>
                <a:gd name="T2" fmla="*/ 24 w 6"/>
                <a:gd name="T3" fmla="*/ 120 h 33"/>
                <a:gd name="T4" fmla="*/ 37 w 6"/>
                <a:gd name="T5" fmla="*/ 20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3">
                  <a:moveTo>
                    <a:pt x="0" y="0"/>
                  </a:moveTo>
                  <a:cubicBezTo>
                    <a:pt x="3" y="6"/>
                    <a:pt x="3" y="12"/>
                    <a:pt x="4" y="19"/>
                  </a:cubicBezTo>
                  <a:cubicBezTo>
                    <a:pt x="5" y="24"/>
                    <a:pt x="6" y="28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49" name="Freeform 1728">
              <a:extLst>
                <a:ext uri="{FF2B5EF4-FFF2-40B4-BE49-F238E27FC236}">
                  <a16:creationId xmlns:a16="http://schemas.microsoft.com/office/drawing/2014/main" id="{D0AD8ACB-E9F0-46E2-92FA-883DF1C8B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917"/>
              <a:ext cx="15" cy="58"/>
            </a:xfrm>
            <a:custGeom>
              <a:avLst/>
              <a:gdLst>
                <a:gd name="T0" fmla="*/ 53 w 8"/>
                <a:gd name="T1" fmla="*/ 0 h 31"/>
                <a:gd name="T2" fmla="*/ 45 w 8"/>
                <a:gd name="T3" fmla="*/ 92 h 31"/>
                <a:gd name="T4" fmla="*/ 0 w 8"/>
                <a:gd name="T5" fmla="*/ 20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1">
                  <a:moveTo>
                    <a:pt x="8" y="0"/>
                  </a:moveTo>
                  <a:cubicBezTo>
                    <a:pt x="8" y="5"/>
                    <a:pt x="8" y="10"/>
                    <a:pt x="7" y="14"/>
                  </a:cubicBezTo>
                  <a:cubicBezTo>
                    <a:pt x="5" y="20"/>
                    <a:pt x="2" y="26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50" name="Freeform 1729">
              <a:extLst>
                <a:ext uri="{FF2B5EF4-FFF2-40B4-BE49-F238E27FC236}">
                  <a16:creationId xmlns:a16="http://schemas.microsoft.com/office/drawing/2014/main" id="{C0DEB138-AFBB-4A5F-B91D-5692880B2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914"/>
              <a:ext cx="1" cy="26"/>
            </a:xfrm>
            <a:custGeom>
              <a:avLst/>
              <a:gdLst>
                <a:gd name="T0" fmla="*/ 1 w 1"/>
                <a:gd name="T1" fmla="*/ 0 h 14"/>
                <a:gd name="T2" fmla="*/ 1 w 1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1" y="0"/>
                  </a:moveTo>
                  <a:cubicBezTo>
                    <a:pt x="0" y="5"/>
                    <a:pt x="1" y="10"/>
                    <a:pt x="1" y="1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51" name="Freeform 1730">
              <a:extLst>
                <a:ext uri="{FF2B5EF4-FFF2-40B4-BE49-F238E27FC236}">
                  <a16:creationId xmlns:a16="http://schemas.microsoft.com/office/drawing/2014/main" id="{582ED3E7-3C07-4012-842D-531ADAC0E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929"/>
              <a:ext cx="6" cy="88"/>
            </a:xfrm>
            <a:custGeom>
              <a:avLst/>
              <a:gdLst>
                <a:gd name="T0" fmla="*/ 8 w 3"/>
                <a:gd name="T1" fmla="*/ 0 h 47"/>
                <a:gd name="T2" fmla="*/ 16 w 3"/>
                <a:gd name="T3" fmla="*/ 45 h 47"/>
                <a:gd name="T4" fmla="*/ 16 w 3"/>
                <a:gd name="T5" fmla="*/ 182 h 47"/>
                <a:gd name="T6" fmla="*/ 0 w 3"/>
                <a:gd name="T7" fmla="*/ 30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0" y="2"/>
                    <a:pt x="2" y="4"/>
                    <a:pt x="2" y="7"/>
                  </a:cubicBezTo>
                  <a:cubicBezTo>
                    <a:pt x="3" y="13"/>
                    <a:pt x="3" y="21"/>
                    <a:pt x="2" y="28"/>
                  </a:cubicBezTo>
                  <a:cubicBezTo>
                    <a:pt x="1" y="34"/>
                    <a:pt x="1" y="40"/>
                    <a:pt x="0" y="4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52" name="Freeform 1731">
              <a:extLst>
                <a:ext uri="{FF2B5EF4-FFF2-40B4-BE49-F238E27FC236}">
                  <a16:creationId xmlns:a16="http://schemas.microsoft.com/office/drawing/2014/main" id="{5140CC89-6997-4CF8-971D-AFAEA976A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959"/>
              <a:ext cx="34" cy="123"/>
            </a:xfrm>
            <a:custGeom>
              <a:avLst/>
              <a:gdLst>
                <a:gd name="T0" fmla="*/ 32 w 18"/>
                <a:gd name="T1" fmla="*/ 0 h 66"/>
                <a:gd name="T2" fmla="*/ 60 w 18"/>
                <a:gd name="T3" fmla="*/ 73 h 66"/>
                <a:gd name="T4" fmla="*/ 89 w 18"/>
                <a:gd name="T5" fmla="*/ 173 h 66"/>
                <a:gd name="T6" fmla="*/ 108 w 18"/>
                <a:gd name="T7" fmla="*/ 306 h 66"/>
                <a:gd name="T8" fmla="*/ 121 w 18"/>
                <a:gd name="T9" fmla="*/ 427 h 66"/>
                <a:gd name="T10" fmla="*/ 47 w 18"/>
                <a:gd name="T11" fmla="*/ 270 h 66"/>
                <a:gd name="T12" fmla="*/ 8 w 18"/>
                <a:gd name="T13" fmla="*/ 226 h 66"/>
                <a:gd name="T14" fmla="*/ 0 w 18"/>
                <a:gd name="T15" fmla="*/ 18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66">
                  <a:moveTo>
                    <a:pt x="5" y="0"/>
                  </a:moveTo>
                  <a:cubicBezTo>
                    <a:pt x="8" y="2"/>
                    <a:pt x="8" y="7"/>
                    <a:pt x="9" y="11"/>
                  </a:cubicBezTo>
                  <a:cubicBezTo>
                    <a:pt x="10" y="16"/>
                    <a:pt x="11" y="22"/>
                    <a:pt x="13" y="27"/>
                  </a:cubicBezTo>
                  <a:cubicBezTo>
                    <a:pt x="14" y="34"/>
                    <a:pt x="16" y="40"/>
                    <a:pt x="16" y="47"/>
                  </a:cubicBezTo>
                  <a:cubicBezTo>
                    <a:pt x="16" y="52"/>
                    <a:pt x="17" y="61"/>
                    <a:pt x="18" y="66"/>
                  </a:cubicBezTo>
                  <a:cubicBezTo>
                    <a:pt x="16" y="59"/>
                    <a:pt x="12" y="47"/>
                    <a:pt x="7" y="42"/>
                  </a:cubicBezTo>
                  <a:cubicBezTo>
                    <a:pt x="4" y="40"/>
                    <a:pt x="3" y="38"/>
                    <a:pt x="1" y="35"/>
                  </a:cubicBezTo>
                  <a:cubicBezTo>
                    <a:pt x="1" y="33"/>
                    <a:pt x="1" y="31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53" name="Freeform 1732">
              <a:extLst>
                <a:ext uri="{FF2B5EF4-FFF2-40B4-BE49-F238E27FC236}">
                  <a16:creationId xmlns:a16="http://schemas.microsoft.com/office/drawing/2014/main" id="{99DF4648-6269-44F1-8C29-869CF491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076"/>
              <a:ext cx="13" cy="62"/>
            </a:xfrm>
            <a:custGeom>
              <a:avLst/>
              <a:gdLst>
                <a:gd name="T0" fmla="*/ 0 w 7"/>
                <a:gd name="T1" fmla="*/ 218 h 33"/>
                <a:gd name="T2" fmla="*/ 7 w 7"/>
                <a:gd name="T3" fmla="*/ 218 h 33"/>
                <a:gd name="T4" fmla="*/ 20 w 7"/>
                <a:gd name="T5" fmla="*/ 152 h 33"/>
                <a:gd name="T6" fmla="*/ 37 w 7"/>
                <a:gd name="T7" fmla="*/ 85 h 33"/>
                <a:gd name="T8" fmla="*/ 37 w 7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3">
                  <a:moveTo>
                    <a:pt x="0" y="33"/>
                  </a:moveTo>
                  <a:cubicBezTo>
                    <a:pt x="0" y="33"/>
                    <a:pt x="1" y="33"/>
                    <a:pt x="1" y="33"/>
                  </a:cubicBezTo>
                  <a:cubicBezTo>
                    <a:pt x="1" y="30"/>
                    <a:pt x="1" y="26"/>
                    <a:pt x="3" y="23"/>
                  </a:cubicBezTo>
                  <a:cubicBezTo>
                    <a:pt x="4" y="19"/>
                    <a:pt x="5" y="17"/>
                    <a:pt x="6" y="13"/>
                  </a:cubicBezTo>
                  <a:cubicBezTo>
                    <a:pt x="6" y="11"/>
                    <a:pt x="7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54" name="Freeform 1733">
              <a:extLst>
                <a:ext uri="{FF2B5EF4-FFF2-40B4-BE49-F238E27FC236}">
                  <a16:creationId xmlns:a16="http://schemas.microsoft.com/office/drawing/2014/main" id="{288A8A19-6D2A-4938-B83F-408BD209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084"/>
              <a:ext cx="15" cy="94"/>
            </a:xfrm>
            <a:custGeom>
              <a:avLst/>
              <a:gdLst>
                <a:gd name="T0" fmla="*/ 0 w 8"/>
                <a:gd name="T1" fmla="*/ 0 h 50"/>
                <a:gd name="T2" fmla="*/ 8 w 8"/>
                <a:gd name="T3" fmla="*/ 32 h 50"/>
                <a:gd name="T4" fmla="*/ 32 w 8"/>
                <a:gd name="T5" fmla="*/ 100 h 50"/>
                <a:gd name="T6" fmla="*/ 45 w 8"/>
                <a:gd name="T7" fmla="*/ 205 h 50"/>
                <a:gd name="T8" fmla="*/ 39 w 8"/>
                <a:gd name="T9" fmla="*/ 33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0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2" y="8"/>
                    <a:pt x="4" y="12"/>
                    <a:pt x="5" y="15"/>
                  </a:cubicBezTo>
                  <a:cubicBezTo>
                    <a:pt x="6" y="20"/>
                    <a:pt x="6" y="26"/>
                    <a:pt x="7" y="31"/>
                  </a:cubicBezTo>
                  <a:cubicBezTo>
                    <a:pt x="8" y="37"/>
                    <a:pt x="7" y="44"/>
                    <a:pt x="6" y="5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55" name="Freeform 1734">
              <a:extLst>
                <a:ext uri="{FF2B5EF4-FFF2-40B4-BE49-F238E27FC236}">
                  <a16:creationId xmlns:a16="http://schemas.microsoft.com/office/drawing/2014/main" id="{2A98303C-2900-47FB-9A49-C47AB36A6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157"/>
              <a:ext cx="18" cy="79"/>
            </a:xfrm>
            <a:custGeom>
              <a:avLst/>
              <a:gdLst>
                <a:gd name="T0" fmla="*/ 0 w 10"/>
                <a:gd name="T1" fmla="*/ 0 h 42"/>
                <a:gd name="T2" fmla="*/ 36 w 10"/>
                <a:gd name="T3" fmla="*/ 53 h 42"/>
                <a:gd name="T4" fmla="*/ 45 w 10"/>
                <a:gd name="T5" fmla="*/ 141 h 42"/>
                <a:gd name="T6" fmla="*/ 58 w 10"/>
                <a:gd name="T7" fmla="*/ 220 h 42"/>
                <a:gd name="T8" fmla="*/ 45 w 10"/>
                <a:gd name="T9" fmla="*/ 273 h 42"/>
                <a:gd name="T10" fmla="*/ 45 w 10"/>
                <a:gd name="T11" fmla="*/ 2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2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7" y="12"/>
                    <a:pt x="7" y="17"/>
                    <a:pt x="8" y="21"/>
                  </a:cubicBezTo>
                  <a:cubicBezTo>
                    <a:pt x="9" y="25"/>
                    <a:pt x="10" y="29"/>
                    <a:pt x="10" y="33"/>
                  </a:cubicBezTo>
                  <a:cubicBezTo>
                    <a:pt x="9" y="36"/>
                    <a:pt x="8" y="38"/>
                    <a:pt x="8" y="41"/>
                  </a:cubicBezTo>
                  <a:cubicBezTo>
                    <a:pt x="8" y="42"/>
                    <a:pt x="8" y="41"/>
                    <a:pt x="8" y="4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56" name="Freeform 1735">
              <a:extLst>
                <a:ext uri="{FF2B5EF4-FFF2-40B4-BE49-F238E27FC236}">
                  <a16:creationId xmlns:a16="http://schemas.microsoft.com/office/drawing/2014/main" id="{254A1016-2BB4-463D-8035-94B72E22C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215"/>
              <a:ext cx="24" cy="112"/>
            </a:xfrm>
            <a:custGeom>
              <a:avLst/>
              <a:gdLst>
                <a:gd name="T0" fmla="*/ 0 w 13"/>
                <a:gd name="T1" fmla="*/ 0 h 60"/>
                <a:gd name="T2" fmla="*/ 81 w 13"/>
                <a:gd name="T3" fmla="*/ 233 h 60"/>
                <a:gd name="T4" fmla="*/ 61 w 13"/>
                <a:gd name="T5" fmla="*/ 39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0">
                  <a:moveTo>
                    <a:pt x="0" y="0"/>
                  </a:moveTo>
                  <a:cubicBezTo>
                    <a:pt x="6" y="11"/>
                    <a:pt x="13" y="24"/>
                    <a:pt x="13" y="36"/>
                  </a:cubicBezTo>
                  <a:cubicBezTo>
                    <a:pt x="13" y="43"/>
                    <a:pt x="11" y="53"/>
                    <a:pt x="10" y="6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57" name="Freeform 1736">
              <a:extLst>
                <a:ext uri="{FF2B5EF4-FFF2-40B4-BE49-F238E27FC236}">
                  <a16:creationId xmlns:a16="http://schemas.microsoft.com/office/drawing/2014/main" id="{516A0694-E590-4E43-94B4-EB0E802A6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269"/>
              <a:ext cx="45" cy="90"/>
            </a:xfrm>
            <a:custGeom>
              <a:avLst/>
              <a:gdLst>
                <a:gd name="T0" fmla="*/ 0 w 24"/>
                <a:gd name="T1" fmla="*/ 0 h 48"/>
                <a:gd name="T2" fmla="*/ 99 w 24"/>
                <a:gd name="T3" fmla="*/ 133 h 48"/>
                <a:gd name="T4" fmla="*/ 133 w 24"/>
                <a:gd name="T5" fmla="*/ 225 h 48"/>
                <a:gd name="T6" fmla="*/ 158 w 24"/>
                <a:gd name="T7" fmla="*/ 317 h 48"/>
                <a:gd name="T8" fmla="*/ 137 w 24"/>
                <a:gd name="T9" fmla="*/ 293 h 48"/>
                <a:gd name="T10" fmla="*/ 92 w 24"/>
                <a:gd name="T11" fmla="*/ 242 h 48"/>
                <a:gd name="T12" fmla="*/ 21 w 24"/>
                <a:gd name="T13" fmla="*/ 120 h 48"/>
                <a:gd name="T14" fmla="*/ 0 w 24"/>
                <a:gd name="T15" fmla="*/ 39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48">
                  <a:moveTo>
                    <a:pt x="0" y="0"/>
                  </a:moveTo>
                  <a:cubicBezTo>
                    <a:pt x="5" y="7"/>
                    <a:pt x="11" y="12"/>
                    <a:pt x="15" y="20"/>
                  </a:cubicBezTo>
                  <a:cubicBezTo>
                    <a:pt x="17" y="24"/>
                    <a:pt x="18" y="29"/>
                    <a:pt x="20" y="34"/>
                  </a:cubicBezTo>
                  <a:cubicBezTo>
                    <a:pt x="22" y="38"/>
                    <a:pt x="24" y="43"/>
                    <a:pt x="24" y="48"/>
                  </a:cubicBezTo>
                  <a:cubicBezTo>
                    <a:pt x="22" y="47"/>
                    <a:pt x="22" y="45"/>
                    <a:pt x="21" y="44"/>
                  </a:cubicBezTo>
                  <a:cubicBezTo>
                    <a:pt x="19" y="42"/>
                    <a:pt x="16" y="40"/>
                    <a:pt x="14" y="37"/>
                  </a:cubicBezTo>
                  <a:cubicBezTo>
                    <a:pt x="9" y="32"/>
                    <a:pt x="5" y="25"/>
                    <a:pt x="3" y="18"/>
                  </a:cubicBezTo>
                  <a:cubicBezTo>
                    <a:pt x="3" y="14"/>
                    <a:pt x="0" y="10"/>
                    <a:pt x="0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58" name="Freeform 1737">
              <a:extLst>
                <a:ext uri="{FF2B5EF4-FFF2-40B4-BE49-F238E27FC236}">
                  <a16:creationId xmlns:a16="http://schemas.microsoft.com/office/drawing/2014/main" id="{9E3A3F6A-E4B4-4EF3-84BF-1362472F8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316"/>
              <a:ext cx="13" cy="73"/>
            </a:xfrm>
            <a:custGeom>
              <a:avLst/>
              <a:gdLst>
                <a:gd name="T0" fmla="*/ 20 w 7"/>
                <a:gd name="T1" fmla="*/ 0 h 39"/>
                <a:gd name="T2" fmla="*/ 32 w 7"/>
                <a:gd name="T3" fmla="*/ 39 h 39"/>
                <a:gd name="T4" fmla="*/ 37 w 7"/>
                <a:gd name="T5" fmla="*/ 129 h 39"/>
                <a:gd name="T6" fmla="*/ 13 w 7"/>
                <a:gd name="T7" fmla="*/ 225 h 39"/>
                <a:gd name="T8" fmla="*/ 0 w 7"/>
                <a:gd name="T9" fmla="*/ 25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9">
                  <a:moveTo>
                    <a:pt x="3" y="0"/>
                  </a:moveTo>
                  <a:cubicBezTo>
                    <a:pt x="3" y="2"/>
                    <a:pt x="4" y="4"/>
                    <a:pt x="5" y="6"/>
                  </a:cubicBezTo>
                  <a:cubicBezTo>
                    <a:pt x="7" y="11"/>
                    <a:pt x="7" y="15"/>
                    <a:pt x="6" y="20"/>
                  </a:cubicBezTo>
                  <a:cubicBezTo>
                    <a:pt x="5" y="25"/>
                    <a:pt x="4" y="29"/>
                    <a:pt x="2" y="34"/>
                  </a:cubicBezTo>
                  <a:cubicBezTo>
                    <a:pt x="2" y="35"/>
                    <a:pt x="0" y="38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59" name="Freeform 1738">
              <a:extLst>
                <a:ext uri="{FF2B5EF4-FFF2-40B4-BE49-F238E27FC236}">
                  <a16:creationId xmlns:a16="http://schemas.microsoft.com/office/drawing/2014/main" id="{71D1F8AE-CE14-4576-849F-44B4E17F7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357"/>
              <a:ext cx="38" cy="79"/>
            </a:xfrm>
            <a:custGeom>
              <a:avLst/>
              <a:gdLst>
                <a:gd name="T0" fmla="*/ 0 w 20"/>
                <a:gd name="T1" fmla="*/ 0 h 42"/>
                <a:gd name="T2" fmla="*/ 55 w 20"/>
                <a:gd name="T3" fmla="*/ 53 h 42"/>
                <a:gd name="T4" fmla="*/ 97 w 20"/>
                <a:gd name="T5" fmla="*/ 152 h 42"/>
                <a:gd name="T6" fmla="*/ 137 w 20"/>
                <a:gd name="T7" fmla="*/ 28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2">
                  <a:moveTo>
                    <a:pt x="0" y="0"/>
                  </a:moveTo>
                  <a:cubicBezTo>
                    <a:pt x="4" y="0"/>
                    <a:pt x="6" y="5"/>
                    <a:pt x="8" y="8"/>
                  </a:cubicBezTo>
                  <a:cubicBezTo>
                    <a:pt x="10" y="13"/>
                    <a:pt x="13" y="18"/>
                    <a:pt x="14" y="23"/>
                  </a:cubicBezTo>
                  <a:cubicBezTo>
                    <a:pt x="16" y="29"/>
                    <a:pt x="19" y="36"/>
                    <a:pt x="20" y="4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60" name="Freeform 1739">
              <a:extLst>
                <a:ext uri="{FF2B5EF4-FFF2-40B4-BE49-F238E27FC236}">
                  <a16:creationId xmlns:a16="http://schemas.microsoft.com/office/drawing/2014/main" id="{FC453459-CC04-4F0D-A030-4C819EE45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357"/>
              <a:ext cx="8" cy="81"/>
            </a:xfrm>
            <a:custGeom>
              <a:avLst/>
              <a:gdLst>
                <a:gd name="T0" fmla="*/ 0 w 4"/>
                <a:gd name="T1" fmla="*/ 0 h 43"/>
                <a:gd name="T2" fmla="*/ 32 w 4"/>
                <a:gd name="T3" fmla="*/ 202 h 43"/>
                <a:gd name="T4" fmla="*/ 24 w 4"/>
                <a:gd name="T5" fmla="*/ 28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3">
                  <a:moveTo>
                    <a:pt x="0" y="0"/>
                  </a:moveTo>
                  <a:cubicBezTo>
                    <a:pt x="2" y="10"/>
                    <a:pt x="3" y="20"/>
                    <a:pt x="4" y="30"/>
                  </a:cubicBezTo>
                  <a:cubicBezTo>
                    <a:pt x="4" y="34"/>
                    <a:pt x="3" y="39"/>
                    <a:pt x="3" y="4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61" name="Freeform 1740">
              <a:extLst>
                <a:ext uri="{FF2B5EF4-FFF2-40B4-BE49-F238E27FC236}">
                  <a16:creationId xmlns:a16="http://schemas.microsoft.com/office/drawing/2014/main" id="{FAE9F3E1-2D2C-426A-8B78-5A386B1B1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346"/>
              <a:ext cx="32" cy="77"/>
            </a:xfrm>
            <a:custGeom>
              <a:avLst/>
              <a:gdLst>
                <a:gd name="T0" fmla="*/ 0 w 17"/>
                <a:gd name="T1" fmla="*/ 0 h 41"/>
                <a:gd name="T2" fmla="*/ 40 w 17"/>
                <a:gd name="T3" fmla="*/ 85 h 41"/>
                <a:gd name="T4" fmla="*/ 100 w 17"/>
                <a:gd name="T5" fmla="*/ 197 h 41"/>
                <a:gd name="T6" fmla="*/ 113 w 17"/>
                <a:gd name="T7" fmla="*/ 27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0" y="0"/>
                  </a:moveTo>
                  <a:cubicBezTo>
                    <a:pt x="1" y="6"/>
                    <a:pt x="2" y="9"/>
                    <a:pt x="6" y="13"/>
                  </a:cubicBezTo>
                  <a:cubicBezTo>
                    <a:pt x="10" y="18"/>
                    <a:pt x="13" y="24"/>
                    <a:pt x="15" y="30"/>
                  </a:cubicBezTo>
                  <a:cubicBezTo>
                    <a:pt x="16" y="34"/>
                    <a:pt x="17" y="37"/>
                    <a:pt x="17" y="4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62" name="Freeform 1741">
              <a:extLst>
                <a:ext uri="{FF2B5EF4-FFF2-40B4-BE49-F238E27FC236}">
                  <a16:creationId xmlns:a16="http://schemas.microsoft.com/office/drawing/2014/main" id="{ED2FFF38-4F3F-41F4-8486-02E0ABD49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346"/>
              <a:ext cx="11" cy="92"/>
            </a:xfrm>
            <a:custGeom>
              <a:avLst/>
              <a:gdLst>
                <a:gd name="T0" fmla="*/ 0 w 6"/>
                <a:gd name="T1" fmla="*/ 0 h 49"/>
                <a:gd name="T2" fmla="*/ 31 w 6"/>
                <a:gd name="T3" fmla="*/ 188 h 49"/>
                <a:gd name="T4" fmla="*/ 13 w 6"/>
                <a:gd name="T5" fmla="*/ 32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9">
                  <a:moveTo>
                    <a:pt x="0" y="0"/>
                  </a:moveTo>
                  <a:cubicBezTo>
                    <a:pt x="1" y="9"/>
                    <a:pt x="4" y="18"/>
                    <a:pt x="5" y="28"/>
                  </a:cubicBezTo>
                  <a:cubicBezTo>
                    <a:pt x="6" y="35"/>
                    <a:pt x="2" y="43"/>
                    <a:pt x="2" y="4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63" name="Freeform 1742">
              <a:extLst>
                <a:ext uri="{FF2B5EF4-FFF2-40B4-BE49-F238E27FC236}">
                  <a16:creationId xmlns:a16="http://schemas.microsoft.com/office/drawing/2014/main" id="{D8B0FA0D-F770-4C7A-8C0F-220C79E2B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886"/>
              <a:ext cx="41" cy="54"/>
            </a:xfrm>
            <a:custGeom>
              <a:avLst/>
              <a:gdLst>
                <a:gd name="T0" fmla="*/ 121 w 22"/>
                <a:gd name="T1" fmla="*/ 45 h 29"/>
                <a:gd name="T2" fmla="*/ 121 w 22"/>
                <a:gd name="T3" fmla="*/ 188 h 29"/>
                <a:gd name="T4" fmla="*/ 52 w 22"/>
                <a:gd name="T5" fmla="*/ 76 h 29"/>
                <a:gd name="T6" fmla="*/ 0 w 22"/>
                <a:gd name="T7" fmla="*/ 0 h 29"/>
                <a:gd name="T8" fmla="*/ 121 w 22"/>
                <a:gd name="T9" fmla="*/ 4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19" y="7"/>
                  </a:moveTo>
                  <a:cubicBezTo>
                    <a:pt x="21" y="14"/>
                    <a:pt x="22" y="23"/>
                    <a:pt x="19" y="29"/>
                  </a:cubicBezTo>
                  <a:cubicBezTo>
                    <a:pt x="15" y="23"/>
                    <a:pt x="13" y="17"/>
                    <a:pt x="8" y="12"/>
                  </a:cubicBezTo>
                  <a:cubicBezTo>
                    <a:pt x="3" y="8"/>
                    <a:pt x="0" y="0"/>
                    <a:pt x="0" y="0"/>
                  </a:cubicBezTo>
                  <a:cubicBezTo>
                    <a:pt x="0" y="0"/>
                    <a:pt x="16" y="2"/>
                    <a:pt x="19" y="7"/>
                  </a:cubicBezTo>
                  <a:close/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64" name="Freeform 1743">
              <a:extLst>
                <a:ext uri="{FF2B5EF4-FFF2-40B4-BE49-F238E27FC236}">
                  <a16:creationId xmlns:a16="http://schemas.microsoft.com/office/drawing/2014/main" id="{BC721320-2D26-45CB-A7CE-B2ECCDD0F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922"/>
              <a:ext cx="35" cy="7"/>
            </a:xfrm>
            <a:custGeom>
              <a:avLst/>
              <a:gdLst>
                <a:gd name="T0" fmla="*/ 0 w 19"/>
                <a:gd name="T1" fmla="*/ 0 h 4"/>
                <a:gd name="T2" fmla="*/ 96 w 19"/>
                <a:gd name="T3" fmla="*/ 21 h 4"/>
                <a:gd name="T4" fmla="*/ 118 w 19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4" y="2"/>
                    <a:pt x="10" y="3"/>
                    <a:pt x="15" y="4"/>
                  </a:cubicBezTo>
                  <a:cubicBezTo>
                    <a:pt x="16" y="4"/>
                    <a:pt x="18" y="4"/>
                    <a:pt x="19" y="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65" name="Freeform 1744">
              <a:extLst>
                <a:ext uri="{FF2B5EF4-FFF2-40B4-BE49-F238E27FC236}">
                  <a16:creationId xmlns:a16="http://schemas.microsoft.com/office/drawing/2014/main" id="{C380D683-D408-46C2-B8AD-0DE0BA90C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924"/>
              <a:ext cx="26" cy="54"/>
            </a:xfrm>
            <a:custGeom>
              <a:avLst/>
              <a:gdLst>
                <a:gd name="T0" fmla="*/ 20 w 14"/>
                <a:gd name="T1" fmla="*/ 0 h 29"/>
                <a:gd name="T2" fmla="*/ 59 w 14"/>
                <a:gd name="T3" fmla="*/ 60 h 29"/>
                <a:gd name="T4" fmla="*/ 89 w 14"/>
                <a:gd name="T5" fmla="*/ 188 h 29"/>
                <a:gd name="T6" fmla="*/ 0 w 14"/>
                <a:gd name="T7" fmla="*/ 6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9">
                  <a:moveTo>
                    <a:pt x="3" y="0"/>
                  </a:moveTo>
                  <a:cubicBezTo>
                    <a:pt x="5" y="2"/>
                    <a:pt x="8" y="6"/>
                    <a:pt x="9" y="9"/>
                  </a:cubicBezTo>
                  <a:cubicBezTo>
                    <a:pt x="12" y="15"/>
                    <a:pt x="13" y="22"/>
                    <a:pt x="14" y="29"/>
                  </a:cubicBezTo>
                  <a:cubicBezTo>
                    <a:pt x="9" y="23"/>
                    <a:pt x="2" y="16"/>
                    <a:pt x="0" y="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66" name="Freeform 1745">
              <a:extLst>
                <a:ext uri="{FF2B5EF4-FFF2-40B4-BE49-F238E27FC236}">
                  <a16:creationId xmlns:a16="http://schemas.microsoft.com/office/drawing/2014/main" id="{7DC4DD90-7694-4169-91B0-F85F67247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965"/>
              <a:ext cx="28" cy="61"/>
            </a:xfrm>
            <a:custGeom>
              <a:avLst/>
              <a:gdLst>
                <a:gd name="T0" fmla="*/ 45 w 15"/>
                <a:gd name="T1" fmla="*/ 44 h 33"/>
                <a:gd name="T2" fmla="*/ 77 w 15"/>
                <a:gd name="T3" fmla="*/ 120 h 33"/>
                <a:gd name="T4" fmla="*/ 91 w 15"/>
                <a:gd name="T5" fmla="*/ 177 h 33"/>
                <a:gd name="T6" fmla="*/ 97 w 15"/>
                <a:gd name="T7" fmla="*/ 209 h 33"/>
                <a:gd name="T8" fmla="*/ 65 w 15"/>
                <a:gd name="T9" fmla="*/ 185 h 33"/>
                <a:gd name="T10" fmla="*/ 21 w 15"/>
                <a:gd name="T11" fmla="*/ 81 h 33"/>
                <a:gd name="T12" fmla="*/ 0 w 15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3">
                  <a:moveTo>
                    <a:pt x="7" y="7"/>
                  </a:moveTo>
                  <a:cubicBezTo>
                    <a:pt x="10" y="10"/>
                    <a:pt x="11" y="15"/>
                    <a:pt x="12" y="19"/>
                  </a:cubicBezTo>
                  <a:cubicBezTo>
                    <a:pt x="13" y="22"/>
                    <a:pt x="14" y="25"/>
                    <a:pt x="14" y="28"/>
                  </a:cubicBezTo>
                  <a:cubicBezTo>
                    <a:pt x="15" y="29"/>
                    <a:pt x="15" y="32"/>
                    <a:pt x="15" y="33"/>
                  </a:cubicBezTo>
                  <a:cubicBezTo>
                    <a:pt x="13" y="32"/>
                    <a:pt x="12" y="30"/>
                    <a:pt x="10" y="29"/>
                  </a:cubicBezTo>
                  <a:cubicBezTo>
                    <a:pt x="7" y="25"/>
                    <a:pt x="5" y="18"/>
                    <a:pt x="3" y="13"/>
                  </a:cubicBezTo>
                  <a:cubicBezTo>
                    <a:pt x="1" y="9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67" name="Freeform 1746">
              <a:extLst>
                <a:ext uri="{FF2B5EF4-FFF2-40B4-BE49-F238E27FC236}">
                  <a16:creationId xmlns:a16="http://schemas.microsoft.com/office/drawing/2014/main" id="{560F3F08-9638-4424-A58A-935BC7A5E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927"/>
              <a:ext cx="26" cy="58"/>
            </a:xfrm>
            <a:custGeom>
              <a:avLst/>
              <a:gdLst>
                <a:gd name="T0" fmla="*/ 89 w 14"/>
                <a:gd name="T1" fmla="*/ 204 h 31"/>
                <a:gd name="T2" fmla="*/ 7 w 14"/>
                <a:gd name="T3" fmla="*/ 77 h 31"/>
                <a:gd name="T4" fmla="*/ 13 w 1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14" y="31"/>
                  </a:moveTo>
                  <a:cubicBezTo>
                    <a:pt x="8" y="26"/>
                    <a:pt x="2" y="20"/>
                    <a:pt x="1" y="12"/>
                  </a:cubicBezTo>
                  <a:cubicBezTo>
                    <a:pt x="0" y="8"/>
                    <a:pt x="1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68" name="Freeform 1747">
              <a:extLst>
                <a:ext uri="{FF2B5EF4-FFF2-40B4-BE49-F238E27FC236}">
                  <a16:creationId xmlns:a16="http://schemas.microsoft.com/office/drawing/2014/main" id="{903F5A3D-E000-428C-96FB-191F8B0C3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877"/>
              <a:ext cx="43" cy="76"/>
            </a:xfrm>
            <a:custGeom>
              <a:avLst/>
              <a:gdLst>
                <a:gd name="T0" fmla="*/ 144 w 23"/>
                <a:gd name="T1" fmla="*/ 158 h 41"/>
                <a:gd name="T2" fmla="*/ 144 w 23"/>
                <a:gd name="T3" fmla="*/ 209 h 41"/>
                <a:gd name="T4" fmla="*/ 129 w 23"/>
                <a:gd name="T5" fmla="*/ 261 h 41"/>
                <a:gd name="T6" fmla="*/ 77 w 23"/>
                <a:gd name="T7" fmla="*/ 222 h 41"/>
                <a:gd name="T8" fmla="*/ 24 w 23"/>
                <a:gd name="T9" fmla="*/ 109 h 41"/>
                <a:gd name="T10" fmla="*/ 0 w 23"/>
                <a:gd name="T11" fmla="*/ 0 h 41"/>
                <a:gd name="T12" fmla="*/ 144 w 23"/>
                <a:gd name="T13" fmla="*/ 158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1">
                  <a:moveTo>
                    <a:pt x="22" y="25"/>
                  </a:moveTo>
                  <a:cubicBezTo>
                    <a:pt x="23" y="28"/>
                    <a:pt x="22" y="30"/>
                    <a:pt x="22" y="33"/>
                  </a:cubicBezTo>
                  <a:cubicBezTo>
                    <a:pt x="21" y="35"/>
                    <a:pt x="21" y="39"/>
                    <a:pt x="20" y="41"/>
                  </a:cubicBezTo>
                  <a:cubicBezTo>
                    <a:pt x="17" y="41"/>
                    <a:pt x="14" y="37"/>
                    <a:pt x="12" y="35"/>
                  </a:cubicBezTo>
                  <a:cubicBezTo>
                    <a:pt x="5" y="26"/>
                    <a:pt x="4" y="23"/>
                    <a:pt x="4" y="17"/>
                  </a:cubicBezTo>
                  <a:cubicBezTo>
                    <a:pt x="5" y="11"/>
                    <a:pt x="0" y="0"/>
                    <a:pt x="0" y="0"/>
                  </a:cubicBezTo>
                  <a:cubicBezTo>
                    <a:pt x="9" y="8"/>
                    <a:pt x="20" y="20"/>
                    <a:pt x="22" y="25"/>
                  </a:cubicBezTo>
                  <a:close/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69" name="Freeform 1748">
              <a:extLst>
                <a:ext uri="{FF2B5EF4-FFF2-40B4-BE49-F238E27FC236}">
                  <a16:creationId xmlns:a16="http://schemas.microsoft.com/office/drawing/2014/main" id="{0D5EFAE5-5A2B-4BDE-A752-DFC0F5CE7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939"/>
              <a:ext cx="28" cy="58"/>
            </a:xfrm>
            <a:custGeom>
              <a:avLst/>
              <a:gdLst>
                <a:gd name="T0" fmla="*/ 21 w 15"/>
                <a:gd name="T1" fmla="*/ 0 h 31"/>
                <a:gd name="T2" fmla="*/ 39 w 15"/>
                <a:gd name="T3" fmla="*/ 97 h 31"/>
                <a:gd name="T4" fmla="*/ 91 w 15"/>
                <a:gd name="T5" fmla="*/ 204 h 31"/>
                <a:gd name="T6" fmla="*/ 97 w 15"/>
                <a:gd name="T7" fmla="*/ 105 h 31"/>
                <a:gd name="T8" fmla="*/ 91 w 15"/>
                <a:gd name="T9" fmla="*/ 6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1">
                  <a:moveTo>
                    <a:pt x="3" y="0"/>
                  </a:moveTo>
                  <a:cubicBezTo>
                    <a:pt x="0" y="2"/>
                    <a:pt x="5" y="13"/>
                    <a:pt x="6" y="15"/>
                  </a:cubicBezTo>
                  <a:cubicBezTo>
                    <a:pt x="8" y="21"/>
                    <a:pt x="11" y="26"/>
                    <a:pt x="14" y="31"/>
                  </a:cubicBezTo>
                  <a:cubicBezTo>
                    <a:pt x="15" y="26"/>
                    <a:pt x="14" y="21"/>
                    <a:pt x="15" y="16"/>
                  </a:cubicBezTo>
                  <a:cubicBezTo>
                    <a:pt x="15" y="13"/>
                    <a:pt x="15" y="11"/>
                    <a:pt x="14" y="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70" name="Freeform 1749">
              <a:extLst>
                <a:ext uri="{FF2B5EF4-FFF2-40B4-BE49-F238E27FC236}">
                  <a16:creationId xmlns:a16="http://schemas.microsoft.com/office/drawing/2014/main" id="{0214EBD3-0310-4362-AC98-283862D7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982"/>
              <a:ext cx="31" cy="86"/>
            </a:xfrm>
            <a:custGeom>
              <a:avLst/>
              <a:gdLst>
                <a:gd name="T0" fmla="*/ 24 w 17"/>
                <a:gd name="T1" fmla="*/ 0 h 46"/>
                <a:gd name="T2" fmla="*/ 44 w 17"/>
                <a:gd name="T3" fmla="*/ 32 h 46"/>
                <a:gd name="T4" fmla="*/ 86 w 17"/>
                <a:gd name="T5" fmla="*/ 129 h 46"/>
                <a:gd name="T6" fmla="*/ 97 w 17"/>
                <a:gd name="T7" fmla="*/ 249 h 46"/>
                <a:gd name="T8" fmla="*/ 86 w 17"/>
                <a:gd name="T9" fmla="*/ 301 h 46"/>
                <a:gd name="T10" fmla="*/ 80 w 17"/>
                <a:gd name="T11" fmla="*/ 286 h 46"/>
                <a:gd name="T12" fmla="*/ 53 w 17"/>
                <a:gd name="T13" fmla="*/ 224 h 46"/>
                <a:gd name="T14" fmla="*/ 24 w 17"/>
                <a:gd name="T15" fmla="*/ 125 h 46"/>
                <a:gd name="T16" fmla="*/ 7 w 17"/>
                <a:gd name="T17" fmla="*/ 67 h 46"/>
                <a:gd name="T18" fmla="*/ 0 w 17"/>
                <a:gd name="T19" fmla="*/ 32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46">
                  <a:moveTo>
                    <a:pt x="4" y="0"/>
                  </a:moveTo>
                  <a:cubicBezTo>
                    <a:pt x="5" y="2"/>
                    <a:pt x="6" y="3"/>
                    <a:pt x="7" y="5"/>
                  </a:cubicBezTo>
                  <a:cubicBezTo>
                    <a:pt x="10" y="9"/>
                    <a:pt x="12" y="15"/>
                    <a:pt x="14" y="20"/>
                  </a:cubicBezTo>
                  <a:cubicBezTo>
                    <a:pt x="16" y="26"/>
                    <a:pt x="17" y="32"/>
                    <a:pt x="16" y="38"/>
                  </a:cubicBezTo>
                  <a:cubicBezTo>
                    <a:pt x="15" y="41"/>
                    <a:pt x="14" y="43"/>
                    <a:pt x="14" y="46"/>
                  </a:cubicBezTo>
                  <a:cubicBezTo>
                    <a:pt x="13" y="45"/>
                    <a:pt x="13" y="45"/>
                    <a:pt x="13" y="44"/>
                  </a:cubicBezTo>
                  <a:cubicBezTo>
                    <a:pt x="11" y="41"/>
                    <a:pt x="10" y="37"/>
                    <a:pt x="9" y="34"/>
                  </a:cubicBezTo>
                  <a:cubicBezTo>
                    <a:pt x="7" y="29"/>
                    <a:pt x="5" y="24"/>
                    <a:pt x="4" y="19"/>
                  </a:cubicBezTo>
                  <a:cubicBezTo>
                    <a:pt x="3" y="16"/>
                    <a:pt x="2" y="13"/>
                    <a:pt x="1" y="10"/>
                  </a:cubicBezTo>
                  <a:cubicBezTo>
                    <a:pt x="1" y="9"/>
                    <a:pt x="1" y="6"/>
                    <a:pt x="0" y="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71" name="Freeform 1750">
              <a:extLst>
                <a:ext uri="{FF2B5EF4-FFF2-40B4-BE49-F238E27FC236}">
                  <a16:creationId xmlns:a16="http://schemas.microsoft.com/office/drawing/2014/main" id="{7AE62B7D-C00E-4D28-A0D4-BE5354674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935"/>
              <a:ext cx="13" cy="73"/>
            </a:xfrm>
            <a:custGeom>
              <a:avLst/>
              <a:gdLst>
                <a:gd name="T0" fmla="*/ 0 w 7"/>
                <a:gd name="T1" fmla="*/ 0 h 39"/>
                <a:gd name="T2" fmla="*/ 20 w 7"/>
                <a:gd name="T3" fmla="*/ 39 h 39"/>
                <a:gd name="T4" fmla="*/ 45 w 7"/>
                <a:gd name="T5" fmla="*/ 137 h 39"/>
                <a:gd name="T6" fmla="*/ 37 w 7"/>
                <a:gd name="T7" fmla="*/ 225 h 39"/>
                <a:gd name="T8" fmla="*/ 37 w 7"/>
                <a:gd name="T9" fmla="*/ 25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9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  <a:cubicBezTo>
                    <a:pt x="5" y="11"/>
                    <a:pt x="6" y="16"/>
                    <a:pt x="7" y="21"/>
                  </a:cubicBezTo>
                  <a:cubicBezTo>
                    <a:pt x="7" y="26"/>
                    <a:pt x="6" y="30"/>
                    <a:pt x="6" y="34"/>
                  </a:cubicBezTo>
                  <a:cubicBezTo>
                    <a:pt x="6" y="35"/>
                    <a:pt x="6" y="39"/>
                    <a:pt x="6" y="3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72" name="Freeform 1751">
              <a:extLst>
                <a:ext uri="{FF2B5EF4-FFF2-40B4-BE49-F238E27FC236}">
                  <a16:creationId xmlns:a16="http://schemas.microsoft.com/office/drawing/2014/main" id="{CBF59BBC-2E22-4905-9A18-F6354A4EC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925"/>
              <a:ext cx="52" cy="60"/>
            </a:xfrm>
            <a:custGeom>
              <a:avLst/>
              <a:gdLst>
                <a:gd name="T0" fmla="*/ 0 w 28"/>
                <a:gd name="T1" fmla="*/ 0 h 32"/>
                <a:gd name="T2" fmla="*/ 52 w 28"/>
                <a:gd name="T3" fmla="*/ 92 h 32"/>
                <a:gd name="T4" fmla="*/ 121 w 28"/>
                <a:gd name="T5" fmla="*/ 186 h 32"/>
                <a:gd name="T6" fmla="*/ 156 w 28"/>
                <a:gd name="T7" fmla="*/ 204 h 32"/>
                <a:gd name="T8" fmla="*/ 180 w 28"/>
                <a:gd name="T9" fmla="*/ 21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2">
                  <a:moveTo>
                    <a:pt x="0" y="0"/>
                  </a:moveTo>
                  <a:cubicBezTo>
                    <a:pt x="2" y="5"/>
                    <a:pt x="5" y="9"/>
                    <a:pt x="8" y="14"/>
                  </a:cubicBezTo>
                  <a:cubicBezTo>
                    <a:pt x="11" y="19"/>
                    <a:pt x="14" y="25"/>
                    <a:pt x="19" y="28"/>
                  </a:cubicBezTo>
                  <a:cubicBezTo>
                    <a:pt x="21" y="29"/>
                    <a:pt x="23" y="30"/>
                    <a:pt x="24" y="31"/>
                  </a:cubicBezTo>
                  <a:cubicBezTo>
                    <a:pt x="25" y="31"/>
                    <a:pt x="27" y="31"/>
                    <a:pt x="28" y="3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73" name="Freeform 1752">
              <a:extLst>
                <a:ext uri="{FF2B5EF4-FFF2-40B4-BE49-F238E27FC236}">
                  <a16:creationId xmlns:a16="http://schemas.microsoft.com/office/drawing/2014/main" id="{F90FD9EC-83E0-4902-9639-CEC700958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972"/>
              <a:ext cx="15" cy="60"/>
            </a:xfrm>
            <a:custGeom>
              <a:avLst/>
              <a:gdLst>
                <a:gd name="T0" fmla="*/ 32 w 8"/>
                <a:gd name="T1" fmla="*/ 0 h 32"/>
                <a:gd name="T2" fmla="*/ 21 w 8"/>
                <a:gd name="T3" fmla="*/ 173 h 32"/>
                <a:gd name="T4" fmla="*/ 0 w 8"/>
                <a:gd name="T5" fmla="*/ 2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2">
                  <a:moveTo>
                    <a:pt x="5" y="0"/>
                  </a:moveTo>
                  <a:cubicBezTo>
                    <a:pt x="7" y="8"/>
                    <a:pt x="8" y="18"/>
                    <a:pt x="3" y="26"/>
                  </a:cubicBezTo>
                  <a:cubicBezTo>
                    <a:pt x="2" y="28"/>
                    <a:pt x="1" y="30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74" name="Freeform 1753">
              <a:extLst>
                <a:ext uri="{FF2B5EF4-FFF2-40B4-BE49-F238E27FC236}">
                  <a16:creationId xmlns:a16="http://schemas.microsoft.com/office/drawing/2014/main" id="{AD1457BE-4F4C-40FC-900E-9F4359831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023"/>
              <a:ext cx="41" cy="86"/>
            </a:xfrm>
            <a:custGeom>
              <a:avLst/>
              <a:gdLst>
                <a:gd name="T0" fmla="*/ 24 w 22"/>
                <a:gd name="T1" fmla="*/ 13 h 46"/>
                <a:gd name="T2" fmla="*/ 84 w 22"/>
                <a:gd name="T3" fmla="*/ 112 h 46"/>
                <a:gd name="T4" fmla="*/ 117 w 22"/>
                <a:gd name="T5" fmla="*/ 224 h 46"/>
                <a:gd name="T6" fmla="*/ 129 w 22"/>
                <a:gd name="T7" fmla="*/ 301 h 46"/>
                <a:gd name="T8" fmla="*/ 21 w 22"/>
                <a:gd name="T9" fmla="*/ 97 h 46"/>
                <a:gd name="T10" fmla="*/ 0 w 22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6">
                  <a:moveTo>
                    <a:pt x="4" y="2"/>
                  </a:moveTo>
                  <a:cubicBezTo>
                    <a:pt x="8" y="6"/>
                    <a:pt x="11" y="11"/>
                    <a:pt x="13" y="17"/>
                  </a:cubicBezTo>
                  <a:cubicBezTo>
                    <a:pt x="16" y="22"/>
                    <a:pt x="17" y="28"/>
                    <a:pt x="18" y="34"/>
                  </a:cubicBezTo>
                  <a:cubicBezTo>
                    <a:pt x="19" y="37"/>
                    <a:pt x="22" y="42"/>
                    <a:pt x="20" y="46"/>
                  </a:cubicBezTo>
                  <a:cubicBezTo>
                    <a:pt x="11" y="38"/>
                    <a:pt x="7" y="26"/>
                    <a:pt x="3" y="15"/>
                  </a:cubicBezTo>
                  <a:cubicBezTo>
                    <a:pt x="1" y="10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75" name="Freeform 1754">
              <a:extLst>
                <a:ext uri="{FF2B5EF4-FFF2-40B4-BE49-F238E27FC236}">
                  <a16:creationId xmlns:a16="http://schemas.microsoft.com/office/drawing/2014/main" id="{BD80E0CE-FEDC-4FAE-9738-19FA7BCCC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983"/>
              <a:ext cx="37" cy="81"/>
            </a:xfrm>
            <a:custGeom>
              <a:avLst/>
              <a:gdLst>
                <a:gd name="T0" fmla="*/ 126 w 20"/>
                <a:gd name="T1" fmla="*/ 288 h 43"/>
                <a:gd name="T2" fmla="*/ 7 w 20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3">
                  <a:moveTo>
                    <a:pt x="20" y="43"/>
                  </a:moveTo>
                  <a:cubicBezTo>
                    <a:pt x="8" y="34"/>
                    <a:pt x="0" y="1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76" name="Freeform 1755">
              <a:extLst>
                <a:ext uri="{FF2B5EF4-FFF2-40B4-BE49-F238E27FC236}">
                  <a16:creationId xmlns:a16="http://schemas.microsoft.com/office/drawing/2014/main" id="{48DBE5E2-3E5E-4979-8FF0-4308A6079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998"/>
              <a:ext cx="35" cy="51"/>
            </a:xfrm>
            <a:custGeom>
              <a:avLst/>
              <a:gdLst>
                <a:gd name="T0" fmla="*/ 7 w 19"/>
                <a:gd name="T1" fmla="*/ 0 h 27"/>
                <a:gd name="T2" fmla="*/ 61 w 19"/>
                <a:gd name="T3" fmla="*/ 121 h 27"/>
                <a:gd name="T4" fmla="*/ 118 w 19"/>
                <a:gd name="T5" fmla="*/ 1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1" y="0"/>
                  </a:moveTo>
                  <a:cubicBezTo>
                    <a:pt x="0" y="7"/>
                    <a:pt x="5" y="14"/>
                    <a:pt x="10" y="18"/>
                  </a:cubicBezTo>
                  <a:cubicBezTo>
                    <a:pt x="11" y="20"/>
                    <a:pt x="17" y="27"/>
                    <a:pt x="19" y="2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77" name="Freeform 1756">
              <a:extLst>
                <a:ext uri="{FF2B5EF4-FFF2-40B4-BE49-F238E27FC236}">
                  <a16:creationId xmlns:a16="http://schemas.microsoft.com/office/drawing/2014/main" id="{9EF31BA7-526B-4C34-930F-2511B3F0E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038"/>
              <a:ext cx="34" cy="75"/>
            </a:xfrm>
            <a:custGeom>
              <a:avLst/>
              <a:gdLst>
                <a:gd name="T0" fmla="*/ 0 w 18"/>
                <a:gd name="T1" fmla="*/ 0 h 40"/>
                <a:gd name="T2" fmla="*/ 108 w 18"/>
                <a:gd name="T3" fmla="*/ 264 h 40"/>
                <a:gd name="T4" fmla="*/ 108 w 18"/>
                <a:gd name="T5" fmla="*/ 9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0">
                  <a:moveTo>
                    <a:pt x="0" y="0"/>
                  </a:moveTo>
                  <a:cubicBezTo>
                    <a:pt x="2" y="14"/>
                    <a:pt x="9" y="27"/>
                    <a:pt x="16" y="40"/>
                  </a:cubicBezTo>
                  <a:cubicBezTo>
                    <a:pt x="14" y="31"/>
                    <a:pt x="18" y="23"/>
                    <a:pt x="16" y="1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78" name="Freeform 1757">
              <a:extLst>
                <a:ext uri="{FF2B5EF4-FFF2-40B4-BE49-F238E27FC236}">
                  <a16:creationId xmlns:a16="http://schemas.microsoft.com/office/drawing/2014/main" id="{5F359D0A-C10E-4BCE-AE7A-2E3FD9DC7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026"/>
              <a:ext cx="54" cy="75"/>
            </a:xfrm>
            <a:custGeom>
              <a:avLst/>
              <a:gdLst>
                <a:gd name="T0" fmla="*/ 7 w 29"/>
                <a:gd name="T1" fmla="*/ 0 h 40"/>
                <a:gd name="T2" fmla="*/ 121 w 29"/>
                <a:gd name="T3" fmla="*/ 204 h 40"/>
                <a:gd name="T4" fmla="*/ 188 w 29"/>
                <a:gd name="T5" fmla="*/ 26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0">
                  <a:moveTo>
                    <a:pt x="1" y="0"/>
                  </a:moveTo>
                  <a:cubicBezTo>
                    <a:pt x="0" y="10"/>
                    <a:pt x="12" y="24"/>
                    <a:pt x="19" y="31"/>
                  </a:cubicBezTo>
                  <a:cubicBezTo>
                    <a:pt x="22" y="34"/>
                    <a:pt x="25" y="37"/>
                    <a:pt x="29" y="4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79" name="Freeform 1758">
              <a:extLst>
                <a:ext uri="{FF2B5EF4-FFF2-40B4-BE49-F238E27FC236}">
                  <a16:creationId xmlns:a16="http://schemas.microsoft.com/office/drawing/2014/main" id="{EB6D0A40-6E46-433F-81DC-8CA910A6B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055"/>
              <a:ext cx="33" cy="108"/>
            </a:xfrm>
            <a:custGeom>
              <a:avLst/>
              <a:gdLst>
                <a:gd name="T0" fmla="*/ 7 w 18"/>
                <a:gd name="T1" fmla="*/ 0 h 58"/>
                <a:gd name="T2" fmla="*/ 57 w 18"/>
                <a:gd name="T3" fmla="*/ 76 h 58"/>
                <a:gd name="T4" fmla="*/ 97 w 18"/>
                <a:gd name="T5" fmla="*/ 188 h 58"/>
                <a:gd name="T6" fmla="*/ 97 w 18"/>
                <a:gd name="T7" fmla="*/ 374 h 58"/>
                <a:gd name="T8" fmla="*/ 61 w 18"/>
                <a:gd name="T9" fmla="*/ 298 h 58"/>
                <a:gd name="T10" fmla="*/ 24 w 18"/>
                <a:gd name="T11" fmla="*/ 166 h 58"/>
                <a:gd name="T12" fmla="*/ 0 w 18"/>
                <a:gd name="T13" fmla="*/ 45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8">
                  <a:moveTo>
                    <a:pt x="1" y="0"/>
                  </a:moveTo>
                  <a:cubicBezTo>
                    <a:pt x="3" y="4"/>
                    <a:pt x="6" y="7"/>
                    <a:pt x="9" y="12"/>
                  </a:cubicBezTo>
                  <a:cubicBezTo>
                    <a:pt x="11" y="17"/>
                    <a:pt x="14" y="23"/>
                    <a:pt x="16" y="29"/>
                  </a:cubicBezTo>
                  <a:cubicBezTo>
                    <a:pt x="18" y="37"/>
                    <a:pt x="18" y="49"/>
                    <a:pt x="16" y="58"/>
                  </a:cubicBezTo>
                  <a:cubicBezTo>
                    <a:pt x="15" y="54"/>
                    <a:pt x="12" y="50"/>
                    <a:pt x="10" y="46"/>
                  </a:cubicBezTo>
                  <a:cubicBezTo>
                    <a:pt x="7" y="40"/>
                    <a:pt x="5" y="33"/>
                    <a:pt x="4" y="26"/>
                  </a:cubicBezTo>
                  <a:cubicBezTo>
                    <a:pt x="2" y="19"/>
                    <a:pt x="1" y="13"/>
                    <a:pt x="0" y="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80" name="Freeform 1759">
              <a:extLst>
                <a:ext uri="{FF2B5EF4-FFF2-40B4-BE49-F238E27FC236}">
                  <a16:creationId xmlns:a16="http://schemas.microsoft.com/office/drawing/2014/main" id="{82C0ACAE-5DB0-4E7A-B26D-742BBB435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075"/>
              <a:ext cx="20" cy="62"/>
            </a:xfrm>
            <a:custGeom>
              <a:avLst/>
              <a:gdLst>
                <a:gd name="T0" fmla="*/ 0 w 11"/>
                <a:gd name="T1" fmla="*/ 0 h 33"/>
                <a:gd name="T2" fmla="*/ 53 w 11"/>
                <a:gd name="T3" fmla="*/ 92 h 33"/>
                <a:gd name="T4" fmla="*/ 53 w 11"/>
                <a:gd name="T5" fmla="*/ 218 h 33"/>
                <a:gd name="T6" fmla="*/ 7 w 11"/>
                <a:gd name="T7" fmla="*/ 14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3">
                  <a:moveTo>
                    <a:pt x="0" y="0"/>
                  </a:moveTo>
                  <a:cubicBezTo>
                    <a:pt x="3" y="5"/>
                    <a:pt x="7" y="9"/>
                    <a:pt x="9" y="14"/>
                  </a:cubicBezTo>
                  <a:cubicBezTo>
                    <a:pt x="11" y="21"/>
                    <a:pt x="9" y="27"/>
                    <a:pt x="9" y="33"/>
                  </a:cubicBezTo>
                  <a:cubicBezTo>
                    <a:pt x="7" y="30"/>
                    <a:pt x="5" y="24"/>
                    <a:pt x="1" y="2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81" name="Freeform 1760">
              <a:extLst>
                <a:ext uri="{FF2B5EF4-FFF2-40B4-BE49-F238E27FC236}">
                  <a16:creationId xmlns:a16="http://schemas.microsoft.com/office/drawing/2014/main" id="{6F0F94BC-73F5-4213-A736-58E7D66A4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105"/>
              <a:ext cx="49" cy="64"/>
            </a:xfrm>
            <a:custGeom>
              <a:avLst/>
              <a:gdLst>
                <a:gd name="T0" fmla="*/ 107 w 26"/>
                <a:gd name="T1" fmla="*/ 15 h 34"/>
                <a:gd name="T2" fmla="*/ 173 w 26"/>
                <a:gd name="T3" fmla="*/ 226 h 34"/>
                <a:gd name="T4" fmla="*/ 136 w 26"/>
                <a:gd name="T5" fmla="*/ 181 h 34"/>
                <a:gd name="T6" fmla="*/ 60 w 26"/>
                <a:gd name="T7" fmla="*/ 100 h 34"/>
                <a:gd name="T8" fmla="*/ 0 w 2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4">
                  <a:moveTo>
                    <a:pt x="16" y="2"/>
                  </a:moveTo>
                  <a:cubicBezTo>
                    <a:pt x="19" y="8"/>
                    <a:pt x="22" y="24"/>
                    <a:pt x="26" y="34"/>
                  </a:cubicBezTo>
                  <a:cubicBezTo>
                    <a:pt x="24" y="33"/>
                    <a:pt x="22" y="29"/>
                    <a:pt x="20" y="27"/>
                  </a:cubicBezTo>
                  <a:cubicBezTo>
                    <a:pt x="16" y="23"/>
                    <a:pt x="12" y="19"/>
                    <a:pt x="9" y="15"/>
                  </a:cubicBezTo>
                  <a:cubicBezTo>
                    <a:pt x="5" y="11"/>
                    <a:pt x="2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82" name="Freeform 1761">
              <a:extLst>
                <a:ext uri="{FF2B5EF4-FFF2-40B4-BE49-F238E27FC236}">
                  <a16:creationId xmlns:a16="http://schemas.microsoft.com/office/drawing/2014/main" id="{29BDFD5C-E926-4A6B-9D43-949C04ABB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107"/>
              <a:ext cx="41" cy="64"/>
            </a:xfrm>
            <a:custGeom>
              <a:avLst/>
              <a:gdLst>
                <a:gd name="T0" fmla="*/ 65 w 22"/>
                <a:gd name="T1" fmla="*/ 0 h 34"/>
                <a:gd name="T2" fmla="*/ 104 w 22"/>
                <a:gd name="T3" fmla="*/ 100 h 34"/>
                <a:gd name="T4" fmla="*/ 129 w 22"/>
                <a:gd name="T5" fmla="*/ 226 h 34"/>
                <a:gd name="T6" fmla="*/ 39 w 22"/>
                <a:gd name="T7" fmla="*/ 166 h 34"/>
                <a:gd name="T8" fmla="*/ 0 w 22"/>
                <a:gd name="T9" fmla="*/ 9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10" y="0"/>
                  </a:moveTo>
                  <a:cubicBezTo>
                    <a:pt x="13" y="5"/>
                    <a:pt x="14" y="10"/>
                    <a:pt x="16" y="15"/>
                  </a:cubicBezTo>
                  <a:cubicBezTo>
                    <a:pt x="18" y="20"/>
                    <a:pt x="22" y="29"/>
                    <a:pt x="20" y="34"/>
                  </a:cubicBezTo>
                  <a:cubicBezTo>
                    <a:pt x="17" y="30"/>
                    <a:pt x="10" y="29"/>
                    <a:pt x="6" y="25"/>
                  </a:cubicBezTo>
                  <a:cubicBezTo>
                    <a:pt x="3" y="22"/>
                    <a:pt x="2" y="17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83" name="Freeform 1762">
              <a:extLst>
                <a:ext uri="{FF2B5EF4-FFF2-40B4-BE49-F238E27FC236}">
                  <a16:creationId xmlns:a16="http://schemas.microsoft.com/office/drawing/2014/main" id="{8CE75303-CA70-4880-BF7A-AC6581158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167"/>
              <a:ext cx="26" cy="78"/>
            </a:xfrm>
            <a:custGeom>
              <a:avLst/>
              <a:gdLst>
                <a:gd name="T0" fmla="*/ 7 w 14"/>
                <a:gd name="T1" fmla="*/ 0 h 42"/>
                <a:gd name="T2" fmla="*/ 59 w 14"/>
                <a:gd name="T3" fmla="*/ 141 h 42"/>
                <a:gd name="T4" fmla="*/ 84 w 14"/>
                <a:gd name="T5" fmla="*/ 269 h 42"/>
                <a:gd name="T6" fmla="*/ 52 w 14"/>
                <a:gd name="T7" fmla="*/ 238 h 42"/>
                <a:gd name="T8" fmla="*/ 0 w 14"/>
                <a:gd name="T9" fmla="*/ 104 h 42"/>
                <a:gd name="T10" fmla="*/ 0 w 14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2">
                  <a:moveTo>
                    <a:pt x="1" y="0"/>
                  </a:moveTo>
                  <a:cubicBezTo>
                    <a:pt x="5" y="7"/>
                    <a:pt x="7" y="14"/>
                    <a:pt x="9" y="22"/>
                  </a:cubicBezTo>
                  <a:cubicBezTo>
                    <a:pt x="11" y="29"/>
                    <a:pt x="14" y="35"/>
                    <a:pt x="13" y="42"/>
                  </a:cubicBezTo>
                  <a:cubicBezTo>
                    <a:pt x="12" y="40"/>
                    <a:pt x="9" y="39"/>
                    <a:pt x="8" y="37"/>
                  </a:cubicBezTo>
                  <a:cubicBezTo>
                    <a:pt x="3" y="31"/>
                    <a:pt x="1" y="22"/>
                    <a:pt x="0" y="16"/>
                  </a:cubicBezTo>
                  <a:cubicBezTo>
                    <a:pt x="0" y="11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84" name="Freeform 1763">
              <a:extLst>
                <a:ext uri="{FF2B5EF4-FFF2-40B4-BE49-F238E27FC236}">
                  <a16:creationId xmlns:a16="http://schemas.microsoft.com/office/drawing/2014/main" id="{249689E9-F8F3-4FAA-A3DE-CF097D878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169"/>
              <a:ext cx="41" cy="61"/>
            </a:xfrm>
            <a:custGeom>
              <a:avLst/>
              <a:gdLst>
                <a:gd name="T0" fmla="*/ 0 w 22"/>
                <a:gd name="T1" fmla="*/ 0 h 33"/>
                <a:gd name="T2" fmla="*/ 84 w 22"/>
                <a:gd name="T3" fmla="*/ 157 h 33"/>
                <a:gd name="T4" fmla="*/ 142 w 22"/>
                <a:gd name="T5" fmla="*/ 20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0"/>
                  </a:moveTo>
                  <a:cubicBezTo>
                    <a:pt x="5" y="8"/>
                    <a:pt x="8" y="17"/>
                    <a:pt x="13" y="25"/>
                  </a:cubicBezTo>
                  <a:cubicBezTo>
                    <a:pt x="15" y="27"/>
                    <a:pt x="18" y="33"/>
                    <a:pt x="22" y="3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85" name="Freeform 1764">
              <a:extLst>
                <a:ext uri="{FF2B5EF4-FFF2-40B4-BE49-F238E27FC236}">
                  <a16:creationId xmlns:a16="http://schemas.microsoft.com/office/drawing/2014/main" id="{52A5A8B8-9061-4E8A-9E50-F4DEEC56A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154"/>
              <a:ext cx="50" cy="65"/>
            </a:xfrm>
            <a:custGeom>
              <a:avLst/>
              <a:gdLst>
                <a:gd name="T0" fmla="*/ 172 w 27"/>
                <a:gd name="T1" fmla="*/ 225 h 35"/>
                <a:gd name="T2" fmla="*/ 31 w 27"/>
                <a:gd name="T3" fmla="*/ 89 h 35"/>
                <a:gd name="T4" fmla="*/ 0 w 2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27" y="35"/>
                  </a:moveTo>
                  <a:cubicBezTo>
                    <a:pt x="18" y="31"/>
                    <a:pt x="9" y="23"/>
                    <a:pt x="5" y="14"/>
                  </a:cubicBezTo>
                  <a:cubicBezTo>
                    <a:pt x="3" y="9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86" name="Freeform 1765">
              <a:extLst>
                <a:ext uri="{FF2B5EF4-FFF2-40B4-BE49-F238E27FC236}">
                  <a16:creationId xmlns:a16="http://schemas.microsoft.com/office/drawing/2014/main" id="{1E25690F-29F1-4D1F-BE32-B3DFA4CCD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141"/>
              <a:ext cx="24" cy="93"/>
            </a:xfrm>
            <a:custGeom>
              <a:avLst/>
              <a:gdLst>
                <a:gd name="T0" fmla="*/ 13 w 13"/>
                <a:gd name="T1" fmla="*/ 0 h 50"/>
                <a:gd name="T2" fmla="*/ 37 w 13"/>
                <a:gd name="T3" fmla="*/ 45 h 50"/>
                <a:gd name="T4" fmla="*/ 61 w 13"/>
                <a:gd name="T5" fmla="*/ 141 h 50"/>
                <a:gd name="T6" fmla="*/ 68 w 13"/>
                <a:gd name="T7" fmla="*/ 322 h 50"/>
                <a:gd name="T8" fmla="*/ 44 w 13"/>
                <a:gd name="T9" fmla="*/ 270 h 50"/>
                <a:gd name="T10" fmla="*/ 20 w 13"/>
                <a:gd name="T11" fmla="*/ 180 h 50"/>
                <a:gd name="T12" fmla="*/ 0 w 13"/>
                <a:gd name="T13" fmla="*/ 65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0">
                  <a:moveTo>
                    <a:pt x="2" y="0"/>
                  </a:moveTo>
                  <a:cubicBezTo>
                    <a:pt x="3" y="2"/>
                    <a:pt x="5" y="4"/>
                    <a:pt x="6" y="7"/>
                  </a:cubicBezTo>
                  <a:cubicBezTo>
                    <a:pt x="8" y="12"/>
                    <a:pt x="9" y="17"/>
                    <a:pt x="10" y="22"/>
                  </a:cubicBezTo>
                  <a:cubicBezTo>
                    <a:pt x="12" y="31"/>
                    <a:pt x="13" y="41"/>
                    <a:pt x="11" y="50"/>
                  </a:cubicBezTo>
                  <a:cubicBezTo>
                    <a:pt x="9" y="48"/>
                    <a:pt x="8" y="44"/>
                    <a:pt x="7" y="42"/>
                  </a:cubicBezTo>
                  <a:cubicBezTo>
                    <a:pt x="6" y="37"/>
                    <a:pt x="4" y="33"/>
                    <a:pt x="3" y="28"/>
                  </a:cubicBezTo>
                  <a:cubicBezTo>
                    <a:pt x="1" y="22"/>
                    <a:pt x="1" y="16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87" name="Freeform 1766">
              <a:extLst>
                <a:ext uri="{FF2B5EF4-FFF2-40B4-BE49-F238E27FC236}">
                  <a16:creationId xmlns:a16="http://schemas.microsoft.com/office/drawing/2014/main" id="{4A398C85-AAD1-4122-96E5-02C0B277F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171"/>
              <a:ext cx="26" cy="56"/>
            </a:xfrm>
            <a:custGeom>
              <a:avLst/>
              <a:gdLst>
                <a:gd name="T0" fmla="*/ 45 w 14"/>
                <a:gd name="T1" fmla="*/ 0 h 30"/>
                <a:gd name="T2" fmla="*/ 59 w 14"/>
                <a:gd name="T3" fmla="*/ 196 h 30"/>
                <a:gd name="T4" fmla="*/ 0 w 14"/>
                <a:gd name="T5" fmla="*/ 7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7" y="0"/>
                  </a:moveTo>
                  <a:cubicBezTo>
                    <a:pt x="10" y="8"/>
                    <a:pt x="14" y="22"/>
                    <a:pt x="9" y="30"/>
                  </a:cubicBezTo>
                  <a:cubicBezTo>
                    <a:pt x="8" y="24"/>
                    <a:pt x="3" y="16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88" name="Freeform 1767">
              <a:extLst>
                <a:ext uri="{FF2B5EF4-FFF2-40B4-BE49-F238E27FC236}">
                  <a16:creationId xmlns:a16="http://schemas.microsoft.com/office/drawing/2014/main" id="{325CFA4C-0F8A-4644-964B-B0ABC111C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489"/>
              <a:ext cx="59" cy="33"/>
            </a:xfrm>
            <a:custGeom>
              <a:avLst/>
              <a:gdLst>
                <a:gd name="T0" fmla="*/ 61 w 32"/>
                <a:gd name="T1" fmla="*/ 13 h 18"/>
                <a:gd name="T2" fmla="*/ 133 w 32"/>
                <a:gd name="T3" fmla="*/ 51 h 18"/>
                <a:gd name="T4" fmla="*/ 181 w 32"/>
                <a:gd name="T5" fmla="*/ 88 h 18"/>
                <a:gd name="T6" fmla="*/ 201 w 32"/>
                <a:gd name="T7" fmla="*/ 112 h 18"/>
                <a:gd name="T8" fmla="*/ 164 w 32"/>
                <a:gd name="T9" fmla="*/ 105 h 18"/>
                <a:gd name="T10" fmla="*/ 61 w 32"/>
                <a:gd name="T11" fmla="*/ 57 h 18"/>
                <a:gd name="T12" fmla="*/ 0 w 32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8">
                  <a:moveTo>
                    <a:pt x="10" y="2"/>
                  </a:moveTo>
                  <a:cubicBezTo>
                    <a:pt x="14" y="2"/>
                    <a:pt x="18" y="6"/>
                    <a:pt x="21" y="8"/>
                  </a:cubicBezTo>
                  <a:cubicBezTo>
                    <a:pt x="24" y="10"/>
                    <a:pt x="26" y="12"/>
                    <a:pt x="29" y="14"/>
                  </a:cubicBezTo>
                  <a:cubicBezTo>
                    <a:pt x="29" y="15"/>
                    <a:pt x="32" y="16"/>
                    <a:pt x="32" y="18"/>
                  </a:cubicBezTo>
                  <a:cubicBezTo>
                    <a:pt x="30" y="17"/>
                    <a:pt x="28" y="17"/>
                    <a:pt x="26" y="17"/>
                  </a:cubicBezTo>
                  <a:cubicBezTo>
                    <a:pt x="20" y="16"/>
                    <a:pt x="15" y="12"/>
                    <a:pt x="10" y="9"/>
                  </a:cubicBezTo>
                  <a:cubicBezTo>
                    <a:pt x="6" y="7"/>
                    <a:pt x="3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89" name="Freeform 1768">
              <a:extLst>
                <a:ext uri="{FF2B5EF4-FFF2-40B4-BE49-F238E27FC236}">
                  <a16:creationId xmlns:a16="http://schemas.microsoft.com/office/drawing/2014/main" id="{4C2BCBBD-B0C5-4BD5-A25C-D98A7D548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537"/>
              <a:ext cx="67" cy="58"/>
            </a:xfrm>
            <a:custGeom>
              <a:avLst/>
              <a:gdLst>
                <a:gd name="T0" fmla="*/ 0 w 36"/>
                <a:gd name="T1" fmla="*/ 7 h 31"/>
                <a:gd name="T2" fmla="*/ 32 w 36"/>
                <a:gd name="T3" fmla="*/ 13 h 31"/>
                <a:gd name="T4" fmla="*/ 128 w 36"/>
                <a:gd name="T5" fmla="*/ 67 h 31"/>
                <a:gd name="T6" fmla="*/ 212 w 36"/>
                <a:gd name="T7" fmla="*/ 157 h 31"/>
                <a:gd name="T8" fmla="*/ 233 w 36"/>
                <a:gd name="T9" fmla="*/ 204 h 31"/>
                <a:gd name="T10" fmla="*/ 218 w 36"/>
                <a:gd name="T11" fmla="*/ 196 h 31"/>
                <a:gd name="T12" fmla="*/ 162 w 36"/>
                <a:gd name="T13" fmla="*/ 157 h 31"/>
                <a:gd name="T14" fmla="*/ 69 w 36"/>
                <a:gd name="T15" fmla="*/ 105 h 31"/>
                <a:gd name="T16" fmla="*/ 45 w 36"/>
                <a:gd name="T17" fmla="*/ 60 h 31"/>
                <a:gd name="T18" fmla="*/ 0 w 36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31">
                  <a:moveTo>
                    <a:pt x="0" y="1"/>
                  </a:moveTo>
                  <a:cubicBezTo>
                    <a:pt x="2" y="1"/>
                    <a:pt x="4" y="2"/>
                    <a:pt x="5" y="2"/>
                  </a:cubicBezTo>
                  <a:cubicBezTo>
                    <a:pt x="11" y="4"/>
                    <a:pt x="16" y="7"/>
                    <a:pt x="20" y="10"/>
                  </a:cubicBezTo>
                  <a:cubicBezTo>
                    <a:pt x="25" y="14"/>
                    <a:pt x="30" y="18"/>
                    <a:pt x="33" y="24"/>
                  </a:cubicBezTo>
                  <a:cubicBezTo>
                    <a:pt x="34" y="26"/>
                    <a:pt x="35" y="29"/>
                    <a:pt x="36" y="31"/>
                  </a:cubicBezTo>
                  <a:cubicBezTo>
                    <a:pt x="35" y="31"/>
                    <a:pt x="35" y="30"/>
                    <a:pt x="34" y="30"/>
                  </a:cubicBezTo>
                  <a:cubicBezTo>
                    <a:pt x="31" y="28"/>
                    <a:pt x="28" y="26"/>
                    <a:pt x="25" y="24"/>
                  </a:cubicBezTo>
                  <a:cubicBezTo>
                    <a:pt x="20" y="22"/>
                    <a:pt x="16" y="19"/>
                    <a:pt x="11" y="16"/>
                  </a:cubicBezTo>
                  <a:cubicBezTo>
                    <a:pt x="9" y="14"/>
                    <a:pt x="9" y="11"/>
                    <a:pt x="7" y="9"/>
                  </a:cubicBezTo>
                  <a:cubicBezTo>
                    <a:pt x="6" y="8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90" name="Freeform 1769">
              <a:extLst>
                <a:ext uri="{FF2B5EF4-FFF2-40B4-BE49-F238E27FC236}">
                  <a16:creationId xmlns:a16="http://schemas.microsoft.com/office/drawing/2014/main" id="{D995749D-5EBA-4A10-BE4E-B6F22ACEA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511"/>
              <a:ext cx="29" cy="53"/>
            </a:xfrm>
            <a:custGeom>
              <a:avLst/>
              <a:gdLst>
                <a:gd name="T0" fmla="*/ 0 w 16"/>
                <a:gd name="T1" fmla="*/ 0 h 28"/>
                <a:gd name="T2" fmla="*/ 89 w 16"/>
                <a:gd name="T3" fmla="*/ 144 h 28"/>
                <a:gd name="T4" fmla="*/ 96 w 16"/>
                <a:gd name="T5" fmla="*/ 18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7" y="5"/>
                    <a:pt x="14" y="12"/>
                    <a:pt x="15" y="21"/>
                  </a:cubicBezTo>
                  <a:cubicBezTo>
                    <a:pt x="15" y="24"/>
                    <a:pt x="16" y="26"/>
                    <a:pt x="16" y="2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91" name="Freeform 1770">
              <a:extLst>
                <a:ext uri="{FF2B5EF4-FFF2-40B4-BE49-F238E27FC236}">
                  <a16:creationId xmlns:a16="http://schemas.microsoft.com/office/drawing/2014/main" id="{445D4678-D4AE-4B25-86D1-1145D17B5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521"/>
              <a:ext cx="82" cy="48"/>
            </a:xfrm>
            <a:custGeom>
              <a:avLst/>
              <a:gdLst>
                <a:gd name="T0" fmla="*/ 24 w 44"/>
                <a:gd name="T1" fmla="*/ 0 h 26"/>
                <a:gd name="T2" fmla="*/ 136 w 44"/>
                <a:gd name="T3" fmla="*/ 44 h 26"/>
                <a:gd name="T4" fmla="*/ 226 w 44"/>
                <a:gd name="T5" fmla="*/ 105 h 26"/>
                <a:gd name="T6" fmla="*/ 285 w 44"/>
                <a:gd name="T7" fmla="*/ 164 h 26"/>
                <a:gd name="T8" fmla="*/ 76 w 44"/>
                <a:gd name="T9" fmla="*/ 76 h 26"/>
                <a:gd name="T10" fmla="*/ 0 w 44"/>
                <a:gd name="T11" fmla="*/ 13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6">
                  <a:moveTo>
                    <a:pt x="4" y="0"/>
                  </a:moveTo>
                  <a:cubicBezTo>
                    <a:pt x="10" y="2"/>
                    <a:pt x="16" y="4"/>
                    <a:pt x="21" y="7"/>
                  </a:cubicBezTo>
                  <a:cubicBezTo>
                    <a:pt x="26" y="10"/>
                    <a:pt x="30" y="14"/>
                    <a:pt x="35" y="17"/>
                  </a:cubicBezTo>
                  <a:cubicBezTo>
                    <a:pt x="38" y="20"/>
                    <a:pt x="43" y="22"/>
                    <a:pt x="44" y="26"/>
                  </a:cubicBezTo>
                  <a:cubicBezTo>
                    <a:pt x="32" y="26"/>
                    <a:pt x="21" y="18"/>
                    <a:pt x="12" y="12"/>
                  </a:cubicBezTo>
                  <a:cubicBezTo>
                    <a:pt x="7" y="9"/>
                    <a:pt x="4" y="6"/>
                    <a:pt x="0" y="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92" name="Freeform 1771">
              <a:extLst>
                <a:ext uri="{FF2B5EF4-FFF2-40B4-BE49-F238E27FC236}">
                  <a16:creationId xmlns:a16="http://schemas.microsoft.com/office/drawing/2014/main" id="{E9896860-0765-4177-ABE2-2368255A8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509"/>
              <a:ext cx="77" cy="42"/>
            </a:xfrm>
            <a:custGeom>
              <a:avLst/>
              <a:gdLst>
                <a:gd name="T0" fmla="*/ 272 w 41"/>
                <a:gd name="T1" fmla="*/ 153 h 22"/>
                <a:gd name="T2" fmla="*/ 0 w 4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2">
                  <a:moveTo>
                    <a:pt x="41" y="22"/>
                  </a:moveTo>
                  <a:cubicBezTo>
                    <a:pt x="26" y="22"/>
                    <a:pt x="8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93" name="Freeform 1772">
              <a:extLst>
                <a:ext uri="{FF2B5EF4-FFF2-40B4-BE49-F238E27FC236}">
                  <a16:creationId xmlns:a16="http://schemas.microsoft.com/office/drawing/2014/main" id="{B60693D8-6E9B-4B5B-BF1D-174AED9D7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30"/>
              <a:ext cx="56" cy="22"/>
            </a:xfrm>
            <a:custGeom>
              <a:avLst/>
              <a:gdLst>
                <a:gd name="T0" fmla="*/ 0 w 30"/>
                <a:gd name="T1" fmla="*/ 0 h 12"/>
                <a:gd name="T2" fmla="*/ 118 w 30"/>
                <a:gd name="T3" fmla="*/ 57 h 12"/>
                <a:gd name="T4" fmla="*/ 196 w 30"/>
                <a:gd name="T5" fmla="*/ 6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">
                  <a:moveTo>
                    <a:pt x="0" y="0"/>
                  </a:moveTo>
                  <a:cubicBezTo>
                    <a:pt x="3" y="6"/>
                    <a:pt x="12" y="8"/>
                    <a:pt x="18" y="9"/>
                  </a:cubicBezTo>
                  <a:cubicBezTo>
                    <a:pt x="20" y="10"/>
                    <a:pt x="28" y="12"/>
                    <a:pt x="30" y="1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94" name="Freeform 1773">
              <a:extLst>
                <a:ext uri="{FF2B5EF4-FFF2-40B4-BE49-F238E27FC236}">
                  <a16:creationId xmlns:a16="http://schemas.microsoft.com/office/drawing/2014/main" id="{9759468B-64F3-477D-9217-40227D6F5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549"/>
              <a:ext cx="69" cy="41"/>
            </a:xfrm>
            <a:custGeom>
              <a:avLst/>
              <a:gdLst>
                <a:gd name="T0" fmla="*/ 0 w 37"/>
                <a:gd name="T1" fmla="*/ 0 h 22"/>
                <a:gd name="T2" fmla="*/ 241 w 37"/>
                <a:gd name="T3" fmla="*/ 142 h 22"/>
                <a:gd name="T4" fmla="*/ 136 w 37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10" y="10"/>
                    <a:pt x="24" y="16"/>
                    <a:pt x="37" y="22"/>
                  </a:cubicBezTo>
                  <a:cubicBezTo>
                    <a:pt x="30" y="16"/>
                    <a:pt x="28" y="7"/>
                    <a:pt x="21" y="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95" name="Freeform 1774">
              <a:extLst>
                <a:ext uri="{FF2B5EF4-FFF2-40B4-BE49-F238E27FC236}">
                  <a16:creationId xmlns:a16="http://schemas.microsoft.com/office/drawing/2014/main" id="{A48F6B23-139C-4A4D-B274-EC819B887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558"/>
              <a:ext cx="86" cy="28"/>
            </a:xfrm>
            <a:custGeom>
              <a:avLst/>
              <a:gdLst>
                <a:gd name="T0" fmla="*/ 0 w 46"/>
                <a:gd name="T1" fmla="*/ 0 h 15"/>
                <a:gd name="T2" fmla="*/ 217 w 46"/>
                <a:gd name="T3" fmla="*/ 91 h 15"/>
                <a:gd name="T4" fmla="*/ 301 w 46"/>
                <a:gd name="T5" fmla="*/ 9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5">
                  <a:moveTo>
                    <a:pt x="0" y="0"/>
                  </a:moveTo>
                  <a:cubicBezTo>
                    <a:pt x="5" y="9"/>
                    <a:pt x="23" y="13"/>
                    <a:pt x="33" y="14"/>
                  </a:cubicBezTo>
                  <a:cubicBezTo>
                    <a:pt x="38" y="14"/>
                    <a:pt x="42" y="15"/>
                    <a:pt x="46" y="1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96" name="Freeform 1775">
              <a:extLst>
                <a:ext uri="{FF2B5EF4-FFF2-40B4-BE49-F238E27FC236}">
                  <a16:creationId xmlns:a16="http://schemas.microsoft.com/office/drawing/2014/main" id="{C56ED83F-1CF3-492A-91B1-DAA866027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584"/>
              <a:ext cx="90" cy="68"/>
            </a:xfrm>
            <a:custGeom>
              <a:avLst/>
              <a:gdLst>
                <a:gd name="T0" fmla="*/ 0 w 48"/>
                <a:gd name="T1" fmla="*/ 0 h 36"/>
                <a:gd name="T2" fmla="*/ 92 w 48"/>
                <a:gd name="T3" fmla="*/ 32 h 36"/>
                <a:gd name="T4" fmla="*/ 197 w 48"/>
                <a:gd name="T5" fmla="*/ 93 h 36"/>
                <a:gd name="T6" fmla="*/ 317 w 48"/>
                <a:gd name="T7" fmla="*/ 242 h 36"/>
                <a:gd name="T8" fmla="*/ 242 w 48"/>
                <a:gd name="T9" fmla="*/ 210 h 36"/>
                <a:gd name="T10" fmla="*/ 120 w 48"/>
                <a:gd name="T11" fmla="*/ 121 h 36"/>
                <a:gd name="T12" fmla="*/ 28 w 48"/>
                <a:gd name="T13" fmla="*/ 4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6">
                  <a:moveTo>
                    <a:pt x="0" y="0"/>
                  </a:moveTo>
                  <a:cubicBezTo>
                    <a:pt x="5" y="2"/>
                    <a:pt x="10" y="2"/>
                    <a:pt x="14" y="5"/>
                  </a:cubicBezTo>
                  <a:cubicBezTo>
                    <a:pt x="19" y="7"/>
                    <a:pt x="25" y="10"/>
                    <a:pt x="30" y="14"/>
                  </a:cubicBezTo>
                  <a:cubicBezTo>
                    <a:pt x="37" y="19"/>
                    <a:pt x="44" y="28"/>
                    <a:pt x="48" y="36"/>
                  </a:cubicBezTo>
                  <a:cubicBezTo>
                    <a:pt x="45" y="34"/>
                    <a:pt x="40" y="33"/>
                    <a:pt x="37" y="31"/>
                  </a:cubicBezTo>
                  <a:cubicBezTo>
                    <a:pt x="30" y="27"/>
                    <a:pt x="24" y="23"/>
                    <a:pt x="18" y="18"/>
                  </a:cubicBezTo>
                  <a:cubicBezTo>
                    <a:pt x="13" y="14"/>
                    <a:pt x="9" y="10"/>
                    <a:pt x="4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97" name="Freeform 1776">
              <a:extLst>
                <a:ext uri="{FF2B5EF4-FFF2-40B4-BE49-F238E27FC236}">
                  <a16:creationId xmlns:a16="http://schemas.microsoft.com/office/drawing/2014/main" id="{EB6310BF-EFE1-4729-BDC2-74CF84259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582"/>
              <a:ext cx="51" cy="42"/>
            </a:xfrm>
            <a:custGeom>
              <a:avLst/>
              <a:gdLst>
                <a:gd name="T0" fmla="*/ 0 w 27"/>
                <a:gd name="T1" fmla="*/ 0 h 22"/>
                <a:gd name="T2" fmla="*/ 100 w 27"/>
                <a:gd name="T3" fmla="*/ 48 h 22"/>
                <a:gd name="T4" fmla="*/ 181 w 27"/>
                <a:gd name="T5" fmla="*/ 153 h 22"/>
                <a:gd name="T6" fmla="*/ 93 w 27"/>
                <a:gd name="T7" fmla="*/ 1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2">
                  <a:moveTo>
                    <a:pt x="0" y="0"/>
                  </a:moveTo>
                  <a:cubicBezTo>
                    <a:pt x="5" y="3"/>
                    <a:pt x="10" y="3"/>
                    <a:pt x="15" y="7"/>
                  </a:cubicBezTo>
                  <a:cubicBezTo>
                    <a:pt x="21" y="11"/>
                    <a:pt x="23" y="17"/>
                    <a:pt x="27" y="22"/>
                  </a:cubicBezTo>
                  <a:cubicBezTo>
                    <a:pt x="24" y="21"/>
                    <a:pt x="18" y="17"/>
                    <a:pt x="14" y="1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98" name="Freeform 1777">
              <a:extLst>
                <a:ext uri="{FF2B5EF4-FFF2-40B4-BE49-F238E27FC236}">
                  <a16:creationId xmlns:a16="http://schemas.microsoft.com/office/drawing/2014/main" id="{1F7D74CE-DFB8-4693-AD44-6E13D3570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569"/>
              <a:ext cx="77" cy="38"/>
            </a:xfrm>
            <a:custGeom>
              <a:avLst/>
              <a:gdLst>
                <a:gd name="T0" fmla="*/ 92 w 41"/>
                <a:gd name="T1" fmla="*/ 0 h 20"/>
                <a:gd name="T2" fmla="*/ 272 w 41"/>
                <a:gd name="T3" fmla="*/ 129 h 20"/>
                <a:gd name="T4" fmla="*/ 218 w 41"/>
                <a:gd name="T5" fmla="*/ 124 h 20"/>
                <a:gd name="T6" fmla="*/ 105 w 41"/>
                <a:gd name="T7" fmla="*/ 105 h 20"/>
                <a:gd name="T8" fmla="*/ 0 w 41"/>
                <a:gd name="T9" fmla="*/ 5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0">
                  <a:moveTo>
                    <a:pt x="14" y="0"/>
                  </a:moveTo>
                  <a:cubicBezTo>
                    <a:pt x="20" y="3"/>
                    <a:pt x="32" y="14"/>
                    <a:pt x="41" y="19"/>
                  </a:cubicBezTo>
                  <a:cubicBezTo>
                    <a:pt x="39" y="20"/>
                    <a:pt x="35" y="18"/>
                    <a:pt x="33" y="18"/>
                  </a:cubicBezTo>
                  <a:cubicBezTo>
                    <a:pt x="27" y="17"/>
                    <a:pt x="22" y="16"/>
                    <a:pt x="16" y="15"/>
                  </a:cubicBezTo>
                  <a:cubicBezTo>
                    <a:pt x="10" y="14"/>
                    <a:pt x="5" y="12"/>
                    <a:pt x="0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99" name="Freeform 1778">
              <a:extLst>
                <a:ext uri="{FF2B5EF4-FFF2-40B4-BE49-F238E27FC236}">
                  <a16:creationId xmlns:a16="http://schemas.microsoft.com/office/drawing/2014/main" id="{10EFEDB7-E602-4F19-84A3-A976C05AA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588"/>
              <a:ext cx="54" cy="41"/>
            </a:xfrm>
            <a:custGeom>
              <a:avLst/>
              <a:gdLst>
                <a:gd name="T0" fmla="*/ 0 w 29"/>
                <a:gd name="T1" fmla="*/ 0 h 22"/>
                <a:gd name="T2" fmla="*/ 89 w 29"/>
                <a:gd name="T3" fmla="*/ 52 h 22"/>
                <a:gd name="T4" fmla="*/ 188 w 29"/>
                <a:gd name="T5" fmla="*/ 136 h 22"/>
                <a:gd name="T6" fmla="*/ 76 w 29"/>
                <a:gd name="T7" fmla="*/ 142 h 22"/>
                <a:gd name="T8" fmla="*/ 0 w 29"/>
                <a:gd name="T9" fmla="*/ 11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2">
                  <a:moveTo>
                    <a:pt x="0" y="0"/>
                  </a:moveTo>
                  <a:cubicBezTo>
                    <a:pt x="5" y="1"/>
                    <a:pt x="9" y="5"/>
                    <a:pt x="14" y="8"/>
                  </a:cubicBezTo>
                  <a:cubicBezTo>
                    <a:pt x="18" y="11"/>
                    <a:pt x="27" y="15"/>
                    <a:pt x="29" y="21"/>
                  </a:cubicBezTo>
                  <a:cubicBezTo>
                    <a:pt x="24" y="19"/>
                    <a:pt x="18" y="22"/>
                    <a:pt x="12" y="22"/>
                  </a:cubicBezTo>
                  <a:cubicBezTo>
                    <a:pt x="8" y="21"/>
                    <a:pt x="4" y="18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00" name="Freeform 1779">
              <a:extLst>
                <a:ext uri="{FF2B5EF4-FFF2-40B4-BE49-F238E27FC236}">
                  <a16:creationId xmlns:a16="http://schemas.microsoft.com/office/drawing/2014/main" id="{0412161C-8F1A-4512-B60A-99786F630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603"/>
              <a:ext cx="67" cy="49"/>
            </a:xfrm>
            <a:custGeom>
              <a:avLst/>
              <a:gdLst>
                <a:gd name="T0" fmla="*/ 7 w 36"/>
                <a:gd name="T1" fmla="*/ 0 h 26"/>
                <a:gd name="T2" fmla="*/ 136 w 36"/>
                <a:gd name="T3" fmla="*/ 89 h 26"/>
                <a:gd name="T4" fmla="*/ 233 w 36"/>
                <a:gd name="T5" fmla="*/ 173 h 26"/>
                <a:gd name="T6" fmla="*/ 181 w 36"/>
                <a:gd name="T7" fmla="*/ 168 h 26"/>
                <a:gd name="T8" fmla="*/ 65 w 36"/>
                <a:gd name="T9" fmla="*/ 89 h 26"/>
                <a:gd name="T10" fmla="*/ 0 w 36"/>
                <a:gd name="T11" fmla="*/ 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6">
                  <a:moveTo>
                    <a:pt x="1" y="0"/>
                  </a:moveTo>
                  <a:cubicBezTo>
                    <a:pt x="8" y="3"/>
                    <a:pt x="15" y="8"/>
                    <a:pt x="21" y="13"/>
                  </a:cubicBezTo>
                  <a:cubicBezTo>
                    <a:pt x="26" y="17"/>
                    <a:pt x="33" y="20"/>
                    <a:pt x="36" y="26"/>
                  </a:cubicBezTo>
                  <a:cubicBezTo>
                    <a:pt x="34" y="26"/>
                    <a:pt x="31" y="26"/>
                    <a:pt x="28" y="25"/>
                  </a:cubicBezTo>
                  <a:cubicBezTo>
                    <a:pt x="22" y="24"/>
                    <a:pt x="15" y="18"/>
                    <a:pt x="10" y="13"/>
                  </a:cubicBezTo>
                  <a:cubicBezTo>
                    <a:pt x="6" y="10"/>
                    <a:pt x="4" y="3"/>
                    <a:pt x="0" y="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01" name="Freeform 1780">
              <a:extLst>
                <a:ext uri="{FF2B5EF4-FFF2-40B4-BE49-F238E27FC236}">
                  <a16:creationId xmlns:a16="http://schemas.microsoft.com/office/drawing/2014/main" id="{7D6B0FB1-AB81-4B6A-8E62-2767E5DA1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624"/>
              <a:ext cx="69" cy="29"/>
            </a:xfrm>
            <a:custGeom>
              <a:avLst/>
              <a:gdLst>
                <a:gd name="T0" fmla="*/ 0 w 37"/>
                <a:gd name="T1" fmla="*/ 0 h 16"/>
                <a:gd name="T2" fmla="*/ 164 w 37"/>
                <a:gd name="T3" fmla="*/ 73 h 16"/>
                <a:gd name="T4" fmla="*/ 241 w 37"/>
                <a:gd name="T5" fmla="*/ 8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9" y="4"/>
                    <a:pt x="16" y="9"/>
                    <a:pt x="25" y="12"/>
                  </a:cubicBezTo>
                  <a:cubicBezTo>
                    <a:pt x="28" y="13"/>
                    <a:pt x="35" y="16"/>
                    <a:pt x="37" y="1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02" name="Freeform 1781">
              <a:extLst>
                <a:ext uri="{FF2B5EF4-FFF2-40B4-BE49-F238E27FC236}">
                  <a16:creationId xmlns:a16="http://schemas.microsoft.com/office/drawing/2014/main" id="{F07E511D-864F-4135-AC01-407B31A1E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629"/>
              <a:ext cx="81" cy="24"/>
            </a:xfrm>
            <a:custGeom>
              <a:avLst/>
              <a:gdLst>
                <a:gd name="T0" fmla="*/ 288 w 43"/>
                <a:gd name="T1" fmla="*/ 68 h 13"/>
                <a:gd name="T2" fmla="*/ 81 w 43"/>
                <a:gd name="T3" fmla="*/ 52 h 13"/>
                <a:gd name="T4" fmla="*/ 0 w 4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3">
                  <a:moveTo>
                    <a:pt x="43" y="11"/>
                  </a:moveTo>
                  <a:cubicBezTo>
                    <a:pt x="33" y="13"/>
                    <a:pt x="21" y="13"/>
                    <a:pt x="12" y="8"/>
                  </a:cubicBezTo>
                  <a:cubicBezTo>
                    <a:pt x="8" y="5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03" name="Freeform 1782">
              <a:extLst>
                <a:ext uri="{FF2B5EF4-FFF2-40B4-BE49-F238E27FC236}">
                  <a16:creationId xmlns:a16="http://schemas.microsoft.com/office/drawing/2014/main" id="{5105F1C0-8EB5-4F85-AAF6-470597F38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633"/>
              <a:ext cx="69" cy="64"/>
            </a:xfrm>
            <a:custGeom>
              <a:avLst/>
              <a:gdLst>
                <a:gd name="T0" fmla="*/ 0 w 37"/>
                <a:gd name="T1" fmla="*/ 0 h 34"/>
                <a:gd name="T2" fmla="*/ 45 w 37"/>
                <a:gd name="T3" fmla="*/ 21 h 34"/>
                <a:gd name="T4" fmla="*/ 129 w 37"/>
                <a:gd name="T5" fmla="*/ 85 h 34"/>
                <a:gd name="T6" fmla="*/ 241 w 37"/>
                <a:gd name="T7" fmla="*/ 226 h 34"/>
                <a:gd name="T8" fmla="*/ 188 w 37"/>
                <a:gd name="T9" fmla="*/ 198 h 34"/>
                <a:gd name="T10" fmla="*/ 112 w 37"/>
                <a:gd name="T11" fmla="*/ 145 h 34"/>
                <a:gd name="T12" fmla="*/ 24 w 37"/>
                <a:gd name="T13" fmla="*/ 6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4">
                  <a:moveTo>
                    <a:pt x="0" y="0"/>
                  </a:moveTo>
                  <a:cubicBezTo>
                    <a:pt x="2" y="2"/>
                    <a:pt x="5" y="2"/>
                    <a:pt x="7" y="3"/>
                  </a:cubicBezTo>
                  <a:cubicBezTo>
                    <a:pt x="12" y="6"/>
                    <a:pt x="16" y="9"/>
                    <a:pt x="20" y="13"/>
                  </a:cubicBezTo>
                  <a:cubicBezTo>
                    <a:pt x="26" y="19"/>
                    <a:pt x="33" y="26"/>
                    <a:pt x="37" y="34"/>
                  </a:cubicBezTo>
                  <a:cubicBezTo>
                    <a:pt x="35" y="34"/>
                    <a:pt x="31" y="31"/>
                    <a:pt x="29" y="30"/>
                  </a:cubicBezTo>
                  <a:cubicBezTo>
                    <a:pt x="25" y="27"/>
                    <a:pt x="21" y="25"/>
                    <a:pt x="17" y="22"/>
                  </a:cubicBezTo>
                  <a:cubicBezTo>
                    <a:pt x="12" y="18"/>
                    <a:pt x="8" y="14"/>
                    <a:pt x="4" y="1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04" name="Freeform 1783">
              <a:extLst>
                <a:ext uri="{FF2B5EF4-FFF2-40B4-BE49-F238E27FC236}">
                  <a16:creationId xmlns:a16="http://schemas.microsoft.com/office/drawing/2014/main" id="{8621002E-1E41-406E-8439-0436CCBB1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639"/>
              <a:ext cx="38" cy="43"/>
            </a:xfrm>
            <a:custGeom>
              <a:avLst/>
              <a:gdLst>
                <a:gd name="T0" fmla="*/ 0 w 20"/>
                <a:gd name="T1" fmla="*/ 0 h 23"/>
                <a:gd name="T2" fmla="*/ 137 w 20"/>
                <a:gd name="T3" fmla="*/ 150 h 23"/>
                <a:gd name="T4" fmla="*/ 8 w 20"/>
                <a:gd name="T5" fmla="*/ 8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8" y="5"/>
                    <a:pt x="19" y="13"/>
                    <a:pt x="20" y="23"/>
                  </a:cubicBezTo>
                  <a:cubicBezTo>
                    <a:pt x="16" y="19"/>
                    <a:pt x="7" y="15"/>
                    <a:pt x="1" y="1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05" name="Freeform 1784">
              <a:extLst>
                <a:ext uri="{FF2B5EF4-FFF2-40B4-BE49-F238E27FC236}">
                  <a16:creationId xmlns:a16="http://schemas.microsoft.com/office/drawing/2014/main" id="{EBFDB44A-35F1-4916-88DF-418663E8B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216"/>
              <a:ext cx="49" cy="74"/>
            </a:xfrm>
            <a:custGeom>
              <a:avLst/>
              <a:gdLst>
                <a:gd name="T0" fmla="*/ 153 w 26"/>
                <a:gd name="T1" fmla="*/ 113 h 40"/>
                <a:gd name="T2" fmla="*/ 145 w 26"/>
                <a:gd name="T3" fmla="*/ 253 h 40"/>
                <a:gd name="T4" fmla="*/ 81 w 26"/>
                <a:gd name="T5" fmla="*/ 148 h 40"/>
                <a:gd name="T6" fmla="*/ 0 w 26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0">
                  <a:moveTo>
                    <a:pt x="23" y="18"/>
                  </a:moveTo>
                  <a:cubicBezTo>
                    <a:pt x="25" y="25"/>
                    <a:pt x="26" y="34"/>
                    <a:pt x="22" y="40"/>
                  </a:cubicBezTo>
                  <a:cubicBezTo>
                    <a:pt x="19" y="34"/>
                    <a:pt x="17" y="28"/>
                    <a:pt x="12" y="23"/>
                  </a:cubicBezTo>
                  <a:cubicBezTo>
                    <a:pt x="4" y="1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06" name="Freeform 1785">
              <a:extLst>
                <a:ext uri="{FF2B5EF4-FFF2-40B4-BE49-F238E27FC236}">
                  <a16:creationId xmlns:a16="http://schemas.microsoft.com/office/drawing/2014/main" id="{A401763F-D592-4FCF-A54E-0B326F9FE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274"/>
              <a:ext cx="24" cy="56"/>
            </a:xfrm>
            <a:custGeom>
              <a:avLst/>
              <a:gdLst>
                <a:gd name="T0" fmla="*/ 20 w 13"/>
                <a:gd name="T1" fmla="*/ 0 h 30"/>
                <a:gd name="T2" fmla="*/ 57 w 13"/>
                <a:gd name="T3" fmla="*/ 60 h 30"/>
                <a:gd name="T4" fmla="*/ 81 w 13"/>
                <a:gd name="T5" fmla="*/ 196 h 30"/>
                <a:gd name="T6" fmla="*/ 0 w 13"/>
                <a:gd name="T7" fmla="*/ 5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0">
                  <a:moveTo>
                    <a:pt x="3" y="0"/>
                  </a:moveTo>
                  <a:cubicBezTo>
                    <a:pt x="6" y="2"/>
                    <a:pt x="8" y="6"/>
                    <a:pt x="9" y="9"/>
                  </a:cubicBezTo>
                  <a:cubicBezTo>
                    <a:pt x="12" y="16"/>
                    <a:pt x="12" y="23"/>
                    <a:pt x="13" y="30"/>
                  </a:cubicBezTo>
                  <a:cubicBezTo>
                    <a:pt x="9" y="23"/>
                    <a:pt x="1" y="1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07" name="Freeform 1786">
              <a:extLst>
                <a:ext uri="{FF2B5EF4-FFF2-40B4-BE49-F238E27FC236}">
                  <a16:creationId xmlns:a16="http://schemas.microsoft.com/office/drawing/2014/main" id="{EE6ED5A8-186C-49DE-8BFC-81F966D21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277"/>
              <a:ext cx="24" cy="58"/>
            </a:xfrm>
            <a:custGeom>
              <a:avLst/>
              <a:gdLst>
                <a:gd name="T0" fmla="*/ 81 w 13"/>
                <a:gd name="T1" fmla="*/ 204 h 31"/>
                <a:gd name="T2" fmla="*/ 0 w 13"/>
                <a:gd name="T3" fmla="*/ 77 h 31"/>
                <a:gd name="T4" fmla="*/ 13 w 13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1">
                  <a:moveTo>
                    <a:pt x="13" y="31"/>
                  </a:moveTo>
                  <a:cubicBezTo>
                    <a:pt x="7" y="25"/>
                    <a:pt x="1" y="20"/>
                    <a:pt x="0" y="12"/>
                  </a:cubicBezTo>
                  <a:cubicBezTo>
                    <a:pt x="0" y="7"/>
                    <a:pt x="1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08" name="Freeform 1787">
              <a:extLst>
                <a:ext uri="{FF2B5EF4-FFF2-40B4-BE49-F238E27FC236}">
                  <a16:creationId xmlns:a16="http://schemas.microsoft.com/office/drawing/2014/main" id="{F8388416-46A8-4AFF-BD80-13F47C706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77"/>
              <a:ext cx="7" cy="70"/>
            </a:xfrm>
            <a:custGeom>
              <a:avLst/>
              <a:gdLst>
                <a:gd name="T0" fmla="*/ 0 w 4"/>
                <a:gd name="T1" fmla="*/ 0 h 37"/>
                <a:gd name="T2" fmla="*/ 7 w 4"/>
                <a:gd name="T3" fmla="*/ 61 h 37"/>
                <a:gd name="T4" fmla="*/ 21 w 4"/>
                <a:gd name="T5" fmla="*/ 161 h 37"/>
                <a:gd name="T6" fmla="*/ 16 w 4"/>
                <a:gd name="T7" fmla="*/ 25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7">
                  <a:moveTo>
                    <a:pt x="0" y="0"/>
                  </a:moveTo>
                  <a:cubicBezTo>
                    <a:pt x="0" y="2"/>
                    <a:pt x="0" y="7"/>
                    <a:pt x="1" y="9"/>
                  </a:cubicBezTo>
                  <a:cubicBezTo>
                    <a:pt x="3" y="14"/>
                    <a:pt x="4" y="19"/>
                    <a:pt x="4" y="24"/>
                  </a:cubicBezTo>
                  <a:cubicBezTo>
                    <a:pt x="4" y="28"/>
                    <a:pt x="3" y="33"/>
                    <a:pt x="3" y="3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09" name="Freeform 1788">
              <a:extLst>
                <a:ext uri="{FF2B5EF4-FFF2-40B4-BE49-F238E27FC236}">
                  <a16:creationId xmlns:a16="http://schemas.microsoft.com/office/drawing/2014/main" id="{89DDBCCE-4C7E-494B-9F18-5CED153E8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236"/>
              <a:ext cx="52" cy="99"/>
            </a:xfrm>
            <a:custGeom>
              <a:avLst/>
              <a:gdLst>
                <a:gd name="T0" fmla="*/ 180 w 28"/>
                <a:gd name="T1" fmla="*/ 346 h 53"/>
                <a:gd name="T2" fmla="*/ 158 w 28"/>
                <a:gd name="T3" fmla="*/ 338 h 53"/>
                <a:gd name="T4" fmla="*/ 128 w 28"/>
                <a:gd name="T5" fmla="*/ 321 h 53"/>
                <a:gd name="T6" fmla="*/ 65 w 28"/>
                <a:gd name="T7" fmla="*/ 224 h 53"/>
                <a:gd name="T8" fmla="*/ 20 w 28"/>
                <a:gd name="T9" fmla="*/ 129 h 53"/>
                <a:gd name="T10" fmla="*/ 32 w 2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3">
                  <a:moveTo>
                    <a:pt x="28" y="53"/>
                  </a:moveTo>
                  <a:cubicBezTo>
                    <a:pt x="27" y="52"/>
                    <a:pt x="26" y="52"/>
                    <a:pt x="25" y="52"/>
                  </a:cubicBezTo>
                  <a:cubicBezTo>
                    <a:pt x="24" y="51"/>
                    <a:pt x="22" y="50"/>
                    <a:pt x="20" y="49"/>
                  </a:cubicBezTo>
                  <a:cubicBezTo>
                    <a:pt x="15" y="46"/>
                    <a:pt x="13" y="39"/>
                    <a:pt x="10" y="34"/>
                  </a:cubicBezTo>
                  <a:cubicBezTo>
                    <a:pt x="7" y="29"/>
                    <a:pt x="4" y="25"/>
                    <a:pt x="3" y="20"/>
                  </a:cubicBezTo>
                  <a:cubicBezTo>
                    <a:pt x="0" y="10"/>
                    <a:pt x="5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10" name="Freeform 1789">
              <a:extLst>
                <a:ext uri="{FF2B5EF4-FFF2-40B4-BE49-F238E27FC236}">
                  <a16:creationId xmlns:a16="http://schemas.microsoft.com/office/drawing/2014/main" id="{F7298FCD-8CB0-4863-B67F-0EDEBB29A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227"/>
              <a:ext cx="8" cy="33"/>
            </a:xfrm>
            <a:custGeom>
              <a:avLst/>
              <a:gdLst>
                <a:gd name="T0" fmla="*/ 0 w 4"/>
                <a:gd name="T1" fmla="*/ 0 h 18"/>
                <a:gd name="T2" fmla="*/ 32 w 4"/>
                <a:gd name="T3" fmla="*/ 1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3" y="9"/>
                    <a:pt x="4" y="18"/>
                    <a:pt x="4" y="1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11" name="Freeform 1790">
              <a:extLst>
                <a:ext uri="{FF2B5EF4-FFF2-40B4-BE49-F238E27FC236}">
                  <a16:creationId xmlns:a16="http://schemas.microsoft.com/office/drawing/2014/main" id="{529E7F71-3E1E-4C19-A0D7-E851B67A3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225"/>
              <a:ext cx="30" cy="60"/>
            </a:xfrm>
            <a:custGeom>
              <a:avLst/>
              <a:gdLst>
                <a:gd name="T0" fmla="*/ 105 w 16"/>
                <a:gd name="T1" fmla="*/ 212 h 32"/>
                <a:gd name="T2" fmla="*/ 0 w 1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16" y="32"/>
                  </a:moveTo>
                  <a:cubicBezTo>
                    <a:pt x="8" y="21"/>
                    <a:pt x="1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12" name="Freeform 1791">
              <a:extLst>
                <a:ext uri="{FF2B5EF4-FFF2-40B4-BE49-F238E27FC236}">
                  <a16:creationId xmlns:a16="http://schemas.microsoft.com/office/drawing/2014/main" id="{412F86C9-D536-489A-80D6-667216EE1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438"/>
              <a:ext cx="39" cy="60"/>
            </a:xfrm>
            <a:custGeom>
              <a:avLst/>
              <a:gdLst>
                <a:gd name="T0" fmla="*/ 7 w 21"/>
                <a:gd name="T1" fmla="*/ 8 h 32"/>
                <a:gd name="T2" fmla="*/ 104 w 21"/>
                <a:gd name="T3" fmla="*/ 212 h 32"/>
                <a:gd name="T4" fmla="*/ 113 w 2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2">
                  <a:moveTo>
                    <a:pt x="1" y="1"/>
                  </a:moveTo>
                  <a:cubicBezTo>
                    <a:pt x="0" y="12"/>
                    <a:pt x="9" y="24"/>
                    <a:pt x="16" y="32"/>
                  </a:cubicBezTo>
                  <a:cubicBezTo>
                    <a:pt x="14" y="21"/>
                    <a:pt x="21" y="11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13" name="Freeform 1792">
              <a:extLst>
                <a:ext uri="{FF2B5EF4-FFF2-40B4-BE49-F238E27FC236}">
                  <a16:creationId xmlns:a16="http://schemas.microsoft.com/office/drawing/2014/main" id="{7C82D956-7DFE-4EE7-9B8E-DFF251116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436"/>
              <a:ext cx="49" cy="50"/>
            </a:xfrm>
            <a:custGeom>
              <a:avLst/>
              <a:gdLst>
                <a:gd name="T0" fmla="*/ 0 w 26"/>
                <a:gd name="T1" fmla="*/ 0 h 27"/>
                <a:gd name="T2" fmla="*/ 173 w 26"/>
                <a:gd name="T3" fmla="*/ 17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2" y="14"/>
                    <a:pt x="15" y="21"/>
                    <a:pt x="26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14" name="Freeform 1793">
              <a:extLst>
                <a:ext uri="{FF2B5EF4-FFF2-40B4-BE49-F238E27FC236}">
                  <a16:creationId xmlns:a16="http://schemas.microsoft.com/office/drawing/2014/main" id="{55DE20BA-5A38-4EC1-8ADB-00425AD37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438"/>
              <a:ext cx="15" cy="30"/>
            </a:xfrm>
            <a:custGeom>
              <a:avLst/>
              <a:gdLst>
                <a:gd name="T0" fmla="*/ 53 w 8"/>
                <a:gd name="T1" fmla="*/ 0 h 16"/>
                <a:gd name="T2" fmla="*/ 0 w 8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7" y="6"/>
                    <a:pt x="3" y="10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15" name="Freeform 1794">
              <a:extLst>
                <a:ext uri="{FF2B5EF4-FFF2-40B4-BE49-F238E27FC236}">
                  <a16:creationId xmlns:a16="http://schemas.microsoft.com/office/drawing/2014/main" id="{0BD422E1-4BFC-45F5-9A5F-0CEE7E1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447"/>
              <a:ext cx="13" cy="110"/>
            </a:xfrm>
            <a:custGeom>
              <a:avLst/>
              <a:gdLst>
                <a:gd name="T0" fmla="*/ 24 w 7"/>
                <a:gd name="T1" fmla="*/ 382 h 59"/>
                <a:gd name="T2" fmla="*/ 37 w 7"/>
                <a:gd name="T3" fmla="*/ 121 h 59"/>
                <a:gd name="T4" fmla="*/ 0 w 7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9">
                  <a:moveTo>
                    <a:pt x="4" y="59"/>
                  </a:moveTo>
                  <a:cubicBezTo>
                    <a:pt x="6" y="47"/>
                    <a:pt x="6" y="32"/>
                    <a:pt x="6" y="19"/>
                  </a:cubicBezTo>
                  <a:cubicBezTo>
                    <a:pt x="7" y="11"/>
                    <a:pt x="2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16" name="Freeform 1795">
              <a:extLst>
                <a:ext uri="{FF2B5EF4-FFF2-40B4-BE49-F238E27FC236}">
                  <a16:creationId xmlns:a16="http://schemas.microsoft.com/office/drawing/2014/main" id="{FD7E1AE5-D157-4364-8233-91FBCA145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524"/>
              <a:ext cx="19" cy="101"/>
            </a:xfrm>
            <a:custGeom>
              <a:avLst/>
              <a:gdLst>
                <a:gd name="T0" fmla="*/ 0 w 10"/>
                <a:gd name="T1" fmla="*/ 0 h 54"/>
                <a:gd name="T2" fmla="*/ 40 w 10"/>
                <a:gd name="T3" fmla="*/ 60 h 54"/>
                <a:gd name="T4" fmla="*/ 61 w 10"/>
                <a:gd name="T5" fmla="*/ 181 h 54"/>
                <a:gd name="T6" fmla="*/ 68 w 10"/>
                <a:gd name="T7" fmla="*/ 35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1" y="4"/>
                    <a:pt x="4" y="6"/>
                    <a:pt x="6" y="9"/>
                  </a:cubicBezTo>
                  <a:cubicBezTo>
                    <a:pt x="9" y="15"/>
                    <a:pt x="9" y="21"/>
                    <a:pt x="9" y="28"/>
                  </a:cubicBezTo>
                  <a:cubicBezTo>
                    <a:pt x="9" y="36"/>
                    <a:pt x="7" y="46"/>
                    <a:pt x="10" y="5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17" name="Freeform 1796">
              <a:extLst>
                <a:ext uri="{FF2B5EF4-FFF2-40B4-BE49-F238E27FC236}">
                  <a16:creationId xmlns:a16="http://schemas.microsoft.com/office/drawing/2014/main" id="{B9ED3A2D-E4A4-4F4B-81F5-8D7CDA8B1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473"/>
              <a:ext cx="12" cy="88"/>
            </a:xfrm>
            <a:custGeom>
              <a:avLst/>
              <a:gdLst>
                <a:gd name="T0" fmla="*/ 16 w 6"/>
                <a:gd name="T1" fmla="*/ 309 h 47"/>
                <a:gd name="T2" fmla="*/ 32 w 6"/>
                <a:gd name="T3" fmla="*/ 112 h 47"/>
                <a:gd name="T4" fmla="*/ 0 w 6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7">
                  <a:moveTo>
                    <a:pt x="2" y="47"/>
                  </a:moveTo>
                  <a:cubicBezTo>
                    <a:pt x="6" y="39"/>
                    <a:pt x="4" y="25"/>
                    <a:pt x="4" y="17"/>
                  </a:cubicBezTo>
                  <a:cubicBezTo>
                    <a:pt x="3" y="12"/>
                    <a:pt x="3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18" name="Freeform 1797">
              <a:extLst>
                <a:ext uri="{FF2B5EF4-FFF2-40B4-BE49-F238E27FC236}">
                  <a16:creationId xmlns:a16="http://schemas.microsoft.com/office/drawing/2014/main" id="{2F63FE1A-F5DC-40C4-8E61-E38E545DA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3479"/>
              <a:ext cx="54" cy="110"/>
            </a:xfrm>
            <a:custGeom>
              <a:avLst/>
              <a:gdLst>
                <a:gd name="T0" fmla="*/ 0 w 29"/>
                <a:gd name="T1" fmla="*/ 0 h 59"/>
                <a:gd name="T2" fmla="*/ 20 w 29"/>
                <a:gd name="T3" fmla="*/ 89 h 59"/>
                <a:gd name="T4" fmla="*/ 84 w 29"/>
                <a:gd name="T5" fmla="*/ 241 h 59"/>
                <a:gd name="T6" fmla="*/ 188 w 29"/>
                <a:gd name="T7" fmla="*/ 382 h 59"/>
                <a:gd name="T8" fmla="*/ 136 w 29"/>
                <a:gd name="T9" fmla="*/ 216 h 59"/>
                <a:gd name="T10" fmla="*/ 89 w 29"/>
                <a:gd name="T11" fmla="*/ 39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59">
                  <a:moveTo>
                    <a:pt x="0" y="0"/>
                  </a:moveTo>
                  <a:cubicBezTo>
                    <a:pt x="3" y="4"/>
                    <a:pt x="3" y="9"/>
                    <a:pt x="3" y="14"/>
                  </a:cubicBezTo>
                  <a:cubicBezTo>
                    <a:pt x="4" y="24"/>
                    <a:pt x="7" y="29"/>
                    <a:pt x="13" y="37"/>
                  </a:cubicBezTo>
                  <a:cubicBezTo>
                    <a:pt x="18" y="45"/>
                    <a:pt x="24" y="52"/>
                    <a:pt x="29" y="59"/>
                  </a:cubicBezTo>
                  <a:cubicBezTo>
                    <a:pt x="26" y="51"/>
                    <a:pt x="23" y="42"/>
                    <a:pt x="21" y="33"/>
                  </a:cubicBezTo>
                  <a:cubicBezTo>
                    <a:pt x="20" y="25"/>
                    <a:pt x="19" y="14"/>
                    <a:pt x="14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19" name="Freeform 1798">
              <a:extLst>
                <a:ext uri="{FF2B5EF4-FFF2-40B4-BE49-F238E27FC236}">
                  <a16:creationId xmlns:a16="http://schemas.microsoft.com/office/drawing/2014/main" id="{1090F599-2E3B-46EF-8F07-56F456462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578"/>
              <a:ext cx="65" cy="67"/>
            </a:xfrm>
            <a:custGeom>
              <a:avLst/>
              <a:gdLst>
                <a:gd name="T0" fmla="*/ 37 w 35"/>
                <a:gd name="T1" fmla="*/ 37 h 36"/>
                <a:gd name="T2" fmla="*/ 134 w 35"/>
                <a:gd name="T3" fmla="*/ 117 h 36"/>
                <a:gd name="T4" fmla="*/ 201 w 35"/>
                <a:gd name="T5" fmla="*/ 181 h 36"/>
                <a:gd name="T6" fmla="*/ 225 w 35"/>
                <a:gd name="T7" fmla="*/ 233 h 36"/>
                <a:gd name="T8" fmla="*/ 69 w 35"/>
                <a:gd name="T9" fmla="*/ 156 h 36"/>
                <a:gd name="T10" fmla="*/ 0 w 35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6">
                  <a:moveTo>
                    <a:pt x="6" y="6"/>
                  </a:moveTo>
                  <a:cubicBezTo>
                    <a:pt x="9" y="11"/>
                    <a:pt x="16" y="14"/>
                    <a:pt x="21" y="18"/>
                  </a:cubicBezTo>
                  <a:cubicBezTo>
                    <a:pt x="24" y="21"/>
                    <a:pt x="28" y="24"/>
                    <a:pt x="31" y="28"/>
                  </a:cubicBezTo>
                  <a:cubicBezTo>
                    <a:pt x="32" y="31"/>
                    <a:pt x="33" y="34"/>
                    <a:pt x="35" y="36"/>
                  </a:cubicBezTo>
                  <a:cubicBezTo>
                    <a:pt x="28" y="31"/>
                    <a:pt x="18" y="29"/>
                    <a:pt x="11" y="24"/>
                  </a:cubicBezTo>
                  <a:cubicBezTo>
                    <a:pt x="2" y="18"/>
                    <a:pt x="3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20" name="Freeform 1799">
              <a:extLst>
                <a:ext uri="{FF2B5EF4-FFF2-40B4-BE49-F238E27FC236}">
                  <a16:creationId xmlns:a16="http://schemas.microsoft.com/office/drawing/2014/main" id="{58DEE439-4C3C-4BBE-88E3-6231623FA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3692"/>
              <a:ext cx="71" cy="69"/>
            </a:xfrm>
            <a:custGeom>
              <a:avLst/>
              <a:gdLst>
                <a:gd name="T0" fmla="*/ 24 w 38"/>
                <a:gd name="T1" fmla="*/ 7 h 37"/>
                <a:gd name="T2" fmla="*/ 164 w 38"/>
                <a:gd name="T3" fmla="*/ 90 h 37"/>
                <a:gd name="T4" fmla="*/ 249 w 38"/>
                <a:gd name="T5" fmla="*/ 241 h 37"/>
                <a:gd name="T6" fmla="*/ 125 w 38"/>
                <a:gd name="T7" fmla="*/ 129 h 37"/>
                <a:gd name="T8" fmla="*/ 13 w 3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7">
                  <a:moveTo>
                    <a:pt x="4" y="1"/>
                  </a:moveTo>
                  <a:cubicBezTo>
                    <a:pt x="11" y="6"/>
                    <a:pt x="20" y="6"/>
                    <a:pt x="25" y="14"/>
                  </a:cubicBezTo>
                  <a:cubicBezTo>
                    <a:pt x="30" y="22"/>
                    <a:pt x="34" y="29"/>
                    <a:pt x="38" y="37"/>
                  </a:cubicBezTo>
                  <a:cubicBezTo>
                    <a:pt x="31" y="31"/>
                    <a:pt x="26" y="25"/>
                    <a:pt x="19" y="20"/>
                  </a:cubicBezTo>
                  <a:cubicBezTo>
                    <a:pt x="14" y="17"/>
                    <a:pt x="0" y="7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21" name="Freeform 1800">
              <a:extLst>
                <a:ext uri="{FF2B5EF4-FFF2-40B4-BE49-F238E27FC236}">
                  <a16:creationId xmlns:a16="http://schemas.microsoft.com/office/drawing/2014/main" id="{083B02C0-2263-47D5-8BCB-A792FC8DA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615"/>
              <a:ext cx="41" cy="72"/>
            </a:xfrm>
            <a:custGeom>
              <a:avLst/>
              <a:gdLst>
                <a:gd name="T0" fmla="*/ 89 w 22"/>
                <a:gd name="T1" fmla="*/ 53 h 38"/>
                <a:gd name="T2" fmla="*/ 117 w 22"/>
                <a:gd name="T3" fmla="*/ 121 h 38"/>
                <a:gd name="T4" fmla="*/ 142 w 22"/>
                <a:gd name="T5" fmla="*/ 258 h 38"/>
                <a:gd name="T6" fmla="*/ 45 w 22"/>
                <a:gd name="T7" fmla="*/ 108 h 38"/>
                <a:gd name="T8" fmla="*/ 7 w 22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8">
                  <a:moveTo>
                    <a:pt x="14" y="8"/>
                  </a:moveTo>
                  <a:cubicBezTo>
                    <a:pt x="15" y="12"/>
                    <a:pt x="18" y="15"/>
                    <a:pt x="18" y="18"/>
                  </a:cubicBezTo>
                  <a:cubicBezTo>
                    <a:pt x="20" y="25"/>
                    <a:pt x="20" y="32"/>
                    <a:pt x="22" y="38"/>
                  </a:cubicBezTo>
                  <a:cubicBezTo>
                    <a:pt x="17" y="31"/>
                    <a:pt x="11" y="24"/>
                    <a:pt x="7" y="16"/>
                  </a:cubicBezTo>
                  <a:cubicBezTo>
                    <a:pt x="4" y="11"/>
                    <a:pt x="0" y="7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22" name="Freeform 1801">
              <a:extLst>
                <a:ext uri="{FF2B5EF4-FFF2-40B4-BE49-F238E27FC236}">
                  <a16:creationId xmlns:a16="http://schemas.microsoft.com/office/drawing/2014/main" id="{A574EC06-6F02-44DC-A626-B60B30F5F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655"/>
              <a:ext cx="24" cy="41"/>
            </a:xfrm>
            <a:custGeom>
              <a:avLst/>
              <a:gdLst>
                <a:gd name="T0" fmla="*/ 0 w 13"/>
                <a:gd name="T1" fmla="*/ 0 h 22"/>
                <a:gd name="T2" fmla="*/ 81 w 13"/>
                <a:gd name="T3" fmla="*/ 14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6" y="8"/>
                    <a:pt x="12" y="13"/>
                    <a:pt x="13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23" name="Freeform 1802">
              <a:extLst>
                <a:ext uri="{FF2B5EF4-FFF2-40B4-BE49-F238E27FC236}">
                  <a16:creationId xmlns:a16="http://schemas.microsoft.com/office/drawing/2014/main" id="{F9BE4EF4-F434-4E17-8C3E-821A87E29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685"/>
              <a:ext cx="58" cy="52"/>
            </a:xfrm>
            <a:custGeom>
              <a:avLst/>
              <a:gdLst>
                <a:gd name="T0" fmla="*/ 0 w 31"/>
                <a:gd name="T1" fmla="*/ 0 h 28"/>
                <a:gd name="T2" fmla="*/ 120 w 31"/>
                <a:gd name="T3" fmla="*/ 156 h 28"/>
                <a:gd name="T4" fmla="*/ 204 w 31"/>
                <a:gd name="T5" fmla="*/ 16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8">
                  <a:moveTo>
                    <a:pt x="0" y="0"/>
                  </a:moveTo>
                  <a:cubicBezTo>
                    <a:pt x="1" y="12"/>
                    <a:pt x="8" y="19"/>
                    <a:pt x="18" y="24"/>
                  </a:cubicBezTo>
                  <a:cubicBezTo>
                    <a:pt x="22" y="26"/>
                    <a:pt x="27" y="28"/>
                    <a:pt x="31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24" name="Freeform 1803">
              <a:extLst>
                <a:ext uri="{FF2B5EF4-FFF2-40B4-BE49-F238E27FC236}">
                  <a16:creationId xmlns:a16="http://schemas.microsoft.com/office/drawing/2014/main" id="{E6851186-58F7-4D8B-B67A-674CD011F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544"/>
              <a:ext cx="13" cy="107"/>
            </a:xfrm>
            <a:custGeom>
              <a:avLst/>
              <a:gdLst>
                <a:gd name="T0" fmla="*/ 0 w 7"/>
                <a:gd name="T1" fmla="*/ 0 h 57"/>
                <a:gd name="T2" fmla="*/ 45 w 7"/>
                <a:gd name="T3" fmla="*/ 225 h 57"/>
                <a:gd name="T4" fmla="*/ 24 w 7"/>
                <a:gd name="T5" fmla="*/ 377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0" y="0"/>
                  </a:moveTo>
                  <a:cubicBezTo>
                    <a:pt x="6" y="11"/>
                    <a:pt x="7" y="22"/>
                    <a:pt x="7" y="34"/>
                  </a:cubicBezTo>
                  <a:cubicBezTo>
                    <a:pt x="6" y="41"/>
                    <a:pt x="3" y="49"/>
                    <a:pt x="4" y="5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25" name="Freeform 1804">
              <a:extLst>
                <a:ext uri="{FF2B5EF4-FFF2-40B4-BE49-F238E27FC236}">
                  <a16:creationId xmlns:a16="http://schemas.microsoft.com/office/drawing/2014/main" id="{51BC9E97-E972-4C99-A1B9-0931013EF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559"/>
              <a:ext cx="41" cy="64"/>
            </a:xfrm>
            <a:custGeom>
              <a:avLst/>
              <a:gdLst>
                <a:gd name="T0" fmla="*/ 0 w 22"/>
                <a:gd name="T1" fmla="*/ 0 h 34"/>
                <a:gd name="T2" fmla="*/ 52 w 22"/>
                <a:gd name="T3" fmla="*/ 152 h 34"/>
                <a:gd name="T4" fmla="*/ 142 w 22"/>
                <a:gd name="T5" fmla="*/ 22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0" y="8"/>
                    <a:pt x="2" y="18"/>
                    <a:pt x="8" y="23"/>
                  </a:cubicBezTo>
                  <a:cubicBezTo>
                    <a:pt x="11" y="28"/>
                    <a:pt x="18" y="30"/>
                    <a:pt x="22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26" name="Freeform 1805">
              <a:extLst>
                <a:ext uri="{FF2B5EF4-FFF2-40B4-BE49-F238E27FC236}">
                  <a16:creationId xmlns:a16="http://schemas.microsoft.com/office/drawing/2014/main" id="{8F36C391-BF5C-48F0-8ADA-2BF3BECA9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599"/>
              <a:ext cx="24" cy="106"/>
            </a:xfrm>
            <a:custGeom>
              <a:avLst/>
              <a:gdLst>
                <a:gd name="T0" fmla="*/ 0 w 13"/>
                <a:gd name="T1" fmla="*/ 0 h 57"/>
                <a:gd name="T2" fmla="*/ 76 w 13"/>
                <a:gd name="T3" fmla="*/ 193 h 57"/>
                <a:gd name="T4" fmla="*/ 76 w 13"/>
                <a:gd name="T5" fmla="*/ 36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7">
                  <a:moveTo>
                    <a:pt x="0" y="0"/>
                  </a:moveTo>
                  <a:cubicBezTo>
                    <a:pt x="4" y="9"/>
                    <a:pt x="11" y="19"/>
                    <a:pt x="12" y="30"/>
                  </a:cubicBezTo>
                  <a:cubicBezTo>
                    <a:pt x="13" y="39"/>
                    <a:pt x="12" y="48"/>
                    <a:pt x="12" y="5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27" name="Freeform 1806">
              <a:extLst>
                <a:ext uri="{FF2B5EF4-FFF2-40B4-BE49-F238E27FC236}">
                  <a16:creationId xmlns:a16="http://schemas.microsoft.com/office/drawing/2014/main" id="{E71105BA-99C1-46F2-94DF-CE254EF4F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638"/>
              <a:ext cx="54" cy="54"/>
            </a:xfrm>
            <a:custGeom>
              <a:avLst/>
              <a:gdLst>
                <a:gd name="T0" fmla="*/ 0 w 29"/>
                <a:gd name="T1" fmla="*/ 0 h 29"/>
                <a:gd name="T2" fmla="*/ 188 w 29"/>
                <a:gd name="T3" fmla="*/ 18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6" y="13"/>
                    <a:pt x="15" y="23"/>
                    <a:pt x="29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28" name="Freeform 1807">
              <a:extLst>
                <a:ext uri="{FF2B5EF4-FFF2-40B4-BE49-F238E27FC236}">
                  <a16:creationId xmlns:a16="http://schemas.microsoft.com/office/drawing/2014/main" id="{2CD62304-C98A-4FC9-B97B-A7F40CCA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674"/>
              <a:ext cx="36" cy="86"/>
            </a:xfrm>
            <a:custGeom>
              <a:avLst/>
              <a:gdLst>
                <a:gd name="T0" fmla="*/ 0 w 19"/>
                <a:gd name="T1" fmla="*/ 0 h 46"/>
                <a:gd name="T2" fmla="*/ 40 w 19"/>
                <a:gd name="T3" fmla="*/ 60 h 46"/>
                <a:gd name="T4" fmla="*/ 100 w 19"/>
                <a:gd name="T5" fmla="*/ 150 h 46"/>
                <a:gd name="T6" fmla="*/ 129 w 19"/>
                <a:gd name="T7" fmla="*/ 30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6">
                  <a:moveTo>
                    <a:pt x="0" y="0"/>
                  </a:moveTo>
                  <a:cubicBezTo>
                    <a:pt x="1" y="4"/>
                    <a:pt x="3" y="6"/>
                    <a:pt x="6" y="9"/>
                  </a:cubicBezTo>
                  <a:cubicBezTo>
                    <a:pt x="10" y="13"/>
                    <a:pt x="13" y="17"/>
                    <a:pt x="15" y="23"/>
                  </a:cubicBezTo>
                  <a:cubicBezTo>
                    <a:pt x="17" y="30"/>
                    <a:pt x="19" y="39"/>
                    <a:pt x="19" y="4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29" name="Freeform 1808">
              <a:extLst>
                <a:ext uri="{FF2B5EF4-FFF2-40B4-BE49-F238E27FC236}">
                  <a16:creationId xmlns:a16="http://schemas.microsoft.com/office/drawing/2014/main" id="{120ED911-ACBC-41C3-A571-F8CDED46A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722"/>
              <a:ext cx="59" cy="84"/>
            </a:xfrm>
            <a:custGeom>
              <a:avLst/>
              <a:gdLst>
                <a:gd name="T0" fmla="*/ 0 w 32"/>
                <a:gd name="T1" fmla="*/ 0 h 45"/>
                <a:gd name="T2" fmla="*/ 157 w 32"/>
                <a:gd name="T3" fmla="*/ 170 h 45"/>
                <a:gd name="T4" fmla="*/ 201 w 32"/>
                <a:gd name="T5" fmla="*/ 29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5">
                  <a:moveTo>
                    <a:pt x="0" y="0"/>
                  </a:moveTo>
                  <a:cubicBezTo>
                    <a:pt x="4" y="12"/>
                    <a:pt x="18" y="16"/>
                    <a:pt x="25" y="26"/>
                  </a:cubicBezTo>
                  <a:cubicBezTo>
                    <a:pt x="28" y="30"/>
                    <a:pt x="32" y="40"/>
                    <a:pt x="32" y="4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30" name="Freeform 1809">
              <a:extLst>
                <a:ext uri="{FF2B5EF4-FFF2-40B4-BE49-F238E27FC236}">
                  <a16:creationId xmlns:a16="http://schemas.microsoft.com/office/drawing/2014/main" id="{AF54BBF2-BA36-4F19-8435-249099E9D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3718"/>
              <a:ext cx="52" cy="14"/>
            </a:xfrm>
            <a:custGeom>
              <a:avLst/>
              <a:gdLst>
                <a:gd name="T0" fmla="*/ 0 w 28"/>
                <a:gd name="T1" fmla="*/ 0 h 7"/>
                <a:gd name="T2" fmla="*/ 180 w 28"/>
                <a:gd name="T3" fmla="*/ 4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0" y="0"/>
                  </a:moveTo>
                  <a:cubicBezTo>
                    <a:pt x="8" y="6"/>
                    <a:pt x="19" y="7"/>
                    <a:pt x="28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31" name="Freeform 1810">
              <a:extLst>
                <a:ext uri="{FF2B5EF4-FFF2-40B4-BE49-F238E27FC236}">
                  <a16:creationId xmlns:a16="http://schemas.microsoft.com/office/drawing/2014/main" id="{53890241-1352-4C54-BC2A-E546C1DDE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3752"/>
              <a:ext cx="78" cy="11"/>
            </a:xfrm>
            <a:custGeom>
              <a:avLst/>
              <a:gdLst>
                <a:gd name="T0" fmla="*/ 0 w 42"/>
                <a:gd name="T1" fmla="*/ 0 h 6"/>
                <a:gd name="T2" fmla="*/ 149 w 42"/>
                <a:gd name="T3" fmla="*/ 24 h 6"/>
                <a:gd name="T4" fmla="*/ 269 w 42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">
                  <a:moveTo>
                    <a:pt x="0" y="0"/>
                  </a:moveTo>
                  <a:cubicBezTo>
                    <a:pt x="7" y="3"/>
                    <a:pt x="15" y="4"/>
                    <a:pt x="23" y="4"/>
                  </a:cubicBezTo>
                  <a:cubicBezTo>
                    <a:pt x="28" y="4"/>
                    <a:pt x="37" y="6"/>
                    <a:pt x="42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32" name="Freeform 1811">
              <a:extLst>
                <a:ext uri="{FF2B5EF4-FFF2-40B4-BE49-F238E27FC236}">
                  <a16:creationId xmlns:a16="http://schemas.microsoft.com/office/drawing/2014/main" id="{DDA991A0-5BAC-4652-89F3-63748680B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438"/>
              <a:ext cx="49" cy="61"/>
            </a:xfrm>
            <a:custGeom>
              <a:avLst/>
              <a:gdLst>
                <a:gd name="T0" fmla="*/ 60 w 26"/>
                <a:gd name="T1" fmla="*/ 0 h 33"/>
                <a:gd name="T2" fmla="*/ 28 w 26"/>
                <a:gd name="T3" fmla="*/ 209 h 33"/>
                <a:gd name="T4" fmla="*/ 107 w 26"/>
                <a:gd name="T5" fmla="*/ 96 h 33"/>
                <a:gd name="T6" fmla="*/ 173 w 26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9" y="0"/>
                  </a:moveTo>
                  <a:cubicBezTo>
                    <a:pt x="3" y="8"/>
                    <a:pt x="0" y="24"/>
                    <a:pt x="4" y="33"/>
                  </a:cubicBezTo>
                  <a:cubicBezTo>
                    <a:pt x="7" y="26"/>
                    <a:pt x="9" y="21"/>
                    <a:pt x="16" y="15"/>
                  </a:cubicBezTo>
                  <a:cubicBezTo>
                    <a:pt x="20" y="11"/>
                    <a:pt x="25" y="7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33" name="Freeform 1812">
              <a:extLst>
                <a:ext uri="{FF2B5EF4-FFF2-40B4-BE49-F238E27FC236}">
                  <a16:creationId xmlns:a16="http://schemas.microsoft.com/office/drawing/2014/main" id="{703BA85F-EAF2-495E-A8A6-9B78DAFF2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451"/>
              <a:ext cx="23" cy="48"/>
            </a:xfrm>
            <a:custGeom>
              <a:avLst/>
              <a:gdLst>
                <a:gd name="T0" fmla="*/ 8 w 12"/>
                <a:gd name="T1" fmla="*/ 0 h 26"/>
                <a:gd name="T2" fmla="*/ 84 w 12"/>
                <a:gd name="T3" fmla="*/ 16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1" y="0"/>
                  </a:moveTo>
                  <a:cubicBezTo>
                    <a:pt x="0" y="10"/>
                    <a:pt x="10" y="17"/>
                    <a:pt x="12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34" name="Freeform 1813">
              <a:extLst>
                <a:ext uri="{FF2B5EF4-FFF2-40B4-BE49-F238E27FC236}">
                  <a16:creationId xmlns:a16="http://schemas.microsoft.com/office/drawing/2014/main" id="{381B4167-773F-41C6-B13A-08813D0AC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456"/>
              <a:ext cx="46" cy="105"/>
            </a:xfrm>
            <a:custGeom>
              <a:avLst/>
              <a:gdLst>
                <a:gd name="T0" fmla="*/ 44 w 25"/>
                <a:gd name="T1" fmla="*/ 144 h 56"/>
                <a:gd name="T2" fmla="*/ 20 w 25"/>
                <a:gd name="T3" fmla="*/ 369 h 56"/>
                <a:gd name="T4" fmla="*/ 125 w 25"/>
                <a:gd name="T5" fmla="*/ 165 h 56"/>
                <a:gd name="T6" fmla="*/ 149 w 25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6">
                  <a:moveTo>
                    <a:pt x="7" y="22"/>
                  </a:moveTo>
                  <a:cubicBezTo>
                    <a:pt x="3" y="34"/>
                    <a:pt x="0" y="44"/>
                    <a:pt x="3" y="56"/>
                  </a:cubicBezTo>
                  <a:cubicBezTo>
                    <a:pt x="4" y="43"/>
                    <a:pt x="15" y="37"/>
                    <a:pt x="20" y="25"/>
                  </a:cubicBezTo>
                  <a:cubicBezTo>
                    <a:pt x="22" y="19"/>
                    <a:pt x="25" y="7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35" name="Freeform 1814">
              <a:extLst>
                <a:ext uri="{FF2B5EF4-FFF2-40B4-BE49-F238E27FC236}">
                  <a16:creationId xmlns:a16="http://schemas.microsoft.com/office/drawing/2014/main" id="{72275C04-E03B-4A6E-A41D-65BD0EA8B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484"/>
              <a:ext cx="28" cy="94"/>
            </a:xfrm>
            <a:custGeom>
              <a:avLst/>
              <a:gdLst>
                <a:gd name="T0" fmla="*/ 24 w 15"/>
                <a:gd name="T1" fmla="*/ 0 h 50"/>
                <a:gd name="T2" fmla="*/ 65 w 15"/>
                <a:gd name="T3" fmla="*/ 212 h 50"/>
                <a:gd name="T4" fmla="*/ 84 w 15"/>
                <a:gd name="T5" fmla="*/ 333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0">
                  <a:moveTo>
                    <a:pt x="4" y="0"/>
                  </a:moveTo>
                  <a:cubicBezTo>
                    <a:pt x="0" y="9"/>
                    <a:pt x="8" y="24"/>
                    <a:pt x="10" y="32"/>
                  </a:cubicBezTo>
                  <a:cubicBezTo>
                    <a:pt x="12" y="37"/>
                    <a:pt x="15" y="47"/>
                    <a:pt x="13" y="5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36" name="Freeform 1815">
              <a:extLst>
                <a:ext uri="{FF2B5EF4-FFF2-40B4-BE49-F238E27FC236}">
                  <a16:creationId xmlns:a16="http://schemas.microsoft.com/office/drawing/2014/main" id="{3EE596AC-BD71-4AB4-A6E3-17A0D1350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537"/>
              <a:ext cx="47" cy="131"/>
            </a:xfrm>
            <a:custGeom>
              <a:avLst/>
              <a:gdLst>
                <a:gd name="T0" fmla="*/ 137 w 25"/>
                <a:gd name="T1" fmla="*/ 0 h 70"/>
                <a:gd name="T2" fmla="*/ 45 w 25"/>
                <a:gd name="T3" fmla="*/ 256 h 70"/>
                <a:gd name="T4" fmla="*/ 0 w 25"/>
                <a:gd name="T5" fmla="*/ 459 h 70"/>
                <a:gd name="T6" fmla="*/ 113 w 25"/>
                <a:gd name="T7" fmla="*/ 256 h 70"/>
                <a:gd name="T8" fmla="*/ 137 w 25"/>
                <a:gd name="T9" fmla="*/ 7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0">
                  <a:moveTo>
                    <a:pt x="21" y="0"/>
                  </a:moveTo>
                  <a:cubicBezTo>
                    <a:pt x="25" y="10"/>
                    <a:pt x="12" y="31"/>
                    <a:pt x="7" y="39"/>
                  </a:cubicBezTo>
                  <a:cubicBezTo>
                    <a:pt x="1" y="48"/>
                    <a:pt x="1" y="59"/>
                    <a:pt x="0" y="70"/>
                  </a:cubicBezTo>
                  <a:cubicBezTo>
                    <a:pt x="11" y="61"/>
                    <a:pt x="14" y="53"/>
                    <a:pt x="17" y="39"/>
                  </a:cubicBezTo>
                  <a:cubicBezTo>
                    <a:pt x="19" y="30"/>
                    <a:pt x="18" y="21"/>
                    <a:pt x="21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37" name="Freeform 1816">
              <a:extLst>
                <a:ext uri="{FF2B5EF4-FFF2-40B4-BE49-F238E27FC236}">
                  <a16:creationId xmlns:a16="http://schemas.microsoft.com/office/drawing/2014/main" id="{0DA4DEFB-EDB3-4446-B3DA-78749FE0F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3531"/>
              <a:ext cx="19" cy="113"/>
            </a:xfrm>
            <a:custGeom>
              <a:avLst/>
              <a:gdLst>
                <a:gd name="T0" fmla="*/ 55 w 10"/>
                <a:gd name="T1" fmla="*/ 0 h 60"/>
                <a:gd name="T2" fmla="*/ 36 w 10"/>
                <a:gd name="T3" fmla="*/ 121 h 60"/>
                <a:gd name="T4" fmla="*/ 0 w 10"/>
                <a:gd name="T5" fmla="*/ 266 h 60"/>
                <a:gd name="T6" fmla="*/ 21 w 10"/>
                <a:gd name="T7" fmla="*/ 401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0">
                  <a:moveTo>
                    <a:pt x="8" y="0"/>
                  </a:moveTo>
                  <a:cubicBezTo>
                    <a:pt x="10" y="6"/>
                    <a:pt x="7" y="13"/>
                    <a:pt x="5" y="18"/>
                  </a:cubicBezTo>
                  <a:cubicBezTo>
                    <a:pt x="2" y="25"/>
                    <a:pt x="1" y="32"/>
                    <a:pt x="0" y="40"/>
                  </a:cubicBezTo>
                  <a:cubicBezTo>
                    <a:pt x="0" y="47"/>
                    <a:pt x="0" y="53"/>
                    <a:pt x="3" y="6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38" name="Freeform 1817">
              <a:extLst>
                <a:ext uri="{FF2B5EF4-FFF2-40B4-BE49-F238E27FC236}">
                  <a16:creationId xmlns:a16="http://schemas.microsoft.com/office/drawing/2014/main" id="{33251EAB-DF88-4A8E-8905-C62CC9E6F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554"/>
              <a:ext cx="46" cy="24"/>
            </a:xfrm>
            <a:custGeom>
              <a:avLst/>
              <a:gdLst>
                <a:gd name="T0" fmla="*/ 0 w 25"/>
                <a:gd name="T1" fmla="*/ 61 h 13"/>
                <a:gd name="T2" fmla="*/ 88 w 25"/>
                <a:gd name="T3" fmla="*/ 68 h 13"/>
                <a:gd name="T4" fmla="*/ 156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10"/>
                  </a:moveTo>
                  <a:cubicBezTo>
                    <a:pt x="5" y="12"/>
                    <a:pt x="9" y="13"/>
                    <a:pt x="14" y="11"/>
                  </a:cubicBezTo>
                  <a:cubicBezTo>
                    <a:pt x="19" y="8"/>
                    <a:pt x="20" y="3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39" name="Freeform 1818">
              <a:extLst>
                <a:ext uri="{FF2B5EF4-FFF2-40B4-BE49-F238E27FC236}">
                  <a16:creationId xmlns:a16="http://schemas.microsoft.com/office/drawing/2014/main" id="{ECDF5FD6-FD30-48DB-8B6C-A6705EC87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572"/>
              <a:ext cx="51" cy="79"/>
            </a:xfrm>
            <a:custGeom>
              <a:avLst/>
              <a:gdLst>
                <a:gd name="T0" fmla="*/ 0 w 27"/>
                <a:gd name="T1" fmla="*/ 280 h 42"/>
                <a:gd name="T2" fmla="*/ 149 w 27"/>
                <a:gd name="T3" fmla="*/ 128 h 42"/>
                <a:gd name="T4" fmla="*/ 181 w 2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0" y="42"/>
                  </a:moveTo>
                  <a:cubicBezTo>
                    <a:pt x="12" y="41"/>
                    <a:pt x="19" y="30"/>
                    <a:pt x="22" y="19"/>
                  </a:cubicBezTo>
                  <a:cubicBezTo>
                    <a:pt x="23" y="13"/>
                    <a:pt x="22" y="5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40" name="Freeform 1819">
              <a:extLst>
                <a:ext uri="{FF2B5EF4-FFF2-40B4-BE49-F238E27FC236}">
                  <a16:creationId xmlns:a16="http://schemas.microsoft.com/office/drawing/2014/main" id="{B7D5FA27-A309-4EDA-8996-2DDB52B6D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3621"/>
              <a:ext cx="11" cy="64"/>
            </a:xfrm>
            <a:custGeom>
              <a:avLst/>
              <a:gdLst>
                <a:gd name="T0" fmla="*/ 24 w 6"/>
                <a:gd name="T1" fmla="*/ 0 h 34"/>
                <a:gd name="T2" fmla="*/ 37 w 6"/>
                <a:gd name="T3" fmla="*/ 226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4" y="0"/>
                  </a:moveTo>
                  <a:cubicBezTo>
                    <a:pt x="0" y="12"/>
                    <a:pt x="5" y="22"/>
                    <a:pt x="6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41" name="Freeform 1820">
              <a:extLst>
                <a:ext uri="{FF2B5EF4-FFF2-40B4-BE49-F238E27FC236}">
                  <a16:creationId xmlns:a16="http://schemas.microsoft.com/office/drawing/2014/main" id="{F4DF2E91-E59A-49E6-8ED0-C05ABF0A2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778"/>
              <a:ext cx="41" cy="51"/>
            </a:xfrm>
            <a:custGeom>
              <a:avLst/>
              <a:gdLst>
                <a:gd name="T0" fmla="*/ 0 w 22"/>
                <a:gd name="T1" fmla="*/ 0 h 27"/>
                <a:gd name="T2" fmla="*/ 97 w 22"/>
                <a:gd name="T3" fmla="*/ 89 h 27"/>
                <a:gd name="T4" fmla="*/ 142 w 22"/>
                <a:gd name="T5" fmla="*/ 1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6" y="4"/>
                    <a:pt x="11" y="7"/>
                    <a:pt x="15" y="13"/>
                  </a:cubicBezTo>
                  <a:cubicBezTo>
                    <a:pt x="18" y="18"/>
                    <a:pt x="19" y="23"/>
                    <a:pt x="22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42" name="Freeform 1821">
              <a:extLst>
                <a:ext uri="{FF2B5EF4-FFF2-40B4-BE49-F238E27FC236}">
                  <a16:creationId xmlns:a16="http://schemas.microsoft.com/office/drawing/2014/main" id="{4EFD3A4F-CA76-4C89-9B7D-68F8EF9D2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3808"/>
              <a:ext cx="75" cy="55"/>
            </a:xfrm>
            <a:custGeom>
              <a:avLst/>
              <a:gdLst>
                <a:gd name="T0" fmla="*/ 0 w 40"/>
                <a:gd name="T1" fmla="*/ 8 h 29"/>
                <a:gd name="T2" fmla="*/ 186 w 40"/>
                <a:gd name="T3" fmla="*/ 89 h 29"/>
                <a:gd name="T4" fmla="*/ 240 w 40"/>
                <a:gd name="T5" fmla="*/ 165 h 29"/>
                <a:gd name="T6" fmla="*/ 264 w 40"/>
                <a:gd name="T7" fmla="*/ 19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9">
                  <a:moveTo>
                    <a:pt x="0" y="1"/>
                  </a:moveTo>
                  <a:cubicBezTo>
                    <a:pt x="8" y="0"/>
                    <a:pt x="23" y="7"/>
                    <a:pt x="28" y="13"/>
                  </a:cubicBezTo>
                  <a:cubicBezTo>
                    <a:pt x="31" y="16"/>
                    <a:pt x="34" y="20"/>
                    <a:pt x="36" y="24"/>
                  </a:cubicBezTo>
                  <a:cubicBezTo>
                    <a:pt x="38" y="26"/>
                    <a:pt x="39" y="27"/>
                    <a:pt x="40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43" name="Freeform 1822">
              <a:extLst>
                <a:ext uri="{FF2B5EF4-FFF2-40B4-BE49-F238E27FC236}">
                  <a16:creationId xmlns:a16="http://schemas.microsoft.com/office/drawing/2014/main" id="{24F277B8-2ECA-4105-8CD2-9ACCE582C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758"/>
              <a:ext cx="84" cy="41"/>
            </a:xfrm>
            <a:custGeom>
              <a:avLst/>
              <a:gdLst>
                <a:gd name="T0" fmla="*/ 7 w 45"/>
                <a:gd name="T1" fmla="*/ 0 h 22"/>
                <a:gd name="T2" fmla="*/ 136 w 45"/>
                <a:gd name="T3" fmla="*/ 32 h 22"/>
                <a:gd name="T4" fmla="*/ 293 w 45"/>
                <a:gd name="T5" fmla="*/ 136 h 22"/>
                <a:gd name="T6" fmla="*/ 118 w 45"/>
                <a:gd name="T7" fmla="*/ 84 h 22"/>
                <a:gd name="T8" fmla="*/ 0 w 45"/>
                <a:gd name="T9" fmla="*/ 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2">
                  <a:moveTo>
                    <a:pt x="1" y="0"/>
                  </a:moveTo>
                  <a:cubicBezTo>
                    <a:pt x="5" y="6"/>
                    <a:pt x="15" y="5"/>
                    <a:pt x="21" y="5"/>
                  </a:cubicBezTo>
                  <a:cubicBezTo>
                    <a:pt x="32" y="5"/>
                    <a:pt x="39" y="13"/>
                    <a:pt x="45" y="21"/>
                  </a:cubicBezTo>
                  <a:cubicBezTo>
                    <a:pt x="37" y="22"/>
                    <a:pt x="25" y="16"/>
                    <a:pt x="18" y="13"/>
                  </a:cubicBezTo>
                  <a:cubicBezTo>
                    <a:pt x="15" y="11"/>
                    <a:pt x="3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44" name="Freeform 1823">
              <a:extLst>
                <a:ext uri="{FF2B5EF4-FFF2-40B4-BE49-F238E27FC236}">
                  <a16:creationId xmlns:a16="http://schemas.microsoft.com/office/drawing/2014/main" id="{4ADD256A-7FFF-4BCA-8916-28E973ED5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3788"/>
              <a:ext cx="110" cy="24"/>
            </a:xfrm>
            <a:custGeom>
              <a:avLst/>
              <a:gdLst>
                <a:gd name="T0" fmla="*/ 0 w 59"/>
                <a:gd name="T1" fmla="*/ 0 h 13"/>
                <a:gd name="T2" fmla="*/ 166 w 59"/>
                <a:gd name="T3" fmla="*/ 13 h 13"/>
                <a:gd name="T4" fmla="*/ 382 w 59"/>
                <a:gd name="T5" fmla="*/ 68 h 13"/>
                <a:gd name="T6" fmla="*/ 278 w 59"/>
                <a:gd name="T7" fmla="*/ 76 h 13"/>
                <a:gd name="T8" fmla="*/ 142 w 59"/>
                <a:gd name="T9" fmla="*/ 68 h 13"/>
                <a:gd name="T10" fmla="*/ 7 w 59"/>
                <a:gd name="T11" fmla="*/ 2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3">
                  <a:moveTo>
                    <a:pt x="0" y="0"/>
                  </a:moveTo>
                  <a:cubicBezTo>
                    <a:pt x="7" y="2"/>
                    <a:pt x="18" y="1"/>
                    <a:pt x="26" y="2"/>
                  </a:cubicBezTo>
                  <a:cubicBezTo>
                    <a:pt x="38" y="3"/>
                    <a:pt x="49" y="5"/>
                    <a:pt x="59" y="11"/>
                  </a:cubicBezTo>
                  <a:cubicBezTo>
                    <a:pt x="54" y="10"/>
                    <a:pt x="49" y="11"/>
                    <a:pt x="43" y="12"/>
                  </a:cubicBezTo>
                  <a:cubicBezTo>
                    <a:pt x="36" y="13"/>
                    <a:pt x="29" y="13"/>
                    <a:pt x="22" y="11"/>
                  </a:cubicBezTo>
                  <a:cubicBezTo>
                    <a:pt x="15" y="9"/>
                    <a:pt x="8" y="6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45" name="Freeform 1824">
              <a:extLst>
                <a:ext uri="{FF2B5EF4-FFF2-40B4-BE49-F238E27FC236}">
                  <a16:creationId xmlns:a16="http://schemas.microsoft.com/office/drawing/2014/main" id="{F6DDDA3C-5962-4B0C-97ED-DAB1F93CA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784"/>
              <a:ext cx="97" cy="32"/>
            </a:xfrm>
            <a:custGeom>
              <a:avLst/>
              <a:gdLst>
                <a:gd name="T0" fmla="*/ 0 w 52"/>
                <a:gd name="T1" fmla="*/ 53 h 17"/>
                <a:gd name="T2" fmla="*/ 338 w 52"/>
                <a:gd name="T3" fmla="*/ 32 h 17"/>
                <a:gd name="T4" fmla="*/ 173 w 52"/>
                <a:gd name="T5" fmla="*/ 113 h 17"/>
                <a:gd name="T6" fmla="*/ 52 w 52"/>
                <a:gd name="T7" fmla="*/ 7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7">
                  <a:moveTo>
                    <a:pt x="0" y="8"/>
                  </a:moveTo>
                  <a:cubicBezTo>
                    <a:pt x="15" y="0"/>
                    <a:pt x="37" y="11"/>
                    <a:pt x="52" y="5"/>
                  </a:cubicBezTo>
                  <a:cubicBezTo>
                    <a:pt x="43" y="8"/>
                    <a:pt x="37" y="17"/>
                    <a:pt x="27" y="17"/>
                  </a:cubicBezTo>
                  <a:cubicBezTo>
                    <a:pt x="21" y="17"/>
                    <a:pt x="12" y="16"/>
                    <a:pt x="8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46" name="Freeform 1825">
              <a:extLst>
                <a:ext uri="{FF2B5EF4-FFF2-40B4-BE49-F238E27FC236}">
                  <a16:creationId xmlns:a16="http://schemas.microsoft.com/office/drawing/2014/main" id="{8EB76B5C-A788-417A-B410-832A7AD1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776"/>
              <a:ext cx="90" cy="32"/>
            </a:xfrm>
            <a:custGeom>
              <a:avLst/>
              <a:gdLst>
                <a:gd name="T0" fmla="*/ 45 w 48"/>
                <a:gd name="T1" fmla="*/ 68 h 17"/>
                <a:gd name="T2" fmla="*/ 186 w 48"/>
                <a:gd name="T3" fmla="*/ 28 h 17"/>
                <a:gd name="T4" fmla="*/ 317 w 48"/>
                <a:gd name="T5" fmla="*/ 8 h 17"/>
                <a:gd name="T6" fmla="*/ 257 w 48"/>
                <a:gd name="T7" fmla="*/ 60 h 17"/>
                <a:gd name="T8" fmla="*/ 158 w 48"/>
                <a:gd name="T9" fmla="*/ 92 h 17"/>
                <a:gd name="T10" fmla="*/ 60 w 48"/>
                <a:gd name="T11" fmla="*/ 113 h 17"/>
                <a:gd name="T12" fmla="*/ 0 w 48"/>
                <a:gd name="T13" fmla="*/ 10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7">
                  <a:moveTo>
                    <a:pt x="7" y="10"/>
                  </a:moveTo>
                  <a:cubicBezTo>
                    <a:pt x="13" y="6"/>
                    <a:pt x="21" y="5"/>
                    <a:pt x="28" y="4"/>
                  </a:cubicBezTo>
                  <a:cubicBezTo>
                    <a:pt x="35" y="2"/>
                    <a:pt x="41" y="0"/>
                    <a:pt x="48" y="1"/>
                  </a:cubicBezTo>
                  <a:cubicBezTo>
                    <a:pt x="43" y="2"/>
                    <a:pt x="42" y="6"/>
                    <a:pt x="39" y="9"/>
                  </a:cubicBezTo>
                  <a:cubicBezTo>
                    <a:pt x="35" y="12"/>
                    <a:pt x="29" y="13"/>
                    <a:pt x="24" y="14"/>
                  </a:cubicBezTo>
                  <a:cubicBezTo>
                    <a:pt x="19" y="16"/>
                    <a:pt x="14" y="17"/>
                    <a:pt x="9" y="17"/>
                  </a:cubicBezTo>
                  <a:cubicBezTo>
                    <a:pt x="6" y="17"/>
                    <a:pt x="3" y="15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47" name="Freeform 1826">
              <a:extLst>
                <a:ext uri="{FF2B5EF4-FFF2-40B4-BE49-F238E27FC236}">
                  <a16:creationId xmlns:a16="http://schemas.microsoft.com/office/drawing/2014/main" id="{D3800D22-0086-4FB0-80A2-6F44DE468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750"/>
              <a:ext cx="116" cy="28"/>
            </a:xfrm>
            <a:custGeom>
              <a:avLst/>
              <a:gdLst>
                <a:gd name="T0" fmla="*/ 144 w 62"/>
                <a:gd name="T1" fmla="*/ 91 h 15"/>
                <a:gd name="T2" fmla="*/ 92 w 62"/>
                <a:gd name="T3" fmla="*/ 77 h 15"/>
                <a:gd name="T4" fmla="*/ 0 w 62"/>
                <a:gd name="T5" fmla="*/ 52 h 15"/>
                <a:gd name="T6" fmla="*/ 406 w 62"/>
                <a:gd name="T7" fmla="*/ 0 h 15"/>
                <a:gd name="T8" fmla="*/ 189 w 62"/>
                <a:gd name="T9" fmla="*/ 9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5">
                  <a:moveTo>
                    <a:pt x="22" y="14"/>
                  </a:moveTo>
                  <a:cubicBezTo>
                    <a:pt x="19" y="15"/>
                    <a:pt x="17" y="13"/>
                    <a:pt x="14" y="12"/>
                  </a:cubicBezTo>
                  <a:cubicBezTo>
                    <a:pt x="9" y="11"/>
                    <a:pt x="4" y="10"/>
                    <a:pt x="0" y="8"/>
                  </a:cubicBezTo>
                  <a:cubicBezTo>
                    <a:pt x="21" y="9"/>
                    <a:pt x="41" y="4"/>
                    <a:pt x="62" y="0"/>
                  </a:cubicBezTo>
                  <a:cubicBezTo>
                    <a:pt x="51" y="5"/>
                    <a:pt x="41" y="11"/>
                    <a:pt x="29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48" name="Freeform 1827">
              <a:extLst>
                <a:ext uri="{FF2B5EF4-FFF2-40B4-BE49-F238E27FC236}">
                  <a16:creationId xmlns:a16="http://schemas.microsoft.com/office/drawing/2014/main" id="{ABEA5EBC-9FF0-4DA0-A760-85FB1B82B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698"/>
              <a:ext cx="82" cy="56"/>
            </a:xfrm>
            <a:custGeom>
              <a:avLst/>
              <a:gdLst>
                <a:gd name="T0" fmla="*/ 0 w 44"/>
                <a:gd name="T1" fmla="*/ 196 h 30"/>
                <a:gd name="T2" fmla="*/ 166 w 44"/>
                <a:gd name="T3" fmla="*/ 39 h 30"/>
                <a:gd name="T4" fmla="*/ 285 w 44"/>
                <a:gd name="T5" fmla="*/ 0 h 30"/>
                <a:gd name="T6" fmla="*/ 97 w 44"/>
                <a:gd name="T7" fmla="*/ 17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0">
                  <a:moveTo>
                    <a:pt x="0" y="30"/>
                  </a:moveTo>
                  <a:cubicBezTo>
                    <a:pt x="8" y="20"/>
                    <a:pt x="14" y="12"/>
                    <a:pt x="26" y="6"/>
                  </a:cubicBezTo>
                  <a:cubicBezTo>
                    <a:pt x="32" y="4"/>
                    <a:pt x="38" y="0"/>
                    <a:pt x="44" y="0"/>
                  </a:cubicBezTo>
                  <a:cubicBezTo>
                    <a:pt x="34" y="7"/>
                    <a:pt x="27" y="22"/>
                    <a:pt x="15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49" name="Freeform 1828">
              <a:extLst>
                <a:ext uri="{FF2B5EF4-FFF2-40B4-BE49-F238E27FC236}">
                  <a16:creationId xmlns:a16="http://schemas.microsoft.com/office/drawing/2014/main" id="{E07916BC-A409-44C7-980E-9AAD98C7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3653"/>
              <a:ext cx="86" cy="86"/>
            </a:xfrm>
            <a:custGeom>
              <a:avLst/>
              <a:gdLst>
                <a:gd name="T0" fmla="*/ 105 w 46"/>
                <a:gd name="T1" fmla="*/ 172 h 46"/>
                <a:gd name="T2" fmla="*/ 157 w 46"/>
                <a:gd name="T3" fmla="*/ 129 h 46"/>
                <a:gd name="T4" fmla="*/ 217 w 46"/>
                <a:gd name="T5" fmla="*/ 84 h 46"/>
                <a:gd name="T6" fmla="*/ 301 w 46"/>
                <a:gd name="T7" fmla="*/ 0 h 46"/>
                <a:gd name="T8" fmla="*/ 254 w 46"/>
                <a:gd name="T9" fmla="*/ 97 h 46"/>
                <a:gd name="T10" fmla="*/ 157 w 46"/>
                <a:gd name="T11" fmla="*/ 234 h 46"/>
                <a:gd name="T12" fmla="*/ 0 w 46"/>
                <a:gd name="T13" fmla="*/ 30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6">
                  <a:moveTo>
                    <a:pt x="16" y="26"/>
                  </a:moveTo>
                  <a:cubicBezTo>
                    <a:pt x="19" y="25"/>
                    <a:pt x="21" y="22"/>
                    <a:pt x="24" y="20"/>
                  </a:cubicBezTo>
                  <a:cubicBezTo>
                    <a:pt x="27" y="17"/>
                    <a:pt x="30" y="15"/>
                    <a:pt x="33" y="13"/>
                  </a:cubicBezTo>
                  <a:cubicBezTo>
                    <a:pt x="38" y="9"/>
                    <a:pt x="40" y="3"/>
                    <a:pt x="46" y="0"/>
                  </a:cubicBezTo>
                  <a:cubicBezTo>
                    <a:pt x="42" y="4"/>
                    <a:pt x="41" y="10"/>
                    <a:pt x="39" y="15"/>
                  </a:cubicBezTo>
                  <a:cubicBezTo>
                    <a:pt x="35" y="24"/>
                    <a:pt x="31" y="31"/>
                    <a:pt x="24" y="36"/>
                  </a:cubicBezTo>
                  <a:cubicBezTo>
                    <a:pt x="16" y="41"/>
                    <a:pt x="8" y="43"/>
                    <a:pt x="0" y="4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50" name="Freeform 1829">
              <a:extLst>
                <a:ext uri="{FF2B5EF4-FFF2-40B4-BE49-F238E27FC236}">
                  <a16:creationId xmlns:a16="http://schemas.microsoft.com/office/drawing/2014/main" id="{FA4401FF-8474-4BB4-BDFA-28316824F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3642"/>
              <a:ext cx="62" cy="71"/>
            </a:xfrm>
            <a:custGeom>
              <a:avLst/>
              <a:gdLst>
                <a:gd name="T0" fmla="*/ 0 w 33"/>
                <a:gd name="T1" fmla="*/ 249 h 38"/>
                <a:gd name="T2" fmla="*/ 152 w 33"/>
                <a:gd name="T3" fmla="*/ 105 h 38"/>
                <a:gd name="T4" fmla="*/ 218 w 33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8">
                  <a:moveTo>
                    <a:pt x="0" y="38"/>
                  </a:moveTo>
                  <a:cubicBezTo>
                    <a:pt x="11" y="38"/>
                    <a:pt x="18" y="24"/>
                    <a:pt x="23" y="16"/>
                  </a:cubicBezTo>
                  <a:cubicBezTo>
                    <a:pt x="25" y="11"/>
                    <a:pt x="31" y="4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51" name="Freeform 1830">
              <a:extLst>
                <a:ext uri="{FF2B5EF4-FFF2-40B4-BE49-F238E27FC236}">
                  <a16:creationId xmlns:a16="http://schemas.microsoft.com/office/drawing/2014/main" id="{33480537-3231-4B57-B114-72DF2A4A2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3679"/>
              <a:ext cx="13" cy="75"/>
            </a:xfrm>
            <a:custGeom>
              <a:avLst/>
              <a:gdLst>
                <a:gd name="T0" fmla="*/ 45 w 7"/>
                <a:gd name="T1" fmla="*/ 0 h 40"/>
                <a:gd name="T2" fmla="*/ 7 w 7"/>
                <a:gd name="T3" fmla="*/ 152 h 40"/>
                <a:gd name="T4" fmla="*/ 0 w 7"/>
                <a:gd name="T5" fmla="*/ 26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0">
                  <a:moveTo>
                    <a:pt x="7" y="0"/>
                  </a:moveTo>
                  <a:cubicBezTo>
                    <a:pt x="3" y="7"/>
                    <a:pt x="0" y="16"/>
                    <a:pt x="1" y="23"/>
                  </a:cubicBezTo>
                  <a:cubicBezTo>
                    <a:pt x="1" y="28"/>
                    <a:pt x="2" y="36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52" name="Freeform 1831">
              <a:extLst>
                <a:ext uri="{FF2B5EF4-FFF2-40B4-BE49-F238E27FC236}">
                  <a16:creationId xmlns:a16="http://schemas.microsoft.com/office/drawing/2014/main" id="{960FD575-8A29-4AE8-84C2-7F93EBF41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760"/>
              <a:ext cx="14" cy="43"/>
            </a:xfrm>
            <a:custGeom>
              <a:avLst/>
              <a:gdLst>
                <a:gd name="T0" fmla="*/ 28 w 8"/>
                <a:gd name="T1" fmla="*/ 150 h 23"/>
                <a:gd name="T2" fmla="*/ 0 w 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5" y="23"/>
                  </a:moveTo>
                  <a:cubicBezTo>
                    <a:pt x="8" y="20"/>
                    <a:pt x="4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53" name="Freeform 1832">
              <a:extLst>
                <a:ext uri="{FF2B5EF4-FFF2-40B4-BE49-F238E27FC236}">
                  <a16:creationId xmlns:a16="http://schemas.microsoft.com/office/drawing/2014/main" id="{F1476141-82BE-43B1-8952-B72A8324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775"/>
              <a:ext cx="77" cy="20"/>
            </a:xfrm>
            <a:custGeom>
              <a:avLst/>
              <a:gdLst>
                <a:gd name="T0" fmla="*/ 0 w 41"/>
                <a:gd name="T1" fmla="*/ 0 h 11"/>
                <a:gd name="T2" fmla="*/ 133 w 41"/>
                <a:gd name="T3" fmla="*/ 65 h 11"/>
                <a:gd name="T4" fmla="*/ 272 w 41"/>
                <a:gd name="T5" fmla="*/ 5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1">
                  <a:moveTo>
                    <a:pt x="0" y="0"/>
                  </a:moveTo>
                  <a:cubicBezTo>
                    <a:pt x="6" y="8"/>
                    <a:pt x="10" y="11"/>
                    <a:pt x="20" y="11"/>
                  </a:cubicBezTo>
                  <a:cubicBezTo>
                    <a:pt x="27" y="10"/>
                    <a:pt x="34" y="10"/>
                    <a:pt x="41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54" name="Freeform 1833">
              <a:extLst>
                <a:ext uri="{FF2B5EF4-FFF2-40B4-BE49-F238E27FC236}">
                  <a16:creationId xmlns:a16="http://schemas.microsoft.com/office/drawing/2014/main" id="{4489CF97-A53A-44BA-B677-A1FF7E9F0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793"/>
              <a:ext cx="34" cy="36"/>
            </a:xfrm>
            <a:custGeom>
              <a:avLst/>
              <a:gdLst>
                <a:gd name="T0" fmla="*/ 0 w 18"/>
                <a:gd name="T1" fmla="*/ 0 h 19"/>
                <a:gd name="T2" fmla="*/ 47 w 18"/>
                <a:gd name="T3" fmla="*/ 15 h 19"/>
                <a:gd name="T4" fmla="*/ 89 w 18"/>
                <a:gd name="T5" fmla="*/ 68 h 19"/>
                <a:gd name="T6" fmla="*/ 121 w 18"/>
                <a:gd name="T7" fmla="*/ 1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2" y="1"/>
                    <a:pt x="5" y="1"/>
                    <a:pt x="7" y="2"/>
                  </a:cubicBezTo>
                  <a:cubicBezTo>
                    <a:pt x="9" y="4"/>
                    <a:pt x="12" y="7"/>
                    <a:pt x="13" y="10"/>
                  </a:cubicBezTo>
                  <a:cubicBezTo>
                    <a:pt x="15" y="12"/>
                    <a:pt x="17" y="17"/>
                    <a:pt x="18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55" name="Freeform 1834">
              <a:extLst>
                <a:ext uri="{FF2B5EF4-FFF2-40B4-BE49-F238E27FC236}">
                  <a16:creationId xmlns:a16="http://schemas.microsoft.com/office/drawing/2014/main" id="{FA1C2A43-4E1B-4D6B-80A2-ED4D3E566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805"/>
              <a:ext cx="99" cy="16"/>
            </a:xfrm>
            <a:custGeom>
              <a:avLst/>
              <a:gdLst>
                <a:gd name="T0" fmla="*/ 0 w 53"/>
                <a:gd name="T1" fmla="*/ 0 h 9"/>
                <a:gd name="T2" fmla="*/ 202 w 53"/>
                <a:gd name="T3" fmla="*/ 44 h 9"/>
                <a:gd name="T4" fmla="*/ 346 w 5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9">
                  <a:moveTo>
                    <a:pt x="0" y="0"/>
                  </a:moveTo>
                  <a:cubicBezTo>
                    <a:pt x="2" y="8"/>
                    <a:pt x="24" y="9"/>
                    <a:pt x="31" y="8"/>
                  </a:cubicBezTo>
                  <a:cubicBezTo>
                    <a:pt x="38" y="7"/>
                    <a:pt x="45" y="3"/>
                    <a:pt x="53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56" name="Freeform 1835">
              <a:extLst>
                <a:ext uri="{FF2B5EF4-FFF2-40B4-BE49-F238E27FC236}">
                  <a16:creationId xmlns:a16="http://schemas.microsoft.com/office/drawing/2014/main" id="{5765AA61-F5E3-4421-9A29-CDACE7FE6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829"/>
              <a:ext cx="86" cy="43"/>
            </a:xfrm>
            <a:custGeom>
              <a:avLst/>
              <a:gdLst>
                <a:gd name="T0" fmla="*/ 0 w 46"/>
                <a:gd name="T1" fmla="*/ 0 h 23"/>
                <a:gd name="T2" fmla="*/ 77 w 46"/>
                <a:gd name="T3" fmla="*/ 13 h 23"/>
                <a:gd name="T4" fmla="*/ 174 w 46"/>
                <a:gd name="T5" fmla="*/ 60 h 23"/>
                <a:gd name="T6" fmla="*/ 301 w 46"/>
                <a:gd name="T7" fmla="*/ 1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0" y="0"/>
                  </a:moveTo>
                  <a:cubicBezTo>
                    <a:pt x="3" y="4"/>
                    <a:pt x="8" y="2"/>
                    <a:pt x="12" y="2"/>
                  </a:cubicBezTo>
                  <a:cubicBezTo>
                    <a:pt x="17" y="3"/>
                    <a:pt x="23" y="6"/>
                    <a:pt x="27" y="9"/>
                  </a:cubicBezTo>
                  <a:cubicBezTo>
                    <a:pt x="34" y="13"/>
                    <a:pt x="40" y="18"/>
                    <a:pt x="46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57" name="Freeform 1836">
              <a:extLst>
                <a:ext uri="{FF2B5EF4-FFF2-40B4-BE49-F238E27FC236}">
                  <a16:creationId xmlns:a16="http://schemas.microsoft.com/office/drawing/2014/main" id="{96C75E33-2964-4AEA-9832-A2284EDE1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3849"/>
              <a:ext cx="107" cy="27"/>
            </a:xfrm>
            <a:custGeom>
              <a:avLst/>
              <a:gdLst>
                <a:gd name="T0" fmla="*/ 0 w 57"/>
                <a:gd name="T1" fmla="*/ 15 h 14"/>
                <a:gd name="T2" fmla="*/ 218 w 57"/>
                <a:gd name="T3" fmla="*/ 15 h 14"/>
                <a:gd name="T4" fmla="*/ 377 w 57"/>
                <a:gd name="T5" fmla="*/ 10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4">
                  <a:moveTo>
                    <a:pt x="0" y="2"/>
                  </a:moveTo>
                  <a:cubicBezTo>
                    <a:pt x="11" y="2"/>
                    <a:pt x="22" y="0"/>
                    <a:pt x="33" y="2"/>
                  </a:cubicBezTo>
                  <a:cubicBezTo>
                    <a:pt x="42" y="5"/>
                    <a:pt x="50" y="9"/>
                    <a:pt x="57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58" name="Freeform 1837">
              <a:extLst>
                <a:ext uri="{FF2B5EF4-FFF2-40B4-BE49-F238E27FC236}">
                  <a16:creationId xmlns:a16="http://schemas.microsoft.com/office/drawing/2014/main" id="{4E830F26-8131-4C7A-B87B-8F08E8D6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812"/>
              <a:ext cx="84" cy="17"/>
            </a:xfrm>
            <a:custGeom>
              <a:avLst/>
              <a:gdLst>
                <a:gd name="T0" fmla="*/ 0 w 45"/>
                <a:gd name="T1" fmla="*/ 0 h 9"/>
                <a:gd name="T2" fmla="*/ 189 w 45"/>
                <a:gd name="T3" fmla="*/ 47 h 9"/>
                <a:gd name="T4" fmla="*/ 293 w 45"/>
                <a:gd name="T5" fmla="*/ 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">
                  <a:moveTo>
                    <a:pt x="0" y="0"/>
                  </a:moveTo>
                  <a:cubicBezTo>
                    <a:pt x="9" y="8"/>
                    <a:pt x="17" y="9"/>
                    <a:pt x="29" y="7"/>
                  </a:cubicBezTo>
                  <a:cubicBezTo>
                    <a:pt x="34" y="6"/>
                    <a:pt x="41" y="6"/>
                    <a:pt x="45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59" name="Freeform 1838">
              <a:extLst>
                <a:ext uri="{FF2B5EF4-FFF2-40B4-BE49-F238E27FC236}">
                  <a16:creationId xmlns:a16="http://schemas.microsoft.com/office/drawing/2014/main" id="{C63F9B68-5F2C-443C-AB00-30347327D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711"/>
              <a:ext cx="50" cy="82"/>
            </a:xfrm>
            <a:custGeom>
              <a:avLst/>
              <a:gdLst>
                <a:gd name="T0" fmla="*/ 172 w 27"/>
                <a:gd name="T1" fmla="*/ 0 h 44"/>
                <a:gd name="T2" fmla="*/ 76 w 27"/>
                <a:gd name="T3" fmla="*/ 136 h 44"/>
                <a:gd name="T4" fmla="*/ 0 w 27"/>
                <a:gd name="T5" fmla="*/ 28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4">
                  <a:moveTo>
                    <a:pt x="27" y="0"/>
                  </a:moveTo>
                  <a:cubicBezTo>
                    <a:pt x="18" y="3"/>
                    <a:pt x="15" y="13"/>
                    <a:pt x="12" y="21"/>
                  </a:cubicBezTo>
                  <a:cubicBezTo>
                    <a:pt x="8" y="29"/>
                    <a:pt x="2" y="37"/>
                    <a:pt x="0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60" name="Freeform 1839">
              <a:extLst>
                <a:ext uri="{FF2B5EF4-FFF2-40B4-BE49-F238E27FC236}">
                  <a16:creationId xmlns:a16="http://schemas.microsoft.com/office/drawing/2014/main" id="{30C11FA3-3A3B-4049-9216-0D588C066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726"/>
              <a:ext cx="79" cy="41"/>
            </a:xfrm>
            <a:custGeom>
              <a:avLst/>
              <a:gdLst>
                <a:gd name="T0" fmla="*/ 0 w 42"/>
                <a:gd name="T1" fmla="*/ 142 h 22"/>
                <a:gd name="T2" fmla="*/ 220 w 42"/>
                <a:gd name="T3" fmla="*/ 97 h 22"/>
                <a:gd name="T4" fmla="*/ 280 w 4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0" y="22"/>
                    <a:pt x="25" y="22"/>
                    <a:pt x="33" y="15"/>
                  </a:cubicBezTo>
                  <a:cubicBezTo>
                    <a:pt x="38" y="11"/>
                    <a:pt x="39" y="5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61" name="Freeform 1840">
              <a:extLst>
                <a:ext uri="{FF2B5EF4-FFF2-40B4-BE49-F238E27FC236}">
                  <a16:creationId xmlns:a16="http://schemas.microsoft.com/office/drawing/2014/main" id="{763066C9-BFA4-4E4A-9A95-A76555745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745"/>
              <a:ext cx="7" cy="54"/>
            </a:xfrm>
            <a:custGeom>
              <a:avLst/>
              <a:gdLst>
                <a:gd name="T0" fmla="*/ 21 w 4"/>
                <a:gd name="T1" fmla="*/ 0 h 29"/>
                <a:gd name="T2" fmla="*/ 7 w 4"/>
                <a:gd name="T3" fmla="*/ 117 h 29"/>
                <a:gd name="T4" fmla="*/ 21 w 4"/>
                <a:gd name="T5" fmla="*/ 18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9">
                  <a:moveTo>
                    <a:pt x="4" y="0"/>
                  </a:moveTo>
                  <a:cubicBezTo>
                    <a:pt x="1" y="6"/>
                    <a:pt x="0" y="12"/>
                    <a:pt x="1" y="18"/>
                  </a:cubicBezTo>
                  <a:cubicBezTo>
                    <a:pt x="2" y="22"/>
                    <a:pt x="4" y="26"/>
                    <a:pt x="4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62" name="Freeform 1841">
              <a:extLst>
                <a:ext uri="{FF2B5EF4-FFF2-40B4-BE49-F238E27FC236}">
                  <a16:creationId xmlns:a16="http://schemas.microsoft.com/office/drawing/2014/main" id="{89D0B708-12AE-463E-9235-DF1D31647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791"/>
              <a:ext cx="76" cy="49"/>
            </a:xfrm>
            <a:custGeom>
              <a:avLst/>
              <a:gdLst>
                <a:gd name="T0" fmla="*/ 0 w 41"/>
                <a:gd name="T1" fmla="*/ 173 h 26"/>
                <a:gd name="T2" fmla="*/ 128 w 41"/>
                <a:gd name="T3" fmla="*/ 40 h 26"/>
                <a:gd name="T4" fmla="*/ 261 w 4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6">
                  <a:moveTo>
                    <a:pt x="0" y="26"/>
                  </a:moveTo>
                  <a:cubicBezTo>
                    <a:pt x="1" y="18"/>
                    <a:pt x="13" y="10"/>
                    <a:pt x="20" y="6"/>
                  </a:cubicBezTo>
                  <a:cubicBezTo>
                    <a:pt x="26" y="1"/>
                    <a:pt x="33" y="0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63" name="Freeform 1842">
              <a:extLst>
                <a:ext uri="{FF2B5EF4-FFF2-40B4-BE49-F238E27FC236}">
                  <a16:creationId xmlns:a16="http://schemas.microsoft.com/office/drawing/2014/main" id="{1BDF7215-8287-4EF4-82C5-D1BF1FEF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812"/>
              <a:ext cx="60" cy="41"/>
            </a:xfrm>
            <a:custGeom>
              <a:avLst/>
              <a:gdLst>
                <a:gd name="T0" fmla="*/ 0 w 32"/>
                <a:gd name="T1" fmla="*/ 76 h 22"/>
                <a:gd name="T2" fmla="*/ 212 w 3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2">
                  <a:moveTo>
                    <a:pt x="0" y="12"/>
                  </a:moveTo>
                  <a:cubicBezTo>
                    <a:pt x="7" y="22"/>
                    <a:pt x="27" y="8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64" name="Freeform 1843">
              <a:extLst>
                <a:ext uri="{FF2B5EF4-FFF2-40B4-BE49-F238E27FC236}">
                  <a16:creationId xmlns:a16="http://schemas.microsoft.com/office/drawing/2014/main" id="{6B739E42-D672-4BFB-A0C0-E355FEE04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833"/>
              <a:ext cx="63" cy="22"/>
            </a:xfrm>
            <a:custGeom>
              <a:avLst/>
              <a:gdLst>
                <a:gd name="T0" fmla="*/ 0 w 34"/>
                <a:gd name="T1" fmla="*/ 7 h 12"/>
                <a:gd name="T2" fmla="*/ 44 w 34"/>
                <a:gd name="T3" fmla="*/ 0 h 12"/>
                <a:gd name="T4" fmla="*/ 128 w 34"/>
                <a:gd name="T5" fmla="*/ 31 h 12"/>
                <a:gd name="T6" fmla="*/ 217 w 34"/>
                <a:gd name="T7" fmla="*/ 7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2">
                  <a:moveTo>
                    <a:pt x="0" y="1"/>
                  </a:moveTo>
                  <a:cubicBezTo>
                    <a:pt x="2" y="1"/>
                    <a:pt x="5" y="0"/>
                    <a:pt x="7" y="0"/>
                  </a:cubicBezTo>
                  <a:cubicBezTo>
                    <a:pt x="11" y="1"/>
                    <a:pt x="16" y="4"/>
                    <a:pt x="20" y="5"/>
                  </a:cubicBezTo>
                  <a:cubicBezTo>
                    <a:pt x="26" y="8"/>
                    <a:pt x="29" y="9"/>
                    <a:pt x="34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65" name="Freeform 1844">
              <a:extLst>
                <a:ext uri="{FF2B5EF4-FFF2-40B4-BE49-F238E27FC236}">
                  <a16:creationId xmlns:a16="http://schemas.microsoft.com/office/drawing/2014/main" id="{AEBC7BDA-2ADA-481A-BB83-2511EBCE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3821"/>
              <a:ext cx="71" cy="28"/>
            </a:xfrm>
            <a:custGeom>
              <a:avLst/>
              <a:gdLst>
                <a:gd name="T0" fmla="*/ 0 w 38"/>
                <a:gd name="T1" fmla="*/ 65 h 15"/>
                <a:gd name="T2" fmla="*/ 157 w 38"/>
                <a:gd name="T3" fmla="*/ 77 h 15"/>
                <a:gd name="T4" fmla="*/ 249 w 3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5">
                  <a:moveTo>
                    <a:pt x="0" y="10"/>
                  </a:moveTo>
                  <a:cubicBezTo>
                    <a:pt x="8" y="11"/>
                    <a:pt x="15" y="15"/>
                    <a:pt x="24" y="12"/>
                  </a:cubicBezTo>
                  <a:cubicBezTo>
                    <a:pt x="30" y="10"/>
                    <a:pt x="33" y="4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66" name="Freeform 1845">
              <a:extLst>
                <a:ext uri="{FF2B5EF4-FFF2-40B4-BE49-F238E27FC236}">
                  <a16:creationId xmlns:a16="http://schemas.microsoft.com/office/drawing/2014/main" id="{8112BAE2-389F-428A-833F-CBCA10CEF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3842"/>
              <a:ext cx="97" cy="22"/>
            </a:xfrm>
            <a:custGeom>
              <a:avLst/>
              <a:gdLst>
                <a:gd name="T0" fmla="*/ 0 w 52"/>
                <a:gd name="T1" fmla="*/ 57 h 12"/>
                <a:gd name="T2" fmla="*/ 338 w 52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2">
                  <a:moveTo>
                    <a:pt x="0" y="9"/>
                  </a:moveTo>
                  <a:cubicBezTo>
                    <a:pt x="14" y="0"/>
                    <a:pt x="38" y="11"/>
                    <a:pt x="52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67" name="Freeform 1846">
              <a:extLst>
                <a:ext uri="{FF2B5EF4-FFF2-40B4-BE49-F238E27FC236}">
                  <a16:creationId xmlns:a16="http://schemas.microsoft.com/office/drawing/2014/main" id="{BA68957F-7FB1-47A4-9B32-2E821AC32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3806"/>
              <a:ext cx="68" cy="45"/>
            </a:xfrm>
            <a:custGeom>
              <a:avLst/>
              <a:gdLst>
                <a:gd name="T0" fmla="*/ 8 w 36"/>
                <a:gd name="T1" fmla="*/ 152 h 24"/>
                <a:gd name="T2" fmla="*/ 8 w 36"/>
                <a:gd name="T3" fmla="*/ 158 h 24"/>
                <a:gd name="T4" fmla="*/ 242 w 3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">
                  <a:moveTo>
                    <a:pt x="1" y="23"/>
                  </a:moveTo>
                  <a:cubicBezTo>
                    <a:pt x="0" y="24"/>
                    <a:pt x="0" y="24"/>
                    <a:pt x="1" y="24"/>
                  </a:cubicBezTo>
                  <a:cubicBezTo>
                    <a:pt x="13" y="19"/>
                    <a:pt x="32" y="14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68" name="Freeform 1847">
              <a:extLst>
                <a:ext uri="{FF2B5EF4-FFF2-40B4-BE49-F238E27FC236}">
                  <a16:creationId xmlns:a16="http://schemas.microsoft.com/office/drawing/2014/main" id="{D2278235-0399-414E-8F55-F1E40293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767"/>
              <a:ext cx="74" cy="41"/>
            </a:xfrm>
            <a:custGeom>
              <a:avLst/>
              <a:gdLst>
                <a:gd name="T0" fmla="*/ 0 w 40"/>
                <a:gd name="T1" fmla="*/ 117 h 22"/>
                <a:gd name="T2" fmla="*/ 253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0" y="18"/>
                  </a:moveTo>
                  <a:cubicBezTo>
                    <a:pt x="10" y="22"/>
                    <a:pt x="39" y="12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69" name="Freeform 1848">
              <a:extLst>
                <a:ext uri="{FF2B5EF4-FFF2-40B4-BE49-F238E27FC236}">
                  <a16:creationId xmlns:a16="http://schemas.microsoft.com/office/drawing/2014/main" id="{17EC3F03-E4A0-47BA-8929-37D978C50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771"/>
              <a:ext cx="22" cy="50"/>
            </a:xfrm>
            <a:custGeom>
              <a:avLst/>
              <a:gdLst>
                <a:gd name="T0" fmla="*/ 73 w 12"/>
                <a:gd name="T1" fmla="*/ 0 h 27"/>
                <a:gd name="T2" fmla="*/ 0 w 12"/>
                <a:gd name="T3" fmla="*/ 17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12" y="0"/>
                  </a:moveTo>
                  <a:cubicBezTo>
                    <a:pt x="5" y="7"/>
                    <a:pt x="0" y="17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70" name="Freeform 1849">
              <a:extLst>
                <a:ext uri="{FF2B5EF4-FFF2-40B4-BE49-F238E27FC236}">
                  <a16:creationId xmlns:a16="http://schemas.microsoft.com/office/drawing/2014/main" id="{A001FB5D-EA95-4AED-9238-3FF989F24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842"/>
              <a:ext cx="94" cy="15"/>
            </a:xfrm>
            <a:custGeom>
              <a:avLst/>
              <a:gdLst>
                <a:gd name="T0" fmla="*/ 0 w 50"/>
                <a:gd name="T1" fmla="*/ 53 h 8"/>
                <a:gd name="T2" fmla="*/ 188 w 50"/>
                <a:gd name="T3" fmla="*/ 8 h 8"/>
                <a:gd name="T4" fmla="*/ 333 w 5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8">
                  <a:moveTo>
                    <a:pt x="0" y="8"/>
                  </a:moveTo>
                  <a:cubicBezTo>
                    <a:pt x="9" y="6"/>
                    <a:pt x="18" y="2"/>
                    <a:pt x="28" y="1"/>
                  </a:cubicBezTo>
                  <a:cubicBezTo>
                    <a:pt x="35" y="0"/>
                    <a:pt x="42" y="2"/>
                    <a:pt x="5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71" name="Freeform 1850">
              <a:extLst>
                <a:ext uri="{FF2B5EF4-FFF2-40B4-BE49-F238E27FC236}">
                  <a16:creationId xmlns:a16="http://schemas.microsoft.com/office/drawing/2014/main" id="{35D8DB34-DAE4-4E03-AAD1-41168C40A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803"/>
              <a:ext cx="83" cy="37"/>
            </a:xfrm>
            <a:custGeom>
              <a:avLst/>
              <a:gdLst>
                <a:gd name="T0" fmla="*/ 0 w 44"/>
                <a:gd name="T1" fmla="*/ 104 h 20"/>
                <a:gd name="T2" fmla="*/ 296 w 4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0">
                  <a:moveTo>
                    <a:pt x="0" y="16"/>
                  </a:moveTo>
                  <a:cubicBezTo>
                    <a:pt x="10" y="20"/>
                    <a:pt x="39" y="10"/>
                    <a:pt x="4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72" name="Freeform 1851">
              <a:extLst>
                <a:ext uri="{FF2B5EF4-FFF2-40B4-BE49-F238E27FC236}">
                  <a16:creationId xmlns:a16="http://schemas.microsoft.com/office/drawing/2014/main" id="{ECCC8DDE-E43F-4826-84C6-F101646B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3793"/>
              <a:ext cx="89" cy="53"/>
            </a:xfrm>
            <a:custGeom>
              <a:avLst/>
              <a:gdLst>
                <a:gd name="T0" fmla="*/ 0 w 48"/>
                <a:gd name="T1" fmla="*/ 189 h 28"/>
                <a:gd name="T2" fmla="*/ 306 w 48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8">
                  <a:moveTo>
                    <a:pt x="0" y="28"/>
                  </a:moveTo>
                  <a:cubicBezTo>
                    <a:pt x="13" y="15"/>
                    <a:pt x="29" y="4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73" name="Freeform 1852">
              <a:extLst>
                <a:ext uri="{FF2B5EF4-FFF2-40B4-BE49-F238E27FC236}">
                  <a16:creationId xmlns:a16="http://schemas.microsoft.com/office/drawing/2014/main" id="{52C7C91E-5300-4926-8A06-E7ECB225E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765"/>
              <a:ext cx="88" cy="17"/>
            </a:xfrm>
            <a:custGeom>
              <a:avLst/>
              <a:gdLst>
                <a:gd name="T0" fmla="*/ 0 w 47"/>
                <a:gd name="T1" fmla="*/ 32 h 9"/>
                <a:gd name="T2" fmla="*/ 129 w 47"/>
                <a:gd name="T3" fmla="*/ 0 h 9"/>
                <a:gd name="T4" fmla="*/ 309 w 47"/>
                <a:gd name="T5" fmla="*/ 15 h 9"/>
                <a:gd name="T6" fmla="*/ 97 w 47"/>
                <a:gd name="T7" fmla="*/ 60 h 9"/>
                <a:gd name="T8" fmla="*/ 0 w 47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9">
                  <a:moveTo>
                    <a:pt x="0" y="5"/>
                  </a:moveTo>
                  <a:cubicBezTo>
                    <a:pt x="6" y="3"/>
                    <a:pt x="14" y="0"/>
                    <a:pt x="20" y="0"/>
                  </a:cubicBezTo>
                  <a:cubicBezTo>
                    <a:pt x="29" y="0"/>
                    <a:pt x="38" y="4"/>
                    <a:pt x="47" y="2"/>
                  </a:cubicBezTo>
                  <a:cubicBezTo>
                    <a:pt x="38" y="7"/>
                    <a:pt x="24" y="9"/>
                    <a:pt x="15" y="9"/>
                  </a:cubicBezTo>
                  <a:cubicBezTo>
                    <a:pt x="9" y="9"/>
                    <a:pt x="5" y="5"/>
                    <a:pt x="0" y="5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74" name="Freeform 1853">
              <a:extLst>
                <a:ext uri="{FF2B5EF4-FFF2-40B4-BE49-F238E27FC236}">
                  <a16:creationId xmlns:a16="http://schemas.microsoft.com/office/drawing/2014/main" id="{8F51CE64-DB36-489B-BDB1-C73195DF2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765"/>
              <a:ext cx="88" cy="17"/>
            </a:xfrm>
            <a:custGeom>
              <a:avLst/>
              <a:gdLst>
                <a:gd name="T0" fmla="*/ 0 w 47"/>
                <a:gd name="T1" fmla="*/ 32 h 9"/>
                <a:gd name="T2" fmla="*/ 129 w 47"/>
                <a:gd name="T3" fmla="*/ 0 h 9"/>
                <a:gd name="T4" fmla="*/ 309 w 47"/>
                <a:gd name="T5" fmla="*/ 15 h 9"/>
                <a:gd name="T6" fmla="*/ 97 w 47"/>
                <a:gd name="T7" fmla="*/ 60 h 9"/>
                <a:gd name="T8" fmla="*/ 0 w 47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9">
                  <a:moveTo>
                    <a:pt x="0" y="5"/>
                  </a:moveTo>
                  <a:cubicBezTo>
                    <a:pt x="6" y="3"/>
                    <a:pt x="14" y="0"/>
                    <a:pt x="20" y="0"/>
                  </a:cubicBezTo>
                  <a:cubicBezTo>
                    <a:pt x="29" y="0"/>
                    <a:pt x="38" y="4"/>
                    <a:pt x="47" y="2"/>
                  </a:cubicBezTo>
                  <a:cubicBezTo>
                    <a:pt x="38" y="7"/>
                    <a:pt x="24" y="9"/>
                    <a:pt x="15" y="9"/>
                  </a:cubicBezTo>
                  <a:cubicBezTo>
                    <a:pt x="9" y="9"/>
                    <a:pt x="5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75" name="Freeform 1854">
              <a:extLst>
                <a:ext uri="{FF2B5EF4-FFF2-40B4-BE49-F238E27FC236}">
                  <a16:creationId xmlns:a16="http://schemas.microsoft.com/office/drawing/2014/main" id="{223B740C-9FC8-41C3-B664-7EAA72D37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3657"/>
              <a:ext cx="52" cy="60"/>
            </a:xfrm>
            <a:custGeom>
              <a:avLst/>
              <a:gdLst>
                <a:gd name="T0" fmla="*/ 7 w 28"/>
                <a:gd name="T1" fmla="*/ 28 h 32"/>
                <a:gd name="T2" fmla="*/ 180 w 28"/>
                <a:gd name="T3" fmla="*/ 212 h 32"/>
                <a:gd name="T4" fmla="*/ 76 w 28"/>
                <a:gd name="T5" fmla="*/ 39 h 32"/>
                <a:gd name="T6" fmla="*/ 0 w 28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1" y="4"/>
                  </a:moveTo>
                  <a:cubicBezTo>
                    <a:pt x="7" y="17"/>
                    <a:pt x="21" y="20"/>
                    <a:pt x="28" y="32"/>
                  </a:cubicBezTo>
                  <a:cubicBezTo>
                    <a:pt x="26" y="24"/>
                    <a:pt x="19" y="11"/>
                    <a:pt x="12" y="6"/>
                  </a:cubicBezTo>
                  <a:cubicBezTo>
                    <a:pt x="8" y="3"/>
                    <a:pt x="3" y="4"/>
                    <a:pt x="0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76" name="Freeform 1855">
              <a:extLst>
                <a:ext uri="{FF2B5EF4-FFF2-40B4-BE49-F238E27FC236}">
                  <a16:creationId xmlns:a16="http://schemas.microsoft.com/office/drawing/2014/main" id="{929D1BAC-F045-41E7-A2E8-06674CA08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3657"/>
              <a:ext cx="52" cy="60"/>
            </a:xfrm>
            <a:custGeom>
              <a:avLst/>
              <a:gdLst>
                <a:gd name="T0" fmla="*/ 0 w 28"/>
                <a:gd name="T1" fmla="*/ 8 h 32"/>
                <a:gd name="T2" fmla="*/ 180 w 28"/>
                <a:gd name="T3" fmla="*/ 212 h 32"/>
                <a:gd name="T4" fmla="*/ 76 w 28"/>
                <a:gd name="T5" fmla="*/ 39 h 32"/>
                <a:gd name="T6" fmla="*/ 0 w 28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0" y="1"/>
                  </a:moveTo>
                  <a:cubicBezTo>
                    <a:pt x="5" y="16"/>
                    <a:pt x="21" y="20"/>
                    <a:pt x="28" y="32"/>
                  </a:cubicBezTo>
                  <a:cubicBezTo>
                    <a:pt x="26" y="24"/>
                    <a:pt x="19" y="11"/>
                    <a:pt x="12" y="6"/>
                  </a:cubicBezTo>
                  <a:cubicBezTo>
                    <a:pt x="8" y="3"/>
                    <a:pt x="3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77" name="Freeform 1856">
              <a:extLst>
                <a:ext uri="{FF2B5EF4-FFF2-40B4-BE49-F238E27FC236}">
                  <a16:creationId xmlns:a16="http://schemas.microsoft.com/office/drawing/2014/main" id="{B9AA78D2-10C0-407D-9D9C-F13851E38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877"/>
              <a:ext cx="26" cy="26"/>
            </a:xfrm>
            <a:custGeom>
              <a:avLst/>
              <a:gdLst>
                <a:gd name="T0" fmla="*/ 0 w 14"/>
                <a:gd name="T1" fmla="*/ 0 h 14"/>
                <a:gd name="T2" fmla="*/ 84 w 14"/>
                <a:gd name="T3" fmla="*/ 89 h 14"/>
                <a:gd name="T4" fmla="*/ 69 w 14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2" y="7"/>
                    <a:pt x="10" y="9"/>
                    <a:pt x="13" y="14"/>
                  </a:cubicBezTo>
                  <a:cubicBezTo>
                    <a:pt x="13" y="10"/>
                    <a:pt x="14" y="5"/>
                    <a:pt x="11" y="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78" name="Freeform 1857">
              <a:extLst>
                <a:ext uri="{FF2B5EF4-FFF2-40B4-BE49-F238E27FC236}">
                  <a16:creationId xmlns:a16="http://schemas.microsoft.com/office/drawing/2014/main" id="{FDC05624-8E71-493C-9040-A2A776693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879"/>
              <a:ext cx="9" cy="22"/>
            </a:xfrm>
            <a:custGeom>
              <a:avLst/>
              <a:gdLst>
                <a:gd name="T0" fmla="*/ 29 w 5"/>
                <a:gd name="T1" fmla="*/ 0 h 12"/>
                <a:gd name="T2" fmla="*/ 0 w 5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4" y="3"/>
                    <a:pt x="1" y="9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79" name="Freeform 1858">
              <a:extLst>
                <a:ext uri="{FF2B5EF4-FFF2-40B4-BE49-F238E27FC236}">
                  <a16:creationId xmlns:a16="http://schemas.microsoft.com/office/drawing/2014/main" id="{70CC2AC6-1F89-4564-9CEA-C9C0D12F4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879"/>
              <a:ext cx="11" cy="7"/>
            </a:xfrm>
            <a:custGeom>
              <a:avLst/>
              <a:gdLst>
                <a:gd name="T0" fmla="*/ 0 w 6"/>
                <a:gd name="T1" fmla="*/ 0 h 4"/>
                <a:gd name="T2" fmla="*/ 37 w 6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2"/>
                    <a:pt x="4" y="2"/>
                    <a:pt x="6" y="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80" name="Freeform 1859">
              <a:extLst>
                <a:ext uri="{FF2B5EF4-FFF2-40B4-BE49-F238E27FC236}">
                  <a16:creationId xmlns:a16="http://schemas.microsoft.com/office/drawing/2014/main" id="{71FA91CE-2F8D-4F01-AD5D-2C20A869E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234"/>
              <a:ext cx="56" cy="111"/>
            </a:xfrm>
            <a:custGeom>
              <a:avLst/>
              <a:gdLst>
                <a:gd name="T0" fmla="*/ 0 w 30"/>
                <a:gd name="T1" fmla="*/ 0 h 59"/>
                <a:gd name="T2" fmla="*/ 91 w 30"/>
                <a:gd name="T3" fmla="*/ 181 h 59"/>
                <a:gd name="T4" fmla="*/ 196 w 30"/>
                <a:gd name="T5" fmla="*/ 39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9">
                  <a:moveTo>
                    <a:pt x="0" y="0"/>
                  </a:moveTo>
                  <a:cubicBezTo>
                    <a:pt x="0" y="10"/>
                    <a:pt x="12" y="18"/>
                    <a:pt x="14" y="27"/>
                  </a:cubicBezTo>
                  <a:cubicBezTo>
                    <a:pt x="17" y="37"/>
                    <a:pt x="21" y="53"/>
                    <a:pt x="30" y="5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81" name="Freeform 1860">
              <a:extLst>
                <a:ext uri="{FF2B5EF4-FFF2-40B4-BE49-F238E27FC236}">
                  <a16:creationId xmlns:a16="http://schemas.microsoft.com/office/drawing/2014/main" id="{4C0D9AA4-6A34-4DD2-9215-A97647CFC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260"/>
              <a:ext cx="1" cy="19"/>
            </a:xfrm>
            <a:custGeom>
              <a:avLst/>
              <a:gdLst>
                <a:gd name="T0" fmla="*/ 0 w 1"/>
                <a:gd name="T1" fmla="*/ 0 h 10"/>
                <a:gd name="T2" fmla="*/ 1 w 1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4"/>
                    <a:pt x="1" y="7"/>
                    <a:pt x="1" y="1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82" name="Freeform 1861">
              <a:extLst>
                <a:ext uri="{FF2B5EF4-FFF2-40B4-BE49-F238E27FC236}">
                  <a16:creationId xmlns:a16="http://schemas.microsoft.com/office/drawing/2014/main" id="{A6E8031F-D2E6-4F57-8AE6-128229C55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315"/>
              <a:ext cx="41" cy="95"/>
            </a:xfrm>
            <a:custGeom>
              <a:avLst/>
              <a:gdLst>
                <a:gd name="T0" fmla="*/ 0 w 22"/>
                <a:gd name="T1" fmla="*/ 104 h 51"/>
                <a:gd name="T2" fmla="*/ 142 w 22"/>
                <a:gd name="T3" fmla="*/ 330 h 51"/>
                <a:gd name="T4" fmla="*/ 52 w 22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1">
                  <a:moveTo>
                    <a:pt x="0" y="16"/>
                  </a:moveTo>
                  <a:cubicBezTo>
                    <a:pt x="2" y="31"/>
                    <a:pt x="11" y="42"/>
                    <a:pt x="22" y="51"/>
                  </a:cubicBezTo>
                  <a:cubicBezTo>
                    <a:pt x="18" y="35"/>
                    <a:pt x="15" y="15"/>
                    <a:pt x="8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83" name="Freeform 1862">
              <a:extLst>
                <a:ext uri="{FF2B5EF4-FFF2-40B4-BE49-F238E27FC236}">
                  <a16:creationId xmlns:a16="http://schemas.microsoft.com/office/drawing/2014/main" id="{0D9541FA-450C-4B2D-BD5A-24BF37472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386"/>
              <a:ext cx="62" cy="92"/>
            </a:xfrm>
            <a:custGeom>
              <a:avLst/>
              <a:gdLst>
                <a:gd name="T0" fmla="*/ 21 w 33"/>
                <a:gd name="T1" fmla="*/ 81 h 49"/>
                <a:gd name="T2" fmla="*/ 218 w 33"/>
                <a:gd name="T3" fmla="*/ 325 h 49"/>
                <a:gd name="T4" fmla="*/ 173 w 33"/>
                <a:gd name="T5" fmla="*/ 218 h 49"/>
                <a:gd name="T6" fmla="*/ 81 w 33"/>
                <a:gd name="T7" fmla="*/ 68 h 49"/>
                <a:gd name="T8" fmla="*/ 0 w 33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9">
                  <a:moveTo>
                    <a:pt x="3" y="12"/>
                  </a:moveTo>
                  <a:cubicBezTo>
                    <a:pt x="8" y="28"/>
                    <a:pt x="19" y="41"/>
                    <a:pt x="33" y="49"/>
                  </a:cubicBezTo>
                  <a:cubicBezTo>
                    <a:pt x="32" y="43"/>
                    <a:pt x="29" y="38"/>
                    <a:pt x="26" y="33"/>
                  </a:cubicBezTo>
                  <a:cubicBezTo>
                    <a:pt x="23" y="24"/>
                    <a:pt x="19" y="16"/>
                    <a:pt x="12" y="10"/>
                  </a:cubicBezTo>
                  <a:cubicBezTo>
                    <a:pt x="8" y="7"/>
                    <a:pt x="3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84" name="Freeform 1863">
              <a:extLst>
                <a:ext uri="{FF2B5EF4-FFF2-40B4-BE49-F238E27FC236}">
                  <a16:creationId xmlns:a16="http://schemas.microsoft.com/office/drawing/2014/main" id="{87E51219-5A8C-4AD8-9AD7-1E4FEB94D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330"/>
              <a:ext cx="40" cy="80"/>
            </a:xfrm>
            <a:custGeom>
              <a:avLst/>
              <a:gdLst>
                <a:gd name="T0" fmla="*/ 131 w 21"/>
                <a:gd name="T1" fmla="*/ 277 h 43"/>
                <a:gd name="T2" fmla="*/ 61 w 21"/>
                <a:gd name="T3" fmla="*/ 84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3">
                  <a:moveTo>
                    <a:pt x="19" y="43"/>
                  </a:moveTo>
                  <a:cubicBezTo>
                    <a:pt x="21" y="34"/>
                    <a:pt x="13" y="21"/>
                    <a:pt x="9" y="13"/>
                  </a:cubicBezTo>
                  <a:cubicBezTo>
                    <a:pt x="7" y="8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85" name="Freeform 1864">
              <a:extLst>
                <a:ext uri="{FF2B5EF4-FFF2-40B4-BE49-F238E27FC236}">
                  <a16:creationId xmlns:a16="http://schemas.microsoft.com/office/drawing/2014/main" id="{D4421667-6B28-4D6C-8F2E-333574D97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328"/>
              <a:ext cx="28" cy="28"/>
            </a:xfrm>
            <a:custGeom>
              <a:avLst/>
              <a:gdLst>
                <a:gd name="T0" fmla="*/ 0 w 15"/>
                <a:gd name="T1" fmla="*/ 24 h 15"/>
                <a:gd name="T2" fmla="*/ 97 w 15"/>
                <a:gd name="T3" fmla="*/ 97 h 15"/>
                <a:gd name="T4" fmla="*/ 45 w 1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4"/>
                  </a:moveTo>
                  <a:cubicBezTo>
                    <a:pt x="5" y="7"/>
                    <a:pt x="9" y="13"/>
                    <a:pt x="15" y="15"/>
                  </a:cubicBezTo>
                  <a:cubicBezTo>
                    <a:pt x="11" y="10"/>
                    <a:pt x="10" y="5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86" name="Freeform 1865">
              <a:extLst>
                <a:ext uri="{FF2B5EF4-FFF2-40B4-BE49-F238E27FC236}">
                  <a16:creationId xmlns:a16="http://schemas.microsoft.com/office/drawing/2014/main" id="{B4CE53C7-8B3D-408B-961E-FCE0CE8A4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300"/>
              <a:ext cx="56" cy="78"/>
            </a:xfrm>
            <a:custGeom>
              <a:avLst/>
              <a:gdLst>
                <a:gd name="T0" fmla="*/ 52 w 30"/>
                <a:gd name="T1" fmla="*/ 186 h 42"/>
                <a:gd name="T2" fmla="*/ 196 w 30"/>
                <a:gd name="T3" fmla="*/ 269 h 42"/>
                <a:gd name="T4" fmla="*/ 84 w 30"/>
                <a:gd name="T5" fmla="*/ 113 h 42"/>
                <a:gd name="T6" fmla="*/ 39 w 30"/>
                <a:gd name="T7" fmla="*/ 45 h 42"/>
                <a:gd name="T8" fmla="*/ 0 w 3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2">
                  <a:moveTo>
                    <a:pt x="8" y="29"/>
                  </a:moveTo>
                  <a:cubicBezTo>
                    <a:pt x="15" y="35"/>
                    <a:pt x="21" y="41"/>
                    <a:pt x="30" y="42"/>
                  </a:cubicBezTo>
                  <a:cubicBezTo>
                    <a:pt x="24" y="34"/>
                    <a:pt x="18" y="26"/>
                    <a:pt x="13" y="18"/>
                  </a:cubicBezTo>
                  <a:cubicBezTo>
                    <a:pt x="11" y="14"/>
                    <a:pt x="9" y="10"/>
                    <a:pt x="6" y="7"/>
                  </a:cubicBezTo>
                  <a:cubicBezTo>
                    <a:pt x="4" y="4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87" name="Freeform 1866">
              <a:extLst>
                <a:ext uri="{FF2B5EF4-FFF2-40B4-BE49-F238E27FC236}">
                  <a16:creationId xmlns:a16="http://schemas.microsoft.com/office/drawing/2014/main" id="{9903541E-5716-44E2-91D2-0B1EE57BF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887"/>
              <a:ext cx="61" cy="62"/>
            </a:xfrm>
            <a:custGeom>
              <a:avLst/>
              <a:gdLst>
                <a:gd name="T0" fmla="*/ 201 w 33"/>
                <a:gd name="T1" fmla="*/ 218 h 33"/>
                <a:gd name="T2" fmla="*/ 170 w 33"/>
                <a:gd name="T3" fmla="*/ 205 h 33"/>
                <a:gd name="T4" fmla="*/ 81 w 33"/>
                <a:gd name="T5" fmla="*/ 145 h 33"/>
                <a:gd name="T6" fmla="*/ 13 w 33"/>
                <a:gd name="T7" fmla="*/ 45 h 33"/>
                <a:gd name="T8" fmla="*/ 0 w 33"/>
                <a:gd name="T9" fmla="*/ 0 h 33"/>
                <a:gd name="T10" fmla="*/ 13 w 33"/>
                <a:gd name="T11" fmla="*/ 8 h 33"/>
                <a:gd name="T12" fmla="*/ 61 w 33"/>
                <a:gd name="T13" fmla="*/ 45 h 33"/>
                <a:gd name="T14" fmla="*/ 146 w 33"/>
                <a:gd name="T15" fmla="*/ 113 h 33"/>
                <a:gd name="T16" fmla="*/ 185 w 33"/>
                <a:gd name="T17" fmla="*/ 152 h 33"/>
                <a:gd name="T18" fmla="*/ 209 w 33"/>
                <a:gd name="T19" fmla="*/ 18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3">
                  <a:moveTo>
                    <a:pt x="32" y="33"/>
                  </a:moveTo>
                  <a:cubicBezTo>
                    <a:pt x="31" y="32"/>
                    <a:pt x="29" y="32"/>
                    <a:pt x="27" y="31"/>
                  </a:cubicBezTo>
                  <a:cubicBezTo>
                    <a:pt x="22" y="28"/>
                    <a:pt x="18" y="25"/>
                    <a:pt x="13" y="22"/>
                  </a:cubicBezTo>
                  <a:cubicBezTo>
                    <a:pt x="9" y="18"/>
                    <a:pt x="4" y="13"/>
                    <a:pt x="2" y="7"/>
                  </a:cubicBezTo>
                  <a:cubicBezTo>
                    <a:pt x="1" y="5"/>
                    <a:pt x="1" y="2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5" y="3"/>
                    <a:pt x="8" y="5"/>
                    <a:pt x="10" y="7"/>
                  </a:cubicBezTo>
                  <a:cubicBezTo>
                    <a:pt x="15" y="11"/>
                    <a:pt x="19" y="14"/>
                    <a:pt x="23" y="17"/>
                  </a:cubicBezTo>
                  <a:cubicBezTo>
                    <a:pt x="25" y="19"/>
                    <a:pt x="27" y="21"/>
                    <a:pt x="29" y="23"/>
                  </a:cubicBezTo>
                  <a:cubicBezTo>
                    <a:pt x="30" y="24"/>
                    <a:pt x="32" y="27"/>
                    <a:pt x="33" y="2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88" name="Freeform 1867">
              <a:extLst>
                <a:ext uri="{FF2B5EF4-FFF2-40B4-BE49-F238E27FC236}">
                  <a16:creationId xmlns:a16="http://schemas.microsoft.com/office/drawing/2014/main" id="{9C47BEEC-2D84-4E11-B9E1-95120548E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927"/>
              <a:ext cx="54" cy="26"/>
            </a:xfrm>
            <a:custGeom>
              <a:avLst/>
              <a:gdLst>
                <a:gd name="T0" fmla="*/ 188 w 29"/>
                <a:gd name="T1" fmla="*/ 89 h 14"/>
                <a:gd name="T2" fmla="*/ 76 w 29"/>
                <a:gd name="T3" fmla="*/ 24 h 14"/>
                <a:gd name="T4" fmla="*/ 0 w 29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4">
                  <a:moveTo>
                    <a:pt x="29" y="14"/>
                  </a:moveTo>
                  <a:cubicBezTo>
                    <a:pt x="26" y="8"/>
                    <a:pt x="18" y="5"/>
                    <a:pt x="12" y="4"/>
                  </a:cubicBezTo>
                  <a:cubicBezTo>
                    <a:pt x="9" y="3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89" name="Freeform 1868">
              <a:extLst>
                <a:ext uri="{FF2B5EF4-FFF2-40B4-BE49-F238E27FC236}">
                  <a16:creationId xmlns:a16="http://schemas.microsoft.com/office/drawing/2014/main" id="{81D2D885-F3D8-4284-B2F8-23EDADBC7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884"/>
              <a:ext cx="66" cy="48"/>
            </a:xfrm>
            <a:custGeom>
              <a:avLst/>
              <a:gdLst>
                <a:gd name="T0" fmla="*/ 234 w 35"/>
                <a:gd name="T1" fmla="*/ 164 h 26"/>
                <a:gd name="T2" fmla="*/ 0 w 3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6">
                  <a:moveTo>
                    <a:pt x="35" y="26"/>
                  </a:moveTo>
                  <a:cubicBezTo>
                    <a:pt x="25" y="15"/>
                    <a:pt x="13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90" name="Freeform 1869">
              <a:extLst>
                <a:ext uri="{FF2B5EF4-FFF2-40B4-BE49-F238E27FC236}">
                  <a16:creationId xmlns:a16="http://schemas.microsoft.com/office/drawing/2014/main" id="{60099E68-3584-4C18-A0C5-DE6683E1C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889"/>
              <a:ext cx="85" cy="36"/>
            </a:xfrm>
            <a:custGeom>
              <a:avLst/>
              <a:gdLst>
                <a:gd name="T0" fmla="*/ 304 w 45"/>
                <a:gd name="T1" fmla="*/ 129 h 19"/>
                <a:gd name="T2" fmla="*/ 93 w 45"/>
                <a:gd name="T3" fmla="*/ 15 h 19"/>
                <a:gd name="T4" fmla="*/ 0 w 4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9">
                  <a:moveTo>
                    <a:pt x="45" y="19"/>
                  </a:moveTo>
                  <a:cubicBezTo>
                    <a:pt x="40" y="10"/>
                    <a:pt x="23" y="4"/>
                    <a:pt x="14" y="2"/>
                  </a:cubicBez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91" name="Freeform 1870">
              <a:extLst>
                <a:ext uri="{FF2B5EF4-FFF2-40B4-BE49-F238E27FC236}">
                  <a16:creationId xmlns:a16="http://schemas.microsoft.com/office/drawing/2014/main" id="{82B4E9EF-9EDF-4886-98B4-B47F38C3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822"/>
              <a:ext cx="82" cy="77"/>
            </a:xfrm>
            <a:custGeom>
              <a:avLst/>
              <a:gdLst>
                <a:gd name="T0" fmla="*/ 285 w 44"/>
                <a:gd name="T1" fmla="*/ 272 h 41"/>
                <a:gd name="T2" fmla="*/ 201 w 44"/>
                <a:gd name="T3" fmla="*/ 233 h 41"/>
                <a:gd name="T4" fmla="*/ 104 w 44"/>
                <a:gd name="T5" fmla="*/ 160 h 41"/>
                <a:gd name="T6" fmla="*/ 0 w 44"/>
                <a:gd name="T7" fmla="*/ 0 h 41"/>
                <a:gd name="T8" fmla="*/ 73 w 44"/>
                <a:gd name="T9" fmla="*/ 45 h 41"/>
                <a:gd name="T10" fmla="*/ 181 w 44"/>
                <a:gd name="T11" fmla="*/ 137 h 41"/>
                <a:gd name="T12" fmla="*/ 265 w 44"/>
                <a:gd name="T13" fmla="*/ 233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1">
                  <a:moveTo>
                    <a:pt x="44" y="41"/>
                  </a:moveTo>
                  <a:cubicBezTo>
                    <a:pt x="40" y="39"/>
                    <a:pt x="35" y="38"/>
                    <a:pt x="31" y="35"/>
                  </a:cubicBezTo>
                  <a:cubicBezTo>
                    <a:pt x="26" y="32"/>
                    <a:pt x="20" y="28"/>
                    <a:pt x="16" y="24"/>
                  </a:cubicBezTo>
                  <a:cubicBezTo>
                    <a:pt x="9" y="18"/>
                    <a:pt x="3" y="8"/>
                    <a:pt x="0" y="0"/>
                  </a:cubicBezTo>
                  <a:cubicBezTo>
                    <a:pt x="3" y="2"/>
                    <a:pt x="8" y="4"/>
                    <a:pt x="11" y="7"/>
                  </a:cubicBezTo>
                  <a:cubicBezTo>
                    <a:pt x="17" y="11"/>
                    <a:pt x="23" y="16"/>
                    <a:pt x="28" y="21"/>
                  </a:cubicBezTo>
                  <a:cubicBezTo>
                    <a:pt x="33" y="25"/>
                    <a:pt x="37" y="30"/>
                    <a:pt x="41" y="3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92" name="Freeform 1871">
              <a:extLst>
                <a:ext uri="{FF2B5EF4-FFF2-40B4-BE49-F238E27FC236}">
                  <a16:creationId xmlns:a16="http://schemas.microsoft.com/office/drawing/2014/main" id="{7402E6DD-723A-425D-AC02-FAA26F8D7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850"/>
              <a:ext cx="47" cy="47"/>
            </a:xfrm>
            <a:custGeom>
              <a:avLst/>
              <a:gdLst>
                <a:gd name="T0" fmla="*/ 165 w 25"/>
                <a:gd name="T1" fmla="*/ 165 h 25"/>
                <a:gd name="T2" fmla="*/ 68 w 25"/>
                <a:gd name="T3" fmla="*/ 113 h 25"/>
                <a:gd name="T4" fmla="*/ 0 w 25"/>
                <a:gd name="T5" fmla="*/ 0 h 25"/>
                <a:gd name="T6" fmla="*/ 81 w 25"/>
                <a:gd name="T7" fmla="*/ 3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5" y="25"/>
                  </a:moveTo>
                  <a:cubicBezTo>
                    <a:pt x="20" y="22"/>
                    <a:pt x="14" y="21"/>
                    <a:pt x="10" y="17"/>
                  </a:cubicBezTo>
                  <a:cubicBezTo>
                    <a:pt x="5" y="12"/>
                    <a:pt x="3" y="6"/>
                    <a:pt x="0" y="0"/>
                  </a:cubicBezTo>
                  <a:cubicBezTo>
                    <a:pt x="3" y="2"/>
                    <a:pt x="8" y="7"/>
                    <a:pt x="12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93" name="Freeform 1872">
              <a:extLst>
                <a:ext uri="{FF2B5EF4-FFF2-40B4-BE49-F238E27FC236}">
                  <a16:creationId xmlns:a16="http://schemas.microsoft.com/office/drawing/2014/main" id="{E1AC129D-EBD6-4BE5-8FE4-B2241C216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841"/>
              <a:ext cx="53" cy="46"/>
            </a:xfrm>
            <a:custGeom>
              <a:avLst/>
              <a:gdLst>
                <a:gd name="T0" fmla="*/ 176 w 28"/>
                <a:gd name="T1" fmla="*/ 156 h 25"/>
                <a:gd name="T2" fmla="*/ 97 w 28"/>
                <a:gd name="T3" fmla="*/ 98 h 25"/>
                <a:gd name="T4" fmla="*/ 0 w 28"/>
                <a:gd name="T5" fmla="*/ 7 h 25"/>
                <a:gd name="T6" fmla="*/ 115 w 28"/>
                <a:gd name="T7" fmla="*/ 13 h 25"/>
                <a:gd name="T8" fmla="*/ 189 w 28"/>
                <a:gd name="T9" fmla="*/ 5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5">
                  <a:moveTo>
                    <a:pt x="26" y="25"/>
                  </a:moveTo>
                  <a:cubicBezTo>
                    <a:pt x="22" y="23"/>
                    <a:pt x="18" y="19"/>
                    <a:pt x="14" y="16"/>
                  </a:cubicBezTo>
                  <a:cubicBezTo>
                    <a:pt x="10" y="12"/>
                    <a:pt x="2" y="7"/>
                    <a:pt x="0" y="1"/>
                  </a:cubicBezTo>
                  <a:cubicBezTo>
                    <a:pt x="5" y="3"/>
                    <a:pt x="11" y="0"/>
                    <a:pt x="17" y="2"/>
                  </a:cubicBezTo>
                  <a:cubicBezTo>
                    <a:pt x="21" y="3"/>
                    <a:pt x="24" y="6"/>
                    <a:pt x="28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94" name="Freeform 1873">
              <a:extLst>
                <a:ext uri="{FF2B5EF4-FFF2-40B4-BE49-F238E27FC236}">
                  <a16:creationId xmlns:a16="http://schemas.microsoft.com/office/drawing/2014/main" id="{7E78900B-1B77-4AA7-AE70-64DAE5E9D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809"/>
              <a:ext cx="67" cy="35"/>
            </a:xfrm>
            <a:custGeom>
              <a:avLst/>
              <a:gdLst>
                <a:gd name="T0" fmla="*/ 233 w 36"/>
                <a:gd name="T1" fmla="*/ 118 h 19"/>
                <a:gd name="T2" fmla="*/ 76 w 36"/>
                <a:gd name="T3" fmla="*/ 31 h 19"/>
                <a:gd name="T4" fmla="*/ 0 w 36"/>
                <a:gd name="T5" fmla="*/ 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9">
                  <a:moveTo>
                    <a:pt x="36" y="19"/>
                  </a:moveTo>
                  <a:cubicBezTo>
                    <a:pt x="27" y="15"/>
                    <a:pt x="20" y="9"/>
                    <a:pt x="12" y="5"/>
                  </a:cubicBezTo>
                  <a:cubicBezTo>
                    <a:pt x="9" y="4"/>
                    <a:pt x="3" y="0"/>
                    <a:pt x="0" y="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95" name="Freeform 1874">
              <a:extLst>
                <a:ext uri="{FF2B5EF4-FFF2-40B4-BE49-F238E27FC236}">
                  <a16:creationId xmlns:a16="http://schemas.microsoft.com/office/drawing/2014/main" id="{FBBC167F-61BD-4C6D-8226-CA874E95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813"/>
              <a:ext cx="78" cy="30"/>
            </a:xfrm>
            <a:custGeom>
              <a:avLst/>
              <a:gdLst>
                <a:gd name="T0" fmla="*/ 0 w 42"/>
                <a:gd name="T1" fmla="*/ 8 h 16"/>
                <a:gd name="T2" fmla="*/ 193 w 42"/>
                <a:gd name="T3" fmla="*/ 45 h 16"/>
                <a:gd name="T4" fmla="*/ 269 w 42"/>
                <a:gd name="T5" fmla="*/ 10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6">
                  <a:moveTo>
                    <a:pt x="0" y="1"/>
                  </a:moveTo>
                  <a:cubicBezTo>
                    <a:pt x="10" y="0"/>
                    <a:pt x="22" y="1"/>
                    <a:pt x="30" y="7"/>
                  </a:cubicBezTo>
                  <a:cubicBezTo>
                    <a:pt x="34" y="10"/>
                    <a:pt x="38" y="14"/>
                    <a:pt x="42" y="1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96" name="Freeform 1875">
              <a:extLst>
                <a:ext uri="{FF2B5EF4-FFF2-40B4-BE49-F238E27FC236}">
                  <a16:creationId xmlns:a16="http://schemas.microsoft.com/office/drawing/2014/main" id="{285CD803-58CD-4C8C-9E05-EAF0D58E6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771"/>
              <a:ext cx="61" cy="72"/>
            </a:xfrm>
            <a:custGeom>
              <a:avLst/>
              <a:gdLst>
                <a:gd name="T0" fmla="*/ 209 w 33"/>
                <a:gd name="T1" fmla="*/ 258 h 38"/>
                <a:gd name="T2" fmla="*/ 165 w 33"/>
                <a:gd name="T3" fmla="*/ 229 h 38"/>
                <a:gd name="T4" fmla="*/ 96 w 33"/>
                <a:gd name="T5" fmla="*/ 157 h 38"/>
                <a:gd name="T6" fmla="*/ 0 w 33"/>
                <a:gd name="T7" fmla="*/ 0 h 38"/>
                <a:gd name="T8" fmla="*/ 44 w 33"/>
                <a:gd name="T9" fmla="*/ 32 h 38"/>
                <a:gd name="T10" fmla="*/ 113 w 33"/>
                <a:gd name="T11" fmla="*/ 97 h 38"/>
                <a:gd name="T12" fmla="*/ 189 w 33"/>
                <a:gd name="T13" fmla="*/ 18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8">
                  <a:moveTo>
                    <a:pt x="33" y="38"/>
                  </a:moveTo>
                  <a:cubicBezTo>
                    <a:pt x="32" y="36"/>
                    <a:pt x="29" y="35"/>
                    <a:pt x="26" y="34"/>
                  </a:cubicBezTo>
                  <a:cubicBezTo>
                    <a:pt x="22" y="31"/>
                    <a:pt x="18" y="27"/>
                    <a:pt x="15" y="23"/>
                  </a:cubicBezTo>
                  <a:cubicBezTo>
                    <a:pt x="9" y="17"/>
                    <a:pt x="3" y="8"/>
                    <a:pt x="0" y="0"/>
                  </a:cubicBezTo>
                  <a:cubicBezTo>
                    <a:pt x="2" y="0"/>
                    <a:pt x="5" y="3"/>
                    <a:pt x="7" y="5"/>
                  </a:cubicBezTo>
                  <a:cubicBezTo>
                    <a:pt x="11" y="8"/>
                    <a:pt x="15" y="11"/>
                    <a:pt x="18" y="14"/>
                  </a:cubicBezTo>
                  <a:cubicBezTo>
                    <a:pt x="23" y="18"/>
                    <a:pt x="26" y="23"/>
                    <a:pt x="30" y="2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97" name="Freeform 1876">
              <a:extLst>
                <a:ext uri="{FF2B5EF4-FFF2-40B4-BE49-F238E27FC236}">
                  <a16:creationId xmlns:a16="http://schemas.microsoft.com/office/drawing/2014/main" id="{E5F8FC48-3BFF-4338-993B-A79681F5B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786"/>
              <a:ext cx="32" cy="45"/>
            </a:xfrm>
            <a:custGeom>
              <a:avLst/>
              <a:gdLst>
                <a:gd name="T0" fmla="*/ 113 w 17"/>
                <a:gd name="T1" fmla="*/ 158 h 24"/>
                <a:gd name="T2" fmla="*/ 0 w 17"/>
                <a:gd name="T3" fmla="*/ 0 h 24"/>
                <a:gd name="T4" fmla="*/ 113 w 17"/>
                <a:gd name="T5" fmla="*/ 7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24"/>
                  </a:moveTo>
                  <a:cubicBezTo>
                    <a:pt x="10" y="19"/>
                    <a:pt x="0" y="10"/>
                    <a:pt x="0" y="0"/>
                  </a:cubicBezTo>
                  <a:cubicBezTo>
                    <a:pt x="4" y="4"/>
                    <a:pt x="12" y="9"/>
                    <a:pt x="17" y="1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98" name="Freeform 1877">
              <a:extLst>
                <a:ext uri="{FF2B5EF4-FFF2-40B4-BE49-F238E27FC236}">
                  <a16:creationId xmlns:a16="http://schemas.microsoft.com/office/drawing/2014/main" id="{06A8A475-5105-477F-A169-8EB3EE4B4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770"/>
              <a:ext cx="73" cy="41"/>
            </a:xfrm>
            <a:custGeom>
              <a:avLst/>
              <a:gdLst>
                <a:gd name="T0" fmla="*/ 73 w 39"/>
                <a:gd name="T1" fmla="*/ 129 h 22"/>
                <a:gd name="T2" fmla="*/ 0 w 39"/>
                <a:gd name="T3" fmla="*/ 0 h 22"/>
                <a:gd name="T4" fmla="*/ 120 w 39"/>
                <a:gd name="T5" fmla="*/ 65 h 22"/>
                <a:gd name="T6" fmla="*/ 256 w 39"/>
                <a:gd name="T7" fmla="*/ 14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2">
                  <a:moveTo>
                    <a:pt x="11" y="20"/>
                  </a:moveTo>
                  <a:cubicBezTo>
                    <a:pt x="5" y="15"/>
                    <a:pt x="0" y="7"/>
                    <a:pt x="0" y="0"/>
                  </a:cubicBezTo>
                  <a:cubicBezTo>
                    <a:pt x="6" y="4"/>
                    <a:pt x="11" y="8"/>
                    <a:pt x="18" y="10"/>
                  </a:cubicBezTo>
                  <a:cubicBezTo>
                    <a:pt x="31" y="16"/>
                    <a:pt x="39" y="22"/>
                    <a:pt x="39" y="2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99" name="Freeform 1878">
              <a:extLst>
                <a:ext uri="{FF2B5EF4-FFF2-40B4-BE49-F238E27FC236}">
                  <a16:creationId xmlns:a16="http://schemas.microsoft.com/office/drawing/2014/main" id="{F69BBB0B-B5F3-486C-980E-CE7505330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751"/>
              <a:ext cx="45" cy="37"/>
            </a:xfrm>
            <a:custGeom>
              <a:avLst/>
              <a:gdLst>
                <a:gd name="T0" fmla="*/ 158 w 24"/>
                <a:gd name="T1" fmla="*/ 126 h 20"/>
                <a:gd name="T2" fmla="*/ 92 w 24"/>
                <a:gd name="T3" fmla="*/ 96 h 20"/>
                <a:gd name="T4" fmla="*/ 0 w 24"/>
                <a:gd name="T5" fmla="*/ 0 h 20"/>
                <a:gd name="T6" fmla="*/ 144 w 24"/>
                <a:gd name="T7" fmla="*/ 6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24" y="20"/>
                  </a:moveTo>
                  <a:cubicBezTo>
                    <a:pt x="21" y="19"/>
                    <a:pt x="17" y="17"/>
                    <a:pt x="14" y="15"/>
                  </a:cubicBezTo>
                  <a:cubicBezTo>
                    <a:pt x="8" y="11"/>
                    <a:pt x="4" y="5"/>
                    <a:pt x="0" y="0"/>
                  </a:cubicBezTo>
                  <a:cubicBezTo>
                    <a:pt x="7" y="3"/>
                    <a:pt x="17" y="5"/>
                    <a:pt x="22" y="1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00" name="Freeform 1879">
              <a:extLst>
                <a:ext uri="{FF2B5EF4-FFF2-40B4-BE49-F238E27FC236}">
                  <a16:creationId xmlns:a16="http://schemas.microsoft.com/office/drawing/2014/main" id="{39A944E2-E3E1-4316-8C77-45193BB04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738"/>
              <a:ext cx="49" cy="39"/>
            </a:xfrm>
            <a:custGeom>
              <a:avLst/>
              <a:gdLst>
                <a:gd name="T0" fmla="*/ 0 w 26"/>
                <a:gd name="T1" fmla="*/ 0 h 21"/>
                <a:gd name="T2" fmla="*/ 141 w 26"/>
                <a:gd name="T3" fmla="*/ 65 h 21"/>
                <a:gd name="T4" fmla="*/ 173 w 26"/>
                <a:gd name="T5" fmla="*/ 13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8" y="2"/>
                    <a:pt x="16" y="3"/>
                    <a:pt x="21" y="10"/>
                  </a:cubicBezTo>
                  <a:cubicBezTo>
                    <a:pt x="24" y="13"/>
                    <a:pt x="25" y="17"/>
                    <a:pt x="26" y="2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01" name="Freeform 1880">
              <a:extLst>
                <a:ext uri="{FF2B5EF4-FFF2-40B4-BE49-F238E27FC236}">
                  <a16:creationId xmlns:a16="http://schemas.microsoft.com/office/drawing/2014/main" id="{E69AECA7-6328-4236-80CA-D1542F5E7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706"/>
              <a:ext cx="43" cy="56"/>
            </a:xfrm>
            <a:custGeom>
              <a:avLst/>
              <a:gdLst>
                <a:gd name="T0" fmla="*/ 150 w 23"/>
                <a:gd name="T1" fmla="*/ 196 h 30"/>
                <a:gd name="T2" fmla="*/ 112 w 23"/>
                <a:gd name="T3" fmla="*/ 149 h 30"/>
                <a:gd name="T4" fmla="*/ 39 w 23"/>
                <a:gd name="T5" fmla="*/ 73 h 30"/>
                <a:gd name="T6" fmla="*/ 0 w 2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0">
                  <a:moveTo>
                    <a:pt x="23" y="30"/>
                  </a:moveTo>
                  <a:cubicBezTo>
                    <a:pt x="22" y="28"/>
                    <a:pt x="19" y="24"/>
                    <a:pt x="17" y="23"/>
                  </a:cubicBezTo>
                  <a:cubicBezTo>
                    <a:pt x="13" y="20"/>
                    <a:pt x="9" y="16"/>
                    <a:pt x="6" y="11"/>
                  </a:cubicBezTo>
                  <a:cubicBezTo>
                    <a:pt x="4" y="8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02" name="Freeform 1881">
              <a:extLst>
                <a:ext uri="{FF2B5EF4-FFF2-40B4-BE49-F238E27FC236}">
                  <a16:creationId xmlns:a16="http://schemas.microsoft.com/office/drawing/2014/main" id="{402B3A0C-F8A7-4100-995C-BB78B1FD6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36"/>
              <a:ext cx="88" cy="62"/>
            </a:xfrm>
            <a:custGeom>
              <a:avLst/>
              <a:gdLst>
                <a:gd name="T0" fmla="*/ 0 w 47"/>
                <a:gd name="T1" fmla="*/ 8 h 33"/>
                <a:gd name="T2" fmla="*/ 21 w 47"/>
                <a:gd name="T3" fmla="*/ 0 h 33"/>
                <a:gd name="T4" fmla="*/ 60 w 47"/>
                <a:gd name="T5" fmla="*/ 0 h 33"/>
                <a:gd name="T6" fmla="*/ 165 w 47"/>
                <a:gd name="T7" fmla="*/ 45 h 33"/>
                <a:gd name="T8" fmla="*/ 257 w 47"/>
                <a:gd name="T9" fmla="*/ 105 h 33"/>
                <a:gd name="T10" fmla="*/ 309 w 47"/>
                <a:gd name="T11" fmla="*/ 21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33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7" y="0"/>
                    <a:pt x="9" y="0"/>
                  </a:cubicBezTo>
                  <a:cubicBezTo>
                    <a:pt x="15" y="0"/>
                    <a:pt x="20" y="5"/>
                    <a:pt x="25" y="7"/>
                  </a:cubicBezTo>
                  <a:cubicBezTo>
                    <a:pt x="31" y="9"/>
                    <a:pt x="35" y="12"/>
                    <a:pt x="39" y="16"/>
                  </a:cubicBezTo>
                  <a:cubicBezTo>
                    <a:pt x="46" y="22"/>
                    <a:pt x="47" y="33"/>
                    <a:pt x="47" y="3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03" name="Freeform 1882">
              <a:extLst>
                <a:ext uri="{FF2B5EF4-FFF2-40B4-BE49-F238E27FC236}">
                  <a16:creationId xmlns:a16="http://schemas.microsoft.com/office/drawing/2014/main" id="{7D0B7033-3EF6-44EA-BC9F-F9DD20B05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762"/>
              <a:ext cx="22" cy="24"/>
            </a:xfrm>
            <a:custGeom>
              <a:avLst/>
              <a:gdLst>
                <a:gd name="T0" fmla="*/ 73 w 12"/>
                <a:gd name="T1" fmla="*/ 81 h 13"/>
                <a:gd name="T2" fmla="*/ 0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13"/>
                  </a:moveTo>
                  <a:cubicBezTo>
                    <a:pt x="5" y="7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04" name="Freeform 1883">
              <a:extLst>
                <a:ext uri="{FF2B5EF4-FFF2-40B4-BE49-F238E27FC236}">
                  <a16:creationId xmlns:a16="http://schemas.microsoft.com/office/drawing/2014/main" id="{C57B086B-73C8-4DB5-AB48-5BC7E678E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755"/>
              <a:ext cx="58" cy="35"/>
            </a:xfrm>
            <a:custGeom>
              <a:avLst/>
              <a:gdLst>
                <a:gd name="T0" fmla="*/ 0 w 31"/>
                <a:gd name="T1" fmla="*/ 0 h 19"/>
                <a:gd name="T2" fmla="*/ 204 w 31"/>
                <a:gd name="T3" fmla="*/ 11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9">
                  <a:moveTo>
                    <a:pt x="0" y="0"/>
                  </a:moveTo>
                  <a:cubicBezTo>
                    <a:pt x="13" y="6"/>
                    <a:pt x="26" y="12"/>
                    <a:pt x="31" y="1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05" name="Freeform 1884">
              <a:extLst>
                <a:ext uri="{FF2B5EF4-FFF2-40B4-BE49-F238E27FC236}">
                  <a16:creationId xmlns:a16="http://schemas.microsoft.com/office/drawing/2014/main" id="{AC1B76C6-920E-4B6F-B1FF-0316B8BB9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706"/>
              <a:ext cx="107" cy="65"/>
            </a:xfrm>
            <a:custGeom>
              <a:avLst/>
              <a:gdLst>
                <a:gd name="T0" fmla="*/ 377 w 57"/>
                <a:gd name="T1" fmla="*/ 225 h 35"/>
                <a:gd name="T2" fmla="*/ 197 w 57"/>
                <a:gd name="T3" fmla="*/ 121 h 35"/>
                <a:gd name="T4" fmla="*/ 0 w 5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5">
                  <a:moveTo>
                    <a:pt x="57" y="35"/>
                  </a:moveTo>
                  <a:cubicBezTo>
                    <a:pt x="51" y="26"/>
                    <a:pt x="36" y="26"/>
                    <a:pt x="30" y="19"/>
                  </a:cubicBezTo>
                  <a:cubicBezTo>
                    <a:pt x="22" y="12"/>
                    <a:pt x="1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06" name="Freeform 1885">
              <a:extLst>
                <a:ext uri="{FF2B5EF4-FFF2-40B4-BE49-F238E27FC236}">
                  <a16:creationId xmlns:a16="http://schemas.microsoft.com/office/drawing/2014/main" id="{2619A56B-79E6-4E42-8CDD-74E2FB8F2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747"/>
              <a:ext cx="11" cy="15"/>
            </a:xfrm>
            <a:custGeom>
              <a:avLst/>
              <a:gdLst>
                <a:gd name="T0" fmla="*/ 37 w 6"/>
                <a:gd name="T1" fmla="*/ 53 h 8"/>
                <a:gd name="T2" fmla="*/ 0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8"/>
                  </a:moveTo>
                  <a:cubicBezTo>
                    <a:pt x="4" y="5"/>
                    <a:pt x="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07" name="Freeform 1886">
              <a:extLst>
                <a:ext uri="{FF2B5EF4-FFF2-40B4-BE49-F238E27FC236}">
                  <a16:creationId xmlns:a16="http://schemas.microsoft.com/office/drawing/2014/main" id="{86FF7269-663E-4ADC-9FFA-4B947932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728"/>
              <a:ext cx="90" cy="45"/>
            </a:xfrm>
            <a:custGeom>
              <a:avLst/>
              <a:gdLst>
                <a:gd name="T0" fmla="*/ 197 w 48"/>
                <a:gd name="T1" fmla="*/ 32 h 24"/>
                <a:gd name="T2" fmla="*/ 0 w 48"/>
                <a:gd name="T3" fmla="*/ 28 h 24"/>
                <a:gd name="T4" fmla="*/ 180 w 48"/>
                <a:gd name="T5" fmla="*/ 105 h 24"/>
                <a:gd name="T6" fmla="*/ 257 w 48"/>
                <a:gd name="T7" fmla="*/ 137 h 24"/>
                <a:gd name="T8" fmla="*/ 317 w 48"/>
                <a:gd name="T9" fmla="*/ 15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4">
                  <a:moveTo>
                    <a:pt x="30" y="5"/>
                  </a:moveTo>
                  <a:cubicBezTo>
                    <a:pt x="22" y="4"/>
                    <a:pt x="8" y="0"/>
                    <a:pt x="0" y="4"/>
                  </a:cubicBezTo>
                  <a:cubicBezTo>
                    <a:pt x="9" y="8"/>
                    <a:pt x="18" y="11"/>
                    <a:pt x="27" y="16"/>
                  </a:cubicBezTo>
                  <a:cubicBezTo>
                    <a:pt x="31" y="18"/>
                    <a:pt x="35" y="20"/>
                    <a:pt x="39" y="21"/>
                  </a:cubicBezTo>
                  <a:cubicBezTo>
                    <a:pt x="42" y="23"/>
                    <a:pt x="46" y="23"/>
                    <a:pt x="48" y="2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08" name="Freeform 1887">
              <a:extLst>
                <a:ext uri="{FF2B5EF4-FFF2-40B4-BE49-F238E27FC236}">
                  <a16:creationId xmlns:a16="http://schemas.microsoft.com/office/drawing/2014/main" id="{CBF57383-9FFB-4AC6-B4B3-B20416CD4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362"/>
              <a:ext cx="52" cy="52"/>
            </a:xfrm>
            <a:custGeom>
              <a:avLst/>
              <a:gdLst>
                <a:gd name="T0" fmla="*/ 0 w 28"/>
                <a:gd name="T1" fmla="*/ 0 h 28"/>
                <a:gd name="T2" fmla="*/ 180 w 28"/>
                <a:gd name="T3" fmla="*/ 180 h 28"/>
                <a:gd name="T4" fmla="*/ 97 w 28"/>
                <a:gd name="T5" fmla="*/ 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3" y="14"/>
                    <a:pt x="17" y="22"/>
                    <a:pt x="28" y="28"/>
                  </a:cubicBezTo>
                  <a:cubicBezTo>
                    <a:pt x="25" y="21"/>
                    <a:pt x="21" y="9"/>
                    <a:pt x="15" y="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09" name="Freeform 1888">
              <a:extLst>
                <a:ext uri="{FF2B5EF4-FFF2-40B4-BE49-F238E27FC236}">
                  <a16:creationId xmlns:a16="http://schemas.microsoft.com/office/drawing/2014/main" id="{9E748EB0-B8EC-4117-99AF-EF6D96720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367"/>
              <a:ext cx="80" cy="73"/>
            </a:xfrm>
            <a:custGeom>
              <a:avLst/>
              <a:gdLst>
                <a:gd name="T0" fmla="*/ 0 w 43"/>
                <a:gd name="T1" fmla="*/ 0 h 39"/>
                <a:gd name="T2" fmla="*/ 112 w 43"/>
                <a:gd name="T3" fmla="*/ 178 h 39"/>
                <a:gd name="T4" fmla="*/ 277 w 43"/>
                <a:gd name="T5" fmla="*/ 256 h 39"/>
                <a:gd name="T6" fmla="*/ 180 w 43"/>
                <a:gd name="T7" fmla="*/ 125 h 39"/>
                <a:gd name="T8" fmla="*/ 89 w 43"/>
                <a:gd name="T9" fmla="*/ 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9">
                  <a:moveTo>
                    <a:pt x="0" y="0"/>
                  </a:moveTo>
                  <a:cubicBezTo>
                    <a:pt x="7" y="8"/>
                    <a:pt x="9" y="20"/>
                    <a:pt x="17" y="27"/>
                  </a:cubicBezTo>
                  <a:cubicBezTo>
                    <a:pt x="24" y="34"/>
                    <a:pt x="34" y="36"/>
                    <a:pt x="43" y="39"/>
                  </a:cubicBezTo>
                  <a:cubicBezTo>
                    <a:pt x="38" y="33"/>
                    <a:pt x="33" y="25"/>
                    <a:pt x="28" y="19"/>
                  </a:cubicBezTo>
                  <a:cubicBezTo>
                    <a:pt x="23" y="15"/>
                    <a:pt x="17" y="12"/>
                    <a:pt x="14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10" name="Freeform 1889">
              <a:extLst>
                <a:ext uri="{FF2B5EF4-FFF2-40B4-BE49-F238E27FC236}">
                  <a16:creationId xmlns:a16="http://schemas.microsoft.com/office/drawing/2014/main" id="{197ED1C4-3C80-495F-9022-ADC1CD70E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397"/>
              <a:ext cx="49" cy="94"/>
            </a:xfrm>
            <a:custGeom>
              <a:avLst/>
              <a:gdLst>
                <a:gd name="T0" fmla="*/ 0 w 26"/>
                <a:gd name="T1" fmla="*/ 0 h 50"/>
                <a:gd name="T2" fmla="*/ 107 w 26"/>
                <a:gd name="T3" fmla="*/ 137 h 50"/>
                <a:gd name="T4" fmla="*/ 173 w 26"/>
                <a:gd name="T5" fmla="*/ 333 h 50"/>
                <a:gd name="T6" fmla="*/ 47 w 26"/>
                <a:gd name="T7" fmla="*/ 19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0">
                  <a:moveTo>
                    <a:pt x="0" y="0"/>
                  </a:moveTo>
                  <a:cubicBezTo>
                    <a:pt x="6" y="7"/>
                    <a:pt x="12" y="12"/>
                    <a:pt x="16" y="21"/>
                  </a:cubicBezTo>
                  <a:cubicBezTo>
                    <a:pt x="19" y="31"/>
                    <a:pt x="23" y="40"/>
                    <a:pt x="26" y="50"/>
                  </a:cubicBezTo>
                  <a:cubicBezTo>
                    <a:pt x="20" y="44"/>
                    <a:pt x="11" y="38"/>
                    <a:pt x="7" y="3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11" name="Freeform 1890">
              <a:extLst>
                <a:ext uri="{FF2B5EF4-FFF2-40B4-BE49-F238E27FC236}">
                  <a16:creationId xmlns:a16="http://schemas.microsoft.com/office/drawing/2014/main" id="{CD5CE3D0-87E0-4ABC-8012-E13A099CF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474"/>
              <a:ext cx="74" cy="77"/>
            </a:xfrm>
            <a:custGeom>
              <a:avLst/>
              <a:gdLst>
                <a:gd name="T0" fmla="*/ 0 w 40"/>
                <a:gd name="T1" fmla="*/ 0 h 41"/>
                <a:gd name="T2" fmla="*/ 253 w 40"/>
                <a:gd name="T3" fmla="*/ 272 h 41"/>
                <a:gd name="T4" fmla="*/ 76 w 40"/>
                <a:gd name="T5" fmla="*/ 4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1">
                  <a:moveTo>
                    <a:pt x="0" y="0"/>
                  </a:moveTo>
                  <a:cubicBezTo>
                    <a:pt x="3" y="18"/>
                    <a:pt x="25" y="32"/>
                    <a:pt x="40" y="41"/>
                  </a:cubicBezTo>
                  <a:cubicBezTo>
                    <a:pt x="34" y="29"/>
                    <a:pt x="23" y="15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12" name="Freeform 1891">
              <a:extLst>
                <a:ext uri="{FF2B5EF4-FFF2-40B4-BE49-F238E27FC236}">
                  <a16:creationId xmlns:a16="http://schemas.microsoft.com/office/drawing/2014/main" id="{C72BED6E-A9EE-4580-8774-7937A2DEE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414"/>
              <a:ext cx="84" cy="49"/>
            </a:xfrm>
            <a:custGeom>
              <a:avLst/>
              <a:gdLst>
                <a:gd name="T0" fmla="*/ 0 w 45"/>
                <a:gd name="T1" fmla="*/ 0 h 26"/>
                <a:gd name="T2" fmla="*/ 121 w 45"/>
                <a:gd name="T3" fmla="*/ 145 h 26"/>
                <a:gd name="T4" fmla="*/ 220 w 45"/>
                <a:gd name="T5" fmla="*/ 173 h 26"/>
                <a:gd name="T6" fmla="*/ 293 w 45"/>
                <a:gd name="T7" fmla="*/ 173 h 26"/>
                <a:gd name="T8" fmla="*/ 209 w 45"/>
                <a:gd name="T9" fmla="*/ 9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6">
                  <a:moveTo>
                    <a:pt x="0" y="0"/>
                  </a:moveTo>
                  <a:cubicBezTo>
                    <a:pt x="4" y="10"/>
                    <a:pt x="9" y="17"/>
                    <a:pt x="19" y="22"/>
                  </a:cubicBezTo>
                  <a:cubicBezTo>
                    <a:pt x="23" y="24"/>
                    <a:pt x="29" y="25"/>
                    <a:pt x="34" y="26"/>
                  </a:cubicBezTo>
                  <a:cubicBezTo>
                    <a:pt x="38" y="26"/>
                    <a:pt x="42" y="25"/>
                    <a:pt x="45" y="26"/>
                  </a:cubicBezTo>
                  <a:cubicBezTo>
                    <a:pt x="42" y="21"/>
                    <a:pt x="36" y="17"/>
                    <a:pt x="32" y="1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13" name="Freeform 1892">
              <a:extLst>
                <a:ext uri="{FF2B5EF4-FFF2-40B4-BE49-F238E27FC236}">
                  <a16:creationId xmlns:a16="http://schemas.microsoft.com/office/drawing/2014/main" id="{27744E84-2D9A-490C-AF10-20B703806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466"/>
              <a:ext cx="35" cy="27"/>
            </a:xfrm>
            <a:custGeom>
              <a:avLst/>
              <a:gdLst>
                <a:gd name="T0" fmla="*/ 57 w 19"/>
                <a:gd name="T1" fmla="*/ 93 h 14"/>
                <a:gd name="T2" fmla="*/ 0 w 19"/>
                <a:gd name="T3" fmla="*/ 0 h 14"/>
                <a:gd name="T4" fmla="*/ 68 w 19"/>
                <a:gd name="T5" fmla="*/ 52 h 14"/>
                <a:gd name="T6" fmla="*/ 118 w 19"/>
                <a:gd name="T7" fmla="*/ 10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9" y="13"/>
                  </a:moveTo>
                  <a:cubicBezTo>
                    <a:pt x="4" y="10"/>
                    <a:pt x="3" y="4"/>
                    <a:pt x="0" y="0"/>
                  </a:cubicBezTo>
                  <a:cubicBezTo>
                    <a:pt x="3" y="2"/>
                    <a:pt x="7" y="4"/>
                    <a:pt x="11" y="7"/>
                  </a:cubicBezTo>
                  <a:cubicBezTo>
                    <a:pt x="13" y="9"/>
                    <a:pt x="16" y="12"/>
                    <a:pt x="19" y="1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14" name="Freeform 1893">
              <a:extLst>
                <a:ext uri="{FF2B5EF4-FFF2-40B4-BE49-F238E27FC236}">
                  <a16:creationId xmlns:a16="http://schemas.microsoft.com/office/drawing/2014/main" id="{E9FC1122-668E-43DE-9DCE-FC083DAE1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494"/>
              <a:ext cx="6" cy="17"/>
            </a:xfrm>
            <a:custGeom>
              <a:avLst/>
              <a:gdLst>
                <a:gd name="T0" fmla="*/ 0 w 3"/>
                <a:gd name="T1" fmla="*/ 0 h 9"/>
                <a:gd name="T2" fmla="*/ 24 w 3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1" y="3"/>
                    <a:pt x="2" y="6"/>
                    <a:pt x="3" y="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15" name="Freeform 1894">
              <a:extLst>
                <a:ext uri="{FF2B5EF4-FFF2-40B4-BE49-F238E27FC236}">
                  <a16:creationId xmlns:a16="http://schemas.microsoft.com/office/drawing/2014/main" id="{BE19928B-4B2C-44C5-B902-216B5D898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494"/>
              <a:ext cx="52" cy="15"/>
            </a:xfrm>
            <a:custGeom>
              <a:avLst/>
              <a:gdLst>
                <a:gd name="T0" fmla="*/ 0 w 28"/>
                <a:gd name="T1" fmla="*/ 0 h 8"/>
                <a:gd name="T2" fmla="*/ 128 w 28"/>
                <a:gd name="T3" fmla="*/ 32 h 8"/>
                <a:gd name="T4" fmla="*/ 180 w 28"/>
                <a:gd name="T5" fmla="*/ 5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">
                  <a:moveTo>
                    <a:pt x="0" y="0"/>
                  </a:moveTo>
                  <a:cubicBezTo>
                    <a:pt x="6" y="3"/>
                    <a:pt x="13" y="2"/>
                    <a:pt x="20" y="5"/>
                  </a:cubicBezTo>
                  <a:cubicBezTo>
                    <a:pt x="23" y="6"/>
                    <a:pt x="25" y="7"/>
                    <a:pt x="28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16" name="Freeform 1895">
              <a:extLst>
                <a:ext uri="{FF2B5EF4-FFF2-40B4-BE49-F238E27FC236}">
                  <a16:creationId xmlns:a16="http://schemas.microsoft.com/office/drawing/2014/main" id="{559EB04C-1AEB-455A-A1C6-CB622EF30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463"/>
              <a:ext cx="24" cy="48"/>
            </a:xfrm>
            <a:custGeom>
              <a:avLst/>
              <a:gdLst>
                <a:gd name="T0" fmla="*/ 57 w 13"/>
                <a:gd name="T1" fmla="*/ 164 h 26"/>
                <a:gd name="T2" fmla="*/ 0 w 13"/>
                <a:gd name="T3" fmla="*/ 0 h 26"/>
                <a:gd name="T4" fmla="*/ 81 w 13"/>
                <a:gd name="T5" fmla="*/ 7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9" y="26"/>
                  </a:moveTo>
                  <a:cubicBezTo>
                    <a:pt x="3" y="19"/>
                    <a:pt x="0" y="9"/>
                    <a:pt x="0" y="0"/>
                  </a:cubicBezTo>
                  <a:cubicBezTo>
                    <a:pt x="6" y="3"/>
                    <a:pt x="8" y="9"/>
                    <a:pt x="13" y="1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17" name="Freeform 1896">
              <a:extLst>
                <a:ext uri="{FF2B5EF4-FFF2-40B4-BE49-F238E27FC236}">
                  <a16:creationId xmlns:a16="http://schemas.microsoft.com/office/drawing/2014/main" id="{43B10EE5-CF36-42C1-9341-55B6A017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440"/>
              <a:ext cx="60" cy="66"/>
            </a:xfrm>
            <a:custGeom>
              <a:avLst/>
              <a:gdLst>
                <a:gd name="T0" fmla="*/ 0 w 32"/>
                <a:gd name="T1" fmla="*/ 0 h 35"/>
                <a:gd name="T2" fmla="*/ 113 w 32"/>
                <a:gd name="T3" fmla="*/ 145 h 35"/>
                <a:gd name="T4" fmla="*/ 180 w 32"/>
                <a:gd name="T5" fmla="*/ 202 h 35"/>
                <a:gd name="T6" fmla="*/ 212 w 32"/>
                <a:gd name="T7" fmla="*/ 23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5">
                  <a:moveTo>
                    <a:pt x="0" y="0"/>
                  </a:moveTo>
                  <a:cubicBezTo>
                    <a:pt x="3" y="10"/>
                    <a:pt x="10" y="16"/>
                    <a:pt x="17" y="22"/>
                  </a:cubicBezTo>
                  <a:cubicBezTo>
                    <a:pt x="21" y="25"/>
                    <a:pt x="24" y="27"/>
                    <a:pt x="27" y="30"/>
                  </a:cubicBezTo>
                  <a:cubicBezTo>
                    <a:pt x="29" y="32"/>
                    <a:pt x="30" y="35"/>
                    <a:pt x="32" y="3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18" name="Freeform 1897">
              <a:extLst>
                <a:ext uri="{FF2B5EF4-FFF2-40B4-BE49-F238E27FC236}">
                  <a16:creationId xmlns:a16="http://schemas.microsoft.com/office/drawing/2014/main" id="{C9B8C0B9-192D-4F22-894E-D6F1CE1AC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695"/>
              <a:ext cx="71" cy="45"/>
            </a:xfrm>
            <a:custGeom>
              <a:avLst/>
              <a:gdLst>
                <a:gd name="T0" fmla="*/ 0 w 38"/>
                <a:gd name="T1" fmla="*/ 0 h 24"/>
                <a:gd name="T2" fmla="*/ 120 w 38"/>
                <a:gd name="T3" fmla="*/ 120 h 24"/>
                <a:gd name="T4" fmla="*/ 196 w 38"/>
                <a:gd name="T5" fmla="*/ 152 h 24"/>
                <a:gd name="T6" fmla="*/ 249 w 38"/>
                <a:gd name="T7" fmla="*/ 158 h 24"/>
                <a:gd name="T8" fmla="*/ 144 w 38"/>
                <a:gd name="T9" fmla="*/ 53 h 24"/>
                <a:gd name="T10" fmla="*/ 39 w 38"/>
                <a:gd name="T11" fmla="*/ 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4">
                  <a:moveTo>
                    <a:pt x="0" y="0"/>
                  </a:moveTo>
                  <a:cubicBezTo>
                    <a:pt x="1" y="8"/>
                    <a:pt x="12" y="14"/>
                    <a:pt x="18" y="18"/>
                  </a:cubicBezTo>
                  <a:cubicBezTo>
                    <a:pt x="22" y="20"/>
                    <a:pt x="26" y="22"/>
                    <a:pt x="30" y="23"/>
                  </a:cubicBezTo>
                  <a:cubicBezTo>
                    <a:pt x="33" y="23"/>
                    <a:pt x="36" y="23"/>
                    <a:pt x="38" y="24"/>
                  </a:cubicBezTo>
                  <a:cubicBezTo>
                    <a:pt x="29" y="23"/>
                    <a:pt x="28" y="14"/>
                    <a:pt x="22" y="8"/>
                  </a:cubicBezTo>
                  <a:cubicBezTo>
                    <a:pt x="18" y="3"/>
                    <a:pt x="12" y="2"/>
                    <a:pt x="6" y="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19" name="Freeform 1898">
              <a:extLst>
                <a:ext uri="{FF2B5EF4-FFF2-40B4-BE49-F238E27FC236}">
                  <a16:creationId xmlns:a16="http://schemas.microsoft.com/office/drawing/2014/main" id="{803C8BCE-DFE2-4E91-A600-6BE2454A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680"/>
              <a:ext cx="11" cy="20"/>
            </a:xfrm>
            <a:custGeom>
              <a:avLst/>
              <a:gdLst>
                <a:gd name="T0" fmla="*/ 0 w 6"/>
                <a:gd name="T1" fmla="*/ 0 h 11"/>
                <a:gd name="T2" fmla="*/ 24 w 6"/>
                <a:gd name="T3" fmla="*/ 36 h 11"/>
                <a:gd name="T4" fmla="*/ 37 w 6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2"/>
                    <a:pt x="3" y="4"/>
                    <a:pt x="4" y="6"/>
                  </a:cubicBezTo>
                  <a:cubicBezTo>
                    <a:pt x="4" y="7"/>
                    <a:pt x="6" y="11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20" name="Freeform 1899">
              <a:extLst>
                <a:ext uri="{FF2B5EF4-FFF2-40B4-BE49-F238E27FC236}">
                  <a16:creationId xmlns:a16="http://schemas.microsoft.com/office/drawing/2014/main" id="{EB76BF6E-071C-44A1-A4C9-684F20D27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650"/>
              <a:ext cx="67" cy="43"/>
            </a:xfrm>
            <a:custGeom>
              <a:avLst/>
              <a:gdLst>
                <a:gd name="T0" fmla="*/ 37 w 36"/>
                <a:gd name="T1" fmla="*/ 0 h 23"/>
                <a:gd name="T2" fmla="*/ 156 w 36"/>
                <a:gd name="T3" fmla="*/ 67 h 23"/>
                <a:gd name="T4" fmla="*/ 233 w 36"/>
                <a:gd name="T5" fmla="*/ 150 h 23"/>
                <a:gd name="T6" fmla="*/ 156 w 36"/>
                <a:gd name="T7" fmla="*/ 120 h 23"/>
                <a:gd name="T8" fmla="*/ 45 w 36"/>
                <a:gd name="T9" fmla="*/ 67 h 23"/>
                <a:gd name="T10" fmla="*/ 0 w 36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3">
                  <a:moveTo>
                    <a:pt x="6" y="0"/>
                  </a:moveTo>
                  <a:cubicBezTo>
                    <a:pt x="12" y="3"/>
                    <a:pt x="18" y="6"/>
                    <a:pt x="24" y="10"/>
                  </a:cubicBezTo>
                  <a:cubicBezTo>
                    <a:pt x="28" y="13"/>
                    <a:pt x="34" y="18"/>
                    <a:pt x="36" y="23"/>
                  </a:cubicBezTo>
                  <a:cubicBezTo>
                    <a:pt x="32" y="22"/>
                    <a:pt x="28" y="20"/>
                    <a:pt x="24" y="18"/>
                  </a:cubicBezTo>
                  <a:cubicBezTo>
                    <a:pt x="18" y="15"/>
                    <a:pt x="12" y="14"/>
                    <a:pt x="7" y="10"/>
                  </a:cubicBezTo>
                  <a:cubicBezTo>
                    <a:pt x="4" y="7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21" name="Freeform 1900">
              <a:extLst>
                <a:ext uri="{FF2B5EF4-FFF2-40B4-BE49-F238E27FC236}">
                  <a16:creationId xmlns:a16="http://schemas.microsoft.com/office/drawing/2014/main" id="{D889F007-5710-4364-BCAC-40F0C623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82"/>
              <a:ext cx="34" cy="26"/>
            </a:xfrm>
            <a:custGeom>
              <a:avLst/>
              <a:gdLst>
                <a:gd name="T0" fmla="*/ 0 w 18"/>
                <a:gd name="T1" fmla="*/ 7 h 14"/>
                <a:gd name="T2" fmla="*/ 121 w 18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1"/>
                  </a:moveTo>
                  <a:cubicBezTo>
                    <a:pt x="9" y="0"/>
                    <a:pt x="14" y="9"/>
                    <a:pt x="18" y="1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22" name="Freeform 1901">
              <a:extLst>
                <a:ext uri="{FF2B5EF4-FFF2-40B4-BE49-F238E27FC236}">
                  <a16:creationId xmlns:a16="http://schemas.microsoft.com/office/drawing/2014/main" id="{B05FE8E5-9C9A-4C26-BBBD-FB89F7AB9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691"/>
              <a:ext cx="32" cy="49"/>
            </a:xfrm>
            <a:custGeom>
              <a:avLst/>
              <a:gdLst>
                <a:gd name="T0" fmla="*/ 0 w 17"/>
                <a:gd name="T1" fmla="*/ 0 h 26"/>
                <a:gd name="T2" fmla="*/ 60 w 17"/>
                <a:gd name="T3" fmla="*/ 128 h 26"/>
                <a:gd name="T4" fmla="*/ 113 w 17"/>
                <a:gd name="T5" fmla="*/ 17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2" y="7"/>
                    <a:pt x="4" y="14"/>
                    <a:pt x="9" y="19"/>
                  </a:cubicBezTo>
                  <a:cubicBezTo>
                    <a:pt x="11" y="22"/>
                    <a:pt x="14" y="24"/>
                    <a:pt x="17" y="2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23" name="Freeform 1902">
              <a:extLst>
                <a:ext uri="{FF2B5EF4-FFF2-40B4-BE49-F238E27FC236}">
                  <a16:creationId xmlns:a16="http://schemas.microsoft.com/office/drawing/2014/main" id="{10071725-1280-4448-A7C4-1FADC75A2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672"/>
              <a:ext cx="61" cy="64"/>
            </a:xfrm>
            <a:custGeom>
              <a:avLst/>
              <a:gdLst>
                <a:gd name="T0" fmla="*/ 0 w 33"/>
                <a:gd name="T1" fmla="*/ 0 h 34"/>
                <a:gd name="T2" fmla="*/ 146 w 33"/>
                <a:gd name="T3" fmla="*/ 152 h 34"/>
                <a:gd name="T4" fmla="*/ 189 w 33"/>
                <a:gd name="T5" fmla="*/ 205 h 34"/>
                <a:gd name="T6" fmla="*/ 209 w 33"/>
                <a:gd name="T7" fmla="*/ 22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4">
                  <a:moveTo>
                    <a:pt x="0" y="0"/>
                  </a:moveTo>
                  <a:cubicBezTo>
                    <a:pt x="4" y="10"/>
                    <a:pt x="16" y="14"/>
                    <a:pt x="23" y="23"/>
                  </a:cubicBezTo>
                  <a:cubicBezTo>
                    <a:pt x="25" y="26"/>
                    <a:pt x="28" y="29"/>
                    <a:pt x="30" y="31"/>
                  </a:cubicBezTo>
                  <a:cubicBezTo>
                    <a:pt x="31" y="32"/>
                    <a:pt x="33" y="33"/>
                    <a:pt x="33" y="3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24" name="Freeform 1903">
              <a:extLst>
                <a:ext uri="{FF2B5EF4-FFF2-40B4-BE49-F238E27FC236}">
                  <a16:creationId xmlns:a16="http://schemas.microsoft.com/office/drawing/2014/main" id="{D28E1A0F-1BB1-48E6-8197-B14F67500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736"/>
              <a:ext cx="26" cy="15"/>
            </a:xfrm>
            <a:custGeom>
              <a:avLst/>
              <a:gdLst>
                <a:gd name="T0" fmla="*/ 89 w 14"/>
                <a:gd name="T1" fmla="*/ 8 h 8"/>
                <a:gd name="T2" fmla="*/ 0 w 14"/>
                <a:gd name="T3" fmla="*/ 8 h 8"/>
                <a:gd name="T4" fmla="*/ 65 w 14"/>
                <a:gd name="T5" fmla="*/ 5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14" y="1"/>
                  </a:moveTo>
                  <a:cubicBezTo>
                    <a:pt x="11" y="1"/>
                    <a:pt x="3" y="0"/>
                    <a:pt x="0" y="1"/>
                  </a:cubicBezTo>
                  <a:cubicBezTo>
                    <a:pt x="4" y="3"/>
                    <a:pt x="7" y="7"/>
                    <a:pt x="10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25" name="Freeform 1904">
              <a:extLst>
                <a:ext uri="{FF2B5EF4-FFF2-40B4-BE49-F238E27FC236}">
                  <a16:creationId xmlns:a16="http://schemas.microsoft.com/office/drawing/2014/main" id="{DC15CFB5-43D7-4311-894E-23504A024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82"/>
              <a:ext cx="71" cy="54"/>
            </a:xfrm>
            <a:custGeom>
              <a:avLst/>
              <a:gdLst>
                <a:gd name="T0" fmla="*/ 0 w 38"/>
                <a:gd name="T1" fmla="*/ 0 h 29"/>
                <a:gd name="T2" fmla="*/ 84 w 38"/>
                <a:gd name="T3" fmla="*/ 32 h 29"/>
                <a:gd name="T4" fmla="*/ 172 w 38"/>
                <a:gd name="T5" fmla="*/ 112 h 29"/>
                <a:gd name="T6" fmla="*/ 226 w 38"/>
                <a:gd name="T7" fmla="*/ 164 h 29"/>
                <a:gd name="T8" fmla="*/ 241 w 38"/>
                <a:gd name="T9" fmla="*/ 1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0" y="0"/>
                  </a:moveTo>
                  <a:cubicBezTo>
                    <a:pt x="5" y="2"/>
                    <a:pt x="9" y="2"/>
                    <a:pt x="13" y="5"/>
                  </a:cubicBezTo>
                  <a:cubicBezTo>
                    <a:pt x="18" y="9"/>
                    <a:pt x="21" y="14"/>
                    <a:pt x="26" y="17"/>
                  </a:cubicBezTo>
                  <a:cubicBezTo>
                    <a:pt x="29" y="20"/>
                    <a:pt x="32" y="22"/>
                    <a:pt x="35" y="25"/>
                  </a:cubicBezTo>
                  <a:cubicBezTo>
                    <a:pt x="36" y="25"/>
                    <a:pt x="38" y="29"/>
                    <a:pt x="37" y="2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26" name="Freeform 1905">
              <a:extLst>
                <a:ext uri="{FF2B5EF4-FFF2-40B4-BE49-F238E27FC236}">
                  <a16:creationId xmlns:a16="http://schemas.microsoft.com/office/drawing/2014/main" id="{8DE88E4C-B8C0-4B6E-BA0F-814268BB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653"/>
              <a:ext cx="51" cy="64"/>
            </a:xfrm>
            <a:custGeom>
              <a:avLst/>
              <a:gdLst>
                <a:gd name="T0" fmla="*/ 0 w 27"/>
                <a:gd name="T1" fmla="*/ 0 h 34"/>
                <a:gd name="T2" fmla="*/ 128 w 27"/>
                <a:gd name="T3" fmla="*/ 105 h 34"/>
                <a:gd name="T4" fmla="*/ 176 w 27"/>
                <a:gd name="T5" fmla="*/ 181 h 34"/>
                <a:gd name="T6" fmla="*/ 181 w 27"/>
                <a:gd name="T7" fmla="*/ 22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0" y="0"/>
                  </a:moveTo>
                  <a:cubicBezTo>
                    <a:pt x="11" y="0"/>
                    <a:pt x="14" y="9"/>
                    <a:pt x="19" y="16"/>
                  </a:cubicBezTo>
                  <a:cubicBezTo>
                    <a:pt x="22" y="20"/>
                    <a:pt x="24" y="23"/>
                    <a:pt x="26" y="27"/>
                  </a:cubicBezTo>
                  <a:cubicBezTo>
                    <a:pt x="27" y="29"/>
                    <a:pt x="27" y="33"/>
                    <a:pt x="27" y="3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27" name="Freeform 1906">
              <a:extLst>
                <a:ext uri="{FF2B5EF4-FFF2-40B4-BE49-F238E27FC236}">
                  <a16:creationId xmlns:a16="http://schemas.microsoft.com/office/drawing/2014/main" id="{A607851D-B062-449F-AB98-4EFA65DEC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663"/>
              <a:ext cx="82" cy="43"/>
            </a:xfrm>
            <a:custGeom>
              <a:avLst/>
              <a:gdLst>
                <a:gd name="T0" fmla="*/ 0 w 44"/>
                <a:gd name="T1" fmla="*/ 0 h 23"/>
                <a:gd name="T2" fmla="*/ 73 w 44"/>
                <a:gd name="T3" fmla="*/ 45 h 23"/>
                <a:gd name="T4" fmla="*/ 188 w 44"/>
                <a:gd name="T5" fmla="*/ 120 h 23"/>
                <a:gd name="T6" fmla="*/ 253 w 44"/>
                <a:gd name="T7" fmla="*/ 144 h 23"/>
                <a:gd name="T8" fmla="*/ 285 w 44"/>
                <a:gd name="T9" fmla="*/ 15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3">
                  <a:moveTo>
                    <a:pt x="0" y="0"/>
                  </a:moveTo>
                  <a:cubicBezTo>
                    <a:pt x="4" y="2"/>
                    <a:pt x="7" y="5"/>
                    <a:pt x="11" y="7"/>
                  </a:cubicBezTo>
                  <a:cubicBezTo>
                    <a:pt x="18" y="10"/>
                    <a:pt x="22" y="15"/>
                    <a:pt x="29" y="18"/>
                  </a:cubicBezTo>
                  <a:cubicBezTo>
                    <a:pt x="32" y="19"/>
                    <a:pt x="36" y="21"/>
                    <a:pt x="39" y="22"/>
                  </a:cubicBezTo>
                  <a:cubicBezTo>
                    <a:pt x="41" y="23"/>
                    <a:pt x="42" y="22"/>
                    <a:pt x="44" y="2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28" name="Freeform 1907">
              <a:extLst>
                <a:ext uri="{FF2B5EF4-FFF2-40B4-BE49-F238E27FC236}">
                  <a16:creationId xmlns:a16="http://schemas.microsoft.com/office/drawing/2014/main" id="{C0BC8DCC-B108-4DAA-9F4D-E214BDE79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685"/>
              <a:ext cx="41" cy="49"/>
            </a:xfrm>
            <a:custGeom>
              <a:avLst/>
              <a:gdLst>
                <a:gd name="T0" fmla="*/ 0 w 22"/>
                <a:gd name="T1" fmla="*/ 0 h 26"/>
                <a:gd name="T2" fmla="*/ 89 w 22"/>
                <a:gd name="T3" fmla="*/ 113 h 26"/>
                <a:gd name="T4" fmla="*/ 129 w 22"/>
                <a:gd name="T5" fmla="*/ 153 h 26"/>
                <a:gd name="T6" fmla="*/ 142 w 22"/>
                <a:gd name="T7" fmla="*/ 17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5" y="7"/>
                    <a:pt x="8" y="12"/>
                    <a:pt x="14" y="17"/>
                  </a:cubicBezTo>
                  <a:cubicBezTo>
                    <a:pt x="17" y="19"/>
                    <a:pt x="19" y="20"/>
                    <a:pt x="20" y="23"/>
                  </a:cubicBezTo>
                  <a:cubicBezTo>
                    <a:pt x="21" y="24"/>
                    <a:pt x="22" y="26"/>
                    <a:pt x="22" y="2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29" name="Freeform 1908">
              <a:extLst>
                <a:ext uri="{FF2B5EF4-FFF2-40B4-BE49-F238E27FC236}">
                  <a16:creationId xmlns:a16="http://schemas.microsoft.com/office/drawing/2014/main" id="{1858A44A-3754-4E6B-B035-A0A446D73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093"/>
              <a:ext cx="28" cy="62"/>
            </a:xfrm>
            <a:custGeom>
              <a:avLst/>
              <a:gdLst>
                <a:gd name="T0" fmla="*/ 39 w 15"/>
                <a:gd name="T1" fmla="*/ 45 h 33"/>
                <a:gd name="T2" fmla="*/ 77 w 15"/>
                <a:gd name="T3" fmla="*/ 128 h 33"/>
                <a:gd name="T4" fmla="*/ 91 w 15"/>
                <a:gd name="T5" fmla="*/ 188 h 33"/>
                <a:gd name="T6" fmla="*/ 97 w 15"/>
                <a:gd name="T7" fmla="*/ 218 h 33"/>
                <a:gd name="T8" fmla="*/ 65 w 15"/>
                <a:gd name="T9" fmla="*/ 190 h 33"/>
                <a:gd name="T10" fmla="*/ 13 w 15"/>
                <a:gd name="T11" fmla="*/ 92 h 33"/>
                <a:gd name="T12" fmla="*/ 0 w 15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3">
                  <a:moveTo>
                    <a:pt x="6" y="7"/>
                  </a:moveTo>
                  <a:cubicBezTo>
                    <a:pt x="9" y="10"/>
                    <a:pt x="11" y="16"/>
                    <a:pt x="12" y="19"/>
                  </a:cubicBezTo>
                  <a:cubicBezTo>
                    <a:pt x="13" y="22"/>
                    <a:pt x="14" y="25"/>
                    <a:pt x="14" y="28"/>
                  </a:cubicBezTo>
                  <a:cubicBezTo>
                    <a:pt x="14" y="29"/>
                    <a:pt x="15" y="32"/>
                    <a:pt x="15" y="33"/>
                  </a:cubicBezTo>
                  <a:cubicBezTo>
                    <a:pt x="13" y="32"/>
                    <a:pt x="12" y="31"/>
                    <a:pt x="10" y="29"/>
                  </a:cubicBezTo>
                  <a:cubicBezTo>
                    <a:pt x="6" y="25"/>
                    <a:pt x="4" y="19"/>
                    <a:pt x="2" y="14"/>
                  </a:cubicBezTo>
                  <a:cubicBezTo>
                    <a:pt x="0" y="9"/>
                    <a:pt x="0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30" name="Freeform 1909">
              <a:extLst>
                <a:ext uri="{FF2B5EF4-FFF2-40B4-BE49-F238E27FC236}">
                  <a16:creationId xmlns:a16="http://schemas.microsoft.com/office/drawing/2014/main" id="{B5607A99-CFF8-4F4F-8CAF-3E6C929B6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110"/>
              <a:ext cx="28" cy="88"/>
            </a:xfrm>
            <a:custGeom>
              <a:avLst/>
              <a:gdLst>
                <a:gd name="T0" fmla="*/ 13 w 15"/>
                <a:gd name="T1" fmla="*/ 7 h 47"/>
                <a:gd name="T2" fmla="*/ 32 w 15"/>
                <a:gd name="T3" fmla="*/ 32 h 47"/>
                <a:gd name="T4" fmla="*/ 77 w 15"/>
                <a:gd name="T5" fmla="*/ 137 h 47"/>
                <a:gd name="T6" fmla="*/ 91 w 15"/>
                <a:gd name="T7" fmla="*/ 257 h 47"/>
                <a:gd name="T8" fmla="*/ 77 w 15"/>
                <a:gd name="T9" fmla="*/ 309 h 47"/>
                <a:gd name="T10" fmla="*/ 73 w 15"/>
                <a:gd name="T11" fmla="*/ 294 h 47"/>
                <a:gd name="T12" fmla="*/ 45 w 15"/>
                <a:gd name="T13" fmla="*/ 225 h 47"/>
                <a:gd name="T14" fmla="*/ 13 w 15"/>
                <a:gd name="T15" fmla="*/ 129 h 47"/>
                <a:gd name="T16" fmla="*/ 13 w 15"/>
                <a:gd name="T17" fmla="*/ 77 h 47"/>
                <a:gd name="T18" fmla="*/ 13 w 15"/>
                <a:gd name="T19" fmla="*/ 0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47">
                  <a:moveTo>
                    <a:pt x="2" y="1"/>
                  </a:moveTo>
                  <a:cubicBezTo>
                    <a:pt x="3" y="3"/>
                    <a:pt x="4" y="4"/>
                    <a:pt x="5" y="5"/>
                  </a:cubicBezTo>
                  <a:cubicBezTo>
                    <a:pt x="8" y="10"/>
                    <a:pt x="10" y="15"/>
                    <a:pt x="12" y="21"/>
                  </a:cubicBezTo>
                  <a:cubicBezTo>
                    <a:pt x="14" y="27"/>
                    <a:pt x="15" y="33"/>
                    <a:pt x="14" y="39"/>
                  </a:cubicBezTo>
                  <a:cubicBezTo>
                    <a:pt x="13" y="42"/>
                    <a:pt x="12" y="44"/>
                    <a:pt x="12" y="47"/>
                  </a:cubicBezTo>
                  <a:cubicBezTo>
                    <a:pt x="12" y="46"/>
                    <a:pt x="11" y="45"/>
                    <a:pt x="11" y="45"/>
                  </a:cubicBezTo>
                  <a:cubicBezTo>
                    <a:pt x="9" y="41"/>
                    <a:pt x="9" y="38"/>
                    <a:pt x="7" y="34"/>
                  </a:cubicBezTo>
                  <a:cubicBezTo>
                    <a:pt x="5" y="30"/>
                    <a:pt x="3" y="25"/>
                    <a:pt x="2" y="20"/>
                  </a:cubicBezTo>
                  <a:cubicBezTo>
                    <a:pt x="0" y="17"/>
                    <a:pt x="3" y="15"/>
                    <a:pt x="2" y="12"/>
                  </a:cubicBezTo>
                  <a:cubicBezTo>
                    <a:pt x="2" y="11"/>
                    <a:pt x="3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31" name="Freeform 1910">
              <a:extLst>
                <a:ext uri="{FF2B5EF4-FFF2-40B4-BE49-F238E27FC236}">
                  <a16:creationId xmlns:a16="http://schemas.microsoft.com/office/drawing/2014/main" id="{B942318A-A5C5-4D46-888F-965510637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3101"/>
              <a:ext cx="15" cy="62"/>
            </a:xfrm>
            <a:custGeom>
              <a:avLst/>
              <a:gdLst>
                <a:gd name="T0" fmla="*/ 28 w 8"/>
                <a:gd name="T1" fmla="*/ 0 h 33"/>
                <a:gd name="T2" fmla="*/ 21 w 8"/>
                <a:gd name="T3" fmla="*/ 180 h 33"/>
                <a:gd name="T4" fmla="*/ 0 w 8"/>
                <a:gd name="T5" fmla="*/ 21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3">
                  <a:moveTo>
                    <a:pt x="4" y="0"/>
                  </a:moveTo>
                  <a:cubicBezTo>
                    <a:pt x="6" y="9"/>
                    <a:pt x="8" y="18"/>
                    <a:pt x="3" y="27"/>
                  </a:cubicBezTo>
                  <a:cubicBezTo>
                    <a:pt x="2" y="29"/>
                    <a:pt x="1" y="31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32" name="Freeform 1911">
              <a:extLst>
                <a:ext uri="{FF2B5EF4-FFF2-40B4-BE49-F238E27FC236}">
                  <a16:creationId xmlns:a16="http://schemas.microsoft.com/office/drawing/2014/main" id="{4664CE3A-8009-4095-8330-F8268C5A5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151"/>
              <a:ext cx="41" cy="86"/>
            </a:xfrm>
            <a:custGeom>
              <a:avLst/>
              <a:gdLst>
                <a:gd name="T0" fmla="*/ 24 w 22"/>
                <a:gd name="T1" fmla="*/ 13 h 46"/>
                <a:gd name="T2" fmla="*/ 89 w 22"/>
                <a:gd name="T3" fmla="*/ 112 h 46"/>
                <a:gd name="T4" fmla="*/ 121 w 22"/>
                <a:gd name="T5" fmla="*/ 224 h 46"/>
                <a:gd name="T6" fmla="*/ 136 w 22"/>
                <a:gd name="T7" fmla="*/ 301 h 46"/>
                <a:gd name="T8" fmla="*/ 21 w 22"/>
                <a:gd name="T9" fmla="*/ 97 h 46"/>
                <a:gd name="T10" fmla="*/ 0 w 22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6">
                  <a:moveTo>
                    <a:pt x="4" y="2"/>
                  </a:moveTo>
                  <a:cubicBezTo>
                    <a:pt x="8" y="6"/>
                    <a:pt x="12" y="11"/>
                    <a:pt x="14" y="17"/>
                  </a:cubicBezTo>
                  <a:cubicBezTo>
                    <a:pt x="16" y="22"/>
                    <a:pt x="17" y="28"/>
                    <a:pt x="19" y="34"/>
                  </a:cubicBezTo>
                  <a:cubicBezTo>
                    <a:pt x="20" y="37"/>
                    <a:pt x="22" y="42"/>
                    <a:pt x="21" y="46"/>
                  </a:cubicBezTo>
                  <a:cubicBezTo>
                    <a:pt x="11" y="38"/>
                    <a:pt x="8" y="26"/>
                    <a:pt x="3" y="15"/>
                  </a:cubicBezTo>
                  <a:cubicBezTo>
                    <a:pt x="1" y="10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33" name="Freeform 1912">
              <a:extLst>
                <a:ext uri="{FF2B5EF4-FFF2-40B4-BE49-F238E27FC236}">
                  <a16:creationId xmlns:a16="http://schemas.microsoft.com/office/drawing/2014/main" id="{E7A1DA76-0555-473B-9D7B-480AF975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114"/>
              <a:ext cx="37" cy="79"/>
            </a:xfrm>
            <a:custGeom>
              <a:avLst/>
              <a:gdLst>
                <a:gd name="T0" fmla="*/ 126 w 20"/>
                <a:gd name="T1" fmla="*/ 280 h 42"/>
                <a:gd name="T2" fmla="*/ 7 w 20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2">
                  <a:moveTo>
                    <a:pt x="20" y="42"/>
                  </a:moveTo>
                  <a:cubicBezTo>
                    <a:pt x="8" y="33"/>
                    <a:pt x="0" y="1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34" name="Freeform 1913">
              <a:extLst>
                <a:ext uri="{FF2B5EF4-FFF2-40B4-BE49-F238E27FC236}">
                  <a16:creationId xmlns:a16="http://schemas.microsoft.com/office/drawing/2014/main" id="{0479704E-F9BB-4974-ABCB-54918F4EA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129"/>
              <a:ext cx="35" cy="49"/>
            </a:xfrm>
            <a:custGeom>
              <a:avLst/>
              <a:gdLst>
                <a:gd name="T0" fmla="*/ 7 w 19"/>
                <a:gd name="T1" fmla="*/ 0 h 26"/>
                <a:gd name="T2" fmla="*/ 61 w 19"/>
                <a:gd name="T3" fmla="*/ 121 h 26"/>
                <a:gd name="T4" fmla="*/ 118 w 19"/>
                <a:gd name="T5" fmla="*/ 17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1" y="0"/>
                  </a:moveTo>
                  <a:cubicBezTo>
                    <a:pt x="0" y="7"/>
                    <a:pt x="5" y="14"/>
                    <a:pt x="10" y="18"/>
                  </a:cubicBezTo>
                  <a:cubicBezTo>
                    <a:pt x="12" y="20"/>
                    <a:pt x="17" y="26"/>
                    <a:pt x="19" y="2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35" name="Freeform 1914">
              <a:extLst>
                <a:ext uri="{FF2B5EF4-FFF2-40B4-BE49-F238E27FC236}">
                  <a16:creationId xmlns:a16="http://schemas.microsoft.com/office/drawing/2014/main" id="{0DABE6E8-4E98-42ED-AA36-998DFF9EB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3166"/>
              <a:ext cx="36" cy="75"/>
            </a:xfrm>
            <a:custGeom>
              <a:avLst/>
              <a:gdLst>
                <a:gd name="T0" fmla="*/ 0 w 19"/>
                <a:gd name="T1" fmla="*/ 0 h 40"/>
                <a:gd name="T2" fmla="*/ 108 w 19"/>
                <a:gd name="T3" fmla="*/ 264 h 40"/>
                <a:gd name="T4" fmla="*/ 108 w 19"/>
                <a:gd name="T5" fmla="*/ 9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0">
                  <a:moveTo>
                    <a:pt x="0" y="0"/>
                  </a:moveTo>
                  <a:cubicBezTo>
                    <a:pt x="2" y="15"/>
                    <a:pt x="9" y="27"/>
                    <a:pt x="16" y="40"/>
                  </a:cubicBezTo>
                  <a:cubicBezTo>
                    <a:pt x="15" y="31"/>
                    <a:pt x="19" y="23"/>
                    <a:pt x="16" y="1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36" name="Freeform 1915">
              <a:extLst>
                <a:ext uri="{FF2B5EF4-FFF2-40B4-BE49-F238E27FC236}">
                  <a16:creationId xmlns:a16="http://schemas.microsoft.com/office/drawing/2014/main" id="{C8C86A69-BA0A-44DD-B4A7-4C58A7D29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3157"/>
              <a:ext cx="56" cy="73"/>
            </a:xfrm>
            <a:custGeom>
              <a:avLst/>
              <a:gdLst>
                <a:gd name="T0" fmla="*/ 7 w 30"/>
                <a:gd name="T1" fmla="*/ 0 h 39"/>
                <a:gd name="T2" fmla="*/ 121 w 30"/>
                <a:gd name="T3" fmla="*/ 197 h 39"/>
                <a:gd name="T4" fmla="*/ 196 w 30"/>
                <a:gd name="T5" fmla="*/ 25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9">
                  <a:moveTo>
                    <a:pt x="1" y="0"/>
                  </a:moveTo>
                  <a:cubicBezTo>
                    <a:pt x="0" y="10"/>
                    <a:pt x="12" y="24"/>
                    <a:pt x="19" y="30"/>
                  </a:cubicBezTo>
                  <a:cubicBezTo>
                    <a:pt x="23" y="34"/>
                    <a:pt x="26" y="37"/>
                    <a:pt x="30" y="3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37" name="Freeform 1916">
              <a:extLst>
                <a:ext uri="{FF2B5EF4-FFF2-40B4-BE49-F238E27FC236}">
                  <a16:creationId xmlns:a16="http://schemas.microsoft.com/office/drawing/2014/main" id="{4EBAE56D-7AE5-4500-B40C-BF9487053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183"/>
              <a:ext cx="35" cy="109"/>
            </a:xfrm>
            <a:custGeom>
              <a:avLst/>
              <a:gdLst>
                <a:gd name="T0" fmla="*/ 7 w 19"/>
                <a:gd name="T1" fmla="*/ 0 h 58"/>
                <a:gd name="T2" fmla="*/ 57 w 19"/>
                <a:gd name="T3" fmla="*/ 85 h 58"/>
                <a:gd name="T4" fmla="*/ 98 w 19"/>
                <a:gd name="T5" fmla="*/ 197 h 58"/>
                <a:gd name="T6" fmla="*/ 105 w 19"/>
                <a:gd name="T7" fmla="*/ 385 h 58"/>
                <a:gd name="T8" fmla="*/ 68 w 19"/>
                <a:gd name="T9" fmla="*/ 310 h 58"/>
                <a:gd name="T10" fmla="*/ 24 w 19"/>
                <a:gd name="T11" fmla="*/ 173 h 58"/>
                <a:gd name="T12" fmla="*/ 0 w 19"/>
                <a:gd name="T13" fmla="*/ 45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8">
                  <a:moveTo>
                    <a:pt x="1" y="0"/>
                  </a:moveTo>
                  <a:cubicBezTo>
                    <a:pt x="3" y="5"/>
                    <a:pt x="7" y="8"/>
                    <a:pt x="9" y="13"/>
                  </a:cubicBezTo>
                  <a:cubicBezTo>
                    <a:pt x="12" y="18"/>
                    <a:pt x="15" y="24"/>
                    <a:pt x="16" y="30"/>
                  </a:cubicBezTo>
                  <a:cubicBezTo>
                    <a:pt x="19" y="38"/>
                    <a:pt x="19" y="50"/>
                    <a:pt x="17" y="58"/>
                  </a:cubicBezTo>
                  <a:cubicBezTo>
                    <a:pt x="16" y="55"/>
                    <a:pt x="13" y="51"/>
                    <a:pt x="11" y="47"/>
                  </a:cubicBezTo>
                  <a:cubicBezTo>
                    <a:pt x="8" y="40"/>
                    <a:pt x="6" y="33"/>
                    <a:pt x="4" y="26"/>
                  </a:cubicBezTo>
                  <a:cubicBezTo>
                    <a:pt x="3" y="20"/>
                    <a:pt x="2" y="14"/>
                    <a:pt x="0" y="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38" name="Freeform 1917">
              <a:extLst>
                <a:ext uri="{FF2B5EF4-FFF2-40B4-BE49-F238E27FC236}">
                  <a16:creationId xmlns:a16="http://schemas.microsoft.com/office/drawing/2014/main" id="{E994765A-1901-40CD-B09B-761D064A1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204"/>
              <a:ext cx="18" cy="63"/>
            </a:xfrm>
            <a:custGeom>
              <a:avLst/>
              <a:gdLst>
                <a:gd name="T0" fmla="*/ 0 w 10"/>
                <a:gd name="T1" fmla="*/ 0 h 34"/>
                <a:gd name="T2" fmla="*/ 45 w 10"/>
                <a:gd name="T3" fmla="*/ 96 h 34"/>
                <a:gd name="T4" fmla="*/ 52 w 10"/>
                <a:gd name="T5" fmla="*/ 217 h 34"/>
                <a:gd name="T6" fmla="*/ 7 w 10"/>
                <a:gd name="T7" fmla="*/ 14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3" y="5"/>
                    <a:pt x="7" y="9"/>
                    <a:pt x="8" y="15"/>
                  </a:cubicBezTo>
                  <a:cubicBezTo>
                    <a:pt x="10" y="21"/>
                    <a:pt x="9" y="27"/>
                    <a:pt x="9" y="34"/>
                  </a:cubicBezTo>
                  <a:cubicBezTo>
                    <a:pt x="7" y="31"/>
                    <a:pt x="5" y="24"/>
                    <a:pt x="1" y="2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39" name="Freeform 1918">
              <a:extLst>
                <a:ext uri="{FF2B5EF4-FFF2-40B4-BE49-F238E27FC236}">
                  <a16:creationId xmlns:a16="http://schemas.microsoft.com/office/drawing/2014/main" id="{B74E3D50-2AF1-46BF-A8BD-B0F71D2B1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3234"/>
              <a:ext cx="48" cy="63"/>
            </a:xfrm>
            <a:custGeom>
              <a:avLst/>
              <a:gdLst>
                <a:gd name="T0" fmla="*/ 96 w 26"/>
                <a:gd name="T1" fmla="*/ 13 h 34"/>
                <a:gd name="T2" fmla="*/ 164 w 26"/>
                <a:gd name="T3" fmla="*/ 217 h 34"/>
                <a:gd name="T4" fmla="*/ 126 w 26"/>
                <a:gd name="T5" fmla="*/ 172 h 34"/>
                <a:gd name="T6" fmla="*/ 57 w 26"/>
                <a:gd name="T7" fmla="*/ 96 h 34"/>
                <a:gd name="T8" fmla="*/ 0 w 2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4">
                  <a:moveTo>
                    <a:pt x="15" y="2"/>
                  </a:moveTo>
                  <a:cubicBezTo>
                    <a:pt x="19" y="7"/>
                    <a:pt x="22" y="24"/>
                    <a:pt x="26" y="34"/>
                  </a:cubicBezTo>
                  <a:cubicBezTo>
                    <a:pt x="24" y="32"/>
                    <a:pt x="22" y="29"/>
                    <a:pt x="20" y="27"/>
                  </a:cubicBezTo>
                  <a:cubicBezTo>
                    <a:pt x="16" y="23"/>
                    <a:pt x="12" y="19"/>
                    <a:pt x="9" y="15"/>
                  </a:cubicBezTo>
                  <a:cubicBezTo>
                    <a:pt x="5" y="11"/>
                    <a:pt x="2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40" name="Freeform 1919">
              <a:extLst>
                <a:ext uri="{FF2B5EF4-FFF2-40B4-BE49-F238E27FC236}">
                  <a16:creationId xmlns:a16="http://schemas.microsoft.com/office/drawing/2014/main" id="{95D7921F-27FE-47D6-AA3A-34D0CEEA9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236"/>
              <a:ext cx="41" cy="63"/>
            </a:xfrm>
            <a:custGeom>
              <a:avLst/>
              <a:gdLst>
                <a:gd name="T0" fmla="*/ 65 w 22"/>
                <a:gd name="T1" fmla="*/ 0 h 34"/>
                <a:gd name="T2" fmla="*/ 104 w 22"/>
                <a:gd name="T3" fmla="*/ 96 h 34"/>
                <a:gd name="T4" fmla="*/ 129 w 22"/>
                <a:gd name="T5" fmla="*/ 217 h 34"/>
                <a:gd name="T6" fmla="*/ 45 w 22"/>
                <a:gd name="T7" fmla="*/ 158 h 34"/>
                <a:gd name="T8" fmla="*/ 0 w 22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10" y="0"/>
                  </a:moveTo>
                  <a:cubicBezTo>
                    <a:pt x="13" y="5"/>
                    <a:pt x="14" y="10"/>
                    <a:pt x="16" y="15"/>
                  </a:cubicBezTo>
                  <a:cubicBezTo>
                    <a:pt x="18" y="20"/>
                    <a:pt x="22" y="29"/>
                    <a:pt x="20" y="34"/>
                  </a:cubicBezTo>
                  <a:cubicBezTo>
                    <a:pt x="17" y="30"/>
                    <a:pt x="10" y="29"/>
                    <a:pt x="7" y="25"/>
                  </a:cubicBezTo>
                  <a:cubicBezTo>
                    <a:pt x="3" y="22"/>
                    <a:pt x="2" y="17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41" name="Freeform 1920">
              <a:extLst>
                <a:ext uri="{FF2B5EF4-FFF2-40B4-BE49-F238E27FC236}">
                  <a16:creationId xmlns:a16="http://schemas.microsoft.com/office/drawing/2014/main" id="{7F63A3FB-5047-4A9D-9390-F546797EB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3295"/>
              <a:ext cx="28" cy="79"/>
            </a:xfrm>
            <a:custGeom>
              <a:avLst/>
              <a:gdLst>
                <a:gd name="T0" fmla="*/ 13 w 15"/>
                <a:gd name="T1" fmla="*/ 0 h 42"/>
                <a:gd name="T2" fmla="*/ 65 w 15"/>
                <a:gd name="T3" fmla="*/ 145 h 42"/>
                <a:gd name="T4" fmla="*/ 91 w 15"/>
                <a:gd name="T5" fmla="*/ 280 h 42"/>
                <a:gd name="T6" fmla="*/ 52 w 15"/>
                <a:gd name="T7" fmla="*/ 241 h 42"/>
                <a:gd name="T8" fmla="*/ 7 w 15"/>
                <a:gd name="T9" fmla="*/ 100 h 42"/>
                <a:gd name="T10" fmla="*/ 0 w 15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2">
                  <a:moveTo>
                    <a:pt x="2" y="0"/>
                  </a:moveTo>
                  <a:cubicBezTo>
                    <a:pt x="6" y="6"/>
                    <a:pt x="8" y="14"/>
                    <a:pt x="10" y="22"/>
                  </a:cubicBezTo>
                  <a:cubicBezTo>
                    <a:pt x="12" y="28"/>
                    <a:pt x="15" y="35"/>
                    <a:pt x="14" y="42"/>
                  </a:cubicBezTo>
                  <a:cubicBezTo>
                    <a:pt x="12" y="40"/>
                    <a:pt x="10" y="38"/>
                    <a:pt x="8" y="36"/>
                  </a:cubicBezTo>
                  <a:cubicBezTo>
                    <a:pt x="4" y="31"/>
                    <a:pt x="2" y="22"/>
                    <a:pt x="1" y="15"/>
                  </a:cubicBezTo>
                  <a:cubicBezTo>
                    <a:pt x="0" y="11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42" name="Freeform 1921">
              <a:extLst>
                <a:ext uri="{FF2B5EF4-FFF2-40B4-BE49-F238E27FC236}">
                  <a16:creationId xmlns:a16="http://schemas.microsoft.com/office/drawing/2014/main" id="{829E5FA6-C41A-4B17-A69A-CBA494389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297"/>
              <a:ext cx="41" cy="62"/>
            </a:xfrm>
            <a:custGeom>
              <a:avLst/>
              <a:gdLst>
                <a:gd name="T0" fmla="*/ 0 w 22"/>
                <a:gd name="T1" fmla="*/ 0 h 33"/>
                <a:gd name="T2" fmla="*/ 84 w 22"/>
                <a:gd name="T3" fmla="*/ 160 h 33"/>
                <a:gd name="T4" fmla="*/ 142 w 22"/>
                <a:gd name="T5" fmla="*/ 21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0"/>
                  </a:moveTo>
                  <a:cubicBezTo>
                    <a:pt x="4" y="8"/>
                    <a:pt x="7" y="17"/>
                    <a:pt x="13" y="24"/>
                  </a:cubicBezTo>
                  <a:cubicBezTo>
                    <a:pt x="14" y="27"/>
                    <a:pt x="18" y="33"/>
                    <a:pt x="22" y="3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43" name="Freeform 1922">
              <a:extLst>
                <a:ext uri="{FF2B5EF4-FFF2-40B4-BE49-F238E27FC236}">
                  <a16:creationId xmlns:a16="http://schemas.microsoft.com/office/drawing/2014/main" id="{FC5839B7-35D1-44EC-B04C-85AC91FBD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282"/>
              <a:ext cx="52" cy="66"/>
            </a:xfrm>
            <a:custGeom>
              <a:avLst/>
              <a:gdLst>
                <a:gd name="T0" fmla="*/ 180 w 28"/>
                <a:gd name="T1" fmla="*/ 234 h 35"/>
                <a:gd name="T2" fmla="*/ 32 w 28"/>
                <a:gd name="T3" fmla="*/ 92 h 35"/>
                <a:gd name="T4" fmla="*/ 0 w 2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5">
                  <a:moveTo>
                    <a:pt x="28" y="35"/>
                  </a:moveTo>
                  <a:cubicBezTo>
                    <a:pt x="19" y="31"/>
                    <a:pt x="9" y="24"/>
                    <a:pt x="5" y="14"/>
                  </a:cubicBezTo>
                  <a:cubicBezTo>
                    <a:pt x="4" y="9"/>
                    <a:pt x="3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44" name="Freeform 1923">
              <a:extLst>
                <a:ext uri="{FF2B5EF4-FFF2-40B4-BE49-F238E27FC236}">
                  <a16:creationId xmlns:a16="http://schemas.microsoft.com/office/drawing/2014/main" id="{5BB608DE-FE55-40FC-929A-B65F72AA3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269"/>
              <a:ext cx="24" cy="94"/>
            </a:xfrm>
            <a:custGeom>
              <a:avLst/>
              <a:gdLst>
                <a:gd name="T0" fmla="*/ 20 w 13"/>
                <a:gd name="T1" fmla="*/ 0 h 50"/>
                <a:gd name="T2" fmla="*/ 37 w 13"/>
                <a:gd name="T3" fmla="*/ 45 h 50"/>
                <a:gd name="T4" fmla="*/ 68 w 13"/>
                <a:gd name="T5" fmla="*/ 152 h 50"/>
                <a:gd name="T6" fmla="*/ 76 w 13"/>
                <a:gd name="T7" fmla="*/ 333 h 50"/>
                <a:gd name="T8" fmla="*/ 52 w 13"/>
                <a:gd name="T9" fmla="*/ 280 h 50"/>
                <a:gd name="T10" fmla="*/ 20 w 13"/>
                <a:gd name="T11" fmla="*/ 188 h 50"/>
                <a:gd name="T12" fmla="*/ 0 w 13"/>
                <a:gd name="T13" fmla="*/ 7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0">
                  <a:moveTo>
                    <a:pt x="3" y="0"/>
                  </a:moveTo>
                  <a:cubicBezTo>
                    <a:pt x="3" y="3"/>
                    <a:pt x="5" y="5"/>
                    <a:pt x="6" y="7"/>
                  </a:cubicBezTo>
                  <a:cubicBezTo>
                    <a:pt x="9" y="12"/>
                    <a:pt x="10" y="18"/>
                    <a:pt x="11" y="23"/>
                  </a:cubicBezTo>
                  <a:cubicBezTo>
                    <a:pt x="13" y="31"/>
                    <a:pt x="13" y="41"/>
                    <a:pt x="12" y="50"/>
                  </a:cubicBezTo>
                  <a:cubicBezTo>
                    <a:pt x="10" y="49"/>
                    <a:pt x="9" y="44"/>
                    <a:pt x="8" y="42"/>
                  </a:cubicBezTo>
                  <a:cubicBezTo>
                    <a:pt x="6" y="37"/>
                    <a:pt x="5" y="33"/>
                    <a:pt x="3" y="28"/>
                  </a:cubicBezTo>
                  <a:cubicBezTo>
                    <a:pt x="1" y="22"/>
                    <a:pt x="1" y="1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45" name="Freeform 1924">
              <a:extLst>
                <a:ext uri="{FF2B5EF4-FFF2-40B4-BE49-F238E27FC236}">
                  <a16:creationId xmlns:a16="http://schemas.microsoft.com/office/drawing/2014/main" id="{2702AEEF-31EC-42AA-93A6-805D05FEE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299"/>
              <a:ext cx="26" cy="56"/>
            </a:xfrm>
            <a:custGeom>
              <a:avLst/>
              <a:gdLst>
                <a:gd name="T0" fmla="*/ 37 w 14"/>
                <a:gd name="T1" fmla="*/ 0 h 30"/>
                <a:gd name="T2" fmla="*/ 59 w 14"/>
                <a:gd name="T3" fmla="*/ 196 h 30"/>
                <a:gd name="T4" fmla="*/ 0 w 14"/>
                <a:gd name="T5" fmla="*/ 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6" y="0"/>
                  </a:moveTo>
                  <a:cubicBezTo>
                    <a:pt x="10" y="9"/>
                    <a:pt x="14" y="22"/>
                    <a:pt x="9" y="30"/>
                  </a:cubicBezTo>
                  <a:cubicBezTo>
                    <a:pt x="8" y="25"/>
                    <a:pt x="3" y="16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46" name="Freeform 1925">
              <a:extLst>
                <a:ext uri="{FF2B5EF4-FFF2-40B4-BE49-F238E27FC236}">
                  <a16:creationId xmlns:a16="http://schemas.microsoft.com/office/drawing/2014/main" id="{D8183D67-EA11-4345-80E5-4505F05F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947"/>
              <a:ext cx="30" cy="103"/>
            </a:xfrm>
            <a:custGeom>
              <a:avLst/>
              <a:gdLst>
                <a:gd name="T0" fmla="*/ 92 w 16"/>
                <a:gd name="T1" fmla="*/ 0 h 55"/>
                <a:gd name="T2" fmla="*/ 92 w 16"/>
                <a:gd name="T3" fmla="*/ 172 h 55"/>
                <a:gd name="T4" fmla="*/ 28 w 16"/>
                <a:gd name="T5" fmla="*/ 361 h 55"/>
                <a:gd name="T6" fmla="*/ 15 w 16"/>
                <a:gd name="T7" fmla="*/ 18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5">
                  <a:moveTo>
                    <a:pt x="14" y="0"/>
                  </a:moveTo>
                  <a:cubicBezTo>
                    <a:pt x="15" y="9"/>
                    <a:pt x="16" y="17"/>
                    <a:pt x="14" y="26"/>
                  </a:cubicBezTo>
                  <a:cubicBezTo>
                    <a:pt x="11" y="36"/>
                    <a:pt x="9" y="46"/>
                    <a:pt x="4" y="55"/>
                  </a:cubicBezTo>
                  <a:cubicBezTo>
                    <a:pt x="4" y="47"/>
                    <a:pt x="0" y="37"/>
                    <a:pt x="2" y="2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47" name="Freeform 1926">
              <a:extLst>
                <a:ext uri="{FF2B5EF4-FFF2-40B4-BE49-F238E27FC236}">
                  <a16:creationId xmlns:a16="http://schemas.microsoft.com/office/drawing/2014/main" id="{2CF6C115-2212-4F82-B6D1-3FD656B1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3020"/>
              <a:ext cx="34" cy="107"/>
            </a:xfrm>
            <a:custGeom>
              <a:avLst/>
              <a:gdLst>
                <a:gd name="T0" fmla="*/ 53 w 18"/>
                <a:gd name="T1" fmla="*/ 0 h 57"/>
                <a:gd name="T2" fmla="*/ 100 w 18"/>
                <a:gd name="T3" fmla="*/ 377 h 57"/>
                <a:gd name="T4" fmla="*/ 93 w 18"/>
                <a:gd name="T5" fmla="*/ 84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7">
                  <a:moveTo>
                    <a:pt x="8" y="0"/>
                  </a:moveTo>
                  <a:cubicBezTo>
                    <a:pt x="0" y="16"/>
                    <a:pt x="9" y="41"/>
                    <a:pt x="15" y="57"/>
                  </a:cubicBezTo>
                  <a:cubicBezTo>
                    <a:pt x="18" y="44"/>
                    <a:pt x="18" y="26"/>
                    <a:pt x="14" y="1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48" name="Freeform 1927">
              <a:extLst>
                <a:ext uri="{FF2B5EF4-FFF2-40B4-BE49-F238E27FC236}">
                  <a16:creationId xmlns:a16="http://schemas.microsoft.com/office/drawing/2014/main" id="{4678CAD3-2C04-4367-8E6A-22CCE13B8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975"/>
              <a:ext cx="44" cy="90"/>
            </a:xfrm>
            <a:custGeom>
              <a:avLst/>
              <a:gdLst>
                <a:gd name="T0" fmla="*/ 20 w 24"/>
                <a:gd name="T1" fmla="*/ 0 h 48"/>
                <a:gd name="T2" fmla="*/ 31 w 24"/>
                <a:gd name="T3" fmla="*/ 189 h 48"/>
                <a:gd name="T4" fmla="*/ 88 w 24"/>
                <a:gd name="T5" fmla="*/ 270 h 48"/>
                <a:gd name="T6" fmla="*/ 149 w 24"/>
                <a:gd name="T7" fmla="*/ 317 h 48"/>
                <a:gd name="T8" fmla="*/ 125 w 24"/>
                <a:gd name="T9" fmla="*/ 19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8">
                  <a:moveTo>
                    <a:pt x="3" y="0"/>
                  </a:moveTo>
                  <a:cubicBezTo>
                    <a:pt x="0" y="10"/>
                    <a:pt x="0" y="20"/>
                    <a:pt x="5" y="29"/>
                  </a:cubicBezTo>
                  <a:cubicBezTo>
                    <a:pt x="7" y="34"/>
                    <a:pt x="11" y="38"/>
                    <a:pt x="14" y="41"/>
                  </a:cubicBezTo>
                  <a:cubicBezTo>
                    <a:pt x="17" y="44"/>
                    <a:pt x="21" y="45"/>
                    <a:pt x="24" y="48"/>
                  </a:cubicBezTo>
                  <a:cubicBezTo>
                    <a:pt x="23" y="42"/>
                    <a:pt x="22" y="35"/>
                    <a:pt x="20" y="3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49" name="Freeform 1928">
              <a:extLst>
                <a:ext uri="{FF2B5EF4-FFF2-40B4-BE49-F238E27FC236}">
                  <a16:creationId xmlns:a16="http://schemas.microsoft.com/office/drawing/2014/main" id="{FAEC3647-2BE9-4339-990A-C52DE7F1F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065"/>
              <a:ext cx="19" cy="43"/>
            </a:xfrm>
            <a:custGeom>
              <a:avLst/>
              <a:gdLst>
                <a:gd name="T0" fmla="*/ 21 w 10"/>
                <a:gd name="T1" fmla="*/ 105 h 23"/>
                <a:gd name="T2" fmla="*/ 29 w 10"/>
                <a:gd name="T3" fmla="*/ 0 h 23"/>
                <a:gd name="T4" fmla="*/ 55 w 10"/>
                <a:gd name="T5" fmla="*/ 77 h 23"/>
                <a:gd name="T6" fmla="*/ 68 w 10"/>
                <a:gd name="T7" fmla="*/ 1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3" y="16"/>
                  </a:moveTo>
                  <a:cubicBezTo>
                    <a:pt x="0" y="11"/>
                    <a:pt x="4" y="6"/>
                    <a:pt x="4" y="0"/>
                  </a:cubicBezTo>
                  <a:cubicBezTo>
                    <a:pt x="5" y="4"/>
                    <a:pt x="7" y="8"/>
                    <a:pt x="8" y="12"/>
                  </a:cubicBezTo>
                  <a:cubicBezTo>
                    <a:pt x="9" y="16"/>
                    <a:pt x="9" y="20"/>
                    <a:pt x="10" y="2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50" name="Freeform 1929">
              <a:extLst>
                <a:ext uri="{FF2B5EF4-FFF2-40B4-BE49-F238E27FC236}">
                  <a16:creationId xmlns:a16="http://schemas.microsoft.com/office/drawing/2014/main" id="{B0A7821F-11DF-407F-8BBC-85A7B4EA4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101"/>
              <a:ext cx="4" cy="17"/>
            </a:xfrm>
            <a:custGeom>
              <a:avLst/>
              <a:gdLst>
                <a:gd name="T0" fmla="*/ 16 w 2"/>
                <a:gd name="T1" fmla="*/ 0 h 9"/>
                <a:gd name="T2" fmla="*/ 0 w 2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3"/>
                    <a:pt x="0" y="6"/>
                    <a:pt x="0" y="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51" name="Freeform 1930">
              <a:extLst>
                <a:ext uri="{FF2B5EF4-FFF2-40B4-BE49-F238E27FC236}">
                  <a16:creationId xmlns:a16="http://schemas.microsoft.com/office/drawing/2014/main" id="{50B84D45-452D-402A-BC19-13108CFC4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060"/>
              <a:ext cx="34" cy="43"/>
            </a:xfrm>
            <a:custGeom>
              <a:avLst/>
              <a:gdLst>
                <a:gd name="T0" fmla="*/ 0 w 18"/>
                <a:gd name="T1" fmla="*/ 0 h 23"/>
                <a:gd name="T2" fmla="*/ 93 w 18"/>
                <a:gd name="T3" fmla="*/ 97 h 23"/>
                <a:gd name="T4" fmla="*/ 121 w 18"/>
                <a:gd name="T5" fmla="*/ 1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4" y="5"/>
                    <a:pt x="10" y="9"/>
                    <a:pt x="14" y="15"/>
                  </a:cubicBezTo>
                  <a:cubicBezTo>
                    <a:pt x="16" y="17"/>
                    <a:pt x="17" y="20"/>
                    <a:pt x="18" y="2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52" name="Freeform 1931">
              <a:extLst>
                <a:ext uri="{FF2B5EF4-FFF2-40B4-BE49-F238E27FC236}">
                  <a16:creationId xmlns:a16="http://schemas.microsoft.com/office/drawing/2014/main" id="{D02E15A9-B492-43F6-8DE9-68F404F88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054"/>
              <a:ext cx="20" cy="49"/>
            </a:xfrm>
            <a:custGeom>
              <a:avLst/>
              <a:gdLst>
                <a:gd name="T0" fmla="*/ 0 w 11"/>
                <a:gd name="T1" fmla="*/ 173 h 26"/>
                <a:gd name="T2" fmla="*/ 49 w 11"/>
                <a:gd name="T3" fmla="*/ 0 h 26"/>
                <a:gd name="T4" fmla="*/ 65 w 11"/>
                <a:gd name="T5" fmla="*/ 12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0" y="26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11" y="6"/>
                    <a:pt x="10" y="12"/>
                    <a:pt x="11" y="1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53" name="Freeform 1932">
              <a:extLst>
                <a:ext uri="{FF2B5EF4-FFF2-40B4-BE49-F238E27FC236}">
                  <a16:creationId xmlns:a16="http://schemas.microsoft.com/office/drawing/2014/main" id="{2E4EEED2-51E8-4424-A9AC-0CDEC96FE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3007"/>
              <a:ext cx="15" cy="88"/>
            </a:xfrm>
            <a:custGeom>
              <a:avLst/>
              <a:gdLst>
                <a:gd name="T0" fmla="*/ 21 w 8"/>
                <a:gd name="T1" fmla="*/ 0 h 47"/>
                <a:gd name="T2" fmla="*/ 32 w 8"/>
                <a:gd name="T3" fmla="*/ 178 h 47"/>
                <a:gd name="T4" fmla="*/ 45 w 8"/>
                <a:gd name="T5" fmla="*/ 262 h 47"/>
                <a:gd name="T6" fmla="*/ 53 w 8"/>
                <a:gd name="T7" fmla="*/ 30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7">
                  <a:moveTo>
                    <a:pt x="3" y="0"/>
                  </a:moveTo>
                  <a:cubicBezTo>
                    <a:pt x="0" y="9"/>
                    <a:pt x="2" y="18"/>
                    <a:pt x="5" y="27"/>
                  </a:cubicBezTo>
                  <a:cubicBezTo>
                    <a:pt x="6" y="32"/>
                    <a:pt x="7" y="35"/>
                    <a:pt x="7" y="40"/>
                  </a:cubicBezTo>
                  <a:cubicBezTo>
                    <a:pt x="8" y="42"/>
                    <a:pt x="7" y="45"/>
                    <a:pt x="8" y="4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54" name="Freeform 1933">
              <a:extLst>
                <a:ext uri="{FF2B5EF4-FFF2-40B4-BE49-F238E27FC236}">
                  <a16:creationId xmlns:a16="http://schemas.microsoft.com/office/drawing/2014/main" id="{7DC3DB57-D43F-47E0-8FDD-F3E5E591D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355"/>
              <a:ext cx="37" cy="79"/>
            </a:xfrm>
            <a:custGeom>
              <a:avLst/>
              <a:gdLst>
                <a:gd name="T0" fmla="*/ 24 w 20"/>
                <a:gd name="T1" fmla="*/ 0 h 42"/>
                <a:gd name="T2" fmla="*/ 52 w 20"/>
                <a:gd name="T3" fmla="*/ 166 h 42"/>
                <a:gd name="T4" fmla="*/ 89 w 20"/>
                <a:gd name="T5" fmla="*/ 241 h 42"/>
                <a:gd name="T6" fmla="*/ 126 w 20"/>
                <a:gd name="T7" fmla="*/ 280 h 42"/>
                <a:gd name="T8" fmla="*/ 105 w 20"/>
                <a:gd name="T9" fmla="*/ 134 h 42"/>
                <a:gd name="T10" fmla="*/ 52 w 20"/>
                <a:gd name="T11" fmla="*/ 28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2">
                  <a:moveTo>
                    <a:pt x="4" y="0"/>
                  </a:moveTo>
                  <a:cubicBezTo>
                    <a:pt x="0" y="7"/>
                    <a:pt x="5" y="19"/>
                    <a:pt x="8" y="25"/>
                  </a:cubicBezTo>
                  <a:cubicBezTo>
                    <a:pt x="9" y="29"/>
                    <a:pt x="11" y="33"/>
                    <a:pt x="14" y="36"/>
                  </a:cubicBezTo>
                  <a:cubicBezTo>
                    <a:pt x="16" y="38"/>
                    <a:pt x="18" y="40"/>
                    <a:pt x="20" y="42"/>
                  </a:cubicBezTo>
                  <a:cubicBezTo>
                    <a:pt x="13" y="36"/>
                    <a:pt x="18" y="29"/>
                    <a:pt x="17" y="20"/>
                  </a:cubicBezTo>
                  <a:cubicBezTo>
                    <a:pt x="16" y="14"/>
                    <a:pt x="12" y="9"/>
                    <a:pt x="8" y="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55" name="Freeform 1934">
              <a:extLst>
                <a:ext uri="{FF2B5EF4-FFF2-40B4-BE49-F238E27FC236}">
                  <a16:creationId xmlns:a16="http://schemas.microsoft.com/office/drawing/2014/main" id="{449685E7-37DC-4723-A838-AC323753A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353"/>
              <a:ext cx="6" cy="25"/>
            </a:xfrm>
            <a:custGeom>
              <a:avLst/>
              <a:gdLst>
                <a:gd name="T0" fmla="*/ 24 w 3"/>
                <a:gd name="T1" fmla="*/ 0 h 13"/>
                <a:gd name="T2" fmla="*/ 16 w 3"/>
                <a:gd name="T3" fmla="*/ 48 h 13"/>
                <a:gd name="T4" fmla="*/ 8 w 3"/>
                <a:gd name="T5" fmla="*/ 8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2" y="2"/>
                    <a:pt x="3" y="5"/>
                    <a:pt x="2" y="7"/>
                  </a:cubicBezTo>
                  <a:cubicBezTo>
                    <a:pt x="2" y="8"/>
                    <a:pt x="0" y="13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56" name="Freeform 1935">
              <a:extLst>
                <a:ext uri="{FF2B5EF4-FFF2-40B4-BE49-F238E27FC236}">
                  <a16:creationId xmlns:a16="http://schemas.microsoft.com/office/drawing/2014/main" id="{8C810D45-7E82-466A-BD09-75298771E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3359"/>
              <a:ext cx="30" cy="82"/>
            </a:xfrm>
            <a:custGeom>
              <a:avLst/>
              <a:gdLst>
                <a:gd name="T0" fmla="*/ 0 w 16"/>
                <a:gd name="T1" fmla="*/ 0 h 44"/>
                <a:gd name="T2" fmla="*/ 73 w 16"/>
                <a:gd name="T3" fmla="*/ 164 h 44"/>
                <a:gd name="T4" fmla="*/ 99 w 16"/>
                <a:gd name="T5" fmla="*/ 28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4">
                  <a:moveTo>
                    <a:pt x="0" y="0"/>
                  </a:moveTo>
                  <a:cubicBezTo>
                    <a:pt x="3" y="6"/>
                    <a:pt x="9" y="18"/>
                    <a:pt x="11" y="25"/>
                  </a:cubicBezTo>
                  <a:cubicBezTo>
                    <a:pt x="13" y="30"/>
                    <a:pt x="16" y="39"/>
                    <a:pt x="15" y="4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57" name="Freeform 1936">
              <a:extLst>
                <a:ext uri="{FF2B5EF4-FFF2-40B4-BE49-F238E27FC236}">
                  <a16:creationId xmlns:a16="http://schemas.microsoft.com/office/drawing/2014/main" id="{8167183D-2826-4A2E-BB53-A0627AD9B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357"/>
              <a:ext cx="24" cy="86"/>
            </a:xfrm>
            <a:custGeom>
              <a:avLst/>
              <a:gdLst>
                <a:gd name="T0" fmla="*/ 0 w 13"/>
                <a:gd name="T1" fmla="*/ 0 h 46"/>
                <a:gd name="T2" fmla="*/ 44 w 13"/>
                <a:gd name="T3" fmla="*/ 77 h 46"/>
                <a:gd name="T4" fmla="*/ 61 w 13"/>
                <a:gd name="T5" fmla="*/ 189 h 46"/>
                <a:gd name="T6" fmla="*/ 81 w 13"/>
                <a:gd name="T7" fmla="*/ 269 h 46"/>
                <a:gd name="T8" fmla="*/ 81 w 13"/>
                <a:gd name="T9" fmla="*/ 29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6">
                  <a:moveTo>
                    <a:pt x="0" y="0"/>
                  </a:moveTo>
                  <a:cubicBezTo>
                    <a:pt x="2" y="4"/>
                    <a:pt x="6" y="7"/>
                    <a:pt x="7" y="12"/>
                  </a:cubicBezTo>
                  <a:cubicBezTo>
                    <a:pt x="9" y="18"/>
                    <a:pt x="8" y="24"/>
                    <a:pt x="10" y="29"/>
                  </a:cubicBezTo>
                  <a:cubicBezTo>
                    <a:pt x="11" y="33"/>
                    <a:pt x="13" y="37"/>
                    <a:pt x="13" y="41"/>
                  </a:cubicBezTo>
                  <a:cubicBezTo>
                    <a:pt x="13" y="42"/>
                    <a:pt x="13" y="46"/>
                    <a:pt x="13" y="4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58" name="Freeform 1937">
              <a:extLst>
                <a:ext uri="{FF2B5EF4-FFF2-40B4-BE49-F238E27FC236}">
                  <a16:creationId xmlns:a16="http://schemas.microsoft.com/office/drawing/2014/main" id="{941F36F7-D9AC-4F5F-AA75-0F1358031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3337"/>
              <a:ext cx="17" cy="82"/>
            </a:xfrm>
            <a:custGeom>
              <a:avLst/>
              <a:gdLst>
                <a:gd name="T0" fmla="*/ 0 w 9"/>
                <a:gd name="T1" fmla="*/ 0 h 44"/>
                <a:gd name="T2" fmla="*/ 40 w 9"/>
                <a:gd name="T3" fmla="*/ 164 h 44"/>
                <a:gd name="T4" fmla="*/ 32 w 9"/>
                <a:gd name="T5" fmla="*/ 240 h 44"/>
                <a:gd name="T6" fmla="*/ 8 w 9"/>
                <a:gd name="T7" fmla="*/ 28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4">
                  <a:moveTo>
                    <a:pt x="0" y="0"/>
                  </a:moveTo>
                  <a:cubicBezTo>
                    <a:pt x="9" y="7"/>
                    <a:pt x="6" y="16"/>
                    <a:pt x="6" y="25"/>
                  </a:cubicBezTo>
                  <a:cubicBezTo>
                    <a:pt x="5" y="29"/>
                    <a:pt x="6" y="33"/>
                    <a:pt x="5" y="37"/>
                  </a:cubicBezTo>
                  <a:cubicBezTo>
                    <a:pt x="4" y="40"/>
                    <a:pt x="2" y="43"/>
                    <a:pt x="1" y="4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59" name="Freeform 1938">
              <a:extLst>
                <a:ext uri="{FF2B5EF4-FFF2-40B4-BE49-F238E27FC236}">
                  <a16:creationId xmlns:a16="http://schemas.microsoft.com/office/drawing/2014/main" id="{1C462652-660C-4D47-87D0-3D6286E73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3357"/>
              <a:ext cx="39" cy="84"/>
            </a:xfrm>
            <a:custGeom>
              <a:avLst/>
              <a:gdLst>
                <a:gd name="T0" fmla="*/ 0 w 21"/>
                <a:gd name="T1" fmla="*/ 0 h 45"/>
                <a:gd name="T2" fmla="*/ 32 w 21"/>
                <a:gd name="T3" fmla="*/ 77 h 45"/>
                <a:gd name="T4" fmla="*/ 76 w 21"/>
                <a:gd name="T5" fmla="*/ 202 h 45"/>
                <a:gd name="T6" fmla="*/ 113 w 21"/>
                <a:gd name="T7" fmla="*/ 269 h 45"/>
                <a:gd name="T8" fmla="*/ 134 w 21"/>
                <a:gd name="T9" fmla="*/ 29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5">
                  <a:moveTo>
                    <a:pt x="0" y="0"/>
                  </a:moveTo>
                  <a:cubicBezTo>
                    <a:pt x="2" y="4"/>
                    <a:pt x="2" y="8"/>
                    <a:pt x="5" y="12"/>
                  </a:cubicBezTo>
                  <a:cubicBezTo>
                    <a:pt x="8" y="18"/>
                    <a:pt x="9" y="25"/>
                    <a:pt x="12" y="31"/>
                  </a:cubicBezTo>
                  <a:cubicBezTo>
                    <a:pt x="14" y="34"/>
                    <a:pt x="16" y="38"/>
                    <a:pt x="18" y="41"/>
                  </a:cubicBezTo>
                  <a:cubicBezTo>
                    <a:pt x="19" y="42"/>
                    <a:pt x="20" y="43"/>
                    <a:pt x="21" y="4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60" name="Freeform 1939">
              <a:extLst>
                <a:ext uri="{FF2B5EF4-FFF2-40B4-BE49-F238E27FC236}">
                  <a16:creationId xmlns:a16="http://schemas.microsoft.com/office/drawing/2014/main" id="{1B40E845-BA9E-4F30-905B-7B9168D94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397"/>
              <a:ext cx="5" cy="41"/>
            </a:xfrm>
            <a:custGeom>
              <a:avLst/>
              <a:gdLst>
                <a:gd name="T0" fmla="*/ 5 w 3"/>
                <a:gd name="T1" fmla="*/ 0 h 22"/>
                <a:gd name="T2" fmla="*/ 13 w 3"/>
                <a:gd name="T3" fmla="*/ 14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2">
                  <a:moveTo>
                    <a:pt x="1" y="0"/>
                  </a:moveTo>
                  <a:cubicBezTo>
                    <a:pt x="1" y="8"/>
                    <a:pt x="0" y="14"/>
                    <a:pt x="3" y="2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61" name="Freeform 1940">
              <a:extLst>
                <a:ext uri="{FF2B5EF4-FFF2-40B4-BE49-F238E27FC236}">
                  <a16:creationId xmlns:a16="http://schemas.microsoft.com/office/drawing/2014/main" id="{F4BB1DEB-6BE5-47B0-86C0-A9B7D5F28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751"/>
              <a:ext cx="84" cy="43"/>
            </a:xfrm>
            <a:custGeom>
              <a:avLst/>
              <a:gdLst>
                <a:gd name="T0" fmla="*/ 0 w 45"/>
                <a:gd name="T1" fmla="*/ 0 h 23"/>
                <a:gd name="T2" fmla="*/ 73 w 45"/>
                <a:gd name="T3" fmla="*/ 73 h 23"/>
                <a:gd name="T4" fmla="*/ 189 w 45"/>
                <a:gd name="T5" fmla="*/ 129 h 23"/>
                <a:gd name="T6" fmla="*/ 293 w 45"/>
                <a:gd name="T7" fmla="*/ 1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3">
                  <a:moveTo>
                    <a:pt x="0" y="0"/>
                  </a:moveTo>
                  <a:cubicBezTo>
                    <a:pt x="2" y="5"/>
                    <a:pt x="7" y="8"/>
                    <a:pt x="11" y="11"/>
                  </a:cubicBezTo>
                  <a:cubicBezTo>
                    <a:pt x="17" y="16"/>
                    <a:pt x="22" y="18"/>
                    <a:pt x="29" y="20"/>
                  </a:cubicBezTo>
                  <a:cubicBezTo>
                    <a:pt x="34" y="21"/>
                    <a:pt x="41" y="22"/>
                    <a:pt x="45" y="2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62" name="Freeform 1941">
              <a:extLst>
                <a:ext uri="{FF2B5EF4-FFF2-40B4-BE49-F238E27FC236}">
                  <a16:creationId xmlns:a16="http://schemas.microsoft.com/office/drawing/2014/main" id="{FEA949A4-3CF4-4A9B-B2EF-8D4BA5FEE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807"/>
              <a:ext cx="26" cy="9"/>
            </a:xfrm>
            <a:custGeom>
              <a:avLst/>
              <a:gdLst>
                <a:gd name="T0" fmla="*/ 0 w 14"/>
                <a:gd name="T1" fmla="*/ 0 h 5"/>
                <a:gd name="T2" fmla="*/ 89 w 14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3" y="2"/>
                    <a:pt x="11" y="5"/>
                    <a:pt x="14" y="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63" name="Freeform 1942">
              <a:extLst>
                <a:ext uri="{FF2B5EF4-FFF2-40B4-BE49-F238E27FC236}">
                  <a16:creationId xmlns:a16="http://schemas.microsoft.com/office/drawing/2014/main" id="{508008F5-3186-4A39-97FA-497992898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814"/>
              <a:ext cx="67" cy="34"/>
            </a:xfrm>
            <a:custGeom>
              <a:avLst/>
              <a:gdLst>
                <a:gd name="T0" fmla="*/ 0 w 36"/>
                <a:gd name="T1" fmla="*/ 0 h 18"/>
                <a:gd name="T2" fmla="*/ 37 w 36"/>
                <a:gd name="T3" fmla="*/ 53 h 18"/>
                <a:gd name="T4" fmla="*/ 121 w 36"/>
                <a:gd name="T5" fmla="*/ 93 h 18"/>
                <a:gd name="T6" fmla="*/ 233 w 36"/>
                <a:gd name="T7" fmla="*/ 11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8">
                  <a:moveTo>
                    <a:pt x="0" y="0"/>
                  </a:moveTo>
                  <a:cubicBezTo>
                    <a:pt x="0" y="3"/>
                    <a:pt x="4" y="6"/>
                    <a:pt x="6" y="8"/>
                  </a:cubicBezTo>
                  <a:cubicBezTo>
                    <a:pt x="10" y="12"/>
                    <a:pt x="14" y="13"/>
                    <a:pt x="19" y="14"/>
                  </a:cubicBezTo>
                  <a:cubicBezTo>
                    <a:pt x="24" y="16"/>
                    <a:pt x="33" y="18"/>
                    <a:pt x="36" y="1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64" name="Freeform 1943">
              <a:extLst>
                <a:ext uri="{FF2B5EF4-FFF2-40B4-BE49-F238E27FC236}">
                  <a16:creationId xmlns:a16="http://schemas.microsoft.com/office/drawing/2014/main" id="{DF9E557E-563C-49F2-8AE4-A3A48B6D9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844"/>
              <a:ext cx="50" cy="28"/>
            </a:xfrm>
            <a:custGeom>
              <a:avLst/>
              <a:gdLst>
                <a:gd name="T0" fmla="*/ 0 w 27"/>
                <a:gd name="T1" fmla="*/ 0 h 15"/>
                <a:gd name="T2" fmla="*/ 128 w 27"/>
                <a:gd name="T3" fmla="*/ 91 h 15"/>
                <a:gd name="T4" fmla="*/ 172 w 27"/>
                <a:gd name="T5" fmla="*/ 9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5">
                  <a:moveTo>
                    <a:pt x="0" y="0"/>
                  </a:moveTo>
                  <a:cubicBezTo>
                    <a:pt x="4" y="8"/>
                    <a:pt x="11" y="13"/>
                    <a:pt x="20" y="14"/>
                  </a:cubicBezTo>
                  <a:cubicBezTo>
                    <a:pt x="22" y="14"/>
                    <a:pt x="25" y="14"/>
                    <a:pt x="27" y="1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65" name="Freeform 1944">
              <a:extLst>
                <a:ext uri="{FF2B5EF4-FFF2-40B4-BE49-F238E27FC236}">
                  <a16:creationId xmlns:a16="http://schemas.microsoft.com/office/drawing/2014/main" id="{8BFB446B-35C3-496A-B7C6-5E492256B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882"/>
              <a:ext cx="62" cy="47"/>
            </a:xfrm>
            <a:custGeom>
              <a:avLst/>
              <a:gdLst>
                <a:gd name="T0" fmla="*/ 0 w 33"/>
                <a:gd name="T1" fmla="*/ 0 h 25"/>
                <a:gd name="T2" fmla="*/ 53 w 33"/>
                <a:gd name="T3" fmla="*/ 68 h 25"/>
                <a:gd name="T4" fmla="*/ 137 w 33"/>
                <a:gd name="T5" fmla="*/ 128 h 25"/>
                <a:gd name="T6" fmla="*/ 218 w 33"/>
                <a:gd name="T7" fmla="*/ 1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5">
                  <a:moveTo>
                    <a:pt x="0" y="0"/>
                  </a:moveTo>
                  <a:cubicBezTo>
                    <a:pt x="1" y="4"/>
                    <a:pt x="5" y="8"/>
                    <a:pt x="8" y="10"/>
                  </a:cubicBezTo>
                  <a:cubicBezTo>
                    <a:pt x="12" y="14"/>
                    <a:pt x="15" y="17"/>
                    <a:pt x="21" y="19"/>
                  </a:cubicBezTo>
                  <a:cubicBezTo>
                    <a:pt x="24" y="21"/>
                    <a:pt x="30" y="24"/>
                    <a:pt x="33" y="2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66" name="Freeform 1945">
              <a:extLst>
                <a:ext uri="{FF2B5EF4-FFF2-40B4-BE49-F238E27FC236}">
                  <a16:creationId xmlns:a16="http://schemas.microsoft.com/office/drawing/2014/main" id="{2902B879-2BAA-49AF-A996-41443B651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929"/>
              <a:ext cx="82" cy="52"/>
            </a:xfrm>
            <a:custGeom>
              <a:avLst/>
              <a:gdLst>
                <a:gd name="T0" fmla="*/ 0 w 44"/>
                <a:gd name="T1" fmla="*/ 0 h 28"/>
                <a:gd name="T2" fmla="*/ 104 w 44"/>
                <a:gd name="T3" fmla="*/ 104 h 28"/>
                <a:gd name="T4" fmla="*/ 285 w 44"/>
                <a:gd name="T5" fmla="*/ 180 h 28"/>
                <a:gd name="T6" fmla="*/ 226 w 44"/>
                <a:gd name="T7" fmla="*/ 121 h 28"/>
                <a:gd name="T8" fmla="*/ 188 w 44"/>
                <a:gd name="T9" fmla="*/ 8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8">
                  <a:moveTo>
                    <a:pt x="0" y="0"/>
                  </a:moveTo>
                  <a:cubicBezTo>
                    <a:pt x="6" y="5"/>
                    <a:pt x="10" y="12"/>
                    <a:pt x="16" y="16"/>
                  </a:cubicBezTo>
                  <a:cubicBezTo>
                    <a:pt x="25" y="23"/>
                    <a:pt x="34" y="25"/>
                    <a:pt x="44" y="28"/>
                  </a:cubicBezTo>
                  <a:cubicBezTo>
                    <a:pt x="41" y="25"/>
                    <a:pt x="38" y="22"/>
                    <a:pt x="35" y="19"/>
                  </a:cubicBezTo>
                  <a:cubicBezTo>
                    <a:pt x="33" y="18"/>
                    <a:pt x="31" y="14"/>
                    <a:pt x="29" y="1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67" name="Freeform 1946">
              <a:extLst>
                <a:ext uri="{FF2B5EF4-FFF2-40B4-BE49-F238E27FC236}">
                  <a16:creationId xmlns:a16="http://schemas.microsoft.com/office/drawing/2014/main" id="{B916C156-3679-4487-8CC7-D4F3D0A1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974"/>
              <a:ext cx="71" cy="74"/>
            </a:xfrm>
            <a:custGeom>
              <a:avLst/>
              <a:gdLst>
                <a:gd name="T0" fmla="*/ 0 w 38"/>
                <a:gd name="T1" fmla="*/ 0 h 40"/>
                <a:gd name="T2" fmla="*/ 97 w 38"/>
                <a:gd name="T3" fmla="*/ 148 h 40"/>
                <a:gd name="T4" fmla="*/ 249 w 38"/>
                <a:gd name="T5" fmla="*/ 253 h 40"/>
                <a:gd name="T6" fmla="*/ 77 w 38"/>
                <a:gd name="T7" fmla="*/ 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0">
                  <a:moveTo>
                    <a:pt x="0" y="0"/>
                  </a:moveTo>
                  <a:cubicBezTo>
                    <a:pt x="3" y="7"/>
                    <a:pt x="9" y="17"/>
                    <a:pt x="15" y="23"/>
                  </a:cubicBezTo>
                  <a:cubicBezTo>
                    <a:pt x="19" y="28"/>
                    <a:pt x="32" y="39"/>
                    <a:pt x="38" y="40"/>
                  </a:cubicBezTo>
                  <a:cubicBezTo>
                    <a:pt x="34" y="27"/>
                    <a:pt x="22" y="13"/>
                    <a:pt x="12" y="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68" name="Freeform 1947">
              <a:extLst>
                <a:ext uri="{FF2B5EF4-FFF2-40B4-BE49-F238E27FC236}">
                  <a16:creationId xmlns:a16="http://schemas.microsoft.com/office/drawing/2014/main" id="{9CDEA7DD-8F4F-40CE-9517-6C33D30C7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037"/>
              <a:ext cx="52" cy="71"/>
            </a:xfrm>
            <a:custGeom>
              <a:avLst/>
              <a:gdLst>
                <a:gd name="T0" fmla="*/ 0 w 28"/>
                <a:gd name="T1" fmla="*/ 0 h 38"/>
                <a:gd name="T2" fmla="*/ 84 w 28"/>
                <a:gd name="T3" fmla="*/ 136 h 38"/>
                <a:gd name="T4" fmla="*/ 180 w 28"/>
                <a:gd name="T5" fmla="*/ 249 h 38"/>
                <a:gd name="T6" fmla="*/ 65 w 28"/>
                <a:gd name="T7" fmla="*/ 2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8">
                  <a:moveTo>
                    <a:pt x="0" y="0"/>
                  </a:moveTo>
                  <a:cubicBezTo>
                    <a:pt x="1" y="7"/>
                    <a:pt x="8" y="16"/>
                    <a:pt x="13" y="21"/>
                  </a:cubicBezTo>
                  <a:cubicBezTo>
                    <a:pt x="17" y="26"/>
                    <a:pt x="23" y="35"/>
                    <a:pt x="28" y="38"/>
                  </a:cubicBezTo>
                  <a:cubicBezTo>
                    <a:pt x="25" y="28"/>
                    <a:pt x="17" y="12"/>
                    <a:pt x="10" y="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69" name="Freeform 1948">
              <a:extLst>
                <a:ext uri="{FF2B5EF4-FFF2-40B4-BE49-F238E27FC236}">
                  <a16:creationId xmlns:a16="http://schemas.microsoft.com/office/drawing/2014/main" id="{674226C5-A860-48DE-9931-A1C9E6725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080"/>
              <a:ext cx="56" cy="81"/>
            </a:xfrm>
            <a:custGeom>
              <a:avLst/>
              <a:gdLst>
                <a:gd name="T0" fmla="*/ 7 w 30"/>
                <a:gd name="T1" fmla="*/ 81 h 43"/>
                <a:gd name="T2" fmla="*/ 196 w 30"/>
                <a:gd name="T3" fmla="*/ 288 h 43"/>
                <a:gd name="T4" fmla="*/ 0 w 3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3">
                  <a:moveTo>
                    <a:pt x="1" y="12"/>
                  </a:moveTo>
                  <a:cubicBezTo>
                    <a:pt x="11" y="23"/>
                    <a:pt x="16" y="37"/>
                    <a:pt x="30" y="43"/>
                  </a:cubicBezTo>
                  <a:cubicBezTo>
                    <a:pt x="22" y="25"/>
                    <a:pt x="16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70" name="Freeform 1949">
              <a:extLst>
                <a:ext uri="{FF2B5EF4-FFF2-40B4-BE49-F238E27FC236}">
                  <a16:creationId xmlns:a16="http://schemas.microsoft.com/office/drawing/2014/main" id="{693E5A0E-2C63-4860-8903-BA27B60AC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148"/>
              <a:ext cx="71" cy="88"/>
            </a:xfrm>
            <a:custGeom>
              <a:avLst/>
              <a:gdLst>
                <a:gd name="T0" fmla="*/ 0 w 38"/>
                <a:gd name="T1" fmla="*/ 0 h 47"/>
                <a:gd name="T2" fmla="*/ 45 w 38"/>
                <a:gd name="T3" fmla="*/ 120 h 47"/>
                <a:gd name="T4" fmla="*/ 157 w 38"/>
                <a:gd name="T5" fmla="*/ 234 h 47"/>
                <a:gd name="T6" fmla="*/ 249 w 38"/>
                <a:gd name="T7" fmla="*/ 309 h 47"/>
                <a:gd name="T8" fmla="*/ 149 w 38"/>
                <a:gd name="T9" fmla="*/ 144 h 47"/>
                <a:gd name="T10" fmla="*/ 67 w 38"/>
                <a:gd name="T11" fmla="*/ 39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7">
                  <a:moveTo>
                    <a:pt x="0" y="0"/>
                  </a:moveTo>
                  <a:cubicBezTo>
                    <a:pt x="4" y="5"/>
                    <a:pt x="4" y="12"/>
                    <a:pt x="7" y="18"/>
                  </a:cubicBezTo>
                  <a:cubicBezTo>
                    <a:pt x="11" y="25"/>
                    <a:pt x="18" y="31"/>
                    <a:pt x="24" y="36"/>
                  </a:cubicBezTo>
                  <a:cubicBezTo>
                    <a:pt x="29" y="39"/>
                    <a:pt x="34" y="43"/>
                    <a:pt x="38" y="47"/>
                  </a:cubicBezTo>
                  <a:cubicBezTo>
                    <a:pt x="33" y="39"/>
                    <a:pt x="29" y="29"/>
                    <a:pt x="23" y="22"/>
                  </a:cubicBezTo>
                  <a:cubicBezTo>
                    <a:pt x="19" y="16"/>
                    <a:pt x="15" y="10"/>
                    <a:pt x="10" y="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71" name="Freeform 1950">
              <a:extLst>
                <a:ext uri="{FF2B5EF4-FFF2-40B4-BE49-F238E27FC236}">
                  <a16:creationId xmlns:a16="http://schemas.microsoft.com/office/drawing/2014/main" id="{2C288FE2-7FC8-4B8C-8FB3-05BD2A35E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193"/>
              <a:ext cx="73" cy="101"/>
            </a:xfrm>
            <a:custGeom>
              <a:avLst/>
              <a:gdLst>
                <a:gd name="T0" fmla="*/ 67 w 39"/>
                <a:gd name="T1" fmla="*/ 137 h 54"/>
                <a:gd name="T2" fmla="*/ 256 w 39"/>
                <a:gd name="T3" fmla="*/ 354 h 54"/>
                <a:gd name="T4" fmla="*/ 197 w 39"/>
                <a:gd name="T5" fmla="*/ 241 h 54"/>
                <a:gd name="T6" fmla="*/ 120 w 39"/>
                <a:gd name="T7" fmla="*/ 92 h 54"/>
                <a:gd name="T8" fmla="*/ 0 w 39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4">
                  <a:moveTo>
                    <a:pt x="10" y="21"/>
                  </a:moveTo>
                  <a:cubicBezTo>
                    <a:pt x="18" y="34"/>
                    <a:pt x="27" y="44"/>
                    <a:pt x="39" y="54"/>
                  </a:cubicBezTo>
                  <a:cubicBezTo>
                    <a:pt x="38" y="48"/>
                    <a:pt x="32" y="42"/>
                    <a:pt x="30" y="37"/>
                  </a:cubicBezTo>
                  <a:cubicBezTo>
                    <a:pt x="26" y="28"/>
                    <a:pt x="24" y="21"/>
                    <a:pt x="18" y="14"/>
                  </a:cubicBezTo>
                  <a:cubicBezTo>
                    <a:pt x="12" y="9"/>
                    <a:pt x="6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72" name="Freeform 1951">
              <a:extLst>
                <a:ext uri="{FF2B5EF4-FFF2-40B4-BE49-F238E27FC236}">
                  <a16:creationId xmlns:a16="http://schemas.microsoft.com/office/drawing/2014/main" id="{3B219D35-181E-49D6-B476-007AF8ADA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934"/>
              <a:ext cx="58" cy="71"/>
            </a:xfrm>
            <a:custGeom>
              <a:avLst/>
              <a:gdLst>
                <a:gd name="T0" fmla="*/ 0 w 31"/>
                <a:gd name="T1" fmla="*/ 0 h 38"/>
                <a:gd name="T2" fmla="*/ 204 w 31"/>
                <a:gd name="T3" fmla="*/ 249 h 38"/>
                <a:gd name="T4" fmla="*/ 105 w 31"/>
                <a:gd name="T5" fmla="*/ 125 h 38"/>
                <a:gd name="T6" fmla="*/ 0 w 31"/>
                <a:gd name="T7" fmla="*/ 1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8">
                  <a:moveTo>
                    <a:pt x="0" y="0"/>
                  </a:moveTo>
                  <a:cubicBezTo>
                    <a:pt x="3" y="18"/>
                    <a:pt x="15" y="30"/>
                    <a:pt x="31" y="38"/>
                  </a:cubicBezTo>
                  <a:cubicBezTo>
                    <a:pt x="30" y="31"/>
                    <a:pt x="21" y="24"/>
                    <a:pt x="16" y="19"/>
                  </a:cubicBezTo>
                  <a:cubicBezTo>
                    <a:pt x="12" y="13"/>
                    <a:pt x="7" y="6"/>
                    <a:pt x="0" y="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73" name="Freeform 1952">
              <a:extLst>
                <a:ext uri="{FF2B5EF4-FFF2-40B4-BE49-F238E27FC236}">
                  <a16:creationId xmlns:a16="http://schemas.microsoft.com/office/drawing/2014/main" id="{784A1D89-A378-4DE8-8886-F3FBC89B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94"/>
              <a:ext cx="71" cy="77"/>
            </a:xfrm>
            <a:custGeom>
              <a:avLst/>
              <a:gdLst>
                <a:gd name="T0" fmla="*/ 73 w 38"/>
                <a:gd name="T1" fmla="*/ 39 h 41"/>
                <a:gd name="T2" fmla="*/ 249 w 38"/>
                <a:gd name="T3" fmla="*/ 265 h 41"/>
                <a:gd name="T4" fmla="*/ 67 w 38"/>
                <a:gd name="T5" fmla="*/ 137 h 41"/>
                <a:gd name="T6" fmla="*/ 0 w 38"/>
                <a:gd name="T7" fmla="*/ 15 h 41"/>
                <a:gd name="T8" fmla="*/ 13 w 38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1">
                  <a:moveTo>
                    <a:pt x="11" y="6"/>
                  </a:moveTo>
                  <a:cubicBezTo>
                    <a:pt x="19" y="15"/>
                    <a:pt x="37" y="27"/>
                    <a:pt x="38" y="40"/>
                  </a:cubicBezTo>
                  <a:cubicBezTo>
                    <a:pt x="30" y="41"/>
                    <a:pt x="15" y="27"/>
                    <a:pt x="10" y="21"/>
                  </a:cubicBezTo>
                  <a:cubicBezTo>
                    <a:pt x="5" y="15"/>
                    <a:pt x="2" y="9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74" name="Freeform 1953">
              <a:extLst>
                <a:ext uri="{FF2B5EF4-FFF2-40B4-BE49-F238E27FC236}">
                  <a16:creationId xmlns:a16="http://schemas.microsoft.com/office/drawing/2014/main" id="{4FD82157-BAA1-494C-AACB-C173E836A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919"/>
              <a:ext cx="6" cy="30"/>
            </a:xfrm>
            <a:custGeom>
              <a:avLst/>
              <a:gdLst>
                <a:gd name="T0" fmla="*/ 24 w 3"/>
                <a:gd name="T1" fmla="*/ 105 h 16"/>
                <a:gd name="T2" fmla="*/ 0 w 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16"/>
                  </a:moveTo>
                  <a:cubicBezTo>
                    <a:pt x="0" y="12"/>
                    <a:pt x="0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75" name="Freeform 1954">
              <a:extLst>
                <a:ext uri="{FF2B5EF4-FFF2-40B4-BE49-F238E27FC236}">
                  <a16:creationId xmlns:a16="http://schemas.microsoft.com/office/drawing/2014/main" id="{26302FC0-6F97-4DF7-AADF-3F5D0D2EE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938"/>
              <a:ext cx="30" cy="71"/>
            </a:xfrm>
            <a:custGeom>
              <a:avLst/>
              <a:gdLst>
                <a:gd name="T0" fmla="*/ 0 w 16"/>
                <a:gd name="T1" fmla="*/ 0 h 38"/>
                <a:gd name="T2" fmla="*/ 73 w 16"/>
                <a:gd name="T3" fmla="*/ 129 h 38"/>
                <a:gd name="T4" fmla="*/ 105 w 16"/>
                <a:gd name="T5" fmla="*/ 24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8">
                  <a:moveTo>
                    <a:pt x="0" y="0"/>
                  </a:moveTo>
                  <a:cubicBezTo>
                    <a:pt x="3" y="7"/>
                    <a:pt x="9" y="12"/>
                    <a:pt x="11" y="20"/>
                  </a:cubicBezTo>
                  <a:cubicBezTo>
                    <a:pt x="13" y="25"/>
                    <a:pt x="12" y="34"/>
                    <a:pt x="16" y="3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76" name="Freeform 1955">
              <a:extLst>
                <a:ext uri="{FF2B5EF4-FFF2-40B4-BE49-F238E27FC236}">
                  <a16:creationId xmlns:a16="http://schemas.microsoft.com/office/drawing/2014/main" id="{F0E12816-0A1D-4774-808E-007516603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83"/>
              <a:ext cx="43" cy="37"/>
            </a:xfrm>
            <a:custGeom>
              <a:avLst/>
              <a:gdLst>
                <a:gd name="T0" fmla="*/ 0 w 23"/>
                <a:gd name="T1" fmla="*/ 0 h 20"/>
                <a:gd name="T2" fmla="*/ 150 w 23"/>
                <a:gd name="T3" fmla="*/ 1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cubicBezTo>
                    <a:pt x="1" y="9"/>
                    <a:pt x="16" y="15"/>
                    <a:pt x="23" y="2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77" name="Freeform 1956">
              <a:extLst>
                <a:ext uri="{FF2B5EF4-FFF2-40B4-BE49-F238E27FC236}">
                  <a16:creationId xmlns:a16="http://schemas.microsoft.com/office/drawing/2014/main" id="{3A9F084D-6216-469D-B0D7-89BE84994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017"/>
              <a:ext cx="23" cy="65"/>
            </a:xfrm>
            <a:custGeom>
              <a:avLst/>
              <a:gdLst>
                <a:gd name="T0" fmla="*/ 0 w 12"/>
                <a:gd name="T1" fmla="*/ 0 h 35"/>
                <a:gd name="T2" fmla="*/ 77 w 12"/>
                <a:gd name="T3" fmla="*/ 22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8" y="7"/>
                    <a:pt x="12" y="27"/>
                    <a:pt x="11" y="3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78" name="Freeform 1957">
              <a:extLst>
                <a:ext uri="{FF2B5EF4-FFF2-40B4-BE49-F238E27FC236}">
                  <a16:creationId xmlns:a16="http://schemas.microsoft.com/office/drawing/2014/main" id="{26DA6F71-F190-4319-BFDD-1769AA46E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3449"/>
              <a:ext cx="41" cy="82"/>
            </a:xfrm>
            <a:custGeom>
              <a:avLst/>
              <a:gdLst>
                <a:gd name="T0" fmla="*/ 117 w 22"/>
                <a:gd name="T1" fmla="*/ 285 h 44"/>
                <a:gd name="T2" fmla="*/ 97 w 22"/>
                <a:gd name="T3" fmla="*/ 261 h 44"/>
                <a:gd name="T4" fmla="*/ 32 w 22"/>
                <a:gd name="T5" fmla="*/ 166 h 44"/>
                <a:gd name="T6" fmla="*/ 7 w 22"/>
                <a:gd name="T7" fmla="*/ 52 h 44"/>
                <a:gd name="T8" fmla="*/ 7 w 22"/>
                <a:gd name="T9" fmla="*/ 0 h 44"/>
                <a:gd name="T10" fmla="*/ 21 w 22"/>
                <a:gd name="T11" fmla="*/ 13 h 44"/>
                <a:gd name="T12" fmla="*/ 52 w 22"/>
                <a:gd name="T13" fmla="*/ 73 h 44"/>
                <a:gd name="T14" fmla="*/ 104 w 22"/>
                <a:gd name="T15" fmla="*/ 164 h 44"/>
                <a:gd name="T16" fmla="*/ 121 w 22"/>
                <a:gd name="T17" fmla="*/ 216 h 44"/>
                <a:gd name="T18" fmla="*/ 142 w 22"/>
                <a:gd name="T19" fmla="*/ 24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4">
                  <a:moveTo>
                    <a:pt x="18" y="44"/>
                  </a:moveTo>
                  <a:cubicBezTo>
                    <a:pt x="17" y="42"/>
                    <a:pt x="16" y="41"/>
                    <a:pt x="15" y="40"/>
                  </a:cubicBezTo>
                  <a:cubicBezTo>
                    <a:pt x="11" y="35"/>
                    <a:pt x="8" y="31"/>
                    <a:pt x="5" y="26"/>
                  </a:cubicBezTo>
                  <a:cubicBezTo>
                    <a:pt x="2" y="20"/>
                    <a:pt x="0" y="14"/>
                    <a:pt x="1" y="8"/>
                  </a:cubicBezTo>
                  <a:cubicBezTo>
                    <a:pt x="1" y="5"/>
                    <a:pt x="2" y="2"/>
                    <a:pt x="1" y="0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5" y="5"/>
                    <a:pt x="6" y="8"/>
                    <a:pt x="8" y="11"/>
                  </a:cubicBezTo>
                  <a:cubicBezTo>
                    <a:pt x="11" y="16"/>
                    <a:pt x="13" y="20"/>
                    <a:pt x="16" y="25"/>
                  </a:cubicBezTo>
                  <a:cubicBezTo>
                    <a:pt x="17" y="27"/>
                    <a:pt x="18" y="30"/>
                    <a:pt x="19" y="33"/>
                  </a:cubicBezTo>
                  <a:cubicBezTo>
                    <a:pt x="20" y="34"/>
                    <a:pt x="20" y="38"/>
                    <a:pt x="22" y="3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79" name="Freeform 1958">
              <a:extLst>
                <a:ext uri="{FF2B5EF4-FFF2-40B4-BE49-F238E27FC236}">
                  <a16:creationId xmlns:a16="http://schemas.microsoft.com/office/drawing/2014/main" id="{D0691505-B0E5-4FC6-ADD3-062E857D5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475"/>
              <a:ext cx="39" cy="45"/>
            </a:xfrm>
            <a:custGeom>
              <a:avLst/>
              <a:gdLst>
                <a:gd name="T0" fmla="*/ 134 w 21"/>
                <a:gd name="T1" fmla="*/ 158 h 24"/>
                <a:gd name="T2" fmla="*/ 65 w 21"/>
                <a:gd name="T3" fmla="*/ 45 h 24"/>
                <a:gd name="T4" fmla="*/ 0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21" y="24"/>
                  </a:moveTo>
                  <a:cubicBezTo>
                    <a:pt x="21" y="17"/>
                    <a:pt x="15" y="11"/>
                    <a:pt x="10" y="7"/>
                  </a:cubicBezTo>
                  <a:cubicBezTo>
                    <a:pt x="8" y="6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80" name="Freeform 1959">
              <a:extLst>
                <a:ext uri="{FF2B5EF4-FFF2-40B4-BE49-F238E27FC236}">
                  <a16:creationId xmlns:a16="http://schemas.microsoft.com/office/drawing/2014/main" id="{92F52707-1EC1-450F-967F-1C1368C7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3475"/>
              <a:ext cx="56" cy="79"/>
            </a:xfrm>
            <a:custGeom>
              <a:avLst/>
              <a:gdLst>
                <a:gd name="T0" fmla="*/ 0 w 30"/>
                <a:gd name="T1" fmla="*/ 0 h 42"/>
                <a:gd name="T2" fmla="*/ 60 w 30"/>
                <a:gd name="T3" fmla="*/ 141 h 42"/>
                <a:gd name="T4" fmla="*/ 196 w 30"/>
                <a:gd name="T5" fmla="*/ 280 h 42"/>
                <a:gd name="T6" fmla="*/ 164 w 30"/>
                <a:gd name="T7" fmla="*/ 205 h 42"/>
                <a:gd name="T8" fmla="*/ 144 w 30"/>
                <a:gd name="T9" fmla="*/ 15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2">
                  <a:moveTo>
                    <a:pt x="0" y="0"/>
                  </a:moveTo>
                  <a:cubicBezTo>
                    <a:pt x="4" y="7"/>
                    <a:pt x="5" y="15"/>
                    <a:pt x="9" y="21"/>
                  </a:cubicBezTo>
                  <a:cubicBezTo>
                    <a:pt x="14" y="30"/>
                    <a:pt x="22" y="36"/>
                    <a:pt x="30" y="42"/>
                  </a:cubicBezTo>
                  <a:cubicBezTo>
                    <a:pt x="28" y="39"/>
                    <a:pt x="26" y="35"/>
                    <a:pt x="25" y="31"/>
                  </a:cubicBezTo>
                  <a:cubicBezTo>
                    <a:pt x="24" y="29"/>
                    <a:pt x="24" y="24"/>
                    <a:pt x="22" y="2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81" name="Freeform 1960">
              <a:extLst>
                <a:ext uri="{FF2B5EF4-FFF2-40B4-BE49-F238E27FC236}">
                  <a16:creationId xmlns:a16="http://schemas.microsoft.com/office/drawing/2014/main" id="{873A635E-188C-4EC5-9183-DD14E29B6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537"/>
              <a:ext cx="39" cy="97"/>
            </a:xfrm>
            <a:custGeom>
              <a:avLst/>
              <a:gdLst>
                <a:gd name="T0" fmla="*/ 0 w 21"/>
                <a:gd name="T1" fmla="*/ 0 h 52"/>
                <a:gd name="T2" fmla="*/ 32 w 21"/>
                <a:gd name="T3" fmla="*/ 173 h 52"/>
                <a:gd name="T4" fmla="*/ 128 w 21"/>
                <a:gd name="T5" fmla="*/ 338 h 52"/>
                <a:gd name="T6" fmla="*/ 65 w 21"/>
                <a:gd name="T7" fmla="*/ 52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0" y="8"/>
                    <a:pt x="2" y="19"/>
                    <a:pt x="5" y="27"/>
                  </a:cubicBezTo>
                  <a:cubicBezTo>
                    <a:pt x="7" y="33"/>
                    <a:pt x="14" y="48"/>
                    <a:pt x="20" y="52"/>
                  </a:cubicBezTo>
                  <a:cubicBezTo>
                    <a:pt x="21" y="38"/>
                    <a:pt x="15" y="20"/>
                    <a:pt x="10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82" name="Freeform 1961">
              <a:extLst>
                <a:ext uri="{FF2B5EF4-FFF2-40B4-BE49-F238E27FC236}">
                  <a16:creationId xmlns:a16="http://schemas.microsoft.com/office/drawing/2014/main" id="{717F2D7B-B9FF-450B-92C3-7EE584CAC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615"/>
              <a:ext cx="28" cy="87"/>
            </a:xfrm>
            <a:custGeom>
              <a:avLst/>
              <a:gdLst>
                <a:gd name="T0" fmla="*/ 13 w 15"/>
                <a:gd name="T1" fmla="*/ 0 h 46"/>
                <a:gd name="T2" fmla="*/ 32 w 15"/>
                <a:gd name="T3" fmla="*/ 161 h 46"/>
                <a:gd name="T4" fmla="*/ 84 w 15"/>
                <a:gd name="T5" fmla="*/ 312 h 46"/>
                <a:gd name="T6" fmla="*/ 60 w 15"/>
                <a:gd name="T7" fmla="*/ 4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6">
                  <a:moveTo>
                    <a:pt x="2" y="0"/>
                  </a:moveTo>
                  <a:cubicBezTo>
                    <a:pt x="0" y="7"/>
                    <a:pt x="3" y="18"/>
                    <a:pt x="5" y="24"/>
                  </a:cubicBezTo>
                  <a:cubicBezTo>
                    <a:pt x="7" y="31"/>
                    <a:pt x="10" y="40"/>
                    <a:pt x="13" y="46"/>
                  </a:cubicBezTo>
                  <a:cubicBezTo>
                    <a:pt x="15" y="35"/>
                    <a:pt x="13" y="18"/>
                    <a:pt x="9" y="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83" name="Freeform 1962">
              <a:extLst>
                <a:ext uri="{FF2B5EF4-FFF2-40B4-BE49-F238E27FC236}">
                  <a16:creationId xmlns:a16="http://schemas.microsoft.com/office/drawing/2014/main" id="{AB79AC21-0BD6-4076-A1CC-7CAF514A9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516"/>
              <a:ext cx="36" cy="88"/>
            </a:xfrm>
            <a:custGeom>
              <a:avLst/>
              <a:gdLst>
                <a:gd name="T0" fmla="*/ 21 w 19"/>
                <a:gd name="T1" fmla="*/ 0 h 47"/>
                <a:gd name="T2" fmla="*/ 116 w 19"/>
                <a:gd name="T3" fmla="*/ 309 h 47"/>
                <a:gd name="T4" fmla="*/ 76 w 19"/>
                <a:gd name="T5" fmla="*/ 157 h 47"/>
                <a:gd name="T6" fmla="*/ 21 w 19"/>
                <a:gd name="T7" fmla="*/ 1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7">
                  <a:moveTo>
                    <a:pt x="3" y="0"/>
                  </a:moveTo>
                  <a:cubicBezTo>
                    <a:pt x="0" y="18"/>
                    <a:pt x="6" y="33"/>
                    <a:pt x="17" y="47"/>
                  </a:cubicBezTo>
                  <a:cubicBezTo>
                    <a:pt x="19" y="40"/>
                    <a:pt x="13" y="30"/>
                    <a:pt x="11" y="24"/>
                  </a:cubicBezTo>
                  <a:cubicBezTo>
                    <a:pt x="9" y="16"/>
                    <a:pt x="7" y="9"/>
                    <a:pt x="3" y="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84" name="Freeform 1963">
              <a:extLst>
                <a:ext uri="{FF2B5EF4-FFF2-40B4-BE49-F238E27FC236}">
                  <a16:creationId xmlns:a16="http://schemas.microsoft.com/office/drawing/2014/main" id="{865D5317-3E85-4077-84F4-894F2D409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3589"/>
              <a:ext cx="47" cy="94"/>
            </a:xfrm>
            <a:custGeom>
              <a:avLst/>
              <a:gdLst>
                <a:gd name="T0" fmla="*/ 60 w 25"/>
                <a:gd name="T1" fmla="*/ 60 h 50"/>
                <a:gd name="T2" fmla="*/ 137 w 25"/>
                <a:gd name="T3" fmla="*/ 333 h 50"/>
                <a:gd name="T4" fmla="*/ 21 w 25"/>
                <a:gd name="T5" fmla="*/ 145 h 50"/>
                <a:gd name="T6" fmla="*/ 0 w 25"/>
                <a:gd name="T7" fmla="*/ 0 h 50"/>
                <a:gd name="T8" fmla="*/ 21 w 25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0">
                  <a:moveTo>
                    <a:pt x="9" y="9"/>
                  </a:moveTo>
                  <a:cubicBezTo>
                    <a:pt x="13" y="20"/>
                    <a:pt x="25" y="38"/>
                    <a:pt x="21" y="50"/>
                  </a:cubicBezTo>
                  <a:cubicBezTo>
                    <a:pt x="13" y="48"/>
                    <a:pt x="5" y="30"/>
                    <a:pt x="3" y="22"/>
                  </a:cubicBezTo>
                  <a:cubicBezTo>
                    <a:pt x="0" y="15"/>
                    <a:pt x="0" y="8"/>
                    <a:pt x="0" y="0"/>
                  </a:cubicBezTo>
                  <a:cubicBezTo>
                    <a:pt x="2" y="1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85" name="Freeform 1964">
              <a:extLst>
                <a:ext uri="{FF2B5EF4-FFF2-40B4-BE49-F238E27FC236}">
                  <a16:creationId xmlns:a16="http://schemas.microsoft.com/office/drawing/2014/main" id="{E443D2EA-327D-4C9C-AB59-89346035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486"/>
              <a:ext cx="7" cy="30"/>
            </a:xfrm>
            <a:custGeom>
              <a:avLst/>
              <a:gdLst>
                <a:gd name="T0" fmla="*/ 7 w 4"/>
                <a:gd name="T1" fmla="*/ 105 h 16"/>
                <a:gd name="T2" fmla="*/ 21 w 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1" y="16"/>
                  </a:moveTo>
                  <a:cubicBezTo>
                    <a:pt x="0" y="11"/>
                    <a:pt x="2" y="5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86" name="Freeform 1965">
              <a:extLst>
                <a:ext uri="{FF2B5EF4-FFF2-40B4-BE49-F238E27FC236}">
                  <a16:creationId xmlns:a16="http://schemas.microsoft.com/office/drawing/2014/main" id="{C7A808A8-B365-4307-B90D-0ECAF059F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513"/>
              <a:ext cx="10" cy="76"/>
            </a:xfrm>
            <a:custGeom>
              <a:avLst/>
              <a:gdLst>
                <a:gd name="T0" fmla="*/ 8 w 5"/>
                <a:gd name="T1" fmla="*/ 0 h 41"/>
                <a:gd name="T2" fmla="*/ 32 w 5"/>
                <a:gd name="T3" fmla="*/ 141 h 41"/>
                <a:gd name="T4" fmla="*/ 16 w 5"/>
                <a:gd name="T5" fmla="*/ 26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1">
                  <a:moveTo>
                    <a:pt x="1" y="0"/>
                  </a:moveTo>
                  <a:cubicBezTo>
                    <a:pt x="1" y="8"/>
                    <a:pt x="5" y="15"/>
                    <a:pt x="4" y="22"/>
                  </a:cubicBezTo>
                  <a:cubicBezTo>
                    <a:pt x="4" y="28"/>
                    <a:pt x="0" y="36"/>
                    <a:pt x="2" y="4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87" name="Freeform 1966">
              <a:extLst>
                <a:ext uri="{FF2B5EF4-FFF2-40B4-BE49-F238E27FC236}">
                  <a16:creationId xmlns:a16="http://schemas.microsoft.com/office/drawing/2014/main" id="{741ACD34-6D26-4E01-B9AC-FD014B6F5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563"/>
              <a:ext cx="30" cy="51"/>
            </a:xfrm>
            <a:custGeom>
              <a:avLst/>
              <a:gdLst>
                <a:gd name="T0" fmla="*/ 21 w 16"/>
                <a:gd name="T1" fmla="*/ 0 h 27"/>
                <a:gd name="T2" fmla="*/ 105 w 16"/>
                <a:gd name="T3" fmla="*/ 1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">
                  <a:moveTo>
                    <a:pt x="3" y="0"/>
                  </a:moveTo>
                  <a:cubicBezTo>
                    <a:pt x="0" y="9"/>
                    <a:pt x="12" y="20"/>
                    <a:pt x="16" y="2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88" name="Freeform 1967">
              <a:extLst>
                <a:ext uri="{FF2B5EF4-FFF2-40B4-BE49-F238E27FC236}">
                  <a16:creationId xmlns:a16="http://schemas.microsoft.com/office/drawing/2014/main" id="{2588CD6F-F547-4C97-A3B6-EDB28B50C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610"/>
              <a:ext cx="13" cy="67"/>
            </a:xfrm>
            <a:custGeom>
              <a:avLst/>
              <a:gdLst>
                <a:gd name="T0" fmla="*/ 13 w 7"/>
                <a:gd name="T1" fmla="*/ 0 h 36"/>
                <a:gd name="T2" fmla="*/ 0 w 7"/>
                <a:gd name="T3" fmla="*/ 23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6">
                  <a:moveTo>
                    <a:pt x="2" y="0"/>
                  </a:moveTo>
                  <a:cubicBezTo>
                    <a:pt x="7" y="9"/>
                    <a:pt x="4" y="29"/>
                    <a:pt x="0" y="3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89" name="Freeform 1968">
              <a:extLst>
                <a:ext uri="{FF2B5EF4-FFF2-40B4-BE49-F238E27FC236}">
                  <a16:creationId xmlns:a16="http://schemas.microsoft.com/office/drawing/2014/main" id="{08C3E917-78F0-4918-9F40-FA6828133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065"/>
              <a:ext cx="60" cy="68"/>
            </a:xfrm>
            <a:custGeom>
              <a:avLst/>
              <a:gdLst>
                <a:gd name="T0" fmla="*/ 39 w 32"/>
                <a:gd name="T1" fmla="*/ 8 h 36"/>
                <a:gd name="T2" fmla="*/ 212 w 32"/>
                <a:gd name="T3" fmla="*/ 242 h 36"/>
                <a:gd name="T4" fmla="*/ 0 w 3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6">
                  <a:moveTo>
                    <a:pt x="6" y="1"/>
                  </a:moveTo>
                  <a:cubicBezTo>
                    <a:pt x="15" y="10"/>
                    <a:pt x="32" y="22"/>
                    <a:pt x="32" y="36"/>
                  </a:cubicBezTo>
                  <a:cubicBezTo>
                    <a:pt x="20" y="32"/>
                    <a:pt x="2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90" name="Freeform 1969">
              <a:extLst>
                <a:ext uri="{FF2B5EF4-FFF2-40B4-BE49-F238E27FC236}">
                  <a16:creationId xmlns:a16="http://schemas.microsoft.com/office/drawing/2014/main" id="{84C792E6-D05F-4130-9873-D9B18D4D3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035"/>
              <a:ext cx="75" cy="85"/>
            </a:xfrm>
            <a:custGeom>
              <a:avLst/>
              <a:gdLst>
                <a:gd name="T0" fmla="*/ 0 w 40"/>
                <a:gd name="T1" fmla="*/ 0 h 45"/>
                <a:gd name="T2" fmla="*/ 28 w 40"/>
                <a:gd name="T3" fmla="*/ 93 h 45"/>
                <a:gd name="T4" fmla="*/ 113 w 40"/>
                <a:gd name="T5" fmla="*/ 204 h 45"/>
                <a:gd name="T6" fmla="*/ 264 w 40"/>
                <a:gd name="T7" fmla="*/ 30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5">
                  <a:moveTo>
                    <a:pt x="0" y="0"/>
                  </a:moveTo>
                  <a:cubicBezTo>
                    <a:pt x="2" y="5"/>
                    <a:pt x="2" y="9"/>
                    <a:pt x="4" y="14"/>
                  </a:cubicBezTo>
                  <a:cubicBezTo>
                    <a:pt x="7" y="20"/>
                    <a:pt x="12" y="26"/>
                    <a:pt x="17" y="30"/>
                  </a:cubicBezTo>
                  <a:cubicBezTo>
                    <a:pt x="23" y="37"/>
                    <a:pt x="33" y="39"/>
                    <a:pt x="40" y="4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91" name="Freeform 1970">
              <a:extLst>
                <a:ext uri="{FF2B5EF4-FFF2-40B4-BE49-F238E27FC236}">
                  <a16:creationId xmlns:a16="http://schemas.microsoft.com/office/drawing/2014/main" id="{31397FED-8D74-40FF-ABC4-D544294A8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98"/>
              <a:ext cx="63" cy="62"/>
            </a:xfrm>
            <a:custGeom>
              <a:avLst/>
              <a:gdLst>
                <a:gd name="T0" fmla="*/ 209 w 34"/>
                <a:gd name="T1" fmla="*/ 218 h 33"/>
                <a:gd name="T2" fmla="*/ 178 w 34"/>
                <a:gd name="T3" fmla="*/ 197 h 33"/>
                <a:gd name="T4" fmla="*/ 89 w 34"/>
                <a:gd name="T5" fmla="*/ 137 h 33"/>
                <a:gd name="T6" fmla="*/ 20 w 34"/>
                <a:gd name="T7" fmla="*/ 45 h 33"/>
                <a:gd name="T8" fmla="*/ 0 w 34"/>
                <a:gd name="T9" fmla="*/ 0 h 33"/>
                <a:gd name="T10" fmla="*/ 13 w 34"/>
                <a:gd name="T11" fmla="*/ 8 h 33"/>
                <a:gd name="T12" fmla="*/ 69 w 34"/>
                <a:gd name="T13" fmla="*/ 45 h 33"/>
                <a:gd name="T14" fmla="*/ 152 w 34"/>
                <a:gd name="T15" fmla="*/ 105 h 33"/>
                <a:gd name="T16" fmla="*/ 193 w 34"/>
                <a:gd name="T17" fmla="*/ 145 h 33"/>
                <a:gd name="T18" fmla="*/ 217 w 34"/>
                <a:gd name="T19" fmla="*/ 18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33">
                  <a:moveTo>
                    <a:pt x="33" y="33"/>
                  </a:moveTo>
                  <a:cubicBezTo>
                    <a:pt x="32" y="32"/>
                    <a:pt x="30" y="31"/>
                    <a:pt x="28" y="30"/>
                  </a:cubicBezTo>
                  <a:cubicBezTo>
                    <a:pt x="23" y="28"/>
                    <a:pt x="19" y="25"/>
                    <a:pt x="14" y="21"/>
                  </a:cubicBezTo>
                  <a:cubicBezTo>
                    <a:pt x="9" y="18"/>
                    <a:pt x="5" y="13"/>
                    <a:pt x="3" y="7"/>
                  </a:cubicBezTo>
                  <a:cubicBezTo>
                    <a:pt x="2" y="5"/>
                    <a:pt x="2" y="2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5" y="3"/>
                    <a:pt x="8" y="5"/>
                    <a:pt x="11" y="7"/>
                  </a:cubicBezTo>
                  <a:cubicBezTo>
                    <a:pt x="15" y="10"/>
                    <a:pt x="19" y="13"/>
                    <a:pt x="24" y="16"/>
                  </a:cubicBezTo>
                  <a:cubicBezTo>
                    <a:pt x="26" y="18"/>
                    <a:pt x="28" y="20"/>
                    <a:pt x="30" y="22"/>
                  </a:cubicBezTo>
                  <a:cubicBezTo>
                    <a:pt x="31" y="24"/>
                    <a:pt x="33" y="26"/>
                    <a:pt x="34" y="2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92" name="Freeform 1971">
              <a:extLst>
                <a:ext uri="{FF2B5EF4-FFF2-40B4-BE49-F238E27FC236}">
                  <a16:creationId xmlns:a16="http://schemas.microsoft.com/office/drawing/2014/main" id="{65397302-C7C7-46AD-A287-90947B7EE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039"/>
              <a:ext cx="56" cy="24"/>
            </a:xfrm>
            <a:custGeom>
              <a:avLst/>
              <a:gdLst>
                <a:gd name="T0" fmla="*/ 196 w 30"/>
                <a:gd name="T1" fmla="*/ 81 h 13"/>
                <a:gd name="T2" fmla="*/ 84 w 30"/>
                <a:gd name="T3" fmla="*/ 20 h 13"/>
                <a:gd name="T4" fmla="*/ 0 w 30"/>
                <a:gd name="T5" fmla="*/ 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30" y="13"/>
                  </a:moveTo>
                  <a:cubicBezTo>
                    <a:pt x="27" y="7"/>
                    <a:pt x="18" y="4"/>
                    <a:pt x="13" y="3"/>
                  </a:cubicBezTo>
                  <a:cubicBezTo>
                    <a:pt x="10" y="2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93" name="Freeform 1972">
              <a:extLst>
                <a:ext uri="{FF2B5EF4-FFF2-40B4-BE49-F238E27FC236}">
                  <a16:creationId xmlns:a16="http://schemas.microsoft.com/office/drawing/2014/main" id="{75A94D80-8747-45A7-A5A5-C56A3DC20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998"/>
              <a:ext cx="66" cy="45"/>
            </a:xfrm>
            <a:custGeom>
              <a:avLst/>
              <a:gdLst>
                <a:gd name="T0" fmla="*/ 234 w 35"/>
                <a:gd name="T1" fmla="*/ 158 h 24"/>
                <a:gd name="T2" fmla="*/ 0 w 35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35" y="24"/>
                  </a:moveTo>
                  <a:cubicBezTo>
                    <a:pt x="26" y="13"/>
                    <a:pt x="13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94" name="Freeform 1973">
              <a:extLst>
                <a:ext uri="{FF2B5EF4-FFF2-40B4-BE49-F238E27FC236}">
                  <a16:creationId xmlns:a16="http://schemas.microsoft.com/office/drawing/2014/main" id="{8F9F5C63-95C9-4127-968E-C59B3A2A5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002"/>
              <a:ext cx="85" cy="33"/>
            </a:xfrm>
            <a:custGeom>
              <a:avLst/>
              <a:gdLst>
                <a:gd name="T0" fmla="*/ 304 w 45"/>
                <a:gd name="T1" fmla="*/ 112 h 18"/>
                <a:gd name="T2" fmla="*/ 89 w 45"/>
                <a:gd name="T3" fmla="*/ 13 h 18"/>
                <a:gd name="T4" fmla="*/ 0 w 4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8">
                  <a:moveTo>
                    <a:pt x="45" y="18"/>
                  </a:moveTo>
                  <a:cubicBezTo>
                    <a:pt x="40" y="9"/>
                    <a:pt x="22" y="4"/>
                    <a:pt x="13" y="2"/>
                  </a:cubicBez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95" name="Freeform 1974">
              <a:extLst>
                <a:ext uri="{FF2B5EF4-FFF2-40B4-BE49-F238E27FC236}">
                  <a16:creationId xmlns:a16="http://schemas.microsoft.com/office/drawing/2014/main" id="{5B728A03-E121-4E98-8299-65233362B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934"/>
              <a:ext cx="82" cy="75"/>
            </a:xfrm>
            <a:custGeom>
              <a:avLst/>
              <a:gdLst>
                <a:gd name="T0" fmla="*/ 285 w 44"/>
                <a:gd name="T1" fmla="*/ 264 h 40"/>
                <a:gd name="T2" fmla="*/ 201 w 44"/>
                <a:gd name="T3" fmla="*/ 225 h 40"/>
                <a:gd name="T4" fmla="*/ 104 w 44"/>
                <a:gd name="T5" fmla="*/ 158 h 40"/>
                <a:gd name="T6" fmla="*/ 0 w 44"/>
                <a:gd name="T7" fmla="*/ 0 h 40"/>
                <a:gd name="T8" fmla="*/ 73 w 44"/>
                <a:gd name="T9" fmla="*/ 39 h 40"/>
                <a:gd name="T10" fmla="*/ 181 w 44"/>
                <a:gd name="T11" fmla="*/ 133 h 40"/>
                <a:gd name="T12" fmla="*/ 265 w 44"/>
                <a:gd name="T13" fmla="*/ 22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0">
                  <a:moveTo>
                    <a:pt x="44" y="40"/>
                  </a:moveTo>
                  <a:cubicBezTo>
                    <a:pt x="40" y="38"/>
                    <a:pt x="35" y="37"/>
                    <a:pt x="31" y="34"/>
                  </a:cubicBezTo>
                  <a:cubicBezTo>
                    <a:pt x="26" y="31"/>
                    <a:pt x="20" y="28"/>
                    <a:pt x="16" y="24"/>
                  </a:cubicBezTo>
                  <a:cubicBezTo>
                    <a:pt x="9" y="18"/>
                    <a:pt x="3" y="8"/>
                    <a:pt x="0" y="0"/>
                  </a:cubicBezTo>
                  <a:cubicBezTo>
                    <a:pt x="3" y="2"/>
                    <a:pt x="7" y="4"/>
                    <a:pt x="11" y="6"/>
                  </a:cubicBezTo>
                  <a:cubicBezTo>
                    <a:pt x="17" y="10"/>
                    <a:pt x="22" y="15"/>
                    <a:pt x="28" y="20"/>
                  </a:cubicBezTo>
                  <a:cubicBezTo>
                    <a:pt x="33" y="25"/>
                    <a:pt x="37" y="29"/>
                    <a:pt x="41" y="3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96" name="Freeform 1975">
              <a:extLst>
                <a:ext uri="{FF2B5EF4-FFF2-40B4-BE49-F238E27FC236}">
                  <a16:creationId xmlns:a16="http://schemas.microsoft.com/office/drawing/2014/main" id="{75E683D8-83CB-44D0-BBDF-CC9B715F7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994"/>
              <a:ext cx="63" cy="45"/>
            </a:xfrm>
            <a:custGeom>
              <a:avLst/>
              <a:gdLst>
                <a:gd name="T0" fmla="*/ 0 w 34"/>
                <a:gd name="T1" fmla="*/ 0 h 24"/>
                <a:gd name="T2" fmla="*/ 52 w 34"/>
                <a:gd name="T3" fmla="*/ 68 h 24"/>
                <a:gd name="T4" fmla="*/ 133 w 34"/>
                <a:gd name="T5" fmla="*/ 128 h 24"/>
                <a:gd name="T6" fmla="*/ 217 w 34"/>
                <a:gd name="T7" fmla="*/ 1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1" y="4"/>
                    <a:pt x="6" y="8"/>
                    <a:pt x="8" y="10"/>
                  </a:cubicBezTo>
                  <a:cubicBezTo>
                    <a:pt x="13" y="14"/>
                    <a:pt x="16" y="16"/>
                    <a:pt x="21" y="19"/>
                  </a:cubicBezTo>
                  <a:cubicBezTo>
                    <a:pt x="25" y="20"/>
                    <a:pt x="31" y="23"/>
                    <a:pt x="34" y="2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97" name="Freeform 1976">
              <a:extLst>
                <a:ext uri="{FF2B5EF4-FFF2-40B4-BE49-F238E27FC236}">
                  <a16:creationId xmlns:a16="http://schemas.microsoft.com/office/drawing/2014/main" id="{DDF48C8A-00D4-47B8-A109-88EFE2A88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041"/>
              <a:ext cx="84" cy="49"/>
            </a:xfrm>
            <a:custGeom>
              <a:avLst/>
              <a:gdLst>
                <a:gd name="T0" fmla="*/ 0 w 45"/>
                <a:gd name="T1" fmla="*/ 0 h 26"/>
                <a:gd name="T2" fmla="*/ 112 w 45"/>
                <a:gd name="T3" fmla="*/ 100 h 26"/>
                <a:gd name="T4" fmla="*/ 293 w 45"/>
                <a:gd name="T5" fmla="*/ 173 h 26"/>
                <a:gd name="T6" fmla="*/ 226 w 45"/>
                <a:gd name="T7" fmla="*/ 121 h 26"/>
                <a:gd name="T8" fmla="*/ 189 w 45"/>
                <a:gd name="T9" fmla="*/ 7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6">
                  <a:moveTo>
                    <a:pt x="0" y="0"/>
                  </a:moveTo>
                  <a:cubicBezTo>
                    <a:pt x="6" y="4"/>
                    <a:pt x="11" y="11"/>
                    <a:pt x="17" y="15"/>
                  </a:cubicBezTo>
                  <a:cubicBezTo>
                    <a:pt x="25" y="22"/>
                    <a:pt x="35" y="23"/>
                    <a:pt x="45" y="26"/>
                  </a:cubicBezTo>
                  <a:cubicBezTo>
                    <a:pt x="41" y="24"/>
                    <a:pt x="38" y="21"/>
                    <a:pt x="35" y="18"/>
                  </a:cubicBezTo>
                  <a:cubicBezTo>
                    <a:pt x="33" y="16"/>
                    <a:pt x="31" y="12"/>
                    <a:pt x="29" y="1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98" name="Freeform 1977">
              <a:extLst>
                <a:ext uri="{FF2B5EF4-FFF2-40B4-BE49-F238E27FC236}">
                  <a16:creationId xmlns:a16="http://schemas.microsoft.com/office/drawing/2014/main" id="{12FE135C-4DCF-48C9-8FA6-89E2FCFE0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084"/>
              <a:ext cx="75" cy="73"/>
            </a:xfrm>
            <a:custGeom>
              <a:avLst/>
              <a:gdLst>
                <a:gd name="T0" fmla="*/ 0 w 40"/>
                <a:gd name="T1" fmla="*/ 0 h 39"/>
                <a:gd name="T2" fmla="*/ 105 w 40"/>
                <a:gd name="T3" fmla="*/ 144 h 39"/>
                <a:gd name="T4" fmla="*/ 264 w 40"/>
                <a:gd name="T5" fmla="*/ 256 h 39"/>
                <a:gd name="T6" fmla="*/ 84 w 40"/>
                <a:gd name="T7" fmla="*/ 2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9">
                  <a:moveTo>
                    <a:pt x="0" y="0"/>
                  </a:moveTo>
                  <a:cubicBezTo>
                    <a:pt x="3" y="7"/>
                    <a:pt x="10" y="17"/>
                    <a:pt x="16" y="22"/>
                  </a:cubicBezTo>
                  <a:cubicBezTo>
                    <a:pt x="21" y="27"/>
                    <a:pt x="33" y="38"/>
                    <a:pt x="40" y="39"/>
                  </a:cubicBezTo>
                  <a:cubicBezTo>
                    <a:pt x="36" y="26"/>
                    <a:pt x="23" y="12"/>
                    <a:pt x="13" y="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99" name="Freeform 1978">
              <a:extLst>
                <a:ext uri="{FF2B5EF4-FFF2-40B4-BE49-F238E27FC236}">
                  <a16:creationId xmlns:a16="http://schemas.microsoft.com/office/drawing/2014/main" id="{A3B8195F-9CBE-4F1A-8987-76E6558B7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146"/>
              <a:ext cx="55" cy="69"/>
            </a:xfrm>
            <a:custGeom>
              <a:avLst/>
              <a:gdLst>
                <a:gd name="T0" fmla="*/ 0 w 29"/>
                <a:gd name="T1" fmla="*/ 0 h 37"/>
                <a:gd name="T2" fmla="*/ 97 w 29"/>
                <a:gd name="T3" fmla="*/ 136 h 37"/>
                <a:gd name="T4" fmla="*/ 197 w 29"/>
                <a:gd name="T5" fmla="*/ 241 h 37"/>
                <a:gd name="T6" fmla="*/ 68 w 29"/>
                <a:gd name="T7" fmla="*/ 2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7">
                  <a:moveTo>
                    <a:pt x="0" y="0"/>
                  </a:moveTo>
                  <a:cubicBezTo>
                    <a:pt x="2" y="7"/>
                    <a:pt x="9" y="16"/>
                    <a:pt x="14" y="21"/>
                  </a:cubicBezTo>
                  <a:cubicBezTo>
                    <a:pt x="18" y="26"/>
                    <a:pt x="24" y="34"/>
                    <a:pt x="29" y="37"/>
                  </a:cubicBezTo>
                  <a:cubicBezTo>
                    <a:pt x="26" y="27"/>
                    <a:pt x="18" y="12"/>
                    <a:pt x="10" y="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00" name="Freeform 1979">
              <a:extLst>
                <a:ext uri="{FF2B5EF4-FFF2-40B4-BE49-F238E27FC236}">
                  <a16:creationId xmlns:a16="http://schemas.microsoft.com/office/drawing/2014/main" id="{DDCCD2E3-E8E3-4ED0-A132-C13A131C1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3187"/>
              <a:ext cx="58" cy="80"/>
            </a:xfrm>
            <a:custGeom>
              <a:avLst/>
              <a:gdLst>
                <a:gd name="T0" fmla="*/ 13 w 31"/>
                <a:gd name="T1" fmla="*/ 84 h 43"/>
                <a:gd name="T2" fmla="*/ 204 w 31"/>
                <a:gd name="T3" fmla="*/ 277 h 43"/>
                <a:gd name="T4" fmla="*/ 0 w 3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3">
                  <a:moveTo>
                    <a:pt x="2" y="13"/>
                  </a:moveTo>
                  <a:cubicBezTo>
                    <a:pt x="11" y="24"/>
                    <a:pt x="17" y="37"/>
                    <a:pt x="31" y="43"/>
                  </a:cubicBezTo>
                  <a:cubicBezTo>
                    <a:pt x="23" y="25"/>
                    <a:pt x="16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01" name="Freeform 1980">
              <a:extLst>
                <a:ext uri="{FF2B5EF4-FFF2-40B4-BE49-F238E27FC236}">
                  <a16:creationId xmlns:a16="http://schemas.microsoft.com/office/drawing/2014/main" id="{D625F6E3-AA57-4468-A59E-04CAEBBB7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3043"/>
              <a:ext cx="60" cy="71"/>
            </a:xfrm>
            <a:custGeom>
              <a:avLst/>
              <a:gdLst>
                <a:gd name="T0" fmla="*/ 0 w 32"/>
                <a:gd name="T1" fmla="*/ 0 h 38"/>
                <a:gd name="T2" fmla="*/ 212 w 32"/>
                <a:gd name="T3" fmla="*/ 249 h 38"/>
                <a:gd name="T4" fmla="*/ 113 w 32"/>
                <a:gd name="T5" fmla="*/ 120 h 38"/>
                <a:gd name="T6" fmla="*/ 0 w 32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0" y="0"/>
                  </a:moveTo>
                  <a:cubicBezTo>
                    <a:pt x="4" y="18"/>
                    <a:pt x="16" y="29"/>
                    <a:pt x="32" y="38"/>
                  </a:cubicBezTo>
                  <a:cubicBezTo>
                    <a:pt x="31" y="30"/>
                    <a:pt x="22" y="24"/>
                    <a:pt x="17" y="18"/>
                  </a:cubicBezTo>
                  <a:cubicBezTo>
                    <a:pt x="12" y="13"/>
                    <a:pt x="7" y="6"/>
                    <a:pt x="0" y="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02" name="Freeform 1981">
              <a:extLst>
                <a:ext uri="{FF2B5EF4-FFF2-40B4-BE49-F238E27FC236}">
                  <a16:creationId xmlns:a16="http://schemas.microsoft.com/office/drawing/2014/main" id="{BEA5998A-095F-484F-8B5B-932BEE0E8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3103"/>
              <a:ext cx="74" cy="75"/>
            </a:xfrm>
            <a:custGeom>
              <a:avLst/>
              <a:gdLst>
                <a:gd name="T0" fmla="*/ 76 w 40"/>
                <a:gd name="T1" fmla="*/ 39 h 40"/>
                <a:gd name="T2" fmla="*/ 253 w 40"/>
                <a:gd name="T3" fmla="*/ 249 h 40"/>
                <a:gd name="T4" fmla="*/ 68 w 40"/>
                <a:gd name="T5" fmla="*/ 137 h 40"/>
                <a:gd name="T6" fmla="*/ 0 w 40"/>
                <a:gd name="T7" fmla="*/ 15 h 40"/>
                <a:gd name="T8" fmla="*/ 20 w 40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0">
                  <a:moveTo>
                    <a:pt x="12" y="6"/>
                  </a:moveTo>
                  <a:cubicBezTo>
                    <a:pt x="20" y="14"/>
                    <a:pt x="38" y="26"/>
                    <a:pt x="40" y="38"/>
                  </a:cubicBezTo>
                  <a:cubicBezTo>
                    <a:pt x="32" y="40"/>
                    <a:pt x="17" y="27"/>
                    <a:pt x="11" y="21"/>
                  </a:cubicBezTo>
                  <a:cubicBezTo>
                    <a:pt x="6" y="15"/>
                    <a:pt x="3" y="9"/>
                    <a:pt x="0" y="2"/>
                  </a:cubicBez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03" name="Freeform 1982">
              <a:extLst>
                <a:ext uri="{FF2B5EF4-FFF2-40B4-BE49-F238E27FC236}">
                  <a16:creationId xmlns:a16="http://schemas.microsoft.com/office/drawing/2014/main" id="{2237A2FF-183C-4C9B-B83F-2FF29ADF8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030"/>
              <a:ext cx="7" cy="30"/>
            </a:xfrm>
            <a:custGeom>
              <a:avLst/>
              <a:gdLst>
                <a:gd name="T0" fmla="*/ 21 w 4"/>
                <a:gd name="T1" fmla="*/ 105 h 16"/>
                <a:gd name="T2" fmla="*/ 0 w 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16"/>
                  </a:moveTo>
                  <a:cubicBezTo>
                    <a:pt x="1" y="12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04" name="Freeform 1983">
              <a:extLst>
                <a:ext uri="{FF2B5EF4-FFF2-40B4-BE49-F238E27FC236}">
                  <a16:creationId xmlns:a16="http://schemas.microsoft.com/office/drawing/2014/main" id="{296DA8EC-6DA7-4A33-A341-2BD72A7B8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048"/>
              <a:ext cx="31" cy="70"/>
            </a:xfrm>
            <a:custGeom>
              <a:avLst/>
              <a:gdLst>
                <a:gd name="T0" fmla="*/ 0 w 17"/>
                <a:gd name="T1" fmla="*/ 0 h 37"/>
                <a:gd name="T2" fmla="*/ 73 w 17"/>
                <a:gd name="T3" fmla="*/ 129 h 37"/>
                <a:gd name="T4" fmla="*/ 104 w 17"/>
                <a:gd name="T5" fmla="*/ 25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3" y="7"/>
                    <a:pt x="9" y="12"/>
                    <a:pt x="12" y="19"/>
                  </a:cubicBezTo>
                  <a:cubicBezTo>
                    <a:pt x="14" y="24"/>
                    <a:pt x="13" y="34"/>
                    <a:pt x="17" y="3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05" name="Freeform 1984">
              <a:extLst>
                <a:ext uri="{FF2B5EF4-FFF2-40B4-BE49-F238E27FC236}">
                  <a16:creationId xmlns:a16="http://schemas.microsoft.com/office/drawing/2014/main" id="{A3ABA644-5307-4EF7-B482-DBFF00319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3091"/>
              <a:ext cx="43" cy="36"/>
            </a:xfrm>
            <a:custGeom>
              <a:avLst/>
              <a:gdLst>
                <a:gd name="T0" fmla="*/ 0 w 23"/>
                <a:gd name="T1" fmla="*/ 0 h 19"/>
                <a:gd name="T2" fmla="*/ 150 w 23"/>
                <a:gd name="T3" fmla="*/ 1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0" y="0"/>
                  </a:moveTo>
                  <a:cubicBezTo>
                    <a:pt x="1" y="10"/>
                    <a:pt x="16" y="14"/>
                    <a:pt x="23" y="1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06" name="Freeform 1985">
              <a:extLst>
                <a:ext uri="{FF2B5EF4-FFF2-40B4-BE49-F238E27FC236}">
                  <a16:creationId xmlns:a16="http://schemas.microsoft.com/office/drawing/2014/main" id="{E77236C1-3040-47B5-8793-FF5AD35CC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3125"/>
              <a:ext cx="24" cy="64"/>
            </a:xfrm>
            <a:custGeom>
              <a:avLst/>
              <a:gdLst>
                <a:gd name="T0" fmla="*/ 0 w 13"/>
                <a:gd name="T1" fmla="*/ 0 h 34"/>
                <a:gd name="T2" fmla="*/ 76 w 13"/>
                <a:gd name="T3" fmla="*/ 226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8" y="6"/>
                    <a:pt x="13" y="26"/>
                    <a:pt x="12" y="3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07" name="Freeform 1986">
              <a:extLst>
                <a:ext uri="{FF2B5EF4-FFF2-40B4-BE49-F238E27FC236}">
                  <a16:creationId xmlns:a16="http://schemas.microsoft.com/office/drawing/2014/main" id="{A2E3D98B-36D4-4649-A5E2-4789E2C8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172"/>
              <a:ext cx="62" cy="65"/>
            </a:xfrm>
            <a:custGeom>
              <a:avLst/>
              <a:gdLst>
                <a:gd name="T0" fmla="*/ 39 w 33"/>
                <a:gd name="T1" fmla="*/ 7 h 35"/>
                <a:gd name="T2" fmla="*/ 218 w 33"/>
                <a:gd name="T3" fmla="*/ 225 h 35"/>
                <a:gd name="T4" fmla="*/ 0 w 33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5">
                  <a:moveTo>
                    <a:pt x="6" y="1"/>
                  </a:moveTo>
                  <a:cubicBezTo>
                    <a:pt x="15" y="10"/>
                    <a:pt x="32" y="21"/>
                    <a:pt x="33" y="35"/>
                  </a:cubicBezTo>
                  <a:cubicBezTo>
                    <a:pt x="20" y="31"/>
                    <a:pt x="2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08" name="Freeform 1987">
              <a:extLst>
                <a:ext uri="{FF2B5EF4-FFF2-40B4-BE49-F238E27FC236}">
                  <a16:creationId xmlns:a16="http://schemas.microsoft.com/office/drawing/2014/main" id="{97C656C9-8E8C-4461-B33B-A3BC370E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144"/>
              <a:ext cx="78" cy="80"/>
            </a:xfrm>
            <a:custGeom>
              <a:avLst/>
              <a:gdLst>
                <a:gd name="T0" fmla="*/ 0 w 42"/>
                <a:gd name="T1" fmla="*/ 0 h 43"/>
                <a:gd name="T2" fmla="*/ 32 w 42"/>
                <a:gd name="T3" fmla="*/ 84 h 43"/>
                <a:gd name="T4" fmla="*/ 113 w 42"/>
                <a:gd name="T5" fmla="*/ 186 h 43"/>
                <a:gd name="T6" fmla="*/ 269 w 42"/>
                <a:gd name="T7" fmla="*/ 277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3">
                  <a:moveTo>
                    <a:pt x="0" y="0"/>
                  </a:moveTo>
                  <a:cubicBezTo>
                    <a:pt x="3" y="4"/>
                    <a:pt x="3" y="9"/>
                    <a:pt x="5" y="13"/>
                  </a:cubicBezTo>
                  <a:cubicBezTo>
                    <a:pt x="8" y="19"/>
                    <a:pt x="13" y="25"/>
                    <a:pt x="18" y="29"/>
                  </a:cubicBezTo>
                  <a:cubicBezTo>
                    <a:pt x="24" y="36"/>
                    <a:pt x="35" y="38"/>
                    <a:pt x="42" y="4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09" name="Freeform 1988">
              <a:extLst>
                <a:ext uri="{FF2B5EF4-FFF2-40B4-BE49-F238E27FC236}">
                  <a16:creationId xmlns:a16="http://schemas.microsoft.com/office/drawing/2014/main" id="{9D54A7CF-2AED-4FE9-876F-030C8EBEB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088"/>
              <a:ext cx="17" cy="60"/>
            </a:xfrm>
            <a:custGeom>
              <a:avLst/>
              <a:gdLst>
                <a:gd name="T0" fmla="*/ 0 w 9"/>
                <a:gd name="T1" fmla="*/ 0 h 32"/>
                <a:gd name="T2" fmla="*/ 47 w 9"/>
                <a:gd name="T3" fmla="*/ 137 h 32"/>
                <a:gd name="T4" fmla="*/ 60 w 9"/>
                <a:gd name="T5" fmla="*/ 2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2">
                  <a:moveTo>
                    <a:pt x="0" y="0"/>
                  </a:moveTo>
                  <a:cubicBezTo>
                    <a:pt x="5" y="7"/>
                    <a:pt x="7" y="13"/>
                    <a:pt x="7" y="21"/>
                  </a:cubicBezTo>
                  <a:cubicBezTo>
                    <a:pt x="8" y="25"/>
                    <a:pt x="8" y="31"/>
                    <a:pt x="9" y="3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10" name="Freeform 1989">
              <a:extLst>
                <a:ext uri="{FF2B5EF4-FFF2-40B4-BE49-F238E27FC236}">
                  <a16:creationId xmlns:a16="http://schemas.microsoft.com/office/drawing/2014/main" id="{CE547970-3D45-4CBE-92B6-481F0FBCC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099"/>
              <a:ext cx="51" cy="99"/>
            </a:xfrm>
            <a:custGeom>
              <a:avLst/>
              <a:gdLst>
                <a:gd name="T0" fmla="*/ 0 w 27"/>
                <a:gd name="T1" fmla="*/ 0 h 53"/>
                <a:gd name="T2" fmla="*/ 181 w 27"/>
                <a:gd name="T3" fmla="*/ 346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3">
                  <a:moveTo>
                    <a:pt x="0" y="0"/>
                  </a:moveTo>
                  <a:cubicBezTo>
                    <a:pt x="20" y="14"/>
                    <a:pt x="18" y="34"/>
                    <a:pt x="27" y="5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11" name="Freeform 1990">
              <a:extLst>
                <a:ext uri="{FF2B5EF4-FFF2-40B4-BE49-F238E27FC236}">
                  <a16:creationId xmlns:a16="http://schemas.microsoft.com/office/drawing/2014/main" id="{8CCD1827-D5CF-4133-B359-4156ED8AF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31"/>
              <a:ext cx="62" cy="78"/>
            </a:xfrm>
            <a:custGeom>
              <a:avLst/>
              <a:gdLst>
                <a:gd name="T0" fmla="*/ 8 w 33"/>
                <a:gd name="T1" fmla="*/ 0 h 42"/>
                <a:gd name="T2" fmla="*/ 133 w 33"/>
                <a:gd name="T3" fmla="*/ 121 h 42"/>
                <a:gd name="T4" fmla="*/ 218 w 33"/>
                <a:gd name="T5" fmla="*/ 269 h 42"/>
                <a:gd name="T6" fmla="*/ 73 w 33"/>
                <a:gd name="T7" fmla="*/ 149 h 42"/>
                <a:gd name="T8" fmla="*/ 0 w 33"/>
                <a:gd name="T9" fmla="*/ 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2">
                  <a:moveTo>
                    <a:pt x="1" y="0"/>
                  </a:moveTo>
                  <a:cubicBezTo>
                    <a:pt x="6" y="7"/>
                    <a:pt x="15" y="12"/>
                    <a:pt x="20" y="19"/>
                  </a:cubicBezTo>
                  <a:cubicBezTo>
                    <a:pt x="25" y="26"/>
                    <a:pt x="29" y="34"/>
                    <a:pt x="33" y="42"/>
                  </a:cubicBezTo>
                  <a:cubicBezTo>
                    <a:pt x="24" y="38"/>
                    <a:pt x="17" y="30"/>
                    <a:pt x="11" y="23"/>
                  </a:cubicBezTo>
                  <a:cubicBezTo>
                    <a:pt x="4" y="16"/>
                    <a:pt x="2" y="1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12" name="Freeform 1991">
              <a:extLst>
                <a:ext uri="{FF2B5EF4-FFF2-40B4-BE49-F238E27FC236}">
                  <a16:creationId xmlns:a16="http://schemas.microsoft.com/office/drawing/2014/main" id="{54FE048C-E3D3-4445-A34A-10EFDC9FE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46"/>
              <a:ext cx="13" cy="58"/>
            </a:xfrm>
            <a:custGeom>
              <a:avLst/>
              <a:gdLst>
                <a:gd name="T0" fmla="*/ 20 w 7"/>
                <a:gd name="T1" fmla="*/ 204 h 31"/>
                <a:gd name="T2" fmla="*/ 20 w 7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1">
                  <a:moveTo>
                    <a:pt x="3" y="31"/>
                  </a:moveTo>
                  <a:cubicBezTo>
                    <a:pt x="0" y="21"/>
                    <a:pt x="7" y="1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13" name="Freeform 1992">
              <a:extLst>
                <a:ext uri="{FF2B5EF4-FFF2-40B4-BE49-F238E27FC236}">
                  <a16:creationId xmlns:a16="http://schemas.microsoft.com/office/drawing/2014/main" id="{E9AA266C-7278-4B5B-8C07-AD9B10923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66"/>
              <a:ext cx="44" cy="109"/>
            </a:xfrm>
            <a:custGeom>
              <a:avLst/>
              <a:gdLst>
                <a:gd name="T0" fmla="*/ 134 w 24"/>
                <a:gd name="T1" fmla="*/ 385 h 58"/>
                <a:gd name="T2" fmla="*/ 141 w 24"/>
                <a:gd name="T3" fmla="*/ 265 h 58"/>
                <a:gd name="T4" fmla="*/ 81 w 24"/>
                <a:gd name="T5" fmla="*/ 137 h 58"/>
                <a:gd name="T6" fmla="*/ 0 w 24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8">
                  <a:moveTo>
                    <a:pt x="22" y="58"/>
                  </a:moveTo>
                  <a:cubicBezTo>
                    <a:pt x="24" y="54"/>
                    <a:pt x="24" y="45"/>
                    <a:pt x="23" y="40"/>
                  </a:cubicBezTo>
                  <a:cubicBezTo>
                    <a:pt x="22" y="33"/>
                    <a:pt x="17" y="27"/>
                    <a:pt x="13" y="21"/>
                  </a:cubicBezTo>
                  <a:cubicBezTo>
                    <a:pt x="8" y="14"/>
                    <a:pt x="2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14" name="Freeform 1993">
              <a:extLst>
                <a:ext uri="{FF2B5EF4-FFF2-40B4-BE49-F238E27FC236}">
                  <a16:creationId xmlns:a16="http://schemas.microsoft.com/office/drawing/2014/main" id="{EE0EF0AA-0732-40D3-835F-0E5C9FA5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3286"/>
              <a:ext cx="65" cy="99"/>
            </a:xfrm>
            <a:custGeom>
              <a:avLst/>
              <a:gdLst>
                <a:gd name="T0" fmla="*/ 0 w 35"/>
                <a:gd name="T1" fmla="*/ 0 h 53"/>
                <a:gd name="T2" fmla="*/ 225 w 35"/>
                <a:gd name="T3" fmla="*/ 346 h 53"/>
                <a:gd name="T4" fmla="*/ 110 w 35"/>
                <a:gd name="T5" fmla="*/ 73 h 53"/>
                <a:gd name="T6" fmla="*/ 24 w 35"/>
                <a:gd name="T7" fmla="*/ 13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3">
                  <a:moveTo>
                    <a:pt x="0" y="0"/>
                  </a:moveTo>
                  <a:cubicBezTo>
                    <a:pt x="7" y="20"/>
                    <a:pt x="20" y="38"/>
                    <a:pt x="35" y="53"/>
                  </a:cubicBezTo>
                  <a:cubicBezTo>
                    <a:pt x="28" y="39"/>
                    <a:pt x="28" y="22"/>
                    <a:pt x="17" y="11"/>
                  </a:cubicBezTo>
                  <a:cubicBezTo>
                    <a:pt x="13" y="8"/>
                    <a:pt x="7" y="7"/>
                    <a:pt x="4" y="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15" name="Freeform 1994">
              <a:extLst>
                <a:ext uri="{FF2B5EF4-FFF2-40B4-BE49-F238E27FC236}">
                  <a16:creationId xmlns:a16="http://schemas.microsoft.com/office/drawing/2014/main" id="{1887E1B6-161E-4B5B-AE8D-461A0B85A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3232"/>
              <a:ext cx="44" cy="97"/>
            </a:xfrm>
            <a:custGeom>
              <a:avLst/>
              <a:gdLst>
                <a:gd name="T0" fmla="*/ 0 w 24"/>
                <a:gd name="T1" fmla="*/ 0 h 52"/>
                <a:gd name="T2" fmla="*/ 81 w 24"/>
                <a:gd name="T3" fmla="*/ 97 h 52"/>
                <a:gd name="T4" fmla="*/ 125 w 24"/>
                <a:gd name="T5" fmla="*/ 233 h 52"/>
                <a:gd name="T6" fmla="*/ 149 w 24"/>
                <a:gd name="T7" fmla="*/ 33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2">
                  <a:moveTo>
                    <a:pt x="0" y="0"/>
                  </a:moveTo>
                  <a:cubicBezTo>
                    <a:pt x="5" y="5"/>
                    <a:pt x="10" y="9"/>
                    <a:pt x="13" y="15"/>
                  </a:cubicBezTo>
                  <a:cubicBezTo>
                    <a:pt x="16" y="22"/>
                    <a:pt x="17" y="29"/>
                    <a:pt x="20" y="36"/>
                  </a:cubicBezTo>
                  <a:cubicBezTo>
                    <a:pt x="22" y="42"/>
                    <a:pt x="24" y="46"/>
                    <a:pt x="24" y="5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16" name="Freeform 1995">
              <a:extLst>
                <a:ext uri="{FF2B5EF4-FFF2-40B4-BE49-F238E27FC236}">
                  <a16:creationId xmlns:a16="http://schemas.microsoft.com/office/drawing/2014/main" id="{EB14E852-BC53-4DE8-982B-30506B3B4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209"/>
              <a:ext cx="13" cy="43"/>
            </a:xfrm>
            <a:custGeom>
              <a:avLst/>
              <a:gdLst>
                <a:gd name="T0" fmla="*/ 13 w 7"/>
                <a:gd name="T1" fmla="*/ 125 h 23"/>
                <a:gd name="T2" fmla="*/ 45 w 7"/>
                <a:gd name="T3" fmla="*/ 150 h 23"/>
                <a:gd name="T4" fmla="*/ 0 w 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3">
                  <a:moveTo>
                    <a:pt x="2" y="19"/>
                  </a:moveTo>
                  <a:cubicBezTo>
                    <a:pt x="4" y="20"/>
                    <a:pt x="5" y="22"/>
                    <a:pt x="7" y="23"/>
                  </a:cubicBezTo>
                  <a:cubicBezTo>
                    <a:pt x="6" y="16"/>
                    <a:pt x="4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17" name="Freeform 1996">
              <a:extLst>
                <a:ext uri="{FF2B5EF4-FFF2-40B4-BE49-F238E27FC236}">
                  <a16:creationId xmlns:a16="http://schemas.microsoft.com/office/drawing/2014/main" id="{BF281950-9048-49C9-BCA4-68011D215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209"/>
              <a:ext cx="58" cy="98"/>
            </a:xfrm>
            <a:custGeom>
              <a:avLst/>
              <a:gdLst>
                <a:gd name="T0" fmla="*/ 0 w 31"/>
                <a:gd name="T1" fmla="*/ 0 h 52"/>
                <a:gd name="T2" fmla="*/ 125 w 31"/>
                <a:gd name="T3" fmla="*/ 168 h 52"/>
                <a:gd name="T4" fmla="*/ 204 w 31"/>
                <a:gd name="T5" fmla="*/ 349 h 52"/>
                <a:gd name="T6" fmla="*/ 112 w 31"/>
                <a:gd name="T7" fmla="*/ 241 h 52"/>
                <a:gd name="T8" fmla="*/ 60 w 31"/>
                <a:gd name="T9" fmla="*/ 18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2">
                  <a:moveTo>
                    <a:pt x="0" y="0"/>
                  </a:moveTo>
                  <a:cubicBezTo>
                    <a:pt x="8" y="4"/>
                    <a:pt x="15" y="18"/>
                    <a:pt x="19" y="25"/>
                  </a:cubicBezTo>
                  <a:cubicBezTo>
                    <a:pt x="23" y="34"/>
                    <a:pt x="29" y="43"/>
                    <a:pt x="31" y="52"/>
                  </a:cubicBezTo>
                  <a:cubicBezTo>
                    <a:pt x="27" y="46"/>
                    <a:pt x="23" y="41"/>
                    <a:pt x="17" y="36"/>
                  </a:cubicBezTo>
                  <a:cubicBezTo>
                    <a:pt x="14" y="33"/>
                    <a:pt x="11" y="31"/>
                    <a:pt x="9" y="2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18" name="Freeform 1997">
              <a:extLst>
                <a:ext uri="{FF2B5EF4-FFF2-40B4-BE49-F238E27FC236}">
                  <a16:creationId xmlns:a16="http://schemas.microsoft.com/office/drawing/2014/main" id="{1DCFCE35-6DB2-45C7-8599-0BD4176C7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303"/>
              <a:ext cx="51" cy="88"/>
            </a:xfrm>
            <a:custGeom>
              <a:avLst/>
              <a:gdLst>
                <a:gd name="T0" fmla="*/ 15 w 27"/>
                <a:gd name="T1" fmla="*/ 0 h 47"/>
                <a:gd name="T2" fmla="*/ 53 w 27"/>
                <a:gd name="T3" fmla="*/ 52 h 47"/>
                <a:gd name="T4" fmla="*/ 144 w 27"/>
                <a:gd name="T5" fmla="*/ 178 h 47"/>
                <a:gd name="T6" fmla="*/ 181 w 27"/>
                <a:gd name="T7" fmla="*/ 309 h 47"/>
                <a:gd name="T8" fmla="*/ 21 w 27"/>
                <a:gd name="T9" fmla="*/ 129 h 47"/>
                <a:gd name="T10" fmla="*/ 0 w 27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7">
                  <a:moveTo>
                    <a:pt x="2" y="0"/>
                  </a:moveTo>
                  <a:cubicBezTo>
                    <a:pt x="3" y="3"/>
                    <a:pt x="6" y="6"/>
                    <a:pt x="8" y="8"/>
                  </a:cubicBezTo>
                  <a:cubicBezTo>
                    <a:pt x="14" y="13"/>
                    <a:pt x="18" y="20"/>
                    <a:pt x="21" y="27"/>
                  </a:cubicBezTo>
                  <a:cubicBezTo>
                    <a:pt x="23" y="34"/>
                    <a:pt x="26" y="40"/>
                    <a:pt x="27" y="47"/>
                  </a:cubicBezTo>
                  <a:cubicBezTo>
                    <a:pt x="17" y="44"/>
                    <a:pt x="8" y="28"/>
                    <a:pt x="3" y="20"/>
                  </a:cubicBezTo>
                  <a:cubicBezTo>
                    <a:pt x="0" y="14"/>
                    <a:pt x="0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19" name="Freeform 1998">
              <a:extLst>
                <a:ext uri="{FF2B5EF4-FFF2-40B4-BE49-F238E27FC236}">
                  <a16:creationId xmlns:a16="http://schemas.microsoft.com/office/drawing/2014/main" id="{86450013-8067-456B-A0A2-CD660ED5D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338"/>
              <a:ext cx="10" cy="38"/>
            </a:xfrm>
            <a:custGeom>
              <a:avLst/>
              <a:gdLst>
                <a:gd name="T0" fmla="*/ 0 w 5"/>
                <a:gd name="T1" fmla="*/ 137 h 20"/>
                <a:gd name="T2" fmla="*/ 32 w 5"/>
                <a:gd name="T3" fmla="*/ 55 h 20"/>
                <a:gd name="T4" fmla="*/ 40 w 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0">
                  <a:moveTo>
                    <a:pt x="0" y="20"/>
                  </a:moveTo>
                  <a:cubicBezTo>
                    <a:pt x="1" y="16"/>
                    <a:pt x="3" y="12"/>
                    <a:pt x="4" y="8"/>
                  </a:cubicBezTo>
                  <a:cubicBezTo>
                    <a:pt x="5" y="6"/>
                    <a:pt x="4" y="3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20" name="Freeform 1999">
              <a:extLst>
                <a:ext uri="{FF2B5EF4-FFF2-40B4-BE49-F238E27FC236}">
                  <a16:creationId xmlns:a16="http://schemas.microsoft.com/office/drawing/2014/main" id="{12CD321A-0975-4E98-9FCA-92407D951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376"/>
              <a:ext cx="45" cy="101"/>
            </a:xfrm>
            <a:custGeom>
              <a:avLst/>
              <a:gdLst>
                <a:gd name="T0" fmla="*/ 15 w 24"/>
                <a:gd name="T1" fmla="*/ 24 h 54"/>
                <a:gd name="T2" fmla="*/ 81 w 24"/>
                <a:gd name="T3" fmla="*/ 217 h 54"/>
                <a:gd name="T4" fmla="*/ 133 w 24"/>
                <a:gd name="T5" fmla="*/ 354 h 54"/>
                <a:gd name="T6" fmla="*/ 99 w 24"/>
                <a:gd name="T7" fmla="*/ 77 h 54"/>
                <a:gd name="T8" fmla="*/ 0 w 2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4">
                  <a:moveTo>
                    <a:pt x="2" y="4"/>
                  </a:moveTo>
                  <a:cubicBezTo>
                    <a:pt x="2" y="14"/>
                    <a:pt x="8" y="24"/>
                    <a:pt x="12" y="33"/>
                  </a:cubicBezTo>
                  <a:cubicBezTo>
                    <a:pt x="14" y="40"/>
                    <a:pt x="15" y="48"/>
                    <a:pt x="20" y="54"/>
                  </a:cubicBezTo>
                  <a:cubicBezTo>
                    <a:pt x="24" y="43"/>
                    <a:pt x="22" y="22"/>
                    <a:pt x="15" y="12"/>
                  </a:cubicBezTo>
                  <a:cubicBezTo>
                    <a:pt x="12" y="8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21" name="Freeform 2000">
              <a:extLst>
                <a:ext uri="{FF2B5EF4-FFF2-40B4-BE49-F238E27FC236}">
                  <a16:creationId xmlns:a16="http://schemas.microsoft.com/office/drawing/2014/main" id="{9B4433A2-E872-4EB4-84BE-325A1B50F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370"/>
              <a:ext cx="28" cy="60"/>
            </a:xfrm>
            <a:custGeom>
              <a:avLst/>
              <a:gdLst>
                <a:gd name="T0" fmla="*/ 0 w 15"/>
                <a:gd name="T1" fmla="*/ 0 h 32"/>
                <a:gd name="T2" fmla="*/ 65 w 15"/>
                <a:gd name="T3" fmla="*/ 105 h 32"/>
                <a:gd name="T4" fmla="*/ 97 w 15"/>
                <a:gd name="T5" fmla="*/ 212 h 32"/>
                <a:gd name="T6" fmla="*/ 52 w 15"/>
                <a:gd name="T7" fmla="*/ 144 h 32"/>
                <a:gd name="T8" fmla="*/ 0 w 15"/>
                <a:gd name="T9" fmla="*/ 10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2" y="6"/>
                    <a:pt x="7" y="10"/>
                    <a:pt x="10" y="16"/>
                  </a:cubicBezTo>
                  <a:cubicBezTo>
                    <a:pt x="12" y="21"/>
                    <a:pt x="15" y="27"/>
                    <a:pt x="15" y="32"/>
                  </a:cubicBezTo>
                  <a:cubicBezTo>
                    <a:pt x="13" y="29"/>
                    <a:pt x="11" y="25"/>
                    <a:pt x="8" y="22"/>
                  </a:cubicBezTo>
                  <a:cubicBezTo>
                    <a:pt x="5" y="20"/>
                    <a:pt x="2" y="18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22" name="Freeform 2001">
              <a:extLst>
                <a:ext uri="{FF2B5EF4-FFF2-40B4-BE49-F238E27FC236}">
                  <a16:creationId xmlns:a16="http://schemas.microsoft.com/office/drawing/2014/main" id="{88E83EF2-710C-415A-9575-E8350DD4A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391"/>
              <a:ext cx="33" cy="60"/>
            </a:xfrm>
            <a:custGeom>
              <a:avLst/>
              <a:gdLst>
                <a:gd name="T0" fmla="*/ 0 w 18"/>
                <a:gd name="T1" fmla="*/ 0 h 32"/>
                <a:gd name="T2" fmla="*/ 105 w 18"/>
                <a:gd name="T3" fmla="*/ 21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8" y="6"/>
                    <a:pt x="18" y="23"/>
                    <a:pt x="17" y="3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23" name="Freeform 2002">
              <a:extLst>
                <a:ext uri="{FF2B5EF4-FFF2-40B4-BE49-F238E27FC236}">
                  <a16:creationId xmlns:a16="http://schemas.microsoft.com/office/drawing/2014/main" id="{4906B5D3-F5EC-4C69-9AB1-0BEA7784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426"/>
              <a:ext cx="27" cy="45"/>
            </a:xfrm>
            <a:custGeom>
              <a:avLst/>
              <a:gdLst>
                <a:gd name="T0" fmla="*/ 0 w 14"/>
                <a:gd name="T1" fmla="*/ 0 h 24"/>
                <a:gd name="T2" fmla="*/ 44 w 14"/>
                <a:gd name="T3" fmla="*/ 92 h 24"/>
                <a:gd name="T4" fmla="*/ 100 w 14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3" y="5"/>
                    <a:pt x="4" y="10"/>
                    <a:pt x="6" y="14"/>
                  </a:cubicBezTo>
                  <a:cubicBezTo>
                    <a:pt x="9" y="18"/>
                    <a:pt x="12" y="21"/>
                    <a:pt x="14" y="2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24" name="Freeform 2003">
              <a:extLst>
                <a:ext uri="{FF2B5EF4-FFF2-40B4-BE49-F238E27FC236}">
                  <a16:creationId xmlns:a16="http://schemas.microsoft.com/office/drawing/2014/main" id="{927DA0FD-3B07-4F7F-B527-9EBECCE5F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426"/>
              <a:ext cx="22" cy="88"/>
            </a:xfrm>
            <a:custGeom>
              <a:avLst/>
              <a:gdLst>
                <a:gd name="T0" fmla="*/ 0 w 12"/>
                <a:gd name="T1" fmla="*/ 0 h 47"/>
                <a:gd name="T2" fmla="*/ 37 w 12"/>
                <a:gd name="T3" fmla="*/ 204 h 47"/>
                <a:gd name="T4" fmla="*/ 73 w 12"/>
                <a:gd name="T5" fmla="*/ 30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7">
                  <a:moveTo>
                    <a:pt x="0" y="0"/>
                  </a:moveTo>
                  <a:cubicBezTo>
                    <a:pt x="6" y="9"/>
                    <a:pt x="3" y="21"/>
                    <a:pt x="6" y="31"/>
                  </a:cubicBezTo>
                  <a:cubicBezTo>
                    <a:pt x="8" y="37"/>
                    <a:pt x="11" y="41"/>
                    <a:pt x="12" y="4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25" name="Freeform 2004">
              <a:extLst>
                <a:ext uri="{FF2B5EF4-FFF2-40B4-BE49-F238E27FC236}">
                  <a16:creationId xmlns:a16="http://schemas.microsoft.com/office/drawing/2014/main" id="{D36B54F9-DB81-4471-9F73-CAC4C910E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664"/>
              <a:ext cx="27" cy="58"/>
            </a:xfrm>
            <a:custGeom>
              <a:avLst/>
              <a:gdLst>
                <a:gd name="T0" fmla="*/ 0 w 14"/>
                <a:gd name="T1" fmla="*/ 0 h 31"/>
                <a:gd name="T2" fmla="*/ 100 w 14"/>
                <a:gd name="T3" fmla="*/ 20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0" y="0"/>
                  </a:moveTo>
                  <a:cubicBezTo>
                    <a:pt x="7" y="8"/>
                    <a:pt x="13" y="22"/>
                    <a:pt x="14" y="3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26" name="Freeform 2005">
              <a:extLst>
                <a:ext uri="{FF2B5EF4-FFF2-40B4-BE49-F238E27FC236}">
                  <a16:creationId xmlns:a16="http://schemas.microsoft.com/office/drawing/2014/main" id="{4CFD2C3B-C646-4F1A-9AC7-EC2D496C2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698"/>
              <a:ext cx="6" cy="20"/>
            </a:xfrm>
            <a:custGeom>
              <a:avLst/>
              <a:gdLst>
                <a:gd name="T0" fmla="*/ 0 w 3"/>
                <a:gd name="T1" fmla="*/ 0 h 11"/>
                <a:gd name="T2" fmla="*/ 24 w 3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0" y="4"/>
                    <a:pt x="2" y="8"/>
                    <a:pt x="3" y="1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27" name="Freeform 2006">
              <a:extLst>
                <a:ext uri="{FF2B5EF4-FFF2-40B4-BE49-F238E27FC236}">
                  <a16:creationId xmlns:a16="http://schemas.microsoft.com/office/drawing/2014/main" id="{E63D24E9-49A1-4167-8F78-A7BDF3787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630"/>
              <a:ext cx="13" cy="92"/>
            </a:xfrm>
            <a:custGeom>
              <a:avLst/>
              <a:gdLst>
                <a:gd name="T0" fmla="*/ 0 w 7"/>
                <a:gd name="T1" fmla="*/ 0 h 49"/>
                <a:gd name="T2" fmla="*/ 37 w 7"/>
                <a:gd name="T3" fmla="*/ 32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9">
                  <a:moveTo>
                    <a:pt x="0" y="0"/>
                  </a:moveTo>
                  <a:cubicBezTo>
                    <a:pt x="5" y="15"/>
                    <a:pt x="7" y="34"/>
                    <a:pt x="6" y="4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28" name="Freeform 2007">
              <a:extLst>
                <a:ext uri="{FF2B5EF4-FFF2-40B4-BE49-F238E27FC236}">
                  <a16:creationId xmlns:a16="http://schemas.microsoft.com/office/drawing/2014/main" id="{72F27711-036A-46B1-8476-658DD4CF6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679"/>
              <a:ext cx="17" cy="45"/>
            </a:xfrm>
            <a:custGeom>
              <a:avLst/>
              <a:gdLst>
                <a:gd name="T0" fmla="*/ 0 w 9"/>
                <a:gd name="T1" fmla="*/ 0 h 24"/>
                <a:gd name="T2" fmla="*/ 60 w 9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6" y="7"/>
                    <a:pt x="8" y="16"/>
                    <a:pt x="9" y="2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29" name="Freeform 2008">
              <a:extLst>
                <a:ext uri="{FF2B5EF4-FFF2-40B4-BE49-F238E27FC236}">
                  <a16:creationId xmlns:a16="http://schemas.microsoft.com/office/drawing/2014/main" id="{E889426C-F4DE-4468-BD65-35E6CAFC0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681"/>
              <a:ext cx="4" cy="43"/>
            </a:xfrm>
            <a:custGeom>
              <a:avLst/>
              <a:gdLst>
                <a:gd name="T0" fmla="*/ 16 w 2"/>
                <a:gd name="T1" fmla="*/ 0 h 23"/>
                <a:gd name="T2" fmla="*/ 0 w 2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2" y="8"/>
                    <a:pt x="0" y="15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30" name="Freeform 2009">
              <a:extLst>
                <a:ext uri="{FF2B5EF4-FFF2-40B4-BE49-F238E27FC236}">
                  <a16:creationId xmlns:a16="http://schemas.microsoft.com/office/drawing/2014/main" id="{C8B8A59C-A95C-4696-8E44-88EE4A47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3494"/>
              <a:ext cx="47" cy="125"/>
            </a:xfrm>
            <a:custGeom>
              <a:avLst/>
              <a:gdLst>
                <a:gd name="T0" fmla="*/ 0 w 25"/>
                <a:gd name="T1" fmla="*/ 0 h 67"/>
                <a:gd name="T2" fmla="*/ 53 w 25"/>
                <a:gd name="T3" fmla="*/ 254 h 67"/>
                <a:gd name="T4" fmla="*/ 113 w 25"/>
                <a:gd name="T5" fmla="*/ 369 h 67"/>
                <a:gd name="T6" fmla="*/ 165 w 25"/>
                <a:gd name="T7" fmla="*/ 435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7">
                  <a:moveTo>
                    <a:pt x="0" y="0"/>
                  </a:moveTo>
                  <a:cubicBezTo>
                    <a:pt x="2" y="13"/>
                    <a:pt x="4" y="26"/>
                    <a:pt x="8" y="39"/>
                  </a:cubicBezTo>
                  <a:cubicBezTo>
                    <a:pt x="10" y="45"/>
                    <a:pt x="13" y="51"/>
                    <a:pt x="17" y="57"/>
                  </a:cubicBezTo>
                  <a:cubicBezTo>
                    <a:pt x="19" y="61"/>
                    <a:pt x="23" y="63"/>
                    <a:pt x="25" y="6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31" name="Freeform 2010">
              <a:extLst>
                <a:ext uri="{FF2B5EF4-FFF2-40B4-BE49-F238E27FC236}">
                  <a16:creationId xmlns:a16="http://schemas.microsoft.com/office/drawing/2014/main" id="{16745903-1B33-49B1-892D-FF776D9B7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449"/>
              <a:ext cx="42" cy="82"/>
            </a:xfrm>
            <a:custGeom>
              <a:avLst/>
              <a:gdLst>
                <a:gd name="T0" fmla="*/ 124 w 22"/>
                <a:gd name="T1" fmla="*/ 285 h 44"/>
                <a:gd name="T2" fmla="*/ 105 w 22"/>
                <a:gd name="T3" fmla="*/ 261 h 44"/>
                <a:gd name="T4" fmla="*/ 36 w 22"/>
                <a:gd name="T5" fmla="*/ 166 h 44"/>
                <a:gd name="T6" fmla="*/ 8 w 22"/>
                <a:gd name="T7" fmla="*/ 52 h 44"/>
                <a:gd name="T8" fmla="*/ 8 w 22"/>
                <a:gd name="T9" fmla="*/ 0 h 44"/>
                <a:gd name="T10" fmla="*/ 21 w 22"/>
                <a:gd name="T11" fmla="*/ 13 h 44"/>
                <a:gd name="T12" fmla="*/ 55 w 22"/>
                <a:gd name="T13" fmla="*/ 73 h 44"/>
                <a:gd name="T14" fmla="*/ 113 w 22"/>
                <a:gd name="T15" fmla="*/ 164 h 44"/>
                <a:gd name="T16" fmla="*/ 132 w 22"/>
                <a:gd name="T17" fmla="*/ 216 h 44"/>
                <a:gd name="T18" fmla="*/ 153 w 22"/>
                <a:gd name="T19" fmla="*/ 24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4">
                  <a:moveTo>
                    <a:pt x="18" y="44"/>
                  </a:moveTo>
                  <a:cubicBezTo>
                    <a:pt x="17" y="42"/>
                    <a:pt x="16" y="41"/>
                    <a:pt x="15" y="40"/>
                  </a:cubicBezTo>
                  <a:cubicBezTo>
                    <a:pt x="11" y="35"/>
                    <a:pt x="8" y="31"/>
                    <a:pt x="5" y="26"/>
                  </a:cubicBezTo>
                  <a:cubicBezTo>
                    <a:pt x="2" y="20"/>
                    <a:pt x="0" y="14"/>
                    <a:pt x="1" y="8"/>
                  </a:cubicBezTo>
                  <a:cubicBezTo>
                    <a:pt x="1" y="5"/>
                    <a:pt x="2" y="2"/>
                    <a:pt x="1" y="0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5" y="5"/>
                    <a:pt x="6" y="8"/>
                    <a:pt x="8" y="11"/>
                  </a:cubicBezTo>
                  <a:cubicBezTo>
                    <a:pt x="11" y="16"/>
                    <a:pt x="13" y="20"/>
                    <a:pt x="16" y="25"/>
                  </a:cubicBezTo>
                  <a:cubicBezTo>
                    <a:pt x="17" y="27"/>
                    <a:pt x="18" y="30"/>
                    <a:pt x="19" y="33"/>
                  </a:cubicBezTo>
                  <a:cubicBezTo>
                    <a:pt x="20" y="34"/>
                    <a:pt x="20" y="38"/>
                    <a:pt x="22" y="3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32" name="Freeform 2011">
              <a:extLst>
                <a:ext uri="{FF2B5EF4-FFF2-40B4-BE49-F238E27FC236}">
                  <a16:creationId xmlns:a16="http://schemas.microsoft.com/office/drawing/2014/main" id="{5E7CC34A-3958-4445-83CF-7B998BF6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475"/>
              <a:ext cx="40" cy="45"/>
            </a:xfrm>
            <a:custGeom>
              <a:avLst/>
              <a:gdLst>
                <a:gd name="T0" fmla="*/ 145 w 21"/>
                <a:gd name="T1" fmla="*/ 158 h 24"/>
                <a:gd name="T2" fmla="*/ 69 w 21"/>
                <a:gd name="T3" fmla="*/ 45 h 24"/>
                <a:gd name="T4" fmla="*/ 0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21" y="24"/>
                  </a:moveTo>
                  <a:cubicBezTo>
                    <a:pt x="21" y="17"/>
                    <a:pt x="15" y="11"/>
                    <a:pt x="10" y="7"/>
                  </a:cubicBezTo>
                  <a:cubicBezTo>
                    <a:pt x="8" y="6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33" name="Freeform 2012">
              <a:extLst>
                <a:ext uri="{FF2B5EF4-FFF2-40B4-BE49-F238E27FC236}">
                  <a16:creationId xmlns:a16="http://schemas.microsoft.com/office/drawing/2014/main" id="{4D790A2A-A694-41FB-A053-020062B34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475"/>
              <a:ext cx="56" cy="79"/>
            </a:xfrm>
            <a:custGeom>
              <a:avLst/>
              <a:gdLst>
                <a:gd name="T0" fmla="*/ 0 w 30"/>
                <a:gd name="T1" fmla="*/ 0 h 42"/>
                <a:gd name="T2" fmla="*/ 60 w 30"/>
                <a:gd name="T3" fmla="*/ 141 h 42"/>
                <a:gd name="T4" fmla="*/ 196 w 30"/>
                <a:gd name="T5" fmla="*/ 280 h 42"/>
                <a:gd name="T6" fmla="*/ 164 w 30"/>
                <a:gd name="T7" fmla="*/ 205 h 42"/>
                <a:gd name="T8" fmla="*/ 144 w 30"/>
                <a:gd name="T9" fmla="*/ 15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2">
                  <a:moveTo>
                    <a:pt x="0" y="0"/>
                  </a:moveTo>
                  <a:cubicBezTo>
                    <a:pt x="4" y="7"/>
                    <a:pt x="5" y="15"/>
                    <a:pt x="9" y="21"/>
                  </a:cubicBezTo>
                  <a:cubicBezTo>
                    <a:pt x="14" y="30"/>
                    <a:pt x="22" y="36"/>
                    <a:pt x="30" y="42"/>
                  </a:cubicBezTo>
                  <a:cubicBezTo>
                    <a:pt x="28" y="39"/>
                    <a:pt x="26" y="35"/>
                    <a:pt x="25" y="31"/>
                  </a:cubicBezTo>
                  <a:cubicBezTo>
                    <a:pt x="24" y="29"/>
                    <a:pt x="24" y="24"/>
                    <a:pt x="22" y="2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34" name="Freeform 2013">
              <a:extLst>
                <a:ext uri="{FF2B5EF4-FFF2-40B4-BE49-F238E27FC236}">
                  <a16:creationId xmlns:a16="http://schemas.microsoft.com/office/drawing/2014/main" id="{38012A44-38F2-426A-98D3-E9EE9602C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3537"/>
              <a:ext cx="39" cy="97"/>
            </a:xfrm>
            <a:custGeom>
              <a:avLst/>
              <a:gdLst>
                <a:gd name="T0" fmla="*/ 0 w 21"/>
                <a:gd name="T1" fmla="*/ 0 h 52"/>
                <a:gd name="T2" fmla="*/ 32 w 21"/>
                <a:gd name="T3" fmla="*/ 173 h 52"/>
                <a:gd name="T4" fmla="*/ 128 w 21"/>
                <a:gd name="T5" fmla="*/ 338 h 52"/>
                <a:gd name="T6" fmla="*/ 65 w 21"/>
                <a:gd name="T7" fmla="*/ 52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0" y="8"/>
                    <a:pt x="2" y="19"/>
                    <a:pt x="5" y="27"/>
                  </a:cubicBezTo>
                  <a:cubicBezTo>
                    <a:pt x="7" y="33"/>
                    <a:pt x="14" y="48"/>
                    <a:pt x="20" y="52"/>
                  </a:cubicBezTo>
                  <a:cubicBezTo>
                    <a:pt x="21" y="38"/>
                    <a:pt x="15" y="20"/>
                    <a:pt x="10" y="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35" name="Freeform 2014">
              <a:extLst>
                <a:ext uri="{FF2B5EF4-FFF2-40B4-BE49-F238E27FC236}">
                  <a16:creationId xmlns:a16="http://schemas.microsoft.com/office/drawing/2014/main" id="{68E87909-F7E8-4AF7-8E4E-3236FDC01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615"/>
              <a:ext cx="28" cy="87"/>
            </a:xfrm>
            <a:custGeom>
              <a:avLst/>
              <a:gdLst>
                <a:gd name="T0" fmla="*/ 13 w 15"/>
                <a:gd name="T1" fmla="*/ 0 h 46"/>
                <a:gd name="T2" fmla="*/ 32 w 15"/>
                <a:gd name="T3" fmla="*/ 161 h 46"/>
                <a:gd name="T4" fmla="*/ 84 w 15"/>
                <a:gd name="T5" fmla="*/ 312 h 46"/>
                <a:gd name="T6" fmla="*/ 60 w 15"/>
                <a:gd name="T7" fmla="*/ 4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6">
                  <a:moveTo>
                    <a:pt x="2" y="0"/>
                  </a:moveTo>
                  <a:cubicBezTo>
                    <a:pt x="0" y="7"/>
                    <a:pt x="3" y="18"/>
                    <a:pt x="5" y="24"/>
                  </a:cubicBezTo>
                  <a:cubicBezTo>
                    <a:pt x="7" y="31"/>
                    <a:pt x="10" y="40"/>
                    <a:pt x="13" y="46"/>
                  </a:cubicBezTo>
                  <a:cubicBezTo>
                    <a:pt x="15" y="35"/>
                    <a:pt x="13" y="18"/>
                    <a:pt x="9" y="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36" name="Freeform 2015">
              <a:extLst>
                <a:ext uri="{FF2B5EF4-FFF2-40B4-BE49-F238E27FC236}">
                  <a16:creationId xmlns:a16="http://schemas.microsoft.com/office/drawing/2014/main" id="{953062EF-7AA6-41C8-A739-EACFA67AC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516"/>
              <a:ext cx="35" cy="88"/>
            </a:xfrm>
            <a:custGeom>
              <a:avLst/>
              <a:gdLst>
                <a:gd name="T0" fmla="*/ 20 w 19"/>
                <a:gd name="T1" fmla="*/ 0 h 47"/>
                <a:gd name="T2" fmla="*/ 105 w 19"/>
                <a:gd name="T3" fmla="*/ 309 h 47"/>
                <a:gd name="T4" fmla="*/ 68 w 19"/>
                <a:gd name="T5" fmla="*/ 157 h 47"/>
                <a:gd name="T6" fmla="*/ 20 w 19"/>
                <a:gd name="T7" fmla="*/ 1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7">
                  <a:moveTo>
                    <a:pt x="3" y="0"/>
                  </a:moveTo>
                  <a:cubicBezTo>
                    <a:pt x="0" y="18"/>
                    <a:pt x="6" y="33"/>
                    <a:pt x="17" y="47"/>
                  </a:cubicBezTo>
                  <a:cubicBezTo>
                    <a:pt x="19" y="40"/>
                    <a:pt x="13" y="30"/>
                    <a:pt x="11" y="24"/>
                  </a:cubicBezTo>
                  <a:cubicBezTo>
                    <a:pt x="9" y="16"/>
                    <a:pt x="7" y="9"/>
                    <a:pt x="3" y="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37" name="Freeform 2016">
              <a:extLst>
                <a:ext uri="{FF2B5EF4-FFF2-40B4-BE49-F238E27FC236}">
                  <a16:creationId xmlns:a16="http://schemas.microsoft.com/office/drawing/2014/main" id="{BBAB0515-0F5E-4DEF-8092-6ADA59A4D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589"/>
              <a:ext cx="46" cy="94"/>
            </a:xfrm>
            <a:custGeom>
              <a:avLst/>
              <a:gdLst>
                <a:gd name="T0" fmla="*/ 57 w 25"/>
                <a:gd name="T1" fmla="*/ 60 h 50"/>
                <a:gd name="T2" fmla="*/ 132 w 25"/>
                <a:gd name="T3" fmla="*/ 333 h 50"/>
                <a:gd name="T4" fmla="*/ 20 w 25"/>
                <a:gd name="T5" fmla="*/ 145 h 50"/>
                <a:gd name="T6" fmla="*/ 0 w 25"/>
                <a:gd name="T7" fmla="*/ 0 h 50"/>
                <a:gd name="T8" fmla="*/ 20 w 25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0">
                  <a:moveTo>
                    <a:pt x="9" y="9"/>
                  </a:moveTo>
                  <a:cubicBezTo>
                    <a:pt x="13" y="20"/>
                    <a:pt x="25" y="38"/>
                    <a:pt x="21" y="50"/>
                  </a:cubicBezTo>
                  <a:cubicBezTo>
                    <a:pt x="13" y="48"/>
                    <a:pt x="5" y="30"/>
                    <a:pt x="3" y="22"/>
                  </a:cubicBezTo>
                  <a:cubicBezTo>
                    <a:pt x="0" y="15"/>
                    <a:pt x="0" y="8"/>
                    <a:pt x="0" y="0"/>
                  </a:cubicBezTo>
                  <a:cubicBezTo>
                    <a:pt x="2" y="1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38" name="Freeform 2017">
              <a:extLst>
                <a:ext uri="{FF2B5EF4-FFF2-40B4-BE49-F238E27FC236}">
                  <a16:creationId xmlns:a16="http://schemas.microsoft.com/office/drawing/2014/main" id="{00A3D467-1534-4923-927A-6C7D0F823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486"/>
              <a:ext cx="7" cy="30"/>
            </a:xfrm>
            <a:custGeom>
              <a:avLst/>
              <a:gdLst>
                <a:gd name="T0" fmla="*/ 7 w 4"/>
                <a:gd name="T1" fmla="*/ 105 h 16"/>
                <a:gd name="T2" fmla="*/ 21 w 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1" y="16"/>
                  </a:moveTo>
                  <a:cubicBezTo>
                    <a:pt x="0" y="11"/>
                    <a:pt x="2" y="5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39" name="Freeform 2018">
              <a:extLst>
                <a:ext uri="{FF2B5EF4-FFF2-40B4-BE49-F238E27FC236}">
                  <a16:creationId xmlns:a16="http://schemas.microsoft.com/office/drawing/2014/main" id="{5BDF09F3-C571-4538-9D72-61534EFEC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513"/>
              <a:ext cx="9" cy="76"/>
            </a:xfrm>
            <a:custGeom>
              <a:avLst/>
              <a:gdLst>
                <a:gd name="T0" fmla="*/ 7 w 5"/>
                <a:gd name="T1" fmla="*/ 0 h 41"/>
                <a:gd name="T2" fmla="*/ 23 w 5"/>
                <a:gd name="T3" fmla="*/ 141 h 41"/>
                <a:gd name="T4" fmla="*/ 13 w 5"/>
                <a:gd name="T5" fmla="*/ 26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1">
                  <a:moveTo>
                    <a:pt x="1" y="0"/>
                  </a:moveTo>
                  <a:cubicBezTo>
                    <a:pt x="1" y="8"/>
                    <a:pt x="5" y="15"/>
                    <a:pt x="4" y="22"/>
                  </a:cubicBezTo>
                  <a:cubicBezTo>
                    <a:pt x="4" y="28"/>
                    <a:pt x="0" y="36"/>
                    <a:pt x="2" y="4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40" name="Freeform 2019">
              <a:extLst>
                <a:ext uri="{FF2B5EF4-FFF2-40B4-BE49-F238E27FC236}">
                  <a16:creationId xmlns:a16="http://schemas.microsoft.com/office/drawing/2014/main" id="{6510A508-3006-4FC2-8194-692A3154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63"/>
              <a:ext cx="30" cy="51"/>
            </a:xfrm>
            <a:custGeom>
              <a:avLst/>
              <a:gdLst>
                <a:gd name="T0" fmla="*/ 21 w 16"/>
                <a:gd name="T1" fmla="*/ 0 h 27"/>
                <a:gd name="T2" fmla="*/ 105 w 16"/>
                <a:gd name="T3" fmla="*/ 1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">
                  <a:moveTo>
                    <a:pt x="3" y="0"/>
                  </a:moveTo>
                  <a:cubicBezTo>
                    <a:pt x="0" y="9"/>
                    <a:pt x="12" y="20"/>
                    <a:pt x="16" y="2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41" name="Freeform 2020">
              <a:extLst>
                <a:ext uri="{FF2B5EF4-FFF2-40B4-BE49-F238E27FC236}">
                  <a16:creationId xmlns:a16="http://schemas.microsoft.com/office/drawing/2014/main" id="{50F6148E-B204-49E0-8856-14D835001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610"/>
              <a:ext cx="13" cy="67"/>
            </a:xfrm>
            <a:custGeom>
              <a:avLst/>
              <a:gdLst>
                <a:gd name="T0" fmla="*/ 13 w 7"/>
                <a:gd name="T1" fmla="*/ 0 h 36"/>
                <a:gd name="T2" fmla="*/ 0 w 7"/>
                <a:gd name="T3" fmla="*/ 23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6">
                  <a:moveTo>
                    <a:pt x="2" y="0"/>
                  </a:moveTo>
                  <a:cubicBezTo>
                    <a:pt x="7" y="9"/>
                    <a:pt x="4" y="29"/>
                    <a:pt x="0" y="3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42" name="Freeform 2021">
              <a:extLst>
                <a:ext uri="{FF2B5EF4-FFF2-40B4-BE49-F238E27FC236}">
                  <a16:creationId xmlns:a16="http://schemas.microsoft.com/office/drawing/2014/main" id="{831D9694-9722-4BA8-BFD5-C7E45EE83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3286"/>
              <a:ext cx="66" cy="99"/>
            </a:xfrm>
            <a:custGeom>
              <a:avLst/>
              <a:gdLst>
                <a:gd name="T0" fmla="*/ 0 w 35"/>
                <a:gd name="T1" fmla="*/ 0 h 53"/>
                <a:gd name="T2" fmla="*/ 234 w 35"/>
                <a:gd name="T3" fmla="*/ 346 h 53"/>
                <a:gd name="T4" fmla="*/ 113 w 35"/>
                <a:gd name="T5" fmla="*/ 73 h 53"/>
                <a:gd name="T6" fmla="*/ 28 w 35"/>
                <a:gd name="T7" fmla="*/ 13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3">
                  <a:moveTo>
                    <a:pt x="0" y="0"/>
                  </a:moveTo>
                  <a:cubicBezTo>
                    <a:pt x="7" y="20"/>
                    <a:pt x="20" y="38"/>
                    <a:pt x="35" y="53"/>
                  </a:cubicBezTo>
                  <a:cubicBezTo>
                    <a:pt x="28" y="39"/>
                    <a:pt x="28" y="22"/>
                    <a:pt x="17" y="11"/>
                  </a:cubicBezTo>
                  <a:cubicBezTo>
                    <a:pt x="13" y="8"/>
                    <a:pt x="7" y="7"/>
                    <a:pt x="4" y="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43" name="Freeform 2022">
              <a:extLst>
                <a:ext uri="{FF2B5EF4-FFF2-40B4-BE49-F238E27FC236}">
                  <a16:creationId xmlns:a16="http://schemas.microsoft.com/office/drawing/2014/main" id="{D0DA8C17-E31D-42AF-B3CC-DF45355FE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303"/>
              <a:ext cx="50" cy="88"/>
            </a:xfrm>
            <a:custGeom>
              <a:avLst/>
              <a:gdLst>
                <a:gd name="T0" fmla="*/ 13 w 27"/>
                <a:gd name="T1" fmla="*/ 0 h 47"/>
                <a:gd name="T2" fmla="*/ 52 w 27"/>
                <a:gd name="T3" fmla="*/ 52 h 47"/>
                <a:gd name="T4" fmla="*/ 133 w 27"/>
                <a:gd name="T5" fmla="*/ 178 h 47"/>
                <a:gd name="T6" fmla="*/ 172 w 27"/>
                <a:gd name="T7" fmla="*/ 309 h 47"/>
                <a:gd name="T8" fmla="*/ 20 w 27"/>
                <a:gd name="T9" fmla="*/ 129 h 47"/>
                <a:gd name="T10" fmla="*/ 0 w 27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7">
                  <a:moveTo>
                    <a:pt x="2" y="0"/>
                  </a:moveTo>
                  <a:cubicBezTo>
                    <a:pt x="3" y="3"/>
                    <a:pt x="6" y="6"/>
                    <a:pt x="8" y="8"/>
                  </a:cubicBezTo>
                  <a:cubicBezTo>
                    <a:pt x="14" y="13"/>
                    <a:pt x="18" y="20"/>
                    <a:pt x="21" y="27"/>
                  </a:cubicBezTo>
                  <a:cubicBezTo>
                    <a:pt x="23" y="34"/>
                    <a:pt x="26" y="40"/>
                    <a:pt x="27" y="47"/>
                  </a:cubicBezTo>
                  <a:cubicBezTo>
                    <a:pt x="17" y="44"/>
                    <a:pt x="8" y="28"/>
                    <a:pt x="3" y="20"/>
                  </a:cubicBezTo>
                  <a:cubicBezTo>
                    <a:pt x="0" y="14"/>
                    <a:pt x="0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44" name="Freeform 2023">
              <a:extLst>
                <a:ext uri="{FF2B5EF4-FFF2-40B4-BE49-F238E27FC236}">
                  <a16:creationId xmlns:a16="http://schemas.microsoft.com/office/drawing/2014/main" id="{601CE874-6247-4E95-9D34-A614FF12F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338"/>
              <a:ext cx="9" cy="38"/>
            </a:xfrm>
            <a:custGeom>
              <a:avLst/>
              <a:gdLst>
                <a:gd name="T0" fmla="*/ 0 w 5"/>
                <a:gd name="T1" fmla="*/ 137 h 20"/>
                <a:gd name="T2" fmla="*/ 23 w 5"/>
                <a:gd name="T3" fmla="*/ 55 h 20"/>
                <a:gd name="T4" fmla="*/ 29 w 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0">
                  <a:moveTo>
                    <a:pt x="0" y="20"/>
                  </a:moveTo>
                  <a:cubicBezTo>
                    <a:pt x="1" y="16"/>
                    <a:pt x="3" y="12"/>
                    <a:pt x="4" y="8"/>
                  </a:cubicBezTo>
                  <a:cubicBezTo>
                    <a:pt x="5" y="6"/>
                    <a:pt x="4" y="3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45" name="Freeform 2024">
              <a:extLst>
                <a:ext uri="{FF2B5EF4-FFF2-40B4-BE49-F238E27FC236}">
                  <a16:creationId xmlns:a16="http://schemas.microsoft.com/office/drawing/2014/main" id="{5DCE90D2-2261-45D3-8EDC-D70EADE6C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376"/>
              <a:ext cx="45" cy="101"/>
            </a:xfrm>
            <a:custGeom>
              <a:avLst/>
              <a:gdLst>
                <a:gd name="T0" fmla="*/ 15 w 24"/>
                <a:gd name="T1" fmla="*/ 24 h 54"/>
                <a:gd name="T2" fmla="*/ 81 w 24"/>
                <a:gd name="T3" fmla="*/ 217 h 54"/>
                <a:gd name="T4" fmla="*/ 133 w 24"/>
                <a:gd name="T5" fmla="*/ 354 h 54"/>
                <a:gd name="T6" fmla="*/ 99 w 24"/>
                <a:gd name="T7" fmla="*/ 77 h 54"/>
                <a:gd name="T8" fmla="*/ 0 w 2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4">
                  <a:moveTo>
                    <a:pt x="2" y="4"/>
                  </a:moveTo>
                  <a:cubicBezTo>
                    <a:pt x="2" y="14"/>
                    <a:pt x="8" y="24"/>
                    <a:pt x="12" y="33"/>
                  </a:cubicBezTo>
                  <a:cubicBezTo>
                    <a:pt x="14" y="40"/>
                    <a:pt x="15" y="48"/>
                    <a:pt x="20" y="54"/>
                  </a:cubicBezTo>
                  <a:cubicBezTo>
                    <a:pt x="24" y="43"/>
                    <a:pt x="22" y="22"/>
                    <a:pt x="15" y="12"/>
                  </a:cubicBezTo>
                  <a:cubicBezTo>
                    <a:pt x="12" y="8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46" name="Freeform 2025">
              <a:extLst>
                <a:ext uri="{FF2B5EF4-FFF2-40B4-BE49-F238E27FC236}">
                  <a16:creationId xmlns:a16="http://schemas.microsoft.com/office/drawing/2014/main" id="{24ED02FC-80D1-4E40-9839-0DA78F1F8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370"/>
              <a:ext cx="28" cy="60"/>
            </a:xfrm>
            <a:custGeom>
              <a:avLst/>
              <a:gdLst>
                <a:gd name="T0" fmla="*/ 0 w 15"/>
                <a:gd name="T1" fmla="*/ 0 h 32"/>
                <a:gd name="T2" fmla="*/ 65 w 15"/>
                <a:gd name="T3" fmla="*/ 105 h 32"/>
                <a:gd name="T4" fmla="*/ 97 w 15"/>
                <a:gd name="T5" fmla="*/ 212 h 32"/>
                <a:gd name="T6" fmla="*/ 52 w 15"/>
                <a:gd name="T7" fmla="*/ 144 h 32"/>
                <a:gd name="T8" fmla="*/ 0 w 15"/>
                <a:gd name="T9" fmla="*/ 10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2" y="6"/>
                    <a:pt x="7" y="10"/>
                    <a:pt x="10" y="16"/>
                  </a:cubicBezTo>
                  <a:cubicBezTo>
                    <a:pt x="12" y="21"/>
                    <a:pt x="15" y="27"/>
                    <a:pt x="15" y="32"/>
                  </a:cubicBezTo>
                  <a:cubicBezTo>
                    <a:pt x="13" y="29"/>
                    <a:pt x="11" y="25"/>
                    <a:pt x="8" y="22"/>
                  </a:cubicBezTo>
                  <a:cubicBezTo>
                    <a:pt x="5" y="20"/>
                    <a:pt x="2" y="18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47" name="Freeform 2026">
              <a:extLst>
                <a:ext uri="{FF2B5EF4-FFF2-40B4-BE49-F238E27FC236}">
                  <a16:creationId xmlns:a16="http://schemas.microsoft.com/office/drawing/2014/main" id="{EC903672-2951-4DFD-BEE1-1DC96BA38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391"/>
              <a:ext cx="34" cy="60"/>
            </a:xfrm>
            <a:custGeom>
              <a:avLst/>
              <a:gdLst>
                <a:gd name="T0" fmla="*/ 0 w 18"/>
                <a:gd name="T1" fmla="*/ 0 h 32"/>
                <a:gd name="T2" fmla="*/ 113 w 18"/>
                <a:gd name="T3" fmla="*/ 21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8" y="6"/>
                    <a:pt x="18" y="23"/>
                    <a:pt x="17" y="3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48" name="Freeform 2027">
              <a:extLst>
                <a:ext uri="{FF2B5EF4-FFF2-40B4-BE49-F238E27FC236}">
                  <a16:creationId xmlns:a16="http://schemas.microsoft.com/office/drawing/2014/main" id="{2DCB6FA7-5737-4746-A8F9-5B1CB2C54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426"/>
              <a:ext cx="26" cy="45"/>
            </a:xfrm>
            <a:custGeom>
              <a:avLst/>
              <a:gdLst>
                <a:gd name="T0" fmla="*/ 0 w 14"/>
                <a:gd name="T1" fmla="*/ 0 h 24"/>
                <a:gd name="T2" fmla="*/ 37 w 14"/>
                <a:gd name="T3" fmla="*/ 92 h 24"/>
                <a:gd name="T4" fmla="*/ 89 w 14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3" y="5"/>
                    <a:pt x="4" y="10"/>
                    <a:pt x="6" y="14"/>
                  </a:cubicBezTo>
                  <a:cubicBezTo>
                    <a:pt x="9" y="18"/>
                    <a:pt x="12" y="21"/>
                    <a:pt x="14" y="2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49" name="Freeform 2028">
              <a:extLst>
                <a:ext uri="{FF2B5EF4-FFF2-40B4-BE49-F238E27FC236}">
                  <a16:creationId xmlns:a16="http://schemas.microsoft.com/office/drawing/2014/main" id="{4B8A8128-AC40-495B-B921-3EA7DD03A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426"/>
              <a:ext cx="23" cy="88"/>
            </a:xfrm>
            <a:custGeom>
              <a:avLst/>
              <a:gdLst>
                <a:gd name="T0" fmla="*/ 0 w 12"/>
                <a:gd name="T1" fmla="*/ 0 h 47"/>
                <a:gd name="T2" fmla="*/ 44 w 12"/>
                <a:gd name="T3" fmla="*/ 204 h 47"/>
                <a:gd name="T4" fmla="*/ 84 w 12"/>
                <a:gd name="T5" fmla="*/ 30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7">
                  <a:moveTo>
                    <a:pt x="0" y="0"/>
                  </a:moveTo>
                  <a:cubicBezTo>
                    <a:pt x="6" y="9"/>
                    <a:pt x="3" y="21"/>
                    <a:pt x="6" y="31"/>
                  </a:cubicBezTo>
                  <a:cubicBezTo>
                    <a:pt x="8" y="37"/>
                    <a:pt x="11" y="41"/>
                    <a:pt x="12" y="4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50" name="Freeform 2029">
              <a:extLst>
                <a:ext uri="{FF2B5EF4-FFF2-40B4-BE49-F238E27FC236}">
                  <a16:creationId xmlns:a16="http://schemas.microsoft.com/office/drawing/2014/main" id="{6C570D93-1D5D-4A9E-953E-D23E79275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664"/>
              <a:ext cx="26" cy="58"/>
            </a:xfrm>
            <a:custGeom>
              <a:avLst/>
              <a:gdLst>
                <a:gd name="T0" fmla="*/ 0 w 14"/>
                <a:gd name="T1" fmla="*/ 0 h 31"/>
                <a:gd name="T2" fmla="*/ 89 w 14"/>
                <a:gd name="T3" fmla="*/ 20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0" y="0"/>
                  </a:moveTo>
                  <a:cubicBezTo>
                    <a:pt x="7" y="8"/>
                    <a:pt x="13" y="22"/>
                    <a:pt x="14" y="3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51" name="Freeform 2030">
              <a:extLst>
                <a:ext uri="{FF2B5EF4-FFF2-40B4-BE49-F238E27FC236}">
                  <a16:creationId xmlns:a16="http://schemas.microsoft.com/office/drawing/2014/main" id="{8A891D7B-0682-4416-9CD2-F71B6DEE6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698"/>
              <a:ext cx="6" cy="20"/>
            </a:xfrm>
            <a:custGeom>
              <a:avLst/>
              <a:gdLst>
                <a:gd name="T0" fmla="*/ 0 w 3"/>
                <a:gd name="T1" fmla="*/ 0 h 11"/>
                <a:gd name="T2" fmla="*/ 24 w 3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0" y="4"/>
                    <a:pt x="2" y="8"/>
                    <a:pt x="3" y="1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52" name="Freeform 2031">
              <a:extLst>
                <a:ext uri="{FF2B5EF4-FFF2-40B4-BE49-F238E27FC236}">
                  <a16:creationId xmlns:a16="http://schemas.microsoft.com/office/drawing/2014/main" id="{3FAD1A15-E896-4A08-B440-57FBDFDED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630"/>
              <a:ext cx="14" cy="92"/>
            </a:xfrm>
            <a:custGeom>
              <a:avLst/>
              <a:gdLst>
                <a:gd name="T0" fmla="*/ 0 w 7"/>
                <a:gd name="T1" fmla="*/ 0 h 49"/>
                <a:gd name="T2" fmla="*/ 48 w 7"/>
                <a:gd name="T3" fmla="*/ 32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9">
                  <a:moveTo>
                    <a:pt x="0" y="0"/>
                  </a:moveTo>
                  <a:cubicBezTo>
                    <a:pt x="5" y="15"/>
                    <a:pt x="7" y="34"/>
                    <a:pt x="6" y="4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53" name="Freeform 2032">
              <a:extLst>
                <a:ext uri="{FF2B5EF4-FFF2-40B4-BE49-F238E27FC236}">
                  <a16:creationId xmlns:a16="http://schemas.microsoft.com/office/drawing/2014/main" id="{A093076D-6A8B-47D5-9EA2-75FBF7623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3679"/>
              <a:ext cx="17" cy="45"/>
            </a:xfrm>
            <a:custGeom>
              <a:avLst/>
              <a:gdLst>
                <a:gd name="T0" fmla="*/ 0 w 9"/>
                <a:gd name="T1" fmla="*/ 0 h 24"/>
                <a:gd name="T2" fmla="*/ 60 w 9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6" y="7"/>
                    <a:pt x="8" y="16"/>
                    <a:pt x="9" y="2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54" name="Freeform 2033">
              <a:extLst>
                <a:ext uri="{FF2B5EF4-FFF2-40B4-BE49-F238E27FC236}">
                  <a16:creationId xmlns:a16="http://schemas.microsoft.com/office/drawing/2014/main" id="{FA59F3DA-51DC-49D0-8B9E-BDDD66FA3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681"/>
              <a:ext cx="3" cy="43"/>
            </a:xfrm>
            <a:custGeom>
              <a:avLst/>
              <a:gdLst>
                <a:gd name="T0" fmla="*/ 8 w 2"/>
                <a:gd name="T1" fmla="*/ 0 h 23"/>
                <a:gd name="T2" fmla="*/ 0 w 2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2" y="8"/>
                    <a:pt x="0" y="15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55" name="Freeform 2034">
              <a:extLst>
                <a:ext uri="{FF2B5EF4-FFF2-40B4-BE49-F238E27FC236}">
                  <a16:creationId xmlns:a16="http://schemas.microsoft.com/office/drawing/2014/main" id="{A16F0167-9A4F-4AC6-BE95-3E5D05783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494"/>
              <a:ext cx="47" cy="125"/>
            </a:xfrm>
            <a:custGeom>
              <a:avLst/>
              <a:gdLst>
                <a:gd name="T0" fmla="*/ 0 w 25"/>
                <a:gd name="T1" fmla="*/ 0 h 67"/>
                <a:gd name="T2" fmla="*/ 53 w 25"/>
                <a:gd name="T3" fmla="*/ 254 h 67"/>
                <a:gd name="T4" fmla="*/ 113 w 25"/>
                <a:gd name="T5" fmla="*/ 369 h 67"/>
                <a:gd name="T6" fmla="*/ 165 w 25"/>
                <a:gd name="T7" fmla="*/ 435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7">
                  <a:moveTo>
                    <a:pt x="0" y="0"/>
                  </a:moveTo>
                  <a:cubicBezTo>
                    <a:pt x="2" y="13"/>
                    <a:pt x="4" y="26"/>
                    <a:pt x="8" y="39"/>
                  </a:cubicBezTo>
                  <a:cubicBezTo>
                    <a:pt x="10" y="45"/>
                    <a:pt x="13" y="51"/>
                    <a:pt x="17" y="57"/>
                  </a:cubicBezTo>
                  <a:cubicBezTo>
                    <a:pt x="19" y="61"/>
                    <a:pt x="23" y="63"/>
                    <a:pt x="25" y="6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56" name="Freeform 2035">
              <a:extLst>
                <a:ext uri="{FF2B5EF4-FFF2-40B4-BE49-F238E27FC236}">
                  <a16:creationId xmlns:a16="http://schemas.microsoft.com/office/drawing/2014/main" id="{0DBF7105-B187-4382-BD7B-D98EF36B8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262"/>
              <a:ext cx="33" cy="103"/>
            </a:xfrm>
            <a:custGeom>
              <a:avLst/>
              <a:gdLst>
                <a:gd name="T0" fmla="*/ 20 w 18"/>
                <a:gd name="T1" fmla="*/ 0 h 55"/>
                <a:gd name="T2" fmla="*/ 44 w 18"/>
                <a:gd name="T3" fmla="*/ 217 h 55"/>
                <a:gd name="T4" fmla="*/ 112 w 18"/>
                <a:gd name="T5" fmla="*/ 36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5">
                  <a:moveTo>
                    <a:pt x="3" y="0"/>
                  </a:moveTo>
                  <a:cubicBezTo>
                    <a:pt x="0" y="10"/>
                    <a:pt x="3" y="24"/>
                    <a:pt x="7" y="33"/>
                  </a:cubicBezTo>
                  <a:cubicBezTo>
                    <a:pt x="9" y="41"/>
                    <a:pt x="15" y="47"/>
                    <a:pt x="18" y="5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57" name="Freeform 2036">
              <a:extLst>
                <a:ext uri="{FF2B5EF4-FFF2-40B4-BE49-F238E27FC236}">
                  <a16:creationId xmlns:a16="http://schemas.microsoft.com/office/drawing/2014/main" id="{2CCBCDBE-B1CB-4A2F-BE7F-6DF1155A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3413"/>
              <a:ext cx="37" cy="27"/>
            </a:xfrm>
            <a:custGeom>
              <a:avLst/>
              <a:gdLst>
                <a:gd name="T0" fmla="*/ 13 w 20"/>
                <a:gd name="T1" fmla="*/ 100 h 14"/>
                <a:gd name="T2" fmla="*/ 0 w 20"/>
                <a:gd name="T3" fmla="*/ 0 h 14"/>
                <a:gd name="T4" fmla="*/ 126 w 20"/>
                <a:gd name="T5" fmla="*/ 10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2" y="14"/>
                  </a:moveTo>
                  <a:cubicBezTo>
                    <a:pt x="3" y="9"/>
                    <a:pt x="1" y="4"/>
                    <a:pt x="0" y="0"/>
                  </a:cubicBezTo>
                  <a:cubicBezTo>
                    <a:pt x="5" y="4"/>
                    <a:pt x="19" y="6"/>
                    <a:pt x="20" y="1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58" name="Freeform 2037">
              <a:extLst>
                <a:ext uri="{FF2B5EF4-FFF2-40B4-BE49-F238E27FC236}">
                  <a16:creationId xmlns:a16="http://schemas.microsoft.com/office/drawing/2014/main" id="{35C0605E-B1A2-41CF-B31B-20B6A95B5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320"/>
              <a:ext cx="38" cy="103"/>
            </a:xfrm>
            <a:custGeom>
              <a:avLst/>
              <a:gdLst>
                <a:gd name="T0" fmla="*/ 36 w 20"/>
                <a:gd name="T1" fmla="*/ 322 h 55"/>
                <a:gd name="T2" fmla="*/ 8 w 20"/>
                <a:gd name="T3" fmla="*/ 129 h 55"/>
                <a:gd name="T4" fmla="*/ 8 w 20"/>
                <a:gd name="T5" fmla="*/ 0 h 55"/>
                <a:gd name="T6" fmla="*/ 108 w 20"/>
                <a:gd name="T7" fmla="*/ 225 h 55"/>
                <a:gd name="T8" fmla="*/ 124 w 20"/>
                <a:gd name="T9" fmla="*/ 36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5">
                  <a:moveTo>
                    <a:pt x="5" y="49"/>
                  </a:moveTo>
                  <a:cubicBezTo>
                    <a:pt x="0" y="40"/>
                    <a:pt x="1" y="30"/>
                    <a:pt x="1" y="20"/>
                  </a:cubicBezTo>
                  <a:cubicBezTo>
                    <a:pt x="1" y="13"/>
                    <a:pt x="1" y="6"/>
                    <a:pt x="1" y="0"/>
                  </a:cubicBezTo>
                  <a:cubicBezTo>
                    <a:pt x="2" y="12"/>
                    <a:pt x="13" y="22"/>
                    <a:pt x="16" y="34"/>
                  </a:cubicBezTo>
                  <a:cubicBezTo>
                    <a:pt x="17" y="38"/>
                    <a:pt x="20" y="51"/>
                    <a:pt x="18" y="5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59" name="Freeform 2038">
              <a:extLst>
                <a:ext uri="{FF2B5EF4-FFF2-40B4-BE49-F238E27FC236}">
                  <a16:creationId xmlns:a16="http://schemas.microsoft.com/office/drawing/2014/main" id="{56DB488D-80F2-4D64-A1AC-3BB032BAD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312"/>
              <a:ext cx="8" cy="51"/>
            </a:xfrm>
            <a:custGeom>
              <a:avLst/>
              <a:gdLst>
                <a:gd name="T0" fmla="*/ 8 w 4"/>
                <a:gd name="T1" fmla="*/ 0 h 27"/>
                <a:gd name="T2" fmla="*/ 32 w 4"/>
                <a:gd name="T3" fmla="*/ 1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1" y="0"/>
                  </a:moveTo>
                  <a:cubicBezTo>
                    <a:pt x="1" y="7"/>
                    <a:pt x="0" y="23"/>
                    <a:pt x="4" y="2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60" name="Freeform 2039">
              <a:extLst>
                <a:ext uri="{FF2B5EF4-FFF2-40B4-BE49-F238E27FC236}">
                  <a16:creationId xmlns:a16="http://schemas.microsoft.com/office/drawing/2014/main" id="{C4BC2658-8116-40A5-9219-6DCDC845D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398"/>
              <a:ext cx="32" cy="25"/>
            </a:xfrm>
            <a:custGeom>
              <a:avLst/>
              <a:gdLst>
                <a:gd name="T0" fmla="*/ 0 w 17"/>
                <a:gd name="T1" fmla="*/ 0 h 13"/>
                <a:gd name="T2" fmla="*/ 60 w 17"/>
                <a:gd name="T3" fmla="*/ 77 h 13"/>
                <a:gd name="T4" fmla="*/ 113 w 17"/>
                <a:gd name="T5" fmla="*/ 9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3" y="5"/>
                    <a:pt x="3" y="8"/>
                    <a:pt x="9" y="11"/>
                  </a:cubicBezTo>
                  <a:cubicBezTo>
                    <a:pt x="12" y="12"/>
                    <a:pt x="15" y="12"/>
                    <a:pt x="17" y="1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61" name="Freeform 2040">
              <a:extLst>
                <a:ext uri="{FF2B5EF4-FFF2-40B4-BE49-F238E27FC236}">
                  <a16:creationId xmlns:a16="http://schemas.microsoft.com/office/drawing/2014/main" id="{1BF963C1-C09E-4569-92CD-9821005B3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421"/>
              <a:ext cx="8" cy="17"/>
            </a:xfrm>
            <a:custGeom>
              <a:avLst/>
              <a:gdLst>
                <a:gd name="T0" fmla="*/ 0 w 4"/>
                <a:gd name="T1" fmla="*/ 60 h 9"/>
                <a:gd name="T2" fmla="*/ 32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2" y="3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62" name="Freeform 2041">
              <a:extLst>
                <a:ext uri="{FF2B5EF4-FFF2-40B4-BE49-F238E27FC236}">
                  <a16:creationId xmlns:a16="http://schemas.microsoft.com/office/drawing/2014/main" id="{25D1F328-F2ED-4025-A3CF-6077A9A2B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247"/>
              <a:ext cx="15" cy="73"/>
            </a:xfrm>
            <a:custGeom>
              <a:avLst/>
              <a:gdLst>
                <a:gd name="T0" fmla="*/ 28 w 8"/>
                <a:gd name="T1" fmla="*/ 256 h 39"/>
                <a:gd name="T2" fmla="*/ 53 w 8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4" y="39"/>
                  </a:moveTo>
                  <a:cubicBezTo>
                    <a:pt x="0" y="26"/>
                    <a:pt x="0" y="1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63" name="Freeform 2042">
              <a:extLst>
                <a:ext uri="{FF2B5EF4-FFF2-40B4-BE49-F238E27FC236}">
                  <a16:creationId xmlns:a16="http://schemas.microsoft.com/office/drawing/2014/main" id="{56C42EF6-C7E0-436C-B5D9-529400EA1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3164"/>
              <a:ext cx="32" cy="96"/>
            </a:xfrm>
            <a:custGeom>
              <a:avLst/>
              <a:gdLst>
                <a:gd name="T0" fmla="*/ 45 w 17"/>
                <a:gd name="T1" fmla="*/ 0 h 51"/>
                <a:gd name="T2" fmla="*/ 113 w 17"/>
                <a:gd name="T3" fmla="*/ 34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1">
                  <a:moveTo>
                    <a:pt x="7" y="0"/>
                  </a:moveTo>
                  <a:cubicBezTo>
                    <a:pt x="0" y="16"/>
                    <a:pt x="10" y="38"/>
                    <a:pt x="17" y="5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64" name="Freeform 2043">
              <a:extLst>
                <a:ext uri="{FF2B5EF4-FFF2-40B4-BE49-F238E27FC236}">
                  <a16:creationId xmlns:a16="http://schemas.microsoft.com/office/drawing/2014/main" id="{A65FC09B-4CAB-4754-AB06-28ED28CE9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368"/>
              <a:ext cx="7" cy="70"/>
            </a:xfrm>
            <a:custGeom>
              <a:avLst/>
              <a:gdLst>
                <a:gd name="T0" fmla="*/ 0 w 4"/>
                <a:gd name="T1" fmla="*/ 0 h 37"/>
                <a:gd name="T2" fmla="*/ 12 w 4"/>
                <a:gd name="T3" fmla="*/ 25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0" y="0"/>
                  </a:moveTo>
                  <a:cubicBezTo>
                    <a:pt x="4" y="12"/>
                    <a:pt x="0" y="25"/>
                    <a:pt x="2" y="3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65" name="Freeform 2044">
              <a:extLst>
                <a:ext uri="{FF2B5EF4-FFF2-40B4-BE49-F238E27FC236}">
                  <a16:creationId xmlns:a16="http://schemas.microsoft.com/office/drawing/2014/main" id="{644B6F83-2D16-465F-9FD5-7FC7E15C4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043"/>
              <a:ext cx="24" cy="91"/>
            </a:xfrm>
            <a:custGeom>
              <a:avLst/>
              <a:gdLst>
                <a:gd name="T0" fmla="*/ 13 w 13"/>
                <a:gd name="T1" fmla="*/ 141 h 49"/>
                <a:gd name="T2" fmla="*/ 57 w 13"/>
                <a:gd name="T3" fmla="*/ 0 h 49"/>
                <a:gd name="T4" fmla="*/ 76 w 13"/>
                <a:gd name="T5" fmla="*/ 173 h 49"/>
                <a:gd name="T6" fmla="*/ 76 w 13"/>
                <a:gd name="T7" fmla="*/ 314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9">
                  <a:moveTo>
                    <a:pt x="2" y="22"/>
                  </a:moveTo>
                  <a:cubicBezTo>
                    <a:pt x="4" y="14"/>
                    <a:pt x="0" y="7"/>
                    <a:pt x="9" y="0"/>
                  </a:cubicBezTo>
                  <a:cubicBezTo>
                    <a:pt x="9" y="9"/>
                    <a:pt x="11" y="19"/>
                    <a:pt x="12" y="27"/>
                  </a:cubicBezTo>
                  <a:cubicBezTo>
                    <a:pt x="13" y="35"/>
                    <a:pt x="11" y="42"/>
                    <a:pt x="12" y="4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66" name="Freeform 2045">
              <a:extLst>
                <a:ext uri="{FF2B5EF4-FFF2-40B4-BE49-F238E27FC236}">
                  <a16:creationId xmlns:a16="http://schemas.microsoft.com/office/drawing/2014/main" id="{461B5E39-A683-40C6-B500-0FB85371C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998"/>
              <a:ext cx="71" cy="50"/>
            </a:xfrm>
            <a:custGeom>
              <a:avLst/>
              <a:gdLst>
                <a:gd name="T0" fmla="*/ 45 w 38"/>
                <a:gd name="T1" fmla="*/ 172 h 27"/>
                <a:gd name="T2" fmla="*/ 129 w 38"/>
                <a:gd name="T3" fmla="*/ 76 h 27"/>
                <a:gd name="T4" fmla="*/ 249 w 38"/>
                <a:gd name="T5" fmla="*/ 76 h 27"/>
                <a:gd name="T6" fmla="*/ 189 w 38"/>
                <a:gd name="T7" fmla="*/ 20 h 27"/>
                <a:gd name="T8" fmla="*/ 97 w 38"/>
                <a:gd name="T9" fmla="*/ 24 h 27"/>
                <a:gd name="T10" fmla="*/ 32 w 38"/>
                <a:gd name="T11" fmla="*/ 15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7">
                  <a:moveTo>
                    <a:pt x="7" y="27"/>
                  </a:moveTo>
                  <a:cubicBezTo>
                    <a:pt x="10" y="20"/>
                    <a:pt x="12" y="14"/>
                    <a:pt x="20" y="12"/>
                  </a:cubicBezTo>
                  <a:cubicBezTo>
                    <a:pt x="24" y="11"/>
                    <a:pt x="35" y="9"/>
                    <a:pt x="38" y="12"/>
                  </a:cubicBezTo>
                  <a:cubicBezTo>
                    <a:pt x="34" y="10"/>
                    <a:pt x="33" y="5"/>
                    <a:pt x="29" y="3"/>
                  </a:cubicBezTo>
                  <a:cubicBezTo>
                    <a:pt x="23" y="0"/>
                    <a:pt x="20" y="2"/>
                    <a:pt x="15" y="4"/>
                  </a:cubicBezTo>
                  <a:cubicBezTo>
                    <a:pt x="6" y="8"/>
                    <a:pt x="0" y="16"/>
                    <a:pt x="5" y="2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67" name="Freeform 2046">
              <a:extLst>
                <a:ext uri="{FF2B5EF4-FFF2-40B4-BE49-F238E27FC236}">
                  <a16:creationId xmlns:a16="http://schemas.microsoft.com/office/drawing/2014/main" id="{F479E552-D207-4E7E-82D0-E3C128108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977"/>
              <a:ext cx="30" cy="56"/>
            </a:xfrm>
            <a:custGeom>
              <a:avLst/>
              <a:gdLst>
                <a:gd name="T0" fmla="*/ 105 w 16"/>
                <a:gd name="T1" fmla="*/ 196 h 30"/>
                <a:gd name="T2" fmla="*/ 32 w 16"/>
                <a:gd name="T3" fmla="*/ 73 h 30"/>
                <a:gd name="T4" fmla="*/ 0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6" y="30"/>
                  </a:moveTo>
                  <a:cubicBezTo>
                    <a:pt x="16" y="23"/>
                    <a:pt x="8" y="16"/>
                    <a:pt x="5" y="11"/>
                  </a:cubicBezTo>
                  <a:cubicBezTo>
                    <a:pt x="2" y="7"/>
                    <a:pt x="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68" name="Freeform 2047">
              <a:extLst>
                <a:ext uri="{FF2B5EF4-FFF2-40B4-BE49-F238E27FC236}">
                  <a16:creationId xmlns:a16="http://schemas.microsoft.com/office/drawing/2014/main" id="{00CC2966-31BD-4047-B7A3-3ABFEFAC9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944"/>
              <a:ext cx="30" cy="76"/>
            </a:xfrm>
            <a:custGeom>
              <a:avLst/>
              <a:gdLst>
                <a:gd name="T0" fmla="*/ 0 w 16"/>
                <a:gd name="T1" fmla="*/ 261 h 41"/>
                <a:gd name="T2" fmla="*/ 105 w 16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1">
                  <a:moveTo>
                    <a:pt x="0" y="41"/>
                  </a:moveTo>
                  <a:cubicBezTo>
                    <a:pt x="5" y="28"/>
                    <a:pt x="3" y="10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69" name="Freeform 2048">
              <a:extLst>
                <a:ext uri="{FF2B5EF4-FFF2-40B4-BE49-F238E27FC236}">
                  <a16:creationId xmlns:a16="http://schemas.microsoft.com/office/drawing/2014/main" id="{8BA9B001-49A2-4FBE-AE05-9D10262E4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895"/>
              <a:ext cx="63" cy="84"/>
            </a:xfrm>
            <a:custGeom>
              <a:avLst/>
              <a:gdLst>
                <a:gd name="T0" fmla="*/ 7 w 34"/>
                <a:gd name="T1" fmla="*/ 293 h 45"/>
                <a:gd name="T2" fmla="*/ 217 w 34"/>
                <a:gd name="T3" fmla="*/ 39 h 45"/>
                <a:gd name="T4" fmla="*/ 89 w 34"/>
                <a:gd name="T5" fmla="*/ 16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5">
                  <a:moveTo>
                    <a:pt x="1" y="45"/>
                  </a:moveTo>
                  <a:cubicBezTo>
                    <a:pt x="0" y="28"/>
                    <a:pt x="13" y="0"/>
                    <a:pt x="34" y="6"/>
                  </a:cubicBezTo>
                  <a:cubicBezTo>
                    <a:pt x="25" y="8"/>
                    <a:pt x="16" y="16"/>
                    <a:pt x="14" y="2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70" name="Freeform 2049">
              <a:extLst>
                <a:ext uri="{FF2B5EF4-FFF2-40B4-BE49-F238E27FC236}">
                  <a16:creationId xmlns:a16="http://schemas.microsoft.com/office/drawing/2014/main" id="{5DD9B36A-9FFF-477A-96E4-A8D785DEA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970"/>
              <a:ext cx="5" cy="13"/>
            </a:xfrm>
            <a:custGeom>
              <a:avLst/>
              <a:gdLst>
                <a:gd name="T0" fmla="*/ 0 w 3"/>
                <a:gd name="T1" fmla="*/ 0 h 7"/>
                <a:gd name="T2" fmla="*/ 13 w 3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2"/>
                    <a:pt x="2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71" name="Freeform 2050">
              <a:extLst>
                <a:ext uri="{FF2B5EF4-FFF2-40B4-BE49-F238E27FC236}">
                  <a16:creationId xmlns:a16="http://schemas.microsoft.com/office/drawing/2014/main" id="{E3339787-6A10-4DD4-8EDD-6F98A6879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908"/>
              <a:ext cx="28" cy="71"/>
            </a:xfrm>
            <a:custGeom>
              <a:avLst/>
              <a:gdLst>
                <a:gd name="T0" fmla="*/ 0 w 15"/>
                <a:gd name="T1" fmla="*/ 249 h 38"/>
                <a:gd name="T2" fmla="*/ 97 w 15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0" y="38"/>
                  </a:moveTo>
                  <a:cubicBezTo>
                    <a:pt x="10" y="28"/>
                    <a:pt x="11" y="14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72" name="Freeform 2051">
              <a:extLst>
                <a:ext uri="{FF2B5EF4-FFF2-40B4-BE49-F238E27FC236}">
                  <a16:creationId xmlns:a16="http://schemas.microsoft.com/office/drawing/2014/main" id="{7A0048A7-F66C-4D1A-821D-105A8649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889"/>
              <a:ext cx="97" cy="51"/>
            </a:xfrm>
            <a:custGeom>
              <a:avLst/>
              <a:gdLst>
                <a:gd name="T0" fmla="*/ 0 w 52"/>
                <a:gd name="T1" fmla="*/ 53 h 27"/>
                <a:gd name="T2" fmla="*/ 265 w 52"/>
                <a:gd name="T3" fmla="*/ 60 h 27"/>
                <a:gd name="T4" fmla="*/ 330 w 52"/>
                <a:gd name="T5" fmla="*/ 181 h 27"/>
                <a:gd name="T6" fmla="*/ 194 w 52"/>
                <a:gd name="T7" fmla="*/ 121 h 27"/>
                <a:gd name="T8" fmla="*/ 32 w 52"/>
                <a:gd name="T9" fmla="*/ 6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7">
                  <a:moveTo>
                    <a:pt x="0" y="8"/>
                  </a:moveTo>
                  <a:cubicBezTo>
                    <a:pt x="8" y="0"/>
                    <a:pt x="32" y="3"/>
                    <a:pt x="41" y="9"/>
                  </a:cubicBezTo>
                  <a:cubicBezTo>
                    <a:pt x="45" y="12"/>
                    <a:pt x="52" y="21"/>
                    <a:pt x="51" y="27"/>
                  </a:cubicBezTo>
                  <a:cubicBezTo>
                    <a:pt x="49" y="22"/>
                    <a:pt x="35" y="19"/>
                    <a:pt x="30" y="18"/>
                  </a:cubicBezTo>
                  <a:cubicBezTo>
                    <a:pt x="21" y="16"/>
                    <a:pt x="14" y="10"/>
                    <a:pt x="5" y="1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73" name="Freeform 2052">
              <a:extLst>
                <a:ext uri="{FF2B5EF4-FFF2-40B4-BE49-F238E27FC236}">
                  <a16:creationId xmlns:a16="http://schemas.microsoft.com/office/drawing/2014/main" id="{21DBA038-C005-4BF7-B301-951D484F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921"/>
              <a:ext cx="20" cy="94"/>
            </a:xfrm>
            <a:custGeom>
              <a:avLst/>
              <a:gdLst>
                <a:gd name="T0" fmla="*/ 36 w 11"/>
                <a:gd name="T1" fmla="*/ 333 h 50"/>
                <a:gd name="T2" fmla="*/ 53 w 11"/>
                <a:gd name="T3" fmla="*/ 165 h 50"/>
                <a:gd name="T4" fmla="*/ 24 w 11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0">
                  <a:moveTo>
                    <a:pt x="6" y="50"/>
                  </a:moveTo>
                  <a:cubicBezTo>
                    <a:pt x="0" y="43"/>
                    <a:pt x="7" y="33"/>
                    <a:pt x="9" y="25"/>
                  </a:cubicBezTo>
                  <a:cubicBezTo>
                    <a:pt x="11" y="15"/>
                    <a:pt x="6" y="9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74" name="Freeform 2053">
              <a:extLst>
                <a:ext uri="{FF2B5EF4-FFF2-40B4-BE49-F238E27FC236}">
                  <a16:creationId xmlns:a16="http://schemas.microsoft.com/office/drawing/2014/main" id="{7AE3B3AC-719F-4837-981E-57A87BE30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934"/>
              <a:ext cx="67" cy="19"/>
            </a:xfrm>
            <a:custGeom>
              <a:avLst/>
              <a:gdLst>
                <a:gd name="T0" fmla="*/ 0 w 36"/>
                <a:gd name="T1" fmla="*/ 68 h 10"/>
                <a:gd name="T2" fmla="*/ 112 w 36"/>
                <a:gd name="T3" fmla="*/ 21 h 10"/>
                <a:gd name="T4" fmla="*/ 233 w 36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0" y="10"/>
                  </a:moveTo>
                  <a:cubicBezTo>
                    <a:pt x="4" y="3"/>
                    <a:pt x="9" y="2"/>
                    <a:pt x="17" y="3"/>
                  </a:cubicBezTo>
                  <a:cubicBezTo>
                    <a:pt x="24" y="3"/>
                    <a:pt x="31" y="0"/>
                    <a:pt x="36" y="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75" name="Freeform 2054">
              <a:extLst>
                <a:ext uri="{FF2B5EF4-FFF2-40B4-BE49-F238E27FC236}">
                  <a16:creationId xmlns:a16="http://schemas.microsoft.com/office/drawing/2014/main" id="{51F121C7-E11E-4FF4-ABE6-78C2844E2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992"/>
              <a:ext cx="56" cy="49"/>
            </a:xfrm>
            <a:custGeom>
              <a:avLst/>
              <a:gdLst>
                <a:gd name="T0" fmla="*/ 24 w 30"/>
                <a:gd name="T1" fmla="*/ 173 h 26"/>
                <a:gd name="T2" fmla="*/ 39 w 30"/>
                <a:gd name="T3" fmla="*/ 32 h 26"/>
                <a:gd name="T4" fmla="*/ 196 w 30"/>
                <a:gd name="T5" fmla="*/ 3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4" y="26"/>
                  </a:moveTo>
                  <a:cubicBezTo>
                    <a:pt x="1" y="19"/>
                    <a:pt x="0" y="10"/>
                    <a:pt x="6" y="5"/>
                  </a:cubicBezTo>
                  <a:cubicBezTo>
                    <a:pt x="11" y="0"/>
                    <a:pt x="24" y="2"/>
                    <a:pt x="30" y="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76" name="Freeform 2055">
              <a:extLst>
                <a:ext uri="{FF2B5EF4-FFF2-40B4-BE49-F238E27FC236}">
                  <a16:creationId xmlns:a16="http://schemas.microsoft.com/office/drawing/2014/main" id="{75D887BC-9E7F-41D9-9F84-BC8A6C248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938"/>
              <a:ext cx="46" cy="67"/>
            </a:xfrm>
            <a:custGeom>
              <a:avLst/>
              <a:gdLst>
                <a:gd name="T0" fmla="*/ 0 w 25"/>
                <a:gd name="T1" fmla="*/ 233 h 36"/>
                <a:gd name="T2" fmla="*/ 61 w 25"/>
                <a:gd name="T3" fmla="*/ 173 h 36"/>
                <a:gd name="T4" fmla="*/ 98 w 25"/>
                <a:gd name="T5" fmla="*/ 84 h 36"/>
                <a:gd name="T6" fmla="*/ 156 w 25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0" y="36"/>
                  </a:moveTo>
                  <a:cubicBezTo>
                    <a:pt x="2" y="32"/>
                    <a:pt x="7" y="31"/>
                    <a:pt x="10" y="27"/>
                  </a:cubicBezTo>
                  <a:cubicBezTo>
                    <a:pt x="14" y="23"/>
                    <a:pt x="14" y="18"/>
                    <a:pt x="16" y="13"/>
                  </a:cubicBezTo>
                  <a:cubicBezTo>
                    <a:pt x="18" y="9"/>
                    <a:pt x="20" y="2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77" name="Freeform 2056">
              <a:extLst>
                <a:ext uri="{FF2B5EF4-FFF2-40B4-BE49-F238E27FC236}">
                  <a16:creationId xmlns:a16="http://schemas.microsoft.com/office/drawing/2014/main" id="{CB6A140A-2D37-409F-9F97-FAEFCD762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970"/>
              <a:ext cx="73" cy="15"/>
            </a:xfrm>
            <a:custGeom>
              <a:avLst/>
              <a:gdLst>
                <a:gd name="T0" fmla="*/ 0 w 39"/>
                <a:gd name="T1" fmla="*/ 53 h 8"/>
                <a:gd name="T2" fmla="*/ 52 w 39"/>
                <a:gd name="T3" fmla="*/ 8 h 8"/>
                <a:gd name="T4" fmla="*/ 137 w 39"/>
                <a:gd name="T5" fmla="*/ 21 h 8"/>
                <a:gd name="T6" fmla="*/ 256 w 39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8">
                  <a:moveTo>
                    <a:pt x="0" y="8"/>
                  </a:moveTo>
                  <a:cubicBezTo>
                    <a:pt x="4" y="7"/>
                    <a:pt x="5" y="3"/>
                    <a:pt x="8" y="1"/>
                  </a:cubicBezTo>
                  <a:cubicBezTo>
                    <a:pt x="12" y="0"/>
                    <a:pt x="17" y="2"/>
                    <a:pt x="21" y="3"/>
                  </a:cubicBezTo>
                  <a:cubicBezTo>
                    <a:pt x="27" y="5"/>
                    <a:pt x="32" y="5"/>
                    <a:pt x="39" y="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78" name="Freeform 2057">
              <a:extLst>
                <a:ext uri="{FF2B5EF4-FFF2-40B4-BE49-F238E27FC236}">
                  <a16:creationId xmlns:a16="http://schemas.microsoft.com/office/drawing/2014/main" id="{4D56A574-F11B-46F8-8A26-D9777CF72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83"/>
              <a:ext cx="44" cy="13"/>
            </a:xfrm>
            <a:custGeom>
              <a:avLst/>
              <a:gdLst>
                <a:gd name="T0" fmla="*/ 0 w 24"/>
                <a:gd name="T1" fmla="*/ 45 h 7"/>
                <a:gd name="T2" fmla="*/ 149 w 24"/>
                <a:gd name="T3" fmla="*/ 1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cubicBezTo>
                    <a:pt x="6" y="3"/>
                    <a:pt x="18" y="0"/>
                    <a:pt x="24" y="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79" name="Freeform 2058">
              <a:extLst>
                <a:ext uri="{FF2B5EF4-FFF2-40B4-BE49-F238E27FC236}">
                  <a16:creationId xmlns:a16="http://schemas.microsoft.com/office/drawing/2014/main" id="{C375E2A4-2985-446F-A6F0-0CD08C8C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3260"/>
              <a:ext cx="56" cy="67"/>
            </a:xfrm>
            <a:custGeom>
              <a:avLst/>
              <a:gdLst>
                <a:gd name="T0" fmla="*/ 0 w 30"/>
                <a:gd name="T1" fmla="*/ 0 h 36"/>
                <a:gd name="T2" fmla="*/ 77 w 30"/>
                <a:gd name="T3" fmla="*/ 149 h 36"/>
                <a:gd name="T4" fmla="*/ 196 w 30"/>
                <a:gd name="T5" fmla="*/ 23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cubicBezTo>
                    <a:pt x="4" y="8"/>
                    <a:pt x="8" y="15"/>
                    <a:pt x="12" y="23"/>
                  </a:cubicBezTo>
                  <a:cubicBezTo>
                    <a:pt x="16" y="31"/>
                    <a:pt x="22" y="33"/>
                    <a:pt x="30" y="3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80" name="Freeform 2059">
              <a:extLst>
                <a:ext uri="{FF2B5EF4-FFF2-40B4-BE49-F238E27FC236}">
                  <a16:creationId xmlns:a16="http://schemas.microsoft.com/office/drawing/2014/main" id="{048B6A3C-5B19-47D1-9749-6DB3DDF47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322"/>
              <a:ext cx="49" cy="80"/>
            </a:xfrm>
            <a:custGeom>
              <a:avLst/>
              <a:gdLst>
                <a:gd name="T0" fmla="*/ 0 w 26"/>
                <a:gd name="T1" fmla="*/ 0 h 43"/>
                <a:gd name="T2" fmla="*/ 168 w 26"/>
                <a:gd name="T3" fmla="*/ 277 h 43"/>
                <a:gd name="T4" fmla="*/ 160 w 26"/>
                <a:gd name="T5" fmla="*/ 149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0" y="0"/>
                  </a:moveTo>
                  <a:cubicBezTo>
                    <a:pt x="4" y="15"/>
                    <a:pt x="15" y="31"/>
                    <a:pt x="25" y="43"/>
                  </a:cubicBezTo>
                  <a:cubicBezTo>
                    <a:pt x="25" y="37"/>
                    <a:pt x="26" y="29"/>
                    <a:pt x="24" y="2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81" name="Freeform 2060">
              <a:extLst>
                <a:ext uri="{FF2B5EF4-FFF2-40B4-BE49-F238E27FC236}">
                  <a16:creationId xmlns:a16="http://schemas.microsoft.com/office/drawing/2014/main" id="{0944E884-9F84-484A-83B5-3158B098D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398"/>
              <a:ext cx="36" cy="66"/>
            </a:xfrm>
            <a:custGeom>
              <a:avLst/>
              <a:gdLst>
                <a:gd name="T0" fmla="*/ 8 w 19"/>
                <a:gd name="T1" fmla="*/ 0 h 35"/>
                <a:gd name="T2" fmla="*/ 129 w 19"/>
                <a:gd name="T3" fmla="*/ 234 h 35"/>
                <a:gd name="T4" fmla="*/ 129 w 19"/>
                <a:gd name="T5" fmla="*/ 15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5">
                  <a:moveTo>
                    <a:pt x="1" y="0"/>
                  </a:moveTo>
                  <a:cubicBezTo>
                    <a:pt x="0" y="12"/>
                    <a:pt x="11" y="28"/>
                    <a:pt x="19" y="35"/>
                  </a:cubicBezTo>
                  <a:cubicBezTo>
                    <a:pt x="19" y="31"/>
                    <a:pt x="19" y="27"/>
                    <a:pt x="19" y="2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82" name="Freeform 2061">
              <a:extLst>
                <a:ext uri="{FF2B5EF4-FFF2-40B4-BE49-F238E27FC236}">
                  <a16:creationId xmlns:a16="http://schemas.microsoft.com/office/drawing/2014/main" id="{AB79AD4E-4C33-4ED6-AEA6-DD0040721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466"/>
              <a:ext cx="26" cy="56"/>
            </a:xfrm>
            <a:custGeom>
              <a:avLst/>
              <a:gdLst>
                <a:gd name="T0" fmla="*/ 13 w 14"/>
                <a:gd name="T1" fmla="*/ 0 h 30"/>
                <a:gd name="T2" fmla="*/ 89 w 14"/>
                <a:gd name="T3" fmla="*/ 19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2" y="0"/>
                  </a:moveTo>
                  <a:cubicBezTo>
                    <a:pt x="0" y="10"/>
                    <a:pt x="10" y="21"/>
                    <a:pt x="14" y="3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83" name="Freeform 2062">
              <a:extLst>
                <a:ext uri="{FF2B5EF4-FFF2-40B4-BE49-F238E27FC236}">
                  <a16:creationId xmlns:a16="http://schemas.microsoft.com/office/drawing/2014/main" id="{3326109F-7D09-4F96-BC79-80548915F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601"/>
              <a:ext cx="26" cy="102"/>
            </a:xfrm>
            <a:custGeom>
              <a:avLst/>
              <a:gdLst>
                <a:gd name="T0" fmla="*/ 76 w 14"/>
                <a:gd name="T1" fmla="*/ 351 h 55"/>
                <a:gd name="T2" fmla="*/ 69 w 14"/>
                <a:gd name="T3" fmla="*/ 158 h 55"/>
                <a:gd name="T4" fmla="*/ 20 w 14"/>
                <a:gd name="T5" fmla="*/ 0 h 55"/>
                <a:gd name="T6" fmla="*/ 0 w 14"/>
                <a:gd name="T7" fmla="*/ 11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5">
                  <a:moveTo>
                    <a:pt x="12" y="55"/>
                  </a:moveTo>
                  <a:cubicBezTo>
                    <a:pt x="14" y="46"/>
                    <a:pt x="12" y="35"/>
                    <a:pt x="11" y="25"/>
                  </a:cubicBezTo>
                  <a:cubicBezTo>
                    <a:pt x="10" y="16"/>
                    <a:pt x="5" y="9"/>
                    <a:pt x="3" y="0"/>
                  </a:cubicBezTo>
                  <a:cubicBezTo>
                    <a:pt x="1" y="6"/>
                    <a:pt x="2" y="12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84" name="Freeform 2063">
              <a:extLst>
                <a:ext uri="{FF2B5EF4-FFF2-40B4-BE49-F238E27FC236}">
                  <a16:creationId xmlns:a16="http://schemas.microsoft.com/office/drawing/2014/main" id="{440F5548-24E4-4D9F-B1E7-8A95195DA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520"/>
              <a:ext cx="30" cy="86"/>
            </a:xfrm>
            <a:custGeom>
              <a:avLst/>
              <a:gdLst>
                <a:gd name="T0" fmla="*/ 105 w 16"/>
                <a:gd name="T1" fmla="*/ 301 h 46"/>
                <a:gd name="T2" fmla="*/ 60 w 16"/>
                <a:gd name="T3" fmla="*/ 129 h 46"/>
                <a:gd name="T4" fmla="*/ 0 w 16"/>
                <a:gd name="T5" fmla="*/ 0 h 46"/>
                <a:gd name="T6" fmla="*/ 0 w 16"/>
                <a:gd name="T7" fmla="*/ 10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6">
                  <a:moveTo>
                    <a:pt x="16" y="46"/>
                  </a:moveTo>
                  <a:cubicBezTo>
                    <a:pt x="13" y="38"/>
                    <a:pt x="12" y="28"/>
                    <a:pt x="9" y="20"/>
                  </a:cubicBezTo>
                  <a:cubicBezTo>
                    <a:pt x="6" y="13"/>
                    <a:pt x="2" y="7"/>
                    <a:pt x="0" y="0"/>
                  </a:cubicBezTo>
                  <a:cubicBezTo>
                    <a:pt x="0" y="7"/>
                    <a:pt x="3" y="10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85" name="Freeform 2064">
              <a:extLst>
                <a:ext uri="{FF2B5EF4-FFF2-40B4-BE49-F238E27FC236}">
                  <a16:creationId xmlns:a16="http://schemas.microsoft.com/office/drawing/2014/main" id="{417A0D6D-A1F4-42AA-9D89-2E0B8582C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438"/>
              <a:ext cx="35" cy="86"/>
            </a:xfrm>
            <a:custGeom>
              <a:avLst/>
              <a:gdLst>
                <a:gd name="T0" fmla="*/ 118 w 19"/>
                <a:gd name="T1" fmla="*/ 301 h 46"/>
                <a:gd name="T2" fmla="*/ 57 w 19"/>
                <a:gd name="T3" fmla="*/ 150 h 46"/>
                <a:gd name="T4" fmla="*/ 7 w 19"/>
                <a:gd name="T5" fmla="*/ 0 h 46"/>
                <a:gd name="T6" fmla="*/ 13 w 19"/>
                <a:gd name="T7" fmla="*/ 105 h 46"/>
                <a:gd name="T8" fmla="*/ 13 w 19"/>
                <a:gd name="T9" fmla="*/ 16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6">
                  <a:moveTo>
                    <a:pt x="19" y="46"/>
                  </a:moveTo>
                  <a:cubicBezTo>
                    <a:pt x="15" y="39"/>
                    <a:pt x="12" y="30"/>
                    <a:pt x="9" y="23"/>
                  </a:cubicBezTo>
                  <a:cubicBezTo>
                    <a:pt x="7" y="16"/>
                    <a:pt x="5" y="7"/>
                    <a:pt x="1" y="0"/>
                  </a:cubicBezTo>
                  <a:cubicBezTo>
                    <a:pt x="0" y="5"/>
                    <a:pt x="2" y="11"/>
                    <a:pt x="2" y="16"/>
                  </a:cubicBezTo>
                  <a:cubicBezTo>
                    <a:pt x="2" y="19"/>
                    <a:pt x="1" y="23"/>
                    <a:pt x="2" y="2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86" name="Freeform 2065">
              <a:extLst>
                <a:ext uri="{FF2B5EF4-FFF2-40B4-BE49-F238E27FC236}">
                  <a16:creationId xmlns:a16="http://schemas.microsoft.com/office/drawing/2014/main" id="{B94439DC-E32A-48F2-BEAF-1B64177EC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365"/>
              <a:ext cx="40" cy="75"/>
            </a:xfrm>
            <a:custGeom>
              <a:avLst/>
              <a:gdLst>
                <a:gd name="T0" fmla="*/ 145 w 21"/>
                <a:gd name="T1" fmla="*/ 264 h 40"/>
                <a:gd name="T2" fmla="*/ 0 w 21"/>
                <a:gd name="T3" fmla="*/ 0 h 40"/>
                <a:gd name="T4" fmla="*/ 40 w 21"/>
                <a:gd name="T5" fmla="*/ 186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0">
                  <a:moveTo>
                    <a:pt x="21" y="40"/>
                  </a:moveTo>
                  <a:cubicBezTo>
                    <a:pt x="13" y="28"/>
                    <a:pt x="7" y="12"/>
                    <a:pt x="0" y="0"/>
                  </a:cubicBezTo>
                  <a:cubicBezTo>
                    <a:pt x="1" y="9"/>
                    <a:pt x="6" y="19"/>
                    <a:pt x="6" y="28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87" name="Freeform 2066">
              <a:extLst>
                <a:ext uri="{FF2B5EF4-FFF2-40B4-BE49-F238E27FC236}">
                  <a16:creationId xmlns:a16="http://schemas.microsoft.com/office/drawing/2014/main" id="{C2C0905E-F547-400E-9A9C-67F13CA4F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299"/>
              <a:ext cx="28" cy="68"/>
            </a:xfrm>
            <a:custGeom>
              <a:avLst/>
              <a:gdLst>
                <a:gd name="T0" fmla="*/ 97 w 15"/>
                <a:gd name="T1" fmla="*/ 242 h 36"/>
                <a:gd name="T2" fmla="*/ 39 w 15"/>
                <a:gd name="T3" fmla="*/ 113 h 36"/>
                <a:gd name="T4" fmla="*/ 7 w 15"/>
                <a:gd name="T5" fmla="*/ 0 h 36"/>
                <a:gd name="T6" fmla="*/ 7 w 15"/>
                <a:gd name="T7" fmla="*/ 16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6">
                  <a:moveTo>
                    <a:pt x="15" y="36"/>
                  </a:moveTo>
                  <a:cubicBezTo>
                    <a:pt x="13" y="29"/>
                    <a:pt x="9" y="23"/>
                    <a:pt x="6" y="17"/>
                  </a:cubicBezTo>
                  <a:cubicBezTo>
                    <a:pt x="4" y="12"/>
                    <a:pt x="3" y="6"/>
                    <a:pt x="1" y="0"/>
                  </a:cubicBezTo>
                  <a:cubicBezTo>
                    <a:pt x="0" y="8"/>
                    <a:pt x="1" y="16"/>
                    <a:pt x="1" y="24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88" name="Freeform 2067">
              <a:extLst>
                <a:ext uri="{FF2B5EF4-FFF2-40B4-BE49-F238E27FC236}">
                  <a16:creationId xmlns:a16="http://schemas.microsoft.com/office/drawing/2014/main" id="{34ACD422-1E72-4688-AD34-C10DD86B3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267"/>
              <a:ext cx="26" cy="19"/>
            </a:xfrm>
            <a:custGeom>
              <a:avLst/>
              <a:gdLst>
                <a:gd name="T0" fmla="*/ 0 w 14"/>
                <a:gd name="T1" fmla="*/ 0 h 10"/>
                <a:gd name="T2" fmla="*/ 89 w 14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6" y="2"/>
                    <a:pt x="10" y="6"/>
                    <a:pt x="14" y="1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89" name="Freeform 2068">
              <a:extLst>
                <a:ext uri="{FF2B5EF4-FFF2-40B4-BE49-F238E27FC236}">
                  <a16:creationId xmlns:a16="http://schemas.microsoft.com/office/drawing/2014/main" id="{335C4AB6-59FC-45B2-9AB4-8BD226509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222"/>
              <a:ext cx="52" cy="70"/>
            </a:xfrm>
            <a:custGeom>
              <a:avLst/>
              <a:gdLst>
                <a:gd name="T0" fmla="*/ 0 w 28"/>
                <a:gd name="T1" fmla="*/ 0 h 37"/>
                <a:gd name="T2" fmla="*/ 97 w 28"/>
                <a:gd name="T3" fmla="*/ 53 h 37"/>
                <a:gd name="T4" fmla="*/ 156 w 28"/>
                <a:gd name="T5" fmla="*/ 161 h 37"/>
                <a:gd name="T6" fmla="*/ 180 w 28"/>
                <a:gd name="T7" fmla="*/ 25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7">
                  <a:moveTo>
                    <a:pt x="0" y="0"/>
                  </a:moveTo>
                  <a:cubicBezTo>
                    <a:pt x="6" y="3"/>
                    <a:pt x="10" y="4"/>
                    <a:pt x="15" y="8"/>
                  </a:cubicBezTo>
                  <a:cubicBezTo>
                    <a:pt x="19" y="13"/>
                    <a:pt x="22" y="18"/>
                    <a:pt x="24" y="24"/>
                  </a:cubicBezTo>
                  <a:cubicBezTo>
                    <a:pt x="25" y="27"/>
                    <a:pt x="27" y="36"/>
                    <a:pt x="28" y="3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90" name="Freeform 2069">
              <a:extLst>
                <a:ext uri="{FF2B5EF4-FFF2-40B4-BE49-F238E27FC236}">
                  <a16:creationId xmlns:a16="http://schemas.microsoft.com/office/drawing/2014/main" id="{6FB02CA0-F521-4311-9523-2A11F4B58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3273"/>
              <a:ext cx="24" cy="58"/>
            </a:xfrm>
            <a:custGeom>
              <a:avLst/>
              <a:gdLst>
                <a:gd name="T0" fmla="*/ 20 w 13"/>
                <a:gd name="T1" fmla="*/ 204 h 31"/>
                <a:gd name="T2" fmla="*/ 7 w 13"/>
                <a:gd name="T3" fmla="*/ 84 h 31"/>
                <a:gd name="T4" fmla="*/ 20 w 13"/>
                <a:gd name="T5" fmla="*/ 0 h 31"/>
                <a:gd name="T6" fmla="*/ 57 w 13"/>
                <a:gd name="T7" fmla="*/ 60 h 31"/>
                <a:gd name="T8" fmla="*/ 81 w 13"/>
                <a:gd name="T9" fmla="*/ 12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3" y="31"/>
                  </a:moveTo>
                  <a:cubicBezTo>
                    <a:pt x="2" y="25"/>
                    <a:pt x="0" y="20"/>
                    <a:pt x="1" y="13"/>
                  </a:cubicBezTo>
                  <a:cubicBezTo>
                    <a:pt x="2" y="9"/>
                    <a:pt x="4" y="4"/>
                    <a:pt x="3" y="0"/>
                  </a:cubicBezTo>
                  <a:cubicBezTo>
                    <a:pt x="4" y="4"/>
                    <a:pt x="7" y="6"/>
                    <a:pt x="9" y="9"/>
                  </a:cubicBezTo>
                  <a:cubicBezTo>
                    <a:pt x="11" y="12"/>
                    <a:pt x="12" y="17"/>
                    <a:pt x="13" y="1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91" name="Freeform 2070">
              <a:extLst>
                <a:ext uri="{FF2B5EF4-FFF2-40B4-BE49-F238E27FC236}">
                  <a16:creationId xmlns:a16="http://schemas.microsoft.com/office/drawing/2014/main" id="{009223D6-102D-4BB1-A333-4EB953A39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241"/>
              <a:ext cx="53" cy="77"/>
            </a:xfrm>
            <a:custGeom>
              <a:avLst/>
              <a:gdLst>
                <a:gd name="T0" fmla="*/ 189 w 28"/>
                <a:gd name="T1" fmla="*/ 272 h 41"/>
                <a:gd name="T2" fmla="*/ 100 w 28"/>
                <a:gd name="T3" fmla="*/ 100 h 41"/>
                <a:gd name="T4" fmla="*/ 0 w 2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1">
                  <a:moveTo>
                    <a:pt x="28" y="41"/>
                  </a:moveTo>
                  <a:cubicBezTo>
                    <a:pt x="27" y="29"/>
                    <a:pt x="23" y="23"/>
                    <a:pt x="15" y="15"/>
                  </a:cubicBezTo>
                  <a:cubicBezTo>
                    <a:pt x="10" y="10"/>
                    <a:pt x="6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92" name="Freeform 2071">
              <a:extLst>
                <a:ext uri="{FF2B5EF4-FFF2-40B4-BE49-F238E27FC236}">
                  <a16:creationId xmlns:a16="http://schemas.microsoft.com/office/drawing/2014/main" id="{EB4ECF4B-6CEF-4BC7-9818-BD1EF1DAF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226"/>
              <a:ext cx="28" cy="11"/>
            </a:xfrm>
            <a:custGeom>
              <a:avLst/>
              <a:gdLst>
                <a:gd name="T0" fmla="*/ 0 w 15"/>
                <a:gd name="T1" fmla="*/ 13 h 6"/>
                <a:gd name="T2" fmla="*/ 97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4" y="6"/>
                    <a:pt x="11" y="3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93" name="Freeform 2072">
              <a:extLst>
                <a:ext uri="{FF2B5EF4-FFF2-40B4-BE49-F238E27FC236}">
                  <a16:creationId xmlns:a16="http://schemas.microsoft.com/office/drawing/2014/main" id="{1E21052B-120D-40E0-9162-E83D0FAFF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237"/>
              <a:ext cx="24" cy="40"/>
            </a:xfrm>
            <a:custGeom>
              <a:avLst/>
              <a:gdLst>
                <a:gd name="T0" fmla="*/ 0 w 13"/>
                <a:gd name="T1" fmla="*/ 0 h 21"/>
                <a:gd name="T2" fmla="*/ 81 w 13"/>
                <a:gd name="T3" fmla="*/ 1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7" y="7"/>
                    <a:pt x="10" y="13"/>
                    <a:pt x="13" y="2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94" name="Freeform 2073">
              <a:extLst>
                <a:ext uri="{FF2B5EF4-FFF2-40B4-BE49-F238E27FC236}">
                  <a16:creationId xmlns:a16="http://schemas.microsoft.com/office/drawing/2014/main" id="{AA24BEA9-E45F-4761-AD9A-9CE90DAA9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239"/>
              <a:ext cx="40" cy="68"/>
            </a:xfrm>
            <a:custGeom>
              <a:avLst/>
              <a:gdLst>
                <a:gd name="T0" fmla="*/ 0 w 21"/>
                <a:gd name="T1" fmla="*/ 0 h 36"/>
                <a:gd name="T2" fmla="*/ 131 w 21"/>
                <a:gd name="T3" fmla="*/ 144 h 36"/>
                <a:gd name="T4" fmla="*/ 145 w 21"/>
                <a:gd name="T5" fmla="*/ 24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6">
                  <a:moveTo>
                    <a:pt x="0" y="0"/>
                  </a:moveTo>
                  <a:cubicBezTo>
                    <a:pt x="8" y="7"/>
                    <a:pt x="15" y="9"/>
                    <a:pt x="19" y="21"/>
                  </a:cubicBezTo>
                  <a:cubicBezTo>
                    <a:pt x="20" y="26"/>
                    <a:pt x="20" y="31"/>
                    <a:pt x="21" y="3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95" name="Freeform 2074">
              <a:extLst>
                <a:ext uri="{FF2B5EF4-FFF2-40B4-BE49-F238E27FC236}">
                  <a16:creationId xmlns:a16="http://schemas.microsoft.com/office/drawing/2014/main" id="{24F1DBCF-D309-4EEA-A32B-04B69427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234"/>
              <a:ext cx="33" cy="75"/>
            </a:xfrm>
            <a:custGeom>
              <a:avLst/>
              <a:gdLst>
                <a:gd name="T0" fmla="*/ 112 w 18"/>
                <a:gd name="T1" fmla="*/ 249 h 40"/>
                <a:gd name="T2" fmla="*/ 68 w 18"/>
                <a:gd name="T3" fmla="*/ 144 h 40"/>
                <a:gd name="T4" fmla="*/ 0 w 18"/>
                <a:gd name="T5" fmla="*/ 0 h 40"/>
                <a:gd name="T6" fmla="*/ 31 w 18"/>
                <a:gd name="T7" fmla="*/ 165 h 40"/>
                <a:gd name="T8" fmla="*/ 7 w 18"/>
                <a:gd name="T9" fmla="*/ 26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0">
                  <a:moveTo>
                    <a:pt x="18" y="38"/>
                  </a:moveTo>
                  <a:cubicBezTo>
                    <a:pt x="17" y="32"/>
                    <a:pt x="13" y="27"/>
                    <a:pt x="11" y="22"/>
                  </a:cubicBezTo>
                  <a:cubicBezTo>
                    <a:pt x="8" y="14"/>
                    <a:pt x="5" y="7"/>
                    <a:pt x="0" y="0"/>
                  </a:cubicBezTo>
                  <a:cubicBezTo>
                    <a:pt x="3" y="9"/>
                    <a:pt x="6" y="16"/>
                    <a:pt x="5" y="25"/>
                  </a:cubicBezTo>
                  <a:cubicBezTo>
                    <a:pt x="4" y="30"/>
                    <a:pt x="2" y="35"/>
                    <a:pt x="1" y="4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96" name="Freeform 2075">
              <a:extLst>
                <a:ext uri="{FF2B5EF4-FFF2-40B4-BE49-F238E27FC236}">
                  <a16:creationId xmlns:a16="http://schemas.microsoft.com/office/drawing/2014/main" id="{BBDF6B92-DE8E-4650-8DFC-B06CC55E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3196"/>
              <a:ext cx="30" cy="60"/>
            </a:xfrm>
            <a:custGeom>
              <a:avLst/>
              <a:gdLst>
                <a:gd name="T0" fmla="*/ 60 w 16"/>
                <a:gd name="T1" fmla="*/ 212 h 32"/>
                <a:gd name="T2" fmla="*/ 0 w 16"/>
                <a:gd name="T3" fmla="*/ 0 h 32"/>
                <a:gd name="T4" fmla="*/ 73 w 16"/>
                <a:gd name="T5" fmla="*/ 73 h 32"/>
                <a:gd name="T6" fmla="*/ 105 w 16"/>
                <a:gd name="T7" fmla="*/ 13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9" y="32"/>
                  </a:moveTo>
                  <a:cubicBezTo>
                    <a:pt x="4" y="22"/>
                    <a:pt x="4" y="11"/>
                    <a:pt x="0" y="0"/>
                  </a:cubicBezTo>
                  <a:cubicBezTo>
                    <a:pt x="3" y="4"/>
                    <a:pt x="8" y="6"/>
                    <a:pt x="11" y="11"/>
                  </a:cubicBezTo>
                  <a:cubicBezTo>
                    <a:pt x="13" y="14"/>
                    <a:pt x="15" y="18"/>
                    <a:pt x="16" y="21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97" name="Freeform 2076">
              <a:extLst>
                <a:ext uri="{FF2B5EF4-FFF2-40B4-BE49-F238E27FC236}">
                  <a16:creationId xmlns:a16="http://schemas.microsoft.com/office/drawing/2014/main" id="{8ACA4D6E-7F16-4104-977E-5A7048A4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951"/>
              <a:ext cx="80" cy="73"/>
            </a:xfrm>
            <a:custGeom>
              <a:avLst/>
              <a:gdLst>
                <a:gd name="T0" fmla="*/ 0 w 43"/>
                <a:gd name="T1" fmla="*/ 0 h 39"/>
                <a:gd name="T2" fmla="*/ 112 w 43"/>
                <a:gd name="T3" fmla="*/ 24 h 39"/>
                <a:gd name="T4" fmla="*/ 225 w 43"/>
                <a:gd name="T5" fmla="*/ 137 h 39"/>
                <a:gd name="T6" fmla="*/ 277 w 43"/>
                <a:gd name="T7" fmla="*/ 25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9">
                  <a:moveTo>
                    <a:pt x="0" y="0"/>
                  </a:moveTo>
                  <a:cubicBezTo>
                    <a:pt x="6" y="1"/>
                    <a:pt x="12" y="1"/>
                    <a:pt x="17" y="4"/>
                  </a:cubicBezTo>
                  <a:cubicBezTo>
                    <a:pt x="25" y="7"/>
                    <a:pt x="30" y="15"/>
                    <a:pt x="35" y="21"/>
                  </a:cubicBezTo>
                  <a:cubicBezTo>
                    <a:pt x="38" y="26"/>
                    <a:pt x="43" y="34"/>
                    <a:pt x="43" y="3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98" name="Freeform 2077">
              <a:extLst>
                <a:ext uri="{FF2B5EF4-FFF2-40B4-BE49-F238E27FC236}">
                  <a16:creationId xmlns:a16="http://schemas.microsoft.com/office/drawing/2014/main" id="{81C839D5-BAB3-49B7-B2D1-9D5EA689C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009"/>
              <a:ext cx="71" cy="79"/>
            </a:xfrm>
            <a:custGeom>
              <a:avLst/>
              <a:gdLst>
                <a:gd name="T0" fmla="*/ 0 w 38"/>
                <a:gd name="T1" fmla="*/ 0 h 42"/>
                <a:gd name="T2" fmla="*/ 189 w 38"/>
                <a:gd name="T3" fmla="*/ 120 h 42"/>
                <a:gd name="T4" fmla="*/ 249 w 38"/>
                <a:gd name="T5" fmla="*/ 28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2">
                  <a:moveTo>
                    <a:pt x="0" y="0"/>
                  </a:moveTo>
                  <a:cubicBezTo>
                    <a:pt x="10" y="8"/>
                    <a:pt x="22" y="7"/>
                    <a:pt x="29" y="18"/>
                  </a:cubicBezTo>
                  <a:cubicBezTo>
                    <a:pt x="32" y="24"/>
                    <a:pt x="38" y="35"/>
                    <a:pt x="38" y="4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99" name="Freeform 2078">
              <a:extLst>
                <a:ext uri="{FF2B5EF4-FFF2-40B4-BE49-F238E27FC236}">
                  <a16:creationId xmlns:a16="http://schemas.microsoft.com/office/drawing/2014/main" id="{DD782CB9-B068-4DF1-A0D6-63A2DE2B7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048"/>
              <a:ext cx="51" cy="85"/>
            </a:xfrm>
            <a:custGeom>
              <a:avLst/>
              <a:gdLst>
                <a:gd name="T0" fmla="*/ 0 w 27"/>
                <a:gd name="T1" fmla="*/ 0 h 45"/>
                <a:gd name="T2" fmla="*/ 181 w 27"/>
                <a:gd name="T3" fmla="*/ 304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5">
                  <a:moveTo>
                    <a:pt x="0" y="0"/>
                  </a:moveTo>
                  <a:cubicBezTo>
                    <a:pt x="17" y="6"/>
                    <a:pt x="24" y="29"/>
                    <a:pt x="27" y="4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00" name="Freeform 2079">
              <a:extLst>
                <a:ext uri="{FF2B5EF4-FFF2-40B4-BE49-F238E27FC236}">
                  <a16:creationId xmlns:a16="http://schemas.microsoft.com/office/drawing/2014/main" id="{9A54B5BB-7F7B-4A3F-BCEB-A58C0DD14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133"/>
              <a:ext cx="77" cy="89"/>
            </a:xfrm>
            <a:custGeom>
              <a:avLst/>
              <a:gdLst>
                <a:gd name="T0" fmla="*/ 0 w 41"/>
                <a:gd name="T1" fmla="*/ 0 h 48"/>
                <a:gd name="T2" fmla="*/ 218 w 41"/>
                <a:gd name="T3" fmla="*/ 134 h 48"/>
                <a:gd name="T4" fmla="*/ 265 w 41"/>
                <a:gd name="T5" fmla="*/ 306 h 48"/>
                <a:gd name="T6" fmla="*/ 272 w 41"/>
                <a:gd name="T7" fmla="*/ 29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8">
                  <a:moveTo>
                    <a:pt x="0" y="0"/>
                  </a:moveTo>
                  <a:cubicBezTo>
                    <a:pt x="9" y="9"/>
                    <a:pt x="25" y="10"/>
                    <a:pt x="33" y="21"/>
                  </a:cubicBezTo>
                  <a:cubicBezTo>
                    <a:pt x="38" y="28"/>
                    <a:pt x="40" y="40"/>
                    <a:pt x="40" y="48"/>
                  </a:cubicBezTo>
                  <a:cubicBezTo>
                    <a:pt x="41" y="47"/>
                    <a:pt x="41" y="47"/>
                    <a:pt x="41" y="46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01" name="Freeform 2080">
              <a:extLst>
                <a:ext uri="{FF2B5EF4-FFF2-40B4-BE49-F238E27FC236}">
                  <a16:creationId xmlns:a16="http://schemas.microsoft.com/office/drawing/2014/main" id="{C884895F-13DF-437D-9449-749FF0DF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3159"/>
              <a:ext cx="32" cy="41"/>
            </a:xfrm>
            <a:custGeom>
              <a:avLst/>
              <a:gdLst>
                <a:gd name="T0" fmla="*/ 21 w 17"/>
                <a:gd name="T1" fmla="*/ 84 h 22"/>
                <a:gd name="T2" fmla="*/ 0 w 17"/>
                <a:gd name="T3" fmla="*/ 0 h 22"/>
                <a:gd name="T4" fmla="*/ 113 w 17"/>
                <a:gd name="T5" fmla="*/ 14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3" y="13"/>
                  </a:moveTo>
                  <a:cubicBezTo>
                    <a:pt x="2" y="9"/>
                    <a:pt x="1" y="4"/>
                    <a:pt x="0" y="0"/>
                  </a:cubicBezTo>
                  <a:cubicBezTo>
                    <a:pt x="6" y="5"/>
                    <a:pt x="17" y="13"/>
                    <a:pt x="17" y="2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02" name="Freeform 2081">
              <a:extLst>
                <a:ext uri="{FF2B5EF4-FFF2-40B4-BE49-F238E27FC236}">
                  <a16:creationId xmlns:a16="http://schemas.microsoft.com/office/drawing/2014/main" id="{1CF17ED5-FE01-4171-9099-9EE5E5115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095"/>
              <a:ext cx="52" cy="66"/>
            </a:xfrm>
            <a:custGeom>
              <a:avLst/>
              <a:gdLst>
                <a:gd name="T0" fmla="*/ 180 w 28"/>
                <a:gd name="T1" fmla="*/ 234 h 35"/>
                <a:gd name="T2" fmla="*/ 104 w 28"/>
                <a:gd name="T3" fmla="*/ 107 h 35"/>
                <a:gd name="T4" fmla="*/ 0 w 28"/>
                <a:gd name="T5" fmla="*/ 0 h 35"/>
                <a:gd name="T6" fmla="*/ 69 w 28"/>
                <a:gd name="T7" fmla="*/ 18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5">
                  <a:moveTo>
                    <a:pt x="28" y="35"/>
                  </a:moveTo>
                  <a:cubicBezTo>
                    <a:pt x="24" y="29"/>
                    <a:pt x="20" y="22"/>
                    <a:pt x="16" y="16"/>
                  </a:cubicBezTo>
                  <a:cubicBezTo>
                    <a:pt x="11" y="10"/>
                    <a:pt x="5" y="5"/>
                    <a:pt x="0" y="0"/>
                  </a:cubicBezTo>
                  <a:cubicBezTo>
                    <a:pt x="7" y="7"/>
                    <a:pt x="8" y="18"/>
                    <a:pt x="11" y="27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03" name="Freeform 2082">
              <a:extLst>
                <a:ext uri="{FF2B5EF4-FFF2-40B4-BE49-F238E27FC236}">
                  <a16:creationId xmlns:a16="http://schemas.microsoft.com/office/drawing/2014/main" id="{70BFD166-8694-4488-AD40-CA58D0402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073"/>
              <a:ext cx="34" cy="24"/>
            </a:xfrm>
            <a:custGeom>
              <a:avLst/>
              <a:gdLst>
                <a:gd name="T0" fmla="*/ 121 w 18"/>
                <a:gd name="T1" fmla="*/ 81 h 13"/>
                <a:gd name="T2" fmla="*/ 0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3"/>
                  </a:moveTo>
                  <a:cubicBezTo>
                    <a:pt x="13" y="8"/>
                    <a:pt x="6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04" name="Freeform 2083">
              <a:extLst>
                <a:ext uri="{FF2B5EF4-FFF2-40B4-BE49-F238E27FC236}">
                  <a16:creationId xmlns:a16="http://schemas.microsoft.com/office/drawing/2014/main" id="{E38C5EDE-8232-4D82-9D20-4F6C78E66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030"/>
              <a:ext cx="83" cy="65"/>
            </a:xfrm>
            <a:custGeom>
              <a:avLst/>
              <a:gdLst>
                <a:gd name="T0" fmla="*/ 0 w 44"/>
                <a:gd name="T1" fmla="*/ 0 h 35"/>
                <a:gd name="T2" fmla="*/ 136 w 44"/>
                <a:gd name="T3" fmla="*/ 32 h 35"/>
                <a:gd name="T4" fmla="*/ 206 w 44"/>
                <a:gd name="T5" fmla="*/ 113 h 35"/>
                <a:gd name="T6" fmla="*/ 296 w 44"/>
                <a:gd name="T7" fmla="*/ 22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5">
                  <a:moveTo>
                    <a:pt x="0" y="0"/>
                  </a:moveTo>
                  <a:cubicBezTo>
                    <a:pt x="8" y="1"/>
                    <a:pt x="13" y="0"/>
                    <a:pt x="20" y="5"/>
                  </a:cubicBezTo>
                  <a:cubicBezTo>
                    <a:pt x="25" y="9"/>
                    <a:pt x="27" y="14"/>
                    <a:pt x="31" y="18"/>
                  </a:cubicBezTo>
                  <a:cubicBezTo>
                    <a:pt x="35" y="24"/>
                    <a:pt x="40" y="29"/>
                    <a:pt x="44" y="35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05" name="Freeform 2084">
              <a:extLst>
                <a:ext uri="{FF2B5EF4-FFF2-40B4-BE49-F238E27FC236}">
                  <a16:creationId xmlns:a16="http://schemas.microsoft.com/office/drawing/2014/main" id="{CCC29752-CF74-46B1-B324-4756175F1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970"/>
              <a:ext cx="77" cy="62"/>
            </a:xfrm>
            <a:custGeom>
              <a:avLst/>
              <a:gdLst>
                <a:gd name="T0" fmla="*/ 0 w 41"/>
                <a:gd name="T1" fmla="*/ 0 h 33"/>
                <a:gd name="T2" fmla="*/ 92 w 41"/>
                <a:gd name="T3" fmla="*/ 45 h 33"/>
                <a:gd name="T4" fmla="*/ 190 w 41"/>
                <a:gd name="T5" fmla="*/ 128 h 33"/>
                <a:gd name="T6" fmla="*/ 272 w 41"/>
                <a:gd name="T7" fmla="*/ 21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3">
                  <a:moveTo>
                    <a:pt x="0" y="0"/>
                  </a:moveTo>
                  <a:cubicBezTo>
                    <a:pt x="3" y="3"/>
                    <a:pt x="10" y="5"/>
                    <a:pt x="14" y="7"/>
                  </a:cubicBezTo>
                  <a:cubicBezTo>
                    <a:pt x="20" y="10"/>
                    <a:pt x="25" y="14"/>
                    <a:pt x="29" y="19"/>
                  </a:cubicBezTo>
                  <a:cubicBezTo>
                    <a:pt x="33" y="23"/>
                    <a:pt x="39" y="28"/>
                    <a:pt x="41" y="3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06" name="Freeform 2085">
              <a:extLst>
                <a:ext uri="{FF2B5EF4-FFF2-40B4-BE49-F238E27FC236}">
                  <a16:creationId xmlns:a16="http://schemas.microsoft.com/office/drawing/2014/main" id="{3D31FB99-41CC-4BF2-B0E0-6881F9EFA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912"/>
              <a:ext cx="71" cy="54"/>
            </a:xfrm>
            <a:custGeom>
              <a:avLst/>
              <a:gdLst>
                <a:gd name="T0" fmla="*/ 0 w 38"/>
                <a:gd name="T1" fmla="*/ 0 h 29"/>
                <a:gd name="T2" fmla="*/ 92 w 38"/>
                <a:gd name="T3" fmla="*/ 32 h 29"/>
                <a:gd name="T4" fmla="*/ 189 w 38"/>
                <a:gd name="T5" fmla="*/ 89 h 29"/>
                <a:gd name="T6" fmla="*/ 249 w 38"/>
                <a:gd name="T7" fmla="*/ 18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9">
                  <a:moveTo>
                    <a:pt x="0" y="0"/>
                  </a:moveTo>
                  <a:cubicBezTo>
                    <a:pt x="6" y="2"/>
                    <a:pt x="9" y="2"/>
                    <a:pt x="14" y="5"/>
                  </a:cubicBezTo>
                  <a:cubicBezTo>
                    <a:pt x="20" y="7"/>
                    <a:pt x="25" y="10"/>
                    <a:pt x="29" y="14"/>
                  </a:cubicBezTo>
                  <a:cubicBezTo>
                    <a:pt x="33" y="19"/>
                    <a:pt x="35" y="24"/>
                    <a:pt x="38" y="29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07" name="Freeform 2086">
              <a:extLst>
                <a:ext uri="{FF2B5EF4-FFF2-40B4-BE49-F238E27FC236}">
                  <a16:creationId xmlns:a16="http://schemas.microsoft.com/office/drawing/2014/main" id="{C20B1BA6-420F-4CD1-971B-A363BAF4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942"/>
              <a:ext cx="73" cy="60"/>
            </a:xfrm>
            <a:custGeom>
              <a:avLst/>
              <a:gdLst>
                <a:gd name="T0" fmla="*/ 0 w 39"/>
                <a:gd name="T1" fmla="*/ 0 h 32"/>
                <a:gd name="T2" fmla="*/ 256 w 39"/>
                <a:gd name="T3" fmla="*/ 21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0" y="0"/>
                  </a:moveTo>
                  <a:cubicBezTo>
                    <a:pt x="14" y="3"/>
                    <a:pt x="36" y="16"/>
                    <a:pt x="39" y="32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08" name="Freeform 2087">
              <a:extLst>
                <a:ext uri="{FF2B5EF4-FFF2-40B4-BE49-F238E27FC236}">
                  <a16:creationId xmlns:a16="http://schemas.microsoft.com/office/drawing/2014/main" id="{ECC43EC5-248E-4219-88EB-5A245ABB0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988"/>
              <a:ext cx="47" cy="44"/>
            </a:xfrm>
            <a:custGeom>
              <a:avLst/>
              <a:gdLst>
                <a:gd name="T0" fmla="*/ 0 w 25"/>
                <a:gd name="T1" fmla="*/ 0 h 23"/>
                <a:gd name="T2" fmla="*/ 160 w 25"/>
                <a:gd name="T3" fmla="*/ 16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3">
                  <a:moveTo>
                    <a:pt x="0" y="0"/>
                  </a:moveTo>
                  <a:cubicBezTo>
                    <a:pt x="6" y="3"/>
                    <a:pt x="25" y="18"/>
                    <a:pt x="24" y="23"/>
                  </a:cubicBezTo>
                </a:path>
              </a:pathLst>
            </a:custGeom>
            <a:noFill/>
            <a:ln w="476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09" name="Freeform 2088">
              <a:extLst>
                <a:ext uri="{FF2B5EF4-FFF2-40B4-BE49-F238E27FC236}">
                  <a16:creationId xmlns:a16="http://schemas.microsoft.com/office/drawing/2014/main" id="{F9E04FC6-5E49-48DC-8D60-9E37E0ED3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726"/>
              <a:ext cx="32" cy="39"/>
            </a:xfrm>
            <a:custGeom>
              <a:avLst/>
              <a:gdLst>
                <a:gd name="T0" fmla="*/ 0 w 17"/>
                <a:gd name="T1" fmla="*/ 0 h 21"/>
                <a:gd name="T2" fmla="*/ 113 w 17"/>
                <a:gd name="T3" fmla="*/ 134 h 21"/>
                <a:gd name="T4" fmla="*/ 81 w 17"/>
                <a:gd name="T5" fmla="*/ 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0" y="0"/>
                  </a:moveTo>
                  <a:cubicBezTo>
                    <a:pt x="4" y="10"/>
                    <a:pt x="10" y="14"/>
                    <a:pt x="17" y="21"/>
                  </a:cubicBezTo>
                  <a:cubicBezTo>
                    <a:pt x="13" y="14"/>
                    <a:pt x="14" y="8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10" name="Freeform 2089">
              <a:extLst>
                <a:ext uri="{FF2B5EF4-FFF2-40B4-BE49-F238E27FC236}">
                  <a16:creationId xmlns:a16="http://schemas.microsoft.com/office/drawing/2014/main" id="{D1300198-6F32-40FA-A13C-DAEB25654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726"/>
              <a:ext cx="28" cy="47"/>
            </a:xfrm>
            <a:custGeom>
              <a:avLst/>
              <a:gdLst>
                <a:gd name="T0" fmla="*/ 97 w 15"/>
                <a:gd name="T1" fmla="*/ 0 h 25"/>
                <a:gd name="T2" fmla="*/ 45 w 15"/>
                <a:gd name="T3" fmla="*/ 113 h 25"/>
                <a:gd name="T4" fmla="*/ 32 w 15"/>
                <a:gd name="T5" fmla="*/ 165 h 25"/>
                <a:gd name="T6" fmla="*/ 0 w 15"/>
                <a:gd name="T7" fmla="*/ 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15" y="6"/>
                    <a:pt x="9" y="11"/>
                    <a:pt x="7" y="17"/>
                  </a:cubicBezTo>
                  <a:cubicBezTo>
                    <a:pt x="6" y="20"/>
                    <a:pt x="6" y="22"/>
                    <a:pt x="5" y="25"/>
                  </a:cubicBezTo>
                  <a:cubicBezTo>
                    <a:pt x="3" y="17"/>
                    <a:pt x="2" y="9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11" name="Freeform 2090">
              <a:extLst>
                <a:ext uri="{FF2B5EF4-FFF2-40B4-BE49-F238E27FC236}">
                  <a16:creationId xmlns:a16="http://schemas.microsoft.com/office/drawing/2014/main" id="{4E11A71D-E8A3-4E38-BECA-676652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767"/>
              <a:ext cx="44" cy="77"/>
            </a:xfrm>
            <a:custGeom>
              <a:avLst/>
              <a:gdLst>
                <a:gd name="T0" fmla="*/ 0 w 24"/>
                <a:gd name="T1" fmla="*/ 32 h 41"/>
                <a:gd name="T2" fmla="*/ 149 w 24"/>
                <a:gd name="T3" fmla="*/ 272 h 41"/>
                <a:gd name="T4" fmla="*/ 7 w 24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1">
                  <a:moveTo>
                    <a:pt x="0" y="5"/>
                  </a:moveTo>
                  <a:cubicBezTo>
                    <a:pt x="1" y="21"/>
                    <a:pt x="11" y="32"/>
                    <a:pt x="24" y="41"/>
                  </a:cubicBezTo>
                  <a:cubicBezTo>
                    <a:pt x="12" y="28"/>
                    <a:pt x="15" y="9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12" name="Freeform 2091">
              <a:extLst>
                <a:ext uri="{FF2B5EF4-FFF2-40B4-BE49-F238E27FC236}">
                  <a16:creationId xmlns:a16="http://schemas.microsoft.com/office/drawing/2014/main" id="{7A9E26ED-AA30-4FB2-9DF9-0D69E389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842"/>
              <a:ext cx="88" cy="49"/>
            </a:xfrm>
            <a:custGeom>
              <a:avLst/>
              <a:gdLst>
                <a:gd name="T0" fmla="*/ 7 w 47"/>
                <a:gd name="T1" fmla="*/ 8 h 26"/>
                <a:gd name="T2" fmla="*/ 112 w 47"/>
                <a:gd name="T3" fmla="*/ 128 h 26"/>
                <a:gd name="T4" fmla="*/ 309 w 47"/>
                <a:gd name="T5" fmla="*/ 173 h 26"/>
                <a:gd name="T6" fmla="*/ 152 w 47"/>
                <a:gd name="T7" fmla="*/ 32 h 26"/>
                <a:gd name="T8" fmla="*/ 0 w 47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6">
                  <a:moveTo>
                    <a:pt x="1" y="1"/>
                  </a:moveTo>
                  <a:cubicBezTo>
                    <a:pt x="5" y="8"/>
                    <a:pt x="10" y="16"/>
                    <a:pt x="17" y="19"/>
                  </a:cubicBezTo>
                  <a:cubicBezTo>
                    <a:pt x="26" y="24"/>
                    <a:pt x="39" y="21"/>
                    <a:pt x="47" y="26"/>
                  </a:cubicBezTo>
                  <a:cubicBezTo>
                    <a:pt x="39" y="20"/>
                    <a:pt x="32" y="11"/>
                    <a:pt x="23" y="5"/>
                  </a:cubicBezTo>
                  <a:cubicBezTo>
                    <a:pt x="16" y="1"/>
                    <a:pt x="8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13" name="Freeform 2092">
              <a:extLst>
                <a:ext uri="{FF2B5EF4-FFF2-40B4-BE49-F238E27FC236}">
                  <a16:creationId xmlns:a16="http://schemas.microsoft.com/office/drawing/2014/main" id="{64006BB7-C704-4C44-B611-593805A1A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780"/>
              <a:ext cx="56" cy="68"/>
            </a:xfrm>
            <a:custGeom>
              <a:avLst/>
              <a:gdLst>
                <a:gd name="T0" fmla="*/ 0 w 30"/>
                <a:gd name="T1" fmla="*/ 0 h 36"/>
                <a:gd name="T2" fmla="*/ 65 w 30"/>
                <a:gd name="T3" fmla="*/ 32 h 36"/>
                <a:gd name="T4" fmla="*/ 144 w 30"/>
                <a:gd name="T5" fmla="*/ 149 h 36"/>
                <a:gd name="T6" fmla="*/ 196 w 30"/>
                <a:gd name="T7" fmla="*/ 24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cubicBezTo>
                    <a:pt x="2" y="3"/>
                    <a:pt x="6" y="3"/>
                    <a:pt x="10" y="5"/>
                  </a:cubicBezTo>
                  <a:cubicBezTo>
                    <a:pt x="17" y="9"/>
                    <a:pt x="19" y="15"/>
                    <a:pt x="22" y="22"/>
                  </a:cubicBezTo>
                  <a:cubicBezTo>
                    <a:pt x="24" y="27"/>
                    <a:pt x="28" y="31"/>
                    <a:pt x="30" y="3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14" name="Freeform 2093">
              <a:extLst>
                <a:ext uri="{FF2B5EF4-FFF2-40B4-BE49-F238E27FC236}">
                  <a16:creationId xmlns:a16="http://schemas.microsoft.com/office/drawing/2014/main" id="{9CD55A37-72C7-49DE-88B2-123A7FE8F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3747"/>
              <a:ext cx="48" cy="72"/>
            </a:xfrm>
            <a:custGeom>
              <a:avLst/>
              <a:gdLst>
                <a:gd name="T0" fmla="*/ 68 w 26"/>
                <a:gd name="T1" fmla="*/ 61 h 39"/>
                <a:gd name="T2" fmla="*/ 164 w 26"/>
                <a:gd name="T3" fmla="*/ 246 h 39"/>
                <a:gd name="T4" fmla="*/ 0 w 26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9">
                  <a:moveTo>
                    <a:pt x="11" y="10"/>
                  </a:moveTo>
                  <a:cubicBezTo>
                    <a:pt x="14" y="21"/>
                    <a:pt x="20" y="29"/>
                    <a:pt x="26" y="39"/>
                  </a:cubicBezTo>
                  <a:cubicBezTo>
                    <a:pt x="9" y="37"/>
                    <a:pt x="4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15" name="Freeform 2094">
              <a:extLst>
                <a:ext uri="{FF2B5EF4-FFF2-40B4-BE49-F238E27FC236}">
                  <a16:creationId xmlns:a16="http://schemas.microsoft.com/office/drawing/2014/main" id="{334A5D39-B3B3-4E69-9E8A-09A98BDAD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818"/>
              <a:ext cx="64" cy="35"/>
            </a:xfrm>
            <a:custGeom>
              <a:avLst/>
              <a:gdLst>
                <a:gd name="T0" fmla="*/ 0 w 34"/>
                <a:gd name="T1" fmla="*/ 13 h 19"/>
                <a:gd name="T2" fmla="*/ 226 w 34"/>
                <a:gd name="T3" fmla="*/ 112 h 19"/>
                <a:gd name="T4" fmla="*/ 75 w 34"/>
                <a:gd name="T5" fmla="*/ 96 h 19"/>
                <a:gd name="T6" fmla="*/ 0 w 34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9">
                  <a:moveTo>
                    <a:pt x="0" y="2"/>
                  </a:moveTo>
                  <a:cubicBezTo>
                    <a:pt x="11" y="4"/>
                    <a:pt x="27" y="8"/>
                    <a:pt x="34" y="18"/>
                  </a:cubicBezTo>
                  <a:cubicBezTo>
                    <a:pt x="27" y="15"/>
                    <a:pt x="19" y="19"/>
                    <a:pt x="11" y="15"/>
                  </a:cubicBezTo>
                  <a:cubicBezTo>
                    <a:pt x="5" y="11"/>
                    <a:pt x="5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16" name="Freeform 2095">
              <a:extLst>
                <a:ext uri="{FF2B5EF4-FFF2-40B4-BE49-F238E27FC236}">
                  <a16:creationId xmlns:a16="http://schemas.microsoft.com/office/drawing/2014/main" id="{53F339B8-6A2D-41D9-B62F-830F3FBAE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848"/>
              <a:ext cx="73" cy="26"/>
            </a:xfrm>
            <a:custGeom>
              <a:avLst/>
              <a:gdLst>
                <a:gd name="T0" fmla="*/ 0 w 39"/>
                <a:gd name="T1" fmla="*/ 0 h 14"/>
                <a:gd name="T2" fmla="*/ 112 w 39"/>
                <a:gd name="T3" fmla="*/ 32 h 14"/>
                <a:gd name="T4" fmla="*/ 256 w 39"/>
                <a:gd name="T5" fmla="*/ 52 h 14"/>
                <a:gd name="T6" fmla="*/ 125 w 39"/>
                <a:gd name="T7" fmla="*/ 76 h 14"/>
                <a:gd name="T8" fmla="*/ 39 w 39"/>
                <a:gd name="T9" fmla="*/ 45 h 14"/>
                <a:gd name="T10" fmla="*/ 0 w 39"/>
                <a:gd name="T11" fmla="*/ 1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4">
                  <a:moveTo>
                    <a:pt x="0" y="0"/>
                  </a:moveTo>
                  <a:cubicBezTo>
                    <a:pt x="7" y="0"/>
                    <a:pt x="10" y="3"/>
                    <a:pt x="17" y="5"/>
                  </a:cubicBezTo>
                  <a:cubicBezTo>
                    <a:pt x="23" y="7"/>
                    <a:pt x="32" y="8"/>
                    <a:pt x="39" y="8"/>
                  </a:cubicBezTo>
                  <a:cubicBezTo>
                    <a:pt x="31" y="11"/>
                    <a:pt x="28" y="14"/>
                    <a:pt x="19" y="12"/>
                  </a:cubicBezTo>
                  <a:cubicBezTo>
                    <a:pt x="14" y="12"/>
                    <a:pt x="10" y="10"/>
                    <a:pt x="6" y="7"/>
                  </a:cubicBezTo>
                  <a:cubicBezTo>
                    <a:pt x="4" y="5"/>
                    <a:pt x="3" y="3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17" name="Freeform 2096">
              <a:extLst>
                <a:ext uri="{FF2B5EF4-FFF2-40B4-BE49-F238E27FC236}">
                  <a16:creationId xmlns:a16="http://schemas.microsoft.com/office/drawing/2014/main" id="{B273C328-8667-481B-8D1C-E442B6F7B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765"/>
              <a:ext cx="37" cy="56"/>
            </a:xfrm>
            <a:custGeom>
              <a:avLst/>
              <a:gdLst>
                <a:gd name="T0" fmla="*/ 81 w 20"/>
                <a:gd name="T1" fmla="*/ 0 h 30"/>
                <a:gd name="T2" fmla="*/ 0 w 20"/>
                <a:gd name="T3" fmla="*/ 196 h 30"/>
                <a:gd name="T4" fmla="*/ 89 w 2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13" y="0"/>
                  </a:moveTo>
                  <a:cubicBezTo>
                    <a:pt x="5" y="7"/>
                    <a:pt x="3" y="20"/>
                    <a:pt x="0" y="30"/>
                  </a:cubicBezTo>
                  <a:cubicBezTo>
                    <a:pt x="8" y="22"/>
                    <a:pt x="20" y="12"/>
                    <a:pt x="14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18" name="Freeform 2097">
              <a:extLst>
                <a:ext uri="{FF2B5EF4-FFF2-40B4-BE49-F238E27FC236}">
                  <a16:creationId xmlns:a16="http://schemas.microsoft.com/office/drawing/2014/main" id="{06029F5C-DED1-4383-8384-1C7147C12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765"/>
              <a:ext cx="37" cy="56"/>
            </a:xfrm>
            <a:custGeom>
              <a:avLst/>
              <a:gdLst>
                <a:gd name="T0" fmla="*/ 81 w 20"/>
                <a:gd name="T1" fmla="*/ 0 h 30"/>
                <a:gd name="T2" fmla="*/ 0 w 20"/>
                <a:gd name="T3" fmla="*/ 196 h 30"/>
                <a:gd name="T4" fmla="*/ 89 w 2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13" y="0"/>
                  </a:moveTo>
                  <a:cubicBezTo>
                    <a:pt x="5" y="7"/>
                    <a:pt x="3" y="20"/>
                    <a:pt x="0" y="30"/>
                  </a:cubicBezTo>
                  <a:cubicBezTo>
                    <a:pt x="8" y="22"/>
                    <a:pt x="20" y="12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19" name="Freeform 2098">
              <a:extLst>
                <a:ext uri="{FF2B5EF4-FFF2-40B4-BE49-F238E27FC236}">
                  <a16:creationId xmlns:a16="http://schemas.microsoft.com/office/drawing/2014/main" id="{B77F00A1-15C1-49A9-BA27-BF311191C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724"/>
              <a:ext cx="23" cy="34"/>
            </a:xfrm>
            <a:custGeom>
              <a:avLst/>
              <a:gdLst>
                <a:gd name="T0" fmla="*/ 15 w 12"/>
                <a:gd name="T1" fmla="*/ 0 h 18"/>
                <a:gd name="T2" fmla="*/ 69 w 12"/>
                <a:gd name="T3" fmla="*/ 121 h 18"/>
                <a:gd name="T4" fmla="*/ 84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2" y="0"/>
                  </a:moveTo>
                  <a:cubicBezTo>
                    <a:pt x="0" y="7"/>
                    <a:pt x="6" y="14"/>
                    <a:pt x="10" y="18"/>
                  </a:cubicBezTo>
                  <a:cubicBezTo>
                    <a:pt x="11" y="12"/>
                    <a:pt x="10" y="6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20" name="Freeform 2099">
              <a:extLst>
                <a:ext uri="{FF2B5EF4-FFF2-40B4-BE49-F238E27FC236}">
                  <a16:creationId xmlns:a16="http://schemas.microsoft.com/office/drawing/2014/main" id="{52BD9BF5-BF43-4B64-8BC4-80EFEBE45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735"/>
              <a:ext cx="34" cy="83"/>
            </a:xfrm>
            <a:custGeom>
              <a:avLst/>
              <a:gdLst>
                <a:gd name="T0" fmla="*/ 76 w 18"/>
                <a:gd name="T1" fmla="*/ 0 h 44"/>
                <a:gd name="T2" fmla="*/ 0 w 18"/>
                <a:gd name="T3" fmla="*/ 296 h 44"/>
                <a:gd name="T4" fmla="*/ 113 w 18"/>
                <a:gd name="T5" fmla="*/ 8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4">
                  <a:moveTo>
                    <a:pt x="11" y="0"/>
                  </a:moveTo>
                  <a:cubicBezTo>
                    <a:pt x="2" y="13"/>
                    <a:pt x="13" y="32"/>
                    <a:pt x="0" y="44"/>
                  </a:cubicBezTo>
                  <a:cubicBezTo>
                    <a:pt x="11" y="39"/>
                    <a:pt x="18" y="23"/>
                    <a:pt x="17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21" name="Freeform 2100">
              <a:extLst>
                <a:ext uri="{FF2B5EF4-FFF2-40B4-BE49-F238E27FC236}">
                  <a16:creationId xmlns:a16="http://schemas.microsoft.com/office/drawing/2014/main" id="{FFFFA09D-6C4A-4A74-8F6A-519F55FEF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724"/>
              <a:ext cx="28" cy="30"/>
            </a:xfrm>
            <a:custGeom>
              <a:avLst/>
              <a:gdLst>
                <a:gd name="T0" fmla="*/ 97 w 15"/>
                <a:gd name="T1" fmla="*/ 0 h 16"/>
                <a:gd name="T2" fmla="*/ 0 w 15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2" y="6"/>
                    <a:pt x="4" y="11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22" name="Freeform 2101">
              <a:extLst>
                <a:ext uri="{FF2B5EF4-FFF2-40B4-BE49-F238E27FC236}">
                  <a16:creationId xmlns:a16="http://schemas.microsoft.com/office/drawing/2014/main" id="{CAEAA102-D024-47AB-8661-F606ADC4A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726"/>
              <a:ext cx="22" cy="60"/>
            </a:xfrm>
            <a:custGeom>
              <a:avLst/>
              <a:gdLst>
                <a:gd name="T0" fmla="*/ 0 w 12"/>
                <a:gd name="T1" fmla="*/ 0 h 32"/>
                <a:gd name="T2" fmla="*/ 24 w 12"/>
                <a:gd name="T3" fmla="*/ 113 h 32"/>
                <a:gd name="T4" fmla="*/ 24 w 12"/>
                <a:gd name="T5" fmla="*/ 212 h 32"/>
                <a:gd name="T6" fmla="*/ 73 w 12"/>
                <a:gd name="T7" fmla="*/ 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2">
                  <a:moveTo>
                    <a:pt x="0" y="0"/>
                  </a:moveTo>
                  <a:cubicBezTo>
                    <a:pt x="0" y="6"/>
                    <a:pt x="3" y="11"/>
                    <a:pt x="4" y="17"/>
                  </a:cubicBezTo>
                  <a:cubicBezTo>
                    <a:pt x="5" y="22"/>
                    <a:pt x="4" y="27"/>
                    <a:pt x="4" y="32"/>
                  </a:cubicBezTo>
                  <a:cubicBezTo>
                    <a:pt x="11" y="27"/>
                    <a:pt x="11" y="9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23" name="Freeform 2102">
              <a:extLst>
                <a:ext uri="{FF2B5EF4-FFF2-40B4-BE49-F238E27FC236}">
                  <a16:creationId xmlns:a16="http://schemas.microsoft.com/office/drawing/2014/main" id="{ADC1C879-3E91-409C-9373-E9785BE6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750"/>
              <a:ext cx="39" cy="92"/>
            </a:xfrm>
            <a:custGeom>
              <a:avLst/>
              <a:gdLst>
                <a:gd name="T0" fmla="*/ 121 w 21"/>
                <a:gd name="T1" fmla="*/ 120 h 49"/>
                <a:gd name="T2" fmla="*/ 0 w 21"/>
                <a:gd name="T3" fmla="*/ 325 h 49"/>
                <a:gd name="T4" fmla="*/ 52 w 21"/>
                <a:gd name="T5" fmla="*/ 120 h 49"/>
                <a:gd name="T6" fmla="*/ 113 w 21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9">
                  <a:moveTo>
                    <a:pt x="19" y="18"/>
                  </a:moveTo>
                  <a:cubicBezTo>
                    <a:pt x="21" y="29"/>
                    <a:pt x="8" y="43"/>
                    <a:pt x="0" y="49"/>
                  </a:cubicBezTo>
                  <a:cubicBezTo>
                    <a:pt x="5" y="40"/>
                    <a:pt x="3" y="28"/>
                    <a:pt x="8" y="18"/>
                  </a:cubicBezTo>
                  <a:cubicBezTo>
                    <a:pt x="10" y="13"/>
                    <a:pt x="14" y="4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24" name="Freeform 2103">
              <a:extLst>
                <a:ext uri="{FF2B5EF4-FFF2-40B4-BE49-F238E27FC236}">
                  <a16:creationId xmlns:a16="http://schemas.microsoft.com/office/drawing/2014/main" id="{23B0A1DC-3440-4369-9484-FB557D0E5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747"/>
              <a:ext cx="15" cy="74"/>
            </a:xfrm>
            <a:custGeom>
              <a:avLst/>
              <a:gdLst>
                <a:gd name="T0" fmla="*/ 53 w 8"/>
                <a:gd name="T1" fmla="*/ 0 h 40"/>
                <a:gd name="T2" fmla="*/ 45 w 8"/>
                <a:gd name="T3" fmla="*/ 25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0">
                  <a:moveTo>
                    <a:pt x="8" y="0"/>
                  </a:moveTo>
                  <a:cubicBezTo>
                    <a:pt x="0" y="13"/>
                    <a:pt x="4" y="26"/>
                    <a:pt x="7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25" name="Freeform 2104">
              <a:extLst>
                <a:ext uri="{FF2B5EF4-FFF2-40B4-BE49-F238E27FC236}">
                  <a16:creationId xmlns:a16="http://schemas.microsoft.com/office/drawing/2014/main" id="{E2CAB403-A90D-4E19-9E01-ADDB72E50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885"/>
              <a:ext cx="89" cy="34"/>
            </a:xfrm>
            <a:custGeom>
              <a:avLst/>
              <a:gdLst>
                <a:gd name="T0" fmla="*/ 0 w 48"/>
                <a:gd name="T1" fmla="*/ 0 h 18"/>
                <a:gd name="T2" fmla="*/ 306 w 48"/>
                <a:gd name="T3" fmla="*/ 76 h 18"/>
                <a:gd name="T4" fmla="*/ 172 w 48"/>
                <a:gd name="T5" fmla="*/ 40 h 18"/>
                <a:gd name="T6" fmla="*/ 83 w 48"/>
                <a:gd name="T7" fmla="*/ 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8">
                  <a:moveTo>
                    <a:pt x="0" y="0"/>
                  </a:moveTo>
                  <a:cubicBezTo>
                    <a:pt x="8" y="14"/>
                    <a:pt x="35" y="18"/>
                    <a:pt x="48" y="11"/>
                  </a:cubicBezTo>
                  <a:cubicBezTo>
                    <a:pt x="39" y="12"/>
                    <a:pt x="34" y="9"/>
                    <a:pt x="27" y="6"/>
                  </a:cubicBezTo>
                  <a:cubicBezTo>
                    <a:pt x="23" y="4"/>
                    <a:pt x="17" y="3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26" name="Freeform 2105">
              <a:extLst>
                <a:ext uri="{FF2B5EF4-FFF2-40B4-BE49-F238E27FC236}">
                  <a16:creationId xmlns:a16="http://schemas.microsoft.com/office/drawing/2014/main" id="{66C8E31E-EF8B-44FA-9A0E-76BC2CA16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892"/>
              <a:ext cx="92" cy="30"/>
            </a:xfrm>
            <a:custGeom>
              <a:avLst/>
              <a:gdLst>
                <a:gd name="T0" fmla="*/ 0 w 49"/>
                <a:gd name="T1" fmla="*/ 68 h 16"/>
                <a:gd name="T2" fmla="*/ 158 w 49"/>
                <a:gd name="T3" fmla="*/ 84 h 16"/>
                <a:gd name="T4" fmla="*/ 325 w 49"/>
                <a:gd name="T5" fmla="*/ 15 h 16"/>
                <a:gd name="T6" fmla="*/ 32 w 49"/>
                <a:gd name="T7" fmla="*/ 3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6">
                  <a:moveTo>
                    <a:pt x="0" y="10"/>
                  </a:moveTo>
                  <a:cubicBezTo>
                    <a:pt x="4" y="16"/>
                    <a:pt x="18" y="14"/>
                    <a:pt x="24" y="13"/>
                  </a:cubicBezTo>
                  <a:cubicBezTo>
                    <a:pt x="34" y="12"/>
                    <a:pt x="42" y="9"/>
                    <a:pt x="49" y="2"/>
                  </a:cubicBezTo>
                  <a:cubicBezTo>
                    <a:pt x="35" y="7"/>
                    <a:pt x="20" y="0"/>
                    <a:pt x="5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27" name="Freeform 2106">
              <a:extLst>
                <a:ext uri="{FF2B5EF4-FFF2-40B4-BE49-F238E27FC236}">
                  <a16:creationId xmlns:a16="http://schemas.microsoft.com/office/drawing/2014/main" id="{C213D421-2DA7-471B-BB69-FB51D14CD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859"/>
              <a:ext cx="106" cy="47"/>
            </a:xfrm>
            <a:custGeom>
              <a:avLst/>
              <a:gdLst>
                <a:gd name="T0" fmla="*/ 136 w 57"/>
                <a:gd name="T1" fmla="*/ 133 h 25"/>
                <a:gd name="T2" fmla="*/ 366 w 57"/>
                <a:gd name="T3" fmla="*/ 0 h 25"/>
                <a:gd name="T4" fmla="*/ 160 w 57"/>
                <a:gd name="T5" fmla="*/ 45 h 25"/>
                <a:gd name="T6" fmla="*/ 0 w 57"/>
                <a:gd name="T7" fmla="*/ 14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5">
                  <a:moveTo>
                    <a:pt x="21" y="20"/>
                  </a:moveTo>
                  <a:cubicBezTo>
                    <a:pt x="34" y="25"/>
                    <a:pt x="51" y="11"/>
                    <a:pt x="57" y="0"/>
                  </a:cubicBezTo>
                  <a:cubicBezTo>
                    <a:pt x="46" y="5"/>
                    <a:pt x="35" y="3"/>
                    <a:pt x="25" y="7"/>
                  </a:cubicBezTo>
                  <a:cubicBezTo>
                    <a:pt x="16" y="10"/>
                    <a:pt x="7" y="16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28" name="Freeform 2107">
              <a:extLst>
                <a:ext uri="{FF2B5EF4-FFF2-40B4-BE49-F238E27FC236}">
                  <a16:creationId xmlns:a16="http://schemas.microsoft.com/office/drawing/2014/main" id="{6A6FF159-C8C1-408A-916F-2C75CCCBF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863"/>
              <a:ext cx="74" cy="41"/>
            </a:xfrm>
            <a:custGeom>
              <a:avLst/>
              <a:gdLst>
                <a:gd name="T0" fmla="*/ 0 w 40"/>
                <a:gd name="T1" fmla="*/ 0 h 22"/>
                <a:gd name="T2" fmla="*/ 68 w 40"/>
                <a:gd name="T3" fmla="*/ 13 h 22"/>
                <a:gd name="T4" fmla="*/ 178 w 40"/>
                <a:gd name="T5" fmla="*/ 65 h 22"/>
                <a:gd name="T6" fmla="*/ 253 w 40"/>
                <a:gd name="T7" fmla="*/ 14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2">
                  <a:moveTo>
                    <a:pt x="0" y="0"/>
                  </a:moveTo>
                  <a:cubicBezTo>
                    <a:pt x="3" y="2"/>
                    <a:pt x="7" y="1"/>
                    <a:pt x="11" y="2"/>
                  </a:cubicBezTo>
                  <a:cubicBezTo>
                    <a:pt x="16" y="4"/>
                    <a:pt x="24" y="6"/>
                    <a:pt x="28" y="10"/>
                  </a:cubicBezTo>
                  <a:cubicBezTo>
                    <a:pt x="32" y="13"/>
                    <a:pt x="36" y="19"/>
                    <a:pt x="40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29" name="Freeform 2108">
              <a:extLst>
                <a:ext uri="{FF2B5EF4-FFF2-40B4-BE49-F238E27FC236}">
                  <a16:creationId xmlns:a16="http://schemas.microsoft.com/office/drawing/2014/main" id="{94891EA8-66B4-4D62-B9BF-B5C544CD9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876"/>
              <a:ext cx="90" cy="16"/>
            </a:xfrm>
            <a:custGeom>
              <a:avLst/>
              <a:gdLst>
                <a:gd name="T0" fmla="*/ 0 w 48"/>
                <a:gd name="T1" fmla="*/ 0 h 9"/>
                <a:gd name="T2" fmla="*/ 317 w 48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">
                  <a:moveTo>
                    <a:pt x="0" y="0"/>
                  </a:moveTo>
                  <a:cubicBezTo>
                    <a:pt x="16" y="4"/>
                    <a:pt x="33" y="3"/>
                    <a:pt x="48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30" name="Freeform 2109">
              <a:extLst>
                <a:ext uri="{FF2B5EF4-FFF2-40B4-BE49-F238E27FC236}">
                  <a16:creationId xmlns:a16="http://schemas.microsoft.com/office/drawing/2014/main" id="{DFAF0249-79E7-4863-BD65-93C513999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848"/>
              <a:ext cx="30" cy="30"/>
            </a:xfrm>
            <a:custGeom>
              <a:avLst/>
              <a:gdLst>
                <a:gd name="T0" fmla="*/ 0 w 16"/>
                <a:gd name="T1" fmla="*/ 0 h 16"/>
                <a:gd name="T2" fmla="*/ 105 w 16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2" y="6"/>
                    <a:pt x="9" y="15"/>
                    <a:pt x="16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31" name="Freeform 2110">
              <a:extLst>
                <a:ext uri="{FF2B5EF4-FFF2-40B4-BE49-F238E27FC236}">
                  <a16:creationId xmlns:a16="http://schemas.microsoft.com/office/drawing/2014/main" id="{35612E9E-E3CB-44BD-AC11-45110ED69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874"/>
              <a:ext cx="23" cy="9"/>
            </a:xfrm>
            <a:custGeom>
              <a:avLst/>
              <a:gdLst>
                <a:gd name="T0" fmla="*/ 0 w 12"/>
                <a:gd name="T1" fmla="*/ 23 h 5"/>
                <a:gd name="T2" fmla="*/ 84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5" y="5"/>
                    <a:pt x="10" y="3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32" name="Freeform 2111">
              <a:extLst>
                <a:ext uri="{FF2B5EF4-FFF2-40B4-BE49-F238E27FC236}">
                  <a16:creationId xmlns:a16="http://schemas.microsoft.com/office/drawing/2014/main" id="{3F39AB6C-83F2-4137-A41A-7F376C21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3799"/>
              <a:ext cx="41" cy="17"/>
            </a:xfrm>
            <a:custGeom>
              <a:avLst/>
              <a:gdLst>
                <a:gd name="T0" fmla="*/ 0 w 22"/>
                <a:gd name="T1" fmla="*/ 0 h 9"/>
                <a:gd name="T2" fmla="*/ 142 w 22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9">
                  <a:moveTo>
                    <a:pt x="0" y="0"/>
                  </a:moveTo>
                  <a:cubicBezTo>
                    <a:pt x="5" y="5"/>
                    <a:pt x="17" y="8"/>
                    <a:pt x="22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33" name="Freeform 2112">
              <a:extLst>
                <a:ext uri="{FF2B5EF4-FFF2-40B4-BE49-F238E27FC236}">
                  <a16:creationId xmlns:a16="http://schemas.microsoft.com/office/drawing/2014/main" id="{3F3F7246-5AB2-43F1-8E19-631286343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730"/>
              <a:ext cx="21" cy="61"/>
            </a:xfrm>
            <a:custGeom>
              <a:avLst/>
              <a:gdLst>
                <a:gd name="T0" fmla="*/ 0 w 11"/>
                <a:gd name="T1" fmla="*/ 0 h 33"/>
                <a:gd name="T2" fmla="*/ 40 w 11"/>
                <a:gd name="T3" fmla="*/ 96 h 33"/>
                <a:gd name="T4" fmla="*/ 76 w 11"/>
                <a:gd name="T5" fmla="*/ 20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0" y="0"/>
                  </a:moveTo>
                  <a:cubicBezTo>
                    <a:pt x="1" y="6"/>
                    <a:pt x="3" y="10"/>
                    <a:pt x="6" y="15"/>
                  </a:cubicBezTo>
                  <a:cubicBezTo>
                    <a:pt x="9" y="22"/>
                    <a:pt x="9" y="26"/>
                    <a:pt x="11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34" name="Freeform 2113">
              <a:extLst>
                <a:ext uri="{FF2B5EF4-FFF2-40B4-BE49-F238E27FC236}">
                  <a16:creationId xmlns:a16="http://schemas.microsoft.com/office/drawing/2014/main" id="{0AAEF2C4-7E82-4F30-8D4D-8E3365EA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728"/>
              <a:ext cx="11" cy="26"/>
            </a:xfrm>
            <a:custGeom>
              <a:avLst/>
              <a:gdLst>
                <a:gd name="T0" fmla="*/ 37 w 6"/>
                <a:gd name="T1" fmla="*/ 0 h 14"/>
                <a:gd name="T2" fmla="*/ 0 w 6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4" y="5"/>
                    <a:pt x="4" y="12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35" name="Freeform 2114">
              <a:extLst>
                <a:ext uri="{FF2B5EF4-FFF2-40B4-BE49-F238E27FC236}">
                  <a16:creationId xmlns:a16="http://schemas.microsoft.com/office/drawing/2014/main" id="{33FADEF1-C244-4490-B72F-FD081A549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863"/>
              <a:ext cx="47" cy="7"/>
            </a:xfrm>
            <a:custGeom>
              <a:avLst/>
              <a:gdLst>
                <a:gd name="T0" fmla="*/ 0 w 25"/>
                <a:gd name="T1" fmla="*/ 0 h 4"/>
                <a:gd name="T2" fmla="*/ 165 w 25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0"/>
                  </a:moveTo>
                  <a:cubicBezTo>
                    <a:pt x="9" y="1"/>
                    <a:pt x="17" y="1"/>
                    <a:pt x="25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36" name="Freeform 2115">
              <a:extLst>
                <a:ext uri="{FF2B5EF4-FFF2-40B4-BE49-F238E27FC236}">
                  <a16:creationId xmlns:a16="http://schemas.microsoft.com/office/drawing/2014/main" id="{5E9DCE65-95B3-4BFC-B576-913BBA75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818"/>
              <a:ext cx="75" cy="45"/>
            </a:xfrm>
            <a:custGeom>
              <a:avLst/>
              <a:gdLst>
                <a:gd name="T0" fmla="*/ 0 w 40"/>
                <a:gd name="T1" fmla="*/ 158 h 24"/>
                <a:gd name="T2" fmla="*/ 189 w 40"/>
                <a:gd name="T3" fmla="*/ 32 h 24"/>
                <a:gd name="T4" fmla="*/ 264 w 4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0" y="24"/>
                  </a:moveTo>
                  <a:cubicBezTo>
                    <a:pt x="9" y="15"/>
                    <a:pt x="17" y="9"/>
                    <a:pt x="29" y="5"/>
                  </a:cubicBezTo>
                  <a:cubicBezTo>
                    <a:pt x="33" y="4"/>
                    <a:pt x="37" y="3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37" name="Freeform 2116">
              <a:extLst>
                <a:ext uri="{FF2B5EF4-FFF2-40B4-BE49-F238E27FC236}">
                  <a16:creationId xmlns:a16="http://schemas.microsoft.com/office/drawing/2014/main" id="{9910647D-FB26-461D-A158-BD07B558B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818"/>
              <a:ext cx="41" cy="48"/>
            </a:xfrm>
            <a:custGeom>
              <a:avLst/>
              <a:gdLst>
                <a:gd name="T0" fmla="*/ 0 w 22"/>
                <a:gd name="T1" fmla="*/ 164 h 26"/>
                <a:gd name="T2" fmla="*/ 142 w 2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0" y="26"/>
                  </a:moveTo>
                  <a:cubicBezTo>
                    <a:pt x="12" y="22"/>
                    <a:pt x="16" y="9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38" name="Freeform 2117">
              <a:extLst>
                <a:ext uri="{FF2B5EF4-FFF2-40B4-BE49-F238E27FC236}">
                  <a16:creationId xmlns:a16="http://schemas.microsoft.com/office/drawing/2014/main" id="{6D5CC41B-9A7C-489F-B075-F30B81321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797"/>
              <a:ext cx="58" cy="66"/>
            </a:xfrm>
            <a:custGeom>
              <a:avLst/>
              <a:gdLst>
                <a:gd name="T0" fmla="*/ 0 w 31"/>
                <a:gd name="T1" fmla="*/ 213 h 35"/>
                <a:gd name="T2" fmla="*/ 165 w 31"/>
                <a:gd name="T3" fmla="*/ 100 h 35"/>
                <a:gd name="T4" fmla="*/ 204 w 3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5">
                  <a:moveTo>
                    <a:pt x="0" y="32"/>
                  </a:moveTo>
                  <a:cubicBezTo>
                    <a:pt x="8" y="35"/>
                    <a:pt x="22" y="21"/>
                    <a:pt x="25" y="15"/>
                  </a:cubicBezTo>
                  <a:cubicBezTo>
                    <a:pt x="27" y="10"/>
                    <a:pt x="28" y="4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39" name="Freeform 2118">
              <a:extLst>
                <a:ext uri="{FF2B5EF4-FFF2-40B4-BE49-F238E27FC236}">
                  <a16:creationId xmlns:a16="http://schemas.microsoft.com/office/drawing/2014/main" id="{10302176-EBFB-496C-805C-8B98A45AD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840"/>
              <a:ext cx="23" cy="24"/>
            </a:xfrm>
            <a:custGeom>
              <a:avLst/>
              <a:gdLst>
                <a:gd name="T0" fmla="*/ 0 w 12"/>
                <a:gd name="T1" fmla="*/ 81 h 13"/>
                <a:gd name="T2" fmla="*/ 84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5" y="9"/>
                    <a:pt x="9" y="5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40" name="Freeform 2119">
              <a:extLst>
                <a:ext uri="{FF2B5EF4-FFF2-40B4-BE49-F238E27FC236}">
                  <a16:creationId xmlns:a16="http://schemas.microsoft.com/office/drawing/2014/main" id="{4F2999B7-FA61-4F72-81FD-6B483318B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819"/>
              <a:ext cx="30" cy="58"/>
            </a:xfrm>
            <a:custGeom>
              <a:avLst/>
              <a:gdLst>
                <a:gd name="T0" fmla="*/ 28 w 16"/>
                <a:gd name="T1" fmla="*/ 204 h 31"/>
                <a:gd name="T2" fmla="*/ 105 w 16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4" y="31"/>
                  </a:moveTo>
                  <a:cubicBezTo>
                    <a:pt x="0" y="15"/>
                    <a:pt x="4" y="8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41" name="Freeform 2120">
              <a:extLst>
                <a:ext uri="{FF2B5EF4-FFF2-40B4-BE49-F238E27FC236}">
                  <a16:creationId xmlns:a16="http://schemas.microsoft.com/office/drawing/2014/main" id="{40FE983F-A460-42E0-ADB3-474C4B3F7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772"/>
              <a:ext cx="33" cy="58"/>
            </a:xfrm>
            <a:custGeom>
              <a:avLst/>
              <a:gdLst>
                <a:gd name="T0" fmla="*/ 13 w 18"/>
                <a:gd name="T1" fmla="*/ 204 h 31"/>
                <a:gd name="T2" fmla="*/ 112 w 18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1">
                  <a:moveTo>
                    <a:pt x="2" y="31"/>
                  </a:moveTo>
                  <a:cubicBezTo>
                    <a:pt x="2" y="18"/>
                    <a:pt x="0" y="0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42" name="Freeform 2121">
              <a:extLst>
                <a:ext uri="{FF2B5EF4-FFF2-40B4-BE49-F238E27FC236}">
                  <a16:creationId xmlns:a16="http://schemas.microsoft.com/office/drawing/2014/main" id="{E04E4EC8-9B05-496A-B653-6A20A13FF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851"/>
              <a:ext cx="20" cy="24"/>
            </a:xfrm>
            <a:custGeom>
              <a:avLst/>
              <a:gdLst>
                <a:gd name="T0" fmla="*/ 0 w 11"/>
                <a:gd name="T1" fmla="*/ 81 h 13"/>
                <a:gd name="T2" fmla="*/ 16 w 11"/>
                <a:gd name="T3" fmla="*/ 13 h 13"/>
                <a:gd name="T4" fmla="*/ 65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9"/>
                    <a:pt x="0" y="5"/>
                    <a:pt x="3" y="2"/>
                  </a:cubicBezTo>
                  <a:cubicBezTo>
                    <a:pt x="5" y="1"/>
                    <a:pt x="9" y="1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43" name="Freeform 2122">
              <a:extLst>
                <a:ext uri="{FF2B5EF4-FFF2-40B4-BE49-F238E27FC236}">
                  <a16:creationId xmlns:a16="http://schemas.microsoft.com/office/drawing/2014/main" id="{CA8B23E8-E2E0-4067-9910-D6778CE52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817"/>
              <a:ext cx="28" cy="37"/>
            </a:xfrm>
            <a:custGeom>
              <a:avLst/>
              <a:gdLst>
                <a:gd name="T0" fmla="*/ 13 w 15"/>
                <a:gd name="T1" fmla="*/ 126 h 20"/>
                <a:gd name="T2" fmla="*/ 39 w 15"/>
                <a:gd name="T3" fmla="*/ 13 h 20"/>
                <a:gd name="T4" fmla="*/ 77 w 15"/>
                <a:gd name="T5" fmla="*/ 0 h 20"/>
                <a:gd name="T6" fmla="*/ 97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2" y="20"/>
                  </a:moveTo>
                  <a:cubicBezTo>
                    <a:pt x="2" y="14"/>
                    <a:pt x="0" y="6"/>
                    <a:pt x="6" y="2"/>
                  </a:cubicBezTo>
                  <a:cubicBezTo>
                    <a:pt x="8" y="0"/>
                    <a:pt x="10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44" name="Freeform 2123">
              <a:extLst>
                <a:ext uri="{FF2B5EF4-FFF2-40B4-BE49-F238E27FC236}">
                  <a16:creationId xmlns:a16="http://schemas.microsoft.com/office/drawing/2014/main" id="{FA4F747E-EC24-4BE9-8FD6-4B244729A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828"/>
              <a:ext cx="18" cy="4"/>
            </a:xfrm>
            <a:custGeom>
              <a:avLst/>
              <a:gdLst>
                <a:gd name="T0" fmla="*/ 0 w 10"/>
                <a:gd name="T1" fmla="*/ 16 h 2"/>
                <a:gd name="T2" fmla="*/ 58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0"/>
                    <a:pt x="7" y="1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45" name="Freeform 2124">
              <a:extLst>
                <a:ext uri="{FF2B5EF4-FFF2-40B4-BE49-F238E27FC236}">
                  <a16:creationId xmlns:a16="http://schemas.microsoft.com/office/drawing/2014/main" id="{679B9A2A-6107-4C87-A5E8-408B4720C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783"/>
              <a:ext cx="17" cy="41"/>
            </a:xfrm>
            <a:custGeom>
              <a:avLst/>
              <a:gdLst>
                <a:gd name="T0" fmla="*/ 0 w 9"/>
                <a:gd name="T1" fmla="*/ 7 h 22"/>
                <a:gd name="T2" fmla="*/ 53 w 9"/>
                <a:gd name="T3" fmla="*/ 13 h 22"/>
                <a:gd name="T4" fmla="*/ 53 w 9"/>
                <a:gd name="T5" fmla="*/ 73 h 22"/>
                <a:gd name="T6" fmla="*/ 47 w 9"/>
                <a:gd name="T7" fmla="*/ 14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0" y="1"/>
                  </a:moveTo>
                  <a:cubicBezTo>
                    <a:pt x="2" y="1"/>
                    <a:pt x="6" y="0"/>
                    <a:pt x="8" y="2"/>
                  </a:cubicBezTo>
                  <a:cubicBezTo>
                    <a:pt x="9" y="4"/>
                    <a:pt x="9" y="9"/>
                    <a:pt x="8" y="11"/>
                  </a:cubicBezTo>
                  <a:cubicBezTo>
                    <a:pt x="8" y="15"/>
                    <a:pt x="7" y="19"/>
                    <a:pt x="7" y="22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46" name="Freeform 2125">
              <a:extLst>
                <a:ext uri="{FF2B5EF4-FFF2-40B4-BE49-F238E27FC236}">
                  <a16:creationId xmlns:a16="http://schemas.microsoft.com/office/drawing/2014/main" id="{A4D6331B-3405-4E1A-915B-001BB11D6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787"/>
              <a:ext cx="22" cy="4"/>
            </a:xfrm>
            <a:custGeom>
              <a:avLst/>
              <a:gdLst>
                <a:gd name="T0" fmla="*/ 0 w 12"/>
                <a:gd name="T1" fmla="*/ 16 h 2"/>
                <a:gd name="T2" fmla="*/ 73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5" y="1"/>
                    <a:pt x="8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47" name="Freeform 2126">
              <a:extLst>
                <a:ext uri="{FF2B5EF4-FFF2-40B4-BE49-F238E27FC236}">
                  <a16:creationId xmlns:a16="http://schemas.microsoft.com/office/drawing/2014/main" id="{BD95E7D1-A33B-4D94-ABD5-972BAB91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727"/>
              <a:ext cx="34" cy="51"/>
            </a:xfrm>
            <a:custGeom>
              <a:avLst/>
              <a:gdLst>
                <a:gd name="T0" fmla="*/ 0 w 18"/>
                <a:gd name="T1" fmla="*/ 181 h 27"/>
                <a:gd name="T2" fmla="*/ 53 w 18"/>
                <a:gd name="T3" fmla="*/ 28 h 27"/>
                <a:gd name="T4" fmla="*/ 121 w 18"/>
                <a:gd name="T5" fmla="*/ 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0" y="27"/>
                  </a:moveTo>
                  <a:cubicBezTo>
                    <a:pt x="4" y="20"/>
                    <a:pt x="0" y="9"/>
                    <a:pt x="8" y="4"/>
                  </a:cubicBezTo>
                  <a:cubicBezTo>
                    <a:pt x="10" y="2"/>
                    <a:pt x="16" y="0"/>
                    <a:pt x="18" y="2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48" name="Freeform 2127">
              <a:extLst>
                <a:ext uri="{FF2B5EF4-FFF2-40B4-BE49-F238E27FC236}">
                  <a16:creationId xmlns:a16="http://schemas.microsoft.com/office/drawing/2014/main" id="{D299A522-77B2-4D08-BDDD-AA6609C6D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742"/>
              <a:ext cx="24" cy="47"/>
            </a:xfrm>
            <a:custGeom>
              <a:avLst/>
              <a:gdLst>
                <a:gd name="T0" fmla="*/ 81 w 13"/>
                <a:gd name="T1" fmla="*/ 8 h 25"/>
                <a:gd name="T2" fmla="*/ 20 w 13"/>
                <a:gd name="T3" fmla="*/ 53 h 25"/>
                <a:gd name="T4" fmla="*/ 0 w 13"/>
                <a:gd name="T5" fmla="*/ 16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13" y="1"/>
                  </a:moveTo>
                  <a:cubicBezTo>
                    <a:pt x="7" y="0"/>
                    <a:pt x="5" y="1"/>
                    <a:pt x="3" y="8"/>
                  </a:cubicBezTo>
                  <a:cubicBezTo>
                    <a:pt x="1" y="13"/>
                    <a:pt x="0" y="19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49" name="Freeform 2128">
              <a:extLst>
                <a:ext uri="{FF2B5EF4-FFF2-40B4-BE49-F238E27FC236}">
                  <a16:creationId xmlns:a16="http://schemas.microsoft.com/office/drawing/2014/main" id="{9FBF31F4-5457-4965-8832-20CECA5D5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738"/>
              <a:ext cx="25" cy="11"/>
            </a:xfrm>
            <a:custGeom>
              <a:avLst/>
              <a:gdLst>
                <a:gd name="T0" fmla="*/ 0 w 13"/>
                <a:gd name="T1" fmla="*/ 0 h 6"/>
                <a:gd name="T2" fmla="*/ 92 w 13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0"/>
                    <a:pt x="11" y="3"/>
                    <a:pt x="13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50" name="Freeform 2129">
              <a:extLst>
                <a:ext uri="{FF2B5EF4-FFF2-40B4-BE49-F238E27FC236}">
                  <a16:creationId xmlns:a16="http://schemas.microsoft.com/office/drawing/2014/main" id="{75AE5839-EA3C-4000-8303-65C8044F5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778"/>
              <a:ext cx="11" cy="9"/>
            </a:xfrm>
            <a:custGeom>
              <a:avLst/>
              <a:gdLst>
                <a:gd name="T0" fmla="*/ 0 w 6"/>
                <a:gd name="T1" fmla="*/ 29 h 5"/>
                <a:gd name="T2" fmla="*/ 37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51" name="Freeform 2130">
              <a:extLst>
                <a:ext uri="{FF2B5EF4-FFF2-40B4-BE49-F238E27FC236}">
                  <a16:creationId xmlns:a16="http://schemas.microsoft.com/office/drawing/2014/main" id="{DD68115D-8D29-40E4-B246-639CA7DF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817"/>
              <a:ext cx="10" cy="13"/>
            </a:xfrm>
            <a:custGeom>
              <a:avLst/>
              <a:gdLst>
                <a:gd name="T0" fmla="*/ 0 w 5"/>
                <a:gd name="T1" fmla="*/ 0 h 7"/>
                <a:gd name="T2" fmla="*/ 40 w 5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3" y="1"/>
                    <a:pt x="4" y="4"/>
                    <a:pt x="5" y="7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52" name="Freeform 2131">
              <a:extLst>
                <a:ext uri="{FF2B5EF4-FFF2-40B4-BE49-F238E27FC236}">
                  <a16:creationId xmlns:a16="http://schemas.microsoft.com/office/drawing/2014/main" id="{C4908B5B-593E-49AE-817F-CBD16F95B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28"/>
              <a:ext cx="9" cy="2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5" y="0"/>
                    <a:pt x="5" y="1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53" name="Freeform 2132">
              <a:extLst>
                <a:ext uri="{FF2B5EF4-FFF2-40B4-BE49-F238E27FC236}">
                  <a16:creationId xmlns:a16="http://schemas.microsoft.com/office/drawing/2014/main" id="{E78145AF-C37E-4AA5-A26E-C0627250A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686"/>
              <a:ext cx="28" cy="47"/>
            </a:xfrm>
            <a:custGeom>
              <a:avLst/>
              <a:gdLst>
                <a:gd name="T0" fmla="*/ 0 w 15"/>
                <a:gd name="T1" fmla="*/ 165 h 25"/>
                <a:gd name="T2" fmla="*/ 21 w 15"/>
                <a:gd name="T3" fmla="*/ 73 h 25"/>
                <a:gd name="T4" fmla="*/ 39 w 15"/>
                <a:gd name="T5" fmla="*/ 15 h 25"/>
                <a:gd name="T6" fmla="*/ 97 w 15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0" y="25"/>
                  </a:moveTo>
                  <a:cubicBezTo>
                    <a:pt x="1" y="20"/>
                    <a:pt x="1" y="15"/>
                    <a:pt x="3" y="11"/>
                  </a:cubicBezTo>
                  <a:cubicBezTo>
                    <a:pt x="4" y="8"/>
                    <a:pt x="5" y="4"/>
                    <a:pt x="6" y="2"/>
                  </a:cubicBezTo>
                  <a:cubicBezTo>
                    <a:pt x="9" y="0"/>
                    <a:pt x="13" y="2"/>
                    <a:pt x="15" y="3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54" name="Freeform 2133">
              <a:extLst>
                <a:ext uri="{FF2B5EF4-FFF2-40B4-BE49-F238E27FC236}">
                  <a16:creationId xmlns:a16="http://schemas.microsoft.com/office/drawing/2014/main" id="{6E8F9FAD-421F-4708-B736-7B5DB6E00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637"/>
              <a:ext cx="43" cy="51"/>
            </a:xfrm>
            <a:custGeom>
              <a:avLst/>
              <a:gdLst>
                <a:gd name="T0" fmla="*/ 24 w 23"/>
                <a:gd name="T1" fmla="*/ 181 h 27"/>
                <a:gd name="T2" fmla="*/ 84 w 23"/>
                <a:gd name="T3" fmla="*/ 28 h 27"/>
                <a:gd name="T4" fmla="*/ 150 w 23"/>
                <a:gd name="T5" fmla="*/ 2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4" y="27"/>
                  </a:moveTo>
                  <a:cubicBezTo>
                    <a:pt x="0" y="22"/>
                    <a:pt x="11" y="8"/>
                    <a:pt x="13" y="4"/>
                  </a:cubicBezTo>
                  <a:cubicBezTo>
                    <a:pt x="16" y="0"/>
                    <a:pt x="19" y="0"/>
                    <a:pt x="23" y="4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55" name="Freeform 2134">
              <a:extLst>
                <a:ext uri="{FF2B5EF4-FFF2-40B4-BE49-F238E27FC236}">
                  <a16:creationId xmlns:a16="http://schemas.microsoft.com/office/drawing/2014/main" id="{A4DF43A2-DECF-4E5D-AA14-5B0B978FD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594"/>
              <a:ext cx="49" cy="45"/>
            </a:xfrm>
            <a:custGeom>
              <a:avLst/>
              <a:gdLst>
                <a:gd name="T0" fmla="*/ 32 w 26"/>
                <a:gd name="T1" fmla="*/ 158 h 24"/>
                <a:gd name="T2" fmla="*/ 100 w 26"/>
                <a:gd name="T3" fmla="*/ 21 h 24"/>
                <a:gd name="T4" fmla="*/ 141 w 26"/>
                <a:gd name="T5" fmla="*/ 15 h 24"/>
                <a:gd name="T6" fmla="*/ 173 w 26"/>
                <a:gd name="T7" fmla="*/ 3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5" y="24"/>
                  </a:moveTo>
                  <a:cubicBezTo>
                    <a:pt x="0" y="20"/>
                    <a:pt x="12" y="6"/>
                    <a:pt x="15" y="3"/>
                  </a:cubicBezTo>
                  <a:cubicBezTo>
                    <a:pt x="17" y="1"/>
                    <a:pt x="18" y="0"/>
                    <a:pt x="21" y="2"/>
                  </a:cubicBezTo>
                  <a:cubicBezTo>
                    <a:pt x="23" y="3"/>
                    <a:pt x="25" y="4"/>
                    <a:pt x="26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56" name="Freeform 2135">
              <a:extLst>
                <a:ext uri="{FF2B5EF4-FFF2-40B4-BE49-F238E27FC236}">
                  <a16:creationId xmlns:a16="http://schemas.microsoft.com/office/drawing/2014/main" id="{2CAF1F51-ADD9-49E9-A3DE-748341C23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697"/>
              <a:ext cx="15" cy="43"/>
            </a:xfrm>
            <a:custGeom>
              <a:avLst/>
              <a:gdLst>
                <a:gd name="T0" fmla="*/ 8 w 8"/>
                <a:gd name="T1" fmla="*/ 150 h 23"/>
                <a:gd name="T2" fmla="*/ 53 w 8"/>
                <a:gd name="T3" fmla="*/ 45 h 23"/>
                <a:gd name="T4" fmla="*/ 0 w 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1" y="23"/>
                  </a:moveTo>
                  <a:cubicBezTo>
                    <a:pt x="4" y="19"/>
                    <a:pt x="7" y="13"/>
                    <a:pt x="8" y="7"/>
                  </a:cubicBezTo>
                  <a:cubicBezTo>
                    <a:pt x="8" y="1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57" name="Freeform 2136">
              <a:extLst>
                <a:ext uri="{FF2B5EF4-FFF2-40B4-BE49-F238E27FC236}">
                  <a16:creationId xmlns:a16="http://schemas.microsoft.com/office/drawing/2014/main" id="{D9141596-CA9A-4FC6-92BA-AA1243CA8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06"/>
              <a:ext cx="22" cy="8"/>
            </a:xfrm>
            <a:custGeom>
              <a:avLst/>
              <a:gdLst>
                <a:gd name="T0" fmla="*/ 0 w 12"/>
                <a:gd name="T1" fmla="*/ 16 h 4"/>
                <a:gd name="T2" fmla="*/ 73 w 1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2"/>
                  </a:moveTo>
                  <a:cubicBezTo>
                    <a:pt x="3" y="0"/>
                    <a:pt x="9" y="2"/>
                    <a:pt x="12" y="4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58" name="Freeform 2137">
              <a:extLst>
                <a:ext uri="{FF2B5EF4-FFF2-40B4-BE49-F238E27FC236}">
                  <a16:creationId xmlns:a16="http://schemas.microsoft.com/office/drawing/2014/main" id="{C8434170-5FED-4682-95F6-A684EA016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735"/>
              <a:ext cx="13" cy="9"/>
            </a:xfrm>
            <a:custGeom>
              <a:avLst/>
              <a:gdLst>
                <a:gd name="T0" fmla="*/ 0 w 7"/>
                <a:gd name="T1" fmla="*/ 0 h 5"/>
                <a:gd name="T2" fmla="*/ 45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3"/>
                    <a:pt x="5" y="5"/>
                    <a:pt x="7" y="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59" name="Freeform 2138">
              <a:extLst>
                <a:ext uri="{FF2B5EF4-FFF2-40B4-BE49-F238E27FC236}">
                  <a16:creationId xmlns:a16="http://schemas.microsoft.com/office/drawing/2014/main" id="{A51E7236-B12C-421E-A1C4-5B19AC518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660"/>
              <a:ext cx="18" cy="48"/>
            </a:xfrm>
            <a:custGeom>
              <a:avLst/>
              <a:gdLst>
                <a:gd name="T0" fmla="*/ 13 w 10"/>
                <a:gd name="T1" fmla="*/ 164 h 26"/>
                <a:gd name="T2" fmla="*/ 36 w 10"/>
                <a:gd name="T3" fmla="*/ 96 h 26"/>
                <a:gd name="T4" fmla="*/ 52 w 10"/>
                <a:gd name="T5" fmla="*/ 44 h 26"/>
                <a:gd name="T6" fmla="*/ 0 w 10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2" y="26"/>
                  </a:moveTo>
                  <a:cubicBezTo>
                    <a:pt x="4" y="23"/>
                    <a:pt x="5" y="19"/>
                    <a:pt x="6" y="15"/>
                  </a:cubicBezTo>
                  <a:cubicBezTo>
                    <a:pt x="8" y="13"/>
                    <a:pt x="10" y="10"/>
                    <a:pt x="9" y="7"/>
                  </a:cubicBezTo>
                  <a:cubicBezTo>
                    <a:pt x="9" y="4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60" name="Freeform 2139">
              <a:extLst>
                <a:ext uri="{FF2B5EF4-FFF2-40B4-BE49-F238E27FC236}">
                  <a16:creationId xmlns:a16="http://schemas.microsoft.com/office/drawing/2014/main" id="{025522D6-BC4C-4D3A-9CA6-61D08F0DE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673"/>
              <a:ext cx="11" cy="5"/>
            </a:xfrm>
            <a:custGeom>
              <a:avLst/>
              <a:gdLst>
                <a:gd name="T0" fmla="*/ 0 w 6"/>
                <a:gd name="T1" fmla="*/ 0 h 3"/>
                <a:gd name="T2" fmla="*/ 37 w 6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6" y="1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61" name="Freeform 2140">
              <a:extLst>
                <a:ext uri="{FF2B5EF4-FFF2-40B4-BE49-F238E27FC236}">
                  <a16:creationId xmlns:a16="http://schemas.microsoft.com/office/drawing/2014/main" id="{8C94F255-2657-40AA-85B0-54E09C1F4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620"/>
              <a:ext cx="18" cy="43"/>
            </a:xfrm>
            <a:custGeom>
              <a:avLst/>
              <a:gdLst>
                <a:gd name="T0" fmla="*/ 0 w 10"/>
                <a:gd name="T1" fmla="*/ 150 h 23"/>
                <a:gd name="T2" fmla="*/ 52 w 10"/>
                <a:gd name="T3" fmla="*/ 45 h 23"/>
                <a:gd name="T4" fmla="*/ 16 w 1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0" y="23"/>
                  </a:moveTo>
                  <a:cubicBezTo>
                    <a:pt x="3" y="19"/>
                    <a:pt x="10" y="12"/>
                    <a:pt x="9" y="7"/>
                  </a:cubicBezTo>
                  <a:cubicBezTo>
                    <a:pt x="9" y="4"/>
                    <a:pt x="5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62" name="Freeform 2141">
              <a:extLst>
                <a:ext uri="{FF2B5EF4-FFF2-40B4-BE49-F238E27FC236}">
                  <a16:creationId xmlns:a16="http://schemas.microsoft.com/office/drawing/2014/main" id="{16A0AA43-7855-493A-AFB6-99F06A39C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637"/>
              <a:ext cx="18" cy="11"/>
            </a:xfrm>
            <a:custGeom>
              <a:avLst/>
              <a:gdLst>
                <a:gd name="T0" fmla="*/ 0 w 10"/>
                <a:gd name="T1" fmla="*/ 0 h 6"/>
                <a:gd name="T2" fmla="*/ 58 w 10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4" y="0"/>
                    <a:pt x="9" y="3"/>
                    <a:pt x="10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63" name="Freeform 2142">
              <a:extLst>
                <a:ext uri="{FF2B5EF4-FFF2-40B4-BE49-F238E27FC236}">
                  <a16:creationId xmlns:a16="http://schemas.microsoft.com/office/drawing/2014/main" id="{97C9EBC1-B416-4FB7-8ECC-A95995B6E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630"/>
              <a:ext cx="9" cy="13"/>
            </a:xfrm>
            <a:custGeom>
              <a:avLst/>
              <a:gdLst>
                <a:gd name="T0" fmla="*/ 0 w 5"/>
                <a:gd name="T1" fmla="*/ 45 h 7"/>
                <a:gd name="T2" fmla="*/ 29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2" y="6"/>
                    <a:pt x="4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64" name="Freeform 2143">
              <a:extLst>
                <a:ext uri="{FF2B5EF4-FFF2-40B4-BE49-F238E27FC236}">
                  <a16:creationId xmlns:a16="http://schemas.microsoft.com/office/drawing/2014/main" id="{CFC25332-1736-4A47-9612-B58B052B6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598"/>
              <a:ext cx="37" cy="32"/>
            </a:xfrm>
            <a:custGeom>
              <a:avLst/>
              <a:gdLst>
                <a:gd name="T0" fmla="*/ 0 w 20"/>
                <a:gd name="T1" fmla="*/ 113 h 17"/>
                <a:gd name="T2" fmla="*/ 76 w 20"/>
                <a:gd name="T3" fmla="*/ 0 h 17"/>
                <a:gd name="T4" fmla="*/ 120 w 20"/>
                <a:gd name="T5" fmla="*/ 3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0" y="17"/>
                  </a:moveTo>
                  <a:cubicBezTo>
                    <a:pt x="3" y="12"/>
                    <a:pt x="6" y="1"/>
                    <a:pt x="12" y="0"/>
                  </a:cubicBezTo>
                  <a:cubicBezTo>
                    <a:pt x="15" y="0"/>
                    <a:pt x="20" y="3"/>
                    <a:pt x="19" y="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65" name="Freeform 2144">
              <a:extLst>
                <a:ext uri="{FF2B5EF4-FFF2-40B4-BE49-F238E27FC236}">
                  <a16:creationId xmlns:a16="http://schemas.microsoft.com/office/drawing/2014/main" id="{6763D407-F436-4270-A692-8A5148C38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587"/>
              <a:ext cx="11" cy="11"/>
            </a:xfrm>
            <a:custGeom>
              <a:avLst/>
              <a:gdLst>
                <a:gd name="T0" fmla="*/ 37 w 6"/>
                <a:gd name="T1" fmla="*/ 37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5" y="4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66" name="Freeform 2145">
              <a:extLst>
                <a:ext uri="{FF2B5EF4-FFF2-40B4-BE49-F238E27FC236}">
                  <a16:creationId xmlns:a16="http://schemas.microsoft.com/office/drawing/2014/main" id="{FEFB2F5D-B381-4DF1-B59A-BB0F526CE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559"/>
              <a:ext cx="39" cy="37"/>
            </a:xfrm>
            <a:custGeom>
              <a:avLst/>
              <a:gdLst>
                <a:gd name="T0" fmla="*/ 0 w 21"/>
                <a:gd name="T1" fmla="*/ 126 h 20"/>
                <a:gd name="T2" fmla="*/ 37 w 21"/>
                <a:gd name="T3" fmla="*/ 65 h 20"/>
                <a:gd name="T4" fmla="*/ 76 w 21"/>
                <a:gd name="T5" fmla="*/ 13 h 20"/>
                <a:gd name="T6" fmla="*/ 134 w 21"/>
                <a:gd name="T7" fmla="*/ 4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2" y="17"/>
                    <a:pt x="4" y="13"/>
                    <a:pt x="6" y="10"/>
                  </a:cubicBezTo>
                  <a:cubicBezTo>
                    <a:pt x="7" y="8"/>
                    <a:pt x="10" y="3"/>
                    <a:pt x="12" y="2"/>
                  </a:cubicBezTo>
                  <a:cubicBezTo>
                    <a:pt x="16" y="0"/>
                    <a:pt x="19" y="4"/>
                    <a:pt x="21" y="7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67" name="Freeform 2146">
              <a:extLst>
                <a:ext uri="{FF2B5EF4-FFF2-40B4-BE49-F238E27FC236}">
                  <a16:creationId xmlns:a16="http://schemas.microsoft.com/office/drawing/2014/main" id="{2B24F6EE-8645-49BA-9A84-8F9DC31D8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534"/>
              <a:ext cx="39" cy="26"/>
            </a:xfrm>
            <a:custGeom>
              <a:avLst/>
              <a:gdLst>
                <a:gd name="T0" fmla="*/ 0 w 21"/>
                <a:gd name="T1" fmla="*/ 89 h 14"/>
                <a:gd name="T2" fmla="*/ 89 w 21"/>
                <a:gd name="T3" fmla="*/ 0 h 14"/>
                <a:gd name="T4" fmla="*/ 134 w 21"/>
                <a:gd name="T5" fmla="*/ 3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1" y="10"/>
                    <a:pt x="9" y="0"/>
                    <a:pt x="14" y="0"/>
                  </a:cubicBezTo>
                  <a:cubicBezTo>
                    <a:pt x="16" y="0"/>
                    <a:pt x="21" y="5"/>
                    <a:pt x="21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68" name="Freeform 2147">
              <a:extLst>
                <a:ext uri="{FF2B5EF4-FFF2-40B4-BE49-F238E27FC236}">
                  <a16:creationId xmlns:a16="http://schemas.microsoft.com/office/drawing/2014/main" id="{07A1D339-89BC-4AFA-991A-0F286A0B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502"/>
              <a:ext cx="43" cy="32"/>
            </a:xfrm>
            <a:custGeom>
              <a:avLst/>
              <a:gdLst>
                <a:gd name="T0" fmla="*/ 0 w 23"/>
                <a:gd name="T1" fmla="*/ 113 h 17"/>
                <a:gd name="T2" fmla="*/ 105 w 23"/>
                <a:gd name="T3" fmla="*/ 8 h 17"/>
                <a:gd name="T4" fmla="*/ 150 w 23"/>
                <a:gd name="T5" fmla="*/ 3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0" y="17"/>
                  </a:moveTo>
                  <a:cubicBezTo>
                    <a:pt x="1" y="13"/>
                    <a:pt x="12" y="1"/>
                    <a:pt x="16" y="1"/>
                  </a:cubicBezTo>
                  <a:cubicBezTo>
                    <a:pt x="19" y="0"/>
                    <a:pt x="23" y="4"/>
                    <a:pt x="23" y="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69" name="Freeform 2148">
              <a:extLst>
                <a:ext uri="{FF2B5EF4-FFF2-40B4-BE49-F238E27FC236}">
                  <a16:creationId xmlns:a16="http://schemas.microsoft.com/office/drawing/2014/main" id="{F2BB9827-BD63-4D55-B0F8-5F4151C86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566"/>
              <a:ext cx="37" cy="30"/>
            </a:xfrm>
            <a:custGeom>
              <a:avLst/>
              <a:gdLst>
                <a:gd name="T0" fmla="*/ 0 w 20"/>
                <a:gd name="T1" fmla="*/ 105 h 16"/>
                <a:gd name="T2" fmla="*/ 68 w 20"/>
                <a:gd name="T3" fmla="*/ 8 h 16"/>
                <a:gd name="T4" fmla="*/ 126 w 20"/>
                <a:gd name="T5" fmla="*/ 3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1" y="12"/>
                    <a:pt x="6" y="2"/>
                    <a:pt x="11" y="1"/>
                  </a:cubicBezTo>
                  <a:cubicBezTo>
                    <a:pt x="13" y="0"/>
                    <a:pt x="19" y="3"/>
                    <a:pt x="20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70" name="Freeform 2149">
              <a:extLst>
                <a:ext uri="{FF2B5EF4-FFF2-40B4-BE49-F238E27FC236}">
                  <a16:creationId xmlns:a16="http://schemas.microsoft.com/office/drawing/2014/main" id="{D1924E4B-C688-48A6-9335-701DB6513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532"/>
              <a:ext cx="45" cy="34"/>
            </a:xfrm>
            <a:custGeom>
              <a:avLst/>
              <a:gdLst>
                <a:gd name="T0" fmla="*/ 0 w 24"/>
                <a:gd name="T1" fmla="*/ 121 h 18"/>
                <a:gd name="T2" fmla="*/ 99 w 24"/>
                <a:gd name="T3" fmla="*/ 0 h 18"/>
                <a:gd name="T4" fmla="*/ 158 w 24"/>
                <a:gd name="T5" fmla="*/ 4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2" y="14"/>
                    <a:pt x="10" y="0"/>
                    <a:pt x="15" y="0"/>
                  </a:cubicBezTo>
                  <a:cubicBezTo>
                    <a:pt x="17" y="0"/>
                    <a:pt x="24" y="6"/>
                    <a:pt x="24" y="7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71" name="Freeform 2150">
              <a:extLst>
                <a:ext uri="{FF2B5EF4-FFF2-40B4-BE49-F238E27FC236}">
                  <a16:creationId xmlns:a16="http://schemas.microsoft.com/office/drawing/2014/main" id="{71B82E57-D521-4CC5-BE3D-4DA275FCB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504"/>
              <a:ext cx="41" cy="28"/>
            </a:xfrm>
            <a:custGeom>
              <a:avLst/>
              <a:gdLst>
                <a:gd name="T0" fmla="*/ 0 w 22"/>
                <a:gd name="T1" fmla="*/ 97 h 15"/>
                <a:gd name="T2" fmla="*/ 97 w 22"/>
                <a:gd name="T3" fmla="*/ 0 h 15"/>
                <a:gd name="T4" fmla="*/ 142 w 22"/>
                <a:gd name="T5" fmla="*/ 3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15"/>
                  </a:moveTo>
                  <a:cubicBezTo>
                    <a:pt x="2" y="10"/>
                    <a:pt x="10" y="1"/>
                    <a:pt x="15" y="0"/>
                  </a:cubicBezTo>
                  <a:cubicBezTo>
                    <a:pt x="17" y="0"/>
                    <a:pt x="22" y="4"/>
                    <a:pt x="22" y="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72" name="Freeform 2151">
              <a:extLst>
                <a:ext uri="{FF2B5EF4-FFF2-40B4-BE49-F238E27FC236}">
                  <a16:creationId xmlns:a16="http://schemas.microsoft.com/office/drawing/2014/main" id="{DB197113-062B-4161-BCC3-C3C74DC3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545"/>
              <a:ext cx="13" cy="14"/>
            </a:xfrm>
            <a:custGeom>
              <a:avLst/>
              <a:gdLst>
                <a:gd name="T0" fmla="*/ 45 w 7"/>
                <a:gd name="T1" fmla="*/ 56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4" y="4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73" name="Freeform 2152">
              <a:extLst>
                <a:ext uri="{FF2B5EF4-FFF2-40B4-BE49-F238E27FC236}">
                  <a16:creationId xmlns:a16="http://schemas.microsoft.com/office/drawing/2014/main" id="{740406CB-DA99-42E7-A177-9E6CE14B3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510"/>
              <a:ext cx="15" cy="11"/>
            </a:xfrm>
            <a:custGeom>
              <a:avLst/>
              <a:gdLst>
                <a:gd name="T0" fmla="*/ 53 w 8"/>
                <a:gd name="T1" fmla="*/ 37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7" y="3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74" name="Freeform 2153">
              <a:extLst>
                <a:ext uri="{FF2B5EF4-FFF2-40B4-BE49-F238E27FC236}">
                  <a16:creationId xmlns:a16="http://schemas.microsoft.com/office/drawing/2014/main" id="{87BD7AA7-998C-4199-83CF-45A6604B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521"/>
              <a:ext cx="15" cy="15"/>
            </a:xfrm>
            <a:custGeom>
              <a:avLst/>
              <a:gdLst>
                <a:gd name="T0" fmla="*/ 0 w 8"/>
                <a:gd name="T1" fmla="*/ 53 h 8"/>
                <a:gd name="T2" fmla="*/ 53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2" y="4"/>
                    <a:pt x="5" y="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75" name="Freeform 2154">
              <a:extLst>
                <a:ext uri="{FF2B5EF4-FFF2-40B4-BE49-F238E27FC236}">
                  <a16:creationId xmlns:a16="http://schemas.microsoft.com/office/drawing/2014/main" id="{94995672-6A42-4B9C-8CCC-F9FF0DD11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551"/>
              <a:ext cx="12" cy="11"/>
            </a:xfrm>
            <a:custGeom>
              <a:avLst/>
              <a:gdLst>
                <a:gd name="T0" fmla="*/ 0 w 6"/>
                <a:gd name="T1" fmla="*/ 37 h 6"/>
                <a:gd name="T2" fmla="*/ 4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76" name="Freeform 2155">
              <a:extLst>
                <a:ext uri="{FF2B5EF4-FFF2-40B4-BE49-F238E27FC236}">
                  <a16:creationId xmlns:a16="http://schemas.microsoft.com/office/drawing/2014/main" id="{D6D3D7D0-D4C3-4542-B7E8-1A0FB06E1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585"/>
              <a:ext cx="6" cy="17"/>
            </a:xfrm>
            <a:custGeom>
              <a:avLst/>
              <a:gdLst>
                <a:gd name="T0" fmla="*/ 8 w 3"/>
                <a:gd name="T1" fmla="*/ 0 h 9"/>
                <a:gd name="T2" fmla="*/ 24 w 3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0" y="3"/>
                    <a:pt x="0" y="7"/>
                    <a:pt x="3" y="9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77" name="Freeform 2156">
              <a:extLst>
                <a:ext uri="{FF2B5EF4-FFF2-40B4-BE49-F238E27FC236}">
                  <a16:creationId xmlns:a16="http://schemas.microsoft.com/office/drawing/2014/main" id="{4CE8F087-5DFA-4A61-AB88-A0EC7617E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448"/>
              <a:ext cx="55" cy="32"/>
            </a:xfrm>
            <a:custGeom>
              <a:avLst/>
              <a:gdLst>
                <a:gd name="T0" fmla="*/ 0 w 29"/>
                <a:gd name="T1" fmla="*/ 113 h 17"/>
                <a:gd name="T2" fmla="*/ 197 w 29"/>
                <a:gd name="T3" fmla="*/ 10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12" y="11"/>
                    <a:pt x="20" y="0"/>
                    <a:pt x="29" y="1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78" name="Freeform 2157">
              <a:extLst>
                <a:ext uri="{FF2B5EF4-FFF2-40B4-BE49-F238E27FC236}">
                  <a16:creationId xmlns:a16="http://schemas.microsoft.com/office/drawing/2014/main" id="{6E4D6181-BBAA-4F7F-9014-6FF9856FF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28"/>
              <a:ext cx="47" cy="35"/>
            </a:xfrm>
            <a:custGeom>
              <a:avLst/>
              <a:gdLst>
                <a:gd name="T0" fmla="*/ 137 w 25"/>
                <a:gd name="T1" fmla="*/ 0 h 19"/>
                <a:gd name="T2" fmla="*/ 160 w 25"/>
                <a:gd name="T3" fmla="*/ 44 h 19"/>
                <a:gd name="T4" fmla="*/ 113 w 25"/>
                <a:gd name="T5" fmla="*/ 76 h 19"/>
                <a:gd name="T6" fmla="*/ 60 w 25"/>
                <a:gd name="T7" fmla="*/ 112 h 19"/>
                <a:gd name="T8" fmla="*/ 0 w 25"/>
                <a:gd name="T9" fmla="*/ 8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21" y="0"/>
                  </a:moveTo>
                  <a:cubicBezTo>
                    <a:pt x="23" y="2"/>
                    <a:pt x="25" y="4"/>
                    <a:pt x="24" y="7"/>
                  </a:cubicBezTo>
                  <a:cubicBezTo>
                    <a:pt x="23" y="10"/>
                    <a:pt x="19" y="11"/>
                    <a:pt x="17" y="12"/>
                  </a:cubicBezTo>
                  <a:cubicBezTo>
                    <a:pt x="13" y="14"/>
                    <a:pt x="12" y="17"/>
                    <a:pt x="9" y="18"/>
                  </a:cubicBezTo>
                  <a:cubicBezTo>
                    <a:pt x="6" y="19"/>
                    <a:pt x="0" y="14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79" name="Freeform 2158">
              <a:extLst>
                <a:ext uri="{FF2B5EF4-FFF2-40B4-BE49-F238E27FC236}">
                  <a16:creationId xmlns:a16="http://schemas.microsoft.com/office/drawing/2014/main" id="{2C531D13-A101-4DE4-AAFC-177B1A4A7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444"/>
              <a:ext cx="14" cy="17"/>
            </a:xfrm>
            <a:custGeom>
              <a:avLst/>
              <a:gdLst>
                <a:gd name="T0" fmla="*/ 0 w 7"/>
                <a:gd name="T1" fmla="*/ 0 h 9"/>
                <a:gd name="T2" fmla="*/ 56 w 7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3" y="3"/>
                    <a:pt x="6" y="5"/>
                    <a:pt x="7" y="9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80" name="Freeform 2159">
              <a:extLst>
                <a:ext uri="{FF2B5EF4-FFF2-40B4-BE49-F238E27FC236}">
                  <a16:creationId xmlns:a16="http://schemas.microsoft.com/office/drawing/2014/main" id="{D344E9EF-3937-4A53-81CA-81E7EC5D2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444"/>
              <a:ext cx="52" cy="17"/>
            </a:xfrm>
            <a:custGeom>
              <a:avLst/>
              <a:gdLst>
                <a:gd name="T0" fmla="*/ 0 w 28"/>
                <a:gd name="T1" fmla="*/ 60 h 9"/>
                <a:gd name="T2" fmla="*/ 149 w 28"/>
                <a:gd name="T3" fmla="*/ 28 h 9"/>
                <a:gd name="T4" fmla="*/ 180 w 28"/>
                <a:gd name="T5" fmla="*/ 5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8" y="9"/>
                    <a:pt x="15" y="0"/>
                    <a:pt x="23" y="4"/>
                  </a:cubicBezTo>
                  <a:cubicBezTo>
                    <a:pt x="26" y="5"/>
                    <a:pt x="28" y="5"/>
                    <a:pt x="28" y="8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81" name="Freeform 2160">
              <a:extLst>
                <a:ext uri="{FF2B5EF4-FFF2-40B4-BE49-F238E27FC236}">
                  <a16:creationId xmlns:a16="http://schemas.microsoft.com/office/drawing/2014/main" id="{B0AE9AFE-6593-4A6E-A2AA-577183940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437"/>
              <a:ext cx="50" cy="15"/>
            </a:xfrm>
            <a:custGeom>
              <a:avLst/>
              <a:gdLst>
                <a:gd name="T0" fmla="*/ 172 w 27"/>
                <a:gd name="T1" fmla="*/ 45 h 8"/>
                <a:gd name="T2" fmla="*/ 104 w 27"/>
                <a:gd name="T3" fmla="*/ 15 h 8"/>
                <a:gd name="T4" fmla="*/ 0 w 27"/>
                <a:gd name="T5" fmla="*/ 5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">
                  <a:moveTo>
                    <a:pt x="27" y="7"/>
                  </a:moveTo>
                  <a:cubicBezTo>
                    <a:pt x="24" y="1"/>
                    <a:pt x="22" y="0"/>
                    <a:pt x="16" y="2"/>
                  </a:cubicBezTo>
                  <a:cubicBezTo>
                    <a:pt x="10" y="3"/>
                    <a:pt x="5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82" name="Freeform 2161">
              <a:extLst>
                <a:ext uri="{FF2B5EF4-FFF2-40B4-BE49-F238E27FC236}">
                  <a16:creationId xmlns:a16="http://schemas.microsoft.com/office/drawing/2014/main" id="{E3E06114-8279-465D-830E-9B60F284F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411"/>
              <a:ext cx="6" cy="28"/>
            </a:xfrm>
            <a:custGeom>
              <a:avLst/>
              <a:gdLst>
                <a:gd name="T0" fmla="*/ 0 w 3"/>
                <a:gd name="T1" fmla="*/ 0 h 15"/>
                <a:gd name="T2" fmla="*/ 0 w 3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2" y="4"/>
                    <a:pt x="3" y="12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83" name="Freeform 2162">
              <a:extLst>
                <a:ext uri="{FF2B5EF4-FFF2-40B4-BE49-F238E27FC236}">
                  <a16:creationId xmlns:a16="http://schemas.microsoft.com/office/drawing/2014/main" id="{DD95EAA1-406F-48E6-8B55-CD330061E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443"/>
              <a:ext cx="13" cy="3"/>
            </a:xfrm>
            <a:custGeom>
              <a:avLst/>
              <a:gdLst>
                <a:gd name="T0" fmla="*/ 0 w 7"/>
                <a:gd name="T1" fmla="*/ 0 h 2"/>
                <a:gd name="T2" fmla="*/ 45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5" y="2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84" name="Freeform 2163">
              <a:extLst>
                <a:ext uri="{FF2B5EF4-FFF2-40B4-BE49-F238E27FC236}">
                  <a16:creationId xmlns:a16="http://schemas.microsoft.com/office/drawing/2014/main" id="{B01F305B-5736-436C-BA1E-163C38FA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439"/>
              <a:ext cx="49" cy="13"/>
            </a:xfrm>
            <a:custGeom>
              <a:avLst/>
              <a:gdLst>
                <a:gd name="T0" fmla="*/ 0 w 26"/>
                <a:gd name="T1" fmla="*/ 37 h 7"/>
                <a:gd name="T2" fmla="*/ 92 w 26"/>
                <a:gd name="T3" fmla="*/ 13 h 7"/>
                <a:gd name="T4" fmla="*/ 153 w 26"/>
                <a:gd name="T5" fmla="*/ 7 h 7"/>
                <a:gd name="T6" fmla="*/ 173 w 26"/>
                <a:gd name="T7" fmla="*/ 4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7">
                  <a:moveTo>
                    <a:pt x="0" y="6"/>
                  </a:moveTo>
                  <a:cubicBezTo>
                    <a:pt x="5" y="5"/>
                    <a:pt x="9" y="3"/>
                    <a:pt x="14" y="2"/>
                  </a:cubicBezTo>
                  <a:cubicBezTo>
                    <a:pt x="16" y="2"/>
                    <a:pt x="21" y="0"/>
                    <a:pt x="23" y="1"/>
                  </a:cubicBezTo>
                  <a:cubicBezTo>
                    <a:pt x="26" y="2"/>
                    <a:pt x="26" y="5"/>
                    <a:pt x="26" y="7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85" name="Freeform 2164">
              <a:extLst>
                <a:ext uri="{FF2B5EF4-FFF2-40B4-BE49-F238E27FC236}">
                  <a16:creationId xmlns:a16="http://schemas.microsoft.com/office/drawing/2014/main" id="{5F08783D-F069-43D6-8687-76F9993B6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428"/>
              <a:ext cx="58" cy="16"/>
            </a:xfrm>
            <a:custGeom>
              <a:avLst/>
              <a:gdLst>
                <a:gd name="T0" fmla="*/ 0 w 31"/>
                <a:gd name="T1" fmla="*/ 36 h 9"/>
                <a:gd name="T2" fmla="*/ 157 w 31"/>
                <a:gd name="T3" fmla="*/ 12 h 9"/>
                <a:gd name="T4" fmla="*/ 196 w 31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0" y="6"/>
                  </a:moveTo>
                  <a:cubicBezTo>
                    <a:pt x="2" y="0"/>
                    <a:pt x="20" y="2"/>
                    <a:pt x="24" y="2"/>
                  </a:cubicBezTo>
                  <a:cubicBezTo>
                    <a:pt x="30" y="2"/>
                    <a:pt x="31" y="3"/>
                    <a:pt x="30" y="9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86" name="Freeform 2165">
              <a:extLst>
                <a:ext uri="{FF2B5EF4-FFF2-40B4-BE49-F238E27FC236}">
                  <a16:creationId xmlns:a16="http://schemas.microsoft.com/office/drawing/2014/main" id="{260DAE51-3744-4C1A-8FB2-07A6CE23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422"/>
              <a:ext cx="52" cy="28"/>
            </a:xfrm>
            <a:custGeom>
              <a:avLst/>
              <a:gdLst>
                <a:gd name="T0" fmla="*/ 0 w 28"/>
                <a:gd name="T1" fmla="*/ 39 h 15"/>
                <a:gd name="T2" fmla="*/ 156 w 28"/>
                <a:gd name="T3" fmla="*/ 24 h 15"/>
                <a:gd name="T4" fmla="*/ 180 w 28"/>
                <a:gd name="T5" fmla="*/ 60 h 15"/>
                <a:gd name="T6" fmla="*/ 173 w 28"/>
                <a:gd name="T7" fmla="*/ 9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5">
                  <a:moveTo>
                    <a:pt x="0" y="6"/>
                  </a:moveTo>
                  <a:cubicBezTo>
                    <a:pt x="1" y="0"/>
                    <a:pt x="19" y="3"/>
                    <a:pt x="24" y="4"/>
                  </a:cubicBezTo>
                  <a:cubicBezTo>
                    <a:pt x="27" y="5"/>
                    <a:pt x="27" y="5"/>
                    <a:pt x="28" y="9"/>
                  </a:cubicBezTo>
                  <a:cubicBezTo>
                    <a:pt x="28" y="10"/>
                    <a:pt x="28" y="14"/>
                    <a:pt x="27" y="1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87" name="Freeform 2166">
              <a:extLst>
                <a:ext uri="{FF2B5EF4-FFF2-40B4-BE49-F238E27FC236}">
                  <a16:creationId xmlns:a16="http://schemas.microsoft.com/office/drawing/2014/main" id="{C1B3A783-04C5-41F4-990D-E9548B22D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401"/>
              <a:ext cx="43" cy="25"/>
            </a:xfrm>
            <a:custGeom>
              <a:avLst/>
              <a:gdLst>
                <a:gd name="T0" fmla="*/ 0 w 23"/>
                <a:gd name="T1" fmla="*/ 92 h 13"/>
                <a:gd name="T2" fmla="*/ 112 w 23"/>
                <a:gd name="T3" fmla="*/ 71 h 13"/>
                <a:gd name="T4" fmla="*/ 129 w 2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0" y="13"/>
                  </a:moveTo>
                  <a:cubicBezTo>
                    <a:pt x="5" y="13"/>
                    <a:pt x="12" y="13"/>
                    <a:pt x="17" y="10"/>
                  </a:cubicBezTo>
                  <a:cubicBezTo>
                    <a:pt x="23" y="7"/>
                    <a:pt x="19" y="4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88" name="Freeform 2167">
              <a:extLst>
                <a:ext uri="{FF2B5EF4-FFF2-40B4-BE49-F238E27FC236}">
                  <a16:creationId xmlns:a16="http://schemas.microsoft.com/office/drawing/2014/main" id="{621438A0-12B8-4CB6-A1B7-C17C84692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420"/>
              <a:ext cx="9" cy="23"/>
            </a:xfrm>
            <a:custGeom>
              <a:avLst/>
              <a:gdLst>
                <a:gd name="T0" fmla="*/ 0 w 5"/>
                <a:gd name="T1" fmla="*/ 0 h 12"/>
                <a:gd name="T2" fmla="*/ 23 w 5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4" y="2"/>
                    <a:pt x="5" y="8"/>
                    <a:pt x="4" y="12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89" name="Freeform 2168">
              <a:extLst>
                <a:ext uri="{FF2B5EF4-FFF2-40B4-BE49-F238E27FC236}">
                  <a16:creationId xmlns:a16="http://schemas.microsoft.com/office/drawing/2014/main" id="{7570F550-0205-4FE4-A054-46A26804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426"/>
              <a:ext cx="4" cy="15"/>
            </a:xfrm>
            <a:custGeom>
              <a:avLst/>
              <a:gdLst>
                <a:gd name="T0" fmla="*/ 16 w 2"/>
                <a:gd name="T1" fmla="*/ 0 h 8"/>
                <a:gd name="T2" fmla="*/ 8 w 2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90" name="Freeform 2169">
              <a:extLst>
                <a:ext uri="{FF2B5EF4-FFF2-40B4-BE49-F238E27FC236}">
                  <a16:creationId xmlns:a16="http://schemas.microsoft.com/office/drawing/2014/main" id="{BB5BBF29-49B3-4A95-9314-5B552C188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396"/>
              <a:ext cx="41" cy="26"/>
            </a:xfrm>
            <a:custGeom>
              <a:avLst/>
              <a:gdLst>
                <a:gd name="T0" fmla="*/ 0 w 22"/>
                <a:gd name="T1" fmla="*/ 89 h 14"/>
                <a:gd name="T2" fmla="*/ 73 w 22"/>
                <a:gd name="T3" fmla="*/ 84 h 14"/>
                <a:gd name="T4" fmla="*/ 129 w 22"/>
                <a:gd name="T5" fmla="*/ 69 h 14"/>
                <a:gd name="T6" fmla="*/ 129 w 2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3" y="14"/>
                    <a:pt x="7" y="13"/>
                    <a:pt x="11" y="13"/>
                  </a:cubicBezTo>
                  <a:cubicBezTo>
                    <a:pt x="13" y="13"/>
                    <a:pt x="18" y="13"/>
                    <a:pt x="20" y="11"/>
                  </a:cubicBezTo>
                  <a:cubicBezTo>
                    <a:pt x="22" y="9"/>
                    <a:pt x="22" y="2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91" name="Freeform 2170">
              <a:extLst>
                <a:ext uri="{FF2B5EF4-FFF2-40B4-BE49-F238E27FC236}">
                  <a16:creationId xmlns:a16="http://schemas.microsoft.com/office/drawing/2014/main" id="{C9FE40D8-27D2-49CD-97EF-2BC2EA50B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418"/>
              <a:ext cx="4" cy="13"/>
            </a:xfrm>
            <a:custGeom>
              <a:avLst/>
              <a:gdLst>
                <a:gd name="T0" fmla="*/ 0 w 2"/>
                <a:gd name="T1" fmla="*/ 0 h 7"/>
                <a:gd name="T2" fmla="*/ 8 w 2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2"/>
                    <a:pt x="2" y="5"/>
                    <a:pt x="1" y="7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92" name="Freeform 2171">
              <a:extLst>
                <a:ext uri="{FF2B5EF4-FFF2-40B4-BE49-F238E27FC236}">
                  <a16:creationId xmlns:a16="http://schemas.microsoft.com/office/drawing/2014/main" id="{72347E9A-F112-4922-A1D7-40B5EC6E9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390"/>
              <a:ext cx="41" cy="23"/>
            </a:xfrm>
            <a:custGeom>
              <a:avLst/>
              <a:gdLst>
                <a:gd name="T0" fmla="*/ 0 w 22"/>
                <a:gd name="T1" fmla="*/ 63 h 12"/>
                <a:gd name="T2" fmla="*/ 121 w 22"/>
                <a:gd name="T3" fmla="*/ 63 h 12"/>
                <a:gd name="T4" fmla="*/ 136 w 2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9"/>
                  </a:moveTo>
                  <a:cubicBezTo>
                    <a:pt x="5" y="9"/>
                    <a:pt x="15" y="12"/>
                    <a:pt x="19" y="9"/>
                  </a:cubicBezTo>
                  <a:cubicBezTo>
                    <a:pt x="21" y="7"/>
                    <a:pt x="22" y="2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93" name="Freeform 2172">
              <a:extLst>
                <a:ext uri="{FF2B5EF4-FFF2-40B4-BE49-F238E27FC236}">
                  <a16:creationId xmlns:a16="http://schemas.microsoft.com/office/drawing/2014/main" id="{3EE658DB-0331-4813-A563-45C4CD62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409"/>
              <a:ext cx="5" cy="22"/>
            </a:xfrm>
            <a:custGeom>
              <a:avLst/>
              <a:gdLst>
                <a:gd name="T0" fmla="*/ 0 w 3"/>
                <a:gd name="T1" fmla="*/ 0 h 12"/>
                <a:gd name="T2" fmla="*/ 5 w 3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2" y="3"/>
                    <a:pt x="3" y="9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94" name="Freeform 2173">
              <a:extLst>
                <a:ext uri="{FF2B5EF4-FFF2-40B4-BE49-F238E27FC236}">
                  <a16:creationId xmlns:a16="http://schemas.microsoft.com/office/drawing/2014/main" id="{79D89D2D-FA57-4DFD-B306-5EDA3B739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424"/>
              <a:ext cx="17" cy="2"/>
            </a:xfrm>
            <a:custGeom>
              <a:avLst/>
              <a:gdLst>
                <a:gd name="T0" fmla="*/ 0 w 9"/>
                <a:gd name="T1" fmla="*/ 0 h 1"/>
                <a:gd name="T2" fmla="*/ 60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2" y="1"/>
                    <a:pt x="6" y="1"/>
                    <a:pt x="9" y="1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95" name="Freeform 2174">
              <a:extLst>
                <a:ext uri="{FF2B5EF4-FFF2-40B4-BE49-F238E27FC236}">
                  <a16:creationId xmlns:a16="http://schemas.microsoft.com/office/drawing/2014/main" id="{1B401FA7-68FF-43A1-B539-8081E6A60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399"/>
              <a:ext cx="39" cy="25"/>
            </a:xfrm>
            <a:custGeom>
              <a:avLst/>
              <a:gdLst>
                <a:gd name="T0" fmla="*/ 0 w 21"/>
                <a:gd name="T1" fmla="*/ 23 h 13"/>
                <a:gd name="T2" fmla="*/ 128 w 21"/>
                <a:gd name="T3" fmla="*/ 37 h 13"/>
                <a:gd name="T4" fmla="*/ 128 w 21"/>
                <a:gd name="T5" fmla="*/ 9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3"/>
                  </a:moveTo>
                  <a:cubicBezTo>
                    <a:pt x="5" y="2"/>
                    <a:pt x="16" y="0"/>
                    <a:pt x="20" y="5"/>
                  </a:cubicBezTo>
                  <a:cubicBezTo>
                    <a:pt x="21" y="7"/>
                    <a:pt x="21" y="13"/>
                    <a:pt x="20" y="13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96" name="Freeform 2175">
              <a:extLst>
                <a:ext uri="{FF2B5EF4-FFF2-40B4-BE49-F238E27FC236}">
                  <a16:creationId xmlns:a16="http://schemas.microsoft.com/office/drawing/2014/main" id="{9A205855-EDEA-4182-A74B-43776C54F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390"/>
              <a:ext cx="6" cy="17"/>
            </a:xfrm>
            <a:custGeom>
              <a:avLst/>
              <a:gdLst>
                <a:gd name="T0" fmla="*/ 0 w 3"/>
                <a:gd name="T1" fmla="*/ 60 h 9"/>
                <a:gd name="T2" fmla="*/ 1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7"/>
                    <a:pt x="3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97" name="Freeform 2176">
              <a:extLst>
                <a:ext uri="{FF2B5EF4-FFF2-40B4-BE49-F238E27FC236}">
                  <a16:creationId xmlns:a16="http://schemas.microsoft.com/office/drawing/2014/main" id="{35015568-B2F0-4837-B809-2F23EDD34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433"/>
              <a:ext cx="45" cy="21"/>
            </a:xfrm>
            <a:custGeom>
              <a:avLst/>
              <a:gdLst>
                <a:gd name="T0" fmla="*/ 0 w 24"/>
                <a:gd name="T1" fmla="*/ 8 h 11"/>
                <a:gd name="T2" fmla="*/ 73 w 24"/>
                <a:gd name="T3" fmla="*/ 8 h 11"/>
                <a:gd name="T4" fmla="*/ 137 w 24"/>
                <a:gd name="T5" fmla="*/ 15 h 11"/>
                <a:gd name="T6" fmla="*/ 144 w 24"/>
                <a:gd name="T7" fmla="*/ 7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0" y="1"/>
                  </a:moveTo>
                  <a:cubicBezTo>
                    <a:pt x="3" y="1"/>
                    <a:pt x="7" y="0"/>
                    <a:pt x="11" y="1"/>
                  </a:cubicBezTo>
                  <a:cubicBezTo>
                    <a:pt x="13" y="1"/>
                    <a:pt x="19" y="0"/>
                    <a:pt x="21" y="2"/>
                  </a:cubicBezTo>
                  <a:cubicBezTo>
                    <a:pt x="24" y="4"/>
                    <a:pt x="24" y="8"/>
                    <a:pt x="22" y="11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98" name="Freeform 2177">
              <a:extLst>
                <a:ext uri="{FF2B5EF4-FFF2-40B4-BE49-F238E27FC236}">
                  <a16:creationId xmlns:a16="http://schemas.microsoft.com/office/drawing/2014/main" id="{E3B48F82-632B-4D2F-96A7-938477C6C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439"/>
              <a:ext cx="37" cy="28"/>
            </a:xfrm>
            <a:custGeom>
              <a:avLst/>
              <a:gdLst>
                <a:gd name="T0" fmla="*/ 0 w 20"/>
                <a:gd name="T1" fmla="*/ 7 h 15"/>
                <a:gd name="T2" fmla="*/ 120 w 20"/>
                <a:gd name="T3" fmla="*/ 39 h 15"/>
                <a:gd name="T4" fmla="*/ 105 w 20"/>
                <a:gd name="T5" fmla="*/ 9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0" y="1"/>
                  </a:moveTo>
                  <a:cubicBezTo>
                    <a:pt x="4" y="0"/>
                    <a:pt x="17" y="2"/>
                    <a:pt x="19" y="6"/>
                  </a:cubicBezTo>
                  <a:cubicBezTo>
                    <a:pt x="20" y="8"/>
                    <a:pt x="19" y="14"/>
                    <a:pt x="17" y="1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99" name="Freeform 2178">
              <a:extLst>
                <a:ext uri="{FF2B5EF4-FFF2-40B4-BE49-F238E27FC236}">
                  <a16:creationId xmlns:a16="http://schemas.microsoft.com/office/drawing/2014/main" id="{59C88CB0-7F2D-4114-BC15-2E9A0CD74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407"/>
              <a:ext cx="41" cy="26"/>
            </a:xfrm>
            <a:custGeom>
              <a:avLst/>
              <a:gdLst>
                <a:gd name="T0" fmla="*/ 0 w 22"/>
                <a:gd name="T1" fmla="*/ 13 h 14"/>
                <a:gd name="T2" fmla="*/ 121 w 22"/>
                <a:gd name="T3" fmla="*/ 20 h 14"/>
                <a:gd name="T4" fmla="*/ 129 w 22"/>
                <a:gd name="T5" fmla="*/ 8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0" y="2"/>
                  </a:moveTo>
                  <a:cubicBezTo>
                    <a:pt x="4" y="1"/>
                    <a:pt x="16" y="0"/>
                    <a:pt x="19" y="3"/>
                  </a:cubicBezTo>
                  <a:cubicBezTo>
                    <a:pt x="21" y="5"/>
                    <a:pt x="22" y="12"/>
                    <a:pt x="20" y="14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00" name="Freeform 2179">
              <a:extLst>
                <a:ext uri="{FF2B5EF4-FFF2-40B4-BE49-F238E27FC236}">
                  <a16:creationId xmlns:a16="http://schemas.microsoft.com/office/drawing/2014/main" id="{A2983167-5BFA-40C5-91DC-42A970935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413"/>
              <a:ext cx="44" cy="28"/>
            </a:xfrm>
            <a:custGeom>
              <a:avLst/>
              <a:gdLst>
                <a:gd name="T0" fmla="*/ 0 w 24"/>
                <a:gd name="T1" fmla="*/ 7 h 15"/>
                <a:gd name="T2" fmla="*/ 141 w 24"/>
                <a:gd name="T3" fmla="*/ 32 h 15"/>
                <a:gd name="T4" fmla="*/ 134 w 24"/>
                <a:gd name="T5" fmla="*/ 9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1"/>
                  </a:moveTo>
                  <a:cubicBezTo>
                    <a:pt x="4" y="0"/>
                    <a:pt x="20" y="0"/>
                    <a:pt x="23" y="5"/>
                  </a:cubicBezTo>
                  <a:cubicBezTo>
                    <a:pt x="24" y="6"/>
                    <a:pt x="23" y="15"/>
                    <a:pt x="22" y="1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01" name="Freeform 2180">
              <a:extLst>
                <a:ext uri="{FF2B5EF4-FFF2-40B4-BE49-F238E27FC236}">
                  <a16:creationId xmlns:a16="http://schemas.microsoft.com/office/drawing/2014/main" id="{A7948379-4B75-4D6D-853A-A39085736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420"/>
              <a:ext cx="40" cy="28"/>
            </a:xfrm>
            <a:custGeom>
              <a:avLst/>
              <a:gdLst>
                <a:gd name="T0" fmla="*/ 0 w 21"/>
                <a:gd name="T1" fmla="*/ 7 h 15"/>
                <a:gd name="T2" fmla="*/ 137 w 21"/>
                <a:gd name="T3" fmla="*/ 39 h 15"/>
                <a:gd name="T4" fmla="*/ 131 w 21"/>
                <a:gd name="T5" fmla="*/ 9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"/>
                  </a:moveTo>
                  <a:cubicBezTo>
                    <a:pt x="5" y="0"/>
                    <a:pt x="17" y="2"/>
                    <a:pt x="20" y="6"/>
                  </a:cubicBezTo>
                  <a:cubicBezTo>
                    <a:pt x="21" y="8"/>
                    <a:pt x="20" y="14"/>
                    <a:pt x="19" y="1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02" name="Freeform 2181">
              <a:extLst>
                <a:ext uri="{FF2B5EF4-FFF2-40B4-BE49-F238E27FC236}">
                  <a16:creationId xmlns:a16="http://schemas.microsoft.com/office/drawing/2014/main" id="{E8222523-593A-466B-B0D9-F33C9BDD8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394"/>
              <a:ext cx="4" cy="17"/>
            </a:xfrm>
            <a:custGeom>
              <a:avLst/>
              <a:gdLst>
                <a:gd name="T0" fmla="*/ 0 w 2"/>
                <a:gd name="T1" fmla="*/ 60 h 9"/>
                <a:gd name="T2" fmla="*/ 16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3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03" name="Freeform 2182">
              <a:extLst>
                <a:ext uri="{FF2B5EF4-FFF2-40B4-BE49-F238E27FC236}">
                  <a16:creationId xmlns:a16="http://schemas.microsoft.com/office/drawing/2014/main" id="{C220C664-C6F9-4480-B5B1-06818EA52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407"/>
              <a:ext cx="3" cy="15"/>
            </a:xfrm>
            <a:custGeom>
              <a:avLst/>
              <a:gdLst>
                <a:gd name="T0" fmla="*/ 0 w 2"/>
                <a:gd name="T1" fmla="*/ 53 h 8"/>
                <a:gd name="T2" fmla="*/ 5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2" y="5"/>
                    <a:pt x="1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04" name="Freeform 2183">
              <a:extLst>
                <a:ext uri="{FF2B5EF4-FFF2-40B4-BE49-F238E27FC236}">
                  <a16:creationId xmlns:a16="http://schemas.microsoft.com/office/drawing/2014/main" id="{A3FF81DC-6A26-40C3-89BA-31E2244A0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441"/>
              <a:ext cx="21" cy="7"/>
            </a:xfrm>
            <a:custGeom>
              <a:avLst/>
              <a:gdLst>
                <a:gd name="T0" fmla="*/ 0 w 11"/>
                <a:gd name="T1" fmla="*/ 7 h 4"/>
                <a:gd name="T2" fmla="*/ 76 w 1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1"/>
                  </a:moveTo>
                  <a:cubicBezTo>
                    <a:pt x="5" y="0"/>
                    <a:pt x="7" y="2"/>
                    <a:pt x="11" y="4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05" name="Freeform 2184">
              <a:extLst>
                <a:ext uri="{FF2B5EF4-FFF2-40B4-BE49-F238E27FC236}">
                  <a16:creationId xmlns:a16="http://schemas.microsoft.com/office/drawing/2014/main" id="{5747A40B-A2F9-4D2A-AC73-6CC794272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435"/>
              <a:ext cx="15" cy="4"/>
            </a:xfrm>
            <a:custGeom>
              <a:avLst/>
              <a:gdLst>
                <a:gd name="T0" fmla="*/ 0 w 8"/>
                <a:gd name="T1" fmla="*/ 0 h 2"/>
                <a:gd name="T2" fmla="*/ 53 w 8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1"/>
                    <a:pt x="5" y="1"/>
                    <a:pt x="8" y="2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06" name="Freeform 2185">
              <a:extLst>
                <a:ext uri="{FF2B5EF4-FFF2-40B4-BE49-F238E27FC236}">
                  <a16:creationId xmlns:a16="http://schemas.microsoft.com/office/drawing/2014/main" id="{B7600524-D0B9-4AB7-B605-3F66AEFCC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435"/>
              <a:ext cx="11" cy="11"/>
            </a:xfrm>
            <a:custGeom>
              <a:avLst/>
              <a:gdLst>
                <a:gd name="T0" fmla="*/ 37 w 6"/>
                <a:gd name="T1" fmla="*/ 0 h 6"/>
                <a:gd name="T2" fmla="*/ 0 w 6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0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07" name="Freeform 2186">
              <a:extLst>
                <a:ext uri="{FF2B5EF4-FFF2-40B4-BE49-F238E27FC236}">
                  <a16:creationId xmlns:a16="http://schemas.microsoft.com/office/drawing/2014/main" id="{BDD2EA92-C364-49B7-A923-8E251CCD4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478"/>
              <a:ext cx="41" cy="24"/>
            </a:xfrm>
            <a:custGeom>
              <a:avLst/>
              <a:gdLst>
                <a:gd name="T0" fmla="*/ 0 w 22"/>
                <a:gd name="T1" fmla="*/ 81 h 13"/>
                <a:gd name="T2" fmla="*/ 97 w 22"/>
                <a:gd name="T3" fmla="*/ 7 h 13"/>
                <a:gd name="T4" fmla="*/ 142 w 22"/>
                <a:gd name="T5" fmla="*/ 6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5" y="5"/>
                    <a:pt x="13" y="0"/>
                    <a:pt x="15" y="1"/>
                  </a:cubicBezTo>
                  <a:cubicBezTo>
                    <a:pt x="17" y="2"/>
                    <a:pt x="22" y="10"/>
                    <a:pt x="22" y="1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08" name="Freeform 2187">
              <a:extLst>
                <a:ext uri="{FF2B5EF4-FFF2-40B4-BE49-F238E27FC236}">
                  <a16:creationId xmlns:a16="http://schemas.microsoft.com/office/drawing/2014/main" id="{5E425355-F64B-46AC-A826-3FE8E84B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478"/>
              <a:ext cx="12" cy="26"/>
            </a:xfrm>
            <a:custGeom>
              <a:avLst/>
              <a:gdLst>
                <a:gd name="T0" fmla="*/ 16 w 6"/>
                <a:gd name="T1" fmla="*/ 89 h 14"/>
                <a:gd name="T2" fmla="*/ 48 w 6"/>
                <a:gd name="T3" fmla="*/ 59 h 14"/>
                <a:gd name="T4" fmla="*/ 0 w 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2" y="14"/>
                  </a:moveTo>
                  <a:cubicBezTo>
                    <a:pt x="6" y="12"/>
                    <a:pt x="6" y="10"/>
                    <a:pt x="6" y="9"/>
                  </a:cubicBezTo>
                  <a:cubicBezTo>
                    <a:pt x="5" y="8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09" name="Freeform 2188">
              <a:extLst>
                <a:ext uri="{FF2B5EF4-FFF2-40B4-BE49-F238E27FC236}">
                  <a16:creationId xmlns:a16="http://schemas.microsoft.com/office/drawing/2014/main" id="{42B2F7C4-1EA6-4C58-81EE-81D5C042F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463"/>
              <a:ext cx="33" cy="32"/>
            </a:xfrm>
            <a:custGeom>
              <a:avLst/>
              <a:gdLst>
                <a:gd name="T0" fmla="*/ 0 w 18"/>
                <a:gd name="T1" fmla="*/ 113 h 17"/>
                <a:gd name="T2" fmla="*/ 112 w 1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cubicBezTo>
                    <a:pt x="5" y="13"/>
                    <a:pt x="17" y="1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10" name="Freeform 2189">
              <a:extLst>
                <a:ext uri="{FF2B5EF4-FFF2-40B4-BE49-F238E27FC236}">
                  <a16:creationId xmlns:a16="http://schemas.microsoft.com/office/drawing/2014/main" id="{6B21FF90-AC88-4A41-8B73-4A201F7C5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474"/>
              <a:ext cx="11" cy="12"/>
            </a:xfrm>
            <a:custGeom>
              <a:avLst/>
              <a:gdLst>
                <a:gd name="T0" fmla="*/ 0 w 6"/>
                <a:gd name="T1" fmla="*/ 0 h 6"/>
                <a:gd name="T2" fmla="*/ 37 w 6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4" y="2"/>
                    <a:pt x="6" y="6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11" name="Freeform 2190">
              <a:extLst>
                <a:ext uri="{FF2B5EF4-FFF2-40B4-BE49-F238E27FC236}">
                  <a16:creationId xmlns:a16="http://schemas.microsoft.com/office/drawing/2014/main" id="{2B009CB3-2BFC-408D-A549-8F0F14016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819"/>
              <a:ext cx="30" cy="58"/>
            </a:xfrm>
            <a:custGeom>
              <a:avLst/>
              <a:gdLst>
                <a:gd name="T0" fmla="*/ 81 w 16"/>
                <a:gd name="T1" fmla="*/ 204 h 31"/>
                <a:gd name="T2" fmla="*/ 0 w 16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12" y="31"/>
                  </a:moveTo>
                  <a:cubicBezTo>
                    <a:pt x="16" y="15"/>
                    <a:pt x="12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12" name="Freeform 2191">
              <a:extLst>
                <a:ext uri="{FF2B5EF4-FFF2-40B4-BE49-F238E27FC236}">
                  <a16:creationId xmlns:a16="http://schemas.microsoft.com/office/drawing/2014/main" id="{9F5F8A4B-7115-44FA-817F-54AF4C015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772"/>
              <a:ext cx="32" cy="58"/>
            </a:xfrm>
            <a:custGeom>
              <a:avLst/>
              <a:gdLst>
                <a:gd name="T0" fmla="*/ 100 w 17"/>
                <a:gd name="T1" fmla="*/ 204 h 31"/>
                <a:gd name="T2" fmla="*/ 0 w 17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15" y="31"/>
                  </a:moveTo>
                  <a:cubicBezTo>
                    <a:pt x="15" y="18"/>
                    <a:pt x="17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13" name="Freeform 2192">
              <a:extLst>
                <a:ext uri="{FF2B5EF4-FFF2-40B4-BE49-F238E27FC236}">
                  <a16:creationId xmlns:a16="http://schemas.microsoft.com/office/drawing/2014/main" id="{02DB73AA-56A0-47CD-BBBB-3942C23D8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851"/>
              <a:ext cx="22" cy="24"/>
            </a:xfrm>
            <a:custGeom>
              <a:avLst/>
              <a:gdLst>
                <a:gd name="T0" fmla="*/ 73 w 12"/>
                <a:gd name="T1" fmla="*/ 81 h 13"/>
                <a:gd name="T2" fmla="*/ 51 w 12"/>
                <a:gd name="T3" fmla="*/ 13 h 13"/>
                <a:gd name="T4" fmla="*/ 0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13"/>
                  </a:moveTo>
                  <a:cubicBezTo>
                    <a:pt x="11" y="9"/>
                    <a:pt x="12" y="5"/>
                    <a:pt x="8" y="2"/>
                  </a:cubicBezTo>
                  <a:cubicBezTo>
                    <a:pt x="6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14" name="Freeform 2193">
              <a:extLst>
                <a:ext uri="{FF2B5EF4-FFF2-40B4-BE49-F238E27FC236}">
                  <a16:creationId xmlns:a16="http://schemas.microsoft.com/office/drawing/2014/main" id="{971A00D9-67A3-4606-8F3D-1980F0A70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817"/>
              <a:ext cx="28" cy="37"/>
            </a:xfrm>
            <a:custGeom>
              <a:avLst/>
              <a:gdLst>
                <a:gd name="T0" fmla="*/ 84 w 15"/>
                <a:gd name="T1" fmla="*/ 126 h 20"/>
                <a:gd name="T2" fmla="*/ 52 w 15"/>
                <a:gd name="T3" fmla="*/ 13 h 20"/>
                <a:gd name="T4" fmla="*/ 13 w 15"/>
                <a:gd name="T5" fmla="*/ 0 h 20"/>
                <a:gd name="T6" fmla="*/ 0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3" y="20"/>
                  </a:moveTo>
                  <a:cubicBezTo>
                    <a:pt x="12" y="14"/>
                    <a:pt x="15" y="6"/>
                    <a:pt x="8" y="2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15" name="Freeform 2194">
              <a:extLst>
                <a:ext uri="{FF2B5EF4-FFF2-40B4-BE49-F238E27FC236}">
                  <a16:creationId xmlns:a16="http://schemas.microsoft.com/office/drawing/2014/main" id="{D0A812D7-0D2D-4C3C-A63A-A633A273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828"/>
              <a:ext cx="18" cy="4"/>
            </a:xfrm>
            <a:custGeom>
              <a:avLst/>
              <a:gdLst>
                <a:gd name="T0" fmla="*/ 58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0"/>
                    <a:pt x="3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16" name="Freeform 2195">
              <a:extLst>
                <a:ext uri="{FF2B5EF4-FFF2-40B4-BE49-F238E27FC236}">
                  <a16:creationId xmlns:a16="http://schemas.microsoft.com/office/drawing/2014/main" id="{4DAE1287-463F-4482-8E30-BE1962EF7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783"/>
              <a:ext cx="19" cy="41"/>
            </a:xfrm>
            <a:custGeom>
              <a:avLst/>
              <a:gdLst>
                <a:gd name="T0" fmla="*/ 68 w 10"/>
                <a:gd name="T1" fmla="*/ 7 h 22"/>
                <a:gd name="T2" fmla="*/ 15 w 10"/>
                <a:gd name="T3" fmla="*/ 13 h 22"/>
                <a:gd name="T4" fmla="*/ 8 w 10"/>
                <a:gd name="T5" fmla="*/ 73 h 22"/>
                <a:gd name="T6" fmla="*/ 21 w 10"/>
                <a:gd name="T7" fmla="*/ 14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10" y="1"/>
                  </a:moveTo>
                  <a:cubicBezTo>
                    <a:pt x="7" y="1"/>
                    <a:pt x="4" y="0"/>
                    <a:pt x="2" y="2"/>
                  </a:cubicBezTo>
                  <a:cubicBezTo>
                    <a:pt x="0" y="4"/>
                    <a:pt x="1" y="9"/>
                    <a:pt x="1" y="11"/>
                  </a:cubicBezTo>
                  <a:cubicBezTo>
                    <a:pt x="1" y="15"/>
                    <a:pt x="2" y="19"/>
                    <a:pt x="3" y="22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17" name="Freeform 2196">
              <a:extLst>
                <a:ext uri="{FF2B5EF4-FFF2-40B4-BE49-F238E27FC236}">
                  <a16:creationId xmlns:a16="http://schemas.microsoft.com/office/drawing/2014/main" id="{8E71F73B-796F-4845-818A-087C0E12F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787"/>
              <a:ext cx="23" cy="4"/>
            </a:xfrm>
            <a:custGeom>
              <a:avLst/>
              <a:gdLst>
                <a:gd name="T0" fmla="*/ 84 w 12"/>
                <a:gd name="T1" fmla="*/ 16 h 2"/>
                <a:gd name="T2" fmla="*/ 0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1"/>
                    <a:pt x="5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18" name="Freeform 2197">
              <a:extLst>
                <a:ext uri="{FF2B5EF4-FFF2-40B4-BE49-F238E27FC236}">
                  <a16:creationId xmlns:a16="http://schemas.microsoft.com/office/drawing/2014/main" id="{74FEF473-20D8-4B5A-B08F-3D858A157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727"/>
              <a:ext cx="32" cy="51"/>
            </a:xfrm>
            <a:custGeom>
              <a:avLst/>
              <a:gdLst>
                <a:gd name="T0" fmla="*/ 113 w 17"/>
                <a:gd name="T1" fmla="*/ 181 h 27"/>
                <a:gd name="T2" fmla="*/ 68 w 17"/>
                <a:gd name="T3" fmla="*/ 28 h 27"/>
                <a:gd name="T4" fmla="*/ 0 w 17"/>
                <a:gd name="T5" fmla="*/ 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17" y="27"/>
                  </a:moveTo>
                  <a:cubicBezTo>
                    <a:pt x="13" y="20"/>
                    <a:pt x="17" y="9"/>
                    <a:pt x="10" y="4"/>
                  </a:cubicBezTo>
                  <a:cubicBezTo>
                    <a:pt x="7" y="2"/>
                    <a:pt x="2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19" name="Freeform 2198">
              <a:extLst>
                <a:ext uri="{FF2B5EF4-FFF2-40B4-BE49-F238E27FC236}">
                  <a16:creationId xmlns:a16="http://schemas.microsoft.com/office/drawing/2014/main" id="{04642962-27A3-41A3-90E1-5D36A1C60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742"/>
              <a:ext cx="23" cy="47"/>
            </a:xfrm>
            <a:custGeom>
              <a:avLst/>
              <a:gdLst>
                <a:gd name="T0" fmla="*/ 0 w 12"/>
                <a:gd name="T1" fmla="*/ 8 h 25"/>
                <a:gd name="T2" fmla="*/ 69 w 12"/>
                <a:gd name="T3" fmla="*/ 53 h 25"/>
                <a:gd name="T4" fmla="*/ 84 w 12"/>
                <a:gd name="T5" fmla="*/ 16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1"/>
                  </a:moveTo>
                  <a:cubicBezTo>
                    <a:pt x="6" y="0"/>
                    <a:pt x="8" y="1"/>
                    <a:pt x="10" y="8"/>
                  </a:cubicBezTo>
                  <a:cubicBezTo>
                    <a:pt x="11" y="13"/>
                    <a:pt x="12" y="19"/>
                    <a:pt x="12" y="2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20" name="Freeform 2199">
              <a:extLst>
                <a:ext uri="{FF2B5EF4-FFF2-40B4-BE49-F238E27FC236}">
                  <a16:creationId xmlns:a16="http://schemas.microsoft.com/office/drawing/2014/main" id="{162309E4-189C-4D2A-A4E9-2169C3BEE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738"/>
              <a:ext cx="24" cy="11"/>
            </a:xfrm>
            <a:custGeom>
              <a:avLst/>
              <a:gdLst>
                <a:gd name="T0" fmla="*/ 81 w 13"/>
                <a:gd name="T1" fmla="*/ 0 h 6"/>
                <a:gd name="T2" fmla="*/ 0 w 13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0"/>
                  </a:moveTo>
                  <a:cubicBezTo>
                    <a:pt x="9" y="0"/>
                    <a:pt x="1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21" name="Freeform 2200">
              <a:extLst>
                <a:ext uri="{FF2B5EF4-FFF2-40B4-BE49-F238E27FC236}">
                  <a16:creationId xmlns:a16="http://schemas.microsoft.com/office/drawing/2014/main" id="{48A81D1B-D436-43D8-A1F3-A24229147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778"/>
              <a:ext cx="10" cy="9"/>
            </a:xfrm>
            <a:custGeom>
              <a:avLst/>
              <a:gdLst>
                <a:gd name="T0" fmla="*/ 40 w 5"/>
                <a:gd name="T1" fmla="*/ 2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5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22" name="Freeform 2201">
              <a:extLst>
                <a:ext uri="{FF2B5EF4-FFF2-40B4-BE49-F238E27FC236}">
                  <a16:creationId xmlns:a16="http://schemas.microsoft.com/office/drawing/2014/main" id="{7CA068C1-28C3-4A10-B0C6-8BD2BC657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817"/>
              <a:ext cx="10" cy="13"/>
            </a:xfrm>
            <a:custGeom>
              <a:avLst/>
              <a:gdLst>
                <a:gd name="T0" fmla="*/ 40 w 5"/>
                <a:gd name="T1" fmla="*/ 0 h 7"/>
                <a:gd name="T2" fmla="*/ 0 w 5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2" y="1"/>
                    <a:pt x="1" y="4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23" name="Freeform 2202">
              <a:extLst>
                <a:ext uri="{FF2B5EF4-FFF2-40B4-BE49-F238E27FC236}">
                  <a16:creationId xmlns:a16="http://schemas.microsoft.com/office/drawing/2014/main" id="{17FE9471-2442-410D-AB7D-6134BDECC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828"/>
              <a:ext cx="10" cy="2"/>
            </a:xfrm>
            <a:custGeom>
              <a:avLst/>
              <a:gdLst>
                <a:gd name="T0" fmla="*/ 40 w 5"/>
                <a:gd name="T1" fmla="*/ 0 h 1"/>
                <a:gd name="T2" fmla="*/ 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0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24" name="Freeform 2203">
              <a:extLst>
                <a:ext uri="{FF2B5EF4-FFF2-40B4-BE49-F238E27FC236}">
                  <a16:creationId xmlns:a16="http://schemas.microsoft.com/office/drawing/2014/main" id="{F5BA8548-1473-4D01-A7FA-0C7B5C9CD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686"/>
              <a:ext cx="28" cy="47"/>
            </a:xfrm>
            <a:custGeom>
              <a:avLst/>
              <a:gdLst>
                <a:gd name="T0" fmla="*/ 97 w 15"/>
                <a:gd name="T1" fmla="*/ 165 h 25"/>
                <a:gd name="T2" fmla="*/ 73 w 15"/>
                <a:gd name="T3" fmla="*/ 73 h 25"/>
                <a:gd name="T4" fmla="*/ 52 w 15"/>
                <a:gd name="T5" fmla="*/ 15 h 25"/>
                <a:gd name="T6" fmla="*/ 0 w 15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15" y="25"/>
                  </a:moveTo>
                  <a:cubicBezTo>
                    <a:pt x="14" y="20"/>
                    <a:pt x="13" y="15"/>
                    <a:pt x="11" y="11"/>
                  </a:cubicBezTo>
                  <a:cubicBezTo>
                    <a:pt x="11" y="8"/>
                    <a:pt x="10" y="4"/>
                    <a:pt x="8" y="2"/>
                  </a:cubicBezTo>
                  <a:cubicBezTo>
                    <a:pt x="6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25" name="Freeform 2204">
              <a:extLst>
                <a:ext uri="{FF2B5EF4-FFF2-40B4-BE49-F238E27FC236}">
                  <a16:creationId xmlns:a16="http://schemas.microsoft.com/office/drawing/2014/main" id="{571DA9FF-D1B1-423F-B3B1-D8D936C8C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637"/>
              <a:ext cx="45" cy="51"/>
            </a:xfrm>
            <a:custGeom>
              <a:avLst/>
              <a:gdLst>
                <a:gd name="T0" fmla="*/ 128 w 24"/>
                <a:gd name="T1" fmla="*/ 181 h 27"/>
                <a:gd name="T2" fmla="*/ 68 w 24"/>
                <a:gd name="T3" fmla="*/ 28 h 27"/>
                <a:gd name="T4" fmla="*/ 0 w 24"/>
                <a:gd name="T5" fmla="*/ 2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7">
                  <a:moveTo>
                    <a:pt x="19" y="27"/>
                  </a:moveTo>
                  <a:cubicBezTo>
                    <a:pt x="24" y="22"/>
                    <a:pt x="13" y="8"/>
                    <a:pt x="10" y="4"/>
                  </a:cubicBezTo>
                  <a:cubicBezTo>
                    <a:pt x="7" y="0"/>
                    <a:pt x="4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26" name="Freeform 2205">
              <a:extLst>
                <a:ext uri="{FF2B5EF4-FFF2-40B4-BE49-F238E27FC236}">
                  <a16:creationId xmlns:a16="http://schemas.microsoft.com/office/drawing/2014/main" id="{51F892EF-7F19-4448-8F58-2F858BD08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94"/>
              <a:ext cx="47" cy="45"/>
            </a:xfrm>
            <a:custGeom>
              <a:avLst/>
              <a:gdLst>
                <a:gd name="T0" fmla="*/ 137 w 25"/>
                <a:gd name="T1" fmla="*/ 158 h 24"/>
                <a:gd name="T2" fmla="*/ 68 w 25"/>
                <a:gd name="T3" fmla="*/ 21 h 24"/>
                <a:gd name="T4" fmla="*/ 32 w 25"/>
                <a:gd name="T5" fmla="*/ 15 h 24"/>
                <a:gd name="T6" fmla="*/ 0 w 25"/>
                <a:gd name="T7" fmla="*/ 3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4">
                  <a:moveTo>
                    <a:pt x="21" y="24"/>
                  </a:moveTo>
                  <a:cubicBezTo>
                    <a:pt x="25" y="20"/>
                    <a:pt x="14" y="6"/>
                    <a:pt x="10" y="3"/>
                  </a:cubicBezTo>
                  <a:cubicBezTo>
                    <a:pt x="8" y="1"/>
                    <a:pt x="8" y="0"/>
                    <a:pt x="5" y="2"/>
                  </a:cubicBezTo>
                  <a:cubicBezTo>
                    <a:pt x="3" y="3"/>
                    <a:pt x="0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27" name="Freeform 2206">
              <a:extLst>
                <a:ext uri="{FF2B5EF4-FFF2-40B4-BE49-F238E27FC236}">
                  <a16:creationId xmlns:a16="http://schemas.microsoft.com/office/drawing/2014/main" id="{1481BCEE-F59A-4D06-98B7-3FB5B77AA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697"/>
              <a:ext cx="15" cy="43"/>
            </a:xfrm>
            <a:custGeom>
              <a:avLst/>
              <a:gdLst>
                <a:gd name="T0" fmla="*/ 45 w 8"/>
                <a:gd name="T1" fmla="*/ 150 h 23"/>
                <a:gd name="T2" fmla="*/ 8 w 8"/>
                <a:gd name="T3" fmla="*/ 45 h 23"/>
                <a:gd name="T4" fmla="*/ 53 w 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7" y="23"/>
                  </a:moveTo>
                  <a:cubicBezTo>
                    <a:pt x="4" y="19"/>
                    <a:pt x="1" y="13"/>
                    <a:pt x="1" y="7"/>
                  </a:cubicBezTo>
                  <a:cubicBezTo>
                    <a:pt x="0" y="1"/>
                    <a:pt x="5" y="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28" name="Freeform 2207">
              <a:extLst>
                <a:ext uri="{FF2B5EF4-FFF2-40B4-BE49-F238E27FC236}">
                  <a16:creationId xmlns:a16="http://schemas.microsoft.com/office/drawing/2014/main" id="{8936D0CF-98E6-46E8-A22E-731C86723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706"/>
              <a:ext cx="24" cy="8"/>
            </a:xfrm>
            <a:custGeom>
              <a:avLst/>
              <a:gdLst>
                <a:gd name="T0" fmla="*/ 81 w 13"/>
                <a:gd name="T1" fmla="*/ 16 h 4"/>
                <a:gd name="T2" fmla="*/ 0 w 1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13" y="2"/>
                  </a:moveTo>
                  <a:cubicBezTo>
                    <a:pt x="10" y="0"/>
                    <a:pt x="3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29" name="Freeform 2208">
              <a:extLst>
                <a:ext uri="{FF2B5EF4-FFF2-40B4-BE49-F238E27FC236}">
                  <a16:creationId xmlns:a16="http://schemas.microsoft.com/office/drawing/2014/main" id="{A19E5533-F17E-4C5B-928A-D992A8BD8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735"/>
              <a:ext cx="12" cy="9"/>
            </a:xfrm>
            <a:custGeom>
              <a:avLst/>
              <a:gdLst>
                <a:gd name="T0" fmla="*/ 48 w 6"/>
                <a:gd name="T1" fmla="*/ 0 h 5"/>
                <a:gd name="T2" fmla="*/ 0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3"/>
                    <a:pt x="1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30" name="Freeform 2209">
              <a:extLst>
                <a:ext uri="{FF2B5EF4-FFF2-40B4-BE49-F238E27FC236}">
                  <a16:creationId xmlns:a16="http://schemas.microsoft.com/office/drawing/2014/main" id="{6D8DB843-3E57-4489-97D5-BE97C6964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660"/>
              <a:ext cx="18" cy="48"/>
            </a:xfrm>
            <a:custGeom>
              <a:avLst/>
              <a:gdLst>
                <a:gd name="T0" fmla="*/ 45 w 10"/>
                <a:gd name="T1" fmla="*/ 164 h 26"/>
                <a:gd name="T2" fmla="*/ 23 w 10"/>
                <a:gd name="T3" fmla="*/ 96 h 26"/>
                <a:gd name="T4" fmla="*/ 7 w 10"/>
                <a:gd name="T5" fmla="*/ 44 h 26"/>
                <a:gd name="T6" fmla="*/ 58 w 10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8" y="26"/>
                  </a:moveTo>
                  <a:cubicBezTo>
                    <a:pt x="6" y="23"/>
                    <a:pt x="6" y="19"/>
                    <a:pt x="4" y="15"/>
                  </a:cubicBezTo>
                  <a:cubicBezTo>
                    <a:pt x="3" y="13"/>
                    <a:pt x="0" y="10"/>
                    <a:pt x="1" y="7"/>
                  </a:cubicBezTo>
                  <a:cubicBezTo>
                    <a:pt x="2" y="4"/>
                    <a:pt x="8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31" name="Freeform 2210">
              <a:extLst>
                <a:ext uri="{FF2B5EF4-FFF2-40B4-BE49-F238E27FC236}">
                  <a16:creationId xmlns:a16="http://schemas.microsoft.com/office/drawing/2014/main" id="{32E0C8DC-396A-4BB3-BBD1-BA850FD9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673"/>
              <a:ext cx="13" cy="5"/>
            </a:xfrm>
            <a:custGeom>
              <a:avLst/>
              <a:gdLst>
                <a:gd name="T0" fmla="*/ 45 w 7"/>
                <a:gd name="T1" fmla="*/ 0 h 3"/>
                <a:gd name="T2" fmla="*/ 0 w 7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4" y="1"/>
                    <a:pt x="1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32" name="Freeform 2211">
              <a:extLst>
                <a:ext uri="{FF2B5EF4-FFF2-40B4-BE49-F238E27FC236}">
                  <a16:creationId xmlns:a16="http://schemas.microsoft.com/office/drawing/2014/main" id="{46540228-02BB-4C36-B034-0D510BA6B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620"/>
              <a:ext cx="17" cy="43"/>
            </a:xfrm>
            <a:custGeom>
              <a:avLst/>
              <a:gdLst>
                <a:gd name="T0" fmla="*/ 60 w 9"/>
                <a:gd name="T1" fmla="*/ 150 h 23"/>
                <a:gd name="T2" fmla="*/ 0 w 9"/>
                <a:gd name="T3" fmla="*/ 45 h 23"/>
                <a:gd name="T4" fmla="*/ 40 w 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3">
                  <a:moveTo>
                    <a:pt x="9" y="23"/>
                  </a:moveTo>
                  <a:cubicBezTo>
                    <a:pt x="7" y="19"/>
                    <a:pt x="0" y="12"/>
                    <a:pt x="0" y="7"/>
                  </a:cubicBezTo>
                  <a:cubicBezTo>
                    <a:pt x="0" y="4"/>
                    <a:pt x="4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33" name="Freeform 2212">
              <a:extLst>
                <a:ext uri="{FF2B5EF4-FFF2-40B4-BE49-F238E27FC236}">
                  <a16:creationId xmlns:a16="http://schemas.microsoft.com/office/drawing/2014/main" id="{B2F72AF8-B68F-4042-B05C-D46A42AF6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637"/>
              <a:ext cx="20" cy="11"/>
            </a:xfrm>
            <a:custGeom>
              <a:avLst/>
              <a:gdLst>
                <a:gd name="T0" fmla="*/ 65 w 11"/>
                <a:gd name="T1" fmla="*/ 0 h 6"/>
                <a:gd name="T2" fmla="*/ 0 w 11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6" y="0"/>
                    <a:pt x="2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34" name="Freeform 2213">
              <a:extLst>
                <a:ext uri="{FF2B5EF4-FFF2-40B4-BE49-F238E27FC236}">
                  <a16:creationId xmlns:a16="http://schemas.microsoft.com/office/drawing/2014/main" id="{2B116381-E7F3-4116-ABF3-3F6EDE7EC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630"/>
              <a:ext cx="11" cy="13"/>
            </a:xfrm>
            <a:custGeom>
              <a:avLst/>
              <a:gdLst>
                <a:gd name="T0" fmla="*/ 37 w 6"/>
                <a:gd name="T1" fmla="*/ 45 h 7"/>
                <a:gd name="T2" fmla="*/ 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6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35" name="Freeform 2214">
              <a:extLst>
                <a:ext uri="{FF2B5EF4-FFF2-40B4-BE49-F238E27FC236}">
                  <a16:creationId xmlns:a16="http://schemas.microsoft.com/office/drawing/2014/main" id="{789195F5-6E38-495D-98D0-85BC38745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598"/>
              <a:ext cx="35" cy="32"/>
            </a:xfrm>
            <a:custGeom>
              <a:avLst/>
              <a:gdLst>
                <a:gd name="T0" fmla="*/ 118 w 19"/>
                <a:gd name="T1" fmla="*/ 113 h 17"/>
                <a:gd name="T2" fmla="*/ 44 w 19"/>
                <a:gd name="T3" fmla="*/ 0 h 17"/>
                <a:gd name="T4" fmla="*/ 0 w 19"/>
                <a:gd name="T5" fmla="*/ 3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7"/>
                  </a:moveTo>
                  <a:cubicBezTo>
                    <a:pt x="17" y="12"/>
                    <a:pt x="13" y="1"/>
                    <a:pt x="7" y="0"/>
                  </a:cubicBezTo>
                  <a:cubicBezTo>
                    <a:pt x="5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36" name="Freeform 2215">
              <a:extLst>
                <a:ext uri="{FF2B5EF4-FFF2-40B4-BE49-F238E27FC236}">
                  <a16:creationId xmlns:a16="http://schemas.microsoft.com/office/drawing/2014/main" id="{9CF89799-8B35-4CED-A8BA-D9E3139ED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587"/>
              <a:ext cx="11" cy="11"/>
            </a:xfrm>
            <a:custGeom>
              <a:avLst/>
              <a:gdLst>
                <a:gd name="T0" fmla="*/ 0 w 6"/>
                <a:gd name="T1" fmla="*/ 37 h 6"/>
                <a:gd name="T2" fmla="*/ 3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4"/>
                    <a:pt x="5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37" name="Freeform 2216">
              <a:extLst>
                <a:ext uri="{FF2B5EF4-FFF2-40B4-BE49-F238E27FC236}">
                  <a16:creationId xmlns:a16="http://schemas.microsoft.com/office/drawing/2014/main" id="{7F8D1290-0525-402A-AF7A-858C422F9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1559"/>
              <a:ext cx="39" cy="37"/>
            </a:xfrm>
            <a:custGeom>
              <a:avLst/>
              <a:gdLst>
                <a:gd name="T0" fmla="*/ 134 w 21"/>
                <a:gd name="T1" fmla="*/ 126 h 20"/>
                <a:gd name="T2" fmla="*/ 104 w 21"/>
                <a:gd name="T3" fmla="*/ 65 h 20"/>
                <a:gd name="T4" fmla="*/ 59 w 21"/>
                <a:gd name="T5" fmla="*/ 13 h 20"/>
                <a:gd name="T6" fmla="*/ 0 w 21"/>
                <a:gd name="T7" fmla="*/ 4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20"/>
                  </a:moveTo>
                  <a:cubicBezTo>
                    <a:pt x="19" y="17"/>
                    <a:pt x="18" y="13"/>
                    <a:pt x="16" y="10"/>
                  </a:cubicBezTo>
                  <a:cubicBezTo>
                    <a:pt x="14" y="8"/>
                    <a:pt x="11" y="3"/>
                    <a:pt x="9" y="2"/>
                  </a:cubicBezTo>
                  <a:cubicBezTo>
                    <a:pt x="5" y="0"/>
                    <a:pt x="2" y="4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38" name="Freeform 2217">
              <a:extLst>
                <a:ext uri="{FF2B5EF4-FFF2-40B4-BE49-F238E27FC236}">
                  <a16:creationId xmlns:a16="http://schemas.microsoft.com/office/drawing/2014/main" id="{E9E7ECD1-8AC4-41EA-8864-5A6DBB131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534"/>
              <a:ext cx="39" cy="26"/>
            </a:xfrm>
            <a:custGeom>
              <a:avLst/>
              <a:gdLst>
                <a:gd name="T0" fmla="*/ 134 w 21"/>
                <a:gd name="T1" fmla="*/ 89 h 14"/>
                <a:gd name="T2" fmla="*/ 52 w 21"/>
                <a:gd name="T3" fmla="*/ 0 h 14"/>
                <a:gd name="T4" fmla="*/ 0 w 21"/>
                <a:gd name="T5" fmla="*/ 3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21" y="14"/>
                  </a:moveTo>
                  <a:cubicBezTo>
                    <a:pt x="20" y="10"/>
                    <a:pt x="12" y="0"/>
                    <a:pt x="8" y="0"/>
                  </a:cubicBezTo>
                  <a:cubicBezTo>
                    <a:pt x="5" y="0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39" name="Freeform 2218">
              <a:extLst>
                <a:ext uri="{FF2B5EF4-FFF2-40B4-BE49-F238E27FC236}">
                  <a16:creationId xmlns:a16="http://schemas.microsoft.com/office/drawing/2014/main" id="{2052EF7E-E903-4527-A667-866C718B8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502"/>
              <a:ext cx="43" cy="32"/>
            </a:xfrm>
            <a:custGeom>
              <a:avLst/>
              <a:gdLst>
                <a:gd name="T0" fmla="*/ 150 w 23"/>
                <a:gd name="T1" fmla="*/ 113 h 17"/>
                <a:gd name="T2" fmla="*/ 45 w 23"/>
                <a:gd name="T3" fmla="*/ 8 h 17"/>
                <a:gd name="T4" fmla="*/ 0 w 23"/>
                <a:gd name="T5" fmla="*/ 4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23" y="17"/>
                  </a:moveTo>
                  <a:cubicBezTo>
                    <a:pt x="22" y="13"/>
                    <a:pt x="12" y="1"/>
                    <a:pt x="7" y="1"/>
                  </a:cubicBezTo>
                  <a:cubicBezTo>
                    <a:pt x="4" y="0"/>
                    <a:pt x="0" y="6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40" name="Freeform 2219">
              <a:extLst>
                <a:ext uri="{FF2B5EF4-FFF2-40B4-BE49-F238E27FC236}">
                  <a16:creationId xmlns:a16="http://schemas.microsoft.com/office/drawing/2014/main" id="{19B78823-B7E6-4ECB-9FC7-3FAC7B17E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566"/>
              <a:ext cx="37" cy="30"/>
            </a:xfrm>
            <a:custGeom>
              <a:avLst/>
              <a:gdLst>
                <a:gd name="T0" fmla="*/ 126 w 20"/>
                <a:gd name="T1" fmla="*/ 105 h 16"/>
                <a:gd name="T2" fmla="*/ 65 w 20"/>
                <a:gd name="T3" fmla="*/ 8 h 16"/>
                <a:gd name="T4" fmla="*/ 0 w 20"/>
                <a:gd name="T5" fmla="*/ 3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20" y="16"/>
                  </a:moveTo>
                  <a:cubicBezTo>
                    <a:pt x="19" y="12"/>
                    <a:pt x="14" y="2"/>
                    <a:pt x="10" y="1"/>
                  </a:cubicBezTo>
                  <a:cubicBezTo>
                    <a:pt x="7" y="0"/>
                    <a:pt x="1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41" name="Freeform 2220">
              <a:extLst>
                <a:ext uri="{FF2B5EF4-FFF2-40B4-BE49-F238E27FC236}">
                  <a16:creationId xmlns:a16="http://schemas.microsoft.com/office/drawing/2014/main" id="{AA674A54-D604-48C2-BB8B-CA643CCA6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532"/>
              <a:ext cx="45" cy="34"/>
            </a:xfrm>
            <a:custGeom>
              <a:avLst/>
              <a:gdLst>
                <a:gd name="T0" fmla="*/ 158 w 24"/>
                <a:gd name="T1" fmla="*/ 121 h 18"/>
                <a:gd name="T2" fmla="*/ 60 w 24"/>
                <a:gd name="T3" fmla="*/ 0 h 18"/>
                <a:gd name="T4" fmla="*/ 8 w 24"/>
                <a:gd name="T5" fmla="*/ 4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24" y="18"/>
                  </a:moveTo>
                  <a:cubicBezTo>
                    <a:pt x="23" y="14"/>
                    <a:pt x="14" y="0"/>
                    <a:pt x="9" y="0"/>
                  </a:cubicBezTo>
                  <a:cubicBezTo>
                    <a:pt x="7" y="0"/>
                    <a:pt x="0" y="6"/>
                    <a:pt x="1" y="7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42" name="Freeform 2221">
              <a:extLst>
                <a:ext uri="{FF2B5EF4-FFF2-40B4-BE49-F238E27FC236}">
                  <a16:creationId xmlns:a16="http://schemas.microsoft.com/office/drawing/2014/main" id="{C36EE86D-5667-4CB3-BB8D-E0479CBB9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504"/>
              <a:ext cx="41" cy="28"/>
            </a:xfrm>
            <a:custGeom>
              <a:avLst/>
              <a:gdLst>
                <a:gd name="T0" fmla="*/ 142 w 22"/>
                <a:gd name="T1" fmla="*/ 97 h 15"/>
                <a:gd name="T2" fmla="*/ 52 w 22"/>
                <a:gd name="T3" fmla="*/ 0 h 15"/>
                <a:gd name="T4" fmla="*/ 0 w 22"/>
                <a:gd name="T5" fmla="*/ 3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22" y="15"/>
                  </a:moveTo>
                  <a:cubicBezTo>
                    <a:pt x="21" y="10"/>
                    <a:pt x="13" y="1"/>
                    <a:pt x="8" y="0"/>
                  </a:cubicBezTo>
                  <a:cubicBezTo>
                    <a:pt x="5" y="0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43" name="Freeform 2222">
              <a:extLst>
                <a:ext uri="{FF2B5EF4-FFF2-40B4-BE49-F238E27FC236}">
                  <a16:creationId xmlns:a16="http://schemas.microsoft.com/office/drawing/2014/main" id="{9BE369DF-2412-4D54-80F4-F172775BF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545"/>
              <a:ext cx="13" cy="14"/>
            </a:xfrm>
            <a:custGeom>
              <a:avLst/>
              <a:gdLst>
                <a:gd name="T0" fmla="*/ 0 w 7"/>
                <a:gd name="T1" fmla="*/ 56 h 7"/>
                <a:gd name="T2" fmla="*/ 45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4"/>
                    <a:pt x="4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44" name="Freeform 2223">
              <a:extLst>
                <a:ext uri="{FF2B5EF4-FFF2-40B4-BE49-F238E27FC236}">
                  <a16:creationId xmlns:a16="http://schemas.microsoft.com/office/drawing/2014/main" id="{3A66357F-F009-45C7-9C93-D75FE7A9B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510"/>
              <a:ext cx="17" cy="11"/>
            </a:xfrm>
            <a:custGeom>
              <a:avLst/>
              <a:gdLst>
                <a:gd name="T0" fmla="*/ 0 w 9"/>
                <a:gd name="T1" fmla="*/ 37 h 6"/>
                <a:gd name="T2" fmla="*/ 6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3"/>
                    <a:pt x="6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45" name="Freeform 2224">
              <a:extLst>
                <a:ext uri="{FF2B5EF4-FFF2-40B4-BE49-F238E27FC236}">
                  <a16:creationId xmlns:a16="http://schemas.microsoft.com/office/drawing/2014/main" id="{3F15BF84-A329-4733-BCA8-3C8CB4205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521"/>
              <a:ext cx="15" cy="15"/>
            </a:xfrm>
            <a:custGeom>
              <a:avLst/>
              <a:gdLst>
                <a:gd name="T0" fmla="*/ 53 w 8"/>
                <a:gd name="T1" fmla="*/ 53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6" y="4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46" name="Freeform 2225">
              <a:extLst>
                <a:ext uri="{FF2B5EF4-FFF2-40B4-BE49-F238E27FC236}">
                  <a16:creationId xmlns:a16="http://schemas.microsoft.com/office/drawing/2014/main" id="{09E52824-E99D-4434-A886-8CCD638E8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551"/>
              <a:ext cx="12" cy="11"/>
            </a:xfrm>
            <a:custGeom>
              <a:avLst/>
              <a:gdLst>
                <a:gd name="T0" fmla="*/ 48 w 6"/>
                <a:gd name="T1" fmla="*/ 37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47" name="Freeform 2226">
              <a:extLst>
                <a:ext uri="{FF2B5EF4-FFF2-40B4-BE49-F238E27FC236}">
                  <a16:creationId xmlns:a16="http://schemas.microsoft.com/office/drawing/2014/main" id="{077EEB3C-5DCA-42C1-A7E9-E5E3E826B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585"/>
              <a:ext cx="3" cy="17"/>
            </a:xfrm>
            <a:custGeom>
              <a:avLst/>
              <a:gdLst>
                <a:gd name="T0" fmla="*/ 8 w 2"/>
                <a:gd name="T1" fmla="*/ 0 h 9"/>
                <a:gd name="T2" fmla="*/ 0 w 2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2" y="3"/>
                    <a:pt x="2" y="7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48" name="Freeform 2227">
              <a:extLst>
                <a:ext uri="{FF2B5EF4-FFF2-40B4-BE49-F238E27FC236}">
                  <a16:creationId xmlns:a16="http://schemas.microsoft.com/office/drawing/2014/main" id="{F416F8EF-7FCC-4631-AB73-B25F6C6EB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480"/>
              <a:ext cx="40" cy="22"/>
            </a:xfrm>
            <a:custGeom>
              <a:avLst/>
              <a:gdLst>
                <a:gd name="T0" fmla="*/ 145 w 21"/>
                <a:gd name="T1" fmla="*/ 73 h 12"/>
                <a:gd name="T2" fmla="*/ 48 w 21"/>
                <a:gd name="T3" fmla="*/ 7 h 12"/>
                <a:gd name="T4" fmla="*/ 0 w 21"/>
                <a:gd name="T5" fmla="*/ 5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1" y="12"/>
                  </a:moveTo>
                  <a:cubicBezTo>
                    <a:pt x="16" y="4"/>
                    <a:pt x="9" y="0"/>
                    <a:pt x="7" y="1"/>
                  </a:cubicBezTo>
                  <a:cubicBezTo>
                    <a:pt x="4" y="2"/>
                    <a:pt x="0" y="9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49" name="Freeform 2228">
              <a:extLst>
                <a:ext uri="{FF2B5EF4-FFF2-40B4-BE49-F238E27FC236}">
                  <a16:creationId xmlns:a16="http://schemas.microsoft.com/office/drawing/2014/main" id="{9228D5B0-C199-4BFF-9E27-61E235A17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478"/>
              <a:ext cx="13" cy="26"/>
            </a:xfrm>
            <a:custGeom>
              <a:avLst/>
              <a:gdLst>
                <a:gd name="T0" fmla="*/ 32 w 7"/>
                <a:gd name="T1" fmla="*/ 89 h 14"/>
                <a:gd name="T2" fmla="*/ 7 w 7"/>
                <a:gd name="T3" fmla="*/ 59 h 14"/>
                <a:gd name="T4" fmla="*/ 45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14"/>
                  </a:moveTo>
                  <a:cubicBezTo>
                    <a:pt x="1" y="12"/>
                    <a:pt x="0" y="10"/>
                    <a:pt x="1" y="9"/>
                  </a:cubicBezTo>
                  <a:cubicBezTo>
                    <a:pt x="1" y="8"/>
                    <a:pt x="7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50" name="Freeform 2229">
              <a:extLst>
                <a:ext uri="{FF2B5EF4-FFF2-40B4-BE49-F238E27FC236}">
                  <a16:creationId xmlns:a16="http://schemas.microsoft.com/office/drawing/2014/main" id="{50F646D9-3070-4954-8962-78F918539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463"/>
              <a:ext cx="34" cy="32"/>
            </a:xfrm>
            <a:custGeom>
              <a:avLst/>
              <a:gdLst>
                <a:gd name="T0" fmla="*/ 121 w 18"/>
                <a:gd name="T1" fmla="*/ 113 h 17"/>
                <a:gd name="T2" fmla="*/ 0 w 1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18" y="17"/>
                  </a:moveTo>
                  <a:cubicBezTo>
                    <a:pt x="12" y="13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51" name="Freeform 2230">
              <a:extLst>
                <a:ext uri="{FF2B5EF4-FFF2-40B4-BE49-F238E27FC236}">
                  <a16:creationId xmlns:a16="http://schemas.microsoft.com/office/drawing/2014/main" id="{73D05307-EC83-45B2-9F01-5D68D00CC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474"/>
              <a:ext cx="11" cy="12"/>
            </a:xfrm>
            <a:custGeom>
              <a:avLst/>
              <a:gdLst>
                <a:gd name="T0" fmla="*/ 37 w 6"/>
                <a:gd name="T1" fmla="*/ 0 h 6"/>
                <a:gd name="T2" fmla="*/ 0 w 6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2"/>
                    <a:pt x="0" y="6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52" name="Freeform 2231">
              <a:extLst>
                <a:ext uri="{FF2B5EF4-FFF2-40B4-BE49-F238E27FC236}">
                  <a16:creationId xmlns:a16="http://schemas.microsoft.com/office/drawing/2014/main" id="{0851CE34-A336-4AB6-A71D-5CD18BB1F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458"/>
              <a:ext cx="4" cy="9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0" y="3"/>
                    <a:pt x="0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53" name="Freeform 2232">
              <a:extLst>
                <a:ext uri="{FF2B5EF4-FFF2-40B4-BE49-F238E27FC236}">
                  <a16:creationId xmlns:a16="http://schemas.microsoft.com/office/drawing/2014/main" id="{CF84BCB4-2C84-4048-BD6B-9D0A6970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446"/>
              <a:ext cx="34" cy="36"/>
            </a:xfrm>
            <a:custGeom>
              <a:avLst/>
              <a:gdLst>
                <a:gd name="T0" fmla="*/ 0 w 18"/>
                <a:gd name="T1" fmla="*/ 8 h 19"/>
                <a:gd name="T2" fmla="*/ 89 w 18"/>
                <a:gd name="T3" fmla="*/ 28 h 19"/>
                <a:gd name="T4" fmla="*/ 100 w 18"/>
                <a:gd name="T5" fmla="*/ 12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1"/>
                  </a:moveTo>
                  <a:cubicBezTo>
                    <a:pt x="5" y="0"/>
                    <a:pt x="9" y="1"/>
                    <a:pt x="13" y="4"/>
                  </a:cubicBezTo>
                  <a:cubicBezTo>
                    <a:pt x="18" y="9"/>
                    <a:pt x="17" y="13"/>
                    <a:pt x="15" y="19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54" name="Freeform 2233">
              <a:extLst>
                <a:ext uri="{FF2B5EF4-FFF2-40B4-BE49-F238E27FC236}">
                  <a16:creationId xmlns:a16="http://schemas.microsoft.com/office/drawing/2014/main" id="{952C9177-4670-440B-8AA5-0483514BA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461"/>
              <a:ext cx="34" cy="21"/>
            </a:xfrm>
            <a:custGeom>
              <a:avLst/>
              <a:gdLst>
                <a:gd name="T0" fmla="*/ 0 w 18"/>
                <a:gd name="T1" fmla="*/ 0 h 11"/>
                <a:gd name="T2" fmla="*/ 121 w 18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0"/>
                  </a:moveTo>
                  <a:cubicBezTo>
                    <a:pt x="6" y="2"/>
                    <a:pt x="16" y="3"/>
                    <a:pt x="18" y="11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55" name="Freeform 2234">
              <a:extLst>
                <a:ext uri="{FF2B5EF4-FFF2-40B4-BE49-F238E27FC236}">
                  <a16:creationId xmlns:a16="http://schemas.microsoft.com/office/drawing/2014/main" id="{B0D392A7-F4D6-491E-B2E1-4F7E97028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437"/>
              <a:ext cx="31" cy="30"/>
            </a:xfrm>
            <a:custGeom>
              <a:avLst/>
              <a:gdLst>
                <a:gd name="T0" fmla="*/ 0 w 17"/>
                <a:gd name="T1" fmla="*/ 0 h 16"/>
                <a:gd name="T2" fmla="*/ 86 w 17"/>
                <a:gd name="T3" fmla="*/ 39 h 16"/>
                <a:gd name="T4" fmla="*/ 89 w 17"/>
                <a:gd name="T5" fmla="*/ 10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5" y="0"/>
                    <a:pt x="12" y="3"/>
                    <a:pt x="14" y="6"/>
                  </a:cubicBezTo>
                  <a:cubicBezTo>
                    <a:pt x="17" y="8"/>
                    <a:pt x="16" y="12"/>
                    <a:pt x="15" y="1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56" name="Freeform 2235">
              <a:extLst>
                <a:ext uri="{FF2B5EF4-FFF2-40B4-BE49-F238E27FC236}">
                  <a16:creationId xmlns:a16="http://schemas.microsoft.com/office/drawing/2014/main" id="{CE0FB2E1-6906-4955-A436-D4C86DF59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450"/>
              <a:ext cx="32" cy="11"/>
            </a:xfrm>
            <a:custGeom>
              <a:avLst/>
              <a:gdLst>
                <a:gd name="T0" fmla="*/ 0 w 17"/>
                <a:gd name="T1" fmla="*/ 0 h 6"/>
                <a:gd name="T2" fmla="*/ 113 w 17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5" y="0"/>
                    <a:pt x="14" y="2"/>
                    <a:pt x="17" y="6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57" name="Freeform 2236">
              <a:extLst>
                <a:ext uri="{FF2B5EF4-FFF2-40B4-BE49-F238E27FC236}">
                  <a16:creationId xmlns:a16="http://schemas.microsoft.com/office/drawing/2014/main" id="{04365CF9-0E47-491F-A975-C2800EEC3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450"/>
              <a:ext cx="8" cy="13"/>
            </a:xfrm>
            <a:custGeom>
              <a:avLst/>
              <a:gdLst>
                <a:gd name="T0" fmla="*/ 0 w 4"/>
                <a:gd name="T1" fmla="*/ 45 h 7"/>
                <a:gd name="T2" fmla="*/ 32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1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58" name="Freeform 2237">
              <a:extLst>
                <a:ext uri="{FF2B5EF4-FFF2-40B4-BE49-F238E27FC236}">
                  <a16:creationId xmlns:a16="http://schemas.microsoft.com/office/drawing/2014/main" id="{763054E7-A70B-45FC-A5E8-69CCD59A6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429"/>
              <a:ext cx="4" cy="14"/>
            </a:xfrm>
            <a:custGeom>
              <a:avLst/>
              <a:gdLst>
                <a:gd name="T0" fmla="*/ 0 w 2"/>
                <a:gd name="T1" fmla="*/ 56 h 7"/>
                <a:gd name="T2" fmla="*/ 16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1" y="5"/>
                    <a:pt x="2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59" name="Freeform 2238">
              <a:extLst>
                <a:ext uri="{FF2B5EF4-FFF2-40B4-BE49-F238E27FC236}">
                  <a16:creationId xmlns:a16="http://schemas.microsoft.com/office/drawing/2014/main" id="{53A9F9D2-96E6-48F3-9A4E-05CBFBAA2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516"/>
              <a:ext cx="30" cy="56"/>
            </a:xfrm>
            <a:custGeom>
              <a:avLst/>
              <a:gdLst>
                <a:gd name="T0" fmla="*/ 81 w 16"/>
                <a:gd name="T1" fmla="*/ 0 h 30"/>
                <a:gd name="T2" fmla="*/ 0 w 16"/>
                <a:gd name="T3" fmla="*/ 19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6" y="16"/>
                    <a:pt x="13" y="23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60" name="Freeform 2239">
              <a:extLst>
                <a:ext uri="{FF2B5EF4-FFF2-40B4-BE49-F238E27FC236}">
                  <a16:creationId xmlns:a16="http://schemas.microsoft.com/office/drawing/2014/main" id="{745F80FD-BA5A-40ED-9721-934CAEDC6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561"/>
              <a:ext cx="30" cy="58"/>
            </a:xfrm>
            <a:custGeom>
              <a:avLst/>
              <a:gdLst>
                <a:gd name="T0" fmla="*/ 92 w 16"/>
                <a:gd name="T1" fmla="*/ 0 h 31"/>
                <a:gd name="T2" fmla="*/ 0 w 16"/>
                <a:gd name="T3" fmla="*/ 20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14" y="0"/>
                  </a:moveTo>
                  <a:cubicBezTo>
                    <a:pt x="14" y="13"/>
                    <a:pt x="16" y="31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61" name="Freeform 2240">
              <a:extLst>
                <a:ext uri="{FF2B5EF4-FFF2-40B4-BE49-F238E27FC236}">
                  <a16:creationId xmlns:a16="http://schemas.microsoft.com/office/drawing/2014/main" id="{D67CB9CF-D1D8-4E18-91C1-3F3D50CEF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520"/>
              <a:ext cx="25" cy="22"/>
            </a:xfrm>
            <a:custGeom>
              <a:avLst/>
              <a:gdLst>
                <a:gd name="T0" fmla="*/ 92 w 13"/>
                <a:gd name="T1" fmla="*/ 0 h 12"/>
                <a:gd name="T2" fmla="*/ 63 w 13"/>
                <a:gd name="T3" fmla="*/ 61 h 12"/>
                <a:gd name="T4" fmla="*/ 0 w 13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13" y="4"/>
                    <a:pt x="13" y="8"/>
                    <a:pt x="9" y="10"/>
                  </a:cubicBezTo>
                  <a:cubicBezTo>
                    <a:pt x="7" y="11"/>
                    <a:pt x="2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62" name="Freeform 2241">
              <a:extLst>
                <a:ext uri="{FF2B5EF4-FFF2-40B4-BE49-F238E27FC236}">
                  <a16:creationId xmlns:a16="http://schemas.microsoft.com/office/drawing/2014/main" id="{984155E1-3061-431B-B86F-0A54EED84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539"/>
              <a:ext cx="32" cy="37"/>
            </a:xfrm>
            <a:custGeom>
              <a:avLst/>
              <a:gdLst>
                <a:gd name="T0" fmla="*/ 100 w 17"/>
                <a:gd name="T1" fmla="*/ 0 h 20"/>
                <a:gd name="T2" fmla="*/ 68 w 17"/>
                <a:gd name="T3" fmla="*/ 113 h 20"/>
                <a:gd name="T4" fmla="*/ 21 w 17"/>
                <a:gd name="T5" fmla="*/ 126 h 20"/>
                <a:gd name="T6" fmla="*/ 0 w 17"/>
                <a:gd name="T7" fmla="*/ 12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5" y="0"/>
                  </a:moveTo>
                  <a:cubicBezTo>
                    <a:pt x="14" y="6"/>
                    <a:pt x="17" y="14"/>
                    <a:pt x="10" y="18"/>
                  </a:cubicBezTo>
                  <a:cubicBezTo>
                    <a:pt x="8" y="19"/>
                    <a:pt x="5" y="19"/>
                    <a:pt x="3" y="20"/>
                  </a:cubicBezTo>
                  <a:cubicBezTo>
                    <a:pt x="2" y="20"/>
                    <a:pt x="0" y="20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63" name="Freeform 2242">
              <a:extLst>
                <a:ext uri="{FF2B5EF4-FFF2-40B4-BE49-F238E27FC236}">
                  <a16:creationId xmlns:a16="http://schemas.microsoft.com/office/drawing/2014/main" id="{490E73AA-A077-47BB-BF03-98CE361C7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561"/>
              <a:ext cx="22" cy="4"/>
            </a:xfrm>
            <a:custGeom>
              <a:avLst/>
              <a:gdLst>
                <a:gd name="T0" fmla="*/ 73 w 12"/>
                <a:gd name="T1" fmla="*/ 0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0"/>
                  </a:moveTo>
                  <a:cubicBezTo>
                    <a:pt x="8" y="2"/>
                    <a:pt x="4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64" name="Freeform 2243">
              <a:extLst>
                <a:ext uri="{FF2B5EF4-FFF2-40B4-BE49-F238E27FC236}">
                  <a16:creationId xmlns:a16="http://schemas.microsoft.com/office/drawing/2014/main" id="{9743283A-FD9E-4037-875F-77C5A35A0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567"/>
              <a:ext cx="21" cy="41"/>
            </a:xfrm>
            <a:custGeom>
              <a:avLst/>
              <a:gdLst>
                <a:gd name="T0" fmla="*/ 76 w 11"/>
                <a:gd name="T1" fmla="*/ 136 h 22"/>
                <a:gd name="T2" fmla="*/ 15 w 11"/>
                <a:gd name="T3" fmla="*/ 129 h 22"/>
                <a:gd name="T4" fmla="*/ 8 w 11"/>
                <a:gd name="T5" fmla="*/ 73 h 22"/>
                <a:gd name="T6" fmla="*/ 21 w 1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11" y="21"/>
                  </a:moveTo>
                  <a:cubicBezTo>
                    <a:pt x="8" y="21"/>
                    <a:pt x="4" y="22"/>
                    <a:pt x="2" y="20"/>
                  </a:cubicBezTo>
                  <a:cubicBezTo>
                    <a:pt x="0" y="18"/>
                    <a:pt x="1" y="14"/>
                    <a:pt x="1" y="11"/>
                  </a:cubicBezTo>
                  <a:cubicBezTo>
                    <a:pt x="1" y="8"/>
                    <a:pt x="2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65" name="Freeform 2244">
              <a:extLst>
                <a:ext uri="{FF2B5EF4-FFF2-40B4-BE49-F238E27FC236}">
                  <a16:creationId xmlns:a16="http://schemas.microsoft.com/office/drawing/2014/main" id="{745FEB33-65DD-47D6-91AC-C14837142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601"/>
              <a:ext cx="24" cy="3"/>
            </a:xfrm>
            <a:custGeom>
              <a:avLst/>
              <a:gdLst>
                <a:gd name="T0" fmla="*/ 81 w 13"/>
                <a:gd name="T1" fmla="*/ 0 h 2"/>
                <a:gd name="T2" fmla="*/ 0 w 13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13" y="0"/>
                  </a:moveTo>
                  <a:cubicBezTo>
                    <a:pt x="8" y="1"/>
                    <a:pt x="4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66" name="Freeform 2245">
              <a:extLst>
                <a:ext uri="{FF2B5EF4-FFF2-40B4-BE49-F238E27FC236}">
                  <a16:creationId xmlns:a16="http://schemas.microsoft.com/office/drawing/2014/main" id="{897165E0-21E7-47A2-8B95-21494490D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3614"/>
              <a:ext cx="31" cy="46"/>
            </a:xfrm>
            <a:custGeom>
              <a:avLst/>
              <a:gdLst>
                <a:gd name="T0" fmla="*/ 104 w 17"/>
                <a:gd name="T1" fmla="*/ 0 h 25"/>
                <a:gd name="T2" fmla="*/ 49 w 17"/>
                <a:gd name="T3" fmla="*/ 142 h 25"/>
                <a:gd name="T4" fmla="*/ 0 w 17"/>
                <a:gd name="T5" fmla="*/ 14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0"/>
                  </a:moveTo>
                  <a:cubicBezTo>
                    <a:pt x="12" y="7"/>
                    <a:pt x="17" y="17"/>
                    <a:pt x="8" y="23"/>
                  </a:cubicBezTo>
                  <a:cubicBezTo>
                    <a:pt x="5" y="24"/>
                    <a:pt x="3" y="25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67" name="Freeform 2246">
              <a:extLst>
                <a:ext uri="{FF2B5EF4-FFF2-40B4-BE49-F238E27FC236}">
                  <a16:creationId xmlns:a16="http://schemas.microsoft.com/office/drawing/2014/main" id="{F2217307-2AEA-4B30-B98F-8087B2FA7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602"/>
              <a:ext cx="26" cy="45"/>
            </a:xfrm>
            <a:custGeom>
              <a:avLst/>
              <a:gdLst>
                <a:gd name="T0" fmla="*/ 0 w 14"/>
                <a:gd name="T1" fmla="*/ 152 h 24"/>
                <a:gd name="T2" fmla="*/ 69 w 14"/>
                <a:gd name="T3" fmla="*/ 113 h 24"/>
                <a:gd name="T4" fmla="*/ 89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23"/>
                  </a:moveTo>
                  <a:cubicBezTo>
                    <a:pt x="7" y="24"/>
                    <a:pt x="9" y="23"/>
                    <a:pt x="11" y="17"/>
                  </a:cubicBezTo>
                  <a:cubicBezTo>
                    <a:pt x="13" y="11"/>
                    <a:pt x="14" y="6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68" name="Freeform 2247">
              <a:extLst>
                <a:ext uri="{FF2B5EF4-FFF2-40B4-BE49-F238E27FC236}">
                  <a16:creationId xmlns:a16="http://schemas.microsoft.com/office/drawing/2014/main" id="{930220B4-3B07-4D31-B35E-D11621E8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640"/>
              <a:ext cx="28" cy="13"/>
            </a:xfrm>
            <a:custGeom>
              <a:avLst/>
              <a:gdLst>
                <a:gd name="T0" fmla="*/ 97 w 15"/>
                <a:gd name="T1" fmla="*/ 45 h 7"/>
                <a:gd name="T2" fmla="*/ 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1" y="7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69" name="Freeform 2248">
              <a:extLst>
                <a:ext uri="{FF2B5EF4-FFF2-40B4-BE49-F238E27FC236}">
                  <a16:creationId xmlns:a16="http://schemas.microsoft.com/office/drawing/2014/main" id="{80A499D7-F61E-4744-AEB6-9216A095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604"/>
              <a:ext cx="11" cy="10"/>
            </a:xfrm>
            <a:custGeom>
              <a:avLst/>
              <a:gdLst>
                <a:gd name="T0" fmla="*/ 37 w 6"/>
                <a:gd name="T1" fmla="*/ 0 h 5"/>
                <a:gd name="T2" fmla="*/ 0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1"/>
                    <a:pt x="2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70" name="Freeform 2249">
              <a:extLst>
                <a:ext uri="{FF2B5EF4-FFF2-40B4-BE49-F238E27FC236}">
                  <a16:creationId xmlns:a16="http://schemas.microsoft.com/office/drawing/2014/main" id="{1914D69B-5BD2-4C0B-AE4D-7116E0B0A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563"/>
              <a:ext cx="9" cy="11"/>
            </a:xfrm>
            <a:custGeom>
              <a:avLst/>
              <a:gdLst>
                <a:gd name="T0" fmla="*/ 29 w 5"/>
                <a:gd name="T1" fmla="*/ 37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71" name="Freeform 2250">
              <a:extLst>
                <a:ext uri="{FF2B5EF4-FFF2-40B4-BE49-F238E27FC236}">
                  <a16:creationId xmlns:a16="http://schemas.microsoft.com/office/drawing/2014/main" id="{F8171A08-3E5A-446C-8612-1671C56E4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3561"/>
              <a:ext cx="11" cy="4"/>
            </a:xfrm>
            <a:custGeom>
              <a:avLst/>
              <a:gdLst>
                <a:gd name="T0" fmla="*/ 37 w 6"/>
                <a:gd name="T1" fmla="*/ 16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2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72" name="Freeform 2251">
              <a:extLst>
                <a:ext uri="{FF2B5EF4-FFF2-40B4-BE49-F238E27FC236}">
                  <a16:creationId xmlns:a16="http://schemas.microsoft.com/office/drawing/2014/main" id="{12D040DA-5069-460E-A672-0F3801D3B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3657"/>
              <a:ext cx="32" cy="46"/>
            </a:xfrm>
            <a:custGeom>
              <a:avLst/>
              <a:gdLst>
                <a:gd name="T0" fmla="*/ 113 w 17"/>
                <a:gd name="T1" fmla="*/ 0 h 25"/>
                <a:gd name="T2" fmla="*/ 92 w 17"/>
                <a:gd name="T3" fmla="*/ 88 h 25"/>
                <a:gd name="T4" fmla="*/ 68 w 17"/>
                <a:gd name="T5" fmla="*/ 136 h 25"/>
                <a:gd name="T6" fmla="*/ 0 w 17"/>
                <a:gd name="T7" fmla="*/ 13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5">
                  <a:moveTo>
                    <a:pt x="17" y="0"/>
                  </a:moveTo>
                  <a:cubicBezTo>
                    <a:pt x="16" y="5"/>
                    <a:pt x="16" y="9"/>
                    <a:pt x="14" y="14"/>
                  </a:cubicBezTo>
                  <a:cubicBezTo>
                    <a:pt x="13" y="16"/>
                    <a:pt x="12" y="21"/>
                    <a:pt x="10" y="22"/>
                  </a:cubicBezTo>
                  <a:cubicBezTo>
                    <a:pt x="7" y="25"/>
                    <a:pt x="2" y="22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73" name="Freeform 2252">
              <a:extLst>
                <a:ext uri="{FF2B5EF4-FFF2-40B4-BE49-F238E27FC236}">
                  <a16:creationId xmlns:a16="http://schemas.microsoft.com/office/drawing/2014/main" id="{62A40645-D941-4406-A8E2-C69BBD35F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700"/>
              <a:ext cx="45" cy="52"/>
            </a:xfrm>
            <a:custGeom>
              <a:avLst/>
              <a:gdLst>
                <a:gd name="T0" fmla="*/ 128 w 24"/>
                <a:gd name="T1" fmla="*/ 0 h 28"/>
                <a:gd name="T2" fmla="*/ 60 w 24"/>
                <a:gd name="T3" fmla="*/ 149 h 28"/>
                <a:gd name="T4" fmla="*/ 0 w 24"/>
                <a:gd name="T5" fmla="*/ 15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19" y="0"/>
                  </a:moveTo>
                  <a:cubicBezTo>
                    <a:pt x="24" y="5"/>
                    <a:pt x="11" y="19"/>
                    <a:pt x="9" y="23"/>
                  </a:cubicBezTo>
                  <a:cubicBezTo>
                    <a:pt x="5" y="27"/>
                    <a:pt x="5" y="28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74" name="Freeform 2253">
              <a:extLst>
                <a:ext uri="{FF2B5EF4-FFF2-40B4-BE49-F238E27FC236}">
                  <a16:creationId xmlns:a16="http://schemas.microsoft.com/office/drawing/2014/main" id="{30BFBB5B-E5CD-4EBD-A33F-7A4B8EC26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649"/>
              <a:ext cx="17" cy="43"/>
            </a:xfrm>
            <a:custGeom>
              <a:avLst/>
              <a:gdLst>
                <a:gd name="T0" fmla="*/ 47 w 9"/>
                <a:gd name="T1" fmla="*/ 0 h 23"/>
                <a:gd name="T2" fmla="*/ 0 w 9"/>
                <a:gd name="T3" fmla="*/ 97 h 23"/>
                <a:gd name="T4" fmla="*/ 60 w 9"/>
                <a:gd name="T5" fmla="*/ 1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3">
                  <a:moveTo>
                    <a:pt x="7" y="0"/>
                  </a:moveTo>
                  <a:cubicBezTo>
                    <a:pt x="4" y="4"/>
                    <a:pt x="0" y="10"/>
                    <a:pt x="0" y="15"/>
                  </a:cubicBezTo>
                  <a:cubicBezTo>
                    <a:pt x="0" y="21"/>
                    <a:pt x="5" y="20"/>
                    <a:pt x="9" y="2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75" name="Freeform 2254">
              <a:extLst>
                <a:ext uri="{FF2B5EF4-FFF2-40B4-BE49-F238E27FC236}">
                  <a16:creationId xmlns:a16="http://schemas.microsoft.com/office/drawing/2014/main" id="{C08F1D51-EB71-4487-B388-723D82382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675"/>
              <a:ext cx="26" cy="8"/>
            </a:xfrm>
            <a:custGeom>
              <a:avLst/>
              <a:gdLst>
                <a:gd name="T0" fmla="*/ 89 w 14"/>
                <a:gd name="T1" fmla="*/ 8 h 4"/>
                <a:gd name="T2" fmla="*/ 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14" y="1"/>
                  </a:moveTo>
                  <a:cubicBezTo>
                    <a:pt x="10" y="4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76" name="Freeform 2255">
              <a:extLst>
                <a:ext uri="{FF2B5EF4-FFF2-40B4-BE49-F238E27FC236}">
                  <a16:creationId xmlns:a16="http://schemas.microsoft.com/office/drawing/2014/main" id="{03EBAF40-3C72-4455-A051-9AFF5DEF5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647"/>
              <a:ext cx="13" cy="8"/>
            </a:xfrm>
            <a:custGeom>
              <a:avLst/>
              <a:gdLst>
                <a:gd name="T0" fmla="*/ 45 w 7"/>
                <a:gd name="T1" fmla="*/ 32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6" y="2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77" name="Freeform 2256">
              <a:extLst>
                <a:ext uri="{FF2B5EF4-FFF2-40B4-BE49-F238E27FC236}">
                  <a16:creationId xmlns:a16="http://schemas.microsoft.com/office/drawing/2014/main" id="{71C62904-B5AC-4DAA-AED9-BF126F29A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681"/>
              <a:ext cx="23" cy="47"/>
            </a:xfrm>
            <a:custGeom>
              <a:avLst/>
              <a:gdLst>
                <a:gd name="T0" fmla="*/ 63 w 12"/>
                <a:gd name="T1" fmla="*/ 0 h 25"/>
                <a:gd name="T2" fmla="*/ 29 w 12"/>
                <a:gd name="T3" fmla="*/ 68 h 25"/>
                <a:gd name="T4" fmla="*/ 8 w 12"/>
                <a:gd name="T5" fmla="*/ 128 h 25"/>
                <a:gd name="T6" fmla="*/ 84 w 12"/>
                <a:gd name="T7" fmla="*/ 1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9" y="0"/>
                  </a:moveTo>
                  <a:cubicBezTo>
                    <a:pt x="7" y="3"/>
                    <a:pt x="6" y="7"/>
                    <a:pt x="4" y="10"/>
                  </a:cubicBezTo>
                  <a:cubicBezTo>
                    <a:pt x="3" y="13"/>
                    <a:pt x="0" y="16"/>
                    <a:pt x="1" y="19"/>
                  </a:cubicBezTo>
                  <a:cubicBezTo>
                    <a:pt x="2" y="22"/>
                    <a:pt x="9" y="25"/>
                    <a:pt x="12" y="25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78" name="Freeform 2257">
              <a:extLst>
                <a:ext uri="{FF2B5EF4-FFF2-40B4-BE49-F238E27FC236}">
                  <a16:creationId xmlns:a16="http://schemas.microsoft.com/office/drawing/2014/main" id="{06D1603C-BF11-469F-805B-F4F5D93FF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709"/>
              <a:ext cx="15" cy="6"/>
            </a:xfrm>
            <a:custGeom>
              <a:avLst/>
              <a:gdLst>
                <a:gd name="T0" fmla="*/ 53 w 8"/>
                <a:gd name="T1" fmla="*/ 24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5" y="3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79" name="Freeform 2258">
              <a:extLst>
                <a:ext uri="{FF2B5EF4-FFF2-40B4-BE49-F238E27FC236}">
                  <a16:creationId xmlns:a16="http://schemas.microsoft.com/office/drawing/2014/main" id="{C3FEEEA7-3975-4B8C-BE19-02BB0D955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724"/>
              <a:ext cx="19" cy="41"/>
            </a:xfrm>
            <a:custGeom>
              <a:avLst/>
              <a:gdLst>
                <a:gd name="T0" fmla="*/ 68 w 10"/>
                <a:gd name="T1" fmla="*/ 0 h 22"/>
                <a:gd name="T2" fmla="*/ 0 w 10"/>
                <a:gd name="T3" fmla="*/ 104 h 22"/>
                <a:gd name="T4" fmla="*/ 48 w 10"/>
                <a:gd name="T5" fmla="*/ 14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8" y="4"/>
                    <a:pt x="0" y="11"/>
                    <a:pt x="0" y="16"/>
                  </a:cubicBezTo>
                  <a:cubicBezTo>
                    <a:pt x="0" y="18"/>
                    <a:pt x="5" y="22"/>
                    <a:pt x="7" y="2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80" name="Freeform 2259">
              <a:extLst>
                <a:ext uri="{FF2B5EF4-FFF2-40B4-BE49-F238E27FC236}">
                  <a16:creationId xmlns:a16="http://schemas.microsoft.com/office/drawing/2014/main" id="{992A7AF4-F403-4B8C-A353-917909AFC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739"/>
              <a:ext cx="22" cy="9"/>
            </a:xfrm>
            <a:custGeom>
              <a:avLst/>
              <a:gdLst>
                <a:gd name="T0" fmla="*/ 73 w 12"/>
                <a:gd name="T1" fmla="*/ 29 h 5"/>
                <a:gd name="T2" fmla="*/ 0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5"/>
                  </a:moveTo>
                  <a:cubicBezTo>
                    <a:pt x="7" y="5"/>
                    <a:pt x="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81" name="Freeform 2260">
              <a:extLst>
                <a:ext uri="{FF2B5EF4-FFF2-40B4-BE49-F238E27FC236}">
                  <a16:creationId xmlns:a16="http://schemas.microsoft.com/office/drawing/2014/main" id="{CA471A0A-4558-45B4-A82F-780E84C66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745"/>
              <a:ext cx="13" cy="11"/>
            </a:xfrm>
            <a:custGeom>
              <a:avLst/>
              <a:gdLst>
                <a:gd name="T0" fmla="*/ 45 w 7"/>
                <a:gd name="T1" fmla="*/ 0 h 6"/>
                <a:gd name="T2" fmla="*/ 0 w 7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1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82" name="Freeform 2261">
              <a:extLst>
                <a:ext uri="{FF2B5EF4-FFF2-40B4-BE49-F238E27FC236}">
                  <a16:creationId xmlns:a16="http://schemas.microsoft.com/office/drawing/2014/main" id="{0B864ABD-71DC-4F97-8D13-A5AE1C0FD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758"/>
              <a:ext cx="41" cy="30"/>
            </a:xfrm>
            <a:custGeom>
              <a:avLst/>
              <a:gdLst>
                <a:gd name="T0" fmla="*/ 142 w 22"/>
                <a:gd name="T1" fmla="*/ 0 h 16"/>
                <a:gd name="T2" fmla="*/ 52 w 22"/>
                <a:gd name="T3" fmla="*/ 105 h 16"/>
                <a:gd name="T4" fmla="*/ 0 w 22"/>
                <a:gd name="T5" fmla="*/ 7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22" y="0"/>
                  </a:moveTo>
                  <a:cubicBezTo>
                    <a:pt x="19" y="4"/>
                    <a:pt x="16" y="15"/>
                    <a:pt x="8" y="16"/>
                  </a:cubicBezTo>
                  <a:cubicBezTo>
                    <a:pt x="6" y="16"/>
                    <a:pt x="0" y="13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83" name="Freeform 2262">
              <a:extLst>
                <a:ext uri="{FF2B5EF4-FFF2-40B4-BE49-F238E27FC236}">
                  <a16:creationId xmlns:a16="http://schemas.microsoft.com/office/drawing/2014/main" id="{90B13101-2626-4812-90F6-3CF20A983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3788"/>
              <a:ext cx="15" cy="11"/>
            </a:xfrm>
            <a:custGeom>
              <a:avLst/>
              <a:gdLst>
                <a:gd name="T0" fmla="*/ 0 w 8"/>
                <a:gd name="T1" fmla="*/ 0 h 6"/>
                <a:gd name="T2" fmla="*/ 53 w 8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1" y="2"/>
                    <a:pt x="6" y="6"/>
                    <a:pt x="8" y="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84" name="Freeform 2263">
              <a:extLst>
                <a:ext uri="{FF2B5EF4-FFF2-40B4-BE49-F238E27FC236}">
                  <a16:creationId xmlns:a16="http://schemas.microsoft.com/office/drawing/2014/main" id="{EC781B41-5681-4299-B809-32C338ECE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874"/>
              <a:ext cx="51" cy="35"/>
            </a:xfrm>
            <a:custGeom>
              <a:avLst/>
              <a:gdLst>
                <a:gd name="T0" fmla="*/ 181 w 27"/>
                <a:gd name="T1" fmla="*/ 0 h 19"/>
                <a:gd name="T2" fmla="*/ 40 w 27"/>
                <a:gd name="T3" fmla="*/ 118 h 19"/>
                <a:gd name="T4" fmla="*/ 0 w 27"/>
                <a:gd name="T5" fmla="*/ 10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cubicBezTo>
                    <a:pt x="26" y="5"/>
                    <a:pt x="12" y="18"/>
                    <a:pt x="6" y="19"/>
                  </a:cubicBezTo>
                  <a:cubicBezTo>
                    <a:pt x="2" y="19"/>
                    <a:pt x="0" y="19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85" name="Freeform 2264">
              <a:extLst>
                <a:ext uri="{FF2B5EF4-FFF2-40B4-BE49-F238E27FC236}">
                  <a16:creationId xmlns:a16="http://schemas.microsoft.com/office/drawing/2014/main" id="{DA915D29-D17A-4B33-8719-F5B93EE15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790"/>
              <a:ext cx="33" cy="28"/>
            </a:xfrm>
            <a:custGeom>
              <a:avLst/>
              <a:gdLst>
                <a:gd name="T0" fmla="*/ 112 w 18"/>
                <a:gd name="T1" fmla="*/ 0 h 15"/>
                <a:gd name="T2" fmla="*/ 37 w 18"/>
                <a:gd name="T3" fmla="*/ 97 h 15"/>
                <a:gd name="T4" fmla="*/ 0 w 18"/>
                <a:gd name="T5" fmla="*/ 7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8" y="0"/>
                  </a:moveTo>
                  <a:cubicBezTo>
                    <a:pt x="17" y="3"/>
                    <a:pt x="11" y="14"/>
                    <a:pt x="6" y="15"/>
                  </a:cubicBezTo>
                  <a:cubicBezTo>
                    <a:pt x="3" y="15"/>
                    <a:pt x="1" y="14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86" name="Freeform 2265">
              <a:extLst>
                <a:ext uri="{FF2B5EF4-FFF2-40B4-BE49-F238E27FC236}">
                  <a16:creationId xmlns:a16="http://schemas.microsoft.com/office/drawing/2014/main" id="{AF706E0A-8F35-4A2B-8E95-AAA340E9A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3818"/>
              <a:ext cx="41" cy="31"/>
            </a:xfrm>
            <a:custGeom>
              <a:avLst/>
              <a:gdLst>
                <a:gd name="T0" fmla="*/ 142 w 22"/>
                <a:gd name="T1" fmla="*/ 0 h 17"/>
                <a:gd name="T2" fmla="*/ 32 w 22"/>
                <a:gd name="T3" fmla="*/ 104 h 17"/>
                <a:gd name="T4" fmla="*/ 7 w 22"/>
                <a:gd name="T5" fmla="*/ 8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22" y="0"/>
                  </a:moveTo>
                  <a:cubicBezTo>
                    <a:pt x="21" y="4"/>
                    <a:pt x="11" y="17"/>
                    <a:pt x="5" y="17"/>
                  </a:cubicBezTo>
                  <a:cubicBezTo>
                    <a:pt x="3" y="17"/>
                    <a:pt x="0" y="14"/>
                    <a:pt x="1" y="1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87" name="Freeform 2266">
              <a:extLst>
                <a:ext uri="{FF2B5EF4-FFF2-40B4-BE49-F238E27FC236}">
                  <a16:creationId xmlns:a16="http://schemas.microsoft.com/office/drawing/2014/main" id="{D28D0AF5-BB7C-47CC-B494-175EB4D45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878"/>
              <a:ext cx="54" cy="29"/>
            </a:xfrm>
            <a:custGeom>
              <a:avLst/>
              <a:gdLst>
                <a:gd name="T0" fmla="*/ 188 w 29"/>
                <a:gd name="T1" fmla="*/ 0 h 16"/>
                <a:gd name="T2" fmla="*/ 65 w 29"/>
                <a:gd name="T3" fmla="*/ 96 h 16"/>
                <a:gd name="T4" fmla="*/ 7 w 29"/>
                <a:gd name="T5" fmla="*/ 6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29" y="0"/>
                  </a:moveTo>
                  <a:cubicBezTo>
                    <a:pt x="27" y="5"/>
                    <a:pt x="17" y="16"/>
                    <a:pt x="10" y="16"/>
                  </a:cubicBezTo>
                  <a:cubicBezTo>
                    <a:pt x="7" y="16"/>
                    <a:pt x="0" y="12"/>
                    <a:pt x="1" y="1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88" name="Freeform 2267">
              <a:extLst>
                <a:ext uri="{FF2B5EF4-FFF2-40B4-BE49-F238E27FC236}">
                  <a16:creationId xmlns:a16="http://schemas.microsoft.com/office/drawing/2014/main" id="{C205BA9E-DBB3-43B9-904F-4F88257A5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827"/>
              <a:ext cx="15" cy="11"/>
            </a:xfrm>
            <a:custGeom>
              <a:avLst/>
              <a:gdLst>
                <a:gd name="T0" fmla="*/ 0 w 8"/>
                <a:gd name="T1" fmla="*/ 0 h 6"/>
                <a:gd name="T2" fmla="*/ 53 w 8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2"/>
                    <a:pt x="5" y="4"/>
                    <a:pt x="8" y="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89" name="Freeform 2268">
              <a:extLst>
                <a:ext uri="{FF2B5EF4-FFF2-40B4-BE49-F238E27FC236}">
                  <a16:creationId xmlns:a16="http://schemas.microsoft.com/office/drawing/2014/main" id="{6C769203-3FC6-44FB-9D29-6963F2DD4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889"/>
              <a:ext cx="20" cy="13"/>
            </a:xfrm>
            <a:custGeom>
              <a:avLst/>
              <a:gdLst>
                <a:gd name="T0" fmla="*/ 0 w 11"/>
                <a:gd name="T1" fmla="*/ 0 h 7"/>
                <a:gd name="T2" fmla="*/ 65 w 11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2" y="3"/>
                    <a:pt x="8" y="5"/>
                    <a:pt x="11" y="7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90" name="Freeform 2269">
              <a:extLst>
                <a:ext uri="{FF2B5EF4-FFF2-40B4-BE49-F238E27FC236}">
                  <a16:creationId xmlns:a16="http://schemas.microsoft.com/office/drawing/2014/main" id="{D06AA9C3-0A24-499C-99FC-EAC482E7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3936"/>
              <a:ext cx="71" cy="35"/>
            </a:xfrm>
            <a:custGeom>
              <a:avLst/>
              <a:gdLst>
                <a:gd name="T0" fmla="*/ 249 w 38"/>
                <a:gd name="T1" fmla="*/ 0 h 19"/>
                <a:gd name="T2" fmla="*/ 0 w 38"/>
                <a:gd name="T3" fmla="*/ 1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23" y="7"/>
                    <a:pt x="12" y="19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91" name="Freeform 2270">
              <a:extLst>
                <a:ext uri="{FF2B5EF4-FFF2-40B4-BE49-F238E27FC236}">
                  <a16:creationId xmlns:a16="http://schemas.microsoft.com/office/drawing/2014/main" id="{0C6D24F5-056B-49D0-892F-27D85F10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3952"/>
              <a:ext cx="62" cy="42"/>
            </a:xfrm>
            <a:custGeom>
              <a:avLst/>
              <a:gdLst>
                <a:gd name="T0" fmla="*/ 39 w 33"/>
                <a:gd name="T1" fmla="*/ 153 h 22"/>
                <a:gd name="T2" fmla="*/ 15 w 33"/>
                <a:gd name="T3" fmla="*/ 99 h 22"/>
                <a:gd name="T4" fmla="*/ 73 w 33"/>
                <a:gd name="T5" fmla="*/ 55 h 22"/>
                <a:gd name="T6" fmla="*/ 145 w 33"/>
                <a:gd name="T7" fmla="*/ 15 h 22"/>
                <a:gd name="T8" fmla="*/ 218 w 33"/>
                <a:gd name="T9" fmla="*/ 4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2">
                  <a:moveTo>
                    <a:pt x="6" y="22"/>
                  </a:moveTo>
                  <a:cubicBezTo>
                    <a:pt x="4" y="20"/>
                    <a:pt x="0" y="17"/>
                    <a:pt x="2" y="14"/>
                  </a:cubicBezTo>
                  <a:cubicBezTo>
                    <a:pt x="3" y="11"/>
                    <a:pt x="8" y="9"/>
                    <a:pt x="11" y="8"/>
                  </a:cubicBezTo>
                  <a:cubicBezTo>
                    <a:pt x="16" y="7"/>
                    <a:pt x="17" y="3"/>
                    <a:pt x="22" y="2"/>
                  </a:cubicBezTo>
                  <a:cubicBezTo>
                    <a:pt x="25" y="0"/>
                    <a:pt x="33" y="6"/>
                    <a:pt x="33" y="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92" name="Freeform 2271">
              <a:extLst>
                <a:ext uri="{FF2B5EF4-FFF2-40B4-BE49-F238E27FC236}">
                  <a16:creationId xmlns:a16="http://schemas.microsoft.com/office/drawing/2014/main" id="{FFED4725-D669-4921-A3DE-0007B1D2E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956"/>
              <a:ext cx="17" cy="21"/>
            </a:xfrm>
            <a:custGeom>
              <a:avLst/>
              <a:gdLst>
                <a:gd name="T0" fmla="*/ 60 w 9"/>
                <a:gd name="T1" fmla="*/ 76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5" y="7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93" name="Freeform 2272">
              <a:extLst>
                <a:ext uri="{FF2B5EF4-FFF2-40B4-BE49-F238E27FC236}">
                  <a16:creationId xmlns:a16="http://schemas.microsoft.com/office/drawing/2014/main" id="{1525D88E-3BE0-455A-9DAB-59091DF92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956"/>
              <a:ext cx="71" cy="19"/>
            </a:xfrm>
            <a:custGeom>
              <a:avLst/>
              <a:gdLst>
                <a:gd name="T0" fmla="*/ 249 w 38"/>
                <a:gd name="T1" fmla="*/ 0 h 10"/>
                <a:gd name="T2" fmla="*/ 45 w 38"/>
                <a:gd name="T3" fmla="*/ 40 h 10"/>
                <a:gd name="T4" fmla="*/ 7 w 38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">
                  <a:moveTo>
                    <a:pt x="38" y="0"/>
                  </a:moveTo>
                  <a:cubicBezTo>
                    <a:pt x="27" y="0"/>
                    <a:pt x="18" y="10"/>
                    <a:pt x="7" y="6"/>
                  </a:cubicBezTo>
                  <a:cubicBezTo>
                    <a:pt x="3" y="4"/>
                    <a:pt x="0" y="4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94" name="Freeform 2273">
              <a:extLst>
                <a:ext uri="{FF2B5EF4-FFF2-40B4-BE49-F238E27FC236}">
                  <a16:creationId xmlns:a16="http://schemas.microsoft.com/office/drawing/2014/main" id="{60BA8139-1BA5-4D81-A051-3110BACA1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3965"/>
              <a:ext cx="68" cy="17"/>
            </a:xfrm>
            <a:custGeom>
              <a:avLst/>
              <a:gdLst>
                <a:gd name="T0" fmla="*/ 0 w 36"/>
                <a:gd name="T1" fmla="*/ 15 h 9"/>
                <a:gd name="T2" fmla="*/ 100 w 36"/>
                <a:gd name="T3" fmla="*/ 53 h 9"/>
                <a:gd name="T4" fmla="*/ 242 w 3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">
                  <a:moveTo>
                    <a:pt x="0" y="2"/>
                  </a:moveTo>
                  <a:cubicBezTo>
                    <a:pt x="4" y="8"/>
                    <a:pt x="6" y="9"/>
                    <a:pt x="15" y="8"/>
                  </a:cubicBezTo>
                  <a:cubicBezTo>
                    <a:pt x="22" y="6"/>
                    <a:pt x="29" y="3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95" name="Freeform 2274">
              <a:extLst>
                <a:ext uri="{FF2B5EF4-FFF2-40B4-BE49-F238E27FC236}">
                  <a16:creationId xmlns:a16="http://schemas.microsoft.com/office/drawing/2014/main" id="{0D0FFBEA-D97D-4ED4-944E-EA6FC89D0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3982"/>
              <a:ext cx="8" cy="30"/>
            </a:xfrm>
            <a:custGeom>
              <a:avLst/>
              <a:gdLst>
                <a:gd name="T0" fmla="*/ 32 w 4"/>
                <a:gd name="T1" fmla="*/ 105 h 16"/>
                <a:gd name="T2" fmla="*/ 24 w 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16"/>
                  </a:moveTo>
                  <a:cubicBezTo>
                    <a:pt x="2" y="12"/>
                    <a:pt x="0" y="3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96" name="Freeform 2275">
              <a:extLst>
                <a:ext uri="{FF2B5EF4-FFF2-40B4-BE49-F238E27FC236}">
                  <a16:creationId xmlns:a16="http://schemas.microsoft.com/office/drawing/2014/main" id="{D5F3C883-88EB-4135-8774-AB3C7AB57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3973"/>
              <a:ext cx="19" cy="6"/>
            </a:xfrm>
            <a:custGeom>
              <a:avLst/>
              <a:gdLst>
                <a:gd name="T0" fmla="*/ 68 w 10"/>
                <a:gd name="T1" fmla="*/ 24 h 3"/>
                <a:gd name="T2" fmla="*/ 0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7" y="1"/>
                    <a:pt x="3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97" name="Freeform 2276">
              <a:extLst>
                <a:ext uri="{FF2B5EF4-FFF2-40B4-BE49-F238E27FC236}">
                  <a16:creationId xmlns:a16="http://schemas.microsoft.com/office/drawing/2014/main" id="{742DB482-EF5B-4FB1-A82A-C71289921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965"/>
              <a:ext cx="66" cy="17"/>
            </a:xfrm>
            <a:custGeom>
              <a:avLst/>
              <a:gdLst>
                <a:gd name="T0" fmla="*/ 234 w 35"/>
                <a:gd name="T1" fmla="*/ 8 h 9"/>
                <a:gd name="T2" fmla="*/ 107 w 35"/>
                <a:gd name="T3" fmla="*/ 40 h 9"/>
                <a:gd name="T4" fmla="*/ 28 w 35"/>
                <a:gd name="T5" fmla="*/ 53 h 9"/>
                <a:gd name="T6" fmla="*/ 0 w 3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">
                  <a:moveTo>
                    <a:pt x="35" y="1"/>
                  </a:moveTo>
                  <a:cubicBezTo>
                    <a:pt x="29" y="3"/>
                    <a:pt x="23" y="5"/>
                    <a:pt x="16" y="6"/>
                  </a:cubicBezTo>
                  <a:cubicBezTo>
                    <a:pt x="13" y="7"/>
                    <a:pt x="7" y="9"/>
                    <a:pt x="4" y="8"/>
                  </a:cubicBez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98" name="Freeform 2277">
              <a:extLst>
                <a:ext uri="{FF2B5EF4-FFF2-40B4-BE49-F238E27FC236}">
                  <a16:creationId xmlns:a16="http://schemas.microsoft.com/office/drawing/2014/main" id="{EFE522A9-24D9-4842-8E6B-4062E620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971"/>
              <a:ext cx="79" cy="23"/>
            </a:xfrm>
            <a:custGeom>
              <a:avLst/>
              <a:gdLst>
                <a:gd name="T0" fmla="*/ 280 w 42"/>
                <a:gd name="T1" fmla="*/ 36 h 12"/>
                <a:gd name="T2" fmla="*/ 68 w 42"/>
                <a:gd name="T3" fmla="*/ 69 h 12"/>
                <a:gd name="T4" fmla="*/ 15 w 4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2">
                  <a:moveTo>
                    <a:pt x="42" y="5"/>
                  </a:moveTo>
                  <a:cubicBezTo>
                    <a:pt x="40" y="12"/>
                    <a:pt x="16" y="10"/>
                    <a:pt x="10" y="10"/>
                  </a:cubicBezTo>
                  <a:cubicBezTo>
                    <a:pt x="3" y="9"/>
                    <a:pt x="0" y="6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99" name="Freeform 2278">
              <a:extLst>
                <a:ext uri="{FF2B5EF4-FFF2-40B4-BE49-F238E27FC236}">
                  <a16:creationId xmlns:a16="http://schemas.microsoft.com/office/drawing/2014/main" id="{4181223F-570C-4A3F-B4D5-25D275E6A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3977"/>
              <a:ext cx="69" cy="24"/>
            </a:xfrm>
            <a:custGeom>
              <a:avLst/>
              <a:gdLst>
                <a:gd name="T0" fmla="*/ 241 w 37"/>
                <a:gd name="T1" fmla="*/ 37 h 13"/>
                <a:gd name="T2" fmla="*/ 45 w 37"/>
                <a:gd name="T3" fmla="*/ 52 h 13"/>
                <a:gd name="T4" fmla="*/ 7 w 37"/>
                <a:gd name="T5" fmla="*/ 20 h 13"/>
                <a:gd name="T6" fmla="*/ 7 w 3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3">
                  <a:moveTo>
                    <a:pt x="37" y="6"/>
                  </a:moveTo>
                  <a:cubicBezTo>
                    <a:pt x="36" y="13"/>
                    <a:pt x="12" y="9"/>
                    <a:pt x="7" y="8"/>
                  </a:cubicBezTo>
                  <a:cubicBezTo>
                    <a:pt x="3" y="7"/>
                    <a:pt x="2" y="7"/>
                    <a:pt x="1" y="3"/>
                  </a:cubicBezTo>
                  <a:cubicBezTo>
                    <a:pt x="1" y="1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00" name="Freeform 2279">
              <a:extLst>
                <a:ext uri="{FF2B5EF4-FFF2-40B4-BE49-F238E27FC236}">
                  <a16:creationId xmlns:a16="http://schemas.microsoft.com/office/drawing/2014/main" id="{A565E40A-EEE7-45E4-95C2-B1B33BC7A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3995"/>
              <a:ext cx="56" cy="29"/>
            </a:xfrm>
            <a:custGeom>
              <a:avLst/>
              <a:gdLst>
                <a:gd name="T0" fmla="*/ 196 w 30"/>
                <a:gd name="T1" fmla="*/ 0 h 15"/>
                <a:gd name="T2" fmla="*/ 52 w 30"/>
                <a:gd name="T3" fmla="*/ 23 h 15"/>
                <a:gd name="T4" fmla="*/ 24 w 30"/>
                <a:gd name="T5" fmla="*/ 10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0"/>
                  </a:moveTo>
                  <a:cubicBezTo>
                    <a:pt x="23" y="1"/>
                    <a:pt x="14" y="1"/>
                    <a:pt x="8" y="3"/>
                  </a:cubicBezTo>
                  <a:cubicBezTo>
                    <a:pt x="0" y="6"/>
                    <a:pt x="5" y="10"/>
                    <a:pt x="4" y="15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01" name="Freeform 2280">
              <a:extLst>
                <a:ext uri="{FF2B5EF4-FFF2-40B4-BE49-F238E27FC236}">
                  <a16:creationId xmlns:a16="http://schemas.microsoft.com/office/drawing/2014/main" id="{7C42E9D2-323A-425E-897B-74DAD855F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977"/>
              <a:ext cx="13" cy="24"/>
            </a:xfrm>
            <a:custGeom>
              <a:avLst/>
              <a:gdLst>
                <a:gd name="T0" fmla="*/ 45 w 7"/>
                <a:gd name="T1" fmla="*/ 81 h 13"/>
                <a:gd name="T2" fmla="*/ 7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13"/>
                  </a:moveTo>
                  <a:cubicBezTo>
                    <a:pt x="2" y="12"/>
                    <a:pt x="0" y="4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02" name="Freeform 2281">
              <a:extLst>
                <a:ext uri="{FF2B5EF4-FFF2-40B4-BE49-F238E27FC236}">
                  <a16:creationId xmlns:a16="http://schemas.microsoft.com/office/drawing/2014/main" id="{1DECE0BC-4996-44CF-8424-B9739151B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980"/>
              <a:ext cx="4" cy="15"/>
            </a:xfrm>
            <a:custGeom>
              <a:avLst/>
              <a:gdLst>
                <a:gd name="T0" fmla="*/ 0 w 2"/>
                <a:gd name="T1" fmla="*/ 53 h 8"/>
                <a:gd name="T2" fmla="*/ 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2" y="6"/>
                    <a:pt x="2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03" name="Freeform 2282">
              <a:extLst>
                <a:ext uri="{FF2B5EF4-FFF2-40B4-BE49-F238E27FC236}">
                  <a16:creationId xmlns:a16="http://schemas.microsoft.com/office/drawing/2014/main" id="{5DBB1B87-FE9F-4E20-8587-B7A101F2A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999"/>
              <a:ext cx="56" cy="30"/>
            </a:xfrm>
            <a:custGeom>
              <a:avLst/>
              <a:gdLst>
                <a:gd name="T0" fmla="*/ 196 w 30"/>
                <a:gd name="T1" fmla="*/ 0 h 16"/>
                <a:gd name="T2" fmla="*/ 97 w 30"/>
                <a:gd name="T3" fmla="*/ 15 h 16"/>
                <a:gd name="T4" fmla="*/ 21 w 30"/>
                <a:gd name="T5" fmla="*/ 28 h 16"/>
                <a:gd name="T6" fmla="*/ 13 w 30"/>
                <a:gd name="T7" fmla="*/ 10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5" y="0"/>
                    <a:pt x="20" y="1"/>
                    <a:pt x="15" y="2"/>
                  </a:cubicBezTo>
                  <a:cubicBezTo>
                    <a:pt x="12" y="2"/>
                    <a:pt x="6" y="1"/>
                    <a:pt x="3" y="4"/>
                  </a:cubicBezTo>
                  <a:cubicBezTo>
                    <a:pt x="0" y="6"/>
                    <a:pt x="1" y="14"/>
                    <a:pt x="2" y="1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04" name="Freeform 2283">
              <a:extLst>
                <a:ext uri="{FF2B5EF4-FFF2-40B4-BE49-F238E27FC236}">
                  <a16:creationId xmlns:a16="http://schemas.microsoft.com/office/drawing/2014/main" id="{77AEB676-CDC1-411D-BB8E-84769227F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990"/>
              <a:ext cx="5" cy="15"/>
            </a:xfrm>
            <a:custGeom>
              <a:avLst/>
              <a:gdLst>
                <a:gd name="T0" fmla="*/ 13 w 3"/>
                <a:gd name="T1" fmla="*/ 53 h 8"/>
                <a:gd name="T2" fmla="*/ 8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6"/>
                    <a:pt x="0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05" name="Freeform 2284">
              <a:extLst>
                <a:ext uri="{FF2B5EF4-FFF2-40B4-BE49-F238E27FC236}">
                  <a16:creationId xmlns:a16="http://schemas.microsoft.com/office/drawing/2014/main" id="{2F8558FF-A48A-4C2E-9B97-CD85DA2DE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4012"/>
              <a:ext cx="55" cy="23"/>
            </a:xfrm>
            <a:custGeom>
              <a:avLst/>
              <a:gdLst>
                <a:gd name="T0" fmla="*/ 197 w 29"/>
                <a:gd name="T1" fmla="*/ 15 h 12"/>
                <a:gd name="T2" fmla="*/ 28 w 29"/>
                <a:gd name="T3" fmla="*/ 23 h 12"/>
                <a:gd name="T4" fmla="*/ 8 w 29"/>
                <a:gd name="T5" fmla="*/ 8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2">
                  <a:moveTo>
                    <a:pt x="29" y="2"/>
                  </a:moveTo>
                  <a:cubicBezTo>
                    <a:pt x="23" y="2"/>
                    <a:pt x="10" y="0"/>
                    <a:pt x="4" y="3"/>
                  </a:cubicBezTo>
                  <a:cubicBezTo>
                    <a:pt x="1" y="4"/>
                    <a:pt x="0" y="10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06" name="Freeform 2285">
              <a:extLst>
                <a:ext uri="{FF2B5EF4-FFF2-40B4-BE49-F238E27FC236}">
                  <a16:creationId xmlns:a16="http://schemas.microsoft.com/office/drawing/2014/main" id="{B2DC9698-8A2D-422F-BDB4-0058CEA68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990"/>
              <a:ext cx="5" cy="26"/>
            </a:xfrm>
            <a:custGeom>
              <a:avLst/>
              <a:gdLst>
                <a:gd name="T0" fmla="*/ 13 w 3"/>
                <a:gd name="T1" fmla="*/ 89 h 14"/>
                <a:gd name="T2" fmla="*/ 8 w 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14"/>
                  </a:moveTo>
                  <a:cubicBezTo>
                    <a:pt x="0" y="10"/>
                    <a:pt x="0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07" name="Freeform 2286">
              <a:extLst>
                <a:ext uri="{FF2B5EF4-FFF2-40B4-BE49-F238E27FC236}">
                  <a16:creationId xmlns:a16="http://schemas.microsoft.com/office/drawing/2014/main" id="{0E76C503-046A-442A-A1FE-AEC26FE47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995"/>
              <a:ext cx="23" cy="4"/>
            </a:xfrm>
            <a:custGeom>
              <a:avLst/>
              <a:gdLst>
                <a:gd name="T0" fmla="*/ 84 w 12"/>
                <a:gd name="T1" fmla="*/ 16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0"/>
                    <a:pt x="3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08" name="Freeform 2287">
              <a:extLst>
                <a:ext uri="{FF2B5EF4-FFF2-40B4-BE49-F238E27FC236}">
                  <a16:creationId xmlns:a16="http://schemas.microsoft.com/office/drawing/2014/main" id="{2AE71A21-43C6-4E10-A56F-FB96CB5D1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3997"/>
              <a:ext cx="54" cy="28"/>
            </a:xfrm>
            <a:custGeom>
              <a:avLst/>
              <a:gdLst>
                <a:gd name="T0" fmla="*/ 188 w 29"/>
                <a:gd name="T1" fmla="*/ 77 h 15"/>
                <a:gd name="T2" fmla="*/ 13 w 29"/>
                <a:gd name="T3" fmla="*/ 65 h 15"/>
                <a:gd name="T4" fmla="*/ 20 w 2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29" y="12"/>
                  </a:moveTo>
                  <a:cubicBezTo>
                    <a:pt x="22" y="12"/>
                    <a:pt x="7" y="15"/>
                    <a:pt x="2" y="10"/>
                  </a:cubicBezTo>
                  <a:cubicBezTo>
                    <a:pt x="0" y="8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09" name="Freeform 2288">
              <a:extLst>
                <a:ext uri="{FF2B5EF4-FFF2-40B4-BE49-F238E27FC236}">
                  <a16:creationId xmlns:a16="http://schemas.microsoft.com/office/drawing/2014/main" id="{32C4A4D7-21A9-465D-9E3E-EA4242BE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4018"/>
              <a:ext cx="8" cy="17"/>
            </a:xfrm>
            <a:custGeom>
              <a:avLst/>
              <a:gdLst>
                <a:gd name="T0" fmla="*/ 32 w 4"/>
                <a:gd name="T1" fmla="*/ 0 h 9"/>
                <a:gd name="T2" fmla="*/ 16 w 4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2"/>
                    <a:pt x="0" y="7"/>
                    <a:pt x="2" y="9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10" name="Freeform 2289">
              <a:extLst>
                <a:ext uri="{FF2B5EF4-FFF2-40B4-BE49-F238E27FC236}">
                  <a16:creationId xmlns:a16="http://schemas.microsoft.com/office/drawing/2014/main" id="{57EBAA52-6DD9-4011-9EBE-A9F9A8879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3965"/>
              <a:ext cx="61" cy="23"/>
            </a:xfrm>
            <a:custGeom>
              <a:avLst/>
              <a:gdLst>
                <a:gd name="T0" fmla="*/ 209 w 33"/>
                <a:gd name="T1" fmla="*/ 77 h 12"/>
                <a:gd name="T2" fmla="*/ 113 w 33"/>
                <a:gd name="T3" fmla="*/ 77 h 12"/>
                <a:gd name="T4" fmla="*/ 24 w 33"/>
                <a:gd name="T5" fmla="*/ 63 h 12"/>
                <a:gd name="T6" fmla="*/ 20 w 3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2">
                  <a:moveTo>
                    <a:pt x="33" y="11"/>
                  </a:moveTo>
                  <a:cubicBezTo>
                    <a:pt x="28" y="11"/>
                    <a:pt x="23" y="12"/>
                    <a:pt x="18" y="11"/>
                  </a:cubicBezTo>
                  <a:cubicBezTo>
                    <a:pt x="15" y="11"/>
                    <a:pt x="7" y="11"/>
                    <a:pt x="4" y="9"/>
                  </a:cubicBezTo>
                  <a:cubicBezTo>
                    <a:pt x="0" y="7"/>
                    <a:pt x="2" y="3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11" name="Freeform 2290">
              <a:extLst>
                <a:ext uri="{FF2B5EF4-FFF2-40B4-BE49-F238E27FC236}">
                  <a16:creationId xmlns:a16="http://schemas.microsoft.com/office/drawing/2014/main" id="{4CD2F77B-A909-47E4-A761-0BBABD0C5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3956"/>
              <a:ext cx="53" cy="24"/>
            </a:xfrm>
            <a:custGeom>
              <a:avLst/>
              <a:gdLst>
                <a:gd name="T0" fmla="*/ 189 w 28"/>
                <a:gd name="T1" fmla="*/ 76 h 13"/>
                <a:gd name="T2" fmla="*/ 21 w 28"/>
                <a:gd name="T3" fmla="*/ 44 h 13"/>
                <a:gd name="T4" fmla="*/ 15 w 2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8" y="12"/>
                  </a:moveTo>
                  <a:cubicBezTo>
                    <a:pt x="23" y="13"/>
                    <a:pt x="5" y="12"/>
                    <a:pt x="3" y="7"/>
                  </a:cubicBezTo>
                  <a:cubicBezTo>
                    <a:pt x="1" y="5"/>
                    <a:pt x="0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12" name="Freeform 2291">
              <a:extLst>
                <a:ext uri="{FF2B5EF4-FFF2-40B4-BE49-F238E27FC236}">
                  <a16:creationId xmlns:a16="http://schemas.microsoft.com/office/drawing/2014/main" id="{3D7E9E25-E5DC-4C05-B23B-6ADBF97DB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3988"/>
              <a:ext cx="52" cy="28"/>
            </a:xfrm>
            <a:custGeom>
              <a:avLst/>
              <a:gdLst>
                <a:gd name="T0" fmla="*/ 180 w 28"/>
                <a:gd name="T1" fmla="*/ 84 h 15"/>
                <a:gd name="T2" fmla="*/ 20 w 28"/>
                <a:gd name="T3" fmla="*/ 77 h 15"/>
                <a:gd name="T4" fmla="*/ 2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13"/>
                  </a:moveTo>
                  <a:cubicBezTo>
                    <a:pt x="23" y="15"/>
                    <a:pt x="7" y="15"/>
                    <a:pt x="3" y="12"/>
                  </a:cubicBezTo>
                  <a:cubicBezTo>
                    <a:pt x="0" y="10"/>
                    <a:pt x="0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13" name="Freeform 2292">
              <a:extLst>
                <a:ext uri="{FF2B5EF4-FFF2-40B4-BE49-F238E27FC236}">
                  <a16:creationId xmlns:a16="http://schemas.microsoft.com/office/drawing/2014/main" id="{A251504F-BFC8-47D0-845A-416258AE9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979"/>
              <a:ext cx="59" cy="33"/>
            </a:xfrm>
            <a:custGeom>
              <a:avLst/>
              <a:gdLst>
                <a:gd name="T0" fmla="*/ 201 w 32"/>
                <a:gd name="T1" fmla="*/ 97 h 18"/>
                <a:gd name="T2" fmla="*/ 13 w 32"/>
                <a:gd name="T3" fmla="*/ 73 h 18"/>
                <a:gd name="T4" fmla="*/ 20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16"/>
                  </a:moveTo>
                  <a:cubicBezTo>
                    <a:pt x="27" y="18"/>
                    <a:pt x="5" y="17"/>
                    <a:pt x="2" y="12"/>
                  </a:cubicBezTo>
                  <a:cubicBezTo>
                    <a:pt x="0" y="10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14" name="Freeform 2293">
              <a:extLst>
                <a:ext uri="{FF2B5EF4-FFF2-40B4-BE49-F238E27FC236}">
                  <a16:creationId xmlns:a16="http://schemas.microsoft.com/office/drawing/2014/main" id="{05EAB289-1D36-4149-B581-42229BC66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3971"/>
              <a:ext cx="53" cy="32"/>
            </a:xfrm>
            <a:custGeom>
              <a:avLst/>
              <a:gdLst>
                <a:gd name="T0" fmla="*/ 189 w 28"/>
                <a:gd name="T1" fmla="*/ 100 h 17"/>
                <a:gd name="T2" fmla="*/ 15 w 28"/>
                <a:gd name="T3" fmla="*/ 68 h 17"/>
                <a:gd name="T4" fmla="*/ 21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28" y="15"/>
                  </a:moveTo>
                  <a:cubicBezTo>
                    <a:pt x="22" y="17"/>
                    <a:pt x="6" y="14"/>
                    <a:pt x="2" y="10"/>
                  </a:cubicBezTo>
                  <a:cubicBezTo>
                    <a:pt x="0" y="7"/>
                    <a:pt x="1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15" name="Freeform 2294">
              <a:extLst>
                <a:ext uri="{FF2B5EF4-FFF2-40B4-BE49-F238E27FC236}">
                  <a16:creationId xmlns:a16="http://schemas.microsoft.com/office/drawing/2014/main" id="{23341990-40DB-4B45-82EB-95879BDB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4012"/>
              <a:ext cx="5" cy="19"/>
            </a:xfrm>
            <a:custGeom>
              <a:avLst/>
              <a:gdLst>
                <a:gd name="T0" fmla="*/ 13 w 3"/>
                <a:gd name="T1" fmla="*/ 0 h 10"/>
                <a:gd name="T2" fmla="*/ 0 w 3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6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16" name="Freeform 2295">
              <a:extLst>
                <a:ext uri="{FF2B5EF4-FFF2-40B4-BE49-F238E27FC236}">
                  <a16:creationId xmlns:a16="http://schemas.microsoft.com/office/drawing/2014/main" id="{1709145F-E249-455B-8602-1A7E794BB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4001"/>
              <a:ext cx="4" cy="17"/>
            </a:xfrm>
            <a:custGeom>
              <a:avLst/>
              <a:gdLst>
                <a:gd name="T0" fmla="*/ 16 w 2"/>
                <a:gd name="T1" fmla="*/ 0 h 9"/>
                <a:gd name="T2" fmla="*/ 8 w 2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0" y="3"/>
                    <a:pt x="1" y="6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17" name="Freeform 2296">
              <a:extLst>
                <a:ext uri="{FF2B5EF4-FFF2-40B4-BE49-F238E27FC236}">
                  <a16:creationId xmlns:a16="http://schemas.microsoft.com/office/drawing/2014/main" id="{D1A31454-C483-4B73-A758-0A9926D60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971"/>
              <a:ext cx="26" cy="8"/>
            </a:xfrm>
            <a:custGeom>
              <a:avLst/>
              <a:gdLst>
                <a:gd name="T0" fmla="*/ 89 w 14"/>
                <a:gd name="T1" fmla="*/ 24 h 4"/>
                <a:gd name="T2" fmla="*/ 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14" y="3"/>
                  </a:moveTo>
                  <a:cubicBezTo>
                    <a:pt x="8" y="4"/>
                    <a:pt x="5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18" name="Freeform 2297">
              <a:extLst>
                <a:ext uri="{FF2B5EF4-FFF2-40B4-BE49-F238E27FC236}">
                  <a16:creationId xmlns:a16="http://schemas.microsoft.com/office/drawing/2014/main" id="{DD56141E-4C22-4E5E-9AB2-ECFDEC68D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980"/>
              <a:ext cx="20" cy="4"/>
            </a:xfrm>
            <a:custGeom>
              <a:avLst/>
              <a:gdLst>
                <a:gd name="T0" fmla="*/ 65 w 11"/>
                <a:gd name="T1" fmla="*/ 16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7" y="2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19" name="Freeform 2298">
              <a:extLst>
                <a:ext uri="{FF2B5EF4-FFF2-40B4-BE49-F238E27FC236}">
                  <a16:creationId xmlns:a16="http://schemas.microsoft.com/office/drawing/2014/main" id="{9D9EE731-E1D7-44E2-958F-93B06B861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3909"/>
              <a:ext cx="47" cy="28"/>
            </a:xfrm>
            <a:custGeom>
              <a:avLst/>
              <a:gdLst>
                <a:gd name="T0" fmla="*/ 165 w 25"/>
                <a:gd name="T1" fmla="*/ 0 h 15"/>
                <a:gd name="T2" fmla="*/ 39 w 25"/>
                <a:gd name="T3" fmla="*/ 91 h 15"/>
                <a:gd name="T4" fmla="*/ 0 w 25"/>
                <a:gd name="T5" fmla="*/ 5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5">
                  <a:moveTo>
                    <a:pt x="25" y="0"/>
                  </a:moveTo>
                  <a:cubicBezTo>
                    <a:pt x="19" y="9"/>
                    <a:pt x="9" y="15"/>
                    <a:pt x="6" y="14"/>
                  </a:cubicBezTo>
                  <a:cubicBezTo>
                    <a:pt x="3" y="13"/>
                    <a:pt x="0" y="8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20" name="Freeform 2299">
              <a:extLst>
                <a:ext uri="{FF2B5EF4-FFF2-40B4-BE49-F238E27FC236}">
                  <a16:creationId xmlns:a16="http://schemas.microsoft.com/office/drawing/2014/main" id="{FA15128A-DACE-4D2C-ADA7-1BD73F28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907"/>
              <a:ext cx="15" cy="30"/>
            </a:xfrm>
            <a:custGeom>
              <a:avLst/>
              <a:gdLst>
                <a:gd name="T0" fmla="*/ 32 w 8"/>
                <a:gd name="T1" fmla="*/ 0 h 16"/>
                <a:gd name="T2" fmla="*/ 0 w 8"/>
                <a:gd name="T3" fmla="*/ 39 h 16"/>
                <a:gd name="T4" fmla="*/ 53 w 8"/>
                <a:gd name="T5" fmla="*/ 10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5" y="0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0" y="7"/>
                    <a:pt x="8" y="16"/>
                    <a:pt x="8" y="1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21" name="Freeform 2300">
              <a:extLst>
                <a:ext uri="{FF2B5EF4-FFF2-40B4-BE49-F238E27FC236}">
                  <a16:creationId xmlns:a16="http://schemas.microsoft.com/office/drawing/2014/main" id="{9E8F2D35-0D41-4752-87A9-367E46B2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919"/>
              <a:ext cx="45" cy="35"/>
            </a:xfrm>
            <a:custGeom>
              <a:avLst/>
              <a:gdLst>
                <a:gd name="T0" fmla="*/ 158 w 24"/>
                <a:gd name="T1" fmla="*/ 0 h 19"/>
                <a:gd name="T2" fmla="*/ 0 w 24"/>
                <a:gd name="T3" fmla="*/ 11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24" y="0"/>
                  </a:moveTo>
                  <a:cubicBezTo>
                    <a:pt x="17" y="4"/>
                    <a:pt x="1" y="17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22" name="Freeform 2301">
              <a:extLst>
                <a:ext uri="{FF2B5EF4-FFF2-40B4-BE49-F238E27FC236}">
                  <a16:creationId xmlns:a16="http://schemas.microsoft.com/office/drawing/2014/main" id="{2EC9CC42-7A49-4733-9635-C1B017E6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928"/>
              <a:ext cx="15" cy="13"/>
            </a:xfrm>
            <a:custGeom>
              <a:avLst/>
              <a:gdLst>
                <a:gd name="T0" fmla="*/ 53 w 8"/>
                <a:gd name="T1" fmla="*/ 45 h 7"/>
                <a:gd name="T2" fmla="*/ 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4" y="5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23" name="Freeform 2302">
              <a:extLst>
                <a:ext uri="{FF2B5EF4-FFF2-40B4-BE49-F238E27FC236}">
                  <a16:creationId xmlns:a16="http://schemas.microsoft.com/office/drawing/2014/main" id="{23280B6B-96EC-48E4-B58F-B0263662C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434"/>
              <a:ext cx="34" cy="62"/>
            </a:xfrm>
            <a:custGeom>
              <a:avLst/>
              <a:gdLst>
                <a:gd name="T0" fmla="*/ 32 w 18"/>
                <a:gd name="T1" fmla="*/ 0 h 33"/>
                <a:gd name="T2" fmla="*/ 121 w 18"/>
                <a:gd name="T3" fmla="*/ 21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3">
                  <a:moveTo>
                    <a:pt x="5" y="0"/>
                  </a:moveTo>
                  <a:cubicBezTo>
                    <a:pt x="0" y="18"/>
                    <a:pt x="1" y="25"/>
                    <a:pt x="18" y="3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24" name="Freeform 2303">
              <a:extLst>
                <a:ext uri="{FF2B5EF4-FFF2-40B4-BE49-F238E27FC236}">
                  <a16:creationId xmlns:a16="http://schemas.microsoft.com/office/drawing/2014/main" id="{C3A2A1BC-808B-48CC-BFFC-7AA969B2D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486"/>
              <a:ext cx="33" cy="62"/>
            </a:xfrm>
            <a:custGeom>
              <a:avLst/>
              <a:gdLst>
                <a:gd name="T0" fmla="*/ 31 w 18"/>
                <a:gd name="T1" fmla="*/ 0 h 33"/>
                <a:gd name="T2" fmla="*/ 112 w 18"/>
                <a:gd name="T3" fmla="*/ 21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3">
                  <a:moveTo>
                    <a:pt x="5" y="0"/>
                  </a:moveTo>
                  <a:cubicBezTo>
                    <a:pt x="5" y="15"/>
                    <a:pt x="0" y="33"/>
                    <a:pt x="18" y="3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25" name="Freeform 2304">
              <a:extLst>
                <a:ext uri="{FF2B5EF4-FFF2-40B4-BE49-F238E27FC236}">
                  <a16:creationId xmlns:a16="http://schemas.microsoft.com/office/drawing/2014/main" id="{8F2A1812-9942-437D-B19B-A4A85AE39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438"/>
              <a:ext cx="30" cy="26"/>
            </a:xfrm>
            <a:custGeom>
              <a:avLst/>
              <a:gdLst>
                <a:gd name="T0" fmla="*/ 0 w 16"/>
                <a:gd name="T1" fmla="*/ 0 h 14"/>
                <a:gd name="T2" fmla="*/ 32 w 16"/>
                <a:gd name="T3" fmla="*/ 76 h 14"/>
                <a:gd name="T4" fmla="*/ 105 w 16"/>
                <a:gd name="T5" fmla="*/ 8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1" y="5"/>
                    <a:pt x="1" y="9"/>
                    <a:pt x="5" y="12"/>
                  </a:cubicBezTo>
                  <a:cubicBezTo>
                    <a:pt x="8" y="13"/>
                    <a:pt x="13" y="14"/>
                    <a:pt x="16" y="14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26" name="Freeform 2305">
              <a:extLst>
                <a:ext uri="{FF2B5EF4-FFF2-40B4-BE49-F238E27FC236}">
                  <a16:creationId xmlns:a16="http://schemas.microsoft.com/office/drawing/2014/main" id="{A9156A3C-2AAA-4B54-9FEE-6EB33C796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460"/>
              <a:ext cx="37" cy="43"/>
            </a:xfrm>
            <a:custGeom>
              <a:avLst/>
              <a:gdLst>
                <a:gd name="T0" fmla="*/ 20 w 20"/>
                <a:gd name="T1" fmla="*/ 0 h 23"/>
                <a:gd name="T2" fmla="*/ 57 w 20"/>
                <a:gd name="T3" fmla="*/ 136 h 23"/>
                <a:gd name="T4" fmla="*/ 105 w 20"/>
                <a:gd name="T5" fmla="*/ 150 h 23"/>
                <a:gd name="T6" fmla="*/ 126 w 20"/>
                <a:gd name="T7" fmla="*/ 1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3" y="0"/>
                  </a:moveTo>
                  <a:cubicBezTo>
                    <a:pt x="4" y="7"/>
                    <a:pt x="0" y="16"/>
                    <a:pt x="9" y="21"/>
                  </a:cubicBezTo>
                  <a:cubicBezTo>
                    <a:pt x="12" y="22"/>
                    <a:pt x="14" y="22"/>
                    <a:pt x="17" y="23"/>
                  </a:cubicBezTo>
                  <a:cubicBezTo>
                    <a:pt x="18" y="23"/>
                    <a:pt x="20" y="22"/>
                    <a:pt x="20" y="2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27" name="Freeform 2306">
              <a:extLst>
                <a:ext uri="{FF2B5EF4-FFF2-40B4-BE49-F238E27FC236}">
                  <a16:creationId xmlns:a16="http://schemas.microsoft.com/office/drawing/2014/main" id="{5D6BC9E7-AF84-4C6B-8EFD-21216DB2D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3484"/>
              <a:ext cx="24" cy="4"/>
            </a:xfrm>
            <a:custGeom>
              <a:avLst/>
              <a:gdLst>
                <a:gd name="T0" fmla="*/ 0 w 13"/>
                <a:gd name="T1" fmla="*/ 0 h 2"/>
                <a:gd name="T2" fmla="*/ 81 w 1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2"/>
                    <a:pt x="9" y="2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28" name="Freeform 2307">
              <a:extLst>
                <a:ext uri="{FF2B5EF4-FFF2-40B4-BE49-F238E27FC236}">
                  <a16:creationId xmlns:a16="http://schemas.microsoft.com/office/drawing/2014/main" id="{B3B41CAD-1828-4C04-9E93-BF649FD66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494"/>
              <a:ext cx="25" cy="47"/>
            </a:xfrm>
            <a:custGeom>
              <a:avLst/>
              <a:gdLst>
                <a:gd name="T0" fmla="*/ 0 w 13"/>
                <a:gd name="T1" fmla="*/ 152 h 25"/>
                <a:gd name="T2" fmla="*/ 77 w 13"/>
                <a:gd name="T3" fmla="*/ 145 h 25"/>
                <a:gd name="T4" fmla="*/ 85 w 13"/>
                <a:gd name="T5" fmla="*/ 81 h 25"/>
                <a:gd name="T6" fmla="*/ 63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0" y="23"/>
                  </a:moveTo>
                  <a:cubicBezTo>
                    <a:pt x="4" y="24"/>
                    <a:pt x="8" y="25"/>
                    <a:pt x="11" y="22"/>
                  </a:cubicBezTo>
                  <a:cubicBezTo>
                    <a:pt x="13" y="20"/>
                    <a:pt x="12" y="15"/>
                    <a:pt x="12" y="12"/>
                  </a:cubicBezTo>
                  <a:cubicBezTo>
                    <a:pt x="11" y="8"/>
                    <a:pt x="10" y="4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29" name="Freeform 2308">
              <a:extLst>
                <a:ext uri="{FF2B5EF4-FFF2-40B4-BE49-F238E27FC236}">
                  <a16:creationId xmlns:a16="http://schemas.microsoft.com/office/drawing/2014/main" id="{F9B36714-D35A-4AC0-B231-D56961CF0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3531"/>
              <a:ext cx="28" cy="6"/>
            </a:xfrm>
            <a:custGeom>
              <a:avLst/>
              <a:gdLst>
                <a:gd name="T0" fmla="*/ 0 w 15"/>
                <a:gd name="T1" fmla="*/ 0 h 3"/>
                <a:gd name="T2" fmla="*/ 97 w 15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0"/>
                  </a:moveTo>
                  <a:cubicBezTo>
                    <a:pt x="5" y="1"/>
                    <a:pt x="10" y="3"/>
                    <a:pt x="15" y="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30" name="Freeform 2309">
              <a:extLst>
                <a:ext uri="{FF2B5EF4-FFF2-40B4-BE49-F238E27FC236}">
                  <a16:creationId xmlns:a16="http://schemas.microsoft.com/office/drawing/2014/main" id="{A3CCEBD2-46F8-4DB8-9082-3187811F4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546"/>
              <a:ext cx="30" cy="45"/>
            </a:xfrm>
            <a:custGeom>
              <a:avLst/>
              <a:gdLst>
                <a:gd name="T0" fmla="*/ 28 w 16"/>
                <a:gd name="T1" fmla="*/ 0 h 24"/>
                <a:gd name="T2" fmla="*/ 68 w 16"/>
                <a:gd name="T3" fmla="*/ 144 h 24"/>
                <a:gd name="T4" fmla="*/ 105 w 16"/>
                <a:gd name="T5" fmla="*/ 14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4" y="0"/>
                  </a:moveTo>
                  <a:cubicBezTo>
                    <a:pt x="9" y="8"/>
                    <a:pt x="0" y="16"/>
                    <a:pt x="10" y="22"/>
                  </a:cubicBezTo>
                  <a:cubicBezTo>
                    <a:pt x="13" y="24"/>
                    <a:pt x="13" y="24"/>
                    <a:pt x="16" y="2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31" name="Freeform 2310">
              <a:extLst>
                <a:ext uri="{FF2B5EF4-FFF2-40B4-BE49-F238E27FC236}">
                  <a16:creationId xmlns:a16="http://schemas.microsoft.com/office/drawing/2014/main" id="{B8680AF9-4899-4881-AB61-BD4E1B43D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3533"/>
              <a:ext cx="30" cy="53"/>
            </a:xfrm>
            <a:custGeom>
              <a:avLst/>
              <a:gdLst>
                <a:gd name="T0" fmla="*/ 105 w 16"/>
                <a:gd name="T1" fmla="*/ 184 h 28"/>
                <a:gd name="T2" fmla="*/ 21 w 16"/>
                <a:gd name="T3" fmla="*/ 136 h 28"/>
                <a:gd name="T4" fmla="*/ 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27"/>
                  </a:moveTo>
                  <a:cubicBezTo>
                    <a:pt x="8" y="28"/>
                    <a:pt x="5" y="27"/>
                    <a:pt x="3" y="20"/>
                  </a:cubicBezTo>
                  <a:cubicBezTo>
                    <a:pt x="0" y="13"/>
                    <a:pt x="0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32" name="Freeform 2311">
              <a:extLst>
                <a:ext uri="{FF2B5EF4-FFF2-40B4-BE49-F238E27FC236}">
                  <a16:creationId xmlns:a16="http://schemas.microsoft.com/office/drawing/2014/main" id="{08388F08-B7FA-4516-AB16-866A3F1A8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3535"/>
              <a:ext cx="15" cy="11"/>
            </a:xfrm>
            <a:custGeom>
              <a:avLst/>
              <a:gdLst>
                <a:gd name="T0" fmla="*/ 0 w 8"/>
                <a:gd name="T1" fmla="*/ 0 h 6"/>
                <a:gd name="T2" fmla="*/ 53 w 8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4" y="1"/>
                    <a:pt x="6" y="3"/>
                    <a:pt x="8" y="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33" name="Freeform 2312">
              <a:extLst>
                <a:ext uri="{FF2B5EF4-FFF2-40B4-BE49-F238E27FC236}">
                  <a16:creationId xmlns:a16="http://schemas.microsoft.com/office/drawing/2014/main" id="{0F4891D7-B16F-4FA1-AD29-CF570012F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488"/>
              <a:ext cx="13" cy="13"/>
            </a:xfrm>
            <a:custGeom>
              <a:avLst/>
              <a:gdLst>
                <a:gd name="T0" fmla="*/ 0 w 7"/>
                <a:gd name="T1" fmla="*/ 45 h 7"/>
                <a:gd name="T2" fmla="*/ 45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5" y="6"/>
                    <a:pt x="6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34" name="Freeform 2313">
              <a:extLst>
                <a:ext uri="{FF2B5EF4-FFF2-40B4-BE49-F238E27FC236}">
                  <a16:creationId xmlns:a16="http://schemas.microsoft.com/office/drawing/2014/main" id="{206AF530-46E2-4A86-9F62-73A0E2F02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486"/>
              <a:ext cx="9" cy="4"/>
            </a:xfrm>
            <a:custGeom>
              <a:avLst/>
              <a:gdLst>
                <a:gd name="T0" fmla="*/ 0 w 5"/>
                <a:gd name="T1" fmla="*/ 16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35" name="Freeform 2314">
              <a:extLst>
                <a:ext uri="{FF2B5EF4-FFF2-40B4-BE49-F238E27FC236}">
                  <a16:creationId xmlns:a16="http://schemas.microsoft.com/office/drawing/2014/main" id="{D7BA21AA-2531-46AC-BEE4-47BEB9A0A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3660"/>
              <a:ext cx="36" cy="45"/>
            </a:xfrm>
            <a:custGeom>
              <a:avLst/>
              <a:gdLst>
                <a:gd name="T0" fmla="*/ 0 w 19"/>
                <a:gd name="T1" fmla="*/ 0 h 24"/>
                <a:gd name="T2" fmla="*/ 53 w 19"/>
                <a:gd name="T3" fmla="*/ 81 h 24"/>
                <a:gd name="T4" fmla="*/ 83 w 19"/>
                <a:gd name="T5" fmla="*/ 144 h 24"/>
                <a:gd name="T6" fmla="*/ 129 w 19"/>
                <a:gd name="T7" fmla="*/ 13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0"/>
                  </a:moveTo>
                  <a:cubicBezTo>
                    <a:pt x="1" y="6"/>
                    <a:pt x="5" y="7"/>
                    <a:pt x="8" y="12"/>
                  </a:cubicBezTo>
                  <a:cubicBezTo>
                    <a:pt x="9" y="15"/>
                    <a:pt x="10" y="20"/>
                    <a:pt x="12" y="22"/>
                  </a:cubicBezTo>
                  <a:cubicBezTo>
                    <a:pt x="15" y="24"/>
                    <a:pt x="17" y="22"/>
                    <a:pt x="19" y="2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36" name="Freeform 2315">
              <a:extLst>
                <a:ext uri="{FF2B5EF4-FFF2-40B4-BE49-F238E27FC236}">
                  <a16:creationId xmlns:a16="http://schemas.microsoft.com/office/drawing/2014/main" id="{09F14438-7C9A-412A-8BBF-C2CEBF60D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703"/>
              <a:ext cx="52" cy="58"/>
            </a:xfrm>
            <a:custGeom>
              <a:avLst/>
              <a:gdLst>
                <a:gd name="T0" fmla="*/ 37 w 28"/>
                <a:gd name="T1" fmla="*/ 0 h 31"/>
                <a:gd name="T2" fmla="*/ 113 w 28"/>
                <a:gd name="T3" fmla="*/ 165 h 31"/>
                <a:gd name="T4" fmla="*/ 180 w 28"/>
                <a:gd name="T5" fmla="*/ 17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1">
                  <a:moveTo>
                    <a:pt x="6" y="0"/>
                  </a:moveTo>
                  <a:cubicBezTo>
                    <a:pt x="0" y="5"/>
                    <a:pt x="14" y="21"/>
                    <a:pt x="18" y="25"/>
                  </a:cubicBezTo>
                  <a:cubicBezTo>
                    <a:pt x="22" y="31"/>
                    <a:pt x="22" y="31"/>
                    <a:pt x="28" y="27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37" name="Freeform 2316">
              <a:extLst>
                <a:ext uri="{FF2B5EF4-FFF2-40B4-BE49-F238E27FC236}">
                  <a16:creationId xmlns:a16="http://schemas.microsoft.com/office/drawing/2014/main" id="{2443EE4F-26DE-4579-B9E3-570F0ECE3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758"/>
              <a:ext cx="56" cy="48"/>
            </a:xfrm>
            <a:custGeom>
              <a:avLst/>
              <a:gdLst>
                <a:gd name="T0" fmla="*/ 39 w 30"/>
                <a:gd name="T1" fmla="*/ 0 h 26"/>
                <a:gd name="T2" fmla="*/ 129 w 30"/>
                <a:gd name="T3" fmla="*/ 144 h 26"/>
                <a:gd name="T4" fmla="*/ 174 w 30"/>
                <a:gd name="T5" fmla="*/ 157 h 26"/>
                <a:gd name="T6" fmla="*/ 196 w 30"/>
                <a:gd name="T7" fmla="*/ 14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6">
                  <a:moveTo>
                    <a:pt x="6" y="0"/>
                  </a:moveTo>
                  <a:cubicBezTo>
                    <a:pt x="0" y="4"/>
                    <a:pt x="15" y="20"/>
                    <a:pt x="20" y="23"/>
                  </a:cubicBezTo>
                  <a:cubicBezTo>
                    <a:pt x="23" y="26"/>
                    <a:pt x="23" y="26"/>
                    <a:pt x="27" y="25"/>
                  </a:cubicBezTo>
                  <a:cubicBezTo>
                    <a:pt x="30" y="24"/>
                    <a:pt x="29" y="24"/>
                    <a:pt x="30" y="2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38" name="Freeform 2317">
              <a:extLst>
                <a:ext uri="{FF2B5EF4-FFF2-40B4-BE49-F238E27FC236}">
                  <a16:creationId xmlns:a16="http://schemas.microsoft.com/office/drawing/2014/main" id="{2541020C-4308-4CFF-A7E6-A6C80FBD7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644"/>
              <a:ext cx="21" cy="50"/>
            </a:xfrm>
            <a:custGeom>
              <a:avLst/>
              <a:gdLst>
                <a:gd name="T0" fmla="*/ 15 w 11"/>
                <a:gd name="T1" fmla="*/ 0 h 27"/>
                <a:gd name="T2" fmla="*/ 69 w 11"/>
                <a:gd name="T3" fmla="*/ 113 h 27"/>
                <a:gd name="T4" fmla="*/ 0 w 11"/>
                <a:gd name="T5" fmla="*/ 17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2" y="0"/>
                  </a:moveTo>
                  <a:cubicBezTo>
                    <a:pt x="5" y="5"/>
                    <a:pt x="10" y="12"/>
                    <a:pt x="10" y="18"/>
                  </a:cubicBezTo>
                  <a:cubicBezTo>
                    <a:pt x="11" y="25"/>
                    <a:pt x="4" y="23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39" name="Freeform 2318">
              <a:extLst>
                <a:ext uri="{FF2B5EF4-FFF2-40B4-BE49-F238E27FC236}">
                  <a16:creationId xmlns:a16="http://schemas.microsoft.com/office/drawing/2014/main" id="{F98A24B5-F43F-4E88-916E-01D73289F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674"/>
              <a:ext cx="32" cy="9"/>
            </a:xfrm>
            <a:custGeom>
              <a:avLst/>
              <a:gdLst>
                <a:gd name="T0" fmla="*/ 0 w 17"/>
                <a:gd name="T1" fmla="*/ 13 h 5"/>
                <a:gd name="T2" fmla="*/ 113 w 1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2"/>
                  </a:moveTo>
                  <a:cubicBezTo>
                    <a:pt x="4" y="5"/>
                    <a:pt x="13" y="2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40" name="Freeform 2319">
              <a:extLst>
                <a:ext uri="{FF2B5EF4-FFF2-40B4-BE49-F238E27FC236}">
                  <a16:creationId xmlns:a16="http://schemas.microsoft.com/office/drawing/2014/main" id="{BD12A437-72E0-4737-98C5-ACABC3592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642"/>
              <a:ext cx="15" cy="7"/>
            </a:xfrm>
            <a:custGeom>
              <a:avLst/>
              <a:gdLst>
                <a:gd name="T0" fmla="*/ 0 w 8"/>
                <a:gd name="T1" fmla="*/ 21 h 4"/>
                <a:gd name="T2" fmla="*/ 5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1" y="2"/>
                    <a:pt x="6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41" name="Freeform 2320">
              <a:extLst>
                <a:ext uri="{FF2B5EF4-FFF2-40B4-BE49-F238E27FC236}">
                  <a16:creationId xmlns:a16="http://schemas.microsoft.com/office/drawing/2014/main" id="{9FE7D9B6-11B1-46AE-ACF1-2B66B37B7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681"/>
              <a:ext cx="24" cy="52"/>
            </a:xfrm>
            <a:custGeom>
              <a:avLst/>
              <a:gdLst>
                <a:gd name="T0" fmla="*/ 13 w 13"/>
                <a:gd name="T1" fmla="*/ 0 h 28"/>
                <a:gd name="T2" fmla="*/ 52 w 13"/>
                <a:gd name="T3" fmla="*/ 69 h 28"/>
                <a:gd name="T4" fmla="*/ 76 w 13"/>
                <a:gd name="T5" fmla="*/ 134 h 28"/>
                <a:gd name="T6" fmla="*/ 0 w 13"/>
                <a:gd name="T7" fmla="*/ 18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2" y="0"/>
                  </a:moveTo>
                  <a:cubicBezTo>
                    <a:pt x="5" y="3"/>
                    <a:pt x="6" y="8"/>
                    <a:pt x="8" y="11"/>
                  </a:cubicBezTo>
                  <a:cubicBezTo>
                    <a:pt x="10" y="14"/>
                    <a:pt x="13" y="18"/>
                    <a:pt x="12" y="21"/>
                  </a:cubicBezTo>
                  <a:cubicBezTo>
                    <a:pt x="11" y="25"/>
                    <a:pt x="3" y="28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42" name="Freeform 2321">
              <a:extLst>
                <a:ext uri="{FF2B5EF4-FFF2-40B4-BE49-F238E27FC236}">
                  <a16:creationId xmlns:a16="http://schemas.microsoft.com/office/drawing/2014/main" id="{F91DCA6F-178E-4599-8D91-AA350250B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713"/>
              <a:ext cx="15" cy="5"/>
            </a:xfrm>
            <a:custGeom>
              <a:avLst/>
              <a:gdLst>
                <a:gd name="T0" fmla="*/ 0 w 8"/>
                <a:gd name="T1" fmla="*/ 13 h 3"/>
                <a:gd name="T2" fmla="*/ 53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3"/>
                    <a:pt x="7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43" name="Freeform 2322">
              <a:extLst>
                <a:ext uri="{FF2B5EF4-FFF2-40B4-BE49-F238E27FC236}">
                  <a16:creationId xmlns:a16="http://schemas.microsoft.com/office/drawing/2014/main" id="{58340A86-9B67-4151-80AF-60197AE81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730"/>
              <a:ext cx="24" cy="48"/>
            </a:xfrm>
            <a:custGeom>
              <a:avLst/>
              <a:gdLst>
                <a:gd name="T0" fmla="*/ 0 w 13"/>
                <a:gd name="T1" fmla="*/ 0 h 26"/>
                <a:gd name="T2" fmla="*/ 76 w 13"/>
                <a:gd name="T3" fmla="*/ 120 h 26"/>
                <a:gd name="T4" fmla="*/ 24 w 13"/>
                <a:gd name="T5" fmla="*/ 16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3" y="5"/>
                    <a:pt x="13" y="13"/>
                    <a:pt x="12" y="19"/>
                  </a:cubicBezTo>
                  <a:cubicBezTo>
                    <a:pt x="12" y="22"/>
                    <a:pt x="6" y="25"/>
                    <a:pt x="4" y="2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44" name="Freeform 2323">
              <a:extLst>
                <a:ext uri="{FF2B5EF4-FFF2-40B4-BE49-F238E27FC236}">
                  <a16:creationId xmlns:a16="http://schemas.microsoft.com/office/drawing/2014/main" id="{3272924B-1E6E-4AC0-96E1-A6AB475FA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3747"/>
              <a:ext cx="27" cy="13"/>
            </a:xfrm>
            <a:custGeom>
              <a:avLst/>
              <a:gdLst>
                <a:gd name="T0" fmla="*/ 0 w 14"/>
                <a:gd name="T1" fmla="*/ 45 h 7"/>
                <a:gd name="T2" fmla="*/ 10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6" y="7"/>
                    <a:pt x="12" y="4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45" name="Freeform 2324">
              <a:extLst>
                <a:ext uri="{FF2B5EF4-FFF2-40B4-BE49-F238E27FC236}">
                  <a16:creationId xmlns:a16="http://schemas.microsoft.com/office/drawing/2014/main" id="{7BC7EC42-C51E-4674-9586-A3099B4C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754"/>
              <a:ext cx="13" cy="13"/>
            </a:xfrm>
            <a:custGeom>
              <a:avLst/>
              <a:gdLst>
                <a:gd name="T0" fmla="*/ 0 w 7"/>
                <a:gd name="T1" fmla="*/ 0 h 7"/>
                <a:gd name="T2" fmla="*/ 45 w 7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3" y="1"/>
                    <a:pt x="5" y="5"/>
                    <a:pt x="7" y="7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46" name="Freeform 2325">
              <a:extLst>
                <a:ext uri="{FF2B5EF4-FFF2-40B4-BE49-F238E27FC236}">
                  <a16:creationId xmlns:a16="http://schemas.microsoft.com/office/drawing/2014/main" id="{BD38C6CD-26E7-496B-802B-A1F76F9B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3769"/>
              <a:ext cx="49" cy="36"/>
            </a:xfrm>
            <a:custGeom>
              <a:avLst/>
              <a:gdLst>
                <a:gd name="T0" fmla="*/ 0 w 26"/>
                <a:gd name="T1" fmla="*/ 0 h 19"/>
                <a:gd name="T2" fmla="*/ 107 w 26"/>
                <a:gd name="T3" fmla="*/ 121 h 19"/>
                <a:gd name="T4" fmla="*/ 168 w 26"/>
                <a:gd name="T5" fmla="*/ 8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cubicBezTo>
                    <a:pt x="3" y="5"/>
                    <a:pt x="7" y="17"/>
                    <a:pt x="16" y="18"/>
                  </a:cubicBezTo>
                  <a:cubicBezTo>
                    <a:pt x="19" y="19"/>
                    <a:pt x="26" y="15"/>
                    <a:pt x="25" y="1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47" name="Freeform 2326">
              <a:extLst>
                <a:ext uri="{FF2B5EF4-FFF2-40B4-BE49-F238E27FC236}">
                  <a16:creationId xmlns:a16="http://schemas.microsoft.com/office/drawing/2014/main" id="{34A860B1-4456-47FA-96D1-E09A7F0E6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805"/>
              <a:ext cx="17" cy="13"/>
            </a:xfrm>
            <a:custGeom>
              <a:avLst/>
              <a:gdLst>
                <a:gd name="T0" fmla="*/ 60 w 9"/>
                <a:gd name="T1" fmla="*/ 0 h 7"/>
                <a:gd name="T2" fmla="*/ 0 w 9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8" y="2"/>
                    <a:pt x="3" y="7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48" name="Freeform 2327">
              <a:extLst>
                <a:ext uri="{FF2B5EF4-FFF2-40B4-BE49-F238E27FC236}">
                  <a16:creationId xmlns:a16="http://schemas.microsoft.com/office/drawing/2014/main" id="{7AACE0DB-0AA1-48C2-BD8F-C9F341E8A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806"/>
              <a:ext cx="51" cy="42"/>
            </a:xfrm>
            <a:custGeom>
              <a:avLst/>
              <a:gdLst>
                <a:gd name="T0" fmla="*/ 0 w 27"/>
                <a:gd name="T1" fmla="*/ 0 h 22"/>
                <a:gd name="T2" fmla="*/ 47 w 27"/>
                <a:gd name="T3" fmla="*/ 76 h 22"/>
                <a:gd name="T4" fmla="*/ 100 w 27"/>
                <a:gd name="T5" fmla="*/ 139 h 22"/>
                <a:gd name="T6" fmla="*/ 181 w 27"/>
                <a:gd name="T7" fmla="*/ 9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2">
                  <a:moveTo>
                    <a:pt x="0" y="0"/>
                  </a:moveTo>
                  <a:cubicBezTo>
                    <a:pt x="2" y="3"/>
                    <a:pt x="4" y="7"/>
                    <a:pt x="7" y="11"/>
                  </a:cubicBezTo>
                  <a:cubicBezTo>
                    <a:pt x="8" y="13"/>
                    <a:pt x="12" y="19"/>
                    <a:pt x="15" y="20"/>
                  </a:cubicBezTo>
                  <a:cubicBezTo>
                    <a:pt x="20" y="22"/>
                    <a:pt x="25" y="17"/>
                    <a:pt x="27" y="14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49" name="Freeform 2328">
              <a:extLst>
                <a:ext uri="{FF2B5EF4-FFF2-40B4-BE49-F238E27FC236}">
                  <a16:creationId xmlns:a16="http://schemas.microsoft.com/office/drawing/2014/main" id="{19AD8D0A-55D4-4F63-9481-0E7B0AC1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3844"/>
              <a:ext cx="44" cy="32"/>
            </a:xfrm>
            <a:custGeom>
              <a:avLst/>
              <a:gdLst>
                <a:gd name="T0" fmla="*/ 0 w 24"/>
                <a:gd name="T1" fmla="*/ 0 h 17"/>
                <a:gd name="T2" fmla="*/ 112 w 24"/>
                <a:gd name="T3" fmla="*/ 113 h 17"/>
                <a:gd name="T4" fmla="*/ 149 w 24"/>
                <a:gd name="T5" fmla="*/ 8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2" y="5"/>
                    <a:pt x="12" y="17"/>
                    <a:pt x="18" y="17"/>
                  </a:cubicBezTo>
                  <a:cubicBezTo>
                    <a:pt x="21" y="16"/>
                    <a:pt x="23" y="14"/>
                    <a:pt x="24" y="1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50" name="Freeform 2329">
              <a:extLst>
                <a:ext uri="{FF2B5EF4-FFF2-40B4-BE49-F238E27FC236}">
                  <a16:creationId xmlns:a16="http://schemas.microsoft.com/office/drawing/2014/main" id="{1D48A03F-A505-4FA0-8C10-20259F6CB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874"/>
              <a:ext cx="53" cy="35"/>
            </a:xfrm>
            <a:custGeom>
              <a:avLst/>
              <a:gdLst>
                <a:gd name="T0" fmla="*/ 0 w 28"/>
                <a:gd name="T1" fmla="*/ 0 h 19"/>
                <a:gd name="T2" fmla="*/ 144 w 28"/>
                <a:gd name="T3" fmla="*/ 118 h 19"/>
                <a:gd name="T4" fmla="*/ 189 w 28"/>
                <a:gd name="T5" fmla="*/ 8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9">
                  <a:moveTo>
                    <a:pt x="0" y="0"/>
                  </a:moveTo>
                  <a:cubicBezTo>
                    <a:pt x="0" y="5"/>
                    <a:pt x="15" y="18"/>
                    <a:pt x="21" y="19"/>
                  </a:cubicBezTo>
                  <a:cubicBezTo>
                    <a:pt x="25" y="19"/>
                    <a:pt x="28" y="15"/>
                    <a:pt x="28" y="1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51" name="Freeform 2330">
              <a:extLst>
                <a:ext uri="{FF2B5EF4-FFF2-40B4-BE49-F238E27FC236}">
                  <a16:creationId xmlns:a16="http://schemas.microsoft.com/office/drawing/2014/main" id="{971264E9-EEE4-4544-9C7C-F6ED2EE96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805"/>
              <a:ext cx="50" cy="35"/>
            </a:xfrm>
            <a:custGeom>
              <a:avLst/>
              <a:gdLst>
                <a:gd name="T0" fmla="*/ 0 w 27"/>
                <a:gd name="T1" fmla="*/ 0 h 19"/>
                <a:gd name="T2" fmla="*/ 89 w 27"/>
                <a:gd name="T3" fmla="*/ 112 h 19"/>
                <a:gd name="T4" fmla="*/ 172 w 27"/>
                <a:gd name="T5" fmla="*/ 7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9">
                  <a:moveTo>
                    <a:pt x="0" y="0"/>
                  </a:moveTo>
                  <a:cubicBezTo>
                    <a:pt x="2" y="5"/>
                    <a:pt x="8" y="16"/>
                    <a:pt x="14" y="18"/>
                  </a:cubicBezTo>
                  <a:cubicBezTo>
                    <a:pt x="18" y="19"/>
                    <a:pt x="26" y="15"/>
                    <a:pt x="27" y="1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52" name="Freeform 2331">
              <a:extLst>
                <a:ext uri="{FF2B5EF4-FFF2-40B4-BE49-F238E27FC236}">
                  <a16:creationId xmlns:a16="http://schemas.microsoft.com/office/drawing/2014/main" id="{C2202292-EA48-4A29-AAC2-8E0EC1CA2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838"/>
              <a:ext cx="60" cy="38"/>
            </a:xfrm>
            <a:custGeom>
              <a:avLst/>
              <a:gdLst>
                <a:gd name="T0" fmla="*/ 0 w 32"/>
                <a:gd name="T1" fmla="*/ 0 h 20"/>
                <a:gd name="T2" fmla="*/ 133 w 32"/>
                <a:gd name="T3" fmla="*/ 137 h 20"/>
                <a:gd name="T4" fmla="*/ 204 w 32"/>
                <a:gd name="T5" fmla="*/ 9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0">
                  <a:moveTo>
                    <a:pt x="0" y="0"/>
                  </a:moveTo>
                  <a:cubicBezTo>
                    <a:pt x="2" y="5"/>
                    <a:pt x="13" y="20"/>
                    <a:pt x="20" y="20"/>
                  </a:cubicBezTo>
                  <a:cubicBezTo>
                    <a:pt x="23" y="20"/>
                    <a:pt x="32" y="14"/>
                    <a:pt x="31" y="1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53" name="Freeform 2332">
              <a:extLst>
                <a:ext uri="{FF2B5EF4-FFF2-40B4-BE49-F238E27FC236}">
                  <a16:creationId xmlns:a16="http://schemas.microsoft.com/office/drawing/2014/main" id="{56154C09-DE79-4034-A8BC-4864A250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878"/>
              <a:ext cx="54" cy="29"/>
            </a:xfrm>
            <a:custGeom>
              <a:avLst/>
              <a:gdLst>
                <a:gd name="T0" fmla="*/ 0 w 29"/>
                <a:gd name="T1" fmla="*/ 0 h 16"/>
                <a:gd name="T2" fmla="*/ 121 w 29"/>
                <a:gd name="T3" fmla="*/ 96 h 16"/>
                <a:gd name="T4" fmla="*/ 188 w 29"/>
                <a:gd name="T5" fmla="*/ 6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0" y="0"/>
                  </a:moveTo>
                  <a:cubicBezTo>
                    <a:pt x="2" y="5"/>
                    <a:pt x="13" y="16"/>
                    <a:pt x="19" y="16"/>
                  </a:cubicBezTo>
                  <a:cubicBezTo>
                    <a:pt x="23" y="16"/>
                    <a:pt x="29" y="12"/>
                    <a:pt x="29" y="1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54" name="Freeform 2333">
              <a:extLst>
                <a:ext uri="{FF2B5EF4-FFF2-40B4-BE49-F238E27FC236}">
                  <a16:creationId xmlns:a16="http://schemas.microsoft.com/office/drawing/2014/main" id="{71230FDB-AA90-4839-8728-07652B48C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848"/>
              <a:ext cx="17" cy="15"/>
            </a:xfrm>
            <a:custGeom>
              <a:avLst/>
              <a:gdLst>
                <a:gd name="T0" fmla="*/ 60 w 9"/>
                <a:gd name="T1" fmla="*/ 0 h 8"/>
                <a:gd name="T2" fmla="*/ 0 w 9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6" y="3"/>
                    <a:pt x="4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55" name="Freeform 2334">
              <a:extLst>
                <a:ext uri="{FF2B5EF4-FFF2-40B4-BE49-F238E27FC236}">
                  <a16:creationId xmlns:a16="http://schemas.microsoft.com/office/drawing/2014/main" id="{C4560899-E776-4BB4-84F2-067499F76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889"/>
              <a:ext cx="21" cy="13"/>
            </a:xfrm>
            <a:custGeom>
              <a:avLst/>
              <a:gdLst>
                <a:gd name="T0" fmla="*/ 76 w 11"/>
                <a:gd name="T1" fmla="*/ 0 h 7"/>
                <a:gd name="T2" fmla="*/ 0 w 11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9" y="3"/>
                    <a:pt x="3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56" name="Freeform 2335">
              <a:extLst>
                <a:ext uri="{FF2B5EF4-FFF2-40B4-BE49-F238E27FC236}">
                  <a16:creationId xmlns:a16="http://schemas.microsoft.com/office/drawing/2014/main" id="{A96076BA-4432-4142-82BA-7692A707B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872"/>
              <a:ext cx="19" cy="17"/>
            </a:xfrm>
            <a:custGeom>
              <a:avLst/>
              <a:gdLst>
                <a:gd name="T0" fmla="*/ 0 w 10"/>
                <a:gd name="T1" fmla="*/ 0 h 9"/>
                <a:gd name="T2" fmla="*/ 68 w 10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2" y="4"/>
                    <a:pt x="6" y="6"/>
                    <a:pt x="10" y="9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57" name="Freeform 2336">
              <a:extLst>
                <a:ext uri="{FF2B5EF4-FFF2-40B4-BE49-F238E27FC236}">
                  <a16:creationId xmlns:a16="http://schemas.microsoft.com/office/drawing/2014/main" id="{A523F059-2CF3-4A7F-B07B-1F0E51F0D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844"/>
              <a:ext cx="15" cy="13"/>
            </a:xfrm>
            <a:custGeom>
              <a:avLst/>
              <a:gdLst>
                <a:gd name="T0" fmla="*/ 0 w 8"/>
                <a:gd name="T1" fmla="*/ 0 h 7"/>
                <a:gd name="T2" fmla="*/ 53 w 8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3"/>
                    <a:pt x="4" y="5"/>
                    <a:pt x="8" y="7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58" name="Freeform 2337">
              <a:extLst>
                <a:ext uri="{FF2B5EF4-FFF2-40B4-BE49-F238E27FC236}">
                  <a16:creationId xmlns:a16="http://schemas.microsoft.com/office/drawing/2014/main" id="{C356860A-2100-4ED6-8A1A-3F125E7F2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803"/>
              <a:ext cx="5" cy="15"/>
            </a:xfrm>
            <a:custGeom>
              <a:avLst/>
              <a:gdLst>
                <a:gd name="T0" fmla="*/ 8 w 3"/>
                <a:gd name="T1" fmla="*/ 53 h 8"/>
                <a:gd name="T2" fmla="*/ 13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8"/>
                  </a:moveTo>
                  <a:cubicBezTo>
                    <a:pt x="2" y="5"/>
                    <a:pt x="0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59" name="Freeform 2338">
              <a:extLst>
                <a:ext uri="{FF2B5EF4-FFF2-40B4-BE49-F238E27FC236}">
                  <a16:creationId xmlns:a16="http://schemas.microsoft.com/office/drawing/2014/main" id="{D354433A-5B99-4832-A7D2-ED636779F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909"/>
              <a:ext cx="52" cy="25"/>
            </a:xfrm>
            <a:custGeom>
              <a:avLst/>
              <a:gdLst>
                <a:gd name="T0" fmla="*/ 0 w 28"/>
                <a:gd name="T1" fmla="*/ 0 h 13"/>
                <a:gd name="T2" fmla="*/ 113 w 28"/>
                <a:gd name="T3" fmla="*/ 85 h 13"/>
                <a:gd name="T4" fmla="*/ 180 w 28"/>
                <a:gd name="T5" fmla="*/ 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6" y="9"/>
                    <a:pt x="15" y="13"/>
                    <a:pt x="18" y="12"/>
                  </a:cubicBezTo>
                  <a:cubicBezTo>
                    <a:pt x="21" y="11"/>
                    <a:pt x="28" y="4"/>
                    <a:pt x="28" y="4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60" name="Freeform 2339">
              <a:extLst>
                <a:ext uri="{FF2B5EF4-FFF2-40B4-BE49-F238E27FC236}">
                  <a16:creationId xmlns:a16="http://schemas.microsoft.com/office/drawing/2014/main" id="{52DEEFFB-9FA1-4761-B4EF-91BF852A2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3907"/>
              <a:ext cx="15" cy="30"/>
            </a:xfrm>
            <a:custGeom>
              <a:avLst/>
              <a:gdLst>
                <a:gd name="T0" fmla="*/ 15 w 8"/>
                <a:gd name="T1" fmla="*/ 0 h 16"/>
                <a:gd name="T2" fmla="*/ 53 w 8"/>
                <a:gd name="T3" fmla="*/ 39 h 16"/>
                <a:gd name="T4" fmla="*/ 0 w 8"/>
                <a:gd name="T5" fmla="*/ 10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2" y="0"/>
                  </a:moveTo>
                  <a:cubicBezTo>
                    <a:pt x="8" y="3"/>
                    <a:pt x="8" y="5"/>
                    <a:pt x="8" y="6"/>
                  </a:cubicBezTo>
                  <a:cubicBezTo>
                    <a:pt x="7" y="7"/>
                    <a:pt x="0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61" name="Freeform 2340">
              <a:extLst>
                <a:ext uri="{FF2B5EF4-FFF2-40B4-BE49-F238E27FC236}">
                  <a16:creationId xmlns:a16="http://schemas.microsoft.com/office/drawing/2014/main" id="{C876184A-617B-4506-BA2F-D375C10B6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919"/>
              <a:ext cx="45" cy="35"/>
            </a:xfrm>
            <a:custGeom>
              <a:avLst/>
              <a:gdLst>
                <a:gd name="T0" fmla="*/ 0 w 24"/>
                <a:gd name="T1" fmla="*/ 0 h 19"/>
                <a:gd name="T2" fmla="*/ 158 w 24"/>
                <a:gd name="T3" fmla="*/ 11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0" y="0"/>
                  </a:moveTo>
                  <a:cubicBezTo>
                    <a:pt x="7" y="4"/>
                    <a:pt x="23" y="17"/>
                    <a:pt x="24" y="19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62" name="Freeform 2341">
              <a:extLst>
                <a:ext uri="{FF2B5EF4-FFF2-40B4-BE49-F238E27FC236}">
                  <a16:creationId xmlns:a16="http://schemas.microsoft.com/office/drawing/2014/main" id="{DD5A93BC-C0B4-48A3-B056-6EF2FA710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928"/>
              <a:ext cx="14" cy="13"/>
            </a:xfrm>
            <a:custGeom>
              <a:avLst/>
              <a:gdLst>
                <a:gd name="T0" fmla="*/ 0 w 8"/>
                <a:gd name="T1" fmla="*/ 45 h 7"/>
                <a:gd name="T2" fmla="*/ 44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4" y="5"/>
                    <a:pt x="8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63" name="Freeform 2342">
              <a:extLst>
                <a:ext uri="{FF2B5EF4-FFF2-40B4-BE49-F238E27FC236}">
                  <a16:creationId xmlns:a16="http://schemas.microsoft.com/office/drawing/2014/main" id="{E59DB6B2-830F-45BD-AFAA-AEFC55345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949"/>
              <a:ext cx="3" cy="11"/>
            </a:xfrm>
            <a:custGeom>
              <a:avLst/>
              <a:gdLst>
                <a:gd name="T0" fmla="*/ 0 w 2"/>
                <a:gd name="T1" fmla="*/ 37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3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64" name="Freeform 2343">
              <a:extLst>
                <a:ext uri="{FF2B5EF4-FFF2-40B4-BE49-F238E27FC236}">
                  <a16:creationId xmlns:a16="http://schemas.microsoft.com/office/drawing/2014/main" id="{A7091F70-BF88-4FCE-B972-59CD6A560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939"/>
              <a:ext cx="45" cy="34"/>
            </a:xfrm>
            <a:custGeom>
              <a:avLst/>
              <a:gdLst>
                <a:gd name="T0" fmla="*/ 158 w 24"/>
                <a:gd name="T1" fmla="*/ 108 h 18"/>
                <a:gd name="T2" fmla="*/ 45 w 24"/>
                <a:gd name="T3" fmla="*/ 89 h 18"/>
                <a:gd name="T4" fmla="*/ 15 w 2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24" y="16"/>
                  </a:moveTo>
                  <a:cubicBezTo>
                    <a:pt x="17" y="18"/>
                    <a:pt x="12" y="17"/>
                    <a:pt x="7" y="13"/>
                  </a:cubicBezTo>
                  <a:cubicBezTo>
                    <a:pt x="0" y="8"/>
                    <a:pt x="0" y="7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65" name="Freeform 2344">
              <a:extLst>
                <a:ext uri="{FF2B5EF4-FFF2-40B4-BE49-F238E27FC236}">
                  <a16:creationId xmlns:a16="http://schemas.microsoft.com/office/drawing/2014/main" id="{ECC94C60-3DAB-493B-B427-E86937801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934"/>
              <a:ext cx="45" cy="22"/>
            </a:xfrm>
            <a:custGeom>
              <a:avLst/>
              <a:gdLst>
                <a:gd name="T0" fmla="*/ 158 w 24"/>
                <a:gd name="T1" fmla="*/ 73 h 12"/>
                <a:gd name="T2" fmla="*/ 0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24" y="12"/>
                  </a:moveTo>
                  <a:cubicBezTo>
                    <a:pt x="16" y="10"/>
                    <a:pt x="2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66" name="Freeform 2345">
              <a:extLst>
                <a:ext uri="{FF2B5EF4-FFF2-40B4-BE49-F238E27FC236}">
                  <a16:creationId xmlns:a16="http://schemas.microsoft.com/office/drawing/2014/main" id="{65254046-0F9D-4C43-8192-AFB49AC6A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3951"/>
              <a:ext cx="39" cy="33"/>
            </a:xfrm>
            <a:custGeom>
              <a:avLst/>
              <a:gdLst>
                <a:gd name="T0" fmla="*/ 134 w 21"/>
                <a:gd name="T1" fmla="*/ 105 h 18"/>
                <a:gd name="T2" fmla="*/ 20 w 21"/>
                <a:gd name="T3" fmla="*/ 68 h 18"/>
                <a:gd name="T4" fmla="*/ 13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17"/>
                  </a:moveTo>
                  <a:cubicBezTo>
                    <a:pt x="16" y="18"/>
                    <a:pt x="6" y="15"/>
                    <a:pt x="3" y="11"/>
                  </a:cubicBezTo>
                  <a:cubicBezTo>
                    <a:pt x="0" y="8"/>
                    <a:pt x="0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67" name="Freeform 2346">
              <a:extLst>
                <a:ext uri="{FF2B5EF4-FFF2-40B4-BE49-F238E27FC236}">
                  <a16:creationId xmlns:a16="http://schemas.microsoft.com/office/drawing/2014/main" id="{8FDDA7F2-A484-43CE-9E4D-B823A4C61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956"/>
              <a:ext cx="43" cy="13"/>
            </a:xfrm>
            <a:custGeom>
              <a:avLst/>
              <a:gdLst>
                <a:gd name="T0" fmla="*/ 150 w 23"/>
                <a:gd name="T1" fmla="*/ 45 h 7"/>
                <a:gd name="T2" fmla="*/ 0 w 2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16" y="7"/>
                    <a:pt x="4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68" name="Freeform 2347">
              <a:extLst>
                <a:ext uri="{FF2B5EF4-FFF2-40B4-BE49-F238E27FC236}">
                  <a16:creationId xmlns:a16="http://schemas.microsoft.com/office/drawing/2014/main" id="{ED6E5A24-BB96-4B44-9915-F1E781E4C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954"/>
              <a:ext cx="9" cy="15"/>
            </a:xfrm>
            <a:custGeom>
              <a:avLst/>
              <a:gdLst>
                <a:gd name="T0" fmla="*/ 29 w 5"/>
                <a:gd name="T1" fmla="*/ 0 h 8"/>
                <a:gd name="T2" fmla="*/ 0 w 5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4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69" name="Freeform 2348">
              <a:extLst>
                <a:ext uri="{FF2B5EF4-FFF2-40B4-BE49-F238E27FC236}">
                  <a16:creationId xmlns:a16="http://schemas.microsoft.com/office/drawing/2014/main" id="{848F5F48-7DF0-4E8A-B30B-EEEBCEED5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977"/>
              <a:ext cx="4" cy="15"/>
            </a:xfrm>
            <a:custGeom>
              <a:avLst/>
              <a:gdLst>
                <a:gd name="T0" fmla="*/ 16 w 2"/>
                <a:gd name="T1" fmla="*/ 0 h 8"/>
                <a:gd name="T2" fmla="*/ 0 w 2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3"/>
                    <a:pt x="0" y="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70" name="Freeform 2349">
              <a:extLst>
                <a:ext uri="{FF2B5EF4-FFF2-40B4-BE49-F238E27FC236}">
                  <a16:creationId xmlns:a16="http://schemas.microsoft.com/office/drawing/2014/main" id="{AEC9A9BC-1921-48E7-90CA-D96E9ABBA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849"/>
              <a:ext cx="32" cy="30"/>
            </a:xfrm>
            <a:custGeom>
              <a:avLst/>
              <a:gdLst>
                <a:gd name="T0" fmla="*/ 0 w 17"/>
                <a:gd name="T1" fmla="*/ 105 h 16"/>
                <a:gd name="T2" fmla="*/ 68 w 17"/>
                <a:gd name="T3" fmla="*/ 39 h 16"/>
                <a:gd name="T4" fmla="*/ 113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4" y="12"/>
                    <a:pt x="6" y="9"/>
                    <a:pt x="10" y="6"/>
                  </a:cubicBezTo>
                  <a:cubicBezTo>
                    <a:pt x="13" y="4"/>
                    <a:pt x="16" y="2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71" name="Freeform 2350">
              <a:extLst>
                <a:ext uri="{FF2B5EF4-FFF2-40B4-BE49-F238E27FC236}">
                  <a16:creationId xmlns:a16="http://schemas.microsoft.com/office/drawing/2014/main" id="{6ECD9B54-08B1-4CFA-A90F-B4C47869B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3863"/>
              <a:ext cx="41" cy="13"/>
            </a:xfrm>
            <a:custGeom>
              <a:avLst/>
              <a:gdLst>
                <a:gd name="T0" fmla="*/ 0 w 22"/>
                <a:gd name="T1" fmla="*/ 24 h 7"/>
                <a:gd name="T2" fmla="*/ 13 w 22"/>
                <a:gd name="T3" fmla="*/ 37 h 7"/>
                <a:gd name="T4" fmla="*/ 89 w 22"/>
                <a:gd name="T5" fmla="*/ 7 h 7"/>
                <a:gd name="T6" fmla="*/ 142 w 22"/>
                <a:gd name="T7" fmla="*/ 4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4"/>
                  </a:moveTo>
                  <a:cubicBezTo>
                    <a:pt x="0" y="5"/>
                    <a:pt x="1" y="5"/>
                    <a:pt x="2" y="6"/>
                  </a:cubicBezTo>
                  <a:cubicBezTo>
                    <a:pt x="5" y="5"/>
                    <a:pt x="10" y="0"/>
                    <a:pt x="14" y="1"/>
                  </a:cubicBezTo>
                  <a:cubicBezTo>
                    <a:pt x="16" y="1"/>
                    <a:pt x="21" y="6"/>
                    <a:pt x="22" y="7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72" name="Freeform 2351">
              <a:extLst>
                <a:ext uri="{FF2B5EF4-FFF2-40B4-BE49-F238E27FC236}">
                  <a16:creationId xmlns:a16="http://schemas.microsoft.com/office/drawing/2014/main" id="{46B737A9-10D2-4CC0-90DE-F520F980C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754"/>
              <a:ext cx="103" cy="109"/>
            </a:xfrm>
            <a:custGeom>
              <a:avLst/>
              <a:gdLst>
                <a:gd name="T0" fmla="*/ 0 w 55"/>
                <a:gd name="T1" fmla="*/ 385 h 58"/>
                <a:gd name="T2" fmla="*/ 125 w 55"/>
                <a:gd name="T3" fmla="*/ 318 h 58"/>
                <a:gd name="T4" fmla="*/ 225 w 55"/>
                <a:gd name="T5" fmla="*/ 197 h 58"/>
                <a:gd name="T6" fmla="*/ 234 w 55"/>
                <a:gd name="T7" fmla="*/ 194 h 58"/>
                <a:gd name="T8" fmla="*/ 257 w 55"/>
                <a:gd name="T9" fmla="*/ 152 h 58"/>
                <a:gd name="T10" fmla="*/ 302 w 55"/>
                <a:gd name="T11" fmla="*/ 92 h 58"/>
                <a:gd name="T12" fmla="*/ 361 w 55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8">
                  <a:moveTo>
                    <a:pt x="0" y="58"/>
                  </a:moveTo>
                  <a:cubicBezTo>
                    <a:pt x="4" y="57"/>
                    <a:pt x="14" y="45"/>
                    <a:pt x="19" y="48"/>
                  </a:cubicBezTo>
                  <a:cubicBezTo>
                    <a:pt x="19" y="38"/>
                    <a:pt x="28" y="36"/>
                    <a:pt x="34" y="30"/>
                  </a:cubicBezTo>
                  <a:cubicBezTo>
                    <a:pt x="35" y="30"/>
                    <a:pt x="36" y="30"/>
                    <a:pt x="36" y="29"/>
                  </a:cubicBezTo>
                  <a:cubicBezTo>
                    <a:pt x="37" y="28"/>
                    <a:pt x="38" y="24"/>
                    <a:pt x="39" y="23"/>
                  </a:cubicBezTo>
                  <a:cubicBezTo>
                    <a:pt x="40" y="21"/>
                    <a:pt x="44" y="15"/>
                    <a:pt x="46" y="14"/>
                  </a:cubicBezTo>
                  <a:cubicBezTo>
                    <a:pt x="50" y="10"/>
                    <a:pt x="52" y="4"/>
                    <a:pt x="55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73" name="Freeform 2352">
              <a:extLst>
                <a:ext uri="{FF2B5EF4-FFF2-40B4-BE49-F238E27FC236}">
                  <a16:creationId xmlns:a16="http://schemas.microsoft.com/office/drawing/2014/main" id="{A9A397C6-39FF-41A7-9C83-92DE152B6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776"/>
              <a:ext cx="15" cy="12"/>
            </a:xfrm>
            <a:custGeom>
              <a:avLst/>
              <a:gdLst>
                <a:gd name="T0" fmla="*/ 53 w 8"/>
                <a:gd name="T1" fmla="*/ 48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5" y="4"/>
                    <a:pt x="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74" name="Freeform 2353">
              <a:extLst>
                <a:ext uri="{FF2B5EF4-FFF2-40B4-BE49-F238E27FC236}">
                  <a16:creationId xmlns:a16="http://schemas.microsoft.com/office/drawing/2014/main" id="{E29BC3E6-B195-46D2-A485-AD6022244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814"/>
              <a:ext cx="8" cy="9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75" name="Freeform 2354">
              <a:extLst>
                <a:ext uri="{FF2B5EF4-FFF2-40B4-BE49-F238E27FC236}">
                  <a16:creationId xmlns:a16="http://schemas.microsoft.com/office/drawing/2014/main" id="{E7F4A105-6ABA-4AC0-AFE6-9631DA03F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846"/>
              <a:ext cx="7" cy="7"/>
            </a:xfrm>
            <a:custGeom>
              <a:avLst/>
              <a:gdLst>
                <a:gd name="T0" fmla="*/ 0 w 4"/>
                <a:gd name="T1" fmla="*/ 0 h 4"/>
                <a:gd name="T2" fmla="*/ 21 w 4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2" y="1"/>
                    <a:pt x="3" y="2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76" name="Freeform 2355">
              <a:extLst>
                <a:ext uri="{FF2B5EF4-FFF2-40B4-BE49-F238E27FC236}">
                  <a16:creationId xmlns:a16="http://schemas.microsoft.com/office/drawing/2014/main" id="{B1ED49CC-1B39-47FF-A103-65D9A74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857"/>
              <a:ext cx="21" cy="17"/>
            </a:xfrm>
            <a:custGeom>
              <a:avLst/>
              <a:gdLst>
                <a:gd name="T0" fmla="*/ 0 w 11"/>
                <a:gd name="T1" fmla="*/ 0 h 9"/>
                <a:gd name="T2" fmla="*/ 76 w 11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3" y="0"/>
                    <a:pt x="8" y="6"/>
                    <a:pt x="11" y="9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77" name="Freeform 2356">
              <a:extLst>
                <a:ext uri="{FF2B5EF4-FFF2-40B4-BE49-F238E27FC236}">
                  <a16:creationId xmlns:a16="http://schemas.microsoft.com/office/drawing/2014/main" id="{A3E79DD8-E86B-48D0-8FB9-476E86E45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849"/>
              <a:ext cx="4" cy="10"/>
            </a:xfrm>
            <a:custGeom>
              <a:avLst/>
              <a:gdLst>
                <a:gd name="T0" fmla="*/ 0 w 2"/>
                <a:gd name="T1" fmla="*/ 40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0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78" name="Freeform 2357">
              <a:extLst>
                <a:ext uri="{FF2B5EF4-FFF2-40B4-BE49-F238E27FC236}">
                  <a16:creationId xmlns:a16="http://schemas.microsoft.com/office/drawing/2014/main" id="{8B87783C-4B9E-45BA-8A3A-54D013A45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514"/>
              <a:ext cx="13" cy="2"/>
            </a:xfrm>
            <a:custGeom>
              <a:avLst/>
              <a:gdLst>
                <a:gd name="T0" fmla="*/ 0 w 7"/>
                <a:gd name="T1" fmla="*/ 0 h 1"/>
                <a:gd name="T2" fmla="*/ 45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79" name="Freeform 2358">
              <a:extLst>
                <a:ext uri="{FF2B5EF4-FFF2-40B4-BE49-F238E27FC236}">
                  <a16:creationId xmlns:a16="http://schemas.microsoft.com/office/drawing/2014/main" id="{C4C207BF-B9AC-4BA0-A2F5-30EEB4CAD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473"/>
              <a:ext cx="19" cy="43"/>
            </a:xfrm>
            <a:custGeom>
              <a:avLst/>
              <a:gdLst>
                <a:gd name="T0" fmla="*/ 36 w 10"/>
                <a:gd name="T1" fmla="*/ 150 h 23"/>
                <a:gd name="T2" fmla="*/ 48 w 10"/>
                <a:gd name="T3" fmla="*/ 92 h 23"/>
                <a:gd name="T4" fmla="*/ 61 w 10"/>
                <a:gd name="T5" fmla="*/ 32 h 23"/>
                <a:gd name="T6" fmla="*/ 0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5" y="23"/>
                  </a:moveTo>
                  <a:cubicBezTo>
                    <a:pt x="7" y="21"/>
                    <a:pt x="6" y="17"/>
                    <a:pt x="7" y="14"/>
                  </a:cubicBezTo>
                  <a:cubicBezTo>
                    <a:pt x="8" y="11"/>
                    <a:pt x="10" y="8"/>
                    <a:pt x="9" y="5"/>
                  </a:cubicBezTo>
                  <a:cubicBezTo>
                    <a:pt x="8" y="1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80" name="Freeform 2359">
              <a:extLst>
                <a:ext uri="{FF2B5EF4-FFF2-40B4-BE49-F238E27FC236}">
                  <a16:creationId xmlns:a16="http://schemas.microsoft.com/office/drawing/2014/main" id="{88E412D9-0EC2-4D01-AAD5-B96A943FA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438"/>
              <a:ext cx="2" cy="41"/>
            </a:xfrm>
            <a:custGeom>
              <a:avLst/>
              <a:gdLst>
                <a:gd name="T0" fmla="*/ 0 w 1"/>
                <a:gd name="T1" fmla="*/ 142 h 22"/>
                <a:gd name="T2" fmla="*/ 8 w 1"/>
                <a:gd name="T3" fmla="*/ 39 h 22"/>
                <a:gd name="T4" fmla="*/ 0 w 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">
                  <a:moveTo>
                    <a:pt x="0" y="22"/>
                  </a:moveTo>
                  <a:cubicBezTo>
                    <a:pt x="1" y="18"/>
                    <a:pt x="0" y="11"/>
                    <a:pt x="1" y="6"/>
                  </a:cubicBez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81" name="Freeform 2360">
              <a:extLst>
                <a:ext uri="{FF2B5EF4-FFF2-40B4-BE49-F238E27FC236}">
                  <a16:creationId xmlns:a16="http://schemas.microsoft.com/office/drawing/2014/main" id="{0877F76F-E959-4406-85B9-AEC626D62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3484"/>
              <a:ext cx="24" cy="36"/>
            </a:xfrm>
            <a:custGeom>
              <a:avLst/>
              <a:gdLst>
                <a:gd name="T0" fmla="*/ 68 w 13"/>
                <a:gd name="T1" fmla="*/ 129 h 19"/>
                <a:gd name="T2" fmla="*/ 76 w 13"/>
                <a:gd name="T3" fmla="*/ 28 h 19"/>
                <a:gd name="T4" fmla="*/ 0 w 13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1" y="19"/>
                  </a:moveTo>
                  <a:cubicBezTo>
                    <a:pt x="11" y="17"/>
                    <a:pt x="13" y="7"/>
                    <a:pt x="12" y="4"/>
                  </a:cubicBezTo>
                  <a:cubicBezTo>
                    <a:pt x="9" y="0"/>
                    <a:pt x="4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82" name="Freeform 2361">
              <a:extLst>
                <a:ext uri="{FF2B5EF4-FFF2-40B4-BE49-F238E27FC236}">
                  <a16:creationId xmlns:a16="http://schemas.microsoft.com/office/drawing/2014/main" id="{FABB0242-AD54-4A40-BCC5-4EF46553E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451"/>
              <a:ext cx="24" cy="41"/>
            </a:xfrm>
            <a:custGeom>
              <a:avLst/>
              <a:gdLst>
                <a:gd name="T0" fmla="*/ 68 w 13"/>
                <a:gd name="T1" fmla="*/ 142 h 22"/>
                <a:gd name="T2" fmla="*/ 76 w 13"/>
                <a:gd name="T3" fmla="*/ 39 h 22"/>
                <a:gd name="T4" fmla="*/ 0 w 13"/>
                <a:gd name="T5" fmla="*/ 2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11" y="22"/>
                  </a:moveTo>
                  <a:cubicBezTo>
                    <a:pt x="11" y="17"/>
                    <a:pt x="13" y="12"/>
                    <a:pt x="12" y="6"/>
                  </a:cubicBezTo>
                  <a:cubicBezTo>
                    <a:pt x="10" y="0"/>
                    <a:pt x="6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83" name="Freeform 2362">
              <a:extLst>
                <a:ext uri="{FF2B5EF4-FFF2-40B4-BE49-F238E27FC236}">
                  <a16:creationId xmlns:a16="http://schemas.microsoft.com/office/drawing/2014/main" id="{096DDE4E-88A0-4EF9-8BF6-0335F7927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438"/>
              <a:ext cx="3" cy="20"/>
            </a:xfrm>
            <a:custGeom>
              <a:avLst/>
              <a:gdLst>
                <a:gd name="T0" fmla="*/ 0 w 2"/>
                <a:gd name="T1" fmla="*/ 65 h 11"/>
                <a:gd name="T2" fmla="*/ 8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11"/>
                  </a:moveTo>
                  <a:cubicBezTo>
                    <a:pt x="2" y="7"/>
                    <a:pt x="2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84" name="Freeform 2363">
              <a:extLst>
                <a:ext uri="{FF2B5EF4-FFF2-40B4-BE49-F238E27FC236}">
                  <a16:creationId xmlns:a16="http://schemas.microsoft.com/office/drawing/2014/main" id="{6F853A08-FE4C-404C-B15F-ECB020820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513"/>
              <a:ext cx="21" cy="3"/>
            </a:xfrm>
            <a:custGeom>
              <a:avLst/>
              <a:gdLst>
                <a:gd name="T0" fmla="*/ 0 w 11"/>
                <a:gd name="T1" fmla="*/ 8 h 2"/>
                <a:gd name="T2" fmla="*/ 76 w 11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3" y="0"/>
                    <a:pt x="7" y="0"/>
                    <a:pt x="11" y="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85" name="Freeform 2364">
              <a:extLst>
                <a:ext uri="{FF2B5EF4-FFF2-40B4-BE49-F238E27FC236}">
                  <a16:creationId xmlns:a16="http://schemas.microsoft.com/office/drawing/2014/main" id="{F32B2848-A886-4870-9048-8F3576ACF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471"/>
              <a:ext cx="21" cy="4"/>
            </a:xfrm>
            <a:custGeom>
              <a:avLst/>
              <a:gdLst>
                <a:gd name="T0" fmla="*/ 0 w 11"/>
                <a:gd name="T1" fmla="*/ 16 h 2"/>
                <a:gd name="T2" fmla="*/ 76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3" y="1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86" name="Freeform 2365">
              <a:extLst>
                <a:ext uri="{FF2B5EF4-FFF2-40B4-BE49-F238E27FC236}">
                  <a16:creationId xmlns:a16="http://schemas.microsoft.com/office/drawing/2014/main" id="{3C921ED5-EEC9-4A29-AD89-2E4005114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462"/>
              <a:ext cx="10" cy="9"/>
            </a:xfrm>
            <a:custGeom>
              <a:avLst/>
              <a:gdLst>
                <a:gd name="T0" fmla="*/ 0 w 5"/>
                <a:gd name="T1" fmla="*/ 0 h 5"/>
                <a:gd name="T2" fmla="*/ 40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2" y="5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87" name="Freeform 2366">
              <a:extLst>
                <a:ext uri="{FF2B5EF4-FFF2-40B4-BE49-F238E27FC236}">
                  <a16:creationId xmlns:a16="http://schemas.microsoft.com/office/drawing/2014/main" id="{EE774392-B1CF-4718-B9F0-A6FF2959C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542"/>
              <a:ext cx="11" cy="10"/>
            </a:xfrm>
            <a:custGeom>
              <a:avLst/>
              <a:gdLst>
                <a:gd name="T0" fmla="*/ 0 w 6"/>
                <a:gd name="T1" fmla="*/ 8 h 5"/>
                <a:gd name="T2" fmla="*/ 37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2" y="0"/>
                    <a:pt x="5" y="2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88" name="Freeform 2367">
              <a:extLst>
                <a:ext uri="{FF2B5EF4-FFF2-40B4-BE49-F238E27FC236}">
                  <a16:creationId xmlns:a16="http://schemas.microsoft.com/office/drawing/2014/main" id="{76FA5B24-B05E-473F-87A8-13EABE714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503"/>
              <a:ext cx="11" cy="10"/>
            </a:xfrm>
            <a:custGeom>
              <a:avLst/>
              <a:gdLst>
                <a:gd name="T0" fmla="*/ 0 w 6"/>
                <a:gd name="T1" fmla="*/ 40 h 5"/>
                <a:gd name="T2" fmla="*/ 37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5"/>
                    <a:pt x="4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89" name="Freeform 2368">
              <a:extLst>
                <a:ext uri="{FF2B5EF4-FFF2-40B4-BE49-F238E27FC236}">
                  <a16:creationId xmlns:a16="http://schemas.microsoft.com/office/drawing/2014/main" id="{C6867FD3-E6A0-423D-8385-4FF8CCBD4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924"/>
              <a:ext cx="19" cy="6"/>
            </a:xfrm>
            <a:custGeom>
              <a:avLst/>
              <a:gdLst>
                <a:gd name="T0" fmla="*/ 0 w 10"/>
                <a:gd name="T1" fmla="*/ 24 h 3"/>
                <a:gd name="T2" fmla="*/ 68 w 10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2" y="1"/>
                    <a:pt x="7" y="0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90" name="Freeform 2369">
              <a:extLst>
                <a:ext uri="{FF2B5EF4-FFF2-40B4-BE49-F238E27FC236}">
                  <a16:creationId xmlns:a16="http://schemas.microsoft.com/office/drawing/2014/main" id="{6FBF65A6-93F7-47FA-83A7-A176CF751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638"/>
              <a:ext cx="30" cy="22"/>
            </a:xfrm>
            <a:custGeom>
              <a:avLst/>
              <a:gdLst>
                <a:gd name="T0" fmla="*/ 0 w 16"/>
                <a:gd name="T1" fmla="*/ 13 h 12"/>
                <a:gd name="T2" fmla="*/ 68 w 16"/>
                <a:gd name="T3" fmla="*/ 73 h 12"/>
                <a:gd name="T4" fmla="*/ 105 w 16"/>
                <a:gd name="T5" fmla="*/ 4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2"/>
                  </a:moveTo>
                  <a:cubicBezTo>
                    <a:pt x="5" y="0"/>
                    <a:pt x="9" y="8"/>
                    <a:pt x="10" y="12"/>
                  </a:cubicBezTo>
                  <a:cubicBezTo>
                    <a:pt x="10" y="10"/>
                    <a:pt x="13" y="8"/>
                    <a:pt x="16" y="7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91" name="Freeform 2370">
              <a:extLst>
                <a:ext uri="{FF2B5EF4-FFF2-40B4-BE49-F238E27FC236}">
                  <a16:creationId xmlns:a16="http://schemas.microsoft.com/office/drawing/2014/main" id="{10AED306-681A-4582-9651-D9A4FA037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589"/>
              <a:ext cx="13" cy="51"/>
            </a:xfrm>
            <a:custGeom>
              <a:avLst/>
              <a:gdLst>
                <a:gd name="T0" fmla="*/ 45 w 7"/>
                <a:gd name="T1" fmla="*/ 181 h 27"/>
                <a:gd name="T2" fmla="*/ 13 w 7"/>
                <a:gd name="T3" fmla="*/ 113 h 27"/>
                <a:gd name="T4" fmla="*/ 20 w 7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7">
                  <a:moveTo>
                    <a:pt x="7" y="27"/>
                  </a:moveTo>
                  <a:cubicBezTo>
                    <a:pt x="6" y="23"/>
                    <a:pt x="3" y="20"/>
                    <a:pt x="2" y="17"/>
                  </a:cubicBezTo>
                  <a:cubicBezTo>
                    <a:pt x="0" y="10"/>
                    <a:pt x="1" y="6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92" name="Freeform 2371">
              <a:extLst>
                <a:ext uri="{FF2B5EF4-FFF2-40B4-BE49-F238E27FC236}">
                  <a16:creationId xmlns:a16="http://schemas.microsoft.com/office/drawing/2014/main" id="{8D3AD995-F9D7-42A4-8A74-5704C33CF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3640"/>
              <a:ext cx="15" cy="5"/>
            </a:xfrm>
            <a:custGeom>
              <a:avLst/>
              <a:gdLst>
                <a:gd name="T0" fmla="*/ 0 w 8"/>
                <a:gd name="T1" fmla="*/ 13 h 3"/>
                <a:gd name="T2" fmla="*/ 53 w 8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0"/>
                    <a:pt x="6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93" name="Freeform 2372">
              <a:extLst>
                <a:ext uri="{FF2B5EF4-FFF2-40B4-BE49-F238E27FC236}">
                  <a16:creationId xmlns:a16="http://schemas.microsoft.com/office/drawing/2014/main" id="{3529CF49-4F55-40D8-B046-B1D3D9BA4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3602"/>
              <a:ext cx="32" cy="40"/>
            </a:xfrm>
            <a:custGeom>
              <a:avLst/>
              <a:gdLst>
                <a:gd name="T0" fmla="*/ 100 w 17"/>
                <a:gd name="T1" fmla="*/ 145 h 21"/>
                <a:gd name="T2" fmla="*/ 75 w 17"/>
                <a:gd name="T3" fmla="*/ 29 h 21"/>
                <a:gd name="T4" fmla="*/ 0 w 17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5" y="21"/>
                  </a:moveTo>
                  <a:cubicBezTo>
                    <a:pt x="17" y="17"/>
                    <a:pt x="14" y="8"/>
                    <a:pt x="11" y="4"/>
                  </a:cubicBezTo>
                  <a:cubicBezTo>
                    <a:pt x="8" y="0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94" name="Freeform 2373">
              <a:extLst>
                <a:ext uri="{FF2B5EF4-FFF2-40B4-BE49-F238E27FC236}">
                  <a16:creationId xmlns:a16="http://schemas.microsoft.com/office/drawing/2014/main" id="{167ED006-AE9C-4841-9FB9-9F4933C07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576"/>
              <a:ext cx="1" cy="30"/>
            </a:xfrm>
            <a:custGeom>
              <a:avLst/>
              <a:gdLst>
                <a:gd name="T0" fmla="*/ 0 w 1"/>
                <a:gd name="T1" fmla="*/ 105 h 16"/>
                <a:gd name="T2" fmla="*/ 1 w 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16"/>
                  </a:moveTo>
                  <a:cubicBezTo>
                    <a:pt x="0" y="10"/>
                    <a:pt x="1" y="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95" name="Freeform 2374">
              <a:extLst>
                <a:ext uri="{FF2B5EF4-FFF2-40B4-BE49-F238E27FC236}">
                  <a16:creationId xmlns:a16="http://schemas.microsoft.com/office/drawing/2014/main" id="{E611E65F-0E40-47FA-9C75-71B9DBE03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582"/>
              <a:ext cx="12" cy="7"/>
            </a:xfrm>
            <a:custGeom>
              <a:avLst/>
              <a:gdLst>
                <a:gd name="T0" fmla="*/ 0 w 6"/>
                <a:gd name="T1" fmla="*/ 21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96" name="Freeform 2375">
              <a:extLst>
                <a:ext uri="{FF2B5EF4-FFF2-40B4-BE49-F238E27FC236}">
                  <a16:creationId xmlns:a16="http://schemas.microsoft.com/office/drawing/2014/main" id="{7CFE2412-7D78-4F94-B483-EFB2A6019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586"/>
              <a:ext cx="4" cy="11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97" name="Freeform 2376">
              <a:extLst>
                <a:ext uri="{FF2B5EF4-FFF2-40B4-BE49-F238E27FC236}">
                  <a16:creationId xmlns:a16="http://schemas.microsoft.com/office/drawing/2014/main" id="{D2D8847B-8FE6-4473-A545-E93856632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875"/>
              <a:ext cx="17" cy="45"/>
            </a:xfrm>
            <a:custGeom>
              <a:avLst/>
              <a:gdLst>
                <a:gd name="T0" fmla="*/ 40 w 9"/>
                <a:gd name="T1" fmla="*/ 0 h 24"/>
                <a:gd name="T2" fmla="*/ 60 w 9"/>
                <a:gd name="T3" fmla="*/ 133 h 24"/>
                <a:gd name="T4" fmla="*/ 0 w 9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6" y="0"/>
                  </a:moveTo>
                  <a:cubicBezTo>
                    <a:pt x="9" y="8"/>
                    <a:pt x="8" y="12"/>
                    <a:pt x="9" y="20"/>
                  </a:cubicBezTo>
                  <a:cubicBezTo>
                    <a:pt x="7" y="24"/>
                    <a:pt x="1" y="24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98" name="Freeform 2377">
              <a:extLst>
                <a:ext uri="{FF2B5EF4-FFF2-40B4-BE49-F238E27FC236}">
                  <a16:creationId xmlns:a16="http://schemas.microsoft.com/office/drawing/2014/main" id="{7F2A7AA4-D8AE-4B28-874F-9774E8C1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916"/>
              <a:ext cx="15" cy="58"/>
            </a:xfrm>
            <a:custGeom>
              <a:avLst/>
              <a:gdLst>
                <a:gd name="T0" fmla="*/ 21 w 8"/>
                <a:gd name="T1" fmla="*/ 0 h 31"/>
                <a:gd name="T2" fmla="*/ 32 w 8"/>
                <a:gd name="T3" fmla="*/ 45 h 31"/>
                <a:gd name="T4" fmla="*/ 45 w 8"/>
                <a:gd name="T5" fmla="*/ 125 h 31"/>
                <a:gd name="T6" fmla="*/ 39 w 8"/>
                <a:gd name="T7" fmla="*/ 178 h 31"/>
                <a:gd name="T8" fmla="*/ 0 w 8"/>
                <a:gd name="T9" fmla="*/ 19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1">
                  <a:moveTo>
                    <a:pt x="3" y="0"/>
                  </a:moveTo>
                  <a:cubicBezTo>
                    <a:pt x="5" y="2"/>
                    <a:pt x="5" y="5"/>
                    <a:pt x="5" y="7"/>
                  </a:cubicBezTo>
                  <a:cubicBezTo>
                    <a:pt x="5" y="11"/>
                    <a:pt x="7" y="15"/>
                    <a:pt x="7" y="19"/>
                  </a:cubicBezTo>
                  <a:cubicBezTo>
                    <a:pt x="7" y="22"/>
                    <a:pt x="8" y="24"/>
                    <a:pt x="6" y="27"/>
                  </a:cubicBezTo>
                  <a:cubicBezTo>
                    <a:pt x="5" y="28"/>
                    <a:pt x="2" y="31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99" name="Freeform 2378">
              <a:extLst>
                <a:ext uri="{FF2B5EF4-FFF2-40B4-BE49-F238E27FC236}">
                  <a16:creationId xmlns:a16="http://schemas.microsoft.com/office/drawing/2014/main" id="{EB3EABA3-B8D5-44FD-977B-6CE312630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967"/>
              <a:ext cx="15" cy="46"/>
            </a:xfrm>
            <a:custGeom>
              <a:avLst/>
              <a:gdLst>
                <a:gd name="T0" fmla="*/ 32 w 8"/>
                <a:gd name="T1" fmla="*/ 0 h 25"/>
                <a:gd name="T2" fmla="*/ 53 w 8"/>
                <a:gd name="T3" fmla="*/ 112 h 25"/>
                <a:gd name="T4" fmla="*/ 45 w 8"/>
                <a:gd name="T5" fmla="*/ 142 h 25"/>
                <a:gd name="T6" fmla="*/ 8 w 8"/>
                <a:gd name="T7" fmla="*/ 156 h 25"/>
                <a:gd name="T8" fmla="*/ 8 w 8"/>
                <a:gd name="T9" fmla="*/ 14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5">
                  <a:moveTo>
                    <a:pt x="5" y="0"/>
                  </a:moveTo>
                  <a:cubicBezTo>
                    <a:pt x="7" y="6"/>
                    <a:pt x="8" y="12"/>
                    <a:pt x="8" y="18"/>
                  </a:cubicBezTo>
                  <a:cubicBezTo>
                    <a:pt x="8" y="20"/>
                    <a:pt x="8" y="22"/>
                    <a:pt x="7" y="23"/>
                  </a:cubicBezTo>
                  <a:cubicBezTo>
                    <a:pt x="6" y="24"/>
                    <a:pt x="2" y="25"/>
                    <a:pt x="1" y="25"/>
                  </a:cubicBezTo>
                  <a:cubicBezTo>
                    <a:pt x="0" y="24"/>
                    <a:pt x="1" y="25"/>
                    <a:pt x="1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00" name="Freeform 2379">
              <a:extLst>
                <a:ext uri="{FF2B5EF4-FFF2-40B4-BE49-F238E27FC236}">
                  <a16:creationId xmlns:a16="http://schemas.microsoft.com/office/drawing/2014/main" id="{20964221-33D8-4C83-BC11-F0C6DE123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012"/>
              <a:ext cx="13" cy="44"/>
            </a:xfrm>
            <a:custGeom>
              <a:avLst/>
              <a:gdLst>
                <a:gd name="T0" fmla="*/ 20 w 7"/>
                <a:gd name="T1" fmla="*/ 0 h 24"/>
                <a:gd name="T2" fmla="*/ 45 w 7"/>
                <a:gd name="T3" fmla="*/ 112 h 24"/>
                <a:gd name="T4" fmla="*/ 37 w 7"/>
                <a:gd name="T5" fmla="*/ 134 h 24"/>
                <a:gd name="T6" fmla="*/ 0 w 7"/>
                <a:gd name="T7" fmla="*/ 1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4">
                  <a:moveTo>
                    <a:pt x="3" y="0"/>
                  </a:moveTo>
                  <a:cubicBezTo>
                    <a:pt x="3" y="6"/>
                    <a:pt x="6" y="12"/>
                    <a:pt x="7" y="18"/>
                  </a:cubicBezTo>
                  <a:cubicBezTo>
                    <a:pt x="7" y="21"/>
                    <a:pt x="7" y="21"/>
                    <a:pt x="6" y="22"/>
                  </a:cubicBezTo>
                  <a:cubicBezTo>
                    <a:pt x="5" y="23"/>
                    <a:pt x="1" y="24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01" name="Freeform 2380">
              <a:extLst>
                <a:ext uri="{FF2B5EF4-FFF2-40B4-BE49-F238E27FC236}">
                  <a16:creationId xmlns:a16="http://schemas.microsoft.com/office/drawing/2014/main" id="{DAAB49DA-644A-4E2B-9181-107862430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053"/>
              <a:ext cx="17" cy="46"/>
            </a:xfrm>
            <a:custGeom>
              <a:avLst/>
              <a:gdLst>
                <a:gd name="T0" fmla="*/ 28 w 9"/>
                <a:gd name="T1" fmla="*/ 0 h 25"/>
                <a:gd name="T2" fmla="*/ 47 w 9"/>
                <a:gd name="T3" fmla="*/ 118 h 25"/>
                <a:gd name="T4" fmla="*/ 0 w 9"/>
                <a:gd name="T5" fmla="*/ 14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5">
                  <a:moveTo>
                    <a:pt x="4" y="0"/>
                  </a:moveTo>
                  <a:cubicBezTo>
                    <a:pt x="5" y="6"/>
                    <a:pt x="9" y="13"/>
                    <a:pt x="7" y="19"/>
                  </a:cubicBezTo>
                  <a:cubicBezTo>
                    <a:pt x="7" y="21"/>
                    <a:pt x="1" y="25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02" name="Freeform 2381">
              <a:extLst>
                <a:ext uri="{FF2B5EF4-FFF2-40B4-BE49-F238E27FC236}">
                  <a16:creationId xmlns:a16="http://schemas.microsoft.com/office/drawing/2014/main" id="{BFEC23D3-B3EA-4227-8580-8D59414E1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2"/>
              <a:ext cx="24" cy="38"/>
            </a:xfrm>
            <a:custGeom>
              <a:avLst/>
              <a:gdLst>
                <a:gd name="T0" fmla="*/ 76 w 13"/>
                <a:gd name="T1" fmla="*/ 8 h 20"/>
                <a:gd name="T2" fmla="*/ 81 w 13"/>
                <a:gd name="T3" fmla="*/ 97 h 20"/>
                <a:gd name="T4" fmla="*/ 52 w 13"/>
                <a:gd name="T5" fmla="*/ 129 h 20"/>
                <a:gd name="T6" fmla="*/ 7 w 13"/>
                <a:gd name="T7" fmla="*/ 76 h 20"/>
                <a:gd name="T8" fmla="*/ 0 w 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12" y="1"/>
                  </a:moveTo>
                  <a:cubicBezTo>
                    <a:pt x="11" y="5"/>
                    <a:pt x="13" y="9"/>
                    <a:pt x="13" y="14"/>
                  </a:cubicBezTo>
                  <a:cubicBezTo>
                    <a:pt x="13" y="18"/>
                    <a:pt x="12" y="20"/>
                    <a:pt x="8" y="19"/>
                  </a:cubicBezTo>
                  <a:cubicBezTo>
                    <a:pt x="2" y="18"/>
                    <a:pt x="2" y="16"/>
                    <a:pt x="1" y="11"/>
                  </a:cubicBezTo>
                  <a:cubicBezTo>
                    <a:pt x="1" y="7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03" name="Freeform 2382">
              <a:extLst>
                <a:ext uri="{FF2B5EF4-FFF2-40B4-BE49-F238E27FC236}">
                  <a16:creationId xmlns:a16="http://schemas.microsoft.com/office/drawing/2014/main" id="{9DC1FF75-74BB-41E5-90EE-12DEA39A1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905"/>
              <a:ext cx="19" cy="2"/>
            </a:xfrm>
            <a:custGeom>
              <a:avLst/>
              <a:gdLst>
                <a:gd name="T0" fmla="*/ 0 w 10"/>
                <a:gd name="T1" fmla="*/ 8 h 1"/>
                <a:gd name="T2" fmla="*/ 68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4" y="1"/>
                    <a:pt x="7" y="1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04" name="Freeform 2383">
              <a:extLst>
                <a:ext uri="{FF2B5EF4-FFF2-40B4-BE49-F238E27FC236}">
                  <a16:creationId xmlns:a16="http://schemas.microsoft.com/office/drawing/2014/main" id="{8B5C332F-7A9B-4B13-9F80-44F5CCAD2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916"/>
              <a:ext cx="23" cy="28"/>
            </a:xfrm>
            <a:custGeom>
              <a:avLst/>
              <a:gdLst>
                <a:gd name="T0" fmla="*/ 63 w 12"/>
                <a:gd name="T1" fmla="*/ 0 h 15"/>
                <a:gd name="T2" fmla="*/ 63 w 12"/>
                <a:gd name="T3" fmla="*/ 77 h 15"/>
                <a:gd name="T4" fmla="*/ 0 w 12"/>
                <a:gd name="T5" fmla="*/ 9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9" y="0"/>
                  </a:moveTo>
                  <a:cubicBezTo>
                    <a:pt x="9" y="3"/>
                    <a:pt x="12" y="9"/>
                    <a:pt x="9" y="12"/>
                  </a:cubicBezTo>
                  <a:cubicBezTo>
                    <a:pt x="7" y="14"/>
                    <a:pt x="3" y="15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05" name="Freeform 2384">
              <a:extLst>
                <a:ext uri="{FF2B5EF4-FFF2-40B4-BE49-F238E27FC236}">
                  <a16:creationId xmlns:a16="http://schemas.microsoft.com/office/drawing/2014/main" id="{29B5D56F-C21C-490C-96CE-335113FC0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937"/>
              <a:ext cx="23" cy="16"/>
            </a:xfrm>
            <a:custGeom>
              <a:avLst/>
              <a:gdLst>
                <a:gd name="T0" fmla="*/ 8 w 12"/>
                <a:gd name="T1" fmla="*/ 0 h 9"/>
                <a:gd name="T2" fmla="*/ 29 w 12"/>
                <a:gd name="T3" fmla="*/ 44 h 9"/>
                <a:gd name="T4" fmla="*/ 84 w 12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" y="0"/>
                  </a:moveTo>
                  <a:cubicBezTo>
                    <a:pt x="1" y="4"/>
                    <a:pt x="0" y="8"/>
                    <a:pt x="4" y="8"/>
                  </a:cubicBezTo>
                  <a:cubicBezTo>
                    <a:pt x="6" y="9"/>
                    <a:pt x="10" y="8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06" name="Freeform 2385">
              <a:extLst>
                <a:ext uri="{FF2B5EF4-FFF2-40B4-BE49-F238E27FC236}">
                  <a16:creationId xmlns:a16="http://schemas.microsoft.com/office/drawing/2014/main" id="{F14A4BAB-6D80-4F23-83CC-3348ACA9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952"/>
              <a:ext cx="15" cy="41"/>
            </a:xfrm>
            <a:custGeom>
              <a:avLst/>
              <a:gdLst>
                <a:gd name="T0" fmla="*/ 0 w 8"/>
                <a:gd name="T1" fmla="*/ 0 h 22"/>
                <a:gd name="T2" fmla="*/ 8 w 8"/>
                <a:gd name="T3" fmla="*/ 117 h 22"/>
                <a:gd name="T4" fmla="*/ 53 w 8"/>
                <a:gd name="T5" fmla="*/ 13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cubicBezTo>
                    <a:pt x="1" y="6"/>
                    <a:pt x="0" y="12"/>
                    <a:pt x="1" y="18"/>
                  </a:cubicBezTo>
                  <a:cubicBezTo>
                    <a:pt x="3" y="22"/>
                    <a:pt x="5" y="21"/>
                    <a:pt x="8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07" name="Freeform 2386">
              <a:extLst>
                <a:ext uri="{FF2B5EF4-FFF2-40B4-BE49-F238E27FC236}">
                  <a16:creationId xmlns:a16="http://schemas.microsoft.com/office/drawing/2014/main" id="{B4AE02FA-B256-4AC4-A92E-1E91B060A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991"/>
              <a:ext cx="27" cy="45"/>
            </a:xfrm>
            <a:custGeom>
              <a:avLst/>
              <a:gdLst>
                <a:gd name="T0" fmla="*/ 23 w 14"/>
                <a:gd name="T1" fmla="*/ 0 h 24"/>
                <a:gd name="T2" fmla="*/ 8 w 14"/>
                <a:gd name="T3" fmla="*/ 105 h 24"/>
                <a:gd name="T4" fmla="*/ 56 w 14"/>
                <a:gd name="T5" fmla="*/ 133 h 24"/>
                <a:gd name="T6" fmla="*/ 56 w 14"/>
                <a:gd name="T7" fmla="*/ 1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3" y="0"/>
                  </a:moveTo>
                  <a:cubicBezTo>
                    <a:pt x="0" y="4"/>
                    <a:pt x="1" y="12"/>
                    <a:pt x="1" y="16"/>
                  </a:cubicBezTo>
                  <a:cubicBezTo>
                    <a:pt x="2" y="21"/>
                    <a:pt x="3" y="24"/>
                    <a:pt x="8" y="20"/>
                  </a:cubicBezTo>
                  <a:cubicBezTo>
                    <a:pt x="14" y="16"/>
                    <a:pt x="9" y="7"/>
                    <a:pt x="8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08" name="Freeform 2387">
              <a:extLst>
                <a:ext uri="{FF2B5EF4-FFF2-40B4-BE49-F238E27FC236}">
                  <a16:creationId xmlns:a16="http://schemas.microsoft.com/office/drawing/2014/main" id="{D569D835-3222-430C-830F-595334A07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952"/>
              <a:ext cx="9" cy="37"/>
            </a:xfrm>
            <a:custGeom>
              <a:avLst/>
              <a:gdLst>
                <a:gd name="T0" fmla="*/ 13 w 5"/>
                <a:gd name="T1" fmla="*/ 0 h 20"/>
                <a:gd name="T2" fmla="*/ 29 w 5"/>
                <a:gd name="T3" fmla="*/ 1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2" y="0"/>
                  </a:moveTo>
                  <a:cubicBezTo>
                    <a:pt x="5" y="5"/>
                    <a:pt x="0" y="15"/>
                    <a:pt x="5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09" name="Freeform 2388">
              <a:extLst>
                <a:ext uri="{FF2B5EF4-FFF2-40B4-BE49-F238E27FC236}">
                  <a16:creationId xmlns:a16="http://schemas.microsoft.com/office/drawing/2014/main" id="{730624D1-F859-4337-B269-6F7851467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918"/>
              <a:ext cx="6" cy="32"/>
            </a:xfrm>
            <a:custGeom>
              <a:avLst/>
              <a:gdLst>
                <a:gd name="T0" fmla="*/ 0 w 3"/>
                <a:gd name="T1" fmla="*/ 0 h 17"/>
                <a:gd name="T2" fmla="*/ 24 w 3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0" y="6"/>
                    <a:pt x="2" y="12"/>
                    <a:pt x="3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10" name="Freeform 2389">
              <a:extLst>
                <a:ext uri="{FF2B5EF4-FFF2-40B4-BE49-F238E27FC236}">
                  <a16:creationId xmlns:a16="http://schemas.microsoft.com/office/drawing/2014/main" id="{1CCB92E9-9E66-453C-AF83-F568C842D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974"/>
              <a:ext cx="22" cy="11"/>
            </a:xfrm>
            <a:custGeom>
              <a:avLst/>
              <a:gdLst>
                <a:gd name="T0" fmla="*/ 0 w 12"/>
                <a:gd name="T1" fmla="*/ 13 h 6"/>
                <a:gd name="T2" fmla="*/ 73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6"/>
                    <a:pt x="9" y="1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11" name="Freeform 2390">
              <a:extLst>
                <a:ext uri="{FF2B5EF4-FFF2-40B4-BE49-F238E27FC236}">
                  <a16:creationId xmlns:a16="http://schemas.microsoft.com/office/drawing/2014/main" id="{92AD01B0-D984-4D45-A962-EF2B28DD2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950"/>
              <a:ext cx="6" cy="24"/>
            </a:xfrm>
            <a:custGeom>
              <a:avLst/>
              <a:gdLst>
                <a:gd name="T0" fmla="*/ 0 w 3"/>
                <a:gd name="T1" fmla="*/ 0 h 13"/>
                <a:gd name="T2" fmla="*/ 24 w 3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4"/>
                    <a:pt x="2" y="9"/>
                    <a:pt x="3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12" name="Freeform 2391">
              <a:extLst>
                <a:ext uri="{FF2B5EF4-FFF2-40B4-BE49-F238E27FC236}">
                  <a16:creationId xmlns:a16="http://schemas.microsoft.com/office/drawing/2014/main" id="{520611FB-8B15-47E1-928E-40A8497BA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010"/>
              <a:ext cx="24" cy="9"/>
            </a:xfrm>
            <a:custGeom>
              <a:avLst/>
              <a:gdLst>
                <a:gd name="T0" fmla="*/ 0 w 13"/>
                <a:gd name="T1" fmla="*/ 23 h 5"/>
                <a:gd name="T2" fmla="*/ 81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4"/>
                  </a:moveTo>
                  <a:cubicBezTo>
                    <a:pt x="5" y="5"/>
                    <a:pt x="10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13" name="Freeform 2392">
              <a:extLst>
                <a:ext uri="{FF2B5EF4-FFF2-40B4-BE49-F238E27FC236}">
                  <a16:creationId xmlns:a16="http://schemas.microsoft.com/office/drawing/2014/main" id="{7F9693C3-522A-4B80-AEB4-97B5A0B50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982"/>
              <a:ext cx="10" cy="15"/>
            </a:xfrm>
            <a:custGeom>
              <a:avLst/>
              <a:gdLst>
                <a:gd name="T0" fmla="*/ 40 w 5"/>
                <a:gd name="T1" fmla="*/ 0 h 8"/>
                <a:gd name="T2" fmla="*/ 8 w 5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1"/>
                    <a:pt x="0" y="5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14" name="Freeform 2393">
              <a:extLst>
                <a:ext uri="{FF2B5EF4-FFF2-40B4-BE49-F238E27FC236}">
                  <a16:creationId xmlns:a16="http://schemas.microsoft.com/office/drawing/2014/main" id="{45414CD8-0ACA-451C-B498-25236F9C7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032"/>
              <a:ext cx="22" cy="30"/>
            </a:xfrm>
            <a:custGeom>
              <a:avLst/>
              <a:gdLst>
                <a:gd name="T0" fmla="*/ 0 w 12"/>
                <a:gd name="T1" fmla="*/ 105 h 16"/>
                <a:gd name="T2" fmla="*/ 73 w 12"/>
                <a:gd name="T3" fmla="*/ 68 h 16"/>
                <a:gd name="T4" fmla="*/ 68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4" y="16"/>
                    <a:pt x="11" y="15"/>
                    <a:pt x="12" y="10"/>
                  </a:cubicBezTo>
                  <a:cubicBezTo>
                    <a:pt x="12" y="7"/>
                    <a:pt x="10" y="3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15" name="Freeform 2394">
              <a:extLst>
                <a:ext uri="{FF2B5EF4-FFF2-40B4-BE49-F238E27FC236}">
                  <a16:creationId xmlns:a16="http://schemas.microsoft.com/office/drawing/2014/main" id="{19946487-3119-494B-8367-9247B25D4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049"/>
              <a:ext cx="2" cy="13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1" y="5"/>
                    <a:pt x="1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16" name="Freeform 2395">
              <a:extLst>
                <a:ext uri="{FF2B5EF4-FFF2-40B4-BE49-F238E27FC236}">
                  <a16:creationId xmlns:a16="http://schemas.microsoft.com/office/drawing/2014/main" id="{0B21B775-66CE-4845-9968-6077BD322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920"/>
              <a:ext cx="11" cy="9"/>
            </a:xfrm>
            <a:custGeom>
              <a:avLst/>
              <a:gdLst>
                <a:gd name="T0" fmla="*/ 0 w 6"/>
                <a:gd name="T1" fmla="*/ 0 h 5"/>
                <a:gd name="T2" fmla="*/ 24 w 6"/>
                <a:gd name="T3" fmla="*/ 13 h 5"/>
                <a:gd name="T4" fmla="*/ 37 w 6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1"/>
                    <a:pt x="2" y="0"/>
                    <a:pt x="4" y="2"/>
                  </a:cubicBezTo>
                  <a:cubicBezTo>
                    <a:pt x="5" y="2"/>
                    <a:pt x="6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17" name="Freeform 2396">
              <a:extLst>
                <a:ext uri="{FF2B5EF4-FFF2-40B4-BE49-F238E27FC236}">
                  <a16:creationId xmlns:a16="http://schemas.microsoft.com/office/drawing/2014/main" id="{E6CC2281-26D6-4522-9B18-7166B5A18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056"/>
              <a:ext cx="21" cy="8"/>
            </a:xfrm>
            <a:custGeom>
              <a:avLst/>
              <a:gdLst>
                <a:gd name="T0" fmla="*/ 0 w 11"/>
                <a:gd name="T1" fmla="*/ 0 h 4"/>
                <a:gd name="T2" fmla="*/ 36 w 11"/>
                <a:gd name="T3" fmla="*/ 32 h 4"/>
                <a:gd name="T4" fmla="*/ 76 w 11"/>
                <a:gd name="T5" fmla="*/ 2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1" y="3"/>
                    <a:pt x="1" y="4"/>
                    <a:pt x="5" y="4"/>
                  </a:cubicBezTo>
                  <a:cubicBezTo>
                    <a:pt x="7" y="4"/>
                    <a:pt x="9" y="3"/>
                    <a:pt x="11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18" name="Freeform 2397">
              <a:extLst>
                <a:ext uri="{FF2B5EF4-FFF2-40B4-BE49-F238E27FC236}">
                  <a16:creationId xmlns:a16="http://schemas.microsoft.com/office/drawing/2014/main" id="{8AD6E035-86BD-4A2B-AFCE-9D348004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025"/>
              <a:ext cx="18" cy="74"/>
            </a:xfrm>
            <a:custGeom>
              <a:avLst/>
              <a:gdLst>
                <a:gd name="T0" fmla="*/ 13 w 10"/>
                <a:gd name="T1" fmla="*/ 141 h 40"/>
                <a:gd name="T2" fmla="*/ 16 w 10"/>
                <a:gd name="T3" fmla="*/ 246 h 40"/>
                <a:gd name="T4" fmla="*/ 58 w 10"/>
                <a:gd name="T5" fmla="*/ 246 h 40"/>
                <a:gd name="T6" fmla="*/ 41 w 10"/>
                <a:gd name="T7" fmla="*/ 126 h 40"/>
                <a:gd name="T8" fmla="*/ 36 w 10"/>
                <a:gd name="T9" fmla="*/ 44 h 40"/>
                <a:gd name="T10" fmla="*/ 41 w 10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0">
                  <a:moveTo>
                    <a:pt x="2" y="22"/>
                  </a:moveTo>
                  <a:cubicBezTo>
                    <a:pt x="0" y="24"/>
                    <a:pt x="1" y="37"/>
                    <a:pt x="3" y="39"/>
                  </a:cubicBezTo>
                  <a:cubicBezTo>
                    <a:pt x="5" y="40"/>
                    <a:pt x="9" y="40"/>
                    <a:pt x="10" y="39"/>
                  </a:cubicBezTo>
                  <a:cubicBezTo>
                    <a:pt x="8" y="33"/>
                    <a:pt x="9" y="26"/>
                    <a:pt x="7" y="20"/>
                  </a:cubicBezTo>
                  <a:cubicBezTo>
                    <a:pt x="6" y="15"/>
                    <a:pt x="6" y="12"/>
                    <a:pt x="6" y="7"/>
                  </a:cubicBezTo>
                  <a:cubicBezTo>
                    <a:pt x="6" y="4"/>
                    <a:pt x="6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19" name="Freeform 2398">
              <a:extLst>
                <a:ext uri="{FF2B5EF4-FFF2-40B4-BE49-F238E27FC236}">
                  <a16:creationId xmlns:a16="http://schemas.microsoft.com/office/drawing/2014/main" id="{ECBC7FED-9596-462B-8AAD-16C9B3FB0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099"/>
              <a:ext cx="20" cy="45"/>
            </a:xfrm>
            <a:custGeom>
              <a:avLst/>
              <a:gdLst>
                <a:gd name="T0" fmla="*/ 7 w 11"/>
                <a:gd name="T1" fmla="*/ 0 h 24"/>
                <a:gd name="T2" fmla="*/ 7 w 11"/>
                <a:gd name="T3" fmla="*/ 39 h 24"/>
                <a:gd name="T4" fmla="*/ 7 w 11"/>
                <a:gd name="T5" fmla="*/ 113 h 24"/>
                <a:gd name="T6" fmla="*/ 49 w 11"/>
                <a:gd name="T7" fmla="*/ 137 h 24"/>
                <a:gd name="T8" fmla="*/ 65 w 11"/>
                <a:gd name="T9" fmla="*/ 73 h 24"/>
                <a:gd name="T10" fmla="*/ 49 w 1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4">
                  <a:moveTo>
                    <a:pt x="1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1" y="10"/>
                    <a:pt x="1" y="13"/>
                    <a:pt x="1" y="17"/>
                  </a:cubicBezTo>
                  <a:cubicBezTo>
                    <a:pt x="2" y="20"/>
                    <a:pt x="4" y="24"/>
                    <a:pt x="8" y="21"/>
                  </a:cubicBezTo>
                  <a:cubicBezTo>
                    <a:pt x="11" y="20"/>
                    <a:pt x="11" y="14"/>
                    <a:pt x="11" y="11"/>
                  </a:cubicBezTo>
                  <a:cubicBezTo>
                    <a:pt x="11" y="7"/>
                    <a:pt x="9" y="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20" name="Freeform 2399">
              <a:extLst>
                <a:ext uri="{FF2B5EF4-FFF2-40B4-BE49-F238E27FC236}">
                  <a16:creationId xmlns:a16="http://schemas.microsoft.com/office/drawing/2014/main" id="{E8B0B564-EAF8-4EC5-87A3-EB6625D5A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139"/>
              <a:ext cx="23" cy="39"/>
            </a:xfrm>
            <a:custGeom>
              <a:avLst/>
              <a:gdLst>
                <a:gd name="T0" fmla="*/ 8 w 12"/>
                <a:gd name="T1" fmla="*/ 0 h 21"/>
                <a:gd name="T2" fmla="*/ 23 w 12"/>
                <a:gd name="T3" fmla="*/ 134 h 21"/>
                <a:gd name="T4" fmla="*/ 77 w 12"/>
                <a:gd name="T5" fmla="*/ 89 h 21"/>
                <a:gd name="T6" fmla="*/ 63 w 12"/>
                <a:gd name="T7" fmla="*/ 52 h 21"/>
                <a:gd name="T8" fmla="*/ 56 w 1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1" y="0"/>
                  </a:moveTo>
                  <a:cubicBezTo>
                    <a:pt x="0" y="7"/>
                    <a:pt x="1" y="14"/>
                    <a:pt x="3" y="21"/>
                  </a:cubicBezTo>
                  <a:cubicBezTo>
                    <a:pt x="8" y="18"/>
                    <a:pt x="12" y="21"/>
                    <a:pt x="11" y="14"/>
                  </a:cubicBezTo>
                  <a:cubicBezTo>
                    <a:pt x="11" y="12"/>
                    <a:pt x="10" y="10"/>
                    <a:pt x="9" y="8"/>
                  </a:cubicBezTo>
                  <a:cubicBezTo>
                    <a:pt x="8" y="5"/>
                    <a:pt x="8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21" name="Freeform 2400">
              <a:extLst>
                <a:ext uri="{FF2B5EF4-FFF2-40B4-BE49-F238E27FC236}">
                  <a16:creationId xmlns:a16="http://schemas.microsoft.com/office/drawing/2014/main" id="{4092CC6E-AB7E-472C-A097-3320DB277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090"/>
              <a:ext cx="15" cy="47"/>
            </a:xfrm>
            <a:custGeom>
              <a:avLst/>
              <a:gdLst>
                <a:gd name="T0" fmla="*/ 28 w 8"/>
                <a:gd name="T1" fmla="*/ 0 h 25"/>
                <a:gd name="T2" fmla="*/ 39 w 8"/>
                <a:gd name="T3" fmla="*/ 73 h 25"/>
                <a:gd name="T4" fmla="*/ 45 w 8"/>
                <a:gd name="T5" fmla="*/ 145 h 25"/>
                <a:gd name="T6" fmla="*/ 0 w 8"/>
                <a:gd name="T7" fmla="*/ 16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5">
                  <a:moveTo>
                    <a:pt x="4" y="0"/>
                  </a:moveTo>
                  <a:cubicBezTo>
                    <a:pt x="5" y="3"/>
                    <a:pt x="6" y="7"/>
                    <a:pt x="6" y="11"/>
                  </a:cubicBezTo>
                  <a:cubicBezTo>
                    <a:pt x="6" y="13"/>
                    <a:pt x="8" y="20"/>
                    <a:pt x="7" y="22"/>
                  </a:cubicBezTo>
                  <a:cubicBezTo>
                    <a:pt x="6" y="24"/>
                    <a:pt x="1" y="25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22" name="Freeform 2401">
              <a:extLst>
                <a:ext uri="{FF2B5EF4-FFF2-40B4-BE49-F238E27FC236}">
                  <a16:creationId xmlns:a16="http://schemas.microsoft.com/office/drawing/2014/main" id="{8042EBE5-18C3-431F-A002-0C27B1284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101"/>
              <a:ext cx="25" cy="6"/>
            </a:xfrm>
            <a:custGeom>
              <a:avLst/>
              <a:gdLst>
                <a:gd name="T0" fmla="*/ 0 w 13"/>
                <a:gd name="T1" fmla="*/ 16 h 3"/>
                <a:gd name="T2" fmla="*/ 92 w 1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3" y="3"/>
                    <a:pt x="10" y="2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23" name="Freeform 2402">
              <a:extLst>
                <a:ext uri="{FF2B5EF4-FFF2-40B4-BE49-F238E27FC236}">
                  <a16:creationId xmlns:a16="http://schemas.microsoft.com/office/drawing/2014/main" id="{E04EAEE2-1694-416B-B2DE-5021BA6C2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060"/>
              <a:ext cx="8" cy="19"/>
            </a:xfrm>
            <a:custGeom>
              <a:avLst/>
              <a:gdLst>
                <a:gd name="T0" fmla="*/ 0 w 4"/>
                <a:gd name="T1" fmla="*/ 68 h 10"/>
                <a:gd name="T2" fmla="*/ 32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6"/>
                    <a:pt x="1" y="3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24" name="Freeform 2403">
              <a:extLst>
                <a:ext uri="{FF2B5EF4-FFF2-40B4-BE49-F238E27FC236}">
                  <a16:creationId xmlns:a16="http://schemas.microsoft.com/office/drawing/2014/main" id="{AC33D645-500F-4D23-B87E-05568F29D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128"/>
              <a:ext cx="17" cy="35"/>
            </a:xfrm>
            <a:custGeom>
              <a:avLst/>
              <a:gdLst>
                <a:gd name="T0" fmla="*/ 40 w 9"/>
                <a:gd name="T1" fmla="*/ 0 h 19"/>
                <a:gd name="T2" fmla="*/ 53 w 9"/>
                <a:gd name="T3" fmla="*/ 52 h 19"/>
                <a:gd name="T4" fmla="*/ 60 w 9"/>
                <a:gd name="T5" fmla="*/ 96 h 19"/>
                <a:gd name="T6" fmla="*/ 0 w 9"/>
                <a:gd name="T7" fmla="*/ 1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">
                  <a:moveTo>
                    <a:pt x="6" y="0"/>
                  </a:moveTo>
                  <a:cubicBezTo>
                    <a:pt x="7" y="3"/>
                    <a:pt x="7" y="5"/>
                    <a:pt x="8" y="8"/>
                  </a:cubicBezTo>
                  <a:cubicBezTo>
                    <a:pt x="8" y="10"/>
                    <a:pt x="9" y="14"/>
                    <a:pt x="9" y="15"/>
                  </a:cubicBezTo>
                  <a:cubicBezTo>
                    <a:pt x="7" y="19"/>
                    <a:pt x="2" y="19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25" name="Freeform 2404">
              <a:extLst>
                <a:ext uri="{FF2B5EF4-FFF2-40B4-BE49-F238E27FC236}">
                  <a16:creationId xmlns:a16="http://schemas.microsoft.com/office/drawing/2014/main" id="{B937D773-153E-468B-8B6A-68FB7779E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154"/>
              <a:ext cx="24" cy="45"/>
            </a:xfrm>
            <a:custGeom>
              <a:avLst/>
              <a:gdLst>
                <a:gd name="T0" fmla="*/ 44 w 13"/>
                <a:gd name="T1" fmla="*/ 15 h 24"/>
                <a:gd name="T2" fmla="*/ 61 w 13"/>
                <a:gd name="T3" fmla="*/ 68 h 24"/>
                <a:gd name="T4" fmla="*/ 76 w 13"/>
                <a:gd name="T5" fmla="*/ 137 h 24"/>
                <a:gd name="T6" fmla="*/ 0 w 13"/>
                <a:gd name="T7" fmla="*/ 15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7" y="2"/>
                  </a:moveTo>
                  <a:cubicBezTo>
                    <a:pt x="10" y="0"/>
                    <a:pt x="10" y="8"/>
                    <a:pt x="10" y="10"/>
                  </a:cubicBezTo>
                  <a:cubicBezTo>
                    <a:pt x="11" y="12"/>
                    <a:pt x="13" y="18"/>
                    <a:pt x="12" y="21"/>
                  </a:cubicBezTo>
                  <a:cubicBezTo>
                    <a:pt x="10" y="24"/>
                    <a:pt x="3" y="23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26" name="Freeform 2405">
              <a:extLst>
                <a:ext uri="{FF2B5EF4-FFF2-40B4-BE49-F238E27FC236}">
                  <a16:creationId xmlns:a16="http://schemas.microsoft.com/office/drawing/2014/main" id="{0CD3F7AC-5ADC-48C0-83D1-9E543EB93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195"/>
              <a:ext cx="17" cy="37"/>
            </a:xfrm>
            <a:custGeom>
              <a:avLst/>
              <a:gdLst>
                <a:gd name="T0" fmla="*/ 47 w 9"/>
                <a:gd name="T1" fmla="*/ 0 h 20"/>
                <a:gd name="T2" fmla="*/ 53 w 9"/>
                <a:gd name="T3" fmla="*/ 65 h 20"/>
                <a:gd name="T4" fmla="*/ 60 w 9"/>
                <a:gd name="T5" fmla="*/ 105 h 20"/>
                <a:gd name="T6" fmla="*/ 0 w 9"/>
                <a:gd name="T7" fmla="*/ 1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">
                  <a:moveTo>
                    <a:pt x="7" y="0"/>
                  </a:moveTo>
                  <a:cubicBezTo>
                    <a:pt x="7" y="4"/>
                    <a:pt x="8" y="7"/>
                    <a:pt x="8" y="10"/>
                  </a:cubicBezTo>
                  <a:cubicBezTo>
                    <a:pt x="8" y="11"/>
                    <a:pt x="9" y="16"/>
                    <a:pt x="9" y="17"/>
                  </a:cubicBezTo>
                  <a:cubicBezTo>
                    <a:pt x="7" y="19"/>
                    <a:pt x="2" y="20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27" name="Freeform 2406">
              <a:extLst>
                <a:ext uri="{FF2B5EF4-FFF2-40B4-BE49-F238E27FC236}">
                  <a16:creationId xmlns:a16="http://schemas.microsoft.com/office/drawing/2014/main" id="{3C3EA0B0-985C-4B47-9100-4DF182526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386"/>
              <a:ext cx="16" cy="43"/>
            </a:xfrm>
            <a:custGeom>
              <a:avLst/>
              <a:gdLst>
                <a:gd name="T0" fmla="*/ 36 w 9"/>
                <a:gd name="T1" fmla="*/ 0 h 23"/>
                <a:gd name="T2" fmla="*/ 44 w 9"/>
                <a:gd name="T3" fmla="*/ 84 h 23"/>
                <a:gd name="T4" fmla="*/ 44 w 9"/>
                <a:gd name="T5" fmla="*/ 136 h 23"/>
                <a:gd name="T6" fmla="*/ 0 w 9"/>
                <a:gd name="T7" fmla="*/ 1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6" y="0"/>
                  </a:moveTo>
                  <a:cubicBezTo>
                    <a:pt x="7" y="4"/>
                    <a:pt x="7" y="8"/>
                    <a:pt x="8" y="13"/>
                  </a:cubicBezTo>
                  <a:cubicBezTo>
                    <a:pt x="8" y="15"/>
                    <a:pt x="9" y="19"/>
                    <a:pt x="8" y="21"/>
                  </a:cubicBezTo>
                  <a:cubicBezTo>
                    <a:pt x="7" y="23"/>
                    <a:pt x="3" y="23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28" name="Freeform 2407">
              <a:extLst>
                <a:ext uri="{FF2B5EF4-FFF2-40B4-BE49-F238E27FC236}">
                  <a16:creationId xmlns:a16="http://schemas.microsoft.com/office/drawing/2014/main" id="{6397A82E-246C-45B4-8784-DAC228B87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180"/>
              <a:ext cx="26" cy="30"/>
            </a:xfrm>
            <a:custGeom>
              <a:avLst/>
              <a:gdLst>
                <a:gd name="T0" fmla="*/ 20 w 14"/>
                <a:gd name="T1" fmla="*/ 0 h 16"/>
                <a:gd name="T2" fmla="*/ 7 w 14"/>
                <a:gd name="T3" fmla="*/ 15 h 16"/>
                <a:gd name="T4" fmla="*/ 13 w 14"/>
                <a:gd name="T5" fmla="*/ 81 h 16"/>
                <a:gd name="T6" fmla="*/ 89 w 14"/>
                <a:gd name="T7" fmla="*/ 9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3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4"/>
                    <a:pt x="1" y="10"/>
                    <a:pt x="2" y="12"/>
                  </a:cubicBezTo>
                  <a:cubicBezTo>
                    <a:pt x="3" y="15"/>
                    <a:pt x="11" y="16"/>
                    <a:pt x="14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29" name="Freeform 2408">
              <a:extLst>
                <a:ext uri="{FF2B5EF4-FFF2-40B4-BE49-F238E27FC236}">
                  <a16:creationId xmlns:a16="http://schemas.microsoft.com/office/drawing/2014/main" id="{D9C0D136-6B9E-4E8B-A6D1-4BF258F9A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210"/>
              <a:ext cx="18" cy="35"/>
            </a:xfrm>
            <a:custGeom>
              <a:avLst/>
              <a:gdLst>
                <a:gd name="T0" fmla="*/ 0 w 10"/>
                <a:gd name="T1" fmla="*/ 0 h 19"/>
                <a:gd name="T2" fmla="*/ 7 w 10"/>
                <a:gd name="T3" fmla="*/ 57 h 19"/>
                <a:gd name="T4" fmla="*/ 16 w 10"/>
                <a:gd name="T5" fmla="*/ 112 h 19"/>
                <a:gd name="T6" fmla="*/ 58 w 10"/>
                <a:gd name="T7" fmla="*/ 10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1" y="11"/>
                    <a:pt x="1" y="17"/>
                    <a:pt x="3" y="18"/>
                  </a:cubicBezTo>
                  <a:cubicBezTo>
                    <a:pt x="4" y="19"/>
                    <a:pt x="8" y="17"/>
                    <a:pt x="10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30" name="Freeform 2409">
              <a:extLst>
                <a:ext uri="{FF2B5EF4-FFF2-40B4-BE49-F238E27FC236}">
                  <a16:creationId xmlns:a16="http://schemas.microsoft.com/office/drawing/2014/main" id="{DCBD8839-5170-48E6-AFEC-68AEC701D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172"/>
              <a:ext cx="3" cy="30"/>
            </a:xfrm>
            <a:custGeom>
              <a:avLst/>
              <a:gdLst>
                <a:gd name="T0" fmla="*/ 0 w 2"/>
                <a:gd name="T1" fmla="*/ 0 h 16"/>
                <a:gd name="T2" fmla="*/ 8 w 2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0" y="5"/>
                    <a:pt x="1" y="12"/>
                    <a:pt x="2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31" name="Freeform 2410">
              <a:extLst>
                <a:ext uri="{FF2B5EF4-FFF2-40B4-BE49-F238E27FC236}">
                  <a16:creationId xmlns:a16="http://schemas.microsoft.com/office/drawing/2014/main" id="{79BC53B8-9C2F-47E4-9327-795B2EE27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204"/>
              <a:ext cx="6" cy="34"/>
            </a:xfrm>
            <a:custGeom>
              <a:avLst/>
              <a:gdLst>
                <a:gd name="T0" fmla="*/ 0 w 3"/>
                <a:gd name="T1" fmla="*/ 0 h 18"/>
                <a:gd name="T2" fmla="*/ 16 w 3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0" y="5"/>
                    <a:pt x="3" y="13"/>
                    <a:pt x="2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32" name="Freeform 2411">
              <a:extLst>
                <a:ext uri="{FF2B5EF4-FFF2-40B4-BE49-F238E27FC236}">
                  <a16:creationId xmlns:a16="http://schemas.microsoft.com/office/drawing/2014/main" id="{01C02DE1-FE16-433C-A287-FA01CD7EA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395"/>
              <a:ext cx="24" cy="54"/>
            </a:xfrm>
            <a:custGeom>
              <a:avLst/>
              <a:gdLst>
                <a:gd name="T0" fmla="*/ 44 w 13"/>
                <a:gd name="T1" fmla="*/ 0 h 29"/>
                <a:gd name="T2" fmla="*/ 76 w 13"/>
                <a:gd name="T3" fmla="*/ 89 h 29"/>
                <a:gd name="T4" fmla="*/ 52 w 13"/>
                <a:gd name="T5" fmla="*/ 156 h 29"/>
                <a:gd name="T6" fmla="*/ 0 w 13"/>
                <a:gd name="T7" fmla="*/ 2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9">
                  <a:moveTo>
                    <a:pt x="7" y="0"/>
                  </a:moveTo>
                  <a:cubicBezTo>
                    <a:pt x="8" y="5"/>
                    <a:pt x="11" y="9"/>
                    <a:pt x="12" y="14"/>
                  </a:cubicBezTo>
                  <a:cubicBezTo>
                    <a:pt x="13" y="17"/>
                    <a:pt x="11" y="22"/>
                    <a:pt x="8" y="24"/>
                  </a:cubicBezTo>
                  <a:cubicBezTo>
                    <a:pt x="1" y="29"/>
                    <a:pt x="1" y="6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33" name="Freeform 2412">
              <a:extLst>
                <a:ext uri="{FF2B5EF4-FFF2-40B4-BE49-F238E27FC236}">
                  <a16:creationId xmlns:a16="http://schemas.microsoft.com/office/drawing/2014/main" id="{AD527718-1918-43DD-BF87-B94E6C5E6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137"/>
              <a:ext cx="20" cy="7"/>
            </a:xfrm>
            <a:custGeom>
              <a:avLst/>
              <a:gdLst>
                <a:gd name="T0" fmla="*/ 0 w 11"/>
                <a:gd name="T1" fmla="*/ 12 h 4"/>
                <a:gd name="T2" fmla="*/ 65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4" y="4"/>
                    <a:pt x="8" y="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34" name="Freeform 2413">
              <a:extLst>
                <a:ext uri="{FF2B5EF4-FFF2-40B4-BE49-F238E27FC236}">
                  <a16:creationId xmlns:a16="http://schemas.microsoft.com/office/drawing/2014/main" id="{4330356C-EA14-4F46-B6B7-91F53DB37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180"/>
              <a:ext cx="11" cy="2"/>
            </a:xfrm>
            <a:custGeom>
              <a:avLst/>
              <a:gdLst>
                <a:gd name="T0" fmla="*/ 0 w 6"/>
                <a:gd name="T1" fmla="*/ 8 h 1"/>
                <a:gd name="T2" fmla="*/ 3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35" name="Freeform 2414">
              <a:extLst>
                <a:ext uri="{FF2B5EF4-FFF2-40B4-BE49-F238E27FC236}">
                  <a16:creationId xmlns:a16="http://schemas.microsoft.com/office/drawing/2014/main" id="{1840181D-911D-41E5-9992-C5BF9D451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143"/>
              <a:ext cx="6" cy="14"/>
            </a:xfrm>
            <a:custGeom>
              <a:avLst/>
              <a:gdLst>
                <a:gd name="T0" fmla="*/ 24 w 3"/>
                <a:gd name="T1" fmla="*/ 0 h 8"/>
                <a:gd name="T2" fmla="*/ 8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1"/>
                    <a:pt x="0" y="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36" name="Freeform 2415">
              <a:extLst>
                <a:ext uri="{FF2B5EF4-FFF2-40B4-BE49-F238E27FC236}">
                  <a16:creationId xmlns:a16="http://schemas.microsoft.com/office/drawing/2014/main" id="{52E9B0B4-12A0-4F42-8F9A-E8E57F7D5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221"/>
              <a:ext cx="23" cy="8"/>
            </a:xfrm>
            <a:custGeom>
              <a:avLst/>
              <a:gdLst>
                <a:gd name="T0" fmla="*/ 0 w 12"/>
                <a:gd name="T1" fmla="*/ 8 h 4"/>
                <a:gd name="T2" fmla="*/ 84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1"/>
                  </a:moveTo>
                  <a:cubicBezTo>
                    <a:pt x="4" y="4"/>
                    <a:pt x="9" y="0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37" name="Freeform 2416">
              <a:extLst>
                <a:ext uri="{FF2B5EF4-FFF2-40B4-BE49-F238E27FC236}">
                  <a16:creationId xmlns:a16="http://schemas.microsoft.com/office/drawing/2014/main" id="{2F4B86DA-599B-4A7F-BD1D-38435C72E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187"/>
              <a:ext cx="9" cy="6"/>
            </a:xfrm>
            <a:custGeom>
              <a:avLst/>
              <a:gdLst>
                <a:gd name="T0" fmla="*/ 0 w 5"/>
                <a:gd name="T1" fmla="*/ 24 h 3"/>
                <a:gd name="T2" fmla="*/ 29 w 5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38" name="Freeform 2417">
              <a:extLst>
                <a:ext uri="{FF2B5EF4-FFF2-40B4-BE49-F238E27FC236}">
                  <a16:creationId xmlns:a16="http://schemas.microsoft.com/office/drawing/2014/main" id="{87CB96CF-7C80-472A-ACB6-CE298E28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414"/>
              <a:ext cx="27" cy="11"/>
            </a:xfrm>
            <a:custGeom>
              <a:avLst/>
              <a:gdLst>
                <a:gd name="T0" fmla="*/ 0 w 14"/>
                <a:gd name="T1" fmla="*/ 13 h 6"/>
                <a:gd name="T2" fmla="*/ 10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2"/>
                  </a:moveTo>
                  <a:cubicBezTo>
                    <a:pt x="4" y="6"/>
                    <a:pt x="10" y="3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39" name="Freeform 2418">
              <a:extLst>
                <a:ext uri="{FF2B5EF4-FFF2-40B4-BE49-F238E27FC236}">
                  <a16:creationId xmlns:a16="http://schemas.microsoft.com/office/drawing/2014/main" id="{46465216-9561-4FB6-9CD3-AD2FD75D0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105"/>
              <a:ext cx="12" cy="8"/>
            </a:xfrm>
            <a:custGeom>
              <a:avLst/>
              <a:gdLst>
                <a:gd name="T0" fmla="*/ 0 w 6"/>
                <a:gd name="T1" fmla="*/ 8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3" y="0"/>
                    <a:pt x="6" y="2"/>
                    <a:pt x="6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40" name="Freeform 2419">
              <a:extLst>
                <a:ext uri="{FF2B5EF4-FFF2-40B4-BE49-F238E27FC236}">
                  <a16:creationId xmlns:a16="http://schemas.microsoft.com/office/drawing/2014/main" id="{A95FBAD1-5D04-4E98-82BB-FF2D54CC2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425"/>
              <a:ext cx="17" cy="53"/>
            </a:xfrm>
            <a:custGeom>
              <a:avLst/>
              <a:gdLst>
                <a:gd name="T0" fmla="*/ 21 w 9"/>
                <a:gd name="T1" fmla="*/ 0 h 28"/>
                <a:gd name="T2" fmla="*/ 60 w 9"/>
                <a:gd name="T3" fmla="*/ 161 h 28"/>
                <a:gd name="T4" fmla="*/ 0 w 9"/>
                <a:gd name="T5" fmla="*/ 18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3" y="0"/>
                  </a:moveTo>
                  <a:cubicBezTo>
                    <a:pt x="6" y="8"/>
                    <a:pt x="7" y="16"/>
                    <a:pt x="9" y="24"/>
                  </a:cubicBezTo>
                  <a:cubicBezTo>
                    <a:pt x="7" y="28"/>
                    <a:pt x="1" y="28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41" name="Freeform 2420">
              <a:extLst>
                <a:ext uri="{FF2B5EF4-FFF2-40B4-BE49-F238E27FC236}">
                  <a16:creationId xmlns:a16="http://schemas.microsoft.com/office/drawing/2014/main" id="{0CC48828-3977-4A88-8BB4-7F4801690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474"/>
              <a:ext cx="18" cy="58"/>
            </a:xfrm>
            <a:custGeom>
              <a:avLst/>
              <a:gdLst>
                <a:gd name="T0" fmla="*/ 29 w 10"/>
                <a:gd name="T1" fmla="*/ 0 h 31"/>
                <a:gd name="T2" fmla="*/ 41 w 10"/>
                <a:gd name="T3" fmla="*/ 45 h 31"/>
                <a:gd name="T4" fmla="*/ 58 w 10"/>
                <a:gd name="T5" fmla="*/ 125 h 31"/>
                <a:gd name="T6" fmla="*/ 52 w 10"/>
                <a:gd name="T7" fmla="*/ 172 h 31"/>
                <a:gd name="T8" fmla="*/ 0 w 10"/>
                <a:gd name="T9" fmla="*/ 19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1">
                  <a:moveTo>
                    <a:pt x="5" y="0"/>
                  </a:moveTo>
                  <a:cubicBezTo>
                    <a:pt x="7" y="1"/>
                    <a:pt x="7" y="5"/>
                    <a:pt x="7" y="7"/>
                  </a:cubicBezTo>
                  <a:cubicBezTo>
                    <a:pt x="8" y="11"/>
                    <a:pt x="9" y="15"/>
                    <a:pt x="10" y="19"/>
                  </a:cubicBezTo>
                  <a:cubicBezTo>
                    <a:pt x="10" y="22"/>
                    <a:pt x="10" y="24"/>
                    <a:pt x="9" y="26"/>
                  </a:cubicBezTo>
                  <a:cubicBezTo>
                    <a:pt x="8" y="28"/>
                    <a:pt x="2" y="31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42" name="Freeform 2421">
              <a:extLst>
                <a:ext uri="{FF2B5EF4-FFF2-40B4-BE49-F238E27FC236}">
                  <a16:creationId xmlns:a16="http://schemas.microsoft.com/office/drawing/2014/main" id="{CD4A7FEE-E032-4F24-BFE4-7B9A9BFEB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522"/>
              <a:ext cx="15" cy="49"/>
            </a:xfrm>
            <a:custGeom>
              <a:avLst/>
              <a:gdLst>
                <a:gd name="T0" fmla="*/ 28 w 8"/>
                <a:gd name="T1" fmla="*/ 0 h 26"/>
                <a:gd name="T2" fmla="*/ 45 w 8"/>
                <a:gd name="T3" fmla="*/ 128 h 26"/>
                <a:gd name="T4" fmla="*/ 45 w 8"/>
                <a:gd name="T5" fmla="*/ 160 h 26"/>
                <a:gd name="T6" fmla="*/ 0 w 8"/>
                <a:gd name="T7" fmla="*/ 173 h 26"/>
                <a:gd name="T8" fmla="*/ 0 w 8"/>
                <a:gd name="T9" fmla="*/ 16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6">
                  <a:moveTo>
                    <a:pt x="4" y="0"/>
                  </a:moveTo>
                  <a:cubicBezTo>
                    <a:pt x="6" y="7"/>
                    <a:pt x="7" y="12"/>
                    <a:pt x="7" y="19"/>
                  </a:cubicBezTo>
                  <a:cubicBezTo>
                    <a:pt x="7" y="20"/>
                    <a:pt x="8" y="23"/>
                    <a:pt x="7" y="24"/>
                  </a:cubicBezTo>
                  <a:cubicBezTo>
                    <a:pt x="6" y="25"/>
                    <a:pt x="2" y="26"/>
                    <a:pt x="0" y="26"/>
                  </a:cubicBezTo>
                  <a:cubicBezTo>
                    <a:pt x="0" y="25"/>
                    <a:pt x="0" y="25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43" name="Freeform 2422">
              <a:extLst>
                <a:ext uri="{FF2B5EF4-FFF2-40B4-BE49-F238E27FC236}">
                  <a16:creationId xmlns:a16="http://schemas.microsoft.com/office/drawing/2014/main" id="{189BB425-D498-4BBE-810F-5F8AC73B5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569"/>
              <a:ext cx="20" cy="43"/>
            </a:xfrm>
            <a:custGeom>
              <a:avLst/>
              <a:gdLst>
                <a:gd name="T0" fmla="*/ 36 w 11"/>
                <a:gd name="T1" fmla="*/ 0 h 23"/>
                <a:gd name="T2" fmla="*/ 60 w 11"/>
                <a:gd name="T3" fmla="*/ 120 h 23"/>
                <a:gd name="T4" fmla="*/ 53 w 11"/>
                <a:gd name="T5" fmla="*/ 136 h 23"/>
                <a:gd name="T6" fmla="*/ 0 w 11"/>
                <a:gd name="T7" fmla="*/ 1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6" y="0"/>
                  </a:moveTo>
                  <a:cubicBezTo>
                    <a:pt x="6" y="6"/>
                    <a:pt x="9" y="12"/>
                    <a:pt x="10" y="18"/>
                  </a:cubicBezTo>
                  <a:cubicBezTo>
                    <a:pt x="10" y="20"/>
                    <a:pt x="11" y="20"/>
                    <a:pt x="9" y="21"/>
                  </a:cubicBezTo>
                  <a:cubicBezTo>
                    <a:pt x="9" y="22"/>
                    <a:pt x="2" y="23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44" name="Freeform 2423">
              <a:extLst>
                <a:ext uri="{FF2B5EF4-FFF2-40B4-BE49-F238E27FC236}">
                  <a16:creationId xmlns:a16="http://schemas.microsoft.com/office/drawing/2014/main" id="{4B29F02F-3A31-4F78-BBC8-A9B3ED830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610"/>
              <a:ext cx="21" cy="47"/>
            </a:xfrm>
            <a:custGeom>
              <a:avLst/>
              <a:gdLst>
                <a:gd name="T0" fmla="*/ 36 w 11"/>
                <a:gd name="T1" fmla="*/ 0 h 25"/>
                <a:gd name="T2" fmla="*/ 61 w 11"/>
                <a:gd name="T3" fmla="*/ 120 h 25"/>
                <a:gd name="T4" fmla="*/ 0 w 11"/>
                <a:gd name="T5" fmla="*/ 14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7" y="5"/>
                    <a:pt x="11" y="12"/>
                    <a:pt x="9" y="18"/>
                  </a:cubicBezTo>
                  <a:cubicBezTo>
                    <a:pt x="9" y="21"/>
                    <a:pt x="1" y="25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45" name="Freeform 2424">
              <a:extLst>
                <a:ext uri="{FF2B5EF4-FFF2-40B4-BE49-F238E27FC236}">
                  <a16:creationId xmlns:a16="http://schemas.microsoft.com/office/drawing/2014/main" id="{4D3911FE-D6F4-473A-BE02-E01AD35BB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436"/>
              <a:ext cx="23" cy="40"/>
            </a:xfrm>
            <a:custGeom>
              <a:avLst/>
              <a:gdLst>
                <a:gd name="T0" fmla="*/ 69 w 12"/>
                <a:gd name="T1" fmla="*/ 15 h 21"/>
                <a:gd name="T2" fmla="*/ 77 w 12"/>
                <a:gd name="T3" fmla="*/ 105 h 21"/>
                <a:gd name="T4" fmla="*/ 48 w 12"/>
                <a:gd name="T5" fmla="*/ 137 h 21"/>
                <a:gd name="T6" fmla="*/ 0 w 12"/>
                <a:gd name="T7" fmla="*/ 84 h 21"/>
                <a:gd name="T8" fmla="*/ 8 w 1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10" y="2"/>
                  </a:moveTo>
                  <a:cubicBezTo>
                    <a:pt x="10" y="6"/>
                    <a:pt x="11" y="10"/>
                    <a:pt x="11" y="15"/>
                  </a:cubicBezTo>
                  <a:cubicBezTo>
                    <a:pt x="12" y="19"/>
                    <a:pt x="11" y="21"/>
                    <a:pt x="7" y="20"/>
                  </a:cubicBezTo>
                  <a:cubicBezTo>
                    <a:pt x="1" y="20"/>
                    <a:pt x="1" y="18"/>
                    <a:pt x="0" y="12"/>
                  </a:cubicBezTo>
                  <a:cubicBezTo>
                    <a:pt x="0" y="9"/>
                    <a:pt x="2" y="3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46" name="Freeform 2425">
              <a:extLst>
                <a:ext uri="{FF2B5EF4-FFF2-40B4-BE49-F238E27FC236}">
                  <a16:creationId xmlns:a16="http://schemas.microsoft.com/office/drawing/2014/main" id="{0B2DDEB7-734D-4345-8A80-05ECAB9DE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463"/>
              <a:ext cx="18" cy="1"/>
            </a:xfrm>
            <a:custGeom>
              <a:avLst/>
              <a:gdLst>
                <a:gd name="T0" fmla="*/ 0 w 10"/>
                <a:gd name="T1" fmla="*/ 1 h 1"/>
                <a:gd name="T2" fmla="*/ 58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4" y="1"/>
                    <a:pt x="6" y="1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47" name="Freeform 2426">
              <a:extLst>
                <a:ext uri="{FF2B5EF4-FFF2-40B4-BE49-F238E27FC236}">
                  <a16:creationId xmlns:a16="http://schemas.microsoft.com/office/drawing/2014/main" id="{84293635-9724-4042-9478-D9219A956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472"/>
              <a:ext cx="21" cy="28"/>
            </a:xfrm>
            <a:custGeom>
              <a:avLst/>
              <a:gdLst>
                <a:gd name="T0" fmla="*/ 55 w 11"/>
                <a:gd name="T1" fmla="*/ 0 h 15"/>
                <a:gd name="T2" fmla="*/ 55 w 11"/>
                <a:gd name="T3" fmla="*/ 77 h 15"/>
                <a:gd name="T4" fmla="*/ 0 w 11"/>
                <a:gd name="T5" fmla="*/ 9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8" y="0"/>
                  </a:moveTo>
                  <a:cubicBezTo>
                    <a:pt x="8" y="4"/>
                    <a:pt x="11" y="9"/>
                    <a:pt x="8" y="12"/>
                  </a:cubicBezTo>
                  <a:cubicBezTo>
                    <a:pt x="7" y="14"/>
                    <a:pt x="2" y="15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48" name="Freeform 2427">
              <a:extLst>
                <a:ext uri="{FF2B5EF4-FFF2-40B4-BE49-F238E27FC236}">
                  <a16:creationId xmlns:a16="http://schemas.microsoft.com/office/drawing/2014/main" id="{03CD6CCC-B7D7-4215-9862-8BCBE7B2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493"/>
              <a:ext cx="20" cy="16"/>
            </a:xfrm>
            <a:custGeom>
              <a:avLst/>
              <a:gdLst>
                <a:gd name="T0" fmla="*/ 0 w 11"/>
                <a:gd name="T1" fmla="*/ 0 h 9"/>
                <a:gd name="T2" fmla="*/ 24 w 11"/>
                <a:gd name="T3" fmla="*/ 44 h 9"/>
                <a:gd name="T4" fmla="*/ 65 w 11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1" y="4"/>
                    <a:pt x="0" y="8"/>
                    <a:pt x="4" y="8"/>
                  </a:cubicBezTo>
                  <a:cubicBezTo>
                    <a:pt x="6" y="9"/>
                    <a:pt x="9" y="8"/>
                    <a:pt x="11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49" name="Freeform 2428">
              <a:extLst>
                <a:ext uri="{FF2B5EF4-FFF2-40B4-BE49-F238E27FC236}">
                  <a16:creationId xmlns:a16="http://schemas.microsoft.com/office/drawing/2014/main" id="{33113451-E8A9-42AC-9B7D-AB93EE233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509"/>
              <a:ext cx="19" cy="40"/>
            </a:xfrm>
            <a:custGeom>
              <a:avLst/>
              <a:gdLst>
                <a:gd name="T0" fmla="*/ 0 w 10"/>
                <a:gd name="T1" fmla="*/ 0 h 21"/>
                <a:gd name="T2" fmla="*/ 21 w 10"/>
                <a:gd name="T3" fmla="*/ 116 h 21"/>
                <a:gd name="T4" fmla="*/ 68 w 10"/>
                <a:gd name="T5" fmla="*/ 13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2" y="5"/>
                    <a:pt x="1" y="11"/>
                    <a:pt x="3" y="17"/>
                  </a:cubicBezTo>
                  <a:cubicBezTo>
                    <a:pt x="4" y="21"/>
                    <a:pt x="6" y="20"/>
                    <a:pt x="10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50" name="Freeform 2429">
              <a:extLst>
                <a:ext uri="{FF2B5EF4-FFF2-40B4-BE49-F238E27FC236}">
                  <a16:creationId xmlns:a16="http://schemas.microsoft.com/office/drawing/2014/main" id="{FFA47763-E5C3-48C4-96A1-81FAE8BB9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547"/>
              <a:ext cx="26" cy="45"/>
            </a:xfrm>
            <a:custGeom>
              <a:avLst/>
              <a:gdLst>
                <a:gd name="T0" fmla="*/ 20 w 14"/>
                <a:gd name="T1" fmla="*/ 0 h 24"/>
                <a:gd name="T2" fmla="*/ 13 w 14"/>
                <a:gd name="T3" fmla="*/ 105 h 24"/>
                <a:gd name="T4" fmla="*/ 59 w 14"/>
                <a:gd name="T5" fmla="*/ 133 h 24"/>
                <a:gd name="T6" fmla="*/ 59 w 14"/>
                <a:gd name="T7" fmla="*/ 1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3" y="0"/>
                  </a:moveTo>
                  <a:cubicBezTo>
                    <a:pt x="0" y="4"/>
                    <a:pt x="1" y="12"/>
                    <a:pt x="2" y="16"/>
                  </a:cubicBezTo>
                  <a:cubicBezTo>
                    <a:pt x="3" y="21"/>
                    <a:pt x="4" y="24"/>
                    <a:pt x="9" y="20"/>
                  </a:cubicBezTo>
                  <a:cubicBezTo>
                    <a:pt x="14" y="16"/>
                    <a:pt x="10" y="7"/>
                    <a:pt x="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51" name="Freeform 2430">
              <a:extLst>
                <a:ext uri="{FF2B5EF4-FFF2-40B4-BE49-F238E27FC236}">
                  <a16:creationId xmlns:a16="http://schemas.microsoft.com/office/drawing/2014/main" id="{C3FDF277-F352-4542-8D9A-3A8B498C7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507"/>
              <a:ext cx="9" cy="38"/>
            </a:xfrm>
            <a:custGeom>
              <a:avLst/>
              <a:gdLst>
                <a:gd name="T0" fmla="*/ 13 w 5"/>
                <a:gd name="T1" fmla="*/ 0 h 20"/>
                <a:gd name="T2" fmla="*/ 29 w 5"/>
                <a:gd name="T3" fmla="*/ 1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2" y="0"/>
                  </a:moveTo>
                  <a:cubicBezTo>
                    <a:pt x="4" y="5"/>
                    <a:pt x="0" y="15"/>
                    <a:pt x="5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52" name="Freeform 2431">
              <a:extLst>
                <a:ext uri="{FF2B5EF4-FFF2-40B4-BE49-F238E27FC236}">
                  <a16:creationId xmlns:a16="http://schemas.microsoft.com/office/drawing/2014/main" id="{88505ACE-69D6-4296-A24A-E358DC943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474"/>
              <a:ext cx="7" cy="32"/>
            </a:xfrm>
            <a:custGeom>
              <a:avLst/>
              <a:gdLst>
                <a:gd name="T0" fmla="*/ 0 w 4"/>
                <a:gd name="T1" fmla="*/ 0 h 17"/>
                <a:gd name="T2" fmla="*/ 21 w 4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0" y="6"/>
                    <a:pt x="2" y="12"/>
                    <a:pt x="4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53" name="Freeform 2432">
              <a:extLst>
                <a:ext uri="{FF2B5EF4-FFF2-40B4-BE49-F238E27FC236}">
                  <a16:creationId xmlns:a16="http://schemas.microsoft.com/office/drawing/2014/main" id="{3877A50C-3349-43F7-8208-EDEF2A4FC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530"/>
              <a:ext cx="22" cy="13"/>
            </a:xfrm>
            <a:custGeom>
              <a:avLst/>
              <a:gdLst>
                <a:gd name="T0" fmla="*/ 0 w 12"/>
                <a:gd name="T1" fmla="*/ 20 h 7"/>
                <a:gd name="T2" fmla="*/ 73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1" y="7"/>
                    <a:pt x="9" y="1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54" name="Freeform 2433">
              <a:extLst>
                <a:ext uri="{FF2B5EF4-FFF2-40B4-BE49-F238E27FC236}">
                  <a16:creationId xmlns:a16="http://schemas.microsoft.com/office/drawing/2014/main" id="{85690545-FB8F-474D-A659-B28909FBD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507"/>
              <a:ext cx="5" cy="23"/>
            </a:xfrm>
            <a:custGeom>
              <a:avLst/>
              <a:gdLst>
                <a:gd name="T0" fmla="*/ 0 w 3"/>
                <a:gd name="T1" fmla="*/ 0 h 12"/>
                <a:gd name="T2" fmla="*/ 13 w 3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0" y="4"/>
                    <a:pt x="2" y="8"/>
                    <a:pt x="3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55" name="Freeform 2434">
              <a:extLst>
                <a:ext uri="{FF2B5EF4-FFF2-40B4-BE49-F238E27FC236}">
                  <a16:creationId xmlns:a16="http://schemas.microsoft.com/office/drawing/2014/main" id="{7C36DB85-3C00-4D38-8DE6-1E2B4EDED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567"/>
              <a:ext cx="24" cy="8"/>
            </a:xfrm>
            <a:custGeom>
              <a:avLst/>
              <a:gdLst>
                <a:gd name="T0" fmla="*/ 0 w 13"/>
                <a:gd name="T1" fmla="*/ 32 h 4"/>
                <a:gd name="T2" fmla="*/ 81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5" y="4"/>
                    <a:pt x="9" y="2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56" name="Freeform 2435">
              <a:extLst>
                <a:ext uri="{FF2B5EF4-FFF2-40B4-BE49-F238E27FC236}">
                  <a16:creationId xmlns:a16="http://schemas.microsoft.com/office/drawing/2014/main" id="{9D527A4A-BCC5-402C-A65A-C86819943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537"/>
              <a:ext cx="9" cy="15"/>
            </a:xfrm>
            <a:custGeom>
              <a:avLst/>
              <a:gdLst>
                <a:gd name="T0" fmla="*/ 29 w 5"/>
                <a:gd name="T1" fmla="*/ 0 h 8"/>
                <a:gd name="T2" fmla="*/ 7 w 5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1"/>
                    <a:pt x="0" y="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57" name="Freeform 2436">
              <a:extLst>
                <a:ext uri="{FF2B5EF4-FFF2-40B4-BE49-F238E27FC236}">
                  <a16:creationId xmlns:a16="http://schemas.microsoft.com/office/drawing/2014/main" id="{AAC2222F-A0DB-4629-B60E-68E31C75B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588"/>
              <a:ext cx="23" cy="32"/>
            </a:xfrm>
            <a:custGeom>
              <a:avLst/>
              <a:gdLst>
                <a:gd name="T0" fmla="*/ 0 w 12"/>
                <a:gd name="T1" fmla="*/ 113 h 17"/>
                <a:gd name="T2" fmla="*/ 84 w 12"/>
                <a:gd name="T3" fmla="*/ 68 h 17"/>
                <a:gd name="T4" fmla="*/ 77 w 1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4" y="16"/>
                    <a:pt x="12" y="15"/>
                    <a:pt x="12" y="10"/>
                  </a:cubicBezTo>
                  <a:cubicBezTo>
                    <a:pt x="12" y="7"/>
                    <a:pt x="10" y="3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58" name="Freeform 2437">
              <a:extLst>
                <a:ext uri="{FF2B5EF4-FFF2-40B4-BE49-F238E27FC236}">
                  <a16:creationId xmlns:a16="http://schemas.microsoft.com/office/drawing/2014/main" id="{7C35F9E0-B1C2-4A17-B6DD-F816E2FF3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607"/>
              <a:ext cx="4" cy="11"/>
            </a:xfrm>
            <a:custGeom>
              <a:avLst/>
              <a:gdLst>
                <a:gd name="T0" fmla="*/ 8 w 2"/>
                <a:gd name="T1" fmla="*/ 0 h 6"/>
                <a:gd name="T2" fmla="*/ 16 w 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59" name="Freeform 2438">
              <a:extLst>
                <a:ext uri="{FF2B5EF4-FFF2-40B4-BE49-F238E27FC236}">
                  <a16:creationId xmlns:a16="http://schemas.microsoft.com/office/drawing/2014/main" id="{6938A3B9-931F-4BDB-B70C-F0F333914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478"/>
              <a:ext cx="12" cy="9"/>
            </a:xfrm>
            <a:custGeom>
              <a:avLst/>
              <a:gdLst>
                <a:gd name="T0" fmla="*/ 0 w 6"/>
                <a:gd name="T1" fmla="*/ 0 h 5"/>
                <a:gd name="T2" fmla="*/ 32 w 6"/>
                <a:gd name="T3" fmla="*/ 7 h 5"/>
                <a:gd name="T4" fmla="*/ 48 w 6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2"/>
                    <a:pt x="6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60" name="Freeform 2439">
              <a:extLst>
                <a:ext uri="{FF2B5EF4-FFF2-40B4-BE49-F238E27FC236}">
                  <a16:creationId xmlns:a16="http://schemas.microsoft.com/office/drawing/2014/main" id="{B1BAE41D-B97A-4160-BCB7-F142383ED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612"/>
              <a:ext cx="18" cy="8"/>
            </a:xfrm>
            <a:custGeom>
              <a:avLst/>
              <a:gdLst>
                <a:gd name="T0" fmla="*/ 0 w 10"/>
                <a:gd name="T1" fmla="*/ 0 h 4"/>
                <a:gd name="T2" fmla="*/ 29 w 10"/>
                <a:gd name="T3" fmla="*/ 32 h 4"/>
                <a:gd name="T4" fmla="*/ 58 w 10"/>
                <a:gd name="T5" fmla="*/ 2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1" y="3"/>
                    <a:pt x="1" y="4"/>
                    <a:pt x="5" y="4"/>
                  </a:cubicBezTo>
                  <a:cubicBezTo>
                    <a:pt x="7" y="4"/>
                    <a:pt x="8" y="3"/>
                    <a:pt x="1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61" name="Freeform 2440">
              <a:extLst>
                <a:ext uri="{FF2B5EF4-FFF2-40B4-BE49-F238E27FC236}">
                  <a16:creationId xmlns:a16="http://schemas.microsoft.com/office/drawing/2014/main" id="{31A24507-63DA-49FB-9793-31FC59F25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579"/>
              <a:ext cx="19" cy="76"/>
            </a:xfrm>
            <a:custGeom>
              <a:avLst/>
              <a:gdLst>
                <a:gd name="T0" fmla="*/ 8 w 10"/>
                <a:gd name="T1" fmla="*/ 148 h 41"/>
                <a:gd name="T2" fmla="*/ 21 w 10"/>
                <a:gd name="T3" fmla="*/ 254 h 41"/>
                <a:gd name="T4" fmla="*/ 68 w 10"/>
                <a:gd name="T5" fmla="*/ 247 h 41"/>
                <a:gd name="T6" fmla="*/ 55 w 10"/>
                <a:gd name="T7" fmla="*/ 128 h 41"/>
                <a:gd name="T8" fmla="*/ 40 w 10"/>
                <a:gd name="T9" fmla="*/ 44 h 41"/>
                <a:gd name="T10" fmla="*/ 40 w 10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1">
                  <a:moveTo>
                    <a:pt x="1" y="23"/>
                  </a:moveTo>
                  <a:cubicBezTo>
                    <a:pt x="0" y="25"/>
                    <a:pt x="1" y="38"/>
                    <a:pt x="3" y="40"/>
                  </a:cubicBezTo>
                  <a:cubicBezTo>
                    <a:pt x="5" y="41"/>
                    <a:pt x="9" y="40"/>
                    <a:pt x="10" y="39"/>
                  </a:cubicBezTo>
                  <a:cubicBezTo>
                    <a:pt x="8" y="33"/>
                    <a:pt x="10" y="26"/>
                    <a:pt x="8" y="20"/>
                  </a:cubicBezTo>
                  <a:cubicBezTo>
                    <a:pt x="7" y="15"/>
                    <a:pt x="6" y="12"/>
                    <a:pt x="6" y="7"/>
                  </a:cubicBezTo>
                  <a:cubicBezTo>
                    <a:pt x="6" y="5"/>
                    <a:pt x="5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62" name="Freeform 2441">
              <a:extLst>
                <a:ext uri="{FF2B5EF4-FFF2-40B4-BE49-F238E27FC236}">
                  <a16:creationId xmlns:a16="http://schemas.microsoft.com/office/drawing/2014/main" id="{CD4633E9-F804-4A05-94D9-6BD1C9F9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655"/>
              <a:ext cx="26" cy="45"/>
            </a:xfrm>
            <a:custGeom>
              <a:avLst/>
              <a:gdLst>
                <a:gd name="T0" fmla="*/ 13 w 14"/>
                <a:gd name="T1" fmla="*/ 0 h 24"/>
                <a:gd name="T2" fmla="*/ 7 w 14"/>
                <a:gd name="T3" fmla="*/ 39 h 24"/>
                <a:gd name="T4" fmla="*/ 13 w 14"/>
                <a:gd name="T5" fmla="*/ 113 h 24"/>
                <a:gd name="T6" fmla="*/ 69 w 14"/>
                <a:gd name="T7" fmla="*/ 137 h 24"/>
                <a:gd name="T8" fmla="*/ 76 w 14"/>
                <a:gd name="T9" fmla="*/ 68 h 24"/>
                <a:gd name="T10" fmla="*/ 52 w 14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4">
                  <a:moveTo>
                    <a:pt x="2" y="0"/>
                  </a:moveTo>
                  <a:cubicBezTo>
                    <a:pt x="0" y="1"/>
                    <a:pt x="1" y="4"/>
                    <a:pt x="1" y="6"/>
                  </a:cubicBezTo>
                  <a:cubicBezTo>
                    <a:pt x="2" y="10"/>
                    <a:pt x="2" y="13"/>
                    <a:pt x="2" y="17"/>
                  </a:cubicBezTo>
                  <a:cubicBezTo>
                    <a:pt x="3" y="20"/>
                    <a:pt x="7" y="24"/>
                    <a:pt x="11" y="21"/>
                  </a:cubicBezTo>
                  <a:cubicBezTo>
                    <a:pt x="14" y="19"/>
                    <a:pt x="12" y="14"/>
                    <a:pt x="12" y="10"/>
                  </a:cubicBezTo>
                  <a:cubicBezTo>
                    <a:pt x="12" y="7"/>
                    <a:pt x="10" y="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63" name="Freeform 2442">
              <a:extLst>
                <a:ext uri="{FF2B5EF4-FFF2-40B4-BE49-F238E27FC236}">
                  <a16:creationId xmlns:a16="http://schemas.microsoft.com/office/drawing/2014/main" id="{46C7090F-56F1-4033-AEE2-6BE4AAAA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693"/>
              <a:ext cx="28" cy="41"/>
            </a:xfrm>
            <a:custGeom>
              <a:avLst/>
              <a:gdLst>
                <a:gd name="T0" fmla="*/ 7 w 15"/>
                <a:gd name="T1" fmla="*/ 0 h 22"/>
                <a:gd name="T2" fmla="*/ 24 w 15"/>
                <a:gd name="T3" fmla="*/ 136 h 22"/>
                <a:gd name="T4" fmla="*/ 91 w 15"/>
                <a:gd name="T5" fmla="*/ 89 h 22"/>
                <a:gd name="T6" fmla="*/ 77 w 15"/>
                <a:gd name="T7" fmla="*/ 60 h 22"/>
                <a:gd name="T8" fmla="*/ 65 w 1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1" y="0"/>
                  </a:moveTo>
                  <a:cubicBezTo>
                    <a:pt x="0" y="7"/>
                    <a:pt x="2" y="15"/>
                    <a:pt x="4" y="21"/>
                  </a:cubicBezTo>
                  <a:cubicBezTo>
                    <a:pt x="8" y="18"/>
                    <a:pt x="15" y="22"/>
                    <a:pt x="14" y="14"/>
                  </a:cubicBezTo>
                  <a:cubicBezTo>
                    <a:pt x="14" y="12"/>
                    <a:pt x="13" y="11"/>
                    <a:pt x="12" y="9"/>
                  </a:cubicBezTo>
                  <a:cubicBezTo>
                    <a:pt x="11" y="6"/>
                    <a:pt x="11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64" name="Freeform 2443">
              <a:extLst>
                <a:ext uri="{FF2B5EF4-FFF2-40B4-BE49-F238E27FC236}">
                  <a16:creationId xmlns:a16="http://schemas.microsoft.com/office/drawing/2014/main" id="{30FEB489-5C3B-487F-A3EF-F83D1889A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646"/>
              <a:ext cx="20" cy="49"/>
            </a:xfrm>
            <a:custGeom>
              <a:avLst/>
              <a:gdLst>
                <a:gd name="T0" fmla="*/ 36 w 11"/>
                <a:gd name="T1" fmla="*/ 0 h 26"/>
                <a:gd name="T2" fmla="*/ 53 w 11"/>
                <a:gd name="T3" fmla="*/ 75 h 26"/>
                <a:gd name="T4" fmla="*/ 60 w 11"/>
                <a:gd name="T5" fmla="*/ 145 h 26"/>
                <a:gd name="T6" fmla="*/ 0 w 11"/>
                <a:gd name="T7" fmla="*/ 16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6" y="0"/>
                  </a:moveTo>
                  <a:cubicBezTo>
                    <a:pt x="7" y="4"/>
                    <a:pt x="8" y="7"/>
                    <a:pt x="9" y="11"/>
                  </a:cubicBezTo>
                  <a:cubicBezTo>
                    <a:pt x="9" y="13"/>
                    <a:pt x="11" y="20"/>
                    <a:pt x="10" y="22"/>
                  </a:cubicBezTo>
                  <a:cubicBezTo>
                    <a:pt x="9" y="24"/>
                    <a:pt x="2" y="26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65" name="Freeform 2444">
              <a:extLst>
                <a:ext uri="{FF2B5EF4-FFF2-40B4-BE49-F238E27FC236}">
                  <a16:creationId xmlns:a16="http://schemas.microsoft.com/office/drawing/2014/main" id="{4D896520-125C-4C6E-869A-2D410022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655"/>
              <a:ext cx="24" cy="10"/>
            </a:xfrm>
            <a:custGeom>
              <a:avLst/>
              <a:gdLst>
                <a:gd name="T0" fmla="*/ 0 w 13"/>
                <a:gd name="T1" fmla="*/ 24 h 5"/>
                <a:gd name="T2" fmla="*/ 81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3"/>
                  </a:moveTo>
                  <a:cubicBezTo>
                    <a:pt x="4" y="5"/>
                    <a:pt x="10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66" name="Freeform 2445">
              <a:extLst>
                <a:ext uri="{FF2B5EF4-FFF2-40B4-BE49-F238E27FC236}">
                  <a16:creationId xmlns:a16="http://schemas.microsoft.com/office/drawing/2014/main" id="{940C8ED1-4234-4D08-B779-0F77F62E4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616"/>
              <a:ext cx="7" cy="19"/>
            </a:xfrm>
            <a:custGeom>
              <a:avLst/>
              <a:gdLst>
                <a:gd name="T0" fmla="*/ 0 w 4"/>
                <a:gd name="T1" fmla="*/ 68 h 10"/>
                <a:gd name="T2" fmla="*/ 21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0" y="6"/>
                    <a:pt x="1" y="3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67" name="Freeform 2446">
              <a:extLst>
                <a:ext uri="{FF2B5EF4-FFF2-40B4-BE49-F238E27FC236}">
                  <a16:creationId xmlns:a16="http://schemas.microsoft.com/office/drawing/2014/main" id="{03C226B6-1ECD-443D-ABC2-75BB04D1A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683"/>
              <a:ext cx="21" cy="38"/>
            </a:xfrm>
            <a:custGeom>
              <a:avLst/>
              <a:gdLst>
                <a:gd name="T0" fmla="*/ 55 w 11"/>
                <a:gd name="T1" fmla="*/ 0 h 20"/>
                <a:gd name="T2" fmla="*/ 69 w 11"/>
                <a:gd name="T3" fmla="*/ 55 h 20"/>
                <a:gd name="T4" fmla="*/ 76 w 11"/>
                <a:gd name="T5" fmla="*/ 105 h 20"/>
                <a:gd name="T6" fmla="*/ 0 w 11"/>
                <a:gd name="T7" fmla="*/ 12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8" y="0"/>
                  </a:moveTo>
                  <a:cubicBezTo>
                    <a:pt x="9" y="3"/>
                    <a:pt x="9" y="5"/>
                    <a:pt x="10" y="8"/>
                  </a:cubicBezTo>
                  <a:cubicBezTo>
                    <a:pt x="10" y="10"/>
                    <a:pt x="11" y="14"/>
                    <a:pt x="11" y="15"/>
                  </a:cubicBezTo>
                  <a:cubicBezTo>
                    <a:pt x="10" y="19"/>
                    <a:pt x="2" y="20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68" name="Freeform 2447">
              <a:extLst>
                <a:ext uri="{FF2B5EF4-FFF2-40B4-BE49-F238E27FC236}">
                  <a16:creationId xmlns:a16="http://schemas.microsoft.com/office/drawing/2014/main" id="{2D4DAF52-614D-485F-9AE4-B8E44D955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710"/>
              <a:ext cx="24" cy="45"/>
            </a:xfrm>
            <a:custGeom>
              <a:avLst/>
              <a:gdLst>
                <a:gd name="T0" fmla="*/ 37 w 13"/>
                <a:gd name="T1" fmla="*/ 15 h 24"/>
                <a:gd name="T2" fmla="*/ 61 w 13"/>
                <a:gd name="T3" fmla="*/ 60 h 24"/>
                <a:gd name="T4" fmla="*/ 76 w 13"/>
                <a:gd name="T5" fmla="*/ 137 h 24"/>
                <a:gd name="T6" fmla="*/ 0 w 13"/>
                <a:gd name="T7" fmla="*/ 15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6" y="2"/>
                  </a:moveTo>
                  <a:cubicBezTo>
                    <a:pt x="9" y="0"/>
                    <a:pt x="9" y="8"/>
                    <a:pt x="10" y="9"/>
                  </a:cubicBezTo>
                  <a:cubicBezTo>
                    <a:pt x="10" y="12"/>
                    <a:pt x="13" y="18"/>
                    <a:pt x="12" y="21"/>
                  </a:cubicBezTo>
                  <a:cubicBezTo>
                    <a:pt x="10" y="24"/>
                    <a:pt x="3" y="23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69" name="Freeform 2448">
              <a:extLst>
                <a:ext uri="{FF2B5EF4-FFF2-40B4-BE49-F238E27FC236}">
                  <a16:creationId xmlns:a16="http://schemas.microsoft.com/office/drawing/2014/main" id="{98F5BBF6-65A2-412C-B74F-5A0018B3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751"/>
              <a:ext cx="17" cy="37"/>
            </a:xfrm>
            <a:custGeom>
              <a:avLst/>
              <a:gdLst>
                <a:gd name="T0" fmla="*/ 40 w 9"/>
                <a:gd name="T1" fmla="*/ 0 h 20"/>
                <a:gd name="T2" fmla="*/ 47 w 9"/>
                <a:gd name="T3" fmla="*/ 65 h 20"/>
                <a:gd name="T4" fmla="*/ 53 w 9"/>
                <a:gd name="T5" fmla="*/ 105 h 20"/>
                <a:gd name="T6" fmla="*/ 0 w 9"/>
                <a:gd name="T7" fmla="*/ 1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">
                  <a:moveTo>
                    <a:pt x="6" y="0"/>
                  </a:moveTo>
                  <a:cubicBezTo>
                    <a:pt x="6" y="4"/>
                    <a:pt x="7" y="7"/>
                    <a:pt x="7" y="10"/>
                  </a:cubicBezTo>
                  <a:cubicBezTo>
                    <a:pt x="8" y="11"/>
                    <a:pt x="9" y="16"/>
                    <a:pt x="8" y="17"/>
                  </a:cubicBezTo>
                  <a:cubicBezTo>
                    <a:pt x="7" y="19"/>
                    <a:pt x="2" y="20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70" name="Freeform 2449">
              <a:extLst>
                <a:ext uri="{FF2B5EF4-FFF2-40B4-BE49-F238E27FC236}">
                  <a16:creationId xmlns:a16="http://schemas.microsoft.com/office/drawing/2014/main" id="{74FB5D39-DF4A-4B20-8725-6031CEF73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829"/>
              <a:ext cx="20" cy="49"/>
            </a:xfrm>
            <a:custGeom>
              <a:avLst/>
              <a:gdLst>
                <a:gd name="T0" fmla="*/ 49 w 11"/>
                <a:gd name="T1" fmla="*/ 0 h 26"/>
                <a:gd name="T2" fmla="*/ 60 w 11"/>
                <a:gd name="T3" fmla="*/ 113 h 26"/>
                <a:gd name="T4" fmla="*/ 60 w 11"/>
                <a:gd name="T5" fmla="*/ 160 h 26"/>
                <a:gd name="T6" fmla="*/ 0 w 11"/>
                <a:gd name="T7" fmla="*/ 17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8" y="0"/>
                  </a:moveTo>
                  <a:cubicBezTo>
                    <a:pt x="9" y="5"/>
                    <a:pt x="9" y="12"/>
                    <a:pt x="10" y="17"/>
                  </a:cubicBezTo>
                  <a:cubicBezTo>
                    <a:pt x="10" y="19"/>
                    <a:pt x="11" y="22"/>
                    <a:pt x="10" y="24"/>
                  </a:cubicBezTo>
                  <a:cubicBezTo>
                    <a:pt x="9" y="26"/>
                    <a:pt x="2" y="26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71" name="Freeform 2450">
              <a:extLst>
                <a:ext uri="{FF2B5EF4-FFF2-40B4-BE49-F238E27FC236}">
                  <a16:creationId xmlns:a16="http://schemas.microsoft.com/office/drawing/2014/main" id="{2C8DDAC4-E026-4136-8E55-DB93B97D0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736"/>
              <a:ext cx="29" cy="30"/>
            </a:xfrm>
            <a:custGeom>
              <a:avLst/>
              <a:gdLst>
                <a:gd name="T0" fmla="*/ 13 w 16"/>
                <a:gd name="T1" fmla="*/ 0 h 16"/>
                <a:gd name="T2" fmla="*/ 0 w 16"/>
                <a:gd name="T3" fmla="*/ 15 h 16"/>
                <a:gd name="T4" fmla="*/ 13 w 16"/>
                <a:gd name="T5" fmla="*/ 73 h 16"/>
                <a:gd name="T6" fmla="*/ 96 w 16"/>
                <a:gd name="T7" fmla="*/ 8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2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10"/>
                    <a:pt x="2" y="11"/>
                  </a:cubicBezTo>
                  <a:cubicBezTo>
                    <a:pt x="3" y="15"/>
                    <a:pt x="13" y="16"/>
                    <a:pt x="16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72" name="Freeform 2451">
              <a:extLst>
                <a:ext uri="{FF2B5EF4-FFF2-40B4-BE49-F238E27FC236}">
                  <a16:creationId xmlns:a16="http://schemas.microsoft.com/office/drawing/2014/main" id="{DB21DAF5-FC1B-418D-B40D-F83A73B17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764"/>
              <a:ext cx="24" cy="35"/>
            </a:xfrm>
            <a:custGeom>
              <a:avLst/>
              <a:gdLst>
                <a:gd name="T0" fmla="*/ 0 w 13"/>
                <a:gd name="T1" fmla="*/ 0 h 19"/>
                <a:gd name="T2" fmla="*/ 7 w 13"/>
                <a:gd name="T3" fmla="*/ 61 h 19"/>
                <a:gd name="T4" fmla="*/ 24 w 13"/>
                <a:gd name="T5" fmla="*/ 118 h 19"/>
                <a:gd name="T6" fmla="*/ 81 w 13"/>
                <a:gd name="T7" fmla="*/ 10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0" y="3"/>
                    <a:pt x="1" y="7"/>
                    <a:pt x="1" y="10"/>
                  </a:cubicBezTo>
                  <a:cubicBezTo>
                    <a:pt x="2" y="12"/>
                    <a:pt x="2" y="18"/>
                    <a:pt x="4" y="19"/>
                  </a:cubicBezTo>
                  <a:cubicBezTo>
                    <a:pt x="5" y="19"/>
                    <a:pt x="12" y="18"/>
                    <a:pt x="13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73" name="Freeform 2452">
              <a:extLst>
                <a:ext uri="{FF2B5EF4-FFF2-40B4-BE49-F238E27FC236}">
                  <a16:creationId xmlns:a16="http://schemas.microsoft.com/office/drawing/2014/main" id="{A32BEED9-2569-4378-9E3F-9267FC4CD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728"/>
              <a:ext cx="3" cy="30"/>
            </a:xfrm>
            <a:custGeom>
              <a:avLst/>
              <a:gdLst>
                <a:gd name="T0" fmla="*/ 0 w 2"/>
                <a:gd name="T1" fmla="*/ 0 h 16"/>
                <a:gd name="T2" fmla="*/ 8 w 2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0" y="5"/>
                    <a:pt x="1" y="12"/>
                    <a:pt x="2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74" name="Freeform 2453">
              <a:extLst>
                <a:ext uri="{FF2B5EF4-FFF2-40B4-BE49-F238E27FC236}">
                  <a16:creationId xmlns:a16="http://schemas.microsoft.com/office/drawing/2014/main" id="{4DC368E0-A58A-44F5-B53C-1E6BE3C9B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760"/>
              <a:ext cx="6" cy="34"/>
            </a:xfrm>
            <a:custGeom>
              <a:avLst/>
              <a:gdLst>
                <a:gd name="T0" fmla="*/ 0 w 3"/>
                <a:gd name="T1" fmla="*/ 0 h 18"/>
                <a:gd name="T2" fmla="*/ 24 w 3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0" y="6"/>
                    <a:pt x="3" y="14"/>
                    <a:pt x="3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75" name="Freeform 2454">
              <a:extLst>
                <a:ext uri="{FF2B5EF4-FFF2-40B4-BE49-F238E27FC236}">
                  <a16:creationId xmlns:a16="http://schemas.microsoft.com/office/drawing/2014/main" id="{3C110DB5-C6BA-405E-B723-19828FF8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48"/>
              <a:ext cx="28" cy="53"/>
            </a:xfrm>
            <a:custGeom>
              <a:avLst/>
              <a:gdLst>
                <a:gd name="T0" fmla="*/ 65 w 15"/>
                <a:gd name="T1" fmla="*/ 0 h 28"/>
                <a:gd name="T2" fmla="*/ 91 w 15"/>
                <a:gd name="T3" fmla="*/ 97 h 28"/>
                <a:gd name="T4" fmla="*/ 45 w 15"/>
                <a:gd name="T5" fmla="*/ 161 h 28"/>
                <a:gd name="T6" fmla="*/ 0 w 1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">
                  <a:moveTo>
                    <a:pt x="10" y="0"/>
                  </a:moveTo>
                  <a:cubicBezTo>
                    <a:pt x="11" y="5"/>
                    <a:pt x="13" y="9"/>
                    <a:pt x="14" y="14"/>
                  </a:cubicBezTo>
                  <a:cubicBezTo>
                    <a:pt x="15" y="17"/>
                    <a:pt x="10" y="22"/>
                    <a:pt x="7" y="24"/>
                  </a:cubicBezTo>
                  <a:cubicBezTo>
                    <a:pt x="0" y="28"/>
                    <a:pt x="1" y="5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76" name="Freeform 2455">
              <a:extLst>
                <a:ext uri="{FF2B5EF4-FFF2-40B4-BE49-F238E27FC236}">
                  <a16:creationId xmlns:a16="http://schemas.microsoft.com/office/drawing/2014/main" id="{1A686C6C-0360-4D09-8092-939C5765F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693"/>
              <a:ext cx="21" cy="7"/>
            </a:xfrm>
            <a:custGeom>
              <a:avLst/>
              <a:gdLst>
                <a:gd name="T0" fmla="*/ 0 w 11"/>
                <a:gd name="T1" fmla="*/ 12 h 4"/>
                <a:gd name="T2" fmla="*/ 76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4" y="4"/>
                    <a:pt x="8" y="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77" name="Freeform 2456">
              <a:extLst>
                <a:ext uri="{FF2B5EF4-FFF2-40B4-BE49-F238E27FC236}">
                  <a16:creationId xmlns:a16="http://schemas.microsoft.com/office/drawing/2014/main" id="{41DCE20A-DFDB-4BF9-9161-573AB0703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736"/>
              <a:ext cx="11" cy="2"/>
            </a:xfrm>
            <a:custGeom>
              <a:avLst/>
              <a:gdLst>
                <a:gd name="T0" fmla="*/ 0 w 6"/>
                <a:gd name="T1" fmla="*/ 8 h 1"/>
                <a:gd name="T2" fmla="*/ 3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78" name="Freeform 2457">
              <a:extLst>
                <a:ext uri="{FF2B5EF4-FFF2-40B4-BE49-F238E27FC236}">
                  <a16:creationId xmlns:a16="http://schemas.microsoft.com/office/drawing/2014/main" id="{82D6F384-230C-4154-BCE5-187388F4F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698"/>
              <a:ext cx="5" cy="15"/>
            </a:xfrm>
            <a:custGeom>
              <a:avLst/>
              <a:gdLst>
                <a:gd name="T0" fmla="*/ 13 w 3"/>
                <a:gd name="T1" fmla="*/ 0 h 8"/>
                <a:gd name="T2" fmla="*/ 5 w 3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1"/>
                    <a:pt x="0" y="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79" name="Freeform 2458">
              <a:extLst>
                <a:ext uri="{FF2B5EF4-FFF2-40B4-BE49-F238E27FC236}">
                  <a16:creationId xmlns:a16="http://schemas.microsoft.com/office/drawing/2014/main" id="{C53A2878-2300-44AF-8FF5-6FE74E85B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775"/>
              <a:ext cx="23" cy="9"/>
            </a:xfrm>
            <a:custGeom>
              <a:avLst/>
              <a:gdLst>
                <a:gd name="T0" fmla="*/ 0 w 12"/>
                <a:gd name="T1" fmla="*/ 13 h 5"/>
                <a:gd name="T2" fmla="*/ 84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2"/>
                  </a:moveTo>
                  <a:cubicBezTo>
                    <a:pt x="3" y="5"/>
                    <a:pt x="8" y="1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80" name="Freeform 2459">
              <a:extLst>
                <a:ext uri="{FF2B5EF4-FFF2-40B4-BE49-F238E27FC236}">
                  <a16:creationId xmlns:a16="http://schemas.microsoft.com/office/drawing/2014/main" id="{9845F592-A984-44A7-8AFE-1931560CC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743"/>
              <a:ext cx="10" cy="6"/>
            </a:xfrm>
            <a:custGeom>
              <a:avLst/>
              <a:gdLst>
                <a:gd name="T0" fmla="*/ 0 w 5"/>
                <a:gd name="T1" fmla="*/ 24 h 3"/>
                <a:gd name="T2" fmla="*/ 40 w 5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81" name="Freeform 2460">
              <a:extLst>
                <a:ext uri="{FF2B5EF4-FFF2-40B4-BE49-F238E27FC236}">
                  <a16:creationId xmlns:a16="http://schemas.microsoft.com/office/drawing/2014/main" id="{C89A4D81-676E-494F-9E48-7826BE42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865"/>
              <a:ext cx="24" cy="11"/>
            </a:xfrm>
            <a:custGeom>
              <a:avLst/>
              <a:gdLst>
                <a:gd name="T0" fmla="*/ 0 w 13"/>
                <a:gd name="T1" fmla="*/ 13 h 6"/>
                <a:gd name="T2" fmla="*/ 81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2"/>
                  </a:moveTo>
                  <a:cubicBezTo>
                    <a:pt x="5" y="6"/>
                    <a:pt x="9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82" name="Freeform 2461">
              <a:extLst>
                <a:ext uri="{FF2B5EF4-FFF2-40B4-BE49-F238E27FC236}">
                  <a16:creationId xmlns:a16="http://schemas.microsoft.com/office/drawing/2014/main" id="{9026A5C4-61A2-48AF-9ABB-D35A81373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661"/>
              <a:ext cx="11" cy="7"/>
            </a:xfrm>
            <a:custGeom>
              <a:avLst/>
              <a:gdLst>
                <a:gd name="T0" fmla="*/ 0 w 6"/>
                <a:gd name="T1" fmla="*/ 7 h 4"/>
                <a:gd name="T2" fmla="*/ 37 w 6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5" y="2"/>
                    <a:pt x="6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83" name="Freeform 2462">
              <a:extLst>
                <a:ext uri="{FF2B5EF4-FFF2-40B4-BE49-F238E27FC236}">
                  <a16:creationId xmlns:a16="http://schemas.microsoft.com/office/drawing/2014/main" id="{BAD59943-4F05-4E9D-B356-92758343D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421"/>
              <a:ext cx="6" cy="17"/>
            </a:xfrm>
            <a:custGeom>
              <a:avLst/>
              <a:gdLst>
                <a:gd name="T0" fmla="*/ 0 w 3"/>
                <a:gd name="T1" fmla="*/ 60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0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84" name="Freeform 2463">
              <a:extLst>
                <a:ext uri="{FF2B5EF4-FFF2-40B4-BE49-F238E27FC236}">
                  <a16:creationId xmlns:a16="http://schemas.microsoft.com/office/drawing/2014/main" id="{F2D4522A-0B88-4233-A7A2-EC3830CF2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876"/>
              <a:ext cx="17" cy="53"/>
            </a:xfrm>
            <a:custGeom>
              <a:avLst/>
              <a:gdLst>
                <a:gd name="T0" fmla="*/ 28 w 9"/>
                <a:gd name="T1" fmla="*/ 0 h 28"/>
                <a:gd name="T2" fmla="*/ 60 w 9"/>
                <a:gd name="T3" fmla="*/ 136 h 28"/>
                <a:gd name="T4" fmla="*/ 47 w 9"/>
                <a:gd name="T5" fmla="*/ 176 h 28"/>
                <a:gd name="T6" fmla="*/ 0 w 9"/>
                <a:gd name="T7" fmla="*/ 18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8">
                  <a:moveTo>
                    <a:pt x="4" y="0"/>
                  </a:moveTo>
                  <a:cubicBezTo>
                    <a:pt x="4" y="7"/>
                    <a:pt x="9" y="13"/>
                    <a:pt x="9" y="20"/>
                  </a:cubicBezTo>
                  <a:cubicBezTo>
                    <a:pt x="9" y="23"/>
                    <a:pt x="9" y="24"/>
                    <a:pt x="7" y="26"/>
                  </a:cubicBezTo>
                  <a:cubicBezTo>
                    <a:pt x="5" y="27"/>
                    <a:pt x="2" y="28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85" name="Freeform 2464">
              <a:extLst>
                <a:ext uri="{FF2B5EF4-FFF2-40B4-BE49-F238E27FC236}">
                  <a16:creationId xmlns:a16="http://schemas.microsoft.com/office/drawing/2014/main" id="{6008BEBE-7ACC-40A4-8278-7BECCF106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925"/>
              <a:ext cx="14" cy="47"/>
            </a:xfrm>
            <a:custGeom>
              <a:avLst/>
              <a:gdLst>
                <a:gd name="T0" fmla="*/ 16 w 8"/>
                <a:gd name="T1" fmla="*/ 0 h 25"/>
                <a:gd name="T2" fmla="*/ 44 w 8"/>
                <a:gd name="T3" fmla="*/ 133 h 25"/>
                <a:gd name="T4" fmla="*/ 0 w 8"/>
                <a:gd name="T5" fmla="*/ 165 h 25"/>
                <a:gd name="T6" fmla="*/ 0 w 8"/>
                <a:gd name="T7" fmla="*/ 1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5">
                  <a:moveTo>
                    <a:pt x="3" y="0"/>
                  </a:moveTo>
                  <a:cubicBezTo>
                    <a:pt x="7" y="6"/>
                    <a:pt x="8" y="13"/>
                    <a:pt x="8" y="20"/>
                  </a:cubicBezTo>
                  <a:cubicBezTo>
                    <a:pt x="7" y="24"/>
                    <a:pt x="5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86" name="Freeform 2465">
              <a:extLst>
                <a:ext uri="{FF2B5EF4-FFF2-40B4-BE49-F238E27FC236}">
                  <a16:creationId xmlns:a16="http://schemas.microsoft.com/office/drawing/2014/main" id="{61A3924C-E3A0-4CAE-A76B-71CFEBE1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968"/>
              <a:ext cx="19" cy="45"/>
            </a:xfrm>
            <a:custGeom>
              <a:avLst/>
              <a:gdLst>
                <a:gd name="T0" fmla="*/ 21 w 10"/>
                <a:gd name="T1" fmla="*/ 0 h 24"/>
                <a:gd name="T2" fmla="*/ 55 w 10"/>
                <a:gd name="T3" fmla="*/ 128 h 24"/>
                <a:gd name="T4" fmla="*/ 0 w 10"/>
                <a:gd name="T5" fmla="*/ 15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3" y="0"/>
                  </a:moveTo>
                  <a:cubicBezTo>
                    <a:pt x="4" y="5"/>
                    <a:pt x="10" y="13"/>
                    <a:pt x="8" y="19"/>
                  </a:cubicBezTo>
                  <a:cubicBezTo>
                    <a:pt x="7" y="22"/>
                    <a:pt x="3" y="24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87" name="Freeform 2466">
              <a:extLst>
                <a:ext uri="{FF2B5EF4-FFF2-40B4-BE49-F238E27FC236}">
                  <a16:creationId xmlns:a16="http://schemas.microsoft.com/office/drawing/2014/main" id="{2DE9E7FE-955D-4475-8F84-05B7A844A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007"/>
              <a:ext cx="20" cy="36"/>
            </a:xfrm>
            <a:custGeom>
              <a:avLst/>
              <a:gdLst>
                <a:gd name="T0" fmla="*/ 29 w 11"/>
                <a:gd name="T1" fmla="*/ 0 h 19"/>
                <a:gd name="T2" fmla="*/ 53 w 11"/>
                <a:gd name="T3" fmla="*/ 100 h 19"/>
                <a:gd name="T4" fmla="*/ 0 w 11"/>
                <a:gd name="T5" fmla="*/ 1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5" y="0"/>
                  </a:moveTo>
                  <a:cubicBezTo>
                    <a:pt x="6" y="3"/>
                    <a:pt x="11" y="11"/>
                    <a:pt x="9" y="15"/>
                  </a:cubicBezTo>
                  <a:cubicBezTo>
                    <a:pt x="8" y="17"/>
                    <a:pt x="1" y="19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88" name="Freeform 2467">
              <a:extLst>
                <a:ext uri="{FF2B5EF4-FFF2-40B4-BE49-F238E27FC236}">
                  <a16:creationId xmlns:a16="http://schemas.microsoft.com/office/drawing/2014/main" id="{34928651-F052-449A-9AD6-79AD3EEA4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037"/>
              <a:ext cx="21" cy="41"/>
            </a:xfrm>
            <a:custGeom>
              <a:avLst/>
              <a:gdLst>
                <a:gd name="T0" fmla="*/ 36 w 11"/>
                <a:gd name="T1" fmla="*/ 0 h 22"/>
                <a:gd name="T2" fmla="*/ 61 w 11"/>
                <a:gd name="T3" fmla="*/ 52 h 22"/>
                <a:gd name="T4" fmla="*/ 69 w 11"/>
                <a:gd name="T5" fmla="*/ 117 h 22"/>
                <a:gd name="T6" fmla="*/ 8 w 11"/>
                <a:gd name="T7" fmla="*/ 136 h 22"/>
                <a:gd name="T8" fmla="*/ 8 w 11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5" y="0"/>
                  </a:moveTo>
                  <a:cubicBezTo>
                    <a:pt x="7" y="2"/>
                    <a:pt x="8" y="5"/>
                    <a:pt x="9" y="8"/>
                  </a:cubicBezTo>
                  <a:cubicBezTo>
                    <a:pt x="9" y="11"/>
                    <a:pt x="11" y="15"/>
                    <a:pt x="10" y="18"/>
                  </a:cubicBezTo>
                  <a:cubicBezTo>
                    <a:pt x="10" y="22"/>
                    <a:pt x="4" y="21"/>
                    <a:pt x="1" y="21"/>
                  </a:cubicBezTo>
                  <a:cubicBezTo>
                    <a:pt x="0" y="20"/>
                    <a:pt x="1" y="21"/>
                    <a:pt x="1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89" name="Freeform 2468">
              <a:extLst>
                <a:ext uri="{FF2B5EF4-FFF2-40B4-BE49-F238E27FC236}">
                  <a16:creationId xmlns:a16="http://schemas.microsoft.com/office/drawing/2014/main" id="{2C15472E-69A1-4FCE-B3ED-63CFC9AB2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073"/>
              <a:ext cx="20" cy="35"/>
            </a:xfrm>
            <a:custGeom>
              <a:avLst/>
              <a:gdLst>
                <a:gd name="T0" fmla="*/ 44 w 11"/>
                <a:gd name="T1" fmla="*/ 0 h 19"/>
                <a:gd name="T2" fmla="*/ 53 w 11"/>
                <a:gd name="T3" fmla="*/ 44 h 19"/>
                <a:gd name="T4" fmla="*/ 65 w 11"/>
                <a:gd name="T5" fmla="*/ 112 h 19"/>
                <a:gd name="T6" fmla="*/ 44 w 11"/>
                <a:gd name="T7" fmla="*/ 118 h 19"/>
                <a:gd name="T8" fmla="*/ 0 w 11"/>
                <a:gd name="T9" fmla="*/ 112 h 19"/>
                <a:gd name="T10" fmla="*/ 0 w 11"/>
                <a:gd name="T11" fmla="*/ 11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9">
                  <a:moveTo>
                    <a:pt x="7" y="0"/>
                  </a:moveTo>
                  <a:cubicBezTo>
                    <a:pt x="6" y="2"/>
                    <a:pt x="8" y="5"/>
                    <a:pt x="9" y="7"/>
                  </a:cubicBezTo>
                  <a:cubicBezTo>
                    <a:pt x="10" y="11"/>
                    <a:pt x="10" y="15"/>
                    <a:pt x="11" y="18"/>
                  </a:cubicBezTo>
                  <a:cubicBezTo>
                    <a:pt x="10" y="19"/>
                    <a:pt x="9" y="19"/>
                    <a:pt x="7" y="19"/>
                  </a:cubicBezTo>
                  <a:cubicBezTo>
                    <a:pt x="5" y="18"/>
                    <a:pt x="3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90" name="Freeform 2469">
              <a:extLst>
                <a:ext uri="{FF2B5EF4-FFF2-40B4-BE49-F238E27FC236}">
                  <a16:creationId xmlns:a16="http://schemas.microsoft.com/office/drawing/2014/main" id="{76618E02-4757-4028-B852-0E277B963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108"/>
              <a:ext cx="2" cy="12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91" name="Freeform 2470">
              <a:extLst>
                <a:ext uri="{FF2B5EF4-FFF2-40B4-BE49-F238E27FC236}">
                  <a16:creationId xmlns:a16="http://schemas.microsoft.com/office/drawing/2014/main" id="{C1C9B78C-FAA9-48EB-88F0-3B3A9D529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893"/>
              <a:ext cx="23" cy="34"/>
            </a:xfrm>
            <a:custGeom>
              <a:avLst/>
              <a:gdLst>
                <a:gd name="T0" fmla="*/ 0 w 12"/>
                <a:gd name="T1" fmla="*/ 0 h 18"/>
                <a:gd name="T2" fmla="*/ 36 w 12"/>
                <a:gd name="T3" fmla="*/ 121 h 18"/>
                <a:gd name="T4" fmla="*/ 84 w 12"/>
                <a:gd name="T5" fmla="*/ 1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2" y="4"/>
                    <a:pt x="1" y="15"/>
                    <a:pt x="5" y="18"/>
                  </a:cubicBezTo>
                  <a:cubicBezTo>
                    <a:pt x="7" y="18"/>
                    <a:pt x="11" y="18"/>
                    <a:pt x="12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92" name="Freeform 2471">
              <a:extLst>
                <a:ext uri="{FF2B5EF4-FFF2-40B4-BE49-F238E27FC236}">
                  <a16:creationId xmlns:a16="http://schemas.microsoft.com/office/drawing/2014/main" id="{45FA14BA-62C9-4582-A168-D39468857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925"/>
              <a:ext cx="19" cy="37"/>
            </a:xfrm>
            <a:custGeom>
              <a:avLst/>
              <a:gdLst>
                <a:gd name="T0" fmla="*/ 0 w 10"/>
                <a:gd name="T1" fmla="*/ 0 h 20"/>
                <a:gd name="T2" fmla="*/ 8 w 10"/>
                <a:gd name="T3" fmla="*/ 89 h 20"/>
                <a:gd name="T4" fmla="*/ 21 w 10"/>
                <a:gd name="T5" fmla="*/ 120 h 20"/>
                <a:gd name="T6" fmla="*/ 68 w 10"/>
                <a:gd name="T7" fmla="*/ 1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0" y="5"/>
                    <a:pt x="1" y="10"/>
                    <a:pt x="1" y="14"/>
                  </a:cubicBezTo>
                  <a:cubicBezTo>
                    <a:pt x="1" y="16"/>
                    <a:pt x="1" y="18"/>
                    <a:pt x="3" y="19"/>
                  </a:cubicBezTo>
                  <a:cubicBezTo>
                    <a:pt x="4" y="20"/>
                    <a:pt x="8" y="18"/>
                    <a:pt x="10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93" name="Freeform 2472">
              <a:extLst>
                <a:ext uri="{FF2B5EF4-FFF2-40B4-BE49-F238E27FC236}">
                  <a16:creationId xmlns:a16="http://schemas.microsoft.com/office/drawing/2014/main" id="{1C10E55B-93F5-41C2-B276-145EF655B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880"/>
              <a:ext cx="11" cy="75"/>
            </a:xfrm>
            <a:custGeom>
              <a:avLst/>
              <a:gdLst>
                <a:gd name="T0" fmla="*/ 0 w 6"/>
                <a:gd name="T1" fmla="*/ 0 h 40"/>
                <a:gd name="T2" fmla="*/ 37 w 6"/>
                <a:gd name="T3" fmla="*/ 26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0">
                  <a:moveTo>
                    <a:pt x="0" y="0"/>
                  </a:moveTo>
                  <a:cubicBezTo>
                    <a:pt x="3" y="13"/>
                    <a:pt x="5" y="27"/>
                    <a:pt x="6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94" name="Freeform 2473">
              <a:extLst>
                <a:ext uri="{FF2B5EF4-FFF2-40B4-BE49-F238E27FC236}">
                  <a16:creationId xmlns:a16="http://schemas.microsoft.com/office/drawing/2014/main" id="{06474499-B20D-454C-A6F4-AD1BE50F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960"/>
              <a:ext cx="28" cy="40"/>
            </a:xfrm>
            <a:custGeom>
              <a:avLst/>
              <a:gdLst>
                <a:gd name="T0" fmla="*/ 32 w 15"/>
                <a:gd name="T1" fmla="*/ 0 h 21"/>
                <a:gd name="T2" fmla="*/ 21 w 15"/>
                <a:gd name="T3" fmla="*/ 69 h 21"/>
                <a:gd name="T4" fmla="*/ 52 w 15"/>
                <a:gd name="T5" fmla="*/ 137 h 21"/>
                <a:gd name="T6" fmla="*/ 91 w 15"/>
                <a:gd name="T7" fmla="*/ 124 h 21"/>
                <a:gd name="T8" fmla="*/ 84 w 15"/>
                <a:gd name="T9" fmla="*/ 48 h 21"/>
                <a:gd name="T10" fmla="*/ 65 w 15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1">
                  <a:moveTo>
                    <a:pt x="5" y="0"/>
                  </a:moveTo>
                  <a:cubicBezTo>
                    <a:pt x="0" y="1"/>
                    <a:pt x="2" y="6"/>
                    <a:pt x="3" y="10"/>
                  </a:cubicBezTo>
                  <a:cubicBezTo>
                    <a:pt x="4" y="14"/>
                    <a:pt x="3" y="20"/>
                    <a:pt x="8" y="20"/>
                  </a:cubicBezTo>
                  <a:cubicBezTo>
                    <a:pt x="11" y="21"/>
                    <a:pt x="13" y="20"/>
                    <a:pt x="14" y="18"/>
                  </a:cubicBezTo>
                  <a:cubicBezTo>
                    <a:pt x="15" y="16"/>
                    <a:pt x="13" y="10"/>
                    <a:pt x="13" y="7"/>
                  </a:cubicBezTo>
                  <a:cubicBezTo>
                    <a:pt x="12" y="5"/>
                    <a:pt x="11" y="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95" name="Freeform 2474">
              <a:extLst>
                <a:ext uri="{FF2B5EF4-FFF2-40B4-BE49-F238E27FC236}">
                  <a16:creationId xmlns:a16="http://schemas.microsoft.com/office/drawing/2014/main" id="{09F69498-2F40-49B0-A60F-A4DA6136B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996"/>
              <a:ext cx="28" cy="45"/>
            </a:xfrm>
            <a:custGeom>
              <a:avLst/>
              <a:gdLst>
                <a:gd name="T0" fmla="*/ 7 w 15"/>
                <a:gd name="T1" fmla="*/ 8 h 24"/>
                <a:gd name="T2" fmla="*/ 45 w 15"/>
                <a:gd name="T3" fmla="*/ 152 h 24"/>
                <a:gd name="T4" fmla="*/ 91 w 15"/>
                <a:gd name="T5" fmla="*/ 137 h 24"/>
                <a:gd name="T6" fmla="*/ 73 w 15"/>
                <a:gd name="T7" fmla="*/ 45 h 24"/>
                <a:gd name="T8" fmla="*/ 60 w 1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1" y="1"/>
                  </a:moveTo>
                  <a:cubicBezTo>
                    <a:pt x="0" y="9"/>
                    <a:pt x="4" y="16"/>
                    <a:pt x="7" y="23"/>
                  </a:cubicBezTo>
                  <a:cubicBezTo>
                    <a:pt x="10" y="22"/>
                    <a:pt x="14" y="24"/>
                    <a:pt x="14" y="21"/>
                  </a:cubicBezTo>
                  <a:cubicBezTo>
                    <a:pt x="15" y="18"/>
                    <a:pt x="11" y="10"/>
                    <a:pt x="11" y="7"/>
                  </a:cubicBezTo>
                  <a:cubicBezTo>
                    <a:pt x="10" y="5"/>
                    <a:pt x="10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96" name="Freeform 2475">
              <a:extLst>
                <a:ext uri="{FF2B5EF4-FFF2-40B4-BE49-F238E27FC236}">
                  <a16:creationId xmlns:a16="http://schemas.microsoft.com/office/drawing/2014/main" id="{5181033D-EE2D-43DA-AC83-FED8D7459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035"/>
              <a:ext cx="30" cy="38"/>
            </a:xfrm>
            <a:custGeom>
              <a:avLst/>
              <a:gdLst>
                <a:gd name="T0" fmla="*/ 32 w 16"/>
                <a:gd name="T1" fmla="*/ 15 h 20"/>
                <a:gd name="T2" fmla="*/ 28 w 16"/>
                <a:gd name="T3" fmla="*/ 97 h 20"/>
                <a:gd name="T4" fmla="*/ 73 w 16"/>
                <a:gd name="T5" fmla="*/ 129 h 20"/>
                <a:gd name="T6" fmla="*/ 105 w 16"/>
                <a:gd name="T7" fmla="*/ 105 h 20"/>
                <a:gd name="T8" fmla="*/ 73 w 16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0">
                  <a:moveTo>
                    <a:pt x="5" y="2"/>
                  </a:moveTo>
                  <a:cubicBezTo>
                    <a:pt x="0" y="4"/>
                    <a:pt x="2" y="9"/>
                    <a:pt x="4" y="14"/>
                  </a:cubicBezTo>
                  <a:cubicBezTo>
                    <a:pt x="5" y="19"/>
                    <a:pt x="6" y="20"/>
                    <a:pt x="11" y="19"/>
                  </a:cubicBezTo>
                  <a:cubicBezTo>
                    <a:pt x="15" y="19"/>
                    <a:pt x="16" y="19"/>
                    <a:pt x="16" y="15"/>
                  </a:cubicBezTo>
                  <a:cubicBezTo>
                    <a:pt x="15" y="10"/>
                    <a:pt x="13" y="4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97" name="Freeform 2476">
              <a:extLst>
                <a:ext uri="{FF2B5EF4-FFF2-40B4-BE49-F238E27FC236}">
                  <a16:creationId xmlns:a16="http://schemas.microsoft.com/office/drawing/2014/main" id="{7534BA6C-9CA3-4B28-ABC0-41F9C156E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3069"/>
              <a:ext cx="24" cy="39"/>
            </a:xfrm>
            <a:custGeom>
              <a:avLst/>
              <a:gdLst>
                <a:gd name="T0" fmla="*/ 0 w 13"/>
                <a:gd name="T1" fmla="*/ 13 h 21"/>
                <a:gd name="T2" fmla="*/ 68 w 13"/>
                <a:gd name="T3" fmla="*/ 97 h 21"/>
                <a:gd name="T4" fmla="*/ 81 w 13"/>
                <a:gd name="T5" fmla="*/ 76 h 21"/>
                <a:gd name="T6" fmla="*/ 61 w 13"/>
                <a:gd name="T7" fmla="*/ 24 h 21"/>
                <a:gd name="T8" fmla="*/ 61 w 1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0" y="2"/>
                  </a:moveTo>
                  <a:cubicBezTo>
                    <a:pt x="0" y="9"/>
                    <a:pt x="3" y="21"/>
                    <a:pt x="11" y="15"/>
                  </a:cubicBezTo>
                  <a:cubicBezTo>
                    <a:pt x="13" y="14"/>
                    <a:pt x="13" y="15"/>
                    <a:pt x="13" y="12"/>
                  </a:cubicBezTo>
                  <a:cubicBezTo>
                    <a:pt x="13" y="9"/>
                    <a:pt x="10" y="7"/>
                    <a:pt x="10" y="4"/>
                  </a:cubicBezTo>
                  <a:cubicBezTo>
                    <a:pt x="10" y="2"/>
                    <a:pt x="10" y="1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98" name="Freeform 2477">
              <a:extLst>
                <a:ext uri="{FF2B5EF4-FFF2-40B4-BE49-F238E27FC236}">
                  <a16:creationId xmlns:a16="http://schemas.microsoft.com/office/drawing/2014/main" id="{F4366ADD-662B-4E5E-891E-6D8324539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3101"/>
              <a:ext cx="6" cy="22"/>
            </a:xfrm>
            <a:custGeom>
              <a:avLst/>
              <a:gdLst>
                <a:gd name="T0" fmla="*/ 0 w 3"/>
                <a:gd name="T1" fmla="*/ 0 h 12"/>
                <a:gd name="T2" fmla="*/ 16 w 3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1" y="5"/>
                    <a:pt x="3" y="7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99" name="Freeform 2478">
              <a:extLst>
                <a:ext uri="{FF2B5EF4-FFF2-40B4-BE49-F238E27FC236}">
                  <a16:creationId xmlns:a16="http://schemas.microsoft.com/office/drawing/2014/main" id="{D3E7968E-59BE-477C-8D11-6652C1637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088"/>
              <a:ext cx="23" cy="3"/>
            </a:xfrm>
            <a:custGeom>
              <a:avLst/>
              <a:gdLst>
                <a:gd name="T0" fmla="*/ 0 w 12"/>
                <a:gd name="T1" fmla="*/ 8 h 2"/>
                <a:gd name="T2" fmla="*/ 84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3" y="2"/>
                    <a:pt x="9" y="0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00" name="Freeform 2479">
              <a:extLst>
                <a:ext uri="{FF2B5EF4-FFF2-40B4-BE49-F238E27FC236}">
                  <a16:creationId xmlns:a16="http://schemas.microsoft.com/office/drawing/2014/main" id="{EC512E33-525F-4CD2-B2E9-13EE045A2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3052"/>
              <a:ext cx="18" cy="4"/>
            </a:xfrm>
            <a:custGeom>
              <a:avLst/>
              <a:gdLst>
                <a:gd name="T0" fmla="*/ 0 w 10"/>
                <a:gd name="T1" fmla="*/ 16 h 2"/>
                <a:gd name="T2" fmla="*/ 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4" y="1"/>
                    <a:pt x="7" y="1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01" name="Freeform 2480">
              <a:extLst>
                <a:ext uri="{FF2B5EF4-FFF2-40B4-BE49-F238E27FC236}">
                  <a16:creationId xmlns:a16="http://schemas.microsoft.com/office/drawing/2014/main" id="{461A827D-57B9-46F5-BC0C-3364FB83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015"/>
              <a:ext cx="21" cy="5"/>
            </a:xfrm>
            <a:custGeom>
              <a:avLst/>
              <a:gdLst>
                <a:gd name="T0" fmla="*/ 0 w 11"/>
                <a:gd name="T1" fmla="*/ 13 h 3"/>
                <a:gd name="T2" fmla="*/ 76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3" y="2"/>
                    <a:pt x="11" y="1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02" name="Freeform 2481">
              <a:extLst>
                <a:ext uri="{FF2B5EF4-FFF2-40B4-BE49-F238E27FC236}">
                  <a16:creationId xmlns:a16="http://schemas.microsoft.com/office/drawing/2014/main" id="{F98150CC-F03D-4C56-8B3D-8E12F31E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979"/>
              <a:ext cx="22" cy="6"/>
            </a:xfrm>
            <a:custGeom>
              <a:avLst/>
              <a:gdLst>
                <a:gd name="T0" fmla="*/ 0 w 12"/>
                <a:gd name="T1" fmla="*/ 24 h 3"/>
                <a:gd name="T2" fmla="*/ 73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2"/>
                    <a:pt x="8" y="0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03" name="Freeform 2482">
              <a:extLst>
                <a:ext uri="{FF2B5EF4-FFF2-40B4-BE49-F238E27FC236}">
                  <a16:creationId xmlns:a16="http://schemas.microsoft.com/office/drawing/2014/main" id="{4CD72FF1-0E54-4B8B-8F40-317851497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940"/>
              <a:ext cx="28" cy="7"/>
            </a:xfrm>
            <a:custGeom>
              <a:avLst/>
              <a:gdLst>
                <a:gd name="T0" fmla="*/ 0 w 15"/>
                <a:gd name="T1" fmla="*/ 21 h 4"/>
                <a:gd name="T2" fmla="*/ 97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5" y="1"/>
                    <a:pt x="10" y="0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04" name="Freeform 2483">
              <a:extLst>
                <a:ext uri="{FF2B5EF4-FFF2-40B4-BE49-F238E27FC236}">
                  <a16:creationId xmlns:a16="http://schemas.microsoft.com/office/drawing/2014/main" id="{2D39227C-8ADA-42DE-B357-E60A1B78A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902"/>
              <a:ext cx="24" cy="6"/>
            </a:xfrm>
            <a:custGeom>
              <a:avLst/>
              <a:gdLst>
                <a:gd name="T0" fmla="*/ 0 w 13"/>
                <a:gd name="T1" fmla="*/ 24 h 3"/>
                <a:gd name="T2" fmla="*/ 81 w 1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3"/>
                  </a:moveTo>
                  <a:cubicBezTo>
                    <a:pt x="4" y="1"/>
                    <a:pt x="8" y="0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05" name="Freeform 2484">
              <a:extLst>
                <a:ext uri="{FF2B5EF4-FFF2-40B4-BE49-F238E27FC236}">
                  <a16:creationId xmlns:a16="http://schemas.microsoft.com/office/drawing/2014/main" id="{3D95BDFC-BB39-45D5-A6FC-45EF6DA88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889"/>
              <a:ext cx="3" cy="13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2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06" name="Freeform 2485">
              <a:extLst>
                <a:ext uri="{FF2B5EF4-FFF2-40B4-BE49-F238E27FC236}">
                  <a16:creationId xmlns:a16="http://schemas.microsoft.com/office/drawing/2014/main" id="{3165179E-823C-43DE-9B50-E4B954531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923"/>
              <a:ext cx="6" cy="17"/>
            </a:xfrm>
            <a:custGeom>
              <a:avLst/>
              <a:gdLst>
                <a:gd name="T0" fmla="*/ 0 w 3"/>
                <a:gd name="T1" fmla="*/ 60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3" y="7"/>
                    <a:pt x="2" y="3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07" name="Freeform 2486">
              <a:extLst>
                <a:ext uri="{FF2B5EF4-FFF2-40B4-BE49-F238E27FC236}">
                  <a16:creationId xmlns:a16="http://schemas.microsoft.com/office/drawing/2014/main" id="{91B5A8EB-02A0-46FC-9193-3FA5315B0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985"/>
              <a:ext cx="9" cy="15"/>
            </a:xfrm>
            <a:custGeom>
              <a:avLst/>
              <a:gdLst>
                <a:gd name="T0" fmla="*/ 29 w 5"/>
                <a:gd name="T1" fmla="*/ 0 h 8"/>
                <a:gd name="T2" fmla="*/ 0 w 5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2"/>
                    <a:pt x="0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08" name="Freeform 2487">
              <a:extLst>
                <a:ext uri="{FF2B5EF4-FFF2-40B4-BE49-F238E27FC236}">
                  <a16:creationId xmlns:a16="http://schemas.microsoft.com/office/drawing/2014/main" id="{D2C6B67E-4EB6-4630-8999-D2759535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018"/>
              <a:ext cx="16" cy="10"/>
            </a:xfrm>
            <a:custGeom>
              <a:avLst/>
              <a:gdLst>
                <a:gd name="T0" fmla="*/ 0 w 9"/>
                <a:gd name="T1" fmla="*/ 0 h 5"/>
                <a:gd name="T2" fmla="*/ 50 w 9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5" y="0"/>
                    <a:pt x="7" y="1"/>
                    <a:pt x="9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09" name="Freeform 2488">
              <a:extLst>
                <a:ext uri="{FF2B5EF4-FFF2-40B4-BE49-F238E27FC236}">
                  <a16:creationId xmlns:a16="http://schemas.microsoft.com/office/drawing/2014/main" id="{C725D4E7-FB7F-4FE4-AEBD-112B6C768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3056"/>
              <a:ext cx="9" cy="17"/>
            </a:xfrm>
            <a:custGeom>
              <a:avLst/>
              <a:gdLst>
                <a:gd name="T0" fmla="*/ 29 w 5"/>
                <a:gd name="T1" fmla="*/ 0 h 9"/>
                <a:gd name="T2" fmla="*/ 7 w 5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2" y="1"/>
                    <a:pt x="0" y="6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10" name="Freeform 2489">
              <a:extLst>
                <a:ext uri="{FF2B5EF4-FFF2-40B4-BE49-F238E27FC236}">
                  <a16:creationId xmlns:a16="http://schemas.microsoft.com/office/drawing/2014/main" id="{22C22BF7-8BF3-49C5-9CAF-2DCDD90A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076"/>
              <a:ext cx="10" cy="14"/>
            </a:xfrm>
            <a:custGeom>
              <a:avLst/>
              <a:gdLst>
                <a:gd name="T0" fmla="*/ 0 w 5"/>
                <a:gd name="T1" fmla="*/ 56 h 7"/>
                <a:gd name="T2" fmla="*/ 4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4" y="5"/>
                    <a:pt x="3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11" name="Freeform 2490">
              <a:extLst>
                <a:ext uri="{FF2B5EF4-FFF2-40B4-BE49-F238E27FC236}">
                  <a16:creationId xmlns:a16="http://schemas.microsoft.com/office/drawing/2014/main" id="{60E9EADB-4D65-40FF-950B-AFD5FD6BD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871"/>
              <a:ext cx="10" cy="13"/>
            </a:xfrm>
            <a:custGeom>
              <a:avLst/>
              <a:gdLst>
                <a:gd name="T0" fmla="*/ 8 w 5"/>
                <a:gd name="T1" fmla="*/ 45 h 7"/>
                <a:gd name="T2" fmla="*/ 4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0" y="4"/>
                    <a:pt x="3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12" name="Freeform 2491">
              <a:extLst>
                <a:ext uri="{FF2B5EF4-FFF2-40B4-BE49-F238E27FC236}">
                  <a16:creationId xmlns:a16="http://schemas.microsoft.com/office/drawing/2014/main" id="{F4202663-BA22-4E00-A086-17D52E43D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779"/>
              <a:ext cx="12" cy="9"/>
            </a:xfrm>
            <a:custGeom>
              <a:avLst/>
              <a:gdLst>
                <a:gd name="T0" fmla="*/ 0 w 6"/>
                <a:gd name="T1" fmla="*/ 0 h 5"/>
                <a:gd name="T2" fmla="*/ 48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1"/>
                    <a:pt x="5" y="2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13" name="Freeform 2492">
              <a:extLst>
                <a:ext uri="{FF2B5EF4-FFF2-40B4-BE49-F238E27FC236}">
                  <a16:creationId xmlns:a16="http://schemas.microsoft.com/office/drawing/2014/main" id="{24907380-3B06-4B11-923C-063F3C1C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799"/>
              <a:ext cx="8" cy="12"/>
            </a:xfrm>
            <a:custGeom>
              <a:avLst/>
              <a:gdLst>
                <a:gd name="T0" fmla="*/ 32 w 4"/>
                <a:gd name="T1" fmla="*/ 0 h 6"/>
                <a:gd name="T2" fmla="*/ 0 w 4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14" name="Freeform 2493">
              <a:extLst>
                <a:ext uri="{FF2B5EF4-FFF2-40B4-BE49-F238E27FC236}">
                  <a16:creationId xmlns:a16="http://schemas.microsoft.com/office/drawing/2014/main" id="{0F33DC8B-CA16-4CFF-9A6E-F26705FB0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927"/>
              <a:ext cx="9" cy="11"/>
            </a:xfrm>
            <a:custGeom>
              <a:avLst/>
              <a:gdLst>
                <a:gd name="T0" fmla="*/ 0 w 5"/>
                <a:gd name="T1" fmla="*/ 37 h 6"/>
                <a:gd name="T2" fmla="*/ 29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0" y="3"/>
                    <a:pt x="3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15" name="Freeform 2494">
              <a:extLst>
                <a:ext uri="{FF2B5EF4-FFF2-40B4-BE49-F238E27FC236}">
                  <a16:creationId xmlns:a16="http://schemas.microsoft.com/office/drawing/2014/main" id="{7DD58200-3B6B-4A2D-AAF4-442BDAA80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281"/>
              <a:ext cx="15" cy="112"/>
            </a:xfrm>
            <a:custGeom>
              <a:avLst/>
              <a:gdLst>
                <a:gd name="T0" fmla="*/ 8 w 8"/>
                <a:gd name="T1" fmla="*/ 0 h 60"/>
                <a:gd name="T2" fmla="*/ 32 w 8"/>
                <a:gd name="T3" fmla="*/ 202 h 60"/>
                <a:gd name="T4" fmla="*/ 45 w 8"/>
                <a:gd name="T5" fmla="*/ 314 h 60"/>
                <a:gd name="T6" fmla="*/ 53 w 8"/>
                <a:gd name="T7" fmla="*/ 39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0">
                  <a:moveTo>
                    <a:pt x="1" y="0"/>
                  </a:moveTo>
                  <a:cubicBezTo>
                    <a:pt x="0" y="10"/>
                    <a:pt x="3" y="22"/>
                    <a:pt x="5" y="31"/>
                  </a:cubicBezTo>
                  <a:cubicBezTo>
                    <a:pt x="6" y="37"/>
                    <a:pt x="7" y="42"/>
                    <a:pt x="7" y="48"/>
                  </a:cubicBezTo>
                  <a:cubicBezTo>
                    <a:pt x="7" y="51"/>
                    <a:pt x="7" y="57"/>
                    <a:pt x="8" y="6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16" name="Freeform 2495">
              <a:extLst>
                <a:ext uri="{FF2B5EF4-FFF2-40B4-BE49-F238E27FC236}">
                  <a16:creationId xmlns:a16="http://schemas.microsoft.com/office/drawing/2014/main" id="{3499031A-EDA9-43FB-9953-17F6820B1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283"/>
              <a:ext cx="22" cy="56"/>
            </a:xfrm>
            <a:custGeom>
              <a:avLst/>
              <a:gdLst>
                <a:gd name="T0" fmla="*/ 0 w 12"/>
                <a:gd name="T1" fmla="*/ 189 h 30"/>
                <a:gd name="T2" fmla="*/ 57 w 12"/>
                <a:gd name="T3" fmla="*/ 170 h 30"/>
                <a:gd name="T4" fmla="*/ 61 w 12"/>
                <a:gd name="T5" fmla="*/ 105 h 30"/>
                <a:gd name="T6" fmla="*/ 57 w 12"/>
                <a:gd name="T7" fmla="*/ 39 h 30"/>
                <a:gd name="T8" fmla="*/ 57 w 1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0">
                  <a:moveTo>
                    <a:pt x="0" y="29"/>
                  </a:moveTo>
                  <a:cubicBezTo>
                    <a:pt x="3" y="30"/>
                    <a:pt x="7" y="29"/>
                    <a:pt x="9" y="26"/>
                  </a:cubicBezTo>
                  <a:cubicBezTo>
                    <a:pt x="12" y="23"/>
                    <a:pt x="10" y="19"/>
                    <a:pt x="10" y="16"/>
                  </a:cubicBezTo>
                  <a:cubicBezTo>
                    <a:pt x="9" y="12"/>
                    <a:pt x="9" y="9"/>
                    <a:pt x="9" y="6"/>
                  </a:cubicBezTo>
                  <a:cubicBezTo>
                    <a:pt x="9" y="4"/>
                    <a:pt x="9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17" name="Freeform 2496">
              <a:extLst>
                <a:ext uri="{FF2B5EF4-FFF2-40B4-BE49-F238E27FC236}">
                  <a16:creationId xmlns:a16="http://schemas.microsoft.com/office/drawing/2014/main" id="{88DFCA07-321F-48B1-903A-4F6CA9E0F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326"/>
              <a:ext cx="20" cy="6"/>
            </a:xfrm>
            <a:custGeom>
              <a:avLst/>
              <a:gdLst>
                <a:gd name="T0" fmla="*/ 0 w 11"/>
                <a:gd name="T1" fmla="*/ 16 h 3"/>
                <a:gd name="T2" fmla="*/ 65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3"/>
                    <a:pt x="8" y="1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18" name="Freeform 2497">
              <a:extLst>
                <a:ext uri="{FF2B5EF4-FFF2-40B4-BE49-F238E27FC236}">
                  <a16:creationId xmlns:a16="http://schemas.microsoft.com/office/drawing/2014/main" id="{6160CEE6-9AE1-4E46-832B-8FB06A47E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332"/>
              <a:ext cx="18" cy="46"/>
            </a:xfrm>
            <a:custGeom>
              <a:avLst/>
              <a:gdLst>
                <a:gd name="T0" fmla="*/ 45 w 10"/>
                <a:gd name="T1" fmla="*/ 0 h 25"/>
                <a:gd name="T2" fmla="*/ 52 w 10"/>
                <a:gd name="T3" fmla="*/ 118 h 25"/>
                <a:gd name="T4" fmla="*/ 7 w 10"/>
                <a:gd name="T5" fmla="*/ 156 h 25"/>
                <a:gd name="T6" fmla="*/ 7 w 10"/>
                <a:gd name="T7" fmla="*/ 14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5">
                  <a:moveTo>
                    <a:pt x="8" y="0"/>
                  </a:moveTo>
                  <a:cubicBezTo>
                    <a:pt x="8" y="7"/>
                    <a:pt x="10" y="13"/>
                    <a:pt x="9" y="19"/>
                  </a:cubicBezTo>
                  <a:cubicBezTo>
                    <a:pt x="8" y="24"/>
                    <a:pt x="5" y="24"/>
                    <a:pt x="1" y="25"/>
                  </a:cubicBezTo>
                  <a:cubicBezTo>
                    <a:pt x="0" y="25"/>
                    <a:pt x="0" y="25"/>
                    <a:pt x="1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19" name="Freeform 2498">
              <a:extLst>
                <a:ext uri="{FF2B5EF4-FFF2-40B4-BE49-F238E27FC236}">
                  <a16:creationId xmlns:a16="http://schemas.microsoft.com/office/drawing/2014/main" id="{4125FE3A-7021-4490-9667-0288FED16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371"/>
              <a:ext cx="18" cy="32"/>
            </a:xfrm>
            <a:custGeom>
              <a:avLst/>
              <a:gdLst>
                <a:gd name="T0" fmla="*/ 0 w 10"/>
                <a:gd name="T1" fmla="*/ 0 h 17"/>
                <a:gd name="T2" fmla="*/ 29 w 10"/>
                <a:gd name="T3" fmla="*/ 8 h 17"/>
                <a:gd name="T4" fmla="*/ 45 w 10"/>
                <a:gd name="T5" fmla="*/ 45 h 17"/>
                <a:gd name="T6" fmla="*/ 52 w 10"/>
                <a:gd name="T7" fmla="*/ 11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6"/>
                    <a:pt x="8" y="7"/>
                  </a:cubicBezTo>
                  <a:cubicBezTo>
                    <a:pt x="9" y="10"/>
                    <a:pt x="10" y="14"/>
                    <a:pt x="9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20" name="Freeform 2499">
              <a:extLst>
                <a:ext uri="{FF2B5EF4-FFF2-40B4-BE49-F238E27FC236}">
                  <a16:creationId xmlns:a16="http://schemas.microsoft.com/office/drawing/2014/main" id="{AEA72730-DD56-4B99-A0B3-42A95EB0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395"/>
              <a:ext cx="11" cy="6"/>
            </a:xfrm>
            <a:custGeom>
              <a:avLst/>
              <a:gdLst>
                <a:gd name="T0" fmla="*/ 0 w 6"/>
                <a:gd name="T1" fmla="*/ 24 h 3"/>
                <a:gd name="T2" fmla="*/ 37 w 6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1"/>
                    <a:pt x="4" y="0"/>
                    <a:pt x="6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21" name="Freeform 2500">
              <a:extLst>
                <a:ext uri="{FF2B5EF4-FFF2-40B4-BE49-F238E27FC236}">
                  <a16:creationId xmlns:a16="http://schemas.microsoft.com/office/drawing/2014/main" id="{9E1847D0-C688-4CE0-9CCF-E0C825573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358"/>
              <a:ext cx="23" cy="5"/>
            </a:xfrm>
            <a:custGeom>
              <a:avLst/>
              <a:gdLst>
                <a:gd name="T0" fmla="*/ 0 w 12"/>
                <a:gd name="T1" fmla="*/ 13 h 3"/>
                <a:gd name="T2" fmla="*/ 84 w 12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3" y="1"/>
                    <a:pt x="8" y="0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22" name="Freeform 2501">
              <a:extLst>
                <a:ext uri="{FF2B5EF4-FFF2-40B4-BE49-F238E27FC236}">
                  <a16:creationId xmlns:a16="http://schemas.microsoft.com/office/drawing/2014/main" id="{C33A9F03-E485-4891-8E6B-C43938186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360"/>
              <a:ext cx="4" cy="16"/>
            </a:xfrm>
            <a:custGeom>
              <a:avLst/>
              <a:gdLst>
                <a:gd name="T0" fmla="*/ 16 w 2"/>
                <a:gd name="T1" fmla="*/ 0 h 9"/>
                <a:gd name="T2" fmla="*/ 16 w 2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3"/>
                    <a:pt x="0" y="7"/>
                    <a:pt x="2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23" name="Freeform 2502">
              <a:extLst>
                <a:ext uri="{FF2B5EF4-FFF2-40B4-BE49-F238E27FC236}">
                  <a16:creationId xmlns:a16="http://schemas.microsoft.com/office/drawing/2014/main" id="{067238BD-57C2-47AC-BD04-8D3133A93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328"/>
              <a:ext cx="9" cy="17"/>
            </a:xfrm>
            <a:custGeom>
              <a:avLst/>
              <a:gdLst>
                <a:gd name="T0" fmla="*/ 0 w 5"/>
                <a:gd name="T1" fmla="*/ 60 h 9"/>
                <a:gd name="T2" fmla="*/ 29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6"/>
                    <a:pt x="0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24" name="Freeform 2503">
              <a:extLst>
                <a:ext uri="{FF2B5EF4-FFF2-40B4-BE49-F238E27FC236}">
                  <a16:creationId xmlns:a16="http://schemas.microsoft.com/office/drawing/2014/main" id="{E4DA90C2-58BE-4BAA-851B-21513E421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287"/>
              <a:ext cx="10" cy="15"/>
            </a:xfrm>
            <a:custGeom>
              <a:avLst/>
              <a:gdLst>
                <a:gd name="T0" fmla="*/ 0 w 5"/>
                <a:gd name="T1" fmla="*/ 53 h 8"/>
                <a:gd name="T2" fmla="*/ 24 w 5"/>
                <a:gd name="T3" fmla="*/ 15 h 8"/>
                <a:gd name="T4" fmla="*/ 4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7"/>
                    <a:pt x="1" y="4"/>
                    <a:pt x="3" y="2"/>
                  </a:cubicBezTo>
                  <a:cubicBezTo>
                    <a:pt x="3" y="1"/>
                    <a:pt x="5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25" name="Freeform 2504">
              <a:extLst>
                <a:ext uri="{FF2B5EF4-FFF2-40B4-BE49-F238E27FC236}">
                  <a16:creationId xmlns:a16="http://schemas.microsoft.com/office/drawing/2014/main" id="{CC102D19-83D1-4C94-9125-6DC153F1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281"/>
              <a:ext cx="14" cy="11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0"/>
                    <a:pt x="5" y="3"/>
                    <a:pt x="7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26" name="Freeform 2505">
              <a:extLst>
                <a:ext uri="{FF2B5EF4-FFF2-40B4-BE49-F238E27FC236}">
                  <a16:creationId xmlns:a16="http://schemas.microsoft.com/office/drawing/2014/main" id="{5388F5B2-8AC9-408F-B5F3-583E51EDF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223"/>
              <a:ext cx="13" cy="13"/>
            </a:xfrm>
            <a:custGeom>
              <a:avLst/>
              <a:gdLst>
                <a:gd name="T0" fmla="*/ 0 w 7"/>
                <a:gd name="T1" fmla="*/ 0 h 7"/>
                <a:gd name="T2" fmla="*/ 45 w 7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4" y="2"/>
                    <a:pt x="6" y="3"/>
                    <a:pt x="7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27" name="Freeform 2506">
              <a:extLst>
                <a:ext uri="{FF2B5EF4-FFF2-40B4-BE49-F238E27FC236}">
                  <a16:creationId xmlns:a16="http://schemas.microsoft.com/office/drawing/2014/main" id="{1A5E92E0-4C0A-401F-8F4F-EE52936D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796"/>
              <a:ext cx="28" cy="56"/>
            </a:xfrm>
            <a:custGeom>
              <a:avLst/>
              <a:gdLst>
                <a:gd name="T0" fmla="*/ 0 w 15"/>
                <a:gd name="T1" fmla="*/ 7 h 30"/>
                <a:gd name="T2" fmla="*/ 32 w 15"/>
                <a:gd name="T3" fmla="*/ 196 h 30"/>
                <a:gd name="T4" fmla="*/ 84 w 15"/>
                <a:gd name="T5" fmla="*/ 181 h 30"/>
                <a:gd name="T6" fmla="*/ 84 w 15"/>
                <a:gd name="T7" fmla="*/ 97 h 30"/>
                <a:gd name="T8" fmla="*/ 60 w 1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0">
                  <a:moveTo>
                    <a:pt x="0" y="1"/>
                  </a:moveTo>
                  <a:cubicBezTo>
                    <a:pt x="1" y="11"/>
                    <a:pt x="3" y="20"/>
                    <a:pt x="5" y="30"/>
                  </a:cubicBezTo>
                  <a:cubicBezTo>
                    <a:pt x="6" y="26"/>
                    <a:pt x="11" y="24"/>
                    <a:pt x="13" y="28"/>
                  </a:cubicBezTo>
                  <a:cubicBezTo>
                    <a:pt x="15" y="25"/>
                    <a:pt x="14" y="18"/>
                    <a:pt x="13" y="15"/>
                  </a:cubicBezTo>
                  <a:cubicBezTo>
                    <a:pt x="13" y="10"/>
                    <a:pt x="12" y="3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28" name="Freeform 2507">
              <a:extLst>
                <a:ext uri="{FF2B5EF4-FFF2-40B4-BE49-F238E27FC236}">
                  <a16:creationId xmlns:a16="http://schemas.microsoft.com/office/drawing/2014/main" id="{44E1201F-EB30-4A2A-AA3C-202C970BF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781"/>
              <a:ext cx="28" cy="52"/>
            </a:xfrm>
            <a:custGeom>
              <a:avLst/>
              <a:gdLst>
                <a:gd name="T0" fmla="*/ 0 w 15"/>
                <a:gd name="T1" fmla="*/ 0 h 28"/>
                <a:gd name="T2" fmla="*/ 21 w 15"/>
                <a:gd name="T3" fmla="*/ 156 h 28"/>
                <a:gd name="T4" fmla="*/ 97 w 15"/>
                <a:gd name="T5" fmla="*/ 16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0" y="0"/>
                  </a:moveTo>
                  <a:cubicBezTo>
                    <a:pt x="2" y="8"/>
                    <a:pt x="1" y="16"/>
                    <a:pt x="3" y="24"/>
                  </a:cubicBezTo>
                  <a:cubicBezTo>
                    <a:pt x="4" y="28"/>
                    <a:pt x="11" y="28"/>
                    <a:pt x="15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29" name="Freeform 2508">
              <a:extLst>
                <a:ext uri="{FF2B5EF4-FFF2-40B4-BE49-F238E27FC236}">
                  <a16:creationId xmlns:a16="http://schemas.microsoft.com/office/drawing/2014/main" id="{BAAE7A1D-41B4-48D7-A0AD-F5FC14410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835"/>
              <a:ext cx="23" cy="4"/>
            </a:xfrm>
            <a:custGeom>
              <a:avLst/>
              <a:gdLst>
                <a:gd name="T0" fmla="*/ 0 w 12"/>
                <a:gd name="T1" fmla="*/ 8 h 2"/>
                <a:gd name="T2" fmla="*/ 84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1"/>
                  </a:moveTo>
                  <a:cubicBezTo>
                    <a:pt x="4" y="2"/>
                    <a:pt x="9" y="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30" name="Freeform 2509">
              <a:extLst>
                <a:ext uri="{FF2B5EF4-FFF2-40B4-BE49-F238E27FC236}">
                  <a16:creationId xmlns:a16="http://schemas.microsoft.com/office/drawing/2014/main" id="{31A8458E-EF0C-4C7C-A5FE-FF904B512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814"/>
              <a:ext cx="11" cy="19"/>
            </a:xfrm>
            <a:custGeom>
              <a:avLst/>
              <a:gdLst>
                <a:gd name="T0" fmla="*/ 0 w 6"/>
                <a:gd name="T1" fmla="*/ 68 h 10"/>
                <a:gd name="T2" fmla="*/ 37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5" y="8"/>
                    <a:pt x="3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31" name="Freeform 2510">
              <a:extLst>
                <a:ext uri="{FF2B5EF4-FFF2-40B4-BE49-F238E27FC236}">
                  <a16:creationId xmlns:a16="http://schemas.microsoft.com/office/drawing/2014/main" id="{3B8DA369-8740-4DFF-99AA-2D557F6C6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3146"/>
              <a:ext cx="21" cy="48"/>
            </a:xfrm>
            <a:custGeom>
              <a:avLst/>
              <a:gdLst>
                <a:gd name="T0" fmla="*/ 48 w 11"/>
                <a:gd name="T1" fmla="*/ 0 h 26"/>
                <a:gd name="T2" fmla="*/ 61 w 11"/>
                <a:gd name="T3" fmla="*/ 105 h 26"/>
                <a:gd name="T4" fmla="*/ 69 w 11"/>
                <a:gd name="T5" fmla="*/ 150 h 26"/>
                <a:gd name="T6" fmla="*/ 0 w 11"/>
                <a:gd name="T7" fmla="*/ 16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7" y="0"/>
                  </a:moveTo>
                  <a:cubicBezTo>
                    <a:pt x="8" y="5"/>
                    <a:pt x="9" y="12"/>
                    <a:pt x="9" y="17"/>
                  </a:cubicBezTo>
                  <a:cubicBezTo>
                    <a:pt x="9" y="19"/>
                    <a:pt x="11" y="22"/>
                    <a:pt x="10" y="24"/>
                  </a:cubicBezTo>
                  <a:cubicBezTo>
                    <a:pt x="9" y="26"/>
                    <a:pt x="2" y="26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32" name="Freeform 2511">
              <a:extLst>
                <a:ext uri="{FF2B5EF4-FFF2-40B4-BE49-F238E27FC236}">
                  <a16:creationId xmlns:a16="http://schemas.microsoft.com/office/drawing/2014/main" id="{18678110-AB78-48A7-BD20-3D0DE31FC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3161"/>
              <a:ext cx="30" cy="56"/>
            </a:xfrm>
            <a:custGeom>
              <a:avLst/>
              <a:gdLst>
                <a:gd name="T0" fmla="*/ 68 w 16"/>
                <a:gd name="T1" fmla="*/ 0 h 30"/>
                <a:gd name="T2" fmla="*/ 99 w 16"/>
                <a:gd name="T3" fmla="*/ 97 h 30"/>
                <a:gd name="T4" fmla="*/ 60 w 16"/>
                <a:gd name="T5" fmla="*/ 157 h 30"/>
                <a:gd name="T6" fmla="*/ 0 w 16"/>
                <a:gd name="T7" fmla="*/ 2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0">
                  <a:moveTo>
                    <a:pt x="10" y="0"/>
                  </a:moveTo>
                  <a:cubicBezTo>
                    <a:pt x="11" y="5"/>
                    <a:pt x="14" y="10"/>
                    <a:pt x="15" y="15"/>
                  </a:cubicBezTo>
                  <a:cubicBezTo>
                    <a:pt x="16" y="18"/>
                    <a:pt x="11" y="22"/>
                    <a:pt x="9" y="24"/>
                  </a:cubicBezTo>
                  <a:cubicBezTo>
                    <a:pt x="2" y="30"/>
                    <a:pt x="1" y="6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33" name="Freeform 2512">
              <a:extLst>
                <a:ext uri="{FF2B5EF4-FFF2-40B4-BE49-F238E27FC236}">
                  <a16:creationId xmlns:a16="http://schemas.microsoft.com/office/drawing/2014/main" id="{3F619032-449D-48E2-AD43-42037DBB1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3179"/>
              <a:ext cx="24" cy="12"/>
            </a:xfrm>
            <a:custGeom>
              <a:avLst/>
              <a:gdLst>
                <a:gd name="T0" fmla="*/ 0 w 13"/>
                <a:gd name="T1" fmla="*/ 24 h 6"/>
                <a:gd name="T2" fmla="*/ 81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3"/>
                  </a:moveTo>
                  <a:cubicBezTo>
                    <a:pt x="5" y="6"/>
                    <a:pt x="9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34" name="Freeform 2513">
              <a:extLst>
                <a:ext uri="{FF2B5EF4-FFF2-40B4-BE49-F238E27FC236}">
                  <a16:creationId xmlns:a16="http://schemas.microsoft.com/office/drawing/2014/main" id="{6C858C9C-3B7D-4584-AF28-52861F3DA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3193"/>
              <a:ext cx="17" cy="52"/>
            </a:xfrm>
            <a:custGeom>
              <a:avLst/>
              <a:gdLst>
                <a:gd name="T0" fmla="*/ 21 w 9"/>
                <a:gd name="T1" fmla="*/ 0 h 28"/>
                <a:gd name="T2" fmla="*/ 53 w 9"/>
                <a:gd name="T3" fmla="*/ 128 h 28"/>
                <a:gd name="T4" fmla="*/ 40 w 9"/>
                <a:gd name="T5" fmla="*/ 165 h 28"/>
                <a:gd name="T6" fmla="*/ 0 w 9"/>
                <a:gd name="T7" fmla="*/ 17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8">
                  <a:moveTo>
                    <a:pt x="3" y="0"/>
                  </a:moveTo>
                  <a:cubicBezTo>
                    <a:pt x="3" y="6"/>
                    <a:pt x="8" y="13"/>
                    <a:pt x="8" y="20"/>
                  </a:cubicBezTo>
                  <a:cubicBezTo>
                    <a:pt x="8" y="23"/>
                    <a:pt x="9" y="24"/>
                    <a:pt x="6" y="26"/>
                  </a:cubicBezTo>
                  <a:cubicBezTo>
                    <a:pt x="5" y="27"/>
                    <a:pt x="2" y="28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35" name="Freeform 2514">
              <a:extLst>
                <a:ext uri="{FF2B5EF4-FFF2-40B4-BE49-F238E27FC236}">
                  <a16:creationId xmlns:a16="http://schemas.microsoft.com/office/drawing/2014/main" id="{F018247D-8B17-406E-BBA5-B8A044FAD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241"/>
              <a:ext cx="13" cy="47"/>
            </a:xfrm>
            <a:custGeom>
              <a:avLst/>
              <a:gdLst>
                <a:gd name="T0" fmla="*/ 13 w 7"/>
                <a:gd name="T1" fmla="*/ 0 h 25"/>
                <a:gd name="T2" fmla="*/ 45 w 7"/>
                <a:gd name="T3" fmla="*/ 128 h 25"/>
                <a:gd name="T4" fmla="*/ 0 w 7"/>
                <a:gd name="T5" fmla="*/ 165 h 25"/>
                <a:gd name="T6" fmla="*/ 0 w 7"/>
                <a:gd name="T7" fmla="*/ 16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5">
                  <a:moveTo>
                    <a:pt x="2" y="0"/>
                  </a:moveTo>
                  <a:cubicBezTo>
                    <a:pt x="6" y="5"/>
                    <a:pt x="7" y="12"/>
                    <a:pt x="7" y="19"/>
                  </a:cubicBezTo>
                  <a:cubicBezTo>
                    <a:pt x="7" y="23"/>
                    <a:pt x="5" y="24"/>
                    <a:pt x="0" y="25"/>
                  </a:cubicBezTo>
                  <a:cubicBezTo>
                    <a:pt x="0" y="25"/>
                    <a:pt x="0" y="25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36" name="Freeform 2515">
              <a:extLst>
                <a:ext uri="{FF2B5EF4-FFF2-40B4-BE49-F238E27FC236}">
                  <a16:creationId xmlns:a16="http://schemas.microsoft.com/office/drawing/2014/main" id="{47B17D83-A9E9-4FA1-B4BC-BD5B9B8F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282"/>
              <a:ext cx="19" cy="45"/>
            </a:xfrm>
            <a:custGeom>
              <a:avLst/>
              <a:gdLst>
                <a:gd name="T0" fmla="*/ 15 w 10"/>
                <a:gd name="T1" fmla="*/ 0 h 24"/>
                <a:gd name="T2" fmla="*/ 55 w 10"/>
                <a:gd name="T3" fmla="*/ 128 h 24"/>
                <a:gd name="T4" fmla="*/ 0 w 10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2" y="0"/>
                  </a:moveTo>
                  <a:cubicBezTo>
                    <a:pt x="3" y="6"/>
                    <a:pt x="10" y="13"/>
                    <a:pt x="8" y="19"/>
                  </a:cubicBezTo>
                  <a:cubicBezTo>
                    <a:pt x="7" y="22"/>
                    <a:pt x="3" y="24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37" name="Freeform 2516">
              <a:extLst>
                <a:ext uri="{FF2B5EF4-FFF2-40B4-BE49-F238E27FC236}">
                  <a16:creationId xmlns:a16="http://schemas.microsoft.com/office/drawing/2014/main" id="{2C0994FB-D688-404C-9546-112444FB6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3322"/>
              <a:ext cx="19" cy="35"/>
            </a:xfrm>
            <a:custGeom>
              <a:avLst/>
              <a:gdLst>
                <a:gd name="T0" fmla="*/ 29 w 10"/>
                <a:gd name="T1" fmla="*/ 0 h 19"/>
                <a:gd name="T2" fmla="*/ 61 w 10"/>
                <a:gd name="T3" fmla="*/ 96 h 19"/>
                <a:gd name="T4" fmla="*/ 0 w 10"/>
                <a:gd name="T5" fmla="*/ 10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4" y="0"/>
                  </a:moveTo>
                  <a:cubicBezTo>
                    <a:pt x="5" y="3"/>
                    <a:pt x="10" y="11"/>
                    <a:pt x="9" y="15"/>
                  </a:cubicBezTo>
                  <a:cubicBezTo>
                    <a:pt x="8" y="17"/>
                    <a:pt x="1" y="19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38" name="Freeform 2517">
              <a:extLst>
                <a:ext uri="{FF2B5EF4-FFF2-40B4-BE49-F238E27FC236}">
                  <a16:creationId xmlns:a16="http://schemas.microsoft.com/office/drawing/2014/main" id="{B06584B2-62AE-400E-B7EC-5F6DC7184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3350"/>
              <a:ext cx="20" cy="43"/>
            </a:xfrm>
            <a:custGeom>
              <a:avLst/>
              <a:gdLst>
                <a:gd name="T0" fmla="*/ 24 w 11"/>
                <a:gd name="T1" fmla="*/ 0 h 23"/>
                <a:gd name="T2" fmla="*/ 49 w 11"/>
                <a:gd name="T3" fmla="*/ 60 h 23"/>
                <a:gd name="T4" fmla="*/ 60 w 11"/>
                <a:gd name="T5" fmla="*/ 120 h 23"/>
                <a:gd name="T6" fmla="*/ 7 w 11"/>
                <a:gd name="T7" fmla="*/ 144 h 23"/>
                <a:gd name="T8" fmla="*/ 7 w 11"/>
                <a:gd name="T9" fmla="*/ 14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4" y="0"/>
                  </a:moveTo>
                  <a:cubicBezTo>
                    <a:pt x="6" y="3"/>
                    <a:pt x="7" y="6"/>
                    <a:pt x="8" y="9"/>
                  </a:cubicBezTo>
                  <a:cubicBezTo>
                    <a:pt x="9" y="11"/>
                    <a:pt x="11" y="16"/>
                    <a:pt x="10" y="18"/>
                  </a:cubicBezTo>
                  <a:cubicBezTo>
                    <a:pt x="10" y="23"/>
                    <a:pt x="4" y="22"/>
                    <a:pt x="1" y="22"/>
                  </a:cubicBezTo>
                  <a:cubicBezTo>
                    <a:pt x="0" y="21"/>
                    <a:pt x="1" y="22"/>
                    <a:pt x="1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39" name="Freeform 2518">
              <a:extLst>
                <a:ext uri="{FF2B5EF4-FFF2-40B4-BE49-F238E27FC236}">
                  <a16:creationId xmlns:a16="http://schemas.microsoft.com/office/drawing/2014/main" id="{8E781F2B-9C4A-4362-96BC-1C2D8D97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3385"/>
              <a:ext cx="21" cy="38"/>
            </a:xfrm>
            <a:custGeom>
              <a:avLst/>
              <a:gdLst>
                <a:gd name="T0" fmla="*/ 36 w 11"/>
                <a:gd name="T1" fmla="*/ 0 h 20"/>
                <a:gd name="T2" fmla="*/ 55 w 11"/>
                <a:gd name="T3" fmla="*/ 55 h 20"/>
                <a:gd name="T4" fmla="*/ 76 w 11"/>
                <a:gd name="T5" fmla="*/ 129 h 20"/>
                <a:gd name="T6" fmla="*/ 48 w 11"/>
                <a:gd name="T7" fmla="*/ 129 h 20"/>
                <a:gd name="T8" fmla="*/ 0 w 11"/>
                <a:gd name="T9" fmla="*/ 129 h 20"/>
                <a:gd name="T10" fmla="*/ 0 w 11"/>
                <a:gd name="T11" fmla="*/ 12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0">
                  <a:moveTo>
                    <a:pt x="5" y="0"/>
                  </a:moveTo>
                  <a:cubicBezTo>
                    <a:pt x="5" y="3"/>
                    <a:pt x="7" y="5"/>
                    <a:pt x="8" y="8"/>
                  </a:cubicBezTo>
                  <a:cubicBezTo>
                    <a:pt x="9" y="11"/>
                    <a:pt x="10" y="15"/>
                    <a:pt x="11" y="19"/>
                  </a:cubicBezTo>
                  <a:cubicBezTo>
                    <a:pt x="10" y="20"/>
                    <a:pt x="9" y="19"/>
                    <a:pt x="7" y="19"/>
                  </a:cubicBezTo>
                  <a:cubicBezTo>
                    <a:pt x="5" y="19"/>
                    <a:pt x="3" y="19"/>
                    <a:pt x="0" y="19"/>
                  </a:cubicBezTo>
                  <a:cubicBezTo>
                    <a:pt x="0" y="19"/>
                    <a:pt x="0" y="19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40" name="Freeform 2519">
              <a:extLst>
                <a:ext uri="{FF2B5EF4-FFF2-40B4-BE49-F238E27FC236}">
                  <a16:creationId xmlns:a16="http://schemas.microsoft.com/office/drawing/2014/main" id="{8E04D112-5074-42C8-9F91-7ACDF9158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3421"/>
              <a:ext cx="3" cy="15"/>
            </a:xfrm>
            <a:custGeom>
              <a:avLst/>
              <a:gdLst>
                <a:gd name="T0" fmla="*/ 0 w 2"/>
                <a:gd name="T1" fmla="*/ 0 h 8"/>
                <a:gd name="T2" fmla="*/ 5 w 2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2"/>
                    <a:pt x="2" y="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41" name="Freeform 2520">
              <a:extLst>
                <a:ext uri="{FF2B5EF4-FFF2-40B4-BE49-F238E27FC236}">
                  <a16:creationId xmlns:a16="http://schemas.microsoft.com/office/drawing/2014/main" id="{2F622F06-C147-438F-A270-B680EEAF7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207"/>
              <a:ext cx="24" cy="34"/>
            </a:xfrm>
            <a:custGeom>
              <a:avLst/>
              <a:gdLst>
                <a:gd name="T0" fmla="*/ 0 w 13"/>
                <a:gd name="T1" fmla="*/ 0 h 18"/>
                <a:gd name="T2" fmla="*/ 37 w 13"/>
                <a:gd name="T3" fmla="*/ 113 h 18"/>
                <a:gd name="T4" fmla="*/ 81 w 13"/>
                <a:gd name="T5" fmla="*/ 11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0" y="0"/>
                  </a:moveTo>
                  <a:cubicBezTo>
                    <a:pt x="2" y="4"/>
                    <a:pt x="1" y="15"/>
                    <a:pt x="6" y="17"/>
                  </a:cubicBezTo>
                  <a:cubicBezTo>
                    <a:pt x="7" y="18"/>
                    <a:pt x="12" y="17"/>
                    <a:pt x="13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42" name="Freeform 2521">
              <a:extLst>
                <a:ext uri="{FF2B5EF4-FFF2-40B4-BE49-F238E27FC236}">
                  <a16:creationId xmlns:a16="http://schemas.microsoft.com/office/drawing/2014/main" id="{411E2F9B-7FF7-42A7-9D07-22465665A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39"/>
              <a:ext cx="20" cy="36"/>
            </a:xfrm>
            <a:custGeom>
              <a:avLst/>
              <a:gdLst>
                <a:gd name="T0" fmla="*/ 0 w 11"/>
                <a:gd name="T1" fmla="*/ 0 h 19"/>
                <a:gd name="T2" fmla="*/ 16 w 11"/>
                <a:gd name="T3" fmla="*/ 97 h 19"/>
                <a:gd name="T4" fmla="*/ 24 w 11"/>
                <a:gd name="T5" fmla="*/ 121 h 19"/>
                <a:gd name="T6" fmla="*/ 65 w 11"/>
                <a:gd name="T7" fmla="*/ 1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1" y="5"/>
                    <a:pt x="2" y="9"/>
                    <a:pt x="3" y="14"/>
                  </a:cubicBezTo>
                  <a:cubicBezTo>
                    <a:pt x="3" y="16"/>
                    <a:pt x="2" y="17"/>
                    <a:pt x="4" y="18"/>
                  </a:cubicBezTo>
                  <a:cubicBezTo>
                    <a:pt x="6" y="19"/>
                    <a:pt x="10" y="17"/>
                    <a:pt x="11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43" name="Freeform 2522">
              <a:extLst>
                <a:ext uri="{FF2B5EF4-FFF2-40B4-BE49-F238E27FC236}">
                  <a16:creationId xmlns:a16="http://schemas.microsoft.com/office/drawing/2014/main" id="{31E1B119-F45E-4F8D-9FAB-4CD776201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194"/>
              <a:ext cx="15" cy="73"/>
            </a:xfrm>
            <a:custGeom>
              <a:avLst/>
              <a:gdLst>
                <a:gd name="T0" fmla="*/ 0 w 8"/>
                <a:gd name="T1" fmla="*/ 0 h 39"/>
                <a:gd name="T2" fmla="*/ 53 w 8"/>
                <a:gd name="T3" fmla="*/ 256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cubicBezTo>
                    <a:pt x="3" y="12"/>
                    <a:pt x="6" y="27"/>
                    <a:pt x="8" y="3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44" name="Freeform 2523">
              <a:extLst>
                <a:ext uri="{FF2B5EF4-FFF2-40B4-BE49-F238E27FC236}">
                  <a16:creationId xmlns:a16="http://schemas.microsoft.com/office/drawing/2014/main" id="{27BEFEC1-5943-4E81-999B-03CC10A8C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73"/>
              <a:ext cx="30" cy="39"/>
            </a:xfrm>
            <a:custGeom>
              <a:avLst/>
              <a:gdLst>
                <a:gd name="T0" fmla="*/ 32 w 16"/>
                <a:gd name="T1" fmla="*/ 0 h 21"/>
                <a:gd name="T2" fmla="*/ 28 w 16"/>
                <a:gd name="T3" fmla="*/ 65 h 21"/>
                <a:gd name="T4" fmla="*/ 60 w 16"/>
                <a:gd name="T5" fmla="*/ 134 h 21"/>
                <a:gd name="T6" fmla="*/ 99 w 16"/>
                <a:gd name="T7" fmla="*/ 113 h 21"/>
                <a:gd name="T8" fmla="*/ 92 w 16"/>
                <a:gd name="T9" fmla="*/ 45 h 21"/>
                <a:gd name="T10" fmla="*/ 73 w 16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1">
                  <a:moveTo>
                    <a:pt x="5" y="0"/>
                  </a:moveTo>
                  <a:cubicBezTo>
                    <a:pt x="0" y="2"/>
                    <a:pt x="3" y="7"/>
                    <a:pt x="4" y="10"/>
                  </a:cubicBezTo>
                  <a:cubicBezTo>
                    <a:pt x="5" y="15"/>
                    <a:pt x="5" y="20"/>
                    <a:pt x="9" y="21"/>
                  </a:cubicBezTo>
                  <a:cubicBezTo>
                    <a:pt x="12" y="21"/>
                    <a:pt x="15" y="20"/>
                    <a:pt x="15" y="18"/>
                  </a:cubicBezTo>
                  <a:cubicBezTo>
                    <a:pt x="16" y="16"/>
                    <a:pt x="14" y="10"/>
                    <a:pt x="14" y="7"/>
                  </a:cubicBezTo>
                  <a:cubicBezTo>
                    <a:pt x="13" y="5"/>
                    <a:pt x="12" y="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45" name="Freeform 2524">
              <a:extLst>
                <a:ext uri="{FF2B5EF4-FFF2-40B4-BE49-F238E27FC236}">
                  <a16:creationId xmlns:a16="http://schemas.microsoft.com/office/drawing/2014/main" id="{62940427-2647-43BB-B086-B36341233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309"/>
              <a:ext cx="28" cy="43"/>
            </a:xfrm>
            <a:custGeom>
              <a:avLst/>
              <a:gdLst>
                <a:gd name="T0" fmla="*/ 7 w 15"/>
                <a:gd name="T1" fmla="*/ 7 h 23"/>
                <a:gd name="T2" fmla="*/ 52 w 15"/>
                <a:gd name="T3" fmla="*/ 150 h 23"/>
                <a:gd name="T4" fmla="*/ 97 w 15"/>
                <a:gd name="T5" fmla="*/ 129 h 23"/>
                <a:gd name="T6" fmla="*/ 73 w 15"/>
                <a:gd name="T7" fmla="*/ 45 h 23"/>
                <a:gd name="T8" fmla="*/ 52 w 1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1" y="1"/>
                  </a:moveTo>
                  <a:cubicBezTo>
                    <a:pt x="0" y="10"/>
                    <a:pt x="5" y="16"/>
                    <a:pt x="8" y="23"/>
                  </a:cubicBezTo>
                  <a:cubicBezTo>
                    <a:pt x="11" y="22"/>
                    <a:pt x="14" y="23"/>
                    <a:pt x="15" y="20"/>
                  </a:cubicBezTo>
                  <a:cubicBezTo>
                    <a:pt x="15" y="17"/>
                    <a:pt x="11" y="10"/>
                    <a:pt x="11" y="7"/>
                  </a:cubicBezTo>
                  <a:cubicBezTo>
                    <a:pt x="10" y="5"/>
                    <a:pt x="10" y="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46" name="Freeform 2525">
              <a:extLst>
                <a:ext uri="{FF2B5EF4-FFF2-40B4-BE49-F238E27FC236}">
                  <a16:creationId xmlns:a16="http://schemas.microsoft.com/office/drawing/2014/main" id="{6ACD044C-6188-408C-AB3B-21A9BE7CF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3348"/>
              <a:ext cx="31" cy="37"/>
            </a:xfrm>
            <a:custGeom>
              <a:avLst/>
              <a:gdLst>
                <a:gd name="T0" fmla="*/ 29 w 17"/>
                <a:gd name="T1" fmla="*/ 13 h 20"/>
                <a:gd name="T2" fmla="*/ 24 w 17"/>
                <a:gd name="T3" fmla="*/ 89 h 20"/>
                <a:gd name="T4" fmla="*/ 73 w 17"/>
                <a:gd name="T5" fmla="*/ 120 h 20"/>
                <a:gd name="T6" fmla="*/ 97 w 17"/>
                <a:gd name="T7" fmla="*/ 89 h 20"/>
                <a:gd name="T8" fmla="*/ 66 w 1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5" y="2"/>
                  </a:moveTo>
                  <a:cubicBezTo>
                    <a:pt x="0" y="5"/>
                    <a:pt x="3" y="9"/>
                    <a:pt x="4" y="14"/>
                  </a:cubicBezTo>
                  <a:cubicBezTo>
                    <a:pt x="6" y="19"/>
                    <a:pt x="7" y="20"/>
                    <a:pt x="12" y="19"/>
                  </a:cubicBezTo>
                  <a:cubicBezTo>
                    <a:pt x="16" y="18"/>
                    <a:pt x="17" y="19"/>
                    <a:pt x="16" y="14"/>
                  </a:cubicBezTo>
                  <a:cubicBezTo>
                    <a:pt x="15" y="10"/>
                    <a:pt x="13" y="4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47" name="Freeform 2526">
              <a:extLst>
                <a:ext uri="{FF2B5EF4-FFF2-40B4-BE49-F238E27FC236}">
                  <a16:creationId xmlns:a16="http://schemas.microsoft.com/office/drawing/2014/main" id="{81D1A7DF-DB3C-4CE2-84B9-72231CCCC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3380"/>
              <a:ext cx="26" cy="39"/>
            </a:xfrm>
            <a:custGeom>
              <a:avLst/>
              <a:gdLst>
                <a:gd name="T0" fmla="*/ 0 w 14"/>
                <a:gd name="T1" fmla="*/ 20 h 21"/>
                <a:gd name="T2" fmla="*/ 76 w 14"/>
                <a:gd name="T3" fmla="*/ 97 h 21"/>
                <a:gd name="T4" fmla="*/ 84 w 14"/>
                <a:gd name="T5" fmla="*/ 76 h 21"/>
                <a:gd name="T6" fmla="*/ 65 w 14"/>
                <a:gd name="T7" fmla="*/ 24 h 21"/>
                <a:gd name="T8" fmla="*/ 59 w 14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0" y="3"/>
                  </a:moveTo>
                  <a:cubicBezTo>
                    <a:pt x="1" y="9"/>
                    <a:pt x="4" y="21"/>
                    <a:pt x="12" y="15"/>
                  </a:cubicBezTo>
                  <a:cubicBezTo>
                    <a:pt x="14" y="14"/>
                    <a:pt x="14" y="15"/>
                    <a:pt x="13" y="12"/>
                  </a:cubicBezTo>
                  <a:cubicBezTo>
                    <a:pt x="13" y="9"/>
                    <a:pt x="11" y="7"/>
                    <a:pt x="10" y="4"/>
                  </a:cubicBezTo>
                  <a:cubicBezTo>
                    <a:pt x="9" y="3"/>
                    <a:pt x="10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48" name="Freeform 2527">
              <a:extLst>
                <a:ext uri="{FF2B5EF4-FFF2-40B4-BE49-F238E27FC236}">
                  <a16:creationId xmlns:a16="http://schemas.microsoft.com/office/drawing/2014/main" id="{420FA09B-5BC8-4F9E-B358-C137B4EF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413"/>
              <a:ext cx="5" cy="21"/>
            </a:xfrm>
            <a:custGeom>
              <a:avLst/>
              <a:gdLst>
                <a:gd name="T0" fmla="*/ 0 w 3"/>
                <a:gd name="T1" fmla="*/ 0 h 11"/>
                <a:gd name="T2" fmla="*/ 8 w 3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1" y="4"/>
                    <a:pt x="3" y="6"/>
                    <a:pt x="2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49" name="Freeform 2528">
              <a:extLst>
                <a:ext uri="{FF2B5EF4-FFF2-40B4-BE49-F238E27FC236}">
                  <a16:creationId xmlns:a16="http://schemas.microsoft.com/office/drawing/2014/main" id="{19973A43-1C26-4B7C-93E6-238852BD8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400"/>
              <a:ext cx="22" cy="6"/>
            </a:xfrm>
            <a:custGeom>
              <a:avLst/>
              <a:gdLst>
                <a:gd name="T0" fmla="*/ 0 w 12"/>
                <a:gd name="T1" fmla="*/ 24 h 3"/>
                <a:gd name="T2" fmla="*/ 73 w 12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3" y="2"/>
                    <a:pt x="10" y="0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50" name="Freeform 2529">
              <a:extLst>
                <a:ext uri="{FF2B5EF4-FFF2-40B4-BE49-F238E27FC236}">
                  <a16:creationId xmlns:a16="http://schemas.microsoft.com/office/drawing/2014/main" id="{9ADF9FCD-CC0C-4E7C-AFCE-BA7ECDE86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365"/>
              <a:ext cx="17" cy="3"/>
            </a:xfrm>
            <a:custGeom>
              <a:avLst/>
              <a:gdLst>
                <a:gd name="T0" fmla="*/ 0 w 9"/>
                <a:gd name="T1" fmla="*/ 8 h 2"/>
                <a:gd name="T2" fmla="*/ 60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1"/>
                    <a:pt x="6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51" name="Freeform 2530">
              <a:extLst>
                <a:ext uri="{FF2B5EF4-FFF2-40B4-BE49-F238E27FC236}">
                  <a16:creationId xmlns:a16="http://schemas.microsoft.com/office/drawing/2014/main" id="{E7A42247-0F81-4A42-86E0-588039AF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3327"/>
              <a:ext cx="21" cy="8"/>
            </a:xfrm>
            <a:custGeom>
              <a:avLst/>
              <a:gdLst>
                <a:gd name="T0" fmla="*/ 0 w 11"/>
                <a:gd name="T1" fmla="*/ 32 h 4"/>
                <a:gd name="T2" fmla="*/ 76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2"/>
                    <a:pt x="10" y="1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52" name="Freeform 2531">
              <a:extLst>
                <a:ext uri="{FF2B5EF4-FFF2-40B4-BE49-F238E27FC236}">
                  <a16:creationId xmlns:a16="http://schemas.microsoft.com/office/drawing/2014/main" id="{AB47896A-1187-497B-9BD6-61A659862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294"/>
              <a:ext cx="22" cy="7"/>
            </a:xfrm>
            <a:custGeom>
              <a:avLst/>
              <a:gdLst>
                <a:gd name="T0" fmla="*/ 0 w 12"/>
                <a:gd name="T1" fmla="*/ 21 h 4"/>
                <a:gd name="T2" fmla="*/ 73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2"/>
                    <a:pt x="8" y="0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53" name="Freeform 2532">
              <a:extLst>
                <a:ext uri="{FF2B5EF4-FFF2-40B4-BE49-F238E27FC236}">
                  <a16:creationId xmlns:a16="http://schemas.microsoft.com/office/drawing/2014/main" id="{F74D19E6-4B49-4828-AEDA-5EE28AACA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3252"/>
              <a:ext cx="28" cy="10"/>
            </a:xfrm>
            <a:custGeom>
              <a:avLst/>
              <a:gdLst>
                <a:gd name="T0" fmla="*/ 0 w 15"/>
                <a:gd name="T1" fmla="*/ 40 h 5"/>
                <a:gd name="T2" fmla="*/ 97 w 15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5" y="2"/>
                    <a:pt x="10" y="0"/>
                    <a:pt x="15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54" name="Freeform 2533">
              <a:extLst>
                <a:ext uri="{FF2B5EF4-FFF2-40B4-BE49-F238E27FC236}">
                  <a16:creationId xmlns:a16="http://schemas.microsoft.com/office/drawing/2014/main" id="{8E4BF95E-4C7B-4C5D-9B62-7784F2E0B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3217"/>
              <a:ext cx="24" cy="5"/>
            </a:xfrm>
            <a:custGeom>
              <a:avLst/>
              <a:gdLst>
                <a:gd name="T0" fmla="*/ 0 w 13"/>
                <a:gd name="T1" fmla="*/ 13 h 3"/>
                <a:gd name="T2" fmla="*/ 81 w 1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3"/>
                  </a:moveTo>
                  <a:cubicBezTo>
                    <a:pt x="4" y="1"/>
                    <a:pt x="8" y="0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55" name="Freeform 2534">
              <a:extLst>
                <a:ext uri="{FF2B5EF4-FFF2-40B4-BE49-F238E27FC236}">
                  <a16:creationId xmlns:a16="http://schemas.microsoft.com/office/drawing/2014/main" id="{461B2AE2-D12C-4773-A847-B35F4AB71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204"/>
              <a:ext cx="6" cy="13"/>
            </a:xfrm>
            <a:custGeom>
              <a:avLst/>
              <a:gdLst>
                <a:gd name="T0" fmla="*/ 0 w 3"/>
                <a:gd name="T1" fmla="*/ 0 h 7"/>
                <a:gd name="T2" fmla="*/ 8 w 3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3" y="5"/>
                    <a:pt x="1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56" name="Freeform 2535">
              <a:extLst>
                <a:ext uri="{FF2B5EF4-FFF2-40B4-BE49-F238E27FC236}">
                  <a16:creationId xmlns:a16="http://schemas.microsoft.com/office/drawing/2014/main" id="{278D5412-8D10-42B5-A724-7B5AFDD13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3236"/>
              <a:ext cx="6" cy="18"/>
            </a:xfrm>
            <a:custGeom>
              <a:avLst/>
              <a:gdLst>
                <a:gd name="T0" fmla="*/ 0 w 3"/>
                <a:gd name="T1" fmla="*/ 58 h 10"/>
                <a:gd name="T2" fmla="*/ 16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57" name="Freeform 2536">
              <a:extLst>
                <a:ext uri="{FF2B5EF4-FFF2-40B4-BE49-F238E27FC236}">
                  <a16:creationId xmlns:a16="http://schemas.microsoft.com/office/drawing/2014/main" id="{DAB2EC98-7229-4462-9C27-70AE1BB2D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299"/>
              <a:ext cx="9" cy="15"/>
            </a:xfrm>
            <a:custGeom>
              <a:avLst/>
              <a:gdLst>
                <a:gd name="T0" fmla="*/ 29 w 5"/>
                <a:gd name="T1" fmla="*/ 0 h 8"/>
                <a:gd name="T2" fmla="*/ 7 w 5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0" y="5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58" name="Freeform 2537">
              <a:extLst>
                <a:ext uri="{FF2B5EF4-FFF2-40B4-BE49-F238E27FC236}">
                  <a16:creationId xmlns:a16="http://schemas.microsoft.com/office/drawing/2014/main" id="{45D09CB5-8633-4DFB-B850-978891D77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331"/>
              <a:ext cx="15" cy="9"/>
            </a:xfrm>
            <a:custGeom>
              <a:avLst/>
              <a:gdLst>
                <a:gd name="T0" fmla="*/ 0 w 8"/>
                <a:gd name="T1" fmla="*/ 0 h 5"/>
                <a:gd name="T2" fmla="*/ 53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4" y="0"/>
                    <a:pt x="6" y="1"/>
                    <a:pt x="8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59" name="Freeform 2538">
              <a:extLst>
                <a:ext uri="{FF2B5EF4-FFF2-40B4-BE49-F238E27FC236}">
                  <a16:creationId xmlns:a16="http://schemas.microsoft.com/office/drawing/2014/main" id="{3AEA1E23-201B-47D5-93C2-2D01C35B9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368"/>
              <a:ext cx="8" cy="19"/>
            </a:xfrm>
            <a:custGeom>
              <a:avLst/>
              <a:gdLst>
                <a:gd name="T0" fmla="*/ 32 w 4"/>
                <a:gd name="T1" fmla="*/ 0 h 10"/>
                <a:gd name="T2" fmla="*/ 0 w 4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1" y="2"/>
                    <a:pt x="0" y="6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60" name="Freeform 2539">
              <a:extLst>
                <a:ext uri="{FF2B5EF4-FFF2-40B4-BE49-F238E27FC236}">
                  <a16:creationId xmlns:a16="http://schemas.microsoft.com/office/drawing/2014/main" id="{7C489A18-7025-46CE-843B-38C06B3B0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3387"/>
              <a:ext cx="8" cy="15"/>
            </a:xfrm>
            <a:custGeom>
              <a:avLst/>
              <a:gdLst>
                <a:gd name="T0" fmla="*/ 0 w 4"/>
                <a:gd name="T1" fmla="*/ 53 h 8"/>
                <a:gd name="T2" fmla="*/ 32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3" y="6"/>
                    <a:pt x="3" y="3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61" name="Freeform 2540">
              <a:extLst>
                <a:ext uri="{FF2B5EF4-FFF2-40B4-BE49-F238E27FC236}">
                  <a16:creationId xmlns:a16="http://schemas.microsoft.com/office/drawing/2014/main" id="{B5FBF86F-4F00-48F9-AD08-516905A6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3187"/>
              <a:ext cx="9" cy="13"/>
            </a:xfrm>
            <a:custGeom>
              <a:avLst/>
              <a:gdLst>
                <a:gd name="T0" fmla="*/ 7 w 5"/>
                <a:gd name="T1" fmla="*/ 45 h 7"/>
                <a:gd name="T2" fmla="*/ 29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0" y="4"/>
                    <a:pt x="3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62" name="Freeform 2541">
              <a:extLst>
                <a:ext uri="{FF2B5EF4-FFF2-40B4-BE49-F238E27FC236}">
                  <a16:creationId xmlns:a16="http://schemas.microsoft.com/office/drawing/2014/main" id="{66478BA1-F8F3-4D57-9DE6-19BE0E17E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43"/>
              <a:ext cx="10" cy="11"/>
            </a:xfrm>
            <a:custGeom>
              <a:avLst/>
              <a:gdLst>
                <a:gd name="T0" fmla="*/ 0 w 5"/>
                <a:gd name="T1" fmla="*/ 37 h 6"/>
                <a:gd name="T2" fmla="*/ 4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0" y="3"/>
                    <a:pt x="3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63" name="Freeform 2542">
              <a:extLst>
                <a:ext uri="{FF2B5EF4-FFF2-40B4-BE49-F238E27FC236}">
                  <a16:creationId xmlns:a16="http://schemas.microsoft.com/office/drawing/2014/main" id="{5B96604C-454D-4030-A987-FF61C0E69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099"/>
              <a:ext cx="30" cy="50"/>
            </a:xfrm>
            <a:custGeom>
              <a:avLst/>
              <a:gdLst>
                <a:gd name="T0" fmla="*/ 0 w 16"/>
                <a:gd name="T1" fmla="*/ 0 h 27"/>
                <a:gd name="T2" fmla="*/ 28 w 16"/>
                <a:gd name="T3" fmla="*/ 148 h 27"/>
                <a:gd name="T4" fmla="*/ 105 w 16"/>
                <a:gd name="T5" fmla="*/ 15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0" y="0"/>
                  </a:moveTo>
                  <a:cubicBezTo>
                    <a:pt x="2" y="7"/>
                    <a:pt x="1" y="16"/>
                    <a:pt x="4" y="23"/>
                  </a:cubicBezTo>
                  <a:cubicBezTo>
                    <a:pt x="5" y="27"/>
                    <a:pt x="12" y="27"/>
                    <a:pt x="16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64" name="Freeform 2543">
              <a:extLst>
                <a:ext uri="{FF2B5EF4-FFF2-40B4-BE49-F238E27FC236}">
                  <a16:creationId xmlns:a16="http://schemas.microsoft.com/office/drawing/2014/main" id="{FB256323-82A0-49A5-A685-D9676443A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3151"/>
              <a:ext cx="22" cy="6"/>
            </a:xfrm>
            <a:custGeom>
              <a:avLst/>
              <a:gdLst>
                <a:gd name="T0" fmla="*/ 0 w 12"/>
                <a:gd name="T1" fmla="*/ 16 h 3"/>
                <a:gd name="T2" fmla="*/ 73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2"/>
                  </a:moveTo>
                  <a:cubicBezTo>
                    <a:pt x="4" y="3"/>
                    <a:pt x="9" y="3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65" name="Freeform 2544">
              <a:extLst>
                <a:ext uri="{FF2B5EF4-FFF2-40B4-BE49-F238E27FC236}">
                  <a16:creationId xmlns:a16="http://schemas.microsoft.com/office/drawing/2014/main" id="{0C447AEC-363E-4C4C-BCDA-B30A95A08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129"/>
              <a:ext cx="9" cy="19"/>
            </a:xfrm>
            <a:custGeom>
              <a:avLst/>
              <a:gdLst>
                <a:gd name="T0" fmla="*/ 0 w 5"/>
                <a:gd name="T1" fmla="*/ 68 h 10"/>
                <a:gd name="T2" fmla="*/ 29 w 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5" y="9"/>
                    <a:pt x="3" y="3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66" name="Freeform 2545">
              <a:extLst>
                <a:ext uri="{FF2B5EF4-FFF2-40B4-BE49-F238E27FC236}">
                  <a16:creationId xmlns:a16="http://schemas.microsoft.com/office/drawing/2014/main" id="{18660710-F06E-4F26-AF2F-2349D5C4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408"/>
              <a:ext cx="7" cy="32"/>
            </a:xfrm>
            <a:custGeom>
              <a:avLst/>
              <a:gdLst>
                <a:gd name="T0" fmla="*/ 0 w 4"/>
                <a:gd name="T1" fmla="*/ 0 h 17"/>
                <a:gd name="T2" fmla="*/ 21 w 4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3" y="4"/>
                    <a:pt x="4" y="11"/>
                    <a:pt x="4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67" name="Freeform 2546">
              <a:extLst>
                <a:ext uri="{FF2B5EF4-FFF2-40B4-BE49-F238E27FC236}">
                  <a16:creationId xmlns:a16="http://schemas.microsoft.com/office/drawing/2014/main" id="{C649474F-5639-46E3-8FA0-E1F7C8C2F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095"/>
              <a:ext cx="20" cy="36"/>
            </a:xfrm>
            <a:custGeom>
              <a:avLst/>
              <a:gdLst>
                <a:gd name="T0" fmla="*/ 0 w 11"/>
                <a:gd name="T1" fmla="*/ 89 h 19"/>
                <a:gd name="T2" fmla="*/ 0 w 11"/>
                <a:gd name="T3" fmla="*/ 129 h 19"/>
                <a:gd name="T4" fmla="*/ 29 w 11"/>
                <a:gd name="T5" fmla="*/ 116 h 19"/>
                <a:gd name="T6" fmla="*/ 60 w 11"/>
                <a:gd name="T7" fmla="*/ 116 h 19"/>
                <a:gd name="T8" fmla="*/ 36 w 11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0" y="13"/>
                  </a:moveTo>
                  <a:cubicBezTo>
                    <a:pt x="0" y="15"/>
                    <a:pt x="0" y="17"/>
                    <a:pt x="0" y="19"/>
                  </a:cubicBezTo>
                  <a:cubicBezTo>
                    <a:pt x="2" y="19"/>
                    <a:pt x="3" y="18"/>
                    <a:pt x="5" y="17"/>
                  </a:cubicBezTo>
                  <a:cubicBezTo>
                    <a:pt x="7" y="17"/>
                    <a:pt x="8" y="17"/>
                    <a:pt x="10" y="17"/>
                  </a:cubicBezTo>
                  <a:cubicBezTo>
                    <a:pt x="11" y="13"/>
                    <a:pt x="9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68" name="Freeform 2547">
              <a:extLst>
                <a:ext uri="{FF2B5EF4-FFF2-40B4-BE49-F238E27FC236}">
                  <a16:creationId xmlns:a16="http://schemas.microsoft.com/office/drawing/2014/main" id="{1112A214-3955-4AD1-B8B8-9A5916F5D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129"/>
              <a:ext cx="7" cy="39"/>
            </a:xfrm>
            <a:custGeom>
              <a:avLst/>
              <a:gdLst>
                <a:gd name="T0" fmla="*/ 0 w 4"/>
                <a:gd name="T1" fmla="*/ 0 h 21"/>
                <a:gd name="T2" fmla="*/ 7 w 4"/>
                <a:gd name="T3" fmla="*/ 76 h 21"/>
                <a:gd name="T4" fmla="*/ 21 w 4"/>
                <a:gd name="T5" fmla="*/ 13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1" y="3"/>
                    <a:pt x="0" y="8"/>
                    <a:pt x="1" y="12"/>
                  </a:cubicBezTo>
                  <a:cubicBezTo>
                    <a:pt x="2" y="14"/>
                    <a:pt x="2" y="19"/>
                    <a:pt x="4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69" name="Freeform 2548">
              <a:extLst>
                <a:ext uri="{FF2B5EF4-FFF2-40B4-BE49-F238E27FC236}">
                  <a16:creationId xmlns:a16="http://schemas.microsoft.com/office/drawing/2014/main" id="{34A1DDA1-6D37-4714-BC0D-01102CAC5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3125"/>
              <a:ext cx="21" cy="41"/>
            </a:xfrm>
            <a:custGeom>
              <a:avLst/>
              <a:gdLst>
                <a:gd name="T0" fmla="*/ 0 w 11"/>
                <a:gd name="T1" fmla="*/ 142 h 22"/>
                <a:gd name="T2" fmla="*/ 61 w 11"/>
                <a:gd name="T3" fmla="*/ 121 h 22"/>
                <a:gd name="T4" fmla="*/ 40 w 1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0" y="22"/>
                  </a:moveTo>
                  <a:cubicBezTo>
                    <a:pt x="2" y="21"/>
                    <a:pt x="6" y="19"/>
                    <a:pt x="9" y="19"/>
                  </a:cubicBezTo>
                  <a:cubicBezTo>
                    <a:pt x="11" y="15"/>
                    <a:pt x="7" y="5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70" name="Freeform 2549">
              <a:extLst>
                <a:ext uri="{FF2B5EF4-FFF2-40B4-BE49-F238E27FC236}">
                  <a16:creationId xmlns:a16="http://schemas.microsoft.com/office/drawing/2014/main" id="{987DAFD5-77F5-4D00-BD2A-CB1B08BC2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227"/>
              <a:ext cx="17" cy="54"/>
            </a:xfrm>
            <a:custGeom>
              <a:avLst/>
              <a:gdLst>
                <a:gd name="T0" fmla="*/ 40 w 9"/>
                <a:gd name="T1" fmla="*/ 0 h 29"/>
                <a:gd name="T2" fmla="*/ 53 w 9"/>
                <a:gd name="T3" fmla="*/ 156 h 29"/>
                <a:gd name="T4" fmla="*/ 40 w 9"/>
                <a:gd name="T5" fmla="*/ 181 h 29"/>
                <a:gd name="T6" fmla="*/ 0 w 9"/>
                <a:gd name="T7" fmla="*/ 18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9">
                  <a:moveTo>
                    <a:pt x="6" y="0"/>
                  </a:moveTo>
                  <a:cubicBezTo>
                    <a:pt x="6" y="8"/>
                    <a:pt x="9" y="16"/>
                    <a:pt x="8" y="24"/>
                  </a:cubicBezTo>
                  <a:cubicBezTo>
                    <a:pt x="7" y="27"/>
                    <a:pt x="8" y="27"/>
                    <a:pt x="6" y="28"/>
                  </a:cubicBezTo>
                  <a:cubicBezTo>
                    <a:pt x="5" y="29"/>
                    <a:pt x="1" y="29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71" name="Freeform 2550">
              <a:extLst>
                <a:ext uri="{FF2B5EF4-FFF2-40B4-BE49-F238E27FC236}">
                  <a16:creationId xmlns:a16="http://schemas.microsoft.com/office/drawing/2014/main" id="{337DC38F-06B6-4A67-A7E2-1AF448D8D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275"/>
              <a:ext cx="19" cy="53"/>
            </a:xfrm>
            <a:custGeom>
              <a:avLst/>
              <a:gdLst>
                <a:gd name="T0" fmla="*/ 36 w 10"/>
                <a:gd name="T1" fmla="*/ 0 h 28"/>
                <a:gd name="T2" fmla="*/ 55 w 10"/>
                <a:gd name="T3" fmla="*/ 144 h 28"/>
                <a:gd name="T4" fmla="*/ 0 w 10"/>
                <a:gd name="T5" fmla="*/ 16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5" y="0"/>
                  </a:moveTo>
                  <a:cubicBezTo>
                    <a:pt x="6" y="6"/>
                    <a:pt x="10" y="15"/>
                    <a:pt x="8" y="21"/>
                  </a:cubicBezTo>
                  <a:cubicBezTo>
                    <a:pt x="7" y="23"/>
                    <a:pt x="1" y="28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72" name="Freeform 2551">
              <a:extLst>
                <a:ext uri="{FF2B5EF4-FFF2-40B4-BE49-F238E27FC236}">
                  <a16:creationId xmlns:a16="http://schemas.microsoft.com/office/drawing/2014/main" id="{BF2E5E36-DD58-4582-8C12-EEAD42B8D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315"/>
              <a:ext cx="17" cy="60"/>
            </a:xfrm>
            <a:custGeom>
              <a:avLst/>
              <a:gdLst>
                <a:gd name="T0" fmla="*/ 47 w 9"/>
                <a:gd name="T1" fmla="*/ 0 h 32"/>
                <a:gd name="T2" fmla="*/ 53 w 9"/>
                <a:gd name="T3" fmla="*/ 73 h 32"/>
                <a:gd name="T4" fmla="*/ 60 w 9"/>
                <a:gd name="T5" fmla="*/ 165 h 32"/>
                <a:gd name="T6" fmla="*/ 40 w 9"/>
                <a:gd name="T7" fmla="*/ 197 h 32"/>
                <a:gd name="T8" fmla="*/ 0 w 9"/>
                <a:gd name="T9" fmla="*/ 19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2">
                  <a:moveTo>
                    <a:pt x="7" y="0"/>
                  </a:moveTo>
                  <a:cubicBezTo>
                    <a:pt x="6" y="3"/>
                    <a:pt x="8" y="8"/>
                    <a:pt x="8" y="11"/>
                  </a:cubicBezTo>
                  <a:cubicBezTo>
                    <a:pt x="9" y="16"/>
                    <a:pt x="9" y="20"/>
                    <a:pt x="9" y="25"/>
                  </a:cubicBezTo>
                  <a:cubicBezTo>
                    <a:pt x="9" y="28"/>
                    <a:pt x="9" y="28"/>
                    <a:pt x="6" y="30"/>
                  </a:cubicBezTo>
                  <a:cubicBezTo>
                    <a:pt x="5" y="30"/>
                    <a:pt x="1" y="32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73" name="Freeform 2552">
              <a:extLst>
                <a:ext uri="{FF2B5EF4-FFF2-40B4-BE49-F238E27FC236}">
                  <a16:creationId xmlns:a16="http://schemas.microsoft.com/office/drawing/2014/main" id="{56D31F6A-E978-4954-8F92-65732FBF3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369"/>
              <a:ext cx="6" cy="19"/>
            </a:xfrm>
            <a:custGeom>
              <a:avLst/>
              <a:gdLst>
                <a:gd name="T0" fmla="*/ 0 w 3"/>
                <a:gd name="T1" fmla="*/ 0 h 10"/>
                <a:gd name="T2" fmla="*/ 16 w 3"/>
                <a:gd name="T3" fmla="*/ 36 h 10"/>
                <a:gd name="T4" fmla="*/ 24 w 3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  <a:cubicBezTo>
                    <a:pt x="3" y="5"/>
                    <a:pt x="3" y="10"/>
                    <a:pt x="3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74" name="Freeform 2553">
              <a:extLst>
                <a:ext uri="{FF2B5EF4-FFF2-40B4-BE49-F238E27FC236}">
                  <a16:creationId xmlns:a16="http://schemas.microsoft.com/office/drawing/2014/main" id="{B1569A63-7EF3-4E87-9AE7-FE30013DC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240"/>
              <a:ext cx="22" cy="49"/>
            </a:xfrm>
            <a:custGeom>
              <a:avLst/>
              <a:gdLst>
                <a:gd name="T0" fmla="*/ 0 w 12"/>
                <a:gd name="T1" fmla="*/ 173 h 26"/>
                <a:gd name="T2" fmla="*/ 68 w 12"/>
                <a:gd name="T3" fmla="*/ 113 h 26"/>
                <a:gd name="T4" fmla="*/ 61 w 1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7" y="26"/>
                    <a:pt x="10" y="24"/>
                    <a:pt x="11" y="17"/>
                  </a:cubicBezTo>
                  <a:cubicBezTo>
                    <a:pt x="12" y="11"/>
                    <a:pt x="10" y="6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75" name="Freeform 2554">
              <a:extLst>
                <a:ext uri="{FF2B5EF4-FFF2-40B4-BE49-F238E27FC236}">
                  <a16:creationId xmlns:a16="http://schemas.microsoft.com/office/drawing/2014/main" id="{C53EF776-7478-4CB6-B204-59A965AA9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236"/>
              <a:ext cx="28" cy="54"/>
            </a:xfrm>
            <a:custGeom>
              <a:avLst/>
              <a:gdLst>
                <a:gd name="T0" fmla="*/ 0 w 15"/>
                <a:gd name="T1" fmla="*/ 37 h 29"/>
                <a:gd name="T2" fmla="*/ 0 w 15"/>
                <a:gd name="T3" fmla="*/ 89 h 29"/>
                <a:gd name="T4" fmla="*/ 21 w 15"/>
                <a:gd name="T5" fmla="*/ 173 h 29"/>
                <a:gd name="T6" fmla="*/ 84 w 15"/>
                <a:gd name="T7" fmla="*/ 149 h 29"/>
                <a:gd name="T8" fmla="*/ 73 w 15"/>
                <a:gd name="T9" fmla="*/ 37 h 29"/>
                <a:gd name="T10" fmla="*/ 45 w 15"/>
                <a:gd name="T11" fmla="*/ 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9">
                  <a:moveTo>
                    <a:pt x="0" y="6"/>
                  </a:moveTo>
                  <a:cubicBezTo>
                    <a:pt x="0" y="8"/>
                    <a:pt x="0" y="11"/>
                    <a:pt x="0" y="14"/>
                  </a:cubicBezTo>
                  <a:cubicBezTo>
                    <a:pt x="1" y="16"/>
                    <a:pt x="1" y="26"/>
                    <a:pt x="3" y="27"/>
                  </a:cubicBezTo>
                  <a:cubicBezTo>
                    <a:pt x="6" y="29"/>
                    <a:pt x="12" y="26"/>
                    <a:pt x="13" y="23"/>
                  </a:cubicBezTo>
                  <a:cubicBezTo>
                    <a:pt x="15" y="18"/>
                    <a:pt x="12" y="11"/>
                    <a:pt x="11" y="6"/>
                  </a:cubicBezTo>
                  <a:cubicBezTo>
                    <a:pt x="11" y="3"/>
                    <a:pt x="11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76" name="Freeform 2555">
              <a:extLst>
                <a:ext uri="{FF2B5EF4-FFF2-40B4-BE49-F238E27FC236}">
                  <a16:creationId xmlns:a16="http://schemas.microsoft.com/office/drawing/2014/main" id="{418CEDC6-E9E2-4186-A8D7-6F87766EF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877"/>
              <a:ext cx="23" cy="41"/>
            </a:xfrm>
            <a:custGeom>
              <a:avLst/>
              <a:gdLst>
                <a:gd name="T0" fmla="*/ 8 w 12"/>
                <a:gd name="T1" fmla="*/ 0 h 22"/>
                <a:gd name="T2" fmla="*/ 23 w 12"/>
                <a:gd name="T3" fmla="*/ 121 h 22"/>
                <a:gd name="T4" fmla="*/ 84 w 12"/>
                <a:gd name="T5" fmla="*/ 12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1" y="0"/>
                  </a:moveTo>
                  <a:cubicBezTo>
                    <a:pt x="0" y="8"/>
                    <a:pt x="1" y="12"/>
                    <a:pt x="3" y="19"/>
                  </a:cubicBezTo>
                  <a:cubicBezTo>
                    <a:pt x="6" y="22"/>
                    <a:pt x="12" y="19"/>
                    <a:pt x="12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77" name="Freeform 2556">
              <a:extLst>
                <a:ext uri="{FF2B5EF4-FFF2-40B4-BE49-F238E27FC236}">
                  <a16:creationId xmlns:a16="http://schemas.microsoft.com/office/drawing/2014/main" id="{C5B88AC6-578F-467C-B24C-649745121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916"/>
              <a:ext cx="32" cy="51"/>
            </a:xfrm>
            <a:custGeom>
              <a:avLst/>
              <a:gdLst>
                <a:gd name="T0" fmla="*/ 8 w 17"/>
                <a:gd name="T1" fmla="*/ 0 h 27"/>
                <a:gd name="T2" fmla="*/ 21 w 17"/>
                <a:gd name="T3" fmla="*/ 47 h 27"/>
                <a:gd name="T4" fmla="*/ 40 w 17"/>
                <a:gd name="T5" fmla="*/ 128 h 27"/>
                <a:gd name="T6" fmla="*/ 68 w 17"/>
                <a:gd name="T7" fmla="*/ 168 h 27"/>
                <a:gd name="T8" fmla="*/ 113 w 17"/>
                <a:gd name="T9" fmla="*/ 17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0" y="2"/>
                    <a:pt x="2" y="5"/>
                    <a:pt x="3" y="7"/>
                  </a:cubicBezTo>
                  <a:cubicBezTo>
                    <a:pt x="4" y="11"/>
                    <a:pt x="5" y="15"/>
                    <a:pt x="6" y="19"/>
                  </a:cubicBezTo>
                  <a:cubicBezTo>
                    <a:pt x="7" y="21"/>
                    <a:pt x="8" y="24"/>
                    <a:pt x="10" y="25"/>
                  </a:cubicBezTo>
                  <a:cubicBezTo>
                    <a:pt x="11" y="26"/>
                    <a:pt x="16" y="27"/>
                    <a:pt x="17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78" name="Freeform 2557">
              <a:extLst>
                <a:ext uri="{FF2B5EF4-FFF2-40B4-BE49-F238E27FC236}">
                  <a16:creationId xmlns:a16="http://schemas.microsoft.com/office/drawing/2014/main" id="{633161F4-0A8B-4F9A-B671-538E8D65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963"/>
              <a:ext cx="28" cy="43"/>
            </a:xfrm>
            <a:custGeom>
              <a:avLst/>
              <a:gdLst>
                <a:gd name="T0" fmla="*/ 0 w 15"/>
                <a:gd name="T1" fmla="*/ 0 h 23"/>
                <a:gd name="T2" fmla="*/ 32 w 15"/>
                <a:gd name="T3" fmla="*/ 120 h 23"/>
                <a:gd name="T4" fmla="*/ 52 w 15"/>
                <a:gd name="T5" fmla="*/ 144 h 23"/>
                <a:gd name="T6" fmla="*/ 97 w 15"/>
                <a:gd name="T7" fmla="*/ 136 h 23"/>
                <a:gd name="T8" fmla="*/ 91 w 15"/>
                <a:gd name="T9" fmla="*/ 13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1" y="7"/>
                    <a:pt x="2" y="12"/>
                    <a:pt x="5" y="18"/>
                  </a:cubicBezTo>
                  <a:cubicBezTo>
                    <a:pt x="6" y="19"/>
                    <a:pt x="7" y="22"/>
                    <a:pt x="8" y="22"/>
                  </a:cubicBezTo>
                  <a:cubicBezTo>
                    <a:pt x="9" y="23"/>
                    <a:pt x="13" y="22"/>
                    <a:pt x="15" y="21"/>
                  </a:cubicBezTo>
                  <a:cubicBezTo>
                    <a:pt x="15" y="21"/>
                    <a:pt x="14" y="21"/>
                    <a:pt x="14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79" name="Freeform 2558">
              <a:extLst>
                <a:ext uri="{FF2B5EF4-FFF2-40B4-BE49-F238E27FC236}">
                  <a16:creationId xmlns:a16="http://schemas.microsoft.com/office/drawing/2014/main" id="{D8099D87-2785-4878-8E33-F82A87AF1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08"/>
              <a:ext cx="22" cy="39"/>
            </a:xfrm>
            <a:custGeom>
              <a:avLst/>
              <a:gdLst>
                <a:gd name="T0" fmla="*/ 0 w 12"/>
                <a:gd name="T1" fmla="*/ 0 h 21"/>
                <a:gd name="T2" fmla="*/ 24 w 12"/>
                <a:gd name="T3" fmla="*/ 113 h 21"/>
                <a:gd name="T4" fmla="*/ 37 w 12"/>
                <a:gd name="T5" fmla="*/ 134 h 21"/>
                <a:gd name="T6" fmla="*/ 73 w 12"/>
                <a:gd name="T7" fmla="*/ 1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2" y="5"/>
                    <a:pt x="2" y="12"/>
                    <a:pt x="4" y="18"/>
                  </a:cubicBezTo>
                  <a:cubicBezTo>
                    <a:pt x="5" y="20"/>
                    <a:pt x="4" y="20"/>
                    <a:pt x="6" y="21"/>
                  </a:cubicBezTo>
                  <a:cubicBezTo>
                    <a:pt x="7" y="21"/>
                    <a:pt x="11" y="20"/>
                    <a:pt x="12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80" name="Freeform 2559">
              <a:extLst>
                <a:ext uri="{FF2B5EF4-FFF2-40B4-BE49-F238E27FC236}">
                  <a16:creationId xmlns:a16="http://schemas.microsoft.com/office/drawing/2014/main" id="{E23C187A-51D2-4EB0-9C66-A3185978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047"/>
              <a:ext cx="24" cy="39"/>
            </a:xfrm>
            <a:custGeom>
              <a:avLst/>
              <a:gdLst>
                <a:gd name="T0" fmla="*/ 0 w 13"/>
                <a:gd name="T1" fmla="*/ 0 h 21"/>
                <a:gd name="T2" fmla="*/ 31 w 13"/>
                <a:gd name="T3" fmla="*/ 113 h 21"/>
                <a:gd name="T4" fmla="*/ 81 w 13"/>
                <a:gd name="T5" fmla="*/ 1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1" y="5"/>
                    <a:pt x="1" y="13"/>
                    <a:pt x="5" y="18"/>
                  </a:cubicBezTo>
                  <a:cubicBezTo>
                    <a:pt x="6" y="20"/>
                    <a:pt x="13" y="21"/>
                    <a:pt x="13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81" name="Freeform 2560">
              <a:extLst>
                <a:ext uri="{FF2B5EF4-FFF2-40B4-BE49-F238E27FC236}">
                  <a16:creationId xmlns:a16="http://schemas.microsoft.com/office/drawing/2014/main" id="{01E5682C-2D37-4669-ABB0-53D903C47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892"/>
              <a:ext cx="30" cy="45"/>
            </a:xfrm>
            <a:custGeom>
              <a:avLst/>
              <a:gdLst>
                <a:gd name="T0" fmla="*/ 0 w 16"/>
                <a:gd name="T1" fmla="*/ 39 h 24"/>
                <a:gd name="T2" fmla="*/ 28 w 16"/>
                <a:gd name="T3" fmla="*/ 120 h 24"/>
                <a:gd name="T4" fmla="*/ 73 w 16"/>
                <a:gd name="T5" fmla="*/ 137 h 24"/>
                <a:gd name="T6" fmla="*/ 84 w 16"/>
                <a:gd name="T7" fmla="*/ 73 h 24"/>
                <a:gd name="T8" fmla="*/ 68 w 16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0" y="6"/>
                  </a:moveTo>
                  <a:cubicBezTo>
                    <a:pt x="2" y="10"/>
                    <a:pt x="2" y="14"/>
                    <a:pt x="4" y="18"/>
                  </a:cubicBezTo>
                  <a:cubicBezTo>
                    <a:pt x="6" y="22"/>
                    <a:pt x="7" y="24"/>
                    <a:pt x="11" y="21"/>
                  </a:cubicBezTo>
                  <a:cubicBezTo>
                    <a:pt x="16" y="18"/>
                    <a:pt x="15" y="16"/>
                    <a:pt x="13" y="11"/>
                  </a:cubicBezTo>
                  <a:cubicBezTo>
                    <a:pt x="12" y="8"/>
                    <a:pt x="10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82" name="Freeform 2561">
              <a:extLst>
                <a:ext uri="{FF2B5EF4-FFF2-40B4-BE49-F238E27FC236}">
                  <a16:creationId xmlns:a16="http://schemas.microsoft.com/office/drawing/2014/main" id="{DD7F600E-C357-49B4-B47D-6F21C094B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909"/>
              <a:ext cx="17" cy="5"/>
            </a:xfrm>
            <a:custGeom>
              <a:avLst/>
              <a:gdLst>
                <a:gd name="T0" fmla="*/ 60 w 9"/>
                <a:gd name="T1" fmla="*/ 0 h 3"/>
                <a:gd name="T2" fmla="*/ 0 w 9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6" y="2"/>
                    <a:pt x="3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83" name="Freeform 2562">
              <a:extLst>
                <a:ext uri="{FF2B5EF4-FFF2-40B4-BE49-F238E27FC236}">
                  <a16:creationId xmlns:a16="http://schemas.microsoft.com/office/drawing/2014/main" id="{98E65485-4E03-48EF-9A2F-F8E4E80C4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925"/>
              <a:ext cx="27" cy="23"/>
            </a:xfrm>
            <a:custGeom>
              <a:avLst/>
              <a:gdLst>
                <a:gd name="T0" fmla="*/ 0 w 14"/>
                <a:gd name="T1" fmla="*/ 0 h 12"/>
                <a:gd name="T2" fmla="*/ 44 w 14"/>
                <a:gd name="T3" fmla="*/ 77 h 12"/>
                <a:gd name="T4" fmla="*/ 100 w 14"/>
                <a:gd name="T5" fmla="*/ 6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2" y="3"/>
                    <a:pt x="2" y="10"/>
                    <a:pt x="6" y="11"/>
                  </a:cubicBezTo>
                  <a:cubicBezTo>
                    <a:pt x="8" y="12"/>
                    <a:pt x="13" y="11"/>
                    <a:pt x="14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84" name="Freeform 2563">
              <a:extLst>
                <a:ext uri="{FF2B5EF4-FFF2-40B4-BE49-F238E27FC236}">
                  <a16:creationId xmlns:a16="http://schemas.microsoft.com/office/drawing/2014/main" id="{2E779A21-DB3C-4650-A74B-26B33DA7E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946"/>
              <a:ext cx="20" cy="21"/>
            </a:xfrm>
            <a:custGeom>
              <a:avLst/>
              <a:gdLst>
                <a:gd name="T0" fmla="*/ 44 w 11"/>
                <a:gd name="T1" fmla="*/ 0 h 11"/>
                <a:gd name="T2" fmla="*/ 44 w 11"/>
                <a:gd name="T3" fmla="*/ 61 h 11"/>
                <a:gd name="T4" fmla="*/ 0 w 11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8" y="3"/>
                    <a:pt x="11" y="6"/>
                    <a:pt x="7" y="9"/>
                  </a:cubicBezTo>
                  <a:cubicBezTo>
                    <a:pt x="5" y="10"/>
                    <a:pt x="2" y="11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85" name="Freeform 2564">
              <a:extLst>
                <a:ext uri="{FF2B5EF4-FFF2-40B4-BE49-F238E27FC236}">
                  <a16:creationId xmlns:a16="http://schemas.microsoft.com/office/drawing/2014/main" id="{119A2C7C-22F7-4953-841F-5BAA37825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963"/>
              <a:ext cx="11" cy="41"/>
            </a:xfrm>
            <a:custGeom>
              <a:avLst/>
              <a:gdLst>
                <a:gd name="T0" fmla="*/ 0 w 6"/>
                <a:gd name="T1" fmla="*/ 0 h 22"/>
                <a:gd name="T2" fmla="*/ 31 w 6"/>
                <a:gd name="T3" fmla="*/ 112 h 22"/>
                <a:gd name="T4" fmla="*/ 0 w 6"/>
                <a:gd name="T5" fmla="*/ 14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cubicBezTo>
                    <a:pt x="1" y="6"/>
                    <a:pt x="4" y="11"/>
                    <a:pt x="5" y="17"/>
                  </a:cubicBezTo>
                  <a:cubicBezTo>
                    <a:pt x="6" y="21"/>
                    <a:pt x="4" y="21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86" name="Freeform 2565">
              <a:extLst>
                <a:ext uri="{FF2B5EF4-FFF2-40B4-BE49-F238E27FC236}">
                  <a16:creationId xmlns:a16="http://schemas.microsoft.com/office/drawing/2014/main" id="{1C496552-2AE6-4C12-840F-01F1D0D4F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000"/>
              <a:ext cx="28" cy="40"/>
            </a:xfrm>
            <a:custGeom>
              <a:avLst/>
              <a:gdLst>
                <a:gd name="T0" fmla="*/ 32 w 15"/>
                <a:gd name="T1" fmla="*/ 0 h 21"/>
                <a:gd name="T2" fmla="*/ 84 w 15"/>
                <a:gd name="T3" fmla="*/ 97 h 21"/>
                <a:gd name="T4" fmla="*/ 52 w 15"/>
                <a:gd name="T5" fmla="*/ 137 h 21"/>
                <a:gd name="T6" fmla="*/ 0 w 15"/>
                <a:gd name="T7" fmla="*/ 2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5" y="0"/>
                  </a:moveTo>
                  <a:cubicBezTo>
                    <a:pt x="8" y="2"/>
                    <a:pt x="11" y="10"/>
                    <a:pt x="13" y="14"/>
                  </a:cubicBezTo>
                  <a:cubicBezTo>
                    <a:pt x="14" y="19"/>
                    <a:pt x="15" y="21"/>
                    <a:pt x="8" y="20"/>
                  </a:cubicBezTo>
                  <a:cubicBezTo>
                    <a:pt x="1" y="19"/>
                    <a:pt x="2" y="9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87" name="Freeform 2566">
              <a:extLst>
                <a:ext uri="{FF2B5EF4-FFF2-40B4-BE49-F238E27FC236}">
                  <a16:creationId xmlns:a16="http://schemas.microsoft.com/office/drawing/2014/main" id="{75192E90-1E8B-45F5-9DE7-161F3AC45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967"/>
              <a:ext cx="17" cy="37"/>
            </a:xfrm>
            <a:custGeom>
              <a:avLst/>
              <a:gdLst>
                <a:gd name="T0" fmla="*/ 0 w 9"/>
                <a:gd name="T1" fmla="*/ 0 h 20"/>
                <a:gd name="T2" fmla="*/ 47 w 9"/>
                <a:gd name="T3" fmla="*/ 1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1" y="6"/>
                    <a:pt x="9" y="13"/>
                    <a:pt x="7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88" name="Freeform 2567">
              <a:extLst>
                <a:ext uri="{FF2B5EF4-FFF2-40B4-BE49-F238E27FC236}">
                  <a16:creationId xmlns:a16="http://schemas.microsoft.com/office/drawing/2014/main" id="{CD19980F-2D46-4FDA-BB58-DD9B283BD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935"/>
              <a:ext cx="8" cy="30"/>
            </a:xfrm>
            <a:custGeom>
              <a:avLst/>
              <a:gdLst>
                <a:gd name="T0" fmla="*/ 0 w 4"/>
                <a:gd name="T1" fmla="*/ 0 h 16"/>
                <a:gd name="T2" fmla="*/ 32 w 4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3" y="5"/>
                    <a:pt x="4" y="12"/>
                    <a:pt x="4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89" name="Freeform 2568">
              <a:extLst>
                <a:ext uri="{FF2B5EF4-FFF2-40B4-BE49-F238E27FC236}">
                  <a16:creationId xmlns:a16="http://schemas.microsoft.com/office/drawing/2014/main" id="{74000625-BD18-41AD-B49B-0BBB315DD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978"/>
              <a:ext cx="23" cy="7"/>
            </a:xfrm>
            <a:custGeom>
              <a:avLst/>
              <a:gdLst>
                <a:gd name="T0" fmla="*/ 84 w 12"/>
                <a:gd name="T1" fmla="*/ 0 h 4"/>
                <a:gd name="T2" fmla="*/ 0 w 12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cubicBezTo>
                    <a:pt x="12" y="4"/>
                    <a:pt x="3" y="3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90" name="Freeform 2569">
              <a:extLst>
                <a:ext uri="{FF2B5EF4-FFF2-40B4-BE49-F238E27FC236}">
                  <a16:creationId xmlns:a16="http://schemas.microsoft.com/office/drawing/2014/main" id="{250B421A-9430-4B30-9F6A-62E064FEA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959"/>
              <a:ext cx="5" cy="23"/>
            </a:xfrm>
            <a:custGeom>
              <a:avLst/>
              <a:gdLst>
                <a:gd name="T0" fmla="*/ 0 w 3"/>
                <a:gd name="T1" fmla="*/ 0 h 12"/>
                <a:gd name="T2" fmla="*/ 13 w 3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2" y="3"/>
                    <a:pt x="2" y="9"/>
                    <a:pt x="3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91" name="Freeform 2570">
              <a:extLst>
                <a:ext uri="{FF2B5EF4-FFF2-40B4-BE49-F238E27FC236}">
                  <a16:creationId xmlns:a16="http://schemas.microsoft.com/office/drawing/2014/main" id="{B87C60EE-459E-4C06-A627-AD86D2336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12"/>
              <a:ext cx="27" cy="5"/>
            </a:xfrm>
            <a:custGeom>
              <a:avLst/>
              <a:gdLst>
                <a:gd name="T0" fmla="*/ 100 w 14"/>
                <a:gd name="T1" fmla="*/ 0 h 3"/>
                <a:gd name="T2" fmla="*/ 0 w 1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14" y="0"/>
                  </a:moveTo>
                  <a:cubicBezTo>
                    <a:pt x="10" y="3"/>
                    <a:pt x="4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92" name="Freeform 2571">
              <a:extLst>
                <a:ext uri="{FF2B5EF4-FFF2-40B4-BE49-F238E27FC236}">
                  <a16:creationId xmlns:a16="http://schemas.microsoft.com/office/drawing/2014/main" id="{606EE6EF-DE64-4145-B30B-DBCF42AB5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982"/>
              <a:ext cx="13" cy="11"/>
            </a:xfrm>
            <a:custGeom>
              <a:avLst/>
              <a:gdLst>
                <a:gd name="T0" fmla="*/ 0 w 7"/>
                <a:gd name="T1" fmla="*/ 7 h 6"/>
                <a:gd name="T2" fmla="*/ 45 w 7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3" y="0"/>
                    <a:pt x="7" y="3"/>
                    <a:pt x="7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93" name="Freeform 2572">
              <a:extLst>
                <a:ext uri="{FF2B5EF4-FFF2-40B4-BE49-F238E27FC236}">
                  <a16:creationId xmlns:a16="http://schemas.microsoft.com/office/drawing/2014/main" id="{32B9F470-D8F5-45BD-8FDE-EB4AC0E21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36"/>
              <a:ext cx="32" cy="26"/>
            </a:xfrm>
            <a:custGeom>
              <a:avLst/>
              <a:gdLst>
                <a:gd name="T0" fmla="*/ 113 w 17"/>
                <a:gd name="T1" fmla="*/ 69 h 14"/>
                <a:gd name="T2" fmla="*/ 28 w 17"/>
                <a:gd name="T3" fmla="*/ 65 h 14"/>
                <a:gd name="T4" fmla="*/ 0 w 1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11"/>
                  </a:moveTo>
                  <a:cubicBezTo>
                    <a:pt x="14" y="12"/>
                    <a:pt x="6" y="14"/>
                    <a:pt x="4" y="10"/>
                  </a:cubicBezTo>
                  <a:cubicBezTo>
                    <a:pt x="3" y="7"/>
                    <a:pt x="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94" name="Freeform 2573">
              <a:extLst>
                <a:ext uri="{FF2B5EF4-FFF2-40B4-BE49-F238E27FC236}">
                  <a16:creationId xmlns:a16="http://schemas.microsoft.com/office/drawing/2014/main" id="{BC57D35B-A946-4D45-8BE4-2AB166C89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045"/>
              <a:ext cx="4" cy="11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95" name="Freeform 2574">
              <a:extLst>
                <a:ext uri="{FF2B5EF4-FFF2-40B4-BE49-F238E27FC236}">
                  <a16:creationId xmlns:a16="http://schemas.microsoft.com/office/drawing/2014/main" id="{0E2BBC2E-6885-400C-9295-FE1CDF6A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916"/>
              <a:ext cx="7" cy="13"/>
            </a:xfrm>
            <a:custGeom>
              <a:avLst/>
              <a:gdLst>
                <a:gd name="T0" fmla="*/ 21 w 4"/>
                <a:gd name="T1" fmla="*/ 0 h 7"/>
                <a:gd name="T2" fmla="*/ 7 w 4"/>
                <a:gd name="T3" fmla="*/ 20 h 7"/>
                <a:gd name="T4" fmla="*/ 0 w 4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3" y="1"/>
                    <a:pt x="2" y="1"/>
                    <a:pt x="1" y="3"/>
                  </a:cubicBezTo>
                  <a:cubicBezTo>
                    <a:pt x="1" y="4"/>
                    <a:pt x="1" y="6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96" name="Freeform 2575">
              <a:extLst>
                <a:ext uri="{FF2B5EF4-FFF2-40B4-BE49-F238E27FC236}">
                  <a16:creationId xmlns:a16="http://schemas.microsoft.com/office/drawing/2014/main" id="{FFF56C80-47CE-4ABD-8204-091C73EFB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58"/>
              <a:ext cx="19" cy="15"/>
            </a:xfrm>
            <a:custGeom>
              <a:avLst/>
              <a:gdLst>
                <a:gd name="T0" fmla="*/ 55 w 10"/>
                <a:gd name="T1" fmla="*/ 0 h 8"/>
                <a:gd name="T2" fmla="*/ 40 w 10"/>
                <a:gd name="T3" fmla="*/ 39 h 8"/>
                <a:gd name="T4" fmla="*/ 0 w 10"/>
                <a:gd name="T5" fmla="*/ 5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0"/>
                  </a:moveTo>
                  <a:cubicBezTo>
                    <a:pt x="9" y="4"/>
                    <a:pt x="10" y="5"/>
                    <a:pt x="6" y="6"/>
                  </a:cubicBezTo>
                  <a:cubicBezTo>
                    <a:pt x="4" y="7"/>
                    <a:pt x="2" y="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97" name="Freeform 2576">
              <a:extLst>
                <a:ext uri="{FF2B5EF4-FFF2-40B4-BE49-F238E27FC236}">
                  <a16:creationId xmlns:a16="http://schemas.microsoft.com/office/drawing/2014/main" id="{B45441F9-45DE-4211-8879-78B53F07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040"/>
              <a:ext cx="39" cy="69"/>
            </a:xfrm>
            <a:custGeom>
              <a:avLst/>
              <a:gdLst>
                <a:gd name="T0" fmla="*/ 89 w 21"/>
                <a:gd name="T1" fmla="*/ 117 h 37"/>
                <a:gd name="T2" fmla="*/ 128 w 21"/>
                <a:gd name="T3" fmla="*/ 218 h 37"/>
                <a:gd name="T4" fmla="*/ 84 w 21"/>
                <a:gd name="T5" fmla="*/ 241 h 37"/>
                <a:gd name="T6" fmla="*/ 52 w 21"/>
                <a:gd name="T7" fmla="*/ 117 h 37"/>
                <a:gd name="T8" fmla="*/ 24 w 21"/>
                <a:gd name="T9" fmla="*/ 39 h 37"/>
                <a:gd name="T10" fmla="*/ 0 w 21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7">
                  <a:moveTo>
                    <a:pt x="14" y="18"/>
                  </a:moveTo>
                  <a:cubicBezTo>
                    <a:pt x="16" y="19"/>
                    <a:pt x="21" y="31"/>
                    <a:pt x="20" y="34"/>
                  </a:cubicBezTo>
                  <a:cubicBezTo>
                    <a:pt x="19" y="36"/>
                    <a:pt x="15" y="37"/>
                    <a:pt x="13" y="37"/>
                  </a:cubicBezTo>
                  <a:cubicBezTo>
                    <a:pt x="12" y="30"/>
                    <a:pt x="9" y="24"/>
                    <a:pt x="8" y="18"/>
                  </a:cubicBezTo>
                  <a:cubicBezTo>
                    <a:pt x="8" y="14"/>
                    <a:pt x="6" y="10"/>
                    <a:pt x="4" y="6"/>
                  </a:cubicBez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98" name="Freeform 2577">
              <a:extLst>
                <a:ext uri="{FF2B5EF4-FFF2-40B4-BE49-F238E27FC236}">
                  <a16:creationId xmlns:a16="http://schemas.microsoft.com/office/drawing/2014/main" id="{BF42003D-46E1-4A63-97AA-0B7BFCA3A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103"/>
              <a:ext cx="27" cy="43"/>
            </a:xfrm>
            <a:custGeom>
              <a:avLst/>
              <a:gdLst>
                <a:gd name="T0" fmla="*/ 44 w 14"/>
                <a:gd name="T1" fmla="*/ 0 h 23"/>
                <a:gd name="T2" fmla="*/ 64 w 14"/>
                <a:gd name="T3" fmla="*/ 32 h 23"/>
                <a:gd name="T4" fmla="*/ 93 w 14"/>
                <a:gd name="T5" fmla="*/ 97 h 23"/>
                <a:gd name="T6" fmla="*/ 64 w 14"/>
                <a:gd name="T7" fmla="*/ 144 h 23"/>
                <a:gd name="T8" fmla="*/ 8 w 14"/>
                <a:gd name="T9" fmla="*/ 92 h 23"/>
                <a:gd name="T10" fmla="*/ 0 w 14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3">
                  <a:moveTo>
                    <a:pt x="6" y="0"/>
                  </a:moveTo>
                  <a:cubicBezTo>
                    <a:pt x="8" y="1"/>
                    <a:pt x="8" y="3"/>
                    <a:pt x="9" y="5"/>
                  </a:cubicBezTo>
                  <a:cubicBezTo>
                    <a:pt x="10" y="9"/>
                    <a:pt x="12" y="12"/>
                    <a:pt x="13" y="15"/>
                  </a:cubicBezTo>
                  <a:cubicBezTo>
                    <a:pt x="14" y="19"/>
                    <a:pt x="13" y="23"/>
                    <a:pt x="9" y="22"/>
                  </a:cubicBezTo>
                  <a:cubicBezTo>
                    <a:pt x="6" y="22"/>
                    <a:pt x="3" y="17"/>
                    <a:pt x="1" y="14"/>
                  </a:cubicBezTo>
                  <a:cubicBezTo>
                    <a:pt x="0" y="11"/>
                    <a:pt x="0" y="7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99" name="Freeform 2578">
              <a:extLst>
                <a:ext uri="{FF2B5EF4-FFF2-40B4-BE49-F238E27FC236}">
                  <a16:creationId xmlns:a16="http://schemas.microsoft.com/office/drawing/2014/main" id="{A5A914A9-F4A5-461A-89F5-D0F7E3E89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141"/>
              <a:ext cx="22" cy="45"/>
            </a:xfrm>
            <a:custGeom>
              <a:avLst/>
              <a:gdLst>
                <a:gd name="T0" fmla="*/ 37 w 12"/>
                <a:gd name="T1" fmla="*/ 0 h 24"/>
                <a:gd name="T2" fmla="*/ 73 w 12"/>
                <a:gd name="T3" fmla="*/ 133 h 24"/>
                <a:gd name="T4" fmla="*/ 13 w 12"/>
                <a:gd name="T5" fmla="*/ 113 h 24"/>
                <a:gd name="T6" fmla="*/ 13 w 12"/>
                <a:gd name="T7" fmla="*/ 73 h 24"/>
                <a:gd name="T8" fmla="*/ 0 w 12"/>
                <a:gd name="T9" fmla="*/ 1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4">
                  <a:moveTo>
                    <a:pt x="6" y="0"/>
                  </a:moveTo>
                  <a:cubicBezTo>
                    <a:pt x="9" y="5"/>
                    <a:pt x="12" y="13"/>
                    <a:pt x="12" y="20"/>
                  </a:cubicBezTo>
                  <a:cubicBezTo>
                    <a:pt x="7" y="19"/>
                    <a:pt x="5" y="24"/>
                    <a:pt x="2" y="17"/>
                  </a:cubicBezTo>
                  <a:cubicBezTo>
                    <a:pt x="2" y="15"/>
                    <a:pt x="2" y="13"/>
                    <a:pt x="2" y="11"/>
                  </a:cubicBezTo>
                  <a:cubicBezTo>
                    <a:pt x="2" y="8"/>
                    <a:pt x="0" y="5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00" name="Freeform 2579">
              <a:extLst>
                <a:ext uri="{FF2B5EF4-FFF2-40B4-BE49-F238E27FC236}">
                  <a16:creationId xmlns:a16="http://schemas.microsoft.com/office/drawing/2014/main" id="{4F4E7468-7F16-4932-85DB-304FAE95B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081"/>
              <a:ext cx="26" cy="43"/>
            </a:xfrm>
            <a:custGeom>
              <a:avLst/>
              <a:gdLst>
                <a:gd name="T0" fmla="*/ 0 w 14"/>
                <a:gd name="T1" fmla="*/ 0 h 23"/>
                <a:gd name="T2" fmla="*/ 20 w 14"/>
                <a:gd name="T3" fmla="*/ 73 h 23"/>
                <a:gd name="T4" fmla="*/ 45 w 14"/>
                <a:gd name="T5" fmla="*/ 144 h 23"/>
                <a:gd name="T6" fmla="*/ 89 w 14"/>
                <a:gd name="T7" fmla="*/ 13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1" y="4"/>
                    <a:pt x="2" y="8"/>
                    <a:pt x="3" y="11"/>
                  </a:cubicBezTo>
                  <a:cubicBezTo>
                    <a:pt x="4" y="13"/>
                    <a:pt x="5" y="21"/>
                    <a:pt x="7" y="22"/>
                  </a:cubicBezTo>
                  <a:cubicBezTo>
                    <a:pt x="9" y="23"/>
                    <a:pt x="14" y="22"/>
                    <a:pt x="14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01" name="Freeform 2580">
              <a:extLst>
                <a:ext uri="{FF2B5EF4-FFF2-40B4-BE49-F238E27FC236}">
                  <a16:creationId xmlns:a16="http://schemas.microsoft.com/office/drawing/2014/main" id="{43CB6CB8-5172-41CD-BFFD-132C1D421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098"/>
              <a:ext cx="24" cy="7"/>
            </a:xfrm>
            <a:custGeom>
              <a:avLst/>
              <a:gdLst>
                <a:gd name="T0" fmla="*/ 81 w 13"/>
                <a:gd name="T1" fmla="*/ 0 h 4"/>
                <a:gd name="T2" fmla="*/ 0 w 13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13" y="0"/>
                  </a:moveTo>
                  <a:cubicBezTo>
                    <a:pt x="11" y="2"/>
                    <a:pt x="4" y="4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02" name="Freeform 2581">
              <a:extLst>
                <a:ext uri="{FF2B5EF4-FFF2-40B4-BE49-F238E27FC236}">
                  <a16:creationId xmlns:a16="http://schemas.microsoft.com/office/drawing/2014/main" id="{1B725475-4405-4A17-8B1C-713F7AEEA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058"/>
              <a:ext cx="14" cy="13"/>
            </a:xfrm>
            <a:custGeom>
              <a:avLst/>
              <a:gdLst>
                <a:gd name="T0" fmla="*/ 44 w 8"/>
                <a:gd name="T1" fmla="*/ 45 h 7"/>
                <a:gd name="T2" fmla="*/ 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4"/>
                    <a:pt x="4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03" name="Freeform 2582">
              <a:extLst>
                <a:ext uri="{FF2B5EF4-FFF2-40B4-BE49-F238E27FC236}">
                  <a16:creationId xmlns:a16="http://schemas.microsoft.com/office/drawing/2014/main" id="{99B765E1-1F26-46DF-81DF-91882B0F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120"/>
              <a:ext cx="27" cy="32"/>
            </a:xfrm>
            <a:custGeom>
              <a:avLst/>
              <a:gdLst>
                <a:gd name="T0" fmla="*/ 0 w 14"/>
                <a:gd name="T1" fmla="*/ 0 h 17"/>
                <a:gd name="T2" fmla="*/ 15 w 14"/>
                <a:gd name="T3" fmla="*/ 45 h 17"/>
                <a:gd name="T4" fmla="*/ 29 w 14"/>
                <a:gd name="T5" fmla="*/ 92 h 17"/>
                <a:gd name="T6" fmla="*/ 100 w 14"/>
                <a:gd name="T7" fmla="*/ 8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9"/>
                    <a:pt x="3" y="13"/>
                    <a:pt x="4" y="14"/>
                  </a:cubicBezTo>
                  <a:cubicBezTo>
                    <a:pt x="7" y="17"/>
                    <a:pt x="12" y="15"/>
                    <a:pt x="14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04" name="Freeform 2583">
              <a:extLst>
                <a:ext uri="{FF2B5EF4-FFF2-40B4-BE49-F238E27FC236}">
                  <a16:creationId xmlns:a16="http://schemas.microsoft.com/office/drawing/2014/main" id="{5DB9CC5D-D00B-4AFE-B969-B82958F6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148"/>
              <a:ext cx="34" cy="41"/>
            </a:xfrm>
            <a:custGeom>
              <a:avLst/>
              <a:gdLst>
                <a:gd name="T0" fmla="*/ 21 w 18"/>
                <a:gd name="T1" fmla="*/ 0 h 22"/>
                <a:gd name="T2" fmla="*/ 21 w 18"/>
                <a:gd name="T3" fmla="*/ 60 h 22"/>
                <a:gd name="T4" fmla="*/ 47 w 18"/>
                <a:gd name="T5" fmla="*/ 121 h 22"/>
                <a:gd name="T6" fmla="*/ 121 w 18"/>
                <a:gd name="T7" fmla="*/ 10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2">
                  <a:moveTo>
                    <a:pt x="3" y="0"/>
                  </a:moveTo>
                  <a:cubicBezTo>
                    <a:pt x="0" y="0"/>
                    <a:pt x="3" y="7"/>
                    <a:pt x="3" y="9"/>
                  </a:cubicBezTo>
                  <a:cubicBezTo>
                    <a:pt x="4" y="11"/>
                    <a:pt x="4" y="17"/>
                    <a:pt x="7" y="19"/>
                  </a:cubicBezTo>
                  <a:cubicBezTo>
                    <a:pt x="10" y="22"/>
                    <a:pt x="16" y="18"/>
                    <a:pt x="18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05" name="Freeform 2584">
              <a:extLst>
                <a:ext uri="{FF2B5EF4-FFF2-40B4-BE49-F238E27FC236}">
                  <a16:creationId xmlns:a16="http://schemas.microsoft.com/office/drawing/2014/main" id="{33ABBD8B-25DE-48DC-9D26-C76B6EEF1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186"/>
              <a:ext cx="26" cy="31"/>
            </a:xfrm>
            <a:custGeom>
              <a:avLst/>
              <a:gdLst>
                <a:gd name="T0" fmla="*/ 0 w 14"/>
                <a:gd name="T1" fmla="*/ 0 h 17"/>
                <a:gd name="T2" fmla="*/ 20 w 14"/>
                <a:gd name="T3" fmla="*/ 53 h 17"/>
                <a:gd name="T4" fmla="*/ 32 w 14"/>
                <a:gd name="T5" fmla="*/ 89 h 17"/>
                <a:gd name="T6" fmla="*/ 89 w 14"/>
                <a:gd name="T7" fmla="*/ 8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1" y="3"/>
                    <a:pt x="2" y="6"/>
                    <a:pt x="3" y="9"/>
                  </a:cubicBezTo>
                  <a:cubicBezTo>
                    <a:pt x="3" y="10"/>
                    <a:pt x="4" y="14"/>
                    <a:pt x="5" y="15"/>
                  </a:cubicBezTo>
                  <a:cubicBezTo>
                    <a:pt x="8" y="17"/>
                    <a:pt x="12" y="16"/>
                    <a:pt x="14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06" name="Freeform 2585">
              <a:extLst>
                <a:ext uri="{FF2B5EF4-FFF2-40B4-BE49-F238E27FC236}">
                  <a16:creationId xmlns:a16="http://schemas.microsoft.com/office/drawing/2014/main" id="{D7325E38-8B6C-4D64-9504-D7EA7E894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178"/>
              <a:ext cx="19" cy="34"/>
            </a:xfrm>
            <a:custGeom>
              <a:avLst/>
              <a:gdLst>
                <a:gd name="T0" fmla="*/ 29 w 10"/>
                <a:gd name="T1" fmla="*/ 8 h 18"/>
                <a:gd name="T2" fmla="*/ 48 w 10"/>
                <a:gd name="T3" fmla="*/ 15 h 18"/>
                <a:gd name="T4" fmla="*/ 61 w 10"/>
                <a:gd name="T5" fmla="*/ 76 h 18"/>
                <a:gd name="T6" fmla="*/ 0 w 10"/>
                <a:gd name="T7" fmla="*/ 11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4" y="1"/>
                  </a:moveTo>
                  <a:cubicBezTo>
                    <a:pt x="6" y="0"/>
                    <a:pt x="6" y="1"/>
                    <a:pt x="7" y="2"/>
                  </a:cubicBezTo>
                  <a:cubicBezTo>
                    <a:pt x="7" y="3"/>
                    <a:pt x="9" y="9"/>
                    <a:pt x="9" y="11"/>
                  </a:cubicBezTo>
                  <a:cubicBezTo>
                    <a:pt x="10" y="15"/>
                    <a:pt x="3" y="18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07" name="Freeform 2586">
              <a:extLst>
                <a:ext uri="{FF2B5EF4-FFF2-40B4-BE49-F238E27FC236}">
                  <a16:creationId xmlns:a16="http://schemas.microsoft.com/office/drawing/2014/main" id="{D5499B62-9E30-4579-8FC7-CD82BD800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08"/>
              <a:ext cx="15" cy="37"/>
            </a:xfrm>
            <a:custGeom>
              <a:avLst/>
              <a:gdLst>
                <a:gd name="T0" fmla="*/ 15 w 8"/>
                <a:gd name="T1" fmla="*/ 0 h 20"/>
                <a:gd name="T2" fmla="*/ 32 w 8"/>
                <a:gd name="T3" fmla="*/ 57 h 20"/>
                <a:gd name="T4" fmla="*/ 39 w 8"/>
                <a:gd name="T5" fmla="*/ 113 h 20"/>
                <a:gd name="T6" fmla="*/ 0 w 8"/>
                <a:gd name="T7" fmla="*/ 12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2" y="0"/>
                  </a:moveTo>
                  <a:cubicBezTo>
                    <a:pt x="3" y="3"/>
                    <a:pt x="4" y="6"/>
                    <a:pt x="5" y="9"/>
                  </a:cubicBezTo>
                  <a:cubicBezTo>
                    <a:pt x="5" y="11"/>
                    <a:pt x="8" y="16"/>
                    <a:pt x="6" y="18"/>
                  </a:cubicBezTo>
                  <a:cubicBezTo>
                    <a:pt x="5" y="19"/>
                    <a:pt x="1" y="20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08" name="Freeform 2587">
              <a:extLst>
                <a:ext uri="{FF2B5EF4-FFF2-40B4-BE49-F238E27FC236}">
                  <a16:creationId xmlns:a16="http://schemas.microsoft.com/office/drawing/2014/main" id="{23FE05BC-E81D-434D-BB90-568BA928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180"/>
              <a:ext cx="9" cy="30"/>
            </a:xfrm>
            <a:custGeom>
              <a:avLst/>
              <a:gdLst>
                <a:gd name="T0" fmla="*/ 0 w 5"/>
                <a:gd name="T1" fmla="*/ 0 h 16"/>
                <a:gd name="T2" fmla="*/ 29 w 5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2" y="5"/>
                    <a:pt x="4" y="11"/>
                    <a:pt x="5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09" name="Freeform 2588">
              <a:extLst>
                <a:ext uri="{FF2B5EF4-FFF2-40B4-BE49-F238E27FC236}">
                  <a16:creationId xmlns:a16="http://schemas.microsoft.com/office/drawing/2014/main" id="{1DBB53C7-D30F-49C3-AA28-0C7D2937D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12"/>
              <a:ext cx="11" cy="32"/>
            </a:xfrm>
            <a:custGeom>
              <a:avLst/>
              <a:gdLst>
                <a:gd name="T0" fmla="*/ 0 w 6"/>
                <a:gd name="T1" fmla="*/ 0 h 17"/>
                <a:gd name="T2" fmla="*/ 37 w 6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3" y="5"/>
                    <a:pt x="3" y="13"/>
                    <a:pt x="6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10" name="Freeform 2589">
              <a:extLst>
                <a:ext uri="{FF2B5EF4-FFF2-40B4-BE49-F238E27FC236}">
                  <a16:creationId xmlns:a16="http://schemas.microsoft.com/office/drawing/2014/main" id="{F8CB77BF-665C-4007-B92C-D8120287D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133"/>
              <a:ext cx="19" cy="6"/>
            </a:xfrm>
            <a:custGeom>
              <a:avLst/>
              <a:gdLst>
                <a:gd name="T0" fmla="*/ 68 w 10"/>
                <a:gd name="T1" fmla="*/ 0 h 3"/>
                <a:gd name="T2" fmla="*/ 0 w 10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8" y="3"/>
                    <a:pt x="3" y="3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11" name="Freeform 2590">
              <a:extLst>
                <a:ext uri="{FF2B5EF4-FFF2-40B4-BE49-F238E27FC236}">
                  <a16:creationId xmlns:a16="http://schemas.microsoft.com/office/drawing/2014/main" id="{3A0BCD1A-73E8-4F59-9BCC-9CACE44C8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74"/>
              <a:ext cx="11" cy="4"/>
            </a:xfrm>
            <a:custGeom>
              <a:avLst/>
              <a:gdLst>
                <a:gd name="T0" fmla="*/ 37 w 6"/>
                <a:gd name="T1" fmla="*/ 0 h 2"/>
                <a:gd name="T2" fmla="*/ 0 w 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12" name="Freeform 2591">
              <a:extLst>
                <a:ext uri="{FF2B5EF4-FFF2-40B4-BE49-F238E27FC236}">
                  <a16:creationId xmlns:a16="http://schemas.microsoft.com/office/drawing/2014/main" id="{F2F39CBA-A93C-460D-81BE-8D227D74D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139"/>
              <a:ext cx="7" cy="11"/>
            </a:xfrm>
            <a:custGeom>
              <a:avLst/>
              <a:gdLst>
                <a:gd name="T0" fmla="*/ 0 w 4"/>
                <a:gd name="T1" fmla="*/ 0 h 6"/>
                <a:gd name="T2" fmla="*/ 21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0"/>
                    <a:pt x="4" y="3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13" name="Freeform 2592">
              <a:extLst>
                <a:ext uri="{FF2B5EF4-FFF2-40B4-BE49-F238E27FC236}">
                  <a16:creationId xmlns:a16="http://schemas.microsoft.com/office/drawing/2014/main" id="{075CD966-1664-4777-B4D1-EECD8544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210"/>
              <a:ext cx="22" cy="9"/>
            </a:xfrm>
            <a:custGeom>
              <a:avLst/>
              <a:gdLst>
                <a:gd name="T0" fmla="*/ 73 w 12"/>
                <a:gd name="T1" fmla="*/ 0 h 5"/>
                <a:gd name="T2" fmla="*/ 0 w 12"/>
                <a:gd name="T3" fmla="*/ 2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10" y="5"/>
                    <a:pt x="4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14" name="Freeform 2593">
              <a:extLst>
                <a:ext uri="{FF2B5EF4-FFF2-40B4-BE49-F238E27FC236}">
                  <a16:creationId xmlns:a16="http://schemas.microsoft.com/office/drawing/2014/main" id="{93E7757E-E99D-4597-A081-D18DE36B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182"/>
              <a:ext cx="11" cy="4"/>
            </a:xfrm>
            <a:custGeom>
              <a:avLst/>
              <a:gdLst>
                <a:gd name="T0" fmla="*/ 37 w 6"/>
                <a:gd name="T1" fmla="*/ 16 h 2"/>
                <a:gd name="T2" fmla="*/ 0 w 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15" name="Freeform 2594">
              <a:extLst>
                <a:ext uri="{FF2B5EF4-FFF2-40B4-BE49-F238E27FC236}">
                  <a16:creationId xmlns:a16="http://schemas.microsoft.com/office/drawing/2014/main" id="{902F8A7E-AB50-48A6-8A20-C5B0E89D4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103"/>
              <a:ext cx="8" cy="11"/>
            </a:xfrm>
            <a:custGeom>
              <a:avLst/>
              <a:gdLst>
                <a:gd name="T0" fmla="*/ 32 w 4"/>
                <a:gd name="T1" fmla="*/ 0 h 6"/>
                <a:gd name="T2" fmla="*/ 0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16" name="Freeform 2595">
              <a:extLst>
                <a:ext uri="{FF2B5EF4-FFF2-40B4-BE49-F238E27FC236}">
                  <a16:creationId xmlns:a16="http://schemas.microsoft.com/office/drawing/2014/main" id="{C2570617-5152-458B-B484-12DBB515B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262"/>
              <a:ext cx="7" cy="15"/>
            </a:xfrm>
            <a:custGeom>
              <a:avLst/>
              <a:gdLst>
                <a:gd name="T0" fmla="*/ 21 w 4"/>
                <a:gd name="T1" fmla="*/ 0 h 8"/>
                <a:gd name="T2" fmla="*/ 0 w 4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1"/>
                    <a:pt x="1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17" name="Freeform 2596">
              <a:extLst>
                <a:ext uri="{FF2B5EF4-FFF2-40B4-BE49-F238E27FC236}">
                  <a16:creationId xmlns:a16="http://schemas.microsoft.com/office/drawing/2014/main" id="{8D17495D-B573-4725-A237-62E3EEEC7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217"/>
              <a:ext cx="7" cy="17"/>
            </a:xfrm>
            <a:custGeom>
              <a:avLst/>
              <a:gdLst>
                <a:gd name="T0" fmla="*/ 21 w 4"/>
                <a:gd name="T1" fmla="*/ 0 h 9"/>
                <a:gd name="T2" fmla="*/ 0 w 4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1" y="2"/>
                    <a:pt x="0" y="5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18" name="Freeform 2597">
              <a:extLst>
                <a:ext uri="{FF2B5EF4-FFF2-40B4-BE49-F238E27FC236}">
                  <a16:creationId xmlns:a16="http://schemas.microsoft.com/office/drawing/2014/main" id="{C8B4A24F-7EE8-480E-8294-CCFA8F81E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214"/>
              <a:ext cx="34" cy="50"/>
            </a:xfrm>
            <a:custGeom>
              <a:avLst/>
              <a:gdLst>
                <a:gd name="T0" fmla="*/ 0 w 18"/>
                <a:gd name="T1" fmla="*/ 0 h 27"/>
                <a:gd name="T2" fmla="*/ 60 w 18"/>
                <a:gd name="T3" fmla="*/ 148 h 27"/>
                <a:gd name="T4" fmla="*/ 76 w 18"/>
                <a:gd name="T5" fmla="*/ 165 h 27"/>
                <a:gd name="T6" fmla="*/ 121 w 18"/>
                <a:gd name="T7" fmla="*/ 15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7">
                  <a:moveTo>
                    <a:pt x="0" y="0"/>
                  </a:moveTo>
                  <a:cubicBezTo>
                    <a:pt x="3" y="8"/>
                    <a:pt x="4" y="16"/>
                    <a:pt x="9" y="23"/>
                  </a:cubicBezTo>
                  <a:cubicBezTo>
                    <a:pt x="10" y="25"/>
                    <a:pt x="9" y="26"/>
                    <a:pt x="11" y="26"/>
                  </a:cubicBezTo>
                  <a:cubicBezTo>
                    <a:pt x="13" y="27"/>
                    <a:pt x="17" y="25"/>
                    <a:pt x="18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19" name="Freeform 2598">
              <a:extLst>
                <a:ext uri="{FF2B5EF4-FFF2-40B4-BE49-F238E27FC236}">
                  <a16:creationId xmlns:a16="http://schemas.microsoft.com/office/drawing/2014/main" id="{06F5F603-0E39-44BD-9D04-61A3892FC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238"/>
              <a:ext cx="35" cy="41"/>
            </a:xfrm>
            <a:custGeom>
              <a:avLst/>
              <a:gdLst>
                <a:gd name="T0" fmla="*/ 118 w 19"/>
                <a:gd name="T1" fmla="*/ 121 h 22"/>
                <a:gd name="T2" fmla="*/ 31 w 19"/>
                <a:gd name="T3" fmla="*/ 104 h 22"/>
                <a:gd name="T4" fmla="*/ 0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9" y="19"/>
                  </a:moveTo>
                  <a:cubicBezTo>
                    <a:pt x="13" y="22"/>
                    <a:pt x="9" y="22"/>
                    <a:pt x="5" y="16"/>
                  </a:cubicBezTo>
                  <a:cubicBezTo>
                    <a:pt x="2" y="11"/>
                    <a:pt x="2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20" name="Freeform 2599">
              <a:extLst>
                <a:ext uri="{FF2B5EF4-FFF2-40B4-BE49-F238E27FC236}">
                  <a16:creationId xmlns:a16="http://schemas.microsoft.com/office/drawing/2014/main" id="{F7886AE1-00B3-4C24-890B-E7FA3B094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275"/>
              <a:ext cx="49" cy="47"/>
            </a:xfrm>
            <a:custGeom>
              <a:avLst/>
              <a:gdLst>
                <a:gd name="T0" fmla="*/ 0 w 26"/>
                <a:gd name="T1" fmla="*/ 0 h 25"/>
                <a:gd name="T2" fmla="*/ 173 w 26"/>
                <a:gd name="T3" fmla="*/ 10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10" y="8"/>
                    <a:pt x="10" y="25"/>
                    <a:pt x="26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21" name="Freeform 2600">
              <a:extLst>
                <a:ext uri="{FF2B5EF4-FFF2-40B4-BE49-F238E27FC236}">
                  <a16:creationId xmlns:a16="http://schemas.microsoft.com/office/drawing/2014/main" id="{E90826F9-6B1A-417F-BE8B-1E2120D16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272"/>
              <a:ext cx="17" cy="31"/>
            </a:xfrm>
            <a:custGeom>
              <a:avLst/>
              <a:gdLst>
                <a:gd name="T0" fmla="*/ 21 w 9"/>
                <a:gd name="T1" fmla="*/ 0 h 17"/>
                <a:gd name="T2" fmla="*/ 0 w 9"/>
                <a:gd name="T3" fmla="*/ 1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9" y="6"/>
                    <a:pt x="3" y="15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22" name="Freeform 2601">
              <a:extLst>
                <a:ext uri="{FF2B5EF4-FFF2-40B4-BE49-F238E27FC236}">
                  <a16:creationId xmlns:a16="http://schemas.microsoft.com/office/drawing/2014/main" id="{E98B189B-69DD-4D5C-8A1B-C025F0251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290"/>
              <a:ext cx="48" cy="64"/>
            </a:xfrm>
            <a:custGeom>
              <a:avLst/>
              <a:gdLst>
                <a:gd name="T0" fmla="*/ 0 w 26"/>
                <a:gd name="T1" fmla="*/ 0 h 34"/>
                <a:gd name="T2" fmla="*/ 81 w 26"/>
                <a:gd name="T3" fmla="*/ 226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0" y="0"/>
                  </a:moveTo>
                  <a:cubicBezTo>
                    <a:pt x="3" y="7"/>
                    <a:pt x="26" y="27"/>
                    <a:pt x="13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23" name="Freeform 2602">
              <a:extLst>
                <a:ext uri="{FF2B5EF4-FFF2-40B4-BE49-F238E27FC236}">
                  <a16:creationId xmlns:a16="http://schemas.microsoft.com/office/drawing/2014/main" id="{2DE34736-272E-4A8C-88E4-73BEEC1EE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307"/>
              <a:ext cx="24" cy="17"/>
            </a:xfrm>
            <a:custGeom>
              <a:avLst/>
              <a:gdLst>
                <a:gd name="T0" fmla="*/ 0 w 13"/>
                <a:gd name="T1" fmla="*/ 53 h 9"/>
                <a:gd name="T2" fmla="*/ 81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8"/>
                  </a:moveTo>
                  <a:cubicBezTo>
                    <a:pt x="5" y="9"/>
                    <a:pt x="10" y="5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24" name="Freeform 2603">
              <a:extLst>
                <a:ext uri="{FF2B5EF4-FFF2-40B4-BE49-F238E27FC236}">
                  <a16:creationId xmlns:a16="http://schemas.microsoft.com/office/drawing/2014/main" id="{593EE44D-990C-4DBA-85E3-EE8E9B223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311"/>
              <a:ext cx="49" cy="45"/>
            </a:xfrm>
            <a:custGeom>
              <a:avLst/>
              <a:gdLst>
                <a:gd name="T0" fmla="*/ 0 w 26"/>
                <a:gd name="T1" fmla="*/ 0 h 24"/>
                <a:gd name="T2" fmla="*/ 173 w 26"/>
                <a:gd name="T3" fmla="*/ 11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4">
                  <a:moveTo>
                    <a:pt x="0" y="0"/>
                  </a:moveTo>
                  <a:cubicBezTo>
                    <a:pt x="5" y="10"/>
                    <a:pt x="15" y="24"/>
                    <a:pt x="26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25" name="Freeform 2604">
              <a:extLst>
                <a:ext uri="{FF2B5EF4-FFF2-40B4-BE49-F238E27FC236}">
                  <a16:creationId xmlns:a16="http://schemas.microsoft.com/office/drawing/2014/main" id="{3D43051E-9926-4123-9089-A1C2A9FF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337"/>
              <a:ext cx="34" cy="60"/>
            </a:xfrm>
            <a:custGeom>
              <a:avLst/>
              <a:gdLst>
                <a:gd name="T0" fmla="*/ 0 w 18"/>
                <a:gd name="T1" fmla="*/ 0 h 32"/>
                <a:gd name="T2" fmla="*/ 100 w 18"/>
                <a:gd name="T3" fmla="*/ 128 h 32"/>
                <a:gd name="T4" fmla="*/ 100 w 18"/>
                <a:gd name="T5" fmla="*/ 2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3" y="7"/>
                    <a:pt x="11" y="12"/>
                    <a:pt x="15" y="19"/>
                  </a:cubicBezTo>
                  <a:cubicBezTo>
                    <a:pt x="18" y="25"/>
                    <a:pt x="16" y="26"/>
                    <a:pt x="15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26" name="Freeform 2605">
              <a:extLst>
                <a:ext uri="{FF2B5EF4-FFF2-40B4-BE49-F238E27FC236}">
                  <a16:creationId xmlns:a16="http://schemas.microsoft.com/office/drawing/2014/main" id="{484B07BD-E0A1-401E-9C73-E1BA7B67E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384"/>
              <a:ext cx="41" cy="52"/>
            </a:xfrm>
            <a:custGeom>
              <a:avLst/>
              <a:gdLst>
                <a:gd name="T0" fmla="*/ 0 w 22"/>
                <a:gd name="T1" fmla="*/ 0 h 28"/>
                <a:gd name="T2" fmla="*/ 112 w 22"/>
                <a:gd name="T3" fmla="*/ 18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0" y="0"/>
                  </a:moveTo>
                  <a:cubicBezTo>
                    <a:pt x="14" y="3"/>
                    <a:pt x="22" y="19"/>
                    <a:pt x="17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27" name="Freeform 2606">
              <a:extLst>
                <a:ext uri="{FF2B5EF4-FFF2-40B4-BE49-F238E27FC236}">
                  <a16:creationId xmlns:a16="http://schemas.microsoft.com/office/drawing/2014/main" id="{36208959-B7CE-4687-99F8-34EE943CA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420"/>
              <a:ext cx="43" cy="43"/>
            </a:xfrm>
            <a:custGeom>
              <a:avLst/>
              <a:gdLst>
                <a:gd name="T0" fmla="*/ 0 w 23"/>
                <a:gd name="T1" fmla="*/ 0 h 23"/>
                <a:gd name="T2" fmla="*/ 92 w 23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3">
                  <a:moveTo>
                    <a:pt x="0" y="0"/>
                  </a:moveTo>
                  <a:cubicBezTo>
                    <a:pt x="7" y="5"/>
                    <a:pt x="23" y="15"/>
                    <a:pt x="14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28" name="Freeform 2607">
              <a:extLst>
                <a:ext uri="{FF2B5EF4-FFF2-40B4-BE49-F238E27FC236}">
                  <a16:creationId xmlns:a16="http://schemas.microsoft.com/office/drawing/2014/main" id="{EC02B177-00B7-4135-93EF-5E3AFD7B4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448"/>
              <a:ext cx="44" cy="45"/>
            </a:xfrm>
            <a:custGeom>
              <a:avLst/>
              <a:gdLst>
                <a:gd name="T0" fmla="*/ 0 w 24"/>
                <a:gd name="T1" fmla="*/ 0 h 24"/>
                <a:gd name="T2" fmla="*/ 97 w 24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10" y="10"/>
                    <a:pt x="24" y="7"/>
                    <a:pt x="16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29" name="Freeform 2608">
              <a:extLst>
                <a:ext uri="{FF2B5EF4-FFF2-40B4-BE49-F238E27FC236}">
                  <a16:creationId xmlns:a16="http://schemas.microsoft.com/office/drawing/2014/main" id="{51F83E06-52A2-4C90-A0E1-B8534A463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345"/>
              <a:ext cx="43" cy="43"/>
            </a:xfrm>
            <a:custGeom>
              <a:avLst/>
              <a:gdLst>
                <a:gd name="T0" fmla="*/ 0 w 23"/>
                <a:gd name="T1" fmla="*/ 0 h 23"/>
                <a:gd name="T2" fmla="*/ 150 w 23"/>
                <a:gd name="T3" fmla="*/ 105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3">
                  <a:moveTo>
                    <a:pt x="0" y="0"/>
                  </a:moveTo>
                  <a:cubicBezTo>
                    <a:pt x="3" y="8"/>
                    <a:pt x="13" y="23"/>
                    <a:pt x="23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30" name="Freeform 2609">
              <a:extLst>
                <a:ext uri="{FF2B5EF4-FFF2-40B4-BE49-F238E27FC236}">
                  <a16:creationId xmlns:a16="http://schemas.microsoft.com/office/drawing/2014/main" id="{330A91FD-3788-45F2-BF8C-A6E112F04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358"/>
              <a:ext cx="21" cy="13"/>
            </a:xfrm>
            <a:custGeom>
              <a:avLst/>
              <a:gdLst>
                <a:gd name="T0" fmla="*/ 0 w 11"/>
                <a:gd name="T1" fmla="*/ 45 h 7"/>
                <a:gd name="T2" fmla="*/ 76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5" y="7"/>
                    <a:pt x="8" y="3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31" name="Freeform 2610">
              <a:extLst>
                <a:ext uri="{FF2B5EF4-FFF2-40B4-BE49-F238E27FC236}">
                  <a16:creationId xmlns:a16="http://schemas.microsoft.com/office/drawing/2014/main" id="{D39D5C0E-7B10-465B-A5D9-4A2ECD24C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69"/>
              <a:ext cx="5" cy="22"/>
            </a:xfrm>
            <a:custGeom>
              <a:avLst/>
              <a:gdLst>
                <a:gd name="T0" fmla="*/ 5 w 3"/>
                <a:gd name="T1" fmla="*/ 0 h 12"/>
                <a:gd name="T2" fmla="*/ 13 w 3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1" y="0"/>
                  </a:moveTo>
                  <a:cubicBezTo>
                    <a:pt x="1" y="4"/>
                    <a:pt x="0" y="9"/>
                    <a:pt x="3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32" name="Freeform 2611">
              <a:extLst>
                <a:ext uri="{FF2B5EF4-FFF2-40B4-BE49-F238E27FC236}">
                  <a16:creationId xmlns:a16="http://schemas.microsoft.com/office/drawing/2014/main" id="{1BA82F8D-8F63-48FA-B33A-46C4B229A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378"/>
              <a:ext cx="46" cy="38"/>
            </a:xfrm>
            <a:custGeom>
              <a:avLst/>
              <a:gdLst>
                <a:gd name="T0" fmla="*/ 0 w 25"/>
                <a:gd name="T1" fmla="*/ 0 h 20"/>
                <a:gd name="T2" fmla="*/ 13 w 25"/>
                <a:gd name="T3" fmla="*/ 55 h 20"/>
                <a:gd name="T4" fmla="*/ 88 w 25"/>
                <a:gd name="T5" fmla="*/ 105 h 20"/>
                <a:gd name="T6" fmla="*/ 156 w 25"/>
                <a:gd name="T7" fmla="*/ 10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2" y="3"/>
                    <a:pt x="1" y="6"/>
                    <a:pt x="2" y="8"/>
                  </a:cubicBezTo>
                  <a:cubicBezTo>
                    <a:pt x="4" y="11"/>
                    <a:pt x="11" y="13"/>
                    <a:pt x="14" y="15"/>
                  </a:cubicBezTo>
                  <a:cubicBezTo>
                    <a:pt x="19" y="19"/>
                    <a:pt x="20" y="20"/>
                    <a:pt x="25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33" name="Freeform 2612">
              <a:extLst>
                <a:ext uri="{FF2B5EF4-FFF2-40B4-BE49-F238E27FC236}">
                  <a16:creationId xmlns:a16="http://schemas.microsoft.com/office/drawing/2014/main" id="{793D9A8F-4B02-42A2-9B5A-D448B052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412"/>
              <a:ext cx="41" cy="34"/>
            </a:xfrm>
            <a:custGeom>
              <a:avLst/>
              <a:gdLst>
                <a:gd name="T0" fmla="*/ 7 w 22"/>
                <a:gd name="T1" fmla="*/ 0 h 18"/>
                <a:gd name="T2" fmla="*/ 7 w 22"/>
                <a:gd name="T3" fmla="*/ 53 h 18"/>
                <a:gd name="T4" fmla="*/ 76 w 22"/>
                <a:gd name="T5" fmla="*/ 108 h 18"/>
                <a:gd name="T6" fmla="*/ 112 w 22"/>
                <a:gd name="T7" fmla="*/ 108 h 18"/>
                <a:gd name="T8" fmla="*/ 142 w 22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1" y="0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3" y="10"/>
                    <a:pt x="9" y="15"/>
                    <a:pt x="12" y="16"/>
                  </a:cubicBezTo>
                  <a:cubicBezTo>
                    <a:pt x="15" y="17"/>
                    <a:pt x="13" y="18"/>
                    <a:pt x="17" y="16"/>
                  </a:cubicBezTo>
                  <a:cubicBezTo>
                    <a:pt x="18" y="15"/>
                    <a:pt x="21" y="12"/>
                    <a:pt x="22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34" name="Freeform 2613">
              <a:extLst>
                <a:ext uri="{FF2B5EF4-FFF2-40B4-BE49-F238E27FC236}">
                  <a16:creationId xmlns:a16="http://schemas.microsoft.com/office/drawing/2014/main" id="{C6F13757-C6CF-49A7-BE6C-B9B681316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438"/>
              <a:ext cx="13" cy="19"/>
            </a:xfrm>
            <a:custGeom>
              <a:avLst/>
              <a:gdLst>
                <a:gd name="T0" fmla="*/ 0 w 7"/>
                <a:gd name="T1" fmla="*/ 68 h 10"/>
                <a:gd name="T2" fmla="*/ 45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4" y="9"/>
                    <a:pt x="6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35" name="Freeform 2614">
              <a:extLst>
                <a:ext uri="{FF2B5EF4-FFF2-40B4-BE49-F238E27FC236}">
                  <a16:creationId xmlns:a16="http://schemas.microsoft.com/office/drawing/2014/main" id="{8605E920-06B3-4768-BEA4-FBFB7F5F4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405"/>
              <a:ext cx="20" cy="24"/>
            </a:xfrm>
            <a:custGeom>
              <a:avLst/>
              <a:gdLst>
                <a:gd name="T0" fmla="*/ 0 w 11"/>
                <a:gd name="T1" fmla="*/ 81 h 13"/>
                <a:gd name="T2" fmla="*/ 65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3" y="9"/>
                    <a:pt x="5" y="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36" name="Freeform 2615">
              <a:extLst>
                <a:ext uri="{FF2B5EF4-FFF2-40B4-BE49-F238E27FC236}">
                  <a16:creationId xmlns:a16="http://schemas.microsoft.com/office/drawing/2014/main" id="{911E6340-62B4-49D6-9BDF-4A219FD1D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80"/>
              <a:ext cx="15" cy="21"/>
            </a:xfrm>
            <a:custGeom>
              <a:avLst/>
              <a:gdLst>
                <a:gd name="T0" fmla="*/ 0 w 8"/>
                <a:gd name="T1" fmla="*/ 76 h 11"/>
                <a:gd name="T2" fmla="*/ 53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5" y="9"/>
                    <a:pt x="6" y="5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37" name="Freeform 2616">
              <a:extLst>
                <a:ext uri="{FF2B5EF4-FFF2-40B4-BE49-F238E27FC236}">
                  <a16:creationId xmlns:a16="http://schemas.microsoft.com/office/drawing/2014/main" id="{D1E49A18-A085-4857-95CA-7542D8C8F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390"/>
              <a:ext cx="12" cy="1"/>
            </a:xfrm>
            <a:custGeom>
              <a:avLst/>
              <a:gdLst>
                <a:gd name="T0" fmla="*/ 0 w 6"/>
                <a:gd name="T1" fmla="*/ 0 h 1"/>
                <a:gd name="T2" fmla="*/ 48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5" y="0"/>
                    <a:pt x="6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38" name="Freeform 2617">
              <a:extLst>
                <a:ext uri="{FF2B5EF4-FFF2-40B4-BE49-F238E27FC236}">
                  <a16:creationId xmlns:a16="http://schemas.microsoft.com/office/drawing/2014/main" id="{8C200933-8727-4141-837B-133C5F2AC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412"/>
              <a:ext cx="20" cy="13"/>
            </a:xfrm>
            <a:custGeom>
              <a:avLst/>
              <a:gdLst>
                <a:gd name="T0" fmla="*/ 0 w 11"/>
                <a:gd name="T1" fmla="*/ 0 h 7"/>
                <a:gd name="T2" fmla="*/ 65 w 11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4" y="3"/>
                    <a:pt x="9" y="3"/>
                    <a:pt x="11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39" name="Freeform 2618">
              <a:extLst>
                <a:ext uri="{FF2B5EF4-FFF2-40B4-BE49-F238E27FC236}">
                  <a16:creationId xmlns:a16="http://schemas.microsoft.com/office/drawing/2014/main" id="{FF1853FF-095B-4CB2-9B47-6524BD6F0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302"/>
              <a:ext cx="17" cy="3"/>
            </a:xfrm>
            <a:custGeom>
              <a:avLst/>
              <a:gdLst>
                <a:gd name="T0" fmla="*/ 0 w 9"/>
                <a:gd name="T1" fmla="*/ 5 h 2"/>
                <a:gd name="T2" fmla="*/ 60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3" y="0"/>
                    <a:pt x="6" y="1"/>
                    <a:pt x="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40" name="Freeform 2619">
              <a:extLst>
                <a:ext uri="{FF2B5EF4-FFF2-40B4-BE49-F238E27FC236}">
                  <a16:creationId xmlns:a16="http://schemas.microsoft.com/office/drawing/2014/main" id="{9D951341-11FF-4C54-A7C0-0D5B8AB2E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260"/>
              <a:ext cx="2" cy="30"/>
            </a:xfrm>
            <a:custGeom>
              <a:avLst/>
              <a:gdLst>
                <a:gd name="T0" fmla="*/ 0 w 1"/>
                <a:gd name="T1" fmla="*/ 0 h 16"/>
                <a:gd name="T2" fmla="*/ 8 w 1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0" y="6"/>
                    <a:pt x="0" y="11"/>
                    <a:pt x="1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41" name="Freeform 2620">
              <a:extLst>
                <a:ext uri="{FF2B5EF4-FFF2-40B4-BE49-F238E27FC236}">
                  <a16:creationId xmlns:a16="http://schemas.microsoft.com/office/drawing/2014/main" id="{4BEF5CBD-AC2F-476E-8404-D197B5AC9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444"/>
              <a:ext cx="55" cy="37"/>
            </a:xfrm>
            <a:custGeom>
              <a:avLst/>
              <a:gdLst>
                <a:gd name="T0" fmla="*/ 0 w 29"/>
                <a:gd name="T1" fmla="*/ 0 h 20"/>
                <a:gd name="T2" fmla="*/ 101 w 29"/>
                <a:gd name="T3" fmla="*/ 104 h 20"/>
                <a:gd name="T4" fmla="*/ 165 w 29"/>
                <a:gd name="T5" fmla="*/ 113 h 20"/>
                <a:gd name="T6" fmla="*/ 197 w 29"/>
                <a:gd name="T7" fmla="*/ 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0" y="0"/>
                  </a:moveTo>
                  <a:cubicBezTo>
                    <a:pt x="0" y="7"/>
                    <a:pt x="10" y="12"/>
                    <a:pt x="15" y="16"/>
                  </a:cubicBezTo>
                  <a:cubicBezTo>
                    <a:pt x="18" y="18"/>
                    <a:pt x="20" y="20"/>
                    <a:pt x="24" y="18"/>
                  </a:cubicBezTo>
                  <a:cubicBezTo>
                    <a:pt x="25" y="18"/>
                    <a:pt x="28" y="14"/>
                    <a:pt x="29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42" name="Freeform 2621">
              <a:extLst>
                <a:ext uri="{FF2B5EF4-FFF2-40B4-BE49-F238E27FC236}">
                  <a16:creationId xmlns:a16="http://schemas.microsoft.com/office/drawing/2014/main" id="{710C29CC-3D40-43B5-A4AA-F33A3E295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481"/>
              <a:ext cx="45" cy="26"/>
            </a:xfrm>
            <a:custGeom>
              <a:avLst/>
              <a:gdLst>
                <a:gd name="T0" fmla="*/ 0 w 24"/>
                <a:gd name="T1" fmla="*/ 0 h 14"/>
                <a:gd name="T2" fmla="*/ 158 w 24"/>
                <a:gd name="T3" fmla="*/ 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0"/>
                  </a:moveTo>
                  <a:cubicBezTo>
                    <a:pt x="9" y="5"/>
                    <a:pt x="16" y="14"/>
                    <a:pt x="24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43" name="Freeform 2622">
              <a:extLst>
                <a:ext uri="{FF2B5EF4-FFF2-40B4-BE49-F238E27FC236}">
                  <a16:creationId xmlns:a16="http://schemas.microsoft.com/office/drawing/2014/main" id="{326E81E4-C362-47C6-91B6-89143D0FC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498"/>
              <a:ext cx="45" cy="28"/>
            </a:xfrm>
            <a:custGeom>
              <a:avLst/>
              <a:gdLst>
                <a:gd name="T0" fmla="*/ 158 w 24"/>
                <a:gd name="T1" fmla="*/ 45 h 15"/>
                <a:gd name="T2" fmla="*/ 73 w 24"/>
                <a:gd name="T3" fmla="*/ 60 h 15"/>
                <a:gd name="T4" fmla="*/ 0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24" y="7"/>
                  </a:moveTo>
                  <a:cubicBezTo>
                    <a:pt x="18" y="15"/>
                    <a:pt x="18" y="15"/>
                    <a:pt x="11" y="9"/>
                  </a:cubicBezTo>
                  <a:cubicBezTo>
                    <a:pt x="7" y="6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44" name="Freeform 2623">
              <a:extLst>
                <a:ext uri="{FF2B5EF4-FFF2-40B4-BE49-F238E27FC236}">
                  <a16:creationId xmlns:a16="http://schemas.microsoft.com/office/drawing/2014/main" id="{058AD635-2841-4E5A-AFAE-EF8A010D3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479"/>
              <a:ext cx="32" cy="38"/>
            </a:xfrm>
            <a:custGeom>
              <a:avLst/>
              <a:gdLst>
                <a:gd name="T0" fmla="*/ 0 w 17"/>
                <a:gd name="T1" fmla="*/ 0 h 20"/>
                <a:gd name="T2" fmla="*/ 100 w 17"/>
                <a:gd name="T3" fmla="*/ 84 h 20"/>
                <a:gd name="T4" fmla="*/ 92 w 17"/>
                <a:gd name="T5" fmla="*/ 13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0" y="0"/>
                  </a:moveTo>
                  <a:cubicBezTo>
                    <a:pt x="5" y="3"/>
                    <a:pt x="12" y="7"/>
                    <a:pt x="15" y="12"/>
                  </a:cubicBezTo>
                  <a:cubicBezTo>
                    <a:pt x="17" y="14"/>
                    <a:pt x="16" y="18"/>
                    <a:pt x="14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45" name="Freeform 2624">
              <a:extLst>
                <a:ext uri="{FF2B5EF4-FFF2-40B4-BE49-F238E27FC236}">
                  <a16:creationId xmlns:a16="http://schemas.microsoft.com/office/drawing/2014/main" id="{7D78756C-ACE9-43DA-8386-32742AC2C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472"/>
              <a:ext cx="19" cy="19"/>
            </a:xfrm>
            <a:custGeom>
              <a:avLst/>
              <a:gdLst>
                <a:gd name="T0" fmla="*/ 0 w 10"/>
                <a:gd name="T1" fmla="*/ 68 h 10"/>
                <a:gd name="T2" fmla="*/ 68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4" y="10"/>
                    <a:pt x="9" y="4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46" name="Freeform 2625">
              <a:extLst>
                <a:ext uri="{FF2B5EF4-FFF2-40B4-BE49-F238E27FC236}">
                  <a16:creationId xmlns:a16="http://schemas.microsoft.com/office/drawing/2014/main" id="{12D1B036-9BA2-4007-B09E-A043E8368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500"/>
              <a:ext cx="47" cy="43"/>
            </a:xfrm>
            <a:custGeom>
              <a:avLst/>
              <a:gdLst>
                <a:gd name="T0" fmla="*/ 0 w 25"/>
                <a:gd name="T1" fmla="*/ 21 h 23"/>
                <a:gd name="T2" fmla="*/ 113 w 25"/>
                <a:gd name="T3" fmla="*/ 60 h 23"/>
                <a:gd name="T4" fmla="*/ 128 w 25"/>
                <a:gd name="T5" fmla="*/ 1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0" y="3"/>
                  </a:moveTo>
                  <a:cubicBezTo>
                    <a:pt x="5" y="0"/>
                    <a:pt x="12" y="6"/>
                    <a:pt x="17" y="9"/>
                  </a:cubicBezTo>
                  <a:cubicBezTo>
                    <a:pt x="25" y="14"/>
                    <a:pt x="25" y="15"/>
                    <a:pt x="19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47" name="Freeform 2626">
              <a:extLst>
                <a:ext uri="{FF2B5EF4-FFF2-40B4-BE49-F238E27FC236}">
                  <a16:creationId xmlns:a16="http://schemas.microsoft.com/office/drawing/2014/main" id="{281B9459-F7A1-4390-AA1B-F0454F916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496"/>
              <a:ext cx="15" cy="19"/>
            </a:xfrm>
            <a:custGeom>
              <a:avLst/>
              <a:gdLst>
                <a:gd name="T0" fmla="*/ 0 w 8"/>
                <a:gd name="T1" fmla="*/ 68 h 10"/>
                <a:gd name="T2" fmla="*/ 53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4" y="8"/>
                    <a:pt x="7" y="4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48" name="Freeform 2627">
              <a:extLst>
                <a:ext uri="{FF2B5EF4-FFF2-40B4-BE49-F238E27FC236}">
                  <a16:creationId xmlns:a16="http://schemas.microsoft.com/office/drawing/2014/main" id="{4BD683FB-CAB8-45BE-9CE8-F0A6E1D19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446"/>
              <a:ext cx="18" cy="5"/>
            </a:xfrm>
            <a:custGeom>
              <a:avLst/>
              <a:gdLst>
                <a:gd name="T0" fmla="*/ 0 w 10"/>
                <a:gd name="T1" fmla="*/ 5 h 3"/>
                <a:gd name="T2" fmla="*/ 58 w 10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3" y="0"/>
                    <a:pt x="8" y="0"/>
                    <a:pt x="1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49" name="Freeform 2628">
              <a:extLst>
                <a:ext uri="{FF2B5EF4-FFF2-40B4-BE49-F238E27FC236}">
                  <a16:creationId xmlns:a16="http://schemas.microsoft.com/office/drawing/2014/main" id="{134ED08C-4F8D-4B49-85AF-D2559E299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87"/>
              <a:ext cx="6" cy="19"/>
            </a:xfrm>
            <a:custGeom>
              <a:avLst/>
              <a:gdLst>
                <a:gd name="T0" fmla="*/ 8 w 3"/>
                <a:gd name="T1" fmla="*/ 0 h 10"/>
                <a:gd name="T2" fmla="*/ 24 w 3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0"/>
                  </a:moveTo>
                  <a:cubicBezTo>
                    <a:pt x="0" y="4"/>
                    <a:pt x="0" y="9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50" name="Freeform 2629">
              <a:extLst>
                <a:ext uri="{FF2B5EF4-FFF2-40B4-BE49-F238E27FC236}">
                  <a16:creationId xmlns:a16="http://schemas.microsoft.com/office/drawing/2014/main" id="{8FCEC0EC-133F-4D63-9A52-223333C7A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34"/>
              <a:ext cx="35" cy="35"/>
            </a:xfrm>
            <a:custGeom>
              <a:avLst/>
              <a:gdLst>
                <a:gd name="T0" fmla="*/ 0 w 19"/>
                <a:gd name="T1" fmla="*/ 0 h 19"/>
                <a:gd name="T2" fmla="*/ 105 w 19"/>
                <a:gd name="T3" fmla="*/ 57 h 19"/>
                <a:gd name="T4" fmla="*/ 98 w 19"/>
                <a:gd name="T5" fmla="*/ 11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0" y="0"/>
                  </a:moveTo>
                  <a:cubicBezTo>
                    <a:pt x="4" y="1"/>
                    <a:pt x="14" y="5"/>
                    <a:pt x="17" y="9"/>
                  </a:cubicBezTo>
                  <a:cubicBezTo>
                    <a:pt x="19" y="12"/>
                    <a:pt x="17" y="19"/>
                    <a:pt x="16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51" name="Freeform 2630">
              <a:extLst>
                <a:ext uri="{FF2B5EF4-FFF2-40B4-BE49-F238E27FC236}">
                  <a16:creationId xmlns:a16="http://schemas.microsoft.com/office/drawing/2014/main" id="{DA53E0F2-C1F2-4845-A683-65394EE91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522"/>
              <a:ext cx="13" cy="21"/>
            </a:xfrm>
            <a:custGeom>
              <a:avLst/>
              <a:gdLst>
                <a:gd name="T0" fmla="*/ 0 w 7"/>
                <a:gd name="T1" fmla="*/ 76 h 11"/>
                <a:gd name="T2" fmla="*/ 45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6" y="8"/>
                    <a:pt x="5" y="5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52" name="Freeform 2631">
              <a:extLst>
                <a:ext uri="{FF2B5EF4-FFF2-40B4-BE49-F238E27FC236}">
                  <a16:creationId xmlns:a16="http://schemas.microsoft.com/office/drawing/2014/main" id="{347F5C87-D341-4B7B-83B8-53A5B872E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506"/>
              <a:ext cx="6" cy="18"/>
            </a:xfrm>
            <a:custGeom>
              <a:avLst/>
              <a:gdLst>
                <a:gd name="T0" fmla="*/ 8 w 3"/>
                <a:gd name="T1" fmla="*/ 0 h 10"/>
                <a:gd name="T2" fmla="*/ 24 w 3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0"/>
                  </a:moveTo>
                  <a:cubicBezTo>
                    <a:pt x="1" y="3"/>
                    <a:pt x="0" y="9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53" name="Freeform 2632">
              <a:extLst>
                <a:ext uri="{FF2B5EF4-FFF2-40B4-BE49-F238E27FC236}">
                  <a16:creationId xmlns:a16="http://schemas.microsoft.com/office/drawing/2014/main" id="{384BAD55-6695-41FC-A5BC-F23461E21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820"/>
              <a:ext cx="37" cy="49"/>
            </a:xfrm>
            <a:custGeom>
              <a:avLst/>
              <a:gdLst>
                <a:gd name="T0" fmla="*/ 126 w 20"/>
                <a:gd name="T1" fmla="*/ 173 h 26"/>
                <a:gd name="T2" fmla="*/ 20 w 20"/>
                <a:gd name="T3" fmla="*/ 81 h 26"/>
                <a:gd name="T4" fmla="*/ 7 w 2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20" y="26"/>
                  </a:moveTo>
                  <a:cubicBezTo>
                    <a:pt x="16" y="20"/>
                    <a:pt x="7" y="18"/>
                    <a:pt x="3" y="12"/>
                  </a:cubicBezTo>
                  <a:cubicBezTo>
                    <a:pt x="0" y="7"/>
                    <a:pt x="1" y="6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54" name="Freeform 2633">
              <a:extLst>
                <a:ext uri="{FF2B5EF4-FFF2-40B4-BE49-F238E27FC236}">
                  <a16:creationId xmlns:a16="http://schemas.microsoft.com/office/drawing/2014/main" id="{F65088C2-C28B-4839-A62B-CD8E7FD74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792"/>
              <a:ext cx="41" cy="41"/>
            </a:xfrm>
            <a:custGeom>
              <a:avLst/>
              <a:gdLst>
                <a:gd name="T0" fmla="*/ 142 w 22"/>
                <a:gd name="T1" fmla="*/ 142 h 22"/>
                <a:gd name="T2" fmla="*/ 21 w 2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22" y="22"/>
                  </a:moveTo>
                  <a:cubicBezTo>
                    <a:pt x="9" y="21"/>
                    <a:pt x="0" y="9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55" name="Freeform 2634">
              <a:extLst>
                <a:ext uri="{FF2B5EF4-FFF2-40B4-BE49-F238E27FC236}">
                  <a16:creationId xmlns:a16="http://schemas.microsoft.com/office/drawing/2014/main" id="{4064B9EE-0BB5-4F82-AA0E-3208C40B3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766"/>
              <a:ext cx="38" cy="39"/>
            </a:xfrm>
            <a:custGeom>
              <a:avLst/>
              <a:gdLst>
                <a:gd name="T0" fmla="*/ 137 w 20"/>
                <a:gd name="T1" fmla="*/ 134 h 21"/>
                <a:gd name="T2" fmla="*/ 55 w 2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1">
                  <a:moveTo>
                    <a:pt x="20" y="21"/>
                  </a:moveTo>
                  <a:cubicBezTo>
                    <a:pt x="13" y="17"/>
                    <a:pt x="0" y="7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56" name="Freeform 2635">
              <a:extLst>
                <a:ext uri="{FF2B5EF4-FFF2-40B4-BE49-F238E27FC236}">
                  <a16:creationId xmlns:a16="http://schemas.microsoft.com/office/drawing/2014/main" id="{AB940EC6-0624-436A-B93B-3681C0E5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738"/>
              <a:ext cx="43" cy="41"/>
            </a:xfrm>
            <a:custGeom>
              <a:avLst/>
              <a:gdLst>
                <a:gd name="T0" fmla="*/ 150 w 23"/>
                <a:gd name="T1" fmla="*/ 142 h 22"/>
                <a:gd name="T2" fmla="*/ 60 w 2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23" y="22"/>
                  </a:moveTo>
                  <a:cubicBezTo>
                    <a:pt x="14" y="13"/>
                    <a:pt x="0" y="15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57" name="Freeform 2636">
              <a:extLst>
                <a:ext uri="{FF2B5EF4-FFF2-40B4-BE49-F238E27FC236}">
                  <a16:creationId xmlns:a16="http://schemas.microsoft.com/office/drawing/2014/main" id="{330F2595-406C-497D-98F2-1A38A0391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843"/>
              <a:ext cx="17" cy="16"/>
            </a:xfrm>
            <a:custGeom>
              <a:avLst/>
              <a:gdLst>
                <a:gd name="T0" fmla="*/ 60 w 9"/>
                <a:gd name="T1" fmla="*/ 0 h 9"/>
                <a:gd name="T2" fmla="*/ 0 w 9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5" y="1"/>
                    <a:pt x="2" y="6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58" name="Freeform 2637">
              <a:extLst>
                <a:ext uri="{FF2B5EF4-FFF2-40B4-BE49-F238E27FC236}">
                  <a16:creationId xmlns:a16="http://schemas.microsoft.com/office/drawing/2014/main" id="{BFCF6CC7-4765-4EC0-B322-801EC660A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828"/>
              <a:ext cx="5" cy="18"/>
            </a:xfrm>
            <a:custGeom>
              <a:avLst/>
              <a:gdLst>
                <a:gd name="T0" fmla="*/ 13 w 3"/>
                <a:gd name="T1" fmla="*/ 58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3" y="7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59" name="Freeform 2638">
              <a:extLst>
                <a:ext uri="{FF2B5EF4-FFF2-40B4-BE49-F238E27FC236}">
                  <a16:creationId xmlns:a16="http://schemas.microsoft.com/office/drawing/2014/main" id="{98B663C9-9AF8-4C58-A9B1-6197481E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781"/>
              <a:ext cx="38" cy="30"/>
            </a:xfrm>
            <a:custGeom>
              <a:avLst/>
              <a:gdLst>
                <a:gd name="T0" fmla="*/ 129 w 20"/>
                <a:gd name="T1" fmla="*/ 105 h 16"/>
                <a:gd name="T2" fmla="*/ 129 w 20"/>
                <a:gd name="T3" fmla="*/ 60 h 16"/>
                <a:gd name="T4" fmla="*/ 61 w 20"/>
                <a:gd name="T5" fmla="*/ 8 h 16"/>
                <a:gd name="T6" fmla="*/ 36 w 20"/>
                <a:gd name="T7" fmla="*/ 8 h 16"/>
                <a:gd name="T8" fmla="*/ 0 w 20"/>
                <a:gd name="T9" fmla="*/ 3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9" y="16"/>
                  </a:moveTo>
                  <a:cubicBezTo>
                    <a:pt x="19" y="13"/>
                    <a:pt x="20" y="12"/>
                    <a:pt x="19" y="9"/>
                  </a:cubicBezTo>
                  <a:cubicBezTo>
                    <a:pt x="17" y="6"/>
                    <a:pt x="12" y="2"/>
                    <a:pt x="9" y="1"/>
                  </a:cubicBezTo>
                  <a:cubicBezTo>
                    <a:pt x="6" y="0"/>
                    <a:pt x="8" y="0"/>
                    <a:pt x="5" y="1"/>
                  </a:cubicBezTo>
                  <a:cubicBezTo>
                    <a:pt x="3" y="2"/>
                    <a:pt x="1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60" name="Freeform 2639">
              <a:extLst>
                <a:ext uri="{FF2B5EF4-FFF2-40B4-BE49-F238E27FC236}">
                  <a16:creationId xmlns:a16="http://schemas.microsoft.com/office/drawing/2014/main" id="{322C18B6-264C-4AD5-9991-7415E7346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770"/>
              <a:ext cx="15" cy="16"/>
            </a:xfrm>
            <a:custGeom>
              <a:avLst/>
              <a:gdLst>
                <a:gd name="T0" fmla="*/ 53 w 8"/>
                <a:gd name="T1" fmla="*/ 0 h 9"/>
                <a:gd name="T2" fmla="*/ 0 w 8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2" y="5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61" name="Freeform 2640">
              <a:extLst>
                <a:ext uri="{FF2B5EF4-FFF2-40B4-BE49-F238E27FC236}">
                  <a16:creationId xmlns:a16="http://schemas.microsoft.com/office/drawing/2014/main" id="{BDDDA40C-FFA9-4505-8E3C-20F10AA0E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796"/>
              <a:ext cx="21" cy="20"/>
            </a:xfrm>
            <a:custGeom>
              <a:avLst/>
              <a:gdLst>
                <a:gd name="T0" fmla="*/ 76 w 11"/>
                <a:gd name="T1" fmla="*/ 0 h 11"/>
                <a:gd name="T2" fmla="*/ 0 w 11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8" y="4"/>
                    <a:pt x="5" y="10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62" name="Freeform 2641">
              <a:extLst>
                <a:ext uri="{FF2B5EF4-FFF2-40B4-BE49-F238E27FC236}">
                  <a16:creationId xmlns:a16="http://schemas.microsoft.com/office/drawing/2014/main" id="{28567B3E-0FDB-4C12-81A2-C86C1601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822"/>
              <a:ext cx="11" cy="21"/>
            </a:xfrm>
            <a:custGeom>
              <a:avLst/>
              <a:gdLst>
                <a:gd name="T0" fmla="*/ 37 w 6"/>
                <a:gd name="T1" fmla="*/ 0 h 11"/>
                <a:gd name="T2" fmla="*/ 0 w 6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63" name="Freeform 2642">
              <a:extLst>
                <a:ext uri="{FF2B5EF4-FFF2-40B4-BE49-F238E27FC236}">
                  <a16:creationId xmlns:a16="http://schemas.microsoft.com/office/drawing/2014/main" id="{E1F71FF9-9D3C-4E34-BFD9-8E7F3D11D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798"/>
              <a:ext cx="19" cy="13"/>
            </a:xfrm>
            <a:custGeom>
              <a:avLst/>
              <a:gdLst>
                <a:gd name="T0" fmla="*/ 68 w 10"/>
                <a:gd name="T1" fmla="*/ 45 h 7"/>
                <a:gd name="T2" fmla="*/ 0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7"/>
                  </a:moveTo>
                  <a:cubicBezTo>
                    <a:pt x="6" y="5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64" name="Freeform 2643">
              <a:extLst>
                <a:ext uri="{FF2B5EF4-FFF2-40B4-BE49-F238E27FC236}">
                  <a16:creationId xmlns:a16="http://schemas.microsoft.com/office/drawing/2014/main" id="{53660566-FD74-41D3-B27C-9B700C377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745"/>
              <a:ext cx="51" cy="36"/>
            </a:xfrm>
            <a:custGeom>
              <a:avLst/>
              <a:gdLst>
                <a:gd name="T0" fmla="*/ 176 w 27"/>
                <a:gd name="T1" fmla="*/ 129 h 19"/>
                <a:gd name="T2" fmla="*/ 89 w 27"/>
                <a:gd name="T3" fmla="*/ 32 h 19"/>
                <a:gd name="T4" fmla="*/ 32 w 27"/>
                <a:gd name="T5" fmla="*/ 15 h 19"/>
                <a:gd name="T6" fmla="*/ 0 w 27"/>
                <a:gd name="T7" fmla="*/ 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9">
                  <a:moveTo>
                    <a:pt x="26" y="19"/>
                  </a:moveTo>
                  <a:cubicBezTo>
                    <a:pt x="27" y="13"/>
                    <a:pt x="17" y="8"/>
                    <a:pt x="13" y="5"/>
                  </a:cubicBezTo>
                  <a:cubicBezTo>
                    <a:pt x="10" y="2"/>
                    <a:pt x="9" y="0"/>
                    <a:pt x="5" y="2"/>
                  </a:cubicBezTo>
                  <a:cubicBezTo>
                    <a:pt x="3" y="2"/>
                    <a:pt x="0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65" name="Freeform 2644">
              <a:extLst>
                <a:ext uri="{FF2B5EF4-FFF2-40B4-BE49-F238E27FC236}">
                  <a16:creationId xmlns:a16="http://schemas.microsoft.com/office/drawing/2014/main" id="{0D8DAC8F-F281-4BB0-BBB7-05D2BD3C3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721"/>
              <a:ext cx="43" cy="24"/>
            </a:xfrm>
            <a:custGeom>
              <a:avLst/>
              <a:gdLst>
                <a:gd name="T0" fmla="*/ 150 w 23"/>
                <a:gd name="T1" fmla="*/ 81 h 13"/>
                <a:gd name="T2" fmla="*/ 0 w 23"/>
                <a:gd name="T3" fmla="*/ 5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23" y="13"/>
                  </a:moveTo>
                  <a:cubicBezTo>
                    <a:pt x="15" y="8"/>
                    <a:pt x="8" y="0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66" name="Freeform 2645">
              <a:extLst>
                <a:ext uri="{FF2B5EF4-FFF2-40B4-BE49-F238E27FC236}">
                  <a16:creationId xmlns:a16="http://schemas.microsoft.com/office/drawing/2014/main" id="{00092742-2483-4DCE-95BB-5F77FE74C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702"/>
              <a:ext cx="41" cy="26"/>
            </a:xfrm>
            <a:custGeom>
              <a:avLst/>
              <a:gdLst>
                <a:gd name="T0" fmla="*/ 0 w 22"/>
                <a:gd name="T1" fmla="*/ 45 h 14"/>
                <a:gd name="T2" fmla="*/ 84 w 22"/>
                <a:gd name="T3" fmla="*/ 37 h 14"/>
                <a:gd name="T4" fmla="*/ 142 w 22"/>
                <a:gd name="T5" fmla="*/ 8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0" y="7"/>
                  </a:moveTo>
                  <a:cubicBezTo>
                    <a:pt x="7" y="0"/>
                    <a:pt x="7" y="0"/>
                    <a:pt x="13" y="6"/>
                  </a:cubicBezTo>
                  <a:cubicBezTo>
                    <a:pt x="16" y="9"/>
                    <a:pt x="19" y="11"/>
                    <a:pt x="22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67" name="Freeform 2646">
              <a:extLst>
                <a:ext uri="{FF2B5EF4-FFF2-40B4-BE49-F238E27FC236}">
                  <a16:creationId xmlns:a16="http://schemas.microsoft.com/office/drawing/2014/main" id="{47E34FCB-D7CC-40F2-BE92-C5291594F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715"/>
              <a:ext cx="28" cy="34"/>
            </a:xfrm>
            <a:custGeom>
              <a:avLst/>
              <a:gdLst>
                <a:gd name="T0" fmla="*/ 97 w 15"/>
                <a:gd name="T1" fmla="*/ 121 h 18"/>
                <a:gd name="T2" fmla="*/ 13 w 15"/>
                <a:gd name="T3" fmla="*/ 53 h 18"/>
                <a:gd name="T4" fmla="*/ 21 w 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1" y="16"/>
                    <a:pt x="4" y="12"/>
                    <a:pt x="2" y="8"/>
                  </a:cubicBez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68" name="Freeform 2647">
              <a:extLst>
                <a:ext uri="{FF2B5EF4-FFF2-40B4-BE49-F238E27FC236}">
                  <a16:creationId xmlns:a16="http://schemas.microsoft.com/office/drawing/2014/main" id="{DCFF34C4-06AB-415D-ACC3-79AF3A80C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40"/>
              <a:ext cx="19" cy="15"/>
            </a:xfrm>
            <a:custGeom>
              <a:avLst/>
              <a:gdLst>
                <a:gd name="T0" fmla="*/ 68 w 10"/>
                <a:gd name="T1" fmla="*/ 0 h 8"/>
                <a:gd name="T2" fmla="*/ 0 w 10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6" y="0"/>
                    <a:pt x="1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69" name="Freeform 2648">
              <a:extLst>
                <a:ext uri="{FF2B5EF4-FFF2-40B4-BE49-F238E27FC236}">
                  <a16:creationId xmlns:a16="http://schemas.microsoft.com/office/drawing/2014/main" id="{BF875F3E-CA97-4BF7-8CF7-53133892E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691"/>
              <a:ext cx="43" cy="37"/>
            </a:xfrm>
            <a:custGeom>
              <a:avLst/>
              <a:gdLst>
                <a:gd name="T0" fmla="*/ 150 w 23"/>
                <a:gd name="T1" fmla="*/ 120 h 20"/>
                <a:gd name="T2" fmla="*/ 45 w 23"/>
                <a:gd name="T3" fmla="*/ 76 h 20"/>
                <a:gd name="T4" fmla="*/ 39 w 2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23" y="19"/>
                  </a:moveTo>
                  <a:cubicBezTo>
                    <a:pt x="17" y="20"/>
                    <a:pt x="11" y="15"/>
                    <a:pt x="7" y="12"/>
                  </a:cubicBezTo>
                  <a:cubicBezTo>
                    <a:pt x="0" y="7"/>
                    <a:pt x="0" y="7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70" name="Freeform 2649">
              <a:extLst>
                <a:ext uri="{FF2B5EF4-FFF2-40B4-BE49-F238E27FC236}">
                  <a16:creationId xmlns:a16="http://schemas.microsoft.com/office/drawing/2014/main" id="{1928AF6C-CCC8-406C-B9ED-9BB79C4D7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15"/>
              <a:ext cx="15" cy="15"/>
            </a:xfrm>
            <a:custGeom>
              <a:avLst/>
              <a:gdLst>
                <a:gd name="T0" fmla="*/ 53 w 8"/>
                <a:gd name="T1" fmla="*/ 0 h 8"/>
                <a:gd name="T2" fmla="*/ 0 w 8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4" y="2"/>
                    <a:pt x="1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71" name="Freeform 2650">
              <a:extLst>
                <a:ext uri="{FF2B5EF4-FFF2-40B4-BE49-F238E27FC236}">
                  <a16:creationId xmlns:a16="http://schemas.microsoft.com/office/drawing/2014/main" id="{68CD0CD5-D596-4812-AAC1-238119270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773"/>
              <a:ext cx="18" cy="6"/>
            </a:xfrm>
            <a:custGeom>
              <a:avLst/>
              <a:gdLst>
                <a:gd name="T0" fmla="*/ 58 w 10"/>
                <a:gd name="T1" fmla="*/ 16 h 3"/>
                <a:gd name="T2" fmla="*/ 0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2"/>
                  </a:moveTo>
                  <a:cubicBezTo>
                    <a:pt x="7" y="3"/>
                    <a:pt x="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72" name="Freeform 2651">
              <a:extLst>
                <a:ext uri="{FF2B5EF4-FFF2-40B4-BE49-F238E27FC236}">
                  <a16:creationId xmlns:a16="http://schemas.microsoft.com/office/drawing/2014/main" id="{AE8A08BD-0D00-41B3-93C4-3FD604C4B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725"/>
              <a:ext cx="5" cy="16"/>
            </a:xfrm>
            <a:custGeom>
              <a:avLst/>
              <a:gdLst>
                <a:gd name="T0" fmla="*/ 5 w 3"/>
                <a:gd name="T1" fmla="*/ 50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3" y="6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73" name="Freeform 2652">
              <a:extLst>
                <a:ext uri="{FF2B5EF4-FFF2-40B4-BE49-F238E27FC236}">
                  <a16:creationId xmlns:a16="http://schemas.microsoft.com/office/drawing/2014/main" id="{A564AA1F-34DE-4B03-972B-25673A31A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665"/>
              <a:ext cx="32" cy="33"/>
            </a:xfrm>
            <a:custGeom>
              <a:avLst/>
              <a:gdLst>
                <a:gd name="T0" fmla="*/ 113 w 17"/>
                <a:gd name="T1" fmla="*/ 112 h 18"/>
                <a:gd name="T2" fmla="*/ 8 w 17"/>
                <a:gd name="T3" fmla="*/ 57 h 18"/>
                <a:gd name="T4" fmla="*/ 21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7" y="18"/>
                  </a:moveTo>
                  <a:cubicBezTo>
                    <a:pt x="13" y="17"/>
                    <a:pt x="4" y="13"/>
                    <a:pt x="1" y="9"/>
                  </a:cubicBezTo>
                  <a:cubicBezTo>
                    <a:pt x="0" y="7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74" name="Freeform 2653">
              <a:extLst>
                <a:ext uri="{FF2B5EF4-FFF2-40B4-BE49-F238E27FC236}">
                  <a16:creationId xmlns:a16="http://schemas.microsoft.com/office/drawing/2014/main" id="{713780E6-93DC-4868-95F1-73D0A2CBD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87"/>
              <a:ext cx="13" cy="19"/>
            </a:xfrm>
            <a:custGeom>
              <a:avLst/>
              <a:gdLst>
                <a:gd name="T0" fmla="*/ 45 w 7"/>
                <a:gd name="T1" fmla="*/ 0 h 10"/>
                <a:gd name="T2" fmla="*/ 0 w 7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2" y="3"/>
                    <a:pt x="3" y="5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75" name="Freeform 2654">
              <a:extLst>
                <a:ext uri="{FF2B5EF4-FFF2-40B4-BE49-F238E27FC236}">
                  <a16:creationId xmlns:a16="http://schemas.microsoft.com/office/drawing/2014/main" id="{7762839A-2E1D-4D2D-9AEA-6C1A89936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706"/>
              <a:ext cx="5" cy="17"/>
            </a:xfrm>
            <a:custGeom>
              <a:avLst/>
              <a:gdLst>
                <a:gd name="T0" fmla="*/ 5 w 3"/>
                <a:gd name="T1" fmla="*/ 60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2" y="6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76" name="Freeform 2655">
              <a:extLst>
                <a:ext uri="{FF2B5EF4-FFF2-40B4-BE49-F238E27FC236}">
                  <a16:creationId xmlns:a16="http://schemas.microsoft.com/office/drawing/2014/main" id="{F0395B6A-7A11-4B13-80A4-C3425AA22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77"/>
              <a:ext cx="5" cy="24"/>
            </a:xfrm>
            <a:custGeom>
              <a:avLst/>
              <a:gdLst>
                <a:gd name="T0" fmla="*/ 13 w 3"/>
                <a:gd name="T1" fmla="*/ 81 h 13"/>
                <a:gd name="T2" fmla="*/ 8 w 3"/>
                <a:gd name="T3" fmla="*/ 37 h 13"/>
                <a:gd name="T4" fmla="*/ 5 w 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3">
                  <a:moveTo>
                    <a:pt x="3" y="13"/>
                  </a:moveTo>
                  <a:cubicBezTo>
                    <a:pt x="3" y="11"/>
                    <a:pt x="2" y="8"/>
                    <a:pt x="2" y="6"/>
                  </a:cubicBezTo>
                  <a:cubicBezTo>
                    <a:pt x="1" y="4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77" name="Freeform 2656">
              <a:extLst>
                <a:ext uri="{FF2B5EF4-FFF2-40B4-BE49-F238E27FC236}">
                  <a16:creationId xmlns:a16="http://schemas.microsoft.com/office/drawing/2014/main" id="{A9E957BD-3DD5-4AB1-9BC9-2446C3F03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886"/>
              <a:ext cx="17" cy="11"/>
            </a:xfrm>
            <a:custGeom>
              <a:avLst/>
              <a:gdLst>
                <a:gd name="T0" fmla="*/ 0 w 9"/>
                <a:gd name="T1" fmla="*/ 37 h 6"/>
                <a:gd name="T2" fmla="*/ 60 w 9"/>
                <a:gd name="T3" fmla="*/ 20 h 6"/>
                <a:gd name="T4" fmla="*/ 60 w 9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1" y="5"/>
                    <a:pt x="8" y="0"/>
                    <a:pt x="9" y="3"/>
                  </a:cubicBezTo>
                  <a:cubicBezTo>
                    <a:pt x="9" y="3"/>
                    <a:pt x="9" y="2"/>
                    <a:pt x="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78" name="Freeform 2657">
              <a:extLst>
                <a:ext uri="{FF2B5EF4-FFF2-40B4-BE49-F238E27FC236}">
                  <a16:creationId xmlns:a16="http://schemas.microsoft.com/office/drawing/2014/main" id="{7D7149A1-6418-43A5-A770-379D225F5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879"/>
              <a:ext cx="2" cy="11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1"/>
                    <a:pt x="0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79" name="Freeform 2658">
              <a:extLst>
                <a:ext uri="{FF2B5EF4-FFF2-40B4-BE49-F238E27FC236}">
                  <a16:creationId xmlns:a16="http://schemas.microsoft.com/office/drawing/2014/main" id="{DBEBDA6B-2FB5-4199-9054-F0E4BB86C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811"/>
              <a:ext cx="28" cy="39"/>
            </a:xfrm>
            <a:custGeom>
              <a:avLst/>
              <a:gdLst>
                <a:gd name="T0" fmla="*/ 0 w 15"/>
                <a:gd name="T1" fmla="*/ 0 h 21"/>
                <a:gd name="T2" fmla="*/ 84 w 15"/>
                <a:gd name="T3" fmla="*/ 13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8" y="6"/>
                    <a:pt x="15" y="10"/>
                    <a:pt x="13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80" name="Freeform 2659">
              <a:extLst>
                <a:ext uri="{FF2B5EF4-FFF2-40B4-BE49-F238E27FC236}">
                  <a16:creationId xmlns:a16="http://schemas.microsoft.com/office/drawing/2014/main" id="{024E5D1A-4E4D-46BE-B972-5A7414274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839"/>
              <a:ext cx="52" cy="52"/>
            </a:xfrm>
            <a:custGeom>
              <a:avLst/>
              <a:gdLst>
                <a:gd name="T0" fmla="*/ 0 w 28"/>
                <a:gd name="T1" fmla="*/ 0 h 28"/>
                <a:gd name="T2" fmla="*/ 128 w 28"/>
                <a:gd name="T3" fmla="*/ 89 h 28"/>
                <a:gd name="T4" fmla="*/ 165 w 28"/>
                <a:gd name="T5" fmla="*/ 18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8" y="2"/>
                    <a:pt x="13" y="9"/>
                    <a:pt x="20" y="14"/>
                  </a:cubicBezTo>
                  <a:cubicBezTo>
                    <a:pt x="26" y="18"/>
                    <a:pt x="28" y="23"/>
                    <a:pt x="26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81" name="Freeform 2660">
              <a:extLst>
                <a:ext uri="{FF2B5EF4-FFF2-40B4-BE49-F238E27FC236}">
                  <a16:creationId xmlns:a16="http://schemas.microsoft.com/office/drawing/2014/main" id="{661E01AA-453F-4533-8C42-E227C6FBB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863"/>
              <a:ext cx="16" cy="8"/>
            </a:xfrm>
            <a:custGeom>
              <a:avLst/>
              <a:gdLst>
                <a:gd name="T0" fmla="*/ 0 w 9"/>
                <a:gd name="T1" fmla="*/ 16 h 4"/>
                <a:gd name="T2" fmla="*/ 5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4" y="4"/>
                    <a:pt x="6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82" name="Freeform 2661">
              <a:extLst>
                <a:ext uri="{FF2B5EF4-FFF2-40B4-BE49-F238E27FC236}">
                  <a16:creationId xmlns:a16="http://schemas.microsoft.com/office/drawing/2014/main" id="{5DEC6B58-4B2F-446A-B207-93C87181D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869"/>
              <a:ext cx="48" cy="47"/>
            </a:xfrm>
            <a:custGeom>
              <a:avLst/>
              <a:gdLst>
                <a:gd name="T0" fmla="*/ 0 w 26"/>
                <a:gd name="T1" fmla="*/ 0 h 25"/>
                <a:gd name="T2" fmla="*/ 164 w 26"/>
                <a:gd name="T3" fmla="*/ 10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5" y="8"/>
                    <a:pt x="15" y="25"/>
                    <a:pt x="26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83" name="Freeform 2662">
              <a:extLst>
                <a:ext uri="{FF2B5EF4-FFF2-40B4-BE49-F238E27FC236}">
                  <a16:creationId xmlns:a16="http://schemas.microsoft.com/office/drawing/2014/main" id="{68291322-A64C-4203-A921-189E523FD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872"/>
              <a:ext cx="24" cy="14"/>
            </a:xfrm>
            <a:custGeom>
              <a:avLst/>
              <a:gdLst>
                <a:gd name="T0" fmla="*/ 0 w 13"/>
                <a:gd name="T1" fmla="*/ 48 h 7"/>
                <a:gd name="T2" fmla="*/ 81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6"/>
                  </a:moveTo>
                  <a:cubicBezTo>
                    <a:pt x="4" y="7"/>
                    <a:pt x="10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84" name="Freeform 2663">
              <a:extLst>
                <a:ext uri="{FF2B5EF4-FFF2-40B4-BE49-F238E27FC236}">
                  <a16:creationId xmlns:a16="http://schemas.microsoft.com/office/drawing/2014/main" id="{068EFC68-0AEF-42F9-8238-BA5C2E9A2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884"/>
              <a:ext cx="37" cy="41"/>
            </a:xfrm>
            <a:custGeom>
              <a:avLst/>
              <a:gdLst>
                <a:gd name="T0" fmla="*/ 0 w 20"/>
                <a:gd name="T1" fmla="*/ 0 h 22"/>
                <a:gd name="T2" fmla="*/ 81 w 20"/>
                <a:gd name="T3" fmla="*/ 14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4" y="9"/>
                    <a:pt x="20" y="12"/>
                    <a:pt x="13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85" name="Freeform 2664">
              <a:extLst>
                <a:ext uri="{FF2B5EF4-FFF2-40B4-BE49-F238E27FC236}">
                  <a16:creationId xmlns:a16="http://schemas.microsoft.com/office/drawing/2014/main" id="{9F4F099E-68BF-493B-B185-841469048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902"/>
              <a:ext cx="13" cy="10"/>
            </a:xfrm>
            <a:custGeom>
              <a:avLst/>
              <a:gdLst>
                <a:gd name="T0" fmla="*/ 0 w 7"/>
                <a:gd name="T1" fmla="*/ 40 h 5"/>
                <a:gd name="T2" fmla="*/ 4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86" name="Freeform 2665">
              <a:extLst>
                <a:ext uri="{FF2B5EF4-FFF2-40B4-BE49-F238E27FC236}">
                  <a16:creationId xmlns:a16="http://schemas.microsoft.com/office/drawing/2014/main" id="{9A27D22D-962B-4BED-B9C8-C5E3B4CD1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3091"/>
              <a:ext cx="30" cy="55"/>
            </a:xfrm>
            <a:custGeom>
              <a:avLst/>
              <a:gdLst>
                <a:gd name="T0" fmla="*/ 105 w 16"/>
                <a:gd name="T1" fmla="*/ 197 h 29"/>
                <a:gd name="T2" fmla="*/ 21 w 16"/>
                <a:gd name="T3" fmla="*/ 83 h 29"/>
                <a:gd name="T4" fmla="*/ 21 w 1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6" y="29"/>
                  </a:moveTo>
                  <a:cubicBezTo>
                    <a:pt x="13" y="23"/>
                    <a:pt x="5" y="18"/>
                    <a:pt x="3" y="12"/>
                  </a:cubicBezTo>
                  <a:cubicBezTo>
                    <a:pt x="0" y="6"/>
                    <a:pt x="1" y="6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87" name="Freeform 2666">
              <a:extLst>
                <a:ext uri="{FF2B5EF4-FFF2-40B4-BE49-F238E27FC236}">
                  <a16:creationId xmlns:a16="http://schemas.microsoft.com/office/drawing/2014/main" id="{C5791202-017F-4CF6-9AE8-8504FDF93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056"/>
              <a:ext cx="37" cy="47"/>
            </a:xfrm>
            <a:custGeom>
              <a:avLst/>
              <a:gdLst>
                <a:gd name="T0" fmla="*/ 126 w 20"/>
                <a:gd name="T1" fmla="*/ 165 h 25"/>
                <a:gd name="T2" fmla="*/ 31 w 2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7" y="22"/>
                    <a:pt x="0" y="8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88" name="Freeform 2667">
              <a:extLst>
                <a:ext uri="{FF2B5EF4-FFF2-40B4-BE49-F238E27FC236}">
                  <a16:creationId xmlns:a16="http://schemas.microsoft.com/office/drawing/2014/main" id="{C2D04A8B-78FE-4A51-92A4-447254522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026"/>
              <a:ext cx="32" cy="43"/>
            </a:xfrm>
            <a:custGeom>
              <a:avLst/>
              <a:gdLst>
                <a:gd name="T0" fmla="*/ 113 w 17"/>
                <a:gd name="T1" fmla="*/ 150 h 23"/>
                <a:gd name="T2" fmla="*/ 68 w 1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17" y="23"/>
                  </a:moveTo>
                  <a:cubicBezTo>
                    <a:pt x="12" y="17"/>
                    <a:pt x="0" y="4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89" name="Freeform 2668">
              <a:extLst>
                <a:ext uri="{FF2B5EF4-FFF2-40B4-BE49-F238E27FC236}">
                  <a16:creationId xmlns:a16="http://schemas.microsoft.com/office/drawing/2014/main" id="{A1792460-799D-4829-8F3C-D651F380C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994"/>
              <a:ext cx="41" cy="43"/>
            </a:xfrm>
            <a:custGeom>
              <a:avLst/>
              <a:gdLst>
                <a:gd name="T0" fmla="*/ 142 w 22"/>
                <a:gd name="T1" fmla="*/ 150 h 23"/>
                <a:gd name="T2" fmla="*/ 76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23"/>
                  </a:moveTo>
                  <a:cubicBezTo>
                    <a:pt x="14" y="12"/>
                    <a:pt x="0" y="1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90" name="Freeform 2669">
              <a:extLst>
                <a:ext uri="{FF2B5EF4-FFF2-40B4-BE49-F238E27FC236}">
                  <a16:creationId xmlns:a16="http://schemas.microsoft.com/office/drawing/2014/main" id="{81CC9032-77BD-4597-9DD5-6BB084341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114"/>
              <a:ext cx="18" cy="11"/>
            </a:xfrm>
            <a:custGeom>
              <a:avLst/>
              <a:gdLst>
                <a:gd name="T0" fmla="*/ 58 w 10"/>
                <a:gd name="T1" fmla="*/ 0 h 6"/>
                <a:gd name="T2" fmla="*/ 0 w 10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6" y="0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91" name="Freeform 2670">
              <a:extLst>
                <a:ext uri="{FF2B5EF4-FFF2-40B4-BE49-F238E27FC236}">
                  <a16:creationId xmlns:a16="http://schemas.microsoft.com/office/drawing/2014/main" id="{E2F6B3A2-B055-4B78-A808-DFFE4E7A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095"/>
              <a:ext cx="6" cy="21"/>
            </a:xfrm>
            <a:custGeom>
              <a:avLst/>
              <a:gdLst>
                <a:gd name="T0" fmla="*/ 8 w 3"/>
                <a:gd name="T1" fmla="*/ 76 h 11"/>
                <a:gd name="T2" fmla="*/ 0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1" y="11"/>
                  </a:moveTo>
                  <a:cubicBezTo>
                    <a:pt x="1" y="7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92" name="Freeform 2671">
              <a:extLst>
                <a:ext uri="{FF2B5EF4-FFF2-40B4-BE49-F238E27FC236}">
                  <a16:creationId xmlns:a16="http://schemas.microsoft.com/office/drawing/2014/main" id="{0DC96AB7-7B8F-431F-83B6-EA6A4D4B0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30"/>
              <a:ext cx="34" cy="33"/>
            </a:xfrm>
            <a:custGeom>
              <a:avLst/>
              <a:gdLst>
                <a:gd name="T0" fmla="*/ 108 w 18"/>
                <a:gd name="T1" fmla="*/ 112 h 18"/>
                <a:gd name="T2" fmla="*/ 113 w 18"/>
                <a:gd name="T3" fmla="*/ 68 h 18"/>
                <a:gd name="T4" fmla="*/ 68 w 18"/>
                <a:gd name="T5" fmla="*/ 7 h 18"/>
                <a:gd name="T6" fmla="*/ 32 w 18"/>
                <a:gd name="T7" fmla="*/ 0 h 18"/>
                <a:gd name="T8" fmla="*/ 0 w 18"/>
                <a:gd name="T9" fmla="*/ 2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6" y="18"/>
                  </a:moveTo>
                  <a:cubicBezTo>
                    <a:pt x="17" y="15"/>
                    <a:pt x="18" y="14"/>
                    <a:pt x="17" y="11"/>
                  </a:cubicBezTo>
                  <a:cubicBezTo>
                    <a:pt x="17" y="8"/>
                    <a:pt x="12" y="3"/>
                    <a:pt x="10" y="1"/>
                  </a:cubicBezTo>
                  <a:cubicBezTo>
                    <a:pt x="7" y="0"/>
                    <a:pt x="9" y="0"/>
                    <a:pt x="5" y="0"/>
                  </a:cubicBezTo>
                  <a:cubicBezTo>
                    <a:pt x="4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93" name="Freeform 2672">
              <a:extLst>
                <a:ext uri="{FF2B5EF4-FFF2-40B4-BE49-F238E27FC236}">
                  <a16:creationId xmlns:a16="http://schemas.microsoft.com/office/drawing/2014/main" id="{91C2CC7E-DDA1-45D6-88B1-0FA4499E1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024"/>
              <a:ext cx="17" cy="11"/>
            </a:xfrm>
            <a:custGeom>
              <a:avLst/>
              <a:gdLst>
                <a:gd name="T0" fmla="*/ 60 w 9"/>
                <a:gd name="T1" fmla="*/ 0 h 6"/>
                <a:gd name="T2" fmla="*/ 0 w 9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5" y="0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94" name="Freeform 2673">
              <a:extLst>
                <a:ext uri="{FF2B5EF4-FFF2-40B4-BE49-F238E27FC236}">
                  <a16:creationId xmlns:a16="http://schemas.microsoft.com/office/drawing/2014/main" id="{E1034139-2DED-4FB0-BC2F-FB835771D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056"/>
              <a:ext cx="25" cy="15"/>
            </a:xfrm>
            <a:custGeom>
              <a:avLst/>
              <a:gdLst>
                <a:gd name="T0" fmla="*/ 92 w 13"/>
                <a:gd name="T1" fmla="*/ 0 h 8"/>
                <a:gd name="T2" fmla="*/ 0 w 13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10" y="3"/>
                    <a:pt x="6" y="8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95" name="Freeform 2674">
              <a:extLst>
                <a:ext uri="{FF2B5EF4-FFF2-40B4-BE49-F238E27FC236}">
                  <a16:creationId xmlns:a16="http://schemas.microsoft.com/office/drawing/2014/main" id="{F9C127D2-B466-4A13-B94A-1653487BB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086"/>
              <a:ext cx="15" cy="19"/>
            </a:xfrm>
            <a:custGeom>
              <a:avLst/>
              <a:gdLst>
                <a:gd name="T0" fmla="*/ 53 w 8"/>
                <a:gd name="T1" fmla="*/ 0 h 10"/>
                <a:gd name="T2" fmla="*/ 0 w 8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3" y="2"/>
                    <a:pt x="2" y="6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96" name="Freeform 2675">
              <a:extLst>
                <a:ext uri="{FF2B5EF4-FFF2-40B4-BE49-F238E27FC236}">
                  <a16:creationId xmlns:a16="http://schemas.microsoft.com/office/drawing/2014/main" id="{245CE887-8F8A-4A1D-BED0-A762EBF90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050"/>
              <a:ext cx="15" cy="17"/>
            </a:xfrm>
            <a:custGeom>
              <a:avLst/>
              <a:gdLst>
                <a:gd name="T0" fmla="*/ 53 w 8"/>
                <a:gd name="T1" fmla="*/ 60 h 9"/>
                <a:gd name="T2" fmla="*/ 0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5" y="6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97" name="Freeform 2676">
              <a:extLst>
                <a:ext uri="{FF2B5EF4-FFF2-40B4-BE49-F238E27FC236}">
                  <a16:creationId xmlns:a16="http://schemas.microsoft.com/office/drawing/2014/main" id="{C9A55F09-ECE0-4792-9D48-E09DFC4E2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988"/>
              <a:ext cx="47" cy="40"/>
            </a:xfrm>
            <a:custGeom>
              <a:avLst/>
              <a:gdLst>
                <a:gd name="T0" fmla="*/ 152 w 25"/>
                <a:gd name="T1" fmla="*/ 145 h 21"/>
                <a:gd name="T2" fmla="*/ 92 w 25"/>
                <a:gd name="T3" fmla="*/ 36 h 21"/>
                <a:gd name="T4" fmla="*/ 39 w 25"/>
                <a:gd name="T5" fmla="*/ 0 h 21"/>
                <a:gd name="T6" fmla="*/ 0 w 25"/>
                <a:gd name="T7" fmla="*/ 2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1">
                  <a:moveTo>
                    <a:pt x="23" y="21"/>
                  </a:moveTo>
                  <a:cubicBezTo>
                    <a:pt x="25" y="16"/>
                    <a:pt x="17" y="8"/>
                    <a:pt x="14" y="5"/>
                  </a:cubicBezTo>
                  <a:cubicBezTo>
                    <a:pt x="11" y="2"/>
                    <a:pt x="10" y="0"/>
                    <a:pt x="6" y="0"/>
                  </a:cubicBezTo>
                  <a:cubicBezTo>
                    <a:pt x="4" y="0"/>
                    <a:pt x="1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98" name="Freeform 2677">
              <a:extLst>
                <a:ext uri="{FF2B5EF4-FFF2-40B4-BE49-F238E27FC236}">
                  <a16:creationId xmlns:a16="http://schemas.microsoft.com/office/drawing/2014/main" id="{594140E2-0A40-4817-B557-90C7F62B3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957"/>
              <a:ext cx="39" cy="30"/>
            </a:xfrm>
            <a:custGeom>
              <a:avLst/>
              <a:gdLst>
                <a:gd name="T0" fmla="*/ 134 w 21"/>
                <a:gd name="T1" fmla="*/ 105 h 16"/>
                <a:gd name="T2" fmla="*/ 0 w 21"/>
                <a:gd name="T3" fmla="*/ 4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21" y="16"/>
                  </a:moveTo>
                  <a:cubicBezTo>
                    <a:pt x="15" y="9"/>
                    <a:pt x="10" y="0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99" name="Freeform 2678">
              <a:extLst>
                <a:ext uri="{FF2B5EF4-FFF2-40B4-BE49-F238E27FC236}">
                  <a16:creationId xmlns:a16="http://schemas.microsoft.com/office/drawing/2014/main" id="{A5A86173-9EA6-4573-A59F-D1862A32D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964"/>
              <a:ext cx="24" cy="38"/>
            </a:xfrm>
            <a:custGeom>
              <a:avLst/>
              <a:gdLst>
                <a:gd name="T0" fmla="*/ 81 w 13"/>
                <a:gd name="T1" fmla="*/ 137 h 20"/>
                <a:gd name="T2" fmla="*/ 13 w 13"/>
                <a:gd name="T3" fmla="*/ 48 h 20"/>
                <a:gd name="T4" fmla="*/ 13 w 1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20"/>
                  </a:moveTo>
                  <a:cubicBezTo>
                    <a:pt x="10" y="16"/>
                    <a:pt x="3" y="11"/>
                    <a:pt x="2" y="7"/>
                  </a:cubicBezTo>
                  <a:cubicBezTo>
                    <a:pt x="1" y="4"/>
                    <a:pt x="0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00" name="Freeform 2679">
              <a:extLst>
                <a:ext uri="{FF2B5EF4-FFF2-40B4-BE49-F238E27FC236}">
                  <a16:creationId xmlns:a16="http://schemas.microsoft.com/office/drawing/2014/main" id="{C13ABD5B-27EF-44D8-94F7-07BF2D829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985"/>
              <a:ext cx="21" cy="13"/>
            </a:xfrm>
            <a:custGeom>
              <a:avLst/>
              <a:gdLst>
                <a:gd name="T0" fmla="*/ 76 w 11"/>
                <a:gd name="T1" fmla="*/ 7 h 7"/>
                <a:gd name="T2" fmla="*/ 0 w 11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1"/>
                  </a:moveTo>
                  <a:cubicBezTo>
                    <a:pt x="8" y="0"/>
                    <a:pt x="2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01" name="Freeform 2680">
              <a:extLst>
                <a:ext uri="{FF2B5EF4-FFF2-40B4-BE49-F238E27FC236}">
                  <a16:creationId xmlns:a16="http://schemas.microsoft.com/office/drawing/2014/main" id="{02F458CE-7B30-460C-9D3F-321ED85C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934"/>
              <a:ext cx="40" cy="40"/>
            </a:xfrm>
            <a:custGeom>
              <a:avLst/>
              <a:gdLst>
                <a:gd name="T0" fmla="*/ 145 w 21"/>
                <a:gd name="T1" fmla="*/ 137 h 21"/>
                <a:gd name="T2" fmla="*/ 48 w 21"/>
                <a:gd name="T3" fmla="*/ 69 h 21"/>
                <a:gd name="T4" fmla="*/ 48 w 2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21" y="20"/>
                  </a:moveTo>
                  <a:cubicBezTo>
                    <a:pt x="16" y="21"/>
                    <a:pt x="11" y="14"/>
                    <a:pt x="7" y="10"/>
                  </a:cubicBezTo>
                  <a:cubicBezTo>
                    <a:pt x="1" y="4"/>
                    <a:pt x="0" y="6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02" name="Freeform 2681">
              <a:extLst>
                <a:ext uri="{FF2B5EF4-FFF2-40B4-BE49-F238E27FC236}">
                  <a16:creationId xmlns:a16="http://schemas.microsoft.com/office/drawing/2014/main" id="{00521067-CF06-494F-8C6A-00B3ABC7E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022"/>
              <a:ext cx="17" cy="8"/>
            </a:xfrm>
            <a:custGeom>
              <a:avLst/>
              <a:gdLst>
                <a:gd name="T0" fmla="*/ 60 w 9"/>
                <a:gd name="T1" fmla="*/ 32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4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03" name="Freeform 2682">
              <a:extLst>
                <a:ext uri="{FF2B5EF4-FFF2-40B4-BE49-F238E27FC236}">
                  <a16:creationId xmlns:a16="http://schemas.microsoft.com/office/drawing/2014/main" id="{EFD639BA-86AB-4824-88A2-FCA3085D0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974"/>
              <a:ext cx="7" cy="13"/>
            </a:xfrm>
            <a:custGeom>
              <a:avLst/>
              <a:gdLst>
                <a:gd name="T0" fmla="*/ 12 w 4"/>
                <a:gd name="T1" fmla="*/ 45 h 7"/>
                <a:gd name="T2" fmla="*/ 0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2" y="7"/>
                  </a:moveTo>
                  <a:cubicBezTo>
                    <a:pt x="4" y="5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04" name="Freeform 2683">
              <a:extLst>
                <a:ext uri="{FF2B5EF4-FFF2-40B4-BE49-F238E27FC236}">
                  <a16:creationId xmlns:a16="http://schemas.microsoft.com/office/drawing/2014/main" id="{74224FEE-F4CF-4F39-AFD0-2EE0D7945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3069"/>
              <a:ext cx="23" cy="43"/>
            </a:xfrm>
            <a:custGeom>
              <a:avLst/>
              <a:gdLst>
                <a:gd name="T0" fmla="*/ 0 w 12"/>
                <a:gd name="T1" fmla="*/ 0 h 23"/>
                <a:gd name="T2" fmla="*/ 56 w 12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7" y="7"/>
                    <a:pt x="12" y="13"/>
                    <a:pt x="8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05" name="Freeform 2684">
              <a:extLst>
                <a:ext uri="{FF2B5EF4-FFF2-40B4-BE49-F238E27FC236}">
                  <a16:creationId xmlns:a16="http://schemas.microsoft.com/office/drawing/2014/main" id="{BA419993-5025-4BC9-9E64-8A5CB685D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01"/>
              <a:ext cx="43" cy="62"/>
            </a:xfrm>
            <a:custGeom>
              <a:avLst/>
              <a:gdLst>
                <a:gd name="T0" fmla="*/ 0 w 23"/>
                <a:gd name="T1" fmla="*/ 0 h 33"/>
                <a:gd name="T2" fmla="*/ 112 w 23"/>
                <a:gd name="T3" fmla="*/ 113 h 33"/>
                <a:gd name="T4" fmla="*/ 125 w 23"/>
                <a:gd name="T5" fmla="*/ 21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0" y="0"/>
                  </a:moveTo>
                  <a:cubicBezTo>
                    <a:pt x="8" y="4"/>
                    <a:pt x="11" y="11"/>
                    <a:pt x="17" y="17"/>
                  </a:cubicBezTo>
                  <a:cubicBezTo>
                    <a:pt x="21" y="23"/>
                    <a:pt x="23" y="28"/>
                    <a:pt x="19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06" name="Freeform 2685">
              <a:extLst>
                <a:ext uri="{FF2B5EF4-FFF2-40B4-BE49-F238E27FC236}">
                  <a16:creationId xmlns:a16="http://schemas.microsoft.com/office/drawing/2014/main" id="{C7C2AF3A-AB84-485E-A6CA-7B4F4AE8E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144"/>
              <a:ext cx="17" cy="5"/>
            </a:xfrm>
            <a:custGeom>
              <a:avLst/>
              <a:gdLst>
                <a:gd name="T0" fmla="*/ 0 w 9"/>
                <a:gd name="T1" fmla="*/ 0 h 3"/>
                <a:gd name="T2" fmla="*/ 6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3"/>
                    <a:pt x="7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07" name="Freeform 2686">
              <a:extLst>
                <a:ext uri="{FF2B5EF4-FFF2-40B4-BE49-F238E27FC236}">
                  <a16:creationId xmlns:a16="http://schemas.microsoft.com/office/drawing/2014/main" id="{7A051464-24C8-4B3F-978C-5591AC5EB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146"/>
              <a:ext cx="41" cy="52"/>
            </a:xfrm>
            <a:custGeom>
              <a:avLst/>
              <a:gdLst>
                <a:gd name="T0" fmla="*/ 0 w 22"/>
                <a:gd name="T1" fmla="*/ 0 h 28"/>
                <a:gd name="T2" fmla="*/ 142 w 22"/>
                <a:gd name="T3" fmla="*/ 13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0" y="0"/>
                  </a:moveTo>
                  <a:cubicBezTo>
                    <a:pt x="3" y="9"/>
                    <a:pt x="9" y="28"/>
                    <a:pt x="22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08" name="Freeform 2687">
              <a:extLst>
                <a:ext uri="{FF2B5EF4-FFF2-40B4-BE49-F238E27FC236}">
                  <a16:creationId xmlns:a16="http://schemas.microsoft.com/office/drawing/2014/main" id="{159FBC34-471E-4EE0-AA94-8B96E679B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3149"/>
              <a:ext cx="28" cy="10"/>
            </a:xfrm>
            <a:custGeom>
              <a:avLst/>
              <a:gdLst>
                <a:gd name="T0" fmla="*/ 0 w 15"/>
                <a:gd name="T1" fmla="*/ 24 h 5"/>
                <a:gd name="T2" fmla="*/ 97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3"/>
                  </a:moveTo>
                  <a:cubicBezTo>
                    <a:pt x="5" y="5"/>
                    <a:pt x="11" y="3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09" name="Freeform 2688">
              <a:extLst>
                <a:ext uri="{FF2B5EF4-FFF2-40B4-BE49-F238E27FC236}">
                  <a16:creationId xmlns:a16="http://schemas.microsoft.com/office/drawing/2014/main" id="{ED2E7B42-E956-449F-8547-812B63D69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3159"/>
              <a:ext cx="30" cy="43"/>
            </a:xfrm>
            <a:custGeom>
              <a:avLst/>
              <a:gdLst>
                <a:gd name="T0" fmla="*/ 0 w 16"/>
                <a:gd name="T1" fmla="*/ 0 h 23"/>
                <a:gd name="T2" fmla="*/ 45 w 16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cubicBezTo>
                    <a:pt x="2" y="8"/>
                    <a:pt x="16" y="15"/>
                    <a:pt x="7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10" name="Freeform 2689">
              <a:extLst>
                <a:ext uri="{FF2B5EF4-FFF2-40B4-BE49-F238E27FC236}">
                  <a16:creationId xmlns:a16="http://schemas.microsoft.com/office/drawing/2014/main" id="{E12B2D7D-8A5F-45D2-A52F-4EADDE4C7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183"/>
              <a:ext cx="15" cy="8"/>
            </a:xfrm>
            <a:custGeom>
              <a:avLst/>
              <a:gdLst>
                <a:gd name="T0" fmla="*/ 0 w 8"/>
                <a:gd name="T1" fmla="*/ 32 h 4"/>
                <a:gd name="T2" fmla="*/ 5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4"/>
                    <a:pt x="5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11" name="Freeform 2690">
              <a:extLst>
                <a:ext uri="{FF2B5EF4-FFF2-40B4-BE49-F238E27FC236}">
                  <a16:creationId xmlns:a16="http://schemas.microsoft.com/office/drawing/2014/main" id="{26A7064C-9778-4A42-AAA2-7C429887A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554"/>
              <a:ext cx="43" cy="41"/>
            </a:xfrm>
            <a:custGeom>
              <a:avLst/>
              <a:gdLst>
                <a:gd name="T0" fmla="*/ 0 w 23"/>
                <a:gd name="T1" fmla="*/ 0 h 22"/>
                <a:gd name="T2" fmla="*/ 129 w 23"/>
                <a:gd name="T3" fmla="*/ 76 h 22"/>
                <a:gd name="T4" fmla="*/ 125 w 23"/>
                <a:gd name="T5" fmla="*/ 14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6" y="4"/>
                    <a:pt x="15" y="7"/>
                    <a:pt x="20" y="12"/>
                  </a:cubicBezTo>
                  <a:cubicBezTo>
                    <a:pt x="23" y="16"/>
                    <a:pt x="22" y="18"/>
                    <a:pt x="19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12" name="Freeform 2691">
              <a:extLst>
                <a:ext uri="{FF2B5EF4-FFF2-40B4-BE49-F238E27FC236}">
                  <a16:creationId xmlns:a16="http://schemas.microsoft.com/office/drawing/2014/main" id="{C577FF38-AD34-47AF-84F0-328E645DB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586"/>
              <a:ext cx="40" cy="34"/>
            </a:xfrm>
            <a:custGeom>
              <a:avLst/>
              <a:gdLst>
                <a:gd name="T0" fmla="*/ 0 w 21"/>
                <a:gd name="T1" fmla="*/ 0 h 18"/>
                <a:gd name="T2" fmla="*/ 109 w 21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8">
                  <a:moveTo>
                    <a:pt x="0" y="0"/>
                  </a:moveTo>
                  <a:cubicBezTo>
                    <a:pt x="11" y="5"/>
                    <a:pt x="21" y="5"/>
                    <a:pt x="16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13" name="Freeform 2692">
              <a:extLst>
                <a:ext uri="{FF2B5EF4-FFF2-40B4-BE49-F238E27FC236}">
                  <a16:creationId xmlns:a16="http://schemas.microsoft.com/office/drawing/2014/main" id="{48C85CE9-53EC-4292-91BA-276A7C19A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605"/>
              <a:ext cx="39" cy="41"/>
            </a:xfrm>
            <a:custGeom>
              <a:avLst/>
              <a:gdLst>
                <a:gd name="T0" fmla="*/ 0 w 21"/>
                <a:gd name="T1" fmla="*/ 0 h 22"/>
                <a:gd name="T2" fmla="*/ 128 w 21"/>
                <a:gd name="T3" fmla="*/ 97 h 22"/>
                <a:gd name="T4" fmla="*/ 128 w 21"/>
                <a:gd name="T5" fmla="*/ 14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0"/>
                  </a:moveTo>
                  <a:cubicBezTo>
                    <a:pt x="6" y="6"/>
                    <a:pt x="16" y="8"/>
                    <a:pt x="20" y="15"/>
                  </a:cubicBezTo>
                  <a:cubicBezTo>
                    <a:pt x="21" y="18"/>
                    <a:pt x="21" y="19"/>
                    <a:pt x="20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14" name="Freeform 2693">
              <a:extLst>
                <a:ext uri="{FF2B5EF4-FFF2-40B4-BE49-F238E27FC236}">
                  <a16:creationId xmlns:a16="http://schemas.microsoft.com/office/drawing/2014/main" id="{E0AF19A9-FCF4-44E5-9548-8239AD834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633"/>
              <a:ext cx="41" cy="39"/>
            </a:xfrm>
            <a:custGeom>
              <a:avLst/>
              <a:gdLst>
                <a:gd name="T0" fmla="*/ 0 w 22"/>
                <a:gd name="T1" fmla="*/ 0 h 21"/>
                <a:gd name="T2" fmla="*/ 129 w 22"/>
                <a:gd name="T3" fmla="*/ 76 h 21"/>
                <a:gd name="T4" fmla="*/ 129 w 22"/>
                <a:gd name="T5" fmla="*/ 13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6" y="4"/>
                    <a:pt x="16" y="6"/>
                    <a:pt x="20" y="12"/>
                  </a:cubicBezTo>
                  <a:cubicBezTo>
                    <a:pt x="22" y="16"/>
                    <a:pt x="20" y="19"/>
                    <a:pt x="20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15" name="Freeform 2694">
              <a:extLst>
                <a:ext uri="{FF2B5EF4-FFF2-40B4-BE49-F238E27FC236}">
                  <a16:creationId xmlns:a16="http://schemas.microsoft.com/office/drawing/2014/main" id="{B65524A1-E1EE-4130-930F-5A5301B9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30"/>
              <a:ext cx="47" cy="19"/>
            </a:xfrm>
            <a:custGeom>
              <a:avLst/>
              <a:gdLst>
                <a:gd name="T0" fmla="*/ 0 w 25"/>
                <a:gd name="T1" fmla="*/ 0 h 10"/>
                <a:gd name="T2" fmla="*/ 113 w 25"/>
                <a:gd name="T3" fmla="*/ 61 h 10"/>
                <a:gd name="T4" fmla="*/ 165 w 25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0"/>
                  </a:moveTo>
                  <a:cubicBezTo>
                    <a:pt x="4" y="2"/>
                    <a:pt x="13" y="10"/>
                    <a:pt x="17" y="9"/>
                  </a:cubicBezTo>
                  <a:cubicBezTo>
                    <a:pt x="20" y="9"/>
                    <a:pt x="23" y="5"/>
                    <a:pt x="25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16" name="Freeform 2695">
              <a:extLst>
                <a:ext uri="{FF2B5EF4-FFF2-40B4-BE49-F238E27FC236}">
                  <a16:creationId xmlns:a16="http://schemas.microsoft.com/office/drawing/2014/main" id="{86DBC73B-7370-41DB-B8E7-47335BB04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549"/>
              <a:ext cx="45" cy="24"/>
            </a:xfrm>
            <a:custGeom>
              <a:avLst/>
              <a:gdLst>
                <a:gd name="T0" fmla="*/ 0 w 24"/>
                <a:gd name="T1" fmla="*/ 0 h 13"/>
                <a:gd name="T2" fmla="*/ 113 w 24"/>
                <a:gd name="T3" fmla="*/ 76 h 13"/>
                <a:gd name="T4" fmla="*/ 158 w 24"/>
                <a:gd name="T5" fmla="*/ 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0" y="0"/>
                  </a:moveTo>
                  <a:cubicBezTo>
                    <a:pt x="3" y="4"/>
                    <a:pt x="11" y="13"/>
                    <a:pt x="17" y="12"/>
                  </a:cubicBezTo>
                  <a:cubicBezTo>
                    <a:pt x="19" y="12"/>
                    <a:pt x="22" y="8"/>
                    <a:pt x="24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17" name="Freeform 2696">
              <a:extLst>
                <a:ext uri="{FF2B5EF4-FFF2-40B4-BE49-F238E27FC236}">
                  <a16:creationId xmlns:a16="http://schemas.microsoft.com/office/drawing/2014/main" id="{4712B544-34DA-4854-BE12-19DCA4DAF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573"/>
              <a:ext cx="47" cy="24"/>
            </a:xfrm>
            <a:custGeom>
              <a:avLst/>
              <a:gdLst>
                <a:gd name="T0" fmla="*/ 0 w 25"/>
                <a:gd name="T1" fmla="*/ 0 h 13"/>
                <a:gd name="T2" fmla="*/ 105 w 25"/>
                <a:gd name="T3" fmla="*/ 76 h 13"/>
                <a:gd name="T4" fmla="*/ 165 w 25"/>
                <a:gd name="T5" fmla="*/ 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5" y="4"/>
                    <a:pt x="9" y="13"/>
                    <a:pt x="16" y="12"/>
                  </a:cubicBezTo>
                  <a:cubicBezTo>
                    <a:pt x="19" y="11"/>
                    <a:pt x="23" y="8"/>
                    <a:pt x="25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18" name="Freeform 2697">
              <a:extLst>
                <a:ext uri="{FF2B5EF4-FFF2-40B4-BE49-F238E27FC236}">
                  <a16:creationId xmlns:a16="http://schemas.microsoft.com/office/drawing/2014/main" id="{A4A273A7-BD60-4615-88FF-70DA5D734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595"/>
              <a:ext cx="46" cy="23"/>
            </a:xfrm>
            <a:custGeom>
              <a:avLst/>
              <a:gdLst>
                <a:gd name="T0" fmla="*/ 0 w 25"/>
                <a:gd name="T1" fmla="*/ 0 h 12"/>
                <a:gd name="T2" fmla="*/ 118 w 25"/>
                <a:gd name="T3" fmla="*/ 77 h 12"/>
                <a:gd name="T4" fmla="*/ 156 w 25"/>
                <a:gd name="T5" fmla="*/ 4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0" y="0"/>
                  </a:moveTo>
                  <a:cubicBezTo>
                    <a:pt x="5" y="3"/>
                    <a:pt x="14" y="12"/>
                    <a:pt x="19" y="11"/>
                  </a:cubicBezTo>
                  <a:cubicBezTo>
                    <a:pt x="21" y="11"/>
                    <a:pt x="24" y="7"/>
                    <a:pt x="25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19" name="Freeform 2698">
              <a:extLst>
                <a:ext uri="{FF2B5EF4-FFF2-40B4-BE49-F238E27FC236}">
                  <a16:creationId xmlns:a16="http://schemas.microsoft.com/office/drawing/2014/main" id="{2D734D59-9645-46DA-8132-E0746CB5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616"/>
              <a:ext cx="51" cy="32"/>
            </a:xfrm>
            <a:custGeom>
              <a:avLst/>
              <a:gdLst>
                <a:gd name="T0" fmla="*/ 0 w 27"/>
                <a:gd name="T1" fmla="*/ 0 h 17"/>
                <a:gd name="T2" fmla="*/ 68 w 27"/>
                <a:gd name="T3" fmla="*/ 60 h 17"/>
                <a:gd name="T4" fmla="*/ 128 w 27"/>
                <a:gd name="T5" fmla="*/ 113 h 17"/>
                <a:gd name="T6" fmla="*/ 181 w 27"/>
                <a:gd name="T7" fmla="*/ 6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7">
                  <a:moveTo>
                    <a:pt x="0" y="0"/>
                  </a:moveTo>
                  <a:cubicBezTo>
                    <a:pt x="2" y="4"/>
                    <a:pt x="7" y="6"/>
                    <a:pt x="10" y="9"/>
                  </a:cubicBezTo>
                  <a:cubicBezTo>
                    <a:pt x="12" y="10"/>
                    <a:pt x="16" y="17"/>
                    <a:pt x="19" y="17"/>
                  </a:cubicBezTo>
                  <a:cubicBezTo>
                    <a:pt x="21" y="17"/>
                    <a:pt x="26" y="12"/>
                    <a:pt x="27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20" name="Freeform 2699">
              <a:extLst>
                <a:ext uri="{FF2B5EF4-FFF2-40B4-BE49-F238E27FC236}">
                  <a16:creationId xmlns:a16="http://schemas.microsoft.com/office/drawing/2014/main" id="{7C21732F-EB72-45DA-9D0D-A31310E17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646"/>
              <a:ext cx="53" cy="30"/>
            </a:xfrm>
            <a:custGeom>
              <a:avLst/>
              <a:gdLst>
                <a:gd name="T0" fmla="*/ 0 w 28"/>
                <a:gd name="T1" fmla="*/ 0 h 16"/>
                <a:gd name="T2" fmla="*/ 115 w 28"/>
                <a:gd name="T3" fmla="*/ 84 h 16"/>
                <a:gd name="T4" fmla="*/ 189 w 28"/>
                <a:gd name="T5" fmla="*/ 10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0" y="0"/>
                  </a:moveTo>
                  <a:cubicBezTo>
                    <a:pt x="6" y="4"/>
                    <a:pt x="9" y="10"/>
                    <a:pt x="17" y="13"/>
                  </a:cubicBezTo>
                  <a:cubicBezTo>
                    <a:pt x="21" y="14"/>
                    <a:pt x="25" y="15"/>
                    <a:pt x="28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21" name="Freeform 2700">
              <a:extLst>
                <a:ext uri="{FF2B5EF4-FFF2-40B4-BE49-F238E27FC236}">
                  <a16:creationId xmlns:a16="http://schemas.microsoft.com/office/drawing/2014/main" id="{33DA7C87-15C9-46ED-A852-F7DB08846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661"/>
              <a:ext cx="35" cy="34"/>
            </a:xfrm>
            <a:custGeom>
              <a:avLst/>
              <a:gdLst>
                <a:gd name="T0" fmla="*/ 0 w 19"/>
                <a:gd name="T1" fmla="*/ 0 h 18"/>
                <a:gd name="T2" fmla="*/ 105 w 19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0" y="0"/>
                  </a:moveTo>
                  <a:cubicBezTo>
                    <a:pt x="9" y="5"/>
                    <a:pt x="19" y="6"/>
                    <a:pt x="17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22" name="Freeform 2701">
              <a:extLst>
                <a:ext uri="{FF2B5EF4-FFF2-40B4-BE49-F238E27FC236}">
                  <a16:creationId xmlns:a16="http://schemas.microsoft.com/office/drawing/2014/main" id="{A4593459-226F-4679-A7F4-E946F0262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678"/>
              <a:ext cx="46" cy="24"/>
            </a:xfrm>
            <a:custGeom>
              <a:avLst/>
              <a:gdLst>
                <a:gd name="T0" fmla="*/ 0 w 25"/>
                <a:gd name="T1" fmla="*/ 20 h 13"/>
                <a:gd name="T2" fmla="*/ 105 w 25"/>
                <a:gd name="T3" fmla="*/ 31 h 13"/>
                <a:gd name="T4" fmla="*/ 156 w 25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3"/>
                  </a:moveTo>
                  <a:cubicBezTo>
                    <a:pt x="8" y="0"/>
                    <a:pt x="10" y="1"/>
                    <a:pt x="17" y="5"/>
                  </a:cubicBezTo>
                  <a:cubicBezTo>
                    <a:pt x="20" y="7"/>
                    <a:pt x="24" y="11"/>
                    <a:pt x="25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23" name="Freeform 2702">
              <a:extLst>
                <a:ext uri="{FF2B5EF4-FFF2-40B4-BE49-F238E27FC236}">
                  <a16:creationId xmlns:a16="http://schemas.microsoft.com/office/drawing/2014/main" id="{E12C6187-2D3E-48DF-83CF-FE793D315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667"/>
              <a:ext cx="4" cy="11"/>
            </a:xfrm>
            <a:custGeom>
              <a:avLst/>
              <a:gdLst>
                <a:gd name="T0" fmla="*/ 0 w 2"/>
                <a:gd name="T1" fmla="*/ 37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24" name="Freeform 2703">
              <a:extLst>
                <a:ext uri="{FF2B5EF4-FFF2-40B4-BE49-F238E27FC236}">
                  <a16:creationId xmlns:a16="http://schemas.microsoft.com/office/drawing/2014/main" id="{FFDF6495-C965-45CC-B8AA-BB986ECAC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556"/>
              <a:ext cx="13" cy="15"/>
            </a:xfrm>
            <a:custGeom>
              <a:avLst/>
              <a:gdLst>
                <a:gd name="T0" fmla="*/ 0 w 7"/>
                <a:gd name="T1" fmla="*/ 53 h 8"/>
                <a:gd name="T2" fmla="*/ 4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7"/>
                    <a:pt x="7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25" name="Freeform 2704">
              <a:extLst>
                <a:ext uri="{FF2B5EF4-FFF2-40B4-BE49-F238E27FC236}">
                  <a16:creationId xmlns:a16="http://schemas.microsoft.com/office/drawing/2014/main" id="{61B2E01E-EE23-4EF1-AE8C-7569DB685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549"/>
              <a:ext cx="15" cy="15"/>
            </a:xfrm>
            <a:custGeom>
              <a:avLst/>
              <a:gdLst>
                <a:gd name="T0" fmla="*/ 0 w 8"/>
                <a:gd name="T1" fmla="*/ 0 h 8"/>
                <a:gd name="T2" fmla="*/ 53 w 8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3"/>
                    <a:pt x="6" y="5"/>
                    <a:pt x="8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26" name="Freeform 2705">
              <a:extLst>
                <a:ext uri="{FF2B5EF4-FFF2-40B4-BE49-F238E27FC236}">
                  <a16:creationId xmlns:a16="http://schemas.microsoft.com/office/drawing/2014/main" id="{8D98F253-A4E9-4FA8-B059-32917DFA4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586"/>
              <a:ext cx="15" cy="13"/>
            </a:xfrm>
            <a:custGeom>
              <a:avLst/>
              <a:gdLst>
                <a:gd name="T0" fmla="*/ 0 w 8"/>
                <a:gd name="T1" fmla="*/ 45 h 7"/>
                <a:gd name="T2" fmla="*/ 53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4" y="7"/>
                    <a:pt x="7" y="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27" name="Freeform 2706">
              <a:extLst>
                <a:ext uri="{FF2B5EF4-FFF2-40B4-BE49-F238E27FC236}">
                  <a16:creationId xmlns:a16="http://schemas.microsoft.com/office/drawing/2014/main" id="{BF8F2268-8F3F-44CB-A351-187DBDEDB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573"/>
              <a:ext cx="15" cy="17"/>
            </a:xfrm>
            <a:custGeom>
              <a:avLst/>
              <a:gdLst>
                <a:gd name="T0" fmla="*/ 0 w 8"/>
                <a:gd name="T1" fmla="*/ 0 h 9"/>
                <a:gd name="T2" fmla="*/ 53 w 8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3"/>
                    <a:pt x="6" y="7"/>
                    <a:pt x="8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28" name="Freeform 2707">
              <a:extLst>
                <a:ext uri="{FF2B5EF4-FFF2-40B4-BE49-F238E27FC236}">
                  <a16:creationId xmlns:a16="http://schemas.microsoft.com/office/drawing/2014/main" id="{5AB35567-4BC5-4E03-AB57-7B06E305B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610"/>
              <a:ext cx="16" cy="21"/>
            </a:xfrm>
            <a:custGeom>
              <a:avLst/>
              <a:gdLst>
                <a:gd name="T0" fmla="*/ 0 w 9"/>
                <a:gd name="T1" fmla="*/ 76 h 11"/>
                <a:gd name="T2" fmla="*/ 5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5" y="10"/>
                    <a:pt x="6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29" name="Freeform 2708">
              <a:extLst>
                <a:ext uri="{FF2B5EF4-FFF2-40B4-BE49-F238E27FC236}">
                  <a16:creationId xmlns:a16="http://schemas.microsoft.com/office/drawing/2014/main" id="{303FB65A-115D-4507-84F7-1AC6E2F91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624"/>
              <a:ext cx="15" cy="3"/>
            </a:xfrm>
            <a:custGeom>
              <a:avLst/>
              <a:gdLst>
                <a:gd name="T0" fmla="*/ 0 w 8"/>
                <a:gd name="T1" fmla="*/ 0 h 2"/>
                <a:gd name="T2" fmla="*/ 53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0"/>
                    <a:pt x="5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30" name="Freeform 2709">
              <a:extLst>
                <a:ext uri="{FF2B5EF4-FFF2-40B4-BE49-F238E27FC236}">
                  <a16:creationId xmlns:a16="http://schemas.microsoft.com/office/drawing/2014/main" id="{6B765A36-AF49-4672-9DF4-FFD835B9B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172"/>
              <a:ext cx="32" cy="39"/>
            </a:xfrm>
            <a:custGeom>
              <a:avLst/>
              <a:gdLst>
                <a:gd name="T0" fmla="*/ 0 w 17"/>
                <a:gd name="T1" fmla="*/ 0 h 21"/>
                <a:gd name="T2" fmla="*/ 113 w 17"/>
                <a:gd name="T3" fmla="*/ 10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0" y="0"/>
                  </a:moveTo>
                  <a:cubicBezTo>
                    <a:pt x="4" y="9"/>
                    <a:pt x="5" y="21"/>
                    <a:pt x="17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31" name="Freeform 2710">
              <a:extLst>
                <a:ext uri="{FF2B5EF4-FFF2-40B4-BE49-F238E27FC236}">
                  <a16:creationId xmlns:a16="http://schemas.microsoft.com/office/drawing/2014/main" id="{BB484E00-0F77-43BD-8527-7C78557C0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3204"/>
              <a:ext cx="30" cy="41"/>
            </a:xfrm>
            <a:custGeom>
              <a:avLst/>
              <a:gdLst>
                <a:gd name="T0" fmla="*/ 105 w 16"/>
                <a:gd name="T1" fmla="*/ 121 h 22"/>
                <a:gd name="T2" fmla="*/ 28 w 16"/>
                <a:gd name="T3" fmla="*/ 76 h 22"/>
                <a:gd name="T4" fmla="*/ 0 w 1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16" y="19"/>
                  </a:moveTo>
                  <a:cubicBezTo>
                    <a:pt x="6" y="22"/>
                    <a:pt x="7" y="22"/>
                    <a:pt x="4" y="12"/>
                  </a:cubicBezTo>
                  <a:cubicBezTo>
                    <a:pt x="3" y="8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32" name="Freeform 2711">
              <a:extLst>
                <a:ext uri="{FF2B5EF4-FFF2-40B4-BE49-F238E27FC236}">
                  <a16:creationId xmlns:a16="http://schemas.microsoft.com/office/drawing/2014/main" id="{784B356A-5987-491E-99BB-A5100C547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3179"/>
              <a:ext cx="26" cy="51"/>
            </a:xfrm>
            <a:custGeom>
              <a:avLst/>
              <a:gdLst>
                <a:gd name="T0" fmla="*/ 0 w 14"/>
                <a:gd name="T1" fmla="*/ 0 h 27"/>
                <a:gd name="T2" fmla="*/ 69 w 14"/>
                <a:gd name="T3" fmla="*/ 93 h 27"/>
                <a:gd name="T4" fmla="*/ 32 w 14"/>
                <a:gd name="T5" fmla="*/ 1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6" y="1"/>
                    <a:pt x="9" y="9"/>
                    <a:pt x="11" y="14"/>
                  </a:cubicBezTo>
                  <a:cubicBezTo>
                    <a:pt x="14" y="23"/>
                    <a:pt x="14" y="23"/>
                    <a:pt x="5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33" name="Freeform 2712">
              <a:extLst>
                <a:ext uri="{FF2B5EF4-FFF2-40B4-BE49-F238E27FC236}">
                  <a16:creationId xmlns:a16="http://schemas.microsoft.com/office/drawing/2014/main" id="{1263651C-1F84-4605-84DE-E807128C1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3198"/>
              <a:ext cx="22" cy="6"/>
            </a:xfrm>
            <a:custGeom>
              <a:avLst/>
              <a:gdLst>
                <a:gd name="T0" fmla="*/ 0 w 12"/>
                <a:gd name="T1" fmla="*/ 24 h 3"/>
                <a:gd name="T2" fmla="*/ 73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3"/>
                    <a:pt x="8" y="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34" name="Freeform 2713">
              <a:extLst>
                <a:ext uri="{FF2B5EF4-FFF2-40B4-BE49-F238E27FC236}">
                  <a16:creationId xmlns:a16="http://schemas.microsoft.com/office/drawing/2014/main" id="{DB168E72-6F74-4932-B4E7-004349452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3228"/>
              <a:ext cx="19" cy="47"/>
            </a:xfrm>
            <a:custGeom>
              <a:avLst/>
              <a:gdLst>
                <a:gd name="T0" fmla="*/ 0 w 10"/>
                <a:gd name="T1" fmla="*/ 0 h 25"/>
                <a:gd name="T2" fmla="*/ 61 w 10"/>
                <a:gd name="T3" fmla="*/ 113 h 25"/>
                <a:gd name="T4" fmla="*/ 15 w 10"/>
                <a:gd name="T5" fmla="*/ 16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0" y="0"/>
                  </a:moveTo>
                  <a:cubicBezTo>
                    <a:pt x="3" y="3"/>
                    <a:pt x="10" y="12"/>
                    <a:pt x="9" y="17"/>
                  </a:cubicBezTo>
                  <a:cubicBezTo>
                    <a:pt x="9" y="20"/>
                    <a:pt x="4" y="25"/>
                    <a:pt x="2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35" name="Freeform 2714">
              <a:extLst>
                <a:ext uri="{FF2B5EF4-FFF2-40B4-BE49-F238E27FC236}">
                  <a16:creationId xmlns:a16="http://schemas.microsoft.com/office/drawing/2014/main" id="{1A67FC23-A42E-4410-912C-07517EBC8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243"/>
              <a:ext cx="22" cy="9"/>
            </a:xfrm>
            <a:custGeom>
              <a:avLst/>
              <a:gdLst>
                <a:gd name="T0" fmla="*/ 0 w 12"/>
                <a:gd name="T1" fmla="*/ 29 h 5"/>
                <a:gd name="T2" fmla="*/ 73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6" y="5"/>
                    <a:pt x="7" y="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36" name="Freeform 2715">
              <a:extLst>
                <a:ext uri="{FF2B5EF4-FFF2-40B4-BE49-F238E27FC236}">
                  <a16:creationId xmlns:a16="http://schemas.microsoft.com/office/drawing/2014/main" id="{EB2C06CD-DC41-4021-A90B-BE4FD0C8F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202"/>
              <a:ext cx="11" cy="19"/>
            </a:xfrm>
            <a:custGeom>
              <a:avLst/>
              <a:gdLst>
                <a:gd name="T0" fmla="*/ 37 w 6"/>
                <a:gd name="T1" fmla="*/ 0 h 10"/>
                <a:gd name="T2" fmla="*/ 13 w 6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4" y="3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37" name="Freeform 2716">
              <a:extLst>
                <a:ext uri="{FF2B5EF4-FFF2-40B4-BE49-F238E27FC236}">
                  <a16:creationId xmlns:a16="http://schemas.microsoft.com/office/drawing/2014/main" id="{FB520F6A-183B-49CB-B694-776A15A1B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265"/>
              <a:ext cx="18" cy="55"/>
            </a:xfrm>
            <a:custGeom>
              <a:avLst/>
              <a:gdLst>
                <a:gd name="T0" fmla="*/ 0 w 10"/>
                <a:gd name="T1" fmla="*/ 0 h 29"/>
                <a:gd name="T2" fmla="*/ 52 w 10"/>
                <a:gd name="T3" fmla="*/ 144 h 29"/>
                <a:gd name="T4" fmla="*/ 16 w 10"/>
                <a:gd name="T5" fmla="*/ 19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2" y="7"/>
                    <a:pt x="8" y="14"/>
                    <a:pt x="9" y="21"/>
                  </a:cubicBezTo>
                  <a:cubicBezTo>
                    <a:pt x="10" y="26"/>
                    <a:pt x="7" y="27"/>
                    <a:pt x="3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38" name="Freeform 2717">
              <a:extLst>
                <a:ext uri="{FF2B5EF4-FFF2-40B4-BE49-F238E27FC236}">
                  <a16:creationId xmlns:a16="http://schemas.microsoft.com/office/drawing/2014/main" id="{EBA2E21A-3700-44C4-AA64-E940D2A93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314"/>
              <a:ext cx="27" cy="45"/>
            </a:xfrm>
            <a:custGeom>
              <a:avLst/>
              <a:gdLst>
                <a:gd name="T0" fmla="*/ 0 w 14"/>
                <a:gd name="T1" fmla="*/ 0 h 24"/>
                <a:gd name="T2" fmla="*/ 15 w 14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6" y="10"/>
                    <a:pt x="14" y="16"/>
                    <a:pt x="2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39" name="Freeform 2718">
              <a:extLst>
                <a:ext uri="{FF2B5EF4-FFF2-40B4-BE49-F238E27FC236}">
                  <a16:creationId xmlns:a16="http://schemas.microsoft.com/office/drawing/2014/main" id="{953CC45E-BA1B-4887-9CBE-AB1671DE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348"/>
              <a:ext cx="15" cy="54"/>
            </a:xfrm>
            <a:custGeom>
              <a:avLst/>
              <a:gdLst>
                <a:gd name="T0" fmla="*/ 0 w 8"/>
                <a:gd name="T1" fmla="*/ 0 h 29"/>
                <a:gd name="T2" fmla="*/ 45 w 8"/>
                <a:gd name="T3" fmla="*/ 149 h 29"/>
                <a:gd name="T4" fmla="*/ 21 w 8"/>
                <a:gd name="T5" fmla="*/ 18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0" y="0"/>
                  </a:moveTo>
                  <a:cubicBezTo>
                    <a:pt x="1" y="8"/>
                    <a:pt x="8" y="15"/>
                    <a:pt x="7" y="23"/>
                  </a:cubicBezTo>
                  <a:cubicBezTo>
                    <a:pt x="7" y="27"/>
                    <a:pt x="6" y="28"/>
                    <a:pt x="3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40" name="Freeform 2719">
              <a:extLst>
                <a:ext uri="{FF2B5EF4-FFF2-40B4-BE49-F238E27FC236}">
                  <a16:creationId xmlns:a16="http://schemas.microsoft.com/office/drawing/2014/main" id="{621EB4BB-D198-499E-90A5-4ED7E9653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247"/>
              <a:ext cx="36" cy="35"/>
            </a:xfrm>
            <a:custGeom>
              <a:avLst/>
              <a:gdLst>
                <a:gd name="T0" fmla="*/ 0 w 19"/>
                <a:gd name="T1" fmla="*/ 0 h 19"/>
                <a:gd name="T2" fmla="*/ 68 w 19"/>
                <a:gd name="T3" fmla="*/ 112 h 19"/>
                <a:gd name="T4" fmla="*/ 129 w 19"/>
                <a:gd name="T5" fmla="*/ 10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0" y="0"/>
                  </a:moveTo>
                  <a:cubicBezTo>
                    <a:pt x="3" y="4"/>
                    <a:pt x="6" y="16"/>
                    <a:pt x="10" y="18"/>
                  </a:cubicBezTo>
                  <a:cubicBezTo>
                    <a:pt x="12" y="19"/>
                    <a:pt x="16" y="18"/>
                    <a:pt x="19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41" name="Freeform 2720">
              <a:extLst>
                <a:ext uri="{FF2B5EF4-FFF2-40B4-BE49-F238E27FC236}">
                  <a16:creationId xmlns:a16="http://schemas.microsoft.com/office/drawing/2014/main" id="{4F607D01-C9F4-46F3-923D-8C984EFAD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284"/>
              <a:ext cx="32" cy="40"/>
            </a:xfrm>
            <a:custGeom>
              <a:avLst/>
              <a:gdLst>
                <a:gd name="T0" fmla="*/ 0 w 17"/>
                <a:gd name="T1" fmla="*/ 0 h 21"/>
                <a:gd name="T2" fmla="*/ 45 w 17"/>
                <a:gd name="T3" fmla="*/ 137 h 21"/>
                <a:gd name="T4" fmla="*/ 113 w 17"/>
                <a:gd name="T5" fmla="*/ 12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0" y="0"/>
                  </a:moveTo>
                  <a:cubicBezTo>
                    <a:pt x="1" y="5"/>
                    <a:pt x="2" y="17"/>
                    <a:pt x="7" y="20"/>
                  </a:cubicBezTo>
                  <a:cubicBezTo>
                    <a:pt x="10" y="21"/>
                    <a:pt x="14" y="19"/>
                    <a:pt x="17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42" name="Freeform 2721">
              <a:extLst>
                <a:ext uri="{FF2B5EF4-FFF2-40B4-BE49-F238E27FC236}">
                  <a16:creationId xmlns:a16="http://schemas.microsoft.com/office/drawing/2014/main" id="{16654C12-EEAA-4EDB-A1A8-0E91C31A2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324"/>
              <a:ext cx="34" cy="35"/>
            </a:xfrm>
            <a:custGeom>
              <a:avLst/>
              <a:gdLst>
                <a:gd name="T0" fmla="*/ 0 w 18"/>
                <a:gd name="T1" fmla="*/ 0 h 19"/>
                <a:gd name="T2" fmla="*/ 47 w 18"/>
                <a:gd name="T3" fmla="*/ 112 h 19"/>
                <a:gd name="T4" fmla="*/ 121 w 18"/>
                <a:gd name="T5" fmla="*/ 11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2" y="6"/>
                    <a:pt x="0" y="15"/>
                    <a:pt x="7" y="18"/>
                  </a:cubicBezTo>
                  <a:cubicBezTo>
                    <a:pt x="10" y="19"/>
                    <a:pt x="15" y="19"/>
                    <a:pt x="18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43" name="Freeform 2722">
              <a:extLst>
                <a:ext uri="{FF2B5EF4-FFF2-40B4-BE49-F238E27FC236}">
                  <a16:creationId xmlns:a16="http://schemas.microsoft.com/office/drawing/2014/main" id="{71B06E13-D5FA-4FD7-B9D6-28F2A20B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361"/>
              <a:ext cx="32" cy="37"/>
            </a:xfrm>
            <a:custGeom>
              <a:avLst/>
              <a:gdLst>
                <a:gd name="T0" fmla="*/ 0 w 17"/>
                <a:gd name="T1" fmla="*/ 0 h 20"/>
                <a:gd name="T2" fmla="*/ 60 w 17"/>
                <a:gd name="T3" fmla="*/ 120 h 20"/>
                <a:gd name="T4" fmla="*/ 113 w 17"/>
                <a:gd name="T5" fmla="*/ 1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0" y="0"/>
                  </a:moveTo>
                  <a:cubicBezTo>
                    <a:pt x="2" y="4"/>
                    <a:pt x="5" y="17"/>
                    <a:pt x="9" y="19"/>
                  </a:cubicBezTo>
                  <a:cubicBezTo>
                    <a:pt x="11" y="20"/>
                    <a:pt x="16" y="19"/>
                    <a:pt x="17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44" name="Freeform 2723">
              <a:extLst>
                <a:ext uri="{FF2B5EF4-FFF2-40B4-BE49-F238E27FC236}">
                  <a16:creationId xmlns:a16="http://schemas.microsoft.com/office/drawing/2014/main" id="{6F006243-341F-475C-A41A-CA2F97E6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294"/>
              <a:ext cx="19" cy="5"/>
            </a:xfrm>
            <a:custGeom>
              <a:avLst/>
              <a:gdLst>
                <a:gd name="T0" fmla="*/ 0 w 10"/>
                <a:gd name="T1" fmla="*/ 8 h 3"/>
                <a:gd name="T2" fmla="*/ 6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2"/>
                  </a:moveTo>
                  <a:cubicBezTo>
                    <a:pt x="3" y="3"/>
                    <a:pt x="8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45" name="Freeform 2724">
              <a:extLst>
                <a:ext uri="{FF2B5EF4-FFF2-40B4-BE49-F238E27FC236}">
                  <a16:creationId xmlns:a16="http://schemas.microsoft.com/office/drawing/2014/main" id="{8B7A8EEE-E989-4EF3-A4F5-2BFE6BB0E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3279"/>
              <a:ext cx="4" cy="20"/>
            </a:xfrm>
            <a:custGeom>
              <a:avLst/>
              <a:gdLst>
                <a:gd name="T0" fmla="*/ 0 w 2"/>
                <a:gd name="T1" fmla="*/ 0 h 11"/>
                <a:gd name="T2" fmla="*/ 8 w 2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0" y="4"/>
                    <a:pt x="2" y="7"/>
                    <a:pt x="1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46" name="Freeform 2725">
              <a:extLst>
                <a:ext uri="{FF2B5EF4-FFF2-40B4-BE49-F238E27FC236}">
                  <a16:creationId xmlns:a16="http://schemas.microsoft.com/office/drawing/2014/main" id="{507B33B0-1D4B-4819-AA21-256E0062B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3340"/>
              <a:ext cx="19" cy="6"/>
            </a:xfrm>
            <a:custGeom>
              <a:avLst/>
              <a:gdLst>
                <a:gd name="T0" fmla="*/ 0 w 10"/>
                <a:gd name="T1" fmla="*/ 8 h 3"/>
                <a:gd name="T2" fmla="*/ 6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3" y="3"/>
                    <a:pt x="7" y="1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47" name="Freeform 2726">
              <a:extLst>
                <a:ext uri="{FF2B5EF4-FFF2-40B4-BE49-F238E27FC236}">
                  <a16:creationId xmlns:a16="http://schemas.microsoft.com/office/drawing/2014/main" id="{986392E1-9539-4A1F-B06A-784FAE453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3320"/>
              <a:ext cx="4" cy="22"/>
            </a:xfrm>
            <a:custGeom>
              <a:avLst/>
              <a:gdLst>
                <a:gd name="T0" fmla="*/ 0 w 2"/>
                <a:gd name="T1" fmla="*/ 0 h 12"/>
                <a:gd name="T2" fmla="*/ 16 w 2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1" y="4"/>
                    <a:pt x="2" y="9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48" name="Freeform 2727">
              <a:extLst>
                <a:ext uri="{FF2B5EF4-FFF2-40B4-BE49-F238E27FC236}">
                  <a16:creationId xmlns:a16="http://schemas.microsoft.com/office/drawing/2014/main" id="{54C2A74C-D4A5-41EC-A983-25739F1B8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383"/>
              <a:ext cx="25" cy="12"/>
            </a:xfrm>
            <a:custGeom>
              <a:avLst/>
              <a:gdLst>
                <a:gd name="T0" fmla="*/ 0 w 13"/>
                <a:gd name="T1" fmla="*/ 32 h 6"/>
                <a:gd name="T2" fmla="*/ 92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5" y="6"/>
                    <a:pt x="10" y="0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49" name="Freeform 2728">
              <a:extLst>
                <a:ext uri="{FF2B5EF4-FFF2-40B4-BE49-F238E27FC236}">
                  <a16:creationId xmlns:a16="http://schemas.microsoft.com/office/drawing/2014/main" id="{5C632026-1239-4BBD-8BBC-ABCC3EBF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382"/>
              <a:ext cx="11" cy="7"/>
            </a:xfrm>
            <a:custGeom>
              <a:avLst/>
              <a:gdLst>
                <a:gd name="T0" fmla="*/ 0 w 6"/>
                <a:gd name="T1" fmla="*/ 0 h 4"/>
                <a:gd name="T2" fmla="*/ 37 w 6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1"/>
                    <a:pt x="3" y="4"/>
                    <a:pt x="6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50" name="Freeform 2729">
              <a:extLst>
                <a:ext uri="{FF2B5EF4-FFF2-40B4-BE49-F238E27FC236}">
                  <a16:creationId xmlns:a16="http://schemas.microsoft.com/office/drawing/2014/main" id="{E7DC6A4D-71AF-427A-8B3E-9113EF566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637"/>
              <a:ext cx="16" cy="24"/>
            </a:xfrm>
            <a:custGeom>
              <a:avLst/>
              <a:gdLst>
                <a:gd name="T0" fmla="*/ 0 w 9"/>
                <a:gd name="T1" fmla="*/ 81 h 13"/>
                <a:gd name="T2" fmla="*/ 50 w 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4" y="10"/>
                    <a:pt x="9" y="6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51" name="Freeform 2730">
              <a:extLst>
                <a:ext uri="{FF2B5EF4-FFF2-40B4-BE49-F238E27FC236}">
                  <a16:creationId xmlns:a16="http://schemas.microsoft.com/office/drawing/2014/main" id="{AD3287F5-410A-4182-9171-13AA9074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646"/>
              <a:ext cx="17" cy="6"/>
            </a:xfrm>
            <a:custGeom>
              <a:avLst/>
              <a:gdLst>
                <a:gd name="T0" fmla="*/ 0 w 9"/>
                <a:gd name="T1" fmla="*/ 24 h 3"/>
                <a:gd name="T2" fmla="*/ 60 w 9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6" y="0"/>
                    <a:pt x="9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52" name="Freeform 2731">
              <a:extLst>
                <a:ext uri="{FF2B5EF4-FFF2-40B4-BE49-F238E27FC236}">
                  <a16:creationId xmlns:a16="http://schemas.microsoft.com/office/drawing/2014/main" id="{B1C58062-ECA4-4E6D-98CF-6679796CC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916"/>
              <a:ext cx="39" cy="31"/>
            </a:xfrm>
            <a:custGeom>
              <a:avLst/>
              <a:gdLst>
                <a:gd name="T0" fmla="*/ 0 w 21"/>
                <a:gd name="T1" fmla="*/ 0 h 17"/>
                <a:gd name="T2" fmla="*/ 59 w 21"/>
                <a:gd name="T3" fmla="*/ 1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7" y="4"/>
                    <a:pt x="21" y="10"/>
                    <a:pt x="9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53" name="Freeform 2732">
              <a:extLst>
                <a:ext uri="{FF2B5EF4-FFF2-40B4-BE49-F238E27FC236}">
                  <a16:creationId xmlns:a16="http://schemas.microsoft.com/office/drawing/2014/main" id="{CF772170-1741-4486-90DE-DDD2C6087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938"/>
              <a:ext cx="22" cy="24"/>
            </a:xfrm>
            <a:custGeom>
              <a:avLst/>
              <a:gdLst>
                <a:gd name="T0" fmla="*/ 0 w 12"/>
                <a:gd name="T1" fmla="*/ 0 h 13"/>
                <a:gd name="T2" fmla="*/ 73 w 12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6" y="2"/>
                    <a:pt x="9" y="7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54" name="Freeform 2733">
              <a:extLst>
                <a:ext uri="{FF2B5EF4-FFF2-40B4-BE49-F238E27FC236}">
                  <a16:creationId xmlns:a16="http://schemas.microsoft.com/office/drawing/2014/main" id="{7B9CFA6A-64B7-4E2A-A38D-6D30F094F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902"/>
              <a:ext cx="41" cy="40"/>
            </a:xfrm>
            <a:custGeom>
              <a:avLst/>
              <a:gdLst>
                <a:gd name="T0" fmla="*/ 0 w 22"/>
                <a:gd name="T1" fmla="*/ 0 h 21"/>
                <a:gd name="T2" fmla="*/ 24 w 22"/>
                <a:gd name="T3" fmla="*/ 48 h 21"/>
                <a:gd name="T4" fmla="*/ 76 w 22"/>
                <a:gd name="T5" fmla="*/ 109 h 21"/>
                <a:gd name="T6" fmla="*/ 142 w 22"/>
                <a:gd name="T7" fmla="*/ 14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2" y="2"/>
                    <a:pt x="3" y="5"/>
                    <a:pt x="4" y="7"/>
                  </a:cubicBezTo>
                  <a:cubicBezTo>
                    <a:pt x="6" y="11"/>
                    <a:pt x="9" y="13"/>
                    <a:pt x="12" y="16"/>
                  </a:cubicBezTo>
                  <a:cubicBezTo>
                    <a:pt x="15" y="18"/>
                    <a:pt x="19" y="20"/>
                    <a:pt x="22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55" name="Freeform 2734">
              <a:extLst>
                <a:ext uri="{FF2B5EF4-FFF2-40B4-BE49-F238E27FC236}">
                  <a16:creationId xmlns:a16="http://schemas.microsoft.com/office/drawing/2014/main" id="{CA50C16F-A322-4DB0-BA7A-AD84F7D28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930"/>
              <a:ext cx="9" cy="10"/>
            </a:xfrm>
            <a:custGeom>
              <a:avLst/>
              <a:gdLst>
                <a:gd name="T0" fmla="*/ 0 w 5"/>
                <a:gd name="T1" fmla="*/ 40 h 5"/>
                <a:gd name="T2" fmla="*/ 29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5"/>
                    <a:pt x="4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56" name="Freeform 2735">
              <a:extLst>
                <a:ext uri="{FF2B5EF4-FFF2-40B4-BE49-F238E27FC236}">
                  <a16:creationId xmlns:a16="http://schemas.microsoft.com/office/drawing/2014/main" id="{5A005F0C-DB57-4D10-9FDA-3EF4783D3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904"/>
              <a:ext cx="12" cy="12"/>
            </a:xfrm>
            <a:custGeom>
              <a:avLst/>
              <a:gdLst>
                <a:gd name="T0" fmla="*/ 0 w 6"/>
                <a:gd name="T1" fmla="*/ 0 h 6"/>
                <a:gd name="T2" fmla="*/ 48 w 6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4" y="3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57" name="Freeform 2736">
              <a:extLst>
                <a:ext uri="{FF2B5EF4-FFF2-40B4-BE49-F238E27FC236}">
                  <a16:creationId xmlns:a16="http://schemas.microsoft.com/office/drawing/2014/main" id="{23E7700F-30CE-4B70-BFB7-622EF1F65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960"/>
              <a:ext cx="15" cy="14"/>
            </a:xfrm>
            <a:custGeom>
              <a:avLst/>
              <a:gdLst>
                <a:gd name="T0" fmla="*/ 0 w 8"/>
                <a:gd name="T1" fmla="*/ 56 h 7"/>
                <a:gd name="T2" fmla="*/ 53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6"/>
                    <a:pt x="6" y="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58" name="Freeform 2737">
              <a:extLst>
                <a:ext uri="{FF2B5EF4-FFF2-40B4-BE49-F238E27FC236}">
                  <a16:creationId xmlns:a16="http://schemas.microsoft.com/office/drawing/2014/main" id="{35C0D1C7-51C8-4452-9CAD-7BEAD48C8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189"/>
              <a:ext cx="34" cy="54"/>
            </a:xfrm>
            <a:custGeom>
              <a:avLst/>
              <a:gdLst>
                <a:gd name="T0" fmla="*/ 0 w 18"/>
                <a:gd name="T1" fmla="*/ 0 h 29"/>
                <a:gd name="T2" fmla="*/ 53 w 18"/>
                <a:gd name="T3" fmla="*/ 18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9">
                  <a:moveTo>
                    <a:pt x="0" y="0"/>
                  </a:moveTo>
                  <a:cubicBezTo>
                    <a:pt x="6" y="8"/>
                    <a:pt x="18" y="21"/>
                    <a:pt x="8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59" name="Freeform 2738">
              <a:extLst>
                <a:ext uri="{FF2B5EF4-FFF2-40B4-BE49-F238E27FC236}">
                  <a16:creationId xmlns:a16="http://schemas.microsoft.com/office/drawing/2014/main" id="{EDA7B364-24C4-4566-A221-B4BBDC019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217"/>
              <a:ext cx="25" cy="15"/>
            </a:xfrm>
            <a:custGeom>
              <a:avLst/>
              <a:gdLst>
                <a:gd name="T0" fmla="*/ 0 w 13"/>
                <a:gd name="T1" fmla="*/ 45 h 8"/>
                <a:gd name="T2" fmla="*/ 92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7"/>
                  </a:moveTo>
                  <a:cubicBezTo>
                    <a:pt x="5" y="8"/>
                    <a:pt x="11" y="5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60" name="Freeform 2739">
              <a:extLst>
                <a:ext uri="{FF2B5EF4-FFF2-40B4-BE49-F238E27FC236}">
                  <a16:creationId xmlns:a16="http://schemas.microsoft.com/office/drawing/2014/main" id="{9EA7E2E0-9F6F-4C51-BE4C-FA6D7AE66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187"/>
              <a:ext cx="12" cy="7"/>
            </a:xfrm>
            <a:custGeom>
              <a:avLst/>
              <a:gdLst>
                <a:gd name="T0" fmla="*/ 0 w 6"/>
                <a:gd name="T1" fmla="*/ 21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61" name="Freeform 2740">
              <a:extLst>
                <a:ext uri="{FF2B5EF4-FFF2-40B4-BE49-F238E27FC236}">
                  <a16:creationId xmlns:a16="http://schemas.microsoft.com/office/drawing/2014/main" id="{E83A2DE5-763E-44E3-BBE7-5BCF60ECC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226"/>
              <a:ext cx="40" cy="54"/>
            </a:xfrm>
            <a:custGeom>
              <a:avLst/>
              <a:gdLst>
                <a:gd name="T0" fmla="*/ 0 w 21"/>
                <a:gd name="T1" fmla="*/ 0 h 29"/>
                <a:gd name="T2" fmla="*/ 145 w 21"/>
                <a:gd name="T3" fmla="*/ 12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4" y="8"/>
                    <a:pt x="9" y="29"/>
                    <a:pt x="21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62" name="Freeform 2741">
              <a:extLst>
                <a:ext uri="{FF2B5EF4-FFF2-40B4-BE49-F238E27FC236}">
                  <a16:creationId xmlns:a16="http://schemas.microsoft.com/office/drawing/2014/main" id="{9E7CE64D-F959-4D53-BFDB-BBDBE6495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267"/>
              <a:ext cx="31" cy="32"/>
            </a:xfrm>
            <a:custGeom>
              <a:avLst/>
              <a:gdLst>
                <a:gd name="T0" fmla="*/ 0 w 17"/>
                <a:gd name="T1" fmla="*/ 0 h 17"/>
                <a:gd name="T2" fmla="*/ 53 w 17"/>
                <a:gd name="T3" fmla="*/ 105 h 17"/>
                <a:gd name="T4" fmla="*/ 104 w 17"/>
                <a:gd name="T5" fmla="*/ 10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3" y="4"/>
                    <a:pt x="5" y="14"/>
                    <a:pt x="9" y="16"/>
                  </a:cubicBezTo>
                  <a:cubicBezTo>
                    <a:pt x="11" y="17"/>
                    <a:pt x="14" y="16"/>
                    <a:pt x="17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63" name="Freeform 2742">
              <a:extLst>
                <a:ext uri="{FF2B5EF4-FFF2-40B4-BE49-F238E27FC236}">
                  <a16:creationId xmlns:a16="http://schemas.microsoft.com/office/drawing/2014/main" id="{A3487A51-1FAD-4D7B-9775-AFCDA6841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299"/>
              <a:ext cx="34" cy="43"/>
            </a:xfrm>
            <a:custGeom>
              <a:avLst/>
              <a:gdLst>
                <a:gd name="T0" fmla="*/ 0 w 18"/>
                <a:gd name="T1" fmla="*/ 0 h 23"/>
                <a:gd name="T2" fmla="*/ 121 w 18"/>
                <a:gd name="T3" fmla="*/ 125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2" y="9"/>
                    <a:pt x="7" y="23"/>
                    <a:pt x="18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64" name="Freeform 2743">
              <a:extLst>
                <a:ext uri="{FF2B5EF4-FFF2-40B4-BE49-F238E27FC236}">
                  <a16:creationId xmlns:a16="http://schemas.microsoft.com/office/drawing/2014/main" id="{44E86EF9-78BC-493F-AE59-0A7E98174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236"/>
              <a:ext cx="19" cy="41"/>
            </a:xfrm>
            <a:custGeom>
              <a:avLst/>
              <a:gdLst>
                <a:gd name="T0" fmla="*/ 0 w 10"/>
                <a:gd name="T1" fmla="*/ 0 h 22"/>
                <a:gd name="T2" fmla="*/ 68 w 10"/>
                <a:gd name="T3" fmla="*/ 97 h 22"/>
                <a:gd name="T4" fmla="*/ 55 w 10"/>
                <a:gd name="T5" fmla="*/ 14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4" y="3"/>
                    <a:pt x="10" y="11"/>
                    <a:pt x="10" y="15"/>
                  </a:cubicBezTo>
                  <a:cubicBezTo>
                    <a:pt x="10" y="19"/>
                    <a:pt x="8" y="20"/>
                    <a:pt x="8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65" name="Freeform 2744">
              <a:extLst>
                <a:ext uri="{FF2B5EF4-FFF2-40B4-BE49-F238E27FC236}">
                  <a16:creationId xmlns:a16="http://schemas.microsoft.com/office/drawing/2014/main" id="{12BA90DC-0C63-4DE3-8615-310AA9C5B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258"/>
              <a:ext cx="13" cy="6"/>
            </a:xfrm>
            <a:custGeom>
              <a:avLst/>
              <a:gdLst>
                <a:gd name="T0" fmla="*/ 0 w 7"/>
                <a:gd name="T1" fmla="*/ 24 h 3"/>
                <a:gd name="T2" fmla="*/ 45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66" name="Freeform 2745">
              <a:extLst>
                <a:ext uri="{FF2B5EF4-FFF2-40B4-BE49-F238E27FC236}">
                  <a16:creationId xmlns:a16="http://schemas.microsoft.com/office/drawing/2014/main" id="{0EDAE184-915A-4231-80A9-F048B646C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269"/>
              <a:ext cx="32" cy="45"/>
            </a:xfrm>
            <a:custGeom>
              <a:avLst/>
              <a:gdLst>
                <a:gd name="T0" fmla="*/ 0 w 17"/>
                <a:gd name="T1" fmla="*/ 0 h 24"/>
                <a:gd name="T2" fmla="*/ 60 w 17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4" y="5"/>
                    <a:pt x="17" y="18"/>
                    <a:pt x="9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67" name="Freeform 2746">
              <a:extLst>
                <a:ext uri="{FF2B5EF4-FFF2-40B4-BE49-F238E27FC236}">
                  <a16:creationId xmlns:a16="http://schemas.microsoft.com/office/drawing/2014/main" id="{CA029187-1E29-41F3-861B-A7188A8AB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307"/>
              <a:ext cx="18" cy="3"/>
            </a:xfrm>
            <a:custGeom>
              <a:avLst/>
              <a:gdLst>
                <a:gd name="T0" fmla="*/ 0 w 10"/>
                <a:gd name="T1" fmla="*/ 5 h 2"/>
                <a:gd name="T2" fmla="*/ 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4" y="2"/>
                    <a:pt x="7" y="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68" name="Freeform 2747">
              <a:extLst>
                <a:ext uri="{FF2B5EF4-FFF2-40B4-BE49-F238E27FC236}">
                  <a16:creationId xmlns:a16="http://schemas.microsoft.com/office/drawing/2014/main" id="{7EF01A0C-0FBC-4C2F-B6D0-604EEAB18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297"/>
              <a:ext cx="8" cy="13"/>
            </a:xfrm>
            <a:custGeom>
              <a:avLst/>
              <a:gdLst>
                <a:gd name="T0" fmla="*/ 32 w 4"/>
                <a:gd name="T1" fmla="*/ 0 h 7"/>
                <a:gd name="T2" fmla="*/ 0 w 4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4" y="3"/>
                    <a:pt x="2" y="6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69" name="Freeform 2748">
              <a:extLst>
                <a:ext uri="{FF2B5EF4-FFF2-40B4-BE49-F238E27FC236}">
                  <a16:creationId xmlns:a16="http://schemas.microsoft.com/office/drawing/2014/main" id="{8E2336C7-8AB5-4CD0-A693-2D38A268E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338"/>
              <a:ext cx="24" cy="17"/>
            </a:xfrm>
            <a:custGeom>
              <a:avLst/>
              <a:gdLst>
                <a:gd name="T0" fmla="*/ 0 w 13"/>
                <a:gd name="T1" fmla="*/ 53 h 9"/>
                <a:gd name="T2" fmla="*/ 81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8"/>
                  </a:moveTo>
                  <a:cubicBezTo>
                    <a:pt x="7" y="9"/>
                    <a:pt x="9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70" name="Freeform 2749">
              <a:extLst>
                <a:ext uri="{FF2B5EF4-FFF2-40B4-BE49-F238E27FC236}">
                  <a16:creationId xmlns:a16="http://schemas.microsoft.com/office/drawing/2014/main" id="{F0BF6014-938E-47C1-8156-4DC8AD6E0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348"/>
              <a:ext cx="23" cy="47"/>
            </a:xfrm>
            <a:custGeom>
              <a:avLst/>
              <a:gdLst>
                <a:gd name="T0" fmla="*/ 0 w 12"/>
                <a:gd name="T1" fmla="*/ 0 h 25"/>
                <a:gd name="T2" fmla="*/ 23 w 12"/>
                <a:gd name="T3" fmla="*/ 16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6" y="8"/>
                    <a:pt x="12" y="19"/>
                    <a:pt x="3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71" name="Freeform 2750">
              <a:extLst>
                <a:ext uri="{FF2B5EF4-FFF2-40B4-BE49-F238E27FC236}">
                  <a16:creationId xmlns:a16="http://schemas.microsoft.com/office/drawing/2014/main" id="{01F3A1CB-4BA0-45B8-A5BC-52621B894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372"/>
              <a:ext cx="24" cy="10"/>
            </a:xfrm>
            <a:custGeom>
              <a:avLst/>
              <a:gdLst>
                <a:gd name="T0" fmla="*/ 0 w 13"/>
                <a:gd name="T1" fmla="*/ 0 h 5"/>
                <a:gd name="T2" fmla="*/ 20 w 13"/>
                <a:gd name="T3" fmla="*/ 40 h 5"/>
                <a:gd name="T4" fmla="*/ 81 w 13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2" y="3"/>
                    <a:pt x="3" y="5"/>
                  </a:cubicBezTo>
                  <a:cubicBezTo>
                    <a:pt x="6" y="5"/>
                    <a:pt x="9" y="4"/>
                    <a:pt x="13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72" name="Freeform 2751">
              <a:extLst>
                <a:ext uri="{FF2B5EF4-FFF2-40B4-BE49-F238E27FC236}">
                  <a16:creationId xmlns:a16="http://schemas.microsoft.com/office/drawing/2014/main" id="{AC3089CC-AAAA-4D91-BC31-DAEFCCBA3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380"/>
              <a:ext cx="28" cy="39"/>
            </a:xfrm>
            <a:custGeom>
              <a:avLst/>
              <a:gdLst>
                <a:gd name="T0" fmla="*/ 0 w 15"/>
                <a:gd name="T1" fmla="*/ 0 h 21"/>
                <a:gd name="T2" fmla="*/ 52 w 15"/>
                <a:gd name="T3" fmla="*/ 121 h 21"/>
                <a:gd name="T4" fmla="*/ 97 w 15"/>
                <a:gd name="T5" fmla="*/ 1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1" y="5"/>
                    <a:pt x="4" y="16"/>
                    <a:pt x="8" y="19"/>
                  </a:cubicBezTo>
                  <a:cubicBezTo>
                    <a:pt x="11" y="21"/>
                    <a:pt x="12" y="20"/>
                    <a:pt x="15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73" name="Freeform 2752">
              <a:extLst>
                <a:ext uri="{FF2B5EF4-FFF2-40B4-BE49-F238E27FC236}">
                  <a16:creationId xmlns:a16="http://schemas.microsoft.com/office/drawing/2014/main" id="{4391C435-11BD-4D39-90F3-2D8FC8F91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3385"/>
              <a:ext cx="21" cy="43"/>
            </a:xfrm>
            <a:custGeom>
              <a:avLst/>
              <a:gdLst>
                <a:gd name="T0" fmla="*/ 0 w 11"/>
                <a:gd name="T1" fmla="*/ 0 h 23"/>
                <a:gd name="T2" fmla="*/ 29 w 11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4"/>
                    <a:pt x="11" y="20"/>
                    <a:pt x="4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74" name="Freeform 2753">
              <a:extLst>
                <a:ext uri="{FF2B5EF4-FFF2-40B4-BE49-F238E27FC236}">
                  <a16:creationId xmlns:a16="http://schemas.microsoft.com/office/drawing/2014/main" id="{25E12B19-1178-4AB6-B522-5932A9959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413"/>
              <a:ext cx="11" cy="6"/>
            </a:xfrm>
            <a:custGeom>
              <a:avLst/>
              <a:gdLst>
                <a:gd name="T0" fmla="*/ 0 w 6"/>
                <a:gd name="T1" fmla="*/ 16 h 3"/>
                <a:gd name="T2" fmla="*/ 37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75" name="Freeform 2754">
              <a:extLst>
                <a:ext uri="{FF2B5EF4-FFF2-40B4-BE49-F238E27FC236}">
                  <a16:creationId xmlns:a16="http://schemas.microsoft.com/office/drawing/2014/main" id="{D5E93BC3-35D4-4E8D-9062-51B2E84F0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3419"/>
              <a:ext cx="20" cy="49"/>
            </a:xfrm>
            <a:custGeom>
              <a:avLst/>
              <a:gdLst>
                <a:gd name="T0" fmla="*/ 0 w 11"/>
                <a:gd name="T1" fmla="*/ 0 h 26"/>
                <a:gd name="T2" fmla="*/ 53 w 11"/>
                <a:gd name="T3" fmla="*/ 136 h 26"/>
                <a:gd name="T4" fmla="*/ 16 w 11"/>
                <a:gd name="T5" fmla="*/ 16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0" y="0"/>
                  </a:moveTo>
                  <a:cubicBezTo>
                    <a:pt x="4" y="4"/>
                    <a:pt x="11" y="15"/>
                    <a:pt x="9" y="20"/>
                  </a:cubicBezTo>
                  <a:cubicBezTo>
                    <a:pt x="9" y="22"/>
                    <a:pt x="2" y="26"/>
                    <a:pt x="3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76" name="Freeform 2755">
              <a:extLst>
                <a:ext uri="{FF2B5EF4-FFF2-40B4-BE49-F238E27FC236}">
                  <a16:creationId xmlns:a16="http://schemas.microsoft.com/office/drawing/2014/main" id="{3405BBB6-FC30-4A55-8E48-D2F418271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451"/>
              <a:ext cx="18" cy="5"/>
            </a:xfrm>
            <a:custGeom>
              <a:avLst/>
              <a:gdLst>
                <a:gd name="T0" fmla="*/ 0 w 10"/>
                <a:gd name="T1" fmla="*/ 13 h 3"/>
                <a:gd name="T2" fmla="*/ 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3"/>
                    <a:pt x="7" y="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77" name="Freeform 2756">
              <a:extLst>
                <a:ext uri="{FF2B5EF4-FFF2-40B4-BE49-F238E27FC236}">
                  <a16:creationId xmlns:a16="http://schemas.microsoft.com/office/drawing/2014/main" id="{E5EF7C34-40B1-4DE3-BFEB-9C35E48CF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462"/>
              <a:ext cx="22" cy="39"/>
            </a:xfrm>
            <a:custGeom>
              <a:avLst/>
              <a:gdLst>
                <a:gd name="T0" fmla="*/ 0 w 12"/>
                <a:gd name="T1" fmla="*/ 0 h 21"/>
                <a:gd name="T2" fmla="*/ 13 w 12"/>
                <a:gd name="T3" fmla="*/ 13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4" y="4"/>
                    <a:pt x="12" y="20"/>
                    <a:pt x="2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78" name="Freeform 2757">
              <a:extLst>
                <a:ext uri="{FF2B5EF4-FFF2-40B4-BE49-F238E27FC236}">
                  <a16:creationId xmlns:a16="http://schemas.microsoft.com/office/drawing/2014/main" id="{CBBFE1D0-866E-495F-BD98-1EE52C029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481"/>
              <a:ext cx="18" cy="9"/>
            </a:xfrm>
            <a:custGeom>
              <a:avLst/>
              <a:gdLst>
                <a:gd name="T0" fmla="*/ 0 w 10"/>
                <a:gd name="T1" fmla="*/ 23 h 5"/>
                <a:gd name="T2" fmla="*/ 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3" y="5"/>
                    <a:pt x="8" y="4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79" name="Freeform 2758">
              <a:extLst>
                <a:ext uri="{FF2B5EF4-FFF2-40B4-BE49-F238E27FC236}">
                  <a16:creationId xmlns:a16="http://schemas.microsoft.com/office/drawing/2014/main" id="{6AA4A80E-716B-4DCE-9400-D1C2BCEE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3490"/>
              <a:ext cx="30" cy="45"/>
            </a:xfrm>
            <a:custGeom>
              <a:avLst/>
              <a:gdLst>
                <a:gd name="T0" fmla="*/ 0 w 16"/>
                <a:gd name="T1" fmla="*/ 0 h 24"/>
                <a:gd name="T2" fmla="*/ 105 w 16"/>
                <a:gd name="T3" fmla="*/ 11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0"/>
                  </a:moveTo>
                  <a:cubicBezTo>
                    <a:pt x="4" y="5"/>
                    <a:pt x="6" y="24"/>
                    <a:pt x="16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80" name="Freeform 2759">
              <a:extLst>
                <a:ext uri="{FF2B5EF4-FFF2-40B4-BE49-F238E27FC236}">
                  <a16:creationId xmlns:a16="http://schemas.microsoft.com/office/drawing/2014/main" id="{752AE670-268C-4B4B-9E0D-C33D31E73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524"/>
              <a:ext cx="22" cy="17"/>
            </a:xfrm>
            <a:custGeom>
              <a:avLst/>
              <a:gdLst>
                <a:gd name="T0" fmla="*/ 0 w 12"/>
                <a:gd name="T1" fmla="*/ 53 h 9"/>
                <a:gd name="T2" fmla="*/ 73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8"/>
                  </a:moveTo>
                  <a:cubicBezTo>
                    <a:pt x="7" y="9"/>
                    <a:pt x="10" y="5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81" name="Freeform 2760">
              <a:extLst>
                <a:ext uri="{FF2B5EF4-FFF2-40B4-BE49-F238E27FC236}">
                  <a16:creationId xmlns:a16="http://schemas.microsoft.com/office/drawing/2014/main" id="{A693AA6F-F7E1-4D23-9AAC-88C88F2C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3535"/>
              <a:ext cx="21" cy="45"/>
            </a:xfrm>
            <a:custGeom>
              <a:avLst/>
              <a:gdLst>
                <a:gd name="T0" fmla="*/ 0 w 11"/>
                <a:gd name="T1" fmla="*/ 0 h 24"/>
                <a:gd name="T2" fmla="*/ 15 w 11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4">
                  <a:moveTo>
                    <a:pt x="0" y="0"/>
                  </a:moveTo>
                  <a:cubicBezTo>
                    <a:pt x="2" y="7"/>
                    <a:pt x="11" y="21"/>
                    <a:pt x="2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82" name="Freeform 2761">
              <a:extLst>
                <a:ext uri="{FF2B5EF4-FFF2-40B4-BE49-F238E27FC236}">
                  <a16:creationId xmlns:a16="http://schemas.microsoft.com/office/drawing/2014/main" id="{A7C2FC8E-A3B5-450E-9D19-D0AC5AD9A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561"/>
              <a:ext cx="22" cy="11"/>
            </a:xfrm>
            <a:custGeom>
              <a:avLst/>
              <a:gdLst>
                <a:gd name="T0" fmla="*/ 0 w 12"/>
                <a:gd name="T1" fmla="*/ 31 h 6"/>
                <a:gd name="T2" fmla="*/ 73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5"/>
                  </a:moveTo>
                  <a:cubicBezTo>
                    <a:pt x="5" y="6"/>
                    <a:pt x="10" y="3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83" name="Freeform 2762">
              <a:extLst>
                <a:ext uri="{FF2B5EF4-FFF2-40B4-BE49-F238E27FC236}">
                  <a16:creationId xmlns:a16="http://schemas.microsoft.com/office/drawing/2014/main" id="{9E9D653A-FEA6-4821-AAFF-AD4012DEB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571"/>
              <a:ext cx="26" cy="41"/>
            </a:xfrm>
            <a:custGeom>
              <a:avLst/>
              <a:gdLst>
                <a:gd name="T0" fmla="*/ 0 w 14"/>
                <a:gd name="T1" fmla="*/ 0 h 22"/>
                <a:gd name="T2" fmla="*/ 52 w 14"/>
                <a:gd name="T3" fmla="*/ 136 h 22"/>
                <a:gd name="T4" fmla="*/ 89 w 14"/>
                <a:gd name="T5" fmla="*/ 1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2" y="5"/>
                    <a:pt x="3" y="18"/>
                    <a:pt x="8" y="21"/>
                  </a:cubicBezTo>
                  <a:cubicBezTo>
                    <a:pt x="10" y="22"/>
                    <a:pt x="12" y="21"/>
                    <a:pt x="14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84" name="Freeform 2763">
              <a:extLst>
                <a:ext uri="{FF2B5EF4-FFF2-40B4-BE49-F238E27FC236}">
                  <a16:creationId xmlns:a16="http://schemas.microsoft.com/office/drawing/2014/main" id="{807759CC-3538-40A0-BD05-31C679D8C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610"/>
              <a:ext cx="21" cy="15"/>
            </a:xfrm>
            <a:custGeom>
              <a:avLst/>
              <a:gdLst>
                <a:gd name="T0" fmla="*/ 0 w 11"/>
                <a:gd name="T1" fmla="*/ 39 h 8"/>
                <a:gd name="T2" fmla="*/ 76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4" y="8"/>
                    <a:pt x="9" y="4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85" name="Freeform 2764">
              <a:extLst>
                <a:ext uri="{FF2B5EF4-FFF2-40B4-BE49-F238E27FC236}">
                  <a16:creationId xmlns:a16="http://schemas.microsoft.com/office/drawing/2014/main" id="{469FA42D-9F0A-4E56-B3FB-42796C827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3576"/>
              <a:ext cx="18" cy="13"/>
            </a:xfrm>
            <a:custGeom>
              <a:avLst/>
              <a:gdLst>
                <a:gd name="T0" fmla="*/ 0 w 10"/>
                <a:gd name="T1" fmla="*/ 0 h 7"/>
                <a:gd name="T2" fmla="*/ 58 w 10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6" y="0"/>
                    <a:pt x="8" y="4"/>
                    <a:pt x="1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86" name="Freeform 2765">
              <a:extLst>
                <a:ext uri="{FF2B5EF4-FFF2-40B4-BE49-F238E27FC236}">
                  <a16:creationId xmlns:a16="http://schemas.microsoft.com/office/drawing/2014/main" id="{38DA45CA-338F-4555-B231-3CF29E324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3513"/>
              <a:ext cx="3" cy="22"/>
            </a:xfrm>
            <a:custGeom>
              <a:avLst/>
              <a:gdLst>
                <a:gd name="T0" fmla="*/ 5 w 2"/>
                <a:gd name="T1" fmla="*/ 0 h 12"/>
                <a:gd name="T2" fmla="*/ 0 w 2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2" y="4"/>
                    <a:pt x="2" y="9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87" name="Freeform 2766">
              <a:extLst>
                <a:ext uri="{FF2B5EF4-FFF2-40B4-BE49-F238E27FC236}">
                  <a16:creationId xmlns:a16="http://schemas.microsoft.com/office/drawing/2014/main" id="{17D28868-3127-48C9-A7F3-AC8B855AE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496"/>
              <a:ext cx="11" cy="5"/>
            </a:xfrm>
            <a:custGeom>
              <a:avLst/>
              <a:gdLst>
                <a:gd name="T0" fmla="*/ 0 w 6"/>
                <a:gd name="T1" fmla="*/ 5 h 3"/>
                <a:gd name="T2" fmla="*/ 37 w 6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1"/>
                  </a:moveTo>
                  <a:cubicBezTo>
                    <a:pt x="2" y="0"/>
                    <a:pt x="4" y="1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88" name="Freeform 2767">
              <a:extLst>
                <a:ext uri="{FF2B5EF4-FFF2-40B4-BE49-F238E27FC236}">
                  <a16:creationId xmlns:a16="http://schemas.microsoft.com/office/drawing/2014/main" id="{F27B5F3B-D2E8-4A1F-89CA-D3924097B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44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53 w 8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3"/>
                    <a:pt x="5" y="5"/>
                    <a:pt x="8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89" name="Freeform 2768">
              <a:extLst>
                <a:ext uri="{FF2B5EF4-FFF2-40B4-BE49-F238E27FC236}">
                  <a16:creationId xmlns:a16="http://schemas.microsoft.com/office/drawing/2014/main" id="{727445E6-AD66-4BDF-98D7-D0EE2172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619"/>
              <a:ext cx="17" cy="45"/>
            </a:xfrm>
            <a:custGeom>
              <a:avLst/>
              <a:gdLst>
                <a:gd name="T0" fmla="*/ 0 w 9"/>
                <a:gd name="T1" fmla="*/ 0 h 24"/>
                <a:gd name="T2" fmla="*/ 47 w 9"/>
                <a:gd name="T3" fmla="*/ 137 h 24"/>
                <a:gd name="T4" fmla="*/ 0 w 9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2" y="4"/>
                    <a:pt x="9" y="17"/>
                    <a:pt x="7" y="21"/>
                  </a:cubicBezTo>
                  <a:cubicBezTo>
                    <a:pt x="6" y="24"/>
                    <a:pt x="3" y="23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90" name="Freeform 2769">
              <a:extLst>
                <a:ext uri="{FF2B5EF4-FFF2-40B4-BE49-F238E27FC236}">
                  <a16:creationId xmlns:a16="http://schemas.microsoft.com/office/drawing/2014/main" id="{29E8BD5F-0EE1-4FBE-B515-A9E04C27C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644"/>
              <a:ext cx="17" cy="7"/>
            </a:xfrm>
            <a:custGeom>
              <a:avLst/>
              <a:gdLst>
                <a:gd name="T0" fmla="*/ 0 w 9"/>
                <a:gd name="T1" fmla="*/ 16 h 4"/>
                <a:gd name="T2" fmla="*/ 6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cubicBezTo>
                    <a:pt x="3" y="4"/>
                    <a:pt x="7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91" name="Freeform 2770">
              <a:extLst>
                <a:ext uri="{FF2B5EF4-FFF2-40B4-BE49-F238E27FC236}">
                  <a16:creationId xmlns:a16="http://schemas.microsoft.com/office/drawing/2014/main" id="{DDF734BD-DF11-4BA1-A556-FF8DBB818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660"/>
              <a:ext cx="29" cy="27"/>
            </a:xfrm>
            <a:custGeom>
              <a:avLst/>
              <a:gdLst>
                <a:gd name="T0" fmla="*/ 0 w 16"/>
                <a:gd name="T1" fmla="*/ 0 h 14"/>
                <a:gd name="T2" fmla="*/ 36 w 16"/>
                <a:gd name="T3" fmla="*/ 93 h 14"/>
                <a:gd name="T4" fmla="*/ 96 w 16"/>
                <a:gd name="T5" fmla="*/ 7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2" y="5"/>
                    <a:pt x="1" y="11"/>
                    <a:pt x="6" y="13"/>
                  </a:cubicBezTo>
                  <a:cubicBezTo>
                    <a:pt x="10" y="14"/>
                    <a:pt x="13" y="13"/>
                    <a:pt x="16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92" name="Freeform 2771">
              <a:extLst>
                <a:ext uri="{FF2B5EF4-FFF2-40B4-BE49-F238E27FC236}">
                  <a16:creationId xmlns:a16="http://schemas.microsoft.com/office/drawing/2014/main" id="{BDED390E-202D-44D2-9CC4-C5A213B71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683"/>
              <a:ext cx="15" cy="28"/>
            </a:xfrm>
            <a:custGeom>
              <a:avLst/>
              <a:gdLst>
                <a:gd name="T0" fmla="*/ 28 w 8"/>
                <a:gd name="T1" fmla="*/ 0 h 15"/>
                <a:gd name="T2" fmla="*/ 45 w 8"/>
                <a:gd name="T3" fmla="*/ 77 h 15"/>
                <a:gd name="T4" fmla="*/ 0 w 8"/>
                <a:gd name="T5" fmla="*/ 9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4" y="3"/>
                    <a:pt x="8" y="10"/>
                    <a:pt x="7" y="12"/>
                  </a:cubicBezTo>
                  <a:cubicBezTo>
                    <a:pt x="6" y="14"/>
                    <a:pt x="0" y="15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93" name="Freeform 2772">
              <a:extLst>
                <a:ext uri="{FF2B5EF4-FFF2-40B4-BE49-F238E27FC236}">
                  <a16:creationId xmlns:a16="http://schemas.microsoft.com/office/drawing/2014/main" id="{88000E18-B8BB-4075-8FD7-B309C8F7C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705"/>
              <a:ext cx="5" cy="21"/>
            </a:xfrm>
            <a:custGeom>
              <a:avLst/>
              <a:gdLst>
                <a:gd name="T0" fmla="*/ 0 w 3"/>
                <a:gd name="T1" fmla="*/ 0 h 11"/>
                <a:gd name="T2" fmla="*/ 13 w 3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4"/>
                    <a:pt x="3" y="7"/>
                    <a:pt x="3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94" name="Freeform 2773">
              <a:extLst>
                <a:ext uri="{FF2B5EF4-FFF2-40B4-BE49-F238E27FC236}">
                  <a16:creationId xmlns:a16="http://schemas.microsoft.com/office/drawing/2014/main" id="{B22900AA-1476-4A57-9301-D7D769D34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612"/>
              <a:ext cx="2" cy="20"/>
            </a:xfrm>
            <a:custGeom>
              <a:avLst/>
              <a:gdLst>
                <a:gd name="T0" fmla="*/ 8 w 1"/>
                <a:gd name="T1" fmla="*/ 0 h 11"/>
                <a:gd name="T2" fmla="*/ 8 w 1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8"/>
                    <a:pt x="1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95" name="Freeform 2774">
              <a:extLst>
                <a:ext uri="{FF2B5EF4-FFF2-40B4-BE49-F238E27FC236}">
                  <a16:creationId xmlns:a16="http://schemas.microsoft.com/office/drawing/2014/main" id="{D76576A1-CEC4-4188-A1AD-5B22033F4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310"/>
              <a:ext cx="36" cy="36"/>
            </a:xfrm>
            <a:custGeom>
              <a:avLst/>
              <a:gdLst>
                <a:gd name="T0" fmla="*/ 0 w 19"/>
                <a:gd name="T1" fmla="*/ 0 h 19"/>
                <a:gd name="T2" fmla="*/ 129 w 19"/>
                <a:gd name="T3" fmla="*/ 10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0" y="0"/>
                  </a:moveTo>
                  <a:cubicBezTo>
                    <a:pt x="2" y="10"/>
                    <a:pt x="8" y="19"/>
                    <a:pt x="19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96" name="Freeform 2775">
              <a:extLst>
                <a:ext uri="{FF2B5EF4-FFF2-40B4-BE49-F238E27FC236}">
                  <a16:creationId xmlns:a16="http://schemas.microsoft.com/office/drawing/2014/main" id="{2D25521B-6776-48D3-8503-4FDF2DB0B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342"/>
              <a:ext cx="23" cy="17"/>
            </a:xfrm>
            <a:custGeom>
              <a:avLst/>
              <a:gdLst>
                <a:gd name="T0" fmla="*/ 0 w 12"/>
                <a:gd name="T1" fmla="*/ 53 h 9"/>
                <a:gd name="T2" fmla="*/ 84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8"/>
                  </a:moveTo>
                  <a:cubicBezTo>
                    <a:pt x="7" y="9"/>
                    <a:pt x="8" y="3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97" name="Freeform 2776">
              <a:extLst>
                <a:ext uri="{FF2B5EF4-FFF2-40B4-BE49-F238E27FC236}">
                  <a16:creationId xmlns:a16="http://schemas.microsoft.com/office/drawing/2014/main" id="{6B202E19-2572-412A-8352-47CDB75B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352"/>
              <a:ext cx="24" cy="46"/>
            </a:xfrm>
            <a:custGeom>
              <a:avLst/>
              <a:gdLst>
                <a:gd name="T0" fmla="*/ 0 w 13"/>
                <a:gd name="T1" fmla="*/ 0 h 25"/>
                <a:gd name="T2" fmla="*/ 24 w 13"/>
                <a:gd name="T3" fmla="*/ 15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7" y="7"/>
                    <a:pt x="13" y="18"/>
                    <a:pt x="4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98" name="Freeform 2777">
              <a:extLst>
                <a:ext uri="{FF2B5EF4-FFF2-40B4-BE49-F238E27FC236}">
                  <a16:creationId xmlns:a16="http://schemas.microsoft.com/office/drawing/2014/main" id="{C8898371-062F-4904-8F05-FB90664B3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3374"/>
              <a:ext cx="26" cy="9"/>
            </a:xfrm>
            <a:custGeom>
              <a:avLst/>
              <a:gdLst>
                <a:gd name="T0" fmla="*/ 0 w 14"/>
                <a:gd name="T1" fmla="*/ 0 h 5"/>
                <a:gd name="T2" fmla="*/ 24 w 14"/>
                <a:gd name="T3" fmla="*/ 29 h 5"/>
                <a:gd name="T4" fmla="*/ 89 w 1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2" y="2"/>
                    <a:pt x="3" y="3"/>
                    <a:pt x="4" y="5"/>
                  </a:cubicBezTo>
                  <a:cubicBezTo>
                    <a:pt x="7" y="5"/>
                    <a:pt x="10" y="4"/>
                    <a:pt x="14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99" name="Freeform 2778">
              <a:extLst>
                <a:ext uri="{FF2B5EF4-FFF2-40B4-BE49-F238E27FC236}">
                  <a16:creationId xmlns:a16="http://schemas.microsoft.com/office/drawing/2014/main" id="{BB155986-82BB-410A-85AB-64AFA8DA0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383"/>
              <a:ext cx="34" cy="40"/>
            </a:xfrm>
            <a:custGeom>
              <a:avLst/>
              <a:gdLst>
                <a:gd name="T0" fmla="*/ 0 w 18"/>
                <a:gd name="T1" fmla="*/ 0 h 21"/>
                <a:gd name="T2" fmla="*/ 60 w 18"/>
                <a:gd name="T3" fmla="*/ 124 h 21"/>
                <a:gd name="T4" fmla="*/ 121 w 18"/>
                <a:gd name="T5" fmla="*/ 13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1" y="4"/>
                    <a:pt x="5" y="15"/>
                    <a:pt x="9" y="18"/>
                  </a:cubicBezTo>
                  <a:cubicBezTo>
                    <a:pt x="11" y="20"/>
                    <a:pt x="15" y="21"/>
                    <a:pt x="18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00" name="Freeform 2779">
              <a:extLst>
                <a:ext uri="{FF2B5EF4-FFF2-40B4-BE49-F238E27FC236}">
                  <a16:creationId xmlns:a16="http://schemas.microsoft.com/office/drawing/2014/main" id="{E5E12679-FA02-4A64-BF6C-09A805F77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3387"/>
              <a:ext cx="22" cy="43"/>
            </a:xfrm>
            <a:custGeom>
              <a:avLst/>
              <a:gdLst>
                <a:gd name="T0" fmla="*/ 0 w 12"/>
                <a:gd name="T1" fmla="*/ 0 h 23"/>
                <a:gd name="T2" fmla="*/ 24 w 12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4" y="4"/>
                    <a:pt x="12" y="20"/>
                    <a:pt x="4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01" name="Freeform 2780">
              <a:extLst>
                <a:ext uri="{FF2B5EF4-FFF2-40B4-BE49-F238E27FC236}">
                  <a16:creationId xmlns:a16="http://schemas.microsoft.com/office/drawing/2014/main" id="{E2789649-FEB0-43A7-B4CC-68E4C704C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417"/>
              <a:ext cx="11" cy="4"/>
            </a:xfrm>
            <a:custGeom>
              <a:avLst/>
              <a:gdLst>
                <a:gd name="T0" fmla="*/ 0 w 6"/>
                <a:gd name="T1" fmla="*/ 16 h 2"/>
                <a:gd name="T2" fmla="*/ 37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5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02" name="Freeform 2781">
              <a:extLst>
                <a:ext uri="{FF2B5EF4-FFF2-40B4-BE49-F238E27FC236}">
                  <a16:creationId xmlns:a16="http://schemas.microsoft.com/office/drawing/2014/main" id="{ADB5466D-C85B-425E-A9E4-30D6C660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421"/>
              <a:ext cx="21" cy="49"/>
            </a:xfrm>
            <a:custGeom>
              <a:avLst/>
              <a:gdLst>
                <a:gd name="T0" fmla="*/ 0 w 11"/>
                <a:gd name="T1" fmla="*/ 0 h 26"/>
                <a:gd name="T2" fmla="*/ 61 w 11"/>
                <a:gd name="T3" fmla="*/ 136 h 26"/>
                <a:gd name="T4" fmla="*/ 21 w 11"/>
                <a:gd name="T5" fmla="*/ 17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0" y="0"/>
                  </a:moveTo>
                  <a:cubicBezTo>
                    <a:pt x="3" y="4"/>
                    <a:pt x="11" y="15"/>
                    <a:pt x="9" y="20"/>
                  </a:cubicBezTo>
                  <a:cubicBezTo>
                    <a:pt x="9" y="22"/>
                    <a:pt x="2" y="26"/>
                    <a:pt x="3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03" name="Freeform 2782">
              <a:extLst>
                <a:ext uri="{FF2B5EF4-FFF2-40B4-BE49-F238E27FC236}">
                  <a16:creationId xmlns:a16="http://schemas.microsoft.com/office/drawing/2014/main" id="{32571B4B-C7E6-4A9D-AC4E-49A71EBED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453"/>
              <a:ext cx="19" cy="5"/>
            </a:xfrm>
            <a:custGeom>
              <a:avLst/>
              <a:gdLst>
                <a:gd name="T0" fmla="*/ 0 w 10"/>
                <a:gd name="T1" fmla="*/ 13 h 3"/>
                <a:gd name="T2" fmla="*/ 6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3"/>
                    <a:pt x="7" y="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04" name="Freeform 2783">
              <a:extLst>
                <a:ext uri="{FF2B5EF4-FFF2-40B4-BE49-F238E27FC236}">
                  <a16:creationId xmlns:a16="http://schemas.microsoft.com/office/drawing/2014/main" id="{7ECEE1B6-6540-434C-8C75-E760BD01E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464"/>
              <a:ext cx="25" cy="39"/>
            </a:xfrm>
            <a:custGeom>
              <a:avLst/>
              <a:gdLst>
                <a:gd name="T0" fmla="*/ 0 w 13"/>
                <a:gd name="T1" fmla="*/ 0 h 21"/>
                <a:gd name="T2" fmla="*/ 15 w 13"/>
                <a:gd name="T3" fmla="*/ 13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4" y="4"/>
                    <a:pt x="13" y="20"/>
                    <a:pt x="2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05" name="Freeform 2784">
              <a:extLst>
                <a:ext uri="{FF2B5EF4-FFF2-40B4-BE49-F238E27FC236}">
                  <a16:creationId xmlns:a16="http://schemas.microsoft.com/office/drawing/2014/main" id="{C442E34B-E2CD-4425-B51C-5C9BAFA24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479"/>
              <a:ext cx="23" cy="11"/>
            </a:xfrm>
            <a:custGeom>
              <a:avLst/>
              <a:gdLst>
                <a:gd name="T0" fmla="*/ 0 w 12"/>
                <a:gd name="T1" fmla="*/ 37 h 6"/>
                <a:gd name="T2" fmla="*/ 84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6"/>
                    <a:pt x="10" y="4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06" name="Freeform 2785">
              <a:extLst>
                <a:ext uri="{FF2B5EF4-FFF2-40B4-BE49-F238E27FC236}">
                  <a16:creationId xmlns:a16="http://schemas.microsoft.com/office/drawing/2014/main" id="{D42D013C-EFFD-4287-AB12-A395236F7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492"/>
              <a:ext cx="35" cy="41"/>
            </a:xfrm>
            <a:custGeom>
              <a:avLst/>
              <a:gdLst>
                <a:gd name="T0" fmla="*/ 0 w 19"/>
                <a:gd name="T1" fmla="*/ 0 h 22"/>
                <a:gd name="T2" fmla="*/ 118 w 19"/>
                <a:gd name="T3" fmla="*/ 97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4" y="5"/>
                    <a:pt x="9" y="22"/>
                    <a:pt x="19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07" name="Freeform 2786">
              <a:extLst>
                <a:ext uri="{FF2B5EF4-FFF2-40B4-BE49-F238E27FC236}">
                  <a16:creationId xmlns:a16="http://schemas.microsoft.com/office/drawing/2014/main" id="{2A709FEA-80B4-4352-88D9-89AD27DED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524"/>
              <a:ext cx="20" cy="18"/>
            </a:xfrm>
            <a:custGeom>
              <a:avLst/>
              <a:gdLst>
                <a:gd name="T0" fmla="*/ 0 w 11"/>
                <a:gd name="T1" fmla="*/ 52 h 10"/>
                <a:gd name="T2" fmla="*/ 65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9"/>
                  </a:moveTo>
                  <a:cubicBezTo>
                    <a:pt x="6" y="10"/>
                    <a:pt x="9" y="5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08" name="Freeform 2787">
              <a:extLst>
                <a:ext uri="{FF2B5EF4-FFF2-40B4-BE49-F238E27FC236}">
                  <a16:creationId xmlns:a16="http://schemas.microsoft.com/office/drawing/2014/main" id="{D3409A9A-FAD7-4CC3-94F5-52D3681D7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535"/>
              <a:ext cx="22" cy="47"/>
            </a:xfrm>
            <a:custGeom>
              <a:avLst/>
              <a:gdLst>
                <a:gd name="T0" fmla="*/ 0 w 12"/>
                <a:gd name="T1" fmla="*/ 0 h 25"/>
                <a:gd name="T2" fmla="*/ 20 w 12"/>
                <a:gd name="T3" fmla="*/ 16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2" y="7"/>
                    <a:pt x="12" y="21"/>
                    <a:pt x="3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09" name="Freeform 2788">
              <a:extLst>
                <a:ext uri="{FF2B5EF4-FFF2-40B4-BE49-F238E27FC236}">
                  <a16:creationId xmlns:a16="http://schemas.microsoft.com/office/drawing/2014/main" id="{41333C16-643C-4DBC-931D-CDD029C99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3561"/>
              <a:ext cx="24" cy="11"/>
            </a:xfrm>
            <a:custGeom>
              <a:avLst/>
              <a:gdLst>
                <a:gd name="T0" fmla="*/ 0 w 13"/>
                <a:gd name="T1" fmla="*/ 31 h 6"/>
                <a:gd name="T2" fmla="*/ 81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5"/>
                  </a:moveTo>
                  <a:cubicBezTo>
                    <a:pt x="5" y="6"/>
                    <a:pt x="11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10" name="Freeform 2789">
              <a:extLst>
                <a:ext uri="{FF2B5EF4-FFF2-40B4-BE49-F238E27FC236}">
                  <a16:creationId xmlns:a16="http://schemas.microsoft.com/office/drawing/2014/main" id="{F5FF8FB5-AE83-4F6A-93F3-97829020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571"/>
              <a:ext cx="34" cy="41"/>
            </a:xfrm>
            <a:custGeom>
              <a:avLst/>
              <a:gdLst>
                <a:gd name="T0" fmla="*/ 0 w 18"/>
                <a:gd name="T1" fmla="*/ 0 h 22"/>
                <a:gd name="T2" fmla="*/ 60 w 18"/>
                <a:gd name="T3" fmla="*/ 136 h 22"/>
                <a:gd name="T4" fmla="*/ 121 w 18"/>
                <a:gd name="T5" fmla="*/ 12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3" y="5"/>
                    <a:pt x="4" y="18"/>
                    <a:pt x="9" y="21"/>
                  </a:cubicBezTo>
                  <a:cubicBezTo>
                    <a:pt x="11" y="22"/>
                    <a:pt x="16" y="20"/>
                    <a:pt x="18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11" name="Freeform 2790">
              <a:extLst>
                <a:ext uri="{FF2B5EF4-FFF2-40B4-BE49-F238E27FC236}">
                  <a16:creationId xmlns:a16="http://schemas.microsoft.com/office/drawing/2014/main" id="{5302DB96-E2DD-423A-B495-C6674ECB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610"/>
              <a:ext cx="20" cy="15"/>
            </a:xfrm>
            <a:custGeom>
              <a:avLst/>
              <a:gdLst>
                <a:gd name="T0" fmla="*/ 0 w 11"/>
                <a:gd name="T1" fmla="*/ 39 h 8"/>
                <a:gd name="T2" fmla="*/ 65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4" y="8"/>
                    <a:pt x="9" y="4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12" name="Freeform 2791">
              <a:extLst>
                <a:ext uri="{FF2B5EF4-FFF2-40B4-BE49-F238E27FC236}">
                  <a16:creationId xmlns:a16="http://schemas.microsoft.com/office/drawing/2014/main" id="{1E6808A4-5AE4-4539-9888-13E000D08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576"/>
              <a:ext cx="19" cy="13"/>
            </a:xfrm>
            <a:custGeom>
              <a:avLst/>
              <a:gdLst>
                <a:gd name="T0" fmla="*/ 0 w 10"/>
                <a:gd name="T1" fmla="*/ 7 h 7"/>
                <a:gd name="T2" fmla="*/ 68 w 10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5" y="0"/>
                    <a:pt x="8" y="4"/>
                    <a:pt x="1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13" name="Freeform 2792">
              <a:extLst>
                <a:ext uri="{FF2B5EF4-FFF2-40B4-BE49-F238E27FC236}">
                  <a16:creationId xmlns:a16="http://schemas.microsoft.com/office/drawing/2014/main" id="{576EBF6A-0AA2-4D3C-8B77-3F65B0E6D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514"/>
              <a:ext cx="4" cy="23"/>
            </a:xfrm>
            <a:custGeom>
              <a:avLst/>
              <a:gdLst>
                <a:gd name="T0" fmla="*/ 8 w 2"/>
                <a:gd name="T1" fmla="*/ 0 h 12"/>
                <a:gd name="T2" fmla="*/ 0 w 2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2" y="4"/>
                    <a:pt x="2" y="9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14" name="Freeform 2793">
              <a:extLst>
                <a:ext uri="{FF2B5EF4-FFF2-40B4-BE49-F238E27FC236}">
                  <a16:creationId xmlns:a16="http://schemas.microsoft.com/office/drawing/2014/main" id="{C11056E6-9A81-4850-9AD1-0F9D688D4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498"/>
              <a:ext cx="13" cy="3"/>
            </a:xfrm>
            <a:custGeom>
              <a:avLst/>
              <a:gdLst>
                <a:gd name="T0" fmla="*/ 0 w 7"/>
                <a:gd name="T1" fmla="*/ 5 h 2"/>
                <a:gd name="T2" fmla="*/ 45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0"/>
                    <a:pt x="5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15" name="Freeform 2794">
              <a:extLst>
                <a:ext uri="{FF2B5EF4-FFF2-40B4-BE49-F238E27FC236}">
                  <a16:creationId xmlns:a16="http://schemas.microsoft.com/office/drawing/2014/main" id="{4EB61463-B24B-4105-8F4D-08F31BC83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447"/>
              <a:ext cx="15" cy="9"/>
            </a:xfrm>
            <a:custGeom>
              <a:avLst/>
              <a:gdLst>
                <a:gd name="T0" fmla="*/ 0 w 8"/>
                <a:gd name="T1" fmla="*/ 0 h 5"/>
                <a:gd name="T2" fmla="*/ 53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3"/>
                    <a:pt x="5" y="5"/>
                    <a:pt x="8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16" name="Freeform 2795">
              <a:extLst>
                <a:ext uri="{FF2B5EF4-FFF2-40B4-BE49-F238E27FC236}">
                  <a16:creationId xmlns:a16="http://schemas.microsoft.com/office/drawing/2014/main" id="{B9189A14-2E37-4608-9E3B-FFF622F4C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619"/>
              <a:ext cx="17" cy="45"/>
            </a:xfrm>
            <a:custGeom>
              <a:avLst/>
              <a:gdLst>
                <a:gd name="T0" fmla="*/ 0 w 9"/>
                <a:gd name="T1" fmla="*/ 0 h 24"/>
                <a:gd name="T2" fmla="*/ 47 w 9"/>
                <a:gd name="T3" fmla="*/ 137 h 24"/>
                <a:gd name="T4" fmla="*/ 0 w 9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2" y="4"/>
                    <a:pt x="9" y="16"/>
                    <a:pt x="7" y="21"/>
                  </a:cubicBezTo>
                  <a:cubicBezTo>
                    <a:pt x="6" y="24"/>
                    <a:pt x="3" y="23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17" name="Freeform 2796">
              <a:extLst>
                <a:ext uri="{FF2B5EF4-FFF2-40B4-BE49-F238E27FC236}">
                  <a16:creationId xmlns:a16="http://schemas.microsoft.com/office/drawing/2014/main" id="{78CAF68B-B8CF-4084-91FD-8BFA3C112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640"/>
              <a:ext cx="21" cy="11"/>
            </a:xfrm>
            <a:custGeom>
              <a:avLst/>
              <a:gdLst>
                <a:gd name="T0" fmla="*/ 0 w 11"/>
                <a:gd name="T1" fmla="*/ 31 h 6"/>
                <a:gd name="T2" fmla="*/ 76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5"/>
                  </a:moveTo>
                  <a:cubicBezTo>
                    <a:pt x="3" y="6"/>
                    <a:pt x="9" y="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18" name="Freeform 2797">
              <a:extLst>
                <a:ext uri="{FF2B5EF4-FFF2-40B4-BE49-F238E27FC236}">
                  <a16:creationId xmlns:a16="http://schemas.microsoft.com/office/drawing/2014/main" id="{C2DC46B0-3BAC-442F-A57A-9E4BA1C6A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660"/>
              <a:ext cx="35" cy="27"/>
            </a:xfrm>
            <a:custGeom>
              <a:avLst/>
              <a:gdLst>
                <a:gd name="T0" fmla="*/ 0 w 19"/>
                <a:gd name="T1" fmla="*/ 0 h 14"/>
                <a:gd name="T2" fmla="*/ 44 w 19"/>
                <a:gd name="T3" fmla="*/ 93 h 14"/>
                <a:gd name="T4" fmla="*/ 118 w 19"/>
                <a:gd name="T5" fmla="*/ 7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2" y="5"/>
                    <a:pt x="2" y="11"/>
                    <a:pt x="7" y="13"/>
                  </a:cubicBezTo>
                  <a:cubicBezTo>
                    <a:pt x="10" y="14"/>
                    <a:pt x="16" y="12"/>
                    <a:pt x="19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19" name="Freeform 2798">
              <a:extLst>
                <a:ext uri="{FF2B5EF4-FFF2-40B4-BE49-F238E27FC236}">
                  <a16:creationId xmlns:a16="http://schemas.microsoft.com/office/drawing/2014/main" id="{7436CA3E-6650-4375-8B7A-5244913FC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683"/>
              <a:ext cx="15" cy="28"/>
            </a:xfrm>
            <a:custGeom>
              <a:avLst/>
              <a:gdLst>
                <a:gd name="T0" fmla="*/ 21 w 8"/>
                <a:gd name="T1" fmla="*/ 0 h 15"/>
                <a:gd name="T2" fmla="*/ 39 w 8"/>
                <a:gd name="T3" fmla="*/ 77 h 15"/>
                <a:gd name="T4" fmla="*/ 0 w 8"/>
                <a:gd name="T5" fmla="*/ 9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0"/>
                  </a:moveTo>
                  <a:cubicBezTo>
                    <a:pt x="4" y="3"/>
                    <a:pt x="8" y="9"/>
                    <a:pt x="6" y="12"/>
                  </a:cubicBezTo>
                  <a:cubicBezTo>
                    <a:pt x="5" y="14"/>
                    <a:pt x="0" y="15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20" name="Freeform 2799">
              <a:extLst>
                <a:ext uri="{FF2B5EF4-FFF2-40B4-BE49-F238E27FC236}">
                  <a16:creationId xmlns:a16="http://schemas.microsoft.com/office/drawing/2014/main" id="{B0A57F3E-BB3C-4BCF-8967-C8D8F67AF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705"/>
              <a:ext cx="5" cy="19"/>
            </a:xfrm>
            <a:custGeom>
              <a:avLst/>
              <a:gdLst>
                <a:gd name="T0" fmla="*/ 0 w 3"/>
                <a:gd name="T1" fmla="*/ 0 h 10"/>
                <a:gd name="T2" fmla="*/ 13 w 3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2" y="3"/>
                    <a:pt x="3" y="7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21" name="Freeform 2800">
              <a:extLst>
                <a:ext uri="{FF2B5EF4-FFF2-40B4-BE49-F238E27FC236}">
                  <a16:creationId xmlns:a16="http://schemas.microsoft.com/office/drawing/2014/main" id="{39D96421-9C37-4992-AAAE-7B68084D0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612"/>
              <a:ext cx="4" cy="20"/>
            </a:xfrm>
            <a:custGeom>
              <a:avLst/>
              <a:gdLst>
                <a:gd name="T0" fmla="*/ 16 w 2"/>
                <a:gd name="T1" fmla="*/ 0 h 11"/>
                <a:gd name="T2" fmla="*/ 16 w 2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0" y="3"/>
                    <a:pt x="1" y="8"/>
                    <a:pt x="2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22" name="Freeform 2801">
              <a:extLst>
                <a:ext uri="{FF2B5EF4-FFF2-40B4-BE49-F238E27FC236}">
                  <a16:creationId xmlns:a16="http://schemas.microsoft.com/office/drawing/2014/main" id="{D1B4519B-50D9-4933-B7E5-23A057225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391"/>
              <a:ext cx="21" cy="43"/>
            </a:xfrm>
            <a:custGeom>
              <a:avLst/>
              <a:gdLst>
                <a:gd name="T0" fmla="*/ 36 w 11"/>
                <a:gd name="T1" fmla="*/ 0 h 23"/>
                <a:gd name="T2" fmla="*/ 0 w 11"/>
                <a:gd name="T3" fmla="*/ 1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5" y="0"/>
                  </a:moveTo>
                  <a:cubicBezTo>
                    <a:pt x="7" y="7"/>
                    <a:pt x="11" y="23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23" name="Freeform 2802">
              <a:extLst>
                <a:ext uri="{FF2B5EF4-FFF2-40B4-BE49-F238E27FC236}">
                  <a16:creationId xmlns:a16="http://schemas.microsoft.com/office/drawing/2014/main" id="{1CB2F9B9-79FF-4F07-B6AB-26A0004AD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425"/>
              <a:ext cx="10" cy="15"/>
            </a:xfrm>
            <a:custGeom>
              <a:avLst/>
              <a:gdLst>
                <a:gd name="T0" fmla="*/ 0 w 5"/>
                <a:gd name="T1" fmla="*/ 0 h 8"/>
                <a:gd name="T2" fmla="*/ 32 w 5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5" y="1"/>
                    <a:pt x="2" y="5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24" name="Freeform 2803">
              <a:extLst>
                <a:ext uri="{FF2B5EF4-FFF2-40B4-BE49-F238E27FC236}">
                  <a16:creationId xmlns:a16="http://schemas.microsoft.com/office/drawing/2014/main" id="{4343DD0E-719C-4CAA-82B8-9055174C3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397"/>
              <a:ext cx="9" cy="37"/>
            </a:xfrm>
            <a:custGeom>
              <a:avLst/>
              <a:gdLst>
                <a:gd name="T0" fmla="*/ 0 w 5"/>
                <a:gd name="T1" fmla="*/ 0 h 20"/>
                <a:gd name="T2" fmla="*/ 29 w 5"/>
                <a:gd name="T3" fmla="*/ 1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3" y="6"/>
                    <a:pt x="4" y="14"/>
                    <a:pt x="5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25" name="Freeform 2804">
              <a:extLst>
                <a:ext uri="{FF2B5EF4-FFF2-40B4-BE49-F238E27FC236}">
                  <a16:creationId xmlns:a16="http://schemas.microsoft.com/office/drawing/2014/main" id="{26DC5F2C-33B8-4AF4-AFF2-B435740DF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395"/>
              <a:ext cx="6" cy="20"/>
            </a:xfrm>
            <a:custGeom>
              <a:avLst/>
              <a:gdLst>
                <a:gd name="T0" fmla="*/ 24 w 3"/>
                <a:gd name="T1" fmla="*/ 0 h 11"/>
                <a:gd name="T2" fmla="*/ 0 w 3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0" y="3"/>
                    <a:pt x="0" y="8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26" name="Freeform 2805">
              <a:extLst>
                <a:ext uri="{FF2B5EF4-FFF2-40B4-BE49-F238E27FC236}">
                  <a16:creationId xmlns:a16="http://schemas.microsoft.com/office/drawing/2014/main" id="{118DC527-C628-4034-B6B8-AB9FB1FFE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134"/>
              <a:ext cx="26" cy="47"/>
            </a:xfrm>
            <a:custGeom>
              <a:avLst/>
              <a:gdLst>
                <a:gd name="T0" fmla="*/ 24 w 14"/>
                <a:gd name="T1" fmla="*/ 165 h 25"/>
                <a:gd name="T2" fmla="*/ 59 w 14"/>
                <a:gd name="T3" fmla="*/ 45 h 25"/>
                <a:gd name="T4" fmla="*/ 0 w 14"/>
                <a:gd name="T5" fmla="*/ 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4" y="25"/>
                  </a:moveTo>
                  <a:cubicBezTo>
                    <a:pt x="14" y="22"/>
                    <a:pt x="12" y="17"/>
                    <a:pt x="9" y="7"/>
                  </a:cubicBezTo>
                  <a:cubicBezTo>
                    <a:pt x="7" y="3"/>
                    <a:pt x="5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27" name="Freeform 2806">
              <a:extLst>
                <a:ext uri="{FF2B5EF4-FFF2-40B4-BE49-F238E27FC236}">
                  <a16:creationId xmlns:a16="http://schemas.microsoft.com/office/drawing/2014/main" id="{129BB4D1-E34A-41B2-B53B-3CAE96E0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3153"/>
              <a:ext cx="17" cy="17"/>
            </a:xfrm>
            <a:custGeom>
              <a:avLst/>
              <a:gdLst>
                <a:gd name="T0" fmla="*/ 21 w 9"/>
                <a:gd name="T1" fmla="*/ 60 h 9"/>
                <a:gd name="T2" fmla="*/ 60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3" y="9"/>
                  </a:moveTo>
                  <a:cubicBezTo>
                    <a:pt x="0" y="4"/>
                    <a:pt x="6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28" name="Freeform 2807">
              <a:extLst>
                <a:ext uri="{FF2B5EF4-FFF2-40B4-BE49-F238E27FC236}">
                  <a16:creationId xmlns:a16="http://schemas.microsoft.com/office/drawing/2014/main" id="{82C8F998-1A69-4A57-8238-F52E25D90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120"/>
              <a:ext cx="19" cy="41"/>
            </a:xfrm>
            <a:custGeom>
              <a:avLst/>
              <a:gdLst>
                <a:gd name="T0" fmla="*/ 68 w 10"/>
                <a:gd name="T1" fmla="*/ 142 h 22"/>
                <a:gd name="T2" fmla="*/ 61 w 1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10" y="22"/>
                  </a:moveTo>
                  <a:cubicBezTo>
                    <a:pt x="2" y="15"/>
                    <a:pt x="0" y="5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29" name="Freeform 2808">
              <a:extLst>
                <a:ext uri="{FF2B5EF4-FFF2-40B4-BE49-F238E27FC236}">
                  <a16:creationId xmlns:a16="http://schemas.microsoft.com/office/drawing/2014/main" id="{FAC00132-A728-478D-95AE-AEC2F419C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086"/>
              <a:ext cx="26" cy="45"/>
            </a:xfrm>
            <a:custGeom>
              <a:avLst/>
              <a:gdLst>
                <a:gd name="T0" fmla="*/ 65 w 14"/>
                <a:gd name="T1" fmla="*/ 158 h 24"/>
                <a:gd name="T2" fmla="*/ 20 w 14"/>
                <a:gd name="T3" fmla="*/ 21 h 24"/>
                <a:gd name="T4" fmla="*/ 89 w 14"/>
                <a:gd name="T5" fmla="*/ 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0" y="24"/>
                  </a:moveTo>
                  <a:cubicBezTo>
                    <a:pt x="7" y="21"/>
                    <a:pt x="0" y="7"/>
                    <a:pt x="3" y="3"/>
                  </a:cubicBezTo>
                  <a:cubicBezTo>
                    <a:pt x="5" y="0"/>
                    <a:pt x="11" y="0"/>
                    <a:pt x="14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30" name="Freeform 2809">
              <a:extLst>
                <a:ext uri="{FF2B5EF4-FFF2-40B4-BE49-F238E27FC236}">
                  <a16:creationId xmlns:a16="http://schemas.microsoft.com/office/drawing/2014/main" id="{D6BE5434-0359-4342-83C5-7A4D84ED6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056"/>
              <a:ext cx="47" cy="34"/>
            </a:xfrm>
            <a:custGeom>
              <a:avLst/>
              <a:gdLst>
                <a:gd name="T0" fmla="*/ 21 w 25"/>
                <a:gd name="T1" fmla="*/ 113 h 18"/>
                <a:gd name="T2" fmla="*/ 113 w 25"/>
                <a:gd name="T3" fmla="*/ 21 h 18"/>
                <a:gd name="T4" fmla="*/ 137 w 25"/>
                <a:gd name="T5" fmla="*/ 1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3" y="17"/>
                  </a:moveTo>
                  <a:cubicBezTo>
                    <a:pt x="0" y="9"/>
                    <a:pt x="9" y="0"/>
                    <a:pt x="17" y="3"/>
                  </a:cubicBezTo>
                  <a:cubicBezTo>
                    <a:pt x="25" y="6"/>
                    <a:pt x="24" y="13"/>
                    <a:pt x="21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31" name="Freeform 2810">
              <a:extLst>
                <a:ext uri="{FF2B5EF4-FFF2-40B4-BE49-F238E27FC236}">
                  <a16:creationId xmlns:a16="http://schemas.microsoft.com/office/drawing/2014/main" id="{E895887D-37EA-47B9-9EA9-9468FDCB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075"/>
              <a:ext cx="28" cy="35"/>
            </a:xfrm>
            <a:custGeom>
              <a:avLst/>
              <a:gdLst>
                <a:gd name="T0" fmla="*/ 0 w 15"/>
                <a:gd name="T1" fmla="*/ 0 h 19"/>
                <a:gd name="T2" fmla="*/ 97 w 15"/>
                <a:gd name="T3" fmla="*/ 68 h 19"/>
                <a:gd name="T4" fmla="*/ 73 w 15"/>
                <a:gd name="T5" fmla="*/ 11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0"/>
                  </a:moveTo>
                  <a:cubicBezTo>
                    <a:pt x="7" y="3"/>
                    <a:pt x="10" y="6"/>
                    <a:pt x="15" y="11"/>
                  </a:cubicBezTo>
                  <a:cubicBezTo>
                    <a:pt x="13" y="14"/>
                    <a:pt x="11" y="16"/>
                    <a:pt x="11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32" name="Freeform 2811">
              <a:extLst>
                <a:ext uri="{FF2B5EF4-FFF2-40B4-BE49-F238E27FC236}">
                  <a16:creationId xmlns:a16="http://schemas.microsoft.com/office/drawing/2014/main" id="{0775A1F3-19D0-4A62-B98A-5A6DBC024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095"/>
              <a:ext cx="34" cy="45"/>
            </a:xfrm>
            <a:custGeom>
              <a:avLst/>
              <a:gdLst>
                <a:gd name="T0" fmla="*/ 0 w 18"/>
                <a:gd name="T1" fmla="*/ 0 h 24"/>
                <a:gd name="T2" fmla="*/ 76 w 18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0"/>
                  </a:moveTo>
                  <a:cubicBezTo>
                    <a:pt x="8" y="6"/>
                    <a:pt x="18" y="17"/>
                    <a:pt x="11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33" name="Freeform 2812">
              <a:extLst>
                <a:ext uri="{FF2B5EF4-FFF2-40B4-BE49-F238E27FC236}">
                  <a16:creationId xmlns:a16="http://schemas.microsoft.com/office/drawing/2014/main" id="{794D4C17-88AB-4403-8DFD-BEDD7DDA7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125"/>
              <a:ext cx="26" cy="43"/>
            </a:xfrm>
            <a:custGeom>
              <a:avLst/>
              <a:gdLst>
                <a:gd name="T0" fmla="*/ 0 w 14"/>
                <a:gd name="T1" fmla="*/ 0 h 23"/>
                <a:gd name="T2" fmla="*/ 69 w 14"/>
                <a:gd name="T3" fmla="*/ 73 h 23"/>
                <a:gd name="T4" fmla="*/ 65 w 14"/>
                <a:gd name="T5" fmla="*/ 1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4" y="1"/>
                    <a:pt x="9" y="8"/>
                    <a:pt x="11" y="11"/>
                  </a:cubicBezTo>
                  <a:cubicBezTo>
                    <a:pt x="14" y="16"/>
                    <a:pt x="12" y="19"/>
                    <a:pt x="10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34" name="Freeform 2813">
              <a:extLst>
                <a:ext uri="{FF2B5EF4-FFF2-40B4-BE49-F238E27FC236}">
                  <a16:creationId xmlns:a16="http://schemas.microsoft.com/office/drawing/2014/main" id="{0B05FDFB-9DC0-4754-8D01-7F63681A8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155"/>
              <a:ext cx="38" cy="47"/>
            </a:xfrm>
            <a:custGeom>
              <a:avLst/>
              <a:gdLst>
                <a:gd name="T0" fmla="*/ 0 w 20"/>
                <a:gd name="T1" fmla="*/ 0 h 25"/>
                <a:gd name="T2" fmla="*/ 84 w 20"/>
                <a:gd name="T3" fmla="*/ 16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10" y="8"/>
                    <a:pt x="20" y="11"/>
                    <a:pt x="12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35" name="Freeform 2814">
              <a:extLst>
                <a:ext uri="{FF2B5EF4-FFF2-40B4-BE49-F238E27FC236}">
                  <a16:creationId xmlns:a16="http://schemas.microsoft.com/office/drawing/2014/main" id="{0313F45E-8225-4FD2-9E05-73D51AAA4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3181"/>
              <a:ext cx="32" cy="45"/>
            </a:xfrm>
            <a:custGeom>
              <a:avLst/>
              <a:gdLst>
                <a:gd name="T0" fmla="*/ 68 w 17"/>
                <a:gd name="T1" fmla="*/ 158 h 24"/>
                <a:gd name="T2" fmla="*/ 68 w 17"/>
                <a:gd name="T3" fmla="*/ 68 h 24"/>
                <a:gd name="T4" fmla="*/ 0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0" y="24"/>
                  </a:moveTo>
                  <a:cubicBezTo>
                    <a:pt x="17" y="20"/>
                    <a:pt x="13" y="15"/>
                    <a:pt x="10" y="10"/>
                  </a:cubicBezTo>
                  <a:cubicBezTo>
                    <a:pt x="7" y="6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36" name="Freeform 2815">
              <a:extLst>
                <a:ext uri="{FF2B5EF4-FFF2-40B4-BE49-F238E27FC236}">
                  <a16:creationId xmlns:a16="http://schemas.microsoft.com/office/drawing/2014/main" id="{3494AD1A-9D12-456B-B714-0F8144EE1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217"/>
              <a:ext cx="25" cy="45"/>
            </a:xfrm>
            <a:custGeom>
              <a:avLst/>
              <a:gdLst>
                <a:gd name="T0" fmla="*/ 0 w 13"/>
                <a:gd name="T1" fmla="*/ 0 h 24"/>
                <a:gd name="T2" fmla="*/ 85 w 13"/>
                <a:gd name="T3" fmla="*/ 113 h 24"/>
                <a:gd name="T4" fmla="*/ 71 w 13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5" y="4"/>
                    <a:pt x="13" y="10"/>
                    <a:pt x="12" y="17"/>
                  </a:cubicBezTo>
                  <a:cubicBezTo>
                    <a:pt x="12" y="20"/>
                    <a:pt x="10" y="23"/>
                    <a:pt x="1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37" name="Freeform 2816">
              <a:extLst>
                <a:ext uri="{FF2B5EF4-FFF2-40B4-BE49-F238E27FC236}">
                  <a16:creationId xmlns:a16="http://schemas.microsoft.com/office/drawing/2014/main" id="{F9B42FED-EE48-488F-ACCC-6A971232A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251"/>
              <a:ext cx="28" cy="43"/>
            </a:xfrm>
            <a:custGeom>
              <a:avLst/>
              <a:gdLst>
                <a:gd name="T0" fmla="*/ 0 w 15"/>
                <a:gd name="T1" fmla="*/ 0 h 23"/>
                <a:gd name="T2" fmla="*/ 91 w 15"/>
                <a:gd name="T3" fmla="*/ 97 h 23"/>
                <a:gd name="T4" fmla="*/ 73 w 15"/>
                <a:gd name="T5" fmla="*/ 1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4" y="2"/>
                    <a:pt x="14" y="10"/>
                    <a:pt x="14" y="15"/>
                  </a:cubicBezTo>
                  <a:cubicBezTo>
                    <a:pt x="15" y="18"/>
                    <a:pt x="12" y="21"/>
                    <a:pt x="11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38" name="Freeform 2817">
              <a:extLst>
                <a:ext uri="{FF2B5EF4-FFF2-40B4-BE49-F238E27FC236}">
                  <a16:creationId xmlns:a16="http://schemas.microsoft.com/office/drawing/2014/main" id="{8F44A5C0-AFE2-4E6F-8319-AA1D89D03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282"/>
              <a:ext cx="24" cy="43"/>
            </a:xfrm>
            <a:custGeom>
              <a:avLst/>
              <a:gdLst>
                <a:gd name="T0" fmla="*/ 0 w 13"/>
                <a:gd name="T1" fmla="*/ 0 h 23"/>
                <a:gd name="T2" fmla="*/ 81 w 13"/>
                <a:gd name="T3" fmla="*/ 77 h 23"/>
                <a:gd name="T4" fmla="*/ 44 w 13"/>
                <a:gd name="T5" fmla="*/ 1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4" y="1"/>
                    <a:pt x="12" y="7"/>
                    <a:pt x="13" y="12"/>
                  </a:cubicBezTo>
                  <a:cubicBezTo>
                    <a:pt x="13" y="15"/>
                    <a:pt x="8" y="22"/>
                    <a:pt x="7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39" name="Freeform 2818">
              <a:extLst>
                <a:ext uri="{FF2B5EF4-FFF2-40B4-BE49-F238E27FC236}">
                  <a16:creationId xmlns:a16="http://schemas.microsoft.com/office/drawing/2014/main" id="{7C91E49E-BAA9-4493-989F-E6690D312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3310"/>
              <a:ext cx="19" cy="10"/>
            </a:xfrm>
            <a:custGeom>
              <a:avLst/>
              <a:gdLst>
                <a:gd name="T0" fmla="*/ 0 w 10"/>
                <a:gd name="T1" fmla="*/ 0 h 5"/>
                <a:gd name="T2" fmla="*/ 68 w 10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3" y="1"/>
                    <a:pt x="8" y="2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40" name="Freeform 2819">
              <a:extLst>
                <a:ext uri="{FF2B5EF4-FFF2-40B4-BE49-F238E27FC236}">
                  <a16:creationId xmlns:a16="http://schemas.microsoft.com/office/drawing/2014/main" id="{6717A11F-BC15-4278-9E89-1F2636C97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305"/>
              <a:ext cx="6" cy="5"/>
            </a:xfrm>
            <a:custGeom>
              <a:avLst/>
              <a:gdLst>
                <a:gd name="T0" fmla="*/ 0 w 3"/>
                <a:gd name="T1" fmla="*/ 13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41" name="Freeform 2820">
              <a:extLst>
                <a:ext uri="{FF2B5EF4-FFF2-40B4-BE49-F238E27FC236}">
                  <a16:creationId xmlns:a16="http://schemas.microsoft.com/office/drawing/2014/main" id="{89679C2A-A89C-4967-825E-55B671D48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271"/>
              <a:ext cx="11" cy="15"/>
            </a:xfrm>
            <a:custGeom>
              <a:avLst/>
              <a:gdLst>
                <a:gd name="T0" fmla="*/ 0 w 6"/>
                <a:gd name="T1" fmla="*/ 53 h 8"/>
                <a:gd name="T2" fmla="*/ 37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4"/>
                    <a:pt x="3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42" name="Freeform 2821">
              <a:extLst>
                <a:ext uri="{FF2B5EF4-FFF2-40B4-BE49-F238E27FC236}">
                  <a16:creationId xmlns:a16="http://schemas.microsoft.com/office/drawing/2014/main" id="{0E88F516-53E9-4160-BB4E-9B309BD7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3301"/>
              <a:ext cx="17" cy="9"/>
            </a:xfrm>
            <a:custGeom>
              <a:avLst/>
              <a:gdLst>
                <a:gd name="T0" fmla="*/ 0 w 9"/>
                <a:gd name="T1" fmla="*/ 0 h 5"/>
                <a:gd name="T2" fmla="*/ 60 w 9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3"/>
                    <a:pt x="5" y="5"/>
                    <a:pt x="9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43" name="Freeform 2822">
              <a:extLst>
                <a:ext uri="{FF2B5EF4-FFF2-40B4-BE49-F238E27FC236}">
                  <a16:creationId xmlns:a16="http://schemas.microsoft.com/office/drawing/2014/main" id="{864C5F2F-BB4E-4F1E-A292-BFC3981D4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224"/>
              <a:ext cx="15" cy="13"/>
            </a:xfrm>
            <a:custGeom>
              <a:avLst/>
              <a:gdLst>
                <a:gd name="T0" fmla="*/ 0 w 8"/>
                <a:gd name="T1" fmla="*/ 45 h 7"/>
                <a:gd name="T2" fmla="*/ 53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4"/>
                    <a:pt x="5" y="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44" name="Freeform 2823">
              <a:extLst>
                <a:ext uri="{FF2B5EF4-FFF2-40B4-BE49-F238E27FC236}">
                  <a16:creationId xmlns:a16="http://schemas.microsoft.com/office/drawing/2014/main" id="{0DE55ADD-5C5D-4182-BA10-8061279B5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234"/>
              <a:ext cx="10" cy="22"/>
            </a:xfrm>
            <a:custGeom>
              <a:avLst/>
              <a:gdLst>
                <a:gd name="T0" fmla="*/ 0 w 5"/>
                <a:gd name="T1" fmla="*/ 0 h 12"/>
                <a:gd name="T2" fmla="*/ 40 w 5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0" y="4"/>
                    <a:pt x="2" y="9"/>
                    <a:pt x="5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45" name="Freeform 2824">
              <a:extLst>
                <a:ext uri="{FF2B5EF4-FFF2-40B4-BE49-F238E27FC236}">
                  <a16:creationId xmlns:a16="http://schemas.microsoft.com/office/drawing/2014/main" id="{5A64290B-F1D6-4917-8F80-025A899FF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273"/>
              <a:ext cx="15" cy="4"/>
            </a:xfrm>
            <a:custGeom>
              <a:avLst/>
              <a:gdLst>
                <a:gd name="T0" fmla="*/ 0 w 8"/>
                <a:gd name="T1" fmla="*/ 0 h 2"/>
                <a:gd name="T2" fmla="*/ 53 w 8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5" y="2"/>
                    <a:pt x="8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46" name="Freeform 2825">
              <a:extLst>
                <a:ext uri="{FF2B5EF4-FFF2-40B4-BE49-F238E27FC236}">
                  <a16:creationId xmlns:a16="http://schemas.microsoft.com/office/drawing/2014/main" id="{B98D8B6E-FFD7-448C-8CAF-5427B8A3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3193"/>
              <a:ext cx="13" cy="11"/>
            </a:xfrm>
            <a:custGeom>
              <a:avLst/>
              <a:gdLst>
                <a:gd name="T0" fmla="*/ 0 w 7"/>
                <a:gd name="T1" fmla="*/ 37 h 6"/>
                <a:gd name="T2" fmla="*/ 45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4"/>
                    <a:pt x="4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47" name="Freeform 2826">
              <a:extLst>
                <a:ext uri="{FF2B5EF4-FFF2-40B4-BE49-F238E27FC236}">
                  <a16:creationId xmlns:a16="http://schemas.microsoft.com/office/drawing/2014/main" id="{68EEC1EF-E8CB-46D7-B1C0-E147A8B64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155"/>
              <a:ext cx="15" cy="17"/>
            </a:xfrm>
            <a:custGeom>
              <a:avLst/>
              <a:gdLst>
                <a:gd name="T0" fmla="*/ 0 w 8"/>
                <a:gd name="T1" fmla="*/ 60 h 9"/>
                <a:gd name="T2" fmla="*/ 53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2" y="6"/>
                    <a:pt x="5" y="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48" name="Freeform 2827">
              <a:extLst>
                <a:ext uri="{FF2B5EF4-FFF2-40B4-BE49-F238E27FC236}">
                  <a16:creationId xmlns:a16="http://schemas.microsoft.com/office/drawing/2014/main" id="{40C4AD55-4167-441B-B661-158A5166C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3187"/>
              <a:ext cx="14" cy="6"/>
            </a:xfrm>
            <a:custGeom>
              <a:avLst/>
              <a:gdLst>
                <a:gd name="T0" fmla="*/ 0 w 8"/>
                <a:gd name="T1" fmla="*/ 24 h 3"/>
                <a:gd name="T2" fmla="*/ 44 w 8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2"/>
                    <a:pt x="5" y="0"/>
                    <a:pt x="8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49" name="Freeform 2828">
              <a:extLst>
                <a:ext uri="{FF2B5EF4-FFF2-40B4-BE49-F238E27FC236}">
                  <a16:creationId xmlns:a16="http://schemas.microsoft.com/office/drawing/2014/main" id="{DD51673A-A913-4177-B1FA-9CF88DB49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125"/>
              <a:ext cx="15" cy="17"/>
            </a:xfrm>
            <a:custGeom>
              <a:avLst/>
              <a:gdLst>
                <a:gd name="T0" fmla="*/ 0 w 8"/>
                <a:gd name="T1" fmla="*/ 60 h 9"/>
                <a:gd name="T2" fmla="*/ 53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6"/>
                    <a:pt x="4" y="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50" name="Freeform 2829">
              <a:extLst>
                <a:ext uri="{FF2B5EF4-FFF2-40B4-BE49-F238E27FC236}">
                  <a16:creationId xmlns:a16="http://schemas.microsoft.com/office/drawing/2014/main" id="{76514E4E-C6A9-41F2-82E7-F3C8E56C5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136"/>
              <a:ext cx="15" cy="28"/>
            </a:xfrm>
            <a:custGeom>
              <a:avLst/>
              <a:gdLst>
                <a:gd name="T0" fmla="*/ 0 w 8"/>
                <a:gd name="T1" fmla="*/ 0 h 15"/>
                <a:gd name="T2" fmla="*/ 53 w 8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3" y="6"/>
                    <a:pt x="3" y="11"/>
                    <a:pt x="8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51" name="Freeform 2830">
              <a:extLst>
                <a:ext uri="{FF2B5EF4-FFF2-40B4-BE49-F238E27FC236}">
                  <a16:creationId xmlns:a16="http://schemas.microsoft.com/office/drawing/2014/main" id="{4C050DED-6DD9-448A-B2A6-F56E1F81A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090"/>
              <a:ext cx="13" cy="18"/>
            </a:xfrm>
            <a:custGeom>
              <a:avLst/>
              <a:gdLst>
                <a:gd name="T0" fmla="*/ 0 w 7"/>
                <a:gd name="T1" fmla="*/ 58 h 10"/>
                <a:gd name="T2" fmla="*/ 45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3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52" name="Freeform 2831">
              <a:extLst>
                <a:ext uri="{FF2B5EF4-FFF2-40B4-BE49-F238E27FC236}">
                  <a16:creationId xmlns:a16="http://schemas.microsoft.com/office/drawing/2014/main" id="{0F21BBE4-9373-4D9A-A25A-007DDC401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061"/>
              <a:ext cx="15" cy="19"/>
            </a:xfrm>
            <a:custGeom>
              <a:avLst/>
              <a:gdLst>
                <a:gd name="T0" fmla="*/ 0 w 8"/>
                <a:gd name="T1" fmla="*/ 68 h 10"/>
                <a:gd name="T2" fmla="*/ 53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2" y="6"/>
                    <a:pt x="3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53" name="Freeform 2832">
              <a:extLst>
                <a:ext uri="{FF2B5EF4-FFF2-40B4-BE49-F238E27FC236}">
                  <a16:creationId xmlns:a16="http://schemas.microsoft.com/office/drawing/2014/main" id="{211DB0AD-2371-49B7-81A1-B789D6FC4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095"/>
              <a:ext cx="16" cy="6"/>
            </a:xfrm>
            <a:custGeom>
              <a:avLst/>
              <a:gdLst>
                <a:gd name="T0" fmla="*/ 0 w 9"/>
                <a:gd name="T1" fmla="*/ 24 h 3"/>
                <a:gd name="T2" fmla="*/ 5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6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54" name="Freeform 2833">
              <a:extLst>
                <a:ext uri="{FF2B5EF4-FFF2-40B4-BE49-F238E27FC236}">
                  <a16:creationId xmlns:a16="http://schemas.microsoft.com/office/drawing/2014/main" id="{8752E227-926F-40E3-8A39-0AB19A7A2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030"/>
              <a:ext cx="4" cy="30"/>
            </a:xfrm>
            <a:custGeom>
              <a:avLst/>
              <a:gdLst>
                <a:gd name="T0" fmla="*/ 16 w 2"/>
                <a:gd name="T1" fmla="*/ 105 h 16"/>
                <a:gd name="T2" fmla="*/ 16 w 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2" y="16"/>
                  </a:moveTo>
                  <a:cubicBezTo>
                    <a:pt x="0" y="11"/>
                    <a:pt x="1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55" name="Freeform 2834">
              <a:extLst>
                <a:ext uri="{FF2B5EF4-FFF2-40B4-BE49-F238E27FC236}">
                  <a16:creationId xmlns:a16="http://schemas.microsoft.com/office/drawing/2014/main" id="{11F60C76-F271-40B8-8D63-35D094C56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3069"/>
              <a:ext cx="20" cy="6"/>
            </a:xfrm>
            <a:custGeom>
              <a:avLst/>
              <a:gdLst>
                <a:gd name="T0" fmla="*/ 0 w 11"/>
                <a:gd name="T1" fmla="*/ 16 h 3"/>
                <a:gd name="T2" fmla="*/ 65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2"/>
                    <a:pt x="8" y="3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56" name="Freeform 2835">
              <a:extLst>
                <a:ext uri="{FF2B5EF4-FFF2-40B4-BE49-F238E27FC236}">
                  <a16:creationId xmlns:a16="http://schemas.microsoft.com/office/drawing/2014/main" id="{C2E3D1A8-8FC0-497B-BCC4-AFB035D8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142"/>
              <a:ext cx="19" cy="7"/>
            </a:xfrm>
            <a:custGeom>
              <a:avLst/>
              <a:gdLst>
                <a:gd name="T0" fmla="*/ 0 w 10"/>
                <a:gd name="T1" fmla="*/ 21 h 4"/>
                <a:gd name="T2" fmla="*/ 6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3"/>
                    <a:pt x="6" y="1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57" name="Freeform 2836">
              <a:extLst>
                <a:ext uri="{FF2B5EF4-FFF2-40B4-BE49-F238E27FC236}">
                  <a16:creationId xmlns:a16="http://schemas.microsoft.com/office/drawing/2014/main" id="{53A00E35-6C8B-4545-98BC-CB0643120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3168"/>
              <a:ext cx="7" cy="21"/>
            </a:xfrm>
            <a:custGeom>
              <a:avLst/>
              <a:gdLst>
                <a:gd name="T0" fmla="*/ 0 w 4"/>
                <a:gd name="T1" fmla="*/ 0 h 11"/>
                <a:gd name="T2" fmla="*/ 21 w 4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1" y="4"/>
                    <a:pt x="1" y="8"/>
                    <a:pt x="4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58" name="Freeform 2837">
              <a:extLst>
                <a:ext uri="{FF2B5EF4-FFF2-40B4-BE49-F238E27FC236}">
                  <a16:creationId xmlns:a16="http://schemas.microsoft.com/office/drawing/2014/main" id="{2991479C-84F7-413F-96D7-92C83C8E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095"/>
              <a:ext cx="21" cy="41"/>
            </a:xfrm>
            <a:custGeom>
              <a:avLst/>
              <a:gdLst>
                <a:gd name="T0" fmla="*/ 76 w 11"/>
                <a:gd name="T1" fmla="*/ 142 h 22"/>
                <a:gd name="T2" fmla="*/ 55 w 11"/>
                <a:gd name="T3" fmla="*/ 32 h 22"/>
                <a:gd name="T4" fmla="*/ 0 w 1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22"/>
                  </a:moveTo>
                  <a:cubicBezTo>
                    <a:pt x="11" y="17"/>
                    <a:pt x="10" y="10"/>
                    <a:pt x="8" y="5"/>
                  </a:cubicBezTo>
                  <a:cubicBezTo>
                    <a:pt x="6" y="1"/>
                    <a:pt x="4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59" name="Freeform 2838">
              <a:extLst>
                <a:ext uri="{FF2B5EF4-FFF2-40B4-BE49-F238E27FC236}">
                  <a16:creationId xmlns:a16="http://schemas.microsoft.com/office/drawing/2014/main" id="{6231825F-378F-4D16-A5D6-55D597F70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3099"/>
              <a:ext cx="15" cy="7"/>
            </a:xfrm>
            <a:custGeom>
              <a:avLst/>
              <a:gdLst>
                <a:gd name="T0" fmla="*/ 0 w 8"/>
                <a:gd name="T1" fmla="*/ 21 h 4"/>
                <a:gd name="T2" fmla="*/ 5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60" name="Freeform 2839">
              <a:extLst>
                <a:ext uri="{FF2B5EF4-FFF2-40B4-BE49-F238E27FC236}">
                  <a16:creationId xmlns:a16="http://schemas.microsoft.com/office/drawing/2014/main" id="{C1F7F191-3CF0-4B34-AB0F-0A964C002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045"/>
              <a:ext cx="21" cy="52"/>
            </a:xfrm>
            <a:custGeom>
              <a:avLst/>
              <a:gdLst>
                <a:gd name="T0" fmla="*/ 40 w 11"/>
                <a:gd name="T1" fmla="*/ 180 h 28"/>
                <a:gd name="T2" fmla="*/ 0 w 11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6" y="28"/>
                  </a:moveTo>
                  <a:cubicBezTo>
                    <a:pt x="11" y="17"/>
                    <a:pt x="9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61" name="Freeform 2840">
              <a:extLst>
                <a:ext uri="{FF2B5EF4-FFF2-40B4-BE49-F238E27FC236}">
                  <a16:creationId xmlns:a16="http://schemas.microsoft.com/office/drawing/2014/main" id="{551981A3-931B-4D25-BC03-16EBEEF3C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3060"/>
              <a:ext cx="24" cy="7"/>
            </a:xfrm>
            <a:custGeom>
              <a:avLst/>
              <a:gdLst>
                <a:gd name="T0" fmla="*/ 0 w 13"/>
                <a:gd name="T1" fmla="*/ 12 h 4"/>
                <a:gd name="T2" fmla="*/ 81 w 13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2"/>
                  </a:moveTo>
                  <a:cubicBezTo>
                    <a:pt x="4" y="0"/>
                    <a:pt x="10" y="1"/>
                    <a:pt x="13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62" name="Freeform 2841">
              <a:extLst>
                <a:ext uri="{FF2B5EF4-FFF2-40B4-BE49-F238E27FC236}">
                  <a16:creationId xmlns:a16="http://schemas.microsoft.com/office/drawing/2014/main" id="{37DF5F36-A631-4B1C-A15D-343F64570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3017"/>
              <a:ext cx="19" cy="46"/>
            </a:xfrm>
            <a:custGeom>
              <a:avLst/>
              <a:gdLst>
                <a:gd name="T0" fmla="*/ 0 w 10"/>
                <a:gd name="T1" fmla="*/ 149 h 25"/>
                <a:gd name="T2" fmla="*/ 8 w 10"/>
                <a:gd name="T3" fmla="*/ 149 h 25"/>
                <a:gd name="T4" fmla="*/ 61 w 10"/>
                <a:gd name="T5" fmla="*/ 81 h 25"/>
                <a:gd name="T6" fmla="*/ 36 w 10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5">
                  <a:moveTo>
                    <a:pt x="0" y="24"/>
                  </a:moveTo>
                  <a:cubicBezTo>
                    <a:pt x="0" y="25"/>
                    <a:pt x="0" y="25"/>
                    <a:pt x="1" y="24"/>
                  </a:cubicBezTo>
                  <a:cubicBezTo>
                    <a:pt x="3" y="20"/>
                    <a:pt x="9" y="17"/>
                    <a:pt x="9" y="13"/>
                  </a:cubicBezTo>
                  <a:cubicBezTo>
                    <a:pt x="10" y="10"/>
                    <a:pt x="3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63" name="Freeform 2842">
              <a:extLst>
                <a:ext uri="{FF2B5EF4-FFF2-40B4-BE49-F238E27FC236}">
                  <a16:creationId xmlns:a16="http://schemas.microsoft.com/office/drawing/2014/main" id="{19BE61F6-555D-4E16-8D2D-24B6C313B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041"/>
              <a:ext cx="20" cy="4"/>
            </a:xfrm>
            <a:custGeom>
              <a:avLst/>
              <a:gdLst>
                <a:gd name="T0" fmla="*/ 0 w 11"/>
                <a:gd name="T1" fmla="*/ 0 h 2"/>
                <a:gd name="T2" fmla="*/ 65 w 1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4" y="0"/>
                    <a:pt x="8" y="0"/>
                    <a:pt x="11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64" name="Freeform 2843">
              <a:extLst>
                <a:ext uri="{FF2B5EF4-FFF2-40B4-BE49-F238E27FC236}">
                  <a16:creationId xmlns:a16="http://schemas.microsoft.com/office/drawing/2014/main" id="{A47751D0-55D5-4CF5-A68D-8089269A7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061"/>
              <a:ext cx="13" cy="12"/>
            </a:xfrm>
            <a:custGeom>
              <a:avLst/>
              <a:gdLst>
                <a:gd name="T0" fmla="*/ 0 w 7"/>
                <a:gd name="T1" fmla="*/ 48 h 6"/>
                <a:gd name="T2" fmla="*/ 45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3"/>
                    <a:pt x="4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65" name="Freeform 2844">
              <a:extLst>
                <a:ext uri="{FF2B5EF4-FFF2-40B4-BE49-F238E27FC236}">
                  <a16:creationId xmlns:a16="http://schemas.microsoft.com/office/drawing/2014/main" id="{400C43BF-D89B-49A3-9D14-8E82D8890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726"/>
              <a:ext cx="21" cy="60"/>
            </a:xfrm>
            <a:custGeom>
              <a:avLst/>
              <a:gdLst>
                <a:gd name="T0" fmla="*/ 0 w 11"/>
                <a:gd name="T1" fmla="*/ 186 h 32"/>
                <a:gd name="T2" fmla="*/ 55 w 11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28"/>
                  </a:moveTo>
                  <a:cubicBezTo>
                    <a:pt x="11" y="32"/>
                    <a:pt x="8" y="6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66" name="Freeform 2845">
              <a:extLst>
                <a:ext uri="{FF2B5EF4-FFF2-40B4-BE49-F238E27FC236}">
                  <a16:creationId xmlns:a16="http://schemas.microsoft.com/office/drawing/2014/main" id="{6744DDBB-A057-43D0-9C80-228FC5DB0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747"/>
              <a:ext cx="26" cy="3"/>
            </a:xfrm>
            <a:custGeom>
              <a:avLst/>
              <a:gdLst>
                <a:gd name="T0" fmla="*/ 0 w 14"/>
                <a:gd name="T1" fmla="*/ 5 h 2"/>
                <a:gd name="T2" fmla="*/ 89 w 1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1"/>
                  </a:moveTo>
                  <a:cubicBezTo>
                    <a:pt x="4" y="2"/>
                    <a:pt x="11" y="1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67" name="Freeform 2846">
              <a:extLst>
                <a:ext uri="{FF2B5EF4-FFF2-40B4-BE49-F238E27FC236}">
                  <a16:creationId xmlns:a16="http://schemas.microsoft.com/office/drawing/2014/main" id="{C20336A4-24F8-4F02-A3EF-265A9AAA1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3773"/>
              <a:ext cx="24" cy="43"/>
            </a:xfrm>
            <a:custGeom>
              <a:avLst/>
              <a:gdLst>
                <a:gd name="T0" fmla="*/ 7 w 13"/>
                <a:gd name="T1" fmla="*/ 0 h 23"/>
                <a:gd name="T2" fmla="*/ 0 w 13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" y="0"/>
                  </a:moveTo>
                  <a:cubicBezTo>
                    <a:pt x="3" y="9"/>
                    <a:pt x="13" y="21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68" name="Freeform 2847">
              <a:extLst>
                <a:ext uri="{FF2B5EF4-FFF2-40B4-BE49-F238E27FC236}">
                  <a16:creationId xmlns:a16="http://schemas.microsoft.com/office/drawing/2014/main" id="{D7C3DE99-8C68-417C-A685-AB05B6D41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791"/>
              <a:ext cx="26" cy="6"/>
            </a:xfrm>
            <a:custGeom>
              <a:avLst/>
              <a:gdLst>
                <a:gd name="T0" fmla="*/ 0 w 14"/>
                <a:gd name="T1" fmla="*/ 16 h 3"/>
                <a:gd name="T2" fmla="*/ 89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5" y="3"/>
                    <a:pt x="11" y="3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69" name="Freeform 2848">
              <a:extLst>
                <a:ext uri="{FF2B5EF4-FFF2-40B4-BE49-F238E27FC236}">
                  <a16:creationId xmlns:a16="http://schemas.microsoft.com/office/drawing/2014/main" id="{624A152B-E986-4706-B087-70FA5F42D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799"/>
              <a:ext cx="33" cy="39"/>
            </a:xfrm>
            <a:custGeom>
              <a:avLst/>
              <a:gdLst>
                <a:gd name="T0" fmla="*/ 0 w 18"/>
                <a:gd name="T1" fmla="*/ 0 h 21"/>
                <a:gd name="T2" fmla="*/ 112 w 18"/>
                <a:gd name="T3" fmla="*/ 7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4" y="8"/>
                    <a:pt x="7" y="21"/>
                    <a:pt x="18" y="1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70" name="Freeform 2849">
              <a:extLst>
                <a:ext uri="{FF2B5EF4-FFF2-40B4-BE49-F238E27FC236}">
                  <a16:creationId xmlns:a16="http://schemas.microsoft.com/office/drawing/2014/main" id="{FCB516E2-DB36-4643-BFD6-247A8B209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825"/>
              <a:ext cx="21" cy="23"/>
            </a:xfrm>
            <a:custGeom>
              <a:avLst/>
              <a:gdLst>
                <a:gd name="T0" fmla="*/ 76 w 11"/>
                <a:gd name="T1" fmla="*/ 0 h 12"/>
                <a:gd name="T2" fmla="*/ 0 w 11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10" y="5"/>
                    <a:pt x="6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71" name="Freeform 2850">
              <a:extLst>
                <a:ext uri="{FF2B5EF4-FFF2-40B4-BE49-F238E27FC236}">
                  <a16:creationId xmlns:a16="http://schemas.microsoft.com/office/drawing/2014/main" id="{A3DD3D9B-DEE9-4923-B77F-DDC61C9B5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834"/>
              <a:ext cx="37" cy="49"/>
            </a:xfrm>
            <a:custGeom>
              <a:avLst/>
              <a:gdLst>
                <a:gd name="T0" fmla="*/ 0 w 20"/>
                <a:gd name="T1" fmla="*/ 0 h 26"/>
                <a:gd name="T2" fmla="*/ 52 w 20"/>
                <a:gd name="T3" fmla="*/ 17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6" y="8"/>
                    <a:pt x="20" y="17"/>
                    <a:pt x="8" y="2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72" name="Freeform 2851">
              <a:extLst>
                <a:ext uri="{FF2B5EF4-FFF2-40B4-BE49-F238E27FC236}">
                  <a16:creationId xmlns:a16="http://schemas.microsoft.com/office/drawing/2014/main" id="{D5CEF22F-6D66-4EAF-99E0-719519FA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848"/>
              <a:ext cx="23" cy="18"/>
            </a:xfrm>
            <a:custGeom>
              <a:avLst/>
              <a:gdLst>
                <a:gd name="T0" fmla="*/ 0 w 12"/>
                <a:gd name="T1" fmla="*/ 58 h 10"/>
                <a:gd name="T2" fmla="*/ 84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4" y="8"/>
                    <a:pt x="10" y="4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73" name="Freeform 2852">
              <a:extLst>
                <a:ext uri="{FF2B5EF4-FFF2-40B4-BE49-F238E27FC236}">
                  <a16:creationId xmlns:a16="http://schemas.microsoft.com/office/drawing/2014/main" id="{09D8F09C-C9D1-405E-B1C0-03304875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863"/>
              <a:ext cx="35" cy="24"/>
            </a:xfrm>
            <a:custGeom>
              <a:avLst/>
              <a:gdLst>
                <a:gd name="T0" fmla="*/ 0 w 19"/>
                <a:gd name="T1" fmla="*/ 0 h 13"/>
                <a:gd name="T2" fmla="*/ 76 w 19"/>
                <a:gd name="T3" fmla="*/ 76 h 13"/>
                <a:gd name="T4" fmla="*/ 118 w 19"/>
                <a:gd name="T5" fmla="*/ 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0"/>
                  </a:moveTo>
                  <a:cubicBezTo>
                    <a:pt x="1" y="5"/>
                    <a:pt x="7" y="13"/>
                    <a:pt x="12" y="12"/>
                  </a:cubicBezTo>
                  <a:cubicBezTo>
                    <a:pt x="15" y="12"/>
                    <a:pt x="17" y="9"/>
                    <a:pt x="19" y="7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74" name="Freeform 2853">
              <a:extLst>
                <a:ext uri="{FF2B5EF4-FFF2-40B4-BE49-F238E27FC236}">
                  <a16:creationId xmlns:a16="http://schemas.microsoft.com/office/drawing/2014/main" id="{1661E37B-B6A6-4D81-9348-532BFA75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887"/>
              <a:ext cx="11" cy="22"/>
            </a:xfrm>
            <a:custGeom>
              <a:avLst/>
              <a:gdLst>
                <a:gd name="T0" fmla="*/ 37 w 6"/>
                <a:gd name="T1" fmla="*/ 0 h 12"/>
                <a:gd name="T2" fmla="*/ 0 w 6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4" y="4"/>
                    <a:pt x="4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75" name="Freeform 2854">
              <a:extLst>
                <a:ext uri="{FF2B5EF4-FFF2-40B4-BE49-F238E27FC236}">
                  <a16:creationId xmlns:a16="http://schemas.microsoft.com/office/drawing/2014/main" id="{57E05BF0-51A0-436C-B3BA-8A5C4F1AE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872"/>
              <a:ext cx="17" cy="6"/>
            </a:xfrm>
            <a:custGeom>
              <a:avLst/>
              <a:gdLst>
                <a:gd name="T0" fmla="*/ 0 w 9"/>
                <a:gd name="T1" fmla="*/ 0 h 3"/>
                <a:gd name="T2" fmla="*/ 60 w 9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4" y="2"/>
                    <a:pt x="7" y="0"/>
                    <a:pt x="9" y="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76" name="Freeform 2855">
              <a:extLst>
                <a:ext uri="{FF2B5EF4-FFF2-40B4-BE49-F238E27FC236}">
                  <a16:creationId xmlns:a16="http://schemas.microsoft.com/office/drawing/2014/main" id="{97F786AD-A5C3-4776-8784-2602A6B92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831"/>
              <a:ext cx="7" cy="15"/>
            </a:xfrm>
            <a:custGeom>
              <a:avLst/>
              <a:gdLst>
                <a:gd name="T0" fmla="*/ 21 w 4"/>
                <a:gd name="T1" fmla="*/ 0 h 8"/>
                <a:gd name="T2" fmla="*/ 0 w 4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2"/>
                    <a:pt x="0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77" name="Freeform 2856">
              <a:extLst>
                <a:ext uri="{FF2B5EF4-FFF2-40B4-BE49-F238E27FC236}">
                  <a16:creationId xmlns:a16="http://schemas.microsoft.com/office/drawing/2014/main" id="{FA654F86-C808-4BDB-A5D6-F1A5533A5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750"/>
              <a:ext cx="17" cy="19"/>
            </a:xfrm>
            <a:custGeom>
              <a:avLst/>
              <a:gdLst>
                <a:gd name="T0" fmla="*/ 0 w 9"/>
                <a:gd name="T1" fmla="*/ 68 h 10"/>
                <a:gd name="T2" fmla="*/ 60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6"/>
                    <a:pt x="5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78" name="Freeform 2857">
              <a:extLst>
                <a:ext uri="{FF2B5EF4-FFF2-40B4-BE49-F238E27FC236}">
                  <a16:creationId xmlns:a16="http://schemas.microsoft.com/office/drawing/2014/main" id="{96347F95-062C-42AB-9C36-491C2641B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806"/>
              <a:ext cx="15" cy="4"/>
            </a:xfrm>
            <a:custGeom>
              <a:avLst/>
              <a:gdLst>
                <a:gd name="T0" fmla="*/ 0 w 8"/>
                <a:gd name="T1" fmla="*/ 16 h 2"/>
                <a:gd name="T2" fmla="*/ 53 w 8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0"/>
                    <a:pt x="5" y="0"/>
                    <a:pt x="8" y="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79" name="Freeform 2858">
              <a:extLst>
                <a:ext uri="{FF2B5EF4-FFF2-40B4-BE49-F238E27FC236}">
                  <a16:creationId xmlns:a16="http://schemas.microsoft.com/office/drawing/2014/main" id="{81B5EDD2-F9C2-4060-9EFD-4AEEACAEE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3726"/>
              <a:ext cx="21" cy="60"/>
            </a:xfrm>
            <a:custGeom>
              <a:avLst/>
              <a:gdLst>
                <a:gd name="T0" fmla="*/ 76 w 11"/>
                <a:gd name="T1" fmla="*/ 186 h 32"/>
                <a:gd name="T2" fmla="*/ 29 w 11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11" y="28"/>
                  </a:moveTo>
                  <a:cubicBezTo>
                    <a:pt x="0" y="32"/>
                    <a:pt x="4" y="6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80" name="Freeform 2859">
              <a:extLst>
                <a:ext uri="{FF2B5EF4-FFF2-40B4-BE49-F238E27FC236}">
                  <a16:creationId xmlns:a16="http://schemas.microsoft.com/office/drawing/2014/main" id="{28D04D6B-1B9D-4DAA-A4AA-134F7F78E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745"/>
              <a:ext cx="27" cy="5"/>
            </a:xfrm>
            <a:custGeom>
              <a:avLst/>
              <a:gdLst>
                <a:gd name="T0" fmla="*/ 100 w 14"/>
                <a:gd name="T1" fmla="*/ 8 h 3"/>
                <a:gd name="T2" fmla="*/ 0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14" y="2"/>
                  </a:moveTo>
                  <a:cubicBezTo>
                    <a:pt x="10" y="3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81" name="Freeform 2860">
              <a:extLst>
                <a:ext uri="{FF2B5EF4-FFF2-40B4-BE49-F238E27FC236}">
                  <a16:creationId xmlns:a16="http://schemas.microsoft.com/office/drawing/2014/main" id="{951CD618-E957-44A2-ABE8-24F3EB0A9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773"/>
              <a:ext cx="24" cy="43"/>
            </a:xfrm>
            <a:custGeom>
              <a:avLst/>
              <a:gdLst>
                <a:gd name="T0" fmla="*/ 81 w 13"/>
                <a:gd name="T1" fmla="*/ 0 h 23"/>
                <a:gd name="T2" fmla="*/ 81 w 13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1" y="9"/>
                    <a:pt x="0" y="21"/>
                    <a:pt x="13" y="2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82" name="Freeform 2861">
              <a:extLst>
                <a:ext uri="{FF2B5EF4-FFF2-40B4-BE49-F238E27FC236}">
                  <a16:creationId xmlns:a16="http://schemas.microsoft.com/office/drawing/2014/main" id="{A8D9CF92-5022-42F0-A2B2-F36EFBC31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790"/>
              <a:ext cx="24" cy="7"/>
            </a:xfrm>
            <a:custGeom>
              <a:avLst/>
              <a:gdLst>
                <a:gd name="T0" fmla="*/ 81 w 13"/>
                <a:gd name="T1" fmla="*/ 16 h 4"/>
                <a:gd name="T2" fmla="*/ 0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13" y="3"/>
                  </a:moveTo>
                  <a:cubicBezTo>
                    <a:pt x="9" y="4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83" name="Freeform 2862">
              <a:extLst>
                <a:ext uri="{FF2B5EF4-FFF2-40B4-BE49-F238E27FC236}">
                  <a16:creationId xmlns:a16="http://schemas.microsoft.com/office/drawing/2014/main" id="{7353BB1A-9B56-49AB-A3DF-E0F066205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797"/>
              <a:ext cx="36" cy="39"/>
            </a:xfrm>
            <a:custGeom>
              <a:avLst/>
              <a:gdLst>
                <a:gd name="T0" fmla="*/ 129 w 19"/>
                <a:gd name="T1" fmla="*/ 0 h 21"/>
                <a:gd name="T2" fmla="*/ 0 w 19"/>
                <a:gd name="T3" fmla="*/ 7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5" y="9"/>
                    <a:pt x="11" y="2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84" name="Freeform 2863">
              <a:extLst>
                <a:ext uri="{FF2B5EF4-FFF2-40B4-BE49-F238E27FC236}">
                  <a16:creationId xmlns:a16="http://schemas.microsoft.com/office/drawing/2014/main" id="{B2FBE7C3-FE92-4B2B-8430-BBAC22FC6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823"/>
              <a:ext cx="19" cy="23"/>
            </a:xfrm>
            <a:custGeom>
              <a:avLst/>
              <a:gdLst>
                <a:gd name="T0" fmla="*/ 0 w 10"/>
                <a:gd name="T1" fmla="*/ 0 h 12"/>
                <a:gd name="T2" fmla="*/ 68 w 10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1" y="5"/>
                    <a:pt x="5" y="11"/>
                    <a:pt x="10" y="1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85" name="Freeform 2864">
              <a:extLst>
                <a:ext uri="{FF2B5EF4-FFF2-40B4-BE49-F238E27FC236}">
                  <a16:creationId xmlns:a16="http://schemas.microsoft.com/office/drawing/2014/main" id="{80D2AC22-5498-42DB-9696-13EEC228C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833"/>
              <a:ext cx="40" cy="48"/>
            </a:xfrm>
            <a:custGeom>
              <a:avLst/>
              <a:gdLst>
                <a:gd name="T0" fmla="*/ 145 w 21"/>
                <a:gd name="T1" fmla="*/ 0 h 26"/>
                <a:gd name="T2" fmla="*/ 84 w 21"/>
                <a:gd name="T3" fmla="*/ 16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21" y="0"/>
                  </a:moveTo>
                  <a:cubicBezTo>
                    <a:pt x="14" y="8"/>
                    <a:pt x="0" y="16"/>
                    <a:pt x="12" y="2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86" name="Freeform 2865">
              <a:extLst>
                <a:ext uri="{FF2B5EF4-FFF2-40B4-BE49-F238E27FC236}">
                  <a16:creationId xmlns:a16="http://schemas.microsoft.com/office/drawing/2014/main" id="{0C4C61A8-C57F-4C79-9519-D674025DB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3844"/>
              <a:ext cx="22" cy="19"/>
            </a:xfrm>
            <a:custGeom>
              <a:avLst/>
              <a:gdLst>
                <a:gd name="T0" fmla="*/ 73 w 12"/>
                <a:gd name="T1" fmla="*/ 68 h 10"/>
                <a:gd name="T2" fmla="*/ 0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8" y="9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87" name="Freeform 2866">
              <a:extLst>
                <a:ext uri="{FF2B5EF4-FFF2-40B4-BE49-F238E27FC236}">
                  <a16:creationId xmlns:a16="http://schemas.microsoft.com/office/drawing/2014/main" id="{0912BC8A-E937-401F-BCF2-E893F31F4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861"/>
              <a:ext cx="37" cy="22"/>
            </a:xfrm>
            <a:custGeom>
              <a:avLst/>
              <a:gdLst>
                <a:gd name="T0" fmla="*/ 126 w 20"/>
                <a:gd name="T1" fmla="*/ 0 h 12"/>
                <a:gd name="T2" fmla="*/ 44 w 20"/>
                <a:gd name="T3" fmla="*/ 68 h 12"/>
                <a:gd name="T4" fmla="*/ 0 w 20"/>
                <a:gd name="T5" fmla="*/ 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19" y="4"/>
                    <a:pt x="12" y="12"/>
                    <a:pt x="7" y="11"/>
                  </a:cubicBezTo>
                  <a:cubicBezTo>
                    <a:pt x="4" y="11"/>
                    <a:pt x="2" y="8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88" name="Freeform 2867">
              <a:extLst>
                <a:ext uri="{FF2B5EF4-FFF2-40B4-BE49-F238E27FC236}">
                  <a16:creationId xmlns:a16="http://schemas.microsoft.com/office/drawing/2014/main" id="{0307C258-920B-4D97-8951-EEFF96EFD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883"/>
              <a:ext cx="9" cy="23"/>
            </a:xfrm>
            <a:custGeom>
              <a:avLst/>
              <a:gdLst>
                <a:gd name="T0" fmla="*/ 0 w 5"/>
                <a:gd name="T1" fmla="*/ 0 h 12"/>
                <a:gd name="T2" fmla="*/ 29 w 5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1" y="4"/>
                    <a:pt x="1" y="11"/>
                    <a:pt x="5" y="1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89" name="Freeform 2868">
              <a:extLst>
                <a:ext uri="{FF2B5EF4-FFF2-40B4-BE49-F238E27FC236}">
                  <a16:creationId xmlns:a16="http://schemas.microsoft.com/office/drawing/2014/main" id="{DDFA5126-70FE-45A2-AF14-5B77D241E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3868"/>
              <a:ext cx="15" cy="6"/>
            </a:xfrm>
            <a:custGeom>
              <a:avLst/>
              <a:gdLst>
                <a:gd name="T0" fmla="*/ 53 w 8"/>
                <a:gd name="T1" fmla="*/ 8 h 3"/>
                <a:gd name="T2" fmla="*/ 0 w 8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1"/>
                  </a:moveTo>
                  <a:cubicBezTo>
                    <a:pt x="5" y="3"/>
                    <a:pt x="1" y="0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90" name="Freeform 2869">
              <a:extLst>
                <a:ext uri="{FF2B5EF4-FFF2-40B4-BE49-F238E27FC236}">
                  <a16:creationId xmlns:a16="http://schemas.microsoft.com/office/drawing/2014/main" id="{E1445B0B-D16F-44F2-B8FF-C133B1A46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3829"/>
              <a:ext cx="7" cy="15"/>
            </a:xfrm>
            <a:custGeom>
              <a:avLst/>
              <a:gdLst>
                <a:gd name="T0" fmla="*/ 0 w 4"/>
                <a:gd name="T1" fmla="*/ 0 h 8"/>
                <a:gd name="T2" fmla="*/ 16 w 4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2"/>
                    <a:pt x="4" y="5"/>
                    <a:pt x="3" y="8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91" name="Freeform 2870">
              <a:extLst>
                <a:ext uri="{FF2B5EF4-FFF2-40B4-BE49-F238E27FC236}">
                  <a16:creationId xmlns:a16="http://schemas.microsoft.com/office/drawing/2014/main" id="{82DECB07-5BB4-4339-B0D1-4B0CBBBA5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750"/>
              <a:ext cx="16" cy="19"/>
            </a:xfrm>
            <a:custGeom>
              <a:avLst/>
              <a:gdLst>
                <a:gd name="T0" fmla="*/ 50 w 9"/>
                <a:gd name="T1" fmla="*/ 68 h 10"/>
                <a:gd name="T2" fmla="*/ 0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10"/>
                  </a:moveTo>
                  <a:cubicBezTo>
                    <a:pt x="8" y="6"/>
                    <a:pt x="4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92" name="Freeform 2871">
              <a:extLst>
                <a:ext uri="{FF2B5EF4-FFF2-40B4-BE49-F238E27FC236}">
                  <a16:creationId xmlns:a16="http://schemas.microsoft.com/office/drawing/2014/main" id="{7FADFD26-C897-49D3-A86F-FD4EE4135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805"/>
              <a:ext cx="13" cy="5"/>
            </a:xfrm>
            <a:custGeom>
              <a:avLst/>
              <a:gdLst>
                <a:gd name="T0" fmla="*/ 45 w 7"/>
                <a:gd name="T1" fmla="*/ 13 h 3"/>
                <a:gd name="T2" fmla="*/ 0 w 7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93" name="Freeform 2872">
              <a:extLst>
                <a:ext uri="{FF2B5EF4-FFF2-40B4-BE49-F238E27FC236}">
                  <a16:creationId xmlns:a16="http://schemas.microsoft.com/office/drawing/2014/main" id="{21059477-6B8D-4B66-8939-55FDBC9F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3892"/>
              <a:ext cx="58" cy="49"/>
            </a:xfrm>
            <a:custGeom>
              <a:avLst/>
              <a:gdLst>
                <a:gd name="T0" fmla="*/ 0 w 31"/>
                <a:gd name="T1" fmla="*/ 0 h 26"/>
                <a:gd name="T2" fmla="*/ 125 w 31"/>
                <a:gd name="T3" fmla="*/ 17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6">
                  <a:moveTo>
                    <a:pt x="0" y="0"/>
                  </a:moveTo>
                  <a:cubicBezTo>
                    <a:pt x="9" y="6"/>
                    <a:pt x="31" y="12"/>
                    <a:pt x="19" y="2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94" name="Freeform 2873">
              <a:extLst>
                <a:ext uri="{FF2B5EF4-FFF2-40B4-BE49-F238E27FC236}">
                  <a16:creationId xmlns:a16="http://schemas.microsoft.com/office/drawing/2014/main" id="{D175899A-41CF-4CEC-B24B-5D8FC32DE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894"/>
              <a:ext cx="15" cy="23"/>
            </a:xfrm>
            <a:custGeom>
              <a:avLst/>
              <a:gdLst>
                <a:gd name="T0" fmla="*/ 0 w 8"/>
                <a:gd name="T1" fmla="*/ 84 h 12"/>
                <a:gd name="T2" fmla="*/ 53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3" y="9"/>
                    <a:pt x="6" y="4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95" name="Freeform 2874">
              <a:extLst>
                <a:ext uri="{FF2B5EF4-FFF2-40B4-BE49-F238E27FC236}">
                  <a16:creationId xmlns:a16="http://schemas.microsoft.com/office/drawing/2014/main" id="{E106A7F2-9617-4D86-8935-3A6178170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922"/>
              <a:ext cx="47" cy="36"/>
            </a:xfrm>
            <a:custGeom>
              <a:avLst/>
              <a:gdLst>
                <a:gd name="T0" fmla="*/ 0 w 25"/>
                <a:gd name="T1" fmla="*/ 0 h 19"/>
                <a:gd name="T2" fmla="*/ 152 w 25"/>
                <a:gd name="T3" fmla="*/ 40 h 19"/>
                <a:gd name="T4" fmla="*/ 152 w 25"/>
                <a:gd name="T5" fmla="*/ 12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5" y="0"/>
                    <a:pt x="20" y="3"/>
                    <a:pt x="23" y="6"/>
                  </a:cubicBezTo>
                  <a:cubicBezTo>
                    <a:pt x="25" y="9"/>
                    <a:pt x="24" y="15"/>
                    <a:pt x="23" y="19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96" name="Freeform 2875">
              <a:extLst>
                <a:ext uri="{FF2B5EF4-FFF2-40B4-BE49-F238E27FC236}">
                  <a16:creationId xmlns:a16="http://schemas.microsoft.com/office/drawing/2014/main" id="{E43C0AE7-E1AC-422A-A3CD-C2C6D958A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915"/>
              <a:ext cx="10" cy="21"/>
            </a:xfrm>
            <a:custGeom>
              <a:avLst/>
              <a:gdLst>
                <a:gd name="T0" fmla="*/ 0 w 5"/>
                <a:gd name="T1" fmla="*/ 76 h 11"/>
                <a:gd name="T2" fmla="*/ 4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2" y="8"/>
                    <a:pt x="4" y="4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97" name="Freeform 2876">
              <a:extLst>
                <a:ext uri="{FF2B5EF4-FFF2-40B4-BE49-F238E27FC236}">
                  <a16:creationId xmlns:a16="http://schemas.microsoft.com/office/drawing/2014/main" id="{672B95E1-0539-40DD-B915-E33F82E09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926"/>
              <a:ext cx="41" cy="41"/>
            </a:xfrm>
            <a:custGeom>
              <a:avLst/>
              <a:gdLst>
                <a:gd name="T0" fmla="*/ 0 w 22"/>
                <a:gd name="T1" fmla="*/ 0 h 22"/>
                <a:gd name="T2" fmla="*/ 129 w 22"/>
                <a:gd name="T3" fmla="*/ 39 h 22"/>
                <a:gd name="T4" fmla="*/ 129 w 22"/>
                <a:gd name="T5" fmla="*/ 14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cubicBezTo>
                    <a:pt x="6" y="1"/>
                    <a:pt x="17" y="0"/>
                    <a:pt x="20" y="6"/>
                  </a:cubicBezTo>
                  <a:cubicBezTo>
                    <a:pt x="22" y="9"/>
                    <a:pt x="21" y="20"/>
                    <a:pt x="20" y="2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98" name="Freeform 2877">
              <a:extLst>
                <a:ext uri="{FF2B5EF4-FFF2-40B4-BE49-F238E27FC236}">
                  <a16:creationId xmlns:a16="http://schemas.microsoft.com/office/drawing/2014/main" id="{3D29B750-499D-4598-BA00-6ACF61A9C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922"/>
              <a:ext cx="8" cy="15"/>
            </a:xfrm>
            <a:custGeom>
              <a:avLst/>
              <a:gdLst>
                <a:gd name="T0" fmla="*/ 0 w 4"/>
                <a:gd name="T1" fmla="*/ 53 h 8"/>
                <a:gd name="T2" fmla="*/ 32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2" y="6"/>
                    <a:pt x="4" y="4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99" name="Freeform 2878">
              <a:extLst>
                <a:ext uri="{FF2B5EF4-FFF2-40B4-BE49-F238E27FC236}">
                  <a16:creationId xmlns:a16="http://schemas.microsoft.com/office/drawing/2014/main" id="{8FE82945-C15D-453A-B14D-8D416D586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937"/>
              <a:ext cx="60" cy="27"/>
            </a:xfrm>
            <a:custGeom>
              <a:avLst/>
              <a:gdLst>
                <a:gd name="T0" fmla="*/ 0 w 32"/>
                <a:gd name="T1" fmla="*/ 29 h 14"/>
                <a:gd name="T2" fmla="*/ 173 w 32"/>
                <a:gd name="T3" fmla="*/ 29 h 14"/>
                <a:gd name="T4" fmla="*/ 204 w 32"/>
                <a:gd name="T5" fmla="*/ 10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4">
                  <a:moveTo>
                    <a:pt x="0" y="4"/>
                  </a:moveTo>
                  <a:cubicBezTo>
                    <a:pt x="7" y="4"/>
                    <a:pt x="20" y="0"/>
                    <a:pt x="26" y="4"/>
                  </a:cubicBezTo>
                  <a:cubicBezTo>
                    <a:pt x="29" y="6"/>
                    <a:pt x="32" y="13"/>
                    <a:pt x="31" y="14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00" name="Freeform 2879">
              <a:extLst>
                <a:ext uri="{FF2B5EF4-FFF2-40B4-BE49-F238E27FC236}">
                  <a16:creationId xmlns:a16="http://schemas.microsoft.com/office/drawing/2014/main" id="{D917ABFC-F709-4A41-B818-F28C89057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932"/>
              <a:ext cx="57" cy="17"/>
            </a:xfrm>
            <a:custGeom>
              <a:avLst/>
              <a:gdLst>
                <a:gd name="T0" fmla="*/ 0 w 30"/>
                <a:gd name="T1" fmla="*/ 47 h 9"/>
                <a:gd name="T2" fmla="*/ 173 w 30"/>
                <a:gd name="T3" fmla="*/ 15 h 9"/>
                <a:gd name="T4" fmla="*/ 205 w 30"/>
                <a:gd name="T5" fmla="*/ 6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cubicBezTo>
                    <a:pt x="6" y="5"/>
                    <a:pt x="19" y="0"/>
                    <a:pt x="25" y="2"/>
                  </a:cubicBezTo>
                  <a:cubicBezTo>
                    <a:pt x="28" y="3"/>
                    <a:pt x="29" y="8"/>
                    <a:pt x="30" y="9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01" name="Freeform 2880">
              <a:extLst>
                <a:ext uri="{FF2B5EF4-FFF2-40B4-BE49-F238E27FC236}">
                  <a16:creationId xmlns:a16="http://schemas.microsoft.com/office/drawing/2014/main" id="{C3DAC55E-CC6C-448C-97D0-908ABFDAC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909"/>
              <a:ext cx="51" cy="27"/>
            </a:xfrm>
            <a:custGeom>
              <a:avLst/>
              <a:gdLst>
                <a:gd name="T0" fmla="*/ 0 w 27"/>
                <a:gd name="T1" fmla="*/ 100 h 14"/>
                <a:gd name="T2" fmla="*/ 144 w 27"/>
                <a:gd name="T3" fmla="*/ 15 h 14"/>
                <a:gd name="T4" fmla="*/ 181 w 27"/>
                <a:gd name="T5" fmla="*/ 7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0" y="14"/>
                  </a:moveTo>
                  <a:cubicBezTo>
                    <a:pt x="4" y="10"/>
                    <a:pt x="15" y="0"/>
                    <a:pt x="21" y="2"/>
                  </a:cubicBezTo>
                  <a:cubicBezTo>
                    <a:pt x="24" y="3"/>
                    <a:pt x="26" y="8"/>
                    <a:pt x="27" y="1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02" name="Freeform 2881">
              <a:extLst>
                <a:ext uri="{FF2B5EF4-FFF2-40B4-BE49-F238E27FC236}">
                  <a16:creationId xmlns:a16="http://schemas.microsoft.com/office/drawing/2014/main" id="{C7A7CC6B-C549-4ACD-BFA5-EB78B664E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894"/>
              <a:ext cx="23" cy="21"/>
            </a:xfrm>
            <a:custGeom>
              <a:avLst/>
              <a:gdLst>
                <a:gd name="T0" fmla="*/ 0 w 12"/>
                <a:gd name="T1" fmla="*/ 76 h 11"/>
                <a:gd name="T2" fmla="*/ 84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3" y="7"/>
                    <a:pt x="8" y="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03" name="Freeform 2882">
              <a:extLst>
                <a:ext uri="{FF2B5EF4-FFF2-40B4-BE49-F238E27FC236}">
                  <a16:creationId xmlns:a16="http://schemas.microsoft.com/office/drawing/2014/main" id="{9F71A361-F4B3-411B-9256-097C5B486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3894"/>
              <a:ext cx="9" cy="19"/>
            </a:xfrm>
            <a:custGeom>
              <a:avLst/>
              <a:gdLst>
                <a:gd name="T0" fmla="*/ 29 w 5"/>
                <a:gd name="T1" fmla="*/ 68 h 10"/>
                <a:gd name="T2" fmla="*/ 0 w 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10"/>
                  </a:move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04" name="Freeform 2883">
              <a:extLst>
                <a:ext uri="{FF2B5EF4-FFF2-40B4-BE49-F238E27FC236}">
                  <a16:creationId xmlns:a16="http://schemas.microsoft.com/office/drawing/2014/main" id="{54F3CDAE-2FFA-4FEE-99A4-DA11B6AC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3911"/>
              <a:ext cx="9" cy="23"/>
            </a:xfrm>
            <a:custGeom>
              <a:avLst/>
              <a:gdLst>
                <a:gd name="T0" fmla="*/ 29 w 5"/>
                <a:gd name="T1" fmla="*/ 84 h 12"/>
                <a:gd name="T2" fmla="*/ 0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2" y="9"/>
                    <a:pt x="0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05" name="Freeform 2884">
              <a:extLst>
                <a:ext uri="{FF2B5EF4-FFF2-40B4-BE49-F238E27FC236}">
                  <a16:creationId xmlns:a16="http://schemas.microsoft.com/office/drawing/2014/main" id="{E845F739-2A10-4EE3-B138-BE42318FE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930"/>
              <a:ext cx="13" cy="11"/>
            </a:xfrm>
            <a:custGeom>
              <a:avLst/>
              <a:gdLst>
                <a:gd name="T0" fmla="*/ 0 w 7"/>
                <a:gd name="T1" fmla="*/ 0 h 6"/>
                <a:gd name="T2" fmla="*/ 45 w 7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3"/>
                    <a:pt x="3" y="6"/>
                    <a:pt x="7" y="6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06" name="Freeform 2885">
              <a:extLst>
                <a:ext uri="{FF2B5EF4-FFF2-40B4-BE49-F238E27FC236}">
                  <a16:creationId xmlns:a16="http://schemas.microsoft.com/office/drawing/2014/main" id="{A846D67B-382A-4F1D-A67C-BB4E9E702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3930"/>
              <a:ext cx="30" cy="19"/>
            </a:xfrm>
            <a:custGeom>
              <a:avLst/>
              <a:gdLst>
                <a:gd name="T0" fmla="*/ 0 w 16"/>
                <a:gd name="T1" fmla="*/ 68 h 10"/>
                <a:gd name="T2" fmla="*/ 105 w 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10"/>
                  </a:moveTo>
                  <a:cubicBezTo>
                    <a:pt x="2" y="2"/>
                    <a:pt x="9" y="2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07" name="Freeform 2886">
              <a:extLst>
                <a:ext uri="{FF2B5EF4-FFF2-40B4-BE49-F238E27FC236}">
                  <a16:creationId xmlns:a16="http://schemas.microsoft.com/office/drawing/2014/main" id="{B0F52F63-FB91-42BA-AD95-92F1B350A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900"/>
              <a:ext cx="25" cy="7"/>
            </a:xfrm>
            <a:custGeom>
              <a:avLst/>
              <a:gdLst>
                <a:gd name="T0" fmla="*/ 0 w 13"/>
                <a:gd name="T1" fmla="*/ 16 h 4"/>
                <a:gd name="T2" fmla="*/ 92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3"/>
                  </a:moveTo>
                  <a:cubicBezTo>
                    <a:pt x="5" y="4"/>
                    <a:pt x="9" y="4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08" name="Freeform 2887">
              <a:extLst>
                <a:ext uri="{FF2B5EF4-FFF2-40B4-BE49-F238E27FC236}">
                  <a16:creationId xmlns:a16="http://schemas.microsoft.com/office/drawing/2014/main" id="{A0498649-E901-4A7C-987A-84F2D4E9F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900"/>
              <a:ext cx="8" cy="21"/>
            </a:xfrm>
            <a:custGeom>
              <a:avLst/>
              <a:gdLst>
                <a:gd name="T0" fmla="*/ 24 w 4"/>
                <a:gd name="T1" fmla="*/ 0 h 11"/>
                <a:gd name="T2" fmla="*/ 0 w 4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3" y="8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09" name="Freeform 2888">
              <a:extLst>
                <a:ext uri="{FF2B5EF4-FFF2-40B4-BE49-F238E27FC236}">
                  <a16:creationId xmlns:a16="http://schemas.microsoft.com/office/drawing/2014/main" id="{2C7508CD-A0EA-42C9-A6FB-90325D77F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919"/>
              <a:ext cx="13" cy="22"/>
            </a:xfrm>
            <a:custGeom>
              <a:avLst/>
              <a:gdLst>
                <a:gd name="T0" fmla="*/ 37 w 7"/>
                <a:gd name="T1" fmla="*/ 0 h 12"/>
                <a:gd name="T2" fmla="*/ 0 w 7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7" y="6"/>
                    <a:pt x="4" y="9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10" name="Freeform 2889">
              <a:extLst>
                <a:ext uri="{FF2B5EF4-FFF2-40B4-BE49-F238E27FC236}">
                  <a16:creationId xmlns:a16="http://schemas.microsoft.com/office/drawing/2014/main" id="{489390AD-3D1F-4049-80D7-912EC663B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519"/>
              <a:ext cx="19" cy="10"/>
            </a:xfrm>
            <a:custGeom>
              <a:avLst/>
              <a:gdLst>
                <a:gd name="T0" fmla="*/ 21 w 10"/>
                <a:gd name="T1" fmla="*/ 0 h 5"/>
                <a:gd name="T2" fmla="*/ 21 w 10"/>
                <a:gd name="T3" fmla="*/ 32 h 5"/>
                <a:gd name="T4" fmla="*/ 48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3" y="0"/>
                  </a:moveTo>
                  <a:cubicBezTo>
                    <a:pt x="0" y="0"/>
                    <a:pt x="1" y="3"/>
                    <a:pt x="3" y="4"/>
                  </a:cubicBezTo>
                  <a:cubicBezTo>
                    <a:pt x="7" y="5"/>
                    <a:pt x="10" y="3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11" name="Freeform 2890">
              <a:extLst>
                <a:ext uri="{FF2B5EF4-FFF2-40B4-BE49-F238E27FC236}">
                  <a16:creationId xmlns:a16="http://schemas.microsoft.com/office/drawing/2014/main" id="{0151E035-3148-4088-AC71-A68F8BA3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508"/>
              <a:ext cx="15" cy="8"/>
            </a:xfrm>
            <a:custGeom>
              <a:avLst/>
              <a:gdLst>
                <a:gd name="T0" fmla="*/ 15 w 8"/>
                <a:gd name="T1" fmla="*/ 0 h 4"/>
                <a:gd name="T2" fmla="*/ 0 w 8"/>
                <a:gd name="T3" fmla="*/ 8 h 4"/>
                <a:gd name="T4" fmla="*/ 39 w 8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2" y="4"/>
                    <a:pt x="8" y="4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12" name="Freeform 2891">
              <a:extLst>
                <a:ext uri="{FF2B5EF4-FFF2-40B4-BE49-F238E27FC236}">
                  <a16:creationId xmlns:a16="http://schemas.microsoft.com/office/drawing/2014/main" id="{6DA98A1A-E69A-4DA1-985B-5DC6F85DF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493"/>
              <a:ext cx="19" cy="11"/>
            </a:xfrm>
            <a:custGeom>
              <a:avLst/>
              <a:gdLst>
                <a:gd name="T0" fmla="*/ 15 w 10"/>
                <a:gd name="T1" fmla="*/ 0 h 6"/>
                <a:gd name="T2" fmla="*/ 0 w 10"/>
                <a:gd name="T3" fmla="*/ 0 h 6"/>
                <a:gd name="T4" fmla="*/ 36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6"/>
                    <a:pt x="10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13" name="Freeform 2892">
              <a:extLst>
                <a:ext uri="{FF2B5EF4-FFF2-40B4-BE49-F238E27FC236}">
                  <a16:creationId xmlns:a16="http://schemas.microsoft.com/office/drawing/2014/main" id="{885B6C0D-4627-4ACD-AE0F-F0D03C40C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523"/>
              <a:ext cx="14" cy="15"/>
            </a:xfrm>
            <a:custGeom>
              <a:avLst/>
              <a:gdLst>
                <a:gd name="T0" fmla="*/ 21 w 8"/>
                <a:gd name="T1" fmla="*/ 8 h 8"/>
                <a:gd name="T2" fmla="*/ 16 w 8"/>
                <a:gd name="T3" fmla="*/ 39 h 8"/>
                <a:gd name="T4" fmla="*/ 33 w 8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6" y="8"/>
                    <a:pt x="8" y="4"/>
                    <a:pt x="6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14" name="Freeform 2893">
              <a:extLst>
                <a:ext uri="{FF2B5EF4-FFF2-40B4-BE49-F238E27FC236}">
                  <a16:creationId xmlns:a16="http://schemas.microsoft.com/office/drawing/2014/main" id="{37A0E495-267C-41D5-9CF7-03FFF237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493"/>
              <a:ext cx="10" cy="8"/>
            </a:xfrm>
            <a:custGeom>
              <a:avLst/>
              <a:gdLst>
                <a:gd name="T0" fmla="*/ 8 w 5"/>
                <a:gd name="T1" fmla="*/ 8 h 4"/>
                <a:gd name="T2" fmla="*/ 0 w 5"/>
                <a:gd name="T3" fmla="*/ 8 h 4"/>
                <a:gd name="T4" fmla="*/ 40 w 5"/>
                <a:gd name="T5" fmla="*/ 24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3" y="4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15" name="Freeform 2894">
              <a:extLst>
                <a:ext uri="{FF2B5EF4-FFF2-40B4-BE49-F238E27FC236}">
                  <a16:creationId xmlns:a16="http://schemas.microsoft.com/office/drawing/2014/main" id="{263B5795-E9A2-4B36-B908-23B55A28D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484"/>
              <a:ext cx="24" cy="11"/>
            </a:xfrm>
            <a:custGeom>
              <a:avLst/>
              <a:gdLst>
                <a:gd name="T0" fmla="*/ 37 w 13"/>
                <a:gd name="T1" fmla="*/ 0 h 6"/>
                <a:gd name="T2" fmla="*/ 4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6" y="0"/>
                  </a:moveTo>
                  <a:cubicBezTo>
                    <a:pt x="0" y="5"/>
                    <a:pt x="13" y="6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16" name="Freeform 2895">
              <a:extLst>
                <a:ext uri="{FF2B5EF4-FFF2-40B4-BE49-F238E27FC236}">
                  <a16:creationId xmlns:a16="http://schemas.microsoft.com/office/drawing/2014/main" id="{BE6F576E-AFC0-43F9-922F-8B01B28E1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467"/>
              <a:ext cx="19" cy="13"/>
            </a:xfrm>
            <a:custGeom>
              <a:avLst/>
              <a:gdLst>
                <a:gd name="T0" fmla="*/ 40 w 10"/>
                <a:gd name="T1" fmla="*/ 0 h 7"/>
                <a:gd name="T2" fmla="*/ 68 w 10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0" y="0"/>
                    <a:pt x="5" y="7"/>
                    <a:pt x="1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17" name="Freeform 2896">
              <a:extLst>
                <a:ext uri="{FF2B5EF4-FFF2-40B4-BE49-F238E27FC236}">
                  <a16:creationId xmlns:a16="http://schemas.microsoft.com/office/drawing/2014/main" id="{A0407A2C-2E43-4FD9-B952-DC1076982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534"/>
              <a:ext cx="15" cy="11"/>
            </a:xfrm>
            <a:custGeom>
              <a:avLst/>
              <a:gdLst>
                <a:gd name="T0" fmla="*/ 32 w 8"/>
                <a:gd name="T1" fmla="*/ 13 h 6"/>
                <a:gd name="T2" fmla="*/ 0 w 8"/>
                <a:gd name="T3" fmla="*/ 20 h 6"/>
                <a:gd name="T4" fmla="*/ 39 w 8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2"/>
                  </a:moveTo>
                  <a:cubicBezTo>
                    <a:pt x="3" y="0"/>
                    <a:pt x="0" y="1"/>
                    <a:pt x="0" y="3"/>
                  </a:cubicBezTo>
                  <a:cubicBezTo>
                    <a:pt x="1" y="6"/>
                    <a:pt x="8" y="4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18" name="Freeform 2897">
              <a:extLst>
                <a:ext uri="{FF2B5EF4-FFF2-40B4-BE49-F238E27FC236}">
                  <a16:creationId xmlns:a16="http://schemas.microsoft.com/office/drawing/2014/main" id="{0E47E50E-9A22-4B87-B1D1-2071C2722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516"/>
              <a:ext cx="9" cy="7"/>
            </a:xfrm>
            <a:custGeom>
              <a:avLst/>
              <a:gdLst>
                <a:gd name="T0" fmla="*/ 0 w 5"/>
                <a:gd name="T1" fmla="*/ 7 h 4"/>
                <a:gd name="T2" fmla="*/ 23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4"/>
                    <a:pt x="5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19" name="Freeform 2898">
              <a:extLst>
                <a:ext uri="{FF2B5EF4-FFF2-40B4-BE49-F238E27FC236}">
                  <a16:creationId xmlns:a16="http://schemas.microsoft.com/office/drawing/2014/main" id="{B2497DFF-BDEA-4444-9C49-059A86253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499"/>
              <a:ext cx="28" cy="11"/>
            </a:xfrm>
            <a:custGeom>
              <a:avLst/>
              <a:gdLst>
                <a:gd name="T0" fmla="*/ 52 w 15"/>
                <a:gd name="T1" fmla="*/ 0 h 6"/>
                <a:gd name="T2" fmla="*/ 73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8" y="0"/>
                  </a:moveTo>
                  <a:cubicBezTo>
                    <a:pt x="0" y="0"/>
                    <a:pt x="15" y="6"/>
                    <a:pt x="1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20" name="Freeform 2899">
              <a:extLst>
                <a:ext uri="{FF2B5EF4-FFF2-40B4-BE49-F238E27FC236}">
                  <a16:creationId xmlns:a16="http://schemas.microsoft.com/office/drawing/2014/main" id="{13CF03E4-614A-4DAC-9129-1A7761AE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487"/>
              <a:ext cx="13" cy="12"/>
            </a:xfrm>
            <a:custGeom>
              <a:avLst/>
              <a:gdLst>
                <a:gd name="T0" fmla="*/ 32 w 7"/>
                <a:gd name="T1" fmla="*/ 8 h 6"/>
                <a:gd name="T2" fmla="*/ 24 w 7"/>
                <a:gd name="T3" fmla="*/ 0 h 6"/>
                <a:gd name="T4" fmla="*/ 45 w 7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5" y="1"/>
                    <a:pt x="4" y="1"/>
                    <a:pt x="4" y="0"/>
                  </a:cubicBezTo>
                  <a:cubicBezTo>
                    <a:pt x="0" y="3"/>
                    <a:pt x="7" y="6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21" name="Freeform 2900">
              <a:extLst>
                <a:ext uri="{FF2B5EF4-FFF2-40B4-BE49-F238E27FC236}">
                  <a16:creationId xmlns:a16="http://schemas.microsoft.com/office/drawing/2014/main" id="{49AF6A7F-4648-45E5-887B-2A59894E1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516"/>
              <a:ext cx="9" cy="11"/>
            </a:xfrm>
            <a:custGeom>
              <a:avLst/>
              <a:gdLst>
                <a:gd name="T0" fmla="*/ 0 w 5"/>
                <a:gd name="T1" fmla="*/ 13 h 6"/>
                <a:gd name="T2" fmla="*/ 0 w 5"/>
                <a:gd name="T3" fmla="*/ 37 h 6"/>
                <a:gd name="T4" fmla="*/ 29 w 5"/>
                <a:gd name="T5" fmla="*/ 24 h 6"/>
                <a:gd name="T6" fmla="*/ 7 w 5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2" y="6"/>
                    <a:pt x="3" y="4"/>
                    <a:pt x="5" y="4"/>
                  </a:cubicBezTo>
                  <a:cubicBezTo>
                    <a:pt x="5" y="2"/>
                    <a:pt x="3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22" name="Freeform 2901">
              <a:extLst>
                <a:ext uri="{FF2B5EF4-FFF2-40B4-BE49-F238E27FC236}">
                  <a16:creationId xmlns:a16="http://schemas.microsoft.com/office/drawing/2014/main" id="{372A1C5B-8A96-4FF6-8F72-A010EDFC4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482"/>
              <a:ext cx="12" cy="11"/>
            </a:xfrm>
            <a:custGeom>
              <a:avLst/>
              <a:gdLst>
                <a:gd name="T0" fmla="*/ 8 w 6"/>
                <a:gd name="T1" fmla="*/ 13 h 6"/>
                <a:gd name="T2" fmla="*/ 8 w 6"/>
                <a:gd name="T3" fmla="*/ 37 h 6"/>
                <a:gd name="T4" fmla="*/ 24 w 6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" y="6"/>
                    <a:pt x="6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23" name="Freeform 2902">
              <a:extLst>
                <a:ext uri="{FF2B5EF4-FFF2-40B4-BE49-F238E27FC236}">
                  <a16:creationId xmlns:a16="http://schemas.microsoft.com/office/drawing/2014/main" id="{95B71628-4019-432C-B32E-E7AF0A3DB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559"/>
              <a:ext cx="13" cy="9"/>
            </a:xfrm>
            <a:custGeom>
              <a:avLst/>
              <a:gdLst>
                <a:gd name="T0" fmla="*/ 7 w 7"/>
                <a:gd name="T1" fmla="*/ 7 h 5"/>
                <a:gd name="T2" fmla="*/ 0 w 7"/>
                <a:gd name="T3" fmla="*/ 23 h 5"/>
                <a:gd name="T4" fmla="*/ 2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7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24" name="Freeform 2903">
              <a:extLst>
                <a:ext uri="{FF2B5EF4-FFF2-40B4-BE49-F238E27FC236}">
                  <a16:creationId xmlns:a16="http://schemas.microsoft.com/office/drawing/2014/main" id="{9FBB5D9E-1E37-4E4C-B3FC-F6F7EBACA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31"/>
              <a:ext cx="26" cy="16"/>
            </a:xfrm>
            <a:custGeom>
              <a:avLst/>
              <a:gdLst>
                <a:gd name="T0" fmla="*/ 37 w 14"/>
                <a:gd name="T1" fmla="*/ 0 h 9"/>
                <a:gd name="T2" fmla="*/ 45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6" y="0"/>
                  </a:moveTo>
                  <a:cubicBezTo>
                    <a:pt x="0" y="9"/>
                    <a:pt x="14" y="1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25" name="Freeform 2904">
              <a:extLst>
                <a:ext uri="{FF2B5EF4-FFF2-40B4-BE49-F238E27FC236}">
                  <a16:creationId xmlns:a16="http://schemas.microsoft.com/office/drawing/2014/main" id="{C4CE1553-0BE1-415F-A408-AA3B3DF49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97"/>
              <a:ext cx="15" cy="11"/>
            </a:xfrm>
            <a:custGeom>
              <a:avLst/>
              <a:gdLst>
                <a:gd name="T0" fmla="*/ 15 w 8"/>
                <a:gd name="T1" fmla="*/ 7 h 6"/>
                <a:gd name="T2" fmla="*/ 32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6"/>
                    <a:pt x="8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26" name="Freeform 2905">
              <a:extLst>
                <a:ext uri="{FF2B5EF4-FFF2-40B4-BE49-F238E27FC236}">
                  <a16:creationId xmlns:a16="http://schemas.microsoft.com/office/drawing/2014/main" id="{8A74CFF0-E650-436D-BB0C-E16C32C10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545"/>
              <a:ext cx="20" cy="19"/>
            </a:xfrm>
            <a:custGeom>
              <a:avLst/>
              <a:gdLst>
                <a:gd name="T0" fmla="*/ 13 w 11"/>
                <a:gd name="T1" fmla="*/ 21 h 10"/>
                <a:gd name="T2" fmla="*/ 29 w 11"/>
                <a:gd name="T3" fmla="*/ 1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2" y="3"/>
                  </a:moveTo>
                  <a:cubicBezTo>
                    <a:pt x="0" y="10"/>
                    <a:pt x="11" y="0"/>
                    <a:pt x="5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27" name="Freeform 2906">
              <a:extLst>
                <a:ext uri="{FF2B5EF4-FFF2-40B4-BE49-F238E27FC236}">
                  <a16:creationId xmlns:a16="http://schemas.microsoft.com/office/drawing/2014/main" id="{60830FCC-023E-4E7C-9EBA-C109ABD31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83"/>
              <a:ext cx="11" cy="13"/>
            </a:xfrm>
            <a:custGeom>
              <a:avLst/>
              <a:gdLst>
                <a:gd name="T0" fmla="*/ 20 w 6"/>
                <a:gd name="T1" fmla="*/ 13 h 7"/>
                <a:gd name="T2" fmla="*/ 24 w 6"/>
                <a:gd name="T3" fmla="*/ 24 h 7"/>
                <a:gd name="T4" fmla="*/ 20 w 6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2"/>
                  </a:moveTo>
                  <a:cubicBezTo>
                    <a:pt x="0" y="2"/>
                    <a:pt x="1" y="7"/>
                    <a:pt x="4" y="4"/>
                  </a:cubicBezTo>
                  <a:cubicBezTo>
                    <a:pt x="6" y="3"/>
                    <a:pt x="6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28" name="Freeform 2907">
              <a:extLst>
                <a:ext uri="{FF2B5EF4-FFF2-40B4-BE49-F238E27FC236}">
                  <a16:creationId xmlns:a16="http://schemas.microsoft.com/office/drawing/2014/main" id="{0319B784-9B1D-407F-88B3-3D509414A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577"/>
              <a:ext cx="10" cy="12"/>
            </a:xfrm>
            <a:custGeom>
              <a:avLst/>
              <a:gdLst>
                <a:gd name="T0" fmla="*/ 8 w 5"/>
                <a:gd name="T1" fmla="*/ 16 h 6"/>
                <a:gd name="T2" fmla="*/ 0 w 5"/>
                <a:gd name="T3" fmla="*/ 48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5" y="5"/>
                    <a:pt x="5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29" name="Freeform 2908">
              <a:extLst>
                <a:ext uri="{FF2B5EF4-FFF2-40B4-BE49-F238E27FC236}">
                  <a16:creationId xmlns:a16="http://schemas.microsoft.com/office/drawing/2014/main" id="{7E1385C0-4666-4831-9DF1-4CDAEBDF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557"/>
              <a:ext cx="28" cy="11"/>
            </a:xfrm>
            <a:custGeom>
              <a:avLst/>
              <a:gdLst>
                <a:gd name="T0" fmla="*/ 65 w 15"/>
                <a:gd name="T1" fmla="*/ 7 h 6"/>
                <a:gd name="T2" fmla="*/ 84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0" y="1"/>
                  </a:moveTo>
                  <a:cubicBezTo>
                    <a:pt x="0" y="6"/>
                    <a:pt x="15" y="6"/>
                    <a:pt x="1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30" name="Freeform 2909">
              <a:extLst>
                <a:ext uri="{FF2B5EF4-FFF2-40B4-BE49-F238E27FC236}">
                  <a16:creationId xmlns:a16="http://schemas.microsoft.com/office/drawing/2014/main" id="{FC42E9AF-2A23-4E81-BBC0-5CD3E6132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611"/>
              <a:ext cx="9" cy="11"/>
            </a:xfrm>
            <a:custGeom>
              <a:avLst/>
              <a:gdLst>
                <a:gd name="T0" fmla="*/ 13 w 5"/>
                <a:gd name="T1" fmla="*/ 0 h 6"/>
                <a:gd name="T2" fmla="*/ 0 w 5"/>
                <a:gd name="T3" fmla="*/ 37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3" y="6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31" name="Freeform 2910">
              <a:extLst>
                <a:ext uri="{FF2B5EF4-FFF2-40B4-BE49-F238E27FC236}">
                  <a16:creationId xmlns:a16="http://schemas.microsoft.com/office/drawing/2014/main" id="{63041EBB-B725-477C-9468-315A05020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622"/>
              <a:ext cx="9" cy="11"/>
            </a:xfrm>
            <a:custGeom>
              <a:avLst/>
              <a:gdLst>
                <a:gd name="T0" fmla="*/ 13 w 5"/>
                <a:gd name="T1" fmla="*/ 13 h 6"/>
                <a:gd name="T2" fmla="*/ 7 w 5"/>
                <a:gd name="T3" fmla="*/ 37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3" y="6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32" name="Freeform 2911">
              <a:extLst>
                <a:ext uri="{FF2B5EF4-FFF2-40B4-BE49-F238E27FC236}">
                  <a16:creationId xmlns:a16="http://schemas.microsoft.com/office/drawing/2014/main" id="{58B2D9AA-D1EE-4746-B0C1-76BCBCB54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32"/>
              <a:ext cx="10" cy="7"/>
            </a:xfrm>
            <a:custGeom>
              <a:avLst/>
              <a:gdLst>
                <a:gd name="T0" fmla="*/ 8 w 5"/>
                <a:gd name="T1" fmla="*/ 7 h 4"/>
                <a:gd name="T2" fmla="*/ 8 w 5"/>
                <a:gd name="T3" fmla="*/ 21 h 4"/>
                <a:gd name="T4" fmla="*/ 40 w 5"/>
                <a:gd name="T5" fmla="*/ 0 h 4"/>
                <a:gd name="T6" fmla="*/ 32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3" y="4"/>
                    <a:pt x="5" y="2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33" name="Freeform 2912">
              <a:extLst>
                <a:ext uri="{FF2B5EF4-FFF2-40B4-BE49-F238E27FC236}">
                  <a16:creationId xmlns:a16="http://schemas.microsoft.com/office/drawing/2014/main" id="{9941C69C-5911-4294-8362-220E2CC0D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673"/>
              <a:ext cx="15" cy="13"/>
            </a:xfrm>
            <a:custGeom>
              <a:avLst/>
              <a:gdLst>
                <a:gd name="T0" fmla="*/ 21 w 8"/>
                <a:gd name="T1" fmla="*/ 0 h 7"/>
                <a:gd name="T2" fmla="*/ 32 w 8"/>
                <a:gd name="T3" fmla="*/ 24 h 7"/>
                <a:gd name="T4" fmla="*/ 32 w 8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0" y="2"/>
                    <a:pt x="1" y="7"/>
                    <a:pt x="5" y="4"/>
                  </a:cubicBezTo>
                  <a:cubicBezTo>
                    <a:pt x="6" y="3"/>
                    <a:pt x="8" y="1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34" name="Freeform 2913">
              <a:extLst>
                <a:ext uri="{FF2B5EF4-FFF2-40B4-BE49-F238E27FC236}">
                  <a16:creationId xmlns:a16="http://schemas.microsoft.com/office/drawing/2014/main" id="{9A47D15E-AC36-4DB3-A50F-80A9D241F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701"/>
              <a:ext cx="9" cy="9"/>
            </a:xfrm>
            <a:custGeom>
              <a:avLst/>
              <a:gdLst>
                <a:gd name="T0" fmla="*/ 16 w 5"/>
                <a:gd name="T1" fmla="*/ 0 h 5"/>
                <a:gd name="T2" fmla="*/ 13 w 5"/>
                <a:gd name="T3" fmla="*/ 29 h 5"/>
                <a:gd name="T4" fmla="*/ 23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4" y="5"/>
                    <a:pt x="5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35" name="Freeform 2914">
              <a:extLst>
                <a:ext uri="{FF2B5EF4-FFF2-40B4-BE49-F238E27FC236}">
                  <a16:creationId xmlns:a16="http://schemas.microsoft.com/office/drawing/2014/main" id="{2557A120-1A62-4B11-884D-7031C2689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748"/>
              <a:ext cx="9" cy="9"/>
            </a:xfrm>
            <a:custGeom>
              <a:avLst/>
              <a:gdLst>
                <a:gd name="T0" fmla="*/ 16 w 5"/>
                <a:gd name="T1" fmla="*/ 0 h 5"/>
                <a:gd name="T2" fmla="*/ 7 w 5"/>
                <a:gd name="T3" fmla="*/ 29 h 5"/>
                <a:gd name="T4" fmla="*/ 16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4"/>
                    <a:pt x="1" y="5"/>
                  </a:cubicBezTo>
                  <a:cubicBezTo>
                    <a:pt x="3" y="5"/>
                    <a:pt x="5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36" name="Freeform 2915">
              <a:extLst>
                <a:ext uri="{FF2B5EF4-FFF2-40B4-BE49-F238E27FC236}">
                  <a16:creationId xmlns:a16="http://schemas.microsoft.com/office/drawing/2014/main" id="{476A84DD-FCA7-4882-B493-805D80FCB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779"/>
              <a:ext cx="5" cy="10"/>
            </a:xfrm>
            <a:custGeom>
              <a:avLst/>
              <a:gdLst>
                <a:gd name="T0" fmla="*/ 5 w 3"/>
                <a:gd name="T1" fmla="*/ 8 h 5"/>
                <a:gd name="T2" fmla="*/ 8 w 3"/>
                <a:gd name="T3" fmla="*/ 40 h 5"/>
                <a:gd name="T4" fmla="*/ 5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37" name="Freeform 2916">
              <a:extLst>
                <a:ext uri="{FF2B5EF4-FFF2-40B4-BE49-F238E27FC236}">
                  <a16:creationId xmlns:a16="http://schemas.microsoft.com/office/drawing/2014/main" id="{CA35507B-2BC7-4781-B906-D24CACE73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826"/>
              <a:ext cx="8" cy="11"/>
            </a:xfrm>
            <a:custGeom>
              <a:avLst/>
              <a:gdLst>
                <a:gd name="T0" fmla="*/ 24 w 4"/>
                <a:gd name="T1" fmla="*/ 0 h 6"/>
                <a:gd name="T2" fmla="*/ 16 w 4"/>
                <a:gd name="T3" fmla="*/ 37 h 6"/>
                <a:gd name="T4" fmla="*/ 24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4" y="6"/>
                    <a:pt x="4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38" name="Freeform 2917">
              <a:extLst>
                <a:ext uri="{FF2B5EF4-FFF2-40B4-BE49-F238E27FC236}">
                  <a16:creationId xmlns:a16="http://schemas.microsoft.com/office/drawing/2014/main" id="{DF8E6E7F-1A50-4E8C-85E6-D6E2328F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800"/>
              <a:ext cx="5" cy="8"/>
            </a:xfrm>
            <a:custGeom>
              <a:avLst/>
              <a:gdLst>
                <a:gd name="T0" fmla="*/ 5 w 3"/>
                <a:gd name="T1" fmla="*/ 16 h 4"/>
                <a:gd name="T2" fmla="*/ 0 w 3"/>
                <a:gd name="T3" fmla="*/ 32 h 4"/>
                <a:gd name="T4" fmla="*/ 0 w 3"/>
                <a:gd name="T5" fmla="*/ 0 h 4"/>
                <a:gd name="T6" fmla="*/ 0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3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39" name="Freeform 2918">
              <a:extLst>
                <a:ext uri="{FF2B5EF4-FFF2-40B4-BE49-F238E27FC236}">
                  <a16:creationId xmlns:a16="http://schemas.microsoft.com/office/drawing/2014/main" id="{58EFD941-4C38-4E55-8561-03C3796DD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851"/>
              <a:ext cx="11" cy="9"/>
            </a:xfrm>
            <a:custGeom>
              <a:avLst/>
              <a:gdLst>
                <a:gd name="T0" fmla="*/ 24 w 6"/>
                <a:gd name="T1" fmla="*/ 7 h 5"/>
                <a:gd name="T2" fmla="*/ 24 w 6"/>
                <a:gd name="T3" fmla="*/ 29 h 5"/>
                <a:gd name="T4" fmla="*/ 3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0" y="0"/>
                    <a:pt x="1" y="5"/>
                    <a:pt x="4" y="5"/>
                  </a:cubicBezTo>
                  <a:cubicBezTo>
                    <a:pt x="6" y="5"/>
                    <a:pt x="6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40" name="Freeform 2919">
              <a:extLst>
                <a:ext uri="{FF2B5EF4-FFF2-40B4-BE49-F238E27FC236}">
                  <a16:creationId xmlns:a16="http://schemas.microsoft.com/office/drawing/2014/main" id="{21244E9B-52A3-4EF0-B1B6-229AB1023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834"/>
              <a:ext cx="8" cy="9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29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41" name="Freeform 2920">
              <a:extLst>
                <a:ext uri="{FF2B5EF4-FFF2-40B4-BE49-F238E27FC236}">
                  <a16:creationId xmlns:a16="http://schemas.microsoft.com/office/drawing/2014/main" id="{CF8D0F4E-DF6C-4FEE-89C7-71B623545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806"/>
              <a:ext cx="9" cy="11"/>
            </a:xfrm>
            <a:custGeom>
              <a:avLst/>
              <a:gdLst>
                <a:gd name="T0" fmla="*/ 7 w 5"/>
                <a:gd name="T1" fmla="*/ 0 h 6"/>
                <a:gd name="T2" fmla="*/ 16 w 5"/>
                <a:gd name="T3" fmla="*/ 31 h 6"/>
                <a:gd name="T4" fmla="*/ 7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0" y="6"/>
                    <a:pt x="3" y="5"/>
                  </a:cubicBezTo>
                  <a:cubicBezTo>
                    <a:pt x="5" y="4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42" name="Freeform 2921">
              <a:extLst>
                <a:ext uri="{FF2B5EF4-FFF2-40B4-BE49-F238E27FC236}">
                  <a16:creationId xmlns:a16="http://schemas.microsoft.com/office/drawing/2014/main" id="{6FA0A87B-3A62-475C-A6BA-9B7AF810B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772"/>
              <a:ext cx="11" cy="11"/>
            </a:xfrm>
            <a:custGeom>
              <a:avLst/>
              <a:gdLst>
                <a:gd name="T0" fmla="*/ 20 w 6"/>
                <a:gd name="T1" fmla="*/ 20 h 6"/>
                <a:gd name="T2" fmla="*/ 20 w 6"/>
                <a:gd name="T3" fmla="*/ 7 h 6"/>
                <a:gd name="T4" fmla="*/ 7 w 6"/>
                <a:gd name="T5" fmla="*/ 3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3"/>
                  </a:moveTo>
                  <a:cubicBezTo>
                    <a:pt x="0" y="3"/>
                    <a:pt x="1" y="0"/>
                    <a:pt x="3" y="1"/>
                  </a:cubicBezTo>
                  <a:cubicBezTo>
                    <a:pt x="6" y="2"/>
                    <a:pt x="4" y="6"/>
                    <a:pt x="1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43" name="Freeform 2922">
              <a:extLst>
                <a:ext uri="{FF2B5EF4-FFF2-40B4-BE49-F238E27FC236}">
                  <a16:creationId xmlns:a16="http://schemas.microsoft.com/office/drawing/2014/main" id="{FF122B2A-328D-4C21-9D41-80198DB04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738"/>
              <a:ext cx="9" cy="21"/>
            </a:xfrm>
            <a:custGeom>
              <a:avLst/>
              <a:gdLst>
                <a:gd name="T0" fmla="*/ 16 w 5"/>
                <a:gd name="T1" fmla="*/ 15 h 11"/>
                <a:gd name="T2" fmla="*/ 29 w 5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3" y="2"/>
                  </a:moveTo>
                  <a:cubicBezTo>
                    <a:pt x="0" y="0"/>
                    <a:pt x="1" y="11"/>
                    <a:pt x="5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44" name="Freeform 2923">
              <a:extLst>
                <a:ext uri="{FF2B5EF4-FFF2-40B4-BE49-F238E27FC236}">
                  <a16:creationId xmlns:a16="http://schemas.microsoft.com/office/drawing/2014/main" id="{9AFFCEAE-3F11-4302-B67E-4EBAA780C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695"/>
              <a:ext cx="11" cy="11"/>
            </a:xfrm>
            <a:custGeom>
              <a:avLst/>
              <a:gdLst>
                <a:gd name="T0" fmla="*/ 20 w 6"/>
                <a:gd name="T1" fmla="*/ 0 h 6"/>
                <a:gd name="T2" fmla="*/ 7 w 6"/>
                <a:gd name="T3" fmla="*/ 37 h 6"/>
                <a:gd name="T4" fmla="*/ 2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6" y="5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45" name="Freeform 2924">
              <a:extLst>
                <a:ext uri="{FF2B5EF4-FFF2-40B4-BE49-F238E27FC236}">
                  <a16:creationId xmlns:a16="http://schemas.microsoft.com/office/drawing/2014/main" id="{132E1378-1A55-49EA-93B4-E7F70418D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667"/>
              <a:ext cx="8" cy="8"/>
            </a:xfrm>
            <a:custGeom>
              <a:avLst/>
              <a:gdLst>
                <a:gd name="T0" fmla="*/ 16 w 4"/>
                <a:gd name="T1" fmla="*/ 0 h 4"/>
                <a:gd name="T2" fmla="*/ 16 w 4"/>
                <a:gd name="T3" fmla="*/ 32 h 4"/>
                <a:gd name="T4" fmla="*/ 32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4"/>
                    <a:pt x="4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46" name="Freeform 2925">
              <a:extLst>
                <a:ext uri="{FF2B5EF4-FFF2-40B4-BE49-F238E27FC236}">
                  <a16:creationId xmlns:a16="http://schemas.microsoft.com/office/drawing/2014/main" id="{4A165024-7E6C-4E23-9F7B-A050C9E98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602"/>
              <a:ext cx="10" cy="11"/>
            </a:xfrm>
            <a:custGeom>
              <a:avLst/>
              <a:gdLst>
                <a:gd name="T0" fmla="*/ 32 w 5"/>
                <a:gd name="T1" fmla="*/ 0 h 6"/>
                <a:gd name="T2" fmla="*/ 0 w 5"/>
                <a:gd name="T3" fmla="*/ 20 h 6"/>
                <a:gd name="T4" fmla="*/ 40 w 5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3" y="1"/>
                    <a:pt x="1" y="1"/>
                    <a:pt x="0" y="3"/>
                  </a:cubicBezTo>
                  <a:cubicBezTo>
                    <a:pt x="3" y="6"/>
                    <a:pt x="5" y="4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47" name="Freeform 2926">
              <a:extLst>
                <a:ext uri="{FF2B5EF4-FFF2-40B4-BE49-F238E27FC236}">
                  <a16:creationId xmlns:a16="http://schemas.microsoft.com/office/drawing/2014/main" id="{80593D2E-8C64-4C75-9D7A-2FAA2B480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656"/>
              <a:ext cx="11" cy="13"/>
            </a:xfrm>
            <a:custGeom>
              <a:avLst/>
              <a:gdLst>
                <a:gd name="T0" fmla="*/ 20 w 6"/>
                <a:gd name="T1" fmla="*/ 0 h 7"/>
                <a:gd name="T2" fmla="*/ 0 w 6"/>
                <a:gd name="T3" fmla="*/ 32 h 7"/>
                <a:gd name="T4" fmla="*/ 2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3" y="7"/>
                    <a:pt x="6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48" name="Freeform 2927">
              <a:extLst>
                <a:ext uri="{FF2B5EF4-FFF2-40B4-BE49-F238E27FC236}">
                  <a16:creationId xmlns:a16="http://schemas.microsoft.com/office/drawing/2014/main" id="{AAA6E991-6F86-41E7-AC9A-F1BE6DC45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735"/>
              <a:ext cx="6" cy="7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1 h 4"/>
                <a:gd name="T4" fmla="*/ 16 w 3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4"/>
                    <a:pt x="3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49" name="Freeform 2928">
              <a:extLst>
                <a:ext uri="{FF2B5EF4-FFF2-40B4-BE49-F238E27FC236}">
                  <a16:creationId xmlns:a16="http://schemas.microsoft.com/office/drawing/2014/main" id="{5695A216-BA89-4D70-8386-268AA653E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763"/>
              <a:ext cx="9" cy="9"/>
            </a:xfrm>
            <a:custGeom>
              <a:avLst/>
              <a:gdLst>
                <a:gd name="T0" fmla="*/ 7 w 5"/>
                <a:gd name="T1" fmla="*/ 7 h 5"/>
                <a:gd name="T2" fmla="*/ 16 w 5"/>
                <a:gd name="T3" fmla="*/ 23 h 5"/>
                <a:gd name="T4" fmla="*/ 13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5" y="2"/>
                    <a:pt x="4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50" name="Freeform 2929">
              <a:extLst>
                <a:ext uri="{FF2B5EF4-FFF2-40B4-BE49-F238E27FC236}">
                  <a16:creationId xmlns:a16="http://schemas.microsoft.com/office/drawing/2014/main" id="{532B7F04-A347-435B-AD1A-B6C43400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796"/>
              <a:ext cx="10" cy="12"/>
            </a:xfrm>
            <a:custGeom>
              <a:avLst/>
              <a:gdLst>
                <a:gd name="T0" fmla="*/ 8 w 5"/>
                <a:gd name="T1" fmla="*/ 16 h 6"/>
                <a:gd name="T2" fmla="*/ 0 w 5"/>
                <a:gd name="T3" fmla="*/ 48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3" y="6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51" name="Freeform 2930">
              <a:extLst>
                <a:ext uri="{FF2B5EF4-FFF2-40B4-BE49-F238E27FC236}">
                  <a16:creationId xmlns:a16="http://schemas.microsoft.com/office/drawing/2014/main" id="{168B7112-5A57-46CC-8397-EFFE724B9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501"/>
              <a:ext cx="6" cy="3"/>
            </a:xfrm>
            <a:custGeom>
              <a:avLst/>
              <a:gdLst>
                <a:gd name="T0" fmla="*/ 0 w 3"/>
                <a:gd name="T1" fmla="*/ 5 h 2"/>
                <a:gd name="T2" fmla="*/ 0 w 3"/>
                <a:gd name="T3" fmla="*/ 8 h 2"/>
                <a:gd name="T4" fmla="*/ 16 w 3"/>
                <a:gd name="T5" fmla="*/ 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3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52" name="Freeform 2931">
              <a:extLst>
                <a:ext uri="{FF2B5EF4-FFF2-40B4-BE49-F238E27FC236}">
                  <a16:creationId xmlns:a16="http://schemas.microsoft.com/office/drawing/2014/main" id="{F8CADC4E-A1A5-4947-AC1B-24B594BDC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521"/>
              <a:ext cx="11" cy="8"/>
            </a:xfrm>
            <a:custGeom>
              <a:avLst/>
              <a:gdLst>
                <a:gd name="T0" fmla="*/ 20 w 6"/>
                <a:gd name="T1" fmla="*/ 0 h 4"/>
                <a:gd name="T2" fmla="*/ 0 w 6"/>
                <a:gd name="T3" fmla="*/ 32 h 4"/>
                <a:gd name="T4" fmla="*/ 2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2" y="4"/>
                    <a:pt x="6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53" name="Freeform 2932">
              <a:extLst>
                <a:ext uri="{FF2B5EF4-FFF2-40B4-BE49-F238E27FC236}">
                  <a16:creationId xmlns:a16="http://schemas.microsoft.com/office/drawing/2014/main" id="{91D84066-6A20-4B66-ABB6-51B795237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459"/>
              <a:ext cx="13" cy="10"/>
            </a:xfrm>
            <a:custGeom>
              <a:avLst/>
              <a:gdLst>
                <a:gd name="T0" fmla="*/ 24 w 7"/>
                <a:gd name="T1" fmla="*/ 0 h 5"/>
                <a:gd name="T2" fmla="*/ 13 w 7"/>
                <a:gd name="T3" fmla="*/ 32 h 5"/>
                <a:gd name="T4" fmla="*/ 37 w 7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3" y="0"/>
                    <a:pt x="0" y="2"/>
                    <a:pt x="2" y="4"/>
                  </a:cubicBezTo>
                  <a:cubicBezTo>
                    <a:pt x="4" y="5"/>
                    <a:pt x="7" y="3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54" name="Freeform 2933">
              <a:extLst>
                <a:ext uri="{FF2B5EF4-FFF2-40B4-BE49-F238E27FC236}">
                  <a16:creationId xmlns:a16="http://schemas.microsoft.com/office/drawing/2014/main" id="{1CD254CB-FF22-4ABC-BDA8-3FEBE0D3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465"/>
              <a:ext cx="6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16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55" name="Freeform 2934">
              <a:extLst>
                <a:ext uri="{FF2B5EF4-FFF2-40B4-BE49-F238E27FC236}">
                  <a16:creationId xmlns:a16="http://schemas.microsoft.com/office/drawing/2014/main" id="{AE1F2CD9-6B49-4961-A83F-B16F816E1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446"/>
              <a:ext cx="9" cy="8"/>
            </a:xfrm>
            <a:custGeom>
              <a:avLst/>
              <a:gdLst>
                <a:gd name="T0" fmla="*/ 23 w 5"/>
                <a:gd name="T1" fmla="*/ 0 h 4"/>
                <a:gd name="T2" fmla="*/ 29 w 5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0" y="2"/>
                    <a:pt x="4" y="4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56" name="Freeform 2935">
              <a:extLst>
                <a:ext uri="{FF2B5EF4-FFF2-40B4-BE49-F238E27FC236}">
                  <a16:creationId xmlns:a16="http://schemas.microsoft.com/office/drawing/2014/main" id="{C04C2DF4-64FA-4CAC-B89B-1651E3428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459"/>
              <a:ext cx="32" cy="10"/>
            </a:xfrm>
            <a:custGeom>
              <a:avLst/>
              <a:gdLst>
                <a:gd name="T0" fmla="*/ 60 w 17"/>
                <a:gd name="T1" fmla="*/ 0 h 5"/>
                <a:gd name="T2" fmla="*/ 75 w 1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9" y="0"/>
                  </a:moveTo>
                  <a:cubicBezTo>
                    <a:pt x="0" y="3"/>
                    <a:pt x="17" y="5"/>
                    <a:pt x="1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57" name="Freeform 2936">
              <a:extLst>
                <a:ext uri="{FF2B5EF4-FFF2-40B4-BE49-F238E27FC236}">
                  <a16:creationId xmlns:a16="http://schemas.microsoft.com/office/drawing/2014/main" id="{AC44D767-45A9-4B8D-A15A-1B4425FBD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493"/>
              <a:ext cx="15" cy="9"/>
            </a:xfrm>
            <a:custGeom>
              <a:avLst/>
              <a:gdLst>
                <a:gd name="T0" fmla="*/ 15 w 8"/>
                <a:gd name="T1" fmla="*/ 0 h 5"/>
                <a:gd name="T2" fmla="*/ 28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0" y="5"/>
                    <a:pt x="8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58" name="Freeform 2937">
              <a:extLst>
                <a:ext uri="{FF2B5EF4-FFF2-40B4-BE49-F238E27FC236}">
                  <a16:creationId xmlns:a16="http://schemas.microsoft.com/office/drawing/2014/main" id="{88E73DA6-BC38-4D0F-9ABC-56B83FEB3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532"/>
              <a:ext cx="9" cy="8"/>
            </a:xfrm>
            <a:custGeom>
              <a:avLst/>
              <a:gdLst>
                <a:gd name="T0" fmla="*/ 7 w 5"/>
                <a:gd name="T1" fmla="*/ 8 h 4"/>
                <a:gd name="T2" fmla="*/ 7 w 5"/>
                <a:gd name="T3" fmla="*/ 32 h 4"/>
                <a:gd name="T4" fmla="*/ 1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4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59" name="Freeform 2938">
              <a:extLst>
                <a:ext uri="{FF2B5EF4-FFF2-40B4-BE49-F238E27FC236}">
                  <a16:creationId xmlns:a16="http://schemas.microsoft.com/office/drawing/2014/main" id="{DB58B8E1-A8D5-4CCC-A6F6-C44AAC3E1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542"/>
              <a:ext cx="26" cy="9"/>
            </a:xfrm>
            <a:custGeom>
              <a:avLst/>
              <a:gdLst>
                <a:gd name="T0" fmla="*/ 32 w 14"/>
                <a:gd name="T1" fmla="*/ 0 h 5"/>
                <a:gd name="T2" fmla="*/ 52 w 14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5" y="0"/>
                  </a:moveTo>
                  <a:cubicBezTo>
                    <a:pt x="0" y="5"/>
                    <a:pt x="14" y="5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60" name="Freeform 2939">
              <a:extLst>
                <a:ext uri="{FF2B5EF4-FFF2-40B4-BE49-F238E27FC236}">
                  <a16:creationId xmlns:a16="http://schemas.microsoft.com/office/drawing/2014/main" id="{DCA58A3F-2572-4980-B570-D54A4F0D4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559"/>
              <a:ext cx="6" cy="7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21 h 4"/>
                <a:gd name="T4" fmla="*/ 16 w 3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61" name="Freeform 2940">
              <a:extLst>
                <a:ext uri="{FF2B5EF4-FFF2-40B4-BE49-F238E27FC236}">
                  <a16:creationId xmlns:a16="http://schemas.microsoft.com/office/drawing/2014/main" id="{714D700C-4014-4B85-8AC2-0AE430C5E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547"/>
              <a:ext cx="8" cy="8"/>
            </a:xfrm>
            <a:custGeom>
              <a:avLst/>
              <a:gdLst>
                <a:gd name="T0" fmla="*/ 0 w 4"/>
                <a:gd name="T1" fmla="*/ 8 h 4"/>
                <a:gd name="T2" fmla="*/ 8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4"/>
                    <a:pt x="1" y="4"/>
                  </a:cubicBez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62" name="Freeform 2941">
              <a:extLst>
                <a:ext uri="{FF2B5EF4-FFF2-40B4-BE49-F238E27FC236}">
                  <a16:creationId xmlns:a16="http://schemas.microsoft.com/office/drawing/2014/main" id="{B17D63CC-B88B-4C1D-9203-AD7FF3C6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23"/>
              <a:ext cx="4" cy="4"/>
            </a:xfrm>
            <a:custGeom>
              <a:avLst/>
              <a:gdLst>
                <a:gd name="T0" fmla="*/ 8 w 2"/>
                <a:gd name="T1" fmla="*/ 0 h 2"/>
                <a:gd name="T2" fmla="*/ 8 w 2"/>
                <a:gd name="T3" fmla="*/ 16 h 2"/>
                <a:gd name="T4" fmla="*/ 16 w 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63" name="Freeform 2942">
              <a:extLst>
                <a:ext uri="{FF2B5EF4-FFF2-40B4-BE49-F238E27FC236}">
                  <a16:creationId xmlns:a16="http://schemas.microsoft.com/office/drawing/2014/main" id="{430F9E0D-FB22-40D0-9F90-946BE2ECA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502"/>
              <a:ext cx="7" cy="8"/>
            </a:xfrm>
            <a:custGeom>
              <a:avLst/>
              <a:gdLst>
                <a:gd name="T0" fmla="*/ 16 w 4"/>
                <a:gd name="T1" fmla="*/ 8 h 4"/>
                <a:gd name="T2" fmla="*/ 0 w 4"/>
                <a:gd name="T3" fmla="*/ 0 h 4"/>
                <a:gd name="T4" fmla="*/ 21 w 4"/>
                <a:gd name="T5" fmla="*/ 2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0" y="2"/>
                    <a:pt x="3" y="4"/>
                    <a:pt x="4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64" name="Freeform 2943">
              <a:extLst>
                <a:ext uri="{FF2B5EF4-FFF2-40B4-BE49-F238E27FC236}">
                  <a16:creationId xmlns:a16="http://schemas.microsoft.com/office/drawing/2014/main" id="{21B3F1C2-EEB9-40A7-BF49-AB70E473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553"/>
              <a:ext cx="28" cy="11"/>
            </a:xfrm>
            <a:custGeom>
              <a:avLst/>
              <a:gdLst>
                <a:gd name="T0" fmla="*/ 39 w 15"/>
                <a:gd name="T1" fmla="*/ 0 h 6"/>
                <a:gd name="T2" fmla="*/ 60 w 15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6" y="0"/>
                  </a:moveTo>
                  <a:cubicBezTo>
                    <a:pt x="0" y="4"/>
                    <a:pt x="15" y="6"/>
                    <a:pt x="9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65" name="Freeform 2944">
              <a:extLst>
                <a:ext uri="{FF2B5EF4-FFF2-40B4-BE49-F238E27FC236}">
                  <a16:creationId xmlns:a16="http://schemas.microsoft.com/office/drawing/2014/main" id="{6131486C-9536-4191-834E-FE492776B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602"/>
              <a:ext cx="15" cy="9"/>
            </a:xfrm>
            <a:custGeom>
              <a:avLst/>
              <a:gdLst>
                <a:gd name="T0" fmla="*/ 28 w 8"/>
                <a:gd name="T1" fmla="*/ 0 h 5"/>
                <a:gd name="T2" fmla="*/ 39 w 8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0" y="5"/>
                    <a:pt x="8" y="5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66" name="Freeform 2945">
              <a:extLst>
                <a:ext uri="{FF2B5EF4-FFF2-40B4-BE49-F238E27FC236}">
                  <a16:creationId xmlns:a16="http://schemas.microsoft.com/office/drawing/2014/main" id="{8D5AC59B-1272-4AAC-9F3E-352C3A3AD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663"/>
              <a:ext cx="13" cy="10"/>
            </a:xfrm>
            <a:custGeom>
              <a:avLst/>
              <a:gdLst>
                <a:gd name="T0" fmla="*/ 24 w 7"/>
                <a:gd name="T1" fmla="*/ 0 h 5"/>
                <a:gd name="T2" fmla="*/ 20 w 7"/>
                <a:gd name="T3" fmla="*/ 0 h 5"/>
                <a:gd name="T4" fmla="*/ 45 w 7"/>
                <a:gd name="T5" fmla="*/ 24 h 5"/>
                <a:gd name="T6" fmla="*/ 37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0" y="3"/>
                    <a:pt x="4" y="5"/>
                    <a:pt x="7" y="3"/>
                  </a:cubicBezTo>
                  <a:cubicBezTo>
                    <a:pt x="7" y="2"/>
                    <a:pt x="7" y="1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67" name="Freeform 2946">
              <a:extLst>
                <a:ext uri="{FF2B5EF4-FFF2-40B4-BE49-F238E27FC236}">
                  <a16:creationId xmlns:a16="http://schemas.microsoft.com/office/drawing/2014/main" id="{83BC78B0-3D8F-4C17-8946-F22C31EAE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673"/>
              <a:ext cx="7" cy="5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3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68" name="Freeform 2947">
              <a:extLst>
                <a:ext uri="{FF2B5EF4-FFF2-40B4-BE49-F238E27FC236}">
                  <a16:creationId xmlns:a16="http://schemas.microsoft.com/office/drawing/2014/main" id="{957E4C33-5365-4A80-A666-A0CFDE43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695"/>
              <a:ext cx="10" cy="10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40 h 5"/>
                <a:gd name="T4" fmla="*/ 24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5"/>
                    <a:pt x="5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69" name="Freeform 2948">
              <a:extLst>
                <a:ext uri="{FF2B5EF4-FFF2-40B4-BE49-F238E27FC236}">
                  <a16:creationId xmlns:a16="http://schemas.microsoft.com/office/drawing/2014/main" id="{9C2E3813-C5AE-4853-AAD5-6A4D0A8C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56"/>
              <a:ext cx="8" cy="7"/>
            </a:xfrm>
            <a:custGeom>
              <a:avLst/>
              <a:gdLst>
                <a:gd name="T0" fmla="*/ 8 w 4"/>
                <a:gd name="T1" fmla="*/ 0 h 4"/>
                <a:gd name="T2" fmla="*/ 32 w 4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4" y="4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70" name="Freeform 2949">
              <a:extLst>
                <a:ext uri="{FF2B5EF4-FFF2-40B4-BE49-F238E27FC236}">
                  <a16:creationId xmlns:a16="http://schemas.microsoft.com/office/drawing/2014/main" id="{356FC9FC-84B7-453F-B7C9-8417E8272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626"/>
              <a:ext cx="20" cy="11"/>
            </a:xfrm>
            <a:custGeom>
              <a:avLst/>
              <a:gdLst>
                <a:gd name="T0" fmla="*/ 29 w 11"/>
                <a:gd name="T1" fmla="*/ 0 h 6"/>
                <a:gd name="T2" fmla="*/ 49 w 11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3"/>
                    <a:pt x="11" y="6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71" name="Freeform 2950">
              <a:extLst>
                <a:ext uri="{FF2B5EF4-FFF2-40B4-BE49-F238E27FC236}">
                  <a16:creationId xmlns:a16="http://schemas.microsoft.com/office/drawing/2014/main" id="{4326D6E8-C0FB-4AA8-8A71-630276B8B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620"/>
              <a:ext cx="19" cy="10"/>
            </a:xfrm>
            <a:custGeom>
              <a:avLst/>
              <a:gdLst>
                <a:gd name="T0" fmla="*/ 36 w 10"/>
                <a:gd name="T1" fmla="*/ 0 h 5"/>
                <a:gd name="T2" fmla="*/ 4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5" y="0"/>
                  </a:moveTo>
                  <a:cubicBezTo>
                    <a:pt x="0" y="3"/>
                    <a:pt x="10" y="5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72" name="Freeform 2951">
              <a:extLst>
                <a:ext uri="{FF2B5EF4-FFF2-40B4-BE49-F238E27FC236}">
                  <a16:creationId xmlns:a16="http://schemas.microsoft.com/office/drawing/2014/main" id="{96E150FD-09AE-49A0-B82F-A6B356A96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579"/>
              <a:ext cx="19" cy="19"/>
            </a:xfrm>
            <a:custGeom>
              <a:avLst/>
              <a:gdLst>
                <a:gd name="T0" fmla="*/ 21 w 10"/>
                <a:gd name="T1" fmla="*/ 0 h 10"/>
                <a:gd name="T2" fmla="*/ 21 w 10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3" y="0"/>
                  </a:moveTo>
                  <a:cubicBezTo>
                    <a:pt x="0" y="10"/>
                    <a:pt x="10" y="1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73" name="Freeform 2952">
              <a:extLst>
                <a:ext uri="{FF2B5EF4-FFF2-40B4-BE49-F238E27FC236}">
                  <a16:creationId xmlns:a16="http://schemas.microsoft.com/office/drawing/2014/main" id="{240A7F31-B27D-4DD8-BF84-1B75B6E08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585"/>
              <a:ext cx="13" cy="11"/>
            </a:xfrm>
            <a:custGeom>
              <a:avLst/>
              <a:gdLst>
                <a:gd name="T0" fmla="*/ 13 w 7"/>
                <a:gd name="T1" fmla="*/ 0 h 6"/>
                <a:gd name="T2" fmla="*/ 24 w 7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6"/>
                    <a:pt x="7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74" name="Freeform 2953">
              <a:extLst>
                <a:ext uri="{FF2B5EF4-FFF2-40B4-BE49-F238E27FC236}">
                  <a16:creationId xmlns:a16="http://schemas.microsoft.com/office/drawing/2014/main" id="{8ADBC9B6-F989-4174-8E5B-20FCC551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585"/>
              <a:ext cx="9" cy="9"/>
            </a:xfrm>
            <a:custGeom>
              <a:avLst/>
              <a:gdLst>
                <a:gd name="T0" fmla="*/ 23 w 5"/>
                <a:gd name="T1" fmla="*/ 0 h 5"/>
                <a:gd name="T2" fmla="*/ 16 w 5"/>
                <a:gd name="T3" fmla="*/ 23 h 5"/>
                <a:gd name="T4" fmla="*/ 13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2" y="1"/>
                    <a:pt x="0" y="5"/>
                    <a:pt x="3" y="4"/>
                  </a:cubicBezTo>
                  <a:cubicBezTo>
                    <a:pt x="5" y="4"/>
                    <a:pt x="4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75" name="Freeform 2954">
              <a:extLst>
                <a:ext uri="{FF2B5EF4-FFF2-40B4-BE49-F238E27FC236}">
                  <a16:creationId xmlns:a16="http://schemas.microsoft.com/office/drawing/2014/main" id="{18F6CD91-344F-4D81-83F0-C797D2CEA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624"/>
              <a:ext cx="26" cy="15"/>
            </a:xfrm>
            <a:custGeom>
              <a:avLst/>
              <a:gdLst>
                <a:gd name="T0" fmla="*/ 37 w 14"/>
                <a:gd name="T1" fmla="*/ 0 h 8"/>
                <a:gd name="T2" fmla="*/ 37 w 14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6" y="0"/>
                  </a:moveTo>
                  <a:cubicBezTo>
                    <a:pt x="0" y="8"/>
                    <a:pt x="14" y="4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76" name="Freeform 2955">
              <a:extLst>
                <a:ext uri="{FF2B5EF4-FFF2-40B4-BE49-F238E27FC236}">
                  <a16:creationId xmlns:a16="http://schemas.microsoft.com/office/drawing/2014/main" id="{50348CDB-C7BA-4190-BDAA-73AC87182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472"/>
              <a:ext cx="9" cy="10"/>
            </a:xfrm>
            <a:custGeom>
              <a:avLst/>
              <a:gdLst>
                <a:gd name="T0" fmla="*/ 13 w 5"/>
                <a:gd name="T1" fmla="*/ 16 h 5"/>
                <a:gd name="T2" fmla="*/ 7 w 5"/>
                <a:gd name="T3" fmla="*/ 40 h 5"/>
                <a:gd name="T4" fmla="*/ 7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4" y="5"/>
                    <a:pt x="5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77" name="Freeform 2956">
              <a:extLst>
                <a:ext uri="{FF2B5EF4-FFF2-40B4-BE49-F238E27FC236}">
                  <a16:creationId xmlns:a16="http://schemas.microsoft.com/office/drawing/2014/main" id="{9BA30030-C931-4E81-91A8-23801EDE5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676"/>
              <a:ext cx="13" cy="10"/>
            </a:xfrm>
            <a:custGeom>
              <a:avLst/>
              <a:gdLst>
                <a:gd name="T0" fmla="*/ 32 w 7"/>
                <a:gd name="T1" fmla="*/ 8 h 5"/>
                <a:gd name="T2" fmla="*/ 24 w 7"/>
                <a:gd name="T3" fmla="*/ 40 h 5"/>
                <a:gd name="T4" fmla="*/ 37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2" y="0"/>
                    <a:pt x="0" y="4"/>
                    <a:pt x="4" y="5"/>
                  </a:cubicBezTo>
                  <a:cubicBezTo>
                    <a:pt x="7" y="5"/>
                    <a:pt x="7" y="2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78" name="Freeform 2957">
              <a:extLst>
                <a:ext uri="{FF2B5EF4-FFF2-40B4-BE49-F238E27FC236}">
                  <a16:creationId xmlns:a16="http://schemas.microsoft.com/office/drawing/2014/main" id="{22AF0E6F-33D2-4BEE-B92A-38764874E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1708"/>
              <a:ext cx="15" cy="10"/>
            </a:xfrm>
            <a:custGeom>
              <a:avLst/>
              <a:gdLst>
                <a:gd name="T0" fmla="*/ 21 w 8"/>
                <a:gd name="T1" fmla="*/ 0 h 5"/>
                <a:gd name="T2" fmla="*/ 32 w 8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5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79" name="Freeform 2958">
              <a:extLst>
                <a:ext uri="{FF2B5EF4-FFF2-40B4-BE49-F238E27FC236}">
                  <a16:creationId xmlns:a16="http://schemas.microsoft.com/office/drawing/2014/main" id="{9D84C31E-0DBB-457B-B584-54A292619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744"/>
              <a:ext cx="9" cy="7"/>
            </a:xfrm>
            <a:custGeom>
              <a:avLst/>
              <a:gdLst>
                <a:gd name="T0" fmla="*/ 13 w 5"/>
                <a:gd name="T1" fmla="*/ 0 h 4"/>
                <a:gd name="T2" fmla="*/ 7 w 5"/>
                <a:gd name="T3" fmla="*/ 21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4" y="4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80" name="Freeform 2959">
              <a:extLst>
                <a:ext uri="{FF2B5EF4-FFF2-40B4-BE49-F238E27FC236}">
                  <a16:creationId xmlns:a16="http://schemas.microsoft.com/office/drawing/2014/main" id="{53CE82DA-6DDA-42B4-B93A-228E500F5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725"/>
              <a:ext cx="11" cy="8"/>
            </a:xfrm>
            <a:custGeom>
              <a:avLst/>
              <a:gdLst>
                <a:gd name="T0" fmla="*/ 20 w 6"/>
                <a:gd name="T1" fmla="*/ 0 h 4"/>
                <a:gd name="T2" fmla="*/ 13 w 6"/>
                <a:gd name="T3" fmla="*/ 24 h 4"/>
                <a:gd name="T4" fmla="*/ 31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2"/>
                    <a:pt x="2" y="3"/>
                  </a:cubicBezTo>
                  <a:cubicBezTo>
                    <a:pt x="4" y="4"/>
                    <a:pt x="6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81" name="Freeform 2960">
              <a:extLst>
                <a:ext uri="{FF2B5EF4-FFF2-40B4-BE49-F238E27FC236}">
                  <a16:creationId xmlns:a16="http://schemas.microsoft.com/office/drawing/2014/main" id="{EC854BF2-DA9C-40EB-9E8C-612C809E5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736"/>
              <a:ext cx="5" cy="10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40 h 5"/>
                <a:gd name="T4" fmla="*/ 13 w 3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3" y="5"/>
                    <a:pt x="3" y="4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82" name="Freeform 2961">
              <a:extLst>
                <a:ext uri="{FF2B5EF4-FFF2-40B4-BE49-F238E27FC236}">
                  <a16:creationId xmlns:a16="http://schemas.microsoft.com/office/drawing/2014/main" id="{AF9F01FD-C76B-46CF-8B34-7730D75AE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766"/>
              <a:ext cx="12" cy="10"/>
            </a:xfrm>
            <a:custGeom>
              <a:avLst/>
              <a:gdLst>
                <a:gd name="T0" fmla="*/ 24 w 6"/>
                <a:gd name="T1" fmla="*/ 8 h 5"/>
                <a:gd name="T2" fmla="*/ 16 w 6"/>
                <a:gd name="T3" fmla="*/ 0 h 5"/>
                <a:gd name="T4" fmla="*/ 48 w 6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0" y="2"/>
                    <a:pt x="4" y="5"/>
                    <a:pt x="6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83" name="Freeform 2962">
              <a:extLst>
                <a:ext uri="{FF2B5EF4-FFF2-40B4-BE49-F238E27FC236}">
                  <a16:creationId xmlns:a16="http://schemas.microsoft.com/office/drawing/2014/main" id="{48C073A6-1047-469B-B1E6-0DD0D0688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800"/>
              <a:ext cx="7" cy="9"/>
            </a:xfrm>
            <a:custGeom>
              <a:avLst/>
              <a:gdLst>
                <a:gd name="T0" fmla="*/ 21 w 4"/>
                <a:gd name="T1" fmla="*/ 0 h 5"/>
                <a:gd name="T2" fmla="*/ 7 w 4"/>
                <a:gd name="T3" fmla="*/ 29 h 5"/>
                <a:gd name="T4" fmla="*/ 16 w 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2" y="5"/>
                    <a:pt x="3" y="4"/>
                    <a:pt x="3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84" name="Freeform 2963">
              <a:extLst>
                <a:ext uri="{FF2B5EF4-FFF2-40B4-BE49-F238E27FC236}">
                  <a16:creationId xmlns:a16="http://schemas.microsoft.com/office/drawing/2014/main" id="{0FDD8F3E-730D-4C6D-9106-3491F4D15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837"/>
              <a:ext cx="15" cy="15"/>
            </a:xfrm>
            <a:custGeom>
              <a:avLst/>
              <a:gdLst>
                <a:gd name="T0" fmla="*/ 45 w 8"/>
                <a:gd name="T1" fmla="*/ 8 h 8"/>
                <a:gd name="T2" fmla="*/ 32 w 8"/>
                <a:gd name="T3" fmla="*/ 0 h 8"/>
                <a:gd name="T4" fmla="*/ 45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7" y="1"/>
                  </a:moveTo>
                  <a:cubicBezTo>
                    <a:pt x="6" y="1"/>
                    <a:pt x="6" y="0"/>
                    <a:pt x="5" y="0"/>
                  </a:cubicBezTo>
                  <a:cubicBezTo>
                    <a:pt x="0" y="4"/>
                    <a:pt x="8" y="8"/>
                    <a:pt x="7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85" name="Freeform 2964">
              <a:extLst>
                <a:ext uri="{FF2B5EF4-FFF2-40B4-BE49-F238E27FC236}">
                  <a16:creationId xmlns:a16="http://schemas.microsoft.com/office/drawing/2014/main" id="{EBD0B8A2-5717-4A50-8D67-B353902AB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800"/>
              <a:ext cx="19" cy="17"/>
            </a:xfrm>
            <a:custGeom>
              <a:avLst/>
              <a:gdLst>
                <a:gd name="T0" fmla="*/ 29 w 10"/>
                <a:gd name="T1" fmla="*/ 0 h 9"/>
                <a:gd name="T2" fmla="*/ 48 w 10"/>
                <a:gd name="T3" fmla="*/ 2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6"/>
                    <a:pt x="10" y="9"/>
                    <a:pt x="7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86" name="Freeform 2965">
              <a:extLst>
                <a:ext uri="{FF2B5EF4-FFF2-40B4-BE49-F238E27FC236}">
                  <a16:creationId xmlns:a16="http://schemas.microsoft.com/office/drawing/2014/main" id="{870E62F1-76B1-48D3-B923-72795129A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778"/>
              <a:ext cx="11" cy="11"/>
            </a:xfrm>
            <a:custGeom>
              <a:avLst/>
              <a:gdLst>
                <a:gd name="T0" fmla="*/ 20 w 6"/>
                <a:gd name="T1" fmla="*/ 0 h 6"/>
                <a:gd name="T2" fmla="*/ 37 w 6"/>
                <a:gd name="T3" fmla="*/ 7 h 6"/>
                <a:gd name="T4" fmla="*/ 24 w 6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0" y="4"/>
                    <a:pt x="5" y="6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87" name="Freeform 2966">
              <a:extLst>
                <a:ext uri="{FF2B5EF4-FFF2-40B4-BE49-F238E27FC236}">
                  <a16:creationId xmlns:a16="http://schemas.microsoft.com/office/drawing/2014/main" id="{97CD6DAF-E6A7-4D6F-B9C4-5D98BD810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1804"/>
              <a:ext cx="16" cy="13"/>
            </a:xfrm>
            <a:custGeom>
              <a:avLst/>
              <a:gdLst>
                <a:gd name="T0" fmla="*/ 21 w 9"/>
                <a:gd name="T1" fmla="*/ 0 h 7"/>
                <a:gd name="T2" fmla="*/ 16 w 9"/>
                <a:gd name="T3" fmla="*/ 0 h 7"/>
                <a:gd name="T4" fmla="*/ 36 w 9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0" y="6"/>
                    <a:pt x="9" y="7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88" name="Freeform 2967">
              <a:extLst>
                <a:ext uri="{FF2B5EF4-FFF2-40B4-BE49-F238E27FC236}">
                  <a16:creationId xmlns:a16="http://schemas.microsoft.com/office/drawing/2014/main" id="{08DF4E0F-E10B-4335-BC4B-390F3C1FA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834"/>
              <a:ext cx="8" cy="7"/>
            </a:xfrm>
            <a:custGeom>
              <a:avLst/>
              <a:gdLst>
                <a:gd name="T0" fmla="*/ 16 w 4"/>
                <a:gd name="T1" fmla="*/ 7 h 4"/>
                <a:gd name="T2" fmla="*/ 8 w 4"/>
                <a:gd name="T3" fmla="*/ 21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89" name="Freeform 2968">
              <a:extLst>
                <a:ext uri="{FF2B5EF4-FFF2-40B4-BE49-F238E27FC236}">
                  <a16:creationId xmlns:a16="http://schemas.microsoft.com/office/drawing/2014/main" id="{21A97243-4532-4DC2-A4AD-2A3175FA8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851"/>
              <a:ext cx="19" cy="20"/>
            </a:xfrm>
            <a:custGeom>
              <a:avLst/>
              <a:gdLst>
                <a:gd name="T0" fmla="*/ 21 w 10"/>
                <a:gd name="T1" fmla="*/ 49 h 11"/>
                <a:gd name="T2" fmla="*/ 15 w 10"/>
                <a:gd name="T3" fmla="*/ 49 h 11"/>
                <a:gd name="T4" fmla="*/ 29 w 10"/>
                <a:gd name="T5" fmla="*/ 6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8"/>
                  </a:moveTo>
                  <a:cubicBezTo>
                    <a:pt x="3" y="9"/>
                    <a:pt x="3" y="9"/>
                    <a:pt x="2" y="8"/>
                  </a:cubicBezTo>
                  <a:cubicBezTo>
                    <a:pt x="0" y="0"/>
                    <a:pt x="10" y="8"/>
                    <a:pt x="4" y="1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90" name="Freeform 2969">
              <a:extLst>
                <a:ext uri="{FF2B5EF4-FFF2-40B4-BE49-F238E27FC236}">
                  <a16:creationId xmlns:a16="http://schemas.microsoft.com/office/drawing/2014/main" id="{97A3DD0E-0D08-4FFE-8077-B6DFCB850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858"/>
              <a:ext cx="7" cy="8"/>
            </a:xfrm>
            <a:custGeom>
              <a:avLst/>
              <a:gdLst>
                <a:gd name="T0" fmla="*/ 12 w 4"/>
                <a:gd name="T1" fmla="*/ 0 h 4"/>
                <a:gd name="T2" fmla="*/ 12 w 4"/>
                <a:gd name="T3" fmla="*/ 32 h 4"/>
                <a:gd name="T4" fmla="*/ 21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4" y="4"/>
                    <a:pt x="4" y="3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91" name="Freeform 2970">
              <a:extLst>
                <a:ext uri="{FF2B5EF4-FFF2-40B4-BE49-F238E27FC236}">
                  <a16:creationId xmlns:a16="http://schemas.microsoft.com/office/drawing/2014/main" id="{9C9F0402-1F83-48C1-96D8-504022A3F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781"/>
              <a:ext cx="11" cy="12"/>
            </a:xfrm>
            <a:custGeom>
              <a:avLst/>
              <a:gdLst>
                <a:gd name="T0" fmla="*/ 7 w 6"/>
                <a:gd name="T1" fmla="*/ 8 h 6"/>
                <a:gd name="T2" fmla="*/ 2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6"/>
                    <a:pt x="6" y="4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92" name="Freeform 2971">
              <a:extLst>
                <a:ext uri="{FF2B5EF4-FFF2-40B4-BE49-F238E27FC236}">
                  <a16:creationId xmlns:a16="http://schemas.microsoft.com/office/drawing/2014/main" id="{78249503-A550-4E1F-959C-E820A70EE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1748"/>
              <a:ext cx="17" cy="9"/>
            </a:xfrm>
            <a:custGeom>
              <a:avLst/>
              <a:gdLst>
                <a:gd name="T0" fmla="*/ 15 w 9"/>
                <a:gd name="T1" fmla="*/ 0 h 5"/>
                <a:gd name="T2" fmla="*/ 2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2" y="0"/>
                  </a:moveTo>
                  <a:cubicBezTo>
                    <a:pt x="0" y="5"/>
                    <a:pt x="9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93" name="Freeform 2972">
              <a:extLst>
                <a:ext uri="{FF2B5EF4-FFF2-40B4-BE49-F238E27FC236}">
                  <a16:creationId xmlns:a16="http://schemas.microsoft.com/office/drawing/2014/main" id="{BD682A56-84AD-4B6A-9AEA-0C137CF87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866"/>
              <a:ext cx="9" cy="7"/>
            </a:xfrm>
            <a:custGeom>
              <a:avLst/>
              <a:gdLst>
                <a:gd name="T0" fmla="*/ 7 w 5"/>
                <a:gd name="T1" fmla="*/ 21 h 4"/>
                <a:gd name="T2" fmla="*/ 23 w 5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0" y="0"/>
                    <a:pt x="5" y="0"/>
                    <a:pt x="4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94" name="Freeform 2973">
              <a:extLst>
                <a:ext uri="{FF2B5EF4-FFF2-40B4-BE49-F238E27FC236}">
                  <a16:creationId xmlns:a16="http://schemas.microsoft.com/office/drawing/2014/main" id="{940C7A37-B5C8-4D8A-A555-E73696210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197"/>
              <a:ext cx="9" cy="13"/>
            </a:xfrm>
            <a:custGeom>
              <a:avLst/>
              <a:gdLst>
                <a:gd name="T0" fmla="*/ 13 w 5"/>
                <a:gd name="T1" fmla="*/ 0 h 7"/>
                <a:gd name="T2" fmla="*/ 13 w 5"/>
                <a:gd name="T3" fmla="*/ 45 h 7"/>
                <a:gd name="T4" fmla="*/ 23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5" y="6"/>
                    <a:pt x="5" y="3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95" name="Freeform 2974">
              <a:extLst>
                <a:ext uri="{FF2B5EF4-FFF2-40B4-BE49-F238E27FC236}">
                  <a16:creationId xmlns:a16="http://schemas.microsoft.com/office/drawing/2014/main" id="{36436AB7-1FA8-446C-AB01-1B79D15F6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247"/>
              <a:ext cx="11" cy="15"/>
            </a:xfrm>
            <a:custGeom>
              <a:avLst/>
              <a:gdLst>
                <a:gd name="T0" fmla="*/ 0 w 6"/>
                <a:gd name="T1" fmla="*/ 28 h 8"/>
                <a:gd name="T2" fmla="*/ 24 w 6"/>
                <a:gd name="T3" fmla="*/ 53 h 8"/>
                <a:gd name="T4" fmla="*/ 13 w 6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0" y="6"/>
                    <a:pt x="1" y="8"/>
                    <a:pt x="4" y="8"/>
                  </a:cubicBezTo>
                  <a:cubicBezTo>
                    <a:pt x="6" y="6"/>
                    <a:pt x="6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96" name="Freeform 2975">
              <a:extLst>
                <a:ext uri="{FF2B5EF4-FFF2-40B4-BE49-F238E27FC236}">
                  <a16:creationId xmlns:a16="http://schemas.microsoft.com/office/drawing/2014/main" id="{6F4A30E6-100F-407E-960D-3BD00BE1A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311"/>
              <a:ext cx="7" cy="7"/>
            </a:xfrm>
            <a:custGeom>
              <a:avLst/>
              <a:gdLst>
                <a:gd name="T0" fmla="*/ 0 w 4"/>
                <a:gd name="T1" fmla="*/ 7 h 4"/>
                <a:gd name="T2" fmla="*/ 12 w 4"/>
                <a:gd name="T3" fmla="*/ 21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4" y="3"/>
                    <a:pt x="3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97" name="Freeform 2976">
              <a:extLst>
                <a:ext uri="{FF2B5EF4-FFF2-40B4-BE49-F238E27FC236}">
                  <a16:creationId xmlns:a16="http://schemas.microsoft.com/office/drawing/2014/main" id="{1F3D8FF7-1721-42E2-AA41-A1FD41CEF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260"/>
              <a:ext cx="9" cy="15"/>
            </a:xfrm>
            <a:custGeom>
              <a:avLst/>
              <a:gdLst>
                <a:gd name="T0" fmla="*/ 0 w 5"/>
                <a:gd name="T1" fmla="*/ 0 h 8"/>
                <a:gd name="T2" fmla="*/ 23 w 5"/>
                <a:gd name="T3" fmla="*/ 53 h 8"/>
                <a:gd name="T4" fmla="*/ 16 w 5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3"/>
                    <a:pt x="1" y="6"/>
                    <a:pt x="4" y="8"/>
                  </a:cubicBezTo>
                  <a:cubicBezTo>
                    <a:pt x="5" y="6"/>
                    <a:pt x="4" y="3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98" name="Freeform 2977">
              <a:extLst>
                <a:ext uri="{FF2B5EF4-FFF2-40B4-BE49-F238E27FC236}">
                  <a16:creationId xmlns:a16="http://schemas.microsoft.com/office/drawing/2014/main" id="{CCAB7771-71CB-4B61-AEBD-D591F0CB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210"/>
              <a:ext cx="7" cy="13"/>
            </a:xfrm>
            <a:custGeom>
              <a:avLst/>
              <a:gdLst>
                <a:gd name="T0" fmla="*/ 7 w 4"/>
                <a:gd name="T1" fmla="*/ 20 h 7"/>
                <a:gd name="T2" fmla="*/ 7 w 4"/>
                <a:gd name="T3" fmla="*/ 45 h 7"/>
                <a:gd name="T4" fmla="*/ 0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3"/>
                  </a:moveTo>
                  <a:cubicBezTo>
                    <a:pt x="0" y="5"/>
                    <a:pt x="0" y="6"/>
                    <a:pt x="1" y="7"/>
                  </a:cubicBezTo>
                  <a:cubicBezTo>
                    <a:pt x="4" y="6"/>
                    <a:pt x="3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99" name="Freeform 2978">
              <a:extLst>
                <a:ext uri="{FF2B5EF4-FFF2-40B4-BE49-F238E27FC236}">
                  <a16:creationId xmlns:a16="http://schemas.microsoft.com/office/drawing/2014/main" id="{D35A0ACD-A6E9-4894-9C1C-0C17FD78C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139"/>
              <a:ext cx="10" cy="11"/>
            </a:xfrm>
            <a:custGeom>
              <a:avLst/>
              <a:gdLst>
                <a:gd name="T0" fmla="*/ 8 w 5"/>
                <a:gd name="T1" fmla="*/ 13 h 6"/>
                <a:gd name="T2" fmla="*/ 16 w 5"/>
                <a:gd name="T3" fmla="*/ 37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5" y="4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00" name="Freeform 2979">
              <a:extLst>
                <a:ext uri="{FF2B5EF4-FFF2-40B4-BE49-F238E27FC236}">
                  <a16:creationId xmlns:a16="http://schemas.microsoft.com/office/drawing/2014/main" id="{6604F92C-E818-405C-995E-1AE6A30B2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066"/>
              <a:ext cx="10" cy="9"/>
            </a:xfrm>
            <a:custGeom>
              <a:avLst/>
              <a:gdLst>
                <a:gd name="T0" fmla="*/ 8 w 5"/>
                <a:gd name="T1" fmla="*/ 0 h 5"/>
                <a:gd name="T2" fmla="*/ 24 w 5"/>
                <a:gd name="T3" fmla="*/ 29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4"/>
                    <a:pt x="3" y="5"/>
                  </a:cubicBezTo>
                  <a:cubicBezTo>
                    <a:pt x="5" y="2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01" name="Freeform 2980">
              <a:extLst>
                <a:ext uri="{FF2B5EF4-FFF2-40B4-BE49-F238E27FC236}">
                  <a16:creationId xmlns:a16="http://schemas.microsoft.com/office/drawing/2014/main" id="{FB621858-1E53-4388-99D1-6CC1E4438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092"/>
              <a:ext cx="4" cy="13"/>
            </a:xfrm>
            <a:custGeom>
              <a:avLst/>
              <a:gdLst>
                <a:gd name="T0" fmla="*/ 8 w 2"/>
                <a:gd name="T1" fmla="*/ 0 h 7"/>
                <a:gd name="T2" fmla="*/ 0 w 2"/>
                <a:gd name="T3" fmla="*/ 45 h 7"/>
                <a:gd name="T4" fmla="*/ 16 w 2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2" y="6"/>
                    <a:pt x="2" y="5"/>
                    <a:pt x="2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02" name="Freeform 2981">
              <a:extLst>
                <a:ext uri="{FF2B5EF4-FFF2-40B4-BE49-F238E27FC236}">
                  <a16:creationId xmlns:a16="http://schemas.microsoft.com/office/drawing/2014/main" id="{96CCC845-3C92-4B24-92BF-648708DC0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098"/>
              <a:ext cx="12" cy="13"/>
            </a:xfrm>
            <a:custGeom>
              <a:avLst/>
              <a:gdLst>
                <a:gd name="T0" fmla="*/ 24 w 6"/>
                <a:gd name="T1" fmla="*/ 0 h 7"/>
                <a:gd name="T2" fmla="*/ 8 w 6"/>
                <a:gd name="T3" fmla="*/ 32 h 7"/>
                <a:gd name="T4" fmla="*/ 32 w 6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7"/>
                    <a:pt x="6" y="4"/>
                    <a:pt x="4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03" name="Freeform 2982">
              <a:extLst>
                <a:ext uri="{FF2B5EF4-FFF2-40B4-BE49-F238E27FC236}">
                  <a16:creationId xmlns:a16="http://schemas.microsoft.com/office/drawing/2014/main" id="{CFE8C3BF-2CC5-46C0-BDE4-83941CFD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146"/>
              <a:ext cx="7" cy="11"/>
            </a:xfrm>
            <a:custGeom>
              <a:avLst/>
              <a:gdLst>
                <a:gd name="T0" fmla="*/ 16 w 4"/>
                <a:gd name="T1" fmla="*/ 0 h 6"/>
                <a:gd name="T2" fmla="*/ 0 w 4"/>
                <a:gd name="T3" fmla="*/ 31 h 6"/>
                <a:gd name="T4" fmla="*/ 21 w 4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2" y="6"/>
                    <a:pt x="2" y="5"/>
                    <a:pt x="4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04" name="Freeform 2983">
              <a:extLst>
                <a:ext uri="{FF2B5EF4-FFF2-40B4-BE49-F238E27FC236}">
                  <a16:creationId xmlns:a16="http://schemas.microsoft.com/office/drawing/2014/main" id="{D1385E3B-A5D0-4C9B-9ED1-8D5905D95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156"/>
              <a:ext cx="7" cy="9"/>
            </a:xfrm>
            <a:custGeom>
              <a:avLst/>
              <a:gdLst>
                <a:gd name="T0" fmla="*/ 7 w 4"/>
                <a:gd name="T1" fmla="*/ 0 h 5"/>
                <a:gd name="T2" fmla="*/ 12 w 4"/>
                <a:gd name="T3" fmla="*/ 29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3"/>
                    <a:pt x="4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05" name="Freeform 2984">
              <a:extLst>
                <a:ext uri="{FF2B5EF4-FFF2-40B4-BE49-F238E27FC236}">
                  <a16:creationId xmlns:a16="http://schemas.microsoft.com/office/drawing/2014/main" id="{9010ACBC-93DB-4431-8569-AA4E0739C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197"/>
              <a:ext cx="8" cy="7"/>
            </a:xfrm>
            <a:custGeom>
              <a:avLst/>
              <a:gdLst>
                <a:gd name="T0" fmla="*/ 0 w 4"/>
                <a:gd name="T1" fmla="*/ 0 h 4"/>
                <a:gd name="T2" fmla="*/ 8 w 4"/>
                <a:gd name="T3" fmla="*/ 21 h 4"/>
                <a:gd name="T4" fmla="*/ 32 w 4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3" y="3"/>
                    <a:pt x="4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06" name="Freeform 2985">
              <a:extLst>
                <a:ext uri="{FF2B5EF4-FFF2-40B4-BE49-F238E27FC236}">
                  <a16:creationId xmlns:a16="http://schemas.microsoft.com/office/drawing/2014/main" id="{19BDF13C-C61A-40A8-982D-C2CF72E0C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296"/>
              <a:ext cx="6" cy="7"/>
            </a:xfrm>
            <a:custGeom>
              <a:avLst/>
              <a:gdLst>
                <a:gd name="T0" fmla="*/ 24 w 3"/>
                <a:gd name="T1" fmla="*/ 0 h 4"/>
                <a:gd name="T2" fmla="*/ 24 w 3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0" y="1"/>
                    <a:pt x="0" y="2"/>
                    <a:pt x="3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07" name="Freeform 2986">
              <a:extLst>
                <a:ext uri="{FF2B5EF4-FFF2-40B4-BE49-F238E27FC236}">
                  <a16:creationId xmlns:a16="http://schemas.microsoft.com/office/drawing/2014/main" id="{78365B18-5815-4EDF-B3E0-C5CC3D102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341"/>
              <a:ext cx="8" cy="9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29 h 5"/>
                <a:gd name="T4" fmla="*/ 32 w 4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08" name="Freeform 2987">
              <a:extLst>
                <a:ext uri="{FF2B5EF4-FFF2-40B4-BE49-F238E27FC236}">
                  <a16:creationId xmlns:a16="http://schemas.microsoft.com/office/drawing/2014/main" id="{DDEA5DB7-B25E-48B6-8342-3C06D0DAE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365"/>
              <a:ext cx="9" cy="13"/>
            </a:xfrm>
            <a:custGeom>
              <a:avLst/>
              <a:gdLst>
                <a:gd name="T0" fmla="*/ 16 w 5"/>
                <a:gd name="T1" fmla="*/ 0 h 7"/>
                <a:gd name="T2" fmla="*/ 7 w 5"/>
                <a:gd name="T3" fmla="*/ 45 h 7"/>
                <a:gd name="T4" fmla="*/ 23 w 5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4" y="6"/>
                    <a:pt x="5" y="4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09" name="Freeform 2988">
              <a:extLst>
                <a:ext uri="{FF2B5EF4-FFF2-40B4-BE49-F238E27FC236}">
                  <a16:creationId xmlns:a16="http://schemas.microsoft.com/office/drawing/2014/main" id="{C5E7341F-1A90-43C4-9E43-06D67D68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332"/>
              <a:ext cx="10" cy="13"/>
            </a:xfrm>
            <a:custGeom>
              <a:avLst/>
              <a:gdLst>
                <a:gd name="T0" fmla="*/ 24 w 5"/>
                <a:gd name="T1" fmla="*/ 0 h 7"/>
                <a:gd name="T2" fmla="*/ 40 w 5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0" y="3"/>
                    <a:pt x="2" y="7"/>
                    <a:pt x="5" y="6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10" name="Freeform 2989">
              <a:extLst>
                <a:ext uri="{FF2B5EF4-FFF2-40B4-BE49-F238E27FC236}">
                  <a16:creationId xmlns:a16="http://schemas.microsoft.com/office/drawing/2014/main" id="{9BFC2454-DF22-4727-91B9-2F8C106EF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421"/>
              <a:ext cx="6" cy="8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32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11" name="Freeform 2990">
              <a:extLst>
                <a:ext uri="{FF2B5EF4-FFF2-40B4-BE49-F238E27FC236}">
                  <a16:creationId xmlns:a16="http://schemas.microsoft.com/office/drawing/2014/main" id="{0DEFCAFC-0A89-4C73-91B8-7B59D5547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459"/>
              <a:ext cx="13" cy="11"/>
            </a:xfrm>
            <a:custGeom>
              <a:avLst/>
              <a:gdLst>
                <a:gd name="T0" fmla="*/ 24 w 7"/>
                <a:gd name="T1" fmla="*/ 0 h 6"/>
                <a:gd name="T2" fmla="*/ 20 w 7"/>
                <a:gd name="T3" fmla="*/ 31 h 6"/>
                <a:gd name="T4" fmla="*/ 3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2" y="0"/>
                    <a:pt x="0" y="4"/>
                    <a:pt x="3" y="5"/>
                  </a:cubicBezTo>
                  <a:cubicBezTo>
                    <a:pt x="5" y="6"/>
                    <a:pt x="7" y="1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12" name="Freeform 2991">
              <a:extLst>
                <a:ext uri="{FF2B5EF4-FFF2-40B4-BE49-F238E27FC236}">
                  <a16:creationId xmlns:a16="http://schemas.microsoft.com/office/drawing/2014/main" id="{55149798-6A66-46C7-B980-5FB079354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461"/>
              <a:ext cx="9" cy="13"/>
            </a:xfrm>
            <a:custGeom>
              <a:avLst/>
              <a:gdLst>
                <a:gd name="T0" fmla="*/ 13 w 5"/>
                <a:gd name="T1" fmla="*/ 0 h 7"/>
                <a:gd name="T2" fmla="*/ 16 w 5"/>
                <a:gd name="T3" fmla="*/ 45 h 7"/>
                <a:gd name="T4" fmla="*/ 23 w 5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2"/>
                    <a:pt x="0" y="6"/>
                    <a:pt x="3" y="7"/>
                  </a:cubicBezTo>
                  <a:cubicBezTo>
                    <a:pt x="5" y="5"/>
                    <a:pt x="4" y="3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13" name="Freeform 2992">
              <a:extLst>
                <a:ext uri="{FF2B5EF4-FFF2-40B4-BE49-F238E27FC236}">
                  <a16:creationId xmlns:a16="http://schemas.microsoft.com/office/drawing/2014/main" id="{07CD960F-BF7B-4BC3-A1F0-4ECEA57A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491"/>
              <a:ext cx="4" cy="7"/>
            </a:xfrm>
            <a:custGeom>
              <a:avLst/>
              <a:gdLst>
                <a:gd name="T0" fmla="*/ 16 w 2"/>
                <a:gd name="T1" fmla="*/ 0 h 4"/>
                <a:gd name="T2" fmla="*/ 8 w 2"/>
                <a:gd name="T3" fmla="*/ 21 h 4"/>
                <a:gd name="T4" fmla="*/ 16 w 2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14" name="Freeform 2993">
              <a:extLst>
                <a:ext uri="{FF2B5EF4-FFF2-40B4-BE49-F238E27FC236}">
                  <a16:creationId xmlns:a16="http://schemas.microsoft.com/office/drawing/2014/main" id="{5ABF84EC-A6DE-46E9-A90B-3CEEC5AA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493"/>
              <a:ext cx="9" cy="9"/>
            </a:xfrm>
            <a:custGeom>
              <a:avLst/>
              <a:gdLst>
                <a:gd name="T0" fmla="*/ 16 w 5"/>
                <a:gd name="T1" fmla="*/ 0 h 5"/>
                <a:gd name="T2" fmla="*/ 23 w 5"/>
                <a:gd name="T3" fmla="*/ 29 h 5"/>
                <a:gd name="T4" fmla="*/ 23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2" y="4"/>
                    <a:pt x="4" y="5"/>
                  </a:cubicBezTo>
                  <a:cubicBezTo>
                    <a:pt x="5" y="3"/>
                    <a:pt x="5" y="2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15" name="Freeform 2994">
              <a:extLst>
                <a:ext uri="{FF2B5EF4-FFF2-40B4-BE49-F238E27FC236}">
                  <a16:creationId xmlns:a16="http://schemas.microsoft.com/office/drawing/2014/main" id="{FAEA9E63-9B4D-4501-94A3-7E64831BA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517"/>
              <a:ext cx="8" cy="7"/>
            </a:xfrm>
            <a:custGeom>
              <a:avLst/>
              <a:gdLst>
                <a:gd name="T0" fmla="*/ 8 w 4"/>
                <a:gd name="T1" fmla="*/ 7 h 4"/>
                <a:gd name="T2" fmla="*/ 16 w 4"/>
                <a:gd name="T3" fmla="*/ 21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4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16" name="Freeform 2995">
              <a:extLst>
                <a:ext uri="{FF2B5EF4-FFF2-40B4-BE49-F238E27FC236}">
                  <a16:creationId xmlns:a16="http://schemas.microsoft.com/office/drawing/2014/main" id="{B889833B-16F5-4FF3-9920-6C9BB77A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509"/>
              <a:ext cx="7" cy="10"/>
            </a:xfrm>
            <a:custGeom>
              <a:avLst/>
              <a:gdLst>
                <a:gd name="T0" fmla="*/ 7 w 4"/>
                <a:gd name="T1" fmla="*/ 0 h 5"/>
                <a:gd name="T2" fmla="*/ 7 w 4"/>
                <a:gd name="T3" fmla="*/ 40 h 5"/>
                <a:gd name="T4" fmla="*/ 7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1" y="4"/>
                    <a:pt x="1" y="5"/>
                  </a:cubicBezTo>
                  <a:cubicBezTo>
                    <a:pt x="3" y="4"/>
                    <a:pt x="4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17" name="Freeform 2996">
              <a:extLst>
                <a:ext uri="{FF2B5EF4-FFF2-40B4-BE49-F238E27FC236}">
                  <a16:creationId xmlns:a16="http://schemas.microsoft.com/office/drawing/2014/main" id="{15D88C61-AD8A-4865-8564-C0D24F998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562"/>
              <a:ext cx="4" cy="5"/>
            </a:xfrm>
            <a:custGeom>
              <a:avLst/>
              <a:gdLst>
                <a:gd name="T0" fmla="*/ 8 w 2"/>
                <a:gd name="T1" fmla="*/ 13 h 3"/>
                <a:gd name="T2" fmla="*/ 0 w 2"/>
                <a:gd name="T3" fmla="*/ 0 h 3"/>
                <a:gd name="T4" fmla="*/ 16 w 2"/>
                <a:gd name="T5" fmla="*/ 8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0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18" name="Freeform 2997">
              <a:extLst>
                <a:ext uri="{FF2B5EF4-FFF2-40B4-BE49-F238E27FC236}">
                  <a16:creationId xmlns:a16="http://schemas.microsoft.com/office/drawing/2014/main" id="{115D10BF-3194-47D8-B6AE-57DE433F5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71"/>
              <a:ext cx="10" cy="11"/>
            </a:xfrm>
            <a:custGeom>
              <a:avLst/>
              <a:gdLst>
                <a:gd name="T0" fmla="*/ 24 w 5"/>
                <a:gd name="T1" fmla="*/ 0 h 6"/>
                <a:gd name="T2" fmla="*/ 0 w 5"/>
                <a:gd name="T3" fmla="*/ 24 h 6"/>
                <a:gd name="T4" fmla="*/ 32 w 5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6"/>
                    <a:pt x="5" y="4"/>
                    <a:pt x="4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19" name="Freeform 2998">
              <a:extLst>
                <a:ext uri="{FF2B5EF4-FFF2-40B4-BE49-F238E27FC236}">
                  <a16:creationId xmlns:a16="http://schemas.microsoft.com/office/drawing/2014/main" id="{C890FBEF-5023-4565-9E12-6F8A0D9CB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569"/>
              <a:ext cx="8" cy="11"/>
            </a:xfrm>
            <a:custGeom>
              <a:avLst/>
              <a:gdLst>
                <a:gd name="T0" fmla="*/ 0 w 4"/>
                <a:gd name="T1" fmla="*/ 13 h 6"/>
                <a:gd name="T2" fmla="*/ 24 w 4"/>
                <a:gd name="T3" fmla="*/ 37 h 6"/>
                <a:gd name="T4" fmla="*/ 16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0" y="4"/>
                    <a:pt x="1" y="5"/>
                    <a:pt x="3" y="6"/>
                  </a:cubicBezTo>
                  <a:cubicBezTo>
                    <a:pt x="4" y="5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20" name="Freeform 2999">
              <a:extLst>
                <a:ext uri="{FF2B5EF4-FFF2-40B4-BE49-F238E27FC236}">
                  <a16:creationId xmlns:a16="http://schemas.microsoft.com/office/drawing/2014/main" id="{7D7DE08A-27B2-417B-8564-9B1BE5DC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551"/>
              <a:ext cx="4" cy="5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13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21" name="Freeform 3000">
              <a:extLst>
                <a:ext uri="{FF2B5EF4-FFF2-40B4-BE49-F238E27FC236}">
                  <a16:creationId xmlns:a16="http://schemas.microsoft.com/office/drawing/2014/main" id="{2D854FBD-0C6B-46ED-931E-C0801C146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234"/>
              <a:ext cx="13" cy="15"/>
            </a:xfrm>
            <a:custGeom>
              <a:avLst/>
              <a:gdLst>
                <a:gd name="T0" fmla="*/ 0 w 7"/>
                <a:gd name="T1" fmla="*/ 0 h 8"/>
                <a:gd name="T2" fmla="*/ 2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8"/>
                    <a:pt x="7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22" name="Freeform 3001">
              <a:extLst>
                <a:ext uri="{FF2B5EF4-FFF2-40B4-BE49-F238E27FC236}">
                  <a16:creationId xmlns:a16="http://schemas.microsoft.com/office/drawing/2014/main" id="{7ED6722F-11DA-40CA-9B7E-50734A5A4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041"/>
              <a:ext cx="8" cy="10"/>
            </a:xfrm>
            <a:custGeom>
              <a:avLst/>
              <a:gdLst>
                <a:gd name="T0" fmla="*/ 0 w 4"/>
                <a:gd name="T1" fmla="*/ 16 h 5"/>
                <a:gd name="T2" fmla="*/ 8 w 4"/>
                <a:gd name="T3" fmla="*/ 40 h 5"/>
                <a:gd name="T4" fmla="*/ 24 w 4"/>
                <a:gd name="T5" fmla="*/ 0 h 5"/>
                <a:gd name="T6" fmla="*/ 16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3" y="3"/>
                    <a:pt x="4" y="2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23" name="Freeform 3002">
              <a:extLst>
                <a:ext uri="{FF2B5EF4-FFF2-40B4-BE49-F238E27FC236}">
                  <a16:creationId xmlns:a16="http://schemas.microsoft.com/office/drawing/2014/main" id="{9E286AC8-B3AF-421C-BB8E-BBC7C211A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38"/>
              <a:ext cx="7" cy="11"/>
            </a:xfrm>
            <a:custGeom>
              <a:avLst/>
              <a:gdLst>
                <a:gd name="T0" fmla="*/ 7 w 4"/>
                <a:gd name="T1" fmla="*/ 0 h 6"/>
                <a:gd name="T2" fmla="*/ 12 w 4"/>
                <a:gd name="T3" fmla="*/ 37 h 6"/>
                <a:gd name="T4" fmla="*/ 16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4" y="5"/>
                    <a:pt x="4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24" name="Freeform 3003">
              <a:extLst>
                <a:ext uri="{FF2B5EF4-FFF2-40B4-BE49-F238E27FC236}">
                  <a16:creationId xmlns:a16="http://schemas.microsoft.com/office/drawing/2014/main" id="{888C5BEA-78E9-4F5B-BF55-DBB5F5EAB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002"/>
              <a:ext cx="9" cy="13"/>
            </a:xfrm>
            <a:custGeom>
              <a:avLst/>
              <a:gdLst>
                <a:gd name="T0" fmla="*/ 13 w 5"/>
                <a:gd name="T1" fmla="*/ 0 h 7"/>
                <a:gd name="T2" fmla="*/ 16 w 5"/>
                <a:gd name="T3" fmla="*/ 45 h 7"/>
                <a:gd name="T4" fmla="*/ 16 w 5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2"/>
                    <a:pt x="0" y="7"/>
                    <a:pt x="3" y="7"/>
                  </a:cubicBezTo>
                  <a:cubicBezTo>
                    <a:pt x="5" y="7"/>
                    <a:pt x="4" y="3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25" name="Freeform 3004">
              <a:extLst>
                <a:ext uri="{FF2B5EF4-FFF2-40B4-BE49-F238E27FC236}">
                  <a16:creationId xmlns:a16="http://schemas.microsoft.com/office/drawing/2014/main" id="{58A57CCC-9EDB-4770-B9BD-51BAC775D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924"/>
              <a:ext cx="9" cy="13"/>
            </a:xfrm>
            <a:custGeom>
              <a:avLst/>
              <a:gdLst>
                <a:gd name="T0" fmla="*/ 16 w 5"/>
                <a:gd name="T1" fmla="*/ 0 h 7"/>
                <a:gd name="T2" fmla="*/ 29 w 5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0" y="3"/>
                    <a:pt x="4" y="7"/>
                    <a:pt x="5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26" name="Freeform 3005">
              <a:extLst>
                <a:ext uri="{FF2B5EF4-FFF2-40B4-BE49-F238E27FC236}">
                  <a16:creationId xmlns:a16="http://schemas.microsoft.com/office/drawing/2014/main" id="{ED2B1538-14DE-4345-81BF-CB850393D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948"/>
              <a:ext cx="6" cy="9"/>
            </a:xfrm>
            <a:custGeom>
              <a:avLst/>
              <a:gdLst>
                <a:gd name="T0" fmla="*/ 0 w 3"/>
                <a:gd name="T1" fmla="*/ 0 h 5"/>
                <a:gd name="T2" fmla="*/ 16 w 3"/>
                <a:gd name="T3" fmla="*/ 29 h 5"/>
                <a:gd name="T4" fmla="*/ 16 w 3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5"/>
                    <a:pt x="2" y="5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27" name="Freeform 3006">
              <a:extLst>
                <a:ext uri="{FF2B5EF4-FFF2-40B4-BE49-F238E27FC236}">
                  <a16:creationId xmlns:a16="http://schemas.microsoft.com/office/drawing/2014/main" id="{23B9F61D-614E-4D1C-B480-8A68EB88F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963"/>
              <a:ext cx="8" cy="9"/>
            </a:xfrm>
            <a:custGeom>
              <a:avLst/>
              <a:gdLst>
                <a:gd name="T0" fmla="*/ 24 w 4"/>
                <a:gd name="T1" fmla="*/ 7 h 5"/>
                <a:gd name="T2" fmla="*/ 16 w 4"/>
                <a:gd name="T3" fmla="*/ 29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28" name="Freeform 3007">
              <a:extLst>
                <a:ext uri="{FF2B5EF4-FFF2-40B4-BE49-F238E27FC236}">
                  <a16:creationId xmlns:a16="http://schemas.microsoft.com/office/drawing/2014/main" id="{5942366D-85AE-473D-B8A3-4789D0810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985"/>
              <a:ext cx="5" cy="8"/>
            </a:xfrm>
            <a:custGeom>
              <a:avLst/>
              <a:gdLst>
                <a:gd name="T0" fmla="*/ 5 w 3"/>
                <a:gd name="T1" fmla="*/ 8 h 4"/>
                <a:gd name="T2" fmla="*/ 5 w 3"/>
                <a:gd name="T3" fmla="*/ 32 h 4"/>
                <a:gd name="T4" fmla="*/ 13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29" name="Freeform 3008">
              <a:extLst>
                <a:ext uri="{FF2B5EF4-FFF2-40B4-BE49-F238E27FC236}">
                  <a16:creationId xmlns:a16="http://schemas.microsoft.com/office/drawing/2014/main" id="{5D54FE2B-BA68-4D8A-A29C-50407AB9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920"/>
              <a:ext cx="19" cy="9"/>
            </a:xfrm>
            <a:custGeom>
              <a:avLst/>
              <a:gdLst>
                <a:gd name="T0" fmla="*/ 29 w 10"/>
                <a:gd name="T1" fmla="*/ 0 h 5"/>
                <a:gd name="T2" fmla="*/ 36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4" y="0"/>
                  </a:moveTo>
                  <a:cubicBezTo>
                    <a:pt x="0" y="5"/>
                    <a:pt x="10" y="3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30" name="Freeform 3009">
              <a:extLst>
                <a:ext uri="{FF2B5EF4-FFF2-40B4-BE49-F238E27FC236}">
                  <a16:creationId xmlns:a16="http://schemas.microsoft.com/office/drawing/2014/main" id="{38EE3328-9BBD-45C2-B81A-4B7E1B97C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907"/>
              <a:ext cx="4" cy="7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21 h 4"/>
                <a:gd name="T4" fmla="*/ 0 w 2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3"/>
                    <a:pt x="2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31" name="Freeform 3010">
              <a:extLst>
                <a:ext uri="{FF2B5EF4-FFF2-40B4-BE49-F238E27FC236}">
                  <a16:creationId xmlns:a16="http://schemas.microsoft.com/office/drawing/2014/main" id="{F6D9F929-F536-4D45-944B-F7B7D1EFD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972"/>
              <a:ext cx="4" cy="6"/>
            </a:xfrm>
            <a:custGeom>
              <a:avLst/>
              <a:gdLst>
                <a:gd name="T0" fmla="*/ 8 w 2"/>
                <a:gd name="T1" fmla="*/ 16 h 3"/>
                <a:gd name="T2" fmla="*/ 8 w 2"/>
                <a:gd name="T3" fmla="*/ 24 h 3"/>
                <a:gd name="T4" fmla="*/ 16 w 2"/>
                <a:gd name="T5" fmla="*/ 0 h 3"/>
                <a:gd name="T6" fmla="*/ 0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32" name="Freeform 3011">
              <a:extLst>
                <a:ext uri="{FF2B5EF4-FFF2-40B4-BE49-F238E27FC236}">
                  <a16:creationId xmlns:a16="http://schemas.microsoft.com/office/drawing/2014/main" id="{A6FAC384-24B1-4450-97CB-27146B624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405"/>
              <a:ext cx="5" cy="9"/>
            </a:xfrm>
            <a:custGeom>
              <a:avLst/>
              <a:gdLst>
                <a:gd name="T0" fmla="*/ 5 w 3"/>
                <a:gd name="T1" fmla="*/ 13 h 5"/>
                <a:gd name="T2" fmla="*/ 5 w 3"/>
                <a:gd name="T3" fmla="*/ 29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3" y="3"/>
                    <a:pt x="3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33" name="Freeform 3012">
              <a:extLst>
                <a:ext uri="{FF2B5EF4-FFF2-40B4-BE49-F238E27FC236}">
                  <a16:creationId xmlns:a16="http://schemas.microsoft.com/office/drawing/2014/main" id="{2BE1B308-5DC9-49D6-B134-581ACF90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352"/>
              <a:ext cx="6" cy="8"/>
            </a:xfrm>
            <a:custGeom>
              <a:avLst/>
              <a:gdLst>
                <a:gd name="T0" fmla="*/ 0 w 3"/>
                <a:gd name="T1" fmla="*/ 16 h 4"/>
                <a:gd name="T2" fmla="*/ 8 w 3"/>
                <a:gd name="T3" fmla="*/ 32 h 4"/>
                <a:gd name="T4" fmla="*/ 8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4"/>
                    <a:pt x="3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34" name="Freeform 3013">
              <a:extLst>
                <a:ext uri="{FF2B5EF4-FFF2-40B4-BE49-F238E27FC236}">
                  <a16:creationId xmlns:a16="http://schemas.microsoft.com/office/drawing/2014/main" id="{A087241F-9B50-4AEA-A778-EC2CE7936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401"/>
              <a:ext cx="8" cy="13"/>
            </a:xfrm>
            <a:custGeom>
              <a:avLst/>
              <a:gdLst>
                <a:gd name="T0" fmla="*/ 8 w 4"/>
                <a:gd name="T1" fmla="*/ 20 h 7"/>
                <a:gd name="T2" fmla="*/ 16 w 4"/>
                <a:gd name="T3" fmla="*/ 45 h 7"/>
                <a:gd name="T4" fmla="*/ 0 w 4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3"/>
                  </a:moveTo>
                  <a:cubicBezTo>
                    <a:pt x="1" y="5"/>
                    <a:pt x="1" y="6"/>
                    <a:pt x="2" y="7"/>
                  </a:cubicBezTo>
                  <a:cubicBezTo>
                    <a:pt x="4" y="5"/>
                    <a:pt x="3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35" name="Freeform 3014">
              <a:extLst>
                <a:ext uri="{FF2B5EF4-FFF2-40B4-BE49-F238E27FC236}">
                  <a16:creationId xmlns:a16="http://schemas.microsoft.com/office/drawing/2014/main" id="{C841DDD2-DFB2-4D4F-B3BD-3DA3DD085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337"/>
              <a:ext cx="4" cy="6"/>
            </a:xfrm>
            <a:custGeom>
              <a:avLst/>
              <a:gdLst>
                <a:gd name="T0" fmla="*/ 0 w 2"/>
                <a:gd name="T1" fmla="*/ 8 h 3"/>
                <a:gd name="T2" fmla="*/ 8 w 2"/>
                <a:gd name="T3" fmla="*/ 24 h 3"/>
                <a:gd name="T4" fmla="*/ 16 w 2"/>
                <a:gd name="T5" fmla="*/ 8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36" name="Freeform 3015">
              <a:extLst>
                <a:ext uri="{FF2B5EF4-FFF2-40B4-BE49-F238E27FC236}">
                  <a16:creationId xmlns:a16="http://schemas.microsoft.com/office/drawing/2014/main" id="{7CA598D9-66D4-4726-A352-587ABE61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648"/>
              <a:ext cx="9" cy="11"/>
            </a:xfrm>
            <a:custGeom>
              <a:avLst/>
              <a:gdLst>
                <a:gd name="T0" fmla="*/ 13 w 5"/>
                <a:gd name="T1" fmla="*/ 7 h 6"/>
                <a:gd name="T2" fmla="*/ 13 w 5"/>
                <a:gd name="T3" fmla="*/ 31 h 6"/>
                <a:gd name="T4" fmla="*/ 2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4" y="6"/>
                    <a:pt x="5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37" name="Freeform 3016">
              <a:extLst>
                <a:ext uri="{FF2B5EF4-FFF2-40B4-BE49-F238E27FC236}">
                  <a16:creationId xmlns:a16="http://schemas.microsoft.com/office/drawing/2014/main" id="{8ABCDFF1-3DEE-4A48-860E-431C2AA3C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648"/>
              <a:ext cx="6" cy="9"/>
            </a:xfrm>
            <a:custGeom>
              <a:avLst/>
              <a:gdLst>
                <a:gd name="T0" fmla="*/ 0 w 3"/>
                <a:gd name="T1" fmla="*/ 7 h 5"/>
                <a:gd name="T2" fmla="*/ 8 w 3"/>
                <a:gd name="T3" fmla="*/ 29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38" name="Freeform 3017">
              <a:extLst>
                <a:ext uri="{FF2B5EF4-FFF2-40B4-BE49-F238E27FC236}">
                  <a16:creationId xmlns:a16="http://schemas.microsoft.com/office/drawing/2014/main" id="{37FE5607-E852-40F8-844D-509930350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640"/>
              <a:ext cx="15" cy="15"/>
            </a:xfrm>
            <a:custGeom>
              <a:avLst/>
              <a:gdLst>
                <a:gd name="T0" fmla="*/ 15 w 8"/>
                <a:gd name="T1" fmla="*/ 0 h 8"/>
                <a:gd name="T2" fmla="*/ 21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8"/>
                    <a:pt x="8" y="4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39" name="Freeform 3018">
              <a:extLst>
                <a:ext uri="{FF2B5EF4-FFF2-40B4-BE49-F238E27FC236}">
                  <a16:creationId xmlns:a16="http://schemas.microsoft.com/office/drawing/2014/main" id="{6C8472D1-98E2-4931-9BE2-93B69E0E0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629"/>
              <a:ext cx="15" cy="10"/>
            </a:xfrm>
            <a:custGeom>
              <a:avLst/>
              <a:gdLst>
                <a:gd name="T0" fmla="*/ 21 w 8"/>
                <a:gd name="T1" fmla="*/ 0 h 5"/>
                <a:gd name="T2" fmla="*/ 28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4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40" name="Freeform 3019">
              <a:extLst>
                <a:ext uri="{FF2B5EF4-FFF2-40B4-BE49-F238E27FC236}">
                  <a16:creationId xmlns:a16="http://schemas.microsoft.com/office/drawing/2014/main" id="{C6B2B7C0-D563-493D-A032-091C9ACA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697"/>
              <a:ext cx="17" cy="14"/>
            </a:xfrm>
            <a:custGeom>
              <a:avLst/>
              <a:gdLst>
                <a:gd name="T0" fmla="*/ 8 w 9"/>
                <a:gd name="T1" fmla="*/ 0 h 8"/>
                <a:gd name="T2" fmla="*/ 2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0"/>
                  </a:moveTo>
                  <a:cubicBezTo>
                    <a:pt x="0" y="8"/>
                    <a:pt x="9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41" name="Freeform 3020">
              <a:extLst>
                <a:ext uri="{FF2B5EF4-FFF2-40B4-BE49-F238E27FC236}">
                  <a16:creationId xmlns:a16="http://schemas.microsoft.com/office/drawing/2014/main" id="{70E70BD9-72ED-4FC5-8409-7CBFCC6AA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741"/>
              <a:ext cx="6" cy="10"/>
            </a:xfrm>
            <a:custGeom>
              <a:avLst/>
              <a:gdLst>
                <a:gd name="T0" fmla="*/ 0 w 3"/>
                <a:gd name="T1" fmla="*/ 8 h 5"/>
                <a:gd name="T2" fmla="*/ 16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3"/>
                    <a:pt x="0" y="5"/>
                    <a:pt x="2" y="5"/>
                  </a:cubicBezTo>
                  <a:cubicBezTo>
                    <a:pt x="3" y="4"/>
                    <a:pt x="3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42" name="Freeform 3021">
              <a:extLst>
                <a:ext uri="{FF2B5EF4-FFF2-40B4-BE49-F238E27FC236}">
                  <a16:creationId xmlns:a16="http://schemas.microsoft.com/office/drawing/2014/main" id="{21345EF3-4581-45BF-AD73-9D5A4B79B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732"/>
              <a:ext cx="5" cy="9"/>
            </a:xfrm>
            <a:custGeom>
              <a:avLst/>
              <a:gdLst>
                <a:gd name="T0" fmla="*/ 0 w 3"/>
                <a:gd name="T1" fmla="*/ 16 h 5"/>
                <a:gd name="T2" fmla="*/ 5 w 3"/>
                <a:gd name="T3" fmla="*/ 29 h 5"/>
                <a:gd name="T4" fmla="*/ 0 w 3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5"/>
                    <a:pt x="3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43" name="Freeform 3022">
              <a:extLst>
                <a:ext uri="{FF2B5EF4-FFF2-40B4-BE49-F238E27FC236}">
                  <a16:creationId xmlns:a16="http://schemas.microsoft.com/office/drawing/2014/main" id="{10B06017-48B8-42E4-A302-A0C322737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702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44" name="Freeform 3023">
              <a:extLst>
                <a:ext uri="{FF2B5EF4-FFF2-40B4-BE49-F238E27FC236}">
                  <a16:creationId xmlns:a16="http://schemas.microsoft.com/office/drawing/2014/main" id="{D79C36D6-8CA0-4858-BF49-68D9C5E68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614"/>
              <a:ext cx="10" cy="8"/>
            </a:xfrm>
            <a:custGeom>
              <a:avLst/>
              <a:gdLst>
                <a:gd name="T0" fmla="*/ 8 w 5"/>
                <a:gd name="T1" fmla="*/ 16 h 4"/>
                <a:gd name="T2" fmla="*/ 8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3"/>
                    <a:pt x="1" y="3"/>
                    <a:pt x="1" y="4"/>
                  </a:cubicBezTo>
                  <a:cubicBezTo>
                    <a:pt x="3" y="3"/>
                    <a:pt x="5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45" name="Freeform 3024">
              <a:extLst>
                <a:ext uri="{FF2B5EF4-FFF2-40B4-BE49-F238E27FC236}">
                  <a16:creationId xmlns:a16="http://schemas.microsoft.com/office/drawing/2014/main" id="{4EE38A95-B59A-4CD2-A660-94BE5D413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790"/>
              <a:ext cx="4" cy="6"/>
            </a:xfrm>
            <a:custGeom>
              <a:avLst/>
              <a:gdLst>
                <a:gd name="T0" fmla="*/ 0 w 2"/>
                <a:gd name="T1" fmla="*/ 8 h 3"/>
                <a:gd name="T2" fmla="*/ 0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2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46" name="Freeform 3025">
              <a:extLst>
                <a:ext uri="{FF2B5EF4-FFF2-40B4-BE49-F238E27FC236}">
                  <a16:creationId xmlns:a16="http://schemas.microsoft.com/office/drawing/2014/main" id="{9678F1D3-FC2F-4CC0-8AC1-296A337E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844"/>
              <a:ext cx="6" cy="10"/>
            </a:xfrm>
            <a:custGeom>
              <a:avLst/>
              <a:gdLst>
                <a:gd name="T0" fmla="*/ 0 w 3"/>
                <a:gd name="T1" fmla="*/ 16 h 5"/>
                <a:gd name="T2" fmla="*/ 16 w 3"/>
                <a:gd name="T3" fmla="*/ 40 h 5"/>
                <a:gd name="T4" fmla="*/ 0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4"/>
                    <a:pt x="1" y="5"/>
                    <a:pt x="2" y="5"/>
                  </a:cubicBezTo>
                  <a:cubicBezTo>
                    <a:pt x="3" y="4"/>
                    <a:pt x="3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47" name="Freeform 3026">
              <a:extLst>
                <a:ext uri="{FF2B5EF4-FFF2-40B4-BE49-F238E27FC236}">
                  <a16:creationId xmlns:a16="http://schemas.microsoft.com/office/drawing/2014/main" id="{E336257E-FF77-49D6-BCCE-2A015AD2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833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16 h 2"/>
                <a:gd name="T4" fmla="*/ 8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48" name="Freeform 3027">
              <a:extLst>
                <a:ext uri="{FF2B5EF4-FFF2-40B4-BE49-F238E27FC236}">
                  <a16:creationId xmlns:a16="http://schemas.microsoft.com/office/drawing/2014/main" id="{CB86B75D-3FD7-4ED3-B72D-91866F57E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850"/>
              <a:ext cx="11" cy="11"/>
            </a:xfrm>
            <a:custGeom>
              <a:avLst/>
              <a:gdLst>
                <a:gd name="T0" fmla="*/ 20 w 6"/>
                <a:gd name="T1" fmla="*/ 0 h 6"/>
                <a:gd name="T2" fmla="*/ 20 w 6"/>
                <a:gd name="T3" fmla="*/ 37 h 6"/>
                <a:gd name="T4" fmla="*/ 24 w 6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1"/>
                    <a:pt x="0" y="6"/>
                    <a:pt x="3" y="6"/>
                  </a:cubicBezTo>
                  <a:cubicBezTo>
                    <a:pt x="6" y="5"/>
                    <a:pt x="6" y="2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49" name="Freeform 3028">
              <a:extLst>
                <a:ext uri="{FF2B5EF4-FFF2-40B4-BE49-F238E27FC236}">
                  <a16:creationId xmlns:a16="http://schemas.microsoft.com/office/drawing/2014/main" id="{F20E96F5-7C1E-4F0B-8417-8FD0949E0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822"/>
              <a:ext cx="6" cy="9"/>
            </a:xfrm>
            <a:custGeom>
              <a:avLst/>
              <a:gdLst>
                <a:gd name="T0" fmla="*/ 8 w 3"/>
                <a:gd name="T1" fmla="*/ 0 h 5"/>
                <a:gd name="T2" fmla="*/ 16 w 3"/>
                <a:gd name="T3" fmla="*/ 29 h 5"/>
                <a:gd name="T4" fmla="*/ 16 w 3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5"/>
                    <a:pt x="2" y="5"/>
                  </a:cubicBezTo>
                  <a:cubicBezTo>
                    <a:pt x="3" y="3"/>
                    <a:pt x="2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50" name="Freeform 3029">
              <a:extLst>
                <a:ext uri="{FF2B5EF4-FFF2-40B4-BE49-F238E27FC236}">
                  <a16:creationId xmlns:a16="http://schemas.microsoft.com/office/drawing/2014/main" id="{4DCBF6E7-563D-419E-8A17-F29CB7F3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799"/>
              <a:ext cx="6" cy="8"/>
            </a:xfrm>
            <a:custGeom>
              <a:avLst/>
              <a:gdLst>
                <a:gd name="T0" fmla="*/ 0 w 3"/>
                <a:gd name="T1" fmla="*/ 8 h 4"/>
                <a:gd name="T2" fmla="*/ 16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51" name="Freeform 3030">
              <a:extLst>
                <a:ext uri="{FF2B5EF4-FFF2-40B4-BE49-F238E27FC236}">
                  <a16:creationId xmlns:a16="http://schemas.microsoft.com/office/drawing/2014/main" id="{D30A4E50-AE7E-41A9-BCD9-F333CC705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781"/>
              <a:ext cx="5" cy="5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13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52" name="Freeform 3031">
              <a:extLst>
                <a:ext uri="{FF2B5EF4-FFF2-40B4-BE49-F238E27FC236}">
                  <a16:creationId xmlns:a16="http://schemas.microsoft.com/office/drawing/2014/main" id="{CE9299CE-323C-407C-8313-5FF833ECB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740"/>
              <a:ext cx="13" cy="9"/>
            </a:xfrm>
            <a:custGeom>
              <a:avLst/>
              <a:gdLst>
                <a:gd name="T0" fmla="*/ 20 w 7"/>
                <a:gd name="T1" fmla="*/ 0 h 5"/>
                <a:gd name="T2" fmla="*/ 32 w 7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0" y="5"/>
                    <a:pt x="7" y="5"/>
                    <a:pt x="5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53" name="Freeform 3032">
              <a:extLst>
                <a:ext uri="{FF2B5EF4-FFF2-40B4-BE49-F238E27FC236}">
                  <a16:creationId xmlns:a16="http://schemas.microsoft.com/office/drawing/2014/main" id="{5B4707AC-3A77-4C7A-ABF3-D912041E7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695"/>
              <a:ext cx="17" cy="16"/>
            </a:xfrm>
            <a:custGeom>
              <a:avLst/>
              <a:gdLst>
                <a:gd name="T0" fmla="*/ 15 w 9"/>
                <a:gd name="T1" fmla="*/ 7 h 9"/>
                <a:gd name="T2" fmla="*/ 21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0" y="9"/>
                    <a:pt x="9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54" name="Freeform 3033">
              <a:extLst>
                <a:ext uri="{FF2B5EF4-FFF2-40B4-BE49-F238E27FC236}">
                  <a16:creationId xmlns:a16="http://schemas.microsoft.com/office/drawing/2014/main" id="{C72529F3-05D5-4468-9EB0-FA7D841B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895"/>
              <a:ext cx="12" cy="11"/>
            </a:xfrm>
            <a:custGeom>
              <a:avLst/>
              <a:gdLst>
                <a:gd name="T0" fmla="*/ 0 w 6"/>
                <a:gd name="T1" fmla="*/ 0 h 6"/>
                <a:gd name="T2" fmla="*/ 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6"/>
                    <a:pt x="6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55" name="Freeform 3034">
              <a:extLst>
                <a:ext uri="{FF2B5EF4-FFF2-40B4-BE49-F238E27FC236}">
                  <a16:creationId xmlns:a16="http://schemas.microsoft.com/office/drawing/2014/main" id="{74E76ED6-8A1C-4F02-A2AF-012134FC8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891"/>
              <a:ext cx="6" cy="8"/>
            </a:xfrm>
            <a:custGeom>
              <a:avLst/>
              <a:gdLst>
                <a:gd name="T0" fmla="*/ 8 w 3"/>
                <a:gd name="T1" fmla="*/ 8 h 4"/>
                <a:gd name="T2" fmla="*/ 16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2"/>
                    <a:pt x="2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56" name="Freeform 3035">
              <a:extLst>
                <a:ext uri="{FF2B5EF4-FFF2-40B4-BE49-F238E27FC236}">
                  <a16:creationId xmlns:a16="http://schemas.microsoft.com/office/drawing/2014/main" id="{53D9F102-3E38-42A7-9194-C7C9F85C8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891"/>
              <a:ext cx="7" cy="10"/>
            </a:xfrm>
            <a:custGeom>
              <a:avLst/>
              <a:gdLst>
                <a:gd name="T0" fmla="*/ 0 w 4"/>
                <a:gd name="T1" fmla="*/ 16 h 5"/>
                <a:gd name="T2" fmla="*/ 7 w 4"/>
                <a:gd name="T3" fmla="*/ 40 h 5"/>
                <a:gd name="T4" fmla="*/ 7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4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57" name="Freeform 3036">
              <a:extLst>
                <a:ext uri="{FF2B5EF4-FFF2-40B4-BE49-F238E27FC236}">
                  <a16:creationId xmlns:a16="http://schemas.microsoft.com/office/drawing/2014/main" id="{CDE435A3-8CDC-4526-893C-22F467E13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846"/>
              <a:ext cx="3" cy="8"/>
            </a:xfrm>
            <a:custGeom>
              <a:avLst/>
              <a:gdLst>
                <a:gd name="T0" fmla="*/ 0 w 2"/>
                <a:gd name="T1" fmla="*/ 16 h 4"/>
                <a:gd name="T2" fmla="*/ 0 w 2"/>
                <a:gd name="T3" fmla="*/ 32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2" y="4"/>
                    <a:pt x="2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58" name="Freeform 3037">
              <a:extLst>
                <a:ext uri="{FF2B5EF4-FFF2-40B4-BE49-F238E27FC236}">
                  <a16:creationId xmlns:a16="http://schemas.microsoft.com/office/drawing/2014/main" id="{4B4BAC87-1816-4373-AD46-D9A9F6283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784"/>
              <a:ext cx="5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24 h 3"/>
                <a:gd name="T4" fmla="*/ 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59" name="Freeform 3038">
              <a:extLst>
                <a:ext uri="{FF2B5EF4-FFF2-40B4-BE49-F238E27FC236}">
                  <a16:creationId xmlns:a16="http://schemas.microsoft.com/office/drawing/2014/main" id="{2F68F866-B7BA-4426-B928-F1CF3DD59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642"/>
              <a:ext cx="19" cy="17"/>
            </a:xfrm>
            <a:custGeom>
              <a:avLst/>
              <a:gdLst>
                <a:gd name="T0" fmla="*/ 40 w 10"/>
                <a:gd name="T1" fmla="*/ 0 h 9"/>
                <a:gd name="T2" fmla="*/ 21 w 10"/>
                <a:gd name="T3" fmla="*/ 60 h 9"/>
                <a:gd name="T4" fmla="*/ 48 w 10"/>
                <a:gd name="T5" fmla="*/ 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2" y="1"/>
                    <a:pt x="0" y="5"/>
                    <a:pt x="3" y="9"/>
                  </a:cubicBezTo>
                  <a:cubicBezTo>
                    <a:pt x="6" y="8"/>
                    <a:pt x="10" y="4"/>
                    <a:pt x="7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60" name="Freeform 3039">
              <a:extLst>
                <a:ext uri="{FF2B5EF4-FFF2-40B4-BE49-F238E27FC236}">
                  <a16:creationId xmlns:a16="http://schemas.microsoft.com/office/drawing/2014/main" id="{B086D03C-D2C2-4F24-A724-B1CA1F016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3690"/>
              <a:ext cx="15" cy="15"/>
            </a:xfrm>
            <a:custGeom>
              <a:avLst/>
              <a:gdLst>
                <a:gd name="T0" fmla="*/ 21 w 8"/>
                <a:gd name="T1" fmla="*/ 0 h 8"/>
                <a:gd name="T2" fmla="*/ 21 w 8"/>
                <a:gd name="T3" fmla="*/ 53 h 8"/>
                <a:gd name="T4" fmla="*/ 32 w 8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0" y="2"/>
                    <a:pt x="0" y="6"/>
                    <a:pt x="3" y="8"/>
                  </a:cubicBezTo>
                  <a:cubicBezTo>
                    <a:pt x="7" y="7"/>
                    <a:pt x="8" y="4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61" name="Freeform 3040">
              <a:extLst>
                <a:ext uri="{FF2B5EF4-FFF2-40B4-BE49-F238E27FC236}">
                  <a16:creationId xmlns:a16="http://schemas.microsoft.com/office/drawing/2014/main" id="{7179510D-0AF2-485A-9790-4D5B08C52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696"/>
              <a:ext cx="18" cy="15"/>
            </a:xfrm>
            <a:custGeom>
              <a:avLst/>
              <a:gdLst>
                <a:gd name="T0" fmla="*/ 36 w 10"/>
                <a:gd name="T1" fmla="*/ 0 h 8"/>
                <a:gd name="T2" fmla="*/ 13 w 10"/>
                <a:gd name="T3" fmla="*/ 45 h 8"/>
                <a:gd name="T4" fmla="*/ 41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6" y="0"/>
                  </a:moveTo>
                  <a:cubicBezTo>
                    <a:pt x="2" y="1"/>
                    <a:pt x="0" y="4"/>
                    <a:pt x="2" y="7"/>
                  </a:cubicBezTo>
                  <a:cubicBezTo>
                    <a:pt x="6" y="8"/>
                    <a:pt x="10" y="4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62" name="Freeform 3041">
              <a:extLst>
                <a:ext uri="{FF2B5EF4-FFF2-40B4-BE49-F238E27FC236}">
                  <a16:creationId xmlns:a16="http://schemas.microsoft.com/office/drawing/2014/main" id="{F4582DEA-FD66-4D0F-BD33-CDF640234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3653"/>
              <a:ext cx="6" cy="9"/>
            </a:xfrm>
            <a:custGeom>
              <a:avLst/>
              <a:gdLst>
                <a:gd name="T0" fmla="*/ 16 w 3"/>
                <a:gd name="T1" fmla="*/ 0 h 5"/>
                <a:gd name="T2" fmla="*/ 8 w 3"/>
                <a:gd name="T3" fmla="*/ 23 h 5"/>
                <a:gd name="T4" fmla="*/ 24 w 3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5"/>
                    <a:pt x="2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63" name="Freeform 3042">
              <a:extLst>
                <a:ext uri="{FF2B5EF4-FFF2-40B4-BE49-F238E27FC236}">
                  <a16:creationId xmlns:a16="http://schemas.microsoft.com/office/drawing/2014/main" id="{6A238FC9-8A53-4F14-B44B-D2B827897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621"/>
              <a:ext cx="46" cy="17"/>
            </a:xfrm>
            <a:custGeom>
              <a:avLst/>
              <a:gdLst>
                <a:gd name="T0" fmla="*/ 81 w 25"/>
                <a:gd name="T1" fmla="*/ 0 h 9"/>
                <a:gd name="T2" fmla="*/ 96 w 2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13" y="0"/>
                  </a:moveTo>
                  <a:cubicBezTo>
                    <a:pt x="0" y="6"/>
                    <a:pt x="25" y="9"/>
                    <a:pt x="1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64" name="Freeform 3043">
              <a:extLst>
                <a:ext uri="{FF2B5EF4-FFF2-40B4-BE49-F238E27FC236}">
                  <a16:creationId xmlns:a16="http://schemas.microsoft.com/office/drawing/2014/main" id="{53F1030D-EE57-409F-8684-37C62BD36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3587"/>
              <a:ext cx="11" cy="14"/>
            </a:xfrm>
            <a:custGeom>
              <a:avLst/>
              <a:gdLst>
                <a:gd name="T0" fmla="*/ 20 w 6"/>
                <a:gd name="T1" fmla="*/ 0 h 7"/>
                <a:gd name="T2" fmla="*/ 7 w 6"/>
                <a:gd name="T3" fmla="*/ 56 h 7"/>
                <a:gd name="T4" fmla="*/ 31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4" y="7"/>
                    <a:pt x="6" y="4"/>
                    <a:pt x="5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65" name="Freeform 3044">
              <a:extLst>
                <a:ext uri="{FF2B5EF4-FFF2-40B4-BE49-F238E27FC236}">
                  <a16:creationId xmlns:a16="http://schemas.microsoft.com/office/drawing/2014/main" id="{EB17BB3B-B796-410D-BF4C-0900C2C93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557"/>
              <a:ext cx="30" cy="27"/>
            </a:xfrm>
            <a:custGeom>
              <a:avLst/>
              <a:gdLst>
                <a:gd name="T0" fmla="*/ 45 w 16"/>
                <a:gd name="T1" fmla="*/ 0 h 14"/>
                <a:gd name="T2" fmla="*/ 60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7" y="0"/>
                  </a:moveTo>
                  <a:cubicBezTo>
                    <a:pt x="0" y="14"/>
                    <a:pt x="16" y="9"/>
                    <a:pt x="9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66" name="Freeform 3045">
              <a:extLst>
                <a:ext uri="{FF2B5EF4-FFF2-40B4-BE49-F238E27FC236}">
                  <a16:creationId xmlns:a16="http://schemas.microsoft.com/office/drawing/2014/main" id="{74428767-391A-47E1-B67A-D8BF11592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518"/>
              <a:ext cx="14" cy="13"/>
            </a:xfrm>
            <a:custGeom>
              <a:avLst/>
              <a:gdLst>
                <a:gd name="T0" fmla="*/ 16 w 7"/>
                <a:gd name="T1" fmla="*/ 0 h 7"/>
                <a:gd name="T2" fmla="*/ 8 w 7"/>
                <a:gd name="T3" fmla="*/ 45 h 7"/>
                <a:gd name="T4" fmla="*/ 32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4" y="7"/>
                    <a:pt x="7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67" name="Freeform 3046">
              <a:extLst>
                <a:ext uri="{FF2B5EF4-FFF2-40B4-BE49-F238E27FC236}">
                  <a16:creationId xmlns:a16="http://schemas.microsoft.com/office/drawing/2014/main" id="{EE9B5B1E-9803-401C-B480-DF3B7928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3486"/>
              <a:ext cx="14" cy="15"/>
            </a:xfrm>
            <a:custGeom>
              <a:avLst/>
              <a:gdLst>
                <a:gd name="T0" fmla="*/ 32 w 7"/>
                <a:gd name="T1" fmla="*/ 0 h 8"/>
                <a:gd name="T2" fmla="*/ 16 w 7"/>
                <a:gd name="T3" fmla="*/ 53 h 8"/>
                <a:gd name="T4" fmla="*/ 32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1" y="2"/>
                    <a:pt x="0" y="6"/>
                    <a:pt x="2" y="8"/>
                  </a:cubicBezTo>
                  <a:cubicBezTo>
                    <a:pt x="5" y="7"/>
                    <a:pt x="7" y="5"/>
                    <a:pt x="4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68" name="Freeform 3047">
              <a:extLst>
                <a:ext uri="{FF2B5EF4-FFF2-40B4-BE49-F238E27FC236}">
                  <a16:creationId xmlns:a16="http://schemas.microsoft.com/office/drawing/2014/main" id="{A33A93AA-D169-4F0C-8634-5E7024DA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481"/>
              <a:ext cx="50" cy="20"/>
            </a:xfrm>
            <a:custGeom>
              <a:avLst/>
              <a:gdLst>
                <a:gd name="T0" fmla="*/ 104 w 27"/>
                <a:gd name="T1" fmla="*/ 0 h 11"/>
                <a:gd name="T2" fmla="*/ 113 w 27"/>
                <a:gd name="T3" fmla="*/ 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16" y="0"/>
                  </a:moveTo>
                  <a:cubicBezTo>
                    <a:pt x="0" y="8"/>
                    <a:pt x="27" y="11"/>
                    <a:pt x="1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69" name="Freeform 3048">
              <a:extLst>
                <a:ext uri="{FF2B5EF4-FFF2-40B4-BE49-F238E27FC236}">
                  <a16:creationId xmlns:a16="http://schemas.microsoft.com/office/drawing/2014/main" id="{32D466CE-7F2D-4D14-AB6E-5A6AF8C0E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544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0 w 7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6"/>
                    <a:pt x="7" y="6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70" name="Freeform 3049">
              <a:extLst>
                <a:ext uri="{FF2B5EF4-FFF2-40B4-BE49-F238E27FC236}">
                  <a16:creationId xmlns:a16="http://schemas.microsoft.com/office/drawing/2014/main" id="{36A029C8-E9F0-4E43-9C8C-3BCC44EC9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561"/>
              <a:ext cx="12" cy="13"/>
            </a:xfrm>
            <a:custGeom>
              <a:avLst/>
              <a:gdLst>
                <a:gd name="T0" fmla="*/ 8 w 6"/>
                <a:gd name="T1" fmla="*/ 7 h 7"/>
                <a:gd name="T2" fmla="*/ 16 w 6"/>
                <a:gd name="T3" fmla="*/ 45 h 7"/>
                <a:gd name="T4" fmla="*/ 2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5" y="6"/>
                    <a:pt x="6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71" name="Freeform 3050">
              <a:extLst>
                <a:ext uri="{FF2B5EF4-FFF2-40B4-BE49-F238E27FC236}">
                  <a16:creationId xmlns:a16="http://schemas.microsoft.com/office/drawing/2014/main" id="{C803D937-85E5-4687-9811-1D22D6DE2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507"/>
              <a:ext cx="10" cy="9"/>
            </a:xfrm>
            <a:custGeom>
              <a:avLst/>
              <a:gdLst>
                <a:gd name="T0" fmla="*/ 24 w 5"/>
                <a:gd name="T1" fmla="*/ 0 h 5"/>
                <a:gd name="T2" fmla="*/ 8 w 5"/>
                <a:gd name="T3" fmla="*/ 23 h 5"/>
                <a:gd name="T4" fmla="*/ 4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5"/>
                    <a:pt x="4" y="4"/>
                    <a:pt x="5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72" name="Freeform 3051">
              <a:extLst>
                <a:ext uri="{FF2B5EF4-FFF2-40B4-BE49-F238E27FC236}">
                  <a16:creationId xmlns:a16="http://schemas.microsoft.com/office/drawing/2014/main" id="{4DD09C16-D0C4-40EF-822D-1B2C885C3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471"/>
              <a:ext cx="8" cy="10"/>
            </a:xfrm>
            <a:custGeom>
              <a:avLst/>
              <a:gdLst>
                <a:gd name="T0" fmla="*/ 8 w 4"/>
                <a:gd name="T1" fmla="*/ 0 h 5"/>
                <a:gd name="T2" fmla="*/ 32 w 4"/>
                <a:gd name="T3" fmla="*/ 32 h 5"/>
                <a:gd name="T4" fmla="*/ 16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3"/>
                    <a:pt x="0" y="5"/>
                    <a:pt x="4" y="4"/>
                  </a:cubicBezTo>
                  <a:cubicBezTo>
                    <a:pt x="4" y="3"/>
                    <a:pt x="3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73" name="Freeform 3052">
              <a:extLst>
                <a:ext uri="{FF2B5EF4-FFF2-40B4-BE49-F238E27FC236}">
                  <a16:creationId xmlns:a16="http://schemas.microsoft.com/office/drawing/2014/main" id="{BA9A5D8D-94BD-4123-BED9-AF8FE01C2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703"/>
              <a:ext cx="11" cy="10"/>
            </a:xfrm>
            <a:custGeom>
              <a:avLst/>
              <a:gdLst>
                <a:gd name="T0" fmla="*/ 7 w 6"/>
                <a:gd name="T1" fmla="*/ 8 h 5"/>
                <a:gd name="T2" fmla="*/ 0 w 6"/>
                <a:gd name="T3" fmla="*/ 40 h 5"/>
                <a:gd name="T4" fmla="*/ 1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4"/>
                    <a:pt x="6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74" name="Freeform 3053">
              <a:extLst>
                <a:ext uri="{FF2B5EF4-FFF2-40B4-BE49-F238E27FC236}">
                  <a16:creationId xmlns:a16="http://schemas.microsoft.com/office/drawing/2014/main" id="{72D06DE6-0816-4B7F-849E-CF3168070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765"/>
              <a:ext cx="8" cy="11"/>
            </a:xfrm>
            <a:custGeom>
              <a:avLst/>
              <a:gdLst>
                <a:gd name="T0" fmla="*/ 24 w 4"/>
                <a:gd name="T1" fmla="*/ 13 h 6"/>
                <a:gd name="T2" fmla="*/ 0 w 4"/>
                <a:gd name="T3" fmla="*/ 37 h 6"/>
                <a:gd name="T4" fmla="*/ 32 w 4"/>
                <a:gd name="T5" fmla="*/ 13 h 6"/>
                <a:gd name="T6" fmla="*/ 24 w 4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3" y="6"/>
                    <a:pt x="4" y="4"/>
                    <a:pt x="4" y="2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75" name="Freeform 3054">
              <a:extLst>
                <a:ext uri="{FF2B5EF4-FFF2-40B4-BE49-F238E27FC236}">
                  <a16:creationId xmlns:a16="http://schemas.microsoft.com/office/drawing/2014/main" id="{5823C375-A5D4-4CA9-97A9-3D1C81EB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775"/>
              <a:ext cx="19" cy="16"/>
            </a:xfrm>
            <a:custGeom>
              <a:avLst/>
              <a:gdLst>
                <a:gd name="T0" fmla="*/ 55 w 10"/>
                <a:gd name="T1" fmla="*/ 7 h 9"/>
                <a:gd name="T2" fmla="*/ 29 w 10"/>
                <a:gd name="T3" fmla="*/ 37 h 9"/>
                <a:gd name="T4" fmla="*/ 55 w 10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8" y="1"/>
                  </a:moveTo>
                  <a:cubicBezTo>
                    <a:pt x="5" y="0"/>
                    <a:pt x="0" y="5"/>
                    <a:pt x="4" y="7"/>
                  </a:cubicBezTo>
                  <a:cubicBezTo>
                    <a:pt x="8" y="9"/>
                    <a:pt x="10" y="3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76" name="Freeform 3055">
              <a:extLst>
                <a:ext uri="{FF2B5EF4-FFF2-40B4-BE49-F238E27FC236}">
                  <a16:creationId xmlns:a16="http://schemas.microsoft.com/office/drawing/2014/main" id="{D5D1EB8C-F010-475B-B5FE-A711F5D29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788"/>
              <a:ext cx="7" cy="11"/>
            </a:xfrm>
            <a:custGeom>
              <a:avLst/>
              <a:gdLst>
                <a:gd name="T0" fmla="*/ 21 w 4"/>
                <a:gd name="T1" fmla="*/ 0 h 6"/>
                <a:gd name="T2" fmla="*/ 0 w 4"/>
                <a:gd name="T3" fmla="*/ 37 h 6"/>
                <a:gd name="T4" fmla="*/ 16 w 4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2" y="5"/>
                    <a:pt x="3" y="4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77" name="Freeform 3056">
              <a:extLst>
                <a:ext uri="{FF2B5EF4-FFF2-40B4-BE49-F238E27FC236}">
                  <a16:creationId xmlns:a16="http://schemas.microsoft.com/office/drawing/2014/main" id="{780B9E46-482E-4C83-96E7-91B64D4D5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790"/>
              <a:ext cx="11" cy="13"/>
            </a:xfrm>
            <a:custGeom>
              <a:avLst/>
              <a:gdLst>
                <a:gd name="T0" fmla="*/ 13 w 6"/>
                <a:gd name="T1" fmla="*/ 7 h 7"/>
                <a:gd name="T2" fmla="*/ 7 w 6"/>
                <a:gd name="T3" fmla="*/ 45 h 7"/>
                <a:gd name="T4" fmla="*/ 31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5" y="6"/>
                    <a:pt x="6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78" name="Freeform 3057">
              <a:extLst>
                <a:ext uri="{FF2B5EF4-FFF2-40B4-BE49-F238E27FC236}">
                  <a16:creationId xmlns:a16="http://schemas.microsoft.com/office/drawing/2014/main" id="{A34CDB1D-9A49-4DDC-BD83-CD41D1676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732"/>
              <a:ext cx="13" cy="13"/>
            </a:xfrm>
            <a:custGeom>
              <a:avLst/>
              <a:gdLst>
                <a:gd name="T0" fmla="*/ 13 w 7"/>
                <a:gd name="T1" fmla="*/ 13 h 7"/>
                <a:gd name="T2" fmla="*/ 7 w 7"/>
                <a:gd name="T3" fmla="*/ 45 h 7"/>
                <a:gd name="T4" fmla="*/ 24 w 7"/>
                <a:gd name="T5" fmla="*/ 0 h 7"/>
                <a:gd name="T6" fmla="*/ 13 w 7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5" y="6"/>
                    <a:pt x="7" y="3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79" name="Freeform 3058">
              <a:extLst>
                <a:ext uri="{FF2B5EF4-FFF2-40B4-BE49-F238E27FC236}">
                  <a16:creationId xmlns:a16="http://schemas.microsoft.com/office/drawing/2014/main" id="{9F534CDF-F5F4-460A-B5BA-8C2A03F90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675"/>
              <a:ext cx="9" cy="10"/>
            </a:xfrm>
            <a:custGeom>
              <a:avLst/>
              <a:gdLst>
                <a:gd name="T0" fmla="*/ 7 w 5"/>
                <a:gd name="T1" fmla="*/ 8 h 5"/>
                <a:gd name="T2" fmla="*/ 7 w 5"/>
                <a:gd name="T3" fmla="*/ 4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80" name="Freeform 3059">
              <a:extLst>
                <a:ext uri="{FF2B5EF4-FFF2-40B4-BE49-F238E27FC236}">
                  <a16:creationId xmlns:a16="http://schemas.microsoft.com/office/drawing/2014/main" id="{05BB2A29-F9C5-4E91-A9A1-015F0DBB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3638"/>
              <a:ext cx="43" cy="22"/>
            </a:xfrm>
            <a:custGeom>
              <a:avLst/>
              <a:gdLst>
                <a:gd name="T0" fmla="*/ 67 w 23"/>
                <a:gd name="T1" fmla="*/ 0 h 12"/>
                <a:gd name="T2" fmla="*/ 67 w 2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10" y="0"/>
                  </a:moveTo>
                  <a:cubicBezTo>
                    <a:pt x="0" y="12"/>
                    <a:pt x="23" y="1"/>
                    <a:pt x="1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81" name="Freeform 3060">
              <a:extLst>
                <a:ext uri="{FF2B5EF4-FFF2-40B4-BE49-F238E27FC236}">
                  <a16:creationId xmlns:a16="http://schemas.microsoft.com/office/drawing/2014/main" id="{B73AEBB2-23D5-43C9-A545-B567658B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3838"/>
              <a:ext cx="9" cy="13"/>
            </a:xfrm>
            <a:custGeom>
              <a:avLst/>
              <a:gdLst>
                <a:gd name="T0" fmla="*/ 7 w 5"/>
                <a:gd name="T1" fmla="*/ 24 h 7"/>
                <a:gd name="T2" fmla="*/ 7 w 5"/>
                <a:gd name="T3" fmla="*/ 45 h 7"/>
                <a:gd name="T4" fmla="*/ 29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0" y="5"/>
                    <a:pt x="0" y="6"/>
                    <a:pt x="1" y="7"/>
                  </a:cubicBezTo>
                  <a:cubicBezTo>
                    <a:pt x="4" y="6"/>
                    <a:pt x="5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82" name="Freeform 3061">
              <a:extLst>
                <a:ext uri="{FF2B5EF4-FFF2-40B4-BE49-F238E27FC236}">
                  <a16:creationId xmlns:a16="http://schemas.microsoft.com/office/drawing/2014/main" id="{029BF9B9-D14F-4FC4-8088-80C9628C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853"/>
              <a:ext cx="16" cy="13"/>
            </a:xfrm>
            <a:custGeom>
              <a:avLst/>
              <a:gdLst>
                <a:gd name="T0" fmla="*/ 28 w 9"/>
                <a:gd name="T1" fmla="*/ 7 h 7"/>
                <a:gd name="T2" fmla="*/ 0 w 9"/>
                <a:gd name="T3" fmla="*/ 37 h 7"/>
                <a:gd name="T4" fmla="*/ 37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4" y="7"/>
                    <a:pt x="9" y="4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83" name="Freeform 3062">
              <a:extLst>
                <a:ext uri="{FF2B5EF4-FFF2-40B4-BE49-F238E27FC236}">
                  <a16:creationId xmlns:a16="http://schemas.microsoft.com/office/drawing/2014/main" id="{76698B64-7C17-4D04-BC24-17367E516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885"/>
              <a:ext cx="23" cy="15"/>
            </a:xfrm>
            <a:custGeom>
              <a:avLst/>
              <a:gdLst>
                <a:gd name="T0" fmla="*/ 23 w 12"/>
                <a:gd name="T1" fmla="*/ 15 h 8"/>
                <a:gd name="T2" fmla="*/ 48 w 12"/>
                <a:gd name="T3" fmla="*/ 45 h 8"/>
                <a:gd name="T4" fmla="*/ 48 w 12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3" y="2"/>
                  </a:moveTo>
                  <a:cubicBezTo>
                    <a:pt x="0" y="6"/>
                    <a:pt x="3" y="8"/>
                    <a:pt x="7" y="7"/>
                  </a:cubicBezTo>
                  <a:cubicBezTo>
                    <a:pt x="11" y="5"/>
                    <a:pt x="12" y="0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84" name="Freeform 3063">
              <a:extLst>
                <a:ext uri="{FF2B5EF4-FFF2-40B4-BE49-F238E27FC236}">
                  <a16:creationId xmlns:a16="http://schemas.microsoft.com/office/drawing/2014/main" id="{DAB630F8-D3B4-4616-8D60-7A2CE8E80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919"/>
              <a:ext cx="12" cy="7"/>
            </a:xfrm>
            <a:custGeom>
              <a:avLst/>
              <a:gdLst>
                <a:gd name="T0" fmla="*/ 24 w 6"/>
                <a:gd name="T1" fmla="*/ 7 h 4"/>
                <a:gd name="T2" fmla="*/ 16 w 6"/>
                <a:gd name="T3" fmla="*/ 21 h 4"/>
                <a:gd name="T4" fmla="*/ 4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4"/>
                    <a:pt x="6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85" name="Freeform 3064">
              <a:extLst>
                <a:ext uri="{FF2B5EF4-FFF2-40B4-BE49-F238E27FC236}">
                  <a16:creationId xmlns:a16="http://schemas.microsoft.com/office/drawing/2014/main" id="{D749369A-8258-4138-A2A2-925A136A3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909"/>
              <a:ext cx="20" cy="17"/>
            </a:xfrm>
            <a:custGeom>
              <a:avLst/>
              <a:gdLst>
                <a:gd name="T0" fmla="*/ 24 w 11"/>
                <a:gd name="T1" fmla="*/ 15 h 9"/>
                <a:gd name="T2" fmla="*/ 36 w 11"/>
                <a:gd name="T3" fmla="*/ 47 h 9"/>
                <a:gd name="T4" fmla="*/ 44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2"/>
                  </a:moveTo>
                  <a:cubicBezTo>
                    <a:pt x="0" y="4"/>
                    <a:pt x="1" y="9"/>
                    <a:pt x="6" y="7"/>
                  </a:cubicBezTo>
                  <a:cubicBezTo>
                    <a:pt x="9" y="6"/>
                    <a:pt x="11" y="0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86" name="Freeform 3065">
              <a:extLst>
                <a:ext uri="{FF2B5EF4-FFF2-40B4-BE49-F238E27FC236}">
                  <a16:creationId xmlns:a16="http://schemas.microsoft.com/office/drawing/2014/main" id="{F8C8FB66-0750-46EB-98AB-983EB94C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872"/>
              <a:ext cx="17" cy="11"/>
            </a:xfrm>
            <a:custGeom>
              <a:avLst/>
              <a:gdLst>
                <a:gd name="T0" fmla="*/ 28 w 9"/>
                <a:gd name="T1" fmla="*/ 0 h 6"/>
                <a:gd name="T2" fmla="*/ 28 w 9"/>
                <a:gd name="T3" fmla="*/ 31 h 6"/>
                <a:gd name="T4" fmla="*/ 40 w 9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0"/>
                  </a:moveTo>
                  <a:cubicBezTo>
                    <a:pt x="1" y="1"/>
                    <a:pt x="0" y="5"/>
                    <a:pt x="4" y="5"/>
                  </a:cubicBezTo>
                  <a:cubicBezTo>
                    <a:pt x="7" y="6"/>
                    <a:pt x="9" y="2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87" name="Freeform 3066">
              <a:extLst>
                <a:ext uri="{FF2B5EF4-FFF2-40B4-BE49-F238E27FC236}">
                  <a16:creationId xmlns:a16="http://schemas.microsoft.com/office/drawing/2014/main" id="{6D3A21C8-BF43-4D1A-BB3C-7EA1BF20D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881"/>
              <a:ext cx="7" cy="10"/>
            </a:xfrm>
            <a:custGeom>
              <a:avLst/>
              <a:gdLst>
                <a:gd name="T0" fmla="*/ 12 w 4"/>
                <a:gd name="T1" fmla="*/ 8 h 5"/>
                <a:gd name="T2" fmla="*/ 7 w 4"/>
                <a:gd name="T3" fmla="*/ 32 h 5"/>
                <a:gd name="T4" fmla="*/ 2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5"/>
                    <a:pt x="4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88" name="Freeform 3067">
              <a:extLst>
                <a:ext uri="{FF2B5EF4-FFF2-40B4-BE49-F238E27FC236}">
                  <a16:creationId xmlns:a16="http://schemas.microsoft.com/office/drawing/2014/main" id="{C5D83C07-0B9F-4F6C-8B5D-03B8312FB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3849"/>
              <a:ext cx="17" cy="12"/>
            </a:xfrm>
            <a:custGeom>
              <a:avLst/>
              <a:gdLst>
                <a:gd name="T0" fmla="*/ 28 w 9"/>
                <a:gd name="T1" fmla="*/ 8 h 6"/>
                <a:gd name="T2" fmla="*/ 8 w 9"/>
                <a:gd name="T3" fmla="*/ 40 h 6"/>
                <a:gd name="T4" fmla="*/ 4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6"/>
                    <a:pt x="9" y="3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89" name="Freeform 3068">
              <a:extLst>
                <a:ext uri="{FF2B5EF4-FFF2-40B4-BE49-F238E27FC236}">
                  <a16:creationId xmlns:a16="http://schemas.microsoft.com/office/drawing/2014/main" id="{94AC066F-5E53-4CC7-B4FF-56AFC0216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825"/>
              <a:ext cx="13" cy="9"/>
            </a:xfrm>
            <a:custGeom>
              <a:avLst/>
              <a:gdLst>
                <a:gd name="T0" fmla="*/ 7 w 7"/>
                <a:gd name="T1" fmla="*/ 0 h 5"/>
                <a:gd name="T2" fmla="*/ 7 w 7"/>
                <a:gd name="T3" fmla="*/ 29 h 5"/>
                <a:gd name="T4" fmla="*/ 2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7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0" name="Freeform 3069">
              <a:extLst>
                <a:ext uri="{FF2B5EF4-FFF2-40B4-BE49-F238E27FC236}">
                  <a16:creationId xmlns:a16="http://schemas.microsoft.com/office/drawing/2014/main" id="{F6496D78-5F51-4715-896E-FD9DDF766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3819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32 w 5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4"/>
                    <a:pt x="5" y="4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1" name="Freeform 3070">
              <a:extLst>
                <a:ext uri="{FF2B5EF4-FFF2-40B4-BE49-F238E27FC236}">
                  <a16:creationId xmlns:a16="http://schemas.microsoft.com/office/drawing/2014/main" id="{BFF6A58B-EE22-47AD-AA72-C98920A96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3814"/>
              <a:ext cx="12" cy="7"/>
            </a:xfrm>
            <a:custGeom>
              <a:avLst/>
              <a:gdLst>
                <a:gd name="T0" fmla="*/ 8 w 6"/>
                <a:gd name="T1" fmla="*/ 0 h 4"/>
                <a:gd name="T2" fmla="*/ 4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4"/>
                    <a:pt x="6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2" name="Freeform 3071">
              <a:extLst>
                <a:ext uri="{FF2B5EF4-FFF2-40B4-BE49-F238E27FC236}">
                  <a16:creationId xmlns:a16="http://schemas.microsoft.com/office/drawing/2014/main" id="{28936C6F-80F6-4F3D-B927-5DCC32917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791"/>
              <a:ext cx="8" cy="6"/>
            </a:xfrm>
            <a:custGeom>
              <a:avLst/>
              <a:gdLst>
                <a:gd name="T0" fmla="*/ 24 w 4"/>
                <a:gd name="T1" fmla="*/ 0 h 3"/>
                <a:gd name="T2" fmla="*/ 0 w 4"/>
                <a:gd name="T3" fmla="*/ 16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2" y="3"/>
                    <a:pt x="3" y="2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3" name="Freeform 3072">
              <a:extLst>
                <a:ext uri="{FF2B5EF4-FFF2-40B4-BE49-F238E27FC236}">
                  <a16:creationId xmlns:a16="http://schemas.microsoft.com/office/drawing/2014/main" id="{A13A946F-6321-47BA-AE96-7DE2235AF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842"/>
              <a:ext cx="11" cy="9"/>
            </a:xfrm>
            <a:custGeom>
              <a:avLst/>
              <a:gdLst>
                <a:gd name="T0" fmla="*/ 13 w 6"/>
                <a:gd name="T1" fmla="*/ 7 h 5"/>
                <a:gd name="T2" fmla="*/ 37 w 6"/>
                <a:gd name="T3" fmla="*/ 7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5"/>
                    <a:pt x="6" y="5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4" name="Freeform 3073">
              <a:extLst>
                <a:ext uri="{FF2B5EF4-FFF2-40B4-BE49-F238E27FC236}">
                  <a16:creationId xmlns:a16="http://schemas.microsoft.com/office/drawing/2014/main" id="{EA3A12B8-77AE-4458-9F58-276B5E2B8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876"/>
              <a:ext cx="13" cy="7"/>
            </a:xfrm>
            <a:custGeom>
              <a:avLst/>
              <a:gdLst>
                <a:gd name="T0" fmla="*/ 7 w 7"/>
                <a:gd name="T1" fmla="*/ 7 h 4"/>
                <a:gd name="T2" fmla="*/ 7 w 7"/>
                <a:gd name="T3" fmla="*/ 16 h 4"/>
                <a:gd name="T4" fmla="*/ 20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5" y="4"/>
                    <a:pt x="7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5" name="Freeform 3074">
              <a:extLst>
                <a:ext uri="{FF2B5EF4-FFF2-40B4-BE49-F238E27FC236}">
                  <a16:creationId xmlns:a16="http://schemas.microsoft.com/office/drawing/2014/main" id="{92C4F4D7-FF12-48A0-8BE1-9CB94020C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894"/>
              <a:ext cx="7" cy="6"/>
            </a:xfrm>
            <a:custGeom>
              <a:avLst/>
              <a:gdLst>
                <a:gd name="T0" fmla="*/ 0 w 4"/>
                <a:gd name="T1" fmla="*/ 16 h 3"/>
                <a:gd name="T2" fmla="*/ 21 w 4"/>
                <a:gd name="T3" fmla="*/ 8 h 3"/>
                <a:gd name="T4" fmla="*/ 7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2"/>
                    <a:pt x="3" y="3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6" name="Freeform 3075">
              <a:extLst>
                <a:ext uri="{FF2B5EF4-FFF2-40B4-BE49-F238E27FC236}">
                  <a16:creationId xmlns:a16="http://schemas.microsoft.com/office/drawing/2014/main" id="{EBC23DB7-6CF3-4226-9AB5-E94832C40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881"/>
              <a:ext cx="20" cy="13"/>
            </a:xfrm>
            <a:custGeom>
              <a:avLst/>
              <a:gdLst>
                <a:gd name="T0" fmla="*/ 36 w 11"/>
                <a:gd name="T1" fmla="*/ 0 h 7"/>
                <a:gd name="T2" fmla="*/ 49 w 11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6" y="0"/>
                  </a:moveTo>
                  <a:cubicBezTo>
                    <a:pt x="0" y="4"/>
                    <a:pt x="11" y="7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7" name="Freeform 3076">
              <a:extLst>
                <a:ext uri="{FF2B5EF4-FFF2-40B4-BE49-F238E27FC236}">
                  <a16:creationId xmlns:a16="http://schemas.microsoft.com/office/drawing/2014/main" id="{01F12DF8-737F-4CF3-9140-E4F2895B6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900"/>
              <a:ext cx="17" cy="9"/>
            </a:xfrm>
            <a:custGeom>
              <a:avLst/>
              <a:gdLst>
                <a:gd name="T0" fmla="*/ 28 w 9"/>
                <a:gd name="T1" fmla="*/ 0 h 5"/>
                <a:gd name="T2" fmla="*/ 53 w 9"/>
                <a:gd name="T3" fmla="*/ 7 h 5"/>
                <a:gd name="T4" fmla="*/ 53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3"/>
                    <a:pt x="5" y="5"/>
                    <a:pt x="8" y="1"/>
                  </a:cubicBezTo>
                  <a:cubicBezTo>
                    <a:pt x="9" y="0"/>
                    <a:pt x="8" y="0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8" name="Freeform 3077">
              <a:extLst>
                <a:ext uri="{FF2B5EF4-FFF2-40B4-BE49-F238E27FC236}">
                  <a16:creationId xmlns:a16="http://schemas.microsoft.com/office/drawing/2014/main" id="{DEFC803C-4E04-478A-9465-6F349F70E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3915"/>
              <a:ext cx="15" cy="9"/>
            </a:xfrm>
            <a:custGeom>
              <a:avLst/>
              <a:gdLst>
                <a:gd name="T0" fmla="*/ 8 w 8"/>
                <a:gd name="T1" fmla="*/ 0 h 5"/>
                <a:gd name="T2" fmla="*/ 32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0" y="5"/>
                    <a:pt x="8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9" name="Freeform 3078">
              <a:extLst>
                <a:ext uri="{FF2B5EF4-FFF2-40B4-BE49-F238E27FC236}">
                  <a16:creationId xmlns:a16="http://schemas.microsoft.com/office/drawing/2014/main" id="{2AA0DF7D-A535-46DF-BA9D-CCDD4029E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936"/>
              <a:ext cx="16" cy="18"/>
            </a:xfrm>
            <a:custGeom>
              <a:avLst/>
              <a:gdLst>
                <a:gd name="T0" fmla="*/ 37 w 9"/>
                <a:gd name="T1" fmla="*/ 13 h 10"/>
                <a:gd name="T2" fmla="*/ 16 w 9"/>
                <a:gd name="T3" fmla="*/ 41 h 10"/>
                <a:gd name="T4" fmla="*/ 44 w 9"/>
                <a:gd name="T5" fmla="*/ 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2"/>
                  </a:moveTo>
                  <a:cubicBezTo>
                    <a:pt x="4" y="0"/>
                    <a:pt x="0" y="4"/>
                    <a:pt x="3" y="7"/>
                  </a:cubicBezTo>
                  <a:cubicBezTo>
                    <a:pt x="5" y="10"/>
                    <a:pt x="9" y="5"/>
                    <a:pt x="8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0" name="Freeform 3079">
              <a:extLst>
                <a:ext uri="{FF2B5EF4-FFF2-40B4-BE49-F238E27FC236}">
                  <a16:creationId xmlns:a16="http://schemas.microsoft.com/office/drawing/2014/main" id="{4503B73C-D202-4A98-8BAF-CA748F59F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932"/>
              <a:ext cx="6" cy="7"/>
            </a:xfrm>
            <a:custGeom>
              <a:avLst/>
              <a:gdLst>
                <a:gd name="T0" fmla="*/ 24 w 3"/>
                <a:gd name="T1" fmla="*/ 7 h 4"/>
                <a:gd name="T2" fmla="*/ 0 w 3"/>
                <a:gd name="T3" fmla="*/ 21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1" name="Freeform 3080">
              <a:extLst>
                <a:ext uri="{FF2B5EF4-FFF2-40B4-BE49-F238E27FC236}">
                  <a16:creationId xmlns:a16="http://schemas.microsoft.com/office/drawing/2014/main" id="{98E6FE19-4A29-4948-9E39-B38ABC5BE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919"/>
              <a:ext cx="19" cy="13"/>
            </a:xfrm>
            <a:custGeom>
              <a:avLst/>
              <a:gdLst>
                <a:gd name="T0" fmla="*/ 21 w 10"/>
                <a:gd name="T1" fmla="*/ 13 h 7"/>
                <a:gd name="T2" fmla="*/ 8 w 10"/>
                <a:gd name="T3" fmla="*/ 13 h 7"/>
                <a:gd name="T4" fmla="*/ 68 w 10"/>
                <a:gd name="T5" fmla="*/ 7 h 7"/>
                <a:gd name="T6" fmla="*/ 40 w 10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3" y="2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7"/>
                    <a:pt x="9" y="4"/>
                    <a:pt x="10" y="1"/>
                  </a:cubicBezTo>
                  <a:cubicBezTo>
                    <a:pt x="9" y="0"/>
                    <a:pt x="7" y="0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2" name="Freeform 3081">
              <a:extLst>
                <a:ext uri="{FF2B5EF4-FFF2-40B4-BE49-F238E27FC236}">
                  <a16:creationId xmlns:a16="http://schemas.microsoft.com/office/drawing/2014/main" id="{833FB2CA-F520-4148-8977-33235067D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3907"/>
              <a:ext cx="6" cy="6"/>
            </a:xfrm>
            <a:custGeom>
              <a:avLst/>
              <a:gdLst>
                <a:gd name="T0" fmla="*/ 8 w 3"/>
                <a:gd name="T1" fmla="*/ 8 h 3"/>
                <a:gd name="T2" fmla="*/ 8 w 3"/>
                <a:gd name="T3" fmla="*/ 24 h 3"/>
                <a:gd name="T4" fmla="*/ 24 w 3"/>
                <a:gd name="T5" fmla="*/ 16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0"/>
                    <a:pt x="2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3" name="Freeform 3082">
              <a:extLst>
                <a:ext uri="{FF2B5EF4-FFF2-40B4-BE49-F238E27FC236}">
                  <a16:creationId xmlns:a16="http://schemas.microsoft.com/office/drawing/2014/main" id="{B685DC5A-F172-4E7E-8BFB-0A3A119B5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939"/>
              <a:ext cx="13" cy="12"/>
            </a:xfrm>
            <a:custGeom>
              <a:avLst/>
              <a:gdLst>
                <a:gd name="T0" fmla="*/ 32 w 7"/>
                <a:gd name="T1" fmla="*/ 0 h 6"/>
                <a:gd name="T2" fmla="*/ 0 w 7"/>
                <a:gd name="T3" fmla="*/ 8 h 6"/>
                <a:gd name="T4" fmla="*/ 45 w 7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  <a:cubicBezTo>
                    <a:pt x="1" y="4"/>
                    <a:pt x="7" y="6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4" name="Freeform 3083">
              <a:extLst>
                <a:ext uri="{FF2B5EF4-FFF2-40B4-BE49-F238E27FC236}">
                  <a16:creationId xmlns:a16="http://schemas.microsoft.com/office/drawing/2014/main" id="{A88EA2EA-D14F-4E69-BE93-F1850A051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949"/>
              <a:ext cx="19" cy="9"/>
            </a:xfrm>
            <a:custGeom>
              <a:avLst/>
              <a:gdLst>
                <a:gd name="T0" fmla="*/ 40 w 10"/>
                <a:gd name="T1" fmla="*/ 7 h 5"/>
                <a:gd name="T2" fmla="*/ 29 w 10"/>
                <a:gd name="T3" fmla="*/ 23 h 5"/>
                <a:gd name="T4" fmla="*/ 55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6" y="1"/>
                  </a:moveTo>
                  <a:cubicBezTo>
                    <a:pt x="3" y="0"/>
                    <a:pt x="0" y="3"/>
                    <a:pt x="4" y="4"/>
                  </a:cubicBezTo>
                  <a:cubicBezTo>
                    <a:pt x="7" y="5"/>
                    <a:pt x="10" y="2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5" name="Freeform 3084">
              <a:extLst>
                <a:ext uri="{FF2B5EF4-FFF2-40B4-BE49-F238E27FC236}">
                  <a16:creationId xmlns:a16="http://schemas.microsoft.com/office/drawing/2014/main" id="{C48CF56E-9C07-4F33-9921-8CF3D807C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965"/>
              <a:ext cx="11" cy="12"/>
            </a:xfrm>
            <a:custGeom>
              <a:avLst/>
              <a:gdLst>
                <a:gd name="T0" fmla="*/ 20 w 6"/>
                <a:gd name="T1" fmla="*/ 0 h 6"/>
                <a:gd name="T2" fmla="*/ 31 w 6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0" y="4"/>
                    <a:pt x="6" y="6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6" name="Freeform 3085">
              <a:extLst>
                <a:ext uri="{FF2B5EF4-FFF2-40B4-BE49-F238E27FC236}">
                  <a16:creationId xmlns:a16="http://schemas.microsoft.com/office/drawing/2014/main" id="{7D84E0C6-A5E9-441B-8C56-89BEAD07F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3943"/>
              <a:ext cx="17" cy="13"/>
            </a:xfrm>
            <a:custGeom>
              <a:avLst/>
              <a:gdLst>
                <a:gd name="T0" fmla="*/ 28 w 9"/>
                <a:gd name="T1" fmla="*/ 7 h 7"/>
                <a:gd name="T2" fmla="*/ 0 w 9"/>
                <a:gd name="T3" fmla="*/ 13 h 7"/>
                <a:gd name="T4" fmla="*/ 60 w 9"/>
                <a:gd name="T5" fmla="*/ 7 h 7"/>
                <a:gd name="T6" fmla="*/ 47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4" y="1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7"/>
                    <a:pt x="8" y="4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7" name="Freeform 3086">
              <a:extLst>
                <a:ext uri="{FF2B5EF4-FFF2-40B4-BE49-F238E27FC236}">
                  <a16:creationId xmlns:a16="http://schemas.microsoft.com/office/drawing/2014/main" id="{75F0A7A0-2D0E-4BA1-8C13-07D05FD5C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913"/>
              <a:ext cx="21" cy="15"/>
            </a:xfrm>
            <a:custGeom>
              <a:avLst/>
              <a:gdLst>
                <a:gd name="T0" fmla="*/ 48 w 11"/>
                <a:gd name="T1" fmla="*/ 0 h 8"/>
                <a:gd name="T2" fmla="*/ 61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7" y="0"/>
                  </a:moveTo>
                  <a:cubicBezTo>
                    <a:pt x="0" y="2"/>
                    <a:pt x="11" y="8"/>
                    <a:pt x="9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8" name="Freeform 3087">
              <a:extLst>
                <a:ext uri="{FF2B5EF4-FFF2-40B4-BE49-F238E27FC236}">
                  <a16:creationId xmlns:a16="http://schemas.microsoft.com/office/drawing/2014/main" id="{2EE41C7A-1FFC-4949-9BEB-E8A4657A3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878"/>
              <a:ext cx="21" cy="13"/>
            </a:xfrm>
            <a:custGeom>
              <a:avLst/>
              <a:gdLst>
                <a:gd name="T0" fmla="*/ 36 w 11"/>
                <a:gd name="T1" fmla="*/ 0 h 7"/>
                <a:gd name="T2" fmla="*/ 15 w 11"/>
                <a:gd name="T3" fmla="*/ 32 h 7"/>
                <a:gd name="T4" fmla="*/ 61 w 11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5" y="7"/>
                    <a:pt x="11" y="4"/>
                    <a:pt x="9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9" name="Freeform 3088">
              <a:extLst>
                <a:ext uri="{FF2B5EF4-FFF2-40B4-BE49-F238E27FC236}">
                  <a16:creationId xmlns:a16="http://schemas.microsoft.com/office/drawing/2014/main" id="{E4655B33-86AA-42E9-B631-6D701340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878"/>
              <a:ext cx="9" cy="9"/>
            </a:xfrm>
            <a:custGeom>
              <a:avLst/>
              <a:gdLst>
                <a:gd name="T0" fmla="*/ 16 w 5"/>
                <a:gd name="T1" fmla="*/ 7 h 5"/>
                <a:gd name="T2" fmla="*/ 0 w 5"/>
                <a:gd name="T3" fmla="*/ 7 h 5"/>
                <a:gd name="T4" fmla="*/ 29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5"/>
                    <a:pt x="5" y="3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0" name="Freeform 3089">
              <a:extLst>
                <a:ext uri="{FF2B5EF4-FFF2-40B4-BE49-F238E27FC236}">
                  <a16:creationId xmlns:a16="http://schemas.microsoft.com/office/drawing/2014/main" id="{768F1E7A-0076-44D8-A581-C9666EA91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960"/>
              <a:ext cx="8" cy="5"/>
            </a:xfrm>
            <a:custGeom>
              <a:avLst/>
              <a:gdLst>
                <a:gd name="T0" fmla="*/ 8 w 4"/>
                <a:gd name="T1" fmla="*/ 8 h 3"/>
                <a:gd name="T2" fmla="*/ 0 w 4"/>
                <a:gd name="T3" fmla="*/ 0 h 3"/>
                <a:gd name="T4" fmla="*/ 8 w 4"/>
                <a:gd name="T5" fmla="*/ 13 h 3"/>
                <a:gd name="T6" fmla="*/ 32 w 4"/>
                <a:gd name="T7" fmla="*/ 0 h 3"/>
                <a:gd name="T8" fmla="*/ 16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2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1" name="Freeform 3090">
              <a:extLst>
                <a:ext uri="{FF2B5EF4-FFF2-40B4-BE49-F238E27FC236}">
                  <a16:creationId xmlns:a16="http://schemas.microsoft.com/office/drawing/2014/main" id="{6FB78428-2954-4FCB-A697-8554D9FF3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853"/>
              <a:ext cx="11" cy="10"/>
            </a:xfrm>
            <a:custGeom>
              <a:avLst/>
              <a:gdLst>
                <a:gd name="T0" fmla="*/ 20 w 6"/>
                <a:gd name="T1" fmla="*/ 0 h 5"/>
                <a:gd name="T2" fmla="*/ 24 w 6"/>
                <a:gd name="T3" fmla="*/ 40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1"/>
                    <a:pt x="1" y="4"/>
                    <a:pt x="4" y="5"/>
                  </a:cubicBezTo>
                  <a:cubicBezTo>
                    <a:pt x="5" y="4"/>
                    <a:pt x="6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2" name="Freeform 3091">
              <a:extLst>
                <a:ext uri="{FF2B5EF4-FFF2-40B4-BE49-F238E27FC236}">
                  <a16:creationId xmlns:a16="http://schemas.microsoft.com/office/drawing/2014/main" id="{92FF8044-F3A0-45D6-8B0E-694F7817E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3876"/>
              <a:ext cx="35" cy="18"/>
            </a:xfrm>
            <a:custGeom>
              <a:avLst/>
              <a:gdLst>
                <a:gd name="T0" fmla="*/ 44 w 19"/>
                <a:gd name="T1" fmla="*/ 7 h 10"/>
                <a:gd name="T2" fmla="*/ 24 w 19"/>
                <a:gd name="T3" fmla="*/ 0 h 10"/>
                <a:gd name="T4" fmla="*/ 52 w 1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10"/>
                    <a:pt x="19" y="2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3" name="Freeform 3092">
              <a:extLst>
                <a:ext uri="{FF2B5EF4-FFF2-40B4-BE49-F238E27FC236}">
                  <a16:creationId xmlns:a16="http://schemas.microsoft.com/office/drawing/2014/main" id="{71F699E6-2CD5-419E-AFAD-0FFE52AD9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3861"/>
              <a:ext cx="8" cy="7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21 h 4"/>
                <a:gd name="T4" fmla="*/ 32 w 4"/>
                <a:gd name="T5" fmla="*/ 12 h 4"/>
                <a:gd name="T6" fmla="*/ 24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4" name="Freeform 3093">
              <a:extLst>
                <a:ext uri="{FF2B5EF4-FFF2-40B4-BE49-F238E27FC236}">
                  <a16:creationId xmlns:a16="http://schemas.microsoft.com/office/drawing/2014/main" id="{A750C0FB-5D43-4182-85A0-B7A611E0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3911"/>
              <a:ext cx="6" cy="10"/>
            </a:xfrm>
            <a:custGeom>
              <a:avLst/>
              <a:gdLst>
                <a:gd name="T0" fmla="*/ 24 w 3"/>
                <a:gd name="T1" fmla="*/ 0 h 5"/>
                <a:gd name="T2" fmla="*/ 24 w 3"/>
                <a:gd name="T3" fmla="*/ 40 h 5"/>
                <a:gd name="T4" fmla="*/ 24 w 3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3" y="4"/>
                    <a:pt x="3" y="3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5" name="Freeform 3094">
              <a:extLst>
                <a:ext uri="{FF2B5EF4-FFF2-40B4-BE49-F238E27FC236}">
                  <a16:creationId xmlns:a16="http://schemas.microsoft.com/office/drawing/2014/main" id="{2DA32DD4-5175-4A43-913C-C6645F3AB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3919"/>
              <a:ext cx="17" cy="11"/>
            </a:xfrm>
            <a:custGeom>
              <a:avLst/>
              <a:gdLst>
                <a:gd name="T0" fmla="*/ 28 w 9"/>
                <a:gd name="T1" fmla="*/ 0 h 6"/>
                <a:gd name="T2" fmla="*/ 28 w 9"/>
                <a:gd name="T3" fmla="*/ 37 h 6"/>
                <a:gd name="T4" fmla="*/ 32 w 9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0"/>
                  </a:moveTo>
                  <a:cubicBezTo>
                    <a:pt x="1" y="1"/>
                    <a:pt x="0" y="6"/>
                    <a:pt x="4" y="6"/>
                  </a:cubicBezTo>
                  <a:cubicBezTo>
                    <a:pt x="8" y="6"/>
                    <a:pt x="9" y="1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6" name="Freeform 3095">
              <a:extLst>
                <a:ext uri="{FF2B5EF4-FFF2-40B4-BE49-F238E27FC236}">
                  <a16:creationId xmlns:a16="http://schemas.microsoft.com/office/drawing/2014/main" id="{C2299327-5E82-4326-9926-6EE4F41D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943"/>
              <a:ext cx="5" cy="4"/>
            </a:xfrm>
            <a:custGeom>
              <a:avLst/>
              <a:gdLst>
                <a:gd name="T0" fmla="*/ 0 w 3"/>
                <a:gd name="T1" fmla="*/ 8 h 2"/>
                <a:gd name="T2" fmla="*/ 5 w 3"/>
                <a:gd name="T3" fmla="*/ 16 h 2"/>
                <a:gd name="T4" fmla="*/ 13 w 3"/>
                <a:gd name="T5" fmla="*/ 8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7" name="Freeform 3096">
              <a:extLst>
                <a:ext uri="{FF2B5EF4-FFF2-40B4-BE49-F238E27FC236}">
                  <a16:creationId xmlns:a16="http://schemas.microsoft.com/office/drawing/2014/main" id="{B092C1C7-15EA-4F18-866D-436E9A791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3907"/>
              <a:ext cx="30" cy="10"/>
            </a:xfrm>
            <a:custGeom>
              <a:avLst/>
              <a:gdLst>
                <a:gd name="T0" fmla="*/ 45 w 16"/>
                <a:gd name="T1" fmla="*/ 0 h 5"/>
                <a:gd name="T2" fmla="*/ 6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7" y="0"/>
                  </a:moveTo>
                  <a:cubicBezTo>
                    <a:pt x="0" y="5"/>
                    <a:pt x="16" y="3"/>
                    <a:pt x="9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8" name="Freeform 3097">
              <a:extLst>
                <a:ext uri="{FF2B5EF4-FFF2-40B4-BE49-F238E27FC236}">
                  <a16:creationId xmlns:a16="http://schemas.microsoft.com/office/drawing/2014/main" id="{76E93222-F699-44D7-8DF1-7CC5D6DA3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879"/>
              <a:ext cx="9" cy="8"/>
            </a:xfrm>
            <a:custGeom>
              <a:avLst/>
              <a:gdLst>
                <a:gd name="T0" fmla="*/ 7 w 5"/>
                <a:gd name="T1" fmla="*/ 0 h 4"/>
                <a:gd name="T2" fmla="*/ 7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4" y="4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9" name="Freeform 3098">
              <a:extLst>
                <a:ext uri="{FF2B5EF4-FFF2-40B4-BE49-F238E27FC236}">
                  <a16:creationId xmlns:a16="http://schemas.microsoft.com/office/drawing/2014/main" id="{63DC4075-B65C-44B9-9B8F-7626A6AD4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840"/>
              <a:ext cx="7" cy="9"/>
            </a:xfrm>
            <a:custGeom>
              <a:avLst/>
              <a:gdLst>
                <a:gd name="T0" fmla="*/ 7 w 4"/>
                <a:gd name="T1" fmla="*/ 0 h 5"/>
                <a:gd name="T2" fmla="*/ 0 w 4"/>
                <a:gd name="T3" fmla="*/ 13 h 5"/>
                <a:gd name="T4" fmla="*/ 21 w 4"/>
                <a:gd name="T5" fmla="*/ 0 h 5"/>
                <a:gd name="T6" fmla="*/ 16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5"/>
                    <a:pt x="4" y="3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0" name="Freeform 3099">
              <a:extLst>
                <a:ext uri="{FF2B5EF4-FFF2-40B4-BE49-F238E27FC236}">
                  <a16:creationId xmlns:a16="http://schemas.microsoft.com/office/drawing/2014/main" id="{6DB52214-BCAD-40B8-86CC-4F781F4A5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818"/>
              <a:ext cx="6" cy="7"/>
            </a:xfrm>
            <a:custGeom>
              <a:avLst/>
              <a:gdLst>
                <a:gd name="T0" fmla="*/ 0 w 3"/>
                <a:gd name="T1" fmla="*/ 12 h 4"/>
                <a:gd name="T2" fmla="*/ 8 w 3"/>
                <a:gd name="T3" fmla="*/ 21 h 4"/>
                <a:gd name="T4" fmla="*/ 0 w 3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2"/>
                    <a:pt x="3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1" name="Freeform 3100">
              <a:extLst>
                <a:ext uri="{FF2B5EF4-FFF2-40B4-BE49-F238E27FC236}">
                  <a16:creationId xmlns:a16="http://schemas.microsoft.com/office/drawing/2014/main" id="{9A3ECC06-4AE3-4691-87AA-DE1725C39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769"/>
              <a:ext cx="7" cy="7"/>
            </a:xfrm>
            <a:custGeom>
              <a:avLst/>
              <a:gdLst>
                <a:gd name="T0" fmla="*/ 7 w 4"/>
                <a:gd name="T1" fmla="*/ 0 h 4"/>
                <a:gd name="T2" fmla="*/ 12 w 4"/>
                <a:gd name="T3" fmla="*/ 21 h 4"/>
                <a:gd name="T4" fmla="*/ 12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4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2" name="Freeform 3101">
              <a:extLst>
                <a:ext uri="{FF2B5EF4-FFF2-40B4-BE49-F238E27FC236}">
                  <a16:creationId xmlns:a16="http://schemas.microsoft.com/office/drawing/2014/main" id="{6615AE34-679A-41CC-AB6E-966FEE760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812"/>
              <a:ext cx="12" cy="11"/>
            </a:xfrm>
            <a:custGeom>
              <a:avLst/>
              <a:gdLst>
                <a:gd name="T0" fmla="*/ 16 w 6"/>
                <a:gd name="T1" fmla="*/ 0 h 6"/>
                <a:gd name="T2" fmla="*/ 16 w 6"/>
                <a:gd name="T3" fmla="*/ 37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6" y="5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3" name="Freeform 3102">
              <a:extLst>
                <a:ext uri="{FF2B5EF4-FFF2-40B4-BE49-F238E27FC236}">
                  <a16:creationId xmlns:a16="http://schemas.microsoft.com/office/drawing/2014/main" id="{7BED7C5F-C3B9-40C7-973C-D63E614C5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778"/>
              <a:ext cx="6" cy="8"/>
            </a:xfrm>
            <a:custGeom>
              <a:avLst/>
              <a:gdLst>
                <a:gd name="T0" fmla="*/ 0 w 3"/>
                <a:gd name="T1" fmla="*/ 16 h 4"/>
                <a:gd name="T2" fmla="*/ 0 w 3"/>
                <a:gd name="T3" fmla="*/ 32 h 4"/>
                <a:gd name="T4" fmla="*/ 24 w 3"/>
                <a:gd name="T5" fmla="*/ 8 h 4"/>
                <a:gd name="T6" fmla="*/ 0 w 3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2" y="4"/>
                    <a:pt x="3" y="3"/>
                    <a:pt x="3" y="1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4" name="Freeform 3103">
              <a:extLst>
                <a:ext uri="{FF2B5EF4-FFF2-40B4-BE49-F238E27FC236}">
                  <a16:creationId xmlns:a16="http://schemas.microsoft.com/office/drawing/2014/main" id="{F9D16ABC-A1C4-452D-A473-214E993A7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818"/>
              <a:ext cx="26" cy="26"/>
            </a:xfrm>
            <a:custGeom>
              <a:avLst/>
              <a:gdLst>
                <a:gd name="T0" fmla="*/ 24 w 14"/>
                <a:gd name="T1" fmla="*/ 7 h 14"/>
                <a:gd name="T2" fmla="*/ 20 w 14"/>
                <a:gd name="T3" fmla="*/ 7 h 14"/>
                <a:gd name="T4" fmla="*/ 32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1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0" y="14"/>
                    <a:pt x="14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5" name="Freeform 3104">
              <a:extLst>
                <a:ext uri="{FF2B5EF4-FFF2-40B4-BE49-F238E27FC236}">
                  <a16:creationId xmlns:a16="http://schemas.microsoft.com/office/drawing/2014/main" id="{9281EFAE-DB47-45EE-B918-D5CF09A57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3848"/>
              <a:ext cx="11" cy="11"/>
            </a:xfrm>
            <a:custGeom>
              <a:avLst/>
              <a:gdLst>
                <a:gd name="T0" fmla="*/ 0 w 6"/>
                <a:gd name="T1" fmla="*/ 7 h 6"/>
                <a:gd name="T2" fmla="*/ 37 w 6"/>
                <a:gd name="T3" fmla="*/ 7 h 6"/>
                <a:gd name="T4" fmla="*/ 20 w 6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6"/>
                    <a:pt x="6" y="5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6" name="Freeform 3105">
              <a:extLst>
                <a:ext uri="{FF2B5EF4-FFF2-40B4-BE49-F238E27FC236}">
                  <a16:creationId xmlns:a16="http://schemas.microsoft.com/office/drawing/2014/main" id="{3B2DD512-0C9B-43AA-A32F-ADC682B12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795"/>
              <a:ext cx="6" cy="10"/>
            </a:xfrm>
            <a:custGeom>
              <a:avLst/>
              <a:gdLst>
                <a:gd name="T0" fmla="*/ 0 w 3"/>
                <a:gd name="T1" fmla="*/ 24 h 5"/>
                <a:gd name="T2" fmla="*/ 8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7" name="Freeform 3106">
              <a:extLst>
                <a:ext uri="{FF2B5EF4-FFF2-40B4-BE49-F238E27FC236}">
                  <a16:creationId xmlns:a16="http://schemas.microsoft.com/office/drawing/2014/main" id="{182306C4-2836-458E-AFE5-73D325060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3791"/>
              <a:ext cx="17" cy="15"/>
            </a:xfrm>
            <a:custGeom>
              <a:avLst/>
              <a:gdLst>
                <a:gd name="T0" fmla="*/ 28 w 9"/>
                <a:gd name="T1" fmla="*/ 8 h 8"/>
                <a:gd name="T2" fmla="*/ 15 w 9"/>
                <a:gd name="T3" fmla="*/ 8 h 8"/>
                <a:gd name="T4" fmla="*/ 4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1"/>
                  </a:moveTo>
                  <a:cubicBezTo>
                    <a:pt x="3" y="1"/>
                    <a:pt x="3" y="1"/>
                    <a:pt x="2" y="1"/>
                  </a:cubicBezTo>
                  <a:cubicBezTo>
                    <a:pt x="0" y="8"/>
                    <a:pt x="9" y="8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8" name="Freeform 3107">
              <a:extLst>
                <a:ext uri="{FF2B5EF4-FFF2-40B4-BE49-F238E27FC236}">
                  <a16:creationId xmlns:a16="http://schemas.microsoft.com/office/drawing/2014/main" id="{A380F989-24E5-4D41-BD1A-629D2CD9A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741"/>
              <a:ext cx="8" cy="11"/>
            </a:xfrm>
            <a:custGeom>
              <a:avLst/>
              <a:gdLst>
                <a:gd name="T0" fmla="*/ 16 w 4"/>
                <a:gd name="T1" fmla="*/ 0 h 6"/>
                <a:gd name="T2" fmla="*/ 8 w 4"/>
                <a:gd name="T3" fmla="*/ 37 h 6"/>
                <a:gd name="T4" fmla="*/ 24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2"/>
                    <a:pt x="0" y="5"/>
                    <a:pt x="1" y="6"/>
                  </a:cubicBezTo>
                  <a:cubicBezTo>
                    <a:pt x="4" y="6"/>
                    <a:pt x="4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9" name="Freeform 3108">
              <a:extLst>
                <a:ext uri="{FF2B5EF4-FFF2-40B4-BE49-F238E27FC236}">
                  <a16:creationId xmlns:a16="http://schemas.microsoft.com/office/drawing/2014/main" id="{DDC39462-375E-4D0D-9A91-C1ECB3220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730"/>
              <a:ext cx="5" cy="7"/>
            </a:xfrm>
            <a:custGeom>
              <a:avLst/>
              <a:gdLst>
                <a:gd name="T0" fmla="*/ 5 w 3"/>
                <a:gd name="T1" fmla="*/ 0 h 4"/>
                <a:gd name="T2" fmla="*/ 8 w 3"/>
                <a:gd name="T3" fmla="*/ 21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0" name="Freeform 3109">
              <a:extLst>
                <a:ext uri="{FF2B5EF4-FFF2-40B4-BE49-F238E27FC236}">
                  <a16:creationId xmlns:a16="http://schemas.microsoft.com/office/drawing/2014/main" id="{AA29F295-6DD6-496A-898C-7D8C67D19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694"/>
              <a:ext cx="17" cy="15"/>
            </a:xfrm>
            <a:custGeom>
              <a:avLst/>
              <a:gdLst>
                <a:gd name="T0" fmla="*/ 8 w 9"/>
                <a:gd name="T1" fmla="*/ 0 h 8"/>
                <a:gd name="T2" fmla="*/ 28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0"/>
                  </a:moveTo>
                  <a:cubicBezTo>
                    <a:pt x="0" y="8"/>
                    <a:pt x="9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1" name="Freeform 3110">
              <a:extLst>
                <a:ext uri="{FF2B5EF4-FFF2-40B4-BE49-F238E27FC236}">
                  <a16:creationId xmlns:a16="http://schemas.microsoft.com/office/drawing/2014/main" id="{BD41345C-63DB-4C74-843B-14271272F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659"/>
              <a:ext cx="9" cy="9"/>
            </a:xfrm>
            <a:custGeom>
              <a:avLst/>
              <a:gdLst>
                <a:gd name="T0" fmla="*/ 13 w 5"/>
                <a:gd name="T1" fmla="*/ 0 h 5"/>
                <a:gd name="T2" fmla="*/ 16 w 5"/>
                <a:gd name="T3" fmla="*/ 29 h 5"/>
                <a:gd name="T4" fmla="*/ 16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4"/>
                    <a:pt x="5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2" name="Freeform 3111">
              <a:extLst>
                <a:ext uri="{FF2B5EF4-FFF2-40B4-BE49-F238E27FC236}">
                  <a16:creationId xmlns:a16="http://schemas.microsoft.com/office/drawing/2014/main" id="{7F5910B4-8CAF-4585-98D1-A27376E9D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3687"/>
              <a:ext cx="6" cy="9"/>
            </a:xfrm>
            <a:custGeom>
              <a:avLst/>
              <a:gdLst>
                <a:gd name="T0" fmla="*/ 16 w 3"/>
                <a:gd name="T1" fmla="*/ 0 h 5"/>
                <a:gd name="T2" fmla="*/ 8 w 3"/>
                <a:gd name="T3" fmla="*/ 29 h 5"/>
                <a:gd name="T4" fmla="*/ 24 w 3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3" name="Freeform 3112">
              <a:extLst>
                <a:ext uri="{FF2B5EF4-FFF2-40B4-BE49-F238E27FC236}">
                  <a16:creationId xmlns:a16="http://schemas.microsoft.com/office/drawing/2014/main" id="{FBD43FD0-DF77-404F-BE59-26C4E97B5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718"/>
              <a:ext cx="8" cy="12"/>
            </a:xfrm>
            <a:custGeom>
              <a:avLst/>
              <a:gdLst>
                <a:gd name="T0" fmla="*/ 16 w 4"/>
                <a:gd name="T1" fmla="*/ 0 h 6"/>
                <a:gd name="T2" fmla="*/ 16 w 4"/>
                <a:gd name="T3" fmla="*/ 48 h 6"/>
                <a:gd name="T4" fmla="*/ 24 w 4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5"/>
                    <a:pt x="4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4" name="Freeform 3113">
              <a:extLst>
                <a:ext uri="{FF2B5EF4-FFF2-40B4-BE49-F238E27FC236}">
                  <a16:creationId xmlns:a16="http://schemas.microsoft.com/office/drawing/2014/main" id="{D7FF97F0-BA51-41F2-9A6A-6FF09EF5D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653"/>
              <a:ext cx="5" cy="9"/>
            </a:xfrm>
            <a:custGeom>
              <a:avLst/>
              <a:gdLst>
                <a:gd name="T0" fmla="*/ 5 w 3"/>
                <a:gd name="T1" fmla="*/ 13 h 5"/>
                <a:gd name="T2" fmla="*/ 0 w 3"/>
                <a:gd name="T3" fmla="*/ 23 h 5"/>
                <a:gd name="T4" fmla="*/ 5 w 3"/>
                <a:gd name="T5" fmla="*/ 29 h 5"/>
                <a:gd name="T6" fmla="*/ 8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5" name="Freeform 3114">
              <a:extLst>
                <a:ext uri="{FF2B5EF4-FFF2-40B4-BE49-F238E27FC236}">
                  <a16:creationId xmlns:a16="http://schemas.microsoft.com/office/drawing/2014/main" id="{A8B83BAE-F47C-4537-8A0A-66D1ADE14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599"/>
              <a:ext cx="24" cy="16"/>
            </a:xfrm>
            <a:custGeom>
              <a:avLst/>
              <a:gdLst>
                <a:gd name="T0" fmla="*/ 24 w 13"/>
                <a:gd name="T1" fmla="*/ 12 h 9"/>
                <a:gd name="T2" fmla="*/ 37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4" y="2"/>
                  </a:moveTo>
                  <a:cubicBezTo>
                    <a:pt x="0" y="9"/>
                    <a:pt x="13" y="6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6" name="Freeform 3115">
              <a:extLst>
                <a:ext uri="{FF2B5EF4-FFF2-40B4-BE49-F238E27FC236}">
                  <a16:creationId xmlns:a16="http://schemas.microsoft.com/office/drawing/2014/main" id="{25DF038B-516F-4EED-A426-BD19B99CD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621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16 w 3"/>
                <a:gd name="T5" fmla="*/ 8 h 4"/>
                <a:gd name="T6" fmla="*/ 8 w 3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3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7" name="Freeform 3116">
              <a:extLst>
                <a:ext uri="{FF2B5EF4-FFF2-40B4-BE49-F238E27FC236}">
                  <a16:creationId xmlns:a16="http://schemas.microsoft.com/office/drawing/2014/main" id="{724C7C7B-666D-4A2B-8481-A3CB9D75F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672"/>
              <a:ext cx="10" cy="11"/>
            </a:xfrm>
            <a:custGeom>
              <a:avLst/>
              <a:gdLst>
                <a:gd name="T0" fmla="*/ 16 w 5"/>
                <a:gd name="T1" fmla="*/ 13 h 6"/>
                <a:gd name="T2" fmla="*/ 8 w 5"/>
                <a:gd name="T3" fmla="*/ 20 h 6"/>
                <a:gd name="T4" fmla="*/ 16 w 5"/>
                <a:gd name="T5" fmla="*/ 37 h 6"/>
                <a:gd name="T6" fmla="*/ 24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0" y="4"/>
                    <a:pt x="0" y="5"/>
                    <a:pt x="2" y="6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8" name="Freeform 3117">
              <a:extLst>
                <a:ext uri="{FF2B5EF4-FFF2-40B4-BE49-F238E27FC236}">
                  <a16:creationId xmlns:a16="http://schemas.microsoft.com/office/drawing/2014/main" id="{4A2EC5BB-27C6-4AC9-88FE-87A6891C6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657"/>
              <a:ext cx="5" cy="7"/>
            </a:xfrm>
            <a:custGeom>
              <a:avLst/>
              <a:gdLst>
                <a:gd name="T0" fmla="*/ 5 w 3"/>
                <a:gd name="T1" fmla="*/ 0 h 4"/>
                <a:gd name="T2" fmla="*/ 8 w 3"/>
                <a:gd name="T3" fmla="*/ 21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9" name="Freeform 3118">
              <a:extLst>
                <a:ext uri="{FF2B5EF4-FFF2-40B4-BE49-F238E27FC236}">
                  <a16:creationId xmlns:a16="http://schemas.microsoft.com/office/drawing/2014/main" id="{CF2124E7-E827-427A-ADA4-94C8044DC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630"/>
              <a:ext cx="5" cy="8"/>
            </a:xfrm>
            <a:custGeom>
              <a:avLst/>
              <a:gdLst>
                <a:gd name="T0" fmla="*/ 5 w 3"/>
                <a:gd name="T1" fmla="*/ 0 h 4"/>
                <a:gd name="T2" fmla="*/ 8 w 3"/>
                <a:gd name="T3" fmla="*/ 32 h 4"/>
                <a:gd name="T4" fmla="*/ 8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0" name="Freeform 3119">
              <a:extLst>
                <a:ext uri="{FF2B5EF4-FFF2-40B4-BE49-F238E27FC236}">
                  <a16:creationId xmlns:a16="http://schemas.microsoft.com/office/drawing/2014/main" id="{34708E82-377E-4B9A-B41C-1CD53FFD8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589"/>
              <a:ext cx="17" cy="17"/>
            </a:xfrm>
            <a:custGeom>
              <a:avLst/>
              <a:gdLst>
                <a:gd name="T0" fmla="*/ 8 w 9"/>
                <a:gd name="T1" fmla="*/ 8 h 9"/>
                <a:gd name="T2" fmla="*/ 15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1" y="1"/>
                  </a:moveTo>
                  <a:cubicBezTo>
                    <a:pt x="0" y="9"/>
                    <a:pt x="9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1" name="Freeform 3120">
              <a:extLst>
                <a:ext uri="{FF2B5EF4-FFF2-40B4-BE49-F238E27FC236}">
                  <a16:creationId xmlns:a16="http://schemas.microsoft.com/office/drawing/2014/main" id="{F6A298E9-C585-48F3-A922-33330755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591"/>
              <a:ext cx="15" cy="19"/>
            </a:xfrm>
            <a:custGeom>
              <a:avLst/>
              <a:gdLst>
                <a:gd name="T0" fmla="*/ 0 w 8"/>
                <a:gd name="T1" fmla="*/ 15 h 10"/>
                <a:gd name="T2" fmla="*/ 1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0" y="10"/>
                    <a:pt x="8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2" name="Freeform 3121">
              <a:extLst>
                <a:ext uri="{FF2B5EF4-FFF2-40B4-BE49-F238E27FC236}">
                  <a16:creationId xmlns:a16="http://schemas.microsoft.com/office/drawing/2014/main" id="{D20CE7CE-A131-4051-B4F0-2B0B84608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550"/>
              <a:ext cx="7" cy="9"/>
            </a:xfrm>
            <a:custGeom>
              <a:avLst/>
              <a:gdLst>
                <a:gd name="T0" fmla="*/ 7 w 4"/>
                <a:gd name="T1" fmla="*/ 13 h 5"/>
                <a:gd name="T2" fmla="*/ 12 w 4"/>
                <a:gd name="T3" fmla="*/ 29 h 5"/>
                <a:gd name="T4" fmla="*/ 0 w 4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3"/>
                    <a:pt x="4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3" name="Freeform 3122">
              <a:extLst>
                <a:ext uri="{FF2B5EF4-FFF2-40B4-BE49-F238E27FC236}">
                  <a16:creationId xmlns:a16="http://schemas.microsoft.com/office/drawing/2014/main" id="{41F0E162-70F6-442B-BB03-66D20322C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503"/>
              <a:ext cx="11" cy="10"/>
            </a:xfrm>
            <a:custGeom>
              <a:avLst/>
              <a:gdLst>
                <a:gd name="T0" fmla="*/ 20 w 6"/>
                <a:gd name="T1" fmla="*/ 0 h 5"/>
                <a:gd name="T2" fmla="*/ 13 w 6"/>
                <a:gd name="T3" fmla="*/ 40 h 5"/>
                <a:gd name="T4" fmla="*/ 2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4"/>
                    <a:pt x="6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4" name="Freeform 3123">
              <a:extLst>
                <a:ext uri="{FF2B5EF4-FFF2-40B4-BE49-F238E27FC236}">
                  <a16:creationId xmlns:a16="http://schemas.microsoft.com/office/drawing/2014/main" id="{2EAA16D8-95D2-4789-B51F-03627D9DC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529"/>
              <a:ext cx="7" cy="12"/>
            </a:xfrm>
            <a:custGeom>
              <a:avLst/>
              <a:gdLst>
                <a:gd name="T0" fmla="*/ 0 w 4"/>
                <a:gd name="T1" fmla="*/ 8 h 6"/>
                <a:gd name="T2" fmla="*/ 7 w 4"/>
                <a:gd name="T3" fmla="*/ 48 h 6"/>
                <a:gd name="T4" fmla="*/ 12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5"/>
                    <a:pt x="4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5" name="Freeform 3124">
              <a:extLst>
                <a:ext uri="{FF2B5EF4-FFF2-40B4-BE49-F238E27FC236}">
                  <a16:creationId xmlns:a16="http://schemas.microsoft.com/office/drawing/2014/main" id="{79CEF8BA-31CD-485C-BF63-97DD9820E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496"/>
              <a:ext cx="24" cy="15"/>
            </a:xfrm>
            <a:custGeom>
              <a:avLst/>
              <a:gdLst>
                <a:gd name="T0" fmla="*/ 37 w 13"/>
                <a:gd name="T1" fmla="*/ 0 h 8"/>
                <a:gd name="T2" fmla="*/ 44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6" y="0"/>
                  </a:moveTo>
                  <a:cubicBezTo>
                    <a:pt x="0" y="8"/>
                    <a:pt x="13" y="1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6" name="Freeform 3125">
              <a:extLst>
                <a:ext uri="{FF2B5EF4-FFF2-40B4-BE49-F238E27FC236}">
                  <a16:creationId xmlns:a16="http://schemas.microsoft.com/office/drawing/2014/main" id="{F770881F-D0F8-4BA2-BD09-8E8F12521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548"/>
              <a:ext cx="6" cy="8"/>
            </a:xfrm>
            <a:custGeom>
              <a:avLst/>
              <a:gdLst>
                <a:gd name="T0" fmla="*/ 8 w 3"/>
                <a:gd name="T1" fmla="*/ 16 h 4"/>
                <a:gd name="T2" fmla="*/ 8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7" name="Freeform 3126">
              <a:extLst>
                <a:ext uri="{FF2B5EF4-FFF2-40B4-BE49-F238E27FC236}">
                  <a16:creationId xmlns:a16="http://schemas.microsoft.com/office/drawing/2014/main" id="{5628F0F0-9FCA-4FE9-9677-1F4575889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522"/>
              <a:ext cx="8" cy="7"/>
            </a:xfrm>
            <a:custGeom>
              <a:avLst/>
              <a:gdLst>
                <a:gd name="T0" fmla="*/ 16 w 4"/>
                <a:gd name="T1" fmla="*/ 0 h 4"/>
                <a:gd name="T2" fmla="*/ 16 w 4"/>
                <a:gd name="T3" fmla="*/ 21 h 4"/>
                <a:gd name="T4" fmla="*/ 24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4" y="3"/>
                    <a:pt x="4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8" name="Freeform 3127">
              <a:extLst>
                <a:ext uri="{FF2B5EF4-FFF2-40B4-BE49-F238E27FC236}">
                  <a16:creationId xmlns:a16="http://schemas.microsoft.com/office/drawing/2014/main" id="{07411DBB-5425-452E-93D7-E44781B0C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3518"/>
              <a:ext cx="6" cy="8"/>
            </a:xfrm>
            <a:custGeom>
              <a:avLst/>
              <a:gdLst>
                <a:gd name="T0" fmla="*/ 0 w 3"/>
                <a:gd name="T1" fmla="*/ 8 h 4"/>
                <a:gd name="T2" fmla="*/ 0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9" name="Freeform 3128">
              <a:extLst>
                <a:ext uri="{FF2B5EF4-FFF2-40B4-BE49-F238E27FC236}">
                  <a16:creationId xmlns:a16="http://schemas.microsoft.com/office/drawing/2014/main" id="{C9709868-DA74-4C6E-8B60-14316E9A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460"/>
              <a:ext cx="9" cy="11"/>
            </a:xfrm>
            <a:custGeom>
              <a:avLst/>
              <a:gdLst>
                <a:gd name="T0" fmla="*/ 16 w 5"/>
                <a:gd name="T1" fmla="*/ 0 h 6"/>
                <a:gd name="T2" fmla="*/ 7 w 5"/>
                <a:gd name="T3" fmla="*/ 37 h 6"/>
                <a:gd name="T4" fmla="*/ 16 w 5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5"/>
                    <a:pt x="5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0" name="Freeform 3129">
              <a:extLst>
                <a:ext uri="{FF2B5EF4-FFF2-40B4-BE49-F238E27FC236}">
                  <a16:creationId xmlns:a16="http://schemas.microsoft.com/office/drawing/2014/main" id="{AB4BF817-D4D2-4128-92FD-D0573F752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3462"/>
              <a:ext cx="17" cy="17"/>
            </a:xfrm>
            <a:custGeom>
              <a:avLst/>
              <a:gdLst>
                <a:gd name="T0" fmla="*/ 32 w 9"/>
                <a:gd name="T1" fmla="*/ 0 h 9"/>
                <a:gd name="T2" fmla="*/ 32 w 9"/>
                <a:gd name="T3" fmla="*/ 53 h 9"/>
                <a:gd name="T4" fmla="*/ 32 w 9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1" y="2"/>
                    <a:pt x="0" y="9"/>
                    <a:pt x="5" y="8"/>
                  </a:cubicBezTo>
                  <a:cubicBezTo>
                    <a:pt x="9" y="8"/>
                    <a:pt x="9" y="0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1" name="Freeform 3130">
              <a:extLst>
                <a:ext uri="{FF2B5EF4-FFF2-40B4-BE49-F238E27FC236}">
                  <a16:creationId xmlns:a16="http://schemas.microsoft.com/office/drawing/2014/main" id="{52C5FF84-6943-4A03-AE26-D996F9E75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447"/>
              <a:ext cx="6" cy="8"/>
            </a:xfrm>
            <a:custGeom>
              <a:avLst/>
              <a:gdLst>
                <a:gd name="T0" fmla="*/ 0 w 3"/>
                <a:gd name="T1" fmla="*/ 16 h 4"/>
                <a:gd name="T2" fmla="*/ 8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2" name="Freeform 3131">
              <a:extLst>
                <a:ext uri="{FF2B5EF4-FFF2-40B4-BE49-F238E27FC236}">
                  <a16:creationId xmlns:a16="http://schemas.microsoft.com/office/drawing/2014/main" id="{7527AD0D-804E-41C0-BCFB-3662C4084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737"/>
              <a:ext cx="13" cy="11"/>
            </a:xfrm>
            <a:custGeom>
              <a:avLst/>
              <a:gdLst>
                <a:gd name="T0" fmla="*/ 7 w 7"/>
                <a:gd name="T1" fmla="*/ 13 h 6"/>
                <a:gd name="T2" fmla="*/ 7 w 7"/>
                <a:gd name="T3" fmla="*/ 37 h 6"/>
                <a:gd name="T4" fmla="*/ 2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5" y="5"/>
                    <a:pt x="7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3" name="Freeform 3132">
              <a:extLst>
                <a:ext uri="{FF2B5EF4-FFF2-40B4-BE49-F238E27FC236}">
                  <a16:creationId xmlns:a16="http://schemas.microsoft.com/office/drawing/2014/main" id="{30F50C1A-D3A2-475F-A20E-3E1268210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730"/>
              <a:ext cx="10" cy="9"/>
            </a:xfrm>
            <a:custGeom>
              <a:avLst/>
              <a:gdLst>
                <a:gd name="T0" fmla="*/ 0 w 5"/>
                <a:gd name="T1" fmla="*/ 13 h 5"/>
                <a:gd name="T2" fmla="*/ 8 w 5"/>
                <a:gd name="T3" fmla="*/ 29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5" y="2"/>
                    <a:pt x="4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4" name="Freeform 3133">
              <a:extLst>
                <a:ext uri="{FF2B5EF4-FFF2-40B4-BE49-F238E27FC236}">
                  <a16:creationId xmlns:a16="http://schemas.microsoft.com/office/drawing/2014/main" id="{02D243E9-AB54-4395-BD18-FAF7C5420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743"/>
              <a:ext cx="11" cy="11"/>
            </a:xfrm>
            <a:custGeom>
              <a:avLst/>
              <a:gdLst>
                <a:gd name="T0" fmla="*/ 7 w 6"/>
                <a:gd name="T1" fmla="*/ 0 h 6"/>
                <a:gd name="T2" fmla="*/ 0 w 6"/>
                <a:gd name="T3" fmla="*/ 31 h 6"/>
                <a:gd name="T4" fmla="*/ 1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6" y="6"/>
                    <a:pt x="6" y="3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5" name="Freeform 3134">
              <a:extLst>
                <a:ext uri="{FF2B5EF4-FFF2-40B4-BE49-F238E27FC236}">
                  <a16:creationId xmlns:a16="http://schemas.microsoft.com/office/drawing/2014/main" id="{A75F1D75-17DA-4A1C-9C70-14F4B5082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710"/>
              <a:ext cx="19" cy="28"/>
            </a:xfrm>
            <a:custGeom>
              <a:avLst/>
              <a:gdLst>
                <a:gd name="T0" fmla="*/ 48 w 10"/>
                <a:gd name="T1" fmla="*/ 7 h 15"/>
                <a:gd name="T2" fmla="*/ 15 w 10"/>
                <a:gd name="T3" fmla="*/ 65 h 15"/>
                <a:gd name="T4" fmla="*/ 61 w 10"/>
                <a:gd name="T5" fmla="*/ 0 h 15"/>
                <a:gd name="T6" fmla="*/ 55 w 10"/>
                <a:gd name="T7" fmla="*/ 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7" y="1"/>
                  </a:moveTo>
                  <a:cubicBezTo>
                    <a:pt x="4" y="1"/>
                    <a:pt x="0" y="8"/>
                    <a:pt x="2" y="10"/>
                  </a:cubicBezTo>
                  <a:cubicBezTo>
                    <a:pt x="6" y="15"/>
                    <a:pt x="10" y="3"/>
                    <a:pt x="9" y="0"/>
                  </a:cubicBezTo>
                  <a:cubicBezTo>
                    <a:pt x="9" y="0"/>
                    <a:pt x="8" y="0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6" name="Freeform 3135">
              <a:extLst>
                <a:ext uri="{FF2B5EF4-FFF2-40B4-BE49-F238E27FC236}">
                  <a16:creationId xmlns:a16="http://schemas.microsoft.com/office/drawing/2014/main" id="{CEAE96EE-0998-4178-B256-BC0014269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598"/>
              <a:ext cx="16" cy="20"/>
            </a:xfrm>
            <a:custGeom>
              <a:avLst/>
              <a:gdLst>
                <a:gd name="T0" fmla="*/ 37 w 9"/>
                <a:gd name="T1" fmla="*/ 13 h 11"/>
                <a:gd name="T2" fmla="*/ 21 w 9"/>
                <a:gd name="T3" fmla="*/ 65 h 11"/>
                <a:gd name="T4" fmla="*/ 50 w 9"/>
                <a:gd name="T5" fmla="*/ 13 h 11"/>
                <a:gd name="T6" fmla="*/ 44 w 9"/>
                <a:gd name="T7" fmla="*/ 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7" y="2"/>
                  </a:moveTo>
                  <a:cubicBezTo>
                    <a:pt x="4" y="3"/>
                    <a:pt x="0" y="8"/>
                    <a:pt x="4" y="11"/>
                  </a:cubicBezTo>
                  <a:cubicBezTo>
                    <a:pt x="7" y="10"/>
                    <a:pt x="9" y="5"/>
                    <a:pt x="9" y="2"/>
                  </a:cubicBezTo>
                  <a:cubicBezTo>
                    <a:pt x="8" y="0"/>
                    <a:pt x="8" y="2"/>
                    <a:pt x="8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7" name="Freeform 3136">
              <a:extLst>
                <a:ext uri="{FF2B5EF4-FFF2-40B4-BE49-F238E27FC236}">
                  <a16:creationId xmlns:a16="http://schemas.microsoft.com/office/drawing/2014/main" id="{31570F3E-D9A7-49CD-8B2C-558F29B72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560"/>
              <a:ext cx="26" cy="21"/>
            </a:xfrm>
            <a:custGeom>
              <a:avLst/>
              <a:gdLst>
                <a:gd name="T0" fmla="*/ 59 w 14"/>
                <a:gd name="T1" fmla="*/ 0 h 11"/>
                <a:gd name="T2" fmla="*/ 13 w 14"/>
                <a:gd name="T3" fmla="*/ 40 h 11"/>
                <a:gd name="T4" fmla="*/ 89 w 14"/>
                <a:gd name="T5" fmla="*/ 0 h 11"/>
                <a:gd name="T6" fmla="*/ 76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9" y="0"/>
                  </a:moveTo>
                  <a:cubicBezTo>
                    <a:pt x="7" y="0"/>
                    <a:pt x="0" y="2"/>
                    <a:pt x="2" y="6"/>
                  </a:cubicBezTo>
                  <a:cubicBezTo>
                    <a:pt x="5" y="11"/>
                    <a:pt x="13" y="3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8" name="Freeform 3137">
              <a:extLst>
                <a:ext uri="{FF2B5EF4-FFF2-40B4-BE49-F238E27FC236}">
                  <a16:creationId xmlns:a16="http://schemas.microsoft.com/office/drawing/2014/main" id="{59603A1D-CE94-4DDA-85AA-4E6D9D1AD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545"/>
              <a:ext cx="35" cy="21"/>
            </a:xfrm>
            <a:custGeom>
              <a:avLst/>
              <a:gdLst>
                <a:gd name="T0" fmla="*/ 68 w 19"/>
                <a:gd name="T1" fmla="*/ 15 h 11"/>
                <a:gd name="T2" fmla="*/ 24 w 19"/>
                <a:gd name="T3" fmla="*/ 48 h 11"/>
                <a:gd name="T4" fmla="*/ 81 w 19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11" y="2"/>
                  </a:moveTo>
                  <a:cubicBezTo>
                    <a:pt x="7" y="0"/>
                    <a:pt x="0" y="2"/>
                    <a:pt x="4" y="7"/>
                  </a:cubicBezTo>
                  <a:cubicBezTo>
                    <a:pt x="8" y="11"/>
                    <a:pt x="19" y="7"/>
                    <a:pt x="13" y="3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9" name="Freeform 3138">
              <a:extLst>
                <a:ext uri="{FF2B5EF4-FFF2-40B4-BE49-F238E27FC236}">
                  <a16:creationId xmlns:a16="http://schemas.microsoft.com/office/drawing/2014/main" id="{776EB05B-F473-4EFE-8466-FF8BA1D21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587"/>
              <a:ext cx="28" cy="26"/>
            </a:xfrm>
            <a:custGeom>
              <a:avLst/>
              <a:gdLst>
                <a:gd name="T0" fmla="*/ 77 w 15"/>
                <a:gd name="T1" fmla="*/ 45 h 14"/>
                <a:gd name="T2" fmla="*/ 24 w 15"/>
                <a:gd name="T3" fmla="*/ 20 h 14"/>
                <a:gd name="T4" fmla="*/ 91 w 15"/>
                <a:gd name="T5" fmla="*/ 69 h 14"/>
                <a:gd name="T6" fmla="*/ 91 w 15"/>
                <a:gd name="T7" fmla="*/ 6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12" y="7"/>
                  </a:moveTo>
                  <a:cubicBezTo>
                    <a:pt x="11" y="5"/>
                    <a:pt x="7" y="0"/>
                    <a:pt x="4" y="3"/>
                  </a:cubicBezTo>
                  <a:cubicBezTo>
                    <a:pt x="0" y="8"/>
                    <a:pt x="11" y="14"/>
                    <a:pt x="14" y="11"/>
                  </a:cubicBezTo>
                  <a:cubicBezTo>
                    <a:pt x="15" y="10"/>
                    <a:pt x="14" y="10"/>
                    <a:pt x="14" y="1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0" name="Freeform 3139">
              <a:extLst>
                <a:ext uri="{FF2B5EF4-FFF2-40B4-BE49-F238E27FC236}">
                  <a16:creationId xmlns:a16="http://schemas.microsoft.com/office/drawing/2014/main" id="{FF4B33DC-0073-404A-B447-72B72F724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725"/>
              <a:ext cx="13" cy="26"/>
            </a:xfrm>
            <a:custGeom>
              <a:avLst/>
              <a:gdLst>
                <a:gd name="T0" fmla="*/ 0 w 7"/>
                <a:gd name="T1" fmla="*/ 20 h 14"/>
                <a:gd name="T2" fmla="*/ 32 w 7"/>
                <a:gd name="T3" fmla="*/ 65 h 14"/>
                <a:gd name="T4" fmla="*/ 7 w 7"/>
                <a:gd name="T5" fmla="*/ 1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0" y="3"/>
                  </a:moveTo>
                  <a:cubicBezTo>
                    <a:pt x="0" y="5"/>
                    <a:pt x="2" y="14"/>
                    <a:pt x="5" y="10"/>
                  </a:cubicBezTo>
                  <a:cubicBezTo>
                    <a:pt x="7" y="7"/>
                    <a:pt x="4" y="0"/>
                    <a:pt x="1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1" name="Freeform 3140">
              <a:extLst>
                <a:ext uri="{FF2B5EF4-FFF2-40B4-BE49-F238E27FC236}">
                  <a16:creationId xmlns:a16="http://schemas.microsoft.com/office/drawing/2014/main" id="{D12DD5DB-8A64-4D14-BD14-46D62E6F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824"/>
              <a:ext cx="15" cy="25"/>
            </a:xfrm>
            <a:custGeom>
              <a:avLst/>
              <a:gdLst>
                <a:gd name="T0" fmla="*/ 28 w 8"/>
                <a:gd name="T1" fmla="*/ 8 h 13"/>
                <a:gd name="T2" fmla="*/ 28 w 8"/>
                <a:gd name="T3" fmla="*/ 92 h 13"/>
                <a:gd name="T4" fmla="*/ 28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4" y="1"/>
                  </a:moveTo>
                  <a:cubicBezTo>
                    <a:pt x="0" y="4"/>
                    <a:pt x="1" y="10"/>
                    <a:pt x="4" y="13"/>
                  </a:cubicBezTo>
                  <a:cubicBezTo>
                    <a:pt x="8" y="12"/>
                    <a:pt x="8" y="2"/>
                    <a:pt x="4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2" name="Freeform 3141">
              <a:extLst>
                <a:ext uri="{FF2B5EF4-FFF2-40B4-BE49-F238E27FC236}">
                  <a16:creationId xmlns:a16="http://schemas.microsoft.com/office/drawing/2014/main" id="{3220F793-976D-4BA5-A6F6-D4B03539A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839"/>
              <a:ext cx="15" cy="25"/>
            </a:xfrm>
            <a:custGeom>
              <a:avLst/>
              <a:gdLst>
                <a:gd name="T0" fmla="*/ 28 w 8"/>
                <a:gd name="T1" fmla="*/ 8 h 13"/>
                <a:gd name="T2" fmla="*/ 28 w 8"/>
                <a:gd name="T3" fmla="*/ 92 h 13"/>
                <a:gd name="T4" fmla="*/ 32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4" y="1"/>
                  </a:moveTo>
                  <a:cubicBezTo>
                    <a:pt x="2" y="4"/>
                    <a:pt x="0" y="11"/>
                    <a:pt x="4" y="13"/>
                  </a:cubicBezTo>
                  <a:cubicBezTo>
                    <a:pt x="7" y="10"/>
                    <a:pt x="8" y="3"/>
                    <a:pt x="5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3" name="Freeform 3142">
              <a:extLst>
                <a:ext uri="{FF2B5EF4-FFF2-40B4-BE49-F238E27FC236}">
                  <a16:creationId xmlns:a16="http://schemas.microsoft.com/office/drawing/2014/main" id="{8F1F0D2D-94CE-4B2D-A017-D9AE2B763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894"/>
              <a:ext cx="5" cy="5"/>
            </a:xfrm>
            <a:custGeom>
              <a:avLst/>
              <a:gdLst>
                <a:gd name="T0" fmla="*/ 5 w 3"/>
                <a:gd name="T1" fmla="*/ 5 h 3"/>
                <a:gd name="T2" fmla="*/ 0 w 3"/>
                <a:gd name="T3" fmla="*/ 13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4" name="Freeform 3143">
              <a:extLst>
                <a:ext uri="{FF2B5EF4-FFF2-40B4-BE49-F238E27FC236}">
                  <a16:creationId xmlns:a16="http://schemas.microsoft.com/office/drawing/2014/main" id="{6513546D-7F85-4F8E-A475-48D2E8982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918"/>
              <a:ext cx="8" cy="9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29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5" name="Freeform 3144">
              <a:extLst>
                <a:ext uri="{FF2B5EF4-FFF2-40B4-BE49-F238E27FC236}">
                  <a16:creationId xmlns:a16="http://schemas.microsoft.com/office/drawing/2014/main" id="{068B767E-A7FD-4404-885B-1ED8609BD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955"/>
              <a:ext cx="11" cy="12"/>
            </a:xfrm>
            <a:custGeom>
              <a:avLst/>
              <a:gdLst>
                <a:gd name="T0" fmla="*/ 31 w 6"/>
                <a:gd name="T1" fmla="*/ 0 h 6"/>
                <a:gd name="T2" fmla="*/ 13 w 6"/>
                <a:gd name="T3" fmla="*/ 40 h 6"/>
                <a:gd name="T4" fmla="*/ 31 w 6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5" y="6"/>
                    <a:pt x="6" y="3"/>
                    <a:pt x="5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6" name="Freeform 3145">
              <a:extLst>
                <a:ext uri="{FF2B5EF4-FFF2-40B4-BE49-F238E27FC236}">
                  <a16:creationId xmlns:a16="http://schemas.microsoft.com/office/drawing/2014/main" id="{2F6A52F6-DED3-4D93-85B4-308AB371D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995"/>
              <a:ext cx="8" cy="7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21 h 4"/>
                <a:gd name="T4" fmla="*/ 24 w 4"/>
                <a:gd name="T5" fmla="*/ 7 h 4"/>
                <a:gd name="T6" fmla="*/ 8 w 4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4" y="3"/>
                    <a:pt x="3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7" name="Freeform 3146">
              <a:extLst>
                <a:ext uri="{FF2B5EF4-FFF2-40B4-BE49-F238E27FC236}">
                  <a16:creationId xmlns:a16="http://schemas.microsoft.com/office/drawing/2014/main" id="{3E3C5725-778A-4A4F-8F1E-7D0C973F7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028"/>
              <a:ext cx="10" cy="10"/>
            </a:xfrm>
            <a:custGeom>
              <a:avLst/>
              <a:gdLst>
                <a:gd name="T0" fmla="*/ 8 w 5"/>
                <a:gd name="T1" fmla="*/ 8 h 5"/>
                <a:gd name="T2" fmla="*/ 16 w 5"/>
                <a:gd name="T3" fmla="*/ 4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5" y="4"/>
                    <a:pt x="5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8" name="Freeform 3147">
              <a:extLst>
                <a:ext uri="{FF2B5EF4-FFF2-40B4-BE49-F238E27FC236}">
                  <a16:creationId xmlns:a16="http://schemas.microsoft.com/office/drawing/2014/main" id="{BD5C80A5-C6C2-42B3-9A5D-27D7D317B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983"/>
              <a:ext cx="6" cy="10"/>
            </a:xfrm>
            <a:custGeom>
              <a:avLst/>
              <a:gdLst>
                <a:gd name="T0" fmla="*/ 0 w 3"/>
                <a:gd name="T1" fmla="*/ 24 h 5"/>
                <a:gd name="T2" fmla="*/ 8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1" y="4"/>
                    <a:pt x="1" y="5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9" name="Freeform 3148">
              <a:extLst>
                <a:ext uri="{FF2B5EF4-FFF2-40B4-BE49-F238E27FC236}">
                  <a16:creationId xmlns:a16="http://schemas.microsoft.com/office/drawing/2014/main" id="{01C805E5-3AAE-4AC1-88F6-05F910C29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948"/>
              <a:ext cx="9" cy="7"/>
            </a:xfrm>
            <a:custGeom>
              <a:avLst/>
              <a:gdLst>
                <a:gd name="T0" fmla="*/ 7 w 5"/>
                <a:gd name="T1" fmla="*/ 0 h 4"/>
                <a:gd name="T2" fmla="*/ 13 w 5"/>
                <a:gd name="T3" fmla="*/ 21 h 4"/>
                <a:gd name="T4" fmla="*/ 1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4" y="3"/>
                    <a:pt x="5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0" name="Freeform 3149">
              <a:extLst>
                <a:ext uri="{FF2B5EF4-FFF2-40B4-BE49-F238E27FC236}">
                  <a16:creationId xmlns:a16="http://schemas.microsoft.com/office/drawing/2014/main" id="{A54437DB-0394-4F43-AD63-ADCA334F3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890"/>
              <a:ext cx="7" cy="7"/>
            </a:xfrm>
            <a:custGeom>
              <a:avLst/>
              <a:gdLst>
                <a:gd name="T0" fmla="*/ 12 w 4"/>
                <a:gd name="T1" fmla="*/ 0 h 4"/>
                <a:gd name="T2" fmla="*/ 7 w 4"/>
                <a:gd name="T3" fmla="*/ 21 h 4"/>
                <a:gd name="T4" fmla="*/ 12 w 4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4" y="3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1" name="Freeform 3150">
              <a:extLst>
                <a:ext uri="{FF2B5EF4-FFF2-40B4-BE49-F238E27FC236}">
                  <a16:creationId xmlns:a16="http://schemas.microsoft.com/office/drawing/2014/main" id="{4612EB4D-3EEF-423C-A971-92342903A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95"/>
              <a:ext cx="10" cy="8"/>
            </a:xfrm>
            <a:custGeom>
              <a:avLst/>
              <a:gdLst>
                <a:gd name="T0" fmla="*/ 24 w 5"/>
                <a:gd name="T1" fmla="*/ 0 h 4"/>
                <a:gd name="T2" fmla="*/ 24 w 5"/>
                <a:gd name="T3" fmla="*/ 32 h 4"/>
                <a:gd name="T4" fmla="*/ 24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3"/>
                    <a:pt x="3" y="4"/>
                  </a:cubicBezTo>
                  <a:cubicBezTo>
                    <a:pt x="5" y="4"/>
                    <a:pt x="4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2" name="Freeform 3151">
              <a:extLst>
                <a:ext uri="{FF2B5EF4-FFF2-40B4-BE49-F238E27FC236}">
                  <a16:creationId xmlns:a16="http://schemas.microsoft.com/office/drawing/2014/main" id="{68D7B9D6-8E4A-4BCB-886A-A6BD919F2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927"/>
              <a:ext cx="9" cy="10"/>
            </a:xfrm>
            <a:custGeom>
              <a:avLst/>
              <a:gdLst>
                <a:gd name="T0" fmla="*/ 16 w 5"/>
                <a:gd name="T1" fmla="*/ 0 h 5"/>
                <a:gd name="T2" fmla="*/ 13 w 5"/>
                <a:gd name="T3" fmla="*/ 40 h 5"/>
                <a:gd name="T4" fmla="*/ 16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4" y="5"/>
                    <a:pt x="5" y="4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3" name="Freeform 3152">
              <a:extLst>
                <a:ext uri="{FF2B5EF4-FFF2-40B4-BE49-F238E27FC236}">
                  <a16:creationId xmlns:a16="http://schemas.microsoft.com/office/drawing/2014/main" id="{EC2D3EA6-F87C-426D-BCB3-31BD5BAB8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965"/>
              <a:ext cx="6" cy="5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5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3"/>
                    <a:pt x="3" y="3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4" name="Freeform 3153">
              <a:extLst>
                <a:ext uri="{FF2B5EF4-FFF2-40B4-BE49-F238E27FC236}">
                  <a16:creationId xmlns:a16="http://schemas.microsoft.com/office/drawing/2014/main" id="{C00E67B4-57BC-45CF-B350-3A189CF67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010"/>
              <a:ext cx="9" cy="7"/>
            </a:xfrm>
            <a:custGeom>
              <a:avLst/>
              <a:gdLst>
                <a:gd name="T0" fmla="*/ 16 w 5"/>
                <a:gd name="T1" fmla="*/ 0 h 4"/>
                <a:gd name="T2" fmla="*/ 13 w 5"/>
                <a:gd name="T3" fmla="*/ 21 h 4"/>
                <a:gd name="T4" fmla="*/ 16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4" y="4"/>
                    <a:pt x="5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5" name="Freeform 3154">
              <a:extLst>
                <a:ext uri="{FF2B5EF4-FFF2-40B4-BE49-F238E27FC236}">
                  <a16:creationId xmlns:a16="http://schemas.microsoft.com/office/drawing/2014/main" id="{8C26D998-1143-4231-96D0-C0E86EB3E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040"/>
              <a:ext cx="3" cy="5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3 h 3"/>
                <a:gd name="T4" fmla="*/ 5 w 2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1" y="2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6" name="Freeform 3155">
              <a:extLst>
                <a:ext uri="{FF2B5EF4-FFF2-40B4-BE49-F238E27FC236}">
                  <a16:creationId xmlns:a16="http://schemas.microsoft.com/office/drawing/2014/main" id="{E056563D-A7FA-4531-AC51-72EF6C63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036"/>
              <a:ext cx="8" cy="4"/>
            </a:xfrm>
            <a:custGeom>
              <a:avLst/>
              <a:gdLst>
                <a:gd name="T0" fmla="*/ 8 w 4"/>
                <a:gd name="T1" fmla="*/ 0 h 2"/>
                <a:gd name="T2" fmla="*/ 8 w 4"/>
                <a:gd name="T3" fmla="*/ 16 h 2"/>
                <a:gd name="T4" fmla="*/ 24 w 4"/>
                <a:gd name="T5" fmla="*/ 16 h 2"/>
                <a:gd name="T6" fmla="*/ 24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7" name="Freeform 3156">
              <a:extLst>
                <a:ext uri="{FF2B5EF4-FFF2-40B4-BE49-F238E27FC236}">
                  <a16:creationId xmlns:a16="http://schemas.microsoft.com/office/drawing/2014/main" id="{F4D2B424-0158-40F7-8D7C-3E034F619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068"/>
              <a:ext cx="6" cy="7"/>
            </a:xfrm>
            <a:custGeom>
              <a:avLst/>
              <a:gdLst>
                <a:gd name="T0" fmla="*/ 8 w 3"/>
                <a:gd name="T1" fmla="*/ 7 h 4"/>
                <a:gd name="T2" fmla="*/ 8 w 3"/>
                <a:gd name="T3" fmla="*/ 21 h 4"/>
                <a:gd name="T4" fmla="*/ 16 w 3"/>
                <a:gd name="T5" fmla="*/ 0 h 4"/>
                <a:gd name="T6" fmla="*/ 8 w 3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8" name="Freeform 3157">
              <a:extLst>
                <a:ext uri="{FF2B5EF4-FFF2-40B4-BE49-F238E27FC236}">
                  <a16:creationId xmlns:a16="http://schemas.microsoft.com/office/drawing/2014/main" id="{C03DE33A-2BF7-44AA-AC9B-C97DEDECA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079"/>
              <a:ext cx="7" cy="11"/>
            </a:xfrm>
            <a:custGeom>
              <a:avLst/>
              <a:gdLst>
                <a:gd name="T0" fmla="*/ 7 w 4"/>
                <a:gd name="T1" fmla="*/ 7 h 6"/>
                <a:gd name="T2" fmla="*/ 12 w 4"/>
                <a:gd name="T3" fmla="*/ 37 h 6"/>
                <a:gd name="T4" fmla="*/ 7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4" y="5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9" name="Freeform 3158">
              <a:extLst>
                <a:ext uri="{FF2B5EF4-FFF2-40B4-BE49-F238E27FC236}">
                  <a16:creationId xmlns:a16="http://schemas.microsoft.com/office/drawing/2014/main" id="{A36B5C99-E9F1-4CFE-BFA1-ECEB90BA5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085"/>
              <a:ext cx="4" cy="5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3 h 3"/>
                <a:gd name="T4" fmla="*/ 8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80" name="Freeform 3159">
              <a:extLst>
                <a:ext uri="{FF2B5EF4-FFF2-40B4-BE49-F238E27FC236}">
                  <a16:creationId xmlns:a16="http://schemas.microsoft.com/office/drawing/2014/main" id="{1D3FD8E1-894C-4BF3-82F7-739700509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113"/>
              <a:ext cx="6" cy="7"/>
            </a:xfrm>
            <a:custGeom>
              <a:avLst/>
              <a:gdLst>
                <a:gd name="T0" fmla="*/ 8 w 3"/>
                <a:gd name="T1" fmla="*/ 7 h 4"/>
                <a:gd name="T2" fmla="*/ 8 w 3"/>
                <a:gd name="T3" fmla="*/ 21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2"/>
                    <a:pt x="3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81" name="Freeform 3160">
              <a:extLst>
                <a:ext uri="{FF2B5EF4-FFF2-40B4-BE49-F238E27FC236}">
                  <a16:creationId xmlns:a16="http://schemas.microsoft.com/office/drawing/2014/main" id="{DD74AFBA-B073-430B-9CD8-14A7B305A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118"/>
              <a:ext cx="25" cy="11"/>
            </a:xfrm>
            <a:custGeom>
              <a:avLst/>
              <a:gdLst>
                <a:gd name="T0" fmla="*/ 44 w 13"/>
                <a:gd name="T1" fmla="*/ 0 h 6"/>
                <a:gd name="T2" fmla="*/ 56 w 13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6" y="0"/>
                  </a:moveTo>
                  <a:cubicBezTo>
                    <a:pt x="0" y="6"/>
                    <a:pt x="13" y="6"/>
                    <a:pt x="8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82" name="Freeform 3161">
              <a:extLst>
                <a:ext uri="{FF2B5EF4-FFF2-40B4-BE49-F238E27FC236}">
                  <a16:creationId xmlns:a16="http://schemas.microsoft.com/office/drawing/2014/main" id="{5066A1E3-11CC-40FC-BB68-69FADEA03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118"/>
              <a:ext cx="8" cy="8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83" name="Freeform 3162">
              <a:extLst>
                <a:ext uri="{FF2B5EF4-FFF2-40B4-BE49-F238E27FC236}">
                  <a16:creationId xmlns:a16="http://schemas.microsoft.com/office/drawing/2014/main" id="{2E3D1AAE-CF74-415B-A50A-7669DEA1B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144"/>
              <a:ext cx="7" cy="8"/>
            </a:xfrm>
            <a:custGeom>
              <a:avLst/>
              <a:gdLst>
                <a:gd name="T0" fmla="*/ 12 w 4"/>
                <a:gd name="T1" fmla="*/ 0 h 4"/>
                <a:gd name="T2" fmla="*/ 0 w 4"/>
                <a:gd name="T3" fmla="*/ 16 h 4"/>
                <a:gd name="T4" fmla="*/ 21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4"/>
                    <a:pt x="3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84" name="Freeform 3163">
              <a:extLst>
                <a:ext uri="{FF2B5EF4-FFF2-40B4-BE49-F238E27FC236}">
                  <a16:creationId xmlns:a16="http://schemas.microsoft.com/office/drawing/2014/main" id="{978D3DD8-7AFD-4A0F-A45B-6AED82627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150"/>
              <a:ext cx="6" cy="7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21 h 4"/>
                <a:gd name="T4" fmla="*/ 24 w 3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85" name="Freeform 3164">
              <a:extLst>
                <a:ext uri="{FF2B5EF4-FFF2-40B4-BE49-F238E27FC236}">
                  <a16:creationId xmlns:a16="http://schemas.microsoft.com/office/drawing/2014/main" id="{1B6F340F-BCB6-424A-87EF-4F6213F4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154"/>
              <a:ext cx="5" cy="7"/>
            </a:xfrm>
            <a:custGeom>
              <a:avLst/>
              <a:gdLst>
                <a:gd name="T0" fmla="*/ 5 w 3"/>
                <a:gd name="T1" fmla="*/ 0 h 4"/>
                <a:gd name="T2" fmla="*/ 8 w 3"/>
                <a:gd name="T3" fmla="*/ 21 h 4"/>
                <a:gd name="T4" fmla="*/ 13 w 3"/>
                <a:gd name="T5" fmla="*/ 7 h 4"/>
                <a:gd name="T6" fmla="*/ 8 w 3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3" y="3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86" name="Freeform 3165">
              <a:extLst>
                <a:ext uri="{FF2B5EF4-FFF2-40B4-BE49-F238E27FC236}">
                  <a16:creationId xmlns:a16="http://schemas.microsoft.com/office/drawing/2014/main" id="{5E5A9B37-B0A8-48AA-B3D6-6552F4879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191"/>
              <a:ext cx="3" cy="6"/>
            </a:xfrm>
            <a:custGeom>
              <a:avLst/>
              <a:gdLst>
                <a:gd name="T0" fmla="*/ 8 w 2"/>
                <a:gd name="T1" fmla="*/ 0 h 3"/>
                <a:gd name="T2" fmla="*/ 5 w 2"/>
                <a:gd name="T3" fmla="*/ 24 h 3"/>
                <a:gd name="T4" fmla="*/ 8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87" name="Freeform 3166">
              <a:extLst>
                <a:ext uri="{FF2B5EF4-FFF2-40B4-BE49-F238E27FC236}">
                  <a16:creationId xmlns:a16="http://schemas.microsoft.com/office/drawing/2014/main" id="{0F4E5EB3-D89B-4112-9003-CD0AC351A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208"/>
              <a:ext cx="9" cy="9"/>
            </a:xfrm>
            <a:custGeom>
              <a:avLst/>
              <a:gdLst>
                <a:gd name="T0" fmla="*/ 7 w 5"/>
                <a:gd name="T1" fmla="*/ 0 h 5"/>
                <a:gd name="T2" fmla="*/ 7 w 5"/>
                <a:gd name="T3" fmla="*/ 29 h 5"/>
                <a:gd name="T4" fmla="*/ 16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5"/>
                    <a:pt x="5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88" name="Freeform 3167">
              <a:extLst>
                <a:ext uri="{FF2B5EF4-FFF2-40B4-BE49-F238E27FC236}">
                  <a16:creationId xmlns:a16="http://schemas.microsoft.com/office/drawing/2014/main" id="{4BA5AF8D-4362-4EF7-AEB3-113A59F43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206"/>
              <a:ext cx="7" cy="11"/>
            </a:xfrm>
            <a:custGeom>
              <a:avLst/>
              <a:gdLst>
                <a:gd name="T0" fmla="*/ 0 w 4"/>
                <a:gd name="T1" fmla="*/ 20 h 6"/>
                <a:gd name="T2" fmla="*/ 7 w 4"/>
                <a:gd name="T3" fmla="*/ 37 h 6"/>
                <a:gd name="T4" fmla="*/ 12 w 4"/>
                <a:gd name="T5" fmla="*/ 7 h 6"/>
                <a:gd name="T6" fmla="*/ 7 w 4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3" y="4"/>
                    <a:pt x="4" y="2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89" name="Freeform 3168">
              <a:extLst>
                <a:ext uri="{FF2B5EF4-FFF2-40B4-BE49-F238E27FC236}">
                  <a16:creationId xmlns:a16="http://schemas.microsoft.com/office/drawing/2014/main" id="{03EC3138-0138-452A-B4B6-E02000030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176"/>
              <a:ext cx="10" cy="11"/>
            </a:xfrm>
            <a:custGeom>
              <a:avLst/>
              <a:gdLst>
                <a:gd name="T0" fmla="*/ 8 w 5"/>
                <a:gd name="T1" fmla="*/ 0 h 6"/>
                <a:gd name="T2" fmla="*/ 16 w 5"/>
                <a:gd name="T3" fmla="*/ 37 h 6"/>
                <a:gd name="T4" fmla="*/ 16 w 5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4" y="5"/>
                    <a:pt x="5" y="3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90" name="Freeform 3169">
              <a:extLst>
                <a:ext uri="{FF2B5EF4-FFF2-40B4-BE49-F238E27FC236}">
                  <a16:creationId xmlns:a16="http://schemas.microsoft.com/office/drawing/2014/main" id="{19CCF36B-6D96-45C3-BFB9-9D782F12F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397"/>
              <a:ext cx="13" cy="15"/>
            </a:xfrm>
            <a:custGeom>
              <a:avLst/>
              <a:gdLst>
                <a:gd name="T0" fmla="*/ 32 w 7"/>
                <a:gd name="T1" fmla="*/ 0 h 8"/>
                <a:gd name="T2" fmla="*/ 45 w 7"/>
                <a:gd name="T3" fmla="*/ 21 h 8"/>
                <a:gd name="T4" fmla="*/ 37 w 7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0" y="1"/>
                    <a:pt x="4" y="8"/>
                    <a:pt x="7" y="3"/>
                  </a:cubicBezTo>
                  <a:cubicBezTo>
                    <a:pt x="7" y="3"/>
                    <a:pt x="6" y="2"/>
                    <a:pt x="6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91" name="Freeform 3170">
              <a:extLst>
                <a:ext uri="{FF2B5EF4-FFF2-40B4-BE49-F238E27FC236}">
                  <a16:creationId xmlns:a16="http://schemas.microsoft.com/office/drawing/2014/main" id="{E7E14A09-7057-45AD-95CE-F4CCDAB93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225"/>
              <a:ext cx="4" cy="5"/>
            </a:xfrm>
            <a:custGeom>
              <a:avLst/>
              <a:gdLst>
                <a:gd name="T0" fmla="*/ 8 w 2"/>
                <a:gd name="T1" fmla="*/ 5 h 3"/>
                <a:gd name="T2" fmla="*/ 0 w 2"/>
                <a:gd name="T3" fmla="*/ 5 h 3"/>
                <a:gd name="T4" fmla="*/ 8 w 2"/>
                <a:gd name="T5" fmla="*/ 13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92" name="Freeform 3171">
              <a:extLst>
                <a:ext uri="{FF2B5EF4-FFF2-40B4-BE49-F238E27FC236}">
                  <a16:creationId xmlns:a16="http://schemas.microsoft.com/office/drawing/2014/main" id="{2525A430-FA51-4E7E-88E2-10A58B14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414"/>
              <a:ext cx="22" cy="13"/>
            </a:xfrm>
            <a:custGeom>
              <a:avLst/>
              <a:gdLst>
                <a:gd name="T0" fmla="*/ 37 w 12"/>
                <a:gd name="T1" fmla="*/ 7 h 7"/>
                <a:gd name="T2" fmla="*/ 31 w 12"/>
                <a:gd name="T3" fmla="*/ 0 h 7"/>
                <a:gd name="T4" fmla="*/ 37 w 12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6" y="1"/>
                  </a:moveTo>
                  <a:cubicBezTo>
                    <a:pt x="6" y="1"/>
                    <a:pt x="5" y="0"/>
                    <a:pt x="5" y="0"/>
                  </a:cubicBezTo>
                  <a:cubicBezTo>
                    <a:pt x="0" y="7"/>
                    <a:pt x="12" y="5"/>
                    <a:pt x="6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93" name="Freeform 3172">
              <a:extLst>
                <a:ext uri="{FF2B5EF4-FFF2-40B4-BE49-F238E27FC236}">
                  <a16:creationId xmlns:a16="http://schemas.microsoft.com/office/drawing/2014/main" id="{79E41D53-53AD-4FA7-BDEE-FBCEF238D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401"/>
              <a:ext cx="8" cy="9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23 h 5"/>
                <a:gd name="T4" fmla="*/ 32 w 4"/>
                <a:gd name="T5" fmla="*/ 2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3" y="5"/>
                    <a:pt x="4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94" name="Freeform 3173">
              <a:extLst>
                <a:ext uri="{FF2B5EF4-FFF2-40B4-BE49-F238E27FC236}">
                  <a16:creationId xmlns:a16="http://schemas.microsoft.com/office/drawing/2014/main" id="{D76173F6-341F-4248-BA2C-76FA62692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448"/>
              <a:ext cx="7" cy="7"/>
            </a:xfrm>
            <a:custGeom>
              <a:avLst/>
              <a:gdLst>
                <a:gd name="T0" fmla="*/ 7 w 4"/>
                <a:gd name="T1" fmla="*/ 7 h 4"/>
                <a:gd name="T2" fmla="*/ 12 w 4"/>
                <a:gd name="T3" fmla="*/ 21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4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95" name="Freeform 3174">
              <a:extLst>
                <a:ext uri="{FF2B5EF4-FFF2-40B4-BE49-F238E27FC236}">
                  <a16:creationId xmlns:a16="http://schemas.microsoft.com/office/drawing/2014/main" id="{B7816B6B-0078-40D6-B281-D11706687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438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96" name="Freeform 3175">
              <a:extLst>
                <a:ext uri="{FF2B5EF4-FFF2-40B4-BE49-F238E27FC236}">
                  <a16:creationId xmlns:a16="http://schemas.microsoft.com/office/drawing/2014/main" id="{D9BBEA0D-3387-410C-97BA-4C0D861E2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449"/>
              <a:ext cx="6" cy="10"/>
            </a:xfrm>
            <a:custGeom>
              <a:avLst/>
              <a:gdLst>
                <a:gd name="T0" fmla="*/ 8 w 3"/>
                <a:gd name="T1" fmla="*/ 0 h 5"/>
                <a:gd name="T2" fmla="*/ 16 w 3"/>
                <a:gd name="T3" fmla="*/ 40 h 5"/>
                <a:gd name="T4" fmla="*/ 24 w 3"/>
                <a:gd name="T5" fmla="*/ 24 h 5"/>
                <a:gd name="T6" fmla="*/ 8 w 3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2"/>
                    <a:pt x="2" y="2"/>
                    <a:pt x="1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97" name="Freeform 3176">
              <a:extLst>
                <a:ext uri="{FF2B5EF4-FFF2-40B4-BE49-F238E27FC236}">
                  <a16:creationId xmlns:a16="http://schemas.microsoft.com/office/drawing/2014/main" id="{461BF436-DB8C-4715-A23C-FBF1FFD7F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481"/>
              <a:ext cx="8" cy="10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40 h 5"/>
                <a:gd name="T4" fmla="*/ 32 w 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3" y="5"/>
                    <a:pt x="4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98" name="Freeform 3177">
              <a:extLst>
                <a:ext uri="{FF2B5EF4-FFF2-40B4-BE49-F238E27FC236}">
                  <a16:creationId xmlns:a16="http://schemas.microsoft.com/office/drawing/2014/main" id="{8CC332F3-13BD-4867-B473-43F03535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509"/>
              <a:ext cx="7" cy="13"/>
            </a:xfrm>
            <a:custGeom>
              <a:avLst/>
              <a:gdLst>
                <a:gd name="T0" fmla="*/ 16 w 4"/>
                <a:gd name="T1" fmla="*/ 13 h 7"/>
                <a:gd name="T2" fmla="*/ 7 w 4"/>
                <a:gd name="T3" fmla="*/ 45 h 7"/>
                <a:gd name="T4" fmla="*/ 12 w 4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2"/>
                  </a:moveTo>
                  <a:cubicBezTo>
                    <a:pt x="0" y="0"/>
                    <a:pt x="0" y="5"/>
                    <a:pt x="1" y="7"/>
                  </a:cubicBezTo>
                  <a:cubicBezTo>
                    <a:pt x="4" y="6"/>
                    <a:pt x="4" y="4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99" name="Freeform 3178">
              <a:extLst>
                <a:ext uri="{FF2B5EF4-FFF2-40B4-BE49-F238E27FC236}">
                  <a16:creationId xmlns:a16="http://schemas.microsoft.com/office/drawing/2014/main" id="{D64A1650-8AA6-4E38-88D8-71DC53296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98"/>
              <a:ext cx="8" cy="11"/>
            </a:xfrm>
            <a:custGeom>
              <a:avLst/>
              <a:gdLst>
                <a:gd name="T0" fmla="*/ 16 w 4"/>
                <a:gd name="T1" fmla="*/ 0 h 6"/>
                <a:gd name="T2" fmla="*/ 16 w 4"/>
                <a:gd name="T3" fmla="*/ 37 h 6"/>
                <a:gd name="T4" fmla="*/ 16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4"/>
                    <a:pt x="4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00" name="Freeform 3179">
              <a:extLst>
                <a:ext uri="{FF2B5EF4-FFF2-40B4-BE49-F238E27FC236}">
                  <a16:creationId xmlns:a16="http://schemas.microsoft.com/office/drawing/2014/main" id="{0CAC9456-84E1-4DF9-8729-8A58CB00E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494"/>
              <a:ext cx="11" cy="10"/>
            </a:xfrm>
            <a:custGeom>
              <a:avLst/>
              <a:gdLst>
                <a:gd name="T0" fmla="*/ 13 w 6"/>
                <a:gd name="T1" fmla="*/ 0 h 5"/>
                <a:gd name="T2" fmla="*/ 2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5"/>
                    <a:pt x="6" y="3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01" name="Freeform 3180">
              <a:extLst>
                <a:ext uri="{FF2B5EF4-FFF2-40B4-BE49-F238E27FC236}">
                  <a16:creationId xmlns:a16="http://schemas.microsoft.com/office/drawing/2014/main" id="{32F4469E-B9C8-495B-90B6-CFC4DB065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524"/>
              <a:ext cx="4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02" name="Freeform 3181">
              <a:extLst>
                <a:ext uri="{FF2B5EF4-FFF2-40B4-BE49-F238E27FC236}">
                  <a16:creationId xmlns:a16="http://schemas.microsoft.com/office/drawing/2014/main" id="{DA2FDD7B-DCF1-47C2-815F-BBBDBA7AF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554"/>
              <a:ext cx="8" cy="10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40 h 5"/>
                <a:gd name="T4" fmla="*/ 3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4"/>
                    <a:pt x="4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03" name="Freeform 3182">
              <a:extLst>
                <a:ext uri="{FF2B5EF4-FFF2-40B4-BE49-F238E27FC236}">
                  <a16:creationId xmlns:a16="http://schemas.microsoft.com/office/drawing/2014/main" id="{7CF4A1F8-15BE-4362-A3C2-026DAA241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67"/>
              <a:ext cx="6" cy="10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40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3"/>
                    <a:pt x="3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04" name="Freeform 3183">
              <a:extLst>
                <a:ext uri="{FF2B5EF4-FFF2-40B4-BE49-F238E27FC236}">
                  <a16:creationId xmlns:a16="http://schemas.microsoft.com/office/drawing/2014/main" id="{AAF5B5D8-0306-4BE4-B4A4-322505CCF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547"/>
              <a:ext cx="5" cy="7"/>
            </a:xfrm>
            <a:custGeom>
              <a:avLst/>
              <a:gdLst>
                <a:gd name="T0" fmla="*/ 8 w 3"/>
                <a:gd name="T1" fmla="*/ 0 h 4"/>
                <a:gd name="T2" fmla="*/ 5 w 3"/>
                <a:gd name="T3" fmla="*/ 21 h 4"/>
                <a:gd name="T4" fmla="*/ 13 w 3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05" name="Freeform 3184">
              <a:extLst>
                <a:ext uri="{FF2B5EF4-FFF2-40B4-BE49-F238E27FC236}">
                  <a16:creationId xmlns:a16="http://schemas.microsoft.com/office/drawing/2014/main" id="{8B2CEBAA-D24A-4AB0-BE27-83CED7298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580"/>
              <a:ext cx="17" cy="21"/>
            </a:xfrm>
            <a:custGeom>
              <a:avLst/>
              <a:gdLst>
                <a:gd name="T0" fmla="*/ 40 w 9"/>
                <a:gd name="T1" fmla="*/ 8 h 11"/>
                <a:gd name="T2" fmla="*/ 60 w 9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6" y="1"/>
                  </a:moveTo>
                  <a:cubicBezTo>
                    <a:pt x="0" y="0"/>
                    <a:pt x="7" y="11"/>
                    <a:pt x="9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06" name="Freeform 3185">
              <a:extLst>
                <a:ext uri="{FF2B5EF4-FFF2-40B4-BE49-F238E27FC236}">
                  <a16:creationId xmlns:a16="http://schemas.microsoft.com/office/drawing/2014/main" id="{678240E2-5FBA-48D5-A341-1D4B34782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588"/>
              <a:ext cx="7" cy="7"/>
            </a:xfrm>
            <a:custGeom>
              <a:avLst/>
              <a:gdLst>
                <a:gd name="T0" fmla="*/ 7 w 4"/>
                <a:gd name="T1" fmla="*/ 0 h 4"/>
                <a:gd name="T2" fmla="*/ 7 w 4"/>
                <a:gd name="T3" fmla="*/ 21 h 4"/>
                <a:gd name="T4" fmla="*/ 1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07" name="Freeform 3186">
              <a:extLst>
                <a:ext uri="{FF2B5EF4-FFF2-40B4-BE49-F238E27FC236}">
                  <a16:creationId xmlns:a16="http://schemas.microsoft.com/office/drawing/2014/main" id="{7E961979-DD8F-47BA-89EB-259D30B7B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597"/>
              <a:ext cx="8" cy="10"/>
            </a:xfrm>
            <a:custGeom>
              <a:avLst/>
              <a:gdLst>
                <a:gd name="T0" fmla="*/ 8 w 4"/>
                <a:gd name="T1" fmla="*/ 0 h 5"/>
                <a:gd name="T2" fmla="*/ 24 w 4"/>
                <a:gd name="T3" fmla="*/ 40 h 5"/>
                <a:gd name="T4" fmla="*/ 24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4" y="3"/>
                    <a:pt x="4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08" name="Freeform 3187">
              <a:extLst>
                <a:ext uri="{FF2B5EF4-FFF2-40B4-BE49-F238E27FC236}">
                  <a16:creationId xmlns:a16="http://schemas.microsoft.com/office/drawing/2014/main" id="{075D8175-6300-4FB4-A28F-D95566FAC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640"/>
              <a:ext cx="6" cy="8"/>
            </a:xfrm>
            <a:custGeom>
              <a:avLst/>
              <a:gdLst>
                <a:gd name="T0" fmla="*/ 24 w 3"/>
                <a:gd name="T1" fmla="*/ 0 h 4"/>
                <a:gd name="T2" fmla="*/ 24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0" y="1"/>
                    <a:pt x="0" y="4"/>
                    <a:pt x="3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09" name="Freeform 3188">
              <a:extLst>
                <a:ext uri="{FF2B5EF4-FFF2-40B4-BE49-F238E27FC236}">
                  <a16:creationId xmlns:a16="http://schemas.microsoft.com/office/drawing/2014/main" id="{9B9751FD-2AFE-46DC-888F-5CDEF7ED4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622"/>
              <a:ext cx="4" cy="7"/>
            </a:xfrm>
            <a:custGeom>
              <a:avLst/>
              <a:gdLst>
                <a:gd name="T0" fmla="*/ 8 w 2"/>
                <a:gd name="T1" fmla="*/ 7 h 4"/>
                <a:gd name="T2" fmla="*/ 0 w 2"/>
                <a:gd name="T3" fmla="*/ 16 h 4"/>
                <a:gd name="T4" fmla="*/ 8 w 2"/>
                <a:gd name="T5" fmla="*/ 16 h 4"/>
                <a:gd name="T6" fmla="*/ 16 w 2"/>
                <a:gd name="T7" fmla="*/ 7 h 4"/>
                <a:gd name="T8" fmla="*/ 16 w 2"/>
                <a:gd name="T9" fmla="*/ 7 h 4"/>
                <a:gd name="T10" fmla="*/ 8 w 2"/>
                <a:gd name="T11" fmla="*/ 16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2" y="0"/>
                    <a:pt x="2" y="1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10" name="Freeform 3189">
              <a:extLst>
                <a:ext uri="{FF2B5EF4-FFF2-40B4-BE49-F238E27FC236}">
                  <a16:creationId xmlns:a16="http://schemas.microsoft.com/office/drawing/2014/main" id="{D95D6F3C-49CA-425E-8177-C155B8519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667"/>
              <a:ext cx="9" cy="9"/>
            </a:xfrm>
            <a:custGeom>
              <a:avLst/>
              <a:gdLst>
                <a:gd name="T0" fmla="*/ 13 w 5"/>
                <a:gd name="T1" fmla="*/ 0 h 5"/>
                <a:gd name="T2" fmla="*/ 7 w 5"/>
                <a:gd name="T3" fmla="*/ 7 h 5"/>
                <a:gd name="T4" fmla="*/ 23 w 5"/>
                <a:gd name="T5" fmla="*/ 29 h 5"/>
                <a:gd name="T6" fmla="*/ 1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3"/>
                    <a:pt x="2" y="5"/>
                    <a:pt x="4" y="5"/>
                  </a:cubicBezTo>
                  <a:cubicBezTo>
                    <a:pt x="5" y="3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11" name="Freeform 3190">
              <a:extLst>
                <a:ext uri="{FF2B5EF4-FFF2-40B4-BE49-F238E27FC236}">
                  <a16:creationId xmlns:a16="http://schemas.microsoft.com/office/drawing/2014/main" id="{132DC668-9D6A-4363-85D2-3707CCDFB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674"/>
              <a:ext cx="7" cy="9"/>
            </a:xfrm>
            <a:custGeom>
              <a:avLst/>
              <a:gdLst>
                <a:gd name="T0" fmla="*/ 7 w 4"/>
                <a:gd name="T1" fmla="*/ 7 h 5"/>
                <a:gd name="T2" fmla="*/ 12 w 4"/>
                <a:gd name="T3" fmla="*/ 29 h 5"/>
                <a:gd name="T4" fmla="*/ 7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3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12" name="Freeform 3191">
              <a:extLst>
                <a:ext uri="{FF2B5EF4-FFF2-40B4-BE49-F238E27FC236}">
                  <a16:creationId xmlns:a16="http://schemas.microsoft.com/office/drawing/2014/main" id="{0AA339CE-D676-4E07-B0F1-52E283CC6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678"/>
              <a:ext cx="7" cy="9"/>
            </a:xfrm>
            <a:custGeom>
              <a:avLst/>
              <a:gdLst>
                <a:gd name="T0" fmla="*/ 16 w 4"/>
                <a:gd name="T1" fmla="*/ 16 h 5"/>
                <a:gd name="T2" fmla="*/ 16 w 4"/>
                <a:gd name="T3" fmla="*/ 29 h 5"/>
                <a:gd name="T4" fmla="*/ 12 w 4"/>
                <a:gd name="T5" fmla="*/ 0 h 5"/>
                <a:gd name="T6" fmla="*/ 0 w 4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3"/>
                  </a:moveTo>
                  <a:cubicBezTo>
                    <a:pt x="3" y="4"/>
                    <a:pt x="2" y="5"/>
                    <a:pt x="3" y="5"/>
                  </a:cubicBezTo>
                  <a:cubicBezTo>
                    <a:pt x="4" y="3"/>
                    <a:pt x="4" y="1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13" name="Freeform 3192">
              <a:extLst>
                <a:ext uri="{FF2B5EF4-FFF2-40B4-BE49-F238E27FC236}">
                  <a16:creationId xmlns:a16="http://schemas.microsoft.com/office/drawing/2014/main" id="{29DB0DC1-E808-4D6B-BBBA-3FF2C92D2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627"/>
              <a:ext cx="6" cy="10"/>
            </a:xfrm>
            <a:custGeom>
              <a:avLst/>
              <a:gdLst>
                <a:gd name="T0" fmla="*/ 0 w 3"/>
                <a:gd name="T1" fmla="*/ 16 h 5"/>
                <a:gd name="T2" fmla="*/ 16 w 3"/>
                <a:gd name="T3" fmla="*/ 40 h 5"/>
                <a:gd name="T4" fmla="*/ 16 w 3"/>
                <a:gd name="T5" fmla="*/ 0 h 5"/>
                <a:gd name="T6" fmla="*/ 0 w 3"/>
                <a:gd name="T7" fmla="*/ 2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4"/>
                    <a:pt x="0" y="5"/>
                    <a:pt x="2" y="5"/>
                  </a:cubicBezTo>
                  <a:cubicBezTo>
                    <a:pt x="3" y="4"/>
                    <a:pt x="3" y="1"/>
                    <a:pt x="2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14" name="Freeform 3193">
              <a:extLst>
                <a:ext uri="{FF2B5EF4-FFF2-40B4-BE49-F238E27FC236}">
                  <a16:creationId xmlns:a16="http://schemas.microsoft.com/office/drawing/2014/main" id="{1574CA0B-1A9D-4D1E-81CF-B2482A5A0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726"/>
              <a:ext cx="17" cy="14"/>
            </a:xfrm>
            <a:custGeom>
              <a:avLst/>
              <a:gdLst>
                <a:gd name="T0" fmla="*/ 32 w 9"/>
                <a:gd name="T1" fmla="*/ 0 h 7"/>
                <a:gd name="T2" fmla="*/ 32 w 9"/>
                <a:gd name="T3" fmla="*/ 48 h 7"/>
                <a:gd name="T4" fmla="*/ 4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2"/>
                    <a:pt x="0" y="7"/>
                    <a:pt x="5" y="6"/>
                  </a:cubicBezTo>
                  <a:cubicBezTo>
                    <a:pt x="9" y="5"/>
                    <a:pt x="8" y="1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15" name="Freeform 3194">
              <a:extLst>
                <a:ext uri="{FF2B5EF4-FFF2-40B4-BE49-F238E27FC236}">
                  <a16:creationId xmlns:a16="http://schemas.microsoft.com/office/drawing/2014/main" id="{31FEBE3B-2E93-4622-955B-887F9C58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704"/>
              <a:ext cx="6" cy="7"/>
            </a:xfrm>
            <a:custGeom>
              <a:avLst/>
              <a:gdLst>
                <a:gd name="T0" fmla="*/ 8 w 3"/>
                <a:gd name="T1" fmla="*/ 7 h 4"/>
                <a:gd name="T2" fmla="*/ 8 w 3"/>
                <a:gd name="T3" fmla="*/ 21 h 4"/>
                <a:gd name="T4" fmla="*/ 24 w 3"/>
                <a:gd name="T5" fmla="*/ 7 h 4"/>
                <a:gd name="T6" fmla="*/ 16 w 3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3" y="3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16" name="Freeform 3195">
              <a:extLst>
                <a:ext uri="{FF2B5EF4-FFF2-40B4-BE49-F238E27FC236}">
                  <a16:creationId xmlns:a16="http://schemas.microsoft.com/office/drawing/2014/main" id="{88C4C4CD-923D-477C-8A50-9DC5F7292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745"/>
              <a:ext cx="7" cy="8"/>
            </a:xfrm>
            <a:custGeom>
              <a:avLst/>
              <a:gdLst>
                <a:gd name="T0" fmla="*/ 16 w 4"/>
                <a:gd name="T1" fmla="*/ 0 h 4"/>
                <a:gd name="T2" fmla="*/ 12 w 4"/>
                <a:gd name="T3" fmla="*/ 32 h 4"/>
                <a:gd name="T4" fmla="*/ 1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17" name="Freeform 3196">
              <a:extLst>
                <a:ext uri="{FF2B5EF4-FFF2-40B4-BE49-F238E27FC236}">
                  <a16:creationId xmlns:a16="http://schemas.microsoft.com/office/drawing/2014/main" id="{4D025EF4-9675-49D3-9C20-FC45957CB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768"/>
              <a:ext cx="8" cy="9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29 h 5"/>
                <a:gd name="T4" fmla="*/ 16 w 4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4" y="4"/>
                    <a:pt x="4" y="1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18" name="Freeform 3197">
              <a:extLst>
                <a:ext uri="{FF2B5EF4-FFF2-40B4-BE49-F238E27FC236}">
                  <a16:creationId xmlns:a16="http://schemas.microsoft.com/office/drawing/2014/main" id="{7E3FE756-073B-4C7F-8BE5-DD96545B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792"/>
              <a:ext cx="13" cy="15"/>
            </a:xfrm>
            <a:custGeom>
              <a:avLst/>
              <a:gdLst>
                <a:gd name="T0" fmla="*/ 20 w 7"/>
                <a:gd name="T1" fmla="*/ 0 h 8"/>
                <a:gd name="T2" fmla="*/ 24 w 7"/>
                <a:gd name="T3" fmla="*/ 45 h 8"/>
                <a:gd name="T4" fmla="*/ 20 w 7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2"/>
                    <a:pt x="0" y="8"/>
                    <a:pt x="4" y="7"/>
                  </a:cubicBezTo>
                  <a:cubicBezTo>
                    <a:pt x="7" y="6"/>
                    <a:pt x="6" y="1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19" name="Freeform 3198">
              <a:extLst>
                <a:ext uri="{FF2B5EF4-FFF2-40B4-BE49-F238E27FC236}">
                  <a16:creationId xmlns:a16="http://schemas.microsoft.com/office/drawing/2014/main" id="{5E7E0911-FAE7-472C-B3F7-1BF7F9855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781"/>
              <a:ext cx="8" cy="5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13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20" name="Freeform 3199">
              <a:extLst>
                <a:ext uri="{FF2B5EF4-FFF2-40B4-BE49-F238E27FC236}">
                  <a16:creationId xmlns:a16="http://schemas.microsoft.com/office/drawing/2014/main" id="{A92F9AC7-3CB6-400A-B846-8405DCD00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865"/>
              <a:ext cx="13" cy="15"/>
            </a:xfrm>
            <a:custGeom>
              <a:avLst/>
              <a:gdLst>
                <a:gd name="T0" fmla="*/ 32 w 7"/>
                <a:gd name="T1" fmla="*/ 0 h 8"/>
                <a:gd name="T2" fmla="*/ 45 w 7"/>
                <a:gd name="T3" fmla="*/ 39 h 8"/>
                <a:gd name="T4" fmla="*/ 32 w 7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0" y="1"/>
                    <a:pt x="2" y="8"/>
                    <a:pt x="7" y="6"/>
                  </a:cubicBezTo>
                  <a:cubicBezTo>
                    <a:pt x="7" y="4"/>
                    <a:pt x="6" y="3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21" name="Freeform 3200">
              <a:extLst>
                <a:ext uri="{FF2B5EF4-FFF2-40B4-BE49-F238E27FC236}">
                  <a16:creationId xmlns:a16="http://schemas.microsoft.com/office/drawing/2014/main" id="{DFE38231-F088-4746-948B-8A984F9F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882"/>
              <a:ext cx="7" cy="9"/>
            </a:xfrm>
            <a:custGeom>
              <a:avLst/>
              <a:gdLst>
                <a:gd name="T0" fmla="*/ 7 w 4"/>
                <a:gd name="T1" fmla="*/ 0 h 5"/>
                <a:gd name="T2" fmla="*/ 12 w 4"/>
                <a:gd name="T3" fmla="*/ 29 h 5"/>
                <a:gd name="T4" fmla="*/ 1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22" name="Freeform 3201">
              <a:extLst>
                <a:ext uri="{FF2B5EF4-FFF2-40B4-BE49-F238E27FC236}">
                  <a16:creationId xmlns:a16="http://schemas.microsoft.com/office/drawing/2014/main" id="{532270DD-B075-4E5F-B4D4-80B998194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917"/>
              <a:ext cx="10" cy="10"/>
            </a:xfrm>
            <a:custGeom>
              <a:avLst/>
              <a:gdLst>
                <a:gd name="T0" fmla="*/ 32 w 5"/>
                <a:gd name="T1" fmla="*/ 0 h 5"/>
                <a:gd name="T2" fmla="*/ 16 w 5"/>
                <a:gd name="T3" fmla="*/ 40 h 5"/>
                <a:gd name="T4" fmla="*/ 40 w 5"/>
                <a:gd name="T5" fmla="*/ 16 h 5"/>
                <a:gd name="T6" fmla="*/ 32 w 5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2" y="1"/>
                    <a:pt x="0" y="3"/>
                    <a:pt x="2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23" name="Freeform 3202">
              <a:extLst>
                <a:ext uri="{FF2B5EF4-FFF2-40B4-BE49-F238E27FC236}">
                  <a16:creationId xmlns:a16="http://schemas.microsoft.com/office/drawing/2014/main" id="{125EAE0C-D509-4A2E-84C7-F313656C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906"/>
              <a:ext cx="6" cy="8"/>
            </a:xfrm>
            <a:custGeom>
              <a:avLst/>
              <a:gdLst>
                <a:gd name="T0" fmla="*/ 16 w 3"/>
                <a:gd name="T1" fmla="*/ 0 h 4"/>
                <a:gd name="T2" fmla="*/ 16 w 3"/>
                <a:gd name="T3" fmla="*/ 32 h 4"/>
                <a:gd name="T4" fmla="*/ 16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24" name="Freeform 3203">
              <a:extLst>
                <a:ext uri="{FF2B5EF4-FFF2-40B4-BE49-F238E27FC236}">
                  <a16:creationId xmlns:a16="http://schemas.microsoft.com/office/drawing/2014/main" id="{BC9E87D4-41EC-4EE9-A49F-702C94AD8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936"/>
              <a:ext cx="8" cy="8"/>
            </a:xfrm>
            <a:custGeom>
              <a:avLst/>
              <a:gdLst>
                <a:gd name="T0" fmla="*/ 8 w 4"/>
                <a:gd name="T1" fmla="*/ 0 h 4"/>
                <a:gd name="T2" fmla="*/ 32 w 4"/>
                <a:gd name="T3" fmla="*/ 32 h 4"/>
                <a:gd name="T4" fmla="*/ 24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2" y="4"/>
                    <a:pt x="4" y="4"/>
                  </a:cubicBezTo>
                  <a:cubicBezTo>
                    <a:pt x="4" y="3"/>
                    <a:pt x="4" y="2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25" name="Freeform 3204">
              <a:extLst>
                <a:ext uri="{FF2B5EF4-FFF2-40B4-BE49-F238E27FC236}">
                  <a16:creationId xmlns:a16="http://schemas.microsoft.com/office/drawing/2014/main" id="{2E65A8A8-716C-4A5D-AF12-D63EA0D15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951"/>
              <a:ext cx="8" cy="11"/>
            </a:xfrm>
            <a:custGeom>
              <a:avLst/>
              <a:gdLst>
                <a:gd name="T0" fmla="*/ 8 w 4"/>
                <a:gd name="T1" fmla="*/ 7 h 6"/>
                <a:gd name="T2" fmla="*/ 16 w 4"/>
                <a:gd name="T3" fmla="*/ 37 h 6"/>
                <a:gd name="T4" fmla="*/ 8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4" y="5"/>
                    <a:pt x="4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26" name="Freeform 3205">
              <a:extLst>
                <a:ext uri="{FF2B5EF4-FFF2-40B4-BE49-F238E27FC236}">
                  <a16:creationId xmlns:a16="http://schemas.microsoft.com/office/drawing/2014/main" id="{CF42DB06-673E-40CA-9A9B-2B29CDF5B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990"/>
              <a:ext cx="8" cy="10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40 h 5"/>
                <a:gd name="T4" fmla="*/ 24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4"/>
                    <a:pt x="4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27" name="Freeform 3206">
              <a:extLst>
                <a:ext uri="{FF2B5EF4-FFF2-40B4-BE49-F238E27FC236}">
                  <a16:creationId xmlns:a16="http://schemas.microsoft.com/office/drawing/2014/main" id="{74542CDB-3264-4B3F-9C24-F8A8852D8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985"/>
              <a:ext cx="5" cy="11"/>
            </a:xfrm>
            <a:custGeom>
              <a:avLst/>
              <a:gdLst>
                <a:gd name="T0" fmla="*/ 0 w 3"/>
                <a:gd name="T1" fmla="*/ 13 h 6"/>
                <a:gd name="T2" fmla="*/ 5 w 3"/>
                <a:gd name="T3" fmla="*/ 37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4"/>
                    <a:pt x="2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28" name="Freeform 3207">
              <a:extLst>
                <a:ext uri="{FF2B5EF4-FFF2-40B4-BE49-F238E27FC236}">
                  <a16:creationId xmlns:a16="http://schemas.microsoft.com/office/drawing/2014/main" id="{FA9E3EBB-9E91-4E6B-AE2F-47E69A21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947"/>
              <a:ext cx="9" cy="17"/>
            </a:xfrm>
            <a:custGeom>
              <a:avLst/>
              <a:gdLst>
                <a:gd name="T0" fmla="*/ 13 w 5"/>
                <a:gd name="T1" fmla="*/ 8 h 9"/>
                <a:gd name="T2" fmla="*/ 16 w 5"/>
                <a:gd name="T3" fmla="*/ 47 h 9"/>
                <a:gd name="T4" fmla="*/ 13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1"/>
                  </a:moveTo>
                  <a:cubicBezTo>
                    <a:pt x="0" y="3"/>
                    <a:pt x="0" y="9"/>
                    <a:pt x="3" y="7"/>
                  </a:cubicBezTo>
                  <a:cubicBezTo>
                    <a:pt x="5" y="5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29" name="Freeform 3208">
              <a:extLst>
                <a:ext uri="{FF2B5EF4-FFF2-40B4-BE49-F238E27FC236}">
                  <a16:creationId xmlns:a16="http://schemas.microsoft.com/office/drawing/2014/main" id="{5BE011D5-2AD5-4BB5-BA9F-AC18D677C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899"/>
              <a:ext cx="10" cy="9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29 h 5"/>
                <a:gd name="T4" fmla="*/ 3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3"/>
                    <a:pt x="2" y="5"/>
                  </a:cubicBezTo>
                  <a:cubicBezTo>
                    <a:pt x="5" y="5"/>
                    <a:pt x="5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30" name="Freeform 3209">
              <a:extLst>
                <a:ext uri="{FF2B5EF4-FFF2-40B4-BE49-F238E27FC236}">
                  <a16:creationId xmlns:a16="http://schemas.microsoft.com/office/drawing/2014/main" id="{3B845454-5DE1-4A78-A010-137AB1C4B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805"/>
              <a:ext cx="7" cy="8"/>
            </a:xfrm>
            <a:custGeom>
              <a:avLst/>
              <a:gdLst>
                <a:gd name="T0" fmla="*/ 7 w 4"/>
                <a:gd name="T1" fmla="*/ 0 h 4"/>
                <a:gd name="T2" fmla="*/ 0 w 4"/>
                <a:gd name="T3" fmla="*/ 32 h 4"/>
                <a:gd name="T4" fmla="*/ 21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4"/>
                    <a:pt x="3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31" name="Freeform 3210">
              <a:extLst>
                <a:ext uri="{FF2B5EF4-FFF2-40B4-BE49-F238E27FC236}">
                  <a16:creationId xmlns:a16="http://schemas.microsoft.com/office/drawing/2014/main" id="{358E6E92-9579-4343-BF7A-1FAE0D66C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026"/>
              <a:ext cx="13" cy="13"/>
            </a:xfrm>
            <a:custGeom>
              <a:avLst/>
              <a:gdLst>
                <a:gd name="T0" fmla="*/ 37 w 7"/>
                <a:gd name="T1" fmla="*/ 20 h 7"/>
                <a:gd name="T2" fmla="*/ 7 w 7"/>
                <a:gd name="T3" fmla="*/ 24 h 7"/>
                <a:gd name="T4" fmla="*/ 45 w 7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2" y="7"/>
                    <a:pt x="6" y="5"/>
                    <a:pt x="7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32" name="Freeform 3211">
              <a:extLst>
                <a:ext uri="{FF2B5EF4-FFF2-40B4-BE49-F238E27FC236}">
                  <a16:creationId xmlns:a16="http://schemas.microsoft.com/office/drawing/2014/main" id="{433679BB-CD7D-4E9B-9F69-0286F3B2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3013"/>
              <a:ext cx="7" cy="9"/>
            </a:xfrm>
            <a:custGeom>
              <a:avLst/>
              <a:gdLst>
                <a:gd name="T0" fmla="*/ 7 w 4"/>
                <a:gd name="T1" fmla="*/ 7 h 5"/>
                <a:gd name="T2" fmla="*/ 16 w 4"/>
                <a:gd name="T3" fmla="*/ 29 h 5"/>
                <a:gd name="T4" fmla="*/ 1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1" y="4"/>
                    <a:pt x="3" y="5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33" name="Freeform 3212">
              <a:extLst>
                <a:ext uri="{FF2B5EF4-FFF2-40B4-BE49-F238E27FC236}">
                  <a16:creationId xmlns:a16="http://schemas.microsoft.com/office/drawing/2014/main" id="{7B8D0D97-AB0C-4991-916E-83A6FDA68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975"/>
              <a:ext cx="3" cy="6"/>
            </a:xfrm>
            <a:custGeom>
              <a:avLst/>
              <a:gdLst>
                <a:gd name="T0" fmla="*/ 5 w 2"/>
                <a:gd name="T1" fmla="*/ 0 h 3"/>
                <a:gd name="T2" fmla="*/ 0 w 2"/>
                <a:gd name="T3" fmla="*/ 24 h 3"/>
                <a:gd name="T4" fmla="*/ 8 w 2"/>
                <a:gd name="T5" fmla="*/ 24 h 3"/>
                <a:gd name="T6" fmla="*/ 8 w 2"/>
                <a:gd name="T7" fmla="*/ 0 h 3"/>
                <a:gd name="T8" fmla="*/ 5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34" name="Freeform 3213">
              <a:extLst>
                <a:ext uri="{FF2B5EF4-FFF2-40B4-BE49-F238E27FC236}">
                  <a16:creationId xmlns:a16="http://schemas.microsoft.com/office/drawing/2014/main" id="{9D551A3D-2C2F-46F5-ADAB-7AFC9548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022"/>
              <a:ext cx="8" cy="8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35" name="Freeform 3214">
              <a:extLst>
                <a:ext uri="{FF2B5EF4-FFF2-40B4-BE49-F238E27FC236}">
                  <a16:creationId xmlns:a16="http://schemas.microsoft.com/office/drawing/2014/main" id="{EAA178EA-06A0-453B-8431-53BD9D9FB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3058"/>
              <a:ext cx="11" cy="13"/>
            </a:xfrm>
            <a:custGeom>
              <a:avLst/>
              <a:gdLst>
                <a:gd name="T0" fmla="*/ 13 w 6"/>
                <a:gd name="T1" fmla="*/ 0 h 7"/>
                <a:gd name="T2" fmla="*/ 20 w 6"/>
                <a:gd name="T3" fmla="*/ 32 h 7"/>
                <a:gd name="T4" fmla="*/ 2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1"/>
                    <a:pt x="1" y="7"/>
                    <a:pt x="3" y="5"/>
                  </a:cubicBezTo>
                  <a:cubicBezTo>
                    <a:pt x="6" y="4"/>
                    <a:pt x="5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36" name="Freeform 3215">
              <a:extLst>
                <a:ext uri="{FF2B5EF4-FFF2-40B4-BE49-F238E27FC236}">
                  <a16:creationId xmlns:a16="http://schemas.microsoft.com/office/drawing/2014/main" id="{591F75A5-6AE3-4979-9CE4-792A771FD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071"/>
              <a:ext cx="9" cy="11"/>
            </a:xfrm>
            <a:custGeom>
              <a:avLst/>
              <a:gdLst>
                <a:gd name="T0" fmla="*/ 13 w 5"/>
                <a:gd name="T1" fmla="*/ 0 h 6"/>
                <a:gd name="T2" fmla="*/ 7 w 5"/>
                <a:gd name="T3" fmla="*/ 37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6"/>
                    <a:pt x="5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37" name="Freeform 3216">
              <a:extLst>
                <a:ext uri="{FF2B5EF4-FFF2-40B4-BE49-F238E27FC236}">
                  <a16:creationId xmlns:a16="http://schemas.microsoft.com/office/drawing/2014/main" id="{3657CE49-EB1A-4EDA-A217-3EEF9BA2F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3056"/>
              <a:ext cx="7" cy="7"/>
            </a:xfrm>
            <a:custGeom>
              <a:avLst/>
              <a:gdLst>
                <a:gd name="T0" fmla="*/ 7 w 4"/>
                <a:gd name="T1" fmla="*/ 0 h 4"/>
                <a:gd name="T2" fmla="*/ 0 w 4"/>
                <a:gd name="T3" fmla="*/ 21 h 4"/>
                <a:gd name="T4" fmla="*/ 1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38" name="Freeform 3217">
              <a:extLst>
                <a:ext uri="{FF2B5EF4-FFF2-40B4-BE49-F238E27FC236}">
                  <a16:creationId xmlns:a16="http://schemas.microsoft.com/office/drawing/2014/main" id="{25DDB1FB-BA08-4D03-88AF-522D7BE3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3084"/>
              <a:ext cx="8" cy="7"/>
            </a:xfrm>
            <a:custGeom>
              <a:avLst/>
              <a:gdLst>
                <a:gd name="T0" fmla="*/ 32 w 4"/>
                <a:gd name="T1" fmla="*/ 0 h 4"/>
                <a:gd name="T2" fmla="*/ 24 w 4"/>
                <a:gd name="T3" fmla="*/ 21 h 4"/>
                <a:gd name="T4" fmla="*/ 32 w 4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0"/>
                    <a:pt x="0" y="3"/>
                    <a:pt x="3" y="4"/>
                  </a:cubicBezTo>
                  <a:cubicBezTo>
                    <a:pt x="4" y="4"/>
                    <a:pt x="4" y="3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39" name="Freeform 3218">
              <a:extLst>
                <a:ext uri="{FF2B5EF4-FFF2-40B4-BE49-F238E27FC236}">
                  <a16:creationId xmlns:a16="http://schemas.microsoft.com/office/drawing/2014/main" id="{19E6DF37-6CA1-4BB5-AAB4-1D04E01CC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3106"/>
              <a:ext cx="6" cy="6"/>
            </a:xfrm>
            <a:custGeom>
              <a:avLst/>
              <a:gdLst>
                <a:gd name="T0" fmla="*/ 16 w 3"/>
                <a:gd name="T1" fmla="*/ 0 h 3"/>
                <a:gd name="T2" fmla="*/ 16 w 3"/>
                <a:gd name="T3" fmla="*/ 24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40" name="Freeform 3219">
              <a:extLst>
                <a:ext uri="{FF2B5EF4-FFF2-40B4-BE49-F238E27FC236}">
                  <a16:creationId xmlns:a16="http://schemas.microsoft.com/office/drawing/2014/main" id="{36B1F996-9F29-4725-848F-FBF71C71F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090"/>
              <a:ext cx="6" cy="7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21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3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41" name="Freeform 3220">
              <a:extLst>
                <a:ext uri="{FF2B5EF4-FFF2-40B4-BE49-F238E27FC236}">
                  <a16:creationId xmlns:a16="http://schemas.microsoft.com/office/drawing/2014/main" id="{CA127AA1-9B78-4413-9601-56B99C07E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3106"/>
              <a:ext cx="8" cy="8"/>
            </a:xfrm>
            <a:custGeom>
              <a:avLst/>
              <a:gdLst>
                <a:gd name="T0" fmla="*/ 8 w 4"/>
                <a:gd name="T1" fmla="*/ 8 h 4"/>
                <a:gd name="T2" fmla="*/ 0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42" name="Freeform 3221">
              <a:extLst>
                <a:ext uri="{FF2B5EF4-FFF2-40B4-BE49-F238E27FC236}">
                  <a16:creationId xmlns:a16="http://schemas.microsoft.com/office/drawing/2014/main" id="{03FB5A0E-4870-4C1D-AB5F-3BEDA90BB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3496"/>
              <a:ext cx="23" cy="24"/>
            </a:xfrm>
            <a:custGeom>
              <a:avLst/>
              <a:gdLst>
                <a:gd name="T0" fmla="*/ 15 w 12"/>
                <a:gd name="T1" fmla="*/ 61 h 13"/>
                <a:gd name="T2" fmla="*/ 15 w 12"/>
                <a:gd name="T3" fmla="*/ 81 h 13"/>
                <a:gd name="T4" fmla="*/ 15 w 12"/>
                <a:gd name="T5" fmla="*/ 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2" y="10"/>
                  </a:moveTo>
                  <a:cubicBezTo>
                    <a:pt x="1" y="11"/>
                    <a:pt x="0" y="12"/>
                    <a:pt x="2" y="13"/>
                  </a:cubicBezTo>
                  <a:cubicBezTo>
                    <a:pt x="12" y="10"/>
                    <a:pt x="0" y="0"/>
                    <a:pt x="2" y="7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43" name="Freeform 3222">
              <a:extLst>
                <a:ext uri="{FF2B5EF4-FFF2-40B4-BE49-F238E27FC236}">
                  <a16:creationId xmlns:a16="http://schemas.microsoft.com/office/drawing/2014/main" id="{50DBB230-CE24-4CD2-8CD3-11ED75F8C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559"/>
              <a:ext cx="24" cy="15"/>
            </a:xfrm>
            <a:custGeom>
              <a:avLst/>
              <a:gdLst>
                <a:gd name="T0" fmla="*/ 44 w 13"/>
                <a:gd name="T1" fmla="*/ 0 h 8"/>
                <a:gd name="T2" fmla="*/ 57 w 13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7" y="0"/>
                  </a:moveTo>
                  <a:cubicBezTo>
                    <a:pt x="0" y="4"/>
                    <a:pt x="13" y="8"/>
                    <a:pt x="9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44" name="Freeform 3223">
              <a:extLst>
                <a:ext uri="{FF2B5EF4-FFF2-40B4-BE49-F238E27FC236}">
                  <a16:creationId xmlns:a16="http://schemas.microsoft.com/office/drawing/2014/main" id="{B942278A-0953-4491-9356-88B26AD95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3516"/>
              <a:ext cx="13" cy="12"/>
            </a:xfrm>
            <a:custGeom>
              <a:avLst/>
              <a:gdLst>
                <a:gd name="T0" fmla="*/ 0 w 7"/>
                <a:gd name="T1" fmla="*/ 16 h 6"/>
                <a:gd name="T2" fmla="*/ 7 w 7"/>
                <a:gd name="T3" fmla="*/ 40 h 6"/>
                <a:gd name="T4" fmla="*/ 2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6"/>
                    <a:pt x="7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45" name="Freeform 3224">
              <a:extLst>
                <a:ext uri="{FF2B5EF4-FFF2-40B4-BE49-F238E27FC236}">
                  <a16:creationId xmlns:a16="http://schemas.microsoft.com/office/drawing/2014/main" id="{374E3607-E504-4C1C-B0F2-3FAD0E76C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3481"/>
              <a:ext cx="3" cy="7"/>
            </a:xfrm>
            <a:custGeom>
              <a:avLst/>
              <a:gdLst>
                <a:gd name="T0" fmla="*/ 5 w 2"/>
                <a:gd name="T1" fmla="*/ 12 h 4"/>
                <a:gd name="T2" fmla="*/ 0 w 2"/>
                <a:gd name="T3" fmla="*/ 21 h 4"/>
                <a:gd name="T4" fmla="*/ 8 w 2"/>
                <a:gd name="T5" fmla="*/ 7 h 4"/>
                <a:gd name="T6" fmla="*/ 5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2" y="4"/>
                    <a:pt x="2" y="3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46" name="Freeform 3225">
              <a:extLst>
                <a:ext uri="{FF2B5EF4-FFF2-40B4-BE49-F238E27FC236}">
                  <a16:creationId xmlns:a16="http://schemas.microsoft.com/office/drawing/2014/main" id="{DFBB4840-3027-4F23-B46D-801565DD1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460"/>
              <a:ext cx="11" cy="8"/>
            </a:xfrm>
            <a:custGeom>
              <a:avLst/>
              <a:gdLst>
                <a:gd name="T0" fmla="*/ 7 w 6"/>
                <a:gd name="T1" fmla="*/ 8 h 4"/>
                <a:gd name="T2" fmla="*/ 7 w 6"/>
                <a:gd name="T3" fmla="*/ 32 h 4"/>
                <a:gd name="T4" fmla="*/ 2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4"/>
                    <a:pt x="6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47" name="Freeform 3226">
              <a:extLst>
                <a:ext uri="{FF2B5EF4-FFF2-40B4-BE49-F238E27FC236}">
                  <a16:creationId xmlns:a16="http://schemas.microsoft.com/office/drawing/2014/main" id="{BA1F079A-17CE-456B-806C-7D4BEE28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3445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40 w 5"/>
                <a:gd name="T3" fmla="*/ 16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3"/>
                    <a:pt x="2" y="4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48" name="Freeform 3227">
              <a:extLst>
                <a:ext uri="{FF2B5EF4-FFF2-40B4-BE49-F238E27FC236}">
                  <a16:creationId xmlns:a16="http://schemas.microsoft.com/office/drawing/2014/main" id="{7BFD6A32-0F64-46D6-B43F-6EE0A895A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3464"/>
              <a:ext cx="6" cy="7"/>
            </a:xfrm>
            <a:custGeom>
              <a:avLst/>
              <a:gdLst>
                <a:gd name="T0" fmla="*/ 8 w 3"/>
                <a:gd name="T1" fmla="*/ 0 h 4"/>
                <a:gd name="T2" fmla="*/ 0 w 3"/>
                <a:gd name="T3" fmla="*/ 21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49" name="Freeform 3228">
              <a:extLst>
                <a:ext uri="{FF2B5EF4-FFF2-40B4-BE49-F238E27FC236}">
                  <a16:creationId xmlns:a16="http://schemas.microsoft.com/office/drawing/2014/main" id="{AAC14B33-3BD0-430A-92C9-6D572DCD8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524"/>
              <a:ext cx="4" cy="7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21 h 4"/>
                <a:gd name="T4" fmla="*/ 16 w 2"/>
                <a:gd name="T5" fmla="*/ 16 h 4"/>
                <a:gd name="T6" fmla="*/ 16 w 2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4"/>
                    <a:pt x="1" y="4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50" name="Freeform 3229">
              <a:extLst>
                <a:ext uri="{FF2B5EF4-FFF2-40B4-BE49-F238E27FC236}">
                  <a16:creationId xmlns:a16="http://schemas.microsoft.com/office/drawing/2014/main" id="{466CBA2C-46B9-4E53-9768-0DAF78EA0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557"/>
              <a:ext cx="18" cy="14"/>
            </a:xfrm>
            <a:custGeom>
              <a:avLst/>
              <a:gdLst>
                <a:gd name="T0" fmla="*/ 29 w 10"/>
                <a:gd name="T1" fmla="*/ 0 h 7"/>
                <a:gd name="T2" fmla="*/ 36 w 10"/>
                <a:gd name="T3" fmla="*/ 1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5" y="0"/>
                  </a:moveTo>
                  <a:cubicBezTo>
                    <a:pt x="0" y="7"/>
                    <a:pt x="10" y="6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51" name="Freeform 3230">
              <a:extLst>
                <a:ext uri="{FF2B5EF4-FFF2-40B4-BE49-F238E27FC236}">
                  <a16:creationId xmlns:a16="http://schemas.microsoft.com/office/drawing/2014/main" id="{77D02437-082B-409B-9CDB-9049B4DF4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606"/>
              <a:ext cx="7" cy="8"/>
            </a:xfrm>
            <a:custGeom>
              <a:avLst/>
              <a:gdLst>
                <a:gd name="T0" fmla="*/ 16 w 4"/>
                <a:gd name="T1" fmla="*/ 24 h 4"/>
                <a:gd name="T2" fmla="*/ 12 w 4"/>
                <a:gd name="T3" fmla="*/ 0 h 4"/>
                <a:gd name="T4" fmla="*/ 7 w 4"/>
                <a:gd name="T5" fmla="*/ 32 h 4"/>
                <a:gd name="T6" fmla="*/ 16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2"/>
                    <a:pt x="3" y="1"/>
                    <a:pt x="2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4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52" name="Freeform 3231">
              <a:extLst>
                <a:ext uri="{FF2B5EF4-FFF2-40B4-BE49-F238E27FC236}">
                  <a16:creationId xmlns:a16="http://schemas.microsoft.com/office/drawing/2014/main" id="{A7B8B275-E7E3-46C7-B6F3-D017DC04E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615"/>
              <a:ext cx="12" cy="15"/>
            </a:xfrm>
            <a:custGeom>
              <a:avLst/>
              <a:gdLst>
                <a:gd name="T0" fmla="*/ 16 w 6"/>
                <a:gd name="T1" fmla="*/ 8 h 8"/>
                <a:gd name="T2" fmla="*/ 32 w 6"/>
                <a:gd name="T3" fmla="*/ 32 h 8"/>
                <a:gd name="T4" fmla="*/ 16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0" y="3"/>
                    <a:pt x="1" y="8"/>
                    <a:pt x="4" y="5"/>
                  </a:cubicBezTo>
                  <a:cubicBezTo>
                    <a:pt x="6" y="3"/>
                    <a:pt x="5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53" name="Freeform 3232">
              <a:extLst>
                <a:ext uri="{FF2B5EF4-FFF2-40B4-BE49-F238E27FC236}">
                  <a16:creationId xmlns:a16="http://schemas.microsoft.com/office/drawing/2014/main" id="{7436DD45-4FE0-4681-B93D-C00FA7650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3659"/>
              <a:ext cx="10" cy="13"/>
            </a:xfrm>
            <a:custGeom>
              <a:avLst/>
              <a:gdLst>
                <a:gd name="T0" fmla="*/ 8 w 5"/>
                <a:gd name="T1" fmla="*/ 32 h 7"/>
                <a:gd name="T2" fmla="*/ 8 w 5"/>
                <a:gd name="T3" fmla="*/ 45 h 7"/>
                <a:gd name="T4" fmla="*/ 0 w 5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5"/>
                  </a:moveTo>
                  <a:cubicBezTo>
                    <a:pt x="0" y="6"/>
                    <a:pt x="0" y="6"/>
                    <a:pt x="1" y="7"/>
                  </a:cubicBezTo>
                  <a:cubicBezTo>
                    <a:pt x="5" y="6"/>
                    <a:pt x="3" y="0"/>
                    <a:pt x="0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54" name="Freeform 3233">
              <a:extLst>
                <a:ext uri="{FF2B5EF4-FFF2-40B4-BE49-F238E27FC236}">
                  <a16:creationId xmlns:a16="http://schemas.microsoft.com/office/drawing/2014/main" id="{C14B1373-CDD9-4FD8-BF40-D00CB41D7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688"/>
              <a:ext cx="11" cy="15"/>
            </a:xfrm>
            <a:custGeom>
              <a:avLst/>
              <a:gdLst>
                <a:gd name="T0" fmla="*/ 20 w 6"/>
                <a:gd name="T1" fmla="*/ 21 h 8"/>
                <a:gd name="T2" fmla="*/ 31 w 6"/>
                <a:gd name="T3" fmla="*/ 32 h 8"/>
                <a:gd name="T4" fmla="*/ 2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3"/>
                  </a:moveTo>
                  <a:cubicBezTo>
                    <a:pt x="0" y="5"/>
                    <a:pt x="4" y="8"/>
                    <a:pt x="5" y="5"/>
                  </a:cubicBezTo>
                  <a:cubicBezTo>
                    <a:pt x="6" y="3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55" name="Freeform 3234">
              <a:extLst>
                <a:ext uri="{FF2B5EF4-FFF2-40B4-BE49-F238E27FC236}">
                  <a16:creationId xmlns:a16="http://schemas.microsoft.com/office/drawing/2014/main" id="{60075000-E991-459D-B6FD-56808D668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668"/>
              <a:ext cx="5" cy="7"/>
            </a:xfrm>
            <a:custGeom>
              <a:avLst/>
              <a:gdLst>
                <a:gd name="T0" fmla="*/ 5 w 3"/>
                <a:gd name="T1" fmla="*/ 0 h 4"/>
                <a:gd name="T2" fmla="*/ 8 w 3"/>
                <a:gd name="T3" fmla="*/ 21 h 4"/>
                <a:gd name="T4" fmla="*/ 8 w 3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3" y="3"/>
                    <a:pt x="2" y="2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56" name="Freeform 3235">
              <a:extLst>
                <a:ext uri="{FF2B5EF4-FFF2-40B4-BE49-F238E27FC236}">
                  <a16:creationId xmlns:a16="http://schemas.microsoft.com/office/drawing/2014/main" id="{C593B218-5380-4978-AD73-D0FE1D633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3659"/>
              <a:ext cx="7" cy="7"/>
            </a:xfrm>
            <a:custGeom>
              <a:avLst/>
              <a:gdLst>
                <a:gd name="T0" fmla="*/ 7 w 4"/>
                <a:gd name="T1" fmla="*/ 0 h 4"/>
                <a:gd name="T2" fmla="*/ 12 w 4"/>
                <a:gd name="T3" fmla="*/ 21 h 4"/>
                <a:gd name="T4" fmla="*/ 12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4" y="3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57" name="Freeform 3236">
              <a:extLst>
                <a:ext uri="{FF2B5EF4-FFF2-40B4-BE49-F238E27FC236}">
                  <a16:creationId xmlns:a16="http://schemas.microsoft.com/office/drawing/2014/main" id="{D1CA292E-0ACC-4751-9587-B30E69CF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629"/>
              <a:ext cx="10" cy="7"/>
            </a:xfrm>
            <a:custGeom>
              <a:avLst/>
              <a:gdLst>
                <a:gd name="T0" fmla="*/ 8 w 5"/>
                <a:gd name="T1" fmla="*/ 0 h 4"/>
                <a:gd name="T2" fmla="*/ 8 w 5"/>
                <a:gd name="T3" fmla="*/ 21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58" name="Freeform 3237">
              <a:extLst>
                <a:ext uri="{FF2B5EF4-FFF2-40B4-BE49-F238E27FC236}">
                  <a16:creationId xmlns:a16="http://schemas.microsoft.com/office/drawing/2014/main" id="{3D96EE5C-1FC7-4CDE-AB36-1BB4CA008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709"/>
              <a:ext cx="17" cy="13"/>
            </a:xfrm>
            <a:custGeom>
              <a:avLst/>
              <a:gdLst>
                <a:gd name="T0" fmla="*/ 32 w 9"/>
                <a:gd name="T1" fmla="*/ 0 h 7"/>
                <a:gd name="T2" fmla="*/ 47 w 9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0" y="3"/>
                    <a:pt x="9" y="7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59" name="Freeform 3238">
              <a:extLst>
                <a:ext uri="{FF2B5EF4-FFF2-40B4-BE49-F238E27FC236}">
                  <a16:creationId xmlns:a16="http://schemas.microsoft.com/office/drawing/2014/main" id="{EEE20AA0-B3FE-4E31-B602-49D599EA0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724"/>
              <a:ext cx="15" cy="15"/>
            </a:xfrm>
            <a:custGeom>
              <a:avLst/>
              <a:gdLst>
                <a:gd name="T0" fmla="*/ 32 w 8"/>
                <a:gd name="T1" fmla="*/ 0 h 8"/>
                <a:gd name="T2" fmla="*/ 21 w 8"/>
                <a:gd name="T3" fmla="*/ 39 h 8"/>
                <a:gd name="T4" fmla="*/ 32 w 8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2" y="0"/>
                    <a:pt x="0" y="5"/>
                    <a:pt x="3" y="6"/>
                  </a:cubicBezTo>
                  <a:cubicBezTo>
                    <a:pt x="7" y="8"/>
                    <a:pt x="8" y="3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60" name="Freeform 3239">
              <a:extLst>
                <a:ext uri="{FF2B5EF4-FFF2-40B4-BE49-F238E27FC236}">
                  <a16:creationId xmlns:a16="http://schemas.microsoft.com/office/drawing/2014/main" id="{64B8D384-E7EA-41DE-AEAC-05B6E204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724"/>
              <a:ext cx="30" cy="13"/>
            </a:xfrm>
            <a:custGeom>
              <a:avLst/>
              <a:gdLst>
                <a:gd name="T0" fmla="*/ 45 w 16"/>
                <a:gd name="T1" fmla="*/ 0 h 7"/>
                <a:gd name="T2" fmla="*/ 53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7" y="0"/>
                  </a:moveTo>
                  <a:cubicBezTo>
                    <a:pt x="0" y="7"/>
                    <a:pt x="16" y="3"/>
                    <a:pt x="8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61" name="Freeform 3240">
              <a:extLst>
                <a:ext uri="{FF2B5EF4-FFF2-40B4-BE49-F238E27FC236}">
                  <a16:creationId xmlns:a16="http://schemas.microsoft.com/office/drawing/2014/main" id="{2F7621BA-7FFB-49BD-B15A-B7E69CD10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773"/>
              <a:ext cx="11" cy="7"/>
            </a:xfrm>
            <a:custGeom>
              <a:avLst/>
              <a:gdLst>
                <a:gd name="T0" fmla="*/ 20 w 6"/>
                <a:gd name="T1" fmla="*/ 7 h 4"/>
                <a:gd name="T2" fmla="*/ 13 w 6"/>
                <a:gd name="T3" fmla="*/ 7 h 4"/>
                <a:gd name="T4" fmla="*/ 31 w 6"/>
                <a:gd name="T5" fmla="*/ 21 h 4"/>
                <a:gd name="T6" fmla="*/ 24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3"/>
                    <a:pt x="2" y="4"/>
                    <a:pt x="5" y="4"/>
                  </a:cubicBezTo>
                  <a:cubicBezTo>
                    <a:pt x="6" y="3"/>
                    <a:pt x="6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62" name="Freeform 3241">
              <a:extLst>
                <a:ext uri="{FF2B5EF4-FFF2-40B4-BE49-F238E27FC236}">
                  <a16:creationId xmlns:a16="http://schemas.microsoft.com/office/drawing/2014/main" id="{EDA6F524-5C84-4D7A-9CFF-93E548491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771"/>
              <a:ext cx="24" cy="19"/>
            </a:xfrm>
            <a:custGeom>
              <a:avLst/>
              <a:gdLst>
                <a:gd name="T0" fmla="*/ 20 w 13"/>
                <a:gd name="T1" fmla="*/ 8 h 10"/>
                <a:gd name="T2" fmla="*/ 31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3" y="1"/>
                  </a:moveTo>
                  <a:cubicBezTo>
                    <a:pt x="0" y="10"/>
                    <a:pt x="13" y="1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63" name="Freeform 3242">
              <a:extLst>
                <a:ext uri="{FF2B5EF4-FFF2-40B4-BE49-F238E27FC236}">
                  <a16:creationId xmlns:a16="http://schemas.microsoft.com/office/drawing/2014/main" id="{7A6DFC60-F8ED-49CF-9133-46E46DD5C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812"/>
              <a:ext cx="9" cy="11"/>
            </a:xfrm>
            <a:custGeom>
              <a:avLst/>
              <a:gdLst>
                <a:gd name="T0" fmla="*/ 7 w 5"/>
                <a:gd name="T1" fmla="*/ 20 h 6"/>
                <a:gd name="T2" fmla="*/ 0 w 5"/>
                <a:gd name="T3" fmla="*/ 37 h 6"/>
                <a:gd name="T4" fmla="*/ 29 w 5"/>
                <a:gd name="T5" fmla="*/ 7 h 6"/>
                <a:gd name="T6" fmla="*/ 7 w 5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3" y="6"/>
                    <a:pt x="5" y="3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64" name="Freeform 3243">
              <a:extLst>
                <a:ext uri="{FF2B5EF4-FFF2-40B4-BE49-F238E27FC236}">
                  <a16:creationId xmlns:a16="http://schemas.microsoft.com/office/drawing/2014/main" id="{E64800FF-5079-494F-BBE7-1341D267B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819"/>
              <a:ext cx="8" cy="10"/>
            </a:xfrm>
            <a:custGeom>
              <a:avLst/>
              <a:gdLst>
                <a:gd name="T0" fmla="*/ 0 w 4"/>
                <a:gd name="T1" fmla="*/ 8 h 5"/>
                <a:gd name="T2" fmla="*/ 16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5"/>
                    <a:pt x="4" y="3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65" name="Freeform 3244">
              <a:extLst>
                <a:ext uri="{FF2B5EF4-FFF2-40B4-BE49-F238E27FC236}">
                  <a16:creationId xmlns:a16="http://schemas.microsoft.com/office/drawing/2014/main" id="{8157A118-F492-476C-875C-69693B585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846"/>
              <a:ext cx="32" cy="18"/>
            </a:xfrm>
            <a:custGeom>
              <a:avLst/>
              <a:gdLst>
                <a:gd name="T0" fmla="*/ 60 w 17"/>
                <a:gd name="T1" fmla="*/ 0 h 10"/>
                <a:gd name="T2" fmla="*/ 68 w 17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9" y="0"/>
                  </a:moveTo>
                  <a:cubicBezTo>
                    <a:pt x="0" y="10"/>
                    <a:pt x="17" y="7"/>
                    <a:pt x="10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66" name="Freeform 3245">
              <a:extLst>
                <a:ext uri="{FF2B5EF4-FFF2-40B4-BE49-F238E27FC236}">
                  <a16:creationId xmlns:a16="http://schemas.microsoft.com/office/drawing/2014/main" id="{09F67245-BFF9-48F8-8633-F0C86630E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878"/>
              <a:ext cx="7" cy="9"/>
            </a:xfrm>
            <a:custGeom>
              <a:avLst/>
              <a:gdLst>
                <a:gd name="T0" fmla="*/ 7 w 4"/>
                <a:gd name="T1" fmla="*/ 13 h 5"/>
                <a:gd name="T2" fmla="*/ 7 w 4"/>
                <a:gd name="T3" fmla="*/ 29 h 5"/>
                <a:gd name="T4" fmla="*/ 7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67" name="Freeform 3246">
              <a:extLst>
                <a:ext uri="{FF2B5EF4-FFF2-40B4-BE49-F238E27FC236}">
                  <a16:creationId xmlns:a16="http://schemas.microsoft.com/office/drawing/2014/main" id="{FFAEE42C-B12C-43C8-B6C6-8F657F44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857"/>
              <a:ext cx="10" cy="7"/>
            </a:xfrm>
            <a:custGeom>
              <a:avLst/>
              <a:gdLst>
                <a:gd name="T0" fmla="*/ 8 w 5"/>
                <a:gd name="T1" fmla="*/ 0 h 4"/>
                <a:gd name="T2" fmla="*/ 32 w 5"/>
                <a:gd name="T3" fmla="*/ 0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4"/>
                    <a:pt x="5" y="3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68" name="Freeform 3247">
              <a:extLst>
                <a:ext uri="{FF2B5EF4-FFF2-40B4-BE49-F238E27FC236}">
                  <a16:creationId xmlns:a16="http://schemas.microsoft.com/office/drawing/2014/main" id="{B89F3727-58E8-423A-99F4-E571A60FA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3885"/>
              <a:ext cx="17" cy="13"/>
            </a:xfrm>
            <a:custGeom>
              <a:avLst/>
              <a:gdLst>
                <a:gd name="T0" fmla="*/ 15 w 9"/>
                <a:gd name="T1" fmla="*/ 0 h 7"/>
                <a:gd name="T2" fmla="*/ 28 w 9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2" y="0"/>
                  </a:moveTo>
                  <a:cubicBezTo>
                    <a:pt x="0" y="7"/>
                    <a:pt x="9" y="4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69" name="Freeform 3248">
              <a:extLst>
                <a:ext uri="{FF2B5EF4-FFF2-40B4-BE49-F238E27FC236}">
                  <a16:creationId xmlns:a16="http://schemas.microsoft.com/office/drawing/2014/main" id="{11F1A8FA-E5FB-469B-B480-8D789C583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919"/>
              <a:ext cx="13" cy="11"/>
            </a:xfrm>
            <a:custGeom>
              <a:avLst/>
              <a:gdLst>
                <a:gd name="T0" fmla="*/ 20 w 7"/>
                <a:gd name="T1" fmla="*/ 0 h 6"/>
                <a:gd name="T2" fmla="*/ 45 w 7"/>
                <a:gd name="T3" fmla="*/ 13 h 6"/>
                <a:gd name="T4" fmla="*/ 2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4"/>
                    <a:pt x="5" y="6"/>
                    <a:pt x="7" y="2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70" name="Freeform 3249">
              <a:extLst>
                <a:ext uri="{FF2B5EF4-FFF2-40B4-BE49-F238E27FC236}">
                  <a16:creationId xmlns:a16="http://schemas.microsoft.com/office/drawing/2014/main" id="{ADC0E451-B7E4-4701-B171-CC0B3B3CF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3915"/>
              <a:ext cx="26" cy="15"/>
            </a:xfrm>
            <a:custGeom>
              <a:avLst/>
              <a:gdLst>
                <a:gd name="T0" fmla="*/ 32 w 14"/>
                <a:gd name="T1" fmla="*/ 0 h 8"/>
                <a:gd name="T2" fmla="*/ 37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5" y="0"/>
                  </a:moveTo>
                  <a:cubicBezTo>
                    <a:pt x="0" y="8"/>
                    <a:pt x="14" y="1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71" name="Freeform 3250">
              <a:extLst>
                <a:ext uri="{FF2B5EF4-FFF2-40B4-BE49-F238E27FC236}">
                  <a16:creationId xmlns:a16="http://schemas.microsoft.com/office/drawing/2014/main" id="{EB7363A0-8378-460A-BD52-8E6CB15B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3934"/>
              <a:ext cx="6" cy="5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13 h 3"/>
                <a:gd name="T4" fmla="*/ 24 w 3"/>
                <a:gd name="T5" fmla="*/ 5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72" name="Freeform 3251">
              <a:extLst>
                <a:ext uri="{FF2B5EF4-FFF2-40B4-BE49-F238E27FC236}">
                  <a16:creationId xmlns:a16="http://schemas.microsoft.com/office/drawing/2014/main" id="{C1A8C3D0-44EA-45BD-A08A-9C893E5FD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945"/>
              <a:ext cx="13" cy="13"/>
            </a:xfrm>
            <a:custGeom>
              <a:avLst/>
              <a:gdLst>
                <a:gd name="T0" fmla="*/ 24 w 7"/>
                <a:gd name="T1" fmla="*/ 0 h 7"/>
                <a:gd name="T2" fmla="*/ 20 w 7"/>
                <a:gd name="T3" fmla="*/ 37 h 7"/>
                <a:gd name="T4" fmla="*/ 37 w 7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2" y="0"/>
                    <a:pt x="0" y="4"/>
                    <a:pt x="3" y="6"/>
                  </a:cubicBezTo>
                  <a:cubicBezTo>
                    <a:pt x="6" y="7"/>
                    <a:pt x="7" y="4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73" name="Freeform 3252">
              <a:extLst>
                <a:ext uri="{FF2B5EF4-FFF2-40B4-BE49-F238E27FC236}">
                  <a16:creationId xmlns:a16="http://schemas.microsoft.com/office/drawing/2014/main" id="{E1A78B63-9B15-4A42-AF20-D58C2C824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941"/>
              <a:ext cx="5" cy="10"/>
            </a:xfrm>
            <a:custGeom>
              <a:avLst/>
              <a:gdLst>
                <a:gd name="T0" fmla="*/ 0 w 3"/>
                <a:gd name="T1" fmla="*/ 24 h 5"/>
                <a:gd name="T2" fmla="*/ 5 w 3"/>
                <a:gd name="T3" fmla="*/ 40 h 5"/>
                <a:gd name="T4" fmla="*/ 5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4"/>
                    <a:pt x="1" y="5"/>
                  </a:cubicBezTo>
                  <a:cubicBezTo>
                    <a:pt x="3" y="4"/>
                    <a:pt x="3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74" name="Freeform 3253">
              <a:extLst>
                <a:ext uri="{FF2B5EF4-FFF2-40B4-BE49-F238E27FC236}">
                  <a16:creationId xmlns:a16="http://schemas.microsoft.com/office/drawing/2014/main" id="{B8E253A7-7DF7-429B-B1E5-38C0B10D5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913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2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75" name="Freeform 3254">
              <a:extLst>
                <a:ext uri="{FF2B5EF4-FFF2-40B4-BE49-F238E27FC236}">
                  <a16:creationId xmlns:a16="http://schemas.microsoft.com/office/drawing/2014/main" id="{818AE6E1-FE99-4EB2-94AF-2573E189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879"/>
              <a:ext cx="8" cy="6"/>
            </a:xfrm>
            <a:custGeom>
              <a:avLst/>
              <a:gdLst>
                <a:gd name="T0" fmla="*/ 8 w 4"/>
                <a:gd name="T1" fmla="*/ 0 h 3"/>
                <a:gd name="T2" fmla="*/ 16 w 4"/>
                <a:gd name="T3" fmla="*/ 24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2" y="3"/>
                  </a:cubicBezTo>
                  <a:cubicBezTo>
                    <a:pt x="4" y="2"/>
                    <a:pt x="4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76" name="Freeform 3255">
              <a:extLst>
                <a:ext uri="{FF2B5EF4-FFF2-40B4-BE49-F238E27FC236}">
                  <a16:creationId xmlns:a16="http://schemas.microsoft.com/office/drawing/2014/main" id="{7A7873DB-71E8-4CCC-8833-E0962DD99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3973"/>
              <a:ext cx="8" cy="9"/>
            </a:xfrm>
            <a:custGeom>
              <a:avLst/>
              <a:gdLst>
                <a:gd name="T0" fmla="*/ 8 w 4"/>
                <a:gd name="T1" fmla="*/ 7 h 5"/>
                <a:gd name="T2" fmla="*/ 0 w 4"/>
                <a:gd name="T3" fmla="*/ 16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5"/>
                    <a:pt x="4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77" name="Freeform 3256">
              <a:extLst>
                <a:ext uri="{FF2B5EF4-FFF2-40B4-BE49-F238E27FC236}">
                  <a16:creationId xmlns:a16="http://schemas.microsoft.com/office/drawing/2014/main" id="{9B32B7E8-4BBD-448D-8A28-C1408CC09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964"/>
              <a:ext cx="11" cy="9"/>
            </a:xfrm>
            <a:custGeom>
              <a:avLst/>
              <a:gdLst>
                <a:gd name="T0" fmla="*/ 20 w 6"/>
                <a:gd name="T1" fmla="*/ 0 h 5"/>
                <a:gd name="T2" fmla="*/ 24 w 6"/>
                <a:gd name="T3" fmla="*/ 16 h 5"/>
                <a:gd name="T4" fmla="*/ 2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1"/>
                    <a:pt x="2" y="5"/>
                    <a:pt x="4" y="3"/>
                  </a:cubicBezTo>
                  <a:cubicBezTo>
                    <a:pt x="6" y="2"/>
                    <a:pt x="5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78" name="Freeform 3257">
              <a:extLst>
                <a:ext uri="{FF2B5EF4-FFF2-40B4-BE49-F238E27FC236}">
                  <a16:creationId xmlns:a16="http://schemas.microsoft.com/office/drawing/2014/main" id="{83CE87D3-C67C-4057-AFEB-01BF3569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3954"/>
              <a:ext cx="5" cy="8"/>
            </a:xfrm>
            <a:custGeom>
              <a:avLst/>
              <a:gdLst>
                <a:gd name="T0" fmla="*/ 0 w 3"/>
                <a:gd name="T1" fmla="*/ 0 h 4"/>
                <a:gd name="T2" fmla="*/ 5 w 3"/>
                <a:gd name="T3" fmla="*/ 32 h 4"/>
                <a:gd name="T4" fmla="*/ 13 w 3"/>
                <a:gd name="T5" fmla="*/ 16 h 4"/>
                <a:gd name="T6" fmla="*/ 8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4"/>
                    <a:pt x="3" y="4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79" name="Freeform 3258">
              <a:extLst>
                <a:ext uri="{FF2B5EF4-FFF2-40B4-BE49-F238E27FC236}">
                  <a16:creationId xmlns:a16="http://schemas.microsoft.com/office/drawing/2014/main" id="{EC787DA7-2244-4E05-ACFF-12A10B9D0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986"/>
              <a:ext cx="21" cy="9"/>
            </a:xfrm>
            <a:custGeom>
              <a:avLst/>
              <a:gdLst>
                <a:gd name="T0" fmla="*/ 40 w 11"/>
                <a:gd name="T1" fmla="*/ 0 h 5"/>
                <a:gd name="T2" fmla="*/ 55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6" y="0"/>
                  </a:moveTo>
                  <a:cubicBezTo>
                    <a:pt x="0" y="5"/>
                    <a:pt x="11" y="5"/>
                    <a:pt x="8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80" name="Freeform 3259">
              <a:extLst>
                <a:ext uri="{FF2B5EF4-FFF2-40B4-BE49-F238E27FC236}">
                  <a16:creationId xmlns:a16="http://schemas.microsoft.com/office/drawing/2014/main" id="{C3EF1C0A-010D-4FAB-B55E-29A938A2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3967"/>
              <a:ext cx="7" cy="6"/>
            </a:xfrm>
            <a:custGeom>
              <a:avLst/>
              <a:gdLst>
                <a:gd name="T0" fmla="*/ 0 w 4"/>
                <a:gd name="T1" fmla="*/ 8 h 3"/>
                <a:gd name="T2" fmla="*/ 12 w 4"/>
                <a:gd name="T3" fmla="*/ 24 h 3"/>
                <a:gd name="T4" fmla="*/ 12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4" y="2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81" name="Freeform 3260">
              <a:extLst>
                <a:ext uri="{FF2B5EF4-FFF2-40B4-BE49-F238E27FC236}">
                  <a16:creationId xmlns:a16="http://schemas.microsoft.com/office/drawing/2014/main" id="{92036B18-4B19-4D9E-8070-05F0E8F6E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3994"/>
              <a:ext cx="13" cy="16"/>
            </a:xfrm>
            <a:custGeom>
              <a:avLst/>
              <a:gdLst>
                <a:gd name="T0" fmla="*/ 37 w 7"/>
                <a:gd name="T1" fmla="*/ 7 h 9"/>
                <a:gd name="T2" fmla="*/ 45 w 7"/>
                <a:gd name="T3" fmla="*/ 21 h 9"/>
                <a:gd name="T4" fmla="*/ 37 w 7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6" y="1"/>
                  </a:moveTo>
                  <a:cubicBezTo>
                    <a:pt x="0" y="0"/>
                    <a:pt x="3" y="9"/>
                    <a:pt x="7" y="4"/>
                  </a:cubicBezTo>
                  <a:cubicBezTo>
                    <a:pt x="7" y="4"/>
                    <a:pt x="6" y="4"/>
                    <a:pt x="6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82" name="Freeform 3261">
              <a:extLst>
                <a:ext uri="{FF2B5EF4-FFF2-40B4-BE49-F238E27FC236}">
                  <a16:creationId xmlns:a16="http://schemas.microsoft.com/office/drawing/2014/main" id="{8D7C9A4E-D372-4086-B1D7-964D31FB0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997"/>
              <a:ext cx="7" cy="6"/>
            </a:xfrm>
            <a:custGeom>
              <a:avLst/>
              <a:gdLst>
                <a:gd name="T0" fmla="*/ 7 w 4"/>
                <a:gd name="T1" fmla="*/ 0 h 3"/>
                <a:gd name="T2" fmla="*/ 7 w 4"/>
                <a:gd name="T3" fmla="*/ 24 h 3"/>
                <a:gd name="T4" fmla="*/ 16 w 4"/>
                <a:gd name="T5" fmla="*/ 0 h 3"/>
                <a:gd name="T6" fmla="*/ 12 w 4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4" y="2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83" name="Freeform 3262">
              <a:extLst>
                <a:ext uri="{FF2B5EF4-FFF2-40B4-BE49-F238E27FC236}">
                  <a16:creationId xmlns:a16="http://schemas.microsoft.com/office/drawing/2014/main" id="{01B38284-5B8B-49EA-9479-928BAF13C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984"/>
              <a:ext cx="15" cy="8"/>
            </a:xfrm>
            <a:custGeom>
              <a:avLst/>
              <a:gdLst>
                <a:gd name="T0" fmla="*/ 8 w 8"/>
                <a:gd name="T1" fmla="*/ 0 h 4"/>
                <a:gd name="T2" fmla="*/ 8 w 8"/>
                <a:gd name="T3" fmla="*/ 24 h 4"/>
                <a:gd name="T4" fmla="*/ 28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4" y="4"/>
                    <a:pt x="8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84" name="Freeform 3263">
              <a:extLst>
                <a:ext uri="{FF2B5EF4-FFF2-40B4-BE49-F238E27FC236}">
                  <a16:creationId xmlns:a16="http://schemas.microsoft.com/office/drawing/2014/main" id="{25319EF0-BF8B-4744-8E5F-A30FEEFB7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4005"/>
              <a:ext cx="18" cy="11"/>
            </a:xfrm>
            <a:custGeom>
              <a:avLst/>
              <a:gdLst>
                <a:gd name="T0" fmla="*/ 41 w 10"/>
                <a:gd name="T1" fmla="*/ 7 h 6"/>
                <a:gd name="T2" fmla="*/ 16 w 10"/>
                <a:gd name="T3" fmla="*/ 31 h 6"/>
                <a:gd name="T4" fmla="*/ 41 w 10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7" y="1"/>
                  </a:moveTo>
                  <a:cubicBezTo>
                    <a:pt x="5" y="0"/>
                    <a:pt x="0" y="3"/>
                    <a:pt x="3" y="5"/>
                  </a:cubicBezTo>
                  <a:cubicBezTo>
                    <a:pt x="6" y="6"/>
                    <a:pt x="10" y="3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85" name="Freeform 3264">
              <a:extLst>
                <a:ext uri="{FF2B5EF4-FFF2-40B4-BE49-F238E27FC236}">
                  <a16:creationId xmlns:a16="http://schemas.microsoft.com/office/drawing/2014/main" id="{7FA9994D-1F01-466F-98B1-A9533E624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975"/>
              <a:ext cx="8" cy="5"/>
            </a:xfrm>
            <a:custGeom>
              <a:avLst/>
              <a:gdLst>
                <a:gd name="T0" fmla="*/ 8 w 4"/>
                <a:gd name="T1" fmla="*/ 5 h 3"/>
                <a:gd name="T2" fmla="*/ 0 w 4"/>
                <a:gd name="T3" fmla="*/ 13 h 3"/>
                <a:gd name="T4" fmla="*/ 32 w 4"/>
                <a:gd name="T5" fmla="*/ 5 h 3"/>
                <a:gd name="T6" fmla="*/ 16 w 4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4" y="3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86" name="Freeform 3265">
              <a:extLst>
                <a:ext uri="{FF2B5EF4-FFF2-40B4-BE49-F238E27FC236}">
                  <a16:creationId xmlns:a16="http://schemas.microsoft.com/office/drawing/2014/main" id="{9A7B446F-42EA-4D4A-99AA-FE0F89BE8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3999"/>
              <a:ext cx="11" cy="8"/>
            </a:xfrm>
            <a:custGeom>
              <a:avLst/>
              <a:gdLst>
                <a:gd name="T0" fmla="*/ 24 w 6"/>
                <a:gd name="T1" fmla="*/ 0 h 4"/>
                <a:gd name="T2" fmla="*/ 0 w 6"/>
                <a:gd name="T3" fmla="*/ 32 h 4"/>
                <a:gd name="T4" fmla="*/ 24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1" y="0"/>
                    <a:pt x="0" y="1"/>
                    <a:pt x="0" y="4"/>
                  </a:cubicBezTo>
                  <a:cubicBezTo>
                    <a:pt x="3" y="4"/>
                    <a:pt x="6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87" name="Freeform 3266">
              <a:extLst>
                <a:ext uri="{FF2B5EF4-FFF2-40B4-BE49-F238E27FC236}">
                  <a16:creationId xmlns:a16="http://schemas.microsoft.com/office/drawing/2014/main" id="{D4787310-1E0A-43EE-99F0-AFA9870F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988"/>
              <a:ext cx="6" cy="7"/>
            </a:xfrm>
            <a:custGeom>
              <a:avLst/>
              <a:gdLst>
                <a:gd name="T0" fmla="*/ 16 w 3"/>
                <a:gd name="T1" fmla="*/ 7 h 4"/>
                <a:gd name="T2" fmla="*/ 0 w 3"/>
                <a:gd name="T3" fmla="*/ 16 h 4"/>
                <a:gd name="T4" fmla="*/ 24 w 3"/>
                <a:gd name="T5" fmla="*/ 12 h 4"/>
                <a:gd name="T6" fmla="*/ 24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4"/>
                    <a:pt x="2" y="3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88" name="Freeform 3267">
              <a:extLst>
                <a:ext uri="{FF2B5EF4-FFF2-40B4-BE49-F238E27FC236}">
                  <a16:creationId xmlns:a16="http://schemas.microsoft.com/office/drawing/2014/main" id="{2716A7DA-547F-4579-92F3-082DAE1D8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967"/>
              <a:ext cx="9" cy="8"/>
            </a:xfrm>
            <a:custGeom>
              <a:avLst/>
              <a:gdLst>
                <a:gd name="T0" fmla="*/ 23 w 5"/>
                <a:gd name="T1" fmla="*/ 0 h 4"/>
                <a:gd name="T2" fmla="*/ 0 w 5"/>
                <a:gd name="T3" fmla="*/ 24 h 4"/>
                <a:gd name="T4" fmla="*/ 29 w 5"/>
                <a:gd name="T5" fmla="*/ 8 h 4"/>
                <a:gd name="T6" fmla="*/ 23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5" y="0"/>
                    <a:pt x="4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89" name="Freeform 3268">
              <a:extLst>
                <a:ext uri="{FF2B5EF4-FFF2-40B4-BE49-F238E27FC236}">
                  <a16:creationId xmlns:a16="http://schemas.microsoft.com/office/drawing/2014/main" id="{4B166DBE-E7C2-45B2-8242-6A76C65CB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982"/>
              <a:ext cx="19" cy="13"/>
            </a:xfrm>
            <a:custGeom>
              <a:avLst/>
              <a:gdLst>
                <a:gd name="T0" fmla="*/ 48 w 10"/>
                <a:gd name="T1" fmla="*/ 0 h 7"/>
                <a:gd name="T2" fmla="*/ 29 w 10"/>
                <a:gd name="T3" fmla="*/ 32 h 7"/>
                <a:gd name="T4" fmla="*/ 4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7" y="0"/>
                  </a:moveTo>
                  <a:cubicBezTo>
                    <a:pt x="4" y="0"/>
                    <a:pt x="0" y="4"/>
                    <a:pt x="4" y="5"/>
                  </a:cubicBezTo>
                  <a:cubicBezTo>
                    <a:pt x="7" y="7"/>
                    <a:pt x="10" y="2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90" name="Freeform 3269">
              <a:extLst>
                <a:ext uri="{FF2B5EF4-FFF2-40B4-BE49-F238E27FC236}">
                  <a16:creationId xmlns:a16="http://schemas.microsoft.com/office/drawing/2014/main" id="{F92211A1-963E-41FE-AA51-16D2D79E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4009"/>
              <a:ext cx="9" cy="7"/>
            </a:xfrm>
            <a:custGeom>
              <a:avLst/>
              <a:gdLst>
                <a:gd name="T0" fmla="*/ 13 w 5"/>
                <a:gd name="T1" fmla="*/ 0 h 4"/>
                <a:gd name="T2" fmla="*/ 7 w 5"/>
                <a:gd name="T3" fmla="*/ 21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91" name="Freeform 3270">
              <a:extLst>
                <a:ext uri="{FF2B5EF4-FFF2-40B4-BE49-F238E27FC236}">
                  <a16:creationId xmlns:a16="http://schemas.microsoft.com/office/drawing/2014/main" id="{78980CA6-91DA-4AD8-843F-6712136AF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4022"/>
              <a:ext cx="5" cy="5"/>
            </a:xfrm>
            <a:custGeom>
              <a:avLst/>
              <a:gdLst>
                <a:gd name="T0" fmla="*/ 8 w 3"/>
                <a:gd name="T1" fmla="*/ 0 h 3"/>
                <a:gd name="T2" fmla="*/ 5 w 3"/>
                <a:gd name="T3" fmla="*/ 13 h 3"/>
                <a:gd name="T4" fmla="*/ 13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92" name="Freeform 3271">
              <a:extLst>
                <a:ext uri="{FF2B5EF4-FFF2-40B4-BE49-F238E27FC236}">
                  <a16:creationId xmlns:a16="http://schemas.microsoft.com/office/drawing/2014/main" id="{4D023735-9E8C-434A-93BF-207C5FFF2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4024"/>
              <a:ext cx="4" cy="3"/>
            </a:xfrm>
            <a:custGeom>
              <a:avLst/>
              <a:gdLst>
                <a:gd name="T0" fmla="*/ 0 w 2"/>
                <a:gd name="T1" fmla="*/ 5 h 2"/>
                <a:gd name="T2" fmla="*/ 8 w 2"/>
                <a:gd name="T3" fmla="*/ 8 h 2"/>
                <a:gd name="T4" fmla="*/ 8 w 2"/>
                <a:gd name="T5" fmla="*/ 5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93" name="Freeform 3272">
              <a:extLst>
                <a:ext uri="{FF2B5EF4-FFF2-40B4-BE49-F238E27FC236}">
                  <a16:creationId xmlns:a16="http://schemas.microsoft.com/office/drawing/2014/main" id="{CF3967FE-3730-4E24-B1F2-401C0E0BE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4018"/>
              <a:ext cx="7" cy="7"/>
            </a:xfrm>
            <a:custGeom>
              <a:avLst/>
              <a:gdLst>
                <a:gd name="T0" fmla="*/ 7 w 4"/>
                <a:gd name="T1" fmla="*/ 7 h 4"/>
                <a:gd name="T2" fmla="*/ 0 w 4"/>
                <a:gd name="T3" fmla="*/ 16 h 4"/>
                <a:gd name="T4" fmla="*/ 0 w 4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4" y="4"/>
                    <a:pt x="2" y="0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94" name="Freeform 3273">
              <a:extLst>
                <a:ext uri="{FF2B5EF4-FFF2-40B4-BE49-F238E27FC236}">
                  <a16:creationId xmlns:a16="http://schemas.microsoft.com/office/drawing/2014/main" id="{8075208B-BCCF-4EF4-B56F-46EBB4797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4014"/>
              <a:ext cx="8" cy="6"/>
            </a:xfrm>
            <a:custGeom>
              <a:avLst/>
              <a:gdLst>
                <a:gd name="T0" fmla="*/ 8 w 4"/>
                <a:gd name="T1" fmla="*/ 8 h 3"/>
                <a:gd name="T2" fmla="*/ 8 w 4"/>
                <a:gd name="T3" fmla="*/ 24 h 3"/>
                <a:gd name="T4" fmla="*/ 32 w 4"/>
                <a:gd name="T5" fmla="*/ 8 h 3"/>
                <a:gd name="T6" fmla="*/ 16 w 4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3"/>
                    <a:pt x="4" y="1"/>
                  </a:cubicBezTo>
                  <a:cubicBezTo>
                    <a:pt x="3" y="1"/>
                    <a:pt x="3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95" name="Freeform 3274">
              <a:extLst>
                <a:ext uri="{FF2B5EF4-FFF2-40B4-BE49-F238E27FC236}">
                  <a16:creationId xmlns:a16="http://schemas.microsoft.com/office/drawing/2014/main" id="{FEB1CC99-DBC0-4671-9C7E-85AAF931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3952"/>
              <a:ext cx="15" cy="12"/>
            </a:xfrm>
            <a:custGeom>
              <a:avLst/>
              <a:gdLst>
                <a:gd name="T0" fmla="*/ 28 w 8"/>
                <a:gd name="T1" fmla="*/ 8 h 6"/>
                <a:gd name="T2" fmla="*/ 21 w 8"/>
                <a:gd name="T3" fmla="*/ 40 h 6"/>
                <a:gd name="T4" fmla="*/ 39 w 8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1" y="0"/>
                    <a:pt x="0" y="3"/>
                    <a:pt x="3" y="5"/>
                  </a:cubicBezTo>
                  <a:cubicBezTo>
                    <a:pt x="5" y="6"/>
                    <a:pt x="8" y="3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96" name="Freeform 3275">
              <a:extLst>
                <a:ext uri="{FF2B5EF4-FFF2-40B4-BE49-F238E27FC236}">
                  <a16:creationId xmlns:a16="http://schemas.microsoft.com/office/drawing/2014/main" id="{4126C751-0E4E-4CBB-B834-790B3D524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962"/>
              <a:ext cx="13" cy="9"/>
            </a:xfrm>
            <a:custGeom>
              <a:avLst/>
              <a:gdLst>
                <a:gd name="T0" fmla="*/ 32 w 7"/>
                <a:gd name="T1" fmla="*/ 0 h 5"/>
                <a:gd name="T2" fmla="*/ 13 w 7"/>
                <a:gd name="T3" fmla="*/ 23 h 5"/>
                <a:gd name="T4" fmla="*/ 24 w 7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2" y="0"/>
                    <a:pt x="0" y="2"/>
                    <a:pt x="2" y="4"/>
                  </a:cubicBezTo>
                  <a:cubicBezTo>
                    <a:pt x="4" y="5"/>
                    <a:pt x="7" y="2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97" name="Freeform 3276">
              <a:extLst>
                <a:ext uri="{FF2B5EF4-FFF2-40B4-BE49-F238E27FC236}">
                  <a16:creationId xmlns:a16="http://schemas.microsoft.com/office/drawing/2014/main" id="{63B51831-1B6E-452A-BFBA-239FAAC9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982"/>
              <a:ext cx="13" cy="10"/>
            </a:xfrm>
            <a:custGeom>
              <a:avLst/>
              <a:gdLst>
                <a:gd name="T0" fmla="*/ 24 w 7"/>
                <a:gd name="T1" fmla="*/ 0 h 5"/>
                <a:gd name="T2" fmla="*/ 32 w 7"/>
                <a:gd name="T3" fmla="*/ 24 h 5"/>
                <a:gd name="T4" fmla="*/ 32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0" y="1"/>
                    <a:pt x="3" y="5"/>
                    <a:pt x="5" y="3"/>
                  </a:cubicBezTo>
                  <a:cubicBezTo>
                    <a:pt x="7" y="2"/>
                    <a:pt x="7" y="0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98" name="Freeform 3277">
              <a:extLst>
                <a:ext uri="{FF2B5EF4-FFF2-40B4-BE49-F238E27FC236}">
                  <a16:creationId xmlns:a16="http://schemas.microsoft.com/office/drawing/2014/main" id="{714D9986-C989-4804-B591-AE0DB345B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3954"/>
              <a:ext cx="11" cy="10"/>
            </a:xfrm>
            <a:custGeom>
              <a:avLst/>
              <a:gdLst>
                <a:gd name="T0" fmla="*/ 20 w 6"/>
                <a:gd name="T1" fmla="*/ 16 h 5"/>
                <a:gd name="T2" fmla="*/ 7 w 6"/>
                <a:gd name="T3" fmla="*/ 40 h 5"/>
                <a:gd name="T4" fmla="*/ 37 w 6"/>
                <a:gd name="T5" fmla="*/ 8 h 5"/>
                <a:gd name="T6" fmla="*/ 24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4" y="5"/>
                    <a:pt x="6" y="3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99" name="Freeform 3278">
              <a:extLst>
                <a:ext uri="{FF2B5EF4-FFF2-40B4-BE49-F238E27FC236}">
                  <a16:creationId xmlns:a16="http://schemas.microsoft.com/office/drawing/2014/main" id="{5EACA32B-C270-4B5B-82B0-CFF014E1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919"/>
              <a:ext cx="5" cy="7"/>
            </a:xfrm>
            <a:custGeom>
              <a:avLst/>
              <a:gdLst>
                <a:gd name="T0" fmla="*/ 13 w 3"/>
                <a:gd name="T1" fmla="*/ 0 h 4"/>
                <a:gd name="T2" fmla="*/ 5 w 3"/>
                <a:gd name="T3" fmla="*/ 16 h 4"/>
                <a:gd name="T4" fmla="*/ 8 w 3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4"/>
                    <a:pt x="2" y="3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00" name="Freeform 3279">
              <a:extLst>
                <a:ext uri="{FF2B5EF4-FFF2-40B4-BE49-F238E27FC236}">
                  <a16:creationId xmlns:a16="http://schemas.microsoft.com/office/drawing/2014/main" id="{758A4FE7-D765-4F49-BCFE-08412D583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919"/>
              <a:ext cx="34" cy="11"/>
            </a:xfrm>
            <a:custGeom>
              <a:avLst/>
              <a:gdLst>
                <a:gd name="T0" fmla="*/ 60 w 18"/>
                <a:gd name="T1" fmla="*/ 7 h 6"/>
                <a:gd name="T2" fmla="*/ 68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9" y="1"/>
                  </a:moveTo>
                  <a:cubicBezTo>
                    <a:pt x="0" y="6"/>
                    <a:pt x="18" y="6"/>
                    <a:pt x="1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01" name="Freeform 3280">
              <a:extLst>
                <a:ext uri="{FF2B5EF4-FFF2-40B4-BE49-F238E27FC236}">
                  <a16:creationId xmlns:a16="http://schemas.microsoft.com/office/drawing/2014/main" id="{A5C6BB68-7586-4F06-8180-5828B72C9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883"/>
              <a:ext cx="13" cy="11"/>
            </a:xfrm>
            <a:custGeom>
              <a:avLst/>
              <a:gdLst>
                <a:gd name="T0" fmla="*/ 20 w 7"/>
                <a:gd name="T1" fmla="*/ 0 h 6"/>
                <a:gd name="T2" fmla="*/ 24 w 7"/>
                <a:gd name="T3" fmla="*/ 37 h 6"/>
                <a:gd name="T4" fmla="*/ 32 w 7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2" y="2"/>
                    <a:pt x="0" y="6"/>
                    <a:pt x="4" y="6"/>
                  </a:cubicBezTo>
                  <a:cubicBezTo>
                    <a:pt x="6" y="6"/>
                    <a:pt x="7" y="2"/>
                    <a:pt x="5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02" name="Freeform 3281">
              <a:extLst>
                <a:ext uri="{FF2B5EF4-FFF2-40B4-BE49-F238E27FC236}">
                  <a16:creationId xmlns:a16="http://schemas.microsoft.com/office/drawing/2014/main" id="{C79EBF26-97EE-4073-9EF3-F0C9453DE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3917"/>
              <a:ext cx="22" cy="13"/>
            </a:xfrm>
            <a:custGeom>
              <a:avLst/>
              <a:gdLst>
                <a:gd name="T0" fmla="*/ 57 w 12"/>
                <a:gd name="T1" fmla="*/ 0 h 7"/>
                <a:gd name="T2" fmla="*/ 51 w 12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9" y="0"/>
                  </a:moveTo>
                  <a:cubicBezTo>
                    <a:pt x="0" y="0"/>
                    <a:pt x="12" y="7"/>
                    <a:pt x="8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03" name="Freeform 3282">
              <a:extLst>
                <a:ext uri="{FF2B5EF4-FFF2-40B4-BE49-F238E27FC236}">
                  <a16:creationId xmlns:a16="http://schemas.microsoft.com/office/drawing/2014/main" id="{C74FBA5B-8EFC-46EF-86BC-042D3F724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941"/>
              <a:ext cx="5" cy="6"/>
            </a:xfrm>
            <a:custGeom>
              <a:avLst/>
              <a:gdLst>
                <a:gd name="T0" fmla="*/ 5 w 3"/>
                <a:gd name="T1" fmla="*/ 0 h 3"/>
                <a:gd name="T2" fmla="*/ 0 w 3"/>
                <a:gd name="T3" fmla="*/ 24 h 3"/>
                <a:gd name="T4" fmla="*/ 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04" name="Freeform 3283">
              <a:extLst>
                <a:ext uri="{FF2B5EF4-FFF2-40B4-BE49-F238E27FC236}">
                  <a16:creationId xmlns:a16="http://schemas.microsoft.com/office/drawing/2014/main" id="{FEC3451C-D264-4771-BF65-532AC8F7E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962"/>
              <a:ext cx="7" cy="7"/>
            </a:xfrm>
            <a:custGeom>
              <a:avLst/>
              <a:gdLst>
                <a:gd name="T0" fmla="*/ 7 w 4"/>
                <a:gd name="T1" fmla="*/ 7 h 4"/>
                <a:gd name="T2" fmla="*/ 12 w 4"/>
                <a:gd name="T3" fmla="*/ 21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05" name="Freeform 3284">
              <a:extLst>
                <a:ext uri="{FF2B5EF4-FFF2-40B4-BE49-F238E27FC236}">
                  <a16:creationId xmlns:a16="http://schemas.microsoft.com/office/drawing/2014/main" id="{9EFF5739-1A73-44BD-8664-85E14E542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936"/>
              <a:ext cx="7" cy="7"/>
            </a:xfrm>
            <a:custGeom>
              <a:avLst/>
              <a:gdLst>
                <a:gd name="T0" fmla="*/ 7 w 4"/>
                <a:gd name="T1" fmla="*/ 7 h 4"/>
                <a:gd name="T2" fmla="*/ 7 w 4"/>
                <a:gd name="T3" fmla="*/ 21 h 4"/>
                <a:gd name="T4" fmla="*/ 1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06" name="Freeform 3285">
              <a:extLst>
                <a:ext uri="{FF2B5EF4-FFF2-40B4-BE49-F238E27FC236}">
                  <a16:creationId xmlns:a16="http://schemas.microsoft.com/office/drawing/2014/main" id="{BB9FB7FE-CAFB-459B-9D08-72DC2B379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853"/>
              <a:ext cx="11" cy="11"/>
            </a:xfrm>
            <a:custGeom>
              <a:avLst/>
              <a:gdLst>
                <a:gd name="T0" fmla="*/ 31 w 6"/>
                <a:gd name="T1" fmla="*/ 0 h 6"/>
                <a:gd name="T2" fmla="*/ 37 w 6"/>
                <a:gd name="T3" fmla="*/ 1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0" y="0"/>
                    <a:pt x="3" y="6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07" name="Freeform 3286">
              <a:extLst>
                <a:ext uri="{FF2B5EF4-FFF2-40B4-BE49-F238E27FC236}">
                  <a16:creationId xmlns:a16="http://schemas.microsoft.com/office/drawing/2014/main" id="{E77C7E34-1BDC-4983-BA91-D49DEE27F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833"/>
              <a:ext cx="14" cy="7"/>
            </a:xfrm>
            <a:custGeom>
              <a:avLst/>
              <a:gdLst>
                <a:gd name="T0" fmla="*/ 16 w 7"/>
                <a:gd name="T1" fmla="*/ 0 h 4"/>
                <a:gd name="T2" fmla="*/ 4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4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08" name="Freeform 3287">
              <a:extLst>
                <a:ext uri="{FF2B5EF4-FFF2-40B4-BE49-F238E27FC236}">
                  <a16:creationId xmlns:a16="http://schemas.microsoft.com/office/drawing/2014/main" id="{BDEBD932-391A-46CD-AA00-7F5F8D149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799"/>
              <a:ext cx="6" cy="7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21 h 4"/>
                <a:gd name="T4" fmla="*/ 24 w 3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09" name="Freeform 3288">
              <a:extLst>
                <a:ext uri="{FF2B5EF4-FFF2-40B4-BE49-F238E27FC236}">
                  <a16:creationId xmlns:a16="http://schemas.microsoft.com/office/drawing/2014/main" id="{2D92C006-8319-488A-8857-0D4B956D4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793"/>
              <a:ext cx="8" cy="8"/>
            </a:xfrm>
            <a:custGeom>
              <a:avLst/>
              <a:gdLst>
                <a:gd name="T0" fmla="*/ 24 w 4"/>
                <a:gd name="T1" fmla="*/ 8 h 4"/>
                <a:gd name="T2" fmla="*/ 0 w 4"/>
                <a:gd name="T3" fmla="*/ 24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10" name="Freeform 3289">
              <a:extLst>
                <a:ext uri="{FF2B5EF4-FFF2-40B4-BE49-F238E27FC236}">
                  <a16:creationId xmlns:a16="http://schemas.microsoft.com/office/drawing/2014/main" id="{BE0C79CB-168C-4DB0-89F8-866A600F3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763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24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11" name="Freeform 3290">
              <a:extLst>
                <a:ext uri="{FF2B5EF4-FFF2-40B4-BE49-F238E27FC236}">
                  <a16:creationId xmlns:a16="http://schemas.microsoft.com/office/drawing/2014/main" id="{60CC13AA-9754-4179-98FC-433AA6895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3722"/>
              <a:ext cx="13" cy="11"/>
            </a:xfrm>
            <a:custGeom>
              <a:avLst/>
              <a:gdLst>
                <a:gd name="T0" fmla="*/ 7 w 7"/>
                <a:gd name="T1" fmla="*/ 13 h 6"/>
                <a:gd name="T2" fmla="*/ 7 w 7"/>
                <a:gd name="T3" fmla="*/ 31 h 6"/>
                <a:gd name="T4" fmla="*/ 2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1" y="4"/>
                    <a:pt x="0" y="4"/>
                    <a:pt x="1" y="5"/>
                  </a:cubicBezTo>
                  <a:cubicBezTo>
                    <a:pt x="5" y="6"/>
                    <a:pt x="7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12" name="Freeform 3291">
              <a:extLst>
                <a:ext uri="{FF2B5EF4-FFF2-40B4-BE49-F238E27FC236}">
                  <a16:creationId xmlns:a16="http://schemas.microsoft.com/office/drawing/2014/main" id="{E9E2F73C-A637-4E51-8420-4847E9299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3726"/>
              <a:ext cx="7" cy="7"/>
            </a:xfrm>
            <a:custGeom>
              <a:avLst/>
              <a:gdLst>
                <a:gd name="T0" fmla="*/ 21 w 4"/>
                <a:gd name="T1" fmla="*/ 7 h 4"/>
                <a:gd name="T2" fmla="*/ 12 w 4"/>
                <a:gd name="T3" fmla="*/ 0 h 4"/>
                <a:gd name="T4" fmla="*/ 0 w 4"/>
                <a:gd name="T5" fmla="*/ 21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2" y="4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13" name="Freeform 3292">
              <a:extLst>
                <a:ext uri="{FF2B5EF4-FFF2-40B4-BE49-F238E27FC236}">
                  <a16:creationId xmlns:a16="http://schemas.microsoft.com/office/drawing/2014/main" id="{1186018F-8DD1-4B79-88A6-DD658667E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694"/>
              <a:ext cx="13" cy="9"/>
            </a:xfrm>
            <a:custGeom>
              <a:avLst/>
              <a:gdLst>
                <a:gd name="T0" fmla="*/ 37 w 7"/>
                <a:gd name="T1" fmla="*/ 0 h 5"/>
                <a:gd name="T2" fmla="*/ 20 w 7"/>
                <a:gd name="T3" fmla="*/ 23 h 5"/>
                <a:gd name="T4" fmla="*/ 37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4" y="0"/>
                    <a:pt x="0" y="3"/>
                    <a:pt x="3" y="4"/>
                  </a:cubicBezTo>
                  <a:cubicBezTo>
                    <a:pt x="6" y="5"/>
                    <a:pt x="7" y="1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14" name="Freeform 3293">
              <a:extLst>
                <a:ext uri="{FF2B5EF4-FFF2-40B4-BE49-F238E27FC236}">
                  <a16:creationId xmlns:a16="http://schemas.microsoft.com/office/drawing/2014/main" id="{B2D321C2-FA19-41AD-81A3-4C4D42ED9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662"/>
              <a:ext cx="11" cy="12"/>
            </a:xfrm>
            <a:custGeom>
              <a:avLst/>
              <a:gdLst>
                <a:gd name="T0" fmla="*/ 7 w 6"/>
                <a:gd name="T1" fmla="*/ 16 h 6"/>
                <a:gd name="T2" fmla="*/ 7 w 6"/>
                <a:gd name="T3" fmla="*/ 40 h 6"/>
                <a:gd name="T4" fmla="*/ 13 w 6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5" y="6"/>
                    <a:pt x="6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15" name="Freeform 3294">
              <a:extLst>
                <a:ext uri="{FF2B5EF4-FFF2-40B4-BE49-F238E27FC236}">
                  <a16:creationId xmlns:a16="http://schemas.microsoft.com/office/drawing/2014/main" id="{8E031586-6544-43FA-B3DB-A93C2E36A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3700"/>
              <a:ext cx="8" cy="9"/>
            </a:xfrm>
            <a:custGeom>
              <a:avLst/>
              <a:gdLst>
                <a:gd name="T0" fmla="*/ 16 w 4"/>
                <a:gd name="T1" fmla="*/ 7 h 5"/>
                <a:gd name="T2" fmla="*/ 8 w 4"/>
                <a:gd name="T3" fmla="*/ 29 h 5"/>
                <a:gd name="T4" fmla="*/ 16 w 4"/>
                <a:gd name="T5" fmla="*/ 0 h 5"/>
                <a:gd name="T6" fmla="*/ 8 w 4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4"/>
                    <a:pt x="4" y="2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16" name="Freeform 3295">
              <a:extLst>
                <a:ext uri="{FF2B5EF4-FFF2-40B4-BE49-F238E27FC236}">
                  <a16:creationId xmlns:a16="http://schemas.microsoft.com/office/drawing/2014/main" id="{E63444F7-C910-485F-ADBD-0C3808824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3745"/>
              <a:ext cx="6" cy="5"/>
            </a:xfrm>
            <a:custGeom>
              <a:avLst/>
              <a:gdLst>
                <a:gd name="T0" fmla="*/ 0 w 3"/>
                <a:gd name="T1" fmla="*/ 5 h 3"/>
                <a:gd name="T2" fmla="*/ 0 w 3"/>
                <a:gd name="T3" fmla="*/ 13 h 3"/>
                <a:gd name="T4" fmla="*/ 0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3"/>
                    <a:pt x="3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17" name="Freeform 3296">
              <a:extLst>
                <a:ext uri="{FF2B5EF4-FFF2-40B4-BE49-F238E27FC236}">
                  <a16:creationId xmlns:a16="http://schemas.microsoft.com/office/drawing/2014/main" id="{00F32A72-8C71-4076-A164-7F1D33C8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761"/>
              <a:ext cx="10" cy="10"/>
            </a:xfrm>
            <a:custGeom>
              <a:avLst/>
              <a:gdLst>
                <a:gd name="T0" fmla="*/ 16 w 5"/>
                <a:gd name="T1" fmla="*/ 0 h 5"/>
                <a:gd name="T2" fmla="*/ 24 w 5"/>
                <a:gd name="T3" fmla="*/ 40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3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18" name="Freeform 3297">
              <a:extLst>
                <a:ext uri="{FF2B5EF4-FFF2-40B4-BE49-F238E27FC236}">
                  <a16:creationId xmlns:a16="http://schemas.microsoft.com/office/drawing/2014/main" id="{88079E79-554C-45F3-83B0-6CF6CFA73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3790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19" name="Freeform 3298">
              <a:extLst>
                <a:ext uri="{FF2B5EF4-FFF2-40B4-BE49-F238E27FC236}">
                  <a16:creationId xmlns:a16="http://schemas.microsoft.com/office/drawing/2014/main" id="{116ADD6B-2FDC-4796-ADEF-E0C9CF689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805"/>
              <a:ext cx="6" cy="7"/>
            </a:xfrm>
            <a:custGeom>
              <a:avLst/>
              <a:gdLst>
                <a:gd name="T0" fmla="*/ 16 w 3"/>
                <a:gd name="T1" fmla="*/ 7 h 4"/>
                <a:gd name="T2" fmla="*/ 8 w 3"/>
                <a:gd name="T3" fmla="*/ 0 h 4"/>
                <a:gd name="T4" fmla="*/ 8 w 3"/>
                <a:gd name="T5" fmla="*/ 21 h 4"/>
                <a:gd name="T6" fmla="*/ 8 w 3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0" y="2"/>
                    <a:pt x="0" y="2"/>
                    <a:pt x="1" y="4"/>
                  </a:cubicBezTo>
                  <a:cubicBezTo>
                    <a:pt x="3" y="3"/>
                    <a:pt x="2" y="3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20" name="Freeform 3299">
              <a:extLst>
                <a:ext uri="{FF2B5EF4-FFF2-40B4-BE49-F238E27FC236}">
                  <a16:creationId xmlns:a16="http://schemas.microsoft.com/office/drawing/2014/main" id="{BED2A940-606F-4C41-A4B2-2DDC984B0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842"/>
              <a:ext cx="10" cy="7"/>
            </a:xfrm>
            <a:custGeom>
              <a:avLst/>
              <a:gdLst>
                <a:gd name="T0" fmla="*/ 24 w 5"/>
                <a:gd name="T1" fmla="*/ 0 h 4"/>
                <a:gd name="T2" fmla="*/ 8 w 5"/>
                <a:gd name="T3" fmla="*/ 21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21" name="Freeform 3300">
              <a:extLst>
                <a:ext uri="{FF2B5EF4-FFF2-40B4-BE49-F238E27FC236}">
                  <a16:creationId xmlns:a16="http://schemas.microsoft.com/office/drawing/2014/main" id="{A2FFD265-878E-4BEE-B282-21519E7AE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866"/>
              <a:ext cx="11" cy="12"/>
            </a:xfrm>
            <a:custGeom>
              <a:avLst/>
              <a:gdLst>
                <a:gd name="T0" fmla="*/ 20 w 6"/>
                <a:gd name="T1" fmla="*/ 0 h 6"/>
                <a:gd name="T2" fmla="*/ 13 w 6"/>
                <a:gd name="T3" fmla="*/ 48 h 6"/>
                <a:gd name="T4" fmla="*/ 37 w 6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4" y="6"/>
                    <a:pt x="6" y="4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22" name="Freeform 3301">
              <a:extLst>
                <a:ext uri="{FF2B5EF4-FFF2-40B4-BE49-F238E27FC236}">
                  <a16:creationId xmlns:a16="http://schemas.microsoft.com/office/drawing/2014/main" id="{34ECA7A5-2356-4C99-A697-D59CE78A1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634"/>
              <a:ext cx="5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24 h 3"/>
                <a:gd name="T4" fmla="*/ 13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23" name="Freeform 3302">
              <a:extLst>
                <a:ext uri="{FF2B5EF4-FFF2-40B4-BE49-F238E27FC236}">
                  <a16:creationId xmlns:a16="http://schemas.microsoft.com/office/drawing/2014/main" id="{0169296E-A28D-479B-88D4-2ACB3667A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3625"/>
              <a:ext cx="6" cy="9"/>
            </a:xfrm>
            <a:custGeom>
              <a:avLst/>
              <a:gdLst>
                <a:gd name="T0" fmla="*/ 16 w 3"/>
                <a:gd name="T1" fmla="*/ 0 h 5"/>
                <a:gd name="T2" fmla="*/ 8 w 3"/>
                <a:gd name="T3" fmla="*/ 29 h 5"/>
                <a:gd name="T4" fmla="*/ 16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24" name="Freeform 3303">
              <a:extLst>
                <a:ext uri="{FF2B5EF4-FFF2-40B4-BE49-F238E27FC236}">
                  <a16:creationId xmlns:a16="http://schemas.microsoft.com/office/drawing/2014/main" id="{1CDB2DA8-74E4-4B93-BBFC-C8964BC4D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589"/>
              <a:ext cx="6" cy="8"/>
            </a:xfrm>
            <a:custGeom>
              <a:avLst/>
              <a:gdLst>
                <a:gd name="T0" fmla="*/ 8 w 3"/>
                <a:gd name="T1" fmla="*/ 16 h 4"/>
                <a:gd name="T2" fmla="*/ 0 w 3"/>
                <a:gd name="T3" fmla="*/ 32 h 4"/>
                <a:gd name="T4" fmla="*/ 24 w 3"/>
                <a:gd name="T5" fmla="*/ 8 h 4"/>
                <a:gd name="T6" fmla="*/ 16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25" name="Freeform 3304">
              <a:extLst>
                <a:ext uri="{FF2B5EF4-FFF2-40B4-BE49-F238E27FC236}">
                  <a16:creationId xmlns:a16="http://schemas.microsoft.com/office/drawing/2014/main" id="{D00B94CD-B506-4EFC-8B83-0A930A80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586"/>
              <a:ext cx="5" cy="9"/>
            </a:xfrm>
            <a:custGeom>
              <a:avLst/>
              <a:gdLst>
                <a:gd name="T0" fmla="*/ 0 w 3"/>
                <a:gd name="T1" fmla="*/ 16 h 5"/>
                <a:gd name="T2" fmla="*/ 5 w 3"/>
                <a:gd name="T3" fmla="*/ 29 h 5"/>
                <a:gd name="T4" fmla="*/ 5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26" name="Freeform 3305">
              <a:extLst>
                <a:ext uri="{FF2B5EF4-FFF2-40B4-BE49-F238E27FC236}">
                  <a16:creationId xmlns:a16="http://schemas.microsoft.com/office/drawing/2014/main" id="{EEE37376-CBCE-41D9-A6D4-A132C617F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557"/>
              <a:ext cx="8" cy="8"/>
            </a:xfrm>
            <a:custGeom>
              <a:avLst/>
              <a:gdLst>
                <a:gd name="T0" fmla="*/ 8 w 4"/>
                <a:gd name="T1" fmla="*/ 16 h 4"/>
                <a:gd name="T2" fmla="*/ 8 w 4"/>
                <a:gd name="T3" fmla="*/ 32 h 4"/>
                <a:gd name="T4" fmla="*/ 16 w 4"/>
                <a:gd name="T5" fmla="*/ 0 h 4"/>
                <a:gd name="T6" fmla="*/ 8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4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27" name="Freeform 3306">
              <a:extLst>
                <a:ext uri="{FF2B5EF4-FFF2-40B4-BE49-F238E27FC236}">
                  <a16:creationId xmlns:a16="http://schemas.microsoft.com/office/drawing/2014/main" id="{EC48CD06-0BFD-44F5-9E01-98448ED3E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539"/>
              <a:ext cx="9" cy="11"/>
            </a:xfrm>
            <a:custGeom>
              <a:avLst/>
              <a:gdLst>
                <a:gd name="T0" fmla="*/ 16 w 5"/>
                <a:gd name="T1" fmla="*/ 0 h 6"/>
                <a:gd name="T2" fmla="*/ 7 w 5"/>
                <a:gd name="T3" fmla="*/ 37 h 6"/>
                <a:gd name="T4" fmla="*/ 16 w 5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4" y="6"/>
                    <a:pt x="5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28" name="Freeform 3307">
              <a:extLst>
                <a:ext uri="{FF2B5EF4-FFF2-40B4-BE49-F238E27FC236}">
                  <a16:creationId xmlns:a16="http://schemas.microsoft.com/office/drawing/2014/main" id="{721D0AC8-A7B8-4580-B1B3-40F71E957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576"/>
              <a:ext cx="11" cy="10"/>
            </a:xfrm>
            <a:custGeom>
              <a:avLst/>
              <a:gdLst>
                <a:gd name="T0" fmla="*/ 31 w 6"/>
                <a:gd name="T1" fmla="*/ 0 h 5"/>
                <a:gd name="T2" fmla="*/ 20 w 6"/>
                <a:gd name="T3" fmla="*/ 40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2" y="0"/>
                    <a:pt x="0" y="3"/>
                    <a:pt x="3" y="5"/>
                  </a:cubicBezTo>
                  <a:cubicBezTo>
                    <a:pt x="5" y="4"/>
                    <a:pt x="6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29" name="Freeform 3308">
              <a:extLst>
                <a:ext uri="{FF2B5EF4-FFF2-40B4-BE49-F238E27FC236}">
                  <a16:creationId xmlns:a16="http://schemas.microsoft.com/office/drawing/2014/main" id="{3AA06C4F-7B05-4383-BCF5-947DEB1DA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621"/>
              <a:ext cx="7" cy="8"/>
            </a:xfrm>
            <a:custGeom>
              <a:avLst/>
              <a:gdLst>
                <a:gd name="T0" fmla="*/ 21 w 4"/>
                <a:gd name="T1" fmla="*/ 0 h 4"/>
                <a:gd name="T2" fmla="*/ 7 w 4"/>
                <a:gd name="T3" fmla="*/ 32 h 4"/>
                <a:gd name="T4" fmla="*/ 16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30" name="Freeform 3309">
              <a:extLst>
                <a:ext uri="{FF2B5EF4-FFF2-40B4-BE49-F238E27FC236}">
                  <a16:creationId xmlns:a16="http://schemas.microsoft.com/office/drawing/2014/main" id="{38758CF0-2471-4DE8-B4CE-C00A2D7F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3674"/>
              <a:ext cx="7" cy="7"/>
            </a:xfrm>
            <a:custGeom>
              <a:avLst/>
              <a:gdLst>
                <a:gd name="T0" fmla="*/ 7 w 4"/>
                <a:gd name="T1" fmla="*/ 0 h 4"/>
                <a:gd name="T2" fmla="*/ 7 w 4"/>
                <a:gd name="T3" fmla="*/ 21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31" name="Freeform 3310">
              <a:extLst>
                <a:ext uri="{FF2B5EF4-FFF2-40B4-BE49-F238E27FC236}">
                  <a16:creationId xmlns:a16="http://schemas.microsoft.com/office/drawing/2014/main" id="{83D7200E-BA7C-4E01-ADF1-64CA0F403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531"/>
              <a:ext cx="6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32" name="Freeform 3311">
              <a:extLst>
                <a:ext uri="{FF2B5EF4-FFF2-40B4-BE49-F238E27FC236}">
                  <a16:creationId xmlns:a16="http://schemas.microsoft.com/office/drawing/2014/main" id="{0B0E5C4F-9A94-48FA-B5A0-E6D7C4E2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514"/>
              <a:ext cx="11" cy="14"/>
            </a:xfrm>
            <a:custGeom>
              <a:avLst/>
              <a:gdLst>
                <a:gd name="T0" fmla="*/ 24 w 6"/>
                <a:gd name="T1" fmla="*/ 0 h 7"/>
                <a:gd name="T2" fmla="*/ 20 w 6"/>
                <a:gd name="T3" fmla="*/ 40 h 7"/>
                <a:gd name="T4" fmla="*/ 2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0" y="4"/>
                    <a:pt x="3" y="5"/>
                  </a:cubicBezTo>
                  <a:cubicBezTo>
                    <a:pt x="6" y="7"/>
                    <a:pt x="6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33" name="Freeform 3312">
              <a:extLst>
                <a:ext uri="{FF2B5EF4-FFF2-40B4-BE49-F238E27FC236}">
                  <a16:creationId xmlns:a16="http://schemas.microsoft.com/office/drawing/2014/main" id="{D40EB168-EEB7-4389-BD84-19A8D476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473"/>
              <a:ext cx="6" cy="6"/>
            </a:xfrm>
            <a:custGeom>
              <a:avLst/>
              <a:gdLst>
                <a:gd name="T0" fmla="*/ 16 w 3"/>
                <a:gd name="T1" fmla="*/ 8 h 3"/>
                <a:gd name="T2" fmla="*/ 0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34" name="Freeform 3313">
              <a:extLst>
                <a:ext uri="{FF2B5EF4-FFF2-40B4-BE49-F238E27FC236}">
                  <a16:creationId xmlns:a16="http://schemas.microsoft.com/office/drawing/2014/main" id="{30976213-8C33-4BF6-85BB-28AF6F075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453"/>
              <a:ext cx="5" cy="5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13 h 3"/>
                <a:gd name="T4" fmla="*/ 8 w 3"/>
                <a:gd name="T5" fmla="*/ 0 h 3"/>
                <a:gd name="T6" fmla="*/ 5 w 3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3"/>
                    <a:pt x="3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35" name="Freeform 3314">
              <a:extLst>
                <a:ext uri="{FF2B5EF4-FFF2-40B4-BE49-F238E27FC236}">
                  <a16:creationId xmlns:a16="http://schemas.microsoft.com/office/drawing/2014/main" id="{24125C66-0D0C-4894-87FC-1C15CC967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3486"/>
              <a:ext cx="7" cy="13"/>
            </a:xfrm>
            <a:custGeom>
              <a:avLst/>
              <a:gdLst>
                <a:gd name="T0" fmla="*/ 12 w 4"/>
                <a:gd name="T1" fmla="*/ 13 h 7"/>
                <a:gd name="T2" fmla="*/ 7 w 4"/>
                <a:gd name="T3" fmla="*/ 45 h 7"/>
                <a:gd name="T4" fmla="*/ 7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2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3" y="6"/>
                    <a:pt x="4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36" name="Freeform 3315">
              <a:extLst>
                <a:ext uri="{FF2B5EF4-FFF2-40B4-BE49-F238E27FC236}">
                  <a16:creationId xmlns:a16="http://schemas.microsoft.com/office/drawing/2014/main" id="{D0BFF418-50A7-4EA6-9FB0-4C2E94DCA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456"/>
              <a:ext cx="7" cy="8"/>
            </a:xfrm>
            <a:custGeom>
              <a:avLst/>
              <a:gdLst>
                <a:gd name="T0" fmla="*/ 12 w 4"/>
                <a:gd name="T1" fmla="*/ 0 h 4"/>
                <a:gd name="T2" fmla="*/ 0 w 4"/>
                <a:gd name="T3" fmla="*/ 24 h 4"/>
                <a:gd name="T4" fmla="*/ 21 w 4"/>
                <a:gd name="T5" fmla="*/ 8 h 4"/>
                <a:gd name="T6" fmla="*/ 7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3" y="0"/>
                    <a:pt x="3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37" name="Freeform 3316">
              <a:extLst>
                <a:ext uri="{FF2B5EF4-FFF2-40B4-BE49-F238E27FC236}">
                  <a16:creationId xmlns:a16="http://schemas.microsoft.com/office/drawing/2014/main" id="{3C4AAE91-3401-40F5-97C3-D4DCC4591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486"/>
              <a:ext cx="7" cy="8"/>
            </a:xfrm>
            <a:custGeom>
              <a:avLst/>
              <a:gdLst>
                <a:gd name="T0" fmla="*/ 12 w 4"/>
                <a:gd name="T1" fmla="*/ 0 h 4"/>
                <a:gd name="T2" fmla="*/ 0 w 4"/>
                <a:gd name="T3" fmla="*/ 24 h 4"/>
                <a:gd name="T4" fmla="*/ 21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2" y="4"/>
                    <a:pt x="3" y="4"/>
                    <a:pt x="4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38" name="Freeform 3317">
              <a:extLst>
                <a:ext uri="{FF2B5EF4-FFF2-40B4-BE49-F238E27FC236}">
                  <a16:creationId xmlns:a16="http://schemas.microsoft.com/office/drawing/2014/main" id="{D2D21F2D-4124-4C77-8D17-B1D3FEE66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749"/>
              <a:ext cx="8" cy="10"/>
            </a:xfrm>
            <a:custGeom>
              <a:avLst/>
              <a:gdLst>
                <a:gd name="T0" fmla="*/ 0 w 4"/>
                <a:gd name="T1" fmla="*/ 16 h 5"/>
                <a:gd name="T2" fmla="*/ 8 w 4"/>
                <a:gd name="T3" fmla="*/ 40 h 5"/>
                <a:gd name="T4" fmla="*/ 16 w 4"/>
                <a:gd name="T5" fmla="*/ 0 h 5"/>
                <a:gd name="T6" fmla="*/ 0 w 4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3" y="3"/>
                    <a:pt x="4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39" name="Freeform 3318">
              <a:extLst>
                <a:ext uri="{FF2B5EF4-FFF2-40B4-BE49-F238E27FC236}">
                  <a16:creationId xmlns:a16="http://schemas.microsoft.com/office/drawing/2014/main" id="{58423FC8-2CC2-494C-AC1C-6A210F622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789"/>
              <a:ext cx="9" cy="9"/>
            </a:xfrm>
            <a:custGeom>
              <a:avLst/>
              <a:gdLst>
                <a:gd name="T0" fmla="*/ 7 w 5"/>
                <a:gd name="T1" fmla="*/ 0 h 5"/>
                <a:gd name="T2" fmla="*/ 16 w 5"/>
                <a:gd name="T3" fmla="*/ 29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40" name="Freeform 3319">
              <a:extLst>
                <a:ext uri="{FF2B5EF4-FFF2-40B4-BE49-F238E27FC236}">
                  <a16:creationId xmlns:a16="http://schemas.microsoft.com/office/drawing/2014/main" id="{B8EBFDC3-C2CF-4806-85EA-46D25E70D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51"/>
              <a:ext cx="6" cy="7"/>
            </a:xfrm>
            <a:custGeom>
              <a:avLst/>
              <a:gdLst>
                <a:gd name="T0" fmla="*/ 16 w 3"/>
                <a:gd name="T1" fmla="*/ 7 h 4"/>
                <a:gd name="T2" fmla="*/ 8 w 3"/>
                <a:gd name="T3" fmla="*/ 7 h 4"/>
                <a:gd name="T4" fmla="*/ 8 w 3"/>
                <a:gd name="T5" fmla="*/ 21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1" y="4"/>
                  </a:cubicBezTo>
                  <a:cubicBezTo>
                    <a:pt x="3" y="3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41" name="Freeform 3320">
              <a:extLst>
                <a:ext uri="{FF2B5EF4-FFF2-40B4-BE49-F238E27FC236}">
                  <a16:creationId xmlns:a16="http://schemas.microsoft.com/office/drawing/2014/main" id="{F30D1051-BEF6-4049-9BF8-123CE5F5B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830"/>
              <a:ext cx="5" cy="7"/>
            </a:xfrm>
            <a:custGeom>
              <a:avLst/>
              <a:gdLst>
                <a:gd name="T0" fmla="*/ 0 w 3"/>
                <a:gd name="T1" fmla="*/ 0 h 4"/>
                <a:gd name="T2" fmla="*/ 5 w 3"/>
                <a:gd name="T3" fmla="*/ 21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42" name="Freeform 3321">
              <a:extLst>
                <a:ext uri="{FF2B5EF4-FFF2-40B4-BE49-F238E27FC236}">
                  <a16:creationId xmlns:a16="http://schemas.microsoft.com/office/drawing/2014/main" id="{24D1DFCF-FDF3-4418-AA04-6BD5D256C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808"/>
              <a:ext cx="5" cy="9"/>
            </a:xfrm>
            <a:custGeom>
              <a:avLst/>
              <a:gdLst>
                <a:gd name="T0" fmla="*/ 0 w 3"/>
                <a:gd name="T1" fmla="*/ 13 h 5"/>
                <a:gd name="T2" fmla="*/ 5 w 3"/>
                <a:gd name="T3" fmla="*/ 29 h 5"/>
                <a:gd name="T4" fmla="*/ 0 w 3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43" name="Freeform 3322">
              <a:extLst>
                <a:ext uri="{FF2B5EF4-FFF2-40B4-BE49-F238E27FC236}">
                  <a16:creationId xmlns:a16="http://schemas.microsoft.com/office/drawing/2014/main" id="{220C17A0-7A57-4520-A22C-E60D414E7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839"/>
              <a:ext cx="8" cy="12"/>
            </a:xfrm>
            <a:custGeom>
              <a:avLst/>
              <a:gdLst>
                <a:gd name="T0" fmla="*/ 8 w 4"/>
                <a:gd name="T1" fmla="*/ 8 h 6"/>
                <a:gd name="T2" fmla="*/ 16 w 4"/>
                <a:gd name="T3" fmla="*/ 48 h 6"/>
                <a:gd name="T4" fmla="*/ 24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44" name="Freeform 3323">
              <a:extLst>
                <a:ext uri="{FF2B5EF4-FFF2-40B4-BE49-F238E27FC236}">
                  <a16:creationId xmlns:a16="http://schemas.microsoft.com/office/drawing/2014/main" id="{028C81EC-F44A-40E3-9423-DA34B4254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763"/>
              <a:ext cx="9" cy="9"/>
            </a:xfrm>
            <a:custGeom>
              <a:avLst/>
              <a:gdLst>
                <a:gd name="T0" fmla="*/ 0 w 5"/>
                <a:gd name="T1" fmla="*/ 0 h 5"/>
                <a:gd name="T2" fmla="*/ 7 w 5"/>
                <a:gd name="T3" fmla="*/ 29 h 5"/>
                <a:gd name="T4" fmla="*/ 13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5" y="2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45" name="Freeform 3324">
              <a:extLst>
                <a:ext uri="{FF2B5EF4-FFF2-40B4-BE49-F238E27FC236}">
                  <a16:creationId xmlns:a16="http://schemas.microsoft.com/office/drawing/2014/main" id="{058BAF29-968C-48D8-AFB4-B3A07776B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764"/>
              <a:ext cx="25" cy="17"/>
            </a:xfrm>
            <a:custGeom>
              <a:avLst/>
              <a:gdLst>
                <a:gd name="T0" fmla="*/ 37 w 13"/>
                <a:gd name="T1" fmla="*/ 8 h 9"/>
                <a:gd name="T2" fmla="*/ 44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5" y="1"/>
                  </a:moveTo>
                  <a:cubicBezTo>
                    <a:pt x="0" y="9"/>
                    <a:pt x="13" y="1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46" name="Freeform 3325">
              <a:extLst>
                <a:ext uri="{FF2B5EF4-FFF2-40B4-BE49-F238E27FC236}">
                  <a16:creationId xmlns:a16="http://schemas.microsoft.com/office/drawing/2014/main" id="{A1092CDC-1F15-4F94-A9B7-16EB9AFD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725"/>
              <a:ext cx="8" cy="8"/>
            </a:xfrm>
            <a:custGeom>
              <a:avLst/>
              <a:gdLst>
                <a:gd name="T0" fmla="*/ 8 w 4"/>
                <a:gd name="T1" fmla="*/ 8 h 4"/>
                <a:gd name="T2" fmla="*/ 8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47" name="Freeform 3326">
              <a:extLst>
                <a:ext uri="{FF2B5EF4-FFF2-40B4-BE49-F238E27FC236}">
                  <a16:creationId xmlns:a16="http://schemas.microsoft.com/office/drawing/2014/main" id="{CA0AA3A4-C783-4571-A083-C7D0F0483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691"/>
              <a:ext cx="7" cy="8"/>
            </a:xfrm>
            <a:custGeom>
              <a:avLst/>
              <a:gdLst>
                <a:gd name="T0" fmla="*/ 7 w 4"/>
                <a:gd name="T1" fmla="*/ 0 h 4"/>
                <a:gd name="T2" fmla="*/ 7 w 4"/>
                <a:gd name="T3" fmla="*/ 32 h 4"/>
                <a:gd name="T4" fmla="*/ 1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48" name="Freeform 3327">
              <a:extLst>
                <a:ext uri="{FF2B5EF4-FFF2-40B4-BE49-F238E27FC236}">
                  <a16:creationId xmlns:a16="http://schemas.microsoft.com/office/drawing/2014/main" id="{99C21102-BB62-47CB-B237-35C32C603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1714"/>
              <a:ext cx="4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4 h 3"/>
                <a:gd name="T4" fmla="*/ 16 w 2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1" y="3"/>
                    <a:pt x="1" y="3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49" name="Freeform 3328">
              <a:extLst>
                <a:ext uri="{FF2B5EF4-FFF2-40B4-BE49-F238E27FC236}">
                  <a16:creationId xmlns:a16="http://schemas.microsoft.com/office/drawing/2014/main" id="{D6BBC042-5786-4E5C-A314-606856C57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669"/>
              <a:ext cx="5" cy="6"/>
            </a:xfrm>
            <a:custGeom>
              <a:avLst/>
              <a:gdLst>
                <a:gd name="T0" fmla="*/ 5 w 3"/>
                <a:gd name="T1" fmla="*/ 0 h 3"/>
                <a:gd name="T2" fmla="*/ 8 w 3"/>
                <a:gd name="T3" fmla="*/ 24 h 3"/>
                <a:gd name="T4" fmla="*/ 13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50" name="Freeform 3329">
              <a:extLst>
                <a:ext uri="{FF2B5EF4-FFF2-40B4-BE49-F238E27FC236}">
                  <a16:creationId xmlns:a16="http://schemas.microsoft.com/office/drawing/2014/main" id="{7D393054-49C0-4844-A9AA-038F947AB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652"/>
              <a:ext cx="5" cy="6"/>
            </a:xfrm>
            <a:custGeom>
              <a:avLst/>
              <a:gdLst>
                <a:gd name="T0" fmla="*/ 0 w 3"/>
                <a:gd name="T1" fmla="*/ 16 h 3"/>
                <a:gd name="T2" fmla="*/ 0 w 3"/>
                <a:gd name="T3" fmla="*/ 24 h 3"/>
                <a:gd name="T4" fmla="*/ 13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51" name="Freeform 3330">
              <a:extLst>
                <a:ext uri="{FF2B5EF4-FFF2-40B4-BE49-F238E27FC236}">
                  <a16:creationId xmlns:a16="http://schemas.microsoft.com/office/drawing/2014/main" id="{709AB79F-F40F-47E0-BE6C-08A103A12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680"/>
              <a:ext cx="5" cy="8"/>
            </a:xfrm>
            <a:custGeom>
              <a:avLst/>
              <a:gdLst>
                <a:gd name="T0" fmla="*/ 5 w 3"/>
                <a:gd name="T1" fmla="*/ 8 h 4"/>
                <a:gd name="T2" fmla="*/ 5 w 3"/>
                <a:gd name="T3" fmla="*/ 32 h 4"/>
                <a:gd name="T4" fmla="*/ 13 w 3"/>
                <a:gd name="T5" fmla="*/ 0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52" name="Freeform 3331">
              <a:extLst>
                <a:ext uri="{FF2B5EF4-FFF2-40B4-BE49-F238E27FC236}">
                  <a16:creationId xmlns:a16="http://schemas.microsoft.com/office/drawing/2014/main" id="{6E1BBBDF-B163-404C-B70A-9F4A1E23B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714"/>
              <a:ext cx="6" cy="9"/>
            </a:xfrm>
            <a:custGeom>
              <a:avLst/>
              <a:gdLst>
                <a:gd name="T0" fmla="*/ 8 w 3"/>
                <a:gd name="T1" fmla="*/ 7 h 5"/>
                <a:gd name="T2" fmla="*/ 8 w 3"/>
                <a:gd name="T3" fmla="*/ 29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53" name="Freeform 3332">
              <a:extLst>
                <a:ext uri="{FF2B5EF4-FFF2-40B4-BE49-F238E27FC236}">
                  <a16:creationId xmlns:a16="http://schemas.microsoft.com/office/drawing/2014/main" id="{034F2948-27A9-4F5F-81A3-DAE2A66DA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641"/>
              <a:ext cx="7" cy="6"/>
            </a:xfrm>
            <a:custGeom>
              <a:avLst/>
              <a:gdLst>
                <a:gd name="T0" fmla="*/ 12 w 4"/>
                <a:gd name="T1" fmla="*/ 0 h 3"/>
                <a:gd name="T2" fmla="*/ 0 w 4"/>
                <a:gd name="T3" fmla="*/ 24 h 3"/>
                <a:gd name="T4" fmla="*/ 12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54" name="Freeform 3333">
              <a:extLst>
                <a:ext uri="{FF2B5EF4-FFF2-40B4-BE49-F238E27FC236}">
                  <a16:creationId xmlns:a16="http://schemas.microsoft.com/office/drawing/2014/main" id="{1C2DF1F7-FA07-4606-8FD3-43E58BFBB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605"/>
              <a:ext cx="5" cy="8"/>
            </a:xfrm>
            <a:custGeom>
              <a:avLst/>
              <a:gdLst>
                <a:gd name="T0" fmla="*/ 5 w 3"/>
                <a:gd name="T1" fmla="*/ 8 h 4"/>
                <a:gd name="T2" fmla="*/ 0 w 3"/>
                <a:gd name="T3" fmla="*/ 32 h 4"/>
                <a:gd name="T4" fmla="*/ 13 w 3"/>
                <a:gd name="T5" fmla="*/ 8 h 4"/>
                <a:gd name="T6" fmla="*/ 5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2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55" name="Freeform 3334">
              <a:extLst>
                <a:ext uri="{FF2B5EF4-FFF2-40B4-BE49-F238E27FC236}">
                  <a16:creationId xmlns:a16="http://schemas.microsoft.com/office/drawing/2014/main" id="{4483739B-A9DE-4BA4-A56A-8CF99842D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615"/>
              <a:ext cx="7" cy="5"/>
            </a:xfrm>
            <a:custGeom>
              <a:avLst/>
              <a:gdLst>
                <a:gd name="T0" fmla="*/ 12 w 4"/>
                <a:gd name="T1" fmla="*/ 0 h 3"/>
                <a:gd name="T2" fmla="*/ 7 w 4"/>
                <a:gd name="T3" fmla="*/ 13 h 3"/>
                <a:gd name="T4" fmla="*/ 12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56" name="Freeform 3335">
              <a:extLst>
                <a:ext uri="{FF2B5EF4-FFF2-40B4-BE49-F238E27FC236}">
                  <a16:creationId xmlns:a16="http://schemas.microsoft.com/office/drawing/2014/main" id="{36271F9D-4082-4EA3-A3D0-8DD1E306E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583"/>
              <a:ext cx="9" cy="9"/>
            </a:xfrm>
            <a:custGeom>
              <a:avLst/>
              <a:gdLst>
                <a:gd name="T0" fmla="*/ 13 w 5"/>
                <a:gd name="T1" fmla="*/ 0 h 5"/>
                <a:gd name="T2" fmla="*/ 13 w 5"/>
                <a:gd name="T3" fmla="*/ 29 h 5"/>
                <a:gd name="T4" fmla="*/ 29 w 5"/>
                <a:gd name="T5" fmla="*/ 13 h 5"/>
                <a:gd name="T6" fmla="*/ 16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3" y="5"/>
                    <a:pt x="5" y="3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57" name="Freeform 3336">
              <a:extLst>
                <a:ext uri="{FF2B5EF4-FFF2-40B4-BE49-F238E27FC236}">
                  <a16:creationId xmlns:a16="http://schemas.microsoft.com/office/drawing/2014/main" id="{BD8E6F4D-5A69-4F91-A975-2BD5534E9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611"/>
              <a:ext cx="9" cy="9"/>
            </a:xfrm>
            <a:custGeom>
              <a:avLst/>
              <a:gdLst>
                <a:gd name="T0" fmla="*/ 16 w 5"/>
                <a:gd name="T1" fmla="*/ 7 h 5"/>
                <a:gd name="T2" fmla="*/ 7 w 5"/>
                <a:gd name="T3" fmla="*/ 29 h 5"/>
                <a:gd name="T4" fmla="*/ 16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0"/>
                    <a:pt x="0" y="3"/>
                    <a:pt x="1" y="5"/>
                  </a:cubicBezTo>
                  <a:cubicBezTo>
                    <a:pt x="4" y="5"/>
                    <a:pt x="5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58" name="Freeform 3337">
              <a:extLst>
                <a:ext uri="{FF2B5EF4-FFF2-40B4-BE49-F238E27FC236}">
                  <a16:creationId xmlns:a16="http://schemas.microsoft.com/office/drawing/2014/main" id="{910C9E1B-F8E8-4F9F-8A55-8EA8DB4A6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577"/>
              <a:ext cx="11" cy="10"/>
            </a:xfrm>
            <a:custGeom>
              <a:avLst/>
              <a:gdLst>
                <a:gd name="T0" fmla="*/ 20 w 6"/>
                <a:gd name="T1" fmla="*/ 0 h 5"/>
                <a:gd name="T2" fmla="*/ 7 w 6"/>
                <a:gd name="T3" fmla="*/ 40 h 5"/>
                <a:gd name="T4" fmla="*/ 20 w 6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5"/>
                    <a:pt x="6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59" name="Freeform 3338">
              <a:extLst>
                <a:ext uri="{FF2B5EF4-FFF2-40B4-BE49-F238E27FC236}">
                  <a16:creationId xmlns:a16="http://schemas.microsoft.com/office/drawing/2014/main" id="{4DEAD8F9-C8F6-4BD8-A66F-F03DE18FD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547"/>
              <a:ext cx="9" cy="8"/>
            </a:xfrm>
            <a:custGeom>
              <a:avLst/>
              <a:gdLst>
                <a:gd name="T0" fmla="*/ 16 w 5"/>
                <a:gd name="T1" fmla="*/ 0 h 4"/>
                <a:gd name="T2" fmla="*/ 7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60" name="Freeform 3339">
              <a:extLst>
                <a:ext uri="{FF2B5EF4-FFF2-40B4-BE49-F238E27FC236}">
                  <a16:creationId xmlns:a16="http://schemas.microsoft.com/office/drawing/2014/main" id="{AF324829-7264-45B8-864C-BE97C270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523"/>
              <a:ext cx="4" cy="8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24 h 4"/>
                <a:gd name="T4" fmla="*/ 16 w 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2" y="3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61" name="Freeform 3340">
              <a:extLst>
                <a:ext uri="{FF2B5EF4-FFF2-40B4-BE49-F238E27FC236}">
                  <a16:creationId xmlns:a16="http://schemas.microsoft.com/office/drawing/2014/main" id="{723453C4-8343-412D-8AE8-0E6F5ECAA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521"/>
              <a:ext cx="5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24 h 3"/>
                <a:gd name="T4" fmla="*/ 13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62" name="Freeform 3341">
              <a:extLst>
                <a:ext uri="{FF2B5EF4-FFF2-40B4-BE49-F238E27FC236}">
                  <a16:creationId xmlns:a16="http://schemas.microsoft.com/office/drawing/2014/main" id="{C7A02BF5-3A05-4ACB-945F-2EC386B1E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495"/>
              <a:ext cx="11" cy="9"/>
            </a:xfrm>
            <a:custGeom>
              <a:avLst/>
              <a:gdLst>
                <a:gd name="T0" fmla="*/ 13 w 6"/>
                <a:gd name="T1" fmla="*/ 7 h 5"/>
                <a:gd name="T2" fmla="*/ 24 w 6"/>
                <a:gd name="T3" fmla="*/ 16 h 5"/>
                <a:gd name="T4" fmla="*/ 1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3"/>
                    <a:pt x="3" y="5"/>
                    <a:pt x="4" y="3"/>
                  </a:cubicBezTo>
                  <a:cubicBezTo>
                    <a:pt x="6" y="1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63" name="Freeform 3342">
              <a:extLst>
                <a:ext uri="{FF2B5EF4-FFF2-40B4-BE49-F238E27FC236}">
                  <a16:creationId xmlns:a16="http://schemas.microsoft.com/office/drawing/2014/main" id="{FFEA0133-18D7-49C7-9F2A-02DF8C935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480"/>
              <a:ext cx="10" cy="9"/>
            </a:xfrm>
            <a:custGeom>
              <a:avLst/>
              <a:gdLst>
                <a:gd name="T0" fmla="*/ 32 w 5"/>
                <a:gd name="T1" fmla="*/ 0 h 5"/>
                <a:gd name="T2" fmla="*/ 40 w 5"/>
                <a:gd name="T3" fmla="*/ 7 h 5"/>
                <a:gd name="T4" fmla="*/ 3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0" y="2"/>
                    <a:pt x="4" y="5"/>
                    <a:pt x="5" y="1"/>
                  </a:cubicBezTo>
                  <a:cubicBezTo>
                    <a:pt x="5" y="0"/>
                    <a:pt x="5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64" name="Freeform 3343">
              <a:extLst>
                <a:ext uri="{FF2B5EF4-FFF2-40B4-BE49-F238E27FC236}">
                  <a16:creationId xmlns:a16="http://schemas.microsoft.com/office/drawing/2014/main" id="{204F53D1-6977-4F43-BA57-1BCD93DE8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463"/>
              <a:ext cx="15" cy="15"/>
            </a:xfrm>
            <a:custGeom>
              <a:avLst/>
              <a:gdLst>
                <a:gd name="T0" fmla="*/ 45 w 8"/>
                <a:gd name="T1" fmla="*/ 0 h 8"/>
                <a:gd name="T2" fmla="*/ 53 w 8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0" y="0"/>
                    <a:pt x="6" y="8"/>
                    <a:pt x="8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65" name="Freeform 3344">
              <a:extLst>
                <a:ext uri="{FF2B5EF4-FFF2-40B4-BE49-F238E27FC236}">
                  <a16:creationId xmlns:a16="http://schemas.microsoft.com/office/drawing/2014/main" id="{A0C83ACD-3133-4B3B-8B83-C994DCAAA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452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 h 2"/>
                <a:gd name="T4" fmla="*/ 8 w 1"/>
                <a:gd name="T5" fmla="*/ 8 h 2"/>
                <a:gd name="T6" fmla="*/ 8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66" name="Freeform 3345">
              <a:extLst>
                <a:ext uri="{FF2B5EF4-FFF2-40B4-BE49-F238E27FC236}">
                  <a16:creationId xmlns:a16="http://schemas.microsoft.com/office/drawing/2014/main" id="{F0B0F008-4AB0-4E3A-9034-3FA9EA383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465"/>
              <a:ext cx="19" cy="13"/>
            </a:xfrm>
            <a:custGeom>
              <a:avLst/>
              <a:gdLst>
                <a:gd name="T0" fmla="*/ 15 w 10"/>
                <a:gd name="T1" fmla="*/ 0 h 7"/>
                <a:gd name="T2" fmla="*/ 21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0" y="7"/>
                    <a:pt x="10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67" name="Freeform 3346">
              <a:extLst>
                <a:ext uri="{FF2B5EF4-FFF2-40B4-BE49-F238E27FC236}">
                  <a16:creationId xmlns:a16="http://schemas.microsoft.com/office/drawing/2014/main" id="{F3F010A1-6B69-49ED-8203-F77DAEA0E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486"/>
              <a:ext cx="15" cy="11"/>
            </a:xfrm>
            <a:custGeom>
              <a:avLst/>
              <a:gdLst>
                <a:gd name="T0" fmla="*/ 21 w 8"/>
                <a:gd name="T1" fmla="*/ 7 h 6"/>
                <a:gd name="T2" fmla="*/ 32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0" y="6"/>
                    <a:pt x="8" y="5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68" name="Freeform 3347">
              <a:extLst>
                <a:ext uri="{FF2B5EF4-FFF2-40B4-BE49-F238E27FC236}">
                  <a16:creationId xmlns:a16="http://schemas.microsoft.com/office/drawing/2014/main" id="{D7240C90-3022-4531-B8D7-7555AD12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471"/>
              <a:ext cx="10" cy="5"/>
            </a:xfrm>
            <a:custGeom>
              <a:avLst/>
              <a:gdLst>
                <a:gd name="T0" fmla="*/ 16 w 5"/>
                <a:gd name="T1" fmla="*/ 0 h 3"/>
                <a:gd name="T2" fmla="*/ 8 w 5"/>
                <a:gd name="T3" fmla="*/ 13 h 3"/>
                <a:gd name="T4" fmla="*/ 2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69" name="Freeform 3348">
              <a:extLst>
                <a:ext uri="{FF2B5EF4-FFF2-40B4-BE49-F238E27FC236}">
                  <a16:creationId xmlns:a16="http://schemas.microsoft.com/office/drawing/2014/main" id="{6A2F728C-7BF9-4589-A702-5C36C2B93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450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24 w 3"/>
                <a:gd name="T5" fmla="*/ 8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70" name="Freeform 3349">
              <a:extLst>
                <a:ext uri="{FF2B5EF4-FFF2-40B4-BE49-F238E27FC236}">
                  <a16:creationId xmlns:a16="http://schemas.microsoft.com/office/drawing/2014/main" id="{CE4B9BC0-F949-4E68-87E2-B4D28C3E1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497"/>
              <a:ext cx="8" cy="7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1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4"/>
                    <a:pt x="4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71" name="Freeform 3350">
              <a:extLst>
                <a:ext uri="{FF2B5EF4-FFF2-40B4-BE49-F238E27FC236}">
                  <a16:creationId xmlns:a16="http://schemas.microsoft.com/office/drawing/2014/main" id="{DEC260F7-D355-47AF-9B9B-541EA7898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529"/>
              <a:ext cx="9" cy="9"/>
            </a:xfrm>
            <a:custGeom>
              <a:avLst/>
              <a:gdLst>
                <a:gd name="T0" fmla="*/ 7 w 5"/>
                <a:gd name="T1" fmla="*/ 7 h 5"/>
                <a:gd name="T2" fmla="*/ 13 w 5"/>
                <a:gd name="T3" fmla="*/ 29 h 5"/>
                <a:gd name="T4" fmla="*/ 13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4" y="4"/>
                    <a:pt x="5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72" name="Freeform 3351">
              <a:extLst>
                <a:ext uri="{FF2B5EF4-FFF2-40B4-BE49-F238E27FC236}">
                  <a16:creationId xmlns:a16="http://schemas.microsoft.com/office/drawing/2014/main" id="{5EF9D8C0-50C7-4ABA-8FF7-09FC1C35C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562"/>
              <a:ext cx="6" cy="6"/>
            </a:xfrm>
            <a:custGeom>
              <a:avLst/>
              <a:gdLst>
                <a:gd name="T0" fmla="*/ 16 w 3"/>
                <a:gd name="T1" fmla="*/ 0 h 3"/>
                <a:gd name="T2" fmla="*/ 0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73" name="Freeform 3352">
              <a:extLst>
                <a:ext uri="{FF2B5EF4-FFF2-40B4-BE49-F238E27FC236}">
                  <a16:creationId xmlns:a16="http://schemas.microsoft.com/office/drawing/2014/main" id="{759404D4-6507-4C85-9474-DC82F7DB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553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16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74" name="Freeform 3353">
              <a:extLst>
                <a:ext uri="{FF2B5EF4-FFF2-40B4-BE49-F238E27FC236}">
                  <a16:creationId xmlns:a16="http://schemas.microsoft.com/office/drawing/2014/main" id="{67C08E51-E99D-43EB-BDA0-7C283C797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433"/>
              <a:ext cx="15" cy="11"/>
            </a:xfrm>
            <a:custGeom>
              <a:avLst/>
              <a:gdLst>
                <a:gd name="T0" fmla="*/ 21 w 8"/>
                <a:gd name="T1" fmla="*/ 0 h 6"/>
                <a:gd name="T2" fmla="*/ 8 w 8"/>
                <a:gd name="T3" fmla="*/ 7 h 6"/>
                <a:gd name="T4" fmla="*/ 28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6"/>
                    <a:pt x="8" y="4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75" name="Freeform 3354">
              <a:extLst>
                <a:ext uri="{FF2B5EF4-FFF2-40B4-BE49-F238E27FC236}">
                  <a16:creationId xmlns:a16="http://schemas.microsoft.com/office/drawing/2014/main" id="{891DA22D-13E7-43D7-987B-EE896BC1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409"/>
              <a:ext cx="8" cy="5"/>
            </a:xfrm>
            <a:custGeom>
              <a:avLst/>
              <a:gdLst>
                <a:gd name="T0" fmla="*/ 8 w 4"/>
                <a:gd name="T1" fmla="*/ 0 h 3"/>
                <a:gd name="T2" fmla="*/ 8 w 4"/>
                <a:gd name="T3" fmla="*/ 13 h 3"/>
                <a:gd name="T4" fmla="*/ 32 w 4"/>
                <a:gd name="T5" fmla="*/ 5 h 3"/>
                <a:gd name="T6" fmla="*/ 16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76" name="Freeform 3355">
              <a:extLst>
                <a:ext uri="{FF2B5EF4-FFF2-40B4-BE49-F238E27FC236}">
                  <a16:creationId xmlns:a16="http://schemas.microsoft.com/office/drawing/2014/main" id="{C9A2666F-CF60-43D9-8E0D-011030216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426"/>
              <a:ext cx="13" cy="9"/>
            </a:xfrm>
            <a:custGeom>
              <a:avLst/>
              <a:gdLst>
                <a:gd name="T0" fmla="*/ 32 w 7"/>
                <a:gd name="T1" fmla="*/ 7 h 5"/>
                <a:gd name="T2" fmla="*/ 20 w 7"/>
                <a:gd name="T3" fmla="*/ 29 h 5"/>
                <a:gd name="T4" fmla="*/ 32 w 7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2" y="0"/>
                    <a:pt x="0" y="4"/>
                    <a:pt x="3" y="5"/>
                  </a:cubicBezTo>
                  <a:cubicBezTo>
                    <a:pt x="6" y="5"/>
                    <a:pt x="7" y="3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77" name="Freeform 3356">
              <a:extLst>
                <a:ext uri="{FF2B5EF4-FFF2-40B4-BE49-F238E27FC236}">
                  <a16:creationId xmlns:a16="http://schemas.microsoft.com/office/drawing/2014/main" id="{0176EBA4-3AB9-4CEC-B5BD-BD87F63AA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420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0 w 5"/>
                <a:gd name="T3" fmla="*/ 8 h 4"/>
                <a:gd name="T4" fmla="*/ 40 w 5"/>
                <a:gd name="T5" fmla="*/ 8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4"/>
                    <a:pt x="4" y="3"/>
                    <a:pt x="5" y="1"/>
                  </a:cubicBezTo>
                  <a:cubicBezTo>
                    <a:pt x="4" y="0"/>
                    <a:pt x="4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78" name="Freeform 3357">
              <a:extLst>
                <a:ext uri="{FF2B5EF4-FFF2-40B4-BE49-F238E27FC236}">
                  <a16:creationId xmlns:a16="http://schemas.microsoft.com/office/drawing/2014/main" id="{C883B5E5-0C1E-45E7-8857-0D08F3B1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439"/>
              <a:ext cx="8" cy="5"/>
            </a:xfrm>
            <a:custGeom>
              <a:avLst/>
              <a:gdLst>
                <a:gd name="T0" fmla="*/ 16 w 4"/>
                <a:gd name="T1" fmla="*/ 0 h 3"/>
                <a:gd name="T2" fmla="*/ 8 w 4"/>
                <a:gd name="T3" fmla="*/ 8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79" name="Freeform 3358">
              <a:extLst>
                <a:ext uri="{FF2B5EF4-FFF2-40B4-BE49-F238E27FC236}">
                  <a16:creationId xmlns:a16="http://schemas.microsoft.com/office/drawing/2014/main" id="{0FC31AB4-6027-4FD0-827D-1C35D8577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444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16 h 3"/>
                <a:gd name="T4" fmla="*/ 24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3"/>
                    <a:pt x="2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80" name="Freeform 3359">
              <a:extLst>
                <a:ext uri="{FF2B5EF4-FFF2-40B4-BE49-F238E27FC236}">
                  <a16:creationId xmlns:a16="http://schemas.microsoft.com/office/drawing/2014/main" id="{2B7E1B4A-9A06-45DD-AA95-DD6C3BE75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409"/>
              <a:ext cx="13" cy="11"/>
            </a:xfrm>
            <a:custGeom>
              <a:avLst/>
              <a:gdLst>
                <a:gd name="T0" fmla="*/ 37 w 7"/>
                <a:gd name="T1" fmla="*/ 7 h 6"/>
                <a:gd name="T2" fmla="*/ 20 w 7"/>
                <a:gd name="T3" fmla="*/ 31 h 6"/>
                <a:gd name="T4" fmla="*/ 37 w 7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3" y="0"/>
                    <a:pt x="0" y="3"/>
                    <a:pt x="3" y="5"/>
                  </a:cubicBezTo>
                  <a:cubicBezTo>
                    <a:pt x="5" y="6"/>
                    <a:pt x="7" y="4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81" name="Freeform 3360">
              <a:extLst>
                <a:ext uri="{FF2B5EF4-FFF2-40B4-BE49-F238E27FC236}">
                  <a16:creationId xmlns:a16="http://schemas.microsoft.com/office/drawing/2014/main" id="{28373B8D-958F-4E6B-B5C8-774AB1B26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396"/>
              <a:ext cx="3" cy="3"/>
            </a:xfrm>
            <a:custGeom>
              <a:avLst/>
              <a:gdLst>
                <a:gd name="T0" fmla="*/ 5 w 2"/>
                <a:gd name="T1" fmla="*/ 0 h 2"/>
                <a:gd name="T2" fmla="*/ 0 w 2"/>
                <a:gd name="T3" fmla="*/ 8 h 2"/>
                <a:gd name="T4" fmla="*/ 8 w 2"/>
                <a:gd name="T5" fmla="*/ 5 h 2"/>
                <a:gd name="T6" fmla="*/ 5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82" name="Freeform 3361">
              <a:extLst>
                <a:ext uri="{FF2B5EF4-FFF2-40B4-BE49-F238E27FC236}">
                  <a16:creationId xmlns:a16="http://schemas.microsoft.com/office/drawing/2014/main" id="{3E2AFC33-04E3-4800-97D5-9C075ACE3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429"/>
              <a:ext cx="9" cy="10"/>
            </a:xfrm>
            <a:custGeom>
              <a:avLst/>
              <a:gdLst>
                <a:gd name="T0" fmla="*/ 16 w 5"/>
                <a:gd name="T1" fmla="*/ 8 h 5"/>
                <a:gd name="T2" fmla="*/ 7 w 5"/>
                <a:gd name="T3" fmla="*/ 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0" y="3"/>
                    <a:pt x="5" y="5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83" name="Freeform 3362">
              <a:extLst>
                <a:ext uri="{FF2B5EF4-FFF2-40B4-BE49-F238E27FC236}">
                  <a16:creationId xmlns:a16="http://schemas.microsoft.com/office/drawing/2014/main" id="{CA2CC9FE-B3F7-4DDF-9086-CB54E83A2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413"/>
              <a:ext cx="6" cy="9"/>
            </a:xfrm>
            <a:custGeom>
              <a:avLst/>
              <a:gdLst>
                <a:gd name="T0" fmla="*/ 16 w 3"/>
                <a:gd name="T1" fmla="*/ 0 h 5"/>
                <a:gd name="T2" fmla="*/ 0 w 3"/>
                <a:gd name="T3" fmla="*/ 23 h 5"/>
                <a:gd name="T4" fmla="*/ 24 w 3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5"/>
                    <a:pt x="3" y="4"/>
                    <a:pt x="3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84" name="Freeform 3363">
              <a:extLst>
                <a:ext uri="{FF2B5EF4-FFF2-40B4-BE49-F238E27FC236}">
                  <a16:creationId xmlns:a16="http://schemas.microsoft.com/office/drawing/2014/main" id="{DD2A7B80-D1EC-47A3-90A4-2F029F8A5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398"/>
              <a:ext cx="7" cy="5"/>
            </a:xfrm>
            <a:custGeom>
              <a:avLst/>
              <a:gdLst>
                <a:gd name="T0" fmla="*/ 7 w 4"/>
                <a:gd name="T1" fmla="*/ 0 h 3"/>
                <a:gd name="T2" fmla="*/ 7 w 4"/>
                <a:gd name="T3" fmla="*/ 8 h 3"/>
                <a:gd name="T4" fmla="*/ 16 w 4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3"/>
                    <a:pt x="4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85" name="Freeform 3364">
              <a:extLst>
                <a:ext uri="{FF2B5EF4-FFF2-40B4-BE49-F238E27FC236}">
                  <a16:creationId xmlns:a16="http://schemas.microsoft.com/office/drawing/2014/main" id="{534AAD50-CB1F-4249-B8A0-02AB98481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418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0 w 5"/>
                <a:gd name="T3" fmla="*/ 32 h 5"/>
                <a:gd name="T4" fmla="*/ 40 w 5"/>
                <a:gd name="T5" fmla="*/ 16 h 5"/>
                <a:gd name="T6" fmla="*/ 8 w 5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5"/>
                    <a:pt x="4" y="4"/>
                    <a:pt x="5" y="2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86" name="Freeform 3365">
              <a:extLst>
                <a:ext uri="{FF2B5EF4-FFF2-40B4-BE49-F238E27FC236}">
                  <a16:creationId xmlns:a16="http://schemas.microsoft.com/office/drawing/2014/main" id="{51DA9599-AFB5-4A26-B331-E6A65AFF3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411"/>
              <a:ext cx="4" cy="5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8 h 3"/>
                <a:gd name="T4" fmla="*/ 16 w 2"/>
                <a:gd name="T5" fmla="*/ 8 h 3"/>
                <a:gd name="T6" fmla="*/ 8 w 2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87" name="Freeform 3366">
              <a:extLst>
                <a:ext uri="{FF2B5EF4-FFF2-40B4-BE49-F238E27FC236}">
                  <a16:creationId xmlns:a16="http://schemas.microsoft.com/office/drawing/2014/main" id="{85790900-DD31-430D-8658-A48F9FB5E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433"/>
              <a:ext cx="13" cy="10"/>
            </a:xfrm>
            <a:custGeom>
              <a:avLst/>
              <a:gdLst>
                <a:gd name="T0" fmla="*/ 32 w 7"/>
                <a:gd name="T1" fmla="*/ 8 h 5"/>
                <a:gd name="T2" fmla="*/ 13 w 7"/>
                <a:gd name="T3" fmla="*/ 24 h 5"/>
                <a:gd name="T4" fmla="*/ 45 w 7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2"/>
                    <a:pt x="2" y="3"/>
                  </a:cubicBezTo>
                  <a:cubicBezTo>
                    <a:pt x="4" y="5"/>
                    <a:pt x="7" y="3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88" name="Freeform 3367">
              <a:extLst>
                <a:ext uri="{FF2B5EF4-FFF2-40B4-BE49-F238E27FC236}">
                  <a16:creationId xmlns:a16="http://schemas.microsoft.com/office/drawing/2014/main" id="{A89E0E1C-CC0E-4A50-B0BA-CBD469CC0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461"/>
              <a:ext cx="9" cy="10"/>
            </a:xfrm>
            <a:custGeom>
              <a:avLst/>
              <a:gdLst>
                <a:gd name="T0" fmla="*/ 13 w 5"/>
                <a:gd name="T1" fmla="*/ 8 h 5"/>
                <a:gd name="T2" fmla="*/ 0 w 5"/>
                <a:gd name="T3" fmla="*/ 16 h 5"/>
                <a:gd name="T4" fmla="*/ 29 w 5"/>
                <a:gd name="T5" fmla="*/ 8 h 5"/>
                <a:gd name="T6" fmla="*/ 16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2" y="5"/>
                    <a:pt x="4" y="4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89" name="Freeform 3368">
              <a:extLst>
                <a:ext uri="{FF2B5EF4-FFF2-40B4-BE49-F238E27FC236}">
                  <a16:creationId xmlns:a16="http://schemas.microsoft.com/office/drawing/2014/main" id="{48E429FA-BB81-47CD-9CAB-6CDBFA31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452"/>
              <a:ext cx="5" cy="6"/>
            </a:xfrm>
            <a:custGeom>
              <a:avLst/>
              <a:gdLst>
                <a:gd name="T0" fmla="*/ 0 w 3"/>
                <a:gd name="T1" fmla="*/ 0 h 3"/>
                <a:gd name="T2" fmla="*/ 5 w 3"/>
                <a:gd name="T3" fmla="*/ 24 h 3"/>
                <a:gd name="T4" fmla="*/ 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90" name="Freeform 3369">
              <a:extLst>
                <a:ext uri="{FF2B5EF4-FFF2-40B4-BE49-F238E27FC236}">
                  <a16:creationId xmlns:a16="http://schemas.microsoft.com/office/drawing/2014/main" id="{9696544D-97DA-474A-B74D-099B33DE6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474"/>
              <a:ext cx="32" cy="15"/>
            </a:xfrm>
            <a:custGeom>
              <a:avLst/>
              <a:gdLst>
                <a:gd name="T0" fmla="*/ 53 w 17"/>
                <a:gd name="T1" fmla="*/ 0 h 8"/>
                <a:gd name="T2" fmla="*/ 68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8" y="0"/>
                  </a:moveTo>
                  <a:cubicBezTo>
                    <a:pt x="0" y="8"/>
                    <a:pt x="17" y="6"/>
                    <a:pt x="1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91" name="Freeform 3370">
              <a:extLst>
                <a:ext uri="{FF2B5EF4-FFF2-40B4-BE49-F238E27FC236}">
                  <a16:creationId xmlns:a16="http://schemas.microsoft.com/office/drawing/2014/main" id="{15CFCE4A-AFD3-4DEF-B221-435AE4CCD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465"/>
              <a:ext cx="5" cy="9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29 h 5"/>
                <a:gd name="T4" fmla="*/ 13 w 3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2" y="5"/>
                    <a:pt x="2" y="4"/>
                    <a:pt x="3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92" name="Freeform 3371">
              <a:extLst>
                <a:ext uri="{FF2B5EF4-FFF2-40B4-BE49-F238E27FC236}">
                  <a16:creationId xmlns:a16="http://schemas.microsoft.com/office/drawing/2014/main" id="{5B8FA9A5-FDB6-4634-9CE5-84696F569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439"/>
              <a:ext cx="7" cy="5"/>
            </a:xfrm>
            <a:custGeom>
              <a:avLst/>
              <a:gdLst>
                <a:gd name="T0" fmla="*/ 0 w 4"/>
                <a:gd name="T1" fmla="*/ 5 h 3"/>
                <a:gd name="T2" fmla="*/ 7 w 4"/>
                <a:gd name="T3" fmla="*/ 13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4" y="2"/>
                    <a:pt x="3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93" name="Freeform 3372">
              <a:extLst>
                <a:ext uri="{FF2B5EF4-FFF2-40B4-BE49-F238E27FC236}">
                  <a16:creationId xmlns:a16="http://schemas.microsoft.com/office/drawing/2014/main" id="{A5BE7985-A2B3-4ABB-9DC6-03E9AD097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452"/>
              <a:ext cx="3" cy="4"/>
            </a:xfrm>
            <a:custGeom>
              <a:avLst/>
              <a:gdLst>
                <a:gd name="T0" fmla="*/ 5 w 2"/>
                <a:gd name="T1" fmla="*/ 0 h 2"/>
                <a:gd name="T2" fmla="*/ 0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94" name="Freeform 3373">
              <a:extLst>
                <a:ext uri="{FF2B5EF4-FFF2-40B4-BE49-F238E27FC236}">
                  <a16:creationId xmlns:a16="http://schemas.microsoft.com/office/drawing/2014/main" id="{443110A3-06D8-4887-92C8-71F3B821B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428"/>
              <a:ext cx="10" cy="7"/>
            </a:xfrm>
            <a:custGeom>
              <a:avLst/>
              <a:gdLst>
                <a:gd name="T0" fmla="*/ 16 w 5"/>
                <a:gd name="T1" fmla="*/ 0 h 4"/>
                <a:gd name="T2" fmla="*/ 32 w 5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4"/>
                    <a:pt x="5" y="4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95" name="Freeform 3374">
              <a:extLst>
                <a:ext uri="{FF2B5EF4-FFF2-40B4-BE49-F238E27FC236}">
                  <a16:creationId xmlns:a16="http://schemas.microsoft.com/office/drawing/2014/main" id="{27CBEFCA-FFE2-4A5D-971E-7A21B5E27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422"/>
              <a:ext cx="22" cy="11"/>
            </a:xfrm>
            <a:custGeom>
              <a:avLst/>
              <a:gdLst>
                <a:gd name="T0" fmla="*/ 37 w 12"/>
                <a:gd name="T1" fmla="*/ 0 h 6"/>
                <a:gd name="T2" fmla="*/ 51 w 12"/>
                <a:gd name="T3" fmla="*/ 1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6" y="0"/>
                  </a:moveTo>
                  <a:cubicBezTo>
                    <a:pt x="0" y="6"/>
                    <a:pt x="12" y="5"/>
                    <a:pt x="8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96" name="Freeform 3375">
              <a:extLst>
                <a:ext uri="{FF2B5EF4-FFF2-40B4-BE49-F238E27FC236}">
                  <a16:creationId xmlns:a16="http://schemas.microsoft.com/office/drawing/2014/main" id="{BCD45C7A-9DCB-4CDD-BBCA-18A8F4D7B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411"/>
              <a:ext cx="6" cy="5"/>
            </a:xfrm>
            <a:custGeom>
              <a:avLst/>
              <a:gdLst>
                <a:gd name="T0" fmla="*/ 16 w 3"/>
                <a:gd name="T1" fmla="*/ 5 h 3"/>
                <a:gd name="T2" fmla="*/ 0 w 3"/>
                <a:gd name="T3" fmla="*/ 8 h 3"/>
                <a:gd name="T4" fmla="*/ 24 w 3"/>
                <a:gd name="T5" fmla="*/ 0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2"/>
                    <a:pt x="0" y="1"/>
                    <a:pt x="0" y="2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97" name="Freeform 3376">
              <a:extLst>
                <a:ext uri="{FF2B5EF4-FFF2-40B4-BE49-F238E27FC236}">
                  <a16:creationId xmlns:a16="http://schemas.microsoft.com/office/drawing/2014/main" id="{57F952BC-D4C6-43FB-A99E-104C69E47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394"/>
              <a:ext cx="17" cy="9"/>
            </a:xfrm>
            <a:custGeom>
              <a:avLst/>
              <a:gdLst>
                <a:gd name="T0" fmla="*/ 28 w 9"/>
                <a:gd name="T1" fmla="*/ 0 h 5"/>
                <a:gd name="T2" fmla="*/ 40 w 9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5"/>
                    <a:pt x="9" y="5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98" name="Freeform 3377">
              <a:extLst>
                <a:ext uri="{FF2B5EF4-FFF2-40B4-BE49-F238E27FC236}">
                  <a16:creationId xmlns:a16="http://schemas.microsoft.com/office/drawing/2014/main" id="{44F2E2F2-C05D-48CE-A334-E1BCDC0D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441"/>
              <a:ext cx="8" cy="5"/>
            </a:xfrm>
            <a:custGeom>
              <a:avLst/>
              <a:gdLst>
                <a:gd name="T0" fmla="*/ 0 w 4"/>
                <a:gd name="T1" fmla="*/ 8 h 3"/>
                <a:gd name="T2" fmla="*/ 8 w 4"/>
                <a:gd name="T3" fmla="*/ 13 h 3"/>
                <a:gd name="T4" fmla="*/ 32 w 4"/>
                <a:gd name="T5" fmla="*/ 5 h 3"/>
                <a:gd name="T6" fmla="*/ 16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99" name="Freeform 3378">
              <a:extLst>
                <a:ext uri="{FF2B5EF4-FFF2-40B4-BE49-F238E27FC236}">
                  <a16:creationId xmlns:a16="http://schemas.microsoft.com/office/drawing/2014/main" id="{57DEC57A-C6A8-4B3F-A7BF-995C4AC7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495"/>
              <a:ext cx="11" cy="6"/>
            </a:xfrm>
            <a:custGeom>
              <a:avLst/>
              <a:gdLst>
                <a:gd name="T0" fmla="*/ 7 w 6"/>
                <a:gd name="T1" fmla="*/ 0 h 3"/>
                <a:gd name="T2" fmla="*/ 0 w 6"/>
                <a:gd name="T3" fmla="*/ 16 h 3"/>
                <a:gd name="T4" fmla="*/ 20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3" y="3"/>
                    <a:pt x="6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00" name="Freeform 3379">
              <a:extLst>
                <a:ext uri="{FF2B5EF4-FFF2-40B4-BE49-F238E27FC236}">
                  <a16:creationId xmlns:a16="http://schemas.microsoft.com/office/drawing/2014/main" id="{5B001FCE-DB66-429D-BED0-F4A7C14E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491"/>
              <a:ext cx="9" cy="10"/>
            </a:xfrm>
            <a:custGeom>
              <a:avLst/>
              <a:gdLst>
                <a:gd name="T0" fmla="*/ 16 w 5"/>
                <a:gd name="T1" fmla="*/ 0 h 5"/>
                <a:gd name="T2" fmla="*/ 29 w 5"/>
                <a:gd name="T3" fmla="*/ 24 h 5"/>
                <a:gd name="T4" fmla="*/ 2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2"/>
                    <a:pt x="3" y="5"/>
                    <a:pt x="5" y="3"/>
                  </a:cubicBezTo>
                  <a:cubicBezTo>
                    <a:pt x="5" y="2"/>
                    <a:pt x="5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01" name="Freeform 3380">
              <a:extLst>
                <a:ext uri="{FF2B5EF4-FFF2-40B4-BE49-F238E27FC236}">
                  <a16:creationId xmlns:a16="http://schemas.microsoft.com/office/drawing/2014/main" id="{FC1E5B38-EC67-417F-B650-1AA85EB39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471"/>
              <a:ext cx="9" cy="7"/>
            </a:xfrm>
            <a:custGeom>
              <a:avLst/>
              <a:gdLst>
                <a:gd name="T0" fmla="*/ 13 w 5"/>
                <a:gd name="T1" fmla="*/ 0 h 4"/>
                <a:gd name="T2" fmla="*/ 29 w 5"/>
                <a:gd name="T3" fmla="*/ 16 h 4"/>
                <a:gd name="T4" fmla="*/ 23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2"/>
                    <a:pt x="2" y="4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02" name="Freeform 3381">
              <a:extLst>
                <a:ext uri="{FF2B5EF4-FFF2-40B4-BE49-F238E27FC236}">
                  <a16:creationId xmlns:a16="http://schemas.microsoft.com/office/drawing/2014/main" id="{40454A4A-F8FC-4B21-86FA-9F7C08589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493"/>
              <a:ext cx="15" cy="9"/>
            </a:xfrm>
            <a:custGeom>
              <a:avLst/>
              <a:gdLst>
                <a:gd name="T0" fmla="*/ 28 w 8"/>
                <a:gd name="T1" fmla="*/ 7 h 5"/>
                <a:gd name="T2" fmla="*/ 21 w 8"/>
                <a:gd name="T3" fmla="*/ 7 h 5"/>
                <a:gd name="T4" fmla="*/ 39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5"/>
                    <a:pt x="8" y="4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03" name="Freeform 3382">
              <a:extLst>
                <a:ext uri="{FF2B5EF4-FFF2-40B4-BE49-F238E27FC236}">
                  <a16:creationId xmlns:a16="http://schemas.microsoft.com/office/drawing/2014/main" id="{8C27C4A9-00A2-46D6-9706-81AF27D7A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517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0 w 5"/>
                <a:gd name="T3" fmla="*/ 16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04" name="Freeform 3383">
              <a:extLst>
                <a:ext uri="{FF2B5EF4-FFF2-40B4-BE49-F238E27FC236}">
                  <a16:creationId xmlns:a16="http://schemas.microsoft.com/office/drawing/2014/main" id="{745ED332-7C4E-4D2D-8B66-F2372DEE5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547"/>
              <a:ext cx="11" cy="12"/>
            </a:xfrm>
            <a:custGeom>
              <a:avLst/>
              <a:gdLst>
                <a:gd name="T0" fmla="*/ 13 w 6"/>
                <a:gd name="T1" fmla="*/ 24 h 6"/>
                <a:gd name="T2" fmla="*/ 0 w 6"/>
                <a:gd name="T3" fmla="*/ 16 h 6"/>
                <a:gd name="T4" fmla="*/ 7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3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6"/>
                    <a:pt x="6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05" name="Freeform 3384">
              <a:extLst>
                <a:ext uri="{FF2B5EF4-FFF2-40B4-BE49-F238E27FC236}">
                  <a16:creationId xmlns:a16="http://schemas.microsoft.com/office/drawing/2014/main" id="{F041E4AC-02C9-43B1-8A1E-DF642F1C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527"/>
              <a:ext cx="7" cy="7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16 h 4"/>
                <a:gd name="T4" fmla="*/ 16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2" y="4"/>
                    <a:pt x="4" y="3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06" name="Freeform 3385">
              <a:extLst>
                <a:ext uri="{FF2B5EF4-FFF2-40B4-BE49-F238E27FC236}">
                  <a16:creationId xmlns:a16="http://schemas.microsoft.com/office/drawing/2014/main" id="{9FACE83E-A8B4-4F54-A0DF-7C3F4B15B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566"/>
              <a:ext cx="6" cy="4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16 h 2"/>
                <a:gd name="T4" fmla="*/ 24 w 3"/>
                <a:gd name="T5" fmla="*/ 16 h 2"/>
                <a:gd name="T6" fmla="*/ 16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07" name="Freeform 3386">
              <a:extLst>
                <a:ext uri="{FF2B5EF4-FFF2-40B4-BE49-F238E27FC236}">
                  <a16:creationId xmlns:a16="http://schemas.microsoft.com/office/drawing/2014/main" id="{16157758-FDF7-48A0-8E42-9F0EA8832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577"/>
              <a:ext cx="17" cy="12"/>
            </a:xfrm>
            <a:custGeom>
              <a:avLst/>
              <a:gdLst>
                <a:gd name="T0" fmla="*/ 21 w 9"/>
                <a:gd name="T1" fmla="*/ 8 h 6"/>
                <a:gd name="T2" fmla="*/ 15 w 9"/>
                <a:gd name="T3" fmla="*/ 8 h 6"/>
                <a:gd name="T4" fmla="*/ 3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0" y="6"/>
                    <a:pt x="9" y="3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08" name="Freeform 3387">
              <a:extLst>
                <a:ext uri="{FF2B5EF4-FFF2-40B4-BE49-F238E27FC236}">
                  <a16:creationId xmlns:a16="http://schemas.microsoft.com/office/drawing/2014/main" id="{64514AB5-A259-49F9-ADA5-2320F2D6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609"/>
              <a:ext cx="5" cy="8"/>
            </a:xfrm>
            <a:custGeom>
              <a:avLst/>
              <a:gdLst>
                <a:gd name="T0" fmla="*/ 5 w 3"/>
                <a:gd name="T1" fmla="*/ 8 h 4"/>
                <a:gd name="T2" fmla="*/ 0 w 3"/>
                <a:gd name="T3" fmla="*/ 32 h 4"/>
                <a:gd name="T4" fmla="*/ 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09" name="Freeform 3388">
              <a:extLst>
                <a:ext uri="{FF2B5EF4-FFF2-40B4-BE49-F238E27FC236}">
                  <a16:creationId xmlns:a16="http://schemas.microsoft.com/office/drawing/2014/main" id="{AE59AEF4-57CB-4A51-A3DC-A8FC3518A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579"/>
              <a:ext cx="7" cy="8"/>
            </a:xfrm>
            <a:custGeom>
              <a:avLst/>
              <a:gdLst>
                <a:gd name="T0" fmla="*/ 12 w 4"/>
                <a:gd name="T1" fmla="*/ 0 h 4"/>
                <a:gd name="T2" fmla="*/ 0 w 4"/>
                <a:gd name="T3" fmla="*/ 8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10" name="Freeform 3389">
              <a:extLst>
                <a:ext uri="{FF2B5EF4-FFF2-40B4-BE49-F238E27FC236}">
                  <a16:creationId xmlns:a16="http://schemas.microsoft.com/office/drawing/2014/main" id="{46529B4F-EDCD-4205-B3EA-F50B81A5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53"/>
              <a:ext cx="6" cy="6"/>
            </a:xfrm>
            <a:custGeom>
              <a:avLst/>
              <a:gdLst>
                <a:gd name="T0" fmla="*/ 8 w 3"/>
                <a:gd name="T1" fmla="*/ 8 h 3"/>
                <a:gd name="T2" fmla="*/ 8 w 3"/>
                <a:gd name="T3" fmla="*/ 24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11" name="Freeform 3390">
              <a:extLst>
                <a:ext uri="{FF2B5EF4-FFF2-40B4-BE49-F238E27FC236}">
                  <a16:creationId xmlns:a16="http://schemas.microsoft.com/office/drawing/2014/main" id="{699714E5-2029-4210-9773-4C960EBAB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523"/>
              <a:ext cx="12" cy="9"/>
            </a:xfrm>
            <a:custGeom>
              <a:avLst/>
              <a:gdLst>
                <a:gd name="T0" fmla="*/ 32 w 6"/>
                <a:gd name="T1" fmla="*/ 0 h 5"/>
                <a:gd name="T2" fmla="*/ 40 w 6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0" y="4"/>
                    <a:pt x="6" y="5"/>
                    <a:pt x="5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12" name="Freeform 3391">
              <a:extLst>
                <a:ext uri="{FF2B5EF4-FFF2-40B4-BE49-F238E27FC236}">
                  <a16:creationId xmlns:a16="http://schemas.microsoft.com/office/drawing/2014/main" id="{E8BA6A3C-BBB8-47CE-B844-2D77FAD34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607"/>
              <a:ext cx="13" cy="13"/>
            </a:xfrm>
            <a:custGeom>
              <a:avLst/>
              <a:gdLst>
                <a:gd name="T0" fmla="*/ 24 w 7"/>
                <a:gd name="T1" fmla="*/ 13 h 7"/>
                <a:gd name="T2" fmla="*/ 24 w 7"/>
                <a:gd name="T3" fmla="*/ 0 h 7"/>
                <a:gd name="T4" fmla="*/ 13 w 7"/>
                <a:gd name="T5" fmla="*/ 32 h 7"/>
                <a:gd name="T6" fmla="*/ 37 w 7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4" y="1"/>
                    <a:pt x="5" y="1"/>
                    <a:pt x="4" y="0"/>
                  </a:cubicBezTo>
                  <a:cubicBezTo>
                    <a:pt x="2" y="1"/>
                    <a:pt x="0" y="4"/>
                    <a:pt x="2" y="5"/>
                  </a:cubicBezTo>
                  <a:cubicBezTo>
                    <a:pt x="6" y="7"/>
                    <a:pt x="7" y="3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13" name="Freeform 3392">
              <a:extLst>
                <a:ext uri="{FF2B5EF4-FFF2-40B4-BE49-F238E27FC236}">
                  <a16:creationId xmlns:a16="http://schemas.microsoft.com/office/drawing/2014/main" id="{48A04AE7-68DD-46DD-AED3-7ECD375E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600"/>
              <a:ext cx="5" cy="3"/>
            </a:xfrm>
            <a:custGeom>
              <a:avLst/>
              <a:gdLst>
                <a:gd name="T0" fmla="*/ 5 w 3"/>
                <a:gd name="T1" fmla="*/ 0 h 2"/>
                <a:gd name="T2" fmla="*/ 0 w 3"/>
                <a:gd name="T3" fmla="*/ 8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3" y="2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14" name="Freeform 3393">
              <a:extLst>
                <a:ext uri="{FF2B5EF4-FFF2-40B4-BE49-F238E27FC236}">
                  <a16:creationId xmlns:a16="http://schemas.microsoft.com/office/drawing/2014/main" id="{74EA63AE-8FEE-4663-B9CC-F61E8945C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643"/>
              <a:ext cx="17" cy="9"/>
            </a:xfrm>
            <a:custGeom>
              <a:avLst/>
              <a:gdLst>
                <a:gd name="T0" fmla="*/ 21 w 9"/>
                <a:gd name="T1" fmla="*/ 0 h 5"/>
                <a:gd name="T2" fmla="*/ 28 w 9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15" name="Freeform 3394">
              <a:extLst>
                <a:ext uri="{FF2B5EF4-FFF2-40B4-BE49-F238E27FC236}">
                  <a16:creationId xmlns:a16="http://schemas.microsoft.com/office/drawing/2014/main" id="{144EE16B-7BBD-437E-83DF-D4BC16ED7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3"/>
              <a:ext cx="11" cy="10"/>
            </a:xfrm>
            <a:custGeom>
              <a:avLst/>
              <a:gdLst>
                <a:gd name="T0" fmla="*/ 13 w 6"/>
                <a:gd name="T1" fmla="*/ 0 h 5"/>
                <a:gd name="T2" fmla="*/ 2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5"/>
                    <a:pt x="6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16" name="Freeform 3395">
              <a:extLst>
                <a:ext uri="{FF2B5EF4-FFF2-40B4-BE49-F238E27FC236}">
                  <a16:creationId xmlns:a16="http://schemas.microsoft.com/office/drawing/2014/main" id="{666C2067-3DA6-4C69-A597-E5AB37111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693"/>
              <a:ext cx="13" cy="12"/>
            </a:xfrm>
            <a:custGeom>
              <a:avLst/>
              <a:gdLst>
                <a:gd name="T0" fmla="*/ 13 w 7"/>
                <a:gd name="T1" fmla="*/ 8 h 6"/>
                <a:gd name="T2" fmla="*/ 7 w 7"/>
                <a:gd name="T3" fmla="*/ 16 h 6"/>
                <a:gd name="T4" fmla="*/ 2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6"/>
                    <a:pt x="7" y="4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17" name="Freeform 3396">
              <a:extLst>
                <a:ext uri="{FF2B5EF4-FFF2-40B4-BE49-F238E27FC236}">
                  <a16:creationId xmlns:a16="http://schemas.microsoft.com/office/drawing/2014/main" id="{580CA811-B93B-42E5-A911-418ED7781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676"/>
              <a:ext cx="5" cy="6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24 h 3"/>
                <a:gd name="T4" fmla="*/ 13 w 3"/>
                <a:gd name="T5" fmla="*/ 16 h 3"/>
                <a:gd name="T6" fmla="*/ 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18" name="Freeform 3397">
              <a:extLst>
                <a:ext uri="{FF2B5EF4-FFF2-40B4-BE49-F238E27FC236}">
                  <a16:creationId xmlns:a16="http://schemas.microsoft.com/office/drawing/2014/main" id="{B01BAEC5-A85F-4827-9490-CF9D2F9F3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667"/>
              <a:ext cx="5" cy="6"/>
            </a:xfrm>
            <a:custGeom>
              <a:avLst/>
              <a:gdLst>
                <a:gd name="T0" fmla="*/ 5 w 3"/>
                <a:gd name="T1" fmla="*/ 0 h 3"/>
                <a:gd name="T2" fmla="*/ 5 w 3"/>
                <a:gd name="T3" fmla="*/ 24 h 3"/>
                <a:gd name="T4" fmla="*/ 13 w 3"/>
                <a:gd name="T5" fmla="*/ 0 h 3"/>
                <a:gd name="T6" fmla="*/ 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19" name="Freeform 3398">
              <a:extLst>
                <a:ext uri="{FF2B5EF4-FFF2-40B4-BE49-F238E27FC236}">
                  <a16:creationId xmlns:a16="http://schemas.microsoft.com/office/drawing/2014/main" id="{0A488A32-1559-4D4D-AC22-9F33604E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708"/>
              <a:ext cx="10" cy="10"/>
            </a:xfrm>
            <a:custGeom>
              <a:avLst/>
              <a:gdLst>
                <a:gd name="T0" fmla="*/ 16 w 5"/>
                <a:gd name="T1" fmla="*/ 8 h 5"/>
                <a:gd name="T2" fmla="*/ 8 w 5"/>
                <a:gd name="T3" fmla="*/ 0 h 5"/>
                <a:gd name="T4" fmla="*/ 40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3"/>
                    <a:pt x="5" y="5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20" name="Freeform 3399">
              <a:extLst>
                <a:ext uri="{FF2B5EF4-FFF2-40B4-BE49-F238E27FC236}">
                  <a16:creationId xmlns:a16="http://schemas.microsoft.com/office/drawing/2014/main" id="{B36970DF-F168-4336-ABF2-77E234CE9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744"/>
              <a:ext cx="17" cy="17"/>
            </a:xfrm>
            <a:custGeom>
              <a:avLst/>
              <a:gdLst>
                <a:gd name="T0" fmla="*/ 47 w 9"/>
                <a:gd name="T1" fmla="*/ 0 h 9"/>
                <a:gd name="T2" fmla="*/ 60 w 9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0" y="2"/>
                    <a:pt x="9" y="9"/>
                    <a:pt x="9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21" name="Freeform 3400">
              <a:extLst>
                <a:ext uri="{FF2B5EF4-FFF2-40B4-BE49-F238E27FC236}">
                  <a16:creationId xmlns:a16="http://schemas.microsoft.com/office/drawing/2014/main" id="{E7DD8890-4D9B-496F-BBDD-F9D6ECD76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723"/>
              <a:ext cx="8" cy="10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40 h 5"/>
                <a:gd name="T4" fmla="*/ 32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22" name="Freeform 3401">
              <a:extLst>
                <a:ext uri="{FF2B5EF4-FFF2-40B4-BE49-F238E27FC236}">
                  <a16:creationId xmlns:a16="http://schemas.microsoft.com/office/drawing/2014/main" id="{878AF07F-F249-4C04-BE01-D4A7AFA50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720"/>
              <a:ext cx="11" cy="11"/>
            </a:xfrm>
            <a:custGeom>
              <a:avLst/>
              <a:gdLst>
                <a:gd name="T0" fmla="*/ 20 w 6"/>
                <a:gd name="T1" fmla="*/ 0 h 6"/>
                <a:gd name="T2" fmla="*/ 37 w 6"/>
                <a:gd name="T3" fmla="*/ 20 h 6"/>
                <a:gd name="T4" fmla="*/ 31 w 6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0" y="3"/>
                    <a:pt x="3" y="6"/>
                    <a:pt x="6" y="3"/>
                  </a:cubicBezTo>
                  <a:cubicBezTo>
                    <a:pt x="6" y="2"/>
                    <a:pt x="5" y="2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23" name="Freeform 3402">
              <a:extLst>
                <a:ext uri="{FF2B5EF4-FFF2-40B4-BE49-F238E27FC236}">
                  <a16:creationId xmlns:a16="http://schemas.microsoft.com/office/drawing/2014/main" id="{8B65134C-FE79-4806-BEFE-9B1CF0752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755"/>
              <a:ext cx="15" cy="13"/>
            </a:xfrm>
            <a:custGeom>
              <a:avLst/>
              <a:gdLst>
                <a:gd name="T0" fmla="*/ 39 w 8"/>
                <a:gd name="T1" fmla="*/ 0 h 7"/>
                <a:gd name="T2" fmla="*/ 45 w 8"/>
                <a:gd name="T3" fmla="*/ 1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0" y="2"/>
                    <a:pt x="8" y="7"/>
                    <a:pt x="7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24" name="Freeform 3403">
              <a:extLst>
                <a:ext uri="{FF2B5EF4-FFF2-40B4-BE49-F238E27FC236}">
                  <a16:creationId xmlns:a16="http://schemas.microsoft.com/office/drawing/2014/main" id="{858806C4-156F-4E8D-9759-A6CF5378E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772"/>
              <a:ext cx="4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4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25" name="Freeform 3404">
              <a:extLst>
                <a:ext uri="{FF2B5EF4-FFF2-40B4-BE49-F238E27FC236}">
                  <a16:creationId xmlns:a16="http://schemas.microsoft.com/office/drawing/2014/main" id="{C560322F-14E7-45CD-8039-00141F05F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800"/>
              <a:ext cx="5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16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26" name="Freeform 3405">
              <a:extLst>
                <a:ext uri="{FF2B5EF4-FFF2-40B4-BE49-F238E27FC236}">
                  <a16:creationId xmlns:a16="http://schemas.microsoft.com/office/drawing/2014/main" id="{EDD874F2-800A-4893-AD2D-8E3DB7BC8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794"/>
              <a:ext cx="7" cy="10"/>
            </a:xfrm>
            <a:custGeom>
              <a:avLst/>
              <a:gdLst>
                <a:gd name="T0" fmla="*/ 21 w 4"/>
                <a:gd name="T1" fmla="*/ 0 h 5"/>
                <a:gd name="T2" fmla="*/ 21 w 4"/>
                <a:gd name="T3" fmla="*/ 32 h 5"/>
                <a:gd name="T4" fmla="*/ 16 w 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1"/>
                    <a:pt x="1" y="5"/>
                    <a:pt x="4" y="4"/>
                  </a:cubicBezTo>
                  <a:cubicBezTo>
                    <a:pt x="4" y="3"/>
                    <a:pt x="4" y="3"/>
                    <a:pt x="3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27" name="Freeform 3406">
              <a:extLst>
                <a:ext uri="{FF2B5EF4-FFF2-40B4-BE49-F238E27FC236}">
                  <a16:creationId xmlns:a16="http://schemas.microsoft.com/office/drawing/2014/main" id="{BC8BC4FC-72FF-41A9-A5CA-E15FBBE7D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794"/>
              <a:ext cx="9" cy="10"/>
            </a:xfrm>
            <a:custGeom>
              <a:avLst/>
              <a:gdLst>
                <a:gd name="T0" fmla="*/ 13 w 5"/>
                <a:gd name="T1" fmla="*/ 0 h 5"/>
                <a:gd name="T2" fmla="*/ 7 w 5"/>
                <a:gd name="T3" fmla="*/ 40 h 5"/>
                <a:gd name="T4" fmla="*/ 16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3" y="5"/>
                    <a:pt x="5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28" name="Freeform 3407">
              <a:extLst>
                <a:ext uri="{FF2B5EF4-FFF2-40B4-BE49-F238E27FC236}">
                  <a16:creationId xmlns:a16="http://schemas.microsoft.com/office/drawing/2014/main" id="{08B862ED-F4C7-4511-9981-86578C04C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830"/>
              <a:ext cx="9" cy="11"/>
            </a:xfrm>
            <a:custGeom>
              <a:avLst/>
              <a:gdLst>
                <a:gd name="T0" fmla="*/ 29 w 5"/>
                <a:gd name="T1" fmla="*/ 13 h 6"/>
                <a:gd name="T2" fmla="*/ 23 w 5"/>
                <a:gd name="T3" fmla="*/ 0 h 6"/>
                <a:gd name="T4" fmla="*/ 29 w 5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1"/>
                    <a:pt x="5" y="1"/>
                    <a:pt x="4" y="0"/>
                  </a:cubicBezTo>
                  <a:cubicBezTo>
                    <a:pt x="0" y="2"/>
                    <a:pt x="2" y="6"/>
                    <a:pt x="5" y="4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29" name="Freeform 3408">
              <a:extLst>
                <a:ext uri="{FF2B5EF4-FFF2-40B4-BE49-F238E27FC236}">
                  <a16:creationId xmlns:a16="http://schemas.microsoft.com/office/drawing/2014/main" id="{3BC07A25-34E5-4D8D-AC44-E57B158AC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847"/>
              <a:ext cx="11" cy="9"/>
            </a:xfrm>
            <a:custGeom>
              <a:avLst/>
              <a:gdLst>
                <a:gd name="T0" fmla="*/ 13 w 6"/>
                <a:gd name="T1" fmla="*/ 7 h 5"/>
                <a:gd name="T2" fmla="*/ 7 w 6"/>
                <a:gd name="T3" fmla="*/ 23 h 5"/>
                <a:gd name="T4" fmla="*/ 1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5"/>
                    <a:pt x="6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30" name="Freeform 3409">
              <a:extLst>
                <a:ext uri="{FF2B5EF4-FFF2-40B4-BE49-F238E27FC236}">
                  <a16:creationId xmlns:a16="http://schemas.microsoft.com/office/drawing/2014/main" id="{4F842205-D9F3-42A6-8619-D83EC867F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864"/>
              <a:ext cx="6" cy="3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8 h 2"/>
                <a:gd name="T4" fmla="*/ 24 w 3"/>
                <a:gd name="T5" fmla="*/ 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2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31" name="Freeform 3410">
              <a:extLst>
                <a:ext uri="{FF2B5EF4-FFF2-40B4-BE49-F238E27FC236}">
                  <a16:creationId xmlns:a16="http://schemas.microsoft.com/office/drawing/2014/main" id="{11996232-C2C3-4586-98F2-E1FB46A47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845"/>
              <a:ext cx="6" cy="7"/>
            </a:xfrm>
            <a:custGeom>
              <a:avLst/>
              <a:gdLst>
                <a:gd name="T0" fmla="*/ 24 w 3"/>
                <a:gd name="T1" fmla="*/ 7 h 4"/>
                <a:gd name="T2" fmla="*/ 16 w 3"/>
                <a:gd name="T3" fmla="*/ 0 h 4"/>
                <a:gd name="T4" fmla="*/ 8 w 3"/>
                <a:gd name="T5" fmla="*/ 21 h 4"/>
                <a:gd name="T6" fmla="*/ 24 w 3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1"/>
                    <a:pt x="2" y="1"/>
                    <a:pt x="2" y="0"/>
                  </a:cubicBezTo>
                  <a:cubicBezTo>
                    <a:pt x="0" y="2"/>
                    <a:pt x="0" y="2"/>
                    <a:pt x="1" y="4"/>
                  </a:cubicBezTo>
                  <a:cubicBezTo>
                    <a:pt x="2" y="4"/>
                    <a:pt x="3" y="4"/>
                    <a:pt x="3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32" name="Freeform 3411">
              <a:extLst>
                <a:ext uri="{FF2B5EF4-FFF2-40B4-BE49-F238E27FC236}">
                  <a16:creationId xmlns:a16="http://schemas.microsoft.com/office/drawing/2014/main" id="{118514F1-8589-4401-8AD2-4E68C8B13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778"/>
              <a:ext cx="7" cy="22"/>
            </a:xfrm>
            <a:custGeom>
              <a:avLst/>
              <a:gdLst>
                <a:gd name="T0" fmla="*/ 0 w 4"/>
                <a:gd name="T1" fmla="*/ 24 h 12"/>
                <a:gd name="T2" fmla="*/ 12 w 4"/>
                <a:gd name="T3" fmla="*/ 73 h 12"/>
                <a:gd name="T4" fmla="*/ 21 w 4"/>
                <a:gd name="T5" fmla="*/ 31 h 12"/>
                <a:gd name="T6" fmla="*/ 7 w 4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2">
                  <a:moveTo>
                    <a:pt x="0" y="4"/>
                  </a:moveTo>
                  <a:cubicBezTo>
                    <a:pt x="0" y="7"/>
                    <a:pt x="0" y="10"/>
                    <a:pt x="2" y="12"/>
                  </a:cubicBezTo>
                  <a:cubicBezTo>
                    <a:pt x="3" y="10"/>
                    <a:pt x="4" y="8"/>
                    <a:pt x="4" y="5"/>
                  </a:cubicBezTo>
                  <a:cubicBezTo>
                    <a:pt x="4" y="4"/>
                    <a:pt x="3" y="0"/>
                    <a:pt x="1" y="3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33" name="Freeform 3412">
              <a:extLst>
                <a:ext uri="{FF2B5EF4-FFF2-40B4-BE49-F238E27FC236}">
                  <a16:creationId xmlns:a16="http://schemas.microsoft.com/office/drawing/2014/main" id="{F2610F33-9B0A-4A96-AA82-1EA39943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650"/>
              <a:ext cx="9" cy="15"/>
            </a:xfrm>
            <a:custGeom>
              <a:avLst/>
              <a:gdLst>
                <a:gd name="T0" fmla="*/ 16 w 5"/>
                <a:gd name="T1" fmla="*/ 8 h 8"/>
                <a:gd name="T2" fmla="*/ 29 w 5"/>
                <a:gd name="T3" fmla="*/ 28 h 8"/>
                <a:gd name="T4" fmla="*/ 7 w 5"/>
                <a:gd name="T5" fmla="*/ 53 h 8"/>
                <a:gd name="T6" fmla="*/ 13 w 5"/>
                <a:gd name="T7" fmla="*/ 1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1"/>
                  </a:moveTo>
                  <a:cubicBezTo>
                    <a:pt x="5" y="0"/>
                    <a:pt x="5" y="3"/>
                    <a:pt x="5" y="4"/>
                  </a:cubicBezTo>
                  <a:cubicBezTo>
                    <a:pt x="4" y="6"/>
                    <a:pt x="3" y="7"/>
                    <a:pt x="1" y="8"/>
                  </a:cubicBezTo>
                  <a:cubicBezTo>
                    <a:pt x="0" y="6"/>
                    <a:pt x="0" y="5"/>
                    <a:pt x="2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34" name="Freeform 3413">
              <a:extLst>
                <a:ext uri="{FF2B5EF4-FFF2-40B4-BE49-F238E27FC236}">
                  <a16:creationId xmlns:a16="http://schemas.microsoft.com/office/drawing/2014/main" id="{CC9F101E-5613-419F-A099-291FD520E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547"/>
              <a:ext cx="22" cy="12"/>
            </a:xfrm>
            <a:custGeom>
              <a:avLst/>
              <a:gdLst>
                <a:gd name="T0" fmla="*/ 37 w 12"/>
                <a:gd name="T1" fmla="*/ 8 h 6"/>
                <a:gd name="T2" fmla="*/ 0 w 12"/>
                <a:gd name="T3" fmla="*/ 24 h 6"/>
                <a:gd name="T4" fmla="*/ 31 w 12"/>
                <a:gd name="T5" fmla="*/ 40 h 6"/>
                <a:gd name="T6" fmla="*/ 73 w 12"/>
                <a:gd name="T7" fmla="*/ 24 h 6"/>
                <a:gd name="T8" fmla="*/ 51 w 1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6" y="1"/>
                  </a:moveTo>
                  <a:cubicBezTo>
                    <a:pt x="4" y="1"/>
                    <a:pt x="1" y="2"/>
                    <a:pt x="0" y="3"/>
                  </a:cubicBezTo>
                  <a:cubicBezTo>
                    <a:pt x="0" y="6"/>
                    <a:pt x="4" y="5"/>
                    <a:pt x="5" y="5"/>
                  </a:cubicBezTo>
                  <a:cubicBezTo>
                    <a:pt x="6" y="5"/>
                    <a:pt x="11" y="4"/>
                    <a:pt x="12" y="3"/>
                  </a:cubicBezTo>
                  <a:cubicBezTo>
                    <a:pt x="12" y="1"/>
                    <a:pt x="9" y="1"/>
                    <a:pt x="8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35" name="Freeform 3414">
              <a:extLst>
                <a:ext uri="{FF2B5EF4-FFF2-40B4-BE49-F238E27FC236}">
                  <a16:creationId xmlns:a16="http://schemas.microsoft.com/office/drawing/2014/main" id="{65AEBDCE-3B6C-4A37-B905-EF537F3DB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635"/>
              <a:ext cx="24" cy="32"/>
            </a:xfrm>
            <a:custGeom>
              <a:avLst/>
              <a:gdLst>
                <a:gd name="T0" fmla="*/ 0 w 13"/>
                <a:gd name="T1" fmla="*/ 8 h 17"/>
                <a:gd name="T2" fmla="*/ 61 w 13"/>
                <a:gd name="T3" fmla="*/ 85 h 17"/>
                <a:gd name="T4" fmla="*/ 20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1"/>
                  </a:moveTo>
                  <a:cubicBezTo>
                    <a:pt x="1" y="4"/>
                    <a:pt x="6" y="17"/>
                    <a:pt x="10" y="13"/>
                  </a:cubicBezTo>
                  <a:cubicBezTo>
                    <a:pt x="13" y="9"/>
                    <a:pt x="6" y="1"/>
                    <a:pt x="3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36" name="Freeform 3415">
              <a:extLst>
                <a:ext uri="{FF2B5EF4-FFF2-40B4-BE49-F238E27FC236}">
                  <a16:creationId xmlns:a16="http://schemas.microsoft.com/office/drawing/2014/main" id="{86D46E4F-7EB1-45E4-9699-26C9A9A8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305"/>
              <a:ext cx="13" cy="27"/>
            </a:xfrm>
            <a:custGeom>
              <a:avLst/>
              <a:gdLst>
                <a:gd name="T0" fmla="*/ 7 w 7"/>
                <a:gd name="T1" fmla="*/ 23 h 14"/>
                <a:gd name="T2" fmla="*/ 7 w 7"/>
                <a:gd name="T3" fmla="*/ 1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3"/>
                  </a:moveTo>
                  <a:cubicBezTo>
                    <a:pt x="0" y="14"/>
                    <a:pt x="7" y="0"/>
                    <a:pt x="1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37" name="Freeform 3416">
              <a:extLst>
                <a:ext uri="{FF2B5EF4-FFF2-40B4-BE49-F238E27FC236}">
                  <a16:creationId xmlns:a16="http://schemas.microsoft.com/office/drawing/2014/main" id="{757C0B3A-6D47-41AC-95EC-972216C9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251"/>
              <a:ext cx="12" cy="17"/>
            </a:xfrm>
            <a:custGeom>
              <a:avLst/>
              <a:gdLst>
                <a:gd name="T0" fmla="*/ 0 w 6"/>
                <a:gd name="T1" fmla="*/ 0 h 9"/>
                <a:gd name="T2" fmla="*/ 24 w 6"/>
                <a:gd name="T3" fmla="*/ 47 h 9"/>
                <a:gd name="T4" fmla="*/ 16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5"/>
                    <a:pt x="4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38" name="Freeform 3417">
              <a:extLst>
                <a:ext uri="{FF2B5EF4-FFF2-40B4-BE49-F238E27FC236}">
                  <a16:creationId xmlns:a16="http://schemas.microsoft.com/office/drawing/2014/main" id="{0DA8AB52-7AC3-4BE1-81E0-48DA5E190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247"/>
              <a:ext cx="6" cy="8"/>
            </a:xfrm>
            <a:custGeom>
              <a:avLst/>
              <a:gdLst>
                <a:gd name="T0" fmla="*/ 8 w 3"/>
                <a:gd name="T1" fmla="*/ 8 h 4"/>
                <a:gd name="T2" fmla="*/ 8 w 3"/>
                <a:gd name="T3" fmla="*/ 32 h 4"/>
                <a:gd name="T4" fmla="*/ 8 w 3"/>
                <a:gd name="T5" fmla="*/ 0 h 4"/>
                <a:gd name="T6" fmla="*/ 0 w 3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39" name="Freeform 3418">
              <a:extLst>
                <a:ext uri="{FF2B5EF4-FFF2-40B4-BE49-F238E27FC236}">
                  <a16:creationId xmlns:a16="http://schemas.microsoft.com/office/drawing/2014/main" id="{FB3D1BE5-E4ED-4749-99D7-97882E19C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300"/>
              <a:ext cx="10" cy="13"/>
            </a:xfrm>
            <a:custGeom>
              <a:avLst/>
              <a:gdLst>
                <a:gd name="T0" fmla="*/ 8 w 5"/>
                <a:gd name="T1" fmla="*/ 7 h 7"/>
                <a:gd name="T2" fmla="*/ 24 w 5"/>
                <a:gd name="T3" fmla="*/ 32 h 7"/>
                <a:gd name="T4" fmla="*/ 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2"/>
                    <a:pt x="0" y="7"/>
                    <a:pt x="3" y="5"/>
                  </a:cubicBezTo>
                  <a:cubicBezTo>
                    <a:pt x="5" y="3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40" name="Freeform 3419">
              <a:extLst>
                <a:ext uri="{FF2B5EF4-FFF2-40B4-BE49-F238E27FC236}">
                  <a16:creationId xmlns:a16="http://schemas.microsoft.com/office/drawing/2014/main" id="{F456DA95-E751-4A79-9BE7-A8E1F829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337"/>
              <a:ext cx="6" cy="11"/>
            </a:xfrm>
            <a:custGeom>
              <a:avLst/>
              <a:gdLst>
                <a:gd name="T0" fmla="*/ 0 w 3"/>
                <a:gd name="T1" fmla="*/ 0 h 6"/>
                <a:gd name="T2" fmla="*/ 16 w 3"/>
                <a:gd name="T3" fmla="*/ 37 h 6"/>
                <a:gd name="T4" fmla="*/ 8 w 3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0" y="5"/>
                    <a:pt x="2" y="6"/>
                  </a:cubicBezTo>
                  <a:cubicBezTo>
                    <a:pt x="3" y="4"/>
                    <a:pt x="3" y="2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41" name="Freeform 3420">
              <a:extLst>
                <a:ext uri="{FF2B5EF4-FFF2-40B4-BE49-F238E27FC236}">
                  <a16:creationId xmlns:a16="http://schemas.microsoft.com/office/drawing/2014/main" id="{297D9DD6-E4D4-47A9-9838-8F72038A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354"/>
              <a:ext cx="7" cy="11"/>
            </a:xfrm>
            <a:custGeom>
              <a:avLst/>
              <a:gdLst>
                <a:gd name="T0" fmla="*/ 7 w 4"/>
                <a:gd name="T1" fmla="*/ 0 h 6"/>
                <a:gd name="T2" fmla="*/ 12 w 4"/>
                <a:gd name="T3" fmla="*/ 31 h 6"/>
                <a:gd name="T4" fmla="*/ 12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1"/>
                    <a:pt x="0" y="6"/>
                    <a:pt x="2" y="5"/>
                  </a:cubicBezTo>
                  <a:cubicBezTo>
                    <a:pt x="4" y="5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42" name="Freeform 3421">
              <a:extLst>
                <a:ext uri="{FF2B5EF4-FFF2-40B4-BE49-F238E27FC236}">
                  <a16:creationId xmlns:a16="http://schemas.microsoft.com/office/drawing/2014/main" id="{E63D94D0-2115-4CCD-83DC-573BF436C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343"/>
              <a:ext cx="6" cy="7"/>
            </a:xfrm>
            <a:custGeom>
              <a:avLst/>
              <a:gdLst>
                <a:gd name="T0" fmla="*/ 8 w 3"/>
                <a:gd name="T1" fmla="*/ 0 h 4"/>
                <a:gd name="T2" fmla="*/ 0 w 3"/>
                <a:gd name="T3" fmla="*/ 21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4"/>
                    <a:pt x="2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43" name="Freeform 3422">
              <a:extLst>
                <a:ext uri="{FF2B5EF4-FFF2-40B4-BE49-F238E27FC236}">
                  <a16:creationId xmlns:a16="http://schemas.microsoft.com/office/drawing/2014/main" id="{F09A6FE3-78DF-4A5F-92D1-6DAE5870A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302"/>
              <a:ext cx="8" cy="9"/>
            </a:xfrm>
            <a:custGeom>
              <a:avLst/>
              <a:gdLst>
                <a:gd name="T0" fmla="*/ 0 w 4"/>
                <a:gd name="T1" fmla="*/ 7 h 5"/>
                <a:gd name="T2" fmla="*/ 8 w 4"/>
                <a:gd name="T3" fmla="*/ 29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3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44" name="Freeform 3423">
              <a:extLst>
                <a:ext uri="{FF2B5EF4-FFF2-40B4-BE49-F238E27FC236}">
                  <a16:creationId xmlns:a16="http://schemas.microsoft.com/office/drawing/2014/main" id="{D5CBB62C-E1CB-4E1B-A15D-01DE26496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257"/>
              <a:ext cx="11" cy="13"/>
            </a:xfrm>
            <a:custGeom>
              <a:avLst/>
              <a:gdLst>
                <a:gd name="T0" fmla="*/ 13 w 6"/>
                <a:gd name="T1" fmla="*/ 0 h 7"/>
                <a:gd name="T2" fmla="*/ 20 w 6"/>
                <a:gd name="T3" fmla="*/ 37 h 7"/>
                <a:gd name="T4" fmla="*/ 2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1"/>
                    <a:pt x="0" y="7"/>
                    <a:pt x="3" y="6"/>
                  </a:cubicBezTo>
                  <a:cubicBezTo>
                    <a:pt x="6" y="5"/>
                    <a:pt x="4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45" name="Freeform 3424">
              <a:extLst>
                <a:ext uri="{FF2B5EF4-FFF2-40B4-BE49-F238E27FC236}">
                  <a16:creationId xmlns:a16="http://schemas.microsoft.com/office/drawing/2014/main" id="{3A913275-5CCB-4165-A9EC-04EB38660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367"/>
              <a:ext cx="3" cy="8"/>
            </a:xfrm>
            <a:custGeom>
              <a:avLst/>
              <a:gdLst>
                <a:gd name="T0" fmla="*/ 0 w 2"/>
                <a:gd name="T1" fmla="*/ 8 h 4"/>
                <a:gd name="T2" fmla="*/ 0 w 2"/>
                <a:gd name="T3" fmla="*/ 32 h 4"/>
                <a:gd name="T4" fmla="*/ 5 w 2"/>
                <a:gd name="T5" fmla="*/ 8 h 4"/>
                <a:gd name="T6" fmla="*/ 0 w 2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2" y="2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46" name="Freeform 3425">
              <a:extLst>
                <a:ext uri="{FF2B5EF4-FFF2-40B4-BE49-F238E27FC236}">
                  <a16:creationId xmlns:a16="http://schemas.microsoft.com/office/drawing/2014/main" id="{54B8CB62-0D02-4FF9-9131-00CE86E9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856"/>
              <a:ext cx="9" cy="9"/>
            </a:xfrm>
            <a:custGeom>
              <a:avLst/>
              <a:gdLst>
                <a:gd name="T0" fmla="*/ 7 w 5"/>
                <a:gd name="T1" fmla="*/ 13 h 5"/>
                <a:gd name="T2" fmla="*/ 13 w 5"/>
                <a:gd name="T3" fmla="*/ 29 h 5"/>
                <a:gd name="T4" fmla="*/ 13 w 5"/>
                <a:gd name="T5" fmla="*/ 0 h 5"/>
                <a:gd name="T6" fmla="*/ 13 w 5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3" y="4"/>
                    <a:pt x="5" y="1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47" name="Freeform 3426">
              <a:extLst>
                <a:ext uri="{FF2B5EF4-FFF2-40B4-BE49-F238E27FC236}">
                  <a16:creationId xmlns:a16="http://schemas.microsoft.com/office/drawing/2014/main" id="{641050A8-2685-4A60-A481-6130AE0DB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844"/>
              <a:ext cx="11" cy="19"/>
            </a:xfrm>
            <a:custGeom>
              <a:avLst/>
              <a:gdLst>
                <a:gd name="T0" fmla="*/ 0 w 6"/>
                <a:gd name="T1" fmla="*/ 15 h 10"/>
                <a:gd name="T2" fmla="*/ 31 w 6"/>
                <a:gd name="T3" fmla="*/ 36 h 10"/>
                <a:gd name="T4" fmla="*/ 20 w 6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2"/>
                  </a:moveTo>
                  <a:cubicBezTo>
                    <a:pt x="0" y="5"/>
                    <a:pt x="2" y="10"/>
                    <a:pt x="5" y="5"/>
                  </a:cubicBezTo>
                  <a:cubicBezTo>
                    <a:pt x="6" y="4"/>
                    <a:pt x="5" y="0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48" name="Freeform 3427">
              <a:extLst>
                <a:ext uri="{FF2B5EF4-FFF2-40B4-BE49-F238E27FC236}">
                  <a16:creationId xmlns:a16="http://schemas.microsoft.com/office/drawing/2014/main" id="{165AF8E5-4276-42E8-8F6D-4BA4E317E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822"/>
              <a:ext cx="11" cy="11"/>
            </a:xfrm>
            <a:custGeom>
              <a:avLst/>
              <a:gdLst>
                <a:gd name="T0" fmla="*/ 0 w 6"/>
                <a:gd name="T1" fmla="*/ 0 h 6"/>
                <a:gd name="T2" fmla="*/ 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6"/>
                    <a:pt x="6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49" name="Freeform 3428">
              <a:extLst>
                <a:ext uri="{FF2B5EF4-FFF2-40B4-BE49-F238E27FC236}">
                  <a16:creationId xmlns:a16="http://schemas.microsoft.com/office/drawing/2014/main" id="{F175025A-9C95-4E35-8257-101FFCD2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179"/>
              <a:ext cx="13" cy="15"/>
            </a:xfrm>
            <a:custGeom>
              <a:avLst/>
              <a:gdLst>
                <a:gd name="T0" fmla="*/ 32 w 7"/>
                <a:gd name="T1" fmla="*/ 0 h 8"/>
                <a:gd name="T2" fmla="*/ 45 w 7"/>
                <a:gd name="T3" fmla="*/ 39 h 8"/>
                <a:gd name="T4" fmla="*/ 32 w 7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0" y="2"/>
                    <a:pt x="3" y="8"/>
                    <a:pt x="7" y="6"/>
                  </a:cubicBezTo>
                  <a:cubicBezTo>
                    <a:pt x="7" y="4"/>
                    <a:pt x="6" y="3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50" name="Freeform 3429">
              <a:extLst>
                <a:ext uri="{FF2B5EF4-FFF2-40B4-BE49-F238E27FC236}">
                  <a16:creationId xmlns:a16="http://schemas.microsoft.com/office/drawing/2014/main" id="{5F433748-EF96-4C8E-A069-E6465BC90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198"/>
              <a:ext cx="7" cy="9"/>
            </a:xfrm>
            <a:custGeom>
              <a:avLst/>
              <a:gdLst>
                <a:gd name="T0" fmla="*/ 0 w 4"/>
                <a:gd name="T1" fmla="*/ 0 h 5"/>
                <a:gd name="T2" fmla="*/ 12 w 4"/>
                <a:gd name="T3" fmla="*/ 29 h 5"/>
                <a:gd name="T4" fmla="*/ 7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51" name="Freeform 3430">
              <a:extLst>
                <a:ext uri="{FF2B5EF4-FFF2-40B4-BE49-F238E27FC236}">
                  <a16:creationId xmlns:a16="http://schemas.microsoft.com/office/drawing/2014/main" id="{C29E6C92-F2CD-459C-A9AC-0D8015D62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3232"/>
              <a:ext cx="9" cy="11"/>
            </a:xfrm>
            <a:custGeom>
              <a:avLst/>
              <a:gdLst>
                <a:gd name="T0" fmla="*/ 23 w 5"/>
                <a:gd name="T1" fmla="*/ 0 h 6"/>
                <a:gd name="T2" fmla="*/ 13 w 5"/>
                <a:gd name="T3" fmla="*/ 37 h 6"/>
                <a:gd name="T4" fmla="*/ 29 w 5"/>
                <a:gd name="T5" fmla="*/ 13 h 6"/>
                <a:gd name="T6" fmla="*/ 16 w 5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1" y="1"/>
                    <a:pt x="0" y="3"/>
                    <a:pt x="2" y="6"/>
                  </a:cubicBezTo>
                  <a:cubicBezTo>
                    <a:pt x="3" y="5"/>
                    <a:pt x="4" y="4"/>
                    <a:pt x="5" y="2"/>
                  </a:cubicBezTo>
                  <a:cubicBezTo>
                    <a:pt x="5" y="2"/>
                    <a:pt x="4" y="1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52" name="Freeform 3431">
              <a:extLst>
                <a:ext uri="{FF2B5EF4-FFF2-40B4-BE49-F238E27FC236}">
                  <a16:creationId xmlns:a16="http://schemas.microsoft.com/office/drawing/2014/main" id="{E6C76428-09FB-40F0-B600-09A52A139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219"/>
              <a:ext cx="5" cy="7"/>
            </a:xfrm>
            <a:custGeom>
              <a:avLst/>
              <a:gdLst>
                <a:gd name="T0" fmla="*/ 5 w 3"/>
                <a:gd name="T1" fmla="*/ 0 h 4"/>
                <a:gd name="T2" fmla="*/ 5 w 3"/>
                <a:gd name="T3" fmla="*/ 21 h 4"/>
                <a:gd name="T4" fmla="*/ 5 w 3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2" y="2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53" name="Freeform 3432">
              <a:extLst>
                <a:ext uri="{FF2B5EF4-FFF2-40B4-BE49-F238E27FC236}">
                  <a16:creationId xmlns:a16="http://schemas.microsoft.com/office/drawing/2014/main" id="{2B83ADA6-B6F1-48A2-B510-93FC88DCA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251"/>
              <a:ext cx="6" cy="7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16 h 4"/>
                <a:gd name="T4" fmla="*/ 16 w 3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3" y="2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54" name="Freeform 3433">
              <a:extLst>
                <a:ext uri="{FF2B5EF4-FFF2-40B4-BE49-F238E27FC236}">
                  <a16:creationId xmlns:a16="http://schemas.microsoft.com/office/drawing/2014/main" id="{3BA53307-11AF-409C-B09A-E873219E4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265"/>
              <a:ext cx="7" cy="12"/>
            </a:xfrm>
            <a:custGeom>
              <a:avLst/>
              <a:gdLst>
                <a:gd name="T0" fmla="*/ 0 w 4"/>
                <a:gd name="T1" fmla="*/ 8 h 6"/>
                <a:gd name="T2" fmla="*/ 7 w 4"/>
                <a:gd name="T3" fmla="*/ 48 h 6"/>
                <a:gd name="T4" fmla="*/ 0 w 4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" y="5"/>
                    <a:pt x="4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55" name="Freeform 3434">
              <a:extLst>
                <a:ext uri="{FF2B5EF4-FFF2-40B4-BE49-F238E27FC236}">
                  <a16:creationId xmlns:a16="http://schemas.microsoft.com/office/drawing/2014/main" id="{4C230E2C-6560-4702-813C-5824F54D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3305"/>
              <a:ext cx="8" cy="9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29 h 5"/>
                <a:gd name="T4" fmla="*/ 24 w 4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4"/>
                    <a:pt x="4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56" name="Freeform 3435">
              <a:extLst>
                <a:ext uri="{FF2B5EF4-FFF2-40B4-BE49-F238E27FC236}">
                  <a16:creationId xmlns:a16="http://schemas.microsoft.com/office/drawing/2014/main" id="{6672AA21-C631-4A6A-8F49-8115B159E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3301"/>
              <a:ext cx="5" cy="9"/>
            </a:xfrm>
            <a:custGeom>
              <a:avLst/>
              <a:gdLst>
                <a:gd name="T0" fmla="*/ 0 w 3"/>
                <a:gd name="T1" fmla="*/ 7 h 5"/>
                <a:gd name="T2" fmla="*/ 5 w 3"/>
                <a:gd name="T3" fmla="*/ 29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3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57" name="Freeform 3436">
              <a:extLst>
                <a:ext uri="{FF2B5EF4-FFF2-40B4-BE49-F238E27FC236}">
                  <a16:creationId xmlns:a16="http://schemas.microsoft.com/office/drawing/2014/main" id="{AD1BEB82-7451-451C-99A7-710200FDE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3264"/>
              <a:ext cx="11" cy="16"/>
            </a:xfrm>
            <a:custGeom>
              <a:avLst/>
              <a:gdLst>
                <a:gd name="T0" fmla="*/ 13 w 6"/>
                <a:gd name="T1" fmla="*/ 7 h 9"/>
                <a:gd name="T2" fmla="*/ 24 w 6"/>
                <a:gd name="T3" fmla="*/ 36 h 9"/>
                <a:gd name="T4" fmla="*/ 1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1"/>
                  </a:moveTo>
                  <a:cubicBezTo>
                    <a:pt x="1" y="3"/>
                    <a:pt x="0" y="9"/>
                    <a:pt x="4" y="6"/>
                  </a:cubicBezTo>
                  <a:cubicBezTo>
                    <a:pt x="6" y="4"/>
                    <a:pt x="5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58" name="Freeform 3437">
              <a:extLst>
                <a:ext uri="{FF2B5EF4-FFF2-40B4-BE49-F238E27FC236}">
                  <a16:creationId xmlns:a16="http://schemas.microsoft.com/office/drawing/2014/main" id="{737F95DD-04A6-4ADF-B68F-9C483276C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3215"/>
              <a:ext cx="9" cy="9"/>
            </a:xfrm>
            <a:custGeom>
              <a:avLst/>
              <a:gdLst>
                <a:gd name="T0" fmla="*/ 16 w 5"/>
                <a:gd name="T1" fmla="*/ 0 h 5"/>
                <a:gd name="T2" fmla="*/ 13 w 5"/>
                <a:gd name="T3" fmla="*/ 29 h 5"/>
                <a:gd name="T4" fmla="*/ 2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3"/>
                    <a:pt x="2" y="5"/>
                  </a:cubicBezTo>
                  <a:cubicBezTo>
                    <a:pt x="5" y="4"/>
                    <a:pt x="5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59" name="Freeform 3438">
              <a:extLst>
                <a:ext uri="{FF2B5EF4-FFF2-40B4-BE49-F238E27FC236}">
                  <a16:creationId xmlns:a16="http://schemas.microsoft.com/office/drawing/2014/main" id="{B43C7D1A-52BB-44B8-9A18-04C2E8E1F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121"/>
              <a:ext cx="8" cy="10"/>
            </a:xfrm>
            <a:custGeom>
              <a:avLst/>
              <a:gdLst>
                <a:gd name="T0" fmla="*/ 8 w 4"/>
                <a:gd name="T1" fmla="*/ 0 h 5"/>
                <a:gd name="T2" fmla="*/ 0 w 4"/>
                <a:gd name="T3" fmla="*/ 32 h 5"/>
                <a:gd name="T4" fmla="*/ 32 w 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5"/>
                    <a:pt x="3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60" name="Freeform 3439">
              <a:extLst>
                <a:ext uri="{FF2B5EF4-FFF2-40B4-BE49-F238E27FC236}">
                  <a16:creationId xmlns:a16="http://schemas.microsoft.com/office/drawing/2014/main" id="{70E89EE3-206C-4E81-A308-ECC7687A3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338"/>
              <a:ext cx="11" cy="15"/>
            </a:xfrm>
            <a:custGeom>
              <a:avLst/>
              <a:gdLst>
                <a:gd name="T0" fmla="*/ 31 w 6"/>
                <a:gd name="T1" fmla="*/ 21 h 8"/>
                <a:gd name="T2" fmla="*/ 7 w 6"/>
                <a:gd name="T3" fmla="*/ 32 h 8"/>
                <a:gd name="T4" fmla="*/ 37 w 6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4" y="0"/>
                    <a:pt x="0" y="2"/>
                    <a:pt x="1" y="5"/>
                  </a:cubicBezTo>
                  <a:cubicBezTo>
                    <a:pt x="2" y="8"/>
                    <a:pt x="5" y="6"/>
                    <a:pt x="6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61" name="Freeform 3440">
              <a:extLst>
                <a:ext uri="{FF2B5EF4-FFF2-40B4-BE49-F238E27FC236}">
                  <a16:creationId xmlns:a16="http://schemas.microsoft.com/office/drawing/2014/main" id="{5BC4C977-06A8-4DE5-8247-CF13E9921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3325"/>
              <a:ext cx="7" cy="10"/>
            </a:xfrm>
            <a:custGeom>
              <a:avLst/>
              <a:gdLst>
                <a:gd name="T0" fmla="*/ 7 w 4"/>
                <a:gd name="T1" fmla="*/ 8 h 5"/>
                <a:gd name="T2" fmla="*/ 16 w 4"/>
                <a:gd name="T3" fmla="*/ 40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1" y="4"/>
                    <a:pt x="3" y="5"/>
                  </a:cubicBezTo>
                  <a:cubicBezTo>
                    <a:pt x="4" y="3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62" name="Freeform 3441">
              <a:extLst>
                <a:ext uri="{FF2B5EF4-FFF2-40B4-BE49-F238E27FC236}">
                  <a16:creationId xmlns:a16="http://schemas.microsoft.com/office/drawing/2014/main" id="{E3480D59-75A2-4081-8980-1A6941650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288"/>
              <a:ext cx="5" cy="6"/>
            </a:xfrm>
            <a:custGeom>
              <a:avLst/>
              <a:gdLst>
                <a:gd name="T0" fmla="*/ 5 w 3"/>
                <a:gd name="T1" fmla="*/ 0 h 3"/>
                <a:gd name="T2" fmla="*/ 0 w 3"/>
                <a:gd name="T3" fmla="*/ 24 h 3"/>
                <a:gd name="T4" fmla="*/ 8 w 3"/>
                <a:gd name="T5" fmla="*/ 24 h 3"/>
                <a:gd name="T6" fmla="*/ 8 w 3"/>
                <a:gd name="T7" fmla="*/ 0 h 3"/>
                <a:gd name="T8" fmla="*/ 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63" name="Freeform 3442">
              <a:extLst>
                <a:ext uri="{FF2B5EF4-FFF2-40B4-BE49-F238E27FC236}">
                  <a16:creationId xmlns:a16="http://schemas.microsoft.com/office/drawing/2014/main" id="{8878DF16-1730-4674-B3E0-7F529D1E3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3337"/>
              <a:ext cx="8" cy="7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21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64" name="Freeform 3443">
              <a:extLst>
                <a:ext uri="{FF2B5EF4-FFF2-40B4-BE49-F238E27FC236}">
                  <a16:creationId xmlns:a16="http://schemas.microsoft.com/office/drawing/2014/main" id="{796B6CFA-90AF-404D-9AD6-A9DB5F8B7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3372"/>
              <a:ext cx="11" cy="13"/>
            </a:xfrm>
            <a:custGeom>
              <a:avLst/>
              <a:gdLst>
                <a:gd name="T0" fmla="*/ 20 w 6"/>
                <a:gd name="T1" fmla="*/ 0 h 7"/>
                <a:gd name="T2" fmla="*/ 24 w 6"/>
                <a:gd name="T3" fmla="*/ 32 h 7"/>
                <a:gd name="T4" fmla="*/ 2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1"/>
                    <a:pt x="2" y="7"/>
                    <a:pt x="4" y="5"/>
                  </a:cubicBezTo>
                  <a:cubicBezTo>
                    <a:pt x="6" y="3"/>
                    <a:pt x="6" y="0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65" name="Freeform 3444">
              <a:extLst>
                <a:ext uri="{FF2B5EF4-FFF2-40B4-BE49-F238E27FC236}">
                  <a16:creationId xmlns:a16="http://schemas.microsoft.com/office/drawing/2014/main" id="{4FBFB616-9003-40E5-85D8-2808C1E1F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3383"/>
              <a:ext cx="9" cy="12"/>
            </a:xfrm>
            <a:custGeom>
              <a:avLst/>
              <a:gdLst>
                <a:gd name="T0" fmla="*/ 13 w 5"/>
                <a:gd name="T1" fmla="*/ 0 h 6"/>
                <a:gd name="T2" fmla="*/ 7 w 5"/>
                <a:gd name="T3" fmla="*/ 48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5"/>
                    <a:pt x="5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66" name="Freeform 3445">
              <a:extLst>
                <a:ext uri="{FF2B5EF4-FFF2-40B4-BE49-F238E27FC236}">
                  <a16:creationId xmlns:a16="http://schemas.microsoft.com/office/drawing/2014/main" id="{DF5EF3BA-23AF-42FC-89FF-ACC5CF30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367"/>
              <a:ext cx="9" cy="9"/>
            </a:xfrm>
            <a:custGeom>
              <a:avLst/>
              <a:gdLst>
                <a:gd name="T0" fmla="*/ 7 w 5"/>
                <a:gd name="T1" fmla="*/ 0 h 5"/>
                <a:gd name="T2" fmla="*/ 7 w 5"/>
                <a:gd name="T3" fmla="*/ 29 h 5"/>
                <a:gd name="T4" fmla="*/ 13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4"/>
                    <a:pt x="5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67" name="Freeform 3446">
              <a:extLst>
                <a:ext uri="{FF2B5EF4-FFF2-40B4-BE49-F238E27FC236}">
                  <a16:creationId xmlns:a16="http://schemas.microsoft.com/office/drawing/2014/main" id="{A0A872D0-FAEB-4451-A144-506901EE7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395"/>
              <a:ext cx="7" cy="7"/>
            </a:xfrm>
            <a:custGeom>
              <a:avLst/>
              <a:gdLst>
                <a:gd name="T0" fmla="*/ 16 w 4"/>
                <a:gd name="T1" fmla="*/ 0 h 4"/>
                <a:gd name="T2" fmla="*/ 12 w 4"/>
                <a:gd name="T3" fmla="*/ 21 h 4"/>
                <a:gd name="T4" fmla="*/ 21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3" y="4"/>
                    <a:pt x="3" y="4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68" name="Freeform 3447">
              <a:extLst>
                <a:ext uri="{FF2B5EF4-FFF2-40B4-BE49-F238E27FC236}">
                  <a16:creationId xmlns:a16="http://schemas.microsoft.com/office/drawing/2014/main" id="{62E800B2-4E14-4F54-B36B-4E616D03A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3419"/>
              <a:ext cx="6" cy="4"/>
            </a:xfrm>
            <a:custGeom>
              <a:avLst/>
              <a:gdLst>
                <a:gd name="T0" fmla="*/ 8 w 3"/>
                <a:gd name="T1" fmla="*/ 0 h 2"/>
                <a:gd name="T2" fmla="*/ 16 w 3"/>
                <a:gd name="T3" fmla="*/ 16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69" name="Freeform 3448">
              <a:extLst>
                <a:ext uri="{FF2B5EF4-FFF2-40B4-BE49-F238E27FC236}">
                  <a16:creationId xmlns:a16="http://schemas.microsoft.com/office/drawing/2014/main" id="{08ECF3C2-241E-422A-AD12-1EF26E6EA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404"/>
              <a:ext cx="7" cy="7"/>
            </a:xfrm>
            <a:custGeom>
              <a:avLst/>
              <a:gdLst>
                <a:gd name="T0" fmla="*/ 7 w 4"/>
                <a:gd name="T1" fmla="*/ 0 h 4"/>
                <a:gd name="T2" fmla="*/ 7 w 4"/>
                <a:gd name="T3" fmla="*/ 21 h 4"/>
                <a:gd name="T4" fmla="*/ 7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4" y="3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70" name="Freeform 3449">
              <a:extLst>
                <a:ext uri="{FF2B5EF4-FFF2-40B4-BE49-F238E27FC236}">
                  <a16:creationId xmlns:a16="http://schemas.microsoft.com/office/drawing/2014/main" id="{F0CF8B84-64C0-4FD6-B862-E73AE4856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417"/>
              <a:ext cx="8" cy="8"/>
            </a:xfrm>
            <a:custGeom>
              <a:avLst/>
              <a:gdLst>
                <a:gd name="T0" fmla="*/ 8 w 4"/>
                <a:gd name="T1" fmla="*/ 16 h 4"/>
                <a:gd name="T2" fmla="*/ 8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71" name="Freeform 3450">
              <a:extLst>
                <a:ext uri="{FF2B5EF4-FFF2-40B4-BE49-F238E27FC236}">
                  <a16:creationId xmlns:a16="http://schemas.microsoft.com/office/drawing/2014/main" id="{76E171F8-5C86-40B2-BBBE-429B31C79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174"/>
              <a:ext cx="8" cy="7"/>
            </a:xfrm>
            <a:custGeom>
              <a:avLst/>
              <a:gdLst>
                <a:gd name="T0" fmla="*/ 0 w 4"/>
                <a:gd name="T1" fmla="*/ 7 h 4"/>
                <a:gd name="T2" fmla="*/ 16 w 4"/>
                <a:gd name="T3" fmla="*/ 21 h 4"/>
                <a:gd name="T4" fmla="*/ 16 w 4"/>
                <a:gd name="T5" fmla="*/ 0 h 4"/>
                <a:gd name="T6" fmla="*/ 8 w 4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4" y="0"/>
                    <a:pt x="2" y="0"/>
                  </a:cubicBezTo>
                  <a:cubicBezTo>
                    <a:pt x="1" y="0"/>
                    <a:pt x="2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72" name="Freeform 3451">
              <a:extLst>
                <a:ext uri="{FF2B5EF4-FFF2-40B4-BE49-F238E27FC236}">
                  <a16:creationId xmlns:a16="http://schemas.microsoft.com/office/drawing/2014/main" id="{E933B857-E19C-4958-AC0B-270D071B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3159"/>
              <a:ext cx="13" cy="20"/>
            </a:xfrm>
            <a:custGeom>
              <a:avLst/>
              <a:gdLst>
                <a:gd name="T0" fmla="*/ 0 w 7"/>
                <a:gd name="T1" fmla="*/ 16 h 11"/>
                <a:gd name="T2" fmla="*/ 32 w 7"/>
                <a:gd name="T3" fmla="*/ 36 h 11"/>
                <a:gd name="T4" fmla="*/ 20 w 7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0" y="6"/>
                    <a:pt x="3" y="11"/>
                    <a:pt x="5" y="6"/>
                  </a:cubicBezTo>
                  <a:cubicBezTo>
                    <a:pt x="7" y="4"/>
                    <a:pt x="6" y="0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73" name="Freeform 3452">
              <a:extLst>
                <a:ext uri="{FF2B5EF4-FFF2-40B4-BE49-F238E27FC236}">
                  <a16:creationId xmlns:a16="http://schemas.microsoft.com/office/drawing/2014/main" id="{E9A42716-283A-4FD5-954A-E02EE5E48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136"/>
              <a:ext cx="10" cy="13"/>
            </a:xfrm>
            <a:custGeom>
              <a:avLst/>
              <a:gdLst>
                <a:gd name="T0" fmla="*/ 0 w 5"/>
                <a:gd name="T1" fmla="*/ 0 h 7"/>
                <a:gd name="T2" fmla="*/ 8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7"/>
                    <a:pt x="5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74" name="Freeform 3453">
              <a:extLst>
                <a:ext uri="{FF2B5EF4-FFF2-40B4-BE49-F238E27FC236}">
                  <a16:creationId xmlns:a16="http://schemas.microsoft.com/office/drawing/2014/main" id="{C99C3588-F150-467D-A3D6-7D111AFF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48"/>
              <a:ext cx="15" cy="11"/>
            </a:xfrm>
            <a:custGeom>
              <a:avLst/>
              <a:gdLst>
                <a:gd name="T0" fmla="*/ 21 w 8"/>
                <a:gd name="T1" fmla="*/ 0 h 6"/>
                <a:gd name="T2" fmla="*/ 21 w 8"/>
                <a:gd name="T3" fmla="*/ 7 h 6"/>
                <a:gd name="T4" fmla="*/ 21 w 8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0" y="6"/>
                    <a:pt x="8" y="2"/>
                    <a:pt x="3" y="1"/>
                  </a:cubicBezTo>
                  <a:cubicBezTo>
                    <a:pt x="2" y="1"/>
                    <a:pt x="2" y="1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75" name="Freeform 3454">
              <a:extLst>
                <a:ext uri="{FF2B5EF4-FFF2-40B4-BE49-F238E27FC236}">
                  <a16:creationId xmlns:a16="http://schemas.microsoft.com/office/drawing/2014/main" id="{9759271D-EC72-4A70-B943-5864955FF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783"/>
              <a:ext cx="7" cy="5"/>
            </a:xfrm>
            <a:custGeom>
              <a:avLst/>
              <a:gdLst>
                <a:gd name="T0" fmla="*/ 12 w 4"/>
                <a:gd name="T1" fmla="*/ 5 h 3"/>
                <a:gd name="T2" fmla="*/ 0 w 4"/>
                <a:gd name="T3" fmla="*/ 5 h 3"/>
                <a:gd name="T4" fmla="*/ 7 w 4"/>
                <a:gd name="T5" fmla="*/ 13 h 3"/>
                <a:gd name="T6" fmla="*/ 16 w 4"/>
                <a:gd name="T7" fmla="*/ 0 h 3"/>
                <a:gd name="T8" fmla="*/ 12 w 4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3" y="3"/>
                    <a:pt x="4" y="2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76" name="Freeform 3455">
              <a:extLst>
                <a:ext uri="{FF2B5EF4-FFF2-40B4-BE49-F238E27FC236}">
                  <a16:creationId xmlns:a16="http://schemas.microsoft.com/office/drawing/2014/main" id="{94292189-C71A-4B0A-98D5-B3357EF04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816"/>
              <a:ext cx="11" cy="13"/>
            </a:xfrm>
            <a:custGeom>
              <a:avLst/>
              <a:gdLst>
                <a:gd name="T0" fmla="*/ 7 w 6"/>
                <a:gd name="T1" fmla="*/ 13 h 7"/>
                <a:gd name="T2" fmla="*/ 13 w 6"/>
                <a:gd name="T3" fmla="*/ 45 h 7"/>
                <a:gd name="T4" fmla="*/ 13 w 6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4" y="6"/>
                    <a:pt x="6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77" name="Freeform 3456">
              <a:extLst>
                <a:ext uri="{FF2B5EF4-FFF2-40B4-BE49-F238E27FC236}">
                  <a16:creationId xmlns:a16="http://schemas.microsoft.com/office/drawing/2014/main" id="{41AC271E-1870-40D4-9014-B4D78C02F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972"/>
              <a:ext cx="13" cy="11"/>
            </a:xfrm>
            <a:custGeom>
              <a:avLst/>
              <a:gdLst>
                <a:gd name="T0" fmla="*/ 24 w 7"/>
                <a:gd name="T1" fmla="*/ 7 h 6"/>
                <a:gd name="T2" fmla="*/ 20 w 7"/>
                <a:gd name="T3" fmla="*/ 37 h 6"/>
                <a:gd name="T4" fmla="*/ 3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2" y="1"/>
                    <a:pt x="0" y="5"/>
                    <a:pt x="3" y="6"/>
                  </a:cubicBezTo>
                  <a:cubicBezTo>
                    <a:pt x="5" y="6"/>
                    <a:pt x="7" y="2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78" name="Freeform 3457">
              <a:extLst>
                <a:ext uri="{FF2B5EF4-FFF2-40B4-BE49-F238E27FC236}">
                  <a16:creationId xmlns:a16="http://schemas.microsoft.com/office/drawing/2014/main" id="{96B90312-E765-4417-8AB6-842F4C0BC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975"/>
              <a:ext cx="10" cy="12"/>
            </a:xfrm>
            <a:custGeom>
              <a:avLst/>
              <a:gdLst>
                <a:gd name="T0" fmla="*/ 16 w 5"/>
                <a:gd name="T1" fmla="*/ 0 h 6"/>
                <a:gd name="T2" fmla="*/ 24 w 5"/>
                <a:gd name="T3" fmla="*/ 48 h 6"/>
                <a:gd name="T4" fmla="*/ 3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1"/>
                    <a:pt x="0" y="5"/>
                    <a:pt x="3" y="6"/>
                  </a:cubicBezTo>
                  <a:cubicBezTo>
                    <a:pt x="5" y="4"/>
                    <a:pt x="5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79" name="Freeform 3458">
              <a:extLst>
                <a:ext uri="{FF2B5EF4-FFF2-40B4-BE49-F238E27FC236}">
                  <a16:creationId xmlns:a16="http://schemas.microsoft.com/office/drawing/2014/main" id="{62FF13D0-7AD7-48B7-9609-7F5385253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3003"/>
              <a:ext cx="4" cy="6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24 h 3"/>
                <a:gd name="T4" fmla="*/ 16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80" name="Freeform 3459">
              <a:extLst>
                <a:ext uri="{FF2B5EF4-FFF2-40B4-BE49-F238E27FC236}">
                  <a16:creationId xmlns:a16="http://schemas.microsoft.com/office/drawing/2014/main" id="{0B79C4D1-E7FD-4F45-934A-6EBAEF0C7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003"/>
              <a:ext cx="10" cy="10"/>
            </a:xfrm>
            <a:custGeom>
              <a:avLst/>
              <a:gdLst>
                <a:gd name="T0" fmla="*/ 24 w 5"/>
                <a:gd name="T1" fmla="*/ 8 h 5"/>
                <a:gd name="T2" fmla="*/ 32 w 5"/>
                <a:gd name="T3" fmla="*/ 40 h 5"/>
                <a:gd name="T4" fmla="*/ 32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0"/>
                    <a:pt x="1" y="5"/>
                    <a:pt x="4" y="5"/>
                  </a:cubicBezTo>
                  <a:cubicBezTo>
                    <a:pt x="5" y="4"/>
                    <a:pt x="5" y="2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81" name="Freeform 3460">
              <a:extLst>
                <a:ext uri="{FF2B5EF4-FFF2-40B4-BE49-F238E27FC236}">
                  <a16:creationId xmlns:a16="http://schemas.microsoft.com/office/drawing/2014/main" id="{2AA2EAFA-609E-4125-9F48-F5604D368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3030"/>
              <a:ext cx="7" cy="7"/>
            </a:xfrm>
            <a:custGeom>
              <a:avLst/>
              <a:gdLst>
                <a:gd name="T0" fmla="*/ 0 w 4"/>
                <a:gd name="T1" fmla="*/ 7 h 4"/>
                <a:gd name="T2" fmla="*/ 7 w 4"/>
                <a:gd name="T3" fmla="*/ 21 h 4"/>
                <a:gd name="T4" fmla="*/ 7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82" name="Freeform 3461">
              <a:extLst>
                <a:ext uri="{FF2B5EF4-FFF2-40B4-BE49-F238E27FC236}">
                  <a16:creationId xmlns:a16="http://schemas.microsoft.com/office/drawing/2014/main" id="{AC6A8E81-9047-4A75-A867-FB84FE252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3022"/>
              <a:ext cx="8" cy="11"/>
            </a:xfrm>
            <a:custGeom>
              <a:avLst/>
              <a:gdLst>
                <a:gd name="T0" fmla="*/ 8 w 4"/>
                <a:gd name="T1" fmla="*/ 0 h 6"/>
                <a:gd name="T2" fmla="*/ 8 w 4"/>
                <a:gd name="T3" fmla="*/ 37 h 6"/>
                <a:gd name="T4" fmla="*/ 8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5"/>
                    <a:pt x="4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83" name="Freeform 3462">
              <a:extLst>
                <a:ext uri="{FF2B5EF4-FFF2-40B4-BE49-F238E27FC236}">
                  <a16:creationId xmlns:a16="http://schemas.microsoft.com/office/drawing/2014/main" id="{3C63776A-AC1B-4C5F-A65E-0C39FBCF9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3075"/>
              <a:ext cx="4" cy="5"/>
            </a:xfrm>
            <a:custGeom>
              <a:avLst/>
              <a:gdLst>
                <a:gd name="T0" fmla="*/ 8 w 2"/>
                <a:gd name="T1" fmla="*/ 13 h 3"/>
                <a:gd name="T2" fmla="*/ 0 w 2"/>
                <a:gd name="T3" fmla="*/ 0 h 3"/>
                <a:gd name="T4" fmla="*/ 16 w 2"/>
                <a:gd name="T5" fmla="*/ 8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84" name="Freeform 3463">
              <a:extLst>
                <a:ext uri="{FF2B5EF4-FFF2-40B4-BE49-F238E27FC236}">
                  <a16:creationId xmlns:a16="http://schemas.microsoft.com/office/drawing/2014/main" id="{F59E482B-6296-4773-A74C-21FAAD4AB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3084"/>
              <a:ext cx="7" cy="11"/>
            </a:xfrm>
            <a:custGeom>
              <a:avLst/>
              <a:gdLst>
                <a:gd name="T0" fmla="*/ 12 w 4"/>
                <a:gd name="T1" fmla="*/ 0 h 6"/>
                <a:gd name="T2" fmla="*/ 0 w 4"/>
                <a:gd name="T3" fmla="*/ 24 h 6"/>
                <a:gd name="T4" fmla="*/ 16 w 4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6"/>
                    <a:pt x="4" y="4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85" name="Freeform 3464">
              <a:extLst>
                <a:ext uri="{FF2B5EF4-FFF2-40B4-BE49-F238E27FC236}">
                  <a16:creationId xmlns:a16="http://schemas.microsoft.com/office/drawing/2014/main" id="{28CBFDED-C123-4E13-815E-0166DB9FA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082"/>
              <a:ext cx="8" cy="11"/>
            </a:xfrm>
            <a:custGeom>
              <a:avLst/>
              <a:gdLst>
                <a:gd name="T0" fmla="*/ 0 w 4"/>
                <a:gd name="T1" fmla="*/ 7 h 6"/>
                <a:gd name="T2" fmla="*/ 16 w 4"/>
                <a:gd name="T3" fmla="*/ 37 h 6"/>
                <a:gd name="T4" fmla="*/ 8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4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86" name="Freeform 3465">
              <a:extLst>
                <a:ext uri="{FF2B5EF4-FFF2-40B4-BE49-F238E27FC236}">
                  <a16:creationId xmlns:a16="http://schemas.microsoft.com/office/drawing/2014/main" id="{90172073-748F-4BD4-95AB-0A13F4476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061"/>
              <a:ext cx="4" cy="8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32 h 4"/>
                <a:gd name="T4" fmla="*/ 8 w 2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2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87" name="Freeform 3466">
              <a:extLst>
                <a:ext uri="{FF2B5EF4-FFF2-40B4-BE49-F238E27FC236}">
                  <a16:creationId xmlns:a16="http://schemas.microsoft.com/office/drawing/2014/main" id="{378F9A24-438C-4DDA-BCCF-268E2AB9E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3161"/>
              <a:ext cx="8" cy="9"/>
            </a:xfrm>
            <a:custGeom>
              <a:avLst/>
              <a:gdLst>
                <a:gd name="T0" fmla="*/ 16 w 4"/>
                <a:gd name="T1" fmla="*/ 7 h 5"/>
                <a:gd name="T2" fmla="*/ 16 w 4"/>
                <a:gd name="T3" fmla="*/ 29 h 5"/>
                <a:gd name="T4" fmla="*/ 3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4" y="5"/>
                    <a:pt x="4" y="1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88" name="Freeform 3467">
              <a:extLst>
                <a:ext uri="{FF2B5EF4-FFF2-40B4-BE49-F238E27FC236}">
                  <a16:creationId xmlns:a16="http://schemas.microsoft.com/office/drawing/2014/main" id="{5025DEAE-1CA2-4B4A-9CFD-9AB29BAAC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161"/>
              <a:ext cx="6" cy="9"/>
            </a:xfrm>
            <a:custGeom>
              <a:avLst/>
              <a:gdLst>
                <a:gd name="T0" fmla="*/ 8 w 3"/>
                <a:gd name="T1" fmla="*/ 0 h 5"/>
                <a:gd name="T2" fmla="*/ 16 w 3"/>
                <a:gd name="T3" fmla="*/ 29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89" name="Freeform 3468">
              <a:extLst>
                <a:ext uri="{FF2B5EF4-FFF2-40B4-BE49-F238E27FC236}">
                  <a16:creationId xmlns:a16="http://schemas.microsoft.com/office/drawing/2014/main" id="{6BED3EC8-37A2-4ED2-9E08-B0EF40048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151"/>
              <a:ext cx="13" cy="15"/>
            </a:xfrm>
            <a:custGeom>
              <a:avLst/>
              <a:gdLst>
                <a:gd name="T0" fmla="*/ 7 w 7"/>
                <a:gd name="T1" fmla="*/ 8 h 8"/>
                <a:gd name="T2" fmla="*/ 2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0" y="8"/>
                    <a:pt x="7" y="4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90" name="Freeform 3469">
              <a:extLst>
                <a:ext uri="{FF2B5EF4-FFF2-40B4-BE49-F238E27FC236}">
                  <a16:creationId xmlns:a16="http://schemas.microsoft.com/office/drawing/2014/main" id="{A314145E-8BA2-41BC-B89C-F5B253BA1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40"/>
              <a:ext cx="15" cy="11"/>
            </a:xfrm>
            <a:custGeom>
              <a:avLst/>
              <a:gdLst>
                <a:gd name="T0" fmla="*/ 21 w 8"/>
                <a:gd name="T1" fmla="*/ 0 h 6"/>
                <a:gd name="T2" fmla="*/ 28 w 8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0" y="6"/>
                    <a:pt x="8" y="4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91" name="Freeform 3470">
              <a:extLst>
                <a:ext uri="{FF2B5EF4-FFF2-40B4-BE49-F238E27FC236}">
                  <a16:creationId xmlns:a16="http://schemas.microsoft.com/office/drawing/2014/main" id="{0CC62C66-20F3-4A0B-A7EF-CA7EF7CF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207"/>
              <a:ext cx="17" cy="15"/>
            </a:xfrm>
            <a:custGeom>
              <a:avLst/>
              <a:gdLst>
                <a:gd name="T0" fmla="*/ 8 w 9"/>
                <a:gd name="T1" fmla="*/ 8 h 8"/>
                <a:gd name="T2" fmla="*/ 2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1"/>
                  </a:moveTo>
                  <a:cubicBezTo>
                    <a:pt x="0" y="8"/>
                    <a:pt x="9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92" name="Freeform 3471">
              <a:extLst>
                <a:ext uri="{FF2B5EF4-FFF2-40B4-BE49-F238E27FC236}">
                  <a16:creationId xmlns:a16="http://schemas.microsoft.com/office/drawing/2014/main" id="{54DEA259-D06D-4199-BED9-629BF984E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254"/>
              <a:ext cx="8" cy="10"/>
            </a:xfrm>
            <a:custGeom>
              <a:avLst/>
              <a:gdLst>
                <a:gd name="T0" fmla="*/ 8 w 4"/>
                <a:gd name="T1" fmla="*/ 8 h 5"/>
                <a:gd name="T2" fmla="*/ 16 w 4"/>
                <a:gd name="T3" fmla="*/ 40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93" name="Freeform 3472">
              <a:extLst>
                <a:ext uri="{FF2B5EF4-FFF2-40B4-BE49-F238E27FC236}">
                  <a16:creationId xmlns:a16="http://schemas.microsoft.com/office/drawing/2014/main" id="{47639556-8F63-4DC6-9F22-D5C44107F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243"/>
              <a:ext cx="7" cy="11"/>
            </a:xfrm>
            <a:custGeom>
              <a:avLst/>
              <a:gdLst>
                <a:gd name="T0" fmla="*/ 0 w 4"/>
                <a:gd name="T1" fmla="*/ 24 h 6"/>
                <a:gd name="T2" fmla="*/ 7 w 4"/>
                <a:gd name="T3" fmla="*/ 37 h 6"/>
                <a:gd name="T4" fmla="*/ 0 w 4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0" y="5"/>
                    <a:pt x="0" y="6"/>
                    <a:pt x="1" y="6"/>
                  </a:cubicBezTo>
                  <a:cubicBezTo>
                    <a:pt x="4" y="5"/>
                    <a:pt x="3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94" name="Freeform 3473">
              <a:extLst>
                <a:ext uri="{FF2B5EF4-FFF2-40B4-BE49-F238E27FC236}">
                  <a16:creationId xmlns:a16="http://schemas.microsoft.com/office/drawing/2014/main" id="{83623EA5-C382-4AA9-82A8-4CA8123D5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3215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95" name="Freeform 3474">
              <a:extLst>
                <a:ext uri="{FF2B5EF4-FFF2-40B4-BE49-F238E27FC236}">
                  <a16:creationId xmlns:a16="http://schemas.microsoft.com/office/drawing/2014/main" id="{BA1AE5CC-0EC9-43AC-8B1D-E59A768E5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3127"/>
              <a:ext cx="9" cy="7"/>
            </a:xfrm>
            <a:custGeom>
              <a:avLst/>
              <a:gdLst>
                <a:gd name="T0" fmla="*/ 7 w 5"/>
                <a:gd name="T1" fmla="*/ 12 h 4"/>
                <a:gd name="T2" fmla="*/ 7 w 5"/>
                <a:gd name="T3" fmla="*/ 21 h 4"/>
                <a:gd name="T4" fmla="*/ 13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3"/>
                    <a:pt x="1" y="3"/>
                    <a:pt x="1" y="4"/>
                  </a:cubicBezTo>
                  <a:cubicBezTo>
                    <a:pt x="3" y="3"/>
                    <a:pt x="5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96" name="Freeform 3475">
              <a:extLst>
                <a:ext uri="{FF2B5EF4-FFF2-40B4-BE49-F238E27FC236}">
                  <a16:creationId xmlns:a16="http://schemas.microsoft.com/office/drawing/2014/main" id="{C61D397A-4F4D-49EA-977A-A8366DB40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303"/>
              <a:ext cx="4" cy="6"/>
            </a:xfrm>
            <a:custGeom>
              <a:avLst/>
              <a:gdLst>
                <a:gd name="T0" fmla="*/ 0 w 2"/>
                <a:gd name="T1" fmla="*/ 8 h 3"/>
                <a:gd name="T2" fmla="*/ 0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97" name="Freeform 3476">
              <a:extLst>
                <a:ext uri="{FF2B5EF4-FFF2-40B4-BE49-F238E27FC236}">
                  <a16:creationId xmlns:a16="http://schemas.microsoft.com/office/drawing/2014/main" id="{7BD6952C-9778-4D93-BE5D-45B6FC5A7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355"/>
              <a:ext cx="6" cy="12"/>
            </a:xfrm>
            <a:custGeom>
              <a:avLst/>
              <a:gdLst>
                <a:gd name="T0" fmla="*/ 0 w 3"/>
                <a:gd name="T1" fmla="*/ 24 h 6"/>
                <a:gd name="T2" fmla="*/ 16 w 3"/>
                <a:gd name="T3" fmla="*/ 48 h 6"/>
                <a:gd name="T4" fmla="*/ 0 w 3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4"/>
                    <a:pt x="0" y="5"/>
                    <a:pt x="2" y="6"/>
                  </a:cubicBezTo>
                  <a:cubicBezTo>
                    <a:pt x="3" y="4"/>
                    <a:pt x="3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98" name="Freeform 3477">
              <a:extLst>
                <a:ext uri="{FF2B5EF4-FFF2-40B4-BE49-F238E27FC236}">
                  <a16:creationId xmlns:a16="http://schemas.microsoft.com/office/drawing/2014/main" id="{01CED164-93AC-4B55-A0CB-B563E9E8D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344"/>
              <a:ext cx="4" cy="4"/>
            </a:xfrm>
            <a:custGeom>
              <a:avLst/>
              <a:gdLst>
                <a:gd name="T0" fmla="*/ 8 w 2"/>
                <a:gd name="T1" fmla="*/ 8 h 2"/>
                <a:gd name="T2" fmla="*/ 8 w 2"/>
                <a:gd name="T3" fmla="*/ 16 h 2"/>
                <a:gd name="T4" fmla="*/ 16 w 2"/>
                <a:gd name="T5" fmla="*/ 0 h 2"/>
                <a:gd name="T6" fmla="*/ 8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99" name="Freeform 3478">
              <a:extLst>
                <a:ext uri="{FF2B5EF4-FFF2-40B4-BE49-F238E27FC236}">
                  <a16:creationId xmlns:a16="http://schemas.microsoft.com/office/drawing/2014/main" id="{F3B37DE5-5070-4B5A-824D-3046AC4F7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359"/>
              <a:ext cx="11" cy="13"/>
            </a:xfrm>
            <a:custGeom>
              <a:avLst/>
              <a:gdLst>
                <a:gd name="T0" fmla="*/ 20 w 6"/>
                <a:gd name="T1" fmla="*/ 0 h 7"/>
                <a:gd name="T2" fmla="*/ 20 w 6"/>
                <a:gd name="T3" fmla="*/ 45 h 7"/>
                <a:gd name="T4" fmla="*/ 24 w 6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2"/>
                    <a:pt x="0" y="7"/>
                    <a:pt x="3" y="7"/>
                  </a:cubicBezTo>
                  <a:cubicBezTo>
                    <a:pt x="6" y="6"/>
                    <a:pt x="5" y="3"/>
                    <a:pt x="4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00" name="Freeform 3479">
              <a:extLst>
                <a:ext uri="{FF2B5EF4-FFF2-40B4-BE49-F238E27FC236}">
                  <a16:creationId xmlns:a16="http://schemas.microsoft.com/office/drawing/2014/main" id="{4868C4F3-A1E3-4E82-859F-354FB271D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333"/>
              <a:ext cx="6" cy="9"/>
            </a:xfrm>
            <a:custGeom>
              <a:avLst/>
              <a:gdLst>
                <a:gd name="T0" fmla="*/ 8 w 3"/>
                <a:gd name="T1" fmla="*/ 0 h 5"/>
                <a:gd name="T2" fmla="*/ 24 w 3"/>
                <a:gd name="T3" fmla="*/ 23 h 5"/>
                <a:gd name="T4" fmla="*/ 16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1"/>
                    <a:pt x="0" y="5"/>
                    <a:pt x="3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01" name="Freeform 3480">
              <a:extLst>
                <a:ext uri="{FF2B5EF4-FFF2-40B4-BE49-F238E27FC236}">
                  <a16:creationId xmlns:a16="http://schemas.microsoft.com/office/drawing/2014/main" id="{F1184C42-9E4B-4111-BC62-F17A7805A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310"/>
              <a:ext cx="8" cy="8"/>
            </a:xfrm>
            <a:custGeom>
              <a:avLst/>
              <a:gdLst>
                <a:gd name="T0" fmla="*/ 0 w 4"/>
                <a:gd name="T1" fmla="*/ 8 h 4"/>
                <a:gd name="T2" fmla="*/ 16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" y="3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02" name="Freeform 3481">
              <a:extLst>
                <a:ext uri="{FF2B5EF4-FFF2-40B4-BE49-F238E27FC236}">
                  <a16:creationId xmlns:a16="http://schemas.microsoft.com/office/drawing/2014/main" id="{25F4F891-D0AB-45B8-8003-233BA3B15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292"/>
              <a:ext cx="5" cy="5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13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03" name="Freeform 3482">
              <a:extLst>
                <a:ext uri="{FF2B5EF4-FFF2-40B4-BE49-F238E27FC236}">
                  <a16:creationId xmlns:a16="http://schemas.microsoft.com/office/drawing/2014/main" id="{B404EC27-C2BC-4240-9DC0-D7FE9ACE7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251"/>
              <a:ext cx="13" cy="11"/>
            </a:xfrm>
            <a:custGeom>
              <a:avLst/>
              <a:gdLst>
                <a:gd name="T0" fmla="*/ 20 w 7"/>
                <a:gd name="T1" fmla="*/ 0 h 6"/>
                <a:gd name="T2" fmla="*/ 37 w 7"/>
                <a:gd name="T3" fmla="*/ 1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6"/>
                    <a:pt x="7" y="5"/>
                    <a:pt x="6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04" name="Freeform 3483">
              <a:extLst>
                <a:ext uri="{FF2B5EF4-FFF2-40B4-BE49-F238E27FC236}">
                  <a16:creationId xmlns:a16="http://schemas.microsoft.com/office/drawing/2014/main" id="{5C9E2358-7BCA-4C5A-A935-46852E629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206"/>
              <a:ext cx="17" cy="16"/>
            </a:xfrm>
            <a:custGeom>
              <a:avLst/>
              <a:gdLst>
                <a:gd name="T0" fmla="*/ 15 w 9"/>
                <a:gd name="T1" fmla="*/ 7 h 9"/>
                <a:gd name="T2" fmla="*/ 21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0" y="9"/>
                    <a:pt x="9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05" name="Freeform 3484">
              <a:extLst>
                <a:ext uri="{FF2B5EF4-FFF2-40B4-BE49-F238E27FC236}">
                  <a16:creationId xmlns:a16="http://schemas.microsoft.com/office/drawing/2014/main" id="{5B62BCFF-5918-4E81-9837-9A971F885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404"/>
              <a:ext cx="11" cy="13"/>
            </a:xfrm>
            <a:custGeom>
              <a:avLst/>
              <a:gdLst>
                <a:gd name="T0" fmla="*/ 7 w 6"/>
                <a:gd name="T1" fmla="*/ 7 h 7"/>
                <a:gd name="T2" fmla="*/ 13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7"/>
                    <a:pt x="6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06" name="Freeform 3485">
              <a:extLst>
                <a:ext uri="{FF2B5EF4-FFF2-40B4-BE49-F238E27FC236}">
                  <a16:creationId xmlns:a16="http://schemas.microsoft.com/office/drawing/2014/main" id="{FB22B763-121B-4D93-BA01-CFF09BD7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402"/>
              <a:ext cx="7" cy="8"/>
            </a:xfrm>
            <a:custGeom>
              <a:avLst/>
              <a:gdLst>
                <a:gd name="T0" fmla="*/ 7 w 4"/>
                <a:gd name="T1" fmla="*/ 8 h 4"/>
                <a:gd name="T2" fmla="*/ 12 w 4"/>
                <a:gd name="T3" fmla="*/ 32 h 4"/>
                <a:gd name="T4" fmla="*/ 7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4" y="3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07" name="Freeform 3486">
              <a:extLst>
                <a:ext uri="{FF2B5EF4-FFF2-40B4-BE49-F238E27FC236}">
                  <a16:creationId xmlns:a16="http://schemas.microsoft.com/office/drawing/2014/main" id="{7912BB69-037E-4C08-A6D6-A2788B45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402"/>
              <a:ext cx="7" cy="9"/>
            </a:xfrm>
            <a:custGeom>
              <a:avLst/>
              <a:gdLst>
                <a:gd name="T0" fmla="*/ 0 w 4"/>
                <a:gd name="T1" fmla="*/ 13 h 5"/>
                <a:gd name="T2" fmla="*/ 7 w 4"/>
                <a:gd name="T3" fmla="*/ 29 h 5"/>
                <a:gd name="T4" fmla="*/ 7 w 4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08" name="Freeform 3487">
              <a:extLst>
                <a:ext uri="{FF2B5EF4-FFF2-40B4-BE49-F238E27FC236}">
                  <a16:creationId xmlns:a16="http://schemas.microsoft.com/office/drawing/2014/main" id="{615467EC-92DF-4C62-8226-DC8113FCB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406"/>
              <a:ext cx="4" cy="5"/>
            </a:xfrm>
            <a:custGeom>
              <a:avLst/>
              <a:gdLst>
                <a:gd name="T0" fmla="*/ 0 w 2"/>
                <a:gd name="T1" fmla="*/ 5 h 3"/>
                <a:gd name="T2" fmla="*/ 8 w 2"/>
                <a:gd name="T3" fmla="*/ 13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09" name="Freeform 3488">
              <a:extLst>
                <a:ext uri="{FF2B5EF4-FFF2-40B4-BE49-F238E27FC236}">
                  <a16:creationId xmlns:a16="http://schemas.microsoft.com/office/drawing/2014/main" id="{E67F116F-99AE-495E-83A1-43D1CC0E0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357"/>
              <a:ext cx="6" cy="10"/>
            </a:xfrm>
            <a:custGeom>
              <a:avLst/>
              <a:gdLst>
                <a:gd name="T0" fmla="*/ 0 w 3"/>
                <a:gd name="T1" fmla="*/ 24 h 5"/>
                <a:gd name="T2" fmla="*/ 8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1" y="4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10" name="Freeform 3489">
              <a:extLst>
                <a:ext uri="{FF2B5EF4-FFF2-40B4-BE49-F238E27FC236}">
                  <a16:creationId xmlns:a16="http://schemas.microsoft.com/office/drawing/2014/main" id="{65C7A1C9-98B3-43AD-BDB1-916DE26F1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297"/>
              <a:ext cx="6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16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2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11" name="Freeform 3490">
              <a:extLst>
                <a:ext uri="{FF2B5EF4-FFF2-40B4-BE49-F238E27FC236}">
                  <a16:creationId xmlns:a16="http://schemas.microsoft.com/office/drawing/2014/main" id="{FB1A22CE-D194-447D-91D1-240B01EAA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3359"/>
              <a:ext cx="15" cy="11"/>
            </a:xfrm>
            <a:custGeom>
              <a:avLst/>
              <a:gdLst>
                <a:gd name="T0" fmla="*/ 15 w 8"/>
                <a:gd name="T1" fmla="*/ 0 h 6"/>
                <a:gd name="T2" fmla="*/ 21 w 8"/>
                <a:gd name="T3" fmla="*/ 0 h 6"/>
                <a:gd name="T4" fmla="*/ 15 w 8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0" y="6"/>
                    <a:pt x="8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12" name="Freeform 3491">
              <a:extLst>
                <a:ext uri="{FF2B5EF4-FFF2-40B4-BE49-F238E27FC236}">
                  <a16:creationId xmlns:a16="http://schemas.microsoft.com/office/drawing/2014/main" id="{25A71B6E-4054-4581-8CCD-767407E3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3294"/>
              <a:ext cx="8" cy="5"/>
            </a:xfrm>
            <a:custGeom>
              <a:avLst/>
              <a:gdLst>
                <a:gd name="T0" fmla="*/ 16 w 4"/>
                <a:gd name="T1" fmla="*/ 5 h 3"/>
                <a:gd name="T2" fmla="*/ 0 w 4"/>
                <a:gd name="T3" fmla="*/ 0 h 3"/>
                <a:gd name="T4" fmla="*/ 8 w 4"/>
                <a:gd name="T5" fmla="*/ 13 h 3"/>
                <a:gd name="T6" fmla="*/ 24 w 4"/>
                <a:gd name="T7" fmla="*/ 0 h 3"/>
                <a:gd name="T8" fmla="*/ 16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3" y="3"/>
                    <a:pt x="4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13" name="Freeform 3492">
              <a:extLst>
                <a:ext uri="{FF2B5EF4-FFF2-40B4-BE49-F238E27FC236}">
                  <a16:creationId xmlns:a16="http://schemas.microsoft.com/office/drawing/2014/main" id="{8819CA3B-6BB3-4672-84A7-70FC8AC48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3327"/>
              <a:ext cx="11" cy="15"/>
            </a:xfrm>
            <a:custGeom>
              <a:avLst/>
              <a:gdLst>
                <a:gd name="T0" fmla="*/ 7 w 6"/>
                <a:gd name="T1" fmla="*/ 21 h 8"/>
                <a:gd name="T2" fmla="*/ 20 w 6"/>
                <a:gd name="T3" fmla="*/ 53 h 8"/>
                <a:gd name="T4" fmla="*/ 13 w 6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5" y="6"/>
                    <a:pt x="6" y="0"/>
                    <a:pt x="2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14" name="Freeform 3493">
              <a:extLst>
                <a:ext uri="{FF2B5EF4-FFF2-40B4-BE49-F238E27FC236}">
                  <a16:creationId xmlns:a16="http://schemas.microsoft.com/office/drawing/2014/main" id="{87E32D39-FB8E-40F0-8814-ADD5DEBC5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397"/>
              <a:ext cx="8" cy="9"/>
            </a:xfrm>
            <a:custGeom>
              <a:avLst/>
              <a:gdLst>
                <a:gd name="T0" fmla="*/ 0 w 4"/>
                <a:gd name="T1" fmla="*/ 13 h 5"/>
                <a:gd name="T2" fmla="*/ 16 w 4"/>
                <a:gd name="T3" fmla="*/ 29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4" y="4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15" name="Freeform 3494">
              <a:extLst>
                <a:ext uri="{FF2B5EF4-FFF2-40B4-BE49-F238E27FC236}">
                  <a16:creationId xmlns:a16="http://schemas.microsoft.com/office/drawing/2014/main" id="{7DE286A6-ECB0-4776-93B9-ED5BBD0D9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395"/>
              <a:ext cx="9" cy="11"/>
            </a:xfrm>
            <a:custGeom>
              <a:avLst/>
              <a:gdLst>
                <a:gd name="T0" fmla="*/ 13 w 5"/>
                <a:gd name="T1" fmla="*/ 0 h 6"/>
                <a:gd name="T2" fmla="*/ 16 w 5"/>
                <a:gd name="T3" fmla="*/ 31 h 6"/>
                <a:gd name="T4" fmla="*/ 16 w 5"/>
                <a:gd name="T5" fmla="*/ 7 h 6"/>
                <a:gd name="T6" fmla="*/ 16 w 5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1"/>
                    <a:pt x="0" y="6"/>
                    <a:pt x="3" y="5"/>
                  </a:cubicBezTo>
                  <a:cubicBezTo>
                    <a:pt x="5" y="5"/>
                    <a:pt x="4" y="2"/>
                    <a:pt x="3" y="1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16" name="Freeform 3495">
              <a:extLst>
                <a:ext uri="{FF2B5EF4-FFF2-40B4-BE49-F238E27FC236}">
                  <a16:creationId xmlns:a16="http://schemas.microsoft.com/office/drawing/2014/main" id="{F87773BE-4BAE-40DF-BB4F-5341AC6AC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411"/>
              <a:ext cx="12" cy="14"/>
            </a:xfrm>
            <a:custGeom>
              <a:avLst/>
              <a:gdLst>
                <a:gd name="T0" fmla="*/ 16 w 6"/>
                <a:gd name="T1" fmla="*/ 0 h 7"/>
                <a:gd name="T2" fmla="*/ 24 w 6"/>
                <a:gd name="T3" fmla="*/ 56 h 7"/>
                <a:gd name="T4" fmla="*/ 32 w 6"/>
                <a:gd name="T5" fmla="*/ 0 h 7"/>
                <a:gd name="T6" fmla="*/ 24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1" y="2"/>
                    <a:pt x="0" y="7"/>
                    <a:pt x="3" y="7"/>
                  </a:cubicBezTo>
                  <a:cubicBezTo>
                    <a:pt x="6" y="7"/>
                    <a:pt x="5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17" name="Freeform 3496">
              <a:extLst>
                <a:ext uri="{FF2B5EF4-FFF2-40B4-BE49-F238E27FC236}">
                  <a16:creationId xmlns:a16="http://schemas.microsoft.com/office/drawing/2014/main" id="{16142BC9-D4E5-4142-BDD6-69ED5166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428"/>
              <a:ext cx="11" cy="10"/>
            </a:xfrm>
            <a:custGeom>
              <a:avLst/>
              <a:gdLst>
                <a:gd name="T0" fmla="*/ 7 w 6"/>
                <a:gd name="T1" fmla="*/ 32 h 5"/>
                <a:gd name="T2" fmla="*/ 20 w 6"/>
                <a:gd name="T3" fmla="*/ 0 h 5"/>
                <a:gd name="T4" fmla="*/ 37 w 6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0" y="3"/>
                    <a:pt x="1" y="0"/>
                    <a:pt x="3" y="0"/>
                  </a:cubicBezTo>
                  <a:cubicBezTo>
                    <a:pt x="6" y="0"/>
                    <a:pt x="5" y="3"/>
                    <a:pt x="6" y="5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18" name="Freeform 3497">
              <a:extLst>
                <a:ext uri="{FF2B5EF4-FFF2-40B4-BE49-F238E27FC236}">
                  <a16:creationId xmlns:a16="http://schemas.microsoft.com/office/drawing/2014/main" id="{208553FF-3273-4BD2-9C46-7672BEB8E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310"/>
              <a:ext cx="6" cy="12"/>
            </a:xfrm>
            <a:custGeom>
              <a:avLst/>
              <a:gdLst>
                <a:gd name="T0" fmla="*/ 8 w 3"/>
                <a:gd name="T1" fmla="*/ 0 h 6"/>
                <a:gd name="T2" fmla="*/ 24 w 3"/>
                <a:gd name="T3" fmla="*/ 48 h 6"/>
                <a:gd name="T4" fmla="*/ 16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2"/>
                    <a:pt x="1" y="5"/>
                    <a:pt x="3" y="6"/>
                  </a:cubicBezTo>
                  <a:cubicBezTo>
                    <a:pt x="3" y="4"/>
                    <a:pt x="2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19" name="Freeform 3498">
              <a:extLst>
                <a:ext uri="{FF2B5EF4-FFF2-40B4-BE49-F238E27FC236}">
                  <a16:creationId xmlns:a16="http://schemas.microsoft.com/office/drawing/2014/main" id="{E35FBBFF-B0D9-4F25-918F-F106D29EC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355"/>
              <a:ext cx="13" cy="13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37 h 7"/>
                <a:gd name="T4" fmla="*/ 7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1" y="2"/>
                    <a:pt x="1" y="7"/>
                    <a:pt x="4" y="6"/>
                  </a:cubicBezTo>
                  <a:cubicBezTo>
                    <a:pt x="7" y="4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20" name="Freeform 3499">
              <a:extLst>
                <a:ext uri="{FF2B5EF4-FFF2-40B4-BE49-F238E27FC236}">
                  <a16:creationId xmlns:a16="http://schemas.microsoft.com/office/drawing/2014/main" id="{5CD65E0F-718D-45BC-A7A1-122F7446B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258"/>
              <a:ext cx="7" cy="11"/>
            </a:xfrm>
            <a:custGeom>
              <a:avLst/>
              <a:gdLst>
                <a:gd name="T0" fmla="*/ 7 w 4"/>
                <a:gd name="T1" fmla="*/ 7 h 6"/>
                <a:gd name="T2" fmla="*/ 12 w 4"/>
                <a:gd name="T3" fmla="*/ 37 h 6"/>
                <a:gd name="T4" fmla="*/ 12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1" y="2"/>
                    <a:pt x="0" y="6"/>
                    <a:pt x="2" y="6"/>
                  </a:cubicBezTo>
                  <a:cubicBezTo>
                    <a:pt x="4" y="5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21" name="Freeform 3500">
              <a:extLst>
                <a:ext uri="{FF2B5EF4-FFF2-40B4-BE49-F238E27FC236}">
                  <a16:creationId xmlns:a16="http://schemas.microsoft.com/office/drawing/2014/main" id="{DC39DC67-B8FE-4E5C-B1A3-7589276E1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322"/>
              <a:ext cx="8" cy="9"/>
            </a:xfrm>
            <a:custGeom>
              <a:avLst/>
              <a:gdLst>
                <a:gd name="T0" fmla="*/ 8 w 4"/>
                <a:gd name="T1" fmla="*/ 7 h 5"/>
                <a:gd name="T2" fmla="*/ 8 w 4"/>
                <a:gd name="T3" fmla="*/ 29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22" name="Freeform 3501">
              <a:extLst>
                <a:ext uri="{FF2B5EF4-FFF2-40B4-BE49-F238E27FC236}">
                  <a16:creationId xmlns:a16="http://schemas.microsoft.com/office/drawing/2014/main" id="{105033DB-99AA-48BF-AA3B-F9CE4FC73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133"/>
              <a:ext cx="11" cy="15"/>
            </a:xfrm>
            <a:custGeom>
              <a:avLst/>
              <a:gdLst>
                <a:gd name="T0" fmla="*/ 13 w 6"/>
                <a:gd name="T1" fmla="*/ 8 h 8"/>
                <a:gd name="T2" fmla="*/ 20 w 6"/>
                <a:gd name="T3" fmla="*/ 45 h 8"/>
                <a:gd name="T4" fmla="*/ 2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1" y="2"/>
                    <a:pt x="0" y="8"/>
                    <a:pt x="3" y="7"/>
                  </a:cubicBezTo>
                  <a:cubicBezTo>
                    <a:pt x="6" y="6"/>
                    <a:pt x="6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23" name="Freeform 3502">
              <a:extLst>
                <a:ext uri="{FF2B5EF4-FFF2-40B4-BE49-F238E27FC236}">
                  <a16:creationId xmlns:a16="http://schemas.microsoft.com/office/drawing/2014/main" id="{478F5DE9-9246-4E7E-B0E3-B23827A78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3075"/>
              <a:ext cx="8" cy="11"/>
            </a:xfrm>
            <a:custGeom>
              <a:avLst/>
              <a:gdLst>
                <a:gd name="T0" fmla="*/ 16 w 4"/>
                <a:gd name="T1" fmla="*/ 0 h 6"/>
                <a:gd name="T2" fmla="*/ 16 w 4"/>
                <a:gd name="T3" fmla="*/ 37 h 6"/>
                <a:gd name="T4" fmla="*/ 16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4" y="6"/>
                    <a:pt x="4" y="1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24" name="Freeform 3503">
              <a:extLst>
                <a:ext uri="{FF2B5EF4-FFF2-40B4-BE49-F238E27FC236}">
                  <a16:creationId xmlns:a16="http://schemas.microsoft.com/office/drawing/2014/main" id="{B74C548C-2BE2-4A77-992D-C180CF1F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011"/>
              <a:ext cx="9" cy="11"/>
            </a:xfrm>
            <a:custGeom>
              <a:avLst/>
              <a:gdLst>
                <a:gd name="T0" fmla="*/ 7 w 5"/>
                <a:gd name="T1" fmla="*/ 13 h 6"/>
                <a:gd name="T2" fmla="*/ 7 w 5"/>
                <a:gd name="T3" fmla="*/ 37 h 6"/>
                <a:gd name="T4" fmla="*/ 0 w 5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3"/>
                    <a:pt x="0" y="5"/>
                    <a:pt x="1" y="6"/>
                  </a:cubicBezTo>
                  <a:cubicBezTo>
                    <a:pt x="5" y="4"/>
                    <a:pt x="0" y="0"/>
                    <a:pt x="0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25" name="Freeform 3504">
              <a:extLst>
                <a:ext uri="{FF2B5EF4-FFF2-40B4-BE49-F238E27FC236}">
                  <a16:creationId xmlns:a16="http://schemas.microsoft.com/office/drawing/2014/main" id="{B51A3D3B-091A-4FBA-93CE-2AC4B0F1B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183"/>
              <a:ext cx="6" cy="10"/>
            </a:xfrm>
            <a:custGeom>
              <a:avLst/>
              <a:gdLst>
                <a:gd name="T0" fmla="*/ 16 w 3"/>
                <a:gd name="T1" fmla="*/ 0 h 5"/>
                <a:gd name="T2" fmla="*/ 16 w 3"/>
                <a:gd name="T3" fmla="*/ 40 h 5"/>
                <a:gd name="T4" fmla="*/ 8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3" y="3"/>
                    <a:pt x="3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26" name="Freeform 3505">
              <a:extLst>
                <a:ext uri="{FF2B5EF4-FFF2-40B4-BE49-F238E27FC236}">
                  <a16:creationId xmlns:a16="http://schemas.microsoft.com/office/drawing/2014/main" id="{1FEC03D0-F056-4297-9E6E-7AAF1C6B6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891"/>
              <a:ext cx="11" cy="11"/>
            </a:xfrm>
            <a:custGeom>
              <a:avLst/>
              <a:gdLst>
                <a:gd name="T0" fmla="*/ 0 w 6"/>
                <a:gd name="T1" fmla="*/ 7 h 6"/>
                <a:gd name="T2" fmla="*/ 20 w 6"/>
                <a:gd name="T3" fmla="*/ 37 h 6"/>
                <a:gd name="T4" fmla="*/ 1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3"/>
                    <a:pt x="1" y="6"/>
                    <a:pt x="3" y="6"/>
                  </a:cubicBezTo>
                  <a:cubicBezTo>
                    <a:pt x="6" y="6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27" name="Freeform 3506">
              <a:extLst>
                <a:ext uri="{FF2B5EF4-FFF2-40B4-BE49-F238E27FC236}">
                  <a16:creationId xmlns:a16="http://schemas.microsoft.com/office/drawing/2014/main" id="{4ACF2ECF-EF6D-4FA1-AE51-1458EBA1F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932"/>
              <a:ext cx="9" cy="12"/>
            </a:xfrm>
            <a:custGeom>
              <a:avLst/>
              <a:gdLst>
                <a:gd name="T0" fmla="*/ 0 w 5"/>
                <a:gd name="T1" fmla="*/ 8 h 6"/>
                <a:gd name="T2" fmla="*/ 23 w 5"/>
                <a:gd name="T3" fmla="*/ 24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2"/>
                    <a:pt x="2" y="6"/>
                    <a:pt x="4" y="3"/>
                  </a:cubicBezTo>
                  <a:cubicBezTo>
                    <a:pt x="5" y="2"/>
                    <a:pt x="3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28" name="Freeform 3507">
              <a:extLst>
                <a:ext uri="{FF2B5EF4-FFF2-40B4-BE49-F238E27FC236}">
                  <a16:creationId xmlns:a16="http://schemas.microsoft.com/office/drawing/2014/main" id="{5C37D59F-5F22-40EC-B25F-563B2AD89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968"/>
              <a:ext cx="8" cy="9"/>
            </a:xfrm>
            <a:custGeom>
              <a:avLst/>
              <a:gdLst>
                <a:gd name="T0" fmla="*/ 8 w 4"/>
                <a:gd name="T1" fmla="*/ 7 h 5"/>
                <a:gd name="T2" fmla="*/ 16 w 4"/>
                <a:gd name="T3" fmla="*/ 2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5"/>
                    <a:pt x="2" y="4"/>
                  </a:cubicBezTo>
                  <a:cubicBezTo>
                    <a:pt x="4" y="4"/>
                    <a:pt x="4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29" name="Freeform 3508">
              <a:extLst>
                <a:ext uri="{FF2B5EF4-FFF2-40B4-BE49-F238E27FC236}">
                  <a16:creationId xmlns:a16="http://schemas.microsoft.com/office/drawing/2014/main" id="{8F8D1191-CA1F-4126-BF28-13F5C8AE9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876"/>
              <a:ext cx="3" cy="10"/>
            </a:xfrm>
            <a:custGeom>
              <a:avLst/>
              <a:gdLst>
                <a:gd name="T0" fmla="*/ 5 w 2"/>
                <a:gd name="T1" fmla="*/ 16 h 5"/>
                <a:gd name="T2" fmla="*/ 5 w 2"/>
                <a:gd name="T3" fmla="*/ 40 h 5"/>
                <a:gd name="T4" fmla="*/ 8 w 2"/>
                <a:gd name="T5" fmla="*/ 0 h 5"/>
                <a:gd name="T6" fmla="*/ 5 w 2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4"/>
                    <a:pt x="2" y="2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30" name="Freeform 3509">
              <a:extLst>
                <a:ext uri="{FF2B5EF4-FFF2-40B4-BE49-F238E27FC236}">
                  <a16:creationId xmlns:a16="http://schemas.microsoft.com/office/drawing/2014/main" id="{C1AAB2A0-549C-4C67-B24E-0DA6CCE23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672"/>
              <a:ext cx="8" cy="11"/>
            </a:xfrm>
            <a:custGeom>
              <a:avLst/>
              <a:gdLst>
                <a:gd name="T0" fmla="*/ 16 w 4"/>
                <a:gd name="T1" fmla="*/ 0 h 6"/>
                <a:gd name="T2" fmla="*/ 24 w 4"/>
                <a:gd name="T3" fmla="*/ 24 h 6"/>
                <a:gd name="T4" fmla="*/ 16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1" y="1"/>
                    <a:pt x="0" y="6"/>
                    <a:pt x="3" y="4"/>
                  </a:cubicBezTo>
                  <a:cubicBezTo>
                    <a:pt x="4" y="4"/>
                    <a:pt x="2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31" name="Freeform 3510">
              <a:extLst>
                <a:ext uri="{FF2B5EF4-FFF2-40B4-BE49-F238E27FC236}">
                  <a16:creationId xmlns:a16="http://schemas.microsoft.com/office/drawing/2014/main" id="{8EC24C93-CFF3-48BF-AB43-EE84BAB54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70"/>
              <a:ext cx="15" cy="13"/>
            </a:xfrm>
            <a:custGeom>
              <a:avLst/>
              <a:gdLst>
                <a:gd name="T0" fmla="*/ 45 w 8"/>
                <a:gd name="T1" fmla="*/ 7 h 7"/>
                <a:gd name="T2" fmla="*/ 39 w 8"/>
                <a:gd name="T3" fmla="*/ 45 h 7"/>
                <a:gd name="T4" fmla="*/ 28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1"/>
                  </a:moveTo>
                  <a:cubicBezTo>
                    <a:pt x="8" y="4"/>
                    <a:pt x="7" y="6"/>
                    <a:pt x="6" y="7"/>
                  </a:cubicBezTo>
                  <a:cubicBezTo>
                    <a:pt x="3" y="6"/>
                    <a:pt x="0" y="1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32" name="Freeform 3511">
              <a:extLst>
                <a:ext uri="{FF2B5EF4-FFF2-40B4-BE49-F238E27FC236}">
                  <a16:creationId xmlns:a16="http://schemas.microsoft.com/office/drawing/2014/main" id="{7CB0C82F-CCAD-4A04-A913-C7605CB1B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184"/>
              <a:ext cx="10" cy="9"/>
            </a:xfrm>
            <a:custGeom>
              <a:avLst/>
              <a:gdLst>
                <a:gd name="T0" fmla="*/ 24 w 5"/>
                <a:gd name="T1" fmla="*/ 7 h 5"/>
                <a:gd name="T2" fmla="*/ 24 w 5"/>
                <a:gd name="T3" fmla="*/ 29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4" y="3"/>
                    <a:pt x="5" y="3"/>
                    <a:pt x="3" y="5"/>
                  </a:cubicBez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33" name="Freeform 3512">
              <a:extLst>
                <a:ext uri="{FF2B5EF4-FFF2-40B4-BE49-F238E27FC236}">
                  <a16:creationId xmlns:a16="http://schemas.microsoft.com/office/drawing/2014/main" id="{0733AB0F-8DBA-4088-98F4-7BC82C791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109"/>
              <a:ext cx="7" cy="11"/>
            </a:xfrm>
            <a:custGeom>
              <a:avLst/>
              <a:gdLst>
                <a:gd name="T0" fmla="*/ 12 w 4"/>
                <a:gd name="T1" fmla="*/ 0 h 6"/>
                <a:gd name="T2" fmla="*/ 12 w 4"/>
                <a:gd name="T3" fmla="*/ 37 h 6"/>
                <a:gd name="T4" fmla="*/ 7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4" y="2"/>
                    <a:pt x="4" y="4"/>
                    <a:pt x="2" y="6"/>
                  </a:cubicBezTo>
                  <a:cubicBezTo>
                    <a:pt x="0" y="4"/>
                    <a:pt x="1" y="3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34" name="Freeform 3513">
              <a:extLst>
                <a:ext uri="{FF2B5EF4-FFF2-40B4-BE49-F238E27FC236}">
                  <a16:creationId xmlns:a16="http://schemas.microsoft.com/office/drawing/2014/main" id="{DC15D5D6-8748-4C16-B273-68B7C255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111"/>
              <a:ext cx="6" cy="11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37 h 6"/>
                <a:gd name="T4" fmla="*/ 8 w 3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2"/>
                    <a:pt x="3" y="4"/>
                    <a:pt x="3" y="6"/>
                  </a:cubicBezTo>
                  <a:cubicBezTo>
                    <a:pt x="2" y="6"/>
                    <a:pt x="2" y="5"/>
                    <a:pt x="1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35" name="Freeform 3514">
              <a:extLst>
                <a:ext uri="{FF2B5EF4-FFF2-40B4-BE49-F238E27FC236}">
                  <a16:creationId xmlns:a16="http://schemas.microsoft.com/office/drawing/2014/main" id="{78F1FB07-15FE-4342-B9EE-B4EE53167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128"/>
              <a:ext cx="9" cy="11"/>
            </a:xfrm>
            <a:custGeom>
              <a:avLst/>
              <a:gdLst>
                <a:gd name="T0" fmla="*/ 7 w 5"/>
                <a:gd name="T1" fmla="*/ 0 h 6"/>
                <a:gd name="T2" fmla="*/ 29 w 5"/>
                <a:gd name="T3" fmla="*/ 24 h 6"/>
                <a:gd name="T4" fmla="*/ 7 w 5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3" y="1"/>
                    <a:pt x="5" y="2"/>
                    <a:pt x="5" y="4"/>
                  </a:cubicBezTo>
                  <a:cubicBezTo>
                    <a:pt x="3" y="6"/>
                    <a:pt x="0" y="4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36" name="Freeform 3515">
              <a:extLst>
                <a:ext uri="{FF2B5EF4-FFF2-40B4-BE49-F238E27FC236}">
                  <a16:creationId xmlns:a16="http://schemas.microsoft.com/office/drawing/2014/main" id="{09BD3CEC-4B13-40E7-A268-669E7347A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165"/>
              <a:ext cx="8" cy="9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16 h 5"/>
                <a:gd name="T4" fmla="*/ 0 w 4"/>
                <a:gd name="T5" fmla="*/ 2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0"/>
                    <a:pt x="4" y="1"/>
                    <a:pt x="4" y="3"/>
                  </a:cubicBezTo>
                  <a:cubicBezTo>
                    <a:pt x="3" y="5"/>
                    <a:pt x="2" y="4"/>
                    <a:pt x="0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37" name="Freeform 3516">
              <a:extLst>
                <a:ext uri="{FF2B5EF4-FFF2-40B4-BE49-F238E27FC236}">
                  <a16:creationId xmlns:a16="http://schemas.microsoft.com/office/drawing/2014/main" id="{5E395F66-3561-40AB-9588-1CEE243EA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182"/>
              <a:ext cx="9" cy="9"/>
            </a:xfrm>
            <a:custGeom>
              <a:avLst/>
              <a:gdLst>
                <a:gd name="T0" fmla="*/ 13 w 5"/>
                <a:gd name="T1" fmla="*/ 0 h 5"/>
                <a:gd name="T2" fmla="*/ 16 w 5"/>
                <a:gd name="T3" fmla="*/ 29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4" y="2"/>
                    <a:pt x="5" y="4"/>
                    <a:pt x="3" y="5"/>
                  </a:cubicBezTo>
                  <a:cubicBezTo>
                    <a:pt x="0" y="5"/>
                    <a:pt x="0" y="3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38" name="Freeform 3517">
              <a:extLst>
                <a:ext uri="{FF2B5EF4-FFF2-40B4-BE49-F238E27FC236}">
                  <a16:creationId xmlns:a16="http://schemas.microsoft.com/office/drawing/2014/main" id="{214F7BEF-34A0-4FA4-B39A-191282E13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06"/>
              <a:ext cx="6" cy="8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32 h 4"/>
                <a:gd name="T4" fmla="*/ 0 w 3"/>
                <a:gd name="T5" fmla="*/ 2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1"/>
                    <a:pt x="3" y="2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39" name="Freeform 3518">
              <a:extLst>
                <a:ext uri="{FF2B5EF4-FFF2-40B4-BE49-F238E27FC236}">
                  <a16:creationId xmlns:a16="http://schemas.microsoft.com/office/drawing/2014/main" id="{63875B78-4253-420B-A7A7-46D58CFE8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45"/>
              <a:ext cx="15" cy="14"/>
            </a:xfrm>
            <a:custGeom>
              <a:avLst/>
              <a:gdLst>
                <a:gd name="T0" fmla="*/ 39 w 8"/>
                <a:gd name="T1" fmla="*/ 0 h 7"/>
                <a:gd name="T2" fmla="*/ 21 w 8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8" y="7"/>
                    <a:pt x="0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40" name="Freeform 3519">
              <a:extLst>
                <a:ext uri="{FF2B5EF4-FFF2-40B4-BE49-F238E27FC236}">
                  <a16:creationId xmlns:a16="http://schemas.microsoft.com/office/drawing/2014/main" id="{BF89EBEB-C4B6-442C-8563-5A042D19D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058"/>
              <a:ext cx="7" cy="8"/>
            </a:xfrm>
            <a:custGeom>
              <a:avLst/>
              <a:gdLst>
                <a:gd name="T0" fmla="*/ 21 w 4"/>
                <a:gd name="T1" fmla="*/ 8 h 4"/>
                <a:gd name="T2" fmla="*/ 16 w 4"/>
                <a:gd name="T3" fmla="*/ 32 h 4"/>
                <a:gd name="T4" fmla="*/ 0 w 4"/>
                <a:gd name="T5" fmla="*/ 8 h 4"/>
                <a:gd name="T6" fmla="*/ 7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2"/>
                    <a:pt x="4" y="3"/>
                    <a:pt x="3" y="4"/>
                  </a:cubicBezTo>
                  <a:cubicBezTo>
                    <a:pt x="2" y="3"/>
                    <a:pt x="0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41" name="Freeform 3520">
              <a:extLst>
                <a:ext uri="{FF2B5EF4-FFF2-40B4-BE49-F238E27FC236}">
                  <a16:creationId xmlns:a16="http://schemas.microsoft.com/office/drawing/2014/main" id="{68D28555-11CB-46B5-95E6-46312A317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064"/>
              <a:ext cx="8" cy="9"/>
            </a:xfrm>
            <a:custGeom>
              <a:avLst/>
              <a:gdLst>
                <a:gd name="T0" fmla="*/ 16 w 4"/>
                <a:gd name="T1" fmla="*/ 0 h 5"/>
                <a:gd name="T2" fmla="*/ 32 w 4"/>
                <a:gd name="T3" fmla="*/ 29 h 5"/>
                <a:gd name="T4" fmla="*/ 0 w 4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3"/>
                    <a:pt x="4" y="5"/>
                  </a:cubicBezTo>
                  <a:cubicBezTo>
                    <a:pt x="2" y="5"/>
                    <a:pt x="0" y="3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42" name="Freeform 3521">
              <a:extLst>
                <a:ext uri="{FF2B5EF4-FFF2-40B4-BE49-F238E27FC236}">
                  <a16:creationId xmlns:a16="http://schemas.microsoft.com/office/drawing/2014/main" id="{E8647146-28BA-4C17-BAC2-8B0542BA5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040"/>
              <a:ext cx="11" cy="13"/>
            </a:xfrm>
            <a:custGeom>
              <a:avLst/>
              <a:gdLst>
                <a:gd name="T0" fmla="*/ 7 w 6"/>
                <a:gd name="T1" fmla="*/ 0 h 7"/>
                <a:gd name="T2" fmla="*/ 20 w 6"/>
                <a:gd name="T3" fmla="*/ 37 h 7"/>
                <a:gd name="T4" fmla="*/ 7 w 6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cubicBezTo>
                    <a:pt x="2" y="1"/>
                    <a:pt x="6" y="5"/>
                    <a:pt x="3" y="6"/>
                  </a:cubicBezTo>
                  <a:cubicBezTo>
                    <a:pt x="1" y="7"/>
                    <a:pt x="0" y="3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43" name="Freeform 3522">
              <a:extLst>
                <a:ext uri="{FF2B5EF4-FFF2-40B4-BE49-F238E27FC236}">
                  <a16:creationId xmlns:a16="http://schemas.microsoft.com/office/drawing/2014/main" id="{57DBE15C-784A-4103-A5E5-83BEBC7FA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952"/>
              <a:ext cx="8" cy="11"/>
            </a:xfrm>
            <a:custGeom>
              <a:avLst/>
              <a:gdLst>
                <a:gd name="T0" fmla="*/ 8 w 4"/>
                <a:gd name="T1" fmla="*/ 0 h 6"/>
                <a:gd name="T2" fmla="*/ 0 w 4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4" y="1"/>
                    <a:pt x="2" y="6"/>
                    <a:pt x="0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44" name="Freeform 3523">
              <a:extLst>
                <a:ext uri="{FF2B5EF4-FFF2-40B4-BE49-F238E27FC236}">
                  <a16:creationId xmlns:a16="http://schemas.microsoft.com/office/drawing/2014/main" id="{DEF8973D-5296-4C33-855C-54942EB9D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987"/>
              <a:ext cx="8" cy="10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40 h 5"/>
                <a:gd name="T4" fmla="*/ 0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3" y="1"/>
                    <a:pt x="4" y="4"/>
                    <a:pt x="2" y="5"/>
                  </a:cubicBezTo>
                  <a:cubicBezTo>
                    <a:pt x="0" y="4"/>
                    <a:pt x="0" y="2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45" name="Freeform 3524">
              <a:extLst>
                <a:ext uri="{FF2B5EF4-FFF2-40B4-BE49-F238E27FC236}">
                  <a16:creationId xmlns:a16="http://schemas.microsoft.com/office/drawing/2014/main" id="{CBA4ABC0-6577-468F-9744-3DAEBE57F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012"/>
              <a:ext cx="7" cy="7"/>
            </a:xfrm>
            <a:custGeom>
              <a:avLst/>
              <a:gdLst>
                <a:gd name="T0" fmla="*/ 0 w 4"/>
                <a:gd name="T1" fmla="*/ 7 h 4"/>
                <a:gd name="T2" fmla="*/ 16 w 4"/>
                <a:gd name="T3" fmla="*/ 21 h 4"/>
                <a:gd name="T4" fmla="*/ 7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3" y="0"/>
                    <a:pt x="4" y="3"/>
                    <a:pt x="3" y="4"/>
                  </a:cubicBezTo>
                  <a:cubicBezTo>
                    <a:pt x="1" y="4"/>
                    <a:pt x="0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46" name="Freeform 3525">
              <a:extLst>
                <a:ext uri="{FF2B5EF4-FFF2-40B4-BE49-F238E27FC236}">
                  <a16:creationId xmlns:a16="http://schemas.microsoft.com/office/drawing/2014/main" id="{10B0D3CA-CE98-46B3-96F9-9FDB4A11B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012"/>
              <a:ext cx="7" cy="5"/>
            </a:xfrm>
            <a:custGeom>
              <a:avLst/>
              <a:gdLst>
                <a:gd name="T0" fmla="*/ 12 w 4"/>
                <a:gd name="T1" fmla="*/ 0 h 3"/>
                <a:gd name="T2" fmla="*/ 21 w 4"/>
                <a:gd name="T3" fmla="*/ 13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2" y="3"/>
                    <a:pt x="0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47" name="Freeform 3526">
              <a:extLst>
                <a:ext uri="{FF2B5EF4-FFF2-40B4-BE49-F238E27FC236}">
                  <a16:creationId xmlns:a16="http://schemas.microsoft.com/office/drawing/2014/main" id="{54FF9BD0-2D97-4BD0-9D79-1802718E8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965"/>
              <a:ext cx="17" cy="9"/>
            </a:xfrm>
            <a:custGeom>
              <a:avLst/>
              <a:gdLst>
                <a:gd name="T0" fmla="*/ 28 w 9"/>
                <a:gd name="T1" fmla="*/ 0 h 5"/>
                <a:gd name="T2" fmla="*/ 2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9" y="3"/>
                    <a:pt x="0" y="5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48" name="Freeform 3527">
              <a:extLst>
                <a:ext uri="{FF2B5EF4-FFF2-40B4-BE49-F238E27FC236}">
                  <a16:creationId xmlns:a16="http://schemas.microsoft.com/office/drawing/2014/main" id="{DA827CE1-B0EA-4F4D-9FAA-05B899EE8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957"/>
              <a:ext cx="4" cy="8"/>
            </a:xfrm>
            <a:custGeom>
              <a:avLst/>
              <a:gdLst>
                <a:gd name="T0" fmla="*/ 0 w 2"/>
                <a:gd name="T1" fmla="*/ 0 h 4"/>
                <a:gd name="T2" fmla="*/ 16 w 2"/>
                <a:gd name="T3" fmla="*/ 32 h 4"/>
                <a:gd name="T4" fmla="*/ 8 w 2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2"/>
                    <a:pt x="2" y="4"/>
                  </a:cubicBezTo>
                  <a:cubicBezTo>
                    <a:pt x="0" y="4"/>
                    <a:pt x="0" y="2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49" name="Freeform 3528">
              <a:extLst>
                <a:ext uri="{FF2B5EF4-FFF2-40B4-BE49-F238E27FC236}">
                  <a16:creationId xmlns:a16="http://schemas.microsoft.com/office/drawing/2014/main" id="{A399C04E-AC13-40B4-940B-6857FDEB3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991"/>
              <a:ext cx="4" cy="6"/>
            </a:xfrm>
            <a:custGeom>
              <a:avLst/>
              <a:gdLst>
                <a:gd name="T0" fmla="*/ 16 w 2"/>
                <a:gd name="T1" fmla="*/ 16 h 3"/>
                <a:gd name="T2" fmla="*/ 16 w 2"/>
                <a:gd name="T3" fmla="*/ 24 h 3"/>
                <a:gd name="T4" fmla="*/ 0 w 2"/>
                <a:gd name="T5" fmla="*/ 0 h 3"/>
                <a:gd name="T6" fmla="*/ 16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50" name="Freeform 3529">
              <a:extLst>
                <a:ext uri="{FF2B5EF4-FFF2-40B4-BE49-F238E27FC236}">
                  <a16:creationId xmlns:a16="http://schemas.microsoft.com/office/drawing/2014/main" id="{DE18F7D9-180B-4612-9CB7-43F65C8BA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771"/>
              <a:ext cx="17" cy="20"/>
            </a:xfrm>
            <a:custGeom>
              <a:avLst/>
              <a:gdLst>
                <a:gd name="T0" fmla="*/ 21 w 9"/>
                <a:gd name="T1" fmla="*/ 36 h 11"/>
                <a:gd name="T2" fmla="*/ 8 w 9"/>
                <a:gd name="T3" fmla="*/ 53 h 11"/>
                <a:gd name="T4" fmla="*/ 28 w 9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6"/>
                  </a:moveTo>
                  <a:cubicBezTo>
                    <a:pt x="1" y="7"/>
                    <a:pt x="0" y="7"/>
                    <a:pt x="1" y="9"/>
                  </a:cubicBezTo>
                  <a:cubicBezTo>
                    <a:pt x="9" y="11"/>
                    <a:pt x="7" y="0"/>
                    <a:pt x="4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51" name="Freeform 3530">
              <a:extLst>
                <a:ext uri="{FF2B5EF4-FFF2-40B4-BE49-F238E27FC236}">
                  <a16:creationId xmlns:a16="http://schemas.microsoft.com/office/drawing/2014/main" id="{1BF3AC3B-EE6A-43D1-B438-DFD33316A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737"/>
              <a:ext cx="15" cy="15"/>
            </a:xfrm>
            <a:custGeom>
              <a:avLst/>
              <a:gdLst>
                <a:gd name="T0" fmla="*/ 8 w 8"/>
                <a:gd name="T1" fmla="*/ 21 h 8"/>
                <a:gd name="T2" fmla="*/ 45 w 8"/>
                <a:gd name="T3" fmla="*/ 32 h 8"/>
                <a:gd name="T4" fmla="*/ 21 w 8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0" y="8"/>
                    <a:pt x="6" y="8"/>
                    <a:pt x="7" y="5"/>
                  </a:cubicBezTo>
                  <a:cubicBezTo>
                    <a:pt x="8" y="2"/>
                    <a:pt x="5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52" name="Freeform 3531">
              <a:extLst>
                <a:ext uri="{FF2B5EF4-FFF2-40B4-BE49-F238E27FC236}">
                  <a16:creationId xmlns:a16="http://schemas.microsoft.com/office/drawing/2014/main" id="{05C90C07-76ED-4CD2-90AA-6076C7997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741"/>
              <a:ext cx="11" cy="11"/>
            </a:xfrm>
            <a:custGeom>
              <a:avLst/>
              <a:gdLst>
                <a:gd name="T0" fmla="*/ 13 w 6"/>
                <a:gd name="T1" fmla="*/ 13 h 6"/>
                <a:gd name="T2" fmla="*/ 7 w 6"/>
                <a:gd name="T3" fmla="*/ 37 h 6"/>
                <a:gd name="T4" fmla="*/ 13 w 6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6" y="6"/>
                    <a:pt x="6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53" name="Freeform 3532">
              <a:extLst>
                <a:ext uri="{FF2B5EF4-FFF2-40B4-BE49-F238E27FC236}">
                  <a16:creationId xmlns:a16="http://schemas.microsoft.com/office/drawing/2014/main" id="{8CC62018-D092-4A60-B8D7-EF9C4834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683"/>
              <a:ext cx="17" cy="15"/>
            </a:xfrm>
            <a:custGeom>
              <a:avLst/>
              <a:gdLst>
                <a:gd name="T0" fmla="*/ 21 w 9"/>
                <a:gd name="T1" fmla="*/ 15 h 8"/>
                <a:gd name="T2" fmla="*/ 15 w 9"/>
                <a:gd name="T3" fmla="*/ 45 h 8"/>
                <a:gd name="T4" fmla="*/ 32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3" y="2"/>
                  </a:moveTo>
                  <a:cubicBezTo>
                    <a:pt x="1" y="2"/>
                    <a:pt x="0" y="6"/>
                    <a:pt x="2" y="7"/>
                  </a:cubicBezTo>
                  <a:cubicBezTo>
                    <a:pt x="6" y="8"/>
                    <a:pt x="9" y="1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54" name="Freeform 3533">
              <a:extLst>
                <a:ext uri="{FF2B5EF4-FFF2-40B4-BE49-F238E27FC236}">
                  <a16:creationId xmlns:a16="http://schemas.microsoft.com/office/drawing/2014/main" id="{EFA21402-A487-40B3-80A6-1B7EABAF5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3597"/>
              <a:ext cx="11" cy="11"/>
            </a:xfrm>
            <a:custGeom>
              <a:avLst/>
              <a:gdLst>
                <a:gd name="T0" fmla="*/ 20 w 6"/>
                <a:gd name="T1" fmla="*/ 13 h 6"/>
                <a:gd name="T2" fmla="*/ 7 w 6"/>
                <a:gd name="T3" fmla="*/ 37 h 6"/>
                <a:gd name="T4" fmla="*/ 24 w 6"/>
                <a:gd name="T5" fmla="*/ 0 h 6"/>
                <a:gd name="T6" fmla="*/ 20 w 6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1" y="3"/>
                    <a:pt x="0" y="5"/>
                    <a:pt x="1" y="6"/>
                  </a:cubicBezTo>
                  <a:cubicBezTo>
                    <a:pt x="4" y="6"/>
                    <a:pt x="6" y="2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55" name="Freeform 3534">
              <a:extLst>
                <a:ext uri="{FF2B5EF4-FFF2-40B4-BE49-F238E27FC236}">
                  <a16:creationId xmlns:a16="http://schemas.microsoft.com/office/drawing/2014/main" id="{9CF0D24C-4C2F-4ECD-B148-CBD20C32A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483"/>
              <a:ext cx="11" cy="13"/>
            </a:xfrm>
            <a:custGeom>
              <a:avLst/>
              <a:gdLst>
                <a:gd name="T0" fmla="*/ 7 w 6"/>
                <a:gd name="T1" fmla="*/ 13 h 7"/>
                <a:gd name="T2" fmla="*/ 20 w 6"/>
                <a:gd name="T3" fmla="*/ 45 h 7"/>
                <a:gd name="T4" fmla="*/ 13 w 6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0" y="5"/>
                    <a:pt x="1" y="7"/>
                    <a:pt x="3" y="7"/>
                  </a:cubicBezTo>
                  <a:cubicBezTo>
                    <a:pt x="6" y="5"/>
                    <a:pt x="5" y="0"/>
                    <a:pt x="2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56" name="Freeform 3535">
              <a:extLst>
                <a:ext uri="{FF2B5EF4-FFF2-40B4-BE49-F238E27FC236}">
                  <a16:creationId xmlns:a16="http://schemas.microsoft.com/office/drawing/2014/main" id="{5E544142-EFAA-4F7E-92BE-9DB72DB9B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499"/>
              <a:ext cx="11" cy="14"/>
            </a:xfrm>
            <a:custGeom>
              <a:avLst/>
              <a:gdLst>
                <a:gd name="T0" fmla="*/ 0 w 6"/>
                <a:gd name="T1" fmla="*/ 16 h 7"/>
                <a:gd name="T2" fmla="*/ 7 w 6"/>
                <a:gd name="T3" fmla="*/ 56 h 7"/>
                <a:gd name="T4" fmla="*/ 24 w 6"/>
                <a:gd name="T5" fmla="*/ 0 h 7"/>
                <a:gd name="T6" fmla="*/ 13 w 6"/>
                <a:gd name="T7" fmla="*/ 1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4"/>
                    <a:pt x="0" y="5"/>
                    <a:pt x="1" y="7"/>
                  </a:cubicBezTo>
                  <a:cubicBezTo>
                    <a:pt x="4" y="6"/>
                    <a:pt x="6" y="2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57" name="Freeform 3536">
              <a:extLst>
                <a:ext uri="{FF2B5EF4-FFF2-40B4-BE49-F238E27FC236}">
                  <a16:creationId xmlns:a16="http://schemas.microsoft.com/office/drawing/2014/main" id="{221BC703-C711-40D9-B86E-C98D116B0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511"/>
              <a:ext cx="17" cy="24"/>
            </a:xfrm>
            <a:custGeom>
              <a:avLst/>
              <a:gdLst>
                <a:gd name="T0" fmla="*/ 0 w 9"/>
                <a:gd name="T1" fmla="*/ 0 h 13"/>
                <a:gd name="T2" fmla="*/ 8 w 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1" y="13"/>
                    <a:pt x="9" y="3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58" name="Freeform 3537">
              <a:extLst>
                <a:ext uri="{FF2B5EF4-FFF2-40B4-BE49-F238E27FC236}">
                  <a16:creationId xmlns:a16="http://schemas.microsoft.com/office/drawing/2014/main" id="{5E7E6EB8-2A4E-494E-AB3A-B70FF4083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3587"/>
              <a:ext cx="11" cy="12"/>
            </a:xfrm>
            <a:custGeom>
              <a:avLst/>
              <a:gdLst>
                <a:gd name="T0" fmla="*/ 13 w 6"/>
                <a:gd name="T1" fmla="*/ 0 h 6"/>
                <a:gd name="T2" fmla="*/ 20 w 6"/>
                <a:gd name="T3" fmla="*/ 48 h 6"/>
                <a:gd name="T4" fmla="*/ 2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6" y="5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59" name="Freeform 3538">
              <a:extLst>
                <a:ext uri="{FF2B5EF4-FFF2-40B4-BE49-F238E27FC236}">
                  <a16:creationId xmlns:a16="http://schemas.microsoft.com/office/drawing/2014/main" id="{164B54D7-0CF3-40E7-8918-EFBD96E2A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572"/>
              <a:ext cx="12" cy="15"/>
            </a:xfrm>
            <a:custGeom>
              <a:avLst/>
              <a:gdLst>
                <a:gd name="T0" fmla="*/ 0 w 6"/>
                <a:gd name="T1" fmla="*/ 21 h 8"/>
                <a:gd name="T2" fmla="*/ 16 w 6"/>
                <a:gd name="T3" fmla="*/ 53 h 8"/>
                <a:gd name="T4" fmla="*/ 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3"/>
                  </a:moveTo>
                  <a:cubicBezTo>
                    <a:pt x="0" y="5"/>
                    <a:pt x="0" y="7"/>
                    <a:pt x="2" y="8"/>
                  </a:cubicBezTo>
                  <a:cubicBezTo>
                    <a:pt x="6" y="6"/>
                    <a:pt x="5" y="0"/>
                    <a:pt x="1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60" name="Freeform 3539">
              <a:extLst>
                <a:ext uri="{FF2B5EF4-FFF2-40B4-BE49-F238E27FC236}">
                  <a16:creationId xmlns:a16="http://schemas.microsoft.com/office/drawing/2014/main" id="{FD7DF5DC-0D2C-4CEF-A06F-2F1EC6219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608"/>
              <a:ext cx="11" cy="11"/>
            </a:xfrm>
            <a:custGeom>
              <a:avLst/>
              <a:gdLst>
                <a:gd name="T0" fmla="*/ 20 w 6"/>
                <a:gd name="T1" fmla="*/ 7 h 6"/>
                <a:gd name="T2" fmla="*/ 7 w 6"/>
                <a:gd name="T3" fmla="*/ 7 h 6"/>
                <a:gd name="T4" fmla="*/ 37 w 6"/>
                <a:gd name="T5" fmla="*/ 13 h 6"/>
                <a:gd name="T6" fmla="*/ 24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0" y="6"/>
                    <a:pt x="5" y="6"/>
                    <a:pt x="6" y="2"/>
                  </a:cubicBezTo>
                  <a:cubicBezTo>
                    <a:pt x="5" y="1"/>
                    <a:pt x="5" y="1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61" name="Freeform 3540">
              <a:extLst>
                <a:ext uri="{FF2B5EF4-FFF2-40B4-BE49-F238E27FC236}">
                  <a16:creationId xmlns:a16="http://schemas.microsoft.com/office/drawing/2014/main" id="{6B280774-F2E9-44EC-9CEA-227C07489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3644"/>
              <a:ext cx="7" cy="9"/>
            </a:xfrm>
            <a:custGeom>
              <a:avLst/>
              <a:gdLst>
                <a:gd name="T0" fmla="*/ 0 w 4"/>
                <a:gd name="T1" fmla="*/ 7 h 5"/>
                <a:gd name="T2" fmla="*/ 12 w 4"/>
                <a:gd name="T3" fmla="*/ 29 h 5"/>
                <a:gd name="T4" fmla="*/ 16 w 4"/>
                <a:gd name="T5" fmla="*/ 7 h 5"/>
                <a:gd name="T6" fmla="*/ 7 w 4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4"/>
                    <a:pt x="4" y="2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62" name="Freeform 3541">
              <a:extLst>
                <a:ext uri="{FF2B5EF4-FFF2-40B4-BE49-F238E27FC236}">
                  <a16:creationId xmlns:a16="http://schemas.microsoft.com/office/drawing/2014/main" id="{979E726C-5D6B-4985-A22D-5F4535BEC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688"/>
              <a:ext cx="9" cy="8"/>
            </a:xfrm>
            <a:custGeom>
              <a:avLst/>
              <a:gdLst>
                <a:gd name="T0" fmla="*/ 0 w 5"/>
                <a:gd name="T1" fmla="*/ 0 h 4"/>
                <a:gd name="T2" fmla="*/ 16 w 5"/>
                <a:gd name="T3" fmla="*/ 32 h 4"/>
                <a:gd name="T4" fmla="*/ 1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5" y="3"/>
                    <a:pt x="4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63" name="Freeform 3542">
              <a:extLst>
                <a:ext uri="{FF2B5EF4-FFF2-40B4-BE49-F238E27FC236}">
                  <a16:creationId xmlns:a16="http://schemas.microsoft.com/office/drawing/2014/main" id="{68F46CBC-99D8-4D4F-A89D-AC5397C53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3674"/>
              <a:ext cx="3" cy="7"/>
            </a:xfrm>
            <a:custGeom>
              <a:avLst/>
              <a:gdLst>
                <a:gd name="T0" fmla="*/ 0 w 2"/>
                <a:gd name="T1" fmla="*/ 12 h 4"/>
                <a:gd name="T2" fmla="*/ 5 w 2"/>
                <a:gd name="T3" fmla="*/ 21 h 4"/>
                <a:gd name="T4" fmla="*/ 8 w 2"/>
                <a:gd name="T5" fmla="*/ 0 h 4"/>
                <a:gd name="T6" fmla="*/ 0 w 2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3"/>
                    <a:pt x="2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64" name="Freeform 3543">
              <a:extLst>
                <a:ext uri="{FF2B5EF4-FFF2-40B4-BE49-F238E27FC236}">
                  <a16:creationId xmlns:a16="http://schemas.microsoft.com/office/drawing/2014/main" id="{B8B51270-4DAD-40FA-B586-45423994B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640"/>
              <a:ext cx="10" cy="11"/>
            </a:xfrm>
            <a:custGeom>
              <a:avLst/>
              <a:gdLst>
                <a:gd name="T0" fmla="*/ 16 w 5"/>
                <a:gd name="T1" fmla="*/ 0 h 6"/>
                <a:gd name="T2" fmla="*/ 24 w 5"/>
                <a:gd name="T3" fmla="*/ 37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1" y="5"/>
                    <a:pt x="3" y="6"/>
                  </a:cubicBezTo>
                  <a:cubicBezTo>
                    <a:pt x="5" y="4"/>
                    <a:pt x="4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65" name="Freeform 3544">
              <a:extLst>
                <a:ext uri="{FF2B5EF4-FFF2-40B4-BE49-F238E27FC236}">
                  <a16:creationId xmlns:a16="http://schemas.microsoft.com/office/drawing/2014/main" id="{D2FBCEC2-26D1-4CB6-9331-7C6E36082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629"/>
              <a:ext cx="9" cy="9"/>
            </a:xfrm>
            <a:custGeom>
              <a:avLst/>
              <a:gdLst>
                <a:gd name="T0" fmla="*/ 7 w 5"/>
                <a:gd name="T1" fmla="*/ 7 h 5"/>
                <a:gd name="T2" fmla="*/ 7 w 5"/>
                <a:gd name="T3" fmla="*/ 29 h 5"/>
                <a:gd name="T4" fmla="*/ 7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5" y="4"/>
                    <a:pt x="4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66" name="Freeform 3545">
              <a:extLst>
                <a:ext uri="{FF2B5EF4-FFF2-40B4-BE49-F238E27FC236}">
                  <a16:creationId xmlns:a16="http://schemas.microsoft.com/office/drawing/2014/main" id="{60F46151-BBC8-4B4A-90DC-8C4693DF1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733"/>
              <a:ext cx="17" cy="15"/>
            </a:xfrm>
            <a:custGeom>
              <a:avLst/>
              <a:gdLst>
                <a:gd name="T0" fmla="*/ 40 w 9"/>
                <a:gd name="T1" fmla="*/ 8 h 8"/>
                <a:gd name="T2" fmla="*/ 28 w 9"/>
                <a:gd name="T3" fmla="*/ 45 h 8"/>
                <a:gd name="T4" fmla="*/ 47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1"/>
                  </a:moveTo>
                  <a:cubicBezTo>
                    <a:pt x="1" y="1"/>
                    <a:pt x="0" y="7"/>
                    <a:pt x="4" y="7"/>
                  </a:cubicBezTo>
                  <a:cubicBezTo>
                    <a:pt x="8" y="8"/>
                    <a:pt x="9" y="2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67" name="Freeform 3546">
              <a:extLst>
                <a:ext uri="{FF2B5EF4-FFF2-40B4-BE49-F238E27FC236}">
                  <a16:creationId xmlns:a16="http://schemas.microsoft.com/office/drawing/2014/main" id="{C913264D-B499-49B1-A12A-74EFD17A5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713"/>
              <a:ext cx="10" cy="9"/>
            </a:xfrm>
            <a:custGeom>
              <a:avLst/>
              <a:gdLst>
                <a:gd name="T0" fmla="*/ 32 w 5"/>
                <a:gd name="T1" fmla="*/ 7 h 5"/>
                <a:gd name="T2" fmla="*/ 0 w 5"/>
                <a:gd name="T3" fmla="*/ 16 h 5"/>
                <a:gd name="T4" fmla="*/ 40 w 5"/>
                <a:gd name="T5" fmla="*/ 7 h 5"/>
                <a:gd name="T6" fmla="*/ 16 w 5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2" y="1"/>
                    <a:pt x="1" y="1"/>
                    <a:pt x="0" y="3"/>
                  </a:cubicBezTo>
                  <a:cubicBezTo>
                    <a:pt x="3" y="5"/>
                    <a:pt x="5" y="4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68" name="Freeform 3547">
              <a:extLst>
                <a:ext uri="{FF2B5EF4-FFF2-40B4-BE49-F238E27FC236}">
                  <a16:creationId xmlns:a16="http://schemas.microsoft.com/office/drawing/2014/main" id="{47ED6C63-09CC-4EA8-9250-587873B0B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773"/>
              <a:ext cx="12" cy="7"/>
            </a:xfrm>
            <a:custGeom>
              <a:avLst/>
              <a:gdLst>
                <a:gd name="T0" fmla="*/ 16 w 6"/>
                <a:gd name="T1" fmla="*/ 0 h 4"/>
                <a:gd name="T2" fmla="*/ 8 w 6"/>
                <a:gd name="T3" fmla="*/ 21 h 4"/>
                <a:gd name="T4" fmla="*/ 48 w 6"/>
                <a:gd name="T5" fmla="*/ 7 h 4"/>
                <a:gd name="T6" fmla="*/ 16 w 6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6" y="4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69" name="Freeform 3548">
              <a:extLst>
                <a:ext uri="{FF2B5EF4-FFF2-40B4-BE49-F238E27FC236}">
                  <a16:creationId xmlns:a16="http://schemas.microsoft.com/office/drawing/2014/main" id="{6AABB364-6EE3-4ECF-97FA-219FBBA58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3773"/>
              <a:ext cx="9" cy="9"/>
            </a:xfrm>
            <a:custGeom>
              <a:avLst/>
              <a:gdLst>
                <a:gd name="T0" fmla="*/ 7 w 5"/>
                <a:gd name="T1" fmla="*/ 7 h 5"/>
                <a:gd name="T2" fmla="*/ 7 w 5"/>
                <a:gd name="T3" fmla="*/ 29 h 5"/>
                <a:gd name="T4" fmla="*/ 7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5" y="5"/>
                    <a:pt x="5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70" name="Freeform 3549">
              <a:extLst>
                <a:ext uri="{FF2B5EF4-FFF2-40B4-BE49-F238E27FC236}">
                  <a16:creationId xmlns:a16="http://schemas.microsoft.com/office/drawing/2014/main" id="{EE884A97-A990-4E15-9687-96AA6BFC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801"/>
              <a:ext cx="8" cy="5"/>
            </a:xfrm>
            <a:custGeom>
              <a:avLst/>
              <a:gdLst>
                <a:gd name="T0" fmla="*/ 8 w 4"/>
                <a:gd name="T1" fmla="*/ 0 h 3"/>
                <a:gd name="T2" fmla="*/ 8 w 4"/>
                <a:gd name="T3" fmla="*/ 8 h 3"/>
                <a:gd name="T4" fmla="*/ 32 w 4"/>
                <a:gd name="T5" fmla="*/ 0 h 3"/>
                <a:gd name="T6" fmla="*/ 24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3" y="3"/>
                    <a:pt x="4" y="3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71" name="Freeform 3550">
              <a:extLst>
                <a:ext uri="{FF2B5EF4-FFF2-40B4-BE49-F238E27FC236}">
                  <a16:creationId xmlns:a16="http://schemas.microsoft.com/office/drawing/2014/main" id="{D1302E85-0517-46F4-96FA-F5CC5D40F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818"/>
              <a:ext cx="25" cy="18"/>
            </a:xfrm>
            <a:custGeom>
              <a:avLst/>
              <a:gdLst>
                <a:gd name="T0" fmla="*/ 29 w 13"/>
                <a:gd name="T1" fmla="*/ 16 h 10"/>
                <a:gd name="T2" fmla="*/ 15 w 13"/>
                <a:gd name="T3" fmla="*/ 16 h 10"/>
                <a:gd name="T4" fmla="*/ 37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4" y="3"/>
                  </a:moveTo>
                  <a:cubicBezTo>
                    <a:pt x="3" y="3"/>
                    <a:pt x="3" y="3"/>
                    <a:pt x="2" y="3"/>
                  </a:cubicBezTo>
                  <a:cubicBezTo>
                    <a:pt x="0" y="10"/>
                    <a:pt x="13" y="6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72" name="Freeform 3551">
              <a:extLst>
                <a:ext uri="{FF2B5EF4-FFF2-40B4-BE49-F238E27FC236}">
                  <a16:creationId xmlns:a16="http://schemas.microsoft.com/office/drawing/2014/main" id="{315AF205-A6AC-4952-96F1-9CBC609D0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769"/>
              <a:ext cx="15" cy="11"/>
            </a:xfrm>
            <a:custGeom>
              <a:avLst/>
              <a:gdLst>
                <a:gd name="T0" fmla="*/ 15 w 8"/>
                <a:gd name="T1" fmla="*/ 7 h 6"/>
                <a:gd name="T2" fmla="*/ 53 w 8"/>
                <a:gd name="T3" fmla="*/ 13 h 6"/>
                <a:gd name="T4" fmla="*/ 28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6"/>
                    <a:pt x="7" y="6"/>
                    <a:pt x="8" y="2"/>
                  </a:cubicBezTo>
                  <a:cubicBezTo>
                    <a:pt x="7" y="1"/>
                    <a:pt x="6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73" name="Freeform 3552">
              <a:extLst>
                <a:ext uri="{FF2B5EF4-FFF2-40B4-BE49-F238E27FC236}">
                  <a16:creationId xmlns:a16="http://schemas.microsoft.com/office/drawing/2014/main" id="{BE5B25A4-F549-4B54-9EC0-C7423F42D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769"/>
              <a:ext cx="6" cy="6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16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3"/>
                    <a:pt x="2" y="2"/>
                  </a:cubicBezTo>
                  <a:cubicBezTo>
                    <a:pt x="3" y="0"/>
                    <a:pt x="2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74" name="Freeform 3553">
              <a:extLst>
                <a:ext uri="{FF2B5EF4-FFF2-40B4-BE49-F238E27FC236}">
                  <a16:creationId xmlns:a16="http://schemas.microsoft.com/office/drawing/2014/main" id="{D201C033-E1B2-4CD2-B50B-9D7E341EB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694"/>
              <a:ext cx="15" cy="13"/>
            </a:xfrm>
            <a:custGeom>
              <a:avLst/>
              <a:gdLst>
                <a:gd name="T0" fmla="*/ 8 w 8"/>
                <a:gd name="T1" fmla="*/ 7 h 7"/>
                <a:gd name="T2" fmla="*/ 28 w 8"/>
                <a:gd name="T3" fmla="*/ 0 h 7"/>
                <a:gd name="T4" fmla="*/ 15 w 8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0" y="7"/>
                    <a:pt x="8" y="3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75" name="Freeform 3554">
              <a:extLst>
                <a:ext uri="{FF2B5EF4-FFF2-40B4-BE49-F238E27FC236}">
                  <a16:creationId xmlns:a16="http://schemas.microsoft.com/office/drawing/2014/main" id="{9599B5BE-1E6F-4262-9F36-2B6776082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3799"/>
              <a:ext cx="22" cy="15"/>
            </a:xfrm>
            <a:custGeom>
              <a:avLst/>
              <a:gdLst>
                <a:gd name="T0" fmla="*/ 51 w 12"/>
                <a:gd name="T1" fmla="*/ 0 h 8"/>
                <a:gd name="T2" fmla="*/ 31 w 12"/>
                <a:gd name="T3" fmla="*/ 39 h 8"/>
                <a:gd name="T4" fmla="*/ 57 w 12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4" y="0"/>
                    <a:pt x="0" y="4"/>
                    <a:pt x="5" y="6"/>
                  </a:cubicBezTo>
                  <a:cubicBezTo>
                    <a:pt x="7" y="8"/>
                    <a:pt x="12" y="5"/>
                    <a:pt x="9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76" name="Freeform 3555">
              <a:extLst>
                <a:ext uri="{FF2B5EF4-FFF2-40B4-BE49-F238E27FC236}">
                  <a16:creationId xmlns:a16="http://schemas.microsoft.com/office/drawing/2014/main" id="{F68FD57E-B7D4-41F1-8312-6CCEFB32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797"/>
              <a:ext cx="16" cy="15"/>
            </a:xfrm>
            <a:custGeom>
              <a:avLst/>
              <a:gdLst>
                <a:gd name="T0" fmla="*/ 12 w 9"/>
                <a:gd name="T1" fmla="*/ 8 h 8"/>
                <a:gd name="T2" fmla="*/ 12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0" y="8"/>
                    <a:pt x="9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77" name="Freeform 3556">
              <a:extLst>
                <a:ext uri="{FF2B5EF4-FFF2-40B4-BE49-F238E27FC236}">
                  <a16:creationId xmlns:a16="http://schemas.microsoft.com/office/drawing/2014/main" id="{B6F9B2EF-CFE8-411E-ACA3-31BBFD5D8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3814"/>
              <a:ext cx="12" cy="7"/>
            </a:xfrm>
            <a:custGeom>
              <a:avLst/>
              <a:gdLst>
                <a:gd name="T0" fmla="*/ 40 w 6"/>
                <a:gd name="T1" fmla="*/ 7 h 4"/>
                <a:gd name="T2" fmla="*/ 0 w 6"/>
                <a:gd name="T3" fmla="*/ 12 h 4"/>
                <a:gd name="T4" fmla="*/ 48 w 6"/>
                <a:gd name="T5" fmla="*/ 7 h 4"/>
                <a:gd name="T6" fmla="*/ 32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1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2" y="4"/>
                    <a:pt x="5" y="3"/>
                    <a:pt x="6" y="1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78" name="Freeform 3557">
              <a:extLst>
                <a:ext uri="{FF2B5EF4-FFF2-40B4-BE49-F238E27FC236}">
                  <a16:creationId xmlns:a16="http://schemas.microsoft.com/office/drawing/2014/main" id="{6CED4C8A-1182-46A2-84B5-AEB1BAC08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3797"/>
              <a:ext cx="11" cy="9"/>
            </a:xfrm>
            <a:custGeom>
              <a:avLst/>
              <a:gdLst>
                <a:gd name="T0" fmla="*/ 20 w 6"/>
                <a:gd name="T1" fmla="*/ 0 h 5"/>
                <a:gd name="T2" fmla="*/ 0 w 6"/>
                <a:gd name="T3" fmla="*/ 16 h 5"/>
                <a:gd name="T4" fmla="*/ 37 w 6"/>
                <a:gd name="T5" fmla="*/ 16 h 5"/>
                <a:gd name="T6" fmla="*/ 1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5"/>
                    <a:pt x="4" y="5"/>
                    <a:pt x="6" y="3"/>
                  </a:cubicBezTo>
                  <a:cubicBezTo>
                    <a:pt x="5" y="1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79" name="Freeform 3558">
              <a:extLst>
                <a:ext uri="{FF2B5EF4-FFF2-40B4-BE49-F238E27FC236}">
                  <a16:creationId xmlns:a16="http://schemas.microsoft.com/office/drawing/2014/main" id="{76A1784D-6BBF-4D04-A5BE-E2028DF84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3825"/>
              <a:ext cx="15" cy="11"/>
            </a:xfrm>
            <a:custGeom>
              <a:avLst/>
              <a:gdLst>
                <a:gd name="T0" fmla="*/ 28 w 8"/>
                <a:gd name="T1" fmla="*/ 7 h 6"/>
                <a:gd name="T2" fmla="*/ 0 w 8"/>
                <a:gd name="T3" fmla="*/ 24 h 6"/>
                <a:gd name="T4" fmla="*/ 28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4" y="6"/>
                    <a:pt x="8" y="1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80" name="Freeform 3559">
              <a:extLst>
                <a:ext uri="{FF2B5EF4-FFF2-40B4-BE49-F238E27FC236}">
                  <a16:creationId xmlns:a16="http://schemas.microsoft.com/office/drawing/2014/main" id="{C96694FC-5D3C-44C2-BACA-64E7FA1D6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814"/>
              <a:ext cx="11" cy="9"/>
            </a:xfrm>
            <a:custGeom>
              <a:avLst/>
              <a:gdLst>
                <a:gd name="T0" fmla="*/ 24 w 6"/>
                <a:gd name="T1" fmla="*/ 7 h 5"/>
                <a:gd name="T2" fmla="*/ 7 w 6"/>
                <a:gd name="T3" fmla="*/ 29 h 5"/>
                <a:gd name="T4" fmla="*/ 37 w 6"/>
                <a:gd name="T5" fmla="*/ 7 h 5"/>
                <a:gd name="T6" fmla="*/ 2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5"/>
                    <a:pt x="6" y="4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81" name="Freeform 3560">
              <a:extLst>
                <a:ext uri="{FF2B5EF4-FFF2-40B4-BE49-F238E27FC236}">
                  <a16:creationId xmlns:a16="http://schemas.microsoft.com/office/drawing/2014/main" id="{79912513-A330-42FB-AB58-9E04B3265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790"/>
              <a:ext cx="12" cy="9"/>
            </a:xfrm>
            <a:custGeom>
              <a:avLst/>
              <a:gdLst>
                <a:gd name="T0" fmla="*/ 16 w 6"/>
                <a:gd name="T1" fmla="*/ 13 h 5"/>
                <a:gd name="T2" fmla="*/ 8 w 6"/>
                <a:gd name="T3" fmla="*/ 29 h 5"/>
                <a:gd name="T4" fmla="*/ 16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4" y="5"/>
                    <a:pt x="6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82" name="Freeform 3561">
              <a:extLst>
                <a:ext uri="{FF2B5EF4-FFF2-40B4-BE49-F238E27FC236}">
                  <a16:creationId xmlns:a16="http://schemas.microsoft.com/office/drawing/2014/main" id="{848F572F-C2A3-43E8-A888-376D67D6D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763"/>
              <a:ext cx="8" cy="8"/>
            </a:xfrm>
            <a:custGeom>
              <a:avLst/>
              <a:gdLst>
                <a:gd name="T0" fmla="*/ 24 w 4"/>
                <a:gd name="T1" fmla="*/ 8 h 4"/>
                <a:gd name="T2" fmla="*/ 0 w 4"/>
                <a:gd name="T3" fmla="*/ 16 h 4"/>
                <a:gd name="T4" fmla="*/ 32 w 4"/>
                <a:gd name="T5" fmla="*/ 24 h 4"/>
                <a:gd name="T6" fmla="*/ 32 w 4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1"/>
                    <a:pt x="1" y="0"/>
                    <a:pt x="0" y="2"/>
                  </a:cubicBezTo>
                  <a:cubicBezTo>
                    <a:pt x="1" y="3"/>
                    <a:pt x="3" y="4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83" name="Freeform 3562">
              <a:extLst>
                <a:ext uri="{FF2B5EF4-FFF2-40B4-BE49-F238E27FC236}">
                  <a16:creationId xmlns:a16="http://schemas.microsoft.com/office/drawing/2014/main" id="{EB09C33D-9739-4541-9591-02FCE73B7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724"/>
              <a:ext cx="20" cy="13"/>
            </a:xfrm>
            <a:custGeom>
              <a:avLst/>
              <a:gdLst>
                <a:gd name="T0" fmla="*/ 29 w 11"/>
                <a:gd name="T1" fmla="*/ 13 h 7"/>
                <a:gd name="T2" fmla="*/ 29 w 11"/>
                <a:gd name="T3" fmla="*/ 45 h 7"/>
                <a:gd name="T4" fmla="*/ 44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2"/>
                  </a:moveTo>
                  <a:cubicBezTo>
                    <a:pt x="1" y="2"/>
                    <a:pt x="0" y="7"/>
                    <a:pt x="5" y="7"/>
                  </a:cubicBezTo>
                  <a:cubicBezTo>
                    <a:pt x="8" y="6"/>
                    <a:pt x="11" y="1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84" name="Freeform 3563">
              <a:extLst>
                <a:ext uri="{FF2B5EF4-FFF2-40B4-BE49-F238E27FC236}">
                  <a16:creationId xmlns:a16="http://schemas.microsoft.com/office/drawing/2014/main" id="{BFF5D802-FE0B-419A-8CCC-45A0F5877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3698"/>
              <a:ext cx="15" cy="15"/>
            </a:xfrm>
            <a:custGeom>
              <a:avLst/>
              <a:gdLst>
                <a:gd name="T0" fmla="*/ 15 w 8"/>
                <a:gd name="T1" fmla="*/ 15 h 8"/>
                <a:gd name="T2" fmla="*/ 0 w 8"/>
                <a:gd name="T3" fmla="*/ 39 h 8"/>
                <a:gd name="T4" fmla="*/ 39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2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3" y="8"/>
                    <a:pt x="8" y="4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85" name="Freeform 3564">
              <a:extLst>
                <a:ext uri="{FF2B5EF4-FFF2-40B4-BE49-F238E27FC236}">
                  <a16:creationId xmlns:a16="http://schemas.microsoft.com/office/drawing/2014/main" id="{944F4DF3-8F29-4FC5-8669-76CCD5958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664"/>
              <a:ext cx="20" cy="11"/>
            </a:xfrm>
            <a:custGeom>
              <a:avLst/>
              <a:gdLst>
                <a:gd name="T0" fmla="*/ 29 w 11"/>
                <a:gd name="T1" fmla="*/ 7 h 6"/>
                <a:gd name="T2" fmla="*/ 36 w 11"/>
                <a:gd name="T3" fmla="*/ 31 h 6"/>
                <a:gd name="T4" fmla="*/ 44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5" y="1"/>
                  </a:moveTo>
                  <a:cubicBezTo>
                    <a:pt x="0" y="1"/>
                    <a:pt x="2" y="6"/>
                    <a:pt x="6" y="5"/>
                  </a:cubicBezTo>
                  <a:cubicBezTo>
                    <a:pt x="10" y="4"/>
                    <a:pt x="11" y="1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86" name="Freeform 3565">
              <a:extLst>
                <a:ext uri="{FF2B5EF4-FFF2-40B4-BE49-F238E27FC236}">
                  <a16:creationId xmlns:a16="http://schemas.microsoft.com/office/drawing/2014/main" id="{A21FBA0A-1A1E-4FEB-8369-4DA3EFCD6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619"/>
              <a:ext cx="9" cy="10"/>
            </a:xfrm>
            <a:custGeom>
              <a:avLst/>
              <a:gdLst>
                <a:gd name="T0" fmla="*/ 13 w 5"/>
                <a:gd name="T1" fmla="*/ 0 h 5"/>
                <a:gd name="T2" fmla="*/ 0 w 5"/>
                <a:gd name="T3" fmla="*/ 32 h 5"/>
                <a:gd name="T4" fmla="*/ 29 w 5"/>
                <a:gd name="T5" fmla="*/ 16 h 5"/>
                <a:gd name="T6" fmla="*/ 2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5" y="4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87" name="Freeform 3566">
              <a:extLst>
                <a:ext uri="{FF2B5EF4-FFF2-40B4-BE49-F238E27FC236}">
                  <a16:creationId xmlns:a16="http://schemas.microsoft.com/office/drawing/2014/main" id="{12683F22-7328-4BC0-8386-1C176888D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539"/>
              <a:ext cx="24" cy="15"/>
            </a:xfrm>
            <a:custGeom>
              <a:avLst/>
              <a:gdLst>
                <a:gd name="T0" fmla="*/ 44 w 13"/>
                <a:gd name="T1" fmla="*/ 15 h 8"/>
                <a:gd name="T2" fmla="*/ 37 w 13"/>
                <a:gd name="T3" fmla="*/ 53 h 8"/>
                <a:gd name="T4" fmla="*/ 44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2"/>
                  </a:moveTo>
                  <a:cubicBezTo>
                    <a:pt x="2" y="2"/>
                    <a:pt x="0" y="8"/>
                    <a:pt x="6" y="8"/>
                  </a:cubicBezTo>
                  <a:cubicBezTo>
                    <a:pt x="11" y="7"/>
                    <a:pt x="13" y="0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88" name="Freeform 3567">
              <a:extLst>
                <a:ext uri="{FF2B5EF4-FFF2-40B4-BE49-F238E27FC236}">
                  <a16:creationId xmlns:a16="http://schemas.microsoft.com/office/drawing/2014/main" id="{4A8FE0F2-C142-43BA-B13F-BD8F4AC64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501"/>
              <a:ext cx="15" cy="15"/>
            </a:xfrm>
            <a:custGeom>
              <a:avLst/>
              <a:gdLst>
                <a:gd name="T0" fmla="*/ 8 w 8"/>
                <a:gd name="T1" fmla="*/ 15 h 8"/>
                <a:gd name="T2" fmla="*/ 0 w 8"/>
                <a:gd name="T3" fmla="*/ 32 h 8"/>
                <a:gd name="T4" fmla="*/ 15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5" y="8"/>
                    <a:pt x="8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89" name="Freeform 3568">
              <a:extLst>
                <a:ext uri="{FF2B5EF4-FFF2-40B4-BE49-F238E27FC236}">
                  <a16:creationId xmlns:a16="http://schemas.microsoft.com/office/drawing/2014/main" id="{0775E7D2-B76A-45C7-9480-8DC1BC4AD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3451"/>
              <a:ext cx="9" cy="7"/>
            </a:xfrm>
            <a:custGeom>
              <a:avLst/>
              <a:gdLst>
                <a:gd name="T0" fmla="*/ 13 w 5"/>
                <a:gd name="T1" fmla="*/ 0 h 4"/>
                <a:gd name="T2" fmla="*/ 0 w 5"/>
                <a:gd name="T3" fmla="*/ 12 h 4"/>
                <a:gd name="T4" fmla="*/ 29 w 5"/>
                <a:gd name="T5" fmla="*/ 7 h 4"/>
                <a:gd name="T6" fmla="*/ 23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2" y="4"/>
                    <a:pt x="5" y="4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90" name="Freeform 3569">
              <a:extLst>
                <a:ext uri="{FF2B5EF4-FFF2-40B4-BE49-F238E27FC236}">
                  <a16:creationId xmlns:a16="http://schemas.microsoft.com/office/drawing/2014/main" id="{03598A4B-0155-45BA-A94A-C76EBC70F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445"/>
              <a:ext cx="17" cy="11"/>
            </a:xfrm>
            <a:custGeom>
              <a:avLst/>
              <a:gdLst>
                <a:gd name="T0" fmla="*/ 32 w 9"/>
                <a:gd name="T1" fmla="*/ 0 h 6"/>
                <a:gd name="T2" fmla="*/ 21 w 9"/>
                <a:gd name="T3" fmla="*/ 31 h 6"/>
                <a:gd name="T4" fmla="*/ 3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1" y="0"/>
                    <a:pt x="0" y="4"/>
                    <a:pt x="3" y="5"/>
                  </a:cubicBezTo>
                  <a:cubicBezTo>
                    <a:pt x="7" y="6"/>
                    <a:pt x="9" y="1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91" name="Freeform 3570">
              <a:extLst>
                <a:ext uri="{FF2B5EF4-FFF2-40B4-BE49-F238E27FC236}">
                  <a16:creationId xmlns:a16="http://schemas.microsoft.com/office/drawing/2014/main" id="{65133E01-CF1E-4BAF-AB4D-996565356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486"/>
              <a:ext cx="15" cy="25"/>
            </a:xfrm>
            <a:custGeom>
              <a:avLst/>
              <a:gdLst>
                <a:gd name="T0" fmla="*/ 21 w 8"/>
                <a:gd name="T1" fmla="*/ 44 h 13"/>
                <a:gd name="T2" fmla="*/ 0 w 8"/>
                <a:gd name="T3" fmla="*/ 56 h 13"/>
                <a:gd name="T4" fmla="*/ 15 w 8"/>
                <a:gd name="T5" fmla="*/ 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3" y="6"/>
                  </a:moveTo>
                  <a:cubicBezTo>
                    <a:pt x="1" y="6"/>
                    <a:pt x="0" y="7"/>
                    <a:pt x="0" y="8"/>
                  </a:cubicBezTo>
                  <a:cubicBezTo>
                    <a:pt x="5" y="13"/>
                    <a:pt x="8" y="0"/>
                    <a:pt x="2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92" name="Freeform 3571">
              <a:extLst>
                <a:ext uri="{FF2B5EF4-FFF2-40B4-BE49-F238E27FC236}">
                  <a16:creationId xmlns:a16="http://schemas.microsoft.com/office/drawing/2014/main" id="{869114A5-6883-4030-9800-1C87624D4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3629"/>
              <a:ext cx="13" cy="16"/>
            </a:xfrm>
            <a:custGeom>
              <a:avLst/>
              <a:gdLst>
                <a:gd name="T0" fmla="*/ 32 w 7"/>
                <a:gd name="T1" fmla="*/ 0 h 9"/>
                <a:gd name="T2" fmla="*/ 13 w 7"/>
                <a:gd name="T3" fmla="*/ 36 h 9"/>
                <a:gd name="T4" fmla="*/ 32 w 7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3" y="0"/>
                    <a:pt x="0" y="4"/>
                    <a:pt x="2" y="6"/>
                  </a:cubicBezTo>
                  <a:cubicBezTo>
                    <a:pt x="4" y="9"/>
                    <a:pt x="7" y="4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93" name="Freeform 3572">
              <a:extLst>
                <a:ext uri="{FF2B5EF4-FFF2-40B4-BE49-F238E27FC236}">
                  <a16:creationId xmlns:a16="http://schemas.microsoft.com/office/drawing/2014/main" id="{4935EEB6-84AA-4916-9A87-19B25902A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3589"/>
              <a:ext cx="17" cy="12"/>
            </a:xfrm>
            <a:custGeom>
              <a:avLst/>
              <a:gdLst>
                <a:gd name="T0" fmla="*/ 15 w 9"/>
                <a:gd name="T1" fmla="*/ 0 h 6"/>
                <a:gd name="T2" fmla="*/ 8 w 9"/>
                <a:gd name="T3" fmla="*/ 24 h 6"/>
                <a:gd name="T4" fmla="*/ 21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5" y="6"/>
                    <a:pt x="9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94" name="Freeform 3573">
              <a:extLst>
                <a:ext uri="{FF2B5EF4-FFF2-40B4-BE49-F238E27FC236}">
                  <a16:creationId xmlns:a16="http://schemas.microsoft.com/office/drawing/2014/main" id="{4A308171-82D6-471E-929B-7F8A7F343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803"/>
              <a:ext cx="17" cy="15"/>
            </a:xfrm>
            <a:custGeom>
              <a:avLst/>
              <a:gdLst>
                <a:gd name="T0" fmla="*/ 60 w 9"/>
                <a:gd name="T1" fmla="*/ 0 h 8"/>
                <a:gd name="T2" fmla="*/ 60 w 9"/>
                <a:gd name="T3" fmla="*/ 15 h 8"/>
                <a:gd name="T4" fmla="*/ 53 w 9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0" y="2"/>
                    <a:pt x="8" y="8"/>
                    <a:pt x="9" y="2"/>
                  </a:cubicBezTo>
                  <a:cubicBezTo>
                    <a:pt x="9" y="2"/>
                    <a:pt x="8" y="1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95" name="Freeform 3574">
              <a:extLst>
                <a:ext uri="{FF2B5EF4-FFF2-40B4-BE49-F238E27FC236}">
                  <a16:creationId xmlns:a16="http://schemas.microsoft.com/office/drawing/2014/main" id="{F0636895-CEAA-4748-8DEF-A197428DE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819"/>
              <a:ext cx="17" cy="14"/>
            </a:xfrm>
            <a:custGeom>
              <a:avLst/>
              <a:gdLst>
                <a:gd name="T0" fmla="*/ 28 w 9"/>
                <a:gd name="T1" fmla="*/ 16 h 7"/>
                <a:gd name="T2" fmla="*/ 15 w 9"/>
                <a:gd name="T3" fmla="*/ 16 h 7"/>
                <a:gd name="T4" fmla="*/ 32 w 9"/>
                <a:gd name="T5" fmla="*/ 48 h 7"/>
                <a:gd name="T6" fmla="*/ 32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4" y="2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0" y="4"/>
                    <a:pt x="2" y="7"/>
                    <a:pt x="5" y="6"/>
                  </a:cubicBezTo>
                  <a:cubicBezTo>
                    <a:pt x="9" y="6"/>
                    <a:pt x="9" y="0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96" name="Freeform 3575">
              <a:extLst>
                <a:ext uri="{FF2B5EF4-FFF2-40B4-BE49-F238E27FC236}">
                  <a16:creationId xmlns:a16="http://schemas.microsoft.com/office/drawing/2014/main" id="{B84EFA25-AAED-48E6-A150-3412DD074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846"/>
              <a:ext cx="15" cy="9"/>
            </a:xfrm>
            <a:custGeom>
              <a:avLst/>
              <a:gdLst>
                <a:gd name="T0" fmla="*/ 21 w 8"/>
                <a:gd name="T1" fmla="*/ 7 h 5"/>
                <a:gd name="T2" fmla="*/ 8 w 8"/>
                <a:gd name="T3" fmla="*/ 7 h 5"/>
                <a:gd name="T4" fmla="*/ 0 w 8"/>
                <a:gd name="T5" fmla="*/ 29 h 5"/>
                <a:gd name="T6" fmla="*/ 21 w 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3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2"/>
                    <a:pt x="0" y="3"/>
                    <a:pt x="0" y="5"/>
                  </a:cubicBezTo>
                  <a:cubicBezTo>
                    <a:pt x="4" y="5"/>
                    <a:pt x="8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97" name="Freeform 3576">
              <a:extLst>
                <a:ext uri="{FF2B5EF4-FFF2-40B4-BE49-F238E27FC236}">
                  <a16:creationId xmlns:a16="http://schemas.microsoft.com/office/drawing/2014/main" id="{4255429C-1011-455E-AD83-905E3A538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782"/>
              <a:ext cx="11" cy="11"/>
            </a:xfrm>
            <a:custGeom>
              <a:avLst/>
              <a:gdLst>
                <a:gd name="T0" fmla="*/ 24 w 6"/>
                <a:gd name="T1" fmla="*/ 7 h 6"/>
                <a:gd name="T2" fmla="*/ 20 w 6"/>
                <a:gd name="T3" fmla="*/ 31 h 6"/>
                <a:gd name="T4" fmla="*/ 20 w 6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0" y="1"/>
                    <a:pt x="0" y="6"/>
                    <a:pt x="3" y="5"/>
                  </a:cubicBezTo>
                  <a:cubicBezTo>
                    <a:pt x="6" y="4"/>
                    <a:pt x="5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98" name="Freeform 3577">
              <a:extLst>
                <a:ext uri="{FF2B5EF4-FFF2-40B4-BE49-F238E27FC236}">
                  <a16:creationId xmlns:a16="http://schemas.microsoft.com/office/drawing/2014/main" id="{F9252F67-1C02-4559-A8AC-03FB49511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3767"/>
              <a:ext cx="13" cy="11"/>
            </a:xfrm>
            <a:custGeom>
              <a:avLst/>
              <a:gdLst>
                <a:gd name="T0" fmla="*/ 24 w 7"/>
                <a:gd name="T1" fmla="*/ 7 h 6"/>
                <a:gd name="T2" fmla="*/ 24 w 7"/>
                <a:gd name="T3" fmla="*/ 31 h 6"/>
                <a:gd name="T4" fmla="*/ 20 w 7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0" y="1"/>
                    <a:pt x="0" y="6"/>
                    <a:pt x="4" y="5"/>
                  </a:cubicBezTo>
                  <a:cubicBezTo>
                    <a:pt x="7" y="4"/>
                    <a:pt x="6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99" name="Freeform 3578">
              <a:extLst>
                <a:ext uri="{FF2B5EF4-FFF2-40B4-BE49-F238E27FC236}">
                  <a16:creationId xmlns:a16="http://schemas.microsoft.com/office/drawing/2014/main" id="{CF2BB71A-553D-47C0-B342-9CA8AD1E5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747"/>
              <a:ext cx="11" cy="9"/>
            </a:xfrm>
            <a:custGeom>
              <a:avLst/>
              <a:gdLst>
                <a:gd name="T0" fmla="*/ 31 w 6"/>
                <a:gd name="T1" fmla="*/ 13 h 5"/>
                <a:gd name="T2" fmla="*/ 20 w 6"/>
                <a:gd name="T3" fmla="*/ 29 h 5"/>
                <a:gd name="T4" fmla="*/ 37 w 6"/>
                <a:gd name="T5" fmla="*/ 16 h 5"/>
                <a:gd name="T6" fmla="*/ 0 w 6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4" y="3"/>
                    <a:pt x="2" y="3"/>
                    <a:pt x="3" y="5"/>
                  </a:cubicBezTo>
                  <a:cubicBezTo>
                    <a:pt x="5" y="4"/>
                    <a:pt x="5" y="4"/>
                    <a:pt x="6" y="3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00" name="Freeform 3579">
              <a:extLst>
                <a:ext uri="{FF2B5EF4-FFF2-40B4-BE49-F238E27FC236}">
                  <a16:creationId xmlns:a16="http://schemas.microsoft.com/office/drawing/2014/main" id="{AB78020E-8DD1-406B-8619-0A93E5EED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3827"/>
              <a:ext cx="9" cy="9"/>
            </a:xfrm>
            <a:custGeom>
              <a:avLst/>
              <a:gdLst>
                <a:gd name="T0" fmla="*/ 7 w 5"/>
                <a:gd name="T1" fmla="*/ 13 h 5"/>
                <a:gd name="T2" fmla="*/ 7 w 5"/>
                <a:gd name="T3" fmla="*/ 29 h 5"/>
                <a:gd name="T4" fmla="*/ 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5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01" name="Freeform 3580">
              <a:extLst>
                <a:ext uri="{FF2B5EF4-FFF2-40B4-BE49-F238E27FC236}">
                  <a16:creationId xmlns:a16="http://schemas.microsoft.com/office/drawing/2014/main" id="{2A925E69-452A-4D8C-A9CF-384C0A204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3836"/>
              <a:ext cx="10" cy="10"/>
            </a:xfrm>
            <a:custGeom>
              <a:avLst/>
              <a:gdLst>
                <a:gd name="T0" fmla="*/ 16 w 5"/>
                <a:gd name="T1" fmla="*/ 16 h 5"/>
                <a:gd name="T2" fmla="*/ 8 w 5"/>
                <a:gd name="T3" fmla="*/ 40 h 5"/>
                <a:gd name="T4" fmla="*/ 40 w 5"/>
                <a:gd name="T5" fmla="*/ 16 h 5"/>
                <a:gd name="T6" fmla="*/ 8 w 5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3" y="5"/>
                    <a:pt x="4" y="4"/>
                    <a:pt x="5" y="2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02" name="Freeform 3581">
              <a:extLst>
                <a:ext uri="{FF2B5EF4-FFF2-40B4-BE49-F238E27FC236}">
                  <a16:creationId xmlns:a16="http://schemas.microsoft.com/office/drawing/2014/main" id="{2A46C7AC-460F-45D7-BF61-FB6F44131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3855"/>
              <a:ext cx="16" cy="17"/>
            </a:xfrm>
            <a:custGeom>
              <a:avLst/>
              <a:gdLst>
                <a:gd name="T0" fmla="*/ 12 w 9"/>
                <a:gd name="T1" fmla="*/ 21 h 9"/>
                <a:gd name="T2" fmla="*/ 0 w 9"/>
                <a:gd name="T3" fmla="*/ 28 h 9"/>
                <a:gd name="T4" fmla="*/ 16 w 9"/>
                <a:gd name="T5" fmla="*/ 8 h 9"/>
                <a:gd name="T6" fmla="*/ 16 w 9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3"/>
                  </a:moveTo>
                  <a:cubicBezTo>
                    <a:pt x="1" y="4"/>
                    <a:pt x="1" y="3"/>
                    <a:pt x="0" y="4"/>
                  </a:cubicBezTo>
                  <a:cubicBezTo>
                    <a:pt x="4" y="9"/>
                    <a:pt x="9" y="0"/>
                    <a:pt x="3" y="1"/>
                  </a:cubicBezTo>
                  <a:cubicBezTo>
                    <a:pt x="2" y="2"/>
                    <a:pt x="2" y="2"/>
                    <a:pt x="3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03" name="Freeform 3582">
              <a:extLst>
                <a:ext uri="{FF2B5EF4-FFF2-40B4-BE49-F238E27FC236}">
                  <a16:creationId xmlns:a16="http://schemas.microsoft.com/office/drawing/2014/main" id="{DECDD593-06DE-4323-B228-787FA4BA9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857"/>
              <a:ext cx="17" cy="11"/>
            </a:xfrm>
            <a:custGeom>
              <a:avLst/>
              <a:gdLst>
                <a:gd name="T0" fmla="*/ 32 w 9"/>
                <a:gd name="T1" fmla="*/ 7 h 6"/>
                <a:gd name="T2" fmla="*/ 28 w 9"/>
                <a:gd name="T3" fmla="*/ 37 h 6"/>
                <a:gd name="T4" fmla="*/ 3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1"/>
                  </a:moveTo>
                  <a:cubicBezTo>
                    <a:pt x="2" y="2"/>
                    <a:pt x="0" y="6"/>
                    <a:pt x="4" y="6"/>
                  </a:cubicBezTo>
                  <a:cubicBezTo>
                    <a:pt x="8" y="6"/>
                    <a:pt x="9" y="1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04" name="Freeform 3583">
              <a:extLst>
                <a:ext uri="{FF2B5EF4-FFF2-40B4-BE49-F238E27FC236}">
                  <a16:creationId xmlns:a16="http://schemas.microsoft.com/office/drawing/2014/main" id="{82776874-69ED-4BA4-884B-3D15BD4A2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838"/>
              <a:ext cx="4" cy="8"/>
            </a:xfrm>
            <a:custGeom>
              <a:avLst/>
              <a:gdLst>
                <a:gd name="T0" fmla="*/ 16 w 2"/>
                <a:gd name="T1" fmla="*/ 8 h 4"/>
                <a:gd name="T2" fmla="*/ 0 w 2"/>
                <a:gd name="T3" fmla="*/ 16 h 4"/>
                <a:gd name="T4" fmla="*/ 16 w 2"/>
                <a:gd name="T5" fmla="*/ 16 h 4"/>
                <a:gd name="T6" fmla="*/ 0 w 2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4"/>
                    <a:pt x="1" y="4"/>
                    <a:pt x="2" y="2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05" name="Freeform 3584">
              <a:extLst>
                <a:ext uri="{FF2B5EF4-FFF2-40B4-BE49-F238E27FC236}">
                  <a16:creationId xmlns:a16="http://schemas.microsoft.com/office/drawing/2014/main" id="{5A90CFAF-B3E5-4D5B-B94D-1F74D6E1F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840"/>
              <a:ext cx="17" cy="15"/>
            </a:xfrm>
            <a:custGeom>
              <a:avLst/>
              <a:gdLst>
                <a:gd name="T0" fmla="*/ 40 w 9"/>
                <a:gd name="T1" fmla="*/ 8 h 8"/>
                <a:gd name="T2" fmla="*/ 28 w 9"/>
                <a:gd name="T3" fmla="*/ 39 h 8"/>
                <a:gd name="T4" fmla="*/ 4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1"/>
                  </a:moveTo>
                  <a:cubicBezTo>
                    <a:pt x="3" y="0"/>
                    <a:pt x="0" y="4"/>
                    <a:pt x="4" y="6"/>
                  </a:cubicBezTo>
                  <a:cubicBezTo>
                    <a:pt x="8" y="8"/>
                    <a:pt x="9" y="3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06" name="Freeform 3585">
              <a:extLst>
                <a:ext uri="{FF2B5EF4-FFF2-40B4-BE49-F238E27FC236}">
                  <a16:creationId xmlns:a16="http://schemas.microsoft.com/office/drawing/2014/main" id="{55CC3CA4-FBF3-4445-9807-1959B9659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3823"/>
              <a:ext cx="11" cy="8"/>
            </a:xfrm>
            <a:custGeom>
              <a:avLst/>
              <a:gdLst>
                <a:gd name="T0" fmla="*/ 13 w 6"/>
                <a:gd name="T1" fmla="*/ 8 h 4"/>
                <a:gd name="T2" fmla="*/ 7 w 6"/>
                <a:gd name="T3" fmla="*/ 32 h 4"/>
                <a:gd name="T4" fmla="*/ 1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4"/>
                    <a:pt x="6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07" name="Freeform 3586">
              <a:extLst>
                <a:ext uri="{FF2B5EF4-FFF2-40B4-BE49-F238E27FC236}">
                  <a16:creationId xmlns:a16="http://schemas.microsoft.com/office/drawing/2014/main" id="{0A2B028D-0800-4A9B-9418-B6B5D6B77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438"/>
              <a:ext cx="11" cy="9"/>
            </a:xfrm>
            <a:custGeom>
              <a:avLst/>
              <a:gdLst>
                <a:gd name="T0" fmla="*/ 0 w 6"/>
                <a:gd name="T1" fmla="*/ 7 h 5"/>
                <a:gd name="T2" fmla="*/ 37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5"/>
                    <a:pt x="5" y="4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08" name="Freeform 3587">
              <a:extLst>
                <a:ext uri="{FF2B5EF4-FFF2-40B4-BE49-F238E27FC236}">
                  <a16:creationId xmlns:a16="http://schemas.microsoft.com/office/drawing/2014/main" id="{B4B73F83-5F39-4F2F-ABB2-F94CCE647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1918"/>
              <a:ext cx="20" cy="15"/>
            </a:xfrm>
            <a:custGeom>
              <a:avLst/>
              <a:gdLst>
                <a:gd name="T0" fmla="*/ 13 w 11"/>
                <a:gd name="T1" fmla="*/ 0 h 8"/>
                <a:gd name="T2" fmla="*/ 24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2" y="0"/>
                  </a:moveTo>
                  <a:cubicBezTo>
                    <a:pt x="0" y="8"/>
                    <a:pt x="11" y="4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09" name="Freeform 3588">
              <a:extLst>
                <a:ext uri="{FF2B5EF4-FFF2-40B4-BE49-F238E27FC236}">
                  <a16:creationId xmlns:a16="http://schemas.microsoft.com/office/drawing/2014/main" id="{1FA07837-5970-4FA0-84B2-AD221D94F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905"/>
              <a:ext cx="25" cy="17"/>
            </a:xfrm>
            <a:custGeom>
              <a:avLst/>
              <a:gdLst>
                <a:gd name="T0" fmla="*/ 29 w 13"/>
                <a:gd name="T1" fmla="*/ 0 h 9"/>
                <a:gd name="T2" fmla="*/ 44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cubicBezTo>
                    <a:pt x="0" y="9"/>
                    <a:pt x="13" y="3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10" name="Freeform 3589">
              <a:extLst>
                <a:ext uri="{FF2B5EF4-FFF2-40B4-BE49-F238E27FC236}">
                  <a16:creationId xmlns:a16="http://schemas.microsoft.com/office/drawing/2014/main" id="{85281D31-C440-4557-8EDB-5CE504DC9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903"/>
              <a:ext cx="5" cy="7"/>
            </a:xfrm>
            <a:custGeom>
              <a:avLst/>
              <a:gdLst>
                <a:gd name="T0" fmla="*/ 5 w 3"/>
                <a:gd name="T1" fmla="*/ 7 h 4"/>
                <a:gd name="T2" fmla="*/ 5 w 3"/>
                <a:gd name="T3" fmla="*/ 21 h 4"/>
                <a:gd name="T4" fmla="*/ 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11" name="Freeform 3590">
              <a:extLst>
                <a:ext uri="{FF2B5EF4-FFF2-40B4-BE49-F238E27FC236}">
                  <a16:creationId xmlns:a16="http://schemas.microsoft.com/office/drawing/2014/main" id="{4352BB08-C341-4A26-9C99-4894D774F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004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12" name="Freeform 3591">
              <a:extLst>
                <a:ext uri="{FF2B5EF4-FFF2-40B4-BE49-F238E27FC236}">
                  <a16:creationId xmlns:a16="http://schemas.microsoft.com/office/drawing/2014/main" id="{E5840A6D-5CC3-448C-9129-5400FDF06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78"/>
              <a:ext cx="9" cy="11"/>
            </a:xfrm>
            <a:custGeom>
              <a:avLst/>
              <a:gdLst>
                <a:gd name="T0" fmla="*/ 0 w 5"/>
                <a:gd name="T1" fmla="*/ 20 h 6"/>
                <a:gd name="T2" fmla="*/ 13 w 5"/>
                <a:gd name="T3" fmla="*/ 37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4"/>
                    <a:pt x="1" y="5"/>
                    <a:pt x="2" y="6"/>
                  </a:cubicBezTo>
                  <a:cubicBezTo>
                    <a:pt x="4" y="5"/>
                    <a:pt x="5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13" name="Freeform 3592">
              <a:extLst>
                <a:ext uri="{FF2B5EF4-FFF2-40B4-BE49-F238E27FC236}">
                  <a16:creationId xmlns:a16="http://schemas.microsoft.com/office/drawing/2014/main" id="{FF79F931-A6B6-430B-B24C-0A9C1A352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219"/>
              <a:ext cx="8" cy="11"/>
            </a:xfrm>
            <a:custGeom>
              <a:avLst/>
              <a:gdLst>
                <a:gd name="T0" fmla="*/ 8 w 4"/>
                <a:gd name="T1" fmla="*/ 7 h 6"/>
                <a:gd name="T2" fmla="*/ 24 w 4"/>
                <a:gd name="T3" fmla="*/ 37 h 6"/>
                <a:gd name="T4" fmla="*/ 8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4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14" name="Freeform 3593">
              <a:extLst>
                <a:ext uri="{FF2B5EF4-FFF2-40B4-BE49-F238E27FC236}">
                  <a16:creationId xmlns:a16="http://schemas.microsoft.com/office/drawing/2014/main" id="{5668E33D-08D2-4B1B-A836-AD85EFE83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289"/>
              <a:ext cx="9" cy="11"/>
            </a:xfrm>
            <a:custGeom>
              <a:avLst/>
              <a:gdLst>
                <a:gd name="T0" fmla="*/ 7 w 5"/>
                <a:gd name="T1" fmla="*/ 13 h 6"/>
                <a:gd name="T2" fmla="*/ 13 w 5"/>
                <a:gd name="T3" fmla="*/ 37 h 6"/>
                <a:gd name="T4" fmla="*/ 7 w 5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4"/>
                    <a:pt x="1" y="5"/>
                    <a:pt x="2" y="6"/>
                  </a:cubicBezTo>
                  <a:cubicBezTo>
                    <a:pt x="5" y="5"/>
                    <a:pt x="4" y="0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15" name="Freeform 3594">
              <a:extLst>
                <a:ext uri="{FF2B5EF4-FFF2-40B4-BE49-F238E27FC236}">
                  <a16:creationId xmlns:a16="http://schemas.microsoft.com/office/drawing/2014/main" id="{4EB951FF-18A1-44A3-8BC9-9B0018AEF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38"/>
              <a:ext cx="7" cy="6"/>
            </a:xfrm>
            <a:custGeom>
              <a:avLst/>
              <a:gdLst>
                <a:gd name="T0" fmla="*/ 0 w 4"/>
                <a:gd name="T1" fmla="*/ 0 h 3"/>
                <a:gd name="T2" fmla="*/ 12 w 4"/>
                <a:gd name="T3" fmla="*/ 24 h 3"/>
                <a:gd name="T4" fmla="*/ 12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16" name="Freeform 3595">
              <a:extLst>
                <a:ext uri="{FF2B5EF4-FFF2-40B4-BE49-F238E27FC236}">
                  <a16:creationId xmlns:a16="http://schemas.microsoft.com/office/drawing/2014/main" id="{1A83C31B-902C-4611-8321-ECA7DF4B1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339"/>
              <a:ext cx="13" cy="13"/>
            </a:xfrm>
            <a:custGeom>
              <a:avLst/>
              <a:gdLst>
                <a:gd name="T0" fmla="*/ 13 w 7"/>
                <a:gd name="T1" fmla="*/ 7 h 7"/>
                <a:gd name="T2" fmla="*/ 24 w 7"/>
                <a:gd name="T3" fmla="*/ 45 h 7"/>
                <a:gd name="T4" fmla="*/ 32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0" y="2"/>
                    <a:pt x="1" y="7"/>
                    <a:pt x="4" y="7"/>
                  </a:cubicBezTo>
                  <a:cubicBezTo>
                    <a:pt x="7" y="6"/>
                    <a:pt x="6" y="2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17" name="Freeform 3596">
              <a:extLst>
                <a:ext uri="{FF2B5EF4-FFF2-40B4-BE49-F238E27FC236}">
                  <a16:creationId xmlns:a16="http://schemas.microsoft.com/office/drawing/2014/main" id="{37AFF653-409C-4EAB-A635-9C8274908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360"/>
              <a:ext cx="25" cy="9"/>
            </a:xfrm>
            <a:custGeom>
              <a:avLst/>
              <a:gdLst>
                <a:gd name="T0" fmla="*/ 44 w 13"/>
                <a:gd name="T1" fmla="*/ 0 h 5"/>
                <a:gd name="T2" fmla="*/ 48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6" y="0"/>
                  </a:moveTo>
                  <a:cubicBezTo>
                    <a:pt x="0" y="5"/>
                    <a:pt x="13" y="5"/>
                    <a:pt x="7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18" name="Freeform 3597">
              <a:extLst>
                <a:ext uri="{FF2B5EF4-FFF2-40B4-BE49-F238E27FC236}">
                  <a16:creationId xmlns:a16="http://schemas.microsoft.com/office/drawing/2014/main" id="{2777BC7F-7013-4DEC-8BD0-952B459B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363"/>
              <a:ext cx="5" cy="10"/>
            </a:xfrm>
            <a:custGeom>
              <a:avLst/>
              <a:gdLst>
                <a:gd name="T0" fmla="*/ 0 w 3"/>
                <a:gd name="T1" fmla="*/ 24 h 5"/>
                <a:gd name="T2" fmla="*/ 5 w 3"/>
                <a:gd name="T3" fmla="*/ 40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3"/>
                    <a:pt x="3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19" name="Freeform 3598">
              <a:extLst>
                <a:ext uri="{FF2B5EF4-FFF2-40B4-BE49-F238E27FC236}">
                  <a16:creationId xmlns:a16="http://schemas.microsoft.com/office/drawing/2014/main" id="{31EBFB83-EB59-4B0D-9479-DE0713620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303"/>
              <a:ext cx="6" cy="8"/>
            </a:xfrm>
            <a:custGeom>
              <a:avLst/>
              <a:gdLst>
                <a:gd name="T0" fmla="*/ 0 w 3"/>
                <a:gd name="T1" fmla="*/ 16 h 4"/>
                <a:gd name="T2" fmla="*/ 0 w 3"/>
                <a:gd name="T3" fmla="*/ 32 h 4"/>
                <a:gd name="T4" fmla="*/ 0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4"/>
                    <a:pt x="3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20" name="Freeform 3599">
              <a:extLst>
                <a:ext uri="{FF2B5EF4-FFF2-40B4-BE49-F238E27FC236}">
                  <a16:creationId xmlns:a16="http://schemas.microsoft.com/office/drawing/2014/main" id="{0FA99676-BBDD-499F-B6DF-1FFEFF70D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94"/>
              <a:ext cx="4" cy="4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6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21" name="Freeform 3600">
              <a:extLst>
                <a:ext uri="{FF2B5EF4-FFF2-40B4-BE49-F238E27FC236}">
                  <a16:creationId xmlns:a16="http://schemas.microsoft.com/office/drawing/2014/main" id="{1C60D9F6-2B31-492C-A0B8-4996AA8F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332"/>
              <a:ext cx="7" cy="7"/>
            </a:xfrm>
            <a:custGeom>
              <a:avLst/>
              <a:gdLst>
                <a:gd name="T0" fmla="*/ 7 w 4"/>
                <a:gd name="T1" fmla="*/ 12 h 4"/>
                <a:gd name="T2" fmla="*/ 7 w 4"/>
                <a:gd name="T3" fmla="*/ 21 h 4"/>
                <a:gd name="T4" fmla="*/ 1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4" y="4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22" name="Freeform 3601">
              <a:extLst>
                <a:ext uri="{FF2B5EF4-FFF2-40B4-BE49-F238E27FC236}">
                  <a16:creationId xmlns:a16="http://schemas.microsoft.com/office/drawing/2014/main" id="{DA8BB649-32A0-4572-AD43-52B81D32D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403"/>
              <a:ext cx="12" cy="9"/>
            </a:xfrm>
            <a:custGeom>
              <a:avLst/>
              <a:gdLst>
                <a:gd name="T0" fmla="*/ 16 w 6"/>
                <a:gd name="T1" fmla="*/ 0 h 5"/>
                <a:gd name="T2" fmla="*/ 8 w 6"/>
                <a:gd name="T3" fmla="*/ 29 h 5"/>
                <a:gd name="T4" fmla="*/ 48 w 6"/>
                <a:gd name="T5" fmla="*/ 0 h 5"/>
                <a:gd name="T6" fmla="*/ 16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4" y="5"/>
                    <a:pt x="6" y="3"/>
                    <a:pt x="6" y="0"/>
                  </a:cubicBezTo>
                  <a:cubicBezTo>
                    <a:pt x="5" y="0"/>
                    <a:pt x="4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23" name="Freeform 3602">
              <a:extLst>
                <a:ext uri="{FF2B5EF4-FFF2-40B4-BE49-F238E27FC236}">
                  <a16:creationId xmlns:a16="http://schemas.microsoft.com/office/drawing/2014/main" id="{0B6099F1-63F4-4882-9758-2E1E03A8B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438"/>
              <a:ext cx="6" cy="6"/>
            </a:xfrm>
            <a:custGeom>
              <a:avLst/>
              <a:gdLst>
                <a:gd name="T0" fmla="*/ 8 w 3"/>
                <a:gd name="T1" fmla="*/ 8 h 3"/>
                <a:gd name="T2" fmla="*/ 24 w 3"/>
                <a:gd name="T3" fmla="*/ 16 h 3"/>
                <a:gd name="T4" fmla="*/ 0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2" y="3"/>
                    <a:pt x="3" y="2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24" name="Freeform 3603">
              <a:extLst>
                <a:ext uri="{FF2B5EF4-FFF2-40B4-BE49-F238E27FC236}">
                  <a16:creationId xmlns:a16="http://schemas.microsoft.com/office/drawing/2014/main" id="{73016056-2F4C-46DC-8D06-75FC5D6B4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468"/>
              <a:ext cx="5" cy="10"/>
            </a:xfrm>
            <a:custGeom>
              <a:avLst/>
              <a:gdLst>
                <a:gd name="T0" fmla="*/ 0 w 3"/>
                <a:gd name="T1" fmla="*/ 16 h 5"/>
                <a:gd name="T2" fmla="*/ 5 w 3"/>
                <a:gd name="T3" fmla="*/ 40 h 5"/>
                <a:gd name="T4" fmla="*/ 0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3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25" name="Freeform 3604">
              <a:extLst>
                <a:ext uri="{FF2B5EF4-FFF2-40B4-BE49-F238E27FC236}">
                  <a16:creationId xmlns:a16="http://schemas.microsoft.com/office/drawing/2014/main" id="{B1B81E35-9A47-4C8E-813C-46F85156A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494"/>
              <a:ext cx="15" cy="12"/>
            </a:xfrm>
            <a:custGeom>
              <a:avLst/>
              <a:gdLst>
                <a:gd name="T0" fmla="*/ 15 w 8"/>
                <a:gd name="T1" fmla="*/ 0 h 6"/>
                <a:gd name="T2" fmla="*/ 21 w 8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0" y="6"/>
                    <a:pt x="8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26" name="Freeform 3605">
              <a:extLst>
                <a:ext uri="{FF2B5EF4-FFF2-40B4-BE49-F238E27FC236}">
                  <a16:creationId xmlns:a16="http://schemas.microsoft.com/office/drawing/2014/main" id="{594E28DD-76F8-41AE-860F-9F7B9C659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513"/>
              <a:ext cx="14" cy="36"/>
            </a:xfrm>
            <a:custGeom>
              <a:avLst/>
              <a:gdLst>
                <a:gd name="T0" fmla="*/ 0 w 8"/>
                <a:gd name="T1" fmla="*/ 47 h 19"/>
                <a:gd name="T2" fmla="*/ 7 w 8"/>
                <a:gd name="T3" fmla="*/ 3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7"/>
                  </a:moveTo>
                  <a:cubicBezTo>
                    <a:pt x="2" y="19"/>
                    <a:pt x="8" y="0"/>
                    <a:pt x="1" y="5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27" name="Freeform 3606">
              <a:extLst>
                <a:ext uri="{FF2B5EF4-FFF2-40B4-BE49-F238E27FC236}">
                  <a16:creationId xmlns:a16="http://schemas.microsoft.com/office/drawing/2014/main" id="{0CEA5FD6-2523-4B5F-B2FB-A95A6DEE1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554"/>
              <a:ext cx="8" cy="8"/>
            </a:xfrm>
            <a:custGeom>
              <a:avLst/>
              <a:gdLst>
                <a:gd name="T0" fmla="*/ 8 w 4"/>
                <a:gd name="T1" fmla="*/ 16 h 4"/>
                <a:gd name="T2" fmla="*/ 16 w 4"/>
                <a:gd name="T3" fmla="*/ 32 h 4"/>
                <a:gd name="T4" fmla="*/ 0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4" y="2"/>
                    <a:pt x="2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28" name="Freeform 3607">
              <a:extLst>
                <a:ext uri="{FF2B5EF4-FFF2-40B4-BE49-F238E27FC236}">
                  <a16:creationId xmlns:a16="http://schemas.microsoft.com/office/drawing/2014/main" id="{5683B376-D8CD-48F1-8DEF-4DA193F5C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522"/>
              <a:ext cx="17" cy="14"/>
            </a:xfrm>
            <a:custGeom>
              <a:avLst/>
              <a:gdLst>
                <a:gd name="T0" fmla="*/ 8 w 9"/>
                <a:gd name="T1" fmla="*/ 0 h 7"/>
                <a:gd name="T2" fmla="*/ 15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0" y="7"/>
                    <a:pt x="9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29" name="Freeform 3608">
              <a:extLst>
                <a:ext uri="{FF2B5EF4-FFF2-40B4-BE49-F238E27FC236}">
                  <a16:creationId xmlns:a16="http://schemas.microsoft.com/office/drawing/2014/main" id="{F4FC6B34-3730-4738-8B54-E46F20E1E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504"/>
              <a:ext cx="3" cy="5"/>
            </a:xfrm>
            <a:custGeom>
              <a:avLst/>
              <a:gdLst>
                <a:gd name="T0" fmla="*/ 0 w 2"/>
                <a:gd name="T1" fmla="*/ 0 h 3"/>
                <a:gd name="T2" fmla="*/ 5 w 2"/>
                <a:gd name="T3" fmla="*/ 13 h 3"/>
                <a:gd name="T4" fmla="*/ 5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30" name="Freeform 3609">
              <a:extLst>
                <a:ext uri="{FF2B5EF4-FFF2-40B4-BE49-F238E27FC236}">
                  <a16:creationId xmlns:a16="http://schemas.microsoft.com/office/drawing/2014/main" id="{409F2E85-EC12-44B0-9E7D-AB5F8509B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534"/>
              <a:ext cx="8" cy="9"/>
            </a:xfrm>
            <a:custGeom>
              <a:avLst/>
              <a:gdLst>
                <a:gd name="T0" fmla="*/ 8 w 4"/>
                <a:gd name="T1" fmla="*/ 13 h 5"/>
                <a:gd name="T2" fmla="*/ 0 w 4"/>
                <a:gd name="T3" fmla="*/ 23 h 5"/>
                <a:gd name="T4" fmla="*/ 0 w 4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4" y="5"/>
                    <a:pt x="4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31" name="Freeform 3610">
              <a:extLst>
                <a:ext uri="{FF2B5EF4-FFF2-40B4-BE49-F238E27FC236}">
                  <a16:creationId xmlns:a16="http://schemas.microsoft.com/office/drawing/2014/main" id="{86F32AFD-1E01-4ABB-9E48-E8161E197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75"/>
              <a:ext cx="11" cy="11"/>
            </a:xfrm>
            <a:custGeom>
              <a:avLst/>
              <a:gdLst>
                <a:gd name="T0" fmla="*/ 13 w 6"/>
                <a:gd name="T1" fmla="*/ 0 h 6"/>
                <a:gd name="T2" fmla="*/ 0 w 6"/>
                <a:gd name="T3" fmla="*/ 7 h 6"/>
                <a:gd name="T4" fmla="*/ 37 w 6"/>
                <a:gd name="T5" fmla="*/ 20 h 6"/>
                <a:gd name="T6" fmla="*/ 24 w 6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4"/>
                    <a:pt x="5" y="6"/>
                    <a:pt x="6" y="3"/>
                  </a:cubicBezTo>
                  <a:cubicBezTo>
                    <a:pt x="6" y="2"/>
                    <a:pt x="5" y="1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32" name="Freeform 3611">
              <a:extLst>
                <a:ext uri="{FF2B5EF4-FFF2-40B4-BE49-F238E27FC236}">
                  <a16:creationId xmlns:a16="http://schemas.microsoft.com/office/drawing/2014/main" id="{3D5E5306-7C57-43B7-A139-4684493C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603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24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33" name="Freeform 3612">
              <a:extLst>
                <a:ext uri="{FF2B5EF4-FFF2-40B4-BE49-F238E27FC236}">
                  <a16:creationId xmlns:a16="http://schemas.microsoft.com/office/drawing/2014/main" id="{B07944E8-247D-4432-9A17-D27E24716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612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8 w 5"/>
                <a:gd name="T3" fmla="*/ 40 h 5"/>
                <a:gd name="T4" fmla="*/ 0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5" y="5"/>
                    <a:pt x="3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34" name="Freeform 3613">
              <a:extLst>
                <a:ext uri="{FF2B5EF4-FFF2-40B4-BE49-F238E27FC236}">
                  <a16:creationId xmlns:a16="http://schemas.microsoft.com/office/drawing/2014/main" id="{6EEA615F-9840-4F65-A01E-AC34AB1C0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633"/>
              <a:ext cx="7" cy="6"/>
            </a:xfrm>
            <a:custGeom>
              <a:avLst/>
              <a:gdLst>
                <a:gd name="T0" fmla="*/ 7 w 4"/>
                <a:gd name="T1" fmla="*/ 0 h 3"/>
                <a:gd name="T2" fmla="*/ 7 w 4"/>
                <a:gd name="T3" fmla="*/ 24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4" y="3"/>
                    <a:pt x="4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35" name="Freeform 3614">
              <a:extLst>
                <a:ext uri="{FF2B5EF4-FFF2-40B4-BE49-F238E27FC236}">
                  <a16:creationId xmlns:a16="http://schemas.microsoft.com/office/drawing/2014/main" id="{2982197A-D822-4E57-B4CE-5A12056F3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667"/>
              <a:ext cx="7" cy="11"/>
            </a:xfrm>
            <a:custGeom>
              <a:avLst/>
              <a:gdLst>
                <a:gd name="T0" fmla="*/ 0 w 4"/>
                <a:gd name="T1" fmla="*/ 20 h 6"/>
                <a:gd name="T2" fmla="*/ 12 w 4"/>
                <a:gd name="T3" fmla="*/ 37 h 6"/>
                <a:gd name="T4" fmla="*/ 0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5"/>
                    <a:pt x="1" y="6"/>
                    <a:pt x="2" y="6"/>
                  </a:cubicBezTo>
                  <a:cubicBezTo>
                    <a:pt x="4" y="4"/>
                    <a:pt x="3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36" name="Freeform 3615">
              <a:extLst>
                <a:ext uri="{FF2B5EF4-FFF2-40B4-BE49-F238E27FC236}">
                  <a16:creationId xmlns:a16="http://schemas.microsoft.com/office/drawing/2014/main" id="{D4340E44-1B53-4A1D-B08A-877F07171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693"/>
              <a:ext cx="6" cy="5"/>
            </a:xfrm>
            <a:custGeom>
              <a:avLst/>
              <a:gdLst>
                <a:gd name="T0" fmla="*/ 0 w 3"/>
                <a:gd name="T1" fmla="*/ 8 h 3"/>
                <a:gd name="T2" fmla="*/ 16 w 3"/>
                <a:gd name="T3" fmla="*/ 13 h 3"/>
                <a:gd name="T4" fmla="*/ 24 w 3"/>
                <a:gd name="T5" fmla="*/ 8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37" name="Freeform 3616">
              <a:extLst>
                <a:ext uri="{FF2B5EF4-FFF2-40B4-BE49-F238E27FC236}">
                  <a16:creationId xmlns:a16="http://schemas.microsoft.com/office/drawing/2014/main" id="{80547E75-3B6D-4F37-90C9-101B7B184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50"/>
              <a:ext cx="11" cy="7"/>
            </a:xfrm>
            <a:custGeom>
              <a:avLst/>
              <a:gdLst>
                <a:gd name="T0" fmla="*/ 13 w 6"/>
                <a:gd name="T1" fmla="*/ 0 h 4"/>
                <a:gd name="T2" fmla="*/ 20 w 6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4"/>
                    <a:pt x="6" y="4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38" name="Freeform 3617">
              <a:extLst>
                <a:ext uri="{FF2B5EF4-FFF2-40B4-BE49-F238E27FC236}">
                  <a16:creationId xmlns:a16="http://schemas.microsoft.com/office/drawing/2014/main" id="{EDB10C23-57DD-46AA-836B-C0EBA39BF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607"/>
              <a:ext cx="9" cy="13"/>
            </a:xfrm>
            <a:custGeom>
              <a:avLst/>
              <a:gdLst>
                <a:gd name="T0" fmla="*/ 0 w 5"/>
                <a:gd name="T1" fmla="*/ 13 h 7"/>
                <a:gd name="T2" fmla="*/ 16 w 5"/>
                <a:gd name="T3" fmla="*/ 24 h 7"/>
                <a:gd name="T4" fmla="*/ 0 w 5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3"/>
                    <a:pt x="2" y="7"/>
                    <a:pt x="3" y="4"/>
                  </a:cubicBez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39" name="Freeform 3618">
              <a:extLst>
                <a:ext uri="{FF2B5EF4-FFF2-40B4-BE49-F238E27FC236}">
                  <a16:creationId xmlns:a16="http://schemas.microsoft.com/office/drawing/2014/main" id="{1CB679B1-E46B-4FF5-9F75-D91F594C7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595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24 h 3"/>
                <a:gd name="T4" fmla="*/ 0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3" y="2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40" name="Freeform 3619">
              <a:extLst>
                <a:ext uri="{FF2B5EF4-FFF2-40B4-BE49-F238E27FC236}">
                  <a16:creationId xmlns:a16="http://schemas.microsoft.com/office/drawing/2014/main" id="{70D71197-595B-4030-957F-6FFF60777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502"/>
              <a:ext cx="13" cy="11"/>
            </a:xfrm>
            <a:custGeom>
              <a:avLst/>
              <a:gdLst>
                <a:gd name="T0" fmla="*/ 13 w 7"/>
                <a:gd name="T1" fmla="*/ 13 h 6"/>
                <a:gd name="T2" fmla="*/ 20 w 7"/>
                <a:gd name="T3" fmla="*/ 31 h 6"/>
                <a:gd name="T4" fmla="*/ 13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0" y="3"/>
                    <a:pt x="0" y="6"/>
                    <a:pt x="3" y="5"/>
                  </a:cubicBezTo>
                  <a:cubicBezTo>
                    <a:pt x="7" y="5"/>
                    <a:pt x="6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41" name="Freeform 3620">
              <a:extLst>
                <a:ext uri="{FF2B5EF4-FFF2-40B4-BE49-F238E27FC236}">
                  <a16:creationId xmlns:a16="http://schemas.microsoft.com/office/drawing/2014/main" id="{E9CC8732-4167-47CD-970C-E6FD2CDC4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414"/>
              <a:ext cx="16" cy="30"/>
            </a:xfrm>
            <a:custGeom>
              <a:avLst/>
              <a:gdLst>
                <a:gd name="T0" fmla="*/ 7 w 9"/>
                <a:gd name="T1" fmla="*/ 32 h 16"/>
                <a:gd name="T2" fmla="*/ 7 w 9"/>
                <a:gd name="T3" fmla="*/ 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1" y="5"/>
                  </a:moveTo>
                  <a:cubicBezTo>
                    <a:pt x="0" y="16"/>
                    <a:pt x="9" y="0"/>
                    <a:pt x="1" y="5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42" name="Freeform 3621">
              <a:extLst>
                <a:ext uri="{FF2B5EF4-FFF2-40B4-BE49-F238E27FC236}">
                  <a16:creationId xmlns:a16="http://schemas.microsoft.com/office/drawing/2014/main" id="{9CDDEB92-0433-4DE6-8329-17E098D45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429"/>
              <a:ext cx="10" cy="7"/>
            </a:xfrm>
            <a:custGeom>
              <a:avLst/>
              <a:gdLst>
                <a:gd name="T0" fmla="*/ 0 w 5"/>
                <a:gd name="T1" fmla="*/ 12 h 4"/>
                <a:gd name="T2" fmla="*/ 16 w 5"/>
                <a:gd name="T3" fmla="*/ 21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5" y="3"/>
                    <a:pt x="3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43" name="Freeform 3622">
              <a:extLst>
                <a:ext uri="{FF2B5EF4-FFF2-40B4-BE49-F238E27FC236}">
                  <a16:creationId xmlns:a16="http://schemas.microsoft.com/office/drawing/2014/main" id="{4F9D14C7-EB05-44C5-9703-EEF1D50FB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476"/>
              <a:ext cx="13" cy="9"/>
            </a:xfrm>
            <a:custGeom>
              <a:avLst/>
              <a:gdLst>
                <a:gd name="T0" fmla="*/ 13 w 7"/>
                <a:gd name="T1" fmla="*/ 7 h 5"/>
                <a:gd name="T2" fmla="*/ 2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0" y="5"/>
                    <a:pt x="7" y="3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44" name="Freeform 3623">
              <a:extLst>
                <a:ext uri="{FF2B5EF4-FFF2-40B4-BE49-F238E27FC236}">
                  <a16:creationId xmlns:a16="http://schemas.microsoft.com/office/drawing/2014/main" id="{1CA0D15F-4ACE-421C-8F04-160408605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560"/>
              <a:ext cx="5" cy="6"/>
            </a:xfrm>
            <a:custGeom>
              <a:avLst/>
              <a:gdLst>
                <a:gd name="T0" fmla="*/ 0 w 3"/>
                <a:gd name="T1" fmla="*/ 0 h 3"/>
                <a:gd name="T2" fmla="*/ 5 w 3"/>
                <a:gd name="T3" fmla="*/ 24 h 3"/>
                <a:gd name="T4" fmla="*/ 8 w 3"/>
                <a:gd name="T5" fmla="*/ 0 h 3"/>
                <a:gd name="T6" fmla="*/ 0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3" y="2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45" name="Freeform 3624">
              <a:extLst>
                <a:ext uri="{FF2B5EF4-FFF2-40B4-BE49-F238E27FC236}">
                  <a16:creationId xmlns:a16="http://schemas.microsoft.com/office/drawing/2014/main" id="{6E899EE7-5991-4694-9A8A-CF086830D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560"/>
              <a:ext cx="8" cy="7"/>
            </a:xfrm>
            <a:custGeom>
              <a:avLst/>
              <a:gdLst>
                <a:gd name="T0" fmla="*/ 8 w 4"/>
                <a:gd name="T1" fmla="*/ 7 h 4"/>
                <a:gd name="T2" fmla="*/ 32 w 4"/>
                <a:gd name="T3" fmla="*/ 7 h 4"/>
                <a:gd name="T4" fmla="*/ 0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46" name="Freeform 3625">
              <a:extLst>
                <a:ext uri="{FF2B5EF4-FFF2-40B4-BE49-F238E27FC236}">
                  <a16:creationId xmlns:a16="http://schemas.microsoft.com/office/drawing/2014/main" id="{C72F0B3D-213A-44CB-B2D8-847BA9412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629"/>
              <a:ext cx="8" cy="17"/>
            </a:xfrm>
            <a:custGeom>
              <a:avLst/>
              <a:gdLst>
                <a:gd name="T0" fmla="*/ 0 w 4"/>
                <a:gd name="T1" fmla="*/ 21 h 9"/>
                <a:gd name="T2" fmla="*/ 0 w 4"/>
                <a:gd name="T3" fmla="*/ 2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3"/>
                  </a:moveTo>
                  <a:cubicBezTo>
                    <a:pt x="2" y="9"/>
                    <a:pt x="4" y="0"/>
                    <a:pt x="0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47" name="Freeform 3626">
              <a:extLst>
                <a:ext uri="{FF2B5EF4-FFF2-40B4-BE49-F238E27FC236}">
                  <a16:creationId xmlns:a16="http://schemas.microsoft.com/office/drawing/2014/main" id="{BA97DD53-FB4C-4C8B-88FA-5B1269E8B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652"/>
              <a:ext cx="13" cy="16"/>
            </a:xfrm>
            <a:custGeom>
              <a:avLst/>
              <a:gdLst>
                <a:gd name="T0" fmla="*/ 32 w 7"/>
                <a:gd name="T1" fmla="*/ 21 h 9"/>
                <a:gd name="T2" fmla="*/ 20 w 7"/>
                <a:gd name="T3" fmla="*/ 44 h 9"/>
                <a:gd name="T4" fmla="*/ 24 w 7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4"/>
                  </a:moveTo>
                  <a:cubicBezTo>
                    <a:pt x="1" y="0"/>
                    <a:pt x="0" y="7"/>
                    <a:pt x="3" y="8"/>
                  </a:cubicBezTo>
                  <a:cubicBezTo>
                    <a:pt x="6" y="9"/>
                    <a:pt x="7" y="4"/>
                    <a:pt x="4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48" name="Freeform 3627">
              <a:extLst>
                <a:ext uri="{FF2B5EF4-FFF2-40B4-BE49-F238E27FC236}">
                  <a16:creationId xmlns:a16="http://schemas.microsoft.com/office/drawing/2014/main" id="{7FBB52B2-FBE9-40C8-B260-B6B6D7B48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659"/>
              <a:ext cx="11" cy="13"/>
            </a:xfrm>
            <a:custGeom>
              <a:avLst/>
              <a:gdLst>
                <a:gd name="T0" fmla="*/ 0 w 6"/>
                <a:gd name="T1" fmla="*/ 13 h 7"/>
                <a:gd name="T2" fmla="*/ 7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2" y="7"/>
                    <a:pt x="6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49" name="Freeform 3628">
              <a:extLst>
                <a:ext uri="{FF2B5EF4-FFF2-40B4-BE49-F238E27FC236}">
                  <a16:creationId xmlns:a16="http://schemas.microsoft.com/office/drawing/2014/main" id="{EE0D4224-E5F4-4725-975D-F14404F12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697"/>
              <a:ext cx="18" cy="11"/>
            </a:xfrm>
            <a:custGeom>
              <a:avLst/>
              <a:gdLst>
                <a:gd name="T0" fmla="*/ 13 w 10"/>
                <a:gd name="T1" fmla="*/ 0 h 6"/>
                <a:gd name="T2" fmla="*/ 16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2" y="0"/>
                  </a:moveTo>
                  <a:cubicBezTo>
                    <a:pt x="0" y="6"/>
                    <a:pt x="10" y="0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50" name="Freeform 3629">
              <a:extLst>
                <a:ext uri="{FF2B5EF4-FFF2-40B4-BE49-F238E27FC236}">
                  <a16:creationId xmlns:a16="http://schemas.microsoft.com/office/drawing/2014/main" id="{B5FCDDD6-E1CD-4365-87F8-0AEB76E2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708"/>
              <a:ext cx="8" cy="5"/>
            </a:xfrm>
            <a:custGeom>
              <a:avLst/>
              <a:gdLst>
                <a:gd name="T0" fmla="*/ 8 w 4"/>
                <a:gd name="T1" fmla="*/ 0 h 3"/>
                <a:gd name="T2" fmla="*/ 8 w 4"/>
                <a:gd name="T3" fmla="*/ 13 h 3"/>
                <a:gd name="T4" fmla="*/ 8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4" y="3"/>
                    <a:pt x="4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51" name="Freeform 3630">
              <a:extLst>
                <a:ext uri="{FF2B5EF4-FFF2-40B4-BE49-F238E27FC236}">
                  <a16:creationId xmlns:a16="http://schemas.microsoft.com/office/drawing/2014/main" id="{BECD1970-896E-4CD1-945B-3D36CFD7E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730"/>
              <a:ext cx="19" cy="10"/>
            </a:xfrm>
            <a:custGeom>
              <a:avLst/>
              <a:gdLst>
                <a:gd name="T0" fmla="*/ 21 w 10"/>
                <a:gd name="T1" fmla="*/ 0 h 5"/>
                <a:gd name="T2" fmla="*/ 29 w 10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3" y="0"/>
                  </a:moveTo>
                  <a:cubicBezTo>
                    <a:pt x="0" y="5"/>
                    <a:pt x="10" y="3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52" name="Freeform 3631">
              <a:extLst>
                <a:ext uri="{FF2B5EF4-FFF2-40B4-BE49-F238E27FC236}">
                  <a16:creationId xmlns:a16="http://schemas.microsoft.com/office/drawing/2014/main" id="{3D026E0B-0849-4F61-BB46-426D68D3F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758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16 w 5"/>
                <a:gd name="T3" fmla="*/ 40 h 5"/>
                <a:gd name="T4" fmla="*/ 0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4"/>
                    <a:pt x="2" y="5"/>
                    <a:pt x="2" y="5"/>
                  </a:cubicBezTo>
                  <a:cubicBezTo>
                    <a:pt x="5" y="4"/>
                    <a:pt x="3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53" name="Freeform 3632">
              <a:extLst>
                <a:ext uri="{FF2B5EF4-FFF2-40B4-BE49-F238E27FC236}">
                  <a16:creationId xmlns:a16="http://schemas.microsoft.com/office/drawing/2014/main" id="{2DCC4AA0-63C0-44FC-BA04-6008C1370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749"/>
              <a:ext cx="10" cy="9"/>
            </a:xfrm>
            <a:custGeom>
              <a:avLst/>
              <a:gdLst>
                <a:gd name="T0" fmla="*/ 0 w 5"/>
                <a:gd name="T1" fmla="*/ 7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5"/>
                    <a:pt x="5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54" name="Freeform 3633">
              <a:extLst>
                <a:ext uri="{FF2B5EF4-FFF2-40B4-BE49-F238E27FC236}">
                  <a16:creationId xmlns:a16="http://schemas.microsoft.com/office/drawing/2014/main" id="{A54E6BE4-5265-4942-945C-62C20CFB0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713"/>
              <a:ext cx="8" cy="8"/>
            </a:xfrm>
            <a:custGeom>
              <a:avLst/>
              <a:gdLst>
                <a:gd name="T0" fmla="*/ 8 w 4"/>
                <a:gd name="T1" fmla="*/ 8 h 4"/>
                <a:gd name="T2" fmla="*/ 24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55" name="Freeform 3634">
              <a:extLst>
                <a:ext uri="{FF2B5EF4-FFF2-40B4-BE49-F238E27FC236}">
                  <a16:creationId xmlns:a16="http://schemas.microsoft.com/office/drawing/2014/main" id="{0524382B-6B73-4BAD-A8BB-DB9D98DB8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711"/>
              <a:ext cx="7" cy="8"/>
            </a:xfrm>
            <a:custGeom>
              <a:avLst/>
              <a:gdLst>
                <a:gd name="T0" fmla="*/ 7 w 4"/>
                <a:gd name="T1" fmla="*/ 24 h 4"/>
                <a:gd name="T2" fmla="*/ 12 w 4"/>
                <a:gd name="T3" fmla="*/ 32 h 4"/>
                <a:gd name="T4" fmla="*/ 21 w 4"/>
                <a:gd name="T5" fmla="*/ 8 h 4"/>
                <a:gd name="T6" fmla="*/ 0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2" y="4"/>
                    <a:pt x="2" y="4"/>
                  </a:cubicBezTo>
                  <a:cubicBezTo>
                    <a:pt x="3" y="3"/>
                    <a:pt x="3" y="2"/>
                    <a:pt x="4" y="1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56" name="Freeform 3635">
              <a:extLst>
                <a:ext uri="{FF2B5EF4-FFF2-40B4-BE49-F238E27FC236}">
                  <a16:creationId xmlns:a16="http://schemas.microsoft.com/office/drawing/2014/main" id="{596B8B2F-E36E-4A77-8451-59FE5E8EA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708"/>
              <a:ext cx="9" cy="7"/>
            </a:xfrm>
            <a:custGeom>
              <a:avLst/>
              <a:gdLst>
                <a:gd name="T0" fmla="*/ 13 w 5"/>
                <a:gd name="T1" fmla="*/ 12 h 4"/>
                <a:gd name="T2" fmla="*/ 13 w 5"/>
                <a:gd name="T3" fmla="*/ 21 h 4"/>
                <a:gd name="T4" fmla="*/ 7 w 5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2"/>
                  </a:moveTo>
                  <a:cubicBezTo>
                    <a:pt x="1" y="3"/>
                    <a:pt x="0" y="4"/>
                    <a:pt x="2" y="4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57" name="Freeform 3636">
              <a:extLst>
                <a:ext uri="{FF2B5EF4-FFF2-40B4-BE49-F238E27FC236}">
                  <a16:creationId xmlns:a16="http://schemas.microsoft.com/office/drawing/2014/main" id="{2CB063A5-2759-462A-AB56-E6CF65CF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652"/>
              <a:ext cx="9" cy="11"/>
            </a:xfrm>
            <a:custGeom>
              <a:avLst/>
              <a:gdLst>
                <a:gd name="T0" fmla="*/ 13 w 5"/>
                <a:gd name="T1" fmla="*/ 7 h 6"/>
                <a:gd name="T2" fmla="*/ 16 w 5"/>
                <a:gd name="T3" fmla="*/ 24 h 6"/>
                <a:gd name="T4" fmla="*/ 0 w 5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2"/>
                    <a:pt x="1" y="6"/>
                    <a:pt x="3" y="4"/>
                  </a:cubicBez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58" name="Freeform 3637">
              <a:extLst>
                <a:ext uri="{FF2B5EF4-FFF2-40B4-BE49-F238E27FC236}">
                  <a16:creationId xmlns:a16="http://schemas.microsoft.com/office/drawing/2014/main" id="{E0B5E3CE-3C3B-45F3-ADFC-5AF46DCBF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740"/>
              <a:ext cx="15" cy="13"/>
            </a:xfrm>
            <a:custGeom>
              <a:avLst/>
              <a:gdLst>
                <a:gd name="T0" fmla="*/ 28 w 8"/>
                <a:gd name="T1" fmla="*/ 20 h 7"/>
                <a:gd name="T2" fmla="*/ 15 w 8"/>
                <a:gd name="T3" fmla="*/ 13 h 7"/>
                <a:gd name="T4" fmla="*/ 53 w 8"/>
                <a:gd name="T5" fmla="*/ 13 h 7"/>
                <a:gd name="T6" fmla="*/ 32 w 8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3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0" y="6"/>
                    <a:pt x="7" y="7"/>
                    <a:pt x="8" y="2"/>
                  </a:cubicBezTo>
                  <a:cubicBezTo>
                    <a:pt x="7" y="0"/>
                    <a:pt x="6" y="0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59" name="Freeform 3638">
              <a:extLst>
                <a:ext uri="{FF2B5EF4-FFF2-40B4-BE49-F238E27FC236}">
                  <a16:creationId xmlns:a16="http://schemas.microsoft.com/office/drawing/2014/main" id="{4DF627D6-DDA0-46ED-AC02-BA588E87E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794"/>
              <a:ext cx="11" cy="9"/>
            </a:xfrm>
            <a:custGeom>
              <a:avLst/>
              <a:gdLst>
                <a:gd name="T0" fmla="*/ 24 w 6"/>
                <a:gd name="T1" fmla="*/ 0 h 5"/>
                <a:gd name="T2" fmla="*/ 20 w 6"/>
                <a:gd name="T3" fmla="*/ 23 h 5"/>
                <a:gd name="T4" fmla="*/ 2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0"/>
                    <a:pt x="0" y="4"/>
                    <a:pt x="3" y="4"/>
                  </a:cubicBezTo>
                  <a:cubicBezTo>
                    <a:pt x="6" y="5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60" name="Freeform 3639">
              <a:extLst>
                <a:ext uri="{FF2B5EF4-FFF2-40B4-BE49-F238E27FC236}">
                  <a16:creationId xmlns:a16="http://schemas.microsoft.com/office/drawing/2014/main" id="{C707E44A-C0A6-48E2-BFA0-818130712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784"/>
              <a:ext cx="36" cy="14"/>
            </a:xfrm>
            <a:custGeom>
              <a:avLst/>
              <a:gdLst>
                <a:gd name="T0" fmla="*/ 53 w 19"/>
                <a:gd name="T1" fmla="*/ 0 h 7"/>
                <a:gd name="T2" fmla="*/ 76 w 1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8" y="0"/>
                  </a:moveTo>
                  <a:cubicBezTo>
                    <a:pt x="0" y="6"/>
                    <a:pt x="19" y="7"/>
                    <a:pt x="1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61" name="Freeform 3640">
              <a:extLst>
                <a:ext uri="{FF2B5EF4-FFF2-40B4-BE49-F238E27FC236}">
                  <a16:creationId xmlns:a16="http://schemas.microsoft.com/office/drawing/2014/main" id="{69C021BF-18F9-4579-A4ED-545F47A0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768"/>
              <a:ext cx="17" cy="9"/>
            </a:xfrm>
            <a:custGeom>
              <a:avLst/>
              <a:gdLst>
                <a:gd name="T0" fmla="*/ 21 w 9"/>
                <a:gd name="T1" fmla="*/ 0 h 5"/>
                <a:gd name="T2" fmla="*/ 28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3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62" name="Freeform 3641">
              <a:extLst>
                <a:ext uri="{FF2B5EF4-FFF2-40B4-BE49-F238E27FC236}">
                  <a16:creationId xmlns:a16="http://schemas.microsoft.com/office/drawing/2014/main" id="{A3B2FA17-BC0E-4F73-B3E9-0CBE3526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803"/>
              <a:ext cx="21" cy="13"/>
            </a:xfrm>
            <a:custGeom>
              <a:avLst/>
              <a:gdLst>
                <a:gd name="T0" fmla="*/ 29 w 11"/>
                <a:gd name="T1" fmla="*/ 0 h 7"/>
                <a:gd name="T2" fmla="*/ 4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4" y="0"/>
                  </a:moveTo>
                  <a:cubicBezTo>
                    <a:pt x="0" y="7"/>
                    <a:pt x="11" y="2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63" name="Freeform 3642">
              <a:extLst>
                <a:ext uri="{FF2B5EF4-FFF2-40B4-BE49-F238E27FC236}">
                  <a16:creationId xmlns:a16="http://schemas.microsoft.com/office/drawing/2014/main" id="{B284848C-447C-44E0-A363-1049B1C52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848"/>
              <a:ext cx="30" cy="19"/>
            </a:xfrm>
            <a:custGeom>
              <a:avLst/>
              <a:gdLst>
                <a:gd name="T0" fmla="*/ 32 w 16"/>
                <a:gd name="T1" fmla="*/ 8 h 10"/>
                <a:gd name="T2" fmla="*/ 39 w 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5" y="1"/>
                  </a:moveTo>
                  <a:cubicBezTo>
                    <a:pt x="0" y="10"/>
                    <a:pt x="16" y="1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64" name="Freeform 3643">
              <a:extLst>
                <a:ext uri="{FF2B5EF4-FFF2-40B4-BE49-F238E27FC236}">
                  <a16:creationId xmlns:a16="http://schemas.microsoft.com/office/drawing/2014/main" id="{C5ED77BB-703D-4BCC-8980-0D64DD0C3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856"/>
              <a:ext cx="15" cy="13"/>
            </a:xfrm>
            <a:custGeom>
              <a:avLst/>
              <a:gdLst>
                <a:gd name="T0" fmla="*/ 28 w 8"/>
                <a:gd name="T1" fmla="*/ 7 h 7"/>
                <a:gd name="T2" fmla="*/ 39 w 8"/>
                <a:gd name="T3" fmla="*/ 32 h 7"/>
                <a:gd name="T4" fmla="*/ 21 w 8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3"/>
                    <a:pt x="3" y="7"/>
                    <a:pt x="6" y="5"/>
                  </a:cubicBezTo>
                  <a:cubicBezTo>
                    <a:pt x="8" y="3"/>
                    <a:pt x="6" y="0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65" name="Freeform 3644">
              <a:extLst>
                <a:ext uri="{FF2B5EF4-FFF2-40B4-BE49-F238E27FC236}">
                  <a16:creationId xmlns:a16="http://schemas.microsoft.com/office/drawing/2014/main" id="{6E66E135-36D1-4C36-A0CC-2CB5F21BA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824"/>
              <a:ext cx="8" cy="9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29 h 5"/>
                <a:gd name="T4" fmla="*/ 8 w 4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4"/>
                    <a:pt x="4" y="3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66" name="Freeform 3645">
              <a:extLst>
                <a:ext uri="{FF2B5EF4-FFF2-40B4-BE49-F238E27FC236}">
                  <a16:creationId xmlns:a16="http://schemas.microsoft.com/office/drawing/2014/main" id="{5582F665-C2DB-4337-8F15-DDC80EAEE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826"/>
              <a:ext cx="7" cy="7"/>
            </a:xfrm>
            <a:custGeom>
              <a:avLst/>
              <a:gdLst>
                <a:gd name="T0" fmla="*/ 0 w 4"/>
                <a:gd name="T1" fmla="*/ 7 h 4"/>
                <a:gd name="T2" fmla="*/ 0 w 4"/>
                <a:gd name="T3" fmla="*/ 21 h 4"/>
                <a:gd name="T4" fmla="*/ 21 w 4"/>
                <a:gd name="T5" fmla="*/ 7 h 4"/>
                <a:gd name="T6" fmla="*/ 12 w 4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4" y="3"/>
                    <a:pt x="4" y="1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67" name="Freeform 3646">
              <a:extLst>
                <a:ext uri="{FF2B5EF4-FFF2-40B4-BE49-F238E27FC236}">
                  <a16:creationId xmlns:a16="http://schemas.microsoft.com/office/drawing/2014/main" id="{81D36C67-935A-493F-A04A-53D225EFB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820"/>
              <a:ext cx="12" cy="9"/>
            </a:xfrm>
            <a:custGeom>
              <a:avLst/>
              <a:gdLst>
                <a:gd name="T0" fmla="*/ 24 w 6"/>
                <a:gd name="T1" fmla="*/ 0 h 5"/>
                <a:gd name="T2" fmla="*/ 40 w 6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3"/>
                    <a:pt x="6" y="5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68" name="Freeform 3647">
              <a:extLst>
                <a:ext uri="{FF2B5EF4-FFF2-40B4-BE49-F238E27FC236}">
                  <a16:creationId xmlns:a16="http://schemas.microsoft.com/office/drawing/2014/main" id="{5981139C-7780-4E5A-A526-01DFB3E26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78"/>
              <a:ext cx="5" cy="6"/>
            </a:xfrm>
            <a:custGeom>
              <a:avLst/>
              <a:gdLst>
                <a:gd name="T0" fmla="*/ 0 w 3"/>
                <a:gd name="T1" fmla="*/ 8 h 3"/>
                <a:gd name="T2" fmla="*/ 0 w 3"/>
                <a:gd name="T3" fmla="*/ 16 h 3"/>
                <a:gd name="T4" fmla="*/ 13 w 3"/>
                <a:gd name="T5" fmla="*/ 8 h 3"/>
                <a:gd name="T6" fmla="*/ 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69" name="Freeform 3648">
              <a:extLst>
                <a:ext uri="{FF2B5EF4-FFF2-40B4-BE49-F238E27FC236}">
                  <a16:creationId xmlns:a16="http://schemas.microsoft.com/office/drawing/2014/main" id="{B2A3A21E-C521-4314-A779-9A74A31DC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908"/>
              <a:ext cx="15" cy="11"/>
            </a:xfrm>
            <a:custGeom>
              <a:avLst/>
              <a:gdLst>
                <a:gd name="T0" fmla="*/ 21 w 8"/>
                <a:gd name="T1" fmla="*/ 13 h 6"/>
                <a:gd name="T2" fmla="*/ 15 w 8"/>
                <a:gd name="T3" fmla="*/ 0 h 6"/>
                <a:gd name="T4" fmla="*/ 28 w 8"/>
                <a:gd name="T5" fmla="*/ 37 h 6"/>
                <a:gd name="T6" fmla="*/ 28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1" y="6"/>
                    <a:pt x="4" y="6"/>
                  </a:cubicBezTo>
                  <a:cubicBezTo>
                    <a:pt x="8" y="5"/>
                    <a:pt x="7" y="0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70" name="Freeform 3649">
              <a:extLst>
                <a:ext uri="{FF2B5EF4-FFF2-40B4-BE49-F238E27FC236}">
                  <a16:creationId xmlns:a16="http://schemas.microsoft.com/office/drawing/2014/main" id="{08B9C524-4D1C-4CE2-B982-D1D1C7953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917"/>
              <a:ext cx="8" cy="8"/>
            </a:xfrm>
            <a:custGeom>
              <a:avLst/>
              <a:gdLst>
                <a:gd name="T0" fmla="*/ 16 w 4"/>
                <a:gd name="T1" fmla="*/ 0 h 4"/>
                <a:gd name="T2" fmla="*/ 0 w 4"/>
                <a:gd name="T3" fmla="*/ 0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4"/>
                    <a:pt x="4" y="3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71" name="Freeform 3650">
              <a:extLst>
                <a:ext uri="{FF2B5EF4-FFF2-40B4-BE49-F238E27FC236}">
                  <a16:creationId xmlns:a16="http://schemas.microsoft.com/office/drawing/2014/main" id="{556E53FD-3B75-4AA8-9E01-456C29243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947"/>
              <a:ext cx="28" cy="13"/>
            </a:xfrm>
            <a:custGeom>
              <a:avLst/>
              <a:gdLst>
                <a:gd name="T0" fmla="*/ 39 w 15"/>
                <a:gd name="T1" fmla="*/ 7 h 7"/>
                <a:gd name="T2" fmla="*/ 52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6" y="1"/>
                  </a:moveTo>
                  <a:cubicBezTo>
                    <a:pt x="0" y="6"/>
                    <a:pt x="15" y="7"/>
                    <a:pt x="8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72" name="Freeform 3651">
              <a:extLst>
                <a:ext uri="{FF2B5EF4-FFF2-40B4-BE49-F238E27FC236}">
                  <a16:creationId xmlns:a16="http://schemas.microsoft.com/office/drawing/2014/main" id="{F616F450-B93B-4963-9982-A662A3FF4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960"/>
              <a:ext cx="8" cy="6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24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4" y="2"/>
                    <a:pt x="3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73" name="Freeform 3652">
              <a:extLst>
                <a:ext uri="{FF2B5EF4-FFF2-40B4-BE49-F238E27FC236}">
                  <a16:creationId xmlns:a16="http://schemas.microsoft.com/office/drawing/2014/main" id="{3553AFF0-2725-43A4-AE6E-BC48820EA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000"/>
              <a:ext cx="9" cy="9"/>
            </a:xfrm>
            <a:custGeom>
              <a:avLst/>
              <a:gdLst>
                <a:gd name="T0" fmla="*/ 0 w 5"/>
                <a:gd name="T1" fmla="*/ 16 h 5"/>
                <a:gd name="T2" fmla="*/ 7 w 5"/>
                <a:gd name="T3" fmla="*/ 29 h 5"/>
                <a:gd name="T4" fmla="*/ 0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5" y="4"/>
                    <a:pt x="2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74" name="Freeform 3653">
              <a:extLst>
                <a:ext uri="{FF2B5EF4-FFF2-40B4-BE49-F238E27FC236}">
                  <a16:creationId xmlns:a16="http://schemas.microsoft.com/office/drawing/2014/main" id="{3BD276A3-2BBA-4C67-B25F-F43826247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017"/>
              <a:ext cx="26" cy="11"/>
            </a:xfrm>
            <a:custGeom>
              <a:avLst/>
              <a:gdLst>
                <a:gd name="T0" fmla="*/ 37 w 14"/>
                <a:gd name="T1" fmla="*/ 7 h 6"/>
                <a:gd name="T2" fmla="*/ 45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6" y="1"/>
                  </a:moveTo>
                  <a:cubicBezTo>
                    <a:pt x="0" y="5"/>
                    <a:pt x="14" y="6"/>
                    <a:pt x="7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75" name="Freeform 3654">
              <a:extLst>
                <a:ext uri="{FF2B5EF4-FFF2-40B4-BE49-F238E27FC236}">
                  <a16:creationId xmlns:a16="http://schemas.microsoft.com/office/drawing/2014/main" id="{1D652ED5-40B4-48C1-AE4F-0C316CC1E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975"/>
              <a:ext cx="6" cy="8"/>
            </a:xfrm>
            <a:custGeom>
              <a:avLst/>
              <a:gdLst>
                <a:gd name="T0" fmla="*/ 0 w 3"/>
                <a:gd name="T1" fmla="*/ 8 h 4"/>
                <a:gd name="T2" fmla="*/ 0 w 3"/>
                <a:gd name="T3" fmla="*/ 24 h 4"/>
                <a:gd name="T4" fmla="*/ 24 w 3"/>
                <a:gd name="T5" fmla="*/ 8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4"/>
                    <a:pt x="3" y="3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76" name="Freeform 3655">
              <a:extLst>
                <a:ext uri="{FF2B5EF4-FFF2-40B4-BE49-F238E27FC236}">
                  <a16:creationId xmlns:a16="http://schemas.microsoft.com/office/drawing/2014/main" id="{F395643C-5998-49F3-94B7-6A79BFCE9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3024"/>
              <a:ext cx="19" cy="15"/>
            </a:xfrm>
            <a:custGeom>
              <a:avLst/>
              <a:gdLst>
                <a:gd name="T0" fmla="*/ 15 w 10"/>
                <a:gd name="T1" fmla="*/ 8 h 8"/>
                <a:gd name="T2" fmla="*/ 29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1"/>
                  </a:moveTo>
                  <a:cubicBezTo>
                    <a:pt x="0" y="8"/>
                    <a:pt x="10" y="3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77" name="Freeform 3656">
              <a:extLst>
                <a:ext uri="{FF2B5EF4-FFF2-40B4-BE49-F238E27FC236}">
                  <a16:creationId xmlns:a16="http://schemas.microsoft.com/office/drawing/2014/main" id="{26207FBF-62DA-49A2-958C-50398964F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067"/>
              <a:ext cx="14" cy="9"/>
            </a:xfrm>
            <a:custGeom>
              <a:avLst/>
              <a:gdLst>
                <a:gd name="T0" fmla="*/ 24 w 7"/>
                <a:gd name="T1" fmla="*/ 0 h 5"/>
                <a:gd name="T2" fmla="*/ 32 w 7"/>
                <a:gd name="T3" fmla="*/ 23 h 5"/>
                <a:gd name="T4" fmla="*/ 4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0" y="0"/>
                    <a:pt x="1" y="4"/>
                    <a:pt x="4" y="4"/>
                  </a:cubicBezTo>
                  <a:cubicBezTo>
                    <a:pt x="7" y="5"/>
                    <a:pt x="7" y="2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78" name="Freeform 3657">
              <a:extLst>
                <a:ext uri="{FF2B5EF4-FFF2-40B4-BE49-F238E27FC236}">
                  <a16:creationId xmlns:a16="http://schemas.microsoft.com/office/drawing/2014/main" id="{514F04B2-CAF8-46C7-9C82-8B45BBD57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088"/>
              <a:ext cx="5" cy="5"/>
            </a:xfrm>
            <a:custGeom>
              <a:avLst/>
              <a:gdLst>
                <a:gd name="T0" fmla="*/ 0 w 3"/>
                <a:gd name="T1" fmla="*/ 5 h 3"/>
                <a:gd name="T2" fmla="*/ 5 w 3"/>
                <a:gd name="T3" fmla="*/ 13 h 3"/>
                <a:gd name="T4" fmla="*/ 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79" name="Freeform 3658">
              <a:extLst>
                <a:ext uri="{FF2B5EF4-FFF2-40B4-BE49-F238E27FC236}">
                  <a16:creationId xmlns:a16="http://schemas.microsoft.com/office/drawing/2014/main" id="{3F162FEB-1CFC-4B36-A0DB-00ECD71E9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136"/>
              <a:ext cx="22" cy="15"/>
            </a:xfrm>
            <a:custGeom>
              <a:avLst/>
              <a:gdLst>
                <a:gd name="T0" fmla="*/ 24 w 12"/>
                <a:gd name="T1" fmla="*/ 15 h 8"/>
                <a:gd name="T2" fmla="*/ 20 w 12"/>
                <a:gd name="T3" fmla="*/ 15 h 8"/>
                <a:gd name="T4" fmla="*/ 37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2"/>
                  </a:moveTo>
                  <a:cubicBezTo>
                    <a:pt x="4" y="2"/>
                    <a:pt x="3" y="2"/>
                    <a:pt x="3" y="2"/>
                  </a:cubicBezTo>
                  <a:cubicBezTo>
                    <a:pt x="0" y="8"/>
                    <a:pt x="12" y="5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80" name="Freeform 3659">
              <a:extLst>
                <a:ext uri="{FF2B5EF4-FFF2-40B4-BE49-F238E27FC236}">
                  <a16:creationId xmlns:a16="http://schemas.microsoft.com/office/drawing/2014/main" id="{6E2C94A6-E511-40CB-A5E5-EC658CD8C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133"/>
              <a:ext cx="9" cy="9"/>
            </a:xfrm>
            <a:custGeom>
              <a:avLst/>
              <a:gdLst>
                <a:gd name="T0" fmla="*/ 13 w 5"/>
                <a:gd name="T1" fmla="*/ 7 h 5"/>
                <a:gd name="T2" fmla="*/ 7 w 5"/>
                <a:gd name="T3" fmla="*/ 7 h 5"/>
                <a:gd name="T4" fmla="*/ 13 w 5"/>
                <a:gd name="T5" fmla="*/ 29 h 5"/>
                <a:gd name="T6" fmla="*/ 1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1" y="4"/>
                    <a:pt x="2" y="5"/>
                  </a:cubicBezTo>
                  <a:cubicBezTo>
                    <a:pt x="5" y="4"/>
                    <a:pt x="5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81" name="Freeform 3660">
              <a:extLst>
                <a:ext uri="{FF2B5EF4-FFF2-40B4-BE49-F238E27FC236}">
                  <a16:creationId xmlns:a16="http://schemas.microsoft.com/office/drawing/2014/main" id="{6085A56F-3B78-49AD-8EDB-03B9636BA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59"/>
              <a:ext cx="28" cy="7"/>
            </a:xfrm>
            <a:custGeom>
              <a:avLst/>
              <a:gdLst>
                <a:gd name="T0" fmla="*/ 45 w 15"/>
                <a:gd name="T1" fmla="*/ 0 h 4"/>
                <a:gd name="T2" fmla="*/ 52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7" y="0"/>
                  </a:moveTo>
                  <a:cubicBezTo>
                    <a:pt x="0" y="3"/>
                    <a:pt x="15" y="4"/>
                    <a:pt x="8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82" name="Freeform 3661">
              <a:extLst>
                <a:ext uri="{FF2B5EF4-FFF2-40B4-BE49-F238E27FC236}">
                  <a16:creationId xmlns:a16="http://schemas.microsoft.com/office/drawing/2014/main" id="{66127122-2081-4EAD-A6B0-4090499BF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193"/>
              <a:ext cx="13" cy="9"/>
            </a:xfrm>
            <a:custGeom>
              <a:avLst/>
              <a:gdLst>
                <a:gd name="T0" fmla="*/ 7 w 7"/>
                <a:gd name="T1" fmla="*/ 29 h 5"/>
                <a:gd name="T2" fmla="*/ 13 w 7"/>
                <a:gd name="T3" fmla="*/ 0 h 5"/>
                <a:gd name="T4" fmla="*/ 20 w 7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1" y="3"/>
                    <a:pt x="0" y="1"/>
                    <a:pt x="2" y="0"/>
                  </a:cubicBezTo>
                  <a:cubicBezTo>
                    <a:pt x="5" y="1"/>
                    <a:pt x="7" y="5"/>
                    <a:pt x="3" y="5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83" name="Freeform 3662">
              <a:extLst>
                <a:ext uri="{FF2B5EF4-FFF2-40B4-BE49-F238E27FC236}">
                  <a16:creationId xmlns:a16="http://schemas.microsoft.com/office/drawing/2014/main" id="{CB7017E4-ED71-47F9-9EF7-AE57F1EE8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3221"/>
              <a:ext cx="6" cy="9"/>
            </a:xfrm>
            <a:custGeom>
              <a:avLst/>
              <a:gdLst>
                <a:gd name="T0" fmla="*/ 0 w 3"/>
                <a:gd name="T1" fmla="*/ 7 h 5"/>
                <a:gd name="T2" fmla="*/ 16 w 3"/>
                <a:gd name="T3" fmla="*/ 29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3" y="3"/>
                    <a:pt x="3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84" name="Freeform 3663">
              <a:extLst>
                <a:ext uri="{FF2B5EF4-FFF2-40B4-BE49-F238E27FC236}">
                  <a16:creationId xmlns:a16="http://schemas.microsoft.com/office/drawing/2014/main" id="{4EB71771-FAF9-4C96-8768-9C5CE347F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209"/>
              <a:ext cx="17" cy="15"/>
            </a:xfrm>
            <a:custGeom>
              <a:avLst/>
              <a:gdLst>
                <a:gd name="T0" fmla="*/ 15 w 9"/>
                <a:gd name="T1" fmla="*/ 8 h 8"/>
                <a:gd name="T2" fmla="*/ 2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0" y="8"/>
                    <a:pt x="9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85" name="Freeform 3664">
              <a:extLst>
                <a:ext uri="{FF2B5EF4-FFF2-40B4-BE49-F238E27FC236}">
                  <a16:creationId xmlns:a16="http://schemas.microsoft.com/office/drawing/2014/main" id="{B3F2C16B-9C3E-4D04-BB03-155DF1E5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245"/>
              <a:ext cx="5" cy="4"/>
            </a:xfrm>
            <a:custGeom>
              <a:avLst/>
              <a:gdLst>
                <a:gd name="T0" fmla="*/ 5 w 3"/>
                <a:gd name="T1" fmla="*/ 0 h 2"/>
                <a:gd name="T2" fmla="*/ 0 w 3"/>
                <a:gd name="T3" fmla="*/ 16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86" name="Freeform 3665">
              <a:extLst>
                <a:ext uri="{FF2B5EF4-FFF2-40B4-BE49-F238E27FC236}">
                  <a16:creationId xmlns:a16="http://schemas.microsoft.com/office/drawing/2014/main" id="{8B4AAF4C-A058-4BB4-AD0D-2489AFA7F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264"/>
              <a:ext cx="13" cy="15"/>
            </a:xfrm>
            <a:custGeom>
              <a:avLst/>
              <a:gdLst>
                <a:gd name="T0" fmla="*/ 20 w 7"/>
                <a:gd name="T1" fmla="*/ 0 h 8"/>
                <a:gd name="T2" fmla="*/ 20 w 7"/>
                <a:gd name="T3" fmla="*/ 39 h 8"/>
                <a:gd name="T4" fmla="*/ 32 w 7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0" y="1"/>
                    <a:pt x="0" y="5"/>
                    <a:pt x="3" y="6"/>
                  </a:cubicBezTo>
                  <a:cubicBezTo>
                    <a:pt x="6" y="8"/>
                    <a:pt x="7" y="3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87" name="Freeform 3666">
              <a:extLst>
                <a:ext uri="{FF2B5EF4-FFF2-40B4-BE49-F238E27FC236}">
                  <a16:creationId xmlns:a16="http://schemas.microsoft.com/office/drawing/2014/main" id="{5DFA68CF-F0B1-43C3-A9BD-A73CCC09C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236"/>
              <a:ext cx="13" cy="15"/>
            </a:xfrm>
            <a:custGeom>
              <a:avLst/>
              <a:gdLst>
                <a:gd name="T0" fmla="*/ 20 w 7"/>
                <a:gd name="T1" fmla="*/ 0 h 8"/>
                <a:gd name="T2" fmla="*/ 20 w 7"/>
                <a:gd name="T3" fmla="*/ 39 h 8"/>
                <a:gd name="T4" fmla="*/ 32 w 7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0" y="1"/>
                    <a:pt x="0" y="5"/>
                    <a:pt x="3" y="6"/>
                  </a:cubicBezTo>
                  <a:cubicBezTo>
                    <a:pt x="6" y="8"/>
                    <a:pt x="7" y="3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88" name="Freeform 3667">
              <a:extLst>
                <a:ext uri="{FF2B5EF4-FFF2-40B4-BE49-F238E27FC236}">
                  <a16:creationId xmlns:a16="http://schemas.microsoft.com/office/drawing/2014/main" id="{341AB1AB-E076-4B22-ADB4-55B380FAD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170"/>
              <a:ext cx="10" cy="11"/>
            </a:xfrm>
            <a:custGeom>
              <a:avLst/>
              <a:gdLst>
                <a:gd name="T0" fmla="*/ 8 w 5"/>
                <a:gd name="T1" fmla="*/ 7 h 6"/>
                <a:gd name="T2" fmla="*/ 24 w 5"/>
                <a:gd name="T3" fmla="*/ 37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89" name="Freeform 3668">
              <a:extLst>
                <a:ext uri="{FF2B5EF4-FFF2-40B4-BE49-F238E27FC236}">
                  <a16:creationId xmlns:a16="http://schemas.microsoft.com/office/drawing/2014/main" id="{FFFE4792-C18D-4590-9FAA-EF9DCFC53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106"/>
              <a:ext cx="10" cy="10"/>
            </a:xfrm>
            <a:custGeom>
              <a:avLst/>
              <a:gdLst>
                <a:gd name="T0" fmla="*/ 8 w 5"/>
                <a:gd name="T1" fmla="*/ 8 h 5"/>
                <a:gd name="T2" fmla="*/ 24 w 5"/>
                <a:gd name="T3" fmla="*/ 4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3"/>
                    <a:pt x="1" y="4"/>
                    <a:pt x="3" y="5"/>
                  </a:cubicBezTo>
                  <a:cubicBezTo>
                    <a:pt x="5" y="4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90" name="Freeform 3669">
              <a:extLst>
                <a:ext uri="{FF2B5EF4-FFF2-40B4-BE49-F238E27FC236}">
                  <a16:creationId xmlns:a16="http://schemas.microsoft.com/office/drawing/2014/main" id="{BA799A20-6A2E-4177-93BB-1332ABDA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084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91" name="Freeform 3670">
              <a:extLst>
                <a:ext uri="{FF2B5EF4-FFF2-40B4-BE49-F238E27FC236}">
                  <a16:creationId xmlns:a16="http://schemas.microsoft.com/office/drawing/2014/main" id="{FF0A17B0-CC67-4FCC-A41D-653668B0A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060"/>
              <a:ext cx="8" cy="7"/>
            </a:xfrm>
            <a:custGeom>
              <a:avLst/>
              <a:gdLst>
                <a:gd name="T0" fmla="*/ 0 w 4"/>
                <a:gd name="T1" fmla="*/ 7 h 4"/>
                <a:gd name="T2" fmla="*/ 8 w 4"/>
                <a:gd name="T3" fmla="*/ 21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92" name="Freeform 3671">
              <a:extLst>
                <a:ext uri="{FF2B5EF4-FFF2-40B4-BE49-F238E27FC236}">
                  <a16:creationId xmlns:a16="http://schemas.microsoft.com/office/drawing/2014/main" id="{2A69FDE5-D2E0-42B7-9750-1CCEFA0CF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942"/>
              <a:ext cx="23" cy="18"/>
            </a:xfrm>
            <a:custGeom>
              <a:avLst/>
              <a:gdLst>
                <a:gd name="T0" fmla="*/ 29 w 12"/>
                <a:gd name="T1" fmla="*/ 13 h 10"/>
                <a:gd name="T2" fmla="*/ 23 w 12"/>
                <a:gd name="T3" fmla="*/ 13 h 10"/>
                <a:gd name="T4" fmla="*/ 36 w 12"/>
                <a:gd name="T5" fmla="*/ 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4" y="2"/>
                  </a:moveTo>
                  <a:cubicBezTo>
                    <a:pt x="4" y="2"/>
                    <a:pt x="3" y="2"/>
                    <a:pt x="3" y="2"/>
                  </a:cubicBezTo>
                  <a:cubicBezTo>
                    <a:pt x="0" y="10"/>
                    <a:pt x="12" y="0"/>
                    <a:pt x="5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93" name="Freeform 3672">
              <a:extLst>
                <a:ext uri="{FF2B5EF4-FFF2-40B4-BE49-F238E27FC236}">
                  <a16:creationId xmlns:a16="http://schemas.microsoft.com/office/drawing/2014/main" id="{13AFA6CB-5DF2-40A2-8C17-309A6FEC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316"/>
              <a:ext cx="11" cy="11"/>
            </a:xfrm>
            <a:custGeom>
              <a:avLst/>
              <a:gdLst>
                <a:gd name="T0" fmla="*/ 7 w 6"/>
                <a:gd name="T1" fmla="*/ 31 h 6"/>
                <a:gd name="T2" fmla="*/ 13 w 6"/>
                <a:gd name="T3" fmla="*/ 37 h 6"/>
                <a:gd name="T4" fmla="*/ 0 w 6"/>
                <a:gd name="T5" fmla="*/ 13 h 6"/>
                <a:gd name="T6" fmla="*/ 0 w 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5"/>
                  </a:moveTo>
                  <a:cubicBezTo>
                    <a:pt x="1" y="6"/>
                    <a:pt x="1" y="6"/>
                    <a:pt x="2" y="6"/>
                  </a:cubicBezTo>
                  <a:cubicBezTo>
                    <a:pt x="6" y="6"/>
                    <a:pt x="4" y="0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94" name="Freeform 3673">
              <a:extLst>
                <a:ext uri="{FF2B5EF4-FFF2-40B4-BE49-F238E27FC236}">
                  <a16:creationId xmlns:a16="http://schemas.microsoft.com/office/drawing/2014/main" id="{4C6FFA5B-F7F3-4368-92CA-3FD1120EC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320"/>
              <a:ext cx="8" cy="7"/>
            </a:xfrm>
            <a:custGeom>
              <a:avLst/>
              <a:gdLst>
                <a:gd name="T0" fmla="*/ 8 w 4"/>
                <a:gd name="T1" fmla="*/ 7 h 4"/>
                <a:gd name="T2" fmla="*/ 16 w 4"/>
                <a:gd name="T3" fmla="*/ 21 h 4"/>
                <a:gd name="T4" fmla="*/ 8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2"/>
                    <a:pt x="3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95" name="Freeform 3674">
              <a:extLst>
                <a:ext uri="{FF2B5EF4-FFF2-40B4-BE49-F238E27FC236}">
                  <a16:creationId xmlns:a16="http://schemas.microsoft.com/office/drawing/2014/main" id="{7D65C925-677F-45DC-9686-018BD5D45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327"/>
              <a:ext cx="26" cy="17"/>
            </a:xfrm>
            <a:custGeom>
              <a:avLst/>
              <a:gdLst>
                <a:gd name="T0" fmla="*/ 24 w 14"/>
                <a:gd name="T1" fmla="*/ 8 h 9"/>
                <a:gd name="T2" fmla="*/ 32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4" y="1"/>
                  </a:moveTo>
                  <a:cubicBezTo>
                    <a:pt x="0" y="9"/>
                    <a:pt x="14" y="1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96" name="Freeform 3675">
              <a:extLst>
                <a:ext uri="{FF2B5EF4-FFF2-40B4-BE49-F238E27FC236}">
                  <a16:creationId xmlns:a16="http://schemas.microsoft.com/office/drawing/2014/main" id="{EDED7196-3858-4424-9D13-CC9ACBC80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365"/>
              <a:ext cx="15" cy="15"/>
            </a:xfrm>
            <a:custGeom>
              <a:avLst/>
              <a:gdLst>
                <a:gd name="T0" fmla="*/ 8 w 8"/>
                <a:gd name="T1" fmla="*/ 15 h 8"/>
                <a:gd name="T2" fmla="*/ 0 w 8"/>
                <a:gd name="T3" fmla="*/ 15 h 8"/>
                <a:gd name="T4" fmla="*/ 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8"/>
                    <a:pt x="8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97" name="Freeform 3676">
              <a:extLst>
                <a:ext uri="{FF2B5EF4-FFF2-40B4-BE49-F238E27FC236}">
                  <a16:creationId xmlns:a16="http://schemas.microsoft.com/office/drawing/2014/main" id="{91B66D14-2FFE-4B76-9920-223580B5C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415"/>
              <a:ext cx="13" cy="13"/>
            </a:xfrm>
            <a:custGeom>
              <a:avLst/>
              <a:gdLst>
                <a:gd name="T0" fmla="*/ 20 w 7"/>
                <a:gd name="T1" fmla="*/ 0 h 7"/>
                <a:gd name="T2" fmla="*/ 32 w 7"/>
                <a:gd name="T3" fmla="*/ 32 h 7"/>
                <a:gd name="T4" fmla="*/ 20 w 7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0" y="2"/>
                    <a:pt x="2" y="7"/>
                    <a:pt x="5" y="5"/>
                  </a:cubicBezTo>
                  <a:cubicBezTo>
                    <a:pt x="7" y="4"/>
                    <a:pt x="6" y="0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98" name="Freeform 3677">
              <a:extLst>
                <a:ext uri="{FF2B5EF4-FFF2-40B4-BE49-F238E27FC236}">
                  <a16:creationId xmlns:a16="http://schemas.microsoft.com/office/drawing/2014/main" id="{67CD6A6A-639B-4719-B15A-5E3100163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443"/>
              <a:ext cx="8" cy="10"/>
            </a:xfrm>
            <a:custGeom>
              <a:avLst/>
              <a:gdLst>
                <a:gd name="T0" fmla="*/ 8 w 4"/>
                <a:gd name="T1" fmla="*/ 8 h 5"/>
                <a:gd name="T2" fmla="*/ 16 w 4"/>
                <a:gd name="T3" fmla="*/ 40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99" name="Freeform 3678">
              <a:extLst>
                <a:ext uri="{FF2B5EF4-FFF2-40B4-BE49-F238E27FC236}">
                  <a16:creationId xmlns:a16="http://schemas.microsoft.com/office/drawing/2014/main" id="{79BE771F-56FA-4609-88BB-37319C14A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425"/>
              <a:ext cx="7" cy="7"/>
            </a:xfrm>
            <a:custGeom>
              <a:avLst/>
              <a:gdLst>
                <a:gd name="T0" fmla="*/ 0 w 4"/>
                <a:gd name="T1" fmla="*/ 7 h 4"/>
                <a:gd name="T2" fmla="*/ 0 w 4"/>
                <a:gd name="T3" fmla="*/ 21 h 4"/>
                <a:gd name="T4" fmla="*/ 1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00" name="Freeform 3679">
              <a:extLst>
                <a:ext uri="{FF2B5EF4-FFF2-40B4-BE49-F238E27FC236}">
                  <a16:creationId xmlns:a16="http://schemas.microsoft.com/office/drawing/2014/main" id="{980F81B1-553C-444B-B322-CD973E9C4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3468"/>
              <a:ext cx="13" cy="15"/>
            </a:xfrm>
            <a:custGeom>
              <a:avLst/>
              <a:gdLst>
                <a:gd name="T0" fmla="*/ 45 w 7"/>
                <a:gd name="T1" fmla="*/ 8 h 8"/>
                <a:gd name="T2" fmla="*/ 45 w 7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1"/>
                  </a:moveTo>
                  <a:cubicBezTo>
                    <a:pt x="0" y="0"/>
                    <a:pt x="7" y="8"/>
                    <a:pt x="7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01" name="Freeform 3680">
              <a:extLst>
                <a:ext uri="{FF2B5EF4-FFF2-40B4-BE49-F238E27FC236}">
                  <a16:creationId xmlns:a16="http://schemas.microsoft.com/office/drawing/2014/main" id="{150B3966-941B-40E5-8728-B980101E2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490"/>
              <a:ext cx="7" cy="6"/>
            </a:xfrm>
            <a:custGeom>
              <a:avLst/>
              <a:gdLst>
                <a:gd name="T0" fmla="*/ 12 w 4"/>
                <a:gd name="T1" fmla="*/ 16 h 3"/>
                <a:gd name="T2" fmla="*/ 7 w 4"/>
                <a:gd name="T3" fmla="*/ 0 h 3"/>
                <a:gd name="T4" fmla="*/ 7 w 4"/>
                <a:gd name="T5" fmla="*/ 24 h 3"/>
                <a:gd name="T6" fmla="*/ 21 w 4"/>
                <a:gd name="T7" fmla="*/ 0 h 3"/>
                <a:gd name="T8" fmla="*/ 12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2"/>
                  </a:moveTo>
                  <a:cubicBezTo>
                    <a:pt x="2" y="1"/>
                    <a:pt x="1" y="0"/>
                    <a:pt x="1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02" name="Freeform 3681">
              <a:extLst>
                <a:ext uri="{FF2B5EF4-FFF2-40B4-BE49-F238E27FC236}">
                  <a16:creationId xmlns:a16="http://schemas.microsoft.com/office/drawing/2014/main" id="{5183534D-F83D-4C15-B614-A37AEFAC5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522"/>
              <a:ext cx="13" cy="17"/>
            </a:xfrm>
            <a:custGeom>
              <a:avLst/>
              <a:gdLst>
                <a:gd name="T0" fmla="*/ 20 w 7"/>
                <a:gd name="T1" fmla="*/ 15 h 9"/>
                <a:gd name="T2" fmla="*/ 24 w 7"/>
                <a:gd name="T3" fmla="*/ 53 h 9"/>
                <a:gd name="T4" fmla="*/ 20 w 7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2"/>
                  </a:moveTo>
                  <a:cubicBezTo>
                    <a:pt x="0" y="3"/>
                    <a:pt x="1" y="9"/>
                    <a:pt x="4" y="8"/>
                  </a:cubicBezTo>
                  <a:cubicBezTo>
                    <a:pt x="7" y="7"/>
                    <a:pt x="7" y="0"/>
                    <a:pt x="3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03" name="Freeform 3682">
              <a:extLst>
                <a:ext uri="{FF2B5EF4-FFF2-40B4-BE49-F238E27FC236}">
                  <a16:creationId xmlns:a16="http://schemas.microsoft.com/office/drawing/2014/main" id="{01226B92-C9BE-4EAC-8435-D4E766AC1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615"/>
              <a:ext cx="14" cy="19"/>
            </a:xfrm>
            <a:custGeom>
              <a:avLst/>
              <a:gdLst>
                <a:gd name="T0" fmla="*/ 28 w 8"/>
                <a:gd name="T1" fmla="*/ 21 h 10"/>
                <a:gd name="T2" fmla="*/ 21 w 8"/>
                <a:gd name="T3" fmla="*/ 61 h 10"/>
                <a:gd name="T4" fmla="*/ 33 w 8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3"/>
                  </a:moveTo>
                  <a:cubicBezTo>
                    <a:pt x="1" y="0"/>
                    <a:pt x="0" y="10"/>
                    <a:pt x="4" y="9"/>
                  </a:cubicBezTo>
                  <a:cubicBezTo>
                    <a:pt x="8" y="9"/>
                    <a:pt x="7" y="4"/>
                    <a:pt x="6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04" name="Freeform 3683">
              <a:extLst>
                <a:ext uri="{FF2B5EF4-FFF2-40B4-BE49-F238E27FC236}">
                  <a16:creationId xmlns:a16="http://schemas.microsoft.com/office/drawing/2014/main" id="{88B53373-D155-4CBA-BF92-64C4459BE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623"/>
              <a:ext cx="8" cy="11"/>
            </a:xfrm>
            <a:custGeom>
              <a:avLst/>
              <a:gdLst>
                <a:gd name="T0" fmla="*/ 8 w 4"/>
                <a:gd name="T1" fmla="*/ 7 h 6"/>
                <a:gd name="T2" fmla="*/ 16 w 4"/>
                <a:gd name="T3" fmla="*/ 37 h 6"/>
                <a:gd name="T4" fmla="*/ 16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4" y="5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05" name="Freeform 3684">
              <a:extLst>
                <a:ext uri="{FF2B5EF4-FFF2-40B4-BE49-F238E27FC236}">
                  <a16:creationId xmlns:a16="http://schemas.microsoft.com/office/drawing/2014/main" id="{F970B8BC-4585-49D7-A9AB-095AA64B1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563"/>
              <a:ext cx="17" cy="21"/>
            </a:xfrm>
            <a:custGeom>
              <a:avLst/>
              <a:gdLst>
                <a:gd name="T0" fmla="*/ 47 w 9"/>
                <a:gd name="T1" fmla="*/ 15 h 11"/>
                <a:gd name="T2" fmla="*/ 53 w 9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7" y="2"/>
                  </a:moveTo>
                  <a:cubicBezTo>
                    <a:pt x="0" y="0"/>
                    <a:pt x="9" y="11"/>
                    <a:pt x="8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06" name="Freeform 3685">
              <a:extLst>
                <a:ext uri="{FF2B5EF4-FFF2-40B4-BE49-F238E27FC236}">
                  <a16:creationId xmlns:a16="http://schemas.microsoft.com/office/drawing/2014/main" id="{FAD89073-4262-4E5C-897D-0C6827FB2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557"/>
              <a:ext cx="6" cy="6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07" name="Freeform 3686">
              <a:extLst>
                <a:ext uri="{FF2B5EF4-FFF2-40B4-BE49-F238E27FC236}">
                  <a16:creationId xmlns:a16="http://schemas.microsoft.com/office/drawing/2014/main" id="{3786D58E-2D4C-45E4-B664-8A42262DD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559"/>
              <a:ext cx="9" cy="10"/>
            </a:xfrm>
            <a:custGeom>
              <a:avLst/>
              <a:gdLst>
                <a:gd name="T0" fmla="*/ 0 w 5"/>
                <a:gd name="T1" fmla="*/ 8 h 5"/>
                <a:gd name="T2" fmla="*/ 0 w 5"/>
                <a:gd name="T3" fmla="*/ 32 h 5"/>
                <a:gd name="T4" fmla="*/ 1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5"/>
                    <a:pt x="5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08" name="Freeform 3687">
              <a:extLst>
                <a:ext uri="{FF2B5EF4-FFF2-40B4-BE49-F238E27FC236}">
                  <a16:creationId xmlns:a16="http://schemas.microsoft.com/office/drawing/2014/main" id="{C1253B90-B60C-4E2E-847A-1A188BEC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505"/>
              <a:ext cx="8" cy="8"/>
            </a:xfrm>
            <a:custGeom>
              <a:avLst/>
              <a:gdLst>
                <a:gd name="T0" fmla="*/ 0 w 4"/>
                <a:gd name="T1" fmla="*/ 8 h 4"/>
                <a:gd name="T2" fmla="*/ 0 w 4"/>
                <a:gd name="T3" fmla="*/ 24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09" name="Freeform 3688">
              <a:extLst>
                <a:ext uri="{FF2B5EF4-FFF2-40B4-BE49-F238E27FC236}">
                  <a16:creationId xmlns:a16="http://schemas.microsoft.com/office/drawing/2014/main" id="{667855F7-3D15-4063-8C53-24C086F9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537"/>
              <a:ext cx="10" cy="9"/>
            </a:xfrm>
            <a:custGeom>
              <a:avLst/>
              <a:gdLst>
                <a:gd name="T0" fmla="*/ 16 w 5"/>
                <a:gd name="T1" fmla="*/ 13 h 5"/>
                <a:gd name="T2" fmla="*/ 8 w 5"/>
                <a:gd name="T3" fmla="*/ 29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4" y="4"/>
                    <a:pt x="5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10" name="Freeform 3689">
              <a:extLst>
                <a:ext uri="{FF2B5EF4-FFF2-40B4-BE49-F238E27FC236}">
                  <a16:creationId xmlns:a16="http://schemas.microsoft.com/office/drawing/2014/main" id="{494CD2BF-F5A7-429B-9795-53C15C0EE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3645"/>
              <a:ext cx="21" cy="14"/>
            </a:xfrm>
            <a:custGeom>
              <a:avLst/>
              <a:gdLst>
                <a:gd name="T0" fmla="*/ 29 w 11"/>
                <a:gd name="T1" fmla="*/ 0 h 7"/>
                <a:gd name="T2" fmla="*/ 36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4" y="0"/>
                  </a:moveTo>
                  <a:cubicBezTo>
                    <a:pt x="0" y="7"/>
                    <a:pt x="11" y="2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11" name="Freeform 3690">
              <a:extLst>
                <a:ext uri="{FF2B5EF4-FFF2-40B4-BE49-F238E27FC236}">
                  <a16:creationId xmlns:a16="http://schemas.microsoft.com/office/drawing/2014/main" id="{3F408A87-6186-48CF-9622-E024C42CB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692"/>
              <a:ext cx="5" cy="8"/>
            </a:xfrm>
            <a:custGeom>
              <a:avLst/>
              <a:gdLst>
                <a:gd name="T0" fmla="*/ 5 w 3"/>
                <a:gd name="T1" fmla="*/ 8 h 4"/>
                <a:gd name="T2" fmla="*/ 0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2"/>
                    <a:pt x="0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12" name="Freeform 3691">
              <a:extLst>
                <a:ext uri="{FF2B5EF4-FFF2-40B4-BE49-F238E27FC236}">
                  <a16:creationId xmlns:a16="http://schemas.microsoft.com/office/drawing/2014/main" id="{B2D5FF1D-1A3D-4A22-9223-A4B790A49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3677"/>
              <a:ext cx="8" cy="10"/>
            </a:xfrm>
            <a:custGeom>
              <a:avLst/>
              <a:gdLst>
                <a:gd name="T0" fmla="*/ 16 w 4"/>
                <a:gd name="T1" fmla="*/ 8 h 5"/>
                <a:gd name="T2" fmla="*/ 8 w 4"/>
                <a:gd name="T3" fmla="*/ 40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4"/>
                    <a:pt x="4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13" name="Freeform 3692">
              <a:extLst>
                <a:ext uri="{FF2B5EF4-FFF2-40B4-BE49-F238E27FC236}">
                  <a16:creationId xmlns:a16="http://schemas.microsoft.com/office/drawing/2014/main" id="{7088EC69-23DA-47F7-A32E-1E340FCE5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685"/>
              <a:ext cx="7" cy="13"/>
            </a:xfrm>
            <a:custGeom>
              <a:avLst/>
              <a:gdLst>
                <a:gd name="T0" fmla="*/ 7 w 4"/>
                <a:gd name="T1" fmla="*/ 24 h 7"/>
                <a:gd name="T2" fmla="*/ 0 w 4"/>
                <a:gd name="T3" fmla="*/ 45 h 7"/>
                <a:gd name="T4" fmla="*/ 7 w 4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0" y="5"/>
                    <a:pt x="0" y="6"/>
                    <a:pt x="0" y="7"/>
                  </a:cubicBezTo>
                  <a:cubicBezTo>
                    <a:pt x="4" y="7"/>
                    <a:pt x="4" y="0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14" name="Freeform 3693">
              <a:extLst>
                <a:ext uri="{FF2B5EF4-FFF2-40B4-BE49-F238E27FC236}">
                  <a16:creationId xmlns:a16="http://schemas.microsoft.com/office/drawing/2014/main" id="{771AF9C5-B431-43BE-ADF4-4754FEF83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703"/>
              <a:ext cx="6" cy="10"/>
            </a:xfrm>
            <a:custGeom>
              <a:avLst/>
              <a:gdLst>
                <a:gd name="T0" fmla="*/ 0 w 3"/>
                <a:gd name="T1" fmla="*/ 32 h 5"/>
                <a:gd name="T2" fmla="*/ 8 w 3"/>
                <a:gd name="T3" fmla="*/ 40 h 5"/>
                <a:gd name="T4" fmla="*/ 8 w 3"/>
                <a:gd name="T5" fmla="*/ 0 h 5"/>
                <a:gd name="T6" fmla="*/ 0 w 3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4"/>
                    <a:pt x="3" y="2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15" name="Freeform 3694">
              <a:extLst>
                <a:ext uri="{FF2B5EF4-FFF2-40B4-BE49-F238E27FC236}">
                  <a16:creationId xmlns:a16="http://schemas.microsoft.com/office/drawing/2014/main" id="{363F2FD0-7D13-4357-A064-F66D4F1BC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3288"/>
              <a:ext cx="15" cy="11"/>
            </a:xfrm>
            <a:custGeom>
              <a:avLst/>
              <a:gdLst>
                <a:gd name="T0" fmla="*/ 8 w 8"/>
                <a:gd name="T1" fmla="*/ 7 h 6"/>
                <a:gd name="T2" fmla="*/ 1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0" y="6"/>
                    <a:pt x="8" y="3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16" name="Freeform 3695">
              <a:extLst>
                <a:ext uri="{FF2B5EF4-FFF2-40B4-BE49-F238E27FC236}">
                  <a16:creationId xmlns:a16="http://schemas.microsoft.com/office/drawing/2014/main" id="{0F21AA40-A518-482D-8E9C-C482A3FAB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3265"/>
              <a:ext cx="21" cy="14"/>
            </a:xfrm>
            <a:custGeom>
              <a:avLst/>
              <a:gdLst>
                <a:gd name="T0" fmla="*/ 29 w 11"/>
                <a:gd name="T1" fmla="*/ 8 h 7"/>
                <a:gd name="T2" fmla="*/ 4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4" y="1"/>
                  </a:moveTo>
                  <a:cubicBezTo>
                    <a:pt x="0" y="7"/>
                    <a:pt x="11" y="4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17" name="Freeform 3696">
              <a:extLst>
                <a:ext uri="{FF2B5EF4-FFF2-40B4-BE49-F238E27FC236}">
                  <a16:creationId xmlns:a16="http://schemas.microsoft.com/office/drawing/2014/main" id="{CB83306B-C612-4166-BA7A-0E2EBD62C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256"/>
              <a:ext cx="10" cy="8"/>
            </a:xfrm>
            <a:custGeom>
              <a:avLst/>
              <a:gdLst>
                <a:gd name="T0" fmla="*/ 8 w 5"/>
                <a:gd name="T1" fmla="*/ 0 h 4"/>
                <a:gd name="T2" fmla="*/ 8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1" y="3"/>
                    <a:pt x="1" y="4"/>
                  </a:cubicBezTo>
                  <a:cubicBezTo>
                    <a:pt x="3" y="4"/>
                    <a:pt x="5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18" name="Freeform 3697">
              <a:extLst>
                <a:ext uri="{FF2B5EF4-FFF2-40B4-BE49-F238E27FC236}">
                  <a16:creationId xmlns:a16="http://schemas.microsoft.com/office/drawing/2014/main" id="{F699AA6C-C504-4F1F-B75E-6E7F7D362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295"/>
              <a:ext cx="6" cy="8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19" name="Freeform 3698">
              <a:extLst>
                <a:ext uri="{FF2B5EF4-FFF2-40B4-BE49-F238E27FC236}">
                  <a16:creationId xmlns:a16="http://schemas.microsoft.com/office/drawing/2014/main" id="{E5D44D8B-EE17-4DA4-BB2E-FDAD7F285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312"/>
              <a:ext cx="22" cy="15"/>
            </a:xfrm>
            <a:custGeom>
              <a:avLst/>
              <a:gdLst>
                <a:gd name="T0" fmla="*/ 24 w 12"/>
                <a:gd name="T1" fmla="*/ 0 h 8"/>
                <a:gd name="T2" fmla="*/ 37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4" y="0"/>
                  </a:moveTo>
                  <a:cubicBezTo>
                    <a:pt x="0" y="8"/>
                    <a:pt x="12" y="2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20" name="Freeform 3699">
              <a:extLst>
                <a:ext uri="{FF2B5EF4-FFF2-40B4-BE49-F238E27FC236}">
                  <a16:creationId xmlns:a16="http://schemas.microsoft.com/office/drawing/2014/main" id="{EA39A4B4-AA1E-4569-9024-D31401C5C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335"/>
              <a:ext cx="15" cy="9"/>
            </a:xfrm>
            <a:custGeom>
              <a:avLst/>
              <a:gdLst>
                <a:gd name="T0" fmla="*/ 21 w 8"/>
                <a:gd name="T1" fmla="*/ 7 h 5"/>
                <a:gd name="T2" fmla="*/ 32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1"/>
                  </a:moveTo>
                  <a:cubicBezTo>
                    <a:pt x="0" y="5"/>
                    <a:pt x="8" y="4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21" name="Freeform 3700">
              <a:extLst>
                <a:ext uri="{FF2B5EF4-FFF2-40B4-BE49-F238E27FC236}">
                  <a16:creationId xmlns:a16="http://schemas.microsoft.com/office/drawing/2014/main" id="{3E9D8394-7A23-46CF-8884-C808166B1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374"/>
              <a:ext cx="7" cy="6"/>
            </a:xfrm>
            <a:custGeom>
              <a:avLst/>
              <a:gdLst>
                <a:gd name="T0" fmla="*/ 7 w 4"/>
                <a:gd name="T1" fmla="*/ 8 h 3"/>
                <a:gd name="T2" fmla="*/ 7 w 4"/>
                <a:gd name="T3" fmla="*/ 24 h 3"/>
                <a:gd name="T4" fmla="*/ 12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22" name="Freeform 3701">
              <a:extLst>
                <a:ext uri="{FF2B5EF4-FFF2-40B4-BE49-F238E27FC236}">
                  <a16:creationId xmlns:a16="http://schemas.microsoft.com/office/drawing/2014/main" id="{C92ADBE7-7581-4440-99CF-FC250352A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3406"/>
              <a:ext cx="15" cy="15"/>
            </a:xfrm>
            <a:custGeom>
              <a:avLst/>
              <a:gdLst>
                <a:gd name="T0" fmla="*/ 8 w 8"/>
                <a:gd name="T1" fmla="*/ 8 h 8"/>
                <a:gd name="T2" fmla="*/ 28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0" y="8"/>
                    <a:pt x="8" y="4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23" name="Freeform 3702">
              <a:extLst>
                <a:ext uri="{FF2B5EF4-FFF2-40B4-BE49-F238E27FC236}">
                  <a16:creationId xmlns:a16="http://schemas.microsoft.com/office/drawing/2014/main" id="{D286EF0B-B2FC-474B-BAEC-963955606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411"/>
              <a:ext cx="4" cy="8"/>
            </a:xfrm>
            <a:custGeom>
              <a:avLst/>
              <a:gdLst>
                <a:gd name="T0" fmla="*/ 0 w 2"/>
                <a:gd name="T1" fmla="*/ 24 h 4"/>
                <a:gd name="T2" fmla="*/ 0 w 2"/>
                <a:gd name="T3" fmla="*/ 32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24" name="Freeform 3703">
              <a:extLst>
                <a:ext uri="{FF2B5EF4-FFF2-40B4-BE49-F238E27FC236}">
                  <a16:creationId xmlns:a16="http://schemas.microsoft.com/office/drawing/2014/main" id="{E42FA396-6006-4F1D-B763-E76648F3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370"/>
              <a:ext cx="21" cy="12"/>
            </a:xfrm>
            <a:custGeom>
              <a:avLst/>
              <a:gdLst>
                <a:gd name="T0" fmla="*/ 36 w 11"/>
                <a:gd name="T1" fmla="*/ 0 h 6"/>
                <a:gd name="T2" fmla="*/ 36 w 11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6"/>
                    <a:pt x="11" y="1"/>
                    <a:pt x="5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25" name="Freeform 3704">
              <a:extLst>
                <a:ext uri="{FF2B5EF4-FFF2-40B4-BE49-F238E27FC236}">
                  <a16:creationId xmlns:a16="http://schemas.microsoft.com/office/drawing/2014/main" id="{17D57E9C-0180-4679-A4B9-B979E231E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3363"/>
              <a:ext cx="6" cy="5"/>
            </a:xfrm>
            <a:custGeom>
              <a:avLst/>
              <a:gdLst>
                <a:gd name="T0" fmla="*/ 8 w 3"/>
                <a:gd name="T1" fmla="*/ 5 h 3"/>
                <a:gd name="T2" fmla="*/ 0 w 3"/>
                <a:gd name="T3" fmla="*/ 8 h 3"/>
                <a:gd name="T4" fmla="*/ 24 w 3"/>
                <a:gd name="T5" fmla="*/ 5 h 3"/>
                <a:gd name="T6" fmla="*/ 8 w 3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3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26" name="Freeform 3705">
              <a:extLst>
                <a:ext uri="{FF2B5EF4-FFF2-40B4-BE49-F238E27FC236}">
                  <a16:creationId xmlns:a16="http://schemas.microsoft.com/office/drawing/2014/main" id="{7A181F2F-9E57-41EE-8631-921E1CEAC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402"/>
              <a:ext cx="6" cy="9"/>
            </a:xfrm>
            <a:custGeom>
              <a:avLst/>
              <a:gdLst>
                <a:gd name="T0" fmla="*/ 16 w 3"/>
                <a:gd name="T1" fmla="*/ 13 h 5"/>
                <a:gd name="T2" fmla="*/ 8 w 3"/>
                <a:gd name="T3" fmla="*/ 7 h 5"/>
                <a:gd name="T4" fmla="*/ 8 w 3"/>
                <a:gd name="T5" fmla="*/ 29 h 5"/>
                <a:gd name="T6" fmla="*/ 16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2"/>
                  </a:moveTo>
                  <a:cubicBezTo>
                    <a:pt x="2" y="2"/>
                    <a:pt x="2" y="2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27" name="Freeform 3706">
              <a:extLst>
                <a:ext uri="{FF2B5EF4-FFF2-40B4-BE49-F238E27FC236}">
                  <a16:creationId xmlns:a16="http://schemas.microsoft.com/office/drawing/2014/main" id="{44D7269B-6471-4166-BF70-41F1E03E9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3331"/>
              <a:ext cx="13" cy="17"/>
            </a:xfrm>
            <a:custGeom>
              <a:avLst/>
              <a:gdLst>
                <a:gd name="T0" fmla="*/ 0 w 7"/>
                <a:gd name="T1" fmla="*/ 21 h 9"/>
                <a:gd name="T2" fmla="*/ 0 w 7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1" y="9"/>
                    <a:pt x="7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28" name="Freeform 3707">
              <a:extLst>
                <a:ext uri="{FF2B5EF4-FFF2-40B4-BE49-F238E27FC236}">
                  <a16:creationId xmlns:a16="http://schemas.microsoft.com/office/drawing/2014/main" id="{20B0277A-0043-40BC-9B64-A2765A0AA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245"/>
              <a:ext cx="5" cy="9"/>
            </a:xfrm>
            <a:custGeom>
              <a:avLst/>
              <a:gdLst>
                <a:gd name="T0" fmla="*/ 0 w 3"/>
                <a:gd name="T1" fmla="*/ 23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3" y="5"/>
                    <a:pt x="2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29" name="Freeform 3708">
              <a:extLst>
                <a:ext uri="{FF2B5EF4-FFF2-40B4-BE49-F238E27FC236}">
                  <a16:creationId xmlns:a16="http://schemas.microsoft.com/office/drawing/2014/main" id="{8265E2EF-E025-4A35-88BC-D5F64D7F4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222"/>
              <a:ext cx="9" cy="10"/>
            </a:xfrm>
            <a:custGeom>
              <a:avLst/>
              <a:gdLst>
                <a:gd name="T0" fmla="*/ 13 w 5"/>
                <a:gd name="T1" fmla="*/ 8 h 5"/>
                <a:gd name="T2" fmla="*/ 13 w 5"/>
                <a:gd name="T3" fmla="*/ 40 h 5"/>
                <a:gd name="T4" fmla="*/ 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5" y="4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30" name="Freeform 3709">
              <a:extLst>
                <a:ext uri="{FF2B5EF4-FFF2-40B4-BE49-F238E27FC236}">
                  <a16:creationId xmlns:a16="http://schemas.microsoft.com/office/drawing/2014/main" id="{B5A2C29C-5A99-4618-8252-7B5C6EA7A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3166"/>
              <a:ext cx="10" cy="8"/>
            </a:xfrm>
            <a:custGeom>
              <a:avLst/>
              <a:gdLst>
                <a:gd name="T0" fmla="*/ 0 w 5"/>
                <a:gd name="T1" fmla="*/ 8 h 4"/>
                <a:gd name="T2" fmla="*/ 8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5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31" name="Freeform 3710">
              <a:extLst>
                <a:ext uri="{FF2B5EF4-FFF2-40B4-BE49-F238E27FC236}">
                  <a16:creationId xmlns:a16="http://schemas.microsoft.com/office/drawing/2014/main" id="{318EBAAE-FDAA-415D-856A-B6E94D92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3172"/>
              <a:ext cx="4" cy="7"/>
            </a:xfrm>
            <a:custGeom>
              <a:avLst/>
              <a:gdLst>
                <a:gd name="T0" fmla="*/ 0 w 2"/>
                <a:gd name="T1" fmla="*/ 16 h 4"/>
                <a:gd name="T2" fmla="*/ 8 w 2"/>
                <a:gd name="T3" fmla="*/ 21 h 4"/>
                <a:gd name="T4" fmla="*/ 8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32" name="Freeform 3711">
              <a:extLst>
                <a:ext uri="{FF2B5EF4-FFF2-40B4-BE49-F238E27FC236}">
                  <a16:creationId xmlns:a16="http://schemas.microsoft.com/office/drawing/2014/main" id="{F0BA3C3A-8C04-45F5-9AB2-4CD7FE4F0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136"/>
              <a:ext cx="6" cy="6"/>
            </a:xfrm>
            <a:custGeom>
              <a:avLst/>
              <a:gdLst>
                <a:gd name="T0" fmla="*/ 0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3"/>
                    <a:pt x="2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33" name="Freeform 3712">
              <a:extLst>
                <a:ext uri="{FF2B5EF4-FFF2-40B4-BE49-F238E27FC236}">
                  <a16:creationId xmlns:a16="http://schemas.microsoft.com/office/drawing/2014/main" id="{E9240456-ED0F-4009-98D8-D2904EB4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148"/>
              <a:ext cx="13" cy="11"/>
            </a:xfrm>
            <a:custGeom>
              <a:avLst/>
              <a:gdLst>
                <a:gd name="T0" fmla="*/ 13 w 7"/>
                <a:gd name="T1" fmla="*/ 13 h 6"/>
                <a:gd name="T2" fmla="*/ 32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0" y="6"/>
                    <a:pt x="7" y="5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34" name="Freeform 3713">
              <a:extLst>
                <a:ext uri="{FF2B5EF4-FFF2-40B4-BE49-F238E27FC236}">
                  <a16:creationId xmlns:a16="http://schemas.microsoft.com/office/drawing/2014/main" id="{151E5EDF-5930-4283-8AF3-5FDD1EE25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114"/>
              <a:ext cx="7" cy="9"/>
            </a:xfrm>
            <a:custGeom>
              <a:avLst/>
              <a:gdLst>
                <a:gd name="T0" fmla="*/ 0 w 4"/>
                <a:gd name="T1" fmla="*/ 16 h 5"/>
                <a:gd name="T2" fmla="*/ 0 w 4"/>
                <a:gd name="T3" fmla="*/ 23 h 5"/>
                <a:gd name="T4" fmla="*/ 7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3" y="5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35" name="Freeform 3714">
              <a:extLst>
                <a:ext uri="{FF2B5EF4-FFF2-40B4-BE49-F238E27FC236}">
                  <a16:creationId xmlns:a16="http://schemas.microsoft.com/office/drawing/2014/main" id="{758A1BEF-F3F9-407A-B981-EC740FA5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121"/>
              <a:ext cx="12" cy="12"/>
            </a:xfrm>
            <a:custGeom>
              <a:avLst/>
              <a:gdLst>
                <a:gd name="T0" fmla="*/ 8 w 6"/>
                <a:gd name="T1" fmla="*/ 16 h 6"/>
                <a:gd name="T2" fmla="*/ 0 w 6"/>
                <a:gd name="T3" fmla="*/ 16 h 6"/>
                <a:gd name="T4" fmla="*/ 16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2" y="6"/>
                    <a:pt x="6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36" name="Freeform 3715">
              <a:extLst>
                <a:ext uri="{FF2B5EF4-FFF2-40B4-BE49-F238E27FC236}">
                  <a16:creationId xmlns:a16="http://schemas.microsoft.com/office/drawing/2014/main" id="{0E29BF22-FD0A-4A14-AB2E-980319973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3103"/>
              <a:ext cx="6" cy="9"/>
            </a:xfrm>
            <a:custGeom>
              <a:avLst/>
              <a:gdLst>
                <a:gd name="T0" fmla="*/ 0 w 3"/>
                <a:gd name="T1" fmla="*/ 16 h 5"/>
                <a:gd name="T2" fmla="*/ 8 w 3"/>
                <a:gd name="T3" fmla="*/ 29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4"/>
                    <a:pt x="1" y="5"/>
                  </a:cubicBez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37" name="Freeform 3716">
              <a:extLst>
                <a:ext uri="{FF2B5EF4-FFF2-40B4-BE49-F238E27FC236}">
                  <a16:creationId xmlns:a16="http://schemas.microsoft.com/office/drawing/2014/main" id="{65B98104-5D24-4020-ACE2-D55F15670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075"/>
              <a:ext cx="8" cy="5"/>
            </a:xfrm>
            <a:custGeom>
              <a:avLst/>
              <a:gdLst>
                <a:gd name="T0" fmla="*/ 8 w 4"/>
                <a:gd name="T1" fmla="*/ 5 h 3"/>
                <a:gd name="T2" fmla="*/ 0 w 4"/>
                <a:gd name="T3" fmla="*/ 13 h 3"/>
                <a:gd name="T4" fmla="*/ 8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38" name="Freeform 3717">
              <a:extLst>
                <a:ext uri="{FF2B5EF4-FFF2-40B4-BE49-F238E27FC236}">
                  <a16:creationId xmlns:a16="http://schemas.microsoft.com/office/drawing/2014/main" id="{73D43A73-B411-4715-9C5C-4247AB35B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3065"/>
              <a:ext cx="28" cy="19"/>
            </a:xfrm>
            <a:custGeom>
              <a:avLst/>
              <a:gdLst>
                <a:gd name="T0" fmla="*/ 32 w 15"/>
                <a:gd name="T1" fmla="*/ 21 h 10"/>
                <a:gd name="T2" fmla="*/ 32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5" y="3"/>
                  </a:moveTo>
                  <a:cubicBezTo>
                    <a:pt x="0" y="10"/>
                    <a:pt x="15" y="2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39" name="Freeform 3718">
              <a:extLst>
                <a:ext uri="{FF2B5EF4-FFF2-40B4-BE49-F238E27FC236}">
                  <a16:creationId xmlns:a16="http://schemas.microsoft.com/office/drawing/2014/main" id="{DC089AC0-59CD-4104-B857-85BD3F4B4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3037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40" name="Freeform 3719">
              <a:extLst>
                <a:ext uri="{FF2B5EF4-FFF2-40B4-BE49-F238E27FC236}">
                  <a16:creationId xmlns:a16="http://schemas.microsoft.com/office/drawing/2014/main" id="{E63F3A42-4BAC-4E0D-AD61-ACB4B5FB6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047"/>
              <a:ext cx="4" cy="5"/>
            </a:xfrm>
            <a:custGeom>
              <a:avLst/>
              <a:gdLst>
                <a:gd name="T0" fmla="*/ 0 w 2"/>
                <a:gd name="T1" fmla="*/ 13 h 3"/>
                <a:gd name="T2" fmla="*/ 16 w 2"/>
                <a:gd name="T3" fmla="*/ 5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41" name="Freeform 3720">
              <a:extLst>
                <a:ext uri="{FF2B5EF4-FFF2-40B4-BE49-F238E27FC236}">
                  <a16:creationId xmlns:a16="http://schemas.microsoft.com/office/drawing/2014/main" id="{89F81D46-9817-49D6-8095-5A42F5849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028"/>
              <a:ext cx="10" cy="9"/>
            </a:xfrm>
            <a:custGeom>
              <a:avLst/>
              <a:gdLst>
                <a:gd name="T0" fmla="*/ 8 w 5"/>
                <a:gd name="T1" fmla="*/ 7 h 5"/>
                <a:gd name="T2" fmla="*/ 0 w 5"/>
                <a:gd name="T3" fmla="*/ 13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5"/>
                    <a:pt x="5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42" name="Freeform 3721">
              <a:extLst>
                <a:ext uri="{FF2B5EF4-FFF2-40B4-BE49-F238E27FC236}">
                  <a16:creationId xmlns:a16="http://schemas.microsoft.com/office/drawing/2014/main" id="{705F7AD4-AAFC-45C3-A34C-5EF857C2A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043"/>
              <a:ext cx="16" cy="11"/>
            </a:xfrm>
            <a:custGeom>
              <a:avLst/>
              <a:gdLst>
                <a:gd name="T0" fmla="*/ 12 w 9"/>
                <a:gd name="T1" fmla="*/ 7 h 6"/>
                <a:gd name="T2" fmla="*/ 16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2" y="1"/>
                  </a:moveTo>
                  <a:cubicBezTo>
                    <a:pt x="0" y="6"/>
                    <a:pt x="9" y="0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43" name="Freeform 3722">
              <a:extLst>
                <a:ext uri="{FF2B5EF4-FFF2-40B4-BE49-F238E27FC236}">
                  <a16:creationId xmlns:a16="http://schemas.microsoft.com/office/drawing/2014/main" id="{B09F12B7-39B1-4D08-A0C5-C947E638E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067"/>
              <a:ext cx="10" cy="6"/>
            </a:xfrm>
            <a:custGeom>
              <a:avLst/>
              <a:gdLst>
                <a:gd name="T0" fmla="*/ 16 w 5"/>
                <a:gd name="T1" fmla="*/ 8 h 3"/>
                <a:gd name="T2" fmla="*/ 8 w 5"/>
                <a:gd name="T3" fmla="*/ 24 h 3"/>
                <a:gd name="T4" fmla="*/ 16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5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44" name="Freeform 3723">
              <a:extLst>
                <a:ext uri="{FF2B5EF4-FFF2-40B4-BE49-F238E27FC236}">
                  <a16:creationId xmlns:a16="http://schemas.microsoft.com/office/drawing/2014/main" id="{32553B18-43A7-4B8C-ACE4-B663FE5F7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3090"/>
              <a:ext cx="13" cy="11"/>
            </a:xfrm>
            <a:custGeom>
              <a:avLst/>
              <a:gdLst>
                <a:gd name="T0" fmla="*/ 20 w 7"/>
                <a:gd name="T1" fmla="*/ 0 h 6"/>
                <a:gd name="T2" fmla="*/ 45 w 7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2"/>
                    <a:pt x="6" y="6"/>
                    <a:pt x="7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45" name="Freeform 3724">
              <a:extLst>
                <a:ext uri="{FF2B5EF4-FFF2-40B4-BE49-F238E27FC236}">
                  <a16:creationId xmlns:a16="http://schemas.microsoft.com/office/drawing/2014/main" id="{8B3A1AF8-D4D8-490F-86EF-0009217C2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3076"/>
              <a:ext cx="23" cy="14"/>
            </a:xfrm>
            <a:custGeom>
              <a:avLst/>
              <a:gdLst>
                <a:gd name="T0" fmla="*/ 23 w 12"/>
                <a:gd name="T1" fmla="*/ 8 h 7"/>
                <a:gd name="T2" fmla="*/ 29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3" y="1"/>
                  </a:moveTo>
                  <a:cubicBezTo>
                    <a:pt x="0" y="7"/>
                    <a:pt x="12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46" name="Freeform 3725">
              <a:extLst>
                <a:ext uri="{FF2B5EF4-FFF2-40B4-BE49-F238E27FC236}">
                  <a16:creationId xmlns:a16="http://schemas.microsoft.com/office/drawing/2014/main" id="{019C5D5A-0622-4753-A473-054262DBE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110"/>
              <a:ext cx="31" cy="17"/>
            </a:xfrm>
            <a:custGeom>
              <a:avLst/>
              <a:gdLst>
                <a:gd name="T0" fmla="*/ 36 w 17"/>
                <a:gd name="T1" fmla="*/ 8 h 9"/>
                <a:gd name="T2" fmla="*/ 49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6" y="1"/>
                  </a:moveTo>
                  <a:cubicBezTo>
                    <a:pt x="0" y="9"/>
                    <a:pt x="17" y="2"/>
                    <a:pt x="8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47" name="Freeform 3726">
              <a:extLst>
                <a:ext uri="{FF2B5EF4-FFF2-40B4-BE49-F238E27FC236}">
                  <a16:creationId xmlns:a16="http://schemas.microsoft.com/office/drawing/2014/main" id="{9EE87A3A-821F-40FE-A3C6-808C8FEBA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3112"/>
              <a:ext cx="7" cy="8"/>
            </a:xfrm>
            <a:custGeom>
              <a:avLst/>
              <a:gdLst>
                <a:gd name="T0" fmla="*/ 12 w 4"/>
                <a:gd name="T1" fmla="*/ 8 h 4"/>
                <a:gd name="T2" fmla="*/ 7 w 4"/>
                <a:gd name="T3" fmla="*/ 0 h 4"/>
                <a:gd name="T4" fmla="*/ 21 w 4"/>
                <a:gd name="T5" fmla="*/ 8 h 4"/>
                <a:gd name="T6" fmla="*/ 12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1" y="0"/>
                    <a:pt x="1" y="0"/>
                  </a:cubicBezTo>
                  <a:cubicBezTo>
                    <a:pt x="0" y="3"/>
                    <a:pt x="3" y="4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48" name="Freeform 3727">
              <a:extLst>
                <a:ext uri="{FF2B5EF4-FFF2-40B4-BE49-F238E27FC236}">
                  <a16:creationId xmlns:a16="http://schemas.microsoft.com/office/drawing/2014/main" id="{2F5D9D77-31BD-484D-9D57-BBAC1DCBD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138"/>
              <a:ext cx="7" cy="6"/>
            </a:xfrm>
            <a:custGeom>
              <a:avLst/>
              <a:gdLst>
                <a:gd name="T0" fmla="*/ 12 w 4"/>
                <a:gd name="T1" fmla="*/ 16 h 3"/>
                <a:gd name="T2" fmla="*/ 7 w 4"/>
                <a:gd name="T3" fmla="*/ 8 h 3"/>
                <a:gd name="T4" fmla="*/ 7 w 4"/>
                <a:gd name="T5" fmla="*/ 24 h 3"/>
                <a:gd name="T6" fmla="*/ 12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2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49" name="Freeform 3728">
              <a:extLst>
                <a:ext uri="{FF2B5EF4-FFF2-40B4-BE49-F238E27FC236}">
                  <a16:creationId xmlns:a16="http://schemas.microsoft.com/office/drawing/2014/main" id="{E1D066A8-96FC-4374-9286-26ED7069E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3140"/>
              <a:ext cx="7" cy="9"/>
            </a:xfrm>
            <a:custGeom>
              <a:avLst/>
              <a:gdLst>
                <a:gd name="T0" fmla="*/ 0 w 4"/>
                <a:gd name="T1" fmla="*/ 13 h 5"/>
                <a:gd name="T2" fmla="*/ 21 w 4"/>
                <a:gd name="T3" fmla="*/ 16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5"/>
                    <a:pt x="3" y="5"/>
                    <a:pt x="4" y="3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50" name="Freeform 3729">
              <a:extLst>
                <a:ext uri="{FF2B5EF4-FFF2-40B4-BE49-F238E27FC236}">
                  <a16:creationId xmlns:a16="http://schemas.microsoft.com/office/drawing/2014/main" id="{A11B65EE-C048-45DF-91EE-DFC567648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194"/>
              <a:ext cx="25" cy="19"/>
            </a:xfrm>
            <a:custGeom>
              <a:avLst/>
              <a:gdLst>
                <a:gd name="T0" fmla="*/ 29 w 13"/>
                <a:gd name="T1" fmla="*/ 8 h 10"/>
                <a:gd name="T2" fmla="*/ 37 w 13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4" y="1"/>
                  </a:moveTo>
                  <a:cubicBezTo>
                    <a:pt x="0" y="10"/>
                    <a:pt x="13" y="0"/>
                    <a:pt x="5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51" name="Freeform 3730">
              <a:extLst>
                <a:ext uri="{FF2B5EF4-FFF2-40B4-BE49-F238E27FC236}">
                  <a16:creationId xmlns:a16="http://schemas.microsoft.com/office/drawing/2014/main" id="{6A32B11D-0BC8-40C6-BD5A-BC23D31D6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178"/>
              <a:ext cx="10" cy="9"/>
            </a:xfrm>
            <a:custGeom>
              <a:avLst/>
              <a:gdLst>
                <a:gd name="T0" fmla="*/ 24 w 5"/>
                <a:gd name="T1" fmla="*/ 0 h 5"/>
                <a:gd name="T2" fmla="*/ 8 w 5"/>
                <a:gd name="T3" fmla="*/ 0 h 5"/>
                <a:gd name="T4" fmla="*/ 40 w 5"/>
                <a:gd name="T5" fmla="*/ 13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3"/>
                    <a:pt x="4" y="5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52" name="Freeform 3731">
              <a:extLst>
                <a:ext uri="{FF2B5EF4-FFF2-40B4-BE49-F238E27FC236}">
                  <a16:creationId xmlns:a16="http://schemas.microsoft.com/office/drawing/2014/main" id="{234C4319-0FE6-4376-A5AF-D0067C6EF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176"/>
              <a:ext cx="5" cy="5"/>
            </a:xfrm>
            <a:custGeom>
              <a:avLst/>
              <a:gdLst>
                <a:gd name="T0" fmla="*/ 8 w 3"/>
                <a:gd name="T1" fmla="*/ 5 h 3"/>
                <a:gd name="T2" fmla="*/ 5 w 3"/>
                <a:gd name="T3" fmla="*/ 0 h 3"/>
                <a:gd name="T4" fmla="*/ 5 w 3"/>
                <a:gd name="T5" fmla="*/ 13 h 3"/>
                <a:gd name="T6" fmla="*/ 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53" name="Freeform 3732">
              <a:extLst>
                <a:ext uri="{FF2B5EF4-FFF2-40B4-BE49-F238E27FC236}">
                  <a16:creationId xmlns:a16="http://schemas.microsoft.com/office/drawing/2014/main" id="{5ACA8624-29BF-4D48-A956-34BB09B2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3200"/>
              <a:ext cx="13" cy="7"/>
            </a:xfrm>
            <a:custGeom>
              <a:avLst/>
              <a:gdLst>
                <a:gd name="T0" fmla="*/ 24 w 7"/>
                <a:gd name="T1" fmla="*/ 7 h 4"/>
                <a:gd name="T2" fmla="*/ 13 w 7"/>
                <a:gd name="T3" fmla="*/ 0 h 4"/>
                <a:gd name="T4" fmla="*/ 24 w 7"/>
                <a:gd name="T5" fmla="*/ 21 h 4"/>
                <a:gd name="T6" fmla="*/ 24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4" y="1"/>
                  </a:moveTo>
                  <a:cubicBezTo>
                    <a:pt x="3" y="1"/>
                    <a:pt x="3" y="1"/>
                    <a:pt x="2" y="0"/>
                  </a:cubicBezTo>
                  <a:cubicBezTo>
                    <a:pt x="0" y="2"/>
                    <a:pt x="1" y="4"/>
                    <a:pt x="4" y="4"/>
                  </a:cubicBezTo>
                  <a:cubicBezTo>
                    <a:pt x="7" y="4"/>
                    <a:pt x="7" y="0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54" name="Freeform 3733">
              <a:extLst>
                <a:ext uri="{FF2B5EF4-FFF2-40B4-BE49-F238E27FC236}">
                  <a16:creationId xmlns:a16="http://schemas.microsoft.com/office/drawing/2014/main" id="{B636FE73-3B64-418F-B001-8E28CC55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234"/>
              <a:ext cx="19" cy="13"/>
            </a:xfrm>
            <a:custGeom>
              <a:avLst/>
              <a:gdLst>
                <a:gd name="T0" fmla="*/ 15 w 10"/>
                <a:gd name="T1" fmla="*/ 7 h 7"/>
                <a:gd name="T2" fmla="*/ 29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2" y="1"/>
                  </a:moveTo>
                  <a:cubicBezTo>
                    <a:pt x="0" y="7"/>
                    <a:pt x="10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55" name="Freeform 3734">
              <a:extLst>
                <a:ext uri="{FF2B5EF4-FFF2-40B4-BE49-F238E27FC236}">
                  <a16:creationId xmlns:a16="http://schemas.microsoft.com/office/drawing/2014/main" id="{29732108-3D10-4992-B3EA-9A06D721A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211"/>
              <a:ext cx="9" cy="10"/>
            </a:xfrm>
            <a:custGeom>
              <a:avLst/>
              <a:gdLst>
                <a:gd name="T0" fmla="*/ 13 w 5"/>
                <a:gd name="T1" fmla="*/ 8 h 5"/>
                <a:gd name="T2" fmla="*/ 13 w 5"/>
                <a:gd name="T3" fmla="*/ 40 h 5"/>
                <a:gd name="T4" fmla="*/ 13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4" y="4"/>
                    <a:pt x="5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56" name="Freeform 3735">
              <a:extLst>
                <a:ext uri="{FF2B5EF4-FFF2-40B4-BE49-F238E27FC236}">
                  <a16:creationId xmlns:a16="http://schemas.microsoft.com/office/drawing/2014/main" id="{E8D6A7F6-ACFB-4AC7-BBB9-20633CA93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245"/>
              <a:ext cx="9" cy="6"/>
            </a:xfrm>
            <a:custGeom>
              <a:avLst/>
              <a:gdLst>
                <a:gd name="T0" fmla="*/ 7 w 5"/>
                <a:gd name="T1" fmla="*/ 0 h 3"/>
                <a:gd name="T2" fmla="*/ 0 w 5"/>
                <a:gd name="T3" fmla="*/ 0 h 3"/>
                <a:gd name="T4" fmla="*/ 13 w 5"/>
                <a:gd name="T5" fmla="*/ 24 h 3"/>
                <a:gd name="T6" fmla="*/ 13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4" y="3"/>
                    <a:pt x="5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57" name="Freeform 3736">
              <a:extLst>
                <a:ext uri="{FF2B5EF4-FFF2-40B4-BE49-F238E27FC236}">
                  <a16:creationId xmlns:a16="http://schemas.microsoft.com/office/drawing/2014/main" id="{2C8B9708-64FC-4859-8840-DD8FFF5C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271"/>
              <a:ext cx="5" cy="6"/>
            </a:xfrm>
            <a:custGeom>
              <a:avLst/>
              <a:gdLst>
                <a:gd name="T0" fmla="*/ 8 w 3"/>
                <a:gd name="T1" fmla="*/ 0 h 3"/>
                <a:gd name="T2" fmla="*/ 5 w 3"/>
                <a:gd name="T3" fmla="*/ 24 h 3"/>
                <a:gd name="T4" fmla="*/ 13 w 3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58" name="Freeform 3737">
              <a:extLst>
                <a:ext uri="{FF2B5EF4-FFF2-40B4-BE49-F238E27FC236}">
                  <a16:creationId xmlns:a16="http://schemas.microsoft.com/office/drawing/2014/main" id="{A657F590-D804-45DC-9B23-DD8C4BC8F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303"/>
              <a:ext cx="8" cy="7"/>
            </a:xfrm>
            <a:custGeom>
              <a:avLst/>
              <a:gdLst>
                <a:gd name="T0" fmla="*/ 16 w 4"/>
                <a:gd name="T1" fmla="*/ 12 h 4"/>
                <a:gd name="T2" fmla="*/ 8 w 4"/>
                <a:gd name="T3" fmla="*/ 0 h 4"/>
                <a:gd name="T4" fmla="*/ 8 w 4"/>
                <a:gd name="T5" fmla="*/ 21 h 4"/>
                <a:gd name="T6" fmla="*/ 24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59" name="Freeform 3738">
              <a:extLst>
                <a:ext uri="{FF2B5EF4-FFF2-40B4-BE49-F238E27FC236}">
                  <a16:creationId xmlns:a16="http://schemas.microsoft.com/office/drawing/2014/main" id="{06678AE3-2C14-46B1-BCCD-8E6F0B61A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3288"/>
              <a:ext cx="6" cy="7"/>
            </a:xfrm>
            <a:custGeom>
              <a:avLst/>
              <a:gdLst>
                <a:gd name="T0" fmla="*/ 8 w 3"/>
                <a:gd name="T1" fmla="*/ 12 h 4"/>
                <a:gd name="T2" fmla="*/ 0 w 3"/>
                <a:gd name="T3" fmla="*/ 16 h 4"/>
                <a:gd name="T4" fmla="*/ 8 w 3"/>
                <a:gd name="T5" fmla="*/ 21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1" y="3"/>
                    <a:pt x="0" y="3"/>
                    <a:pt x="1" y="4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60" name="Freeform 3739">
              <a:extLst>
                <a:ext uri="{FF2B5EF4-FFF2-40B4-BE49-F238E27FC236}">
                  <a16:creationId xmlns:a16="http://schemas.microsoft.com/office/drawing/2014/main" id="{DF2B2CC0-69A5-4633-AA23-62689E55D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3318"/>
              <a:ext cx="8" cy="9"/>
            </a:xfrm>
            <a:custGeom>
              <a:avLst/>
              <a:gdLst>
                <a:gd name="T0" fmla="*/ 16 w 4"/>
                <a:gd name="T1" fmla="*/ 7 h 5"/>
                <a:gd name="T2" fmla="*/ 0 w 4"/>
                <a:gd name="T3" fmla="*/ 7 h 5"/>
                <a:gd name="T4" fmla="*/ 32 w 4"/>
                <a:gd name="T5" fmla="*/ 23 h 5"/>
                <a:gd name="T6" fmla="*/ 16 w 4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2" y="5"/>
                    <a:pt x="4" y="4"/>
                  </a:cubicBezTo>
                  <a:cubicBezTo>
                    <a:pt x="4" y="2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61" name="Freeform 3740">
              <a:extLst>
                <a:ext uri="{FF2B5EF4-FFF2-40B4-BE49-F238E27FC236}">
                  <a16:creationId xmlns:a16="http://schemas.microsoft.com/office/drawing/2014/main" id="{9DAFE8AB-2F8F-426C-A0C0-1A585F1D7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3338"/>
              <a:ext cx="14" cy="10"/>
            </a:xfrm>
            <a:custGeom>
              <a:avLst/>
              <a:gdLst>
                <a:gd name="T0" fmla="*/ 21 w 8"/>
                <a:gd name="T1" fmla="*/ 8 h 5"/>
                <a:gd name="T2" fmla="*/ 21 w 8"/>
                <a:gd name="T3" fmla="*/ 40 h 5"/>
                <a:gd name="T4" fmla="*/ 33 w 8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1"/>
                  </a:moveTo>
                  <a:cubicBezTo>
                    <a:pt x="0" y="0"/>
                    <a:pt x="1" y="5"/>
                    <a:pt x="4" y="5"/>
                  </a:cubicBezTo>
                  <a:cubicBezTo>
                    <a:pt x="7" y="5"/>
                    <a:pt x="8" y="2"/>
                    <a:pt x="6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62" name="Freeform 3741">
              <a:extLst>
                <a:ext uri="{FF2B5EF4-FFF2-40B4-BE49-F238E27FC236}">
                  <a16:creationId xmlns:a16="http://schemas.microsoft.com/office/drawing/2014/main" id="{6325B0EA-347A-44FE-B221-7CE362754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3368"/>
              <a:ext cx="16" cy="10"/>
            </a:xfrm>
            <a:custGeom>
              <a:avLst/>
              <a:gdLst>
                <a:gd name="T0" fmla="*/ 28 w 9"/>
                <a:gd name="T1" fmla="*/ 16 h 5"/>
                <a:gd name="T2" fmla="*/ 16 w 9"/>
                <a:gd name="T3" fmla="*/ 0 h 5"/>
                <a:gd name="T4" fmla="*/ 28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0" y="5"/>
                    <a:pt x="9" y="5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63" name="Freeform 3742">
              <a:extLst>
                <a:ext uri="{FF2B5EF4-FFF2-40B4-BE49-F238E27FC236}">
                  <a16:creationId xmlns:a16="http://schemas.microsoft.com/office/drawing/2014/main" id="{D48AA940-2FC8-420B-B631-BC36FFDEC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352"/>
              <a:ext cx="13" cy="13"/>
            </a:xfrm>
            <a:custGeom>
              <a:avLst/>
              <a:gdLst>
                <a:gd name="T0" fmla="*/ 7 w 7"/>
                <a:gd name="T1" fmla="*/ 13 h 7"/>
                <a:gd name="T2" fmla="*/ 0 w 7"/>
                <a:gd name="T3" fmla="*/ 13 h 7"/>
                <a:gd name="T4" fmla="*/ 7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7"/>
                    <a:pt x="7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64" name="Freeform 3743">
              <a:extLst>
                <a:ext uri="{FF2B5EF4-FFF2-40B4-BE49-F238E27FC236}">
                  <a16:creationId xmlns:a16="http://schemas.microsoft.com/office/drawing/2014/main" id="{7F3B1696-8DA5-4841-A7E1-31159C63F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397"/>
              <a:ext cx="20" cy="11"/>
            </a:xfrm>
            <a:custGeom>
              <a:avLst/>
              <a:gdLst>
                <a:gd name="T0" fmla="*/ 24 w 11"/>
                <a:gd name="T1" fmla="*/ 0 h 6"/>
                <a:gd name="T2" fmla="*/ 36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4" y="0"/>
                  </a:moveTo>
                  <a:cubicBezTo>
                    <a:pt x="0" y="6"/>
                    <a:pt x="11" y="2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65" name="Freeform 3744">
              <a:extLst>
                <a:ext uri="{FF2B5EF4-FFF2-40B4-BE49-F238E27FC236}">
                  <a16:creationId xmlns:a16="http://schemas.microsoft.com/office/drawing/2014/main" id="{ABCB3524-972E-4FF7-BAB8-7802BE2BD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404"/>
              <a:ext cx="5" cy="6"/>
            </a:xfrm>
            <a:custGeom>
              <a:avLst/>
              <a:gdLst>
                <a:gd name="T0" fmla="*/ 0 w 3"/>
                <a:gd name="T1" fmla="*/ 0 h 3"/>
                <a:gd name="T2" fmla="*/ 5 w 3"/>
                <a:gd name="T3" fmla="*/ 24 h 3"/>
                <a:gd name="T4" fmla="*/ 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66" name="Freeform 3745">
              <a:extLst>
                <a:ext uri="{FF2B5EF4-FFF2-40B4-BE49-F238E27FC236}">
                  <a16:creationId xmlns:a16="http://schemas.microsoft.com/office/drawing/2014/main" id="{F918FE53-ACF2-44BF-B849-6173BD896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436"/>
              <a:ext cx="21" cy="9"/>
            </a:xfrm>
            <a:custGeom>
              <a:avLst/>
              <a:gdLst>
                <a:gd name="T0" fmla="*/ 40 w 11"/>
                <a:gd name="T1" fmla="*/ 0 h 5"/>
                <a:gd name="T2" fmla="*/ 48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6" y="0"/>
                  </a:moveTo>
                  <a:cubicBezTo>
                    <a:pt x="0" y="2"/>
                    <a:pt x="11" y="5"/>
                    <a:pt x="7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67" name="Freeform 3746">
              <a:extLst>
                <a:ext uri="{FF2B5EF4-FFF2-40B4-BE49-F238E27FC236}">
                  <a16:creationId xmlns:a16="http://schemas.microsoft.com/office/drawing/2014/main" id="{B8F9CEF2-A086-4DAD-8E1D-D2C838A79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432"/>
              <a:ext cx="10" cy="6"/>
            </a:xfrm>
            <a:custGeom>
              <a:avLst/>
              <a:gdLst>
                <a:gd name="T0" fmla="*/ 16 w 5"/>
                <a:gd name="T1" fmla="*/ 0 h 3"/>
                <a:gd name="T2" fmla="*/ 24 w 5"/>
                <a:gd name="T3" fmla="*/ 24 h 3"/>
                <a:gd name="T4" fmla="*/ 32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1"/>
                    <a:pt x="1" y="3"/>
                    <a:pt x="3" y="3"/>
                  </a:cubicBezTo>
                  <a:cubicBezTo>
                    <a:pt x="5" y="3"/>
                    <a:pt x="5" y="0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68" name="Freeform 3747">
              <a:extLst>
                <a:ext uri="{FF2B5EF4-FFF2-40B4-BE49-F238E27FC236}">
                  <a16:creationId xmlns:a16="http://schemas.microsoft.com/office/drawing/2014/main" id="{EBEDA9E3-EE5B-4003-8C32-12016F1C3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466"/>
              <a:ext cx="11" cy="11"/>
            </a:xfrm>
            <a:custGeom>
              <a:avLst/>
              <a:gdLst>
                <a:gd name="T0" fmla="*/ 24 w 6"/>
                <a:gd name="T1" fmla="*/ 13 h 6"/>
                <a:gd name="T2" fmla="*/ 20 w 6"/>
                <a:gd name="T3" fmla="*/ 31 h 6"/>
                <a:gd name="T4" fmla="*/ 20 w 6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1" y="0"/>
                    <a:pt x="0" y="6"/>
                    <a:pt x="3" y="5"/>
                  </a:cubicBezTo>
                  <a:cubicBezTo>
                    <a:pt x="6" y="5"/>
                    <a:pt x="6" y="1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69" name="Freeform 3748">
              <a:extLst>
                <a:ext uri="{FF2B5EF4-FFF2-40B4-BE49-F238E27FC236}">
                  <a16:creationId xmlns:a16="http://schemas.microsoft.com/office/drawing/2014/main" id="{E4CD4658-E932-4348-ADD6-21AF43E99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473"/>
              <a:ext cx="13" cy="13"/>
            </a:xfrm>
            <a:custGeom>
              <a:avLst/>
              <a:gdLst>
                <a:gd name="T0" fmla="*/ 13 w 7"/>
                <a:gd name="T1" fmla="*/ 7 h 7"/>
                <a:gd name="T2" fmla="*/ 2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0" y="7"/>
                    <a:pt x="7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70" name="Freeform 3749">
              <a:extLst>
                <a:ext uri="{FF2B5EF4-FFF2-40B4-BE49-F238E27FC236}">
                  <a16:creationId xmlns:a16="http://schemas.microsoft.com/office/drawing/2014/main" id="{E4AFD74F-C396-4858-A2F4-8B97F9076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511"/>
              <a:ext cx="19" cy="9"/>
            </a:xfrm>
            <a:custGeom>
              <a:avLst/>
              <a:gdLst>
                <a:gd name="T0" fmla="*/ 29 w 10"/>
                <a:gd name="T1" fmla="*/ 0 h 5"/>
                <a:gd name="T2" fmla="*/ 4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4" y="0"/>
                  </a:moveTo>
                  <a:cubicBezTo>
                    <a:pt x="0" y="5"/>
                    <a:pt x="10" y="5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71" name="Freeform 3750">
              <a:extLst>
                <a:ext uri="{FF2B5EF4-FFF2-40B4-BE49-F238E27FC236}">
                  <a16:creationId xmlns:a16="http://schemas.microsoft.com/office/drawing/2014/main" id="{B8C3ADC7-79DF-4E2D-A0E1-A1E70714D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3496"/>
              <a:ext cx="28" cy="7"/>
            </a:xfrm>
            <a:custGeom>
              <a:avLst/>
              <a:gdLst>
                <a:gd name="T0" fmla="*/ 52 w 15"/>
                <a:gd name="T1" fmla="*/ 0 h 4"/>
                <a:gd name="T2" fmla="*/ 52 w 15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8" y="0"/>
                  </a:moveTo>
                  <a:cubicBezTo>
                    <a:pt x="0" y="4"/>
                    <a:pt x="15" y="4"/>
                    <a:pt x="8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72" name="Freeform 3751">
              <a:extLst>
                <a:ext uri="{FF2B5EF4-FFF2-40B4-BE49-F238E27FC236}">
                  <a16:creationId xmlns:a16="http://schemas.microsoft.com/office/drawing/2014/main" id="{DCB3E842-8E7B-4736-8FAF-C79896C72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3524"/>
              <a:ext cx="15" cy="20"/>
            </a:xfrm>
            <a:custGeom>
              <a:avLst/>
              <a:gdLst>
                <a:gd name="T0" fmla="*/ 21 w 8"/>
                <a:gd name="T1" fmla="*/ 44 h 11"/>
                <a:gd name="T2" fmla="*/ 32 w 8"/>
                <a:gd name="T3" fmla="*/ 13 h 11"/>
                <a:gd name="T4" fmla="*/ 15 w 8"/>
                <a:gd name="T5" fmla="*/ 4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3" y="7"/>
                  </a:moveTo>
                  <a:cubicBezTo>
                    <a:pt x="0" y="5"/>
                    <a:pt x="1" y="0"/>
                    <a:pt x="5" y="2"/>
                  </a:cubicBezTo>
                  <a:cubicBezTo>
                    <a:pt x="8" y="5"/>
                    <a:pt x="4" y="11"/>
                    <a:pt x="2" y="8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73" name="Freeform 3752">
              <a:extLst>
                <a:ext uri="{FF2B5EF4-FFF2-40B4-BE49-F238E27FC236}">
                  <a16:creationId xmlns:a16="http://schemas.microsoft.com/office/drawing/2014/main" id="{8AEE69BD-A6DB-48BC-A4B7-8D8B42F80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565"/>
              <a:ext cx="3" cy="2"/>
            </a:xfrm>
            <a:custGeom>
              <a:avLst/>
              <a:gdLst>
                <a:gd name="T0" fmla="*/ 8 w 2"/>
                <a:gd name="T1" fmla="*/ 0 h 1"/>
                <a:gd name="T2" fmla="*/ 5 w 2"/>
                <a:gd name="T3" fmla="*/ 8 h 1"/>
                <a:gd name="T4" fmla="*/ 5 w 2"/>
                <a:gd name="T5" fmla="*/ 0 h 1"/>
                <a:gd name="T6" fmla="*/ 8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74" name="Freeform 3753">
              <a:extLst>
                <a:ext uri="{FF2B5EF4-FFF2-40B4-BE49-F238E27FC236}">
                  <a16:creationId xmlns:a16="http://schemas.microsoft.com/office/drawing/2014/main" id="{ECDC764D-B1DC-4CCC-B307-F8821F01E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587"/>
              <a:ext cx="5" cy="10"/>
            </a:xfrm>
            <a:custGeom>
              <a:avLst/>
              <a:gdLst>
                <a:gd name="T0" fmla="*/ 5 w 3"/>
                <a:gd name="T1" fmla="*/ 16 h 5"/>
                <a:gd name="T2" fmla="*/ 5 w 3"/>
                <a:gd name="T3" fmla="*/ 40 h 5"/>
                <a:gd name="T4" fmla="*/ 5 w 3"/>
                <a:gd name="T5" fmla="*/ 0 h 5"/>
                <a:gd name="T6" fmla="*/ 0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75" name="Freeform 3754">
              <a:extLst>
                <a:ext uri="{FF2B5EF4-FFF2-40B4-BE49-F238E27FC236}">
                  <a16:creationId xmlns:a16="http://schemas.microsoft.com/office/drawing/2014/main" id="{75DAED61-9E5E-43CD-9AF5-832AF9F09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580"/>
              <a:ext cx="6" cy="7"/>
            </a:xfrm>
            <a:custGeom>
              <a:avLst/>
              <a:gdLst>
                <a:gd name="T0" fmla="*/ 16 w 3"/>
                <a:gd name="T1" fmla="*/ 7 h 4"/>
                <a:gd name="T2" fmla="*/ 8 w 3"/>
                <a:gd name="T3" fmla="*/ 7 h 4"/>
                <a:gd name="T4" fmla="*/ 8 w 3"/>
                <a:gd name="T5" fmla="*/ 21 h 4"/>
                <a:gd name="T6" fmla="*/ 16 w 3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76" name="Freeform 3755">
              <a:extLst>
                <a:ext uri="{FF2B5EF4-FFF2-40B4-BE49-F238E27FC236}">
                  <a16:creationId xmlns:a16="http://schemas.microsoft.com/office/drawing/2014/main" id="{6E181ED8-8A98-4E0F-9FF0-138B7A431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619"/>
              <a:ext cx="9" cy="10"/>
            </a:xfrm>
            <a:custGeom>
              <a:avLst/>
              <a:gdLst>
                <a:gd name="T0" fmla="*/ 13 w 5"/>
                <a:gd name="T1" fmla="*/ 8 h 5"/>
                <a:gd name="T2" fmla="*/ 16 w 5"/>
                <a:gd name="T3" fmla="*/ 40 h 5"/>
                <a:gd name="T4" fmla="*/ 7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5" y="4"/>
                    <a:pt x="4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77" name="Freeform 3756">
              <a:extLst>
                <a:ext uri="{FF2B5EF4-FFF2-40B4-BE49-F238E27FC236}">
                  <a16:creationId xmlns:a16="http://schemas.microsoft.com/office/drawing/2014/main" id="{98F77759-5F59-4163-BF4E-854F8F338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651"/>
              <a:ext cx="11" cy="13"/>
            </a:xfrm>
            <a:custGeom>
              <a:avLst/>
              <a:gdLst>
                <a:gd name="T0" fmla="*/ 13 w 6"/>
                <a:gd name="T1" fmla="*/ 20 h 7"/>
                <a:gd name="T2" fmla="*/ 24 w 6"/>
                <a:gd name="T3" fmla="*/ 32 h 7"/>
                <a:gd name="T4" fmla="*/ 13 w 6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5"/>
                    <a:pt x="3" y="7"/>
                    <a:pt x="4" y="5"/>
                  </a:cubicBezTo>
                  <a:cubicBezTo>
                    <a:pt x="6" y="3"/>
                    <a:pt x="4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78" name="Freeform 3757">
              <a:extLst>
                <a:ext uri="{FF2B5EF4-FFF2-40B4-BE49-F238E27FC236}">
                  <a16:creationId xmlns:a16="http://schemas.microsoft.com/office/drawing/2014/main" id="{6E41641C-7D91-4A17-A007-6E94DBF8D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638"/>
              <a:ext cx="9" cy="13"/>
            </a:xfrm>
            <a:custGeom>
              <a:avLst/>
              <a:gdLst>
                <a:gd name="T0" fmla="*/ 7 w 5"/>
                <a:gd name="T1" fmla="*/ 13 h 7"/>
                <a:gd name="T2" fmla="*/ 13 w 5"/>
                <a:gd name="T3" fmla="*/ 37 h 7"/>
                <a:gd name="T4" fmla="*/ 13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3"/>
                    <a:pt x="0" y="7"/>
                    <a:pt x="2" y="6"/>
                  </a:cubicBezTo>
                  <a:cubicBezTo>
                    <a:pt x="4" y="5"/>
                    <a:pt x="5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79" name="Freeform 3758">
              <a:extLst>
                <a:ext uri="{FF2B5EF4-FFF2-40B4-BE49-F238E27FC236}">
                  <a16:creationId xmlns:a16="http://schemas.microsoft.com/office/drawing/2014/main" id="{97089F18-7844-422C-8D30-A58CEB186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677"/>
              <a:ext cx="7" cy="10"/>
            </a:xfrm>
            <a:custGeom>
              <a:avLst/>
              <a:gdLst>
                <a:gd name="T0" fmla="*/ 7 w 4"/>
                <a:gd name="T1" fmla="*/ 16 h 5"/>
                <a:gd name="T2" fmla="*/ 12 w 4"/>
                <a:gd name="T3" fmla="*/ 40 h 5"/>
                <a:gd name="T4" fmla="*/ 7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80" name="Freeform 3759">
              <a:extLst>
                <a:ext uri="{FF2B5EF4-FFF2-40B4-BE49-F238E27FC236}">
                  <a16:creationId xmlns:a16="http://schemas.microsoft.com/office/drawing/2014/main" id="{34563D47-5BA1-4175-BE3F-B16C66F01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696"/>
              <a:ext cx="13" cy="15"/>
            </a:xfrm>
            <a:custGeom>
              <a:avLst/>
              <a:gdLst>
                <a:gd name="T0" fmla="*/ 24 w 7"/>
                <a:gd name="T1" fmla="*/ 0 h 8"/>
                <a:gd name="T2" fmla="*/ 20 w 7"/>
                <a:gd name="T3" fmla="*/ 39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7" y="8"/>
                    <a:pt x="7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81" name="Freeform 3760">
              <a:extLst>
                <a:ext uri="{FF2B5EF4-FFF2-40B4-BE49-F238E27FC236}">
                  <a16:creationId xmlns:a16="http://schemas.microsoft.com/office/drawing/2014/main" id="{F2E54883-E384-45AE-B08E-6C9771DF9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507"/>
              <a:ext cx="11" cy="13"/>
            </a:xfrm>
            <a:custGeom>
              <a:avLst/>
              <a:gdLst>
                <a:gd name="T0" fmla="*/ 7 w 6"/>
                <a:gd name="T1" fmla="*/ 32 h 7"/>
                <a:gd name="T2" fmla="*/ 13 w 6"/>
                <a:gd name="T3" fmla="*/ 45 h 7"/>
                <a:gd name="T4" fmla="*/ 0 w 6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5"/>
                  </a:moveTo>
                  <a:cubicBezTo>
                    <a:pt x="1" y="6"/>
                    <a:pt x="1" y="7"/>
                    <a:pt x="2" y="7"/>
                  </a:cubicBezTo>
                  <a:cubicBezTo>
                    <a:pt x="6" y="5"/>
                    <a:pt x="3" y="0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82" name="Freeform 3761">
              <a:extLst>
                <a:ext uri="{FF2B5EF4-FFF2-40B4-BE49-F238E27FC236}">
                  <a16:creationId xmlns:a16="http://schemas.microsoft.com/office/drawing/2014/main" id="{DE533B0A-7E86-4876-8E34-546ABEA83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496"/>
              <a:ext cx="9" cy="9"/>
            </a:xfrm>
            <a:custGeom>
              <a:avLst/>
              <a:gdLst>
                <a:gd name="T0" fmla="*/ 13 w 5"/>
                <a:gd name="T1" fmla="*/ 0 h 5"/>
                <a:gd name="T2" fmla="*/ 13 w 5"/>
                <a:gd name="T3" fmla="*/ 29 h 5"/>
                <a:gd name="T4" fmla="*/ 7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5" y="4"/>
                    <a:pt x="3" y="0"/>
                    <a:pt x="1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83" name="Freeform 3762">
              <a:extLst>
                <a:ext uri="{FF2B5EF4-FFF2-40B4-BE49-F238E27FC236}">
                  <a16:creationId xmlns:a16="http://schemas.microsoft.com/office/drawing/2014/main" id="{1D84092C-148C-49C0-8DF1-CC5F27F2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542"/>
              <a:ext cx="13" cy="14"/>
            </a:xfrm>
            <a:custGeom>
              <a:avLst/>
              <a:gdLst>
                <a:gd name="T0" fmla="*/ 13 w 7"/>
                <a:gd name="T1" fmla="*/ 40 h 7"/>
                <a:gd name="T2" fmla="*/ 13 w 7"/>
                <a:gd name="T3" fmla="*/ 56 h 7"/>
                <a:gd name="T4" fmla="*/ 7 w 7"/>
                <a:gd name="T5" fmla="*/ 0 h 7"/>
                <a:gd name="T6" fmla="*/ 13 w 7"/>
                <a:gd name="T7" fmla="*/ 5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5"/>
                  </a:moveTo>
                  <a:cubicBezTo>
                    <a:pt x="2" y="6"/>
                    <a:pt x="2" y="7"/>
                    <a:pt x="2" y="7"/>
                  </a:cubicBezTo>
                  <a:cubicBezTo>
                    <a:pt x="1" y="5"/>
                    <a:pt x="0" y="3"/>
                    <a:pt x="1" y="0"/>
                  </a:cubicBezTo>
                  <a:cubicBezTo>
                    <a:pt x="3" y="1"/>
                    <a:pt x="7" y="7"/>
                    <a:pt x="2" y="7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84" name="Freeform 3763">
              <a:extLst>
                <a:ext uri="{FF2B5EF4-FFF2-40B4-BE49-F238E27FC236}">
                  <a16:creationId xmlns:a16="http://schemas.microsoft.com/office/drawing/2014/main" id="{14231388-0801-419B-95C6-98F31A18A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595"/>
              <a:ext cx="8" cy="9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29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3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85" name="Freeform 3764">
              <a:extLst>
                <a:ext uri="{FF2B5EF4-FFF2-40B4-BE49-F238E27FC236}">
                  <a16:creationId xmlns:a16="http://schemas.microsoft.com/office/drawing/2014/main" id="{CE635BCF-D485-4594-ADBA-B2E0589FC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586"/>
              <a:ext cx="6" cy="7"/>
            </a:xfrm>
            <a:custGeom>
              <a:avLst/>
              <a:gdLst>
                <a:gd name="T0" fmla="*/ 0 w 3"/>
                <a:gd name="T1" fmla="*/ 7 h 4"/>
                <a:gd name="T2" fmla="*/ 8 w 3"/>
                <a:gd name="T3" fmla="*/ 21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86" name="Freeform 3765">
              <a:extLst>
                <a:ext uri="{FF2B5EF4-FFF2-40B4-BE49-F238E27FC236}">
                  <a16:creationId xmlns:a16="http://schemas.microsoft.com/office/drawing/2014/main" id="{E75CA9FD-A68A-4B82-8C04-DDF21DF2C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627"/>
              <a:ext cx="13" cy="13"/>
            </a:xfrm>
            <a:custGeom>
              <a:avLst/>
              <a:gdLst>
                <a:gd name="T0" fmla="*/ 20 w 7"/>
                <a:gd name="T1" fmla="*/ 0 h 7"/>
                <a:gd name="T2" fmla="*/ 20 w 7"/>
                <a:gd name="T3" fmla="*/ 45 h 7"/>
                <a:gd name="T4" fmla="*/ 20 w 7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0" y="1"/>
                    <a:pt x="0" y="7"/>
                    <a:pt x="3" y="7"/>
                  </a:cubicBezTo>
                  <a:cubicBezTo>
                    <a:pt x="7" y="7"/>
                    <a:pt x="6" y="1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87" name="Freeform 3766">
              <a:extLst>
                <a:ext uri="{FF2B5EF4-FFF2-40B4-BE49-F238E27FC236}">
                  <a16:creationId xmlns:a16="http://schemas.microsoft.com/office/drawing/2014/main" id="{3ABF5184-BEFD-464C-9BBA-C36F7F720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657"/>
              <a:ext cx="9" cy="11"/>
            </a:xfrm>
            <a:custGeom>
              <a:avLst/>
              <a:gdLst>
                <a:gd name="T0" fmla="*/ 16 w 5"/>
                <a:gd name="T1" fmla="*/ 0 h 6"/>
                <a:gd name="T2" fmla="*/ 13 w 5"/>
                <a:gd name="T3" fmla="*/ 37 h 6"/>
                <a:gd name="T4" fmla="*/ 13 w 5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1"/>
                    <a:pt x="0" y="5"/>
                    <a:pt x="2" y="6"/>
                  </a:cubicBezTo>
                  <a:cubicBezTo>
                    <a:pt x="4" y="5"/>
                    <a:pt x="5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88" name="Freeform 3767">
              <a:extLst>
                <a:ext uri="{FF2B5EF4-FFF2-40B4-BE49-F238E27FC236}">
                  <a16:creationId xmlns:a16="http://schemas.microsoft.com/office/drawing/2014/main" id="{20E1A764-16A1-44A5-A4D6-77E87700F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3692"/>
              <a:ext cx="11" cy="15"/>
            </a:xfrm>
            <a:custGeom>
              <a:avLst/>
              <a:gdLst>
                <a:gd name="T0" fmla="*/ 20 w 6"/>
                <a:gd name="T1" fmla="*/ 21 h 8"/>
                <a:gd name="T2" fmla="*/ 13 w 6"/>
                <a:gd name="T3" fmla="*/ 8 h 8"/>
                <a:gd name="T4" fmla="*/ 13 w 6"/>
                <a:gd name="T5" fmla="*/ 53 h 8"/>
                <a:gd name="T6" fmla="*/ 20 w 6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3"/>
                  </a:moveTo>
                  <a:cubicBezTo>
                    <a:pt x="3" y="2"/>
                    <a:pt x="3" y="2"/>
                    <a:pt x="2" y="1"/>
                  </a:cubicBezTo>
                  <a:cubicBezTo>
                    <a:pt x="1" y="2"/>
                    <a:pt x="0" y="7"/>
                    <a:pt x="2" y="8"/>
                  </a:cubicBezTo>
                  <a:cubicBezTo>
                    <a:pt x="6" y="8"/>
                    <a:pt x="6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89" name="Freeform 3768">
              <a:extLst>
                <a:ext uri="{FF2B5EF4-FFF2-40B4-BE49-F238E27FC236}">
                  <a16:creationId xmlns:a16="http://schemas.microsoft.com/office/drawing/2014/main" id="{6114AC03-3E2D-48F3-A9F9-5A24C76EC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687"/>
              <a:ext cx="7" cy="9"/>
            </a:xfrm>
            <a:custGeom>
              <a:avLst/>
              <a:gdLst>
                <a:gd name="T0" fmla="*/ 0 w 4"/>
                <a:gd name="T1" fmla="*/ 13 h 5"/>
                <a:gd name="T2" fmla="*/ 12 w 4"/>
                <a:gd name="T3" fmla="*/ 29 h 5"/>
                <a:gd name="T4" fmla="*/ 7 w 4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5"/>
                    <a:pt x="2" y="5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90" name="Freeform 3769">
              <a:extLst>
                <a:ext uri="{FF2B5EF4-FFF2-40B4-BE49-F238E27FC236}">
                  <a16:creationId xmlns:a16="http://schemas.microsoft.com/office/drawing/2014/main" id="{98A8F2FF-6A7A-4070-AFE2-5769E72F4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634"/>
              <a:ext cx="14" cy="23"/>
            </a:xfrm>
            <a:custGeom>
              <a:avLst/>
              <a:gdLst>
                <a:gd name="T0" fmla="*/ 0 w 7"/>
                <a:gd name="T1" fmla="*/ 36 h 12"/>
                <a:gd name="T2" fmla="*/ 0 w 7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5"/>
                  </a:moveTo>
                  <a:cubicBezTo>
                    <a:pt x="0" y="12"/>
                    <a:pt x="7" y="0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91" name="Freeform 3770">
              <a:extLst>
                <a:ext uri="{FF2B5EF4-FFF2-40B4-BE49-F238E27FC236}">
                  <a16:creationId xmlns:a16="http://schemas.microsoft.com/office/drawing/2014/main" id="{7F2EFFAE-0B8A-4BF1-8FD6-6652EEED7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471"/>
              <a:ext cx="6" cy="6"/>
            </a:xfrm>
            <a:custGeom>
              <a:avLst/>
              <a:gdLst>
                <a:gd name="T0" fmla="*/ 8 w 3"/>
                <a:gd name="T1" fmla="*/ 8 h 3"/>
                <a:gd name="T2" fmla="*/ 8 w 3"/>
                <a:gd name="T3" fmla="*/ 24 h 3"/>
                <a:gd name="T4" fmla="*/ 24 w 3"/>
                <a:gd name="T5" fmla="*/ 0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92" name="Freeform 3771">
              <a:extLst>
                <a:ext uri="{FF2B5EF4-FFF2-40B4-BE49-F238E27FC236}">
                  <a16:creationId xmlns:a16="http://schemas.microsoft.com/office/drawing/2014/main" id="{A080CF71-C4E2-4D20-982C-076628173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466"/>
              <a:ext cx="9" cy="9"/>
            </a:xfrm>
            <a:custGeom>
              <a:avLst/>
              <a:gdLst>
                <a:gd name="T0" fmla="*/ 0 w 5"/>
                <a:gd name="T1" fmla="*/ 7 h 5"/>
                <a:gd name="T2" fmla="*/ 16 w 5"/>
                <a:gd name="T3" fmla="*/ 29 h 5"/>
                <a:gd name="T4" fmla="*/ 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5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93" name="Freeform 3772">
              <a:extLst>
                <a:ext uri="{FF2B5EF4-FFF2-40B4-BE49-F238E27FC236}">
                  <a16:creationId xmlns:a16="http://schemas.microsoft.com/office/drawing/2014/main" id="{CE7CE944-7F21-4DF8-A75C-12D918D3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428"/>
              <a:ext cx="21" cy="19"/>
            </a:xfrm>
            <a:custGeom>
              <a:avLst/>
              <a:gdLst>
                <a:gd name="T0" fmla="*/ 21 w 11"/>
                <a:gd name="T1" fmla="*/ 0 h 10"/>
                <a:gd name="T2" fmla="*/ 29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3" y="0"/>
                  </a:moveTo>
                  <a:cubicBezTo>
                    <a:pt x="0" y="10"/>
                    <a:pt x="11" y="1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94" name="Freeform 3773">
              <a:extLst>
                <a:ext uri="{FF2B5EF4-FFF2-40B4-BE49-F238E27FC236}">
                  <a16:creationId xmlns:a16="http://schemas.microsoft.com/office/drawing/2014/main" id="{E85FCF4F-7808-41C7-8E2C-7EE7CD3B1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438"/>
              <a:ext cx="11" cy="9"/>
            </a:xfrm>
            <a:custGeom>
              <a:avLst/>
              <a:gdLst>
                <a:gd name="T0" fmla="*/ 13 w 6"/>
                <a:gd name="T1" fmla="*/ 0 h 5"/>
                <a:gd name="T2" fmla="*/ 20 w 6"/>
                <a:gd name="T3" fmla="*/ 29 h 5"/>
                <a:gd name="T4" fmla="*/ 1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2"/>
                    <a:pt x="0" y="5"/>
                    <a:pt x="3" y="5"/>
                  </a:cubicBezTo>
                  <a:cubicBezTo>
                    <a:pt x="6" y="4"/>
                    <a:pt x="5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95" name="Freeform 3774">
              <a:extLst>
                <a:ext uri="{FF2B5EF4-FFF2-40B4-BE49-F238E27FC236}">
                  <a16:creationId xmlns:a16="http://schemas.microsoft.com/office/drawing/2014/main" id="{84AF74A8-A908-45CE-B9C0-42923B093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400"/>
              <a:ext cx="8" cy="8"/>
            </a:xfrm>
            <a:custGeom>
              <a:avLst/>
              <a:gdLst>
                <a:gd name="T0" fmla="*/ 8 w 4"/>
                <a:gd name="T1" fmla="*/ 8 h 4"/>
                <a:gd name="T2" fmla="*/ 16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96" name="Freeform 3775">
              <a:extLst>
                <a:ext uri="{FF2B5EF4-FFF2-40B4-BE49-F238E27FC236}">
                  <a16:creationId xmlns:a16="http://schemas.microsoft.com/office/drawing/2014/main" id="{7230F6A9-53BD-4DDE-858C-C8B40F771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3393"/>
              <a:ext cx="9" cy="7"/>
            </a:xfrm>
            <a:custGeom>
              <a:avLst/>
              <a:gdLst>
                <a:gd name="T0" fmla="*/ 7 w 5"/>
                <a:gd name="T1" fmla="*/ 0 h 4"/>
                <a:gd name="T2" fmla="*/ 7 w 5"/>
                <a:gd name="T3" fmla="*/ 21 h 4"/>
                <a:gd name="T4" fmla="*/ 7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5" y="4"/>
                    <a:pt x="5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97" name="Freeform 3776">
              <a:extLst>
                <a:ext uri="{FF2B5EF4-FFF2-40B4-BE49-F238E27FC236}">
                  <a16:creationId xmlns:a16="http://schemas.microsoft.com/office/drawing/2014/main" id="{3D2D7443-1F95-4716-9A31-6F815A055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3350"/>
              <a:ext cx="11" cy="11"/>
            </a:xfrm>
            <a:custGeom>
              <a:avLst/>
              <a:gdLst>
                <a:gd name="T0" fmla="*/ 7 w 6"/>
                <a:gd name="T1" fmla="*/ 7 h 6"/>
                <a:gd name="T2" fmla="*/ 7 w 6"/>
                <a:gd name="T3" fmla="*/ 37 h 6"/>
                <a:gd name="T4" fmla="*/ 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6" y="5"/>
                    <a:pt x="3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98" name="Freeform 3777">
              <a:extLst>
                <a:ext uri="{FF2B5EF4-FFF2-40B4-BE49-F238E27FC236}">
                  <a16:creationId xmlns:a16="http://schemas.microsoft.com/office/drawing/2014/main" id="{A2BF25F2-BBA9-4DA0-AB51-5827C4025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368"/>
              <a:ext cx="15" cy="17"/>
            </a:xfrm>
            <a:custGeom>
              <a:avLst/>
              <a:gdLst>
                <a:gd name="T0" fmla="*/ 8 w 8"/>
                <a:gd name="T1" fmla="*/ 47 h 9"/>
                <a:gd name="T2" fmla="*/ 0 w 8"/>
                <a:gd name="T3" fmla="*/ 1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1" y="7"/>
                  </a:moveTo>
                  <a:cubicBezTo>
                    <a:pt x="4" y="9"/>
                    <a:pt x="8" y="0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99" name="Freeform 3778">
              <a:extLst>
                <a:ext uri="{FF2B5EF4-FFF2-40B4-BE49-F238E27FC236}">
                  <a16:creationId xmlns:a16="http://schemas.microsoft.com/office/drawing/2014/main" id="{2C5E1115-B121-4C76-A835-8E571B8FA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325"/>
              <a:ext cx="7" cy="12"/>
            </a:xfrm>
            <a:custGeom>
              <a:avLst/>
              <a:gdLst>
                <a:gd name="T0" fmla="*/ 7 w 4"/>
                <a:gd name="T1" fmla="*/ 8 h 6"/>
                <a:gd name="T2" fmla="*/ 7 w 4"/>
                <a:gd name="T3" fmla="*/ 48 h 6"/>
                <a:gd name="T4" fmla="*/ 7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4" y="5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00" name="Freeform 3779">
              <a:extLst>
                <a:ext uri="{FF2B5EF4-FFF2-40B4-BE49-F238E27FC236}">
                  <a16:creationId xmlns:a16="http://schemas.microsoft.com/office/drawing/2014/main" id="{1296A7E1-6EF5-42AF-82A7-106ECBF5F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3305"/>
              <a:ext cx="9" cy="9"/>
            </a:xfrm>
            <a:custGeom>
              <a:avLst/>
              <a:gdLst>
                <a:gd name="T0" fmla="*/ 13 w 5"/>
                <a:gd name="T1" fmla="*/ 0 h 5"/>
                <a:gd name="T2" fmla="*/ 16 w 5"/>
                <a:gd name="T3" fmla="*/ 29 h 5"/>
                <a:gd name="T4" fmla="*/ 16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5"/>
                    <a:pt x="3" y="5"/>
                  </a:cubicBezTo>
                  <a:cubicBezTo>
                    <a:pt x="5" y="4"/>
                    <a:pt x="5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01" name="Freeform 3780">
              <a:extLst>
                <a:ext uri="{FF2B5EF4-FFF2-40B4-BE49-F238E27FC236}">
                  <a16:creationId xmlns:a16="http://schemas.microsoft.com/office/drawing/2014/main" id="{67B70491-C280-43F2-8BF3-E263A815F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3286"/>
              <a:ext cx="8" cy="8"/>
            </a:xfrm>
            <a:custGeom>
              <a:avLst/>
              <a:gdLst>
                <a:gd name="T0" fmla="*/ 8 w 4"/>
                <a:gd name="T1" fmla="*/ 8 h 4"/>
                <a:gd name="T2" fmla="*/ 8 w 4"/>
                <a:gd name="T3" fmla="*/ 32 h 4"/>
                <a:gd name="T4" fmla="*/ 0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3"/>
                    <a:pt x="3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02" name="Freeform 3781">
              <a:extLst>
                <a:ext uri="{FF2B5EF4-FFF2-40B4-BE49-F238E27FC236}">
                  <a16:creationId xmlns:a16="http://schemas.microsoft.com/office/drawing/2014/main" id="{F6C8FB57-F70E-4C1B-8E25-AD2B70E21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273"/>
              <a:ext cx="13" cy="11"/>
            </a:xfrm>
            <a:custGeom>
              <a:avLst/>
              <a:gdLst>
                <a:gd name="T0" fmla="*/ 7 w 7"/>
                <a:gd name="T1" fmla="*/ 7 h 6"/>
                <a:gd name="T2" fmla="*/ 13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0" y="6"/>
                    <a:pt x="7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03" name="Freeform 3782">
              <a:extLst>
                <a:ext uri="{FF2B5EF4-FFF2-40B4-BE49-F238E27FC236}">
                  <a16:creationId xmlns:a16="http://schemas.microsoft.com/office/drawing/2014/main" id="{FCD7D5D2-C306-4918-8FBB-5E1BA1941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243"/>
              <a:ext cx="12" cy="11"/>
            </a:xfrm>
            <a:custGeom>
              <a:avLst/>
              <a:gdLst>
                <a:gd name="T0" fmla="*/ 16 w 6"/>
                <a:gd name="T1" fmla="*/ 20 h 6"/>
                <a:gd name="T2" fmla="*/ 16 w 6"/>
                <a:gd name="T3" fmla="*/ 37 h 6"/>
                <a:gd name="T4" fmla="*/ 0 w 6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3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6" y="6"/>
                    <a:pt x="4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04" name="Freeform 3783">
              <a:extLst>
                <a:ext uri="{FF2B5EF4-FFF2-40B4-BE49-F238E27FC236}">
                  <a16:creationId xmlns:a16="http://schemas.microsoft.com/office/drawing/2014/main" id="{D66286FB-28A7-4014-90EA-E9C1DFE51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234"/>
              <a:ext cx="17" cy="11"/>
            </a:xfrm>
            <a:custGeom>
              <a:avLst/>
              <a:gdLst>
                <a:gd name="T0" fmla="*/ 21 w 9"/>
                <a:gd name="T1" fmla="*/ 0 h 6"/>
                <a:gd name="T2" fmla="*/ 21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0" y="6"/>
                    <a:pt x="9" y="3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05" name="Freeform 3784">
              <a:extLst>
                <a:ext uri="{FF2B5EF4-FFF2-40B4-BE49-F238E27FC236}">
                  <a16:creationId xmlns:a16="http://schemas.microsoft.com/office/drawing/2014/main" id="{27001888-7D08-46EF-A5CD-F5C0345ED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251"/>
              <a:ext cx="6" cy="7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21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06" name="Freeform 3785">
              <a:extLst>
                <a:ext uri="{FF2B5EF4-FFF2-40B4-BE49-F238E27FC236}">
                  <a16:creationId xmlns:a16="http://schemas.microsoft.com/office/drawing/2014/main" id="{8A8838D1-1A95-4370-A92B-8300741C0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3282"/>
              <a:ext cx="9" cy="13"/>
            </a:xfrm>
            <a:custGeom>
              <a:avLst/>
              <a:gdLst>
                <a:gd name="T0" fmla="*/ 13 w 5"/>
                <a:gd name="T1" fmla="*/ 7 h 7"/>
                <a:gd name="T2" fmla="*/ 16 w 5"/>
                <a:gd name="T3" fmla="*/ 32 h 7"/>
                <a:gd name="T4" fmla="*/ 13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0" y="3"/>
                    <a:pt x="1" y="7"/>
                    <a:pt x="3" y="5"/>
                  </a:cubicBezTo>
                  <a:cubicBezTo>
                    <a:pt x="5" y="4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07" name="Freeform 3786">
              <a:extLst>
                <a:ext uri="{FF2B5EF4-FFF2-40B4-BE49-F238E27FC236}">
                  <a16:creationId xmlns:a16="http://schemas.microsoft.com/office/drawing/2014/main" id="{9E527DD5-5143-4DB4-BD8E-4727744D3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204"/>
              <a:ext cx="8" cy="11"/>
            </a:xfrm>
            <a:custGeom>
              <a:avLst/>
              <a:gdLst>
                <a:gd name="T0" fmla="*/ 16 w 4"/>
                <a:gd name="T1" fmla="*/ 7 h 6"/>
                <a:gd name="T2" fmla="*/ 16 w 4"/>
                <a:gd name="T3" fmla="*/ 37 h 6"/>
                <a:gd name="T4" fmla="*/ 16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1"/>
                  </a:moveTo>
                  <a:cubicBezTo>
                    <a:pt x="0" y="2"/>
                    <a:pt x="1" y="5"/>
                    <a:pt x="2" y="6"/>
                  </a:cubicBezTo>
                  <a:cubicBezTo>
                    <a:pt x="4" y="4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08" name="Freeform 3787">
              <a:extLst>
                <a:ext uri="{FF2B5EF4-FFF2-40B4-BE49-F238E27FC236}">
                  <a16:creationId xmlns:a16="http://schemas.microsoft.com/office/drawing/2014/main" id="{76E8C5CC-78ED-46CC-B342-693B21B3D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3196"/>
              <a:ext cx="21" cy="17"/>
            </a:xfrm>
            <a:custGeom>
              <a:avLst/>
              <a:gdLst>
                <a:gd name="T0" fmla="*/ 29 w 11"/>
                <a:gd name="T1" fmla="*/ 15 h 9"/>
                <a:gd name="T2" fmla="*/ 15 w 11"/>
                <a:gd name="T3" fmla="*/ 15 h 9"/>
                <a:gd name="T4" fmla="*/ 21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2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0" y="9"/>
                    <a:pt x="11" y="3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09" name="Freeform 3788">
              <a:extLst>
                <a:ext uri="{FF2B5EF4-FFF2-40B4-BE49-F238E27FC236}">
                  <a16:creationId xmlns:a16="http://schemas.microsoft.com/office/drawing/2014/main" id="{073E70A8-55AD-4A51-9C91-C77859A49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168"/>
              <a:ext cx="22" cy="17"/>
            </a:xfrm>
            <a:custGeom>
              <a:avLst/>
              <a:gdLst>
                <a:gd name="T0" fmla="*/ 24 w 12"/>
                <a:gd name="T1" fmla="*/ 0 h 9"/>
                <a:gd name="T2" fmla="*/ 24 w 12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0" y="9"/>
                    <a:pt x="12" y="2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10" name="Freeform 3789">
              <a:extLst>
                <a:ext uri="{FF2B5EF4-FFF2-40B4-BE49-F238E27FC236}">
                  <a16:creationId xmlns:a16="http://schemas.microsoft.com/office/drawing/2014/main" id="{91231C2C-B498-4661-8CFE-980BF7F41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166"/>
              <a:ext cx="12" cy="13"/>
            </a:xfrm>
            <a:custGeom>
              <a:avLst/>
              <a:gdLst>
                <a:gd name="T0" fmla="*/ 24 w 6"/>
                <a:gd name="T1" fmla="*/ 7 h 7"/>
                <a:gd name="T2" fmla="*/ 32 w 6"/>
                <a:gd name="T3" fmla="*/ 32 h 7"/>
                <a:gd name="T4" fmla="*/ 2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0" y="2"/>
                    <a:pt x="2" y="7"/>
                    <a:pt x="4" y="5"/>
                  </a:cubicBezTo>
                  <a:cubicBezTo>
                    <a:pt x="6" y="3"/>
                    <a:pt x="5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11" name="Freeform 3790">
              <a:extLst>
                <a:ext uri="{FF2B5EF4-FFF2-40B4-BE49-F238E27FC236}">
                  <a16:creationId xmlns:a16="http://schemas.microsoft.com/office/drawing/2014/main" id="{06A34894-41E9-4B00-97D0-724020729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161"/>
              <a:ext cx="6" cy="3"/>
            </a:xfrm>
            <a:custGeom>
              <a:avLst/>
              <a:gdLst>
                <a:gd name="T0" fmla="*/ 8 w 3"/>
                <a:gd name="T1" fmla="*/ 0 h 2"/>
                <a:gd name="T2" fmla="*/ 8 w 3"/>
                <a:gd name="T3" fmla="*/ 8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12" name="Freeform 3791">
              <a:extLst>
                <a:ext uri="{FF2B5EF4-FFF2-40B4-BE49-F238E27FC236}">
                  <a16:creationId xmlns:a16="http://schemas.microsoft.com/office/drawing/2014/main" id="{4457A991-D6F7-49D4-B673-60F2160EF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043"/>
              <a:ext cx="11" cy="13"/>
            </a:xfrm>
            <a:custGeom>
              <a:avLst/>
              <a:gdLst>
                <a:gd name="T0" fmla="*/ 20 w 6"/>
                <a:gd name="T1" fmla="*/ 13 h 7"/>
                <a:gd name="T2" fmla="*/ 24 w 6"/>
                <a:gd name="T3" fmla="*/ 32 h 7"/>
                <a:gd name="T4" fmla="*/ 13 w 6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2"/>
                  </a:moveTo>
                  <a:cubicBezTo>
                    <a:pt x="0" y="2"/>
                    <a:pt x="2" y="7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13" name="Freeform 3792">
              <a:extLst>
                <a:ext uri="{FF2B5EF4-FFF2-40B4-BE49-F238E27FC236}">
                  <a16:creationId xmlns:a16="http://schemas.microsoft.com/office/drawing/2014/main" id="{3FF35BF2-8779-4920-8155-F4275D846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069"/>
              <a:ext cx="5" cy="6"/>
            </a:xfrm>
            <a:custGeom>
              <a:avLst/>
              <a:gdLst>
                <a:gd name="T0" fmla="*/ 0 w 3"/>
                <a:gd name="T1" fmla="*/ 8 h 3"/>
                <a:gd name="T2" fmla="*/ 0 w 3"/>
                <a:gd name="T3" fmla="*/ 24 h 3"/>
                <a:gd name="T4" fmla="*/ 5 w 3"/>
                <a:gd name="T5" fmla="*/ 0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14" name="Freeform 3793">
              <a:extLst>
                <a:ext uri="{FF2B5EF4-FFF2-40B4-BE49-F238E27FC236}">
                  <a16:creationId xmlns:a16="http://schemas.microsoft.com/office/drawing/2014/main" id="{A9E68353-C484-4016-8CAC-11274D0B6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047"/>
              <a:ext cx="6" cy="9"/>
            </a:xfrm>
            <a:custGeom>
              <a:avLst/>
              <a:gdLst>
                <a:gd name="T0" fmla="*/ 0 w 3"/>
                <a:gd name="T1" fmla="*/ 7 h 5"/>
                <a:gd name="T2" fmla="*/ 16 w 3"/>
                <a:gd name="T3" fmla="*/ 29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15" name="Freeform 3794">
              <a:extLst>
                <a:ext uri="{FF2B5EF4-FFF2-40B4-BE49-F238E27FC236}">
                  <a16:creationId xmlns:a16="http://schemas.microsoft.com/office/drawing/2014/main" id="{3C1211ED-32A5-459D-96EB-554DB8B6F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3069"/>
              <a:ext cx="11" cy="13"/>
            </a:xfrm>
            <a:custGeom>
              <a:avLst/>
              <a:gdLst>
                <a:gd name="T0" fmla="*/ 20 w 6"/>
                <a:gd name="T1" fmla="*/ 7 h 7"/>
                <a:gd name="T2" fmla="*/ 13 w 6"/>
                <a:gd name="T3" fmla="*/ 0 h 7"/>
                <a:gd name="T4" fmla="*/ 24 w 6"/>
                <a:gd name="T5" fmla="*/ 32 h 7"/>
                <a:gd name="T6" fmla="*/ 13 w 6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2"/>
                    <a:pt x="1" y="7"/>
                    <a:pt x="4" y="5"/>
                  </a:cubicBezTo>
                  <a:cubicBezTo>
                    <a:pt x="6" y="4"/>
                    <a:pt x="4" y="1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16" name="Freeform 3795">
              <a:extLst>
                <a:ext uri="{FF2B5EF4-FFF2-40B4-BE49-F238E27FC236}">
                  <a16:creationId xmlns:a16="http://schemas.microsoft.com/office/drawing/2014/main" id="{C46ACD7E-7441-4D94-BD16-7DA7F24C0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3095"/>
              <a:ext cx="8" cy="8"/>
            </a:xfrm>
            <a:custGeom>
              <a:avLst/>
              <a:gdLst>
                <a:gd name="T0" fmla="*/ 0 w 4"/>
                <a:gd name="T1" fmla="*/ 24 h 4"/>
                <a:gd name="T2" fmla="*/ 16 w 4"/>
                <a:gd name="T3" fmla="*/ 32 h 4"/>
                <a:gd name="T4" fmla="*/ 8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4"/>
                    <a:pt x="1" y="4"/>
                    <a:pt x="2" y="4"/>
                  </a:cubicBezTo>
                  <a:cubicBezTo>
                    <a:pt x="4" y="3"/>
                    <a:pt x="4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17" name="Freeform 3796">
              <a:extLst>
                <a:ext uri="{FF2B5EF4-FFF2-40B4-BE49-F238E27FC236}">
                  <a16:creationId xmlns:a16="http://schemas.microsoft.com/office/drawing/2014/main" id="{6BECF67C-DEF3-4214-B2F1-6E6F9DE58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127"/>
              <a:ext cx="20" cy="15"/>
            </a:xfrm>
            <a:custGeom>
              <a:avLst/>
              <a:gdLst>
                <a:gd name="T0" fmla="*/ 29 w 11"/>
                <a:gd name="T1" fmla="*/ 15 h 8"/>
                <a:gd name="T2" fmla="*/ 24 w 11"/>
                <a:gd name="T3" fmla="*/ 8 h 8"/>
                <a:gd name="T4" fmla="*/ 29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5" y="2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0" y="8"/>
                    <a:pt x="11" y="3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18" name="Freeform 3797">
              <a:extLst>
                <a:ext uri="{FF2B5EF4-FFF2-40B4-BE49-F238E27FC236}">
                  <a16:creationId xmlns:a16="http://schemas.microsoft.com/office/drawing/2014/main" id="{CF1AB928-3E5D-48EA-89EC-FC8E86487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3112"/>
              <a:ext cx="7" cy="8"/>
            </a:xfrm>
            <a:custGeom>
              <a:avLst/>
              <a:gdLst>
                <a:gd name="T0" fmla="*/ 7 w 4"/>
                <a:gd name="T1" fmla="*/ 16 h 4"/>
                <a:gd name="T2" fmla="*/ 7 w 4"/>
                <a:gd name="T3" fmla="*/ 32 h 4"/>
                <a:gd name="T4" fmla="*/ 7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19" name="Freeform 3798">
              <a:extLst>
                <a:ext uri="{FF2B5EF4-FFF2-40B4-BE49-F238E27FC236}">
                  <a16:creationId xmlns:a16="http://schemas.microsoft.com/office/drawing/2014/main" id="{FE5F2FC2-2FE8-4660-9CD2-8E370C348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3125"/>
              <a:ext cx="8" cy="9"/>
            </a:xfrm>
            <a:custGeom>
              <a:avLst/>
              <a:gdLst>
                <a:gd name="T0" fmla="*/ 8 w 4"/>
                <a:gd name="T1" fmla="*/ 7 h 5"/>
                <a:gd name="T2" fmla="*/ 24 w 4"/>
                <a:gd name="T3" fmla="*/ 29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5"/>
                    <a:pt x="3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20" name="Freeform 3799">
              <a:extLst>
                <a:ext uri="{FF2B5EF4-FFF2-40B4-BE49-F238E27FC236}">
                  <a16:creationId xmlns:a16="http://schemas.microsoft.com/office/drawing/2014/main" id="{69F0E9BD-4075-4B24-B043-C367A844F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86"/>
              <a:ext cx="20" cy="17"/>
            </a:xfrm>
            <a:custGeom>
              <a:avLst/>
              <a:gdLst>
                <a:gd name="T0" fmla="*/ 13 w 11"/>
                <a:gd name="T1" fmla="*/ 8 h 9"/>
                <a:gd name="T2" fmla="*/ 13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2" y="1"/>
                  </a:moveTo>
                  <a:cubicBezTo>
                    <a:pt x="0" y="9"/>
                    <a:pt x="11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21" name="Freeform 3800">
              <a:extLst>
                <a:ext uri="{FF2B5EF4-FFF2-40B4-BE49-F238E27FC236}">
                  <a16:creationId xmlns:a16="http://schemas.microsoft.com/office/drawing/2014/main" id="{25831C3F-28FA-4FE7-B1A0-DB122AFE2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035"/>
              <a:ext cx="13" cy="15"/>
            </a:xfrm>
            <a:custGeom>
              <a:avLst/>
              <a:gdLst>
                <a:gd name="T0" fmla="*/ 0 w 7"/>
                <a:gd name="T1" fmla="*/ 0 h 8"/>
                <a:gd name="T2" fmla="*/ 13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1" y="8"/>
                    <a:pt x="7" y="3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22" name="Freeform 3801">
              <a:extLst>
                <a:ext uri="{FF2B5EF4-FFF2-40B4-BE49-F238E27FC236}">
                  <a16:creationId xmlns:a16="http://schemas.microsoft.com/office/drawing/2014/main" id="{DBECD89C-EF84-4B6B-A132-96893D6C6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3007"/>
              <a:ext cx="7" cy="8"/>
            </a:xfrm>
            <a:custGeom>
              <a:avLst/>
              <a:gdLst>
                <a:gd name="T0" fmla="*/ 0 w 4"/>
                <a:gd name="T1" fmla="*/ 8 h 4"/>
                <a:gd name="T2" fmla="*/ 12 w 4"/>
                <a:gd name="T3" fmla="*/ 32 h 4"/>
                <a:gd name="T4" fmla="*/ 7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" y="2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23" name="Freeform 3802">
              <a:extLst>
                <a:ext uri="{FF2B5EF4-FFF2-40B4-BE49-F238E27FC236}">
                  <a16:creationId xmlns:a16="http://schemas.microsoft.com/office/drawing/2014/main" id="{B64C8BF8-5C37-4DAE-BAF7-8205AECB9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000"/>
              <a:ext cx="6" cy="7"/>
            </a:xfrm>
            <a:custGeom>
              <a:avLst/>
              <a:gdLst>
                <a:gd name="T0" fmla="*/ 8 w 3"/>
                <a:gd name="T1" fmla="*/ 7 h 4"/>
                <a:gd name="T2" fmla="*/ 8 w 3"/>
                <a:gd name="T3" fmla="*/ 21 h 4"/>
                <a:gd name="T4" fmla="*/ 8 w 3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2"/>
                    <a:pt x="1" y="4"/>
                  </a:cubicBezTo>
                  <a:cubicBezTo>
                    <a:pt x="3" y="4"/>
                    <a:pt x="3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24" name="Freeform 3803">
              <a:extLst>
                <a:ext uri="{FF2B5EF4-FFF2-40B4-BE49-F238E27FC236}">
                  <a16:creationId xmlns:a16="http://schemas.microsoft.com/office/drawing/2014/main" id="{94D484EB-5838-431A-AC27-AFF3AC046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3000"/>
              <a:ext cx="9" cy="11"/>
            </a:xfrm>
            <a:custGeom>
              <a:avLst/>
              <a:gdLst>
                <a:gd name="T0" fmla="*/ 7 w 5"/>
                <a:gd name="T1" fmla="*/ 24 h 6"/>
                <a:gd name="T2" fmla="*/ 7 w 5"/>
                <a:gd name="T3" fmla="*/ 37 h 6"/>
                <a:gd name="T4" fmla="*/ 0 w 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1" y="4"/>
                    <a:pt x="1" y="5"/>
                    <a:pt x="1" y="6"/>
                  </a:cubicBezTo>
                  <a:cubicBezTo>
                    <a:pt x="5" y="6"/>
                    <a:pt x="2" y="0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25" name="Freeform 3804">
              <a:extLst>
                <a:ext uri="{FF2B5EF4-FFF2-40B4-BE49-F238E27FC236}">
                  <a16:creationId xmlns:a16="http://schemas.microsoft.com/office/drawing/2014/main" id="{7C42B817-54F1-448C-B885-40CB900CC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945"/>
              <a:ext cx="8" cy="8"/>
            </a:xfrm>
            <a:custGeom>
              <a:avLst/>
              <a:gdLst>
                <a:gd name="T0" fmla="*/ 8 w 4"/>
                <a:gd name="T1" fmla="*/ 8 h 4"/>
                <a:gd name="T2" fmla="*/ 16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26" name="Freeform 3805">
              <a:extLst>
                <a:ext uri="{FF2B5EF4-FFF2-40B4-BE49-F238E27FC236}">
                  <a16:creationId xmlns:a16="http://schemas.microsoft.com/office/drawing/2014/main" id="{AECD31E5-F4A6-4FD1-9A7E-EE647769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949"/>
              <a:ext cx="11" cy="13"/>
            </a:xfrm>
            <a:custGeom>
              <a:avLst/>
              <a:gdLst>
                <a:gd name="T0" fmla="*/ 7 w 6"/>
                <a:gd name="T1" fmla="*/ 7 h 7"/>
                <a:gd name="T2" fmla="*/ 24 w 6"/>
                <a:gd name="T3" fmla="*/ 24 h 7"/>
                <a:gd name="T4" fmla="*/ 7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4"/>
                    <a:pt x="2" y="7"/>
                    <a:pt x="4" y="4"/>
                  </a:cubicBezTo>
                  <a:cubicBezTo>
                    <a:pt x="6" y="1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27" name="Freeform 3806">
              <a:extLst>
                <a:ext uri="{FF2B5EF4-FFF2-40B4-BE49-F238E27FC236}">
                  <a16:creationId xmlns:a16="http://schemas.microsoft.com/office/drawing/2014/main" id="{FED1B14F-790F-4162-BB90-2B245024F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912"/>
              <a:ext cx="10" cy="11"/>
            </a:xfrm>
            <a:custGeom>
              <a:avLst/>
              <a:gdLst>
                <a:gd name="T0" fmla="*/ 8 w 5"/>
                <a:gd name="T1" fmla="*/ 24 h 6"/>
                <a:gd name="T2" fmla="*/ 16 w 5"/>
                <a:gd name="T3" fmla="*/ 37 h 6"/>
                <a:gd name="T4" fmla="*/ 0 w 5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2" y="5"/>
                    <a:pt x="2" y="5"/>
                    <a:pt x="2" y="6"/>
                  </a:cubicBezTo>
                  <a:cubicBezTo>
                    <a:pt x="5" y="4"/>
                    <a:pt x="3" y="0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28" name="Freeform 3807">
              <a:extLst>
                <a:ext uri="{FF2B5EF4-FFF2-40B4-BE49-F238E27FC236}">
                  <a16:creationId xmlns:a16="http://schemas.microsoft.com/office/drawing/2014/main" id="{CFD78257-5108-4E14-BE48-539D96989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912"/>
              <a:ext cx="6" cy="5"/>
            </a:xfrm>
            <a:custGeom>
              <a:avLst/>
              <a:gdLst>
                <a:gd name="T0" fmla="*/ 0 w 3"/>
                <a:gd name="T1" fmla="*/ 5 h 3"/>
                <a:gd name="T2" fmla="*/ 0 w 3"/>
                <a:gd name="T3" fmla="*/ 13 h 3"/>
                <a:gd name="T4" fmla="*/ 24 w 3"/>
                <a:gd name="T5" fmla="*/ 5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2" y="0"/>
                    <a:pt x="2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29" name="Freeform 3808">
              <a:extLst>
                <a:ext uri="{FF2B5EF4-FFF2-40B4-BE49-F238E27FC236}">
                  <a16:creationId xmlns:a16="http://schemas.microsoft.com/office/drawing/2014/main" id="{4DC8D48A-F450-40B7-80FC-552B911D6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889"/>
              <a:ext cx="12" cy="13"/>
            </a:xfrm>
            <a:custGeom>
              <a:avLst/>
              <a:gdLst>
                <a:gd name="T0" fmla="*/ 8 w 6"/>
                <a:gd name="T1" fmla="*/ 7 h 7"/>
                <a:gd name="T2" fmla="*/ 32 w 6"/>
                <a:gd name="T3" fmla="*/ 24 h 7"/>
                <a:gd name="T4" fmla="*/ 16 w 6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3"/>
                    <a:pt x="1" y="7"/>
                    <a:pt x="4" y="4"/>
                  </a:cubicBezTo>
                  <a:cubicBezTo>
                    <a:pt x="6" y="2"/>
                    <a:pt x="5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30" name="Freeform 3809">
              <a:extLst>
                <a:ext uri="{FF2B5EF4-FFF2-40B4-BE49-F238E27FC236}">
                  <a16:creationId xmlns:a16="http://schemas.microsoft.com/office/drawing/2014/main" id="{8E72EA57-989F-4A01-9652-98D61A8D7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882"/>
              <a:ext cx="8" cy="7"/>
            </a:xfrm>
            <a:custGeom>
              <a:avLst/>
              <a:gdLst>
                <a:gd name="T0" fmla="*/ 16 w 4"/>
                <a:gd name="T1" fmla="*/ 0 h 4"/>
                <a:gd name="T2" fmla="*/ 32 w 4"/>
                <a:gd name="T3" fmla="*/ 7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3"/>
                    <a:pt x="4" y="4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31" name="Freeform 3810">
              <a:extLst>
                <a:ext uri="{FF2B5EF4-FFF2-40B4-BE49-F238E27FC236}">
                  <a16:creationId xmlns:a16="http://schemas.microsoft.com/office/drawing/2014/main" id="{D275A381-CC4A-44EE-8041-B728F95C2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899"/>
              <a:ext cx="11" cy="11"/>
            </a:xfrm>
            <a:custGeom>
              <a:avLst/>
              <a:gdLst>
                <a:gd name="T0" fmla="*/ 7 w 6"/>
                <a:gd name="T1" fmla="*/ 20 h 6"/>
                <a:gd name="T2" fmla="*/ 0 w 6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4" y="6"/>
                    <a:pt x="6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32" name="Freeform 3811">
              <a:extLst>
                <a:ext uri="{FF2B5EF4-FFF2-40B4-BE49-F238E27FC236}">
                  <a16:creationId xmlns:a16="http://schemas.microsoft.com/office/drawing/2014/main" id="{06FC16EE-1E1F-4F59-A2D6-718187704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865"/>
              <a:ext cx="9" cy="19"/>
            </a:xfrm>
            <a:custGeom>
              <a:avLst/>
              <a:gdLst>
                <a:gd name="T0" fmla="*/ 0 w 5"/>
                <a:gd name="T1" fmla="*/ 29 h 10"/>
                <a:gd name="T2" fmla="*/ 0 w 5"/>
                <a:gd name="T3" fmla="*/ 1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4"/>
                  </a:moveTo>
                  <a:cubicBezTo>
                    <a:pt x="1" y="10"/>
                    <a:pt x="5" y="0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33" name="Freeform 3812">
              <a:extLst>
                <a:ext uri="{FF2B5EF4-FFF2-40B4-BE49-F238E27FC236}">
                  <a16:creationId xmlns:a16="http://schemas.microsoft.com/office/drawing/2014/main" id="{B42125D8-8CE5-4F4B-A79A-374F82EA3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859"/>
              <a:ext cx="22" cy="13"/>
            </a:xfrm>
            <a:custGeom>
              <a:avLst/>
              <a:gdLst>
                <a:gd name="T0" fmla="*/ 20 w 12"/>
                <a:gd name="T1" fmla="*/ 7 h 7"/>
                <a:gd name="T2" fmla="*/ 31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3" y="1"/>
                  </a:moveTo>
                  <a:cubicBezTo>
                    <a:pt x="0" y="7"/>
                    <a:pt x="12" y="5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34" name="Freeform 3813">
              <a:extLst>
                <a:ext uri="{FF2B5EF4-FFF2-40B4-BE49-F238E27FC236}">
                  <a16:creationId xmlns:a16="http://schemas.microsoft.com/office/drawing/2014/main" id="{B532CEE8-6854-4993-9977-41CC7A376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841"/>
              <a:ext cx="5" cy="7"/>
            </a:xfrm>
            <a:custGeom>
              <a:avLst/>
              <a:gdLst>
                <a:gd name="T0" fmla="*/ 5 w 3"/>
                <a:gd name="T1" fmla="*/ 0 h 4"/>
                <a:gd name="T2" fmla="*/ 5 w 3"/>
                <a:gd name="T3" fmla="*/ 21 h 4"/>
                <a:gd name="T4" fmla="*/ 13 w 3"/>
                <a:gd name="T5" fmla="*/ 12 h 4"/>
                <a:gd name="T6" fmla="*/ 5 w 3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35" name="Freeform 3814">
              <a:extLst>
                <a:ext uri="{FF2B5EF4-FFF2-40B4-BE49-F238E27FC236}">
                  <a16:creationId xmlns:a16="http://schemas.microsoft.com/office/drawing/2014/main" id="{F0B293DD-B312-41F8-8E6E-1BB0DB748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949"/>
              <a:ext cx="5" cy="8"/>
            </a:xfrm>
            <a:custGeom>
              <a:avLst/>
              <a:gdLst>
                <a:gd name="T0" fmla="*/ 5 w 3"/>
                <a:gd name="T1" fmla="*/ 16 h 4"/>
                <a:gd name="T2" fmla="*/ 0 w 3"/>
                <a:gd name="T3" fmla="*/ 32 h 4"/>
                <a:gd name="T4" fmla="*/ 8 w 3"/>
                <a:gd name="T5" fmla="*/ 0 h 4"/>
                <a:gd name="T6" fmla="*/ 5 w 3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36" name="Freeform 3815">
              <a:extLst>
                <a:ext uri="{FF2B5EF4-FFF2-40B4-BE49-F238E27FC236}">
                  <a16:creationId xmlns:a16="http://schemas.microsoft.com/office/drawing/2014/main" id="{77AB8704-32AF-4F7C-B7D4-A09192258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970"/>
              <a:ext cx="7" cy="9"/>
            </a:xfrm>
            <a:custGeom>
              <a:avLst/>
              <a:gdLst>
                <a:gd name="T0" fmla="*/ 7 w 4"/>
                <a:gd name="T1" fmla="*/ 16 h 5"/>
                <a:gd name="T2" fmla="*/ 12 w 4"/>
                <a:gd name="T3" fmla="*/ 29 h 5"/>
                <a:gd name="T4" fmla="*/ 0 w 4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2" y="4"/>
                    <a:pt x="2" y="4"/>
                    <a:pt x="2" y="5"/>
                  </a:cubicBezTo>
                  <a:cubicBezTo>
                    <a:pt x="4" y="4"/>
                    <a:pt x="2" y="0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37" name="Freeform 3816">
              <a:extLst>
                <a:ext uri="{FF2B5EF4-FFF2-40B4-BE49-F238E27FC236}">
                  <a16:creationId xmlns:a16="http://schemas.microsoft.com/office/drawing/2014/main" id="{4CFF61EB-FD9A-4F4B-BBD6-7D7CCB492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974"/>
              <a:ext cx="23" cy="20"/>
            </a:xfrm>
            <a:custGeom>
              <a:avLst/>
              <a:gdLst>
                <a:gd name="T0" fmla="*/ 15 w 12"/>
                <a:gd name="T1" fmla="*/ 7 h 11"/>
                <a:gd name="T2" fmla="*/ 29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2" y="1"/>
                  </a:moveTo>
                  <a:cubicBezTo>
                    <a:pt x="0" y="11"/>
                    <a:pt x="12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38" name="Freeform 3817">
              <a:extLst>
                <a:ext uri="{FF2B5EF4-FFF2-40B4-BE49-F238E27FC236}">
                  <a16:creationId xmlns:a16="http://schemas.microsoft.com/office/drawing/2014/main" id="{60714588-90FE-42D3-BB35-A81A9B53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710"/>
              <a:ext cx="7" cy="7"/>
            </a:xfrm>
            <a:custGeom>
              <a:avLst/>
              <a:gdLst>
                <a:gd name="T0" fmla="*/ 12 w 4"/>
                <a:gd name="T1" fmla="*/ 0 h 4"/>
                <a:gd name="T2" fmla="*/ 7 w 4"/>
                <a:gd name="T3" fmla="*/ 21 h 4"/>
                <a:gd name="T4" fmla="*/ 7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39" name="Freeform 3818">
              <a:extLst>
                <a:ext uri="{FF2B5EF4-FFF2-40B4-BE49-F238E27FC236}">
                  <a16:creationId xmlns:a16="http://schemas.microsoft.com/office/drawing/2014/main" id="{A92AC81A-2F24-488A-B38A-BAAE924FB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732"/>
              <a:ext cx="8" cy="8"/>
            </a:xfrm>
            <a:custGeom>
              <a:avLst/>
              <a:gdLst>
                <a:gd name="T0" fmla="*/ 0 w 4"/>
                <a:gd name="T1" fmla="*/ 24 h 4"/>
                <a:gd name="T2" fmla="*/ 8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4"/>
                    <a:pt x="1" y="4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40" name="Freeform 3819">
              <a:extLst>
                <a:ext uri="{FF2B5EF4-FFF2-40B4-BE49-F238E27FC236}">
                  <a16:creationId xmlns:a16="http://schemas.microsoft.com/office/drawing/2014/main" id="{4C1B17F5-D8AB-43D2-8518-35105E887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725"/>
              <a:ext cx="21" cy="11"/>
            </a:xfrm>
            <a:custGeom>
              <a:avLst/>
              <a:gdLst>
                <a:gd name="T0" fmla="*/ 29 w 11"/>
                <a:gd name="T1" fmla="*/ 7 h 6"/>
                <a:gd name="T2" fmla="*/ 29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4" y="1"/>
                  </a:moveTo>
                  <a:cubicBezTo>
                    <a:pt x="0" y="6"/>
                    <a:pt x="11" y="5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41" name="Freeform 3820">
              <a:extLst>
                <a:ext uri="{FF2B5EF4-FFF2-40B4-BE49-F238E27FC236}">
                  <a16:creationId xmlns:a16="http://schemas.microsoft.com/office/drawing/2014/main" id="{25EECA13-1BD8-40BD-AC2F-D6EC4DE0F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710"/>
              <a:ext cx="13" cy="9"/>
            </a:xfrm>
            <a:custGeom>
              <a:avLst/>
              <a:gdLst>
                <a:gd name="T0" fmla="*/ 13 w 7"/>
                <a:gd name="T1" fmla="*/ 0 h 5"/>
                <a:gd name="T2" fmla="*/ 24 w 7"/>
                <a:gd name="T3" fmla="*/ 16 h 5"/>
                <a:gd name="T4" fmla="*/ 2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1"/>
                    <a:pt x="2" y="5"/>
                    <a:pt x="4" y="3"/>
                  </a:cubicBezTo>
                  <a:cubicBezTo>
                    <a:pt x="7" y="2"/>
                    <a:pt x="5" y="0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42" name="Freeform 3821">
              <a:extLst>
                <a:ext uri="{FF2B5EF4-FFF2-40B4-BE49-F238E27FC236}">
                  <a16:creationId xmlns:a16="http://schemas.microsoft.com/office/drawing/2014/main" id="{41E45179-8979-47FD-A352-115DDD992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728"/>
              <a:ext cx="15" cy="15"/>
            </a:xfrm>
            <a:custGeom>
              <a:avLst/>
              <a:gdLst>
                <a:gd name="T0" fmla="*/ 8 w 8"/>
                <a:gd name="T1" fmla="*/ 8 h 8"/>
                <a:gd name="T2" fmla="*/ 15 w 8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0" y="8"/>
                    <a:pt x="8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43" name="Freeform 3822">
              <a:extLst>
                <a:ext uri="{FF2B5EF4-FFF2-40B4-BE49-F238E27FC236}">
                  <a16:creationId xmlns:a16="http://schemas.microsoft.com/office/drawing/2014/main" id="{F846BFB3-BE7E-47D5-A78A-F9277247E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751"/>
              <a:ext cx="18" cy="17"/>
            </a:xfrm>
            <a:custGeom>
              <a:avLst/>
              <a:gdLst>
                <a:gd name="T0" fmla="*/ 29 w 10"/>
                <a:gd name="T1" fmla="*/ 15 h 9"/>
                <a:gd name="T2" fmla="*/ 16 w 10"/>
                <a:gd name="T3" fmla="*/ 0 h 9"/>
                <a:gd name="T4" fmla="*/ 29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2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0" y="9"/>
                    <a:pt x="10" y="4"/>
                    <a:pt x="5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44" name="Freeform 3823">
              <a:extLst>
                <a:ext uri="{FF2B5EF4-FFF2-40B4-BE49-F238E27FC236}">
                  <a16:creationId xmlns:a16="http://schemas.microsoft.com/office/drawing/2014/main" id="{F99751ED-A963-48D5-A4AA-67DAC7B77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784"/>
              <a:ext cx="11" cy="14"/>
            </a:xfrm>
            <a:custGeom>
              <a:avLst/>
              <a:gdLst>
                <a:gd name="T0" fmla="*/ 20 w 6"/>
                <a:gd name="T1" fmla="*/ 8 h 7"/>
                <a:gd name="T2" fmla="*/ 20 w 6"/>
                <a:gd name="T3" fmla="*/ 56 h 7"/>
                <a:gd name="T4" fmla="*/ 20 w 6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0" y="0"/>
                    <a:pt x="1" y="6"/>
                    <a:pt x="3" y="7"/>
                  </a:cubicBezTo>
                  <a:cubicBezTo>
                    <a:pt x="6" y="7"/>
                    <a:pt x="5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45" name="Freeform 3824">
              <a:extLst>
                <a:ext uri="{FF2B5EF4-FFF2-40B4-BE49-F238E27FC236}">
                  <a16:creationId xmlns:a16="http://schemas.microsoft.com/office/drawing/2014/main" id="{40CAE5CB-C4EF-4B57-BD36-CEBFD2111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779"/>
              <a:ext cx="10" cy="7"/>
            </a:xfrm>
            <a:custGeom>
              <a:avLst/>
              <a:gdLst>
                <a:gd name="T0" fmla="*/ 16 w 5"/>
                <a:gd name="T1" fmla="*/ 0 h 4"/>
                <a:gd name="T2" fmla="*/ 0 w 5"/>
                <a:gd name="T3" fmla="*/ 7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4"/>
                    <a:pt x="5" y="3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46" name="Freeform 3825">
              <a:extLst>
                <a:ext uri="{FF2B5EF4-FFF2-40B4-BE49-F238E27FC236}">
                  <a16:creationId xmlns:a16="http://schemas.microsoft.com/office/drawing/2014/main" id="{2389253E-6332-4E6C-9C11-0B5393699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799"/>
              <a:ext cx="7" cy="10"/>
            </a:xfrm>
            <a:custGeom>
              <a:avLst/>
              <a:gdLst>
                <a:gd name="T0" fmla="*/ 7 w 4"/>
                <a:gd name="T1" fmla="*/ 0 h 5"/>
                <a:gd name="T2" fmla="*/ 7 w 4"/>
                <a:gd name="T3" fmla="*/ 40 h 5"/>
                <a:gd name="T4" fmla="*/ 1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47" name="Freeform 3826">
              <a:extLst>
                <a:ext uri="{FF2B5EF4-FFF2-40B4-BE49-F238E27FC236}">
                  <a16:creationId xmlns:a16="http://schemas.microsoft.com/office/drawing/2014/main" id="{0F5183F8-434B-498C-8A81-FC1F21ABC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807"/>
              <a:ext cx="6" cy="7"/>
            </a:xfrm>
            <a:custGeom>
              <a:avLst/>
              <a:gdLst>
                <a:gd name="T0" fmla="*/ 0 w 3"/>
                <a:gd name="T1" fmla="*/ 7 h 4"/>
                <a:gd name="T2" fmla="*/ 0 w 3"/>
                <a:gd name="T3" fmla="*/ 21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3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48" name="Freeform 3827">
              <a:extLst>
                <a:ext uri="{FF2B5EF4-FFF2-40B4-BE49-F238E27FC236}">
                  <a16:creationId xmlns:a16="http://schemas.microsoft.com/office/drawing/2014/main" id="{9E5A9739-167A-47E2-AD72-33B8C769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833"/>
              <a:ext cx="23" cy="10"/>
            </a:xfrm>
            <a:custGeom>
              <a:avLst/>
              <a:gdLst>
                <a:gd name="T0" fmla="*/ 44 w 12"/>
                <a:gd name="T1" fmla="*/ 0 h 5"/>
                <a:gd name="T2" fmla="*/ 44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6" y="0"/>
                  </a:moveTo>
                  <a:cubicBezTo>
                    <a:pt x="0" y="5"/>
                    <a:pt x="12" y="4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49" name="Freeform 3828">
              <a:extLst>
                <a:ext uri="{FF2B5EF4-FFF2-40B4-BE49-F238E27FC236}">
                  <a16:creationId xmlns:a16="http://schemas.microsoft.com/office/drawing/2014/main" id="{694DCD4A-4C52-486F-8A4F-1A72235E1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824"/>
              <a:ext cx="9" cy="13"/>
            </a:xfrm>
            <a:custGeom>
              <a:avLst/>
              <a:gdLst>
                <a:gd name="T0" fmla="*/ 0 w 5"/>
                <a:gd name="T1" fmla="*/ 20 h 7"/>
                <a:gd name="T2" fmla="*/ 13 w 5"/>
                <a:gd name="T3" fmla="*/ 45 h 7"/>
                <a:gd name="T4" fmla="*/ 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0" y="4"/>
                    <a:pt x="1" y="6"/>
                    <a:pt x="2" y="7"/>
                  </a:cubicBezTo>
                  <a:cubicBezTo>
                    <a:pt x="5" y="5"/>
                    <a:pt x="3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50" name="Freeform 3829">
              <a:extLst>
                <a:ext uri="{FF2B5EF4-FFF2-40B4-BE49-F238E27FC236}">
                  <a16:creationId xmlns:a16="http://schemas.microsoft.com/office/drawing/2014/main" id="{DDD86643-6ED6-4B5E-9743-66A6474B1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788"/>
              <a:ext cx="7" cy="8"/>
            </a:xfrm>
            <a:custGeom>
              <a:avLst/>
              <a:gdLst>
                <a:gd name="T0" fmla="*/ 0 w 4"/>
                <a:gd name="T1" fmla="*/ 0 h 4"/>
                <a:gd name="T2" fmla="*/ 7 w 4"/>
                <a:gd name="T3" fmla="*/ 32 h 4"/>
                <a:gd name="T4" fmla="*/ 1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51" name="Freeform 3830">
              <a:extLst>
                <a:ext uri="{FF2B5EF4-FFF2-40B4-BE49-F238E27FC236}">
                  <a16:creationId xmlns:a16="http://schemas.microsoft.com/office/drawing/2014/main" id="{121714B6-E371-4B1E-82AE-4B7FE5620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760"/>
              <a:ext cx="16" cy="11"/>
            </a:xfrm>
            <a:custGeom>
              <a:avLst/>
              <a:gdLst>
                <a:gd name="T0" fmla="*/ 16 w 9"/>
                <a:gd name="T1" fmla="*/ 0 h 6"/>
                <a:gd name="T2" fmla="*/ 21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0" y="6"/>
                    <a:pt x="9" y="3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52" name="Freeform 3831">
              <a:extLst>
                <a:ext uri="{FF2B5EF4-FFF2-40B4-BE49-F238E27FC236}">
                  <a16:creationId xmlns:a16="http://schemas.microsoft.com/office/drawing/2014/main" id="{DDF439EC-6E13-4628-BE36-E026A75C6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745"/>
              <a:ext cx="13" cy="13"/>
            </a:xfrm>
            <a:custGeom>
              <a:avLst/>
              <a:gdLst>
                <a:gd name="T0" fmla="*/ 13 w 7"/>
                <a:gd name="T1" fmla="*/ 24 h 7"/>
                <a:gd name="T2" fmla="*/ 13 w 7"/>
                <a:gd name="T3" fmla="*/ 45 h 7"/>
                <a:gd name="T4" fmla="*/ 0 w 7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4"/>
                  </a:moveTo>
                  <a:cubicBezTo>
                    <a:pt x="2" y="5"/>
                    <a:pt x="2" y="6"/>
                    <a:pt x="2" y="7"/>
                  </a:cubicBezTo>
                  <a:cubicBezTo>
                    <a:pt x="7" y="6"/>
                    <a:pt x="4" y="0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53" name="Freeform 3832">
              <a:extLst>
                <a:ext uri="{FF2B5EF4-FFF2-40B4-BE49-F238E27FC236}">
                  <a16:creationId xmlns:a16="http://schemas.microsoft.com/office/drawing/2014/main" id="{24B782DA-CF8A-40A2-9C3D-FA0BA2573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708"/>
              <a:ext cx="10" cy="11"/>
            </a:xfrm>
            <a:custGeom>
              <a:avLst/>
              <a:gdLst>
                <a:gd name="T0" fmla="*/ 16 w 5"/>
                <a:gd name="T1" fmla="*/ 24 h 6"/>
                <a:gd name="T2" fmla="*/ 8 w 5"/>
                <a:gd name="T3" fmla="*/ 37 h 6"/>
                <a:gd name="T4" fmla="*/ 0 w 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4"/>
                  </a:moveTo>
                  <a:cubicBezTo>
                    <a:pt x="1" y="5"/>
                    <a:pt x="1" y="5"/>
                    <a:pt x="1" y="6"/>
                  </a:cubicBezTo>
                  <a:cubicBezTo>
                    <a:pt x="5" y="6"/>
                    <a:pt x="3" y="0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54" name="Freeform 3833">
              <a:extLst>
                <a:ext uri="{FF2B5EF4-FFF2-40B4-BE49-F238E27FC236}">
                  <a16:creationId xmlns:a16="http://schemas.microsoft.com/office/drawing/2014/main" id="{AEF2A421-C258-4CFC-9B4C-CE70615EA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689"/>
              <a:ext cx="10" cy="11"/>
            </a:xfrm>
            <a:custGeom>
              <a:avLst/>
              <a:gdLst>
                <a:gd name="T0" fmla="*/ 0 w 5"/>
                <a:gd name="T1" fmla="*/ 13 h 6"/>
                <a:gd name="T2" fmla="*/ 8 w 5"/>
                <a:gd name="T3" fmla="*/ 37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3"/>
                    <a:pt x="1" y="5"/>
                    <a:pt x="1" y="6"/>
                  </a:cubicBezTo>
                  <a:cubicBezTo>
                    <a:pt x="5" y="5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55" name="Freeform 3834">
              <a:extLst>
                <a:ext uri="{FF2B5EF4-FFF2-40B4-BE49-F238E27FC236}">
                  <a16:creationId xmlns:a16="http://schemas.microsoft.com/office/drawing/2014/main" id="{796DF344-0707-4E41-81B1-154CDC255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678"/>
              <a:ext cx="6" cy="9"/>
            </a:xfrm>
            <a:custGeom>
              <a:avLst/>
              <a:gdLst>
                <a:gd name="T0" fmla="*/ 0 w 3"/>
                <a:gd name="T1" fmla="*/ 13 h 5"/>
                <a:gd name="T2" fmla="*/ 0 w 3"/>
                <a:gd name="T3" fmla="*/ 23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5"/>
                    <a:pt x="3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56" name="Freeform 3835">
              <a:extLst>
                <a:ext uri="{FF2B5EF4-FFF2-40B4-BE49-F238E27FC236}">
                  <a16:creationId xmlns:a16="http://schemas.microsoft.com/office/drawing/2014/main" id="{05DD357A-EBC7-4B46-B760-1BAA32CA1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652"/>
              <a:ext cx="7" cy="7"/>
            </a:xfrm>
            <a:custGeom>
              <a:avLst/>
              <a:gdLst>
                <a:gd name="T0" fmla="*/ 7 w 4"/>
                <a:gd name="T1" fmla="*/ 0 h 4"/>
                <a:gd name="T2" fmla="*/ 7 w 4"/>
                <a:gd name="T3" fmla="*/ 21 h 4"/>
                <a:gd name="T4" fmla="*/ 16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4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57" name="Freeform 3836">
              <a:extLst>
                <a:ext uri="{FF2B5EF4-FFF2-40B4-BE49-F238E27FC236}">
                  <a16:creationId xmlns:a16="http://schemas.microsoft.com/office/drawing/2014/main" id="{1F691CDA-97F0-4C6D-9DB8-D5DD72865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676"/>
              <a:ext cx="10" cy="7"/>
            </a:xfrm>
            <a:custGeom>
              <a:avLst/>
              <a:gdLst>
                <a:gd name="T0" fmla="*/ 24 w 5"/>
                <a:gd name="T1" fmla="*/ 0 h 4"/>
                <a:gd name="T2" fmla="*/ 24 w 5"/>
                <a:gd name="T3" fmla="*/ 21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0"/>
                    <a:pt x="1" y="4"/>
                    <a:pt x="3" y="4"/>
                  </a:cubicBezTo>
                  <a:cubicBezTo>
                    <a:pt x="5" y="3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58" name="Freeform 3837">
              <a:extLst>
                <a:ext uri="{FF2B5EF4-FFF2-40B4-BE49-F238E27FC236}">
                  <a16:creationId xmlns:a16="http://schemas.microsoft.com/office/drawing/2014/main" id="{C84297BD-DE04-4C40-BDA4-FBB9EEDC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657"/>
              <a:ext cx="9" cy="10"/>
            </a:xfrm>
            <a:custGeom>
              <a:avLst/>
              <a:gdLst>
                <a:gd name="T0" fmla="*/ 13 w 5"/>
                <a:gd name="T1" fmla="*/ 8 h 5"/>
                <a:gd name="T2" fmla="*/ 7 w 5"/>
                <a:gd name="T3" fmla="*/ 40 h 5"/>
                <a:gd name="T4" fmla="*/ 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5" y="5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59" name="Freeform 3838">
              <a:extLst>
                <a:ext uri="{FF2B5EF4-FFF2-40B4-BE49-F238E27FC236}">
                  <a16:creationId xmlns:a16="http://schemas.microsoft.com/office/drawing/2014/main" id="{45F96791-B491-4E46-BBF6-C719DCA1D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670"/>
              <a:ext cx="6" cy="8"/>
            </a:xfrm>
            <a:custGeom>
              <a:avLst/>
              <a:gdLst>
                <a:gd name="T0" fmla="*/ 0 w 3"/>
                <a:gd name="T1" fmla="*/ 16 h 4"/>
                <a:gd name="T2" fmla="*/ 0 w 3"/>
                <a:gd name="T3" fmla="*/ 32 h 4"/>
                <a:gd name="T4" fmla="*/ 24 w 3"/>
                <a:gd name="T5" fmla="*/ 16 h 4"/>
                <a:gd name="T6" fmla="*/ 0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60" name="Freeform 3839">
              <a:extLst>
                <a:ext uri="{FF2B5EF4-FFF2-40B4-BE49-F238E27FC236}">
                  <a16:creationId xmlns:a16="http://schemas.microsoft.com/office/drawing/2014/main" id="{D219EA57-294A-4B90-A518-2D6B0ECF1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650"/>
              <a:ext cx="8" cy="7"/>
            </a:xfrm>
            <a:custGeom>
              <a:avLst/>
              <a:gdLst>
                <a:gd name="T0" fmla="*/ 16 w 4"/>
                <a:gd name="T1" fmla="*/ 7 h 4"/>
                <a:gd name="T2" fmla="*/ 8 w 4"/>
                <a:gd name="T3" fmla="*/ 21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61" name="Freeform 3840">
              <a:extLst>
                <a:ext uri="{FF2B5EF4-FFF2-40B4-BE49-F238E27FC236}">
                  <a16:creationId xmlns:a16="http://schemas.microsoft.com/office/drawing/2014/main" id="{C25CAA36-438E-4711-A5E3-1E2105950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633"/>
              <a:ext cx="11" cy="11"/>
            </a:xfrm>
            <a:custGeom>
              <a:avLst/>
              <a:gdLst>
                <a:gd name="T0" fmla="*/ 20 w 6"/>
                <a:gd name="T1" fmla="*/ 7 h 6"/>
                <a:gd name="T2" fmla="*/ 31 w 6"/>
                <a:gd name="T3" fmla="*/ 20 h 6"/>
                <a:gd name="T4" fmla="*/ 2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0" y="3"/>
                    <a:pt x="4" y="6"/>
                    <a:pt x="5" y="3"/>
                  </a:cubicBezTo>
                  <a:cubicBezTo>
                    <a:pt x="6" y="2"/>
                    <a:pt x="5" y="0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62" name="Freeform 3841">
              <a:extLst>
                <a:ext uri="{FF2B5EF4-FFF2-40B4-BE49-F238E27FC236}">
                  <a16:creationId xmlns:a16="http://schemas.microsoft.com/office/drawing/2014/main" id="{ED7E9808-3023-4CF8-B41E-881597C2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624"/>
              <a:ext cx="5" cy="3"/>
            </a:xfrm>
            <a:custGeom>
              <a:avLst/>
              <a:gdLst>
                <a:gd name="T0" fmla="*/ 8 w 3"/>
                <a:gd name="T1" fmla="*/ 5 h 2"/>
                <a:gd name="T2" fmla="*/ 5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63" name="Freeform 3842">
              <a:extLst>
                <a:ext uri="{FF2B5EF4-FFF2-40B4-BE49-F238E27FC236}">
                  <a16:creationId xmlns:a16="http://schemas.microsoft.com/office/drawing/2014/main" id="{EB95DC47-E939-420B-B585-BE5D76913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595"/>
              <a:ext cx="15" cy="12"/>
            </a:xfrm>
            <a:custGeom>
              <a:avLst/>
              <a:gdLst>
                <a:gd name="T0" fmla="*/ 28 w 8"/>
                <a:gd name="T1" fmla="*/ 0 h 6"/>
                <a:gd name="T2" fmla="*/ 15 w 8"/>
                <a:gd name="T3" fmla="*/ 40 h 6"/>
                <a:gd name="T4" fmla="*/ 21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5" y="6"/>
                    <a:pt x="8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64" name="Freeform 3843">
              <a:extLst>
                <a:ext uri="{FF2B5EF4-FFF2-40B4-BE49-F238E27FC236}">
                  <a16:creationId xmlns:a16="http://schemas.microsoft.com/office/drawing/2014/main" id="{EB47C9C3-7721-4A42-9319-C24543C32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607"/>
              <a:ext cx="10" cy="9"/>
            </a:xfrm>
            <a:custGeom>
              <a:avLst/>
              <a:gdLst>
                <a:gd name="T0" fmla="*/ 16 w 5"/>
                <a:gd name="T1" fmla="*/ 7 h 5"/>
                <a:gd name="T2" fmla="*/ 40 w 5"/>
                <a:gd name="T3" fmla="*/ 13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4"/>
                    <a:pt x="4" y="5"/>
                    <a:pt x="5" y="2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65" name="Freeform 3844">
              <a:extLst>
                <a:ext uri="{FF2B5EF4-FFF2-40B4-BE49-F238E27FC236}">
                  <a16:creationId xmlns:a16="http://schemas.microsoft.com/office/drawing/2014/main" id="{6720B4F0-06BA-45E8-874B-E94E3C574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627"/>
              <a:ext cx="11" cy="10"/>
            </a:xfrm>
            <a:custGeom>
              <a:avLst/>
              <a:gdLst>
                <a:gd name="T0" fmla="*/ 13 w 6"/>
                <a:gd name="T1" fmla="*/ 32 h 5"/>
                <a:gd name="T2" fmla="*/ 24 w 6"/>
                <a:gd name="T3" fmla="*/ 40 h 5"/>
                <a:gd name="T4" fmla="*/ 7 w 6"/>
                <a:gd name="T5" fmla="*/ 8 h 5"/>
                <a:gd name="T6" fmla="*/ 0 w 6"/>
                <a:gd name="T7" fmla="*/ 2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4"/>
                  </a:moveTo>
                  <a:cubicBezTo>
                    <a:pt x="3" y="5"/>
                    <a:pt x="3" y="5"/>
                    <a:pt x="4" y="5"/>
                  </a:cubicBezTo>
                  <a:cubicBezTo>
                    <a:pt x="6" y="2"/>
                    <a:pt x="3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66" name="Freeform 3845">
              <a:extLst>
                <a:ext uri="{FF2B5EF4-FFF2-40B4-BE49-F238E27FC236}">
                  <a16:creationId xmlns:a16="http://schemas.microsoft.com/office/drawing/2014/main" id="{12E0EC03-E495-4938-B051-041C3EA3E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595"/>
              <a:ext cx="23" cy="15"/>
            </a:xfrm>
            <a:custGeom>
              <a:avLst/>
              <a:gdLst>
                <a:gd name="T0" fmla="*/ 29 w 12"/>
                <a:gd name="T1" fmla="*/ 8 h 8"/>
                <a:gd name="T2" fmla="*/ 29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4" y="1"/>
                  </a:moveTo>
                  <a:cubicBezTo>
                    <a:pt x="0" y="8"/>
                    <a:pt x="12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67" name="Freeform 3846">
              <a:extLst>
                <a:ext uri="{FF2B5EF4-FFF2-40B4-BE49-F238E27FC236}">
                  <a16:creationId xmlns:a16="http://schemas.microsoft.com/office/drawing/2014/main" id="{39BD11BC-B3AF-470B-8FCB-6AB1BA748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573"/>
              <a:ext cx="15" cy="11"/>
            </a:xfrm>
            <a:custGeom>
              <a:avLst/>
              <a:gdLst>
                <a:gd name="T0" fmla="*/ 21 w 8"/>
                <a:gd name="T1" fmla="*/ 7 h 6"/>
                <a:gd name="T2" fmla="*/ 32 w 8"/>
                <a:gd name="T3" fmla="*/ 24 h 6"/>
                <a:gd name="T4" fmla="*/ 28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0" y="1"/>
                    <a:pt x="2" y="6"/>
                    <a:pt x="5" y="4"/>
                  </a:cubicBezTo>
                  <a:cubicBezTo>
                    <a:pt x="8" y="3"/>
                    <a:pt x="7" y="0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68" name="Freeform 3847">
              <a:extLst>
                <a:ext uri="{FF2B5EF4-FFF2-40B4-BE49-F238E27FC236}">
                  <a16:creationId xmlns:a16="http://schemas.microsoft.com/office/drawing/2014/main" id="{A640AD8B-9AB9-40C0-9542-F0E40F8F5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577"/>
              <a:ext cx="15" cy="7"/>
            </a:xfrm>
            <a:custGeom>
              <a:avLst/>
              <a:gdLst>
                <a:gd name="T0" fmla="*/ 21 w 8"/>
                <a:gd name="T1" fmla="*/ 0 h 4"/>
                <a:gd name="T2" fmla="*/ 28 w 8"/>
                <a:gd name="T3" fmla="*/ 21 h 4"/>
                <a:gd name="T4" fmla="*/ 21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3" y="0"/>
                  </a:moveTo>
                  <a:cubicBezTo>
                    <a:pt x="0" y="1"/>
                    <a:pt x="2" y="4"/>
                    <a:pt x="4" y="4"/>
                  </a:cubicBezTo>
                  <a:cubicBezTo>
                    <a:pt x="8" y="3"/>
                    <a:pt x="6" y="0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69" name="Freeform 3848">
              <a:extLst>
                <a:ext uri="{FF2B5EF4-FFF2-40B4-BE49-F238E27FC236}">
                  <a16:creationId xmlns:a16="http://schemas.microsoft.com/office/drawing/2014/main" id="{133D7ADF-C574-49C0-BFB8-B94F6968E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489"/>
              <a:ext cx="15" cy="13"/>
            </a:xfrm>
            <a:custGeom>
              <a:avLst/>
              <a:gdLst>
                <a:gd name="T0" fmla="*/ 15 w 8"/>
                <a:gd name="T1" fmla="*/ 0 h 7"/>
                <a:gd name="T2" fmla="*/ 21 w 8"/>
                <a:gd name="T3" fmla="*/ 37 h 7"/>
                <a:gd name="T4" fmla="*/ 32 w 8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2"/>
                    <a:pt x="0" y="6"/>
                    <a:pt x="3" y="6"/>
                  </a:cubicBezTo>
                  <a:cubicBezTo>
                    <a:pt x="6" y="7"/>
                    <a:pt x="8" y="3"/>
                    <a:pt x="5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70" name="Freeform 3849">
              <a:extLst>
                <a:ext uri="{FF2B5EF4-FFF2-40B4-BE49-F238E27FC236}">
                  <a16:creationId xmlns:a16="http://schemas.microsoft.com/office/drawing/2014/main" id="{EA9FD03A-34F7-4081-9A6A-2463ED722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463"/>
              <a:ext cx="11" cy="13"/>
            </a:xfrm>
            <a:custGeom>
              <a:avLst/>
              <a:gdLst>
                <a:gd name="T0" fmla="*/ 20 w 6"/>
                <a:gd name="T1" fmla="*/ 0 h 7"/>
                <a:gd name="T2" fmla="*/ 24 w 6"/>
                <a:gd name="T3" fmla="*/ 32 h 7"/>
                <a:gd name="T4" fmla="*/ 20 w 6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2"/>
                    <a:pt x="2" y="7"/>
                    <a:pt x="4" y="5"/>
                  </a:cubicBezTo>
                  <a:cubicBezTo>
                    <a:pt x="6" y="4"/>
                    <a:pt x="4" y="2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71" name="Freeform 3850">
              <a:extLst>
                <a:ext uri="{FF2B5EF4-FFF2-40B4-BE49-F238E27FC236}">
                  <a16:creationId xmlns:a16="http://schemas.microsoft.com/office/drawing/2014/main" id="{09AFC0D9-B113-4ADF-8DA9-1790CEB9B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483"/>
              <a:ext cx="15" cy="17"/>
            </a:xfrm>
            <a:custGeom>
              <a:avLst/>
              <a:gdLst>
                <a:gd name="T0" fmla="*/ 21 w 8"/>
                <a:gd name="T1" fmla="*/ 8 h 9"/>
                <a:gd name="T2" fmla="*/ 15 w 8"/>
                <a:gd name="T3" fmla="*/ 0 h 9"/>
                <a:gd name="T4" fmla="*/ 15 w 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0" y="9"/>
                    <a:pt x="8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72" name="Freeform 3851">
              <a:extLst>
                <a:ext uri="{FF2B5EF4-FFF2-40B4-BE49-F238E27FC236}">
                  <a16:creationId xmlns:a16="http://schemas.microsoft.com/office/drawing/2014/main" id="{A2DF6A3E-5F2D-49DB-A6B2-FFB52F510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19"/>
              <a:ext cx="25" cy="22"/>
            </a:xfrm>
            <a:custGeom>
              <a:avLst/>
              <a:gdLst>
                <a:gd name="T0" fmla="*/ 29 w 13"/>
                <a:gd name="T1" fmla="*/ 13 h 12"/>
                <a:gd name="T2" fmla="*/ 15 w 13"/>
                <a:gd name="T3" fmla="*/ 7 h 12"/>
                <a:gd name="T4" fmla="*/ 29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4" y="2"/>
                  </a:moveTo>
                  <a:cubicBezTo>
                    <a:pt x="3" y="2"/>
                    <a:pt x="3" y="2"/>
                    <a:pt x="2" y="1"/>
                  </a:cubicBezTo>
                  <a:cubicBezTo>
                    <a:pt x="0" y="12"/>
                    <a:pt x="13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73" name="Freeform 3852">
              <a:extLst>
                <a:ext uri="{FF2B5EF4-FFF2-40B4-BE49-F238E27FC236}">
                  <a16:creationId xmlns:a16="http://schemas.microsoft.com/office/drawing/2014/main" id="{FB61658B-571D-457D-936B-4F59B308F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506"/>
              <a:ext cx="23" cy="7"/>
            </a:xfrm>
            <a:custGeom>
              <a:avLst/>
              <a:gdLst>
                <a:gd name="T0" fmla="*/ 44 w 12"/>
                <a:gd name="T1" fmla="*/ 0 h 4"/>
                <a:gd name="T2" fmla="*/ 44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6" y="0"/>
                  </a:moveTo>
                  <a:cubicBezTo>
                    <a:pt x="0" y="4"/>
                    <a:pt x="12" y="4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74" name="Freeform 3853">
              <a:extLst>
                <a:ext uri="{FF2B5EF4-FFF2-40B4-BE49-F238E27FC236}">
                  <a16:creationId xmlns:a16="http://schemas.microsoft.com/office/drawing/2014/main" id="{92D60896-56D2-4565-921B-A58C94B5D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526"/>
              <a:ext cx="23" cy="11"/>
            </a:xfrm>
            <a:custGeom>
              <a:avLst/>
              <a:gdLst>
                <a:gd name="T0" fmla="*/ 48 w 12"/>
                <a:gd name="T1" fmla="*/ 0 h 6"/>
                <a:gd name="T2" fmla="*/ 44 w 12"/>
                <a:gd name="T3" fmla="*/ 0 h 6"/>
                <a:gd name="T4" fmla="*/ 63 w 12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7" y="0"/>
                  </a:moveTo>
                  <a:cubicBezTo>
                    <a:pt x="7" y="0"/>
                    <a:pt x="6" y="0"/>
                    <a:pt x="6" y="0"/>
                  </a:cubicBezTo>
                  <a:cubicBezTo>
                    <a:pt x="0" y="6"/>
                    <a:pt x="12" y="6"/>
                    <a:pt x="9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75" name="Freeform 3854">
              <a:extLst>
                <a:ext uri="{FF2B5EF4-FFF2-40B4-BE49-F238E27FC236}">
                  <a16:creationId xmlns:a16="http://schemas.microsoft.com/office/drawing/2014/main" id="{D69A0A7C-64C0-49BB-940D-366C76E9B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551"/>
              <a:ext cx="23" cy="9"/>
            </a:xfrm>
            <a:custGeom>
              <a:avLst/>
              <a:gdLst>
                <a:gd name="T0" fmla="*/ 36 w 12"/>
                <a:gd name="T1" fmla="*/ 0 h 5"/>
                <a:gd name="T2" fmla="*/ 44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5" y="0"/>
                  </a:moveTo>
                  <a:cubicBezTo>
                    <a:pt x="0" y="5"/>
                    <a:pt x="12" y="3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76" name="Freeform 3855">
              <a:extLst>
                <a:ext uri="{FF2B5EF4-FFF2-40B4-BE49-F238E27FC236}">
                  <a16:creationId xmlns:a16="http://schemas.microsoft.com/office/drawing/2014/main" id="{EC43D45E-89CC-423B-B6A9-70A537D2E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549"/>
              <a:ext cx="24" cy="15"/>
            </a:xfrm>
            <a:custGeom>
              <a:avLst/>
              <a:gdLst>
                <a:gd name="T0" fmla="*/ 24 w 13"/>
                <a:gd name="T1" fmla="*/ 8 h 8"/>
                <a:gd name="T2" fmla="*/ 37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4" y="1"/>
                  </a:moveTo>
                  <a:cubicBezTo>
                    <a:pt x="0" y="8"/>
                    <a:pt x="13" y="1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77" name="Freeform 3856">
              <a:extLst>
                <a:ext uri="{FF2B5EF4-FFF2-40B4-BE49-F238E27FC236}">
                  <a16:creationId xmlns:a16="http://schemas.microsoft.com/office/drawing/2014/main" id="{3BABA16F-FC9F-4B07-BD8F-3651811C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569"/>
              <a:ext cx="8" cy="13"/>
            </a:xfrm>
            <a:custGeom>
              <a:avLst/>
              <a:gdLst>
                <a:gd name="T0" fmla="*/ 8 w 4"/>
                <a:gd name="T1" fmla="*/ 13 h 7"/>
                <a:gd name="T2" fmla="*/ 24 w 4"/>
                <a:gd name="T3" fmla="*/ 24 h 7"/>
                <a:gd name="T4" fmla="*/ 0 w 4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2"/>
                  </a:moveTo>
                  <a:cubicBezTo>
                    <a:pt x="0" y="5"/>
                    <a:pt x="2" y="7"/>
                    <a:pt x="3" y="4"/>
                  </a:cubicBezTo>
                  <a:cubicBezTo>
                    <a:pt x="4" y="2"/>
                    <a:pt x="3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78" name="Freeform 3857">
              <a:extLst>
                <a:ext uri="{FF2B5EF4-FFF2-40B4-BE49-F238E27FC236}">
                  <a16:creationId xmlns:a16="http://schemas.microsoft.com/office/drawing/2014/main" id="{8BF9F843-1023-4F5E-9A4E-2D799D44E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551"/>
              <a:ext cx="10" cy="7"/>
            </a:xfrm>
            <a:custGeom>
              <a:avLst/>
              <a:gdLst>
                <a:gd name="T0" fmla="*/ 8 w 5"/>
                <a:gd name="T1" fmla="*/ 0 h 4"/>
                <a:gd name="T2" fmla="*/ 0 w 5"/>
                <a:gd name="T3" fmla="*/ 1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3" y="4"/>
                    <a:pt x="5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79" name="Freeform 3858">
              <a:extLst>
                <a:ext uri="{FF2B5EF4-FFF2-40B4-BE49-F238E27FC236}">
                  <a16:creationId xmlns:a16="http://schemas.microsoft.com/office/drawing/2014/main" id="{5455EE39-1C29-4358-9E9F-A57979E1E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15"/>
              <a:ext cx="7" cy="9"/>
            </a:xfrm>
            <a:custGeom>
              <a:avLst/>
              <a:gdLst>
                <a:gd name="T0" fmla="*/ 0 w 4"/>
                <a:gd name="T1" fmla="*/ 13 h 5"/>
                <a:gd name="T2" fmla="*/ 7 w 4"/>
                <a:gd name="T3" fmla="*/ 23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4" y="5"/>
                    <a:pt x="3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80" name="Freeform 3859">
              <a:extLst>
                <a:ext uri="{FF2B5EF4-FFF2-40B4-BE49-F238E27FC236}">
                  <a16:creationId xmlns:a16="http://schemas.microsoft.com/office/drawing/2014/main" id="{1B9EE1B1-06A3-4B64-A01E-5864A8BDD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496"/>
              <a:ext cx="3" cy="6"/>
            </a:xfrm>
            <a:custGeom>
              <a:avLst/>
              <a:gdLst>
                <a:gd name="T0" fmla="*/ 0 w 2"/>
                <a:gd name="T1" fmla="*/ 8 h 3"/>
                <a:gd name="T2" fmla="*/ 5 w 2"/>
                <a:gd name="T3" fmla="*/ 24 h 3"/>
                <a:gd name="T4" fmla="*/ 5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81" name="Freeform 3860">
              <a:extLst>
                <a:ext uri="{FF2B5EF4-FFF2-40B4-BE49-F238E27FC236}">
                  <a16:creationId xmlns:a16="http://schemas.microsoft.com/office/drawing/2014/main" id="{F0760C5E-DD47-45F1-911C-B9C021C5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461"/>
              <a:ext cx="13" cy="9"/>
            </a:xfrm>
            <a:custGeom>
              <a:avLst/>
              <a:gdLst>
                <a:gd name="T0" fmla="*/ 13 w 7"/>
                <a:gd name="T1" fmla="*/ 0 h 5"/>
                <a:gd name="T2" fmla="*/ 7 w 7"/>
                <a:gd name="T3" fmla="*/ 23 h 5"/>
                <a:gd name="T4" fmla="*/ 13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5" y="5"/>
                    <a:pt x="7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82" name="Freeform 3861">
              <a:extLst>
                <a:ext uri="{FF2B5EF4-FFF2-40B4-BE49-F238E27FC236}">
                  <a16:creationId xmlns:a16="http://schemas.microsoft.com/office/drawing/2014/main" id="{25FC4462-B863-4904-AE35-0E2E8AA39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418"/>
              <a:ext cx="23" cy="16"/>
            </a:xfrm>
            <a:custGeom>
              <a:avLst/>
              <a:gdLst>
                <a:gd name="T0" fmla="*/ 29 w 12"/>
                <a:gd name="T1" fmla="*/ 0 h 9"/>
                <a:gd name="T2" fmla="*/ 36 w 12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0" y="9"/>
                    <a:pt x="12" y="4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83" name="Freeform 3862">
              <a:extLst>
                <a:ext uri="{FF2B5EF4-FFF2-40B4-BE49-F238E27FC236}">
                  <a16:creationId xmlns:a16="http://schemas.microsoft.com/office/drawing/2014/main" id="{EBCAE191-5DC3-4AFB-BE67-4BBDC9978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431"/>
              <a:ext cx="11" cy="9"/>
            </a:xfrm>
            <a:custGeom>
              <a:avLst/>
              <a:gdLst>
                <a:gd name="T0" fmla="*/ 20 w 6"/>
                <a:gd name="T1" fmla="*/ 0 h 5"/>
                <a:gd name="T2" fmla="*/ 20 w 6"/>
                <a:gd name="T3" fmla="*/ 29 h 5"/>
                <a:gd name="T4" fmla="*/ 24 w 6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1"/>
                    <a:pt x="0" y="5"/>
                    <a:pt x="3" y="5"/>
                  </a:cubicBezTo>
                  <a:cubicBezTo>
                    <a:pt x="6" y="5"/>
                    <a:pt x="6" y="2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84" name="Freeform 3863">
              <a:extLst>
                <a:ext uri="{FF2B5EF4-FFF2-40B4-BE49-F238E27FC236}">
                  <a16:creationId xmlns:a16="http://schemas.microsoft.com/office/drawing/2014/main" id="{CE0696FF-BEA0-43B4-AA0F-195B26A3D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438"/>
              <a:ext cx="9" cy="11"/>
            </a:xfrm>
            <a:custGeom>
              <a:avLst/>
              <a:gdLst>
                <a:gd name="T0" fmla="*/ 0 w 5"/>
                <a:gd name="T1" fmla="*/ 7 h 6"/>
                <a:gd name="T2" fmla="*/ 23 w 5"/>
                <a:gd name="T3" fmla="*/ 20 h 6"/>
                <a:gd name="T4" fmla="*/ 0 w 5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4"/>
                    <a:pt x="3" y="6"/>
                    <a:pt x="4" y="3"/>
                  </a:cubicBezTo>
                  <a:cubicBezTo>
                    <a:pt x="5" y="0"/>
                    <a:pt x="1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85" name="Freeform 3864">
              <a:extLst>
                <a:ext uri="{FF2B5EF4-FFF2-40B4-BE49-F238E27FC236}">
                  <a16:creationId xmlns:a16="http://schemas.microsoft.com/office/drawing/2014/main" id="{72584EE7-1757-48D5-9018-C68D6CEE9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466"/>
              <a:ext cx="24" cy="15"/>
            </a:xfrm>
            <a:custGeom>
              <a:avLst/>
              <a:gdLst>
                <a:gd name="T0" fmla="*/ 31 w 13"/>
                <a:gd name="T1" fmla="*/ 8 h 8"/>
                <a:gd name="T2" fmla="*/ 31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5" y="1"/>
                  </a:moveTo>
                  <a:cubicBezTo>
                    <a:pt x="0" y="8"/>
                    <a:pt x="13" y="1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86" name="Freeform 3865">
              <a:extLst>
                <a:ext uri="{FF2B5EF4-FFF2-40B4-BE49-F238E27FC236}">
                  <a16:creationId xmlns:a16="http://schemas.microsoft.com/office/drawing/2014/main" id="{B8E94323-E238-484B-9B8E-2773D4ABB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406"/>
              <a:ext cx="12" cy="10"/>
            </a:xfrm>
            <a:custGeom>
              <a:avLst/>
              <a:gdLst>
                <a:gd name="T0" fmla="*/ 24 w 6"/>
                <a:gd name="T1" fmla="*/ 8 h 5"/>
                <a:gd name="T2" fmla="*/ 24 w 6"/>
                <a:gd name="T3" fmla="*/ 32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0"/>
                    <a:pt x="0" y="4"/>
                    <a:pt x="3" y="4"/>
                  </a:cubicBezTo>
                  <a:cubicBezTo>
                    <a:pt x="6" y="5"/>
                    <a:pt x="6" y="0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87" name="Freeform 3866">
              <a:extLst>
                <a:ext uri="{FF2B5EF4-FFF2-40B4-BE49-F238E27FC236}">
                  <a16:creationId xmlns:a16="http://schemas.microsoft.com/office/drawing/2014/main" id="{A60D6194-C2FE-4A7F-90E3-0FBAB2DCC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388"/>
              <a:ext cx="6" cy="5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13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88" name="Freeform 3867">
              <a:extLst>
                <a:ext uri="{FF2B5EF4-FFF2-40B4-BE49-F238E27FC236}">
                  <a16:creationId xmlns:a16="http://schemas.microsoft.com/office/drawing/2014/main" id="{5A8D0664-D12B-43DE-ACE4-639115A03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376"/>
              <a:ext cx="30" cy="17"/>
            </a:xfrm>
            <a:custGeom>
              <a:avLst/>
              <a:gdLst>
                <a:gd name="T0" fmla="*/ 39 w 16"/>
                <a:gd name="T1" fmla="*/ 0 h 9"/>
                <a:gd name="T2" fmla="*/ 45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6" y="0"/>
                  </a:moveTo>
                  <a:cubicBezTo>
                    <a:pt x="0" y="9"/>
                    <a:pt x="16" y="0"/>
                    <a:pt x="7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89" name="Freeform 3868">
              <a:extLst>
                <a:ext uri="{FF2B5EF4-FFF2-40B4-BE49-F238E27FC236}">
                  <a16:creationId xmlns:a16="http://schemas.microsoft.com/office/drawing/2014/main" id="{FD46BB81-BB44-4273-B711-27A93F952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356"/>
              <a:ext cx="8" cy="7"/>
            </a:xfrm>
            <a:custGeom>
              <a:avLst/>
              <a:gdLst>
                <a:gd name="T0" fmla="*/ 16 w 4"/>
                <a:gd name="T1" fmla="*/ 0 h 4"/>
                <a:gd name="T2" fmla="*/ 16 w 4"/>
                <a:gd name="T3" fmla="*/ 21 h 4"/>
                <a:gd name="T4" fmla="*/ 32 w 4"/>
                <a:gd name="T5" fmla="*/ 12 h 4"/>
                <a:gd name="T6" fmla="*/ 16 w 4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90" name="Freeform 3869">
              <a:extLst>
                <a:ext uri="{FF2B5EF4-FFF2-40B4-BE49-F238E27FC236}">
                  <a16:creationId xmlns:a16="http://schemas.microsoft.com/office/drawing/2014/main" id="{80A04E70-5A21-4994-9644-E3FDAF026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9"/>
              <a:ext cx="18" cy="15"/>
            </a:xfrm>
            <a:custGeom>
              <a:avLst/>
              <a:gdLst>
                <a:gd name="T0" fmla="*/ 16 w 10"/>
                <a:gd name="T1" fmla="*/ 28 h 8"/>
                <a:gd name="T2" fmla="*/ 13 w 10"/>
                <a:gd name="T3" fmla="*/ 28 h 8"/>
                <a:gd name="T4" fmla="*/ 16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4"/>
                  </a:moveTo>
                  <a:cubicBezTo>
                    <a:pt x="3" y="3"/>
                    <a:pt x="2" y="3"/>
                    <a:pt x="2" y="4"/>
                  </a:cubicBezTo>
                  <a:cubicBezTo>
                    <a:pt x="0" y="8"/>
                    <a:pt x="10" y="4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91" name="Freeform 3870">
              <a:extLst>
                <a:ext uri="{FF2B5EF4-FFF2-40B4-BE49-F238E27FC236}">
                  <a16:creationId xmlns:a16="http://schemas.microsoft.com/office/drawing/2014/main" id="{E1D0A0B9-803F-4080-8C4F-F7462E92C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367"/>
              <a:ext cx="17" cy="11"/>
            </a:xfrm>
            <a:custGeom>
              <a:avLst/>
              <a:gdLst>
                <a:gd name="T0" fmla="*/ 28 w 9"/>
                <a:gd name="T1" fmla="*/ 0 h 6"/>
                <a:gd name="T2" fmla="*/ 47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4" y="0"/>
                  </a:moveTo>
                  <a:cubicBezTo>
                    <a:pt x="0" y="4"/>
                    <a:pt x="9" y="6"/>
                    <a:pt x="7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92" name="Freeform 3871">
              <a:extLst>
                <a:ext uri="{FF2B5EF4-FFF2-40B4-BE49-F238E27FC236}">
                  <a16:creationId xmlns:a16="http://schemas.microsoft.com/office/drawing/2014/main" id="{DF584B7D-A584-48CD-ADE7-2129FA4D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290"/>
              <a:ext cx="9" cy="12"/>
            </a:xfrm>
            <a:custGeom>
              <a:avLst/>
              <a:gdLst>
                <a:gd name="T0" fmla="*/ 7 w 5"/>
                <a:gd name="T1" fmla="*/ 0 h 6"/>
                <a:gd name="T2" fmla="*/ 23 w 5"/>
                <a:gd name="T3" fmla="*/ 48 h 6"/>
                <a:gd name="T4" fmla="*/ 13 w 5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1" y="6"/>
                    <a:pt x="4" y="6"/>
                  </a:cubicBezTo>
                  <a:cubicBezTo>
                    <a:pt x="5" y="5"/>
                    <a:pt x="4" y="3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93" name="Freeform 3872">
              <a:extLst>
                <a:ext uri="{FF2B5EF4-FFF2-40B4-BE49-F238E27FC236}">
                  <a16:creationId xmlns:a16="http://schemas.microsoft.com/office/drawing/2014/main" id="{4663D9F1-EE7B-402A-A5E4-0A9746790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332"/>
              <a:ext cx="15" cy="15"/>
            </a:xfrm>
            <a:custGeom>
              <a:avLst/>
              <a:gdLst>
                <a:gd name="T0" fmla="*/ 28 w 8"/>
                <a:gd name="T1" fmla="*/ 8 h 8"/>
                <a:gd name="T2" fmla="*/ 28 w 8"/>
                <a:gd name="T3" fmla="*/ 53 h 8"/>
                <a:gd name="T4" fmla="*/ 28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0" y="1"/>
                    <a:pt x="1" y="8"/>
                    <a:pt x="4" y="8"/>
                  </a:cubicBezTo>
                  <a:cubicBezTo>
                    <a:pt x="8" y="7"/>
                    <a:pt x="8" y="0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94" name="Freeform 3873">
              <a:extLst>
                <a:ext uri="{FF2B5EF4-FFF2-40B4-BE49-F238E27FC236}">
                  <a16:creationId xmlns:a16="http://schemas.microsoft.com/office/drawing/2014/main" id="{1962A90D-4F29-4CEE-8755-D2032D006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320"/>
              <a:ext cx="8" cy="10"/>
            </a:xfrm>
            <a:custGeom>
              <a:avLst/>
              <a:gdLst>
                <a:gd name="T0" fmla="*/ 8 w 4"/>
                <a:gd name="T1" fmla="*/ 8 h 5"/>
                <a:gd name="T2" fmla="*/ 16 w 4"/>
                <a:gd name="T3" fmla="*/ 32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5"/>
                    <a:pt x="2" y="4"/>
                  </a:cubicBezTo>
                  <a:cubicBezTo>
                    <a:pt x="4" y="4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95" name="Freeform 3874">
              <a:extLst>
                <a:ext uri="{FF2B5EF4-FFF2-40B4-BE49-F238E27FC236}">
                  <a16:creationId xmlns:a16="http://schemas.microsoft.com/office/drawing/2014/main" id="{56C7D034-9FF4-498E-8CAE-0520D0D8E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283"/>
              <a:ext cx="10" cy="11"/>
            </a:xfrm>
            <a:custGeom>
              <a:avLst/>
              <a:gdLst>
                <a:gd name="T0" fmla="*/ 8 w 5"/>
                <a:gd name="T1" fmla="*/ 7 h 6"/>
                <a:gd name="T2" fmla="*/ 24 w 5"/>
                <a:gd name="T3" fmla="*/ 37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0" y="6"/>
                    <a:pt x="3" y="6"/>
                  </a:cubicBezTo>
                  <a:cubicBezTo>
                    <a:pt x="5" y="4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96" name="Freeform 3875">
              <a:extLst>
                <a:ext uri="{FF2B5EF4-FFF2-40B4-BE49-F238E27FC236}">
                  <a16:creationId xmlns:a16="http://schemas.microsoft.com/office/drawing/2014/main" id="{4D9683E2-79CC-4D49-A04A-0C09FB16E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24"/>
              <a:ext cx="19" cy="17"/>
            </a:xfrm>
            <a:custGeom>
              <a:avLst/>
              <a:gdLst>
                <a:gd name="T0" fmla="*/ 15 w 10"/>
                <a:gd name="T1" fmla="*/ 8 h 9"/>
                <a:gd name="T2" fmla="*/ 29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2" y="1"/>
                  </a:moveTo>
                  <a:cubicBezTo>
                    <a:pt x="0" y="9"/>
                    <a:pt x="10" y="3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97" name="Freeform 3876">
              <a:extLst>
                <a:ext uri="{FF2B5EF4-FFF2-40B4-BE49-F238E27FC236}">
                  <a16:creationId xmlns:a16="http://schemas.microsoft.com/office/drawing/2014/main" id="{DEA5C476-6053-49BE-9257-05AD6BCF7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262"/>
              <a:ext cx="9" cy="12"/>
            </a:xfrm>
            <a:custGeom>
              <a:avLst/>
              <a:gdLst>
                <a:gd name="T0" fmla="*/ 7 w 5"/>
                <a:gd name="T1" fmla="*/ 0 h 6"/>
                <a:gd name="T2" fmla="*/ 13 w 5"/>
                <a:gd name="T3" fmla="*/ 40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0" y="6"/>
                    <a:pt x="2" y="5"/>
                  </a:cubicBezTo>
                  <a:cubicBezTo>
                    <a:pt x="5" y="5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98" name="Freeform 3877">
              <a:extLst>
                <a:ext uri="{FF2B5EF4-FFF2-40B4-BE49-F238E27FC236}">
                  <a16:creationId xmlns:a16="http://schemas.microsoft.com/office/drawing/2014/main" id="{DED22591-9317-46FE-95FB-793A5BA95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240"/>
              <a:ext cx="11" cy="13"/>
            </a:xfrm>
            <a:custGeom>
              <a:avLst/>
              <a:gdLst>
                <a:gd name="T0" fmla="*/ 20 w 6"/>
                <a:gd name="T1" fmla="*/ 0 h 7"/>
                <a:gd name="T2" fmla="*/ 20 w 6"/>
                <a:gd name="T3" fmla="*/ 45 h 7"/>
                <a:gd name="T4" fmla="*/ 20 w 6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2"/>
                    <a:pt x="0" y="7"/>
                    <a:pt x="3" y="7"/>
                  </a:cubicBezTo>
                  <a:cubicBezTo>
                    <a:pt x="6" y="7"/>
                    <a:pt x="5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99" name="Freeform 3878">
              <a:extLst>
                <a:ext uri="{FF2B5EF4-FFF2-40B4-BE49-F238E27FC236}">
                  <a16:creationId xmlns:a16="http://schemas.microsoft.com/office/drawing/2014/main" id="{FD22A27A-67EE-47DA-BAAE-381B0BAB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234"/>
              <a:ext cx="10" cy="10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0 h 5"/>
                <a:gd name="T4" fmla="*/ 16 w 5"/>
                <a:gd name="T5" fmla="*/ 40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0" y="5"/>
                    <a:pt x="2" y="5"/>
                  </a:cubicBezTo>
                  <a:cubicBezTo>
                    <a:pt x="5" y="5"/>
                    <a:pt x="5" y="0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00" name="Freeform 3879">
              <a:extLst>
                <a:ext uri="{FF2B5EF4-FFF2-40B4-BE49-F238E27FC236}">
                  <a16:creationId xmlns:a16="http://schemas.microsoft.com/office/drawing/2014/main" id="{793E85B5-1286-44CB-81E7-269C63858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193"/>
              <a:ext cx="20" cy="13"/>
            </a:xfrm>
            <a:custGeom>
              <a:avLst/>
              <a:gdLst>
                <a:gd name="T0" fmla="*/ 16 w 11"/>
                <a:gd name="T1" fmla="*/ 7 h 7"/>
                <a:gd name="T2" fmla="*/ 29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3" y="1"/>
                  </a:moveTo>
                  <a:cubicBezTo>
                    <a:pt x="0" y="7"/>
                    <a:pt x="11" y="2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01" name="Freeform 3880">
              <a:extLst>
                <a:ext uri="{FF2B5EF4-FFF2-40B4-BE49-F238E27FC236}">
                  <a16:creationId xmlns:a16="http://schemas.microsoft.com/office/drawing/2014/main" id="{13049504-0B4B-478F-8C08-D8DFB2DB3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204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02" name="Freeform 3881">
              <a:extLst>
                <a:ext uri="{FF2B5EF4-FFF2-40B4-BE49-F238E27FC236}">
                  <a16:creationId xmlns:a16="http://schemas.microsoft.com/office/drawing/2014/main" id="{47627464-50D8-4BA8-8BF7-5B31DB26C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187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8 w 5"/>
                <a:gd name="T3" fmla="*/ 32 h 4"/>
                <a:gd name="T4" fmla="*/ 32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5" y="2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03" name="Freeform 3882">
              <a:extLst>
                <a:ext uri="{FF2B5EF4-FFF2-40B4-BE49-F238E27FC236}">
                  <a16:creationId xmlns:a16="http://schemas.microsoft.com/office/drawing/2014/main" id="{B6A03221-0464-4C63-87AE-4B6DFB770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223"/>
              <a:ext cx="9" cy="7"/>
            </a:xfrm>
            <a:custGeom>
              <a:avLst/>
              <a:gdLst>
                <a:gd name="T0" fmla="*/ 16 w 5"/>
                <a:gd name="T1" fmla="*/ 0 h 4"/>
                <a:gd name="T2" fmla="*/ 23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3"/>
                    <a:pt x="5" y="4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04" name="Freeform 3883">
              <a:extLst>
                <a:ext uri="{FF2B5EF4-FFF2-40B4-BE49-F238E27FC236}">
                  <a16:creationId xmlns:a16="http://schemas.microsoft.com/office/drawing/2014/main" id="{A950F12C-D0C8-4039-B793-A2116BE6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157"/>
              <a:ext cx="6" cy="6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4 h 3"/>
                <a:gd name="T4" fmla="*/ 24 w 3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05" name="Freeform 3884">
              <a:extLst>
                <a:ext uri="{FF2B5EF4-FFF2-40B4-BE49-F238E27FC236}">
                  <a16:creationId xmlns:a16="http://schemas.microsoft.com/office/drawing/2014/main" id="{6C6788D1-E755-43AE-B9C9-9E24EDF30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152"/>
              <a:ext cx="15" cy="9"/>
            </a:xfrm>
            <a:custGeom>
              <a:avLst/>
              <a:gdLst>
                <a:gd name="T0" fmla="*/ 21 w 8"/>
                <a:gd name="T1" fmla="*/ 0 h 5"/>
                <a:gd name="T2" fmla="*/ 32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4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06" name="Freeform 3885">
              <a:extLst>
                <a:ext uri="{FF2B5EF4-FFF2-40B4-BE49-F238E27FC236}">
                  <a16:creationId xmlns:a16="http://schemas.microsoft.com/office/drawing/2014/main" id="{7381E621-EACD-4FA0-8B26-267EC9A83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161"/>
              <a:ext cx="6" cy="10"/>
            </a:xfrm>
            <a:custGeom>
              <a:avLst/>
              <a:gdLst>
                <a:gd name="T0" fmla="*/ 8 w 3"/>
                <a:gd name="T1" fmla="*/ 8 h 5"/>
                <a:gd name="T2" fmla="*/ 0 w 3"/>
                <a:gd name="T3" fmla="*/ 8 h 5"/>
                <a:gd name="T4" fmla="*/ 8 w 3"/>
                <a:gd name="T5" fmla="*/ 40 h 5"/>
                <a:gd name="T6" fmla="*/ 24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07" name="Freeform 3886">
              <a:extLst>
                <a:ext uri="{FF2B5EF4-FFF2-40B4-BE49-F238E27FC236}">
                  <a16:creationId xmlns:a16="http://schemas.microsoft.com/office/drawing/2014/main" id="{EE7968B7-0E10-4454-B480-362CC5C4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39"/>
              <a:ext cx="5" cy="5"/>
            </a:xfrm>
            <a:custGeom>
              <a:avLst/>
              <a:gdLst>
                <a:gd name="T0" fmla="*/ 8 w 3"/>
                <a:gd name="T1" fmla="*/ 5 h 3"/>
                <a:gd name="T2" fmla="*/ 5 w 3"/>
                <a:gd name="T3" fmla="*/ 5 h 3"/>
                <a:gd name="T4" fmla="*/ 5 w 3"/>
                <a:gd name="T5" fmla="*/ 13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08" name="Freeform 3887">
              <a:extLst>
                <a:ext uri="{FF2B5EF4-FFF2-40B4-BE49-F238E27FC236}">
                  <a16:creationId xmlns:a16="http://schemas.microsoft.com/office/drawing/2014/main" id="{E924F521-2008-40E5-B134-0C87FDDD1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118"/>
              <a:ext cx="6" cy="6"/>
            </a:xfrm>
            <a:custGeom>
              <a:avLst/>
              <a:gdLst>
                <a:gd name="T0" fmla="*/ 24 w 3"/>
                <a:gd name="T1" fmla="*/ 0 h 3"/>
                <a:gd name="T2" fmla="*/ 8 w 3"/>
                <a:gd name="T3" fmla="*/ 0 h 3"/>
                <a:gd name="T4" fmla="*/ 8 w 3"/>
                <a:gd name="T5" fmla="*/ 24 h 3"/>
                <a:gd name="T6" fmla="*/ 24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09" name="Freeform 3888">
              <a:extLst>
                <a:ext uri="{FF2B5EF4-FFF2-40B4-BE49-F238E27FC236}">
                  <a16:creationId xmlns:a16="http://schemas.microsoft.com/office/drawing/2014/main" id="{4EAB1FC9-72E1-432F-8DCB-2A9AFB7BC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118"/>
              <a:ext cx="12" cy="13"/>
            </a:xfrm>
            <a:custGeom>
              <a:avLst/>
              <a:gdLst>
                <a:gd name="T0" fmla="*/ 16 w 6"/>
                <a:gd name="T1" fmla="*/ 0 h 7"/>
                <a:gd name="T2" fmla="*/ 48 w 6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5"/>
                    <a:pt x="3" y="7"/>
                    <a:pt x="6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10" name="Freeform 3889">
              <a:extLst>
                <a:ext uri="{FF2B5EF4-FFF2-40B4-BE49-F238E27FC236}">
                  <a16:creationId xmlns:a16="http://schemas.microsoft.com/office/drawing/2014/main" id="{C3E4156C-5B4F-4699-895A-D6C323D59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088"/>
              <a:ext cx="5" cy="6"/>
            </a:xfrm>
            <a:custGeom>
              <a:avLst/>
              <a:gdLst>
                <a:gd name="T0" fmla="*/ 8 w 3"/>
                <a:gd name="T1" fmla="*/ 8 h 3"/>
                <a:gd name="T2" fmla="*/ 8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1"/>
                    <a:pt x="0" y="2"/>
                    <a:pt x="2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11" name="Freeform 3890">
              <a:extLst>
                <a:ext uri="{FF2B5EF4-FFF2-40B4-BE49-F238E27FC236}">
                  <a16:creationId xmlns:a16="http://schemas.microsoft.com/office/drawing/2014/main" id="{DA73DBB7-4F9B-47DA-A5C6-8D1199A7C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077"/>
              <a:ext cx="9" cy="9"/>
            </a:xfrm>
            <a:custGeom>
              <a:avLst/>
              <a:gdLst>
                <a:gd name="T0" fmla="*/ 16 w 5"/>
                <a:gd name="T1" fmla="*/ 7 h 5"/>
                <a:gd name="T2" fmla="*/ 13 w 5"/>
                <a:gd name="T3" fmla="*/ 23 h 5"/>
                <a:gd name="T4" fmla="*/ 2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0"/>
                    <a:pt x="0" y="4"/>
                    <a:pt x="2" y="4"/>
                  </a:cubicBezTo>
                  <a:cubicBezTo>
                    <a:pt x="5" y="5"/>
                    <a:pt x="5" y="1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12" name="Freeform 3891">
              <a:extLst>
                <a:ext uri="{FF2B5EF4-FFF2-40B4-BE49-F238E27FC236}">
                  <a16:creationId xmlns:a16="http://schemas.microsoft.com/office/drawing/2014/main" id="{F1DA8A10-B7C5-4423-B5D3-F35F2C170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064"/>
              <a:ext cx="8" cy="11"/>
            </a:xfrm>
            <a:custGeom>
              <a:avLst/>
              <a:gdLst>
                <a:gd name="T0" fmla="*/ 24 w 4"/>
                <a:gd name="T1" fmla="*/ 0 h 6"/>
                <a:gd name="T2" fmla="*/ 32 w 4"/>
                <a:gd name="T3" fmla="*/ 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0" y="1"/>
                    <a:pt x="1" y="6"/>
                    <a:pt x="4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13" name="Freeform 3892">
              <a:extLst>
                <a:ext uri="{FF2B5EF4-FFF2-40B4-BE49-F238E27FC236}">
                  <a16:creationId xmlns:a16="http://schemas.microsoft.com/office/drawing/2014/main" id="{5E0C436C-9909-44B4-8AB1-BB393DB83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099"/>
              <a:ext cx="17" cy="12"/>
            </a:xfrm>
            <a:custGeom>
              <a:avLst/>
              <a:gdLst>
                <a:gd name="T0" fmla="*/ 28 w 9"/>
                <a:gd name="T1" fmla="*/ 0 h 6"/>
                <a:gd name="T2" fmla="*/ 4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4" y="0"/>
                  </a:moveTo>
                  <a:cubicBezTo>
                    <a:pt x="0" y="4"/>
                    <a:pt x="9" y="6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14" name="Freeform 3893">
              <a:extLst>
                <a:ext uri="{FF2B5EF4-FFF2-40B4-BE49-F238E27FC236}">
                  <a16:creationId xmlns:a16="http://schemas.microsoft.com/office/drawing/2014/main" id="{E18A4DF9-8A7D-4FAE-91BD-7282EBEAB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041"/>
              <a:ext cx="28" cy="14"/>
            </a:xfrm>
            <a:custGeom>
              <a:avLst/>
              <a:gdLst>
                <a:gd name="T0" fmla="*/ 39 w 15"/>
                <a:gd name="T1" fmla="*/ 0 h 7"/>
                <a:gd name="T2" fmla="*/ 39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6" y="0"/>
                  </a:moveTo>
                  <a:cubicBezTo>
                    <a:pt x="0" y="7"/>
                    <a:pt x="15" y="1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15" name="Freeform 3894">
              <a:extLst>
                <a:ext uri="{FF2B5EF4-FFF2-40B4-BE49-F238E27FC236}">
                  <a16:creationId xmlns:a16="http://schemas.microsoft.com/office/drawing/2014/main" id="{2AD92B2C-0194-4683-8280-FCF32D4F6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041"/>
              <a:ext cx="15" cy="15"/>
            </a:xfrm>
            <a:custGeom>
              <a:avLst/>
              <a:gdLst>
                <a:gd name="T0" fmla="*/ 8 w 8"/>
                <a:gd name="T1" fmla="*/ 32 h 8"/>
                <a:gd name="T2" fmla="*/ 0 w 8"/>
                <a:gd name="T3" fmla="*/ 28 h 8"/>
                <a:gd name="T4" fmla="*/ 15 w 8"/>
                <a:gd name="T5" fmla="*/ 5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5"/>
                  </a:moveTo>
                  <a:cubicBezTo>
                    <a:pt x="1" y="4"/>
                    <a:pt x="1" y="4"/>
                    <a:pt x="0" y="4"/>
                  </a:cubicBezTo>
                  <a:cubicBezTo>
                    <a:pt x="1" y="0"/>
                    <a:pt x="8" y="6"/>
                    <a:pt x="2" y="8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16" name="Freeform 3895">
              <a:extLst>
                <a:ext uri="{FF2B5EF4-FFF2-40B4-BE49-F238E27FC236}">
                  <a16:creationId xmlns:a16="http://schemas.microsoft.com/office/drawing/2014/main" id="{05F4A81D-409A-4884-9846-17EA4CE7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021"/>
              <a:ext cx="12" cy="9"/>
            </a:xfrm>
            <a:custGeom>
              <a:avLst/>
              <a:gdLst>
                <a:gd name="T0" fmla="*/ 8 w 6"/>
                <a:gd name="T1" fmla="*/ 0 h 5"/>
                <a:gd name="T2" fmla="*/ 24 w 6"/>
                <a:gd name="T3" fmla="*/ 29 h 5"/>
                <a:gd name="T4" fmla="*/ 24 w 6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4"/>
                    <a:pt x="6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17" name="Freeform 3896">
              <a:extLst>
                <a:ext uri="{FF2B5EF4-FFF2-40B4-BE49-F238E27FC236}">
                  <a16:creationId xmlns:a16="http://schemas.microsoft.com/office/drawing/2014/main" id="{D8D41EE9-5F42-4EAF-9637-41BDCB1EE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998"/>
              <a:ext cx="24" cy="14"/>
            </a:xfrm>
            <a:custGeom>
              <a:avLst/>
              <a:gdLst>
                <a:gd name="T0" fmla="*/ 31 w 13"/>
                <a:gd name="T1" fmla="*/ 8 h 7"/>
                <a:gd name="T2" fmla="*/ 37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5" y="1"/>
                  </a:moveTo>
                  <a:cubicBezTo>
                    <a:pt x="0" y="7"/>
                    <a:pt x="13" y="4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18" name="Freeform 3897">
              <a:extLst>
                <a:ext uri="{FF2B5EF4-FFF2-40B4-BE49-F238E27FC236}">
                  <a16:creationId xmlns:a16="http://schemas.microsoft.com/office/drawing/2014/main" id="{FFDE9201-B015-4F34-9AC2-0B07E6B91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980"/>
              <a:ext cx="15" cy="9"/>
            </a:xfrm>
            <a:custGeom>
              <a:avLst/>
              <a:gdLst>
                <a:gd name="T0" fmla="*/ 28 w 8"/>
                <a:gd name="T1" fmla="*/ 0 h 5"/>
                <a:gd name="T2" fmla="*/ 53 w 8"/>
                <a:gd name="T3" fmla="*/ 7 h 5"/>
                <a:gd name="T4" fmla="*/ 39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0" y="3"/>
                    <a:pt x="6" y="5"/>
                    <a:pt x="8" y="1"/>
                  </a:cubicBezTo>
                  <a:cubicBezTo>
                    <a:pt x="7" y="1"/>
                    <a:pt x="7" y="0"/>
                    <a:pt x="6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19" name="Freeform 3898">
              <a:extLst>
                <a:ext uri="{FF2B5EF4-FFF2-40B4-BE49-F238E27FC236}">
                  <a16:creationId xmlns:a16="http://schemas.microsoft.com/office/drawing/2014/main" id="{3967CF43-E287-4F30-A07C-B72D43D16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021"/>
              <a:ext cx="5" cy="9"/>
            </a:xfrm>
            <a:custGeom>
              <a:avLst/>
              <a:gdLst>
                <a:gd name="T0" fmla="*/ 5 w 3"/>
                <a:gd name="T1" fmla="*/ 0 h 5"/>
                <a:gd name="T2" fmla="*/ 0 w 3"/>
                <a:gd name="T3" fmla="*/ 29 h 5"/>
                <a:gd name="T4" fmla="*/ 13 w 3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2" y="5"/>
                    <a:pt x="2" y="5"/>
                    <a:pt x="3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20" name="Freeform 3899">
              <a:extLst>
                <a:ext uri="{FF2B5EF4-FFF2-40B4-BE49-F238E27FC236}">
                  <a16:creationId xmlns:a16="http://schemas.microsoft.com/office/drawing/2014/main" id="{7D673A22-9845-40CB-B9EA-973DA6947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903"/>
              <a:ext cx="11" cy="17"/>
            </a:xfrm>
            <a:custGeom>
              <a:avLst/>
              <a:gdLst>
                <a:gd name="T0" fmla="*/ 20 w 6"/>
                <a:gd name="T1" fmla="*/ 15 h 9"/>
                <a:gd name="T2" fmla="*/ 31 w 6"/>
                <a:gd name="T3" fmla="*/ 28 h 9"/>
                <a:gd name="T4" fmla="*/ 20 w 6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2"/>
                  </a:moveTo>
                  <a:cubicBezTo>
                    <a:pt x="0" y="5"/>
                    <a:pt x="3" y="9"/>
                    <a:pt x="5" y="4"/>
                  </a:cubicBezTo>
                  <a:cubicBezTo>
                    <a:pt x="6" y="2"/>
                    <a:pt x="5" y="0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21" name="Freeform 3900">
              <a:extLst>
                <a:ext uri="{FF2B5EF4-FFF2-40B4-BE49-F238E27FC236}">
                  <a16:creationId xmlns:a16="http://schemas.microsoft.com/office/drawing/2014/main" id="{50AB60C5-EAEB-4AD5-9BD3-00E4947CC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892"/>
              <a:ext cx="10" cy="9"/>
            </a:xfrm>
            <a:custGeom>
              <a:avLst/>
              <a:gdLst>
                <a:gd name="T0" fmla="*/ 24 w 5"/>
                <a:gd name="T1" fmla="*/ 7 h 5"/>
                <a:gd name="T2" fmla="*/ 16 w 5"/>
                <a:gd name="T3" fmla="*/ 29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5" y="4"/>
                    <a:pt x="3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22" name="Freeform 3901">
              <a:extLst>
                <a:ext uri="{FF2B5EF4-FFF2-40B4-BE49-F238E27FC236}">
                  <a16:creationId xmlns:a16="http://schemas.microsoft.com/office/drawing/2014/main" id="{75124F3F-A6E0-4558-ACE9-FADA5CC6A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922"/>
              <a:ext cx="15" cy="15"/>
            </a:xfrm>
            <a:custGeom>
              <a:avLst/>
              <a:gdLst>
                <a:gd name="T0" fmla="*/ 28 w 8"/>
                <a:gd name="T1" fmla="*/ 8 h 8"/>
                <a:gd name="T2" fmla="*/ 28 w 8"/>
                <a:gd name="T3" fmla="*/ 53 h 8"/>
                <a:gd name="T4" fmla="*/ 32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0" y="1"/>
                    <a:pt x="1" y="8"/>
                    <a:pt x="4" y="8"/>
                  </a:cubicBezTo>
                  <a:cubicBezTo>
                    <a:pt x="8" y="7"/>
                    <a:pt x="6" y="2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23" name="Freeform 3902">
              <a:extLst>
                <a:ext uri="{FF2B5EF4-FFF2-40B4-BE49-F238E27FC236}">
                  <a16:creationId xmlns:a16="http://schemas.microsoft.com/office/drawing/2014/main" id="{4DB65A1C-E9DE-41C6-81F4-928EBE9E1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899"/>
              <a:ext cx="7" cy="8"/>
            </a:xfrm>
            <a:custGeom>
              <a:avLst/>
              <a:gdLst>
                <a:gd name="T0" fmla="*/ 12 w 4"/>
                <a:gd name="T1" fmla="*/ 0 h 4"/>
                <a:gd name="T2" fmla="*/ 7 w 4"/>
                <a:gd name="T3" fmla="*/ 0 h 4"/>
                <a:gd name="T4" fmla="*/ 12 w 4"/>
                <a:gd name="T5" fmla="*/ 32 h 4"/>
                <a:gd name="T6" fmla="*/ 12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24" name="Freeform 3903">
              <a:extLst>
                <a:ext uri="{FF2B5EF4-FFF2-40B4-BE49-F238E27FC236}">
                  <a16:creationId xmlns:a16="http://schemas.microsoft.com/office/drawing/2014/main" id="{22F8CA99-37CD-4761-9D8E-3B3DE81D1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935"/>
              <a:ext cx="13" cy="15"/>
            </a:xfrm>
            <a:custGeom>
              <a:avLst/>
              <a:gdLst>
                <a:gd name="T0" fmla="*/ 20 w 7"/>
                <a:gd name="T1" fmla="*/ 0 h 8"/>
                <a:gd name="T2" fmla="*/ 24 w 7"/>
                <a:gd name="T3" fmla="*/ 45 h 8"/>
                <a:gd name="T4" fmla="*/ 24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1"/>
                    <a:pt x="0" y="8"/>
                    <a:pt x="4" y="7"/>
                  </a:cubicBezTo>
                  <a:cubicBezTo>
                    <a:pt x="7" y="7"/>
                    <a:pt x="6" y="3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25" name="Freeform 3904">
              <a:extLst>
                <a:ext uri="{FF2B5EF4-FFF2-40B4-BE49-F238E27FC236}">
                  <a16:creationId xmlns:a16="http://schemas.microsoft.com/office/drawing/2014/main" id="{5BF442A7-1D83-4558-A162-C50F7608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961"/>
              <a:ext cx="13" cy="11"/>
            </a:xfrm>
            <a:custGeom>
              <a:avLst/>
              <a:gdLst>
                <a:gd name="T0" fmla="*/ 24 w 7"/>
                <a:gd name="T1" fmla="*/ 31 h 6"/>
                <a:gd name="T2" fmla="*/ 7 w 7"/>
                <a:gd name="T3" fmla="*/ 31 h 6"/>
                <a:gd name="T4" fmla="*/ 32 w 7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5"/>
                  </a:moveTo>
                  <a:cubicBezTo>
                    <a:pt x="3" y="5"/>
                    <a:pt x="2" y="5"/>
                    <a:pt x="1" y="5"/>
                  </a:cubicBezTo>
                  <a:cubicBezTo>
                    <a:pt x="0" y="0"/>
                    <a:pt x="7" y="2"/>
                    <a:pt x="5" y="6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26" name="Freeform 3905">
              <a:extLst>
                <a:ext uri="{FF2B5EF4-FFF2-40B4-BE49-F238E27FC236}">
                  <a16:creationId xmlns:a16="http://schemas.microsoft.com/office/drawing/2014/main" id="{1A883411-41FF-428D-8E60-52B5C6B0D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946"/>
              <a:ext cx="28" cy="15"/>
            </a:xfrm>
            <a:custGeom>
              <a:avLst/>
              <a:gdLst>
                <a:gd name="T0" fmla="*/ 32 w 15"/>
                <a:gd name="T1" fmla="*/ 15 h 8"/>
                <a:gd name="T2" fmla="*/ 45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5" y="2"/>
                  </a:moveTo>
                  <a:cubicBezTo>
                    <a:pt x="0" y="8"/>
                    <a:pt x="15" y="2"/>
                    <a:pt x="7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27" name="Freeform 3906">
              <a:extLst>
                <a:ext uri="{FF2B5EF4-FFF2-40B4-BE49-F238E27FC236}">
                  <a16:creationId xmlns:a16="http://schemas.microsoft.com/office/drawing/2014/main" id="{2972C82F-29D3-4B4C-B66B-20A8E3922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923"/>
              <a:ext cx="14" cy="13"/>
            </a:xfrm>
            <a:custGeom>
              <a:avLst/>
              <a:gdLst>
                <a:gd name="T0" fmla="*/ 0 w 8"/>
                <a:gd name="T1" fmla="*/ 0 h 7"/>
                <a:gd name="T2" fmla="*/ 33 w 8"/>
                <a:gd name="T3" fmla="*/ 32 h 7"/>
                <a:gd name="T4" fmla="*/ 12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1" y="1"/>
                    <a:pt x="4" y="7"/>
                    <a:pt x="6" y="5"/>
                  </a:cubicBezTo>
                  <a:cubicBezTo>
                    <a:pt x="8" y="4"/>
                    <a:pt x="4" y="0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28" name="Freeform 3907">
              <a:extLst>
                <a:ext uri="{FF2B5EF4-FFF2-40B4-BE49-F238E27FC236}">
                  <a16:creationId xmlns:a16="http://schemas.microsoft.com/office/drawing/2014/main" id="{6FFBB2AC-F257-4740-97AE-F77DA5BD5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945"/>
              <a:ext cx="13" cy="14"/>
            </a:xfrm>
            <a:custGeom>
              <a:avLst/>
              <a:gdLst>
                <a:gd name="T0" fmla="*/ 7 w 7"/>
                <a:gd name="T1" fmla="*/ 0 h 7"/>
                <a:gd name="T2" fmla="*/ 24 w 7"/>
                <a:gd name="T3" fmla="*/ 56 h 7"/>
                <a:gd name="T4" fmla="*/ 7 w 7"/>
                <a:gd name="T5" fmla="*/ 16 h 7"/>
                <a:gd name="T6" fmla="*/ 7 w 7"/>
                <a:gd name="T7" fmla="*/ 1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2"/>
                    <a:pt x="2" y="6"/>
                    <a:pt x="4" y="7"/>
                  </a:cubicBezTo>
                  <a:cubicBezTo>
                    <a:pt x="7" y="7"/>
                    <a:pt x="3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29" name="Freeform 3908">
              <a:extLst>
                <a:ext uri="{FF2B5EF4-FFF2-40B4-BE49-F238E27FC236}">
                  <a16:creationId xmlns:a16="http://schemas.microsoft.com/office/drawing/2014/main" id="{9D4334A2-77E9-4B8F-8610-DC9A33E4C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983"/>
              <a:ext cx="13" cy="11"/>
            </a:xfrm>
            <a:custGeom>
              <a:avLst/>
              <a:gdLst>
                <a:gd name="T0" fmla="*/ 7 w 7"/>
                <a:gd name="T1" fmla="*/ 0 h 6"/>
                <a:gd name="T2" fmla="*/ 24 w 7"/>
                <a:gd name="T3" fmla="*/ 31 h 6"/>
                <a:gd name="T4" fmla="*/ 13 w 7"/>
                <a:gd name="T5" fmla="*/ 0 h 6"/>
                <a:gd name="T6" fmla="*/ 13 w 7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1"/>
                    <a:pt x="2" y="6"/>
                    <a:pt x="4" y="5"/>
                  </a:cubicBezTo>
                  <a:cubicBezTo>
                    <a:pt x="7" y="4"/>
                    <a:pt x="4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30" name="Freeform 3909">
              <a:extLst>
                <a:ext uri="{FF2B5EF4-FFF2-40B4-BE49-F238E27FC236}">
                  <a16:creationId xmlns:a16="http://schemas.microsoft.com/office/drawing/2014/main" id="{8F76D2D4-800C-43D1-AA4F-C00277375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026"/>
              <a:ext cx="17" cy="15"/>
            </a:xfrm>
            <a:custGeom>
              <a:avLst/>
              <a:gdLst>
                <a:gd name="T0" fmla="*/ 21 w 9"/>
                <a:gd name="T1" fmla="*/ 8 h 8"/>
                <a:gd name="T2" fmla="*/ 8 w 9"/>
                <a:gd name="T3" fmla="*/ 0 h 8"/>
                <a:gd name="T4" fmla="*/ 40 w 9"/>
                <a:gd name="T5" fmla="*/ 39 h 8"/>
                <a:gd name="T6" fmla="*/ 28 w 9"/>
                <a:gd name="T7" fmla="*/ 1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3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3" y="8"/>
                    <a:pt x="6" y="6"/>
                  </a:cubicBezTo>
                  <a:cubicBezTo>
                    <a:pt x="9" y="5"/>
                    <a:pt x="5" y="3"/>
                    <a:pt x="4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31" name="Freeform 3910">
              <a:extLst>
                <a:ext uri="{FF2B5EF4-FFF2-40B4-BE49-F238E27FC236}">
                  <a16:creationId xmlns:a16="http://schemas.microsoft.com/office/drawing/2014/main" id="{038B5E57-87C4-4DE2-89FD-6F9E3DC1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3065"/>
              <a:ext cx="13" cy="17"/>
            </a:xfrm>
            <a:custGeom>
              <a:avLst/>
              <a:gdLst>
                <a:gd name="T0" fmla="*/ 7 w 7"/>
                <a:gd name="T1" fmla="*/ 15 h 9"/>
                <a:gd name="T2" fmla="*/ 24 w 7"/>
                <a:gd name="T3" fmla="*/ 47 h 9"/>
                <a:gd name="T4" fmla="*/ 7 w 7"/>
                <a:gd name="T5" fmla="*/ 0 h 9"/>
                <a:gd name="T6" fmla="*/ 7 w 7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1" y="2"/>
                  </a:moveTo>
                  <a:cubicBezTo>
                    <a:pt x="0" y="3"/>
                    <a:pt x="1" y="9"/>
                    <a:pt x="4" y="7"/>
                  </a:cubicBezTo>
                  <a:cubicBezTo>
                    <a:pt x="7" y="6"/>
                    <a:pt x="3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32" name="Freeform 3911">
              <a:extLst>
                <a:ext uri="{FF2B5EF4-FFF2-40B4-BE49-F238E27FC236}">
                  <a16:creationId xmlns:a16="http://schemas.microsoft.com/office/drawing/2014/main" id="{21B25E11-75E2-4C4C-995D-4E83A7331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3103"/>
              <a:ext cx="14" cy="24"/>
            </a:xfrm>
            <a:custGeom>
              <a:avLst/>
              <a:gdLst>
                <a:gd name="T0" fmla="*/ 7 w 8"/>
                <a:gd name="T1" fmla="*/ 52 h 13"/>
                <a:gd name="T2" fmla="*/ 33 w 8"/>
                <a:gd name="T3" fmla="*/ 61 h 13"/>
                <a:gd name="T4" fmla="*/ 7 w 8"/>
                <a:gd name="T5" fmla="*/ 5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8"/>
                  </a:moveTo>
                  <a:cubicBezTo>
                    <a:pt x="2" y="10"/>
                    <a:pt x="4" y="13"/>
                    <a:pt x="6" y="10"/>
                  </a:cubicBezTo>
                  <a:cubicBezTo>
                    <a:pt x="8" y="6"/>
                    <a:pt x="0" y="0"/>
                    <a:pt x="1" y="8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33" name="Freeform 3912">
              <a:extLst>
                <a:ext uri="{FF2B5EF4-FFF2-40B4-BE49-F238E27FC236}">
                  <a16:creationId xmlns:a16="http://schemas.microsoft.com/office/drawing/2014/main" id="{E5D6CF6A-2E5F-4A3C-92C9-9845526FF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168"/>
              <a:ext cx="14" cy="19"/>
            </a:xfrm>
            <a:custGeom>
              <a:avLst/>
              <a:gdLst>
                <a:gd name="T0" fmla="*/ 0 w 8"/>
                <a:gd name="T1" fmla="*/ 21 h 10"/>
                <a:gd name="T2" fmla="*/ 28 w 8"/>
                <a:gd name="T3" fmla="*/ 61 h 10"/>
                <a:gd name="T4" fmla="*/ 0 w 8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0" y="4"/>
                    <a:pt x="3" y="10"/>
                    <a:pt x="5" y="9"/>
                  </a:cubicBezTo>
                  <a:cubicBezTo>
                    <a:pt x="8" y="7"/>
                    <a:pt x="2" y="0"/>
                    <a:pt x="0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34" name="Freeform 3913">
              <a:extLst>
                <a:ext uri="{FF2B5EF4-FFF2-40B4-BE49-F238E27FC236}">
                  <a16:creationId xmlns:a16="http://schemas.microsoft.com/office/drawing/2014/main" id="{6F77AA32-0E28-4B62-8ABD-42A15C351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207"/>
              <a:ext cx="15" cy="21"/>
            </a:xfrm>
            <a:custGeom>
              <a:avLst/>
              <a:gdLst>
                <a:gd name="T0" fmla="*/ 0 w 8"/>
                <a:gd name="T1" fmla="*/ 21 h 11"/>
                <a:gd name="T2" fmla="*/ 39 w 8"/>
                <a:gd name="T3" fmla="*/ 55 h 11"/>
                <a:gd name="T4" fmla="*/ 0 w 8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3"/>
                  </a:moveTo>
                  <a:cubicBezTo>
                    <a:pt x="0" y="5"/>
                    <a:pt x="5" y="11"/>
                    <a:pt x="6" y="8"/>
                  </a:cubicBezTo>
                  <a:cubicBezTo>
                    <a:pt x="8" y="6"/>
                    <a:pt x="1" y="0"/>
                    <a:pt x="0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35" name="Freeform 3914">
              <a:extLst>
                <a:ext uri="{FF2B5EF4-FFF2-40B4-BE49-F238E27FC236}">
                  <a16:creationId xmlns:a16="http://schemas.microsoft.com/office/drawing/2014/main" id="{72FDFC39-8BC5-4388-81E7-B302D4FB0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3260"/>
              <a:ext cx="15" cy="17"/>
            </a:xfrm>
            <a:custGeom>
              <a:avLst/>
              <a:gdLst>
                <a:gd name="T0" fmla="*/ 0 w 8"/>
                <a:gd name="T1" fmla="*/ 0 h 9"/>
                <a:gd name="T2" fmla="*/ 39 w 8"/>
                <a:gd name="T3" fmla="*/ 47 h 9"/>
                <a:gd name="T4" fmla="*/ 8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0" y="2"/>
                    <a:pt x="4" y="9"/>
                    <a:pt x="6" y="7"/>
                  </a:cubicBezTo>
                  <a:cubicBezTo>
                    <a:pt x="8" y="5"/>
                    <a:pt x="3" y="1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36" name="Freeform 3915">
              <a:extLst>
                <a:ext uri="{FF2B5EF4-FFF2-40B4-BE49-F238E27FC236}">
                  <a16:creationId xmlns:a16="http://schemas.microsoft.com/office/drawing/2014/main" id="{D01BAD8C-73D3-4EA6-BA60-CBB5311DD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3299"/>
              <a:ext cx="12" cy="13"/>
            </a:xfrm>
            <a:custGeom>
              <a:avLst/>
              <a:gdLst>
                <a:gd name="T0" fmla="*/ 0 w 6"/>
                <a:gd name="T1" fmla="*/ 7 h 7"/>
                <a:gd name="T2" fmla="*/ 48 w 6"/>
                <a:gd name="T3" fmla="*/ 32 h 7"/>
                <a:gd name="T4" fmla="*/ 8 w 6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1" y="2"/>
                    <a:pt x="4" y="7"/>
                    <a:pt x="6" y="5"/>
                  </a:cubicBezTo>
                  <a:cubicBezTo>
                    <a:pt x="6" y="3"/>
                    <a:pt x="2" y="0"/>
                    <a:pt x="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37" name="Freeform 3916">
              <a:extLst>
                <a:ext uri="{FF2B5EF4-FFF2-40B4-BE49-F238E27FC236}">
                  <a16:creationId xmlns:a16="http://schemas.microsoft.com/office/drawing/2014/main" id="{05BDE8BE-8DB6-4511-A1FA-1F22C7BF1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348"/>
              <a:ext cx="17" cy="15"/>
            </a:xfrm>
            <a:custGeom>
              <a:avLst/>
              <a:gdLst>
                <a:gd name="T0" fmla="*/ 15 w 9"/>
                <a:gd name="T1" fmla="*/ 15 h 8"/>
                <a:gd name="T2" fmla="*/ 32 w 9"/>
                <a:gd name="T3" fmla="*/ 45 h 8"/>
                <a:gd name="T4" fmla="*/ 15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2"/>
                  </a:moveTo>
                  <a:cubicBezTo>
                    <a:pt x="0" y="3"/>
                    <a:pt x="3" y="8"/>
                    <a:pt x="5" y="7"/>
                  </a:cubicBezTo>
                  <a:cubicBezTo>
                    <a:pt x="9" y="7"/>
                    <a:pt x="4" y="0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38" name="Freeform 3917">
              <a:extLst>
                <a:ext uri="{FF2B5EF4-FFF2-40B4-BE49-F238E27FC236}">
                  <a16:creationId xmlns:a16="http://schemas.microsoft.com/office/drawing/2014/main" id="{15B2B31C-A217-4EDF-A378-17E591B7E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419"/>
              <a:ext cx="8" cy="11"/>
            </a:xfrm>
            <a:custGeom>
              <a:avLst/>
              <a:gdLst>
                <a:gd name="T0" fmla="*/ 0 w 4"/>
                <a:gd name="T1" fmla="*/ 20 h 6"/>
                <a:gd name="T2" fmla="*/ 16 w 4"/>
                <a:gd name="T3" fmla="*/ 37 h 6"/>
                <a:gd name="T4" fmla="*/ 16 w 4"/>
                <a:gd name="T5" fmla="*/ 0 h 6"/>
                <a:gd name="T6" fmla="*/ 8 w 4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1" y="4"/>
                    <a:pt x="1" y="5"/>
                    <a:pt x="2" y="6"/>
                  </a:cubicBezTo>
                  <a:cubicBezTo>
                    <a:pt x="3" y="5"/>
                    <a:pt x="4" y="1"/>
                    <a:pt x="2" y="0"/>
                  </a:cubicBez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39" name="Freeform 3918">
              <a:extLst>
                <a:ext uri="{FF2B5EF4-FFF2-40B4-BE49-F238E27FC236}">
                  <a16:creationId xmlns:a16="http://schemas.microsoft.com/office/drawing/2014/main" id="{74C8C6F7-DE02-4F3D-99B4-90D8ACD20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3456"/>
              <a:ext cx="7" cy="17"/>
            </a:xfrm>
            <a:custGeom>
              <a:avLst/>
              <a:gdLst>
                <a:gd name="T0" fmla="*/ 0 w 4"/>
                <a:gd name="T1" fmla="*/ 8 h 9"/>
                <a:gd name="T2" fmla="*/ 7 w 4"/>
                <a:gd name="T3" fmla="*/ 60 h 9"/>
                <a:gd name="T4" fmla="*/ 7 w 4"/>
                <a:gd name="T5" fmla="*/ 0 h 9"/>
                <a:gd name="T6" fmla="*/ 0 w 4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0" y="1"/>
                  </a:moveTo>
                  <a:cubicBezTo>
                    <a:pt x="0" y="4"/>
                    <a:pt x="0" y="7"/>
                    <a:pt x="1" y="9"/>
                  </a:cubicBezTo>
                  <a:cubicBezTo>
                    <a:pt x="4" y="7"/>
                    <a:pt x="3" y="1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40" name="Freeform 3919">
              <a:extLst>
                <a:ext uri="{FF2B5EF4-FFF2-40B4-BE49-F238E27FC236}">
                  <a16:creationId xmlns:a16="http://schemas.microsoft.com/office/drawing/2014/main" id="{1C730386-2862-4A7C-A39F-7A63BE469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526"/>
              <a:ext cx="15" cy="16"/>
            </a:xfrm>
            <a:custGeom>
              <a:avLst/>
              <a:gdLst>
                <a:gd name="T0" fmla="*/ 0 w 8"/>
                <a:gd name="T1" fmla="*/ 7 h 9"/>
                <a:gd name="T2" fmla="*/ 28 w 8"/>
                <a:gd name="T3" fmla="*/ 50 h 9"/>
                <a:gd name="T4" fmla="*/ 8 w 8"/>
                <a:gd name="T5" fmla="*/ 0 h 9"/>
                <a:gd name="T6" fmla="*/ 0 w 8"/>
                <a:gd name="T7" fmla="*/ 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0" y="3"/>
                    <a:pt x="1" y="9"/>
                    <a:pt x="4" y="9"/>
                  </a:cubicBezTo>
                  <a:cubicBezTo>
                    <a:pt x="8" y="8"/>
                    <a:pt x="3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41" name="Freeform 3920">
              <a:extLst>
                <a:ext uri="{FF2B5EF4-FFF2-40B4-BE49-F238E27FC236}">
                  <a16:creationId xmlns:a16="http://schemas.microsoft.com/office/drawing/2014/main" id="{179336B3-A8D0-406F-8A92-D5228964E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580"/>
              <a:ext cx="13" cy="15"/>
            </a:xfrm>
            <a:custGeom>
              <a:avLst/>
              <a:gdLst>
                <a:gd name="T0" fmla="*/ 7 w 7"/>
                <a:gd name="T1" fmla="*/ 8 h 8"/>
                <a:gd name="T2" fmla="*/ 24 w 7"/>
                <a:gd name="T3" fmla="*/ 45 h 8"/>
                <a:gd name="T4" fmla="*/ 7 w 7"/>
                <a:gd name="T5" fmla="*/ 0 h 8"/>
                <a:gd name="T6" fmla="*/ 7 w 7"/>
                <a:gd name="T7" fmla="*/ 1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0" y="2"/>
                    <a:pt x="2" y="8"/>
                    <a:pt x="4" y="7"/>
                  </a:cubicBezTo>
                  <a:cubicBezTo>
                    <a:pt x="7" y="7"/>
                    <a:pt x="3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42" name="Freeform 3921">
              <a:extLst>
                <a:ext uri="{FF2B5EF4-FFF2-40B4-BE49-F238E27FC236}">
                  <a16:creationId xmlns:a16="http://schemas.microsoft.com/office/drawing/2014/main" id="{09D23989-DC49-44B3-8850-E1EF61700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3629"/>
              <a:ext cx="13" cy="15"/>
            </a:xfrm>
            <a:custGeom>
              <a:avLst/>
              <a:gdLst>
                <a:gd name="T0" fmla="*/ 0 w 7"/>
                <a:gd name="T1" fmla="*/ 15 h 8"/>
                <a:gd name="T2" fmla="*/ 24 w 7"/>
                <a:gd name="T3" fmla="*/ 53 h 8"/>
                <a:gd name="T4" fmla="*/ 7 w 7"/>
                <a:gd name="T5" fmla="*/ 0 h 8"/>
                <a:gd name="T6" fmla="*/ 0 w 7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0" y="3"/>
                    <a:pt x="2" y="8"/>
                    <a:pt x="4" y="8"/>
                  </a:cubicBezTo>
                  <a:cubicBezTo>
                    <a:pt x="7" y="6"/>
                    <a:pt x="2" y="1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43" name="Freeform 3922">
              <a:extLst>
                <a:ext uri="{FF2B5EF4-FFF2-40B4-BE49-F238E27FC236}">
                  <a16:creationId xmlns:a16="http://schemas.microsoft.com/office/drawing/2014/main" id="{C7BF246A-6A46-49F6-B045-702174911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672"/>
              <a:ext cx="7" cy="13"/>
            </a:xfrm>
            <a:custGeom>
              <a:avLst/>
              <a:gdLst>
                <a:gd name="T0" fmla="*/ 0 w 4"/>
                <a:gd name="T1" fmla="*/ 7 h 7"/>
                <a:gd name="T2" fmla="*/ 16 w 4"/>
                <a:gd name="T3" fmla="*/ 32 h 7"/>
                <a:gd name="T4" fmla="*/ 0 w 4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0" y="3"/>
                    <a:pt x="1" y="7"/>
                    <a:pt x="3" y="5"/>
                  </a:cubicBezTo>
                  <a:cubicBezTo>
                    <a:pt x="4" y="4"/>
                    <a:pt x="1" y="0"/>
                    <a:pt x="0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44" name="Freeform 3923">
              <a:extLst>
                <a:ext uri="{FF2B5EF4-FFF2-40B4-BE49-F238E27FC236}">
                  <a16:creationId xmlns:a16="http://schemas.microsoft.com/office/drawing/2014/main" id="{4FB5F6A7-2005-4841-9320-3BCC84F9C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713"/>
              <a:ext cx="11" cy="11"/>
            </a:xfrm>
            <a:custGeom>
              <a:avLst/>
              <a:gdLst>
                <a:gd name="T0" fmla="*/ 13 w 6"/>
                <a:gd name="T1" fmla="*/ 31 h 6"/>
                <a:gd name="T2" fmla="*/ 24 w 6"/>
                <a:gd name="T3" fmla="*/ 13 h 6"/>
                <a:gd name="T4" fmla="*/ 37 w 6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5"/>
                  </a:moveTo>
                  <a:cubicBezTo>
                    <a:pt x="0" y="3"/>
                    <a:pt x="1" y="0"/>
                    <a:pt x="4" y="2"/>
                  </a:cubicBezTo>
                  <a:cubicBezTo>
                    <a:pt x="6" y="2"/>
                    <a:pt x="6" y="5"/>
                    <a:pt x="6" y="6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45" name="Freeform 3924">
              <a:extLst>
                <a:ext uri="{FF2B5EF4-FFF2-40B4-BE49-F238E27FC236}">
                  <a16:creationId xmlns:a16="http://schemas.microsoft.com/office/drawing/2014/main" id="{55FD64C8-0504-45A5-8CCC-C4AE4B6EE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887"/>
              <a:ext cx="15" cy="15"/>
            </a:xfrm>
            <a:custGeom>
              <a:avLst/>
              <a:gdLst>
                <a:gd name="T0" fmla="*/ 21 w 8"/>
                <a:gd name="T1" fmla="*/ 15 h 8"/>
                <a:gd name="T2" fmla="*/ 0 w 8"/>
                <a:gd name="T3" fmla="*/ 21 h 8"/>
                <a:gd name="T4" fmla="*/ 53 w 8"/>
                <a:gd name="T5" fmla="*/ 32 h 8"/>
                <a:gd name="T6" fmla="*/ 28 w 8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2"/>
                  </a:moveTo>
                  <a:cubicBezTo>
                    <a:pt x="1" y="1"/>
                    <a:pt x="0" y="0"/>
                    <a:pt x="0" y="3"/>
                  </a:cubicBezTo>
                  <a:cubicBezTo>
                    <a:pt x="0" y="7"/>
                    <a:pt x="6" y="8"/>
                    <a:pt x="8" y="5"/>
                  </a:cubicBezTo>
                  <a:cubicBezTo>
                    <a:pt x="7" y="4"/>
                    <a:pt x="5" y="3"/>
                    <a:pt x="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46" name="Freeform 3925">
              <a:extLst>
                <a:ext uri="{FF2B5EF4-FFF2-40B4-BE49-F238E27FC236}">
                  <a16:creationId xmlns:a16="http://schemas.microsoft.com/office/drawing/2014/main" id="{DFC86F95-5CA1-4F8B-B23C-D2DB275D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865"/>
              <a:ext cx="17" cy="9"/>
            </a:xfrm>
            <a:custGeom>
              <a:avLst/>
              <a:gdLst>
                <a:gd name="T0" fmla="*/ 8 w 9"/>
                <a:gd name="T1" fmla="*/ 0 h 5"/>
                <a:gd name="T2" fmla="*/ 32 w 9"/>
                <a:gd name="T3" fmla="*/ 23 h 5"/>
                <a:gd name="T4" fmla="*/ 15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1" y="0"/>
                  </a:moveTo>
                  <a:cubicBezTo>
                    <a:pt x="0" y="3"/>
                    <a:pt x="3" y="5"/>
                    <a:pt x="5" y="4"/>
                  </a:cubicBezTo>
                  <a:cubicBezTo>
                    <a:pt x="9" y="1"/>
                    <a:pt x="4" y="0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47" name="Freeform 3926">
              <a:extLst>
                <a:ext uri="{FF2B5EF4-FFF2-40B4-BE49-F238E27FC236}">
                  <a16:creationId xmlns:a16="http://schemas.microsoft.com/office/drawing/2014/main" id="{9811EC8A-E32F-4E57-9E41-F8B1C6E0A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839"/>
              <a:ext cx="19" cy="13"/>
            </a:xfrm>
            <a:custGeom>
              <a:avLst/>
              <a:gdLst>
                <a:gd name="T0" fmla="*/ 15 w 10"/>
                <a:gd name="T1" fmla="*/ 0 h 7"/>
                <a:gd name="T2" fmla="*/ 0 w 10"/>
                <a:gd name="T3" fmla="*/ 7 h 7"/>
                <a:gd name="T4" fmla="*/ 48 w 10"/>
                <a:gd name="T5" fmla="*/ 32 h 7"/>
                <a:gd name="T6" fmla="*/ 21 w 10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3"/>
                    <a:pt x="4" y="7"/>
                    <a:pt x="7" y="5"/>
                  </a:cubicBezTo>
                  <a:cubicBezTo>
                    <a:pt x="10" y="4"/>
                    <a:pt x="6" y="0"/>
                    <a:pt x="3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48" name="Freeform 3927">
              <a:extLst>
                <a:ext uri="{FF2B5EF4-FFF2-40B4-BE49-F238E27FC236}">
                  <a16:creationId xmlns:a16="http://schemas.microsoft.com/office/drawing/2014/main" id="{9D1A621A-1734-4834-86AC-E43715D6E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818"/>
              <a:ext cx="28" cy="15"/>
            </a:xfrm>
            <a:custGeom>
              <a:avLst/>
              <a:gdLst>
                <a:gd name="T0" fmla="*/ 24 w 15"/>
                <a:gd name="T1" fmla="*/ 8 h 8"/>
                <a:gd name="T2" fmla="*/ 60 w 15"/>
                <a:gd name="T3" fmla="*/ 45 h 8"/>
                <a:gd name="T4" fmla="*/ 45 w 15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4" y="1"/>
                  </a:moveTo>
                  <a:cubicBezTo>
                    <a:pt x="0" y="3"/>
                    <a:pt x="7" y="8"/>
                    <a:pt x="9" y="7"/>
                  </a:cubicBezTo>
                  <a:cubicBezTo>
                    <a:pt x="15" y="5"/>
                    <a:pt x="11" y="0"/>
                    <a:pt x="7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49" name="Freeform 3928">
              <a:extLst>
                <a:ext uri="{FF2B5EF4-FFF2-40B4-BE49-F238E27FC236}">
                  <a16:creationId xmlns:a16="http://schemas.microsoft.com/office/drawing/2014/main" id="{7C13D3D1-FC8A-40F3-A972-42E4FE66A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766"/>
              <a:ext cx="20" cy="22"/>
            </a:xfrm>
            <a:custGeom>
              <a:avLst/>
              <a:gdLst>
                <a:gd name="T0" fmla="*/ 13 w 11"/>
                <a:gd name="T1" fmla="*/ 20 h 12"/>
                <a:gd name="T2" fmla="*/ 53 w 11"/>
                <a:gd name="T3" fmla="*/ 57 h 12"/>
                <a:gd name="T4" fmla="*/ 13 w 11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2" y="3"/>
                  </a:moveTo>
                  <a:cubicBezTo>
                    <a:pt x="0" y="6"/>
                    <a:pt x="6" y="12"/>
                    <a:pt x="9" y="9"/>
                  </a:cubicBezTo>
                  <a:cubicBezTo>
                    <a:pt x="11" y="6"/>
                    <a:pt x="5" y="0"/>
                    <a:pt x="2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50" name="Freeform 3929">
              <a:extLst>
                <a:ext uri="{FF2B5EF4-FFF2-40B4-BE49-F238E27FC236}">
                  <a16:creationId xmlns:a16="http://schemas.microsoft.com/office/drawing/2014/main" id="{EC2F949D-1F48-4D2B-8C16-4735571F0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597"/>
              <a:ext cx="15" cy="25"/>
            </a:xfrm>
            <a:custGeom>
              <a:avLst/>
              <a:gdLst>
                <a:gd name="T0" fmla="*/ 8 w 8"/>
                <a:gd name="T1" fmla="*/ 37 h 13"/>
                <a:gd name="T2" fmla="*/ 39 w 8"/>
                <a:gd name="T3" fmla="*/ 63 h 13"/>
                <a:gd name="T4" fmla="*/ 0 w 8"/>
                <a:gd name="T5" fmla="*/ 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5"/>
                  </a:moveTo>
                  <a:cubicBezTo>
                    <a:pt x="0" y="8"/>
                    <a:pt x="4" y="13"/>
                    <a:pt x="6" y="9"/>
                  </a:cubicBezTo>
                  <a:cubicBezTo>
                    <a:pt x="8" y="6"/>
                    <a:pt x="0" y="0"/>
                    <a:pt x="0" y="5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51" name="Freeform 3930">
              <a:extLst>
                <a:ext uri="{FF2B5EF4-FFF2-40B4-BE49-F238E27FC236}">
                  <a16:creationId xmlns:a16="http://schemas.microsoft.com/office/drawing/2014/main" id="{44908294-AEB5-43B4-A337-DBDC79E4E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650"/>
              <a:ext cx="25" cy="20"/>
            </a:xfrm>
            <a:custGeom>
              <a:avLst/>
              <a:gdLst>
                <a:gd name="T0" fmla="*/ 56 w 13"/>
                <a:gd name="T1" fmla="*/ 13 h 11"/>
                <a:gd name="T2" fmla="*/ 23 w 13"/>
                <a:gd name="T3" fmla="*/ 0 h 11"/>
                <a:gd name="T4" fmla="*/ 37 w 13"/>
                <a:gd name="T5" fmla="*/ 44 h 11"/>
                <a:gd name="T6" fmla="*/ 92 w 13"/>
                <a:gd name="T7" fmla="*/ 44 h 11"/>
                <a:gd name="T8" fmla="*/ 56 w 13"/>
                <a:gd name="T9" fmla="*/ 1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8" y="2"/>
                  </a:moveTo>
                  <a:cubicBezTo>
                    <a:pt x="7" y="1"/>
                    <a:pt x="4" y="0"/>
                    <a:pt x="3" y="0"/>
                  </a:cubicBezTo>
                  <a:cubicBezTo>
                    <a:pt x="0" y="1"/>
                    <a:pt x="3" y="6"/>
                    <a:pt x="5" y="7"/>
                  </a:cubicBezTo>
                  <a:cubicBezTo>
                    <a:pt x="7" y="9"/>
                    <a:pt x="12" y="11"/>
                    <a:pt x="13" y="7"/>
                  </a:cubicBezTo>
                  <a:cubicBezTo>
                    <a:pt x="13" y="5"/>
                    <a:pt x="10" y="3"/>
                    <a:pt x="8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52" name="Freeform 3931">
              <a:extLst>
                <a:ext uri="{FF2B5EF4-FFF2-40B4-BE49-F238E27FC236}">
                  <a16:creationId xmlns:a16="http://schemas.microsoft.com/office/drawing/2014/main" id="{19568988-2AD9-43E6-B53B-0D4B8EEBF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674"/>
              <a:ext cx="26" cy="13"/>
            </a:xfrm>
            <a:custGeom>
              <a:avLst/>
              <a:gdLst>
                <a:gd name="T0" fmla="*/ 52 w 14"/>
                <a:gd name="T1" fmla="*/ 7 h 7"/>
                <a:gd name="T2" fmla="*/ 24 w 14"/>
                <a:gd name="T3" fmla="*/ 32 h 7"/>
                <a:gd name="T4" fmla="*/ 59 w 14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8" y="1"/>
                  </a:moveTo>
                  <a:cubicBezTo>
                    <a:pt x="4" y="0"/>
                    <a:pt x="0" y="3"/>
                    <a:pt x="4" y="5"/>
                  </a:cubicBezTo>
                  <a:cubicBezTo>
                    <a:pt x="8" y="7"/>
                    <a:pt x="14" y="3"/>
                    <a:pt x="9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53" name="Freeform 3932">
              <a:extLst>
                <a:ext uri="{FF2B5EF4-FFF2-40B4-BE49-F238E27FC236}">
                  <a16:creationId xmlns:a16="http://schemas.microsoft.com/office/drawing/2014/main" id="{970765BE-967A-4EDF-9B10-59B10CA94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685"/>
              <a:ext cx="21" cy="17"/>
            </a:xfrm>
            <a:custGeom>
              <a:avLst/>
              <a:gdLst>
                <a:gd name="T0" fmla="*/ 21 w 11"/>
                <a:gd name="T1" fmla="*/ 21 h 9"/>
                <a:gd name="T2" fmla="*/ 36 w 11"/>
                <a:gd name="T3" fmla="*/ 60 h 9"/>
                <a:gd name="T4" fmla="*/ 21 w 11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3" y="3"/>
                  </a:moveTo>
                  <a:cubicBezTo>
                    <a:pt x="0" y="0"/>
                    <a:pt x="0" y="9"/>
                    <a:pt x="5" y="9"/>
                  </a:cubicBezTo>
                  <a:cubicBezTo>
                    <a:pt x="11" y="9"/>
                    <a:pt x="6" y="4"/>
                    <a:pt x="3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54" name="Freeform 3933">
              <a:extLst>
                <a:ext uri="{FF2B5EF4-FFF2-40B4-BE49-F238E27FC236}">
                  <a16:creationId xmlns:a16="http://schemas.microsoft.com/office/drawing/2014/main" id="{5EF425AC-1B52-4937-8795-4BD1E5858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732"/>
              <a:ext cx="27" cy="13"/>
            </a:xfrm>
            <a:custGeom>
              <a:avLst/>
              <a:gdLst>
                <a:gd name="T0" fmla="*/ 64 w 14"/>
                <a:gd name="T1" fmla="*/ 13 h 7"/>
                <a:gd name="T2" fmla="*/ 37 w 14"/>
                <a:gd name="T3" fmla="*/ 37 h 7"/>
                <a:gd name="T4" fmla="*/ 64 w 14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9" y="2"/>
                  </a:moveTo>
                  <a:cubicBezTo>
                    <a:pt x="5" y="0"/>
                    <a:pt x="0" y="3"/>
                    <a:pt x="5" y="6"/>
                  </a:cubicBezTo>
                  <a:cubicBezTo>
                    <a:pt x="8" y="7"/>
                    <a:pt x="14" y="5"/>
                    <a:pt x="9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55" name="Freeform 3934">
              <a:extLst>
                <a:ext uri="{FF2B5EF4-FFF2-40B4-BE49-F238E27FC236}">
                  <a16:creationId xmlns:a16="http://schemas.microsoft.com/office/drawing/2014/main" id="{3E82EE84-56D1-43ED-A785-16209F52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753"/>
              <a:ext cx="30" cy="13"/>
            </a:xfrm>
            <a:custGeom>
              <a:avLst/>
              <a:gdLst>
                <a:gd name="T0" fmla="*/ 68 w 16"/>
                <a:gd name="T1" fmla="*/ 13 h 7"/>
                <a:gd name="T2" fmla="*/ 28 w 16"/>
                <a:gd name="T3" fmla="*/ 24 h 7"/>
                <a:gd name="T4" fmla="*/ 73 w 16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10" y="2"/>
                  </a:moveTo>
                  <a:cubicBezTo>
                    <a:pt x="7" y="0"/>
                    <a:pt x="0" y="0"/>
                    <a:pt x="4" y="4"/>
                  </a:cubicBezTo>
                  <a:cubicBezTo>
                    <a:pt x="6" y="7"/>
                    <a:pt x="16" y="5"/>
                    <a:pt x="11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56" name="Freeform 3935">
              <a:extLst>
                <a:ext uri="{FF2B5EF4-FFF2-40B4-BE49-F238E27FC236}">
                  <a16:creationId xmlns:a16="http://schemas.microsoft.com/office/drawing/2014/main" id="{4FFC2C4A-EB5C-4760-9520-56A96C38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558"/>
              <a:ext cx="17" cy="22"/>
            </a:xfrm>
            <a:custGeom>
              <a:avLst/>
              <a:gdLst>
                <a:gd name="T0" fmla="*/ 0 w 9"/>
                <a:gd name="T1" fmla="*/ 13 h 12"/>
                <a:gd name="T2" fmla="*/ 47 w 9"/>
                <a:gd name="T3" fmla="*/ 51 h 12"/>
                <a:gd name="T4" fmla="*/ 15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2"/>
                  </a:moveTo>
                  <a:cubicBezTo>
                    <a:pt x="0" y="4"/>
                    <a:pt x="5" y="12"/>
                    <a:pt x="7" y="8"/>
                  </a:cubicBezTo>
                  <a:cubicBezTo>
                    <a:pt x="9" y="5"/>
                    <a:pt x="5" y="0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57" name="Freeform 3936">
              <a:extLst>
                <a:ext uri="{FF2B5EF4-FFF2-40B4-BE49-F238E27FC236}">
                  <a16:creationId xmlns:a16="http://schemas.microsoft.com/office/drawing/2014/main" id="{D31FA03A-0751-49C3-9CB6-8A3BCFC43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496"/>
              <a:ext cx="18" cy="34"/>
            </a:xfrm>
            <a:custGeom>
              <a:avLst/>
              <a:gdLst>
                <a:gd name="T0" fmla="*/ 7 w 10"/>
                <a:gd name="T1" fmla="*/ 53 h 18"/>
                <a:gd name="T2" fmla="*/ 41 w 10"/>
                <a:gd name="T3" fmla="*/ 93 h 18"/>
                <a:gd name="T4" fmla="*/ 0 w 10"/>
                <a:gd name="T5" fmla="*/ 5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" y="8"/>
                  </a:moveTo>
                  <a:cubicBezTo>
                    <a:pt x="1" y="11"/>
                    <a:pt x="5" y="18"/>
                    <a:pt x="7" y="14"/>
                  </a:cubicBezTo>
                  <a:cubicBezTo>
                    <a:pt x="10" y="9"/>
                    <a:pt x="1" y="0"/>
                    <a:pt x="0" y="8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58" name="Freeform 3937">
              <a:extLst>
                <a:ext uri="{FF2B5EF4-FFF2-40B4-BE49-F238E27FC236}">
                  <a16:creationId xmlns:a16="http://schemas.microsoft.com/office/drawing/2014/main" id="{E1A50574-8001-4919-B247-7D38586E1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433"/>
              <a:ext cx="19" cy="28"/>
            </a:xfrm>
            <a:custGeom>
              <a:avLst/>
              <a:gdLst>
                <a:gd name="T0" fmla="*/ 8 w 10"/>
                <a:gd name="T1" fmla="*/ 32 h 15"/>
                <a:gd name="T2" fmla="*/ 36 w 10"/>
                <a:gd name="T3" fmla="*/ 84 h 15"/>
                <a:gd name="T4" fmla="*/ 8 w 10"/>
                <a:gd name="T5" fmla="*/ 3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" y="5"/>
                  </a:moveTo>
                  <a:cubicBezTo>
                    <a:pt x="0" y="7"/>
                    <a:pt x="1" y="15"/>
                    <a:pt x="5" y="13"/>
                  </a:cubicBezTo>
                  <a:cubicBezTo>
                    <a:pt x="10" y="10"/>
                    <a:pt x="2" y="0"/>
                    <a:pt x="1" y="5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59" name="Freeform 3938">
              <a:extLst>
                <a:ext uri="{FF2B5EF4-FFF2-40B4-BE49-F238E27FC236}">
                  <a16:creationId xmlns:a16="http://schemas.microsoft.com/office/drawing/2014/main" id="{ED64B3D5-4C2A-40C7-ADE7-6B25ACDC5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373"/>
              <a:ext cx="11" cy="20"/>
            </a:xfrm>
            <a:custGeom>
              <a:avLst/>
              <a:gdLst>
                <a:gd name="T0" fmla="*/ 0 w 6"/>
                <a:gd name="T1" fmla="*/ 13 h 11"/>
                <a:gd name="T2" fmla="*/ 20 w 6"/>
                <a:gd name="T3" fmla="*/ 53 h 11"/>
                <a:gd name="T4" fmla="*/ 13 w 6"/>
                <a:gd name="T5" fmla="*/ 0 h 11"/>
                <a:gd name="T6" fmla="*/ 7 w 6"/>
                <a:gd name="T7" fmla="*/ 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0" y="2"/>
                  </a:moveTo>
                  <a:cubicBezTo>
                    <a:pt x="0" y="4"/>
                    <a:pt x="0" y="11"/>
                    <a:pt x="3" y="9"/>
                  </a:cubicBezTo>
                  <a:cubicBezTo>
                    <a:pt x="6" y="8"/>
                    <a:pt x="4" y="1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60" name="Freeform 3939">
              <a:extLst>
                <a:ext uri="{FF2B5EF4-FFF2-40B4-BE49-F238E27FC236}">
                  <a16:creationId xmlns:a16="http://schemas.microsoft.com/office/drawing/2014/main" id="{15F005CB-CE50-4050-8FD6-E673B44EF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317"/>
              <a:ext cx="15" cy="22"/>
            </a:xfrm>
            <a:custGeom>
              <a:avLst/>
              <a:gdLst>
                <a:gd name="T0" fmla="*/ 0 w 8"/>
                <a:gd name="T1" fmla="*/ 13 h 12"/>
                <a:gd name="T2" fmla="*/ 28 w 8"/>
                <a:gd name="T3" fmla="*/ 73 h 12"/>
                <a:gd name="T4" fmla="*/ 8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2"/>
                  </a:moveTo>
                  <a:cubicBezTo>
                    <a:pt x="0" y="4"/>
                    <a:pt x="1" y="11"/>
                    <a:pt x="4" y="12"/>
                  </a:cubicBezTo>
                  <a:cubicBezTo>
                    <a:pt x="8" y="10"/>
                    <a:pt x="5" y="2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61" name="Freeform 3940">
              <a:extLst>
                <a:ext uri="{FF2B5EF4-FFF2-40B4-BE49-F238E27FC236}">
                  <a16:creationId xmlns:a16="http://schemas.microsoft.com/office/drawing/2014/main" id="{DC1E5A83-5175-4DCB-99BD-F044AC4EF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208"/>
              <a:ext cx="20" cy="28"/>
            </a:xfrm>
            <a:custGeom>
              <a:avLst/>
              <a:gdLst>
                <a:gd name="T0" fmla="*/ 7 w 11"/>
                <a:gd name="T1" fmla="*/ 39 h 15"/>
                <a:gd name="T2" fmla="*/ 29 w 11"/>
                <a:gd name="T3" fmla="*/ 91 h 15"/>
                <a:gd name="T4" fmla="*/ 7 w 11"/>
                <a:gd name="T5" fmla="*/ 3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6"/>
                  </a:moveTo>
                  <a:cubicBezTo>
                    <a:pt x="0" y="8"/>
                    <a:pt x="2" y="15"/>
                    <a:pt x="5" y="14"/>
                  </a:cubicBezTo>
                  <a:cubicBezTo>
                    <a:pt x="11" y="14"/>
                    <a:pt x="4" y="0"/>
                    <a:pt x="1" y="5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62" name="Freeform 3941">
              <a:extLst>
                <a:ext uri="{FF2B5EF4-FFF2-40B4-BE49-F238E27FC236}">
                  <a16:creationId xmlns:a16="http://schemas.microsoft.com/office/drawing/2014/main" id="{165B14CE-C19C-4958-869D-59B21C1FD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135"/>
              <a:ext cx="13" cy="34"/>
            </a:xfrm>
            <a:custGeom>
              <a:avLst/>
              <a:gdLst>
                <a:gd name="T0" fmla="*/ 7 w 7"/>
                <a:gd name="T1" fmla="*/ 40 h 18"/>
                <a:gd name="T2" fmla="*/ 32 w 7"/>
                <a:gd name="T3" fmla="*/ 93 h 18"/>
                <a:gd name="T4" fmla="*/ 32 w 7"/>
                <a:gd name="T5" fmla="*/ 32 h 18"/>
                <a:gd name="T6" fmla="*/ 0 w 7"/>
                <a:gd name="T7" fmla="*/ 2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1" y="6"/>
                  </a:moveTo>
                  <a:cubicBezTo>
                    <a:pt x="1" y="9"/>
                    <a:pt x="2" y="18"/>
                    <a:pt x="5" y="14"/>
                  </a:cubicBezTo>
                  <a:cubicBezTo>
                    <a:pt x="7" y="12"/>
                    <a:pt x="6" y="7"/>
                    <a:pt x="5" y="5"/>
                  </a:cubicBezTo>
                  <a:cubicBezTo>
                    <a:pt x="4" y="4"/>
                    <a:pt x="1" y="0"/>
                    <a:pt x="0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63" name="Freeform 3942">
              <a:extLst>
                <a:ext uri="{FF2B5EF4-FFF2-40B4-BE49-F238E27FC236}">
                  <a16:creationId xmlns:a16="http://schemas.microsoft.com/office/drawing/2014/main" id="{EDC17A46-AD2B-404D-BBF1-B1874AFEC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053"/>
              <a:ext cx="19" cy="24"/>
            </a:xfrm>
            <a:custGeom>
              <a:avLst/>
              <a:gdLst>
                <a:gd name="T0" fmla="*/ 21 w 10"/>
                <a:gd name="T1" fmla="*/ 7 h 13"/>
                <a:gd name="T2" fmla="*/ 40 w 10"/>
                <a:gd name="T3" fmla="*/ 81 h 13"/>
                <a:gd name="T4" fmla="*/ 29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1"/>
                  </a:moveTo>
                  <a:cubicBezTo>
                    <a:pt x="0" y="3"/>
                    <a:pt x="4" y="12"/>
                    <a:pt x="6" y="13"/>
                  </a:cubicBezTo>
                  <a:cubicBezTo>
                    <a:pt x="10" y="10"/>
                    <a:pt x="7" y="3"/>
                    <a:pt x="4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64" name="Freeform 3943">
              <a:extLst>
                <a:ext uri="{FF2B5EF4-FFF2-40B4-BE49-F238E27FC236}">
                  <a16:creationId xmlns:a16="http://schemas.microsoft.com/office/drawing/2014/main" id="{E67E6B5C-30DC-4D7D-BEBF-537B18750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970"/>
              <a:ext cx="21" cy="36"/>
            </a:xfrm>
            <a:custGeom>
              <a:avLst/>
              <a:gdLst>
                <a:gd name="T0" fmla="*/ 15 w 11"/>
                <a:gd name="T1" fmla="*/ 40 h 19"/>
                <a:gd name="T2" fmla="*/ 48 w 11"/>
                <a:gd name="T3" fmla="*/ 121 h 19"/>
                <a:gd name="T4" fmla="*/ 21 w 11"/>
                <a:gd name="T5" fmla="*/ 3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2" y="6"/>
                  </a:moveTo>
                  <a:cubicBezTo>
                    <a:pt x="0" y="8"/>
                    <a:pt x="3" y="19"/>
                    <a:pt x="7" y="18"/>
                  </a:cubicBezTo>
                  <a:cubicBezTo>
                    <a:pt x="11" y="16"/>
                    <a:pt x="7" y="0"/>
                    <a:pt x="3" y="5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65" name="Freeform 3944">
              <a:extLst>
                <a:ext uri="{FF2B5EF4-FFF2-40B4-BE49-F238E27FC236}">
                  <a16:creationId xmlns:a16="http://schemas.microsoft.com/office/drawing/2014/main" id="{DA7C5E7A-8BD4-4A76-9025-C0528244D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901"/>
              <a:ext cx="17" cy="26"/>
            </a:xfrm>
            <a:custGeom>
              <a:avLst/>
              <a:gdLst>
                <a:gd name="T0" fmla="*/ 8 w 9"/>
                <a:gd name="T1" fmla="*/ 20 h 14"/>
                <a:gd name="T2" fmla="*/ 32 w 9"/>
                <a:gd name="T3" fmla="*/ 84 h 14"/>
                <a:gd name="T4" fmla="*/ 21 w 9"/>
                <a:gd name="T5" fmla="*/ 1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1" y="3"/>
                  </a:moveTo>
                  <a:cubicBezTo>
                    <a:pt x="0" y="5"/>
                    <a:pt x="2" y="14"/>
                    <a:pt x="5" y="13"/>
                  </a:cubicBezTo>
                  <a:cubicBezTo>
                    <a:pt x="9" y="12"/>
                    <a:pt x="6" y="0"/>
                    <a:pt x="3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66" name="Freeform 3945">
              <a:extLst>
                <a:ext uri="{FF2B5EF4-FFF2-40B4-BE49-F238E27FC236}">
                  <a16:creationId xmlns:a16="http://schemas.microsoft.com/office/drawing/2014/main" id="{EDA5428A-60ED-4139-898E-BB805EB8D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3625"/>
              <a:ext cx="10" cy="22"/>
            </a:xfrm>
            <a:custGeom>
              <a:avLst/>
              <a:gdLst>
                <a:gd name="T0" fmla="*/ 0 w 5"/>
                <a:gd name="T1" fmla="*/ 20 h 12"/>
                <a:gd name="T2" fmla="*/ 8 w 5"/>
                <a:gd name="T3" fmla="*/ 0 h 12"/>
                <a:gd name="T4" fmla="*/ 0 w 5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3"/>
                  </a:moveTo>
                  <a:cubicBezTo>
                    <a:pt x="0" y="12"/>
                    <a:pt x="5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67" name="Freeform 3946">
              <a:extLst>
                <a:ext uri="{FF2B5EF4-FFF2-40B4-BE49-F238E27FC236}">
                  <a16:creationId xmlns:a16="http://schemas.microsoft.com/office/drawing/2014/main" id="{24F543F0-0E62-484F-BACD-385C533EC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664"/>
              <a:ext cx="13" cy="17"/>
            </a:xfrm>
            <a:custGeom>
              <a:avLst/>
              <a:gdLst>
                <a:gd name="T0" fmla="*/ 24 w 7"/>
                <a:gd name="T1" fmla="*/ 0 h 9"/>
                <a:gd name="T2" fmla="*/ 24 w 7"/>
                <a:gd name="T3" fmla="*/ 53 h 9"/>
                <a:gd name="T4" fmla="*/ 32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9"/>
                    <a:pt x="4" y="8"/>
                  </a:cubicBezTo>
                  <a:cubicBezTo>
                    <a:pt x="7" y="8"/>
                    <a:pt x="6" y="1"/>
                    <a:pt x="5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68" name="Freeform 3947">
              <a:extLst>
                <a:ext uri="{FF2B5EF4-FFF2-40B4-BE49-F238E27FC236}">
                  <a16:creationId xmlns:a16="http://schemas.microsoft.com/office/drawing/2014/main" id="{92C23399-7A81-40DC-978B-7B7B7ED65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569"/>
              <a:ext cx="10" cy="11"/>
            </a:xfrm>
            <a:custGeom>
              <a:avLst/>
              <a:gdLst>
                <a:gd name="T0" fmla="*/ 0 w 5"/>
                <a:gd name="T1" fmla="*/ 7 h 6"/>
                <a:gd name="T2" fmla="*/ 24 w 5"/>
                <a:gd name="T3" fmla="*/ 37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2"/>
                    <a:pt x="1" y="5"/>
                    <a:pt x="3" y="6"/>
                  </a:cubicBezTo>
                  <a:cubicBezTo>
                    <a:pt x="5" y="4"/>
                    <a:pt x="3" y="1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69" name="Freeform 3948">
              <a:extLst>
                <a:ext uri="{FF2B5EF4-FFF2-40B4-BE49-F238E27FC236}">
                  <a16:creationId xmlns:a16="http://schemas.microsoft.com/office/drawing/2014/main" id="{F4B55CC4-94D8-49FB-A052-88248A5E2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531"/>
              <a:ext cx="13" cy="11"/>
            </a:xfrm>
            <a:custGeom>
              <a:avLst/>
              <a:gdLst>
                <a:gd name="T0" fmla="*/ 7 w 7"/>
                <a:gd name="T1" fmla="*/ 0 h 6"/>
                <a:gd name="T2" fmla="*/ 24 w 7"/>
                <a:gd name="T3" fmla="*/ 37 h 6"/>
                <a:gd name="T4" fmla="*/ 7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2"/>
                    <a:pt x="1" y="6"/>
                    <a:pt x="4" y="6"/>
                  </a:cubicBezTo>
                  <a:cubicBezTo>
                    <a:pt x="7" y="5"/>
                    <a:pt x="2" y="1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70" name="Freeform 3949">
              <a:extLst>
                <a:ext uri="{FF2B5EF4-FFF2-40B4-BE49-F238E27FC236}">
                  <a16:creationId xmlns:a16="http://schemas.microsoft.com/office/drawing/2014/main" id="{B7B11301-D27B-4D04-8AD2-707300388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3490"/>
              <a:ext cx="11" cy="23"/>
            </a:xfrm>
            <a:custGeom>
              <a:avLst/>
              <a:gdLst>
                <a:gd name="T0" fmla="*/ 13 w 6"/>
                <a:gd name="T1" fmla="*/ 15 h 12"/>
                <a:gd name="T2" fmla="*/ 24 w 6"/>
                <a:gd name="T3" fmla="*/ 63 h 12"/>
                <a:gd name="T4" fmla="*/ 13 w 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2" y="2"/>
                  </a:moveTo>
                  <a:cubicBezTo>
                    <a:pt x="1" y="3"/>
                    <a:pt x="0" y="12"/>
                    <a:pt x="4" y="9"/>
                  </a:cubicBezTo>
                  <a:cubicBezTo>
                    <a:pt x="6" y="6"/>
                    <a:pt x="3" y="2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71" name="Freeform 3950">
              <a:extLst>
                <a:ext uri="{FF2B5EF4-FFF2-40B4-BE49-F238E27FC236}">
                  <a16:creationId xmlns:a16="http://schemas.microsoft.com/office/drawing/2014/main" id="{19E60924-F500-4532-A48C-D52082326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425"/>
              <a:ext cx="14" cy="18"/>
            </a:xfrm>
            <a:custGeom>
              <a:avLst/>
              <a:gdLst>
                <a:gd name="T0" fmla="*/ 0 w 7"/>
                <a:gd name="T1" fmla="*/ 0 h 10"/>
                <a:gd name="T2" fmla="*/ 24 w 7"/>
                <a:gd name="T3" fmla="*/ 45 h 10"/>
                <a:gd name="T4" fmla="*/ 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0" y="2"/>
                    <a:pt x="1" y="10"/>
                    <a:pt x="3" y="8"/>
                  </a:cubicBezTo>
                  <a:cubicBezTo>
                    <a:pt x="7" y="7"/>
                    <a:pt x="2" y="1"/>
                    <a:pt x="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72" name="Freeform 3951">
              <a:extLst>
                <a:ext uri="{FF2B5EF4-FFF2-40B4-BE49-F238E27FC236}">
                  <a16:creationId xmlns:a16="http://schemas.microsoft.com/office/drawing/2014/main" id="{817C6E0D-8C49-411F-BC4C-A6C7C26F6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395"/>
              <a:ext cx="23" cy="15"/>
            </a:xfrm>
            <a:custGeom>
              <a:avLst/>
              <a:gdLst>
                <a:gd name="T0" fmla="*/ 23 w 12"/>
                <a:gd name="T1" fmla="*/ 8 h 8"/>
                <a:gd name="T2" fmla="*/ 56 w 12"/>
                <a:gd name="T3" fmla="*/ 39 h 8"/>
                <a:gd name="T4" fmla="*/ 29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3" y="1"/>
                  </a:moveTo>
                  <a:cubicBezTo>
                    <a:pt x="0" y="1"/>
                    <a:pt x="4" y="8"/>
                    <a:pt x="8" y="6"/>
                  </a:cubicBezTo>
                  <a:cubicBezTo>
                    <a:pt x="12" y="5"/>
                    <a:pt x="6" y="1"/>
                    <a:pt x="4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73" name="Freeform 3952">
              <a:extLst>
                <a:ext uri="{FF2B5EF4-FFF2-40B4-BE49-F238E27FC236}">
                  <a16:creationId xmlns:a16="http://schemas.microsoft.com/office/drawing/2014/main" id="{1C039120-BC71-4AC2-BFC5-91590AB84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376"/>
              <a:ext cx="11" cy="11"/>
            </a:xfrm>
            <a:custGeom>
              <a:avLst/>
              <a:gdLst>
                <a:gd name="T0" fmla="*/ 7 w 6"/>
                <a:gd name="T1" fmla="*/ 0 h 6"/>
                <a:gd name="T2" fmla="*/ 20 w 6"/>
                <a:gd name="T3" fmla="*/ 37 h 6"/>
                <a:gd name="T4" fmla="*/ 20 w 6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2"/>
                    <a:pt x="1" y="6"/>
                    <a:pt x="3" y="6"/>
                  </a:cubicBezTo>
                  <a:cubicBezTo>
                    <a:pt x="6" y="6"/>
                    <a:pt x="5" y="1"/>
                    <a:pt x="3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74" name="Freeform 3953">
              <a:extLst>
                <a:ext uri="{FF2B5EF4-FFF2-40B4-BE49-F238E27FC236}">
                  <a16:creationId xmlns:a16="http://schemas.microsoft.com/office/drawing/2014/main" id="{BFF703E9-4421-4F44-91BD-EA7721284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318"/>
              <a:ext cx="7" cy="17"/>
            </a:xfrm>
            <a:custGeom>
              <a:avLst/>
              <a:gdLst>
                <a:gd name="T0" fmla="*/ 7 w 4"/>
                <a:gd name="T1" fmla="*/ 21 h 9"/>
                <a:gd name="T2" fmla="*/ 12 w 4"/>
                <a:gd name="T3" fmla="*/ 60 h 9"/>
                <a:gd name="T4" fmla="*/ 7 w 4"/>
                <a:gd name="T5" fmla="*/ 8 h 9"/>
                <a:gd name="T6" fmla="*/ 7 w 4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1" y="3"/>
                  </a:moveTo>
                  <a:cubicBezTo>
                    <a:pt x="0" y="4"/>
                    <a:pt x="0" y="8"/>
                    <a:pt x="2" y="9"/>
                  </a:cubicBezTo>
                  <a:cubicBezTo>
                    <a:pt x="4" y="8"/>
                    <a:pt x="3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75" name="Freeform 3954">
              <a:extLst>
                <a:ext uri="{FF2B5EF4-FFF2-40B4-BE49-F238E27FC236}">
                  <a16:creationId xmlns:a16="http://schemas.microsoft.com/office/drawing/2014/main" id="{8D798A08-6502-40FD-8C80-845FF2C29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262"/>
              <a:ext cx="10" cy="20"/>
            </a:xfrm>
            <a:custGeom>
              <a:avLst/>
              <a:gdLst>
                <a:gd name="T0" fmla="*/ 0 w 5"/>
                <a:gd name="T1" fmla="*/ 24 h 11"/>
                <a:gd name="T2" fmla="*/ 32 w 5"/>
                <a:gd name="T3" fmla="*/ 49 h 11"/>
                <a:gd name="T4" fmla="*/ 0 w 5"/>
                <a:gd name="T5" fmla="*/ 1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4"/>
                  </a:moveTo>
                  <a:cubicBezTo>
                    <a:pt x="1" y="5"/>
                    <a:pt x="2" y="11"/>
                    <a:pt x="4" y="8"/>
                  </a:cubicBezTo>
                  <a:cubicBezTo>
                    <a:pt x="5" y="6"/>
                    <a:pt x="3" y="0"/>
                    <a:pt x="0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76" name="Freeform 3955">
              <a:extLst>
                <a:ext uri="{FF2B5EF4-FFF2-40B4-BE49-F238E27FC236}">
                  <a16:creationId xmlns:a16="http://schemas.microsoft.com/office/drawing/2014/main" id="{B6B69CED-BB77-4E1E-A443-8FD0A7DBD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221"/>
              <a:ext cx="12" cy="15"/>
            </a:xfrm>
            <a:custGeom>
              <a:avLst/>
              <a:gdLst>
                <a:gd name="T0" fmla="*/ 0 w 6"/>
                <a:gd name="T1" fmla="*/ 8 h 8"/>
                <a:gd name="T2" fmla="*/ 40 w 6"/>
                <a:gd name="T3" fmla="*/ 39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cubicBezTo>
                    <a:pt x="0" y="2"/>
                    <a:pt x="3" y="8"/>
                    <a:pt x="5" y="6"/>
                  </a:cubicBezTo>
                  <a:cubicBezTo>
                    <a:pt x="6" y="4"/>
                    <a:pt x="2" y="0"/>
                    <a:pt x="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77" name="Freeform 3956">
              <a:extLst>
                <a:ext uri="{FF2B5EF4-FFF2-40B4-BE49-F238E27FC236}">
                  <a16:creationId xmlns:a16="http://schemas.microsoft.com/office/drawing/2014/main" id="{04C39FD9-396B-46E6-880D-984E1D42C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76"/>
              <a:ext cx="18" cy="18"/>
            </a:xfrm>
            <a:custGeom>
              <a:avLst/>
              <a:gdLst>
                <a:gd name="T0" fmla="*/ 7 w 10"/>
                <a:gd name="T1" fmla="*/ 0 h 10"/>
                <a:gd name="T2" fmla="*/ 36 w 10"/>
                <a:gd name="T3" fmla="*/ 52 h 10"/>
                <a:gd name="T4" fmla="*/ 13 w 10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0" y="3"/>
                    <a:pt x="3" y="10"/>
                    <a:pt x="6" y="9"/>
                  </a:cubicBezTo>
                  <a:cubicBezTo>
                    <a:pt x="10" y="7"/>
                    <a:pt x="4" y="1"/>
                    <a:pt x="2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78" name="Freeform 3957">
              <a:extLst>
                <a:ext uri="{FF2B5EF4-FFF2-40B4-BE49-F238E27FC236}">
                  <a16:creationId xmlns:a16="http://schemas.microsoft.com/office/drawing/2014/main" id="{B417D537-4DFC-4AC3-A8F6-B58B612AF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129"/>
              <a:ext cx="13" cy="13"/>
            </a:xfrm>
            <a:custGeom>
              <a:avLst/>
              <a:gdLst>
                <a:gd name="T0" fmla="*/ 7 w 7"/>
                <a:gd name="T1" fmla="*/ 0 h 7"/>
                <a:gd name="T2" fmla="*/ 24 w 7"/>
                <a:gd name="T3" fmla="*/ 37 h 7"/>
                <a:gd name="T4" fmla="*/ 7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1"/>
                    <a:pt x="2" y="7"/>
                    <a:pt x="4" y="6"/>
                  </a:cubicBezTo>
                  <a:cubicBezTo>
                    <a:pt x="7" y="5"/>
                    <a:pt x="3" y="0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79" name="Freeform 3958">
              <a:extLst>
                <a:ext uri="{FF2B5EF4-FFF2-40B4-BE49-F238E27FC236}">
                  <a16:creationId xmlns:a16="http://schemas.microsoft.com/office/drawing/2014/main" id="{F0498F6D-1ADC-499F-9F01-283405613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082"/>
              <a:ext cx="11" cy="17"/>
            </a:xfrm>
            <a:custGeom>
              <a:avLst/>
              <a:gdLst>
                <a:gd name="T0" fmla="*/ 7 w 6"/>
                <a:gd name="T1" fmla="*/ 21 h 9"/>
                <a:gd name="T2" fmla="*/ 24 w 6"/>
                <a:gd name="T3" fmla="*/ 60 h 9"/>
                <a:gd name="T4" fmla="*/ 0 w 6"/>
                <a:gd name="T5" fmla="*/ 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3"/>
                  </a:moveTo>
                  <a:cubicBezTo>
                    <a:pt x="0" y="5"/>
                    <a:pt x="2" y="8"/>
                    <a:pt x="4" y="9"/>
                  </a:cubicBezTo>
                  <a:cubicBezTo>
                    <a:pt x="6" y="6"/>
                    <a:pt x="3" y="0"/>
                    <a:pt x="0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80" name="Freeform 3959">
              <a:extLst>
                <a:ext uri="{FF2B5EF4-FFF2-40B4-BE49-F238E27FC236}">
                  <a16:creationId xmlns:a16="http://schemas.microsoft.com/office/drawing/2014/main" id="{DE8858A5-8EA6-468F-AEF8-27F933367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039"/>
              <a:ext cx="11" cy="19"/>
            </a:xfrm>
            <a:custGeom>
              <a:avLst/>
              <a:gdLst>
                <a:gd name="T0" fmla="*/ 0 w 6"/>
                <a:gd name="T1" fmla="*/ 15 h 10"/>
                <a:gd name="T2" fmla="*/ 31 w 6"/>
                <a:gd name="T3" fmla="*/ 55 h 10"/>
                <a:gd name="T4" fmla="*/ 0 w 6"/>
                <a:gd name="T5" fmla="*/ 1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2"/>
                  </a:moveTo>
                  <a:cubicBezTo>
                    <a:pt x="0" y="4"/>
                    <a:pt x="2" y="10"/>
                    <a:pt x="5" y="8"/>
                  </a:cubicBezTo>
                  <a:cubicBezTo>
                    <a:pt x="6" y="6"/>
                    <a:pt x="3" y="0"/>
                    <a:pt x="0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81" name="Freeform 3960">
              <a:extLst>
                <a:ext uri="{FF2B5EF4-FFF2-40B4-BE49-F238E27FC236}">
                  <a16:creationId xmlns:a16="http://schemas.microsoft.com/office/drawing/2014/main" id="{392EB226-65BD-42AD-83DB-DFA4FB344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002"/>
              <a:ext cx="15" cy="15"/>
            </a:xfrm>
            <a:custGeom>
              <a:avLst/>
              <a:gdLst>
                <a:gd name="T0" fmla="*/ 0 w 8"/>
                <a:gd name="T1" fmla="*/ 0 h 8"/>
                <a:gd name="T2" fmla="*/ 39 w 8"/>
                <a:gd name="T3" fmla="*/ 39 h 8"/>
                <a:gd name="T4" fmla="*/ 15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1" y="1"/>
                    <a:pt x="4" y="8"/>
                    <a:pt x="6" y="6"/>
                  </a:cubicBezTo>
                  <a:cubicBezTo>
                    <a:pt x="8" y="3"/>
                    <a:pt x="3" y="0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82" name="Freeform 3961">
              <a:extLst>
                <a:ext uri="{FF2B5EF4-FFF2-40B4-BE49-F238E27FC236}">
                  <a16:creationId xmlns:a16="http://schemas.microsoft.com/office/drawing/2014/main" id="{11D83C36-374D-4051-A653-5F72C3C11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968"/>
              <a:ext cx="15" cy="17"/>
            </a:xfrm>
            <a:custGeom>
              <a:avLst/>
              <a:gdLst>
                <a:gd name="T0" fmla="*/ 0 w 8"/>
                <a:gd name="T1" fmla="*/ 0 h 9"/>
                <a:gd name="T2" fmla="*/ 45 w 8"/>
                <a:gd name="T3" fmla="*/ 28 h 9"/>
                <a:gd name="T4" fmla="*/ 8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0" y="1"/>
                    <a:pt x="6" y="9"/>
                    <a:pt x="7" y="4"/>
                  </a:cubicBezTo>
                  <a:cubicBezTo>
                    <a:pt x="8" y="2"/>
                    <a:pt x="3" y="0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83" name="Freeform 3962">
              <a:extLst>
                <a:ext uri="{FF2B5EF4-FFF2-40B4-BE49-F238E27FC236}">
                  <a16:creationId xmlns:a16="http://schemas.microsoft.com/office/drawing/2014/main" id="{32B0C05B-7AF7-4890-ACF4-3291BAF4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936"/>
              <a:ext cx="19" cy="11"/>
            </a:xfrm>
            <a:custGeom>
              <a:avLst/>
              <a:gdLst>
                <a:gd name="T0" fmla="*/ 15 w 10"/>
                <a:gd name="T1" fmla="*/ 7 h 6"/>
                <a:gd name="T2" fmla="*/ 8 w 10"/>
                <a:gd name="T3" fmla="*/ 7 h 6"/>
                <a:gd name="T4" fmla="*/ 36 w 10"/>
                <a:gd name="T5" fmla="*/ 37 h 6"/>
                <a:gd name="T6" fmla="*/ 21 w 1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2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3"/>
                    <a:pt x="4" y="6"/>
                    <a:pt x="5" y="6"/>
                  </a:cubicBezTo>
                  <a:cubicBezTo>
                    <a:pt x="10" y="5"/>
                    <a:pt x="6" y="0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84" name="Freeform 3963">
              <a:extLst>
                <a:ext uri="{FF2B5EF4-FFF2-40B4-BE49-F238E27FC236}">
                  <a16:creationId xmlns:a16="http://schemas.microsoft.com/office/drawing/2014/main" id="{80B00448-FB7D-4813-AD56-DEE53D113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917"/>
              <a:ext cx="19" cy="12"/>
            </a:xfrm>
            <a:custGeom>
              <a:avLst/>
              <a:gdLst>
                <a:gd name="T0" fmla="*/ 36 w 10"/>
                <a:gd name="T1" fmla="*/ 8 h 6"/>
                <a:gd name="T2" fmla="*/ 15 w 10"/>
                <a:gd name="T3" fmla="*/ 8 h 6"/>
                <a:gd name="T4" fmla="*/ 15 w 10"/>
                <a:gd name="T5" fmla="*/ 40 h 6"/>
                <a:gd name="T6" fmla="*/ 61 w 10"/>
                <a:gd name="T7" fmla="*/ 32 h 6"/>
                <a:gd name="T8" fmla="*/ 40 w 10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5" y="1"/>
                  </a:moveTo>
                  <a:cubicBezTo>
                    <a:pt x="4" y="1"/>
                    <a:pt x="3" y="0"/>
                    <a:pt x="2" y="1"/>
                  </a:cubicBezTo>
                  <a:cubicBezTo>
                    <a:pt x="0" y="1"/>
                    <a:pt x="1" y="3"/>
                    <a:pt x="2" y="5"/>
                  </a:cubicBezTo>
                  <a:cubicBezTo>
                    <a:pt x="4" y="6"/>
                    <a:pt x="8" y="6"/>
                    <a:pt x="9" y="4"/>
                  </a:cubicBezTo>
                  <a:cubicBezTo>
                    <a:pt x="10" y="2"/>
                    <a:pt x="7" y="1"/>
                    <a:pt x="6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85" name="Freeform 3964">
              <a:extLst>
                <a:ext uri="{FF2B5EF4-FFF2-40B4-BE49-F238E27FC236}">
                  <a16:creationId xmlns:a16="http://schemas.microsoft.com/office/drawing/2014/main" id="{B3DE3EA5-11CD-442A-B324-10510822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897"/>
              <a:ext cx="24" cy="19"/>
            </a:xfrm>
            <a:custGeom>
              <a:avLst/>
              <a:gdLst>
                <a:gd name="T0" fmla="*/ 52 w 13"/>
                <a:gd name="T1" fmla="*/ 21 h 10"/>
                <a:gd name="T2" fmla="*/ 24 w 13"/>
                <a:gd name="T3" fmla="*/ 40 h 10"/>
                <a:gd name="T4" fmla="*/ 76 w 13"/>
                <a:gd name="T5" fmla="*/ 55 h 10"/>
                <a:gd name="T6" fmla="*/ 57 w 13"/>
                <a:gd name="T7" fmla="*/ 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8" y="3"/>
                  </a:moveTo>
                  <a:cubicBezTo>
                    <a:pt x="6" y="0"/>
                    <a:pt x="0" y="2"/>
                    <a:pt x="4" y="6"/>
                  </a:cubicBezTo>
                  <a:cubicBezTo>
                    <a:pt x="5" y="8"/>
                    <a:pt x="9" y="10"/>
                    <a:pt x="12" y="8"/>
                  </a:cubicBezTo>
                  <a:cubicBezTo>
                    <a:pt x="13" y="7"/>
                    <a:pt x="11" y="5"/>
                    <a:pt x="9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86" name="Freeform 3965">
              <a:extLst>
                <a:ext uri="{FF2B5EF4-FFF2-40B4-BE49-F238E27FC236}">
                  <a16:creationId xmlns:a16="http://schemas.microsoft.com/office/drawing/2014/main" id="{5BF0630B-8560-4C2B-BE3E-FC9690B6D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872"/>
              <a:ext cx="21" cy="15"/>
            </a:xfrm>
            <a:custGeom>
              <a:avLst/>
              <a:gdLst>
                <a:gd name="T0" fmla="*/ 36 w 11"/>
                <a:gd name="T1" fmla="*/ 8 h 8"/>
                <a:gd name="T2" fmla="*/ 15 w 11"/>
                <a:gd name="T3" fmla="*/ 8 h 8"/>
                <a:gd name="T4" fmla="*/ 21 w 11"/>
                <a:gd name="T5" fmla="*/ 32 h 8"/>
                <a:gd name="T6" fmla="*/ 69 w 11"/>
                <a:gd name="T7" fmla="*/ 39 h 8"/>
                <a:gd name="T8" fmla="*/ 48 w 11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5" y="1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2" y="4"/>
                    <a:pt x="3" y="5"/>
                  </a:cubicBezTo>
                  <a:cubicBezTo>
                    <a:pt x="4" y="6"/>
                    <a:pt x="8" y="8"/>
                    <a:pt x="10" y="6"/>
                  </a:cubicBezTo>
                  <a:cubicBezTo>
                    <a:pt x="11" y="4"/>
                    <a:pt x="8" y="2"/>
                    <a:pt x="7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87" name="Freeform 3966">
              <a:extLst>
                <a:ext uri="{FF2B5EF4-FFF2-40B4-BE49-F238E27FC236}">
                  <a16:creationId xmlns:a16="http://schemas.microsoft.com/office/drawing/2014/main" id="{FFE82D38-E417-4290-96D1-0618ACE4E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850"/>
              <a:ext cx="20" cy="13"/>
            </a:xfrm>
            <a:custGeom>
              <a:avLst/>
              <a:gdLst>
                <a:gd name="T0" fmla="*/ 44 w 11"/>
                <a:gd name="T1" fmla="*/ 7 h 7"/>
                <a:gd name="T2" fmla="*/ 13 w 11"/>
                <a:gd name="T3" fmla="*/ 7 h 7"/>
                <a:gd name="T4" fmla="*/ 29 w 11"/>
                <a:gd name="T5" fmla="*/ 37 h 7"/>
                <a:gd name="T6" fmla="*/ 65 w 11"/>
                <a:gd name="T7" fmla="*/ 32 h 7"/>
                <a:gd name="T8" fmla="*/ 49 w 11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7" y="1"/>
                  </a:moveTo>
                  <a:cubicBezTo>
                    <a:pt x="6" y="0"/>
                    <a:pt x="4" y="0"/>
                    <a:pt x="2" y="1"/>
                  </a:cubicBezTo>
                  <a:cubicBezTo>
                    <a:pt x="0" y="2"/>
                    <a:pt x="4" y="5"/>
                    <a:pt x="5" y="6"/>
                  </a:cubicBezTo>
                  <a:cubicBezTo>
                    <a:pt x="6" y="7"/>
                    <a:pt x="10" y="7"/>
                    <a:pt x="11" y="5"/>
                  </a:cubicBezTo>
                  <a:cubicBezTo>
                    <a:pt x="11" y="3"/>
                    <a:pt x="9" y="2"/>
                    <a:pt x="8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88" name="Freeform 3967">
              <a:extLst>
                <a:ext uri="{FF2B5EF4-FFF2-40B4-BE49-F238E27FC236}">
                  <a16:creationId xmlns:a16="http://schemas.microsoft.com/office/drawing/2014/main" id="{1303F4FF-1C25-4498-9137-5D5D143A3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826"/>
              <a:ext cx="22" cy="17"/>
            </a:xfrm>
            <a:custGeom>
              <a:avLst/>
              <a:gdLst>
                <a:gd name="T0" fmla="*/ 24 w 12"/>
                <a:gd name="T1" fmla="*/ 8 h 9"/>
                <a:gd name="T2" fmla="*/ 13 w 12"/>
                <a:gd name="T3" fmla="*/ 0 h 9"/>
                <a:gd name="T4" fmla="*/ 24 w 12"/>
                <a:gd name="T5" fmla="*/ 40 h 9"/>
                <a:gd name="T6" fmla="*/ 68 w 12"/>
                <a:gd name="T7" fmla="*/ 47 h 9"/>
                <a:gd name="T8" fmla="*/ 37 w 12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4" y="1"/>
                  </a:moveTo>
                  <a:cubicBezTo>
                    <a:pt x="4" y="0"/>
                    <a:pt x="2" y="0"/>
                    <a:pt x="2" y="0"/>
                  </a:cubicBezTo>
                  <a:cubicBezTo>
                    <a:pt x="0" y="2"/>
                    <a:pt x="3" y="5"/>
                    <a:pt x="4" y="6"/>
                  </a:cubicBezTo>
                  <a:cubicBezTo>
                    <a:pt x="6" y="7"/>
                    <a:pt x="9" y="9"/>
                    <a:pt x="11" y="7"/>
                  </a:cubicBezTo>
                  <a:cubicBezTo>
                    <a:pt x="12" y="4"/>
                    <a:pt x="8" y="1"/>
                    <a:pt x="6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89" name="Freeform 3968">
              <a:extLst>
                <a:ext uri="{FF2B5EF4-FFF2-40B4-BE49-F238E27FC236}">
                  <a16:creationId xmlns:a16="http://schemas.microsoft.com/office/drawing/2014/main" id="{8D3556DD-2205-403E-BDC2-067537F4C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805"/>
              <a:ext cx="24" cy="8"/>
            </a:xfrm>
            <a:custGeom>
              <a:avLst/>
              <a:gdLst>
                <a:gd name="T0" fmla="*/ 44 w 13"/>
                <a:gd name="T1" fmla="*/ 0 h 4"/>
                <a:gd name="T2" fmla="*/ 24 w 13"/>
                <a:gd name="T3" fmla="*/ 0 h 4"/>
                <a:gd name="T4" fmla="*/ 31 w 13"/>
                <a:gd name="T5" fmla="*/ 32 h 4"/>
                <a:gd name="T6" fmla="*/ 76 w 13"/>
                <a:gd name="T7" fmla="*/ 24 h 4"/>
                <a:gd name="T8" fmla="*/ 52 w 1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2"/>
                    <a:pt x="3" y="3"/>
                    <a:pt x="5" y="4"/>
                  </a:cubicBezTo>
                  <a:cubicBezTo>
                    <a:pt x="7" y="4"/>
                    <a:pt x="11" y="4"/>
                    <a:pt x="12" y="3"/>
                  </a:cubicBezTo>
                  <a:cubicBezTo>
                    <a:pt x="13" y="1"/>
                    <a:pt x="9" y="0"/>
                    <a:pt x="8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90" name="Freeform 3969">
              <a:extLst>
                <a:ext uri="{FF2B5EF4-FFF2-40B4-BE49-F238E27FC236}">
                  <a16:creationId xmlns:a16="http://schemas.microsoft.com/office/drawing/2014/main" id="{38B0381A-33BA-42E9-AFE5-91FA87C98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811"/>
              <a:ext cx="26" cy="15"/>
            </a:xfrm>
            <a:custGeom>
              <a:avLst/>
              <a:gdLst>
                <a:gd name="T0" fmla="*/ 59 w 14"/>
                <a:gd name="T1" fmla="*/ 0 h 8"/>
                <a:gd name="T2" fmla="*/ 20 w 14"/>
                <a:gd name="T3" fmla="*/ 39 h 8"/>
                <a:gd name="T4" fmla="*/ 76 w 14"/>
                <a:gd name="T5" fmla="*/ 21 h 8"/>
                <a:gd name="T6" fmla="*/ 76 w 1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9" y="0"/>
                  </a:moveTo>
                  <a:cubicBezTo>
                    <a:pt x="7" y="0"/>
                    <a:pt x="0" y="4"/>
                    <a:pt x="3" y="6"/>
                  </a:cubicBezTo>
                  <a:cubicBezTo>
                    <a:pt x="4" y="8"/>
                    <a:pt x="11" y="4"/>
                    <a:pt x="12" y="3"/>
                  </a:cubicBezTo>
                  <a:cubicBezTo>
                    <a:pt x="13" y="2"/>
                    <a:pt x="14" y="0"/>
                    <a:pt x="1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91" name="Freeform 3970">
              <a:extLst>
                <a:ext uri="{FF2B5EF4-FFF2-40B4-BE49-F238E27FC236}">
                  <a16:creationId xmlns:a16="http://schemas.microsoft.com/office/drawing/2014/main" id="{F6CAB130-B70C-4357-BD25-ED2A8844C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846"/>
              <a:ext cx="17" cy="21"/>
            </a:xfrm>
            <a:custGeom>
              <a:avLst/>
              <a:gdLst>
                <a:gd name="T0" fmla="*/ 32 w 9"/>
                <a:gd name="T1" fmla="*/ 8 h 11"/>
                <a:gd name="T2" fmla="*/ 8 w 9"/>
                <a:gd name="T3" fmla="*/ 40 h 11"/>
                <a:gd name="T4" fmla="*/ 21 w 9"/>
                <a:gd name="T5" fmla="*/ 69 h 11"/>
                <a:gd name="T6" fmla="*/ 60 w 9"/>
                <a:gd name="T7" fmla="*/ 21 h 11"/>
                <a:gd name="T8" fmla="*/ 40 w 9"/>
                <a:gd name="T9" fmla="*/ 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5" y="1"/>
                  </a:moveTo>
                  <a:cubicBezTo>
                    <a:pt x="3" y="2"/>
                    <a:pt x="1" y="4"/>
                    <a:pt x="1" y="6"/>
                  </a:cubicBezTo>
                  <a:cubicBezTo>
                    <a:pt x="0" y="8"/>
                    <a:pt x="0" y="11"/>
                    <a:pt x="3" y="10"/>
                  </a:cubicBezTo>
                  <a:cubicBezTo>
                    <a:pt x="6" y="9"/>
                    <a:pt x="8" y="6"/>
                    <a:pt x="9" y="3"/>
                  </a:cubicBezTo>
                  <a:cubicBezTo>
                    <a:pt x="9" y="0"/>
                    <a:pt x="8" y="0"/>
                    <a:pt x="6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92" name="Freeform 3971">
              <a:extLst>
                <a:ext uri="{FF2B5EF4-FFF2-40B4-BE49-F238E27FC236}">
                  <a16:creationId xmlns:a16="http://schemas.microsoft.com/office/drawing/2014/main" id="{B6D22617-7E84-4FF4-84F9-FF22CA4A1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910"/>
              <a:ext cx="11" cy="24"/>
            </a:xfrm>
            <a:custGeom>
              <a:avLst/>
              <a:gdLst>
                <a:gd name="T0" fmla="*/ 24 w 6"/>
                <a:gd name="T1" fmla="*/ 13 h 13"/>
                <a:gd name="T2" fmla="*/ 7 w 6"/>
                <a:gd name="T3" fmla="*/ 44 h 13"/>
                <a:gd name="T4" fmla="*/ 24 w 6"/>
                <a:gd name="T5" fmla="*/ 68 h 13"/>
                <a:gd name="T6" fmla="*/ 37 w 6"/>
                <a:gd name="T7" fmla="*/ 24 h 13"/>
                <a:gd name="T8" fmla="*/ 24 w 6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4" y="2"/>
                  </a:moveTo>
                  <a:cubicBezTo>
                    <a:pt x="3" y="3"/>
                    <a:pt x="1" y="5"/>
                    <a:pt x="1" y="7"/>
                  </a:cubicBezTo>
                  <a:cubicBezTo>
                    <a:pt x="0" y="9"/>
                    <a:pt x="1" y="13"/>
                    <a:pt x="4" y="11"/>
                  </a:cubicBezTo>
                  <a:cubicBezTo>
                    <a:pt x="5" y="9"/>
                    <a:pt x="6" y="6"/>
                    <a:pt x="6" y="4"/>
                  </a:cubicBezTo>
                  <a:cubicBezTo>
                    <a:pt x="6" y="3"/>
                    <a:pt x="5" y="0"/>
                    <a:pt x="4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93" name="Freeform 3972">
              <a:extLst>
                <a:ext uri="{FF2B5EF4-FFF2-40B4-BE49-F238E27FC236}">
                  <a16:creationId xmlns:a16="http://schemas.microsoft.com/office/drawing/2014/main" id="{5F7B4663-D294-4DC1-A849-38501CF08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972"/>
              <a:ext cx="13" cy="26"/>
            </a:xfrm>
            <a:custGeom>
              <a:avLst/>
              <a:gdLst>
                <a:gd name="T0" fmla="*/ 24 w 7"/>
                <a:gd name="T1" fmla="*/ 20 h 14"/>
                <a:gd name="T2" fmla="*/ 24 w 7"/>
                <a:gd name="T3" fmla="*/ 84 h 14"/>
                <a:gd name="T4" fmla="*/ 45 w 7"/>
                <a:gd name="T5" fmla="*/ 32 h 14"/>
                <a:gd name="T6" fmla="*/ 24 w 7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4">
                  <a:moveTo>
                    <a:pt x="4" y="3"/>
                  </a:moveTo>
                  <a:cubicBezTo>
                    <a:pt x="3" y="4"/>
                    <a:pt x="0" y="14"/>
                    <a:pt x="4" y="13"/>
                  </a:cubicBezTo>
                  <a:cubicBezTo>
                    <a:pt x="6" y="12"/>
                    <a:pt x="6" y="6"/>
                    <a:pt x="7" y="5"/>
                  </a:cubicBezTo>
                  <a:cubicBezTo>
                    <a:pt x="7" y="4"/>
                    <a:pt x="6" y="0"/>
                    <a:pt x="4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94" name="Freeform 3973">
              <a:extLst>
                <a:ext uri="{FF2B5EF4-FFF2-40B4-BE49-F238E27FC236}">
                  <a16:creationId xmlns:a16="http://schemas.microsoft.com/office/drawing/2014/main" id="{0361F1B1-4B47-4006-9425-97A99F9FB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032"/>
              <a:ext cx="11" cy="24"/>
            </a:xfrm>
            <a:custGeom>
              <a:avLst/>
              <a:gdLst>
                <a:gd name="T0" fmla="*/ 0 w 6"/>
                <a:gd name="T1" fmla="*/ 20 h 13"/>
                <a:gd name="T2" fmla="*/ 24 w 6"/>
                <a:gd name="T3" fmla="*/ 81 h 13"/>
                <a:gd name="T4" fmla="*/ 31 w 6"/>
                <a:gd name="T5" fmla="*/ 37 h 13"/>
                <a:gd name="T6" fmla="*/ 7 w 6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0" y="3"/>
                  </a:moveTo>
                  <a:cubicBezTo>
                    <a:pt x="0" y="6"/>
                    <a:pt x="2" y="12"/>
                    <a:pt x="4" y="13"/>
                  </a:cubicBezTo>
                  <a:cubicBezTo>
                    <a:pt x="6" y="12"/>
                    <a:pt x="6" y="8"/>
                    <a:pt x="5" y="6"/>
                  </a:cubicBezTo>
                  <a:cubicBezTo>
                    <a:pt x="4" y="5"/>
                    <a:pt x="2" y="0"/>
                    <a:pt x="1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95" name="Freeform 3974">
              <a:extLst>
                <a:ext uri="{FF2B5EF4-FFF2-40B4-BE49-F238E27FC236}">
                  <a16:creationId xmlns:a16="http://schemas.microsoft.com/office/drawing/2014/main" id="{FAE8AA09-B4C6-49F3-9E84-31E3A79AC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3093"/>
              <a:ext cx="18" cy="25"/>
            </a:xfrm>
            <a:custGeom>
              <a:avLst/>
              <a:gdLst>
                <a:gd name="T0" fmla="*/ 0 w 10"/>
                <a:gd name="T1" fmla="*/ 23 h 13"/>
                <a:gd name="T2" fmla="*/ 41 w 10"/>
                <a:gd name="T3" fmla="*/ 77 h 13"/>
                <a:gd name="T4" fmla="*/ 13 w 10"/>
                <a:gd name="T5" fmla="*/ 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3"/>
                  </a:moveTo>
                  <a:cubicBezTo>
                    <a:pt x="0" y="5"/>
                    <a:pt x="4" y="13"/>
                    <a:pt x="7" y="11"/>
                  </a:cubicBezTo>
                  <a:cubicBezTo>
                    <a:pt x="10" y="9"/>
                    <a:pt x="4" y="0"/>
                    <a:pt x="2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96" name="Freeform 3975">
              <a:extLst>
                <a:ext uri="{FF2B5EF4-FFF2-40B4-BE49-F238E27FC236}">
                  <a16:creationId xmlns:a16="http://schemas.microsoft.com/office/drawing/2014/main" id="{39EF3FCE-9D53-4A08-A88A-3E987598A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136"/>
              <a:ext cx="13" cy="30"/>
            </a:xfrm>
            <a:custGeom>
              <a:avLst/>
              <a:gdLst>
                <a:gd name="T0" fmla="*/ 13 w 7"/>
                <a:gd name="T1" fmla="*/ 15 h 16"/>
                <a:gd name="T2" fmla="*/ 0 w 7"/>
                <a:gd name="T3" fmla="*/ 32 h 16"/>
                <a:gd name="T4" fmla="*/ 20 w 7"/>
                <a:gd name="T5" fmla="*/ 53 h 16"/>
                <a:gd name="T6" fmla="*/ 24 w 7"/>
                <a:gd name="T7" fmla="*/ 81 h 16"/>
                <a:gd name="T8" fmla="*/ 45 w 7"/>
                <a:gd name="T9" fmla="*/ 68 h 16"/>
                <a:gd name="T10" fmla="*/ 20 w 7"/>
                <a:gd name="T11" fmla="*/ 1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6">
                  <a:moveTo>
                    <a:pt x="2" y="2"/>
                  </a:moveTo>
                  <a:cubicBezTo>
                    <a:pt x="0" y="0"/>
                    <a:pt x="0" y="3"/>
                    <a:pt x="0" y="5"/>
                  </a:cubicBezTo>
                  <a:cubicBezTo>
                    <a:pt x="1" y="6"/>
                    <a:pt x="2" y="7"/>
                    <a:pt x="3" y="8"/>
                  </a:cubicBezTo>
                  <a:cubicBezTo>
                    <a:pt x="3" y="10"/>
                    <a:pt x="3" y="11"/>
                    <a:pt x="4" y="12"/>
                  </a:cubicBezTo>
                  <a:cubicBezTo>
                    <a:pt x="5" y="16"/>
                    <a:pt x="7" y="12"/>
                    <a:pt x="7" y="10"/>
                  </a:cubicBezTo>
                  <a:cubicBezTo>
                    <a:pt x="7" y="7"/>
                    <a:pt x="5" y="4"/>
                    <a:pt x="3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97" name="Freeform 3976">
              <a:extLst>
                <a:ext uri="{FF2B5EF4-FFF2-40B4-BE49-F238E27FC236}">
                  <a16:creationId xmlns:a16="http://schemas.microsoft.com/office/drawing/2014/main" id="{392862F4-8681-4B20-A494-6C9F863FD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3224"/>
              <a:ext cx="11" cy="27"/>
            </a:xfrm>
            <a:custGeom>
              <a:avLst/>
              <a:gdLst>
                <a:gd name="T0" fmla="*/ 20 w 6"/>
                <a:gd name="T1" fmla="*/ 0 h 14"/>
                <a:gd name="T2" fmla="*/ 24 w 6"/>
                <a:gd name="T3" fmla="*/ 100 h 14"/>
                <a:gd name="T4" fmla="*/ 24 w 6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3" y="0"/>
                  </a:moveTo>
                  <a:cubicBezTo>
                    <a:pt x="1" y="2"/>
                    <a:pt x="0" y="14"/>
                    <a:pt x="4" y="14"/>
                  </a:cubicBezTo>
                  <a:cubicBezTo>
                    <a:pt x="6" y="13"/>
                    <a:pt x="5" y="3"/>
                    <a:pt x="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98" name="Freeform 3977">
              <a:extLst>
                <a:ext uri="{FF2B5EF4-FFF2-40B4-BE49-F238E27FC236}">
                  <a16:creationId xmlns:a16="http://schemas.microsoft.com/office/drawing/2014/main" id="{37D6A736-DE6D-476D-B86C-107305351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290"/>
              <a:ext cx="13" cy="28"/>
            </a:xfrm>
            <a:custGeom>
              <a:avLst/>
              <a:gdLst>
                <a:gd name="T0" fmla="*/ 7 w 7"/>
                <a:gd name="T1" fmla="*/ 24 h 15"/>
                <a:gd name="T2" fmla="*/ 24 w 7"/>
                <a:gd name="T3" fmla="*/ 97 h 15"/>
                <a:gd name="T4" fmla="*/ 45 w 7"/>
                <a:gd name="T5" fmla="*/ 52 h 15"/>
                <a:gd name="T6" fmla="*/ 13 w 7"/>
                <a:gd name="T7" fmla="*/ 2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1" y="4"/>
                  </a:moveTo>
                  <a:cubicBezTo>
                    <a:pt x="0" y="7"/>
                    <a:pt x="2" y="13"/>
                    <a:pt x="4" y="15"/>
                  </a:cubicBezTo>
                  <a:cubicBezTo>
                    <a:pt x="7" y="15"/>
                    <a:pt x="7" y="10"/>
                    <a:pt x="7" y="8"/>
                  </a:cubicBezTo>
                  <a:cubicBezTo>
                    <a:pt x="6" y="7"/>
                    <a:pt x="3" y="0"/>
                    <a:pt x="2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99" name="Freeform 3978">
              <a:extLst>
                <a:ext uri="{FF2B5EF4-FFF2-40B4-BE49-F238E27FC236}">
                  <a16:creationId xmlns:a16="http://schemas.microsoft.com/office/drawing/2014/main" id="{4E44572E-03A2-42A4-9E6A-9C8F93A27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363"/>
              <a:ext cx="11" cy="20"/>
            </a:xfrm>
            <a:custGeom>
              <a:avLst/>
              <a:gdLst>
                <a:gd name="T0" fmla="*/ 0 w 6"/>
                <a:gd name="T1" fmla="*/ 7 h 11"/>
                <a:gd name="T2" fmla="*/ 20 w 6"/>
                <a:gd name="T3" fmla="*/ 65 h 11"/>
                <a:gd name="T4" fmla="*/ 7 w 6"/>
                <a:gd name="T5" fmla="*/ 0 h 11"/>
                <a:gd name="T6" fmla="*/ 0 w 6"/>
                <a:gd name="T7" fmla="*/ 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0" y="1"/>
                  </a:moveTo>
                  <a:cubicBezTo>
                    <a:pt x="0" y="4"/>
                    <a:pt x="0" y="9"/>
                    <a:pt x="3" y="11"/>
                  </a:cubicBezTo>
                  <a:cubicBezTo>
                    <a:pt x="6" y="10"/>
                    <a:pt x="4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00" name="Freeform 3979">
              <a:extLst>
                <a:ext uri="{FF2B5EF4-FFF2-40B4-BE49-F238E27FC236}">
                  <a16:creationId xmlns:a16="http://schemas.microsoft.com/office/drawing/2014/main" id="{F330D7AD-93E3-4BBC-8169-6123EB0A4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421"/>
              <a:ext cx="11" cy="17"/>
            </a:xfrm>
            <a:custGeom>
              <a:avLst/>
              <a:gdLst>
                <a:gd name="T0" fmla="*/ 13 w 6"/>
                <a:gd name="T1" fmla="*/ 60 h 9"/>
                <a:gd name="T2" fmla="*/ 13 w 6"/>
                <a:gd name="T3" fmla="*/ 0 h 9"/>
                <a:gd name="T4" fmla="*/ 31 w 6"/>
                <a:gd name="T5" fmla="*/ 5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9"/>
                  </a:moveTo>
                  <a:cubicBezTo>
                    <a:pt x="1" y="7"/>
                    <a:pt x="0" y="0"/>
                    <a:pt x="2" y="0"/>
                  </a:cubicBezTo>
                  <a:cubicBezTo>
                    <a:pt x="5" y="0"/>
                    <a:pt x="6" y="6"/>
                    <a:pt x="5" y="8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01" name="Freeform 3980">
              <a:extLst>
                <a:ext uri="{FF2B5EF4-FFF2-40B4-BE49-F238E27FC236}">
                  <a16:creationId xmlns:a16="http://schemas.microsoft.com/office/drawing/2014/main" id="{B44DFF84-88D0-4B88-92A4-909BFE510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295"/>
              <a:ext cx="17" cy="15"/>
            </a:xfrm>
            <a:custGeom>
              <a:avLst/>
              <a:gdLst>
                <a:gd name="T0" fmla="*/ 15 w 9"/>
                <a:gd name="T1" fmla="*/ 0 h 8"/>
                <a:gd name="T2" fmla="*/ 32 w 9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0" y="8"/>
                    <a:pt x="9" y="5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02" name="Freeform 3981">
              <a:extLst>
                <a:ext uri="{FF2B5EF4-FFF2-40B4-BE49-F238E27FC236}">
                  <a16:creationId xmlns:a16="http://schemas.microsoft.com/office/drawing/2014/main" id="{13185345-6F26-4AF5-96D9-FF312D4C7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3318"/>
              <a:ext cx="9" cy="6"/>
            </a:xfrm>
            <a:custGeom>
              <a:avLst/>
              <a:gdLst>
                <a:gd name="T0" fmla="*/ 0 w 5"/>
                <a:gd name="T1" fmla="*/ 0 h 3"/>
                <a:gd name="T2" fmla="*/ 16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3"/>
                    <a:pt x="5" y="3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03" name="Freeform 3982">
              <a:extLst>
                <a:ext uri="{FF2B5EF4-FFF2-40B4-BE49-F238E27FC236}">
                  <a16:creationId xmlns:a16="http://schemas.microsoft.com/office/drawing/2014/main" id="{6856D4E6-C5AC-47A5-8BE0-41A213864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348"/>
              <a:ext cx="7" cy="13"/>
            </a:xfrm>
            <a:custGeom>
              <a:avLst/>
              <a:gdLst>
                <a:gd name="T0" fmla="*/ 7 w 4"/>
                <a:gd name="T1" fmla="*/ 24 h 7"/>
                <a:gd name="T2" fmla="*/ 0 w 4"/>
                <a:gd name="T3" fmla="*/ 13 h 7"/>
                <a:gd name="T4" fmla="*/ 12 w 4"/>
                <a:gd name="T5" fmla="*/ 45 h 7"/>
                <a:gd name="T6" fmla="*/ 12 w 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4"/>
                    <a:pt x="0" y="6"/>
                    <a:pt x="2" y="7"/>
                  </a:cubicBezTo>
                  <a:cubicBezTo>
                    <a:pt x="4" y="5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04" name="Freeform 3983">
              <a:extLst>
                <a:ext uri="{FF2B5EF4-FFF2-40B4-BE49-F238E27FC236}">
                  <a16:creationId xmlns:a16="http://schemas.microsoft.com/office/drawing/2014/main" id="{80789E1E-6326-4EB8-96EE-EB1B5ED35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370"/>
              <a:ext cx="6" cy="8"/>
            </a:xfrm>
            <a:custGeom>
              <a:avLst/>
              <a:gdLst>
                <a:gd name="T0" fmla="*/ 0 w 3"/>
                <a:gd name="T1" fmla="*/ 8 h 4"/>
                <a:gd name="T2" fmla="*/ 8 w 3"/>
                <a:gd name="T3" fmla="*/ 32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3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05" name="Freeform 3984">
              <a:extLst>
                <a:ext uri="{FF2B5EF4-FFF2-40B4-BE49-F238E27FC236}">
                  <a16:creationId xmlns:a16="http://schemas.microsoft.com/office/drawing/2014/main" id="{5D147608-A338-4F73-A7DE-5C080A52D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415"/>
              <a:ext cx="8" cy="8"/>
            </a:xfrm>
            <a:custGeom>
              <a:avLst/>
              <a:gdLst>
                <a:gd name="T0" fmla="*/ 24 w 4"/>
                <a:gd name="T1" fmla="*/ 0 h 4"/>
                <a:gd name="T2" fmla="*/ 16 w 4"/>
                <a:gd name="T3" fmla="*/ 32 h 4"/>
                <a:gd name="T4" fmla="*/ 3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2"/>
                    <a:pt x="2" y="4"/>
                  </a:cubicBezTo>
                  <a:cubicBezTo>
                    <a:pt x="4" y="3"/>
                    <a:pt x="4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06" name="Freeform 3985">
              <a:extLst>
                <a:ext uri="{FF2B5EF4-FFF2-40B4-BE49-F238E27FC236}">
                  <a16:creationId xmlns:a16="http://schemas.microsoft.com/office/drawing/2014/main" id="{9B0AD9BB-0880-4678-9CD0-28D402D1F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3335"/>
              <a:ext cx="4" cy="3"/>
            </a:xfrm>
            <a:custGeom>
              <a:avLst/>
              <a:gdLst>
                <a:gd name="T0" fmla="*/ 0 w 2"/>
                <a:gd name="T1" fmla="*/ 8 h 2"/>
                <a:gd name="T2" fmla="*/ 16 w 2"/>
                <a:gd name="T3" fmla="*/ 8 h 2"/>
                <a:gd name="T4" fmla="*/ 16 w 2"/>
                <a:gd name="T5" fmla="*/ 0 h 2"/>
                <a:gd name="T6" fmla="*/ 8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07" name="Freeform 3986">
              <a:extLst>
                <a:ext uri="{FF2B5EF4-FFF2-40B4-BE49-F238E27FC236}">
                  <a16:creationId xmlns:a16="http://schemas.microsoft.com/office/drawing/2014/main" id="{09AACF6E-A874-4A8B-8924-1F2F3652C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299"/>
              <a:ext cx="6" cy="6"/>
            </a:xfrm>
            <a:custGeom>
              <a:avLst/>
              <a:gdLst>
                <a:gd name="T0" fmla="*/ 0 w 3"/>
                <a:gd name="T1" fmla="*/ 8 h 3"/>
                <a:gd name="T2" fmla="*/ 16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08" name="Freeform 3987">
              <a:extLst>
                <a:ext uri="{FF2B5EF4-FFF2-40B4-BE49-F238E27FC236}">
                  <a16:creationId xmlns:a16="http://schemas.microsoft.com/office/drawing/2014/main" id="{5A84F288-5511-429D-A694-6FB14930B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249"/>
              <a:ext cx="19" cy="16"/>
            </a:xfrm>
            <a:custGeom>
              <a:avLst/>
              <a:gdLst>
                <a:gd name="T0" fmla="*/ 29 w 10"/>
                <a:gd name="T1" fmla="*/ 0 h 9"/>
                <a:gd name="T2" fmla="*/ 40 w 10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9"/>
                    <a:pt x="10" y="5"/>
                    <a:pt x="6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09" name="Freeform 3988">
              <a:extLst>
                <a:ext uri="{FF2B5EF4-FFF2-40B4-BE49-F238E27FC236}">
                  <a16:creationId xmlns:a16="http://schemas.microsoft.com/office/drawing/2014/main" id="{9863B79E-7AF5-480A-BA59-0CF8EB549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3230"/>
              <a:ext cx="19" cy="13"/>
            </a:xfrm>
            <a:custGeom>
              <a:avLst/>
              <a:gdLst>
                <a:gd name="T0" fmla="*/ 40 w 10"/>
                <a:gd name="T1" fmla="*/ 0 h 7"/>
                <a:gd name="T2" fmla="*/ 48 w 10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0" y="4"/>
                    <a:pt x="10" y="7"/>
                    <a:pt x="7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10" name="Freeform 3989">
              <a:extLst>
                <a:ext uri="{FF2B5EF4-FFF2-40B4-BE49-F238E27FC236}">
                  <a16:creationId xmlns:a16="http://schemas.microsoft.com/office/drawing/2014/main" id="{583FB720-18FE-45E2-8D9B-4ABED9001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3286"/>
              <a:ext cx="4" cy="8"/>
            </a:xfrm>
            <a:custGeom>
              <a:avLst/>
              <a:gdLst>
                <a:gd name="T0" fmla="*/ 0 w 2"/>
                <a:gd name="T1" fmla="*/ 8 h 4"/>
                <a:gd name="T2" fmla="*/ 8 w 2"/>
                <a:gd name="T3" fmla="*/ 32 h 4"/>
                <a:gd name="T4" fmla="*/ 16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11" name="Freeform 3990">
              <a:extLst>
                <a:ext uri="{FF2B5EF4-FFF2-40B4-BE49-F238E27FC236}">
                  <a16:creationId xmlns:a16="http://schemas.microsoft.com/office/drawing/2014/main" id="{85121BBB-5D34-47D3-8213-DE77531E3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292"/>
              <a:ext cx="4" cy="11"/>
            </a:xfrm>
            <a:custGeom>
              <a:avLst/>
              <a:gdLst>
                <a:gd name="T0" fmla="*/ 8 w 2"/>
                <a:gd name="T1" fmla="*/ 20 h 6"/>
                <a:gd name="T2" fmla="*/ 8 w 2"/>
                <a:gd name="T3" fmla="*/ 37 h 6"/>
                <a:gd name="T4" fmla="*/ 0 w 2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1" y="3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2" y="4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12" name="Freeform 3991">
              <a:extLst>
                <a:ext uri="{FF2B5EF4-FFF2-40B4-BE49-F238E27FC236}">
                  <a16:creationId xmlns:a16="http://schemas.microsoft.com/office/drawing/2014/main" id="{99A00AB2-8653-443E-BB68-0D54873FB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309"/>
              <a:ext cx="5" cy="7"/>
            </a:xfrm>
            <a:custGeom>
              <a:avLst/>
              <a:gdLst>
                <a:gd name="T0" fmla="*/ 0 w 3"/>
                <a:gd name="T1" fmla="*/ 7 h 4"/>
                <a:gd name="T2" fmla="*/ 5 w 3"/>
                <a:gd name="T3" fmla="*/ 21 h 4"/>
                <a:gd name="T4" fmla="*/ 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13" name="Freeform 3992">
              <a:extLst>
                <a:ext uri="{FF2B5EF4-FFF2-40B4-BE49-F238E27FC236}">
                  <a16:creationId xmlns:a16="http://schemas.microsoft.com/office/drawing/2014/main" id="{B9127CC0-9438-4174-92AB-1DCEB127D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3383"/>
              <a:ext cx="7" cy="10"/>
            </a:xfrm>
            <a:custGeom>
              <a:avLst/>
              <a:gdLst>
                <a:gd name="T0" fmla="*/ 0 w 4"/>
                <a:gd name="T1" fmla="*/ 8 h 5"/>
                <a:gd name="T2" fmla="*/ 7 w 4"/>
                <a:gd name="T3" fmla="*/ 40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3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14" name="Freeform 3993">
              <a:extLst>
                <a:ext uri="{FF2B5EF4-FFF2-40B4-BE49-F238E27FC236}">
                  <a16:creationId xmlns:a16="http://schemas.microsoft.com/office/drawing/2014/main" id="{06449027-AD03-41CF-B3FE-8DEB7DF4F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378"/>
              <a:ext cx="13" cy="17"/>
            </a:xfrm>
            <a:custGeom>
              <a:avLst/>
              <a:gdLst>
                <a:gd name="T0" fmla="*/ 13 w 7"/>
                <a:gd name="T1" fmla="*/ 0 h 9"/>
                <a:gd name="T2" fmla="*/ 20 w 7"/>
                <a:gd name="T3" fmla="*/ 53 h 9"/>
                <a:gd name="T4" fmla="*/ 13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0" y="2"/>
                    <a:pt x="0" y="9"/>
                    <a:pt x="3" y="8"/>
                  </a:cubicBezTo>
                  <a:cubicBezTo>
                    <a:pt x="7" y="7"/>
                    <a:pt x="5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15" name="Freeform 3994">
              <a:extLst>
                <a:ext uri="{FF2B5EF4-FFF2-40B4-BE49-F238E27FC236}">
                  <a16:creationId xmlns:a16="http://schemas.microsoft.com/office/drawing/2014/main" id="{B6BC73AA-8A28-4617-9649-A3431C3F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202"/>
              <a:ext cx="8" cy="13"/>
            </a:xfrm>
            <a:custGeom>
              <a:avLst/>
              <a:gdLst>
                <a:gd name="T0" fmla="*/ 8 w 4"/>
                <a:gd name="T1" fmla="*/ 13 h 7"/>
                <a:gd name="T2" fmla="*/ 8 w 4"/>
                <a:gd name="T3" fmla="*/ 45 h 7"/>
                <a:gd name="T4" fmla="*/ 0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2"/>
                  </a:moveTo>
                  <a:cubicBezTo>
                    <a:pt x="0" y="4"/>
                    <a:pt x="0" y="5"/>
                    <a:pt x="1" y="7"/>
                  </a:cubicBezTo>
                  <a:cubicBezTo>
                    <a:pt x="4" y="5"/>
                    <a:pt x="3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16" name="Freeform 3995">
              <a:extLst>
                <a:ext uri="{FF2B5EF4-FFF2-40B4-BE49-F238E27FC236}">
                  <a16:creationId xmlns:a16="http://schemas.microsoft.com/office/drawing/2014/main" id="{A2D9213F-6BDA-4E69-990A-0454D6C85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163"/>
              <a:ext cx="6" cy="9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29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0" y="4"/>
                    <a:pt x="0" y="4"/>
                    <a:pt x="1" y="5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17" name="Freeform 3996">
              <a:extLst>
                <a:ext uri="{FF2B5EF4-FFF2-40B4-BE49-F238E27FC236}">
                  <a16:creationId xmlns:a16="http://schemas.microsoft.com/office/drawing/2014/main" id="{ECC6CE03-51C4-4799-AF3B-226F3BFB3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163"/>
              <a:ext cx="10" cy="11"/>
            </a:xfrm>
            <a:custGeom>
              <a:avLst/>
              <a:gdLst>
                <a:gd name="T0" fmla="*/ 16 w 5"/>
                <a:gd name="T1" fmla="*/ 13 h 6"/>
                <a:gd name="T2" fmla="*/ 0 w 5"/>
                <a:gd name="T3" fmla="*/ 13 h 6"/>
                <a:gd name="T4" fmla="*/ 8 w 5"/>
                <a:gd name="T5" fmla="*/ 37 h 6"/>
                <a:gd name="T6" fmla="*/ 16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4" y="5"/>
                    <a:pt x="5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18" name="Freeform 3997">
              <a:extLst>
                <a:ext uri="{FF2B5EF4-FFF2-40B4-BE49-F238E27FC236}">
                  <a16:creationId xmlns:a16="http://schemas.microsoft.com/office/drawing/2014/main" id="{71CCAF40-4095-404E-BBE5-2F3A61B1C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097"/>
              <a:ext cx="17" cy="15"/>
            </a:xfrm>
            <a:custGeom>
              <a:avLst/>
              <a:gdLst>
                <a:gd name="T0" fmla="*/ 8 w 9"/>
                <a:gd name="T1" fmla="*/ 15 h 8"/>
                <a:gd name="T2" fmla="*/ 28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2"/>
                  </a:moveTo>
                  <a:cubicBezTo>
                    <a:pt x="0" y="8"/>
                    <a:pt x="9" y="4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19" name="Freeform 3998">
              <a:extLst>
                <a:ext uri="{FF2B5EF4-FFF2-40B4-BE49-F238E27FC236}">
                  <a16:creationId xmlns:a16="http://schemas.microsoft.com/office/drawing/2014/main" id="{715D5891-94EF-4887-82D6-442E23863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3060"/>
              <a:ext cx="19" cy="15"/>
            </a:xfrm>
            <a:custGeom>
              <a:avLst/>
              <a:gdLst>
                <a:gd name="T0" fmla="*/ 21 w 10"/>
                <a:gd name="T1" fmla="*/ 8 h 8"/>
                <a:gd name="T2" fmla="*/ 36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0" y="8"/>
                    <a:pt x="10" y="5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20" name="Freeform 3999">
              <a:extLst>
                <a:ext uri="{FF2B5EF4-FFF2-40B4-BE49-F238E27FC236}">
                  <a16:creationId xmlns:a16="http://schemas.microsoft.com/office/drawing/2014/main" id="{52A6C0C2-C5F0-4712-90F4-C3E36D335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045"/>
              <a:ext cx="6" cy="7"/>
            </a:xfrm>
            <a:custGeom>
              <a:avLst/>
              <a:gdLst>
                <a:gd name="T0" fmla="*/ 16 w 3"/>
                <a:gd name="T1" fmla="*/ 7 h 4"/>
                <a:gd name="T2" fmla="*/ 16 w 3"/>
                <a:gd name="T3" fmla="*/ 21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21" name="Freeform 4000">
              <a:extLst>
                <a:ext uri="{FF2B5EF4-FFF2-40B4-BE49-F238E27FC236}">
                  <a16:creationId xmlns:a16="http://schemas.microsoft.com/office/drawing/2014/main" id="{F7B2D002-08B0-458E-9995-8E55F3F1F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988"/>
              <a:ext cx="13" cy="12"/>
            </a:xfrm>
            <a:custGeom>
              <a:avLst/>
              <a:gdLst>
                <a:gd name="T0" fmla="*/ 7 w 7"/>
                <a:gd name="T1" fmla="*/ 16 h 6"/>
                <a:gd name="T2" fmla="*/ 0 w 7"/>
                <a:gd name="T3" fmla="*/ 48 h 6"/>
                <a:gd name="T4" fmla="*/ 2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3" y="6"/>
                    <a:pt x="7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22" name="Freeform 4001">
              <a:extLst>
                <a:ext uri="{FF2B5EF4-FFF2-40B4-BE49-F238E27FC236}">
                  <a16:creationId xmlns:a16="http://schemas.microsoft.com/office/drawing/2014/main" id="{01254EAF-902D-45E4-9216-ECC53E7AC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3013"/>
              <a:ext cx="7" cy="7"/>
            </a:xfrm>
            <a:custGeom>
              <a:avLst/>
              <a:gdLst>
                <a:gd name="T0" fmla="*/ 7 w 4"/>
                <a:gd name="T1" fmla="*/ 0 h 4"/>
                <a:gd name="T2" fmla="*/ 12 w 4"/>
                <a:gd name="T3" fmla="*/ 21 h 4"/>
                <a:gd name="T4" fmla="*/ 2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4"/>
                    <a:pt x="4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23" name="Freeform 4002">
              <a:extLst>
                <a:ext uri="{FF2B5EF4-FFF2-40B4-BE49-F238E27FC236}">
                  <a16:creationId xmlns:a16="http://schemas.microsoft.com/office/drawing/2014/main" id="{F2A60822-76E7-443E-8B7F-C5AFE9C73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966"/>
              <a:ext cx="9" cy="11"/>
            </a:xfrm>
            <a:custGeom>
              <a:avLst/>
              <a:gdLst>
                <a:gd name="T0" fmla="*/ 7 w 5"/>
                <a:gd name="T1" fmla="*/ 7 h 6"/>
                <a:gd name="T2" fmla="*/ 0 w 5"/>
                <a:gd name="T3" fmla="*/ 31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6"/>
                    <a:pt x="5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24" name="Freeform 4003">
              <a:extLst>
                <a:ext uri="{FF2B5EF4-FFF2-40B4-BE49-F238E27FC236}">
                  <a16:creationId xmlns:a16="http://schemas.microsoft.com/office/drawing/2014/main" id="{95E2C1F2-965B-4CD5-A344-33D30EF58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957"/>
              <a:ext cx="11" cy="13"/>
            </a:xfrm>
            <a:custGeom>
              <a:avLst/>
              <a:gdLst>
                <a:gd name="T0" fmla="*/ 7 w 6"/>
                <a:gd name="T1" fmla="*/ 20 h 7"/>
                <a:gd name="T2" fmla="*/ 7 w 6"/>
                <a:gd name="T3" fmla="*/ 45 h 7"/>
                <a:gd name="T4" fmla="*/ 13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5" y="6"/>
                    <a:pt x="6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25" name="Freeform 4004">
              <a:extLst>
                <a:ext uri="{FF2B5EF4-FFF2-40B4-BE49-F238E27FC236}">
                  <a16:creationId xmlns:a16="http://schemas.microsoft.com/office/drawing/2014/main" id="{5A70F3B5-551D-44AF-BE03-067B0774B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921"/>
              <a:ext cx="13" cy="15"/>
            </a:xfrm>
            <a:custGeom>
              <a:avLst/>
              <a:gdLst>
                <a:gd name="T0" fmla="*/ 20 w 7"/>
                <a:gd name="T1" fmla="*/ 0 h 8"/>
                <a:gd name="T2" fmla="*/ 20 w 7"/>
                <a:gd name="T3" fmla="*/ 45 h 8"/>
                <a:gd name="T4" fmla="*/ 32 w 7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2"/>
                    <a:pt x="0" y="8"/>
                    <a:pt x="3" y="7"/>
                  </a:cubicBezTo>
                  <a:cubicBezTo>
                    <a:pt x="7" y="7"/>
                    <a:pt x="7" y="3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26" name="Freeform 4005">
              <a:extLst>
                <a:ext uri="{FF2B5EF4-FFF2-40B4-BE49-F238E27FC236}">
                  <a16:creationId xmlns:a16="http://schemas.microsoft.com/office/drawing/2014/main" id="{EA756AE1-8965-42AA-8600-2D74353F5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945"/>
              <a:ext cx="19" cy="19"/>
            </a:xfrm>
            <a:custGeom>
              <a:avLst/>
              <a:gdLst>
                <a:gd name="T0" fmla="*/ 48 w 10"/>
                <a:gd name="T1" fmla="*/ 0 h 10"/>
                <a:gd name="T2" fmla="*/ 61 w 10"/>
                <a:gd name="T3" fmla="*/ 1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7" y="0"/>
                  </a:moveTo>
                  <a:cubicBezTo>
                    <a:pt x="0" y="2"/>
                    <a:pt x="10" y="10"/>
                    <a:pt x="9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27" name="Freeform 4006">
              <a:extLst>
                <a:ext uri="{FF2B5EF4-FFF2-40B4-BE49-F238E27FC236}">
                  <a16:creationId xmlns:a16="http://schemas.microsoft.com/office/drawing/2014/main" id="{F59D0BED-58B6-4184-888D-1766C0108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964"/>
              <a:ext cx="15" cy="11"/>
            </a:xfrm>
            <a:custGeom>
              <a:avLst/>
              <a:gdLst>
                <a:gd name="T0" fmla="*/ 28 w 8"/>
                <a:gd name="T1" fmla="*/ 0 h 6"/>
                <a:gd name="T2" fmla="*/ 53 w 8"/>
                <a:gd name="T3" fmla="*/ 1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0" y="2"/>
                    <a:pt x="5" y="6"/>
                    <a:pt x="8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28" name="Freeform 4007">
              <a:extLst>
                <a:ext uri="{FF2B5EF4-FFF2-40B4-BE49-F238E27FC236}">
                  <a16:creationId xmlns:a16="http://schemas.microsoft.com/office/drawing/2014/main" id="{9890682A-8F53-4D4F-B7E7-6F936A329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930"/>
              <a:ext cx="6" cy="10"/>
            </a:xfrm>
            <a:custGeom>
              <a:avLst/>
              <a:gdLst>
                <a:gd name="T0" fmla="*/ 0 w 3"/>
                <a:gd name="T1" fmla="*/ 8 h 5"/>
                <a:gd name="T2" fmla="*/ 8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3"/>
                    <a:pt x="3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29" name="Freeform 4008">
              <a:extLst>
                <a:ext uri="{FF2B5EF4-FFF2-40B4-BE49-F238E27FC236}">
                  <a16:creationId xmlns:a16="http://schemas.microsoft.com/office/drawing/2014/main" id="{82213943-AB8E-42D1-AE54-6D80CD125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022"/>
              <a:ext cx="24" cy="15"/>
            </a:xfrm>
            <a:custGeom>
              <a:avLst/>
              <a:gdLst>
                <a:gd name="T0" fmla="*/ 57 w 13"/>
                <a:gd name="T1" fmla="*/ 8 h 8"/>
                <a:gd name="T2" fmla="*/ 37 w 13"/>
                <a:gd name="T3" fmla="*/ 0 h 8"/>
                <a:gd name="T4" fmla="*/ 68 w 13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9" y="1"/>
                  </a:moveTo>
                  <a:cubicBezTo>
                    <a:pt x="8" y="0"/>
                    <a:pt x="7" y="0"/>
                    <a:pt x="6" y="0"/>
                  </a:cubicBezTo>
                  <a:cubicBezTo>
                    <a:pt x="0" y="5"/>
                    <a:pt x="13" y="8"/>
                    <a:pt x="1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30" name="Freeform 4009">
              <a:extLst>
                <a:ext uri="{FF2B5EF4-FFF2-40B4-BE49-F238E27FC236}">
                  <a16:creationId xmlns:a16="http://schemas.microsoft.com/office/drawing/2014/main" id="{49A12BF6-58CF-42D5-9733-7B024A9A0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030"/>
              <a:ext cx="7" cy="7"/>
            </a:xfrm>
            <a:custGeom>
              <a:avLst/>
              <a:gdLst>
                <a:gd name="T0" fmla="*/ 12 w 4"/>
                <a:gd name="T1" fmla="*/ 7 h 4"/>
                <a:gd name="T2" fmla="*/ 0 w 4"/>
                <a:gd name="T3" fmla="*/ 0 h 4"/>
                <a:gd name="T4" fmla="*/ 16 w 4"/>
                <a:gd name="T5" fmla="*/ 16 h 4"/>
                <a:gd name="T6" fmla="*/ 16 w 4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2"/>
                    <a:pt x="1" y="4"/>
                    <a:pt x="3" y="3"/>
                  </a:cubicBezTo>
                  <a:cubicBezTo>
                    <a:pt x="4" y="3"/>
                    <a:pt x="3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31" name="Freeform 4010">
              <a:extLst>
                <a:ext uri="{FF2B5EF4-FFF2-40B4-BE49-F238E27FC236}">
                  <a16:creationId xmlns:a16="http://schemas.microsoft.com/office/drawing/2014/main" id="{65A04804-676A-421A-83A2-25DD4F87F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000"/>
              <a:ext cx="9" cy="9"/>
            </a:xfrm>
            <a:custGeom>
              <a:avLst/>
              <a:gdLst>
                <a:gd name="T0" fmla="*/ 7 w 5"/>
                <a:gd name="T1" fmla="*/ 0 h 5"/>
                <a:gd name="T2" fmla="*/ 0 w 5"/>
                <a:gd name="T3" fmla="*/ 13 h 5"/>
                <a:gd name="T4" fmla="*/ 1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5"/>
                    <a:pt x="5" y="3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32" name="Freeform 4011">
              <a:extLst>
                <a:ext uri="{FF2B5EF4-FFF2-40B4-BE49-F238E27FC236}">
                  <a16:creationId xmlns:a16="http://schemas.microsoft.com/office/drawing/2014/main" id="{2E3D212C-C9D3-46B0-A08A-8E128B62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033"/>
              <a:ext cx="24" cy="12"/>
            </a:xfrm>
            <a:custGeom>
              <a:avLst/>
              <a:gdLst>
                <a:gd name="T0" fmla="*/ 44 w 13"/>
                <a:gd name="T1" fmla="*/ 24 h 6"/>
                <a:gd name="T2" fmla="*/ 24 w 13"/>
                <a:gd name="T3" fmla="*/ 0 h 6"/>
                <a:gd name="T4" fmla="*/ 44 w 13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7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0" y="6"/>
                    <a:pt x="13" y="5"/>
                    <a:pt x="7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33" name="Freeform 4012">
              <a:extLst>
                <a:ext uri="{FF2B5EF4-FFF2-40B4-BE49-F238E27FC236}">
                  <a16:creationId xmlns:a16="http://schemas.microsoft.com/office/drawing/2014/main" id="{D86EB385-137F-4D6B-BFDD-7C525A0A9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3088"/>
              <a:ext cx="24" cy="13"/>
            </a:xfrm>
            <a:custGeom>
              <a:avLst/>
              <a:gdLst>
                <a:gd name="T0" fmla="*/ 37 w 13"/>
                <a:gd name="T1" fmla="*/ 0 h 7"/>
                <a:gd name="T2" fmla="*/ 52 w 13"/>
                <a:gd name="T3" fmla="*/ 1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6" y="0"/>
                  </a:moveTo>
                  <a:cubicBezTo>
                    <a:pt x="0" y="6"/>
                    <a:pt x="13" y="7"/>
                    <a:pt x="8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34" name="Freeform 4013">
              <a:extLst>
                <a:ext uri="{FF2B5EF4-FFF2-40B4-BE49-F238E27FC236}">
                  <a16:creationId xmlns:a16="http://schemas.microsoft.com/office/drawing/2014/main" id="{1549E663-C7EF-41EE-B307-CE888770E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123"/>
              <a:ext cx="24" cy="21"/>
            </a:xfrm>
            <a:custGeom>
              <a:avLst/>
              <a:gdLst>
                <a:gd name="T0" fmla="*/ 20 w 13"/>
                <a:gd name="T1" fmla="*/ 15 h 11"/>
                <a:gd name="T2" fmla="*/ 44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3" y="2"/>
                  </a:moveTo>
                  <a:cubicBezTo>
                    <a:pt x="0" y="11"/>
                    <a:pt x="13" y="6"/>
                    <a:pt x="7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35" name="Freeform 4014">
              <a:extLst>
                <a:ext uri="{FF2B5EF4-FFF2-40B4-BE49-F238E27FC236}">
                  <a16:creationId xmlns:a16="http://schemas.microsoft.com/office/drawing/2014/main" id="{66A0F5B9-68F5-4DE2-BF9C-314D551CC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3097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24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4"/>
                    <a:pt x="3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36" name="Freeform 4015">
              <a:extLst>
                <a:ext uri="{FF2B5EF4-FFF2-40B4-BE49-F238E27FC236}">
                  <a16:creationId xmlns:a16="http://schemas.microsoft.com/office/drawing/2014/main" id="{59F718F5-9D08-49BF-9490-17F5AF45E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099"/>
              <a:ext cx="17" cy="13"/>
            </a:xfrm>
            <a:custGeom>
              <a:avLst/>
              <a:gdLst>
                <a:gd name="T0" fmla="*/ 21 w 9"/>
                <a:gd name="T1" fmla="*/ 7 h 7"/>
                <a:gd name="T2" fmla="*/ 8 w 9"/>
                <a:gd name="T3" fmla="*/ 7 h 7"/>
                <a:gd name="T4" fmla="*/ 21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7"/>
                    <a:pt x="9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37" name="Freeform 4016">
              <a:extLst>
                <a:ext uri="{FF2B5EF4-FFF2-40B4-BE49-F238E27FC236}">
                  <a16:creationId xmlns:a16="http://schemas.microsoft.com/office/drawing/2014/main" id="{2C84F0E9-856A-40AC-A40A-19862F999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3045"/>
              <a:ext cx="6" cy="5"/>
            </a:xfrm>
            <a:custGeom>
              <a:avLst/>
              <a:gdLst>
                <a:gd name="T0" fmla="*/ 24 w 3"/>
                <a:gd name="T1" fmla="*/ 5 h 3"/>
                <a:gd name="T2" fmla="*/ 8 w 3"/>
                <a:gd name="T3" fmla="*/ 13 h 3"/>
                <a:gd name="T4" fmla="*/ 16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38" name="Freeform 4017">
              <a:extLst>
                <a:ext uri="{FF2B5EF4-FFF2-40B4-BE49-F238E27FC236}">
                  <a16:creationId xmlns:a16="http://schemas.microsoft.com/office/drawing/2014/main" id="{79717266-6743-44EF-97FE-CDB977381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013"/>
              <a:ext cx="10" cy="9"/>
            </a:xfrm>
            <a:custGeom>
              <a:avLst/>
              <a:gdLst>
                <a:gd name="T0" fmla="*/ 16 w 5"/>
                <a:gd name="T1" fmla="*/ 0 h 5"/>
                <a:gd name="T2" fmla="*/ 40 w 5"/>
                <a:gd name="T3" fmla="*/ 13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3"/>
                    <a:pt x="3" y="5"/>
                    <a:pt x="5" y="2"/>
                  </a:cubicBezTo>
                  <a:cubicBezTo>
                    <a:pt x="4" y="1"/>
                    <a:pt x="4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39" name="Freeform 4018">
              <a:extLst>
                <a:ext uri="{FF2B5EF4-FFF2-40B4-BE49-F238E27FC236}">
                  <a16:creationId xmlns:a16="http://schemas.microsoft.com/office/drawing/2014/main" id="{801D4D71-0AAB-4289-B262-75EE01E3B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966"/>
              <a:ext cx="11" cy="11"/>
            </a:xfrm>
            <a:custGeom>
              <a:avLst/>
              <a:gdLst>
                <a:gd name="T0" fmla="*/ 24 w 6"/>
                <a:gd name="T1" fmla="*/ 0 h 6"/>
                <a:gd name="T2" fmla="*/ 37 w 6"/>
                <a:gd name="T3" fmla="*/ 13 h 6"/>
                <a:gd name="T4" fmla="*/ 31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0" y="1"/>
                    <a:pt x="4" y="6"/>
                    <a:pt x="6" y="2"/>
                  </a:cubicBezTo>
                  <a:cubicBezTo>
                    <a:pt x="6" y="1"/>
                    <a:pt x="6" y="1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40" name="Freeform 4019">
              <a:extLst>
                <a:ext uri="{FF2B5EF4-FFF2-40B4-BE49-F238E27FC236}">
                  <a16:creationId xmlns:a16="http://schemas.microsoft.com/office/drawing/2014/main" id="{ED792727-A981-4AC6-B38C-62D0A041B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972"/>
              <a:ext cx="16" cy="13"/>
            </a:xfrm>
            <a:custGeom>
              <a:avLst/>
              <a:gdLst>
                <a:gd name="T0" fmla="*/ 0 w 9"/>
                <a:gd name="T1" fmla="*/ 0 h 7"/>
                <a:gd name="T2" fmla="*/ 16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0" y="7"/>
                    <a:pt x="9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41" name="Freeform 4020">
              <a:extLst>
                <a:ext uri="{FF2B5EF4-FFF2-40B4-BE49-F238E27FC236}">
                  <a16:creationId xmlns:a16="http://schemas.microsoft.com/office/drawing/2014/main" id="{634B552D-D1AA-4A1D-98DF-07CFE4357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983"/>
              <a:ext cx="11" cy="11"/>
            </a:xfrm>
            <a:custGeom>
              <a:avLst/>
              <a:gdLst>
                <a:gd name="T0" fmla="*/ 20 w 6"/>
                <a:gd name="T1" fmla="*/ 0 h 6"/>
                <a:gd name="T2" fmla="*/ 7 w 6"/>
                <a:gd name="T3" fmla="*/ 31 h 6"/>
                <a:gd name="T4" fmla="*/ 31 w 6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6"/>
                    <a:pt x="6" y="4"/>
                    <a:pt x="5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42" name="Freeform 4021">
              <a:extLst>
                <a:ext uri="{FF2B5EF4-FFF2-40B4-BE49-F238E27FC236}">
                  <a16:creationId xmlns:a16="http://schemas.microsoft.com/office/drawing/2014/main" id="{C212010F-8ED9-4932-804F-3CBE34C72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005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43" name="Freeform 4022">
              <a:extLst>
                <a:ext uri="{FF2B5EF4-FFF2-40B4-BE49-F238E27FC236}">
                  <a16:creationId xmlns:a16="http://schemas.microsoft.com/office/drawing/2014/main" id="{2F60A848-FD48-49A3-9369-7AF3D8101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009"/>
              <a:ext cx="9" cy="8"/>
            </a:xfrm>
            <a:custGeom>
              <a:avLst/>
              <a:gdLst>
                <a:gd name="T0" fmla="*/ 13 w 5"/>
                <a:gd name="T1" fmla="*/ 0 h 4"/>
                <a:gd name="T2" fmla="*/ 0 w 5"/>
                <a:gd name="T3" fmla="*/ 24 h 4"/>
                <a:gd name="T4" fmla="*/ 29 w 5"/>
                <a:gd name="T5" fmla="*/ 8 h 4"/>
                <a:gd name="T6" fmla="*/ 16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44" name="Freeform 4023">
              <a:extLst>
                <a:ext uri="{FF2B5EF4-FFF2-40B4-BE49-F238E27FC236}">
                  <a16:creationId xmlns:a16="http://schemas.microsoft.com/office/drawing/2014/main" id="{4541A172-4092-418C-BB5E-5D4313287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988"/>
              <a:ext cx="11" cy="6"/>
            </a:xfrm>
            <a:custGeom>
              <a:avLst/>
              <a:gdLst>
                <a:gd name="T0" fmla="*/ 20 w 6"/>
                <a:gd name="T1" fmla="*/ 0 h 3"/>
                <a:gd name="T2" fmla="*/ 0 w 6"/>
                <a:gd name="T3" fmla="*/ 16 h 3"/>
                <a:gd name="T4" fmla="*/ 37 w 6"/>
                <a:gd name="T5" fmla="*/ 8 h 3"/>
                <a:gd name="T6" fmla="*/ 20 w 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2" y="0"/>
                    <a:pt x="0" y="0"/>
                    <a:pt x="0" y="2"/>
                  </a:cubicBezTo>
                  <a:cubicBezTo>
                    <a:pt x="2" y="3"/>
                    <a:pt x="4" y="3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45" name="Freeform 4024">
              <a:extLst>
                <a:ext uri="{FF2B5EF4-FFF2-40B4-BE49-F238E27FC236}">
                  <a16:creationId xmlns:a16="http://schemas.microsoft.com/office/drawing/2014/main" id="{73782F64-5823-4B25-9FA5-A37630D6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011"/>
              <a:ext cx="11" cy="7"/>
            </a:xfrm>
            <a:custGeom>
              <a:avLst/>
              <a:gdLst>
                <a:gd name="T0" fmla="*/ 7 w 6"/>
                <a:gd name="T1" fmla="*/ 7 h 4"/>
                <a:gd name="T2" fmla="*/ 37 w 6"/>
                <a:gd name="T3" fmla="*/ 12 h 4"/>
                <a:gd name="T4" fmla="*/ 2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4"/>
                    <a:pt x="5" y="4"/>
                    <a:pt x="6" y="2"/>
                  </a:cubicBezTo>
                  <a:cubicBezTo>
                    <a:pt x="5" y="1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46" name="Freeform 4025">
              <a:extLst>
                <a:ext uri="{FF2B5EF4-FFF2-40B4-BE49-F238E27FC236}">
                  <a16:creationId xmlns:a16="http://schemas.microsoft.com/office/drawing/2014/main" id="{7C0BEFE9-69DC-4E76-B283-8FB900E5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054"/>
              <a:ext cx="11" cy="11"/>
            </a:xfrm>
            <a:custGeom>
              <a:avLst/>
              <a:gdLst>
                <a:gd name="T0" fmla="*/ 24 w 6"/>
                <a:gd name="T1" fmla="*/ 0 h 6"/>
                <a:gd name="T2" fmla="*/ 7 w 6"/>
                <a:gd name="T3" fmla="*/ 0 h 6"/>
                <a:gd name="T4" fmla="*/ 37 w 6"/>
                <a:gd name="T5" fmla="*/ 20 h 6"/>
                <a:gd name="T6" fmla="*/ 31 w 6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0" y="4"/>
                    <a:pt x="4" y="6"/>
                    <a:pt x="6" y="3"/>
                  </a:cubicBezTo>
                  <a:cubicBezTo>
                    <a:pt x="6" y="3"/>
                    <a:pt x="6" y="2"/>
                    <a:pt x="5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47" name="Freeform 4026">
              <a:extLst>
                <a:ext uri="{FF2B5EF4-FFF2-40B4-BE49-F238E27FC236}">
                  <a16:creationId xmlns:a16="http://schemas.microsoft.com/office/drawing/2014/main" id="{A3DAF368-A286-4924-BE36-E52FED910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101"/>
              <a:ext cx="15" cy="13"/>
            </a:xfrm>
            <a:custGeom>
              <a:avLst/>
              <a:gdLst>
                <a:gd name="T0" fmla="*/ 15 w 8"/>
                <a:gd name="T1" fmla="*/ 7 h 7"/>
                <a:gd name="T2" fmla="*/ 53 w 8"/>
                <a:gd name="T3" fmla="*/ 24 h 7"/>
                <a:gd name="T4" fmla="*/ 32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0" y="5"/>
                    <a:pt x="6" y="7"/>
                    <a:pt x="8" y="4"/>
                  </a:cubicBezTo>
                  <a:cubicBezTo>
                    <a:pt x="8" y="2"/>
                    <a:pt x="7" y="1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48" name="Freeform 4027">
              <a:extLst>
                <a:ext uri="{FF2B5EF4-FFF2-40B4-BE49-F238E27FC236}">
                  <a16:creationId xmlns:a16="http://schemas.microsoft.com/office/drawing/2014/main" id="{C7A1BFA9-8413-4D7A-9595-A2D0CC8DC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073"/>
              <a:ext cx="10" cy="11"/>
            </a:xfrm>
            <a:custGeom>
              <a:avLst/>
              <a:gdLst>
                <a:gd name="T0" fmla="*/ 8 w 5"/>
                <a:gd name="T1" fmla="*/ 0 h 6"/>
                <a:gd name="T2" fmla="*/ 40 w 5"/>
                <a:gd name="T3" fmla="*/ 24 h 6"/>
                <a:gd name="T4" fmla="*/ 24 w 5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3"/>
                    <a:pt x="2" y="6"/>
                    <a:pt x="5" y="4"/>
                  </a:cubicBezTo>
                  <a:cubicBezTo>
                    <a:pt x="5" y="3"/>
                    <a:pt x="4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49" name="Freeform 4028">
              <a:extLst>
                <a:ext uri="{FF2B5EF4-FFF2-40B4-BE49-F238E27FC236}">
                  <a16:creationId xmlns:a16="http://schemas.microsoft.com/office/drawing/2014/main" id="{7320763E-ADA9-4F23-86A5-D65F0A05F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133"/>
              <a:ext cx="13" cy="16"/>
            </a:xfrm>
            <a:custGeom>
              <a:avLst/>
              <a:gdLst>
                <a:gd name="T0" fmla="*/ 32 w 7"/>
                <a:gd name="T1" fmla="*/ 16 h 9"/>
                <a:gd name="T2" fmla="*/ 13 w 7"/>
                <a:gd name="T3" fmla="*/ 37 h 9"/>
                <a:gd name="T4" fmla="*/ 37 w 7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3"/>
                  </a:moveTo>
                  <a:cubicBezTo>
                    <a:pt x="1" y="0"/>
                    <a:pt x="0" y="6"/>
                    <a:pt x="2" y="7"/>
                  </a:cubicBezTo>
                  <a:cubicBezTo>
                    <a:pt x="5" y="9"/>
                    <a:pt x="7" y="6"/>
                    <a:pt x="6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50" name="Freeform 4029">
              <a:extLst>
                <a:ext uri="{FF2B5EF4-FFF2-40B4-BE49-F238E27FC236}">
                  <a16:creationId xmlns:a16="http://schemas.microsoft.com/office/drawing/2014/main" id="{8FB371D9-A5A8-49A5-AD90-1B346453B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174"/>
              <a:ext cx="10" cy="7"/>
            </a:xfrm>
            <a:custGeom>
              <a:avLst/>
              <a:gdLst>
                <a:gd name="T0" fmla="*/ 24 w 5"/>
                <a:gd name="T1" fmla="*/ 0 h 4"/>
                <a:gd name="T2" fmla="*/ 8 w 5"/>
                <a:gd name="T3" fmla="*/ 0 h 4"/>
                <a:gd name="T4" fmla="*/ 4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3"/>
                    <a:pt x="4" y="4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51" name="Freeform 4030">
              <a:extLst>
                <a:ext uri="{FF2B5EF4-FFF2-40B4-BE49-F238E27FC236}">
                  <a16:creationId xmlns:a16="http://schemas.microsoft.com/office/drawing/2014/main" id="{B4669858-AF48-47C6-9505-12A2B090E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189"/>
              <a:ext cx="23" cy="11"/>
            </a:xfrm>
            <a:custGeom>
              <a:avLst/>
              <a:gdLst>
                <a:gd name="T0" fmla="*/ 29 w 12"/>
                <a:gd name="T1" fmla="*/ 0 h 6"/>
                <a:gd name="T2" fmla="*/ 44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4" y="0"/>
                  </a:moveTo>
                  <a:cubicBezTo>
                    <a:pt x="0" y="6"/>
                    <a:pt x="12" y="4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52" name="Freeform 4031">
              <a:extLst>
                <a:ext uri="{FF2B5EF4-FFF2-40B4-BE49-F238E27FC236}">
                  <a16:creationId xmlns:a16="http://schemas.microsoft.com/office/drawing/2014/main" id="{1E1F1D63-96B5-41E4-897B-9F9A24A0E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170"/>
              <a:ext cx="6" cy="8"/>
            </a:xfrm>
            <a:custGeom>
              <a:avLst/>
              <a:gdLst>
                <a:gd name="T0" fmla="*/ 8 w 3"/>
                <a:gd name="T1" fmla="*/ 8 h 4"/>
                <a:gd name="T2" fmla="*/ 0 w 3"/>
                <a:gd name="T3" fmla="*/ 24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4"/>
                    <a:pt x="3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53" name="Freeform 4032">
              <a:extLst>
                <a:ext uri="{FF2B5EF4-FFF2-40B4-BE49-F238E27FC236}">
                  <a16:creationId xmlns:a16="http://schemas.microsoft.com/office/drawing/2014/main" id="{23265124-3AF4-4CF3-9C81-59BD65F33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138"/>
              <a:ext cx="5" cy="6"/>
            </a:xfrm>
            <a:custGeom>
              <a:avLst/>
              <a:gdLst>
                <a:gd name="T0" fmla="*/ 5 w 3"/>
                <a:gd name="T1" fmla="*/ 0 h 3"/>
                <a:gd name="T2" fmla="*/ 5 w 3"/>
                <a:gd name="T3" fmla="*/ 24 h 3"/>
                <a:gd name="T4" fmla="*/ 13 w 3"/>
                <a:gd name="T5" fmla="*/ 8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54" name="Freeform 4033">
              <a:extLst>
                <a:ext uri="{FF2B5EF4-FFF2-40B4-BE49-F238E27FC236}">
                  <a16:creationId xmlns:a16="http://schemas.microsoft.com/office/drawing/2014/main" id="{961E8751-4A64-4B78-9651-2816EF6FE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198"/>
              <a:ext cx="13" cy="11"/>
            </a:xfrm>
            <a:custGeom>
              <a:avLst/>
              <a:gdLst>
                <a:gd name="T0" fmla="*/ 13 w 7"/>
                <a:gd name="T1" fmla="*/ 7 h 6"/>
                <a:gd name="T2" fmla="*/ 20 w 7"/>
                <a:gd name="T3" fmla="*/ 37 h 6"/>
                <a:gd name="T4" fmla="*/ 2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2"/>
                    <a:pt x="1" y="6"/>
                    <a:pt x="3" y="6"/>
                  </a:cubicBezTo>
                  <a:cubicBezTo>
                    <a:pt x="7" y="6"/>
                    <a:pt x="7" y="0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55" name="Freeform 4034">
              <a:extLst>
                <a:ext uri="{FF2B5EF4-FFF2-40B4-BE49-F238E27FC236}">
                  <a16:creationId xmlns:a16="http://schemas.microsoft.com/office/drawing/2014/main" id="{496F9D28-2292-4399-AE19-EC2AAD61D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3247"/>
              <a:ext cx="16" cy="13"/>
            </a:xfrm>
            <a:custGeom>
              <a:avLst/>
              <a:gdLst>
                <a:gd name="T0" fmla="*/ 44 w 9"/>
                <a:gd name="T1" fmla="*/ 13 h 7"/>
                <a:gd name="T2" fmla="*/ 21 w 9"/>
                <a:gd name="T3" fmla="*/ 37 h 7"/>
                <a:gd name="T4" fmla="*/ 44 w 9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8" y="2"/>
                  </a:moveTo>
                  <a:cubicBezTo>
                    <a:pt x="4" y="0"/>
                    <a:pt x="0" y="5"/>
                    <a:pt x="4" y="6"/>
                  </a:cubicBezTo>
                  <a:cubicBezTo>
                    <a:pt x="7" y="7"/>
                    <a:pt x="9" y="5"/>
                    <a:pt x="8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56" name="Freeform 4035">
              <a:extLst>
                <a:ext uri="{FF2B5EF4-FFF2-40B4-BE49-F238E27FC236}">
                  <a16:creationId xmlns:a16="http://schemas.microsoft.com/office/drawing/2014/main" id="{2BC8781C-83C7-4E76-A686-CB84634C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279"/>
              <a:ext cx="9" cy="7"/>
            </a:xfrm>
            <a:custGeom>
              <a:avLst/>
              <a:gdLst>
                <a:gd name="T0" fmla="*/ 13 w 5"/>
                <a:gd name="T1" fmla="*/ 7 h 4"/>
                <a:gd name="T2" fmla="*/ 7 w 5"/>
                <a:gd name="T3" fmla="*/ 7 h 4"/>
                <a:gd name="T4" fmla="*/ 7 w 5"/>
                <a:gd name="T5" fmla="*/ 16 h 4"/>
                <a:gd name="T6" fmla="*/ 23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4" y="4"/>
                    <a:pt x="5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57" name="Freeform 4036">
              <a:extLst>
                <a:ext uri="{FF2B5EF4-FFF2-40B4-BE49-F238E27FC236}">
                  <a16:creationId xmlns:a16="http://schemas.microsoft.com/office/drawing/2014/main" id="{62058898-F110-4234-B8F7-C22818CBA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247"/>
              <a:ext cx="9" cy="9"/>
            </a:xfrm>
            <a:custGeom>
              <a:avLst/>
              <a:gdLst>
                <a:gd name="T0" fmla="*/ 13 w 5"/>
                <a:gd name="T1" fmla="*/ 7 h 5"/>
                <a:gd name="T2" fmla="*/ 7 w 5"/>
                <a:gd name="T3" fmla="*/ 29 h 5"/>
                <a:gd name="T4" fmla="*/ 1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5"/>
                    <a:pt x="5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58" name="Freeform 4037">
              <a:extLst>
                <a:ext uri="{FF2B5EF4-FFF2-40B4-BE49-F238E27FC236}">
                  <a16:creationId xmlns:a16="http://schemas.microsoft.com/office/drawing/2014/main" id="{5A35B4B1-E9D5-4285-8A7B-BAEBC1576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224"/>
              <a:ext cx="8" cy="10"/>
            </a:xfrm>
            <a:custGeom>
              <a:avLst/>
              <a:gdLst>
                <a:gd name="T0" fmla="*/ 0 w 4"/>
                <a:gd name="T1" fmla="*/ 16 h 5"/>
                <a:gd name="T2" fmla="*/ 8 w 4"/>
                <a:gd name="T3" fmla="*/ 40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59" name="Freeform 4038">
              <a:extLst>
                <a:ext uri="{FF2B5EF4-FFF2-40B4-BE49-F238E27FC236}">
                  <a16:creationId xmlns:a16="http://schemas.microsoft.com/office/drawing/2014/main" id="{FC1E7992-53DA-4DEC-B280-A3263667D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202"/>
              <a:ext cx="4" cy="5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13 h 3"/>
                <a:gd name="T4" fmla="*/ 16 w 2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60" name="Freeform 4039">
              <a:extLst>
                <a:ext uri="{FF2B5EF4-FFF2-40B4-BE49-F238E27FC236}">
                  <a16:creationId xmlns:a16="http://schemas.microsoft.com/office/drawing/2014/main" id="{35A80B47-05AC-4B6F-9941-3484526D8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172"/>
              <a:ext cx="7" cy="6"/>
            </a:xfrm>
            <a:custGeom>
              <a:avLst/>
              <a:gdLst>
                <a:gd name="T0" fmla="*/ 7 w 4"/>
                <a:gd name="T1" fmla="*/ 0 h 3"/>
                <a:gd name="T2" fmla="*/ 7 w 4"/>
                <a:gd name="T3" fmla="*/ 24 h 3"/>
                <a:gd name="T4" fmla="*/ 21 w 4"/>
                <a:gd name="T5" fmla="*/ 16 h 3"/>
                <a:gd name="T6" fmla="*/ 16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61" name="Freeform 4040">
              <a:extLst>
                <a:ext uri="{FF2B5EF4-FFF2-40B4-BE49-F238E27FC236}">
                  <a16:creationId xmlns:a16="http://schemas.microsoft.com/office/drawing/2014/main" id="{18DEEA19-4242-4ACD-8FC0-5454166CE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086"/>
              <a:ext cx="9" cy="13"/>
            </a:xfrm>
            <a:custGeom>
              <a:avLst/>
              <a:gdLst>
                <a:gd name="T0" fmla="*/ 7 w 5"/>
                <a:gd name="T1" fmla="*/ 20 h 7"/>
                <a:gd name="T2" fmla="*/ 7 w 5"/>
                <a:gd name="T3" fmla="*/ 45 h 7"/>
                <a:gd name="T4" fmla="*/ 0 w 5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1" y="4"/>
                    <a:pt x="1" y="6"/>
                    <a:pt x="1" y="7"/>
                  </a:cubicBezTo>
                  <a:cubicBezTo>
                    <a:pt x="5" y="6"/>
                    <a:pt x="4" y="0"/>
                    <a:pt x="0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62" name="Freeform 4041">
              <a:extLst>
                <a:ext uri="{FF2B5EF4-FFF2-40B4-BE49-F238E27FC236}">
                  <a16:creationId xmlns:a16="http://schemas.microsoft.com/office/drawing/2014/main" id="{069C9F29-CCEF-413B-9102-CF5D3187A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093"/>
              <a:ext cx="7" cy="10"/>
            </a:xfrm>
            <a:custGeom>
              <a:avLst/>
              <a:gdLst>
                <a:gd name="T0" fmla="*/ 12 w 4"/>
                <a:gd name="T1" fmla="*/ 0 h 5"/>
                <a:gd name="T2" fmla="*/ 12 w 4"/>
                <a:gd name="T3" fmla="*/ 40 h 5"/>
                <a:gd name="T4" fmla="*/ 16 w 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4" y="4"/>
                    <a:pt x="3" y="3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63" name="Freeform 4042">
              <a:extLst>
                <a:ext uri="{FF2B5EF4-FFF2-40B4-BE49-F238E27FC236}">
                  <a16:creationId xmlns:a16="http://schemas.microsoft.com/office/drawing/2014/main" id="{4C00D3DB-CDC9-4F87-A9C7-447E0019A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076"/>
              <a:ext cx="7" cy="10"/>
            </a:xfrm>
            <a:custGeom>
              <a:avLst/>
              <a:gdLst>
                <a:gd name="T0" fmla="*/ 7 w 4"/>
                <a:gd name="T1" fmla="*/ 0 h 5"/>
                <a:gd name="T2" fmla="*/ 12 w 4"/>
                <a:gd name="T3" fmla="*/ 40 h 5"/>
                <a:gd name="T4" fmla="*/ 1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64" name="Freeform 4043">
              <a:extLst>
                <a:ext uri="{FF2B5EF4-FFF2-40B4-BE49-F238E27FC236}">
                  <a16:creationId xmlns:a16="http://schemas.microsoft.com/office/drawing/2014/main" id="{9F9CD994-DB61-4E64-A42C-3B7D9DCDE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3136"/>
              <a:ext cx="11" cy="10"/>
            </a:xfrm>
            <a:custGeom>
              <a:avLst/>
              <a:gdLst>
                <a:gd name="T0" fmla="*/ 7 w 6"/>
                <a:gd name="T1" fmla="*/ 0 h 5"/>
                <a:gd name="T2" fmla="*/ 13 w 6"/>
                <a:gd name="T3" fmla="*/ 40 h 5"/>
                <a:gd name="T4" fmla="*/ 2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5" y="5"/>
                    <a:pt x="6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65" name="Freeform 4044">
              <a:extLst>
                <a:ext uri="{FF2B5EF4-FFF2-40B4-BE49-F238E27FC236}">
                  <a16:creationId xmlns:a16="http://schemas.microsoft.com/office/drawing/2014/main" id="{43BCC327-BE97-47FE-8351-BEDB207AA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3178"/>
              <a:ext cx="31" cy="13"/>
            </a:xfrm>
            <a:custGeom>
              <a:avLst/>
              <a:gdLst>
                <a:gd name="T0" fmla="*/ 44 w 17"/>
                <a:gd name="T1" fmla="*/ 0 h 7"/>
                <a:gd name="T2" fmla="*/ 49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7" y="0"/>
                  </a:moveTo>
                  <a:cubicBezTo>
                    <a:pt x="0" y="7"/>
                    <a:pt x="17" y="4"/>
                    <a:pt x="8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66" name="Freeform 4045">
              <a:extLst>
                <a:ext uri="{FF2B5EF4-FFF2-40B4-BE49-F238E27FC236}">
                  <a16:creationId xmlns:a16="http://schemas.microsoft.com/office/drawing/2014/main" id="{44E8B69C-CBFD-42D5-BAD7-84EC27F63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193"/>
              <a:ext cx="21" cy="14"/>
            </a:xfrm>
            <a:custGeom>
              <a:avLst/>
              <a:gdLst>
                <a:gd name="T0" fmla="*/ 29 w 11"/>
                <a:gd name="T1" fmla="*/ 7 h 8"/>
                <a:gd name="T2" fmla="*/ 40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4" y="1"/>
                  </a:moveTo>
                  <a:cubicBezTo>
                    <a:pt x="0" y="8"/>
                    <a:pt x="11" y="5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67" name="Freeform 4046">
              <a:extLst>
                <a:ext uri="{FF2B5EF4-FFF2-40B4-BE49-F238E27FC236}">
                  <a16:creationId xmlns:a16="http://schemas.microsoft.com/office/drawing/2014/main" id="{24546C89-6416-4EEA-8D2C-AC9C632EA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410"/>
              <a:ext cx="5" cy="9"/>
            </a:xfrm>
            <a:custGeom>
              <a:avLst/>
              <a:gdLst>
                <a:gd name="T0" fmla="*/ 5 w 3"/>
                <a:gd name="T1" fmla="*/ 0 h 5"/>
                <a:gd name="T2" fmla="*/ 8 w 3"/>
                <a:gd name="T3" fmla="*/ 29 h 5"/>
                <a:gd name="T4" fmla="*/ 13 w 3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3" y="3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68" name="Freeform 4047">
              <a:extLst>
                <a:ext uri="{FF2B5EF4-FFF2-40B4-BE49-F238E27FC236}">
                  <a16:creationId xmlns:a16="http://schemas.microsoft.com/office/drawing/2014/main" id="{BB12DC11-0910-4CC3-A80C-C4DD0958D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204"/>
              <a:ext cx="7" cy="11"/>
            </a:xfrm>
            <a:custGeom>
              <a:avLst/>
              <a:gdLst>
                <a:gd name="T0" fmla="*/ 0 w 4"/>
                <a:gd name="T1" fmla="*/ 20 h 6"/>
                <a:gd name="T2" fmla="*/ 12 w 4"/>
                <a:gd name="T3" fmla="*/ 37 h 6"/>
                <a:gd name="T4" fmla="*/ 12 w 4"/>
                <a:gd name="T5" fmla="*/ 0 h 6"/>
                <a:gd name="T6" fmla="*/ 0 w 4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4"/>
                    <a:pt x="1" y="5"/>
                    <a:pt x="2" y="6"/>
                  </a:cubicBezTo>
                  <a:cubicBezTo>
                    <a:pt x="4" y="4"/>
                    <a:pt x="4" y="2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69" name="Freeform 4048">
              <a:extLst>
                <a:ext uri="{FF2B5EF4-FFF2-40B4-BE49-F238E27FC236}">
                  <a16:creationId xmlns:a16="http://schemas.microsoft.com/office/drawing/2014/main" id="{E536986A-A8B1-4C2D-A35C-1D5C0AD1D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930"/>
              <a:ext cx="11" cy="12"/>
            </a:xfrm>
            <a:custGeom>
              <a:avLst/>
              <a:gdLst>
                <a:gd name="T0" fmla="*/ 0 w 6"/>
                <a:gd name="T1" fmla="*/ 8 h 6"/>
                <a:gd name="T2" fmla="*/ 7 w 6"/>
                <a:gd name="T3" fmla="*/ 48 h 6"/>
                <a:gd name="T4" fmla="*/ 7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4" y="5"/>
                    <a:pt x="6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70" name="Freeform 4049">
              <a:extLst>
                <a:ext uri="{FF2B5EF4-FFF2-40B4-BE49-F238E27FC236}">
                  <a16:creationId xmlns:a16="http://schemas.microsoft.com/office/drawing/2014/main" id="{6519E973-7B73-403B-8A64-720FE170D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921"/>
              <a:ext cx="10" cy="9"/>
            </a:xfrm>
            <a:custGeom>
              <a:avLst/>
              <a:gdLst>
                <a:gd name="T0" fmla="*/ 16 w 5"/>
                <a:gd name="T1" fmla="*/ 0 h 5"/>
                <a:gd name="T2" fmla="*/ 8 w 5"/>
                <a:gd name="T3" fmla="*/ 29 h 5"/>
                <a:gd name="T4" fmla="*/ 24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5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71" name="Freeform 4050">
              <a:extLst>
                <a:ext uri="{FF2B5EF4-FFF2-40B4-BE49-F238E27FC236}">
                  <a16:creationId xmlns:a16="http://schemas.microsoft.com/office/drawing/2014/main" id="{81EBDF2D-5503-4621-9C49-4FB7C9BD3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906"/>
              <a:ext cx="15" cy="11"/>
            </a:xfrm>
            <a:custGeom>
              <a:avLst/>
              <a:gdLst>
                <a:gd name="T0" fmla="*/ 32 w 8"/>
                <a:gd name="T1" fmla="*/ 7 h 6"/>
                <a:gd name="T2" fmla="*/ 0 w 8"/>
                <a:gd name="T3" fmla="*/ 20 h 6"/>
                <a:gd name="T4" fmla="*/ 53 w 8"/>
                <a:gd name="T5" fmla="*/ 13 h 6"/>
                <a:gd name="T6" fmla="*/ 39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1" y="6"/>
                    <a:pt x="7" y="4"/>
                    <a:pt x="8" y="2"/>
                  </a:cubicBezTo>
                  <a:cubicBezTo>
                    <a:pt x="8" y="1"/>
                    <a:pt x="7" y="0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72" name="Freeform 4051">
              <a:extLst>
                <a:ext uri="{FF2B5EF4-FFF2-40B4-BE49-F238E27FC236}">
                  <a16:creationId xmlns:a16="http://schemas.microsoft.com/office/drawing/2014/main" id="{F491BF82-8154-4452-A74E-B1754888E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310"/>
              <a:ext cx="9" cy="19"/>
            </a:xfrm>
            <a:custGeom>
              <a:avLst/>
              <a:gdLst>
                <a:gd name="T0" fmla="*/ 13 w 5"/>
                <a:gd name="T1" fmla="*/ 36 h 10"/>
                <a:gd name="T2" fmla="*/ 7 w 5"/>
                <a:gd name="T3" fmla="*/ 61 h 10"/>
                <a:gd name="T4" fmla="*/ 7 w 5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5"/>
                  </a:moveTo>
                  <a:cubicBezTo>
                    <a:pt x="0" y="6"/>
                    <a:pt x="0" y="8"/>
                    <a:pt x="1" y="9"/>
                  </a:cubicBezTo>
                  <a:cubicBezTo>
                    <a:pt x="5" y="10"/>
                    <a:pt x="5" y="0"/>
                    <a:pt x="1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73" name="Freeform 4052">
              <a:extLst>
                <a:ext uri="{FF2B5EF4-FFF2-40B4-BE49-F238E27FC236}">
                  <a16:creationId xmlns:a16="http://schemas.microsoft.com/office/drawing/2014/main" id="{1814D020-2270-4F3F-A39C-D52C8945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331"/>
              <a:ext cx="11" cy="11"/>
            </a:xfrm>
            <a:custGeom>
              <a:avLst/>
              <a:gdLst>
                <a:gd name="T0" fmla="*/ 7 w 6"/>
                <a:gd name="T1" fmla="*/ 13 h 6"/>
                <a:gd name="T2" fmla="*/ 20 w 6"/>
                <a:gd name="T3" fmla="*/ 37 h 6"/>
                <a:gd name="T4" fmla="*/ 7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4"/>
                    <a:pt x="1" y="6"/>
                    <a:pt x="3" y="6"/>
                  </a:cubicBezTo>
                  <a:cubicBezTo>
                    <a:pt x="6" y="4"/>
                    <a:pt x="4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74" name="Freeform 4053">
              <a:extLst>
                <a:ext uri="{FF2B5EF4-FFF2-40B4-BE49-F238E27FC236}">
                  <a16:creationId xmlns:a16="http://schemas.microsoft.com/office/drawing/2014/main" id="{0FDFC72A-35B7-4751-9B31-E23763F1F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297"/>
              <a:ext cx="21" cy="19"/>
            </a:xfrm>
            <a:custGeom>
              <a:avLst/>
              <a:gdLst>
                <a:gd name="T0" fmla="*/ 29 w 11"/>
                <a:gd name="T1" fmla="*/ 8 h 10"/>
                <a:gd name="T2" fmla="*/ 36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4" y="1"/>
                  </a:moveTo>
                  <a:cubicBezTo>
                    <a:pt x="0" y="10"/>
                    <a:pt x="11" y="3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75" name="Freeform 4054">
              <a:extLst>
                <a:ext uri="{FF2B5EF4-FFF2-40B4-BE49-F238E27FC236}">
                  <a16:creationId xmlns:a16="http://schemas.microsoft.com/office/drawing/2014/main" id="{8AE8F75D-0218-4D57-A76E-2704D326D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329"/>
              <a:ext cx="19" cy="19"/>
            </a:xfrm>
            <a:custGeom>
              <a:avLst/>
              <a:gdLst>
                <a:gd name="T0" fmla="*/ 8 w 10"/>
                <a:gd name="T1" fmla="*/ 8 h 10"/>
                <a:gd name="T2" fmla="*/ 21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" y="1"/>
                  </a:moveTo>
                  <a:cubicBezTo>
                    <a:pt x="0" y="10"/>
                    <a:pt x="10" y="3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76" name="Freeform 4055">
              <a:extLst>
                <a:ext uri="{FF2B5EF4-FFF2-40B4-BE49-F238E27FC236}">
                  <a16:creationId xmlns:a16="http://schemas.microsoft.com/office/drawing/2014/main" id="{B0B70DD4-6384-4310-A0DD-0B5AEDC9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3357"/>
              <a:ext cx="15" cy="19"/>
            </a:xfrm>
            <a:custGeom>
              <a:avLst/>
              <a:gdLst>
                <a:gd name="T0" fmla="*/ 0 w 8"/>
                <a:gd name="T1" fmla="*/ 15 h 10"/>
                <a:gd name="T2" fmla="*/ 1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1" y="10"/>
                    <a:pt x="8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77" name="Freeform 4056">
              <a:extLst>
                <a:ext uri="{FF2B5EF4-FFF2-40B4-BE49-F238E27FC236}">
                  <a16:creationId xmlns:a16="http://schemas.microsoft.com/office/drawing/2014/main" id="{81F70BAB-DE6C-433A-A06E-BA69DDCF8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294"/>
              <a:ext cx="15" cy="16"/>
            </a:xfrm>
            <a:custGeom>
              <a:avLst/>
              <a:gdLst>
                <a:gd name="T0" fmla="*/ 0 w 8"/>
                <a:gd name="T1" fmla="*/ 16 h 9"/>
                <a:gd name="T2" fmla="*/ 15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0" y="9"/>
                    <a:pt x="8" y="4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78" name="Freeform 4057">
              <a:extLst>
                <a:ext uri="{FF2B5EF4-FFF2-40B4-BE49-F238E27FC236}">
                  <a16:creationId xmlns:a16="http://schemas.microsoft.com/office/drawing/2014/main" id="{BD40AE11-1F97-4251-948B-B081A074A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237"/>
              <a:ext cx="21" cy="10"/>
            </a:xfrm>
            <a:custGeom>
              <a:avLst/>
              <a:gdLst>
                <a:gd name="T0" fmla="*/ 29 w 11"/>
                <a:gd name="T1" fmla="*/ 0 h 5"/>
                <a:gd name="T2" fmla="*/ 48 w 1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4" y="0"/>
                  </a:moveTo>
                  <a:cubicBezTo>
                    <a:pt x="0" y="5"/>
                    <a:pt x="11" y="4"/>
                    <a:pt x="7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79" name="Freeform 4058">
              <a:extLst>
                <a:ext uri="{FF2B5EF4-FFF2-40B4-BE49-F238E27FC236}">
                  <a16:creationId xmlns:a16="http://schemas.microsoft.com/office/drawing/2014/main" id="{45CC24DD-9A4E-42E2-98E9-7091D3E83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361"/>
              <a:ext cx="8" cy="9"/>
            </a:xfrm>
            <a:custGeom>
              <a:avLst/>
              <a:gdLst>
                <a:gd name="T0" fmla="*/ 0 w 4"/>
                <a:gd name="T1" fmla="*/ 13 h 5"/>
                <a:gd name="T2" fmla="*/ 16 w 4"/>
                <a:gd name="T3" fmla="*/ 29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80" name="Freeform 4059">
              <a:extLst>
                <a:ext uri="{FF2B5EF4-FFF2-40B4-BE49-F238E27FC236}">
                  <a16:creationId xmlns:a16="http://schemas.microsoft.com/office/drawing/2014/main" id="{6548A52D-B682-46D6-9867-AA6B9E546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3359"/>
              <a:ext cx="13" cy="15"/>
            </a:xfrm>
            <a:custGeom>
              <a:avLst/>
              <a:gdLst>
                <a:gd name="T0" fmla="*/ 0 w 7"/>
                <a:gd name="T1" fmla="*/ 8 h 8"/>
                <a:gd name="T2" fmla="*/ 13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0" y="8"/>
                    <a:pt x="7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81" name="Freeform 4060">
              <a:extLst>
                <a:ext uri="{FF2B5EF4-FFF2-40B4-BE49-F238E27FC236}">
                  <a16:creationId xmlns:a16="http://schemas.microsoft.com/office/drawing/2014/main" id="{09E4D22B-8ADB-4E3F-A9DD-798F2A081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423"/>
              <a:ext cx="13" cy="11"/>
            </a:xfrm>
            <a:custGeom>
              <a:avLst/>
              <a:gdLst>
                <a:gd name="T0" fmla="*/ 0 w 7"/>
                <a:gd name="T1" fmla="*/ 7 h 6"/>
                <a:gd name="T2" fmla="*/ 13 w 7"/>
                <a:gd name="T3" fmla="*/ 37 h 6"/>
                <a:gd name="T4" fmla="*/ 13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3"/>
                    <a:pt x="1" y="4"/>
                    <a:pt x="2" y="6"/>
                  </a:cubicBezTo>
                  <a:cubicBezTo>
                    <a:pt x="4" y="5"/>
                    <a:pt x="7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82" name="Freeform 4061">
              <a:extLst>
                <a:ext uri="{FF2B5EF4-FFF2-40B4-BE49-F238E27FC236}">
                  <a16:creationId xmlns:a16="http://schemas.microsoft.com/office/drawing/2014/main" id="{00F51080-7098-45D9-9009-3F180A380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458"/>
              <a:ext cx="15" cy="15"/>
            </a:xfrm>
            <a:custGeom>
              <a:avLst/>
              <a:gdLst>
                <a:gd name="T0" fmla="*/ 8 w 8"/>
                <a:gd name="T1" fmla="*/ 15 h 8"/>
                <a:gd name="T2" fmla="*/ 28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0" y="8"/>
                    <a:pt x="8" y="3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83" name="Freeform 4062">
              <a:extLst>
                <a:ext uri="{FF2B5EF4-FFF2-40B4-BE49-F238E27FC236}">
                  <a16:creationId xmlns:a16="http://schemas.microsoft.com/office/drawing/2014/main" id="{13C227D2-9E78-4EED-9AF2-FB6B15AF1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466"/>
              <a:ext cx="13" cy="15"/>
            </a:xfrm>
            <a:custGeom>
              <a:avLst/>
              <a:gdLst>
                <a:gd name="T0" fmla="*/ 13 w 7"/>
                <a:gd name="T1" fmla="*/ 39 h 8"/>
                <a:gd name="T2" fmla="*/ 20 w 7"/>
                <a:gd name="T3" fmla="*/ 53 h 8"/>
                <a:gd name="T4" fmla="*/ 0 w 7"/>
                <a:gd name="T5" fmla="*/ 3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6"/>
                  </a:moveTo>
                  <a:cubicBezTo>
                    <a:pt x="2" y="6"/>
                    <a:pt x="2" y="7"/>
                    <a:pt x="3" y="8"/>
                  </a:cubicBezTo>
                  <a:cubicBezTo>
                    <a:pt x="7" y="5"/>
                    <a:pt x="0" y="0"/>
                    <a:pt x="0" y="5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84" name="Freeform 4063">
              <a:extLst>
                <a:ext uri="{FF2B5EF4-FFF2-40B4-BE49-F238E27FC236}">
                  <a16:creationId xmlns:a16="http://schemas.microsoft.com/office/drawing/2014/main" id="{DA603D2E-8099-4B48-8FE6-2253DCD2A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475"/>
              <a:ext cx="11" cy="15"/>
            </a:xfrm>
            <a:custGeom>
              <a:avLst/>
              <a:gdLst>
                <a:gd name="T0" fmla="*/ 0 w 6"/>
                <a:gd name="T1" fmla="*/ 28 h 8"/>
                <a:gd name="T2" fmla="*/ 0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0" y="8"/>
                    <a:pt x="6" y="4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85" name="Freeform 4064">
              <a:extLst>
                <a:ext uri="{FF2B5EF4-FFF2-40B4-BE49-F238E27FC236}">
                  <a16:creationId xmlns:a16="http://schemas.microsoft.com/office/drawing/2014/main" id="{459673B0-AEEE-4923-95AC-7BF15278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438"/>
              <a:ext cx="19" cy="15"/>
            </a:xfrm>
            <a:custGeom>
              <a:avLst/>
              <a:gdLst>
                <a:gd name="T0" fmla="*/ 15 w 10"/>
                <a:gd name="T1" fmla="*/ 15 h 8"/>
                <a:gd name="T2" fmla="*/ 15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2"/>
                  </a:moveTo>
                  <a:cubicBezTo>
                    <a:pt x="0" y="8"/>
                    <a:pt x="10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86" name="Freeform 4065">
              <a:extLst>
                <a:ext uri="{FF2B5EF4-FFF2-40B4-BE49-F238E27FC236}">
                  <a16:creationId xmlns:a16="http://schemas.microsoft.com/office/drawing/2014/main" id="{9069AFC5-1312-4037-B484-EBB7D2454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496"/>
              <a:ext cx="7" cy="9"/>
            </a:xfrm>
            <a:custGeom>
              <a:avLst/>
              <a:gdLst>
                <a:gd name="T0" fmla="*/ 0 w 4"/>
                <a:gd name="T1" fmla="*/ 0 h 5"/>
                <a:gd name="T2" fmla="*/ 12 w 4"/>
                <a:gd name="T3" fmla="*/ 29 h 5"/>
                <a:gd name="T4" fmla="*/ 7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87" name="Freeform 4066">
              <a:extLst>
                <a:ext uri="{FF2B5EF4-FFF2-40B4-BE49-F238E27FC236}">
                  <a16:creationId xmlns:a16="http://schemas.microsoft.com/office/drawing/2014/main" id="{8332CECC-AEDF-4A98-9E72-C03A9494D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565"/>
              <a:ext cx="11" cy="13"/>
            </a:xfrm>
            <a:custGeom>
              <a:avLst/>
              <a:gdLst>
                <a:gd name="T0" fmla="*/ 13 w 6"/>
                <a:gd name="T1" fmla="*/ 13 h 7"/>
                <a:gd name="T2" fmla="*/ 20 w 6"/>
                <a:gd name="T3" fmla="*/ 37 h 7"/>
                <a:gd name="T4" fmla="*/ 2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3"/>
                    <a:pt x="1" y="6"/>
                    <a:pt x="3" y="6"/>
                  </a:cubicBezTo>
                  <a:cubicBezTo>
                    <a:pt x="6" y="7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88" name="Freeform 4067">
              <a:extLst>
                <a:ext uri="{FF2B5EF4-FFF2-40B4-BE49-F238E27FC236}">
                  <a16:creationId xmlns:a16="http://schemas.microsoft.com/office/drawing/2014/main" id="{C73A0EA8-9FBE-4303-B9D3-AD3B2D99A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520"/>
              <a:ext cx="22" cy="21"/>
            </a:xfrm>
            <a:custGeom>
              <a:avLst/>
              <a:gdLst>
                <a:gd name="T0" fmla="*/ 0 w 12"/>
                <a:gd name="T1" fmla="*/ 15 h 11"/>
                <a:gd name="T2" fmla="*/ 13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2"/>
                  </a:moveTo>
                  <a:cubicBezTo>
                    <a:pt x="1" y="11"/>
                    <a:pt x="12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89" name="Freeform 4068">
              <a:extLst>
                <a:ext uri="{FF2B5EF4-FFF2-40B4-BE49-F238E27FC236}">
                  <a16:creationId xmlns:a16="http://schemas.microsoft.com/office/drawing/2014/main" id="{3111A9D4-58AD-4887-9FF5-81ED26ED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513"/>
              <a:ext cx="20" cy="18"/>
            </a:xfrm>
            <a:custGeom>
              <a:avLst/>
              <a:gdLst>
                <a:gd name="T0" fmla="*/ 7 w 11"/>
                <a:gd name="T1" fmla="*/ 13 h 10"/>
                <a:gd name="T2" fmla="*/ 13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" y="2"/>
                  </a:moveTo>
                  <a:cubicBezTo>
                    <a:pt x="0" y="10"/>
                    <a:pt x="11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90" name="Freeform 4069">
              <a:extLst>
                <a:ext uri="{FF2B5EF4-FFF2-40B4-BE49-F238E27FC236}">
                  <a16:creationId xmlns:a16="http://schemas.microsoft.com/office/drawing/2014/main" id="{1CDE5539-4707-4AB6-A0EB-E1531DC36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417"/>
              <a:ext cx="24" cy="13"/>
            </a:xfrm>
            <a:custGeom>
              <a:avLst/>
              <a:gdLst>
                <a:gd name="T0" fmla="*/ 37 w 13"/>
                <a:gd name="T1" fmla="*/ 0 h 7"/>
                <a:gd name="T2" fmla="*/ 68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6" y="0"/>
                  </a:moveTo>
                  <a:cubicBezTo>
                    <a:pt x="0" y="7"/>
                    <a:pt x="13" y="6"/>
                    <a:pt x="1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91" name="Freeform 4070">
              <a:extLst>
                <a:ext uri="{FF2B5EF4-FFF2-40B4-BE49-F238E27FC236}">
                  <a16:creationId xmlns:a16="http://schemas.microsoft.com/office/drawing/2014/main" id="{057293A8-8DB9-448A-AFF6-0640C61A2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410"/>
              <a:ext cx="9" cy="7"/>
            </a:xfrm>
            <a:custGeom>
              <a:avLst/>
              <a:gdLst>
                <a:gd name="T0" fmla="*/ 7 w 5"/>
                <a:gd name="T1" fmla="*/ 12 h 4"/>
                <a:gd name="T2" fmla="*/ 7 w 5"/>
                <a:gd name="T3" fmla="*/ 21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5" y="4"/>
                    <a:pt x="3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92" name="Freeform 4071">
              <a:extLst>
                <a:ext uri="{FF2B5EF4-FFF2-40B4-BE49-F238E27FC236}">
                  <a16:creationId xmlns:a16="http://schemas.microsoft.com/office/drawing/2014/main" id="{0BAB3615-C8E8-4075-B81D-60BFB4CD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370"/>
              <a:ext cx="32" cy="25"/>
            </a:xfrm>
            <a:custGeom>
              <a:avLst/>
              <a:gdLst>
                <a:gd name="T0" fmla="*/ 32 w 17"/>
                <a:gd name="T1" fmla="*/ 23 h 13"/>
                <a:gd name="T2" fmla="*/ 45 w 17"/>
                <a:gd name="T3" fmla="*/ 1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5" y="3"/>
                  </a:moveTo>
                  <a:cubicBezTo>
                    <a:pt x="0" y="13"/>
                    <a:pt x="17" y="0"/>
                    <a:pt x="7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93" name="Freeform 4072">
              <a:extLst>
                <a:ext uri="{FF2B5EF4-FFF2-40B4-BE49-F238E27FC236}">
                  <a16:creationId xmlns:a16="http://schemas.microsoft.com/office/drawing/2014/main" id="{79FE03C3-64DE-45CB-87AE-A93A24F2D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617"/>
              <a:ext cx="11" cy="12"/>
            </a:xfrm>
            <a:custGeom>
              <a:avLst/>
              <a:gdLst>
                <a:gd name="T0" fmla="*/ 20 w 6"/>
                <a:gd name="T1" fmla="*/ 0 h 6"/>
                <a:gd name="T2" fmla="*/ 20 w 6"/>
                <a:gd name="T3" fmla="*/ 48 h 6"/>
                <a:gd name="T4" fmla="*/ 2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2"/>
                    <a:pt x="0" y="6"/>
                    <a:pt x="3" y="6"/>
                  </a:cubicBezTo>
                  <a:cubicBezTo>
                    <a:pt x="6" y="6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94" name="Freeform 4073">
              <a:extLst>
                <a:ext uri="{FF2B5EF4-FFF2-40B4-BE49-F238E27FC236}">
                  <a16:creationId xmlns:a16="http://schemas.microsoft.com/office/drawing/2014/main" id="{04E6195B-052B-45BD-90EA-52A42BFD8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623"/>
              <a:ext cx="21" cy="19"/>
            </a:xfrm>
            <a:custGeom>
              <a:avLst/>
              <a:gdLst>
                <a:gd name="T0" fmla="*/ 15 w 11"/>
                <a:gd name="T1" fmla="*/ 0 h 10"/>
                <a:gd name="T2" fmla="*/ 29 w 11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0" y="10"/>
                    <a:pt x="11" y="2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95" name="Freeform 4074">
              <a:extLst>
                <a:ext uri="{FF2B5EF4-FFF2-40B4-BE49-F238E27FC236}">
                  <a16:creationId xmlns:a16="http://schemas.microsoft.com/office/drawing/2014/main" id="{E6DFB725-9AA5-4926-A5D1-DD8EA5084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3638"/>
              <a:ext cx="8" cy="9"/>
            </a:xfrm>
            <a:custGeom>
              <a:avLst/>
              <a:gdLst>
                <a:gd name="T0" fmla="*/ 16 w 4"/>
                <a:gd name="T1" fmla="*/ 16 h 5"/>
                <a:gd name="T2" fmla="*/ 8 w 4"/>
                <a:gd name="T3" fmla="*/ 29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1" y="4"/>
                    <a:pt x="0" y="4"/>
                    <a:pt x="1" y="5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96" name="Freeform 4075">
              <a:extLst>
                <a:ext uri="{FF2B5EF4-FFF2-40B4-BE49-F238E27FC236}">
                  <a16:creationId xmlns:a16="http://schemas.microsoft.com/office/drawing/2014/main" id="{1CC10C97-675D-4040-B142-DEB3543A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574"/>
              <a:ext cx="7" cy="8"/>
            </a:xfrm>
            <a:custGeom>
              <a:avLst/>
              <a:gdLst>
                <a:gd name="T0" fmla="*/ 7 w 4"/>
                <a:gd name="T1" fmla="*/ 0 h 4"/>
                <a:gd name="T2" fmla="*/ 12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97" name="Freeform 4076">
              <a:extLst>
                <a:ext uri="{FF2B5EF4-FFF2-40B4-BE49-F238E27FC236}">
                  <a16:creationId xmlns:a16="http://schemas.microsoft.com/office/drawing/2014/main" id="{3D201127-3DDF-4027-B6F4-14A36B10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561"/>
              <a:ext cx="7" cy="8"/>
            </a:xfrm>
            <a:custGeom>
              <a:avLst/>
              <a:gdLst>
                <a:gd name="T0" fmla="*/ 7 w 4"/>
                <a:gd name="T1" fmla="*/ 0 h 4"/>
                <a:gd name="T2" fmla="*/ 7 w 4"/>
                <a:gd name="T3" fmla="*/ 32 h 4"/>
                <a:gd name="T4" fmla="*/ 1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98" name="Freeform 4077">
              <a:extLst>
                <a:ext uri="{FF2B5EF4-FFF2-40B4-BE49-F238E27FC236}">
                  <a16:creationId xmlns:a16="http://schemas.microsoft.com/office/drawing/2014/main" id="{8E075E96-C21A-451F-B5F4-AA11CEF03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563"/>
              <a:ext cx="11" cy="13"/>
            </a:xfrm>
            <a:custGeom>
              <a:avLst/>
              <a:gdLst>
                <a:gd name="T0" fmla="*/ 7 w 6"/>
                <a:gd name="T1" fmla="*/ 13 h 7"/>
                <a:gd name="T2" fmla="*/ 13 w 6"/>
                <a:gd name="T3" fmla="*/ 45 h 7"/>
                <a:gd name="T4" fmla="*/ 0 w 6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6" y="5"/>
                    <a:pt x="4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99" name="Freeform 4078">
              <a:extLst>
                <a:ext uri="{FF2B5EF4-FFF2-40B4-BE49-F238E27FC236}">
                  <a16:creationId xmlns:a16="http://schemas.microsoft.com/office/drawing/2014/main" id="{F394A634-3C9F-4421-A5D1-8859681E6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544"/>
              <a:ext cx="30" cy="13"/>
            </a:xfrm>
            <a:custGeom>
              <a:avLst/>
              <a:gdLst>
                <a:gd name="T0" fmla="*/ 45 w 16"/>
                <a:gd name="T1" fmla="*/ 0 h 7"/>
                <a:gd name="T2" fmla="*/ 53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7" y="0"/>
                  </a:moveTo>
                  <a:cubicBezTo>
                    <a:pt x="0" y="7"/>
                    <a:pt x="16" y="3"/>
                    <a:pt x="8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00" name="Freeform 4079">
              <a:extLst>
                <a:ext uri="{FF2B5EF4-FFF2-40B4-BE49-F238E27FC236}">
                  <a16:creationId xmlns:a16="http://schemas.microsoft.com/office/drawing/2014/main" id="{8E1ECC24-486C-4DBA-B40A-9C14A5222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83"/>
              <a:ext cx="4" cy="5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3 h 3"/>
                <a:gd name="T4" fmla="*/ 16 w 2"/>
                <a:gd name="T5" fmla="*/ 0 h 3"/>
                <a:gd name="T6" fmla="*/ 8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2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01" name="Freeform 4080">
              <a:extLst>
                <a:ext uri="{FF2B5EF4-FFF2-40B4-BE49-F238E27FC236}">
                  <a16:creationId xmlns:a16="http://schemas.microsoft.com/office/drawing/2014/main" id="{BF9EB52B-BA21-4383-B0F4-75A026808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655"/>
              <a:ext cx="8" cy="7"/>
            </a:xfrm>
            <a:custGeom>
              <a:avLst/>
              <a:gdLst>
                <a:gd name="T0" fmla="*/ 16 w 4"/>
                <a:gd name="T1" fmla="*/ 0 h 4"/>
                <a:gd name="T2" fmla="*/ 24 w 4"/>
                <a:gd name="T3" fmla="*/ 21 h 4"/>
                <a:gd name="T4" fmla="*/ 24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0" y="4"/>
                    <a:pt x="3" y="4"/>
                  </a:cubicBezTo>
                  <a:cubicBezTo>
                    <a:pt x="4" y="3"/>
                    <a:pt x="4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02" name="Freeform 4081">
              <a:extLst>
                <a:ext uri="{FF2B5EF4-FFF2-40B4-BE49-F238E27FC236}">
                  <a16:creationId xmlns:a16="http://schemas.microsoft.com/office/drawing/2014/main" id="{40E14AEA-9165-461D-9930-318AF38F5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688"/>
              <a:ext cx="8" cy="12"/>
            </a:xfrm>
            <a:custGeom>
              <a:avLst/>
              <a:gdLst>
                <a:gd name="T0" fmla="*/ 8 w 4"/>
                <a:gd name="T1" fmla="*/ 32 h 6"/>
                <a:gd name="T2" fmla="*/ 8 w 4"/>
                <a:gd name="T3" fmla="*/ 48 h 6"/>
                <a:gd name="T4" fmla="*/ 0 w 4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4"/>
                  </a:moveTo>
                  <a:cubicBezTo>
                    <a:pt x="0" y="5"/>
                    <a:pt x="0" y="5"/>
                    <a:pt x="1" y="6"/>
                  </a:cubicBezTo>
                  <a:cubicBezTo>
                    <a:pt x="3" y="6"/>
                    <a:pt x="4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03" name="Freeform 4082">
              <a:extLst>
                <a:ext uri="{FF2B5EF4-FFF2-40B4-BE49-F238E27FC236}">
                  <a16:creationId xmlns:a16="http://schemas.microsoft.com/office/drawing/2014/main" id="{F78FCAAA-F672-4DA1-9704-9528E7A75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674"/>
              <a:ext cx="7" cy="11"/>
            </a:xfrm>
            <a:custGeom>
              <a:avLst/>
              <a:gdLst>
                <a:gd name="T0" fmla="*/ 12 w 4"/>
                <a:gd name="T1" fmla="*/ 13 h 6"/>
                <a:gd name="T2" fmla="*/ 12 w 4"/>
                <a:gd name="T3" fmla="*/ 37 h 6"/>
                <a:gd name="T4" fmla="*/ 12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4" y="5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04" name="Freeform 4083">
              <a:extLst>
                <a:ext uri="{FF2B5EF4-FFF2-40B4-BE49-F238E27FC236}">
                  <a16:creationId xmlns:a16="http://schemas.microsoft.com/office/drawing/2014/main" id="{472D78D1-FF04-43C0-972B-0AD379F8F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3685"/>
              <a:ext cx="10" cy="9"/>
            </a:xfrm>
            <a:custGeom>
              <a:avLst/>
              <a:gdLst>
                <a:gd name="T0" fmla="*/ 8 w 5"/>
                <a:gd name="T1" fmla="*/ 13 h 5"/>
                <a:gd name="T2" fmla="*/ 8 w 5"/>
                <a:gd name="T3" fmla="*/ 29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4" y="5"/>
                    <a:pt x="5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05" name="Freeform 4084">
              <a:extLst>
                <a:ext uri="{FF2B5EF4-FFF2-40B4-BE49-F238E27FC236}">
                  <a16:creationId xmlns:a16="http://schemas.microsoft.com/office/drawing/2014/main" id="{60B397C8-072B-4CD5-A23A-E91E40317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702"/>
              <a:ext cx="8" cy="7"/>
            </a:xfrm>
            <a:custGeom>
              <a:avLst/>
              <a:gdLst>
                <a:gd name="T0" fmla="*/ 0 w 4"/>
                <a:gd name="T1" fmla="*/ 12 h 4"/>
                <a:gd name="T2" fmla="*/ 16 w 4"/>
                <a:gd name="T3" fmla="*/ 21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3"/>
                    <a:pt x="1" y="3"/>
                    <a:pt x="2" y="4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06" name="Freeform 4085">
              <a:extLst>
                <a:ext uri="{FF2B5EF4-FFF2-40B4-BE49-F238E27FC236}">
                  <a16:creationId xmlns:a16="http://schemas.microsoft.com/office/drawing/2014/main" id="{79B7A77F-0585-41F1-86AA-46CF3DE54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765"/>
              <a:ext cx="11" cy="15"/>
            </a:xfrm>
            <a:custGeom>
              <a:avLst/>
              <a:gdLst>
                <a:gd name="T0" fmla="*/ 0 w 6"/>
                <a:gd name="T1" fmla="*/ 28 h 8"/>
                <a:gd name="T2" fmla="*/ 13 w 6"/>
                <a:gd name="T3" fmla="*/ 53 h 8"/>
                <a:gd name="T4" fmla="*/ 24 w 6"/>
                <a:gd name="T5" fmla="*/ 8 h 8"/>
                <a:gd name="T6" fmla="*/ 7 w 6"/>
                <a:gd name="T7" fmla="*/ 1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0" y="5"/>
                    <a:pt x="0" y="7"/>
                    <a:pt x="2" y="8"/>
                  </a:cubicBezTo>
                  <a:cubicBezTo>
                    <a:pt x="5" y="7"/>
                    <a:pt x="6" y="3"/>
                    <a:pt x="4" y="1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07" name="Freeform 4086">
              <a:extLst>
                <a:ext uri="{FF2B5EF4-FFF2-40B4-BE49-F238E27FC236}">
                  <a16:creationId xmlns:a16="http://schemas.microsoft.com/office/drawing/2014/main" id="{85CC5A2F-0741-4356-8A5B-6DF4593B2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885"/>
              <a:ext cx="22" cy="17"/>
            </a:xfrm>
            <a:custGeom>
              <a:avLst/>
              <a:gdLst>
                <a:gd name="T0" fmla="*/ 20 w 12"/>
                <a:gd name="T1" fmla="*/ 0 h 9"/>
                <a:gd name="T2" fmla="*/ 44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3" y="0"/>
                  </a:moveTo>
                  <a:cubicBezTo>
                    <a:pt x="0" y="9"/>
                    <a:pt x="12" y="5"/>
                    <a:pt x="7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08" name="Freeform 4087">
              <a:extLst>
                <a:ext uri="{FF2B5EF4-FFF2-40B4-BE49-F238E27FC236}">
                  <a16:creationId xmlns:a16="http://schemas.microsoft.com/office/drawing/2014/main" id="{CEEE75BA-BD9A-4F43-ACDB-2EA5CB10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3909"/>
              <a:ext cx="8" cy="10"/>
            </a:xfrm>
            <a:custGeom>
              <a:avLst/>
              <a:gdLst>
                <a:gd name="T0" fmla="*/ 16 w 4"/>
                <a:gd name="T1" fmla="*/ 8 h 5"/>
                <a:gd name="T2" fmla="*/ 16 w 4"/>
                <a:gd name="T3" fmla="*/ 40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4"/>
                    <a:pt x="4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09" name="Freeform 4088">
              <a:extLst>
                <a:ext uri="{FF2B5EF4-FFF2-40B4-BE49-F238E27FC236}">
                  <a16:creationId xmlns:a16="http://schemas.microsoft.com/office/drawing/2014/main" id="{45C3183C-6E05-473F-B4F5-B7CA2E291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932"/>
              <a:ext cx="37" cy="13"/>
            </a:xfrm>
            <a:custGeom>
              <a:avLst/>
              <a:gdLst>
                <a:gd name="T0" fmla="*/ 52 w 20"/>
                <a:gd name="T1" fmla="*/ 7 h 7"/>
                <a:gd name="T2" fmla="*/ 68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0" y="7"/>
                    <a:pt x="20" y="7"/>
                    <a:pt x="1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0" name="Freeform 4089">
              <a:extLst>
                <a:ext uri="{FF2B5EF4-FFF2-40B4-BE49-F238E27FC236}">
                  <a16:creationId xmlns:a16="http://schemas.microsoft.com/office/drawing/2014/main" id="{7562F7DE-5CD5-473B-9DB0-6502AD3E6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921"/>
              <a:ext cx="13" cy="9"/>
            </a:xfrm>
            <a:custGeom>
              <a:avLst/>
              <a:gdLst>
                <a:gd name="T0" fmla="*/ 7 w 7"/>
                <a:gd name="T1" fmla="*/ 0 h 5"/>
                <a:gd name="T2" fmla="*/ 13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5"/>
                    <a:pt x="7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1" name="Freeform 4090">
              <a:extLst>
                <a:ext uri="{FF2B5EF4-FFF2-40B4-BE49-F238E27FC236}">
                  <a16:creationId xmlns:a16="http://schemas.microsoft.com/office/drawing/2014/main" id="{41A2CC5D-764D-4571-826E-A11B39AD8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924"/>
              <a:ext cx="17" cy="13"/>
            </a:xfrm>
            <a:custGeom>
              <a:avLst/>
              <a:gdLst>
                <a:gd name="T0" fmla="*/ 21 w 9"/>
                <a:gd name="T1" fmla="*/ 0 h 7"/>
                <a:gd name="T2" fmla="*/ 0 w 9"/>
                <a:gd name="T3" fmla="*/ 32 h 7"/>
                <a:gd name="T4" fmla="*/ 28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3" y="7"/>
                    <a:pt x="9" y="3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2" name="Freeform 4091">
              <a:extLst>
                <a:ext uri="{FF2B5EF4-FFF2-40B4-BE49-F238E27FC236}">
                  <a16:creationId xmlns:a16="http://schemas.microsoft.com/office/drawing/2014/main" id="{C6733F1F-D079-4E95-9085-FED7961A1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863"/>
              <a:ext cx="13" cy="16"/>
            </a:xfrm>
            <a:custGeom>
              <a:avLst/>
              <a:gdLst>
                <a:gd name="T0" fmla="*/ 7 w 7"/>
                <a:gd name="T1" fmla="*/ 16 h 9"/>
                <a:gd name="T2" fmla="*/ 0 w 7"/>
                <a:gd name="T3" fmla="*/ 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3" y="9"/>
                    <a:pt x="7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3" name="Freeform 4092">
              <a:extLst>
                <a:ext uri="{FF2B5EF4-FFF2-40B4-BE49-F238E27FC236}">
                  <a16:creationId xmlns:a16="http://schemas.microsoft.com/office/drawing/2014/main" id="{DC8BDFB9-1781-4FB5-92F3-DCD792DB8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808"/>
              <a:ext cx="5" cy="8"/>
            </a:xfrm>
            <a:custGeom>
              <a:avLst/>
              <a:gdLst>
                <a:gd name="T0" fmla="*/ 0 w 3"/>
                <a:gd name="T1" fmla="*/ 16 h 4"/>
                <a:gd name="T2" fmla="*/ 5 w 3"/>
                <a:gd name="T3" fmla="*/ 32 h 4"/>
                <a:gd name="T4" fmla="*/ 13 w 3"/>
                <a:gd name="T5" fmla="*/ 0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4" name="Freeform 4093">
              <a:extLst>
                <a:ext uri="{FF2B5EF4-FFF2-40B4-BE49-F238E27FC236}">
                  <a16:creationId xmlns:a16="http://schemas.microsoft.com/office/drawing/2014/main" id="{D22A27A6-CB13-4463-B617-547B38253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823"/>
              <a:ext cx="19" cy="17"/>
            </a:xfrm>
            <a:custGeom>
              <a:avLst/>
              <a:gdLst>
                <a:gd name="T0" fmla="*/ 15 w 10"/>
                <a:gd name="T1" fmla="*/ 8 h 9"/>
                <a:gd name="T2" fmla="*/ 21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2" y="1"/>
                  </a:moveTo>
                  <a:cubicBezTo>
                    <a:pt x="0" y="9"/>
                    <a:pt x="10" y="3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5" name="Freeform 4094">
              <a:extLst>
                <a:ext uri="{FF2B5EF4-FFF2-40B4-BE49-F238E27FC236}">
                  <a16:creationId xmlns:a16="http://schemas.microsoft.com/office/drawing/2014/main" id="{1070B598-24F7-451B-8EBE-2FA198DF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853"/>
              <a:ext cx="9" cy="17"/>
            </a:xfrm>
            <a:custGeom>
              <a:avLst/>
              <a:gdLst>
                <a:gd name="T0" fmla="*/ 0 w 5"/>
                <a:gd name="T1" fmla="*/ 21 h 9"/>
                <a:gd name="T2" fmla="*/ 0 w 5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3"/>
                  </a:moveTo>
                  <a:cubicBezTo>
                    <a:pt x="2" y="9"/>
                    <a:pt x="5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6" name="Freeform 4095">
              <a:extLst>
                <a:ext uri="{FF2B5EF4-FFF2-40B4-BE49-F238E27FC236}">
                  <a16:creationId xmlns:a16="http://schemas.microsoft.com/office/drawing/2014/main" id="{E706A825-7A26-4535-8A1A-3FA53F6DB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3840"/>
              <a:ext cx="7" cy="8"/>
            </a:xfrm>
            <a:custGeom>
              <a:avLst/>
              <a:gdLst>
                <a:gd name="T0" fmla="*/ 0 w 4"/>
                <a:gd name="T1" fmla="*/ 8 h 4"/>
                <a:gd name="T2" fmla="*/ 7 w 4"/>
                <a:gd name="T3" fmla="*/ 32 h 4"/>
                <a:gd name="T4" fmla="*/ 0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4"/>
                    <a:pt x="4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7" name="Freeform 4096">
              <a:extLst>
                <a:ext uri="{FF2B5EF4-FFF2-40B4-BE49-F238E27FC236}">
                  <a16:creationId xmlns:a16="http://schemas.microsoft.com/office/drawing/2014/main" id="{B36C515B-B5D2-4525-81A3-846BE5236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881"/>
              <a:ext cx="30" cy="21"/>
            </a:xfrm>
            <a:custGeom>
              <a:avLst/>
              <a:gdLst>
                <a:gd name="T0" fmla="*/ 32 w 16"/>
                <a:gd name="T1" fmla="*/ 8 h 11"/>
                <a:gd name="T2" fmla="*/ 45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5" y="1"/>
                  </a:moveTo>
                  <a:cubicBezTo>
                    <a:pt x="0" y="11"/>
                    <a:pt x="16" y="0"/>
                    <a:pt x="7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8" name="Freeform 4097">
              <a:extLst>
                <a:ext uri="{FF2B5EF4-FFF2-40B4-BE49-F238E27FC236}">
                  <a16:creationId xmlns:a16="http://schemas.microsoft.com/office/drawing/2014/main" id="{F155BAA6-9002-4DD7-9429-61824D182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3909"/>
              <a:ext cx="10" cy="12"/>
            </a:xfrm>
            <a:custGeom>
              <a:avLst/>
              <a:gdLst>
                <a:gd name="T0" fmla="*/ 0 w 5"/>
                <a:gd name="T1" fmla="*/ 24 h 6"/>
                <a:gd name="T2" fmla="*/ 8 w 5"/>
                <a:gd name="T3" fmla="*/ 48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5" y="5"/>
                    <a:pt x="5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9" name="Freeform 4098">
              <a:extLst>
                <a:ext uri="{FF2B5EF4-FFF2-40B4-BE49-F238E27FC236}">
                  <a16:creationId xmlns:a16="http://schemas.microsoft.com/office/drawing/2014/main" id="{4240B446-4EBD-46F1-9A6D-B617E564D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741"/>
              <a:ext cx="30" cy="13"/>
            </a:xfrm>
            <a:custGeom>
              <a:avLst/>
              <a:gdLst>
                <a:gd name="T0" fmla="*/ 39 w 16"/>
                <a:gd name="T1" fmla="*/ 7 h 7"/>
                <a:gd name="T2" fmla="*/ 53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6" y="1"/>
                  </a:moveTo>
                  <a:cubicBezTo>
                    <a:pt x="0" y="7"/>
                    <a:pt x="16" y="6"/>
                    <a:pt x="8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0" name="Freeform 4099">
              <a:extLst>
                <a:ext uri="{FF2B5EF4-FFF2-40B4-BE49-F238E27FC236}">
                  <a16:creationId xmlns:a16="http://schemas.microsoft.com/office/drawing/2014/main" id="{BEF90863-6902-4DA6-984A-223CFC45C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791"/>
              <a:ext cx="8" cy="8"/>
            </a:xfrm>
            <a:custGeom>
              <a:avLst/>
              <a:gdLst>
                <a:gd name="T0" fmla="*/ 0 w 4"/>
                <a:gd name="T1" fmla="*/ 16 h 4"/>
                <a:gd name="T2" fmla="*/ 32 w 4"/>
                <a:gd name="T3" fmla="*/ 16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3"/>
                    <a:pt x="3" y="4"/>
                    <a:pt x="4" y="2"/>
                  </a:cubicBezTo>
                  <a:cubicBezTo>
                    <a:pt x="4" y="0"/>
                    <a:pt x="4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1" name="Freeform 4100">
              <a:extLst>
                <a:ext uri="{FF2B5EF4-FFF2-40B4-BE49-F238E27FC236}">
                  <a16:creationId xmlns:a16="http://schemas.microsoft.com/office/drawing/2014/main" id="{6FCC807C-0A2A-4CF8-ACE2-9F5862AC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945"/>
              <a:ext cx="17" cy="13"/>
            </a:xfrm>
            <a:custGeom>
              <a:avLst/>
              <a:gdLst>
                <a:gd name="T0" fmla="*/ 21 w 9"/>
                <a:gd name="T1" fmla="*/ 7 h 7"/>
                <a:gd name="T2" fmla="*/ 32 w 9"/>
                <a:gd name="T3" fmla="*/ 37 h 7"/>
                <a:gd name="T4" fmla="*/ 32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1"/>
                  </a:moveTo>
                  <a:cubicBezTo>
                    <a:pt x="0" y="3"/>
                    <a:pt x="2" y="7"/>
                    <a:pt x="5" y="6"/>
                  </a:cubicBezTo>
                  <a:cubicBezTo>
                    <a:pt x="9" y="6"/>
                    <a:pt x="9" y="0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2" name="Freeform 4101">
              <a:extLst>
                <a:ext uri="{FF2B5EF4-FFF2-40B4-BE49-F238E27FC236}">
                  <a16:creationId xmlns:a16="http://schemas.microsoft.com/office/drawing/2014/main" id="{56E738CB-E9F5-4C6F-ABC5-9F8DF8D76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3951"/>
              <a:ext cx="9" cy="5"/>
            </a:xfrm>
            <a:custGeom>
              <a:avLst/>
              <a:gdLst>
                <a:gd name="T0" fmla="*/ 29 w 5"/>
                <a:gd name="T1" fmla="*/ 5 h 3"/>
                <a:gd name="T2" fmla="*/ 0 w 5"/>
                <a:gd name="T3" fmla="*/ 8 h 3"/>
                <a:gd name="T4" fmla="*/ 16 w 5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0"/>
                    <a:pt x="1" y="0"/>
                    <a:pt x="0" y="2"/>
                  </a:cubicBezTo>
                  <a:cubicBezTo>
                    <a:pt x="2" y="3"/>
                    <a:pt x="2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3" name="Freeform 4102">
              <a:extLst>
                <a:ext uri="{FF2B5EF4-FFF2-40B4-BE49-F238E27FC236}">
                  <a16:creationId xmlns:a16="http://schemas.microsoft.com/office/drawing/2014/main" id="{CD1C4A4F-450E-4685-84F0-D28691717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941"/>
              <a:ext cx="13" cy="11"/>
            </a:xfrm>
            <a:custGeom>
              <a:avLst/>
              <a:gdLst>
                <a:gd name="T0" fmla="*/ 37 w 7"/>
                <a:gd name="T1" fmla="*/ 13 h 6"/>
                <a:gd name="T2" fmla="*/ 7 w 7"/>
                <a:gd name="T3" fmla="*/ 31 h 6"/>
                <a:gd name="T4" fmla="*/ 32 w 7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6" y="2"/>
                  </a:moveTo>
                  <a:cubicBezTo>
                    <a:pt x="4" y="0"/>
                    <a:pt x="0" y="2"/>
                    <a:pt x="1" y="5"/>
                  </a:cubicBezTo>
                  <a:cubicBezTo>
                    <a:pt x="4" y="6"/>
                    <a:pt x="7" y="4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4" name="Freeform 4103">
              <a:extLst>
                <a:ext uri="{FF2B5EF4-FFF2-40B4-BE49-F238E27FC236}">
                  <a16:creationId xmlns:a16="http://schemas.microsoft.com/office/drawing/2014/main" id="{2E4B5B89-7110-43F9-911A-0BDD4874A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909"/>
              <a:ext cx="9" cy="8"/>
            </a:xfrm>
            <a:custGeom>
              <a:avLst/>
              <a:gdLst>
                <a:gd name="T0" fmla="*/ 23 w 5"/>
                <a:gd name="T1" fmla="*/ 8 h 4"/>
                <a:gd name="T2" fmla="*/ 13 w 5"/>
                <a:gd name="T3" fmla="*/ 0 h 4"/>
                <a:gd name="T4" fmla="*/ 0 w 5"/>
                <a:gd name="T5" fmla="*/ 24 h 4"/>
                <a:gd name="T6" fmla="*/ 16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5" name="Freeform 4104">
              <a:extLst>
                <a:ext uri="{FF2B5EF4-FFF2-40B4-BE49-F238E27FC236}">
                  <a16:creationId xmlns:a16="http://schemas.microsoft.com/office/drawing/2014/main" id="{F1281518-6CF1-4733-A567-8C75EA79D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922"/>
              <a:ext cx="25" cy="15"/>
            </a:xfrm>
            <a:custGeom>
              <a:avLst/>
              <a:gdLst>
                <a:gd name="T0" fmla="*/ 56 w 13"/>
                <a:gd name="T1" fmla="*/ 8 h 8"/>
                <a:gd name="T2" fmla="*/ 44 w 13"/>
                <a:gd name="T3" fmla="*/ 45 h 8"/>
                <a:gd name="T4" fmla="*/ 63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8" y="1"/>
                  </a:moveTo>
                  <a:cubicBezTo>
                    <a:pt x="4" y="2"/>
                    <a:pt x="0" y="8"/>
                    <a:pt x="6" y="7"/>
                  </a:cubicBezTo>
                  <a:cubicBezTo>
                    <a:pt x="11" y="7"/>
                    <a:pt x="13" y="2"/>
                    <a:pt x="9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6" name="Freeform 4105">
              <a:extLst>
                <a:ext uri="{FF2B5EF4-FFF2-40B4-BE49-F238E27FC236}">
                  <a16:creationId xmlns:a16="http://schemas.microsoft.com/office/drawing/2014/main" id="{FD882F1F-5F0E-405F-8AD3-40A049173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891"/>
              <a:ext cx="10" cy="9"/>
            </a:xfrm>
            <a:custGeom>
              <a:avLst/>
              <a:gdLst>
                <a:gd name="T0" fmla="*/ 16 w 5"/>
                <a:gd name="T1" fmla="*/ 0 h 5"/>
                <a:gd name="T2" fmla="*/ 0 w 5"/>
                <a:gd name="T3" fmla="*/ 23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5"/>
                    <a:pt x="5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7" name="Freeform 4106">
              <a:extLst>
                <a:ext uri="{FF2B5EF4-FFF2-40B4-BE49-F238E27FC236}">
                  <a16:creationId xmlns:a16="http://schemas.microsoft.com/office/drawing/2014/main" id="{2A5D6649-E7AC-4441-A529-B3D5A178C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911"/>
              <a:ext cx="8" cy="6"/>
            </a:xfrm>
            <a:custGeom>
              <a:avLst/>
              <a:gdLst>
                <a:gd name="T0" fmla="*/ 24 w 4"/>
                <a:gd name="T1" fmla="*/ 0 h 3"/>
                <a:gd name="T2" fmla="*/ 0 w 4"/>
                <a:gd name="T3" fmla="*/ 24 h 3"/>
                <a:gd name="T4" fmla="*/ 32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3" y="3"/>
                    <a:pt x="4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8" name="Freeform 4107">
              <a:extLst>
                <a:ext uri="{FF2B5EF4-FFF2-40B4-BE49-F238E27FC236}">
                  <a16:creationId xmlns:a16="http://schemas.microsoft.com/office/drawing/2014/main" id="{5B74B9D2-EC1B-4BF7-9831-E2F34F7D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3887"/>
              <a:ext cx="7" cy="9"/>
            </a:xfrm>
            <a:custGeom>
              <a:avLst/>
              <a:gdLst>
                <a:gd name="T0" fmla="*/ 16 w 4"/>
                <a:gd name="T1" fmla="*/ 7 h 5"/>
                <a:gd name="T2" fmla="*/ 7 w 4"/>
                <a:gd name="T3" fmla="*/ 29 h 5"/>
                <a:gd name="T4" fmla="*/ 7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4" y="5"/>
                    <a:pt x="4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9" name="Freeform 4108">
              <a:extLst>
                <a:ext uri="{FF2B5EF4-FFF2-40B4-BE49-F238E27FC236}">
                  <a16:creationId xmlns:a16="http://schemas.microsoft.com/office/drawing/2014/main" id="{8ADE7EC9-95A7-4A86-9CC2-D653CB01D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864"/>
              <a:ext cx="12" cy="10"/>
            </a:xfrm>
            <a:custGeom>
              <a:avLst/>
              <a:gdLst>
                <a:gd name="T0" fmla="*/ 24 w 6"/>
                <a:gd name="T1" fmla="*/ 8 h 5"/>
                <a:gd name="T2" fmla="*/ 8 w 6"/>
                <a:gd name="T3" fmla="*/ 32 h 5"/>
                <a:gd name="T4" fmla="*/ 16 w 6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5" y="5"/>
                    <a:pt x="6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0" name="Freeform 4109">
              <a:extLst>
                <a:ext uri="{FF2B5EF4-FFF2-40B4-BE49-F238E27FC236}">
                  <a16:creationId xmlns:a16="http://schemas.microsoft.com/office/drawing/2014/main" id="{434314BB-D762-48E9-A17C-62F44541B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840"/>
              <a:ext cx="9" cy="9"/>
            </a:xfrm>
            <a:custGeom>
              <a:avLst/>
              <a:gdLst>
                <a:gd name="T0" fmla="*/ 16 w 5"/>
                <a:gd name="T1" fmla="*/ 0 h 5"/>
                <a:gd name="T2" fmla="*/ 7 w 5"/>
                <a:gd name="T3" fmla="*/ 23 h 5"/>
                <a:gd name="T4" fmla="*/ 29 w 5"/>
                <a:gd name="T5" fmla="*/ 13 h 5"/>
                <a:gd name="T6" fmla="*/ 23 w 5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5" y="1"/>
                    <a:pt x="4" y="1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1" name="Freeform 4110">
              <a:extLst>
                <a:ext uri="{FF2B5EF4-FFF2-40B4-BE49-F238E27FC236}">
                  <a16:creationId xmlns:a16="http://schemas.microsoft.com/office/drawing/2014/main" id="{CDB0A2E0-B0EF-454B-9763-6805CB558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849"/>
              <a:ext cx="10" cy="10"/>
            </a:xfrm>
            <a:custGeom>
              <a:avLst/>
              <a:gdLst>
                <a:gd name="T0" fmla="*/ 24 w 5"/>
                <a:gd name="T1" fmla="*/ 8 h 5"/>
                <a:gd name="T2" fmla="*/ 8 w 5"/>
                <a:gd name="T3" fmla="*/ 40 h 5"/>
                <a:gd name="T4" fmla="*/ 3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4" y="5"/>
                    <a:pt x="5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2" name="Freeform 4111">
              <a:extLst>
                <a:ext uri="{FF2B5EF4-FFF2-40B4-BE49-F238E27FC236}">
                  <a16:creationId xmlns:a16="http://schemas.microsoft.com/office/drawing/2014/main" id="{137E4F6C-7EFF-4D9C-BBFD-593636E2E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819"/>
              <a:ext cx="10" cy="10"/>
            </a:xfrm>
            <a:custGeom>
              <a:avLst/>
              <a:gdLst>
                <a:gd name="T0" fmla="*/ 16 w 5"/>
                <a:gd name="T1" fmla="*/ 8 h 5"/>
                <a:gd name="T2" fmla="*/ 16 w 5"/>
                <a:gd name="T3" fmla="*/ 40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3" name="Freeform 4112">
              <a:extLst>
                <a:ext uri="{FF2B5EF4-FFF2-40B4-BE49-F238E27FC236}">
                  <a16:creationId xmlns:a16="http://schemas.microsoft.com/office/drawing/2014/main" id="{0C2C6757-3FD1-47C4-B269-B4F8E7AF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3801"/>
              <a:ext cx="8" cy="7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16 h 4"/>
                <a:gd name="T4" fmla="*/ 32 w 4"/>
                <a:gd name="T5" fmla="*/ 7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4" name="Freeform 4113">
              <a:extLst>
                <a:ext uri="{FF2B5EF4-FFF2-40B4-BE49-F238E27FC236}">
                  <a16:creationId xmlns:a16="http://schemas.microsoft.com/office/drawing/2014/main" id="{17D3DB2F-F942-4B6E-ACA2-F0671782B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771"/>
              <a:ext cx="10" cy="11"/>
            </a:xfrm>
            <a:custGeom>
              <a:avLst/>
              <a:gdLst>
                <a:gd name="T0" fmla="*/ 16 w 5"/>
                <a:gd name="T1" fmla="*/ 7 h 6"/>
                <a:gd name="T2" fmla="*/ 8 w 5"/>
                <a:gd name="T3" fmla="*/ 31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4" y="6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5" name="Freeform 4114">
              <a:extLst>
                <a:ext uri="{FF2B5EF4-FFF2-40B4-BE49-F238E27FC236}">
                  <a16:creationId xmlns:a16="http://schemas.microsoft.com/office/drawing/2014/main" id="{9B62CCE7-1B64-438C-B3F1-0CDBA84BB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739"/>
              <a:ext cx="18" cy="13"/>
            </a:xfrm>
            <a:custGeom>
              <a:avLst/>
              <a:gdLst>
                <a:gd name="T0" fmla="*/ 23 w 10"/>
                <a:gd name="T1" fmla="*/ 0 h 7"/>
                <a:gd name="T2" fmla="*/ 29 w 10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4" y="0"/>
                  </a:moveTo>
                  <a:cubicBezTo>
                    <a:pt x="0" y="7"/>
                    <a:pt x="10" y="5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6" name="Freeform 4115">
              <a:extLst>
                <a:ext uri="{FF2B5EF4-FFF2-40B4-BE49-F238E27FC236}">
                  <a16:creationId xmlns:a16="http://schemas.microsoft.com/office/drawing/2014/main" id="{1A2A337B-E35C-40E3-9487-5A85AB55C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3790"/>
              <a:ext cx="7" cy="7"/>
            </a:xfrm>
            <a:custGeom>
              <a:avLst/>
              <a:gdLst>
                <a:gd name="T0" fmla="*/ 12 w 4"/>
                <a:gd name="T1" fmla="*/ 0 h 4"/>
                <a:gd name="T2" fmla="*/ 7 w 4"/>
                <a:gd name="T3" fmla="*/ 21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7" name="Freeform 4116">
              <a:extLst>
                <a:ext uri="{FF2B5EF4-FFF2-40B4-BE49-F238E27FC236}">
                  <a16:creationId xmlns:a16="http://schemas.microsoft.com/office/drawing/2014/main" id="{91360EDD-0C5C-4371-BEBA-311FD662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724"/>
              <a:ext cx="13" cy="17"/>
            </a:xfrm>
            <a:custGeom>
              <a:avLst/>
              <a:gdLst>
                <a:gd name="T0" fmla="*/ 0 w 7"/>
                <a:gd name="T1" fmla="*/ 15 h 9"/>
                <a:gd name="T2" fmla="*/ 32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0" y="9"/>
                    <a:pt x="7" y="5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8" name="Freeform 4117">
              <a:extLst>
                <a:ext uri="{FF2B5EF4-FFF2-40B4-BE49-F238E27FC236}">
                  <a16:creationId xmlns:a16="http://schemas.microsoft.com/office/drawing/2014/main" id="{30BE5251-2098-4783-9D30-81051A51B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829"/>
              <a:ext cx="24" cy="22"/>
            </a:xfrm>
            <a:custGeom>
              <a:avLst/>
              <a:gdLst>
                <a:gd name="T0" fmla="*/ 0 w 13"/>
                <a:gd name="T1" fmla="*/ 20 h 12"/>
                <a:gd name="T2" fmla="*/ 24 w 1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3"/>
                  </a:moveTo>
                  <a:cubicBezTo>
                    <a:pt x="2" y="12"/>
                    <a:pt x="13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9" name="Freeform 4118">
              <a:extLst>
                <a:ext uri="{FF2B5EF4-FFF2-40B4-BE49-F238E27FC236}">
                  <a16:creationId xmlns:a16="http://schemas.microsoft.com/office/drawing/2014/main" id="{11B3042C-C580-4B93-A0B7-ADAE7B1E8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857"/>
              <a:ext cx="8" cy="11"/>
            </a:xfrm>
            <a:custGeom>
              <a:avLst/>
              <a:gdLst>
                <a:gd name="T0" fmla="*/ 0 w 4"/>
                <a:gd name="T1" fmla="*/ 20 h 6"/>
                <a:gd name="T2" fmla="*/ 16 w 4"/>
                <a:gd name="T3" fmla="*/ 37 h 6"/>
                <a:gd name="T4" fmla="*/ 8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4"/>
                    <a:pt x="1" y="5"/>
                    <a:pt x="2" y="6"/>
                  </a:cubicBezTo>
                  <a:cubicBezTo>
                    <a:pt x="4" y="4"/>
                    <a:pt x="4" y="2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0" name="Freeform 4119">
              <a:extLst>
                <a:ext uri="{FF2B5EF4-FFF2-40B4-BE49-F238E27FC236}">
                  <a16:creationId xmlns:a16="http://schemas.microsoft.com/office/drawing/2014/main" id="{A0FCA067-0E2B-4182-9F4D-85459D7B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814"/>
              <a:ext cx="9" cy="13"/>
            </a:xfrm>
            <a:custGeom>
              <a:avLst/>
              <a:gdLst>
                <a:gd name="T0" fmla="*/ 0 w 5"/>
                <a:gd name="T1" fmla="*/ 13 h 7"/>
                <a:gd name="T2" fmla="*/ 0 w 5"/>
                <a:gd name="T3" fmla="*/ 32 h 7"/>
                <a:gd name="T4" fmla="*/ 7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5" y="7"/>
                    <a:pt x="5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1" name="Freeform 4120">
              <a:extLst>
                <a:ext uri="{FF2B5EF4-FFF2-40B4-BE49-F238E27FC236}">
                  <a16:creationId xmlns:a16="http://schemas.microsoft.com/office/drawing/2014/main" id="{F371F785-3396-4A7C-843A-B748D35FF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767"/>
              <a:ext cx="8" cy="11"/>
            </a:xfrm>
            <a:custGeom>
              <a:avLst/>
              <a:gdLst>
                <a:gd name="T0" fmla="*/ 8 w 4"/>
                <a:gd name="T1" fmla="*/ 24 h 6"/>
                <a:gd name="T2" fmla="*/ 8 w 4"/>
                <a:gd name="T3" fmla="*/ 37 h 6"/>
                <a:gd name="T4" fmla="*/ 0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4"/>
                  </a:moveTo>
                  <a:cubicBezTo>
                    <a:pt x="0" y="5"/>
                    <a:pt x="0" y="5"/>
                    <a:pt x="1" y="6"/>
                  </a:cubicBezTo>
                  <a:cubicBezTo>
                    <a:pt x="3" y="4"/>
                    <a:pt x="4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2" name="Freeform 4121">
              <a:extLst>
                <a:ext uri="{FF2B5EF4-FFF2-40B4-BE49-F238E27FC236}">
                  <a16:creationId xmlns:a16="http://schemas.microsoft.com/office/drawing/2014/main" id="{5486E87C-9EDE-4F1F-9824-8161A5405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763"/>
              <a:ext cx="10" cy="8"/>
            </a:xfrm>
            <a:custGeom>
              <a:avLst/>
              <a:gdLst>
                <a:gd name="T0" fmla="*/ 0 w 5"/>
                <a:gd name="T1" fmla="*/ 16 h 4"/>
                <a:gd name="T2" fmla="*/ 40 w 5"/>
                <a:gd name="T3" fmla="*/ 24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2" y="4"/>
                    <a:pt x="3" y="4"/>
                    <a:pt x="5" y="3"/>
                  </a:cubicBezTo>
                  <a:cubicBezTo>
                    <a:pt x="5" y="0"/>
                    <a:pt x="4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3" name="Freeform 4122">
              <a:extLst>
                <a:ext uri="{FF2B5EF4-FFF2-40B4-BE49-F238E27FC236}">
                  <a16:creationId xmlns:a16="http://schemas.microsoft.com/office/drawing/2014/main" id="{1539E2BE-20AF-48C8-9B6D-6110628C5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791"/>
              <a:ext cx="9" cy="8"/>
            </a:xfrm>
            <a:custGeom>
              <a:avLst/>
              <a:gdLst>
                <a:gd name="T0" fmla="*/ 7 w 5"/>
                <a:gd name="T1" fmla="*/ 8 h 4"/>
                <a:gd name="T2" fmla="*/ 7 w 5"/>
                <a:gd name="T3" fmla="*/ 32 h 4"/>
                <a:gd name="T4" fmla="*/ 7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4"/>
                    <a:pt x="5" y="2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4" name="Freeform 4123">
              <a:extLst>
                <a:ext uri="{FF2B5EF4-FFF2-40B4-BE49-F238E27FC236}">
                  <a16:creationId xmlns:a16="http://schemas.microsoft.com/office/drawing/2014/main" id="{789F7E81-46AE-4C13-9043-6CA9D8669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857"/>
              <a:ext cx="30" cy="21"/>
            </a:xfrm>
            <a:custGeom>
              <a:avLst/>
              <a:gdLst>
                <a:gd name="T0" fmla="*/ 28 w 16"/>
                <a:gd name="T1" fmla="*/ 8 h 11"/>
                <a:gd name="T2" fmla="*/ 32 w 16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4" y="1"/>
                  </a:moveTo>
                  <a:cubicBezTo>
                    <a:pt x="0" y="11"/>
                    <a:pt x="16" y="0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5" name="Freeform 4124">
              <a:extLst>
                <a:ext uri="{FF2B5EF4-FFF2-40B4-BE49-F238E27FC236}">
                  <a16:creationId xmlns:a16="http://schemas.microsoft.com/office/drawing/2014/main" id="{79524CE4-3CBF-4125-9997-E76D38EC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872"/>
              <a:ext cx="24" cy="17"/>
            </a:xfrm>
            <a:custGeom>
              <a:avLst/>
              <a:gdLst>
                <a:gd name="T0" fmla="*/ 13 w 13"/>
                <a:gd name="T1" fmla="*/ 8 h 9"/>
                <a:gd name="T2" fmla="*/ 24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2" y="1"/>
                  </a:moveTo>
                  <a:cubicBezTo>
                    <a:pt x="0" y="9"/>
                    <a:pt x="13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6" name="Freeform 4125">
              <a:extLst>
                <a:ext uri="{FF2B5EF4-FFF2-40B4-BE49-F238E27FC236}">
                  <a16:creationId xmlns:a16="http://schemas.microsoft.com/office/drawing/2014/main" id="{643B131C-754D-4A04-8102-E3C00F2E4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876"/>
              <a:ext cx="12" cy="9"/>
            </a:xfrm>
            <a:custGeom>
              <a:avLst/>
              <a:gdLst>
                <a:gd name="T0" fmla="*/ 16 w 6"/>
                <a:gd name="T1" fmla="*/ 7 h 5"/>
                <a:gd name="T2" fmla="*/ 0 w 6"/>
                <a:gd name="T3" fmla="*/ 13 h 5"/>
                <a:gd name="T4" fmla="*/ 40 w 6"/>
                <a:gd name="T5" fmla="*/ 16 h 5"/>
                <a:gd name="T6" fmla="*/ 32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5"/>
                    <a:pt x="3" y="5"/>
                    <a:pt x="5" y="3"/>
                  </a:cubicBezTo>
                  <a:cubicBezTo>
                    <a:pt x="6" y="1"/>
                    <a:pt x="5" y="1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7" name="Freeform 4126">
              <a:extLst>
                <a:ext uri="{FF2B5EF4-FFF2-40B4-BE49-F238E27FC236}">
                  <a16:creationId xmlns:a16="http://schemas.microsoft.com/office/drawing/2014/main" id="{1FA31072-3506-4C7D-B935-B1A7DB2AD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844"/>
              <a:ext cx="6" cy="7"/>
            </a:xfrm>
            <a:custGeom>
              <a:avLst/>
              <a:gdLst>
                <a:gd name="T0" fmla="*/ 8 w 3"/>
                <a:gd name="T1" fmla="*/ 12 h 4"/>
                <a:gd name="T2" fmla="*/ 8 w 3"/>
                <a:gd name="T3" fmla="*/ 21 h 4"/>
                <a:gd name="T4" fmla="*/ 16 w 3"/>
                <a:gd name="T5" fmla="*/ 7 h 4"/>
                <a:gd name="T6" fmla="*/ 0 w 3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2"/>
                    <a:pt x="3" y="3"/>
                    <a:pt x="2" y="1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8" name="Freeform 4127">
              <a:extLst>
                <a:ext uri="{FF2B5EF4-FFF2-40B4-BE49-F238E27FC236}">
                  <a16:creationId xmlns:a16="http://schemas.microsoft.com/office/drawing/2014/main" id="{0FD6C7BC-7992-4021-B114-F66E0BAEE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831"/>
              <a:ext cx="9" cy="11"/>
            </a:xfrm>
            <a:custGeom>
              <a:avLst/>
              <a:gdLst>
                <a:gd name="T0" fmla="*/ 16 w 5"/>
                <a:gd name="T1" fmla="*/ 7 h 6"/>
                <a:gd name="T2" fmla="*/ 7 w 5"/>
                <a:gd name="T3" fmla="*/ 37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9" name="Freeform 4128">
              <a:extLst>
                <a:ext uri="{FF2B5EF4-FFF2-40B4-BE49-F238E27FC236}">
                  <a16:creationId xmlns:a16="http://schemas.microsoft.com/office/drawing/2014/main" id="{649E0059-EA3D-4CE1-B244-A3FF9ABE6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784"/>
              <a:ext cx="9" cy="9"/>
            </a:xfrm>
            <a:custGeom>
              <a:avLst/>
              <a:gdLst>
                <a:gd name="T0" fmla="*/ 7 w 5"/>
                <a:gd name="T1" fmla="*/ 16 h 5"/>
                <a:gd name="T2" fmla="*/ 7 w 5"/>
                <a:gd name="T3" fmla="*/ 29 h 5"/>
                <a:gd name="T4" fmla="*/ 16 w 5"/>
                <a:gd name="T5" fmla="*/ 7 h 5"/>
                <a:gd name="T6" fmla="*/ 7 w 5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4"/>
                    <a:pt x="1" y="5"/>
                    <a:pt x="1" y="5"/>
                  </a:cubicBezTo>
                  <a:cubicBezTo>
                    <a:pt x="4" y="4"/>
                    <a:pt x="5" y="2"/>
                    <a:pt x="3" y="1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0" name="Freeform 4129">
              <a:extLst>
                <a:ext uri="{FF2B5EF4-FFF2-40B4-BE49-F238E27FC236}">
                  <a16:creationId xmlns:a16="http://schemas.microsoft.com/office/drawing/2014/main" id="{AD9A4266-33CD-40AB-A307-168A0DFC3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761"/>
              <a:ext cx="9" cy="10"/>
            </a:xfrm>
            <a:custGeom>
              <a:avLst/>
              <a:gdLst>
                <a:gd name="T0" fmla="*/ 7 w 5"/>
                <a:gd name="T1" fmla="*/ 16 h 5"/>
                <a:gd name="T2" fmla="*/ 7 w 5"/>
                <a:gd name="T3" fmla="*/ 40 h 5"/>
                <a:gd name="T4" fmla="*/ 29 w 5"/>
                <a:gd name="T5" fmla="*/ 24 h 5"/>
                <a:gd name="T6" fmla="*/ 7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3" y="5"/>
                    <a:pt x="5" y="3"/>
                  </a:cubicBezTo>
                  <a:cubicBezTo>
                    <a:pt x="4" y="1"/>
                    <a:pt x="3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1" name="Freeform 4130">
              <a:extLst>
                <a:ext uri="{FF2B5EF4-FFF2-40B4-BE49-F238E27FC236}">
                  <a16:creationId xmlns:a16="http://schemas.microsoft.com/office/drawing/2014/main" id="{4CED0A89-C3AC-4AA2-BA6B-48B0903BD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754"/>
              <a:ext cx="6" cy="7"/>
            </a:xfrm>
            <a:custGeom>
              <a:avLst/>
              <a:gdLst>
                <a:gd name="T0" fmla="*/ 8 w 3"/>
                <a:gd name="T1" fmla="*/ 0 h 4"/>
                <a:gd name="T2" fmla="*/ 0 w 3"/>
                <a:gd name="T3" fmla="*/ 21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3"/>
                    <a:pt x="3" y="2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2" name="Freeform 4131">
              <a:extLst>
                <a:ext uri="{FF2B5EF4-FFF2-40B4-BE49-F238E27FC236}">
                  <a16:creationId xmlns:a16="http://schemas.microsoft.com/office/drawing/2014/main" id="{64D6FB98-0959-4B57-9ECC-7F9BD6DD4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782"/>
              <a:ext cx="14" cy="15"/>
            </a:xfrm>
            <a:custGeom>
              <a:avLst/>
              <a:gdLst>
                <a:gd name="T0" fmla="*/ 12 w 8"/>
                <a:gd name="T1" fmla="*/ 15 h 8"/>
                <a:gd name="T2" fmla="*/ 7 w 8"/>
                <a:gd name="T3" fmla="*/ 45 h 8"/>
                <a:gd name="T4" fmla="*/ 28 w 8"/>
                <a:gd name="T5" fmla="*/ 0 h 8"/>
                <a:gd name="T6" fmla="*/ 16 w 8"/>
                <a:gd name="T7" fmla="*/ 1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2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4" y="8"/>
                    <a:pt x="8" y="4"/>
                    <a:pt x="5" y="0"/>
                  </a:cubicBezTo>
                  <a:cubicBezTo>
                    <a:pt x="4" y="0"/>
                    <a:pt x="3" y="1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3" name="Freeform 4132">
              <a:extLst>
                <a:ext uri="{FF2B5EF4-FFF2-40B4-BE49-F238E27FC236}">
                  <a16:creationId xmlns:a16="http://schemas.microsoft.com/office/drawing/2014/main" id="{34E40A86-976C-4609-BA09-3B1E55E78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823"/>
              <a:ext cx="13" cy="11"/>
            </a:xfrm>
            <a:custGeom>
              <a:avLst/>
              <a:gdLst>
                <a:gd name="T0" fmla="*/ 20 w 7"/>
                <a:gd name="T1" fmla="*/ 13 h 6"/>
                <a:gd name="T2" fmla="*/ 13 w 7"/>
                <a:gd name="T3" fmla="*/ 37 h 6"/>
                <a:gd name="T4" fmla="*/ 2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2"/>
                  </a:moveTo>
                  <a:cubicBezTo>
                    <a:pt x="1" y="3"/>
                    <a:pt x="0" y="4"/>
                    <a:pt x="2" y="6"/>
                  </a:cubicBezTo>
                  <a:cubicBezTo>
                    <a:pt x="5" y="6"/>
                    <a:pt x="7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4" name="Freeform 4133">
              <a:extLst>
                <a:ext uri="{FF2B5EF4-FFF2-40B4-BE49-F238E27FC236}">
                  <a16:creationId xmlns:a16="http://schemas.microsoft.com/office/drawing/2014/main" id="{03133359-0D54-4668-89EB-1EB01A251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906"/>
              <a:ext cx="7" cy="9"/>
            </a:xfrm>
            <a:custGeom>
              <a:avLst/>
              <a:gdLst>
                <a:gd name="T0" fmla="*/ 7 w 4"/>
                <a:gd name="T1" fmla="*/ 7 h 5"/>
                <a:gd name="T2" fmla="*/ 0 w 4"/>
                <a:gd name="T3" fmla="*/ 29 h 5"/>
                <a:gd name="T4" fmla="*/ 1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5" name="Freeform 4134">
              <a:extLst>
                <a:ext uri="{FF2B5EF4-FFF2-40B4-BE49-F238E27FC236}">
                  <a16:creationId xmlns:a16="http://schemas.microsoft.com/office/drawing/2014/main" id="{B08B2337-C45D-421B-B6A6-21E4C6334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889"/>
              <a:ext cx="17" cy="17"/>
            </a:xfrm>
            <a:custGeom>
              <a:avLst/>
              <a:gdLst>
                <a:gd name="T0" fmla="*/ 0 w 9"/>
                <a:gd name="T1" fmla="*/ 15 h 9"/>
                <a:gd name="T2" fmla="*/ 15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2"/>
                  </a:moveTo>
                  <a:cubicBezTo>
                    <a:pt x="2" y="9"/>
                    <a:pt x="9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6" name="Freeform 4135">
              <a:extLst>
                <a:ext uri="{FF2B5EF4-FFF2-40B4-BE49-F238E27FC236}">
                  <a16:creationId xmlns:a16="http://schemas.microsoft.com/office/drawing/2014/main" id="{70B7DB60-E158-48ED-81F0-836DC678D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894"/>
              <a:ext cx="11" cy="10"/>
            </a:xfrm>
            <a:custGeom>
              <a:avLst/>
              <a:gdLst>
                <a:gd name="T0" fmla="*/ 24 w 6"/>
                <a:gd name="T1" fmla="*/ 8 h 5"/>
                <a:gd name="T2" fmla="*/ 20 w 6"/>
                <a:gd name="T3" fmla="*/ 40 h 5"/>
                <a:gd name="T4" fmla="*/ 1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6" y="2"/>
                    <a:pt x="5" y="4"/>
                    <a:pt x="3" y="5"/>
                  </a:cubicBez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7" name="Freeform 4136">
              <a:extLst>
                <a:ext uri="{FF2B5EF4-FFF2-40B4-BE49-F238E27FC236}">
                  <a16:creationId xmlns:a16="http://schemas.microsoft.com/office/drawing/2014/main" id="{665DFFDB-4B63-491D-BE08-5AE5EE7F7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782"/>
              <a:ext cx="8" cy="8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2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8" name="Freeform 4137">
              <a:extLst>
                <a:ext uri="{FF2B5EF4-FFF2-40B4-BE49-F238E27FC236}">
                  <a16:creationId xmlns:a16="http://schemas.microsoft.com/office/drawing/2014/main" id="{9AC21F9F-097C-4146-9FCD-5CAB302BE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552"/>
              <a:ext cx="24" cy="19"/>
            </a:xfrm>
            <a:custGeom>
              <a:avLst/>
              <a:gdLst>
                <a:gd name="T0" fmla="*/ 0 w 13"/>
                <a:gd name="T1" fmla="*/ 15 h 10"/>
                <a:gd name="T2" fmla="*/ 13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3" y="10"/>
                    <a:pt x="13" y="0"/>
                    <a:pt x="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9" name="Freeform 4138">
              <a:extLst>
                <a:ext uri="{FF2B5EF4-FFF2-40B4-BE49-F238E27FC236}">
                  <a16:creationId xmlns:a16="http://schemas.microsoft.com/office/drawing/2014/main" id="{9BB9B401-1735-4E0F-91BE-73E6C7728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3565"/>
              <a:ext cx="19" cy="19"/>
            </a:xfrm>
            <a:custGeom>
              <a:avLst/>
              <a:gdLst>
                <a:gd name="T0" fmla="*/ 0 w 10"/>
                <a:gd name="T1" fmla="*/ 15 h 10"/>
                <a:gd name="T2" fmla="*/ 48 w 10"/>
                <a:gd name="T3" fmla="*/ 48 h 10"/>
                <a:gd name="T4" fmla="*/ 8 w 10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0" y="4"/>
                    <a:pt x="4" y="10"/>
                    <a:pt x="7" y="7"/>
                  </a:cubicBezTo>
                  <a:cubicBezTo>
                    <a:pt x="10" y="5"/>
                    <a:pt x="3" y="0"/>
                    <a:pt x="1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0" name="Freeform 4139">
              <a:extLst>
                <a:ext uri="{FF2B5EF4-FFF2-40B4-BE49-F238E27FC236}">
                  <a16:creationId xmlns:a16="http://schemas.microsoft.com/office/drawing/2014/main" id="{2D4090EB-BFE7-4221-BDD3-A5B9FB2B7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608"/>
              <a:ext cx="24" cy="21"/>
            </a:xfrm>
            <a:custGeom>
              <a:avLst/>
              <a:gdLst>
                <a:gd name="T0" fmla="*/ 20 w 13"/>
                <a:gd name="T1" fmla="*/ 0 h 11"/>
                <a:gd name="T2" fmla="*/ 61 w 13"/>
                <a:gd name="T3" fmla="*/ 55 h 11"/>
                <a:gd name="T4" fmla="*/ 31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cubicBezTo>
                    <a:pt x="0" y="4"/>
                    <a:pt x="7" y="11"/>
                    <a:pt x="10" y="8"/>
                  </a:cubicBezTo>
                  <a:cubicBezTo>
                    <a:pt x="13" y="6"/>
                    <a:pt x="8" y="0"/>
                    <a:pt x="5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1" name="Freeform 4140">
              <a:extLst>
                <a:ext uri="{FF2B5EF4-FFF2-40B4-BE49-F238E27FC236}">
                  <a16:creationId xmlns:a16="http://schemas.microsoft.com/office/drawing/2014/main" id="{53130B27-CC83-442E-B221-FD044A0D4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615"/>
              <a:ext cx="32" cy="21"/>
            </a:xfrm>
            <a:custGeom>
              <a:avLst/>
              <a:gdLst>
                <a:gd name="T0" fmla="*/ 85 w 17"/>
                <a:gd name="T1" fmla="*/ 8 h 11"/>
                <a:gd name="T2" fmla="*/ 21 w 17"/>
                <a:gd name="T3" fmla="*/ 48 h 11"/>
                <a:gd name="T4" fmla="*/ 85 w 17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3" y="1"/>
                  </a:moveTo>
                  <a:cubicBezTo>
                    <a:pt x="10" y="0"/>
                    <a:pt x="0" y="3"/>
                    <a:pt x="3" y="7"/>
                  </a:cubicBezTo>
                  <a:cubicBezTo>
                    <a:pt x="6" y="11"/>
                    <a:pt x="17" y="4"/>
                    <a:pt x="13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2" name="Freeform 4141">
              <a:extLst>
                <a:ext uri="{FF2B5EF4-FFF2-40B4-BE49-F238E27FC236}">
                  <a16:creationId xmlns:a16="http://schemas.microsoft.com/office/drawing/2014/main" id="{0421AE6D-5141-4A3A-AD38-E4937F1F3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574"/>
              <a:ext cx="17" cy="17"/>
            </a:xfrm>
            <a:custGeom>
              <a:avLst/>
              <a:gdLst>
                <a:gd name="T0" fmla="*/ 28 w 9"/>
                <a:gd name="T1" fmla="*/ 8 h 9"/>
                <a:gd name="T2" fmla="*/ 15 w 9"/>
                <a:gd name="T3" fmla="*/ 60 h 9"/>
                <a:gd name="T4" fmla="*/ 40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3" y="3"/>
                    <a:pt x="0" y="7"/>
                    <a:pt x="2" y="9"/>
                  </a:cubicBezTo>
                  <a:cubicBezTo>
                    <a:pt x="5" y="8"/>
                    <a:pt x="9" y="2"/>
                    <a:pt x="6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3" name="Freeform 4142">
              <a:extLst>
                <a:ext uri="{FF2B5EF4-FFF2-40B4-BE49-F238E27FC236}">
                  <a16:creationId xmlns:a16="http://schemas.microsoft.com/office/drawing/2014/main" id="{D8D02028-3216-4F68-A16A-1F63C2056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526"/>
              <a:ext cx="30" cy="16"/>
            </a:xfrm>
            <a:custGeom>
              <a:avLst/>
              <a:gdLst>
                <a:gd name="T0" fmla="*/ 73 w 16"/>
                <a:gd name="T1" fmla="*/ 0 h 9"/>
                <a:gd name="T2" fmla="*/ 32 w 16"/>
                <a:gd name="T3" fmla="*/ 44 h 9"/>
                <a:gd name="T4" fmla="*/ 81 w 1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1" y="0"/>
                  </a:moveTo>
                  <a:cubicBezTo>
                    <a:pt x="8" y="1"/>
                    <a:pt x="0" y="6"/>
                    <a:pt x="5" y="8"/>
                  </a:cubicBezTo>
                  <a:cubicBezTo>
                    <a:pt x="8" y="9"/>
                    <a:pt x="16" y="2"/>
                    <a:pt x="1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4" name="Freeform 4143">
              <a:extLst>
                <a:ext uri="{FF2B5EF4-FFF2-40B4-BE49-F238E27FC236}">
                  <a16:creationId xmlns:a16="http://schemas.microsoft.com/office/drawing/2014/main" id="{07AC0627-D85D-411E-8F2E-1AD328FB9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499"/>
              <a:ext cx="22" cy="12"/>
            </a:xfrm>
            <a:custGeom>
              <a:avLst/>
              <a:gdLst>
                <a:gd name="T0" fmla="*/ 51 w 12"/>
                <a:gd name="T1" fmla="*/ 8 h 6"/>
                <a:gd name="T2" fmla="*/ 31 w 12"/>
                <a:gd name="T3" fmla="*/ 48 h 6"/>
                <a:gd name="T4" fmla="*/ 57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8" y="1"/>
                  </a:moveTo>
                  <a:cubicBezTo>
                    <a:pt x="6" y="2"/>
                    <a:pt x="0" y="5"/>
                    <a:pt x="5" y="6"/>
                  </a:cubicBezTo>
                  <a:cubicBezTo>
                    <a:pt x="7" y="6"/>
                    <a:pt x="12" y="2"/>
                    <a:pt x="9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5" name="Freeform 4144">
              <a:extLst>
                <a:ext uri="{FF2B5EF4-FFF2-40B4-BE49-F238E27FC236}">
                  <a16:creationId xmlns:a16="http://schemas.microsoft.com/office/drawing/2014/main" id="{66298F38-692A-4AB2-8F09-53DF78ABD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3477"/>
              <a:ext cx="13" cy="13"/>
            </a:xfrm>
            <a:custGeom>
              <a:avLst/>
              <a:gdLst>
                <a:gd name="T0" fmla="*/ 32 w 7"/>
                <a:gd name="T1" fmla="*/ 0 h 7"/>
                <a:gd name="T2" fmla="*/ 0 w 7"/>
                <a:gd name="T3" fmla="*/ 32 h 7"/>
                <a:gd name="T4" fmla="*/ 37 w 7"/>
                <a:gd name="T5" fmla="*/ 0 h 7"/>
                <a:gd name="T6" fmla="*/ 32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2" y="7"/>
                    <a:pt x="7" y="4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6" name="Freeform 4145">
              <a:extLst>
                <a:ext uri="{FF2B5EF4-FFF2-40B4-BE49-F238E27FC236}">
                  <a16:creationId xmlns:a16="http://schemas.microsoft.com/office/drawing/2014/main" id="{2B562366-B1BF-4CD1-9E5D-B9E4A4698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441"/>
              <a:ext cx="9" cy="12"/>
            </a:xfrm>
            <a:custGeom>
              <a:avLst/>
              <a:gdLst>
                <a:gd name="T0" fmla="*/ 7 w 5"/>
                <a:gd name="T1" fmla="*/ 8 h 6"/>
                <a:gd name="T2" fmla="*/ 29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6"/>
                    <a:pt x="3" y="3"/>
                    <a:pt x="5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7" name="Freeform 4146">
              <a:extLst>
                <a:ext uri="{FF2B5EF4-FFF2-40B4-BE49-F238E27FC236}">
                  <a16:creationId xmlns:a16="http://schemas.microsoft.com/office/drawing/2014/main" id="{09585778-8848-4718-9D82-DB2ECCCF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511"/>
              <a:ext cx="12" cy="20"/>
            </a:xfrm>
            <a:custGeom>
              <a:avLst/>
              <a:gdLst>
                <a:gd name="T0" fmla="*/ 16 w 6"/>
                <a:gd name="T1" fmla="*/ 7 h 11"/>
                <a:gd name="T2" fmla="*/ 24 w 6"/>
                <a:gd name="T3" fmla="*/ 65 h 11"/>
                <a:gd name="T4" fmla="*/ 32 w 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2" y="1"/>
                  </a:moveTo>
                  <a:cubicBezTo>
                    <a:pt x="1" y="4"/>
                    <a:pt x="0" y="9"/>
                    <a:pt x="3" y="11"/>
                  </a:cubicBezTo>
                  <a:cubicBezTo>
                    <a:pt x="6" y="9"/>
                    <a:pt x="5" y="3"/>
                    <a:pt x="4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8" name="Freeform 4147">
              <a:extLst>
                <a:ext uri="{FF2B5EF4-FFF2-40B4-BE49-F238E27FC236}">
                  <a16:creationId xmlns:a16="http://schemas.microsoft.com/office/drawing/2014/main" id="{459E163C-E69A-406D-BC70-BFB4FB28F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453"/>
              <a:ext cx="10" cy="17"/>
            </a:xfrm>
            <a:custGeom>
              <a:avLst/>
              <a:gdLst>
                <a:gd name="T0" fmla="*/ 8 w 5"/>
                <a:gd name="T1" fmla="*/ 0 h 9"/>
                <a:gd name="T2" fmla="*/ 16 w 5"/>
                <a:gd name="T3" fmla="*/ 60 h 9"/>
                <a:gd name="T4" fmla="*/ 16 w 5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5" y="8"/>
                    <a:pt x="5" y="1"/>
                    <a:pt x="2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9" name="Freeform 4148">
              <a:extLst>
                <a:ext uri="{FF2B5EF4-FFF2-40B4-BE49-F238E27FC236}">
                  <a16:creationId xmlns:a16="http://schemas.microsoft.com/office/drawing/2014/main" id="{BAC6013F-346E-4938-A2D5-68DB13F56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920"/>
              <a:ext cx="12" cy="22"/>
            </a:xfrm>
            <a:custGeom>
              <a:avLst/>
              <a:gdLst>
                <a:gd name="T0" fmla="*/ 16 w 6"/>
                <a:gd name="T1" fmla="*/ 37 h 12"/>
                <a:gd name="T2" fmla="*/ 48 w 6"/>
                <a:gd name="T3" fmla="*/ 37 h 12"/>
                <a:gd name="T4" fmla="*/ 8 w 6"/>
                <a:gd name="T5" fmla="*/ 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2" y="6"/>
                  </a:moveTo>
                  <a:cubicBezTo>
                    <a:pt x="1" y="11"/>
                    <a:pt x="5" y="12"/>
                    <a:pt x="6" y="6"/>
                  </a:cubicBezTo>
                  <a:cubicBezTo>
                    <a:pt x="6" y="1"/>
                    <a:pt x="0" y="0"/>
                    <a:pt x="1" y="6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0" name="Freeform 4149">
              <a:extLst>
                <a:ext uri="{FF2B5EF4-FFF2-40B4-BE49-F238E27FC236}">
                  <a16:creationId xmlns:a16="http://schemas.microsoft.com/office/drawing/2014/main" id="{5BA9C67C-48D8-418E-8EB0-15BD69CB0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1976"/>
              <a:ext cx="13" cy="22"/>
            </a:xfrm>
            <a:custGeom>
              <a:avLst/>
              <a:gdLst>
                <a:gd name="T0" fmla="*/ 0 w 7"/>
                <a:gd name="T1" fmla="*/ 13 h 12"/>
                <a:gd name="T2" fmla="*/ 20 w 7"/>
                <a:gd name="T3" fmla="*/ 61 h 12"/>
                <a:gd name="T4" fmla="*/ 7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2"/>
                  </a:moveTo>
                  <a:cubicBezTo>
                    <a:pt x="0" y="4"/>
                    <a:pt x="0" y="12"/>
                    <a:pt x="3" y="10"/>
                  </a:cubicBezTo>
                  <a:cubicBezTo>
                    <a:pt x="7" y="7"/>
                    <a:pt x="5" y="0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1" name="Freeform 4150">
              <a:extLst>
                <a:ext uri="{FF2B5EF4-FFF2-40B4-BE49-F238E27FC236}">
                  <a16:creationId xmlns:a16="http://schemas.microsoft.com/office/drawing/2014/main" id="{E3E7684F-350B-4A0A-AE94-F560C74F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028"/>
              <a:ext cx="15" cy="21"/>
            </a:xfrm>
            <a:custGeom>
              <a:avLst/>
              <a:gdLst>
                <a:gd name="T0" fmla="*/ 0 w 8"/>
                <a:gd name="T1" fmla="*/ 8 h 11"/>
                <a:gd name="T2" fmla="*/ 28 w 8"/>
                <a:gd name="T3" fmla="*/ 76 h 11"/>
                <a:gd name="T4" fmla="*/ 15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1"/>
                  </a:moveTo>
                  <a:cubicBezTo>
                    <a:pt x="1" y="5"/>
                    <a:pt x="1" y="9"/>
                    <a:pt x="4" y="11"/>
                  </a:cubicBezTo>
                  <a:cubicBezTo>
                    <a:pt x="8" y="10"/>
                    <a:pt x="5" y="2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2" name="Freeform 4151">
              <a:extLst>
                <a:ext uri="{FF2B5EF4-FFF2-40B4-BE49-F238E27FC236}">
                  <a16:creationId xmlns:a16="http://schemas.microsoft.com/office/drawing/2014/main" id="{D818EEC9-E690-4213-9303-F263B040D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103"/>
              <a:ext cx="18" cy="25"/>
            </a:xfrm>
            <a:custGeom>
              <a:avLst/>
              <a:gdLst>
                <a:gd name="T0" fmla="*/ 7 w 10"/>
                <a:gd name="T1" fmla="*/ 0 h 13"/>
                <a:gd name="T2" fmla="*/ 36 w 10"/>
                <a:gd name="T3" fmla="*/ 71 h 13"/>
                <a:gd name="T4" fmla="*/ 16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0"/>
                  </a:moveTo>
                  <a:cubicBezTo>
                    <a:pt x="0" y="3"/>
                    <a:pt x="1" y="13"/>
                    <a:pt x="6" y="10"/>
                  </a:cubicBezTo>
                  <a:cubicBezTo>
                    <a:pt x="10" y="8"/>
                    <a:pt x="6" y="1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3" name="Freeform 4152">
              <a:extLst>
                <a:ext uri="{FF2B5EF4-FFF2-40B4-BE49-F238E27FC236}">
                  <a16:creationId xmlns:a16="http://schemas.microsoft.com/office/drawing/2014/main" id="{A1C9608F-BCC7-4226-B66E-09E4BFDA5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167"/>
              <a:ext cx="12" cy="22"/>
            </a:xfrm>
            <a:custGeom>
              <a:avLst/>
              <a:gdLst>
                <a:gd name="T0" fmla="*/ 0 w 6"/>
                <a:gd name="T1" fmla="*/ 20 h 12"/>
                <a:gd name="T2" fmla="*/ 32 w 6"/>
                <a:gd name="T3" fmla="*/ 73 h 12"/>
                <a:gd name="T4" fmla="*/ 0 w 6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0" y="3"/>
                  </a:moveTo>
                  <a:cubicBezTo>
                    <a:pt x="0" y="5"/>
                    <a:pt x="1" y="10"/>
                    <a:pt x="4" y="12"/>
                  </a:cubicBezTo>
                  <a:cubicBezTo>
                    <a:pt x="6" y="9"/>
                    <a:pt x="3" y="0"/>
                    <a:pt x="0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4" name="Freeform 4153">
              <a:extLst>
                <a:ext uri="{FF2B5EF4-FFF2-40B4-BE49-F238E27FC236}">
                  <a16:creationId xmlns:a16="http://schemas.microsoft.com/office/drawing/2014/main" id="{47D8A1E3-4B20-4263-B65F-C0EEB08F6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238"/>
              <a:ext cx="21" cy="28"/>
            </a:xfrm>
            <a:custGeom>
              <a:avLst/>
              <a:gdLst>
                <a:gd name="T0" fmla="*/ 29 w 11"/>
                <a:gd name="T1" fmla="*/ 24 h 15"/>
                <a:gd name="T2" fmla="*/ 36 w 11"/>
                <a:gd name="T3" fmla="*/ 91 h 15"/>
                <a:gd name="T4" fmla="*/ 29 w 11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4" y="4"/>
                  </a:moveTo>
                  <a:cubicBezTo>
                    <a:pt x="2" y="6"/>
                    <a:pt x="0" y="15"/>
                    <a:pt x="5" y="14"/>
                  </a:cubicBezTo>
                  <a:cubicBezTo>
                    <a:pt x="11" y="13"/>
                    <a:pt x="6" y="0"/>
                    <a:pt x="4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5" name="Freeform 4154">
              <a:extLst>
                <a:ext uri="{FF2B5EF4-FFF2-40B4-BE49-F238E27FC236}">
                  <a16:creationId xmlns:a16="http://schemas.microsoft.com/office/drawing/2014/main" id="{7CAD4A88-5E0F-4ECB-A79A-AF4FBF63C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305"/>
              <a:ext cx="13" cy="19"/>
            </a:xfrm>
            <a:custGeom>
              <a:avLst/>
              <a:gdLst>
                <a:gd name="T0" fmla="*/ 13 w 7"/>
                <a:gd name="T1" fmla="*/ 8 h 10"/>
                <a:gd name="T2" fmla="*/ 24 w 7"/>
                <a:gd name="T3" fmla="*/ 61 h 10"/>
                <a:gd name="T4" fmla="*/ 20 w 7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2" y="1"/>
                  </a:moveTo>
                  <a:cubicBezTo>
                    <a:pt x="0" y="3"/>
                    <a:pt x="1" y="10"/>
                    <a:pt x="4" y="9"/>
                  </a:cubicBezTo>
                  <a:cubicBezTo>
                    <a:pt x="7" y="8"/>
                    <a:pt x="7" y="0"/>
                    <a:pt x="3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6" name="Freeform 4155">
              <a:extLst>
                <a:ext uri="{FF2B5EF4-FFF2-40B4-BE49-F238E27FC236}">
                  <a16:creationId xmlns:a16="http://schemas.microsoft.com/office/drawing/2014/main" id="{493EF2F5-8AA4-48BE-8F72-F32D6211F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365"/>
              <a:ext cx="22" cy="21"/>
            </a:xfrm>
            <a:custGeom>
              <a:avLst/>
              <a:gdLst>
                <a:gd name="T0" fmla="*/ 13 w 12"/>
                <a:gd name="T1" fmla="*/ 0 h 11"/>
                <a:gd name="T2" fmla="*/ 44 w 12"/>
                <a:gd name="T3" fmla="*/ 76 h 11"/>
                <a:gd name="T4" fmla="*/ 24 w 12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0"/>
                  </a:moveTo>
                  <a:cubicBezTo>
                    <a:pt x="0" y="2"/>
                    <a:pt x="5" y="11"/>
                    <a:pt x="7" y="11"/>
                  </a:cubicBezTo>
                  <a:cubicBezTo>
                    <a:pt x="12" y="9"/>
                    <a:pt x="7" y="2"/>
                    <a:pt x="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7" name="Freeform 4156">
              <a:extLst>
                <a:ext uri="{FF2B5EF4-FFF2-40B4-BE49-F238E27FC236}">
                  <a16:creationId xmlns:a16="http://schemas.microsoft.com/office/drawing/2014/main" id="{43CAA2CF-F891-47EA-AD71-6EDA42526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433"/>
              <a:ext cx="24" cy="28"/>
            </a:xfrm>
            <a:custGeom>
              <a:avLst/>
              <a:gdLst>
                <a:gd name="T0" fmla="*/ 7 w 13"/>
                <a:gd name="T1" fmla="*/ 39 h 15"/>
                <a:gd name="T2" fmla="*/ 37 w 13"/>
                <a:gd name="T3" fmla="*/ 97 h 15"/>
                <a:gd name="T4" fmla="*/ 7 w 13"/>
                <a:gd name="T5" fmla="*/ 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" y="6"/>
                  </a:moveTo>
                  <a:cubicBezTo>
                    <a:pt x="2" y="9"/>
                    <a:pt x="4" y="13"/>
                    <a:pt x="6" y="15"/>
                  </a:cubicBezTo>
                  <a:cubicBezTo>
                    <a:pt x="13" y="12"/>
                    <a:pt x="0" y="0"/>
                    <a:pt x="1" y="7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8" name="Freeform 4157">
              <a:extLst>
                <a:ext uri="{FF2B5EF4-FFF2-40B4-BE49-F238E27FC236}">
                  <a16:creationId xmlns:a16="http://schemas.microsoft.com/office/drawing/2014/main" id="{6E877D41-0E76-402E-A805-8FC87267E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506"/>
              <a:ext cx="13" cy="20"/>
            </a:xfrm>
            <a:custGeom>
              <a:avLst/>
              <a:gdLst>
                <a:gd name="T0" fmla="*/ 0 w 7"/>
                <a:gd name="T1" fmla="*/ 13 h 11"/>
                <a:gd name="T2" fmla="*/ 24 w 7"/>
                <a:gd name="T3" fmla="*/ 65 h 11"/>
                <a:gd name="T4" fmla="*/ 0 w 7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0" y="5"/>
                    <a:pt x="1" y="9"/>
                    <a:pt x="4" y="11"/>
                  </a:cubicBezTo>
                  <a:cubicBezTo>
                    <a:pt x="7" y="9"/>
                    <a:pt x="4" y="0"/>
                    <a:pt x="0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9" name="Freeform 4158">
              <a:extLst>
                <a:ext uri="{FF2B5EF4-FFF2-40B4-BE49-F238E27FC236}">
                  <a16:creationId xmlns:a16="http://schemas.microsoft.com/office/drawing/2014/main" id="{6DED9F85-21CD-406F-8739-B2ED0E405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571"/>
              <a:ext cx="21" cy="23"/>
            </a:xfrm>
            <a:custGeom>
              <a:avLst/>
              <a:gdLst>
                <a:gd name="T0" fmla="*/ 0 w 11"/>
                <a:gd name="T1" fmla="*/ 0 h 12"/>
                <a:gd name="T2" fmla="*/ 55 w 11"/>
                <a:gd name="T3" fmla="*/ 63 h 12"/>
                <a:gd name="T4" fmla="*/ 15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0" y="2"/>
                    <a:pt x="5" y="12"/>
                    <a:pt x="8" y="9"/>
                  </a:cubicBezTo>
                  <a:cubicBezTo>
                    <a:pt x="11" y="7"/>
                    <a:pt x="4" y="1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0" name="Freeform 4159">
              <a:extLst>
                <a:ext uri="{FF2B5EF4-FFF2-40B4-BE49-F238E27FC236}">
                  <a16:creationId xmlns:a16="http://schemas.microsoft.com/office/drawing/2014/main" id="{91431FE2-2CCB-4690-8705-A738624C1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614"/>
              <a:ext cx="21" cy="28"/>
            </a:xfrm>
            <a:custGeom>
              <a:avLst/>
              <a:gdLst>
                <a:gd name="T0" fmla="*/ 0 w 11"/>
                <a:gd name="T1" fmla="*/ 21 h 15"/>
                <a:gd name="T2" fmla="*/ 61 w 11"/>
                <a:gd name="T3" fmla="*/ 65 h 15"/>
                <a:gd name="T4" fmla="*/ 8 w 11"/>
                <a:gd name="T5" fmla="*/ 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3"/>
                  </a:moveTo>
                  <a:cubicBezTo>
                    <a:pt x="1" y="5"/>
                    <a:pt x="6" y="15"/>
                    <a:pt x="9" y="10"/>
                  </a:cubicBezTo>
                  <a:cubicBezTo>
                    <a:pt x="11" y="6"/>
                    <a:pt x="4" y="0"/>
                    <a:pt x="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1" name="Freeform 4160">
              <a:extLst>
                <a:ext uri="{FF2B5EF4-FFF2-40B4-BE49-F238E27FC236}">
                  <a16:creationId xmlns:a16="http://schemas.microsoft.com/office/drawing/2014/main" id="{43DC6024-04B4-4CAA-A728-D4DEE878A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672"/>
              <a:ext cx="11" cy="17"/>
            </a:xfrm>
            <a:custGeom>
              <a:avLst/>
              <a:gdLst>
                <a:gd name="T0" fmla="*/ 7 w 6"/>
                <a:gd name="T1" fmla="*/ 8 h 9"/>
                <a:gd name="T2" fmla="*/ 20 w 6"/>
                <a:gd name="T3" fmla="*/ 60 h 9"/>
                <a:gd name="T4" fmla="*/ 20 w 6"/>
                <a:gd name="T5" fmla="*/ 0 h 9"/>
                <a:gd name="T6" fmla="*/ 7 w 6"/>
                <a:gd name="T7" fmla="*/ 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1"/>
                  </a:moveTo>
                  <a:cubicBezTo>
                    <a:pt x="0" y="4"/>
                    <a:pt x="1" y="7"/>
                    <a:pt x="3" y="9"/>
                  </a:cubicBezTo>
                  <a:cubicBezTo>
                    <a:pt x="6" y="6"/>
                    <a:pt x="5" y="2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2" name="Freeform 4161">
              <a:extLst>
                <a:ext uri="{FF2B5EF4-FFF2-40B4-BE49-F238E27FC236}">
                  <a16:creationId xmlns:a16="http://schemas.microsoft.com/office/drawing/2014/main" id="{649F69C8-7AC1-40D8-BC5F-95B03EEDF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747"/>
              <a:ext cx="20" cy="23"/>
            </a:xfrm>
            <a:custGeom>
              <a:avLst/>
              <a:gdLst>
                <a:gd name="T0" fmla="*/ 0 w 11"/>
                <a:gd name="T1" fmla="*/ 0 h 12"/>
                <a:gd name="T2" fmla="*/ 49 w 11"/>
                <a:gd name="T3" fmla="*/ 56 h 12"/>
                <a:gd name="T4" fmla="*/ 13 w 11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0" y="3"/>
                    <a:pt x="5" y="12"/>
                    <a:pt x="8" y="8"/>
                  </a:cubicBezTo>
                  <a:cubicBezTo>
                    <a:pt x="11" y="5"/>
                    <a:pt x="5" y="2"/>
                    <a:pt x="2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3" name="Freeform 4162">
              <a:extLst>
                <a:ext uri="{FF2B5EF4-FFF2-40B4-BE49-F238E27FC236}">
                  <a16:creationId xmlns:a16="http://schemas.microsoft.com/office/drawing/2014/main" id="{57FDB579-7A07-4F1D-A9F6-EE7DC645A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781"/>
              <a:ext cx="28" cy="15"/>
            </a:xfrm>
            <a:custGeom>
              <a:avLst/>
              <a:gdLst>
                <a:gd name="T0" fmla="*/ 32 w 15"/>
                <a:gd name="T1" fmla="*/ 8 h 8"/>
                <a:gd name="T2" fmla="*/ 60 w 15"/>
                <a:gd name="T3" fmla="*/ 53 h 8"/>
                <a:gd name="T4" fmla="*/ 45 w 15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5" y="1"/>
                  </a:moveTo>
                  <a:cubicBezTo>
                    <a:pt x="0" y="0"/>
                    <a:pt x="5" y="8"/>
                    <a:pt x="9" y="8"/>
                  </a:cubicBezTo>
                  <a:cubicBezTo>
                    <a:pt x="15" y="7"/>
                    <a:pt x="11" y="2"/>
                    <a:pt x="7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4" name="Freeform 4163">
              <a:extLst>
                <a:ext uri="{FF2B5EF4-FFF2-40B4-BE49-F238E27FC236}">
                  <a16:creationId xmlns:a16="http://schemas.microsoft.com/office/drawing/2014/main" id="{23A45F5C-7529-4DFA-8606-FF56A9884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813"/>
              <a:ext cx="15" cy="18"/>
            </a:xfrm>
            <a:custGeom>
              <a:avLst/>
              <a:gdLst>
                <a:gd name="T0" fmla="*/ 0 w 8"/>
                <a:gd name="T1" fmla="*/ 13 h 10"/>
                <a:gd name="T2" fmla="*/ 45 w 8"/>
                <a:gd name="T3" fmla="*/ 36 h 10"/>
                <a:gd name="T4" fmla="*/ 8 w 8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1" y="4"/>
                    <a:pt x="5" y="10"/>
                    <a:pt x="7" y="6"/>
                  </a:cubicBezTo>
                  <a:cubicBezTo>
                    <a:pt x="8" y="4"/>
                    <a:pt x="3" y="0"/>
                    <a:pt x="1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5" name="Freeform 4164">
              <a:extLst>
                <a:ext uri="{FF2B5EF4-FFF2-40B4-BE49-F238E27FC236}">
                  <a16:creationId xmlns:a16="http://schemas.microsoft.com/office/drawing/2014/main" id="{D49B3327-72B8-4B22-BEF5-22799818F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878"/>
              <a:ext cx="11" cy="13"/>
            </a:xfrm>
            <a:custGeom>
              <a:avLst/>
              <a:gdLst>
                <a:gd name="T0" fmla="*/ 13 w 6"/>
                <a:gd name="T1" fmla="*/ 7 h 7"/>
                <a:gd name="T2" fmla="*/ 24 w 6"/>
                <a:gd name="T3" fmla="*/ 45 h 7"/>
                <a:gd name="T4" fmla="*/ 13 w 6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3"/>
                    <a:pt x="2" y="6"/>
                    <a:pt x="4" y="7"/>
                  </a:cubicBezTo>
                  <a:cubicBezTo>
                    <a:pt x="6" y="5"/>
                    <a:pt x="6" y="0"/>
                    <a:pt x="2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6" name="Freeform 4165">
              <a:extLst>
                <a:ext uri="{FF2B5EF4-FFF2-40B4-BE49-F238E27FC236}">
                  <a16:creationId xmlns:a16="http://schemas.microsoft.com/office/drawing/2014/main" id="{5CB8AA13-432B-4397-AE3A-BB158A362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925"/>
              <a:ext cx="15" cy="20"/>
            </a:xfrm>
            <a:custGeom>
              <a:avLst/>
              <a:gdLst>
                <a:gd name="T0" fmla="*/ 0 w 8"/>
                <a:gd name="T1" fmla="*/ 13 h 11"/>
                <a:gd name="T2" fmla="*/ 32 w 8"/>
                <a:gd name="T3" fmla="*/ 49 h 11"/>
                <a:gd name="T4" fmla="*/ 8 w 8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2"/>
                  </a:moveTo>
                  <a:cubicBezTo>
                    <a:pt x="0" y="4"/>
                    <a:pt x="2" y="11"/>
                    <a:pt x="5" y="8"/>
                  </a:cubicBezTo>
                  <a:cubicBezTo>
                    <a:pt x="8" y="6"/>
                    <a:pt x="3" y="0"/>
                    <a:pt x="1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7" name="Freeform 4166">
              <a:extLst>
                <a:ext uri="{FF2B5EF4-FFF2-40B4-BE49-F238E27FC236}">
                  <a16:creationId xmlns:a16="http://schemas.microsoft.com/office/drawing/2014/main" id="{A2C309CF-19B7-4C55-A6AD-404DD946F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983"/>
              <a:ext cx="15" cy="22"/>
            </a:xfrm>
            <a:custGeom>
              <a:avLst/>
              <a:gdLst>
                <a:gd name="T0" fmla="*/ 8 w 8"/>
                <a:gd name="T1" fmla="*/ 13 h 12"/>
                <a:gd name="T2" fmla="*/ 32 w 8"/>
                <a:gd name="T3" fmla="*/ 73 h 12"/>
                <a:gd name="T4" fmla="*/ 15 w 8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2"/>
                  </a:moveTo>
                  <a:cubicBezTo>
                    <a:pt x="0" y="6"/>
                    <a:pt x="1" y="11"/>
                    <a:pt x="5" y="12"/>
                  </a:cubicBezTo>
                  <a:cubicBezTo>
                    <a:pt x="8" y="10"/>
                    <a:pt x="5" y="0"/>
                    <a:pt x="2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8" name="Freeform 4167">
              <a:extLst>
                <a:ext uri="{FF2B5EF4-FFF2-40B4-BE49-F238E27FC236}">
                  <a16:creationId xmlns:a16="http://schemas.microsoft.com/office/drawing/2014/main" id="{BDD277AB-4D36-419E-9225-6FE5AB10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050"/>
              <a:ext cx="15" cy="21"/>
            </a:xfrm>
            <a:custGeom>
              <a:avLst/>
              <a:gdLst>
                <a:gd name="T0" fmla="*/ 21 w 8"/>
                <a:gd name="T1" fmla="*/ 0 h 11"/>
                <a:gd name="T2" fmla="*/ 21 w 8"/>
                <a:gd name="T3" fmla="*/ 76 h 11"/>
                <a:gd name="T4" fmla="*/ 21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3" y="0"/>
                  </a:moveTo>
                  <a:cubicBezTo>
                    <a:pt x="1" y="2"/>
                    <a:pt x="0" y="10"/>
                    <a:pt x="3" y="11"/>
                  </a:cubicBezTo>
                  <a:cubicBezTo>
                    <a:pt x="6" y="9"/>
                    <a:pt x="8" y="1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9" name="Freeform 4168">
              <a:extLst>
                <a:ext uri="{FF2B5EF4-FFF2-40B4-BE49-F238E27FC236}">
                  <a16:creationId xmlns:a16="http://schemas.microsoft.com/office/drawing/2014/main" id="{E8DEE74A-945B-49D1-979E-BA657B57B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105"/>
              <a:ext cx="15" cy="22"/>
            </a:xfrm>
            <a:custGeom>
              <a:avLst/>
              <a:gdLst>
                <a:gd name="T0" fmla="*/ 32 w 8"/>
                <a:gd name="T1" fmla="*/ 13 h 12"/>
                <a:gd name="T2" fmla="*/ 28 w 8"/>
                <a:gd name="T3" fmla="*/ 73 h 12"/>
                <a:gd name="T4" fmla="*/ 32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5" y="2"/>
                  </a:moveTo>
                  <a:cubicBezTo>
                    <a:pt x="3" y="3"/>
                    <a:pt x="0" y="12"/>
                    <a:pt x="4" y="12"/>
                  </a:cubicBezTo>
                  <a:cubicBezTo>
                    <a:pt x="8" y="12"/>
                    <a:pt x="6" y="2"/>
                    <a:pt x="5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0" name="Freeform 4169">
              <a:extLst>
                <a:ext uri="{FF2B5EF4-FFF2-40B4-BE49-F238E27FC236}">
                  <a16:creationId xmlns:a16="http://schemas.microsoft.com/office/drawing/2014/main" id="{870E352C-E5FA-4936-93BA-5411A644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164"/>
              <a:ext cx="17" cy="21"/>
            </a:xfrm>
            <a:custGeom>
              <a:avLst/>
              <a:gdLst>
                <a:gd name="T0" fmla="*/ 8 w 9"/>
                <a:gd name="T1" fmla="*/ 15 h 11"/>
                <a:gd name="T2" fmla="*/ 28 w 9"/>
                <a:gd name="T3" fmla="*/ 69 h 11"/>
                <a:gd name="T4" fmla="*/ 8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2"/>
                  </a:moveTo>
                  <a:cubicBezTo>
                    <a:pt x="0" y="3"/>
                    <a:pt x="0" y="11"/>
                    <a:pt x="4" y="10"/>
                  </a:cubicBezTo>
                  <a:cubicBezTo>
                    <a:pt x="9" y="9"/>
                    <a:pt x="3" y="1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1" name="Freeform 4170">
              <a:extLst>
                <a:ext uri="{FF2B5EF4-FFF2-40B4-BE49-F238E27FC236}">
                  <a16:creationId xmlns:a16="http://schemas.microsoft.com/office/drawing/2014/main" id="{4BFAEDA7-7AE9-48D5-91B1-3E53D7B97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3228"/>
              <a:ext cx="31" cy="21"/>
            </a:xfrm>
            <a:custGeom>
              <a:avLst/>
              <a:gdLst>
                <a:gd name="T0" fmla="*/ 29 w 17"/>
                <a:gd name="T1" fmla="*/ 0 h 11"/>
                <a:gd name="T2" fmla="*/ 73 w 17"/>
                <a:gd name="T3" fmla="*/ 61 h 11"/>
                <a:gd name="T4" fmla="*/ 36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5" y="0"/>
                  </a:moveTo>
                  <a:cubicBezTo>
                    <a:pt x="0" y="1"/>
                    <a:pt x="8" y="11"/>
                    <a:pt x="12" y="9"/>
                  </a:cubicBezTo>
                  <a:cubicBezTo>
                    <a:pt x="17" y="6"/>
                    <a:pt x="8" y="0"/>
                    <a:pt x="6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2" name="Freeform 4171">
              <a:extLst>
                <a:ext uri="{FF2B5EF4-FFF2-40B4-BE49-F238E27FC236}">
                  <a16:creationId xmlns:a16="http://schemas.microsoft.com/office/drawing/2014/main" id="{6B2600B7-54AF-4193-8211-E29DB1AEE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3267"/>
              <a:ext cx="15" cy="21"/>
            </a:xfrm>
            <a:custGeom>
              <a:avLst/>
              <a:gdLst>
                <a:gd name="T0" fmla="*/ 8 w 8"/>
                <a:gd name="T1" fmla="*/ 15 h 11"/>
                <a:gd name="T2" fmla="*/ 28 w 8"/>
                <a:gd name="T3" fmla="*/ 69 h 11"/>
                <a:gd name="T4" fmla="*/ 21 w 8"/>
                <a:gd name="T5" fmla="*/ 0 h 11"/>
                <a:gd name="T6" fmla="*/ 15 w 8"/>
                <a:gd name="T7" fmla="*/ 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1" y="2"/>
                  </a:moveTo>
                  <a:cubicBezTo>
                    <a:pt x="0" y="4"/>
                    <a:pt x="1" y="11"/>
                    <a:pt x="4" y="10"/>
                  </a:cubicBezTo>
                  <a:cubicBezTo>
                    <a:pt x="8" y="9"/>
                    <a:pt x="5" y="1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3" name="Freeform 4172">
              <a:extLst>
                <a:ext uri="{FF2B5EF4-FFF2-40B4-BE49-F238E27FC236}">
                  <a16:creationId xmlns:a16="http://schemas.microsoft.com/office/drawing/2014/main" id="{07D9E483-A0F4-4D85-B4C8-AF58BF4A7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3316"/>
              <a:ext cx="13" cy="22"/>
            </a:xfrm>
            <a:custGeom>
              <a:avLst/>
              <a:gdLst>
                <a:gd name="T0" fmla="*/ 0 w 7"/>
                <a:gd name="T1" fmla="*/ 13 h 12"/>
                <a:gd name="T2" fmla="*/ 20 w 7"/>
                <a:gd name="T3" fmla="*/ 68 h 12"/>
                <a:gd name="T4" fmla="*/ 13 w 7"/>
                <a:gd name="T5" fmla="*/ 0 h 12"/>
                <a:gd name="T6" fmla="*/ 7 w 7"/>
                <a:gd name="T7" fmla="*/ 1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0" y="2"/>
                  </a:moveTo>
                  <a:cubicBezTo>
                    <a:pt x="0" y="4"/>
                    <a:pt x="0" y="12"/>
                    <a:pt x="3" y="11"/>
                  </a:cubicBezTo>
                  <a:cubicBezTo>
                    <a:pt x="7" y="11"/>
                    <a:pt x="4" y="1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4" name="Freeform 4173">
              <a:extLst>
                <a:ext uri="{FF2B5EF4-FFF2-40B4-BE49-F238E27FC236}">
                  <a16:creationId xmlns:a16="http://schemas.microsoft.com/office/drawing/2014/main" id="{610AE953-37F4-416B-92F5-5B615A6B7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3378"/>
              <a:ext cx="9" cy="20"/>
            </a:xfrm>
            <a:custGeom>
              <a:avLst/>
              <a:gdLst>
                <a:gd name="T0" fmla="*/ 13 w 5"/>
                <a:gd name="T1" fmla="*/ 13 h 11"/>
                <a:gd name="T2" fmla="*/ 7 w 5"/>
                <a:gd name="T3" fmla="*/ 65 h 11"/>
                <a:gd name="T4" fmla="*/ 16 w 5"/>
                <a:gd name="T5" fmla="*/ 0 h 11"/>
                <a:gd name="T6" fmla="*/ 13 w 5"/>
                <a:gd name="T7" fmla="*/ 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2" y="2"/>
                  </a:moveTo>
                  <a:cubicBezTo>
                    <a:pt x="1" y="5"/>
                    <a:pt x="0" y="8"/>
                    <a:pt x="1" y="11"/>
                  </a:cubicBezTo>
                  <a:cubicBezTo>
                    <a:pt x="5" y="10"/>
                    <a:pt x="5" y="2"/>
                    <a:pt x="3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5" name="Freeform 4174">
              <a:extLst>
                <a:ext uri="{FF2B5EF4-FFF2-40B4-BE49-F238E27FC236}">
                  <a16:creationId xmlns:a16="http://schemas.microsoft.com/office/drawing/2014/main" id="{063FFA32-DCFD-4278-AF21-CBA67D94E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355"/>
              <a:ext cx="6" cy="10"/>
            </a:xfrm>
            <a:custGeom>
              <a:avLst/>
              <a:gdLst>
                <a:gd name="T0" fmla="*/ 0 w 3"/>
                <a:gd name="T1" fmla="*/ 24 h 5"/>
                <a:gd name="T2" fmla="*/ 8 w 3"/>
                <a:gd name="T3" fmla="*/ 40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6" name="Freeform 4175">
              <a:extLst>
                <a:ext uri="{FF2B5EF4-FFF2-40B4-BE49-F238E27FC236}">
                  <a16:creationId xmlns:a16="http://schemas.microsoft.com/office/drawing/2014/main" id="{B7C4F345-3508-4CE3-8FA2-B2EEC611A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011"/>
              <a:ext cx="6" cy="7"/>
            </a:xfrm>
            <a:custGeom>
              <a:avLst/>
              <a:gdLst>
                <a:gd name="T0" fmla="*/ 0 w 3"/>
                <a:gd name="T1" fmla="*/ 7 h 4"/>
                <a:gd name="T2" fmla="*/ 8 w 3"/>
                <a:gd name="T3" fmla="*/ 21 h 4"/>
                <a:gd name="T4" fmla="*/ 24 w 3"/>
                <a:gd name="T5" fmla="*/ 7 h 4"/>
                <a:gd name="T6" fmla="*/ 0 w 3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2" y="3"/>
                    <a:pt x="3" y="3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7" name="Freeform 4176">
              <a:extLst>
                <a:ext uri="{FF2B5EF4-FFF2-40B4-BE49-F238E27FC236}">
                  <a16:creationId xmlns:a16="http://schemas.microsoft.com/office/drawing/2014/main" id="{D5F47579-A430-4CF4-89D4-B7A95CE08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08"/>
              <a:ext cx="11" cy="12"/>
            </a:xfrm>
            <a:custGeom>
              <a:avLst/>
              <a:gdLst>
                <a:gd name="T0" fmla="*/ 0 w 6"/>
                <a:gd name="T1" fmla="*/ 8 h 6"/>
                <a:gd name="T2" fmla="*/ 24 w 6"/>
                <a:gd name="T3" fmla="*/ 48 h 6"/>
                <a:gd name="T4" fmla="*/ 2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4"/>
                    <a:pt x="1" y="6"/>
                    <a:pt x="4" y="6"/>
                  </a:cubicBezTo>
                  <a:cubicBezTo>
                    <a:pt x="5" y="4"/>
                    <a:pt x="6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8" name="Freeform 4177">
              <a:extLst>
                <a:ext uri="{FF2B5EF4-FFF2-40B4-BE49-F238E27FC236}">
                  <a16:creationId xmlns:a16="http://schemas.microsoft.com/office/drawing/2014/main" id="{685F5387-43B1-4947-8ECB-D93073068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159"/>
              <a:ext cx="6" cy="7"/>
            </a:xfrm>
            <a:custGeom>
              <a:avLst/>
              <a:gdLst>
                <a:gd name="T0" fmla="*/ 0 w 3"/>
                <a:gd name="T1" fmla="*/ 16 h 4"/>
                <a:gd name="T2" fmla="*/ 24 w 3"/>
                <a:gd name="T3" fmla="*/ 16 h 4"/>
                <a:gd name="T4" fmla="*/ 16 w 3"/>
                <a:gd name="T5" fmla="*/ 0 h 4"/>
                <a:gd name="T6" fmla="*/ 0 w 3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2" y="4"/>
                    <a:pt x="3" y="4"/>
                    <a:pt x="3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9" name="Freeform 4178">
              <a:extLst>
                <a:ext uri="{FF2B5EF4-FFF2-40B4-BE49-F238E27FC236}">
                  <a16:creationId xmlns:a16="http://schemas.microsoft.com/office/drawing/2014/main" id="{894B902F-8CC9-48F9-B542-3E60E42A0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189"/>
              <a:ext cx="7" cy="9"/>
            </a:xfrm>
            <a:custGeom>
              <a:avLst/>
              <a:gdLst>
                <a:gd name="T0" fmla="*/ 0 w 4"/>
                <a:gd name="T1" fmla="*/ 13 h 5"/>
                <a:gd name="T2" fmla="*/ 16 w 4"/>
                <a:gd name="T3" fmla="*/ 29 h 5"/>
                <a:gd name="T4" fmla="*/ 7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4" y="1"/>
                    <a:pt x="3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0" name="Freeform 4179">
              <a:extLst>
                <a:ext uri="{FF2B5EF4-FFF2-40B4-BE49-F238E27FC236}">
                  <a16:creationId xmlns:a16="http://schemas.microsoft.com/office/drawing/2014/main" id="{B671B422-6331-4215-9E03-0981EB0C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065"/>
              <a:ext cx="6" cy="8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16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3"/>
                    <a:pt x="1" y="4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1" name="Freeform 4180">
              <a:extLst>
                <a:ext uri="{FF2B5EF4-FFF2-40B4-BE49-F238E27FC236}">
                  <a16:creationId xmlns:a16="http://schemas.microsoft.com/office/drawing/2014/main" id="{D3E2DBDE-7B0B-473E-9207-A04E8E94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271"/>
              <a:ext cx="7" cy="11"/>
            </a:xfrm>
            <a:custGeom>
              <a:avLst/>
              <a:gdLst>
                <a:gd name="T0" fmla="*/ 0 w 4"/>
                <a:gd name="T1" fmla="*/ 20 h 6"/>
                <a:gd name="T2" fmla="*/ 7 w 4"/>
                <a:gd name="T3" fmla="*/ 37 h 6"/>
                <a:gd name="T4" fmla="*/ 12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2" name="Freeform 4181">
              <a:extLst>
                <a:ext uri="{FF2B5EF4-FFF2-40B4-BE49-F238E27FC236}">
                  <a16:creationId xmlns:a16="http://schemas.microsoft.com/office/drawing/2014/main" id="{D3E23EEE-4941-4527-A65C-1084FD166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3069"/>
              <a:ext cx="8" cy="6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24 h 3"/>
                <a:gd name="T4" fmla="*/ 8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4" y="2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3" name="Freeform 4182">
              <a:extLst>
                <a:ext uri="{FF2B5EF4-FFF2-40B4-BE49-F238E27FC236}">
                  <a16:creationId xmlns:a16="http://schemas.microsoft.com/office/drawing/2014/main" id="{3DB63585-7371-473F-870D-C052147C2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970"/>
              <a:ext cx="10" cy="13"/>
            </a:xfrm>
            <a:custGeom>
              <a:avLst/>
              <a:gdLst>
                <a:gd name="T0" fmla="*/ 8 w 5"/>
                <a:gd name="T1" fmla="*/ 13 h 7"/>
                <a:gd name="T2" fmla="*/ 8 w 5"/>
                <a:gd name="T3" fmla="*/ 45 h 7"/>
                <a:gd name="T4" fmla="*/ 24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4" y="7"/>
                    <a:pt x="5" y="3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4" name="Freeform 4183">
              <a:extLst>
                <a:ext uri="{FF2B5EF4-FFF2-40B4-BE49-F238E27FC236}">
                  <a16:creationId xmlns:a16="http://schemas.microsoft.com/office/drawing/2014/main" id="{D5182E0B-D944-46AA-9DD3-EF63ADB33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902"/>
              <a:ext cx="7" cy="12"/>
            </a:xfrm>
            <a:custGeom>
              <a:avLst/>
              <a:gdLst>
                <a:gd name="T0" fmla="*/ 7 w 4"/>
                <a:gd name="T1" fmla="*/ 32 h 6"/>
                <a:gd name="T2" fmla="*/ 12 w 4"/>
                <a:gd name="T3" fmla="*/ 48 h 6"/>
                <a:gd name="T4" fmla="*/ 21 w 4"/>
                <a:gd name="T5" fmla="*/ 8 h 6"/>
                <a:gd name="T6" fmla="*/ 0 w 4"/>
                <a:gd name="T7" fmla="*/ 24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4"/>
                  </a:moveTo>
                  <a:cubicBezTo>
                    <a:pt x="1" y="5"/>
                    <a:pt x="1" y="6"/>
                    <a:pt x="2" y="6"/>
                  </a:cubicBezTo>
                  <a:cubicBezTo>
                    <a:pt x="4" y="4"/>
                    <a:pt x="4" y="3"/>
                    <a:pt x="4" y="1"/>
                  </a:cubicBezTo>
                  <a:cubicBezTo>
                    <a:pt x="3" y="0"/>
                    <a:pt x="2" y="2"/>
                    <a:pt x="0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5" name="Freeform 4184">
              <a:extLst>
                <a:ext uri="{FF2B5EF4-FFF2-40B4-BE49-F238E27FC236}">
                  <a16:creationId xmlns:a16="http://schemas.microsoft.com/office/drawing/2014/main" id="{47B4BB63-48CA-4A1B-AA74-1040D046F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970"/>
              <a:ext cx="3" cy="4"/>
            </a:xfrm>
            <a:custGeom>
              <a:avLst/>
              <a:gdLst>
                <a:gd name="T0" fmla="*/ 5 w 2"/>
                <a:gd name="T1" fmla="*/ 0 h 2"/>
                <a:gd name="T2" fmla="*/ 5 w 2"/>
                <a:gd name="T3" fmla="*/ 16 h 2"/>
                <a:gd name="T4" fmla="*/ 8 w 2"/>
                <a:gd name="T5" fmla="*/ 0 h 2"/>
                <a:gd name="T6" fmla="*/ 5 w 2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0" y="0"/>
                    <a:pt x="2" y="1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6" name="Freeform 4185">
              <a:extLst>
                <a:ext uri="{FF2B5EF4-FFF2-40B4-BE49-F238E27FC236}">
                  <a16:creationId xmlns:a16="http://schemas.microsoft.com/office/drawing/2014/main" id="{1E3F0B18-D87F-4229-BC78-7A5CBEAD2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3153"/>
              <a:ext cx="8" cy="11"/>
            </a:xfrm>
            <a:custGeom>
              <a:avLst/>
              <a:gdLst>
                <a:gd name="T0" fmla="*/ 8 w 4"/>
                <a:gd name="T1" fmla="*/ 13 h 6"/>
                <a:gd name="T2" fmla="*/ 16 w 4"/>
                <a:gd name="T3" fmla="*/ 37 h 6"/>
                <a:gd name="T4" fmla="*/ 24 w 4"/>
                <a:gd name="T5" fmla="*/ 0 h 6"/>
                <a:gd name="T6" fmla="*/ 8 w 4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4" y="4"/>
                    <a:pt x="4" y="2"/>
                    <a:pt x="3" y="0"/>
                  </a:cubicBezTo>
                  <a:cubicBezTo>
                    <a:pt x="1" y="0"/>
                    <a:pt x="2" y="1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7" name="Freeform 4186">
              <a:extLst>
                <a:ext uri="{FF2B5EF4-FFF2-40B4-BE49-F238E27FC236}">
                  <a16:creationId xmlns:a16="http://schemas.microsoft.com/office/drawing/2014/main" id="{0FD03C9E-6313-4131-97C3-F55894896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3264"/>
              <a:ext cx="28" cy="20"/>
            </a:xfrm>
            <a:custGeom>
              <a:avLst/>
              <a:gdLst>
                <a:gd name="T0" fmla="*/ 32 w 15"/>
                <a:gd name="T1" fmla="*/ 0 h 11"/>
                <a:gd name="T2" fmla="*/ 32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5" y="0"/>
                  </a:moveTo>
                  <a:cubicBezTo>
                    <a:pt x="0" y="11"/>
                    <a:pt x="15" y="0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8" name="Freeform 4187">
              <a:extLst>
                <a:ext uri="{FF2B5EF4-FFF2-40B4-BE49-F238E27FC236}">
                  <a16:creationId xmlns:a16="http://schemas.microsoft.com/office/drawing/2014/main" id="{DEA9FC79-B934-43F7-9866-3A4EAE503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368"/>
              <a:ext cx="13" cy="15"/>
            </a:xfrm>
            <a:custGeom>
              <a:avLst/>
              <a:gdLst>
                <a:gd name="T0" fmla="*/ 13 w 7"/>
                <a:gd name="T1" fmla="*/ 15 h 8"/>
                <a:gd name="T2" fmla="*/ 13 w 7"/>
                <a:gd name="T3" fmla="*/ 53 h 8"/>
                <a:gd name="T4" fmla="*/ 13 w 7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2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6" y="7"/>
                    <a:pt x="7" y="0"/>
                    <a:pt x="2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9" name="Freeform 4188">
              <a:extLst>
                <a:ext uri="{FF2B5EF4-FFF2-40B4-BE49-F238E27FC236}">
                  <a16:creationId xmlns:a16="http://schemas.microsoft.com/office/drawing/2014/main" id="{47793619-ED76-47A9-83EA-FAEC3868C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209"/>
              <a:ext cx="6" cy="8"/>
            </a:xfrm>
            <a:custGeom>
              <a:avLst/>
              <a:gdLst>
                <a:gd name="T0" fmla="*/ 0 w 3"/>
                <a:gd name="T1" fmla="*/ 8 h 4"/>
                <a:gd name="T2" fmla="*/ 8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2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0" name="Freeform 4189">
              <a:extLst>
                <a:ext uri="{FF2B5EF4-FFF2-40B4-BE49-F238E27FC236}">
                  <a16:creationId xmlns:a16="http://schemas.microsoft.com/office/drawing/2014/main" id="{8C70D1B6-734C-4318-B10C-A471E668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3501"/>
              <a:ext cx="7" cy="12"/>
            </a:xfrm>
            <a:custGeom>
              <a:avLst/>
              <a:gdLst>
                <a:gd name="T0" fmla="*/ 7 w 4"/>
                <a:gd name="T1" fmla="*/ 8 h 6"/>
                <a:gd name="T2" fmla="*/ 7 w 4"/>
                <a:gd name="T3" fmla="*/ 48 h 6"/>
                <a:gd name="T4" fmla="*/ 21 w 4"/>
                <a:gd name="T5" fmla="*/ 8 h 6"/>
                <a:gd name="T6" fmla="*/ 7 w 4"/>
                <a:gd name="T7" fmla="*/ 24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3" y="5"/>
                    <a:pt x="4" y="3"/>
                    <a:pt x="4" y="1"/>
                  </a:cubicBezTo>
                  <a:cubicBezTo>
                    <a:pt x="2" y="0"/>
                    <a:pt x="2" y="1"/>
                    <a:pt x="1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1" name="Freeform 4190">
              <a:extLst>
                <a:ext uri="{FF2B5EF4-FFF2-40B4-BE49-F238E27FC236}">
                  <a16:creationId xmlns:a16="http://schemas.microsoft.com/office/drawing/2014/main" id="{6651F4DB-F16A-4508-9E69-F5E0302C2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3563"/>
              <a:ext cx="5" cy="8"/>
            </a:xfrm>
            <a:custGeom>
              <a:avLst/>
              <a:gdLst>
                <a:gd name="T0" fmla="*/ 5 w 3"/>
                <a:gd name="T1" fmla="*/ 8 h 4"/>
                <a:gd name="T2" fmla="*/ 5 w 3"/>
                <a:gd name="T3" fmla="*/ 32 h 4"/>
                <a:gd name="T4" fmla="*/ 13 w 3"/>
                <a:gd name="T5" fmla="*/ 0 h 4"/>
                <a:gd name="T6" fmla="*/ 0 w 3"/>
                <a:gd name="T7" fmla="*/ 3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2" y="2"/>
                    <a:pt x="2" y="2"/>
                    <a:pt x="3" y="0"/>
                  </a:cubicBez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2" name="Freeform 4191">
              <a:extLst>
                <a:ext uri="{FF2B5EF4-FFF2-40B4-BE49-F238E27FC236}">
                  <a16:creationId xmlns:a16="http://schemas.microsoft.com/office/drawing/2014/main" id="{66929CDE-C714-4F56-B41E-0F8A7FE0F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601"/>
              <a:ext cx="9" cy="11"/>
            </a:xfrm>
            <a:custGeom>
              <a:avLst/>
              <a:gdLst>
                <a:gd name="T0" fmla="*/ 13 w 5"/>
                <a:gd name="T1" fmla="*/ 7 h 6"/>
                <a:gd name="T2" fmla="*/ 13 w 5"/>
                <a:gd name="T3" fmla="*/ 37 h 6"/>
                <a:gd name="T4" fmla="*/ 23 w 5"/>
                <a:gd name="T5" fmla="*/ 7 h 6"/>
                <a:gd name="T6" fmla="*/ 7 w 5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4" y="5"/>
                    <a:pt x="5" y="3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3" name="Freeform 4192">
              <a:extLst>
                <a:ext uri="{FF2B5EF4-FFF2-40B4-BE49-F238E27FC236}">
                  <a16:creationId xmlns:a16="http://schemas.microsoft.com/office/drawing/2014/main" id="{A1FFFA59-A214-42E6-AF04-B6889C227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662"/>
              <a:ext cx="9" cy="12"/>
            </a:xfrm>
            <a:custGeom>
              <a:avLst/>
              <a:gdLst>
                <a:gd name="T0" fmla="*/ 16 w 5"/>
                <a:gd name="T1" fmla="*/ 0 h 6"/>
                <a:gd name="T2" fmla="*/ 29 w 5"/>
                <a:gd name="T3" fmla="*/ 8 h 6"/>
                <a:gd name="T4" fmla="*/ 13 w 5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5"/>
                    <a:pt x="5" y="6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4" name="Freeform 4193">
              <a:extLst>
                <a:ext uri="{FF2B5EF4-FFF2-40B4-BE49-F238E27FC236}">
                  <a16:creationId xmlns:a16="http://schemas.microsoft.com/office/drawing/2014/main" id="{F69ABAB7-C581-4BB3-BB81-0B06B1CC7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3732"/>
              <a:ext cx="15" cy="13"/>
            </a:xfrm>
            <a:custGeom>
              <a:avLst/>
              <a:gdLst>
                <a:gd name="T0" fmla="*/ 8 w 8"/>
                <a:gd name="T1" fmla="*/ 13 h 7"/>
                <a:gd name="T2" fmla="*/ 21 w 8"/>
                <a:gd name="T3" fmla="*/ 45 h 7"/>
                <a:gd name="T4" fmla="*/ 0 w 8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1" y="4"/>
                    <a:pt x="1" y="6"/>
                    <a:pt x="3" y="7"/>
                  </a:cubicBezTo>
                  <a:cubicBezTo>
                    <a:pt x="8" y="4"/>
                    <a:pt x="4" y="0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5" name="Freeform 4194">
              <a:extLst>
                <a:ext uri="{FF2B5EF4-FFF2-40B4-BE49-F238E27FC236}">
                  <a16:creationId xmlns:a16="http://schemas.microsoft.com/office/drawing/2014/main" id="{3028E97D-610A-4253-8BCE-A77028B0B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685"/>
              <a:ext cx="15" cy="9"/>
            </a:xfrm>
            <a:custGeom>
              <a:avLst/>
              <a:gdLst>
                <a:gd name="T0" fmla="*/ 0 w 8"/>
                <a:gd name="T1" fmla="*/ 16 h 5"/>
                <a:gd name="T2" fmla="*/ 28 w 8"/>
                <a:gd name="T3" fmla="*/ 29 h 5"/>
                <a:gd name="T4" fmla="*/ 0 w 8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1" y="4"/>
                    <a:pt x="2" y="5"/>
                    <a:pt x="4" y="5"/>
                  </a:cubicBezTo>
                  <a:cubicBezTo>
                    <a:pt x="8" y="2"/>
                    <a:pt x="3" y="0"/>
                    <a:pt x="0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6" name="Freeform 4195">
              <a:extLst>
                <a:ext uri="{FF2B5EF4-FFF2-40B4-BE49-F238E27FC236}">
                  <a16:creationId xmlns:a16="http://schemas.microsoft.com/office/drawing/2014/main" id="{FA0B18EC-AC62-4CB4-BFF0-60D3765E1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488"/>
              <a:ext cx="15" cy="19"/>
            </a:xfrm>
            <a:custGeom>
              <a:avLst/>
              <a:gdLst>
                <a:gd name="T0" fmla="*/ 15 w 8"/>
                <a:gd name="T1" fmla="*/ 29 h 10"/>
                <a:gd name="T2" fmla="*/ 21 w 8"/>
                <a:gd name="T3" fmla="*/ 68 h 10"/>
                <a:gd name="T4" fmla="*/ 15 w 8"/>
                <a:gd name="T5" fmla="*/ 0 h 10"/>
                <a:gd name="T6" fmla="*/ 0 w 8"/>
                <a:gd name="T7" fmla="*/ 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2" y="4"/>
                  </a:moveTo>
                  <a:cubicBezTo>
                    <a:pt x="1" y="6"/>
                    <a:pt x="1" y="8"/>
                    <a:pt x="3" y="10"/>
                  </a:cubicBezTo>
                  <a:cubicBezTo>
                    <a:pt x="8" y="9"/>
                    <a:pt x="7" y="1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7" name="Freeform 4196">
              <a:extLst>
                <a:ext uri="{FF2B5EF4-FFF2-40B4-BE49-F238E27FC236}">
                  <a16:creationId xmlns:a16="http://schemas.microsoft.com/office/drawing/2014/main" id="{EF761CA4-3489-47C7-B483-FDE92EF18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529"/>
              <a:ext cx="5" cy="10"/>
            </a:xfrm>
            <a:custGeom>
              <a:avLst/>
              <a:gdLst>
                <a:gd name="T0" fmla="*/ 5 w 3"/>
                <a:gd name="T1" fmla="*/ 24 h 5"/>
                <a:gd name="T2" fmla="*/ 5 w 3"/>
                <a:gd name="T3" fmla="*/ 40 h 5"/>
                <a:gd name="T4" fmla="*/ 5 w 3"/>
                <a:gd name="T5" fmla="*/ 0 h 5"/>
                <a:gd name="T6" fmla="*/ 5 w 3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3" y="3"/>
                    <a:pt x="3" y="3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8" name="Freeform 4197">
              <a:extLst>
                <a:ext uri="{FF2B5EF4-FFF2-40B4-BE49-F238E27FC236}">
                  <a16:creationId xmlns:a16="http://schemas.microsoft.com/office/drawing/2014/main" id="{FFD33461-CEEA-40CF-A172-6897F49D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763"/>
              <a:ext cx="7" cy="12"/>
            </a:xfrm>
            <a:custGeom>
              <a:avLst/>
              <a:gdLst>
                <a:gd name="T0" fmla="*/ 7 w 4"/>
                <a:gd name="T1" fmla="*/ 16 h 6"/>
                <a:gd name="T2" fmla="*/ 7 w 4"/>
                <a:gd name="T3" fmla="*/ 48 h 6"/>
                <a:gd name="T4" fmla="*/ 12 w 4"/>
                <a:gd name="T5" fmla="*/ 0 h 6"/>
                <a:gd name="T6" fmla="*/ 0 w 4"/>
                <a:gd name="T7" fmla="*/ 24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3" y="4"/>
                    <a:pt x="4" y="2"/>
                    <a:pt x="2" y="0"/>
                  </a:cubicBezTo>
                  <a:cubicBezTo>
                    <a:pt x="0" y="0"/>
                    <a:pt x="0" y="1"/>
                    <a:pt x="0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9" name="Freeform 4198">
              <a:extLst>
                <a:ext uri="{FF2B5EF4-FFF2-40B4-BE49-F238E27FC236}">
                  <a16:creationId xmlns:a16="http://schemas.microsoft.com/office/drawing/2014/main" id="{3699F915-FC14-420E-A949-7D9151946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470"/>
              <a:ext cx="4" cy="7"/>
            </a:xfrm>
            <a:custGeom>
              <a:avLst/>
              <a:gdLst>
                <a:gd name="T0" fmla="*/ 16 w 2"/>
                <a:gd name="T1" fmla="*/ 7 h 4"/>
                <a:gd name="T2" fmla="*/ 0 w 2"/>
                <a:gd name="T3" fmla="*/ 21 h 4"/>
                <a:gd name="T4" fmla="*/ 16 w 2"/>
                <a:gd name="T5" fmla="*/ 12 h 4"/>
                <a:gd name="T6" fmla="*/ 8 w 2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3"/>
                    <a:pt x="1" y="4"/>
                    <a:pt x="2" y="2"/>
                  </a:cubicBezTo>
                  <a:cubicBezTo>
                    <a:pt x="2" y="0"/>
                    <a:pt x="1" y="3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0" name="Freeform 4199">
              <a:extLst>
                <a:ext uri="{FF2B5EF4-FFF2-40B4-BE49-F238E27FC236}">
                  <a16:creationId xmlns:a16="http://schemas.microsoft.com/office/drawing/2014/main" id="{32D798D9-11F7-42EF-A76E-B91861D64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387"/>
              <a:ext cx="11" cy="11"/>
            </a:xfrm>
            <a:custGeom>
              <a:avLst/>
              <a:gdLst>
                <a:gd name="T0" fmla="*/ 7 w 6"/>
                <a:gd name="T1" fmla="*/ 0 h 6"/>
                <a:gd name="T2" fmla="*/ 7 w 6"/>
                <a:gd name="T3" fmla="*/ 37 h 6"/>
                <a:gd name="T4" fmla="*/ 24 w 6"/>
                <a:gd name="T5" fmla="*/ 0 h 6"/>
                <a:gd name="T6" fmla="*/ 13 w 6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6"/>
                    <a:pt x="6" y="3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1" name="Freeform 4200">
              <a:extLst>
                <a:ext uri="{FF2B5EF4-FFF2-40B4-BE49-F238E27FC236}">
                  <a16:creationId xmlns:a16="http://schemas.microsoft.com/office/drawing/2014/main" id="{B508528B-6C74-4492-A589-AF3931974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426"/>
              <a:ext cx="6" cy="6"/>
            </a:xfrm>
            <a:custGeom>
              <a:avLst/>
              <a:gdLst>
                <a:gd name="T0" fmla="*/ 8 w 3"/>
                <a:gd name="T1" fmla="*/ 0 h 3"/>
                <a:gd name="T2" fmla="*/ 24 w 3"/>
                <a:gd name="T3" fmla="*/ 24 h 3"/>
                <a:gd name="T4" fmla="*/ 8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2"/>
                    <a:pt x="0" y="3"/>
                    <a:pt x="3" y="3"/>
                  </a:cubicBezTo>
                  <a:cubicBezTo>
                    <a:pt x="3" y="1"/>
                    <a:pt x="2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2" name="Freeform 4201">
              <a:extLst>
                <a:ext uri="{FF2B5EF4-FFF2-40B4-BE49-F238E27FC236}">
                  <a16:creationId xmlns:a16="http://schemas.microsoft.com/office/drawing/2014/main" id="{9A9AFAB0-ED16-4C01-B2FE-B21C3F41E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520"/>
              <a:ext cx="9" cy="11"/>
            </a:xfrm>
            <a:custGeom>
              <a:avLst/>
              <a:gdLst>
                <a:gd name="T0" fmla="*/ 13 w 5"/>
                <a:gd name="T1" fmla="*/ 0 h 6"/>
                <a:gd name="T2" fmla="*/ 16 w 5"/>
                <a:gd name="T3" fmla="*/ 37 h 6"/>
                <a:gd name="T4" fmla="*/ 29 w 5"/>
                <a:gd name="T5" fmla="*/ 13 h 6"/>
                <a:gd name="T6" fmla="*/ 13 w 5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1" y="4"/>
                    <a:pt x="3" y="6"/>
                  </a:cubicBezTo>
                  <a:cubicBezTo>
                    <a:pt x="5" y="5"/>
                    <a:pt x="5" y="4"/>
                    <a:pt x="5" y="2"/>
                  </a:cubicBezTo>
                  <a:cubicBezTo>
                    <a:pt x="4" y="1"/>
                    <a:pt x="4" y="2"/>
                    <a:pt x="2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3" name="Freeform 4202">
              <a:extLst>
                <a:ext uri="{FF2B5EF4-FFF2-40B4-BE49-F238E27FC236}">
                  <a16:creationId xmlns:a16="http://schemas.microsoft.com/office/drawing/2014/main" id="{815EBB5C-50EA-4349-B4B0-8AF0FF559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629"/>
              <a:ext cx="7" cy="9"/>
            </a:xfrm>
            <a:custGeom>
              <a:avLst/>
              <a:gdLst>
                <a:gd name="T0" fmla="*/ 12 w 4"/>
                <a:gd name="T1" fmla="*/ 13 h 5"/>
                <a:gd name="T2" fmla="*/ 12 w 4"/>
                <a:gd name="T3" fmla="*/ 29 h 5"/>
                <a:gd name="T4" fmla="*/ 12 w 4"/>
                <a:gd name="T5" fmla="*/ 0 h 5"/>
                <a:gd name="T6" fmla="*/ 0 w 4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4" y="3"/>
                    <a:pt x="4" y="2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4" name="Freeform 4203">
              <a:extLst>
                <a:ext uri="{FF2B5EF4-FFF2-40B4-BE49-F238E27FC236}">
                  <a16:creationId xmlns:a16="http://schemas.microsoft.com/office/drawing/2014/main" id="{C77D912F-99D2-4661-8DE4-099D1D9D8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668"/>
              <a:ext cx="6" cy="9"/>
            </a:xfrm>
            <a:custGeom>
              <a:avLst/>
              <a:gdLst>
                <a:gd name="T0" fmla="*/ 0 w 3"/>
                <a:gd name="T1" fmla="*/ 23 h 5"/>
                <a:gd name="T2" fmla="*/ 24 w 3"/>
                <a:gd name="T3" fmla="*/ 23 h 5"/>
                <a:gd name="T4" fmla="*/ 24 w 3"/>
                <a:gd name="T5" fmla="*/ 13 h 5"/>
                <a:gd name="T6" fmla="*/ 8 w 3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1" y="5"/>
                    <a:pt x="2" y="5"/>
                    <a:pt x="3" y="4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2" y="0"/>
                    <a:pt x="2" y="2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5" name="Freeform 4204">
              <a:extLst>
                <a:ext uri="{FF2B5EF4-FFF2-40B4-BE49-F238E27FC236}">
                  <a16:creationId xmlns:a16="http://schemas.microsoft.com/office/drawing/2014/main" id="{BBED736B-6BAB-4A08-80DE-E6FA681D5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325"/>
              <a:ext cx="8" cy="8"/>
            </a:xfrm>
            <a:custGeom>
              <a:avLst/>
              <a:gdLst>
                <a:gd name="T0" fmla="*/ 24 w 4"/>
                <a:gd name="T1" fmla="*/ 0 h 4"/>
                <a:gd name="T2" fmla="*/ 0 w 4"/>
                <a:gd name="T3" fmla="*/ 8 h 4"/>
                <a:gd name="T4" fmla="*/ 24 w 4"/>
                <a:gd name="T5" fmla="*/ 32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4"/>
                    <a:pt x="1" y="3"/>
                    <a:pt x="3" y="4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6" name="Freeform 4205">
              <a:extLst>
                <a:ext uri="{FF2B5EF4-FFF2-40B4-BE49-F238E27FC236}">
                  <a16:creationId xmlns:a16="http://schemas.microsoft.com/office/drawing/2014/main" id="{4F061952-E5C2-4EF6-83B3-1266FB26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320"/>
              <a:ext cx="7" cy="7"/>
            </a:xfrm>
            <a:custGeom>
              <a:avLst/>
              <a:gdLst>
                <a:gd name="T0" fmla="*/ 7 w 4"/>
                <a:gd name="T1" fmla="*/ 0 h 4"/>
                <a:gd name="T2" fmla="*/ 7 w 4"/>
                <a:gd name="T3" fmla="*/ 21 h 4"/>
                <a:gd name="T4" fmla="*/ 12 w 4"/>
                <a:gd name="T5" fmla="*/ 21 h 4"/>
                <a:gd name="T6" fmla="*/ 12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4" y="2"/>
                    <a:pt x="2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7" name="Freeform 4206">
              <a:extLst>
                <a:ext uri="{FF2B5EF4-FFF2-40B4-BE49-F238E27FC236}">
                  <a16:creationId xmlns:a16="http://schemas.microsoft.com/office/drawing/2014/main" id="{EAA955AF-065D-4FB2-A1B8-7DAF6F16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562"/>
              <a:ext cx="9" cy="9"/>
            </a:xfrm>
            <a:custGeom>
              <a:avLst/>
              <a:gdLst>
                <a:gd name="T0" fmla="*/ 0 w 5"/>
                <a:gd name="T1" fmla="*/ 0 h 5"/>
                <a:gd name="T2" fmla="*/ 13 w 5"/>
                <a:gd name="T3" fmla="*/ 29 h 5"/>
                <a:gd name="T4" fmla="*/ 23 w 5"/>
                <a:gd name="T5" fmla="*/ 29 h 5"/>
                <a:gd name="T6" fmla="*/ 16 w 5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5" y="1"/>
                    <a:pt x="3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8" name="Freeform 4207">
              <a:extLst>
                <a:ext uri="{FF2B5EF4-FFF2-40B4-BE49-F238E27FC236}">
                  <a16:creationId xmlns:a16="http://schemas.microsoft.com/office/drawing/2014/main" id="{5F2FDD7B-FB3C-4887-803B-18C49B59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665"/>
              <a:ext cx="7" cy="9"/>
            </a:xfrm>
            <a:custGeom>
              <a:avLst/>
              <a:gdLst>
                <a:gd name="T0" fmla="*/ 0 w 4"/>
                <a:gd name="T1" fmla="*/ 16 h 5"/>
                <a:gd name="T2" fmla="*/ 21 w 4"/>
                <a:gd name="T3" fmla="*/ 29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4"/>
                    <a:pt x="2" y="4"/>
                    <a:pt x="4" y="5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9" name="Freeform 4208">
              <a:extLst>
                <a:ext uri="{FF2B5EF4-FFF2-40B4-BE49-F238E27FC236}">
                  <a16:creationId xmlns:a16="http://schemas.microsoft.com/office/drawing/2014/main" id="{B7A42C79-2719-4B92-BCA1-AE401E847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474"/>
              <a:ext cx="17" cy="30"/>
            </a:xfrm>
            <a:custGeom>
              <a:avLst/>
              <a:gdLst>
                <a:gd name="T0" fmla="*/ 0 w 9"/>
                <a:gd name="T1" fmla="*/ 32 h 16"/>
                <a:gd name="T2" fmla="*/ 15 w 9"/>
                <a:gd name="T3" fmla="*/ 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5"/>
                  </a:moveTo>
                  <a:cubicBezTo>
                    <a:pt x="5" y="16"/>
                    <a:pt x="9" y="0"/>
                    <a:pt x="2" y="6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0" name="Freeform 4209">
              <a:extLst>
                <a:ext uri="{FF2B5EF4-FFF2-40B4-BE49-F238E27FC236}">
                  <a16:creationId xmlns:a16="http://schemas.microsoft.com/office/drawing/2014/main" id="{1B7D2EE3-EA37-4F2C-B58B-0F354CA17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818"/>
              <a:ext cx="13" cy="9"/>
            </a:xfrm>
            <a:custGeom>
              <a:avLst/>
              <a:gdLst>
                <a:gd name="T0" fmla="*/ 24 w 7"/>
                <a:gd name="T1" fmla="*/ 7 h 5"/>
                <a:gd name="T2" fmla="*/ 7 w 7"/>
                <a:gd name="T3" fmla="*/ 23 h 5"/>
                <a:gd name="T4" fmla="*/ 45 w 7"/>
                <a:gd name="T5" fmla="*/ 0 h 5"/>
                <a:gd name="T6" fmla="*/ 32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4" y="1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3" y="5"/>
                    <a:pt x="7" y="1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1" name="Freeform 4210">
              <a:extLst>
                <a:ext uri="{FF2B5EF4-FFF2-40B4-BE49-F238E27FC236}">
                  <a16:creationId xmlns:a16="http://schemas.microsoft.com/office/drawing/2014/main" id="{DFB7E63C-8C7E-4EC5-B3A4-5F1017439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750"/>
              <a:ext cx="9" cy="13"/>
            </a:xfrm>
            <a:custGeom>
              <a:avLst/>
              <a:gdLst>
                <a:gd name="T0" fmla="*/ 13 w 5"/>
                <a:gd name="T1" fmla="*/ 20 h 7"/>
                <a:gd name="T2" fmla="*/ 7 w 5"/>
                <a:gd name="T3" fmla="*/ 45 h 7"/>
                <a:gd name="T4" fmla="*/ 7 w 5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3"/>
                  </a:moveTo>
                  <a:cubicBezTo>
                    <a:pt x="1" y="4"/>
                    <a:pt x="0" y="6"/>
                    <a:pt x="1" y="7"/>
                  </a:cubicBezTo>
                  <a:cubicBezTo>
                    <a:pt x="5" y="6"/>
                    <a:pt x="4" y="0"/>
                    <a:pt x="1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2" name="Freeform 4211">
              <a:extLst>
                <a:ext uri="{FF2B5EF4-FFF2-40B4-BE49-F238E27FC236}">
                  <a16:creationId xmlns:a16="http://schemas.microsoft.com/office/drawing/2014/main" id="{49C3D572-D4C0-4866-BB2F-36583ADF5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812"/>
              <a:ext cx="15" cy="13"/>
            </a:xfrm>
            <a:custGeom>
              <a:avLst/>
              <a:gdLst>
                <a:gd name="T0" fmla="*/ 0 w 8"/>
                <a:gd name="T1" fmla="*/ 7 h 7"/>
                <a:gd name="T2" fmla="*/ 45 w 8"/>
                <a:gd name="T3" fmla="*/ 24 h 7"/>
                <a:gd name="T4" fmla="*/ 0 w 8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3"/>
                    <a:pt x="5" y="7"/>
                    <a:pt x="7" y="4"/>
                  </a:cubicBezTo>
                  <a:cubicBezTo>
                    <a:pt x="8" y="1"/>
                    <a:pt x="1" y="0"/>
                    <a:pt x="0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3" name="Freeform 4212">
              <a:extLst>
                <a:ext uri="{FF2B5EF4-FFF2-40B4-BE49-F238E27FC236}">
                  <a16:creationId xmlns:a16="http://schemas.microsoft.com/office/drawing/2014/main" id="{A0296654-3513-4D83-892C-2772F03D2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3769"/>
              <a:ext cx="10" cy="15"/>
            </a:xfrm>
            <a:custGeom>
              <a:avLst/>
              <a:gdLst>
                <a:gd name="T0" fmla="*/ 0 w 5"/>
                <a:gd name="T1" fmla="*/ 0 h 8"/>
                <a:gd name="T2" fmla="*/ 24 w 5"/>
                <a:gd name="T3" fmla="*/ 39 h 8"/>
                <a:gd name="T4" fmla="*/ 0 w 5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2"/>
                    <a:pt x="1" y="8"/>
                    <a:pt x="3" y="6"/>
                  </a:cubicBezTo>
                  <a:cubicBezTo>
                    <a:pt x="5" y="4"/>
                    <a:pt x="1" y="1"/>
                    <a:pt x="0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4" name="Freeform 4213">
              <a:extLst>
                <a:ext uri="{FF2B5EF4-FFF2-40B4-BE49-F238E27FC236}">
                  <a16:creationId xmlns:a16="http://schemas.microsoft.com/office/drawing/2014/main" id="{50705D77-8659-4C87-A0D9-66DFE25E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3737"/>
              <a:ext cx="13" cy="15"/>
            </a:xfrm>
            <a:custGeom>
              <a:avLst/>
              <a:gdLst>
                <a:gd name="T0" fmla="*/ 0 w 7"/>
                <a:gd name="T1" fmla="*/ 8 h 8"/>
                <a:gd name="T2" fmla="*/ 20 w 7"/>
                <a:gd name="T3" fmla="*/ 53 h 8"/>
                <a:gd name="T4" fmla="*/ 7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0" y="3"/>
                    <a:pt x="1" y="6"/>
                    <a:pt x="3" y="8"/>
                  </a:cubicBezTo>
                  <a:cubicBezTo>
                    <a:pt x="7" y="6"/>
                    <a:pt x="3" y="1"/>
                    <a:pt x="1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5" name="Freeform 4214">
              <a:extLst>
                <a:ext uri="{FF2B5EF4-FFF2-40B4-BE49-F238E27FC236}">
                  <a16:creationId xmlns:a16="http://schemas.microsoft.com/office/drawing/2014/main" id="{B25242E7-279D-4760-B8AC-6560278D0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775"/>
              <a:ext cx="13" cy="15"/>
            </a:xfrm>
            <a:custGeom>
              <a:avLst/>
              <a:gdLst>
                <a:gd name="T0" fmla="*/ 24 w 7"/>
                <a:gd name="T1" fmla="*/ 21 h 8"/>
                <a:gd name="T2" fmla="*/ 20 w 7"/>
                <a:gd name="T3" fmla="*/ 45 h 8"/>
                <a:gd name="T4" fmla="*/ 24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3"/>
                  </a:moveTo>
                  <a:cubicBezTo>
                    <a:pt x="3" y="4"/>
                    <a:pt x="0" y="8"/>
                    <a:pt x="3" y="7"/>
                  </a:cubicBezTo>
                  <a:cubicBezTo>
                    <a:pt x="6" y="7"/>
                    <a:pt x="7" y="0"/>
                    <a:pt x="4" y="3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6" name="Line 4215">
              <a:extLst>
                <a:ext uri="{FF2B5EF4-FFF2-40B4-BE49-F238E27FC236}">
                  <a16:creationId xmlns:a16="http://schemas.microsoft.com/office/drawing/2014/main" id="{1ACBFDA9-EA71-4635-A977-ACBB13A900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68" y="1877"/>
              <a:ext cx="173" cy="1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7" name="Line 4216">
              <a:extLst>
                <a:ext uri="{FF2B5EF4-FFF2-40B4-BE49-F238E27FC236}">
                  <a16:creationId xmlns:a16="http://schemas.microsoft.com/office/drawing/2014/main" id="{8A1440F6-E689-4449-98EB-AD6741D477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99" y="1877"/>
              <a:ext cx="175" cy="1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8" name="Freeform 4217">
              <a:extLst>
                <a:ext uri="{FF2B5EF4-FFF2-40B4-BE49-F238E27FC236}">
                  <a16:creationId xmlns:a16="http://schemas.microsoft.com/office/drawing/2014/main" id="{11E67DB0-559E-4109-A189-8A4C9659D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" y="722"/>
              <a:ext cx="1207" cy="2978"/>
            </a:xfrm>
            <a:custGeom>
              <a:avLst/>
              <a:gdLst>
                <a:gd name="T0" fmla="*/ 4213 w 646"/>
                <a:gd name="T1" fmla="*/ 10433 h 1591"/>
                <a:gd name="T2" fmla="*/ 2915 w 646"/>
                <a:gd name="T3" fmla="*/ 3927 h 1591"/>
                <a:gd name="T4" fmla="*/ 2870 w 646"/>
                <a:gd name="T5" fmla="*/ 2898 h 1591"/>
                <a:gd name="T6" fmla="*/ 1906 w 646"/>
                <a:gd name="T7" fmla="*/ 1836 h 1591"/>
                <a:gd name="T8" fmla="*/ 796 w 646"/>
                <a:gd name="T9" fmla="*/ 1436 h 1591"/>
                <a:gd name="T10" fmla="*/ 977 w 646"/>
                <a:gd name="T11" fmla="*/ 0 h 15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1591">
                  <a:moveTo>
                    <a:pt x="646" y="1591"/>
                  </a:moveTo>
                  <a:cubicBezTo>
                    <a:pt x="553" y="1419"/>
                    <a:pt x="451" y="639"/>
                    <a:pt x="447" y="599"/>
                  </a:cubicBezTo>
                  <a:cubicBezTo>
                    <a:pt x="440" y="546"/>
                    <a:pt x="437" y="488"/>
                    <a:pt x="440" y="442"/>
                  </a:cubicBezTo>
                  <a:cubicBezTo>
                    <a:pt x="450" y="326"/>
                    <a:pt x="387" y="305"/>
                    <a:pt x="292" y="280"/>
                  </a:cubicBezTo>
                  <a:cubicBezTo>
                    <a:pt x="236" y="265"/>
                    <a:pt x="174" y="251"/>
                    <a:pt x="122" y="219"/>
                  </a:cubicBezTo>
                  <a:cubicBezTo>
                    <a:pt x="10" y="151"/>
                    <a:pt x="0" y="40"/>
                    <a:pt x="15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9" name="Freeform 4218">
              <a:extLst>
                <a:ext uri="{FF2B5EF4-FFF2-40B4-BE49-F238E27FC236}">
                  <a16:creationId xmlns:a16="http://schemas.microsoft.com/office/drawing/2014/main" id="{487EABF7-73DD-4F38-8C2D-5D15335ED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388"/>
              <a:ext cx="844" cy="489"/>
            </a:xfrm>
            <a:custGeom>
              <a:avLst/>
              <a:gdLst>
                <a:gd name="T0" fmla="*/ 2943 w 452"/>
                <a:gd name="T1" fmla="*/ 1716 h 261"/>
                <a:gd name="T2" fmla="*/ 2665 w 452"/>
                <a:gd name="T3" fmla="*/ 650 h 261"/>
                <a:gd name="T4" fmla="*/ 1503 w 452"/>
                <a:gd name="T5" fmla="*/ 0 h 261"/>
                <a:gd name="T6" fmla="*/ 607 w 452"/>
                <a:gd name="T7" fmla="*/ 302 h 261"/>
                <a:gd name="T8" fmla="*/ 0 w 452"/>
                <a:gd name="T9" fmla="*/ 1716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2" h="261">
                  <a:moveTo>
                    <a:pt x="452" y="261"/>
                  </a:moveTo>
                  <a:cubicBezTo>
                    <a:pt x="452" y="209"/>
                    <a:pt x="439" y="144"/>
                    <a:pt x="409" y="99"/>
                  </a:cubicBezTo>
                  <a:cubicBezTo>
                    <a:pt x="365" y="33"/>
                    <a:pt x="299" y="1"/>
                    <a:pt x="231" y="0"/>
                  </a:cubicBezTo>
                  <a:cubicBezTo>
                    <a:pt x="183" y="0"/>
                    <a:pt x="134" y="12"/>
                    <a:pt x="93" y="46"/>
                  </a:cubicBezTo>
                  <a:cubicBezTo>
                    <a:pt x="33" y="96"/>
                    <a:pt x="0" y="184"/>
                    <a:pt x="0" y="26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0" name="Freeform 4219">
              <a:extLst>
                <a:ext uri="{FF2B5EF4-FFF2-40B4-BE49-F238E27FC236}">
                  <a16:creationId xmlns:a16="http://schemas.microsoft.com/office/drawing/2014/main" id="{85881177-68D9-479C-9394-A7209968A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3438"/>
              <a:ext cx="1151" cy="602"/>
            </a:xfrm>
            <a:custGeom>
              <a:avLst/>
              <a:gdLst>
                <a:gd name="T0" fmla="*/ 0 w 616"/>
                <a:gd name="T1" fmla="*/ 0 h 322"/>
                <a:gd name="T2" fmla="*/ 437 w 616"/>
                <a:gd name="T3" fmla="*/ 1286 h 322"/>
                <a:gd name="T4" fmla="*/ 1951 w 616"/>
                <a:gd name="T5" fmla="*/ 2098 h 322"/>
                <a:gd name="T6" fmla="*/ 3261 w 616"/>
                <a:gd name="T7" fmla="*/ 1705 h 322"/>
                <a:gd name="T8" fmla="*/ 4019 w 616"/>
                <a:gd name="T9" fmla="*/ 0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6" h="322">
                  <a:moveTo>
                    <a:pt x="0" y="0"/>
                  </a:moveTo>
                  <a:cubicBezTo>
                    <a:pt x="0" y="66"/>
                    <a:pt x="28" y="140"/>
                    <a:pt x="67" y="197"/>
                  </a:cubicBezTo>
                  <a:cubicBezTo>
                    <a:pt x="124" y="280"/>
                    <a:pt x="209" y="321"/>
                    <a:pt x="299" y="321"/>
                  </a:cubicBezTo>
                  <a:cubicBezTo>
                    <a:pt x="361" y="322"/>
                    <a:pt x="446" y="304"/>
                    <a:pt x="500" y="261"/>
                  </a:cubicBezTo>
                  <a:cubicBezTo>
                    <a:pt x="578" y="199"/>
                    <a:pt x="616" y="97"/>
                    <a:pt x="61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1" name="Freeform 4220">
              <a:extLst>
                <a:ext uri="{FF2B5EF4-FFF2-40B4-BE49-F238E27FC236}">
                  <a16:creationId xmlns:a16="http://schemas.microsoft.com/office/drawing/2014/main" id="{E396BD13-C5FA-426C-BF5C-5714E90E2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877"/>
              <a:ext cx="107" cy="344"/>
            </a:xfrm>
            <a:custGeom>
              <a:avLst/>
              <a:gdLst>
                <a:gd name="T0" fmla="*/ 377 w 57"/>
                <a:gd name="T1" fmla="*/ 1202 h 184"/>
                <a:gd name="T2" fmla="*/ 0 w 57"/>
                <a:gd name="T3" fmla="*/ 0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84">
                  <a:moveTo>
                    <a:pt x="57" y="184"/>
                  </a:moveTo>
                  <a:cubicBezTo>
                    <a:pt x="33" y="112"/>
                    <a:pt x="12" y="4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2" name="Freeform 4221">
              <a:extLst>
                <a:ext uri="{FF2B5EF4-FFF2-40B4-BE49-F238E27FC236}">
                  <a16:creationId xmlns:a16="http://schemas.microsoft.com/office/drawing/2014/main" id="{FB5E24DD-C042-488F-8FB9-BEED88CE7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097"/>
              <a:ext cx="131" cy="341"/>
            </a:xfrm>
            <a:custGeom>
              <a:avLst/>
              <a:gdLst>
                <a:gd name="T0" fmla="*/ 459 w 70"/>
                <a:gd name="T1" fmla="*/ 1197 h 182"/>
                <a:gd name="T2" fmla="*/ 0 w 70"/>
                <a:gd name="T3" fmla="*/ 0 h 1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82">
                  <a:moveTo>
                    <a:pt x="70" y="182"/>
                  </a:moveTo>
                  <a:cubicBezTo>
                    <a:pt x="48" y="125"/>
                    <a:pt x="24" y="6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3" name="Freeform 4222">
              <a:extLst>
                <a:ext uri="{FF2B5EF4-FFF2-40B4-BE49-F238E27FC236}">
                  <a16:creationId xmlns:a16="http://schemas.microsoft.com/office/drawing/2014/main" id="{BC4C2692-C871-427C-B0EC-2A7B3000E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759"/>
              <a:ext cx="1584" cy="1118"/>
            </a:xfrm>
            <a:custGeom>
              <a:avLst/>
              <a:gdLst>
                <a:gd name="T0" fmla="*/ 2785 w 848"/>
                <a:gd name="T1" fmla="*/ 3921 h 597"/>
                <a:gd name="T2" fmla="*/ 3388 w 848"/>
                <a:gd name="T3" fmla="*/ 2508 h 597"/>
                <a:gd name="T4" fmla="*/ 4289 w 848"/>
                <a:gd name="T5" fmla="*/ 2206 h 597"/>
                <a:gd name="T6" fmla="*/ 5451 w 848"/>
                <a:gd name="T7" fmla="*/ 2858 h 597"/>
                <a:gd name="T8" fmla="*/ 5527 w 848"/>
                <a:gd name="T9" fmla="*/ 2994 h 597"/>
                <a:gd name="T10" fmla="*/ 1504 w 848"/>
                <a:gd name="T11" fmla="*/ 895 h 597"/>
                <a:gd name="T12" fmla="*/ 715 w 848"/>
                <a:gd name="T13" fmla="*/ 0 h 5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8" h="597">
                  <a:moveTo>
                    <a:pt x="427" y="597"/>
                  </a:moveTo>
                  <a:cubicBezTo>
                    <a:pt x="427" y="520"/>
                    <a:pt x="460" y="432"/>
                    <a:pt x="520" y="382"/>
                  </a:cubicBezTo>
                  <a:cubicBezTo>
                    <a:pt x="561" y="348"/>
                    <a:pt x="610" y="336"/>
                    <a:pt x="658" y="336"/>
                  </a:cubicBezTo>
                  <a:cubicBezTo>
                    <a:pt x="726" y="337"/>
                    <a:pt x="792" y="369"/>
                    <a:pt x="836" y="435"/>
                  </a:cubicBezTo>
                  <a:cubicBezTo>
                    <a:pt x="841" y="442"/>
                    <a:pt x="845" y="449"/>
                    <a:pt x="848" y="456"/>
                  </a:cubicBezTo>
                  <a:cubicBezTo>
                    <a:pt x="732" y="178"/>
                    <a:pt x="470" y="153"/>
                    <a:pt x="231" y="136"/>
                  </a:cubicBezTo>
                  <a:cubicBezTo>
                    <a:pt x="0" y="119"/>
                    <a:pt x="20" y="20"/>
                    <a:pt x="11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4" name="Line 4223">
              <a:extLst>
                <a:ext uri="{FF2B5EF4-FFF2-40B4-BE49-F238E27FC236}">
                  <a16:creationId xmlns:a16="http://schemas.microsoft.com/office/drawing/2014/main" id="{2CFD7A16-4654-4504-8DFF-B18210957F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60" y="3438"/>
              <a:ext cx="449" cy="1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5" name="Line 4224">
              <a:extLst>
                <a:ext uri="{FF2B5EF4-FFF2-40B4-BE49-F238E27FC236}">
                  <a16:creationId xmlns:a16="http://schemas.microsoft.com/office/drawing/2014/main" id="{C916EFB8-7DB7-4CAA-9B95-0E1C86FC50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47" y="3438"/>
              <a:ext cx="364" cy="1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6" name="Freeform 4225">
              <a:extLst>
                <a:ext uri="{FF2B5EF4-FFF2-40B4-BE49-F238E27FC236}">
                  <a16:creationId xmlns:a16="http://schemas.microsoft.com/office/drawing/2014/main" id="{028F4535-BF27-4443-98B3-12D0CBFDB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77"/>
              <a:ext cx="261" cy="1561"/>
            </a:xfrm>
            <a:custGeom>
              <a:avLst/>
              <a:gdLst>
                <a:gd name="T0" fmla="*/ 908 w 140"/>
                <a:gd name="T1" fmla="*/ 5469 h 834"/>
                <a:gd name="T2" fmla="*/ 0 w 140"/>
                <a:gd name="T3" fmla="*/ 0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0" h="834">
                  <a:moveTo>
                    <a:pt x="140" y="834"/>
                  </a:moveTo>
                  <a:cubicBezTo>
                    <a:pt x="57" y="54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7" name="Freeform 4226">
              <a:extLst>
                <a:ext uri="{FF2B5EF4-FFF2-40B4-BE49-F238E27FC236}">
                  <a16:creationId xmlns:a16="http://schemas.microsoft.com/office/drawing/2014/main" id="{4982C3CF-9ED2-40B2-B8BA-99103DD6B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880"/>
              <a:ext cx="559" cy="1558"/>
            </a:xfrm>
            <a:custGeom>
              <a:avLst/>
              <a:gdLst>
                <a:gd name="T0" fmla="*/ 0 w 299"/>
                <a:gd name="T1" fmla="*/ 0 h 832"/>
                <a:gd name="T2" fmla="*/ 60 w 299"/>
                <a:gd name="T3" fmla="*/ 393 h 832"/>
                <a:gd name="T4" fmla="*/ 217 w 299"/>
                <a:gd name="T5" fmla="*/ 1084 h 832"/>
                <a:gd name="T6" fmla="*/ 308 w 299"/>
                <a:gd name="T7" fmla="*/ 1700 h 832"/>
                <a:gd name="T8" fmla="*/ 587 w 299"/>
                <a:gd name="T9" fmla="*/ 2303 h 832"/>
                <a:gd name="T10" fmla="*/ 909 w 299"/>
                <a:gd name="T11" fmla="*/ 2876 h 832"/>
                <a:gd name="T12" fmla="*/ 1378 w 299"/>
                <a:gd name="T13" fmla="*/ 3380 h 832"/>
                <a:gd name="T14" fmla="*/ 1587 w 299"/>
                <a:gd name="T15" fmla="*/ 3927 h 832"/>
                <a:gd name="T16" fmla="*/ 1615 w 299"/>
                <a:gd name="T17" fmla="*/ 4537 h 832"/>
                <a:gd name="T18" fmla="*/ 1877 w 299"/>
                <a:gd name="T19" fmla="*/ 4839 h 832"/>
                <a:gd name="T20" fmla="*/ 1877 w 299"/>
                <a:gd name="T21" fmla="*/ 5464 h 8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9" h="832">
                  <a:moveTo>
                    <a:pt x="0" y="0"/>
                  </a:moveTo>
                  <a:cubicBezTo>
                    <a:pt x="2" y="16"/>
                    <a:pt x="4" y="33"/>
                    <a:pt x="9" y="60"/>
                  </a:cubicBezTo>
                  <a:cubicBezTo>
                    <a:pt x="14" y="90"/>
                    <a:pt x="25" y="126"/>
                    <a:pt x="33" y="165"/>
                  </a:cubicBezTo>
                  <a:cubicBezTo>
                    <a:pt x="39" y="193"/>
                    <a:pt x="31" y="234"/>
                    <a:pt x="47" y="259"/>
                  </a:cubicBezTo>
                  <a:cubicBezTo>
                    <a:pt x="61" y="280"/>
                    <a:pt x="70" y="308"/>
                    <a:pt x="90" y="351"/>
                  </a:cubicBezTo>
                  <a:cubicBezTo>
                    <a:pt x="100" y="373"/>
                    <a:pt x="133" y="396"/>
                    <a:pt x="139" y="438"/>
                  </a:cubicBezTo>
                  <a:cubicBezTo>
                    <a:pt x="145" y="483"/>
                    <a:pt x="200" y="470"/>
                    <a:pt x="211" y="515"/>
                  </a:cubicBezTo>
                  <a:cubicBezTo>
                    <a:pt x="218" y="548"/>
                    <a:pt x="236" y="569"/>
                    <a:pt x="243" y="598"/>
                  </a:cubicBezTo>
                  <a:cubicBezTo>
                    <a:pt x="249" y="626"/>
                    <a:pt x="241" y="667"/>
                    <a:pt x="247" y="691"/>
                  </a:cubicBezTo>
                  <a:cubicBezTo>
                    <a:pt x="252" y="713"/>
                    <a:pt x="281" y="717"/>
                    <a:pt x="287" y="737"/>
                  </a:cubicBezTo>
                  <a:cubicBezTo>
                    <a:pt x="299" y="781"/>
                    <a:pt x="287" y="832"/>
                    <a:pt x="287" y="83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8" name="Freeform 4227">
              <a:extLst>
                <a:ext uri="{FF2B5EF4-FFF2-40B4-BE49-F238E27FC236}">
                  <a16:creationId xmlns:a16="http://schemas.microsoft.com/office/drawing/2014/main" id="{089A77EE-FD8F-45BF-99F8-018E2DB4C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566"/>
              <a:ext cx="490" cy="311"/>
            </a:xfrm>
            <a:custGeom>
              <a:avLst/>
              <a:gdLst>
                <a:gd name="T0" fmla="*/ 0 w 262"/>
                <a:gd name="T1" fmla="*/ 1092 h 166"/>
                <a:gd name="T2" fmla="*/ 67 w 262"/>
                <a:gd name="T3" fmla="*/ 708 h 166"/>
                <a:gd name="T4" fmla="*/ 181 w 262"/>
                <a:gd name="T5" fmla="*/ 453 h 166"/>
                <a:gd name="T6" fmla="*/ 398 w 262"/>
                <a:gd name="T7" fmla="*/ 157 h 166"/>
                <a:gd name="T8" fmla="*/ 714 w 262"/>
                <a:gd name="T9" fmla="*/ 39 h 166"/>
                <a:gd name="T10" fmla="*/ 881 w 262"/>
                <a:gd name="T11" fmla="*/ 0 h 166"/>
                <a:gd name="T12" fmla="*/ 1158 w 262"/>
                <a:gd name="T13" fmla="*/ 77 h 166"/>
                <a:gd name="T14" fmla="*/ 1519 w 262"/>
                <a:gd name="T15" fmla="*/ 362 h 166"/>
                <a:gd name="T16" fmla="*/ 1616 w 262"/>
                <a:gd name="T17" fmla="*/ 586 h 166"/>
                <a:gd name="T18" fmla="*/ 1689 w 262"/>
                <a:gd name="T19" fmla="*/ 796 h 166"/>
                <a:gd name="T20" fmla="*/ 1713 w 262"/>
                <a:gd name="T21" fmla="*/ 1092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2" h="166">
                  <a:moveTo>
                    <a:pt x="0" y="166"/>
                  </a:moveTo>
                  <a:cubicBezTo>
                    <a:pt x="1" y="147"/>
                    <a:pt x="6" y="123"/>
                    <a:pt x="10" y="108"/>
                  </a:cubicBezTo>
                  <a:cubicBezTo>
                    <a:pt x="14" y="95"/>
                    <a:pt x="22" y="81"/>
                    <a:pt x="28" y="69"/>
                  </a:cubicBezTo>
                  <a:cubicBezTo>
                    <a:pt x="38" y="51"/>
                    <a:pt x="47" y="35"/>
                    <a:pt x="61" y="24"/>
                  </a:cubicBezTo>
                  <a:cubicBezTo>
                    <a:pt x="74" y="13"/>
                    <a:pt x="92" y="9"/>
                    <a:pt x="109" y="6"/>
                  </a:cubicBezTo>
                  <a:cubicBezTo>
                    <a:pt x="118" y="4"/>
                    <a:pt x="124" y="0"/>
                    <a:pt x="135" y="0"/>
                  </a:cubicBezTo>
                  <a:cubicBezTo>
                    <a:pt x="150" y="0"/>
                    <a:pt x="164" y="7"/>
                    <a:pt x="177" y="12"/>
                  </a:cubicBezTo>
                  <a:cubicBezTo>
                    <a:pt x="199" y="21"/>
                    <a:pt x="217" y="33"/>
                    <a:pt x="232" y="55"/>
                  </a:cubicBezTo>
                  <a:cubicBezTo>
                    <a:pt x="238" y="64"/>
                    <a:pt x="243" y="77"/>
                    <a:pt x="247" y="89"/>
                  </a:cubicBezTo>
                  <a:cubicBezTo>
                    <a:pt x="252" y="100"/>
                    <a:pt x="255" y="109"/>
                    <a:pt x="258" y="121"/>
                  </a:cubicBezTo>
                  <a:cubicBezTo>
                    <a:pt x="261" y="136"/>
                    <a:pt x="261" y="154"/>
                    <a:pt x="262" y="16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9" name="Freeform 4228">
              <a:extLst>
                <a:ext uri="{FF2B5EF4-FFF2-40B4-BE49-F238E27FC236}">
                  <a16:creationId xmlns:a16="http://schemas.microsoft.com/office/drawing/2014/main" id="{049D6438-BA6E-433A-ADE8-32E3A23A0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3438"/>
              <a:ext cx="353" cy="185"/>
            </a:xfrm>
            <a:custGeom>
              <a:avLst/>
              <a:gdLst>
                <a:gd name="T0" fmla="*/ 1207 w 189"/>
                <a:gd name="T1" fmla="*/ 0 h 99"/>
                <a:gd name="T2" fmla="*/ 1113 w 189"/>
                <a:gd name="T3" fmla="*/ 172 h 99"/>
                <a:gd name="T4" fmla="*/ 833 w 189"/>
                <a:gd name="T5" fmla="*/ 321 h 99"/>
                <a:gd name="T6" fmla="*/ 768 w 189"/>
                <a:gd name="T7" fmla="*/ 443 h 99"/>
                <a:gd name="T8" fmla="*/ 562 w 189"/>
                <a:gd name="T9" fmla="*/ 622 h 99"/>
                <a:gd name="T10" fmla="*/ 422 w 189"/>
                <a:gd name="T11" fmla="*/ 534 h 99"/>
                <a:gd name="T12" fmla="*/ 338 w 189"/>
                <a:gd name="T13" fmla="*/ 443 h 99"/>
                <a:gd name="T14" fmla="*/ 157 w 189"/>
                <a:gd name="T15" fmla="*/ 377 h 99"/>
                <a:gd name="T16" fmla="*/ 32 w 189"/>
                <a:gd name="T17" fmla="*/ 45 h 99"/>
                <a:gd name="T18" fmla="*/ 24 w 189"/>
                <a:gd name="T19" fmla="*/ 0 h 99"/>
                <a:gd name="T20" fmla="*/ 21 w 189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99">
                  <a:moveTo>
                    <a:pt x="185" y="0"/>
                  </a:moveTo>
                  <a:cubicBezTo>
                    <a:pt x="189" y="8"/>
                    <a:pt x="184" y="20"/>
                    <a:pt x="171" y="26"/>
                  </a:cubicBezTo>
                  <a:cubicBezTo>
                    <a:pt x="165" y="29"/>
                    <a:pt x="133" y="42"/>
                    <a:pt x="128" y="49"/>
                  </a:cubicBezTo>
                  <a:cubicBezTo>
                    <a:pt x="124" y="54"/>
                    <a:pt x="121" y="61"/>
                    <a:pt x="118" y="68"/>
                  </a:cubicBezTo>
                  <a:cubicBezTo>
                    <a:pt x="110" y="85"/>
                    <a:pt x="102" y="99"/>
                    <a:pt x="86" y="95"/>
                  </a:cubicBezTo>
                  <a:cubicBezTo>
                    <a:pt x="80" y="94"/>
                    <a:pt x="70" y="88"/>
                    <a:pt x="65" y="82"/>
                  </a:cubicBezTo>
                  <a:cubicBezTo>
                    <a:pt x="61" y="77"/>
                    <a:pt x="57" y="72"/>
                    <a:pt x="52" y="68"/>
                  </a:cubicBezTo>
                  <a:cubicBezTo>
                    <a:pt x="42" y="61"/>
                    <a:pt x="49" y="62"/>
                    <a:pt x="24" y="58"/>
                  </a:cubicBezTo>
                  <a:cubicBezTo>
                    <a:pt x="0" y="54"/>
                    <a:pt x="11" y="33"/>
                    <a:pt x="5" y="7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0" name="Freeform 4229">
              <a:extLst>
                <a:ext uri="{FF2B5EF4-FFF2-40B4-BE49-F238E27FC236}">
                  <a16:creationId xmlns:a16="http://schemas.microsoft.com/office/drawing/2014/main" id="{39C5C19B-08FC-413F-8204-A8AE7A974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295"/>
              <a:ext cx="33" cy="66"/>
            </a:xfrm>
            <a:custGeom>
              <a:avLst/>
              <a:gdLst>
                <a:gd name="T0" fmla="*/ 0 w 18"/>
                <a:gd name="T1" fmla="*/ 0 h 35"/>
                <a:gd name="T2" fmla="*/ 112 w 18"/>
                <a:gd name="T3" fmla="*/ 23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5">
                  <a:moveTo>
                    <a:pt x="0" y="0"/>
                  </a:moveTo>
                  <a:cubicBezTo>
                    <a:pt x="9" y="9"/>
                    <a:pt x="16" y="18"/>
                    <a:pt x="18" y="3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1" name="Freeform 4230">
              <a:extLst>
                <a:ext uri="{FF2B5EF4-FFF2-40B4-BE49-F238E27FC236}">
                  <a16:creationId xmlns:a16="http://schemas.microsoft.com/office/drawing/2014/main" id="{A7AC9F67-B679-44AE-8CC0-DD2640287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994"/>
              <a:ext cx="327" cy="305"/>
            </a:xfrm>
            <a:custGeom>
              <a:avLst/>
              <a:gdLst>
                <a:gd name="T0" fmla="*/ 1142 w 175"/>
                <a:gd name="T1" fmla="*/ 24 h 163"/>
                <a:gd name="T2" fmla="*/ 863 w 175"/>
                <a:gd name="T3" fmla="*/ 498 h 163"/>
                <a:gd name="T4" fmla="*/ 901 w 175"/>
                <a:gd name="T5" fmla="*/ 1068 h 163"/>
                <a:gd name="T6" fmla="*/ 671 w 175"/>
                <a:gd name="T7" fmla="*/ 827 h 163"/>
                <a:gd name="T8" fmla="*/ 422 w 175"/>
                <a:gd name="T9" fmla="*/ 473 h 163"/>
                <a:gd name="T10" fmla="*/ 0 w 175"/>
                <a:gd name="T11" fmla="*/ 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5" h="163">
                  <a:moveTo>
                    <a:pt x="175" y="4"/>
                  </a:moveTo>
                  <a:cubicBezTo>
                    <a:pt x="168" y="72"/>
                    <a:pt x="144" y="52"/>
                    <a:pt x="132" y="76"/>
                  </a:cubicBezTo>
                  <a:cubicBezTo>
                    <a:pt x="119" y="102"/>
                    <a:pt x="123" y="122"/>
                    <a:pt x="138" y="163"/>
                  </a:cubicBezTo>
                  <a:cubicBezTo>
                    <a:pt x="117" y="140"/>
                    <a:pt x="118" y="135"/>
                    <a:pt x="103" y="126"/>
                  </a:cubicBezTo>
                  <a:cubicBezTo>
                    <a:pt x="90" y="118"/>
                    <a:pt x="76" y="87"/>
                    <a:pt x="65" y="72"/>
                  </a:cubicBezTo>
                  <a:cubicBezTo>
                    <a:pt x="48" y="47"/>
                    <a:pt x="17" y="7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2" name="Freeform 4231">
              <a:extLst>
                <a:ext uri="{FF2B5EF4-FFF2-40B4-BE49-F238E27FC236}">
                  <a16:creationId xmlns:a16="http://schemas.microsoft.com/office/drawing/2014/main" id="{C5E010A5-7F1B-48C9-B94E-928C0ADCD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368"/>
              <a:ext cx="34" cy="124"/>
            </a:xfrm>
            <a:custGeom>
              <a:avLst/>
              <a:gdLst>
                <a:gd name="T0" fmla="*/ 8 w 18"/>
                <a:gd name="T1" fmla="*/ 0 h 66"/>
                <a:gd name="T2" fmla="*/ 121 w 18"/>
                <a:gd name="T3" fmla="*/ 438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6">
                  <a:moveTo>
                    <a:pt x="1" y="0"/>
                  </a:moveTo>
                  <a:cubicBezTo>
                    <a:pt x="0" y="25"/>
                    <a:pt x="6" y="48"/>
                    <a:pt x="18" y="6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3" name="Freeform 4232">
              <a:extLst>
                <a:ext uri="{FF2B5EF4-FFF2-40B4-BE49-F238E27FC236}">
                  <a16:creationId xmlns:a16="http://schemas.microsoft.com/office/drawing/2014/main" id="{8FAB6E7E-0504-4759-A581-C64C55F7E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479"/>
              <a:ext cx="79" cy="54"/>
            </a:xfrm>
            <a:custGeom>
              <a:avLst/>
              <a:gdLst>
                <a:gd name="T0" fmla="*/ 0 w 42"/>
                <a:gd name="T1" fmla="*/ 188 h 29"/>
                <a:gd name="T2" fmla="*/ 280 w 42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9">
                  <a:moveTo>
                    <a:pt x="0" y="29"/>
                  </a:moveTo>
                  <a:cubicBezTo>
                    <a:pt x="9" y="6"/>
                    <a:pt x="27" y="5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4" name="Freeform 4233">
              <a:extLst>
                <a:ext uri="{FF2B5EF4-FFF2-40B4-BE49-F238E27FC236}">
                  <a16:creationId xmlns:a16="http://schemas.microsoft.com/office/drawing/2014/main" id="{A19B664E-DDE1-4064-8BC1-3A717411A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438"/>
              <a:ext cx="13" cy="80"/>
            </a:xfrm>
            <a:custGeom>
              <a:avLst/>
              <a:gdLst>
                <a:gd name="T0" fmla="*/ 37 w 7"/>
                <a:gd name="T1" fmla="*/ 0 h 43"/>
                <a:gd name="T2" fmla="*/ 45 w 7"/>
                <a:gd name="T3" fmla="*/ 277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3">
                  <a:moveTo>
                    <a:pt x="6" y="0"/>
                  </a:moveTo>
                  <a:cubicBezTo>
                    <a:pt x="0" y="13"/>
                    <a:pt x="1" y="31"/>
                    <a:pt x="7" y="4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5" name="Freeform 4234">
              <a:extLst>
                <a:ext uri="{FF2B5EF4-FFF2-40B4-BE49-F238E27FC236}">
                  <a16:creationId xmlns:a16="http://schemas.microsoft.com/office/drawing/2014/main" id="{E20C5A63-90FA-4326-813D-F6A9F91A3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402"/>
              <a:ext cx="31" cy="49"/>
            </a:xfrm>
            <a:custGeom>
              <a:avLst/>
              <a:gdLst>
                <a:gd name="T0" fmla="*/ 0 w 17"/>
                <a:gd name="T1" fmla="*/ 0 h 26"/>
                <a:gd name="T2" fmla="*/ 104 w 17"/>
                <a:gd name="T3" fmla="*/ 16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0" y="15"/>
                    <a:pt x="7" y="26"/>
                    <a:pt x="17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6" name="Freeform 4235">
              <a:extLst>
                <a:ext uri="{FF2B5EF4-FFF2-40B4-BE49-F238E27FC236}">
                  <a16:creationId xmlns:a16="http://schemas.microsoft.com/office/drawing/2014/main" id="{C39321E3-F9D3-4692-B201-5D819D830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866"/>
              <a:ext cx="490" cy="22"/>
            </a:xfrm>
            <a:custGeom>
              <a:avLst/>
              <a:gdLst>
                <a:gd name="T0" fmla="*/ 0 w 262"/>
                <a:gd name="T1" fmla="*/ 44 h 12"/>
                <a:gd name="T2" fmla="*/ 217 w 262"/>
                <a:gd name="T3" fmla="*/ 31 h 12"/>
                <a:gd name="T4" fmla="*/ 479 w 262"/>
                <a:gd name="T5" fmla="*/ 37 h 12"/>
                <a:gd name="T6" fmla="*/ 720 w 262"/>
                <a:gd name="T7" fmla="*/ 51 h 12"/>
                <a:gd name="T8" fmla="*/ 916 w 262"/>
                <a:gd name="T9" fmla="*/ 44 h 12"/>
                <a:gd name="T10" fmla="*/ 1038 w 262"/>
                <a:gd name="T11" fmla="*/ 13 h 12"/>
                <a:gd name="T12" fmla="*/ 1173 w 262"/>
                <a:gd name="T13" fmla="*/ 37 h 12"/>
                <a:gd name="T14" fmla="*/ 1375 w 262"/>
                <a:gd name="T15" fmla="*/ 20 h 12"/>
                <a:gd name="T16" fmla="*/ 1571 w 262"/>
                <a:gd name="T17" fmla="*/ 31 h 12"/>
                <a:gd name="T18" fmla="*/ 1640 w 262"/>
                <a:gd name="T19" fmla="*/ 20 h 12"/>
                <a:gd name="T20" fmla="*/ 1713 w 262"/>
                <a:gd name="T21" fmla="*/ 3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2" h="12">
                  <a:moveTo>
                    <a:pt x="0" y="7"/>
                  </a:moveTo>
                  <a:cubicBezTo>
                    <a:pt x="12" y="3"/>
                    <a:pt x="20" y="5"/>
                    <a:pt x="33" y="5"/>
                  </a:cubicBezTo>
                  <a:cubicBezTo>
                    <a:pt x="47" y="5"/>
                    <a:pt x="58" y="0"/>
                    <a:pt x="73" y="6"/>
                  </a:cubicBezTo>
                  <a:cubicBezTo>
                    <a:pt x="86" y="12"/>
                    <a:pt x="96" y="7"/>
                    <a:pt x="110" y="8"/>
                  </a:cubicBezTo>
                  <a:cubicBezTo>
                    <a:pt x="122" y="8"/>
                    <a:pt x="129" y="8"/>
                    <a:pt x="140" y="7"/>
                  </a:cubicBezTo>
                  <a:cubicBezTo>
                    <a:pt x="148" y="6"/>
                    <a:pt x="151" y="2"/>
                    <a:pt x="159" y="2"/>
                  </a:cubicBezTo>
                  <a:cubicBezTo>
                    <a:pt x="163" y="3"/>
                    <a:pt x="175" y="6"/>
                    <a:pt x="179" y="6"/>
                  </a:cubicBezTo>
                  <a:cubicBezTo>
                    <a:pt x="192" y="6"/>
                    <a:pt x="197" y="2"/>
                    <a:pt x="210" y="3"/>
                  </a:cubicBezTo>
                  <a:cubicBezTo>
                    <a:pt x="218" y="4"/>
                    <a:pt x="231" y="6"/>
                    <a:pt x="240" y="5"/>
                  </a:cubicBezTo>
                  <a:cubicBezTo>
                    <a:pt x="245" y="5"/>
                    <a:pt x="246" y="3"/>
                    <a:pt x="251" y="3"/>
                  </a:cubicBezTo>
                  <a:cubicBezTo>
                    <a:pt x="255" y="2"/>
                    <a:pt x="258" y="7"/>
                    <a:pt x="262" y="5"/>
                  </a:cubicBezTo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7" name="Freeform 4236">
              <a:extLst>
                <a:ext uri="{FF2B5EF4-FFF2-40B4-BE49-F238E27FC236}">
                  <a16:creationId xmlns:a16="http://schemas.microsoft.com/office/drawing/2014/main" id="{1B2B61DB-F739-4EE9-BCDB-1CC565186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936"/>
              <a:ext cx="18" cy="23"/>
            </a:xfrm>
            <a:custGeom>
              <a:avLst/>
              <a:gdLst>
                <a:gd name="T0" fmla="*/ 0 w 10"/>
                <a:gd name="T1" fmla="*/ 84 h 12"/>
                <a:gd name="T2" fmla="*/ 58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7" y="12"/>
                    <a:pt x="9" y="6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8" name="Freeform 4237">
              <a:extLst>
                <a:ext uri="{FF2B5EF4-FFF2-40B4-BE49-F238E27FC236}">
                  <a16:creationId xmlns:a16="http://schemas.microsoft.com/office/drawing/2014/main" id="{DB7567C5-818F-4DF5-BC67-E109E5579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692"/>
              <a:ext cx="25" cy="73"/>
            </a:xfrm>
            <a:custGeom>
              <a:avLst/>
              <a:gdLst>
                <a:gd name="T0" fmla="*/ 0 w 13"/>
                <a:gd name="T1" fmla="*/ 0 h 39"/>
                <a:gd name="T2" fmla="*/ 29 w 13"/>
                <a:gd name="T3" fmla="*/ 256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9">
                  <a:moveTo>
                    <a:pt x="0" y="0"/>
                  </a:moveTo>
                  <a:cubicBezTo>
                    <a:pt x="6" y="11"/>
                    <a:pt x="13" y="28"/>
                    <a:pt x="4" y="3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9" name="Freeform 4238">
              <a:extLst>
                <a:ext uri="{FF2B5EF4-FFF2-40B4-BE49-F238E27FC236}">
                  <a16:creationId xmlns:a16="http://schemas.microsoft.com/office/drawing/2014/main" id="{062C9E0B-5048-460E-8AE8-D6A1DEB58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752"/>
              <a:ext cx="38" cy="21"/>
            </a:xfrm>
            <a:custGeom>
              <a:avLst/>
              <a:gdLst>
                <a:gd name="T0" fmla="*/ 0 w 20"/>
                <a:gd name="T1" fmla="*/ 0 h 11"/>
                <a:gd name="T2" fmla="*/ 137 w 20"/>
                <a:gd name="T3" fmla="*/ 5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0"/>
                  </a:moveTo>
                  <a:cubicBezTo>
                    <a:pt x="3" y="9"/>
                    <a:pt x="12" y="11"/>
                    <a:pt x="2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0" name="Freeform 4239">
              <a:extLst>
                <a:ext uri="{FF2B5EF4-FFF2-40B4-BE49-F238E27FC236}">
                  <a16:creationId xmlns:a16="http://schemas.microsoft.com/office/drawing/2014/main" id="{5F55829A-EC56-4430-B376-9D8801BD3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3438"/>
              <a:ext cx="13" cy="17"/>
            </a:xfrm>
            <a:custGeom>
              <a:avLst/>
              <a:gdLst>
                <a:gd name="T0" fmla="*/ 24 w 7"/>
                <a:gd name="T1" fmla="*/ 60 h 9"/>
                <a:gd name="T2" fmla="*/ 24 w 7"/>
                <a:gd name="T3" fmla="*/ 0 h 9"/>
                <a:gd name="T4" fmla="*/ 0 w 7"/>
                <a:gd name="T5" fmla="*/ 6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9"/>
                  </a:moveTo>
                  <a:cubicBezTo>
                    <a:pt x="6" y="6"/>
                    <a:pt x="7" y="3"/>
                    <a:pt x="4" y="0"/>
                  </a:cubicBezTo>
                  <a:cubicBezTo>
                    <a:pt x="2" y="2"/>
                    <a:pt x="0" y="6"/>
                    <a:pt x="0" y="9"/>
                  </a:cubicBezTo>
                </a:path>
              </a:pathLst>
            </a:custGeom>
            <a:noFill/>
            <a:ln w="11113" cap="flat">
              <a:solidFill>
                <a:srgbClr val="CDA4A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1" name="Freeform 4240">
              <a:extLst>
                <a:ext uri="{FF2B5EF4-FFF2-40B4-BE49-F238E27FC236}">
                  <a16:creationId xmlns:a16="http://schemas.microsoft.com/office/drawing/2014/main" id="{BD2471C9-B4DB-4C0E-8E85-61131A231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496"/>
              <a:ext cx="17" cy="24"/>
            </a:xfrm>
            <a:custGeom>
              <a:avLst/>
              <a:gdLst>
                <a:gd name="T0" fmla="*/ 21 w 9"/>
                <a:gd name="T1" fmla="*/ 81 h 13"/>
                <a:gd name="T2" fmla="*/ 0 w 9"/>
                <a:gd name="T3" fmla="*/ 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3" y="13"/>
                  </a:moveTo>
                  <a:cubicBezTo>
                    <a:pt x="9" y="6"/>
                    <a:pt x="9" y="0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CDA4A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2" name="Freeform 4241">
              <a:extLst>
                <a:ext uri="{FF2B5EF4-FFF2-40B4-BE49-F238E27FC236}">
                  <a16:creationId xmlns:a16="http://schemas.microsoft.com/office/drawing/2014/main" id="{6E44B9F4-FD15-4553-BFE4-A76006632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516"/>
              <a:ext cx="15" cy="15"/>
            </a:xfrm>
            <a:custGeom>
              <a:avLst/>
              <a:gdLst>
                <a:gd name="T0" fmla="*/ 0 w 8"/>
                <a:gd name="T1" fmla="*/ 45 h 8"/>
                <a:gd name="T2" fmla="*/ 53 w 8"/>
                <a:gd name="T3" fmla="*/ 32 h 8"/>
                <a:gd name="T4" fmla="*/ 28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cubicBezTo>
                    <a:pt x="3" y="8"/>
                    <a:pt x="7" y="8"/>
                    <a:pt x="8" y="5"/>
                  </a:cubicBezTo>
                  <a:cubicBezTo>
                    <a:pt x="8" y="3"/>
                    <a:pt x="5" y="1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CDA4A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3" name="Freeform 4242">
              <a:extLst>
                <a:ext uri="{FF2B5EF4-FFF2-40B4-BE49-F238E27FC236}">
                  <a16:creationId xmlns:a16="http://schemas.microsoft.com/office/drawing/2014/main" id="{FF925832-36A6-40EB-884B-2B1D6F5A2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374"/>
              <a:ext cx="11" cy="2"/>
            </a:xfrm>
            <a:custGeom>
              <a:avLst/>
              <a:gdLst>
                <a:gd name="T0" fmla="*/ 37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CDA4A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4" name="Freeform 4243">
              <a:extLst>
                <a:ext uri="{FF2B5EF4-FFF2-40B4-BE49-F238E27FC236}">
                  <a16:creationId xmlns:a16="http://schemas.microsoft.com/office/drawing/2014/main" id="{BC752FB5-F621-4CCE-9EA1-6B35033AD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324"/>
              <a:ext cx="30" cy="41"/>
            </a:xfrm>
            <a:custGeom>
              <a:avLst/>
              <a:gdLst>
                <a:gd name="T0" fmla="*/ 21 w 16"/>
                <a:gd name="T1" fmla="*/ 117 h 22"/>
                <a:gd name="T2" fmla="*/ 0 w 16"/>
                <a:gd name="T3" fmla="*/ 7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3" y="18"/>
                  </a:moveTo>
                  <a:cubicBezTo>
                    <a:pt x="12" y="22"/>
                    <a:pt x="16" y="0"/>
                    <a:pt x="0" y="11"/>
                  </a:cubicBezTo>
                </a:path>
              </a:pathLst>
            </a:custGeom>
            <a:noFill/>
            <a:ln w="11113" cap="flat">
              <a:solidFill>
                <a:srgbClr val="CDA4A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5" name="Freeform 4244">
              <a:extLst>
                <a:ext uri="{FF2B5EF4-FFF2-40B4-BE49-F238E27FC236}">
                  <a16:creationId xmlns:a16="http://schemas.microsoft.com/office/drawing/2014/main" id="{40BD0CC3-1B61-4658-98CC-FC4328196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692"/>
              <a:ext cx="6" cy="8"/>
            </a:xfrm>
            <a:custGeom>
              <a:avLst/>
              <a:gdLst>
                <a:gd name="T0" fmla="*/ 0 w 3"/>
                <a:gd name="T1" fmla="*/ 32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CDA4A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6" name="Freeform 4245">
              <a:extLst>
                <a:ext uri="{FF2B5EF4-FFF2-40B4-BE49-F238E27FC236}">
                  <a16:creationId xmlns:a16="http://schemas.microsoft.com/office/drawing/2014/main" id="{5B970430-4D49-4A07-8050-F86C1B36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763"/>
              <a:ext cx="1" cy="12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CDA4A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7" name="Freeform 4246">
              <a:extLst>
                <a:ext uri="{FF2B5EF4-FFF2-40B4-BE49-F238E27FC236}">
                  <a16:creationId xmlns:a16="http://schemas.microsoft.com/office/drawing/2014/main" id="{FDF938FE-5362-46DA-B5C5-5729DD9C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758"/>
              <a:ext cx="5" cy="7"/>
            </a:xfrm>
            <a:custGeom>
              <a:avLst/>
              <a:gdLst>
                <a:gd name="T0" fmla="*/ 0 w 3"/>
                <a:gd name="T1" fmla="*/ 0 h 4"/>
                <a:gd name="T2" fmla="*/ 13 w 3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3"/>
                    <a:pt x="3" y="4"/>
                  </a:cubicBezTo>
                </a:path>
              </a:pathLst>
            </a:custGeom>
            <a:noFill/>
            <a:ln w="11113" cap="flat">
              <a:solidFill>
                <a:srgbClr val="CDA4A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8" name="Freeform 4247">
              <a:extLst>
                <a:ext uri="{FF2B5EF4-FFF2-40B4-BE49-F238E27FC236}">
                  <a16:creationId xmlns:a16="http://schemas.microsoft.com/office/drawing/2014/main" id="{BBC4C636-26BF-4CBC-8A09-882C757FB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084"/>
              <a:ext cx="33" cy="22"/>
            </a:xfrm>
            <a:custGeom>
              <a:avLst/>
              <a:gdLst>
                <a:gd name="T0" fmla="*/ 0 w 18"/>
                <a:gd name="T1" fmla="*/ 73 h 12"/>
                <a:gd name="T2" fmla="*/ 112 w 1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6" y="8"/>
                    <a:pt x="14" y="7"/>
                    <a:pt x="18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9" name="Freeform 4248">
              <a:extLst>
                <a:ext uri="{FF2B5EF4-FFF2-40B4-BE49-F238E27FC236}">
                  <a16:creationId xmlns:a16="http://schemas.microsoft.com/office/drawing/2014/main" id="{189A5A25-2BEF-494E-86E3-E10DF45B4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194"/>
              <a:ext cx="43" cy="49"/>
            </a:xfrm>
            <a:custGeom>
              <a:avLst/>
              <a:gdLst>
                <a:gd name="T0" fmla="*/ 0 w 23"/>
                <a:gd name="T1" fmla="*/ 121 h 26"/>
                <a:gd name="T2" fmla="*/ 129 w 2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6">
                  <a:moveTo>
                    <a:pt x="0" y="18"/>
                  </a:moveTo>
                  <a:cubicBezTo>
                    <a:pt x="14" y="26"/>
                    <a:pt x="23" y="12"/>
                    <a:pt x="2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0" name="Freeform 4249">
              <a:extLst>
                <a:ext uri="{FF2B5EF4-FFF2-40B4-BE49-F238E27FC236}">
                  <a16:creationId xmlns:a16="http://schemas.microsoft.com/office/drawing/2014/main" id="{A3D04138-F1FC-4DE1-807F-B5513AA5C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3088"/>
              <a:ext cx="29" cy="3"/>
            </a:xfrm>
            <a:custGeom>
              <a:avLst/>
              <a:gdLst>
                <a:gd name="T0" fmla="*/ 0 w 16"/>
                <a:gd name="T1" fmla="*/ 0 h 2"/>
                <a:gd name="T2" fmla="*/ 96 w 1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5" y="2"/>
                    <a:pt x="11" y="0"/>
                    <a:pt x="16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1" name="Freeform 4250">
              <a:extLst>
                <a:ext uri="{FF2B5EF4-FFF2-40B4-BE49-F238E27FC236}">
                  <a16:creationId xmlns:a16="http://schemas.microsoft.com/office/drawing/2014/main" id="{6615180C-4199-4535-ADDE-53FA8E297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193"/>
              <a:ext cx="19" cy="95"/>
            </a:xfrm>
            <a:custGeom>
              <a:avLst/>
              <a:gdLst>
                <a:gd name="T0" fmla="*/ 0 w 10"/>
                <a:gd name="T1" fmla="*/ 0 h 51"/>
                <a:gd name="T2" fmla="*/ 61 w 10"/>
                <a:gd name="T3" fmla="*/ 149 h 51"/>
                <a:gd name="T4" fmla="*/ 68 w 10"/>
                <a:gd name="T5" fmla="*/ 33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1">
                  <a:moveTo>
                    <a:pt x="0" y="0"/>
                  </a:moveTo>
                  <a:cubicBezTo>
                    <a:pt x="3" y="8"/>
                    <a:pt x="8" y="14"/>
                    <a:pt x="9" y="23"/>
                  </a:cubicBezTo>
                  <a:cubicBezTo>
                    <a:pt x="9" y="32"/>
                    <a:pt x="3" y="43"/>
                    <a:pt x="10" y="5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2" name="Freeform 4251">
              <a:extLst>
                <a:ext uri="{FF2B5EF4-FFF2-40B4-BE49-F238E27FC236}">
                  <a16:creationId xmlns:a16="http://schemas.microsoft.com/office/drawing/2014/main" id="{13E315DC-D437-4F89-8EF6-85A36E1D5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3265"/>
              <a:ext cx="26" cy="21"/>
            </a:xfrm>
            <a:custGeom>
              <a:avLst/>
              <a:gdLst>
                <a:gd name="T0" fmla="*/ 7 w 14"/>
                <a:gd name="T1" fmla="*/ 76 h 11"/>
                <a:gd name="T2" fmla="*/ 89 w 14"/>
                <a:gd name="T3" fmla="*/ 21 h 11"/>
                <a:gd name="T4" fmla="*/ 0 w 14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6" y="10"/>
                    <a:pt x="13" y="7"/>
                    <a:pt x="14" y="3"/>
                  </a:cubicBezTo>
                  <a:cubicBezTo>
                    <a:pt x="10" y="0"/>
                    <a:pt x="4" y="1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CDA4A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3" name="Freeform 4252">
              <a:extLst>
                <a:ext uri="{FF2B5EF4-FFF2-40B4-BE49-F238E27FC236}">
                  <a16:creationId xmlns:a16="http://schemas.microsoft.com/office/drawing/2014/main" id="{C98DE2D4-1510-4A0E-B57A-0A0CD863B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236"/>
              <a:ext cx="37" cy="59"/>
            </a:xfrm>
            <a:custGeom>
              <a:avLst/>
              <a:gdLst>
                <a:gd name="T0" fmla="*/ 0 w 20"/>
                <a:gd name="T1" fmla="*/ 7 h 32"/>
                <a:gd name="T2" fmla="*/ 105 w 20"/>
                <a:gd name="T3" fmla="*/ 20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0" y="1"/>
                  </a:moveTo>
                  <a:cubicBezTo>
                    <a:pt x="12" y="0"/>
                    <a:pt x="20" y="23"/>
                    <a:pt x="17" y="3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4" name="Freeform 4253">
              <a:extLst>
                <a:ext uri="{FF2B5EF4-FFF2-40B4-BE49-F238E27FC236}">
                  <a16:creationId xmlns:a16="http://schemas.microsoft.com/office/drawing/2014/main" id="{1A89C83F-12DC-4062-894F-4FB8F5168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3284"/>
              <a:ext cx="22" cy="56"/>
            </a:xfrm>
            <a:custGeom>
              <a:avLst/>
              <a:gdLst>
                <a:gd name="T0" fmla="*/ 0 w 12"/>
                <a:gd name="T1" fmla="*/ 0 h 30"/>
                <a:gd name="T2" fmla="*/ 51 w 12"/>
                <a:gd name="T3" fmla="*/ 19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12" y="6"/>
                    <a:pt x="12" y="19"/>
                    <a:pt x="8" y="3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5" name="Freeform 4254">
              <a:extLst>
                <a:ext uri="{FF2B5EF4-FFF2-40B4-BE49-F238E27FC236}">
                  <a16:creationId xmlns:a16="http://schemas.microsoft.com/office/drawing/2014/main" id="{DC7A86AE-5CCE-4BF3-85BA-8C2E8FABB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3260"/>
              <a:ext cx="24" cy="60"/>
            </a:xfrm>
            <a:custGeom>
              <a:avLst/>
              <a:gdLst>
                <a:gd name="T0" fmla="*/ 57 w 13"/>
                <a:gd name="T1" fmla="*/ 0 h 32"/>
                <a:gd name="T2" fmla="*/ 81 w 13"/>
                <a:gd name="T3" fmla="*/ 21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9" y="0"/>
                  </a:moveTo>
                  <a:cubicBezTo>
                    <a:pt x="0" y="11"/>
                    <a:pt x="1" y="25"/>
                    <a:pt x="13" y="3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6" name="Freeform 4255">
              <a:extLst>
                <a:ext uri="{FF2B5EF4-FFF2-40B4-BE49-F238E27FC236}">
                  <a16:creationId xmlns:a16="http://schemas.microsoft.com/office/drawing/2014/main" id="{D9C0BF2E-5EF0-4E76-BACB-EBA59BE7B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303"/>
              <a:ext cx="26" cy="58"/>
            </a:xfrm>
            <a:custGeom>
              <a:avLst/>
              <a:gdLst>
                <a:gd name="T0" fmla="*/ 45 w 14"/>
                <a:gd name="T1" fmla="*/ 0 h 31"/>
                <a:gd name="T2" fmla="*/ 89 w 14"/>
                <a:gd name="T3" fmla="*/ 20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7" y="0"/>
                  </a:moveTo>
                  <a:cubicBezTo>
                    <a:pt x="0" y="7"/>
                    <a:pt x="6" y="26"/>
                    <a:pt x="14" y="3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7" name="Freeform 4256">
              <a:extLst>
                <a:ext uri="{FF2B5EF4-FFF2-40B4-BE49-F238E27FC236}">
                  <a16:creationId xmlns:a16="http://schemas.microsoft.com/office/drawing/2014/main" id="{9B167B4A-1A78-4D6F-9DDD-738993499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3378"/>
              <a:ext cx="71" cy="28"/>
            </a:xfrm>
            <a:custGeom>
              <a:avLst/>
              <a:gdLst>
                <a:gd name="T0" fmla="*/ 0 w 38"/>
                <a:gd name="T1" fmla="*/ 45 h 15"/>
                <a:gd name="T2" fmla="*/ 249 w 3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5">
                  <a:moveTo>
                    <a:pt x="0" y="7"/>
                  </a:moveTo>
                  <a:cubicBezTo>
                    <a:pt x="14" y="15"/>
                    <a:pt x="28" y="14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8" name="Freeform 4257">
              <a:extLst>
                <a:ext uri="{FF2B5EF4-FFF2-40B4-BE49-F238E27FC236}">
                  <a16:creationId xmlns:a16="http://schemas.microsoft.com/office/drawing/2014/main" id="{2F85C637-392E-477F-A858-302123268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365"/>
              <a:ext cx="24" cy="28"/>
            </a:xfrm>
            <a:custGeom>
              <a:avLst/>
              <a:gdLst>
                <a:gd name="T0" fmla="*/ 0 w 13"/>
                <a:gd name="T1" fmla="*/ 0 h 15"/>
                <a:gd name="T2" fmla="*/ 81 w 13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1" y="7"/>
                    <a:pt x="5" y="15"/>
                    <a:pt x="13" y="1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9" name="Freeform 4258">
              <a:extLst>
                <a:ext uri="{FF2B5EF4-FFF2-40B4-BE49-F238E27FC236}">
                  <a16:creationId xmlns:a16="http://schemas.microsoft.com/office/drawing/2014/main" id="{EB988413-508F-4626-AB5D-1B6E6447B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264"/>
              <a:ext cx="15" cy="37"/>
            </a:xfrm>
            <a:custGeom>
              <a:avLst/>
              <a:gdLst>
                <a:gd name="T0" fmla="*/ 0 w 8"/>
                <a:gd name="T1" fmla="*/ 0 h 20"/>
                <a:gd name="T2" fmla="*/ 53 w 8"/>
                <a:gd name="T3" fmla="*/ 1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4" y="6"/>
                    <a:pt x="7" y="12"/>
                    <a:pt x="8" y="2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80" name="Freeform 4259">
              <a:extLst>
                <a:ext uri="{FF2B5EF4-FFF2-40B4-BE49-F238E27FC236}">
                  <a16:creationId xmlns:a16="http://schemas.microsoft.com/office/drawing/2014/main" id="{5056D9EE-8EA2-4B94-919C-BA789F265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3282"/>
              <a:ext cx="13" cy="4"/>
            </a:xfrm>
            <a:custGeom>
              <a:avLst/>
              <a:gdLst>
                <a:gd name="T0" fmla="*/ 0 w 7"/>
                <a:gd name="T1" fmla="*/ 16 h 2"/>
                <a:gd name="T2" fmla="*/ 4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81" name="Freeform 4260">
              <a:extLst>
                <a:ext uri="{FF2B5EF4-FFF2-40B4-BE49-F238E27FC236}">
                  <a16:creationId xmlns:a16="http://schemas.microsoft.com/office/drawing/2014/main" id="{C3F4C2FA-AA7B-4E37-8A50-CA863823D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3157"/>
              <a:ext cx="26" cy="62"/>
            </a:xfrm>
            <a:custGeom>
              <a:avLst/>
              <a:gdLst>
                <a:gd name="T0" fmla="*/ 37 w 14"/>
                <a:gd name="T1" fmla="*/ 0 h 33"/>
                <a:gd name="T2" fmla="*/ 89 w 14"/>
                <a:gd name="T3" fmla="*/ 21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6" y="0"/>
                  </a:moveTo>
                  <a:cubicBezTo>
                    <a:pt x="0" y="10"/>
                    <a:pt x="1" y="28"/>
                    <a:pt x="14" y="3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82" name="Freeform 4261">
              <a:extLst>
                <a:ext uri="{FF2B5EF4-FFF2-40B4-BE49-F238E27FC236}">
                  <a16:creationId xmlns:a16="http://schemas.microsoft.com/office/drawing/2014/main" id="{0600B045-3523-4C52-9051-A706BD315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125"/>
              <a:ext cx="35" cy="51"/>
            </a:xfrm>
            <a:custGeom>
              <a:avLst/>
              <a:gdLst>
                <a:gd name="T0" fmla="*/ 0 w 19"/>
                <a:gd name="T1" fmla="*/ 0 h 27"/>
                <a:gd name="T2" fmla="*/ 118 w 19"/>
                <a:gd name="T3" fmla="*/ 16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7">
                  <a:moveTo>
                    <a:pt x="0" y="0"/>
                  </a:moveTo>
                  <a:cubicBezTo>
                    <a:pt x="0" y="11"/>
                    <a:pt x="5" y="27"/>
                    <a:pt x="19" y="2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83" name="Freeform 4262">
              <a:extLst>
                <a:ext uri="{FF2B5EF4-FFF2-40B4-BE49-F238E27FC236}">
                  <a16:creationId xmlns:a16="http://schemas.microsoft.com/office/drawing/2014/main" id="{E4CD15EB-D05C-4CEF-A3E8-DC2C4C5D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3035"/>
              <a:ext cx="32" cy="94"/>
            </a:xfrm>
            <a:custGeom>
              <a:avLst/>
              <a:gdLst>
                <a:gd name="T0" fmla="*/ 40 w 17"/>
                <a:gd name="T1" fmla="*/ 0 h 50"/>
                <a:gd name="T2" fmla="*/ 0 w 17"/>
                <a:gd name="T3" fmla="*/ 33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0">
                  <a:moveTo>
                    <a:pt x="6" y="0"/>
                  </a:moveTo>
                  <a:cubicBezTo>
                    <a:pt x="17" y="16"/>
                    <a:pt x="11" y="36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84" name="Freeform 4263">
              <a:extLst>
                <a:ext uri="{FF2B5EF4-FFF2-40B4-BE49-F238E27FC236}">
                  <a16:creationId xmlns:a16="http://schemas.microsoft.com/office/drawing/2014/main" id="{BE0B1E35-182D-4E3C-BBFC-A6F4373D2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106"/>
              <a:ext cx="13" cy="68"/>
            </a:xfrm>
            <a:custGeom>
              <a:avLst/>
              <a:gdLst>
                <a:gd name="T0" fmla="*/ 0 w 7"/>
                <a:gd name="T1" fmla="*/ 0 h 36"/>
                <a:gd name="T2" fmla="*/ 0 w 7"/>
                <a:gd name="T3" fmla="*/ 242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6">
                  <a:moveTo>
                    <a:pt x="0" y="0"/>
                  </a:moveTo>
                  <a:cubicBezTo>
                    <a:pt x="7" y="11"/>
                    <a:pt x="7" y="26"/>
                    <a:pt x="0" y="3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85" name="Freeform 4264">
              <a:extLst>
                <a:ext uri="{FF2B5EF4-FFF2-40B4-BE49-F238E27FC236}">
                  <a16:creationId xmlns:a16="http://schemas.microsoft.com/office/drawing/2014/main" id="{1A599437-BDCF-4844-8641-339B130C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3054"/>
              <a:ext cx="11" cy="32"/>
            </a:xfrm>
            <a:custGeom>
              <a:avLst/>
              <a:gdLst>
                <a:gd name="T0" fmla="*/ 37 w 6"/>
                <a:gd name="T1" fmla="*/ 0 h 17"/>
                <a:gd name="T2" fmla="*/ 13 w 6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1" y="5"/>
                    <a:pt x="0" y="11"/>
                    <a:pt x="2" y="1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86" name="Freeform 4265">
              <a:extLst>
                <a:ext uri="{FF2B5EF4-FFF2-40B4-BE49-F238E27FC236}">
                  <a16:creationId xmlns:a16="http://schemas.microsoft.com/office/drawing/2014/main" id="{D135EBB5-F9DE-41A2-BE34-655938846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3080"/>
              <a:ext cx="21" cy="26"/>
            </a:xfrm>
            <a:custGeom>
              <a:avLst/>
              <a:gdLst>
                <a:gd name="T0" fmla="*/ 76 w 11"/>
                <a:gd name="T1" fmla="*/ 0 h 14"/>
                <a:gd name="T2" fmla="*/ 0 w 11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5" y="3"/>
                    <a:pt x="1" y="8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87" name="Freeform 4266">
              <a:extLst>
                <a:ext uri="{FF2B5EF4-FFF2-40B4-BE49-F238E27FC236}">
                  <a16:creationId xmlns:a16="http://schemas.microsoft.com/office/drawing/2014/main" id="{98B2A4AD-5FFC-43B7-BA26-C43C39426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621"/>
              <a:ext cx="58" cy="32"/>
            </a:xfrm>
            <a:custGeom>
              <a:avLst/>
              <a:gdLst>
                <a:gd name="T0" fmla="*/ 0 w 31"/>
                <a:gd name="T1" fmla="*/ 0 h 17"/>
                <a:gd name="T2" fmla="*/ 204 w 31"/>
                <a:gd name="T3" fmla="*/ 8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7">
                  <a:moveTo>
                    <a:pt x="0" y="0"/>
                  </a:moveTo>
                  <a:cubicBezTo>
                    <a:pt x="6" y="11"/>
                    <a:pt x="19" y="17"/>
                    <a:pt x="31" y="1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88" name="Freeform 4267">
              <a:extLst>
                <a:ext uri="{FF2B5EF4-FFF2-40B4-BE49-F238E27FC236}">
                  <a16:creationId xmlns:a16="http://schemas.microsoft.com/office/drawing/2014/main" id="{0E4ED86B-CDA4-4EA6-AB2A-94C94F45C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3623"/>
              <a:ext cx="39" cy="52"/>
            </a:xfrm>
            <a:custGeom>
              <a:avLst/>
              <a:gdLst>
                <a:gd name="T0" fmla="*/ 0 w 21"/>
                <a:gd name="T1" fmla="*/ 0 h 28"/>
                <a:gd name="T2" fmla="*/ 134 w 21"/>
                <a:gd name="T3" fmla="*/ 15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8">
                  <a:moveTo>
                    <a:pt x="0" y="0"/>
                  </a:moveTo>
                  <a:cubicBezTo>
                    <a:pt x="0" y="9"/>
                    <a:pt x="10" y="28"/>
                    <a:pt x="21" y="2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89" name="Freeform 4268">
              <a:extLst>
                <a:ext uri="{FF2B5EF4-FFF2-40B4-BE49-F238E27FC236}">
                  <a16:creationId xmlns:a16="http://schemas.microsoft.com/office/drawing/2014/main" id="{9338D7B9-395E-4144-83C7-9E212128E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3563"/>
              <a:ext cx="60" cy="43"/>
            </a:xfrm>
            <a:custGeom>
              <a:avLst/>
              <a:gdLst>
                <a:gd name="T0" fmla="*/ 0 w 32"/>
                <a:gd name="T1" fmla="*/ 60 h 23"/>
                <a:gd name="T2" fmla="*/ 212 w 32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3">
                  <a:moveTo>
                    <a:pt x="0" y="9"/>
                  </a:moveTo>
                  <a:cubicBezTo>
                    <a:pt x="14" y="0"/>
                    <a:pt x="24" y="12"/>
                    <a:pt x="32" y="2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90" name="Freeform 4269">
              <a:extLst>
                <a:ext uri="{FF2B5EF4-FFF2-40B4-BE49-F238E27FC236}">
                  <a16:creationId xmlns:a16="http://schemas.microsoft.com/office/drawing/2014/main" id="{C9C266BF-2D27-4DC2-A970-4DE6AE95D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604"/>
              <a:ext cx="26" cy="11"/>
            </a:xfrm>
            <a:custGeom>
              <a:avLst/>
              <a:gdLst>
                <a:gd name="T0" fmla="*/ 0 w 14"/>
                <a:gd name="T1" fmla="*/ 37 h 6"/>
                <a:gd name="T2" fmla="*/ 89 w 14"/>
                <a:gd name="T3" fmla="*/ 1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1" y="1"/>
                    <a:pt x="9" y="0"/>
                    <a:pt x="14" y="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91" name="Freeform 4270">
              <a:extLst>
                <a:ext uri="{FF2B5EF4-FFF2-40B4-BE49-F238E27FC236}">
                  <a16:creationId xmlns:a16="http://schemas.microsoft.com/office/drawing/2014/main" id="{080BD21A-9385-4BD8-A05B-61119308D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470"/>
              <a:ext cx="17" cy="71"/>
            </a:xfrm>
            <a:custGeom>
              <a:avLst/>
              <a:gdLst>
                <a:gd name="T0" fmla="*/ 40 w 9"/>
                <a:gd name="T1" fmla="*/ 0 h 38"/>
                <a:gd name="T2" fmla="*/ 0 w 9"/>
                <a:gd name="T3" fmla="*/ 24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6" y="0"/>
                  </a:moveTo>
                  <a:cubicBezTo>
                    <a:pt x="9" y="13"/>
                    <a:pt x="9" y="26"/>
                    <a:pt x="0" y="3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92" name="Freeform 4271">
              <a:extLst>
                <a:ext uri="{FF2B5EF4-FFF2-40B4-BE49-F238E27FC236}">
                  <a16:creationId xmlns:a16="http://schemas.microsoft.com/office/drawing/2014/main" id="{E2FCF080-849B-40C4-AB42-8C3373276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522"/>
              <a:ext cx="15" cy="49"/>
            </a:xfrm>
            <a:custGeom>
              <a:avLst/>
              <a:gdLst>
                <a:gd name="T0" fmla="*/ 0 w 8"/>
                <a:gd name="T1" fmla="*/ 0 h 26"/>
                <a:gd name="T2" fmla="*/ 32 w 8"/>
                <a:gd name="T3" fmla="*/ 17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0" y="0"/>
                  </a:moveTo>
                  <a:cubicBezTo>
                    <a:pt x="7" y="8"/>
                    <a:pt x="8" y="17"/>
                    <a:pt x="5" y="2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93" name="Freeform 4272">
              <a:extLst>
                <a:ext uri="{FF2B5EF4-FFF2-40B4-BE49-F238E27FC236}">
                  <a16:creationId xmlns:a16="http://schemas.microsoft.com/office/drawing/2014/main" id="{2CAC0BAA-5B46-42C8-A086-E1E2338D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3488"/>
              <a:ext cx="32" cy="62"/>
            </a:xfrm>
            <a:custGeom>
              <a:avLst/>
              <a:gdLst>
                <a:gd name="T0" fmla="*/ 21 w 17"/>
                <a:gd name="T1" fmla="*/ 0 h 33"/>
                <a:gd name="T2" fmla="*/ 113 w 17"/>
                <a:gd name="T3" fmla="*/ 21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3" y="0"/>
                  </a:moveTo>
                  <a:cubicBezTo>
                    <a:pt x="0" y="10"/>
                    <a:pt x="6" y="31"/>
                    <a:pt x="17" y="3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94" name="Freeform 4273">
              <a:extLst>
                <a:ext uri="{FF2B5EF4-FFF2-40B4-BE49-F238E27FC236}">
                  <a16:creationId xmlns:a16="http://schemas.microsoft.com/office/drawing/2014/main" id="{932E0B1F-9AC8-4921-AA5E-97E2B62EC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539"/>
              <a:ext cx="15" cy="39"/>
            </a:xfrm>
            <a:custGeom>
              <a:avLst/>
              <a:gdLst>
                <a:gd name="T0" fmla="*/ 21 w 8"/>
                <a:gd name="T1" fmla="*/ 0 h 21"/>
                <a:gd name="T2" fmla="*/ 53 w 8"/>
                <a:gd name="T3" fmla="*/ 13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3" y="0"/>
                  </a:moveTo>
                  <a:cubicBezTo>
                    <a:pt x="0" y="7"/>
                    <a:pt x="3" y="16"/>
                    <a:pt x="8" y="2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95" name="Freeform 4274">
              <a:extLst>
                <a:ext uri="{FF2B5EF4-FFF2-40B4-BE49-F238E27FC236}">
                  <a16:creationId xmlns:a16="http://schemas.microsoft.com/office/drawing/2014/main" id="{65BF1C23-7C8F-4162-ABD4-6EA7ED1A9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655"/>
              <a:ext cx="56" cy="28"/>
            </a:xfrm>
            <a:custGeom>
              <a:avLst/>
              <a:gdLst>
                <a:gd name="T0" fmla="*/ 0 w 30"/>
                <a:gd name="T1" fmla="*/ 0 h 15"/>
                <a:gd name="T2" fmla="*/ 196 w 30"/>
                <a:gd name="T3" fmla="*/ 6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5">
                  <a:moveTo>
                    <a:pt x="0" y="0"/>
                  </a:moveTo>
                  <a:cubicBezTo>
                    <a:pt x="5" y="11"/>
                    <a:pt x="19" y="15"/>
                    <a:pt x="30" y="1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96" name="Freeform 4275">
              <a:extLst>
                <a:ext uri="{FF2B5EF4-FFF2-40B4-BE49-F238E27FC236}">
                  <a16:creationId xmlns:a16="http://schemas.microsoft.com/office/drawing/2014/main" id="{04CEAC5D-AD78-4CE4-8683-8008C7DB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657"/>
              <a:ext cx="41" cy="35"/>
            </a:xfrm>
            <a:custGeom>
              <a:avLst/>
              <a:gdLst>
                <a:gd name="T0" fmla="*/ 0 w 22"/>
                <a:gd name="T1" fmla="*/ 0 h 19"/>
                <a:gd name="T2" fmla="*/ 142 w 22"/>
                <a:gd name="T3" fmla="*/ 11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0" y="0"/>
                  </a:moveTo>
                  <a:cubicBezTo>
                    <a:pt x="2" y="11"/>
                    <a:pt x="11" y="19"/>
                    <a:pt x="22" y="1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97" name="Freeform 4276">
              <a:extLst>
                <a:ext uri="{FF2B5EF4-FFF2-40B4-BE49-F238E27FC236}">
                  <a16:creationId xmlns:a16="http://schemas.microsoft.com/office/drawing/2014/main" id="{F1FD6863-D024-4BC8-947E-DBF578E05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3657"/>
              <a:ext cx="9" cy="33"/>
            </a:xfrm>
            <a:custGeom>
              <a:avLst/>
              <a:gdLst>
                <a:gd name="T0" fmla="*/ 0 w 5"/>
                <a:gd name="T1" fmla="*/ 0 h 18"/>
                <a:gd name="T2" fmla="*/ 16 w 5"/>
                <a:gd name="T3" fmla="*/ 1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0"/>
                  </a:moveTo>
                  <a:cubicBezTo>
                    <a:pt x="4" y="4"/>
                    <a:pt x="5" y="12"/>
                    <a:pt x="3" y="1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98" name="Freeform 4277">
              <a:extLst>
                <a:ext uri="{FF2B5EF4-FFF2-40B4-BE49-F238E27FC236}">
                  <a16:creationId xmlns:a16="http://schemas.microsoft.com/office/drawing/2014/main" id="{38477EDB-A159-4E46-9969-8037BBC3E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672"/>
              <a:ext cx="13" cy="3"/>
            </a:xfrm>
            <a:custGeom>
              <a:avLst/>
              <a:gdLst>
                <a:gd name="T0" fmla="*/ 0 w 7"/>
                <a:gd name="T1" fmla="*/ 8 h 2"/>
                <a:gd name="T2" fmla="*/ 4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99" name="Freeform 4278">
              <a:extLst>
                <a:ext uri="{FF2B5EF4-FFF2-40B4-BE49-F238E27FC236}">
                  <a16:creationId xmlns:a16="http://schemas.microsoft.com/office/drawing/2014/main" id="{CC1319ED-6D32-4DB2-A59D-3C4489274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745"/>
              <a:ext cx="71" cy="28"/>
            </a:xfrm>
            <a:custGeom>
              <a:avLst/>
              <a:gdLst>
                <a:gd name="T0" fmla="*/ 0 w 38"/>
                <a:gd name="T1" fmla="*/ 0 h 15"/>
                <a:gd name="T2" fmla="*/ 249 w 38"/>
                <a:gd name="T3" fmla="*/ 3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5">
                  <a:moveTo>
                    <a:pt x="0" y="0"/>
                  </a:moveTo>
                  <a:cubicBezTo>
                    <a:pt x="6" y="14"/>
                    <a:pt x="28" y="15"/>
                    <a:pt x="38" y="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00" name="Freeform 4279">
              <a:extLst>
                <a:ext uri="{FF2B5EF4-FFF2-40B4-BE49-F238E27FC236}">
                  <a16:creationId xmlns:a16="http://schemas.microsoft.com/office/drawing/2014/main" id="{5EFE8C5E-80E4-401D-B1C2-EDA8C0E94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3743"/>
              <a:ext cx="54" cy="20"/>
            </a:xfrm>
            <a:custGeom>
              <a:avLst/>
              <a:gdLst>
                <a:gd name="T0" fmla="*/ 0 w 29"/>
                <a:gd name="T1" fmla="*/ 0 h 11"/>
                <a:gd name="T2" fmla="*/ 188 w 29"/>
                <a:gd name="T3" fmla="*/ 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0"/>
                  </a:moveTo>
                  <a:cubicBezTo>
                    <a:pt x="6" y="11"/>
                    <a:pt x="20" y="10"/>
                    <a:pt x="29" y="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01" name="Freeform 4280">
              <a:extLst>
                <a:ext uri="{FF2B5EF4-FFF2-40B4-BE49-F238E27FC236}">
                  <a16:creationId xmlns:a16="http://schemas.microsoft.com/office/drawing/2014/main" id="{98CED7D9-BBFD-428C-BE7D-8E74F9A8C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743"/>
              <a:ext cx="49" cy="26"/>
            </a:xfrm>
            <a:custGeom>
              <a:avLst/>
              <a:gdLst>
                <a:gd name="T0" fmla="*/ 0 w 26"/>
                <a:gd name="T1" fmla="*/ 0 h 14"/>
                <a:gd name="T2" fmla="*/ 173 w 26"/>
                <a:gd name="T3" fmla="*/ 4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0" y="0"/>
                  </a:moveTo>
                  <a:cubicBezTo>
                    <a:pt x="8" y="10"/>
                    <a:pt x="16" y="14"/>
                    <a:pt x="26" y="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02" name="Freeform 4281">
              <a:extLst>
                <a:ext uri="{FF2B5EF4-FFF2-40B4-BE49-F238E27FC236}">
                  <a16:creationId xmlns:a16="http://schemas.microsoft.com/office/drawing/2014/main" id="{06CE8B4B-FFB6-4D23-B4E5-DE40E65C1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3732"/>
              <a:ext cx="36" cy="9"/>
            </a:xfrm>
            <a:custGeom>
              <a:avLst/>
              <a:gdLst>
                <a:gd name="T0" fmla="*/ 0 w 19"/>
                <a:gd name="T1" fmla="*/ 23 h 5"/>
                <a:gd name="T2" fmla="*/ 129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4"/>
                  </a:moveTo>
                  <a:cubicBezTo>
                    <a:pt x="7" y="5"/>
                    <a:pt x="14" y="5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03" name="Freeform 4282">
              <a:extLst>
                <a:ext uri="{FF2B5EF4-FFF2-40B4-BE49-F238E27FC236}">
                  <a16:creationId xmlns:a16="http://schemas.microsoft.com/office/drawing/2014/main" id="{DCE738F5-2A8D-4A5A-8AC8-AF49911AA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702"/>
              <a:ext cx="45" cy="24"/>
            </a:xfrm>
            <a:custGeom>
              <a:avLst/>
              <a:gdLst>
                <a:gd name="T0" fmla="*/ 0 w 24"/>
                <a:gd name="T1" fmla="*/ 0 h 13"/>
                <a:gd name="T2" fmla="*/ 158 w 24"/>
                <a:gd name="T3" fmla="*/ 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0" y="0"/>
                  </a:moveTo>
                  <a:cubicBezTo>
                    <a:pt x="7" y="9"/>
                    <a:pt x="14" y="13"/>
                    <a:pt x="24" y="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04" name="Freeform 4283">
              <a:extLst>
                <a:ext uri="{FF2B5EF4-FFF2-40B4-BE49-F238E27FC236}">
                  <a16:creationId xmlns:a16="http://schemas.microsoft.com/office/drawing/2014/main" id="{2C8DD4C5-FA78-4CBF-9B75-62260BB71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698"/>
              <a:ext cx="37" cy="32"/>
            </a:xfrm>
            <a:custGeom>
              <a:avLst/>
              <a:gdLst>
                <a:gd name="T0" fmla="*/ 0 w 20"/>
                <a:gd name="T1" fmla="*/ 0 h 17"/>
                <a:gd name="T2" fmla="*/ 126 w 20"/>
                <a:gd name="T3" fmla="*/ 9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0" y="0"/>
                  </a:moveTo>
                  <a:cubicBezTo>
                    <a:pt x="2" y="10"/>
                    <a:pt x="9" y="17"/>
                    <a:pt x="20" y="1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05" name="Freeform 4284">
              <a:extLst>
                <a:ext uri="{FF2B5EF4-FFF2-40B4-BE49-F238E27FC236}">
                  <a16:creationId xmlns:a16="http://schemas.microsoft.com/office/drawing/2014/main" id="{A2C0FA2A-A776-4BAA-9C3E-AD75A3487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3672"/>
              <a:ext cx="21" cy="54"/>
            </a:xfrm>
            <a:custGeom>
              <a:avLst/>
              <a:gdLst>
                <a:gd name="T0" fmla="*/ 0 w 11"/>
                <a:gd name="T1" fmla="*/ 0 h 29"/>
                <a:gd name="T2" fmla="*/ 40 w 11"/>
                <a:gd name="T3" fmla="*/ 18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cubicBezTo>
                    <a:pt x="7" y="8"/>
                    <a:pt x="11" y="19"/>
                    <a:pt x="6" y="2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06" name="Freeform 4285">
              <a:extLst>
                <a:ext uri="{FF2B5EF4-FFF2-40B4-BE49-F238E27FC236}">
                  <a16:creationId xmlns:a16="http://schemas.microsoft.com/office/drawing/2014/main" id="{E6061375-75DE-4445-AFC6-DE5F1069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690"/>
              <a:ext cx="15" cy="12"/>
            </a:xfrm>
            <a:custGeom>
              <a:avLst/>
              <a:gdLst>
                <a:gd name="T0" fmla="*/ 0 w 8"/>
                <a:gd name="T1" fmla="*/ 48 h 6"/>
                <a:gd name="T2" fmla="*/ 5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4"/>
                    <a:pt x="5" y="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07" name="Freeform 4286">
              <a:extLst>
                <a:ext uri="{FF2B5EF4-FFF2-40B4-BE49-F238E27FC236}">
                  <a16:creationId xmlns:a16="http://schemas.microsoft.com/office/drawing/2014/main" id="{420AA2A4-D26E-4F36-A1EE-F4B39C6B8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498"/>
              <a:ext cx="37" cy="46"/>
            </a:xfrm>
            <a:custGeom>
              <a:avLst/>
              <a:gdLst>
                <a:gd name="T0" fmla="*/ 126 w 20"/>
                <a:gd name="T1" fmla="*/ 0 h 25"/>
                <a:gd name="T2" fmla="*/ 13 w 20"/>
                <a:gd name="T3" fmla="*/ 15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20" y="0"/>
                  </a:moveTo>
                  <a:cubicBezTo>
                    <a:pt x="9" y="4"/>
                    <a:pt x="0" y="12"/>
                    <a:pt x="2" y="2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08" name="Freeform 4287">
              <a:extLst>
                <a:ext uri="{FF2B5EF4-FFF2-40B4-BE49-F238E27FC236}">
                  <a16:creationId xmlns:a16="http://schemas.microsoft.com/office/drawing/2014/main" id="{EC94C065-4F7E-4E66-99AF-29B67394B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3470"/>
              <a:ext cx="30" cy="67"/>
            </a:xfrm>
            <a:custGeom>
              <a:avLst/>
              <a:gdLst>
                <a:gd name="T0" fmla="*/ 105 w 16"/>
                <a:gd name="T1" fmla="*/ 0 h 36"/>
                <a:gd name="T2" fmla="*/ 28 w 16"/>
                <a:gd name="T3" fmla="*/ 23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6">
                  <a:moveTo>
                    <a:pt x="16" y="0"/>
                  </a:moveTo>
                  <a:cubicBezTo>
                    <a:pt x="5" y="8"/>
                    <a:pt x="0" y="23"/>
                    <a:pt x="4" y="3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09" name="Freeform 4288">
              <a:extLst>
                <a:ext uri="{FF2B5EF4-FFF2-40B4-BE49-F238E27FC236}">
                  <a16:creationId xmlns:a16="http://schemas.microsoft.com/office/drawing/2014/main" id="{6FD01C1F-37CF-4003-BE6B-7BADE65FB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3481"/>
              <a:ext cx="32" cy="56"/>
            </a:xfrm>
            <a:custGeom>
              <a:avLst/>
              <a:gdLst>
                <a:gd name="T0" fmla="*/ 68 w 17"/>
                <a:gd name="T1" fmla="*/ 0 h 30"/>
                <a:gd name="T2" fmla="*/ 0 w 17"/>
                <a:gd name="T3" fmla="*/ 19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0">
                  <a:moveTo>
                    <a:pt x="10" y="0"/>
                  </a:moveTo>
                  <a:cubicBezTo>
                    <a:pt x="17" y="12"/>
                    <a:pt x="9" y="23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10" name="Freeform 4289">
              <a:extLst>
                <a:ext uri="{FF2B5EF4-FFF2-40B4-BE49-F238E27FC236}">
                  <a16:creationId xmlns:a16="http://schemas.microsoft.com/office/drawing/2014/main" id="{A578831D-B729-4F55-8864-7A1D86F49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514"/>
              <a:ext cx="19" cy="51"/>
            </a:xfrm>
            <a:custGeom>
              <a:avLst/>
              <a:gdLst>
                <a:gd name="T0" fmla="*/ 40 w 10"/>
                <a:gd name="T1" fmla="*/ 0 h 27"/>
                <a:gd name="T2" fmla="*/ 0 w 10"/>
                <a:gd name="T3" fmla="*/ 1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6" y="0"/>
                  </a:moveTo>
                  <a:cubicBezTo>
                    <a:pt x="10" y="10"/>
                    <a:pt x="9" y="21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11" name="Freeform 4290">
              <a:extLst>
                <a:ext uri="{FF2B5EF4-FFF2-40B4-BE49-F238E27FC236}">
                  <a16:creationId xmlns:a16="http://schemas.microsoft.com/office/drawing/2014/main" id="{4107FD6D-48EF-40B7-B389-9ACCFF72C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458"/>
              <a:ext cx="11" cy="25"/>
            </a:xfrm>
            <a:custGeom>
              <a:avLst/>
              <a:gdLst>
                <a:gd name="T0" fmla="*/ 7 w 6"/>
                <a:gd name="T1" fmla="*/ 0 h 13"/>
                <a:gd name="T2" fmla="*/ 37 w 6"/>
                <a:gd name="T3" fmla="*/ 9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1" y="0"/>
                  </a:moveTo>
                  <a:cubicBezTo>
                    <a:pt x="0" y="5"/>
                    <a:pt x="3" y="10"/>
                    <a:pt x="6" y="1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12" name="Freeform 4291">
              <a:extLst>
                <a:ext uri="{FF2B5EF4-FFF2-40B4-BE49-F238E27FC236}">
                  <a16:creationId xmlns:a16="http://schemas.microsoft.com/office/drawing/2014/main" id="{9F40B7B4-F982-48CB-992F-F01D34705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477"/>
              <a:ext cx="9" cy="21"/>
            </a:xfrm>
            <a:custGeom>
              <a:avLst/>
              <a:gdLst>
                <a:gd name="T0" fmla="*/ 29 w 5"/>
                <a:gd name="T1" fmla="*/ 0 h 11"/>
                <a:gd name="T2" fmla="*/ 0 w 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2" y="3"/>
                    <a:pt x="0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13" name="Freeform 4292">
              <a:extLst>
                <a:ext uri="{FF2B5EF4-FFF2-40B4-BE49-F238E27FC236}">
                  <a16:creationId xmlns:a16="http://schemas.microsoft.com/office/drawing/2014/main" id="{F9134990-8247-482A-9F18-125380A17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3554"/>
              <a:ext cx="34" cy="61"/>
            </a:xfrm>
            <a:custGeom>
              <a:avLst/>
              <a:gdLst>
                <a:gd name="T0" fmla="*/ 121 w 18"/>
                <a:gd name="T1" fmla="*/ 0 h 33"/>
                <a:gd name="T2" fmla="*/ 47 w 18"/>
                <a:gd name="T3" fmla="*/ 20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5" y="2"/>
                    <a:pt x="0" y="23"/>
                    <a:pt x="7" y="3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14" name="Freeform 4293">
              <a:extLst>
                <a:ext uri="{FF2B5EF4-FFF2-40B4-BE49-F238E27FC236}">
                  <a16:creationId xmlns:a16="http://schemas.microsoft.com/office/drawing/2014/main" id="{13D9EB9B-4DA6-40EE-B3AD-65D9889EB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604"/>
              <a:ext cx="27" cy="56"/>
            </a:xfrm>
            <a:custGeom>
              <a:avLst/>
              <a:gdLst>
                <a:gd name="T0" fmla="*/ 100 w 14"/>
                <a:gd name="T1" fmla="*/ 0 h 30"/>
                <a:gd name="T2" fmla="*/ 56 w 14"/>
                <a:gd name="T3" fmla="*/ 19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14" y="0"/>
                  </a:moveTo>
                  <a:cubicBezTo>
                    <a:pt x="7" y="9"/>
                    <a:pt x="0" y="18"/>
                    <a:pt x="8" y="3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15" name="Freeform 4294">
              <a:extLst>
                <a:ext uri="{FF2B5EF4-FFF2-40B4-BE49-F238E27FC236}">
                  <a16:creationId xmlns:a16="http://schemas.microsoft.com/office/drawing/2014/main" id="{93C34680-FA4D-4F18-82EB-FF5D41A23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642"/>
              <a:ext cx="8" cy="30"/>
            </a:xfrm>
            <a:custGeom>
              <a:avLst/>
              <a:gdLst>
                <a:gd name="T0" fmla="*/ 0 w 4"/>
                <a:gd name="T1" fmla="*/ 0 h 16"/>
                <a:gd name="T2" fmla="*/ 8 w 4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4" y="5"/>
                    <a:pt x="4" y="10"/>
                    <a:pt x="1" y="1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16" name="Freeform 4295">
              <a:extLst>
                <a:ext uri="{FF2B5EF4-FFF2-40B4-BE49-F238E27FC236}">
                  <a16:creationId xmlns:a16="http://schemas.microsoft.com/office/drawing/2014/main" id="{E4A904A3-7547-4E3A-AE67-BDE80F2AF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649"/>
              <a:ext cx="15" cy="10"/>
            </a:xfrm>
            <a:custGeom>
              <a:avLst/>
              <a:gdLst>
                <a:gd name="T0" fmla="*/ 0 w 8"/>
                <a:gd name="T1" fmla="*/ 40 h 5"/>
                <a:gd name="T2" fmla="*/ 53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17" name="Freeform 4296">
              <a:extLst>
                <a:ext uri="{FF2B5EF4-FFF2-40B4-BE49-F238E27FC236}">
                  <a16:creationId xmlns:a16="http://schemas.microsoft.com/office/drawing/2014/main" id="{F1C5B142-C078-4ADB-9E7A-89DE6DF0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578"/>
              <a:ext cx="24" cy="56"/>
            </a:xfrm>
            <a:custGeom>
              <a:avLst/>
              <a:gdLst>
                <a:gd name="T0" fmla="*/ 44 w 13"/>
                <a:gd name="T1" fmla="*/ 0 h 30"/>
                <a:gd name="T2" fmla="*/ 0 w 13"/>
                <a:gd name="T3" fmla="*/ 19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">
                  <a:moveTo>
                    <a:pt x="7" y="0"/>
                  </a:moveTo>
                  <a:cubicBezTo>
                    <a:pt x="13" y="10"/>
                    <a:pt x="7" y="23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18" name="Freeform 4297">
              <a:extLst>
                <a:ext uri="{FF2B5EF4-FFF2-40B4-BE49-F238E27FC236}">
                  <a16:creationId xmlns:a16="http://schemas.microsoft.com/office/drawing/2014/main" id="{3319AF19-194C-4AEC-864C-4F36EE79F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3559"/>
              <a:ext cx="17" cy="28"/>
            </a:xfrm>
            <a:custGeom>
              <a:avLst/>
              <a:gdLst>
                <a:gd name="T0" fmla="*/ 47 w 9"/>
                <a:gd name="T1" fmla="*/ 0 h 15"/>
                <a:gd name="T2" fmla="*/ 0 w 9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7" y="0"/>
                  </a:moveTo>
                  <a:cubicBezTo>
                    <a:pt x="9" y="6"/>
                    <a:pt x="4" y="11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19" name="Freeform 4298">
              <a:extLst>
                <a:ext uri="{FF2B5EF4-FFF2-40B4-BE49-F238E27FC236}">
                  <a16:creationId xmlns:a16="http://schemas.microsoft.com/office/drawing/2014/main" id="{74294356-AE33-419B-82F2-D41CC22C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576"/>
              <a:ext cx="14" cy="25"/>
            </a:xfrm>
            <a:custGeom>
              <a:avLst/>
              <a:gdLst>
                <a:gd name="T0" fmla="*/ 7 w 8"/>
                <a:gd name="T1" fmla="*/ 0 h 13"/>
                <a:gd name="T2" fmla="*/ 44 w 8"/>
                <a:gd name="T3" fmla="*/ 9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0" y="6"/>
                    <a:pt x="2" y="11"/>
                    <a:pt x="8" y="1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20" name="Freeform 4299">
              <a:extLst>
                <a:ext uri="{FF2B5EF4-FFF2-40B4-BE49-F238E27FC236}">
                  <a16:creationId xmlns:a16="http://schemas.microsoft.com/office/drawing/2014/main" id="{80DFAE4F-DFDB-41E6-926D-4D4BA9F2A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597"/>
              <a:ext cx="5" cy="11"/>
            </a:xfrm>
            <a:custGeom>
              <a:avLst/>
              <a:gdLst>
                <a:gd name="T0" fmla="*/ 13 w 3"/>
                <a:gd name="T1" fmla="*/ 0 h 6"/>
                <a:gd name="T2" fmla="*/ 0 w 3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21" name="Freeform 4300">
              <a:extLst>
                <a:ext uri="{FF2B5EF4-FFF2-40B4-BE49-F238E27FC236}">
                  <a16:creationId xmlns:a16="http://schemas.microsoft.com/office/drawing/2014/main" id="{81D96119-6432-4B75-ABAF-DF7CB4CF9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3383"/>
              <a:ext cx="5" cy="12"/>
            </a:xfrm>
            <a:custGeom>
              <a:avLst/>
              <a:gdLst>
                <a:gd name="T0" fmla="*/ 0 w 3"/>
                <a:gd name="T1" fmla="*/ 48 h 6"/>
                <a:gd name="T2" fmla="*/ 13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5"/>
                    <a:pt x="3" y="2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22" name="Freeform 4301">
              <a:extLst>
                <a:ext uri="{FF2B5EF4-FFF2-40B4-BE49-F238E27FC236}">
                  <a16:creationId xmlns:a16="http://schemas.microsoft.com/office/drawing/2014/main" id="{ED7F3116-6EB8-401A-BB18-ADB472ACA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3376"/>
              <a:ext cx="39" cy="49"/>
            </a:xfrm>
            <a:custGeom>
              <a:avLst/>
              <a:gdLst>
                <a:gd name="T0" fmla="*/ 7 w 21"/>
                <a:gd name="T1" fmla="*/ 107 h 26"/>
                <a:gd name="T2" fmla="*/ 37 w 21"/>
                <a:gd name="T3" fmla="*/ 40 h 26"/>
                <a:gd name="T4" fmla="*/ 89 w 21"/>
                <a:gd name="T5" fmla="*/ 100 h 26"/>
                <a:gd name="T6" fmla="*/ 134 w 21"/>
                <a:gd name="T7" fmla="*/ 4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1" y="16"/>
                  </a:moveTo>
                  <a:cubicBezTo>
                    <a:pt x="0" y="12"/>
                    <a:pt x="3" y="8"/>
                    <a:pt x="6" y="6"/>
                  </a:cubicBezTo>
                  <a:cubicBezTo>
                    <a:pt x="7" y="10"/>
                    <a:pt x="9" y="26"/>
                    <a:pt x="14" y="15"/>
                  </a:cubicBezTo>
                  <a:cubicBezTo>
                    <a:pt x="15" y="13"/>
                    <a:pt x="14" y="0"/>
                    <a:pt x="21" y="6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23" name="Freeform 4302">
              <a:extLst>
                <a:ext uri="{FF2B5EF4-FFF2-40B4-BE49-F238E27FC236}">
                  <a16:creationId xmlns:a16="http://schemas.microsoft.com/office/drawing/2014/main" id="{1030EE9C-9BE2-4BCE-BC6E-C2AA1C7F7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3005"/>
              <a:ext cx="36" cy="51"/>
            </a:xfrm>
            <a:custGeom>
              <a:avLst/>
              <a:gdLst>
                <a:gd name="T0" fmla="*/ 8 w 19"/>
                <a:gd name="T1" fmla="*/ 0 h 27"/>
                <a:gd name="T2" fmla="*/ 129 w 19"/>
                <a:gd name="T3" fmla="*/ 17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7">
                  <a:moveTo>
                    <a:pt x="1" y="0"/>
                  </a:moveTo>
                  <a:cubicBezTo>
                    <a:pt x="0" y="12"/>
                    <a:pt x="6" y="27"/>
                    <a:pt x="19" y="2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24" name="Freeform 4303">
              <a:extLst>
                <a:ext uri="{FF2B5EF4-FFF2-40B4-BE49-F238E27FC236}">
                  <a16:creationId xmlns:a16="http://schemas.microsoft.com/office/drawing/2014/main" id="{EDD4FCB9-21AF-45A5-8C3A-6BF6AA7B8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039"/>
              <a:ext cx="18" cy="39"/>
            </a:xfrm>
            <a:custGeom>
              <a:avLst/>
              <a:gdLst>
                <a:gd name="T0" fmla="*/ 0 w 10"/>
                <a:gd name="T1" fmla="*/ 0 h 21"/>
                <a:gd name="T2" fmla="*/ 58 w 10"/>
                <a:gd name="T3" fmla="*/ 13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0" y="7"/>
                    <a:pt x="3" y="19"/>
                    <a:pt x="10" y="2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25" name="Freeform 4304">
              <a:extLst>
                <a:ext uri="{FF2B5EF4-FFF2-40B4-BE49-F238E27FC236}">
                  <a16:creationId xmlns:a16="http://schemas.microsoft.com/office/drawing/2014/main" id="{61FC7819-A465-44CB-A08D-A82EF7427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921"/>
              <a:ext cx="17" cy="54"/>
            </a:xfrm>
            <a:custGeom>
              <a:avLst/>
              <a:gdLst>
                <a:gd name="T0" fmla="*/ 60 w 9"/>
                <a:gd name="T1" fmla="*/ 0 h 29"/>
                <a:gd name="T2" fmla="*/ 32 w 9"/>
                <a:gd name="T3" fmla="*/ 18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9" y="0"/>
                  </a:moveTo>
                  <a:cubicBezTo>
                    <a:pt x="3" y="8"/>
                    <a:pt x="0" y="20"/>
                    <a:pt x="5" y="2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26" name="Freeform 4305">
              <a:extLst>
                <a:ext uri="{FF2B5EF4-FFF2-40B4-BE49-F238E27FC236}">
                  <a16:creationId xmlns:a16="http://schemas.microsoft.com/office/drawing/2014/main" id="{801DAB3C-B3F3-4927-83CF-1E44F1529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962"/>
              <a:ext cx="17" cy="40"/>
            </a:xfrm>
            <a:custGeom>
              <a:avLst/>
              <a:gdLst>
                <a:gd name="T0" fmla="*/ 60 w 9"/>
                <a:gd name="T1" fmla="*/ 0 h 21"/>
                <a:gd name="T2" fmla="*/ 21 w 9"/>
                <a:gd name="T3" fmla="*/ 1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9" y="0"/>
                  </a:moveTo>
                  <a:cubicBezTo>
                    <a:pt x="5" y="6"/>
                    <a:pt x="0" y="13"/>
                    <a:pt x="3" y="2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27" name="Freeform 4306">
              <a:extLst>
                <a:ext uri="{FF2B5EF4-FFF2-40B4-BE49-F238E27FC236}">
                  <a16:creationId xmlns:a16="http://schemas.microsoft.com/office/drawing/2014/main" id="{D17CF5A3-0B1C-49DD-A87D-81D912E27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968"/>
              <a:ext cx="33" cy="41"/>
            </a:xfrm>
            <a:custGeom>
              <a:avLst/>
              <a:gdLst>
                <a:gd name="T0" fmla="*/ 7 w 18"/>
                <a:gd name="T1" fmla="*/ 0 h 22"/>
                <a:gd name="T2" fmla="*/ 112 w 18"/>
                <a:gd name="T3" fmla="*/ 14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2">
                  <a:moveTo>
                    <a:pt x="1" y="0"/>
                  </a:moveTo>
                  <a:cubicBezTo>
                    <a:pt x="0" y="10"/>
                    <a:pt x="8" y="21"/>
                    <a:pt x="18" y="2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28" name="Freeform 4307">
              <a:extLst>
                <a:ext uri="{FF2B5EF4-FFF2-40B4-BE49-F238E27FC236}">
                  <a16:creationId xmlns:a16="http://schemas.microsoft.com/office/drawing/2014/main" id="{7B3412B5-93F9-4E5A-9DE2-86D22C9F0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994"/>
              <a:ext cx="17" cy="51"/>
            </a:xfrm>
            <a:custGeom>
              <a:avLst/>
              <a:gdLst>
                <a:gd name="T0" fmla="*/ 21 w 9"/>
                <a:gd name="T1" fmla="*/ 0 h 27"/>
                <a:gd name="T2" fmla="*/ 60 w 9"/>
                <a:gd name="T3" fmla="*/ 1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3" y="0"/>
                  </a:moveTo>
                  <a:cubicBezTo>
                    <a:pt x="0" y="9"/>
                    <a:pt x="1" y="21"/>
                    <a:pt x="9" y="2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29" name="Freeform 4308">
              <a:extLst>
                <a:ext uri="{FF2B5EF4-FFF2-40B4-BE49-F238E27FC236}">
                  <a16:creationId xmlns:a16="http://schemas.microsoft.com/office/drawing/2014/main" id="{86E2DB7F-857F-4AF3-BEE5-D25FD8FED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874"/>
              <a:ext cx="35" cy="75"/>
            </a:xfrm>
            <a:custGeom>
              <a:avLst/>
              <a:gdLst>
                <a:gd name="T0" fmla="*/ 0 w 19"/>
                <a:gd name="T1" fmla="*/ 0 h 40"/>
                <a:gd name="T2" fmla="*/ 112 w 19"/>
                <a:gd name="T3" fmla="*/ 26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0">
                  <a:moveTo>
                    <a:pt x="0" y="0"/>
                  </a:moveTo>
                  <a:cubicBezTo>
                    <a:pt x="16" y="7"/>
                    <a:pt x="19" y="24"/>
                    <a:pt x="18" y="4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30" name="Freeform 4309">
              <a:extLst>
                <a:ext uri="{FF2B5EF4-FFF2-40B4-BE49-F238E27FC236}">
                  <a16:creationId xmlns:a16="http://schemas.microsoft.com/office/drawing/2014/main" id="{87799C80-6DB5-4D93-B0F7-E46BB3942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938"/>
              <a:ext cx="23" cy="56"/>
            </a:xfrm>
            <a:custGeom>
              <a:avLst/>
              <a:gdLst>
                <a:gd name="T0" fmla="*/ 0 w 12"/>
                <a:gd name="T1" fmla="*/ 0 h 30"/>
                <a:gd name="T2" fmla="*/ 77 w 12"/>
                <a:gd name="T3" fmla="*/ 19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9" y="7"/>
                    <a:pt x="12" y="19"/>
                    <a:pt x="11" y="3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31" name="Freeform 4310">
              <a:extLst>
                <a:ext uri="{FF2B5EF4-FFF2-40B4-BE49-F238E27FC236}">
                  <a16:creationId xmlns:a16="http://schemas.microsoft.com/office/drawing/2014/main" id="{18418A53-6D8E-4C90-B084-B2704FCC5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886"/>
              <a:ext cx="13" cy="43"/>
            </a:xfrm>
            <a:custGeom>
              <a:avLst/>
              <a:gdLst>
                <a:gd name="T0" fmla="*/ 0 w 7"/>
                <a:gd name="T1" fmla="*/ 0 h 23"/>
                <a:gd name="T2" fmla="*/ 45 w 7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8"/>
                    <a:pt x="0" y="18"/>
                    <a:pt x="7" y="2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32" name="Freeform 4311">
              <a:extLst>
                <a:ext uri="{FF2B5EF4-FFF2-40B4-BE49-F238E27FC236}">
                  <a16:creationId xmlns:a16="http://schemas.microsoft.com/office/drawing/2014/main" id="{5D06CFA0-2D5E-4BE6-BA17-D52EBCE8D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919"/>
              <a:ext cx="15" cy="34"/>
            </a:xfrm>
            <a:custGeom>
              <a:avLst/>
              <a:gdLst>
                <a:gd name="T0" fmla="*/ 53 w 8"/>
                <a:gd name="T1" fmla="*/ 0 h 18"/>
                <a:gd name="T2" fmla="*/ 0 w 8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2" y="4"/>
                    <a:pt x="0" y="11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33" name="Freeform 4312">
              <a:extLst>
                <a:ext uri="{FF2B5EF4-FFF2-40B4-BE49-F238E27FC236}">
                  <a16:creationId xmlns:a16="http://schemas.microsoft.com/office/drawing/2014/main" id="{349076E4-20BE-497A-9E95-C72567B08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3005"/>
              <a:ext cx="13" cy="19"/>
            </a:xfrm>
            <a:custGeom>
              <a:avLst/>
              <a:gdLst>
                <a:gd name="T0" fmla="*/ 0 w 7"/>
                <a:gd name="T1" fmla="*/ 0 h 10"/>
                <a:gd name="T2" fmla="*/ 45 w 7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3" y="3"/>
                    <a:pt x="6" y="6"/>
                    <a:pt x="7" y="1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34" name="Freeform 4313">
              <a:extLst>
                <a:ext uri="{FF2B5EF4-FFF2-40B4-BE49-F238E27FC236}">
                  <a16:creationId xmlns:a16="http://schemas.microsoft.com/office/drawing/2014/main" id="{EAD64E3C-EBE6-44E5-A9AD-9542E48B7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3009"/>
              <a:ext cx="6" cy="11"/>
            </a:xfrm>
            <a:custGeom>
              <a:avLst/>
              <a:gdLst>
                <a:gd name="T0" fmla="*/ 0 w 3"/>
                <a:gd name="T1" fmla="*/ 37 h 6"/>
                <a:gd name="T2" fmla="*/ 24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35" name="Freeform 4314">
              <a:extLst>
                <a:ext uri="{FF2B5EF4-FFF2-40B4-BE49-F238E27FC236}">
                  <a16:creationId xmlns:a16="http://schemas.microsoft.com/office/drawing/2014/main" id="{87C92257-5151-4F85-9C29-2C1D46A9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194"/>
              <a:ext cx="28" cy="21"/>
            </a:xfrm>
            <a:custGeom>
              <a:avLst/>
              <a:gdLst>
                <a:gd name="T0" fmla="*/ 0 w 15"/>
                <a:gd name="T1" fmla="*/ 0 h 11"/>
                <a:gd name="T2" fmla="*/ 97 w 15"/>
                <a:gd name="T3" fmla="*/ 6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0"/>
                  </a:moveTo>
                  <a:cubicBezTo>
                    <a:pt x="3" y="6"/>
                    <a:pt x="9" y="11"/>
                    <a:pt x="15" y="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36" name="Freeform 4315">
              <a:extLst>
                <a:ext uri="{FF2B5EF4-FFF2-40B4-BE49-F238E27FC236}">
                  <a16:creationId xmlns:a16="http://schemas.microsoft.com/office/drawing/2014/main" id="{5AFD2E5D-52FC-4991-AF96-99240BF53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3211"/>
              <a:ext cx="4" cy="11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37" name="Freeform 4316">
              <a:extLst>
                <a:ext uri="{FF2B5EF4-FFF2-40B4-BE49-F238E27FC236}">
                  <a16:creationId xmlns:a16="http://schemas.microsoft.com/office/drawing/2014/main" id="{3EDF262C-F122-481B-935A-BC206EB97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792"/>
              <a:ext cx="34" cy="52"/>
            </a:xfrm>
            <a:custGeom>
              <a:avLst/>
              <a:gdLst>
                <a:gd name="T0" fmla="*/ 21 w 18"/>
                <a:gd name="T1" fmla="*/ 0 h 28"/>
                <a:gd name="T2" fmla="*/ 121 w 18"/>
                <a:gd name="T3" fmla="*/ 18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8">
                  <a:moveTo>
                    <a:pt x="3" y="0"/>
                  </a:moveTo>
                  <a:cubicBezTo>
                    <a:pt x="0" y="12"/>
                    <a:pt x="5" y="25"/>
                    <a:pt x="18" y="2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38" name="Freeform 4317">
              <a:extLst>
                <a:ext uri="{FF2B5EF4-FFF2-40B4-BE49-F238E27FC236}">
                  <a16:creationId xmlns:a16="http://schemas.microsoft.com/office/drawing/2014/main" id="{C7FF9044-9D3A-412F-9BCA-8279B4E2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829"/>
              <a:ext cx="15" cy="36"/>
            </a:xfrm>
            <a:custGeom>
              <a:avLst/>
              <a:gdLst>
                <a:gd name="T0" fmla="*/ 15 w 8"/>
                <a:gd name="T1" fmla="*/ 0 h 19"/>
                <a:gd name="T2" fmla="*/ 53 w 8"/>
                <a:gd name="T3" fmla="*/ 1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2" y="0"/>
                  </a:moveTo>
                  <a:cubicBezTo>
                    <a:pt x="0" y="6"/>
                    <a:pt x="1" y="16"/>
                    <a:pt x="8" y="1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39" name="Freeform 4318">
              <a:extLst>
                <a:ext uri="{FF2B5EF4-FFF2-40B4-BE49-F238E27FC236}">
                  <a16:creationId xmlns:a16="http://schemas.microsoft.com/office/drawing/2014/main" id="{73443AD4-9907-4F84-B6F8-50D9F8421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721"/>
              <a:ext cx="28" cy="67"/>
            </a:xfrm>
            <a:custGeom>
              <a:avLst/>
              <a:gdLst>
                <a:gd name="T0" fmla="*/ 0 w 15"/>
                <a:gd name="T1" fmla="*/ 0 h 36"/>
                <a:gd name="T2" fmla="*/ 91 w 15"/>
                <a:gd name="T3" fmla="*/ 23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0" y="0"/>
                  </a:moveTo>
                  <a:cubicBezTo>
                    <a:pt x="11" y="9"/>
                    <a:pt x="15" y="23"/>
                    <a:pt x="14" y="3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40" name="Freeform 4319">
              <a:extLst>
                <a:ext uri="{FF2B5EF4-FFF2-40B4-BE49-F238E27FC236}">
                  <a16:creationId xmlns:a16="http://schemas.microsoft.com/office/drawing/2014/main" id="{E85AD2E5-9023-4C52-9A61-F68DAD2C8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781"/>
              <a:ext cx="30" cy="33"/>
            </a:xfrm>
            <a:custGeom>
              <a:avLst/>
              <a:gdLst>
                <a:gd name="T0" fmla="*/ 0 w 16"/>
                <a:gd name="T1" fmla="*/ 13 h 18"/>
                <a:gd name="T2" fmla="*/ 105 w 16"/>
                <a:gd name="T3" fmla="*/ 1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2"/>
                  </a:moveTo>
                  <a:cubicBezTo>
                    <a:pt x="7" y="0"/>
                    <a:pt x="14" y="13"/>
                    <a:pt x="16" y="1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41" name="Freeform 4320">
              <a:extLst>
                <a:ext uri="{FF2B5EF4-FFF2-40B4-BE49-F238E27FC236}">
                  <a16:creationId xmlns:a16="http://schemas.microsoft.com/office/drawing/2014/main" id="{0B53F97A-958E-484F-B7FF-D2146D96E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809"/>
              <a:ext cx="41" cy="11"/>
            </a:xfrm>
            <a:custGeom>
              <a:avLst/>
              <a:gdLst>
                <a:gd name="T0" fmla="*/ 0 w 22"/>
                <a:gd name="T1" fmla="*/ 37 h 6"/>
                <a:gd name="T2" fmla="*/ 142 w 22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cubicBezTo>
                    <a:pt x="6" y="1"/>
                    <a:pt x="15" y="0"/>
                    <a:pt x="22" y="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42" name="Freeform 4321">
              <a:extLst>
                <a:ext uri="{FF2B5EF4-FFF2-40B4-BE49-F238E27FC236}">
                  <a16:creationId xmlns:a16="http://schemas.microsoft.com/office/drawing/2014/main" id="{CF845193-14B6-4FB4-B7D5-3B528EEE8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856"/>
              <a:ext cx="18" cy="11"/>
            </a:xfrm>
            <a:custGeom>
              <a:avLst/>
              <a:gdLst>
                <a:gd name="T0" fmla="*/ 0 w 10"/>
                <a:gd name="T1" fmla="*/ 0 h 6"/>
                <a:gd name="T2" fmla="*/ 58 w 10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4"/>
                    <a:pt x="6" y="6"/>
                    <a:pt x="10" y="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43" name="Freeform 4322">
              <a:extLst>
                <a:ext uri="{FF2B5EF4-FFF2-40B4-BE49-F238E27FC236}">
                  <a16:creationId xmlns:a16="http://schemas.microsoft.com/office/drawing/2014/main" id="{6637895E-5684-428E-9A5F-BEA534EE9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865"/>
              <a:ext cx="6" cy="19"/>
            </a:xfrm>
            <a:custGeom>
              <a:avLst/>
              <a:gdLst>
                <a:gd name="T0" fmla="*/ 24 w 3"/>
                <a:gd name="T1" fmla="*/ 0 h 10"/>
                <a:gd name="T2" fmla="*/ 0 w 3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1" y="3"/>
                    <a:pt x="0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44" name="Freeform 4323">
              <a:extLst>
                <a:ext uri="{FF2B5EF4-FFF2-40B4-BE49-F238E27FC236}">
                  <a16:creationId xmlns:a16="http://schemas.microsoft.com/office/drawing/2014/main" id="{7200FDA5-778B-4E01-AA48-6EFCD9142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595"/>
              <a:ext cx="30" cy="73"/>
            </a:xfrm>
            <a:custGeom>
              <a:avLst/>
              <a:gdLst>
                <a:gd name="T0" fmla="*/ 8 w 16"/>
                <a:gd name="T1" fmla="*/ 0 h 39"/>
                <a:gd name="T2" fmla="*/ 105 w 16"/>
                <a:gd name="T3" fmla="*/ 256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9">
                  <a:moveTo>
                    <a:pt x="1" y="0"/>
                  </a:moveTo>
                  <a:cubicBezTo>
                    <a:pt x="0" y="12"/>
                    <a:pt x="4" y="33"/>
                    <a:pt x="16" y="3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45" name="Freeform 4324">
              <a:extLst>
                <a:ext uri="{FF2B5EF4-FFF2-40B4-BE49-F238E27FC236}">
                  <a16:creationId xmlns:a16="http://schemas.microsoft.com/office/drawing/2014/main" id="{0BCD73B1-B9DD-4D1B-8291-E1144799A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650"/>
              <a:ext cx="19" cy="48"/>
            </a:xfrm>
            <a:custGeom>
              <a:avLst/>
              <a:gdLst>
                <a:gd name="T0" fmla="*/ 15 w 10"/>
                <a:gd name="T1" fmla="*/ 0 h 26"/>
                <a:gd name="T2" fmla="*/ 68 w 10"/>
                <a:gd name="T3" fmla="*/ 16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2" y="0"/>
                  </a:moveTo>
                  <a:cubicBezTo>
                    <a:pt x="0" y="9"/>
                    <a:pt x="3" y="20"/>
                    <a:pt x="10" y="2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46" name="Freeform 4325">
              <a:extLst>
                <a:ext uri="{FF2B5EF4-FFF2-40B4-BE49-F238E27FC236}">
                  <a16:creationId xmlns:a16="http://schemas.microsoft.com/office/drawing/2014/main" id="{6E0BCE4A-5E9F-4A62-ADE5-83BC8ECA8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560"/>
              <a:ext cx="32" cy="47"/>
            </a:xfrm>
            <a:custGeom>
              <a:avLst/>
              <a:gdLst>
                <a:gd name="T0" fmla="*/ 21 w 17"/>
                <a:gd name="T1" fmla="*/ 0 h 25"/>
                <a:gd name="T2" fmla="*/ 113 w 17"/>
                <a:gd name="T3" fmla="*/ 16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5">
                  <a:moveTo>
                    <a:pt x="3" y="0"/>
                  </a:moveTo>
                  <a:cubicBezTo>
                    <a:pt x="0" y="10"/>
                    <a:pt x="9" y="20"/>
                    <a:pt x="17" y="2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47" name="Freeform 4326">
              <a:extLst>
                <a:ext uri="{FF2B5EF4-FFF2-40B4-BE49-F238E27FC236}">
                  <a16:creationId xmlns:a16="http://schemas.microsoft.com/office/drawing/2014/main" id="{B60FA7DE-C03F-4227-811D-AB91E796D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470"/>
              <a:ext cx="23" cy="45"/>
            </a:xfrm>
            <a:custGeom>
              <a:avLst/>
              <a:gdLst>
                <a:gd name="T0" fmla="*/ 0 w 12"/>
                <a:gd name="T1" fmla="*/ 0 h 24"/>
                <a:gd name="T2" fmla="*/ 69 w 12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9" y="4"/>
                    <a:pt x="12" y="15"/>
                    <a:pt x="10" y="2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48" name="Freeform 4327">
              <a:extLst>
                <a:ext uri="{FF2B5EF4-FFF2-40B4-BE49-F238E27FC236}">
                  <a16:creationId xmlns:a16="http://schemas.microsoft.com/office/drawing/2014/main" id="{1C7F7955-6FD7-4131-8423-523152CB0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509"/>
              <a:ext cx="18" cy="21"/>
            </a:xfrm>
            <a:custGeom>
              <a:avLst/>
              <a:gdLst>
                <a:gd name="T0" fmla="*/ 0 w 10"/>
                <a:gd name="T1" fmla="*/ 0 h 11"/>
                <a:gd name="T2" fmla="*/ 58 w 10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4" y="3"/>
                    <a:pt x="8" y="6"/>
                    <a:pt x="10" y="1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49" name="Freeform 4328">
              <a:extLst>
                <a:ext uri="{FF2B5EF4-FFF2-40B4-BE49-F238E27FC236}">
                  <a16:creationId xmlns:a16="http://schemas.microsoft.com/office/drawing/2014/main" id="{F0129767-5CB4-4343-86E0-0255534B2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423"/>
              <a:ext cx="17" cy="47"/>
            </a:xfrm>
            <a:custGeom>
              <a:avLst/>
              <a:gdLst>
                <a:gd name="T0" fmla="*/ 32 w 9"/>
                <a:gd name="T1" fmla="*/ 0 h 25"/>
                <a:gd name="T2" fmla="*/ 60 w 9"/>
                <a:gd name="T3" fmla="*/ 16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5" y="0"/>
                  </a:moveTo>
                  <a:cubicBezTo>
                    <a:pt x="0" y="8"/>
                    <a:pt x="3" y="19"/>
                    <a:pt x="9" y="2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50" name="Freeform 4329">
              <a:extLst>
                <a:ext uri="{FF2B5EF4-FFF2-40B4-BE49-F238E27FC236}">
                  <a16:creationId xmlns:a16="http://schemas.microsoft.com/office/drawing/2014/main" id="{68DCCAC8-FFEE-4A35-8ED6-E2AAD246C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461"/>
              <a:ext cx="7" cy="30"/>
            </a:xfrm>
            <a:custGeom>
              <a:avLst/>
              <a:gdLst>
                <a:gd name="T0" fmla="*/ 21 w 4"/>
                <a:gd name="T1" fmla="*/ 0 h 16"/>
                <a:gd name="T2" fmla="*/ 12 w 4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0" y="5"/>
                    <a:pt x="0" y="11"/>
                    <a:pt x="2" y="1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51" name="Freeform 4330">
              <a:extLst>
                <a:ext uri="{FF2B5EF4-FFF2-40B4-BE49-F238E27FC236}">
                  <a16:creationId xmlns:a16="http://schemas.microsoft.com/office/drawing/2014/main" id="{9BBA28A8-D95C-47E5-B18F-99D9E1048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610"/>
              <a:ext cx="6" cy="32"/>
            </a:xfrm>
            <a:custGeom>
              <a:avLst/>
              <a:gdLst>
                <a:gd name="T0" fmla="*/ 0 w 3"/>
                <a:gd name="T1" fmla="*/ 0 h 17"/>
                <a:gd name="T2" fmla="*/ 16 w 3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6"/>
                    <a:pt x="3" y="11"/>
                    <a:pt x="2" y="1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52" name="Freeform 4331">
              <a:extLst>
                <a:ext uri="{FF2B5EF4-FFF2-40B4-BE49-F238E27FC236}">
                  <a16:creationId xmlns:a16="http://schemas.microsoft.com/office/drawing/2014/main" id="{B09A6C0E-DD09-4C2E-B18F-AF6FA163C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629"/>
              <a:ext cx="13" cy="8"/>
            </a:xfrm>
            <a:custGeom>
              <a:avLst/>
              <a:gdLst>
                <a:gd name="T0" fmla="*/ 0 w 7"/>
                <a:gd name="T1" fmla="*/ 0 h 4"/>
                <a:gd name="T2" fmla="*/ 45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3" y="0"/>
                    <a:pt x="5" y="1"/>
                    <a:pt x="7" y="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53" name="Freeform 4332">
              <a:extLst>
                <a:ext uri="{FF2B5EF4-FFF2-40B4-BE49-F238E27FC236}">
                  <a16:creationId xmlns:a16="http://schemas.microsoft.com/office/drawing/2014/main" id="{F443C464-CBF2-4B6E-9BFE-DFD6551B8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635"/>
              <a:ext cx="24" cy="37"/>
            </a:xfrm>
            <a:custGeom>
              <a:avLst/>
              <a:gdLst>
                <a:gd name="T0" fmla="*/ 0 w 13"/>
                <a:gd name="T1" fmla="*/ 13 h 20"/>
                <a:gd name="T2" fmla="*/ 76 w 13"/>
                <a:gd name="T3" fmla="*/ 1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2"/>
                  </a:moveTo>
                  <a:cubicBezTo>
                    <a:pt x="10" y="0"/>
                    <a:pt x="13" y="14"/>
                    <a:pt x="12" y="2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54" name="Freeform 4333">
              <a:extLst>
                <a:ext uri="{FF2B5EF4-FFF2-40B4-BE49-F238E27FC236}">
                  <a16:creationId xmlns:a16="http://schemas.microsoft.com/office/drawing/2014/main" id="{9CAB7617-CA44-424F-B283-395F62793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631"/>
              <a:ext cx="12" cy="28"/>
            </a:xfrm>
            <a:custGeom>
              <a:avLst/>
              <a:gdLst>
                <a:gd name="T0" fmla="*/ 0 w 6"/>
                <a:gd name="T1" fmla="*/ 0 h 15"/>
                <a:gd name="T2" fmla="*/ 48 w 6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3" y="5"/>
                    <a:pt x="6" y="9"/>
                    <a:pt x="6" y="1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55" name="Freeform 4334">
              <a:extLst>
                <a:ext uri="{FF2B5EF4-FFF2-40B4-BE49-F238E27FC236}">
                  <a16:creationId xmlns:a16="http://schemas.microsoft.com/office/drawing/2014/main" id="{1888F0E3-3159-4C51-B9AE-F03F73FB7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683"/>
              <a:ext cx="22" cy="30"/>
            </a:xfrm>
            <a:custGeom>
              <a:avLst/>
              <a:gdLst>
                <a:gd name="T0" fmla="*/ 0 w 12"/>
                <a:gd name="T1" fmla="*/ 0 h 16"/>
                <a:gd name="T2" fmla="*/ 73 w 12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2" y="6"/>
                    <a:pt x="4" y="15"/>
                    <a:pt x="12" y="1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56" name="Freeform 4335">
              <a:extLst>
                <a:ext uri="{FF2B5EF4-FFF2-40B4-BE49-F238E27FC236}">
                  <a16:creationId xmlns:a16="http://schemas.microsoft.com/office/drawing/2014/main" id="{889E7152-E0C6-47D2-AC39-2CC911C2C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702"/>
              <a:ext cx="6" cy="30"/>
            </a:xfrm>
            <a:custGeom>
              <a:avLst/>
              <a:gdLst>
                <a:gd name="T0" fmla="*/ 16 w 3"/>
                <a:gd name="T1" fmla="*/ 0 h 16"/>
                <a:gd name="T2" fmla="*/ 24 w 3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2" y="0"/>
                  </a:moveTo>
                  <a:cubicBezTo>
                    <a:pt x="0" y="5"/>
                    <a:pt x="0" y="11"/>
                    <a:pt x="3" y="1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57" name="Freeform 4336">
              <a:extLst>
                <a:ext uri="{FF2B5EF4-FFF2-40B4-BE49-F238E27FC236}">
                  <a16:creationId xmlns:a16="http://schemas.microsoft.com/office/drawing/2014/main" id="{A26EDDFB-8275-4FD2-ADB9-ABAB7EEEF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416"/>
              <a:ext cx="31" cy="54"/>
            </a:xfrm>
            <a:custGeom>
              <a:avLst/>
              <a:gdLst>
                <a:gd name="T0" fmla="*/ 16 w 17"/>
                <a:gd name="T1" fmla="*/ 0 h 29"/>
                <a:gd name="T2" fmla="*/ 104 w 17"/>
                <a:gd name="T3" fmla="*/ 18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9">
                  <a:moveTo>
                    <a:pt x="3" y="0"/>
                  </a:moveTo>
                  <a:cubicBezTo>
                    <a:pt x="0" y="11"/>
                    <a:pt x="5" y="26"/>
                    <a:pt x="17" y="2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58" name="Freeform 4337">
              <a:extLst>
                <a:ext uri="{FF2B5EF4-FFF2-40B4-BE49-F238E27FC236}">
                  <a16:creationId xmlns:a16="http://schemas.microsoft.com/office/drawing/2014/main" id="{DFAA5133-F313-48E3-B070-F24692115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459"/>
              <a:ext cx="14" cy="45"/>
            </a:xfrm>
            <a:custGeom>
              <a:avLst/>
              <a:gdLst>
                <a:gd name="T0" fmla="*/ 16 w 8"/>
                <a:gd name="T1" fmla="*/ 0 h 24"/>
                <a:gd name="T2" fmla="*/ 44 w 8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3" y="0"/>
                  </a:moveTo>
                  <a:cubicBezTo>
                    <a:pt x="0" y="8"/>
                    <a:pt x="2" y="18"/>
                    <a:pt x="8" y="2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59" name="Freeform 4338">
              <a:extLst>
                <a:ext uri="{FF2B5EF4-FFF2-40B4-BE49-F238E27FC236}">
                  <a16:creationId xmlns:a16="http://schemas.microsoft.com/office/drawing/2014/main" id="{5B437FCC-8E1D-4212-9DC1-D3476918C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365"/>
              <a:ext cx="26" cy="40"/>
            </a:xfrm>
            <a:custGeom>
              <a:avLst/>
              <a:gdLst>
                <a:gd name="T0" fmla="*/ 0 w 14"/>
                <a:gd name="T1" fmla="*/ 0 h 21"/>
                <a:gd name="T2" fmla="*/ 89 w 14"/>
                <a:gd name="T3" fmla="*/ 1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0" y="0"/>
                  </a:moveTo>
                  <a:cubicBezTo>
                    <a:pt x="9" y="2"/>
                    <a:pt x="13" y="13"/>
                    <a:pt x="14" y="2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60" name="Freeform 4339">
              <a:extLst>
                <a:ext uri="{FF2B5EF4-FFF2-40B4-BE49-F238E27FC236}">
                  <a16:creationId xmlns:a16="http://schemas.microsoft.com/office/drawing/2014/main" id="{A7B64651-566B-4F46-9960-05B01DEB6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391"/>
              <a:ext cx="26" cy="27"/>
            </a:xfrm>
            <a:custGeom>
              <a:avLst/>
              <a:gdLst>
                <a:gd name="T0" fmla="*/ 0 w 14"/>
                <a:gd name="T1" fmla="*/ 0 h 14"/>
                <a:gd name="T2" fmla="*/ 89 w 14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6" y="0"/>
                    <a:pt x="13" y="8"/>
                    <a:pt x="14" y="1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61" name="Freeform 4340">
              <a:extLst>
                <a:ext uri="{FF2B5EF4-FFF2-40B4-BE49-F238E27FC236}">
                  <a16:creationId xmlns:a16="http://schemas.microsoft.com/office/drawing/2014/main" id="{55630191-20FD-4E57-A947-969C6782C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541"/>
              <a:ext cx="33" cy="39"/>
            </a:xfrm>
            <a:custGeom>
              <a:avLst/>
              <a:gdLst>
                <a:gd name="T0" fmla="*/ 7 w 18"/>
                <a:gd name="T1" fmla="*/ 0 h 21"/>
                <a:gd name="T2" fmla="*/ 112 w 18"/>
                <a:gd name="T3" fmla="*/ 13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1" y="0"/>
                  </a:moveTo>
                  <a:cubicBezTo>
                    <a:pt x="0" y="11"/>
                    <a:pt x="7" y="19"/>
                    <a:pt x="18" y="2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62" name="Freeform 4341">
              <a:extLst>
                <a:ext uri="{FF2B5EF4-FFF2-40B4-BE49-F238E27FC236}">
                  <a16:creationId xmlns:a16="http://schemas.microsoft.com/office/drawing/2014/main" id="{A930E4C7-063B-475B-8CD4-730AEAD7B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569"/>
              <a:ext cx="26" cy="43"/>
            </a:xfrm>
            <a:custGeom>
              <a:avLst/>
              <a:gdLst>
                <a:gd name="T0" fmla="*/ 24 w 14"/>
                <a:gd name="T1" fmla="*/ 0 h 23"/>
                <a:gd name="T2" fmla="*/ 89 w 14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4" y="0"/>
                  </a:moveTo>
                  <a:cubicBezTo>
                    <a:pt x="0" y="8"/>
                    <a:pt x="6" y="21"/>
                    <a:pt x="14" y="2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63" name="Freeform 4342">
              <a:extLst>
                <a:ext uri="{FF2B5EF4-FFF2-40B4-BE49-F238E27FC236}">
                  <a16:creationId xmlns:a16="http://schemas.microsoft.com/office/drawing/2014/main" id="{91A4CFE6-BE6B-4109-80E6-D861D6A42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541"/>
              <a:ext cx="15" cy="26"/>
            </a:xfrm>
            <a:custGeom>
              <a:avLst/>
              <a:gdLst>
                <a:gd name="T0" fmla="*/ 0 w 8"/>
                <a:gd name="T1" fmla="*/ 0 h 14"/>
                <a:gd name="T2" fmla="*/ 53 w 8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7" y="9"/>
                    <a:pt x="8" y="1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64" name="Freeform 4343">
              <a:extLst>
                <a:ext uri="{FF2B5EF4-FFF2-40B4-BE49-F238E27FC236}">
                  <a16:creationId xmlns:a16="http://schemas.microsoft.com/office/drawing/2014/main" id="{6C1E0227-53E9-4A4A-B0C7-B8038652E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556"/>
              <a:ext cx="9" cy="2"/>
            </a:xfrm>
            <a:custGeom>
              <a:avLst/>
              <a:gdLst>
                <a:gd name="T0" fmla="*/ 0 w 5"/>
                <a:gd name="T1" fmla="*/ 8 h 1"/>
                <a:gd name="T2" fmla="*/ 29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65" name="Freeform 4344">
              <a:extLst>
                <a:ext uri="{FF2B5EF4-FFF2-40B4-BE49-F238E27FC236}">
                  <a16:creationId xmlns:a16="http://schemas.microsoft.com/office/drawing/2014/main" id="{03B7A4D1-C4A0-4B4F-ACC7-7061B4284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631"/>
              <a:ext cx="54" cy="32"/>
            </a:xfrm>
            <a:custGeom>
              <a:avLst/>
              <a:gdLst>
                <a:gd name="T0" fmla="*/ 0 w 29"/>
                <a:gd name="T1" fmla="*/ 0 h 17"/>
                <a:gd name="T2" fmla="*/ 188 w 29"/>
                <a:gd name="T3" fmla="*/ 7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cubicBezTo>
                    <a:pt x="7" y="10"/>
                    <a:pt x="17" y="17"/>
                    <a:pt x="29" y="1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66" name="Freeform 4345">
              <a:extLst>
                <a:ext uri="{FF2B5EF4-FFF2-40B4-BE49-F238E27FC236}">
                  <a16:creationId xmlns:a16="http://schemas.microsoft.com/office/drawing/2014/main" id="{E9FDF134-9E01-4905-9D3F-E5E8E45E2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642"/>
              <a:ext cx="17" cy="28"/>
            </a:xfrm>
            <a:custGeom>
              <a:avLst/>
              <a:gdLst>
                <a:gd name="T0" fmla="*/ 0 w 9"/>
                <a:gd name="T1" fmla="*/ 0 h 15"/>
                <a:gd name="T2" fmla="*/ 60 w 9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1" y="6"/>
                    <a:pt x="3" y="14"/>
                    <a:pt x="9" y="1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67" name="Freeform 4346">
              <a:extLst>
                <a:ext uri="{FF2B5EF4-FFF2-40B4-BE49-F238E27FC236}">
                  <a16:creationId xmlns:a16="http://schemas.microsoft.com/office/drawing/2014/main" id="{2CB5EDD9-6A0C-46A5-A096-D4D7E84C1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657"/>
              <a:ext cx="47" cy="26"/>
            </a:xfrm>
            <a:custGeom>
              <a:avLst/>
              <a:gdLst>
                <a:gd name="T0" fmla="*/ 0 w 25"/>
                <a:gd name="T1" fmla="*/ 24 h 14"/>
                <a:gd name="T2" fmla="*/ 165 w 25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4">
                  <a:moveTo>
                    <a:pt x="0" y="4"/>
                  </a:moveTo>
                  <a:cubicBezTo>
                    <a:pt x="12" y="0"/>
                    <a:pt x="19" y="3"/>
                    <a:pt x="25" y="1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68" name="Freeform 4347">
              <a:extLst>
                <a:ext uri="{FF2B5EF4-FFF2-40B4-BE49-F238E27FC236}">
                  <a16:creationId xmlns:a16="http://schemas.microsoft.com/office/drawing/2014/main" id="{1EEF996E-122F-4002-8644-C3F8DC372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680"/>
              <a:ext cx="23" cy="9"/>
            </a:xfrm>
            <a:custGeom>
              <a:avLst/>
              <a:gdLst>
                <a:gd name="T0" fmla="*/ 0 w 12"/>
                <a:gd name="T1" fmla="*/ 29 h 5"/>
                <a:gd name="T2" fmla="*/ 84 w 12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3"/>
                    <a:pt x="9" y="0"/>
                    <a:pt x="12" y="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69" name="Freeform 4348">
              <a:extLst>
                <a:ext uri="{FF2B5EF4-FFF2-40B4-BE49-F238E27FC236}">
                  <a16:creationId xmlns:a16="http://schemas.microsoft.com/office/drawing/2014/main" id="{482D4847-BDF9-4F0D-83BD-E7B74B2CA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717"/>
              <a:ext cx="56" cy="19"/>
            </a:xfrm>
            <a:custGeom>
              <a:avLst/>
              <a:gdLst>
                <a:gd name="T0" fmla="*/ 0 w 30"/>
                <a:gd name="T1" fmla="*/ 0 h 10"/>
                <a:gd name="T2" fmla="*/ 196 w 30"/>
                <a:gd name="T3" fmla="*/ 4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0" y="0"/>
                  </a:moveTo>
                  <a:cubicBezTo>
                    <a:pt x="4" y="9"/>
                    <a:pt x="22" y="10"/>
                    <a:pt x="30" y="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70" name="Freeform 4349">
              <a:extLst>
                <a:ext uri="{FF2B5EF4-FFF2-40B4-BE49-F238E27FC236}">
                  <a16:creationId xmlns:a16="http://schemas.microsoft.com/office/drawing/2014/main" id="{89E8DB7E-7FEA-40F6-8234-674198000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721"/>
              <a:ext cx="18" cy="22"/>
            </a:xfrm>
            <a:custGeom>
              <a:avLst/>
              <a:gdLst>
                <a:gd name="T0" fmla="*/ 0 w 10"/>
                <a:gd name="T1" fmla="*/ 0 h 12"/>
                <a:gd name="T2" fmla="*/ 58 w 10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1" y="6"/>
                    <a:pt x="4" y="12"/>
                    <a:pt x="10" y="1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71" name="Freeform 4350">
              <a:extLst>
                <a:ext uri="{FF2B5EF4-FFF2-40B4-BE49-F238E27FC236}">
                  <a16:creationId xmlns:a16="http://schemas.microsoft.com/office/drawing/2014/main" id="{E7124844-256D-4BBE-8DD7-6AB908C05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784"/>
              <a:ext cx="43" cy="38"/>
            </a:xfrm>
            <a:custGeom>
              <a:avLst/>
              <a:gdLst>
                <a:gd name="T0" fmla="*/ 0 w 23"/>
                <a:gd name="T1" fmla="*/ 0 h 20"/>
                <a:gd name="T2" fmla="*/ 150 w 23"/>
                <a:gd name="T3" fmla="*/ 12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cubicBezTo>
                    <a:pt x="0" y="11"/>
                    <a:pt x="14" y="20"/>
                    <a:pt x="23" y="1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72" name="Freeform 4351">
              <a:extLst>
                <a:ext uri="{FF2B5EF4-FFF2-40B4-BE49-F238E27FC236}">
                  <a16:creationId xmlns:a16="http://schemas.microsoft.com/office/drawing/2014/main" id="{541ECEE4-B307-4BC7-A270-C3CB1DC40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801"/>
              <a:ext cx="38" cy="34"/>
            </a:xfrm>
            <a:custGeom>
              <a:avLst/>
              <a:gdLst>
                <a:gd name="T0" fmla="*/ 0 w 20"/>
                <a:gd name="T1" fmla="*/ 0 h 18"/>
                <a:gd name="T2" fmla="*/ 137 w 20"/>
                <a:gd name="T3" fmla="*/ 11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0" y="12"/>
                    <a:pt x="9" y="18"/>
                    <a:pt x="20" y="1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73" name="Freeform 4352">
              <a:extLst>
                <a:ext uri="{FF2B5EF4-FFF2-40B4-BE49-F238E27FC236}">
                  <a16:creationId xmlns:a16="http://schemas.microsoft.com/office/drawing/2014/main" id="{B6BDD82C-D2D4-47EC-A2EB-5AF96E1D4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807"/>
              <a:ext cx="37" cy="34"/>
            </a:xfrm>
            <a:custGeom>
              <a:avLst/>
              <a:gdLst>
                <a:gd name="T0" fmla="*/ 0 w 20"/>
                <a:gd name="T1" fmla="*/ 15 h 18"/>
                <a:gd name="T2" fmla="*/ 120 w 20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2"/>
                  </a:moveTo>
                  <a:cubicBezTo>
                    <a:pt x="10" y="0"/>
                    <a:pt x="20" y="9"/>
                    <a:pt x="19" y="1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74" name="Freeform 4353">
              <a:extLst>
                <a:ext uri="{FF2B5EF4-FFF2-40B4-BE49-F238E27FC236}">
                  <a16:creationId xmlns:a16="http://schemas.microsoft.com/office/drawing/2014/main" id="{FE2B076D-E92D-4383-8215-30353B9A5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839"/>
              <a:ext cx="26" cy="15"/>
            </a:xfrm>
            <a:custGeom>
              <a:avLst/>
              <a:gdLst>
                <a:gd name="T0" fmla="*/ 0 w 14"/>
                <a:gd name="T1" fmla="*/ 15 h 8"/>
                <a:gd name="T2" fmla="*/ 89 w 14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2"/>
                  </a:moveTo>
                  <a:cubicBezTo>
                    <a:pt x="6" y="0"/>
                    <a:pt x="11" y="3"/>
                    <a:pt x="14" y="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75" name="Freeform 4354">
              <a:extLst>
                <a:ext uri="{FF2B5EF4-FFF2-40B4-BE49-F238E27FC236}">
                  <a16:creationId xmlns:a16="http://schemas.microsoft.com/office/drawing/2014/main" id="{9291F4FC-F9C8-4E02-8A33-093111D3B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867"/>
              <a:ext cx="8" cy="20"/>
            </a:xfrm>
            <a:custGeom>
              <a:avLst/>
              <a:gdLst>
                <a:gd name="T0" fmla="*/ 0 w 4"/>
                <a:gd name="T1" fmla="*/ 0 h 11"/>
                <a:gd name="T2" fmla="*/ 32 w 4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2" y="4"/>
                    <a:pt x="1" y="8"/>
                    <a:pt x="4" y="1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76" name="Freeform 4355">
              <a:extLst>
                <a:ext uri="{FF2B5EF4-FFF2-40B4-BE49-F238E27FC236}">
                  <a16:creationId xmlns:a16="http://schemas.microsoft.com/office/drawing/2014/main" id="{FB7EF1B7-5B28-4D04-8CC8-84986AB88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876"/>
              <a:ext cx="15" cy="6"/>
            </a:xfrm>
            <a:custGeom>
              <a:avLst/>
              <a:gdLst>
                <a:gd name="T0" fmla="*/ 53 w 8"/>
                <a:gd name="T1" fmla="*/ 8 h 3"/>
                <a:gd name="T2" fmla="*/ 0 w 8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1"/>
                  </a:moveTo>
                  <a:cubicBezTo>
                    <a:pt x="5" y="0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77" name="Freeform 4356">
              <a:extLst>
                <a:ext uri="{FF2B5EF4-FFF2-40B4-BE49-F238E27FC236}">
                  <a16:creationId xmlns:a16="http://schemas.microsoft.com/office/drawing/2014/main" id="{DC07534F-BBA9-4F8D-8038-6CD1EC7B3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908"/>
              <a:ext cx="43" cy="26"/>
            </a:xfrm>
            <a:custGeom>
              <a:avLst/>
              <a:gdLst>
                <a:gd name="T0" fmla="*/ 0 w 23"/>
                <a:gd name="T1" fmla="*/ 0 h 14"/>
                <a:gd name="T2" fmla="*/ 150 w 23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4">
                  <a:moveTo>
                    <a:pt x="0" y="0"/>
                  </a:moveTo>
                  <a:cubicBezTo>
                    <a:pt x="2" y="10"/>
                    <a:pt x="14" y="14"/>
                    <a:pt x="23" y="1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78" name="Freeform 4357">
              <a:extLst>
                <a:ext uri="{FF2B5EF4-FFF2-40B4-BE49-F238E27FC236}">
                  <a16:creationId xmlns:a16="http://schemas.microsoft.com/office/drawing/2014/main" id="{4F5508DA-D0E8-449E-B93D-C0816733E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927"/>
              <a:ext cx="22" cy="37"/>
            </a:xfrm>
            <a:custGeom>
              <a:avLst/>
              <a:gdLst>
                <a:gd name="T0" fmla="*/ 13 w 12"/>
                <a:gd name="T1" fmla="*/ 0 h 20"/>
                <a:gd name="T2" fmla="*/ 73 w 12"/>
                <a:gd name="T3" fmla="*/ 1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2" y="0"/>
                  </a:moveTo>
                  <a:cubicBezTo>
                    <a:pt x="0" y="9"/>
                    <a:pt x="5" y="15"/>
                    <a:pt x="12" y="2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79" name="Freeform 4358">
              <a:extLst>
                <a:ext uri="{FF2B5EF4-FFF2-40B4-BE49-F238E27FC236}">
                  <a16:creationId xmlns:a16="http://schemas.microsoft.com/office/drawing/2014/main" id="{7485D619-67A0-4E9A-B21A-95937CB49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940"/>
              <a:ext cx="28" cy="47"/>
            </a:xfrm>
            <a:custGeom>
              <a:avLst/>
              <a:gdLst>
                <a:gd name="T0" fmla="*/ 0 w 15"/>
                <a:gd name="T1" fmla="*/ 0 h 25"/>
                <a:gd name="T2" fmla="*/ 91 w 15"/>
                <a:gd name="T3" fmla="*/ 16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8" y="5"/>
                    <a:pt x="15" y="16"/>
                    <a:pt x="14" y="2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80" name="Freeform 4359">
              <a:extLst>
                <a:ext uri="{FF2B5EF4-FFF2-40B4-BE49-F238E27FC236}">
                  <a16:creationId xmlns:a16="http://schemas.microsoft.com/office/drawing/2014/main" id="{A318FAE7-C51B-4349-895C-0D6CAE98D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983"/>
              <a:ext cx="29" cy="24"/>
            </a:xfrm>
            <a:custGeom>
              <a:avLst/>
              <a:gdLst>
                <a:gd name="T0" fmla="*/ 0 w 15"/>
                <a:gd name="T1" fmla="*/ 13 h 13"/>
                <a:gd name="T2" fmla="*/ 108 w 15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2"/>
                  </a:moveTo>
                  <a:cubicBezTo>
                    <a:pt x="7" y="0"/>
                    <a:pt x="13" y="7"/>
                    <a:pt x="15" y="1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81" name="Freeform 4360">
              <a:extLst>
                <a:ext uri="{FF2B5EF4-FFF2-40B4-BE49-F238E27FC236}">
                  <a16:creationId xmlns:a16="http://schemas.microsoft.com/office/drawing/2014/main" id="{B3BCC22B-795E-4763-AA3D-98F4FD46D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998"/>
              <a:ext cx="47" cy="34"/>
            </a:xfrm>
            <a:custGeom>
              <a:avLst/>
              <a:gdLst>
                <a:gd name="T0" fmla="*/ 0 w 25"/>
                <a:gd name="T1" fmla="*/ 53 h 18"/>
                <a:gd name="T2" fmla="*/ 165 w 25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8"/>
                  </a:moveTo>
                  <a:cubicBezTo>
                    <a:pt x="11" y="0"/>
                    <a:pt x="18" y="11"/>
                    <a:pt x="25" y="1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82" name="Freeform 4361">
              <a:extLst>
                <a:ext uri="{FF2B5EF4-FFF2-40B4-BE49-F238E27FC236}">
                  <a16:creationId xmlns:a16="http://schemas.microsoft.com/office/drawing/2014/main" id="{285CD0CA-6BDB-4042-B9E4-63A7B06DD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3043"/>
              <a:ext cx="24" cy="41"/>
            </a:xfrm>
            <a:custGeom>
              <a:avLst/>
              <a:gdLst>
                <a:gd name="T0" fmla="*/ 0 w 13"/>
                <a:gd name="T1" fmla="*/ 0 h 22"/>
                <a:gd name="T2" fmla="*/ 81 w 13"/>
                <a:gd name="T3" fmla="*/ 14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0" y="9"/>
                    <a:pt x="6" y="18"/>
                    <a:pt x="13" y="2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83" name="Freeform 4362">
              <a:extLst>
                <a:ext uri="{FF2B5EF4-FFF2-40B4-BE49-F238E27FC236}">
                  <a16:creationId xmlns:a16="http://schemas.microsoft.com/office/drawing/2014/main" id="{EF466549-3BFB-45AB-8FD3-52FD19AB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073"/>
              <a:ext cx="15" cy="41"/>
            </a:xfrm>
            <a:custGeom>
              <a:avLst/>
              <a:gdLst>
                <a:gd name="T0" fmla="*/ 15 w 8"/>
                <a:gd name="T1" fmla="*/ 0 h 22"/>
                <a:gd name="T2" fmla="*/ 53 w 8"/>
                <a:gd name="T3" fmla="*/ 14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2" y="0"/>
                  </a:moveTo>
                  <a:cubicBezTo>
                    <a:pt x="0" y="8"/>
                    <a:pt x="1" y="17"/>
                    <a:pt x="8" y="2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84" name="Freeform 4363">
              <a:extLst>
                <a:ext uri="{FF2B5EF4-FFF2-40B4-BE49-F238E27FC236}">
                  <a16:creationId xmlns:a16="http://schemas.microsoft.com/office/drawing/2014/main" id="{B587BE6E-0567-4CF5-9E08-8957AB18D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075"/>
              <a:ext cx="30" cy="43"/>
            </a:xfrm>
            <a:custGeom>
              <a:avLst/>
              <a:gdLst>
                <a:gd name="T0" fmla="*/ 0 w 16"/>
                <a:gd name="T1" fmla="*/ 0 h 23"/>
                <a:gd name="T2" fmla="*/ 105 w 16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cubicBezTo>
                    <a:pt x="7" y="7"/>
                    <a:pt x="15" y="13"/>
                    <a:pt x="16" y="2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85" name="Freeform 4364">
              <a:extLst>
                <a:ext uri="{FF2B5EF4-FFF2-40B4-BE49-F238E27FC236}">
                  <a16:creationId xmlns:a16="http://schemas.microsoft.com/office/drawing/2014/main" id="{CD2BD3DF-8A4B-44F5-987E-E46151B41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116"/>
              <a:ext cx="35" cy="26"/>
            </a:xfrm>
            <a:custGeom>
              <a:avLst/>
              <a:gdLst>
                <a:gd name="T0" fmla="*/ 0 w 19"/>
                <a:gd name="T1" fmla="*/ 7 h 14"/>
                <a:gd name="T2" fmla="*/ 118 w 19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4">
                  <a:moveTo>
                    <a:pt x="0" y="1"/>
                  </a:moveTo>
                  <a:cubicBezTo>
                    <a:pt x="9" y="0"/>
                    <a:pt x="17" y="6"/>
                    <a:pt x="19" y="1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86" name="Freeform 4365">
              <a:extLst>
                <a:ext uri="{FF2B5EF4-FFF2-40B4-BE49-F238E27FC236}">
                  <a16:creationId xmlns:a16="http://schemas.microsoft.com/office/drawing/2014/main" id="{B8DBE11A-8921-46A1-9FBD-57F50E57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155"/>
              <a:ext cx="34" cy="47"/>
            </a:xfrm>
            <a:custGeom>
              <a:avLst/>
              <a:gdLst>
                <a:gd name="T0" fmla="*/ 8 w 18"/>
                <a:gd name="T1" fmla="*/ 0 h 25"/>
                <a:gd name="T2" fmla="*/ 121 w 18"/>
                <a:gd name="T3" fmla="*/ 16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5">
                  <a:moveTo>
                    <a:pt x="1" y="0"/>
                  </a:moveTo>
                  <a:cubicBezTo>
                    <a:pt x="0" y="11"/>
                    <a:pt x="9" y="19"/>
                    <a:pt x="18" y="2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87" name="Freeform 4366">
              <a:extLst>
                <a:ext uri="{FF2B5EF4-FFF2-40B4-BE49-F238E27FC236}">
                  <a16:creationId xmlns:a16="http://schemas.microsoft.com/office/drawing/2014/main" id="{AD6EEB7D-8130-467A-B1AD-C15EABDA5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189"/>
              <a:ext cx="23" cy="33"/>
            </a:xfrm>
            <a:custGeom>
              <a:avLst/>
              <a:gdLst>
                <a:gd name="T0" fmla="*/ 29 w 12"/>
                <a:gd name="T1" fmla="*/ 0 h 18"/>
                <a:gd name="T2" fmla="*/ 84 w 12"/>
                <a:gd name="T3" fmla="*/ 1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4" y="0"/>
                  </a:moveTo>
                  <a:cubicBezTo>
                    <a:pt x="0" y="7"/>
                    <a:pt x="6" y="15"/>
                    <a:pt x="12" y="1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88" name="Freeform 4367">
              <a:extLst>
                <a:ext uri="{FF2B5EF4-FFF2-40B4-BE49-F238E27FC236}">
                  <a16:creationId xmlns:a16="http://schemas.microsoft.com/office/drawing/2014/main" id="{0D97AE14-06AE-454D-B355-01AEE60F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867"/>
              <a:ext cx="36" cy="49"/>
            </a:xfrm>
            <a:custGeom>
              <a:avLst/>
              <a:gdLst>
                <a:gd name="T0" fmla="*/ 129 w 19"/>
                <a:gd name="T1" fmla="*/ 0 h 26"/>
                <a:gd name="T2" fmla="*/ 40 w 19"/>
                <a:gd name="T3" fmla="*/ 17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11" y="5"/>
                    <a:pt x="0" y="17"/>
                    <a:pt x="6" y="2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89" name="Freeform 4368">
              <a:extLst>
                <a:ext uri="{FF2B5EF4-FFF2-40B4-BE49-F238E27FC236}">
                  <a16:creationId xmlns:a16="http://schemas.microsoft.com/office/drawing/2014/main" id="{564023C7-761D-4009-B203-572FEA53B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914"/>
              <a:ext cx="26" cy="41"/>
            </a:xfrm>
            <a:custGeom>
              <a:avLst/>
              <a:gdLst>
                <a:gd name="T0" fmla="*/ 89 w 14"/>
                <a:gd name="T1" fmla="*/ 0 h 22"/>
                <a:gd name="T2" fmla="*/ 0 w 14"/>
                <a:gd name="T3" fmla="*/ 14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cubicBezTo>
                    <a:pt x="5" y="1"/>
                    <a:pt x="0" y="15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90" name="Freeform 4369">
              <a:extLst>
                <a:ext uri="{FF2B5EF4-FFF2-40B4-BE49-F238E27FC236}">
                  <a16:creationId xmlns:a16="http://schemas.microsoft.com/office/drawing/2014/main" id="{485D7DD7-0A2A-4674-8BE5-28F4F552E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37"/>
              <a:ext cx="17" cy="47"/>
            </a:xfrm>
            <a:custGeom>
              <a:avLst/>
              <a:gdLst>
                <a:gd name="T0" fmla="*/ 21 w 9"/>
                <a:gd name="T1" fmla="*/ 165 h 25"/>
                <a:gd name="T2" fmla="*/ 60 w 9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3" y="25"/>
                  </a:moveTo>
                  <a:cubicBezTo>
                    <a:pt x="0" y="17"/>
                    <a:pt x="1" y="5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91" name="Freeform 4370">
              <a:extLst>
                <a:ext uri="{FF2B5EF4-FFF2-40B4-BE49-F238E27FC236}">
                  <a16:creationId xmlns:a16="http://schemas.microsoft.com/office/drawing/2014/main" id="{4B076615-81E2-4D98-B824-5F715C728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951"/>
              <a:ext cx="17" cy="24"/>
            </a:xfrm>
            <a:custGeom>
              <a:avLst/>
              <a:gdLst>
                <a:gd name="T0" fmla="*/ 0 w 9"/>
                <a:gd name="T1" fmla="*/ 0 h 13"/>
                <a:gd name="T2" fmla="*/ 60 w 9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0" y="6"/>
                    <a:pt x="4" y="12"/>
                    <a:pt x="9" y="1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92" name="Freeform 4371">
              <a:extLst>
                <a:ext uri="{FF2B5EF4-FFF2-40B4-BE49-F238E27FC236}">
                  <a16:creationId xmlns:a16="http://schemas.microsoft.com/office/drawing/2014/main" id="{14B3AEC7-3084-413C-B594-025534E0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968"/>
              <a:ext cx="7" cy="28"/>
            </a:xfrm>
            <a:custGeom>
              <a:avLst/>
              <a:gdLst>
                <a:gd name="T0" fmla="*/ 12 w 4"/>
                <a:gd name="T1" fmla="*/ 0 h 15"/>
                <a:gd name="T2" fmla="*/ 21 w 4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2" y="0"/>
                  </a:moveTo>
                  <a:cubicBezTo>
                    <a:pt x="0" y="5"/>
                    <a:pt x="2" y="10"/>
                    <a:pt x="4" y="1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93" name="Freeform 4372">
              <a:extLst>
                <a:ext uri="{FF2B5EF4-FFF2-40B4-BE49-F238E27FC236}">
                  <a16:creationId xmlns:a16="http://schemas.microsoft.com/office/drawing/2014/main" id="{BB6CC8A5-20FD-449B-9F01-0DBC7EA7D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003"/>
              <a:ext cx="40" cy="58"/>
            </a:xfrm>
            <a:custGeom>
              <a:avLst/>
              <a:gdLst>
                <a:gd name="T0" fmla="*/ 40 w 21"/>
                <a:gd name="T1" fmla="*/ 0 h 31"/>
                <a:gd name="T2" fmla="*/ 145 w 21"/>
                <a:gd name="T3" fmla="*/ 20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1">
                  <a:moveTo>
                    <a:pt x="6" y="0"/>
                  </a:moveTo>
                  <a:cubicBezTo>
                    <a:pt x="0" y="12"/>
                    <a:pt x="10" y="28"/>
                    <a:pt x="21" y="3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94" name="Freeform 4373">
              <a:extLst>
                <a:ext uri="{FF2B5EF4-FFF2-40B4-BE49-F238E27FC236}">
                  <a16:creationId xmlns:a16="http://schemas.microsoft.com/office/drawing/2014/main" id="{C33C634F-D5AF-4788-B60D-493890050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3052"/>
              <a:ext cx="17" cy="49"/>
            </a:xfrm>
            <a:custGeom>
              <a:avLst/>
              <a:gdLst>
                <a:gd name="T0" fmla="*/ 21 w 9"/>
                <a:gd name="T1" fmla="*/ 0 h 26"/>
                <a:gd name="T2" fmla="*/ 60 w 9"/>
                <a:gd name="T3" fmla="*/ 17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3" y="0"/>
                  </a:moveTo>
                  <a:cubicBezTo>
                    <a:pt x="0" y="8"/>
                    <a:pt x="1" y="21"/>
                    <a:pt x="9" y="2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95" name="Freeform 4374">
              <a:extLst>
                <a:ext uri="{FF2B5EF4-FFF2-40B4-BE49-F238E27FC236}">
                  <a16:creationId xmlns:a16="http://schemas.microsoft.com/office/drawing/2014/main" id="{588C9590-2ABD-4EA0-A1C6-5D6743D61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3032"/>
              <a:ext cx="13" cy="28"/>
            </a:xfrm>
            <a:custGeom>
              <a:avLst/>
              <a:gdLst>
                <a:gd name="T0" fmla="*/ 0 w 7"/>
                <a:gd name="T1" fmla="*/ 0 h 15"/>
                <a:gd name="T2" fmla="*/ 37 w 7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3" y="5"/>
                    <a:pt x="7" y="9"/>
                    <a:pt x="6" y="1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96" name="Freeform 4375">
              <a:extLst>
                <a:ext uri="{FF2B5EF4-FFF2-40B4-BE49-F238E27FC236}">
                  <a16:creationId xmlns:a16="http://schemas.microsoft.com/office/drawing/2014/main" id="{E5B158DE-0955-4040-81F9-D8E1B24F2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035"/>
              <a:ext cx="9" cy="15"/>
            </a:xfrm>
            <a:custGeom>
              <a:avLst/>
              <a:gdLst>
                <a:gd name="T0" fmla="*/ 0 w 5"/>
                <a:gd name="T1" fmla="*/ 53 h 8"/>
                <a:gd name="T2" fmla="*/ 29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3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97" name="Freeform 4376">
              <a:extLst>
                <a:ext uri="{FF2B5EF4-FFF2-40B4-BE49-F238E27FC236}">
                  <a16:creationId xmlns:a16="http://schemas.microsoft.com/office/drawing/2014/main" id="{CB406EE5-9DE3-4A1F-82AE-EAE30995E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3193"/>
              <a:ext cx="18" cy="56"/>
            </a:xfrm>
            <a:custGeom>
              <a:avLst/>
              <a:gdLst>
                <a:gd name="T0" fmla="*/ 58 w 10"/>
                <a:gd name="T1" fmla="*/ 0 h 30"/>
                <a:gd name="T2" fmla="*/ 41 w 10"/>
                <a:gd name="T3" fmla="*/ 19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0" y="7"/>
                    <a:pt x="1" y="20"/>
                    <a:pt x="7" y="3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98" name="Freeform 4377">
              <a:extLst>
                <a:ext uri="{FF2B5EF4-FFF2-40B4-BE49-F238E27FC236}">
                  <a16:creationId xmlns:a16="http://schemas.microsoft.com/office/drawing/2014/main" id="{54DF5D2F-E613-4C55-81DF-B7ABF04C6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239"/>
              <a:ext cx="20" cy="51"/>
            </a:xfrm>
            <a:custGeom>
              <a:avLst/>
              <a:gdLst>
                <a:gd name="T0" fmla="*/ 65 w 11"/>
                <a:gd name="T1" fmla="*/ 0 h 27"/>
                <a:gd name="T2" fmla="*/ 24 w 11"/>
                <a:gd name="T3" fmla="*/ 1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1" y="0"/>
                  </a:moveTo>
                  <a:cubicBezTo>
                    <a:pt x="0" y="3"/>
                    <a:pt x="4" y="19"/>
                    <a:pt x="4" y="2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99" name="Freeform 4378">
              <a:extLst>
                <a:ext uri="{FF2B5EF4-FFF2-40B4-BE49-F238E27FC236}">
                  <a16:creationId xmlns:a16="http://schemas.microsoft.com/office/drawing/2014/main" id="{745ADC9C-8A0A-41E0-B969-100A9B02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312"/>
              <a:ext cx="24" cy="56"/>
            </a:xfrm>
            <a:custGeom>
              <a:avLst/>
              <a:gdLst>
                <a:gd name="T0" fmla="*/ 20 w 13"/>
                <a:gd name="T1" fmla="*/ 0 h 30"/>
                <a:gd name="T2" fmla="*/ 81 w 13"/>
                <a:gd name="T3" fmla="*/ 19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">
                  <a:moveTo>
                    <a:pt x="3" y="0"/>
                  </a:moveTo>
                  <a:cubicBezTo>
                    <a:pt x="0" y="9"/>
                    <a:pt x="4" y="26"/>
                    <a:pt x="13" y="3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00" name="Freeform 4379">
              <a:extLst>
                <a:ext uri="{FF2B5EF4-FFF2-40B4-BE49-F238E27FC236}">
                  <a16:creationId xmlns:a16="http://schemas.microsoft.com/office/drawing/2014/main" id="{1E96AA4D-F0B6-4E5F-BC67-EA7D32CFD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353"/>
              <a:ext cx="19" cy="57"/>
            </a:xfrm>
            <a:custGeom>
              <a:avLst/>
              <a:gdLst>
                <a:gd name="T0" fmla="*/ 36 w 10"/>
                <a:gd name="T1" fmla="*/ 0 h 30"/>
                <a:gd name="T2" fmla="*/ 68 w 10"/>
                <a:gd name="T3" fmla="*/ 20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0">
                  <a:moveTo>
                    <a:pt x="5" y="0"/>
                  </a:moveTo>
                  <a:cubicBezTo>
                    <a:pt x="0" y="9"/>
                    <a:pt x="5" y="22"/>
                    <a:pt x="10" y="3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01" name="Freeform 4380">
              <a:extLst>
                <a:ext uri="{FF2B5EF4-FFF2-40B4-BE49-F238E27FC236}">
                  <a16:creationId xmlns:a16="http://schemas.microsoft.com/office/drawing/2014/main" id="{0A240E55-D6FF-4764-97DF-CBF279CF1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342"/>
              <a:ext cx="5" cy="19"/>
            </a:xfrm>
            <a:custGeom>
              <a:avLst/>
              <a:gdLst>
                <a:gd name="T0" fmla="*/ 0 w 3"/>
                <a:gd name="T1" fmla="*/ 0 h 10"/>
                <a:gd name="T2" fmla="*/ 13 w 3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2" y="3"/>
                    <a:pt x="3" y="6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02" name="Freeform 4381">
              <a:extLst>
                <a:ext uri="{FF2B5EF4-FFF2-40B4-BE49-F238E27FC236}">
                  <a16:creationId xmlns:a16="http://schemas.microsoft.com/office/drawing/2014/main" id="{57E3C500-7F97-417A-BCED-02C35C7B6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3337"/>
              <a:ext cx="8" cy="13"/>
            </a:xfrm>
            <a:custGeom>
              <a:avLst/>
              <a:gdLst>
                <a:gd name="T0" fmla="*/ 0 w 4"/>
                <a:gd name="T1" fmla="*/ 45 h 7"/>
                <a:gd name="T2" fmla="*/ 32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3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03" name="Freeform 4382">
              <a:extLst>
                <a:ext uri="{FF2B5EF4-FFF2-40B4-BE49-F238E27FC236}">
                  <a16:creationId xmlns:a16="http://schemas.microsoft.com/office/drawing/2014/main" id="{DE993B70-BECF-4B88-9ABC-AAA507393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234"/>
              <a:ext cx="12" cy="17"/>
            </a:xfrm>
            <a:custGeom>
              <a:avLst/>
              <a:gdLst>
                <a:gd name="T0" fmla="*/ 0 w 6"/>
                <a:gd name="T1" fmla="*/ 0 h 9"/>
                <a:gd name="T2" fmla="*/ 48 w 6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4" y="1"/>
                    <a:pt x="6" y="5"/>
                    <a:pt x="6" y="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04" name="Freeform 4383">
              <a:extLst>
                <a:ext uri="{FF2B5EF4-FFF2-40B4-BE49-F238E27FC236}">
                  <a16:creationId xmlns:a16="http://schemas.microsoft.com/office/drawing/2014/main" id="{559B35AA-6885-4454-87C3-C00610120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236"/>
              <a:ext cx="7" cy="5"/>
            </a:xfrm>
            <a:custGeom>
              <a:avLst/>
              <a:gdLst>
                <a:gd name="T0" fmla="*/ 0 w 4"/>
                <a:gd name="T1" fmla="*/ 13 h 3"/>
                <a:gd name="T2" fmla="*/ 21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05" name="Freeform 4384">
              <a:extLst>
                <a:ext uri="{FF2B5EF4-FFF2-40B4-BE49-F238E27FC236}">
                  <a16:creationId xmlns:a16="http://schemas.microsoft.com/office/drawing/2014/main" id="{C9B9B1FF-AA1F-4C2C-8367-0924710F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103"/>
              <a:ext cx="15" cy="52"/>
            </a:xfrm>
            <a:custGeom>
              <a:avLst/>
              <a:gdLst>
                <a:gd name="T0" fmla="*/ 15 w 8"/>
                <a:gd name="T1" fmla="*/ 0 h 28"/>
                <a:gd name="T2" fmla="*/ 0 w 8"/>
                <a:gd name="T3" fmla="*/ 18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2" y="0"/>
                  </a:moveTo>
                  <a:cubicBezTo>
                    <a:pt x="7" y="9"/>
                    <a:pt x="8" y="21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06" name="Freeform 4385">
              <a:extLst>
                <a:ext uri="{FF2B5EF4-FFF2-40B4-BE49-F238E27FC236}">
                  <a16:creationId xmlns:a16="http://schemas.microsoft.com/office/drawing/2014/main" id="{C7AE875D-44FA-48EC-9984-045625C6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075"/>
              <a:ext cx="22" cy="50"/>
            </a:xfrm>
            <a:custGeom>
              <a:avLst/>
              <a:gdLst>
                <a:gd name="T0" fmla="*/ 51 w 12"/>
                <a:gd name="T1" fmla="*/ 0 h 27"/>
                <a:gd name="T2" fmla="*/ 0 w 12"/>
                <a:gd name="T3" fmla="*/ 17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8" y="0"/>
                  </a:moveTo>
                  <a:cubicBezTo>
                    <a:pt x="12" y="11"/>
                    <a:pt x="7" y="18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07" name="Freeform 4386">
              <a:extLst>
                <a:ext uri="{FF2B5EF4-FFF2-40B4-BE49-F238E27FC236}">
                  <a16:creationId xmlns:a16="http://schemas.microsoft.com/office/drawing/2014/main" id="{2979517F-6EFE-43F2-BEC3-51572F7C6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116"/>
              <a:ext cx="19" cy="20"/>
            </a:xfrm>
            <a:custGeom>
              <a:avLst/>
              <a:gdLst>
                <a:gd name="T0" fmla="*/ 0 w 10"/>
                <a:gd name="T1" fmla="*/ 0 h 11"/>
                <a:gd name="T2" fmla="*/ 68 w 10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0" y="6"/>
                    <a:pt x="3" y="11"/>
                    <a:pt x="10" y="1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08" name="Freeform 4387">
              <a:extLst>
                <a:ext uri="{FF2B5EF4-FFF2-40B4-BE49-F238E27FC236}">
                  <a16:creationId xmlns:a16="http://schemas.microsoft.com/office/drawing/2014/main" id="{E30CD321-29F4-4693-9273-13C1C213E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3129"/>
              <a:ext cx="7" cy="24"/>
            </a:xfrm>
            <a:custGeom>
              <a:avLst/>
              <a:gdLst>
                <a:gd name="T0" fmla="*/ 21 w 4"/>
                <a:gd name="T1" fmla="*/ 0 h 13"/>
                <a:gd name="T2" fmla="*/ 21 w 4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0" y="4"/>
                    <a:pt x="2" y="9"/>
                    <a:pt x="4" y="1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09" name="Freeform 4388">
              <a:extLst>
                <a:ext uri="{FF2B5EF4-FFF2-40B4-BE49-F238E27FC236}">
                  <a16:creationId xmlns:a16="http://schemas.microsoft.com/office/drawing/2014/main" id="{2D845BF0-5C5F-46CC-8175-E47841778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814"/>
              <a:ext cx="62" cy="27"/>
            </a:xfrm>
            <a:custGeom>
              <a:avLst/>
              <a:gdLst>
                <a:gd name="T0" fmla="*/ 0 w 33"/>
                <a:gd name="T1" fmla="*/ 85 h 14"/>
                <a:gd name="T2" fmla="*/ 218 w 33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4">
                  <a:moveTo>
                    <a:pt x="0" y="12"/>
                  </a:moveTo>
                  <a:cubicBezTo>
                    <a:pt x="8" y="0"/>
                    <a:pt x="26" y="3"/>
                    <a:pt x="33" y="1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10" name="Freeform 4389">
              <a:extLst>
                <a:ext uri="{FF2B5EF4-FFF2-40B4-BE49-F238E27FC236}">
                  <a16:creationId xmlns:a16="http://schemas.microsoft.com/office/drawing/2014/main" id="{854F88F2-4995-42AD-A2A4-BF4FC2026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831"/>
              <a:ext cx="34" cy="21"/>
            </a:xfrm>
            <a:custGeom>
              <a:avLst/>
              <a:gdLst>
                <a:gd name="T0" fmla="*/ 0 w 18"/>
                <a:gd name="T1" fmla="*/ 76 h 11"/>
                <a:gd name="T2" fmla="*/ 121 w 18"/>
                <a:gd name="T3" fmla="*/ 3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5" y="4"/>
                    <a:pt x="11" y="0"/>
                    <a:pt x="18" y="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11" name="Freeform 4390">
              <a:extLst>
                <a:ext uri="{FF2B5EF4-FFF2-40B4-BE49-F238E27FC236}">
                  <a16:creationId xmlns:a16="http://schemas.microsoft.com/office/drawing/2014/main" id="{EE375251-93BF-429D-BC68-A7FDA213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878"/>
              <a:ext cx="37" cy="15"/>
            </a:xfrm>
            <a:custGeom>
              <a:avLst/>
              <a:gdLst>
                <a:gd name="T0" fmla="*/ 0 w 20"/>
                <a:gd name="T1" fmla="*/ 0 h 8"/>
                <a:gd name="T2" fmla="*/ 126 w 20"/>
                <a:gd name="T3" fmla="*/ 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4" y="8"/>
                    <a:pt x="13" y="6"/>
                    <a:pt x="20" y="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12" name="Freeform 4391">
              <a:extLst>
                <a:ext uri="{FF2B5EF4-FFF2-40B4-BE49-F238E27FC236}">
                  <a16:creationId xmlns:a16="http://schemas.microsoft.com/office/drawing/2014/main" id="{90190B83-1EC1-466B-AFD9-29CE33A7C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876"/>
              <a:ext cx="17" cy="13"/>
            </a:xfrm>
            <a:custGeom>
              <a:avLst/>
              <a:gdLst>
                <a:gd name="T0" fmla="*/ 0 w 9"/>
                <a:gd name="T1" fmla="*/ 0 h 7"/>
                <a:gd name="T2" fmla="*/ 60 w 9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2" y="4"/>
                    <a:pt x="4" y="7"/>
                    <a:pt x="9" y="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13" name="Freeform 4392">
              <a:extLst>
                <a:ext uri="{FF2B5EF4-FFF2-40B4-BE49-F238E27FC236}">
                  <a16:creationId xmlns:a16="http://schemas.microsoft.com/office/drawing/2014/main" id="{BD7146F2-55CA-4291-A204-E0A666740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872"/>
              <a:ext cx="36" cy="23"/>
            </a:xfrm>
            <a:custGeom>
              <a:avLst/>
              <a:gdLst>
                <a:gd name="T0" fmla="*/ 8 w 19"/>
                <a:gd name="T1" fmla="*/ 0 h 12"/>
                <a:gd name="T2" fmla="*/ 129 w 19"/>
                <a:gd name="T3" fmla="*/ 7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1" y="0"/>
                  </a:moveTo>
                  <a:cubicBezTo>
                    <a:pt x="0" y="9"/>
                    <a:pt x="12" y="12"/>
                    <a:pt x="19" y="1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14" name="Freeform 4393">
              <a:extLst>
                <a:ext uri="{FF2B5EF4-FFF2-40B4-BE49-F238E27FC236}">
                  <a16:creationId xmlns:a16="http://schemas.microsoft.com/office/drawing/2014/main" id="{9ACBF8D0-940E-4BBF-B508-0C3231D0F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886"/>
              <a:ext cx="15" cy="20"/>
            </a:xfrm>
            <a:custGeom>
              <a:avLst/>
              <a:gdLst>
                <a:gd name="T0" fmla="*/ 15 w 8"/>
                <a:gd name="T1" fmla="*/ 0 h 11"/>
                <a:gd name="T2" fmla="*/ 53 w 8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0" y="5"/>
                    <a:pt x="4" y="10"/>
                    <a:pt x="8" y="1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15" name="Freeform 4394">
              <a:extLst>
                <a:ext uri="{FF2B5EF4-FFF2-40B4-BE49-F238E27FC236}">
                  <a16:creationId xmlns:a16="http://schemas.microsoft.com/office/drawing/2014/main" id="{BBE086CA-FE21-4CCE-BA7F-66ACAC5C9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29"/>
              <a:ext cx="45" cy="30"/>
            </a:xfrm>
            <a:custGeom>
              <a:avLst/>
              <a:gdLst>
                <a:gd name="T0" fmla="*/ 0 w 24"/>
                <a:gd name="T1" fmla="*/ 32 h 16"/>
                <a:gd name="T2" fmla="*/ 158 w 24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5"/>
                  </a:moveTo>
                  <a:cubicBezTo>
                    <a:pt x="11" y="0"/>
                    <a:pt x="18" y="8"/>
                    <a:pt x="24" y="1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16" name="Freeform 4395">
              <a:extLst>
                <a:ext uri="{FF2B5EF4-FFF2-40B4-BE49-F238E27FC236}">
                  <a16:creationId xmlns:a16="http://schemas.microsoft.com/office/drawing/2014/main" id="{F916EDDE-E5F6-47D6-AB6D-6F808F442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957"/>
              <a:ext cx="28" cy="9"/>
            </a:xfrm>
            <a:custGeom>
              <a:avLst/>
              <a:gdLst>
                <a:gd name="T0" fmla="*/ 0 w 15"/>
                <a:gd name="T1" fmla="*/ 23 h 5"/>
                <a:gd name="T2" fmla="*/ 97 w 1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4"/>
                  </a:moveTo>
                  <a:cubicBezTo>
                    <a:pt x="5" y="0"/>
                    <a:pt x="10" y="2"/>
                    <a:pt x="15" y="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17" name="Freeform 4396">
              <a:extLst>
                <a:ext uri="{FF2B5EF4-FFF2-40B4-BE49-F238E27FC236}">
                  <a16:creationId xmlns:a16="http://schemas.microsoft.com/office/drawing/2014/main" id="{009DA747-D115-415C-A824-384EA1D65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990"/>
              <a:ext cx="30" cy="15"/>
            </a:xfrm>
            <a:custGeom>
              <a:avLst/>
              <a:gdLst>
                <a:gd name="T0" fmla="*/ 0 w 16"/>
                <a:gd name="T1" fmla="*/ 0 h 8"/>
                <a:gd name="T2" fmla="*/ 105 w 16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4" y="7"/>
                    <a:pt x="10" y="5"/>
                    <a:pt x="16" y="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18" name="Freeform 4397">
              <a:extLst>
                <a:ext uri="{FF2B5EF4-FFF2-40B4-BE49-F238E27FC236}">
                  <a16:creationId xmlns:a16="http://schemas.microsoft.com/office/drawing/2014/main" id="{836085BB-55F5-4757-84CF-54CAEEE0B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994"/>
              <a:ext cx="11" cy="21"/>
            </a:xfrm>
            <a:custGeom>
              <a:avLst/>
              <a:gdLst>
                <a:gd name="T0" fmla="*/ 0 w 6"/>
                <a:gd name="T1" fmla="*/ 0 h 11"/>
                <a:gd name="T2" fmla="*/ 37 w 6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0" y="5"/>
                    <a:pt x="1" y="9"/>
                    <a:pt x="6" y="1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19" name="Freeform 4398">
              <a:extLst>
                <a:ext uri="{FF2B5EF4-FFF2-40B4-BE49-F238E27FC236}">
                  <a16:creationId xmlns:a16="http://schemas.microsoft.com/office/drawing/2014/main" id="{06A7184F-35F8-49F4-BC93-D2175D943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067"/>
              <a:ext cx="45" cy="38"/>
            </a:xfrm>
            <a:custGeom>
              <a:avLst/>
              <a:gdLst>
                <a:gd name="T0" fmla="*/ 0 w 24"/>
                <a:gd name="T1" fmla="*/ 0 h 20"/>
                <a:gd name="T2" fmla="*/ 158 w 24"/>
                <a:gd name="T3" fmla="*/ 12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0"/>
                  </a:moveTo>
                  <a:cubicBezTo>
                    <a:pt x="1" y="11"/>
                    <a:pt x="13" y="20"/>
                    <a:pt x="24" y="1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20" name="Freeform 4399">
              <a:extLst>
                <a:ext uri="{FF2B5EF4-FFF2-40B4-BE49-F238E27FC236}">
                  <a16:creationId xmlns:a16="http://schemas.microsoft.com/office/drawing/2014/main" id="{0E736F4F-9D8B-495F-BA96-5C293BF87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091"/>
              <a:ext cx="11" cy="34"/>
            </a:xfrm>
            <a:custGeom>
              <a:avLst/>
              <a:gdLst>
                <a:gd name="T0" fmla="*/ 7 w 6"/>
                <a:gd name="T1" fmla="*/ 0 h 18"/>
                <a:gd name="T2" fmla="*/ 37 w 6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1" y="0"/>
                  </a:moveTo>
                  <a:cubicBezTo>
                    <a:pt x="0" y="7"/>
                    <a:pt x="3" y="13"/>
                    <a:pt x="6" y="1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21" name="Freeform 4400">
              <a:extLst>
                <a:ext uri="{FF2B5EF4-FFF2-40B4-BE49-F238E27FC236}">
                  <a16:creationId xmlns:a16="http://schemas.microsoft.com/office/drawing/2014/main" id="{FECA5F10-0720-45B0-B000-DFBA7C4AE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148"/>
              <a:ext cx="23" cy="31"/>
            </a:xfrm>
            <a:custGeom>
              <a:avLst/>
              <a:gdLst>
                <a:gd name="T0" fmla="*/ 0 w 12"/>
                <a:gd name="T1" fmla="*/ 0 h 17"/>
                <a:gd name="T2" fmla="*/ 84 w 12"/>
                <a:gd name="T3" fmla="*/ 1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0" y="7"/>
                    <a:pt x="4" y="16"/>
                    <a:pt x="12" y="1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22" name="Freeform 4401">
              <a:extLst>
                <a:ext uri="{FF2B5EF4-FFF2-40B4-BE49-F238E27FC236}">
                  <a16:creationId xmlns:a16="http://schemas.microsoft.com/office/drawing/2014/main" id="{F9C095C8-19BB-4B1A-AAD4-4CBB5CE12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170"/>
              <a:ext cx="12" cy="26"/>
            </a:xfrm>
            <a:custGeom>
              <a:avLst/>
              <a:gdLst>
                <a:gd name="T0" fmla="*/ 8 w 6"/>
                <a:gd name="T1" fmla="*/ 0 h 14"/>
                <a:gd name="T2" fmla="*/ 48 w 6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0" y="6"/>
                    <a:pt x="1" y="11"/>
                    <a:pt x="6" y="1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23" name="Freeform 4402">
              <a:extLst>
                <a:ext uri="{FF2B5EF4-FFF2-40B4-BE49-F238E27FC236}">
                  <a16:creationId xmlns:a16="http://schemas.microsoft.com/office/drawing/2014/main" id="{751DD68F-A9FE-4E20-8AC6-10A4D00ED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3211"/>
              <a:ext cx="28" cy="41"/>
            </a:xfrm>
            <a:custGeom>
              <a:avLst/>
              <a:gdLst>
                <a:gd name="T0" fmla="*/ 0 w 15"/>
                <a:gd name="T1" fmla="*/ 0 h 22"/>
                <a:gd name="T2" fmla="*/ 73 w 15"/>
                <a:gd name="T3" fmla="*/ 14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2">
                  <a:moveTo>
                    <a:pt x="0" y="0"/>
                  </a:moveTo>
                  <a:cubicBezTo>
                    <a:pt x="9" y="3"/>
                    <a:pt x="15" y="13"/>
                    <a:pt x="11" y="2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24" name="Freeform 4403">
              <a:extLst>
                <a:ext uri="{FF2B5EF4-FFF2-40B4-BE49-F238E27FC236}">
                  <a16:creationId xmlns:a16="http://schemas.microsoft.com/office/drawing/2014/main" id="{2A6A2655-A5E1-4B27-9909-4EAB5C310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249"/>
              <a:ext cx="15" cy="22"/>
            </a:xfrm>
            <a:custGeom>
              <a:avLst/>
              <a:gdLst>
                <a:gd name="T0" fmla="*/ 0 w 8"/>
                <a:gd name="T1" fmla="*/ 0 h 12"/>
                <a:gd name="T2" fmla="*/ 53 w 8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4" y="3"/>
                    <a:pt x="7" y="7"/>
                    <a:pt x="8" y="1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25" name="Freeform 4404">
              <a:extLst>
                <a:ext uri="{FF2B5EF4-FFF2-40B4-BE49-F238E27FC236}">
                  <a16:creationId xmlns:a16="http://schemas.microsoft.com/office/drawing/2014/main" id="{EEA68943-E416-4307-A0BC-9AB251642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395"/>
              <a:ext cx="28" cy="45"/>
            </a:xfrm>
            <a:custGeom>
              <a:avLst/>
              <a:gdLst>
                <a:gd name="T0" fmla="*/ 21 w 15"/>
                <a:gd name="T1" fmla="*/ 0 h 24"/>
                <a:gd name="T2" fmla="*/ 97 w 15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3" y="0"/>
                  </a:moveTo>
                  <a:cubicBezTo>
                    <a:pt x="0" y="9"/>
                    <a:pt x="9" y="18"/>
                    <a:pt x="15" y="2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26" name="Freeform 4405">
              <a:extLst>
                <a:ext uri="{FF2B5EF4-FFF2-40B4-BE49-F238E27FC236}">
                  <a16:creationId xmlns:a16="http://schemas.microsoft.com/office/drawing/2014/main" id="{3B24DC49-8BE1-4230-9951-C19F388E2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432"/>
              <a:ext cx="4" cy="23"/>
            </a:xfrm>
            <a:custGeom>
              <a:avLst/>
              <a:gdLst>
                <a:gd name="T0" fmla="*/ 16 w 2"/>
                <a:gd name="T1" fmla="*/ 0 h 12"/>
                <a:gd name="T2" fmla="*/ 16 w 2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4"/>
                    <a:pt x="1" y="8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27" name="Freeform 4406">
              <a:extLst>
                <a:ext uri="{FF2B5EF4-FFF2-40B4-BE49-F238E27FC236}">
                  <a16:creationId xmlns:a16="http://schemas.microsoft.com/office/drawing/2014/main" id="{FF2BB611-5A4F-4548-95C7-71DA31D3F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434"/>
              <a:ext cx="14" cy="28"/>
            </a:xfrm>
            <a:custGeom>
              <a:avLst/>
              <a:gdLst>
                <a:gd name="T0" fmla="*/ 0 w 7"/>
                <a:gd name="T1" fmla="*/ 0 h 15"/>
                <a:gd name="T2" fmla="*/ 40 w 7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4" y="4"/>
                    <a:pt x="7" y="10"/>
                    <a:pt x="5" y="1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28" name="Freeform 4407">
              <a:extLst>
                <a:ext uri="{FF2B5EF4-FFF2-40B4-BE49-F238E27FC236}">
                  <a16:creationId xmlns:a16="http://schemas.microsoft.com/office/drawing/2014/main" id="{927A6090-D0F8-475F-97BA-D8AEDAF83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445"/>
              <a:ext cx="9" cy="2"/>
            </a:xfrm>
            <a:custGeom>
              <a:avLst/>
              <a:gdLst>
                <a:gd name="T0" fmla="*/ 0 w 5"/>
                <a:gd name="T1" fmla="*/ 8 h 1"/>
                <a:gd name="T2" fmla="*/ 29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0"/>
                    <a:pt x="3" y="0"/>
                    <a:pt x="5" y="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29" name="Freeform 4408">
              <a:extLst>
                <a:ext uri="{FF2B5EF4-FFF2-40B4-BE49-F238E27FC236}">
                  <a16:creationId xmlns:a16="http://schemas.microsoft.com/office/drawing/2014/main" id="{F13D4CD9-E010-4195-8078-B05AAF6F7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507"/>
              <a:ext cx="25" cy="50"/>
            </a:xfrm>
            <a:custGeom>
              <a:avLst/>
              <a:gdLst>
                <a:gd name="T0" fmla="*/ 0 w 13"/>
                <a:gd name="T1" fmla="*/ 0 h 27"/>
                <a:gd name="T2" fmla="*/ 77 w 13"/>
                <a:gd name="T3" fmla="*/ 17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9" y="9"/>
                    <a:pt x="13" y="13"/>
                    <a:pt x="11" y="2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30" name="Freeform 4409">
              <a:extLst>
                <a:ext uri="{FF2B5EF4-FFF2-40B4-BE49-F238E27FC236}">
                  <a16:creationId xmlns:a16="http://schemas.microsoft.com/office/drawing/2014/main" id="{BEFC939C-FE31-4811-99FE-59C221874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557"/>
              <a:ext cx="33" cy="36"/>
            </a:xfrm>
            <a:custGeom>
              <a:avLst/>
              <a:gdLst>
                <a:gd name="T0" fmla="*/ 0 w 18"/>
                <a:gd name="T1" fmla="*/ 8 h 19"/>
                <a:gd name="T2" fmla="*/ 112 w 18"/>
                <a:gd name="T3" fmla="*/ 1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0" y="1"/>
                  </a:moveTo>
                  <a:cubicBezTo>
                    <a:pt x="10" y="0"/>
                    <a:pt x="17" y="9"/>
                    <a:pt x="18" y="1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31" name="Freeform 4410">
              <a:extLst>
                <a:ext uri="{FF2B5EF4-FFF2-40B4-BE49-F238E27FC236}">
                  <a16:creationId xmlns:a16="http://schemas.microsoft.com/office/drawing/2014/main" id="{975CBAB1-C1A3-467D-8728-EDC5A69C9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597"/>
              <a:ext cx="13" cy="22"/>
            </a:xfrm>
            <a:custGeom>
              <a:avLst/>
              <a:gdLst>
                <a:gd name="T0" fmla="*/ 0 w 7"/>
                <a:gd name="T1" fmla="*/ 0 h 12"/>
                <a:gd name="T2" fmla="*/ 45 w 7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0" y="5"/>
                    <a:pt x="3" y="8"/>
                    <a:pt x="7" y="1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32" name="Freeform 4411">
              <a:extLst>
                <a:ext uri="{FF2B5EF4-FFF2-40B4-BE49-F238E27FC236}">
                  <a16:creationId xmlns:a16="http://schemas.microsoft.com/office/drawing/2014/main" id="{44130573-F071-47FD-AE0E-E26E791F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608"/>
              <a:ext cx="19" cy="34"/>
            </a:xfrm>
            <a:custGeom>
              <a:avLst/>
              <a:gdLst>
                <a:gd name="T0" fmla="*/ 68 w 10"/>
                <a:gd name="T1" fmla="*/ 0 h 18"/>
                <a:gd name="T2" fmla="*/ 29 w 10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3" y="1"/>
                    <a:pt x="0" y="12"/>
                    <a:pt x="4" y="1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33" name="Freeform 4412">
              <a:extLst>
                <a:ext uri="{FF2B5EF4-FFF2-40B4-BE49-F238E27FC236}">
                  <a16:creationId xmlns:a16="http://schemas.microsoft.com/office/drawing/2014/main" id="{562F04C8-8927-45F2-8835-D9C9725B2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556"/>
              <a:ext cx="32" cy="45"/>
            </a:xfrm>
            <a:custGeom>
              <a:avLst/>
              <a:gdLst>
                <a:gd name="T0" fmla="*/ 32 w 17"/>
                <a:gd name="T1" fmla="*/ 0 h 24"/>
                <a:gd name="T2" fmla="*/ 113 w 17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5" y="0"/>
                  </a:moveTo>
                  <a:cubicBezTo>
                    <a:pt x="0" y="9"/>
                    <a:pt x="10" y="21"/>
                    <a:pt x="17" y="2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34" name="Freeform 4413">
              <a:extLst>
                <a:ext uri="{FF2B5EF4-FFF2-40B4-BE49-F238E27FC236}">
                  <a16:creationId xmlns:a16="http://schemas.microsoft.com/office/drawing/2014/main" id="{40413C75-3B0A-487B-9B4C-F59BC5346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582"/>
              <a:ext cx="16" cy="56"/>
            </a:xfrm>
            <a:custGeom>
              <a:avLst/>
              <a:gdLst>
                <a:gd name="T0" fmla="*/ 12 w 9"/>
                <a:gd name="T1" fmla="*/ 0 h 30"/>
                <a:gd name="T2" fmla="*/ 50 w 9"/>
                <a:gd name="T3" fmla="*/ 19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2" y="0"/>
                  </a:moveTo>
                  <a:cubicBezTo>
                    <a:pt x="0" y="9"/>
                    <a:pt x="0" y="26"/>
                    <a:pt x="9" y="3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35" name="Freeform 4414">
              <a:extLst>
                <a:ext uri="{FF2B5EF4-FFF2-40B4-BE49-F238E27FC236}">
                  <a16:creationId xmlns:a16="http://schemas.microsoft.com/office/drawing/2014/main" id="{A3B3EC9F-B817-42AC-91FB-F9931D4F6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3683"/>
              <a:ext cx="15" cy="24"/>
            </a:xfrm>
            <a:custGeom>
              <a:avLst/>
              <a:gdLst>
                <a:gd name="T0" fmla="*/ 15 w 8"/>
                <a:gd name="T1" fmla="*/ 0 h 13"/>
                <a:gd name="T2" fmla="*/ 53 w 8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cubicBezTo>
                    <a:pt x="0" y="5"/>
                    <a:pt x="4" y="10"/>
                    <a:pt x="8" y="13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36" name="Freeform 4415">
              <a:extLst>
                <a:ext uri="{FF2B5EF4-FFF2-40B4-BE49-F238E27FC236}">
                  <a16:creationId xmlns:a16="http://schemas.microsoft.com/office/drawing/2014/main" id="{8A108770-DC6F-449F-95A6-B439395E0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3698"/>
              <a:ext cx="8" cy="9"/>
            </a:xfrm>
            <a:custGeom>
              <a:avLst/>
              <a:gdLst>
                <a:gd name="T0" fmla="*/ 32 w 4"/>
                <a:gd name="T1" fmla="*/ 0 h 5"/>
                <a:gd name="T2" fmla="*/ 0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37" name="Freeform 4416">
              <a:extLst>
                <a:ext uri="{FF2B5EF4-FFF2-40B4-BE49-F238E27FC236}">
                  <a16:creationId xmlns:a16="http://schemas.microsoft.com/office/drawing/2014/main" id="{C50FE239-B634-4AFE-A296-EC5B3108F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451"/>
              <a:ext cx="24" cy="47"/>
            </a:xfrm>
            <a:custGeom>
              <a:avLst/>
              <a:gdLst>
                <a:gd name="T0" fmla="*/ 31 w 13"/>
                <a:gd name="T1" fmla="*/ 0 h 25"/>
                <a:gd name="T2" fmla="*/ 81 w 13"/>
                <a:gd name="T3" fmla="*/ 16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5" y="0"/>
                  </a:moveTo>
                  <a:cubicBezTo>
                    <a:pt x="0" y="8"/>
                    <a:pt x="7" y="21"/>
                    <a:pt x="13" y="2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38" name="Freeform 4417">
              <a:extLst>
                <a:ext uri="{FF2B5EF4-FFF2-40B4-BE49-F238E27FC236}">
                  <a16:creationId xmlns:a16="http://schemas.microsoft.com/office/drawing/2014/main" id="{33F28ED9-1D42-4E41-B04B-C8D241DE8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481"/>
              <a:ext cx="13" cy="45"/>
            </a:xfrm>
            <a:custGeom>
              <a:avLst/>
              <a:gdLst>
                <a:gd name="T0" fmla="*/ 20 w 7"/>
                <a:gd name="T1" fmla="*/ 0 h 24"/>
                <a:gd name="T2" fmla="*/ 45 w 7"/>
                <a:gd name="T3" fmla="*/ 1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3" y="0"/>
                  </a:moveTo>
                  <a:cubicBezTo>
                    <a:pt x="1" y="7"/>
                    <a:pt x="0" y="19"/>
                    <a:pt x="7" y="24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39" name="Freeform 4418">
              <a:extLst>
                <a:ext uri="{FF2B5EF4-FFF2-40B4-BE49-F238E27FC236}">
                  <a16:creationId xmlns:a16="http://schemas.microsoft.com/office/drawing/2014/main" id="{67176132-7EFC-478A-99EC-97D538A4C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432"/>
              <a:ext cx="20" cy="30"/>
            </a:xfrm>
            <a:custGeom>
              <a:avLst/>
              <a:gdLst>
                <a:gd name="T0" fmla="*/ 0 w 11"/>
                <a:gd name="T1" fmla="*/ 8 h 16"/>
                <a:gd name="T2" fmla="*/ 65 w 11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0" y="1"/>
                  </a:moveTo>
                  <a:cubicBezTo>
                    <a:pt x="9" y="0"/>
                    <a:pt x="11" y="10"/>
                    <a:pt x="11" y="1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40" name="Freeform 4419">
              <a:extLst>
                <a:ext uri="{FF2B5EF4-FFF2-40B4-BE49-F238E27FC236}">
                  <a16:creationId xmlns:a16="http://schemas.microsoft.com/office/drawing/2014/main" id="{24937D86-EE7F-4459-9DDE-79064827A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458"/>
              <a:ext cx="21" cy="17"/>
            </a:xfrm>
            <a:custGeom>
              <a:avLst/>
              <a:gdLst>
                <a:gd name="T0" fmla="*/ 0 w 11"/>
                <a:gd name="T1" fmla="*/ 0 h 9"/>
                <a:gd name="T2" fmla="*/ 76 w 11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4" y="1"/>
                    <a:pt x="8" y="5"/>
                    <a:pt x="11" y="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41" name="Freeform 4420">
              <a:extLst>
                <a:ext uri="{FF2B5EF4-FFF2-40B4-BE49-F238E27FC236}">
                  <a16:creationId xmlns:a16="http://schemas.microsoft.com/office/drawing/2014/main" id="{6C81B13C-361B-4F6D-855D-4AE3D10E6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3211"/>
              <a:ext cx="38" cy="34"/>
            </a:xfrm>
            <a:custGeom>
              <a:avLst/>
              <a:gdLst>
                <a:gd name="T0" fmla="*/ 0 w 20"/>
                <a:gd name="T1" fmla="*/ 8 h 18"/>
                <a:gd name="T2" fmla="*/ 137 w 20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1"/>
                  </a:moveTo>
                  <a:cubicBezTo>
                    <a:pt x="14" y="0"/>
                    <a:pt x="16" y="7"/>
                    <a:pt x="20" y="18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42" name="Freeform 4421">
              <a:extLst>
                <a:ext uri="{FF2B5EF4-FFF2-40B4-BE49-F238E27FC236}">
                  <a16:creationId xmlns:a16="http://schemas.microsoft.com/office/drawing/2014/main" id="{32FF9DF3-A804-48BA-9A79-5803AD63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241"/>
              <a:ext cx="19" cy="6"/>
            </a:xfrm>
            <a:custGeom>
              <a:avLst/>
              <a:gdLst>
                <a:gd name="T0" fmla="*/ 0 w 10"/>
                <a:gd name="T1" fmla="*/ 24 h 3"/>
                <a:gd name="T2" fmla="*/ 68 w 10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0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43" name="Freeform 4422">
              <a:extLst>
                <a:ext uri="{FF2B5EF4-FFF2-40B4-BE49-F238E27FC236}">
                  <a16:creationId xmlns:a16="http://schemas.microsoft.com/office/drawing/2014/main" id="{C7270A2C-DC07-4A7E-B556-06699F873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275"/>
              <a:ext cx="23" cy="11"/>
            </a:xfrm>
            <a:custGeom>
              <a:avLst/>
              <a:gdLst>
                <a:gd name="T0" fmla="*/ 0 w 12"/>
                <a:gd name="T1" fmla="*/ 24 h 6"/>
                <a:gd name="T2" fmla="*/ 84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5" y="6"/>
                    <a:pt x="9" y="3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44" name="Freeform 4423">
              <a:extLst>
                <a:ext uri="{FF2B5EF4-FFF2-40B4-BE49-F238E27FC236}">
                  <a16:creationId xmlns:a16="http://schemas.microsoft.com/office/drawing/2014/main" id="{4A8948D2-817C-4929-BDCB-1C0CA0BB4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3284"/>
              <a:ext cx="8" cy="21"/>
            </a:xfrm>
            <a:custGeom>
              <a:avLst/>
              <a:gdLst>
                <a:gd name="T0" fmla="*/ 0 w 4"/>
                <a:gd name="T1" fmla="*/ 0 h 11"/>
                <a:gd name="T2" fmla="*/ 32 w 4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0" y="4"/>
                    <a:pt x="1" y="8"/>
                    <a:pt x="4" y="11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45" name="Freeform 4424">
              <a:extLst>
                <a:ext uri="{FF2B5EF4-FFF2-40B4-BE49-F238E27FC236}">
                  <a16:creationId xmlns:a16="http://schemas.microsoft.com/office/drawing/2014/main" id="{F7A4A7ED-14BB-4B8F-A7AC-B852B59F6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340"/>
              <a:ext cx="30" cy="12"/>
            </a:xfrm>
            <a:custGeom>
              <a:avLst/>
              <a:gdLst>
                <a:gd name="T0" fmla="*/ 0 w 16"/>
                <a:gd name="T1" fmla="*/ 0 h 6"/>
                <a:gd name="T2" fmla="*/ 105 w 16"/>
                <a:gd name="T3" fmla="*/ 1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4" y="4"/>
                    <a:pt x="11" y="6"/>
                    <a:pt x="16" y="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46" name="Freeform 4425">
              <a:extLst>
                <a:ext uri="{FF2B5EF4-FFF2-40B4-BE49-F238E27FC236}">
                  <a16:creationId xmlns:a16="http://schemas.microsoft.com/office/drawing/2014/main" id="{932A9B8D-B076-4ED8-8B9C-EB03131BE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333"/>
              <a:ext cx="13" cy="17"/>
            </a:xfrm>
            <a:custGeom>
              <a:avLst/>
              <a:gdLst>
                <a:gd name="T0" fmla="*/ 0 w 7"/>
                <a:gd name="T1" fmla="*/ 0 h 9"/>
                <a:gd name="T2" fmla="*/ 45 w 7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2" y="4"/>
                    <a:pt x="3" y="7"/>
                    <a:pt x="7" y="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47" name="Freeform 4426">
              <a:extLst>
                <a:ext uri="{FF2B5EF4-FFF2-40B4-BE49-F238E27FC236}">
                  <a16:creationId xmlns:a16="http://schemas.microsoft.com/office/drawing/2014/main" id="{428560BE-436D-47E7-BF55-8AE84C74B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750"/>
              <a:ext cx="15" cy="47"/>
            </a:xfrm>
            <a:custGeom>
              <a:avLst/>
              <a:gdLst>
                <a:gd name="T0" fmla="*/ 53 w 8"/>
                <a:gd name="T1" fmla="*/ 0 h 25"/>
                <a:gd name="T2" fmla="*/ 15 w 8"/>
                <a:gd name="T3" fmla="*/ 16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8" y="0"/>
                  </a:moveTo>
                  <a:cubicBezTo>
                    <a:pt x="3" y="7"/>
                    <a:pt x="0" y="16"/>
                    <a:pt x="2" y="2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48" name="Freeform 4427">
              <a:extLst>
                <a:ext uri="{FF2B5EF4-FFF2-40B4-BE49-F238E27FC236}">
                  <a16:creationId xmlns:a16="http://schemas.microsoft.com/office/drawing/2014/main" id="{2FB6E5E3-7F61-4728-8F93-2FC25D35B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788"/>
              <a:ext cx="19" cy="18"/>
            </a:xfrm>
            <a:custGeom>
              <a:avLst/>
              <a:gdLst>
                <a:gd name="T0" fmla="*/ 0 w 10"/>
                <a:gd name="T1" fmla="*/ 58 h 10"/>
                <a:gd name="T2" fmla="*/ 68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49" name="Freeform 4428">
              <a:extLst>
                <a:ext uri="{FF2B5EF4-FFF2-40B4-BE49-F238E27FC236}">
                  <a16:creationId xmlns:a16="http://schemas.microsoft.com/office/drawing/2014/main" id="{48478E79-8148-4CDE-90E6-55D47A627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3808"/>
              <a:ext cx="23" cy="13"/>
            </a:xfrm>
            <a:custGeom>
              <a:avLst/>
              <a:gdLst>
                <a:gd name="T0" fmla="*/ 0 w 12"/>
                <a:gd name="T1" fmla="*/ 0 h 7"/>
                <a:gd name="T2" fmla="*/ 84 w 12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3" y="5"/>
                    <a:pt x="7" y="7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50" name="Freeform 4429">
              <a:extLst>
                <a:ext uri="{FF2B5EF4-FFF2-40B4-BE49-F238E27FC236}">
                  <a16:creationId xmlns:a16="http://schemas.microsoft.com/office/drawing/2014/main" id="{B86C0A0B-0E8C-4264-B99E-44C89C212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3812"/>
              <a:ext cx="7" cy="17"/>
            </a:xfrm>
            <a:custGeom>
              <a:avLst/>
              <a:gdLst>
                <a:gd name="T0" fmla="*/ 0 w 4"/>
                <a:gd name="T1" fmla="*/ 0 h 9"/>
                <a:gd name="T2" fmla="*/ 21 w 4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4"/>
                    <a:pt x="1" y="7"/>
                    <a:pt x="4" y="9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51" name="Freeform 4430">
              <a:extLst>
                <a:ext uri="{FF2B5EF4-FFF2-40B4-BE49-F238E27FC236}">
                  <a16:creationId xmlns:a16="http://schemas.microsoft.com/office/drawing/2014/main" id="{A06086E7-6EEC-49EE-BA3E-D1118972F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823"/>
              <a:ext cx="19" cy="21"/>
            </a:xfrm>
            <a:custGeom>
              <a:avLst/>
              <a:gdLst>
                <a:gd name="T0" fmla="*/ 0 w 10"/>
                <a:gd name="T1" fmla="*/ 61 h 11"/>
                <a:gd name="T2" fmla="*/ 68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4" y="11"/>
                    <a:pt x="8" y="4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52" name="Freeform 4431">
              <a:extLst>
                <a:ext uri="{FF2B5EF4-FFF2-40B4-BE49-F238E27FC236}">
                  <a16:creationId xmlns:a16="http://schemas.microsoft.com/office/drawing/2014/main" id="{6613C188-70EE-443B-A577-3F8E86790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818"/>
              <a:ext cx="7" cy="11"/>
            </a:xfrm>
            <a:custGeom>
              <a:avLst/>
              <a:gdLst>
                <a:gd name="T0" fmla="*/ 0 w 4"/>
                <a:gd name="T1" fmla="*/ 0 h 6"/>
                <a:gd name="T2" fmla="*/ 21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1" y="5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53" name="Freeform 4432">
              <a:extLst>
                <a:ext uri="{FF2B5EF4-FFF2-40B4-BE49-F238E27FC236}">
                  <a16:creationId xmlns:a16="http://schemas.microsoft.com/office/drawing/2014/main" id="{67A8183D-24A9-4F1E-AA0A-401AB2280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595"/>
              <a:ext cx="34" cy="29"/>
            </a:xfrm>
            <a:custGeom>
              <a:avLst/>
              <a:gdLst>
                <a:gd name="T0" fmla="*/ 0 w 18"/>
                <a:gd name="T1" fmla="*/ 23 h 15"/>
                <a:gd name="T2" fmla="*/ 121 w 18"/>
                <a:gd name="T3" fmla="*/ 10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3"/>
                  </a:moveTo>
                  <a:cubicBezTo>
                    <a:pt x="9" y="0"/>
                    <a:pt x="16" y="7"/>
                    <a:pt x="18" y="15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54" name="Freeform 4433">
              <a:extLst>
                <a:ext uri="{FF2B5EF4-FFF2-40B4-BE49-F238E27FC236}">
                  <a16:creationId xmlns:a16="http://schemas.microsoft.com/office/drawing/2014/main" id="{1986BF49-15F9-42A1-9A8D-1832948BE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620"/>
              <a:ext cx="18" cy="7"/>
            </a:xfrm>
            <a:custGeom>
              <a:avLst/>
              <a:gdLst>
                <a:gd name="T0" fmla="*/ 0 w 10"/>
                <a:gd name="T1" fmla="*/ 21 h 4"/>
                <a:gd name="T2" fmla="*/ 58 w 10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2" y="0"/>
                    <a:pt x="6" y="1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55" name="Freeform 4434">
              <a:extLst>
                <a:ext uri="{FF2B5EF4-FFF2-40B4-BE49-F238E27FC236}">
                  <a16:creationId xmlns:a16="http://schemas.microsoft.com/office/drawing/2014/main" id="{810FAEF7-6D2E-417D-94B2-C7744BAE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3458"/>
              <a:ext cx="26" cy="38"/>
            </a:xfrm>
            <a:custGeom>
              <a:avLst/>
              <a:gdLst>
                <a:gd name="T0" fmla="*/ 0 w 14"/>
                <a:gd name="T1" fmla="*/ 0 h 20"/>
                <a:gd name="T2" fmla="*/ 89 w 14"/>
                <a:gd name="T3" fmla="*/ 1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0" y="8"/>
                    <a:pt x="6" y="17"/>
                    <a:pt x="14" y="20"/>
                  </a:cubicBezTo>
                </a:path>
              </a:pathLst>
            </a:custGeom>
            <a:noFill/>
            <a:ln w="4763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56" name="Freeform 4435">
              <a:extLst>
                <a:ext uri="{FF2B5EF4-FFF2-40B4-BE49-F238E27FC236}">
                  <a16:creationId xmlns:a16="http://schemas.microsoft.com/office/drawing/2014/main" id="{91E40ADE-37C5-4F52-8A5F-6427815C4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3265"/>
              <a:ext cx="7" cy="12"/>
            </a:xfrm>
            <a:custGeom>
              <a:avLst/>
              <a:gdLst>
                <a:gd name="T0" fmla="*/ 0 w 4"/>
                <a:gd name="T1" fmla="*/ 48 h 6"/>
                <a:gd name="T2" fmla="*/ 21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4"/>
                    <a:pt x="2" y="1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57" name="Freeform 4436">
              <a:extLst>
                <a:ext uri="{FF2B5EF4-FFF2-40B4-BE49-F238E27FC236}">
                  <a16:creationId xmlns:a16="http://schemas.microsoft.com/office/drawing/2014/main" id="{76F86B7F-7C9E-474A-BCBE-2754982E7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193"/>
              <a:ext cx="11" cy="11"/>
            </a:xfrm>
            <a:custGeom>
              <a:avLst/>
              <a:gdLst>
                <a:gd name="T0" fmla="*/ 0 w 6"/>
                <a:gd name="T1" fmla="*/ 37 h 6"/>
                <a:gd name="T2" fmla="*/ 3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58" name="Freeform 4437">
              <a:extLst>
                <a:ext uri="{FF2B5EF4-FFF2-40B4-BE49-F238E27FC236}">
                  <a16:creationId xmlns:a16="http://schemas.microsoft.com/office/drawing/2014/main" id="{A9AD79DD-D342-4D9C-986F-E3C2A5552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163"/>
              <a:ext cx="8" cy="18"/>
            </a:xfrm>
            <a:custGeom>
              <a:avLst/>
              <a:gdLst>
                <a:gd name="T0" fmla="*/ 0 w 4"/>
                <a:gd name="T1" fmla="*/ 58 h 10"/>
                <a:gd name="T2" fmla="*/ 32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59" name="Freeform 4438">
              <a:extLst>
                <a:ext uri="{FF2B5EF4-FFF2-40B4-BE49-F238E27FC236}">
                  <a16:creationId xmlns:a16="http://schemas.microsoft.com/office/drawing/2014/main" id="{2AD055FB-FFCE-4C0C-B500-9110D924B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193"/>
              <a:ext cx="24" cy="29"/>
            </a:xfrm>
            <a:custGeom>
              <a:avLst/>
              <a:gdLst>
                <a:gd name="T0" fmla="*/ 44 w 13"/>
                <a:gd name="T1" fmla="*/ 96 h 16"/>
                <a:gd name="T2" fmla="*/ 61 w 13"/>
                <a:gd name="T3" fmla="*/ 24 h 16"/>
                <a:gd name="T4" fmla="*/ 0 w 13"/>
                <a:gd name="T5" fmla="*/ 6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7" y="16"/>
                  </a:moveTo>
                  <a:cubicBezTo>
                    <a:pt x="8" y="14"/>
                    <a:pt x="13" y="6"/>
                    <a:pt x="10" y="4"/>
                  </a:cubicBezTo>
                  <a:cubicBezTo>
                    <a:pt x="6" y="0"/>
                    <a:pt x="2" y="8"/>
                    <a:pt x="0" y="11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60" name="Freeform 4439">
              <a:extLst>
                <a:ext uri="{FF2B5EF4-FFF2-40B4-BE49-F238E27FC236}">
                  <a16:creationId xmlns:a16="http://schemas.microsoft.com/office/drawing/2014/main" id="{A052320D-5455-4735-9F06-2E9CDEBCB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161"/>
              <a:ext cx="21" cy="3"/>
            </a:xfrm>
            <a:custGeom>
              <a:avLst/>
              <a:gdLst>
                <a:gd name="T0" fmla="*/ 0 w 11"/>
                <a:gd name="T1" fmla="*/ 0 h 2"/>
                <a:gd name="T2" fmla="*/ 76 w 11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4" y="0"/>
                    <a:pt x="7" y="2"/>
                    <a:pt x="11" y="1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61" name="Freeform 4440">
              <a:extLst>
                <a:ext uri="{FF2B5EF4-FFF2-40B4-BE49-F238E27FC236}">
                  <a16:creationId xmlns:a16="http://schemas.microsoft.com/office/drawing/2014/main" id="{5AD15589-A80B-468B-9C5F-6D26B6676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093"/>
              <a:ext cx="16" cy="10"/>
            </a:xfrm>
            <a:custGeom>
              <a:avLst/>
              <a:gdLst>
                <a:gd name="T0" fmla="*/ 0 w 9"/>
                <a:gd name="T1" fmla="*/ 0 h 5"/>
                <a:gd name="T2" fmla="*/ 50 w 9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2"/>
                    <a:pt x="6" y="3"/>
                    <a:pt x="9" y="5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62" name="Freeform 4441">
              <a:extLst>
                <a:ext uri="{FF2B5EF4-FFF2-40B4-BE49-F238E27FC236}">
                  <a16:creationId xmlns:a16="http://schemas.microsoft.com/office/drawing/2014/main" id="{C2B742FB-8FB5-4C4A-ACA8-ACEF526F9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3065"/>
              <a:ext cx="8" cy="10"/>
            </a:xfrm>
            <a:custGeom>
              <a:avLst/>
              <a:gdLst>
                <a:gd name="T0" fmla="*/ 0 w 4"/>
                <a:gd name="T1" fmla="*/ 40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63" name="Freeform 4442">
              <a:extLst>
                <a:ext uri="{FF2B5EF4-FFF2-40B4-BE49-F238E27FC236}">
                  <a16:creationId xmlns:a16="http://schemas.microsoft.com/office/drawing/2014/main" id="{198EAEEB-015D-4977-9C5B-4CD4DFF1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3013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64" name="Freeform 4443">
              <a:extLst>
                <a:ext uri="{FF2B5EF4-FFF2-40B4-BE49-F238E27FC236}">
                  <a16:creationId xmlns:a16="http://schemas.microsoft.com/office/drawing/2014/main" id="{C09673B5-B2EF-4F6E-BD19-FA7D84E55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988"/>
              <a:ext cx="15" cy="2"/>
            </a:xfrm>
            <a:custGeom>
              <a:avLst/>
              <a:gdLst>
                <a:gd name="T0" fmla="*/ 0 w 8"/>
                <a:gd name="T1" fmla="*/ 8 h 1"/>
                <a:gd name="T2" fmla="*/ 53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6" y="1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65" name="Freeform 4444">
              <a:extLst>
                <a:ext uri="{FF2B5EF4-FFF2-40B4-BE49-F238E27FC236}">
                  <a16:creationId xmlns:a16="http://schemas.microsoft.com/office/drawing/2014/main" id="{2CD39EAD-C9E4-45DC-89E7-8F9B7172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929"/>
              <a:ext cx="11" cy="1"/>
            </a:xfrm>
            <a:custGeom>
              <a:avLst/>
              <a:gdLst>
                <a:gd name="T0" fmla="*/ 0 w 6"/>
                <a:gd name="T1" fmla="*/ 0 h 1"/>
                <a:gd name="T2" fmla="*/ 3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66" name="Freeform 4445">
              <a:extLst>
                <a:ext uri="{FF2B5EF4-FFF2-40B4-BE49-F238E27FC236}">
                  <a16:creationId xmlns:a16="http://schemas.microsoft.com/office/drawing/2014/main" id="{914B9F55-2981-4721-A0D3-E53234BA8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856"/>
              <a:ext cx="11" cy="11"/>
            </a:xfrm>
            <a:custGeom>
              <a:avLst/>
              <a:gdLst>
                <a:gd name="T0" fmla="*/ 0 w 6"/>
                <a:gd name="T1" fmla="*/ 37 h 6"/>
                <a:gd name="T2" fmla="*/ 3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67" name="Freeform 4446">
              <a:extLst>
                <a:ext uri="{FF2B5EF4-FFF2-40B4-BE49-F238E27FC236}">
                  <a16:creationId xmlns:a16="http://schemas.microsoft.com/office/drawing/2014/main" id="{665BAB34-BD82-42B8-80F3-D649EE81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803"/>
              <a:ext cx="18" cy="23"/>
            </a:xfrm>
            <a:custGeom>
              <a:avLst/>
              <a:gdLst>
                <a:gd name="T0" fmla="*/ 45 w 10"/>
                <a:gd name="T1" fmla="*/ 0 h 12"/>
                <a:gd name="T2" fmla="*/ 45 w 10"/>
                <a:gd name="T3" fmla="*/ 84 h 12"/>
                <a:gd name="T4" fmla="*/ 13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0"/>
                  </a:moveTo>
                  <a:cubicBezTo>
                    <a:pt x="10" y="4"/>
                    <a:pt x="10" y="8"/>
                    <a:pt x="8" y="12"/>
                  </a:cubicBezTo>
                  <a:cubicBezTo>
                    <a:pt x="4" y="11"/>
                    <a:pt x="0" y="5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68" name="Freeform 4447">
              <a:extLst>
                <a:ext uri="{FF2B5EF4-FFF2-40B4-BE49-F238E27FC236}">
                  <a16:creationId xmlns:a16="http://schemas.microsoft.com/office/drawing/2014/main" id="{66772D2F-8D28-4A71-BA55-464D4782D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891"/>
              <a:ext cx="24" cy="21"/>
            </a:xfrm>
            <a:custGeom>
              <a:avLst/>
              <a:gdLst>
                <a:gd name="T0" fmla="*/ 68 w 13"/>
                <a:gd name="T1" fmla="*/ 0 h 11"/>
                <a:gd name="T2" fmla="*/ 0 w 13"/>
                <a:gd name="T3" fmla="*/ 36 h 11"/>
                <a:gd name="T4" fmla="*/ 81 w 13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7" y="1"/>
                    <a:pt x="3" y="2"/>
                    <a:pt x="0" y="5"/>
                  </a:cubicBezTo>
                  <a:cubicBezTo>
                    <a:pt x="2" y="11"/>
                    <a:pt x="9" y="8"/>
                    <a:pt x="13" y="5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69" name="Freeform 4448">
              <a:extLst>
                <a:ext uri="{FF2B5EF4-FFF2-40B4-BE49-F238E27FC236}">
                  <a16:creationId xmlns:a16="http://schemas.microsoft.com/office/drawing/2014/main" id="{D3448919-83D8-47F0-B30A-EDB5A7FE2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970"/>
              <a:ext cx="15" cy="7"/>
            </a:xfrm>
            <a:custGeom>
              <a:avLst/>
              <a:gdLst>
                <a:gd name="T0" fmla="*/ 0 w 8"/>
                <a:gd name="T1" fmla="*/ 21 h 4"/>
                <a:gd name="T2" fmla="*/ 5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70" name="Freeform 4449">
              <a:extLst>
                <a:ext uri="{FF2B5EF4-FFF2-40B4-BE49-F238E27FC236}">
                  <a16:creationId xmlns:a16="http://schemas.microsoft.com/office/drawing/2014/main" id="{DBFBEA3E-B54B-469E-B841-40A026DA4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020"/>
              <a:ext cx="19" cy="19"/>
            </a:xfrm>
            <a:custGeom>
              <a:avLst/>
              <a:gdLst>
                <a:gd name="T0" fmla="*/ 15 w 10"/>
                <a:gd name="T1" fmla="*/ 68 h 10"/>
                <a:gd name="T2" fmla="*/ 48 w 10"/>
                <a:gd name="T3" fmla="*/ 0 h 10"/>
                <a:gd name="T4" fmla="*/ 0 w 10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10"/>
                  </a:moveTo>
                  <a:cubicBezTo>
                    <a:pt x="6" y="8"/>
                    <a:pt x="10" y="4"/>
                    <a:pt x="7" y="0"/>
                  </a:cubicBezTo>
                  <a:cubicBezTo>
                    <a:pt x="4" y="0"/>
                    <a:pt x="1" y="2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71" name="Freeform 4450">
              <a:extLst>
                <a:ext uri="{FF2B5EF4-FFF2-40B4-BE49-F238E27FC236}">
                  <a16:creationId xmlns:a16="http://schemas.microsoft.com/office/drawing/2014/main" id="{75F99795-372B-42FC-AA0C-83169EB00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3005"/>
              <a:ext cx="7" cy="13"/>
            </a:xfrm>
            <a:custGeom>
              <a:avLst/>
              <a:gdLst>
                <a:gd name="T0" fmla="*/ 21 w 4"/>
                <a:gd name="T1" fmla="*/ 0 h 7"/>
                <a:gd name="T2" fmla="*/ 0 w 4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3" y="2"/>
                    <a:pt x="2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72" name="Freeform 4451">
              <a:extLst>
                <a:ext uri="{FF2B5EF4-FFF2-40B4-BE49-F238E27FC236}">
                  <a16:creationId xmlns:a16="http://schemas.microsoft.com/office/drawing/2014/main" id="{E9EEB9DA-A2E9-4570-933C-C6B9D8715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872"/>
              <a:ext cx="6" cy="17"/>
            </a:xfrm>
            <a:custGeom>
              <a:avLst/>
              <a:gdLst>
                <a:gd name="T0" fmla="*/ 24 w 3"/>
                <a:gd name="T1" fmla="*/ 0 h 9"/>
                <a:gd name="T2" fmla="*/ 0 w 3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73" name="Freeform 4452">
              <a:extLst>
                <a:ext uri="{FF2B5EF4-FFF2-40B4-BE49-F238E27FC236}">
                  <a16:creationId xmlns:a16="http://schemas.microsoft.com/office/drawing/2014/main" id="{FB073D83-5030-495F-83AE-CA86B1A35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3037"/>
              <a:ext cx="9" cy="10"/>
            </a:xfrm>
            <a:custGeom>
              <a:avLst/>
              <a:gdLst>
                <a:gd name="T0" fmla="*/ 29 w 5"/>
                <a:gd name="T1" fmla="*/ 0 h 5"/>
                <a:gd name="T2" fmla="*/ 0 w 5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2"/>
                    <a:pt x="2" y="4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74" name="Freeform 4453">
              <a:extLst>
                <a:ext uri="{FF2B5EF4-FFF2-40B4-BE49-F238E27FC236}">
                  <a16:creationId xmlns:a16="http://schemas.microsoft.com/office/drawing/2014/main" id="{2C40659C-DDA9-4B7E-AA9D-2F1C9F0EC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110"/>
              <a:ext cx="11" cy="11"/>
            </a:xfrm>
            <a:custGeom>
              <a:avLst/>
              <a:gdLst>
                <a:gd name="T0" fmla="*/ 37 w 6"/>
                <a:gd name="T1" fmla="*/ 0 h 6"/>
                <a:gd name="T2" fmla="*/ 0 w 6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75" name="Freeform 4454">
              <a:extLst>
                <a:ext uri="{FF2B5EF4-FFF2-40B4-BE49-F238E27FC236}">
                  <a16:creationId xmlns:a16="http://schemas.microsoft.com/office/drawing/2014/main" id="{8AE0C01D-61B8-4E3B-8F70-864789B58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3131"/>
              <a:ext cx="17" cy="9"/>
            </a:xfrm>
            <a:custGeom>
              <a:avLst/>
              <a:gdLst>
                <a:gd name="T0" fmla="*/ 0 w 9"/>
                <a:gd name="T1" fmla="*/ 29 h 5"/>
                <a:gd name="T2" fmla="*/ 6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76" name="Freeform 4455">
              <a:extLst>
                <a:ext uri="{FF2B5EF4-FFF2-40B4-BE49-F238E27FC236}">
                  <a16:creationId xmlns:a16="http://schemas.microsoft.com/office/drawing/2014/main" id="{95DD5140-4045-41F2-8EEF-62EA9C33A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327"/>
              <a:ext cx="11" cy="2"/>
            </a:xfrm>
            <a:custGeom>
              <a:avLst/>
              <a:gdLst>
                <a:gd name="T0" fmla="*/ 0 w 6"/>
                <a:gd name="T1" fmla="*/ 0 h 1"/>
                <a:gd name="T2" fmla="*/ 3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77" name="Freeform 4456">
              <a:extLst>
                <a:ext uri="{FF2B5EF4-FFF2-40B4-BE49-F238E27FC236}">
                  <a16:creationId xmlns:a16="http://schemas.microsoft.com/office/drawing/2014/main" id="{8B94D1E2-78EB-46D9-B524-FE51B7FC9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3337"/>
              <a:ext cx="23" cy="20"/>
            </a:xfrm>
            <a:custGeom>
              <a:avLst/>
              <a:gdLst>
                <a:gd name="T0" fmla="*/ 29 w 12"/>
                <a:gd name="T1" fmla="*/ 65 h 11"/>
                <a:gd name="T2" fmla="*/ 84 w 12"/>
                <a:gd name="T3" fmla="*/ 24 h 11"/>
                <a:gd name="T4" fmla="*/ 0 w 12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11"/>
                  </a:moveTo>
                  <a:cubicBezTo>
                    <a:pt x="7" y="10"/>
                    <a:pt x="10" y="7"/>
                    <a:pt x="12" y="4"/>
                  </a:cubicBezTo>
                  <a:cubicBezTo>
                    <a:pt x="8" y="0"/>
                    <a:pt x="3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78" name="Freeform 4457">
              <a:extLst>
                <a:ext uri="{FF2B5EF4-FFF2-40B4-BE49-F238E27FC236}">
                  <a16:creationId xmlns:a16="http://schemas.microsoft.com/office/drawing/2014/main" id="{BA5B8AD9-6BFE-4376-80E2-B96A36CB0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264"/>
              <a:ext cx="18" cy="9"/>
            </a:xfrm>
            <a:custGeom>
              <a:avLst/>
              <a:gdLst>
                <a:gd name="T0" fmla="*/ 0 w 10"/>
                <a:gd name="T1" fmla="*/ 0 h 5"/>
                <a:gd name="T2" fmla="*/ 58 w 10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3" y="3"/>
                    <a:pt x="7" y="5"/>
                    <a:pt x="10" y="5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79" name="Freeform 4458">
              <a:extLst>
                <a:ext uri="{FF2B5EF4-FFF2-40B4-BE49-F238E27FC236}">
                  <a16:creationId xmlns:a16="http://schemas.microsoft.com/office/drawing/2014/main" id="{CC73A40E-471B-4ADC-82D8-99101C47F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3196"/>
              <a:ext cx="4" cy="10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80" name="Freeform 4459">
              <a:extLst>
                <a:ext uri="{FF2B5EF4-FFF2-40B4-BE49-F238E27FC236}">
                  <a16:creationId xmlns:a16="http://schemas.microsoft.com/office/drawing/2014/main" id="{E126C717-D19B-435D-BFD7-56F436BC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121"/>
              <a:ext cx="7" cy="12"/>
            </a:xfrm>
            <a:custGeom>
              <a:avLst/>
              <a:gdLst>
                <a:gd name="T0" fmla="*/ 0 w 4"/>
                <a:gd name="T1" fmla="*/ 48 h 6"/>
                <a:gd name="T2" fmla="*/ 21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4"/>
                    <a:pt x="3" y="2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81" name="Freeform 4460">
              <a:extLst>
                <a:ext uri="{FF2B5EF4-FFF2-40B4-BE49-F238E27FC236}">
                  <a16:creationId xmlns:a16="http://schemas.microsoft.com/office/drawing/2014/main" id="{4B737A7A-AF71-4945-9939-88C4E9BDE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3086"/>
              <a:ext cx="7" cy="9"/>
            </a:xfrm>
            <a:custGeom>
              <a:avLst/>
              <a:gdLst>
                <a:gd name="T0" fmla="*/ 0 w 4"/>
                <a:gd name="T1" fmla="*/ 29 h 5"/>
                <a:gd name="T2" fmla="*/ 21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2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82" name="Freeform 4461">
              <a:extLst>
                <a:ext uri="{FF2B5EF4-FFF2-40B4-BE49-F238E27FC236}">
                  <a16:creationId xmlns:a16="http://schemas.microsoft.com/office/drawing/2014/main" id="{26B62C07-F0D6-46C2-B9EA-E1FCC5CA4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035"/>
              <a:ext cx="5" cy="12"/>
            </a:xfrm>
            <a:custGeom>
              <a:avLst/>
              <a:gdLst>
                <a:gd name="T0" fmla="*/ 0 w 3"/>
                <a:gd name="T1" fmla="*/ 48 h 6"/>
                <a:gd name="T2" fmla="*/ 13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83" name="Freeform 4462">
              <a:extLst>
                <a:ext uri="{FF2B5EF4-FFF2-40B4-BE49-F238E27FC236}">
                  <a16:creationId xmlns:a16="http://schemas.microsoft.com/office/drawing/2014/main" id="{A509F3BB-7003-4311-BBFD-6086D1CF0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942"/>
              <a:ext cx="15" cy="7"/>
            </a:xfrm>
            <a:custGeom>
              <a:avLst/>
              <a:gdLst>
                <a:gd name="T0" fmla="*/ 0 w 8"/>
                <a:gd name="T1" fmla="*/ 0 h 4"/>
                <a:gd name="T2" fmla="*/ 53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2"/>
                    <a:pt x="5" y="3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84" name="Freeform 4463">
              <a:extLst>
                <a:ext uri="{FF2B5EF4-FFF2-40B4-BE49-F238E27FC236}">
                  <a16:creationId xmlns:a16="http://schemas.microsoft.com/office/drawing/2014/main" id="{C6C90FE6-0763-4490-8A02-26A8FDC60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826"/>
              <a:ext cx="9" cy="11"/>
            </a:xfrm>
            <a:custGeom>
              <a:avLst/>
              <a:gdLst>
                <a:gd name="T0" fmla="*/ 0 w 5"/>
                <a:gd name="T1" fmla="*/ 0 h 6"/>
                <a:gd name="T2" fmla="*/ 29 w 5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0" y="3"/>
                    <a:pt x="3" y="5"/>
                    <a:pt x="5" y="6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85" name="Freeform 4464">
              <a:extLst>
                <a:ext uri="{FF2B5EF4-FFF2-40B4-BE49-F238E27FC236}">
                  <a16:creationId xmlns:a16="http://schemas.microsoft.com/office/drawing/2014/main" id="{5567A480-8088-4B5A-BFA1-827E5E004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874"/>
              <a:ext cx="15" cy="8"/>
            </a:xfrm>
            <a:custGeom>
              <a:avLst/>
              <a:gdLst>
                <a:gd name="T0" fmla="*/ 0 w 8"/>
                <a:gd name="T1" fmla="*/ 32 h 4"/>
                <a:gd name="T2" fmla="*/ 5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86" name="Freeform 4465">
              <a:extLst>
                <a:ext uri="{FF2B5EF4-FFF2-40B4-BE49-F238E27FC236}">
                  <a16:creationId xmlns:a16="http://schemas.microsoft.com/office/drawing/2014/main" id="{C2BB7FFA-569E-4235-AFF7-E7C3F57F6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872"/>
              <a:ext cx="9" cy="23"/>
            </a:xfrm>
            <a:custGeom>
              <a:avLst/>
              <a:gdLst>
                <a:gd name="T0" fmla="*/ 0 w 5"/>
                <a:gd name="T1" fmla="*/ 84 h 12"/>
                <a:gd name="T2" fmla="*/ 29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2" y="8"/>
                    <a:pt x="3" y="4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87" name="Freeform 4466">
              <a:extLst>
                <a:ext uri="{FF2B5EF4-FFF2-40B4-BE49-F238E27FC236}">
                  <a16:creationId xmlns:a16="http://schemas.microsoft.com/office/drawing/2014/main" id="{3B2CFBC3-18A9-4823-BEFC-8C22709B7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876"/>
              <a:ext cx="18" cy="8"/>
            </a:xfrm>
            <a:custGeom>
              <a:avLst/>
              <a:gdLst>
                <a:gd name="T0" fmla="*/ 0 w 10"/>
                <a:gd name="T1" fmla="*/ 32 h 4"/>
                <a:gd name="T2" fmla="*/ 5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4" y="4"/>
                    <a:pt x="7" y="1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88" name="Freeform 4467">
              <a:extLst>
                <a:ext uri="{FF2B5EF4-FFF2-40B4-BE49-F238E27FC236}">
                  <a16:creationId xmlns:a16="http://schemas.microsoft.com/office/drawing/2014/main" id="{2C6A6760-49EC-4B9A-A314-FD18A0230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073"/>
              <a:ext cx="11" cy="3"/>
            </a:xfrm>
            <a:custGeom>
              <a:avLst/>
              <a:gdLst>
                <a:gd name="T0" fmla="*/ 0 w 6"/>
                <a:gd name="T1" fmla="*/ 8 h 2"/>
                <a:gd name="T2" fmla="*/ 37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89" name="Freeform 4468">
              <a:extLst>
                <a:ext uri="{FF2B5EF4-FFF2-40B4-BE49-F238E27FC236}">
                  <a16:creationId xmlns:a16="http://schemas.microsoft.com/office/drawing/2014/main" id="{3D638208-6913-4959-BC66-FA0E87A6C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106"/>
              <a:ext cx="16" cy="15"/>
            </a:xfrm>
            <a:custGeom>
              <a:avLst/>
              <a:gdLst>
                <a:gd name="T0" fmla="*/ 0 w 9"/>
                <a:gd name="T1" fmla="*/ 53 h 8"/>
                <a:gd name="T2" fmla="*/ 5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0" y="3"/>
                    <a:pt x="4" y="0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90" name="Freeform 4469">
              <a:extLst>
                <a:ext uri="{FF2B5EF4-FFF2-40B4-BE49-F238E27FC236}">
                  <a16:creationId xmlns:a16="http://schemas.microsoft.com/office/drawing/2014/main" id="{2ECA574D-B78C-4AC2-8B8D-E91537A5F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155"/>
              <a:ext cx="13" cy="4"/>
            </a:xfrm>
            <a:custGeom>
              <a:avLst/>
              <a:gdLst>
                <a:gd name="T0" fmla="*/ 0 w 7"/>
                <a:gd name="T1" fmla="*/ 16 h 2"/>
                <a:gd name="T2" fmla="*/ 4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1"/>
                    <a:pt x="5" y="1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91" name="Freeform 4470">
              <a:extLst>
                <a:ext uri="{FF2B5EF4-FFF2-40B4-BE49-F238E27FC236}">
                  <a16:creationId xmlns:a16="http://schemas.microsoft.com/office/drawing/2014/main" id="{2F20FA1A-688A-408B-8B0F-20A69CF0E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164"/>
              <a:ext cx="11" cy="2"/>
            </a:xfrm>
            <a:custGeom>
              <a:avLst/>
              <a:gdLst>
                <a:gd name="T0" fmla="*/ 0 w 6"/>
                <a:gd name="T1" fmla="*/ 0 h 1"/>
                <a:gd name="T2" fmla="*/ 3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92" name="Freeform 4471">
              <a:extLst>
                <a:ext uri="{FF2B5EF4-FFF2-40B4-BE49-F238E27FC236}">
                  <a16:creationId xmlns:a16="http://schemas.microsoft.com/office/drawing/2014/main" id="{0F8BD93D-2C08-42CF-8CBF-F59250D89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207"/>
              <a:ext cx="2" cy="19"/>
            </a:xfrm>
            <a:custGeom>
              <a:avLst/>
              <a:gdLst>
                <a:gd name="T0" fmla="*/ 8 w 1"/>
                <a:gd name="T1" fmla="*/ 0 h 10"/>
                <a:gd name="T2" fmla="*/ 0 w 1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1" y="4"/>
                    <a:pt x="0" y="7"/>
                    <a:pt x="0" y="1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93" name="Freeform 4472">
              <a:extLst>
                <a:ext uri="{FF2B5EF4-FFF2-40B4-BE49-F238E27FC236}">
                  <a16:creationId xmlns:a16="http://schemas.microsoft.com/office/drawing/2014/main" id="{C09F7D3C-AA60-41D1-8ABF-726F671D8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260"/>
              <a:ext cx="11" cy="11"/>
            </a:xfrm>
            <a:custGeom>
              <a:avLst/>
              <a:gdLst>
                <a:gd name="T0" fmla="*/ 0 w 6"/>
                <a:gd name="T1" fmla="*/ 37 h 6"/>
                <a:gd name="T2" fmla="*/ 3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3"/>
                    <a:pt x="3" y="1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94" name="Freeform 4473">
              <a:extLst>
                <a:ext uri="{FF2B5EF4-FFF2-40B4-BE49-F238E27FC236}">
                  <a16:creationId xmlns:a16="http://schemas.microsoft.com/office/drawing/2014/main" id="{89AA4C7C-8AE6-4004-908B-87438F39A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3400"/>
              <a:ext cx="23" cy="6"/>
            </a:xfrm>
            <a:custGeom>
              <a:avLst/>
              <a:gdLst>
                <a:gd name="T0" fmla="*/ 0 w 12"/>
                <a:gd name="T1" fmla="*/ 0 h 3"/>
                <a:gd name="T2" fmla="*/ 84 w 12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3"/>
                    <a:pt x="9" y="3"/>
                    <a:pt x="12" y="1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95" name="Freeform 4474">
              <a:extLst>
                <a:ext uri="{FF2B5EF4-FFF2-40B4-BE49-F238E27FC236}">
                  <a16:creationId xmlns:a16="http://schemas.microsoft.com/office/drawing/2014/main" id="{4ACF3F63-BA8A-4B6C-AA28-AA64134DF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578"/>
              <a:ext cx="9" cy="8"/>
            </a:xfrm>
            <a:custGeom>
              <a:avLst/>
              <a:gdLst>
                <a:gd name="T0" fmla="*/ 0 w 5"/>
                <a:gd name="T1" fmla="*/ 32 h 4"/>
                <a:gd name="T2" fmla="*/ 29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96" name="Freeform 4475">
              <a:extLst>
                <a:ext uri="{FF2B5EF4-FFF2-40B4-BE49-F238E27FC236}">
                  <a16:creationId xmlns:a16="http://schemas.microsoft.com/office/drawing/2014/main" id="{804AF063-BCCC-45B2-AAA1-721B3CC9F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586"/>
              <a:ext cx="17" cy="7"/>
            </a:xfrm>
            <a:custGeom>
              <a:avLst/>
              <a:gdLst>
                <a:gd name="T0" fmla="*/ 0 w 9"/>
                <a:gd name="T1" fmla="*/ 0 h 4"/>
                <a:gd name="T2" fmla="*/ 60 w 9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3"/>
                    <a:pt x="6" y="4"/>
                    <a:pt x="9" y="4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97" name="Freeform 4476">
              <a:extLst>
                <a:ext uri="{FF2B5EF4-FFF2-40B4-BE49-F238E27FC236}">
                  <a16:creationId xmlns:a16="http://schemas.microsoft.com/office/drawing/2014/main" id="{8A4030D0-8043-4646-9788-1E01F1BAA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481"/>
              <a:ext cx="13" cy="7"/>
            </a:xfrm>
            <a:custGeom>
              <a:avLst/>
              <a:gdLst>
                <a:gd name="T0" fmla="*/ 0 w 7"/>
                <a:gd name="T1" fmla="*/ 0 h 4"/>
                <a:gd name="T2" fmla="*/ 45 w 7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4"/>
                    <a:pt x="4" y="4"/>
                    <a:pt x="7" y="3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98" name="Freeform 4477">
              <a:extLst>
                <a:ext uri="{FF2B5EF4-FFF2-40B4-BE49-F238E27FC236}">
                  <a16:creationId xmlns:a16="http://schemas.microsoft.com/office/drawing/2014/main" id="{7EF8B788-2796-4909-BAE3-E5E9DC870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468"/>
              <a:ext cx="11" cy="9"/>
            </a:xfrm>
            <a:custGeom>
              <a:avLst/>
              <a:gdLst>
                <a:gd name="T0" fmla="*/ 37 w 6"/>
                <a:gd name="T1" fmla="*/ 0 h 5"/>
                <a:gd name="T2" fmla="*/ 0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1"/>
                    <a:pt x="2" y="3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99" name="Freeform 4478">
              <a:extLst>
                <a:ext uri="{FF2B5EF4-FFF2-40B4-BE49-F238E27FC236}">
                  <a16:creationId xmlns:a16="http://schemas.microsoft.com/office/drawing/2014/main" id="{66F4D840-F2AD-407C-A12A-2DBF42E20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514"/>
              <a:ext cx="10" cy="6"/>
            </a:xfrm>
            <a:custGeom>
              <a:avLst/>
              <a:gdLst>
                <a:gd name="T0" fmla="*/ 0 w 5"/>
                <a:gd name="T1" fmla="*/ 24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00" name="Freeform 4479">
              <a:extLst>
                <a:ext uri="{FF2B5EF4-FFF2-40B4-BE49-F238E27FC236}">
                  <a16:creationId xmlns:a16="http://schemas.microsoft.com/office/drawing/2014/main" id="{A620A3F6-252B-4C15-860E-9655DF65E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211"/>
              <a:ext cx="12" cy="6"/>
            </a:xfrm>
            <a:custGeom>
              <a:avLst/>
              <a:gdLst>
                <a:gd name="T0" fmla="*/ 0 w 6"/>
                <a:gd name="T1" fmla="*/ 24 h 3"/>
                <a:gd name="T2" fmla="*/ 48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01" name="Freeform 4480">
              <a:extLst>
                <a:ext uri="{FF2B5EF4-FFF2-40B4-BE49-F238E27FC236}">
                  <a16:creationId xmlns:a16="http://schemas.microsoft.com/office/drawing/2014/main" id="{047EF30F-08F9-4996-92AF-3BD800CD1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3273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9 w 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2" y="3"/>
                    <a:pt x="4" y="7"/>
                    <a:pt x="5" y="11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02" name="Freeform 4481">
              <a:extLst>
                <a:ext uri="{FF2B5EF4-FFF2-40B4-BE49-F238E27FC236}">
                  <a16:creationId xmlns:a16="http://schemas.microsoft.com/office/drawing/2014/main" id="{FF3A6B91-2F42-4328-BB9D-7FF2006B6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953"/>
              <a:ext cx="11" cy="6"/>
            </a:xfrm>
            <a:custGeom>
              <a:avLst/>
              <a:gdLst>
                <a:gd name="T0" fmla="*/ 0 w 6"/>
                <a:gd name="T1" fmla="*/ 24 h 3"/>
                <a:gd name="T2" fmla="*/ 37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03" name="Freeform 4482">
              <a:extLst>
                <a:ext uri="{FF2B5EF4-FFF2-40B4-BE49-F238E27FC236}">
                  <a16:creationId xmlns:a16="http://schemas.microsoft.com/office/drawing/2014/main" id="{AD457359-8952-4CBF-A224-188F6FCA5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734"/>
              <a:ext cx="12" cy="7"/>
            </a:xfrm>
            <a:custGeom>
              <a:avLst/>
              <a:gdLst>
                <a:gd name="T0" fmla="*/ 0 w 6"/>
                <a:gd name="T1" fmla="*/ 21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04" name="Freeform 4483">
              <a:extLst>
                <a:ext uri="{FF2B5EF4-FFF2-40B4-BE49-F238E27FC236}">
                  <a16:creationId xmlns:a16="http://schemas.microsoft.com/office/drawing/2014/main" id="{7FCCFC0E-3A74-4F9F-ACE4-0C039DA92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631"/>
              <a:ext cx="9" cy="9"/>
            </a:xfrm>
            <a:custGeom>
              <a:avLst/>
              <a:gdLst>
                <a:gd name="T0" fmla="*/ 0 w 5"/>
                <a:gd name="T1" fmla="*/ 29 h 5"/>
                <a:gd name="T2" fmla="*/ 29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3" y="2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05" name="Freeform 4484">
              <a:extLst>
                <a:ext uri="{FF2B5EF4-FFF2-40B4-BE49-F238E27FC236}">
                  <a16:creationId xmlns:a16="http://schemas.microsoft.com/office/drawing/2014/main" id="{F7291E39-FA90-4969-AAEB-1FF17B649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363"/>
              <a:ext cx="6" cy="13"/>
            </a:xfrm>
            <a:custGeom>
              <a:avLst/>
              <a:gdLst>
                <a:gd name="T0" fmla="*/ 0 w 3"/>
                <a:gd name="T1" fmla="*/ 45 h 7"/>
                <a:gd name="T2" fmla="*/ 24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5"/>
                    <a:pt x="2" y="2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06" name="Freeform 4485">
              <a:extLst>
                <a:ext uri="{FF2B5EF4-FFF2-40B4-BE49-F238E27FC236}">
                  <a16:creationId xmlns:a16="http://schemas.microsoft.com/office/drawing/2014/main" id="{CAEBFB38-331E-4365-A35C-6D97D5B87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493"/>
              <a:ext cx="11" cy="9"/>
            </a:xfrm>
            <a:custGeom>
              <a:avLst/>
              <a:gdLst>
                <a:gd name="T0" fmla="*/ 0 w 6"/>
                <a:gd name="T1" fmla="*/ 29 h 5"/>
                <a:gd name="T2" fmla="*/ 37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07" name="Freeform 4486">
              <a:extLst>
                <a:ext uri="{FF2B5EF4-FFF2-40B4-BE49-F238E27FC236}">
                  <a16:creationId xmlns:a16="http://schemas.microsoft.com/office/drawing/2014/main" id="{804A65D1-A687-4D0C-8BDD-D23BB3B5C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545"/>
              <a:ext cx="15" cy="4"/>
            </a:xfrm>
            <a:custGeom>
              <a:avLst/>
              <a:gdLst>
                <a:gd name="T0" fmla="*/ 0 w 8"/>
                <a:gd name="T1" fmla="*/ 16 h 2"/>
                <a:gd name="T2" fmla="*/ 53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6" y="2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08" name="Freeform 4487">
              <a:extLst>
                <a:ext uri="{FF2B5EF4-FFF2-40B4-BE49-F238E27FC236}">
                  <a16:creationId xmlns:a16="http://schemas.microsoft.com/office/drawing/2014/main" id="{8184CEF5-A254-46A8-84B4-C087079DD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547"/>
              <a:ext cx="11" cy="7"/>
            </a:xfrm>
            <a:custGeom>
              <a:avLst/>
              <a:gdLst>
                <a:gd name="T0" fmla="*/ 0 w 6"/>
                <a:gd name="T1" fmla="*/ 21 h 4"/>
                <a:gd name="T2" fmla="*/ 3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09" name="Freeform 4488">
              <a:extLst>
                <a:ext uri="{FF2B5EF4-FFF2-40B4-BE49-F238E27FC236}">
                  <a16:creationId xmlns:a16="http://schemas.microsoft.com/office/drawing/2014/main" id="{21AF9E90-1A14-4061-AE06-B5F75CDCC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594"/>
              <a:ext cx="8" cy="11"/>
            </a:xfrm>
            <a:custGeom>
              <a:avLst/>
              <a:gdLst>
                <a:gd name="T0" fmla="*/ 0 w 4"/>
                <a:gd name="T1" fmla="*/ 0 h 6"/>
                <a:gd name="T2" fmla="*/ 32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2" y="4"/>
                    <a:pt x="4" y="6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10" name="Freeform 4489">
              <a:extLst>
                <a:ext uri="{FF2B5EF4-FFF2-40B4-BE49-F238E27FC236}">
                  <a16:creationId xmlns:a16="http://schemas.microsoft.com/office/drawing/2014/main" id="{BCBC079B-8A94-4908-829A-0D36F4987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794"/>
              <a:ext cx="16" cy="2"/>
            </a:xfrm>
            <a:custGeom>
              <a:avLst/>
              <a:gdLst>
                <a:gd name="T0" fmla="*/ 0 w 9"/>
                <a:gd name="T1" fmla="*/ 8 h 1"/>
                <a:gd name="T2" fmla="*/ 5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1"/>
                    <a:pt x="6" y="1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11" name="Freeform 4490">
              <a:extLst>
                <a:ext uri="{FF2B5EF4-FFF2-40B4-BE49-F238E27FC236}">
                  <a16:creationId xmlns:a16="http://schemas.microsoft.com/office/drawing/2014/main" id="{688D20F1-C098-4332-97B0-C8BB6F20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846"/>
              <a:ext cx="4" cy="8"/>
            </a:xfrm>
            <a:custGeom>
              <a:avLst/>
              <a:gdLst>
                <a:gd name="T0" fmla="*/ 0 w 2"/>
                <a:gd name="T1" fmla="*/ 32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12" name="Freeform 4491">
              <a:extLst>
                <a:ext uri="{FF2B5EF4-FFF2-40B4-BE49-F238E27FC236}">
                  <a16:creationId xmlns:a16="http://schemas.microsoft.com/office/drawing/2014/main" id="{FCCDB144-A31E-4C35-9F55-A417427E2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871"/>
              <a:ext cx="21" cy="3"/>
            </a:xfrm>
            <a:custGeom>
              <a:avLst/>
              <a:gdLst>
                <a:gd name="T0" fmla="*/ 0 w 11"/>
                <a:gd name="T1" fmla="*/ 0 h 2"/>
                <a:gd name="T2" fmla="*/ 76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4" y="2"/>
                    <a:pt x="7" y="0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13" name="Freeform 4492">
              <a:extLst>
                <a:ext uri="{FF2B5EF4-FFF2-40B4-BE49-F238E27FC236}">
                  <a16:creationId xmlns:a16="http://schemas.microsoft.com/office/drawing/2014/main" id="{E5075138-E642-42DD-8E41-445574CD3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833"/>
              <a:ext cx="5" cy="19"/>
            </a:xfrm>
            <a:custGeom>
              <a:avLst/>
              <a:gdLst>
                <a:gd name="T0" fmla="*/ 0 w 3"/>
                <a:gd name="T1" fmla="*/ 0 h 10"/>
                <a:gd name="T2" fmla="*/ 13 w 3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2" y="3"/>
                    <a:pt x="2" y="7"/>
                    <a:pt x="3" y="1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14" name="Freeform 4493">
              <a:extLst>
                <a:ext uri="{FF2B5EF4-FFF2-40B4-BE49-F238E27FC236}">
                  <a16:creationId xmlns:a16="http://schemas.microsoft.com/office/drawing/2014/main" id="{EFCE3FEE-AEAF-4D21-9773-8FA5B35A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852"/>
              <a:ext cx="15" cy="9"/>
            </a:xfrm>
            <a:custGeom>
              <a:avLst/>
              <a:gdLst>
                <a:gd name="T0" fmla="*/ 0 w 8"/>
                <a:gd name="T1" fmla="*/ 29 h 5"/>
                <a:gd name="T2" fmla="*/ 53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5"/>
                    <a:pt x="6" y="2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15" name="Freeform 4494">
              <a:extLst>
                <a:ext uri="{FF2B5EF4-FFF2-40B4-BE49-F238E27FC236}">
                  <a16:creationId xmlns:a16="http://schemas.microsoft.com/office/drawing/2014/main" id="{607F2633-0D83-447B-9091-804EB5AD8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687"/>
              <a:ext cx="17" cy="11"/>
            </a:xfrm>
            <a:custGeom>
              <a:avLst/>
              <a:gdLst>
                <a:gd name="T0" fmla="*/ 0 w 9"/>
                <a:gd name="T1" fmla="*/ 37 h 6"/>
                <a:gd name="T2" fmla="*/ 6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16" name="Freeform 4495">
              <a:extLst>
                <a:ext uri="{FF2B5EF4-FFF2-40B4-BE49-F238E27FC236}">
                  <a16:creationId xmlns:a16="http://schemas.microsoft.com/office/drawing/2014/main" id="{CC9B027D-7F59-429C-9527-E24C4D212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680"/>
              <a:ext cx="11" cy="11"/>
            </a:xfrm>
            <a:custGeom>
              <a:avLst/>
              <a:gdLst>
                <a:gd name="T0" fmla="*/ 0 w 6"/>
                <a:gd name="T1" fmla="*/ 37 h 6"/>
                <a:gd name="T2" fmla="*/ 3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17" name="Freeform 4496">
              <a:extLst>
                <a:ext uri="{FF2B5EF4-FFF2-40B4-BE49-F238E27FC236}">
                  <a16:creationId xmlns:a16="http://schemas.microsoft.com/office/drawing/2014/main" id="{858BE208-0A99-4B70-8B02-DDB6DFEDE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590"/>
              <a:ext cx="9" cy="15"/>
            </a:xfrm>
            <a:custGeom>
              <a:avLst/>
              <a:gdLst>
                <a:gd name="T0" fmla="*/ 0 w 5"/>
                <a:gd name="T1" fmla="*/ 53 h 8"/>
                <a:gd name="T2" fmla="*/ 29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3" y="3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18" name="Freeform 4497">
              <a:extLst>
                <a:ext uri="{FF2B5EF4-FFF2-40B4-BE49-F238E27FC236}">
                  <a16:creationId xmlns:a16="http://schemas.microsoft.com/office/drawing/2014/main" id="{E55BD741-0A1B-43C8-873D-DDB6A42AD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981"/>
              <a:ext cx="19" cy="4"/>
            </a:xfrm>
            <a:custGeom>
              <a:avLst/>
              <a:gdLst>
                <a:gd name="T0" fmla="*/ 0 w 10"/>
                <a:gd name="T1" fmla="*/ 16 h 2"/>
                <a:gd name="T2" fmla="*/ 6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1"/>
                    <a:pt x="7" y="0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19" name="Freeform 4498">
              <a:extLst>
                <a:ext uri="{FF2B5EF4-FFF2-40B4-BE49-F238E27FC236}">
                  <a16:creationId xmlns:a16="http://schemas.microsoft.com/office/drawing/2014/main" id="{06B4819B-04D0-4626-8CF9-885AE76C7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657"/>
              <a:ext cx="8" cy="24"/>
            </a:xfrm>
            <a:custGeom>
              <a:avLst/>
              <a:gdLst>
                <a:gd name="T0" fmla="*/ 0 w 4"/>
                <a:gd name="T1" fmla="*/ 81 h 13"/>
                <a:gd name="T2" fmla="*/ 32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13"/>
                  </a:moveTo>
                  <a:cubicBezTo>
                    <a:pt x="1" y="9"/>
                    <a:pt x="3" y="4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20" name="Freeform 4499">
              <a:extLst>
                <a:ext uri="{FF2B5EF4-FFF2-40B4-BE49-F238E27FC236}">
                  <a16:creationId xmlns:a16="http://schemas.microsoft.com/office/drawing/2014/main" id="{58DDFC09-6F56-4A1B-82D9-C43385CD7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619"/>
              <a:ext cx="13" cy="17"/>
            </a:xfrm>
            <a:custGeom>
              <a:avLst/>
              <a:gdLst>
                <a:gd name="T0" fmla="*/ 0 w 7"/>
                <a:gd name="T1" fmla="*/ 60 h 9"/>
                <a:gd name="T2" fmla="*/ 45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21" name="Freeform 4500">
              <a:extLst>
                <a:ext uri="{FF2B5EF4-FFF2-40B4-BE49-F238E27FC236}">
                  <a16:creationId xmlns:a16="http://schemas.microsoft.com/office/drawing/2014/main" id="{A0518CAB-E155-4143-8F9D-A73FA71D3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565"/>
              <a:ext cx="15" cy="9"/>
            </a:xfrm>
            <a:custGeom>
              <a:avLst/>
              <a:gdLst>
                <a:gd name="T0" fmla="*/ 0 w 8"/>
                <a:gd name="T1" fmla="*/ 29 h 5"/>
                <a:gd name="T2" fmla="*/ 53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3"/>
                    <a:pt x="5" y="2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22" name="Freeform 4501">
              <a:extLst>
                <a:ext uri="{FF2B5EF4-FFF2-40B4-BE49-F238E27FC236}">
                  <a16:creationId xmlns:a16="http://schemas.microsoft.com/office/drawing/2014/main" id="{48230386-F12F-4544-9BBB-D06526885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526"/>
              <a:ext cx="7" cy="11"/>
            </a:xfrm>
            <a:custGeom>
              <a:avLst/>
              <a:gdLst>
                <a:gd name="T0" fmla="*/ 0 w 4"/>
                <a:gd name="T1" fmla="*/ 37 h 6"/>
                <a:gd name="T2" fmla="*/ 21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23" name="Freeform 4502">
              <a:extLst>
                <a:ext uri="{FF2B5EF4-FFF2-40B4-BE49-F238E27FC236}">
                  <a16:creationId xmlns:a16="http://schemas.microsoft.com/office/drawing/2014/main" id="{E1039C50-2BD5-4FC2-BE67-8F66CDC01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462"/>
              <a:ext cx="16" cy="6"/>
            </a:xfrm>
            <a:custGeom>
              <a:avLst/>
              <a:gdLst>
                <a:gd name="T0" fmla="*/ 0 w 9"/>
                <a:gd name="T1" fmla="*/ 24 h 3"/>
                <a:gd name="T2" fmla="*/ 5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1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24" name="Freeform 4503">
              <a:extLst>
                <a:ext uri="{FF2B5EF4-FFF2-40B4-BE49-F238E27FC236}">
                  <a16:creationId xmlns:a16="http://schemas.microsoft.com/office/drawing/2014/main" id="{B187BF2C-AF5E-4BA5-8F8B-413F644FC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574"/>
              <a:ext cx="7" cy="8"/>
            </a:xfrm>
            <a:custGeom>
              <a:avLst/>
              <a:gdLst>
                <a:gd name="T0" fmla="*/ 0 w 4"/>
                <a:gd name="T1" fmla="*/ 0 h 4"/>
                <a:gd name="T2" fmla="*/ 21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2"/>
                    <a:pt x="4" y="4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25" name="Freeform 4504">
              <a:extLst>
                <a:ext uri="{FF2B5EF4-FFF2-40B4-BE49-F238E27FC236}">
                  <a16:creationId xmlns:a16="http://schemas.microsoft.com/office/drawing/2014/main" id="{F4037BB9-6E74-4802-A87B-EB9932712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679"/>
              <a:ext cx="11" cy="23"/>
            </a:xfrm>
            <a:custGeom>
              <a:avLst/>
              <a:gdLst>
                <a:gd name="T0" fmla="*/ 0 w 6"/>
                <a:gd name="T1" fmla="*/ 84 h 12"/>
                <a:gd name="T2" fmla="*/ 37 w 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12"/>
                  </a:moveTo>
                  <a:cubicBezTo>
                    <a:pt x="4" y="11"/>
                    <a:pt x="6" y="4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26" name="Freeform 4505">
              <a:extLst>
                <a:ext uri="{FF2B5EF4-FFF2-40B4-BE49-F238E27FC236}">
                  <a16:creationId xmlns:a16="http://schemas.microsoft.com/office/drawing/2014/main" id="{9DE266FC-F301-4DDB-BA1C-22BBA20EE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662"/>
              <a:ext cx="17" cy="10"/>
            </a:xfrm>
            <a:custGeom>
              <a:avLst/>
              <a:gdLst>
                <a:gd name="T0" fmla="*/ 0 w 9"/>
                <a:gd name="T1" fmla="*/ 40 h 5"/>
                <a:gd name="T2" fmla="*/ 6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2"/>
                    <a:pt x="6" y="1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27" name="Freeform 4506">
              <a:extLst>
                <a:ext uri="{FF2B5EF4-FFF2-40B4-BE49-F238E27FC236}">
                  <a16:creationId xmlns:a16="http://schemas.microsoft.com/office/drawing/2014/main" id="{7184FCEF-D92C-47D4-B0A5-B4D728C5B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3629"/>
              <a:ext cx="41" cy="24"/>
            </a:xfrm>
            <a:custGeom>
              <a:avLst/>
              <a:gdLst>
                <a:gd name="T0" fmla="*/ 13 w 22"/>
                <a:gd name="T1" fmla="*/ 76 h 13"/>
                <a:gd name="T2" fmla="*/ 97 w 22"/>
                <a:gd name="T3" fmla="*/ 61 h 13"/>
                <a:gd name="T4" fmla="*/ 0 w 22"/>
                <a:gd name="T5" fmla="*/ 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2" y="12"/>
                  </a:moveTo>
                  <a:cubicBezTo>
                    <a:pt x="5" y="12"/>
                    <a:pt x="13" y="13"/>
                    <a:pt x="15" y="10"/>
                  </a:cubicBezTo>
                  <a:cubicBezTo>
                    <a:pt x="22" y="0"/>
                    <a:pt x="3" y="6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28" name="Freeform 4507">
              <a:extLst>
                <a:ext uri="{FF2B5EF4-FFF2-40B4-BE49-F238E27FC236}">
                  <a16:creationId xmlns:a16="http://schemas.microsoft.com/office/drawing/2014/main" id="{162116D1-C9A8-4976-BF02-66375140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645"/>
              <a:ext cx="13" cy="8"/>
            </a:xfrm>
            <a:custGeom>
              <a:avLst/>
              <a:gdLst>
                <a:gd name="T0" fmla="*/ 0 w 7"/>
                <a:gd name="T1" fmla="*/ 32 h 4"/>
                <a:gd name="T2" fmla="*/ 4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29" name="Freeform 4508">
              <a:extLst>
                <a:ext uri="{FF2B5EF4-FFF2-40B4-BE49-F238E27FC236}">
                  <a16:creationId xmlns:a16="http://schemas.microsoft.com/office/drawing/2014/main" id="{5F567650-82DD-4592-88C6-76F7D846C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713"/>
              <a:ext cx="19" cy="11"/>
            </a:xfrm>
            <a:custGeom>
              <a:avLst/>
              <a:gdLst>
                <a:gd name="T0" fmla="*/ 0 w 10"/>
                <a:gd name="T1" fmla="*/ 0 h 6"/>
                <a:gd name="T2" fmla="*/ 6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1" y="6"/>
                    <a:pt x="8" y="3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30" name="Freeform 4509">
              <a:extLst>
                <a:ext uri="{FF2B5EF4-FFF2-40B4-BE49-F238E27FC236}">
                  <a16:creationId xmlns:a16="http://schemas.microsoft.com/office/drawing/2014/main" id="{210543D8-DA1D-4AC0-9298-E669227BC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675"/>
              <a:ext cx="17" cy="13"/>
            </a:xfrm>
            <a:custGeom>
              <a:avLst/>
              <a:gdLst>
                <a:gd name="T0" fmla="*/ 0 w 9"/>
                <a:gd name="T1" fmla="*/ 45 h 7"/>
                <a:gd name="T2" fmla="*/ 60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5"/>
                    <a:pt x="6" y="2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31" name="Freeform 4510">
              <a:extLst>
                <a:ext uri="{FF2B5EF4-FFF2-40B4-BE49-F238E27FC236}">
                  <a16:creationId xmlns:a16="http://schemas.microsoft.com/office/drawing/2014/main" id="{58796003-471F-4FED-80C9-46E901341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700"/>
              <a:ext cx="13" cy="15"/>
            </a:xfrm>
            <a:custGeom>
              <a:avLst/>
              <a:gdLst>
                <a:gd name="T0" fmla="*/ 0 w 7"/>
                <a:gd name="T1" fmla="*/ 53 h 8"/>
                <a:gd name="T2" fmla="*/ 4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32" name="Freeform 4511">
              <a:extLst>
                <a:ext uri="{FF2B5EF4-FFF2-40B4-BE49-F238E27FC236}">
                  <a16:creationId xmlns:a16="http://schemas.microsoft.com/office/drawing/2014/main" id="{B694FC3E-058D-4243-903C-A1985A919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3715"/>
              <a:ext cx="2" cy="18"/>
            </a:xfrm>
            <a:custGeom>
              <a:avLst/>
              <a:gdLst>
                <a:gd name="T0" fmla="*/ 0 w 1"/>
                <a:gd name="T1" fmla="*/ 0 h 10"/>
                <a:gd name="T2" fmla="*/ 8 w 1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1" y="3"/>
                    <a:pt x="1" y="7"/>
                    <a:pt x="1" y="1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33" name="Freeform 4512">
              <a:extLst>
                <a:ext uri="{FF2B5EF4-FFF2-40B4-BE49-F238E27FC236}">
                  <a16:creationId xmlns:a16="http://schemas.microsoft.com/office/drawing/2014/main" id="{6F6D9032-33B3-41B9-910E-CD614FC4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752"/>
              <a:ext cx="6" cy="17"/>
            </a:xfrm>
            <a:custGeom>
              <a:avLst/>
              <a:gdLst>
                <a:gd name="T0" fmla="*/ 0 w 3"/>
                <a:gd name="T1" fmla="*/ 0 h 9"/>
                <a:gd name="T2" fmla="*/ 16 w 3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2" y="3"/>
                    <a:pt x="3" y="6"/>
                    <a:pt x="2" y="9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34" name="Freeform 4513">
              <a:extLst>
                <a:ext uri="{FF2B5EF4-FFF2-40B4-BE49-F238E27FC236}">
                  <a16:creationId xmlns:a16="http://schemas.microsoft.com/office/drawing/2014/main" id="{03287AB2-43DD-4D69-9AAB-538EB8E30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750"/>
              <a:ext cx="12" cy="4"/>
            </a:xfrm>
            <a:custGeom>
              <a:avLst/>
              <a:gdLst>
                <a:gd name="T0" fmla="*/ 0 w 6"/>
                <a:gd name="T1" fmla="*/ 16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35" name="Freeform 4514">
              <a:extLst>
                <a:ext uri="{FF2B5EF4-FFF2-40B4-BE49-F238E27FC236}">
                  <a16:creationId xmlns:a16="http://schemas.microsoft.com/office/drawing/2014/main" id="{29F79A34-D982-472F-8272-48461FBD5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3747"/>
              <a:ext cx="7" cy="11"/>
            </a:xfrm>
            <a:custGeom>
              <a:avLst/>
              <a:gdLst>
                <a:gd name="T0" fmla="*/ 0 w 4"/>
                <a:gd name="T1" fmla="*/ 0 h 6"/>
                <a:gd name="T2" fmla="*/ 21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3"/>
                    <a:pt x="3" y="5"/>
                    <a:pt x="4" y="6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36" name="Freeform 4515">
              <a:extLst>
                <a:ext uri="{FF2B5EF4-FFF2-40B4-BE49-F238E27FC236}">
                  <a16:creationId xmlns:a16="http://schemas.microsoft.com/office/drawing/2014/main" id="{5E48BFB8-0718-48C3-92C5-40650DD69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3657"/>
              <a:ext cx="13" cy="9"/>
            </a:xfrm>
            <a:custGeom>
              <a:avLst/>
              <a:gdLst>
                <a:gd name="T0" fmla="*/ 0 w 7"/>
                <a:gd name="T1" fmla="*/ 29 h 5"/>
                <a:gd name="T2" fmla="*/ 4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5" y="2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37" name="Freeform 4516">
              <a:extLst>
                <a:ext uri="{FF2B5EF4-FFF2-40B4-BE49-F238E27FC236}">
                  <a16:creationId xmlns:a16="http://schemas.microsoft.com/office/drawing/2014/main" id="{42C523E2-5E03-4490-A434-865833A2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518"/>
              <a:ext cx="56" cy="24"/>
            </a:xfrm>
            <a:custGeom>
              <a:avLst/>
              <a:gdLst>
                <a:gd name="T0" fmla="*/ 0 w 30"/>
                <a:gd name="T1" fmla="*/ 52 h 13"/>
                <a:gd name="T2" fmla="*/ 196 w 3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3">
                  <a:moveTo>
                    <a:pt x="0" y="8"/>
                  </a:moveTo>
                  <a:cubicBezTo>
                    <a:pt x="9" y="13"/>
                    <a:pt x="22" y="3"/>
                    <a:pt x="30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38" name="Freeform 4517">
              <a:extLst>
                <a:ext uri="{FF2B5EF4-FFF2-40B4-BE49-F238E27FC236}">
                  <a16:creationId xmlns:a16="http://schemas.microsoft.com/office/drawing/2014/main" id="{4F8F24DF-62F3-46C2-A88A-DDFF14AA5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518"/>
              <a:ext cx="15" cy="8"/>
            </a:xfrm>
            <a:custGeom>
              <a:avLst/>
              <a:gdLst>
                <a:gd name="T0" fmla="*/ 0 w 8"/>
                <a:gd name="T1" fmla="*/ 32 h 4"/>
                <a:gd name="T2" fmla="*/ 5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6" y="1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39" name="Freeform 4518">
              <a:extLst>
                <a:ext uri="{FF2B5EF4-FFF2-40B4-BE49-F238E27FC236}">
                  <a16:creationId xmlns:a16="http://schemas.microsoft.com/office/drawing/2014/main" id="{18BEF278-F032-459A-8158-54B1ABCE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490"/>
              <a:ext cx="7" cy="4"/>
            </a:xfrm>
            <a:custGeom>
              <a:avLst/>
              <a:gdLst>
                <a:gd name="T0" fmla="*/ 21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40" name="Freeform 4519">
              <a:extLst>
                <a:ext uri="{FF2B5EF4-FFF2-40B4-BE49-F238E27FC236}">
                  <a16:creationId xmlns:a16="http://schemas.microsoft.com/office/drawing/2014/main" id="{FBC9F907-BB6F-4BFE-B115-2679B6279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623"/>
              <a:ext cx="7" cy="11"/>
            </a:xfrm>
            <a:custGeom>
              <a:avLst/>
              <a:gdLst>
                <a:gd name="T0" fmla="*/ 0 w 4"/>
                <a:gd name="T1" fmla="*/ 0 h 6"/>
                <a:gd name="T2" fmla="*/ 21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1"/>
                    <a:pt x="4" y="3"/>
                    <a:pt x="4" y="6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41" name="Freeform 4520">
              <a:extLst>
                <a:ext uri="{FF2B5EF4-FFF2-40B4-BE49-F238E27FC236}">
                  <a16:creationId xmlns:a16="http://schemas.microsoft.com/office/drawing/2014/main" id="{8BE30D73-D434-4186-A369-27227E61C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3582"/>
              <a:ext cx="17" cy="9"/>
            </a:xfrm>
            <a:custGeom>
              <a:avLst/>
              <a:gdLst>
                <a:gd name="T0" fmla="*/ 0 w 9"/>
                <a:gd name="T1" fmla="*/ 29 h 5"/>
                <a:gd name="T2" fmla="*/ 6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2"/>
                    <a:pt x="6" y="1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42" name="Freeform 4521">
              <a:extLst>
                <a:ext uri="{FF2B5EF4-FFF2-40B4-BE49-F238E27FC236}">
                  <a16:creationId xmlns:a16="http://schemas.microsoft.com/office/drawing/2014/main" id="{A0BD21BA-4236-43EA-AD36-34435DBE9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571"/>
              <a:ext cx="19" cy="1"/>
            </a:xfrm>
            <a:custGeom>
              <a:avLst/>
              <a:gdLst>
                <a:gd name="T0" fmla="*/ 0 w 10"/>
                <a:gd name="T1" fmla="*/ 0 h 1"/>
                <a:gd name="T2" fmla="*/ 68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4" y="0"/>
                    <a:pt x="7" y="0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43" name="Freeform 4522">
              <a:extLst>
                <a:ext uri="{FF2B5EF4-FFF2-40B4-BE49-F238E27FC236}">
                  <a16:creationId xmlns:a16="http://schemas.microsoft.com/office/drawing/2014/main" id="{11DF8B77-2D0D-4648-9972-9B19CEA99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552"/>
              <a:ext cx="11" cy="17"/>
            </a:xfrm>
            <a:custGeom>
              <a:avLst/>
              <a:gdLst>
                <a:gd name="T0" fmla="*/ 37 w 6"/>
                <a:gd name="T1" fmla="*/ 60 h 9"/>
                <a:gd name="T2" fmla="*/ 0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9"/>
                  </a:moveTo>
                  <a:cubicBezTo>
                    <a:pt x="4" y="7"/>
                    <a:pt x="1" y="4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44" name="Freeform 4523">
              <a:extLst>
                <a:ext uri="{FF2B5EF4-FFF2-40B4-BE49-F238E27FC236}">
                  <a16:creationId xmlns:a16="http://schemas.microsoft.com/office/drawing/2014/main" id="{E25136CD-4BFF-4B1C-91C4-17C25C666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627"/>
              <a:ext cx="17" cy="5"/>
            </a:xfrm>
            <a:custGeom>
              <a:avLst/>
              <a:gdLst>
                <a:gd name="T0" fmla="*/ 0 w 9"/>
                <a:gd name="T1" fmla="*/ 8 h 3"/>
                <a:gd name="T2" fmla="*/ 6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45" name="Freeform 4524">
              <a:extLst>
                <a:ext uri="{FF2B5EF4-FFF2-40B4-BE49-F238E27FC236}">
                  <a16:creationId xmlns:a16="http://schemas.microsoft.com/office/drawing/2014/main" id="{50AFF7DA-2E81-4D99-8889-697C6CBCB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556"/>
              <a:ext cx="19" cy="3"/>
            </a:xfrm>
            <a:custGeom>
              <a:avLst/>
              <a:gdLst>
                <a:gd name="T0" fmla="*/ 0 w 10"/>
                <a:gd name="T1" fmla="*/ 8 h 2"/>
                <a:gd name="T2" fmla="*/ 68 w 1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0"/>
                    <a:pt x="7" y="0"/>
                    <a:pt x="10" y="2"/>
                  </a:cubicBezTo>
                </a:path>
              </a:pathLst>
            </a:custGeom>
            <a:noFill/>
            <a:ln w="11113" cap="flat">
              <a:solidFill>
                <a:srgbClr val="FFDC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46" name="Freeform 4525">
              <a:extLst>
                <a:ext uri="{FF2B5EF4-FFF2-40B4-BE49-F238E27FC236}">
                  <a16:creationId xmlns:a16="http://schemas.microsoft.com/office/drawing/2014/main" id="{4E194120-AF96-4C34-9924-2F97C16B6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910"/>
              <a:ext cx="34" cy="49"/>
            </a:xfrm>
            <a:custGeom>
              <a:avLst/>
              <a:gdLst>
                <a:gd name="T0" fmla="*/ 47 w 18"/>
                <a:gd name="T1" fmla="*/ 173 h 26"/>
                <a:gd name="T2" fmla="*/ 81 w 18"/>
                <a:gd name="T3" fmla="*/ 145 h 26"/>
                <a:gd name="T4" fmla="*/ 108 w 18"/>
                <a:gd name="T5" fmla="*/ 107 h 26"/>
                <a:gd name="T6" fmla="*/ 93 w 18"/>
                <a:gd name="T7" fmla="*/ 53 h 26"/>
                <a:gd name="T8" fmla="*/ 53 w 18"/>
                <a:gd name="T9" fmla="*/ 28 h 26"/>
                <a:gd name="T10" fmla="*/ 15 w 18"/>
                <a:gd name="T11" fmla="*/ 28 h 26"/>
                <a:gd name="T12" fmla="*/ 21 w 18"/>
                <a:gd name="T13" fmla="*/ 92 h 26"/>
                <a:gd name="T14" fmla="*/ 47 w 18"/>
                <a:gd name="T15" fmla="*/ 173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6">
                  <a:moveTo>
                    <a:pt x="7" y="26"/>
                  </a:moveTo>
                  <a:cubicBezTo>
                    <a:pt x="12" y="26"/>
                    <a:pt x="13" y="25"/>
                    <a:pt x="12" y="22"/>
                  </a:cubicBezTo>
                  <a:cubicBezTo>
                    <a:pt x="12" y="19"/>
                    <a:pt x="15" y="19"/>
                    <a:pt x="16" y="16"/>
                  </a:cubicBezTo>
                  <a:cubicBezTo>
                    <a:pt x="18" y="14"/>
                    <a:pt x="16" y="10"/>
                    <a:pt x="14" y="8"/>
                  </a:cubicBezTo>
                  <a:cubicBezTo>
                    <a:pt x="12" y="6"/>
                    <a:pt x="9" y="7"/>
                    <a:pt x="8" y="4"/>
                  </a:cubicBezTo>
                  <a:cubicBezTo>
                    <a:pt x="7" y="2"/>
                    <a:pt x="3" y="0"/>
                    <a:pt x="2" y="4"/>
                  </a:cubicBezTo>
                  <a:cubicBezTo>
                    <a:pt x="0" y="8"/>
                    <a:pt x="4" y="11"/>
                    <a:pt x="3" y="14"/>
                  </a:cubicBezTo>
                  <a:cubicBezTo>
                    <a:pt x="2" y="18"/>
                    <a:pt x="2" y="25"/>
                    <a:pt x="7" y="26"/>
                  </a:cubicBezTo>
                  <a:close/>
                </a:path>
              </a:pathLst>
            </a:custGeom>
            <a:solidFill>
              <a:srgbClr val="CCE4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47" name="Freeform 4526">
              <a:extLst>
                <a:ext uri="{FF2B5EF4-FFF2-40B4-BE49-F238E27FC236}">
                  <a16:creationId xmlns:a16="http://schemas.microsoft.com/office/drawing/2014/main" id="{69C3379D-E064-43CF-A2D1-17D5272A5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935"/>
              <a:ext cx="28" cy="18"/>
            </a:xfrm>
            <a:custGeom>
              <a:avLst/>
              <a:gdLst>
                <a:gd name="T0" fmla="*/ 21 w 15"/>
                <a:gd name="T1" fmla="*/ 7 h 10"/>
                <a:gd name="T2" fmla="*/ 52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3" y="1"/>
                  </a:moveTo>
                  <a:cubicBezTo>
                    <a:pt x="0" y="10"/>
                    <a:pt x="15" y="5"/>
                    <a:pt x="8" y="0"/>
                  </a:cubicBezTo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48" name="Freeform 4527">
              <a:extLst>
                <a:ext uri="{FF2B5EF4-FFF2-40B4-BE49-F238E27FC236}">
                  <a16:creationId xmlns:a16="http://schemas.microsoft.com/office/drawing/2014/main" id="{1780E944-73FE-4CB1-854B-305B3DB4F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998"/>
              <a:ext cx="54" cy="58"/>
            </a:xfrm>
            <a:custGeom>
              <a:avLst/>
              <a:gdLst>
                <a:gd name="T0" fmla="*/ 24 w 29"/>
                <a:gd name="T1" fmla="*/ 13 h 31"/>
                <a:gd name="T2" fmla="*/ 65 w 29"/>
                <a:gd name="T3" fmla="*/ 32 h 31"/>
                <a:gd name="T4" fmla="*/ 117 w 29"/>
                <a:gd name="T5" fmla="*/ 39 h 31"/>
                <a:gd name="T6" fmla="*/ 156 w 29"/>
                <a:gd name="T7" fmla="*/ 84 h 31"/>
                <a:gd name="T8" fmla="*/ 149 w 29"/>
                <a:gd name="T9" fmla="*/ 125 h 31"/>
                <a:gd name="T10" fmla="*/ 128 w 29"/>
                <a:gd name="T11" fmla="*/ 196 h 31"/>
                <a:gd name="T12" fmla="*/ 97 w 29"/>
                <a:gd name="T13" fmla="*/ 125 h 31"/>
                <a:gd name="T14" fmla="*/ 89 w 29"/>
                <a:gd name="T15" fmla="*/ 120 h 31"/>
                <a:gd name="T16" fmla="*/ 69 w 29"/>
                <a:gd name="T17" fmla="*/ 73 h 31"/>
                <a:gd name="T18" fmla="*/ 24 w 29"/>
                <a:gd name="T19" fmla="*/ 13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31">
                  <a:moveTo>
                    <a:pt x="4" y="2"/>
                  </a:moveTo>
                  <a:cubicBezTo>
                    <a:pt x="6" y="0"/>
                    <a:pt x="8" y="4"/>
                    <a:pt x="10" y="5"/>
                  </a:cubicBezTo>
                  <a:cubicBezTo>
                    <a:pt x="14" y="7"/>
                    <a:pt x="14" y="5"/>
                    <a:pt x="18" y="6"/>
                  </a:cubicBezTo>
                  <a:cubicBezTo>
                    <a:pt x="20" y="6"/>
                    <a:pt x="24" y="10"/>
                    <a:pt x="24" y="13"/>
                  </a:cubicBezTo>
                  <a:cubicBezTo>
                    <a:pt x="24" y="15"/>
                    <a:pt x="21" y="15"/>
                    <a:pt x="23" y="19"/>
                  </a:cubicBezTo>
                  <a:cubicBezTo>
                    <a:pt x="25" y="24"/>
                    <a:pt x="29" y="31"/>
                    <a:pt x="20" y="30"/>
                  </a:cubicBezTo>
                  <a:cubicBezTo>
                    <a:pt x="12" y="30"/>
                    <a:pt x="16" y="24"/>
                    <a:pt x="15" y="19"/>
                  </a:cubicBezTo>
                  <a:cubicBezTo>
                    <a:pt x="15" y="19"/>
                    <a:pt x="15" y="18"/>
                    <a:pt x="14" y="18"/>
                  </a:cubicBezTo>
                  <a:cubicBezTo>
                    <a:pt x="8" y="20"/>
                    <a:pt x="12" y="15"/>
                    <a:pt x="11" y="11"/>
                  </a:cubicBezTo>
                  <a:cubicBezTo>
                    <a:pt x="10" y="8"/>
                    <a:pt x="0" y="6"/>
                    <a:pt x="4" y="2"/>
                  </a:cubicBezTo>
                  <a:close/>
                </a:path>
              </a:pathLst>
            </a:custGeom>
            <a:solidFill>
              <a:srgbClr val="CCE4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49" name="Freeform 4528">
              <a:extLst>
                <a:ext uri="{FF2B5EF4-FFF2-40B4-BE49-F238E27FC236}">
                  <a16:creationId xmlns:a16="http://schemas.microsoft.com/office/drawing/2014/main" id="{07194EEC-C0A6-4CB6-9329-31C76A0C4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019"/>
              <a:ext cx="13" cy="19"/>
            </a:xfrm>
            <a:custGeom>
              <a:avLst/>
              <a:gdLst>
                <a:gd name="T0" fmla="*/ 0 w 7"/>
                <a:gd name="T1" fmla="*/ 36 h 10"/>
                <a:gd name="T2" fmla="*/ 13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5"/>
                  </a:moveTo>
                  <a:cubicBezTo>
                    <a:pt x="3" y="10"/>
                    <a:pt x="7" y="2"/>
                    <a:pt x="2" y="0"/>
                  </a:cubicBezTo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50" name="Freeform 4529">
              <a:extLst>
                <a:ext uri="{FF2B5EF4-FFF2-40B4-BE49-F238E27FC236}">
                  <a16:creationId xmlns:a16="http://schemas.microsoft.com/office/drawing/2014/main" id="{F2DDCFF2-1A5B-4AD1-B2F7-D033241F8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163"/>
              <a:ext cx="28" cy="45"/>
            </a:xfrm>
            <a:custGeom>
              <a:avLst/>
              <a:gdLst>
                <a:gd name="T0" fmla="*/ 24 w 15"/>
                <a:gd name="T1" fmla="*/ 39 h 24"/>
                <a:gd name="T2" fmla="*/ 7 w 15"/>
                <a:gd name="T3" fmla="*/ 81 h 24"/>
                <a:gd name="T4" fmla="*/ 24 w 15"/>
                <a:gd name="T5" fmla="*/ 105 h 24"/>
                <a:gd name="T6" fmla="*/ 45 w 15"/>
                <a:gd name="T7" fmla="*/ 152 h 24"/>
                <a:gd name="T8" fmla="*/ 77 w 15"/>
                <a:gd name="T9" fmla="*/ 152 h 24"/>
                <a:gd name="T10" fmla="*/ 77 w 15"/>
                <a:gd name="T11" fmla="*/ 120 h 24"/>
                <a:gd name="T12" fmla="*/ 91 w 15"/>
                <a:gd name="T13" fmla="*/ 84 h 24"/>
                <a:gd name="T14" fmla="*/ 73 w 15"/>
                <a:gd name="T15" fmla="*/ 28 h 24"/>
                <a:gd name="T16" fmla="*/ 24 w 15"/>
                <a:gd name="T17" fmla="*/ 39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4">
                  <a:moveTo>
                    <a:pt x="4" y="6"/>
                  </a:moveTo>
                  <a:cubicBezTo>
                    <a:pt x="4" y="7"/>
                    <a:pt x="0" y="10"/>
                    <a:pt x="1" y="12"/>
                  </a:cubicBezTo>
                  <a:cubicBezTo>
                    <a:pt x="1" y="15"/>
                    <a:pt x="3" y="13"/>
                    <a:pt x="4" y="16"/>
                  </a:cubicBezTo>
                  <a:cubicBezTo>
                    <a:pt x="5" y="19"/>
                    <a:pt x="5" y="20"/>
                    <a:pt x="7" y="23"/>
                  </a:cubicBezTo>
                  <a:cubicBezTo>
                    <a:pt x="9" y="24"/>
                    <a:pt x="12" y="24"/>
                    <a:pt x="12" y="23"/>
                  </a:cubicBezTo>
                  <a:cubicBezTo>
                    <a:pt x="13" y="21"/>
                    <a:pt x="12" y="20"/>
                    <a:pt x="12" y="18"/>
                  </a:cubicBezTo>
                  <a:cubicBezTo>
                    <a:pt x="12" y="17"/>
                    <a:pt x="14" y="14"/>
                    <a:pt x="14" y="13"/>
                  </a:cubicBezTo>
                  <a:cubicBezTo>
                    <a:pt x="15" y="9"/>
                    <a:pt x="11" y="8"/>
                    <a:pt x="11" y="4"/>
                  </a:cubicBezTo>
                  <a:cubicBezTo>
                    <a:pt x="11" y="0"/>
                    <a:pt x="4" y="1"/>
                    <a:pt x="4" y="6"/>
                  </a:cubicBezTo>
                  <a:close/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51" name="Freeform 4530">
              <a:extLst>
                <a:ext uri="{FF2B5EF4-FFF2-40B4-BE49-F238E27FC236}">
                  <a16:creationId xmlns:a16="http://schemas.microsoft.com/office/drawing/2014/main" id="{020F5646-E14E-4949-9283-D9ABAC50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238"/>
              <a:ext cx="18" cy="39"/>
            </a:xfrm>
            <a:custGeom>
              <a:avLst/>
              <a:gdLst>
                <a:gd name="T0" fmla="*/ 29 w 10"/>
                <a:gd name="T1" fmla="*/ 13 h 21"/>
                <a:gd name="T2" fmla="*/ 7 w 10"/>
                <a:gd name="T3" fmla="*/ 20 h 21"/>
                <a:gd name="T4" fmla="*/ 13 w 10"/>
                <a:gd name="T5" fmla="*/ 37 h 21"/>
                <a:gd name="T6" fmla="*/ 0 w 10"/>
                <a:gd name="T7" fmla="*/ 76 h 21"/>
                <a:gd name="T8" fmla="*/ 13 w 10"/>
                <a:gd name="T9" fmla="*/ 110 h 21"/>
                <a:gd name="T10" fmla="*/ 52 w 10"/>
                <a:gd name="T11" fmla="*/ 113 h 21"/>
                <a:gd name="T12" fmla="*/ 52 w 10"/>
                <a:gd name="T13" fmla="*/ 52 h 21"/>
                <a:gd name="T14" fmla="*/ 29 w 10"/>
                <a:gd name="T15" fmla="*/ 13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1">
                  <a:moveTo>
                    <a:pt x="5" y="2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2" y="5"/>
                    <a:pt x="2" y="6"/>
                  </a:cubicBezTo>
                  <a:cubicBezTo>
                    <a:pt x="2" y="9"/>
                    <a:pt x="1" y="9"/>
                    <a:pt x="0" y="12"/>
                  </a:cubicBezTo>
                  <a:cubicBezTo>
                    <a:pt x="0" y="14"/>
                    <a:pt x="2" y="14"/>
                    <a:pt x="2" y="17"/>
                  </a:cubicBezTo>
                  <a:cubicBezTo>
                    <a:pt x="3" y="21"/>
                    <a:pt x="8" y="20"/>
                    <a:pt x="9" y="18"/>
                  </a:cubicBezTo>
                  <a:cubicBezTo>
                    <a:pt x="10" y="15"/>
                    <a:pt x="9" y="11"/>
                    <a:pt x="9" y="8"/>
                  </a:cubicBezTo>
                  <a:cubicBezTo>
                    <a:pt x="10" y="3"/>
                    <a:pt x="7" y="4"/>
                    <a:pt x="5" y="2"/>
                  </a:cubicBezTo>
                  <a:close/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52" name="Freeform 4531">
              <a:extLst>
                <a:ext uri="{FF2B5EF4-FFF2-40B4-BE49-F238E27FC236}">
                  <a16:creationId xmlns:a16="http://schemas.microsoft.com/office/drawing/2014/main" id="{DFE68DA9-1304-432D-8548-3BFB62CF2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330"/>
              <a:ext cx="26" cy="43"/>
            </a:xfrm>
            <a:custGeom>
              <a:avLst/>
              <a:gdLst>
                <a:gd name="T0" fmla="*/ 45 w 14"/>
                <a:gd name="T1" fmla="*/ 0 h 23"/>
                <a:gd name="T2" fmla="*/ 13 w 14"/>
                <a:gd name="T3" fmla="*/ 7 h 23"/>
                <a:gd name="T4" fmla="*/ 7 w 14"/>
                <a:gd name="T5" fmla="*/ 52 h 23"/>
                <a:gd name="T6" fmla="*/ 0 w 14"/>
                <a:gd name="T7" fmla="*/ 97 h 23"/>
                <a:gd name="T8" fmla="*/ 32 w 14"/>
                <a:gd name="T9" fmla="*/ 125 h 23"/>
                <a:gd name="T10" fmla="*/ 52 w 14"/>
                <a:gd name="T11" fmla="*/ 144 h 23"/>
                <a:gd name="T12" fmla="*/ 76 w 14"/>
                <a:gd name="T13" fmla="*/ 129 h 23"/>
                <a:gd name="T14" fmla="*/ 84 w 14"/>
                <a:gd name="T15" fmla="*/ 77 h 23"/>
                <a:gd name="T16" fmla="*/ 69 w 14"/>
                <a:gd name="T17" fmla="*/ 32 h 23"/>
                <a:gd name="T18" fmla="*/ 45 w 14"/>
                <a:gd name="T19" fmla="*/ 0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23">
                  <a:moveTo>
                    <a:pt x="7" y="0"/>
                  </a:moveTo>
                  <a:cubicBezTo>
                    <a:pt x="5" y="0"/>
                    <a:pt x="2" y="0"/>
                    <a:pt x="2" y="1"/>
                  </a:cubicBezTo>
                  <a:cubicBezTo>
                    <a:pt x="0" y="3"/>
                    <a:pt x="2" y="6"/>
                    <a:pt x="1" y="8"/>
                  </a:cubicBezTo>
                  <a:cubicBezTo>
                    <a:pt x="1" y="9"/>
                    <a:pt x="0" y="12"/>
                    <a:pt x="0" y="15"/>
                  </a:cubicBezTo>
                  <a:cubicBezTo>
                    <a:pt x="1" y="17"/>
                    <a:pt x="4" y="18"/>
                    <a:pt x="5" y="19"/>
                  </a:cubicBezTo>
                  <a:cubicBezTo>
                    <a:pt x="6" y="20"/>
                    <a:pt x="7" y="22"/>
                    <a:pt x="8" y="22"/>
                  </a:cubicBezTo>
                  <a:cubicBezTo>
                    <a:pt x="9" y="23"/>
                    <a:pt x="11" y="21"/>
                    <a:pt x="12" y="20"/>
                  </a:cubicBezTo>
                  <a:cubicBezTo>
                    <a:pt x="14" y="18"/>
                    <a:pt x="14" y="13"/>
                    <a:pt x="13" y="12"/>
                  </a:cubicBezTo>
                  <a:cubicBezTo>
                    <a:pt x="12" y="8"/>
                    <a:pt x="11" y="9"/>
                    <a:pt x="11" y="5"/>
                  </a:cubicBezTo>
                  <a:cubicBezTo>
                    <a:pt x="10" y="3"/>
                    <a:pt x="10" y="1"/>
                    <a:pt x="7" y="0"/>
                  </a:cubicBezTo>
                  <a:close/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53" name="Freeform 4532">
              <a:extLst>
                <a:ext uri="{FF2B5EF4-FFF2-40B4-BE49-F238E27FC236}">
                  <a16:creationId xmlns:a16="http://schemas.microsoft.com/office/drawing/2014/main" id="{5C7D6436-85ED-4F6D-B717-7C54B7076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476"/>
              <a:ext cx="24" cy="60"/>
            </a:xfrm>
            <a:custGeom>
              <a:avLst/>
              <a:gdLst>
                <a:gd name="T0" fmla="*/ 37 w 13"/>
                <a:gd name="T1" fmla="*/ 32 h 32"/>
                <a:gd name="T2" fmla="*/ 13 w 13"/>
                <a:gd name="T3" fmla="*/ 8 h 32"/>
                <a:gd name="T4" fmla="*/ 0 w 13"/>
                <a:gd name="T5" fmla="*/ 8 h 32"/>
                <a:gd name="T6" fmla="*/ 7 w 13"/>
                <a:gd name="T7" fmla="*/ 60 h 32"/>
                <a:gd name="T8" fmla="*/ 0 w 13"/>
                <a:gd name="T9" fmla="*/ 133 h 32"/>
                <a:gd name="T10" fmla="*/ 31 w 13"/>
                <a:gd name="T11" fmla="*/ 189 h 32"/>
                <a:gd name="T12" fmla="*/ 68 w 13"/>
                <a:gd name="T13" fmla="*/ 204 h 32"/>
                <a:gd name="T14" fmla="*/ 81 w 13"/>
                <a:gd name="T15" fmla="*/ 197 h 32"/>
                <a:gd name="T16" fmla="*/ 57 w 13"/>
                <a:gd name="T17" fmla="*/ 173 h 32"/>
                <a:gd name="T18" fmla="*/ 61 w 13"/>
                <a:gd name="T19" fmla="*/ 120 h 32"/>
                <a:gd name="T20" fmla="*/ 52 w 13"/>
                <a:gd name="T21" fmla="*/ 84 h 32"/>
                <a:gd name="T22" fmla="*/ 37 w 13"/>
                <a:gd name="T23" fmla="*/ 32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32">
                  <a:moveTo>
                    <a:pt x="6" y="5"/>
                  </a:moveTo>
                  <a:cubicBezTo>
                    <a:pt x="5" y="3"/>
                    <a:pt x="3" y="3"/>
                    <a:pt x="2" y="1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4"/>
                    <a:pt x="0" y="6"/>
                    <a:pt x="1" y="9"/>
                  </a:cubicBezTo>
                  <a:cubicBezTo>
                    <a:pt x="2" y="13"/>
                    <a:pt x="0" y="16"/>
                    <a:pt x="0" y="20"/>
                  </a:cubicBezTo>
                  <a:cubicBezTo>
                    <a:pt x="0" y="24"/>
                    <a:pt x="2" y="27"/>
                    <a:pt x="5" y="29"/>
                  </a:cubicBezTo>
                  <a:cubicBezTo>
                    <a:pt x="7" y="30"/>
                    <a:pt x="10" y="30"/>
                    <a:pt x="11" y="31"/>
                  </a:cubicBezTo>
                  <a:cubicBezTo>
                    <a:pt x="13" y="32"/>
                    <a:pt x="13" y="30"/>
                    <a:pt x="13" y="30"/>
                  </a:cubicBezTo>
                  <a:cubicBezTo>
                    <a:pt x="12" y="28"/>
                    <a:pt x="10" y="28"/>
                    <a:pt x="9" y="26"/>
                  </a:cubicBezTo>
                  <a:cubicBezTo>
                    <a:pt x="8" y="24"/>
                    <a:pt x="10" y="21"/>
                    <a:pt x="10" y="18"/>
                  </a:cubicBezTo>
                  <a:cubicBezTo>
                    <a:pt x="10" y="16"/>
                    <a:pt x="8" y="14"/>
                    <a:pt x="8" y="13"/>
                  </a:cubicBezTo>
                  <a:cubicBezTo>
                    <a:pt x="8" y="10"/>
                    <a:pt x="8" y="6"/>
                    <a:pt x="6" y="5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54" name="Freeform 4533">
              <a:extLst>
                <a:ext uri="{FF2B5EF4-FFF2-40B4-BE49-F238E27FC236}">
                  <a16:creationId xmlns:a16="http://schemas.microsoft.com/office/drawing/2014/main" id="{1F3D1B8B-220E-49A8-9E95-67BD0B195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590"/>
              <a:ext cx="34" cy="62"/>
            </a:xfrm>
            <a:custGeom>
              <a:avLst/>
              <a:gdLst>
                <a:gd name="T0" fmla="*/ 21 w 18"/>
                <a:gd name="T1" fmla="*/ 21 h 33"/>
                <a:gd name="T2" fmla="*/ 21 w 18"/>
                <a:gd name="T3" fmla="*/ 81 h 33"/>
                <a:gd name="T4" fmla="*/ 21 w 18"/>
                <a:gd name="T5" fmla="*/ 165 h 33"/>
                <a:gd name="T6" fmla="*/ 76 w 18"/>
                <a:gd name="T7" fmla="*/ 190 h 33"/>
                <a:gd name="T8" fmla="*/ 121 w 18"/>
                <a:gd name="T9" fmla="*/ 197 h 33"/>
                <a:gd name="T10" fmla="*/ 89 w 18"/>
                <a:gd name="T11" fmla="*/ 160 h 33"/>
                <a:gd name="T12" fmla="*/ 89 w 18"/>
                <a:gd name="T13" fmla="*/ 68 h 33"/>
                <a:gd name="T14" fmla="*/ 53 w 18"/>
                <a:gd name="T15" fmla="*/ 39 h 33"/>
                <a:gd name="T16" fmla="*/ 47 w 18"/>
                <a:gd name="T17" fmla="*/ 21 h 33"/>
                <a:gd name="T18" fmla="*/ 21 w 18"/>
                <a:gd name="T19" fmla="*/ 21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3">
                  <a:moveTo>
                    <a:pt x="3" y="3"/>
                  </a:moveTo>
                  <a:cubicBezTo>
                    <a:pt x="2" y="6"/>
                    <a:pt x="5" y="9"/>
                    <a:pt x="3" y="12"/>
                  </a:cubicBezTo>
                  <a:cubicBezTo>
                    <a:pt x="2" y="16"/>
                    <a:pt x="0" y="21"/>
                    <a:pt x="3" y="25"/>
                  </a:cubicBezTo>
                  <a:cubicBezTo>
                    <a:pt x="5" y="29"/>
                    <a:pt x="9" y="27"/>
                    <a:pt x="11" y="29"/>
                  </a:cubicBezTo>
                  <a:cubicBezTo>
                    <a:pt x="14" y="30"/>
                    <a:pt x="18" y="33"/>
                    <a:pt x="18" y="30"/>
                  </a:cubicBezTo>
                  <a:cubicBezTo>
                    <a:pt x="18" y="26"/>
                    <a:pt x="14" y="26"/>
                    <a:pt x="13" y="24"/>
                  </a:cubicBezTo>
                  <a:cubicBezTo>
                    <a:pt x="13" y="20"/>
                    <a:pt x="15" y="14"/>
                    <a:pt x="13" y="10"/>
                  </a:cubicBezTo>
                  <a:cubicBezTo>
                    <a:pt x="11" y="8"/>
                    <a:pt x="9" y="8"/>
                    <a:pt x="8" y="6"/>
                  </a:cubicBezTo>
                  <a:cubicBezTo>
                    <a:pt x="7" y="5"/>
                    <a:pt x="7" y="4"/>
                    <a:pt x="7" y="3"/>
                  </a:cubicBezTo>
                  <a:cubicBezTo>
                    <a:pt x="6" y="1"/>
                    <a:pt x="3" y="0"/>
                    <a:pt x="3" y="3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55" name="Freeform 4534">
              <a:extLst>
                <a:ext uri="{FF2B5EF4-FFF2-40B4-BE49-F238E27FC236}">
                  <a16:creationId xmlns:a16="http://schemas.microsoft.com/office/drawing/2014/main" id="{65A52A0C-64A7-40BD-8FE1-D4B017E38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650"/>
              <a:ext cx="22" cy="63"/>
            </a:xfrm>
            <a:custGeom>
              <a:avLst/>
              <a:gdLst>
                <a:gd name="T0" fmla="*/ 20 w 12"/>
                <a:gd name="T1" fmla="*/ 44 h 34"/>
                <a:gd name="T2" fmla="*/ 13 w 12"/>
                <a:gd name="T3" fmla="*/ 104 h 34"/>
                <a:gd name="T4" fmla="*/ 20 w 12"/>
                <a:gd name="T5" fmla="*/ 165 h 34"/>
                <a:gd name="T6" fmla="*/ 57 w 12"/>
                <a:gd name="T7" fmla="*/ 209 h 34"/>
                <a:gd name="T8" fmla="*/ 68 w 12"/>
                <a:gd name="T9" fmla="*/ 193 h 34"/>
                <a:gd name="T10" fmla="*/ 57 w 12"/>
                <a:gd name="T11" fmla="*/ 133 h 34"/>
                <a:gd name="T12" fmla="*/ 61 w 12"/>
                <a:gd name="T13" fmla="*/ 76 h 34"/>
                <a:gd name="T14" fmla="*/ 57 w 12"/>
                <a:gd name="T15" fmla="*/ 32 h 34"/>
                <a:gd name="T16" fmla="*/ 20 w 12"/>
                <a:gd name="T17" fmla="*/ 0 h 34"/>
                <a:gd name="T18" fmla="*/ 20 w 12"/>
                <a:gd name="T19" fmla="*/ 44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34">
                  <a:moveTo>
                    <a:pt x="3" y="7"/>
                  </a:moveTo>
                  <a:cubicBezTo>
                    <a:pt x="5" y="11"/>
                    <a:pt x="4" y="13"/>
                    <a:pt x="2" y="16"/>
                  </a:cubicBezTo>
                  <a:cubicBezTo>
                    <a:pt x="0" y="20"/>
                    <a:pt x="0" y="23"/>
                    <a:pt x="3" y="26"/>
                  </a:cubicBezTo>
                  <a:cubicBezTo>
                    <a:pt x="5" y="28"/>
                    <a:pt x="7" y="33"/>
                    <a:pt x="9" y="33"/>
                  </a:cubicBezTo>
                  <a:cubicBezTo>
                    <a:pt x="12" y="34"/>
                    <a:pt x="12" y="32"/>
                    <a:pt x="11" y="30"/>
                  </a:cubicBezTo>
                  <a:cubicBezTo>
                    <a:pt x="9" y="26"/>
                    <a:pt x="9" y="25"/>
                    <a:pt x="9" y="21"/>
                  </a:cubicBezTo>
                  <a:cubicBezTo>
                    <a:pt x="10" y="18"/>
                    <a:pt x="10" y="16"/>
                    <a:pt x="10" y="12"/>
                  </a:cubicBezTo>
                  <a:cubicBezTo>
                    <a:pt x="9" y="9"/>
                    <a:pt x="11" y="8"/>
                    <a:pt x="9" y="5"/>
                  </a:cubicBezTo>
                  <a:cubicBezTo>
                    <a:pt x="6" y="3"/>
                    <a:pt x="4" y="3"/>
                    <a:pt x="3" y="0"/>
                  </a:cubicBezTo>
                  <a:cubicBezTo>
                    <a:pt x="0" y="1"/>
                    <a:pt x="2" y="5"/>
                    <a:pt x="3" y="7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56" name="Freeform 4535">
              <a:extLst>
                <a:ext uri="{FF2B5EF4-FFF2-40B4-BE49-F238E27FC236}">
                  <a16:creationId xmlns:a16="http://schemas.microsoft.com/office/drawing/2014/main" id="{37CDEC25-E1E5-4E20-94BD-F90F6C7DD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541"/>
              <a:ext cx="37" cy="60"/>
            </a:xfrm>
            <a:custGeom>
              <a:avLst/>
              <a:gdLst>
                <a:gd name="T0" fmla="*/ 7 w 20"/>
                <a:gd name="T1" fmla="*/ 28 h 32"/>
                <a:gd name="T2" fmla="*/ 20 w 20"/>
                <a:gd name="T3" fmla="*/ 84 h 32"/>
                <a:gd name="T4" fmla="*/ 57 w 20"/>
                <a:gd name="T5" fmla="*/ 113 h 32"/>
                <a:gd name="T6" fmla="*/ 52 w 20"/>
                <a:gd name="T7" fmla="*/ 158 h 32"/>
                <a:gd name="T8" fmla="*/ 96 w 20"/>
                <a:gd name="T9" fmla="*/ 197 h 32"/>
                <a:gd name="T10" fmla="*/ 105 w 20"/>
                <a:gd name="T11" fmla="*/ 152 h 32"/>
                <a:gd name="T12" fmla="*/ 89 w 20"/>
                <a:gd name="T13" fmla="*/ 81 h 32"/>
                <a:gd name="T14" fmla="*/ 57 w 20"/>
                <a:gd name="T15" fmla="*/ 32 h 32"/>
                <a:gd name="T16" fmla="*/ 7 w 20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2">
                  <a:moveTo>
                    <a:pt x="1" y="4"/>
                  </a:moveTo>
                  <a:cubicBezTo>
                    <a:pt x="0" y="7"/>
                    <a:pt x="0" y="11"/>
                    <a:pt x="3" y="13"/>
                  </a:cubicBezTo>
                  <a:cubicBezTo>
                    <a:pt x="5" y="15"/>
                    <a:pt x="9" y="15"/>
                    <a:pt x="9" y="17"/>
                  </a:cubicBezTo>
                  <a:cubicBezTo>
                    <a:pt x="10" y="18"/>
                    <a:pt x="8" y="21"/>
                    <a:pt x="8" y="24"/>
                  </a:cubicBezTo>
                  <a:cubicBezTo>
                    <a:pt x="8" y="28"/>
                    <a:pt x="10" y="32"/>
                    <a:pt x="15" y="30"/>
                  </a:cubicBezTo>
                  <a:cubicBezTo>
                    <a:pt x="20" y="29"/>
                    <a:pt x="18" y="26"/>
                    <a:pt x="17" y="23"/>
                  </a:cubicBezTo>
                  <a:cubicBezTo>
                    <a:pt x="15" y="19"/>
                    <a:pt x="14" y="16"/>
                    <a:pt x="14" y="12"/>
                  </a:cubicBezTo>
                  <a:cubicBezTo>
                    <a:pt x="13" y="8"/>
                    <a:pt x="12" y="7"/>
                    <a:pt x="9" y="5"/>
                  </a:cubicBezTo>
                  <a:cubicBezTo>
                    <a:pt x="7" y="3"/>
                    <a:pt x="2" y="0"/>
                    <a:pt x="1" y="4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57" name="Freeform 4536">
              <a:extLst>
                <a:ext uri="{FF2B5EF4-FFF2-40B4-BE49-F238E27FC236}">
                  <a16:creationId xmlns:a16="http://schemas.microsoft.com/office/drawing/2014/main" id="{318C024A-4F5F-4F6B-A454-0A8F1D55C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390"/>
              <a:ext cx="23" cy="48"/>
            </a:xfrm>
            <a:custGeom>
              <a:avLst/>
              <a:gdLst>
                <a:gd name="T0" fmla="*/ 15 w 12"/>
                <a:gd name="T1" fmla="*/ 7 h 26"/>
                <a:gd name="T2" fmla="*/ 8 w 12"/>
                <a:gd name="T3" fmla="*/ 52 h 26"/>
                <a:gd name="T4" fmla="*/ 15 w 12"/>
                <a:gd name="T5" fmla="*/ 76 h 26"/>
                <a:gd name="T6" fmla="*/ 8 w 12"/>
                <a:gd name="T7" fmla="*/ 113 h 26"/>
                <a:gd name="T8" fmla="*/ 23 w 12"/>
                <a:gd name="T9" fmla="*/ 144 h 26"/>
                <a:gd name="T10" fmla="*/ 44 w 12"/>
                <a:gd name="T11" fmla="*/ 164 h 26"/>
                <a:gd name="T12" fmla="*/ 69 w 12"/>
                <a:gd name="T13" fmla="*/ 105 h 26"/>
                <a:gd name="T14" fmla="*/ 44 w 12"/>
                <a:gd name="T15" fmla="*/ 76 h 26"/>
                <a:gd name="T16" fmla="*/ 48 w 12"/>
                <a:gd name="T17" fmla="*/ 24 h 26"/>
                <a:gd name="T18" fmla="*/ 15 w 12"/>
                <a:gd name="T19" fmla="*/ 7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26">
                  <a:moveTo>
                    <a:pt x="2" y="1"/>
                  </a:moveTo>
                  <a:cubicBezTo>
                    <a:pt x="0" y="1"/>
                    <a:pt x="0" y="5"/>
                    <a:pt x="1" y="8"/>
                  </a:cubicBezTo>
                  <a:cubicBezTo>
                    <a:pt x="1" y="9"/>
                    <a:pt x="2" y="11"/>
                    <a:pt x="2" y="12"/>
                  </a:cubicBezTo>
                  <a:cubicBezTo>
                    <a:pt x="2" y="13"/>
                    <a:pt x="1" y="15"/>
                    <a:pt x="1" y="18"/>
                  </a:cubicBezTo>
                  <a:cubicBezTo>
                    <a:pt x="0" y="20"/>
                    <a:pt x="2" y="21"/>
                    <a:pt x="3" y="23"/>
                  </a:cubicBezTo>
                  <a:cubicBezTo>
                    <a:pt x="4" y="24"/>
                    <a:pt x="4" y="26"/>
                    <a:pt x="6" y="26"/>
                  </a:cubicBezTo>
                  <a:cubicBezTo>
                    <a:pt x="11" y="26"/>
                    <a:pt x="12" y="21"/>
                    <a:pt x="10" y="17"/>
                  </a:cubicBezTo>
                  <a:cubicBezTo>
                    <a:pt x="9" y="14"/>
                    <a:pt x="6" y="13"/>
                    <a:pt x="6" y="12"/>
                  </a:cubicBezTo>
                  <a:cubicBezTo>
                    <a:pt x="5" y="9"/>
                    <a:pt x="7" y="6"/>
                    <a:pt x="7" y="4"/>
                  </a:cubicBezTo>
                  <a:cubicBezTo>
                    <a:pt x="6" y="2"/>
                    <a:pt x="6" y="0"/>
                    <a:pt x="2" y="1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58" name="Freeform 4537">
              <a:extLst>
                <a:ext uri="{FF2B5EF4-FFF2-40B4-BE49-F238E27FC236}">
                  <a16:creationId xmlns:a16="http://schemas.microsoft.com/office/drawing/2014/main" id="{72E17489-1488-4620-BF36-40E7296C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693"/>
              <a:ext cx="36" cy="32"/>
            </a:xfrm>
            <a:custGeom>
              <a:avLst/>
              <a:gdLst>
                <a:gd name="T0" fmla="*/ 83 w 19"/>
                <a:gd name="T1" fmla="*/ 45 h 17"/>
                <a:gd name="T2" fmla="*/ 68 w 19"/>
                <a:gd name="T3" fmla="*/ 21 h 17"/>
                <a:gd name="T4" fmla="*/ 32 w 19"/>
                <a:gd name="T5" fmla="*/ 21 h 17"/>
                <a:gd name="T6" fmla="*/ 8 w 19"/>
                <a:gd name="T7" fmla="*/ 8 h 17"/>
                <a:gd name="T8" fmla="*/ 21 w 19"/>
                <a:gd name="T9" fmla="*/ 40 h 17"/>
                <a:gd name="T10" fmla="*/ 32 w 19"/>
                <a:gd name="T11" fmla="*/ 75 h 17"/>
                <a:gd name="T12" fmla="*/ 32 w 19"/>
                <a:gd name="T13" fmla="*/ 113 h 17"/>
                <a:gd name="T14" fmla="*/ 129 w 19"/>
                <a:gd name="T15" fmla="*/ 113 h 17"/>
                <a:gd name="T16" fmla="*/ 83 w 19"/>
                <a:gd name="T17" fmla="*/ 45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">
                  <a:moveTo>
                    <a:pt x="12" y="7"/>
                  </a:moveTo>
                  <a:cubicBezTo>
                    <a:pt x="11" y="6"/>
                    <a:pt x="12" y="4"/>
                    <a:pt x="10" y="3"/>
                  </a:cubicBezTo>
                  <a:cubicBezTo>
                    <a:pt x="8" y="2"/>
                    <a:pt x="7" y="3"/>
                    <a:pt x="5" y="3"/>
                  </a:cubicBezTo>
                  <a:cubicBezTo>
                    <a:pt x="4" y="3"/>
                    <a:pt x="3" y="1"/>
                    <a:pt x="1" y="1"/>
                  </a:cubicBezTo>
                  <a:cubicBezTo>
                    <a:pt x="0" y="0"/>
                    <a:pt x="1" y="3"/>
                    <a:pt x="3" y="6"/>
                  </a:cubicBezTo>
                  <a:cubicBezTo>
                    <a:pt x="4" y="8"/>
                    <a:pt x="5" y="9"/>
                    <a:pt x="5" y="11"/>
                  </a:cubicBezTo>
                  <a:cubicBezTo>
                    <a:pt x="5" y="12"/>
                    <a:pt x="5" y="15"/>
                    <a:pt x="5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7" y="14"/>
                    <a:pt x="13" y="11"/>
                    <a:pt x="12" y="7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59" name="Freeform 4538">
              <a:extLst>
                <a:ext uri="{FF2B5EF4-FFF2-40B4-BE49-F238E27FC236}">
                  <a16:creationId xmlns:a16="http://schemas.microsoft.com/office/drawing/2014/main" id="{43CA0CA5-1718-4A8B-9BF0-405668D63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693"/>
              <a:ext cx="36" cy="32"/>
            </a:xfrm>
            <a:custGeom>
              <a:avLst/>
              <a:gdLst>
                <a:gd name="T0" fmla="*/ 129 w 19"/>
                <a:gd name="T1" fmla="*/ 113 h 17"/>
                <a:gd name="T2" fmla="*/ 76 w 19"/>
                <a:gd name="T3" fmla="*/ 60 h 17"/>
                <a:gd name="T4" fmla="*/ 32 w 19"/>
                <a:gd name="T5" fmla="*/ 32 h 17"/>
                <a:gd name="T6" fmla="*/ 0 w 19"/>
                <a:gd name="T7" fmla="*/ 0 h 17"/>
                <a:gd name="T8" fmla="*/ 8 w 19"/>
                <a:gd name="T9" fmla="*/ 60 h 17"/>
                <a:gd name="T10" fmla="*/ 21 w 19"/>
                <a:gd name="T11" fmla="*/ 113 h 17"/>
                <a:gd name="T12" fmla="*/ 129 w 19"/>
                <a:gd name="T13" fmla="*/ 11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19" y="17"/>
                  </a:moveTo>
                  <a:cubicBezTo>
                    <a:pt x="16" y="14"/>
                    <a:pt x="14" y="11"/>
                    <a:pt x="11" y="9"/>
                  </a:cubicBezTo>
                  <a:cubicBezTo>
                    <a:pt x="9" y="8"/>
                    <a:pt x="7" y="7"/>
                    <a:pt x="5" y="5"/>
                  </a:cubicBezTo>
                  <a:cubicBezTo>
                    <a:pt x="3" y="3"/>
                    <a:pt x="3" y="0"/>
                    <a:pt x="0" y="0"/>
                  </a:cubicBezTo>
                  <a:cubicBezTo>
                    <a:pt x="0" y="3"/>
                    <a:pt x="0" y="6"/>
                    <a:pt x="1" y="9"/>
                  </a:cubicBezTo>
                  <a:cubicBezTo>
                    <a:pt x="2" y="11"/>
                    <a:pt x="4" y="14"/>
                    <a:pt x="3" y="17"/>
                  </a:cubicBezTo>
                  <a:lnTo>
                    <a:pt x="19" y="17"/>
                  </a:ln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60" name="Freeform 4539">
              <a:extLst>
                <a:ext uri="{FF2B5EF4-FFF2-40B4-BE49-F238E27FC236}">
                  <a16:creationId xmlns:a16="http://schemas.microsoft.com/office/drawing/2014/main" id="{B6153049-B84D-4C93-850F-6981CB6C2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3017"/>
              <a:ext cx="60" cy="101"/>
            </a:xfrm>
            <a:custGeom>
              <a:avLst/>
              <a:gdLst>
                <a:gd name="T0" fmla="*/ 99 w 32"/>
                <a:gd name="T1" fmla="*/ 209 h 54"/>
                <a:gd name="T2" fmla="*/ 180 w 32"/>
                <a:gd name="T3" fmla="*/ 339 h 54"/>
                <a:gd name="T4" fmla="*/ 186 w 32"/>
                <a:gd name="T5" fmla="*/ 234 h 54"/>
                <a:gd name="T6" fmla="*/ 180 w 32"/>
                <a:gd name="T7" fmla="*/ 157 h 54"/>
                <a:gd name="T8" fmla="*/ 68 w 32"/>
                <a:gd name="T9" fmla="*/ 32 h 54"/>
                <a:gd name="T10" fmla="*/ 99 w 32"/>
                <a:gd name="T11" fmla="*/ 20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4">
                  <a:moveTo>
                    <a:pt x="15" y="32"/>
                  </a:moveTo>
                  <a:cubicBezTo>
                    <a:pt x="17" y="38"/>
                    <a:pt x="23" y="54"/>
                    <a:pt x="27" y="52"/>
                  </a:cubicBezTo>
                  <a:cubicBezTo>
                    <a:pt x="32" y="49"/>
                    <a:pt x="28" y="40"/>
                    <a:pt x="28" y="36"/>
                  </a:cubicBezTo>
                  <a:cubicBezTo>
                    <a:pt x="28" y="31"/>
                    <a:pt x="29" y="29"/>
                    <a:pt x="27" y="24"/>
                  </a:cubicBezTo>
                  <a:cubicBezTo>
                    <a:pt x="25" y="19"/>
                    <a:pt x="15" y="0"/>
                    <a:pt x="10" y="5"/>
                  </a:cubicBezTo>
                  <a:cubicBezTo>
                    <a:pt x="0" y="15"/>
                    <a:pt x="13" y="26"/>
                    <a:pt x="15" y="32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61" name="Freeform 4540">
              <a:extLst>
                <a:ext uri="{FF2B5EF4-FFF2-40B4-BE49-F238E27FC236}">
                  <a16:creationId xmlns:a16="http://schemas.microsoft.com/office/drawing/2014/main" id="{42CB2469-6EA1-4FC4-8D31-EFCB7EEF4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857"/>
              <a:ext cx="50" cy="92"/>
            </a:xfrm>
            <a:custGeom>
              <a:avLst/>
              <a:gdLst>
                <a:gd name="T0" fmla="*/ 13 w 27"/>
                <a:gd name="T1" fmla="*/ 28 h 49"/>
                <a:gd name="T2" fmla="*/ 24 w 27"/>
                <a:gd name="T3" fmla="*/ 137 h 49"/>
                <a:gd name="T4" fmla="*/ 57 w 27"/>
                <a:gd name="T5" fmla="*/ 250 h 49"/>
                <a:gd name="T6" fmla="*/ 104 w 27"/>
                <a:gd name="T7" fmla="*/ 250 h 49"/>
                <a:gd name="T8" fmla="*/ 165 w 27"/>
                <a:gd name="T9" fmla="*/ 128 h 49"/>
                <a:gd name="T10" fmla="*/ 89 w 27"/>
                <a:gd name="T11" fmla="*/ 68 h 49"/>
                <a:gd name="T12" fmla="*/ 13 w 27"/>
                <a:gd name="T13" fmla="*/ 28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9">
                  <a:moveTo>
                    <a:pt x="2" y="4"/>
                  </a:moveTo>
                  <a:cubicBezTo>
                    <a:pt x="0" y="9"/>
                    <a:pt x="4" y="15"/>
                    <a:pt x="4" y="21"/>
                  </a:cubicBezTo>
                  <a:cubicBezTo>
                    <a:pt x="4" y="27"/>
                    <a:pt x="6" y="34"/>
                    <a:pt x="9" y="38"/>
                  </a:cubicBezTo>
                  <a:cubicBezTo>
                    <a:pt x="12" y="42"/>
                    <a:pt x="14" y="49"/>
                    <a:pt x="16" y="38"/>
                  </a:cubicBezTo>
                  <a:cubicBezTo>
                    <a:pt x="17" y="26"/>
                    <a:pt x="27" y="26"/>
                    <a:pt x="26" y="19"/>
                  </a:cubicBezTo>
                  <a:cubicBezTo>
                    <a:pt x="26" y="11"/>
                    <a:pt x="19" y="17"/>
                    <a:pt x="14" y="10"/>
                  </a:cubicBezTo>
                  <a:cubicBezTo>
                    <a:pt x="8" y="3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62" name="Freeform 4541">
              <a:extLst>
                <a:ext uri="{FF2B5EF4-FFF2-40B4-BE49-F238E27FC236}">
                  <a16:creationId xmlns:a16="http://schemas.microsoft.com/office/drawing/2014/main" id="{3592D211-6622-49A6-B103-F76CC7CF9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912"/>
              <a:ext cx="63" cy="78"/>
            </a:xfrm>
            <a:custGeom>
              <a:avLst/>
              <a:gdLst>
                <a:gd name="T0" fmla="*/ 44 w 34"/>
                <a:gd name="T1" fmla="*/ 13 h 42"/>
                <a:gd name="T2" fmla="*/ 24 w 34"/>
                <a:gd name="T3" fmla="*/ 134 h 42"/>
                <a:gd name="T4" fmla="*/ 44 w 34"/>
                <a:gd name="T5" fmla="*/ 230 h 42"/>
                <a:gd name="T6" fmla="*/ 152 w 34"/>
                <a:gd name="T7" fmla="*/ 225 h 42"/>
                <a:gd name="T8" fmla="*/ 133 w 34"/>
                <a:gd name="T9" fmla="*/ 158 h 42"/>
                <a:gd name="T10" fmla="*/ 89 w 34"/>
                <a:gd name="T11" fmla="*/ 89 h 42"/>
                <a:gd name="T12" fmla="*/ 44 w 34"/>
                <a:gd name="T13" fmla="*/ 13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2">
                  <a:moveTo>
                    <a:pt x="7" y="2"/>
                  </a:moveTo>
                  <a:cubicBezTo>
                    <a:pt x="0" y="5"/>
                    <a:pt x="2" y="13"/>
                    <a:pt x="4" y="21"/>
                  </a:cubicBezTo>
                  <a:cubicBezTo>
                    <a:pt x="5" y="28"/>
                    <a:pt x="3" y="29"/>
                    <a:pt x="7" y="36"/>
                  </a:cubicBezTo>
                  <a:cubicBezTo>
                    <a:pt x="10" y="42"/>
                    <a:pt x="14" y="36"/>
                    <a:pt x="24" y="35"/>
                  </a:cubicBezTo>
                  <a:cubicBezTo>
                    <a:pt x="34" y="34"/>
                    <a:pt x="26" y="26"/>
                    <a:pt x="21" y="25"/>
                  </a:cubicBezTo>
                  <a:cubicBezTo>
                    <a:pt x="15" y="24"/>
                    <a:pt x="17" y="22"/>
                    <a:pt x="14" y="14"/>
                  </a:cubicBezTo>
                  <a:cubicBezTo>
                    <a:pt x="11" y="5"/>
                    <a:pt x="11" y="0"/>
                    <a:pt x="7" y="2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63" name="Freeform 4542">
              <a:extLst>
                <a:ext uri="{FF2B5EF4-FFF2-40B4-BE49-F238E27FC236}">
                  <a16:creationId xmlns:a16="http://schemas.microsoft.com/office/drawing/2014/main" id="{A94DEA64-93DE-4200-A186-C70615E8F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176"/>
              <a:ext cx="35" cy="75"/>
            </a:xfrm>
            <a:custGeom>
              <a:avLst/>
              <a:gdLst>
                <a:gd name="T0" fmla="*/ 24 w 19"/>
                <a:gd name="T1" fmla="*/ 21 h 40"/>
                <a:gd name="T2" fmla="*/ 13 w 19"/>
                <a:gd name="T3" fmla="*/ 128 h 40"/>
                <a:gd name="T4" fmla="*/ 24 w 19"/>
                <a:gd name="T5" fmla="*/ 257 h 40"/>
                <a:gd name="T6" fmla="*/ 96 w 19"/>
                <a:gd name="T7" fmla="*/ 233 h 40"/>
                <a:gd name="T8" fmla="*/ 68 w 19"/>
                <a:gd name="T9" fmla="*/ 137 h 40"/>
                <a:gd name="T10" fmla="*/ 24 w 19"/>
                <a:gd name="T11" fmla="*/ 2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0">
                  <a:moveTo>
                    <a:pt x="4" y="3"/>
                  </a:moveTo>
                  <a:cubicBezTo>
                    <a:pt x="0" y="7"/>
                    <a:pt x="1" y="12"/>
                    <a:pt x="2" y="19"/>
                  </a:cubicBezTo>
                  <a:cubicBezTo>
                    <a:pt x="4" y="25"/>
                    <a:pt x="1" y="39"/>
                    <a:pt x="4" y="39"/>
                  </a:cubicBezTo>
                  <a:cubicBezTo>
                    <a:pt x="6" y="40"/>
                    <a:pt x="10" y="34"/>
                    <a:pt x="15" y="35"/>
                  </a:cubicBezTo>
                  <a:cubicBezTo>
                    <a:pt x="19" y="37"/>
                    <a:pt x="14" y="27"/>
                    <a:pt x="11" y="21"/>
                  </a:cubicBezTo>
                  <a:cubicBezTo>
                    <a:pt x="8" y="16"/>
                    <a:pt x="8" y="0"/>
                    <a:pt x="4" y="3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64" name="Freeform 4543">
              <a:extLst>
                <a:ext uri="{FF2B5EF4-FFF2-40B4-BE49-F238E27FC236}">
                  <a16:creationId xmlns:a16="http://schemas.microsoft.com/office/drawing/2014/main" id="{C6AA5C19-E3A9-4C0B-9650-8DD2733AB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294"/>
              <a:ext cx="43" cy="37"/>
            </a:xfrm>
            <a:custGeom>
              <a:avLst/>
              <a:gdLst>
                <a:gd name="T0" fmla="*/ 24 w 23"/>
                <a:gd name="T1" fmla="*/ 13 h 20"/>
                <a:gd name="T2" fmla="*/ 39 w 23"/>
                <a:gd name="T3" fmla="*/ 126 h 20"/>
                <a:gd name="T4" fmla="*/ 45 w 23"/>
                <a:gd name="T5" fmla="*/ 126 h 20"/>
                <a:gd name="T6" fmla="*/ 150 w 23"/>
                <a:gd name="T7" fmla="*/ 126 h 20"/>
                <a:gd name="T8" fmla="*/ 105 w 23"/>
                <a:gd name="T9" fmla="*/ 89 h 20"/>
                <a:gd name="T10" fmla="*/ 24 w 23"/>
                <a:gd name="T11" fmla="*/ 1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4" y="2"/>
                  </a:moveTo>
                  <a:cubicBezTo>
                    <a:pt x="2" y="4"/>
                    <a:pt x="0" y="8"/>
                    <a:pt x="6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1" y="18"/>
                    <a:pt x="19" y="17"/>
                    <a:pt x="16" y="14"/>
                  </a:cubicBezTo>
                  <a:cubicBezTo>
                    <a:pt x="6" y="7"/>
                    <a:pt x="5" y="0"/>
                    <a:pt x="4" y="2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65" name="Freeform 4544">
              <a:extLst>
                <a:ext uri="{FF2B5EF4-FFF2-40B4-BE49-F238E27FC236}">
                  <a16:creationId xmlns:a16="http://schemas.microsoft.com/office/drawing/2014/main" id="{756F421E-3FFC-4834-8D48-1B5887C57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048"/>
              <a:ext cx="35" cy="88"/>
            </a:xfrm>
            <a:custGeom>
              <a:avLst/>
              <a:gdLst>
                <a:gd name="T0" fmla="*/ 57 w 19"/>
                <a:gd name="T1" fmla="*/ 13 h 47"/>
                <a:gd name="T2" fmla="*/ 105 w 19"/>
                <a:gd name="T3" fmla="*/ 112 h 47"/>
                <a:gd name="T4" fmla="*/ 76 w 19"/>
                <a:gd name="T5" fmla="*/ 277 h 47"/>
                <a:gd name="T6" fmla="*/ 13 w 19"/>
                <a:gd name="T7" fmla="*/ 204 h 47"/>
                <a:gd name="T8" fmla="*/ 57 w 19"/>
                <a:gd name="T9" fmla="*/ 1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7">
                  <a:moveTo>
                    <a:pt x="9" y="2"/>
                  </a:moveTo>
                  <a:cubicBezTo>
                    <a:pt x="19" y="0"/>
                    <a:pt x="16" y="9"/>
                    <a:pt x="17" y="17"/>
                  </a:cubicBezTo>
                  <a:cubicBezTo>
                    <a:pt x="18" y="24"/>
                    <a:pt x="12" y="36"/>
                    <a:pt x="12" y="42"/>
                  </a:cubicBezTo>
                  <a:cubicBezTo>
                    <a:pt x="11" y="47"/>
                    <a:pt x="4" y="43"/>
                    <a:pt x="2" y="31"/>
                  </a:cubicBezTo>
                  <a:cubicBezTo>
                    <a:pt x="0" y="19"/>
                    <a:pt x="4" y="4"/>
                    <a:pt x="9" y="2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66" name="Freeform 4545">
              <a:extLst>
                <a:ext uri="{FF2B5EF4-FFF2-40B4-BE49-F238E27FC236}">
                  <a16:creationId xmlns:a16="http://schemas.microsoft.com/office/drawing/2014/main" id="{CA9CD4D5-7F0E-40A4-847D-1AF06D13E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773"/>
              <a:ext cx="31" cy="36"/>
            </a:xfrm>
            <a:custGeom>
              <a:avLst/>
              <a:gdLst>
                <a:gd name="T0" fmla="*/ 0 w 17"/>
                <a:gd name="T1" fmla="*/ 0 h 19"/>
                <a:gd name="T2" fmla="*/ 60 w 17"/>
                <a:gd name="T3" fmla="*/ 121 h 19"/>
                <a:gd name="T4" fmla="*/ 97 w 17"/>
                <a:gd name="T5" fmla="*/ 32 h 19"/>
                <a:gd name="T6" fmla="*/ 104 w 17"/>
                <a:gd name="T7" fmla="*/ 0 h 19"/>
                <a:gd name="T8" fmla="*/ 0 w 1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2" y="10"/>
                    <a:pt x="6" y="19"/>
                    <a:pt x="10" y="18"/>
                  </a:cubicBezTo>
                  <a:cubicBezTo>
                    <a:pt x="13" y="16"/>
                    <a:pt x="12" y="11"/>
                    <a:pt x="16" y="5"/>
                  </a:cubicBezTo>
                  <a:cubicBezTo>
                    <a:pt x="17" y="3"/>
                    <a:pt x="17" y="1"/>
                    <a:pt x="1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67" name="Freeform 4546">
              <a:extLst>
                <a:ext uri="{FF2B5EF4-FFF2-40B4-BE49-F238E27FC236}">
                  <a16:creationId xmlns:a16="http://schemas.microsoft.com/office/drawing/2014/main" id="{445D5425-539B-42AB-B32A-14F114322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826"/>
              <a:ext cx="71" cy="48"/>
            </a:xfrm>
            <a:custGeom>
              <a:avLst/>
              <a:gdLst>
                <a:gd name="T0" fmla="*/ 24 w 38"/>
                <a:gd name="T1" fmla="*/ 37 h 26"/>
                <a:gd name="T2" fmla="*/ 52 w 38"/>
                <a:gd name="T3" fmla="*/ 133 h 26"/>
                <a:gd name="T4" fmla="*/ 164 w 38"/>
                <a:gd name="T5" fmla="*/ 126 h 26"/>
                <a:gd name="T6" fmla="*/ 224 w 38"/>
                <a:gd name="T7" fmla="*/ 52 h 26"/>
                <a:gd name="T8" fmla="*/ 136 w 38"/>
                <a:gd name="T9" fmla="*/ 44 h 26"/>
                <a:gd name="T10" fmla="*/ 24 w 38"/>
                <a:gd name="T11" fmla="*/ 3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6">
                  <a:moveTo>
                    <a:pt x="4" y="6"/>
                  </a:moveTo>
                  <a:cubicBezTo>
                    <a:pt x="4" y="16"/>
                    <a:pt x="0" y="16"/>
                    <a:pt x="8" y="21"/>
                  </a:cubicBezTo>
                  <a:cubicBezTo>
                    <a:pt x="16" y="26"/>
                    <a:pt x="19" y="21"/>
                    <a:pt x="25" y="20"/>
                  </a:cubicBezTo>
                  <a:cubicBezTo>
                    <a:pt x="32" y="18"/>
                    <a:pt x="38" y="13"/>
                    <a:pt x="34" y="8"/>
                  </a:cubicBezTo>
                  <a:cubicBezTo>
                    <a:pt x="30" y="2"/>
                    <a:pt x="28" y="8"/>
                    <a:pt x="21" y="7"/>
                  </a:cubicBezTo>
                  <a:cubicBezTo>
                    <a:pt x="13" y="6"/>
                    <a:pt x="4" y="0"/>
                    <a:pt x="4" y="6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68" name="Freeform 4547">
              <a:extLst>
                <a:ext uri="{FF2B5EF4-FFF2-40B4-BE49-F238E27FC236}">
                  <a16:creationId xmlns:a16="http://schemas.microsoft.com/office/drawing/2014/main" id="{C7D58A8E-2614-436A-8FAF-30BDEE803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226"/>
              <a:ext cx="50" cy="54"/>
            </a:xfrm>
            <a:custGeom>
              <a:avLst/>
              <a:gdLst>
                <a:gd name="T0" fmla="*/ 20 w 27"/>
                <a:gd name="T1" fmla="*/ 24 h 29"/>
                <a:gd name="T2" fmla="*/ 31 w 27"/>
                <a:gd name="T3" fmla="*/ 112 h 29"/>
                <a:gd name="T4" fmla="*/ 69 w 27"/>
                <a:gd name="T5" fmla="*/ 166 h 29"/>
                <a:gd name="T6" fmla="*/ 133 w 27"/>
                <a:gd name="T7" fmla="*/ 173 h 29"/>
                <a:gd name="T8" fmla="*/ 148 w 27"/>
                <a:gd name="T9" fmla="*/ 121 h 29"/>
                <a:gd name="T10" fmla="*/ 89 w 27"/>
                <a:gd name="T11" fmla="*/ 60 h 29"/>
                <a:gd name="T12" fmla="*/ 20 w 27"/>
                <a:gd name="T13" fmla="*/ 2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9">
                  <a:moveTo>
                    <a:pt x="3" y="4"/>
                  </a:moveTo>
                  <a:cubicBezTo>
                    <a:pt x="0" y="8"/>
                    <a:pt x="5" y="12"/>
                    <a:pt x="5" y="17"/>
                  </a:cubicBezTo>
                  <a:cubicBezTo>
                    <a:pt x="6" y="21"/>
                    <a:pt x="7" y="25"/>
                    <a:pt x="11" y="26"/>
                  </a:cubicBezTo>
                  <a:cubicBezTo>
                    <a:pt x="15" y="26"/>
                    <a:pt x="17" y="29"/>
                    <a:pt x="21" y="27"/>
                  </a:cubicBezTo>
                  <a:cubicBezTo>
                    <a:pt x="24" y="24"/>
                    <a:pt x="27" y="24"/>
                    <a:pt x="23" y="19"/>
                  </a:cubicBezTo>
                  <a:cubicBezTo>
                    <a:pt x="19" y="13"/>
                    <a:pt x="16" y="13"/>
                    <a:pt x="14" y="9"/>
                  </a:cubicBezTo>
                  <a:cubicBezTo>
                    <a:pt x="11" y="4"/>
                    <a:pt x="6" y="0"/>
                    <a:pt x="3" y="4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69" name="Freeform 4548">
              <a:extLst>
                <a:ext uri="{FF2B5EF4-FFF2-40B4-BE49-F238E27FC236}">
                  <a16:creationId xmlns:a16="http://schemas.microsoft.com/office/drawing/2014/main" id="{48032AB0-A3AE-4F47-8153-93729BE01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910"/>
              <a:ext cx="34" cy="49"/>
            </a:xfrm>
            <a:custGeom>
              <a:avLst/>
              <a:gdLst>
                <a:gd name="T0" fmla="*/ 47 w 18"/>
                <a:gd name="T1" fmla="*/ 173 h 26"/>
                <a:gd name="T2" fmla="*/ 81 w 18"/>
                <a:gd name="T3" fmla="*/ 145 h 26"/>
                <a:gd name="T4" fmla="*/ 108 w 18"/>
                <a:gd name="T5" fmla="*/ 107 h 26"/>
                <a:gd name="T6" fmla="*/ 93 w 18"/>
                <a:gd name="T7" fmla="*/ 53 h 26"/>
                <a:gd name="T8" fmla="*/ 53 w 18"/>
                <a:gd name="T9" fmla="*/ 28 h 26"/>
                <a:gd name="T10" fmla="*/ 15 w 18"/>
                <a:gd name="T11" fmla="*/ 28 h 26"/>
                <a:gd name="T12" fmla="*/ 21 w 18"/>
                <a:gd name="T13" fmla="*/ 92 h 26"/>
                <a:gd name="T14" fmla="*/ 47 w 18"/>
                <a:gd name="T15" fmla="*/ 173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6">
                  <a:moveTo>
                    <a:pt x="7" y="26"/>
                  </a:moveTo>
                  <a:cubicBezTo>
                    <a:pt x="12" y="26"/>
                    <a:pt x="13" y="25"/>
                    <a:pt x="12" y="22"/>
                  </a:cubicBezTo>
                  <a:cubicBezTo>
                    <a:pt x="12" y="19"/>
                    <a:pt x="15" y="19"/>
                    <a:pt x="16" y="16"/>
                  </a:cubicBezTo>
                  <a:cubicBezTo>
                    <a:pt x="18" y="14"/>
                    <a:pt x="16" y="10"/>
                    <a:pt x="14" y="8"/>
                  </a:cubicBezTo>
                  <a:cubicBezTo>
                    <a:pt x="12" y="6"/>
                    <a:pt x="9" y="7"/>
                    <a:pt x="8" y="4"/>
                  </a:cubicBezTo>
                  <a:cubicBezTo>
                    <a:pt x="7" y="2"/>
                    <a:pt x="3" y="0"/>
                    <a:pt x="2" y="4"/>
                  </a:cubicBezTo>
                  <a:cubicBezTo>
                    <a:pt x="0" y="8"/>
                    <a:pt x="4" y="11"/>
                    <a:pt x="3" y="14"/>
                  </a:cubicBezTo>
                  <a:cubicBezTo>
                    <a:pt x="2" y="18"/>
                    <a:pt x="2" y="25"/>
                    <a:pt x="7" y="26"/>
                  </a:cubicBezTo>
                  <a:close/>
                </a:path>
              </a:pathLst>
            </a:custGeom>
            <a:noFill/>
            <a:ln w="3175" cap="rnd">
              <a:solidFill>
                <a:srgbClr val="563C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70" name="Freeform 4549">
              <a:extLst>
                <a:ext uri="{FF2B5EF4-FFF2-40B4-BE49-F238E27FC236}">
                  <a16:creationId xmlns:a16="http://schemas.microsoft.com/office/drawing/2014/main" id="{82DF7545-4359-45A5-A4A4-9F8EB48AB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998"/>
              <a:ext cx="54" cy="58"/>
            </a:xfrm>
            <a:custGeom>
              <a:avLst/>
              <a:gdLst>
                <a:gd name="T0" fmla="*/ 24 w 29"/>
                <a:gd name="T1" fmla="*/ 13 h 31"/>
                <a:gd name="T2" fmla="*/ 65 w 29"/>
                <a:gd name="T3" fmla="*/ 32 h 31"/>
                <a:gd name="T4" fmla="*/ 117 w 29"/>
                <a:gd name="T5" fmla="*/ 39 h 31"/>
                <a:gd name="T6" fmla="*/ 156 w 29"/>
                <a:gd name="T7" fmla="*/ 84 h 31"/>
                <a:gd name="T8" fmla="*/ 149 w 29"/>
                <a:gd name="T9" fmla="*/ 125 h 31"/>
                <a:gd name="T10" fmla="*/ 128 w 29"/>
                <a:gd name="T11" fmla="*/ 196 h 31"/>
                <a:gd name="T12" fmla="*/ 97 w 29"/>
                <a:gd name="T13" fmla="*/ 125 h 31"/>
                <a:gd name="T14" fmla="*/ 89 w 29"/>
                <a:gd name="T15" fmla="*/ 120 h 31"/>
                <a:gd name="T16" fmla="*/ 69 w 29"/>
                <a:gd name="T17" fmla="*/ 73 h 31"/>
                <a:gd name="T18" fmla="*/ 24 w 29"/>
                <a:gd name="T19" fmla="*/ 13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31">
                  <a:moveTo>
                    <a:pt x="4" y="2"/>
                  </a:moveTo>
                  <a:cubicBezTo>
                    <a:pt x="6" y="0"/>
                    <a:pt x="8" y="4"/>
                    <a:pt x="10" y="5"/>
                  </a:cubicBezTo>
                  <a:cubicBezTo>
                    <a:pt x="14" y="7"/>
                    <a:pt x="14" y="5"/>
                    <a:pt x="18" y="6"/>
                  </a:cubicBezTo>
                  <a:cubicBezTo>
                    <a:pt x="20" y="6"/>
                    <a:pt x="24" y="10"/>
                    <a:pt x="24" y="13"/>
                  </a:cubicBezTo>
                  <a:cubicBezTo>
                    <a:pt x="24" y="15"/>
                    <a:pt x="21" y="15"/>
                    <a:pt x="23" y="19"/>
                  </a:cubicBezTo>
                  <a:cubicBezTo>
                    <a:pt x="25" y="24"/>
                    <a:pt x="29" y="31"/>
                    <a:pt x="20" y="30"/>
                  </a:cubicBezTo>
                  <a:cubicBezTo>
                    <a:pt x="12" y="30"/>
                    <a:pt x="16" y="24"/>
                    <a:pt x="15" y="19"/>
                  </a:cubicBezTo>
                  <a:cubicBezTo>
                    <a:pt x="15" y="19"/>
                    <a:pt x="15" y="18"/>
                    <a:pt x="14" y="18"/>
                  </a:cubicBezTo>
                  <a:cubicBezTo>
                    <a:pt x="8" y="20"/>
                    <a:pt x="12" y="15"/>
                    <a:pt x="11" y="11"/>
                  </a:cubicBezTo>
                  <a:cubicBezTo>
                    <a:pt x="10" y="8"/>
                    <a:pt x="0" y="6"/>
                    <a:pt x="4" y="2"/>
                  </a:cubicBezTo>
                  <a:close/>
                </a:path>
              </a:pathLst>
            </a:custGeom>
            <a:noFill/>
            <a:ln w="3175" cap="rnd">
              <a:solidFill>
                <a:srgbClr val="563C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71" name="Freeform 4550">
              <a:extLst>
                <a:ext uri="{FF2B5EF4-FFF2-40B4-BE49-F238E27FC236}">
                  <a16:creationId xmlns:a16="http://schemas.microsoft.com/office/drawing/2014/main" id="{84E054ED-C444-4965-B231-230CFB1D0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163"/>
              <a:ext cx="28" cy="45"/>
            </a:xfrm>
            <a:custGeom>
              <a:avLst/>
              <a:gdLst>
                <a:gd name="T0" fmla="*/ 24 w 15"/>
                <a:gd name="T1" fmla="*/ 39 h 24"/>
                <a:gd name="T2" fmla="*/ 7 w 15"/>
                <a:gd name="T3" fmla="*/ 81 h 24"/>
                <a:gd name="T4" fmla="*/ 24 w 15"/>
                <a:gd name="T5" fmla="*/ 105 h 24"/>
                <a:gd name="T6" fmla="*/ 45 w 15"/>
                <a:gd name="T7" fmla="*/ 152 h 24"/>
                <a:gd name="T8" fmla="*/ 77 w 15"/>
                <a:gd name="T9" fmla="*/ 152 h 24"/>
                <a:gd name="T10" fmla="*/ 77 w 15"/>
                <a:gd name="T11" fmla="*/ 120 h 24"/>
                <a:gd name="T12" fmla="*/ 91 w 15"/>
                <a:gd name="T13" fmla="*/ 84 h 24"/>
                <a:gd name="T14" fmla="*/ 73 w 15"/>
                <a:gd name="T15" fmla="*/ 28 h 24"/>
                <a:gd name="T16" fmla="*/ 24 w 15"/>
                <a:gd name="T17" fmla="*/ 39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4">
                  <a:moveTo>
                    <a:pt x="4" y="6"/>
                  </a:moveTo>
                  <a:cubicBezTo>
                    <a:pt x="4" y="7"/>
                    <a:pt x="0" y="10"/>
                    <a:pt x="1" y="12"/>
                  </a:cubicBezTo>
                  <a:cubicBezTo>
                    <a:pt x="1" y="15"/>
                    <a:pt x="3" y="13"/>
                    <a:pt x="4" y="16"/>
                  </a:cubicBezTo>
                  <a:cubicBezTo>
                    <a:pt x="5" y="19"/>
                    <a:pt x="5" y="20"/>
                    <a:pt x="7" y="23"/>
                  </a:cubicBezTo>
                  <a:cubicBezTo>
                    <a:pt x="9" y="24"/>
                    <a:pt x="12" y="24"/>
                    <a:pt x="12" y="23"/>
                  </a:cubicBezTo>
                  <a:cubicBezTo>
                    <a:pt x="13" y="21"/>
                    <a:pt x="12" y="20"/>
                    <a:pt x="12" y="18"/>
                  </a:cubicBezTo>
                  <a:cubicBezTo>
                    <a:pt x="12" y="17"/>
                    <a:pt x="14" y="14"/>
                    <a:pt x="14" y="13"/>
                  </a:cubicBezTo>
                  <a:cubicBezTo>
                    <a:pt x="15" y="9"/>
                    <a:pt x="11" y="8"/>
                    <a:pt x="11" y="4"/>
                  </a:cubicBezTo>
                  <a:cubicBezTo>
                    <a:pt x="11" y="0"/>
                    <a:pt x="4" y="1"/>
                    <a:pt x="4" y="6"/>
                  </a:cubicBezTo>
                  <a:close/>
                </a:path>
              </a:pathLst>
            </a:custGeom>
            <a:noFill/>
            <a:ln w="3175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72" name="Freeform 4551">
              <a:extLst>
                <a:ext uri="{FF2B5EF4-FFF2-40B4-BE49-F238E27FC236}">
                  <a16:creationId xmlns:a16="http://schemas.microsoft.com/office/drawing/2014/main" id="{4EBD84AB-0830-4EFE-806B-E21EBC410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238"/>
              <a:ext cx="18" cy="39"/>
            </a:xfrm>
            <a:custGeom>
              <a:avLst/>
              <a:gdLst>
                <a:gd name="T0" fmla="*/ 29 w 10"/>
                <a:gd name="T1" fmla="*/ 13 h 21"/>
                <a:gd name="T2" fmla="*/ 7 w 10"/>
                <a:gd name="T3" fmla="*/ 20 h 21"/>
                <a:gd name="T4" fmla="*/ 13 w 10"/>
                <a:gd name="T5" fmla="*/ 37 h 21"/>
                <a:gd name="T6" fmla="*/ 0 w 10"/>
                <a:gd name="T7" fmla="*/ 76 h 21"/>
                <a:gd name="T8" fmla="*/ 13 w 10"/>
                <a:gd name="T9" fmla="*/ 110 h 21"/>
                <a:gd name="T10" fmla="*/ 52 w 10"/>
                <a:gd name="T11" fmla="*/ 113 h 21"/>
                <a:gd name="T12" fmla="*/ 52 w 10"/>
                <a:gd name="T13" fmla="*/ 52 h 21"/>
                <a:gd name="T14" fmla="*/ 29 w 10"/>
                <a:gd name="T15" fmla="*/ 13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1">
                  <a:moveTo>
                    <a:pt x="5" y="2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2" y="5"/>
                    <a:pt x="2" y="6"/>
                  </a:cubicBezTo>
                  <a:cubicBezTo>
                    <a:pt x="2" y="9"/>
                    <a:pt x="1" y="9"/>
                    <a:pt x="0" y="12"/>
                  </a:cubicBezTo>
                  <a:cubicBezTo>
                    <a:pt x="0" y="14"/>
                    <a:pt x="2" y="14"/>
                    <a:pt x="2" y="17"/>
                  </a:cubicBezTo>
                  <a:cubicBezTo>
                    <a:pt x="3" y="21"/>
                    <a:pt x="8" y="20"/>
                    <a:pt x="9" y="18"/>
                  </a:cubicBezTo>
                  <a:cubicBezTo>
                    <a:pt x="10" y="15"/>
                    <a:pt x="9" y="11"/>
                    <a:pt x="9" y="8"/>
                  </a:cubicBezTo>
                  <a:cubicBezTo>
                    <a:pt x="10" y="3"/>
                    <a:pt x="7" y="4"/>
                    <a:pt x="5" y="2"/>
                  </a:cubicBezTo>
                  <a:close/>
                </a:path>
              </a:pathLst>
            </a:custGeom>
            <a:noFill/>
            <a:ln w="3175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73" name="Freeform 4552">
              <a:extLst>
                <a:ext uri="{FF2B5EF4-FFF2-40B4-BE49-F238E27FC236}">
                  <a16:creationId xmlns:a16="http://schemas.microsoft.com/office/drawing/2014/main" id="{20D87D43-8485-467B-8E1D-D1F079CA2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330"/>
              <a:ext cx="26" cy="43"/>
            </a:xfrm>
            <a:custGeom>
              <a:avLst/>
              <a:gdLst>
                <a:gd name="T0" fmla="*/ 45 w 14"/>
                <a:gd name="T1" fmla="*/ 0 h 23"/>
                <a:gd name="T2" fmla="*/ 13 w 14"/>
                <a:gd name="T3" fmla="*/ 7 h 23"/>
                <a:gd name="T4" fmla="*/ 7 w 14"/>
                <a:gd name="T5" fmla="*/ 52 h 23"/>
                <a:gd name="T6" fmla="*/ 0 w 14"/>
                <a:gd name="T7" fmla="*/ 97 h 23"/>
                <a:gd name="T8" fmla="*/ 32 w 14"/>
                <a:gd name="T9" fmla="*/ 125 h 23"/>
                <a:gd name="T10" fmla="*/ 52 w 14"/>
                <a:gd name="T11" fmla="*/ 144 h 23"/>
                <a:gd name="T12" fmla="*/ 76 w 14"/>
                <a:gd name="T13" fmla="*/ 129 h 23"/>
                <a:gd name="T14" fmla="*/ 84 w 14"/>
                <a:gd name="T15" fmla="*/ 77 h 23"/>
                <a:gd name="T16" fmla="*/ 69 w 14"/>
                <a:gd name="T17" fmla="*/ 32 h 23"/>
                <a:gd name="T18" fmla="*/ 45 w 14"/>
                <a:gd name="T19" fmla="*/ 0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23">
                  <a:moveTo>
                    <a:pt x="7" y="0"/>
                  </a:moveTo>
                  <a:cubicBezTo>
                    <a:pt x="5" y="0"/>
                    <a:pt x="2" y="0"/>
                    <a:pt x="2" y="1"/>
                  </a:cubicBezTo>
                  <a:cubicBezTo>
                    <a:pt x="0" y="3"/>
                    <a:pt x="2" y="6"/>
                    <a:pt x="1" y="8"/>
                  </a:cubicBezTo>
                  <a:cubicBezTo>
                    <a:pt x="1" y="9"/>
                    <a:pt x="0" y="12"/>
                    <a:pt x="0" y="15"/>
                  </a:cubicBezTo>
                  <a:cubicBezTo>
                    <a:pt x="1" y="17"/>
                    <a:pt x="4" y="18"/>
                    <a:pt x="5" y="19"/>
                  </a:cubicBezTo>
                  <a:cubicBezTo>
                    <a:pt x="6" y="20"/>
                    <a:pt x="7" y="22"/>
                    <a:pt x="8" y="22"/>
                  </a:cubicBezTo>
                  <a:cubicBezTo>
                    <a:pt x="9" y="23"/>
                    <a:pt x="11" y="21"/>
                    <a:pt x="12" y="20"/>
                  </a:cubicBezTo>
                  <a:cubicBezTo>
                    <a:pt x="14" y="18"/>
                    <a:pt x="14" y="13"/>
                    <a:pt x="13" y="12"/>
                  </a:cubicBezTo>
                  <a:cubicBezTo>
                    <a:pt x="12" y="8"/>
                    <a:pt x="11" y="9"/>
                    <a:pt x="11" y="5"/>
                  </a:cubicBezTo>
                  <a:cubicBezTo>
                    <a:pt x="10" y="3"/>
                    <a:pt x="10" y="1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74" name="Freeform 4553">
              <a:extLst>
                <a:ext uri="{FF2B5EF4-FFF2-40B4-BE49-F238E27FC236}">
                  <a16:creationId xmlns:a16="http://schemas.microsoft.com/office/drawing/2014/main" id="{2679D31C-E29C-43E3-BFF7-7DA6BA209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476"/>
              <a:ext cx="24" cy="60"/>
            </a:xfrm>
            <a:custGeom>
              <a:avLst/>
              <a:gdLst>
                <a:gd name="T0" fmla="*/ 37 w 13"/>
                <a:gd name="T1" fmla="*/ 32 h 32"/>
                <a:gd name="T2" fmla="*/ 13 w 13"/>
                <a:gd name="T3" fmla="*/ 8 h 32"/>
                <a:gd name="T4" fmla="*/ 0 w 13"/>
                <a:gd name="T5" fmla="*/ 8 h 32"/>
                <a:gd name="T6" fmla="*/ 7 w 13"/>
                <a:gd name="T7" fmla="*/ 60 h 32"/>
                <a:gd name="T8" fmla="*/ 0 w 13"/>
                <a:gd name="T9" fmla="*/ 133 h 32"/>
                <a:gd name="T10" fmla="*/ 31 w 13"/>
                <a:gd name="T11" fmla="*/ 189 h 32"/>
                <a:gd name="T12" fmla="*/ 68 w 13"/>
                <a:gd name="T13" fmla="*/ 204 h 32"/>
                <a:gd name="T14" fmla="*/ 81 w 13"/>
                <a:gd name="T15" fmla="*/ 197 h 32"/>
                <a:gd name="T16" fmla="*/ 57 w 13"/>
                <a:gd name="T17" fmla="*/ 173 h 32"/>
                <a:gd name="T18" fmla="*/ 61 w 13"/>
                <a:gd name="T19" fmla="*/ 120 h 32"/>
                <a:gd name="T20" fmla="*/ 52 w 13"/>
                <a:gd name="T21" fmla="*/ 84 h 32"/>
                <a:gd name="T22" fmla="*/ 37 w 13"/>
                <a:gd name="T23" fmla="*/ 32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32">
                  <a:moveTo>
                    <a:pt x="6" y="5"/>
                  </a:moveTo>
                  <a:cubicBezTo>
                    <a:pt x="5" y="3"/>
                    <a:pt x="3" y="3"/>
                    <a:pt x="2" y="1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4"/>
                    <a:pt x="0" y="6"/>
                    <a:pt x="1" y="9"/>
                  </a:cubicBezTo>
                  <a:cubicBezTo>
                    <a:pt x="2" y="13"/>
                    <a:pt x="0" y="16"/>
                    <a:pt x="0" y="20"/>
                  </a:cubicBezTo>
                  <a:cubicBezTo>
                    <a:pt x="0" y="24"/>
                    <a:pt x="2" y="27"/>
                    <a:pt x="5" y="29"/>
                  </a:cubicBezTo>
                  <a:cubicBezTo>
                    <a:pt x="7" y="30"/>
                    <a:pt x="10" y="30"/>
                    <a:pt x="11" y="31"/>
                  </a:cubicBezTo>
                  <a:cubicBezTo>
                    <a:pt x="13" y="32"/>
                    <a:pt x="13" y="30"/>
                    <a:pt x="13" y="30"/>
                  </a:cubicBezTo>
                  <a:cubicBezTo>
                    <a:pt x="12" y="28"/>
                    <a:pt x="10" y="28"/>
                    <a:pt x="9" y="26"/>
                  </a:cubicBezTo>
                  <a:cubicBezTo>
                    <a:pt x="8" y="24"/>
                    <a:pt x="10" y="21"/>
                    <a:pt x="10" y="18"/>
                  </a:cubicBezTo>
                  <a:cubicBezTo>
                    <a:pt x="10" y="16"/>
                    <a:pt x="8" y="14"/>
                    <a:pt x="8" y="13"/>
                  </a:cubicBezTo>
                  <a:cubicBezTo>
                    <a:pt x="8" y="10"/>
                    <a:pt x="8" y="6"/>
                    <a:pt x="6" y="5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75" name="Freeform 4554">
              <a:extLst>
                <a:ext uri="{FF2B5EF4-FFF2-40B4-BE49-F238E27FC236}">
                  <a16:creationId xmlns:a16="http://schemas.microsoft.com/office/drawing/2014/main" id="{EA08CA43-9E99-4430-9EAA-E979514C0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590"/>
              <a:ext cx="34" cy="62"/>
            </a:xfrm>
            <a:custGeom>
              <a:avLst/>
              <a:gdLst>
                <a:gd name="T0" fmla="*/ 21 w 18"/>
                <a:gd name="T1" fmla="*/ 21 h 33"/>
                <a:gd name="T2" fmla="*/ 21 w 18"/>
                <a:gd name="T3" fmla="*/ 81 h 33"/>
                <a:gd name="T4" fmla="*/ 21 w 18"/>
                <a:gd name="T5" fmla="*/ 165 h 33"/>
                <a:gd name="T6" fmla="*/ 76 w 18"/>
                <a:gd name="T7" fmla="*/ 190 h 33"/>
                <a:gd name="T8" fmla="*/ 121 w 18"/>
                <a:gd name="T9" fmla="*/ 197 h 33"/>
                <a:gd name="T10" fmla="*/ 89 w 18"/>
                <a:gd name="T11" fmla="*/ 160 h 33"/>
                <a:gd name="T12" fmla="*/ 89 w 18"/>
                <a:gd name="T13" fmla="*/ 68 h 33"/>
                <a:gd name="T14" fmla="*/ 53 w 18"/>
                <a:gd name="T15" fmla="*/ 39 h 33"/>
                <a:gd name="T16" fmla="*/ 47 w 18"/>
                <a:gd name="T17" fmla="*/ 21 h 33"/>
                <a:gd name="T18" fmla="*/ 21 w 18"/>
                <a:gd name="T19" fmla="*/ 21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3">
                  <a:moveTo>
                    <a:pt x="3" y="3"/>
                  </a:moveTo>
                  <a:cubicBezTo>
                    <a:pt x="2" y="6"/>
                    <a:pt x="5" y="9"/>
                    <a:pt x="3" y="12"/>
                  </a:cubicBezTo>
                  <a:cubicBezTo>
                    <a:pt x="2" y="16"/>
                    <a:pt x="0" y="21"/>
                    <a:pt x="3" y="25"/>
                  </a:cubicBezTo>
                  <a:cubicBezTo>
                    <a:pt x="5" y="29"/>
                    <a:pt x="9" y="27"/>
                    <a:pt x="11" y="29"/>
                  </a:cubicBezTo>
                  <a:cubicBezTo>
                    <a:pt x="14" y="30"/>
                    <a:pt x="18" y="33"/>
                    <a:pt x="18" y="30"/>
                  </a:cubicBezTo>
                  <a:cubicBezTo>
                    <a:pt x="18" y="26"/>
                    <a:pt x="14" y="26"/>
                    <a:pt x="13" y="24"/>
                  </a:cubicBezTo>
                  <a:cubicBezTo>
                    <a:pt x="13" y="20"/>
                    <a:pt x="15" y="14"/>
                    <a:pt x="13" y="10"/>
                  </a:cubicBezTo>
                  <a:cubicBezTo>
                    <a:pt x="11" y="8"/>
                    <a:pt x="9" y="8"/>
                    <a:pt x="8" y="6"/>
                  </a:cubicBezTo>
                  <a:cubicBezTo>
                    <a:pt x="7" y="5"/>
                    <a:pt x="7" y="4"/>
                    <a:pt x="7" y="3"/>
                  </a:cubicBezTo>
                  <a:cubicBezTo>
                    <a:pt x="6" y="1"/>
                    <a:pt x="3" y="0"/>
                    <a:pt x="3" y="3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76" name="Freeform 4555">
              <a:extLst>
                <a:ext uri="{FF2B5EF4-FFF2-40B4-BE49-F238E27FC236}">
                  <a16:creationId xmlns:a16="http://schemas.microsoft.com/office/drawing/2014/main" id="{7B604D5C-5488-49F7-826D-AF055515C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650"/>
              <a:ext cx="22" cy="63"/>
            </a:xfrm>
            <a:custGeom>
              <a:avLst/>
              <a:gdLst>
                <a:gd name="T0" fmla="*/ 20 w 12"/>
                <a:gd name="T1" fmla="*/ 44 h 34"/>
                <a:gd name="T2" fmla="*/ 13 w 12"/>
                <a:gd name="T3" fmla="*/ 104 h 34"/>
                <a:gd name="T4" fmla="*/ 20 w 12"/>
                <a:gd name="T5" fmla="*/ 165 h 34"/>
                <a:gd name="T6" fmla="*/ 57 w 12"/>
                <a:gd name="T7" fmla="*/ 209 h 34"/>
                <a:gd name="T8" fmla="*/ 68 w 12"/>
                <a:gd name="T9" fmla="*/ 193 h 34"/>
                <a:gd name="T10" fmla="*/ 57 w 12"/>
                <a:gd name="T11" fmla="*/ 133 h 34"/>
                <a:gd name="T12" fmla="*/ 61 w 12"/>
                <a:gd name="T13" fmla="*/ 76 h 34"/>
                <a:gd name="T14" fmla="*/ 57 w 12"/>
                <a:gd name="T15" fmla="*/ 32 h 34"/>
                <a:gd name="T16" fmla="*/ 20 w 12"/>
                <a:gd name="T17" fmla="*/ 0 h 34"/>
                <a:gd name="T18" fmla="*/ 20 w 12"/>
                <a:gd name="T19" fmla="*/ 44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34">
                  <a:moveTo>
                    <a:pt x="3" y="7"/>
                  </a:moveTo>
                  <a:cubicBezTo>
                    <a:pt x="5" y="11"/>
                    <a:pt x="4" y="13"/>
                    <a:pt x="2" y="16"/>
                  </a:cubicBezTo>
                  <a:cubicBezTo>
                    <a:pt x="0" y="20"/>
                    <a:pt x="0" y="23"/>
                    <a:pt x="3" y="26"/>
                  </a:cubicBezTo>
                  <a:cubicBezTo>
                    <a:pt x="5" y="28"/>
                    <a:pt x="7" y="33"/>
                    <a:pt x="9" y="33"/>
                  </a:cubicBezTo>
                  <a:cubicBezTo>
                    <a:pt x="12" y="34"/>
                    <a:pt x="12" y="32"/>
                    <a:pt x="11" y="30"/>
                  </a:cubicBezTo>
                  <a:cubicBezTo>
                    <a:pt x="9" y="26"/>
                    <a:pt x="9" y="25"/>
                    <a:pt x="9" y="21"/>
                  </a:cubicBezTo>
                  <a:cubicBezTo>
                    <a:pt x="10" y="18"/>
                    <a:pt x="10" y="16"/>
                    <a:pt x="10" y="12"/>
                  </a:cubicBezTo>
                  <a:cubicBezTo>
                    <a:pt x="9" y="9"/>
                    <a:pt x="11" y="8"/>
                    <a:pt x="9" y="5"/>
                  </a:cubicBezTo>
                  <a:cubicBezTo>
                    <a:pt x="6" y="3"/>
                    <a:pt x="4" y="3"/>
                    <a:pt x="3" y="0"/>
                  </a:cubicBezTo>
                  <a:cubicBezTo>
                    <a:pt x="0" y="1"/>
                    <a:pt x="2" y="5"/>
                    <a:pt x="3" y="7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77" name="Freeform 4556">
              <a:extLst>
                <a:ext uri="{FF2B5EF4-FFF2-40B4-BE49-F238E27FC236}">
                  <a16:creationId xmlns:a16="http://schemas.microsoft.com/office/drawing/2014/main" id="{FA17AEA2-8FD5-4708-99EC-C263F2FF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541"/>
              <a:ext cx="37" cy="60"/>
            </a:xfrm>
            <a:custGeom>
              <a:avLst/>
              <a:gdLst>
                <a:gd name="T0" fmla="*/ 7 w 20"/>
                <a:gd name="T1" fmla="*/ 28 h 32"/>
                <a:gd name="T2" fmla="*/ 20 w 20"/>
                <a:gd name="T3" fmla="*/ 84 h 32"/>
                <a:gd name="T4" fmla="*/ 57 w 20"/>
                <a:gd name="T5" fmla="*/ 113 h 32"/>
                <a:gd name="T6" fmla="*/ 52 w 20"/>
                <a:gd name="T7" fmla="*/ 158 h 32"/>
                <a:gd name="T8" fmla="*/ 96 w 20"/>
                <a:gd name="T9" fmla="*/ 197 h 32"/>
                <a:gd name="T10" fmla="*/ 105 w 20"/>
                <a:gd name="T11" fmla="*/ 152 h 32"/>
                <a:gd name="T12" fmla="*/ 89 w 20"/>
                <a:gd name="T13" fmla="*/ 81 h 32"/>
                <a:gd name="T14" fmla="*/ 57 w 20"/>
                <a:gd name="T15" fmla="*/ 32 h 32"/>
                <a:gd name="T16" fmla="*/ 7 w 20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2">
                  <a:moveTo>
                    <a:pt x="1" y="4"/>
                  </a:moveTo>
                  <a:cubicBezTo>
                    <a:pt x="0" y="7"/>
                    <a:pt x="0" y="11"/>
                    <a:pt x="3" y="13"/>
                  </a:cubicBezTo>
                  <a:cubicBezTo>
                    <a:pt x="5" y="15"/>
                    <a:pt x="9" y="15"/>
                    <a:pt x="9" y="17"/>
                  </a:cubicBezTo>
                  <a:cubicBezTo>
                    <a:pt x="10" y="18"/>
                    <a:pt x="8" y="21"/>
                    <a:pt x="8" y="24"/>
                  </a:cubicBezTo>
                  <a:cubicBezTo>
                    <a:pt x="8" y="28"/>
                    <a:pt x="10" y="32"/>
                    <a:pt x="15" y="30"/>
                  </a:cubicBezTo>
                  <a:cubicBezTo>
                    <a:pt x="20" y="29"/>
                    <a:pt x="18" y="26"/>
                    <a:pt x="17" y="23"/>
                  </a:cubicBezTo>
                  <a:cubicBezTo>
                    <a:pt x="15" y="19"/>
                    <a:pt x="14" y="16"/>
                    <a:pt x="14" y="12"/>
                  </a:cubicBezTo>
                  <a:cubicBezTo>
                    <a:pt x="13" y="8"/>
                    <a:pt x="12" y="7"/>
                    <a:pt x="9" y="5"/>
                  </a:cubicBezTo>
                  <a:cubicBezTo>
                    <a:pt x="7" y="3"/>
                    <a:pt x="2" y="0"/>
                    <a:pt x="1" y="4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78" name="Freeform 4557">
              <a:extLst>
                <a:ext uri="{FF2B5EF4-FFF2-40B4-BE49-F238E27FC236}">
                  <a16:creationId xmlns:a16="http://schemas.microsoft.com/office/drawing/2014/main" id="{AC4BB2EC-4B64-4888-BD1C-705C7A856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390"/>
              <a:ext cx="23" cy="48"/>
            </a:xfrm>
            <a:custGeom>
              <a:avLst/>
              <a:gdLst>
                <a:gd name="T0" fmla="*/ 15 w 12"/>
                <a:gd name="T1" fmla="*/ 7 h 26"/>
                <a:gd name="T2" fmla="*/ 8 w 12"/>
                <a:gd name="T3" fmla="*/ 52 h 26"/>
                <a:gd name="T4" fmla="*/ 15 w 12"/>
                <a:gd name="T5" fmla="*/ 76 h 26"/>
                <a:gd name="T6" fmla="*/ 8 w 12"/>
                <a:gd name="T7" fmla="*/ 113 h 26"/>
                <a:gd name="T8" fmla="*/ 23 w 12"/>
                <a:gd name="T9" fmla="*/ 144 h 26"/>
                <a:gd name="T10" fmla="*/ 44 w 12"/>
                <a:gd name="T11" fmla="*/ 164 h 26"/>
                <a:gd name="T12" fmla="*/ 69 w 12"/>
                <a:gd name="T13" fmla="*/ 105 h 26"/>
                <a:gd name="T14" fmla="*/ 44 w 12"/>
                <a:gd name="T15" fmla="*/ 76 h 26"/>
                <a:gd name="T16" fmla="*/ 48 w 12"/>
                <a:gd name="T17" fmla="*/ 24 h 26"/>
                <a:gd name="T18" fmla="*/ 15 w 12"/>
                <a:gd name="T19" fmla="*/ 7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26">
                  <a:moveTo>
                    <a:pt x="2" y="1"/>
                  </a:moveTo>
                  <a:cubicBezTo>
                    <a:pt x="0" y="1"/>
                    <a:pt x="0" y="5"/>
                    <a:pt x="1" y="8"/>
                  </a:cubicBezTo>
                  <a:cubicBezTo>
                    <a:pt x="1" y="9"/>
                    <a:pt x="2" y="11"/>
                    <a:pt x="2" y="12"/>
                  </a:cubicBezTo>
                  <a:cubicBezTo>
                    <a:pt x="2" y="13"/>
                    <a:pt x="1" y="15"/>
                    <a:pt x="1" y="18"/>
                  </a:cubicBezTo>
                  <a:cubicBezTo>
                    <a:pt x="0" y="20"/>
                    <a:pt x="2" y="21"/>
                    <a:pt x="3" y="23"/>
                  </a:cubicBezTo>
                  <a:cubicBezTo>
                    <a:pt x="4" y="24"/>
                    <a:pt x="4" y="26"/>
                    <a:pt x="6" y="26"/>
                  </a:cubicBezTo>
                  <a:cubicBezTo>
                    <a:pt x="11" y="26"/>
                    <a:pt x="12" y="21"/>
                    <a:pt x="10" y="17"/>
                  </a:cubicBezTo>
                  <a:cubicBezTo>
                    <a:pt x="9" y="14"/>
                    <a:pt x="6" y="13"/>
                    <a:pt x="6" y="12"/>
                  </a:cubicBezTo>
                  <a:cubicBezTo>
                    <a:pt x="5" y="9"/>
                    <a:pt x="7" y="6"/>
                    <a:pt x="7" y="4"/>
                  </a:cubicBezTo>
                  <a:cubicBezTo>
                    <a:pt x="6" y="2"/>
                    <a:pt x="6" y="0"/>
                    <a:pt x="2" y="1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79" name="Freeform 4558">
              <a:extLst>
                <a:ext uri="{FF2B5EF4-FFF2-40B4-BE49-F238E27FC236}">
                  <a16:creationId xmlns:a16="http://schemas.microsoft.com/office/drawing/2014/main" id="{65921E21-0D8F-4FD6-82BF-A63C6048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693"/>
              <a:ext cx="36" cy="32"/>
            </a:xfrm>
            <a:custGeom>
              <a:avLst/>
              <a:gdLst>
                <a:gd name="T0" fmla="*/ 83 w 19"/>
                <a:gd name="T1" fmla="*/ 45 h 17"/>
                <a:gd name="T2" fmla="*/ 68 w 19"/>
                <a:gd name="T3" fmla="*/ 21 h 17"/>
                <a:gd name="T4" fmla="*/ 32 w 19"/>
                <a:gd name="T5" fmla="*/ 21 h 17"/>
                <a:gd name="T6" fmla="*/ 8 w 19"/>
                <a:gd name="T7" fmla="*/ 8 h 17"/>
                <a:gd name="T8" fmla="*/ 21 w 19"/>
                <a:gd name="T9" fmla="*/ 40 h 17"/>
                <a:gd name="T10" fmla="*/ 32 w 19"/>
                <a:gd name="T11" fmla="*/ 75 h 17"/>
                <a:gd name="T12" fmla="*/ 32 w 19"/>
                <a:gd name="T13" fmla="*/ 113 h 17"/>
                <a:gd name="T14" fmla="*/ 129 w 19"/>
                <a:gd name="T15" fmla="*/ 113 h 17"/>
                <a:gd name="T16" fmla="*/ 83 w 19"/>
                <a:gd name="T17" fmla="*/ 45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">
                  <a:moveTo>
                    <a:pt x="12" y="7"/>
                  </a:moveTo>
                  <a:cubicBezTo>
                    <a:pt x="11" y="6"/>
                    <a:pt x="12" y="4"/>
                    <a:pt x="10" y="3"/>
                  </a:cubicBezTo>
                  <a:cubicBezTo>
                    <a:pt x="8" y="2"/>
                    <a:pt x="7" y="3"/>
                    <a:pt x="5" y="3"/>
                  </a:cubicBezTo>
                  <a:cubicBezTo>
                    <a:pt x="4" y="3"/>
                    <a:pt x="3" y="1"/>
                    <a:pt x="1" y="1"/>
                  </a:cubicBezTo>
                  <a:cubicBezTo>
                    <a:pt x="0" y="0"/>
                    <a:pt x="1" y="3"/>
                    <a:pt x="3" y="6"/>
                  </a:cubicBezTo>
                  <a:cubicBezTo>
                    <a:pt x="4" y="8"/>
                    <a:pt x="5" y="9"/>
                    <a:pt x="5" y="11"/>
                  </a:cubicBezTo>
                  <a:cubicBezTo>
                    <a:pt x="5" y="12"/>
                    <a:pt x="5" y="15"/>
                    <a:pt x="5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7" y="14"/>
                    <a:pt x="13" y="11"/>
                    <a:pt x="12" y="7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80" name="Freeform 4559">
              <a:extLst>
                <a:ext uri="{FF2B5EF4-FFF2-40B4-BE49-F238E27FC236}">
                  <a16:creationId xmlns:a16="http://schemas.microsoft.com/office/drawing/2014/main" id="{86F48045-ED46-4BD4-A438-DD22FCFAA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693"/>
              <a:ext cx="36" cy="32"/>
            </a:xfrm>
            <a:custGeom>
              <a:avLst/>
              <a:gdLst>
                <a:gd name="T0" fmla="*/ 129 w 19"/>
                <a:gd name="T1" fmla="*/ 113 h 17"/>
                <a:gd name="T2" fmla="*/ 76 w 19"/>
                <a:gd name="T3" fmla="*/ 60 h 17"/>
                <a:gd name="T4" fmla="*/ 32 w 19"/>
                <a:gd name="T5" fmla="*/ 32 h 17"/>
                <a:gd name="T6" fmla="*/ 0 w 19"/>
                <a:gd name="T7" fmla="*/ 0 h 17"/>
                <a:gd name="T8" fmla="*/ 8 w 19"/>
                <a:gd name="T9" fmla="*/ 60 h 17"/>
                <a:gd name="T10" fmla="*/ 21 w 19"/>
                <a:gd name="T11" fmla="*/ 113 h 17"/>
                <a:gd name="T12" fmla="*/ 129 w 19"/>
                <a:gd name="T13" fmla="*/ 11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19" y="17"/>
                  </a:moveTo>
                  <a:cubicBezTo>
                    <a:pt x="16" y="14"/>
                    <a:pt x="14" y="11"/>
                    <a:pt x="11" y="9"/>
                  </a:cubicBezTo>
                  <a:cubicBezTo>
                    <a:pt x="9" y="8"/>
                    <a:pt x="7" y="7"/>
                    <a:pt x="5" y="5"/>
                  </a:cubicBezTo>
                  <a:cubicBezTo>
                    <a:pt x="3" y="3"/>
                    <a:pt x="3" y="0"/>
                    <a:pt x="0" y="0"/>
                  </a:cubicBezTo>
                  <a:cubicBezTo>
                    <a:pt x="0" y="3"/>
                    <a:pt x="0" y="6"/>
                    <a:pt x="1" y="9"/>
                  </a:cubicBezTo>
                  <a:cubicBezTo>
                    <a:pt x="2" y="11"/>
                    <a:pt x="4" y="14"/>
                    <a:pt x="3" y="17"/>
                  </a:cubicBezTo>
                  <a:lnTo>
                    <a:pt x="19" y="17"/>
                  </a:ln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81" name="Freeform 4560">
              <a:extLst>
                <a:ext uri="{FF2B5EF4-FFF2-40B4-BE49-F238E27FC236}">
                  <a16:creationId xmlns:a16="http://schemas.microsoft.com/office/drawing/2014/main" id="{E34CCDA7-6896-413C-931C-58F9BCEAA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3017"/>
              <a:ext cx="60" cy="101"/>
            </a:xfrm>
            <a:custGeom>
              <a:avLst/>
              <a:gdLst>
                <a:gd name="T0" fmla="*/ 99 w 32"/>
                <a:gd name="T1" fmla="*/ 209 h 54"/>
                <a:gd name="T2" fmla="*/ 180 w 32"/>
                <a:gd name="T3" fmla="*/ 339 h 54"/>
                <a:gd name="T4" fmla="*/ 186 w 32"/>
                <a:gd name="T5" fmla="*/ 234 h 54"/>
                <a:gd name="T6" fmla="*/ 180 w 32"/>
                <a:gd name="T7" fmla="*/ 157 h 54"/>
                <a:gd name="T8" fmla="*/ 68 w 32"/>
                <a:gd name="T9" fmla="*/ 32 h 54"/>
                <a:gd name="T10" fmla="*/ 99 w 32"/>
                <a:gd name="T11" fmla="*/ 20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4">
                  <a:moveTo>
                    <a:pt x="15" y="32"/>
                  </a:moveTo>
                  <a:cubicBezTo>
                    <a:pt x="17" y="38"/>
                    <a:pt x="23" y="54"/>
                    <a:pt x="27" y="52"/>
                  </a:cubicBezTo>
                  <a:cubicBezTo>
                    <a:pt x="32" y="49"/>
                    <a:pt x="28" y="40"/>
                    <a:pt x="28" y="36"/>
                  </a:cubicBezTo>
                  <a:cubicBezTo>
                    <a:pt x="28" y="31"/>
                    <a:pt x="29" y="29"/>
                    <a:pt x="27" y="24"/>
                  </a:cubicBezTo>
                  <a:cubicBezTo>
                    <a:pt x="25" y="19"/>
                    <a:pt x="15" y="0"/>
                    <a:pt x="10" y="5"/>
                  </a:cubicBezTo>
                  <a:cubicBezTo>
                    <a:pt x="0" y="15"/>
                    <a:pt x="13" y="26"/>
                    <a:pt x="15" y="32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82" name="Freeform 4561">
              <a:extLst>
                <a:ext uri="{FF2B5EF4-FFF2-40B4-BE49-F238E27FC236}">
                  <a16:creationId xmlns:a16="http://schemas.microsoft.com/office/drawing/2014/main" id="{385FBDD6-844D-4074-8F53-CD58E6402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857"/>
              <a:ext cx="50" cy="92"/>
            </a:xfrm>
            <a:custGeom>
              <a:avLst/>
              <a:gdLst>
                <a:gd name="T0" fmla="*/ 13 w 27"/>
                <a:gd name="T1" fmla="*/ 28 h 49"/>
                <a:gd name="T2" fmla="*/ 24 w 27"/>
                <a:gd name="T3" fmla="*/ 137 h 49"/>
                <a:gd name="T4" fmla="*/ 57 w 27"/>
                <a:gd name="T5" fmla="*/ 250 h 49"/>
                <a:gd name="T6" fmla="*/ 104 w 27"/>
                <a:gd name="T7" fmla="*/ 250 h 49"/>
                <a:gd name="T8" fmla="*/ 165 w 27"/>
                <a:gd name="T9" fmla="*/ 128 h 49"/>
                <a:gd name="T10" fmla="*/ 89 w 27"/>
                <a:gd name="T11" fmla="*/ 68 h 49"/>
                <a:gd name="T12" fmla="*/ 13 w 27"/>
                <a:gd name="T13" fmla="*/ 28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9">
                  <a:moveTo>
                    <a:pt x="2" y="4"/>
                  </a:moveTo>
                  <a:cubicBezTo>
                    <a:pt x="0" y="9"/>
                    <a:pt x="4" y="15"/>
                    <a:pt x="4" y="21"/>
                  </a:cubicBezTo>
                  <a:cubicBezTo>
                    <a:pt x="4" y="27"/>
                    <a:pt x="6" y="34"/>
                    <a:pt x="9" y="38"/>
                  </a:cubicBezTo>
                  <a:cubicBezTo>
                    <a:pt x="12" y="42"/>
                    <a:pt x="14" y="49"/>
                    <a:pt x="16" y="38"/>
                  </a:cubicBezTo>
                  <a:cubicBezTo>
                    <a:pt x="17" y="26"/>
                    <a:pt x="27" y="26"/>
                    <a:pt x="26" y="19"/>
                  </a:cubicBezTo>
                  <a:cubicBezTo>
                    <a:pt x="26" y="11"/>
                    <a:pt x="19" y="17"/>
                    <a:pt x="14" y="10"/>
                  </a:cubicBezTo>
                  <a:cubicBezTo>
                    <a:pt x="8" y="3"/>
                    <a:pt x="3" y="0"/>
                    <a:pt x="2" y="4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83" name="Freeform 4562">
              <a:extLst>
                <a:ext uri="{FF2B5EF4-FFF2-40B4-BE49-F238E27FC236}">
                  <a16:creationId xmlns:a16="http://schemas.microsoft.com/office/drawing/2014/main" id="{A863E293-368F-4303-AA42-5A83AE02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912"/>
              <a:ext cx="63" cy="78"/>
            </a:xfrm>
            <a:custGeom>
              <a:avLst/>
              <a:gdLst>
                <a:gd name="T0" fmla="*/ 44 w 34"/>
                <a:gd name="T1" fmla="*/ 13 h 42"/>
                <a:gd name="T2" fmla="*/ 24 w 34"/>
                <a:gd name="T3" fmla="*/ 134 h 42"/>
                <a:gd name="T4" fmla="*/ 44 w 34"/>
                <a:gd name="T5" fmla="*/ 230 h 42"/>
                <a:gd name="T6" fmla="*/ 152 w 34"/>
                <a:gd name="T7" fmla="*/ 225 h 42"/>
                <a:gd name="T8" fmla="*/ 133 w 34"/>
                <a:gd name="T9" fmla="*/ 158 h 42"/>
                <a:gd name="T10" fmla="*/ 89 w 34"/>
                <a:gd name="T11" fmla="*/ 89 h 42"/>
                <a:gd name="T12" fmla="*/ 44 w 34"/>
                <a:gd name="T13" fmla="*/ 13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2">
                  <a:moveTo>
                    <a:pt x="7" y="2"/>
                  </a:moveTo>
                  <a:cubicBezTo>
                    <a:pt x="0" y="5"/>
                    <a:pt x="2" y="13"/>
                    <a:pt x="4" y="21"/>
                  </a:cubicBezTo>
                  <a:cubicBezTo>
                    <a:pt x="5" y="28"/>
                    <a:pt x="3" y="29"/>
                    <a:pt x="7" y="36"/>
                  </a:cubicBezTo>
                  <a:cubicBezTo>
                    <a:pt x="10" y="42"/>
                    <a:pt x="14" y="36"/>
                    <a:pt x="24" y="35"/>
                  </a:cubicBezTo>
                  <a:cubicBezTo>
                    <a:pt x="34" y="34"/>
                    <a:pt x="26" y="26"/>
                    <a:pt x="21" y="25"/>
                  </a:cubicBezTo>
                  <a:cubicBezTo>
                    <a:pt x="15" y="24"/>
                    <a:pt x="17" y="22"/>
                    <a:pt x="14" y="14"/>
                  </a:cubicBezTo>
                  <a:cubicBezTo>
                    <a:pt x="11" y="5"/>
                    <a:pt x="11" y="0"/>
                    <a:pt x="7" y="2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84" name="Freeform 4563">
              <a:extLst>
                <a:ext uri="{FF2B5EF4-FFF2-40B4-BE49-F238E27FC236}">
                  <a16:creationId xmlns:a16="http://schemas.microsoft.com/office/drawing/2014/main" id="{56C2138A-77CE-4EF8-AFEF-63A9C0F5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176"/>
              <a:ext cx="35" cy="75"/>
            </a:xfrm>
            <a:custGeom>
              <a:avLst/>
              <a:gdLst>
                <a:gd name="T0" fmla="*/ 24 w 19"/>
                <a:gd name="T1" fmla="*/ 21 h 40"/>
                <a:gd name="T2" fmla="*/ 13 w 19"/>
                <a:gd name="T3" fmla="*/ 128 h 40"/>
                <a:gd name="T4" fmla="*/ 24 w 19"/>
                <a:gd name="T5" fmla="*/ 257 h 40"/>
                <a:gd name="T6" fmla="*/ 96 w 19"/>
                <a:gd name="T7" fmla="*/ 233 h 40"/>
                <a:gd name="T8" fmla="*/ 68 w 19"/>
                <a:gd name="T9" fmla="*/ 137 h 40"/>
                <a:gd name="T10" fmla="*/ 24 w 19"/>
                <a:gd name="T11" fmla="*/ 2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0">
                  <a:moveTo>
                    <a:pt x="4" y="3"/>
                  </a:moveTo>
                  <a:cubicBezTo>
                    <a:pt x="0" y="7"/>
                    <a:pt x="1" y="12"/>
                    <a:pt x="2" y="19"/>
                  </a:cubicBezTo>
                  <a:cubicBezTo>
                    <a:pt x="4" y="25"/>
                    <a:pt x="1" y="39"/>
                    <a:pt x="4" y="39"/>
                  </a:cubicBezTo>
                  <a:cubicBezTo>
                    <a:pt x="6" y="40"/>
                    <a:pt x="10" y="34"/>
                    <a:pt x="15" y="35"/>
                  </a:cubicBezTo>
                  <a:cubicBezTo>
                    <a:pt x="19" y="37"/>
                    <a:pt x="14" y="27"/>
                    <a:pt x="11" y="21"/>
                  </a:cubicBezTo>
                  <a:cubicBezTo>
                    <a:pt x="8" y="16"/>
                    <a:pt x="8" y="0"/>
                    <a:pt x="4" y="3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85" name="Freeform 4564">
              <a:extLst>
                <a:ext uri="{FF2B5EF4-FFF2-40B4-BE49-F238E27FC236}">
                  <a16:creationId xmlns:a16="http://schemas.microsoft.com/office/drawing/2014/main" id="{C3A24DC5-824A-4A86-9793-0B554317B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294"/>
              <a:ext cx="43" cy="37"/>
            </a:xfrm>
            <a:custGeom>
              <a:avLst/>
              <a:gdLst>
                <a:gd name="T0" fmla="*/ 24 w 23"/>
                <a:gd name="T1" fmla="*/ 13 h 20"/>
                <a:gd name="T2" fmla="*/ 39 w 23"/>
                <a:gd name="T3" fmla="*/ 126 h 20"/>
                <a:gd name="T4" fmla="*/ 45 w 23"/>
                <a:gd name="T5" fmla="*/ 126 h 20"/>
                <a:gd name="T6" fmla="*/ 150 w 23"/>
                <a:gd name="T7" fmla="*/ 126 h 20"/>
                <a:gd name="T8" fmla="*/ 105 w 23"/>
                <a:gd name="T9" fmla="*/ 89 h 20"/>
                <a:gd name="T10" fmla="*/ 24 w 23"/>
                <a:gd name="T11" fmla="*/ 1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4" y="2"/>
                  </a:moveTo>
                  <a:cubicBezTo>
                    <a:pt x="2" y="4"/>
                    <a:pt x="0" y="8"/>
                    <a:pt x="6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1" y="18"/>
                    <a:pt x="19" y="17"/>
                    <a:pt x="16" y="14"/>
                  </a:cubicBezTo>
                  <a:cubicBezTo>
                    <a:pt x="6" y="7"/>
                    <a:pt x="5" y="0"/>
                    <a:pt x="4" y="2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86" name="Freeform 4565">
              <a:extLst>
                <a:ext uri="{FF2B5EF4-FFF2-40B4-BE49-F238E27FC236}">
                  <a16:creationId xmlns:a16="http://schemas.microsoft.com/office/drawing/2014/main" id="{96E8530F-30F0-4DE0-A4FD-D7D595DD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048"/>
              <a:ext cx="35" cy="88"/>
            </a:xfrm>
            <a:custGeom>
              <a:avLst/>
              <a:gdLst>
                <a:gd name="T0" fmla="*/ 57 w 19"/>
                <a:gd name="T1" fmla="*/ 13 h 47"/>
                <a:gd name="T2" fmla="*/ 105 w 19"/>
                <a:gd name="T3" fmla="*/ 112 h 47"/>
                <a:gd name="T4" fmla="*/ 76 w 19"/>
                <a:gd name="T5" fmla="*/ 277 h 47"/>
                <a:gd name="T6" fmla="*/ 13 w 19"/>
                <a:gd name="T7" fmla="*/ 204 h 47"/>
                <a:gd name="T8" fmla="*/ 57 w 19"/>
                <a:gd name="T9" fmla="*/ 1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7">
                  <a:moveTo>
                    <a:pt x="9" y="2"/>
                  </a:moveTo>
                  <a:cubicBezTo>
                    <a:pt x="19" y="0"/>
                    <a:pt x="16" y="9"/>
                    <a:pt x="17" y="17"/>
                  </a:cubicBezTo>
                  <a:cubicBezTo>
                    <a:pt x="18" y="24"/>
                    <a:pt x="12" y="36"/>
                    <a:pt x="12" y="42"/>
                  </a:cubicBezTo>
                  <a:cubicBezTo>
                    <a:pt x="11" y="47"/>
                    <a:pt x="4" y="43"/>
                    <a:pt x="2" y="31"/>
                  </a:cubicBezTo>
                  <a:cubicBezTo>
                    <a:pt x="0" y="19"/>
                    <a:pt x="4" y="4"/>
                    <a:pt x="9" y="2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87" name="Freeform 4566">
              <a:extLst>
                <a:ext uri="{FF2B5EF4-FFF2-40B4-BE49-F238E27FC236}">
                  <a16:creationId xmlns:a16="http://schemas.microsoft.com/office/drawing/2014/main" id="{A02FA992-672B-4F98-BF5E-6FE7BF118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773"/>
              <a:ext cx="31" cy="36"/>
            </a:xfrm>
            <a:custGeom>
              <a:avLst/>
              <a:gdLst>
                <a:gd name="T0" fmla="*/ 0 w 17"/>
                <a:gd name="T1" fmla="*/ 0 h 19"/>
                <a:gd name="T2" fmla="*/ 60 w 17"/>
                <a:gd name="T3" fmla="*/ 121 h 19"/>
                <a:gd name="T4" fmla="*/ 97 w 17"/>
                <a:gd name="T5" fmla="*/ 32 h 19"/>
                <a:gd name="T6" fmla="*/ 104 w 17"/>
                <a:gd name="T7" fmla="*/ 0 h 19"/>
                <a:gd name="T8" fmla="*/ 0 w 1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2" y="10"/>
                    <a:pt x="6" y="19"/>
                    <a:pt x="10" y="18"/>
                  </a:cubicBezTo>
                  <a:cubicBezTo>
                    <a:pt x="13" y="16"/>
                    <a:pt x="12" y="11"/>
                    <a:pt x="16" y="5"/>
                  </a:cubicBezTo>
                  <a:cubicBezTo>
                    <a:pt x="17" y="3"/>
                    <a:pt x="17" y="1"/>
                    <a:pt x="17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88" name="Freeform 4567">
              <a:extLst>
                <a:ext uri="{FF2B5EF4-FFF2-40B4-BE49-F238E27FC236}">
                  <a16:creationId xmlns:a16="http://schemas.microsoft.com/office/drawing/2014/main" id="{42B4CCBF-5612-4A01-8424-5C98E5152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826"/>
              <a:ext cx="71" cy="48"/>
            </a:xfrm>
            <a:custGeom>
              <a:avLst/>
              <a:gdLst>
                <a:gd name="T0" fmla="*/ 24 w 38"/>
                <a:gd name="T1" fmla="*/ 37 h 26"/>
                <a:gd name="T2" fmla="*/ 52 w 38"/>
                <a:gd name="T3" fmla="*/ 133 h 26"/>
                <a:gd name="T4" fmla="*/ 164 w 38"/>
                <a:gd name="T5" fmla="*/ 126 h 26"/>
                <a:gd name="T6" fmla="*/ 224 w 38"/>
                <a:gd name="T7" fmla="*/ 52 h 26"/>
                <a:gd name="T8" fmla="*/ 136 w 38"/>
                <a:gd name="T9" fmla="*/ 44 h 26"/>
                <a:gd name="T10" fmla="*/ 24 w 38"/>
                <a:gd name="T11" fmla="*/ 3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6">
                  <a:moveTo>
                    <a:pt x="4" y="6"/>
                  </a:moveTo>
                  <a:cubicBezTo>
                    <a:pt x="4" y="16"/>
                    <a:pt x="0" y="16"/>
                    <a:pt x="8" y="21"/>
                  </a:cubicBezTo>
                  <a:cubicBezTo>
                    <a:pt x="16" y="26"/>
                    <a:pt x="19" y="21"/>
                    <a:pt x="25" y="20"/>
                  </a:cubicBezTo>
                  <a:cubicBezTo>
                    <a:pt x="32" y="18"/>
                    <a:pt x="38" y="13"/>
                    <a:pt x="34" y="8"/>
                  </a:cubicBezTo>
                  <a:cubicBezTo>
                    <a:pt x="30" y="2"/>
                    <a:pt x="28" y="8"/>
                    <a:pt x="21" y="7"/>
                  </a:cubicBezTo>
                  <a:cubicBezTo>
                    <a:pt x="13" y="6"/>
                    <a:pt x="4" y="0"/>
                    <a:pt x="4" y="6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89" name="Freeform 4568">
              <a:extLst>
                <a:ext uri="{FF2B5EF4-FFF2-40B4-BE49-F238E27FC236}">
                  <a16:creationId xmlns:a16="http://schemas.microsoft.com/office/drawing/2014/main" id="{7CD6AACA-CBB2-4B34-8C64-949BCF774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226"/>
              <a:ext cx="50" cy="54"/>
            </a:xfrm>
            <a:custGeom>
              <a:avLst/>
              <a:gdLst>
                <a:gd name="T0" fmla="*/ 20 w 27"/>
                <a:gd name="T1" fmla="*/ 24 h 29"/>
                <a:gd name="T2" fmla="*/ 31 w 27"/>
                <a:gd name="T3" fmla="*/ 112 h 29"/>
                <a:gd name="T4" fmla="*/ 69 w 27"/>
                <a:gd name="T5" fmla="*/ 166 h 29"/>
                <a:gd name="T6" fmla="*/ 133 w 27"/>
                <a:gd name="T7" fmla="*/ 173 h 29"/>
                <a:gd name="T8" fmla="*/ 148 w 27"/>
                <a:gd name="T9" fmla="*/ 121 h 29"/>
                <a:gd name="T10" fmla="*/ 89 w 27"/>
                <a:gd name="T11" fmla="*/ 60 h 29"/>
                <a:gd name="T12" fmla="*/ 20 w 27"/>
                <a:gd name="T13" fmla="*/ 2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9">
                  <a:moveTo>
                    <a:pt x="3" y="4"/>
                  </a:moveTo>
                  <a:cubicBezTo>
                    <a:pt x="0" y="8"/>
                    <a:pt x="5" y="12"/>
                    <a:pt x="5" y="17"/>
                  </a:cubicBezTo>
                  <a:cubicBezTo>
                    <a:pt x="6" y="21"/>
                    <a:pt x="7" y="25"/>
                    <a:pt x="11" y="26"/>
                  </a:cubicBezTo>
                  <a:cubicBezTo>
                    <a:pt x="15" y="26"/>
                    <a:pt x="17" y="29"/>
                    <a:pt x="21" y="27"/>
                  </a:cubicBezTo>
                  <a:cubicBezTo>
                    <a:pt x="24" y="24"/>
                    <a:pt x="27" y="24"/>
                    <a:pt x="23" y="19"/>
                  </a:cubicBezTo>
                  <a:cubicBezTo>
                    <a:pt x="19" y="13"/>
                    <a:pt x="16" y="13"/>
                    <a:pt x="14" y="9"/>
                  </a:cubicBezTo>
                  <a:cubicBezTo>
                    <a:pt x="11" y="4"/>
                    <a:pt x="6" y="0"/>
                    <a:pt x="3" y="4"/>
                  </a:cubicBezTo>
                  <a:close/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90" name="Freeform 4569">
              <a:extLst>
                <a:ext uri="{FF2B5EF4-FFF2-40B4-BE49-F238E27FC236}">
                  <a16:creationId xmlns:a16="http://schemas.microsoft.com/office/drawing/2014/main" id="{864B1548-8B42-468E-A9C2-1FC334AC1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047"/>
              <a:ext cx="8" cy="18"/>
            </a:xfrm>
            <a:custGeom>
              <a:avLst/>
              <a:gdLst>
                <a:gd name="T0" fmla="*/ 0 w 4"/>
                <a:gd name="T1" fmla="*/ 0 h 10"/>
                <a:gd name="T2" fmla="*/ 32 w 4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0" y="8"/>
                    <a:pt x="4" y="10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91" name="Freeform 4570">
              <a:extLst>
                <a:ext uri="{FF2B5EF4-FFF2-40B4-BE49-F238E27FC236}">
                  <a16:creationId xmlns:a16="http://schemas.microsoft.com/office/drawing/2014/main" id="{3FC11F70-3618-49E3-B846-D0FDC3EFD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060"/>
              <a:ext cx="7" cy="20"/>
            </a:xfrm>
            <a:custGeom>
              <a:avLst/>
              <a:gdLst>
                <a:gd name="T0" fmla="*/ 16 w 4"/>
                <a:gd name="T1" fmla="*/ 0 h 11"/>
                <a:gd name="T2" fmla="*/ 21 w 4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0" y="3"/>
                    <a:pt x="2" y="8"/>
                    <a:pt x="4" y="11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92" name="Freeform 4571">
              <a:extLst>
                <a:ext uri="{FF2B5EF4-FFF2-40B4-BE49-F238E27FC236}">
                  <a16:creationId xmlns:a16="http://schemas.microsoft.com/office/drawing/2014/main" id="{F50B3AFC-BF23-49D1-8A8C-F75C66FC8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069"/>
              <a:ext cx="9" cy="17"/>
            </a:xfrm>
            <a:custGeom>
              <a:avLst/>
              <a:gdLst>
                <a:gd name="T0" fmla="*/ 29 w 5"/>
                <a:gd name="T1" fmla="*/ 0 h 9"/>
                <a:gd name="T2" fmla="*/ 13 w 5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0" y="0"/>
                    <a:pt x="0" y="6"/>
                    <a:pt x="2" y="9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93" name="Freeform 4572">
              <a:extLst>
                <a:ext uri="{FF2B5EF4-FFF2-40B4-BE49-F238E27FC236}">
                  <a16:creationId xmlns:a16="http://schemas.microsoft.com/office/drawing/2014/main" id="{26B3872C-C6FB-4423-AC20-17DABDA76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082"/>
              <a:ext cx="7" cy="15"/>
            </a:xfrm>
            <a:custGeom>
              <a:avLst/>
              <a:gdLst>
                <a:gd name="T0" fmla="*/ 21 w 4"/>
                <a:gd name="T1" fmla="*/ 0 h 8"/>
                <a:gd name="T2" fmla="*/ 0 w 4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1"/>
                    <a:pt x="0" y="5"/>
                    <a:pt x="0" y="8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94" name="Freeform 4573">
              <a:extLst>
                <a:ext uri="{FF2B5EF4-FFF2-40B4-BE49-F238E27FC236}">
                  <a16:creationId xmlns:a16="http://schemas.microsoft.com/office/drawing/2014/main" id="{4DBD8C47-B0F6-4201-B61E-E10F59BE5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251"/>
              <a:ext cx="7" cy="13"/>
            </a:xfrm>
            <a:custGeom>
              <a:avLst/>
              <a:gdLst>
                <a:gd name="T0" fmla="*/ 12 w 4"/>
                <a:gd name="T1" fmla="*/ 0 h 7"/>
                <a:gd name="T2" fmla="*/ 0 w 4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4" y="2"/>
                    <a:pt x="3" y="6"/>
                    <a:pt x="0" y="7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95" name="Freeform 4574">
              <a:extLst>
                <a:ext uri="{FF2B5EF4-FFF2-40B4-BE49-F238E27FC236}">
                  <a16:creationId xmlns:a16="http://schemas.microsoft.com/office/drawing/2014/main" id="{9C2CFB69-DE51-481E-836F-1E8CDB858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258"/>
              <a:ext cx="9" cy="4"/>
            </a:xfrm>
            <a:custGeom>
              <a:avLst/>
              <a:gdLst>
                <a:gd name="T0" fmla="*/ 0 w 5"/>
                <a:gd name="T1" fmla="*/ 0 h 2"/>
                <a:gd name="T2" fmla="*/ 29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3" y="1"/>
                    <a:pt x="5" y="2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96" name="Freeform 4575">
              <a:extLst>
                <a:ext uri="{FF2B5EF4-FFF2-40B4-BE49-F238E27FC236}">
                  <a16:creationId xmlns:a16="http://schemas.microsoft.com/office/drawing/2014/main" id="{00983393-0C89-492D-A620-BD2C976DE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960"/>
              <a:ext cx="10" cy="6"/>
            </a:xfrm>
            <a:custGeom>
              <a:avLst/>
              <a:gdLst>
                <a:gd name="T0" fmla="*/ 0 w 5"/>
                <a:gd name="T1" fmla="*/ 16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3" y="3"/>
                    <a:pt x="4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97" name="Freeform 4576">
              <a:extLst>
                <a:ext uri="{FF2B5EF4-FFF2-40B4-BE49-F238E27FC236}">
                  <a16:creationId xmlns:a16="http://schemas.microsoft.com/office/drawing/2014/main" id="{0E5475A3-1FEA-4995-AF08-4432FFB53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964"/>
              <a:ext cx="5" cy="8"/>
            </a:xfrm>
            <a:custGeom>
              <a:avLst/>
              <a:gdLst>
                <a:gd name="T0" fmla="*/ 0 w 3"/>
                <a:gd name="T1" fmla="*/ 0 h 4"/>
                <a:gd name="T2" fmla="*/ 13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4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98" name="Freeform 4577">
              <a:extLst>
                <a:ext uri="{FF2B5EF4-FFF2-40B4-BE49-F238E27FC236}">
                  <a16:creationId xmlns:a16="http://schemas.microsoft.com/office/drawing/2014/main" id="{AEB2C329-6DF0-42B5-90D1-BFE1CC129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925"/>
              <a:ext cx="7" cy="17"/>
            </a:xfrm>
            <a:custGeom>
              <a:avLst/>
              <a:gdLst>
                <a:gd name="T0" fmla="*/ 12 w 4"/>
                <a:gd name="T1" fmla="*/ 0 h 9"/>
                <a:gd name="T2" fmla="*/ 21 w 4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1" y="3"/>
                    <a:pt x="0" y="8"/>
                    <a:pt x="4" y="9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99" name="Freeform 4578">
              <a:extLst>
                <a:ext uri="{FF2B5EF4-FFF2-40B4-BE49-F238E27FC236}">
                  <a16:creationId xmlns:a16="http://schemas.microsoft.com/office/drawing/2014/main" id="{64BF34E9-CCDE-41D5-8725-4CFC9543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936"/>
              <a:ext cx="1" cy="17"/>
            </a:xfrm>
            <a:custGeom>
              <a:avLst/>
              <a:gdLst>
                <a:gd name="T0" fmla="*/ 1 w 1"/>
                <a:gd name="T1" fmla="*/ 0 h 9"/>
                <a:gd name="T2" fmla="*/ 1 w 1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0" y="3"/>
                    <a:pt x="0" y="6"/>
                    <a:pt x="1" y="9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00" name="Freeform 4579">
              <a:extLst>
                <a:ext uri="{FF2B5EF4-FFF2-40B4-BE49-F238E27FC236}">
                  <a16:creationId xmlns:a16="http://schemas.microsoft.com/office/drawing/2014/main" id="{436AE771-D806-430E-BC2A-391592FA2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850"/>
              <a:ext cx="13" cy="4"/>
            </a:xfrm>
            <a:custGeom>
              <a:avLst/>
              <a:gdLst>
                <a:gd name="T0" fmla="*/ 0 w 7"/>
                <a:gd name="T1" fmla="*/ 0 h 2"/>
                <a:gd name="T2" fmla="*/ 45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1" y="2"/>
                    <a:pt x="4" y="2"/>
                    <a:pt x="7" y="2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01" name="Freeform 4580">
              <a:extLst>
                <a:ext uri="{FF2B5EF4-FFF2-40B4-BE49-F238E27FC236}">
                  <a16:creationId xmlns:a16="http://schemas.microsoft.com/office/drawing/2014/main" id="{1D112FA8-C0DC-443D-B2CD-850156A3E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848"/>
              <a:ext cx="6" cy="13"/>
            </a:xfrm>
            <a:custGeom>
              <a:avLst/>
              <a:gdLst>
                <a:gd name="T0" fmla="*/ 0 w 3"/>
                <a:gd name="T1" fmla="*/ 0 h 7"/>
                <a:gd name="T2" fmla="*/ 24 w 3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3"/>
                    <a:pt x="0" y="6"/>
                    <a:pt x="3" y="7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02" name="Freeform 4581">
              <a:extLst>
                <a:ext uri="{FF2B5EF4-FFF2-40B4-BE49-F238E27FC236}">
                  <a16:creationId xmlns:a16="http://schemas.microsoft.com/office/drawing/2014/main" id="{100C83B1-069F-43FD-907F-62BE04CF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844"/>
              <a:ext cx="1" cy="12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03" name="Freeform 4582">
              <a:extLst>
                <a:ext uri="{FF2B5EF4-FFF2-40B4-BE49-F238E27FC236}">
                  <a16:creationId xmlns:a16="http://schemas.microsoft.com/office/drawing/2014/main" id="{62066CA7-2E0A-4206-B0CD-ECDF7256B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848"/>
              <a:ext cx="6" cy="2"/>
            </a:xfrm>
            <a:custGeom>
              <a:avLst/>
              <a:gdLst>
                <a:gd name="T0" fmla="*/ 0 w 3"/>
                <a:gd name="T1" fmla="*/ 8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04" name="Freeform 4583">
              <a:extLst>
                <a:ext uri="{FF2B5EF4-FFF2-40B4-BE49-F238E27FC236}">
                  <a16:creationId xmlns:a16="http://schemas.microsoft.com/office/drawing/2014/main" id="{BB873F88-C485-4BEC-A169-891933F9D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889"/>
              <a:ext cx="13" cy="4"/>
            </a:xfrm>
            <a:custGeom>
              <a:avLst/>
              <a:gdLst>
                <a:gd name="T0" fmla="*/ 0 w 7"/>
                <a:gd name="T1" fmla="*/ 0 h 2"/>
                <a:gd name="T2" fmla="*/ 45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1" y="2"/>
                    <a:pt x="4" y="2"/>
                    <a:pt x="7" y="1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05" name="Freeform 4584">
              <a:extLst>
                <a:ext uri="{FF2B5EF4-FFF2-40B4-BE49-F238E27FC236}">
                  <a16:creationId xmlns:a16="http://schemas.microsoft.com/office/drawing/2014/main" id="{D7BF77FF-2ABF-4051-B31B-8A89A0AD7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886"/>
              <a:ext cx="4" cy="9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0" y="5"/>
                    <a:pt x="2" y="5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06" name="Freeform 4585">
              <a:extLst>
                <a:ext uri="{FF2B5EF4-FFF2-40B4-BE49-F238E27FC236}">
                  <a16:creationId xmlns:a16="http://schemas.microsoft.com/office/drawing/2014/main" id="{2ABBFD47-A3A4-4EB4-A4F2-EE198E65C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910"/>
              <a:ext cx="9" cy="2"/>
            </a:xfrm>
            <a:custGeom>
              <a:avLst/>
              <a:gdLst>
                <a:gd name="T0" fmla="*/ 0 w 5"/>
                <a:gd name="T1" fmla="*/ 8 h 1"/>
                <a:gd name="T2" fmla="*/ 29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07" name="Freeform 4586">
              <a:extLst>
                <a:ext uri="{FF2B5EF4-FFF2-40B4-BE49-F238E27FC236}">
                  <a16:creationId xmlns:a16="http://schemas.microsoft.com/office/drawing/2014/main" id="{5A25E8D3-4FF2-44FC-93F1-8160938B1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902"/>
              <a:ext cx="2" cy="8"/>
            </a:xfrm>
            <a:custGeom>
              <a:avLst/>
              <a:gdLst>
                <a:gd name="T0" fmla="*/ 0 w 1"/>
                <a:gd name="T1" fmla="*/ 32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08" name="Freeform 4587">
              <a:extLst>
                <a:ext uri="{FF2B5EF4-FFF2-40B4-BE49-F238E27FC236}">
                  <a16:creationId xmlns:a16="http://schemas.microsoft.com/office/drawing/2014/main" id="{2DE81E24-4443-4429-879B-5DF069F48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2895"/>
              <a:ext cx="4" cy="6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1" y="3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09" name="Freeform 4588">
              <a:extLst>
                <a:ext uri="{FF2B5EF4-FFF2-40B4-BE49-F238E27FC236}">
                  <a16:creationId xmlns:a16="http://schemas.microsoft.com/office/drawing/2014/main" id="{93974D3E-CF43-4D7B-A390-6669C3628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779"/>
              <a:ext cx="9" cy="9"/>
            </a:xfrm>
            <a:custGeom>
              <a:avLst/>
              <a:gdLst>
                <a:gd name="T0" fmla="*/ 0 w 5"/>
                <a:gd name="T1" fmla="*/ 0 h 5"/>
                <a:gd name="T2" fmla="*/ 29 w 5"/>
                <a:gd name="T3" fmla="*/ 2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5"/>
                    <a:pt x="5" y="4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10" name="Freeform 4589">
              <a:extLst>
                <a:ext uri="{FF2B5EF4-FFF2-40B4-BE49-F238E27FC236}">
                  <a16:creationId xmlns:a16="http://schemas.microsoft.com/office/drawing/2014/main" id="{F04E028E-A19B-4448-BF0D-860108E6E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779"/>
              <a:ext cx="6" cy="15"/>
            </a:xfrm>
            <a:custGeom>
              <a:avLst/>
              <a:gdLst>
                <a:gd name="T0" fmla="*/ 24 w 3"/>
                <a:gd name="T1" fmla="*/ 0 h 8"/>
                <a:gd name="T2" fmla="*/ 16 w 3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2"/>
                    <a:pt x="0" y="5"/>
                    <a:pt x="2" y="8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11" name="Freeform 4590">
              <a:extLst>
                <a:ext uri="{FF2B5EF4-FFF2-40B4-BE49-F238E27FC236}">
                  <a16:creationId xmlns:a16="http://schemas.microsoft.com/office/drawing/2014/main" id="{D96DFFD8-2F6F-40A1-A58F-D615A4893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614"/>
              <a:ext cx="7" cy="17"/>
            </a:xfrm>
            <a:custGeom>
              <a:avLst/>
              <a:gdLst>
                <a:gd name="T0" fmla="*/ 7 w 4"/>
                <a:gd name="T1" fmla="*/ 0 h 9"/>
                <a:gd name="T2" fmla="*/ 21 w 4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3"/>
                    <a:pt x="0" y="8"/>
                    <a:pt x="4" y="9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12" name="Freeform 4591">
              <a:extLst>
                <a:ext uri="{FF2B5EF4-FFF2-40B4-BE49-F238E27FC236}">
                  <a16:creationId xmlns:a16="http://schemas.microsoft.com/office/drawing/2014/main" id="{1BBAA1B2-461B-4E22-BD4E-086AE08F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625"/>
              <a:ext cx="2" cy="10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13" name="Freeform 4592">
              <a:extLst>
                <a:ext uri="{FF2B5EF4-FFF2-40B4-BE49-F238E27FC236}">
                  <a16:creationId xmlns:a16="http://schemas.microsoft.com/office/drawing/2014/main" id="{DAAF00A1-DE1A-4E0A-AA07-A2AFC8F2D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558"/>
              <a:ext cx="6" cy="4"/>
            </a:xfrm>
            <a:custGeom>
              <a:avLst/>
              <a:gdLst>
                <a:gd name="T0" fmla="*/ 0 w 3"/>
                <a:gd name="T1" fmla="*/ 8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14" name="Freeform 4593">
              <a:extLst>
                <a:ext uri="{FF2B5EF4-FFF2-40B4-BE49-F238E27FC236}">
                  <a16:creationId xmlns:a16="http://schemas.microsoft.com/office/drawing/2014/main" id="{BECA128B-202C-491A-892C-DEA5C5B85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560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15" name="Freeform 4594">
              <a:extLst>
                <a:ext uri="{FF2B5EF4-FFF2-40B4-BE49-F238E27FC236}">
                  <a16:creationId xmlns:a16="http://schemas.microsoft.com/office/drawing/2014/main" id="{0354AA0F-7BF0-4545-86DE-EAA511951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687"/>
              <a:ext cx="3" cy="8"/>
            </a:xfrm>
            <a:custGeom>
              <a:avLst/>
              <a:gdLst>
                <a:gd name="T0" fmla="*/ 5 w 2"/>
                <a:gd name="T1" fmla="*/ 0 h 4"/>
                <a:gd name="T2" fmla="*/ 8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16" name="Freeform 4595">
              <a:extLst>
                <a:ext uri="{FF2B5EF4-FFF2-40B4-BE49-F238E27FC236}">
                  <a16:creationId xmlns:a16="http://schemas.microsoft.com/office/drawing/2014/main" id="{9D28E315-CB30-495A-AD67-FB4084DB5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506"/>
              <a:ext cx="5" cy="9"/>
            </a:xfrm>
            <a:custGeom>
              <a:avLst/>
              <a:gdLst>
                <a:gd name="T0" fmla="*/ 5 w 3"/>
                <a:gd name="T1" fmla="*/ 0 h 5"/>
                <a:gd name="T2" fmla="*/ 13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5"/>
                    <a:pt x="3" y="5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17" name="Freeform 4596">
              <a:extLst>
                <a:ext uri="{FF2B5EF4-FFF2-40B4-BE49-F238E27FC236}">
                  <a16:creationId xmlns:a16="http://schemas.microsoft.com/office/drawing/2014/main" id="{1373A560-CAB2-4097-853B-3D171AEBA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511"/>
              <a:ext cx="4" cy="10"/>
            </a:xfrm>
            <a:custGeom>
              <a:avLst/>
              <a:gdLst>
                <a:gd name="T0" fmla="*/ 16 w 2"/>
                <a:gd name="T1" fmla="*/ 0 h 5"/>
                <a:gd name="T2" fmla="*/ 8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1" y="5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18" name="Freeform 4597">
              <a:extLst>
                <a:ext uri="{FF2B5EF4-FFF2-40B4-BE49-F238E27FC236}">
                  <a16:creationId xmlns:a16="http://schemas.microsoft.com/office/drawing/2014/main" id="{87D58A1A-AB8F-4746-AE66-E446AFC76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420"/>
              <a:ext cx="5" cy="3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19" name="Freeform 4598">
              <a:extLst>
                <a:ext uri="{FF2B5EF4-FFF2-40B4-BE49-F238E27FC236}">
                  <a16:creationId xmlns:a16="http://schemas.microsoft.com/office/drawing/2014/main" id="{9568AA9C-E34D-4448-84D2-6B85426B0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421"/>
              <a:ext cx="3" cy="6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20" name="Freeform 4599">
              <a:extLst>
                <a:ext uri="{FF2B5EF4-FFF2-40B4-BE49-F238E27FC236}">
                  <a16:creationId xmlns:a16="http://schemas.microsoft.com/office/drawing/2014/main" id="{4984F3B0-5FF8-46EA-8061-06B71C62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215"/>
              <a:ext cx="9" cy="11"/>
            </a:xfrm>
            <a:custGeom>
              <a:avLst/>
              <a:gdLst>
                <a:gd name="T0" fmla="*/ 0 w 5"/>
                <a:gd name="T1" fmla="*/ 0 h 6"/>
                <a:gd name="T2" fmla="*/ 29 w 5"/>
                <a:gd name="T3" fmla="*/ 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2"/>
                    <a:pt x="3" y="6"/>
                    <a:pt x="5" y="4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21" name="Freeform 4600">
              <a:extLst>
                <a:ext uri="{FF2B5EF4-FFF2-40B4-BE49-F238E27FC236}">
                  <a16:creationId xmlns:a16="http://schemas.microsoft.com/office/drawing/2014/main" id="{D24E3292-977A-464D-BFE2-AB46589EE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221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22" name="Freeform 4601">
              <a:extLst>
                <a:ext uri="{FF2B5EF4-FFF2-40B4-BE49-F238E27FC236}">
                  <a16:creationId xmlns:a16="http://schemas.microsoft.com/office/drawing/2014/main" id="{61F6EE19-20CD-41A8-AA53-C03EC8DB9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3312"/>
              <a:ext cx="1" cy="10"/>
            </a:xfrm>
            <a:custGeom>
              <a:avLst/>
              <a:gdLst>
                <a:gd name="T0" fmla="*/ 1 w 1"/>
                <a:gd name="T1" fmla="*/ 40 h 5"/>
                <a:gd name="T2" fmla="*/ 1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23" name="Freeform 4602">
              <a:extLst>
                <a:ext uri="{FF2B5EF4-FFF2-40B4-BE49-F238E27FC236}">
                  <a16:creationId xmlns:a16="http://schemas.microsoft.com/office/drawing/2014/main" id="{D86B28ED-30D6-4273-A0D8-65ACC4530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968"/>
              <a:ext cx="5" cy="4"/>
            </a:xfrm>
            <a:custGeom>
              <a:avLst/>
              <a:gdLst>
                <a:gd name="T0" fmla="*/ 0 w 3"/>
                <a:gd name="T1" fmla="*/ 16 h 2"/>
                <a:gd name="T2" fmla="*/ 1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24" name="Freeform 4603">
              <a:extLst>
                <a:ext uri="{FF2B5EF4-FFF2-40B4-BE49-F238E27FC236}">
                  <a16:creationId xmlns:a16="http://schemas.microsoft.com/office/drawing/2014/main" id="{28F3DC5C-4B3C-4692-A951-0DEA62E5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069"/>
              <a:ext cx="5" cy="9"/>
            </a:xfrm>
            <a:custGeom>
              <a:avLst/>
              <a:gdLst>
                <a:gd name="T0" fmla="*/ 0 w 3"/>
                <a:gd name="T1" fmla="*/ 29 h 5"/>
                <a:gd name="T2" fmla="*/ 0 w 3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3" y="4"/>
                    <a:pt x="2" y="0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25" name="Freeform 4604">
              <a:extLst>
                <a:ext uri="{FF2B5EF4-FFF2-40B4-BE49-F238E27FC236}">
                  <a16:creationId xmlns:a16="http://schemas.microsoft.com/office/drawing/2014/main" id="{1ABF0984-265D-4450-9C02-1DA8CFDA3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067"/>
              <a:ext cx="4" cy="6"/>
            </a:xfrm>
            <a:custGeom>
              <a:avLst/>
              <a:gdLst>
                <a:gd name="T0" fmla="*/ 16 w 2"/>
                <a:gd name="T1" fmla="*/ 24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26" name="Freeform 4605">
              <a:extLst>
                <a:ext uri="{FF2B5EF4-FFF2-40B4-BE49-F238E27FC236}">
                  <a16:creationId xmlns:a16="http://schemas.microsoft.com/office/drawing/2014/main" id="{F5DBE4CE-2858-4F44-94B4-90702B012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262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27" name="Freeform 4606">
              <a:extLst>
                <a:ext uri="{FF2B5EF4-FFF2-40B4-BE49-F238E27FC236}">
                  <a16:creationId xmlns:a16="http://schemas.microsoft.com/office/drawing/2014/main" id="{B31FCB0D-B54C-4869-90F2-410ED56D3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258"/>
              <a:ext cx="2" cy="7"/>
            </a:xfrm>
            <a:custGeom>
              <a:avLst/>
              <a:gdLst>
                <a:gd name="T0" fmla="*/ 0 w 1"/>
                <a:gd name="T1" fmla="*/ 21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28" name="Freeform 4607">
              <a:extLst>
                <a:ext uri="{FF2B5EF4-FFF2-40B4-BE49-F238E27FC236}">
                  <a16:creationId xmlns:a16="http://schemas.microsoft.com/office/drawing/2014/main" id="{D54A1AAF-AD3D-468B-B552-1B63D2AE3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093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29" name="Freeform 4608">
              <a:extLst>
                <a:ext uri="{FF2B5EF4-FFF2-40B4-BE49-F238E27FC236}">
                  <a16:creationId xmlns:a16="http://schemas.microsoft.com/office/drawing/2014/main" id="{D016F9AD-B7E2-47D2-899C-20D092D3F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3314"/>
              <a:ext cx="5" cy="2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30" name="Freeform 4609">
              <a:extLst>
                <a:ext uri="{FF2B5EF4-FFF2-40B4-BE49-F238E27FC236}">
                  <a16:creationId xmlns:a16="http://schemas.microsoft.com/office/drawing/2014/main" id="{B3928CEC-22D0-4D7C-8D04-38748F66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226"/>
              <a:ext cx="7" cy="2"/>
            </a:xfrm>
            <a:custGeom>
              <a:avLst/>
              <a:gdLst>
                <a:gd name="T0" fmla="*/ 0 w 4"/>
                <a:gd name="T1" fmla="*/ 8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31" name="Freeform 4610">
              <a:extLst>
                <a:ext uri="{FF2B5EF4-FFF2-40B4-BE49-F238E27FC236}">
                  <a16:creationId xmlns:a16="http://schemas.microsoft.com/office/drawing/2014/main" id="{7B036D4F-752A-467C-85C4-F60985BC6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045"/>
              <a:ext cx="7" cy="9"/>
            </a:xfrm>
            <a:custGeom>
              <a:avLst/>
              <a:gdLst>
                <a:gd name="T0" fmla="*/ 0 w 4"/>
                <a:gd name="T1" fmla="*/ 13 h 5"/>
                <a:gd name="T2" fmla="*/ 0 w 4"/>
                <a:gd name="T3" fmla="*/ 29 h 5"/>
                <a:gd name="T4" fmla="*/ 0 w 4"/>
                <a:gd name="T5" fmla="*/ 2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3" y="0"/>
                    <a:pt x="4" y="4"/>
                    <a:pt x="0" y="5"/>
                  </a:cubicBezTo>
                  <a:cubicBezTo>
                    <a:pt x="0" y="5"/>
                    <a:pt x="0" y="5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32" name="Freeform 4611">
              <a:extLst>
                <a:ext uri="{FF2B5EF4-FFF2-40B4-BE49-F238E27FC236}">
                  <a16:creationId xmlns:a16="http://schemas.microsoft.com/office/drawing/2014/main" id="{3E5F56DD-704A-4E65-8CF3-2B9C07EAF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923"/>
              <a:ext cx="7" cy="13"/>
            </a:xfrm>
            <a:custGeom>
              <a:avLst/>
              <a:gdLst>
                <a:gd name="T0" fmla="*/ 0 w 4"/>
                <a:gd name="T1" fmla="*/ 13 h 7"/>
                <a:gd name="T2" fmla="*/ 0 w 4"/>
                <a:gd name="T3" fmla="*/ 3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4" y="0"/>
                    <a:pt x="3" y="7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33" name="Freeform 4612">
              <a:extLst>
                <a:ext uri="{FF2B5EF4-FFF2-40B4-BE49-F238E27FC236}">
                  <a16:creationId xmlns:a16="http://schemas.microsoft.com/office/drawing/2014/main" id="{9B9F2073-1F1E-403B-9665-614EB72BB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848"/>
              <a:ext cx="8" cy="8"/>
            </a:xfrm>
            <a:custGeom>
              <a:avLst/>
              <a:gdLst>
                <a:gd name="T0" fmla="*/ 8 w 4"/>
                <a:gd name="T1" fmla="*/ 32 h 4"/>
                <a:gd name="T2" fmla="*/ 24 w 4"/>
                <a:gd name="T3" fmla="*/ 0 h 4"/>
                <a:gd name="T4" fmla="*/ 24 w 4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1"/>
                    <a:pt x="3" y="3"/>
                    <a:pt x="3" y="4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34" name="Freeform 4613">
              <a:extLst>
                <a:ext uri="{FF2B5EF4-FFF2-40B4-BE49-F238E27FC236}">
                  <a16:creationId xmlns:a16="http://schemas.microsoft.com/office/drawing/2014/main" id="{D8C49A6E-5F7F-4668-9EEA-31128C4AA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854"/>
              <a:ext cx="9" cy="9"/>
            </a:xfrm>
            <a:custGeom>
              <a:avLst/>
              <a:gdLst>
                <a:gd name="T0" fmla="*/ 0 w 5"/>
                <a:gd name="T1" fmla="*/ 29 h 5"/>
                <a:gd name="T2" fmla="*/ 29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2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35" name="Freeform 4614">
              <a:extLst>
                <a:ext uri="{FF2B5EF4-FFF2-40B4-BE49-F238E27FC236}">
                  <a16:creationId xmlns:a16="http://schemas.microsoft.com/office/drawing/2014/main" id="{88B99ADD-CD4E-43FC-8072-E5B841168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887"/>
              <a:ext cx="5" cy="8"/>
            </a:xfrm>
            <a:custGeom>
              <a:avLst/>
              <a:gdLst>
                <a:gd name="T0" fmla="*/ 5 w 3"/>
                <a:gd name="T1" fmla="*/ 0 h 4"/>
                <a:gd name="T2" fmla="*/ 5 w 3"/>
                <a:gd name="T3" fmla="*/ 32 h 4"/>
                <a:gd name="T4" fmla="*/ 13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36" name="Freeform 4615">
              <a:extLst>
                <a:ext uri="{FF2B5EF4-FFF2-40B4-BE49-F238E27FC236}">
                  <a16:creationId xmlns:a16="http://schemas.microsoft.com/office/drawing/2014/main" id="{DE29B15A-6E2E-4965-9771-6A09D9503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895"/>
              <a:ext cx="8" cy="4"/>
            </a:xfrm>
            <a:custGeom>
              <a:avLst/>
              <a:gdLst>
                <a:gd name="T0" fmla="*/ 0 w 4"/>
                <a:gd name="T1" fmla="*/ 16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1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37" name="Freeform 4616">
              <a:extLst>
                <a:ext uri="{FF2B5EF4-FFF2-40B4-BE49-F238E27FC236}">
                  <a16:creationId xmlns:a16="http://schemas.microsoft.com/office/drawing/2014/main" id="{B1237EF6-46C7-4151-AC7C-EA0453F26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906"/>
              <a:ext cx="3" cy="8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2"/>
                    <a:pt x="2" y="4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38" name="Freeform 4617">
              <a:extLst>
                <a:ext uri="{FF2B5EF4-FFF2-40B4-BE49-F238E27FC236}">
                  <a16:creationId xmlns:a16="http://schemas.microsoft.com/office/drawing/2014/main" id="{6537F67C-8BF0-4793-B4E3-839455DB6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777"/>
              <a:ext cx="9" cy="11"/>
            </a:xfrm>
            <a:custGeom>
              <a:avLst/>
              <a:gdLst>
                <a:gd name="T0" fmla="*/ 0 w 5"/>
                <a:gd name="T1" fmla="*/ 20 h 6"/>
                <a:gd name="T2" fmla="*/ 16 w 5"/>
                <a:gd name="T3" fmla="*/ 0 h 6"/>
                <a:gd name="T4" fmla="*/ 7 w 5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5" y="2"/>
                    <a:pt x="2" y="4"/>
                    <a:pt x="1" y="6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39" name="Freeform 4618">
              <a:extLst>
                <a:ext uri="{FF2B5EF4-FFF2-40B4-BE49-F238E27FC236}">
                  <a16:creationId xmlns:a16="http://schemas.microsoft.com/office/drawing/2014/main" id="{CA7E3E11-B518-4785-B72A-98C201916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689"/>
              <a:ext cx="7" cy="2"/>
            </a:xfrm>
            <a:custGeom>
              <a:avLst/>
              <a:gdLst>
                <a:gd name="T0" fmla="*/ 0 w 4"/>
                <a:gd name="T1" fmla="*/ 8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40" name="Freeform 4619">
              <a:extLst>
                <a:ext uri="{FF2B5EF4-FFF2-40B4-BE49-F238E27FC236}">
                  <a16:creationId xmlns:a16="http://schemas.microsoft.com/office/drawing/2014/main" id="{16A9D5C0-5F4B-4AD9-BB41-E14363A9B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616"/>
              <a:ext cx="5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8 h 3"/>
                <a:gd name="T4" fmla="*/ 0 w 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2"/>
                    <a:pt x="1" y="3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41" name="Freeform 4620">
              <a:extLst>
                <a:ext uri="{FF2B5EF4-FFF2-40B4-BE49-F238E27FC236}">
                  <a16:creationId xmlns:a16="http://schemas.microsoft.com/office/drawing/2014/main" id="{568005EB-FF64-47B4-BF6D-5221A9C6A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509"/>
              <a:ext cx="7" cy="2"/>
            </a:xfrm>
            <a:custGeom>
              <a:avLst/>
              <a:gdLst>
                <a:gd name="T0" fmla="*/ 0 w 4"/>
                <a:gd name="T1" fmla="*/ 8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42" name="Freeform 4621">
              <a:extLst>
                <a:ext uri="{FF2B5EF4-FFF2-40B4-BE49-F238E27FC236}">
                  <a16:creationId xmlns:a16="http://schemas.microsoft.com/office/drawing/2014/main" id="{26110262-995F-4BD5-88AE-2BDEE7FE5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927"/>
              <a:ext cx="18" cy="21"/>
            </a:xfrm>
            <a:custGeom>
              <a:avLst/>
              <a:gdLst>
                <a:gd name="T0" fmla="*/ 29 w 10"/>
                <a:gd name="T1" fmla="*/ 8 h 11"/>
                <a:gd name="T2" fmla="*/ 41 w 10"/>
                <a:gd name="T3" fmla="*/ 61 h 11"/>
                <a:gd name="T4" fmla="*/ 41 w 1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5" y="1"/>
                  </a:moveTo>
                  <a:cubicBezTo>
                    <a:pt x="0" y="0"/>
                    <a:pt x="2" y="11"/>
                    <a:pt x="7" y="9"/>
                  </a:cubicBezTo>
                  <a:cubicBezTo>
                    <a:pt x="10" y="7"/>
                    <a:pt x="10" y="2"/>
                    <a:pt x="7" y="1"/>
                  </a:cubicBezTo>
                </a:path>
              </a:pathLst>
            </a:custGeom>
            <a:solidFill>
              <a:srgbClr val="C69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43" name="Freeform 4622">
              <a:extLst>
                <a:ext uri="{FF2B5EF4-FFF2-40B4-BE49-F238E27FC236}">
                  <a16:creationId xmlns:a16="http://schemas.microsoft.com/office/drawing/2014/main" id="{EAA8EA26-9D58-4BF2-A930-F906DF58E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017"/>
              <a:ext cx="13" cy="13"/>
            </a:xfrm>
            <a:custGeom>
              <a:avLst/>
              <a:gdLst>
                <a:gd name="T0" fmla="*/ 13 w 7"/>
                <a:gd name="T1" fmla="*/ 0 h 7"/>
                <a:gd name="T2" fmla="*/ 0 w 7"/>
                <a:gd name="T3" fmla="*/ 20 h 7"/>
                <a:gd name="T4" fmla="*/ 24 w 7"/>
                <a:gd name="T5" fmla="*/ 45 h 7"/>
                <a:gd name="T6" fmla="*/ 20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7" y="6"/>
                    <a:pt x="7" y="0"/>
                    <a:pt x="3" y="0"/>
                  </a:cubicBezTo>
                </a:path>
              </a:pathLst>
            </a:custGeom>
            <a:solidFill>
              <a:srgbClr val="C69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44" name="Freeform 4623">
              <a:extLst>
                <a:ext uri="{FF2B5EF4-FFF2-40B4-BE49-F238E27FC236}">
                  <a16:creationId xmlns:a16="http://schemas.microsoft.com/office/drawing/2014/main" id="{21ED5680-6723-431E-B620-9BFD6075B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927"/>
              <a:ext cx="15" cy="10"/>
            </a:xfrm>
            <a:custGeom>
              <a:avLst/>
              <a:gdLst>
                <a:gd name="T0" fmla="*/ 21 w 8"/>
                <a:gd name="T1" fmla="*/ 0 h 5"/>
                <a:gd name="T2" fmla="*/ 28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45" name="Freeform 4624">
              <a:extLst>
                <a:ext uri="{FF2B5EF4-FFF2-40B4-BE49-F238E27FC236}">
                  <a16:creationId xmlns:a16="http://schemas.microsoft.com/office/drawing/2014/main" id="{035677EA-12C1-4DA6-A9ED-3EF54CB98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927"/>
              <a:ext cx="4" cy="4"/>
            </a:xfrm>
            <a:custGeom>
              <a:avLst/>
              <a:gdLst>
                <a:gd name="T0" fmla="*/ 8 w 2"/>
                <a:gd name="T1" fmla="*/ 0 h 2"/>
                <a:gd name="T2" fmla="*/ 8 w 2"/>
                <a:gd name="T3" fmla="*/ 16 h 2"/>
                <a:gd name="T4" fmla="*/ 16 w 2"/>
                <a:gd name="T5" fmla="*/ 8 h 2"/>
                <a:gd name="T6" fmla="*/ 8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46" name="Freeform 4625">
              <a:extLst>
                <a:ext uri="{FF2B5EF4-FFF2-40B4-BE49-F238E27FC236}">
                  <a16:creationId xmlns:a16="http://schemas.microsoft.com/office/drawing/2014/main" id="{9306B291-24C2-4E3C-BECD-BBEDA9BB4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017"/>
              <a:ext cx="15" cy="8"/>
            </a:xfrm>
            <a:custGeom>
              <a:avLst/>
              <a:gdLst>
                <a:gd name="T0" fmla="*/ 28 w 8"/>
                <a:gd name="T1" fmla="*/ 0 h 4"/>
                <a:gd name="T2" fmla="*/ 28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4" y="0"/>
                  </a:moveTo>
                  <a:cubicBezTo>
                    <a:pt x="0" y="4"/>
                    <a:pt x="8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47" name="Freeform 4626">
              <a:extLst>
                <a:ext uri="{FF2B5EF4-FFF2-40B4-BE49-F238E27FC236}">
                  <a16:creationId xmlns:a16="http://schemas.microsoft.com/office/drawing/2014/main" id="{067675BA-A436-4472-8C6F-6651804A0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017"/>
              <a:ext cx="3" cy="2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8 h 1"/>
                <a:gd name="T4" fmla="*/ 8 w 2"/>
                <a:gd name="T5" fmla="*/ 0 h 1"/>
                <a:gd name="T6" fmla="*/ 5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48" name="Freeform 4627">
              <a:extLst>
                <a:ext uri="{FF2B5EF4-FFF2-40B4-BE49-F238E27FC236}">
                  <a16:creationId xmlns:a16="http://schemas.microsoft.com/office/drawing/2014/main" id="{E6F739E3-3217-4062-9818-A9E836DF2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038"/>
              <a:ext cx="20" cy="17"/>
            </a:xfrm>
            <a:custGeom>
              <a:avLst/>
              <a:gdLst>
                <a:gd name="T0" fmla="*/ 7 w 11"/>
                <a:gd name="T1" fmla="*/ 21 h 9"/>
                <a:gd name="T2" fmla="*/ 29 w 11"/>
                <a:gd name="T3" fmla="*/ 0 h 9"/>
                <a:gd name="T4" fmla="*/ 16 w 11"/>
                <a:gd name="T5" fmla="*/ 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" y="3"/>
                  </a:moveTo>
                  <a:cubicBezTo>
                    <a:pt x="0" y="8"/>
                    <a:pt x="11" y="9"/>
                    <a:pt x="5" y="0"/>
                  </a:cubicBezTo>
                  <a:cubicBezTo>
                    <a:pt x="5" y="2"/>
                    <a:pt x="6" y="5"/>
                    <a:pt x="3" y="5"/>
                  </a:cubicBezTo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49" name="Freeform 4628">
              <a:extLst>
                <a:ext uri="{FF2B5EF4-FFF2-40B4-BE49-F238E27FC236}">
                  <a16:creationId xmlns:a16="http://schemas.microsoft.com/office/drawing/2014/main" id="{CB4F2717-5B0D-42DD-9CBA-CDAAB9EF5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948"/>
              <a:ext cx="20" cy="11"/>
            </a:xfrm>
            <a:custGeom>
              <a:avLst/>
              <a:gdLst>
                <a:gd name="T0" fmla="*/ 16 w 11"/>
                <a:gd name="T1" fmla="*/ 0 h 6"/>
                <a:gd name="T2" fmla="*/ 49 w 11"/>
                <a:gd name="T3" fmla="*/ 0 h 6"/>
                <a:gd name="T4" fmla="*/ 24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3" y="0"/>
                  </a:moveTo>
                  <a:cubicBezTo>
                    <a:pt x="0" y="6"/>
                    <a:pt x="11" y="5"/>
                    <a:pt x="8" y="0"/>
                  </a:cubicBezTo>
                  <a:cubicBezTo>
                    <a:pt x="7" y="2"/>
                    <a:pt x="5" y="2"/>
                    <a:pt x="4" y="0"/>
                  </a:cubicBezTo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50" name="Freeform 4629">
              <a:extLst>
                <a:ext uri="{FF2B5EF4-FFF2-40B4-BE49-F238E27FC236}">
                  <a16:creationId xmlns:a16="http://schemas.microsoft.com/office/drawing/2014/main" id="{EBC0456C-C9A3-40A9-93A8-4B80899F8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918"/>
              <a:ext cx="5" cy="6"/>
            </a:xfrm>
            <a:custGeom>
              <a:avLst/>
              <a:gdLst>
                <a:gd name="T0" fmla="*/ 5 w 3"/>
                <a:gd name="T1" fmla="*/ 24 h 3"/>
                <a:gd name="T2" fmla="*/ 5 w 3"/>
                <a:gd name="T3" fmla="*/ 0 h 3"/>
                <a:gd name="T4" fmla="*/ 13 w 3"/>
                <a:gd name="T5" fmla="*/ 16 h 3"/>
                <a:gd name="T6" fmla="*/ 8 w 3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51" name="Freeform 4630">
              <a:extLst>
                <a:ext uri="{FF2B5EF4-FFF2-40B4-BE49-F238E27FC236}">
                  <a16:creationId xmlns:a16="http://schemas.microsoft.com/office/drawing/2014/main" id="{982402F0-A112-4F5A-8226-142BA18CD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174"/>
              <a:ext cx="17" cy="19"/>
            </a:xfrm>
            <a:custGeom>
              <a:avLst/>
              <a:gdLst>
                <a:gd name="T0" fmla="*/ 28 w 9"/>
                <a:gd name="T1" fmla="*/ 15 h 10"/>
                <a:gd name="T2" fmla="*/ 32 w 9"/>
                <a:gd name="T3" fmla="*/ 61 h 10"/>
                <a:gd name="T4" fmla="*/ 32 w 9"/>
                <a:gd name="T5" fmla="*/ 1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2"/>
                  </a:moveTo>
                  <a:cubicBezTo>
                    <a:pt x="0" y="3"/>
                    <a:pt x="1" y="10"/>
                    <a:pt x="5" y="9"/>
                  </a:cubicBezTo>
                  <a:cubicBezTo>
                    <a:pt x="9" y="8"/>
                    <a:pt x="8" y="0"/>
                    <a:pt x="5" y="2"/>
                  </a:cubicBezTo>
                </a:path>
              </a:pathLst>
            </a:custGeom>
            <a:solidFill>
              <a:srgbClr val="895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52" name="Freeform 4631">
              <a:extLst>
                <a:ext uri="{FF2B5EF4-FFF2-40B4-BE49-F238E27FC236}">
                  <a16:creationId xmlns:a16="http://schemas.microsoft.com/office/drawing/2014/main" id="{CE1428CD-C874-47CB-941E-E5ADA8D2D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51"/>
              <a:ext cx="13" cy="15"/>
            </a:xfrm>
            <a:custGeom>
              <a:avLst/>
              <a:gdLst>
                <a:gd name="T0" fmla="*/ 20 w 7"/>
                <a:gd name="T1" fmla="*/ 0 h 8"/>
                <a:gd name="T2" fmla="*/ 20 w 7"/>
                <a:gd name="T3" fmla="*/ 53 h 8"/>
                <a:gd name="T4" fmla="*/ 24 w 7"/>
                <a:gd name="T5" fmla="*/ 8 h 8"/>
                <a:gd name="T6" fmla="*/ 20 w 7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2" y="2"/>
                    <a:pt x="0" y="8"/>
                    <a:pt x="3" y="8"/>
                  </a:cubicBezTo>
                  <a:cubicBezTo>
                    <a:pt x="7" y="8"/>
                    <a:pt x="6" y="2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895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53" name="Freeform 4632">
              <a:extLst>
                <a:ext uri="{FF2B5EF4-FFF2-40B4-BE49-F238E27FC236}">
                  <a16:creationId xmlns:a16="http://schemas.microsoft.com/office/drawing/2014/main" id="{AD872A59-7C91-4846-9925-4F9D12E1B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343"/>
              <a:ext cx="19" cy="20"/>
            </a:xfrm>
            <a:custGeom>
              <a:avLst/>
              <a:gdLst>
                <a:gd name="T0" fmla="*/ 21 w 10"/>
                <a:gd name="T1" fmla="*/ 13 h 11"/>
                <a:gd name="T2" fmla="*/ 48 w 10"/>
                <a:gd name="T3" fmla="*/ 49 h 11"/>
                <a:gd name="T4" fmla="*/ 29 w 10"/>
                <a:gd name="T5" fmla="*/ 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2"/>
                  </a:moveTo>
                  <a:cubicBezTo>
                    <a:pt x="0" y="4"/>
                    <a:pt x="3" y="11"/>
                    <a:pt x="7" y="8"/>
                  </a:cubicBezTo>
                  <a:cubicBezTo>
                    <a:pt x="10" y="6"/>
                    <a:pt x="8" y="0"/>
                    <a:pt x="4" y="2"/>
                  </a:cubicBezTo>
                </a:path>
              </a:pathLst>
            </a:custGeom>
            <a:solidFill>
              <a:srgbClr val="895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54" name="Freeform 4633">
              <a:extLst>
                <a:ext uri="{FF2B5EF4-FFF2-40B4-BE49-F238E27FC236}">
                  <a16:creationId xmlns:a16="http://schemas.microsoft.com/office/drawing/2014/main" id="{9B4F55D1-30EB-483A-AA0C-4C632B441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174"/>
              <a:ext cx="7" cy="10"/>
            </a:xfrm>
            <a:custGeom>
              <a:avLst/>
              <a:gdLst>
                <a:gd name="T0" fmla="*/ 0 w 4"/>
                <a:gd name="T1" fmla="*/ 32 h 5"/>
                <a:gd name="T2" fmla="*/ 7 w 4"/>
                <a:gd name="T3" fmla="*/ 40 h 5"/>
                <a:gd name="T4" fmla="*/ 7 w 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0" y="4"/>
                    <a:pt x="1" y="5"/>
                    <a:pt x="1" y="5"/>
                  </a:cubicBezTo>
                  <a:cubicBezTo>
                    <a:pt x="4" y="5"/>
                    <a:pt x="3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55" name="Freeform 4634">
              <a:extLst>
                <a:ext uri="{FF2B5EF4-FFF2-40B4-BE49-F238E27FC236}">
                  <a16:creationId xmlns:a16="http://schemas.microsoft.com/office/drawing/2014/main" id="{F63AAD0F-ADF5-47A7-B0FD-1B47907A6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176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16 h 2"/>
                <a:gd name="T4" fmla="*/ 8 w 1"/>
                <a:gd name="T5" fmla="*/ 8 h 2"/>
                <a:gd name="T6" fmla="*/ 8 w 1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56" name="Freeform 4635">
              <a:extLst>
                <a:ext uri="{FF2B5EF4-FFF2-40B4-BE49-F238E27FC236}">
                  <a16:creationId xmlns:a16="http://schemas.microsoft.com/office/drawing/2014/main" id="{F1B86B5A-68C6-433C-9F3F-0D27EF61E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249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57" name="Freeform 4636">
              <a:extLst>
                <a:ext uri="{FF2B5EF4-FFF2-40B4-BE49-F238E27FC236}">
                  <a16:creationId xmlns:a16="http://schemas.microsoft.com/office/drawing/2014/main" id="{E860B7C7-0369-449F-9E2D-CE1F87F28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345"/>
              <a:ext cx="7" cy="5"/>
            </a:xfrm>
            <a:custGeom>
              <a:avLst/>
              <a:gdLst>
                <a:gd name="T0" fmla="*/ 0 w 4"/>
                <a:gd name="T1" fmla="*/ 5 h 3"/>
                <a:gd name="T2" fmla="*/ 7 w 4"/>
                <a:gd name="T3" fmla="*/ 13 h 3"/>
                <a:gd name="T4" fmla="*/ 7 w 4"/>
                <a:gd name="T5" fmla="*/ 0 h 3"/>
                <a:gd name="T6" fmla="*/ 7 w 4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4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58" name="Freeform 4637">
              <a:extLst>
                <a:ext uri="{FF2B5EF4-FFF2-40B4-BE49-F238E27FC236}">
                  <a16:creationId xmlns:a16="http://schemas.microsoft.com/office/drawing/2014/main" id="{898371DF-AFF8-45F1-9504-FAF0D05DE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345"/>
              <a:ext cx="2" cy="3"/>
            </a:xfrm>
            <a:custGeom>
              <a:avLst/>
              <a:gdLst>
                <a:gd name="T0" fmla="*/ 0 w 1"/>
                <a:gd name="T1" fmla="*/ 5 h 2"/>
                <a:gd name="T2" fmla="*/ 0 w 1"/>
                <a:gd name="T3" fmla="*/ 8 h 2"/>
                <a:gd name="T4" fmla="*/ 8 w 1"/>
                <a:gd name="T5" fmla="*/ 8 h 2"/>
                <a:gd name="T6" fmla="*/ 8 w 1"/>
                <a:gd name="T7" fmla="*/ 5 h 2"/>
                <a:gd name="T8" fmla="*/ 0 w 1"/>
                <a:gd name="T9" fmla="*/ 5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59" name="Freeform 4638">
              <a:extLst>
                <a:ext uri="{FF2B5EF4-FFF2-40B4-BE49-F238E27FC236}">
                  <a16:creationId xmlns:a16="http://schemas.microsoft.com/office/drawing/2014/main" id="{C42F1E4F-8CB2-4394-8E3F-F4A4D6A5D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172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60" name="Freeform 4639">
              <a:extLst>
                <a:ext uri="{FF2B5EF4-FFF2-40B4-BE49-F238E27FC236}">
                  <a16:creationId xmlns:a16="http://schemas.microsoft.com/office/drawing/2014/main" id="{7AC497DA-25AC-4F22-BC2A-EDF141082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195"/>
              <a:ext cx="4" cy="7"/>
            </a:xfrm>
            <a:custGeom>
              <a:avLst/>
              <a:gdLst>
                <a:gd name="T0" fmla="*/ 0 w 2"/>
                <a:gd name="T1" fmla="*/ 21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61" name="Freeform 4640">
              <a:extLst>
                <a:ext uri="{FF2B5EF4-FFF2-40B4-BE49-F238E27FC236}">
                  <a16:creationId xmlns:a16="http://schemas.microsoft.com/office/drawing/2014/main" id="{FE7F4571-2816-4039-B420-576BB92B5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191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3175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62" name="Freeform 4641">
              <a:extLst>
                <a:ext uri="{FF2B5EF4-FFF2-40B4-BE49-F238E27FC236}">
                  <a16:creationId xmlns:a16="http://schemas.microsoft.com/office/drawing/2014/main" id="{28EC20AE-E59B-46E3-A3D5-1F8BBF37F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45"/>
              <a:ext cx="2" cy="8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63" name="Freeform 4642">
              <a:extLst>
                <a:ext uri="{FF2B5EF4-FFF2-40B4-BE49-F238E27FC236}">
                  <a16:creationId xmlns:a16="http://schemas.microsoft.com/office/drawing/2014/main" id="{7E00D390-9AB3-41F0-A467-A8BCC659F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262"/>
              <a:ext cx="3" cy="6"/>
            </a:xfrm>
            <a:custGeom>
              <a:avLst/>
              <a:gdLst>
                <a:gd name="T0" fmla="*/ 5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64" name="Freeform 4643">
              <a:extLst>
                <a:ext uri="{FF2B5EF4-FFF2-40B4-BE49-F238E27FC236}">
                  <a16:creationId xmlns:a16="http://schemas.microsoft.com/office/drawing/2014/main" id="{0CD28544-5BC8-429F-BC1F-BA9571222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339"/>
              <a:ext cx="4" cy="8"/>
            </a:xfrm>
            <a:custGeom>
              <a:avLst/>
              <a:gdLst>
                <a:gd name="T0" fmla="*/ 0 w 2"/>
                <a:gd name="T1" fmla="*/ 32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65" name="Freeform 4644">
              <a:extLst>
                <a:ext uri="{FF2B5EF4-FFF2-40B4-BE49-F238E27FC236}">
                  <a16:creationId xmlns:a16="http://schemas.microsoft.com/office/drawing/2014/main" id="{A4C3B482-3640-45B4-B864-86C813BA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365"/>
              <a:ext cx="6" cy="1"/>
            </a:xfrm>
            <a:custGeom>
              <a:avLst/>
              <a:gdLst>
                <a:gd name="T0" fmla="*/ 0 w 3"/>
                <a:gd name="T1" fmla="*/ 0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66" name="Freeform 4645">
              <a:extLst>
                <a:ext uri="{FF2B5EF4-FFF2-40B4-BE49-F238E27FC236}">
                  <a16:creationId xmlns:a16="http://schemas.microsoft.com/office/drawing/2014/main" id="{5725466F-FCC7-426C-AF89-E6D1B9F69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195"/>
              <a:ext cx="7" cy="9"/>
            </a:xfrm>
            <a:custGeom>
              <a:avLst/>
              <a:gdLst>
                <a:gd name="T0" fmla="*/ 0 w 4"/>
                <a:gd name="T1" fmla="*/ 7 h 5"/>
                <a:gd name="T2" fmla="*/ 21 w 4"/>
                <a:gd name="T3" fmla="*/ 29 h 5"/>
                <a:gd name="T4" fmla="*/ 12 w 4"/>
                <a:gd name="T5" fmla="*/ 16 h 5"/>
                <a:gd name="T6" fmla="*/ 16 w 4"/>
                <a:gd name="T7" fmla="*/ 0 h 5"/>
                <a:gd name="T8" fmla="*/ 7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3"/>
                    <a:pt x="2" y="5"/>
                    <a:pt x="4" y="5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2" y="0"/>
                    <a:pt x="2" y="1"/>
                    <a:pt x="1" y="0"/>
                  </a:cubicBezTo>
                </a:path>
              </a:pathLst>
            </a:custGeom>
            <a:solidFill>
              <a:srgbClr val="679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67" name="Freeform 4646">
              <a:extLst>
                <a:ext uri="{FF2B5EF4-FFF2-40B4-BE49-F238E27FC236}">
                  <a16:creationId xmlns:a16="http://schemas.microsoft.com/office/drawing/2014/main" id="{54594286-156F-416E-9838-8D624807D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268"/>
              <a:ext cx="6" cy="6"/>
            </a:xfrm>
            <a:custGeom>
              <a:avLst/>
              <a:gdLst>
                <a:gd name="T0" fmla="*/ 0 w 3"/>
                <a:gd name="T1" fmla="*/ 8 h 3"/>
                <a:gd name="T2" fmla="*/ 24 w 3"/>
                <a:gd name="T3" fmla="*/ 8 h 3"/>
                <a:gd name="T4" fmla="*/ 0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3"/>
                    <a:pt x="1" y="3"/>
                    <a:pt x="3" y="1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solidFill>
              <a:srgbClr val="679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68" name="Freeform 4647">
              <a:extLst>
                <a:ext uri="{FF2B5EF4-FFF2-40B4-BE49-F238E27FC236}">
                  <a16:creationId xmlns:a16="http://schemas.microsoft.com/office/drawing/2014/main" id="{EC3DCB5A-9290-497D-A112-DA8D6CB26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354"/>
              <a:ext cx="17" cy="13"/>
            </a:xfrm>
            <a:custGeom>
              <a:avLst/>
              <a:gdLst>
                <a:gd name="T0" fmla="*/ 0 w 9"/>
                <a:gd name="T1" fmla="*/ 24 h 7"/>
                <a:gd name="T2" fmla="*/ 28 w 9"/>
                <a:gd name="T3" fmla="*/ 32 h 7"/>
                <a:gd name="T4" fmla="*/ 28 w 9"/>
                <a:gd name="T5" fmla="*/ 45 h 7"/>
                <a:gd name="T6" fmla="*/ 47 w 9"/>
                <a:gd name="T7" fmla="*/ 0 h 7"/>
                <a:gd name="T8" fmla="*/ 40 w 9"/>
                <a:gd name="T9" fmla="*/ 13 h 7"/>
                <a:gd name="T10" fmla="*/ 21 w 9"/>
                <a:gd name="T11" fmla="*/ 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1" y="4"/>
                    <a:pt x="3" y="4"/>
                    <a:pt x="4" y="5"/>
                  </a:cubicBezTo>
                  <a:cubicBezTo>
                    <a:pt x="5" y="6"/>
                    <a:pt x="4" y="6"/>
                    <a:pt x="4" y="7"/>
                  </a:cubicBezTo>
                  <a:cubicBezTo>
                    <a:pt x="6" y="7"/>
                    <a:pt x="9" y="2"/>
                    <a:pt x="7" y="0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5" y="3"/>
                    <a:pt x="4" y="3"/>
                    <a:pt x="3" y="4"/>
                  </a:cubicBezTo>
                </a:path>
              </a:pathLst>
            </a:custGeom>
            <a:solidFill>
              <a:srgbClr val="679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69" name="Freeform 4648">
              <a:extLst>
                <a:ext uri="{FF2B5EF4-FFF2-40B4-BE49-F238E27FC236}">
                  <a16:creationId xmlns:a16="http://schemas.microsoft.com/office/drawing/2014/main" id="{812B1574-F827-490D-9497-431116D2A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332"/>
              <a:ext cx="11" cy="5"/>
            </a:xfrm>
            <a:custGeom>
              <a:avLst/>
              <a:gdLst>
                <a:gd name="T0" fmla="*/ 7 w 6"/>
                <a:gd name="T1" fmla="*/ 8 h 3"/>
                <a:gd name="T2" fmla="*/ 37 w 6"/>
                <a:gd name="T3" fmla="*/ 8 h 3"/>
                <a:gd name="T4" fmla="*/ 13 w 6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1" y="2"/>
                  </a:moveTo>
                  <a:cubicBezTo>
                    <a:pt x="0" y="0"/>
                    <a:pt x="5" y="0"/>
                    <a:pt x="6" y="2"/>
                  </a:cubicBezTo>
                  <a:cubicBezTo>
                    <a:pt x="5" y="2"/>
                    <a:pt x="3" y="2"/>
                    <a:pt x="2" y="3"/>
                  </a:cubicBezTo>
                </a:path>
              </a:pathLst>
            </a:custGeom>
            <a:solidFill>
              <a:srgbClr val="CA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70" name="Freeform 4649">
              <a:extLst>
                <a:ext uri="{FF2B5EF4-FFF2-40B4-BE49-F238E27FC236}">
                  <a16:creationId xmlns:a16="http://schemas.microsoft.com/office/drawing/2014/main" id="{389D976A-FE81-478C-BD5E-6D8B36DEE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244"/>
              <a:ext cx="8" cy="5"/>
            </a:xfrm>
            <a:custGeom>
              <a:avLst/>
              <a:gdLst>
                <a:gd name="T0" fmla="*/ 0 w 4"/>
                <a:gd name="T1" fmla="*/ 8 h 3"/>
                <a:gd name="T2" fmla="*/ 32 w 4"/>
                <a:gd name="T3" fmla="*/ 13 h 3"/>
                <a:gd name="T4" fmla="*/ 8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0"/>
                    <a:pt x="3" y="1"/>
                    <a:pt x="4" y="3"/>
                  </a:cubicBezTo>
                  <a:cubicBezTo>
                    <a:pt x="3" y="3"/>
                    <a:pt x="2" y="2"/>
                    <a:pt x="1" y="2"/>
                  </a:cubicBezTo>
                </a:path>
              </a:pathLst>
            </a:custGeom>
            <a:solidFill>
              <a:srgbClr val="CA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71" name="Freeform 4650">
              <a:extLst>
                <a:ext uri="{FF2B5EF4-FFF2-40B4-BE49-F238E27FC236}">
                  <a16:creationId xmlns:a16="http://schemas.microsoft.com/office/drawing/2014/main" id="{9435A14F-6220-4267-9915-7633D1C16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178"/>
              <a:ext cx="6" cy="8"/>
            </a:xfrm>
            <a:custGeom>
              <a:avLst/>
              <a:gdLst>
                <a:gd name="T0" fmla="*/ 24 w 3"/>
                <a:gd name="T1" fmla="*/ 0 h 4"/>
                <a:gd name="T2" fmla="*/ 24 w 3"/>
                <a:gd name="T3" fmla="*/ 32 h 4"/>
                <a:gd name="T4" fmla="*/ 24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0" y="4"/>
                    <a:pt x="3" y="4"/>
                  </a:cubicBezTo>
                  <a:cubicBezTo>
                    <a:pt x="2" y="3"/>
                    <a:pt x="3" y="2"/>
                    <a:pt x="3" y="1"/>
                  </a:cubicBezTo>
                </a:path>
              </a:pathLst>
            </a:custGeom>
            <a:solidFill>
              <a:srgbClr val="CA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72" name="Freeform 4651">
              <a:extLst>
                <a:ext uri="{FF2B5EF4-FFF2-40B4-BE49-F238E27FC236}">
                  <a16:creationId xmlns:a16="http://schemas.microsoft.com/office/drawing/2014/main" id="{41423591-41CA-41EE-A062-933ACA798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575"/>
              <a:ext cx="19" cy="19"/>
            </a:xfrm>
            <a:custGeom>
              <a:avLst/>
              <a:gdLst>
                <a:gd name="T0" fmla="*/ 29 w 10"/>
                <a:gd name="T1" fmla="*/ 36 h 10"/>
                <a:gd name="T2" fmla="*/ 40 w 10"/>
                <a:gd name="T3" fmla="*/ 55 h 10"/>
                <a:gd name="T4" fmla="*/ 29 w 10"/>
                <a:gd name="T5" fmla="*/ 36 h 10"/>
                <a:gd name="T6" fmla="*/ 29 w 10"/>
                <a:gd name="T7" fmla="*/ 36 h 10"/>
                <a:gd name="T8" fmla="*/ 40 w 10"/>
                <a:gd name="T9" fmla="*/ 0 h 10"/>
                <a:gd name="T10" fmla="*/ 36 w 10"/>
                <a:gd name="T11" fmla="*/ 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4" y="5"/>
                  </a:moveTo>
                  <a:cubicBezTo>
                    <a:pt x="3" y="7"/>
                    <a:pt x="4" y="10"/>
                    <a:pt x="6" y="8"/>
                  </a:cubicBezTo>
                  <a:cubicBezTo>
                    <a:pt x="7" y="6"/>
                    <a:pt x="6" y="4"/>
                    <a:pt x="4" y="5"/>
                  </a:cubicBezTo>
                  <a:cubicBezTo>
                    <a:pt x="10" y="0"/>
                    <a:pt x="0" y="2"/>
                    <a:pt x="4" y="5"/>
                  </a:cubicBezTo>
                  <a:cubicBezTo>
                    <a:pt x="6" y="4"/>
                    <a:pt x="6" y="2"/>
                    <a:pt x="6" y="0"/>
                  </a:cubicBezTo>
                  <a:cubicBezTo>
                    <a:pt x="5" y="0"/>
                    <a:pt x="5" y="1"/>
                    <a:pt x="5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73" name="Freeform 4652">
              <a:extLst>
                <a:ext uri="{FF2B5EF4-FFF2-40B4-BE49-F238E27FC236}">
                  <a16:creationId xmlns:a16="http://schemas.microsoft.com/office/drawing/2014/main" id="{4ACE9A5B-94E2-4EE3-9090-334334E82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584"/>
              <a:ext cx="15" cy="13"/>
            </a:xfrm>
            <a:custGeom>
              <a:avLst/>
              <a:gdLst>
                <a:gd name="T0" fmla="*/ 15 w 8"/>
                <a:gd name="T1" fmla="*/ 7 h 7"/>
                <a:gd name="T2" fmla="*/ 21 w 8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0" y="7"/>
                    <a:pt x="8" y="0"/>
                    <a:pt x="3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74" name="Freeform 4653">
              <a:extLst>
                <a:ext uri="{FF2B5EF4-FFF2-40B4-BE49-F238E27FC236}">
                  <a16:creationId xmlns:a16="http://schemas.microsoft.com/office/drawing/2014/main" id="{4D29FE01-4BE6-420A-BFDD-31744F7B6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579"/>
              <a:ext cx="1" cy="5"/>
            </a:xfrm>
            <a:custGeom>
              <a:avLst/>
              <a:gdLst>
                <a:gd name="T0" fmla="*/ 0 w 1"/>
                <a:gd name="T1" fmla="*/ 5 h 3"/>
                <a:gd name="T2" fmla="*/ 1 w 1"/>
                <a:gd name="T3" fmla="*/ 13 h 3"/>
                <a:gd name="T4" fmla="*/ 1 w 1"/>
                <a:gd name="T5" fmla="*/ 0 h 3"/>
                <a:gd name="T6" fmla="*/ 0 w 1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1" y="2"/>
                    <a:pt x="1" y="2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75" name="Freeform 4654">
              <a:extLst>
                <a:ext uri="{FF2B5EF4-FFF2-40B4-BE49-F238E27FC236}">
                  <a16:creationId xmlns:a16="http://schemas.microsoft.com/office/drawing/2014/main" id="{F2EBD684-B4A7-463B-BDD6-61E5E8688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67"/>
              <a:ext cx="9" cy="8"/>
            </a:xfrm>
            <a:custGeom>
              <a:avLst/>
              <a:gdLst>
                <a:gd name="T0" fmla="*/ 13 w 5"/>
                <a:gd name="T1" fmla="*/ 8 h 4"/>
                <a:gd name="T2" fmla="*/ 7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4"/>
                    <a:pt x="5" y="0"/>
                    <a:pt x="1" y="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76" name="Freeform 4655">
              <a:extLst>
                <a:ext uri="{FF2B5EF4-FFF2-40B4-BE49-F238E27FC236}">
                  <a16:creationId xmlns:a16="http://schemas.microsoft.com/office/drawing/2014/main" id="{C56D8971-1515-43D5-AFE7-AC7106B5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551"/>
              <a:ext cx="7" cy="7"/>
            </a:xfrm>
            <a:custGeom>
              <a:avLst/>
              <a:gdLst>
                <a:gd name="T0" fmla="*/ 12 w 4"/>
                <a:gd name="T1" fmla="*/ 7 h 4"/>
                <a:gd name="T2" fmla="*/ 12 w 4"/>
                <a:gd name="T3" fmla="*/ 16 h 4"/>
                <a:gd name="T4" fmla="*/ 12 w 4"/>
                <a:gd name="T5" fmla="*/ 0 h 4"/>
                <a:gd name="T6" fmla="*/ 12 w 4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4" y="3"/>
                    <a:pt x="4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77" name="Freeform 4656">
              <a:extLst>
                <a:ext uri="{FF2B5EF4-FFF2-40B4-BE49-F238E27FC236}">
                  <a16:creationId xmlns:a16="http://schemas.microsoft.com/office/drawing/2014/main" id="{8CD83BF3-C297-4E4B-9CEA-50A3025A6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551"/>
              <a:ext cx="3" cy="3"/>
            </a:xfrm>
            <a:custGeom>
              <a:avLst/>
              <a:gdLst>
                <a:gd name="T0" fmla="*/ 0 w 2"/>
                <a:gd name="T1" fmla="*/ 5 h 2"/>
                <a:gd name="T2" fmla="*/ 0 w 2"/>
                <a:gd name="T3" fmla="*/ 8 h 2"/>
                <a:gd name="T4" fmla="*/ 8 w 2"/>
                <a:gd name="T5" fmla="*/ 5 h 2"/>
                <a:gd name="T6" fmla="*/ 5 w 2"/>
                <a:gd name="T7" fmla="*/ 5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78" name="Freeform 4657">
              <a:extLst>
                <a:ext uri="{FF2B5EF4-FFF2-40B4-BE49-F238E27FC236}">
                  <a16:creationId xmlns:a16="http://schemas.microsoft.com/office/drawing/2014/main" id="{F0E28825-4084-49AD-9AF1-3BA14241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562"/>
              <a:ext cx="6" cy="4"/>
            </a:xfrm>
            <a:custGeom>
              <a:avLst/>
              <a:gdLst>
                <a:gd name="T0" fmla="*/ 0 w 3"/>
                <a:gd name="T1" fmla="*/ 8 h 2"/>
                <a:gd name="T2" fmla="*/ 8 w 3"/>
                <a:gd name="T3" fmla="*/ 16 h 2"/>
                <a:gd name="T4" fmla="*/ 8 w 3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2"/>
                    <a:pt x="3" y="0"/>
                    <a:pt x="1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79" name="Freeform 4658">
              <a:extLst>
                <a:ext uri="{FF2B5EF4-FFF2-40B4-BE49-F238E27FC236}">
                  <a16:creationId xmlns:a16="http://schemas.microsoft.com/office/drawing/2014/main" id="{CB2297DE-487B-4502-8AEA-307003895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60"/>
              <a:ext cx="4" cy="4"/>
            </a:xfrm>
            <a:custGeom>
              <a:avLst/>
              <a:gdLst>
                <a:gd name="T0" fmla="*/ 8 w 2"/>
                <a:gd name="T1" fmla="*/ 0 h 2"/>
                <a:gd name="T2" fmla="*/ 8 w 2"/>
                <a:gd name="T3" fmla="*/ 16 h 2"/>
                <a:gd name="T4" fmla="*/ 16 w 2"/>
                <a:gd name="T5" fmla="*/ 0 h 2"/>
                <a:gd name="T6" fmla="*/ 8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80" name="Freeform 4659">
              <a:extLst>
                <a:ext uri="{FF2B5EF4-FFF2-40B4-BE49-F238E27FC236}">
                  <a16:creationId xmlns:a16="http://schemas.microsoft.com/office/drawing/2014/main" id="{965FFBBB-B868-4854-B145-3C88EE603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566"/>
              <a:ext cx="7" cy="9"/>
            </a:xfrm>
            <a:custGeom>
              <a:avLst/>
              <a:gdLst>
                <a:gd name="T0" fmla="*/ 0 w 4"/>
                <a:gd name="T1" fmla="*/ 13 h 5"/>
                <a:gd name="T2" fmla="*/ 0 w 4"/>
                <a:gd name="T3" fmla="*/ 0 h 5"/>
                <a:gd name="T4" fmla="*/ 0 w 4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5"/>
                    <a:pt x="4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81" name="Freeform 4660">
              <a:extLst>
                <a:ext uri="{FF2B5EF4-FFF2-40B4-BE49-F238E27FC236}">
                  <a16:creationId xmlns:a16="http://schemas.microsoft.com/office/drawing/2014/main" id="{50F85014-4474-44F6-9719-D563C5A5D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573"/>
              <a:ext cx="3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4 h 3"/>
                <a:gd name="T4" fmla="*/ 8 w 2"/>
                <a:gd name="T5" fmla="*/ 0 h 3"/>
                <a:gd name="T6" fmla="*/ 5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82" name="Freeform 4661">
              <a:extLst>
                <a:ext uri="{FF2B5EF4-FFF2-40B4-BE49-F238E27FC236}">
                  <a16:creationId xmlns:a16="http://schemas.microsoft.com/office/drawing/2014/main" id="{9546068A-442B-480B-B0B0-17493770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551"/>
              <a:ext cx="7" cy="5"/>
            </a:xfrm>
            <a:custGeom>
              <a:avLst/>
              <a:gdLst>
                <a:gd name="T0" fmla="*/ 12 w 4"/>
                <a:gd name="T1" fmla="*/ 0 h 3"/>
                <a:gd name="T2" fmla="*/ 12 w 4"/>
                <a:gd name="T3" fmla="*/ 13 h 3"/>
                <a:gd name="T4" fmla="*/ 16 w 4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3"/>
                    <a:pt x="4" y="2"/>
                    <a:pt x="3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83" name="Freeform 4662">
              <a:extLst>
                <a:ext uri="{FF2B5EF4-FFF2-40B4-BE49-F238E27FC236}">
                  <a16:creationId xmlns:a16="http://schemas.microsoft.com/office/drawing/2014/main" id="{1A11E196-26C8-4CC5-BDC6-9A60CD29B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556"/>
              <a:ext cx="5" cy="6"/>
            </a:xfrm>
            <a:custGeom>
              <a:avLst/>
              <a:gdLst>
                <a:gd name="T0" fmla="*/ 5 w 3"/>
                <a:gd name="T1" fmla="*/ 0 h 3"/>
                <a:gd name="T2" fmla="*/ 5 w 3"/>
                <a:gd name="T3" fmla="*/ 16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84" name="Freeform 4663">
              <a:extLst>
                <a:ext uri="{FF2B5EF4-FFF2-40B4-BE49-F238E27FC236}">
                  <a16:creationId xmlns:a16="http://schemas.microsoft.com/office/drawing/2014/main" id="{79F9A584-56A9-4698-A94F-B98A69F60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614"/>
              <a:ext cx="13" cy="10"/>
            </a:xfrm>
            <a:custGeom>
              <a:avLst/>
              <a:gdLst>
                <a:gd name="T0" fmla="*/ 13 w 7"/>
                <a:gd name="T1" fmla="*/ 0 h 5"/>
                <a:gd name="T2" fmla="*/ 2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5"/>
                    <a:pt x="7" y="0"/>
                    <a:pt x="3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85" name="Freeform 4664">
              <a:extLst>
                <a:ext uri="{FF2B5EF4-FFF2-40B4-BE49-F238E27FC236}">
                  <a16:creationId xmlns:a16="http://schemas.microsoft.com/office/drawing/2014/main" id="{8FCDD2B6-A631-4E25-9ADA-9531ACCBE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609"/>
              <a:ext cx="10" cy="9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5"/>
                    <a:pt x="5" y="0"/>
                    <a:pt x="2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86" name="Freeform 4665">
              <a:extLst>
                <a:ext uri="{FF2B5EF4-FFF2-40B4-BE49-F238E27FC236}">
                  <a16:creationId xmlns:a16="http://schemas.microsoft.com/office/drawing/2014/main" id="{4E98EB57-8D43-46EA-8529-8D55CD06C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599"/>
              <a:ext cx="13" cy="10"/>
            </a:xfrm>
            <a:custGeom>
              <a:avLst/>
              <a:gdLst>
                <a:gd name="T0" fmla="*/ 13 w 7"/>
                <a:gd name="T1" fmla="*/ 0 h 5"/>
                <a:gd name="T2" fmla="*/ 13 w 7"/>
                <a:gd name="T3" fmla="*/ 0 h 5"/>
                <a:gd name="T4" fmla="*/ 13 w 7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5"/>
                    <a:pt x="7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87" name="Freeform 4666">
              <a:extLst>
                <a:ext uri="{FF2B5EF4-FFF2-40B4-BE49-F238E27FC236}">
                  <a16:creationId xmlns:a16="http://schemas.microsoft.com/office/drawing/2014/main" id="{40957D0D-BA52-4247-ACBC-9DE625256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629"/>
              <a:ext cx="4" cy="6"/>
            </a:xfrm>
            <a:custGeom>
              <a:avLst/>
              <a:gdLst>
                <a:gd name="T0" fmla="*/ 0 w 2"/>
                <a:gd name="T1" fmla="*/ 8 h 3"/>
                <a:gd name="T2" fmla="*/ 16 w 2"/>
                <a:gd name="T3" fmla="*/ 16 h 3"/>
                <a:gd name="T4" fmla="*/ 8 w 2"/>
                <a:gd name="T5" fmla="*/ 0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88" name="Freeform 4667">
              <a:extLst>
                <a:ext uri="{FF2B5EF4-FFF2-40B4-BE49-F238E27FC236}">
                  <a16:creationId xmlns:a16="http://schemas.microsoft.com/office/drawing/2014/main" id="{475E45B3-D794-4090-8927-0C524BD80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616"/>
              <a:ext cx="4" cy="6"/>
            </a:xfrm>
            <a:custGeom>
              <a:avLst/>
              <a:gdLst>
                <a:gd name="T0" fmla="*/ 0 w 2"/>
                <a:gd name="T1" fmla="*/ 8 h 3"/>
                <a:gd name="T2" fmla="*/ 8 w 2"/>
                <a:gd name="T3" fmla="*/ 24 h 3"/>
                <a:gd name="T4" fmla="*/ 8 w 2"/>
                <a:gd name="T5" fmla="*/ 0 h 3"/>
                <a:gd name="T6" fmla="*/ 0 w 2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1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89" name="Freeform 4668">
              <a:extLst>
                <a:ext uri="{FF2B5EF4-FFF2-40B4-BE49-F238E27FC236}">
                  <a16:creationId xmlns:a16="http://schemas.microsoft.com/office/drawing/2014/main" id="{AEDEC708-5CC8-4C91-A276-FEC672990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631"/>
              <a:ext cx="7" cy="6"/>
            </a:xfrm>
            <a:custGeom>
              <a:avLst/>
              <a:gdLst>
                <a:gd name="T0" fmla="*/ 12 w 4"/>
                <a:gd name="T1" fmla="*/ 0 h 3"/>
                <a:gd name="T2" fmla="*/ 12 w 4"/>
                <a:gd name="T3" fmla="*/ 16 h 3"/>
                <a:gd name="T4" fmla="*/ 12 w 4"/>
                <a:gd name="T5" fmla="*/ 0 h 3"/>
                <a:gd name="T6" fmla="*/ 12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1" y="3"/>
                    <a:pt x="2" y="2"/>
                  </a:cubicBezTo>
                  <a:cubicBezTo>
                    <a:pt x="4" y="2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90" name="Freeform 4669">
              <a:extLst>
                <a:ext uri="{FF2B5EF4-FFF2-40B4-BE49-F238E27FC236}">
                  <a16:creationId xmlns:a16="http://schemas.microsoft.com/office/drawing/2014/main" id="{7F1A3990-7F21-4AE6-8C22-84C72EE42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635"/>
              <a:ext cx="5" cy="5"/>
            </a:xfrm>
            <a:custGeom>
              <a:avLst/>
              <a:gdLst>
                <a:gd name="T0" fmla="*/ 0 w 3"/>
                <a:gd name="T1" fmla="*/ 0 h 3"/>
                <a:gd name="T2" fmla="*/ 5 w 3"/>
                <a:gd name="T3" fmla="*/ 0 h 3"/>
                <a:gd name="T4" fmla="*/ 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3"/>
                    <a:pt x="3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91" name="Freeform 4670">
              <a:extLst>
                <a:ext uri="{FF2B5EF4-FFF2-40B4-BE49-F238E27FC236}">
                  <a16:creationId xmlns:a16="http://schemas.microsoft.com/office/drawing/2014/main" id="{0FD6E6C3-1CF5-4025-A1F3-452342DA8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661"/>
              <a:ext cx="4" cy="7"/>
            </a:xfrm>
            <a:custGeom>
              <a:avLst/>
              <a:gdLst>
                <a:gd name="T0" fmla="*/ 0 w 2"/>
                <a:gd name="T1" fmla="*/ 7 h 4"/>
                <a:gd name="T2" fmla="*/ 8 w 2"/>
                <a:gd name="T3" fmla="*/ 21 h 4"/>
                <a:gd name="T4" fmla="*/ 8 w 2"/>
                <a:gd name="T5" fmla="*/ 0 h 4"/>
                <a:gd name="T6" fmla="*/ 0 w 2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92" name="Freeform 4671">
              <a:extLst>
                <a:ext uri="{FF2B5EF4-FFF2-40B4-BE49-F238E27FC236}">
                  <a16:creationId xmlns:a16="http://schemas.microsoft.com/office/drawing/2014/main" id="{1693ADE1-26F3-4D2D-8620-B6B156601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668"/>
              <a:ext cx="6" cy="8"/>
            </a:xfrm>
            <a:custGeom>
              <a:avLst/>
              <a:gdLst>
                <a:gd name="T0" fmla="*/ 8 w 3"/>
                <a:gd name="T1" fmla="*/ 8 h 4"/>
                <a:gd name="T2" fmla="*/ 16 w 3"/>
                <a:gd name="T3" fmla="*/ 32 h 4"/>
                <a:gd name="T4" fmla="*/ 16 w 3"/>
                <a:gd name="T5" fmla="*/ 0 h 4"/>
                <a:gd name="T6" fmla="*/ 16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93" name="Freeform 4672">
              <a:extLst>
                <a:ext uri="{FF2B5EF4-FFF2-40B4-BE49-F238E27FC236}">
                  <a16:creationId xmlns:a16="http://schemas.microsoft.com/office/drawing/2014/main" id="{D44CD025-D91C-4AB5-8F36-4A3B47256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676"/>
              <a:ext cx="4" cy="7"/>
            </a:xfrm>
            <a:custGeom>
              <a:avLst/>
              <a:gdLst>
                <a:gd name="T0" fmla="*/ 0 w 2"/>
                <a:gd name="T1" fmla="*/ 12 h 4"/>
                <a:gd name="T2" fmla="*/ 16 w 2"/>
                <a:gd name="T3" fmla="*/ 21 h 4"/>
                <a:gd name="T4" fmla="*/ 8 w 2"/>
                <a:gd name="T5" fmla="*/ 0 h 4"/>
                <a:gd name="T6" fmla="*/ 8 w 2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1" y="3"/>
                    <a:pt x="2" y="4"/>
                  </a:cubicBezTo>
                  <a:cubicBezTo>
                    <a:pt x="2" y="3"/>
                    <a:pt x="2" y="1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94" name="Freeform 4673">
              <a:extLst>
                <a:ext uri="{FF2B5EF4-FFF2-40B4-BE49-F238E27FC236}">
                  <a16:creationId xmlns:a16="http://schemas.microsoft.com/office/drawing/2014/main" id="{A5BCBD94-4022-403F-B733-5D6978DE4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702"/>
              <a:ext cx="4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8 w 2"/>
                <a:gd name="T5" fmla="*/ 0 h 2"/>
                <a:gd name="T6" fmla="*/ 8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95" name="Freeform 4674">
              <a:extLst>
                <a:ext uri="{FF2B5EF4-FFF2-40B4-BE49-F238E27FC236}">
                  <a16:creationId xmlns:a16="http://schemas.microsoft.com/office/drawing/2014/main" id="{8D98D9AB-156B-4352-9B5F-05AE04F49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702"/>
              <a:ext cx="6" cy="11"/>
            </a:xfrm>
            <a:custGeom>
              <a:avLst/>
              <a:gdLst>
                <a:gd name="T0" fmla="*/ 0 w 3"/>
                <a:gd name="T1" fmla="*/ 13 h 6"/>
                <a:gd name="T2" fmla="*/ 24 w 3"/>
                <a:gd name="T3" fmla="*/ 20 h 6"/>
                <a:gd name="T4" fmla="*/ 8 w 3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2"/>
                  </a:moveTo>
                  <a:cubicBezTo>
                    <a:pt x="1" y="4"/>
                    <a:pt x="2" y="6"/>
                    <a:pt x="3" y="3"/>
                  </a:cubicBezTo>
                  <a:cubicBezTo>
                    <a:pt x="3" y="2"/>
                    <a:pt x="2" y="0"/>
                    <a:pt x="1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96" name="Freeform 4675">
              <a:extLst>
                <a:ext uri="{FF2B5EF4-FFF2-40B4-BE49-F238E27FC236}">
                  <a16:creationId xmlns:a16="http://schemas.microsoft.com/office/drawing/2014/main" id="{9F846BBC-F03F-41CA-9375-97F15ADE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710"/>
              <a:ext cx="17" cy="13"/>
            </a:xfrm>
            <a:custGeom>
              <a:avLst/>
              <a:gdLst>
                <a:gd name="T0" fmla="*/ 15 w 9"/>
                <a:gd name="T1" fmla="*/ 7 h 7"/>
                <a:gd name="T2" fmla="*/ 0 w 9"/>
                <a:gd name="T3" fmla="*/ 32 h 7"/>
                <a:gd name="T4" fmla="*/ 15 w 9"/>
                <a:gd name="T5" fmla="*/ 37 h 7"/>
                <a:gd name="T6" fmla="*/ 32 w 9"/>
                <a:gd name="T7" fmla="*/ 37 h 7"/>
                <a:gd name="T8" fmla="*/ 28 w 9"/>
                <a:gd name="T9" fmla="*/ 13 h 7"/>
                <a:gd name="T10" fmla="*/ 8 w 9"/>
                <a:gd name="T11" fmla="*/ 13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0" y="1"/>
                    <a:pt x="0" y="4"/>
                    <a:pt x="0" y="5"/>
                  </a:cubicBezTo>
                  <a:cubicBezTo>
                    <a:pt x="1" y="7"/>
                    <a:pt x="2" y="6"/>
                    <a:pt x="2" y="6"/>
                  </a:cubicBezTo>
                  <a:cubicBezTo>
                    <a:pt x="3" y="6"/>
                    <a:pt x="5" y="6"/>
                    <a:pt x="5" y="6"/>
                  </a:cubicBezTo>
                  <a:cubicBezTo>
                    <a:pt x="9" y="6"/>
                    <a:pt x="7" y="1"/>
                    <a:pt x="4" y="2"/>
                  </a:cubicBezTo>
                  <a:cubicBezTo>
                    <a:pt x="4" y="0"/>
                    <a:pt x="2" y="0"/>
                    <a:pt x="1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97" name="Freeform 4676">
              <a:extLst>
                <a:ext uri="{FF2B5EF4-FFF2-40B4-BE49-F238E27FC236}">
                  <a16:creationId xmlns:a16="http://schemas.microsoft.com/office/drawing/2014/main" id="{FBD5E10F-0CCA-4287-913F-03CCE1DF9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706"/>
              <a:ext cx="24" cy="15"/>
            </a:xfrm>
            <a:custGeom>
              <a:avLst/>
              <a:gdLst>
                <a:gd name="T0" fmla="*/ 7 w 13"/>
                <a:gd name="T1" fmla="*/ 0 h 8"/>
                <a:gd name="T2" fmla="*/ 20 w 13"/>
                <a:gd name="T3" fmla="*/ 21 h 8"/>
                <a:gd name="T4" fmla="*/ 20 w 13"/>
                <a:gd name="T5" fmla="*/ 53 h 8"/>
                <a:gd name="T6" fmla="*/ 37 w 13"/>
                <a:gd name="T7" fmla="*/ 45 h 8"/>
                <a:gd name="T8" fmla="*/ 52 w 13"/>
                <a:gd name="T9" fmla="*/ 53 h 8"/>
                <a:gd name="T10" fmla="*/ 13 w 13"/>
                <a:gd name="T11" fmla="*/ 1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8">
                  <a:moveTo>
                    <a:pt x="1" y="0"/>
                  </a:moveTo>
                  <a:cubicBezTo>
                    <a:pt x="0" y="2"/>
                    <a:pt x="1" y="5"/>
                    <a:pt x="3" y="3"/>
                  </a:cubicBezTo>
                  <a:cubicBezTo>
                    <a:pt x="4" y="5"/>
                    <a:pt x="1" y="8"/>
                    <a:pt x="3" y="8"/>
                  </a:cubicBezTo>
                  <a:cubicBezTo>
                    <a:pt x="4" y="8"/>
                    <a:pt x="5" y="7"/>
                    <a:pt x="6" y="7"/>
                  </a:cubicBezTo>
                  <a:cubicBezTo>
                    <a:pt x="6" y="7"/>
                    <a:pt x="7" y="8"/>
                    <a:pt x="8" y="8"/>
                  </a:cubicBezTo>
                  <a:cubicBezTo>
                    <a:pt x="13" y="7"/>
                    <a:pt x="3" y="2"/>
                    <a:pt x="2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98" name="Freeform 4677">
              <a:extLst>
                <a:ext uri="{FF2B5EF4-FFF2-40B4-BE49-F238E27FC236}">
                  <a16:creationId xmlns:a16="http://schemas.microsoft.com/office/drawing/2014/main" id="{9FF176B0-4C39-4A2F-B34C-3F2C3AE3D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485"/>
              <a:ext cx="13" cy="22"/>
            </a:xfrm>
            <a:custGeom>
              <a:avLst/>
              <a:gdLst>
                <a:gd name="T0" fmla="*/ 13 w 7"/>
                <a:gd name="T1" fmla="*/ 7 h 12"/>
                <a:gd name="T2" fmla="*/ 7 w 7"/>
                <a:gd name="T3" fmla="*/ 0 h 12"/>
                <a:gd name="T4" fmla="*/ 13 w 7"/>
                <a:gd name="T5" fmla="*/ 31 h 12"/>
                <a:gd name="T6" fmla="*/ 13 w 7"/>
                <a:gd name="T7" fmla="*/ 44 h 12"/>
                <a:gd name="T8" fmla="*/ 24 w 7"/>
                <a:gd name="T9" fmla="*/ 51 h 12"/>
                <a:gd name="T10" fmla="*/ 24 w 7"/>
                <a:gd name="T11" fmla="*/ 61 h 12"/>
                <a:gd name="T12" fmla="*/ 37 w 7"/>
                <a:gd name="T13" fmla="*/ 73 h 12"/>
                <a:gd name="T14" fmla="*/ 24 w 7"/>
                <a:gd name="T15" fmla="*/ 37 h 12"/>
                <a:gd name="T16" fmla="*/ 20 w 7"/>
                <a:gd name="T17" fmla="*/ 7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12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2" y="3"/>
                    <a:pt x="2" y="5"/>
                  </a:cubicBezTo>
                  <a:cubicBezTo>
                    <a:pt x="2" y="6"/>
                    <a:pt x="1" y="6"/>
                    <a:pt x="2" y="7"/>
                  </a:cubicBezTo>
                  <a:cubicBezTo>
                    <a:pt x="2" y="7"/>
                    <a:pt x="3" y="7"/>
                    <a:pt x="4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5" y="10"/>
                    <a:pt x="4" y="11"/>
                    <a:pt x="6" y="12"/>
                  </a:cubicBezTo>
                  <a:cubicBezTo>
                    <a:pt x="7" y="9"/>
                    <a:pt x="5" y="8"/>
                    <a:pt x="4" y="6"/>
                  </a:cubicBezTo>
                  <a:cubicBezTo>
                    <a:pt x="4" y="4"/>
                    <a:pt x="5" y="2"/>
                    <a:pt x="3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99" name="Freeform 4678">
              <a:extLst>
                <a:ext uri="{FF2B5EF4-FFF2-40B4-BE49-F238E27FC236}">
                  <a16:creationId xmlns:a16="http://schemas.microsoft.com/office/drawing/2014/main" id="{C2977A9C-244D-4164-8EC7-763320896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515"/>
              <a:ext cx="11" cy="13"/>
            </a:xfrm>
            <a:custGeom>
              <a:avLst/>
              <a:gdLst>
                <a:gd name="T0" fmla="*/ 7 w 6"/>
                <a:gd name="T1" fmla="*/ 0 h 7"/>
                <a:gd name="T2" fmla="*/ 7 w 6"/>
                <a:gd name="T3" fmla="*/ 20 h 7"/>
                <a:gd name="T4" fmla="*/ 20 w 6"/>
                <a:gd name="T5" fmla="*/ 20 h 7"/>
                <a:gd name="T6" fmla="*/ 20 w 6"/>
                <a:gd name="T7" fmla="*/ 32 h 7"/>
                <a:gd name="T8" fmla="*/ 20 w 6"/>
                <a:gd name="T9" fmla="*/ 7 h 7"/>
                <a:gd name="T10" fmla="*/ 20 w 6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4"/>
                    <a:pt x="2" y="5"/>
                    <a:pt x="3" y="5"/>
                  </a:cubicBezTo>
                  <a:cubicBezTo>
                    <a:pt x="6" y="7"/>
                    <a:pt x="6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00" name="Freeform 4679">
              <a:extLst>
                <a:ext uri="{FF2B5EF4-FFF2-40B4-BE49-F238E27FC236}">
                  <a16:creationId xmlns:a16="http://schemas.microsoft.com/office/drawing/2014/main" id="{5CEDEFBB-1C97-4C15-83E2-CCFF26902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393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32 h 5"/>
                <a:gd name="T4" fmla="*/ 16 w 4"/>
                <a:gd name="T5" fmla="*/ 40 h 5"/>
                <a:gd name="T6" fmla="*/ 16 w 4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4" y="5"/>
                    <a:pt x="4" y="2"/>
                    <a:pt x="2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01" name="Freeform 4680">
              <a:extLst>
                <a:ext uri="{FF2B5EF4-FFF2-40B4-BE49-F238E27FC236}">
                  <a16:creationId xmlns:a16="http://schemas.microsoft.com/office/drawing/2014/main" id="{41BCDFAC-AECD-4A78-BD19-9B61FE069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425"/>
              <a:ext cx="7" cy="8"/>
            </a:xfrm>
            <a:custGeom>
              <a:avLst/>
              <a:gdLst>
                <a:gd name="T0" fmla="*/ 12 w 4"/>
                <a:gd name="T1" fmla="*/ 16 h 4"/>
                <a:gd name="T2" fmla="*/ 7 w 4"/>
                <a:gd name="T3" fmla="*/ 16 h 4"/>
                <a:gd name="T4" fmla="*/ 21 w 4"/>
                <a:gd name="T5" fmla="*/ 32 h 4"/>
                <a:gd name="T6" fmla="*/ 12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4"/>
                    <a:pt x="3" y="3"/>
                    <a:pt x="4" y="4"/>
                  </a:cubicBezTo>
                  <a:cubicBezTo>
                    <a:pt x="4" y="3"/>
                    <a:pt x="3" y="0"/>
                    <a:pt x="2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02" name="Freeform 4681">
              <a:extLst>
                <a:ext uri="{FF2B5EF4-FFF2-40B4-BE49-F238E27FC236}">
                  <a16:creationId xmlns:a16="http://schemas.microsoft.com/office/drawing/2014/main" id="{13B7F728-50D6-4516-9508-565E26A0C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410"/>
              <a:ext cx="7" cy="8"/>
            </a:xfrm>
            <a:custGeom>
              <a:avLst/>
              <a:gdLst>
                <a:gd name="T0" fmla="*/ 12 w 4"/>
                <a:gd name="T1" fmla="*/ 0 h 4"/>
                <a:gd name="T2" fmla="*/ 12 w 4"/>
                <a:gd name="T3" fmla="*/ 32 h 4"/>
                <a:gd name="T4" fmla="*/ 16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1"/>
                    <a:pt x="0" y="4"/>
                    <a:pt x="2" y="4"/>
                  </a:cubicBezTo>
                  <a:cubicBezTo>
                    <a:pt x="4" y="4"/>
                    <a:pt x="3" y="2"/>
                    <a:pt x="3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03" name="Freeform 4682">
              <a:extLst>
                <a:ext uri="{FF2B5EF4-FFF2-40B4-BE49-F238E27FC236}">
                  <a16:creationId xmlns:a16="http://schemas.microsoft.com/office/drawing/2014/main" id="{E645257F-931A-4E67-A720-A15F0D66E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489"/>
              <a:ext cx="5" cy="5"/>
            </a:xfrm>
            <a:custGeom>
              <a:avLst/>
              <a:gdLst>
                <a:gd name="T0" fmla="*/ 5 w 3"/>
                <a:gd name="T1" fmla="*/ 0 h 3"/>
                <a:gd name="T2" fmla="*/ 8 w 3"/>
                <a:gd name="T3" fmla="*/ 13 h 3"/>
                <a:gd name="T4" fmla="*/ 8 w 3"/>
                <a:gd name="T5" fmla="*/ 0 h 3"/>
                <a:gd name="T6" fmla="*/ 8 w 3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04" name="Freeform 4683">
              <a:extLst>
                <a:ext uri="{FF2B5EF4-FFF2-40B4-BE49-F238E27FC236}">
                  <a16:creationId xmlns:a16="http://schemas.microsoft.com/office/drawing/2014/main" id="{C97D9EAD-B6AA-47EE-AFDF-2FAC0007A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515"/>
              <a:ext cx="5" cy="6"/>
            </a:xfrm>
            <a:custGeom>
              <a:avLst/>
              <a:gdLst>
                <a:gd name="T0" fmla="*/ 5 w 3"/>
                <a:gd name="T1" fmla="*/ 0 h 3"/>
                <a:gd name="T2" fmla="*/ 8 w 3"/>
                <a:gd name="T3" fmla="*/ 24 h 3"/>
                <a:gd name="T4" fmla="*/ 5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3" y="2"/>
                    <a:pt x="2" y="1"/>
                    <a:pt x="1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05" name="Freeform 4684">
              <a:extLst>
                <a:ext uri="{FF2B5EF4-FFF2-40B4-BE49-F238E27FC236}">
                  <a16:creationId xmlns:a16="http://schemas.microsoft.com/office/drawing/2014/main" id="{95ACF5D5-474C-41A3-8D0A-8D284D73F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412"/>
              <a:ext cx="6" cy="6"/>
            </a:xfrm>
            <a:custGeom>
              <a:avLst/>
              <a:gdLst>
                <a:gd name="T0" fmla="*/ 16 w 3"/>
                <a:gd name="T1" fmla="*/ 0 h 3"/>
                <a:gd name="T2" fmla="*/ 16 w 3"/>
                <a:gd name="T3" fmla="*/ 24 h 3"/>
                <a:gd name="T4" fmla="*/ 16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3" y="3"/>
                    <a:pt x="3" y="1"/>
                    <a:pt x="2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06" name="Freeform 4685">
              <a:extLst>
                <a:ext uri="{FF2B5EF4-FFF2-40B4-BE49-F238E27FC236}">
                  <a16:creationId xmlns:a16="http://schemas.microsoft.com/office/drawing/2014/main" id="{061B7591-A8EC-449A-A123-D68950BCA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401"/>
              <a:ext cx="4" cy="5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13 h 3"/>
                <a:gd name="T4" fmla="*/ 16 w 2"/>
                <a:gd name="T5" fmla="*/ 5 h 3"/>
                <a:gd name="T6" fmla="*/ 8 w 2"/>
                <a:gd name="T7" fmla="*/ 1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07" name="Freeform 4686">
              <a:extLst>
                <a:ext uri="{FF2B5EF4-FFF2-40B4-BE49-F238E27FC236}">
                  <a16:creationId xmlns:a16="http://schemas.microsoft.com/office/drawing/2014/main" id="{8F1A5648-24E6-4406-B6E2-786F017E0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07"/>
              <a:ext cx="7" cy="5"/>
            </a:xfrm>
            <a:custGeom>
              <a:avLst/>
              <a:gdLst>
                <a:gd name="T0" fmla="*/ 21 w 4"/>
                <a:gd name="T1" fmla="*/ 5 h 3"/>
                <a:gd name="T2" fmla="*/ 12 w 4"/>
                <a:gd name="T3" fmla="*/ 13 h 3"/>
                <a:gd name="T4" fmla="*/ 12 w 4"/>
                <a:gd name="T5" fmla="*/ 0 h 3"/>
                <a:gd name="T6" fmla="*/ 16 w 4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2" y="0"/>
                    <a:pt x="0" y="1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2" y="1"/>
                    <a:pt x="2" y="1"/>
                    <a:pt x="3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08" name="Freeform 4687">
              <a:extLst>
                <a:ext uri="{FF2B5EF4-FFF2-40B4-BE49-F238E27FC236}">
                  <a16:creationId xmlns:a16="http://schemas.microsoft.com/office/drawing/2014/main" id="{BD90E077-4761-4EE3-866D-9B7E37184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612"/>
              <a:ext cx="4" cy="6"/>
            </a:xfrm>
            <a:custGeom>
              <a:avLst/>
              <a:gdLst>
                <a:gd name="T0" fmla="*/ 0 w 2"/>
                <a:gd name="T1" fmla="*/ 8 h 3"/>
                <a:gd name="T2" fmla="*/ 0 w 2"/>
                <a:gd name="T3" fmla="*/ 8 h 3"/>
                <a:gd name="T4" fmla="*/ 8 w 2"/>
                <a:gd name="T5" fmla="*/ 24 h 3"/>
                <a:gd name="T6" fmla="*/ 0 w 2"/>
                <a:gd name="T7" fmla="*/ 0 h 3"/>
                <a:gd name="T8" fmla="*/ 0 w 2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09" name="Freeform 4688">
              <a:extLst>
                <a:ext uri="{FF2B5EF4-FFF2-40B4-BE49-F238E27FC236}">
                  <a16:creationId xmlns:a16="http://schemas.microsoft.com/office/drawing/2014/main" id="{41BDEF9D-5E12-4026-B916-A3549556B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31"/>
              <a:ext cx="5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16 h 3"/>
                <a:gd name="T4" fmla="*/ 8 w 3"/>
                <a:gd name="T5" fmla="*/ 0 h 3"/>
                <a:gd name="T6" fmla="*/ 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1" y="3"/>
                    <a:pt x="2" y="2"/>
                  </a:cubicBezTo>
                  <a:cubicBezTo>
                    <a:pt x="3" y="2"/>
                    <a:pt x="3" y="0"/>
                    <a:pt x="2" y="0"/>
                  </a:cubicBez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10" name="Freeform 4689">
              <a:extLst>
                <a:ext uri="{FF2B5EF4-FFF2-40B4-BE49-F238E27FC236}">
                  <a16:creationId xmlns:a16="http://schemas.microsoft.com/office/drawing/2014/main" id="{4716A483-3D5A-48C1-AA16-408787DE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637"/>
              <a:ext cx="8" cy="5"/>
            </a:xfrm>
            <a:custGeom>
              <a:avLst/>
              <a:gdLst>
                <a:gd name="T0" fmla="*/ 16 w 4"/>
                <a:gd name="T1" fmla="*/ 0 h 3"/>
                <a:gd name="T2" fmla="*/ 24 w 4"/>
                <a:gd name="T3" fmla="*/ 8 h 3"/>
                <a:gd name="T4" fmla="*/ 16 w 4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1"/>
                    <a:pt x="1" y="3"/>
                    <a:pt x="3" y="2"/>
                  </a:cubicBezTo>
                  <a:cubicBezTo>
                    <a:pt x="4" y="1"/>
                    <a:pt x="3" y="1"/>
                    <a:pt x="2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11" name="Freeform 4690">
              <a:extLst>
                <a:ext uri="{FF2B5EF4-FFF2-40B4-BE49-F238E27FC236}">
                  <a16:creationId xmlns:a16="http://schemas.microsoft.com/office/drawing/2014/main" id="{28BC6FA6-157F-45C0-B56E-B4A9864CE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665"/>
              <a:ext cx="6" cy="9"/>
            </a:xfrm>
            <a:custGeom>
              <a:avLst/>
              <a:gdLst>
                <a:gd name="T0" fmla="*/ 8 w 3"/>
                <a:gd name="T1" fmla="*/ 13 h 5"/>
                <a:gd name="T2" fmla="*/ 0 w 3"/>
                <a:gd name="T3" fmla="*/ 16 h 5"/>
                <a:gd name="T4" fmla="*/ 16 w 3"/>
                <a:gd name="T5" fmla="*/ 16 h 5"/>
                <a:gd name="T6" fmla="*/ 0 w 3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5"/>
                    <a:pt x="2" y="4"/>
                    <a:pt x="2" y="3"/>
                  </a:cubicBezTo>
                  <a:cubicBezTo>
                    <a:pt x="3" y="0"/>
                    <a:pt x="0" y="1"/>
                    <a:pt x="0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12" name="Freeform 4691">
              <a:extLst>
                <a:ext uri="{FF2B5EF4-FFF2-40B4-BE49-F238E27FC236}">
                  <a16:creationId xmlns:a16="http://schemas.microsoft.com/office/drawing/2014/main" id="{8827FA12-E35F-4D17-81C1-E5111D2D9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697"/>
              <a:ext cx="21" cy="3"/>
            </a:xfrm>
            <a:custGeom>
              <a:avLst/>
              <a:gdLst>
                <a:gd name="T0" fmla="*/ 36 w 11"/>
                <a:gd name="T1" fmla="*/ 0 h 2"/>
                <a:gd name="T2" fmla="*/ 4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5" y="0"/>
                  </a:moveTo>
                  <a:cubicBezTo>
                    <a:pt x="0" y="2"/>
                    <a:pt x="11" y="2"/>
                    <a:pt x="6" y="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13" name="Freeform 4692">
              <a:extLst>
                <a:ext uri="{FF2B5EF4-FFF2-40B4-BE49-F238E27FC236}">
                  <a16:creationId xmlns:a16="http://schemas.microsoft.com/office/drawing/2014/main" id="{A0C86546-07D5-4936-8A5D-E568F6AA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710"/>
              <a:ext cx="8" cy="13"/>
            </a:xfrm>
            <a:custGeom>
              <a:avLst/>
              <a:gdLst>
                <a:gd name="T0" fmla="*/ 8 w 4"/>
                <a:gd name="T1" fmla="*/ 24 h 7"/>
                <a:gd name="T2" fmla="*/ 0 w 4"/>
                <a:gd name="T3" fmla="*/ 13 h 7"/>
                <a:gd name="T4" fmla="*/ 0 w 4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4" y="0"/>
                    <a:pt x="1" y="7"/>
                    <a:pt x="0" y="4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14" name="Freeform 4693">
              <a:extLst>
                <a:ext uri="{FF2B5EF4-FFF2-40B4-BE49-F238E27FC236}">
                  <a16:creationId xmlns:a16="http://schemas.microsoft.com/office/drawing/2014/main" id="{FC3B7CCF-59AC-4727-A945-0C4649F83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706"/>
              <a:ext cx="13" cy="15"/>
            </a:xfrm>
            <a:custGeom>
              <a:avLst/>
              <a:gdLst>
                <a:gd name="T0" fmla="*/ 20 w 7"/>
                <a:gd name="T1" fmla="*/ 21 h 8"/>
                <a:gd name="T2" fmla="*/ 13 w 7"/>
                <a:gd name="T3" fmla="*/ 45 h 8"/>
                <a:gd name="T4" fmla="*/ 13 w 7"/>
                <a:gd name="T5" fmla="*/ 28 h 8"/>
                <a:gd name="T6" fmla="*/ 20 w 7"/>
                <a:gd name="T7" fmla="*/ 28 h 8"/>
                <a:gd name="T8" fmla="*/ 32 w 7"/>
                <a:gd name="T9" fmla="*/ 39 h 8"/>
                <a:gd name="T10" fmla="*/ 24 w 7"/>
                <a:gd name="T11" fmla="*/ 32 h 8"/>
                <a:gd name="T12" fmla="*/ 24 w 7"/>
                <a:gd name="T13" fmla="*/ 15 h 8"/>
                <a:gd name="T14" fmla="*/ 13 w 7"/>
                <a:gd name="T15" fmla="*/ 15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cubicBezTo>
                    <a:pt x="2" y="4"/>
                    <a:pt x="0" y="6"/>
                    <a:pt x="2" y="7"/>
                  </a:cubicBezTo>
                  <a:cubicBezTo>
                    <a:pt x="3" y="6"/>
                    <a:pt x="5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5"/>
                    <a:pt x="3" y="8"/>
                    <a:pt x="5" y="6"/>
                  </a:cubicBezTo>
                  <a:cubicBezTo>
                    <a:pt x="7" y="5"/>
                    <a:pt x="5" y="4"/>
                    <a:pt x="4" y="5"/>
                  </a:cubicBezTo>
                  <a:cubicBezTo>
                    <a:pt x="4" y="3"/>
                    <a:pt x="5" y="3"/>
                    <a:pt x="4" y="2"/>
                  </a:cubicBezTo>
                  <a:cubicBezTo>
                    <a:pt x="3" y="0"/>
                    <a:pt x="1" y="1"/>
                    <a:pt x="2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15" name="Freeform 4694">
              <a:extLst>
                <a:ext uri="{FF2B5EF4-FFF2-40B4-BE49-F238E27FC236}">
                  <a16:creationId xmlns:a16="http://schemas.microsoft.com/office/drawing/2014/main" id="{4D92BF27-53E8-49A2-803F-034DA4671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869"/>
              <a:ext cx="17" cy="17"/>
            </a:xfrm>
            <a:custGeom>
              <a:avLst/>
              <a:gdLst>
                <a:gd name="T0" fmla="*/ 15 w 9"/>
                <a:gd name="T1" fmla="*/ 0 h 9"/>
                <a:gd name="T2" fmla="*/ 15 w 9"/>
                <a:gd name="T3" fmla="*/ 47 h 9"/>
                <a:gd name="T4" fmla="*/ 32 w 9"/>
                <a:gd name="T5" fmla="*/ 40 h 9"/>
                <a:gd name="T6" fmla="*/ 32 w 9"/>
                <a:gd name="T7" fmla="*/ 60 h 9"/>
                <a:gd name="T8" fmla="*/ 60 w 9"/>
                <a:gd name="T9" fmla="*/ 53 h 9"/>
                <a:gd name="T10" fmla="*/ 21 w 9"/>
                <a:gd name="T11" fmla="*/ 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2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7"/>
                    <a:pt x="4" y="6"/>
                    <a:pt x="5" y="6"/>
                  </a:cubicBezTo>
                  <a:cubicBezTo>
                    <a:pt x="5" y="7"/>
                    <a:pt x="5" y="8"/>
                    <a:pt x="5" y="9"/>
                  </a:cubicBezTo>
                  <a:cubicBezTo>
                    <a:pt x="7" y="9"/>
                    <a:pt x="8" y="9"/>
                    <a:pt x="9" y="8"/>
                  </a:cubicBezTo>
                  <a:cubicBezTo>
                    <a:pt x="8" y="4"/>
                    <a:pt x="6" y="1"/>
                    <a:pt x="3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16" name="Freeform 4695">
              <a:extLst>
                <a:ext uri="{FF2B5EF4-FFF2-40B4-BE49-F238E27FC236}">
                  <a16:creationId xmlns:a16="http://schemas.microsoft.com/office/drawing/2014/main" id="{E0DF5402-E135-4E49-8396-E446AC1E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895"/>
              <a:ext cx="18" cy="11"/>
            </a:xfrm>
            <a:custGeom>
              <a:avLst/>
              <a:gdLst>
                <a:gd name="T0" fmla="*/ 0 w 10"/>
                <a:gd name="T1" fmla="*/ 7 h 6"/>
                <a:gd name="T2" fmla="*/ 7 w 10"/>
                <a:gd name="T3" fmla="*/ 37 h 6"/>
                <a:gd name="T4" fmla="*/ 23 w 10"/>
                <a:gd name="T5" fmla="*/ 24 h 6"/>
                <a:gd name="T6" fmla="*/ 41 w 10"/>
                <a:gd name="T7" fmla="*/ 37 h 6"/>
                <a:gd name="T8" fmla="*/ 45 w 10"/>
                <a:gd name="T9" fmla="*/ 13 h 6"/>
                <a:gd name="T10" fmla="*/ 13 w 10"/>
                <a:gd name="T11" fmla="*/ 1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0" y="1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2" y="6"/>
                    <a:pt x="3" y="5"/>
                    <a:pt x="4" y="4"/>
                  </a:cubicBezTo>
                  <a:cubicBezTo>
                    <a:pt x="5" y="4"/>
                    <a:pt x="7" y="6"/>
                    <a:pt x="7" y="6"/>
                  </a:cubicBezTo>
                  <a:cubicBezTo>
                    <a:pt x="9" y="6"/>
                    <a:pt x="10" y="3"/>
                    <a:pt x="8" y="2"/>
                  </a:cubicBezTo>
                  <a:cubicBezTo>
                    <a:pt x="7" y="0"/>
                    <a:pt x="2" y="0"/>
                    <a:pt x="2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17" name="Freeform 4696">
              <a:extLst>
                <a:ext uri="{FF2B5EF4-FFF2-40B4-BE49-F238E27FC236}">
                  <a16:creationId xmlns:a16="http://schemas.microsoft.com/office/drawing/2014/main" id="{9A7E1790-CD85-465B-8F70-FD887FFC5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919"/>
              <a:ext cx="9" cy="11"/>
            </a:xfrm>
            <a:custGeom>
              <a:avLst/>
              <a:gdLst>
                <a:gd name="T0" fmla="*/ 16 w 5"/>
                <a:gd name="T1" fmla="*/ 0 h 6"/>
                <a:gd name="T2" fmla="*/ 16 w 5"/>
                <a:gd name="T3" fmla="*/ 37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0"/>
                    <a:pt x="1" y="4"/>
                    <a:pt x="3" y="6"/>
                  </a:cubicBezTo>
                  <a:cubicBezTo>
                    <a:pt x="5" y="4"/>
                    <a:pt x="5" y="0"/>
                    <a:pt x="3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18" name="Freeform 4697">
              <a:extLst>
                <a:ext uri="{FF2B5EF4-FFF2-40B4-BE49-F238E27FC236}">
                  <a16:creationId xmlns:a16="http://schemas.microsoft.com/office/drawing/2014/main" id="{5FE52DE9-484C-477F-8E29-C8B0AFA4A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940"/>
              <a:ext cx="19" cy="24"/>
            </a:xfrm>
            <a:custGeom>
              <a:avLst/>
              <a:gdLst>
                <a:gd name="T0" fmla="*/ 0 w 10"/>
                <a:gd name="T1" fmla="*/ 20 h 13"/>
                <a:gd name="T2" fmla="*/ 21 w 10"/>
                <a:gd name="T3" fmla="*/ 81 h 13"/>
                <a:gd name="T4" fmla="*/ 55 w 10"/>
                <a:gd name="T5" fmla="*/ 57 h 13"/>
                <a:gd name="T6" fmla="*/ 48 w 10"/>
                <a:gd name="T7" fmla="*/ 0 h 13"/>
                <a:gd name="T8" fmla="*/ 29 w 10"/>
                <a:gd name="T9" fmla="*/ 20 h 13"/>
                <a:gd name="T10" fmla="*/ 21 w 10"/>
                <a:gd name="T11" fmla="*/ 1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3">
                  <a:moveTo>
                    <a:pt x="0" y="3"/>
                  </a:moveTo>
                  <a:cubicBezTo>
                    <a:pt x="0" y="6"/>
                    <a:pt x="1" y="12"/>
                    <a:pt x="3" y="13"/>
                  </a:cubicBezTo>
                  <a:cubicBezTo>
                    <a:pt x="2" y="12"/>
                    <a:pt x="8" y="9"/>
                    <a:pt x="8" y="9"/>
                  </a:cubicBezTo>
                  <a:cubicBezTo>
                    <a:pt x="10" y="7"/>
                    <a:pt x="10" y="2"/>
                    <a:pt x="7" y="0"/>
                  </a:cubicBezTo>
                  <a:cubicBezTo>
                    <a:pt x="6" y="0"/>
                    <a:pt x="5" y="2"/>
                    <a:pt x="4" y="3"/>
                  </a:cubicBezTo>
                  <a:cubicBezTo>
                    <a:pt x="4" y="3"/>
                    <a:pt x="3" y="3"/>
                    <a:pt x="3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19" name="Freeform 4698">
              <a:extLst>
                <a:ext uri="{FF2B5EF4-FFF2-40B4-BE49-F238E27FC236}">
                  <a16:creationId xmlns:a16="http://schemas.microsoft.com/office/drawing/2014/main" id="{6A16E1E5-D0C3-4FCB-BE8F-A940F9F4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962"/>
              <a:ext cx="40" cy="13"/>
            </a:xfrm>
            <a:custGeom>
              <a:avLst/>
              <a:gdLst>
                <a:gd name="T0" fmla="*/ 61 w 21"/>
                <a:gd name="T1" fmla="*/ 0 h 7"/>
                <a:gd name="T2" fmla="*/ 76 w 21"/>
                <a:gd name="T3" fmla="*/ 0 h 7"/>
                <a:gd name="T4" fmla="*/ 69 w 21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">
                  <a:moveTo>
                    <a:pt x="9" y="0"/>
                  </a:moveTo>
                  <a:cubicBezTo>
                    <a:pt x="0" y="7"/>
                    <a:pt x="21" y="3"/>
                    <a:pt x="11" y="0"/>
                  </a:cubicBezTo>
                  <a:cubicBezTo>
                    <a:pt x="10" y="0"/>
                    <a:pt x="10" y="0"/>
                    <a:pt x="10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20" name="Freeform 4699">
              <a:extLst>
                <a:ext uri="{FF2B5EF4-FFF2-40B4-BE49-F238E27FC236}">
                  <a16:creationId xmlns:a16="http://schemas.microsoft.com/office/drawing/2014/main" id="{FFF13325-5DCF-4CC1-875D-3A6E496FE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962"/>
              <a:ext cx="9" cy="19"/>
            </a:xfrm>
            <a:custGeom>
              <a:avLst/>
              <a:gdLst>
                <a:gd name="T0" fmla="*/ 7 w 5"/>
                <a:gd name="T1" fmla="*/ 29 h 10"/>
                <a:gd name="T2" fmla="*/ 0 w 5"/>
                <a:gd name="T3" fmla="*/ 40 h 10"/>
                <a:gd name="T4" fmla="*/ 13 w 5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1" y="4"/>
                  </a:moveTo>
                  <a:cubicBezTo>
                    <a:pt x="1" y="5"/>
                    <a:pt x="0" y="5"/>
                    <a:pt x="0" y="6"/>
                  </a:cubicBezTo>
                  <a:cubicBezTo>
                    <a:pt x="5" y="10"/>
                    <a:pt x="3" y="0"/>
                    <a:pt x="2" y="4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21" name="Freeform 4700">
              <a:extLst>
                <a:ext uri="{FF2B5EF4-FFF2-40B4-BE49-F238E27FC236}">
                  <a16:creationId xmlns:a16="http://schemas.microsoft.com/office/drawing/2014/main" id="{59B498CC-9206-4E0D-BBFD-F11DBA401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839"/>
              <a:ext cx="19" cy="17"/>
            </a:xfrm>
            <a:custGeom>
              <a:avLst/>
              <a:gdLst>
                <a:gd name="T0" fmla="*/ 15 w 10"/>
                <a:gd name="T1" fmla="*/ 8 h 9"/>
                <a:gd name="T2" fmla="*/ 8 w 10"/>
                <a:gd name="T3" fmla="*/ 8 h 9"/>
                <a:gd name="T4" fmla="*/ 21 w 10"/>
                <a:gd name="T5" fmla="*/ 0 h 9"/>
                <a:gd name="T6" fmla="*/ 21 w 10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9"/>
                    <a:pt x="10" y="1"/>
                    <a:pt x="3" y="0"/>
                  </a:cubicBezTo>
                  <a:cubicBezTo>
                    <a:pt x="2" y="0"/>
                    <a:pt x="3" y="1"/>
                    <a:pt x="3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22" name="Freeform 4701">
              <a:extLst>
                <a:ext uri="{FF2B5EF4-FFF2-40B4-BE49-F238E27FC236}">
                  <a16:creationId xmlns:a16="http://schemas.microsoft.com/office/drawing/2014/main" id="{BED946A1-6D07-4599-9464-E83C9028C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841"/>
              <a:ext cx="28" cy="18"/>
            </a:xfrm>
            <a:custGeom>
              <a:avLst/>
              <a:gdLst>
                <a:gd name="T0" fmla="*/ 60 w 15"/>
                <a:gd name="T1" fmla="*/ 13 h 10"/>
                <a:gd name="T2" fmla="*/ 52 w 15"/>
                <a:gd name="T3" fmla="*/ 52 h 10"/>
                <a:gd name="T4" fmla="*/ 77 w 15"/>
                <a:gd name="T5" fmla="*/ 13 h 10"/>
                <a:gd name="T6" fmla="*/ 60 w 15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9" y="2"/>
                  </a:moveTo>
                  <a:cubicBezTo>
                    <a:pt x="0" y="0"/>
                    <a:pt x="8" y="7"/>
                    <a:pt x="8" y="9"/>
                  </a:cubicBezTo>
                  <a:cubicBezTo>
                    <a:pt x="11" y="10"/>
                    <a:pt x="15" y="6"/>
                    <a:pt x="12" y="2"/>
                  </a:cubicBezTo>
                  <a:cubicBezTo>
                    <a:pt x="11" y="2"/>
                    <a:pt x="10" y="3"/>
                    <a:pt x="9" y="3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23" name="Freeform 4702">
              <a:extLst>
                <a:ext uri="{FF2B5EF4-FFF2-40B4-BE49-F238E27FC236}">
                  <a16:creationId xmlns:a16="http://schemas.microsoft.com/office/drawing/2014/main" id="{EC25639F-E106-42A3-959E-072937F1A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839"/>
              <a:ext cx="4" cy="5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8 h 3"/>
                <a:gd name="T4" fmla="*/ 16 w 2"/>
                <a:gd name="T5" fmla="*/ 5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2"/>
                    <a:pt x="2" y="3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24" name="Freeform 4703">
              <a:extLst>
                <a:ext uri="{FF2B5EF4-FFF2-40B4-BE49-F238E27FC236}">
                  <a16:creationId xmlns:a16="http://schemas.microsoft.com/office/drawing/2014/main" id="{140E68C8-EB96-4452-A22B-4AC60B2F6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857"/>
              <a:ext cx="9" cy="8"/>
            </a:xfrm>
            <a:custGeom>
              <a:avLst/>
              <a:gdLst>
                <a:gd name="T0" fmla="*/ 16 w 5"/>
                <a:gd name="T1" fmla="*/ 8 h 4"/>
                <a:gd name="T2" fmla="*/ 0 w 5"/>
                <a:gd name="T3" fmla="*/ 16 h 4"/>
                <a:gd name="T4" fmla="*/ 29 w 5"/>
                <a:gd name="T5" fmla="*/ 8 h 4"/>
                <a:gd name="T6" fmla="*/ 16 w 5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5" y="0"/>
                    <a:pt x="4" y="1"/>
                    <a:pt x="3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25" name="Freeform 4704">
              <a:extLst>
                <a:ext uri="{FF2B5EF4-FFF2-40B4-BE49-F238E27FC236}">
                  <a16:creationId xmlns:a16="http://schemas.microsoft.com/office/drawing/2014/main" id="{161D286C-1622-4349-9305-16CC3D48A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773"/>
              <a:ext cx="7" cy="6"/>
            </a:xfrm>
            <a:custGeom>
              <a:avLst/>
              <a:gdLst>
                <a:gd name="T0" fmla="*/ 0 w 4"/>
                <a:gd name="T1" fmla="*/ 8 h 3"/>
                <a:gd name="T2" fmla="*/ 7 w 4"/>
                <a:gd name="T3" fmla="*/ 24 h 3"/>
                <a:gd name="T4" fmla="*/ 16 w 4"/>
                <a:gd name="T5" fmla="*/ 0 h 3"/>
                <a:gd name="T6" fmla="*/ 12 w 4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3" y="2"/>
                    <a:pt x="4" y="2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26" name="Freeform 4705">
              <a:extLst>
                <a:ext uri="{FF2B5EF4-FFF2-40B4-BE49-F238E27FC236}">
                  <a16:creationId xmlns:a16="http://schemas.microsoft.com/office/drawing/2014/main" id="{A3F98D55-EF65-4D8F-A34B-A8C10315B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790"/>
              <a:ext cx="23" cy="17"/>
            </a:xfrm>
            <a:custGeom>
              <a:avLst/>
              <a:gdLst>
                <a:gd name="T0" fmla="*/ 23 w 12"/>
                <a:gd name="T1" fmla="*/ 8 h 9"/>
                <a:gd name="T2" fmla="*/ 29 w 12"/>
                <a:gd name="T3" fmla="*/ 0 h 9"/>
                <a:gd name="T4" fmla="*/ 29 w 12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3" y="1"/>
                  </a:moveTo>
                  <a:cubicBezTo>
                    <a:pt x="0" y="9"/>
                    <a:pt x="12" y="0"/>
                    <a:pt x="4" y="0"/>
                  </a:cubicBezTo>
                  <a:cubicBezTo>
                    <a:pt x="4" y="0"/>
                    <a:pt x="4" y="1"/>
                    <a:pt x="4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27" name="Freeform 4706">
              <a:extLst>
                <a:ext uri="{FF2B5EF4-FFF2-40B4-BE49-F238E27FC236}">
                  <a16:creationId xmlns:a16="http://schemas.microsoft.com/office/drawing/2014/main" id="{B16455D9-FCB3-4579-97CB-19E73C419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033"/>
              <a:ext cx="18" cy="25"/>
            </a:xfrm>
            <a:custGeom>
              <a:avLst/>
              <a:gdLst>
                <a:gd name="T0" fmla="*/ 13 w 10"/>
                <a:gd name="T1" fmla="*/ 0 h 13"/>
                <a:gd name="T2" fmla="*/ 0 w 10"/>
                <a:gd name="T3" fmla="*/ 37 h 13"/>
                <a:gd name="T4" fmla="*/ 16 w 10"/>
                <a:gd name="T5" fmla="*/ 29 h 13"/>
                <a:gd name="T6" fmla="*/ 52 w 10"/>
                <a:gd name="T7" fmla="*/ 63 h 13"/>
                <a:gd name="T8" fmla="*/ 23 w 1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5"/>
                    <a:pt x="2" y="4"/>
                    <a:pt x="3" y="4"/>
                  </a:cubicBezTo>
                  <a:cubicBezTo>
                    <a:pt x="4" y="4"/>
                    <a:pt x="7" y="13"/>
                    <a:pt x="9" y="9"/>
                  </a:cubicBezTo>
                  <a:cubicBezTo>
                    <a:pt x="10" y="7"/>
                    <a:pt x="5" y="1"/>
                    <a:pt x="4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28" name="Freeform 4707">
              <a:extLst>
                <a:ext uri="{FF2B5EF4-FFF2-40B4-BE49-F238E27FC236}">
                  <a16:creationId xmlns:a16="http://schemas.microsoft.com/office/drawing/2014/main" id="{F2EF4F54-6FDD-4ED4-8711-A0D8FBE5C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061"/>
              <a:ext cx="15" cy="38"/>
            </a:xfrm>
            <a:custGeom>
              <a:avLst/>
              <a:gdLst>
                <a:gd name="T0" fmla="*/ 21 w 8"/>
                <a:gd name="T1" fmla="*/ 0 h 20"/>
                <a:gd name="T2" fmla="*/ 21 w 8"/>
                <a:gd name="T3" fmla="*/ 68 h 20"/>
                <a:gd name="T4" fmla="*/ 15 w 8"/>
                <a:gd name="T5" fmla="*/ 68 h 20"/>
                <a:gd name="T6" fmla="*/ 45 w 8"/>
                <a:gd name="T7" fmla="*/ 137 h 20"/>
                <a:gd name="T8" fmla="*/ 28 w 8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">
                  <a:moveTo>
                    <a:pt x="3" y="0"/>
                  </a:moveTo>
                  <a:cubicBezTo>
                    <a:pt x="0" y="3"/>
                    <a:pt x="5" y="7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0" y="14"/>
                    <a:pt x="5" y="17"/>
                    <a:pt x="7" y="20"/>
                  </a:cubicBezTo>
                  <a:cubicBezTo>
                    <a:pt x="8" y="17"/>
                    <a:pt x="6" y="3"/>
                    <a:pt x="4" y="3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29" name="Freeform 4708">
              <a:extLst>
                <a:ext uri="{FF2B5EF4-FFF2-40B4-BE49-F238E27FC236}">
                  <a16:creationId xmlns:a16="http://schemas.microsoft.com/office/drawing/2014/main" id="{7C32951D-21FF-4590-A631-3C2EAE03F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3091"/>
              <a:ext cx="19" cy="25"/>
            </a:xfrm>
            <a:custGeom>
              <a:avLst/>
              <a:gdLst>
                <a:gd name="T0" fmla="*/ 29 w 10"/>
                <a:gd name="T1" fmla="*/ 48 h 13"/>
                <a:gd name="T2" fmla="*/ 48 w 10"/>
                <a:gd name="T3" fmla="*/ 63 h 13"/>
                <a:gd name="T4" fmla="*/ 61 w 10"/>
                <a:gd name="T5" fmla="*/ 0 h 13"/>
                <a:gd name="T6" fmla="*/ 29 w 10"/>
                <a:gd name="T7" fmla="*/ 4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4" y="7"/>
                  </a:moveTo>
                  <a:cubicBezTo>
                    <a:pt x="0" y="11"/>
                    <a:pt x="4" y="13"/>
                    <a:pt x="7" y="9"/>
                  </a:cubicBezTo>
                  <a:cubicBezTo>
                    <a:pt x="8" y="7"/>
                    <a:pt x="10" y="3"/>
                    <a:pt x="9" y="0"/>
                  </a:cubicBezTo>
                  <a:cubicBezTo>
                    <a:pt x="7" y="1"/>
                    <a:pt x="5" y="5"/>
                    <a:pt x="4" y="6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30" name="Freeform 4709">
              <a:extLst>
                <a:ext uri="{FF2B5EF4-FFF2-40B4-BE49-F238E27FC236}">
                  <a16:creationId xmlns:a16="http://schemas.microsoft.com/office/drawing/2014/main" id="{EE177D34-03BC-4554-8663-A22D10624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073"/>
              <a:ext cx="6" cy="5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13 h 3"/>
                <a:gd name="T4" fmla="*/ 24 w 3"/>
                <a:gd name="T5" fmla="*/ 0 h 3"/>
                <a:gd name="T6" fmla="*/ 24 w 3"/>
                <a:gd name="T7" fmla="*/ 0 h 3"/>
                <a:gd name="T8" fmla="*/ 8 w 3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1" y="3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31" name="Freeform 4710">
              <a:extLst>
                <a:ext uri="{FF2B5EF4-FFF2-40B4-BE49-F238E27FC236}">
                  <a16:creationId xmlns:a16="http://schemas.microsoft.com/office/drawing/2014/main" id="{D562C849-38D0-4B2C-B442-D7A7F101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058"/>
              <a:ext cx="10" cy="7"/>
            </a:xfrm>
            <a:custGeom>
              <a:avLst/>
              <a:gdLst>
                <a:gd name="T0" fmla="*/ 24 w 5"/>
                <a:gd name="T1" fmla="*/ 0 h 4"/>
                <a:gd name="T2" fmla="*/ 0 w 5"/>
                <a:gd name="T3" fmla="*/ 21 h 4"/>
                <a:gd name="T4" fmla="*/ 32 w 5"/>
                <a:gd name="T5" fmla="*/ 0 h 4"/>
                <a:gd name="T6" fmla="*/ 24 w 5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2" y="4"/>
                    <a:pt x="5" y="3"/>
                    <a:pt x="4" y="0"/>
                  </a:cubicBezTo>
                  <a:cubicBezTo>
                    <a:pt x="3" y="0"/>
                    <a:pt x="3" y="1"/>
                    <a:pt x="3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32" name="Freeform 4711">
              <a:extLst>
                <a:ext uri="{FF2B5EF4-FFF2-40B4-BE49-F238E27FC236}">
                  <a16:creationId xmlns:a16="http://schemas.microsoft.com/office/drawing/2014/main" id="{B92277A1-1D31-4007-A3EE-6C1501EF6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230"/>
              <a:ext cx="25" cy="17"/>
            </a:xfrm>
            <a:custGeom>
              <a:avLst/>
              <a:gdLst>
                <a:gd name="T0" fmla="*/ 23 w 13"/>
                <a:gd name="T1" fmla="*/ 0 h 9"/>
                <a:gd name="T2" fmla="*/ 29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3" y="0"/>
                  </a:moveTo>
                  <a:cubicBezTo>
                    <a:pt x="0" y="9"/>
                    <a:pt x="13" y="4"/>
                    <a:pt x="4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33" name="Freeform 4712">
              <a:extLst>
                <a:ext uri="{FF2B5EF4-FFF2-40B4-BE49-F238E27FC236}">
                  <a16:creationId xmlns:a16="http://schemas.microsoft.com/office/drawing/2014/main" id="{ECB49B7B-EE4F-40FF-A715-62995FB37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194"/>
              <a:ext cx="11" cy="21"/>
            </a:xfrm>
            <a:custGeom>
              <a:avLst/>
              <a:gdLst>
                <a:gd name="T0" fmla="*/ 13 w 6"/>
                <a:gd name="T1" fmla="*/ 8 h 11"/>
                <a:gd name="T2" fmla="*/ 20 w 6"/>
                <a:gd name="T3" fmla="*/ 76 h 11"/>
                <a:gd name="T4" fmla="*/ 13 w 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2" y="1"/>
                  </a:moveTo>
                  <a:cubicBezTo>
                    <a:pt x="0" y="4"/>
                    <a:pt x="2" y="8"/>
                    <a:pt x="3" y="11"/>
                  </a:cubicBezTo>
                  <a:cubicBezTo>
                    <a:pt x="6" y="9"/>
                    <a:pt x="4" y="3"/>
                    <a:pt x="2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34" name="Freeform 4713">
              <a:extLst>
                <a:ext uri="{FF2B5EF4-FFF2-40B4-BE49-F238E27FC236}">
                  <a16:creationId xmlns:a16="http://schemas.microsoft.com/office/drawing/2014/main" id="{85AC2238-C088-4E22-B21B-DA6AECDF8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3260"/>
              <a:ext cx="17" cy="11"/>
            </a:xfrm>
            <a:custGeom>
              <a:avLst/>
              <a:gdLst>
                <a:gd name="T0" fmla="*/ 15 w 9"/>
                <a:gd name="T1" fmla="*/ 13 h 6"/>
                <a:gd name="T2" fmla="*/ 0 w 9"/>
                <a:gd name="T3" fmla="*/ 24 h 6"/>
                <a:gd name="T4" fmla="*/ 47 w 9"/>
                <a:gd name="T5" fmla="*/ 31 h 6"/>
                <a:gd name="T6" fmla="*/ 21 w 9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2" y="2"/>
                  </a:moveTo>
                  <a:cubicBezTo>
                    <a:pt x="1" y="3"/>
                    <a:pt x="1" y="3"/>
                    <a:pt x="0" y="4"/>
                  </a:cubicBezTo>
                  <a:cubicBezTo>
                    <a:pt x="1" y="5"/>
                    <a:pt x="6" y="6"/>
                    <a:pt x="7" y="5"/>
                  </a:cubicBezTo>
                  <a:cubicBezTo>
                    <a:pt x="9" y="2"/>
                    <a:pt x="4" y="0"/>
                    <a:pt x="3" y="3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35" name="Freeform 4714">
              <a:extLst>
                <a:ext uri="{FF2B5EF4-FFF2-40B4-BE49-F238E27FC236}">
                  <a16:creationId xmlns:a16="http://schemas.microsoft.com/office/drawing/2014/main" id="{042C2024-7E93-45AC-AB49-D7BCAB011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236"/>
              <a:ext cx="20" cy="22"/>
            </a:xfrm>
            <a:custGeom>
              <a:avLst/>
              <a:gdLst>
                <a:gd name="T0" fmla="*/ 36 w 11"/>
                <a:gd name="T1" fmla="*/ 7 h 12"/>
                <a:gd name="T2" fmla="*/ 44 w 11"/>
                <a:gd name="T3" fmla="*/ 73 h 12"/>
                <a:gd name="T4" fmla="*/ 49 w 11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1"/>
                  </a:moveTo>
                  <a:cubicBezTo>
                    <a:pt x="0" y="0"/>
                    <a:pt x="7" y="10"/>
                    <a:pt x="7" y="12"/>
                  </a:cubicBezTo>
                  <a:cubicBezTo>
                    <a:pt x="11" y="11"/>
                    <a:pt x="8" y="4"/>
                    <a:pt x="8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36" name="Freeform 4715">
              <a:extLst>
                <a:ext uri="{FF2B5EF4-FFF2-40B4-BE49-F238E27FC236}">
                  <a16:creationId xmlns:a16="http://schemas.microsoft.com/office/drawing/2014/main" id="{B7E0054F-CF34-4DB7-A843-92ABD272F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318"/>
              <a:ext cx="13" cy="9"/>
            </a:xfrm>
            <a:custGeom>
              <a:avLst/>
              <a:gdLst>
                <a:gd name="T0" fmla="*/ 13 w 7"/>
                <a:gd name="T1" fmla="*/ 23 h 5"/>
                <a:gd name="T2" fmla="*/ 0 w 7"/>
                <a:gd name="T3" fmla="*/ 0 h 5"/>
                <a:gd name="T4" fmla="*/ 45 w 7"/>
                <a:gd name="T5" fmla="*/ 29 h 5"/>
                <a:gd name="T6" fmla="*/ 13 w 7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4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2" y="3"/>
                    <a:pt x="6" y="2"/>
                    <a:pt x="7" y="5"/>
                  </a:cubicBezTo>
                  <a:cubicBezTo>
                    <a:pt x="5" y="5"/>
                    <a:pt x="3" y="5"/>
                    <a:pt x="2" y="5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37" name="Freeform 4716">
              <a:extLst>
                <a:ext uri="{FF2B5EF4-FFF2-40B4-BE49-F238E27FC236}">
                  <a16:creationId xmlns:a16="http://schemas.microsoft.com/office/drawing/2014/main" id="{7AB19FCA-21FD-4567-9FC9-126585DAF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084"/>
              <a:ext cx="18" cy="24"/>
            </a:xfrm>
            <a:custGeom>
              <a:avLst/>
              <a:gdLst>
                <a:gd name="T0" fmla="*/ 29 w 10"/>
                <a:gd name="T1" fmla="*/ 0 h 13"/>
                <a:gd name="T2" fmla="*/ 41 w 10"/>
                <a:gd name="T3" fmla="*/ 81 h 13"/>
                <a:gd name="T4" fmla="*/ 36 w 10"/>
                <a:gd name="T5" fmla="*/ 44 h 13"/>
                <a:gd name="T6" fmla="*/ 36 w 10"/>
                <a:gd name="T7" fmla="*/ 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0" y="3"/>
                    <a:pt x="6" y="9"/>
                    <a:pt x="7" y="13"/>
                  </a:cubicBezTo>
                  <a:cubicBezTo>
                    <a:pt x="10" y="11"/>
                    <a:pt x="7" y="8"/>
                    <a:pt x="6" y="7"/>
                  </a:cubicBezTo>
                  <a:cubicBezTo>
                    <a:pt x="7" y="5"/>
                    <a:pt x="7" y="3"/>
                    <a:pt x="6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38" name="Freeform 4717">
              <a:extLst>
                <a:ext uri="{FF2B5EF4-FFF2-40B4-BE49-F238E27FC236}">
                  <a16:creationId xmlns:a16="http://schemas.microsoft.com/office/drawing/2014/main" id="{92FCCA3F-2703-4FEA-8FDC-7290E6938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110"/>
              <a:ext cx="23" cy="15"/>
            </a:xfrm>
            <a:custGeom>
              <a:avLst/>
              <a:gdLst>
                <a:gd name="T0" fmla="*/ 48 w 12"/>
                <a:gd name="T1" fmla="*/ 0 h 8"/>
                <a:gd name="T2" fmla="*/ 56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7" y="0"/>
                  </a:moveTo>
                  <a:cubicBezTo>
                    <a:pt x="0" y="3"/>
                    <a:pt x="12" y="8"/>
                    <a:pt x="8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39" name="Freeform 4718">
              <a:extLst>
                <a:ext uri="{FF2B5EF4-FFF2-40B4-BE49-F238E27FC236}">
                  <a16:creationId xmlns:a16="http://schemas.microsoft.com/office/drawing/2014/main" id="{256A4B7E-617F-43FD-A9A7-3B89C876E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045"/>
              <a:ext cx="32" cy="13"/>
            </a:xfrm>
            <a:custGeom>
              <a:avLst/>
              <a:gdLst>
                <a:gd name="T0" fmla="*/ 45 w 17"/>
                <a:gd name="T1" fmla="*/ 0 h 7"/>
                <a:gd name="T2" fmla="*/ 53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7" y="0"/>
                  </a:moveTo>
                  <a:cubicBezTo>
                    <a:pt x="0" y="7"/>
                    <a:pt x="17" y="5"/>
                    <a:pt x="8" y="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40" name="Freeform 4719">
              <a:extLst>
                <a:ext uri="{FF2B5EF4-FFF2-40B4-BE49-F238E27FC236}">
                  <a16:creationId xmlns:a16="http://schemas.microsoft.com/office/drawing/2014/main" id="{73999653-9D6F-432F-AB43-264FE7238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3076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8 w 3"/>
                <a:gd name="T5" fmla="*/ 0 h 3"/>
                <a:gd name="T6" fmla="*/ 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3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41" name="Freeform 4720">
              <a:extLst>
                <a:ext uri="{FF2B5EF4-FFF2-40B4-BE49-F238E27FC236}">
                  <a16:creationId xmlns:a16="http://schemas.microsoft.com/office/drawing/2014/main" id="{9DDB9CA2-2EAE-44C3-81AB-3F6ADC410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3084"/>
              <a:ext cx="10" cy="15"/>
            </a:xfrm>
            <a:custGeom>
              <a:avLst/>
              <a:gdLst>
                <a:gd name="T0" fmla="*/ 8 w 5"/>
                <a:gd name="T1" fmla="*/ 15 h 8"/>
                <a:gd name="T2" fmla="*/ 24 w 5"/>
                <a:gd name="T3" fmla="*/ 39 h 8"/>
                <a:gd name="T4" fmla="*/ 16 w 5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2"/>
                  </a:moveTo>
                  <a:cubicBezTo>
                    <a:pt x="0" y="3"/>
                    <a:pt x="1" y="8"/>
                    <a:pt x="3" y="6"/>
                  </a:cubicBezTo>
                  <a:cubicBezTo>
                    <a:pt x="5" y="4"/>
                    <a:pt x="4" y="0"/>
                    <a:pt x="2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42" name="Freeform 4721">
              <a:extLst>
                <a:ext uri="{FF2B5EF4-FFF2-40B4-BE49-F238E27FC236}">
                  <a16:creationId xmlns:a16="http://schemas.microsoft.com/office/drawing/2014/main" id="{48904BFF-D3AB-4AA1-A961-7F19E72F0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099"/>
              <a:ext cx="6" cy="6"/>
            </a:xfrm>
            <a:custGeom>
              <a:avLst/>
              <a:gdLst>
                <a:gd name="T0" fmla="*/ 0 w 3"/>
                <a:gd name="T1" fmla="*/ 8 h 3"/>
                <a:gd name="T2" fmla="*/ 8 w 3"/>
                <a:gd name="T3" fmla="*/ 24 h 3"/>
                <a:gd name="T4" fmla="*/ 16 w 3"/>
                <a:gd name="T5" fmla="*/ 0 h 3"/>
                <a:gd name="T6" fmla="*/ 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3" y="1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43" name="Freeform 4722">
              <a:extLst>
                <a:ext uri="{FF2B5EF4-FFF2-40B4-BE49-F238E27FC236}">
                  <a16:creationId xmlns:a16="http://schemas.microsoft.com/office/drawing/2014/main" id="{A5FF979C-7C8D-4C6F-AD5C-1AE21F497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207"/>
              <a:ext cx="7" cy="10"/>
            </a:xfrm>
            <a:custGeom>
              <a:avLst/>
              <a:gdLst>
                <a:gd name="T0" fmla="*/ 0 w 4"/>
                <a:gd name="T1" fmla="*/ 8 h 5"/>
                <a:gd name="T2" fmla="*/ 7 w 4"/>
                <a:gd name="T3" fmla="*/ 40 h 5"/>
                <a:gd name="T4" fmla="*/ 7 w 4"/>
                <a:gd name="T5" fmla="*/ 8 h 5"/>
                <a:gd name="T6" fmla="*/ 7 w 4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4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44" name="Freeform 4723">
              <a:extLst>
                <a:ext uri="{FF2B5EF4-FFF2-40B4-BE49-F238E27FC236}">
                  <a16:creationId xmlns:a16="http://schemas.microsoft.com/office/drawing/2014/main" id="{0B75CC83-7BAE-4B87-BD67-C512E4D56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193"/>
              <a:ext cx="6" cy="5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13 h 3"/>
                <a:gd name="T4" fmla="*/ 8 w 3"/>
                <a:gd name="T5" fmla="*/ 0 h 3"/>
                <a:gd name="T6" fmla="*/ 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3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45" name="Freeform 4724">
              <a:extLst>
                <a:ext uri="{FF2B5EF4-FFF2-40B4-BE49-F238E27FC236}">
                  <a16:creationId xmlns:a16="http://schemas.microsoft.com/office/drawing/2014/main" id="{09E1BEC2-801C-4370-B070-8017851E8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245"/>
              <a:ext cx="17" cy="9"/>
            </a:xfrm>
            <a:custGeom>
              <a:avLst/>
              <a:gdLst>
                <a:gd name="T0" fmla="*/ 32 w 9"/>
                <a:gd name="T1" fmla="*/ 7 h 5"/>
                <a:gd name="T2" fmla="*/ 40 w 9"/>
                <a:gd name="T3" fmla="*/ 0 h 5"/>
                <a:gd name="T4" fmla="*/ 32 w 9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5" y="1"/>
                  </a:moveTo>
                  <a:cubicBezTo>
                    <a:pt x="0" y="5"/>
                    <a:pt x="9" y="4"/>
                    <a:pt x="6" y="0"/>
                  </a:cubicBezTo>
                  <a:cubicBezTo>
                    <a:pt x="4" y="0"/>
                    <a:pt x="5" y="1"/>
                    <a:pt x="5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46" name="Freeform 4725">
              <a:extLst>
                <a:ext uri="{FF2B5EF4-FFF2-40B4-BE49-F238E27FC236}">
                  <a16:creationId xmlns:a16="http://schemas.microsoft.com/office/drawing/2014/main" id="{0B586802-6DA0-453E-A197-240A5C648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265"/>
              <a:ext cx="7" cy="8"/>
            </a:xfrm>
            <a:custGeom>
              <a:avLst/>
              <a:gdLst>
                <a:gd name="T0" fmla="*/ 12 w 4"/>
                <a:gd name="T1" fmla="*/ 0 h 4"/>
                <a:gd name="T2" fmla="*/ 7 w 4"/>
                <a:gd name="T3" fmla="*/ 32 h 4"/>
                <a:gd name="T4" fmla="*/ 12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4" y="4"/>
                    <a:pt x="4" y="1"/>
                    <a:pt x="2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47" name="Freeform 4726">
              <a:extLst>
                <a:ext uri="{FF2B5EF4-FFF2-40B4-BE49-F238E27FC236}">
                  <a16:creationId xmlns:a16="http://schemas.microsoft.com/office/drawing/2014/main" id="{E551C886-2A35-4E19-A143-DBDB3E7E3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318"/>
              <a:ext cx="2" cy="7"/>
            </a:xfrm>
            <a:custGeom>
              <a:avLst/>
              <a:gdLst>
                <a:gd name="T0" fmla="*/ 0 w 1"/>
                <a:gd name="T1" fmla="*/ 7 h 4"/>
                <a:gd name="T2" fmla="*/ 0 w 1"/>
                <a:gd name="T3" fmla="*/ 21 h 4"/>
                <a:gd name="T4" fmla="*/ 8 w 1"/>
                <a:gd name="T5" fmla="*/ 0 h 4"/>
                <a:gd name="T6" fmla="*/ 0 w 1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1" y="3"/>
                    <a:pt x="1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48" name="Freeform 4727">
              <a:extLst>
                <a:ext uri="{FF2B5EF4-FFF2-40B4-BE49-F238E27FC236}">
                  <a16:creationId xmlns:a16="http://schemas.microsoft.com/office/drawing/2014/main" id="{8A30B5A3-3481-4A16-880D-BCA4D6DDD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086"/>
              <a:ext cx="12" cy="15"/>
            </a:xfrm>
            <a:custGeom>
              <a:avLst/>
              <a:gdLst>
                <a:gd name="T0" fmla="*/ 16 w 6"/>
                <a:gd name="T1" fmla="*/ 28 h 8"/>
                <a:gd name="T2" fmla="*/ 8 w 6"/>
                <a:gd name="T3" fmla="*/ 53 h 8"/>
                <a:gd name="T4" fmla="*/ 8 w 6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0" y="5"/>
                    <a:pt x="0" y="6"/>
                    <a:pt x="1" y="8"/>
                  </a:cubicBezTo>
                  <a:cubicBezTo>
                    <a:pt x="6" y="8"/>
                    <a:pt x="4" y="0"/>
                    <a:pt x="1" y="4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49" name="Freeform 4728">
              <a:extLst>
                <a:ext uri="{FF2B5EF4-FFF2-40B4-BE49-F238E27FC236}">
                  <a16:creationId xmlns:a16="http://schemas.microsoft.com/office/drawing/2014/main" id="{744C72E2-E41B-4DDC-A29C-2433E0DF6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3106"/>
              <a:ext cx="11" cy="8"/>
            </a:xfrm>
            <a:custGeom>
              <a:avLst/>
              <a:gdLst>
                <a:gd name="T0" fmla="*/ 20 w 6"/>
                <a:gd name="T1" fmla="*/ 8 h 4"/>
                <a:gd name="T2" fmla="*/ 20 w 6"/>
                <a:gd name="T3" fmla="*/ 32 h 4"/>
                <a:gd name="T4" fmla="*/ 24 w 6"/>
                <a:gd name="T5" fmla="*/ 0 h 4"/>
                <a:gd name="T6" fmla="*/ 20 w 6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1" y="1"/>
                    <a:pt x="0" y="4"/>
                    <a:pt x="3" y="4"/>
                  </a:cubicBezTo>
                  <a:cubicBezTo>
                    <a:pt x="5" y="4"/>
                    <a:pt x="6" y="1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50" name="Freeform 4729">
              <a:extLst>
                <a:ext uri="{FF2B5EF4-FFF2-40B4-BE49-F238E27FC236}">
                  <a16:creationId xmlns:a16="http://schemas.microsoft.com/office/drawing/2014/main" id="{BDC23192-1463-4067-BC4E-2D8C7DA1D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114"/>
              <a:ext cx="6" cy="7"/>
            </a:xfrm>
            <a:custGeom>
              <a:avLst/>
              <a:gdLst>
                <a:gd name="T0" fmla="*/ 0 w 3"/>
                <a:gd name="T1" fmla="*/ 12 h 4"/>
                <a:gd name="T2" fmla="*/ 8 w 3"/>
                <a:gd name="T3" fmla="*/ 21 h 4"/>
                <a:gd name="T4" fmla="*/ 8 w 3"/>
                <a:gd name="T5" fmla="*/ 0 h 4"/>
                <a:gd name="T6" fmla="*/ 0 w 3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3"/>
                    <a:pt x="3" y="1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51" name="Freeform 4730">
              <a:extLst>
                <a:ext uri="{FF2B5EF4-FFF2-40B4-BE49-F238E27FC236}">
                  <a16:creationId xmlns:a16="http://schemas.microsoft.com/office/drawing/2014/main" id="{DDC9E86B-97B2-4695-B54C-E4ADC4567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944"/>
              <a:ext cx="9" cy="13"/>
            </a:xfrm>
            <a:custGeom>
              <a:avLst/>
              <a:gdLst>
                <a:gd name="T0" fmla="*/ 0 w 5"/>
                <a:gd name="T1" fmla="*/ 13 h 7"/>
                <a:gd name="T2" fmla="*/ 16 w 5"/>
                <a:gd name="T3" fmla="*/ 45 h 7"/>
                <a:gd name="T4" fmla="*/ 7 w 5"/>
                <a:gd name="T5" fmla="*/ 0 h 7"/>
                <a:gd name="T6" fmla="*/ 7 w 5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4"/>
                    <a:pt x="1" y="6"/>
                    <a:pt x="3" y="7"/>
                  </a:cubicBezTo>
                  <a:cubicBezTo>
                    <a:pt x="5" y="5"/>
                    <a:pt x="4" y="1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52" name="Freeform 4731">
              <a:extLst>
                <a:ext uri="{FF2B5EF4-FFF2-40B4-BE49-F238E27FC236}">
                  <a16:creationId xmlns:a16="http://schemas.microsoft.com/office/drawing/2014/main" id="{FD281B61-8366-4587-B068-A261FD738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951"/>
              <a:ext cx="7" cy="6"/>
            </a:xfrm>
            <a:custGeom>
              <a:avLst/>
              <a:gdLst>
                <a:gd name="T0" fmla="*/ 7 w 4"/>
                <a:gd name="T1" fmla="*/ 0 h 3"/>
                <a:gd name="T2" fmla="*/ 12 w 4"/>
                <a:gd name="T3" fmla="*/ 24 h 3"/>
                <a:gd name="T4" fmla="*/ 7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4" y="2"/>
                    <a:pt x="2" y="0"/>
                    <a:pt x="1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53" name="Freeform 4732">
              <a:extLst>
                <a:ext uri="{FF2B5EF4-FFF2-40B4-BE49-F238E27FC236}">
                  <a16:creationId xmlns:a16="http://schemas.microsoft.com/office/drawing/2014/main" id="{DEB24EF1-6472-4568-B8F8-6AA3FCF16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964"/>
              <a:ext cx="20" cy="11"/>
            </a:xfrm>
            <a:custGeom>
              <a:avLst/>
              <a:gdLst>
                <a:gd name="T0" fmla="*/ 24 w 11"/>
                <a:gd name="T1" fmla="*/ 7 h 6"/>
                <a:gd name="T2" fmla="*/ 29 w 11"/>
                <a:gd name="T3" fmla="*/ 0 h 6"/>
                <a:gd name="T4" fmla="*/ 29 w 11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4" y="1"/>
                  </a:moveTo>
                  <a:cubicBezTo>
                    <a:pt x="0" y="6"/>
                    <a:pt x="11" y="4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54" name="Freeform 4733">
              <a:extLst>
                <a:ext uri="{FF2B5EF4-FFF2-40B4-BE49-F238E27FC236}">
                  <a16:creationId xmlns:a16="http://schemas.microsoft.com/office/drawing/2014/main" id="{D441013B-B1E7-4B9C-9F52-A9FB57D3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966"/>
              <a:ext cx="3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4 h 3"/>
                <a:gd name="T4" fmla="*/ 5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55" name="Freeform 4734">
              <a:extLst>
                <a:ext uri="{FF2B5EF4-FFF2-40B4-BE49-F238E27FC236}">
                  <a16:creationId xmlns:a16="http://schemas.microsoft.com/office/drawing/2014/main" id="{90AE8308-CAE8-4FCC-AC82-136CE64EB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2850"/>
              <a:ext cx="7" cy="11"/>
            </a:xfrm>
            <a:custGeom>
              <a:avLst/>
              <a:gdLst>
                <a:gd name="T0" fmla="*/ 7 w 4"/>
                <a:gd name="T1" fmla="*/ 7 h 6"/>
                <a:gd name="T2" fmla="*/ 12 w 4"/>
                <a:gd name="T3" fmla="*/ 31 h 6"/>
                <a:gd name="T4" fmla="*/ 7 w 4"/>
                <a:gd name="T5" fmla="*/ 0 h 6"/>
                <a:gd name="T6" fmla="*/ 7 w 4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6"/>
                    <a:pt x="2" y="5"/>
                  </a:cubicBezTo>
                  <a:cubicBezTo>
                    <a:pt x="4" y="4"/>
                    <a:pt x="3" y="1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56" name="Freeform 4735">
              <a:extLst>
                <a:ext uri="{FF2B5EF4-FFF2-40B4-BE49-F238E27FC236}">
                  <a16:creationId xmlns:a16="http://schemas.microsoft.com/office/drawing/2014/main" id="{69C78BEC-4668-4E6E-9990-99942B587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837"/>
              <a:ext cx="8" cy="11"/>
            </a:xfrm>
            <a:custGeom>
              <a:avLst/>
              <a:gdLst>
                <a:gd name="T0" fmla="*/ 0 w 4"/>
                <a:gd name="T1" fmla="*/ 20 h 6"/>
                <a:gd name="T2" fmla="*/ 24 w 4"/>
                <a:gd name="T3" fmla="*/ 31 h 6"/>
                <a:gd name="T4" fmla="*/ 0 w 4"/>
                <a:gd name="T5" fmla="*/ 3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6"/>
                    <a:pt x="1" y="6"/>
                    <a:pt x="3" y="5"/>
                  </a:cubicBezTo>
                  <a:cubicBezTo>
                    <a:pt x="4" y="5"/>
                    <a:pt x="1" y="0"/>
                    <a:pt x="0" y="5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57" name="Freeform 4736">
              <a:extLst>
                <a:ext uri="{FF2B5EF4-FFF2-40B4-BE49-F238E27FC236}">
                  <a16:creationId xmlns:a16="http://schemas.microsoft.com/office/drawing/2014/main" id="{18F986AA-8883-4BC2-BC70-503513EB8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837"/>
              <a:ext cx="20" cy="13"/>
            </a:xfrm>
            <a:custGeom>
              <a:avLst/>
              <a:gdLst>
                <a:gd name="T0" fmla="*/ 24 w 11"/>
                <a:gd name="T1" fmla="*/ 13 h 7"/>
                <a:gd name="T2" fmla="*/ 29 w 11"/>
                <a:gd name="T3" fmla="*/ 0 h 7"/>
                <a:gd name="T4" fmla="*/ 24 w 11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4" y="2"/>
                  </a:moveTo>
                  <a:cubicBezTo>
                    <a:pt x="0" y="7"/>
                    <a:pt x="11" y="3"/>
                    <a:pt x="5" y="0"/>
                  </a:cubicBezTo>
                  <a:cubicBezTo>
                    <a:pt x="4" y="1"/>
                    <a:pt x="3" y="2"/>
                    <a:pt x="4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58" name="Freeform 4737">
              <a:extLst>
                <a:ext uri="{FF2B5EF4-FFF2-40B4-BE49-F238E27FC236}">
                  <a16:creationId xmlns:a16="http://schemas.microsoft.com/office/drawing/2014/main" id="{4DFA7A18-13F8-47FD-8188-64E9885F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897"/>
              <a:ext cx="6" cy="11"/>
            </a:xfrm>
            <a:custGeom>
              <a:avLst/>
              <a:gdLst>
                <a:gd name="T0" fmla="*/ 0 w 3"/>
                <a:gd name="T1" fmla="*/ 13 h 6"/>
                <a:gd name="T2" fmla="*/ 8 w 3"/>
                <a:gd name="T3" fmla="*/ 37 h 6"/>
                <a:gd name="T4" fmla="*/ 8 w 3"/>
                <a:gd name="T5" fmla="*/ 0 h 6"/>
                <a:gd name="T6" fmla="*/ 8 w 3"/>
                <a:gd name="T7" fmla="*/ 24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0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3" y="5"/>
                    <a:pt x="3" y="1"/>
                    <a:pt x="1" y="0"/>
                  </a:cubicBez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59" name="Freeform 4738">
              <a:extLst>
                <a:ext uri="{FF2B5EF4-FFF2-40B4-BE49-F238E27FC236}">
                  <a16:creationId xmlns:a16="http://schemas.microsoft.com/office/drawing/2014/main" id="{B9C8A206-E48B-436A-93A9-8BFFF72EE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901"/>
              <a:ext cx="5" cy="5"/>
            </a:xfrm>
            <a:custGeom>
              <a:avLst/>
              <a:gdLst>
                <a:gd name="T0" fmla="*/ 0 w 3"/>
                <a:gd name="T1" fmla="*/ 5 h 3"/>
                <a:gd name="T2" fmla="*/ 5 w 3"/>
                <a:gd name="T3" fmla="*/ 13 h 3"/>
                <a:gd name="T4" fmla="*/ 8 w 3"/>
                <a:gd name="T5" fmla="*/ 0 h 3"/>
                <a:gd name="T6" fmla="*/ 5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60" name="Freeform 4739">
              <a:extLst>
                <a:ext uri="{FF2B5EF4-FFF2-40B4-BE49-F238E27FC236}">
                  <a16:creationId xmlns:a16="http://schemas.microsoft.com/office/drawing/2014/main" id="{472633FA-D2BF-4C15-B2AF-2E1DD5ED8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891"/>
              <a:ext cx="4" cy="6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24 h 3"/>
                <a:gd name="T4" fmla="*/ 0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0"/>
                    <a:pt x="0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61" name="Freeform 4740">
              <a:extLst>
                <a:ext uri="{FF2B5EF4-FFF2-40B4-BE49-F238E27FC236}">
                  <a16:creationId xmlns:a16="http://schemas.microsoft.com/office/drawing/2014/main" id="{FF9D55FF-DED2-4178-AF3C-FFDCEF32C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869"/>
              <a:ext cx="10" cy="9"/>
            </a:xfrm>
            <a:custGeom>
              <a:avLst/>
              <a:gdLst>
                <a:gd name="T0" fmla="*/ 16 w 5"/>
                <a:gd name="T1" fmla="*/ 0 h 5"/>
                <a:gd name="T2" fmla="*/ 24 w 5"/>
                <a:gd name="T3" fmla="*/ 29 h 5"/>
                <a:gd name="T4" fmla="*/ 16 w 5"/>
                <a:gd name="T5" fmla="*/ 0 h 5"/>
                <a:gd name="T6" fmla="*/ 16 w 5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5"/>
                    <a:pt x="3" y="5"/>
                  </a:cubicBezTo>
                  <a:cubicBezTo>
                    <a:pt x="5" y="4"/>
                    <a:pt x="5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62" name="Freeform 4741">
              <a:extLst>
                <a:ext uri="{FF2B5EF4-FFF2-40B4-BE49-F238E27FC236}">
                  <a16:creationId xmlns:a16="http://schemas.microsoft.com/office/drawing/2014/main" id="{87AFB0C1-9607-4EEE-A9B4-7FDB62564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878"/>
              <a:ext cx="5" cy="6"/>
            </a:xfrm>
            <a:custGeom>
              <a:avLst/>
              <a:gdLst>
                <a:gd name="T0" fmla="*/ 5 w 3"/>
                <a:gd name="T1" fmla="*/ 0 h 3"/>
                <a:gd name="T2" fmla="*/ 8 w 3"/>
                <a:gd name="T3" fmla="*/ 24 h 3"/>
                <a:gd name="T4" fmla="*/ 8 w 3"/>
                <a:gd name="T5" fmla="*/ 0 h 3"/>
                <a:gd name="T6" fmla="*/ 5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63" name="Freeform 4742">
              <a:extLst>
                <a:ext uri="{FF2B5EF4-FFF2-40B4-BE49-F238E27FC236}">
                  <a16:creationId xmlns:a16="http://schemas.microsoft.com/office/drawing/2014/main" id="{9C3D503F-AC7F-4FD4-B24D-834C375B0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914"/>
              <a:ext cx="15" cy="7"/>
            </a:xfrm>
            <a:custGeom>
              <a:avLst/>
              <a:gdLst>
                <a:gd name="T0" fmla="*/ 32 w 8"/>
                <a:gd name="T1" fmla="*/ 0 h 4"/>
                <a:gd name="T2" fmla="*/ 32 w 8"/>
                <a:gd name="T3" fmla="*/ 0 h 4"/>
                <a:gd name="T4" fmla="*/ 28 w 8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5" y="0"/>
                  </a:moveTo>
                  <a:cubicBezTo>
                    <a:pt x="0" y="3"/>
                    <a:pt x="8" y="4"/>
                    <a:pt x="5" y="0"/>
                  </a:cubicBezTo>
                  <a:cubicBezTo>
                    <a:pt x="4" y="1"/>
                    <a:pt x="4" y="1"/>
                    <a:pt x="4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64" name="Freeform 4743">
              <a:extLst>
                <a:ext uri="{FF2B5EF4-FFF2-40B4-BE49-F238E27FC236}">
                  <a16:creationId xmlns:a16="http://schemas.microsoft.com/office/drawing/2014/main" id="{615B6965-4D90-4977-8ADC-625EFBD97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784"/>
              <a:ext cx="10" cy="10"/>
            </a:xfrm>
            <a:custGeom>
              <a:avLst/>
              <a:gdLst>
                <a:gd name="T0" fmla="*/ 8 w 5"/>
                <a:gd name="T1" fmla="*/ 16 h 5"/>
                <a:gd name="T2" fmla="*/ 24 w 5"/>
                <a:gd name="T3" fmla="*/ 32 h 5"/>
                <a:gd name="T4" fmla="*/ 16 w 5"/>
                <a:gd name="T5" fmla="*/ 0 h 5"/>
                <a:gd name="T6" fmla="*/ 16 w 5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5" y="3"/>
                    <a:pt x="3" y="0"/>
                    <a:pt x="2" y="0"/>
                  </a:cubicBez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65" name="Freeform 4744">
              <a:extLst>
                <a:ext uri="{FF2B5EF4-FFF2-40B4-BE49-F238E27FC236}">
                  <a16:creationId xmlns:a16="http://schemas.microsoft.com/office/drawing/2014/main" id="{4207DF52-8D05-42DD-A26B-22AEE05B8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032"/>
              <a:ext cx="11" cy="11"/>
            </a:xfrm>
            <a:custGeom>
              <a:avLst/>
              <a:gdLst>
                <a:gd name="T0" fmla="*/ 20 w 6"/>
                <a:gd name="T1" fmla="*/ 7 h 6"/>
                <a:gd name="T2" fmla="*/ 24 w 6"/>
                <a:gd name="T3" fmla="*/ 31 h 6"/>
                <a:gd name="T4" fmla="*/ 24 w 6"/>
                <a:gd name="T5" fmla="*/ 0 h 6"/>
                <a:gd name="T6" fmla="*/ 24 w 6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0" y="1"/>
                    <a:pt x="2" y="6"/>
                    <a:pt x="4" y="5"/>
                  </a:cubicBezTo>
                  <a:cubicBezTo>
                    <a:pt x="6" y="4"/>
                    <a:pt x="6" y="1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66" name="Freeform 4745">
              <a:extLst>
                <a:ext uri="{FF2B5EF4-FFF2-40B4-BE49-F238E27FC236}">
                  <a16:creationId xmlns:a16="http://schemas.microsoft.com/office/drawing/2014/main" id="{594A31F9-8131-4F00-A03E-E5585CF25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970"/>
              <a:ext cx="6" cy="9"/>
            </a:xfrm>
            <a:custGeom>
              <a:avLst/>
              <a:gdLst>
                <a:gd name="T0" fmla="*/ 8 w 3"/>
                <a:gd name="T1" fmla="*/ 7 h 5"/>
                <a:gd name="T2" fmla="*/ 0 w 3"/>
                <a:gd name="T3" fmla="*/ 16 h 5"/>
                <a:gd name="T4" fmla="*/ 16 w 3"/>
                <a:gd name="T5" fmla="*/ 0 h 5"/>
                <a:gd name="T6" fmla="*/ 16 w 3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5"/>
                    <a:pt x="3" y="2"/>
                    <a:pt x="2" y="0"/>
                  </a:cubicBez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67" name="Freeform 4746">
              <a:extLst>
                <a:ext uri="{FF2B5EF4-FFF2-40B4-BE49-F238E27FC236}">
                  <a16:creationId xmlns:a16="http://schemas.microsoft.com/office/drawing/2014/main" id="{117A2709-1536-4918-B379-23E449C78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080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4 h 3"/>
                <a:gd name="T4" fmla="*/ 8 w 2"/>
                <a:gd name="T5" fmla="*/ 0 h 3"/>
                <a:gd name="T6" fmla="*/ 0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68" name="Freeform 4747">
              <a:extLst>
                <a:ext uri="{FF2B5EF4-FFF2-40B4-BE49-F238E27FC236}">
                  <a16:creationId xmlns:a16="http://schemas.microsoft.com/office/drawing/2014/main" id="{DF2A8A0D-CE3B-4837-B1B6-5635FD132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060"/>
              <a:ext cx="19" cy="11"/>
            </a:xfrm>
            <a:custGeom>
              <a:avLst/>
              <a:gdLst>
                <a:gd name="T0" fmla="*/ 29 w 10"/>
                <a:gd name="T1" fmla="*/ 7 h 6"/>
                <a:gd name="T2" fmla="*/ 29 w 10"/>
                <a:gd name="T3" fmla="*/ 0 h 6"/>
                <a:gd name="T4" fmla="*/ 29 w 10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4" y="1"/>
                  </a:moveTo>
                  <a:cubicBezTo>
                    <a:pt x="0" y="6"/>
                    <a:pt x="10" y="1"/>
                    <a:pt x="4" y="0"/>
                  </a:cubicBezTo>
                  <a:cubicBezTo>
                    <a:pt x="3" y="1"/>
                    <a:pt x="4" y="1"/>
                    <a:pt x="4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69" name="Freeform 4748">
              <a:extLst>
                <a:ext uri="{FF2B5EF4-FFF2-40B4-BE49-F238E27FC236}">
                  <a16:creationId xmlns:a16="http://schemas.microsoft.com/office/drawing/2014/main" id="{FFC2FCAA-669E-4D6E-98DD-889D4D0B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230"/>
              <a:ext cx="11" cy="9"/>
            </a:xfrm>
            <a:custGeom>
              <a:avLst/>
              <a:gdLst>
                <a:gd name="T0" fmla="*/ 20 w 6"/>
                <a:gd name="T1" fmla="*/ 7 h 5"/>
                <a:gd name="T2" fmla="*/ 24 w 6"/>
                <a:gd name="T3" fmla="*/ 23 h 5"/>
                <a:gd name="T4" fmla="*/ 20 w 6"/>
                <a:gd name="T5" fmla="*/ 0 h 5"/>
                <a:gd name="T6" fmla="*/ 20 w 6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3"/>
                    <a:pt x="5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70" name="Freeform 4749">
              <a:extLst>
                <a:ext uri="{FF2B5EF4-FFF2-40B4-BE49-F238E27FC236}">
                  <a16:creationId xmlns:a16="http://schemas.microsoft.com/office/drawing/2014/main" id="{98EA49FB-27D5-43F7-920D-32CE7410A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3327"/>
              <a:ext cx="56" cy="68"/>
            </a:xfrm>
            <a:custGeom>
              <a:avLst/>
              <a:gdLst>
                <a:gd name="T0" fmla="*/ 0 w 30"/>
                <a:gd name="T1" fmla="*/ 15 h 36"/>
                <a:gd name="T2" fmla="*/ 121 w 30"/>
                <a:gd name="T3" fmla="*/ 108 h 36"/>
                <a:gd name="T4" fmla="*/ 189 w 30"/>
                <a:gd name="T5" fmla="*/ 168 h 36"/>
                <a:gd name="T6" fmla="*/ 136 w 30"/>
                <a:gd name="T7" fmla="*/ 32 h 36"/>
                <a:gd name="T8" fmla="*/ 105 w 3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0" y="2"/>
                  </a:moveTo>
                  <a:cubicBezTo>
                    <a:pt x="9" y="10"/>
                    <a:pt x="12" y="6"/>
                    <a:pt x="19" y="16"/>
                  </a:cubicBezTo>
                  <a:cubicBezTo>
                    <a:pt x="26" y="27"/>
                    <a:pt x="30" y="36"/>
                    <a:pt x="29" y="25"/>
                  </a:cubicBezTo>
                  <a:cubicBezTo>
                    <a:pt x="29" y="14"/>
                    <a:pt x="24" y="8"/>
                    <a:pt x="21" y="5"/>
                  </a:cubicBezTo>
                  <a:cubicBezTo>
                    <a:pt x="18" y="1"/>
                    <a:pt x="16" y="0"/>
                    <a:pt x="16" y="0"/>
                  </a:cubicBezTo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71" name="Freeform 4750">
              <a:extLst>
                <a:ext uri="{FF2B5EF4-FFF2-40B4-BE49-F238E27FC236}">
                  <a16:creationId xmlns:a16="http://schemas.microsoft.com/office/drawing/2014/main" id="{A6D99BAA-8327-4504-9CA0-C26EBCA9D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3327"/>
              <a:ext cx="56" cy="68"/>
            </a:xfrm>
            <a:custGeom>
              <a:avLst/>
              <a:gdLst>
                <a:gd name="T0" fmla="*/ 0 w 30"/>
                <a:gd name="T1" fmla="*/ 15 h 36"/>
                <a:gd name="T2" fmla="*/ 121 w 30"/>
                <a:gd name="T3" fmla="*/ 108 h 36"/>
                <a:gd name="T4" fmla="*/ 189 w 30"/>
                <a:gd name="T5" fmla="*/ 168 h 36"/>
                <a:gd name="T6" fmla="*/ 136 w 30"/>
                <a:gd name="T7" fmla="*/ 32 h 36"/>
                <a:gd name="T8" fmla="*/ 105 w 3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0" y="2"/>
                  </a:moveTo>
                  <a:cubicBezTo>
                    <a:pt x="9" y="10"/>
                    <a:pt x="12" y="6"/>
                    <a:pt x="19" y="16"/>
                  </a:cubicBezTo>
                  <a:cubicBezTo>
                    <a:pt x="26" y="27"/>
                    <a:pt x="30" y="36"/>
                    <a:pt x="29" y="25"/>
                  </a:cubicBezTo>
                  <a:cubicBezTo>
                    <a:pt x="29" y="14"/>
                    <a:pt x="24" y="8"/>
                    <a:pt x="21" y="5"/>
                  </a:cubicBezTo>
                  <a:cubicBezTo>
                    <a:pt x="18" y="1"/>
                    <a:pt x="16" y="0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72" name="Freeform 4751">
              <a:extLst>
                <a:ext uri="{FF2B5EF4-FFF2-40B4-BE49-F238E27FC236}">
                  <a16:creationId xmlns:a16="http://schemas.microsoft.com/office/drawing/2014/main" id="{760CCCBE-6A21-41F6-8921-55F5EC7C6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333"/>
              <a:ext cx="26" cy="34"/>
            </a:xfrm>
            <a:custGeom>
              <a:avLst/>
              <a:gdLst>
                <a:gd name="T0" fmla="*/ 0 w 14"/>
                <a:gd name="T1" fmla="*/ 28 h 18"/>
                <a:gd name="T2" fmla="*/ 37 w 14"/>
                <a:gd name="T3" fmla="*/ 81 h 18"/>
                <a:gd name="T4" fmla="*/ 65 w 14"/>
                <a:gd name="T5" fmla="*/ 100 h 18"/>
                <a:gd name="T6" fmla="*/ 32 w 14"/>
                <a:gd name="T7" fmla="*/ 40 h 18"/>
                <a:gd name="T8" fmla="*/ 7 w 14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0" y="4"/>
                  </a:moveTo>
                  <a:cubicBezTo>
                    <a:pt x="2" y="7"/>
                    <a:pt x="4" y="9"/>
                    <a:pt x="6" y="12"/>
                  </a:cubicBezTo>
                  <a:cubicBezTo>
                    <a:pt x="7" y="13"/>
                    <a:pt x="8" y="18"/>
                    <a:pt x="10" y="15"/>
                  </a:cubicBezTo>
                  <a:cubicBezTo>
                    <a:pt x="14" y="11"/>
                    <a:pt x="7" y="8"/>
                    <a:pt x="5" y="6"/>
                  </a:cubicBezTo>
                  <a:cubicBezTo>
                    <a:pt x="4" y="4"/>
                    <a:pt x="4" y="0"/>
                    <a:pt x="1" y="3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73" name="Freeform 4752">
              <a:extLst>
                <a:ext uri="{FF2B5EF4-FFF2-40B4-BE49-F238E27FC236}">
                  <a16:creationId xmlns:a16="http://schemas.microsoft.com/office/drawing/2014/main" id="{D6368CEA-7A28-4E47-A02D-63A57E71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338"/>
              <a:ext cx="15" cy="10"/>
            </a:xfrm>
            <a:custGeom>
              <a:avLst/>
              <a:gdLst>
                <a:gd name="T0" fmla="*/ 21 w 8"/>
                <a:gd name="T1" fmla="*/ 8 h 5"/>
                <a:gd name="T2" fmla="*/ 28 w 8"/>
                <a:gd name="T3" fmla="*/ 0 h 5"/>
                <a:gd name="T4" fmla="*/ 28 w 8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1"/>
                  </a:moveTo>
                  <a:cubicBezTo>
                    <a:pt x="0" y="5"/>
                    <a:pt x="8" y="3"/>
                    <a:pt x="4" y="0"/>
                  </a:cubicBezTo>
                  <a:cubicBezTo>
                    <a:pt x="3" y="1"/>
                    <a:pt x="4" y="1"/>
                    <a:pt x="4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74" name="Freeform 4753">
              <a:extLst>
                <a:ext uri="{FF2B5EF4-FFF2-40B4-BE49-F238E27FC236}">
                  <a16:creationId xmlns:a16="http://schemas.microsoft.com/office/drawing/2014/main" id="{D4A0904B-FCAE-46DD-ACED-AAF336631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3352"/>
              <a:ext cx="9" cy="9"/>
            </a:xfrm>
            <a:custGeom>
              <a:avLst/>
              <a:gdLst>
                <a:gd name="T0" fmla="*/ 7 w 5"/>
                <a:gd name="T1" fmla="*/ 0 h 5"/>
                <a:gd name="T2" fmla="*/ 13 w 5"/>
                <a:gd name="T3" fmla="*/ 29 h 5"/>
                <a:gd name="T4" fmla="*/ 16 w 5"/>
                <a:gd name="T5" fmla="*/ 0 h 5"/>
                <a:gd name="T6" fmla="*/ 7 w 5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5" y="5"/>
                    <a:pt x="5" y="2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75" name="Freeform 4754">
              <a:extLst>
                <a:ext uri="{FF2B5EF4-FFF2-40B4-BE49-F238E27FC236}">
                  <a16:creationId xmlns:a16="http://schemas.microsoft.com/office/drawing/2014/main" id="{DC9EB65A-4B61-4C99-94EB-7B3A74E18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365"/>
              <a:ext cx="6" cy="7"/>
            </a:xfrm>
            <a:custGeom>
              <a:avLst/>
              <a:gdLst>
                <a:gd name="T0" fmla="*/ 0 w 3"/>
                <a:gd name="T1" fmla="*/ 7 h 4"/>
                <a:gd name="T2" fmla="*/ 16 w 3"/>
                <a:gd name="T3" fmla="*/ 21 h 4"/>
                <a:gd name="T4" fmla="*/ 16 w 3"/>
                <a:gd name="T5" fmla="*/ 0 h 4"/>
                <a:gd name="T6" fmla="*/ 8 w 3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2" y="1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76" name="Freeform 4755">
              <a:extLst>
                <a:ext uri="{FF2B5EF4-FFF2-40B4-BE49-F238E27FC236}">
                  <a16:creationId xmlns:a16="http://schemas.microsoft.com/office/drawing/2014/main" id="{8932725C-1AB6-4CA4-8EED-35910E757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724"/>
              <a:ext cx="499" cy="243"/>
            </a:xfrm>
            <a:custGeom>
              <a:avLst/>
              <a:gdLst>
                <a:gd name="T0" fmla="*/ 1744 w 267"/>
                <a:gd name="T1" fmla="*/ 0 h 130"/>
                <a:gd name="T2" fmla="*/ 869 w 267"/>
                <a:gd name="T3" fmla="*/ 849 h 130"/>
                <a:gd name="T4" fmla="*/ 0 w 267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130">
                  <a:moveTo>
                    <a:pt x="267" y="0"/>
                  </a:moveTo>
                  <a:cubicBezTo>
                    <a:pt x="267" y="72"/>
                    <a:pt x="207" y="130"/>
                    <a:pt x="133" y="130"/>
                  </a:cubicBezTo>
                  <a:cubicBezTo>
                    <a:pt x="60" y="130"/>
                    <a:pt x="0" y="7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77" name="Line 4756">
              <a:extLst>
                <a:ext uri="{FF2B5EF4-FFF2-40B4-BE49-F238E27FC236}">
                  <a16:creationId xmlns:a16="http://schemas.microsoft.com/office/drawing/2014/main" id="{F16D0569-F743-47F6-96E5-7C124566FA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6" y="3724"/>
              <a:ext cx="183" cy="1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78" name="Freeform 4757">
              <a:extLst>
                <a:ext uri="{FF2B5EF4-FFF2-40B4-BE49-F238E27FC236}">
                  <a16:creationId xmlns:a16="http://schemas.microsoft.com/office/drawing/2014/main" id="{41F25381-EA03-4114-A48B-B0B97340E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167"/>
              <a:ext cx="1248" cy="1557"/>
            </a:xfrm>
            <a:custGeom>
              <a:avLst/>
              <a:gdLst>
                <a:gd name="T0" fmla="*/ 4357 w 668"/>
                <a:gd name="T1" fmla="*/ 5453 h 832"/>
                <a:gd name="T2" fmla="*/ 398 w 668"/>
                <a:gd name="T3" fmla="*/ 715 h 832"/>
                <a:gd name="T4" fmla="*/ 0 w 668"/>
                <a:gd name="T5" fmla="*/ 0 h 8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8" h="832">
                  <a:moveTo>
                    <a:pt x="668" y="832"/>
                  </a:moveTo>
                  <a:cubicBezTo>
                    <a:pt x="527" y="337"/>
                    <a:pt x="203" y="252"/>
                    <a:pt x="61" y="109"/>
                  </a:cubicBezTo>
                  <a:cubicBezTo>
                    <a:pt x="32" y="80"/>
                    <a:pt x="13" y="3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79" name="Freeform 4758">
              <a:extLst>
                <a:ext uri="{FF2B5EF4-FFF2-40B4-BE49-F238E27FC236}">
                  <a16:creationId xmlns:a16="http://schemas.microsoft.com/office/drawing/2014/main" id="{65F97200-8D45-4716-9D45-13DD4424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078"/>
              <a:ext cx="400" cy="646"/>
            </a:xfrm>
            <a:custGeom>
              <a:avLst/>
              <a:gdLst>
                <a:gd name="T0" fmla="*/ 7 w 214"/>
                <a:gd name="T1" fmla="*/ 67 h 345"/>
                <a:gd name="T2" fmla="*/ 234 w 214"/>
                <a:gd name="T3" fmla="*/ 217 h 345"/>
                <a:gd name="T4" fmla="*/ 1398 w 214"/>
                <a:gd name="T5" fmla="*/ 2266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" h="345">
                  <a:moveTo>
                    <a:pt x="1" y="10"/>
                  </a:moveTo>
                  <a:cubicBezTo>
                    <a:pt x="0" y="0"/>
                    <a:pt x="11" y="6"/>
                    <a:pt x="36" y="33"/>
                  </a:cubicBezTo>
                  <a:cubicBezTo>
                    <a:pt x="103" y="104"/>
                    <a:pt x="166" y="183"/>
                    <a:pt x="214" y="3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80" name="Freeform 4759">
              <a:extLst>
                <a:ext uri="{FF2B5EF4-FFF2-40B4-BE49-F238E27FC236}">
                  <a16:creationId xmlns:a16="http://schemas.microsoft.com/office/drawing/2014/main" id="{CE47D975-68F4-4C0C-9C92-B6E0E8668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875"/>
              <a:ext cx="1332" cy="1849"/>
            </a:xfrm>
            <a:custGeom>
              <a:avLst/>
              <a:gdLst>
                <a:gd name="T0" fmla="*/ 0 w 713"/>
                <a:gd name="T1" fmla="*/ 0 h 988"/>
                <a:gd name="T2" fmla="*/ 129 w 713"/>
                <a:gd name="T3" fmla="*/ 531 h 988"/>
                <a:gd name="T4" fmla="*/ 286 w 713"/>
                <a:gd name="T5" fmla="*/ 1121 h 988"/>
                <a:gd name="T6" fmla="*/ 377 w 713"/>
                <a:gd name="T7" fmla="*/ 1351 h 988"/>
                <a:gd name="T8" fmla="*/ 405 w 713"/>
                <a:gd name="T9" fmla="*/ 1555 h 988"/>
                <a:gd name="T10" fmla="*/ 639 w 713"/>
                <a:gd name="T11" fmla="*/ 2263 h 988"/>
                <a:gd name="T12" fmla="*/ 1069 w 713"/>
                <a:gd name="T13" fmla="*/ 2766 h 988"/>
                <a:gd name="T14" fmla="*/ 1435 w 713"/>
                <a:gd name="T15" fmla="*/ 2925 h 988"/>
                <a:gd name="T16" fmla="*/ 1696 w 713"/>
                <a:gd name="T17" fmla="*/ 3075 h 988"/>
                <a:gd name="T18" fmla="*/ 1969 w 713"/>
                <a:gd name="T19" fmla="*/ 3180 h 988"/>
                <a:gd name="T20" fmla="*/ 2244 w 713"/>
                <a:gd name="T21" fmla="*/ 3363 h 988"/>
                <a:gd name="T22" fmla="*/ 2793 w 713"/>
                <a:gd name="T23" fmla="*/ 3646 h 988"/>
                <a:gd name="T24" fmla="*/ 3260 w 713"/>
                <a:gd name="T25" fmla="*/ 4070 h 988"/>
                <a:gd name="T26" fmla="*/ 3619 w 713"/>
                <a:gd name="T27" fmla="*/ 4574 h 988"/>
                <a:gd name="T28" fmla="*/ 4192 w 713"/>
                <a:gd name="T29" fmla="*/ 5257 h 988"/>
                <a:gd name="T30" fmla="*/ 4317 w 713"/>
                <a:gd name="T31" fmla="*/ 5807 h 988"/>
                <a:gd name="T32" fmla="*/ 4648 w 713"/>
                <a:gd name="T33" fmla="*/ 6475 h 9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13" h="988">
                  <a:moveTo>
                    <a:pt x="0" y="0"/>
                  </a:moveTo>
                  <a:cubicBezTo>
                    <a:pt x="5" y="25"/>
                    <a:pt x="12" y="52"/>
                    <a:pt x="20" y="81"/>
                  </a:cubicBezTo>
                  <a:cubicBezTo>
                    <a:pt x="26" y="102"/>
                    <a:pt x="43" y="169"/>
                    <a:pt x="44" y="171"/>
                  </a:cubicBezTo>
                  <a:cubicBezTo>
                    <a:pt x="47" y="182"/>
                    <a:pt x="56" y="199"/>
                    <a:pt x="58" y="206"/>
                  </a:cubicBezTo>
                  <a:cubicBezTo>
                    <a:pt x="60" y="215"/>
                    <a:pt x="60" y="229"/>
                    <a:pt x="62" y="237"/>
                  </a:cubicBezTo>
                  <a:cubicBezTo>
                    <a:pt x="68" y="259"/>
                    <a:pt x="88" y="328"/>
                    <a:pt x="98" y="345"/>
                  </a:cubicBezTo>
                  <a:cubicBezTo>
                    <a:pt x="123" y="388"/>
                    <a:pt x="133" y="391"/>
                    <a:pt x="164" y="422"/>
                  </a:cubicBezTo>
                  <a:cubicBezTo>
                    <a:pt x="179" y="438"/>
                    <a:pt x="205" y="434"/>
                    <a:pt x="220" y="446"/>
                  </a:cubicBezTo>
                  <a:cubicBezTo>
                    <a:pt x="233" y="457"/>
                    <a:pt x="247" y="462"/>
                    <a:pt x="260" y="469"/>
                  </a:cubicBezTo>
                  <a:cubicBezTo>
                    <a:pt x="273" y="476"/>
                    <a:pt x="289" y="478"/>
                    <a:pt x="302" y="485"/>
                  </a:cubicBezTo>
                  <a:cubicBezTo>
                    <a:pt x="317" y="493"/>
                    <a:pt x="328" y="506"/>
                    <a:pt x="344" y="513"/>
                  </a:cubicBezTo>
                  <a:cubicBezTo>
                    <a:pt x="373" y="526"/>
                    <a:pt x="399" y="541"/>
                    <a:pt x="428" y="556"/>
                  </a:cubicBezTo>
                  <a:cubicBezTo>
                    <a:pt x="455" y="570"/>
                    <a:pt x="475" y="600"/>
                    <a:pt x="500" y="621"/>
                  </a:cubicBezTo>
                  <a:cubicBezTo>
                    <a:pt x="520" y="638"/>
                    <a:pt x="537" y="674"/>
                    <a:pt x="555" y="698"/>
                  </a:cubicBezTo>
                  <a:cubicBezTo>
                    <a:pt x="584" y="737"/>
                    <a:pt x="606" y="742"/>
                    <a:pt x="643" y="802"/>
                  </a:cubicBezTo>
                  <a:cubicBezTo>
                    <a:pt x="650" y="815"/>
                    <a:pt x="648" y="858"/>
                    <a:pt x="662" y="886"/>
                  </a:cubicBezTo>
                  <a:cubicBezTo>
                    <a:pt x="680" y="925"/>
                    <a:pt x="710" y="960"/>
                    <a:pt x="713" y="98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81" name="Freeform 4760">
              <a:extLst>
                <a:ext uri="{FF2B5EF4-FFF2-40B4-BE49-F238E27FC236}">
                  <a16:creationId xmlns:a16="http://schemas.microsoft.com/office/drawing/2014/main" id="{666C9900-D6E8-47F3-9BC0-930837ADC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783"/>
              <a:ext cx="919" cy="941"/>
            </a:xfrm>
            <a:custGeom>
              <a:avLst/>
              <a:gdLst>
                <a:gd name="T0" fmla="*/ 353 w 492"/>
                <a:gd name="T1" fmla="*/ 2292 h 503"/>
                <a:gd name="T2" fmla="*/ 306 w 492"/>
                <a:gd name="T3" fmla="*/ 1977 h 503"/>
                <a:gd name="T4" fmla="*/ 248 w 492"/>
                <a:gd name="T5" fmla="*/ 1616 h 503"/>
                <a:gd name="T6" fmla="*/ 233 w 492"/>
                <a:gd name="T7" fmla="*/ 1263 h 503"/>
                <a:gd name="T8" fmla="*/ 21 w 492"/>
                <a:gd name="T9" fmla="*/ 745 h 503"/>
                <a:gd name="T10" fmla="*/ 398 w 492"/>
                <a:gd name="T11" fmla="*/ 73 h 503"/>
                <a:gd name="T12" fmla="*/ 1061 w 492"/>
                <a:gd name="T13" fmla="*/ 224 h 503"/>
                <a:gd name="T14" fmla="*/ 1375 w 492"/>
                <a:gd name="T15" fmla="*/ 385 h 503"/>
                <a:gd name="T16" fmla="*/ 1636 w 492"/>
                <a:gd name="T17" fmla="*/ 473 h 503"/>
                <a:gd name="T18" fmla="*/ 2156 w 492"/>
                <a:gd name="T19" fmla="*/ 956 h 503"/>
                <a:gd name="T20" fmla="*/ 2628 w 492"/>
                <a:gd name="T21" fmla="*/ 1639 h 503"/>
                <a:gd name="T22" fmla="*/ 2742 w 492"/>
                <a:gd name="T23" fmla="*/ 2022 h 503"/>
                <a:gd name="T24" fmla="*/ 2979 w 492"/>
                <a:gd name="T25" fmla="*/ 2219 h 503"/>
                <a:gd name="T26" fmla="*/ 3095 w 492"/>
                <a:gd name="T27" fmla="*/ 2640 h 503"/>
                <a:gd name="T28" fmla="*/ 3185 w 492"/>
                <a:gd name="T29" fmla="*/ 3293 h 50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2" h="503">
                  <a:moveTo>
                    <a:pt x="54" y="350"/>
                  </a:moveTo>
                  <a:cubicBezTo>
                    <a:pt x="52" y="330"/>
                    <a:pt x="52" y="321"/>
                    <a:pt x="47" y="302"/>
                  </a:cubicBezTo>
                  <a:cubicBezTo>
                    <a:pt x="44" y="288"/>
                    <a:pt x="38" y="262"/>
                    <a:pt x="38" y="247"/>
                  </a:cubicBezTo>
                  <a:cubicBezTo>
                    <a:pt x="37" y="224"/>
                    <a:pt x="51" y="209"/>
                    <a:pt x="36" y="193"/>
                  </a:cubicBezTo>
                  <a:cubicBezTo>
                    <a:pt x="25" y="181"/>
                    <a:pt x="0" y="140"/>
                    <a:pt x="3" y="114"/>
                  </a:cubicBezTo>
                  <a:cubicBezTo>
                    <a:pt x="10" y="67"/>
                    <a:pt x="34" y="16"/>
                    <a:pt x="61" y="11"/>
                  </a:cubicBezTo>
                  <a:cubicBezTo>
                    <a:pt x="84" y="8"/>
                    <a:pt x="109" y="0"/>
                    <a:pt x="163" y="34"/>
                  </a:cubicBezTo>
                  <a:cubicBezTo>
                    <a:pt x="180" y="42"/>
                    <a:pt x="194" y="46"/>
                    <a:pt x="211" y="59"/>
                  </a:cubicBezTo>
                  <a:cubicBezTo>
                    <a:pt x="224" y="69"/>
                    <a:pt x="237" y="64"/>
                    <a:pt x="251" y="72"/>
                  </a:cubicBezTo>
                  <a:cubicBezTo>
                    <a:pt x="274" y="84"/>
                    <a:pt x="314" y="116"/>
                    <a:pt x="331" y="146"/>
                  </a:cubicBezTo>
                  <a:cubicBezTo>
                    <a:pt x="353" y="185"/>
                    <a:pt x="378" y="215"/>
                    <a:pt x="403" y="250"/>
                  </a:cubicBezTo>
                  <a:cubicBezTo>
                    <a:pt x="415" y="267"/>
                    <a:pt x="416" y="286"/>
                    <a:pt x="421" y="309"/>
                  </a:cubicBezTo>
                  <a:cubicBezTo>
                    <a:pt x="424" y="322"/>
                    <a:pt x="449" y="324"/>
                    <a:pt x="457" y="339"/>
                  </a:cubicBezTo>
                  <a:cubicBezTo>
                    <a:pt x="466" y="358"/>
                    <a:pt x="464" y="388"/>
                    <a:pt x="475" y="403"/>
                  </a:cubicBezTo>
                  <a:cubicBezTo>
                    <a:pt x="492" y="427"/>
                    <a:pt x="491" y="472"/>
                    <a:pt x="489" y="50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82" name="Freeform 4761">
              <a:extLst>
                <a:ext uri="{FF2B5EF4-FFF2-40B4-BE49-F238E27FC236}">
                  <a16:creationId xmlns:a16="http://schemas.microsoft.com/office/drawing/2014/main" id="{95CA0F75-6256-4E01-AC72-B8E7D0605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724"/>
              <a:ext cx="142" cy="99"/>
            </a:xfrm>
            <a:custGeom>
              <a:avLst/>
              <a:gdLst>
                <a:gd name="T0" fmla="*/ 495 w 76"/>
                <a:gd name="T1" fmla="*/ 0 h 53"/>
                <a:gd name="T2" fmla="*/ 366 w 76"/>
                <a:gd name="T3" fmla="*/ 301 h 53"/>
                <a:gd name="T4" fmla="*/ 112 w 76"/>
                <a:gd name="T5" fmla="*/ 248 h 53"/>
                <a:gd name="T6" fmla="*/ 0 w 76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53">
                  <a:moveTo>
                    <a:pt x="76" y="0"/>
                  </a:moveTo>
                  <a:cubicBezTo>
                    <a:pt x="73" y="15"/>
                    <a:pt x="66" y="39"/>
                    <a:pt x="56" y="46"/>
                  </a:cubicBezTo>
                  <a:cubicBezTo>
                    <a:pt x="45" y="53"/>
                    <a:pt x="26" y="48"/>
                    <a:pt x="17" y="38"/>
                  </a:cubicBezTo>
                  <a:cubicBezTo>
                    <a:pt x="9" y="27"/>
                    <a:pt x="2" y="1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83" name="Line 4762">
              <a:extLst>
                <a:ext uri="{FF2B5EF4-FFF2-40B4-BE49-F238E27FC236}">
                  <a16:creationId xmlns:a16="http://schemas.microsoft.com/office/drawing/2014/main" id="{BA8E6430-F272-4BFC-B7B5-1745E77A7E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" y="3724"/>
              <a:ext cx="178" cy="1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84" name="Freeform 4763">
              <a:extLst>
                <a:ext uri="{FF2B5EF4-FFF2-40B4-BE49-F238E27FC236}">
                  <a16:creationId xmlns:a16="http://schemas.microsoft.com/office/drawing/2014/main" id="{E126DA48-CAD7-4549-97A3-5E055E5D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695"/>
              <a:ext cx="53" cy="43"/>
            </a:xfrm>
            <a:custGeom>
              <a:avLst/>
              <a:gdLst>
                <a:gd name="T0" fmla="*/ 61 w 28"/>
                <a:gd name="T1" fmla="*/ 21 h 23"/>
                <a:gd name="T2" fmla="*/ 144 w 28"/>
                <a:gd name="T3" fmla="*/ 24 h 23"/>
                <a:gd name="T4" fmla="*/ 157 w 28"/>
                <a:gd name="T5" fmla="*/ 52 h 23"/>
                <a:gd name="T6" fmla="*/ 176 w 28"/>
                <a:gd name="T7" fmla="*/ 52 h 23"/>
                <a:gd name="T8" fmla="*/ 176 w 28"/>
                <a:gd name="T9" fmla="*/ 77 h 23"/>
                <a:gd name="T10" fmla="*/ 161 w 28"/>
                <a:gd name="T11" fmla="*/ 105 h 23"/>
                <a:gd name="T12" fmla="*/ 115 w 28"/>
                <a:gd name="T13" fmla="*/ 136 h 23"/>
                <a:gd name="T14" fmla="*/ 100 w 28"/>
                <a:gd name="T15" fmla="*/ 125 h 23"/>
                <a:gd name="T16" fmla="*/ 97 w 28"/>
                <a:gd name="T17" fmla="*/ 129 h 23"/>
                <a:gd name="T18" fmla="*/ 68 w 28"/>
                <a:gd name="T19" fmla="*/ 129 h 23"/>
                <a:gd name="T20" fmla="*/ 61 w 28"/>
                <a:gd name="T21" fmla="*/ 125 h 23"/>
                <a:gd name="T22" fmla="*/ 47 w 28"/>
                <a:gd name="T23" fmla="*/ 125 h 23"/>
                <a:gd name="T24" fmla="*/ 28 w 28"/>
                <a:gd name="T25" fmla="*/ 105 h 23"/>
                <a:gd name="T26" fmla="*/ 21 w 28"/>
                <a:gd name="T27" fmla="*/ 92 h 23"/>
                <a:gd name="T28" fmla="*/ 8 w 28"/>
                <a:gd name="T29" fmla="*/ 77 h 23"/>
                <a:gd name="T30" fmla="*/ 21 w 28"/>
                <a:gd name="T31" fmla="*/ 52 h 23"/>
                <a:gd name="T32" fmla="*/ 61 w 28"/>
                <a:gd name="T33" fmla="*/ 21 h 23"/>
                <a:gd name="T34" fmla="*/ 61 w 28"/>
                <a:gd name="T35" fmla="*/ 21 h 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" h="23">
                  <a:moveTo>
                    <a:pt x="9" y="3"/>
                  </a:moveTo>
                  <a:cubicBezTo>
                    <a:pt x="12" y="2"/>
                    <a:pt x="20" y="0"/>
                    <a:pt x="21" y="4"/>
                  </a:cubicBezTo>
                  <a:cubicBezTo>
                    <a:pt x="22" y="6"/>
                    <a:pt x="20" y="7"/>
                    <a:pt x="23" y="8"/>
                  </a:cubicBezTo>
                  <a:cubicBezTo>
                    <a:pt x="24" y="8"/>
                    <a:pt x="25" y="7"/>
                    <a:pt x="26" y="8"/>
                  </a:cubicBezTo>
                  <a:cubicBezTo>
                    <a:pt x="28" y="10"/>
                    <a:pt x="27" y="11"/>
                    <a:pt x="26" y="12"/>
                  </a:cubicBezTo>
                  <a:cubicBezTo>
                    <a:pt x="25" y="14"/>
                    <a:pt x="25" y="15"/>
                    <a:pt x="24" y="16"/>
                  </a:cubicBezTo>
                  <a:cubicBezTo>
                    <a:pt x="23" y="19"/>
                    <a:pt x="20" y="23"/>
                    <a:pt x="17" y="21"/>
                  </a:cubicBezTo>
                  <a:cubicBezTo>
                    <a:pt x="16" y="20"/>
                    <a:pt x="16" y="19"/>
                    <a:pt x="15" y="19"/>
                  </a:cubicBezTo>
                  <a:cubicBezTo>
                    <a:pt x="14" y="18"/>
                    <a:pt x="15" y="20"/>
                    <a:pt x="14" y="20"/>
                  </a:cubicBezTo>
                  <a:cubicBezTo>
                    <a:pt x="13" y="22"/>
                    <a:pt x="11" y="22"/>
                    <a:pt x="10" y="20"/>
                  </a:cubicBezTo>
                  <a:cubicBezTo>
                    <a:pt x="9" y="20"/>
                    <a:pt x="10" y="19"/>
                    <a:pt x="9" y="19"/>
                  </a:cubicBezTo>
                  <a:cubicBezTo>
                    <a:pt x="9" y="18"/>
                    <a:pt x="8" y="19"/>
                    <a:pt x="7" y="19"/>
                  </a:cubicBezTo>
                  <a:cubicBezTo>
                    <a:pt x="5" y="18"/>
                    <a:pt x="5" y="18"/>
                    <a:pt x="4" y="16"/>
                  </a:cubicBezTo>
                  <a:cubicBezTo>
                    <a:pt x="4" y="15"/>
                    <a:pt x="4" y="15"/>
                    <a:pt x="3" y="14"/>
                  </a:cubicBezTo>
                  <a:cubicBezTo>
                    <a:pt x="2" y="14"/>
                    <a:pt x="1" y="13"/>
                    <a:pt x="1" y="12"/>
                  </a:cubicBezTo>
                  <a:cubicBezTo>
                    <a:pt x="0" y="10"/>
                    <a:pt x="1" y="10"/>
                    <a:pt x="3" y="8"/>
                  </a:cubicBezTo>
                  <a:cubicBezTo>
                    <a:pt x="5" y="7"/>
                    <a:pt x="6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85" name="Freeform 4764">
              <a:extLst>
                <a:ext uri="{FF2B5EF4-FFF2-40B4-BE49-F238E27FC236}">
                  <a16:creationId xmlns:a16="http://schemas.microsoft.com/office/drawing/2014/main" id="{7FA7B5C7-12E7-4E55-9E50-4DD556DE3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723"/>
              <a:ext cx="16" cy="11"/>
            </a:xfrm>
            <a:custGeom>
              <a:avLst/>
              <a:gdLst>
                <a:gd name="T0" fmla="*/ 0 w 9"/>
                <a:gd name="T1" fmla="*/ 0 h 6"/>
                <a:gd name="T2" fmla="*/ 12 w 9"/>
                <a:gd name="T3" fmla="*/ 20 h 6"/>
                <a:gd name="T4" fmla="*/ 36 w 9"/>
                <a:gd name="T5" fmla="*/ 24 h 6"/>
                <a:gd name="T6" fmla="*/ 44 w 9"/>
                <a:gd name="T7" fmla="*/ 31 h 6"/>
                <a:gd name="T8" fmla="*/ 50 w 9"/>
                <a:gd name="T9" fmla="*/ 13 h 6"/>
                <a:gd name="T10" fmla="*/ 37 w 9"/>
                <a:gd name="T11" fmla="*/ 20 h 6"/>
                <a:gd name="T12" fmla="*/ 28 w 9"/>
                <a:gd name="T13" fmla="*/ 0 h 6"/>
                <a:gd name="T14" fmla="*/ 12 w 9"/>
                <a:gd name="T15" fmla="*/ 0 h 6"/>
                <a:gd name="T16" fmla="*/ 0 w 9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3"/>
                    <a:pt x="5" y="3"/>
                    <a:pt x="6" y="4"/>
                  </a:cubicBezTo>
                  <a:cubicBezTo>
                    <a:pt x="6" y="5"/>
                    <a:pt x="6" y="6"/>
                    <a:pt x="8" y="5"/>
                  </a:cubicBezTo>
                  <a:cubicBezTo>
                    <a:pt x="9" y="5"/>
                    <a:pt x="9" y="3"/>
                    <a:pt x="9" y="2"/>
                  </a:cubicBezTo>
                  <a:cubicBezTo>
                    <a:pt x="9" y="3"/>
                    <a:pt x="8" y="3"/>
                    <a:pt x="7" y="3"/>
                  </a:cubicBezTo>
                  <a:cubicBezTo>
                    <a:pt x="6" y="2"/>
                    <a:pt x="6" y="1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86" name="Freeform 4765">
              <a:extLst>
                <a:ext uri="{FF2B5EF4-FFF2-40B4-BE49-F238E27FC236}">
                  <a16:creationId xmlns:a16="http://schemas.microsoft.com/office/drawing/2014/main" id="{B5759375-5198-4B67-8472-99E0235C4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710"/>
              <a:ext cx="17" cy="24"/>
            </a:xfrm>
            <a:custGeom>
              <a:avLst/>
              <a:gdLst>
                <a:gd name="T0" fmla="*/ 0 w 9"/>
                <a:gd name="T1" fmla="*/ 76 h 13"/>
                <a:gd name="T2" fmla="*/ 28 w 9"/>
                <a:gd name="T3" fmla="*/ 68 h 13"/>
                <a:gd name="T4" fmla="*/ 40 w 9"/>
                <a:gd name="T5" fmla="*/ 44 h 13"/>
                <a:gd name="T6" fmla="*/ 53 w 9"/>
                <a:gd name="T7" fmla="*/ 31 h 13"/>
                <a:gd name="T8" fmla="*/ 60 w 9"/>
                <a:gd name="T9" fmla="*/ 13 h 13"/>
                <a:gd name="T10" fmla="*/ 47 w 9"/>
                <a:gd name="T11" fmla="*/ 0 h 13"/>
                <a:gd name="T12" fmla="*/ 47 w 9"/>
                <a:gd name="T13" fmla="*/ 20 h 13"/>
                <a:gd name="T14" fmla="*/ 28 w 9"/>
                <a:gd name="T15" fmla="*/ 44 h 13"/>
                <a:gd name="T16" fmla="*/ 21 w 9"/>
                <a:gd name="T17" fmla="*/ 68 h 13"/>
                <a:gd name="T18" fmla="*/ 0 w 9"/>
                <a:gd name="T19" fmla="*/ 76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0" y="12"/>
                  </a:moveTo>
                  <a:cubicBezTo>
                    <a:pt x="1" y="13"/>
                    <a:pt x="4" y="12"/>
                    <a:pt x="4" y="11"/>
                  </a:cubicBezTo>
                  <a:cubicBezTo>
                    <a:pt x="5" y="10"/>
                    <a:pt x="6" y="8"/>
                    <a:pt x="6" y="7"/>
                  </a:cubicBezTo>
                  <a:cubicBezTo>
                    <a:pt x="7" y="6"/>
                    <a:pt x="7" y="5"/>
                    <a:pt x="8" y="5"/>
                  </a:cubicBezTo>
                  <a:cubicBezTo>
                    <a:pt x="8" y="4"/>
                    <a:pt x="9" y="3"/>
                    <a:pt x="9" y="2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9" y="1"/>
                    <a:pt x="8" y="2"/>
                    <a:pt x="7" y="3"/>
                  </a:cubicBezTo>
                  <a:cubicBezTo>
                    <a:pt x="6" y="5"/>
                    <a:pt x="5" y="5"/>
                    <a:pt x="4" y="7"/>
                  </a:cubicBezTo>
                  <a:cubicBezTo>
                    <a:pt x="4" y="8"/>
                    <a:pt x="4" y="10"/>
                    <a:pt x="3" y="11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87" name="Freeform 4766">
              <a:extLst>
                <a:ext uri="{FF2B5EF4-FFF2-40B4-BE49-F238E27FC236}">
                  <a16:creationId xmlns:a16="http://schemas.microsoft.com/office/drawing/2014/main" id="{12283EEE-54BD-4FBC-ACFE-C54D0B945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698"/>
              <a:ext cx="13" cy="10"/>
            </a:xfrm>
            <a:custGeom>
              <a:avLst/>
              <a:gdLst>
                <a:gd name="T0" fmla="*/ 7 w 7"/>
                <a:gd name="T1" fmla="*/ 0 h 5"/>
                <a:gd name="T2" fmla="*/ 45 w 7"/>
                <a:gd name="T3" fmla="*/ 40 h 5"/>
                <a:gd name="T4" fmla="*/ 24 w 7"/>
                <a:gd name="T5" fmla="*/ 8 h 5"/>
                <a:gd name="T6" fmla="*/ 13 w 7"/>
                <a:gd name="T7" fmla="*/ 8 h 5"/>
                <a:gd name="T8" fmla="*/ 7 w 7"/>
                <a:gd name="T9" fmla="*/ 8 h 5"/>
                <a:gd name="T10" fmla="*/ 0 w 7"/>
                <a:gd name="T11" fmla="*/ 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4" y="0"/>
                    <a:pt x="7" y="1"/>
                    <a:pt x="7" y="5"/>
                  </a:cubicBezTo>
                  <a:cubicBezTo>
                    <a:pt x="7" y="3"/>
                    <a:pt x="6" y="2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88" name="Freeform 4767">
              <a:extLst>
                <a:ext uri="{FF2B5EF4-FFF2-40B4-BE49-F238E27FC236}">
                  <a16:creationId xmlns:a16="http://schemas.microsoft.com/office/drawing/2014/main" id="{856E39C7-E24F-447F-BD90-9C5306A07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708"/>
              <a:ext cx="15" cy="11"/>
            </a:xfrm>
            <a:custGeom>
              <a:avLst/>
              <a:gdLst>
                <a:gd name="T0" fmla="*/ 0 w 8"/>
                <a:gd name="T1" fmla="*/ 24 h 6"/>
                <a:gd name="T2" fmla="*/ 32 w 8"/>
                <a:gd name="T3" fmla="*/ 13 h 6"/>
                <a:gd name="T4" fmla="*/ 53 w 8"/>
                <a:gd name="T5" fmla="*/ 37 h 6"/>
                <a:gd name="T6" fmla="*/ 45 w 8"/>
                <a:gd name="T7" fmla="*/ 7 h 6"/>
                <a:gd name="T8" fmla="*/ 28 w 8"/>
                <a:gd name="T9" fmla="*/ 7 h 6"/>
                <a:gd name="T10" fmla="*/ 15 w 8"/>
                <a:gd name="T11" fmla="*/ 20 h 6"/>
                <a:gd name="T12" fmla="*/ 0 w 8"/>
                <a:gd name="T13" fmla="*/ 24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1" y="5"/>
                    <a:pt x="3" y="2"/>
                    <a:pt x="5" y="2"/>
                  </a:cubicBezTo>
                  <a:cubicBezTo>
                    <a:pt x="6" y="3"/>
                    <a:pt x="8" y="5"/>
                    <a:pt x="8" y="6"/>
                  </a:cubicBezTo>
                  <a:cubicBezTo>
                    <a:pt x="8" y="4"/>
                    <a:pt x="8" y="2"/>
                    <a:pt x="7" y="1"/>
                  </a:cubicBezTo>
                  <a:cubicBezTo>
                    <a:pt x="6" y="0"/>
                    <a:pt x="6" y="0"/>
                    <a:pt x="4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1" y="3"/>
                    <a:pt x="1" y="4"/>
                    <a:pt x="0" y="4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89" name="Freeform 4768">
              <a:extLst>
                <a:ext uri="{FF2B5EF4-FFF2-40B4-BE49-F238E27FC236}">
                  <a16:creationId xmlns:a16="http://schemas.microsoft.com/office/drawing/2014/main" id="{8E3DDAE7-5674-49B3-8839-FF502FA51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730"/>
              <a:ext cx="9" cy="4"/>
            </a:xfrm>
            <a:custGeom>
              <a:avLst/>
              <a:gdLst>
                <a:gd name="T0" fmla="*/ 0 w 5"/>
                <a:gd name="T1" fmla="*/ 0 h 2"/>
                <a:gd name="T2" fmla="*/ 29 w 5"/>
                <a:gd name="T3" fmla="*/ 0 h 2"/>
                <a:gd name="T4" fmla="*/ 13 w 5"/>
                <a:gd name="T5" fmla="*/ 8 h 2"/>
                <a:gd name="T6" fmla="*/ 0 w 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2"/>
                    <a:pt x="4" y="2"/>
                    <a:pt x="5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90" name="Freeform 4769">
              <a:extLst>
                <a:ext uri="{FF2B5EF4-FFF2-40B4-BE49-F238E27FC236}">
                  <a16:creationId xmlns:a16="http://schemas.microsoft.com/office/drawing/2014/main" id="{77582FF5-62AC-4A68-B1EC-798FDECB3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726"/>
              <a:ext cx="10" cy="6"/>
            </a:xfrm>
            <a:custGeom>
              <a:avLst/>
              <a:gdLst>
                <a:gd name="T0" fmla="*/ 0 w 5"/>
                <a:gd name="T1" fmla="*/ 0 h 3"/>
                <a:gd name="T2" fmla="*/ 32 w 5"/>
                <a:gd name="T3" fmla="*/ 16 h 3"/>
                <a:gd name="T4" fmla="*/ 40 w 5"/>
                <a:gd name="T5" fmla="*/ 24 h 3"/>
                <a:gd name="T6" fmla="*/ 32 w 5"/>
                <a:gd name="T7" fmla="*/ 0 h 3"/>
                <a:gd name="T8" fmla="*/ 16 w 5"/>
                <a:gd name="T9" fmla="*/ 0 h 3"/>
                <a:gd name="T10" fmla="*/ 0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1"/>
                    <a:pt x="3" y="1"/>
                    <a:pt x="4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2"/>
                    <a:pt x="5" y="1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91" name="Freeform 4770">
              <a:extLst>
                <a:ext uri="{FF2B5EF4-FFF2-40B4-BE49-F238E27FC236}">
                  <a16:creationId xmlns:a16="http://schemas.microsoft.com/office/drawing/2014/main" id="{91A0F041-6944-4C53-839F-2BCD412F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698"/>
              <a:ext cx="3" cy="10"/>
            </a:xfrm>
            <a:custGeom>
              <a:avLst/>
              <a:gdLst>
                <a:gd name="T0" fmla="*/ 0 w 2"/>
                <a:gd name="T1" fmla="*/ 8 h 5"/>
                <a:gd name="T2" fmla="*/ 8 w 2"/>
                <a:gd name="T3" fmla="*/ 40 h 5"/>
                <a:gd name="T4" fmla="*/ 0 w 2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1"/>
                  </a:moveTo>
                  <a:cubicBezTo>
                    <a:pt x="2" y="0"/>
                    <a:pt x="2" y="4"/>
                    <a:pt x="2" y="5"/>
                  </a:cubicBezTo>
                  <a:cubicBezTo>
                    <a:pt x="2" y="4"/>
                    <a:pt x="1" y="1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92" name="Freeform 4771">
              <a:extLst>
                <a:ext uri="{FF2B5EF4-FFF2-40B4-BE49-F238E27FC236}">
                  <a16:creationId xmlns:a16="http://schemas.microsoft.com/office/drawing/2014/main" id="{9D49999A-54BA-4BCB-B5EA-6425C5C8A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98"/>
              <a:ext cx="16" cy="12"/>
            </a:xfrm>
            <a:custGeom>
              <a:avLst/>
              <a:gdLst>
                <a:gd name="T0" fmla="*/ 0 w 9"/>
                <a:gd name="T1" fmla="*/ 48 h 6"/>
                <a:gd name="T2" fmla="*/ 21 w 9"/>
                <a:gd name="T3" fmla="*/ 16 h 6"/>
                <a:gd name="T4" fmla="*/ 50 w 9"/>
                <a:gd name="T5" fmla="*/ 8 h 6"/>
                <a:gd name="T6" fmla="*/ 36 w 9"/>
                <a:gd name="T7" fmla="*/ 16 h 6"/>
                <a:gd name="T8" fmla="*/ 21 w 9"/>
                <a:gd name="T9" fmla="*/ 32 h 6"/>
                <a:gd name="T10" fmla="*/ 12 w 9"/>
                <a:gd name="T11" fmla="*/ 40 h 6"/>
                <a:gd name="T12" fmla="*/ 0 w 9"/>
                <a:gd name="T13" fmla="*/ 48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1" y="5"/>
                    <a:pt x="2" y="3"/>
                    <a:pt x="4" y="2"/>
                  </a:cubicBezTo>
                  <a:cubicBezTo>
                    <a:pt x="5" y="1"/>
                    <a:pt x="7" y="0"/>
                    <a:pt x="9" y="1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4"/>
                    <a:pt x="3" y="4"/>
                    <a:pt x="2" y="5"/>
                  </a:cubicBezTo>
                  <a:cubicBezTo>
                    <a:pt x="1" y="5"/>
                    <a:pt x="1" y="6"/>
                    <a:pt x="0" y="6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93" name="Freeform 4772">
              <a:extLst>
                <a:ext uri="{FF2B5EF4-FFF2-40B4-BE49-F238E27FC236}">
                  <a16:creationId xmlns:a16="http://schemas.microsoft.com/office/drawing/2014/main" id="{F365956E-C4FF-48A2-831E-9D1FFDD00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711"/>
              <a:ext cx="11" cy="6"/>
            </a:xfrm>
            <a:custGeom>
              <a:avLst/>
              <a:gdLst>
                <a:gd name="T0" fmla="*/ 0 w 6"/>
                <a:gd name="T1" fmla="*/ 24 h 3"/>
                <a:gd name="T2" fmla="*/ 37 w 6"/>
                <a:gd name="T3" fmla="*/ 24 h 3"/>
                <a:gd name="T4" fmla="*/ 20 w 6"/>
                <a:gd name="T5" fmla="*/ 16 h 3"/>
                <a:gd name="T6" fmla="*/ 7 w 6"/>
                <a:gd name="T7" fmla="*/ 24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3"/>
                    <a:pt x="5" y="0"/>
                    <a:pt x="6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94" name="Freeform 4773">
              <a:extLst>
                <a:ext uri="{FF2B5EF4-FFF2-40B4-BE49-F238E27FC236}">
                  <a16:creationId xmlns:a16="http://schemas.microsoft.com/office/drawing/2014/main" id="{B7B5E253-B10E-408D-9EB8-B08CDEEC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704"/>
              <a:ext cx="9" cy="7"/>
            </a:xfrm>
            <a:custGeom>
              <a:avLst/>
              <a:gdLst>
                <a:gd name="T0" fmla="*/ 7 w 5"/>
                <a:gd name="T1" fmla="*/ 7 h 4"/>
                <a:gd name="T2" fmla="*/ 13 w 5"/>
                <a:gd name="T3" fmla="*/ 12 h 4"/>
                <a:gd name="T4" fmla="*/ 23 w 5"/>
                <a:gd name="T5" fmla="*/ 16 h 4"/>
                <a:gd name="T6" fmla="*/ 29 w 5"/>
                <a:gd name="T7" fmla="*/ 16 h 4"/>
                <a:gd name="T8" fmla="*/ 13 w 5"/>
                <a:gd name="T9" fmla="*/ 12 h 4"/>
                <a:gd name="T10" fmla="*/ 7 w 5"/>
                <a:gd name="T11" fmla="*/ 7 h 4"/>
                <a:gd name="T12" fmla="*/ 0 w 5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1"/>
                    <a:pt x="2" y="2"/>
                    <a:pt x="2" y="2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95" name="Freeform 4774">
              <a:extLst>
                <a:ext uri="{FF2B5EF4-FFF2-40B4-BE49-F238E27FC236}">
                  <a16:creationId xmlns:a16="http://schemas.microsoft.com/office/drawing/2014/main" id="{E7011B38-C085-4D4F-B811-EFCA1C837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695"/>
              <a:ext cx="53" cy="43"/>
            </a:xfrm>
            <a:custGeom>
              <a:avLst/>
              <a:gdLst>
                <a:gd name="T0" fmla="*/ 61 w 28"/>
                <a:gd name="T1" fmla="*/ 21 h 23"/>
                <a:gd name="T2" fmla="*/ 144 w 28"/>
                <a:gd name="T3" fmla="*/ 24 h 23"/>
                <a:gd name="T4" fmla="*/ 157 w 28"/>
                <a:gd name="T5" fmla="*/ 52 h 23"/>
                <a:gd name="T6" fmla="*/ 176 w 28"/>
                <a:gd name="T7" fmla="*/ 52 h 23"/>
                <a:gd name="T8" fmla="*/ 176 w 28"/>
                <a:gd name="T9" fmla="*/ 77 h 23"/>
                <a:gd name="T10" fmla="*/ 161 w 28"/>
                <a:gd name="T11" fmla="*/ 105 h 23"/>
                <a:gd name="T12" fmla="*/ 115 w 28"/>
                <a:gd name="T13" fmla="*/ 136 h 23"/>
                <a:gd name="T14" fmla="*/ 100 w 28"/>
                <a:gd name="T15" fmla="*/ 125 h 23"/>
                <a:gd name="T16" fmla="*/ 97 w 28"/>
                <a:gd name="T17" fmla="*/ 129 h 23"/>
                <a:gd name="T18" fmla="*/ 68 w 28"/>
                <a:gd name="T19" fmla="*/ 129 h 23"/>
                <a:gd name="T20" fmla="*/ 61 w 28"/>
                <a:gd name="T21" fmla="*/ 125 h 23"/>
                <a:gd name="T22" fmla="*/ 47 w 28"/>
                <a:gd name="T23" fmla="*/ 125 h 23"/>
                <a:gd name="T24" fmla="*/ 28 w 28"/>
                <a:gd name="T25" fmla="*/ 105 h 23"/>
                <a:gd name="T26" fmla="*/ 21 w 28"/>
                <a:gd name="T27" fmla="*/ 92 h 23"/>
                <a:gd name="T28" fmla="*/ 8 w 28"/>
                <a:gd name="T29" fmla="*/ 77 h 23"/>
                <a:gd name="T30" fmla="*/ 21 w 28"/>
                <a:gd name="T31" fmla="*/ 52 h 23"/>
                <a:gd name="T32" fmla="*/ 61 w 28"/>
                <a:gd name="T33" fmla="*/ 21 h 23"/>
                <a:gd name="T34" fmla="*/ 61 w 28"/>
                <a:gd name="T35" fmla="*/ 21 h 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" h="23">
                  <a:moveTo>
                    <a:pt x="9" y="3"/>
                  </a:moveTo>
                  <a:cubicBezTo>
                    <a:pt x="12" y="2"/>
                    <a:pt x="20" y="0"/>
                    <a:pt x="21" y="4"/>
                  </a:cubicBezTo>
                  <a:cubicBezTo>
                    <a:pt x="22" y="6"/>
                    <a:pt x="20" y="7"/>
                    <a:pt x="23" y="8"/>
                  </a:cubicBezTo>
                  <a:cubicBezTo>
                    <a:pt x="24" y="8"/>
                    <a:pt x="25" y="7"/>
                    <a:pt x="26" y="8"/>
                  </a:cubicBezTo>
                  <a:cubicBezTo>
                    <a:pt x="28" y="10"/>
                    <a:pt x="27" y="11"/>
                    <a:pt x="26" y="12"/>
                  </a:cubicBezTo>
                  <a:cubicBezTo>
                    <a:pt x="25" y="14"/>
                    <a:pt x="25" y="15"/>
                    <a:pt x="24" y="16"/>
                  </a:cubicBezTo>
                  <a:cubicBezTo>
                    <a:pt x="23" y="19"/>
                    <a:pt x="20" y="23"/>
                    <a:pt x="17" y="21"/>
                  </a:cubicBezTo>
                  <a:cubicBezTo>
                    <a:pt x="16" y="20"/>
                    <a:pt x="16" y="19"/>
                    <a:pt x="15" y="19"/>
                  </a:cubicBezTo>
                  <a:cubicBezTo>
                    <a:pt x="14" y="18"/>
                    <a:pt x="15" y="20"/>
                    <a:pt x="14" y="20"/>
                  </a:cubicBezTo>
                  <a:cubicBezTo>
                    <a:pt x="13" y="22"/>
                    <a:pt x="11" y="22"/>
                    <a:pt x="10" y="20"/>
                  </a:cubicBezTo>
                  <a:cubicBezTo>
                    <a:pt x="9" y="20"/>
                    <a:pt x="10" y="19"/>
                    <a:pt x="9" y="19"/>
                  </a:cubicBezTo>
                  <a:cubicBezTo>
                    <a:pt x="9" y="18"/>
                    <a:pt x="8" y="19"/>
                    <a:pt x="7" y="19"/>
                  </a:cubicBezTo>
                  <a:cubicBezTo>
                    <a:pt x="5" y="18"/>
                    <a:pt x="5" y="18"/>
                    <a:pt x="4" y="16"/>
                  </a:cubicBezTo>
                  <a:cubicBezTo>
                    <a:pt x="4" y="15"/>
                    <a:pt x="4" y="15"/>
                    <a:pt x="3" y="14"/>
                  </a:cubicBezTo>
                  <a:cubicBezTo>
                    <a:pt x="2" y="14"/>
                    <a:pt x="1" y="13"/>
                    <a:pt x="1" y="12"/>
                  </a:cubicBezTo>
                  <a:cubicBezTo>
                    <a:pt x="0" y="10"/>
                    <a:pt x="1" y="10"/>
                    <a:pt x="3" y="8"/>
                  </a:cubicBezTo>
                  <a:cubicBezTo>
                    <a:pt x="5" y="7"/>
                    <a:pt x="6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96" name="Freeform 4775">
              <a:extLst>
                <a:ext uri="{FF2B5EF4-FFF2-40B4-BE49-F238E27FC236}">
                  <a16:creationId xmlns:a16="http://schemas.microsoft.com/office/drawing/2014/main" id="{672122DA-2BE9-4C19-BB19-B05C7E505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702"/>
              <a:ext cx="5" cy="8"/>
            </a:xfrm>
            <a:custGeom>
              <a:avLst/>
              <a:gdLst>
                <a:gd name="T0" fmla="*/ 0 w 3"/>
                <a:gd name="T1" fmla="*/ 0 h 4"/>
                <a:gd name="T2" fmla="*/ 13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2"/>
                    <a:pt x="1" y="3"/>
                    <a:pt x="3" y="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97" name="Freeform 4776">
              <a:extLst>
                <a:ext uri="{FF2B5EF4-FFF2-40B4-BE49-F238E27FC236}">
                  <a16:creationId xmlns:a16="http://schemas.microsoft.com/office/drawing/2014/main" id="{866FBA0F-AE7A-4BC2-88D6-87DD2FF03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711"/>
              <a:ext cx="17" cy="8"/>
            </a:xfrm>
            <a:custGeom>
              <a:avLst/>
              <a:gdLst>
                <a:gd name="T0" fmla="*/ 0 w 9"/>
                <a:gd name="T1" fmla="*/ 16 h 4"/>
                <a:gd name="T2" fmla="*/ 28 w 9"/>
                <a:gd name="T3" fmla="*/ 8 h 4"/>
                <a:gd name="T4" fmla="*/ 60 w 9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2" y="3"/>
                    <a:pt x="2" y="1"/>
                    <a:pt x="4" y="1"/>
                  </a:cubicBezTo>
                  <a:cubicBezTo>
                    <a:pt x="6" y="0"/>
                    <a:pt x="8" y="2"/>
                    <a:pt x="9" y="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98" name="Freeform 4777">
              <a:extLst>
                <a:ext uri="{FF2B5EF4-FFF2-40B4-BE49-F238E27FC236}">
                  <a16:creationId xmlns:a16="http://schemas.microsoft.com/office/drawing/2014/main" id="{A4B68C5A-01CA-4EF8-AE8E-6A29C4097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730"/>
              <a:ext cx="6" cy="1"/>
            </a:xfrm>
            <a:custGeom>
              <a:avLst/>
              <a:gdLst>
                <a:gd name="T0" fmla="*/ 0 w 3"/>
                <a:gd name="T1" fmla="*/ 0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99" name="Freeform 4778">
              <a:extLst>
                <a:ext uri="{FF2B5EF4-FFF2-40B4-BE49-F238E27FC236}">
                  <a16:creationId xmlns:a16="http://schemas.microsoft.com/office/drawing/2014/main" id="{689BEC6C-DAA4-4599-BA8B-825DF432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751"/>
              <a:ext cx="64" cy="43"/>
            </a:xfrm>
            <a:custGeom>
              <a:avLst/>
              <a:gdLst>
                <a:gd name="T0" fmla="*/ 113 w 34"/>
                <a:gd name="T1" fmla="*/ 136 h 23"/>
                <a:gd name="T2" fmla="*/ 113 w 34"/>
                <a:gd name="T3" fmla="*/ 136 h 23"/>
                <a:gd name="T4" fmla="*/ 145 w 34"/>
                <a:gd name="T5" fmla="*/ 144 h 23"/>
                <a:gd name="T6" fmla="*/ 145 w 34"/>
                <a:gd name="T7" fmla="*/ 125 h 23"/>
                <a:gd name="T8" fmla="*/ 173 w 34"/>
                <a:gd name="T9" fmla="*/ 136 h 23"/>
                <a:gd name="T10" fmla="*/ 198 w 34"/>
                <a:gd name="T11" fmla="*/ 136 h 23"/>
                <a:gd name="T12" fmla="*/ 213 w 34"/>
                <a:gd name="T13" fmla="*/ 120 h 23"/>
                <a:gd name="T14" fmla="*/ 196 w 34"/>
                <a:gd name="T15" fmla="*/ 97 h 23"/>
                <a:gd name="T16" fmla="*/ 213 w 34"/>
                <a:gd name="T17" fmla="*/ 60 h 23"/>
                <a:gd name="T18" fmla="*/ 181 w 34"/>
                <a:gd name="T19" fmla="*/ 45 h 23"/>
                <a:gd name="T20" fmla="*/ 160 w 34"/>
                <a:gd name="T21" fmla="*/ 21 h 23"/>
                <a:gd name="T22" fmla="*/ 128 w 34"/>
                <a:gd name="T23" fmla="*/ 21 h 23"/>
                <a:gd name="T24" fmla="*/ 113 w 34"/>
                <a:gd name="T25" fmla="*/ 21 h 23"/>
                <a:gd name="T26" fmla="*/ 68 w 34"/>
                <a:gd name="T27" fmla="*/ 7 h 23"/>
                <a:gd name="T28" fmla="*/ 32 w 34"/>
                <a:gd name="T29" fmla="*/ 32 h 23"/>
                <a:gd name="T30" fmla="*/ 8 w 34"/>
                <a:gd name="T31" fmla="*/ 52 h 23"/>
                <a:gd name="T32" fmla="*/ 28 w 34"/>
                <a:gd name="T33" fmla="*/ 73 h 23"/>
                <a:gd name="T34" fmla="*/ 21 w 34"/>
                <a:gd name="T35" fmla="*/ 105 h 23"/>
                <a:gd name="T36" fmla="*/ 40 w 34"/>
                <a:gd name="T37" fmla="*/ 129 h 23"/>
                <a:gd name="T38" fmla="*/ 75 w 34"/>
                <a:gd name="T39" fmla="*/ 129 h 23"/>
                <a:gd name="T40" fmla="*/ 113 w 34"/>
                <a:gd name="T41" fmla="*/ 136 h 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23">
                  <a:moveTo>
                    <a:pt x="17" y="21"/>
                  </a:moveTo>
                  <a:cubicBezTo>
                    <a:pt x="17" y="21"/>
                    <a:pt x="17" y="21"/>
                    <a:pt x="17" y="21"/>
                  </a:cubicBezTo>
                  <a:cubicBezTo>
                    <a:pt x="18" y="22"/>
                    <a:pt x="21" y="23"/>
                    <a:pt x="22" y="22"/>
                  </a:cubicBezTo>
                  <a:cubicBezTo>
                    <a:pt x="24" y="21"/>
                    <a:pt x="21" y="19"/>
                    <a:pt x="22" y="19"/>
                  </a:cubicBezTo>
                  <a:cubicBezTo>
                    <a:pt x="23" y="18"/>
                    <a:pt x="25" y="20"/>
                    <a:pt x="26" y="21"/>
                  </a:cubicBezTo>
                  <a:cubicBezTo>
                    <a:pt x="27" y="22"/>
                    <a:pt x="28" y="22"/>
                    <a:pt x="30" y="21"/>
                  </a:cubicBezTo>
                  <a:cubicBezTo>
                    <a:pt x="31" y="21"/>
                    <a:pt x="32" y="20"/>
                    <a:pt x="32" y="18"/>
                  </a:cubicBezTo>
                  <a:cubicBezTo>
                    <a:pt x="32" y="17"/>
                    <a:pt x="30" y="17"/>
                    <a:pt x="29" y="15"/>
                  </a:cubicBezTo>
                  <a:cubicBezTo>
                    <a:pt x="27" y="13"/>
                    <a:pt x="34" y="13"/>
                    <a:pt x="32" y="9"/>
                  </a:cubicBezTo>
                  <a:cubicBezTo>
                    <a:pt x="31" y="8"/>
                    <a:pt x="29" y="8"/>
                    <a:pt x="27" y="7"/>
                  </a:cubicBezTo>
                  <a:cubicBezTo>
                    <a:pt x="26" y="6"/>
                    <a:pt x="26" y="4"/>
                    <a:pt x="24" y="3"/>
                  </a:cubicBezTo>
                  <a:cubicBezTo>
                    <a:pt x="22" y="3"/>
                    <a:pt x="21" y="4"/>
                    <a:pt x="19" y="3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2" y="3"/>
                    <a:pt x="13" y="0"/>
                    <a:pt x="10" y="1"/>
                  </a:cubicBezTo>
                  <a:cubicBezTo>
                    <a:pt x="8" y="2"/>
                    <a:pt x="6" y="4"/>
                    <a:pt x="5" y="5"/>
                  </a:cubicBezTo>
                  <a:cubicBezTo>
                    <a:pt x="3" y="6"/>
                    <a:pt x="0" y="5"/>
                    <a:pt x="1" y="8"/>
                  </a:cubicBezTo>
                  <a:cubicBezTo>
                    <a:pt x="2" y="10"/>
                    <a:pt x="3" y="10"/>
                    <a:pt x="4" y="11"/>
                  </a:cubicBezTo>
                  <a:cubicBezTo>
                    <a:pt x="5" y="13"/>
                    <a:pt x="1" y="14"/>
                    <a:pt x="3" y="16"/>
                  </a:cubicBezTo>
                  <a:cubicBezTo>
                    <a:pt x="4" y="19"/>
                    <a:pt x="3" y="20"/>
                    <a:pt x="6" y="20"/>
                  </a:cubicBezTo>
                  <a:cubicBezTo>
                    <a:pt x="9" y="19"/>
                    <a:pt x="8" y="19"/>
                    <a:pt x="11" y="20"/>
                  </a:cubicBezTo>
                  <a:cubicBezTo>
                    <a:pt x="14" y="20"/>
                    <a:pt x="17" y="21"/>
                    <a:pt x="17" y="2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00" name="Freeform 4779">
              <a:extLst>
                <a:ext uri="{FF2B5EF4-FFF2-40B4-BE49-F238E27FC236}">
                  <a16:creationId xmlns:a16="http://schemas.microsoft.com/office/drawing/2014/main" id="{181D02DF-ABD9-4D31-BF07-1FC2BB70F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751"/>
              <a:ext cx="64" cy="43"/>
            </a:xfrm>
            <a:custGeom>
              <a:avLst/>
              <a:gdLst>
                <a:gd name="T0" fmla="*/ 113 w 34"/>
                <a:gd name="T1" fmla="*/ 136 h 23"/>
                <a:gd name="T2" fmla="*/ 113 w 34"/>
                <a:gd name="T3" fmla="*/ 136 h 23"/>
                <a:gd name="T4" fmla="*/ 145 w 34"/>
                <a:gd name="T5" fmla="*/ 144 h 23"/>
                <a:gd name="T6" fmla="*/ 145 w 34"/>
                <a:gd name="T7" fmla="*/ 125 h 23"/>
                <a:gd name="T8" fmla="*/ 173 w 34"/>
                <a:gd name="T9" fmla="*/ 136 h 23"/>
                <a:gd name="T10" fmla="*/ 198 w 34"/>
                <a:gd name="T11" fmla="*/ 136 h 23"/>
                <a:gd name="T12" fmla="*/ 213 w 34"/>
                <a:gd name="T13" fmla="*/ 120 h 23"/>
                <a:gd name="T14" fmla="*/ 196 w 34"/>
                <a:gd name="T15" fmla="*/ 97 h 23"/>
                <a:gd name="T16" fmla="*/ 213 w 34"/>
                <a:gd name="T17" fmla="*/ 60 h 23"/>
                <a:gd name="T18" fmla="*/ 181 w 34"/>
                <a:gd name="T19" fmla="*/ 45 h 23"/>
                <a:gd name="T20" fmla="*/ 160 w 34"/>
                <a:gd name="T21" fmla="*/ 21 h 23"/>
                <a:gd name="T22" fmla="*/ 128 w 34"/>
                <a:gd name="T23" fmla="*/ 21 h 23"/>
                <a:gd name="T24" fmla="*/ 113 w 34"/>
                <a:gd name="T25" fmla="*/ 21 h 23"/>
                <a:gd name="T26" fmla="*/ 68 w 34"/>
                <a:gd name="T27" fmla="*/ 7 h 23"/>
                <a:gd name="T28" fmla="*/ 32 w 34"/>
                <a:gd name="T29" fmla="*/ 32 h 23"/>
                <a:gd name="T30" fmla="*/ 8 w 34"/>
                <a:gd name="T31" fmla="*/ 52 h 23"/>
                <a:gd name="T32" fmla="*/ 28 w 34"/>
                <a:gd name="T33" fmla="*/ 73 h 23"/>
                <a:gd name="T34" fmla="*/ 21 w 34"/>
                <a:gd name="T35" fmla="*/ 105 h 23"/>
                <a:gd name="T36" fmla="*/ 40 w 34"/>
                <a:gd name="T37" fmla="*/ 129 h 23"/>
                <a:gd name="T38" fmla="*/ 75 w 34"/>
                <a:gd name="T39" fmla="*/ 129 h 23"/>
                <a:gd name="T40" fmla="*/ 113 w 34"/>
                <a:gd name="T41" fmla="*/ 136 h 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23">
                  <a:moveTo>
                    <a:pt x="17" y="21"/>
                  </a:moveTo>
                  <a:cubicBezTo>
                    <a:pt x="17" y="21"/>
                    <a:pt x="17" y="21"/>
                    <a:pt x="17" y="21"/>
                  </a:cubicBezTo>
                  <a:cubicBezTo>
                    <a:pt x="18" y="22"/>
                    <a:pt x="21" y="23"/>
                    <a:pt x="22" y="22"/>
                  </a:cubicBezTo>
                  <a:cubicBezTo>
                    <a:pt x="24" y="21"/>
                    <a:pt x="21" y="19"/>
                    <a:pt x="22" y="19"/>
                  </a:cubicBezTo>
                  <a:cubicBezTo>
                    <a:pt x="23" y="18"/>
                    <a:pt x="25" y="20"/>
                    <a:pt x="26" y="21"/>
                  </a:cubicBezTo>
                  <a:cubicBezTo>
                    <a:pt x="27" y="22"/>
                    <a:pt x="28" y="22"/>
                    <a:pt x="30" y="21"/>
                  </a:cubicBezTo>
                  <a:cubicBezTo>
                    <a:pt x="31" y="21"/>
                    <a:pt x="32" y="20"/>
                    <a:pt x="32" y="18"/>
                  </a:cubicBezTo>
                  <a:cubicBezTo>
                    <a:pt x="32" y="17"/>
                    <a:pt x="30" y="17"/>
                    <a:pt x="29" y="15"/>
                  </a:cubicBezTo>
                  <a:cubicBezTo>
                    <a:pt x="27" y="13"/>
                    <a:pt x="34" y="13"/>
                    <a:pt x="32" y="9"/>
                  </a:cubicBezTo>
                  <a:cubicBezTo>
                    <a:pt x="31" y="8"/>
                    <a:pt x="29" y="8"/>
                    <a:pt x="27" y="7"/>
                  </a:cubicBezTo>
                  <a:cubicBezTo>
                    <a:pt x="26" y="6"/>
                    <a:pt x="26" y="4"/>
                    <a:pt x="24" y="3"/>
                  </a:cubicBezTo>
                  <a:cubicBezTo>
                    <a:pt x="22" y="3"/>
                    <a:pt x="21" y="4"/>
                    <a:pt x="19" y="3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2" y="3"/>
                    <a:pt x="13" y="0"/>
                    <a:pt x="10" y="1"/>
                  </a:cubicBezTo>
                  <a:cubicBezTo>
                    <a:pt x="8" y="2"/>
                    <a:pt x="6" y="4"/>
                    <a:pt x="5" y="5"/>
                  </a:cubicBezTo>
                  <a:cubicBezTo>
                    <a:pt x="3" y="6"/>
                    <a:pt x="0" y="5"/>
                    <a:pt x="1" y="8"/>
                  </a:cubicBezTo>
                  <a:cubicBezTo>
                    <a:pt x="2" y="10"/>
                    <a:pt x="3" y="10"/>
                    <a:pt x="4" y="11"/>
                  </a:cubicBezTo>
                  <a:cubicBezTo>
                    <a:pt x="5" y="13"/>
                    <a:pt x="1" y="14"/>
                    <a:pt x="3" y="16"/>
                  </a:cubicBezTo>
                  <a:cubicBezTo>
                    <a:pt x="4" y="19"/>
                    <a:pt x="3" y="20"/>
                    <a:pt x="6" y="20"/>
                  </a:cubicBezTo>
                  <a:cubicBezTo>
                    <a:pt x="9" y="19"/>
                    <a:pt x="8" y="19"/>
                    <a:pt x="11" y="20"/>
                  </a:cubicBezTo>
                  <a:cubicBezTo>
                    <a:pt x="14" y="20"/>
                    <a:pt x="17" y="21"/>
                    <a:pt x="17" y="2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01" name="Freeform 4780">
              <a:extLst>
                <a:ext uri="{FF2B5EF4-FFF2-40B4-BE49-F238E27FC236}">
                  <a16:creationId xmlns:a16="http://schemas.microsoft.com/office/drawing/2014/main" id="{6AEDACD8-EFF8-4025-8A1B-EAD426FB0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783"/>
              <a:ext cx="9" cy="9"/>
            </a:xfrm>
            <a:custGeom>
              <a:avLst/>
              <a:gdLst>
                <a:gd name="T0" fmla="*/ 16 w 5"/>
                <a:gd name="T1" fmla="*/ 29 h 5"/>
                <a:gd name="T2" fmla="*/ 29 w 5"/>
                <a:gd name="T3" fmla="*/ 29 h 5"/>
                <a:gd name="T4" fmla="*/ 29 w 5"/>
                <a:gd name="T5" fmla="*/ 13 h 5"/>
                <a:gd name="T6" fmla="*/ 16 w 5"/>
                <a:gd name="T7" fmla="*/ 23 h 5"/>
                <a:gd name="T8" fmla="*/ 7 w 5"/>
                <a:gd name="T9" fmla="*/ 7 h 5"/>
                <a:gd name="T10" fmla="*/ 0 w 5"/>
                <a:gd name="T11" fmla="*/ 0 h 5"/>
                <a:gd name="T12" fmla="*/ 0 w 5"/>
                <a:gd name="T13" fmla="*/ 16 h 5"/>
                <a:gd name="T14" fmla="*/ 16 w 5"/>
                <a:gd name="T15" fmla="*/ 29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3" y="5"/>
                  </a:moveTo>
                  <a:cubicBezTo>
                    <a:pt x="3" y="5"/>
                    <a:pt x="4" y="5"/>
                    <a:pt x="5" y="5"/>
                  </a:cubicBezTo>
                  <a:cubicBezTo>
                    <a:pt x="5" y="4"/>
                    <a:pt x="5" y="2"/>
                    <a:pt x="5" y="2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2" y="2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lose/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02" name="Freeform 4781">
              <a:extLst>
                <a:ext uri="{FF2B5EF4-FFF2-40B4-BE49-F238E27FC236}">
                  <a16:creationId xmlns:a16="http://schemas.microsoft.com/office/drawing/2014/main" id="{69D0BC00-7A71-4117-8133-2E87748F8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783"/>
              <a:ext cx="22" cy="7"/>
            </a:xfrm>
            <a:custGeom>
              <a:avLst/>
              <a:gdLst>
                <a:gd name="T0" fmla="*/ 24 w 12"/>
                <a:gd name="T1" fmla="*/ 12 h 4"/>
                <a:gd name="T2" fmla="*/ 57 w 12"/>
                <a:gd name="T3" fmla="*/ 21 h 4"/>
                <a:gd name="T4" fmla="*/ 68 w 12"/>
                <a:gd name="T5" fmla="*/ 7 h 4"/>
                <a:gd name="T6" fmla="*/ 57 w 12"/>
                <a:gd name="T7" fmla="*/ 16 h 4"/>
                <a:gd name="T8" fmla="*/ 37 w 12"/>
                <a:gd name="T9" fmla="*/ 7 h 4"/>
                <a:gd name="T10" fmla="*/ 13 w 12"/>
                <a:gd name="T11" fmla="*/ 0 h 4"/>
                <a:gd name="T12" fmla="*/ 7 w 12"/>
                <a:gd name="T13" fmla="*/ 12 h 4"/>
                <a:gd name="T14" fmla="*/ 24 w 12"/>
                <a:gd name="T15" fmla="*/ 12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">
                  <a:moveTo>
                    <a:pt x="4" y="2"/>
                  </a:moveTo>
                  <a:cubicBezTo>
                    <a:pt x="5" y="3"/>
                    <a:pt x="7" y="4"/>
                    <a:pt x="9" y="4"/>
                  </a:cubicBezTo>
                  <a:cubicBezTo>
                    <a:pt x="10" y="4"/>
                    <a:pt x="12" y="3"/>
                    <a:pt x="11" y="1"/>
                  </a:cubicBezTo>
                  <a:cubicBezTo>
                    <a:pt x="11" y="2"/>
                    <a:pt x="10" y="3"/>
                    <a:pt x="9" y="3"/>
                  </a:cubicBezTo>
                  <a:cubicBezTo>
                    <a:pt x="8" y="3"/>
                    <a:pt x="7" y="1"/>
                    <a:pt x="6" y="1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03" name="Freeform 4782">
              <a:extLst>
                <a:ext uri="{FF2B5EF4-FFF2-40B4-BE49-F238E27FC236}">
                  <a16:creationId xmlns:a16="http://schemas.microsoft.com/office/drawing/2014/main" id="{60168531-3F9C-46D8-9AD9-07A988F81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762"/>
              <a:ext cx="11" cy="15"/>
            </a:xfrm>
            <a:custGeom>
              <a:avLst/>
              <a:gdLst>
                <a:gd name="T0" fmla="*/ 20 w 6"/>
                <a:gd name="T1" fmla="*/ 15 h 8"/>
                <a:gd name="T2" fmla="*/ 31 w 6"/>
                <a:gd name="T3" fmla="*/ 39 h 8"/>
                <a:gd name="T4" fmla="*/ 20 w 6"/>
                <a:gd name="T5" fmla="*/ 53 h 8"/>
                <a:gd name="T6" fmla="*/ 7 w 6"/>
                <a:gd name="T7" fmla="*/ 39 h 8"/>
                <a:gd name="T8" fmla="*/ 20 w 6"/>
                <a:gd name="T9" fmla="*/ 32 h 8"/>
                <a:gd name="T10" fmla="*/ 13 w 6"/>
                <a:gd name="T11" fmla="*/ 21 h 8"/>
                <a:gd name="T12" fmla="*/ 0 w 6"/>
                <a:gd name="T13" fmla="*/ 0 h 8"/>
                <a:gd name="T14" fmla="*/ 20 w 6"/>
                <a:gd name="T15" fmla="*/ 21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8">
                  <a:moveTo>
                    <a:pt x="3" y="2"/>
                  </a:moveTo>
                  <a:cubicBezTo>
                    <a:pt x="4" y="3"/>
                    <a:pt x="6" y="4"/>
                    <a:pt x="5" y="6"/>
                  </a:cubicBezTo>
                  <a:cubicBezTo>
                    <a:pt x="5" y="7"/>
                    <a:pt x="2" y="6"/>
                    <a:pt x="3" y="8"/>
                  </a:cubicBezTo>
                  <a:cubicBezTo>
                    <a:pt x="2" y="8"/>
                    <a:pt x="1" y="7"/>
                    <a:pt x="1" y="6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2"/>
                    <a:pt x="1" y="2"/>
                    <a:pt x="0" y="0"/>
                  </a:cubicBezTo>
                  <a:cubicBezTo>
                    <a:pt x="0" y="2"/>
                    <a:pt x="3" y="2"/>
                    <a:pt x="3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04" name="Freeform 4783">
              <a:extLst>
                <a:ext uri="{FF2B5EF4-FFF2-40B4-BE49-F238E27FC236}">
                  <a16:creationId xmlns:a16="http://schemas.microsoft.com/office/drawing/2014/main" id="{8C48FEFF-491E-4D98-A0E5-34C90CF7C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764"/>
              <a:ext cx="13" cy="9"/>
            </a:xfrm>
            <a:custGeom>
              <a:avLst/>
              <a:gdLst>
                <a:gd name="T0" fmla="*/ 13 w 7"/>
                <a:gd name="T1" fmla="*/ 13 h 5"/>
                <a:gd name="T2" fmla="*/ 45 w 7"/>
                <a:gd name="T3" fmla="*/ 0 h 5"/>
                <a:gd name="T4" fmla="*/ 24 w 7"/>
                <a:gd name="T5" fmla="*/ 23 h 5"/>
                <a:gd name="T6" fmla="*/ 0 w 7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2"/>
                  </a:moveTo>
                  <a:cubicBezTo>
                    <a:pt x="3" y="3"/>
                    <a:pt x="7" y="1"/>
                    <a:pt x="7" y="0"/>
                  </a:cubicBezTo>
                  <a:cubicBezTo>
                    <a:pt x="7" y="2"/>
                    <a:pt x="6" y="4"/>
                    <a:pt x="4" y="4"/>
                  </a:cubicBezTo>
                  <a:cubicBezTo>
                    <a:pt x="2" y="5"/>
                    <a:pt x="1" y="3"/>
                    <a:pt x="0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05" name="Freeform 4784">
              <a:extLst>
                <a:ext uri="{FF2B5EF4-FFF2-40B4-BE49-F238E27FC236}">
                  <a16:creationId xmlns:a16="http://schemas.microsoft.com/office/drawing/2014/main" id="{1959972B-D564-4F4C-BC6B-20F073D5D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771"/>
              <a:ext cx="7" cy="6"/>
            </a:xfrm>
            <a:custGeom>
              <a:avLst/>
              <a:gdLst>
                <a:gd name="T0" fmla="*/ 0 w 4"/>
                <a:gd name="T1" fmla="*/ 8 h 3"/>
                <a:gd name="T2" fmla="*/ 12 w 4"/>
                <a:gd name="T3" fmla="*/ 24 h 3"/>
                <a:gd name="T4" fmla="*/ 12 w 4"/>
                <a:gd name="T5" fmla="*/ 16 h 3"/>
                <a:gd name="T6" fmla="*/ 21 w 4"/>
                <a:gd name="T7" fmla="*/ 0 h 3"/>
                <a:gd name="T8" fmla="*/ 12 w 4"/>
                <a:gd name="T9" fmla="*/ 8 h 3"/>
                <a:gd name="T10" fmla="*/ 7 w 4"/>
                <a:gd name="T11" fmla="*/ 8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3" y="1"/>
                    <a:pt x="4" y="1"/>
                    <a:pt x="4" y="0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06" name="Freeform 4785">
              <a:extLst>
                <a:ext uri="{FF2B5EF4-FFF2-40B4-BE49-F238E27FC236}">
                  <a16:creationId xmlns:a16="http://schemas.microsoft.com/office/drawing/2014/main" id="{A0B223E7-A25D-4C55-A526-8C9C66277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784"/>
              <a:ext cx="11" cy="8"/>
            </a:xfrm>
            <a:custGeom>
              <a:avLst/>
              <a:gdLst>
                <a:gd name="T0" fmla="*/ 13 w 6"/>
                <a:gd name="T1" fmla="*/ 24 h 4"/>
                <a:gd name="T2" fmla="*/ 31 w 6"/>
                <a:gd name="T3" fmla="*/ 32 h 4"/>
                <a:gd name="T4" fmla="*/ 37 w 6"/>
                <a:gd name="T5" fmla="*/ 8 h 4"/>
                <a:gd name="T6" fmla="*/ 13 w 6"/>
                <a:gd name="T7" fmla="*/ 24 h 4"/>
                <a:gd name="T8" fmla="*/ 0 w 6"/>
                <a:gd name="T9" fmla="*/ 0 h 4"/>
                <a:gd name="T10" fmla="*/ 20 w 6"/>
                <a:gd name="T11" fmla="*/ 2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4">
                  <a:moveTo>
                    <a:pt x="2" y="3"/>
                  </a:moveTo>
                  <a:cubicBezTo>
                    <a:pt x="3" y="3"/>
                    <a:pt x="4" y="4"/>
                    <a:pt x="5" y="4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5" y="2"/>
                    <a:pt x="4" y="4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1" y="2"/>
                    <a:pt x="1" y="3"/>
                    <a:pt x="3" y="3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07" name="Freeform 4786">
              <a:extLst>
                <a:ext uri="{FF2B5EF4-FFF2-40B4-BE49-F238E27FC236}">
                  <a16:creationId xmlns:a16="http://schemas.microsoft.com/office/drawing/2014/main" id="{4CF9AF60-292F-4C93-A4F1-2ADDDA0B2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786"/>
              <a:ext cx="11" cy="4"/>
            </a:xfrm>
            <a:custGeom>
              <a:avLst/>
              <a:gdLst>
                <a:gd name="T0" fmla="*/ 7 w 6"/>
                <a:gd name="T1" fmla="*/ 0 h 2"/>
                <a:gd name="T2" fmla="*/ 20 w 6"/>
                <a:gd name="T3" fmla="*/ 16 h 2"/>
                <a:gd name="T4" fmla="*/ 37 w 6"/>
                <a:gd name="T5" fmla="*/ 8 h 2"/>
                <a:gd name="T6" fmla="*/ 0 w 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1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4" y="2"/>
                    <a:pt x="6" y="2"/>
                    <a:pt x="6" y="1"/>
                  </a:cubicBezTo>
                  <a:cubicBezTo>
                    <a:pt x="5" y="2"/>
                    <a:pt x="2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08" name="Freeform 4787">
              <a:extLst>
                <a:ext uri="{FF2B5EF4-FFF2-40B4-BE49-F238E27FC236}">
                  <a16:creationId xmlns:a16="http://schemas.microsoft.com/office/drawing/2014/main" id="{650FBE87-56D8-459A-9BF9-0D71C440D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771"/>
              <a:ext cx="5" cy="12"/>
            </a:xfrm>
            <a:custGeom>
              <a:avLst/>
              <a:gdLst>
                <a:gd name="T0" fmla="*/ 0 w 3"/>
                <a:gd name="T1" fmla="*/ 0 h 6"/>
                <a:gd name="T2" fmla="*/ 5 w 3"/>
                <a:gd name="T3" fmla="*/ 24 h 6"/>
                <a:gd name="T4" fmla="*/ 13 w 3"/>
                <a:gd name="T5" fmla="*/ 48 h 6"/>
                <a:gd name="T6" fmla="*/ 5 w 3"/>
                <a:gd name="T7" fmla="*/ 32 h 6"/>
                <a:gd name="T8" fmla="*/ 0 w 3"/>
                <a:gd name="T9" fmla="*/ 16 h 6"/>
                <a:gd name="T10" fmla="*/ 0 w 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1"/>
                    <a:pt x="1" y="3"/>
                    <a:pt x="1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09" name="Freeform 4788">
              <a:extLst>
                <a:ext uri="{FF2B5EF4-FFF2-40B4-BE49-F238E27FC236}">
                  <a16:creationId xmlns:a16="http://schemas.microsoft.com/office/drawing/2014/main" id="{C72E2E7C-080A-4B0E-A736-0A30CA07D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773"/>
              <a:ext cx="5" cy="8"/>
            </a:xfrm>
            <a:custGeom>
              <a:avLst/>
              <a:gdLst>
                <a:gd name="T0" fmla="*/ 0 w 3"/>
                <a:gd name="T1" fmla="*/ 0 h 4"/>
                <a:gd name="T2" fmla="*/ 13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2" y="3"/>
                    <a:pt x="3" y="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10" name="Freeform 4789">
              <a:extLst>
                <a:ext uri="{FF2B5EF4-FFF2-40B4-BE49-F238E27FC236}">
                  <a16:creationId xmlns:a16="http://schemas.microsoft.com/office/drawing/2014/main" id="{B1587926-46A4-4C40-AF98-7904ADBA9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784"/>
              <a:ext cx="3" cy="6"/>
            </a:xfrm>
            <a:custGeom>
              <a:avLst/>
              <a:gdLst>
                <a:gd name="T0" fmla="*/ 8 w 2"/>
                <a:gd name="T1" fmla="*/ 8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11" name="Freeform 4790">
              <a:extLst>
                <a:ext uri="{FF2B5EF4-FFF2-40B4-BE49-F238E27FC236}">
                  <a16:creationId xmlns:a16="http://schemas.microsoft.com/office/drawing/2014/main" id="{F05F6D5C-94C0-4E4D-973B-E0C9EE1A1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878"/>
              <a:ext cx="37" cy="30"/>
            </a:xfrm>
            <a:custGeom>
              <a:avLst/>
              <a:gdLst>
                <a:gd name="T0" fmla="*/ 57 w 20"/>
                <a:gd name="T1" fmla="*/ 105 h 16"/>
                <a:gd name="T2" fmla="*/ 37 w 20"/>
                <a:gd name="T3" fmla="*/ 105 h 16"/>
                <a:gd name="T4" fmla="*/ 31 w 20"/>
                <a:gd name="T5" fmla="*/ 99 h 16"/>
                <a:gd name="T6" fmla="*/ 20 w 20"/>
                <a:gd name="T7" fmla="*/ 92 h 16"/>
                <a:gd name="T8" fmla="*/ 20 w 20"/>
                <a:gd name="T9" fmla="*/ 84 h 16"/>
                <a:gd name="T10" fmla="*/ 13 w 20"/>
                <a:gd name="T11" fmla="*/ 81 h 16"/>
                <a:gd name="T12" fmla="*/ 7 w 20"/>
                <a:gd name="T13" fmla="*/ 53 h 16"/>
                <a:gd name="T14" fmla="*/ 13 w 20"/>
                <a:gd name="T15" fmla="*/ 39 h 16"/>
                <a:gd name="T16" fmla="*/ 24 w 20"/>
                <a:gd name="T17" fmla="*/ 21 h 16"/>
                <a:gd name="T18" fmla="*/ 37 w 20"/>
                <a:gd name="T19" fmla="*/ 8 h 16"/>
                <a:gd name="T20" fmla="*/ 57 w 20"/>
                <a:gd name="T21" fmla="*/ 21 h 16"/>
                <a:gd name="T22" fmla="*/ 68 w 20"/>
                <a:gd name="T23" fmla="*/ 0 h 16"/>
                <a:gd name="T24" fmla="*/ 89 w 20"/>
                <a:gd name="T25" fmla="*/ 8 h 16"/>
                <a:gd name="T26" fmla="*/ 104 w 20"/>
                <a:gd name="T27" fmla="*/ 21 h 16"/>
                <a:gd name="T28" fmla="*/ 120 w 20"/>
                <a:gd name="T29" fmla="*/ 39 h 16"/>
                <a:gd name="T30" fmla="*/ 120 w 20"/>
                <a:gd name="T31" fmla="*/ 68 h 16"/>
                <a:gd name="T32" fmla="*/ 105 w 20"/>
                <a:gd name="T33" fmla="*/ 73 h 16"/>
                <a:gd name="T34" fmla="*/ 105 w 20"/>
                <a:gd name="T35" fmla="*/ 84 h 16"/>
                <a:gd name="T36" fmla="*/ 96 w 20"/>
                <a:gd name="T37" fmla="*/ 99 h 16"/>
                <a:gd name="T38" fmla="*/ 76 w 20"/>
                <a:gd name="T39" fmla="*/ 99 h 16"/>
                <a:gd name="T40" fmla="*/ 57 w 20"/>
                <a:gd name="T41" fmla="*/ 105 h 1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" h="16">
                  <a:moveTo>
                    <a:pt x="9" y="16"/>
                  </a:moveTo>
                  <a:cubicBezTo>
                    <a:pt x="8" y="16"/>
                    <a:pt x="7" y="16"/>
                    <a:pt x="6" y="16"/>
                  </a:cubicBezTo>
                  <a:cubicBezTo>
                    <a:pt x="6" y="15"/>
                    <a:pt x="6" y="15"/>
                    <a:pt x="5" y="15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3" y="14"/>
                    <a:pt x="4" y="13"/>
                    <a:pt x="3" y="13"/>
                  </a:cubicBezTo>
                  <a:cubicBezTo>
                    <a:pt x="3" y="12"/>
                    <a:pt x="2" y="12"/>
                    <a:pt x="2" y="12"/>
                  </a:cubicBezTo>
                  <a:cubicBezTo>
                    <a:pt x="1" y="11"/>
                    <a:pt x="0" y="10"/>
                    <a:pt x="1" y="8"/>
                  </a:cubicBezTo>
                  <a:cubicBezTo>
                    <a:pt x="1" y="7"/>
                    <a:pt x="2" y="7"/>
                    <a:pt x="2" y="6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3"/>
                    <a:pt x="5" y="1"/>
                    <a:pt x="6" y="1"/>
                  </a:cubicBezTo>
                  <a:cubicBezTo>
                    <a:pt x="8" y="0"/>
                    <a:pt x="7" y="2"/>
                    <a:pt x="9" y="3"/>
                  </a:cubicBezTo>
                  <a:cubicBezTo>
                    <a:pt x="10" y="3"/>
                    <a:pt x="10" y="1"/>
                    <a:pt x="11" y="0"/>
                  </a:cubicBezTo>
                  <a:cubicBezTo>
                    <a:pt x="12" y="0"/>
                    <a:pt x="13" y="0"/>
                    <a:pt x="14" y="1"/>
                  </a:cubicBezTo>
                  <a:cubicBezTo>
                    <a:pt x="15" y="1"/>
                    <a:pt x="15" y="2"/>
                    <a:pt x="16" y="3"/>
                  </a:cubicBezTo>
                  <a:cubicBezTo>
                    <a:pt x="17" y="4"/>
                    <a:pt x="19" y="5"/>
                    <a:pt x="19" y="6"/>
                  </a:cubicBezTo>
                  <a:cubicBezTo>
                    <a:pt x="19" y="7"/>
                    <a:pt x="20" y="9"/>
                    <a:pt x="19" y="10"/>
                  </a:cubicBezTo>
                  <a:cubicBezTo>
                    <a:pt x="19" y="11"/>
                    <a:pt x="18" y="11"/>
                    <a:pt x="17" y="11"/>
                  </a:cubicBezTo>
                  <a:cubicBezTo>
                    <a:pt x="17" y="12"/>
                    <a:pt x="17" y="12"/>
                    <a:pt x="17" y="13"/>
                  </a:cubicBezTo>
                  <a:cubicBezTo>
                    <a:pt x="17" y="14"/>
                    <a:pt x="16" y="15"/>
                    <a:pt x="15" y="15"/>
                  </a:cubicBezTo>
                  <a:cubicBezTo>
                    <a:pt x="14" y="16"/>
                    <a:pt x="13" y="15"/>
                    <a:pt x="12" y="15"/>
                  </a:cubicBezTo>
                  <a:cubicBezTo>
                    <a:pt x="11" y="15"/>
                    <a:pt x="10" y="16"/>
                    <a:pt x="9" y="16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12" name="Freeform 4791">
              <a:extLst>
                <a:ext uri="{FF2B5EF4-FFF2-40B4-BE49-F238E27FC236}">
                  <a16:creationId xmlns:a16="http://schemas.microsoft.com/office/drawing/2014/main" id="{82C66AB0-6548-4DA1-A55D-BD75809F4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878"/>
              <a:ext cx="11" cy="8"/>
            </a:xfrm>
            <a:custGeom>
              <a:avLst/>
              <a:gdLst>
                <a:gd name="T0" fmla="*/ 37 w 6"/>
                <a:gd name="T1" fmla="*/ 32 h 4"/>
                <a:gd name="T2" fmla="*/ 20 w 6"/>
                <a:gd name="T3" fmla="*/ 8 h 4"/>
                <a:gd name="T4" fmla="*/ 0 w 6"/>
                <a:gd name="T5" fmla="*/ 24 h 4"/>
                <a:gd name="T6" fmla="*/ 20 w 6"/>
                <a:gd name="T7" fmla="*/ 16 h 4"/>
                <a:gd name="T8" fmla="*/ 37 w 6"/>
                <a:gd name="T9" fmla="*/ 3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5" y="3"/>
                    <a:pt x="5" y="1"/>
                    <a:pt x="3" y="1"/>
                  </a:cubicBezTo>
                  <a:cubicBezTo>
                    <a:pt x="1" y="0"/>
                    <a:pt x="1" y="2"/>
                    <a:pt x="0" y="3"/>
                  </a:cubicBezTo>
                  <a:cubicBezTo>
                    <a:pt x="1" y="2"/>
                    <a:pt x="2" y="1"/>
                    <a:pt x="3" y="2"/>
                  </a:cubicBezTo>
                  <a:cubicBezTo>
                    <a:pt x="4" y="3"/>
                    <a:pt x="5" y="3"/>
                    <a:pt x="6" y="4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13" name="Freeform 4792">
              <a:extLst>
                <a:ext uri="{FF2B5EF4-FFF2-40B4-BE49-F238E27FC236}">
                  <a16:creationId xmlns:a16="http://schemas.microsoft.com/office/drawing/2014/main" id="{860E1E07-6D12-4D9B-B83F-EADE586AF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880"/>
              <a:ext cx="10" cy="6"/>
            </a:xfrm>
            <a:custGeom>
              <a:avLst/>
              <a:gdLst>
                <a:gd name="T0" fmla="*/ 32 w 5"/>
                <a:gd name="T1" fmla="*/ 16 h 3"/>
                <a:gd name="T2" fmla="*/ 16 w 5"/>
                <a:gd name="T3" fmla="*/ 8 h 3"/>
                <a:gd name="T4" fmla="*/ 0 w 5"/>
                <a:gd name="T5" fmla="*/ 24 h 3"/>
                <a:gd name="T6" fmla="*/ 16 w 5"/>
                <a:gd name="T7" fmla="*/ 16 h 3"/>
                <a:gd name="T8" fmla="*/ 40 w 5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4" y="2"/>
                  </a:moveTo>
                  <a:cubicBezTo>
                    <a:pt x="3" y="2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1"/>
                    <a:pt x="4" y="3"/>
                    <a:pt x="5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14" name="Freeform 4793">
              <a:extLst>
                <a:ext uri="{FF2B5EF4-FFF2-40B4-BE49-F238E27FC236}">
                  <a16:creationId xmlns:a16="http://schemas.microsoft.com/office/drawing/2014/main" id="{D5FF412D-7D59-463F-98DB-5FED83332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884"/>
              <a:ext cx="7" cy="18"/>
            </a:xfrm>
            <a:custGeom>
              <a:avLst/>
              <a:gdLst>
                <a:gd name="T0" fmla="*/ 21 w 4"/>
                <a:gd name="T1" fmla="*/ 58 h 10"/>
                <a:gd name="T2" fmla="*/ 7 w 4"/>
                <a:gd name="T3" fmla="*/ 29 h 10"/>
                <a:gd name="T4" fmla="*/ 12 w 4"/>
                <a:gd name="T5" fmla="*/ 16 h 10"/>
                <a:gd name="T6" fmla="*/ 21 w 4"/>
                <a:gd name="T7" fmla="*/ 0 h 10"/>
                <a:gd name="T8" fmla="*/ 16 w 4"/>
                <a:gd name="T9" fmla="*/ 23 h 10"/>
                <a:gd name="T10" fmla="*/ 16 w 4"/>
                <a:gd name="T11" fmla="*/ 29 h 10"/>
                <a:gd name="T12" fmla="*/ 12 w 4"/>
                <a:gd name="T13" fmla="*/ 36 h 10"/>
                <a:gd name="T14" fmla="*/ 21 w 4"/>
                <a:gd name="T15" fmla="*/ 45 h 10"/>
                <a:gd name="T16" fmla="*/ 21 w 4"/>
                <a:gd name="T17" fmla="*/ 5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4" y="8"/>
                    <a:pt x="0" y="8"/>
                    <a:pt x="1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3" y="1"/>
                    <a:pt x="3" y="3"/>
                    <a:pt x="3" y="4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3" y="5"/>
                    <a:pt x="2" y="6"/>
                    <a:pt x="2" y="6"/>
                  </a:cubicBezTo>
                  <a:cubicBezTo>
                    <a:pt x="2" y="7"/>
                    <a:pt x="4" y="7"/>
                    <a:pt x="4" y="8"/>
                  </a:cubicBezTo>
                  <a:cubicBezTo>
                    <a:pt x="4" y="9"/>
                    <a:pt x="4" y="9"/>
                    <a:pt x="4" y="1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15" name="Freeform 4794">
              <a:extLst>
                <a:ext uri="{FF2B5EF4-FFF2-40B4-BE49-F238E27FC236}">
                  <a16:creationId xmlns:a16="http://schemas.microsoft.com/office/drawing/2014/main" id="{3AF69A96-5046-4E1E-AE76-C30E30A57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902"/>
              <a:ext cx="9" cy="4"/>
            </a:xfrm>
            <a:custGeom>
              <a:avLst/>
              <a:gdLst>
                <a:gd name="T0" fmla="*/ 29 w 5"/>
                <a:gd name="T1" fmla="*/ 16 h 2"/>
                <a:gd name="T2" fmla="*/ 16 w 5"/>
                <a:gd name="T3" fmla="*/ 8 h 2"/>
                <a:gd name="T4" fmla="*/ 0 w 5"/>
                <a:gd name="T5" fmla="*/ 8 h 2"/>
                <a:gd name="T6" fmla="*/ 16 w 5"/>
                <a:gd name="T7" fmla="*/ 8 h 2"/>
                <a:gd name="T8" fmla="*/ 29 w 5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2"/>
                    <a:pt x="3" y="2"/>
                    <a:pt x="3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1" y="1"/>
                    <a:pt x="1" y="0"/>
                    <a:pt x="3" y="1"/>
                  </a:cubicBezTo>
                  <a:cubicBezTo>
                    <a:pt x="3" y="1"/>
                    <a:pt x="4" y="2"/>
                    <a:pt x="5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16" name="Freeform 4795">
              <a:extLst>
                <a:ext uri="{FF2B5EF4-FFF2-40B4-BE49-F238E27FC236}">
                  <a16:creationId xmlns:a16="http://schemas.microsoft.com/office/drawing/2014/main" id="{9CB7C9F0-F5C0-47B0-B898-BF20623E6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893"/>
              <a:ext cx="3" cy="6"/>
            </a:xfrm>
            <a:custGeom>
              <a:avLst/>
              <a:gdLst>
                <a:gd name="T0" fmla="*/ 5 w 2"/>
                <a:gd name="T1" fmla="*/ 16 h 3"/>
                <a:gd name="T2" fmla="*/ 5 w 2"/>
                <a:gd name="T3" fmla="*/ 0 h 3"/>
                <a:gd name="T4" fmla="*/ 0 w 2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2" y="2"/>
                    <a:pt x="2" y="1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17" name="Freeform 4796">
              <a:extLst>
                <a:ext uri="{FF2B5EF4-FFF2-40B4-BE49-F238E27FC236}">
                  <a16:creationId xmlns:a16="http://schemas.microsoft.com/office/drawing/2014/main" id="{FD370616-370E-4801-B2D0-086098998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901"/>
              <a:ext cx="6" cy="5"/>
            </a:xfrm>
            <a:custGeom>
              <a:avLst/>
              <a:gdLst>
                <a:gd name="T0" fmla="*/ 16 w 3"/>
                <a:gd name="T1" fmla="*/ 8 h 3"/>
                <a:gd name="T2" fmla="*/ 8 w 3"/>
                <a:gd name="T3" fmla="*/ 5 h 3"/>
                <a:gd name="T4" fmla="*/ 0 w 3"/>
                <a:gd name="T5" fmla="*/ 0 h 3"/>
                <a:gd name="T6" fmla="*/ 8 w 3"/>
                <a:gd name="T7" fmla="*/ 8 h 3"/>
                <a:gd name="T8" fmla="*/ 24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2" y="3"/>
                    <a:pt x="2" y="2"/>
                    <a:pt x="3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18" name="Freeform 4797">
              <a:extLst>
                <a:ext uri="{FF2B5EF4-FFF2-40B4-BE49-F238E27FC236}">
                  <a16:creationId xmlns:a16="http://schemas.microsoft.com/office/drawing/2014/main" id="{70246F2D-9D13-476E-9907-DDE083362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89"/>
              <a:ext cx="4" cy="12"/>
            </a:xfrm>
            <a:custGeom>
              <a:avLst/>
              <a:gdLst>
                <a:gd name="T0" fmla="*/ 16 w 2"/>
                <a:gd name="T1" fmla="*/ 40 h 6"/>
                <a:gd name="T2" fmla="*/ 0 w 2"/>
                <a:gd name="T3" fmla="*/ 24 h 6"/>
                <a:gd name="T4" fmla="*/ 8 w 2"/>
                <a:gd name="T5" fmla="*/ 16 h 6"/>
                <a:gd name="T6" fmla="*/ 8 w 2"/>
                <a:gd name="T7" fmla="*/ 0 h 6"/>
                <a:gd name="T8" fmla="*/ 8 w 2"/>
                <a:gd name="T9" fmla="*/ 32 h 6"/>
                <a:gd name="T10" fmla="*/ 16 w 2"/>
                <a:gd name="T11" fmla="*/ 48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3"/>
                    <a:pt x="0" y="3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" y="1"/>
                    <a:pt x="1" y="3"/>
                    <a:pt x="1" y="4"/>
                  </a:cubicBezTo>
                  <a:cubicBezTo>
                    <a:pt x="1" y="5"/>
                    <a:pt x="2" y="5"/>
                    <a:pt x="2" y="6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19" name="Freeform 4798">
              <a:extLst>
                <a:ext uri="{FF2B5EF4-FFF2-40B4-BE49-F238E27FC236}">
                  <a16:creationId xmlns:a16="http://schemas.microsoft.com/office/drawing/2014/main" id="{058E5B65-2ADE-41C3-A537-8FE78007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880"/>
              <a:ext cx="6" cy="6"/>
            </a:xfrm>
            <a:custGeom>
              <a:avLst/>
              <a:gdLst>
                <a:gd name="T0" fmla="*/ 24 w 3"/>
                <a:gd name="T1" fmla="*/ 16 h 3"/>
                <a:gd name="T2" fmla="*/ 0 w 3"/>
                <a:gd name="T3" fmla="*/ 8 h 3"/>
                <a:gd name="T4" fmla="*/ 0 w 3"/>
                <a:gd name="T5" fmla="*/ 8 h 3"/>
                <a:gd name="T6" fmla="*/ 0 w 3"/>
                <a:gd name="T7" fmla="*/ 8 h 3"/>
                <a:gd name="T8" fmla="*/ 8 w 3"/>
                <a:gd name="T9" fmla="*/ 16 h 3"/>
                <a:gd name="T10" fmla="*/ 24 w 3"/>
                <a:gd name="T11" fmla="*/ 16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2" y="3"/>
                    <a:pt x="3" y="3"/>
                    <a:pt x="3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20" name="Freeform 4799">
              <a:extLst>
                <a:ext uri="{FF2B5EF4-FFF2-40B4-BE49-F238E27FC236}">
                  <a16:creationId xmlns:a16="http://schemas.microsoft.com/office/drawing/2014/main" id="{DBB0A9D8-AE95-4A67-9924-9158A64F8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878"/>
              <a:ext cx="5" cy="4"/>
            </a:xfrm>
            <a:custGeom>
              <a:avLst/>
              <a:gdLst>
                <a:gd name="T0" fmla="*/ 13 w 3"/>
                <a:gd name="T1" fmla="*/ 8 h 2"/>
                <a:gd name="T2" fmla="*/ 5 w 3"/>
                <a:gd name="T3" fmla="*/ 8 h 2"/>
                <a:gd name="T4" fmla="*/ 0 w 3"/>
                <a:gd name="T5" fmla="*/ 16 h 2"/>
                <a:gd name="T6" fmla="*/ 5 w 3"/>
                <a:gd name="T7" fmla="*/ 8 h 2"/>
                <a:gd name="T8" fmla="*/ 13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21" name="Freeform 4800">
              <a:extLst>
                <a:ext uri="{FF2B5EF4-FFF2-40B4-BE49-F238E27FC236}">
                  <a16:creationId xmlns:a16="http://schemas.microsoft.com/office/drawing/2014/main" id="{A690FF8E-5AB2-4CA8-BDD3-3DF732861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895"/>
              <a:ext cx="2" cy="9"/>
            </a:xfrm>
            <a:custGeom>
              <a:avLst/>
              <a:gdLst>
                <a:gd name="T0" fmla="*/ 0 w 1"/>
                <a:gd name="T1" fmla="*/ 29 h 5"/>
                <a:gd name="T2" fmla="*/ 0 w 1"/>
                <a:gd name="T3" fmla="*/ 16 h 5"/>
                <a:gd name="T4" fmla="*/ 8 w 1"/>
                <a:gd name="T5" fmla="*/ 0 h 5"/>
                <a:gd name="T6" fmla="*/ 0 w 1"/>
                <a:gd name="T7" fmla="*/ 13 h 5"/>
                <a:gd name="T8" fmla="*/ 0 w 1"/>
                <a:gd name="T9" fmla="*/ 2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22" name="Freeform 4801">
              <a:extLst>
                <a:ext uri="{FF2B5EF4-FFF2-40B4-BE49-F238E27FC236}">
                  <a16:creationId xmlns:a16="http://schemas.microsoft.com/office/drawing/2014/main" id="{70BA82D8-A378-4522-BBFF-EFC6DF8C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878"/>
              <a:ext cx="37" cy="30"/>
            </a:xfrm>
            <a:custGeom>
              <a:avLst/>
              <a:gdLst>
                <a:gd name="T0" fmla="*/ 57 w 20"/>
                <a:gd name="T1" fmla="*/ 105 h 16"/>
                <a:gd name="T2" fmla="*/ 37 w 20"/>
                <a:gd name="T3" fmla="*/ 105 h 16"/>
                <a:gd name="T4" fmla="*/ 31 w 20"/>
                <a:gd name="T5" fmla="*/ 99 h 16"/>
                <a:gd name="T6" fmla="*/ 20 w 20"/>
                <a:gd name="T7" fmla="*/ 92 h 16"/>
                <a:gd name="T8" fmla="*/ 20 w 20"/>
                <a:gd name="T9" fmla="*/ 84 h 16"/>
                <a:gd name="T10" fmla="*/ 13 w 20"/>
                <a:gd name="T11" fmla="*/ 81 h 16"/>
                <a:gd name="T12" fmla="*/ 7 w 20"/>
                <a:gd name="T13" fmla="*/ 53 h 16"/>
                <a:gd name="T14" fmla="*/ 13 w 20"/>
                <a:gd name="T15" fmla="*/ 39 h 16"/>
                <a:gd name="T16" fmla="*/ 24 w 20"/>
                <a:gd name="T17" fmla="*/ 21 h 16"/>
                <a:gd name="T18" fmla="*/ 37 w 20"/>
                <a:gd name="T19" fmla="*/ 8 h 16"/>
                <a:gd name="T20" fmla="*/ 57 w 20"/>
                <a:gd name="T21" fmla="*/ 21 h 16"/>
                <a:gd name="T22" fmla="*/ 68 w 20"/>
                <a:gd name="T23" fmla="*/ 0 h 16"/>
                <a:gd name="T24" fmla="*/ 89 w 20"/>
                <a:gd name="T25" fmla="*/ 8 h 16"/>
                <a:gd name="T26" fmla="*/ 104 w 20"/>
                <a:gd name="T27" fmla="*/ 21 h 16"/>
                <a:gd name="T28" fmla="*/ 120 w 20"/>
                <a:gd name="T29" fmla="*/ 39 h 16"/>
                <a:gd name="T30" fmla="*/ 120 w 20"/>
                <a:gd name="T31" fmla="*/ 68 h 16"/>
                <a:gd name="T32" fmla="*/ 105 w 20"/>
                <a:gd name="T33" fmla="*/ 73 h 16"/>
                <a:gd name="T34" fmla="*/ 105 w 20"/>
                <a:gd name="T35" fmla="*/ 84 h 16"/>
                <a:gd name="T36" fmla="*/ 96 w 20"/>
                <a:gd name="T37" fmla="*/ 99 h 16"/>
                <a:gd name="T38" fmla="*/ 76 w 20"/>
                <a:gd name="T39" fmla="*/ 99 h 16"/>
                <a:gd name="T40" fmla="*/ 57 w 20"/>
                <a:gd name="T41" fmla="*/ 105 h 1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" h="16">
                  <a:moveTo>
                    <a:pt x="9" y="16"/>
                  </a:moveTo>
                  <a:cubicBezTo>
                    <a:pt x="8" y="16"/>
                    <a:pt x="7" y="16"/>
                    <a:pt x="6" y="16"/>
                  </a:cubicBezTo>
                  <a:cubicBezTo>
                    <a:pt x="6" y="15"/>
                    <a:pt x="6" y="15"/>
                    <a:pt x="5" y="15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3" y="14"/>
                    <a:pt x="4" y="13"/>
                    <a:pt x="3" y="13"/>
                  </a:cubicBezTo>
                  <a:cubicBezTo>
                    <a:pt x="3" y="12"/>
                    <a:pt x="2" y="12"/>
                    <a:pt x="2" y="12"/>
                  </a:cubicBezTo>
                  <a:cubicBezTo>
                    <a:pt x="1" y="11"/>
                    <a:pt x="0" y="10"/>
                    <a:pt x="1" y="8"/>
                  </a:cubicBezTo>
                  <a:cubicBezTo>
                    <a:pt x="1" y="7"/>
                    <a:pt x="2" y="7"/>
                    <a:pt x="2" y="6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3"/>
                    <a:pt x="5" y="1"/>
                    <a:pt x="6" y="1"/>
                  </a:cubicBezTo>
                  <a:cubicBezTo>
                    <a:pt x="8" y="0"/>
                    <a:pt x="7" y="2"/>
                    <a:pt x="9" y="3"/>
                  </a:cubicBezTo>
                  <a:cubicBezTo>
                    <a:pt x="10" y="3"/>
                    <a:pt x="10" y="1"/>
                    <a:pt x="11" y="0"/>
                  </a:cubicBezTo>
                  <a:cubicBezTo>
                    <a:pt x="12" y="0"/>
                    <a:pt x="13" y="0"/>
                    <a:pt x="14" y="1"/>
                  </a:cubicBezTo>
                  <a:cubicBezTo>
                    <a:pt x="15" y="1"/>
                    <a:pt x="15" y="2"/>
                    <a:pt x="16" y="3"/>
                  </a:cubicBezTo>
                  <a:cubicBezTo>
                    <a:pt x="17" y="4"/>
                    <a:pt x="19" y="5"/>
                    <a:pt x="19" y="6"/>
                  </a:cubicBezTo>
                  <a:cubicBezTo>
                    <a:pt x="19" y="7"/>
                    <a:pt x="20" y="9"/>
                    <a:pt x="19" y="10"/>
                  </a:cubicBezTo>
                  <a:cubicBezTo>
                    <a:pt x="19" y="11"/>
                    <a:pt x="18" y="11"/>
                    <a:pt x="17" y="11"/>
                  </a:cubicBezTo>
                  <a:cubicBezTo>
                    <a:pt x="17" y="12"/>
                    <a:pt x="17" y="12"/>
                    <a:pt x="17" y="13"/>
                  </a:cubicBezTo>
                  <a:cubicBezTo>
                    <a:pt x="17" y="14"/>
                    <a:pt x="16" y="15"/>
                    <a:pt x="15" y="15"/>
                  </a:cubicBezTo>
                  <a:cubicBezTo>
                    <a:pt x="14" y="16"/>
                    <a:pt x="13" y="15"/>
                    <a:pt x="12" y="15"/>
                  </a:cubicBezTo>
                  <a:cubicBezTo>
                    <a:pt x="11" y="15"/>
                    <a:pt x="10" y="16"/>
                    <a:pt x="9" y="1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23" name="Freeform 4802">
              <a:extLst>
                <a:ext uri="{FF2B5EF4-FFF2-40B4-BE49-F238E27FC236}">
                  <a16:creationId xmlns:a16="http://schemas.microsoft.com/office/drawing/2014/main" id="{DF3BE802-4671-4755-A956-1D970D31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882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24" name="Freeform 4803">
              <a:extLst>
                <a:ext uri="{FF2B5EF4-FFF2-40B4-BE49-F238E27FC236}">
                  <a16:creationId xmlns:a16="http://schemas.microsoft.com/office/drawing/2014/main" id="{C027900C-1368-4A81-9775-2C8619E8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901"/>
              <a:ext cx="6" cy="3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25" name="Freeform 4804">
              <a:extLst>
                <a:ext uri="{FF2B5EF4-FFF2-40B4-BE49-F238E27FC236}">
                  <a16:creationId xmlns:a16="http://schemas.microsoft.com/office/drawing/2014/main" id="{37335C87-66A9-4ADD-AD56-363CCD2DE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897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26" name="Freeform 4805">
              <a:extLst>
                <a:ext uri="{FF2B5EF4-FFF2-40B4-BE49-F238E27FC236}">
                  <a16:creationId xmlns:a16="http://schemas.microsoft.com/office/drawing/2014/main" id="{AD0A47DE-D5CF-415F-8FFF-0411CAEC8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897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27" name="Freeform 4806">
              <a:extLst>
                <a:ext uri="{FF2B5EF4-FFF2-40B4-BE49-F238E27FC236}">
                  <a16:creationId xmlns:a16="http://schemas.microsoft.com/office/drawing/2014/main" id="{C0624140-1CD7-45D4-834D-A7BDF60F7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887"/>
              <a:ext cx="6" cy="10"/>
            </a:xfrm>
            <a:custGeom>
              <a:avLst/>
              <a:gdLst>
                <a:gd name="T0" fmla="*/ 8 w 3"/>
                <a:gd name="T1" fmla="*/ 0 h 5"/>
                <a:gd name="T2" fmla="*/ 0 w 3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3" y="2"/>
                    <a:pt x="2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28" name="Freeform 4807">
              <a:extLst>
                <a:ext uri="{FF2B5EF4-FFF2-40B4-BE49-F238E27FC236}">
                  <a16:creationId xmlns:a16="http://schemas.microsoft.com/office/drawing/2014/main" id="{DC7A55B1-F946-4BB9-8BB5-EE5DB0704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897"/>
              <a:ext cx="2" cy="4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29" name="Freeform 4808">
              <a:extLst>
                <a:ext uri="{FF2B5EF4-FFF2-40B4-BE49-F238E27FC236}">
                  <a16:creationId xmlns:a16="http://schemas.microsoft.com/office/drawing/2014/main" id="{7988FD3C-83E6-4A84-A59C-0C73CA523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895"/>
              <a:ext cx="6" cy="6"/>
            </a:xfrm>
            <a:custGeom>
              <a:avLst/>
              <a:gdLst>
                <a:gd name="T0" fmla="*/ 24 w 3"/>
                <a:gd name="T1" fmla="*/ 1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0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30" name="Freeform 4809">
              <a:extLst>
                <a:ext uri="{FF2B5EF4-FFF2-40B4-BE49-F238E27FC236}">
                  <a16:creationId xmlns:a16="http://schemas.microsoft.com/office/drawing/2014/main" id="{2017D2FA-E15F-49C7-9C24-70D3BD383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891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31" name="Freeform 4810">
              <a:extLst>
                <a:ext uri="{FF2B5EF4-FFF2-40B4-BE49-F238E27FC236}">
                  <a16:creationId xmlns:a16="http://schemas.microsoft.com/office/drawing/2014/main" id="{CE8E5A47-9B8E-4A8C-AF76-DEB101638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893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32" name="Freeform 4811">
              <a:extLst>
                <a:ext uri="{FF2B5EF4-FFF2-40B4-BE49-F238E27FC236}">
                  <a16:creationId xmlns:a16="http://schemas.microsoft.com/office/drawing/2014/main" id="{CA4D1976-8B19-486D-AC59-A0B666B4E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897"/>
              <a:ext cx="10" cy="7"/>
            </a:xfrm>
            <a:custGeom>
              <a:avLst/>
              <a:gdLst>
                <a:gd name="T0" fmla="*/ 0 w 5"/>
                <a:gd name="T1" fmla="*/ 0 h 4"/>
                <a:gd name="T2" fmla="*/ 8 w 5"/>
                <a:gd name="T3" fmla="*/ 7 h 4"/>
                <a:gd name="T4" fmla="*/ 16 w 5"/>
                <a:gd name="T5" fmla="*/ 12 h 4"/>
                <a:gd name="T6" fmla="*/ 24 w 5"/>
                <a:gd name="T7" fmla="*/ 12 h 4"/>
                <a:gd name="T8" fmla="*/ 24 w 5"/>
                <a:gd name="T9" fmla="*/ 16 h 4"/>
                <a:gd name="T10" fmla="*/ 40 w 5"/>
                <a:gd name="T11" fmla="*/ 21 h 4"/>
                <a:gd name="T12" fmla="*/ 24 w 5"/>
                <a:gd name="T13" fmla="*/ 21 h 4"/>
                <a:gd name="T14" fmla="*/ 8 w 5"/>
                <a:gd name="T15" fmla="*/ 21 h 4"/>
                <a:gd name="T16" fmla="*/ 8 w 5"/>
                <a:gd name="T17" fmla="*/ 12 h 4"/>
                <a:gd name="T18" fmla="*/ 8 w 5"/>
                <a:gd name="T19" fmla="*/ 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4" y="3"/>
                    <a:pt x="4" y="4"/>
                    <a:pt x="5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33" name="Freeform 4812">
              <a:extLst>
                <a:ext uri="{FF2B5EF4-FFF2-40B4-BE49-F238E27FC236}">
                  <a16:creationId xmlns:a16="http://schemas.microsoft.com/office/drawing/2014/main" id="{CE829C35-484F-4104-9B52-41C56422C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893"/>
              <a:ext cx="4" cy="8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16 h 4"/>
                <a:gd name="T4" fmla="*/ 0 w 2"/>
                <a:gd name="T5" fmla="*/ 32 h 4"/>
                <a:gd name="T6" fmla="*/ 8 w 2"/>
                <a:gd name="T7" fmla="*/ 32 h 4"/>
                <a:gd name="T8" fmla="*/ 8 w 2"/>
                <a:gd name="T9" fmla="*/ 16 h 4"/>
                <a:gd name="T10" fmla="*/ 8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34" name="Freeform 4813">
              <a:extLst>
                <a:ext uri="{FF2B5EF4-FFF2-40B4-BE49-F238E27FC236}">
                  <a16:creationId xmlns:a16="http://schemas.microsoft.com/office/drawing/2014/main" id="{F8C0C5FE-EE6D-40C0-BE16-B0E0876DB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891"/>
              <a:ext cx="8" cy="2"/>
            </a:xfrm>
            <a:custGeom>
              <a:avLst/>
              <a:gdLst>
                <a:gd name="T0" fmla="*/ 32 w 4"/>
                <a:gd name="T1" fmla="*/ 0 h 1"/>
                <a:gd name="T2" fmla="*/ 16 w 4"/>
                <a:gd name="T3" fmla="*/ 8 h 1"/>
                <a:gd name="T4" fmla="*/ 0 w 4"/>
                <a:gd name="T5" fmla="*/ 8 h 1"/>
                <a:gd name="T6" fmla="*/ 16 w 4"/>
                <a:gd name="T7" fmla="*/ 0 h 1"/>
                <a:gd name="T8" fmla="*/ 24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35" name="Freeform 4814">
              <a:extLst>
                <a:ext uri="{FF2B5EF4-FFF2-40B4-BE49-F238E27FC236}">
                  <a16:creationId xmlns:a16="http://schemas.microsoft.com/office/drawing/2014/main" id="{4AECBFCF-A974-496C-95E2-C82CC5CD1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891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8 h 1"/>
                <a:gd name="T4" fmla="*/ 0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36" name="Freeform 4815">
              <a:extLst>
                <a:ext uri="{FF2B5EF4-FFF2-40B4-BE49-F238E27FC236}">
                  <a16:creationId xmlns:a16="http://schemas.microsoft.com/office/drawing/2014/main" id="{4C3A08A9-CDE1-44C3-99B8-7FA62117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895"/>
              <a:ext cx="2" cy="4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8 h 2"/>
                <a:gd name="T4" fmla="*/ 0 w 1"/>
                <a:gd name="T5" fmla="*/ 16 h 2"/>
                <a:gd name="T6" fmla="*/ 8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37" name="Freeform 4816">
              <a:extLst>
                <a:ext uri="{FF2B5EF4-FFF2-40B4-BE49-F238E27FC236}">
                  <a16:creationId xmlns:a16="http://schemas.microsoft.com/office/drawing/2014/main" id="{5D7F9056-2E4E-4A93-89E9-C90CB7A05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904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0 h 1"/>
                <a:gd name="T4" fmla="*/ 8 w 3"/>
                <a:gd name="T5" fmla="*/ 0 h 1"/>
                <a:gd name="T6" fmla="*/ 16 w 3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38" name="Freeform 4817">
              <a:extLst>
                <a:ext uri="{FF2B5EF4-FFF2-40B4-BE49-F238E27FC236}">
                  <a16:creationId xmlns:a16="http://schemas.microsoft.com/office/drawing/2014/main" id="{201999DA-673B-4421-9512-0457B5AF1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897"/>
              <a:ext cx="8" cy="5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8 h 3"/>
                <a:gd name="T4" fmla="*/ 16 w 4"/>
                <a:gd name="T5" fmla="*/ 8 h 3"/>
                <a:gd name="T6" fmla="*/ 32 w 4"/>
                <a:gd name="T7" fmla="*/ 13 h 3"/>
                <a:gd name="T8" fmla="*/ 8 w 4"/>
                <a:gd name="T9" fmla="*/ 13 h 3"/>
                <a:gd name="T10" fmla="*/ 8 w 4"/>
                <a:gd name="T11" fmla="*/ 8 h 3"/>
                <a:gd name="T12" fmla="*/ 0 w 4"/>
                <a:gd name="T13" fmla="*/ 5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39" name="Freeform 4818">
              <a:extLst>
                <a:ext uri="{FF2B5EF4-FFF2-40B4-BE49-F238E27FC236}">
                  <a16:creationId xmlns:a16="http://schemas.microsoft.com/office/drawing/2014/main" id="{3B1CD93A-01D3-47BE-B5BA-07D502EEC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887"/>
              <a:ext cx="3" cy="8"/>
            </a:xfrm>
            <a:custGeom>
              <a:avLst/>
              <a:gdLst>
                <a:gd name="T0" fmla="*/ 5 w 2"/>
                <a:gd name="T1" fmla="*/ 0 h 4"/>
                <a:gd name="T2" fmla="*/ 8 w 2"/>
                <a:gd name="T3" fmla="*/ 16 h 4"/>
                <a:gd name="T4" fmla="*/ 0 w 2"/>
                <a:gd name="T5" fmla="*/ 32 h 4"/>
                <a:gd name="T6" fmla="*/ 5 w 2"/>
                <a:gd name="T7" fmla="*/ 16 h 4"/>
                <a:gd name="T8" fmla="*/ 5 w 2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2" y="0"/>
                    <a:pt x="2" y="2"/>
                    <a:pt x="2" y="2"/>
                  </a:cubicBezTo>
                  <a:cubicBezTo>
                    <a:pt x="2" y="3"/>
                    <a:pt x="1" y="4"/>
                    <a:pt x="0" y="4"/>
                  </a:cubicBezTo>
                  <a:cubicBezTo>
                    <a:pt x="1" y="4"/>
                    <a:pt x="2" y="3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40" name="Freeform 4819">
              <a:extLst>
                <a:ext uri="{FF2B5EF4-FFF2-40B4-BE49-F238E27FC236}">
                  <a16:creationId xmlns:a16="http://schemas.microsoft.com/office/drawing/2014/main" id="{C91E9715-E1FB-4FA4-B226-C252D9188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893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16 h 3"/>
                <a:gd name="T4" fmla="*/ 0 w 2"/>
                <a:gd name="T5" fmla="*/ 8 h 3"/>
                <a:gd name="T6" fmla="*/ 8 w 2"/>
                <a:gd name="T7" fmla="*/ 16 h 3"/>
                <a:gd name="T8" fmla="*/ 0 w 2"/>
                <a:gd name="T9" fmla="*/ 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2" y="2"/>
                    <a:pt x="1" y="2"/>
                    <a:pt x="0" y="3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41" name="Freeform 4820">
              <a:extLst>
                <a:ext uri="{FF2B5EF4-FFF2-40B4-BE49-F238E27FC236}">
                  <a16:creationId xmlns:a16="http://schemas.microsoft.com/office/drawing/2014/main" id="{6F615BF9-3014-40AB-9FC7-3660106C9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889"/>
              <a:ext cx="2" cy="4"/>
            </a:xfrm>
            <a:custGeom>
              <a:avLst/>
              <a:gdLst>
                <a:gd name="T0" fmla="*/ 8 w 1"/>
                <a:gd name="T1" fmla="*/ 8 h 2"/>
                <a:gd name="T2" fmla="*/ 8 w 1"/>
                <a:gd name="T3" fmla="*/ 16 h 2"/>
                <a:gd name="T4" fmla="*/ 8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42" name="Freeform 4821">
              <a:extLst>
                <a:ext uri="{FF2B5EF4-FFF2-40B4-BE49-F238E27FC236}">
                  <a16:creationId xmlns:a16="http://schemas.microsoft.com/office/drawing/2014/main" id="{25141510-E98E-4CAA-A6FA-FD94BBA20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89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43" name="Freeform 4822">
              <a:extLst>
                <a:ext uri="{FF2B5EF4-FFF2-40B4-BE49-F238E27FC236}">
                  <a16:creationId xmlns:a16="http://schemas.microsoft.com/office/drawing/2014/main" id="{A62403B1-3DBA-4582-A0B2-BFCB6AF30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740"/>
              <a:ext cx="50" cy="43"/>
            </a:xfrm>
            <a:custGeom>
              <a:avLst/>
              <a:gdLst>
                <a:gd name="T0" fmla="*/ 150 w 27"/>
                <a:gd name="T1" fmla="*/ 24 h 23"/>
                <a:gd name="T2" fmla="*/ 165 w 27"/>
                <a:gd name="T3" fmla="*/ 67 h 23"/>
                <a:gd name="T4" fmla="*/ 157 w 27"/>
                <a:gd name="T5" fmla="*/ 77 h 23"/>
                <a:gd name="T6" fmla="*/ 150 w 27"/>
                <a:gd name="T7" fmla="*/ 92 h 23"/>
                <a:gd name="T8" fmla="*/ 141 w 27"/>
                <a:gd name="T9" fmla="*/ 112 h 23"/>
                <a:gd name="T10" fmla="*/ 128 w 27"/>
                <a:gd name="T11" fmla="*/ 129 h 23"/>
                <a:gd name="T12" fmla="*/ 104 w 27"/>
                <a:gd name="T13" fmla="*/ 125 h 23"/>
                <a:gd name="T14" fmla="*/ 76 w 27"/>
                <a:gd name="T15" fmla="*/ 144 h 23"/>
                <a:gd name="T16" fmla="*/ 52 w 27"/>
                <a:gd name="T17" fmla="*/ 129 h 23"/>
                <a:gd name="T18" fmla="*/ 24 w 27"/>
                <a:gd name="T19" fmla="*/ 125 h 23"/>
                <a:gd name="T20" fmla="*/ 20 w 27"/>
                <a:gd name="T21" fmla="*/ 105 h 23"/>
                <a:gd name="T22" fmla="*/ 7 w 27"/>
                <a:gd name="T23" fmla="*/ 77 h 23"/>
                <a:gd name="T24" fmla="*/ 24 w 27"/>
                <a:gd name="T25" fmla="*/ 24 h 23"/>
                <a:gd name="T26" fmla="*/ 52 w 27"/>
                <a:gd name="T27" fmla="*/ 13 h 23"/>
                <a:gd name="T28" fmla="*/ 76 w 27"/>
                <a:gd name="T29" fmla="*/ 7 h 23"/>
                <a:gd name="T30" fmla="*/ 89 w 27"/>
                <a:gd name="T31" fmla="*/ 7 h 23"/>
                <a:gd name="T32" fmla="*/ 106 w 27"/>
                <a:gd name="T33" fmla="*/ 0 h 23"/>
                <a:gd name="T34" fmla="*/ 133 w 27"/>
                <a:gd name="T35" fmla="*/ 7 h 23"/>
                <a:gd name="T36" fmla="*/ 150 w 27"/>
                <a:gd name="T37" fmla="*/ 24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" h="23">
                  <a:moveTo>
                    <a:pt x="24" y="4"/>
                  </a:moveTo>
                  <a:cubicBezTo>
                    <a:pt x="25" y="5"/>
                    <a:pt x="27" y="9"/>
                    <a:pt x="26" y="10"/>
                  </a:cubicBezTo>
                  <a:cubicBezTo>
                    <a:pt x="26" y="11"/>
                    <a:pt x="25" y="11"/>
                    <a:pt x="25" y="12"/>
                  </a:cubicBezTo>
                  <a:cubicBezTo>
                    <a:pt x="24" y="13"/>
                    <a:pt x="24" y="12"/>
                    <a:pt x="24" y="14"/>
                  </a:cubicBezTo>
                  <a:cubicBezTo>
                    <a:pt x="24" y="15"/>
                    <a:pt x="23" y="16"/>
                    <a:pt x="22" y="17"/>
                  </a:cubicBezTo>
                  <a:cubicBezTo>
                    <a:pt x="22" y="18"/>
                    <a:pt x="22" y="20"/>
                    <a:pt x="20" y="20"/>
                  </a:cubicBezTo>
                  <a:cubicBezTo>
                    <a:pt x="18" y="20"/>
                    <a:pt x="17" y="19"/>
                    <a:pt x="16" y="19"/>
                  </a:cubicBezTo>
                  <a:cubicBezTo>
                    <a:pt x="14" y="20"/>
                    <a:pt x="13" y="22"/>
                    <a:pt x="12" y="22"/>
                  </a:cubicBezTo>
                  <a:cubicBezTo>
                    <a:pt x="10" y="23"/>
                    <a:pt x="10" y="21"/>
                    <a:pt x="8" y="20"/>
                  </a:cubicBezTo>
                  <a:cubicBezTo>
                    <a:pt x="7" y="19"/>
                    <a:pt x="6" y="20"/>
                    <a:pt x="4" y="19"/>
                  </a:cubicBezTo>
                  <a:cubicBezTo>
                    <a:pt x="3" y="19"/>
                    <a:pt x="3" y="17"/>
                    <a:pt x="3" y="16"/>
                  </a:cubicBezTo>
                  <a:cubicBezTo>
                    <a:pt x="3" y="14"/>
                    <a:pt x="2" y="14"/>
                    <a:pt x="1" y="12"/>
                  </a:cubicBezTo>
                  <a:cubicBezTo>
                    <a:pt x="0" y="10"/>
                    <a:pt x="1" y="5"/>
                    <a:pt x="4" y="4"/>
                  </a:cubicBezTo>
                  <a:cubicBezTo>
                    <a:pt x="5" y="3"/>
                    <a:pt x="7" y="3"/>
                    <a:pt x="8" y="2"/>
                  </a:cubicBezTo>
                  <a:cubicBezTo>
                    <a:pt x="9" y="1"/>
                    <a:pt x="10" y="0"/>
                    <a:pt x="12" y="1"/>
                  </a:cubicBezTo>
                  <a:cubicBezTo>
                    <a:pt x="13" y="1"/>
                    <a:pt x="13" y="2"/>
                    <a:pt x="14" y="1"/>
                  </a:cubicBezTo>
                  <a:cubicBezTo>
                    <a:pt x="15" y="1"/>
                    <a:pt x="16" y="1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2"/>
                    <a:pt x="23" y="3"/>
                    <a:pt x="24" y="4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44" name="Freeform 4823">
              <a:extLst>
                <a:ext uri="{FF2B5EF4-FFF2-40B4-BE49-F238E27FC236}">
                  <a16:creationId xmlns:a16="http://schemas.microsoft.com/office/drawing/2014/main" id="{EE98CA02-E4B2-422A-A619-8ACBB0701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758"/>
              <a:ext cx="21" cy="23"/>
            </a:xfrm>
            <a:custGeom>
              <a:avLst/>
              <a:gdLst>
                <a:gd name="T0" fmla="*/ 8 w 11"/>
                <a:gd name="T1" fmla="*/ 29 h 12"/>
                <a:gd name="T2" fmla="*/ 8 w 11"/>
                <a:gd name="T3" fmla="*/ 56 h 12"/>
                <a:gd name="T4" fmla="*/ 36 w 11"/>
                <a:gd name="T5" fmla="*/ 63 h 12"/>
                <a:gd name="T6" fmla="*/ 48 w 11"/>
                <a:gd name="T7" fmla="*/ 77 h 12"/>
                <a:gd name="T8" fmla="*/ 76 w 11"/>
                <a:gd name="T9" fmla="*/ 63 h 12"/>
                <a:gd name="T10" fmla="*/ 48 w 11"/>
                <a:gd name="T11" fmla="*/ 63 h 12"/>
                <a:gd name="T12" fmla="*/ 40 w 11"/>
                <a:gd name="T13" fmla="*/ 36 h 12"/>
                <a:gd name="T14" fmla="*/ 36 w 11"/>
                <a:gd name="T15" fmla="*/ 15 h 12"/>
                <a:gd name="T16" fmla="*/ 40 w 11"/>
                <a:gd name="T17" fmla="*/ 0 h 12"/>
                <a:gd name="T18" fmla="*/ 21 w 11"/>
                <a:gd name="T19" fmla="*/ 15 h 12"/>
                <a:gd name="T20" fmla="*/ 15 w 11"/>
                <a:gd name="T21" fmla="*/ 48 h 12"/>
                <a:gd name="T22" fmla="*/ 8 w 11"/>
                <a:gd name="T23" fmla="*/ 29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" h="12">
                  <a:moveTo>
                    <a:pt x="1" y="4"/>
                  </a:moveTo>
                  <a:cubicBezTo>
                    <a:pt x="1" y="5"/>
                    <a:pt x="0" y="7"/>
                    <a:pt x="1" y="8"/>
                  </a:cubicBezTo>
                  <a:cubicBezTo>
                    <a:pt x="2" y="9"/>
                    <a:pt x="4" y="8"/>
                    <a:pt x="5" y="9"/>
                  </a:cubicBezTo>
                  <a:cubicBezTo>
                    <a:pt x="6" y="9"/>
                    <a:pt x="6" y="10"/>
                    <a:pt x="7" y="11"/>
                  </a:cubicBezTo>
                  <a:cubicBezTo>
                    <a:pt x="9" y="12"/>
                    <a:pt x="10" y="10"/>
                    <a:pt x="11" y="9"/>
                  </a:cubicBezTo>
                  <a:cubicBezTo>
                    <a:pt x="10" y="11"/>
                    <a:pt x="8" y="10"/>
                    <a:pt x="7" y="9"/>
                  </a:cubicBezTo>
                  <a:cubicBezTo>
                    <a:pt x="6" y="8"/>
                    <a:pt x="7" y="6"/>
                    <a:pt x="6" y="5"/>
                  </a:cubicBezTo>
                  <a:cubicBezTo>
                    <a:pt x="6" y="4"/>
                    <a:pt x="5" y="4"/>
                    <a:pt x="5" y="2"/>
                  </a:cubicBezTo>
                  <a:cubicBezTo>
                    <a:pt x="5" y="1"/>
                    <a:pt x="5" y="1"/>
                    <a:pt x="6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3" y="3"/>
                    <a:pt x="5" y="6"/>
                    <a:pt x="2" y="7"/>
                  </a:cubicBezTo>
                  <a:cubicBezTo>
                    <a:pt x="2" y="6"/>
                    <a:pt x="2" y="5"/>
                    <a:pt x="1" y="4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45" name="Freeform 4824">
              <a:extLst>
                <a:ext uri="{FF2B5EF4-FFF2-40B4-BE49-F238E27FC236}">
                  <a16:creationId xmlns:a16="http://schemas.microsoft.com/office/drawing/2014/main" id="{0B358476-62D3-426E-A2E7-B551539B3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64"/>
              <a:ext cx="14" cy="13"/>
            </a:xfrm>
            <a:custGeom>
              <a:avLst/>
              <a:gdLst>
                <a:gd name="T0" fmla="*/ 0 w 7"/>
                <a:gd name="T1" fmla="*/ 37 h 7"/>
                <a:gd name="T2" fmla="*/ 24 w 7"/>
                <a:gd name="T3" fmla="*/ 45 h 7"/>
                <a:gd name="T4" fmla="*/ 32 w 7"/>
                <a:gd name="T5" fmla="*/ 32 h 7"/>
                <a:gd name="T6" fmla="*/ 48 w 7"/>
                <a:gd name="T7" fmla="*/ 0 h 7"/>
                <a:gd name="T8" fmla="*/ 40 w 7"/>
                <a:gd name="T9" fmla="*/ 13 h 7"/>
                <a:gd name="T10" fmla="*/ 32 w 7"/>
                <a:gd name="T11" fmla="*/ 20 h 7"/>
                <a:gd name="T12" fmla="*/ 16 w 7"/>
                <a:gd name="T13" fmla="*/ 24 h 7"/>
                <a:gd name="T14" fmla="*/ 0 w 7"/>
                <a:gd name="T15" fmla="*/ 3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7">
                  <a:moveTo>
                    <a:pt x="0" y="6"/>
                  </a:moveTo>
                  <a:cubicBezTo>
                    <a:pt x="1" y="5"/>
                    <a:pt x="2" y="7"/>
                    <a:pt x="3" y="7"/>
                  </a:cubicBezTo>
                  <a:cubicBezTo>
                    <a:pt x="4" y="7"/>
                    <a:pt x="4" y="5"/>
                    <a:pt x="4" y="5"/>
                  </a:cubicBezTo>
                  <a:cubicBezTo>
                    <a:pt x="5" y="3"/>
                    <a:pt x="7" y="2"/>
                    <a:pt x="6" y="0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1" y="5"/>
                    <a:pt x="0" y="5"/>
                    <a:pt x="0" y="6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46" name="Freeform 4825">
              <a:extLst>
                <a:ext uri="{FF2B5EF4-FFF2-40B4-BE49-F238E27FC236}">
                  <a16:creationId xmlns:a16="http://schemas.microsoft.com/office/drawing/2014/main" id="{66FBECB5-FDF1-42D1-A5F4-2B78F848C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743"/>
              <a:ext cx="9" cy="17"/>
            </a:xfrm>
            <a:custGeom>
              <a:avLst/>
              <a:gdLst>
                <a:gd name="T0" fmla="*/ 13 w 5"/>
                <a:gd name="T1" fmla="*/ 8 h 9"/>
                <a:gd name="T2" fmla="*/ 23 w 5"/>
                <a:gd name="T3" fmla="*/ 32 h 9"/>
                <a:gd name="T4" fmla="*/ 29 w 5"/>
                <a:gd name="T5" fmla="*/ 53 h 9"/>
                <a:gd name="T6" fmla="*/ 16 w 5"/>
                <a:gd name="T7" fmla="*/ 60 h 9"/>
                <a:gd name="T8" fmla="*/ 16 w 5"/>
                <a:gd name="T9" fmla="*/ 32 h 9"/>
                <a:gd name="T10" fmla="*/ 13 w 5"/>
                <a:gd name="T11" fmla="*/ 15 h 9"/>
                <a:gd name="T12" fmla="*/ 0 w 5"/>
                <a:gd name="T13" fmla="*/ 0 h 9"/>
                <a:gd name="T14" fmla="*/ 13 w 5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9">
                  <a:moveTo>
                    <a:pt x="2" y="1"/>
                  </a:moveTo>
                  <a:cubicBezTo>
                    <a:pt x="3" y="3"/>
                    <a:pt x="4" y="4"/>
                    <a:pt x="4" y="5"/>
                  </a:cubicBezTo>
                  <a:cubicBezTo>
                    <a:pt x="4" y="6"/>
                    <a:pt x="5" y="7"/>
                    <a:pt x="5" y="8"/>
                  </a:cubicBezTo>
                  <a:cubicBezTo>
                    <a:pt x="4" y="8"/>
                    <a:pt x="4" y="9"/>
                    <a:pt x="3" y="9"/>
                  </a:cubicBezTo>
                  <a:cubicBezTo>
                    <a:pt x="4" y="8"/>
                    <a:pt x="4" y="6"/>
                    <a:pt x="3" y="5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47" name="Freeform 4826">
              <a:extLst>
                <a:ext uri="{FF2B5EF4-FFF2-40B4-BE49-F238E27FC236}">
                  <a16:creationId xmlns:a16="http://schemas.microsoft.com/office/drawing/2014/main" id="{A3B00933-8D47-4E9C-9E87-27B288586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740"/>
              <a:ext cx="7" cy="3"/>
            </a:xfrm>
            <a:custGeom>
              <a:avLst/>
              <a:gdLst>
                <a:gd name="T0" fmla="*/ 0 w 4"/>
                <a:gd name="T1" fmla="*/ 8 h 2"/>
                <a:gd name="T2" fmla="*/ 21 w 4"/>
                <a:gd name="T3" fmla="*/ 5 h 2"/>
                <a:gd name="T4" fmla="*/ 16 w 4"/>
                <a:gd name="T5" fmla="*/ 5 h 2"/>
                <a:gd name="T6" fmla="*/ 12 w 4"/>
                <a:gd name="T7" fmla="*/ 8 h 2"/>
                <a:gd name="T8" fmla="*/ 0 w 4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48" name="Freeform 4827">
              <a:extLst>
                <a:ext uri="{FF2B5EF4-FFF2-40B4-BE49-F238E27FC236}">
                  <a16:creationId xmlns:a16="http://schemas.microsoft.com/office/drawing/2014/main" id="{A5E68647-3C65-49B8-B83E-542EC15B1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749"/>
              <a:ext cx="8" cy="7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7 h 4"/>
                <a:gd name="T4" fmla="*/ 16 w 4"/>
                <a:gd name="T5" fmla="*/ 21 h 4"/>
                <a:gd name="T6" fmla="*/ 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3" y="2"/>
                    <a:pt x="2" y="3"/>
                    <a:pt x="2" y="4"/>
                  </a:cubicBezTo>
                  <a:cubicBezTo>
                    <a:pt x="4" y="2"/>
                    <a:pt x="2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49" name="Freeform 4828">
              <a:extLst>
                <a:ext uri="{FF2B5EF4-FFF2-40B4-BE49-F238E27FC236}">
                  <a16:creationId xmlns:a16="http://schemas.microsoft.com/office/drawing/2014/main" id="{344AE31A-F8C6-4CBE-B587-15D68B84F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766"/>
              <a:ext cx="9" cy="5"/>
            </a:xfrm>
            <a:custGeom>
              <a:avLst/>
              <a:gdLst>
                <a:gd name="T0" fmla="*/ 7 w 5"/>
                <a:gd name="T1" fmla="*/ 0 h 3"/>
                <a:gd name="T2" fmla="*/ 23 w 5"/>
                <a:gd name="T3" fmla="*/ 0 h 3"/>
                <a:gd name="T4" fmla="*/ 23 w 5"/>
                <a:gd name="T5" fmla="*/ 13 h 3"/>
                <a:gd name="T6" fmla="*/ 16 w 5"/>
                <a:gd name="T7" fmla="*/ 8 h 3"/>
                <a:gd name="T8" fmla="*/ 0 w 5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1"/>
                    <a:pt x="4" y="3"/>
                    <a:pt x="4" y="3"/>
                  </a:cubicBezTo>
                  <a:cubicBezTo>
                    <a:pt x="4" y="3"/>
                    <a:pt x="4" y="2"/>
                    <a:pt x="3" y="2"/>
                  </a:cubicBezTo>
                  <a:cubicBezTo>
                    <a:pt x="2" y="1"/>
                    <a:pt x="1" y="3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50" name="Freeform 4829">
              <a:extLst>
                <a:ext uri="{FF2B5EF4-FFF2-40B4-BE49-F238E27FC236}">
                  <a16:creationId xmlns:a16="http://schemas.microsoft.com/office/drawing/2014/main" id="{ADF37CC1-A522-42E8-AE8B-1EE52C890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741"/>
              <a:ext cx="17" cy="17"/>
            </a:xfrm>
            <a:custGeom>
              <a:avLst/>
              <a:gdLst>
                <a:gd name="T0" fmla="*/ 0 w 9"/>
                <a:gd name="T1" fmla="*/ 60 h 9"/>
                <a:gd name="T2" fmla="*/ 21 w 9"/>
                <a:gd name="T3" fmla="*/ 21 h 9"/>
                <a:gd name="T4" fmla="*/ 40 w 9"/>
                <a:gd name="T5" fmla="*/ 15 h 9"/>
                <a:gd name="T6" fmla="*/ 60 w 9"/>
                <a:gd name="T7" fmla="*/ 8 h 9"/>
                <a:gd name="T8" fmla="*/ 53 w 9"/>
                <a:gd name="T9" fmla="*/ 8 h 9"/>
                <a:gd name="T10" fmla="*/ 40 w 9"/>
                <a:gd name="T11" fmla="*/ 21 h 9"/>
                <a:gd name="T12" fmla="*/ 21 w 9"/>
                <a:gd name="T13" fmla="*/ 28 h 9"/>
                <a:gd name="T14" fmla="*/ 0 w 9"/>
                <a:gd name="T15" fmla="*/ 6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0" y="6"/>
                    <a:pt x="0" y="4"/>
                    <a:pt x="3" y="3"/>
                  </a:cubicBezTo>
                  <a:cubicBezTo>
                    <a:pt x="4" y="3"/>
                    <a:pt x="5" y="2"/>
                    <a:pt x="6" y="2"/>
                  </a:cubicBezTo>
                  <a:cubicBezTo>
                    <a:pt x="7" y="2"/>
                    <a:pt x="8" y="0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2"/>
                    <a:pt x="6" y="3"/>
                  </a:cubicBezTo>
                  <a:cubicBezTo>
                    <a:pt x="6" y="4"/>
                    <a:pt x="4" y="3"/>
                    <a:pt x="3" y="4"/>
                  </a:cubicBezTo>
                  <a:cubicBezTo>
                    <a:pt x="2" y="5"/>
                    <a:pt x="0" y="7"/>
                    <a:pt x="0" y="9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51" name="Freeform 4830">
              <a:extLst>
                <a:ext uri="{FF2B5EF4-FFF2-40B4-BE49-F238E27FC236}">
                  <a16:creationId xmlns:a16="http://schemas.microsoft.com/office/drawing/2014/main" id="{A609A71E-D2AF-4109-8BA7-E67F2BCDC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755"/>
              <a:ext cx="5" cy="7"/>
            </a:xfrm>
            <a:custGeom>
              <a:avLst/>
              <a:gdLst>
                <a:gd name="T0" fmla="*/ 13 w 3"/>
                <a:gd name="T1" fmla="*/ 0 h 4"/>
                <a:gd name="T2" fmla="*/ 8 w 3"/>
                <a:gd name="T3" fmla="*/ 7 h 4"/>
                <a:gd name="T4" fmla="*/ 5 w 3"/>
                <a:gd name="T5" fmla="*/ 12 h 4"/>
                <a:gd name="T6" fmla="*/ 5 w 3"/>
                <a:gd name="T7" fmla="*/ 21 h 4"/>
                <a:gd name="T8" fmla="*/ 8 w 3"/>
                <a:gd name="T9" fmla="*/ 12 h 4"/>
                <a:gd name="T10" fmla="*/ 13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0" y="4"/>
                    <a:pt x="1" y="4"/>
                  </a:cubicBezTo>
                  <a:cubicBezTo>
                    <a:pt x="0" y="4"/>
                    <a:pt x="2" y="3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52" name="Freeform 4831">
              <a:extLst>
                <a:ext uri="{FF2B5EF4-FFF2-40B4-BE49-F238E27FC236}">
                  <a16:creationId xmlns:a16="http://schemas.microsoft.com/office/drawing/2014/main" id="{0D8DBCF5-F16C-4F98-B34C-1C880B780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749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0 h 2"/>
                <a:gd name="T4" fmla="*/ 16 w 2"/>
                <a:gd name="T5" fmla="*/ 16 h 2"/>
                <a:gd name="T6" fmla="*/ 0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53" name="Freeform 4832">
              <a:extLst>
                <a:ext uri="{FF2B5EF4-FFF2-40B4-BE49-F238E27FC236}">
                  <a16:creationId xmlns:a16="http://schemas.microsoft.com/office/drawing/2014/main" id="{0C8E7C9A-24E9-460E-872E-B20C6CF6D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771"/>
              <a:ext cx="10" cy="6"/>
            </a:xfrm>
            <a:custGeom>
              <a:avLst/>
              <a:gdLst>
                <a:gd name="T0" fmla="*/ 0 w 5"/>
                <a:gd name="T1" fmla="*/ 0 h 3"/>
                <a:gd name="T2" fmla="*/ 24 w 5"/>
                <a:gd name="T3" fmla="*/ 16 h 3"/>
                <a:gd name="T4" fmla="*/ 40 w 5"/>
                <a:gd name="T5" fmla="*/ 24 h 3"/>
                <a:gd name="T6" fmla="*/ 40 w 5"/>
                <a:gd name="T7" fmla="*/ 8 h 3"/>
                <a:gd name="T8" fmla="*/ 32 w 5"/>
                <a:gd name="T9" fmla="*/ 0 h 3"/>
                <a:gd name="T10" fmla="*/ 32 w 5"/>
                <a:gd name="T11" fmla="*/ 0 h 3"/>
                <a:gd name="T12" fmla="*/ 24 w 5"/>
                <a:gd name="T13" fmla="*/ 8 h 3"/>
                <a:gd name="T14" fmla="*/ 16 w 5"/>
                <a:gd name="T15" fmla="*/ 8 h 3"/>
                <a:gd name="T16" fmla="*/ 8 w 5"/>
                <a:gd name="T17" fmla="*/ 8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2"/>
                    <a:pt x="2" y="2"/>
                    <a:pt x="3" y="2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54" name="Freeform 4833">
              <a:extLst>
                <a:ext uri="{FF2B5EF4-FFF2-40B4-BE49-F238E27FC236}">
                  <a16:creationId xmlns:a16="http://schemas.microsoft.com/office/drawing/2014/main" id="{7656229F-2618-4DA6-B240-F2DB14BBB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71"/>
              <a:ext cx="8" cy="6"/>
            </a:xfrm>
            <a:custGeom>
              <a:avLst/>
              <a:gdLst>
                <a:gd name="T0" fmla="*/ 8 w 4"/>
                <a:gd name="T1" fmla="*/ 16 h 3"/>
                <a:gd name="T2" fmla="*/ 16 w 4"/>
                <a:gd name="T3" fmla="*/ 24 h 3"/>
                <a:gd name="T4" fmla="*/ 32 w 4"/>
                <a:gd name="T5" fmla="*/ 16 h 3"/>
                <a:gd name="T6" fmla="*/ 16 w 4"/>
                <a:gd name="T7" fmla="*/ 0 h 3"/>
                <a:gd name="T8" fmla="*/ 8 w 4"/>
                <a:gd name="T9" fmla="*/ 8 h 3"/>
                <a:gd name="T10" fmla="*/ 0 w 4"/>
                <a:gd name="T11" fmla="*/ 16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2" y="3"/>
                    <a:pt x="2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2" y="2"/>
                    <a:pt x="1" y="1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55" name="Freeform 4834">
              <a:extLst>
                <a:ext uri="{FF2B5EF4-FFF2-40B4-BE49-F238E27FC236}">
                  <a16:creationId xmlns:a16="http://schemas.microsoft.com/office/drawing/2014/main" id="{809F7D04-CEBD-45F9-A37C-B62397025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749"/>
              <a:ext cx="3" cy="11"/>
            </a:xfrm>
            <a:custGeom>
              <a:avLst/>
              <a:gdLst>
                <a:gd name="T0" fmla="*/ 0 w 2"/>
                <a:gd name="T1" fmla="*/ 0 h 6"/>
                <a:gd name="T2" fmla="*/ 5 w 2"/>
                <a:gd name="T3" fmla="*/ 7 h 6"/>
                <a:gd name="T4" fmla="*/ 8 w 2"/>
                <a:gd name="T5" fmla="*/ 20 h 6"/>
                <a:gd name="T6" fmla="*/ 8 w 2"/>
                <a:gd name="T7" fmla="*/ 31 h 6"/>
                <a:gd name="T8" fmla="*/ 0 w 2"/>
                <a:gd name="T9" fmla="*/ 37 h 6"/>
                <a:gd name="T10" fmla="*/ 5 w 2"/>
                <a:gd name="T11" fmla="*/ 20 h 6"/>
                <a:gd name="T12" fmla="*/ 5 w 2"/>
                <a:gd name="T13" fmla="*/ 7 h 6"/>
                <a:gd name="T14" fmla="*/ 0 w 2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1" y="5"/>
                    <a:pt x="0" y="6"/>
                  </a:cubicBezTo>
                  <a:cubicBezTo>
                    <a:pt x="2" y="5"/>
                    <a:pt x="2" y="4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56" name="Freeform 4835">
              <a:extLst>
                <a:ext uri="{FF2B5EF4-FFF2-40B4-BE49-F238E27FC236}">
                  <a16:creationId xmlns:a16="http://schemas.microsoft.com/office/drawing/2014/main" id="{5144AC2C-6F12-4A93-B111-F4ABDF47C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740"/>
              <a:ext cx="50" cy="43"/>
            </a:xfrm>
            <a:custGeom>
              <a:avLst/>
              <a:gdLst>
                <a:gd name="T0" fmla="*/ 150 w 27"/>
                <a:gd name="T1" fmla="*/ 24 h 23"/>
                <a:gd name="T2" fmla="*/ 165 w 27"/>
                <a:gd name="T3" fmla="*/ 67 h 23"/>
                <a:gd name="T4" fmla="*/ 157 w 27"/>
                <a:gd name="T5" fmla="*/ 77 h 23"/>
                <a:gd name="T6" fmla="*/ 150 w 27"/>
                <a:gd name="T7" fmla="*/ 92 h 23"/>
                <a:gd name="T8" fmla="*/ 141 w 27"/>
                <a:gd name="T9" fmla="*/ 112 h 23"/>
                <a:gd name="T10" fmla="*/ 128 w 27"/>
                <a:gd name="T11" fmla="*/ 129 h 23"/>
                <a:gd name="T12" fmla="*/ 104 w 27"/>
                <a:gd name="T13" fmla="*/ 125 h 23"/>
                <a:gd name="T14" fmla="*/ 76 w 27"/>
                <a:gd name="T15" fmla="*/ 144 h 23"/>
                <a:gd name="T16" fmla="*/ 52 w 27"/>
                <a:gd name="T17" fmla="*/ 129 h 23"/>
                <a:gd name="T18" fmla="*/ 24 w 27"/>
                <a:gd name="T19" fmla="*/ 125 h 23"/>
                <a:gd name="T20" fmla="*/ 20 w 27"/>
                <a:gd name="T21" fmla="*/ 105 h 23"/>
                <a:gd name="T22" fmla="*/ 7 w 27"/>
                <a:gd name="T23" fmla="*/ 77 h 23"/>
                <a:gd name="T24" fmla="*/ 24 w 27"/>
                <a:gd name="T25" fmla="*/ 24 h 23"/>
                <a:gd name="T26" fmla="*/ 52 w 27"/>
                <a:gd name="T27" fmla="*/ 13 h 23"/>
                <a:gd name="T28" fmla="*/ 76 w 27"/>
                <a:gd name="T29" fmla="*/ 7 h 23"/>
                <a:gd name="T30" fmla="*/ 89 w 27"/>
                <a:gd name="T31" fmla="*/ 7 h 23"/>
                <a:gd name="T32" fmla="*/ 106 w 27"/>
                <a:gd name="T33" fmla="*/ 0 h 23"/>
                <a:gd name="T34" fmla="*/ 133 w 27"/>
                <a:gd name="T35" fmla="*/ 7 h 23"/>
                <a:gd name="T36" fmla="*/ 150 w 27"/>
                <a:gd name="T37" fmla="*/ 24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" h="23">
                  <a:moveTo>
                    <a:pt x="24" y="4"/>
                  </a:moveTo>
                  <a:cubicBezTo>
                    <a:pt x="25" y="5"/>
                    <a:pt x="27" y="9"/>
                    <a:pt x="26" y="10"/>
                  </a:cubicBezTo>
                  <a:cubicBezTo>
                    <a:pt x="26" y="11"/>
                    <a:pt x="25" y="11"/>
                    <a:pt x="25" y="12"/>
                  </a:cubicBezTo>
                  <a:cubicBezTo>
                    <a:pt x="24" y="13"/>
                    <a:pt x="24" y="12"/>
                    <a:pt x="24" y="14"/>
                  </a:cubicBezTo>
                  <a:cubicBezTo>
                    <a:pt x="24" y="15"/>
                    <a:pt x="23" y="16"/>
                    <a:pt x="22" y="17"/>
                  </a:cubicBezTo>
                  <a:cubicBezTo>
                    <a:pt x="22" y="18"/>
                    <a:pt x="22" y="20"/>
                    <a:pt x="20" y="20"/>
                  </a:cubicBezTo>
                  <a:cubicBezTo>
                    <a:pt x="18" y="20"/>
                    <a:pt x="17" y="19"/>
                    <a:pt x="16" y="19"/>
                  </a:cubicBezTo>
                  <a:cubicBezTo>
                    <a:pt x="14" y="20"/>
                    <a:pt x="13" y="22"/>
                    <a:pt x="12" y="22"/>
                  </a:cubicBezTo>
                  <a:cubicBezTo>
                    <a:pt x="10" y="23"/>
                    <a:pt x="10" y="21"/>
                    <a:pt x="8" y="20"/>
                  </a:cubicBezTo>
                  <a:cubicBezTo>
                    <a:pt x="7" y="19"/>
                    <a:pt x="6" y="20"/>
                    <a:pt x="4" y="19"/>
                  </a:cubicBezTo>
                  <a:cubicBezTo>
                    <a:pt x="3" y="19"/>
                    <a:pt x="3" y="17"/>
                    <a:pt x="3" y="16"/>
                  </a:cubicBezTo>
                  <a:cubicBezTo>
                    <a:pt x="3" y="14"/>
                    <a:pt x="2" y="14"/>
                    <a:pt x="1" y="12"/>
                  </a:cubicBezTo>
                  <a:cubicBezTo>
                    <a:pt x="0" y="10"/>
                    <a:pt x="1" y="5"/>
                    <a:pt x="4" y="4"/>
                  </a:cubicBezTo>
                  <a:cubicBezTo>
                    <a:pt x="5" y="3"/>
                    <a:pt x="7" y="3"/>
                    <a:pt x="8" y="2"/>
                  </a:cubicBezTo>
                  <a:cubicBezTo>
                    <a:pt x="9" y="1"/>
                    <a:pt x="10" y="0"/>
                    <a:pt x="12" y="1"/>
                  </a:cubicBezTo>
                  <a:cubicBezTo>
                    <a:pt x="13" y="1"/>
                    <a:pt x="13" y="2"/>
                    <a:pt x="14" y="1"/>
                  </a:cubicBezTo>
                  <a:cubicBezTo>
                    <a:pt x="15" y="1"/>
                    <a:pt x="16" y="1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2"/>
                    <a:pt x="23" y="3"/>
                    <a:pt x="24" y="4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57" name="Freeform 4836">
              <a:extLst>
                <a:ext uri="{FF2B5EF4-FFF2-40B4-BE49-F238E27FC236}">
                  <a16:creationId xmlns:a16="http://schemas.microsoft.com/office/drawing/2014/main" id="{56A53B5D-EC3E-45CF-BA68-FA35BE0DE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770"/>
              <a:ext cx="7" cy="5"/>
            </a:xfrm>
            <a:custGeom>
              <a:avLst/>
              <a:gdLst>
                <a:gd name="T0" fmla="*/ 0 w 4"/>
                <a:gd name="T1" fmla="*/ 13 h 3"/>
                <a:gd name="T2" fmla="*/ 21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2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58" name="Freeform 4837">
              <a:extLst>
                <a:ext uri="{FF2B5EF4-FFF2-40B4-BE49-F238E27FC236}">
                  <a16:creationId xmlns:a16="http://schemas.microsoft.com/office/drawing/2014/main" id="{BD624136-27A3-490E-AB83-44162FD3E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741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59" name="Freeform 4838">
              <a:extLst>
                <a:ext uri="{FF2B5EF4-FFF2-40B4-BE49-F238E27FC236}">
                  <a16:creationId xmlns:a16="http://schemas.microsoft.com/office/drawing/2014/main" id="{C72179C9-F0A7-4D22-A56E-61F653C0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753"/>
              <a:ext cx="9" cy="15"/>
            </a:xfrm>
            <a:custGeom>
              <a:avLst/>
              <a:gdLst>
                <a:gd name="T0" fmla="*/ 29 w 5"/>
                <a:gd name="T1" fmla="*/ 0 h 8"/>
                <a:gd name="T2" fmla="*/ 13 w 5"/>
                <a:gd name="T3" fmla="*/ 8 h 8"/>
                <a:gd name="T4" fmla="*/ 13 w 5"/>
                <a:gd name="T5" fmla="*/ 15 h 8"/>
                <a:gd name="T6" fmla="*/ 7 w 5"/>
                <a:gd name="T7" fmla="*/ 28 h 8"/>
                <a:gd name="T8" fmla="*/ 7 w 5"/>
                <a:gd name="T9" fmla="*/ 39 h 8"/>
                <a:gd name="T10" fmla="*/ 23 w 5"/>
                <a:gd name="T11" fmla="*/ 5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7"/>
                    <a:pt x="4" y="7"/>
                    <a:pt x="4" y="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60" name="Freeform 4839">
              <a:extLst>
                <a:ext uri="{FF2B5EF4-FFF2-40B4-BE49-F238E27FC236}">
                  <a16:creationId xmlns:a16="http://schemas.microsoft.com/office/drawing/2014/main" id="{75BA169F-CC2D-4B90-BE68-8B33B1766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47"/>
              <a:ext cx="10" cy="8"/>
            </a:xfrm>
            <a:custGeom>
              <a:avLst/>
              <a:gdLst>
                <a:gd name="T0" fmla="*/ 32 w 5"/>
                <a:gd name="T1" fmla="*/ 32 h 4"/>
                <a:gd name="T2" fmla="*/ 24 w 5"/>
                <a:gd name="T3" fmla="*/ 8 h 4"/>
                <a:gd name="T4" fmla="*/ 0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5" y="3"/>
                    <a:pt x="4" y="1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61" name="Freeform 4840">
              <a:extLst>
                <a:ext uri="{FF2B5EF4-FFF2-40B4-BE49-F238E27FC236}">
                  <a16:creationId xmlns:a16="http://schemas.microsoft.com/office/drawing/2014/main" id="{2AF59492-6E8A-4F57-B586-88621D369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798"/>
              <a:ext cx="35" cy="46"/>
            </a:xfrm>
            <a:custGeom>
              <a:avLst/>
              <a:gdLst>
                <a:gd name="T0" fmla="*/ 112 w 19"/>
                <a:gd name="T1" fmla="*/ 81 h 25"/>
                <a:gd name="T2" fmla="*/ 112 w 19"/>
                <a:gd name="T3" fmla="*/ 125 h 25"/>
                <a:gd name="T4" fmla="*/ 105 w 19"/>
                <a:gd name="T5" fmla="*/ 136 h 25"/>
                <a:gd name="T6" fmla="*/ 98 w 19"/>
                <a:gd name="T7" fmla="*/ 132 h 25"/>
                <a:gd name="T8" fmla="*/ 68 w 19"/>
                <a:gd name="T9" fmla="*/ 136 h 25"/>
                <a:gd name="T10" fmla="*/ 57 w 19"/>
                <a:gd name="T11" fmla="*/ 118 h 25"/>
                <a:gd name="T12" fmla="*/ 44 w 19"/>
                <a:gd name="T13" fmla="*/ 125 h 25"/>
                <a:gd name="T14" fmla="*/ 31 w 19"/>
                <a:gd name="T15" fmla="*/ 112 h 25"/>
                <a:gd name="T16" fmla="*/ 20 w 19"/>
                <a:gd name="T17" fmla="*/ 96 h 25"/>
                <a:gd name="T18" fmla="*/ 0 w 19"/>
                <a:gd name="T19" fmla="*/ 57 h 25"/>
                <a:gd name="T20" fmla="*/ 13 w 19"/>
                <a:gd name="T21" fmla="*/ 44 h 25"/>
                <a:gd name="T22" fmla="*/ 24 w 19"/>
                <a:gd name="T23" fmla="*/ 31 h 25"/>
                <a:gd name="T24" fmla="*/ 57 w 19"/>
                <a:gd name="T25" fmla="*/ 0 h 25"/>
                <a:gd name="T26" fmla="*/ 96 w 19"/>
                <a:gd name="T27" fmla="*/ 24 h 25"/>
                <a:gd name="T28" fmla="*/ 112 w 19"/>
                <a:gd name="T29" fmla="*/ 81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" h="25">
                  <a:moveTo>
                    <a:pt x="18" y="13"/>
                  </a:moveTo>
                  <a:cubicBezTo>
                    <a:pt x="19" y="14"/>
                    <a:pt x="18" y="19"/>
                    <a:pt x="18" y="20"/>
                  </a:cubicBezTo>
                  <a:cubicBezTo>
                    <a:pt x="17" y="21"/>
                    <a:pt x="17" y="21"/>
                    <a:pt x="17" y="22"/>
                  </a:cubicBezTo>
                  <a:cubicBezTo>
                    <a:pt x="16" y="22"/>
                    <a:pt x="16" y="21"/>
                    <a:pt x="16" y="21"/>
                  </a:cubicBezTo>
                  <a:cubicBezTo>
                    <a:pt x="14" y="22"/>
                    <a:pt x="13" y="25"/>
                    <a:pt x="11" y="22"/>
                  </a:cubicBezTo>
                  <a:cubicBezTo>
                    <a:pt x="10" y="21"/>
                    <a:pt x="10" y="20"/>
                    <a:pt x="9" y="19"/>
                  </a:cubicBezTo>
                  <a:cubicBezTo>
                    <a:pt x="8" y="19"/>
                    <a:pt x="7" y="20"/>
                    <a:pt x="7" y="20"/>
                  </a:cubicBezTo>
                  <a:cubicBezTo>
                    <a:pt x="5" y="20"/>
                    <a:pt x="5" y="19"/>
                    <a:pt x="5" y="18"/>
                  </a:cubicBezTo>
                  <a:cubicBezTo>
                    <a:pt x="4" y="16"/>
                    <a:pt x="4" y="16"/>
                    <a:pt x="3" y="15"/>
                  </a:cubicBezTo>
                  <a:cubicBezTo>
                    <a:pt x="2" y="14"/>
                    <a:pt x="0" y="11"/>
                    <a:pt x="0" y="9"/>
                  </a:cubicBezTo>
                  <a:cubicBezTo>
                    <a:pt x="0" y="8"/>
                    <a:pt x="1" y="7"/>
                    <a:pt x="2" y="7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11" y="1"/>
                    <a:pt x="14" y="2"/>
                    <a:pt x="15" y="4"/>
                  </a:cubicBezTo>
                  <a:cubicBezTo>
                    <a:pt x="16" y="7"/>
                    <a:pt x="17" y="11"/>
                    <a:pt x="18" y="13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62" name="Freeform 4841">
              <a:extLst>
                <a:ext uri="{FF2B5EF4-FFF2-40B4-BE49-F238E27FC236}">
                  <a16:creationId xmlns:a16="http://schemas.microsoft.com/office/drawing/2014/main" id="{6DFCBE4A-EC16-41FF-8BA4-E317D26E0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811"/>
              <a:ext cx="7" cy="15"/>
            </a:xfrm>
            <a:custGeom>
              <a:avLst/>
              <a:gdLst>
                <a:gd name="T0" fmla="*/ 16 w 4"/>
                <a:gd name="T1" fmla="*/ 0 h 8"/>
                <a:gd name="T2" fmla="*/ 7 w 4"/>
                <a:gd name="T3" fmla="*/ 15 h 8"/>
                <a:gd name="T4" fmla="*/ 7 w 4"/>
                <a:gd name="T5" fmla="*/ 28 h 8"/>
                <a:gd name="T6" fmla="*/ 21 w 4"/>
                <a:gd name="T7" fmla="*/ 53 h 8"/>
                <a:gd name="T8" fmla="*/ 16 w 4"/>
                <a:gd name="T9" fmla="*/ 39 h 8"/>
                <a:gd name="T10" fmla="*/ 16 w 4"/>
                <a:gd name="T11" fmla="*/ 28 h 8"/>
                <a:gd name="T12" fmla="*/ 12 w 4"/>
                <a:gd name="T13" fmla="*/ 15 h 8"/>
                <a:gd name="T14" fmla="*/ 16 w 4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6"/>
                    <a:pt x="3" y="7"/>
                    <a:pt x="4" y="8"/>
                  </a:cubicBezTo>
                  <a:cubicBezTo>
                    <a:pt x="4" y="8"/>
                    <a:pt x="4" y="7"/>
                    <a:pt x="3" y="6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63" name="Freeform 4842">
              <a:extLst>
                <a:ext uri="{FF2B5EF4-FFF2-40B4-BE49-F238E27FC236}">
                  <a16:creationId xmlns:a16="http://schemas.microsoft.com/office/drawing/2014/main" id="{E02F14A1-6D43-4215-A5E4-44ACECD47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828"/>
              <a:ext cx="10" cy="7"/>
            </a:xfrm>
            <a:custGeom>
              <a:avLst/>
              <a:gdLst>
                <a:gd name="T0" fmla="*/ 0 w 5"/>
                <a:gd name="T1" fmla="*/ 0 h 4"/>
                <a:gd name="T2" fmla="*/ 8 w 5"/>
                <a:gd name="T3" fmla="*/ 21 h 4"/>
                <a:gd name="T4" fmla="*/ 24 w 5"/>
                <a:gd name="T5" fmla="*/ 16 h 4"/>
                <a:gd name="T6" fmla="*/ 40 w 5"/>
                <a:gd name="T7" fmla="*/ 12 h 4"/>
                <a:gd name="T8" fmla="*/ 16 w 5"/>
                <a:gd name="T9" fmla="*/ 12 h 4"/>
                <a:gd name="T10" fmla="*/ 8 w 5"/>
                <a:gd name="T11" fmla="*/ 7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1"/>
                    <a:pt x="0" y="4"/>
                    <a:pt x="1" y="4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64" name="Freeform 4843">
              <a:extLst>
                <a:ext uri="{FF2B5EF4-FFF2-40B4-BE49-F238E27FC236}">
                  <a16:creationId xmlns:a16="http://schemas.microsoft.com/office/drawing/2014/main" id="{59701A49-A413-4EF9-82F3-2E943A178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831"/>
              <a:ext cx="9" cy="10"/>
            </a:xfrm>
            <a:custGeom>
              <a:avLst/>
              <a:gdLst>
                <a:gd name="T0" fmla="*/ 7 w 5"/>
                <a:gd name="T1" fmla="*/ 8 h 5"/>
                <a:gd name="T2" fmla="*/ 0 w 5"/>
                <a:gd name="T3" fmla="*/ 8 h 5"/>
                <a:gd name="T4" fmla="*/ 13 w 5"/>
                <a:gd name="T5" fmla="*/ 32 h 5"/>
                <a:gd name="T6" fmla="*/ 29 w 5"/>
                <a:gd name="T7" fmla="*/ 24 h 5"/>
                <a:gd name="T8" fmla="*/ 13 w 5"/>
                <a:gd name="T9" fmla="*/ 24 h 5"/>
                <a:gd name="T10" fmla="*/ 7 w 5"/>
                <a:gd name="T11" fmla="*/ 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1"/>
                    <a:pt x="1" y="3"/>
                    <a:pt x="2" y="4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4" y="3"/>
                    <a:pt x="3" y="4"/>
                    <a:pt x="2" y="3"/>
                  </a:cubicBezTo>
                  <a:cubicBezTo>
                    <a:pt x="2" y="2"/>
                    <a:pt x="2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65" name="Freeform 4844">
              <a:extLst>
                <a:ext uri="{FF2B5EF4-FFF2-40B4-BE49-F238E27FC236}">
                  <a16:creationId xmlns:a16="http://schemas.microsoft.com/office/drawing/2014/main" id="{63763D47-E037-4725-B77F-6DDBE523F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828"/>
              <a:ext cx="10" cy="11"/>
            </a:xfrm>
            <a:custGeom>
              <a:avLst/>
              <a:gdLst>
                <a:gd name="T0" fmla="*/ 40 w 5"/>
                <a:gd name="T1" fmla="*/ 7 h 6"/>
                <a:gd name="T2" fmla="*/ 32 w 5"/>
                <a:gd name="T3" fmla="*/ 24 h 6"/>
                <a:gd name="T4" fmla="*/ 16 w 5"/>
                <a:gd name="T5" fmla="*/ 24 h 6"/>
                <a:gd name="T6" fmla="*/ 0 w 5"/>
                <a:gd name="T7" fmla="*/ 37 h 6"/>
                <a:gd name="T8" fmla="*/ 32 w 5"/>
                <a:gd name="T9" fmla="*/ 20 h 6"/>
                <a:gd name="T10" fmla="*/ 40 w 5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5" y="2"/>
                    <a:pt x="5" y="4"/>
                    <a:pt x="4" y="4"/>
                  </a:cubicBezTo>
                  <a:cubicBezTo>
                    <a:pt x="3" y="5"/>
                    <a:pt x="3" y="4"/>
                    <a:pt x="2" y="4"/>
                  </a:cubicBezTo>
                  <a:cubicBezTo>
                    <a:pt x="2" y="5"/>
                    <a:pt x="1" y="6"/>
                    <a:pt x="0" y="6"/>
                  </a:cubicBezTo>
                  <a:cubicBezTo>
                    <a:pt x="1" y="5"/>
                    <a:pt x="3" y="4"/>
                    <a:pt x="4" y="3"/>
                  </a:cubicBezTo>
                  <a:cubicBezTo>
                    <a:pt x="4" y="2"/>
                    <a:pt x="5" y="1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66" name="Freeform 4845">
              <a:extLst>
                <a:ext uri="{FF2B5EF4-FFF2-40B4-BE49-F238E27FC236}">
                  <a16:creationId xmlns:a16="http://schemas.microsoft.com/office/drawing/2014/main" id="{BC9FC85B-B107-4C12-863C-0DE47E2C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805"/>
              <a:ext cx="4" cy="17"/>
            </a:xfrm>
            <a:custGeom>
              <a:avLst/>
              <a:gdLst>
                <a:gd name="T0" fmla="*/ 8 w 2"/>
                <a:gd name="T1" fmla="*/ 8 h 9"/>
                <a:gd name="T2" fmla="*/ 0 w 2"/>
                <a:gd name="T3" fmla="*/ 32 h 9"/>
                <a:gd name="T4" fmla="*/ 16 w 2"/>
                <a:gd name="T5" fmla="*/ 60 h 9"/>
                <a:gd name="T6" fmla="*/ 16 w 2"/>
                <a:gd name="T7" fmla="*/ 32 h 9"/>
                <a:gd name="T8" fmla="*/ 8 w 2"/>
                <a:gd name="T9" fmla="*/ 15 h 9"/>
                <a:gd name="T10" fmla="*/ 8 w 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9">
                  <a:moveTo>
                    <a:pt x="1" y="1"/>
                  </a:moveTo>
                  <a:cubicBezTo>
                    <a:pt x="1" y="3"/>
                    <a:pt x="0" y="4"/>
                    <a:pt x="0" y="5"/>
                  </a:cubicBezTo>
                  <a:cubicBezTo>
                    <a:pt x="1" y="7"/>
                    <a:pt x="2" y="8"/>
                    <a:pt x="2" y="9"/>
                  </a:cubicBezTo>
                  <a:cubicBezTo>
                    <a:pt x="1" y="8"/>
                    <a:pt x="2" y="6"/>
                    <a:pt x="2" y="5"/>
                  </a:cubicBezTo>
                  <a:cubicBezTo>
                    <a:pt x="2" y="4"/>
                    <a:pt x="2" y="3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67" name="Freeform 4846">
              <a:extLst>
                <a:ext uri="{FF2B5EF4-FFF2-40B4-BE49-F238E27FC236}">
                  <a16:creationId xmlns:a16="http://schemas.microsoft.com/office/drawing/2014/main" id="{20757D14-FF05-4C95-9FB9-E1AA16ADD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816"/>
              <a:ext cx="5" cy="10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6 h 5"/>
                <a:gd name="T4" fmla="*/ 5 w 3"/>
                <a:gd name="T5" fmla="*/ 24 h 5"/>
                <a:gd name="T6" fmla="*/ 13 w 3"/>
                <a:gd name="T7" fmla="*/ 40 h 5"/>
                <a:gd name="T8" fmla="*/ 8 w 3"/>
                <a:gd name="T9" fmla="*/ 24 h 5"/>
                <a:gd name="T10" fmla="*/ 0 w 3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2" y="4"/>
                    <a:pt x="3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68" name="Freeform 4847">
              <a:extLst>
                <a:ext uri="{FF2B5EF4-FFF2-40B4-BE49-F238E27FC236}">
                  <a16:creationId xmlns:a16="http://schemas.microsoft.com/office/drawing/2014/main" id="{CEB04CB1-427B-4A90-BC9C-792BE06D3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833"/>
              <a:ext cx="3" cy="4"/>
            </a:xfrm>
            <a:custGeom>
              <a:avLst/>
              <a:gdLst>
                <a:gd name="T0" fmla="*/ 5 w 2"/>
                <a:gd name="T1" fmla="*/ 0 h 2"/>
                <a:gd name="T2" fmla="*/ 0 w 2"/>
                <a:gd name="T3" fmla="*/ 0 h 2"/>
                <a:gd name="T4" fmla="*/ 8 w 2"/>
                <a:gd name="T5" fmla="*/ 16 h 2"/>
                <a:gd name="T6" fmla="*/ 5 w 2"/>
                <a:gd name="T7" fmla="*/ 8 h 2"/>
                <a:gd name="T8" fmla="*/ 5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2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0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69" name="Freeform 4848">
              <a:extLst>
                <a:ext uri="{FF2B5EF4-FFF2-40B4-BE49-F238E27FC236}">
                  <a16:creationId xmlns:a16="http://schemas.microsoft.com/office/drawing/2014/main" id="{C68A237B-FF12-461F-8A65-17F5B4404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799"/>
              <a:ext cx="12" cy="8"/>
            </a:xfrm>
            <a:custGeom>
              <a:avLst/>
              <a:gdLst>
                <a:gd name="T0" fmla="*/ 48 w 6"/>
                <a:gd name="T1" fmla="*/ 8 h 4"/>
                <a:gd name="T2" fmla="*/ 16 w 6"/>
                <a:gd name="T3" fmla="*/ 8 h 4"/>
                <a:gd name="T4" fmla="*/ 0 w 6"/>
                <a:gd name="T5" fmla="*/ 32 h 4"/>
                <a:gd name="T6" fmla="*/ 24 w 6"/>
                <a:gd name="T7" fmla="*/ 8 h 4"/>
                <a:gd name="T8" fmla="*/ 48 w 6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6" y="1"/>
                  </a:moveTo>
                  <a:cubicBezTo>
                    <a:pt x="5" y="1"/>
                    <a:pt x="4" y="0"/>
                    <a:pt x="2" y="1"/>
                  </a:cubicBezTo>
                  <a:cubicBezTo>
                    <a:pt x="1" y="1"/>
                    <a:pt x="1" y="3"/>
                    <a:pt x="0" y="4"/>
                  </a:cubicBezTo>
                  <a:cubicBezTo>
                    <a:pt x="1" y="2"/>
                    <a:pt x="1" y="1"/>
                    <a:pt x="3" y="1"/>
                  </a:cubicBezTo>
                  <a:cubicBezTo>
                    <a:pt x="4" y="1"/>
                    <a:pt x="5" y="1"/>
                    <a:pt x="6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70" name="Freeform 4849">
              <a:extLst>
                <a:ext uri="{FF2B5EF4-FFF2-40B4-BE49-F238E27FC236}">
                  <a16:creationId xmlns:a16="http://schemas.microsoft.com/office/drawing/2014/main" id="{96970BDA-1D47-446F-B2B4-D2B1AFBCF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809"/>
              <a:ext cx="5" cy="13"/>
            </a:xfrm>
            <a:custGeom>
              <a:avLst/>
              <a:gdLst>
                <a:gd name="T0" fmla="*/ 8 w 3"/>
                <a:gd name="T1" fmla="*/ 0 h 7"/>
                <a:gd name="T2" fmla="*/ 5 w 3"/>
                <a:gd name="T3" fmla="*/ 20 h 7"/>
                <a:gd name="T4" fmla="*/ 13 w 3"/>
                <a:gd name="T5" fmla="*/ 45 h 7"/>
                <a:gd name="T6" fmla="*/ 5 w 3"/>
                <a:gd name="T7" fmla="*/ 24 h 7"/>
                <a:gd name="T8" fmla="*/ 8 w 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2" y="6"/>
                    <a:pt x="0" y="6"/>
                    <a:pt x="1" y="4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71" name="Freeform 4850">
              <a:extLst>
                <a:ext uri="{FF2B5EF4-FFF2-40B4-BE49-F238E27FC236}">
                  <a16:creationId xmlns:a16="http://schemas.microsoft.com/office/drawing/2014/main" id="{CF68E3EC-2BE0-4063-95DA-6E274FD66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798"/>
              <a:ext cx="35" cy="46"/>
            </a:xfrm>
            <a:custGeom>
              <a:avLst/>
              <a:gdLst>
                <a:gd name="T0" fmla="*/ 112 w 19"/>
                <a:gd name="T1" fmla="*/ 81 h 25"/>
                <a:gd name="T2" fmla="*/ 112 w 19"/>
                <a:gd name="T3" fmla="*/ 125 h 25"/>
                <a:gd name="T4" fmla="*/ 105 w 19"/>
                <a:gd name="T5" fmla="*/ 136 h 25"/>
                <a:gd name="T6" fmla="*/ 98 w 19"/>
                <a:gd name="T7" fmla="*/ 132 h 25"/>
                <a:gd name="T8" fmla="*/ 68 w 19"/>
                <a:gd name="T9" fmla="*/ 136 h 25"/>
                <a:gd name="T10" fmla="*/ 57 w 19"/>
                <a:gd name="T11" fmla="*/ 118 h 25"/>
                <a:gd name="T12" fmla="*/ 44 w 19"/>
                <a:gd name="T13" fmla="*/ 125 h 25"/>
                <a:gd name="T14" fmla="*/ 31 w 19"/>
                <a:gd name="T15" fmla="*/ 112 h 25"/>
                <a:gd name="T16" fmla="*/ 20 w 19"/>
                <a:gd name="T17" fmla="*/ 96 h 25"/>
                <a:gd name="T18" fmla="*/ 0 w 19"/>
                <a:gd name="T19" fmla="*/ 57 h 25"/>
                <a:gd name="T20" fmla="*/ 13 w 19"/>
                <a:gd name="T21" fmla="*/ 44 h 25"/>
                <a:gd name="T22" fmla="*/ 24 w 19"/>
                <a:gd name="T23" fmla="*/ 31 h 25"/>
                <a:gd name="T24" fmla="*/ 57 w 19"/>
                <a:gd name="T25" fmla="*/ 0 h 25"/>
                <a:gd name="T26" fmla="*/ 96 w 19"/>
                <a:gd name="T27" fmla="*/ 24 h 25"/>
                <a:gd name="T28" fmla="*/ 112 w 19"/>
                <a:gd name="T29" fmla="*/ 81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" h="25">
                  <a:moveTo>
                    <a:pt x="18" y="13"/>
                  </a:moveTo>
                  <a:cubicBezTo>
                    <a:pt x="19" y="14"/>
                    <a:pt x="18" y="19"/>
                    <a:pt x="18" y="20"/>
                  </a:cubicBezTo>
                  <a:cubicBezTo>
                    <a:pt x="17" y="21"/>
                    <a:pt x="17" y="21"/>
                    <a:pt x="17" y="22"/>
                  </a:cubicBezTo>
                  <a:cubicBezTo>
                    <a:pt x="16" y="22"/>
                    <a:pt x="16" y="21"/>
                    <a:pt x="16" y="21"/>
                  </a:cubicBezTo>
                  <a:cubicBezTo>
                    <a:pt x="14" y="22"/>
                    <a:pt x="13" y="25"/>
                    <a:pt x="11" y="22"/>
                  </a:cubicBezTo>
                  <a:cubicBezTo>
                    <a:pt x="10" y="21"/>
                    <a:pt x="10" y="20"/>
                    <a:pt x="9" y="19"/>
                  </a:cubicBezTo>
                  <a:cubicBezTo>
                    <a:pt x="8" y="19"/>
                    <a:pt x="7" y="20"/>
                    <a:pt x="7" y="20"/>
                  </a:cubicBezTo>
                  <a:cubicBezTo>
                    <a:pt x="5" y="20"/>
                    <a:pt x="5" y="19"/>
                    <a:pt x="5" y="18"/>
                  </a:cubicBezTo>
                  <a:cubicBezTo>
                    <a:pt x="4" y="16"/>
                    <a:pt x="4" y="16"/>
                    <a:pt x="3" y="15"/>
                  </a:cubicBezTo>
                  <a:cubicBezTo>
                    <a:pt x="2" y="14"/>
                    <a:pt x="0" y="11"/>
                    <a:pt x="0" y="9"/>
                  </a:cubicBezTo>
                  <a:cubicBezTo>
                    <a:pt x="0" y="8"/>
                    <a:pt x="1" y="7"/>
                    <a:pt x="2" y="7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11" y="1"/>
                    <a:pt x="14" y="2"/>
                    <a:pt x="15" y="4"/>
                  </a:cubicBezTo>
                  <a:cubicBezTo>
                    <a:pt x="16" y="7"/>
                    <a:pt x="17" y="11"/>
                    <a:pt x="18" y="1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72" name="Freeform 4851">
              <a:extLst>
                <a:ext uri="{FF2B5EF4-FFF2-40B4-BE49-F238E27FC236}">
                  <a16:creationId xmlns:a16="http://schemas.microsoft.com/office/drawing/2014/main" id="{99734DD7-9267-4DA5-A94C-F408E9C6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831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73" name="Freeform 4852">
              <a:extLst>
                <a:ext uri="{FF2B5EF4-FFF2-40B4-BE49-F238E27FC236}">
                  <a16:creationId xmlns:a16="http://schemas.microsoft.com/office/drawing/2014/main" id="{1A18FE7E-0BEB-48F8-8A7F-7EC1B46B0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805"/>
              <a:ext cx="6" cy="19"/>
            </a:xfrm>
            <a:custGeom>
              <a:avLst/>
              <a:gdLst>
                <a:gd name="T0" fmla="*/ 24 w 3"/>
                <a:gd name="T1" fmla="*/ 68 h 10"/>
                <a:gd name="T2" fmla="*/ 0 w 3"/>
                <a:gd name="T3" fmla="*/ 36 h 10"/>
                <a:gd name="T4" fmla="*/ 0 w 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74" name="Freeform 4853">
              <a:extLst>
                <a:ext uri="{FF2B5EF4-FFF2-40B4-BE49-F238E27FC236}">
                  <a16:creationId xmlns:a16="http://schemas.microsoft.com/office/drawing/2014/main" id="{56FFB760-B4A5-4A36-B1CB-AE23D23C1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822"/>
              <a:ext cx="1" cy="6"/>
            </a:xfrm>
            <a:custGeom>
              <a:avLst/>
              <a:gdLst>
                <a:gd name="T0" fmla="*/ 1 w 1"/>
                <a:gd name="T1" fmla="*/ 24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75" name="Freeform 4854">
              <a:extLst>
                <a:ext uri="{FF2B5EF4-FFF2-40B4-BE49-F238E27FC236}">
                  <a16:creationId xmlns:a16="http://schemas.microsoft.com/office/drawing/2014/main" id="{B4E6DAF5-4961-4F1C-B290-7FE8DB28B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753"/>
              <a:ext cx="16" cy="18"/>
            </a:xfrm>
            <a:custGeom>
              <a:avLst/>
              <a:gdLst>
                <a:gd name="T0" fmla="*/ 0 w 9"/>
                <a:gd name="T1" fmla="*/ 41 h 10"/>
                <a:gd name="T2" fmla="*/ 7 w 9"/>
                <a:gd name="T3" fmla="*/ 41 h 10"/>
                <a:gd name="T4" fmla="*/ 28 w 9"/>
                <a:gd name="T5" fmla="*/ 16 h 10"/>
                <a:gd name="T6" fmla="*/ 50 w 9"/>
                <a:gd name="T7" fmla="*/ 16 h 10"/>
                <a:gd name="T8" fmla="*/ 28 w 9"/>
                <a:gd name="T9" fmla="*/ 29 h 10"/>
                <a:gd name="T10" fmla="*/ 28 w 9"/>
                <a:gd name="T11" fmla="*/ 45 h 10"/>
                <a:gd name="T12" fmla="*/ 7 w 9"/>
                <a:gd name="T13" fmla="*/ 5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cubicBezTo>
                    <a:pt x="0" y="7"/>
                    <a:pt x="0" y="7"/>
                    <a:pt x="1" y="7"/>
                  </a:cubicBezTo>
                  <a:cubicBezTo>
                    <a:pt x="0" y="5"/>
                    <a:pt x="4" y="4"/>
                    <a:pt x="5" y="3"/>
                  </a:cubicBezTo>
                  <a:cubicBezTo>
                    <a:pt x="7" y="1"/>
                    <a:pt x="8" y="0"/>
                    <a:pt x="9" y="3"/>
                  </a:cubicBezTo>
                  <a:cubicBezTo>
                    <a:pt x="8" y="3"/>
                    <a:pt x="6" y="4"/>
                    <a:pt x="5" y="5"/>
                  </a:cubicBezTo>
                  <a:cubicBezTo>
                    <a:pt x="4" y="6"/>
                    <a:pt x="5" y="7"/>
                    <a:pt x="5" y="8"/>
                  </a:cubicBezTo>
                  <a:cubicBezTo>
                    <a:pt x="4" y="9"/>
                    <a:pt x="2" y="10"/>
                    <a:pt x="1" y="9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76" name="Freeform 4855">
              <a:extLst>
                <a:ext uri="{FF2B5EF4-FFF2-40B4-BE49-F238E27FC236}">
                  <a16:creationId xmlns:a16="http://schemas.microsoft.com/office/drawing/2014/main" id="{4A0FD65E-D08D-4B99-B0CD-DD7D2AAB7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777"/>
              <a:ext cx="32" cy="11"/>
            </a:xfrm>
            <a:custGeom>
              <a:avLst/>
              <a:gdLst>
                <a:gd name="T0" fmla="*/ 28 w 17"/>
                <a:gd name="T1" fmla="*/ 0 h 6"/>
                <a:gd name="T2" fmla="*/ 75 w 17"/>
                <a:gd name="T3" fmla="*/ 20 h 6"/>
                <a:gd name="T4" fmla="*/ 113 w 17"/>
                <a:gd name="T5" fmla="*/ 37 h 6"/>
                <a:gd name="T6" fmla="*/ 32 w 1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4" y="0"/>
                  </a:moveTo>
                  <a:cubicBezTo>
                    <a:pt x="0" y="6"/>
                    <a:pt x="9" y="3"/>
                    <a:pt x="11" y="3"/>
                  </a:cubicBezTo>
                  <a:cubicBezTo>
                    <a:pt x="13" y="4"/>
                    <a:pt x="15" y="5"/>
                    <a:pt x="17" y="6"/>
                  </a:cubicBezTo>
                  <a:cubicBezTo>
                    <a:pt x="15" y="0"/>
                    <a:pt x="7" y="5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77" name="Freeform 4856">
              <a:extLst>
                <a:ext uri="{FF2B5EF4-FFF2-40B4-BE49-F238E27FC236}">
                  <a16:creationId xmlns:a16="http://schemas.microsoft.com/office/drawing/2014/main" id="{B18F6984-C705-4BE5-BCC4-0942B1421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755"/>
              <a:ext cx="6" cy="9"/>
            </a:xfrm>
            <a:custGeom>
              <a:avLst/>
              <a:gdLst>
                <a:gd name="T0" fmla="*/ 0 w 3"/>
                <a:gd name="T1" fmla="*/ 0 h 5"/>
                <a:gd name="T2" fmla="*/ 24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2" y="3"/>
                    <a:pt x="3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03" name="Rectangle 4857">
            <a:extLst>
              <a:ext uri="{FF2B5EF4-FFF2-40B4-BE49-F238E27FC236}">
                <a16:creationId xmlns:a16="http://schemas.microsoft.com/office/drawing/2014/main" id="{F3B1854A-CCB0-472E-BB72-10B7B5DE5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0775" y="2986088"/>
            <a:ext cx="566738" cy="334962"/>
          </a:xfrm>
          <a:prstGeom prst="rect">
            <a:avLst/>
          </a:prstGeom>
          <a:noFill/>
          <a:ln w="11113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51204" name="Rectangle 4858">
            <a:extLst>
              <a:ext uri="{FF2B5EF4-FFF2-40B4-BE49-F238E27FC236}">
                <a16:creationId xmlns:a16="http://schemas.microsoft.com/office/drawing/2014/main" id="{FC287090-0F3D-4FE7-B74C-6C7B0B49C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6650" y="3357563"/>
            <a:ext cx="608013" cy="422275"/>
          </a:xfrm>
          <a:prstGeom prst="rect">
            <a:avLst/>
          </a:prstGeom>
          <a:noFill/>
          <a:ln w="11113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51205" name="Rectangle 4859">
            <a:extLst>
              <a:ext uri="{FF2B5EF4-FFF2-40B4-BE49-F238E27FC236}">
                <a16:creationId xmlns:a16="http://schemas.microsoft.com/office/drawing/2014/main" id="{FDA5EF05-DA38-4720-A252-8B8AB03D7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2850" y="3808413"/>
            <a:ext cx="763588" cy="534987"/>
          </a:xfrm>
          <a:prstGeom prst="rect">
            <a:avLst/>
          </a:prstGeom>
          <a:noFill/>
          <a:ln w="11113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51206" name="Arterial-atherothrombosis-medical-diagram">
            <a:extLst>
              <a:ext uri="{FF2B5EF4-FFF2-40B4-BE49-F238E27FC236}">
                <a16:creationId xmlns:a16="http://schemas.microsoft.com/office/drawing/2014/main" id="{54997204-4BE5-4051-BCF8-8023C1256223}"/>
              </a:ext>
            </a:extLst>
          </p:cNvPr>
          <p:cNvSpPr>
            <a:spLocks/>
          </p:cNvSpPr>
          <p:nvPr/>
        </p:nvSpPr>
        <p:spPr bwMode="auto">
          <a:xfrm>
            <a:off x="5135563" y="4441825"/>
            <a:ext cx="1109662" cy="855663"/>
          </a:xfrm>
          <a:custGeom>
            <a:avLst/>
            <a:gdLst>
              <a:gd name="T0" fmla="*/ 2147483646 w 699"/>
              <a:gd name="T1" fmla="*/ 2147483646 h 539"/>
              <a:gd name="T2" fmla="*/ 2147483646 w 699"/>
              <a:gd name="T3" fmla="*/ 2147483646 h 539"/>
              <a:gd name="T4" fmla="*/ 0 w 699"/>
              <a:gd name="T5" fmla="*/ 0 h 539"/>
              <a:gd name="T6" fmla="*/ 2147483646 w 699"/>
              <a:gd name="T7" fmla="*/ 0 h 539"/>
              <a:gd name="T8" fmla="*/ 2147483646 w 699"/>
              <a:gd name="T9" fmla="*/ 2147483646 h 53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699" h="539">
                <a:moveTo>
                  <a:pt x="699" y="539"/>
                </a:moveTo>
                <a:lnTo>
                  <a:pt x="23" y="539"/>
                </a:lnTo>
                <a:lnTo>
                  <a:pt x="0" y="0"/>
                </a:lnTo>
                <a:lnTo>
                  <a:pt x="677" y="0"/>
                </a:lnTo>
                <a:lnTo>
                  <a:pt x="699" y="539"/>
                </a:lnTo>
                <a:close/>
              </a:path>
            </a:pathLst>
          </a:custGeom>
          <a:noFill/>
          <a:ln w="11113" cap="flat">
            <a:solidFill>
              <a:schemeClr val="bg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07" name="Rectangle 4861">
            <a:extLst>
              <a:ext uri="{FF2B5EF4-FFF2-40B4-BE49-F238E27FC236}">
                <a16:creationId xmlns:a16="http://schemas.microsoft.com/office/drawing/2014/main" id="{0447CC89-7F1C-4F4D-8BD4-BA5331BCF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3657600"/>
            <a:ext cx="744538" cy="1354138"/>
          </a:xfrm>
          <a:prstGeom prst="rect">
            <a:avLst/>
          </a:prstGeom>
          <a:noFill/>
          <a:ln w="11113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51208" name="Rectangle 4862">
            <a:extLst>
              <a:ext uri="{FF2B5EF4-FFF2-40B4-BE49-F238E27FC236}">
                <a16:creationId xmlns:a16="http://schemas.microsoft.com/office/drawing/2014/main" id="{21C5C45A-BB5E-4A2B-85F7-A5C22FBD9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0763" y="3073400"/>
            <a:ext cx="68262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200">
                <a:solidFill>
                  <a:srgbClr val="0070C0"/>
                </a:solidFill>
                <a:latin typeface="Myriad Roman"/>
              </a:rPr>
              <a:t>a</a:t>
            </a:r>
            <a:endParaRPr lang="fr-FR" altLang="fr-FR" sz="1200">
              <a:solidFill>
                <a:srgbClr val="0070C0"/>
              </a:solidFill>
            </a:endParaRPr>
          </a:p>
        </p:txBody>
      </p:sp>
      <p:sp>
        <p:nvSpPr>
          <p:cNvPr id="51209" name="Rectangle 4863">
            <a:extLst>
              <a:ext uri="{FF2B5EF4-FFF2-40B4-BE49-F238E27FC236}">
                <a16:creationId xmlns:a16="http://schemas.microsoft.com/office/drawing/2014/main" id="{B6133E6A-EC97-4D3D-A95A-826CB54F4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0763" y="3522663"/>
            <a:ext cx="57150" cy="138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900">
                <a:solidFill>
                  <a:srgbClr val="0070C0"/>
                </a:solidFill>
                <a:latin typeface="Myriad Roman"/>
              </a:rPr>
              <a:t>b</a:t>
            </a:r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51210" name="Rectangle 4864">
            <a:extLst>
              <a:ext uri="{FF2B5EF4-FFF2-40B4-BE49-F238E27FC236}">
                <a16:creationId xmlns:a16="http://schemas.microsoft.com/office/drawing/2014/main" id="{D7DE7020-3D4C-4508-BF79-DBE0C6220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94263" y="4010025"/>
            <a:ext cx="5080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900">
                <a:solidFill>
                  <a:srgbClr val="0070C0"/>
                </a:solidFill>
                <a:latin typeface="Myriad Roman"/>
              </a:rPr>
              <a:t>c</a:t>
            </a:r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51211" name="Rectangle 4865">
            <a:extLst>
              <a:ext uri="{FF2B5EF4-FFF2-40B4-BE49-F238E27FC236}">
                <a16:creationId xmlns:a16="http://schemas.microsoft.com/office/drawing/2014/main" id="{60E43906-D3D1-4285-BF6B-ECDCF87C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0313" y="4779963"/>
            <a:ext cx="57150" cy="138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900">
                <a:solidFill>
                  <a:srgbClr val="0070C0"/>
                </a:solidFill>
                <a:latin typeface="Myriad Roman"/>
              </a:rPr>
              <a:t>d</a:t>
            </a:r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51212" name="Rectangle 4866">
            <a:extLst>
              <a:ext uri="{FF2B5EF4-FFF2-40B4-BE49-F238E27FC236}">
                <a16:creationId xmlns:a16="http://schemas.microsoft.com/office/drawing/2014/main" id="{DF08C9F7-A664-4A57-B145-80B199F7F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4400" y="3716338"/>
            <a:ext cx="68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200">
                <a:solidFill>
                  <a:srgbClr val="0070C0"/>
                </a:solidFill>
                <a:latin typeface="Myriad Roman"/>
              </a:rPr>
              <a:t>e</a:t>
            </a:r>
            <a:endParaRPr lang="fr-FR" altLang="fr-FR" sz="1200">
              <a:solidFill>
                <a:srgbClr val="0070C0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>
            <a:extLst>
              <a:ext uri="{FF2B5EF4-FFF2-40B4-BE49-F238E27FC236}">
                <a16:creationId xmlns:a16="http://schemas.microsoft.com/office/drawing/2014/main" id="{CF7B0615-E28B-49EC-B0D4-0B59176767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Atherothrombosis (4)</a:t>
            </a:r>
          </a:p>
        </p:txBody>
      </p:sp>
      <p:grpSp>
        <p:nvGrpSpPr>
          <p:cNvPr id="52226" name="Arterial-wall-layers-cross-section">
            <a:extLst>
              <a:ext uri="{FF2B5EF4-FFF2-40B4-BE49-F238E27FC236}">
                <a16:creationId xmlns:a16="http://schemas.microsoft.com/office/drawing/2014/main" id="{285AEEC0-226F-4328-AD89-D472874A51E8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1676400"/>
            <a:ext cx="1966913" cy="1268413"/>
            <a:chOff x="386" y="965"/>
            <a:chExt cx="1239" cy="799"/>
          </a:xfrm>
        </p:grpSpPr>
        <p:grpSp>
          <p:nvGrpSpPr>
            <p:cNvPr id="124209" name="Group 4">
              <a:extLst>
                <a:ext uri="{FF2B5EF4-FFF2-40B4-BE49-F238E27FC236}">
                  <a16:creationId xmlns:a16="http://schemas.microsoft.com/office/drawing/2014/main" id="{E884E4ED-7EA2-436D-B970-F21E685D50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5" y="967"/>
              <a:ext cx="1100" cy="797"/>
              <a:chOff x="525" y="967"/>
              <a:chExt cx="1100" cy="797"/>
            </a:xfrm>
          </p:grpSpPr>
          <p:sp>
            <p:nvSpPr>
              <p:cNvPr id="124402" name="Freeform 5">
                <a:extLst>
                  <a:ext uri="{FF2B5EF4-FFF2-40B4-BE49-F238E27FC236}">
                    <a16:creationId xmlns:a16="http://schemas.microsoft.com/office/drawing/2014/main" id="{C01D6214-7C63-4615-BA94-FC1DAB8F8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969"/>
                <a:ext cx="420" cy="784"/>
              </a:xfrm>
              <a:custGeom>
                <a:avLst/>
                <a:gdLst>
                  <a:gd name="T0" fmla="*/ 1968 w 194"/>
                  <a:gd name="T1" fmla="*/ 0 h 339"/>
                  <a:gd name="T2" fmla="*/ 333 w 194"/>
                  <a:gd name="T3" fmla="*/ 0 h 339"/>
                  <a:gd name="T4" fmla="*/ 323 w 194"/>
                  <a:gd name="T5" fmla="*/ 12 h 339"/>
                  <a:gd name="T6" fmla="*/ 0 w 194"/>
                  <a:gd name="T7" fmla="*/ 12 h 339"/>
                  <a:gd name="T8" fmla="*/ 323 w 194"/>
                  <a:gd name="T9" fmla="*/ 65 h 339"/>
                  <a:gd name="T10" fmla="*/ 600 w 194"/>
                  <a:gd name="T11" fmla="*/ 2299 h 339"/>
                  <a:gd name="T12" fmla="*/ 942 w 194"/>
                  <a:gd name="T13" fmla="*/ 4193 h 339"/>
                  <a:gd name="T14" fmla="*/ 1968 w 194"/>
                  <a:gd name="T15" fmla="*/ 4193 h 339"/>
                  <a:gd name="T16" fmla="*/ 1968 w 194"/>
                  <a:gd name="T17" fmla="*/ 0 h 3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4" h="339">
                    <a:moveTo>
                      <a:pt x="194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9" y="55"/>
                      <a:pt x="44" y="106"/>
                      <a:pt x="59" y="186"/>
                    </a:cubicBezTo>
                    <a:cubicBezTo>
                      <a:pt x="67" y="233"/>
                      <a:pt x="80" y="284"/>
                      <a:pt x="93" y="339"/>
                    </a:cubicBezTo>
                    <a:cubicBezTo>
                      <a:pt x="194" y="339"/>
                      <a:pt x="194" y="339"/>
                      <a:pt x="194" y="339"/>
                    </a:cubicBez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3" name="Freeform 6">
                <a:extLst>
                  <a:ext uri="{FF2B5EF4-FFF2-40B4-BE49-F238E27FC236}">
                    <a16:creationId xmlns:a16="http://schemas.microsoft.com/office/drawing/2014/main" id="{AAC4927F-9584-4BB1-993E-7D9C7AB8A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133"/>
                <a:ext cx="69" cy="412"/>
              </a:xfrm>
              <a:custGeom>
                <a:avLst/>
                <a:gdLst>
                  <a:gd name="T0" fmla="*/ 233 w 32"/>
                  <a:gd name="T1" fmla="*/ 1312 h 178"/>
                  <a:gd name="T2" fmla="*/ 321 w 32"/>
                  <a:gd name="T3" fmla="*/ 2208 h 178"/>
                  <a:gd name="T4" fmla="*/ 190 w 32"/>
                  <a:gd name="T5" fmla="*/ 1426 h 178"/>
                  <a:gd name="T6" fmla="*/ 0 w 32"/>
                  <a:gd name="T7" fmla="*/ 0 h 178"/>
                  <a:gd name="T8" fmla="*/ 233 w 32"/>
                  <a:gd name="T9" fmla="*/ 1312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8">
                    <a:moveTo>
                      <a:pt x="23" y="106"/>
                    </a:moveTo>
                    <a:cubicBezTo>
                      <a:pt x="27" y="131"/>
                      <a:pt x="32" y="159"/>
                      <a:pt x="32" y="178"/>
                    </a:cubicBezTo>
                    <a:cubicBezTo>
                      <a:pt x="27" y="156"/>
                      <a:pt x="22" y="135"/>
                      <a:pt x="19" y="115"/>
                    </a:cubicBezTo>
                    <a:cubicBezTo>
                      <a:pt x="10" y="70"/>
                      <a:pt x="5" y="33"/>
                      <a:pt x="0" y="0"/>
                    </a:cubicBezTo>
                    <a:cubicBezTo>
                      <a:pt x="8" y="21"/>
                      <a:pt x="16" y="63"/>
                      <a:pt x="23" y="106"/>
                    </a:cubicBezTo>
                    <a:close/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4" name="Freeform 7">
                <a:extLst>
                  <a:ext uri="{FF2B5EF4-FFF2-40B4-BE49-F238E27FC236}">
                    <a16:creationId xmlns:a16="http://schemas.microsoft.com/office/drawing/2014/main" id="{6E6663C0-3566-4B1D-AA9E-4D2637995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969"/>
                <a:ext cx="146" cy="784"/>
              </a:xfrm>
              <a:custGeom>
                <a:avLst/>
                <a:gdLst>
                  <a:gd name="T0" fmla="*/ 370 w 67"/>
                  <a:gd name="T1" fmla="*/ 2424 h 339"/>
                  <a:gd name="T2" fmla="*/ 20 w 67"/>
                  <a:gd name="T3" fmla="*/ 0 h 339"/>
                  <a:gd name="T4" fmla="*/ 0 w 67"/>
                  <a:gd name="T5" fmla="*/ 0 h 339"/>
                  <a:gd name="T6" fmla="*/ 499 w 67"/>
                  <a:gd name="T7" fmla="*/ 4193 h 339"/>
                  <a:gd name="T8" fmla="*/ 693 w 67"/>
                  <a:gd name="T9" fmla="*/ 4193 h 339"/>
                  <a:gd name="T10" fmla="*/ 370 w 67"/>
                  <a:gd name="T11" fmla="*/ 2424 h 3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339">
                    <a:moveTo>
                      <a:pt x="36" y="196"/>
                    </a:moveTo>
                    <a:cubicBezTo>
                      <a:pt x="21" y="117"/>
                      <a:pt x="9" y="5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99"/>
                      <a:pt x="31" y="211"/>
                      <a:pt x="48" y="339"/>
                    </a:cubicBezTo>
                    <a:cubicBezTo>
                      <a:pt x="67" y="339"/>
                      <a:pt x="67" y="339"/>
                      <a:pt x="67" y="339"/>
                    </a:cubicBezTo>
                    <a:cubicBezTo>
                      <a:pt x="55" y="289"/>
                      <a:pt x="44" y="241"/>
                      <a:pt x="36" y="196"/>
                    </a:cubicBezTo>
                    <a:close/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5" name="Freeform 8">
                <a:extLst>
                  <a:ext uri="{FF2B5EF4-FFF2-40B4-BE49-F238E27FC236}">
                    <a16:creationId xmlns:a16="http://schemas.microsoft.com/office/drawing/2014/main" id="{6C267430-CE59-4E3B-82C1-2ADED6A18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969"/>
                <a:ext cx="320" cy="784"/>
              </a:xfrm>
              <a:custGeom>
                <a:avLst/>
                <a:gdLst>
                  <a:gd name="T0" fmla="*/ 1042 w 148"/>
                  <a:gd name="T1" fmla="*/ 0 h 339"/>
                  <a:gd name="T2" fmla="*/ 0 w 148"/>
                  <a:gd name="T3" fmla="*/ 0 h 339"/>
                  <a:gd name="T4" fmla="*/ 435 w 148"/>
                  <a:gd name="T5" fmla="*/ 4193 h 339"/>
                  <a:gd name="T6" fmla="*/ 1496 w 148"/>
                  <a:gd name="T7" fmla="*/ 4193 h 339"/>
                  <a:gd name="T8" fmla="*/ 1042 w 148"/>
                  <a:gd name="T9" fmla="*/ 0 h 3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339">
                    <a:moveTo>
                      <a:pt x="10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8" y="53"/>
                      <a:pt x="22" y="174"/>
                      <a:pt x="43" y="339"/>
                    </a:cubicBezTo>
                    <a:cubicBezTo>
                      <a:pt x="148" y="339"/>
                      <a:pt x="148" y="339"/>
                      <a:pt x="148" y="339"/>
                    </a:cubicBezTo>
                    <a:cubicBezTo>
                      <a:pt x="131" y="206"/>
                      <a:pt x="116" y="90"/>
                      <a:pt x="103" y="0"/>
                    </a:cubicBezTo>
                    <a:close/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6" name="Freeform 9">
                <a:extLst>
                  <a:ext uri="{FF2B5EF4-FFF2-40B4-BE49-F238E27FC236}">
                    <a16:creationId xmlns:a16="http://schemas.microsoft.com/office/drawing/2014/main" id="{90830D9B-204E-4A7B-BBEA-9328D8D64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969"/>
                <a:ext cx="236" cy="784"/>
              </a:xfrm>
              <a:custGeom>
                <a:avLst/>
                <a:gdLst>
                  <a:gd name="T0" fmla="*/ 671 w 109"/>
                  <a:gd name="T1" fmla="*/ 12 h 339"/>
                  <a:gd name="T2" fmla="*/ 671 w 109"/>
                  <a:gd name="T3" fmla="*/ 12 h 339"/>
                  <a:gd name="T4" fmla="*/ 671 w 109"/>
                  <a:gd name="T5" fmla="*/ 0 h 339"/>
                  <a:gd name="T6" fmla="*/ 0 w 109"/>
                  <a:gd name="T7" fmla="*/ 0 h 339"/>
                  <a:gd name="T8" fmla="*/ 19 w 109"/>
                  <a:gd name="T9" fmla="*/ 102 h 339"/>
                  <a:gd name="T10" fmla="*/ 478 w 109"/>
                  <a:gd name="T11" fmla="*/ 4193 h 339"/>
                  <a:gd name="T12" fmla="*/ 1106 w 109"/>
                  <a:gd name="T13" fmla="*/ 4193 h 339"/>
                  <a:gd name="T14" fmla="*/ 671 w 109"/>
                  <a:gd name="T15" fmla="*/ 12 h 3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339">
                    <a:moveTo>
                      <a:pt x="66" y="1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6" y="0"/>
                      <a:pt x="6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8"/>
                    </a:cubicBezTo>
                    <a:cubicBezTo>
                      <a:pt x="11" y="76"/>
                      <a:pt x="26" y="192"/>
                      <a:pt x="47" y="339"/>
                    </a:cubicBezTo>
                    <a:cubicBezTo>
                      <a:pt x="109" y="339"/>
                      <a:pt x="109" y="339"/>
                      <a:pt x="109" y="339"/>
                    </a:cubicBezTo>
                    <a:cubicBezTo>
                      <a:pt x="88" y="175"/>
                      <a:pt x="74" y="54"/>
                      <a:pt x="66" y="1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7" name="Freeform 10">
                <a:extLst>
                  <a:ext uri="{FF2B5EF4-FFF2-40B4-BE49-F238E27FC236}">
                    <a16:creationId xmlns:a16="http://schemas.microsoft.com/office/drawing/2014/main" id="{C64A5F56-15B2-41CC-B4A2-F758FBF78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972"/>
                <a:ext cx="396" cy="781"/>
              </a:xfrm>
              <a:custGeom>
                <a:avLst/>
                <a:gdLst>
                  <a:gd name="T0" fmla="*/ 1368 w 183"/>
                  <a:gd name="T1" fmla="*/ 0 h 338"/>
                  <a:gd name="T2" fmla="*/ 0 w 183"/>
                  <a:gd name="T3" fmla="*/ 0 h 338"/>
                  <a:gd name="T4" fmla="*/ 454 w 183"/>
                  <a:gd name="T5" fmla="*/ 4171 h 338"/>
                  <a:gd name="T6" fmla="*/ 1854 w 183"/>
                  <a:gd name="T7" fmla="*/ 4171 h 338"/>
                  <a:gd name="T8" fmla="*/ 1368 w 183"/>
                  <a:gd name="T9" fmla="*/ 0 h 3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3" h="338">
                    <a:moveTo>
                      <a:pt x="13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3" y="90"/>
                      <a:pt x="28" y="205"/>
                      <a:pt x="45" y="338"/>
                    </a:cubicBezTo>
                    <a:cubicBezTo>
                      <a:pt x="183" y="338"/>
                      <a:pt x="183" y="338"/>
                      <a:pt x="183" y="338"/>
                    </a:cubicBezTo>
                    <a:cubicBezTo>
                      <a:pt x="166" y="210"/>
                      <a:pt x="148" y="99"/>
                      <a:pt x="135" y="0"/>
                    </a:cubicBezTo>
                    <a:close/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8" name="Freeform 11">
                <a:extLst>
                  <a:ext uri="{FF2B5EF4-FFF2-40B4-BE49-F238E27FC236}">
                    <a16:creationId xmlns:a16="http://schemas.microsoft.com/office/drawing/2014/main" id="{DE51B68A-C54D-4B19-BB2F-E6EBD1386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969"/>
                <a:ext cx="219" cy="784"/>
              </a:xfrm>
              <a:custGeom>
                <a:avLst/>
                <a:gdLst>
                  <a:gd name="T0" fmla="*/ 681 w 101"/>
                  <a:gd name="T1" fmla="*/ 2299 h 339"/>
                  <a:gd name="T2" fmla="*/ 410 w 101"/>
                  <a:gd name="T3" fmla="*/ 0 h 339"/>
                  <a:gd name="T4" fmla="*/ 0 w 101"/>
                  <a:gd name="T5" fmla="*/ 0 h 339"/>
                  <a:gd name="T6" fmla="*/ 347 w 101"/>
                  <a:gd name="T7" fmla="*/ 2424 h 339"/>
                  <a:gd name="T8" fmla="*/ 664 w 101"/>
                  <a:gd name="T9" fmla="*/ 4193 h 339"/>
                  <a:gd name="T10" fmla="*/ 1030 w 101"/>
                  <a:gd name="T11" fmla="*/ 4193 h 339"/>
                  <a:gd name="T12" fmla="*/ 681 w 101"/>
                  <a:gd name="T13" fmla="*/ 2299 h 3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339">
                    <a:moveTo>
                      <a:pt x="67" y="186"/>
                    </a:moveTo>
                    <a:cubicBezTo>
                      <a:pt x="52" y="106"/>
                      <a:pt x="47" y="5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50"/>
                      <a:pt x="19" y="117"/>
                      <a:pt x="34" y="196"/>
                    </a:cubicBezTo>
                    <a:cubicBezTo>
                      <a:pt x="42" y="241"/>
                      <a:pt x="53" y="289"/>
                      <a:pt x="65" y="339"/>
                    </a:cubicBezTo>
                    <a:cubicBezTo>
                      <a:pt x="101" y="339"/>
                      <a:pt x="101" y="339"/>
                      <a:pt x="101" y="339"/>
                    </a:cubicBezTo>
                    <a:cubicBezTo>
                      <a:pt x="88" y="284"/>
                      <a:pt x="75" y="233"/>
                      <a:pt x="67" y="186"/>
                    </a:cubicBezTo>
                    <a:close/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9" name="Freeform 12">
                <a:extLst>
                  <a:ext uri="{FF2B5EF4-FFF2-40B4-BE49-F238E27FC236}">
                    <a16:creationId xmlns:a16="http://schemas.microsoft.com/office/drawing/2014/main" id="{07BA3178-6DEA-4DF3-824A-DE5D1F456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161"/>
                <a:ext cx="84" cy="434"/>
              </a:xfrm>
              <a:custGeom>
                <a:avLst/>
                <a:gdLst>
                  <a:gd name="T0" fmla="*/ 200 w 39"/>
                  <a:gd name="T1" fmla="*/ 1392 h 188"/>
                  <a:gd name="T2" fmla="*/ 200 w 39"/>
                  <a:gd name="T3" fmla="*/ 1646 h 188"/>
                  <a:gd name="T4" fmla="*/ 190 w 39"/>
                  <a:gd name="T5" fmla="*/ 1833 h 188"/>
                  <a:gd name="T6" fmla="*/ 261 w 39"/>
                  <a:gd name="T7" fmla="*/ 2004 h 188"/>
                  <a:gd name="T8" fmla="*/ 310 w 39"/>
                  <a:gd name="T9" fmla="*/ 2313 h 188"/>
                  <a:gd name="T10" fmla="*/ 278 w 39"/>
                  <a:gd name="T11" fmla="*/ 1845 h 188"/>
                  <a:gd name="T12" fmla="*/ 362 w 39"/>
                  <a:gd name="T13" fmla="*/ 1845 h 188"/>
                  <a:gd name="T14" fmla="*/ 338 w 39"/>
                  <a:gd name="T15" fmla="*/ 1637 h 188"/>
                  <a:gd name="T16" fmla="*/ 269 w 39"/>
                  <a:gd name="T17" fmla="*/ 1450 h 188"/>
                  <a:gd name="T18" fmla="*/ 209 w 39"/>
                  <a:gd name="T19" fmla="*/ 921 h 188"/>
                  <a:gd name="T20" fmla="*/ 140 w 39"/>
                  <a:gd name="T21" fmla="*/ 582 h 188"/>
                  <a:gd name="T22" fmla="*/ 88 w 39"/>
                  <a:gd name="T23" fmla="*/ 208 h 188"/>
                  <a:gd name="T24" fmla="*/ 60 w 39"/>
                  <a:gd name="T25" fmla="*/ 0 h 188"/>
                  <a:gd name="T26" fmla="*/ 41 w 39"/>
                  <a:gd name="T27" fmla="*/ 416 h 188"/>
                  <a:gd name="T28" fmla="*/ 121 w 39"/>
                  <a:gd name="T29" fmla="*/ 810 h 188"/>
                  <a:gd name="T30" fmla="*/ 157 w 39"/>
                  <a:gd name="T31" fmla="*/ 1120 h 188"/>
                  <a:gd name="T32" fmla="*/ 190 w 39"/>
                  <a:gd name="T33" fmla="*/ 1438 h 1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188">
                    <a:moveTo>
                      <a:pt x="20" y="113"/>
                    </a:moveTo>
                    <a:cubicBezTo>
                      <a:pt x="20" y="120"/>
                      <a:pt x="20" y="127"/>
                      <a:pt x="20" y="134"/>
                    </a:cubicBezTo>
                    <a:cubicBezTo>
                      <a:pt x="20" y="139"/>
                      <a:pt x="18" y="145"/>
                      <a:pt x="19" y="149"/>
                    </a:cubicBezTo>
                    <a:cubicBezTo>
                      <a:pt x="20" y="154"/>
                      <a:pt x="24" y="159"/>
                      <a:pt x="26" y="163"/>
                    </a:cubicBezTo>
                    <a:cubicBezTo>
                      <a:pt x="28" y="171"/>
                      <a:pt x="30" y="180"/>
                      <a:pt x="31" y="188"/>
                    </a:cubicBezTo>
                    <a:cubicBezTo>
                      <a:pt x="27" y="177"/>
                      <a:pt x="27" y="162"/>
                      <a:pt x="28" y="150"/>
                    </a:cubicBezTo>
                    <a:cubicBezTo>
                      <a:pt x="29" y="146"/>
                      <a:pt x="32" y="148"/>
                      <a:pt x="36" y="150"/>
                    </a:cubicBezTo>
                    <a:cubicBezTo>
                      <a:pt x="39" y="143"/>
                      <a:pt x="38" y="140"/>
                      <a:pt x="34" y="133"/>
                    </a:cubicBezTo>
                    <a:cubicBezTo>
                      <a:pt x="31" y="129"/>
                      <a:pt x="28" y="124"/>
                      <a:pt x="27" y="118"/>
                    </a:cubicBezTo>
                    <a:cubicBezTo>
                      <a:pt x="23" y="104"/>
                      <a:pt x="20" y="90"/>
                      <a:pt x="21" y="75"/>
                    </a:cubicBezTo>
                    <a:cubicBezTo>
                      <a:pt x="21" y="65"/>
                      <a:pt x="15" y="58"/>
                      <a:pt x="14" y="47"/>
                    </a:cubicBezTo>
                    <a:cubicBezTo>
                      <a:pt x="13" y="37"/>
                      <a:pt x="11" y="28"/>
                      <a:pt x="9" y="17"/>
                    </a:cubicBezTo>
                    <a:cubicBezTo>
                      <a:pt x="7" y="12"/>
                      <a:pt x="5" y="5"/>
                      <a:pt x="6" y="0"/>
                    </a:cubicBezTo>
                    <a:cubicBezTo>
                      <a:pt x="3" y="12"/>
                      <a:pt x="0" y="22"/>
                      <a:pt x="4" y="34"/>
                    </a:cubicBezTo>
                    <a:cubicBezTo>
                      <a:pt x="8" y="45"/>
                      <a:pt x="10" y="55"/>
                      <a:pt x="12" y="66"/>
                    </a:cubicBezTo>
                    <a:cubicBezTo>
                      <a:pt x="14" y="74"/>
                      <a:pt x="15" y="83"/>
                      <a:pt x="16" y="91"/>
                    </a:cubicBezTo>
                    <a:cubicBezTo>
                      <a:pt x="17" y="99"/>
                      <a:pt x="16" y="109"/>
                      <a:pt x="19" y="117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0" name="Freeform 13">
                <a:extLst>
                  <a:ext uri="{FF2B5EF4-FFF2-40B4-BE49-F238E27FC236}">
                    <a16:creationId xmlns:a16="http://schemas.microsoft.com/office/drawing/2014/main" id="{B67E1AE7-5B5D-421F-B674-042885ECE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043"/>
                <a:ext cx="15" cy="123"/>
              </a:xfrm>
              <a:custGeom>
                <a:avLst/>
                <a:gdLst>
                  <a:gd name="T0" fmla="*/ 0 w 7"/>
                  <a:gd name="T1" fmla="*/ 0 h 53"/>
                  <a:gd name="T2" fmla="*/ 60 w 7"/>
                  <a:gd name="T3" fmla="*/ 248 h 53"/>
                  <a:gd name="T4" fmla="*/ 19 w 7"/>
                  <a:gd name="T5" fmla="*/ 661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3">
                    <a:moveTo>
                      <a:pt x="0" y="0"/>
                    </a:moveTo>
                    <a:cubicBezTo>
                      <a:pt x="3" y="5"/>
                      <a:pt x="6" y="14"/>
                      <a:pt x="6" y="20"/>
                    </a:cubicBezTo>
                    <a:cubicBezTo>
                      <a:pt x="7" y="30"/>
                      <a:pt x="4" y="43"/>
                      <a:pt x="2" y="53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1" name="Freeform 14">
                <a:extLst>
                  <a:ext uri="{FF2B5EF4-FFF2-40B4-BE49-F238E27FC236}">
                    <a16:creationId xmlns:a16="http://schemas.microsoft.com/office/drawing/2014/main" id="{08011E75-0F35-4FD6-B816-ACEB16127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974"/>
                <a:ext cx="41" cy="71"/>
              </a:xfrm>
              <a:custGeom>
                <a:avLst/>
                <a:gdLst>
                  <a:gd name="T0" fmla="*/ 9 w 19"/>
                  <a:gd name="T1" fmla="*/ 0 h 31"/>
                  <a:gd name="T2" fmla="*/ 19 w 19"/>
                  <a:gd name="T3" fmla="*/ 158 h 31"/>
                  <a:gd name="T4" fmla="*/ 60 w 19"/>
                  <a:gd name="T5" fmla="*/ 252 h 31"/>
                  <a:gd name="T6" fmla="*/ 88 w 19"/>
                  <a:gd name="T7" fmla="*/ 373 h 31"/>
                  <a:gd name="T8" fmla="*/ 121 w 19"/>
                  <a:gd name="T9" fmla="*/ 2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1">
                    <a:moveTo>
                      <a:pt x="1" y="0"/>
                    </a:moveTo>
                    <a:cubicBezTo>
                      <a:pt x="0" y="5"/>
                      <a:pt x="0" y="8"/>
                      <a:pt x="2" y="13"/>
                    </a:cubicBezTo>
                    <a:cubicBezTo>
                      <a:pt x="4" y="16"/>
                      <a:pt x="5" y="17"/>
                      <a:pt x="6" y="21"/>
                    </a:cubicBezTo>
                    <a:cubicBezTo>
                      <a:pt x="7" y="24"/>
                      <a:pt x="7" y="30"/>
                      <a:pt x="9" y="31"/>
                    </a:cubicBezTo>
                    <a:cubicBezTo>
                      <a:pt x="19" y="26"/>
                      <a:pt x="9" y="10"/>
                      <a:pt x="12" y="2"/>
                    </a:cubicBezTo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2" name="Freeform 15">
                <a:extLst>
                  <a:ext uri="{FF2B5EF4-FFF2-40B4-BE49-F238E27FC236}">
                    <a16:creationId xmlns:a16="http://schemas.microsoft.com/office/drawing/2014/main" id="{17227F40-E613-477D-BC02-BC6D4E8D2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702"/>
                <a:ext cx="35" cy="51"/>
              </a:xfrm>
              <a:custGeom>
                <a:avLst/>
                <a:gdLst>
                  <a:gd name="T0" fmla="*/ 20 w 16"/>
                  <a:gd name="T1" fmla="*/ 0 h 22"/>
                  <a:gd name="T2" fmla="*/ 168 w 16"/>
                  <a:gd name="T3" fmla="*/ 172 h 22"/>
                  <a:gd name="T4" fmla="*/ 133 w 16"/>
                  <a:gd name="T5" fmla="*/ 274 h 22"/>
                  <a:gd name="T6" fmla="*/ 61 w 16"/>
                  <a:gd name="T7" fmla="*/ 236 h 22"/>
                  <a:gd name="T8" fmla="*/ 0 w 16"/>
                  <a:gd name="T9" fmla="*/ 4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2" y="0"/>
                    </a:moveTo>
                    <a:cubicBezTo>
                      <a:pt x="5" y="6"/>
                      <a:pt x="10" y="11"/>
                      <a:pt x="16" y="14"/>
                    </a:cubicBezTo>
                    <a:cubicBezTo>
                      <a:pt x="15" y="17"/>
                      <a:pt x="14" y="19"/>
                      <a:pt x="13" y="22"/>
                    </a:cubicBezTo>
                    <a:cubicBezTo>
                      <a:pt x="11" y="22"/>
                      <a:pt x="8" y="21"/>
                      <a:pt x="6" y="19"/>
                    </a:cubicBezTo>
                    <a:cubicBezTo>
                      <a:pt x="1" y="16"/>
                      <a:pt x="2" y="11"/>
                      <a:pt x="0" y="4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3" name="Freeform 16">
                <a:extLst>
                  <a:ext uri="{FF2B5EF4-FFF2-40B4-BE49-F238E27FC236}">
                    <a16:creationId xmlns:a16="http://schemas.microsoft.com/office/drawing/2014/main" id="{227C2E6C-B23C-45E4-884E-37F06CC2E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586"/>
                <a:ext cx="31" cy="150"/>
              </a:xfrm>
              <a:custGeom>
                <a:avLst/>
                <a:gdLst>
                  <a:gd name="T0" fmla="*/ 44 w 14"/>
                  <a:gd name="T1" fmla="*/ 256 h 65"/>
                  <a:gd name="T2" fmla="*/ 89 w 14"/>
                  <a:gd name="T3" fmla="*/ 542 h 65"/>
                  <a:gd name="T4" fmla="*/ 109 w 14"/>
                  <a:gd name="T5" fmla="*/ 798 h 65"/>
                  <a:gd name="T6" fmla="*/ 109 w 14"/>
                  <a:gd name="T7" fmla="*/ 358 h 65"/>
                  <a:gd name="T8" fmla="*/ 44 w 14"/>
                  <a:gd name="T9" fmla="*/ 122 h 65"/>
                  <a:gd name="T10" fmla="*/ 0 w 14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5">
                    <a:moveTo>
                      <a:pt x="4" y="21"/>
                    </a:moveTo>
                    <a:cubicBezTo>
                      <a:pt x="5" y="29"/>
                      <a:pt x="6" y="36"/>
                      <a:pt x="8" y="44"/>
                    </a:cubicBezTo>
                    <a:cubicBezTo>
                      <a:pt x="8" y="49"/>
                      <a:pt x="8" y="62"/>
                      <a:pt x="10" y="65"/>
                    </a:cubicBezTo>
                    <a:cubicBezTo>
                      <a:pt x="14" y="54"/>
                      <a:pt x="13" y="40"/>
                      <a:pt x="10" y="29"/>
                    </a:cubicBezTo>
                    <a:cubicBezTo>
                      <a:pt x="8" y="22"/>
                      <a:pt x="6" y="17"/>
                      <a:pt x="4" y="10"/>
                    </a:cubicBezTo>
                    <a:cubicBezTo>
                      <a:pt x="3" y="6"/>
                      <a:pt x="2" y="3"/>
                      <a:pt x="0" y="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4" name="Freeform 17">
                <a:extLst>
                  <a:ext uri="{FF2B5EF4-FFF2-40B4-BE49-F238E27FC236}">
                    <a16:creationId xmlns:a16="http://schemas.microsoft.com/office/drawing/2014/main" id="{EEEDD25E-8493-4A2E-A484-D7370839E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364"/>
                <a:ext cx="24" cy="185"/>
              </a:xfrm>
              <a:custGeom>
                <a:avLst/>
                <a:gdLst>
                  <a:gd name="T0" fmla="*/ 0 w 11"/>
                  <a:gd name="T1" fmla="*/ 134 h 80"/>
                  <a:gd name="T2" fmla="*/ 61 w 11"/>
                  <a:gd name="T3" fmla="*/ 594 h 80"/>
                  <a:gd name="T4" fmla="*/ 81 w 11"/>
                  <a:gd name="T5" fmla="*/ 990 h 80"/>
                  <a:gd name="T6" fmla="*/ 105 w 11"/>
                  <a:gd name="T7" fmla="*/ 765 h 80"/>
                  <a:gd name="T8" fmla="*/ 113 w 11"/>
                  <a:gd name="T9" fmla="*/ 583 h 80"/>
                  <a:gd name="T10" fmla="*/ 72 w 11"/>
                  <a:gd name="T11" fmla="*/ 395 h 80"/>
                  <a:gd name="T12" fmla="*/ 0 w 11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80">
                    <a:moveTo>
                      <a:pt x="0" y="11"/>
                    </a:moveTo>
                    <a:cubicBezTo>
                      <a:pt x="3" y="23"/>
                      <a:pt x="5" y="36"/>
                      <a:pt x="6" y="48"/>
                    </a:cubicBezTo>
                    <a:cubicBezTo>
                      <a:pt x="6" y="59"/>
                      <a:pt x="8" y="70"/>
                      <a:pt x="8" y="80"/>
                    </a:cubicBezTo>
                    <a:cubicBezTo>
                      <a:pt x="11" y="75"/>
                      <a:pt x="9" y="68"/>
                      <a:pt x="10" y="62"/>
                    </a:cubicBezTo>
                    <a:cubicBezTo>
                      <a:pt x="10" y="57"/>
                      <a:pt x="11" y="52"/>
                      <a:pt x="11" y="47"/>
                    </a:cubicBezTo>
                    <a:cubicBezTo>
                      <a:pt x="11" y="42"/>
                      <a:pt x="9" y="37"/>
                      <a:pt x="7" y="32"/>
                    </a:cubicBezTo>
                    <a:cubicBezTo>
                      <a:pt x="5" y="21"/>
                      <a:pt x="2" y="10"/>
                      <a:pt x="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5" name="Freeform 18">
                <a:extLst>
                  <a:ext uri="{FF2B5EF4-FFF2-40B4-BE49-F238E27FC236}">
                    <a16:creationId xmlns:a16="http://schemas.microsoft.com/office/drawing/2014/main" id="{7BF54F3D-56C0-41D6-9B62-534AAAE0C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186"/>
                <a:ext cx="26" cy="111"/>
              </a:xfrm>
              <a:custGeom>
                <a:avLst/>
                <a:gdLst>
                  <a:gd name="T0" fmla="*/ 20 w 12"/>
                  <a:gd name="T1" fmla="*/ 0 h 48"/>
                  <a:gd name="T2" fmla="*/ 43 w 12"/>
                  <a:gd name="T3" fmla="*/ 358 h 48"/>
                  <a:gd name="T4" fmla="*/ 93 w 12"/>
                  <a:gd name="T5" fmla="*/ 594 h 48"/>
                  <a:gd name="T6" fmla="*/ 121 w 12"/>
                  <a:gd name="T7" fmla="*/ 472 h 48"/>
                  <a:gd name="T8" fmla="*/ 104 w 12"/>
                  <a:gd name="T9" fmla="*/ 358 h 48"/>
                  <a:gd name="T10" fmla="*/ 52 w 12"/>
                  <a:gd name="T11" fmla="*/ 102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8">
                    <a:moveTo>
                      <a:pt x="2" y="0"/>
                    </a:moveTo>
                    <a:cubicBezTo>
                      <a:pt x="0" y="10"/>
                      <a:pt x="3" y="19"/>
                      <a:pt x="4" y="29"/>
                    </a:cubicBezTo>
                    <a:cubicBezTo>
                      <a:pt x="5" y="35"/>
                      <a:pt x="6" y="42"/>
                      <a:pt x="9" y="48"/>
                    </a:cubicBezTo>
                    <a:cubicBezTo>
                      <a:pt x="10" y="45"/>
                      <a:pt x="12" y="41"/>
                      <a:pt x="12" y="38"/>
                    </a:cubicBezTo>
                    <a:cubicBezTo>
                      <a:pt x="12" y="35"/>
                      <a:pt x="10" y="32"/>
                      <a:pt x="10" y="29"/>
                    </a:cubicBezTo>
                    <a:cubicBezTo>
                      <a:pt x="7" y="22"/>
                      <a:pt x="6" y="16"/>
                      <a:pt x="5" y="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6" name="Freeform 19">
                <a:extLst>
                  <a:ext uri="{FF2B5EF4-FFF2-40B4-BE49-F238E27FC236}">
                    <a16:creationId xmlns:a16="http://schemas.microsoft.com/office/drawing/2014/main" id="{1A32B095-75DC-4C3C-8D40-4AF4A0E5F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974"/>
                <a:ext cx="22" cy="78"/>
              </a:xfrm>
              <a:custGeom>
                <a:avLst/>
                <a:gdLst>
                  <a:gd name="T0" fmla="*/ 20 w 10"/>
                  <a:gd name="T1" fmla="*/ 0 h 34"/>
                  <a:gd name="T2" fmla="*/ 33 w 10"/>
                  <a:gd name="T3" fmla="*/ 195 h 34"/>
                  <a:gd name="T4" fmla="*/ 53 w 10"/>
                  <a:gd name="T5" fmla="*/ 411 h 34"/>
                  <a:gd name="T6" fmla="*/ 64 w 10"/>
                  <a:gd name="T7" fmla="*/ 122 h 34"/>
                  <a:gd name="T8" fmla="*/ 88 w 10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4">
                    <a:moveTo>
                      <a:pt x="2" y="0"/>
                    </a:moveTo>
                    <a:cubicBezTo>
                      <a:pt x="0" y="5"/>
                      <a:pt x="2" y="11"/>
                      <a:pt x="3" y="16"/>
                    </a:cubicBezTo>
                    <a:cubicBezTo>
                      <a:pt x="4" y="22"/>
                      <a:pt x="4" y="28"/>
                      <a:pt x="5" y="34"/>
                    </a:cubicBezTo>
                    <a:cubicBezTo>
                      <a:pt x="10" y="28"/>
                      <a:pt x="5" y="17"/>
                      <a:pt x="6" y="10"/>
                    </a:cubicBezTo>
                    <a:cubicBezTo>
                      <a:pt x="7" y="7"/>
                      <a:pt x="8" y="2"/>
                      <a:pt x="8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7" name="Freeform 20">
                <a:extLst>
                  <a:ext uri="{FF2B5EF4-FFF2-40B4-BE49-F238E27FC236}">
                    <a16:creationId xmlns:a16="http://schemas.microsoft.com/office/drawing/2014/main" id="{F7416153-FED1-47BB-BA11-0C7BF7A64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480"/>
                <a:ext cx="37" cy="97"/>
              </a:xfrm>
              <a:custGeom>
                <a:avLst/>
                <a:gdLst>
                  <a:gd name="T0" fmla="*/ 0 w 17"/>
                  <a:gd name="T1" fmla="*/ 0 h 42"/>
                  <a:gd name="T2" fmla="*/ 52 w 17"/>
                  <a:gd name="T3" fmla="*/ 256 h 42"/>
                  <a:gd name="T4" fmla="*/ 72 w 17"/>
                  <a:gd name="T5" fmla="*/ 517 h 42"/>
                  <a:gd name="T6" fmla="*/ 133 w 17"/>
                  <a:gd name="T7" fmla="*/ 28 h 42"/>
                  <a:gd name="T8" fmla="*/ 72 w 17"/>
                  <a:gd name="T9" fmla="*/ 224 h 42"/>
                  <a:gd name="T10" fmla="*/ 72 w 17"/>
                  <a:gd name="T11" fmla="*/ 19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2">
                    <a:moveTo>
                      <a:pt x="0" y="0"/>
                    </a:moveTo>
                    <a:cubicBezTo>
                      <a:pt x="4" y="4"/>
                      <a:pt x="4" y="15"/>
                      <a:pt x="5" y="21"/>
                    </a:cubicBezTo>
                    <a:cubicBezTo>
                      <a:pt x="7" y="27"/>
                      <a:pt x="8" y="37"/>
                      <a:pt x="7" y="42"/>
                    </a:cubicBezTo>
                    <a:cubicBezTo>
                      <a:pt x="8" y="30"/>
                      <a:pt x="17" y="15"/>
                      <a:pt x="13" y="2"/>
                    </a:cubicBezTo>
                    <a:cubicBezTo>
                      <a:pt x="11" y="7"/>
                      <a:pt x="13" y="14"/>
                      <a:pt x="7" y="18"/>
                    </a:cubicBezTo>
                    <a:cubicBezTo>
                      <a:pt x="6" y="18"/>
                      <a:pt x="6" y="17"/>
                      <a:pt x="7" y="1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8" name="Freeform 21">
                <a:extLst>
                  <a:ext uri="{FF2B5EF4-FFF2-40B4-BE49-F238E27FC236}">
                    <a16:creationId xmlns:a16="http://schemas.microsoft.com/office/drawing/2014/main" id="{76A4A8CE-6580-496A-909E-B94CE4322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385"/>
                <a:ext cx="30" cy="86"/>
              </a:xfrm>
              <a:custGeom>
                <a:avLst/>
                <a:gdLst>
                  <a:gd name="T0" fmla="*/ 0 w 14"/>
                  <a:gd name="T1" fmla="*/ 12 h 37"/>
                  <a:gd name="T2" fmla="*/ 19 w 14"/>
                  <a:gd name="T3" fmla="*/ 237 h 37"/>
                  <a:gd name="T4" fmla="*/ 9 w 14"/>
                  <a:gd name="T5" fmla="*/ 465 h 37"/>
                  <a:gd name="T6" fmla="*/ 69 w 14"/>
                  <a:gd name="T7" fmla="*/ 265 h 37"/>
                  <a:gd name="T8" fmla="*/ 120 w 14"/>
                  <a:gd name="T9" fmla="*/ 0 h 37"/>
                  <a:gd name="T10" fmla="*/ 69 w 14"/>
                  <a:gd name="T11" fmla="*/ 179 h 37"/>
                  <a:gd name="T12" fmla="*/ 28 w 14"/>
                  <a:gd name="T13" fmla="*/ 151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7">
                    <a:moveTo>
                      <a:pt x="0" y="1"/>
                    </a:moveTo>
                    <a:cubicBezTo>
                      <a:pt x="0" y="7"/>
                      <a:pt x="2" y="13"/>
                      <a:pt x="2" y="19"/>
                    </a:cubicBezTo>
                    <a:cubicBezTo>
                      <a:pt x="2" y="25"/>
                      <a:pt x="0" y="31"/>
                      <a:pt x="1" y="37"/>
                    </a:cubicBezTo>
                    <a:cubicBezTo>
                      <a:pt x="4" y="32"/>
                      <a:pt x="6" y="27"/>
                      <a:pt x="7" y="21"/>
                    </a:cubicBezTo>
                    <a:cubicBezTo>
                      <a:pt x="8" y="15"/>
                      <a:pt x="14" y="6"/>
                      <a:pt x="12" y="0"/>
                    </a:cubicBezTo>
                    <a:cubicBezTo>
                      <a:pt x="10" y="4"/>
                      <a:pt x="10" y="11"/>
                      <a:pt x="7" y="14"/>
                    </a:cubicBezTo>
                    <a:cubicBezTo>
                      <a:pt x="5" y="16"/>
                      <a:pt x="3" y="16"/>
                      <a:pt x="3" y="1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9" name="Freeform 22">
                <a:extLst>
                  <a:ext uri="{FF2B5EF4-FFF2-40B4-BE49-F238E27FC236}">
                    <a16:creationId xmlns:a16="http://schemas.microsoft.com/office/drawing/2014/main" id="{1ACE59B2-951E-4780-8B85-E0FD3D16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582"/>
                <a:ext cx="31" cy="90"/>
              </a:xfrm>
              <a:custGeom>
                <a:avLst/>
                <a:gdLst>
                  <a:gd name="T0" fmla="*/ 20 w 14"/>
                  <a:gd name="T1" fmla="*/ 0 h 39"/>
                  <a:gd name="T2" fmla="*/ 0 w 14"/>
                  <a:gd name="T3" fmla="*/ 480 h 39"/>
                  <a:gd name="T4" fmla="*/ 53 w 14"/>
                  <a:gd name="T5" fmla="*/ 358 h 39"/>
                  <a:gd name="T6" fmla="*/ 153 w 14"/>
                  <a:gd name="T7" fmla="*/ 28 h 39"/>
                  <a:gd name="T8" fmla="*/ 78 w 14"/>
                  <a:gd name="T9" fmla="*/ 196 h 39"/>
                  <a:gd name="T10" fmla="*/ 44 w 14"/>
                  <a:gd name="T11" fmla="*/ 97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9">
                    <a:moveTo>
                      <a:pt x="2" y="0"/>
                    </a:moveTo>
                    <a:cubicBezTo>
                      <a:pt x="2" y="13"/>
                      <a:pt x="0" y="26"/>
                      <a:pt x="0" y="39"/>
                    </a:cubicBezTo>
                    <a:cubicBezTo>
                      <a:pt x="3" y="36"/>
                      <a:pt x="4" y="33"/>
                      <a:pt x="5" y="29"/>
                    </a:cubicBezTo>
                    <a:cubicBezTo>
                      <a:pt x="8" y="20"/>
                      <a:pt x="12" y="11"/>
                      <a:pt x="14" y="2"/>
                    </a:cubicBezTo>
                    <a:cubicBezTo>
                      <a:pt x="12" y="6"/>
                      <a:pt x="12" y="13"/>
                      <a:pt x="7" y="16"/>
                    </a:cubicBezTo>
                    <a:cubicBezTo>
                      <a:pt x="5" y="13"/>
                      <a:pt x="7" y="9"/>
                      <a:pt x="4" y="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0" name="Freeform 23">
                <a:extLst>
                  <a:ext uri="{FF2B5EF4-FFF2-40B4-BE49-F238E27FC236}">
                    <a16:creationId xmlns:a16="http://schemas.microsoft.com/office/drawing/2014/main" id="{8BA18F35-2ADC-4883-8011-AE07D7F14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632"/>
                <a:ext cx="39" cy="86"/>
              </a:xfrm>
              <a:custGeom>
                <a:avLst/>
                <a:gdLst>
                  <a:gd name="T0" fmla="*/ 0 w 18"/>
                  <a:gd name="T1" fmla="*/ 465 h 37"/>
                  <a:gd name="T2" fmla="*/ 173 w 18"/>
                  <a:gd name="T3" fmla="*/ 0 h 37"/>
                  <a:gd name="T4" fmla="*/ 184 w 18"/>
                  <a:gd name="T5" fmla="*/ 428 h 37"/>
                  <a:gd name="T6" fmla="*/ 113 w 18"/>
                  <a:gd name="T7" fmla="*/ 30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7">
                    <a:moveTo>
                      <a:pt x="0" y="37"/>
                    </a:moveTo>
                    <a:cubicBezTo>
                      <a:pt x="9" y="28"/>
                      <a:pt x="11" y="11"/>
                      <a:pt x="17" y="0"/>
                    </a:cubicBezTo>
                    <a:cubicBezTo>
                      <a:pt x="16" y="11"/>
                      <a:pt x="16" y="23"/>
                      <a:pt x="18" y="34"/>
                    </a:cubicBezTo>
                    <a:cubicBezTo>
                      <a:pt x="16" y="30"/>
                      <a:pt x="16" y="23"/>
                      <a:pt x="11" y="2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1" name="Freeform 24">
                <a:extLst>
                  <a:ext uri="{FF2B5EF4-FFF2-40B4-BE49-F238E27FC236}">
                    <a16:creationId xmlns:a16="http://schemas.microsoft.com/office/drawing/2014/main" id="{319EF751-4AC2-4D4F-B126-4ACFA3524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718"/>
                <a:ext cx="17" cy="32"/>
              </a:xfrm>
              <a:custGeom>
                <a:avLst/>
                <a:gdLst>
                  <a:gd name="T0" fmla="*/ 0 w 8"/>
                  <a:gd name="T1" fmla="*/ 130 h 14"/>
                  <a:gd name="T2" fmla="*/ 19 w 8"/>
                  <a:gd name="T3" fmla="*/ 0 h 14"/>
                  <a:gd name="T4" fmla="*/ 77 w 8"/>
                  <a:gd name="T5" fmla="*/ 158 h 14"/>
                  <a:gd name="T6" fmla="*/ 77 w 8"/>
                  <a:gd name="T7" fmla="*/ 14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0" y="11"/>
                    </a:moveTo>
                    <a:cubicBezTo>
                      <a:pt x="0" y="8"/>
                      <a:pt x="1" y="4"/>
                      <a:pt x="2" y="0"/>
                    </a:cubicBezTo>
                    <a:cubicBezTo>
                      <a:pt x="4" y="4"/>
                      <a:pt x="7" y="9"/>
                      <a:pt x="8" y="13"/>
                    </a:cubicBezTo>
                    <a:cubicBezTo>
                      <a:pt x="8" y="14"/>
                      <a:pt x="8" y="14"/>
                      <a:pt x="8" y="1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2" name="Freeform 25">
                <a:extLst>
                  <a:ext uri="{FF2B5EF4-FFF2-40B4-BE49-F238E27FC236}">
                    <a16:creationId xmlns:a16="http://schemas.microsoft.com/office/drawing/2014/main" id="{75908AAD-5CB5-4621-A064-E54A668C9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399"/>
                <a:ext cx="28" cy="113"/>
              </a:xfrm>
              <a:custGeom>
                <a:avLst/>
                <a:gdLst>
                  <a:gd name="T0" fmla="*/ 0 w 13"/>
                  <a:gd name="T1" fmla="*/ 0 h 49"/>
                  <a:gd name="T2" fmla="*/ 41 w 13"/>
                  <a:gd name="T3" fmla="*/ 367 h 49"/>
                  <a:gd name="T4" fmla="*/ 9 w 13"/>
                  <a:gd name="T5" fmla="*/ 602 h 49"/>
                  <a:gd name="T6" fmla="*/ 129 w 13"/>
                  <a:gd name="T7" fmla="*/ 394 h 49"/>
                  <a:gd name="T8" fmla="*/ 60 w 13"/>
                  <a:gd name="T9" fmla="*/ 1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9">
                    <a:moveTo>
                      <a:pt x="0" y="0"/>
                    </a:moveTo>
                    <a:cubicBezTo>
                      <a:pt x="3" y="10"/>
                      <a:pt x="5" y="19"/>
                      <a:pt x="4" y="30"/>
                    </a:cubicBezTo>
                    <a:cubicBezTo>
                      <a:pt x="3" y="36"/>
                      <a:pt x="0" y="43"/>
                      <a:pt x="1" y="49"/>
                    </a:cubicBezTo>
                    <a:cubicBezTo>
                      <a:pt x="3" y="44"/>
                      <a:pt x="3" y="28"/>
                      <a:pt x="13" y="32"/>
                    </a:cubicBezTo>
                    <a:cubicBezTo>
                      <a:pt x="13" y="26"/>
                      <a:pt x="9" y="14"/>
                      <a:pt x="6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3" name="Freeform 26">
                <a:extLst>
                  <a:ext uri="{FF2B5EF4-FFF2-40B4-BE49-F238E27FC236}">
                    <a16:creationId xmlns:a16="http://schemas.microsoft.com/office/drawing/2014/main" id="{326FD3F7-C74D-429B-BFC2-FF8A8BE40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487"/>
                <a:ext cx="30" cy="65"/>
              </a:xfrm>
              <a:custGeom>
                <a:avLst/>
                <a:gdLst>
                  <a:gd name="T0" fmla="*/ 0 w 14"/>
                  <a:gd name="T1" fmla="*/ 351 h 28"/>
                  <a:gd name="T2" fmla="*/ 51 w 14"/>
                  <a:gd name="T3" fmla="*/ 12 h 28"/>
                  <a:gd name="T4" fmla="*/ 137 w 14"/>
                  <a:gd name="T5" fmla="*/ 302 h 28"/>
                  <a:gd name="T6" fmla="*/ 51 w 14"/>
                  <a:gd name="T7" fmla="*/ 179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8">
                    <a:moveTo>
                      <a:pt x="0" y="28"/>
                    </a:moveTo>
                    <a:cubicBezTo>
                      <a:pt x="1" y="24"/>
                      <a:pt x="0" y="3"/>
                      <a:pt x="5" y="1"/>
                    </a:cubicBezTo>
                    <a:cubicBezTo>
                      <a:pt x="9" y="0"/>
                      <a:pt x="14" y="20"/>
                      <a:pt x="14" y="24"/>
                    </a:cubicBezTo>
                    <a:cubicBezTo>
                      <a:pt x="13" y="22"/>
                      <a:pt x="7" y="9"/>
                      <a:pt x="5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4" name="Freeform 27">
                <a:extLst>
                  <a:ext uri="{FF2B5EF4-FFF2-40B4-BE49-F238E27FC236}">
                    <a16:creationId xmlns:a16="http://schemas.microsoft.com/office/drawing/2014/main" id="{38651415-FBC1-4128-9F85-DFED4055D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177"/>
                <a:ext cx="33" cy="67"/>
              </a:xfrm>
              <a:custGeom>
                <a:avLst/>
                <a:gdLst>
                  <a:gd name="T0" fmla="*/ 97 w 15"/>
                  <a:gd name="T1" fmla="*/ 0 h 29"/>
                  <a:gd name="T2" fmla="*/ 0 w 15"/>
                  <a:gd name="T3" fmla="*/ 358 h 29"/>
                  <a:gd name="T4" fmla="*/ 161 w 15"/>
                  <a:gd name="T5" fmla="*/ 37 h 29"/>
                  <a:gd name="T6" fmla="*/ 125 w 15"/>
                  <a:gd name="T7" fmla="*/ 97 h 29"/>
                  <a:gd name="T8" fmla="*/ 117 w 15"/>
                  <a:gd name="T9" fmla="*/ 7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9">
                    <a:moveTo>
                      <a:pt x="9" y="0"/>
                    </a:moveTo>
                    <a:cubicBezTo>
                      <a:pt x="9" y="10"/>
                      <a:pt x="6" y="21"/>
                      <a:pt x="0" y="29"/>
                    </a:cubicBezTo>
                    <a:cubicBezTo>
                      <a:pt x="7" y="23"/>
                      <a:pt x="15" y="14"/>
                      <a:pt x="15" y="3"/>
                    </a:cubicBezTo>
                    <a:cubicBezTo>
                      <a:pt x="14" y="5"/>
                      <a:pt x="13" y="8"/>
                      <a:pt x="12" y="8"/>
                    </a:cubicBezTo>
                    <a:cubicBezTo>
                      <a:pt x="11" y="8"/>
                      <a:pt x="11" y="7"/>
                      <a:pt x="11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5" name="Freeform 28">
                <a:extLst>
                  <a:ext uri="{FF2B5EF4-FFF2-40B4-BE49-F238E27FC236}">
                    <a16:creationId xmlns:a16="http://schemas.microsoft.com/office/drawing/2014/main" id="{6BA53CE6-A771-411A-B3D5-E2488B888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297"/>
                <a:ext cx="47" cy="74"/>
              </a:xfrm>
              <a:custGeom>
                <a:avLst/>
                <a:gdLst>
                  <a:gd name="T0" fmla="*/ 0 w 22"/>
                  <a:gd name="T1" fmla="*/ 208 h 32"/>
                  <a:gd name="T2" fmla="*/ 128 w 22"/>
                  <a:gd name="T3" fmla="*/ 321 h 32"/>
                  <a:gd name="T4" fmla="*/ 214 w 22"/>
                  <a:gd name="T5" fmla="*/ 395 h 32"/>
                  <a:gd name="T6" fmla="*/ 145 w 22"/>
                  <a:gd name="T7" fmla="*/ 0 h 32"/>
                  <a:gd name="T8" fmla="*/ 9 w 22"/>
                  <a:gd name="T9" fmla="*/ 16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2">
                    <a:moveTo>
                      <a:pt x="0" y="17"/>
                    </a:moveTo>
                    <a:cubicBezTo>
                      <a:pt x="5" y="19"/>
                      <a:pt x="8" y="24"/>
                      <a:pt x="13" y="26"/>
                    </a:cubicBezTo>
                    <a:cubicBezTo>
                      <a:pt x="16" y="29"/>
                      <a:pt x="19" y="30"/>
                      <a:pt x="22" y="32"/>
                    </a:cubicBezTo>
                    <a:cubicBezTo>
                      <a:pt x="15" y="23"/>
                      <a:pt x="18" y="11"/>
                      <a:pt x="15" y="0"/>
                    </a:cubicBezTo>
                    <a:cubicBezTo>
                      <a:pt x="16" y="9"/>
                      <a:pt x="10" y="16"/>
                      <a:pt x="1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6" name="Freeform 29">
                <a:extLst>
                  <a:ext uri="{FF2B5EF4-FFF2-40B4-BE49-F238E27FC236}">
                    <a16:creationId xmlns:a16="http://schemas.microsoft.com/office/drawing/2014/main" id="{590B02C9-FD43-4F11-87BD-B3E4ABE92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189"/>
                <a:ext cx="32" cy="69"/>
              </a:xfrm>
              <a:custGeom>
                <a:avLst/>
                <a:gdLst>
                  <a:gd name="T0" fmla="*/ 0 w 15"/>
                  <a:gd name="T1" fmla="*/ 0 h 30"/>
                  <a:gd name="T2" fmla="*/ 137 w 15"/>
                  <a:gd name="T3" fmla="*/ 366 h 30"/>
                  <a:gd name="T4" fmla="*/ 145 w 15"/>
                  <a:gd name="T5" fmla="*/ 28 h 30"/>
                  <a:gd name="T6" fmla="*/ 77 w 15"/>
                  <a:gd name="T7" fmla="*/ 7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0">
                    <a:moveTo>
                      <a:pt x="0" y="0"/>
                    </a:moveTo>
                    <a:cubicBezTo>
                      <a:pt x="0" y="11"/>
                      <a:pt x="11" y="19"/>
                      <a:pt x="14" y="30"/>
                    </a:cubicBezTo>
                    <a:cubicBezTo>
                      <a:pt x="15" y="21"/>
                      <a:pt x="15" y="11"/>
                      <a:pt x="15" y="2"/>
                    </a:cubicBezTo>
                    <a:cubicBezTo>
                      <a:pt x="14" y="6"/>
                      <a:pt x="12" y="13"/>
                      <a:pt x="8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7" name="Freeform 30">
                <a:extLst>
                  <a:ext uri="{FF2B5EF4-FFF2-40B4-BE49-F238E27FC236}">
                    <a16:creationId xmlns:a16="http://schemas.microsoft.com/office/drawing/2014/main" id="{65DB3FBF-869E-4A82-85EB-88A380AFB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015"/>
                <a:ext cx="22" cy="130"/>
              </a:xfrm>
              <a:custGeom>
                <a:avLst/>
                <a:gdLst>
                  <a:gd name="T0" fmla="*/ 64 w 10"/>
                  <a:gd name="T1" fmla="*/ 0 h 56"/>
                  <a:gd name="T2" fmla="*/ 44 w 10"/>
                  <a:gd name="T3" fmla="*/ 378 h 56"/>
                  <a:gd name="T4" fmla="*/ 0 w 10"/>
                  <a:gd name="T5" fmla="*/ 701 h 56"/>
                  <a:gd name="T6" fmla="*/ 97 w 10"/>
                  <a:gd name="T7" fmla="*/ 559 h 56"/>
                  <a:gd name="T8" fmla="*/ 88 w 10"/>
                  <a:gd name="T9" fmla="*/ 163 h 56"/>
                  <a:gd name="T10" fmla="*/ 106 w 10"/>
                  <a:gd name="T11" fmla="*/ 3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6">
                    <a:moveTo>
                      <a:pt x="6" y="0"/>
                    </a:moveTo>
                    <a:cubicBezTo>
                      <a:pt x="6" y="10"/>
                      <a:pt x="5" y="20"/>
                      <a:pt x="4" y="30"/>
                    </a:cubicBezTo>
                    <a:cubicBezTo>
                      <a:pt x="3" y="39"/>
                      <a:pt x="0" y="48"/>
                      <a:pt x="0" y="56"/>
                    </a:cubicBezTo>
                    <a:cubicBezTo>
                      <a:pt x="1" y="54"/>
                      <a:pt x="5" y="41"/>
                      <a:pt x="9" y="45"/>
                    </a:cubicBezTo>
                    <a:cubicBezTo>
                      <a:pt x="7" y="35"/>
                      <a:pt x="8" y="24"/>
                      <a:pt x="8" y="13"/>
                    </a:cubicBezTo>
                    <a:cubicBezTo>
                      <a:pt x="9" y="10"/>
                      <a:pt x="10" y="5"/>
                      <a:pt x="10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8" name="Freeform 31">
                <a:extLst>
                  <a:ext uri="{FF2B5EF4-FFF2-40B4-BE49-F238E27FC236}">
                    <a16:creationId xmlns:a16="http://schemas.microsoft.com/office/drawing/2014/main" id="{813DD504-0199-4531-9124-C900A298B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052"/>
                <a:ext cx="19" cy="70"/>
              </a:xfrm>
              <a:custGeom>
                <a:avLst/>
                <a:gdLst>
                  <a:gd name="T0" fmla="*/ 8 w 9"/>
                  <a:gd name="T1" fmla="*/ 0 h 30"/>
                  <a:gd name="T2" fmla="*/ 27 w 9"/>
                  <a:gd name="T3" fmla="*/ 380 h 30"/>
                  <a:gd name="T4" fmla="*/ 84 w 9"/>
                  <a:gd name="T5" fmla="*/ 180 h 30"/>
                  <a:gd name="T6" fmla="*/ 36 w 9"/>
                  <a:gd name="T7" fmla="*/ 2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1" y="0"/>
                    </a:moveTo>
                    <a:cubicBezTo>
                      <a:pt x="0" y="10"/>
                      <a:pt x="2" y="20"/>
                      <a:pt x="3" y="30"/>
                    </a:cubicBezTo>
                    <a:cubicBezTo>
                      <a:pt x="4" y="24"/>
                      <a:pt x="2" y="15"/>
                      <a:pt x="9" y="14"/>
                    </a:cubicBezTo>
                    <a:cubicBezTo>
                      <a:pt x="7" y="11"/>
                      <a:pt x="4" y="7"/>
                      <a:pt x="4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9" name="Freeform 32">
                <a:extLst>
                  <a:ext uri="{FF2B5EF4-FFF2-40B4-BE49-F238E27FC236}">
                    <a16:creationId xmlns:a16="http://schemas.microsoft.com/office/drawing/2014/main" id="{2D513FA8-1AEC-46FF-BD70-1D82CD44D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138"/>
                <a:ext cx="33" cy="65"/>
              </a:xfrm>
              <a:custGeom>
                <a:avLst/>
                <a:gdLst>
                  <a:gd name="T0" fmla="*/ 0 w 15"/>
                  <a:gd name="T1" fmla="*/ 0 h 28"/>
                  <a:gd name="T2" fmla="*/ 117 w 15"/>
                  <a:gd name="T3" fmla="*/ 351 h 28"/>
                  <a:gd name="T4" fmla="*/ 161 w 15"/>
                  <a:gd name="T5" fmla="*/ 0 h 28"/>
                  <a:gd name="T6" fmla="*/ 88 w 15"/>
                  <a:gd name="T7" fmla="*/ 15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0" y="0"/>
                    </a:moveTo>
                    <a:cubicBezTo>
                      <a:pt x="2" y="10"/>
                      <a:pt x="7" y="19"/>
                      <a:pt x="11" y="28"/>
                    </a:cubicBezTo>
                    <a:cubicBezTo>
                      <a:pt x="15" y="21"/>
                      <a:pt x="15" y="8"/>
                      <a:pt x="15" y="0"/>
                    </a:cubicBezTo>
                    <a:cubicBezTo>
                      <a:pt x="14" y="3"/>
                      <a:pt x="13" y="14"/>
                      <a:pt x="8" y="1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0" name="Freeform 33">
                <a:extLst>
                  <a:ext uri="{FF2B5EF4-FFF2-40B4-BE49-F238E27FC236}">
                    <a16:creationId xmlns:a16="http://schemas.microsoft.com/office/drawing/2014/main" id="{86C50132-B833-420E-A5C2-4758F2FE1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198"/>
                <a:ext cx="31" cy="83"/>
              </a:xfrm>
              <a:custGeom>
                <a:avLst/>
                <a:gdLst>
                  <a:gd name="T0" fmla="*/ 44 w 14"/>
                  <a:gd name="T1" fmla="*/ 0 h 36"/>
                  <a:gd name="T2" fmla="*/ 20 w 14"/>
                  <a:gd name="T3" fmla="*/ 244 h 36"/>
                  <a:gd name="T4" fmla="*/ 44 w 14"/>
                  <a:gd name="T5" fmla="*/ 440 h 36"/>
                  <a:gd name="T6" fmla="*/ 153 w 14"/>
                  <a:gd name="T7" fmla="*/ 224 h 36"/>
                  <a:gd name="T8" fmla="*/ 64 w 14"/>
                  <a:gd name="T9" fmla="*/ 2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6">
                    <a:moveTo>
                      <a:pt x="4" y="0"/>
                    </a:moveTo>
                    <a:cubicBezTo>
                      <a:pt x="0" y="5"/>
                      <a:pt x="2" y="15"/>
                      <a:pt x="2" y="20"/>
                    </a:cubicBezTo>
                    <a:cubicBezTo>
                      <a:pt x="3" y="26"/>
                      <a:pt x="3" y="31"/>
                      <a:pt x="4" y="36"/>
                    </a:cubicBezTo>
                    <a:cubicBezTo>
                      <a:pt x="6" y="32"/>
                      <a:pt x="4" y="14"/>
                      <a:pt x="14" y="18"/>
                    </a:cubicBezTo>
                    <a:cubicBezTo>
                      <a:pt x="12" y="13"/>
                      <a:pt x="3" y="8"/>
                      <a:pt x="6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1" name="Freeform 34">
                <a:extLst>
                  <a:ext uri="{FF2B5EF4-FFF2-40B4-BE49-F238E27FC236}">
                    <a16:creationId xmlns:a16="http://schemas.microsoft.com/office/drawing/2014/main" id="{71309E1B-0C4F-46F4-8D5D-0EFDE8CD2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383"/>
                <a:ext cx="41" cy="83"/>
              </a:xfrm>
              <a:custGeom>
                <a:avLst/>
                <a:gdLst>
                  <a:gd name="T0" fmla="*/ 0 w 19"/>
                  <a:gd name="T1" fmla="*/ 48 h 36"/>
                  <a:gd name="T2" fmla="*/ 112 w 19"/>
                  <a:gd name="T3" fmla="*/ 330 h 36"/>
                  <a:gd name="T4" fmla="*/ 181 w 19"/>
                  <a:gd name="T5" fmla="*/ 440 h 36"/>
                  <a:gd name="T6" fmla="*/ 181 w 19"/>
                  <a:gd name="T7" fmla="*/ 233 h 36"/>
                  <a:gd name="T8" fmla="*/ 164 w 19"/>
                  <a:gd name="T9" fmla="*/ 0 h 36"/>
                  <a:gd name="T10" fmla="*/ 121 w 19"/>
                  <a:gd name="T11" fmla="*/ 19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6">
                    <a:moveTo>
                      <a:pt x="0" y="4"/>
                    </a:moveTo>
                    <a:cubicBezTo>
                      <a:pt x="4" y="11"/>
                      <a:pt x="7" y="19"/>
                      <a:pt x="11" y="27"/>
                    </a:cubicBezTo>
                    <a:cubicBezTo>
                      <a:pt x="13" y="30"/>
                      <a:pt x="15" y="35"/>
                      <a:pt x="18" y="36"/>
                    </a:cubicBezTo>
                    <a:cubicBezTo>
                      <a:pt x="19" y="31"/>
                      <a:pt x="18" y="25"/>
                      <a:pt x="18" y="19"/>
                    </a:cubicBezTo>
                    <a:cubicBezTo>
                      <a:pt x="17" y="13"/>
                      <a:pt x="17" y="6"/>
                      <a:pt x="16" y="0"/>
                    </a:cubicBezTo>
                    <a:cubicBezTo>
                      <a:pt x="16" y="4"/>
                      <a:pt x="19" y="16"/>
                      <a:pt x="12" y="1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2" name="Freeform 35">
                <a:extLst>
                  <a:ext uri="{FF2B5EF4-FFF2-40B4-BE49-F238E27FC236}">
                    <a16:creationId xmlns:a16="http://schemas.microsoft.com/office/drawing/2014/main" id="{35B7CCED-F7C0-4BBA-BB5D-10FCF256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448"/>
                <a:ext cx="24" cy="62"/>
              </a:xfrm>
              <a:custGeom>
                <a:avLst/>
                <a:gdLst>
                  <a:gd name="T0" fmla="*/ 0 w 11"/>
                  <a:gd name="T1" fmla="*/ 317 h 27"/>
                  <a:gd name="T2" fmla="*/ 52 w 11"/>
                  <a:gd name="T3" fmla="*/ 0 h 27"/>
                  <a:gd name="T4" fmla="*/ 113 w 11"/>
                  <a:gd name="T5" fmla="*/ 326 h 27"/>
                  <a:gd name="T6" fmla="*/ 33 w 11"/>
                  <a:gd name="T7" fmla="*/ 16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7">
                    <a:moveTo>
                      <a:pt x="0" y="26"/>
                    </a:moveTo>
                    <a:cubicBezTo>
                      <a:pt x="0" y="17"/>
                      <a:pt x="0" y="8"/>
                      <a:pt x="5" y="0"/>
                    </a:cubicBezTo>
                    <a:cubicBezTo>
                      <a:pt x="9" y="6"/>
                      <a:pt x="10" y="19"/>
                      <a:pt x="11" y="27"/>
                    </a:cubicBezTo>
                    <a:cubicBezTo>
                      <a:pt x="10" y="24"/>
                      <a:pt x="6" y="11"/>
                      <a:pt x="3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3" name="Freeform 36">
                <a:extLst>
                  <a:ext uri="{FF2B5EF4-FFF2-40B4-BE49-F238E27FC236}">
                    <a16:creationId xmlns:a16="http://schemas.microsoft.com/office/drawing/2014/main" id="{B55741A6-C3E2-4BA0-93F2-8DF2C1AB4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367"/>
                <a:ext cx="26" cy="62"/>
              </a:xfrm>
              <a:custGeom>
                <a:avLst/>
                <a:gdLst>
                  <a:gd name="T0" fmla="*/ 0 w 12"/>
                  <a:gd name="T1" fmla="*/ 0 h 27"/>
                  <a:gd name="T2" fmla="*/ 61 w 12"/>
                  <a:gd name="T3" fmla="*/ 326 h 27"/>
                  <a:gd name="T4" fmla="*/ 121 w 12"/>
                  <a:gd name="T5" fmla="*/ 94 h 27"/>
                  <a:gd name="T6" fmla="*/ 80 w 12"/>
                  <a:gd name="T7" fmla="*/ 168 h 27"/>
                  <a:gd name="T8" fmla="*/ 61 w 12"/>
                  <a:gd name="T9" fmla="*/ 13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3" y="9"/>
                      <a:pt x="3" y="19"/>
                      <a:pt x="6" y="27"/>
                    </a:cubicBezTo>
                    <a:cubicBezTo>
                      <a:pt x="10" y="23"/>
                      <a:pt x="10" y="14"/>
                      <a:pt x="12" y="8"/>
                    </a:cubicBezTo>
                    <a:cubicBezTo>
                      <a:pt x="11" y="11"/>
                      <a:pt x="10" y="13"/>
                      <a:pt x="8" y="14"/>
                    </a:cubicBezTo>
                    <a:cubicBezTo>
                      <a:pt x="7" y="14"/>
                      <a:pt x="6" y="13"/>
                      <a:pt x="6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4" name="Freeform 37">
                <a:extLst>
                  <a:ext uri="{FF2B5EF4-FFF2-40B4-BE49-F238E27FC236}">
                    <a16:creationId xmlns:a16="http://schemas.microsoft.com/office/drawing/2014/main" id="{F94A4109-C8E0-412C-B680-62D5B3676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695"/>
                <a:ext cx="22" cy="55"/>
              </a:xfrm>
              <a:custGeom>
                <a:avLst/>
                <a:gdLst>
                  <a:gd name="T0" fmla="*/ 0 w 10"/>
                  <a:gd name="T1" fmla="*/ 48 h 24"/>
                  <a:gd name="T2" fmla="*/ 44 w 10"/>
                  <a:gd name="T3" fmla="*/ 289 h 24"/>
                  <a:gd name="T4" fmla="*/ 106 w 10"/>
                  <a:gd name="T5" fmla="*/ 0 h 24"/>
                  <a:gd name="T6" fmla="*/ 73 w 10"/>
                  <a:gd name="T7" fmla="*/ 94 h 24"/>
                  <a:gd name="T8" fmla="*/ 44 w 10"/>
                  <a:gd name="T9" fmla="*/ 5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4">
                    <a:moveTo>
                      <a:pt x="0" y="4"/>
                    </a:moveTo>
                    <a:cubicBezTo>
                      <a:pt x="2" y="9"/>
                      <a:pt x="1" y="21"/>
                      <a:pt x="4" y="24"/>
                    </a:cubicBezTo>
                    <a:cubicBezTo>
                      <a:pt x="10" y="19"/>
                      <a:pt x="10" y="7"/>
                      <a:pt x="10" y="0"/>
                    </a:cubicBezTo>
                    <a:cubicBezTo>
                      <a:pt x="9" y="3"/>
                      <a:pt x="9" y="6"/>
                      <a:pt x="7" y="8"/>
                    </a:cubicBezTo>
                    <a:cubicBezTo>
                      <a:pt x="6" y="8"/>
                      <a:pt x="4" y="7"/>
                      <a:pt x="4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5" name="Freeform 38">
                <a:extLst>
                  <a:ext uri="{FF2B5EF4-FFF2-40B4-BE49-F238E27FC236}">
                    <a16:creationId xmlns:a16="http://schemas.microsoft.com/office/drawing/2014/main" id="{014FA596-7F9D-45A2-B9A3-667E58BDA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632"/>
                <a:ext cx="39" cy="81"/>
              </a:xfrm>
              <a:custGeom>
                <a:avLst/>
                <a:gdLst>
                  <a:gd name="T0" fmla="*/ 0 w 18"/>
                  <a:gd name="T1" fmla="*/ 0 h 35"/>
                  <a:gd name="T2" fmla="*/ 0 w 18"/>
                  <a:gd name="T3" fmla="*/ 245 h 35"/>
                  <a:gd name="T4" fmla="*/ 9 w 18"/>
                  <a:gd name="T5" fmla="*/ 424 h 35"/>
                  <a:gd name="T6" fmla="*/ 43 w 18"/>
                  <a:gd name="T7" fmla="*/ 310 h 35"/>
                  <a:gd name="T8" fmla="*/ 184 w 18"/>
                  <a:gd name="T9" fmla="*/ 433 h 35"/>
                  <a:gd name="T10" fmla="*/ 104 w 18"/>
                  <a:gd name="T11" fmla="*/ 199 h 35"/>
                  <a:gd name="T12" fmla="*/ 20 w 18"/>
                  <a:gd name="T13" fmla="*/ 4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5">
                    <a:moveTo>
                      <a:pt x="0" y="0"/>
                    </a:moveTo>
                    <a:cubicBezTo>
                      <a:pt x="0" y="7"/>
                      <a:pt x="1" y="13"/>
                      <a:pt x="0" y="20"/>
                    </a:cubicBezTo>
                    <a:cubicBezTo>
                      <a:pt x="0" y="24"/>
                      <a:pt x="0" y="30"/>
                      <a:pt x="1" y="34"/>
                    </a:cubicBezTo>
                    <a:cubicBezTo>
                      <a:pt x="1" y="31"/>
                      <a:pt x="1" y="27"/>
                      <a:pt x="4" y="25"/>
                    </a:cubicBezTo>
                    <a:cubicBezTo>
                      <a:pt x="8" y="26"/>
                      <a:pt x="17" y="30"/>
                      <a:pt x="18" y="35"/>
                    </a:cubicBezTo>
                    <a:cubicBezTo>
                      <a:pt x="16" y="28"/>
                      <a:pt x="13" y="22"/>
                      <a:pt x="10" y="16"/>
                    </a:cubicBezTo>
                    <a:cubicBezTo>
                      <a:pt x="7" y="12"/>
                      <a:pt x="3" y="9"/>
                      <a:pt x="2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6" name="Freeform 39">
                <a:extLst>
                  <a:ext uri="{FF2B5EF4-FFF2-40B4-BE49-F238E27FC236}">
                    <a16:creationId xmlns:a16="http://schemas.microsoft.com/office/drawing/2014/main" id="{C79D8161-852B-4100-9E7A-A8F84C41F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692"/>
                <a:ext cx="37" cy="54"/>
              </a:xfrm>
              <a:custGeom>
                <a:avLst/>
                <a:gdLst>
                  <a:gd name="T0" fmla="*/ 0 w 17"/>
                  <a:gd name="T1" fmla="*/ 0 h 23"/>
                  <a:gd name="T2" fmla="*/ 104 w 17"/>
                  <a:gd name="T3" fmla="*/ 298 h 23"/>
                  <a:gd name="T4" fmla="*/ 176 w 17"/>
                  <a:gd name="T5" fmla="*/ 106 h 23"/>
                  <a:gd name="T6" fmla="*/ 20 w 17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0" y="0"/>
                    </a:moveTo>
                    <a:cubicBezTo>
                      <a:pt x="1" y="8"/>
                      <a:pt x="4" y="19"/>
                      <a:pt x="10" y="23"/>
                    </a:cubicBezTo>
                    <a:cubicBezTo>
                      <a:pt x="14" y="19"/>
                      <a:pt x="14" y="12"/>
                      <a:pt x="17" y="8"/>
                    </a:cubicBezTo>
                    <a:cubicBezTo>
                      <a:pt x="11" y="14"/>
                      <a:pt x="5" y="5"/>
                      <a:pt x="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7" name="Freeform 40">
                <a:extLst>
                  <a:ext uri="{FF2B5EF4-FFF2-40B4-BE49-F238E27FC236}">
                    <a16:creationId xmlns:a16="http://schemas.microsoft.com/office/drawing/2014/main" id="{9BFA7445-1A2E-4DB3-BA37-CC58314B2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988"/>
                <a:ext cx="44" cy="60"/>
              </a:xfrm>
              <a:custGeom>
                <a:avLst/>
                <a:gdLst>
                  <a:gd name="T0" fmla="*/ 44 w 20"/>
                  <a:gd name="T1" fmla="*/ 0 h 26"/>
                  <a:gd name="T2" fmla="*/ 0 w 20"/>
                  <a:gd name="T3" fmla="*/ 245 h 26"/>
                  <a:gd name="T4" fmla="*/ 0 w 20"/>
                  <a:gd name="T5" fmla="*/ 318 h 26"/>
                  <a:gd name="T6" fmla="*/ 213 w 20"/>
                  <a:gd name="T7" fmla="*/ 122 h 26"/>
                  <a:gd name="T8" fmla="*/ 53 w 20"/>
                  <a:gd name="T9" fmla="*/ 9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4" y="0"/>
                    </a:moveTo>
                    <a:cubicBezTo>
                      <a:pt x="2" y="7"/>
                      <a:pt x="1" y="14"/>
                      <a:pt x="0" y="20"/>
                    </a:cubicBezTo>
                    <a:cubicBezTo>
                      <a:pt x="0" y="22"/>
                      <a:pt x="1" y="24"/>
                      <a:pt x="0" y="26"/>
                    </a:cubicBezTo>
                    <a:cubicBezTo>
                      <a:pt x="6" y="20"/>
                      <a:pt x="17" y="18"/>
                      <a:pt x="20" y="10"/>
                    </a:cubicBezTo>
                    <a:cubicBezTo>
                      <a:pt x="13" y="15"/>
                      <a:pt x="8" y="17"/>
                      <a:pt x="5" y="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8" name="Freeform 41">
                <a:extLst>
                  <a:ext uri="{FF2B5EF4-FFF2-40B4-BE49-F238E27FC236}">
                    <a16:creationId xmlns:a16="http://schemas.microsoft.com/office/drawing/2014/main" id="{F2AD89A3-BF06-42B4-8CA9-7D8096F14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011"/>
                <a:ext cx="54" cy="58"/>
              </a:xfrm>
              <a:custGeom>
                <a:avLst/>
                <a:gdLst>
                  <a:gd name="T0" fmla="*/ 0 w 25"/>
                  <a:gd name="T1" fmla="*/ 12 h 25"/>
                  <a:gd name="T2" fmla="*/ 60 w 25"/>
                  <a:gd name="T3" fmla="*/ 200 h 25"/>
                  <a:gd name="T4" fmla="*/ 130 w 25"/>
                  <a:gd name="T5" fmla="*/ 313 h 25"/>
                  <a:gd name="T6" fmla="*/ 253 w 25"/>
                  <a:gd name="T7" fmla="*/ 0 h 25"/>
                  <a:gd name="T8" fmla="*/ 149 w 25"/>
                  <a:gd name="T9" fmla="*/ 172 h 25"/>
                  <a:gd name="T10" fmla="*/ 41 w 25"/>
                  <a:gd name="T11" fmla="*/ 6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5">
                    <a:moveTo>
                      <a:pt x="0" y="1"/>
                    </a:moveTo>
                    <a:cubicBezTo>
                      <a:pt x="2" y="6"/>
                      <a:pt x="3" y="11"/>
                      <a:pt x="6" y="16"/>
                    </a:cubicBezTo>
                    <a:cubicBezTo>
                      <a:pt x="8" y="19"/>
                      <a:pt x="10" y="22"/>
                      <a:pt x="13" y="25"/>
                    </a:cubicBezTo>
                    <a:cubicBezTo>
                      <a:pt x="21" y="22"/>
                      <a:pt x="22" y="7"/>
                      <a:pt x="25" y="0"/>
                    </a:cubicBezTo>
                    <a:cubicBezTo>
                      <a:pt x="23" y="3"/>
                      <a:pt x="19" y="13"/>
                      <a:pt x="15" y="14"/>
                    </a:cubicBezTo>
                    <a:cubicBezTo>
                      <a:pt x="11" y="14"/>
                      <a:pt x="8" y="6"/>
                      <a:pt x="4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9" name="Freeform 42">
                <a:extLst>
                  <a:ext uri="{FF2B5EF4-FFF2-40B4-BE49-F238E27FC236}">
                    <a16:creationId xmlns:a16="http://schemas.microsoft.com/office/drawing/2014/main" id="{5AE709D5-0CAC-49AF-97CA-705DDC12D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022"/>
                <a:ext cx="35" cy="67"/>
              </a:xfrm>
              <a:custGeom>
                <a:avLst/>
                <a:gdLst>
                  <a:gd name="T0" fmla="*/ 0 w 16"/>
                  <a:gd name="T1" fmla="*/ 28 h 29"/>
                  <a:gd name="T2" fmla="*/ 149 w 16"/>
                  <a:gd name="T3" fmla="*/ 358 h 29"/>
                  <a:gd name="T4" fmla="*/ 158 w 16"/>
                  <a:gd name="T5" fmla="*/ 0 h 29"/>
                  <a:gd name="T6" fmla="*/ 116 w 16"/>
                  <a:gd name="T7" fmla="*/ 113 h 29"/>
                  <a:gd name="T8" fmla="*/ 44 w 16"/>
                  <a:gd name="T9" fmla="*/ 4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9">
                    <a:moveTo>
                      <a:pt x="0" y="2"/>
                    </a:moveTo>
                    <a:cubicBezTo>
                      <a:pt x="2" y="12"/>
                      <a:pt x="7" y="22"/>
                      <a:pt x="14" y="29"/>
                    </a:cubicBezTo>
                    <a:cubicBezTo>
                      <a:pt x="11" y="20"/>
                      <a:pt x="16" y="10"/>
                      <a:pt x="15" y="0"/>
                    </a:cubicBezTo>
                    <a:cubicBezTo>
                      <a:pt x="14" y="3"/>
                      <a:pt x="14" y="8"/>
                      <a:pt x="11" y="9"/>
                    </a:cubicBezTo>
                    <a:cubicBezTo>
                      <a:pt x="8" y="10"/>
                      <a:pt x="6" y="5"/>
                      <a:pt x="4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0" name="Freeform 43">
                <a:extLst>
                  <a:ext uri="{FF2B5EF4-FFF2-40B4-BE49-F238E27FC236}">
                    <a16:creationId xmlns:a16="http://schemas.microsoft.com/office/drawing/2014/main" id="{D7329B8E-274C-4979-9B07-7E0C28E85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045"/>
                <a:ext cx="24" cy="42"/>
              </a:xfrm>
              <a:custGeom>
                <a:avLst/>
                <a:gdLst>
                  <a:gd name="T0" fmla="*/ 0 w 11"/>
                  <a:gd name="T1" fmla="*/ 86 h 18"/>
                  <a:gd name="T2" fmla="*/ 81 w 11"/>
                  <a:gd name="T3" fmla="*/ 229 h 18"/>
                  <a:gd name="T4" fmla="*/ 113 w 11"/>
                  <a:gd name="T5" fmla="*/ 0 h 18"/>
                  <a:gd name="T6" fmla="*/ 9 w 11"/>
                  <a:gd name="T7" fmla="*/ 6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7"/>
                    </a:moveTo>
                    <a:cubicBezTo>
                      <a:pt x="4" y="10"/>
                      <a:pt x="5" y="14"/>
                      <a:pt x="8" y="18"/>
                    </a:cubicBezTo>
                    <a:cubicBezTo>
                      <a:pt x="9" y="12"/>
                      <a:pt x="6" y="6"/>
                      <a:pt x="11" y="0"/>
                    </a:cubicBezTo>
                    <a:cubicBezTo>
                      <a:pt x="7" y="0"/>
                      <a:pt x="4" y="2"/>
                      <a:pt x="1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1" name="Freeform 44">
                <a:extLst>
                  <a:ext uri="{FF2B5EF4-FFF2-40B4-BE49-F238E27FC236}">
                    <a16:creationId xmlns:a16="http://schemas.microsoft.com/office/drawing/2014/main" id="{9E9B1A2A-CF93-4285-B883-0DECF8090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170"/>
                <a:ext cx="22" cy="65"/>
              </a:xfrm>
              <a:custGeom>
                <a:avLst/>
                <a:gdLst>
                  <a:gd name="T0" fmla="*/ 0 w 10"/>
                  <a:gd name="T1" fmla="*/ 0 h 28"/>
                  <a:gd name="T2" fmla="*/ 44 w 10"/>
                  <a:gd name="T3" fmla="*/ 351 h 28"/>
                  <a:gd name="T4" fmla="*/ 106 w 10"/>
                  <a:gd name="T5" fmla="*/ 49 h 28"/>
                  <a:gd name="T6" fmla="*/ 20 w 10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8">
                    <a:moveTo>
                      <a:pt x="0" y="0"/>
                    </a:moveTo>
                    <a:cubicBezTo>
                      <a:pt x="0" y="10"/>
                      <a:pt x="2" y="19"/>
                      <a:pt x="4" y="28"/>
                    </a:cubicBezTo>
                    <a:cubicBezTo>
                      <a:pt x="7" y="24"/>
                      <a:pt x="9" y="10"/>
                      <a:pt x="10" y="4"/>
                    </a:cubicBezTo>
                    <a:cubicBezTo>
                      <a:pt x="7" y="8"/>
                      <a:pt x="2" y="3"/>
                      <a:pt x="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2" name="Freeform 45">
                <a:extLst>
                  <a:ext uri="{FF2B5EF4-FFF2-40B4-BE49-F238E27FC236}">
                    <a16:creationId xmlns:a16="http://schemas.microsoft.com/office/drawing/2014/main" id="{7A452EE4-3D52-48CC-9EDC-27E2AD7F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156"/>
                <a:ext cx="36" cy="51"/>
              </a:xfrm>
              <a:custGeom>
                <a:avLst/>
                <a:gdLst>
                  <a:gd name="T0" fmla="*/ 0 w 17"/>
                  <a:gd name="T1" fmla="*/ 28 h 22"/>
                  <a:gd name="T2" fmla="*/ 68 w 17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2">
                    <a:moveTo>
                      <a:pt x="0" y="2"/>
                    </a:moveTo>
                    <a:cubicBezTo>
                      <a:pt x="0" y="22"/>
                      <a:pt x="17" y="1"/>
                      <a:pt x="7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3" name="Freeform 46">
                <a:extLst>
                  <a:ext uri="{FF2B5EF4-FFF2-40B4-BE49-F238E27FC236}">
                    <a16:creationId xmlns:a16="http://schemas.microsoft.com/office/drawing/2014/main" id="{FD83AE67-49F6-4782-B668-088F5D972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094"/>
                <a:ext cx="35" cy="49"/>
              </a:xfrm>
              <a:custGeom>
                <a:avLst/>
                <a:gdLst>
                  <a:gd name="T0" fmla="*/ 9 w 16"/>
                  <a:gd name="T1" fmla="*/ 49 h 21"/>
                  <a:gd name="T2" fmla="*/ 44 w 1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1" y="4"/>
                    </a:moveTo>
                    <a:cubicBezTo>
                      <a:pt x="0" y="21"/>
                      <a:pt x="16" y="3"/>
                      <a:pt x="4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4" name="Freeform 47">
                <a:extLst>
                  <a:ext uri="{FF2B5EF4-FFF2-40B4-BE49-F238E27FC236}">
                    <a16:creationId xmlns:a16="http://schemas.microsoft.com/office/drawing/2014/main" id="{1E5D0B3F-0C6A-4D26-98B3-82A2EFE89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253"/>
                <a:ext cx="30" cy="42"/>
              </a:xfrm>
              <a:custGeom>
                <a:avLst/>
                <a:gdLst>
                  <a:gd name="T0" fmla="*/ 0 w 14"/>
                  <a:gd name="T1" fmla="*/ 12 h 18"/>
                  <a:gd name="T2" fmla="*/ 60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1"/>
                    </a:moveTo>
                    <a:cubicBezTo>
                      <a:pt x="0" y="18"/>
                      <a:pt x="14" y="3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5" name="Freeform 48">
                <a:extLst>
                  <a:ext uri="{FF2B5EF4-FFF2-40B4-BE49-F238E27FC236}">
                    <a16:creationId xmlns:a16="http://schemas.microsoft.com/office/drawing/2014/main" id="{B775EBCF-E887-4705-9CA8-FA0CA9B9C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304"/>
                <a:ext cx="44" cy="51"/>
              </a:xfrm>
              <a:custGeom>
                <a:avLst/>
                <a:gdLst>
                  <a:gd name="T0" fmla="*/ 44 w 20"/>
                  <a:gd name="T1" fmla="*/ 37 h 22"/>
                  <a:gd name="T2" fmla="*/ 97 w 2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2">
                    <a:moveTo>
                      <a:pt x="4" y="3"/>
                    </a:moveTo>
                    <a:cubicBezTo>
                      <a:pt x="0" y="22"/>
                      <a:pt x="20" y="3"/>
                      <a:pt x="9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6" name="Freeform 49">
                <a:extLst>
                  <a:ext uri="{FF2B5EF4-FFF2-40B4-BE49-F238E27FC236}">
                    <a16:creationId xmlns:a16="http://schemas.microsoft.com/office/drawing/2014/main" id="{37240CFF-1086-4012-BA23-4E5CEEC3E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143"/>
                <a:ext cx="33" cy="30"/>
              </a:xfrm>
              <a:custGeom>
                <a:avLst/>
                <a:gdLst>
                  <a:gd name="T0" fmla="*/ 0 w 15"/>
                  <a:gd name="T1" fmla="*/ 28 h 13"/>
                  <a:gd name="T2" fmla="*/ 73 w 1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0" y="2"/>
                    </a:moveTo>
                    <a:cubicBezTo>
                      <a:pt x="0" y="13"/>
                      <a:pt x="15" y="6"/>
                      <a:pt x="7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7" name="Freeform 50">
                <a:extLst>
                  <a:ext uri="{FF2B5EF4-FFF2-40B4-BE49-F238E27FC236}">
                    <a16:creationId xmlns:a16="http://schemas.microsoft.com/office/drawing/2014/main" id="{6F30921A-DDB2-4D7F-8C65-0B2CDA173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092"/>
                <a:ext cx="39" cy="32"/>
              </a:xfrm>
              <a:custGeom>
                <a:avLst/>
                <a:gdLst>
                  <a:gd name="T0" fmla="*/ 43 w 18"/>
                  <a:gd name="T1" fmla="*/ 25 h 14"/>
                  <a:gd name="T2" fmla="*/ 80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4" y="2"/>
                    </a:moveTo>
                    <a:cubicBezTo>
                      <a:pt x="0" y="14"/>
                      <a:pt x="18" y="9"/>
                      <a:pt x="8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8" name="Freeform 51">
                <a:extLst>
                  <a:ext uri="{FF2B5EF4-FFF2-40B4-BE49-F238E27FC236}">
                    <a16:creationId xmlns:a16="http://schemas.microsoft.com/office/drawing/2014/main" id="{045B224B-4357-4A04-99A8-989184C0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320"/>
                <a:ext cx="31" cy="54"/>
              </a:xfrm>
              <a:custGeom>
                <a:avLst/>
                <a:gdLst>
                  <a:gd name="T0" fmla="*/ 0 w 14"/>
                  <a:gd name="T1" fmla="*/ 106 h 23"/>
                  <a:gd name="T2" fmla="*/ 35 w 14"/>
                  <a:gd name="T3" fmla="*/ 2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8"/>
                    </a:moveTo>
                    <a:cubicBezTo>
                      <a:pt x="0" y="23"/>
                      <a:pt x="14" y="0"/>
                      <a:pt x="3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9" name="Freeform 52">
                <a:extLst>
                  <a:ext uri="{FF2B5EF4-FFF2-40B4-BE49-F238E27FC236}">
                    <a16:creationId xmlns:a16="http://schemas.microsoft.com/office/drawing/2014/main" id="{A16F72C9-1F4D-4576-B32C-D736E633E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371"/>
                <a:ext cx="41" cy="63"/>
              </a:xfrm>
              <a:custGeom>
                <a:avLst/>
                <a:gdLst>
                  <a:gd name="T0" fmla="*/ 28 w 19"/>
                  <a:gd name="T1" fmla="*/ 114 h 27"/>
                  <a:gd name="T2" fmla="*/ 80 w 19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3" y="9"/>
                    </a:moveTo>
                    <a:cubicBezTo>
                      <a:pt x="0" y="27"/>
                      <a:pt x="19" y="0"/>
                      <a:pt x="8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0" name="Freeform 53">
                <a:extLst>
                  <a:ext uri="{FF2B5EF4-FFF2-40B4-BE49-F238E27FC236}">
                    <a16:creationId xmlns:a16="http://schemas.microsoft.com/office/drawing/2014/main" id="{E51DA681-1B77-4BE5-B70F-F5ADB3D84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457"/>
                <a:ext cx="35" cy="53"/>
              </a:xfrm>
              <a:custGeom>
                <a:avLst/>
                <a:gdLst>
                  <a:gd name="T0" fmla="*/ 9 w 16"/>
                  <a:gd name="T1" fmla="*/ 74 h 23"/>
                  <a:gd name="T2" fmla="*/ 105 w 16"/>
                  <a:gd name="T3" fmla="*/ 233 h 23"/>
                  <a:gd name="T4" fmla="*/ 168 w 16"/>
                  <a:gd name="T5" fmla="*/ 134 h 23"/>
                  <a:gd name="T6" fmla="*/ 105 w 16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1" y="6"/>
                    </a:moveTo>
                    <a:cubicBezTo>
                      <a:pt x="1" y="12"/>
                      <a:pt x="0" y="23"/>
                      <a:pt x="10" y="19"/>
                    </a:cubicBezTo>
                    <a:cubicBezTo>
                      <a:pt x="15" y="18"/>
                      <a:pt x="15" y="15"/>
                      <a:pt x="16" y="11"/>
                    </a:cubicBezTo>
                    <a:cubicBezTo>
                      <a:pt x="16" y="6"/>
                      <a:pt x="15" y="1"/>
                      <a:pt x="1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1" name="Freeform 54">
                <a:extLst>
                  <a:ext uri="{FF2B5EF4-FFF2-40B4-BE49-F238E27FC236}">
                    <a16:creationId xmlns:a16="http://schemas.microsoft.com/office/drawing/2014/main" id="{78AEE25C-EDF0-41C8-98ED-2AF2D6945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579"/>
                <a:ext cx="39" cy="67"/>
              </a:xfrm>
              <a:custGeom>
                <a:avLst/>
                <a:gdLst>
                  <a:gd name="T0" fmla="*/ 0 w 18"/>
                  <a:gd name="T1" fmla="*/ 134 h 29"/>
                  <a:gd name="T2" fmla="*/ 52 w 18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9">
                    <a:moveTo>
                      <a:pt x="0" y="11"/>
                    </a:moveTo>
                    <a:cubicBezTo>
                      <a:pt x="2" y="29"/>
                      <a:pt x="18" y="0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2" name="Freeform 55">
                <a:extLst>
                  <a:ext uri="{FF2B5EF4-FFF2-40B4-BE49-F238E27FC236}">
                    <a16:creationId xmlns:a16="http://schemas.microsoft.com/office/drawing/2014/main" id="{E3638817-F16F-497D-83C7-4C4DB2B48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88"/>
                <a:ext cx="32" cy="40"/>
              </a:xfrm>
              <a:custGeom>
                <a:avLst/>
                <a:gdLst>
                  <a:gd name="T0" fmla="*/ 49 w 15"/>
                  <a:gd name="T1" fmla="*/ 49 h 17"/>
                  <a:gd name="T2" fmla="*/ 105 w 15"/>
                  <a:gd name="T3" fmla="*/ 172 h 17"/>
                  <a:gd name="T4" fmla="*/ 77 w 15"/>
                  <a:gd name="T5" fmla="*/ 1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5" y="4"/>
                    </a:moveTo>
                    <a:cubicBezTo>
                      <a:pt x="0" y="8"/>
                      <a:pt x="5" y="17"/>
                      <a:pt x="11" y="13"/>
                    </a:cubicBezTo>
                    <a:cubicBezTo>
                      <a:pt x="15" y="10"/>
                      <a:pt x="13" y="0"/>
                      <a:pt x="8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3" name="Freeform 56">
                <a:extLst>
                  <a:ext uri="{FF2B5EF4-FFF2-40B4-BE49-F238E27FC236}">
                    <a16:creationId xmlns:a16="http://schemas.microsoft.com/office/drawing/2014/main" id="{AA8190E0-3358-48DD-A58C-1215FFBF7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655"/>
                <a:ext cx="33" cy="84"/>
              </a:xfrm>
              <a:custGeom>
                <a:avLst/>
                <a:gdLst>
                  <a:gd name="T0" fmla="*/ 0 w 15"/>
                  <a:gd name="T1" fmla="*/ 278 h 36"/>
                  <a:gd name="T2" fmla="*/ 9 w 15"/>
                  <a:gd name="T3" fmla="*/ 114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6">
                    <a:moveTo>
                      <a:pt x="0" y="22"/>
                    </a:moveTo>
                    <a:cubicBezTo>
                      <a:pt x="15" y="36"/>
                      <a:pt x="8" y="0"/>
                      <a:pt x="1" y="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4" name="Freeform 57">
                <a:extLst>
                  <a:ext uri="{FF2B5EF4-FFF2-40B4-BE49-F238E27FC236}">
                    <a16:creationId xmlns:a16="http://schemas.microsoft.com/office/drawing/2014/main" id="{011D6804-A48E-46A8-80DA-8CB75EB35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039"/>
                <a:ext cx="29" cy="55"/>
              </a:xfrm>
              <a:custGeom>
                <a:avLst/>
                <a:gdLst>
                  <a:gd name="T0" fmla="*/ 0 w 13"/>
                  <a:gd name="T1" fmla="*/ 94 h 24"/>
                  <a:gd name="T2" fmla="*/ 125 w 13"/>
                  <a:gd name="T3" fmla="*/ 289 h 24"/>
                  <a:gd name="T4" fmla="*/ 134 w 13"/>
                  <a:gd name="T5" fmla="*/ 0 h 24"/>
                  <a:gd name="T6" fmla="*/ 9 w 13"/>
                  <a:gd name="T7" fmla="*/ 7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0" y="8"/>
                    </a:moveTo>
                    <a:cubicBezTo>
                      <a:pt x="4" y="14"/>
                      <a:pt x="10" y="17"/>
                      <a:pt x="11" y="24"/>
                    </a:cubicBezTo>
                    <a:cubicBezTo>
                      <a:pt x="13" y="17"/>
                      <a:pt x="12" y="8"/>
                      <a:pt x="12" y="0"/>
                    </a:cubicBezTo>
                    <a:cubicBezTo>
                      <a:pt x="8" y="2"/>
                      <a:pt x="4" y="3"/>
                      <a:pt x="1" y="6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5" name="Freeform 58">
                <a:extLst>
                  <a:ext uri="{FF2B5EF4-FFF2-40B4-BE49-F238E27FC236}">
                    <a16:creationId xmlns:a16="http://schemas.microsoft.com/office/drawing/2014/main" id="{06495796-EDB6-42F2-B07D-29B10F50F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992"/>
                <a:ext cx="20" cy="51"/>
              </a:xfrm>
              <a:custGeom>
                <a:avLst/>
                <a:gdLst>
                  <a:gd name="T0" fmla="*/ 9 w 9"/>
                  <a:gd name="T1" fmla="*/ 0 h 22"/>
                  <a:gd name="T2" fmla="*/ 9 w 9"/>
                  <a:gd name="T3" fmla="*/ 274 h 22"/>
                  <a:gd name="T4" fmla="*/ 98 w 9"/>
                  <a:gd name="T5" fmla="*/ 274 h 22"/>
                  <a:gd name="T6" fmla="*/ 36 w 9"/>
                  <a:gd name="T7" fmla="*/ 4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2">
                    <a:moveTo>
                      <a:pt x="1" y="0"/>
                    </a:moveTo>
                    <a:cubicBezTo>
                      <a:pt x="1" y="7"/>
                      <a:pt x="0" y="15"/>
                      <a:pt x="1" y="22"/>
                    </a:cubicBezTo>
                    <a:cubicBezTo>
                      <a:pt x="2" y="18"/>
                      <a:pt x="7" y="18"/>
                      <a:pt x="9" y="22"/>
                    </a:cubicBezTo>
                    <a:cubicBezTo>
                      <a:pt x="7" y="16"/>
                      <a:pt x="7" y="10"/>
                      <a:pt x="3" y="4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6" name="Freeform 59">
                <a:extLst>
                  <a:ext uri="{FF2B5EF4-FFF2-40B4-BE49-F238E27FC236}">
                    <a16:creationId xmlns:a16="http://schemas.microsoft.com/office/drawing/2014/main" id="{5B05BABA-D5FE-478B-888E-959CEF8C4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736"/>
                <a:ext cx="11" cy="17"/>
              </a:xfrm>
              <a:custGeom>
                <a:avLst/>
                <a:gdLst>
                  <a:gd name="T0" fmla="*/ 9 w 5"/>
                  <a:gd name="T1" fmla="*/ 0 h 7"/>
                  <a:gd name="T2" fmla="*/ 9 w 5"/>
                  <a:gd name="T3" fmla="*/ 100 h 7"/>
                  <a:gd name="T4" fmla="*/ 53 w 5"/>
                  <a:gd name="T5" fmla="*/ 8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0" y="3"/>
                      <a:pt x="1" y="5"/>
                      <a:pt x="1" y="7"/>
                    </a:cubicBezTo>
                    <a:cubicBezTo>
                      <a:pt x="3" y="6"/>
                      <a:pt x="4" y="7"/>
                      <a:pt x="5" y="6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7" name="Freeform 60">
                <a:extLst>
                  <a:ext uri="{FF2B5EF4-FFF2-40B4-BE49-F238E27FC236}">
                    <a16:creationId xmlns:a16="http://schemas.microsoft.com/office/drawing/2014/main" id="{ECEB8546-BF98-4ABF-98B8-4F26B368E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1325"/>
                <a:ext cx="30" cy="30"/>
              </a:xfrm>
              <a:custGeom>
                <a:avLst/>
                <a:gdLst>
                  <a:gd name="T0" fmla="*/ 41 w 14"/>
                  <a:gd name="T1" fmla="*/ 37 h 13"/>
                  <a:gd name="T2" fmla="*/ 88 w 14"/>
                  <a:gd name="T3" fmla="*/ 134 h 13"/>
                  <a:gd name="T4" fmla="*/ 69 w 14"/>
                  <a:gd name="T5" fmla="*/ 1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4" y="3"/>
                    </a:moveTo>
                    <a:cubicBezTo>
                      <a:pt x="0" y="7"/>
                      <a:pt x="5" y="13"/>
                      <a:pt x="9" y="11"/>
                    </a:cubicBezTo>
                    <a:cubicBezTo>
                      <a:pt x="14" y="8"/>
                      <a:pt x="12" y="0"/>
                      <a:pt x="7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8" name="Freeform 61">
                <a:extLst>
                  <a:ext uri="{FF2B5EF4-FFF2-40B4-BE49-F238E27FC236}">
                    <a16:creationId xmlns:a16="http://schemas.microsoft.com/office/drawing/2014/main" id="{2EB6E575-6B76-4E84-9985-729A50234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226"/>
                <a:ext cx="33" cy="34"/>
              </a:xfrm>
              <a:custGeom>
                <a:avLst/>
                <a:gdLst>
                  <a:gd name="T0" fmla="*/ 0 w 15"/>
                  <a:gd name="T1" fmla="*/ 175 h 15"/>
                  <a:gd name="T2" fmla="*/ 117 w 15"/>
                  <a:gd name="T3" fmla="*/ 0 h 15"/>
                  <a:gd name="T4" fmla="*/ 161 w 15"/>
                  <a:gd name="T5" fmla="*/ 175 h 15"/>
                  <a:gd name="T6" fmla="*/ 33 w 15"/>
                  <a:gd name="T7" fmla="*/ 16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0" y="15"/>
                    </a:moveTo>
                    <a:cubicBezTo>
                      <a:pt x="5" y="13"/>
                      <a:pt x="10" y="5"/>
                      <a:pt x="11" y="0"/>
                    </a:cubicBezTo>
                    <a:cubicBezTo>
                      <a:pt x="11" y="6"/>
                      <a:pt x="14" y="10"/>
                      <a:pt x="15" y="15"/>
                    </a:cubicBezTo>
                    <a:cubicBezTo>
                      <a:pt x="10" y="15"/>
                      <a:pt x="7" y="12"/>
                      <a:pt x="3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9" name="Freeform 62">
                <a:extLst>
                  <a:ext uri="{FF2B5EF4-FFF2-40B4-BE49-F238E27FC236}">
                    <a16:creationId xmlns:a16="http://schemas.microsoft.com/office/drawing/2014/main" id="{062708AA-C19F-46C2-818E-265DF9080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251"/>
                <a:ext cx="13" cy="35"/>
              </a:xfrm>
              <a:custGeom>
                <a:avLst/>
                <a:gdLst>
                  <a:gd name="T0" fmla="*/ 0 w 6"/>
                  <a:gd name="T1" fmla="*/ 77 h 15"/>
                  <a:gd name="T2" fmla="*/ 52 w 6"/>
                  <a:gd name="T3" fmla="*/ 191 h 15"/>
                  <a:gd name="T4" fmla="*/ 61 w 6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0" y="6"/>
                    </a:moveTo>
                    <a:cubicBezTo>
                      <a:pt x="2" y="9"/>
                      <a:pt x="4" y="12"/>
                      <a:pt x="5" y="15"/>
                    </a:cubicBezTo>
                    <a:cubicBezTo>
                      <a:pt x="5" y="10"/>
                      <a:pt x="6" y="5"/>
                      <a:pt x="6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0" name="Freeform 63">
                <a:extLst>
                  <a:ext uri="{FF2B5EF4-FFF2-40B4-BE49-F238E27FC236}">
                    <a16:creationId xmlns:a16="http://schemas.microsoft.com/office/drawing/2014/main" id="{A1F4DD99-B6D9-40EA-AD82-4C0409E75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221"/>
                <a:ext cx="33" cy="60"/>
              </a:xfrm>
              <a:custGeom>
                <a:avLst/>
                <a:gdLst>
                  <a:gd name="T0" fmla="*/ 0 w 15"/>
                  <a:gd name="T1" fmla="*/ 0 h 26"/>
                  <a:gd name="T2" fmla="*/ 64 w 15"/>
                  <a:gd name="T3" fmla="*/ 318 h 26"/>
                  <a:gd name="T4" fmla="*/ 117 w 15"/>
                  <a:gd name="T5" fmla="*/ 208 h 26"/>
                  <a:gd name="T6" fmla="*/ 161 w 15"/>
                  <a:gd name="T7" fmla="*/ 37 h 26"/>
                  <a:gd name="T8" fmla="*/ 106 w 15"/>
                  <a:gd name="T9" fmla="*/ 134 h 26"/>
                  <a:gd name="T10" fmla="*/ 64 w 15"/>
                  <a:gd name="T11" fmla="*/ 111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4" y="9"/>
                      <a:pt x="4" y="18"/>
                      <a:pt x="6" y="26"/>
                    </a:cubicBezTo>
                    <a:cubicBezTo>
                      <a:pt x="8" y="23"/>
                      <a:pt x="9" y="20"/>
                      <a:pt x="11" y="17"/>
                    </a:cubicBezTo>
                    <a:cubicBezTo>
                      <a:pt x="14" y="12"/>
                      <a:pt x="14" y="8"/>
                      <a:pt x="15" y="3"/>
                    </a:cubicBezTo>
                    <a:cubicBezTo>
                      <a:pt x="14" y="6"/>
                      <a:pt x="12" y="9"/>
                      <a:pt x="10" y="11"/>
                    </a:cubicBezTo>
                    <a:cubicBezTo>
                      <a:pt x="8" y="9"/>
                      <a:pt x="7" y="9"/>
                      <a:pt x="6" y="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1" name="Freeform 64">
                <a:extLst>
                  <a:ext uri="{FF2B5EF4-FFF2-40B4-BE49-F238E27FC236}">
                    <a16:creationId xmlns:a16="http://schemas.microsoft.com/office/drawing/2014/main" id="{3C9D4739-FAC0-420D-BE38-0892FBD60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616"/>
                <a:ext cx="33" cy="44"/>
              </a:xfrm>
              <a:custGeom>
                <a:avLst/>
                <a:gdLst>
                  <a:gd name="T0" fmla="*/ 9 w 15"/>
                  <a:gd name="T1" fmla="*/ 102 h 19"/>
                  <a:gd name="T2" fmla="*/ 64 w 15"/>
                  <a:gd name="T3" fmla="*/ 0 h 19"/>
                  <a:gd name="T4" fmla="*/ 44 w 15"/>
                  <a:gd name="T5" fmla="*/ 1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1" y="8"/>
                    </a:moveTo>
                    <a:cubicBezTo>
                      <a:pt x="0" y="19"/>
                      <a:pt x="15" y="7"/>
                      <a:pt x="6" y="0"/>
                    </a:cubicBezTo>
                    <a:cubicBezTo>
                      <a:pt x="4" y="0"/>
                      <a:pt x="5" y="1"/>
                      <a:pt x="4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2" name="Freeform 65">
                <a:extLst>
                  <a:ext uri="{FF2B5EF4-FFF2-40B4-BE49-F238E27FC236}">
                    <a16:creationId xmlns:a16="http://schemas.microsoft.com/office/drawing/2014/main" id="{36FB2326-18BC-4885-AED5-F7D1673A5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621"/>
                <a:ext cx="52" cy="92"/>
              </a:xfrm>
              <a:custGeom>
                <a:avLst/>
                <a:gdLst>
                  <a:gd name="T0" fmla="*/ 0 w 24"/>
                  <a:gd name="T1" fmla="*/ 253 h 40"/>
                  <a:gd name="T2" fmla="*/ 184 w 24"/>
                  <a:gd name="T3" fmla="*/ 366 h 40"/>
                  <a:gd name="T4" fmla="*/ 225 w 24"/>
                  <a:gd name="T5" fmla="*/ 207 h 40"/>
                  <a:gd name="T6" fmla="*/ 184 w 24"/>
                  <a:gd name="T7" fmla="*/ 0 h 40"/>
                  <a:gd name="T8" fmla="*/ 72 w 24"/>
                  <a:gd name="T9" fmla="*/ 29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0" y="21"/>
                    </a:moveTo>
                    <a:cubicBezTo>
                      <a:pt x="4" y="35"/>
                      <a:pt x="4" y="40"/>
                      <a:pt x="18" y="30"/>
                    </a:cubicBezTo>
                    <a:cubicBezTo>
                      <a:pt x="24" y="26"/>
                      <a:pt x="23" y="25"/>
                      <a:pt x="22" y="17"/>
                    </a:cubicBezTo>
                    <a:cubicBezTo>
                      <a:pt x="21" y="11"/>
                      <a:pt x="21" y="4"/>
                      <a:pt x="18" y="0"/>
                    </a:cubicBezTo>
                    <a:cubicBezTo>
                      <a:pt x="17" y="12"/>
                      <a:pt x="20" y="20"/>
                      <a:pt x="7" y="24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3" name="Freeform 66">
                <a:extLst>
                  <a:ext uri="{FF2B5EF4-FFF2-40B4-BE49-F238E27FC236}">
                    <a16:creationId xmlns:a16="http://schemas.microsoft.com/office/drawing/2014/main" id="{D3F5FE31-D268-4C2B-A7F6-8E89CDDE4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540"/>
                <a:ext cx="39" cy="85"/>
              </a:xfrm>
              <a:custGeom>
                <a:avLst/>
                <a:gdLst>
                  <a:gd name="T0" fmla="*/ 0 w 18"/>
                  <a:gd name="T1" fmla="*/ 244 h 37"/>
                  <a:gd name="T2" fmla="*/ 104 w 18"/>
                  <a:gd name="T3" fmla="*/ 411 h 37"/>
                  <a:gd name="T4" fmla="*/ 184 w 18"/>
                  <a:gd name="T5" fmla="*/ 269 h 37"/>
                  <a:gd name="T6" fmla="*/ 43 w 18"/>
                  <a:gd name="T7" fmla="*/ 74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7">
                    <a:moveTo>
                      <a:pt x="0" y="20"/>
                    </a:moveTo>
                    <a:cubicBezTo>
                      <a:pt x="2" y="27"/>
                      <a:pt x="2" y="37"/>
                      <a:pt x="10" y="34"/>
                    </a:cubicBezTo>
                    <a:cubicBezTo>
                      <a:pt x="15" y="33"/>
                      <a:pt x="18" y="27"/>
                      <a:pt x="18" y="22"/>
                    </a:cubicBezTo>
                    <a:cubicBezTo>
                      <a:pt x="18" y="17"/>
                      <a:pt x="12" y="0"/>
                      <a:pt x="4" y="6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4" name="Freeform 67">
                <a:extLst>
                  <a:ext uri="{FF2B5EF4-FFF2-40B4-BE49-F238E27FC236}">
                    <a16:creationId xmlns:a16="http://schemas.microsoft.com/office/drawing/2014/main" id="{4A75065C-2631-4A4B-B53E-DE7143EA7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355"/>
                <a:ext cx="41" cy="76"/>
              </a:xfrm>
              <a:custGeom>
                <a:avLst/>
                <a:gdLst>
                  <a:gd name="T0" fmla="*/ 9 w 19"/>
                  <a:gd name="T1" fmla="*/ 216 h 33"/>
                  <a:gd name="T2" fmla="*/ 140 w 19"/>
                  <a:gd name="T3" fmla="*/ 309 h 33"/>
                  <a:gd name="T4" fmla="*/ 101 w 19"/>
                  <a:gd name="T5" fmla="*/ 0 h 33"/>
                  <a:gd name="T6" fmla="*/ 88 w 19"/>
                  <a:gd name="T7" fmla="*/ 1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3">
                    <a:moveTo>
                      <a:pt x="1" y="18"/>
                    </a:moveTo>
                    <a:cubicBezTo>
                      <a:pt x="0" y="26"/>
                      <a:pt x="8" y="33"/>
                      <a:pt x="14" y="25"/>
                    </a:cubicBezTo>
                    <a:cubicBezTo>
                      <a:pt x="19" y="18"/>
                      <a:pt x="18" y="4"/>
                      <a:pt x="10" y="0"/>
                    </a:cubicBezTo>
                    <a:cubicBezTo>
                      <a:pt x="9" y="0"/>
                      <a:pt x="9" y="0"/>
                      <a:pt x="9" y="1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5" name="Freeform 68">
                <a:extLst>
                  <a:ext uri="{FF2B5EF4-FFF2-40B4-BE49-F238E27FC236}">
                    <a16:creationId xmlns:a16="http://schemas.microsoft.com/office/drawing/2014/main" id="{4669EC2F-D3D1-4767-9699-13B90439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394"/>
                <a:ext cx="50" cy="67"/>
              </a:xfrm>
              <a:custGeom>
                <a:avLst/>
                <a:gdLst>
                  <a:gd name="T0" fmla="*/ 9 w 23"/>
                  <a:gd name="T1" fmla="*/ 358 h 29"/>
                  <a:gd name="T2" fmla="*/ 165 w 23"/>
                  <a:gd name="T3" fmla="*/ 310 h 29"/>
                  <a:gd name="T4" fmla="*/ 174 w 23"/>
                  <a:gd name="T5" fmla="*/ 0 h 29"/>
                  <a:gd name="T6" fmla="*/ 80 w 23"/>
                  <a:gd name="T7" fmla="*/ 245 h 29"/>
                  <a:gd name="T8" fmla="*/ 0 w 23"/>
                  <a:gd name="T9" fmla="*/ 35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9">
                    <a:moveTo>
                      <a:pt x="1" y="29"/>
                    </a:moveTo>
                    <a:cubicBezTo>
                      <a:pt x="5" y="27"/>
                      <a:pt x="12" y="28"/>
                      <a:pt x="16" y="25"/>
                    </a:cubicBezTo>
                    <a:cubicBezTo>
                      <a:pt x="23" y="19"/>
                      <a:pt x="17" y="8"/>
                      <a:pt x="17" y="0"/>
                    </a:cubicBezTo>
                    <a:cubicBezTo>
                      <a:pt x="15" y="10"/>
                      <a:pt x="16" y="14"/>
                      <a:pt x="8" y="20"/>
                    </a:cubicBezTo>
                    <a:cubicBezTo>
                      <a:pt x="3" y="23"/>
                      <a:pt x="0" y="22"/>
                      <a:pt x="0" y="29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6" name="Freeform 69">
                <a:extLst>
                  <a:ext uri="{FF2B5EF4-FFF2-40B4-BE49-F238E27FC236}">
                    <a16:creationId xmlns:a16="http://schemas.microsoft.com/office/drawing/2014/main" id="{31EF7935-E46F-4F41-9C2E-82935F3C9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163"/>
                <a:ext cx="41" cy="63"/>
              </a:xfrm>
              <a:custGeom>
                <a:avLst/>
                <a:gdLst>
                  <a:gd name="T0" fmla="*/ 9 w 19"/>
                  <a:gd name="T1" fmla="*/ 37 h 27"/>
                  <a:gd name="T2" fmla="*/ 52 w 19"/>
                  <a:gd name="T3" fmla="*/ 315 h 27"/>
                  <a:gd name="T4" fmla="*/ 164 w 19"/>
                  <a:gd name="T5" fmla="*/ 229 h 27"/>
                  <a:gd name="T6" fmla="*/ 101 w 1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1" y="3"/>
                    </a:moveTo>
                    <a:cubicBezTo>
                      <a:pt x="1" y="7"/>
                      <a:pt x="0" y="23"/>
                      <a:pt x="5" y="25"/>
                    </a:cubicBezTo>
                    <a:cubicBezTo>
                      <a:pt x="10" y="27"/>
                      <a:pt x="15" y="22"/>
                      <a:pt x="16" y="18"/>
                    </a:cubicBezTo>
                    <a:cubicBezTo>
                      <a:pt x="19" y="10"/>
                      <a:pt x="15" y="5"/>
                      <a:pt x="10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7" name="Freeform 70">
                <a:extLst>
                  <a:ext uri="{FF2B5EF4-FFF2-40B4-BE49-F238E27FC236}">
                    <a16:creationId xmlns:a16="http://schemas.microsoft.com/office/drawing/2014/main" id="{F3689DAD-0F45-4C33-9E9F-F1F50E7F6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1226"/>
                <a:ext cx="20" cy="30"/>
              </a:xfrm>
              <a:custGeom>
                <a:avLst/>
                <a:gdLst>
                  <a:gd name="T0" fmla="*/ 80 w 9"/>
                  <a:gd name="T1" fmla="*/ 0 h 13"/>
                  <a:gd name="T2" fmla="*/ 0 w 9"/>
                  <a:gd name="T3" fmla="*/ 159 h 13"/>
                  <a:gd name="T4" fmla="*/ 98 w 9"/>
                  <a:gd name="T5" fmla="*/ 15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7" y="0"/>
                    </a:moveTo>
                    <a:cubicBezTo>
                      <a:pt x="4" y="4"/>
                      <a:pt x="2" y="8"/>
                      <a:pt x="0" y="13"/>
                    </a:cubicBezTo>
                    <a:cubicBezTo>
                      <a:pt x="3" y="13"/>
                      <a:pt x="6" y="11"/>
                      <a:pt x="9" y="12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8" name="Freeform 71">
                <a:extLst>
                  <a:ext uri="{FF2B5EF4-FFF2-40B4-BE49-F238E27FC236}">
                    <a16:creationId xmlns:a16="http://schemas.microsoft.com/office/drawing/2014/main" id="{43DC73F7-78FB-4B1C-A0C2-342184533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186"/>
                <a:ext cx="48" cy="86"/>
              </a:xfrm>
              <a:custGeom>
                <a:avLst/>
                <a:gdLst>
                  <a:gd name="T0" fmla="*/ 9 w 22"/>
                  <a:gd name="T1" fmla="*/ 286 h 37"/>
                  <a:gd name="T2" fmla="*/ 157 w 22"/>
                  <a:gd name="T3" fmla="*/ 265 h 37"/>
                  <a:gd name="T4" fmla="*/ 194 w 22"/>
                  <a:gd name="T5" fmla="*/ 0 h 37"/>
                  <a:gd name="T6" fmla="*/ 9 w 22"/>
                  <a:gd name="T7" fmla="*/ 26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1" y="23"/>
                    </a:moveTo>
                    <a:cubicBezTo>
                      <a:pt x="0" y="37"/>
                      <a:pt x="12" y="24"/>
                      <a:pt x="15" y="21"/>
                    </a:cubicBezTo>
                    <a:cubicBezTo>
                      <a:pt x="21" y="13"/>
                      <a:pt x="22" y="10"/>
                      <a:pt x="19" y="0"/>
                    </a:cubicBezTo>
                    <a:cubicBezTo>
                      <a:pt x="16" y="13"/>
                      <a:pt x="12" y="16"/>
                      <a:pt x="1" y="21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9" name="Freeform 72">
                <a:extLst>
                  <a:ext uri="{FF2B5EF4-FFF2-40B4-BE49-F238E27FC236}">
                    <a16:creationId xmlns:a16="http://schemas.microsoft.com/office/drawing/2014/main" id="{24107828-5C52-4BCE-B1EF-97253F336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985"/>
                <a:ext cx="43" cy="65"/>
              </a:xfrm>
              <a:custGeom>
                <a:avLst/>
                <a:gdLst>
                  <a:gd name="T0" fmla="*/ 0 w 20"/>
                  <a:gd name="T1" fmla="*/ 339 h 28"/>
                  <a:gd name="T2" fmla="*/ 181 w 20"/>
                  <a:gd name="T3" fmla="*/ 274 h 28"/>
                  <a:gd name="T4" fmla="*/ 157 w 20"/>
                  <a:gd name="T5" fmla="*/ 0 h 28"/>
                  <a:gd name="T6" fmla="*/ 9 w 20"/>
                  <a:gd name="T7" fmla="*/ 31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0" y="27"/>
                    </a:moveTo>
                    <a:cubicBezTo>
                      <a:pt x="5" y="28"/>
                      <a:pt x="15" y="26"/>
                      <a:pt x="18" y="22"/>
                    </a:cubicBezTo>
                    <a:cubicBezTo>
                      <a:pt x="20" y="18"/>
                      <a:pt x="18" y="3"/>
                      <a:pt x="16" y="0"/>
                    </a:cubicBezTo>
                    <a:cubicBezTo>
                      <a:pt x="12" y="11"/>
                      <a:pt x="9" y="17"/>
                      <a:pt x="1" y="25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0" name="Freeform 73">
                <a:extLst>
                  <a:ext uri="{FF2B5EF4-FFF2-40B4-BE49-F238E27FC236}">
                    <a16:creationId xmlns:a16="http://schemas.microsoft.com/office/drawing/2014/main" id="{4A98E00D-4594-46D1-A23E-F779C594A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270"/>
                <a:ext cx="50" cy="57"/>
              </a:xfrm>
              <a:custGeom>
                <a:avLst/>
                <a:gdLst>
                  <a:gd name="T0" fmla="*/ 113 w 23"/>
                  <a:gd name="T1" fmla="*/ 57 h 25"/>
                  <a:gd name="T2" fmla="*/ 61 w 23"/>
                  <a:gd name="T3" fmla="*/ 296 h 25"/>
                  <a:gd name="T4" fmla="*/ 237 w 23"/>
                  <a:gd name="T5" fmla="*/ 48 h 25"/>
                  <a:gd name="T6" fmla="*/ 113 w 23"/>
                  <a:gd name="T7" fmla="*/ 4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5">
                    <a:moveTo>
                      <a:pt x="11" y="5"/>
                    </a:moveTo>
                    <a:cubicBezTo>
                      <a:pt x="0" y="5"/>
                      <a:pt x="3" y="20"/>
                      <a:pt x="6" y="25"/>
                    </a:cubicBezTo>
                    <a:cubicBezTo>
                      <a:pt x="2" y="17"/>
                      <a:pt x="16" y="6"/>
                      <a:pt x="23" y="4"/>
                    </a:cubicBezTo>
                    <a:cubicBezTo>
                      <a:pt x="20" y="0"/>
                      <a:pt x="15" y="2"/>
                      <a:pt x="11" y="4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1" name="Freeform 74">
                <a:extLst>
                  <a:ext uri="{FF2B5EF4-FFF2-40B4-BE49-F238E27FC236}">
                    <a16:creationId xmlns:a16="http://schemas.microsoft.com/office/drawing/2014/main" id="{B23E1356-63DF-477E-B881-ED9DFED72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073"/>
                <a:ext cx="41" cy="53"/>
              </a:xfrm>
              <a:custGeom>
                <a:avLst/>
                <a:gdLst>
                  <a:gd name="T0" fmla="*/ 190 w 19"/>
                  <a:gd name="T1" fmla="*/ 48 h 23"/>
                  <a:gd name="T2" fmla="*/ 41 w 19"/>
                  <a:gd name="T3" fmla="*/ 37 h 23"/>
                  <a:gd name="T4" fmla="*/ 19 w 19"/>
                  <a:gd name="T5" fmla="*/ 281 h 23"/>
                  <a:gd name="T6" fmla="*/ 181 w 19"/>
                  <a:gd name="T7" fmla="*/ 4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9" y="4"/>
                    </a:moveTo>
                    <a:cubicBezTo>
                      <a:pt x="16" y="1"/>
                      <a:pt x="7" y="0"/>
                      <a:pt x="4" y="3"/>
                    </a:cubicBezTo>
                    <a:cubicBezTo>
                      <a:pt x="0" y="7"/>
                      <a:pt x="2" y="18"/>
                      <a:pt x="2" y="23"/>
                    </a:cubicBezTo>
                    <a:cubicBezTo>
                      <a:pt x="4" y="16"/>
                      <a:pt x="9" y="4"/>
                      <a:pt x="18" y="4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2" name="Freeform 75">
                <a:extLst>
                  <a:ext uri="{FF2B5EF4-FFF2-40B4-BE49-F238E27FC236}">
                    <a16:creationId xmlns:a16="http://schemas.microsoft.com/office/drawing/2014/main" id="{14FA13A5-D7AE-4964-AC8D-F174C2767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484"/>
                <a:ext cx="46" cy="51"/>
              </a:xfrm>
              <a:custGeom>
                <a:avLst/>
                <a:gdLst>
                  <a:gd name="T0" fmla="*/ 221 w 21"/>
                  <a:gd name="T1" fmla="*/ 28 h 22"/>
                  <a:gd name="T2" fmla="*/ 53 w 21"/>
                  <a:gd name="T3" fmla="*/ 86 h 22"/>
                  <a:gd name="T4" fmla="*/ 44 w 21"/>
                  <a:gd name="T5" fmla="*/ 274 h 22"/>
                  <a:gd name="T6" fmla="*/ 210 w 21"/>
                  <a:gd name="T7" fmla="*/ 1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21" y="2"/>
                    </a:moveTo>
                    <a:cubicBezTo>
                      <a:pt x="16" y="0"/>
                      <a:pt x="9" y="2"/>
                      <a:pt x="5" y="7"/>
                    </a:cubicBezTo>
                    <a:cubicBezTo>
                      <a:pt x="0" y="12"/>
                      <a:pt x="4" y="16"/>
                      <a:pt x="4" y="22"/>
                    </a:cubicBezTo>
                    <a:cubicBezTo>
                      <a:pt x="5" y="14"/>
                      <a:pt x="13" y="5"/>
                      <a:pt x="20" y="1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3" name="Freeform 76">
                <a:extLst>
                  <a:ext uri="{FF2B5EF4-FFF2-40B4-BE49-F238E27FC236}">
                    <a16:creationId xmlns:a16="http://schemas.microsoft.com/office/drawing/2014/main" id="{A9F744CB-F3F3-4530-8E69-4B1BA8BD1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722"/>
                <a:ext cx="33" cy="26"/>
              </a:xfrm>
              <a:custGeom>
                <a:avLst/>
                <a:gdLst>
                  <a:gd name="T0" fmla="*/ 9 w 15"/>
                  <a:gd name="T1" fmla="*/ 135 h 11"/>
                  <a:gd name="T2" fmla="*/ 161 w 15"/>
                  <a:gd name="T3" fmla="*/ 0 h 11"/>
                  <a:gd name="T4" fmla="*/ 161 w 15"/>
                  <a:gd name="T5" fmla="*/ 12 h 11"/>
                  <a:gd name="T6" fmla="*/ 88 w 15"/>
                  <a:gd name="T7" fmla="*/ 144 h 11"/>
                  <a:gd name="T8" fmla="*/ 0 w 15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1" y="10"/>
                    </a:moveTo>
                    <a:cubicBezTo>
                      <a:pt x="5" y="4"/>
                      <a:pt x="8" y="1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1" y="3"/>
                      <a:pt x="9" y="6"/>
                      <a:pt x="8" y="11"/>
                    </a:cubicBezTo>
                    <a:cubicBezTo>
                      <a:pt x="6" y="10"/>
                      <a:pt x="2" y="10"/>
                      <a:pt x="0" y="11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4" name="Freeform 77">
                <a:extLst>
                  <a:ext uri="{FF2B5EF4-FFF2-40B4-BE49-F238E27FC236}">
                    <a16:creationId xmlns:a16="http://schemas.microsoft.com/office/drawing/2014/main" id="{F0EC5DFF-E30A-43E5-9B16-FB6475503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1674"/>
                <a:ext cx="74" cy="76"/>
              </a:xfrm>
              <a:custGeom>
                <a:avLst/>
                <a:gdLst>
                  <a:gd name="T0" fmla="*/ 9 w 34"/>
                  <a:gd name="T1" fmla="*/ 403 h 33"/>
                  <a:gd name="T2" fmla="*/ 96 w 34"/>
                  <a:gd name="T3" fmla="*/ 85 h 33"/>
                  <a:gd name="T4" fmla="*/ 279 w 34"/>
                  <a:gd name="T5" fmla="*/ 48 h 33"/>
                  <a:gd name="T6" fmla="*/ 331 w 34"/>
                  <a:gd name="T7" fmla="*/ 40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3">
                    <a:moveTo>
                      <a:pt x="1" y="33"/>
                    </a:moveTo>
                    <a:cubicBezTo>
                      <a:pt x="0" y="25"/>
                      <a:pt x="3" y="13"/>
                      <a:pt x="9" y="7"/>
                    </a:cubicBezTo>
                    <a:cubicBezTo>
                      <a:pt x="13" y="2"/>
                      <a:pt x="22" y="0"/>
                      <a:pt x="27" y="4"/>
                    </a:cubicBezTo>
                    <a:cubicBezTo>
                      <a:pt x="32" y="8"/>
                      <a:pt x="34" y="27"/>
                      <a:pt x="32" y="3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5" name="Freeform 78">
                <a:extLst>
                  <a:ext uri="{FF2B5EF4-FFF2-40B4-BE49-F238E27FC236}">
                    <a16:creationId xmlns:a16="http://schemas.microsoft.com/office/drawing/2014/main" id="{1AA7C0AF-5E2B-46E4-A159-CF74370CD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681"/>
                <a:ext cx="32" cy="69"/>
              </a:xfrm>
              <a:custGeom>
                <a:avLst/>
                <a:gdLst>
                  <a:gd name="T0" fmla="*/ 9 w 15"/>
                  <a:gd name="T1" fmla="*/ 354 h 30"/>
                  <a:gd name="T2" fmla="*/ 87 w 15"/>
                  <a:gd name="T3" fmla="*/ 147 h 30"/>
                  <a:gd name="T4" fmla="*/ 145 w 15"/>
                  <a:gd name="T5" fmla="*/ 36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0">
                    <a:moveTo>
                      <a:pt x="1" y="29"/>
                    </a:moveTo>
                    <a:cubicBezTo>
                      <a:pt x="0" y="23"/>
                      <a:pt x="1" y="0"/>
                      <a:pt x="9" y="12"/>
                    </a:cubicBezTo>
                    <a:cubicBezTo>
                      <a:pt x="12" y="17"/>
                      <a:pt x="15" y="26"/>
                      <a:pt x="15" y="30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6" name="Freeform 79">
                <a:extLst>
                  <a:ext uri="{FF2B5EF4-FFF2-40B4-BE49-F238E27FC236}">
                    <a16:creationId xmlns:a16="http://schemas.microsoft.com/office/drawing/2014/main" id="{A77B5BDD-B128-4DAE-AB65-E60C2828A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556"/>
                <a:ext cx="45" cy="93"/>
              </a:xfrm>
              <a:custGeom>
                <a:avLst/>
                <a:gdLst>
                  <a:gd name="T0" fmla="*/ 137 w 21"/>
                  <a:gd name="T1" fmla="*/ 0 h 40"/>
                  <a:gd name="T2" fmla="*/ 19 w 21"/>
                  <a:gd name="T3" fmla="*/ 86 h 40"/>
                  <a:gd name="T4" fmla="*/ 51 w 21"/>
                  <a:gd name="T5" fmla="*/ 453 h 40"/>
                  <a:gd name="T6" fmla="*/ 180 w 21"/>
                  <a:gd name="T7" fmla="*/ 400 h 40"/>
                  <a:gd name="T8" fmla="*/ 156 w 21"/>
                  <a:gd name="T9" fmla="*/ 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0">
                    <a:moveTo>
                      <a:pt x="14" y="0"/>
                    </a:moveTo>
                    <a:cubicBezTo>
                      <a:pt x="9" y="1"/>
                      <a:pt x="4" y="1"/>
                      <a:pt x="2" y="7"/>
                    </a:cubicBezTo>
                    <a:cubicBezTo>
                      <a:pt x="0" y="12"/>
                      <a:pt x="0" y="32"/>
                      <a:pt x="5" y="36"/>
                    </a:cubicBezTo>
                    <a:cubicBezTo>
                      <a:pt x="10" y="40"/>
                      <a:pt x="16" y="38"/>
                      <a:pt x="18" y="32"/>
                    </a:cubicBezTo>
                    <a:cubicBezTo>
                      <a:pt x="21" y="24"/>
                      <a:pt x="17" y="13"/>
                      <a:pt x="16" y="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7" name="Freeform 80">
                <a:extLst>
                  <a:ext uri="{FF2B5EF4-FFF2-40B4-BE49-F238E27FC236}">
                    <a16:creationId xmlns:a16="http://schemas.microsoft.com/office/drawing/2014/main" id="{1F2FCC1C-3FDD-41A7-B41D-FAFAC7AA4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1408"/>
                <a:ext cx="48" cy="111"/>
              </a:xfrm>
              <a:custGeom>
                <a:avLst/>
                <a:gdLst>
                  <a:gd name="T0" fmla="*/ 105 w 22"/>
                  <a:gd name="T1" fmla="*/ 49 h 48"/>
                  <a:gd name="T2" fmla="*/ 33 w 22"/>
                  <a:gd name="T3" fmla="*/ 199 h 48"/>
                  <a:gd name="T4" fmla="*/ 52 w 22"/>
                  <a:gd name="T5" fmla="*/ 546 h 48"/>
                  <a:gd name="T6" fmla="*/ 209 w 22"/>
                  <a:gd name="T7" fmla="*/ 432 h 48"/>
                  <a:gd name="T8" fmla="*/ 194 w 22"/>
                  <a:gd name="T9" fmla="*/ 187 h 48"/>
                  <a:gd name="T10" fmla="*/ 166 w 22"/>
                  <a:gd name="T11" fmla="*/ 86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8">
                    <a:moveTo>
                      <a:pt x="10" y="4"/>
                    </a:moveTo>
                    <a:cubicBezTo>
                      <a:pt x="2" y="0"/>
                      <a:pt x="3" y="12"/>
                      <a:pt x="3" y="16"/>
                    </a:cubicBezTo>
                    <a:cubicBezTo>
                      <a:pt x="3" y="21"/>
                      <a:pt x="0" y="40"/>
                      <a:pt x="5" y="44"/>
                    </a:cubicBezTo>
                    <a:cubicBezTo>
                      <a:pt x="11" y="48"/>
                      <a:pt x="18" y="39"/>
                      <a:pt x="20" y="35"/>
                    </a:cubicBezTo>
                    <a:cubicBezTo>
                      <a:pt x="22" y="29"/>
                      <a:pt x="21" y="21"/>
                      <a:pt x="19" y="15"/>
                    </a:cubicBezTo>
                    <a:cubicBezTo>
                      <a:pt x="18" y="13"/>
                      <a:pt x="15" y="9"/>
                      <a:pt x="16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8" name="Freeform 81">
                <a:extLst>
                  <a:ext uri="{FF2B5EF4-FFF2-40B4-BE49-F238E27FC236}">
                    <a16:creationId xmlns:a16="http://schemas.microsoft.com/office/drawing/2014/main" id="{51340C5E-A2BB-4B73-8395-44B64A6A0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1360"/>
                <a:ext cx="76" cy="113"/>
              </a:xfrm>
              <a:custGeom>
                <a:avLst/>
                <a:gdLst>
                  <a:gd name="T0" fmla="*/ 193 w 35"/>
                  <a:gd name="T1" fmla="*/ 48 h 49"/>
                  <a:gd name="T2" fmla="*/ 9 w 35"/>
                  <a:gd name="T3" fmla="*/ 224 h 49"/>
                  <a:gd name="T4" fmla="*/ 72 w 35"/>
                  <a:gd name="T5" fmla="*/ 574 h 49"/>
                  <a:gd name="T6" fmla="*/ 287 w 35"/>
                  <a:gd name="T7" fmla="*/ 394 h 49"/>
                  <a:gd name="T8" fmla="*/ 278 w 35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9">
                    <a:moveTo>
                      <a:pt x="19" y="4"/>
                    </a:moveTo>
                    <a:cubicBezTo>
                      <a:pt x="10" y="9"/>
                      <a:pt x="2" y="6"/>
                      <a:pt x="1" y="18"/>
                    </a:cubicBezTo>
                    <a:cubicBezTo>
                      <a:pt x="0" y="24"/>
                      <a:pt x="0" y="44"/>
                      <a:pt x="7" y="47"/>
                    </a:cubicBezTo>
                    <a:cubicBezTo>
                      <a:pt x="13" y="49"/>
                      <a:pt x="26" y="38"/>
                      <a:pt x="28" y="32"/>
                    </a:cubicBezTo>
                    <a:cubicBezTo>
                      <a:pt x="31" y="27"/>
                      <a:pt x="35" y="3"/>
                      <a:pt x="27" y="0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9" name="Freeform 82">
                <a:extLst>
                  <a:ext uri="{FF2B5EF4-FFF2-40B4-BE49-F238E27FC236}">
                    <a16:creationId xmlns:a16="http://schemas.microsoft.com/office/drawing/2014/main" id="{95A85E15-5AD9-42E2-8C27-74279C6D8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505"/>
                <a:ext cx="69" cy="125"/>
              </a:xfrm>
              <a:custGeom>
                <a:avLst/>
                <a:gdLst>
                  <a:gd name="T0" fmla="*/ 209 w 32"/>
                  <a:gd name="T1" fmla="*/ 28 h 54"/>
                  <a:gd name="T2" fmla="*/ 52 w 32"/>
                  <a:gd name="T3" fmla="*/ 86 h 54"/>
                  <a:gd name="T4" fmla="*/ 129 w 32"/>
                  <a:gd name="T5" fmla="*/ 509 h 54"/>
                  <a:gd name="T6" fmla="*/ 173 w 32"/>
                  <a:gd name="T7" fmla="*/ 644 h 54"/>
                  <a:gd name="T8" fmla="*/ 270 w 32"/>
                  <a:gd name="T9" fmla="*/ 498 h 54"/>
                  <a:gd name="T10" fmla="*/ 250 w 32"/>
                  <a:gd name="T11" fmla="*/ 74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54">
                    <a:moveTo>
                      <a:pt x="21" y="2"/>
                    </a:moveTo>
                    <a:cubicBezTo>
                      <a:pt x="15" y="2"/>
                      <a:pt x="7" y="0"/>
                      <a:pt x="5" y="7"/>
                    </a:cubicBezTo>
                    <a:cubicBezTo>
                      <a:pt x="0" y="19"/>
                      <a:pt x="9" y="31"/>
                      <a:pt x="13" y="41"/>
                    </a:cubicBezTo>
                    <a:cubicBezTo>
                      <a:pt x="14" y="43"/>
                      <a:pt x="15" y="52"/>
                      <a:pt x="17" y="52"/>
                    </a:cubicBezTo>
                    <a:cubicBezTo>
                      <a:pt x="22" y="54"/>
                      <a:pt x="26" y="43"/>
                      <a:pt x="27" y="40"/>
                    </a:cubicBezTo>
                    <a:cubicBezTo>
                      <a:pt x="32" y="28"/>
                      <a:pt x="30" y="18"/>
                      <a:pt x="25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0" name="Freeform 83">
                <a:extLst>
                  <a:ext uri="{FF2B5EF4-FFF2-40B4-BE49-F238E27FC236}">
                    <a16:creationId xmlns:a16="http://schemas.microsoft.com/office/drawing/2014/main" id="{3B6BF1B6-6EA5-4382-85B2-FE63F1202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1498"/>
                <a:ext cx="50" cy="114"/>
              </a:xfrm>
              <a:custGeom>
                <a:avLst/>
                <a:gdLst>
                  <a:gd name="T0" fmla="*/ 93 w 23"/>
                  <a:gd name="T1" fmla="*/ 0 h 49"/>
                  <a:gd name="T2" fmla="*/ 33 w 23"/>
                  <a:gd name="T3" fmla="*/ 179 h 49"/>
                  <a:gd name="T4" fmla="*/ 93 w 23"/>
                  <a:gd name="T5" fmla="*/ 579 h 49"/>
                  <a:gd name="T6" fmla="*/ 217 w 23"/>
                  <a:gd name="T7" fmla="*/ 530 h 49"/>
                  <a:gd name="T8" fmla="*/ 141 w 23"/>
                  <a:gd name="T9" fmla="*/ 4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9">
                    <a:moveTo>
                      <a:pt x="9" y="0"/>
                    </a:moveTo>
                    <a:cubicBezTo>
                      <a:pt x="0" y="3"/>
                      <a:pt x="1" y="5"/>
                      <a:pt x="3" y="14"/>
                    </a:cubicBezTo>
                    <a:cubicBezTo>
                      <a:pt x="4" y="23"/>
                      <a:pt x="0" y="41"/>
                      <a:pt x="9" y="46"/>
                    </a:cubicBezTo>
                    <a:cubicBezTo>
                      <a:pt x="14" y="49"/>
                      <a:pt x="20" y="46"/>
                      <a:pt x="21" y="42"/>
                    </a:cubicBezTo>
                    <a:cubicBezTo>
                      <a:pt x="23" y="34"/>
                      <a:pt x="20" y="10"/>
                      <a:pt x="14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1" name="Freeform 84">
                <a:extLst>
                  <a:ext uri="{FF2B5EF4-FFF2-40B4-BE49-F238E27FC236}">
                    <a16:creationId xmlns:a16="http://schemas.microsoft.com/office/drawing/2014/main" id="{157143C8-A324-4FB8-93BC-F590DF9E5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1644"/>
                <a:ext cx="80" cy="106"/>
              </a:xfrm>
              <a:custGeom>
                <a:avLst/>
                <a:gdLst>
                  <a:gd name="T0" fmla="*/ 104 w 37"/>
                  <a:gd name="T1" fmla="*/ 0 h 46"/>
                  <a:gd name="T2" fmla="*/ 9 w 37"/>
                  <a:gd name="T3" fmla="*/ 159 h 46"/>
                  <a:gd name="T4" fmla="*/ 52 w 37"/>
                  <a:gd name="T5" fmla="*/ 431 h 46"/>
                  <a:gd name="T6" fmla="*/ 201 w 37"/>
                  <a:gd name="T7" fmla="*/ 537 h 46"/>
                  <a:gd name="T8" fmla="*/ 132 w 37"/>
                  <a:gd name="T9" fmla="*/ 3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6">
                    <a:moveTo>
                      <a:pt x="10" y="0"/>
                    </a:moveTo>
                    <a:cubicBezTo>
                      <a:pt x="4" y="1"/>
                      <a:pt x="0" y="6"/>
                      <a:pt x="1" y="13"/>
                    </a:cubicBezTo>
                    <a:cubicBezTo>
                      <a:pt x="1" y="20"/>
                      <a:pt x="4" y="27"/>
                      <a:pt x="5" y="35"/>
                    </a:cubicBezTo>
                    <a:cubicBezTo>
                      <a:pt x="5" y="46"/>
                      <a:pt x="10" y="45"/>
                      <a:pt x="20" y="44"/>
                    </a:cubicBezTo>
                    <a:cubicBezTo>
                      <a:pt x="37" y="44"/>
                      <a:pt x="22" y="7"/>
                      <a:pt x="13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2" name="Freeform 85">
                <a:extLst>
                  <a:ext uri="{FF2B5EF4-FFF2-40B4-BE49-F238E27FC236}">
                    <a16:creationId xmlns:a16="http://schemas.microsoft.com/office/drawing/2014/main" id="{9E14C3DF-4B68-42A3-A7BF-9728232E8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152"/>
                <a:ext cx="74" cy="171"/>
              </a:xfrm>
              <a:custGeom>
                <a:avLst/>
                <a:gdLst>
                  <a:gd name="T0" fmla="*/ 124 w 34"/>
                  <a:gd name="T1" fmla="*/ 0 h 74"/>
                  <a:gd name="T2" fmla="*/ 52 w 34"/>
                  <a:gd name="T3" fmla="*/ 321 h 74"/>
                  <a:gd name="T4" fmla="*/ 72 w 34"/>
                  <a:gd name="T5" fmla="*/ 582 h 74"/>
                  <a:gd name="T6" fmla="*/ 113 w 34"/>
                  <a:gd name="T7" fmla="*/ 779 h 74"/>
                  <a:gd name="T8" fmla="*/ 307 w 34"/>
                  <a:gd name="T9" fmla="*/ 619 h 74"/>
                  <a:gd name="T10" fmla="*/ 226 w 34"/>
                  <a:gd name="T11" fmla="*/ 9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74">
                    <a:moveTo>
                      <a:pt x="12" y="0"/>
                    </a:moveTo>
                    <a:cubicBezTo>
                      <a:pt x="0" y="2"/>
                      <a:pt x="3" y="16"/>
                      <a:pt x="5" y="26"/>
                    </a:cubicBezTo>
                    <a:cubicBezTo>
                      <a:pt x="6" y="33"/>
                      <a:pt x="7" y="40"/>
                      <a:pt x="7" y="47"/>
                    </a:cubicBezTo>
                    <a:cubicBezTo>
                      <a:pt x="7" y="52"/>
                      <a:pt x="8" y="59"/>
                      <a:pt x="11" y="63"/>
                    </a:cubicBezTo>
                    <a:cubicBezTo>
                      <a:pt x="19" y="74"/>
                      <a:pt x="27" y="57"/>
                      <a:pt x="30" y="50"/>
                    </a:cubicBezTo>
                    <a:cubicBezTo>
                      <a:pt x="34" y="35"/>
                      <a:pt x="24" y="22"/>
                      <a:pt x="22" y="8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3" name="Freeform 86">
                <a:extLst>
                  <a:ext uri="{FF2B5EF4-FFF2-40B4-BE49-F238E27FC236}">
                    <a16:creationId xmlns:a16="http://schemas.microsoft.com/office/drawing/2014/main" id="{8743EBC4-DFF6-439A-A360-D2E7078CE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099"/>
                <a:ext cx="59" cy="94"/>
              </a:xfrm>
              <a:custGeom>
                <a:avLst/>
                <a:gdLst>
                  <a:gd name="T0" fmla="*/ 133 w 27"/>
                  <a:gd name="T1" fmla="*/ 0 h 41"/>
                  <a:gd name="T2" fmla="*/ 20 w 27"/>
                  <a:gd name="T3" fmla="*/ 48 h 41"/>
                  <a:gd name="T4" fmla="*/ 9 w 27"/>
                  <a:gd name="T5" fmla="*/ 122 h 41"/>
                  <a:gd name="T6" fmla="*/ 33 w 27"/>
                  <a:gd name="T7" fmla="*/ 195 h 41"/>
                  <a:gd name="T8" fmla="*/ 44 w 27"/>
                  <a:gd name="T9" fmla="*/ 326 h 41"/>
                  <a:gd name="T10" fmla="*/ 201 w 27"/>
                  <a:gd name="T11" fmla="*/ 399 h 41"/>
                  <a:gd name="T12" fmla="*/ 210 w 27"/>
                  <a:gd name="T13" fmla="*/ 1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1">
                    <a:moveTo>
                      <a:pt x="13" y="0"/>
                    </a:moveTo>
                    <a:cubicBezTo>
                      <a:pt x="10" y="1"/>
                      <a:pt x="4" y="1"/>
                      <a:pt x="2" y="4"/>
                    </a:cubicBezTo>
                    <a:cubicBezTo>
                      <a:pt x="0" y="6"/>
                      <a:pt x="1" y="7"/>
                      <a:pt x="1" y="10"/>
                    </a:cubicBezTo>
                    <a:cubicBezTo>
                      <a:pt x="1" y="12"/>
                      <a:pt x="2" y="14"/>
                      <a:pt x="3" y="16"/>
                    </a:cubicBezTo>
                    <a:cubicBezTo>
                      <a:pt x="4" y="20"/>
                      <a:pt x="4" y="23"/>
                      <a:pt x="4" y="27"/>
                    </a:cubicBezTo>
                    <a:cubicBezTo>
                      <a:pt x="5" y="36"/>
                      <a:pt x="12" y="41"/>
                      <a:pt x="19" y="33"/>
                    </a:cubicBezTo>
                    <a:cubicBezTo>
                      <a:pt x="27" y="22"/>
                      <a:pt x="20" y="12"/>
                      <a:pt x="20" y="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4" name="Freeform 87">
                <a:extLst>
                  <a:ext uri="{FF2B5EF4-FFF2-40B4-BE49-F238E27FC236}">
                    <a16:creationId xmlns:a16="http://schemas.microsoft.com/office/drawing/2014/main" id="{C9CAF6E8-4071-4C04-A8F7-94E8E00F5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136"/>
                <a:ext cx="48" cy="120"/>
              </a:xfrm>
              <a:custGeom>
                <a:avLst/>
                <a:gdLst>
                  <a:gd name="T0" fmla="*/ 166 w 22"/>
                  <a:gd name="T1" fmla="*/ 28 h 52"/>
                  <a:gd name="T2" fmla="*/ 44 w 22"/>
                  <a:gd name="T3" fmla="*/ 28 h 52"/>
                  <a:gd name="T4" fmla="*/ 20 w 22"/>
                  <a:gd name="T5" fmla="*/ 171 h 52"/>
                  <a:gd name="T6" fmla="*/ 52 w 22"/>
                  <a:gd name="T7" fmla="*/ 404 h 52"/>
                  <a:gd name="T8" fmla="*/ 166 w 22"/>
                  <a:gd name="T9" fmla="*/ 37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16" y="2"/>
                    </a:moveTo>
                    <a:cubicBezTo>
                      <a:pt x="13" y="2"/>
                      <a:pt x="7" y="0"/>
                      <a:pt x="4" y="2"/>
                    </a:cubicBezTo>
                    <a:cubicBezTo>
                      <a:pt x="2" y="4"/>
                      <a:pt x="2" y="12"/>
                      <a:pt x="2" y="14"/>
                    </a:cubicBezTo>
                    <a:cubicBezTo>
                      <a:pt x="1" y="21"/>
                      <a:pt x="0" y="27"/>
                      <a:pt x="5" y="33"/>
                    </a:cubicBezTo>
                    <a:cubicBezTo>
                      <a:pt x="22" y="52"/>
                      <a:pt x="22" y="13"/>
                      <a:pt x="16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5" name="Freeform 88">
                <a:extLst>
                  <a:ext uri="{FF2B5EF4-FFF2-40B4-BE49-F238E27FC236}">
                    <a16:creationId xmlns:a16="http://schemas.microsoft.com/office/drawing/2014/main" id="{B64036AF-887F-4A32-92B5-E0A112EAC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270"/>
                <a:ext cx="33" cy="99"/>
              </a:xfrm>
              <a:custGeom>
                <a:avLst/>
                <a:gdLst>
                  <a:gd name="T0" fmla="*/ 73 w 15"/>
                  <a:gd name="T1" fmla="*/ 0 h 43"/>
                  <a:gd name="T2" fmla="*/ 0 w 15"/>
                  <a:gd name="T3" fmla="*/ 122 h 43"/>
                  <a:gd name="T4" fmla="*/ 20 w 15"/>
                  <a:gd name="T5" fmla="*/ 329 h 43"/>
                  <a:gd name="T6" fmla="*/ 33 w 15"/>
                  <a:gd name="T7" fmla="*/ 460 h 43"/>
                  <a:gd name="T8" fmla="*/ 150 w 15"/>
                  <a:gd name="T9" fmla="*/ 355 h 43"/>
                  <a:gd name="T10" fmla="*/ 106 w 15"/>
                  <a:gd name="T11" fmla="*/ 37 h 43"/>
                  <a:gd name="T12" fmla="*/ 97 w 15"/>
                  <a:gd name="T13" fmla="*/ 37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3">
                    <a:moveTo>
                      <a:pt x="7" y="0"/>
                    </a:moveTo>
                    <a:cubicBezTo>
                      <a:pt x="0" y="2"/>
                      <a:pt x="0" y="4"/>
                      <a:pt x="0" y="10"/>
                    </a:cubicBezTo>
                    <a:cubicBezTo>
                      <a:pt x="0" y="16"/>
                      <a:pt x="1" y="21"/>
                      <a:pt x="2" y="27"/>
                    </a:cubicBezTo>
                    <a:cubicBezTo>
                      <a:pt x="2" y="29"/>
                      <a:pt x="1" y="37"/>
                      <a:pt x="3" y="38"/>
                    </a:cubicBezTo>
                    <a:cubicBezTo>
                      <a:pt x="8" y="43"/>
                      <a:pt x="13" y="33"/>
                      <a:pt x="14" y="29"/>
                    </a:cubicBezTo>
                    <a:cubicBezTo>
                      <a:pt x="15" y="22"/>
                      <a:pt x="12" y="9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6" name="Freeform 89">
                <a:extLst>
                  <a:ext uri="{FF2B5EF4-FFF2-40B4-BE49-F238E27FC236}">
                    <a16:creationId xmlns:a16="http://schemas.microsoft.com/office/drawing/2014/main" id="{154DB13E-B450-4A3C-8DF6-F043D121A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223"/>
                <a:ext cx="61" cy="114"/>
              </a:xfrm>
              <a:custGeom>
                <a:avLst/>
                <a:gdLst>
                  <a:gd name="T0" fmla="*/ 142 w 28"/>
                  <a:gd name="T1" fmla="*/ 37 h 49"/>
                  <a:gd name="T2" fmla="*/ 33 w 28"/>
                  <a:gd name="T3" fmla="*/ 228 h 49"/>
                  <a:gd name="T4" fmla="*/ 81 w 28"/>
                  <a:gd name="T5" fmla="*/ 551 h 49"/>
                  <a:gd name="T6" fmla="*/ 281 w 28"/>
                  <a:gd name="T7" fmla="*/ 391 h 49"/>
                  <a:gd name="T8" fmla="*/ 176 w 28"/>
                  <a:gd name="T9" fmla="*/ 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9">
                    <a:moveTo>
                      <a:pt x="14" y="3"/>
                    </a:moveTo>
                    <a:cubicBezTo>
                      <a:pt x="4" y="5"/>
                      <a:pt x="3" y="8"/>
                      <a:pt x="3" y="18"/>
                    </a:cubicBezTo>
                    <a:cubicBezTo>
                      <a:pt x="4" y="25"/>
                      <a:pt x="0" y="40"/>
                      <a:pt x="8" y="44"/>
                    </a:cubicBezTo>
                    <a:cubicBezTo>
                      <a:pt x="18" y="49"/>
                      <a:pt x="27" y="40"/>
                      <a:pt x="27" y="31"/>
                    </a:cubicBezTo>
                    <a:cubicBezTo>
                      <a:pt x="28" y="26"/>
                      <a:pt x="26" y="0"/>
                      <a:pt x="17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7" name="Freeform 90">
                <a:extLst>
                  <a:ext uri="{FF2B5EF4-FFF2-40B4-BE49-F238E27FC236}">
                    <a16:creationId xmlns:a16="http://schemas.microsoft.com/office/drawing/2014/main" id="{D580E633-019B-48AA-A0D6-B88DCC392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339"/>
                <a:ext cx="65" cy="106"/>
              </a:xfrm>
              <a:custGeom>
                <a:avLst/>
                <a:gdLst>
                  <a:gd name="T0" fmla="*/ 156 w 30"/>
                  <a:gd name="T1" fmla="*/ 0 h 46"/>
                  <a:gd name="T2" fmla="*/ 20 w 30"/>
                  <a:gd name="T3" fmla="*/ 171 h 46"/>
                  <a:gd name="T4" fmla="*/ 43 w 30"/>
                  <a:gd name="T5" fmla="*/ 468 h 46"/>
                  <a:gd name="T6" fmla="*/ 93 w 30"/>
                  <a:gd name="T7" fmla="*/ 562 h 46"/>
                  <a:gd name="T8" fmla="*/ 193 w 30"/>
                  <a:gd name="T9" fmla="*/ 2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6">
                    <a:moveTo>
                      <a:pt x="15" y="0"/>
                    </a:moveTo>
                    <a:cubicBezTo>
                      <a:pt x="6" y="0"/>
                      <a:pt x="0" y="5"/>
                      <a:pt x="2" y="14"/>
                    </a:cubicBezTo>
                    <a:cubicBezTo>
                      <a:pt x="3" y="22"/>
                      <a:pt x="3" y="30"/>
                      <a:pt x="4" y="38"/>
                    </a:cubicBezTo>
                    <a:cubicBezTo>
                      <a:pt x="4" y="43"/>
                      <a:pt x="4" y="46"/>
                      <a:pt x="9" y="46"/>
                    </a:cubicBezTo>
                    <a:cubicBezTo>
                      <a:pt x="30" y="46"/>
                      <a:pt x="24" y="12"/>
                      <a:pt x="19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8" name="Freeform 91">
                <a:extLst>
                  <a:ext uri="{FF2B5EF4-FFF2-40B4-BE49-F238E27FC236}">
                    <a16:creationId xmlns:a16="http://schemas.microsoft.com/office/drawing/2014/main" id="{2434B896-8A00-4FBE-80F5-3874EEC64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972"/>
                <a:ext cx="59" cy="143"/>
              </a:xfrm>
              <a:custGeom>
                <a:avLst/>
                <a:gdLst>
                  <a:gd name="T0" fmla="*/ 44 w 27"/>
                  <a:gd name="T1" fmla="*/ 12 h 62"/>
                  <a:gd name="T2" fmla="*/ 72 w 27"/>
                  <a:gd name="T3" fmla="*/ 468 h 62"/>
                  <a:gd name="T4" fmla="*/ 249 w 27"/>
                  <a:gd name="T5" fmla="*/ 627 h 62"/>
                  <a:gd name="T6" fmla="*/ 249 w 27"/>
                  <a:gd name="T7" fmla="*/ 346 h 62"/>
                  <a:gd name="T8" fmla="*/ 221 w 27"/>
                  <a:gd name="T9" fmla="*/ 159 h 62"/>
                  <a:gd name="T10" fmla="*/ 210 w 27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2">
                    <a:moveTo>
                      <a:pt x="4" y="1"/>
                    </a:moveTo>
                    <a:cubicBezTo>
                      <a:pt x="0" y="11"/>
                      <a:pt x="5" y="28"/>
                      <a:pt x="7" y="38"/>
                    </a:cubicBezTo>
                    <a:cubicBezTo>
                      <a:pt x="8" y="44"/>
                      <a:pt x="17" y="62"/>
                      <a:pt x="24" y="51"/>
                    </a:cubicBezTo>
                    <a:cubicBezTo>
                      <a:pt x="27" y="47"/>
                      <a:pt x="24" y="33"/>
                      <a:pt x="24" y="28"/>
                    </a:cubicBezTo>
                    <a:cubicBezTo>
                      <a:pt x="23" y="23"/>
                      <a:pt x="22" y="18"/>
                      <a:pt x="21" y="13"/>
                    </a:cubicBezTo>
                    <a:cubicBezTo>
                      <a:pt x="20" y="9"/>
                      <a:pt x="21" y="4"/>
                      <a:pt x="20" y="0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9" name="Freeform 92">
                <a:extLst>
                  <a:ext uri="{FF2B5EF4-FFF2-40B4-BE49-F238E27FC236}">
                    <a16:creationId xmlns:a16="http://schemas.microsoft.com/office/drawing/2014/main" id="{5B54470C-5BFF-4AB0-B7C7-9553970AE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972"/>
                <a:ext cx="58" cy="97"/>
              </a:xfrm>
              <a:custGeom>
                <a:avLst/>
                <a:gdLst>
                  <a:gd name="T0" fmla="*/ 28 w 27"/>
                  <a:gd name="T1" fmla="*/ 0 h 42"/>
                  <a:gd name="T2" fmla="*/ 148 w 27"/>
                  <a:gd name="T3" fmla="*/ 480 h 42"/>
                  <a:gd name="T4" fmla="*/ 217 w 27"/>
                  <a:gd name="T5" fmla="*/ 208 h 42"/>
                  <a:gd name="T6" fmla="*/ 189 w 27"/>
                  <a:gd name="T7" fmla="*/ 12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2">
                    <a:moveTo>
                      <a:pt x="3" y="0"/>
                    </a:moveTo>
                    <a:cubicBezTo>
                      <a:pt x="6" y="8"/>
                      <a:pt x="0" y="42"/>
                      <a:pt x="15" y="39"/>
                    </a:cubicBezTo>
                    <a:cubicBezTo>
                      <a:pt x="27" y="37"/>
                      <a:pt x="22" y="25"/>
                      <a:pt x="22" y="17"/>
                    </a:cubicBezTo>
                    <a:cubicBezTo>
                      <a:pt x="21" y="12"/>
                      <a:pt x="21" y="5"/>
                      <a:pt x="19" y="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0" name="Freeform 93">
                <a:extLst>
                  <a:ext uri="{FF2B5EF4-FFF2-40B4-BE49-F238E27FC236}">
                    <a16:creationId xmlns:a16="http://schemas.microsoft.com/office/drawing/2014/main" id="{EDBE30A7-DB3F-4FB6-8456-7D07F3B00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974"/>
                <a:ext cx="67" cy="127"/>
              </a:xfrm>
              <a:custGeom>
                <a:avLst/>
                <a:gdLst>
                  <a:gd name="T0" fmla="*/ 0 w 31"/>
                  <a:gd name="T1" fmla="*/ 0 h 55"/>
                  <a:gd name="T2" fmla="*/ 52 w 31"/>
                  <a:gd name="T3" fmla="*/ 469 h 55"/>
                  <a:gd name="T4" fmla="*/ 89 w 31"/>
                  <a:gd name="T5" fmla="*/ 640 h 55"/>
                  <a:gd name="T6" fmla="*/ 233 w 31"/>
                  <a:gd name="T7" fmla="*/ 628 h 55"/>
                  <a:gd name="T8" fmla="*/ 210 w 31"/>
                  <a:gd name="T9" fmla="*/ 12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5">
                    <a:moveTo>
                      <a:pt x="0" y="0"/>
                    </a:moveTo>
                    <a:cubicBezTo>
                      <a:pt x="2" y="13"/>
                      <a:pt x="2" y="26"/>
                      <a:pt x="5" y="38"/>
                    </a:cubicBezTo>
                    <a:cubicBezTo>
                      <a:pt x="6" y="42"/>
                      <a:pt x="6" y="50"/>
                      <a:pt x="9" y="52"/>
                    </a:cubicBezTo>
                    <a:cubicBezTo>
                      <a:pt x="12" y="55"/>
                      <a:pt x="20" y="54"/>
                      <a:pt x="23" y="51"/>
                    </a:cubicBezTo>
                    <a:cubicBezTo>
                      <a:pt x="31" y="44"/>
                      <a:pt x="20" y="2"/>
                      <a:pt x="21" y="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1" name="Freeform 94">
                <a:extLst>
                  <a:ext uri="{FF2B5EF4-FFF2-40B4-BE49-F238E27FC236}">
                    <a16:creationId xmlns:a16="http://schemas.microsoft.com/office/drawing/2014/main" id="{6FFEA055-0A13-4C18-909D-FF7D8904D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1039"/>
                <a:ext cx="58" cy="43"/>
              </a:xfrm>
              <a:custGeom>
                <a:avLst/>
                <a:gdLst>
                  <a:gd name="T0" fmla="*/ 60 w 27"/>
                  <a:gd name="T1" fmla="*/ 57 h 19"/>
                  <a:gd name="T2" fmla="*/ 112 w 27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6" y="5"/>
                    </a:moveTo>
                    <a:cubicBezTo>
                      <a:pt x="0" y="19"/>
                      <a:pt x="27" y="5"/>
                      <a:pt x="11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2" name="Freeform 95">
                <a:extLst>
                  <a:ext uri="{FF2B5EF4-FFF2-40B4-BE49-F238E27FC236}">
                    <a16:creationId xmlns:a16="http://schemas.microsoft.com/office/drawing/2014/main" id="{D77F164D-DFEB-4EE5-87CF-644717A29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1022"/>
                <a:ext cx="32" cy="40"/>
              </a:xfrm>
              <a:custGeom>
                <a:avLst/>
                <a:gdLst>
                  <a:gd name="T0" fmla="*/ 41 w 15"/>
                  <a:gd name="T1" fmla="*/ 115 h 17"/>
                  <a:gd name="T2" fmla="*/ 117 w 15"/>
                  <a:gd name="T3" fmla="*/ 172 h 17"/>
                  <a:gd name="T4" fmla="*/ 68 w 15"/>
                  <a:gd name="T5" fmla="*/ 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4" y="9"/>
                    </a:moveTo>
                    <a:cubicBezTo>
                      <a:pt x="0" y="14"/>
                      <a:pt x="8" y="17"/>
                      <a:pt x="12" y="13"/>
                    </a:cubicBezTo>
                    <a:cubicBezTo>
                      <a:pt x="15" y="9"/>
                      <a:pt x="12" y="0"/>
                      <a:pt x="7" y="3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3" name="Freeform 96">
                <a:extLst>
                  <a:ext uri="{FF2B5EF4-FFF2-40B4-BE49-F238E27FC236}">
                    <a16:creationId xmlns:a16="http://schemas.microsoft.com/office/drawing/2014/main" id="{F81904DE-DE2C-4AC2-BA80-4188E38CC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131"/>
                <a:ext cx="30" cy="51"/>
              </a:xfrm>
              <a:custGeom>
                <a:avLst/>
                <a:gdLst>
                  <a:gd name="T0" fmla="*/ 0 w 14"/>
                  <a:gd name="T1" fmla="*/ 102 h 22"/>
                  <a:gd name="T2" fmla="*/ 51 w 14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">
                    <a:moveTo>
                      <a:pt x="0" y="8"/>
                    </a:moveTo>
                    <a:cubicBezTo>
                      <a:pt x="1" y="22"/>
                      <a:pt x="14" y="8"/>
                      <a:pt x="5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4" name="Freeform 97">
                <a:extLst>
                  <a:ext uri="{FF2B5EF4-FFF2-40B4-BE49-F238E27FC236}">
                    <a16:creationId xmlns:a16="http://schemas.microsoft.com/office/drawing/2014/main" id="{DD8804C1-5E67-4E40-AC50-5DA9979E5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242"/>
                <a:ext cx="43" cy="46"/>
              </a:xfrm>
              <a:custGeom>
                <a:avLst/>
                <a:gdLst>
                  <a:gd name="T0" fmla="*/ 28 w 20"/>
                  <a:gd name="T1" fmla="*/ 64 h 20"/>
                  <a:gd name="T2" fmla="*/ 80 w 2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0">
                    <a:moveTo>
                      <a:pt x="3" y="5"/>
                    </a:moveTo>
                    <a:cubicBezTo>
                      <a:pt x="0" y="20"/>
                      <a:pt x="20" y="2"/>
                      <a:pt x="8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5" name="Freeform 98">
                <a:extLst>
                  <a:ext uri="{FF2B5EF4-FFF2-40B4-BE49-F238E27FC236}">
                    <a16:creationId xmlns:a16="http://schemas.microsoft.com/office/drawing/2014/main" id="{3B64473A-F311-4676-BD54-909137C9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1277"/>
                <a:ext cx="31" cy="41"/>
              </a:xfrm>
              <a:custGeom>
                <a:avLst/>
                <a:gdLst>
                  <a:gd name="T0" fmla="*/ 0 w 14"/>
                  <a:gd name="T1" fmla="*/ 57 h 18"/>
                  <a:gd name="T2" fmla="*/ 109 w 14"/>
                  <a:gd name="T3" fmla="*/ 166 h 18"/>
                  <a:gd name="T4" fmla="*/ 97 w 1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0" y="5"/>
                    </a:moveTo>
                    <a:cubicBezTo>
                      <a:pt x="0" y="10"/>
                      <a:pt x="5" y="18"/>
                      <a:pt x="10" y="14"/>
                    </a:cubicBezTo>
                    <a:cubicBezTo>
                      <a:pt x="14" y="10"/>
                      <a:pt x="14" y="1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6" name="Freeform 99">
                <a:extLst>
                  <a:ext uri="{FF2B5EF4-FFF2-40B4-BE49-F238E27FC236}">
                    <a16:creationId xmlns:a16="http://schemas.microsoft.com/office/drawing/2014/main" id="{808AB6F5-6EEA-404D-9A36-1BCA5E82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1369"/>
                <a:ext cx="26" cy="62"/>
              </a:xfrm>
              <a:custGeom>
                <a:avLst/>
                <a:gdLst>
                  <a:gd name="T0" fmla="*/ 0 w 12"/>
                  <a:gd name="T1" fmla="*/ 147 h 27"/>
                  <a:gd name="T2" fmla="*/ 52 w 12"/>
                  <a:gd name="T3" fmla="*/ 4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0" y="12"/>
                    </a:moveTo>
                    <a:cubicBezTo>
                      <a:pt x="5" y="27"/>
                      <a:pt x="12" y="0"/>
                      <a:pt x="5" y="4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7" name="Freeform 100">
                <a:extLst>
                  <a:ext uri="{FF2B5EF4-FFF2-40B4-BE49-F238E27FC236}">
                    <a16:creationId xmlns:a16="http://schemas.microsoft.com/office/drawing/2014/main" id="{4CE32D63-5DE0-42FB-9EE1-9681752C8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415"/>
                <a:ext cx="35" cy="37"/>
              </a:xfrm>
              <a:custGeom>
                <a:avLst/>
                <a:gdLst>
                  <a:gd name="T0" fmla="*/ 33 w 16"/>
                  <a:gd name="T1" fmla="*/ 49 h 16"/>
                  <a:gd name="T2" fmla="*/ 105 w 16"/>
                  <a:gd name="T3" fmla="*/ 160 h 16"/>
                  <a:gd name="T4" fmla="*/ 96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3" y="4"/>
                    </a:moveTo>
                    <a:cubicBezTo>
                      <a:pt x="0" y="9"/>
                      <a:pt x="3" y="16"/>
                      <a:pt x="10" y="13"/>
                    </a:cubicBezTo>
                    <a:cubicBezTo>
                      <a:pt x="16" y="11"/>
                      <a:pt x="15" y="2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8" name="Freeform 101">
                <a:extLst>
                  <a:ext uri="{FF2B5EF4-FFF2-40B4-BE49-F238E27FC236}">
                    <a16:creationId xmlns:a16="http://schemas.microsoft.com/office/drawing/2014/main" id="{8DFC3486-2EB2-4C15-998C-BE4C3DC82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1473"/>
                <a:ext cx="49" cy="35"/>
              </a:xfrm>
              <a:custGeom>
                <a:avLst/>
                <a:gdLst>
                  <a:gd name="T0" fmla="*/ 68 w 23"/>
                  <a:gd name="T1" fmla="*/ 12 h 15"/>
                  <a:gd name="T2" fmla="*/ 117 w 2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7" y="1"/>
                    </a:moveTo>
                    <a:cubicBezTo>
                      <a:pt x="0" y="15"/>
                      <a:pt x="23" y="10"/>
                      <a:pt x="12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9" name="Freeform 102">
                <a:extLst>
                  <a:ext uri="{FF2B5EF4-FFF2-40B4-BE49-F238E27FC236}">
                    <a16:creationId xmlns:a16="http://schemas.microsoft.com/office/drawing/2014/main" id="{BA27EFD5-162A-46F7-A29E-9A9082AE0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302"/>
                <a:ext cx="33" cy="23"/>
              </a:xfrm>
              <a:custGeom>
                <a:avLst/>
                <a:gdLst>
                  <a:gd name="T0" fmla="*/ 64 w 15"/>
                  <a:gd name="T1" fmla="*/ 0 h 10"/>
                  <a:gd name="T2" fmla="*/ 88 w 15"/>
                  <a:gd name="T3" fmla="*/ 122 h 10"/>
                  <a:gd name="T4" fmla="*/ 97 w 1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6" y="0"/>
                    </a:moveTo>
                    <a:cubicBezTo>
                      <a:pt x="0" y="1"/>
                      <a:pt x="3" y="9"/>
                      <a:pt x="8" y="10"/>
                    </a:cubicBezTo>
                    <a:cubicBezTo>
                      <a:pt x="14" y="10"/>
                      <a:pt x="15" y="1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0" name="Freeform 103">
                <a:extLst>
                  <a:ext uri="{FF2B5EF4-FFF2-40B4-BE49-F238E27FC236}">
                    <a16:creationId xmlns:a16="http://schemas.microsoft.com/office/drawing/2014/main" id="{07CD9A29-D38B-4010-B07C-45E188B96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1175"/>
                <a:ext cx="39" cy="35"/>
              </a:xfrm>
              <a:custGeom>
                <a:avLst/>
                <a:gdLst>
                  <a:gd name="T0" fmla="*/ 80 w 18"/>
                  <a:gd name="T1" fmla="*/ 49 h 15"/>
                  <a:gd name="T2" fmla="*/ 121 w 18"/>
                  <a:gd name="T3" fmla="*/ 163 h 15"/>
                  <a:gd name="T4" fmla="*/ 113 w 1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8" y="4"/>
                    </a:moveTo>
                    <a:cubicBezTo>
                      <a:pt x="0" y="4"/>
                      <a:pt x="4" y="15"/>
                      <a:pt x="12" y="13"/>
                    </a:cubicBezTo>
                    <a:cubicBezTo>
                      <a:pt x="18" y="11"/>
                      <a:pt x="18" y="0"/>
                      <a:pt x="11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1" name="Freeform 104">
                <a:extLst>
                  <a:ext uri="{FF2B5EF4-FFF2-40B4-BE49-F238E27FC236}">
                    <a16:creationId xmlns:a16="http://schemas.microsoft.com/office/drawing/2014/main" id="{6DB31C37-74C1-46AE-B0C5-405B6619C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045"/>
                <a:ext cx="30" cy="40"/>
              </a:xfrm>
              <a:custGeom>
                <a:avLst/>
                <a:gdLst>
                  <a:gd name="T0" fmla="*/ 9 w 14"/>
                  <a:gd name="T1" fmla="*/ 106 h 17"/>
                  <a:gd name="T2" fmla="*/ 109 w 14"/>
                  <a:gd name="T3" fmla="*/ 155 h 17"/>
                  <a:gd name="T4" fmla="*/ 60 w 14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1" y="8"/>
                    </a:moveTo>
                    <a:cubicBezTo>
                      <a:pt x="0" y="15"/>
                      <a:pt x="8" y="17"/>
                      <a:pt x="11" y="12"/>
                    </a:cubicBezTo>
                    <a:cubicBezTo>
                      <a:pt x="14" y="9"/>
                      <a:pt x="11" y="0"/>
                      <a:pt x="6" y="2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2" name="Freeform 105">
                <a:extLst>
                  <a:ext uri="{FF2B5EF4-FFF2-40B4-BE49-F238E27FC236}">
                    <a16:creationId xmlns:a16="http://schemas.microsoft.com/office/drawing/2014/main" id="{4F92E48E-938E-4AD1-82A6-A6CDFA846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1556"/>
                <a:ext cx="26" cy="30"/>
              </a:xfrm>
              <a:custGeom>
                <a:avLst/>
                <a:gdLst>
                  <a:gd name="T0" fmla="*/ 43 w 12"/>
                  <a:gd name="T1" fmla="*/ 12 h 13"/>
                  <a:gd name="T2" fmla="*/ 93 w 12"/>
                  <a:gd name="T3" fmla="*/ 122 h 13"/>
                  <a:gd name="T4" fmla="*/ 80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4" y="1"/>
                    </a:moveTo>
                    <a:cubicBezTo>
                      <a:pt x="0" y="5"/>
                      <a:pt x="3" y="13"/>
                      <a:pt x="9" y="10"/>
                    </a:cubicBezTo>
                    <a:cubicBezTo>
                      <a:pt x="12" y="8"/>
                      <a:pt x="11" y="1"/>
                      <a:pt x="8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3" name="Freeform 106">
                <a:extLst>
                  <a:ext uri="{FF2B5EF4-FFF2-40B4-BE49-F238E27FC236}">
                    <a16:creationId xmlns:a16="http://schemas.microsoft.com/office/drawing/2014/main" id="{77C80F7E-20F6-4F0E-A5E6-D51423103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542"/>
                <a:ext cx="35" cy="49"/>
              </a:xfrm>
              <a:custGeom>
                <a:avLst/>
                <a:gdLst>
                  <a:gd name="T0" fmla="*/ 44 w 16"/>
                  <a:gd name="T1" fmla="*/ 65 h 21"/>
                  <a:gd name="T2" fmla="*/ 105 w 16"/>
                  <a:gd name="T3" fmla="*/ 217 h 21"/>
                  <a:gd name="T4" fmla="*/ 85 w 16"/>
                  <a:gd name="T5" fmla="*/ 1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4" y="5"/>
                    </a:moveTo>
                    <a:cubicBezTo>
                      <a:pt x="0" y="10"/>
                      <a:pt x="2" y="21"/>
                      <a:pt x="10" y="17"/>
                    </a:cubicBezTo>
                    <a:cubicBezTo>
                      <a:pt x="16" y="14"/>
                      <a:pt x="16" y="0"/>
                      <a:pt x="8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4" name="Freeform 107">
                <a:extLst>
                  <a:ext uri="{FF2B5EF4-FFF2-40B4-BE49-F238E27FC236}">
                    <a16:creationId xmlns:a16="http://schemas.microsoft.com/office/drawing/2014/main" id="{64A99F35-920B-4CBE-BCE4-238C79104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582"/>
                <a:ext cx="23" cy="32"/>
              </a:xfrm>
              <a:custGeom>
                <a:avLst/>
                <a:gdLst>
                  <a:gd name="T0" fmla="*/ 27 w 11"/>
                  <a:gd name="T1" fmla="*/ 0 h 14"/>
                  <a:gd name="T2" fmla="*/ 65 w 11"/>
                  <a:gd name="T3" fmla="*/ 130 h 14"/>
                  <a:gd name="T4" fmla="*/ 56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3" y="0"/>
                    </a:moveTo>
                    <a:cubicBezTo>
                      <a:pt x="1" y="4"/>
                      <a:pt x="0" y="14"/>
                      <a:pt x="7" y="11"/>
                    </a:cubicBezTo>
                    <a:cubicBezTo>
                      <a:pt x="11" y="9"/>
                      <a:pt x="9" y="2"/>
                      <a:pt x="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5" name="Freeform 108">
                <a:extLst>
                  <a:ext uri="{FF2B5EF4-FFF2-40B4-BE49-F238E27FC236}">
                    <a16:creationId xmlns:a16="http://schemas.microsoft.com/office/drawing/2014/main" id="{9487F72E-7D38-4856-BC31-4DFFF61DC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720"/>
                <a:ext cx="22" cy="30"/>
              </a:xfrm>
              <a:custGeom>
                <a:avLst/>
                <a:gdLst>
                  <a:gd name="T0" fmla="*/ 9 w 10"/>
                  <a:gd name="T1" fmla="*/ 28 h 13"/>
                  <a:gd name="T2" fmla="*/ 64 w 10"/>
                  <a:gd name="T3" fmla="*/ 150 h 13"/>
                  <a:gd name="T4" fmla="*/ 0 w 10"/>
                  <a:gd name="T5" fmla="*/ 15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" y="2"/>
                    </a:moveTo>
                    <a:cubicBezTo>
                      <a:pt x="6" y="0"/>
                      <a:pt x="10" y="9"/>
                      <a:pt x="6" y="12"/>
                    </a:cubicBezTo>
                    <a:cubicBezTo>
                      <a:pt x="5" y="13"/>
                      <a:pt x="1" y="12"/>
                      <a:pt x="0" y="12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6" name="Freeform 109">
                <a:extLst>
                  <a:ext uri="{FF2B5EF4-FFF2-40B4-BE49-F238E27FC236}">
                    <a16:creationId xmlns:a16="http://schemas.microsoft.com/office/drawing/2014/main" id="{7FB6A781-3341-410A-B7B0-B2CB9F735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732"/>
                <a:ext cx="10" cy="25"/>
              </a:xfrm>
              <a:custGeom>
                <a:avLst/>
                <a:gdLst>
                  <a:gd name="T0" fmla="*/ 24 w 5"/>
                  <a:gd name="T1" fmla="*/ 0 h 11"/>
                  <a:gd name="T2" fmla="*/ 0 w 5"/>
                  <a:gd name="T3" fmla="*/ 7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cubicBezTo>
                      <a:pt x="5" y="4"/>
                      <a:pt x="5" y="11"/>
                      <a:pt x="0" y="6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7" name="Freeform 110">
                <a:extLst>
                  <a:ext uri="{FF2B5EF4-FFF2-40B4-BE49-F238E27FC236}">
                    <a16:creationId xmlns:a16="http://schemas.microsoft.com/office/drawing/2014/main" id="{D50D48EB-A7EB-42E4-89FF-470444B0F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1683"/>
                <a:ext cx="29" cy="37"/>
              </a:xfrm>
              <a:custGeom>
                <a:avLst/>
                <a:gdLst>
                  <a:gd name="T0" fmla="*/ 20 w 13"/>
                  <a:gd name="T1" fmla="*/ 74 h 16"/>
                  <a:gd name="T2" fmla="*/ 100 w 13"/>
                  <a:gd name="T3" fmla="*/ 160 h 16"/>
                  <a:gd name="T4" fmla="*/ 56 w 13"/>
                  <a:gd name="T5" fmla="*/ 2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2" y="6"/>
                    </a:moveTo>
                    <a:cubicBezTo>
                      <a:pt x="0" y="11"/>
                      <a:pt x="4" y="16"/>
                      <a:pt x="9" y="13"/>
                    </a:cubicBezTo>
                    <a:cubicBezTo>
                      <a:pt x="13" y="10"/>
                      <a:pt x="10" y="0"/>
                      <a:pt x="5" y="2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8" name="Freeform 111">
                <a:extLst>
                  <a:ext uri="{FF2B5EF4-FFF2-40B4-BE49-F238E27FC236}">
                    <a16:creationId xmlns:a16="http://schemas.microsoft.com/office/drawing/2014/main" id="{5CB017BC-EEBE-4F45-96DF-554D48E1A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625"/>
                <a:ext cx="34" cy="88"/>
              </a:xfrm>
              <a:custGeom>
                <a:avLst/>
                <a:gdLst>
                  <a:gd name="T0" fmla="*/ 0 w 16"/>
                  <a:gd name="T1" fmla="*/ 0 h 38"/>
                  <a:gd name="T2" fmla="*/ 9 w 16"/>
                  <a:gd name="T3" fmla="*/ 102 h 38"/>
                  <a:gd name="T4" fmla="*/ 40 w 16"/>
                  <a:gd name="T5" fmla="*/ 171 h 38"/>
                  <a:gd name="T6" fmla="*/ 60 w 16"/>
                  <a:gd name="T7" fmla="*/ 273 h 38"/>
                  <a:gd name="T8" fmla="*/ 85 w 16"/>
                  <a:gd name="T9" fmla="*/ 472 h 38"/>
                  <a:gd name="T10" fmla="*/ 153 w 16"/>
                  <a:gd name="T11" fmla="*/ 188 h 38"/>
                  <a:gd name="T12" fmla="*/ 77 w 16"/>
                  <a:gd name="T13" fmla="*/ 123 h 38"/>
                  <a:gd name="T14" fmla="*/ 49 w 16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38">
                    <a:moveTo>
                      <a:pt x="0" y="0"/>
                    </a:moveTo>
                    <a:cubicBezTo>
                      <a:pt x="1" y="3"/>
                      <a:pt x="0" y="5"/>
                      <a:pt x="1" y="8"/>
                    </a:cubicBezTo>
                    <a:cubicBezTo>
                      <a:pt x="1" y="11"/>
                      <a:pt x="3" y="12"/>
                      <a:pt x="4" y="14"/>
                    </a:cubicBezTo>
                    <a:cubicBezTo>
                      <a:pt x="5" y="16"/>
                      <a:pt x="5" y="20"/>
                      <a:pt x="6" y="22"/>
                    </a:cubicBezTo>
                    <a:cubicBezTo>
                      <a:pt x="7" y="27"/>
                      <a:pt x="7" y="33"/>
                      <a:pt x="9" y="38"/>
                    </a:cubicBezTo>
                    <a:cubicBezTo>
                      <a:pt x="13" y="30"/>
                      <a:pt x="12" y="22"/>
                      <a:pt x="16" y="15"/>
                    </a:cubicBezTo>
                    <a:cubicBezTo>
                      <a:pt x="12" y="14"/>
                      <a:pt x="11" y="14"/>
                      <a:pt x="8" y="10"/>
                    </a:cubicBezTo>
                    <a:cubicBezTo>
                      <a:pt x="6" y="7"/>
                      <a:pt x="7" y="4"/>
                      <a:pt x="5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9" name="Freeform 112">
                <a:extLst>
                  <a:ext uri="{FF2B5EF4-FFF2-40B4-BE49-F238E27FC236}">
                    <a16:creationId xmlns:a16="http://schemas.microsoft.com/office/drawing/2014/main" id="{A67FF127-8002-458B-9487-67E78A356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448"/>
                <a:ext cx="28" cy="48"/>
              </a:xfrm>
              <a:custGeom>
                <a:avLst/>
                <a:gdLst>
                  <a:gd name="T0" fmla="*/ 41 w 13"/>
                  <a:gd name="T1" fmla="*/ 0 h 21"/>
                  <a:gd name="T2" fmla="*/ 129 w 13"/>
                  <a:gd name="T3" fmla="*/ 251 h 21"/>
                  <a:gd name="T4" fmla="*/ 69 w 13"/>
                  <a:gd name="T5" fmla="*/ 215 h 21"/>
                  <a:gd name="T6" fmla="*/ 19 w 13"/>
                  <a:gd name="T7" fmla="*/ 7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4" y="0"/>
                    </a:moveTo>
                    <a:cubicBezTo>
                      <a:pt x="7" y="8"/>
                      <a:pt x="9" y="14"/>
                      <a:pt x="13" y="21"/>
                    </a:cubicBezTo>
                    <a:cubicBezTo>
                      <a:pt x="11" y="21"/>
                      <a:pt x="9" y="19"/>
                      <a:pt x="7" y="18"/>
                    </a:cubicBezTo>
                    <a:cubicBezTo>
                      <a:pt x="0" y="15"/>
                      <a:pt x="2" y="14"/>
                      <a:pt x="2" y="6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0" name="Freeform 113">
                <a:extLst>
                  <a:ext uri="{FF2B5EF4-FFF2-40B4-BE49-F238E27FC236}">
                    <a16:creationId xmlns:a16="http://schemas.microsoft.com/office/drawing/2014/main" id="{BEAB59F9-DC38-4EFF-AFD6-4BBBBC8F5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1350"/>
                <a:ext cx="26" cy="35"/>
              </a:xfrm>
              <a:custGeom>
                <a:avLst/>
                <a:gdLst>
                  <a:gd name="T0" fmla="*/ 0 w 12"/>
                  <a:gd name="T1" fmla="*/ 0 h 15"/>
                  <a:gd name="T2" fmla="*/ 20 w 12"/>
                  <a:gd name="T3" fmla="*/ 12 h 15"/>
                  <a:gd name="T4" fmla="*/ 33 w 12"/>
                  <a:gd name="T5" fmla="*/ 191 h 15"/>
                  <a:gd name="T6" fmla="*/ 121 w 12"/>
                  <a:gd name="T7" fmla="*/ 3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5"/>
                      <a:pt x="2" y="10"/>
                      <a:pt x="3" y="15"/>
                    </a:cubicBezTo>
                    <a:cubicBezTo>
                      <a:pt x="8" y="12"/>
                      <a:pt x="6" y="4"/>
                      <a:pt x="12" y="3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1" name="Freeform 114">
                <a:extLst>
                  <a:ext uri="{FF2B5EF4-FFF2-40B4-BE49-F238E27FC236}">
                    <a16:creationId xmlns:a16="http://schemas.microsoft.com/office/drawing/2014/main" id="{CD7147A5-38FD-4601-B5B1-89DA4E99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242"/>
                <a:ext cx="33" cy="88"/>
              </a:xfrm>
              <a:custGeom>
                <a:avLst/>
                <a:gdLst>
                  <a:gd name="T0" fmla="*/ 0 w 15"/>
                  <a:gd name="T1" fmla="*/ 0 h 38"/>
                  <a:gd name="T2" fmla="*/ 88 w 15"/>
                  <a:gd name="T3" fmla="*/ 472 h 38"/>
                  <a:gd name="T4" fmla="*/ 117 w 15"/>
                  <a:gd name="T5" fmla="*/ 199 h 38"/>
                  <a:gd name="T6" fmla="*/ 97 w 15"/>
                  <a:gd name="T7" fmla="*/ 49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8">
                    <a:moveTo>
                      <a:pt x="0" y="0"/>
                    </a:moveTo>
                    <a:cubicBezTo>
                      <a:pt x="2" y="12"/>
                      <a:pt x="1" y="28"/>
                      <a:pt x="8" y="38"/>
                    </a:cubicBezTo>
                    <a:cubicBezTo>
                      <a:pt x="15" y="35"/>
                      <a:pt x="11" y="22"/>
                      <a:pt x="11" y="16"/>
                    </a:cubicBezTo>
                    <a:cubicBezTo>
                      <a:pt x="11" y="13"/>
                      <a:pt x="10" y="5"/>
                      <a:pt x="9" y="4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2" name="Freeform 115">
                <a:extLst>
                  <a:ext uri="{FF2B5EF4-FFF2-40B4-BE49-F238E27FC236}">
                    <a16:creationId xmlns:a16="http://schemas.microsoft.com/office/drawing/2014/main" id="{EA2F2FE5-AB56-467F-BF9D-B627B91D1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117"/>
                <a:ext cx="30" cy="35"/>
              </a:xfrm>
              <a:custGeom>
                <a:avLst/>
                <a:gdLst>
                  <a:gd name="T0" fmla="*/ 0 w 14"/>
                  <a:gd name="T1" fmla="*/ 37 h 15"/>
                  <a:gd name="T2" fmla="*/ 96 w 14"/>
                  <a:gd name="T3" fmla="*/ 28 h 15"/>
                  <a:gd name="T4" fmla="*/ 120 w 14"/>
                  <a:gd name="T5" fmla="*/ 191 h 15"/>
                  <a:gd name="T6" fmla="*/ 9 w 14"/>
                  <a:gd name="T7" fmla="*/ 49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0" y="3"/>
                    </a:moveTo>
                    <a:cubicBezTo>
                      <a:pt x="3" y="3"/>
                      <a:pt x="7" y="0"/>
                      <a:pt x="10" y="2"/>
                    </a:cubicBezTo>
                    <a:cubicBezTo>
                      <a:pt x="13" y="4"/>
                      <a:pt x="14" y="13"/>
                      <a:pt x="12" y="15"/>
                    </a:cubicBezTo>
                    <a:cubicBezTo>
                      <a:pt x="10" y="11"/>
                      <a:pt x="6" y="5"/>
                      <a:pt x="1" y="4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3" name="Freeform 116">
                <a:extLst>
                  <a:ext uri="{FF2B5EF4-FFF2-40B4-BE49-F238E27FC236}">
                    <a16:creationId xmlns:a16="http://schemas.microsoft.com/office/drawing/2014/main" id="{38107EDE-4BAA-416B-AA5E-9825BE3B1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515"/>
                <a:ext cx="22" cy="37"/>
              </a:xfrm>
              <a:custGeom>
                <a:avLst/>
                <a:gdLst>
                  <a:gd name="T0" fmla="*/ 0 w 10"/>
                  <a:gd name="T1" fmla="*/ 102 h 16"/>
                  <a:gd name="T2" fmla="*/ 97 w 10"/>
                  <a:gd name="T3" fmla="*/ 199 h 16"/>
                  <a:gd name="T4" fmla="*/ 88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8"/>
                    </a:moveTo>
                    <a:cubicBezTo>
                      <a:pt x="8" y="7"/>
                      <a:pt x="5" y="13"/>
                      <a:pt x="9" y="16"/>
                    </a:cubicBezTo>
                    <a:cubicBezTo>
                      <a:pt x="7" y="11"/>
                      <a:pt x="10" y="5"/>
                      <a:pt x="8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4" name="Freeform 117">
                <a:extLst>
                  <a:ext uri="{FF2B5EF4-FFF2-40B4-BE49-F238E27FC236}">
                    <a16:creationId xmlns:a16="http://schemas.microsoft.com/office/drawing/2014/main" id="{811DAD1D-0854-4AF1-92AA-83D7EE240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665"/>
                <a:ext cx="24" cy="41"/>
              </a:xfrm>
              <a:custGeom>
                <a:avLst/>
                <a:gdLst>
                  <a:gd name="T0" fmla="*/ 0 w 11"/>
                  <a:gd name="T1" fmla="*/ 0 h 18"/>
                  <a:gd name="T2" fmla="*/ 96 w 11"/>
                  <a:gd name="T3" fmla="*/ 212 h 18"/>
                  <a:gd name="T4" fmla="*/ 105 w 11"/>
                  <a:gd name="T5" fmla="*/ 2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0"/>
                    </a:moveTo>
                    <a:cubicBezTo>
                      <a:pt x="6" y="4"/>
                      <a:pt x="8" y="12"/>
                      <a:pt x="9" y="18"/>
                    </a:cubicBezTo>
                    <a:cubicBezTo>
                      <a:pt x="9" y="13"/>
                      <a:pt x="11" y="4"/>
                      <a:pt x="10" y="2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5" name="Freeform 118">
                <a:extLst>
                  <a:ext uri="{FF2B5EF4-FFF2-40B4-BE49-F238E27FC236}">
                    <a16:creationId xmlns:a16="http://schemas.microsoft.com/office/drawing/2014/main" id="{4169FE9E-F4F9-47F9-9E4B-4124B0421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362"/>
                <a:ext cx="48" cy="95"/>
              </a:xfrm>
              <a:custGeom>
                <a:avLst/>
                <a:gdLst>
                  <a:gd name="T0" fmla="*/ 218 w 22"/>
                  <a:gd name="T1" fmla="*/ 123 h 41"/>
                  <a:gd name="T2" fmla="*/ 0 w 22"/>
                  <a:gd name="T3" fmla="*/ 510 h 41"/>
                  <a:gd name="T4" fmla="*/ 105 w 22"/>
                  <a:gd name="T5" fmla="*/ 322 h 41"/>
                  <a:gd name="T6" fmla="*/ 229 w 22"/>
                  <a:gd name="T7" fmla="*/ 15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1">
                    <a:moveTo>
                      <a:pt x="21" y="10"/>
                    </a:moveTo>
                    <a:cubicBezTo>
                      <a:pt x="10" y="0"/>
                      <a:pt x="0" y="34"/>
                      <a:pt x="0" y="41"/>
                    </a:cubicBezTo>
                    <a:cubicBezTo>
                      <a:pt x="5" y="40"/>
                      <a:pt x="7" y="31"/>
                      <a:pt x="10" y="26"/>
                    </a:cubicBezTo>
                    <a:cubicBezTo>
                      <a:pt x="13" y="21"/>
                      <a:pt x="20" y="18"/>
                      <a:pt x="22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6" name="Freeform 119">
                <a:extLst>
                  <a:ext uri="{FF2B5EF4-FFF2-40B4-BE49-F238E27FC236}">
                    <a16:creationId xmlns:a16="http://schemas.microsoft.com/office/drawing/2014/main" id="{5A5018E9-E4D9-4F0B-B6F6-F227071C8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535"/>
                <a:ext cx="33" cy="63"/>
              </a:xfrm>
              <a:custGeom>
                <a:avLst/>
                <a:gdLst>
                  <a:gd name="T0" fmla="*/ 88 w 15"/>
                  <a:gd name="T1" fmla="*/ 12 h 27"/>
                  <a:gd name="T2" fmla="*/ 44 w 15"/>
                  <a:gd name="T3" fmla="*/ 343 h 27"/>
                  <a:gd name="T4" fmla="*/ 117 w 1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8" y="1"/>
                    </a:moveTo>
                    <a:cubicBezTo>
                      <a:pt x="6" y="8"/>
                      <a:pt x="0" y="20"/>
                      <a:pt x="4" y="27"/>
                    </a:cubicBezTo>
                    <a:cubicBezTo>
                      <a:pt x="5" y="18"/>
                      <a:pt x="15" y="7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7" name="Freeform 120">
                <a:extLst>
                  <a:ext uri="{FF2B5EF4-FFF2-40B4-BE49-F238E27FC236}">
                    <a16:creationId xmlns:a16="http://schemas.microsoft.com/office/drawing/2014/main" id="{05098B77-5BD4-43BA-98C1-5628584DF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558"/>
                <a:ext cx="42" cy="102"/>
              </a:xfrm>
              <a:custGeom>
                <a:avLst/>
                <a:gdLst>
                  <a:gd name="T0" fmla="*/ 53 w 19"/>
                  <a:gd name="T1" fmla="*/ 28 h 44"/>
                  <a:gd name="T2" fmla="*/ 20 w 19"/>
                  <a:gd name="T3" fmla="*/ 301 h 44"/>
                  <a:gd name="T4" fmla="*/ 64 w 19"/>
                  <a:gd name="T5" fmla="*/ 547 h 44"/>
                  <a:gd name="T6" fmla="*/ 73 w 19"/>
                  <a:gd name="T7" fmla="*/ 2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4">
                    <a:moveTo>
                      <a:pt x="5" y="2"/>
                    </a:moveTo>
                    <a:cubicBezTo>
                      <a:pt x="4" y="10"/>
                      <a:pt x="1" y="17"/>
                      <a:pt x="2" y="24"/>
                    </a:cubicBezTo>
                    <a:cubicBezTo>
                      <a:pt x="3" y="30"/>
                      <a:pt x="8" y="38"/>
                      <a:pt x="6" y="44"/>
                    </a:cubicBezTo>
                    <a:cubicBezTo>
                      <a:pt x="0" y="39"/>
                      <a:pt x="19" y="0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8" name="Freeform 121">
                <a:extLst>
                  <a:ext uri="{FF2B5EF4-FFF2-40B4-BE49-F238E27FC236}">
                    <a16:creationId xmlns:a16="http://schemas.microsoft.com/office/drawing/2014/main" id="{27CCB737-C6E2-402A-B152-C696EDC1C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521"/>
                <a:ext cx="41" cy="72"/>
              </a:xfrm>
              <a:custGeom>
                <a:avLst/>
                <a:gdLst>
                  <a:gd name="T0" fmla="*/ 129 w 19"/>
                  <a:gd name="T1" fmla="*/ 0 h 31"/>
                  <a:gd name="T2" fmla="*/ 9 w 19"/>
                  <a:gd name="T3" fmla="*/ 388 h 31"/>
                  <a:gd name="T4" fmla="*/ 60 w 19"/>
                  <a:gd name="T5" fmla="*/ 274 h 31"/>
                  <a:gd name="T6" fmla="*/ 164 w 19"/>
                  <a:gd name="T7" fmla="*/ 123 h 31"/>
                  <a:gd name="T8" fmla="*/ 173 w 1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1">
                    <a:moveTo>
                      <a:pt x="13" y="0"/>
                    </a:moveTo>
                    <a:cubicBezTo>
                      <a:pt x="8" y="10"/>
                      <a:pt x="0" y="19"/>
                      <a:pt x="1" y="31"/>
                    </a:cubicBezTo>
                    <a:cubicBezTo>
                      <a:pt x="5" y="30"/>
                      <a:pt x="5" y="25"/>
                      <a:pt x="6" y="22"/>
                    </a:cubicBezTo>
                    <a:cubicBezTo>
                      <a:pt x="8" y="16"/>
                      <a:pt x="13" y="15"/>
                      <a:pt x="16" y="10"/>
                    </a:cubicBezTo>
                    <a:cubicBezTo>
                      <a:pt x="19" y="5"/>
                      <a:pt x="19" y="6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9" name="Freeform 122">
                <a:extLst>
                  <a:ext uri="{FF2B5EF4-FFF2-40B4-BE49-F238E27FC236}">
                    <a16:creationId xmlns:a16="http://schemas.microsoft.com/office/drawing/2014/main" id="{3558F20F-F0DC-4659-85D3-BA4CF27E7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521"/>
                <a:ext cx="22" cy="42"/>
              </a:xfrm>
              <a:custGeom>
                <a:avLst/>
                <a:gdLst>
                  <a:gd name="T0" fmla="*/ 53 w 10"/>
                  <a:gd name="T1" fmla="*/ 0 h 18"/>
                  <a:gd name="T2" fmla="*/ 44 w 10"/>
                  <a:gd name="T3" fmla="*/ 229 h 18"/>
                  <a:gd name="T4" fmla="*/ 64 w 10"/>
                  <a:gd name="T5" fmla="*/ 2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5" y="0"/>
                    </a:moveTo>
                    <a:cubicBezTo>
                      <a:pt x="1" y="5"/>
                      <a:pt x="0" y="13"/>
                      <a:pt x="4" y="18"/>
                    </a:cubicBezTo>
                    <a:cubicBezTo>
                      <a:pt x="8" y="15"/>
                      <a:pt x="10" y="6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0" name="Freeform 123">
                <a:extLst>
                  <a:ext uri="{FF2B5EF4-FFF2-40B4-BE49-F238E27FC236}">
                    <a16:creationId xmlns:a16="http://schemas.microsoft.com/office/drawing/2014/main" id="{05F96E9A-48DF-44DA-91DE-53672F663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272"/>
                <a:ext cx="19" cy="30"/>
              </a:xfrm>
              <a:custGeom>
                <a:avLst/>
                <a:gdLst>
                  <a:gd name="T0" fmla="*/ 36 w 9"/>
                  <a:gd name="T1" fmla="*/ 0 h 13"/>
                  <a:gd name="T2" fmla="*/ 0 w 9"/>
                  <a:gd name="T3" fmla="*/ 159 h 13"/>
                  <a:gd name="T4" fmla="*/ 49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4" y="0"/>
                    </a:moveTo>
                    <a:cubicBezTo>
                      <a:pt x="3" y="4"/>
                      <a:pt x="0" y="9"/>
                      <a:pt x="0" y="13"/>
                    </a:cubicBezTo>
                    <a:cubicBezTo>
                      <a:pt x="5" y="11"/>
                      <a:pt x="9" y="3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1" name="Freeform 124">
                <a:extLst>
                  <a:ext uri="{FF2B5EF4-FFF2-40B4-BE49-F238E27FC236}">
                    <a16:creationId xmlns:a16="http://schemas.microsoft.com/office/drawing/2014/main" id="{F51CD3BD-EBE5-4C40-8E1D-E8288839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147"/>
                <a:ext cx="30" cy="81"/>
              </a:xfrm>
              <a:custGeom>
                <a:avLst/>
                <a:gdLst>
                  <a:gd name="T0" fmla="*/ 77 w 14"/>
                  <a:gd name="T1" fmla="*/ 0 h 35"/>
                  <a:gd name="T2" fmla="*/ 9 w 14"/>
                  <a:gd name="T3" fmla="*/ 236 h 35"/>
                  <a:gd name="T4" fmla="*/ 96 w 14"/>
                  <a:gd name="T5" fmla="*/ 433 h 35"/>
                  <a:gd name="T6" fmla="*/ 96 w 14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5">
                    <a:moveTo>
                      <a:pt x="8" y="0"/>
                    </a:moveTo>
                    <a:cubicBezTo>
                      <a:pt x="4" y="5"/>
                      <a:pt x="0" y="12"/>
                      <a:pt x="1" y="19"/>
                    </a:cubicBezTo>
                    <a:cubicBezTo>
                      <a:pt x="2" y="26"/>
                      <a:pt x="8" y="29"/>
                      <a:pt x="10" y="35"/>
                    </a:cubicBezTo>
                    <a:cubicBezTo>
                      <a:pt x="4" y="24"/>
                      <a:pt x="14" y="11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2" name="Freeform 125">
                <a:extLst>
                  <a:ext uri="{FF2B5EF4-FFF2-40B4-BE49-F238E27FC236}">
                    <a16:creationId xmlns:a16="http://schemas.microsoft.com/office/drawing/2014/main" id="{F2E811A6-8E41-4970-B64A-DDF1B4096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078"/>
                <a:ext cx="18" cy="60"/>
              </a:xfrm>
              <a:custGeom>
                <a:avLst/>
                <a:gdLst>
                  <a:gd name="T0" fmla="*/ 11 w 8"/>
                  <a:gd name="T1" fmla="*/ 37 h 26"/>
                  <a:gd name="T2" fmla="*/ 56 w 8"/>
                  <a:gd name="T3" fmla="*/ 318 h 26"/>
                  <a:gd name="T4" fmla="*/ 56 w 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6">
                    <a:moveTo>
                      <a:pt x="1" y="3"/>
                    </a:moveTo>
                    <a:cubicBezTo>
                      <a:pt x="2" y="10"/>
                      <a:pt x="0" y="21"/>
                      <a:pt x="5" y="26"/>
                    </a:cubicBezTo>
                    <a:cubicBezTo>
                      <a:pt x="7" y="18"/>
                      <a:pt x="8" y="8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3" name="Freeform 126">
                <a:extLst>
                  <a:ext uri="{FF2B5EF4-FFF2-40B4-BE49-F238E27FC236}">
                    <a16:creationId xmlns:a16="http://schemas.microsoft.com/office/drawing/2014/main" id="{F293172A-57D3-48D6-8F75-EDF0D8203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089"/>
                <a:ext cx="17" cy="35"/>
              </a:xfrm>
              <a:custGeom>
                <a:avLst/>
                <a:gdLst>
                  <a:gd name="T0" fmla="*/ 0 w 8"/>
                  <a:gd name="T1" fmla="*/ 0 h 15"/>
                  <a:gd name="T2" fmla="*/ 28 w 8"/>
                  <a:gd name="T3" fmla="*/ 191 h 15"/>
                  <a:gd name="T4" fmla="*/ 19 w 8"/>
                  <a:gd name="T5" fmla="*/ 1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2" y="5"/>
                      <a:pt x="1" y="11"/>
                      <a:pt x="3" y="15"/>
                    </a:cubicBezTo>
                    <a:cubicBezTo>
                      <a:pt x="8" y="13"/>
                      <a:pt x="6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4" name="Freeform 127">
                <a:extLst>
                  <a:ext uri="{FF2B5EF4-FFF2-40B4-BE49-F238E27FC236}">
                    <a16:creationId xmlns:a16="http://schemas.microsoft.com/office/drawing/2014/main" id="{F75D0206-B398-4981-966A-FDDC430FC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034"/>
                <a:ext cx="20" cy="35"/>
              </a:xfrm>
              <a:custGeom>
                <a:avLst/>
                <a:gdLst>
                  <a:gd name="T0" fmla="*/ 36 w 9"/>
                  <a:gd name="T1" fmla="*/ 37 h 15"/>
                  <a:gd name="T2" fmla="*/ 20 w 9"/>
                  <a:gd name="T3" fmla="*/ 191 h 15"/>
                  <a:gd name="T4" fmla="*/ 98 w 9"/>
                  <a:gd name="T5" fmla="*/ 28 h 15"/>
                  <a:gd name="T6" fmla="*/ 53 w 9"/>
                  <a:gd name="T7" fmla="*/ 3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3" y="3"/>
                    </a:moveTo>
                    <a:cubicBezTo>
                      <a:pt x="2" y="7"/>
                      <a:pt x="0" y="12"/>
                      <a:pt x="2" y="15"/>
                    </a:cubicBezTo>
                    <a:cubicBezTo>
                      <a:pt x="6" y="13"/>
                      <a:pt x="8" y="6"/>
                      <a:pt x="9" y="2"/>
                    </a:cubicBezTo>
                    <a:cubicBezTo>
                      <a:pt x="7" y="0"/>
                      <a:pt x="7" y="2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5" name="Freeform 128">
                <a:extLst>
                  <a:ext uri="{FF2B5EF4-FFF2-40B4-BE49-F238E27FC236}">
                    <a16:creationId xmlns:a16="http://schemas.microsoft.com/office/drawing/2014/main" id="{C8B1031E-7588-4B9B-9DA4-E310095AE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133"/>
                <a:ext cx="17" cy="28"/>
              </a:xfrm>
              <a:custGeom>
                <a:avLst/>
                <a:gdLst>
                  <a:gd name="T0" fmla="*/ 0 w 8"/>
                  <a:gd name="T1" fmla="*/ 86 h 12"/>
                  <a:gd name="T2" fmla="*/ 40 w 8"/>
                  <a:gd name="T3" fmla="*/ 152 h 12"/>
                  <a:gd name="T4" fmla="*/ 28 w 8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7"/>
                    </a:moveTo>
                    <a:cubicBezTo>
                      <a:pt x="0" y="9"/>
                      <a:pt x="2" y="11"/>
                      <a:pt x="4" y="12"/>
                    </a:cubicBezTo>
                    <a:cubicBezTo>
                      <a:pt x="8" y="9"/>
                      <a:pt x="8" y="0"/>
                      <a:pt x="3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6" name="Freeform 129">
                <a:extLst>
                  <a:ext uri="{FF2B5EF4-FFF2-40B4-BE49-F238E27FC236}">
                    <a16:creationId xmlns:a16="http://schemas.microsoft.com/office/drawing/2014/main" id="{83551CCD-8E91-4987-BD63-8EBCF2199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985"/>
                <a:ext cx="267" cy="278"/>
              </a:xfrm>
              <a:custGeom>
                <a:avLst/>
                <a:gdLst>
                  <a:gd name="T0" fmla="*/ 20 w 123"/>
                  <a:gd name="T1" fmla="*/ 498 h 120"/>
                  <a:gd name="T2" fmla="*/ 165 w 123"/>
                  <a:gd name="T3" fmla="*/ 832 h 120"/>
                  <a:gd name="T4" fmla="*/ 245 w 123"/>
                  <a:gd name="T5" fmla="*/ 1096 h 120"/>
                  <a:gd name="T6" fmla="*/ 664 w 123"/>
                  <a:gd name="T7" fmla="*/ 1480 h 120"/>
                  <a:gd name="T8" fmla="*/ 933 w 123"/>
                  <a:gd name="T9" fmla="*/ 1358 h 120"/>
                  <a:gd name="T10" fmla="*/ 962 w 123"/>
                  <a:gd name="T11" fmla="*/ 954 h 120"/>
                  <a:gd name="T12" fmla="*/ 1144 w 123"/>
                  <a:gd name="T13" fmla="*/ 718 h 120"/>
                  <a:gd name="T14" fmla="*/ 1239 w 123"/>
                  <a:gd name="T15" fmla="*/ 264 h 120"/>
                  <a:gd name="T16" fmla="*/ 821 w 123"/>
                  <a:gd name="T17" fmla="*/ 236 h 120"/>
                  <a:gd name="T18" fmla="*/ 768 w 123"/>
                  <a:gd name="T19" fmla="*/ 171 h 120"/>
                  <a:gd name="T20" fmla="*/ 623 w 123"/>
                  <a:gd name="T21" fmla="*/ 236 h 120"/>
                  <a:gd name="T22" fmla="*/ 438 w 123"/>
                  <a:gd name="T23" fmla="*/ 86 h 120"/>
                  <a:gd name="T24" fmla="*/ 122 w 123"/>
                  <a:gd name="T25" fmla="*/ 49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3" h="120">
                    <a:moveTo>
                      <a:pt x="2" y="40"/>
                    </a:moveTo>
                    <a:cubicBezTo>
                      <a:pt x="0" y="52"/>
                      <a:pt x="11" y="59"/>
                      <a:pt x="16" y="67"/>
                    </a:cubicBezTo>
                    <a:cubicBezTo>
                      <a:pt x="21" y="73"/>
                      <a:pt x="21" y="81"/>
                      <a:pt x="24" y="88"/>
                    </a:cubicBezTo>
                    <a:cubicBezTo>
                      <a:pt x="33" y="105"/>
                      <a:pt x="45" y="117"/>
                      <a:pt x="65" y="119"/>
                    </a:cubicBezTo>
                    <a:cubicBezTo>
                      <a:pt x="74" y="120"/>
                      <a:pt x="85" y="117"/>
                      <a:pt x="91" y="109"/>
                    </a:cubicBezTo>
                    <a:cubicBezTo>
                      <a:pt x="97" y="99"/>
                      <a:pt x="92" y="88"/>
                      <a:pt x="94" y="77"/>
                    </a:cubicBezTo>
                    <a:cubicBezTo>
                      <a:pt x="95" y="68"/>
                      <a:pt x="106" y="66"/>
                      <a:pt x="112" y="58"/>
                    </a:cubicBezTo>
                    <a:cubicBezTo>
                      <a:pt x="119" y="48"/>
                      <a:pt x="123" y="34"/>
                      <a:pt x="121" y="21"/>
                    </a:cubicBezTo>
                    <a:cubicBezTo>
                      <a:pt x="109" y="17"/>
                      <a:pt x="92" y="26"/>
                      <a:pt x="80" y="19"/>
                    </a:cubicBezTo>
                    <a:cubicBezTo>
                      <a:pt x="78" y="18"/>
                      <a:pt x="78" y="15"/>
                      <a:pt x="75" y="14"/>
                    </a:cubicBezTo>
                    <a:cubicBezTo>
                      <a:pt x="71" y="14"/>
                      <a:pt x="66" y="20"/>
                      <a:pt x="61" y="19"/>
                    </a:cubicBezTo>
                    <a:cubicBezTo>
                      <a:pt x="53" y="18"/>
                      <a:pt x="49" y="10"/>
                      <a:pt x="43" y="7"/>
                    </a:cubicBezTo>
                    <a:cubicBezTo>
                      <a:pt x="32" y="0"/>
                      <a:pt x="23" y="3"/>
                      <a:pt x="12" y="4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7" name="Freeform 130">
                <a:extLst>
                  <a:ext uri="{FF2B5EF4-FFF2-40B4-BE49-F238E27FC236}">
                    <a16:creationId xmlns:a16="http://schemas.microsoft.com/office/drawing/2014/main" id="{F9B77807-1816-432A-958C-9B1479DB1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318"/>
                <a:ext cx="123" cy="166"/>
              </a:xfrm>
              <a:custGeom>
                <a:avLst/>
                <a:gdLst>
                  <a:gd name="T0" fmla="*/ 0 w 57"/>
                  <a:gd name="T1" fmla="*/ 367 h 72"/>
                  <a:gd name="T2" fmla="*/ 503 w 57"/>
                  <a:gd name="T3" fmla="*/ 639 h 72"/>
                  <a:gd name="T4" fmla="*/ 531 w 57"/>
                  <a:gd name="T5" fmla="*/ 244 h 72"/>
                  <a:gd name="T6" fmla="*/ 382 w 57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2">
                    <a:moveTo>
                      <a:pt x="0" y="30"/>
                    </a:moveTo>
                    <a:cubicBezTo>
                      <a:pt x="7" y="46"/>
                      <a:pt x="35" y="72"/>
                      <a:pt x="50" y="52"/>
                    </a:cubicBezTo>
                    <a:cubicBezTo>
                      <a:pt x="57" y="43"/>
                      <a:pt x="57" y="29"/>
                      <a:pt x="53" y="20"/>
                    </a:cubicBezTo>
                    <a:cubicBezTo>
                      <a:pt x="50" y="12"/>
                      <a:pt x="42" y="8"/>
                      <a:pt x="38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8" name="Freeform 131">
                <a:extLst>
                  <a:ext uri="{FF2B5EF4-FFF2-40B4-BE49-F238E27FC236}">
                    <a16:creationId xmlns:a16="http://schemas.microsoft.com/office/drawing/2014/main" id="{C71C5AFE-29BE-4009-B151-DA1868CF0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323"/>
                <a:ext cx="69" cy="148"/>
              </a:xfrm>
              <a:custGeom>
                <a:avLst/>
                <a:gdLst>
                  <a:gd name="T0" fmla="*/ 0 w 32"/>
                  <a:gd name="T1" fmla="*/ 0 h 64"/>
                  <a:gd name="T2" fmla="*/ 162 w 32"/>
                  <a:gd name="T3" fmla="*/ 620 h 64"/>
                  <a:gd name="T4" fmla="*/ 302 w 32"/>
                  <a:gd name="T5" fmla="*/ 791 h 64"/>
                  <a:gd name="T6" fmla="*/ 321 w 32"/>
                  <a:gd name="T7" fmla="*/ 497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64">
                    <a:moveTo>
                      <a:pt x="0" y="0"/>
                    </a:moveTo>
                    <a:cubicBezTo>
                      <a:pt x="4" y="18"/>
                      <a:pt x="3" y="35"/>
                      <a:pt x="16" y="50"/>
                    </a:cubicBezTo>
                    <a:cubicBezTo>
                      <a:pt x="20" y="55"/>
                      <a:pt x="26" y="59"/>
                      <a:pt x="30" y="64"/>
                    </a:cubicBezTo>
                    <a:cubicBezTo>
                      <a:pt x="31" y="56"/>
                      <a:pt x="32" y="48"/>
                      <a:pt x="32" y="4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9" name="Freeform 132">
                <a:extLst>
                  <a:ext uri="{FF2B5EF4-FFF2-40B4-BE49-F238E27FC236}">
                    <a16:creationId xmlns:a16="http://schemas.microsoft.com/office/drawing/2014/main" id="{C4DDBD72-F964-4F51-9F37-DD1D8C73F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651"/>
                <a:ext cx="104" cy="113"/>
              </a:xfrm>
              <a:custGeom>
                <a:avLst/>
                <a:gdLst>
                  <a:gd name="T0" fmla="*/ 0 w 48"/>
                  <a:gd name="T1" fmla="*/ 122 h 49"/>
                  <a:gd name="T2" fmla="*/ 165 w 48"/>
                  <a:gd name="T3" fmla="*/ 357 h 49"/>
                  <a:gd name="T4" fmla="*/ 262 w 48"/>
                  <a:gd name="T5" fmla="*/ 553 h 49"/>
                  <a:gd name="T6" fmla="*/ 273 w 48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9">
                    <a:moveTo>
                      <a:pt x="0" y="10"/>
                    </a:moveTo>
                    <a:cubicBezTo>
                      <a:pt x="3" y="18"/>
                      <a:pt x="10" y="26"/>
                      <a:pt x="16" y="29"/>
                    </a:cubicBezTo>
                    <a:cubicBezTo>
                      <a:pt x="16" y="35"/>
                      <a:pt x="20" y="44"/>
                      <a:pt x="26" y="45"/>
                    </a:cubicBezTo>
                    <a:cubicBezTo>
                      <a:pt x="48" y="49"/>
                      <a:pt x="36" y="6"/>
                      <a:pt x="27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0" name="Freeform 133">
                <a:extLst>
                  <a:ext uri="{FF2B5EF4-FFF2-40B4-BE49-F238E27FC236}">
                    <a16:creationId xmlns:a16="http://schemas.microsoft.com/office/drawing/2014/main" id="{6D59E54E-45F4-444E-93EC-8D9BA466A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1064"/>
                <a:ext cx="130" cy="171"/>
              </a:xfrm>
              <a:custGeom>
                <a:avLst/>
                <a:gdLst>
                  <a:gd name="T0" fmla="*/ 72 w 60"/>
                  <a:gd name="T1" fmla="*/ 913 h 74"/>
                  <a:gd name="T2" fmla="*/ 314 w 60"/>
                  <a:gd name="T3" fmla="*/ 705 h 74"/>
                  <a:gd name="T4" fmla="*/ 325 w 60"/>
                  <a:gd name="T5" fmla="*/ 310 h 74"/>
                  <a:gd name="T6" fmla="*/ 507 w 60"/>
                  <a:gd name="T7" fmla="*/ 171 h 74"/>
                  <a:gd name="T8" fmla="*/ 366 w 60"/>
                  <a:gd name="T9" fmla="*/ 65 h 74"/>
                  <a:gd name="T10" fmla="*/ 184 w 60"/>
                  <a:gd name="T11" fmla="*/ 28 h 74"/>
                  <a:gd name="T12" fmla="*/ 43 w 60"/>
                  <a:gd name="T13" fmla="*/ 423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74">
                    <a:moveTo>
                      <a:pt x="7" y="74"/>
                    </a:moveTo>
                    <a:cubicBezTo>
                      <a:pt x="19" y="72"/>
                      <a:pt x="30" y="71"/>
                      <a:pt x="31" y="57"/>
                    </a:cubicBezTo>
                    <a:cubicBezTo>
                      <a:pt x="32" y="47"/>
                      <a:pt x="24" y="33"/>
                      <a:pt x="32" y="25"/>
                    </a:cubicBezTo>
                    <a:cubicBezTo>
                      <a:pt x="37" y="20"/>
                      <a:pt x="45" y="20"/>
                      <a:pt x="50" y="14"/>
                    </a:cubicBezTo>
                    <a:cubicBezTo>
                      <a:pt x="60" y="2"/>
                      <a:pt x="45" y="5"/>
                      <a:pt x="36" y="5"/>
                    </a:cubicBezTo>
                    <a:cubicBezTo>
                      <a:pt x="29" y="5"/>
                      <a:pt x="25" y="2"/>
                      <a:pt x="18" y="2"/>
                    </a:cubicBezTo>
                    <a:cubicBezTo>
                      <a:pt x="0" y="0"/>
                      <a:pt x="11" y="25"/>
                      <a:pt x="4" y="34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1" name="Freeform 134">
                <a:extLst>
                  <a:ext uri="{FF2B5EF4-FFF2-40B4-BE49-F238E27FC236}">
                    <a16:creationId xmlns:a16="http://schemas.microsoft.com/office/drawing/2014/main" id="{200FB978-E661-4743-8EA5-DC930421D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004"/>
                <a:ext cx="62" cy="90"/>
              </a:xfrm>
              <a:custGeom>
                <a:avLst/>
                <a:gdLst>
                  <a:gd name="T0" fmla="*/ 88 w 29"/>
                  <a:gd name="T1" fmla="*/ 0 h 39"/>
                  <a:gd name="T2" fmla="*/ 257 w 29"/>
                  <a:gd name="T3" fmla="*/ 293 h 39"/>
                  <a:gd name="T4" fmla="*/ 257 w 29"/>
                  <a:gd name="T5" fmla="*/ 404 h 39"/>
                  <a:gd name="T6" fmla="*/ 188 w 29"/>
                  <a:gd name="T7" fmla="*/ 415 h 39"/>
                  <a:gd name="T8" fmla="*/ 0 w 29"/>
                  <a:gd name="T9" fmla="*/ 48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9" y="0"/>
                    </a:moveTo>
                    <a:cubicBezTo>
                      <a:pt x="19" y="5"/>
                      <a:pt x="23" y="14"/>
                      <a:pt x="26" y="24"/>
                    </a:cubicBezTo>
                    <a:cubicBezTo>
                      <a:pt x="26" y="27"/>
                      <a:pt x="29" y="30"/>
                      <a:pt x="26" y="33"/>
                    </a:cubicBezTo>
                    <a:cubicBezTo>
                      <a:pt x="25" y="34"/>
                      <a:pt x="20" y="34"/>
                      <a:pt x="19" y="34"/>
                    </a:cubicBezTo>
                    <a:cubicBezTo>
                      <a:pt x="12" y="35"/>
                      <a:pt x="6" y="37"/>
                      <a:pt x="0" y="39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2" name="Freeform 135">
                <a:extLst>
                  <a:ext uri="{FF2B5EF4-FFF2-40B4-BE49-F238E27FC236}">
                    <a16:creationId xmlns:a16="http://schemas.microsoft.com/office/drawing/2014/main" id="{915D63EB-59AF-4B23-ABE4-4EF7C70AA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360"/>
                <a:ext cx="87" cy="88"/>
              </a:xfrm>
              <a:custGeom>
                <a:avLst/>
                <a:gdLst>
                  <a:gd name="T0" fmla="*/ 0 w 40"/>
                  <a:gd name="T1" fmla="*/ 322 h 38"/>
                  <a:gd name="T2" fmla="*/ 318 w 40"/>
                  <a:gd name="T3" fmla="*/ 371 h 38"/>
                  <a:gd name="T4" fmla="*/ 318 w 40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8">
                    <a:moveTo>
                      <a:pt x="0" y="26"/>
                    </a:moveTo>
                    <a:cubicBezTo>
                      <a:pt x="7" y="36"/>
                      <a:pt x="22" y="38"/>
                      <a:pt x="31" y="30"/>
                    </a:cubicBezTo>
                    <a:cubicBezTo>
                      <a:pt x="40" y="23"/>
                      <a:pt x="37" y="9"/>
                      <a:pt x="31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3" name="Freeform 136">
                <a:extLst>
                  <a:ext uri="{FF2B5EF4-FFF2-40B4-BE49-F238E27FC236}">
                    <a16:creationId xmlns:a16="http://schemas.microsoft.com/office/drawing/2014/main" id="{38E9FF6D-8844-40C0-9408-503CA12B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397"/>
                <a:ext cx="43" cy="48"/>
              </a:xfrm>
              <a:custGeom>
                <a:avLst/>
                <a:gdLst>
                  <a:gd name="T0" fmla="*/ 0 w 20"/>
                  <a:gd name="T1" fmla="*/ 0 h 21"/>
                  <a:gd name="T2" fmla="*/ 181 w 20"/>
                  <a:gd name="T3" fmla="*/ 251 h 21"/>
                  <a:gd name="T4" fmla="*/ 189 w 20"/>
                  <a:gd name="T5" fmla="*/ 9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0" y="0"/>
                    </a:moveTo>
                    <a:cubicBezTo>
                      <a:pt x="3" y="7"/>
                      <a:pt x="11" y="18"/>
                      <a:pt x="18" y="21"/>
                    </a:cubicBezTo>
                    <a:cubicBezTo>
                      <a:pt x="20" y="18"/>
                      <a:pt x="19" y="12"/>
                      <a:pt x="19" y="8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4" name="Freeform 137">
                <a:extLst>
                  <a:ext uri="{FF2B5EF4-FFF2-40B4-BE49-F238E27FC236}">
                    <a16:creationId xmlns:a16="http://schemas.microsoft.com/office/drawing/2014/main" id="{65850367-D522-47E7-9286-13F00F116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1674"/>
                <a:ext cx="41" cy="79"/>
              </a:xfrm>
              <a:custGeom>
                <a:avLst/>
                <a:gdLst>
                  <a:gd name="T0" fmla="*/ 0 w 19"/>
                  <a:gd name="T1" fmla="*/ 102 h 34"/>
                  <a:gd name="T2" fmla="*/ 80 w 19"/>
                  <a:gd name="T3" fmla="*/ 228 h 34"/>
                  <a:gd name="T4" fmla="*/ 149 w 19"/>
                  <a:gd name="T5" fmla="*/ 428 h 34"/>
                  <a:gd name="T6" fmla="*/ 181 w 19"/>
                  <a:gd name="T7" fmla="*/ 249 h 34"/>
                  <a:gd name="T8" fmla="*/ 140 w 1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4">
                    <a:moveTo>
                      <a:pt x="0" y="8"/>
                    </a:moveTo>
                    <a:cubicBezTo>
                      <a:pt x="2" y="11"/>
                      <a:pt x="6" y="15"/>
                      <a:pt x="8" y="18"/>
                    </a:cubicBezTo>
                    <a:cubicBezTo>
                      <a:pt x="11" y="24"/>
                      <a:pt x="9" y="30"/>
                      <a:pt x="15" y="34"/>
                    </a:cubicBezTo>
                    <a:cubicBezTo>
                      <a:pt x="13" y="30"/>
                      <a:pt x="18" y="24"/>
                      <a:pt x="18" y="20"/>
                    </a:cubicBezTo>
                    <a:cubicBezTo>
                      <a:pt x="19" y="13"/>
                      <a:pt x="17" y="5"/>
                      <a:pt x="14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5" name="Freeform 138">
                <a:extLst>
                  <a:ext uri="{FF2B5EF4-FFF2-40B4-BE49-F238E27FC236}">
                    <a16:creationId xmlns:a16="http://schemas.microsoft.com/office/drawing/2014/main" id="{D305BFBC-4CAF-402B-9C29-AAFCD0249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531"/>
                <a:ext cx="127" cy="76"/>
              </a:xfrm>
              <a:custGeom>
                <a:avLst/>
                <a:gdLst>
                  <a:gd name="T0" fmla="*/ 52 w 59"/>
                  <a:gd name="T1" fmla="*/ 48 h 33"/>
                  <a:gd name="T2" fmla="*/ 278 w 59"/>
                  <a:gd name="T3" fmla="*/ 233 h 33"/>
                  <a:gd name="T4" fmla="*/ 588 w 59"/>
                  <a:gd name="T5" fmla="*/ 403 h 33"/>
                  <a:gd name="T6" fmla="*/ 588 w 59"/>
                  <a:gd name="T7" fmla="*/ 392 h 33"/>
                  <a:gd name="T8" fmla="*/ 467 w 59"/>
                  <a:gd name="T9" fmla="*/ 196 h 33"/>
                  <a:gd name="T10" fmla="*/ 301 w 59"/>
                  <a:gd name="T11" fmla="*/ 134 h 33"/>
                  <a:gd name="T12" fmla="*/ 140 w 59"/>
                  <a:gd name="T13" fmla="*/ 0 h 33"/>
                  <a:gd name="T14" fmla="*/ 0 w 59"/>
                  <a:gd name="T15" fmla="*/ 28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33">
                    <a:moveTo>
                      <a:pt x="5" y="4"/>
                    </a:moveTo>
                    <a:cubicBezTo>
                      <a:pt x="15" y="3"/>
                      <a:pt x="20" y="16"/>
                      <a:pt x="28" y="19"/>
                    </a:cubicBezTo>
                    <a:cubicBezTo>
                      <a:pt x="38" y="23"/>
                      <a:pt x="52" y="23"/>
                      <a:pt x="59" y="33"/>
                    </a:cubicBezTo>
                    <a:cubicBezTo>
                      <a:pt x="59" y="31"/>
                      <a:pt x="59" y="33"/>
                      <a:pt x="59" y="32"/>
                    </a:cubicBezTo>
                    <a:cubicBezTo>
                      <a:pt x="56" y="26"/>
                      <a:pt x="52" y="19"/>
                      <a:pt x="47" y="16"/>
                    </a:cubicBezTo>
                    <a:cubicBezTo>
                      <a:pt x="42" y="14"/>
                      <a:pt x="35" y="14"/>
                      <a:pt x="30" y="11"/>
                    </a:cubicBezTo>
                    <a:cubicBezTo>
                      <a:pt x="24" y="8"/>
                      <a:pt x="22" y="1"/>
                      <a:pt x="14" y="0"/>
                    </a:cubicBezTo>
                    <a:cubicBezTo>
                      <a:pt x="10" y="0"/>
                      <a:pt x="4" y="1"/>
                      <a:pt x="0" y="2"/>
                    </a:cubicBezTo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6" name="Freeform 139">
                <a:extLst>
                  <a:ext uri="{FF2B5EF4-FFF2-40B4-BE49-F238E27FC236}">
                    <a16:creationId xmlns:a16="http://schemas.microsoft.com/office/drawing/2014/main" id="{845E56E9-A267-4162-8940-9FA4D3D23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129"/>
                <a:ext cx="41" cy="81"/>
              </a:xfrm>
              <a:custGeom>
                <a:avLst/>
                <a:gdLst>
                  <a:gd name="T0" fmla="*/ 164 w 19"/>
                  <a:gd name="T1" fmla="*/ 0 h 35"/>
                  <a:gd name="T2" fmla="*/ 60 w 19"/>
                  <a:gd name="T3" fmla="*/ 150 h 35"/>
                  <a:gd name="T4" fmla="*/ 0 w 19"/>
                  <a:gd name="T5" fmla="*/ 433 h 35"/>
                  <a:gd name="T6" fmla="*/ 60 w 19"/>
                  <a:gd name="T7" fmla="*/ 301 h 35"/>
                  <a:gd name="T8" fmla="*/ 190 w 19"/>
                  <a:gd name="T9" fmla="*/ 245 h 35"/>
                  <a:gd name="T10" fmla="*/ 164 w 19"/>
                  <a:gd name="T11" fmla="*/ 2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5">
                    <a:moveTo>
                      <a:pt x="16" y="0"/>
                    </a:moveTo>
                    <a:cubicBezTo>
                      <a:pt x="16" y="5"/>
                      <a:pt x="9" y="8"/>
                      <a:pt x="6" y="12"/>
                    </a:cubicBezTo>
                    <a:cubicBezTo>
                      <a:pt x="2" y="19"/>
                      <a:pt x="1" y="27"/>
                      <a:pt x="0" y="35"/>
                    </a:cubicBezTo>
                    <a:cubicBezTo>
                      <a:pt x="1" y="31"/>
                      <a:pt x="4" y="26"/>
                      <a:pt x="6" y="24"/>
                    </a:cubicBezTo>
                    <a:cubicBezTo>
                      <a:pt x="11" y="20"/>
                      <a:pt x="15" y="22"/>
                      <a:pt x="19" y="20"/>
                    </a:cubicBezTo>
                    <a:cubicBezTo>
                      <a:pt x="17" y="14"/>
                      <a:pt x="14" y="9"/>
                      <a:pt x="16" y="2"/>
                    </a:cubicBezTo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7" name="Freeform 140">
                <a:extLst>
                  <a:ext uri="{FF2B5EF4-FFF2-40B4-BE49-F238E27FC236}">
                    <a16:creationId xmlns:a16="http://schemas.microsoft.com/office/drawing/2014/main" id="{398E41C4-2C3E-40E5-91A6-DF1D18921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154"/>
                <a:ext cx="19" cy="21"/>
              </a:xfrm>
              <a:custGeom>
                <a:avLst/>
                <a:gdLst>
                  <a:gd name="T0" fmla="*/ 0 w 9"/>
                  <a:gd name="T1" fmla="*/ 114 h 9"/>
                  <a:gd name="T2" fmla="*/ 84 w 9"/>
                  <a:gd name="T3" fmla="*/ 77 h 9"/>
                  <a:gd name="T4" fmla="*/ 57 w 9"/>
                  <a:gd name="T5" fmla="*/ 0 h 9"/>
                  <a:gd name="T6" fmla="*/ 27 w 9"/>
                  <a:gd name="T7" fmla="*/ 7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3" y="7"/>
                      <a:pt x="5" y="6"/>
                      <a:pt x="9" y="6"/>
                    </a:cubicBezTo>
                    <a:cubicBezTo>
                      <a:pt x="7" y="5"/>
                      <a:pt x="6" y="3"/>
                      <a:pt x="6" y="0"/>
                    </a:cubicBezTo>
                    <a:cubicBezTo>
                      <a:pt x="5" y="2"/>
                      <a:pt x="4" y="4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8" name="Freeform 141">
                <a:extLst>
                  <a:ext uri="{FF2B5EF4-FFF2-40B4-BE49-F238E27FC236}">
                    <a16:creationId xmlns:a16="http://schemas.microsoft.com/office/drawing/2014/main" id="{7E5D757C-EF66-40E2-96A3-DC7AABDDF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549"/>
                <a:ext cx="61" cy="37"/>
              </a:xfrm>
              <a:custGeom>
                <a:avLst/>
                <a:gdLst>
                  <a:gd name="T0" fmla="*/ 0 w 28"/>
                  <a:gd name="T1" fmla="*/ 0 h 16"/>
                  <a:gd name="T2" fmla="*/ 124 w 28"/>
                  <a:gd name="T3" fmla="*/ 123 h 16"/>
                  <a:gd name="T4" fmla="*/ 290 w 28"/>
                  <a:gd name="T5" fmla="*/ 199 h 16"/>
                  <a:gd name="T6" fmla="*/ 237 w 28"/>
                  <a:gd name="T7" fmla="*/ 134 h 16"/>
                  <a:gd name="T8" fmla="*/ 142 w 28"/>
                  <a:gd name="T9" fmla="*/ 113 h 16"/>
                  <a:gd name="T10" fmla="*/ 9 w 28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cubicBezTo>
                      <a:pt x="5" y="3"/>
                      <a:pt x="8" y="8"/>
                      <a:pt x="12" y="10"/>
                    </a:cubicBezTo>
                    <a:cubicBezTo>
                      <a:pt x="17" y="12"/>
                      <a:pt x="23" y="11"/>
                      <a:pt x="28" y="16"/>
                    </a:cubicBezTo>
                    <a:cubicBezTo>
                      <a:pt x="26" y="15"/>
                      <a:pt x="25" y="12"/>
                      <a:pt x="23" y="11"/>
                    </a:cubicBezTo>
                    <a:cubicBezTo>
                      <a:pt x="20" y="9"/>
                      <a:pt x="17" y="9"/>
                      <a:pt x="14" y="9"/>
                    </a:cubicBezTo>
                    <a:cubicBezTo>
                      <a:pt x="9" y="7"/>
                      <a:pt x="6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9" name="Freeform 142">
                <a:extLst>
                  <a:ext uri="{FF2B5EF4-FFF2-40B4-BE49-F238E27FC236}">
                    <a16:creationId xmlns:a16="http://schemas.microsoft.com/office/drawing/2014/main" id="{11324BAF-BF7D-493A-A54C-B1AC41142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223"/>
                <a:ext cx="43" cy="273"/>
              </a:xfrm>
              <a:custGeom>
                <a:avLst/>
                <a:gdLst>
                  <a:gd name="T0" fmla="*/ 189 w 20"/>
                  <a:gd name="T1" fmla="*/ 1423 h 118"/>
                  <a:gd name="T2" fmla="*/ 198 w 20"/>
                  <a:gd name="T3" fmla="*/ 1462 h 118"/>
                  <a:gd name="T4" fmla="*/ 120 w 20"/>
                  <a:gd name="T5" fmla="*/ 831 h 118"/>
                  <a:gd name="T6" fmla="*/ 0 w 20"/>
                  <a:gd name="T7" fmla="*/ 0 h 118"/>
                  <a:gd name="T8" fmla="*/ 189 w 20"/>
                  <a:gd name="T9" fmla="*/ 142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8">
                    <a:moveTo>
                      <a:pt x="19" y="115"/>
                    </a:moveTo>
                    <a:cubicBezTo>
                      <a:pt x="19" y="116"/>
                      <a:pt x="20" y="117"/>
                      <a:pt x="20" y="118"/>
                    </a:cubicBezTo>
                    <a:cubicBezTo>
                      <a:pt x="18" y="102"/>
                      <a:pt x="15" y="84"/>
                      <a:pt x="12" y="67"/>
                    </a:cubicBezTo>
                    <a:cubicBezTo>
                      <a:pt x="9" y="43"/>
                      <a:pt x="4" y="20"/>
                      <a:pt x="0" y="0"/>
                    </a:cubicBezTo>
                    <a:cubicBezTo>
                      <a:pt x="4" y="23"/>
                      <a:pt x="14" y="85"/>
                      <a:pt x="19" y="1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0" name="Freeform 143">
                <a:extLst>
                  <a:ext uri="{FF2B5EF4-FFF2-40B4-BE49-F238E27FC236}">
                    <a16:creationId xmlns:a16="http://schemas.microsoft.com/office/drawing/2014/main" id="{ACDFD8A5-88D7-41B8-B460-743E5DB81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230"/>
                <a:ext cx="86" cy="197"/>
              </a:xfrm>
              <a:custGeom>
                <a:avLst/>
                <a:gdLst>
                  <a:gd name="T0" fmla="*/ 398 w 40"/>
                  <a:gd name="T1" fmla="*/ 86 h 85"/>
                  <a:gd name="T2" fmla="*/ 258 w 40"/>
                  <a:gd name="T3" fmla="*/ 12 h 85"/>
                  <a:gd name="T4" fmla="*/ 88 w 40"/>
                  <a:gd name="T5" fmla="*/ 672 h 85"/>
                  <a:gd name="T6" fmla="*/ 398 w 40"/>
                  <a:gd name="T7" fmla="*/ 1059 h 85"/>
                  <a:gd name="T8" fmla="*/ 398 w 40"/>
                  <a:gd name="T9" fmla="*/ 8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85">
                    <a:moveTo>
                      <a:pt x="40" y="7"/>
                    </a:moveTo>
                    <a:cubicBezTo>
                      <a:pt x="35" y="2"/>
                      <a:pt x="31" y="0"/>
                      <a:pt x="26" y="1"/>
                    </a:cubicBezTo>
                    <a:cubicBezTo>
                      <a:pt x="5" y="1"/>
                      <a:pt x="0" y="30"/>
                      <a:pt x="9" y="54"/>
                    </a:cubicBezTo>
                    <a:cubicBezTo>
                      <a:pt x="16" y="73"/>
                      <a:pt x="30" y="84"/>
                      <a:pt x="40" y="85"/>
                    </a:cubicBezTo>
                    <a:lnTo>
                      <a:pt x="40" y="7"/>
                    </a:lnTo>
                    <a:close/>
                  </a:path>
                </a:pathLst>
              </a:custGeom>
              <a:solidFill>
                <a:srgbClr val="ED9075"/>
              </a:solidFill>
              <a:ln w="7938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1" name="Freeform 144">
                <a:extLst>
                  <a:ext uri="{FF2B5EF4-FFF2-40B4-BE49-F238E27FC236}">
                    <a16:creationId xmlns:a16="http://schemas.microsoft.com/office/drawing/2014/main" id="{FEA84F15-7EAA-411F-94F3-78B4F6F13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272"/>
                <a:ext cx="37" cy="109"/>
              </a:xfrm>
              <a:custGeom>
                <a:avLst/>
                <a:gdLst>
                  <a:gd name="T0" fmla="*/ 133 w 17"/>
                  <a:gd name="T1" fmla="*/ 74 h 47"/>
                  <a:gd name="T2" fmla="*/ 0 w 17"/>
                  <a:gd name="T3" fmla="*/ 172 h 47"/>
                  <a:gd name="T4" fmla="*/ 176 w 17"/>
                  <a:gd name="T5" fmla="*/ 587 h 47"/>
                  <a:gd name="T6" fmla="*/ 176 w 17"/>
                  <a:gd name="T7" fmla="*/ 139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7">
                    <a:moveTo>
                      <a:pt x="13" y="6"/>
                    </a:moveTo>
                    <a:cubicBezTo>
                      <a:pt x="6" y="1"/>
                      <a:pt x="0" y="0"/>
                      <a:pt x="0" y="14"/>
                    </a:cubicBezTo>
                    <a:cubicBezTo>
                      <a:pt x="0" y="28"/>
                      <a:pt x="9" y="47"/>
                      <a:pt x="17" y="47"/>
                    </a:cubicBezTo>
                    <a:cubicBezTo>
                      <a:pt x="17" y="11"/>
                      <a:pt x="17" y="11"/>
                      <a:pt x="17" y="11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2" name="Freeform 145">
                <a:extLst>
                  <a:ext uri="{FF2B5EF4-FFF2-40B4-BE49-F238E27FC236}">
                    <a16:creationId xmlns:a16="http://schemas.microsoft.com/office/drawing/2014/main" id="{C6E9B602-167D-495D-B880-0A1E76373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274"/>
                <a:ext cx="33" cy="97"/>
              </a:xfrm>
              <a:custGeom>
                <a:avLst/>
                <a:gdLst>
                  <a:gd name="T0" fmla="*/ 161 w 15"/>
                  <a:gd name="T1" fmla="*/ 97 h 42"/>
                  <a:gd name="T2" fmla="*/ 9 w 15"/>
                  <a:gd name="T3" fmla="*/ 171 h 42"/>
                  <a:gd name="T4" fmla="*/ 106 w 15"/>
                  <a:gd name="T5" fmla="*/ 517 h 42"/>
                  <a:gd name="T6" fmla="*/ 161 w 15"/>
                  <a:gd name="T7" fmla="*/ 9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2">
                    <a:moveTo>
                      <a:pt x="15" y="8"/>
                    </a:moveTo>
                    <a:cubicBezTo>
                      <a:pt x="7" y="0"/>
                      <a:pt x="1" y="0"/>
                      <a:pt x="1" y="14"/>
                    </a:cubicBezTo>
                    <a:cubicBezTo>
                      <a:pt x="0" y="27"/>
                      <a:pt x="10" y="42"/>
                      <a:pt x="10" y="42"/>
                    </a:cubicBezTo>
                    <a:cubicBezTo>
                      <a:pt x="5" y="29"/>
                      <a:pt x="8" y="7"/>
                      <a:pt x="15" y="8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3" name="Freeform 146">
                <a:extLst>
                  <a:ext uri="{FF2B5EF4-FFF2-40B4-BE49-F238E27FC236}">
                    <a16:creationId xmlns:a16="http://schemas.microsoft.com/office/drawing/2014/main" id="{3E7CA944-FCE3-41FD-8309-24651454B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1279"/>
                <a:ext cx="45" cy="106"/>
              </a:xfrm>
              <a:custGeom>
                <a:avLst/>
                <a:gdLst>
                  <a:gd name="T0" fmla="*/ 206 w 21"/>
                  <a:gd name="T1" fmla="*/ 553 h 46"/>
                  <a:gd name="T2" fmla="*/ 156 w 21"/>
                  <a:gd name="T3" fmla="*/ 537 h 46"/>
                  <a:gd name="T4" fmla="*/ 28 w 21"/>
                  <a:gd name="T5" fmla="*/ 244 h 46"/>
                  <a:gd name="T6" fmla="*/ 41 w 21"/>
                  <a:gd name="T7" fmla="*/ 37 h 46"/>
                  <a:gd name="T8" fmla="*/ 109 w 21"/>
                  <a:gd name="T9" fmla="*/ 12 h 46"/>
                  <a:gd name="T10" fmla="*/ 41 w 21"/>
                  <a:gd name="T11" fmla="*/ 28 h 46"/>
                  <a:gd name="T12" fmla="*/ 19 w 21"/>
                  <a:gd name="T13" fmla="*/ 244 h 46"/>
                  <a:gd name="T14" fmla="*/ 156 w 21"/>
                  <a:gd name="T15" fmla="*/ 553 h 46"/>
                  <a:gd name="T16" fmla="*/ 206 w 21"/>
                  <a:gd name="T17" fmla="*/ 562 h 46"/>
                  <a:gd name="T18" fmla="*/ 206 w 21"/>
                  <a:gd name="T19" fmla="*/ 553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46">
                    <a:moveTo>
                      <a:pt x="21" y="45"/>
                    </a:moveTo>
                    <a:cubicBezTo>
                      <a:pt x="19" y="45"/>
                      <a:pt x="18" y="45"/>
                      <a:pt x="16" y="44"/>
                    </a:cubicBezTo>
                    <a:cubicBezTo>
                      <a:pt x="11" y="41"/>
                      <a:pt x="5" y="31"/>
                      <a:pt x="3" y="20"/>
                    </a:cubicBezTo>
                    <a:cubicBezTo>
                      <a:pt x="1" y="12"/>
                      <a:pt x="2" y="6"/>
                      <a:pt x="4" y="3"/>
                    </a:cubicBezTo>
                    <a:cubicBezTo>
                      <a:pt x="6" y="1"/>
                      <a:pt x="8" y="0"/>
                      <a:pt x="11" y="1"/>
                    </a:cubicBezTo>
                    <a:cubicBezTo>
                      <a:pt x="8" y="0"/>
                      <a:pt x="6" y="0"/>
                      <a:pt x="4" y="2"/>
                    </a:cubicBezTo>
                    <a:cubicBezTo>
                      <a:pt x="1" y="6"/>
                      <a:pt x="0" y="12"/>
                      <a:pt x="2" y="20"/>
                    </a:cubicBezTo>
                    <a:cubicBezTo>
                      <a:pt x="5" y="32"/>
                      <a:pt x="10" y="41"/>
                      <a:pt x="16" y="45"/>
                    </a:cubicBezTo>
                    <a:cubicBezTo>
                      <a:pt x="18" y="46"/>
                      <a:pt x="19" y="46"/>
                      <a:pt x="21" y="46"/>
                    </a:cubicBezTo>
                    <a:lnTo>
                      <a:pt x="21" y="45"/>
                    </a:lnTo>
                    <a:close/>
                  </a:path>
                </a:pathLst>
              </a:custGeom>
              <a:solidFill>
                <a:srgbClr val="FEF6FA"/>
              </a:solidFill>
              <a:ln w="4763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4" name="Freeform 147">
                <a:extLst>
                  <a:ext uri="{FF2B5EF4-FFF2-40B4-BE49-F238E27FC236}">
                    <a16:creationId xmlns:a16="http://schemas.microsoft.com/office/drawing/2014/main" id="{E5D35220-95D4-4E7A-B579-DEB25D931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584"/>
                <a:ext cx="145" cy="169"/>
              </a:xfrm>
              <a:custGeom>
                <a:avLst/>
                <a:gdLst>
                  <a:gd name="T0" fmla="*/ 608 w 67"/>
                  <a:gd name="T1" fmla="*/ 338 h 73"/>
                  <a:gd name="T2" fmla="*/ 426 w 67"/>
                  <a:gd name="T3" fmla="*/ 123 h 73"/>
                  <a:gd name="T4" fmla="*/ 28 w 67"/>
                  <a:gd name="T5" fmla="*/ 644 h 73"/>
                  <a:gd name="T6" fmla="*/ 80 w 67"/>
                  <a:gd name="T7" fmla="*/ 905 h 73"/>
                  <a:gd name="T8" fmla="*/ 680 w 67"/>
                  <a:gd name="T9" fmla="*/ 905 h 73"/>
                  <a:gd name="T10" fmla="*/ 651 w 67"/>
                  <a:gd name="T11" fmla="*/ 607 h 73"/>
                  <a:gd name="T12" fmla="*/ 608 w 67"/>
                  <a:gd name="T13" fmla="*/ 338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73">
                    <a:moveTo>
                      <a:pt x="60" y="27"/>
                    </a:moveTo>
                    <a:cubicBezTo>
                      <a:pt x="56" y="18"/>
                      <a:pt x="50" y="12"/>
                      <a:pt x="42" y="10"/>
                    </a:cubicBezTo>
                    <a:cubicBezTo>
                      <a:pt x="16" y="0"/>
                      <a:pt x="0" y="25"/>
                      <a:pt x="3" y="52"/>
                    </a:cubicBezTo>
                    <a:cubicBezTo>
                      <a:pt x="3" y="60"/>
                      <a:pt x="6" y="67"/>
                      <a:pt x="8" y="73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7" y="64"/>
                      <a:pt x="65" y="55"/>
                      <a:pt x="64" y="49"/>
                    </a:cubicBezTo>
                    <a:cubicBezTo>
                      <a:pt x="62" y="42"/>
                      <a:pt x="63" y="32"/>
                      <a:pt x="60" y="27"/>
                    </a:cubicBezTo>
                    <a:close/>
                  </a:path>
                </a:pathLst>
              </a:custGeom>
              <a:solidFill>
                <a:srgbClr val="ED9075"/>
              </a:solidFill>
              <a:ln w="7938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5" name="Freeform 148">
                <a:extLst>
                  <a:ext uri="{FF2B5EF4-FFF2-40B4-BE49-F238E27FC236}">
                    <a16:creationId xmlns:a16="http://schemas.microsoft.com/office/drawing/2014/main" id="{1E9144FB-424C-4262-B075-01CC16932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646"/>
                <a:ext cx="67" cy="102"/>
              </a:xfrm>
              <a:custGeom>
                <a:avLst/>
                <a:gdLst>
                  <a:gd name="T0" fmla="*/ 270 w 31"/>
                  <a:gd name="T1" fmla="*/ 301 h 44"/>
                  <a:gd name="T2" fmla="*/ 104 w 31"/>
                  <a:gd name="T3" fmla="*/ 37 h 44"/>
                  <a:gd name="T4" fmla="*/ 80 w 31"/>
                  <a:gd name="T5" fmla="*/ 547 h 44"/>
                  <a:gd name="T6" fmla="*/ 313 w 31"/>
                  <a:gd name="T7" fmla="*/ 547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4">
                    <a:moveTo>
                      <a:pt x="27" y="24"/>
                    </a:moveTo>
                    <a:cubicBezTo>
                      <a:pt x="22" y="8"/>
                      <a:pt x="18" y="0"/>
                      <a:pt x="10" y="3"/>
                    </a:cubicBezTo>
                    <a:cubicBezTo>
                      <a:pt x="1" y="7"/>
                      <a:pt x="0" y="37"/>
                      <a:pt x="8" y="44"/>
                    </a:cubicBezTo>
                    <a:cubicBezTo>
                      <a:pt x="31" y="44"/>
                      <a:pt x="31" y="44"/>
                      <a:pt x="31" y="44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6" name="Freeform 149">
                <a:extLst>
                  <a:ext uri="{FF2B5EF4-FFF2-40B4-BE49-F238E27FC236}">
                    <a16:creationId xmlns:a16="http://schemas.microsoft.com/office/drawing/2014/main" id="{4E8295F7-890A-4C38-9267-082BF62E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644"/>
                <a:ext cx="46" cy="102"/>
              </a:xfrm>
              <a:custGeom>
                <a:avLst/>
                <a:gdLst>
                  <a:gd name="T0" fmla="*/ 61 w 21"/>
                  <a:gd name="T1" fmla="*/ 538 h 44"/>
                  <a:gd name="T2" fmla="*/ 9 w 21"/>
                  <a:gd name="T3" fmla="*/ 248 h 44"/>
                  <a:gd name="T4" fmla="*/ 221 w 21"/>
                  <a:gd name="T5" fmla="*/ 139 h 44"/>
                  <a:gd name="T6" fmla="*/ 61 w 21"/>
                  <a:gd name="T7" fmla="*/ 547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4">
                    <a:moveTo>
                      <a:pt x="6" y="43"/>
                    </a:moveTo>
                    <a:cubicBezTo>
                      <a:pt x="6" y="43"/>
                      <a:pt x="0" y="36"/>
                      <a:pt x="1" y="20"/>
                    </a:cubicBezTo>
                    <a:cubicBezTo>
                      <a:pt x="2" y="4"/>
                      <a:pt x="11" y="0"/>
                      <a:pt x="21" y="11"/>
                    </a:cubicBezTo>
                    <a:cubicBezTo>
                      <a:pt x="14" y="9"/>
                      <a:pt x="1" y="27"/>
                      <a:pt x="6" y="44"/>
                    </a:cubicBezTo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7" name="Freeform 150">
                <a:extLst>
                  <a:ext uri="{FF2B5EF4-FFF2-40B4-BE49-F238E27FC236}">
                    <a16:creationId xmlns:a16="http://schemas.microsoft.com/office/drawing/2014/main" id="{7C19648E-63A5-4BE5-B295-8827CA33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651"/>
                <a:ext cx="37" cy="102"/>
              </a:xfrm>
              <a:custGeom>
                <a:avLst/>
                <a:gdLst>
                  <a:gd name="T0" fmla="*/ 96 w 17"/>
                  <a:gd name="T1" fmla="*/ 12 h 44"/>
                  <a:gd name="T2" fmla="*/ 0 w 17"/>
                  <a:gd name="T3" fmla="*/ 209 h 44"/>
                  <a:gd name="T4" fmla="*/ 72 w 17"/>
                  <a:gd name="T5" fmla="*/ 547 h 44"/>
                  <a:gd name="T6" fmla="*/ 72 w 17"/>
                  <a:gd name="T7" fmla="*/ 547 h 44"/>
                  <a:gd name="T8" fmla="*/ 9 w 17"/>
                  <a:gd name="T9" fmla="*/ 209 h 44"/>
                  <a:gd name="T10" fmla="*/ 96 w 17"/>
                  <a:gd name="T11" fmla="*/ 12 h 44"/>
                  <a:gd name="T12" fmla="*/ 176 w 17"/>
                  <a:gd name="T13" fmla="*/ 37 h 44"/>
                  <a:gd name="T14" fmla="*/ 96 w 17"/>
                  <a:gd name="T15" fmla="*/ 12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44">
                    <a:moveTo>
                      <a:pt x="9" y="1"/>
                    </a:moveTo>
                    <a:cubicBezTo>
                      <a:pt x="4" y="3"/>
                      <a:pt x="1" y="9"/>
                      <a:pt x="0" y="17"/>
                    </a:cubicBezTo>
                    <a:cubicBezTo>
                      <a:pt x="0" y="28"/>
                      <a:pt x="2" y="38"/>
                      <a:pt x="7" y="44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3" y="38"/>
                      <a:pt x="0" y="28"/>
                      <a:pt x="1" y="17"/>
                    </a:cubicBezTo>
                    <a:cubicBezTo>
                      <a:pt x="1" y="9"/>
                      <a:pt x="4" y="3"/>
                      <a:pt x="9" y="1"/>
                    </a:cubicBezTo>
                    <a:cubicBezTo>
                      <a:pt x="12" y="0"/>
                      <a:pt x="15" y="1"/>
                      <a:pt x="17" y="3"/>
                    </a:cubicBezTo>
                    <a:cubicBezTo>
                      <a:pt x="15" y="1"/>
                      <a:pt x="12" y="0"/>
                      <a:pt x="9" y="1"/>
                    </a:cubicBezTo>
                    <a:close/>
                  </a:path>
                </a:pathLst>
              </a:custGeom>
              <a:solidFill>
                <a:srgbClr val="FEF6FA"/>
              </a:solidFill>
              <a:ln w="4763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8" name="Freeform 151">
                <a:extLst>
                  <a:ext uri="{FF2B5EF4-FFF2-40B4-BE49-F238E27FC236}">
                    <a16:creationId xmlns:a16="http://schemas.microsoft.com/office/drawing/2014/main" id="{B5407C6B-6151-40E6-85D8-DE3C04C79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969"/>
                <a:ext cx="138" cy="160"/>
              </a:xfrm>
              <a:custGeom>
                <a:avLst/>
                <a:gdLst>
                  <a:gd name="T0" fmla="*/ 530 w 64"/>
                  <a:gd name="T1" fmla="*/ 209 h 69"/>
                  <a:gd name="T2" fmla="*/ 349 w 64"/>
                  <a:gd name="T3" fmla="*/ 28 h 69"/>
                  <a:gd name="T4" fmla="*/ 140 w 64"/>
                  <a:gd name="T5" fmla="*/ 74 h 69"/>
                  <a:gd name="T6" fmla="*/ 190 w 64"/>
                  <a:gd name="T7" fmla="*/ 698 h 69"/>
                  <a:gd name="T8" fmla="*/ 615 w 64"/>
                  <a:gd name="T9" fmla="*/ 635 h 69"/>
                  <a:gd name="T10" fmla="*/ 530 w 64"/>
                  <a:gd name="T11" fmla="*/ 209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69">
                    <a:moveTo>
                      <a:pt x="53" y="17"/>
                    </a:moveTo>
                    <a:cubicBezTo>
                      <a:pt x="48" y="9"/>
                      <a:pt x="44" y="3"/>
                      <a:pt x="35" y="2"/>
                    </a:cubicBezTo>
                    <a:cubicBezTo>
                      <a:pt x="28" y="0"/>
                      <a:pt x="20" y="1"/>
                      <a:pt x="14" y="6"/>
                    </a:cubicBezTo>
                    <a:cubicBezTo>
                      <a:pt x="0" y="17"/>
                      <a:pt x="2" y="42"/>
                      <a:pt x="19" y="56"/>
                    </a:cubicBezTo>
                    <a:cubicBezTo>
                      <a:pt x="35" y="69"/>
                      <a:pt x="55" y="63"/>
                      <a:pt x="61" y="51"/>
                    </a:cubicBezTo>
                    <a:cubicBezTo>
                      <a:pt x="64" y="39"/>
                      <a:pt x="62" y="33"/>
                      <a:pt x="53" y="17"/>
                    </a:cubicBezTo>
                    <a:close/>
                  </a:path>
                </a:pathLst>
              </a:custGeom>
              <a:solidFill>
                <a:srgbClr val="ED9075"/>
              </a:solidFill>
              <a:ln w="7938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9" name="Freeform 152">
                <a:extLst>
                  <a:ext uri="{FF2B5EF4-FFF2-40B4-BE49-F238E27FC236}">
                    <a16:creationId xmlns:a16="http://schemas.microsoft.com/office/drawing/2014/main" id="{FB729B56-EE73-42A6-A6E3-DE902BC97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985"/>
                <a:ext cx="72" cy="100"/>
              </a:xfrm>
              <a:custGeom>
                <a:avLst/>
                <a:gdLst>
                  <a:gd name="T0" fmla="*/ 194 w 33"/>
                  <a:gd name="T1" fmla="*/ 102 h 43"/>
                  <a:gd name="T2" fmla="*/ 33 w 33"/>
                  <a:gd name="T3" fmla="*/ 123 h 43"/>
                  <a:gd name="T4" fmla="*/ 148 w 33"/>
                  <a:gd name="T5" fmla="*/ 465 h 43"/>
                  <a:gd name="T6" fmla="*/ 323 w 33"/>
                  <a:gd name="T7" fmla="*/ 342 h 43"/>
                  <a:gd name="T8" fmla="*/ 194 w 33"/>
                  <a:gd name="T9" fmla="*/ 10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3">
                    <a:moveTo>
                      <a:pt x="19" y="8"/>
                    </a:moveTo>
                    <a:cubicBezTo>
                      <a:pt x="14" y="2"/>
                      <a:pt x="7" y="0"/>
                      <a:pt x="3" y="10"/>
                    </a:cubicBezTo>
                    <a:cubicBezTo>
                      <a:pt x="0" y="20"/>
                      <a:pt x="3" y="31"/>
                      <a:pt x="14" y="37"/>
                    </a:cubicBezTo>
                    <a:cubicBezTo>
                      <a:pt x="25" y="43"/>
                      <a:pt x="33" y="34"/>
                      <a:pt x="31" y="27"/>
                    </a:cubicBezTo>
                    <a:cubicBezTo>
                      <a:pt x="28" y="20"/>
                      <a:pt x="25" y="12"/>
                      <a:pt x="19" y="8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0" name="Freeform 153">
                <a:extLst>
                  <a:ext uri="{FF2B5EF4-FFF2-40B4-BE49-F238E27FC236}">
                    <a16:creationId xmlns:a16="http://schemas.microsoft.com/office/drawing/2014/main" id="{96155B2F-3345-4C9B-8394-1B9B3F829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990"/>
                <a:ext cx="56" cy="79"/>
              </a:xfrm>
              <a:custGeom>
                <a:avLst/>
                <a:gdLst>
                  <a:gd name="T0" fmla="*/ 28 w 26"/>
                  <a:gd name="T1" fmla="*/ 86 h 34"/>
                  <a:gd name="T2" fmla="*/ 261 w 26"/>
                  <a:gd name="T3" fmla="*/ 163 h 34"/>
                  <a:gd name="T4" fmla="*/ 69 w 26"/>
                  <a:gd name="T5" fmla="*/ 339 h 34"/>
                  <a:gd name="T6" fmla="*/ 60 w 26"/>
                  <a:gd name="T7" fmla="*/ 323 h 34"/>
                  <a:gd name="T8" fmla="*/ 28 w 26"/>
                  <a:gd name="T9" fmla="*/ 8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4">
                    <a:moveTo>
                      <a:pt x="3" y="7"/>
                    </a:moveTo>
                    <a:cubicBezTo>
                      <a:pt x="12" y="0"/>
                      <a:pt x="20" y="3"/>
                      <a:pt x="26" y="13"/>
                    </a:cubicBezTo>
                    <a:cubicBezTo>
                      <a:pt x="8" y="0"/>
                      <a:pt x="3" y="19"/>
                      <a:pt x="7" y="27"/>
                    </a:cubicBezTo>
                    <a:cubicBezTo>
                      <a:pt x="11" y="34"/>
                      <a:pt x="6" y="26"/>
                      <a:pt x="6" y="26"/>
                    </a:cubicBezTo>
                    <a:cubicBezTo>
                      <a:pt x="6" y="26"/>
                      <a:pt x="0" y="12"/>
                      <a:pt x="3" y="7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1" name="Freeform 154">
                <a:extLst>
                  <a:ext uri="{FF2B5EF4-FFF2-40B4-BE49-F238E27FC236}">
                    <a16:creationId xmlns:a16="http://schemas.microsoft.com/office/drawing/2014/main" id="{EB775179-0565-430A-BCA4-D3595A845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995"/>
                <a:ext cx="45" cy="97"/>
              </a:xfrm>
              <a:custGeom>
                <a:avLst/>
                <a:gdLst>
                  <a:gd name="T0" fmla="*/ 120 w 21"/>
                  <a:gd name="T1" fmla="*/ 0 h 42"/>
                  <a:gd name="T2" fmla="*/ 206 w 21"/>
                  <a:gd name="T3" fmla="*/ 517 h 42"/>
                  <a:gd name="T4" fmla="*/ 120 w 2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2">
                    <a:moveTo>
                      <a:pt x="12" y="0"/>
                    </a:moveTo>
                    <a:cubicBezTo>
                      <a:pt x="7" y="7"/>
                      <a:pt x="0" y="25"/>
                      <a:pt x="21" y="42"/>
                    </a:cubicBezTo>
                    <a:cubicBezTo>
                      <a:pt x="14" y="36"/>
                      <a:pt x="6" y="16"/>
                      <a:pt x="12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2" name="Freeform 155">
                <a:extLst>
                  <a:ext uri="{FF2B5EF4-FFF2-40B4-BE49-F238E27FC236}">
                    <a16:creationId xmlns:a16="http://schemas.microsoft.com/office/drawing/2014/main" id="{4DA02D92-508E-4790-9573-BA2D50250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995"/>
                <a:ext cx="70" cy="85"/>
              </a:xfrm>
              <a:custGeom>
                <a:avLst/>
                <a:gdLst>
                  <a:gd name="T0" fmla="*/ 335 w 32"/>
                  <a:gd name="T1" fmla="*/ 289 h 37"/>
                  <a:gd name="T2" fmla="*/ 254 w 32"/>
                  <a:gd name="T3" fmla="*/ 423 h 37"/>
                  <a:gd name="T4" fmla="*/ 53 w 32"/>
                  <a:gd name="T5" fmla="*/ 280 h 37"/>
                  <a:gd name="T6" fmla="*/ 44 w 32"/>
                  <a:gd name="T7" fmla="*/ 57 h 37"/>
                  <a:gd name="T8" fmla="*/ 133 w 32"/>
                  <a:gd name="T9" fmla="*/ 0 h 37"/>
                  <a:gd name="T10" fmla="*/ 133 w 32"/>
                  <a:gd name="T11" fmla="*/ 0 h 37"/>
                  <a:gd name="T12" fmla="*/ 33 w 32"/>
                  <a:gd name="T13" fmla="*/ 57 h 37"/>
                  <a:gd name="T14" fmla="*/ 44 w 32"/>
                  <a:gd name="T15" fmla="*/ 280 h 37"/>
                  <a:gd name="T16" fmla="*/ 254 w 32"/>
                  <a:gd name="T17" fmla="*/ 423 h 37"/>
                  <a:gd name="T18" fmla="*/ 335 w 32"/>
                  <a:gd name="T19" fmla="*/ 289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37">
                    <a:moveTo>
                      <a:pt x="32" y="24"/>
                    </a:moveTo>
                    <a:cubicBezTo>
                      <a:pt x="31" y="30"/>
                      <a:pt x="29" y="34"/>
                      <a:pt x="24" y="35"/>
                    </a:cubicBezTo>
                    <a:cubicBezTo>
                      <a:pt x="18" y="36"/>
                      <a:pt x="10" y="33"/>
                      <a:pt x="5" y="23"/>
                    </a:cubicBezTo>
                    <a:cubicBezTo>
                      <a:pt x="0" y="14"/>
                      <a:pt x="2" y="8"/>
                      <a:pt x="4" y="5"/>
                    </a:cubicBezTo>
                    <a:cubicBezTo>
                      <a:pt x="6" y="1"/>
                      <a:pt x="10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6" y="1"/>
                      <a:pt x="3" y="5"/>
                    </a:cubicBezTo>
                    <a:cubicBezTo>
                      <a:pt x="1" y="8"/>
                      <a:pt x="0" y="14"/>
                      <a:pt x="4" y="23"/>
                    </a:cubicBezTo>
                    <a:cubicBezTo>
                      <a:pt x="10" y="33"/>
                      <a:pt x="18" y="37"/>
                      <a:pt x="24" y="35"/>
                    </a:cubicBezTo>
                    <a:cubicBezTo>
                      <a:pt x="29" y="34"/>
                      <a:pt x="31" y="30"/>
                      <a:pt x="32" y="24"/>
                    </a:cubicBezTo>
                    <a:close/>
                  </a:path>
                </a:pathLst>
              </a:custGeom>
              <a:solidFill>
                <a:srgbClr val="FEF6FA"/>
              </a:solidFill>
              <a:ln w="4763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3" name="Freeform 156">
                <a:extLst>
                  <a:ext uri="{FF2B5EF4-FFF2-40B4-BE49-F238E27FC236}">
                    <a16:creationId xmlns:a16="http://schemas.microsoft.com/office/drawing/2014/main" id="{748DF416-4EAC-4B30-AE9B-538AE7BD5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972"/>
                <a:ext cx="173" cy="145"/>
              </a:xfrm>
              <a:custGeom>
                <a:avLst/>
                <a:gdLst>
                  <a:gd name="T0" fmla="*/ 487 w 80"/>
                  <a:gd name="T1" fmla="*/ 695 h 63"/>
                  <a:gd name="T2" fmla="*/ 696 w 80"/>
                  <a:gd name="T3" fmla="*/ 147 h 63"/>
                  <a:gd name="T4" fmla="*/ 627 w 80"/>
                  <a:gd name="T5" fmla="*/ 0 h 63"/>
                  <a:gd name="T6" fmla="*/ 121 w 80"/>
                  <a:gd name="T7" fmla="*/ 0 h 63"/>
                  <a:gd name="T8" fmla="*/ 487 w 80"/>
                  <a:gd name="T9" fmla="*/ 6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3">
                    <a:moveTo>
                      <a:pt x="48" y="57"/>
                    </a:moveTo>
                    <a:cubicBezTo>
                      <a:pt x="70" y="56"/>
                      <a:pt x="80" y="34"/>
                      <a:pt x="69" y="12"/>
                    </a:cubicBezTo>
                    <a:cubicBezTo>
                      <a:pt x="67" y="7"/>
                      <a:pt x="65" y="3"/>
                      <a:pt x="6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19"/>
                      <a:pt x="15" y="63"/>
                      <a:pt x="48" y="57"/>
                    </a:cubicBezTo>
                    <a:close/>
                  </a:path>
                </a:pathLst>
              </a:custGeom>
              <a:solidFill>
                <a:srgbClr val="ED9075"/>
              </a:solidFill>
              <a:ln w="7938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4" name="Freeform 157">
                <a:extLst>
                  <a:ext uri="{FF2B5EF4-FFF2-40B4-BE49-F238E27FC236}">
                    <a16:creationId xmlns:a16="http://schemas.microsoft.com/office/drawing/2014/main" id="{05294F83-9EA9-4453-964A-54587C04A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974"/>
                <a:ext cx="104" cy="106"/>
              </a:xfrm>
              <a:custGeom>
                <a:avLst/>
                <a:gdLst>
                  <a:gd name="T0" fmla="*/ 184 w 48"/>
                  <a:gd name="T1" fmla="*/ 0 h 46"/>
                  <a:gd name="T2" fmla="*/ 72 w 48"/>
                  <a:gd name="T3" fmla="*/ 330 h 46"/>
                  <a:gd name="T4" fmla="*/ 386 w 48"/>
                  <a:gd name="T5" fmla="*/ 440 h 46"/>
                  <a:gd name="T6" fmla="*/ 314 w 48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6">
                    <a:moveTo>
                      <a:pt x="18" y="0"/>
                    </a:moveTo>
                    <a:cubicBezTo>
                      <a:pt x="7" y="1"/>
                      <a:pt x="0" y="14"/>
                      <a:pt x="7" y="27"/>
                    </a:cubicBezTo>
                    <a:cubicBezTo>
                      <a:pt x="15" y="39"/>
                      <a:pt x="27" y="46"/>
                      <a:pt x="38" y="36"/>
                    </a:cubicBezTo>
                    <a:cubicBezTo>
                      <a:pt x="48" y="25"/>
                      <a:pt x="44" y="4"/>
                      <a:pt x="31" y="0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5" name="Freeform 158">
                <a:extLst>
                  <a:ext uri="{FF2B5EF4-FFF2-40B4-BE49-F238E27FC236}">
                    <a16:creationId xmlns:a16="http://schemas.microsoft.com/office/drawing/2014/main" id="{B2AE5FD0-E1CE-4DAA-BFA8-7F114B8DE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983"/>
                <a:ext cx="91" cy="86"/>
              </a:xfrm>
              <a:custGeom>
                <a:avLst/>
                <a:gdLst>
                  <a:gd name="T0" fmla="*/ 386 w 42"/>
                  <a:gd name="T1" fmla="*/ 102 h 37"/>
                  <a:gd name="T2" fmla="*/ 386 w 42"/>
                  <a:gd name="T3" fmla="*/ 323 h 37"/>
                  <a:gd name="T4" fmla="*/ 217 w 42"/>
                  <a:gd name="T5" fmla="*/ 453 h 37"/>
                  <a:gd name="T6" fmla="*/ 43 w 42"/>
                  <a:gd name="T7" fmla="*/ 286 h 37"/>
                  <a:gd name="T8" fmla="*/ 52 w 42"/>
                  <a:gd name="T9" fmla="*/ 0 h 37"/>
                  <a:gd name="T10" fmla="*/ 52 w 42"/>
                  <a:gd name="T11" fmla="*/ 0 h 37"/>
                  <a:gd name="T12" fmla="*/ 33 w 42"/>
                  <a:gd name="T13" fmla="*/ 286 h 37"/>
                  <a:gd name="T14" fmla="*/ 217 w 42"/>
                  <a:gd name="T15" fmla="*/ 465 h 37"/>
                  <a:gd name="T16" fmla="*/ 399 w 42"/>
                  <a:gd name="T17" fmla="*/ 323 h 37"/>
                  <a:gd name="T18" fmla="*/ 386 w 42"/>
                  <a:gd name="T19" fmla="*/ 102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7">
                    <a:moveTo>
                      <a:pt x="38" y="8"/>
                    </a:moveTo>
                    <a:cubicBezTo>
                      <a:pt x="42" y="13"/>
                      <a:pt x="42" y="19"/>
                      <a:pt x="38" y="26"/>
                    </a:cubicBezTo>
                    <a:cubicBezTo>
                      <a:pt x="34" y="33"/>
                      <a:pt x="27" y="37"/>
                      <a:pt x="21" y="36"/>
                    </a:cubicBezTo>
                    <a:cubicBezTo>
                      <a:pt x="14" y="36"/>
                      <a:pt x="8" y="30"/>
                      <a:pt x="4" y="23"/>
                    </a:cubicBezTo>
                    <a:cubicBezTo>
                      <a:pt x="0" y="15"/>
                      <a:pt x="0" y="7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7"/>
                      <a:pt x="0" y="15"/>
                      <a:pt x="3" y="23"/>
                    </a:cubicBezTo>
                    <a:cubicBezTo>
                      <a:pt x="7" y="31"/>
                      <a:pt x="14" y="36"/>
                      <a:pt x="21" y="37"/>
                    </a:cubicBezTo>
                    <a:cubicBezTo>
                      <a:pt x="28" y="37"/>
                      <a:pt x="35" y="33"/>
                      <a:pt x="39" y="26"/>
                    </a:cubicBezTo>
                    <a:cubicBezTo>
                      <a:pt x="42" y="20"/>
                      <a:pt x="42" y="13"/>
                      <a:pt x="38" y="8"/>
                    </a:cubicBezTo>
                    <a:close/>
                  </a:path>
                </a:pathLst>
              </a:custGeom>
              <a:solidFill>
                <a:srgbClr val="FEF6FA"/>
              </a:solidFill>
              <a:ln w="4763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6" name="Freeform 159">
                <a:extLst>
                  <a:ext uri="{FF2B5EF4-FFF2-40B4-BE49-F238E27FC236}">
                    <a16:creationId xmlns:a16="http://schemas.microsoft.com/office/drawing/2014/main" id="{E320186B-2A52-4FD5-98A2-BB2F1BBD8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972"/>
                <a:ext cx="23" cy="85"/>
              </a:xfrm>
              <a:custGeom>
                <a:avLst/>
                <a:gdLst>
                  <a:gd name="T0" fmla="*/ 100 w 11"/>
                  <a:gd name="T1" fmla="*/ 0 h 37"/>
                  <a:gd name="T2" fmla="*/ 56 w 11"/>
                  <a:gd name="T3" fmla="*/ 0 h 37"/>
                  <a:gd name="T4" fmla="*/ 100 w 11"/>
                  <a:gd name="T5" fmla="*/ 448 h 37"/>
                  <a:gd name="T6" fmla="*/ 100 w 11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7">
                    <a:moveTo>
                      <a:pt x="11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11"/>
                      <a:pt x="2" y="26"/>
                      <a:pt x="11" y="37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ED9075"/>
              </a:solidFill>
              <a:ln w="7938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7" name="Freeform 160">
                <a:extLst>
                  <a:ext uri="{FF2B5EF4-FFF2-40B4-BE49-F238E27FC236}">
                    <a16:creationId xmlns:a16="http://schemas.microsoft.com/office/drawing/2014/main" id="{8D02C586-12A8-4F0D-8E72-E1ECD1F81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036"/>
                <a:ext cx="146" cy="204"/>
              </a:xfrm>
              <a:custGeom>
                <a:avLst/>
                <a:gdLst>
                  <a:gd name="T0" fmla="*/ 547 w 67"/>
                  <a:gd name="T1" fmla="*/ 225 h 88"/>
                  <a:gd name="T2" fmla="*/ 362 w 67"/>
                  <a:gd name="T3" fmla="*/ 65 h 88"/>
                  <a:gd name="T4" fmla="*/ 61 w 67"/>
                  <a:gd name="T5" fmla="*/ 612 h 88"/>
                  <a:gd name="T6" fmla="*/ 466 w 67"/>
                  <a:gd name="T7" fmla="*/ 1069 h 88"/>
                  <a:gd name="T8" fmla="*/ 684 w 67"/>
                  <a:gd name="T9" fmla="*/ 811 h 88"/>
                  <a:gd name="T10" fmla="*/ 621 w 67"/>
                  <a:gd name="T11" fmla="*/ 473 h 88"/>
                  <a:gd name="T12" fmla="*/ 547 w 67"/>
                  <a:gd name="T13" fmla="*/ 225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88">
                    <a:moveTo>
                      <a:pt x="53" y="18"/>
                    </a:moveTo>
                    <a:cubicBezTo>
                      <a:pt x="49" y="11"/>
                      <a:pt x="42" y="7"/>
                      <a:pt x="35" y="5"/>
                    </a:cubicBezTo>
                    <a:cubicBezTo>
                      <a:pt x="11" y="0"/>
                      <a:pt x="0" y="25"/>
                      <a:pt x="6" y="49"/>
                    </a:cubicBezTo>
                    <a:cubicBezTo>
                      <a:pt x="12" y="73"/>
                      <a:pt x="33" y="88"/>
                      <a:pt x="45" y="86"/>
                    </a:cubicBezTo>
                    <a:cubicBezTo>
                      <a:pt x="58" y="84"/>
                      <a:pt x="64" y="76"/>
                      <a:pt x="66" y="65"/>
                    </a:cubicBezTo>
                    <a:cubicBezTo>
                      <a:pt x="67" y="55"/>
                      <a:pt x="62" y="44"/>
                      <a:pt x="60" y="38"/>
                    </a:cubicBezTo>
                    <a:cubicBezTo>
                      <a:pt x="58" y="31"/>
                      <a:pt x="57" y="23"/>
                      <a:pt x="53" y="18"/>
                    </a:cubicBezTo>
                    <a:close/>
                  </a:path>
                </a:pathLst>
              </a:custGeom>
              <a:solidFill>
                <a:srgbClr val="ED9075"/>
              </a:solidFill>
              <a:ln w="7938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8" name="Freeform 161">
                <a:extLst>
                  <a:ext uri="{FF2B5EF4-FFF2-40B4-BE49-F238E27FC236}">
                    <a16:creationId xmlns:a16="http://schemas.microsoft.com/office/drawing/2014/main" id="{627229FF-8CA3-4183-ACF9-3C57F8F27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1085"/>
                <a:ext cx="65" cy="115"/>
              </a:xfrm>
              <a:custGeom>
                <a:avLst/>
                <a:gdLst>
                  <a:gd name="T0" fmla="*/ 253 w 30"/>
                  <a:gd name="T1" fmla="*/ 524 h 50"/>
                  <a:gd name="T2" fmla="*/ 141 w 30"/>
                  <a:gd name="T3" fmla="*/ 545 h 50"/>
                  <a:gd name="T4" fmla="*/ 20 w 30"/>
                  <a:gd name="T5" fmla="*/ 94 h 50"/>
                  <a:gd name="T6" fmla="*/ 217 w 30"/>
                  <a:gd name="T7" fmla="*/ 131 h 50"/>
                  <a:gd name="T8" fmla="*/ 253 w 30"/>
                  <a:gd name="T9" fmla="*/ 52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0">
                    <a:moveTo>
                      <a:pt x="25" y="43"/>
                    </a:moveTo>
                    <a:cubicBezTo>
                      <a:pt x="23" y="47"/>
                      <a:pt x="24" y="50"/>
                      <a:pt x="14" y="45"/>
                    </a:cubicBezTo>
                    <a:cubicBezTo>
                      <a:pt x="4" y="40"/>
                      <a:pt x="0" y="17"/>
                      <a:pt x="2" y="8"/>
                    </a:cubicBezTo>
                    <a:cubicBezTo>
                      <a:pt x="4" y="0"/>
                      <a:pt x="14" y="3"/>
                      <a:pt x="21" y="11"/>
                    </a:cubicBezTo>
                    <a:cubicBezTo>
                      <a:pt x="26" y="19"/>
                      <a:pt x="30" y="34"/>
                      <a:pt x="25" y="43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9" name="Freeform 162">
                <a:extLst>
                  <a:ext uri="{FF2B5EF4-FFF2-40B4-BE49-F238E27FC236}">
                    <a16:creationId xmlns:a16="http://schemas.microsoft.com/office/drawing/2014/main" id="{5CAC41E1-455D-40C9-BCDA-25B9A11F2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087"/>
                <a:ext cx="57" cy="97"/>
              </a:xfrm>
              <a:custGeom>
                <a:avLst/>
                <a:gdLst>
                  <a:gd name="T0" fmla="*/ 274 w 26"/>
                  <a:gd name="T1" fmla="*/ 171 h 42"/>
                  <a:gd name="T2" fmla="*/ 72 w 26"/>
                  <a:gd name="T3" fmla="*/ 85 h 42"/>
                  <a:gd name="T4" fmla="*/ 158 w 26"/>
                  <a:gd name="T5" fmla="*/ 517 h 42"/>
                  <a:gd name="T6" fmla="*/ 274 w 26"/>
                  <a:gd name="T7" fmla="*/ 171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2">
                    <a:moveTo>
                      <a:pt x="26" y="14"/>
                    </a:moveTo>
                    <a:cubicBezTo>
                      <a:pt x="19" y="3"/>
                      <a:pt x="15" y="0"/>
                      <a:pt x="7" y="7"/>
                    </a:cubicBezTo>
                    <a:cubicBezTo>
                      <a:pt x="0" y="13"/>
                      <a:pt x="10" y="38"/>
                      <a:pt x="15" y="42"/>
                    </a:cubicBezTo>
                    <a:cubicBezTo>
                      <a:pt x="12" y="30"/>
                      <a:pt x="6" y="8"/>
                      <a:pt x="26" y="14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0" name="Freeform 163">
                <a:extLst>
                  <a:ext uri="{FF2B5EF4-FFF2-40B4-BE49-F238E27FC236}">
                    <a16:creationId xmlns:a16="http://schemas.microsoft.com/office/drawing/2014/main" id="{C38F3E23-F10D-4EB3-8A26-659ACD0C4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1089"/>
                <a:ext cx="50" cy="107"/>
              </a:xfrm>
              <a:custGeom>
                <a:avLst/>
                <a:gdLst>
                  <a:gd name="T0" fmla="*/ 61 w 23"/>
                  <a:gd name="T1" fmla="*/ 28 h 46"/>
                  <a:gd name="T2" fmla="*/ 9 w 23"/>
                  <a:gd name="T3" fmla="*/ 228 h 46"/>
                  <a:gd name="T4" fmla="*/ 124 w 23"/>
                  <a:gd name="T5" fmla="*/ 542 h 46"/>
                  <a:gd name="T6" fmla="*/ 237 w 23"/>
                  <a:gd name="T7" fmla="*/ 568 h 46"/>
                  <a:gd name="T8" fmla="*/ 237 w 23"/>
                  <a:gd name="T9" fmla="*/ 568 h 46"/>
                  <a:gd name="T10" fmla="*/ 133 w 23"/>
                  <a:gd name="T11" fmla="*/ 542 h 46"/>
                  <a:gd name="T12" fmla="*/ 9 w 23"/>
                  <a:gd name="T13" fmla="*/ 216 h 46"/>
                  <a:gd name="T14" fmla="*/ 61 w 23"/>
                  <a:gd name="T15" fmla="*/ 28 h 46"/>
                  <a:gd name="T16" fmla="*/ 141 w 23"/>
                  <a:gd name="T17" fmla="*/ 37 h 46"/>
                  <a:gd name="T18" fmla="*/ 141 w 23"/>
                  <a:gd name="T19" fmla="*/ 37 h 46"/>
                  <a:gd name="T20" fmla="*/ 61 w 23"/>
                  <a:gd name="T21" fmla="*/ 28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6">
                    <a:moveTo>
                      <a:pt x="6" y="2"/>
                    </a:moveTo>
                    <a:cubicBezTo>
                      <a:pt x="2" y="4"/>
                      <a:pt x="0" y="10"/>
                      <a:pt x="1" y="18"/>
                    </a:cubicBezTo>
                    <a:cubicBezTo>
                      <a:pt x="2" y="28"/>
                      <a:pt x="6" y="39"/>
                      <a:pt x="12" y="43"/>
                    </a:cubicBezTo>
                    <a:cubicBezTo>
                      <a:pt x="16" y="46"/>
                      <a:pt x="19" y="46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19" y="46"/>
                      <a:pt x="16" y="45"/>
                      <a:pt x="13" y="43"/>
                    </a:cubicBezTo>
                    <a:cubicBezTo>
                      <a:pt x="7" y="38"/>
                      <a:pt x="2" y="28"/>
                      <a:pt x="1" y="17"/>
                    </a:cubicBezTo>
                    <a:cubicBezTo>
                      <a:pt x="0" y="10"/>
                      <a:pt x="2" y="4"/>
                      <a:pt x="6" y="2"/>
                    </a:cubicBezTo>
                    <a:cubicBezTo>
                      <a:pt x="9" y="1"/>
                      <a:pt x="12" y="1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1" y="1"/>
                      <a:pt x="8" y="0"/>
                      <a:pt x="6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4763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1" name="Freeform 164">
                <a:extLst>
                  <a:ext uri="{FF2B5EF4-FFF2-40B4-BE49-F238E27FC236}">
                    <a16:creationId xmlns:a16="http://schemas.microsoft.com/office/drawing/2014/main" id="{F156E5FD-7E3F-4587-8F86-609A48695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558"/>
                <a:ext cx="141" cy="160"/>
              </a:xfrm>
              <a:custGeom>
                <a:avLst/>
                <a:gdLst>
                  <a:gd name="T0" fmla="*/ 540 w 65"/>
                  <a:gd name="T1" fmla="*/ 209 h 69"/>
                  <a:gd name="T2" fmla="*/ 367 w 65"/>
                  <a:gd name="T3" fmla="*/ 28 h 69"/>
                  <a:gd name="T4" fmla="*/ 141 w 65"/>
                  <a:gd name="T5" fmla="*/ 74 h 69"/>
                  <a:gd name="T6" fmla="*/ 193 w 65"/>
                  <a:gd name="T7" fmla="*/ 698 h 69"/>
                  <a:gd name="T8" fmla="*/ 620 w 65"/>
                  <a:gd name="T9" fmla="*/ 635 h 69"/>
                  <a:gd name="T10" fmla="*/ 540 w 65"/>
                  <a:gd name="T11" fmla="*/ 209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69">
                    <a:moveTo>
                      <a:pt x="53" y="17"/>
                    </a:moveTo>
                    <a:cubicBezTo>
                      <a:pt x="49" y="10"/>
                      <a:pt x="44" y="3"/>
                      <a:pt x="36" y="2"/>
                    </a:cubicBezTo>
                    <a:cubicBezTo>
                      <a:pt x="28" y="0"/>
                      <a:pt x="21" y="1"/>
                      <a:pt x="14" y="6"/>
                    </a:cubicBezTo>
                    <a:cubicBezTo>
                      <a:pt x="0" y="17"/>
                      <a:pt x="3" y="42"/>
                      <a:pt x="19" y="56"/>
                    </a:cubicBezTo>
                    <a:cubicBezTo>
                      <a:pt x="36" y="69"/>
                      <a:pt x="56" y="63"/>
                      <a:pt x="61" y="51"/>
                    </a:cubicBezTo>
                    <a:cubicBezTo>
                      <a:pt x="65" y="39"/>
                      <a:pt x="63" y="33"/>
                      <a:pt x="53" y="17"/>
                    </a:cubicBezTo>
                    <a:close/>
                  </a:path>
                </a:pathLst>
              </a:custGeom>
              <a:solidFill>
                <a:srgbClr val="ED9075"/>
              </a:solidFill>
              <a:ln w="7938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2" name="Freeform 165">
                <a:extLst>
                  <a:ext uri="{FF2B5EF4-FFF2-40B4-BE49-F238E27FC236}">
                    <a16:creationId xmlns:a16="http://schemas.microsoft.com/office/drawing/2014/main" id="{1092FB8B-65E8-45C3-9F63-E36B94A54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1584"/>
                <a:ext cx="69" cy="97"/>
              </a:xfrm>
              <a:custGeom>
                <a:avLst/>
                <a:gdLst>
                  <a:gd name="T0" fmla="*/ 190 w 32"/>
                  <a:gd name="T1" fmla="*/ 97 h 42"/>
                  <a:gd name="T2" fmla="*/ 28 w 32"/>
                  <a:gd name="T3" fmla="*/ 122 h 42"/>
                  <a:gd name="T4" fmla="*/ 140 w 32"/>
                  <a:gd name="T5" fmla="*/ 453 h 42"/>
                  <a:gd name="T6" fmla="*/ 302 w 32"/>
                  <a:gd name="T7" fmla="*/ 330 h 42"/>
                  <a:gd name="T8" fmla="*/ 190 w 32"/>
                  <a:gd name="T9" fmla="*/ 9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2">
                    <a:moveTo>
                      <a:pt x="19" y="8"/>
                    </a:moveTo>
                    <a:cubicBezTo>
                      <a:pt x="13" y="1"/>
                      <a:pt x="6" y="0"/>
                      <a:pt x="3" y="10"/>
                    </a:cubicBezTo>
                    <a:cubicBezTo>
                      <a:pt x="0" y="20"/>
                      <a:pt x="3" y="31"/>
                      <a:pt x="14" y="37"/>
                    </a:cubicBezTo>
                    <a:cubicBezTo>
                      <a:pt x="25" y="42"/>
                      <a:pt x="32" y="33"/>
                      <a:pt x="30" y="27"/>
                    </a:cubicBezTo>
                    <a:cubicBezTo>
                      <a:pt x="28" y="20"/>
                      <a:pt x="24" y="12"/>
                      <a:pt x="19" y="8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3" name="Freeform 166">
                <a:extLst>
                  <a:ext uri="{FF2B5EF4-FFF2-40B4-BE49-F238E27FC236}">
                    <a16:creationId xmlns:a16="http://schemas.microsoft.com/office/drawing/2014/main" id="{4DED3FE3-217E-40D6-9165-957EAAF88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586"/>
                <a:ext cx="58" cy="81"/>
              </a:xfrm>
              <a:custGeom>
                <a:avLst/>
                <a:gdLst>
                  <a:gd name="T0" fmla="*/ 41 w 27"/>
                  <a:gd name="T1" fmla="*/ 102 h 35"/>
                  <a:gd name="T2" fmla="*/ 269 w 27"/>
                  <a:gd name="T3" fmla="*/ 171 h 35"/>
                  <a:gd name="T4" fmla="*/ 69 w 27"/>
                  <a:gd name="T5" fmla="*/ 331 h 35"/>
                  <a:gd name="T6" fmla="*/ 60 w 27"/>
                  <a:gd name="T7" fmla="*/ 322 h 35"/>
                  <a:gd name="T8" fmla="*/ 41 w 27"/>
                  <a:gd name="T9" fmla="*/ 10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5">
                    <a:moveTo>
                      <a:pt x="4" y="8"/>
                    </a:moveTo>
                    <a:cubicBezTo>
                      <a:pt x="12" y="1"/>
                      <a:pt x="21" y="3"/>
                      <a:pt x="27" y="14"/>
                    </a:cubicBezTo>
                    <a:cubicBezTo>
                      <a:pt x="9" y="0"/>
                      <a:pt x="3" y="19"/>
                      <a:pt x="7" y="27"/>
                    </a:cubicBezTo>
                    <a:cubicBezTo>
                      <a:pt x="12" y="35"/>
                      <a:pt x="6" y="26"/>
                      <a:pt x="6" y="26"/>
                    </a:cubicBezTo>
                    <a:cubicBezTo>
                      <a:pt x="6" y="26"/>
                      <a:pt x="0" y="13"/>
                      <a:pt x="4" y="8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4" name="Freeform 167">
                <a:extLst>
                  <a:ext uri="{FF2B5EF4-FFF2-40B4-BE49-F238E27FC236}">
                    <a16:creationId xmlns:a16="http://schemas.microsoft.com/office/drawing/2014/main" id="{33511BE9-72C3-4DDE-99EA-137A107E4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586"/>
                <a:ext cx="44" cy="97"/>
              </a:xfrm>
              <a:custGeom>
                <a:avLst/>
                <a:gdLst>
                  <a:gd name="T0" fmla="*/ 125 w 20"/>
                  <a:gd name="T1" fmla="*/ 0 h 42"/>
                  <a:gd name="T2" fmla="*/ 213 w 20"/>
                  <a:gd name="T3" fmla="*/ 517 h 42"/>
                  <a:gd name="T4" fmla="*/ 125 w 20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2">
                    <a:moveTo>
                      <a:pt x="12" y="0"/>
                    </a:moveTo>
                    <a:cubicBezTo>
                      <a:pt x="7" y="6"/>
                      <a:pt x="0" y="24"/>
                      <a:pt x="20" y="42"/>
                    </a:cubicBezTo>
                    <a:cubicBezTo>
                      <a:pt x="14" y="35"/>
                      <a:pt x="6" y="15"/>
                      <a:pt x="12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5" name="Freeform 168">
                <a:extLst>
                  <a:ext uri="{FF2B5EF4-FFF2-40B4-BE49-F238E27FC236}">
                    <a16:creationId xmlns:a16="http://schemas.microsoft.com/office/drawing/2014/main" id="{AF06C829-E78D-4AC7-AC42-31460D899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591"/>
                <a:ext cx="69" cy="85"/>
              </a:xfrm>
              <a:custGeom>
                <a:avLst/>
                <a:gdLst>
                  <a:gd name="T0" fmla="*/ 321 w 32"/>
                  <a:gd name="T1" fmla="*/ 289 h 37"/>
                  <a:gd name="T2" fmla="*/ 242 w 32"/>
                  <a:gd name="T3" fmla="*/ 423 h 37"/>
                  <a:gd name="T4" fmla="*/ 52 w 32"/>
                  <a:gd name="T5" fmla="*/ 280 h 37"/>
                  <a:gd name="T6" fmla="*/ 41 w 32"/>
                  <a:gd name="T7" fmla="*/ 74 h 37"/>
                  <a:gd name="T8" fmla="*/ 129 w 32"/>
                  <a:gd name="T9" fmla="*/ 0 h 37"/>
                  <a:gd name="T10" fmla="*/ 129 w 32"/>
                  <a:gd name="T11" fmla="*/ 0 h 37"/>
                  <a:gd name="T12" fmla="*/ 28 w 32"/>
                  <a:gd name="T13" fmla="*/ 57 h 37"/>
                  <a:gd name="T14" fmla="*/ 52 w 32"/>
                  <a:gd name="T15" fmla="*/ 289 h 37"/>
                  <a:gd name="T16" fmla="*/ 242 w 32"/>
                  <a:gd name="T17" fmla="*/ 439 h 37"/>
                  <a:gd name="T18" fmla="*/ 321 w 32"/>
                  <a:gd name="T19" fmla="*/ 289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37">
                    <a:moveTo>
                      <a:pt x="32" y="24"/>
                    </a:moveTo>
                    <a:cubicBezTo>
                      <a:pt x="32" y="30"/>
                      <a:pt x="29" y="34"/>
                      <a:pt x="24" y="35"/>
                    </a:cubicBezTo>
                    <a:cubicBezTo>
                      <a:pt x="19" y="37"/>
                      <a:pt x="10" y="33"/>
                      <a:pt x="5" y="23"/>
                    </a:cubicBezTo>
                    <a:cubicBezTo>
                      <a:pt x="1" y="14"/>
                      <a:pt x="2" y="9"/>
                      <a:pt x="4" y="6"/>
                    </a:cubicBezTo>
                    <a:cubicBezTo>
                      <a:pt x="6" y="2"/>
                      <a:pt x="10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6" y="1"/>
                      <a:pt x="3" y="5"/>
                    </a:cubicBezTo>
                    <a:cubicBezTo>
                      <a:pt x="1" y="8"/>
                      <a:pt x="0" y="14"/>
                      <a:pt x="5" y="24"/>
                    </a:cubicBezTo>
                    <a:cubicBezTo>
                      <a:pt x="10" y="34"/>
                      <a:pt x="19" y="37"/>
                      <a:pt x="24" y="36"/>
                    </a:cubicBezTo>
                    <a:cubicBezTo>
                      <a:pt x="29" y="35"/>
                      <a:pt x="32" y="30"/>
                      <a:pt x="32" y="24"/>
                    </a:cubicBezTo>
                    <a:close/>
                  </a:path>
                </a:pathLst>
              </a:custGeom>
              <a:solidFill>
                <a:srgbClr val="FEF6FA"/>
              </a:solidFill>
              <a:ln w="4763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6" name="Freeform 169">
                <a:extLst>
                  <a:ext uri="{FF2B5EF4-FFF2-40B4-BE49-F238E27FC236}">
                    <a16:creationId xmlns:a16="http://schemas.microsoft.com/office/drawing/2014/main" id="{AE9BF4EE-E2B6-408E-998B-F80ABC15A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283"/>
                <a:ext cx="141" cy="160"/>
              </a:xfrm>
              <a:custGeom>
                <a:avLst/>
                <a:gdLst>
                  <a:gd name="T0" fmla="*/ 540 w 65"/>
                  <a:gd name="T1" fmla="*/ 209 h 69"/>
                  <a:gd name="T2" fmla="*/ 358 w 65"/>
                  <a:gd name="T3" fmla="*/ 28 h 69"/>
                  <a:gd name="T4" fmla="*/ 141 w 65"/>
                  <a:gd name="T5" fmla="*/ 74 h 69"/>
                  <a:gd name="T6" fmla="*/ 193 w 65"/>
                  <a:gd name="T7" fmla="*/ 698 h 69"/>
                  <a:gd name="T8" fmla="*/ 620 w 65"/>
                  <a:gd name="T9" fmla="*/ 635 h 69"/>
                  <a:gd name="T10" fmla="*/ 540 w 65"/>
                  <a:gd name="T11" fmla="*/ 209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69">
                    <a:moveTo>
                      <a:pt x="53" y="17"/>
                    </a:moveTo>
                    <a:cubicBezTo>
                      <a:pt x="48" y="10"/>
                      <a:pt x="44" y="3"/>
                      <a:pt x="35" y="2"/>
                    </a:cubicBezTo>
                    <a:cubicBezTo>
                      <a:pt x="28" y="0"/>
                      <a:pt x="20" y="1"/>
                      <a:pt x="14" y="6"/>
                    </a:cubicBezTo>
                    <a:cubicBezTo>
                      <a:pt x="0" y="17"/>
                      <a:pt x="2" y="42"/>
                      <a:pt x="19" y="56"/>
                    </a:cubicBezTo>
                    <a:cubicBezTo>
                      <a:pt x="35" y="69"/>
                      <a:pt x="56" y="63"/>
                      <a:pt x="61" y="51"/>
                    </a:cubicBezTo>
                    <a:cubicBezTo>
                      <a:pt x="65" y="39"/>
                      <a:pt x="62" y="33"/>
                      <a:pt x="53" y="17"/>
                    </a:cubicBezTo>
                    <a:close/>
                  </a:path>
                </a:pathLst>
              </a:custGeom>
              <a:solidFill>
                <a:srgbClr val="ED9075"/>
              </a:solidFill>
              <a:ln w="7938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7" name="Freeform 170">
                <a:extLst>
                  <a:ext uri="{FF2B5EF4-FFF2-40B4-BE49-F238E27FC236}">
                    <a16:creationId xmlns:a16="http://schemas.microsoft.com/office/drawing/2014/main" id="{474D5B98-A7B3-4327-862D-B92043008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309"/>
                <a:ext cx="70" cy="97"/>
              </a:xfrm>
              <a:custGeom>
                <a:avLst/>
                <a:gdLst>
                  <a:gd name="T0" fmla="*/ 201 w 32"/>
                  <a:gd name="T1" fmla="*/ 97 h 42"/>
                  <a:gd name="T2" fmla="*/ 33 w 32"/>
                  <a:gd name="T3" fmla="*/ 122 h 42"/>
                  <a:gd name="T4" fmla="*/ 149 w 32"/>
                  <a:gd name="T5" fmla="*/ 453 h 42"/>
                  <a:gd name="T6" fmla="*/ 315 w 32"/>
                  <a:gd name="T7" fmla="*/ 330 h 42"/>
                  <a:gd name="T8" fmla="*/ 201 w 32"/>
                  <a:gd name="T9" fmla="*/ 9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2">
                    <a:moveTo>
                      <a:pt x="19" y="8"/>
                    </a:moveTo>
                    <a:cubicBezTo>
                      <a:pt x="13" y="1"/>
                      <a:pt x="6" y="0"/>
                      <a:pt x="3" y="10"/>
                    </a:cubicBezTo>
                    <a:cubicBezTo>
                      <a:pt x="0" y="20"/>
                      <a:pt x="3" y="31"/>
                      <a:pt x="14" y="37"/>
                    </a:cubicBezTo>
                    <a:cubicBezTo>
                      <a:pt x="25" y="42"/>
                      <a:pt x="32" y="33"/>
                      <a:pt x="30" y="27"/>
                    </a:cubicBezTo>
                    <a:cubicBezTo>
                      <a:pt x="28" y="20"/>
                      <a:pt x="24" y="12"/>
                      <a:pt x="19" y="8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8" name="Freeform 171">
                <a:extLst>
                  <a:ext uri="{FF2B5EF4-FFF2-40B4-BE49-F238E27FC236}">
                    <a16:creationId xmlns:a16="http://schemas.microsoft.com/office/drawing/2014/main" id="{DB75447C-EAE6-4711-A8D3-26D2A00C0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311"/>
                <a:ext cx="59" cy="81"/>
              </a:xfrm>
              <a:custGeom>
                <a:avLst/>
                <a:gdLst>
                  <a:gd name="T0" fmla="*/ 44 w 27"/>
                  <a:gd name="T1" fmla="*/ 102 h 35"/>
                  <a:gd name="T2" fmla="*/ 282 w 27"/>
                  <a:gd name="T3" fmla="*/ 171 h 35"/>
                  <a:gd name="T4" fmla="*/ 72 w 27"/>
                  <a:gd name="T5" fmla="*/ 331 h 35"/>
                  <a:gd name="T6" fmla="*/ 61 w 27"/>
                  <a:gd name="T7" fmla="*/ 322 h 35"/>
                  <a:gd name="T8" fmla="*/ 44 w 27"/>
                  <a:gd name="T9" fmla="*/ 10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5">
                    <a:moveTo>
                      <a:pt x="4" y="8"/>
                    </a:moveTo>
                    <a:cubicBezTo>
                      <a:pt x="12" y="1"/>
                      <a:pt x="21" y="3"/>
                      <a:pt x="27" y="14"/>
                    </a:cubicBezTo>
                    <a:cubicBezTo>
                      <a:pt x="9" y="0"/>
                      <a:pt x="3" y="19"/>
                      <a:pt x="7" y="27"/>
                    </a:cubicBezTo>
                    <a:cubicBezTo>
                      <a:pt x="12" y="35"/>
                      <a:pt x="6" y="26"/>
                      <a:pt x="6" y="26"/>
                    </a:cubicBezTo>
                    <a:cubicBezTo>
                      <a:pt x="6" y="26"/>
                      <a:pt x="0" y="13"/>
                      <a:pt x="4" y="8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9" name="Freeform 172">
                <a:extLst>
                  <a:ext uri="{FF2B5EF4-FFF2-40B4-BE49-F238E27FC236}">
                    <a16:creationId xmlns:a16="http://schemas.microsoft.com/office/drawing/2014/main" id="{37E0A75E-CC85-484E-8BDB-C1DE06771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311"/>
                <a:ext cx="43" cy="97"/>
              </a:xfrm>
              <a:custGeom>
                <a:avLst/>
                <a:gdLst>
                  <a:gd name="T0" fmla="*/ 112 w 20"/>
                  <a:gd name="T1" fmla="*/ 0 h 42"/>
                  <a:gd name="T2" fmla="*/ 198 w 20"/>
                  <a:gd name="T3" fmla="*/ 517 h 42"/>
                  <a:gd name="T4" fmla="*/ 112 w 20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2">
                    <a:moveTo>
                      <a:pt x="11" y="0"/>
                    </a:moveTo>
                    <a:cubicBezTo>
                      <a:pt x="6" y="7"/>
                      <a:pt x="0" y="25"/>
                      <a:pt x="20" y="42"/>
                    </a:cubicBezTo>
                    <a:cubicBezTo>
                      <a:pt x="14" y="36"/>
                      <a:pt x="6" y="16"/>
                      <a:pt x="11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0" name="Freeform 173">
                <a:extLst>
                  <a:ext uri="{FF2B5EF4-FFF2-40B4-BE49-F238E27FC236}">
                    <a16:creationId xmlns:a16="http://schemas.microsoft.com/office/drawing/2014/main" id="{09C9D97B-545F-468C-B66E-12BD0C875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314"/>
                <a:ext cx="69" cy="85"/>
              </a:xfrm>
              <a:custGeom>
                <a:avLst/>
                <a:gdLst>
                  <a:gd name="T0" fmla="*/ 321 w 32"/>
                  <a:gd name="T1" fmla="*/ 301 h 37"/>
                  <a:gd name="T2" fmla="*/ 242 w 32"/>
                  <a:gd name="T3" fmla="*/ 439 h 37"/>
                  <a:gd name="T4" fmla="*/ 52 w 32"/>
                  <a:gd name="T5" fmla="*/ 289 h 37"/>
                  <a:gd name="T6" fmla="*/ 41 w 32"/>
                  <a:gd name="T7" fmla="*/ 74 h 37"/>
                  <a:gd name="T8" fmla="*/ 129 w 32"/>
                  <a:gd name="T9" fmla="*/ 11 h 37"/>
                  <a:gd name="T10" fmla="*/ 129 w 32"/>
                  <a:gd name="T11" fmla="*/ 11 h 37"/>
                  <a:gd name="T12" fmla="*/ 28 w 32"/>
                  <a:gd name="T13" fmla="*/ 74 h 37"/>
                  <a:gd name="T14" fmla="*/ 52 w 32"/>
                  <a:gd name="T15" fmla="*/ 289 h 37"/>
                  <a:gd name="T16" fmla="*/ 242 w 32"/>
                  <a:gd name="T17" fmla="*/ 439 h 37"/>
                  <a:gd name="T18" fmla="*/ 321 w 32"/>
                  <a:gd name="T19" fmla="*/ 301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37">
                    <a:moveTo>
                      <a:pt x="32" y="25"/>
                    </a:moveTo>
                    <a:cubicBezTo>
                      <a:pt x="32" y="30"/>
                      <a:pt x="29" y="35"/>
                      <a:pt x="24" y="36"/>
                    </a:cubicBezTo>
                    <a:cubicBezTo>
                      <a:pt x="19" y="37"/>
                      <a:pt x="10" y="34"/>
                      <a:pt x="5" y="24"/>
                    </a:cubicBezTo>
                    <a:cubicBezTo>
                      <a:pt x="0" y="15"/>
                      <a:pt x="2" y="9"/>
                      <a:pt x="4" y="6"/>
                    </a:cubicBezTo>
                    <a:cubicBezTo>
                      <a:pt x="6" y="2"/>
                      <a:pt x="10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0"/>
                      <a:pt x="6" y="2"/>
                      <a:pt x="3" y="6"/>
                    </a:cubicBezTo>
                    <a:cubicBezTo>
                      <a:pt x="1" y="9"/>
                      <a:pt x="0" y="15"/>
                      <a:pt x="5" y="24"/>
                    </a:cubicBezTo>
                    <a:cubicBezTo>
                      <a:pt x="10" y="34"/>
                      <a:pt x="18" y="37"/>
                      <a:pt x="24" y="36"/>
                    </a:cubicBezTo>
                    <a:cubicBezTo>
                      <a:pt x="29" y="35"/>
                      <a:pt x="32" y="31"/>
                      <a:pt x="32" y="25"/>
                    </a:cubicBezTo>
                    <a:close/>
                  </a:path>
                </a:pathLst>
              </a:custGeom>
              <a:solidFill>
                <a:srgbClr val="FEF6FA"/>
              </a:solidFill>
              <a:ln w="4763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1" name="Freeform 174">
                <a:extLst>
                  <a:ext uri="{FF2B5EF4-FFF2-40B4-BE49-F238E27FC236}">
                    <a16:creationId xmlns:a16="http://schemas.microsoft.com/office/drawing/2014/main" id="{66118F7B-2AAC-4151-9853-7871AD644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1623"/>
                <a:ext cx="67" cy="130"/>
              </a:xfrm>
              <a:custGeom>
                <a:avLst/>
                <a:gdLst>
                  <a:gd name="T0" fmla="*/ 313 w 31"/>
                  <a:gd name="T1" fmla="*/ 0 h 56"/>
                  <a:gd name="T2" fmla="*/ 89 w 31"/>
                  <a:gd name="T3" fmla="*/ 151 h 56"/>
                  <a:gd name="T4" fmla="*/ 121 w 31"/>
                  <a:gd name="T5" fmla="*/ 701 h 56"/>
                  <a:gd name="T6" fmla="*/ 313 w 31"/>
                  <a:gd name="T7" fmla="*/ 701 h 56"/>
                  <a:gd name="T8" fmla="*/ 313 w 31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6">
                    <a:moveTo>
                      <a:pt x="31" y="0"/>
                    </a:moveTo>
                    <a:cubicBezTo>
                      <a:pt x="23" y="1"/>
                      <a:pt x="15" y="5"/>
                      <a:pt x="9" y="12"/>
                    </a:cubicBezTo>
                    <a:cubicBezTo>
                      <a:pt x="0" y="25"/>
                      <a:pt x="1" y="43"/>
                      <a:pt x="12" y="56"/>
                    </a:cubicBezTo>
                    <a:cubicBezTo>
                      <a:pt x="31" y="56"/>
                      <a:pt x="31" y="56"/>
                      <a:pt x="31" y="5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ED9075"/>
              </a:solidFill>
              <a:ln w="7938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2" name="Freeform 175">
                <a:extLst>
                  <a:ext uri="{FF2B5EF4-FFF2-40B4-BE49-F238E27FC236}">
                    <a16:creationId xmlns:a16="http://schemas.microsoft.com/office/drawing/2014/main" id="{B083A959-8EC1-4A3F-933A-527856A15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665"/>
                <a:ext cx="30" cy="69"/>
              </a:xfrm>
              <a:custGeom>
                <a:avLst/>
                <a:gdLst>
                  <a:gd name="T0" fmla="*/ 129 w 14"/>
                  <a:gd name="T1" fmla="*/ 0 h 30"/>
                  <a:gd name="T2" fmla="*/ 137 w 14"/>
                  <a:gd name="T3" fmla="*/ 3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0">
                    <a:moveTo>
                      <a:pt x="13" y="0"/>
                    </a:moveTo>
                    <a:cubicBezTo>
                      <a:pt x="5" y="0"/>
                      <a:pt x="0" y="18"/>
                      <a:pt x="14" y="30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3" name="Freeform 176">
                <a:extLst>
                  <a:ext uri="{FF2B5EF4-FFF2-40B4-BE49-F238E27FC236}">
                    <a16:creationId xmlns:a16="http://schemas.microsoft.com/office/drawing/2014/main" id="{5853F0A2-C1E4-416D-B648-30AD2F36F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660"/>
                <a:ext cx="26" cy="76"/>
              </a:xfrm>
              <a:custGeom>
                <a:avLst/>
                <a:gdLst>
                  <a:gd name="T0" fmla="*/ 121 w 12"/>
                  <a:gd name="T1" fmla="*/ 392 h 33"/>
                  <a:gd name="T2" fmla="*/ 93 w 12"/>
                  <a:gd name="T3" fmla="*/ 366 h 33"/>
                  <a:gd name="T4" fmla="*/ 33 w 12"/>
                  <a:gd name="T5" fmla="*/ 111 h 33"/>
                  <a:gd name="T6" fmla="*/ 121 w 12"/>
                  <a:gd name="T7" fmla="*/ 0 h 33"/>
                  <a:gd name="T8" fmla="*/ 121 w 12"/>
                  <a:gd name="T9" fmla="*/ 0 h 33"/>
                  <a:gd name="T10" fmla="*/ 20 w 12"/>
                  <a:gd name="T11" fmla="*/ 111 h 33"/>
                  <a:gd name="T12" fmla="*/ 93 w 12"/>
                  <a:gd name="T13" fmla="*/ 366 h 33"/>
                  <a:gd name="T14" fmla="*/ 121 w 12"/>
                  <a:gd name="T15" fmla="*/ 403 h 33"/>
                  <a:gd name="T16" fmla="*/ 121 w 12"/>
                  <a:gd name="T17" fmla="*/ 392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33">
                    <a:moveTo>
                      <a:pt x="12" y="32"/>
                    </a:moveTo>
                    <a:cubicBezTo>
                      <a:pt x="11" y="31"/>
                      <a:pt x="10" y="31"/>
                      <a:pt x="9" y="30"/>
                    </a:cubicBezTo>
                    <a:cubicBezTo>
                      <a:pt x="1" y="21"/>
                      <a:pt x="1" y="13"/>
                      <a:pt x="3" y="9"/>
                    </a:cubicBezTo>
                    <a:cubicBezTo>
                      <a:pt x="4" y="4"/>
                      <a:pt x="8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1"/>
                      <a:pt x="4" y="4"/>
                      <a:pt x="2" y="9"/>
                    </a:cubicBezTo>
                    <a:cubicBezTo>
                      <a:pt x="1" y="13"/>
                      <a:pt x="0" y="21"/>
                      <a:pt x="9" y="30"/>
                    </a:cubicBezTo>
                    <a:cubicBezTo>
                      <a:pt x="10" y="31"/>
                      <a:pt x="11" y="32"/>
                      <a:pt x="12" y="33"/>
                    </a:cubicBezTo>
                    <a:lnTo>
                      <a:pt x="12" y="32"/>
                    </a:lnTo>
                    <a:close/>
                  </a:path>
                </a:pathLst>
              </a:custGeom>
              <a:solidFill>
                <a:srgbClr val="FEF6FA"/>
              </a:solidFill>
              <a:ln w="4763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4" name="Freeform 177">
                <a:extLst>
                  <a:ext uri="{FF2B5EF4-FFF2-40B4-BE49-F238E27FC236}">
                    <a16:creationId xmlns:a16="http://schemas.microsoft.com/office/drawing/2014/main" id="{0C494B10-036F-4D73-A981-517A77921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967"/>
                <a:ext cx="76" cy="102"/>
              </a:xfrm>
              <a:custGeom>
                <a:avLst/>
                <a:gdLst>
                  <a:gd name="T0" fmla="*/ 297 w 35"/>
                  <a:gd name="T1" fmla="*/ 49 h 44"/>
                  <a:gd name="T2" fmla="*/ 141 w 35"/>
                  <a:gd name="T3" fmla="*/ 424 h 44"/>
                  <a:gd name="T4" fmla="*/ 358 w 35"/>
                  <a:gd name="T5" fmla="*/ 510 h 44"/>
                  <a:gd name="T6" fmla="*/ 297 w 35"/>
                  <a:gd name="T7" fmla="*/ 4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4">
                    <a:moveTo>
                      <a:pt x="29" y="4"/>
                    </a:moveTo>
                    <a:cubicBezTo>
                      <a:pt x="19" y="0"/>
                      <a:pt x="0" y="12"/>
                      <a:pt x="14" y="34"/>
                    </a:cubicBezTo>
                    <a:cubicBezTo>
                      <a:pt x="24" y="44"/>
                      <a:pt x="35" y="41"/>
                      <a:pt x="35" y="41"/>
                    </a:cubicBezTo>
                    <a:cubicBezTo>
                      <a:pt x="22" y="39"/>
                      <a:pt x="11" y="14"/>
                      <a:pt x="29" y="4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5" name="Freeform 178">
                <a:extLst>
                  <a:ext uri="{FF2B5EF4-FFF2-40B4-BE49-F238E27FC236}">
                    <a16:creationId xmlns:a16="http://schemas.microsoft.com/office/drawing/2014/main" id="{9173196E-C3E3-4C4A-9815-CB8DF2C0C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059"/>
                <a:ext cx="59" cy="125"/>
              </a:xfrm>
              <a:custGeom>
                <a:avLst/>
                <a:gdLst>
                  <a:gd name="T0" fmla="*/ 282 w 27"/>
                  <a:gd name="T1" fmla="*/ 0 h 54"/>
                  <a:gd name="T2" fmla="*/ 177 w 27"/>
                  <a:gd name="T3" fmla="*/ 669 h 54"/>
                  <a:gd name="T4" fmla="*/ 282 w 27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54">
                    <a:moveTo>
                      <a:pt x="27" y="0"/>
                    </a:moveTo>
                    <a:cubicBezTo>
                      <a:pt x="14" y="0"/>
                      <a:pt x="0" y="30"/>
                      <a:pt x="17" y="54"/>
                    </a:cubicBezTo>
                    <a:cubicBezTo>
                      <a:pt x="14" y="37"/>
                      <a:pt x="12" y="8"/>
                      <a:pt x="27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6" name="Freeform 179">
                <a:extLst>
                  <a:ext uri="{FF2B5EF4-FFF2-40B4-BE49-F238E27FC236}">
                    <a16:creationId xmlns:a16="http://schemas.microsoft.com/office/drawing/2014/main" id="{73C4CC0B-7F3F-417D-A862-165744C80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253"/>
                <a:ext cx="35" cy="132"/>
              </a:xfrm>
              <a:custGeom>
                <a:avLst/>
                <a:gdLst>
                  <a:gd name="T0" fmla="*/ 168 w 16"/>
                  <a:gd name="T1" fmla="*/ 709 h 57"/>
                  <a:gd name="T2" fmla="*/ 125 w 16"/>
                  <a:gd name="T3" fmla="*/ 0 h 57"/>
                  <a:gd name="T4" fmla="*/ 168 w 16"/>
                  <a:gd name="T5" fmla="*/ 709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7">
                    <a:moveTo>
                      <a:pt x="16" y="57"/>
                    </a:moveTo>
                    <a:cubicBezTo>
                      <a:pt x="0" y="37"/>
                      <a:pt x="6" y="4"/>
                      <a:pt x="12" y="0"/>
                    </a:cubicBezTo>
                    <a:cubicBezTo>
                      <a:pt x="8" y="10"/>
                      <a:pt x="8" y="47"/>
                      <a:pt x="16" y="57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7" name="Freeform 180">
                <a:extLst>
                  <a:ext uri="{FF2B5EF4-FFF2-40B4-BE49-F238E27FC236}">
                    <a16:creationId xmlns:a16="http://schemas.microsoft.com/office/drawing/2014/main" id="{DCDC0D60-3730-4966-9E71-C11E6AE32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639"/>
                <a:ext cx="41" cy="90"/>
              </a:xfrm>
              <a:custGeom>
                <a:avLst/>
                <a:gdLst>
                  <a:gd name="T0" fmla="*/ 190 w 19"/>
                  <a:gd name="T1" fmla="*/ 0 h 39"/>
                  <a:gd name="T2" fmla="*/ 69 w 19"/>
                  <a:gd name="T3" fmla="*/ 480 h 39"/>
                  <a:gd name="T4" fmla="*/ 190 w 19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19" y="0"/>
                    </a:moveTo>
                    <a:cubicBezTo>
                      <a:pt x="7" y="5"/>
                      <a:pt x="0" y="26"/>
                      <a:pt x="7" y="39"/>
                    </a:cubicBezTo>
                    <a:cubicBezTo>
                      <a:pt x="7" y="22"/>
                      <a:pt x="13" y="3"/>
                      <a:pt x="19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8" name="Freeform 181">
                <a:extLst>
                  <a:ext uri="{FF2B5EF4-FFF2-40B4-BE49-F238E27FC236}">
                    <a16:creationId xmlns:a16="http://schemas.microsoft.com/office/drawing/2014/main" id="{73634C50-8F40-43A3-9A76-0AB1EC614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103"/>
                <a:ext cx="11" cy="28"/>
              </a:xfrm>
              <a:custGeom>
                <a:avLst/>
                <a:gdLst>
                  <a:gd name="T0" fmla="*/ 33 w 5"/>
                  <a:gd name="T1" fmla="*/ 0 h 12"/>
                  <a:gd name="T2" fmla="*/ 33 w 5"/>
                  <a:gd name="T3" fmla="*/ 152 h 12"/>
                  <a:gd name="T4" fmla="*/ 53 w 5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cubicBezTo>
                      <a:pt x="2" y="3"/>
                      <a:pt x="0" y="9"/>
                      <a:pt x="3" y="12"/>
                    </a:cubicBezTo>
                    <a:cubicBezTo>
                      <a:pt x="5" y="10"/>
                      <a:pt x="5" y="4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9" name="Freeform 182">
                <a:extLst>
                  <a:ext uri="{FF2B5EF4-FFF2-40B4-BE49-F238E27FC236}">
                    <a16:creationId xmlns:a16="http://schemas.microsoft.com/office/drawing/2014/main" id="{7A48BDCE-D63C-4F35-B591-D9DABB3F2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089"/>
                <a:ext cx="6" cy="7"/>
              </a:xfrm>
              <a:custGeom>
                <a:avLst/>
                <a:gdLst>
                  <a:gd name="T0" fmla="*/ 8 w 3"/>
                  <a:gd name="T1" fmla="*/ 28 h 3"/>
                  <a:gd name="T2" fmla="*/ 8 w 3"/>
                  <a:gd name="T3" fmla="*/ 37 h 3"/>
                  <a:gd name="T4" fmla="*/ 24 w 3"/>
                  <a:gd name="T5" fmla="*/ 0 h 3"/>
                  <a:gd name="T6" fmla="*/ 0 w 3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0" name="Freeform 183">
                <a:extLst>
                  <a:ext uri="{FF2B5EF4-FFF2-40B4-BE49-F238E27FC236}">
                    <a16:creationId xmlns:a16="http://schemas.microsoft.com/office/drawing/2014/main" id="{26338936-39D0-4E3D-B7F4-4E577EF0C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350"/>
                <a:ext cx="8" cy="21"/>
              </a:xfrm>
              <a:custGeom>
                <a:avLst/>
                <a:gdLst>
                  <a:gd name="T0" fmla="*/ 8 w 4"/>
                  <a:gd name="T1" fmla="*/ 0 h 9"/>
                  <a:gd name="T2" fmla="*/ 24 w 4"/>
                  <a:gd name="T3" fmla="*/ 114 h 9"/>
                  <a:gd name="T4" fmla="*/ 16 w 4"/>
                  <a:gd name="T5" fmla="*/ 3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1" y="0"/>
                    </a:moveTo>
                    <a:cubicBezTo>
                      <a:pt x="0" y="3"/>
                      <a:pt x="0" y="8"/>
                      <a:pt x="3" y="9"/>
                    </a:cubicBezTo>
                    <a:cubicBezTo>
                      <a:pt x="4" y="7"/>
                      <a:pt x="3" y="5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1" name="Freeform 184">
                <a:extLst>
                  <a:ext uri="{FF2B5EF4-FFF2-40B4-BE49-F238E27FC236}">
                    <a16:creationId xmlns:a16="http://schemas.microsoft.com/office/drawing/2014/main" id="{D4B0D453-BBBC-4ECC-8C3C-F42528BA4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309"/>
                <a:ext cx="9" cy="11"/>
              </a:xfrm>
              <a:custGeom>
                <a:avLst/>
                <a:gdLst>
                  <a:gd name="T0" fmla="*/ 11 w 4"/>
                  <a:gd name="T1" fmla="*/ 9 h 5"/>
                  <a:gd name="T2" fmla="*/ 36 w 4"/>
                  <a:gd name="T3" fmla="*/ 53 h 5"/>
                  <a:gd name="T4" fmla="*/ 36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4"/>
                      <a:pt x="1" y="5"/>
                      <a:pt x="3" y="5"/>
                    </a:cubicBezTo>
                    <a:cubicBezTo>
                      <a:pt x="3" y="3"/>
                      <a:pt x="4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2" name="Freeform 185">
                <a:extLst>
                  <a:ext uri="{FF2B5EF4-FFF2-40B4-BE49-F238E27FC236}">
                    <a16:creationId xmlns:a16="http://schemas.microsoft.com/office/drawing/2014/main" id="{58CEFCAC-4261-4764-8F7E-C7DA2E239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339"/>
                <a:ext cx="6" cy="7"/>
              </a:xfrm>
              <a:custGeom>
                <a:avLst/>
                <a:gdLst>
                  <a:gd name="T0" fmla="*/ 8 w 3"/>
                  <a:gd name="T1" fmla="*/ 0 h 3"/>
                  <a:gd name="T2" fmla="*/ 8 w 3"/>
                  <a:gd name="T3" fmla="*/ 37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3" name="Freeform 186">
                <a:extLst>
                  <a:ext uri="{FF2B5EF4-FFF2-40B4-BE49-F238E27FC236}">
                    <a16:creationId xmlns:a16="http://schemas.microsoft.com/office/drawing/2014/main" id="{E96D1AB7-5A70-4B0D-9451-650C75633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625"/>
                <a:ext cx="8" cy="24"/>
              </a:xfrm>
              <a:custGeom>
                <a:avLst/>
                <a:gdLst>
                  <a:gd name="T0" fmla="*/ 0 w 4"/>
                  <a:gd name="T1" fmla="*/ 0 h 10"/>
                  <a:gd name="T2" fmla="*/ 24 w 4"/>
                  <a:gd name="T3" fmla="*/ 139 h 10"/>
                  <a:gd name="T4" fmla="*/ 32 w 4"/>
                  <a:gd name="T5" fmla="*/ 9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4"/>
                      <a:pt x="1" y="7"/>
                      <a:pt x="3" y="10"/>
                    </a:cubicBezTo>
                    <a:cubicBezTo>
                      <a:pt x="4" y="9"/>
                      <a:pt x="4" y="8"/>
                      <a:pt x="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4" name="Freeform 187">
                <a:extLst>
                  <a:ext uri="{FF2B5EF4-FFF2-40B4-BE49-F238E27FC236}">
                    <a16:creationId xmlns:a16="http://schemas.microsoft.com/office/drawing/2014/main" id="{85382CB2-16B7-459B-9EFA-48299FD8B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605"/>
                <a:ext cx="2" cy="9"/>
              </a:xfrm>
              <a:custGeom>
                <a:avLst/>
                <a:gdLst>
                  <a:gd name="T0" fmla="*/ 0 w 1"/>
                  <a:gd name="T1" fmla="*/ 25 h 4"/>
                  <a:gd name="T2" fmla="*/ 8 w 1"/>
                  <a:gd name="T3" fmla="*/ 45 h 4"/>
                  <a:gd name="T4" fmla="*/ 8 w 1"/>
                  <a:gd name="T5" fmla="*/ 0 h 4"/>
                  <a:gd name="T6" fmla="*/ 0 w 1"/>
                  <a:gd name="T7" fmla="*/ 25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1" y="2"/>
                      <a:pt x="1" y="2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5" name="Freeform 188">
                <a:extLst>
                  <a:ext uri="{FF2B5EF4-FFF2-40B4-BE49-F238E27FC236}">
                    <a16:creationId xmlns:a16="http://schemas.microsoft.com/office/drawing/2014/main" id="{C2B6FF91-841F-439C-88D8-19DB58417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706"/>
                <a:ext cx="54" cy="47"/>
              </a:xfrm>
              <a:custGeom>
                <a:avLst/>
                <a:gdLst>
                  <a:gd name="T0" fmla="*/ 253 w 25"/>
                  <a:gd name="T1" fmla="*/ 0 h 20"/>
                  <a:gd name="T2" fmla="*/ 0 w 25"/>
                  <a:gd name="T3" fmla="*/ 2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25" y="0"/>
                    </a:moveTo>
                    <a:cubicBezTo>
                      <a:pt x="10" y="1"/>
                      <a:pt x="1" y="9"/>
                      <a:pt x="0" y="20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6" name="Freeform 189">
                <a:extLst>
                  <a:ext uri="{FF2B5EF4-FFF2-40B4-BE49-F238E27FC236}">
                    <a16:creationId xmlns:a16="http://schemas.microsoft.com/office/drawing/2014/main" id="{F50C0C70-AA49-4E45-96EE-957FF962B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466"/>
                <a:ext cx="74" cy="261"/>
              </a:xfrm>
              <a:custGeom>
                <a:avLst/>
                <a:gdLst>
                  <a:gd name="T0" fmla="*/ 350 w 34"/>
                  <a:gd name="T1" fmla="*/ 49 h 113"/>
                  <a:gd name="T2" fmla="*/ 52 w 34"/>
                  <a:gd name="T3" fmla="*/ 171 h 113"/>
                  <a:gd name="T4" fmla="*/ 96 w 34"/>
                  <a:gd name="T5" fmla="*/ 631 h 113"/>
                  <a:gd name="T6" fmla="*/ 350 w 34"/>
                  <a:gd name="T7" fmla="*/ 1393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13">
                    <a:moveTo>
                      <a:pt x="34" y="4"/>
                    </a:moveTo>
                    <a:cubicBezTo>
                      <a:pt x="23" y="0"/>
                      <a:pt x="9" y="4"/>
                      <a:pt x="5" y="14"/>
                    </a:cubicBezTo>
                    <a:cubicBezTo>
                      <a:pt x="0" y="25"/>
                      <a:pt x="7" y="40"/>
                      <a:pt x="9" y="51"/>
                    </a:cubicBezTo>
                    <a:cubicBezTo>
                      <a:pt x="11" y="62"/>
                      <a:pt x="19" y="112"/>
                      <a:pt x="34" y="113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7" name="Freeform 190">
                <a:extLst>
                  <a:ext uri="{FF2B5EF4-FFF2-40B4-BE49-F238E27FC236}">
                    <a16:creationId xmlns:a16="http://schemas.microsoft.com/office/drawing/2014/main" id="{385BAB67-DFAC-4F9F-B385-FB93D695D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258"/>
                <a:ext cx="72" cy="224"/>
              </a:xfrm>
              <a:custGeom>
                <a:avLst/>
                <a:gdLst>
                  <a:gd name="T0" fmla="*/ 343 w 33"/>
                  <a:gd name="T1" fmla="*/ 0 h 97"/>
                  <a:gd name="T2" fmla="*/ 72 w 33"/>
                  <a:gd name="T3" fmla="*/ 591 h 97"/>
                  <a:gd name="T4" fmla="*/ 247 w 33"/>
                  <a:gd name="T5" fmla="*/ 1194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97">
                    <a:moveTo>
                      <a:pt x="33" y="0"/>
                    </a:moveTo>
                    <a:cubicBezTo>
                      <a:pt x="0" y="0"/>
                      <a:pt x="2" y="22"/>
                      <a:pt x="7" y="48"/>
                    </a:cubicBezTo>
                    <a:cubicBezTo>
                      <a:pt x="9" y="56"/>
                      <a:pt x="18" y="97"/>
                      <a:pt x="24" y="97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8" name="Freeform 191">
                <a:extLst>
                  <a:ext uri="{FF2B5EF4-FFF2-40B4-BE49-F238E27FC236}">
                    <a16:creationId xmlns:a16="http://schemas.microsoft.com/office/drawing/2014/main" id="{61D2A977-9642-4182-9A4B-95F50C731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048"/>
                <a:ext cx="65" cy="23"/>
              </a:xfrm>
              <a:custGeom>
                <a:avLst/>
                <a:gdLst>
                  <a:gd name="T0" fmla="*/ 306 w 30"/>
                  <a:gd name="T1" fmla="*/ 0 h 10"/>
                  <a:gd name="T2" fmla="*/ 0 w 30"/>
                  <a:gd name="T3" fmla="*/ 8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0">
                    <a:moveTo>
                      <a:pt x="30" y="0"/>
                    </a:moveTo>
                    <a:cubicBezTo>
                      <a:pt x="23" y="4"/>
                      <a:pt x="7" y="10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9" name="Freeform 192">
                <a:extLst>
                  <a:ext uri="{FF2B5EF4-FFF2-40B4-BE49-F238E27FC236}">
                    <a16:creationId xmlns:a16="http://schemas.microsoft.com/office/drawing/2014/main" id="{9D3CBD6D-FEDE-4417-A956-918DCDCA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1069"/>
                <a:ext cx="37" cy="226"/>
              </a:xfrm>
              <a:custGeom>
                <a:avLst/>
                <a:gdLst>
                  <a:gd name="T0" fmla="*/ 61 w 17"/>
                  <a:gd name="T1" fmla="*/ 0 h 98"/>
                  <a:gd name="T2" fmla="*/ 61 w 17"/>
                  <a:gd name="T3" fmla="*/ 676 h 98"/>
                  <a:gd name="T4" fmla="*/ 176 w 17"/>
                  <a:gd name="T5" fmla="*/ 1201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8">
                    <a:moveTo>
                      <a:pt x="6" y="0"/>
                    </a:moveTo>
                    <a:cubicBezTo>
                      <a:pt x="0" y="15"/>
                      <a:pt x="4" y="39"/>
                      <a:pt x="6" y="55"/>
                    </a:cubicBezTo>
                    <a:cubicBezTo>
                      <a:pt x="8" y="64"/>
                      <a:pt x="10" y="94"/>
                      <a:pt x="17" y="98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0" name="Freeform 193">
                <a:extLst>
                  <a:ext uri="{FF2B5EF4-FFF2-40B4-BE49-F238E27FC236}">
                    <a16:creationId xmlns:a16="http://schemas.microsoft.com/office/drawing/2014/main" id="{638E2782-180A-4418-9C6F-1B5D3B346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226"/>
                <a:ext cx="31" cy="37"/>
              </a:xfrm>
              <a:custGeom>
                <a:avLst/>
                <a:gdLst>
                  <a:gd name="T0" fmla="*/ 0 w 14"/>
                  <a:gd name="T1" fmla="*/ 199 h 16"/>
                  <a:gd name="T2" fmla="*/ 142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16"/>
                    </a:moveTo>
                    <a:cubicBezTo>
                      <a:pt x="4" y="13"/>
                      <a:pt x="14" y="3"/>
                      <a:pt x="13" y="0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1" name="Freeform 194">
                <a:extLst>
                  <a:ext uri="{FF2B5EF4-FFF2-40B4-BE49-F238E27FC236}">
                    <a16:creationId xmlns:a16="http://schemas.microsoft.com/office/drawing/2014/main" id="{A07D8BC9-391E-4DE8-8FE4-D6BCA7951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974"/>
                <a:ext cx="34" cy="95"/>
              </a:xfrm>
              <a:custGeom>
                <a:avLst/>
                <a:gdLst>
                  <a:gd name="T0" fmla="*/ 0 w 16"/>
                  <a:gd name="T1" fmla="*/ 0 h 41"/>
                  <a:gd name="T2" fmla="*/ 153 w 16"/>
                  <a:gd name="T3" fmla="*/ 51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1">
                    <a:moveTo>
                      <a:pt x="0" y="0"/>
                    </a:moveTo>
                    <a:cubicBezTo>
                      <a:pt x="2" y="9"/>
                      <a:pt x="8" y="37"/>
                      <a:pt x="16" y="41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2" name="Freeform 195">
                <a:extLst>
                  <a:ext uri="{FF2B5EF4-FFF2-40B4-BE49-F238E27FC236}">
                    <a16:creationId xmlns:a16="http://schemas.microsoft.com/office/drawing/2014/main" id="{A4CAC787-6908-48CC-934E-F6017D24C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057"/>
                <a:ext cx="30" cy="23"/>
              </a:xfrm>
              <a:custGeom>
                <a:avLst/>
                <a:gdLst>
                  <a:gd name="T0" fmla="*/ 0 w 14"/>
                  <a:gd name="T1" fmla="*/ 28 h 10"/>
                  <a:gd name="T2" fmla="*/ 137 w 14"/>
                  <a:gd name="T3" fmla="*/ 1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2"/>
                    </a:moveTo>
                    <a:cubicBezTo>
                      <a:pt x="6" y="0"/>
                      <a:pt x="12" y="5"/>
                      <a:pt x="14" y="10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3" name="Freeform 196">
                <a:extLst>
                  <a:ext uri="{FF2B5EF4-FFF2-40B4-BE49-F238E27FC236}">
                    <a16:creationId xmlns:a16="http://schemas.microsoft.com/office/drawing/2014/main" id="{960C6451-FC17-43B4-ABD9-AA871633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448"/>
                <a:ext cx="13" cy="23"/>
              </a:xfrm>
              <a:custGeom>
                <a:avLst/>
                <a:gdLst>
                  <a:gd name="T0" fmla="*/ 0 w 6"/>
                  <a:gd name="T1" fmla="*/ 122 h 10"/>
                  <a:gd name="T2" fmla="*/ 61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4" y="8"/>
                      <a:pt x="3" y="3"/>
                      <a:pt x="6" y="0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4" name="Freeform 197">
                <a:extLst>
                  <a:ext uri="{FF2B5EF4-FFF2-40B4-BE49-F238E27FC236}">
                    <a16:creationId xmlns:a16="http://schemas.microsoft.com/office/drawing/2014/main" id="{7513D4ED-60C8-4991-8CFD-77D640F41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679"/>
                <a:ext cx="13" cy="27"/>
              </a:xfrm>
              <a:custGeom>
                <a:avLst/>
                <a:gdLst>
                  <a:gd name="T0" fmla="*/ 0 w 6"/>
                  <a:gd name="T1" fmla="*/ 137 h 12"/>
                  <a:gd name="T2" fmla="*/ 61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3" y="11"/>
                      <a:pt x="6" y="4"/>
                      <a:pt x="6" y="0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5" name="Freeform 198">
                <a:extLst>
                  <a:ext uri="{FF2B5EF4-FFF2-40B4-BE49-F238E27FC236}">
                    <a16:creationId xmlns:a16="http://schemas.microsoft.com/office/drawing/2014/main" id="{03660BE9-E688-4129-B467-E7D934E5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972"/>
                <a:ext cx="78" cy="138"/>
              </a:xfrm>
              <a:custGeom>
                <a:avLst/>
                <a:gdLst>
                  <a:gd name="T0" fmla="*/ 0 w 36"/>
                  <a:gd name="T1" fmla="*/ 0 h 60"/>
                  <a:gd name="T2" fmla="*/ 286 w 36"/>
                  <a:gd name="T3" fmla="*/ 729 h 60"/>
                  <a:gd name="T4" fmla="*/ 366 w 36"/>
                  <a:gd name="T5" fmla="*/ 12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0">
                    <a:moveTo>
                      <a:pt x="0" y="0"/>
                    </a:moveTo>
                    <a:cubicBezTo>
                      <a:pt x="2" y="22"/>
                      <a:pt x="11" y="47"/>
                      <a:pt x="28" y="60"/>
                    </a:cubicBezTo>
                    <a:cubicBezTo>
                      <a:pt x="30" y="39"/>
                      <a:pt x="29" y="20"/>
                      <a:pt x="36" y="1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6" name="Freeform 199">
                <a:extLst>
                  <a:ext uri="{FF2B5EF4-FFF2-40B4-BE49-F238E27FC236}">
                    <a16:creationId xmlns:a16="http://schemas.microsoft.com/office/drawing/2014/main" id="{A799BA92-3191-4DFA-B6F8-7DA361EAC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978"/>
                <a:ext cx="99" cy="84"/>
              </a:xfrm>
              <a:custGeom>
                <a:avLst/>
                <a:gdLst>
                  <a:gd name="T0" fmla="*/ 458 w 46"/>
                  <a:gd name="T1" fmla="*/ 0 h 36"/>
                  <a:gd name="T2" fmla="*/ 101 w 46"/>
                  <a:gd name="T3" fmla="*/ 380 h 36"/>
                  <a:gd name="T4" fmla="*/ 0 w 46"/>
                  <a:gd name="T5" fmla="*/ 457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6">
                    <a:moveTo>
                      <a:pt x="46" y="0"/>
                    </a:moveTo>
                    <a:cubicBezTo>
                      <a:pt x="39" y="12"/>
                      <a:pt x="22" y="23"/>
                      <a:pt x="10" y="30"/>
                    </a:cubicBezTo>
                    <a:cubicBezTo>
                      <a:pt x="8" y="32"/>
                      <a:pt x="1" y="34"/>
                      <a:pt x="0" y="36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7" name="Freeform 200">
                <a:extLst>
                  <a:ext uri="{FF2B5EF4-FFF2-40B4-BE49-F238E27FC236}">
                    <a16:creationId xmlns:a16="http://schemas.microsoft.com/office/drawing/2014/main" id="{E8FA367F-A5B7-4B4E-AF3F-EDE66B51B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976"/>
                <a:ext cx="80" cy="303"/>
              </a:xfrm>
              <a:custGeom>
                <a:avLst/>
                <a:gdLst>
                  <a:gd name="T0" fmla="*/ 52 w 37"/>
                  <a:gd name="T1" fmla="*/ 0 h 131"/>
                  <a:gd name="T2" fmla="*/ 192 w 37"/>
                  <a:gd name="T3" fmla="*/ 1621 h 131"/>
                  <a:gd name="T4" fmla="*/ 322 w 37"/>
                  <a:gd name="T5" fmla="*/ 705 h 1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31">
                    <a:moveTo>
                      <a:pt x="5" y="0"/>
                    </a:moveTo>
                    <a:cubicBezTo>
                      <a:pt x="0" y="8"/>
                      <a:pt x="3" y="82"/>
                      <a:pt x="19" y="131"/>
                    </a:cubicBezTo>
                    <a:cubicBezTo>
                      <a:pt x="24" y="108"/>
                      <a:pt x="37" y="80"/>
                      <a:pt x="32" y="57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8" name="Freeform 201">
                <a:extLst>
                  <a:ext uri="{FF2B5EF4-FFF2-40B4-BE49-F238E27FC236}">
                    <a16:creationId xmlns:a16="http://schemas.microsoft.com/office/drawing/2014/main" id="{927D29A6-551B-473B-B127-2A7DD91F4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212"/>
                <a:ext cx="59" cy="252"/>
              </a:xfrm>
              <a:custGeom>
                <a:avLst/>
                <a:gdLst>
                  <a:gd name="T0" fmla="*/ 52 w 27"/>
                  <a:gd name="T1" fmla="*/ 347 h 109"/>
                  <a:gd name="T2" fmla="*/ 52 w 27"/>
                  <a:gd name="T3" fmla="*/ 839 h 109"/>
                  <a:gd name="T4" fmla="*/ 105 w 27"/>
                  <a:gd name="T5" fmla="*/ 1161 h 109"/>
                  <a:gd name="T6" fmla="*/ 157 w 27"/>
                  <a:gd name="T7" fmla="*/ 1348 h 109"/>
                  <a:gd name="T8" fmla="*/ 238 w 27"/>
                  <a:gd name="T9" fmla="*/ 1124 h 109"/>
                  <a:gd name="T10" fmla="*/ 249 w 27"/>
                  <a:gd name="T11" fmla="*/ 492 h 109"/>
                  <a:gd name="T12" fmla="*/ 149 w 27"/>
                  <a:gd name="T13" fmla="*/ 0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9">
                    <a:moveTo>
                      <a:pt x="5" y="28"/>
                    </a:moveTo>
                    <a:cubicBezTo>
                      <a:pt x="0" y="39"/>
                      <a:pt x="3" y="56"/>
                      <a:pt x="5" y="68"/>
                    </a:cubicBezTo>
                    <a:cubicBezTo>
                      <a:pt x="6" y="77"/>
                      <a:pt x="8" y="86"/>
                      <a:pt x="10" y="94"/>
                    </a:cubicBezTo>
                    <a:cubicBezTo>
                      <a:pt x="12" y="98"/>
                      <a:pt x="12" y="106"/>
                      <a:pt x="15" y="109"/>
                    </a:cubicBezTo>
                    <a:cubicBezTo>
                      <a:pt x="18" y="103"/>
                      <a:pt x="21" y="97"/>
                      <a:pt x="23" y="91"/>
                    </a:cubicBezTo>
                    <a:cubicBezTo>
                      <a:pt x="27" y="76"/>
                      <a:pt x="25" y="56"/>
                      <a:pt x="24" y="40"/>
                    </a:cubicBezTo>
                    <a:cubicBezTo>
                      <a:pt x="23" y="25"/>
                      <a:pt x="18" y="13"/>
                      <a:pt x="14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9" name="Freeform 202">
                <a:extLst>
                  <a:ext uri="{FF2B5EF4-FFF2-40B4-BE49-F238E27FC236}">
                    <a16:creationId xmlns:a16="http://schemas.microsoft.com/office/drawing/2014/main" id="{85FD3F3C-763E-4775-92CC-C1455C880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057"/>
                <a:ext cx="54" cy="245"/>
              </a:xfrm>
              <a:custGeom>
                <a:avLst/>
                <a:gdLst>
                  <a:gd name="T0" fmla="*/ 9 w 25"/>
                  <a:gd name="T1" fmla="*/ 1308 h 106"/>
                  <a:gd name="T2" fmla="*/ 181 w 25"/>
                  <a:gd name="T3" fmla="*/ 358 h 106"/>
                  <a:gd name="T4" fmla="*/ 0 w 25"/>
                  <a:gd name="T5" fmla="*/ 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06">
                    <a:moveTo>
                      <a:pt x="1" y="106"/>
                    </a:moveTo>
                    <a:cubicBezTo>
                      <a:pt x="12" y="85"/>
                      <a:pt x="25" y="53"/>
                      <a:pt x="18" y="29"/>
                    </a:cubicBezTo>
                    <a:cubicBezTo>
                      <a:pt x="14" y="17"/>
                      <a:pt x="6" y="1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0" name="Freeform 203">
                <a:extLst>
                  <a:ext uri="{FF2B5EF4-FFF2-40B4-BE49-F238E27FC236}">
                    <a16:creationId xmlns:a16="http://schemas.microsoft.com/office/drawing/2014/main" id="{9C4F6DA0-D3E3-4BCB-95E5-2A498987B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969"/>
                <a:ext cx="104" cy="118"/>
              </a:xfrm>
              <a:custGeom>
                <a:avLst/>
                <a:gdLst>
                  <a:gd name="T0" fmla="*/ 487 w 48"/>
                  <a:gd name="T1" fmla="*/ 0 h 51"/>
                  <a:gd name="T2" fmla="*/ 399 w 48"/>
                  <a:gd name="T3" fmla="*/ 301 h 51"/>
                  <a:gd name="T4" fmla="*/ 234 w 48"/>
                  <a:gd name="T5" fmla="*/ 632 h 51"/>
                  <a:gd name="T6" fmla="*/ 93 w 48"/>
                  <a:gd name="T7" fmla="*/ 359 h 51"/>
                  <a:gd name="T8" fmla="*/ 0 w 48"/>
                  <a:gd name="T9" fmla="*/ 3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1">
                    <a:moveTo>
                      <a:pt x="48" y="0"/>
                    </a:moveTo>
                    <a:cubicBezTo>
                      <a:pt x="45" y="7"/>
                      <a:pt x="42" y="17"/>
                      <a:pt x="39" y="24"/>
                    </a:cubicBezTo>
                    <a:cubicBezTo>
                      <a:pt x="36" y="32"/>
                      <a:pt x="31" y="46"/>
                      <a:pt x="23" y="51"/>
                    </a:cubicBezTo>
                    <a:cubicBezTo>
                      <a:pt x="17" y="45"/>
                      <a:pt x="14" y="36"/>
                      <a:pt x="9" y="29"/>
                    </a:cubicBezTo>
                    <a:cubicBezTo>
                      <a:pt x="6" y="24"/>
                      <a:pt x="0" y="10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1" name="Freeform 204">
                <a:extLst>
                  <a:ext uri="{FF2B5EF4-FFF2-40B4-BE49-F238E27FC236}">
                    <a16:creationId xmlns:a16="http://schemas.microsoft.com/office/drawing/2014/main" id="{5ADFFD4E-0471-4DE9-90E0-7B7A8708C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983"/>
                <a:ext cx="78" cy="245"/>
              </a:xfrm>
              <a:custGeom>
                <a:avLst/>
                <a:gdLst>
                  <a:gd name="T0" fmla="*/ 234 w 36"/>
                  <a:gd name="T1" fmla="*/ 0 h 106"/>
                  <a:gd name="T2" fmla="*/ 358 w 36"/>
                  <a:gd name="T3" fmla="*/ 640 h 106"/>
                  <a:gd name="T4" fmla="*/ 325 w 36"/>
                  <a:gd name="T5" fmla="*/ 1308 h 106"/>
                  <a:gd name="T6" fmla="*/ 113 w 36"/>
                  <a:gd name="T7" fmla="*/ 802 h 106"/>
                  <a:gd name="T8" fmla="*/ 0 w 36"/>
                  <a:gd name="T9" fmla="*/ 545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06">
                    <a:moveTo>
                      <a:pt x="23" y="0"/>
                    </a:moveTo>
                    <a:cubicBezTo>
                      <a:pt x="27" y="14"/>
                      <a:pt x="35" y="45"/>
                      <a:pt x="35" y="52"/>
                    </a:cubicBezTo>
                    <a:cubicBezTo>
                      <a:pt x="36" y="70"/>
                      <a:pt x="35" y="88"/>
                      <a:pt x="32" y="106"/>
                    </a:cubicBezTo>
                    <a:cubicBezTo>
                      <a:pt x="24" y="93"/>
                      <a:pt x="18" y="78"/>
                      <a:pt x="11" y="65"/>
                    </a:cubicBezTo>
                    <a:cubicBezTo>
                      <a:pt x="7" y="58"/>
                      <a:pt x="2" y="51"/>
                      <a:pt x="0" y="44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4210" name="Freeform 205">
              <a:extLst>
                <a:ext uri="{FF2B5EF4-FFF2-40B4-BE49-F238E27FC236}">
                  <a16:creationId xmlns:a16="http://schemas.microsoft.com/office/drawing/2014/main" id="{E104690E-1B9C-4AAD-BDA4-277BB331E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163"/>
              <a:ext cx="78" cy="335"/>
            </a:xfrm>
            <a:custGeom>
              <a:avLst/>
              <a:gdLst>
                <a:gd name="T0" fmla="*/ 20 w 36"/>
                <a:gd name="T1" fmla="*/ 0 h 145"/>
                <a:gd name="T2" fmla="*/ 9 w 36"/>
                <a:gd name="T3" fmla="*/ 282 h 145"/>
                <a:gd name="T4" fmla="*/ 20 w 36"/>
                <a:gd name="T5" fmla="*/ 913 h 145"/>
                <a:gd name="T6" fmla="*/ 217 w 36"/>
                <a:gd name="T7" fmla="*/ 1553 h 145"/>
                <a:gd name="T8" fmla="*/ 347 w 36"/>
                <a:gd name="T9" fmla="*/ 1788 h 145"/>
                <a:gd name="T10" fmla="*/ 366 w 36"/>
                <a:gd name="T11" fmla="*/ 1666 h 145"/>
                <a:gd name="T12" fmla="*/ 358 w 36"/>
                <a:gd name="T13" fmla="*/ 1356 h 145"/>
                <a:gd name="T14" fmla="*/ 306 w 36"/>
                <a:gd name="T15" fmla="*/ 827 h 145"/>
                <a:gd name="T16" fmla="*/ 193 w 36"/>
                <a:gd name="T17" fmla="*/ 293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45">
                  <a:moveTo>
                    <a:pt x="2" y="0"/>
                  </a:moveTo>
                  <a:cubicBezTo>
                    <a:pt x="2" y="6"/>
                    <a:pt x="2" y="18"/>
                    <a:pt x="1" y="23"/>
                  </a:cubicBezTo>
                  <a:cubicBezTo>
                    <a:pt x="0" y="40"/>
                    <a:pt x="0" y="57"/>
                    <a:pt x="2" y="74"/>
                  </a:cubicBezTo>
                  <a:cubicBezTo>
                    <a:pt x="4" y="92"/>
                    <a:pt x="9" y="111"/>
                    <a:pt x="21" y="126"/>
                  </a:cubicBezTo>
                  <a:cubicBezTo>
                    <a:pt x="25" y="132"/>
                    <a:pt x="32" y="138"/>
                    <a:pt x="34" y="145"/>
                  </a:cubicBezTo>
                  <a:cubicBezTo>
                    <a:pt x="36" y="142"/>
                    <a:pt x="36" y="138"/>
                    <a:pt x="36" y="135"/>
                  </a:cubicBezTo>
                  <a:cubicBezTo>
                    <a:pt x="36" y="124"/>
                    <a:pt x="36" y="121"/>
                    <a:pt x="35" y="110"/>
                  </a:cubicBezTo>
                  <a:cubicBezTo>
                    <a:pt x="34" y="95"/>
                    <a:pt x="32" y="82"/>
                    <a:pt x="30" y="67"/>
                  </a:cubicBezTo>
                  <a:cubicBezTo>
                    <a:pt x="28" y="47"/>
                    <a:pt x="17" y="28"/>
                    <a:pt x="19" y="24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1" name="Freeform 206">
              <a:extLst>
                <a:ext uri="{FF2B5EF4-FFF2-40B4-BE49-F238E27FC236}">
                  <a16:creationId xmlns:a16="http://schemas.microsoft.com/office/drawing/2014/main" id="{C5F78AE5-1D3F-4189-84D0-BF45154F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020"/>
              <a:ext cx="76" cy="280"/>
            </a:xfrm>
            <a:custGeom>
              <a:avLst/>
              <a:gdLst>
                <a:gd name="T0" fmla="*/ 9 w 35"/>
                <a:gd name="T1" fmla="*/ 0 h 121"/>
                <a:gd name="T2" fmla="*/ 9 w 35"/>
                <a:gd name="T3" fmla="*/ 285 h 121"/>
                <a:gd name="T4" fmla="*/ 93 w 35"/>
                <a:gd name="T5" fmla="*/ 856 h 121"/>
                <a:gd name="T6" fmla="*/ 278 w 35"/>
                <a:gd name="T7" fmla="*/ 1300 h 121"/>
                <a:gd name="T8" fmla="*/ 358 w 35"/>
                <a:gd name="T9" fmla="*/ 150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1">
                  <a:moveTo>
                    <a:pt x="1" y="0"/>
                  </a:moveTo>
                  <a:cubicBezTo>
                    <a:pt x="3" y="7"/>
                    <a:pt x="1" y="17"/>
                    <a:pt x="1" y="23"/>
                  </a:cubicBezTo>
                  <a:cubicBezTo>
                    <a:pt x="0" y="39"/>
                    <a:pt x="3" y="54"/>
                    <a:pt x="9" y="69"/>
                  </a:cubicBezTo>
                  <a:cubicBezTo>
                    <a:pt x="14" y="82"/>
                    <a:pt x="22" y="93"/>
                    <a:pt x="27" y="105"/>
                  </a:cubicBezTo>
                  <a:cubicBezTo>
                    <a:pt x="28" y="108"/>
                    <a:pt x="35" y="121"/>
                    <a:pt x="35" y="121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2" name="Freeform 207">
              <a:extLst>
                <a:ext uri="{FF2B5EF4-FFF2-40B4-BE49-F238E27FC236}">
                  <a16:creationId xmlns:a16="http://schemas.microsoft.com/office/drawing/2014/main" id="{5CBA39A6-5451-4A8A-BA27-D497E85CA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988"/>
              <a:ext cx="80" cy="291"/>
            </a:xfrm>
            <a:custGeom>
              <a:avLst/>
              <a:gdLst>
                <a:gd name="T0" fmla="*/ 365 w 37"/>
                <a:gd name="T1" fmla="*/ 0 h 126"/>
                <a:gd name="T2" fmla="*/ 314 w 37"/>
                <a:gd name="T3" fmla="*/ 651 h 126"/>
                <a:gd name="T4" fmla="*/ 192 w 37"/>
                <a:gd name="T5" fmla="*/ 1307 h 126"/>
                <a:gd name="T6" fmla="*/ 80 w 37"/>
                <a:gd name="T7" fmla="*/ 1478 h 126"/>
                <a:gd name="T8" fmla="*/ 0 w 37"/>
                <a:gd name="T9" fmla="*/ 1552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26">
                  <a:moveTo>
                    <a:pt x="36" y="0"/>
                  </a:moveTo>
                  <a:cubicBezTo>
                    <a:pt x="37" y="16"/>
                    <a:pt x="34" y="36"/>
                    <a:pt x="31" y="53"/>
                  </a:cubicBezTo>
                  <a:cubicBezTo>
                    <a:pt x="28" y="70"/>
                    <a:pt x="28" y="91"/>
                    <a:pt x="19" y="106"/>
                  </a:cubicBezTo>
                  <a:cubicBezTo>
                    <a:pt x="16" y="111"/>
                    <a:pt x="12" y="116"/>
                    <a:pt x="8" y="120"/>
                  </a:cubicBezTo>
                  <a:cubicBezTo>
                    <a:pt x="5" y="122"/>
                    <a:pt x="2" y="123"/>
                    <a:pt x="0" y="126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3" name="Freeform 208">
              <a:extLst>
                <a:ext uri="{FF2B5EF4-FFF2-40B4-BE49-F238E27FC236}">
                  <a16:creationId xmlns:a16="http://schemas.microsoft.com/office/drawing/2014/main" id="{C5ED1429-68D7-4E3F-94DB-4B893A8EB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198"/>
              <a:ext cx="124" cy="192"/>
            </a:xfrm>
            <a:custGeom>
              <a:avLst/>
              <a:gdLst>
                <a:gd name="T0" fmla="*/ 0 w 57"/>
                <a:gd name="T1" fmla="*/ 0 h 83"/>
                <a:gd name="T2" fmla="*/ 379 w 57"/>
                <a:gd name="T3" fmla="*/ 867 h 83"/>
                <a:gd name="T4" fmla="*/ 587 w 57"/>
                <a:gd name="T5" fmla="*/ 1027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83">
                  <a:moveTo>
                    <a:pt x="0" y="0"/>
                  </a:moveTo>
                  <a:cubicBezTo>
                    <a:pt x="6" y="26"/>
                    <a:pt x="14" y="53"/>
                    <a:pt x="37" y="70"/>
                  </a:cubicBezTo>
                  <a:cubicBezTo>
                    <a:pt x="42" y="74"/>
                    <a:pt x="51" y="80"/>
                    <a:pt x="57" y="83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4" name="Freeform 209">
              <a:extLst>
                <a:ext uri="{FF2B5EF4-FFF2-40B4-BE49-F238E27FC236}">
                  <a16:creationId xmlns:a16="http://schemas.microsoft.com/office/drawing/2014/main" id="{F3D6F4FA-F171-4424-9459-818D0267F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422"/>
              <a:ext cx="46" cy="331"/>
            </a:xfrm>
            <a:custGeom>
              <a:avLst/>
              <a:gdLst>
                <a:gd name="T0" fmla="*/ 125 w 21"/>
                <a:gd name="T1" fmla="*/ 1773 h 143"/>
                <a:gd name="T2" fmla="*/ 149 w 21"/>
                <a:gd name="T3" fmla="*/ 632 h 143"/>
                <a:gd name="T4" fmla="*/ 0 w 21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3">
                  <a:moveTo>
                    <a:pt x="12" y="143"/>
                  </a:moveTo>
                  <a:cubicBezTo>
                    <a:pt x="21" y="114"/>
                    <a:pt x="15" y="80"/>
                    <a:pt x="14" y="51"/>
                  </a:cubicBezTo>
                  <a:cubicBezTo>
                    <a:pt x="13" y="34"/>
                    <a:pt x="6" y="1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5" name="Freeform 210">
              <a:extLst>
                <a:ext uri="{FF2B5EF4-FFF2-40B4-BE49-F238E27FC236}">
                  <a16:creationId xmlns:a16="http://schemas.microsoft.com/office/drawing/2014/main" id="{7A9502DF-A42C-4BEA-A5F0-FBDE1CA8B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459"/>
              <a:ext cx="31" cy="294"/>
            </a:xfrm>
            <a:custGeom>
              <a:avLst/>
              <a:gdLst>
                <a:gd name="T0" fmla="*/ 44 w 14"/>
                <a:gd name="T1" fmla="*/ 0 h 127"/>
                <a:gd name="T2" fmla="*/ 35 w 14"/>
                <a:gd name="T3" fmla="*/ 644 h 127"/>
                <a:gd name="T4" fmla="*/ 117 w 14"/>
                <a:gd name="T5" fmla="*/ 1329 h 127"/>
                <a:gd name="T6" fmla="*/ 153 w 14"/>
                <a:gd name="T7" fmla="*/ 1576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7">
                  <a:moveTo>
                    <a:pt x="4" y="0"/>
                  </a:moveTo>
                  <a:cubicBezTo>
                    <a:pt x="0" y="17"/>
                    <a:pt x="1" y="35"/>
                    <a:pt x="3" y="52"/>
                  </a:cubicBezTo>
                  <a:cubicBezTo>
                    <a:pt x="4" y="70"/>
                    <a:pt x="8" y="90"/>
                    <a:pt x="11" y="107"/>
                  </a:cubicBezTo>
                  <a:cubicBezTo>
                    <a:pt x="11" y="113"/>
                    <a:pt x="12" y="120"/>
                    <a:pt x="14" y="127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6" name="Freeform 211">
              <a:extLst>
                <a:ext uri="{FF2B5EF4-FFF2-40B4-BE49-F238E27FC236}">
                  <a16:creationId xmlns:a16="http://schemas.microsoft.com/office/drawing/2014/main" id="{98341480-7E8B-455A-8EBE-66D71E69A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267"/>
              <a:ext cx="55" cy="321"/>
            </a:xfrm>
            <a:custGeom>
              <a:avLst/>
              <a:gdLst>
                <a:gd name="T0" fmla="*/ 44 w 25"/>
                <a:gd name="T1" fmla="*/ 1711 h 139"/>
                <a:gd name="T2" fmla="*/ 0 w 25"/>
                <a:gd name="T3" fmla="*/ 0 h 1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39">
                  <a:moveTo>
                    <a:pt x="4" y="139"/>
                  </a:moveTo>
                  <a:cubicBezTo>
                    <a:pt x="25" y="99"/>
                    <a:pt x="23" y="38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7" name="Freeform 212">
              <a:extLst>
                <a:ext uri="{FF2B5EF4-FFF2-40B4-BE49-F238E27FC236}">
                  <a16:creationId xmlns:a16="http://schemas.microsoft.com/office/drawing/2014/main" id="{ED2F6D5C-58D6-45A3-9FCC-C96BD7D19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295"/>
              <a:ext cx="61" cy="220"/>
            </a:xfrm>
            <a:custGeom>
              <a:avLst/>
              <a:gdLst>
                <a:gd name="T0" fmla="*/ 176 w 28"/>
                <a:gd name="T1" fmla="*/ 0 h 95"/>
                <a:gd name="T2" fmla="*/ 176 w 28"/>
                <a:gd name="T3" fmla="*/ 734 h 95"/>
                <a:gd name="T4" fmla="*/ 0 w 28"/>
                <a:gd name="T5" fmla="*/ 1179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5">
                  <a:moveTo>
                    <a:pt x="17" y="0"/>
                  </a:moveTo>
                  <a:cubicBezTo>
                    <a:pt x="28" y="17"/>
                    <a:pt x="23" y="42"/>
                    <a:pt x="17" y="59"/>
                  </a:cubicBezTo>
                  <a:cubicBezTo>
                    <a:pt x="15" y="66"/>
                    <a:pt x="5" y="93"/>
                    <a:pt x="0" y="95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8" name="Freeform 213">
              <a:extLst>
                <a:ext uri="{FF2B5EF4-FFF2-40B4-BE49-F238E27FC236}">
                  <a16:creationId xmlns:a16="http://schemas.microsoft.com/office/drawing/2014/main" id="{5C3838D6-A36A-4DED-AFE6-1590D14B6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452"/>
              <a:ext cx="84" cy="298"/>
            </a:xfrm>
            <a:custGeom>
              <a:avLst/>
              <a:gdLst>
                <a:gd name="T0" fmla="*/ 261 w 39"/>
                <a:gd name="T1" fmla="*/ 0 h 129"/>
                <a:gd name="T2" fmla="*/ 330 w 39"/>
                <a:gd name="T3" fmla="*/ 1589 h 129"/>
                <a:gd name="T4" fmla="*/ 0 w 39"/>
                <a:gd name="T5" fmla="*/ 725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9">
                  <a:moveTo>
                    <a:pt x="26" y="0"/>
                  </a:moveTo>
                  <a:cubicBezTo>
                    <a:pt x="39" y="42"/>
                    <a:pt x="37" y="86"/>
                    <a:pt x="33" y="129"/>
                  </a:cubicBezTo>
                  <a:cubicBezTo>
                    <a:pt x="27" y="104"/>
                    <a:pt x="5" y="86"/>
                    <a:pt x="0" y="59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9" name="Freeform 214">
              <a:extLst>
                <a:ext uri="{FF2B5EF4-FFF2-40B4-BE49-F238E27FC236}">
                  <a16:creationId xmlns:a16="http://schemas.microsoft.com/office/drawing/2014/main" id="{15EDF03F-E9F2-4B30-8E34-442314A6E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374"/>
              <a:ext cx="91" cy="330"/>
            </a:xfrm>
            <a:custGeom>
              <a:avLst/>
              <a:gdLst>
                <a:gd name="T0" fmla="*/ 262 w 42"/>
                <a:gd name="T1" fmla="*/ 0 h 143"/>
                <a:gd name="T2" fmla="*/ 173 w 42"/>
                <a:gd name="T3" fmla="*/ 1304 h 143"/>
                <a:gd name="T4" fmla="*/ 0 w 42"/>
                <a:gd name="T5" fmla="*/ 1758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43">
                  <a:moveTo>
                    <a:pt x="26" y="0"/>
                  </a:moveTo>
                  <a:cubicBezTo>
                    <a:pt x="42" y="27"/>
                    <a:pt x="27" y="78"/>
                    <a:pt x="17" y="106"/>
                  </a:cubicBezTo>
                  <a:cubicBezTo>
                    <a:pt x="12" y="119"/>
                    <a:pt x="8" y="131"/>
                    <a:pt x="0" y="143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0" name="Freeform 215">
              <a:extLst>
                <a:ext uri="{FF2B5EF4-FFF2-40B4-BE49-F238E27FC236}">
                  <a16:creationId xmlns:a16="http://schemas.microsoft.com/office/drawing/2014/main" id="{2E74C140-BA15-4F88-9974-291C440B7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498"/>
              <a:ext cx="45" cy="257"/>
            </a:xfrm>
            <a:custGeom>
              <a:avLst/>
              <a:gdLst>
                <a:gd name="T0" fmla="*/ 206 w 21"/>
                <a:gd name="T1" fmla="*/ 1378 h 111"/>
                <a:gd name="T2" fmla="*/ 129 w 21"/>
                <a:gd name="T3" fmla="*/ 681 h 111"/>
                <a:gd name="T4" fmla="*/ 0 w 21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1">
                  <a:moveTo>
                    <a:pt x="21" y="111"/>
                  </a:moveTo>
                  <a:cubicBezTo>
                    <a:pt x="20" y="92"/>
                    <a:pt x="17" y="73"/>
                    <a:pt x="13" y="55"/>
                  </a:cubicBezTo>
                  <a:cubicBezTo>
                    <a:pt x="10" y="36"/>
                    <a:pt x="8" y="1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1" name="Freeform 216">
              <a:extLst>
                <a:ext uri="{FF2B5EF4-FFF2-40B4-BE49-F238E27FC236}">
                  <a16:creationId xmlns:a16="http://schemas.microsoft.com/office/drawing/2014/main" id="{F2D1D265-690D-4401-B3C7-7A067B74F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461"/>
              <a:ext cx="24" cy="289"/>
            </a:xfrm>
            <a:custGeom>
              <a:avLst/>
              <a:gdLst>
                <a:gd name="T0" fmla="*/ 61 w 11"/>
                <a:gd name="T1" fmla="*/ 0 h 125"/>
                <a:gd name="T2" fmla="*/ 0 w 11"/>
                <a:gd name="T3" fmla="*/ 492 h 125"/>
                <a:gd name="T4" fmla="*/ 33 w 11"/>
                <a:gd name="T5" fmla="*/ 1186 h 125"/>
                <a:gd name="T6" fmla="*/ 113 w 11"/>
                <a:gd name="T7" fmla="*/ 1544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5">
                  <a:moveTo>
                    <a:pt x="6" y="0"/>
                  </a:moveTo>
                  <a:cubicBezTo>
                    <a:pt x="5" y="15"/>
                    <a:pt x="1" y="25"/>
                    <a:pt x="0" y="40"/>
                  </a:cubicBezTo>
                  <a:cubicBezTo>
                    <a:pt x="0" y="58"/>
                    <a:pt x="0" y="78"/>
                    <a:pt x="3" y="96"/>
                  </a:cubicBezTo>
                  <a:cubicBezTo>
                    <a:pt x="5" y="105"/>
                    <a:pt x="8" y="115"/>
                    <a:pt x="11" y="125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2" name="Freeform 217">
              <a:extLst>
                <a:ext uri="{FF2B5EF4-FFF2-40B4-BE49-F238E27FC236}">
                  <a16:creationId xmlns:a16="http://schemas.microsoft.com/office/drawing/2014/main" id="{20BE0218-29EE-4836-828C-23E4BAE95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711"/>
              <a:ext cx="11" cy="42"/>
            </a:xfrm>
            <a:custGeom>
              <a:avLst/>
              <a:gdLst>
                <a:gd name="T0" fmla="*/ 0 w 5"/>
                <a:gd name="T1" fmla="*/ 229 h 18"/>
                <a:gd name="T2" fmla="*/ 53 w 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18"/>
                  </a:moveTo>
                  <a:cubicBezTo>
                    <a:pt x="0" y="11"/>
                    <a:pt x="2" y="4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3" name="Freeform 218">
              <a:extLst>
                <a:ext uri="{FF2B5EF4-FFF2-40B4-BE49-F238E27FC236}">
                  <a16:creationId xmlns:a16="http://schemas.microsoft.com/office/drawing/2014/main" id="{D541F85D-B057-4DED-864D-654FCD16A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561"/>
              <a:ext cx="33" cy="194"/>
            </a:xfrm>
            <a:custGeom>
              <a:avLst/>
              <a:gdLst>
                <a:gd name="T0" fmla="*/ 44 w 15"/>
                <a:gd name="T1" fmla="*/ 0 h 84"/>
                <a:gd name="T2" fmla="*/ 20 w 15"/>
                <a:gd name="T3" fmla="*/ 640 h 84"/>
                <a:gd name="T4" fmla="*/ 161 w 15"/>
                <a:gd name="T5" fmla="*/ 1035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4">
                  <a:moveTo>
                    <a:pt x="4" y="0"/>
                  </a:moveTo>
                  <a:cubicBezTo>
                    <a:pt x="2" y="17"/>
                    <a:pt x="0" y="35"/>
                    <a:pt x="2" y="52"/>
                  </a:cubicBezTo>
                  <a:cubicBezTo>
                    <a:pt x="4" y="64"/>
                    <a:pt x="9" y="74"/>
                    <a:pt x="15" y="84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4" name="Freeform 219">
              <a:extLst>
                <a:ext uri="{FF2B5EF4-FFF2-40B4-BE49-F238E27FC236}">
                  <a16:creationId xmlns:a16="http://schemas.microsoft.com/office/drawing/2014/main" id="{51B8BA98-C3FD-46B4-BFA3-00BC6B447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725"/>
              <a:ext cx="2" cy="30"/>
            </a:xfrm>
            <a:custGeom>
              <a:avLst/>
              <a:gdLst>
                <a:gd name="T0" fmla="*/ 8 w 1"/>
                <a:gd name="T1" fmla="*/ 159 h 13"/>
                <a:gd name="T2" fmla="*/ 0 w 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13"/>
                  </a:moveTo>
                  <a:cubicBezTo>
                    <a:pt x="1" y="9"/>
                    <a:pt x="0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5" name="Freeform 220">
              <a:extLst>
                <a:ext uri="{FF2B5EF4-FFF2-40B4-BE49-F238E27FC236}">
                  <a16:creationId xmlns:a16="http://schemas.microsoft.com/office/drawing/2014/main" id="{7BF9A1D0-9797-426B-BE5B-AE473E49D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732"/>
              <a:ext cx="3" cy="23"/>
            </a:xfrm>
            <a:custGeom>
              <a:avLst/>
              <a:gdLst>
                <a:gd name="T0" fmla="*/ 27 w 1"/>
                <a:gd name="T1" fmla="*/ 0 h 10"/>
                <a:gd name="T2" fmla="*/ 0 w 1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1" y="3"/>
                    <a:pt x="0" y="6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6" name="Freeform 221">
              <a:extLst>
                <a:ext uri="{FF2B5EF4-FFF2-40B4-BE49-F238E27FC236}">
                  <a16:creationId xmlns:a16="http://schemas.microsoft.com/office/drawing/2014/main" id="{20AE4E58-6A7B-4E37-9E5F-FB58CD795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034"/>
              <a:ext cx="15" cy="81"/>
            </a:xfrm>
            <a:custGeom>
              <a:avLst/>
              <a:gdLst>
                <a:gd name="T0" fmla="*/ 69 w 7"/>
                <a:gd name="T1" fmla="*/ 0 h 35"/>
                <a:gd name="T2" fmla="*/ 60 w 7"/>
                <a:gd name="T3" fmla="*/ 433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5">
                  <a:moveTo>
                    <a:pt x="7" y="0"/>
                  </a:moveTo>
                  <a:cubicBezTo>
                    <a:pt x="0" y="5"/>
                    <a:pt x="3" y="30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7" name="Freeform 222">
              <a:extLst>
                <a:ext uri="{FF2B5EF4-FFF2-40B4-BE49-F238E27FC236}">
                  <a16:creationId xmlns:a16="http://schemas.microsoft.com/office/drawing/2014/main" id="{F0C63799-370B-4576-BF92-FD8B2E1A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244"/>
              <a:ext cx="5" cy="51"/>
            </a:xfrm>
            <a:custGeom>
              <a:avLst/>
              <a:gdLst>
                <a:gd name="T0" fmla="*/ 33 w 2"/>
                <a:gd name="T1" fmla="*/ 0 h 22"/>
                <a:gd name="T2" fmla="*/ 20 w 2"/>
                <a:gd name="T3" fmla="*/ 2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0" y="7"/>
                    <a:pt x="0" y="16"/>
                    <a:pt x="1" y="22"/>
                  </a:cubicBezTo>
                </a:path>
              </a:pathLst>
            </a:custGeom>
            <a:noFill/>
            <a:ln w="11113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8" name="Freeform 223">
              <a:extLst>
                <a:ext uri="{FF2B5EF4-FFF2-40B4-BE49-F238E27FC236}">
                  <a16:creationId xmlns:a16="http://schemas.microsoft.com/office/drawing/2014/main" id="{806BEAB3-CA18-4BB7-B6C7-3D502935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965"/>
              <a:ext cx="74" cy="168"/>
            </a:xfrm>
            <a:custGeom>
              <a:avLst/>
              <a:gdLst>
                <a:gd name="T0" fmla="*/ 257 w 34"/>
                <a:gd name="T1" fmla="*/ 0 h 73"/>
                <a:gd name="T2" fmla="*/ 342 w 34"/>
                <a:gd name="T3" fmla="*/ 732 h 73"/>
                <a:gd name="T4" fmla="*/ 0 w 34"/>
                <a:gd name="T5" fmla="*/ 879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73">
                  <a:moveTo>
                    <a:pt x="25" y="0"/>
                  </a:moveTo>
                  <a:cubicBezTo>
                    <a:pt x="34" y="24"/>
                    <a:pt x="29" y="36"/>
                    <a:pt x="33" y="60"/>
                  </a:cubicBezTo>
                  <a:cubicBezTo>
                    <a:pt x="32" y="73"/>
                    <a:pt x="1" y="71"/>
                    <a:pt x="0" y="7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9" name="Freeform 224">
              <a:extLst>
                <a:ext uri="{FF2B5EF4-FFF2-40B4-BE49-F238E27FC236}">
                  <a16:creationId xmlns:a16="http://schemas.microsoft.com/office/drawing/2014/main" id="{C6FC1F2F-CFD5-4D8D-BA91-079D01200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115"/>
              <a:ext cx="70" cy="210"/>
            </a:xfrm>
            <a:custGeom>
              <a:avLst/>
              <a:gdLst>
                <a:gd name="T0" fmla="*/ 201 w 32"/>
                <a:gd name="T1" fmla="*/ 0 h 91"/>
                <a:gd name="T2" fmla="*/ 254 w 32"/>
                <a:gd name="T3" fmla="*/ 272 h 91"/>
                <a:gd name="T4" fmla="*/ 315 w 32"/>
                <a:gd name="T5" fmla="*/ 713 h 91"/>
                <a:gd name="T6" fmla="*/ 291 w 32"/>
                <a:gd name="T7" fmla="*/ 985 h 91"/>
                <a:gd name="T8" fmla="*/ 0 w 32"/>
                <a:gd name="T9" fmla="*/ 108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1">
                  <a:moveTo>
                    <a:pt x="19" y="0"/>
                  </a:moveTo>
                  <a:cubicBezTo>
                    <a:pt x="24" y="5"/>
                    <a:pt x="23" y="16"/>
                    <a:pt x="24" y="22"/>
                  </a:cubicBezTo>
                  <a:cubicBezTo>
                    <a:pt x="25" y="34"/>
                    <a:pt x="29" y="46"/>
                    <a:pt x="30" y="58"/>
                  </a:cubicBezTo>
                  <a:cubicBezTo>
                    <a:pt x="31" y="66"/>
                    <a:pt x="32" y="73"/>
                    <a:pt x="28" y="80"/>
                  </a:cubicBezTo>
                  <a:cubicBezTo>
                    <a:pt x="24" y="85"/>
                    <a:pt x="5" y="91"/>
                    <a:pt x="0" y="8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0" name="Freeform 225">
              <a:extLst>
                <a:ext uri="{FF2B5EF4-FFF2-40B4-BE49-F238E27FC236}">
                  <a16:creationId xmlns:a16="http://schemas.microsoft.com/office/drawing/2014/main" id="{BB98A19E-80E2-45A5-8849-2BD30670D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300"/>
              <a:ext cx="47" cy="175"/>
            </a:xfrm>
            <a:custGeom>
              <a:avLst/>
              <a:gdLst>
                <a:gd name="T0" fmla="*/ 137 w 22"/>
                <a:gd name="T1" fmla="*/ 0 h 76"/>
                <a:gd name="T2" fmla="*/ 205 w 22"/>
                <a:gd name="T3" fmla="*/ 684 h 76"/>
                <a:gd name="T4" fmla="*/ 188 w 22"/>
                <a:gd name="T5" fmla="*/ 863 h 76"/>
                <a:gd name="T6" fmla="*/ 0 w 22"/>
                <a:gd name="T7" fmla="*/ 928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6">
                  <a:moveTo>
                    <a:pt x="14" y="0"/>
                  </a:moveTo>
                  <a:cubicBezTo>
                    <a:pt x="19" y="19"/>
                    <a:pt x="22" y="36"/>
                    <a:pt x="21" y="56"/>
                  </a:cubicBezTo>
                  <a:cubicBezTo>
                    <a:pt x="21" y="60"/>
                    <a:pt x="22" y="67"/>
                    <a:pt x="19" y="71"/>
                  </a:cubicBezTo>
                  <a:cubicBezTo>
                    <a:pt x="17" y="74"/>
                    <a:pt x="4" y="76"/>
                    <a:pt x="0" y="7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1" name="Freeform 226">
              <a:extLst>
                <a:ext uri="{FF2B5EF4-FFF2-40B4-BE49-F238E27FC236}">
                  <a16:creationId xmlns:a16="http://schemas.microsoft.com/office/drawing/2014/main" id="{9C006818-0316-448F-8206-8F030E546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461"/>
              <a:ext cx="48" cy="171"/>
            </a:xfrm>
            <a:custGeom>
              <a:avLst/>
              <a:gdLst>
                <a:gd name="T0" fmla="*/ 72 w 22"/>
                <a:gd name="T1" fmla="*/ 0 h 74"/>
                <a:gd name="T2" fmla="*/ 209 w 22"/>
                <a:gd name="T3" fmla="*/ 716 h 74"/>
                <a:gd name="T4" fmla="*/ 185 w 22"/>
                <a:gd name="T5" fmla="*/ 848 h 74"/>
                <a:gd name="T6" fmla="*/ 0 w 22"/>
                <a:gd name="T7" fmla="*/ 90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4">
                  <a:moveTo>
                    <a:pt x="7" y="0"/>
                  </a:moveTo>
                  <a:cubicBezTo>
                    <a:pt x="8" y="18"/>
                    <a:pt x="18" y="40"/>
                    <a:pt x="20" y="58"/>
                  </a:cubicBezTo>
                  <a:cubicBezTo>
                    <a:pt x="21" y="65"/>
                    <a:pt x="22" y="65"/>
                    <a:pt x="18" y="69"/>
                  </a:cubicBezTo>
                  <a:cubicBezTo>
                    <a:pt x="15" y="71"/>
                    <a:pt x="3" y="74"/>
                    <a:pt x="0" y="7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2" name="Freeform 227">
              <a:extLst>
                <a:ext uri="{FF2B5EF4-FFF2-40B4-BE49-F238E27FC236}">
                  <a16:creationId xmlns:a16="http://schemas.microsoft.com/office/drawing/2014/main" id="{1591BF01-5890-43BC-8E56-9133DD9F5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623"/>
              <a:ext cx="35" cy="130"/>
            </a:xfrm>
            <a:custGeom>
              <a:avLst/>
              <a:gdLst>
                <a:gd name="T0" fmla="*/ 0 w 16"/>
                <a:gd name="T1" fmla="*/ 0 h 56"/>
                <a:gd name="T2" fmla="*/ 116 w 16"/>
                <a:gd name="T3" fmla="*/ 701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6">
                  <a:moveTo>
                    <a:pt x="0" y="0"/>
                  </a:moveTo>
                  <a:cubicBezTo>
                    <a:pt x="5" y="17"/>
                    <a:pt x="16" y="38"/>
                    <a:pt x="11" y="5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3" name="Freeform 228">
              <a:extLst>
                <a:ext uri="{FF2B5EF4-FFF2-40B4-BE49-F238E27FC236}">
                  <a16:creationId xmlns:a16="http://schemas.microsoft.com/office/drawing/2014/main" id="{410BFE83-0A81-480F-AA2F-70394D3D0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974"/>
              <a:ext cx="83" cy="152"/>
            </a:xfrm>
            <a:custGeom>
              <a:avLst/>
              <a:gdLst>
                <a:gd name="T0" fmla="*/ 354 w 38"/>
                <a:gd name="T1" fmla="*/ 0 h 66"/>
                <a:gd name="T2" fmla="*/ 395 w 38"/>
                <a:gd name="T3" fmla="*/ 590 h 66"/>
                <a:gd name="T4" fmla="*/ 238 w 38"/>
                <a:gd name="T5" fmla="*/ 781 h 66"/>
                <a:gd name="T6" fmla="*/ 44 w 38"/>
                <a:gd name="T7" fmla="*/ 477 h 66"/>
                <a:gd name="T8" fmla="*/ 0 w 38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6">
                  <a:moveTo>
                    <a:pt x="34" y="0"/>
                  </a:moveTo>
                  <a:cubicBezTo>
                    <a:pt x="34" y="13"/>
                    <a:pt x="38" y="35"/>
                    <a:pt x="38" y="48"/>
                  </a:cubicBezTo>
                  <a:cubicBezTo>
                    <a:pt x="38" y="61"/>
                    <a:pt x="37" y="66"/>
                    <a:pt x="23" y="64"/>
                  </a:cubicBezTo>
                  <a:cubicBezTo>
                    <a:pt x="6" y="61"/>
                    <a:pt x="7" y="57"/>
                    <a:pt x="4" y="39"/>
                  </a:cubicBezTo>
                  <a:cubicBezTo>
                    <a:pt x="3" y="29"/>
                    <a:pt x="3" y="8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4" name="Freeform 229">
              <a:extLst>
                <a:ext uri="{FF2B5EF4-FFF2-40B4-BE49-F238E27FC236}">
                  <a16:creationId xmlns:a16="http://schemas.microsoft.com/office/drawing/2014/main" id="{94E70655-0E57-47D6-8053-146E5B97B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073"/>
              <a:ext cx="63" cy="9"/>
            </a:xfrm>
            <a:custGeom>
              <a:avLst/>
              <a:gdLst>
                <a:gd name="T0" fmla="*/ 0 w 29"/>
                <a:gd name="T1" fmla="*/ 45 h 4"/>
                <a:gd name="T2" fmla="*/ 298 w 2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">
                  <a:moveTo>
                    <a:pt x="0" y="4"/>
                  </a:moveTo>
                  <a:cubicBezTo>
                    <a:pt x="11" y="4"/>
                    <a:pt x="19" y="3"/>
                    <a:pt x="2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5" name="Freeform 230">
              <a:extLst>
                <a:ext uri="{FF2B5EF4-FFF2-40B4-BE49-F238E27FC236}">
                  <a16:creationId xmlns:a16="http://schemas.microsoft.com/office/drawing/2014/main" id="{D82662E1-5889-465A-AA93-32ACAAC41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112"/>
              <a:ext cx="84" cy="107"/>
            </a:xfrm>
            <a:custGeom>
              <a:avLst/>
              <a:gdLst>
                <a:gd name="T0" fmla="*/ 321 w 39"/>
                <a:gd name="T1" fmla="*/ 0 h 46"/>
                <a:gd name="T2" fmla="*/ 302 w 39"/>
                <a:gd name="T3" fmla="*/ 465 h 46"/>
                <a:gd name="T4" fmla="*/ 0 w 39"/>
                <a:gd name="T5" fmla="*/ 542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6">
                  <a:moveTo>
                    <a:pt x="32" y="0"/>
                  </a:moveTo>
                  <a:cubicBezTo>
                    <a:pt x="30" y="11"/>
                    <a:pt x="39" y="28"/>
                    <a:pt x="30" y="37"/>
                  </a:cubicBezTo>
                  <a:cubicBezTo>
                    <a:pt x="25" y="42"/>
                    <a:pt x="6" y="46"/>
                    <a:pt x="0" y="4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6" name="Freeform 231">
              <a:extLst>
                <a:ext uri="{FF2B5EF4-FFF2-40B4-BE49-F238E27FC236}">
                  <a16:creationId xmlns:a16="http://schemas.microsoft.com/office/drawing/2014/main" id="{2FD16EF3-64A7-4BE8-AB62-21A969B38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193"/>
              <a:ext cx="78" cy="58"/>
            </a:xfrm>
            <a:custGeom>
              <a:avLst/>
              <a:gdLst>
                <a:gd name="T0" fmla="*/ 0 w 36"/>
                <a:gd name="T1" fmla="*/ 0 h 25"/>
                <a:gd name="T2" fmla="*/ 141 w 36"/>
                <a:gd name="T3" fmla="*/ 302 h 25"/>
                <a:gd name="T4" fmla="*/ 366 w 36"/>
                <a:gd name="T5" fmla="*/ 26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5">
                  <a:moveTo>
                    <a:pt x="0" y="0"/>
                  </a:moveTo>
                  <a:cubicBezTo>
                    <a:pt x="1" y="11"/>
                    <a:pt x="1" y="22"/>
                    <a:pt x="14" y="24"/>
                  </a:cubicBezTo>
                  <a:cubicBezTo>
                    <a:pt x="20" y="25"/>
                    <a:pt x="30" y="23"/>
                    <a:pt x="36" y="2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7" name="Freeform 232">
              <a:extLst>
                <a:ext uri="{FF2B5EF4-FFF2-40B4-BE49-F238E27FC236}">
                  <a16:creationId xmlns:a16="http://schemas.microsoft.com/office/drawing/2014/main" id="{B42C3DC7-1E90-4A69-BF89-60006CBBB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249"/>
              <a:ext cx="63" cy="150"/>
            </a:xfrm>
            <a:custGeom>
              <a:avLst/>
              <a:gdLst>
                <a:gd name="T0" fmla="*/ 0 w 29"/>
                <a:gd name="T1" fmla="*/ 0 h 65"/>
                <a:gd name="T2" fmla="*/ 52 w 29"/>
                <a:gd name="T3" fmla="*/ 639 h 65"/>
                <a:gd name="T4" fmla="*/ 298 w 29"/>
                <a:gd name="T5" fmla="*/ 73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5">
                  <a:moveTo>
                    <a:pt x="0" y="0"/>
                  </a:moveTo>
                  <a:cubicBezTo>
                    <a:pt x="3" y="17"/>
                    <a:pt x="0" y="36"/>
                    <a:pt x="5" y="52"/>
                  </a:cubicBezTo>
                  <a:cubicBezTo>
                    <a:pt x="8" y="65"/>
                    <a:pt x="17" y="62"/>
                    <a:pt x="29" y="6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8" name="Freeform 233">
              <a:extLst>
                <a:ext uri="{FF2B5EF4-FFF2-40B4-BE49-F238E27FC236}">
                  <a16:creationId xmlns:a16="http://schemas.microsoft.com/office/drawing/2014/main" id="{F2B35FD9-61EC-43BA-8F4B-53CD3F8B1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390"/>
              <a:ext cx="89" cy="166"/>
            </a:xfrm>
            <a:custGeom>
              <a:avLst/>
              <a:gdLst>
                <a:gd name="T0" fmla="*/ 80 w 41"/>
                <a:gd name="T1" fmla="*/ 12 h 72"/>
                <a:gd name="T2" fmla="*/ 43 w 41"/>
                <a:gd name="T3" fmla="*/ 602 h 72"/>
                <a:gd name="T4" fmla="*/ 254 w 41"/>
                <a:gd name="T5" fmla="*/ 749 h 72"/>
                <a:gd name="T6" fmla="*/ 297 w 41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2">
                  <a:moveTo>
                    <a:pt x="8" y="1"/>
                  </a:moveTo>
                  <a:cubicBezTo>
                    <a:pt x="0" y="12"/>
                    <a:pt x="2" y="36"/>
                    <a:pt x="4" y="49"/>
                  </a:cubicBezTo>
                  <a:cubicBezTo>
                    <a:pt x="5" y="64"/>
                    <a:pt x="8" y="72"/>
                    <a:pt x="25" y="61"/>
                  </a:cubicBezTo>
                  <a:cubicBezTo>
                    <a:pt x="41" y="50"/>
                    <a:pt x="31" y="16"/>
                    <a:pt x="2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9" name="Freeform 234">
              <a:extLst>
                <a:ext uri="{FF2B5EF4-FFF2-40B4-BE49-F238E27FC236}">
                  <a16:creationId xmlns:a16="http://schemas.microsoft.com/office/drawing/2014/main" id="{1D0BBE43-CD31-4C08-AA33-D83C71F74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244"/>
              <a:ext cx="20" cy="143"/>
            </a:xfrm>
            <a:custGeom>
              <a:avLst/>
              <a:gdLst>
                <a:gd name="T0" fmla="*/ 0 w 9"/>
                <a:gd name="T1" fmla="*/ 0 h 62"/>
                <a:gd name="T2" fmla="*/ 89 w 9"/>
                <a:gd name="T3" fmla="*/ 761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2">
                  <a:moveTo>
                    <a:pt x="0" y="0"/>
                  </a:moveTo>
                  <a:cubicBezTo>
                    <a:pt x="7" y="17"/>
                    <a:pt x="9" y="44"/>
                    <a:pt x="8" y="6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0" name="Freeform 235">
              <a:extLst>
                <a:ext uri="{FF2B5EF4-FFF2-40B4-BE49-F238E27FC236}">
                  <a16:creationId xmlns:a16="http://schemas.microsoft.com/office/drawing/2014/main" id="{495CA07E-6567-4794-99B9-1F13BF17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110"/>
              <a:ext cx="21" cy="134"/>
            </a:xfrm>
            <a:custGeom>
              <a:avLst/>
              <a:gdLst>
                <a:gd name="T0" fmla="*/ 0 w 10"/>
                <a:gd name="T1" fmla="*/ 0 h 58"/>
                <a:gd name="T2" fmla="*/ 92 w 10"/>
                <a:gd name="T3" fmla="*/ 71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8">
                  <a:moveTo>
                    <a:pt x="0" y="0"/>
                  </a:moveTo>
                  <a:cubicBezTo>
                    <a:pt x="6" y="17"/>
                    <a:pt x="6" y="45"/>
                    <a:pt x="10" y="5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1" name="Freeform 236">
              <a:extLst>
                <a:ext uri="{FF2B5EF4-FFF2-40B4-BE49-F238E27FC236}">
                  <a16:creationId xmlns:a16="http://schemas.microsoft.com/office/drawing/2014/main" id="{9E82E6DC-D8D3-4387-864A-B7F83550A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327"/>
              <a:ext cx="89" cy="44"/>
            </a:xfrm>
            <a:custGeom>
              <a:avLst/>
              <a:gdLst>
                <a:gd name="T0" fmla="*/ 0 w 41"/>
                <a:gd name="T1" fmla="*/ 86 h 19"/>
                <a:gd name="T2" fmla="*/ 419 w 4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9">
                  <a:moveTo>
                    <a:pt x="0" y="7"/>
                  </a:moveTo>
                  <a:cubicBezTo>
                    <a:pt x="3" y="19"/>
                    <a:pt x="33" y="5"/>
                    <a:pt x="41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2" name="Freeform 237">
              <a:extLst>
                <a:ext uri="{FF2B5EF4-FFF2-40B4-BE49-F238E27FC236}">
                  <a16:creationId xmlns:a16="http://schemas.microsoft.com/office/drawing/2014/main" id="{6A951EF0-5B08-4925-B9FB-61D17D3E4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233"/>
              <a:ext cx="19" cy="99"/>
            </a:xfrm>
            <a:custGeom>
              <a:avLst/>
              <a:gdLst>
                <a:gd name="T0" fmla="*/ 0 w 9"/>
                <a:gd name="T1" fmla="*/ 0 h 43"/>
                <a:gd name="T2" fmla="*/ 84 w 9"/>
                <a:gd name="T3" fmla="*/ 52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3">
                  <a:moveTo>
                    <a:pt x="0" y="0"/>
                  </a:moveTo>
                  <a:cubicBezTo>
                    <a:pt x="0" y="12"/>
                    <a:pt x="7" y="30"/>
                    <a:pt x="9" y="4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3" name="Freeform 238">
              <a:extLst>
                <a:ext uri="{FF2B5EF4-FFF2-40B4-BE49-F238E27FC236}">
                  <a16:creationId xmlns:a16="http://schemas.microsoft.com/office/drawing/2014/main" id="{E73B9C3F-8ACB-4C56-99D4-ED6888113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464"/>
              <a:ext cx="84" cy="32"/>
            </a:xfrm>
            <a:custGeom>
              <a:avLst/>
              <a:gdLst>
                <a:gd name="T0" fmla="*/ 0 w 39"/>
                <a:gd name="T1" fmla="*/ 142 h 14"/>
                <a:gd name="T2" fmla="*/ 390 w 3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4">
                  <a:moveTo>
                    <a:pt x="0" y="12"/>
                  </a:moveTo>
                  <a:cubicBezTo>
                    <a:pt x="14" y="14"/>
                    <a:pt x="28" y="8"/>
                    <a:pt x="3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4" name="Freeform 239">
              <a:extLst>
                <a:ext uri="{FF2B5EF4-FFF2-40B4-BE49-F238E27FC236}">
                  <a16:creationId xmlns:a16="http://schemas.microsoft.com/office/drawing/2014/main" id="{13665D0E-EDFB-4ECF-A79E-748924217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353"/>
              <a:ext cx="34" cy="53"/>
            </a:xfrm>
            <a:custGeom>
              <a:avLst/>
              <a:gdLst>
                <a:gd name="T0" fmla="*/ 153 w 16"/>
                <a:gd name="T1" fmla="*/ 0 h 23"/>
                <a:gd name="T2" fmla="*/ 28 w 16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3">
                  <a:moveTo>
                    <a:pt x="16" y="0"/>
                  </a:moveTo>
                  <a:cubicBezTo>
                    <a:pt x="9" y="2"/>
                    <a:pt x="0" y="16"/>
                    <a:pt x="3" y="2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5" name="Freeform 240">
              <a:extLst>
                <a:ext uri="{FF2B5EF4-FFF2-40B4-BE49-F238E27FC236}">
                  <a16:creationId xmlns:a16="http://schemas.microsoft.com/office/drawing/2014/main" id="{3ED0AB28-BEAF-4F67-92F4-8516F0259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533"/>
              <a:ext cx="78" cy="125"/>
            </a:xfrm>
            <a:custGeom>
              <a:avLst/>
              <a:gdLst>
                <a:gd name="T0" fmla="*/ 0 w 36"/>
                <a:gd name="T1" fmla="*/ 669 h 54"/>
                <a:gd name="T2" fmla="*/ 358 w 36"/>
                <a:gd name="T3" fmla="*/ 444 h 54"/>
                <a:gd name="T4" fmla="*/ 347 w 3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4">
                  <a:moveTo>
                    <a:pt x="0" y="54"/>
                  </a:moveTo>
                  <a:cubicBezTo>
                    <a:pt x="12" y="53"/>
                    <a:pt x="34" y="49"/>
                    <a:pt x="35" y="36"/>
                  </a:cubicBezTo>
                  <a:cubicBezTo>
                    <a:pt x="36" y="26"/>
                    <a:pt x="32" y="11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6" name="Freeform 241">
              <a:extLst>
                <a:ext uri="{FF2B5EF4-FFF2-40B4-BE49-F238E27FC236}">
                  <a16:creationId xmlns:a16="http://schemas.microsoft.com/office/drawing/2014/main" id="{5DE379C2-416B-4893-B858-BC63ED73C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609"/>
              <a:ext cx="9" cy="44"/>
            </a:xfrm>
            <a:custGeom>
              <a:avLst/>
              <a:gdLst>
                <a:gd name="T0" fmla="*/ 11 w 4"/>
                <a:gd name="T1" fmla="*/ 0 h 19"/>
                <a:gd name="T2" fmla="*/ 45 w 4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1" y="0"/>
                  </a:moveTo>
                  <a:cubicBezTo>
                    <a:pt x="0" y="7"/>
                    <a:pt x="2" y="13"/>
                    <a:pt x="4" y="1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7" name="Freeform 242">
              <a:extLst>
                <a:ext uri="{FF2B5EF4-FFF2-40B4-BE49-F238E27FC236}">
                  <a16:creationId xmlns:a16="http://schemas.microsoft.com/office/drawing/2014/main" id="{B199D472-05DB-47EA-84CC-132D55A81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129"/>
              <a:ext cx="41" cy="34"/>
            </a:xfrm>
            <a:custGeom>
              <a:avLst/>
              <a:gdLst>
                <a:gd name="T0" fmla="*/ 0 w 19"/>
                <a:gd name="T1" fmla="*/ 0 h 15"/>
                <a:gd name="T2" fmla="*/ 129 w 19"/>
                <a:gd name="T3" fmla="*/ 57 h 15"/>
                <a:gd name="T4" fmla="*/ 190 w 19"/>
                <a:gd name="T5" fmla="*/ 17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0" y="0"/>
                  </a:moveTo>
                  <a:cubicBezTo>
                    <a:pt x="5" y="2"/>
                    <a:pt x="8" y="1"/>
                    <a:pt x="13" y="5"/>
                  </a:cubicBezTo>
                  <a:cubicBezTo>
                    <a:pt x="15" y="7"/>
                    <a:pt x="16" y="13"/>
                    <a:pt x="19" y="1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8" name="Freeform 243">
              <a:extLst>
                <a:ext uri="{FF2B5EF4-FFF2-40B4-BE49-F238E27FC236}">
                  <a16:creationId xmlns:a16="http://schemas.microsoft.com/office/drawing/2014/main" id="{AE1ADDA4-9BBE-4E9C-A58C-7F6994302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632"/>
              <a:ext cx="72" cy="33"/>
            </a:xfrm>
            <a:custGeom>
              <a:avLst/>
              <a:gdLst>
                <a:gd name="T0" fmla="*/ 0 w 33"/>
                <a:gd name="T1" fmla="*/ 0 h 14"/>
                <a:gd name="T2" fmla="*/ 157 w 33"/>
                <a:gd name="T3" fmla="*/ 172 h 14"/>
                <a:gd name="T4" fmla="*/ 343 w 33"/>
                <a:gd name="T5" fmla="*/ 1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cubicBezTo>
                    <a:pt x="3" y="10"/>
                    <a:pt x="3" y="14"/>
                    <a:pt x="15" y="13"/>
                  </a:cubicBezTo>
                  <a:cubicBezTo>
                    <a:pt x="20" y="13"/>
                    <a:pt x="27" y="13"/>
                    <a:pt x="33" y="1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9" name="Freeform 244">
              <a:extLst>
                <a:ext uri="{FF2B5EF4-FFF2-40B4-BE49-F238E27FC236}">
                  <a16:creationId xmlns:a16="http://schemas.microsoft.com/office/drawing/2014/main" id="{65E413C1-18C4-4688-BB3C-6D90A280D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67"/>
              <a:ext cx="6" cy="88"/>
            </a:xfrm>
            <a:custGeom>
              <a:avLst/>
              <a:gdLst>
                <a:gd name="T0" fmla="*/ 24 w 3"/>
                <a:gd name="T1" fmla="*/ 0 h 38"/>
                <a:gd name="T2" fmla="*/ 24 w 3"/>
                <a:gd name="T3" fmla="*/ 47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8">
                  <a:moveTo>
                    <a:pt x="3" y="0"/>
                  </a:moveTo>
                  <a:cubicBezTo>
                    <a:pt x="0" y="5"/>
                    <a:pt x="0" y="24"/>
                    <a:pt x="3" y="3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0" name="Freeform 245">
              <a:extLst>
                <a:ext uri="{FF2B5EF4-FFF2-40B4-BE49-F238E27FC236}">
                  <a16:creationId xmlns:a16="http://schemas.microsoft.com/office/drawing/2014/main" id="{2AAC3004-F102-4BBA-90AF-9D2604AC0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651"/>
              <a:ext cx="23" cy="65"/>
            </a:xfrm>
            <a:custGeom>
              <a:avLst/>
              <a:gdLst>
                <a:gd name="T0" fmla="*/ 0 w 11"/>
                <a:gd name="T1" fmla="*/ 351 h 28"/>
                <a:gd name="T2" fmla="*/ 100 w 11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0" y="28"/>
                  </a:moveTo>
                  <a:cubicBezTo>
                    <a:pt x="1" y="17"/>
                    <a:pt x="3" y="7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1" name="Freeform 246">
              <a:extLst>
                <a:ext uri="{FF2B5EF4-FFF2-40B4-BE49-F238E27FC236}">
                  <a16:creationId xmlns:a16="http://schemas.microsoft.com/office/drawing/2014/main" id="{E1A9D29F-8097-4494-B64B-58E74F3DF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009"/>
              <a:ext cx="29" cy="94"/>
            </a:xfrm>
            <a:custGeom>
              <a:avLst/>
              <a:gdLst>
                <a:gd name="T0" fmla="*/ 0 w 13"/>
                <a:gd name="T1" fmla="*/ 0 h 41"/>
                <a:gd name="T2" fmla="*/ 145 w 13"/>
                <a:gd name="T3" fmla="*/ 495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1">
                  <a:moveTo>
                    <a:pt x="0" y="0"/>
                  </a:moveTo>
                  <a:cubicBezTo>
                    <a:pt x="3" y="9"/>
                    <a:pt x="0" y="39"/>
                    <a:pt x="13" y="41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2" name="Freeform 247">
              <a:extLst>
                <a:ext uri="{FF2B5EF4-FFF2-40B4-BE49-F238E27FC236}">
                  <a16:creationId xmlns:a16="http://schemas.microsoft.com/office/drawing/2014/main" id="{C57E7C0D-1BCE-434D-A307-C520EE683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1094"/>
              <a:ext cx="21" cy="85"/>
            </a:xfrm>
            <a:custGeom>
              <a:avLst/>
              <a:gdLst>
                <a:gd name="T0" fmla="*/ 8 w 10"/>
                <a:gd name="T1" fmla="*/ 0 h 37"/>
                <a:gd name="T2" fmla="*/ 92 w 10"/>
                <a:gd name="T3" fmla="*/ 448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1" y="0"/>
                  </a:moveTo>
                  <a:cubicBezTo>
                    <a:pt x="0" y="10"/>
                    <a:pt x="0" y="33"/>
                    <a:pt x="10" y="37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3" name="Freeform 248">
              <a:extLst>
                <a:ext uri="{FF2B5EF4-FFF2-40B4-BE49-F238E27FC236}">
                  <a16:creationId xmlns:a16="http://schemas.microsoft.com/office/drawing/2014/main" id="{49E063E9-5C64-4459-BFEC-3D1C6C0F6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1311"/>
              <a:ext cx="17" cy="74"/>
            </a:xfrm>
            <a:custGeom>
              <a:avLst/>
              <a:gdLst>
                <a:gd name="T0" fmla="*/ 0 w 8"/>
                <a:gd name="T1" fmla="*/ 0 h 32"/>
                <a:gd name="T2" fmla="*/ 77 w 8"/>
                <a:gd name="T3" fmla="*/ 39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2">
                  <a:moveTo>
                    <a:pt x="0" y="0"/>
                  </a:moveTo>
                  <a:cubicBezTo>
                    <a:pt x="0" y="8"/>
                    <a:pt x="0" y="29"/>
                    <a:pt x="8" y="32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4" name="Freeform 249">
              <a:extLst>
                <a:ext uri="{FF2B5EF4-FFF2-40B4-BE49-F238E27FC236}">
                  <a16:creationId xmlns:a16="http://schemas.microsoft.com/office/drawing/2014/main" id="{5D88B32B-98E0-4571-ABFA-C6BEA40CA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378"/>
              <a:ext cx="9" cy="63"/>
            </a:xfrm>
            <a:custGeom>
              <a:avLst/>
              <a:gdLst>
                <a:gd name="T0" fmla="*/ 25 w 4"/>
                <a:gd name="T1" fmla="*/ 0 h 27"/>
                <a:gd name="T2" fmla="*/ 45 w 4"/>
                <a:gd name="T3" fmla="*/ 3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0" y="10"/>
                    <a:pt x="3" y="18"/>
                    <a:pt x="4" y="27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5" name="Freeform 250">
              <a:extLst>
                <a:ext uri="{FF2B5EF4-FFF2-40B4-BE49-F238E27FC236}">
                  <a16:creationId xmlns:a16="http://schemas.microsoft.com/office/drawing/2014/main" id="{4228793B-FA89-4684-A3EB-6CEDF3D4F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1216"/>
              <a:ext cx="19" cy="74"/>
            </a:xfrm>
            <a:custGeom>
              <a:avLst/>
              <a:gdLst>
                <a:gd name="T0" fmla="*/ 8 w 9"/>
                <a:gd name="T1" fmla="*/ 0 h 32"/>
                <a:gd name="T2" fmla="*/ 27 w 9"/>
                <a:gd name="T3" fmla="*/ 321 h 32"/>
                <a:gd name="T4" fmla="*/ 84 w 9"/>
                <a:gd name="T5" fmla="*/ 39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2">
                  <a:moveTo>
                    <a:pt x="1" y="0"/>
                  </a:moveTo>
                  <a:cubicBezTo>
                    <a:pt x="0" y="7"/>
                    <a:pt x="0" y="19"/>
                    <a:pt x="3" y="26"/>
                  </a:cubicBezTo>
                  <a:cubicBezTo>
                    <a:pt x="4" y="29"/>
                    <a:pt x="8" y="31"/>
                    <a:pt x="9" y="32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6" name="Freeform 251">
              <a:extLst>
                <a:ext uri="{FF2B5EF4-FFF2-40B4-BE49-F238E27FC236}">
                  <a16:creationId xmlns:a16="http://schemas.microsoft.com/office/drawing/2014/main" id="{3FFB7080-62E2-46D1-A9EA-152395396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279"/>
              <a:ext cx="7" cy="62"/>
            </a:xfrm>
            <a:custGeom>
              <a:avLst/>
              <a:gdLst>
                <a:gd name="T0" fmla="*/ 0 w 3"/>
                <a:gd name="T1" fmla="*/ 0 h 27"/>
                <a:gd name="T2" fmla="*/ 37 w 3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0" y="0"/>
                  </a:moveTo>
                  <a:cubicBezTo>
                    <a:pt x="0" y="9"/>
                    <a:pt x="2" y="18"/>
                    <a:pt x="3" y="27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7" name="Freeform 252">
              <a:extLst>
                <a:ext uri="{FF2B5EF4-FFF2-40B4-BE49-F238E27FC236}">
                  <a16:creationId xmlns:a16="http://schemas.microsoft.com/office/drawing/2014/main" id="{71733294-AE79-4AF2-8D7F-6498D5D9E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505"/>
              <a:ext cx="19" cy="79"/>
            </a:xfrm>
            <a:custGeom>
              <a:avLst/>
              <a:gdLst>
                <a:gd name="T0" fmla="*/ 0 w 9"/>
                <a:gd name="T1" fmla="*/ 0 h 34"/>
                <a:gd name="T2" fmla="*/ 84 w 9"/>
                <a:gd name="T3" fmla="*/ 42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4">
                  <a:moveTo>
                    <a:pt x="0" y="0"/>
                  </a:moveTo>
                  <a:cubicBezTo>
                    <a:pt x="2" y="12"/>
                    <a:pt x="2" y="25"/>
                    <a:pt x="9" y="34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8" name="Freeform 253">
              <a:extLst>
                <a:ext uri="{FF2B5EF4-FFF2-40B4-BE49-F238E27FC236}">
                  <a16:creationId xmlns:a16="http://schemas.microsoft.com/office/drawing/2014/main" id="{AE6995CD-99B0-4A90-A2C8-11062D5D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568"/>
              <a:ext cx="9" cy="53"/>
            </a:xfrm>
            <a:custGeom>
              <a:avLst/>
              <a:gdLst>
                <a:gd name="T0" fmla="*/ 36 w 4"/>
                <a:gd name="T1" fmla="*/ 0 h 23"/>
                <a:gd name="T2" fmla="*/ 45 w 4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3" y="0"/>
                  </a:moveTo>
                  <a:cubicBezTo>
                    <a:pt x="2" y="7"/>
                    <a:pt x="0" y="16"/>
                    <a:pt x="4" y="23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9" name="Freeform 254">
              <a:extLst>
                <a:ext uri="{FF2B5EF4-FFF2-40B4-BE49-F238E27FC236}">
                  <a16:creationId xmlns:a16="http://schemas.microsoft.com/office/drawing/2014/main" id="{9DA9F0EE-285D-40A0-88B8-320994E0E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672"/>
              <a:ext cx="15" cy="78"/>
            </a:xfrm>
            <a:custGeom>
              <a:avLst/>
              <a:gdLst>
                <a:gd name="T0" fmla="*/ 69 w 7"/>
                <a:gd name="T1" fmla="*/ 411 h 34"/>
                <a:gd name="T2" fmla="*/ 28 w 7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4">
                  <a:moveTo>
                    <a:pt x="7" y="34"/>
                  </a:moveTo>
                  <a:cubicBezTo>
                    <a:pt x="5" y="23"/>
                    <a:pt x="0" y="11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0" name="Freeform 255">
              <a:extLst>
                <a:ext uri="{FF2B5EF4-FFF2-40B4-BE49-F238E27FC236}">
                  <a16:creationId xmlns:a16="http://schemas.microsoft.com/office/drawing/2014/main" id="{EDA0FAB0-5A71-471C-BF15-6813C1B8C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1635"/>
              <a:ext cx="15" cy="62"/>
            </a:xfrm>
            <a:custGeom>
              <a:avLst/>
              <a:gdLst>
                <a:gd name="T0" fmla="*/ 0 w 7"/>
                <a:gd name="T1" fmla="*/ 0 h 27"/>
                <a:gd name="T2" fmla="*/ 69 w 7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1" y="9"/>
                    <a:pt x="3" y="19"/>
                    <a:pt x="7" y="27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1" name="Freeform 256">
              <a:extLst>
                <a:ext uri="{FF2B5EF4-FFF2-40B4-BE49-F238E27FC236}">
                  <a16:creationId xmlns:a16="http://schemas.microsoft.com/office/drawing/2014/main" id="{23042B1E-73DB-4637-B06F-A987BF34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1653"/>
              <a:ext cx="17" cy="37"/>
            </a:xfrm>
            <a:custGeom>
              <a:avLst/>
              <a:gdLst>
                <a:gd name="T0" fmla="*/ 0 w 8"/>
                <a:gd name="T1" fmla="*/ 0 h 16"/>
                <a:gd name="T2" fmla="*/ 77 w 8"/>
                <a:gd name="T3" fmla="*/ 19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0" y="6"/>
                    <a:pt x="2" y="13"/>
                    <a:pt x="8" y="16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2" name="Freeform 257">
              <a:extLst>
                <a:ext uri="{FF2B5EF4-FFF2-40B4-BE49-F238E27FC236}">
                  <a16:creationId xmlns:a16="http://schemas.microsoft.com/office/drawing/2014/main" id="{D75F2BA2-6096-481D-97BE-F25CAB810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674"/>
              <a:ext cx="4" cy="51"/>
            </a:xfrm>
            <a:custGeom>
              <a:avLst/>
              <a:gdLst>
                <a:gd name="T0" fmla="*/ 16 w 2"/>
                <a:gd name="T1" fmla="*/ 0 h 22"/>
                <a:gd name="T2" fmla="*/ 16 w 2"/>
                <a:gd name="T3" fmla="*/ 2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0" y="7"/>
                    <a:pt x="0" y="15"/>
                    <a:pt x="2" y="22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3" name="Freeform 258">
              <a:extLst>
                <a:ext uri="{FF2B5EF4-FFF2-40B4-BE49-F238E27FC236}">
                  <a16:creationId xmlns:a16="http://schemas.microsoft.com/office/drawing/2014/main" id="{568230E5-C817-41B0-9112-039CC1E49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052"/>
              <a:ext cx="13" cy="54"/>
            </a:xfrm>
            <a:custGeom>
              <a:avLst/>
              <a:gdLst>
                <a:gd name="T0" fmla="*/ 9 w 6"/>
                <a:gd name="T1" fmla="*/ 0 h 23"/>
                <a:gd name="T2" fmla="*/ 61 w 6"/>
                <a:gd name="T3" fmla="*/ 29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1" y="0"/>
                  </a:moveTo>
                  <a:cubicBezTo>
                    <a:pt x="0" y="8"/>
                    <a:pt x="1" y="17"/>
                    <a:pt x="6" y="23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4" name="Freeform 259">
              <a:extLst>
                <a:ext uri="{FF2B5EF4-FFF2-40B4-BE49-F238E27FC236}">
                  <a16:creationId xmlns:a16="http://schemas.microsoft.com/office/drawing/2014/main" id="{DB779D25-9F8A-4B34-A4E5-AF33EBEE6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082"/>
              <a:ext cx="7" cy="67"/>
            </a:xfrm>
            <a:custGeom>
              <a:avLst/>
              <a:gdLst>
                <a:gd name="T0" fmla="*/ 37 w 3"/>
                <a:gd name="T1" fmla="*/ 0 h 29"/>
                <a:gd name="T2" fmla="*/ 28 w 3"/>
                <a:gd name="T3" fmla="*/ 35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9">
                  <a:moveTo>
                    <a:pt x="3" y="0"/>
                  </a:moveTo>
                  <a:cubicBezTo>
                    <a:pt x="1" y="9"/>
                    <a:pt x="0" y="20"/>
                    <a:pt x="2" y="29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5" name="Freeform 260">
              <a:extLst>
                <a:ext uri="{FF2B5EF4-FFF2-40B4-BE49-F238E27FC236}">
                  <a16:creationId xmlns:a16="http://schemas.microsoft.com/office/drawing/2014/main" id="{7FCF89A0-F8CD-4BAD-93EE-BAA6DA246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411"/>
              <a:ext cx="11" cy="43"/>
            </a:xfrm>
            <a:custGeom>
              <a:avLst/>
              <a:gdLst>
                <a:gd name="T0" fmla="*/ 0 w 5"/>
                <a:gd name="T1" fmla="*/ 0 h 19"/>
                <a:gd name="T2" fmla="*/ 53 w 5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0" y="7"/>
                    <a:pt x="3" y="13"/>
                    <a:pt x="5" y="19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6" name="Freeform 261">
              <a:extLst>
                <a:ext uri="{FF2B5EF4-FFF2-40B4-BE49-F238E27FC236}">
                  <a16:creationId xmlns:a16="http://schemas.microsoft.com/office/drawing/2014/main" id="{94DB63D9-0C64-408D-87B1-8FBD2D205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441"/>
              <a:ext cx="9" cy="60"/>
            </a:xfrm>
            <a:custGeom>
              <a:avLst/>
              <a:gdLst>
                <a:gd name="T0" fmla="*/ 45 w 4"/>
                <a:gd name="T1" fmla="*/ 0 h 26"/>
                <a:gd name="T2" fmla="*/ 25 w 4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0" y="8"/>
                    <a:pt x="1" y="17"/>
                    <a:pt x="2" y="26"/>
                  </a:cubicBezTo>
                </a:path>
              </a:pathLst>
            </a:custGeom>
            <a:noFill/>
            <a:ln w="11113" cap="rnd">
              <a:solidFill>
                <a:srgbClr val="E97B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7" name="Freeform 262">
              <a:extLst>
                <a:ext uri="{FF2B5EF4-FFF2-40B4-BE49-F238E27FC236}">
                  <a16:creationId xmlns:a16="http://schemas.microsoft.com/office/drawing/2014/main" id="{0DAB5BFF-1FA7-4434-BEB5-816AA0F59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706"/>
              <a:ext cx="22" cy="14"/>
            </a:xfrm>
            <a:custGeom>
              <a:avLst/>
              <a:gdLst>
                <a:gd name="T0" fmla="*/ 0 w 10"/>
                <a:gd name="T1" fmla="*/ 77 h 6"/>
                <a:gd name="T2" fmla="*/ 106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2"/>
                    <a:pt x="6" y="0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8" name="Freeform 263">
              <a:extLst>
                <a:ext uri="{FF2B5EF4-FFF2-40B4-BE49-F238E27FC236}">
                  <a16:creationId xmlns:a16="http://schemas.microsoft.com/office/drawing/2014/main" id="{B6B55253-82B2-4870-B303-FD8B71CD1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496"/>
              <a:ext cx="24" cy="46"/>
            </a:xfrm>
            <a:custGeom>
              <a:avLst/>
              <a:gdLst>
                <a:gd name="T0" fmla="*/ 20 w 11"/>
                <a:gd name="T1" fmla="*/ 122 h 20"/>
                <a:gd name="T2" fmla="*/ 0 w 11"/>
                <a:gd name="T3" fmla="*/ 23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2" y="10"/>
                  </a:moveTo>
                  <a:cubicBezTo>
                    <a:pt x="10" y="0"/>
                    <a:pt x="11" y="20"/>
                    <a:pt x="0" y="19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9" name="Freeform 264">
              <a:extLst>
                <a:ext uri="{FF2B5EF4-FFF2-40B4-BE49-F238E27FC236}">
                  <a16:creationId xmlns:a16="http://schemas.microsoft.com/office/drawing/2014/main" id="{A03114DC-F07A-4854-A16D-963AAB24E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413"/>
              <a:ext cx="26" cy="18"/>
            </a:xfrm>
            <a:custGeom>
              <a:avLst/>
              <a:gdLst>
                <a:gd name="T0" fmla="*/ 33 w 12"/>
                <a:gd name="T1" fmla="*/ 81 h 8"/>
                <a:gd name="T2" fmla="*/ 113 w 12"/>
                <a:gd name="T3" fmla="*/ 92 h 8"/>
                <a:gd name="T4" fmla="*/ 0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3" y="7"/>
                  </a:moveTo>
                  <a:cubicBezTo>
                    <a:pt x="6" y="8"/>
                    <a:pt x="9" y="8"/>
                    <a:pt x="11" y="8"/>
                  </a:cubicBezTo>
                  <a:cubicBezTo>
                    <a:pt x="12" y="2"/>
                    <a:pt x="5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0" name="Freeform 265">
              <a:extLst>
                <a:ext uri="{FF2B5EF4-FFF2-40B4-BE49-F238E27FC236}">
                  <a16:creationId xmlns:a16="http://schemas.microsoft.com/office/drawing/2014/main" id="{D8AD05EB-D38C-4189-ABD4-D47543CF5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323"/>
              <a:ext cx="26" cy="7"/>
            </a:xfrm>
            <a:custGeom>
              <a:avLst/>
              <a:gdLst>
                <a:gd name="T0" fmla="*/ 0 w 12"/>
                <a:gd name="T1" fmla="*/ 37 h 3"/>
                <a:gd name="T2" fmla="*/ 121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1" name="Freeform 266">
              <a:extLst>
                <a:ext uri="{FF2B5EF4-FFF2-40B4-BE49-F238E27FC236}">
                  <a16:creationId xmlns:a16="http://schemas.microsoft.com/office/drawing/2014/main" id="{591D7EE2-8958-4465-8E2A-6F0939CDD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309"/>
              <a:ext cx="32" cy="25"/>
            </a:xfrm>
            <a:custGeom>
              <a:avLst/>
              <a:gdLst>
                <a:gd name="T0" fmla="*/ 128 w 15"/>
                <a:gd name="T1" fmla="*/ 82 h 11"/>
                <a:gd name="T2" fmla="*/ 87 w 15"/>
                <a:gd name="T3" fmla="*/ 130 h 11"/>
                <a:gd name="T4" fmla="*/ 0 w 15"/>
                <a:gd name="T5" fmla="*/ 36 h 11"/>
                <a:gd name="T6" fmla="*/ 145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3" y="7"/>
                  </a:moveTo>
                  <a:cubicBezTo>
                    <a:pt x="12" y="8"/>
                    <a:pt x="11" y="10"/>
                    <a:pt x="9" y="11"/>
                  </a:cubicBezTo>
                  <a:cubicBezTo>
                    <a:pt x="5" y="10"/>
                    <a:pt x="0" y="8"/>
                    <a:pt x="0" y="3"/>
                  </a:cubicBezTo>
                  <a:cubicBezTo>
                    <a:pt x="5" y="1"/>
                    <a:pt x="10" y="1"/>
                    <a:pt x="15" y="0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2" name="Freeform 267">
              <a:extLst>
                <a:ext uri="{FF2B5EF4-FFF2-40B4-BE49-F238E27FC236}">
                  <a16:creationId xmlns:a16="http://schemas.microsoft.com/office/drawing/2014/main" id="{3D21C1D5-8950-4E1D-9B8E-AADE8FA9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226"/>
              <a:ext cx="21" cy="9"/>
            </a:xfrm>
            <a:custGeom>
              <a:avLst/>
              <a:gdLst>
                <a:gd name="T0" fmla="*/ 0 w 10"/>
                <a:gd name="T1" fmla="*/ 45 h 4"/>
                <a:gd name="T2" fmla="*/ 92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4" y="3"/>
                    <a:pt x="7" y="2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3" name="Freeform 268">
              <a:extLst>
                <a:ext uri="{FF2B5EF4-FFF2-40B4-BE49-F238E27FC236}">
                  <a16:creationId xmlns:a16="http://schemas.microsoft.com/office/drawing/2014/main" id="{27D09DE9-6DDC-4F46-8262-FE5696C9F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154"/>
              <a:ext cx="22" cy="28"/>
            </a:xfrm>
            <a:custGeom>
              <a:avLst/>
              <a:gdLst>
                <a:gd name="T0" fmla="*/ 73 w 10"/>
                <a:gd name="T1" fmla="*/ 152 h 12"/>
                <a:gd name="T2" fmla="*/ 106 w 10"/>
                <a:gd name="T3" fmla="*/ 0 h 12"/>
                <a:gd name="T4" fmla="*/ 0 w 10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7" y="12"/>
                  </a:moveTo>
                  <a:cubicBezTo>
                    <a:pt x="9" y="8"/>
                    <a:pt x="10" y="4"/>
                    <a:pt x="10" y="0"/>
                  </a:cubicBezTo>
                  <a:cubicBezTo>
                    <a:pt x="7" y="2"/>
                    <a:pt x="3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4" name="Freeform 269">
              <a:extLst>
                <a:ext uri="{FF2B5EF4-FFF2-40B4-BE49-F238E27FC236}">
                  <a16:creationId xmlns:a16="http://schemas.microsoft.com/office/drawing/2014/main" id="{86749EED-3214-4D94-B69E-E07EF4A3C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018"/>
              <a:ext cx="19" cy="25"/>
            </a:xfrm>
            <a:custGeom>
              <a:avLst/>
              <a:gdLst>
                <a:gd name="T0" fmla="*/ 0 w 9"/>
                <a:gd name="T1" fmla="*/ 36 h 11"/>
                <a:gd name="T2" fmla="*/ 76 w 9"/>
                <a:gd name="T3" fmla="*/ 0 h 11"/>
                <a:gd name="T4" fmla="*/ 0 w 9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3"/>
                  </a:moveTo>
                  <a:cubicBezTo>
                    <a:pt x="2" y="1"/>
                    <a:pt x="5" y="0"/>
                    <a:pt x="8" y="0"/>
                  </a:cubicBezTo>
                  <a:cubicBezTo>
                    <a:pt x="9" y="6"/>
                    <a:pt x="5" y="10"/>
                    <a:pt x="0" y="11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5" name="Freeform 270">
              <a:extLst>
                <a:ext uri="{FF2B5EF4-FFF2-40B4-BE49-F238E27FC236}">
                  <a16:creationId xmlns:a16="http://schemas.microsoft.com/office/drawing/2014/main" id="{784FCADC-5735-409A-8CD9-FBC481884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1064"/>
              <a:ext cx="17" cy="9"/>
            </a:xfrm>
            <a:custGeom>
              <a:avLst/>
              <a:gdLst>
                <a:gd name="T0" fmla="*/ 0 w 8"/>
                <a:gd name="T1" fmla="*/ 45 h 4"/>
                <a:gd name="T2" fmla="*/ 77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6" y="0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6" name="Freeform 271">
              <a:extLst>
                <a:ext uri="{FF2B5EF4-FFF2-40B4-BE49-F238E27FC236}">
                  <a16:creationId xmlns:a16="http://schemas.microsoft.com/office/drawing/2014/main" id="{5DAF1F9C-4DC5-4864-8732-50154A25E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131"/>
              <a:ext cx="30" cy="9"/>
            </a:xfrm>
            <a:custGeom>
              <a:avLst/>
              <a:gdLst>
                <a:gd name="T0" fmla="*/ 0 w 14"/>
                <a:gd name="T1" fmla="*/ 25 h 4"/>
                <a:gd name="T2" fmla="*/ 137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5" y="4"/>
                    <a:pt x="10" y="2"/>
                    <a:pt x="14" y="0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7" name="Freeform 272">
              <a:extLst>
                <a:ext uri="{FF2B5EF4-FFF2-40B4-BE49-F238E27FC236}">
                  <a16:creationId xmlns:a16="http://schemas.microsoft.com/office/drawing/2014/main" id="{3BFF530C-3525-46BE-B4B3-1A0A6A3F0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466"/>
              <a:ext cx="30" cy="37"/>
            </a:xfrm>
            <a:custGeom>
              <a:avLst/>
              <a:gdLst>
                <a:gd name="T0" fmla="*/ 28 w 14"/>
                <a:gd name="T1" fmla="*/ 150 h 16"/>
                <a:gd name="T2" fmla="*/ 0 w 14"/>
                <a:gd name="T3" fmla="*/ 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3" y="12"/>
                  </a:moveTo>
                  <a:cubicBezTo>
                    <a:pt x="14" y="16"/>
                    <a:pt x="10" y="0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8" name="Freeform 273">
              <a:extLst>
                <a:ext uri="{FF2B5EF4-FFF2-40B4-BE49-F238E27FC236}">
                  <a16:creationId xmlns:a16="http://schemas.microsoft.com/office/drawing/2014/main" id="{0C7AEE1D-E1F2-4249-8077-26EEFC8CD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1417"/>
              <a:ext cx="17" cy="12"/>
            </a:xfrm>
            <a:custGeom>
              <a:avLst/>
              <a:gdLst>
                <a:gd name="T0" fmla="*/ 0 w 8"/>
                <a:gd name="T1" fmla="*/ 70 h 5"/>
                <a:gd name="T2" fmla="*/ 77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9" name="Freeform 274">
              <a:extLst>
                <a:ext uri="{FF2B5EF4-FFF2-40B4-BE49-F238E27FC236}">
                  <a16:creationId xmlns:a16="http://schemas.microsoft.com/office/drawing/2014/main" id="{F82264B9-2FA0-4A18-B452-85A498927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607"/>
              <a:ext cx="26" cy="7"/>
            </a:xfrm>
            <a:custGeom>
              <a:avLst/>
              <a:gdLst>
                <a:gd name="T0" fmla="*/ 0 w 12"/>
                <a:gd name="T1" fmla="*/ 28 h 3"/>
                <a:gd name="T2" fmla="*/ 121 w 12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2"/>
                  </a:moveTo>
                  <a:cubicBezTo>
                    <a:pt x="5" y="3"/>
                    <a:pt x="8" y="0"/>
                    <a:pt x="12" y="2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0" name="Freeform 275">
              <a:extLst>
                <a:ext uri="{FF2B5EF4-FFF2-40B4-BE49-F238E27FC236}">
                  <a16:creationId xmlns:a16="http://schemas.microsoft.com/office/drawing/2014/main" id="{C8529161-87C8-42A9-86C8-B1596B977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1644"/>
              <a:ext cx="24" cy="7"/>
            </a:xfrm>
            <a:custGeom>
              <a:avLst/>
              <a:gdLst>
                <a:gd name="T0" fmla="*/ 0 w 11"/>
                <a:gd name="T1" fmla="*/ 37 h 3"/>
                <a:gd name="T2" fmla="*/ 113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3"/>
                    <a:pt x="7" y="1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1" name="Freeform 276">
              <a:extLst>
                <a:ext uri="{FF2B5EF4-FFF2-40B4-BE49-F238E27FC236}">
                  <a16:creationId xmlns:a16="http://schemas.microsoft.com/office/drawing/2014/main" id="{394290E2-1332-4A23-A381-F77D6F524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1655"/>
              <a:ext cx="24" cy="17"/>
            </a:xfrm>
            <a:custGeom>
              <a:avLst/>
              <a:gdLst>
                <a:gd name="T0" fmla="*/ 0 w 11"/>
                <a:gd name="T1" fmla="*/ 100 h 7"/>
                <a:gd name="T2" fmla="*/ 113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5"/>
                    <a:pt x="8" y="3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1AA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2" name="Freeform 277">
              <a:extLst>
                <a:ext uri="{FF2B5EF4-FFF2-40B4-BE49-F238E27FC236}">
                  <a16:creationId xmlns:a16="http://schemas.microsoft.com/office/drawing/2014/main" id="{CA4CE5EF-3AF3-4B3F-A29D-DBCB1BA3F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494"/>
              <a:ext cx="15" cy="159"/>
            </a:xfrm>
            <a:custGeom>
              <a:avLst/>
              <a:gdLst>
                <a:gd name="T0" fmla="*/ 0 w 7"/>
                <a:gd name="T1" fmla="*/ 0 h 69"/>
                <a:gd name="T2" fmla="*/ 28 w 7"/>
                <a:gd name="T3" fmla="*/ 599 h 69"/>
                <a:gd name="T4" fmla="*/ 60 w 7"/>
                <a:gd name="T5" fmla="*/ 84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9">
                  <a:moveTo>
                    <a:pt x="0" y="0"/>
                  </a:moveTo>
                  <a:cubicBezTo>
                    <a:pt x="1" y="17"/>
                    <a:pt x="2" y="33"/>
                    <a:pt x="3" y="49"/>
                  </a:cubicBezTo>
                  <a:cubicBezTo>
                    <a:pt x="3" y="55"/>
                    <a:pt x="7" y="65"/>
                    <a:pt x="6" y="6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3" name="Freeform 278">
              <a:extLst>
                <a:ext uri="{FF2B5EF4-FFF2-40B4-BE49-F238E27FC236}">
                  <a16:creationId xmlns:a16="http://schemas.microsoft.com/office/drawing/2014/main" id="{93215FC4-D905-45AC-B82F-0CE54FF1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658"/>
              <a:ext cx="19" cy="85"/>
            </a:xfrm>
            <a:custGeom>
              <a:avLst/>
              <a:gdLst>
                <a:gd name="T0" fmla="*/ 0 w 9"/>
                <a:gd name="T1" fmla="*/ 0 h 37"/>
                <a:gd name="T2" fmla="*/ 57 w 9"/>
                <a:gd name="T3" fmla="*/ 301 h 37"/>
                <a:gd name="T4" fmla="*/ 84 w 9"/>
                <a:gd name="T5" fmla="*/ 44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7">
                  <a:moveTo>
                    <a:pt x="0" y="0"/>
                  </a:moveTo>
                  <a:cubicBezTo>
                    <a:pt x="3" y="8"/>
                    <a:pt x="4" y="17"/>
                    <a:pt x="6" y="25"/>
                  </a:cubicBezTo>
                  <a:cubicBezTo>
                    <a:pt x="7" y="28"/>
                    <a:pt x="9" y="37"/>
                    <a:pt x="9" y="3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4" name="Freeform 279">
              <a:extLst>
                <a:ext uri="{FF2B5EF4-FFF2-40B4-BE49-F238E27FC236}">
                  <a16:creationId xmlns:a16="http://schemas.microsoft.com/office/drawing/2014/main" id="{A93B04E8-EC24-41F0-B4F8-60195FC8F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623"/>
              <a:ext cx="43" cy="123"/>
            </a:xfrm>
            <a:custGeom>
              <a:avLst/>
              <a:gdLst>
                <a:gd name="T0" fmla="*/ 198 w 20"/>
                <a:gd name="T1" fmla="*/ 37 h 53"/>
                <a:gd name="T2" fmla="*/ 129 w 20"/>
                <a:gd name="T3" fmla="*/ 661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3">
                  <a:moveTo>
                    <a:pt x="20" y="3"/>
                  </a:moveTo>
                  <a:cubicBezTo>
                    <a:pt x="0" y="0"/>
                    <a:pt x="15" y="45"/>
                    <a:pt x="13" y="5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5" name="Freeform 280">
              <a:extLst>
                <a:ext uri="{FF2B5EF4-FFF2-40B4-BE49-F238E27FC236}">
                  <a16:creationId xmlns:a16="http://schemas.microsoft.com/office/drawing/2014/main" id="{F59757F4-11CC-4725-9D73-5ABF3BE51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468"/>
              <a:ext cx="35" cy="160"/>
            </a:xfrm>
            <a:custGeom>
              <a:avLst/>
              <a:gdLst>
                <a:gd name="T0" fmla="*/ 85 w 16"/>
                <a:gd name="T1" fmla="*/ 37 h 69"/>
                <a:gd name="T2" fmla="*/ 20 w 16"/>
                <a:gd name="T3" fmla="*/ 199 h 69"/>
                <a:gd name="T4" fmla="*/ 53 w 16"/>
                <a:gd name="T5" fmla="*/ 550 h 69"/>
                <a:gd name="T6" fmla="*/ 96 w 16"/>
                <a:gd name="T7" fmla="*/ 774 h 69"/>
                <a:gd name="T8" fmla="*/ 168 w 16"/>
                <a:gd name="T9" fmla="*/ 86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9">
                  <a:moveTo>
                    <a:pt x="8" y="3"/>
                  </a:moveTo>
                  <a:cubicBezTo>
                    <a:pt x="0" y="0"/>
                    <a:pt x="1" y="11"/>
                    <a:pt x="2" y="16"/>
                  </a:cubicBezTo>
                  <a:cubicBezTo>
                    <a:pt x="2" y="25"/>
                    <a:pt x="4" y="35"/>
                    <a:pt x="5" y="44"/>
                  </a:cubicBezTo>
                  <a:cubicBezTo>
                    <a:pt x="6" y="50"/>
                    <a:pt x="6" y="56"/>
                    <a:pt x="9" y="62"/>
                  </a:cubicBezTo>
                  <a:cubicBezTo>
                    <a:pt x="10" y="66"/>
                    <a:pt x="14" y="68"/>
                    <a:pt x="16" y="6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6" name="Freeform 281">
              <a:extLst>
                <a:ext uri="{FF2B5EF4-FFF2-40B4-BE49-F238E27FC236}">
                  <a16:creationId xmlns:a16="http://schemas.microsoft.com/office/drawing/2014/main" id="{FB4173ED-C11E-4E41-867D-9CFF043F5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320"/>
              <a:ext cx="28" cy="158"/>
            </a:xfrm>
            <a:custGeom>
              <a:avLst/>
              <a:gdLst>
                <a:gd name="T0" fmla="*/ 28 w 13"/>
                <a:gd name="T1" fmla="*/ 0 h 68"/>
                <a:gd name="T2" fmla="*/ 9 w 13"/>
                <a:gd name="T3" fmla="*/ 200 h 68"/>
                <a:gd name="T4" fmla="*/ 28 w 13"/>
                <a:gd name="T5" fmla="*/ 502 h 68"/>
                <a:gd name="T6" fmla="*/ 129 w 13"/>
                <a:gd name="T7" fmla="*/ 827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8">
                  <a:moveTo>
                    <a:pt x="3" y="0"/>
                  </a:moveTo>
                  <a:cubicBezTo>
                    <a:pt x="0" y="3"/>
                    <a:pt x="1" y="11"/>
                    <a:pt x="1" y="16"/>
                  </a:cubicBezTo>
                  <a:cubicBezTo>
                    <a:pt x="2" y="24"/>
                    <a:pt x="3" y="32"/>
                    <a:pt x="3" y="40"/>
                  </a:cubicBezTo>
                  <a:cubicBezTo>
                    <a:pt x="3" y="45"/>
                    <a:pt x="4" y="68"/>
                    <a:pt x="13" y="6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7" name="Freeform 282">
              <a:extLst>
                <a:ext uri="{FF2B5EF4-FFF2-40B4-BE49-F238E27FC236}">
                  <a16:creationId xmlns:a16="http://schemas.microsoft.com/office/drawing/2014/main" id="{90778BCD-0D5F-4ABB-BAD7-AC9FAE372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133"/>
              <a:ext cx="31" cy="194"/>
            </a:xfrm>
            <a:custGeom>
              <a:avLst/>
              <a:gdLst>
                <a:gd name="T0" fmla="*/ 9 w 14"/>
                <a:gd name="T1" fmla="*/ 0 h 84"/>
                <a:gd name="T2" fmla="*/ 20 w 14"/>
                <a:gd name="T3" fmla="*/ 245 h 84"/>
                <a:gd name="T4" fmla="*/ 44 w 14"/>
                <a:gd name="T5" fmla="*/ 554 h 84"/>
                <a:gd name="T6" fmla="*/ 89 w 14"/>
                <a:gd name="T7" fmla="*/ 790 h 84"/>
                <a:gd name="T8" fmla="*/ 153 w 14"/>
                <a:gd name="T9" fmla="*/ 100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4">
                  <a:moveTo>
                    <a:pt x="1" y="0"/>
                  </a:moveTo>
                  <a:cubicBezTo>
                    <a:pt x="0" y="7"/>
                    <a:pt x="2" y="13"/>
                    <a:pt x="2" y="20"/>
                  </a:cubicBezTo>
                  <a:cubicBezTo>
                    <a:pt x="2" y="28"/>
                    <a:pt x="3" y="36"/>
                    <a:pt x="4" y="45"/>
                  </a:cubicBezTo>
                  <a:cubicBezTo>
                    <a:pt x="5" y="51"/>
                    <a:pt x="7" y="58"/>
                    <a:pt x="8" y="64"/>
                  </a:cubicBezTo>
                  <a:cubicBezTo>
                    <a:pt x="9" y="68"/>
                    <a:pt x="12" y="84"/>
                    <a:pt x="14" y="8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8" name="Freeform 283">
              <a:extLst>
                <a:ext uri="{FF2B5EF4-FFF2-40B4-BE49-F238E27FC236}">
                  <a16:creationId xmlns:a16="http://schemas.microsoft.com/office/drawing/2014/main" id="{00D51407-1C4B-4485-9644-DC929F37D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76"/>
              <a:ext cx="24" cy="153"/>
            </a:xfrm>
            <a:custGeom>
              <a:avLst/>
              <a:gdLst>
                <a:gd name="T0" fmla="*/ 113 w 11"/>
                <a:gd name="T1" fmla="*/ 823 h 66"/>
                <a:gd name="T2" fmla="*/ 61 w 11"/>
                <a:gd name="T3" fmla="*/ 587 h 66"/>
                <a:gd name="T4" fmla="*/ 44 w 11"/>
                <a:gd name="T5" fmla="*/ 322 h 66"/>
                <a:gd name="T6" fmla="*/ 0 w 11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6">
                  <a:moveTo>
                    <a:pt x="11" y="66"/>
                  </a:moveTo>
                  <a:cubicBezTo>
                    <a:pt x="9" y="62"/>
                    <a:pt x="7" y="53"/>
                    <a:pt x="6" y="47"/>
                  </a:cubicBezTo>
                  <a:cubicBezTo>
                    <a:pt x="5" y="40"/>
                    <a:pt x="5" y="33"/>
                    <a:pt x="4" y="26"/>
                  </a:cubicBezTo>
                  <a:cubicBezTo>
                    <a:pt x="3" y="18"/>
                    <a:pt x="3" y="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9" name="Freeform 284">
              <a:extLst>
                <a:ext uri="{FF2B5EF4-FFF2-40B4-BE49-F238E27FC236}">
                  <a16:creationId xmlns:a16="http://schemas.microsoft.com/office/drawing/2014/main" id="{EC05FA8D-5A7C-4C54-BBD9-A1D41B635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665"/>
              <a:ext cx="24" cy="44"/>
            </a:xfrm>
            <a:custGeom>
              <a:avLst/>
              <a:gdLst>
                <a:gd name="T0" fmla="*/ 0 w 11"/>
                <a:gd name="T1" fmla="*/ 0 h 19"/>
                <a:gd name="T2" fmla="*/ 113 w 11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7" y="1"/>
                    <a:pt x="10" y="19"/>
                    <a:pt x="11" y="1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0" name="Freeform 285">
              <a:extLst>
                <a:ext uri="{FF2B5EF4-FFF2-40B4-BE49-F238E27FC236}">
                  <a16:creationId xmlns:a16="http://schemas.microsoft.com/office/drawing/2014/main" id="{35FFC69F-3E40-45D0-863F-207C539CF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450"/>
              <a:ext cx="21" cy="44"/>
            </a:xfrm>
            <a:custGeom>
              <a:avLst/>
              <a:gdLst>
                <a:gd name="T0" fmla="*/ 0 w 10"/>
                <a:gd name="T1" fmla="*/ 0 h 19"/>
                <a:gd name="T2" fmla="*/ 92 w 10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cubicBezTo>
                    <a:pt x="3" y="6"/>
                    <a:pt x="4" y="15"/>
                    <a:pt x="10" y="1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1" name="Freeform 286">
              <a:extLst>
                <a:ext uri="{FF2B5EF4-FFF2-40B4-BE49-F238E27FC236}">
                  <a16:creationId xmlns:a16="http://schemas.microsoft.com/office/drawing/2014/main" id="{4519D026-8303-40DE-9C12-2487A00B8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969"/>
              <a:ext cx="100" cy="779"/>
            </a:xfrm>
            <a:custGeom>
              <a:avLst/>
              <a:gdLst>
                <a:gd name="T0" fmla="*/ 0 w 46"/>
                <a:gd name="T1" fmla="*/ 0 h 337"/>
                <a:gd name="T2" fmla="*/ 124 w 46"/>
                <a:gd name="T3" fmla="*/ 1084 h 337"/>
                <a:gd name="T4" fmla="*/ 254 w 46"/>
                <a:gd name="T5" fmla="*/ 2212 h 337"/>
                <a:gd name="T6" fmla="*/ 391 w 46"/>
                <a:gd name="T7" fmla="*/ 3569 h 337"/>
                <a:gd name="T8" fmla="*/ 472 w 46"/>
                <a:gd name="T9" fmla="*/ 4163 h 3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37">
                  <a:moveTo>
                    <a:pt x="0" y="0"/>
                  </a:moveTo>
                  <a:cubicBezTo>
                    <a:pt x="7" y="29"/>
                    <a:pt x="9" y="59"/>
                    <a:pt x="12" y="88"/>
                  </a:cubicBezTo>
                  <a:cubicBezTo>
                    <a:pt x="15" y="119"/>
                    <a:pt x="21" y="149"/>
                    <a:pt x="25" y="179"/>
                  </a:cubicBezTo>
                  <a:cubicBezTo>
                    <a:pt x="29" y="210"/>
                    <a:pt x="37" y="259"/>
                    <a:pt x="38" y="289"/>
                  </a:cubicBezTo>
                  <a:cubicBezTo>
                    <a:pt x="39" y="311"/>
                    <a:pt x="40" y="321"/>
                    <a:pt x="46" y="337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2" name="Freeform 287">
              <a:extLst>
                <a:ext uri="{FF2B5EF4-FFF2-40B4-BE49-F238E27FC236}">
                  <a16:creationId xmlns:a16="http://schemas.microsoft.com/office/drawing/2014/main" id="{D136DCA1-8E22-4133-97E1-9D39BD6D8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667"/>
              <a:ext cx="28" cy="35"/>
            </a:xfrm>
            <a:custGeom>
              <a:avLst/>
              <a:gdLst>
                <a:gd name="T0" fmla="*/ 9 w 13"/>
                <a:gd name="T1" fmla="*/ 0 h 15"/>
                <a:gd name="T2" fmla="*/ 80 w 13"/>
                <a:gd name="T3" fmla="*/ 191 h 15"/>
                <a:gd name="T4" fmla="*/ 52 w 13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" y="0"/>
                  </a:moveTo>
                  <a:cubicBezTo>
                    <a:pt x="0" y="8"/>
                    <a:pt x="0" y="13"/>
                    <a:pt x="8" y="15"/>
                  </a:cubicBezTo>
                  <a:cubicBezTo>
                    <a:pt x="13" y="8"/>
                    <a:pt x="9" y="6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3" name="Freeform 288">
              <a:extLst>
                <a:ext uri="{FF2B5EF4-FFF2-40B4-BE49-F238E27FC236}">
                  <a16:creationId xmlns:a16="http://schemas.microsoft.com/office/drawing/2014/main" id="{7240A620-AC79-4353-AD20-A190652A4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577"/>
              <a:ext cx="24" cy="35"/>
            </a:xfrm>
            <a:custGeom>
              <a:avLst/>
              <a:gdLst>
                <a:gd name="T0" fmla="*/ 0 w 11"/>
                <a:gd name="T1" fmla="*/ 77 h 15"/>
                <a:gd name="T2" fmla="*/ 44 w 11"/>
                <a:gd name="T3" fmla="*/ 191 h 15"/>
                <a:gd name="T4" fmla="*/ 113 w 11"/>
                <a:gd name="T5" fmla="*/ 12 h 15"/>
                <a:gd name="T6" fmla="*/ 72 w 11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0" y="6"/>
                  </a:moveTo>
                  <a:cubicBezTo>
                    <a:pt x="1" y="10"/>
                    <a:pt x="2" y="13"/>
                    <a:pt x="4" y="15"/>
                  </a:cubicBezTo>
                  <a:cubicBezTo>
                    <a:pt x="9" y="11"/>
                    <a:pt x="11" y="7"/>
                    <a:pt x="11" y="1"/>
                  </a:cubicBezTo>
                  <a:cubicBezTo>
                    <a:pt x="9" y="0"/>
                    <a:pt x="8" y="0"/>
                    <a:pt x="7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4" name="Freeform 289">
              <a:extLst>
                <a:ext uri="{FF2B5EF4-FFF2-40B4-BE49-F238E27FC236}">
                  <a16:creationId xmlns:a16="http://schemas.microsoft.com/office/drawing/2014/main" id="{FE9593D7-6F17-42FA-9916-D2F4D3E5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568"/>
              <a:ext cx="24" cy="37"/>
            </a:xfrm>
            <a:custGeom>
              <a:avLst/>
              <a:gdLst>
                <a:gd name="T0" fmla="*/ 20 w 11"/>
                <a:gd name="T1" fmla="*/ 0 h 16"/>
                <a:gd name="T2" fmla="*/ 44 w 11"/>
                <a:gd name="T3" fmla="*/ 199 h 16"/>
                <a:gd name="T4" fmla="*/ 81 w 11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2" y="0"/>
                  </a:moveTo>
                  <a:cubicBezTo>
                    <a:pt x="0" y="5"/>
                    <a:pt x="0" y="12"/>
                    <a:pt x="4" y="16"/>
                  </a:cubicBezTo>
                  <a:cubicBezTo>
                    <a:pt x="9" y="14"/>
                    <a:pt x="11" y="7"/>
                    <a:pt x="8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5" name="Freeform 290">
              <a:extLst>
                <a:ext uri="{FF2B5EF4-FFF2-40B4-BE49-F238E27FC236}">
                  <a16:creationId xmlns:a16="http://schemas.microsoft.com/office/drawing/2014/main" id="{20DA659B-35D4-40BD-98ED-80E4E7F02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436"/>
              <a:ext cx="37" cy="48"/>
            </a:xfrm>
            <a:custGeom>
              <a:avLst/>
              <a:gdLst>
                <a:gd name="T0" fmla="*/ 96 w 17"/>
                <a:gd name="T1" fmla="*/ 0 h 21"/>
                <a:gd name="T2" fmla="*/ 96 w 17"/>
                <a:gd name="T3" fmla="*/ 251 h 21"/>
                <a:gd name="T4" fmla="*/ 113 w 17"/>
                <a:gd name="T5" fmla="*/ 7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9" y="0"/>
                  </a:moveTo>
                  <a:cubicBezTo>
                    <a:pt x="5" y="4"/>
                    <a:pt x="0" y="21"/>
                    <a:pt x="9" y="21"/>
                  </a:cubicBezTo>
                  <a:cubicBezTo>
                    <a:pt x="17" y="21"/>
                    <a:pt x="14" y="9"/>
                    <a:pt x="11" y="6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6" name="Freeform 291">
              <a:extLst>
                <a:ext uri="{FF2B5EF4-FFF2-40B4-BE49-F238E27FC236}">
                  <a16:creationId xmlns:a16="http://schemas.microsoft.com/office/drawing/2014/main" id="{BB1D266F-E491-42C8-A43C-F9E52CB33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145"/>
              <a:ext cx="30" cy="44"/>
            </a:xfrm>
            <a:custGeom>
              <a:avLst/>
              <a:gdLst>
                <a:gd name="T0" fmla="*/ 77 w 14"/>
                <a:gd name="T1" fmla="*/ 0 h 19"/>
                <a:gd name="T2" fmla="*/ 137 w 14"/>
                <a:gd name="T3" fmla="*/ 10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8" y="0"/>
                  </a:moveTo>
                  <a:cubicBezTo>
                    <a:pt x="0" y="8"/>
                    <a:pt x="13" y="19"/>
                    <a:pt x="14" y="8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7" name="Freeform 292">
              <a:extLst>
                <a:ext uri="{FF2B5EF4-FFF2-40B4-BE49-F238E27FC236}">
                  <a16:creationId xmlns:a16="http://schemas.microsoft.com/office/drawing/2014/main" id="{959644B6-9FD4-4E3E-B2B9-5EB1DD55C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235"/>
              <a:ext cx="21" cy="32"/>
            </a:xfrm>
            <a:custGeom>
              <a:avLst/>
              <a:gdLst>
                <a:gd name="T0" fmla="*/ 17 w 10"/>
                <a:gd name="T1" fmla="*/ 0 h 14"/>
                <a:gd name="T2" fmla="*/ 67 w 10"/>
                <a:gd name="T3" fmla="*/ 167 h 14"/>
                <a:gd name="T4" fmla="*/ 67 w 10"/>
                <a:gd name="T5" fmla="*/ 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0" y="5"/>
                    <a:pt x="0" y="14"/>
                    <a:pt x="7" y="14"/>
                  </a:cubicBezTo>
                  <a:cubicBezTo>
                    <a:pt x="10" y="11"/>
                    <a:pt x="10" y="6"/>
                    <a:pt x="7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8" name="Freeform 293">
              <a:extLst>
                <a:ext uri="{FF2B5EF4-FFF2-40B4-BE49-F238E27FC236}">
                  <a16:creationId xmlns:a16="http://schemas.microsoft.com/office/drawing/2014/main" id="{EE0E79E1-CE56-4DA1-AF3C-C5AA83583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290"/>
              <a:ext cx="23" cy="33"/>
            </a:xfrm>
            <a:custGeom>
              <a:avLst/>
              <a:gdLst>
                <a:gd name="T0" fmla="*/ 84 w 11"/>
                <a:gd name="T1" fmla="*/ 12 h 14"/>
                <a:gd name="T2" fmla="*/ 56 w 11"/>
                <a:gd name="T3" fmla="*/ 184 h 14"/>
                <a:gd name="T4" fmla="*/ 56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9" y="1"/>
                  </a:moveTo>
                  <a:cubicBezTo>
                    <a:pt x="2" y="2"/>
                    <a:pt x="0" y="10"/>
                    <a:pt x="6" y="14"/>
                  </a:cubicBezTo>
                  <a:cubicBezTo>
                    <a:pt x="11" y="10"/>
                    <a:pt x="11" y="3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9" name="Freeform 294">
              <a:extLst>
                <a:ext uri="{FF2B5EF4-FFF2-40B4-BE49-F238E27FC236}">
                  <a16:creationId xmlns:a16="http://schemas.microsoft.com/office/drawing/2014/main" id="{8B1E2F3C-D620-45FB-AF14-FCD6DE5EF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371"/>
              <a:ext cx="22" cy="28"/>
            </a:xfrm>
            <a:custGeom>
              <a:avLst/>
              <a:gdLst>
                <a:gd name="T0" fmla="*/ 44 w 10"/>
                <a:gd name="T1" fmla="*/ 28 h 12"/>
                <a:gd name="T2" fmla="*/ 33 w 10"/>
                <a:gd name="T3" fmla="*/ 152 h 12"/>
                <a:gd name="T4" fmla="*/ 88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4" y="2"/>
                  </a:moveTo>
                  <a:cubicBezTo>
                    <a:pt x="1" y="5"/>
                    <a:pt x="0" y="9"/>
                    <a:pt x="3" y="12"/>
                  </a:cubicBezTo>
                  <a:cubicBezTo>
                    <a:pt x="7" y="10"/>
                    <a:pt x="10" y="5"/>
                    <a:pt x="8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0" name="Freeform 295">
              <a:extLst>
                <a:ext uri="{FF2B5EF4-FFF2-40B4-BE49-F238E27FC236}">
                  <a16:creationId xmlns:a16="http://schemas.microsoft.com/office/drawing/2014/main" id="{DEF3274D-1302-4B19-8750-2E26A9C33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129"/>
              <a:ext cx="65" cy="34"/>
            </a:xfrm>
            <a:custGeom>
              <a:avLst/>
              <a:gdLst>
                <a:gd name="T0" fmla="*/ 132 w 30"/>
                <a:gd name="T1" fmla="*/ 11 h 15"/>
                <a:gd name="T2" fmla="*/ 156 w 3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5">
                  <a:moveTo>
                    <a:pt x="13" y="1"/>
                  </a:moveTo>
                  <a:cubicBezTo>
                    <a:pt x="0" y="15"/>
                    <a:pt x="30" y="9"/>
                    <a:pt x="1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1" name="Freeform 296">
              <a:extLst>
                <a:ext uri="{FF2B5EF4-FFF2-40B4-BE49-F238E27FC236}">
                  <a16:creationId xmlns:a16="http://schemas.microsoft.com/office/drawing/2014/main" id="{D7BE078A-12A2-4EDE-876E-092F285EE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080"/>
              <a:ext cx="15" cy="26"/>
            </a:xfrm>
            <a:custGeom>
              <a:avLst/>
              <a:gdLst>
                <a:gd name="T0" fmla="*/ 28 w 7"/>
                <a:gd name="T1" fmla="*/ 0 h 11"/>
                <a:gd name="T2" fmla="*/ 19 w 7"/>
                <a:gd name="T3" fmla="*/ 144 h 11"/>
                <a:gd name="T4" fmla="*/ 9 w 7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3" y="0"/>
                  </a:moveTo>
                  <a:cubicBezTo>
                    <a:pt x="0" y="3"/>
                    <a:pt x="0" y="7"/>
                    <a:pt x="2" y="11"/>
                  </a:cubicBezTo>
                  <a:cubicBezTo>
                    <a:pt x="7" y="9"/>
                    <a:pt x="6" y="4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2" name="Freeform 297">
              <a:extLst>
                <a:ext uri="{FF2B5EF4-FFF2-40B4-BE49-F238E27FC236}">
                  <a16:creationId xmlns:a16="http://schemas.microsoft.com/office/drawing/2014/main" id="{AEE901B5-ECB9-4188-9F6A-0C7792D0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320"/>
              <a:ext cx="13" cy="24"/>
            </a:xfrm>
            <a:custGeom>
              <a:avLst/>
              <a:gdLst>
                <a:gd name="T0" fmla="*/ 9 w 6"/>
                <a:gd name="T1" fmla="*/ 98 h 10"/>
                <a:gd name="T2" fmla="*/ 20 w 6"/>
                <a:gd name="T3" fmla="*/ 139 h 10"/>
                <a:gd name="T4" fmla="*/ 52 w 6"/>
                <a:gd name="T5" fmla="*/ 0 h 10"/>
                <a:gd name="T6" fmla="*/ 0 w 6"/>
                <a:gd name="T7" fmla="*/ 5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1" y="7"/>
                  </a:moveTo>
                  <a:cubicBezTo>
                    <a:pt x="1" y="8"/>
                    <a:pt x="2" y="9"/>
                    <a:pt x="2" y="10"/>
                  </a:cubicBezTo>
                  <a:cubicBezTo>
                    <a:pt x="5" y="7"/>
                    <a:pt x="6" y="4"/>
                    <a:pt x="5" y="0"/>
                  </a:cubicBezTo>
                  <a:cubicBezTo>
                    <a:pt x="1" y="0"/>
                    <a:pt x="2" y="2"/>
                    <a:pt x="0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3" name="Freeform 298">
              <a:extLst>
                <a:ext uri="{FF2B5EF4-FFF2-40B4-BE49-F238E27FC236}">
                  <a16:creationId xmlns:a16="http://schemas.microsoft.com/office/drawing/2014/main" id="{2971D8B8-03EF-4E53-857B-D9B727CFC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029"/>
              <a:ext cx="20" cy="26"/>
            </a:xfrm>
            <a:custGeom>
              <a:avLst/>
              <a:gdLst>
                <a:gd name="T0" fmla="*/ 20 w 9"/>
                <a:gd name="T1" fmla="*/ 50 h 11"/>
                <a:gd name="T2" fmla="*/ 0 w 9"/>
                <a:gd name="T3" fmla="*/ 144 h 11"/>
                <a:gd name="T4" fmla="*/ 53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8"/>
                    <a:pt x="0" y="11"/>
                  </a:cubicBezTo>
                  <a:cubicBezTo>
                    <a:pt x="7" y="11"/>
                    <a:pt x="9" y="3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4" name="Freeform 299">
              <a:extLst>
                <a:ext uri="{FF2B5EF4-FFF2-40B4-BE49-F238E27FC236}">
                  <a16:creationId xmlns:a16="http://schemas.microsoft.com/office/drawing/2014/main" id="{ACED3AF0-D6A5-46D9-BC8C-0F3A5DF98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124"/>
              <a:ext cx="29" cy="32"/>
            </a:xfrm>
            <a:custGeom>
              <a:avLst/>
              <a:gdLst>
                <a:gd name="T0" fmla="*/ 36 w 13"/>
                <a:gd name="T1" fmla="*/ 0 h 14"/>
                <a:gd name="T2" fmla="*/ 45 w 13"/>
                <a:gd name="T3" fmla="*/ 167 h 14"/>
                <a:gd name="T4" fmla="*/ 36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cubicBezTo>
                    <a:pt x="0" y="5"/>
                    <a:pt x="0" y="10"/>
                    <a:pt x="4" y="14"/>
                  </a:cubicBezTo>
                  <a:cubicBezTo>
                    <a:pt x="12" y="11"/>
                    <a:pt x="13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5" name="Freeform 300">
              <a:extLst>
                <a:ext uri="{FF2B5EF4-FFF2-40B4-BE49-F238E27FC236}">
                  <a16:creationId xmlns:a16="http://schemas.microsoft.com/office/drawing/2014/main" id="{95B80BB7-D357-453B-A2F8-00FDB6E5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260"/>
              <a:ext cx="44" cy="44"/>
            </a:xfrm>
            <a:custGeom>
              <a:avLst/>
              <a:gdLst>
                <a:gd name="T0" fmla="*/ 161 w 20"/>
                <a:gd name="T1" fmla="*/ 0 h 19"/>
                <a:gd name="T2" fmla="*/ 88 w 20"/>
                <a:gd name="T3" fmla="*/ 171 h 19"/>
                <a:gd name="T4" fmla="*/ 169 w 20"/>
                <a:gd name="T5" fmla="*/ 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15" y="0"/>
                  </a:moveTo>
                  <a:cubicBezTo>
                    <a:pt x="9" y="0"/>
                    <a:pt x="0" y="9"/>
                    <a:pt x="8" y="14"/>
                  </a:cubicBezTo>
                  <a:cubicBezTo>
                    <a:pt x="16" y="19"/>
                    <a:pt x="20" y="8"/>
                    <a:pt x="16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6" name="Freeform 301">
              <a:extLst>
                <a:ext uri="{FF2B5EF4-FFF2-40B4-BE49-F238E27FC236}">
                  <a16:creationId xmlns:a16="http://schemas.microsoft.com/office/drawing/2014/main" id="{E63D797F-81F8-4DEB-9812-39057AF72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404"/>
              <a:ext cx="26" cy="32"/>
            </a:xfrm>
            <a:custGeom>
              <a:avLst/>
              <a:gdLst>
                <a:gd name="T0" fmla="*/ 80 w 12"/>
                <a:gd name="T1" fmla="*/ 0 h 14"/>
                <a:gd name="T2" fmla="*/ 33 w 12"/>
                <a:gd name="T3" fmla="*/ 167 h 14"/>
                <a:gd name="T4" fmla="*/ 104 w 12"/>
                <a:gd name="T5" fmla="*/ 37 h 14"/>
                <a:gd name="T6" fmla="*/ 43 w 12"/>
                <a:gd name="T7" fmla="*/ 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8" y="0"/>
                  </a:moveTo>
                  <a:cubicBezTo>
                    <a:pt x="1" y="3"/>
                    <a:pt x="0" y="9"/>
                    <a:pt x="3" y="14"/>
                  </a:cubicBezTo>
                  <a:cubicBezTo>
                    <a:pt x="10" y="13"/>
                    <a:pt x="12" y="9"/>
                    <a:pt x="10" y="3"/>
                  </a:cubicBezTo>
                  <a:cubicBezTo>
                    <a:pt x="8" y="2"/>
                    <a:pt x="6" y="3"/>
                    <a:pt x="4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7" name="Freeform 302">
              <a:extLst>
                <a:ext uri="{FF2B5EF4-FFF2-40B4-BE49-F238E27FC236}">
                  <a16:creationId xmlns:a16="http://schemas.microsoft.com/office/drawing/2014/main" id="{E443DF83-732C-4853-AB8C-F3DCD5BC4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533"/>
              <a:ext cx="30" cy="35"/>
            </a:xfrm>
            <a:custGeom>
              <a:avLst/>
              <a:gdLst>
                <a:gd name="T0" fmla="*/ 28 w 14"/>
                <a:gd name="T1" fmla="*/ 12 h 15"/>
                <a:gd name="T2" fmla="*/ 60 w 14"/>
                <a:gd name="T3" fmla="*/ 191 h 15"/>
                <a:gd name="T4" fmla="*/ 51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3" y="1"/>
                  </a:moveTo>
                  <a:cubicBezTo>
                    <a:pt x="0" y="6"/>
                    <a:pt x="1" y="12"/>
                    <a:pt x="6" y="15"/>
                  </a:cubicBezTo>
                  <a:cubicBezTo>
                    <a:pt x="13" y="11"/>
                    <a:pt x="14" y="2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8" name="Freeform 303">
              <a:extLst>
                <a:ext uri="{FF2B5EF4-FFF2-40B4-BE49-F238E27FC236}">
                  <a16:creationId xmlns:a16="http://schemas.microsoft.com/office/drawing/2014/main" id="{6CFD65CD-5E08-45B0-A25F-4796A53C8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367"/>
              <a:ext cx="17" cy="30"/>
            </a:xfrm>
            <a:custGeom>
              <a:avLst/>
              <a:gdLst>
                <a:gd name="T0" fmla="*/ 0 w 8"/>
                <a:gd name="T1" fmla="*/ 97 h 13"/>
                <a:gd name="T2" fmla="*/ 19 w 8"/>
                <a:gd name="T3" fmla="*/ 159 h 13"/>
                <a:gd name="T4" fmla="*/ 9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8"/>
                  </a:moveTo>
                  <a:cubicBezTo>
                    <a:pt x="0" y="11"/>
                    <a:pt x="1" y="12"/>
                    <a:pt x="2" y="13"/>
                  </a:cubicBezTo>
                  <a:cubicBezTo>
                    <a:pt x="7" y="8"/>
                    <a:pt x="8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9" name="Freeform 304">
              <a:extLst>
                <a:ext uri="{FF2B5EF4-FFF2-40B4-BE49-F238E27FC236}">
                  <a16:creationId xmlns:a16="http://schemas.microsoft.com/office/drawing/2014/main" id="{3EEB32CA-A8AE-4D0A-812E-0D5342B71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230"/>
              <a:ext cx="30" cy="33"/>
            </a:xfrm>
            <a:custGeom>
              <a:avLst/>
              <a:gdLst>
                <a:gd name="T0" fmla="*/ 28 w 14"/>
                <a:gd name="T1" fmla="*/ 12 h 14"/>
                <a:gd name="T2" fmla="*/ 28 w 14"/>
                <a:gd name="T3" fmla="*/ 184 h 14"/>
                <a:gd name="T4" fmla="*/ 41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3" y="1"/>
                  </a:moveTo>
                  <a:cubicBezTo>
                    <a:pt x="0" y="6"/>
                    <a:pt x="0" y="10"/>
                    <a:pt x="3" y="14"/>
                  </a:cubicBezTo>
                  <a:cubicBezTo>
                    <a:pt x="11" y="11"/>
                    <a:pt x="14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0" name="Freeform 305">
              <a:extLst>
                <a:ext uri="{FF2B5EF4-FFF2-40B4-BE49-F238E27FC236}">
                  <a16:creationId xmlns:a16="http://schemas.microsoft.com/office/drawing/2014/main" id="{9491C28C-02A9-4593-A8A3-92D039D6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020"/>
              <a:ext cx="26" cy="28"/>
            </a:xfrm>
            <a:custGeom>
              <a:avLst/>
              <a:gdLst>
                <a:gd name="T0" fmla="*/ 61 w 12"/>
                <a:gd name="T1" fmla="*/ 0 h 12"/>
                <a:gd name="T2" fmla="*/ 33 w 12"/>
                <a:gd name="T3" fmla="*/ 152 h 12"/>
                <a:gd name="T4" fmla="*/ 72 w 12"/>
                <a:gd name="T5" fmla="*/ 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cubicBezTo>
                    <a:pt x="2" y="3"/>
                    <a:pt x="0" y="8"/>
                    <a:pt x="3" y="12"/>
                  </a:cubicBezTo>
                  <a:cubicBezTo>
                    <a:pt x="9" y="11"/>
                    <a:pt x="12" y="9"/>
                    <a:pt x="7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1" name="Freeform 306">
              <a:extLst>
                <a:ext uri="{FF2B5EF4-FFF2-40B4-BE49-F238E27FC236}">
                  <a16:creationId xmlns:a16="http://schemas.microsoft.com/office/drawing/2014/main" id="{AA371EBC-8D42-461A-8555-DDA81E33A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039"/>
              <a:ext cx="30" cy="30"/>
            </a:xfrm>
            <a:custGeom>
              <a:avLst/>
              <a:gdLst>
                <a:gd name="T0" fmla="*/ 96 w 14"/>
                <a:gd name="T1" fmla="*/ 0 h 13"/>
                <a:gd name="T2" fmla="*/ 77 w 14"/>
                <a:gd name="T3" fmla="*/ 159 h 13"/>
                <a:gd name="T4" fmla="*/ 96 w 14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0" y="0"/>
                  </a:moveTo>
                  <a:cubicBezTo>
                    <a:pt x="2" y="0"/>
                    <a:pt x="0" y="10"/>
                    <a:pt x="8" y="13"/>
                  </a:cubicBezTo>
                  <a:cubicBezTo>
                    <a:pt x="14" y="11"/>
                    <a:pt x="13" y="8"/>
                    <a:pt x="10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2" name="Freeform 307">
              <a:extLst>
                <a:ext uri="{FF2B5EF4-FFF2-40B4-BE49-F238E27FC236}">
                  <a16:creationId xmlns:a16="http://schemas.microsoft.com/office/drawing/2014/main" id="{9FE5F912-68F6-45E9-ADF7-D74F03E07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159"/>
              <a:ext cx="30" cy="34"/>
            </a:xfrm>
            <a:custGeom>
              <a:avLst/>
              <a:gdLst>
                <a:gd name="T0" fmla="*/ 77 w 14"/>
                <a:gd name="T1" fmla="*/ 0 h 15"/>
                <a:gd name="T2" fmla="*/ 51 w 14"/>
                <a:gd name="T3" fmla="*/ 175 h 15"/>
                <a:gd name="T4" fmla="*/ 109 w 14"/>
                <a:gd name="T5" fmla="*/ 5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8" y="0"/>
                  </a:moveTo>
                  <a:cubicBezTo>
                    <a:pt x="2" y="5"/>
                    <a:pt x="0" y="10"/>
                    <a:pt x="5" y="15"/>
                  </a:cubicBezTo>
                  <a:cubicBezTo>
                    <a:pt x="12" y="13"/>
                    <a:pt x="14" y="10"/>
                    <a:pt x="11" y="5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3" name="Freeform 308">
              <a:extLst>
                <a:ext uri="{FF2B5EF4-FFF2-40B4-BE49-F238E27FC236}">
                  <a16:creationId xmlns:a16="http://schemas.microsoft.com/office/drawing/2014/main" id="{986E3D51-C2F4-42BC-A6A3-4F5B1D245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293"/>
              <a:ext cx="24" cy="25"/>
            </a:xfrm>
            <a:custGeom>
              <a:avLst/>
              <a:gdLst>
                <a:gd name="T0" fmla="*/ 52 w 11"/>
                <a:gd name="T1" fmla="*/ 0 h 11"/>
                <a:gd name="T2" fmla="*/ 0 w 11"/>
                <a:gd name="T3" fmla="*/ 45 h 11"/>
                <a:gd name="T4" fmla="*/ 72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5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5" y="11"/>
                    <a:pt x="11" y="9"/>
                    <a:pt x="7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4" name="Freeform 309">
              <a:extLst>
                <a:ext uri="{FF2B5EF4-FFF2-40B4-BE49-F238E27FC236}">
                  <a16:creationId xmlns:a16="http://schemas.microsoft.com/office/drawing/2014/main" id="{7FA5CE35-C8E9-4DE7-B7F2-B79D52191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464"/>
              <a:ext cx="28" cy="25"/>
            </a:xfrm>
            <a:custGeom>
              <a:avLst/>
              <a:gdLst>
                <a:gd name="T0" fmla="*/ 80 w 13"/>
                <a:gd name="T1" fmla="*/ 0 h 11"/>
                <a:gd name="T2" fmla="*/ 41 w 13"/>
                <a:gd name="T3" fmla="*/ 130 h 11"/>
                <a:gd name="T4" fmla="*/ 88 w 13"/>
                <a:gd name="T5" fmla="*/ 2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8" y="0"/>
                  </a:moveTo>
                  <a:cubicBezTo>
                    <a:pt x="2" y="3"/>
                    <a:pt x="0" y="7"/>
                    <a:pt x="4" y="11"/>
                  </a:cubicBezTo>
                  <a:cubicBezTo>
                    <a:pt x="10" y="10"/>
                    <a:pt x="13" y="7"/>
                    <a:pt x="9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5" name="Freeform 310">
              <a:extLst>
                <a:ext uri="{FF2B5EF4-FFF2-40B4-BE49-F238E27FC236}">
                  <a16:creationId xmlns:a16="http://schemas.microsoft.com/office/drawing/2014/main" id="{5184F4B6-75DD-4FF7-BCC6-F3AC5219C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575"/>
              <a:ext cx="11" cy="18"/>
            </a:xfrm>
            <a:custGeom>
              <a:avLst/>
              <a:gdLst>
                <a:gd name="T0" fmla="*/ 20 w 5"/>
                <a:gd name="T1" fmla="*/ 0 h 8"/>
                <a:gd name="T2" fmla="*/ 0 w 5"/>
                <a:gd name="T3" fmla="*/ 92 h 8"/>
                <a:gd name="T4" fmla="*/ 44 w 5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5" y="7"/>
                    <a:pt x="4" y="4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6" name="Freeform 311">
              <a:extLst>
                <a:ext uri="{FF2B5EF4-FFF2-40B4-BE49-F238E27FC236}">
                  <a16:creationId xmlns:a16="http://schemas.microsoft.com/office/drawing/2014/main" id="{A382C77F-02EC-4A90-BC7B-4686A5EB9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547"/>
              <a:ext cx="20" cy="18"/>
            </a:xfrm>
            <a:custGeom>
              <a:avLst/>
              <a:gdLst>
                <a:gd name="T0" fmla="*/ 0 w 9"/>
                <a:gd name="T1" fmla="*/ 0 h 8"/>
                <a:gd name="T2" fmla="*/ 9 w 9"/>
                <a:gd name="T3" fmla="*/ 92 h 8"/>
                <a:gd name="T4" fmla="*/ 89 w 9"/>
                <a:gd name="T5" fmla="*/ 72 h 8"/>
                <a:gd name="T6" fmla="*/ 64 w 9"/>
                <a:gd name="T7" fmla="*/ 1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0" y="3"/>
                    <a:pt x="0" y="5"/>
                    <a:pt x="1" y="8"/>
                  </a:cubicBezTo>
                  <a:cubicBezTo>
                    <a:pt x="5" y="8"/>
                    <a:pt x="5" y="8"/>
                    <a:pt x="8" y="6"/>
                  </a:cubicBezTo>
                  <a:cubicBezTo>
                    <a:pt x="9" y="3"/>
                    <a:pt x="7" y="3"/>
                    <a:pt x="6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7" name="Freeform 312">
              <a:extLst>
                <a:ext uri="{FF2B5EF4-FFF2-40B4-BE49-F238E27FC236}">
                  <a16:creationId xmlns:a16="http://schemas.microsoft.com/office/drawing/2014/main" id="{2275E2E0-12F7-478F-AC44-C742534D1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679"/>
              <a:ext cx="20" cy="25"/>
            </a:xfrm>
            <a:custGeom>
              <a:avLst/>
              <a:gdLst>
                <a:gd name="T0" fmla="*/ 44 w 9"/>
                <a:gd name="T1" fmla="*/ 25 h 11"/>
                <a:gd name="T2" fmla="*/ 53 w 9"/>
                <a:gd name="T3" fmla="*/ 130 h 11"/>
                <a:gd name="T4" fmla="*/ 64 w 9"/>
                <a:gd name="T5" fmla="*/ 0 h 11"/>
                <a:gd name="T6" fmla="*/ 36 w 9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4" y="2"/>
                  </a:moveTo>
                  <a:cubicBezTo>
                    <a:pt x="3" y="6"/>
                    <a:pt x="0" y="8"/>
                    <a:pt x="5" y="11"/>
                  </a:cubicBezTo>
                  <a:cubicBezTo>
                    <a:pt x="9" y="7"/>
                    <a:pt x="9" y="5"/>
                    <a:pt x="6" y="0"/>
                  </a:cubicBezTo>
                  <a:cubicBezTo>
                    <a:pt x="4" y="0"/>
                    <a:pt x="3" y="1"/>
                    <a:pt x="3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8" name="Freeform 313">
              <a:extLst>
                <a:ext uri="{FF2B5EF4-FFF2-40B4-BE49-F238E27FC236}">
                  <a16:creationId xmlns:a16="http://schemas.microsoft.com/office/drawing/2014/main" id="{E1843647-3467-436C-8E4F-E8046015E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720"/>
              <a:ext cx="28" cy="33"/>
            </a:xfrm>
            <a:custGeom>
              <a:avLst/>
              <a:gdLst>
                <a:gd name="T0" fmla="*/ 28 w 13"/>
                <a:gd name="T1" fmla="*/ 28 h 14"/>
                <a:gd name="T2" fmla="*/ 52 w 13"/>
                <a:gd name="T3" fmla="*/ 184 h 14"/>
                <a:gd name="T4" fmla="*/ 52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3" y="2"/>
                  </a:moveTo>
                  <a:cubicBezTo>
                    <a:pt x="0" y="7"/>
                    <a:pt x="0" y="10"/>
                    <a:pt x="5" y="14"/>
                  </a:cubicBezTo>
                  <a:cubicBezTo>
                    <a:pt x="11" y="9"/>
                    <a:pt x="13" y="1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9" name="Freeform 314">
              <a:extLst>
                <a:ext uri="{FF2B5EF4-FFF2-40B4-BE49-F238E27FC236}">
                  <a16:creationId xmlns:a16="http://schemas.microsoft.com/office/drawing/2014/main" id="{6796C5F3-772D-4749-9267-4DF0A4D7A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25"/>
              <a:ext cx="15" cy="23"/>
            </a:xfrm>
            <a:custGeom>
              <a:avLst/>
              <a:gdLst>
                <a:gd name="T0" fmla="*/ 28 w 7"/>
                <a:gd name="T1" fmla="*/ 12 h 10"/>
                <a:gd name="T2" fmla="*/ 9 w 7"/>
                <a:gd name="T3" fmla="*/ 122 h 10"/>
                <a:gd name="T4" fmla="*/ 51 w 7"/>
                <a:gd name="T5" fmla="*/ 12 h 10"/>
                <a:gd name="T6" fmla="*/ 9 w 7"/>
                <a:gd name="T7" fmla="*/ 2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1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6" y="8"/>
                    <a:pt x="7" y="6"/>
                    <a:pt x="5" y="1"/>
                  </a:cubicBezTo>
                  <a:cubicBezTo>
                    <a:pt x="4" y="0"/>
                    <a:pt x="2" y="1"/>
                    <a:pt x="1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0" name="Freeform 315">
              <a:extLst>
                <a:ext uri="{FF2B5EF4-FFF2-40B4-BE49-F238E27FC236}">
                  <a16:creationId xmlns:a16="http://schemas.microsoft.com/office/drawing/2014/main" id="{656C7A1D-1412-48EC-AB1E-DCBAE7EAF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129"/>
              <a:ext cx="37" cy="81"/>
            </a:xfrm>
            <a:custGeom>
              <a:avLst/>
              <a:gdLst>
                <a:gd name="T0" fmla="*/ 52 w 17"/>
                <a:gd name="T1" fmla="*/ 236 h 35"/>
                <a:gd name="T2" fmla="*/ 165 w 17"/>
                <a:gd name="T3" fmla="*/ 236 h 35"/>
                <a:gd name="T4" fmla="*/ 9 w 17"/>
                <a:gd name="T5" fmla="*/ 22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5">
                  <a:moveTo>
                    <a:pt x="5" y="19"/>
                  </a:moveTo>
                  <a:cubicBezTo>
                    <a:pt x="2" y="33"/>
                    <a:pt x="15" y="35"/>
                    <a:pt x="16" y="19"/>
                  </a:cubicBezTo>
                  <a:cubicBezTo>
                    <a:pt x="17" y="4"/>
                    <a:pt x="0" y="0"/>
                    <a:pt x="1" y="18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1" name="Freeform 316">
              <a:extLst>
                <a:ext uri="{FF2B5EF4-FFF2-40B4-BE49-F238E27FC236}">
                  <a16:creationId xmlns:a16="http://schemas.microsoft.com/office/drawing/2014/main" id="{32DC2446-5309-4E00-A91E-6512B1847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34"/>
              <a:ext cx="45" cy="88"/>
            </a:xfrm>
            <a:custGeom>
              <a:avLst/>
              <a:gdLst>
                <a:gd name="T0" fmla="*/ 9 w 21"/>
                <a:gd name="T1" fmla="*/ 74 h 38"/>
                <a:gd name="T2" fmla="*/ 120 w 21"/>
                <a:gd name="T3" fmla="*/ 371 h 38"/>
                <a:gd name="T4" fmla="*/ 28 w 21"/>
                <a:gd name="T5" fmla="*/ 2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" y="6"/>
                  </a:moveTo>
                  <a:cubicBezTo>
                    <a:pt x="1" y="13"/>
                    <a:pt x="0" y="38"/>
                    <a:pt x="12" y="30"/>
                  </a:cubicBezTo>
                  <a:cubicBezTo>
                    <a:pt x="21" y="23"/>
                    <a:pt x="15" y="0"/>
                    <a:pt x="3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2" name="Freeform 317">
              <a:extLst>
                <a:ext uri="{FF2B5EF4-FFF2-40B4-BE49-F238E27FC236}">
                  <a16:creationId xmlns:a16="http://schemas.microsoft.com/office/drawing/2014/main" id="{0FC5228C-EAC4-4933-A8B7-BD89B03D3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533"/>
              <a:ext cx="49" cy="74"/>
            </a:xfrm>
            <a:custGeom>
              <a:avLst/>
              <a:gdLst>
                <a:gd name="T0" fmla="*/ 0 w 23"/>
                <a:gd name="T1" fmla="*/ 37 h 32"/>
                <a:gd name="T2" fmla="*/ 96 w 23"/>
                <a:gd name="T3" fmla="*/ 395 h 32"/>
                <a:gd name="T4" fmla="*/ 6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3"/>
                  </a:moveTo>
                  <a:cubicBezTo>
                    <a:pt x="2" y="13"/>
                    <a:pt x="2" y="25"/>
                    <a:pt x="10" y="32"/>
                  </a:cubicBezTo>
                  <a:cubicBezTo>
                    <a:pt x="23" y="28"/>
                    <a:pt x="14" y="5"/>
                    <a:pt x="6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3" name="Freeform 318">
              <a:extLst>
                <a:ext uri="{FF2B5EF4-FFF2-40B4-BE49-F238E27FC236}">
                  <a16:creationId xmlns:a16="http://schemas.microsoft.com/office/drawing/2014/main" id="{64825192-669C-465A-A3AA-09056CB1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429"/>
              <a:ext cx="17" cy="35"/>
            </a:xfrm>
            <a:custGeom>
              <a:avLst/>
              <a:gdLst>
                <a:gd name="T0" fmla="*/ 28 w 8"/>
                <a:gd name="T1" fmla="*/ 49 h 15"/>
                <a:gd name="T2" fmla="*/ 9 w 8"/>
                <a:gd name="T3" fmla="*/ 142 h 15"/>
                <a:gd name="T4" fmla="*/ 19 w 8"/>
                <a:gd name="T5" fmla="*/ 6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4"/>
                  </a:moveTo>
                  <a:cubicBezTo>
                    <a:pt x="1" y="6"/>
                    <a:pt x="0" y="9"/>
                    <a:pt x="1" y="11"/>
                  </a:cubicBezTo>
                  <a:cubicBezTo>
                    <a:pt x="8" y="15"/>
                    <a:pt x="8" y="0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4" name="Freeform 319">
              <a:extLst>
                <a:ext uri="{FF2B5EF4-FFF2-40B4-BE49-F238E27FC236}">
                  <a16:creationId xmlns:a16="http://schemas.microsoft.com/office/drawing/2014/main" id="{05D6D6B2-97B7-4FE2-8ED1-B0C2F4F10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461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28 w 3"/>
                <a:gd name="T3" fmla="*/ 63 h 4"/>
                <a:gd name="T4" fmla="*/ 37 w 3"/>
                <a:gd name="T5" fmla="*/ 20 h 4"/>
                <a:gd name="T6" fmla="*/ 28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3" y="2"/>
                    <a:pt x="3" y="3"/>
                    <a:pt x="3" y="1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5" name="Freeform 320">
              <a:extLst>
                <a:ext uri="{FF2B5EF4-FFF2-40B4-BE49-F238E27FC236}">
                  <a16:creationId xmlns:a16="http://schemas.microsoft.com/office/drawing/2014/main" id="{94332BB6-A78B-449D-BA8C-A1B9A0D8C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563"/>
              <a:ext cx="22" cy="16"/>
            </a:xfrm>
            <a:custGeom>
              <a:avLst/>
              <a:gdLst>
                <a:gd name="T0" fmla="*/ 64 w 10"/>
                <a:gd name="T1" fmla="*/ 0 h 7"/>
                <a:gd name="T2" fmla="*/ 53 w 10"/>
                <a:gd name="T3" fmla="*/ 85 h 7"/>
                <a:gd name="T4" fmla="*/ 88 w 10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2" y="2"/>
                    <a:pt x="0" y="7"/>
                    <a:pt x="5" y="7"/>
                  </a:cubicBezTo>
                  <a:cubicBezTo>
                    <a:pt x="9" y="7"/>
                    <a:pt x="10" y="4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6" name="Freeform 321">
              <a:extLst>
                <a:ext uri="{FF2B5EF4-FFF2-40B4-BE49-F238E27FC236}">
                  <a16:creationId xmlns:a16="http://schemas.microsoft.com/office/drawing/2014/main" id="{A705445A-C577-410A-9152-6EF332649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582"/>
              <a:ext cx="9" cy="9"/>
            </a:xfrm>
            <a:custGeom>
              <a:avLst/>
              <a:gdLst>
                <a:gd name="T0" fmla="*/ 11 w 4"/>
                <a:gd name="T1" fmla="*/ 0 h 4"/>
                <a:gd name="T2" fmla="*/ 0 w 4"/>
                <a:gd name="T3" fmla="*/ 45 h 4"/>
                <a:gd name="T4" fmla="*/ 25 w 4"/>
                <a:gd name="T5" fmla="*/ 0 h 4"/>
                <a:gd name="T6" fmla="*/ 25 w 4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4" y="2"/>
                    <a:pt x="2" y="0"/>
                  </a:cubicBezTo>
                  <a:cubicBezTo>
                    <a:pt x="2" y="0"/>
                    <a:pt x="1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7" name="Freeform 322">
              <a:extLst>
                <a:ext uri="{FF2B5EF4-FFF2-40B4-BE49-F238E27FC236}">
                  <a16:creationId xmlns:a16="http://schemas.microsoft.com/office/drawing/2014/main" id="{0D3BBAFD-3E52-455A-A973-0B2979398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667"/>
              <a:ext cx="15" cy="12"/>
            </a:xfrm>
            <a:custGeom>
              <a:avLst/>
              <a:gdLst>
                <a:gd name="T0" fmla="*/ 41 w 7"/>
                <a:gd name="T1" fmla="*/ 0 h 5"/>
                <a:gd name="T2" fmla="*/ 9 w 7"/>
                <a:gd name="T3" fmla="*/ 70 h 5"/>
                <a:gd name="T4" fmla="*/ 41 w 7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5" y="5"/>
                    <a:pt x="7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8" name="Freeform 323">
              <a:extLst>
                <a:ext uri="{FF2B5EF4-FFF2-40B4-BE49-F238E27FC236}">
                  <a16:creationId xmlns:a16="http://schemas.microsoft.com/office/drawing/2014/main" id="{BA6152C6-7939-45E9-8793-8A771F50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683"/>
              <a:ext cx="6" cy="7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37 h 3"/>
                <a:gd name="T4" fmla="*/ 16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2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9" name="Freeform 324">
              <a:extLst>
                <a:ext uri="{FF2B5EF4-FFF2-40B4-BE49-F238E27FC236}">
                  <a16:creationId xmlns:a16="http://schemas.microsoft.com/office/drawing/2014/main" id="{E5804192-7186-4E45-BABD-61D544C6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230"/>
              <a:ext cx="15" cy="17"/>
            </a:xfrm>
            <a:custGeom>
              <a:avLst/>
              <a:gdLst>
                <a:gd name="T0" fmla="*/ 41 w 7"/>
                <a:gd name="T1" fmla="*/ 0 h 7"/>
                <a:gd name="T2" fmla="*/ 9 w 7"/>
                <a:gd name="T3" fmla="*/ 87 h 7"/>
                <a:gd name="T4" fmla="*/ 28 w 7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7"/>
                    <a:pt x="7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0" name="Freeform 325">
              <a:extLst>
                <a:ext uri="{FF2B5EF4-FFF2-40B4-BE49-F238E27FC236}">
                  <a16:creationId xmlns:a16="http://schemas.microsoft.com/office/drawing/2014/main" id="{319B1A91-4DEE-4D1E-9481-99CF839C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143"/>
              <a:ext cx="10" cy="13"/>
            </a:xfrm>
            <a:custGeom>
              <a:avLst/>
              <a:gdLst>
                <a:gd name="T0" fmla="*/ 16 w 5"/>
                <a:gd name="T1" fmla="*/ 0 h 6"/>
                <a:gd name="T2" fmla="*/ 16 w 5"/>
                <a:gd name="T3" fmla="*/ 61 h 6"/>
                <a:gd name="T4" fmla="*/ 24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5" y="5"/>
                    <a:pt x="5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1" name="Freeform 326">
              <a:extLst>
                <a:ext uri="{FF2B5EF4-FFF2-40B4-BE49-F238E27FC236}">
                  <a16:creationId xmlns:a16="http://schemas.microsoft.com/office/drawing/2014/main" id="{7F174568-022F-46D9-869C-98A7F861D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124"/>
              <a:ext cx="17" cy="16"/>
            </a:xfrm>
            <a:custGeom>
              <a:avLst/>
              <a:gdLst>
                <a:gd name="T0" fmla="*/ 49 w 8"/>
                <a:gd name="T1" fmla="*/ 0 h 7"/>
                <a:gd name="T2" fmla="*/ 49 w 8"/>
                <a:gd name="T3" fmla="*/ 73 h 7"/>
                <a:gd name="T4" fmla="*/ 49 w 8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2" y="2"/>
                    <a:pt x="0" y="7"/>
                    <a:pt x="5" y="6"/>
                  </a:cubicBezTo>
                  <a:cubicBezTo>
                    <a:pt x="8" y="6"/>
                    <a:pt x="8" y="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2" name="Freeform 327">
              <a:extLst>
                <a:ext uri="{FF2B5EF4-FFF2-40B4-BE49-F238E27FC236}">
                  <a16:creationId xmlns:a16="http://schemas.microsoft.com/office/drawing/2014/main" id="{040BEF68-31C1-42E5-A43D-B5B2456DC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290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0 w 5"/>
                <a:gd name="T3" fmla="*/ 58 h 5"/>
                <a:gd name="T4" fmla="*/ 33 w 5"/>
                <a:gd name="T5" fmla="*/ 0 h 5"/>
                <a:gd name="T6" fmla="*/ 20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5" y="2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3" name="Freeform 328">
              <a:extLst>
                <a:ext uri="{FF2B5EF4-FFF2-40B4-BE49-F238E27FC236}">
                  <a16:creationId xmlns:a16="http://schemas.microsoft.com/office/drawing/2014/main" id="{587D5CE4-2DE8-456A-8FAF-918C59623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355"/>
              <a:ext cx="17" cy="44"/>
            </a:xfrm>
            <a:custGeom>
              <a:avLst/>
              <a:gdLst>
                <a:gd name="T0" fmla="*/ 0 w 8"/>
                <a:gd name="T1" fmla="*/ 113 h 19"/>
                <a:gd name="T2" fmla="*/ 9 w 8"/>
                <a:gd name="T3" fmla="*/ 10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9"/>
                  </a:moveTo>
                  <a:cubicBezTo>
                    <a:pt x="2" y="19"/>
                    <a:pt x="8" y="0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4" name="Freeform 329">
              <a:extLst>
                <a:ext uri="{FF2B5EF4-FFF2-40B4-BE49-F238E27FC236}">
                  <a16:creationId xmlns:a16="http://schemas.microsoft.com/office/drawing/2014/main" id="{D835EB9B-DFC7-4B92-A6E6-2256768DC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318"/>
              <a:ext cx="11" cy="12"/>
            </a:xfrm>
            <a:custGeom>
              <a:avLst/>
              <a:gdLst>
                <a:gd name="T0" fmla="*/ 9 w 5"/>
                <a:gd name="T1" fmla="*/ 0 h 5"/>
                <a:gd name="T2" fmla="*/ 9 w 5"/>
                <a:gd name="T3" fmla="*/ 70 h 5"/>
                <a:gd name="T4" fmla="*/ 4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5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5" name="Freeform 330">
              <a:extLst>
                <a:ext uri="{FF2B5EF4-FFF2-40B4-BE49-F238E27FC236}">
                  <a16:creationId xmlns:a16="http://schemas.microsoft.com/office/drawing/2014/main" id="{6E8716D5-AEDA-40D1-A62E-50F01DF1F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078"/>
              <a:ext cx="11" cy="11"/>
            </a:xfrm>
            <a:custGeom>
              <a:avLst/>
              <a:gdLst>
                <a:gd name="T0" fmla="*/ 44 w 5"/>
                <a:gd name="T1" fmla="*/ 0 h 5"/>
                <a:gd name="T2" fmla="*/ 20 w 5"/>
                <a:gd name="T3" fmla="*/ 53 h 5"/>
                <a:gd name="T4" fmla="*/ 33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1" y="1"/>
                    <a:pt x="0" y="3"/>
                    <a:pt x="2" y="5"/>
                  </a:cubicBezTo>
                  <a:cubicBezTo>
                    <a:pt x="4" y="4"/>
                    <a:pt x="5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6" name="Freeform 331">
              <a:extLst>
                <a:ext uri="{FF2B5EF4-FFF2-40B4-BE49-F238E27FC236}">
                  <a16:creationId xmlns:a16="http://schemas.microsoft.com/office/drawing/2014/main" id="{F14273CE-BED8-4F03-A62A-D82ADC99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078"/>
              <a:ext cx="19" cy="30"/>
            </a:xfrm>
            <a:custGeom>
              <a:avLst/>
              <a:gdLst>
                <a:gd name="T0" fmla="*/ 27 w 9"/>
                <a:gd name="T1" fmla="*/ 28 h 13"/>
                <a:gd name="T2" fmla="*/ 36 w 9"/>
                <a:gd name="T3" fmla="*/ 150 h 13"/>
                <a:gd name="T4" fmla="*/ 27 w 9"/>
                <a:gd name="T5" fmla="*/ 2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3" y="2"/>
                  </a:moveTo>
                  <a:cubicBezTo>
                    <a:pt x="1" y="4"/>
                    <a:pt x="0" y="12"/>
                    <a:pt x="4" y="12"/>
                  </a:cubicBezTo>
                  <a:cubicBezTo>
                    <a:pt x="9" y="13"/>
                    <a:pt x="9" y="0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7" name="Freeform 332">
              <a:extLst>
                <a:ext uri="{FF2B5EF4-FFF2-40B4-BE49-F238E27FC236}">
                  <a16:creationId xmlns:a16="http://schemas.microsoft.com/office/drawing/2014/main" id="{C8848304-B29E-4015-BA22-880D75CD1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078"/>
              <a:ext cx="26" cy="16"/>
            </a:xfrm>
            <a:custGeom>
              <a:avLst/>
              <a:gdLst>
                <a:gd name="T0" fmla="*/ 61 w 12"/>
                <a:gd name="T1" fmla="*/ 0 h 7"/>
                <a:gd name="T2" fmla="*/ 93 w 12"/>
                <a:gd name="T3" fmla="*/ 11 h 7"/>
                <a:gd name="T4" fmla="*/ 72 w 12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6" y="0"/>
                  </a:moveTo>
                  <a:cubicBezTo>
                    <a:pt x="0" y="7"/>
                    <a:pt x="12" y="7"/>
                    <a:pt x="9" y="1"/>
                  </a:cubicBezTo>
                  <a:cubicBezTo>
                    <a:pt x="8" y="0"/>
                    <a:pt x="8" y="0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8" name="Freeform 333">
              <a:extLst>
                <a:ext uri="{FF2B5EF4-FFF2-40B4-BE49-F238E27FC236}">
                  <a16:creationId xmlns:a16="http://schemas.microsoft.com/office/drawing/2014/main" id="{88CBB8FE-3032-44BD-B343-702059A16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314"/>
              <a:ext cx="24" cy="30"/>
            </a:xfrm>
            <a:custGeom>
              <a:avLst/>
              <a:gdLst>
                <a:gd name="T0" fmla="*/ 9 w 11"/>
                <a:gd name="T1" fmla="*/ 74 h 13"/>
                <a:gd name="T2" fmla="*/ 52 w 11"/>
                <a:gd name="T3" fmla="*/ 134 h 13"/>
                <a:gd name="T4" fmla="*/ 20 w 11"/>
                <a:gd name="T5" fmla="*/ 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6"/>
                  </a:moveTo>
                  <a:cubicBezTo>
                    <a:pt x="0" y="10"/>
                    <a:pt x="0" y="13"/>
                    <a:pt x="5" y="11"/>
                  </a:cubicBezTo>
                  <a:cubicBezTo>
                    <a:pt x="11" y="9"/>
                    <a:pt x="7" y="0"/>
                    <a:pt x="2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9" name="Freeform 334">
              <a:extLst>
                <a:ext uri="{FF2B5EF4-FFF2-40B4-BE49-F238E27FC236}">
                  <a16:creationId xmlns:a16="http://schemas.microsoft.com/office/drawing/2014/main" id="{0746FF73-216E-462D-96BE-8DB5A8A80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316"/>
              <a:ext cx="15" cy="16"/>
            </a:xfrm>
            <a:custGeom>
              <a:avLst/>
              <a:gdLst>
                <a:gd name="T0" fmla="*/ 19 w 7"/>
                <a:gd name="T1" fmla="*/ 25 h 7"/>
                <a:gd name="T2" fmla="*/ 9 w 7"/>
                <a:gd name="T3" fmla="*/ 85 h 7"/>
                <a:gd name="T4" fmla="*/ 19 w 7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4"/>
                    <a:pt x="0" y="5"/>
                    <a:pt x="1" y="7"/>
                  </a:cubicBezTo>
                  <a:cubicBezTo>
                    <a:pt x="7" y="7"/>
                    <a:pt x="4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0" name="Freeform 335">
              <a:extLst>
                <a:ext uri="{FF2B5EF4-FFF2-40B4-BE49-F238E27FC236}">
                  <a16:creationId xmlns:a16="http://schemas.microsoft.com/office/drawing/2014/main" id="{9BD9A280-F67A-4D88-BBF5-CA2DF93E6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607"/>
              <a:ext cx="44" cy="53"/>
            </a:xfrm>
            <a:custGeom>
              <a:avLst/>
              <a:gdLst>
                <a:gd name="T0" fmla="*/ 73 w 20"/>
                <a:gd name="T1" fmla="*/ 37 h 23"/>
                <a:gd name="T2" fmla="*/ 97 w 20"/>
                <a:gd name="T3" fmla="*/ 0 h 23"/>
                <a:gd name="T4" fmla="*/ 64 w 20"/>
                <a:gd name="T5" fmla="*/ 3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3"/>
                  </a:moveTo>
                  <a:cubicBezTo>
                    <a:pt x="0" y="23"/>
                    <a:pt x="20" y="6"/>
                    <a:pt x="9" y="0"/>
                  </a:cubicBezTo>
                  <a:cubicBezTo>
                    <a:pt x="7" y="1"/>
                    <a:pt x="7" y="2"/>
                    <a:pt x="6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1" name="Freeform 336">
              <a:extLst>
                <a:ext uri="{FF2B5EF4-FFF2-40B4-BE49-F238E27FC236}">
                  <a16:creationId xmlns:a16="http://schemas.microsoft.com/office/drawing/2014/main" id="{4C57BFD4-5937-481B-99D1-3E61969AA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600"/>
              <a:ext cx="11" cy="16"/>
            </a:xfrm>
            <a:custGeom>
              <a:avLst/>
              <a:gdLst>
                <a:gd name="T0" fmla="*/ 9 w 5"/>
                <a:gd name="T1" fmla="*/ 25 h 7"/>
                <a:gd name="T2" fmla="*/ 9 w 5"/>
                <a:gd name="T3" fmla="*/ 85 h 7"/>
                <a:gd name="T4" fmla="*/ 33 w 5"/>
                <a:gd name="T5" fmla="*/ 11 h 7"/>
                <a:gd name="T6" fmla="*/ 9 w 5"/>
                <a:gd name="T7" fmla="*/ 2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4" y="6"/>
                    <a:pt x="5" y="3"/>
                    <a:pt x="3" y="1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2" name="Freeform 337">
              <a:extLst>
                <a:ext uri="{FF2B5EF4-FFF2-40B4-BE49-F238E27FC236}">
                  <a16:creationId xmlns:a16="http://schemas.microsoft.com/office/drawing/2014/main" id="{00BC6074-DA8B-41C8-BC0A-CCDB9EC7E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556"/>
              <a:ext cx="22" cy="21"/>
            </a:xfrm>
            <a:custGeom>
              <a:avLst/>
              <a:gdLst>
                <a:gd name="T0" fmla="*/ 0 w 10"/>
                <a:gd name="T1" fmla="*/ 12 h 9"/>
                <a:gd name="T2" fmla="*/ 64 w 10"/>
                <a:gd name="T3" fmla="*/ 0 h 9"/>
                <a:gd name="T4" fmla="*/ 9 w 10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1"/>
                  </a:moveTo>
                  <a:cubicBezTo>
                    <a:pt x="0" y="9"/>
                    <a:pt x="10" y="4"/>
                    <a:pt x="6" y="0"/>
                  </a:cubicBezTo>
                  <a:cubicBezTo>
                    <a:pt x="5" y="2"/>
                    <a:pt x="3" y="3"/>
                    <a:pt x="1" y="1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3" name="Freeform 338">
              <a:extLst>
                <a:ext uri="{FF2B5EF4-FFF2-40B4-BE49-F238E27FC236}">
                  <a16:creationId xmlns:a16="http://schemas.microsoft.com/office/drawing/2014/main" id="{AD61A6B2-B6A2-4E06-B70E-FD0AEE798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1538"/>
              <a:ext cx="24" cy="30"/>
            </a:xfrm>
            <a:custGeom>
              <a:avLst/>
              <a:gdLst>
                <a:gd name="T0" fmla="*/ 81 w 11"/>
                <a:gd name="T1" fmla="*/ 28 h 13"/>
                <a:gd name="T2" fmla="*/ 20 w 11"/>
                <a:gd name="T3" fmla="*/ 85 h 13"/>
                <a:gd name="T4" fmla="*/ 96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8" y="2"/>
                  </a:moveTo>
                  <a:cubicBezTo>
                    <a:pt x="11" y="10"/>
                    <a:pt x="0" y="13"/>
                    <a:pt x="2" y="7"/>
                  </a:cubicBezTo>
                  <a:cubicBezTo>
                    <a:pt x="2" y="4"/>
                    <a:pt x="8" y="6"/>
                    <a:pt x="9" y="0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4" name="Freeform 339">
              <a:extLst>
                <a:ext uri="{FF2B5EF4-FFF2-40B4-BE49-F238E27FC236}">
                  <a16:creationId xmlns:a16="http://schemas.microsoft.com/office/drawing/2014/main" id="{E2EE87A0-5440-4FF2-83EB-2B04419A4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579"/>
              <a:ext cx="13" cy="16"/>
            </a:xfrm>
            <a:custGeom>
              <a:avLst/>
              <a:gdLst>
                <a:gd name="T0" fmla="*/ 33 w 6"/>
                <a:gd name="T1" fmla="*/ 0 h 7"/>
                <a:gd name="T2" fmla="*/ 0 w 6"/>
                <a:gd name="T3" fmla="*/ 85 h 7"/>
                <a:gd name="T4" fmla="*/ 9 w 6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6" y="3"/>
                    <a:pt x="3" y="7"/>
                    <a:pt x="0" y="7"/>
                  </a:cubicBezTo>
                  <a:cubicBezTo>
                    <a:pt x="0" y="6"/>
                    <a:pt x="0" y="5"/>
                    <a:pt x="1" y="4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5" name="Freeform 340">
              <a:extLst>
                <a:ext uri="{FF2B5EF4-FFF2-40B4-BE49-F238E27FC236}">
                  <a16:creationId xmlns:a16="http://schemas.microsoft.com/office/drawing/2014/main" id="{94D969C2-A609-48AC-9F41-BD84F3E5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468"/>
              <a:ext cx="22" cy="23"/>
            </a:xfrm>
            <a:custGeom>
              <a:avLst/>
              <a:gdLst>
                <a:gd name="T0" fmla="*/ 73 w 10"/>
                <a:gd name="T1" fmla="*/ 0 h 10"/>
                <a:gd name="T2" fmla="*/ 44 w 10"/>
                <a:gd name="T3" fmla="*/ 94 h 10"/>
                <a:gd name="T4" fmla="*/ 88 w 10"/>
                <a:gd name="T5" fmla="*/ 3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0"/>
                  </a:moveTo>
                  <a:cubicBezTo>
                    <a:pt x="10" y="2"/>
                    <a:pt x="8" y="10"/>
                    <a:pt x="4" y="8"/>
                  </a:cubicBezTo>
                  <a:cubicBezTo>
                    <a:pt x="0" y="7"/>
                    <a:pt x="6" y="3"/>
                    <a:pt x="8" y="3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6" name="Freeform 341">
              <a:extLst>
                <a:ext uri="{FF2B5EF4-FFF2-40B4-BE49-F238E27FC236}">
                  <a16:creationId xmlns:a16="http://schemas.microsoft.com/office/drawing/2014/main" id="{B038F52A-1637-4B46-89E1-5228F7D21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415"/>
              <a:ext cx="46" cy="37"/>
            </a:xfrm>
            <a:custGeom>
              <a:avLst/>
              <a:gdLst>
                <a:gd name="T0" fmla="*/ 20 w 21"/>
                <a:gd name="T1" fmla="*/ 65 h 16"/>
                <a:gd name="T2" fmla="*/ 116 w 21"/>
                <a:gd name="T3" fmla="*/ 0 h 16"/>
                <a:gd name="T4" fmla="*/ 44 w 21"/>
                <a:gd name="T5" fmla="*/ 4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" y="5"/>
                  </a:moveTo>
                  <a:cubicBezTo>
                    <a:pt x="0" y="16"/>
                    <a:pt x="21" y="6"/>
                    <a:pt x="11" y="0"/>
                  </a:cubicBezTo>
                  <a:cubicBezTo>
                    <a:pt x="13" y="5"/>
                    <a:pt x="7" y="5"/>
                    <a:pt x="4" y="4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7" name="Freeform 342">
              <a:extLst>
                <a:ext uri="{FF2B5EF4-FFF2-40B4-BE49-F238E27FC236}">
                  <a16:creationId xmlns:a16="http://schemas.microsoft.com/office/drawing/2014/main" id="{7A20F2A7-9AC8-4A47-B395-532410F49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263"/>
              <a:ext cx="19" cy="44"/>
            </a:xfrm>
            <a:custGeom>
              <a:avLst/>
              <a:gdLst>
                <a:gd name="T0" fmla="*/ 84 w 9"/>
                <a:gd name="T1" fmla="*/ 0 h 19"/>
                <a:gd name="T2" fmla="*/ 0 w 9"/>
                <a:gd name="T3" fmla="*/ 151 h 19"/>
                <a:gd name="T4" fmla="*/ 84 w 9"/>
                <a:gd name="T5" fmla="*/ 2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9" y="5"/>
                    <a:pt x="9" y="19"/>
                    <a:pt x="0" y="12"/>
                  </a:cubicBezTo>
                  <a:cubicBezTo>
                    <a:pt x="6" y="11"/>
                    <a:pt x="7" y="9"/>
                    <a:pt x="9" y="2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8" name="Freeform 343">
              <a:extLst>
                <a:ext uri="{FF2B5EF4-FFF2-40B4-BE49-F238E27FC236}">
                  <a16:creationId xmlns:a16="http://schemas.microsoft.com/office/drawing/2014/main" id="{06B28FE1-8FA7-467F-B1C2-C17A7B8A3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163"/>
              <a:ext cx="26" cy="37"/>
            </a:xfrm>
            <a:custGeom>
              <a:avLst/>
              <a:gdLst>
                <a:gd name="T0" fmla="*/ 0 w 12"/>
                <a:gd name="T1" fmla="*/ 113 h 16"/>
                <a:gd name="T2" fmla="*/ 52 w 12"/>
                <a:gd name="T3" fmla="*/ 0 h 16"/>
                <a:gd name="T4" fmla="*/ 9 w 12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9"/>
                  </a:moveTo>
                  <a:cubicBezTo>
                    <a:pt x="3" y="16"/>
                    <a:pt x="12" y="5"/>
                    <a:pt x="5" y="0"/>
                  </a:cubicBezTo>
                  <a:cubicBezTo>
                    <a:pt x="8" y="4"/>
                    <a:pt x="3" y="7"/>
                    <a:pt x="1" y="9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9" name="Freeform 344">
              <a:extLst>
                <a:ext uri="{FF2B5EF4-FFF2-40B4-BE49-F238E27FC236}">
                  <a16:creationId xmlns:a16="http://schemas.microsoft.com/office/drawing/2014/main" id="{23E1B58C-A28D-4A35-B405-6EF9818AC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041"/>
              <a:ext cx="20" cy="35"/>
            </a:xfrm>
            <a:custGeom>
              <a:avLst/>
              <a:gdLst>
                <a:gd name="T0" fmla="*/ 20 w 9"/>
                <a:gd name="T1" fmla="*/ 0 h 15"/>
                <a:gd name="T2" fmla="*/ 0 w 9"/>
                <a:gd name="T3" fmla="*/ 142 h 15"/>
                <a:gd name="T4" fmla="*/ 9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9" y="2"/>
                    <a:pt x="4" y="15"/>
                    <a:pt x="0" y="11"/>
                  </a:cubicBezTo>
                  <a:cubicBezTo>
                    <a:pt x="4" y="9"/>
                    <a:pt x="2" y="4"/>
                    <a:pt x="1" y="0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0" name="Freeform 345">
              <a:extLst>
                <a:ext uri="{FF2B5EF4-FFF2-40B4-BE49-F238E27FC236}">
                  <a16:creationId xmlns:a16="http://schemas.microsoft.com/office/drawing/2014/main" id="{EB96275A-23EE-4257-B9F1-6F302F05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020"/>
              <a:ext cx="17" cy="35"/>
            </a:xfrm>
            <a:custGeom>
              <a:avLst/>
              <a:gdLst>
                <a:gd name="T0" fmla="*/ 19 w 8"/>
                <a:gd name="T1" fmla="*/ 0 h 15"/>
                <a:gd name="T2" fmla="*/ 0 w 8"/>
                <a:gd name="T3" fmla="*/ 142 h 15"/>
                <a:gd name="T4" fmla="*/ 19 w 8"/>
                <a:gd name="T5" fmla="*/ 2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2" y="0"/>
                  </a:moveTo>
                  <a:cubicBezTo>
                    <a:pt x="8" y="1"/>
                    <a:pt x="7" y="15"/>
                    <a:pt x="0" y="11"/>
                  </a:cubicBezTo>
                  <a:cubicBezTo>
                    <a:pt x="2" y="9"/>
                    <a:pt x="7" y="6"/>
                    <a:pt x="2" y="2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1" name="Freeform 346">
              <a:extLst>
                <a:ext uri="{FF2B5EF4-FFF2-40B4-BE49-F238E27FC236}">
                  <a16:creationId xmlns:a16="http://schemas.microsoft.com/office/drawing/2014/main" id="{6F25EED7-43D0-499E-AE5E-6679A4982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036"/>
              <a:ext cx="19" cy="26"/>
            </a:xfrm>
            <a:custGeom>
              <a:avLst/>
              <a:gdLst>
                <a:gd name="T0" fmla="*/ 49 w 9"/>
                <a:gd name="T1" fmla="*/ 0 h 11"/>
                <a:gd name="T2" fmla="*/ 0 w 9"/>
                <a:gd name="T3" fmla="*/ 106 h 11"/>
                <a:gd name="T4" fmla="*/ 49 w 9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9" y="4"/>
                    <a:pt x="6" y="11"/>
                    <a:pt x="0" y="8"/>
                  </a:cubicBezTo>
                  <a:cubicBezTo>
                    <a:pt x="3" y="7"/>
                    <a:pt x="7" y="4"/>
                    <a:pt x="5" y="1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2" name="Freeform 347">
              <a:extLst>
                <a:ext uri="{FF2B5EF4-FFF2-40B4-BE49-F238E27FC236}">
                  <a16:creationId xmlns:a16="http://schemas.microsoft.com/office/drawing/2014/main" id="{1C06F88B-E9B8-4012-95F0-076B00D32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235"/>
              <a:ext cx="26" cy="35"/>
            </a:xfrm>
            <a:custGeom>
              <a:avLst/>
              <a:gdLst>
                <a:gd name="T0" fmla="*/ 72 w 12"/>
                <a:gd name="T1" fmla="*/ 12 h 15"/>
                <a:gd name="T2" fmla="*/ 104 w 12"/>
                <a:gd name="T3" fmla="*/ 0 h 15"/>
                <a:gd name="T4" fmla="*/ 43 w 12"/>
                <a:gd name="T5" fmla="*/ 142 h 15"/>
                <a:gd name="T6" fmla="*/ 113 w 12"/>
                <a:gd name="T7" fmla="*/ 2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7" y="1"/>
                  </a:moveTo>
                  <a:cubicBezTo>
                    <a:pt x="8" y="0"/>
                    <a:pt x="9" y="0"/>
                    <a:pt x="10" y="0"/>
                  </a:cubicBezTo>
                  <a:cubicBezTo>
                    <a:pt x="12" y="4"/>
                    <a:pt x="8" y="15"/>
                    <a:pt x="4" y="11"/>
                  </a:cubicBezTo>
                  <a:cubicBezTo>
                    <a:pt x="0" y="7"/>
                    <a:pt x="9" y="4"/>
                    <a:pt x="11" y="2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3" name="Freeform 348">
              <a:extLst>
                <a:ext uri="{FF2B5EF4-FFF2-40B4-BE49-F238E27FC236}">
                  <a16:creationId xmlns:a16="http://schemas.microsoft.com/office/drawing/2014/main" id="{0F38C0A8-4AAE-4E20-B798-58074F935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126"/>
              <a:ext cx="22" cy="37"/>
            </a:xfrm>
            <a:custGeom>
              <a:avLst/>
              <a:gdLst>
                <a:gd name="T0" fmla="*/ 0 w 10"/>
                <a:gd name="T1" fmla="*/ 0 h 16"/>
                <a:gd name="T2" fmla="*/ 0 w 10"/>
                <a:gd name="T3" fmla="*/ 160 h 16"/>
                <a:gd name="T4" fmla="*/ 33 w 10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10" y="1"/>
                    <a:pt x="7" y="16"/>
                    <a:pt x="0" y="13"/>
                  </a:cubicBezTo>
                  <a:cubicBezTo>
                    <a:pt x="2" y="8"/>
                    <a:pt x="5" y="9"/>
                    <a:pt x="3" y="2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4" name="Freeform 349">
              <a:extLst>
                <a:ext uri="{FF2B5EF4-FFF2-40B4-BE49-F238E27FC236}">
                  <a16:creationId xmlns:a16="http://schemas.microsoft.com/office/drawing/2014/main" id="{D538CF80-4EEC-45DF-BA8C-959D47EF8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376"/>
              <a:ext cx="17" cy="30"/>
            </a:xfrm>
            <a:custGeom>
              <a:avLst/>
              <a:gdLst>
                <a:gd name="T0" fmla="*/ 0 w 8"/>
                <a:gd name="T1" fmla="*/ 65 h 13"/>
                <a:gd name="T2" fmla="*/ 60 w 8"/>
                <a:gd name="T3" fmla="*/ 0 h 13"/>
                <a:gd name="T4" fmla="*/ 9 w 8"/>
                <a:gd name="T5" fmla="*/ 7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5"/>
                  </a:moveTo>
                  <a:cubicBezTo>
                    <a:pt x="3" y="13"/>
                    <a:pt x="8" y="6"/>
                    <a:pt x="6" y="0"/>
                  </a:cubicBezTo>
                  <a:cubicBezTo>
                    <a:pt x="6" y="3"/>
                    <a:pt x="2" y="6"/>
                    <a:pt x="1" y="6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5" name="Freeform 350">
              <a:extLst>
                <a:ext uri="{FF2B5EF4-FFF2-40B4-BE49-F238E27FC236}">
                  <a16:creationId xmlns:a16="http://schemas.microsoft.com/office/drawing/2014/main" id="{F577B41B-0C92-4B88-B02A-9EA42D042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722"/>
              <a:ext cx="15" cy="28"/>
            </a:xfrm>
            <a:custGeom>
              <a:avLst/>
              <a:gdLst>
                <a:gd name="T0" fmla="*/ 19 w 7"/>
                <a:gd name="T1" fmla="*/ 0 h 12"/>
                <a:gd name="T2" fmla="*/ 0 w 7"/>
                <a:gd name="T3" fmla="*/ 152 h 12"/>
                <a:gd name="T4" fmla="*/ 28 w 7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2" y="0"/>
                  </a:moveTo>
                  <a:cubicBezTo>
                    <a:pt x="7" y="4"/>
                    <a:pt x="5" y="9"/>
                    <a:pt x="0" y="12"/>
                  </a:cubicBezTo>
                  <a:cubicBezTo>
                    <a:pt x="0" y="8"/>
                    <a:pt x="3" y="4"/>
                    <a:pt x="3" y="1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6" name="Freeform 351">
              <a:extLst>
                <a:ext uri="{FF2B5EF4-FFF2-40B4-BE49-F238E27FC236}">
                  <a16:creationId xmlns:a16="http://schemas.microsoft.com/office/drawing/2014/main" id="{9C8E43DE-F220-4054-B2DB-C88A4F645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681"/>
              <a:ext cx="22" cy="25"/>
            </a:xfrm>
            <a:custGeom>
              <a:avLst/>
              <a:gdLst>
                <a:gd name="T0" fmla="*/ 73 w 10"/>
                <a:gd name="T1" fmla="*/ 0 h 11"/>
                <a:gd name="T2" fmla="*/ 44 w 10"/>
                <a:gd name="T3" fmla="*/ 130 h 11"/>
                <a:gd name="T4" fmla="*/ 88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7" y="0"/>
                  </a:moveTo>
                  <a:cubicBezTo>
                    <a:pt x="10" y="5"/>
                    <a:pt x="9" y="9"/>
                    <a:pt x="4" y="11"/>
                  </a:cubicBezTo>
                  <a:cubicBezTo>
                    <a:pt x="0" y="6"/>
                    <a:pt x="8" y="6"/>
                    <a:pt x="8" y="0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7" name="Freeform 352">
              <a:extLst>
                <a:ext uri="{FF2B5EF4-FFF2-40B4-BE49-F238E27FC236}">
                  <a16:creationId xmlns:a16="http://schemas.microsoft.com/office/drawing/2014/main" id="{9C493FB1-6ED2-42C4-863F-8BA202F31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722"/>
              <a:ext cx="22" cy="17"/>
            </a:xfrm>
            <a:custGeom>
              <a:avLst/>
              <a:gdLst>
                <a:gd name="T0" fmla="*/ 53 w 10"/>
                <a:gd name="T1" fmla="*/ 0 h 7"/>
                <a:gd name="T2" fmla="*/ 53 w 10"/>
                <a:gd name="T3" fmla="*/ 100 h 7"/>
                <a:gd name="T4" fmla="*/ 53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5" y="0"/>
                  </a:moveTo>
                  <a:cubicBezTo>
                    <a:pt x="2" y="1"/>
                    <a:pt x="0" y="6"/>
                    <a:pt x="5" y="7"/>
                  </a:cubicBezTo>
                  <a:cubicBezTo>
                    <a:pt x="9" y="7"/>
                    <a:pt x="10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8" name="Freeform 353">
              <a:extLst>
                <a:ext uri="{FF2B5EF4-FFF2-40B4-BE49-F238E27FC236}">
                  <a16:creationId xmlns:a16="http://schemas.microsoft.com/office/drawing/2014/main" id="{90E01888-8596-41CE-868D-413532BA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681"/>
              <a:ext cx="10" cy="11"/>
            </a:xfrm>
            <a:custGeom>
              <a:avLst/>
              <a:gdLst>
                <a:gd name="T0" fmla="*/ 16 w 5"/>
                <a:gd name="T1" fmla="*/ 9 h 5"/>
                <a:gd name="T2" fmla="*/ 0 w 5"/>
                <a:gd name="T3" fmla="*/ 33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5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9" name="Freeform 354">
              <a:extLst>
                <a:ext uri="{FF2B5EF4-FFF2-40B4-BE49-F238E27FC236}">
                  <a16:creationId xmlns:a16="http://schemas.microsoft.com/office/drawing/2014/main" id="{6499FE08-5DD3-497B-840E-77A2996A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540"/>
              <a:ext cx="26" cy="23"/>
            </a:xfrm>
            <a:custGeom>
              <a:avLst/>
              <a:gdLst>
                <a:gd name="T0" fmla="*/ 33 w 12"/>
                <a:gd name="T1" fmla="*/ 28 h 10"/>
                <a:gd name="T2" fmla="*/ 43 w 12"/>
                <a:gd name="T3" fmla="*/ 12 h 10"/>
                <a:gd name="T4" fmla="*/ 43 w 12"/>
                <a:gd name="T5" fmla="*/ 2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3" y="2"/>
                  </a:moveTo>
                  <a:cubicBezTo>
                    <a:pt x="0" y="10"/>
                    <a:pt x="12" y="0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0" name="Freeform 355">
              <a:extLst>
                <a:ext uri="{FF2B5EF4-FFF2-40B4-BE49-F238E27FC236}">
                  <a16:creationId xmlns:a16="http://schemas.microsoft.com/office/drawing/2014/main" id="{5C441DCF-B67C-4970-8AD4-37B779AB8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528"/>
              <a:ext cx="17" cy="19"/>
            </a:xfrm>
            <a:custGeom>
              <a:avLst/>
              <a:gdLst>
                <a:gd name="T0" fmla="*/ 40 w 8"/>
                <a:gd name="T1" fmla="*/ 0 h 8"/>
                <a:gd name="T2" fmla="*/ 77 w 8"/>
                <a:gd name="T3" fmla="*/ 57 h 8"/>
                <a:gd name="T4" fmla="*/ 49 w 8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0" y="3"/>
                    <a:pt x="5" y="8"/>
                    <a:pt x="8" y="4"/>
                  </a:cubicBezTo>
                  <a:cubicBezTo>
                    <a:pt x="8" y="2"/>
                    <a:pt x="7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1" name="Freeform 356">
              <a:extLst>
                <a:ext uri="{FF2B5EF4-FFF2-40B4-BE49-F238E27FC236}">
                  <a16:creationId xmlns:a16="http://schemas.microsoft.com/office/drawing/2014/main" id="{4C3584EB-1B5D-454C-B6B8-ECCC72C2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404"/>
              <a:ext cx="20" cy="18"/>
            </a:xfrm>
            <a:custGeom>
              <a:avLst/>
              <a:gdLst>
                <a:gd name="T0" fmla="*/ 80 w 9"/>
                <a:gd name="T1" fmla="*/ 0 h 8"/>
                <a:gd name="T2" fmla="*/ 53 w 9"/>
                <a:gd name="T3" fmla="*/ 81 h 8"/>
                <a:gd name="T4" fmla="*/ 80 w 9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7" y="0"/>
                  </a:moveTo>
                  <a:cubicBezTo>
                    <a:pt x="5" y="1"/>
                    <a:pt x="0" y="8"/>
                    <a:pt x="5" y="7"/>
                  </a:cubicBezTo>
                  <a:cubicBezTo>
                    <a:pt x="9" y="6"/>
                    <a:pt x="9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2" name="Freeform 357">
              <a:extLst>
                <a:ext uri="{FF2B5EF4-FFF2-40B4-BE49-F238E27FC236}">
                  <a16:creationId xmlns:a16="http://schemas.microsoft.com/office/drawing/2014/main" id="{B6D26EEC-CDE0-44E8-B13D-4788CF452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362"/>
              <a:ext cx="34" cy="21"/>
            </a:xfrm>
            <a:custGeom>
              <a:avLst/>
              <a:gdLst>
                <a:gd name="T0" fmla="*/ 60 w 16"/>
                <a:gd name="T1" fmla="*/ 12 h 9"/>
                <a:gd name="T2" fmla="*/ 77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6" y="1"/>
                  </a:moveTo>
                  <a:cubicBezTo>
                    <a:pt x="0" y="9"/>
                    <a:pt x="16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3" name="Freeform 358">
              <a:extLst>
                <a:ext uri="{FF2B5EF4-FFF2-40B4-BE49-F238E27FC236}">
                  <a16:creationId xmlns:a16="http://schemas.microsoft.com/office/drawing/2014/main" id="{ED85CFB1-B1E5-432D-BC0C-528A034E7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258"/>
              <a:ext cx="35" cy="28"/>
            </a:xfrm>
            <a:custGeom>
              <a:avLst/>
              <a:gdLst>
                <a:gd name="T0" fmla="*/ 116 w 16"/>
                <a:gd name="T1" fmla="*/ 0 h 12"/>
                <a:gd name="T2" fmla="*/ 133 w 16"/>
                <a:gd name="T3" fmla="*/ 28 h 12"/>
                <a:gd name="T4" fmla="*/ 125 w 16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1" y="0"/>
                  </a:moveTo>
                  <a:cubicBezTo>
                    <a:pt x="0" y="5"/>
                    <a:pt x="16" y="12"/>
                    <a:pt x="13" y="2"/>
                  </a:cubicBezTo>
                  <a:cubicBezTo>
                    <a:pt x="13" y="1"/>
                    <a:pt x="12" y="1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4" name="Freeform 359">
              <a:extLst>
                <a:ext uri="{FF2B5EF4-FFF2-40B4-BE49-F238E27FC236}">
                  <a16:creationId xmlns:a16="http://schemas.microsoft.com/office/drawing/2014/main" id="{18DA346F-FCA5-4757-89B9-5835C667C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263"/>
              <a:ext cx="6" cy="4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16 h 2"/>
                <a:gd name="T4" fmla="*/ 24 w 3"/>
                <a:gd name="T5" fmla="*/ 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5" name="Freeform 360">
              <a:extLst>
                <a:ext uri="{FF2B5EF4-FFF2-40B4-BE49-F238E27FC236}">
                  <a16:creationId xmlns:a16="http://schemas.microsoft.com/office/drawing/2014/main" id="{082BDE49-2DCA-4E91-A2BF-1826FF91A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226"/>
              <a:ext cx="17" cy="14"/>
            </a:xfrm>
            <a:custGeom>
              <a:avLst/>
              <a:gdLst>
                <a:gd name="T0" fmla="*/ 40 w 8"/>
                <a:gd name="T1" fmla="*/ 28 h 6"/>
                <a:gd name="T2" fmla="*/ 40 w 8"/>
                <a:gd name="T3" fmla="*/ 77 h 6"/>
                <a:gd name="T4" fmla="*/ 60 w 8"/>
                <a:gd name="T5" fmla="*/ 0 h 6"/>
                <a:gd name="T6" fmla="*/ 40 w 8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2"/>
                  </a:moveTo>
                  <a:cubicBezTo>
                    <a:pt x="0" y="2"/>
                    <a:pt x="1" y="6"/>
                    <a:pt x="4" y="6"/>
                  </a:cubicBezTo>
                  <a:cubicBezTo>
                    <a:pt x="7" y="6"/>
                    <a:pt x="8" y="2"/>
                    <a:pt x="6" y="0"/>
                  </a:cubicBezTo>
                  <a:cubicBezTo>
                    <a:pt x="5" y="0"/>
                    <a:pt x="4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6" name="Freeform 361">
              <a:extLst>
                <a:ext uri="{FF2B5EF4-FFF2-40B4-BE49-F238E27FC236}">
                  <a16:creationId xmlns:a16="http://schemas.microsoft.com/office/drawing/2014/main" id="{7A37A571-C72F-4EA1-8598-CC4E0FA97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027"/>
              <a:ext cx="13" cy="14"/>
            </a:xfrm>
            <a:custGeom>
              <a:avLst/>
              <a:gdLst>
                <a:gd name="T0" fmla="*/ 20 w 6"/>
                <a:gd name="T1" fmla="*/ 0 h 6"/>
                <a:gd name="T2" fmla="*/ 9 w 6"/>
                <a:gd name="T3" fmla="*/ 77 h 6"/>
                <a:gd name="T4" fmla="*/ 43 w 6"/>
                <a:gd name="T5" fmla="*/ 0 h 6"/>
                <a:gd name="T6" fmla="*/ 20 w 6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1"/>
                    <a:pt x="0" y="4"/>
                    <a:pt x="1" y="6"/>
                  </a:cubicBezTo>
                  <a:cubicBezTo>
                    <a:pt x="4" y="6"/>
                    <a:pt x="6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7" name="Freeform 362">
              <a:extLst>
                <a:ext uri="{FF2B5EF4-FFF2-40B4-BE49-F238E27FC236}">
                  <a16:creationId xmlns:a16="http://schemas.microsoft.com/office/drawing/2014/main" id="{168740BD-4FEC-4AE6-BCAE-1DF3761E2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020"/>
              <a:ext cx="15" cy="16"/>
            </a:xfrm>
            <a:custGeom>
              <a:avLst/>
              <a:gdLst>
                <a:gd name="T0" fmla="*/ 28 w 7"/>
                <a:gd name="T1" fmla="*/ 0 h 7"/>
                <a:gd name="T2" fmla="*/ 0 w 7"/>
                <a:gd name="T3" fmla="*/ 57 h 7"/>
                <a:gd name="T4" fmla="*/ 28 w 7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4" y="7"/>
                    <a:pt x="7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8" name="Freeform 363">
              <a:extLst>
                <a:ext uri="{FF2B5EF4-FFF2-40B4-BE49-F238E27FC236}">
                  <a16:creationId xmlns:a16="http://schemas.microsoft.com/office/drawing/2014/main" id="{B57AD3AF-C830-4757-AD19-D4F6067A7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034"/>
              <a:ext cx="18" cy="16"/>
            </a:xfrm>
            <a:custGeom>
              <a:avLst/>
              <a:gdLst>
                <a:gd name="T0" fmla="*/ 56 w 8"/>
                <a:gd name="T1" fmla="*/ 11 h 7"/>
                <a:gd name="T2" fmla="*/ 56 w 8"/>
                <a:gd name="T3" fmla="*/ 73 h 7"/>
                <a:gd name="T4" fmla="*/ 45 w 8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5" y="1"/>
                  </a:moveTo>
                  <a:cubicBezTo>
                    <a:pt x="0" y="1"/>
                    <a:pt x="0" y="7"/>
                    <a:pt x="5" y="6"/>
                  </a:cubicBezTo>
                  <a:cubicBezTo>
                    <a:pt x="8" y="6"/>
                    <a:pt x="8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9" name="Freeform 364">
              <a:extLst>
                <a:ext uri="{FF2B5EF4-FFF2-40B4-BE49-F238E27FC236}">
                  <a16:creationId xmlns:a16="http://schemas.microsoft.com/office/drawing/2014/main" id="{D53A8ABE-4B2C-49B7-9F3F-54C4E28C6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119"/>
              <a:ext cx="15" cy="19"/>
            </a:xfrm>
            <a:custGeom>
              <a:avLst/>
              <a:gdLst>
                <a:gd name="T0" fmla="*/ 9 w 7"/>
                <a:gd name="T1" fmla="*/ 0 h 8"/>
                <a:gd name="T2" fmla="*/ 28 w 7"/>
                <a:gd name="T3" fmla="*/ 95 h 8"/>
                <a:gd name="T4" fmla="*/ 41 w 7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2"/>
                    <a:pt x="0" y="8"/>
                    <a:pt x="3" y="7"/>
                  </a:cubicBezTo>
                  <a:cubicBezTo>
                    <a:pt x="7" y="7"/>
                    <a:pt x="7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0" name="Freeform 365">
              <a:extLst>
                <a:ext uri="{FF2B5EF4-FFF2-40B4-BE49-F238E27FC236}">
                  <a16:creationId xmlns:a16="http://schemas.microsoft.com/office/drawing/2014/main" id="{D7D016EA-E908-40B0-9B0A-0882404EF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136"/>
              <a:ext cx="7" cy="11"/>
            </a:xfrm>
            <a:custGeom>
              <a:avLst/>
              <a:gdLst>
                <a:gd name="T0" fmla="*/ 12 w 3"/>
                <a:gd name="T1" fmla="*/ 0 h 5"/>
                <a:gd name="T2" fmla="*/ 37 w 3"/>
                <a:gd name="T3" fmla="*/ 9 h 5"/>
                <a:gd name="T4" fmla="*/ 28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4"/>
                    <a:pt x="3" y="5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1" name="Freeform 366">
              <a:extLst>
                <a:ext uri="{FF2B5EF4-FFF2-40B4-BE49-F238E27FC236}">
                  <a16:creationId xmlns:a16="http://schemas.microsoft.com/office/drawing/2014/main" id="{8EBE084B-7CE4-451C-9A8B-72127A6DC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156"/>
              <a:ext cx="18" cy="21"/>
            </a:xfrm>
            <a:custGeom>
              <a:avLst/>
              <a:gdLst>
                <a:gd name="T0" fmla="*/ 36 w 8"/>
                <a:gd name="T1" fmla="*/ 0 h 9"/>
                <a:gd name="T2" fmla="*/ 56 w 8"/>
                <a:gd name="T3" fmla="*/ 86 h 9"/>
                <a:gd name="T4" fmla="*/ 56 w 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0" y="2"/>
                    <a:pt x="0" y="9"/>
                    <a:pt x="5" y="7"/>
                  </a:cubicBezTo>
                  <a:cubicBezTo>
                    <a:pt x="8" y="6"/>
                    <a:pt x="7" y="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2" name="Freeform 367">
              <a:extLst>
                <a:ext uri="{FF2B5EF4-FFF2-40B4-BE49-F238E27FC236}">
                  <a16:creationId xmlns:a16="http://schemas.microsoft.com/office/drawing/2014/main" id="{7C3C8FF9-DF96-4EEA-BAC8-9449C7DA8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288"/>
              <a:ext cx="11" cy="16"/>
            </a:xfrm>
            <a:custGeom>
              <a:avLst/>
              <a:gdLst>
                <a:gd name="T0" fmla="*/ 9 w 5"/>
                <a:gd name="T1" fmla="*/ 25 h 7"/>
                <a:gd name="T2" fmla="*/ 9 w 5"/>
                <a:gd name="T3" fmla="*/ 85 h 7"/>
                <a:gd name="T4" fmla="*/ 20 w 5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5" y="7"/>
                    <a:pt x="5" y="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3" name="Freeform 368">
              <a:extLst>
                <a:ext uri="{FF2B5EF4-FFF2-40B4-BE49-F238E27FC236}">
                  <a16:creationId xmlns:a16="http://schemas.microsoft.com/office/drawing/2014/main" id="{32CE38B6-A08A-47A8-BA9E-AAC788AA5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1464"/>
              <a:ext cx="18" cy="11"/>
            </a:xfrm>
            <a:custGeom>
              <a:avLst/>
              <a:gdLst>
                <a:gd name="T0" fmla="*/ 36 w 8"/>
                <a:gd name="T1" fmla="*/ 0 h 5"/>
                <a:gd name="T2" fmla="*/ 11 w 8"/>
                <a:gd name="T3" fmla="*/ 53 h 5"/>
                <a:gd name="T4" fmla="*/ 4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5"/>
                    <a:pt x="8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4" name="Freeform 369">
              <a:extLst>
                <a:ext uri="{FF2B5EF4-FFF2-40B4-BE49-F238E27FC236}">
                  <a16:creationId xmlns:a16="http://schemas.microsoft.com/office/drawing/2014/main" id="{FA2C8157-809E-4784-A7AD-7F5856E90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131"/>
              <a:ext cx="17" cy="16"/>
            </a:xfrm>
            <a:custGeom>
              <a:avLst/>
              <a:gdLst>
                <a:gd name="T0" fmla="*/ 0 w 8"/>
                <a:gd name="T1" fmla="*/ 37 h 7"/>
                <a:gd name="T2" fmla="*/ 19 w 8"/>
                <a:gd name="T3" fmla="*/ 85 h 7"/>
                <a:gd name="T4" fmla="*/ 19 w 8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1" y="4"/>
                    <a:pt x="2" y="6"/>
                    <a:pt x="2" y="7"/>
                  </a:cubicBezTo>
                  <a:cubicBezTo>
                    <a:pt x="8" y="7"/>
                    <a:pt x="7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5" name="Freeform 370">
              <a:extLst>
                <a:ext uri="{FF2B5EF4-FFF2-40B4-BE49-F238E27FC236}">
                  <a16:creationId xmlns:a16="http://schemas.microsoft.com/office/drawing/2014/main" id="{0B3704AE-6575-4BB3-9EB0-F0A5E21F9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126"/>
              <a:ext cx="8" cy="12"/>
            </a:xfrm>
            <a:custGeom>
              <a:avLst/>
              <a:gdLst>
                <a:gd name="T0" fmla="*/ 0 w 4"/>
                <a:gd name="T1" fmla="*/ 12 h 5"/>
                <a:gd name="T2" fmla="*/ 16 w 4"/>
                <a:gd name="T3" fmla="*/ 70 h 5"/>
                <a:gd name="T4" fmla="*/ 32 w 4"/>
                <a:gd name="T5" fmla="*/ 29 h 5"/>
                <a:gd name="T6" fmla="*/ 16 w 4"/>
                <a:gd name="T7" fmla="*/ 4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4"/>
                    <a:pt x="4" y="4"/>
                    <a:pt x="4" y="2"/>
                  </a:cubicBezTo>
                  <a:cubicBezTo>
                    <a:pt x="2" y="0"/>
                    <a:pt x="3" y="2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6" name="Freeform 371">
              <a:extLst>
                <a:ext uri="{FF2B5EF4-FFF2-40B4-BE49-F238E27FC236}">
                  <a16:creationId xmlns:a16="http://schemas.microsoft.com/office/drawing/2014/main" id="{35138A17-086A-4C7A-9389-2EFE6046A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974"/>
              <a:ext cx="135" cy="776"/>
            </a:xfrm>
            <a:custGeom>
              <a:avLst/>
              <a:gdLst>
                <a:gd name="T0" fmla="*/ 0 w 62"/>
                <a:gd name="T1" fmla="*/ 0 h 336"/>
                <a:gd name="T2" fmla="*/ 290 w 62"/>
                <a:gd name="T3" fmla="*/ 2268 h 336"/>
                <a:gd name="T4" fmla="*/ 640 w 62"/>
                <a:gd name="T5" fmla="*/ 4139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36">
                  <a:moveTo>
                    <a:pt x="0" y="0"/>
                  </a:moveTo>
                  <a:cubicBezTo>
                    <a:pt x="7" y="50"/>
                    <a:pt x="13" y="104"/>
                    <a:pt x="28" y="184"/>
                  </a:cubicBezTo>
                  <a:cubicBezTo>
                    <a:pt x="36" y="230"/>
                    <a:pt x="49" y="281"/>
                    <a:pt x="62" y="336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7" name="Freeform 372">
              <a:extLst>
                <a:ext uri="{FF2B5EF4-FFF2-40B4-BE49-F238E27FC236}">
                  <a16:creationId xmlns:a16="http://schemas.microsoft.com/office/drawing/2014/main" id="{B649C08C-4A04-4AF7-ADF9-DDC7601D6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69"/>
              <a:ext cx="102" cy="784"/>
            </a:xfrm>
            <a:custGeom>
              <a:avLst/>
              <a:gdLst>
                <a:gd name="T0" fmla="*/ 0 w 47"/>
                <a:gd name="T1" fmla="*/ 0 h 339"/>
                <a:gd name="T2" fmla="*/ 20 w 47"/>
                <a:gd name="T3" fmla="*/ 102 h 339"/>
                <a:gd name="T4" fmla="*/ 480 w 47"/>
                <a:gd name="T5" fmla="*/ 4193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39">
                  <a:moveTo>
                    <a:pt x="0" y="0"/>
                  </a:moveTo>
                  <a:cubicBezTo>
                    <a:pt x="1" y="3"/>
                    <a:pt x="1" y="6"/>
                    <a:pt x="2" y="8"/>
                  </a:cubicBezTo>
                  <a:cubicBezTo>
                    <a:pt x="11" y="76"/>
                    <a:pt x="26" y="192"/>
                    <a:pt x="47" y="339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8" name="Freeform 373">
              <a:extLst>
                <a:ext uri="{FF2B5EF4-FFF2-40B4-BE49-F238E27FC236}">
                  <a16:creationId xmlns:a16="http://schemas.microsoft.com/office/drawing/2014/main" id="{7CA0C5D0-C6E3-4CFF-9CE2-F55E74EB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538"/>
              <a:ext cx="28" cy="25"/>
            </a:xfrm>
            <a:custGeom>
              <a:avLst/>
              <a:gdLst>
                <a:gd name="T0" fmla="*/ 52 w 13"/>
                <a:gd name="T1" fmla="*/ 11 h 11"/>
                <a:gd name="T2" fmla="*/ 52 w 13"/>
                <a:gd name="T3" fmla="*/ 118 h 11"/>
                <a:gd name="T4" fmla="*/ 69 w 13"/>
                <a:gd name="T5" fmla="*/ 0 h 11"/>
                <a:gd name="T6" fmla="*/ 60 w 13"/>
                <a:gd name="T7" fmla="*/ 2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5" y="1"/>
                  </a:moveTo>
                  <a:cubicBezTo>
                    <a:pt x="1" y="2"/>
                    <a:pt x="0" y="9"/>
                    <a:pt x="5" y="10"/>
                  </a:cubicBezTo>
                  <a:cubicBezTo>
                    <a:pt x="11" y="11"/>
                    <a:pt x="13" y="2"/>
                    <a:pt x="7" y="0"/>
                  </a:cubicBezTo>
                  <a:cubicBezTo>
                    <a:pt x="6" y="1"/>
                    <a:pt x="6" y="1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9" name="Freeform 374">
              <a:extLst>
                <a:ext uri="{FF2B5EF4-FFF2-40B4-BE49-F238E27FC236}">
                  <a16:creationId xmlns:a16="http://schemas.microsoft.com/office/drawing/2014/main" id="{E334C60B-0CD6-41B2-BAB6-32976E32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547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11 w 4"/>
                <a:gd name="T3" fmla="*/ 53 h 5"/>
                <a:gd name="T4" fmla="*/ 45 w 4"/>
                <a:gd name="T5" fmla="*/ 20 h 5"/>
                <a:gd name="T6" fmla="*/ 0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3"/>
                    <a:pt x="1" y="5"/>
                  </a:cubicBezTo>
                  <a:cubicBezTo>
                    <a:pt x="3" y="4"/>
                    <a:pt x="3" y="4"/>
                    <a:pt x="4" y="2"/>
                  </a:cubicBez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0" name="Freeform 375">
              <a:extLst>
                <a:ext uri="{FF2B5EF4-FFF2-40B4-BE49-F238E27FC236}">
                  <a16:creationId xmlns:a16="http://schemas.microsoft.com/office/drawing/2014/main" id="{DF3C4DCB-F3A7-4C21-A2EF-02CE9BF2F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37"/>
              <a:ext cx="21" cy="23"/>
            </a:xfrm>
            <a:custGeom>
              <a:avLst/>
              <a:gdLst>
                <a:gd name="T0" fmla="*/ 48 w 10"/>
                <a:gd name="T1" fmla="*/ 0 h 10"/>
                <a:gd name="T2" fmla="*/ 57 w 10"/>
                <a:gd name="T3" fmla="*/ 85 h 10"/>
                <a:gd name="T4" fmla="*/ 48 w 1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0"/>
                  </a:moveTo>
                  <a:cubicBezTo>
                    <a:pt x="0" y="1"/>
                    <a:pt x="2" y="10"/>
                    <a:pt x="6" y="7"/>
                  </a:cubicBezTo>
                  <a:cubicBezTo>
                    <a:pt x="10" y="5"/>
                    <a:pt x="9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1" name="Freeform 376">
              <a:extLst>
                <a:ext uri="{FF2B5EF4-FFF2-40B4-BE49-F238E27FC236}">
                  <a16:creationId xmlns:a16="http://schemas.microsoft.com/office/drawing/2014/main" id="{72936D86-D404-4CED-BE8D-C9CBF056A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62"/>
              <a:ext cx="6" cy="9"/>
            </a:xfrm>
            <a:custGeom>
              <a:avLst/>
              <a:gdLst>
                <a:gd name="T0" fmla="*/ 8 w 3"/>
                <a:gd name="T1" fmla="*/ 11 h 4"/>
                <a:gd name="T2" fmla="*/ 16 w 3"/>
                <a:gd name="T3" fmla="*/ 45 h 4"/>
                <a:gd name="T4" fmla="*/ 24 w 3"/>
                <a:gd name="T5" fmla="*/ 0 h 4"/>
                <a:gd name="T6" fmla="*/ 0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3"/>
                    <a:pt x="1" y="3"/>
                    <a:pt x="2" y="4"/>
                  </a:cubicBezTo>
                  <a:cubicBezTo>
                    <a:pt x="3" y="1"/>
                    <a:pt x="3" y="3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2" name="Freeform 377">
              <a:extLst>
                <a:ext uri="{FF2B5EF4-FFF2-40B4-BE49-F238E27FC236}">
                  <a16:creationId xmlns:a16="http://schemas.microsoft.com/office/drawing/2014/main" id="{7524D728-9097-40BF-906E-A31A1B5B7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108"/>
              <a:ext cx="115" cy="180"/>
            </a:xfrm>
            <a:custGeom>
              <a:avLst/>
              <a:gdLst>
                <a:gd name="T0" fmla="*/ 217 w 53"/>
                <a:gd name="T1" fmla="*/ 948 h 78"/>
                <a:gd name="T2" fmla="*/ 367 w 53"/>
                <a:gd name="T3" fmla="*/ 798 h 78"/>
                <a:gd name="T4" fmla="*/ 490 w 53"/>
                <a:gd name="T5" fmla="*/ 602 h 78"/>
                <a:gd name="T6" fmla="*/ 410 w 53"/>
                <a:gd name="T7" fmla="*/ 293 h 78"/>
                <a:gd name="T8" fmla="*/ 234 w 53"/>
                <a:gd name="T9" fmla="*/ 159 h 78"/>
                <a:gd name="T10" fmla="*/ 43 w 53"/>
                <a:gd name="T11" fmla="*/ 150 h 78"/>
                <a:gd name="T12" fmla="*/ 80 w 53"/>
                <a:gd name="T13" fmla="*/ 526 h 78"/>
                <a:gd name="T14" fmla="*/ 217 w 53"/>
                <a:gd name="T15" fmla="*/ 948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78">
                  <a:moveTo>
                    <a:pt x="21" y="77"/>
                  </a:moveTo>
                  <a:cubicBezTo>
                    <a:pt x="35" y="78"/>
                    <a:pt x="39" y="74"/>
                    <a:pt x="36" y="65"/>
                  </a:cubicBezTo>
                  <a:cubicBezTo>
                    <a:pt x="33" y="56"/>
                    <a:pt x="43" y="57"/>
                    <a:pt x="48" y="49"/>
                  </a:cubicBezTo>
                  <a:cubicBezTo>
                    <a:pt x="53" y="41"/>
                    <a:pt x="45" y="30"/>
                    <a:pt x="40" y="24"/>
                  </a:cubicBezTo>
                  <a:cubicBezTo>
                    <a:pt x="35" y="17"/>
                    <a:pt x="27" y="20"/>
                    <a:pt x="23" y="13"/>
                  </a:cubicBezTo>
                  <a:cubicBezTo>
                    <a:pt x="19" y="6"/>
                    <a:pt x="8" y="0"/>
                    <a:pt x="4" y="12"/>
                  </a:cubicBezTo>
                  <a:cubicBezTo>
                    <a:pt x="0" y="24"/>
                    <a:pt x="11" y="32"/>
                    <a:pt x="8" y="43"/>
                  </a:cubicBezTo>
                  <a:cubicBezTo>
                    <a:pt x="5" y="53"/>
                    <a:pt x="5" y="76"/>
                    <a:pt x="21" y="77"/>
                  </a:cubicBezTo>
                  <a:close/>
                </a:path>
              </a:pathLst>
            </a:custGeom>
            <a:solidFill>
              <a:srgbClr val="CCE4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3" name="Freeform 378">
              <a:extLst>
                <a:ext uri="{FF2B5EF4-FFF2-40B4-BE49-F238E27FC236}">
                  <a16:creationId xmlns:a16="http://schemas.microsoft.com/office/drawing/2014/main" id="{72E24B7B-0741-4139-AA7B-5BC7D5A84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198"/>
              <a:ext cx="97" cy="69"/>
            </a:xfrm>
            <a:custGeom>
              <a:avLst/>
              <a:gdLst>
                <a:gd name="T0" fmla="*/ 101 w 45"/>
                <a:gd name="T1" fmla="*/ 37 h 30"/>
                <a:gd name="T2" fmla="*/ 250 w 4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0">
                  <a:moveTo>
                    <a:pt x="10" y="3"/>
                  </a:moveTo>
                  <a:cubicBezTo>
                    <a:pt x="0" y="30"/>
                    <a:pt x="45" y="15"/>
                    <a:pt x="25" y="0"/>
                  </a:cubicBezTo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4" name="Freeform 379">
              <a:extLst>
                <a:ext uri="{FF2B5EF4-FFF2-40B4-BE49-F238E27FC236}">
                  <a16:creationId xmlns:a16="http://schemas.microsoft.com/office/drawing/2014/main" id="{51875264-82D9-4668-8A5B-4A407D040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434"/>
              <a:ext cx="191" cy="210"/>
            </a:xfrm>
            <a:custGeom>
              <a:avLst/>
              <a:gdLst>
                <a:gd name="T0" fmla="*/ 132 w 88"/>
                <a:gd name="T1" fmla="*/ 74 h 91"/>
                <a:gd name="T2" fmla="*/ 315 w 88"/>
                <a:gd name="T3" fmla="*/ 159 h 91"/>
                <a:gd name="T4" fmla="*/ 551 w 88"/>
                <a:gd name="T5" fmla="*/ 196 h 91"/>
                <a:gd name="T6" fmla="*/ 725 w 88"/>
                <a:gd name="T7" fmla="*/ 452 h 91"/>
                <a:gd name="T8" fmla="*/ 697 w 88"/>
                <a:gd name="T9" fmla="*/ 676 h 91"/>
                <a:gd name="T10" fmla="*/ 603 w 88"/>
                <a:gd name="T11" fmla="*/ 1092 h 91"/>
                <a:gd name="T12" fmla="*/ 480 w 88"/>
                <a:gd name="T13" fmla="*/ 704 h 91"/>
                <a:gd name="T14" fmla="*/ 430 w 88"/>
                <a:gd name="T15" fmla="*/ 665 h 91"/>
                <a:gd name="T16" fmla="*/ 339 w 88"/>
                <a:gd name="T17" fmla="*/ 395 h 91"/>
                <a:gd name="T18" fmla="*/ 132 w 88"/>
                <a:gd name="T19" fmla="*/ 74 h 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91">
                  <a:moveTo>
                    <a:pt x="13" y="6"/>
                  </a:moveTo>
                  <a:cubicBezTo>
                    <a:pt x="19" y="0"/>
                    <a:pt x="26" y="10"/>
                    <a:pt x="31" y="13"/>
                  </a:cubicBezTo>
                  <a:cubicBezTo>
                    <a:pt x="43" y="20"/>
                    <a:pt x="43" y="14"/>
                    <a:pt x="54" y="16"/>
                  </a:cubicBezTo>
                  <a:cubicBezTo>
                    <a:pt x="61" y="17"/>
                    <a:pt x="71" y="29"/>
                    <a:pt x="71" y="37"/>
                  </a:cubicBezTo>
                  <a:cubicBezTo>
                    <a:pt x="71" y="45"/>
                    <a:pt x="64" y="45"/>
                    <a:pt x="68" y="55"/>
                  </a:cubicBezTo>
                  <a:cubicBezTo>
                    <a:pt x="74" y="69"/>
                    <a:pt x="88" y="91"/>
                    <a:pt x="59" y="89"/>
                  </a:cubicBezTo>
                  <a:cubicBezTo>
                    <a:pt x="38" y="87"/>
                    <a:pt x="50" y="70"/>
                    <a:pt x="47" y="57"/>
                  </a:cubicBezTo>
                  <a:cubicBezTo>
                    <a:pt x="46" y="55"/>
                    <a:pt x="45" y="53"/>
                    <a:pt x="42" y="54"/>
                  </a:cubicBezTo>
                  <a:cubicBezTo>
                    <a:pt x="24" y="57"/>
                    <a:pt x="38" y="42"/>
                    <a:pt x="33" y="32"/>
                  </a:cubicBezTo>
                  <a:cubicBezTo>
                    <a:pt x="30" y="24"/>
                    <a:pt x="0" y="18"/>
                    <a:pt x="13" y="6"/>
                  </a:cubicBezTo>
                  <a:close/>
                </a:path>
              </a:pathLst>
            </a:custGeom>
            <a:solidFill>
              <a:srgbClr val="CCE4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5" name="Freeform 380">
              <a:extLst>
                <a:ext uri="{FF2B5EF4-FFF2-40B4-BE49-F238E27FC236}">
                  <a16:creationId xmlns:a16="http://schemas.microsoft.com/office/drawing/2014/main" id="{D1786704-E199-42DB-B577-A6278BCB1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505"/>
              <a:ext cx="48" cy="72"/>
            </a:xfrm>
            <a:custGeom>
              <a:avLst/>
              <a:gdLst>
                <a:gd name="T0" fmla="*/ 0 w 22"/>
                <a:gd name="T1" fmla="*/ 188 h 31"/>
                <a:gd name="T2" fmla="*/ 72 w 2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15"/>
                  </a:moveTo>
                  <a:cubicBezTo>
                    <a:pt x="9" y="31"/>
                    <a:pt x="22" y="7"/>
                    <a:pt x="7" y="0"/>
                  </a:cubicBezTo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6" name="Freeform 381">
              <a:extLst>
                <a:ext uri="{FF2B5EF4-FFF2-40B4-BE49-F238E27FC236}">
                  <a16:creationId xmlns:a16="http://schemas.microsoft.com/office/drawing/2014/main" id="{406A38D5-AB72-4427-89EF-1457E3B52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969"/>
              <a:ext cx="42" cy="58"/>
            </a:xfrm>
            <a:custGeom>
              <a:avLst/>
              <a:gdLst>
                <a:gd name="T0" fmla="*/ 0 w 19"/>
                <a:gd name="T1" fmla="*/ 0 h 25"/>
                <a:gd name="T2" fmla="*/ 73 w 19"/>
                <a:gd name="T3" fmla="*/ 274 h 25"/>
                <a:gd name="T4" fmla="*/ 206 w 19"/>
                <a:gd name="T5" fmla="*/ 12 h 25"/>
                <a:gd name="T6" fmla="*/ 206 w 19"/>
                <a:gd name="T7" fmla="*/ 0 h 25"/>
                <a:gd name="T8" fmla="*/ 0 w 19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0" y="0"/>
                  </a:moveTo>
                  <a:cubicBezTo>
                    <a:pt x="2" y="9"/>
                    <a:pt x="3" y="19"/>
                    <a:pt x="7" y="22"/>
                  </a:cubicBezTo>
                  <a:cubicBezTo>
                    <a:pt x="14" y="25"/>
                    <a:pt x="14" y="7"/>
                    <a:pt x="19" y="1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CE4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7" name="Freeform 382">
              <a:extLst>
                <a:ext uri="{FF2B5EF4-FFF2-40B4-BE49-F238E27FC236}">
                  <a16:creationId xmlns:a16="http://schemas.microsoft.com/office/drawing/2014/main" id="{4DC31AFF-0E31-436E-80C9-BC8923CF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108"/>
              <a:ext cx="115" cy="180"/>
            </a:xfrm>
            <a:custGeom>
              <a:avLst/>
              <a:gdLst>
                <a:gd name="T0" fmla="*/ 217 w 53"/>
                <a:gd name="T1" fmla="*/ 948 h 78"/>
                <a:gd name="T2" fmla="*/ 367 w 53"/>
                <a:gd name="T3" fmla="*/ 798 h 78"/>
                <a:gd name="T4" fmla="*/ 490 w 53"/>
                <a:gd name="T5" fmla="*/ 602 h 78"/>
                <a:gd name="T6" fmla="*/ 410 w 53"/>
                <a:gd name="T7" fmla="*/ 293 h 78"/>
                <a:gd name="T8" fmla="*/ 234 w 53"/>
                <a:gd name="T9" fmla="*/ 159 h 78"/>
                <a:gd name="T10" fmla="*/ 43 w 53"/>
                <a:gd name="T11" fmla="*/ 150 h 78"/>
                <a:gd name="T12" fmla="*/ 80 w 53"/>
                <a:gd name="T13" fmla="*/ 526 h 78"/>
                <a:gd name="T14" fmla="*/ 217 w 53"/>
                <a:gd name="T15" fmla="*/ 948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78">
                  <a:moveTo>
                    <a:pt x="21" y="77"/>
                  </a:moveTo>
                  <a:cubicBezTo>
                    <a:pt x="35" y="78"/>
                    <a:pt x="39" y="74"/>
                    <a:pt x="36" y="65"/>
                  </a:cubicBezTo>
                  <a:cubicBezTo>
                    <a:pt x="33" y="56"/>
                    <a:pt x="43" y="57"/>
                    <a:pt x="48" y="49"/>
                  </a:cubicBezTo>
                  <a:cubicBezTo>
                    <a:pt x="53" y="41"/>
                    <a:pt x="45" y="30"/>
                    <a:pt x="40" y="24"/>
                  </a:cubicBezTo>
                  <a:cubicBezTo>
                    <a:pt x="35" y="17"/>
                    <a:pt x="27" y="20"/>
                    <a:pt x="23" y="13"/>
                  </a:cubicBezTo>
                  <a:cubicBezTo>
                    <a:pt x="19" y="6"/>
                    <a:pt x="8" y="0"/>
                    <a:pt x="4" y="12"/>
                  </a:cubicBezTo>
                  <a:cubicBezTo>
                    <a:pt x="0" y="24"/>
                    <a:pt x="11" y="32"/>
                    <a:pt x="8" y="43"/>
                  </a:cubicBezTo>
                  <a:cubicBezTo>
                    <a:pt x="5" y="53"/>
                    <a:pt x="5" y="76"/>
                    <a:pt x="21" y="77"/>
                  </a:cubicBezTo>
                  <a:close/>
                </a:path>
              </a:pathLst>
            </a:custGeom>
            <a:noFill/>
            <a:ln w="7938" cap="rnd">
              <a:solidFill>
                <a:srgbClr val="563C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8" name="Freeform 383">
              <a:extLst>
                <a:ext uri="{FF2B5EF4-FFF2-40B4-BE49-F238E27FC236}">
                  <a16:creationId xmlns:a16="http://schemas.microsoft.com/office/drawing/2014/main" id="{4CED3B5B-830A-4906-8917-192752E6F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434"/>
              <a:ext cx="191" cy="210"/>
            </a:xfrm>
            <a:custGeom>
              <a:avLst/>
              <a:gdLst>
                <a:gd name="T0" fmla="*/ 132 w 88"/>
                <a:gd name="T1" fmla="*/ 74 h 91"/>
                <a:gd name="T2" fmla="*/ 315 w 88"/>
                <a:gd name="T3" fmla="*/ 159 h 91"/>
                <a:gd name="T4" fmla="*/ 551 w 88"/>
                <a:gd name="T5" fmla="*/ 196 h 91"/>
                <a:gd name="T6" fmla="*/ 725 w 88"/>
                <a:gd name="T7" fmla="*/ 452 h 91"/>
                <a:gd name="T8" fmla="*/ 697 w 88"/>
                <a:gd name="T9" fmla="*/ 676 h 91"/>
                <a:gd name="T10" fmla="*/ 603 w 88"/>
                <a:gd name="T11" fmla="*/ 1092 h 91"/>
                <a:gd name="T12" fmla="*/ 480 w 88"/>
                <a:gd name="T13" fmla="*/ 704 h 91"/>
                <a:gd name="T14" fmla="*/ 430 w 88"/>
                <a:gd name="T15" fmla="*/ 665 h 91"/>
                <a:gd name="T16" fmla="*/ 339 w 88"/>
                <a:gd name="T17" fmla="*/ 395 h 91"/>
                <a:gd name="T18" fmla="*/ 132 w 88"/>
                <a:gd name="T19" fmla="*/ 74 h 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91">
                  <a:moveTo>
                    <a:pt x="13" y="6"/>
                  </a:moveTo>
                  <a:cubicBezTo>
                    <a:pt x="19" y="0"/>
                    <a:pt x="26" y="10"/>
                    <a:pt x="31" y="13"/>
                  </a:cubicBezTo>
                  <a:cubicBezTo>
                    <a:pt x="43" y="20"/>
                    <a:pt x="43" y="14"/>
                    <a:pt x="54" y="16"/>
                  </a:cubicBezTo>
                  <a:cubicBezTo>
                    <a:pt x="61" y="17"/>
                    <a:pt x="71" y="29"/>
                    <a:pt x="71" y="37"/>
                  </a:cubicBezTo>
                  <a:cubicBezTo>
                    <a:pt x="71" y="45"/>
                    <a:pt x="64" y="45"/>
                    <a:pt x="68" y="55"/>
                  </a:cubicBezTo>
                  <a:cubicBezTo>
                    <a:pt x="74" y="69"/>
                    <a:pt x="88" y="91"/>
                    <a:pt x="59" y="89"/>
                  </a:cubicBezTo>
                  <a:cubicBezTo>
                    <a:pt x="38" y="87"/>
                    <a:pt x="50" y="70"/>
                    <a:pt x="47" y="57"/>
                  </a:cubicBezTo>
                  <a:cubicBezTo>
                    <a:pt x="46" y="55"/>
                    <a:pt x="45" y="53"/>
                    <a:pt x="42" y="54"/>
                  </a:cubicBezTo>
                  <a:cubicBezTo>
                    <a:pt x="24" y="57"/>
                    <a:pt x="38" y="42"/>
                    <a:pt x="33" y="32"/>
                  </a:cubicBezTo>
                  <a:cubicBezTo>
                    <a:pt x="30" y="24"/>
                    <a:pt x="0" y="18"/>
                    <a:pt x="13" y="6"/>
                  </a:cubicBezTo>
                  <a:close/>
                </a:path>
              </a:pathLst>
            </a:custGeom>
            <a:noFill/>
            <a:ln w="7938" cap="rnd">
              <a:solidFill>
                <a:srgbClr val="563C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9" name="Freeform 384">
              <a:extLst>
                <a:ext uri="{FF2B5EF4-FFF2-40B4-BE49-F238E27FC236}">
                  <a16:creationId xmlns:a16="http://schemas.microsoft.com/office/drawing/2014/main" id="{69BCA5AA-9FB1-422B-997C-21EAC3C71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969"/>
              <a:ext cx="42" cy="58"/>
            </a:xfrm>
            <a:custGeom>
              <a:avLst/>
              <a:gdLst>
                <a:gd name="T0" fmla="*/ 0 w 19"/>
                <a:gd name="T1" fmla="*/ 0 h 25"/>
                <a:gd name="T2" fmla="*/ 73 w 19"/>
                <a:gd name="T3" fmla="*/ 274 h 25"/>
                <a:gd name="T4" fmla="*/ 206 w 19"/>
                <a:gd name="T5" fmla="*/ 12 h 25"/>
                <a:gd name="T6" fmla="*/ 206 w 19"/>
                <a:gd name="T7" fmla="*/ 0 h 25"/>
                <a:gd name="T8" fmla="*/ 0 w 19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0" y="0"/>
                  </a:moveTo>
                  <a:cubicBezTo>
                    <a:pt x="2" y="9"/>
                    <a:pt x="3" y="19"/>
                    <a:pt x="7" y="22"/>
                  </a:cubicBezTo>
                  <a:cubicBezTo>
                    <a:pt x="14" y="25"/>
                    <a:pt x="14" y="7"/>
                    <a:pt x="19" y="1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563C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0" name="Freeform 385">
              <a:extLst>
                <a:ext uri="{FF2B5EF4-FFF2-40B4-BE49-F238E27FC236}">
                  <a16:creationId xmlns:a16="http://schemas.microsoft.com/office/drawing/2014/main" id="{A7E94A23-F51E-4474-99B0-E2437F33C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173"/>
              <a:ext cx="67" cy="71"/>
            </a:xfrm>
            <a:custGeom>
              <a:avLst/>
              <a:gdLst>
                <a:gd name="T0" fmla="*/ 164 w 31"/>
                <a:gd name="T1" fmla="*/ 37 h 31"/>
                <a:gd name="T2" fmla="*/ 210 w 31"/>
                <a:gd name="T3" fmla="*/ 289 h 31"/>
                <a:gd name="T4" fmla="*/ 192 w 31"/>
                <a:gd name="T5" fmla="*/ 3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">
                  <a:moveTo>
                    <a:pt x="16" y="3"/>
                  </a:moveTo>
                  <a:cubicBezTo>
                    <a:pt x="0" y="0"/>
                    <a:pt x="5" y="31"/>
                    <a:pt x="21" y="24"/>
                  </a:cubicBezTo>
                  <a:cubicBezTo>
                    <a:pt x="31" y="20"/>
                    <a:pt x="31" y="5"/>
                    <a:pt x="19" y="3"/>
                  </a:cubicBezTo>
                </a:path>
              </a:pathLst>
            </a:custGeom>
            <a:solidFill>
              <a:srgbClr val="C69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1" name="Freeform 386">
              <a:extLst>
                <a:ext uri="{FF2B5EF4-FFF2-40B4-BE49-F238E27FC236}">
                  <a16:creationId xmlns:a16="http://schemas.microsoft.com/office/drawing/2014/main" id="{9F40DC6F-5768-452C-9E63-920300D7A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498"/>
              <a:ext cx="50" cy="49"/>
            </a:xfrm>
            <a:custGeom>
              <a:avLst/>
              <a:gdLst>
                <a:gd name="T0" fmla="*/ 80 w 23"/>
                <a:gd name="T1" fmla="*/ 0 h 21"/>
                <a:gd name="T2" fmla="*/ 0 w 23"/>
                <a:gd name="T3" fmla="*/ 126 h 21"/>
                <a:gd name="T4" fmla="*/ 113 w 23"/>
                <a:gd name="T5" fmla="*/ 266 h 21"/>
                <a:gd name="T6" fmla="*/ 104 w 23"/>
                <a:gd name="T7" fmla="*/ 1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8" y="0"/>
                  </a:moveTo>
                  <a:cubicBezTo>
                    <a:pt x="3" y="3"/>
                    <a:pt x="0" y="5"/>
                    <a:pt x="0" y="10"/>
                  </a:cubicBezTo>
                  <a:cubicBezTo>
                    <a:pt x="1" y="15"/>
                    <a:pt x="7" y="21"/>
                    <a:pt x="11" y="21"/>
                  </a:cubicBezTo>
                  <a:cubicBezTo>
                    <a:pt x="23" y="20"/>
                    <a:pt x="20" y="2"/>
                    <a:pt x="10" y="1"/>
                  </a:cubicBezTo>
                </a:path>
              </a:pathLst>
            </a:custGeom>
            <a:solidFill>
              <a:srgbClr val="C69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2" name="Freeform 387">
              <a:extLst>
                <a:ext uri="{FF2B5EF4-FFF2-40B4-BE49-F238E27FC236}">
                  <a16:creationId xmlns:a16="http://schemas.microsoft.com/office/drawing/2014/main" id="{5371C591-D1F8-4EC4-B02E-62E7B36B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173"/>
              <a:ext cx="50" cy="34"/>
            </a:xfrm>
            <a:custGeom>
              <a:avLst/>
              <a:gdLst>
                <a:gd name="T0" fmla="*/ 80 w 23"/>
                <a:gd name="T1" fmla="*/ 0 h 15"/>
                <a:gd name="T2" fmla="*/ 124 w 2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8" y="0"/>
                  </a:moveTo>
                  <a:cubicBezTo>
                    <a:pt x="0" y="15"/>
                    <a:pt x="23" y="6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3" name="Freeform 388">
              <a:extLst>
                <a:ext uri="{FF2B5EF4-FFF2-40B4-BE49-F238E27FC236}">
                  <a16:creationId xmlns:a16="http://schemas.microsoft.com/office/drawing/2014/main" id="{9933DC61-D06E-413B-BA18-ECF01E7E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173"/>
              <a:ext cx="13" cy="13"/>
            </a:xfrm>
            <a:custGeom>
              <a:avLst/>
              <a:gdLst>
                <a:gd name="T0" fmla="*/ 33 w 6"/>
                <a:gd name="T1" fmla="*/ 0 h 6"/>
                <a:gd name="T2" fmla="*/ 43 w 6"/>
                <a:gd name="T3" fmla="*/ 61 h 6"/>
                <a:gd name="T4" fmla="*/ 61 w 6"/>
                <a:gd name="T5" fmla="*/ 33 h 6"/>
                <a:gd name="T6" fmla="*/ 43 w 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3"/>
                    <a:pt x="0" y="5"/>
                    <a:pt x="4" y="6"/>
                  </a:cubicBezTo>
                  <a:cubicBezTo>
                    <a:pt x="5" y="5"/>
                    <a:pt x="5" y="4"/>
                    <a:pt x="6" y="3"/>
                  </a:cubicBezTo>
                  <a:cubicBezTo>
                    <a:pt x="6" y="2"/>
                    <a:pt x="5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4" name="Freeform 389">
              <a:extLst>
                <a:ext uri="{FF2B5EF4-FFF2-40B4-BE49-F238E27FC236}">
                  <a16:creationId xmlns:a16="http://schemas.microsoft.com/office/drawing/2014/main" id="{7F8BA383-C989-42B6-AB67-36367A217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501"/>
              <a:ext cx="57" cy="25"/>
            </a:xfrm>
            <a:custGeom>
              <a:avLst/>
              <a:gdLst>
                <a:gd name="T0" fmla="*/ 125 w 26"/>
                <a:gd name="T1" fmla="*/ 0 h 11"/>
                <a:gd name="T2" fmla="*/ 149 w 2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12" y="0"/>
                  </a:moveTo>
                  <a:cubicBezTo>
                    <a:pt x="0" y="11"/>
                    <a:pt x="26" y="9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5" name="Freeform 390">
              <a:extLst>
                <a:ext uri="{FF2B5EF4-FFF2-40B4-BE49-F238E27FC236}">
                  <a16:creationId xmlns:a16="http://schemas.microsoft.com/office/drawing/2014/main" id="{75DB4F4B-9ACD-459B-B7AC-707DC7B2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498"/>
              <a:ext cx="10" cy="12"/>
            </a:xfrm>
            <a:custGeom>
              <a:avLst/>
              <a:gdLst>
                <a:gd name="T0" fmla="*/ 8 w 5"/>
                <a:gd name="T1" fmla="*/ 0 h 5"/>
                <a:gd name="T2" fmla="*/ 0 w 5"/>
                <a:gd name="T3" fmla="*/ 70 h 5"/>
                <a:gd name="T4" fmla="*/ 40 w 5"/>
                <a:gd name="T5" fmla="*/ 12 h 5"/>
                <a:gd name="T6" fmla="*/ 16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4" y="4"/>
                    <a:pt x="4" y="5"/>
                    <a:pt x="5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6" name="Freeform 391">
              <a:extLst>
                <a:ext uri="{FF2B5EF4-FFF2-40B4-BE49-F238E27FC236}">
                  <a16:creationId xmlns:a16="http://schemas.microsoft.com/office/drawing/2014/main" id="{7598711D-8F17-4746-8DFC-659A9AD29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575"/>
              <a:ext cx="67" cy="62"/>
            </a:xfrm>
            <a:custGeom>
              <a:avLst/>
              <a:gdLst>
                <a:gd name="T0" fmla="*/ 28 w 31"/>
                <a:gd name="T1" fmla="*/ 110 h 27"/>
                <a:gd name="T2" fmla="*/ 140 w 31"/>
                <a:gd name="T3" fmla="*/ 0 h 27"/>
                <a:gd name="T4" fmla="*/ 80 w 31"/>
                <a:gd name="T5" fmla="*/ 16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3" y="9"/>
                  </a:moveTo>
                  <a:cubicBezTo>
                    <a:pt x="0" y="25"/>
                    <a:pt x="31" y="27"/>
                    <a:pt x="14" y="0"/>
                  </a:cubicBezTo>
                  <a:cubicBezTo>
                    <a:pt x="15" y="6"/>
                    <a:pt x="17" y="14"/>
                    <a:pt x="8" y="14"/>
                  </a:cubicBezTo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7" name="Freeform 392">
              <a:extLst>
                <a:ext uri="{FF2B5EF4-FFF2-40B4-BE49-F238E27FC236}">
                  <a16:creationId xmlns:a16="http://schemas.microsoft.com/office/drawing/2014/main" id="{F7063939-7C10-4DDD-BE27-06826A9F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242"/>
              <a:ext cx="69" cy="44"/>
            </a:xfrm>
            <a:custGeom>
              <a:avLst/>
              <a:gdLst>
                <a:gd name="T0" fmla="*/ 80 w 32"/>
                <a:gd name="T1" fmla="*/ 0 h 19"/>
                <a:gd name="T2" fmla="*/ 242 w 32"/>
                <a:gd name="T3" fmla="*/ 12 h 19"/>
                <a:gd name="T4" fmla="*/ 112 w 32"/>
                <a:gd name="T5" fmla="*/ 2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9">
                  <a:moveTo>
                    <a:pt x="8" y="0"/>
                  </a:moveTo>
                  <a:cubicBezTo>
                    <a:pt x="0" y="19"/>
                    <a:pt x="32" y="18"/>
                    <a:pt x="24" y="1"/>
                  </a:cubicBezTo>
                  <a:cubicBezTo>
                    <a:pt x="22" y="8"/>
                    <a:pt x="14" y="8"/>
                    <a:pt x="11" y="2"/>
                  </a:cubicBezTo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8" name="Freeform 393">
              <a:extLst>
                <a:ext uri="{FF2B5EF4-FFF2-40B4-BE49-F238E27FC236}">
                  <a16:creationId xmlns:a16="http://schemas.microsoft.com/office/drawing/2014/main" id="{AE989AF7-F59A-4824-8DAF-A04FAA311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136"/>
              <a:ext cx="21" cy="20"/>
            </a:xfrm>
            <a:custGeom>
              <a:avLst/>
              <a:gdLst>
                <a:gd name="T0" fmla="*/ 27 w 10"/>
                <a:gd name="T1" fmla="*/ 98 h 9"/>
                <a:gd name="T2" fmla="*/ 27 w 10"/>
                <a:gd name="T3" fmla="*/ 0 h 9"/>
                <a:gd name="T4" fmla="*/ 92 w 10"/>
                <a:gd name="T5" fmla="*/ 80 h 9"/>
                <a:gd name="T6" fmla="*/ 48 w 10"/>
                <a:gd name="T7" fmla="*/ 6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3" y="9"/>
                  </a:moveTo>
                  <a:cubicBezTo>
                    <a:pt x="0" y="6"/>
                    <a:pt x="1" y="3"/>
                    <a:pt x="3" y="0"/>
                  </a:cubicBezTo>
                  <a:cubicBezTo>
                    <a:pt x="6" y="1"/>
                    <a:pt x="9" y="4"/>
                    <a:pt x="10" y="7"/>
                  </a:cubicBezTo>
                  <a:cubicBezTo>
                    <a:pt x="9" y="6"/>
                    <a:pt x="7" y="7"/>
                    <a:pt x="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9" name="Rectangle 394">
              <a:extLst>
                <a:ext uri="{FF2B5EF4-FFF2-40B4-BE49-F238E27FC236}">
                  <a16:creationId xmlns:a16="http://schemas.microsoft.com/office/drawing/2014/main" id="{76414E94-E2ED-489B-ADB8-A89949D77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" y="969"/>
              <a:ext cx="1239" cy="784"/>
            </a:xfrm>
            <a:prstGeom prst="rect">
              <a:avLst/>
            </a:prstGeom>
            <a:noFill/>
            <a:ln w="14288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400" name="Freeform 395">
              <a:extLst>
                <a:ext uri="{FF2B5EF4-FFF2-40B4-BE49-F238E27FC236}">
                  <a16:creationId xmlns:a16="http://schemas.microsoft.com/office/drawing/2014/main" id="{848728FF-E8BC-4871-9FB2-24A8288DF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152"/>
              <a:ext cx="26" cy="32"/>
            </a:xfrm>
            <a:custGeom>
              <a:avLst/>
              <a:gdLst>
                <a:gd name="T0" fmla="*/ 52 w 12"/>
                <a:gd name="T1" fmla="*/ 25 h 14"/>
                <a:gd name="T2" fmla="*/ 80 w 12"/>
                <a:gd name="T3" fmla="*/ 121 h 14"/>
                <a:gd name="T4" fmla="*/ 52 w 12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5" y="2"/>
                  </a:moveTo>
                  <a:cubicBezTo>
                    <a:pt x="0" y="4"/>
                    <a:pt x="2" y="14"/>
                    <a:pt x="8" y="10"/>
                  </a:cubicBezTo>
                  <a:cubicBezTo>
                    <a:pt x="12" y="7"/>
                    <a:pt x="9" y="0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1" name="Freeform 396">
              <a:extLst>
                <a:ext uri="{FF2B5EF4-FFF2-40B4-BE49-F238E27FC236}">
                  <a16:creationId xmlns:a16="http://schemas.microsoft.com/office/drawing/2014/main" id="{23D22BCB-9013-4261-99FC-4F6758184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143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9 w 5"/>
                <a:gd name="T3" fmla="*/ 53 h 5"/>
                <a:gd name="T4" fmla="*/ 33 w 5"/>
                <a:gd name="T5" fmla="*/ 9 h 5"/>
                <a:gd name="T6" fmla="*/ 9 w 5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5"/>
                    <a:pt x="5" y="3"/>
                    <a:pt x="3" y="1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12" name="Text Box 397">
            <a:extLst>
              <a:ext uri="{FF2B5EF4-FFF2-40B4-BE49-F238E27FC236}">
                <a16:creationId xmlns:a16="http://schemas.microsoft.com/office/drawing/2014/main" id="{C08BFCC5-D79E-4F3C-964C-501535B2C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0225" y="204946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</a:t>
            </a:r>
          </a:p>
        </p:txBody>
      </p:sp>
      <p:grpSp>
        <p:nvGrpSpPr>
          <p:cNvPr id="52228" name="Artery-wall-layers-cross-section">
            <a:extLst>
              <a:ext uri="{FF2B5EF4-FFF2-40B4-BE49-F238E27FC236}">
                <a16:creationId xmlns:a16="http://schemas.microsoft.com/office/drawing/2014/main" id="{A0D22716-EA1E-4FDA-BEE7-AE1EEF1A3C1A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1524000"/>
            <a:ext cx="2138363" cy="1590675"/>
            <a:chOff x="2214" y="914"/>
            <a:chExt cx="1347" cy="1002"/>
          </a:xfrm>
        </p:grpSpPr>
        <p:grpSp>
          <p:nvGrpSpPr>
            <p:cNvPr id="123698" name="Group 399">
              <a:extLst>
                <a:ext uri="{FF2B5EF4-FFF2-40B4-BE49-F238E27FC236}">
                  <a16:creationId xmlns:a16="http://schemas.microsoft.com/office/drawing/2014/main" id="{E9560CB1-07E3-4D62-B5B8-EDE152C81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2" y="914"/>
              <a:ext cx="1129" cy="998"/>
              <a:chOff x="2432" y="914"/>
              <a:chExt cx="1129" cy="998"/>
            </a:xfrm>
          </p:grpSpPr>
          <p:sp>
            <p:nvSpPr>
              <p:cNvPr id="124009" name="Freeform 400">
                <a:extLst>
                  <a:ext uri="{FF2B5EF4-FFF2-40B4-BE49-F238E27FC236}">
                    <a16:creationId xmlns:a16="http://schemas.microsoft.com/office/drawing/2014/main" id="{4985BFBC-4486-4B89-B716-EB49A8784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917"/>
                <a:ext cx="324" cy="992"/>
              </a:xfrm>
              <a:custGeom>
                <a:avLst/>
                <a:gdLst>
                  <a:gd name="T0" fmla="*/ 307 w 149"/>
                  <a:gd name="T1" fmla="*/ 1606 h 428"/>
                  <a:gd name="T2" fmla="*/ 742 w 149"/>
                  <a:gd name="T3" fmla="*/ 5129 h 428"/>
                  <a:gd name="T4" fmla="*/ 842 w 149"/>
                  <a:gd name="T5" fmla="*/ 5329 h 428"/>
                  <a:gd name="T6" fmla="*/ 1533 w 149"/>
                  <a:gd name="T7" fmla="*/ 5329 h 428"/>
                  <a:gd name="T8" fmla="*/ 1533 w 149"/>
                  <a:gd name="T9" fmla="*/ 0 h 428"/>
                  <a:gd name="T10" fmla="*/ 0 w 149"/>
                  <a:gd name="T11" fmla="*/ 0 h 428"/>
                  <a:gd name="T12" fmla="*/ 307 w 149"/>
                  <a:gd name="T13" fmla="*/ 1606 h 4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428">
                    <a:moveTo>
                      <a:pt x="30" y="129"/>
                    </a:moveTo>
                    <a:cubicBezTo>
                      <a:pt x="47" y="215"/>
                      <a:pt x="24" y="338"/>
                      <a:pt x="72" y="412"/>
                    </a:cubicBezTo>
                    <a:cubicBezTo>
                      <a:pt x="75" y="417"/>
                      <a:pt x="79" y="423"/>
                      <a:pt x="82" y="428"/>
                    </a:cubicBezTo>
                    <a:cubicBezTo>
                      <a:pt x="149" y="428"/>
                      <a:pt x="149" y="428"/>
                      <a:pt x="149" y="428"/>
                    </a:cubicBezTo>
                    <a:cubicBezTo>
                      <a:pt x="149" y="0"/>
                      <a:pt x="149" y="0"/>
                      <a:pt x="14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" y="42"/>
                      <a:pt x="20" y="85"/>
                      <a:pt x="30" y="129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0" name="Freeform 401">
                <a:extLst>
                  <a:ext uri="{FF2B5EF4-FFF2-40B4-BE49-F238E27FC236}">
                    <a16:creationId xmlns:a16="http://schemas.microsoft.com/office/drawing/2014/main" id="{BD90CD1D-9723-4775-8018-F51B04D64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420"/>
                <a:ext cx="96" cy="492"/>
              </a:xfrm>
              <a:custGeom>
                <a:avLst/>
                <a:gdLst>
                  <a:gd name="T0" fmla="*/ 456 w 44"/>
                  <a:gd name="T1" fmla="*/ 2622 h 212"/>
                  <a:gd name="T2" fmla="*/ 351 w 44"/>
                  <a:gd name="T3" fmla="*/ 2439 h 212"/>
                  <a:gd name="T4" fmla="*/ 0 w 44"/>
                  <a:gd name="T5" fmla="*/ 0 h 212"/>
                  <a:gd name="T6" fmla="*/ 247 w 44"/>
                  <a:gd name="T7" fmla="*/ 1847 h 212"/>
                  <a:gd name="T8" fmla="*/ 456 w 44"/>
                  <a:gd name="T9" fmla="*/ 2650 h 2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12">
                    <a:moveTo>
                      <a:pt x="44" y="210"/>
                    </a:moveTo>
                    <a:cubicBezTo>
                      <a:pt x="41" y="205"/>
                      <a:pt x="37" y="200"/>
                      <a:pt x="34" y="195"/>
                    </a:cubicBezTo>
                    <a:cubicBezTo>
                      <a:pt x="1" y="144"/>
                      <a:pt x="2" y="70"/>
                      <a:pt x="0" y="0"/>
                    </a:cubicBezTo>
                    <a:cubicBezTo>
                      <a:pt x="3" y="52"/>
                      <a:pt x="13" y="112"/>
                      <a:pt x="24" y="148"/>
                    </a:cubicBezTo>
                    <a:cubicBezTo>
                      <a:pt x="33" y="180"/>
                      <a:pt x="44" y="212"/>
                      <a:pt x="44" y="212"/>
                    </a:cubicBezTo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1" name="Freeform 402">
                <a:extLst>
                  <a:ext uri="{FF2B5EF4-FFF2-40B4-BE49-F238E27FC236}">
                    <a16:creationId xmlns:a16="http://schemas.microsoft.com/office/drawing/2014/main" id="{236F06E3-3755-4F93-BB96-0EA6D356F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917"/>
                <a:ext cx="216" cy="992"/>
              </a:xfrm>
              <a:custGeom>
                <a:avLst/>
                <a:gdLst>
                  <a:gd name="T0" fmla="*/ 552 w 99"/>
                  <a:gd name="T1" fmla="*/ 1655 h 428"/>
                  <a:gd name="T2" fmla="*/ 238 w 99"/>
                  <a:gd name="T3" fmla="*/ 0 h 428"/>
                  <a:gd name="T4" fmla="*/ 0 w 99"/>
                  <a:gd name="T5" fmla="*/ 0 h 428"/>
                  <a:gd name="T6" fmla="*/ 148 w 99"/>
                  <a:gd name="T7" fmla="*/ 1708 h 428"/>
                  <a:gd name="T8" fmla="*/ 395 w 99"/>
                  <a:gd name="T9" fmla="*/ 5018 h 428"/>
                  <a:gd name="T10" fmla="*/ 439 w 99"/>
                  <a:gd name="T11" fmla="*/ 5329 h 428"/>
                  <a:gd name="T12" fmla="*/ 1028 w 99"/>
                  <a:gd name="T13" fmla="*/ 5329 h 428"/>
                  <a:gd name="T14" fmla="*/ 552 w 99"/>
                  <a:gd name="T15" fmla="*/ 1655 h 4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428">
                    <a:moveTo>
                      <a:pt x="53" y="133"/>
                    </a:moveTo>
                    <a:cubicBezTo>
                      <a:pt x="43" y="86"/>
                      <a:pt x="33" y="42"/>
                      <a:pt x="2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4"/>
                      <a:pt x="10" y="89"/>
                      <a:pt x="14" y="137"/>
                    </a:cubicBezTo>
                    <a:cubicBezTo>
                      <a:pt x="21" y="217"/>
                      <a:pt x="23" y="309"/>
                      <a:pt x="38" y="403"/>
                    </a:cubicBezTo>
                    <a:cubicBezTo>
                      <a:pt x="39" y="411"/>
                      <a:pt x="41" y="420"/>
                      <a:pt x="42" y="428"/>
                    </a:cubicBezTo>
                    <a:cubicBezTo>
                      <a:pt x="99" y="428"/>
                      <a:pt x="99" y="428"/>
                      <a:pt x="99" y="428"/>
                    </a:cubicBezTo>
                    <a:cubicBezTo>
                      <a:pt x="52" y="354"/>
                      <a:pt x="70" y="218"/>
                      <a:pt x="53" y="133"/>
                    </a:cubicBezTo>
                    <a:close/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2" name="Freeform 403">
                <a:extLst>
                  <a:ext uri="{FF2B5EF4-FFF2-40B4-BE49-F238E27FC236}">
                    <a16:creationId xmlns:a16="http://schemas.microsoft.com/office/drawing/2014/main" id="{613B7C00-CCFB-41AD-A88B-C43801339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917"/>
                <a:ext cx="254" cy="992"/>
              </a:xfrm>
              <a:custGeom>
                <a:avLst/>
                <a:gdLst>
                  <a:gd name="T0" fmla="*/ 656 w 117"/>
                  <a:gd name="T1" fmla="*/ 5329 h 428"/>
                  <a:gd name="T2" fmla="*/ 1196 w 117"/>
                  <a:gd name="T3" fmla="*/ 5329 h 428"/>
                  <a:gd name="T4" fmla="*/ 623 w 117"/>
                  <a:gd name="T5" fmla="*/ 0 h 428"/>
                  <a:gd name="T6" fmla="*/ 0 w 117"/>
                  <a:gd name="T7" fmla="*/ 0 h 428"/>
                  <a:gd name="T8" fmla="*/ 656 w 117"/>
                  <a:gd name="T9" fmla="*/ 5329 h 4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428">
                    <a:moveTo>
                      <a:pt x="64" y="428"/>
                    </a:moveTo>
                    <a:cubicBezTo>
                      <a:pt x="117" y="428"/>
                      <a:pt x="117" y="428"/>
                      <a:pt x="117" y="428"/>
                    </a:cubicBezTo>
                    <a:cubicBezTo>
                      <a:pt x="95" y="269"/>
                      <a:pt x="77" y="123"/>
                      <a:pt x="6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125"/>
                      <a:pt x="39" y="271"/>
                      <a:pt x="64" y="428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3" name="Freeform 404">
                <a:extLst>
                  <a:ext uri="{FF2B5EF4-FFF2-40B4-BE49-F238E27FC236}">
                    <a16:creationId xmlns:a16="http://schemas.microsoft.com/office/drawing/2014/main" id="{9C650288-E5D7-4B11-9ECE-FA03F41E3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917"/>
                <a:ext cx="392" cy="992"/>
              </a:xfrm>
              <a:custGeom>
                <a:avLst/>
                <a:gdLst>
                  <a:gd name="T0" fmla="*/ 597 w 180"/>
                  <a:gd name="T1" fmla="*/ 5329 h 428"/>
                  <a:gd name="T2" fmla="*/ 1860 w 180"/>
                  <a:gd name="T3" fmla="*/ 5329 h 428"/>
                  <a:gd name="T4" fmla="*/ 1816 w 180"/>
                  <a:gd name="T5" fmla="*/ 5018 h 428"/>
                  <a:gd name="T6" fmla="*/ 1570 w 180"/>
                  <a:gd name="T7" fmla="*/ 1708 h 428"/>
                  <a:gd name="T8" fmla="*/ 1429 w 180"/>
                  <a:gd name="T9" fmla="*/ 0 h 428"/>
                  <a:gd name="T10" fmla="*/ 0 w 180"/>
                  <a:gd name="T11" fmla="*/ 0 h 428"/>
                  <a:gd name="T12" fmla="*/ 597 w 180"/>
                  <a:gd name="T13" fmla="*/ 5329 h 4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0" h="428">
                    <a:moveTo>
                      <a:pt x="58" y="428"/>
                    </a:moveTo>
                    <a:cubicBezTo>
                      <a:pt x="180" y="428"/>
                      <a:pt x="180" y="428"/>
                      <a:pt x="180" y="428"/>
                    </a:cubicBezTo>
                    <a:cubicBezTo>
                      <a:pt x="179" y="420"/>
                      <a:pt x="177" y="411"/>
                      <a:pt x="176" y="403"/>
                    </a:cubicBezTo>
                    <a:cubicBezTo>
                      <a:pt x="161" y="309"/>
                      <a:pt x="159" y="217"/>
                      <a:pt x="152" y="137"/>
                    </a:cubicBezTo>
                    <a:cubicBezTo>
                      <a:pt x="148" y="89"/>
                      <a:pt x="143" y="44"/>
                      <a:pt x="13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129"/>
                      <a:pt x="36" y="274"/>
                      <a:pt x="58" y="428"/>
                    </a:cubicBezTo>
                    <a:close/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4" name="Freeform 405">
                <a:extLst>
                  <a:ext uri="{FF2B5EF4-FFF2-40B4-BE49-F238E27FC236}">
                    <a16:creationId xmlns:a16="http://schemas.microsoft.com/office/drawing/2014/main" id="{7F371816-AFE9-4E50-96CB-CEBFBED37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917"/>
                <a:ext cx="257" cy="992"/>
              </a:xfrm>
              <a:custGeom>
                <a:avLst/>
                <a:gdLst>
                  <a:gd name="T0" fmla="*/ 1115 w 118"/>
                  <a:gd name="T1" fmla="*/ 5129 h 428"/>
                  <a:gd name="T2" fmla="*/ 684 w 118"/>
                  <a:gd name="T3" fmla="*/ 1606 h 428"/>
                  <a:gd name="T4" fmla="*/ 370 w 118"/>
                  <a:gd name="T5" fmla="*/ 0 h 428"/>
                  <a:gd name="T6" fmla="*/ 0 w 118"/>
                  <a:gd name="T7" fmla="*/ 0 h 428"/>
                  <a:gd name="T8" fmla="*/ 309 w 118"/>
                  <a:gd name="T9" fmla="*/ 1655 h 428"/>
                  <a:gd name="T10" fmla="*/ 788 w 118"/>
                  <a:gd name="T11" fmla="*/ 5329 h 428"/>
                  <a:gd name="T12" fmla="*/ 1220 w 118"/>
                  <a:gd name="T13" fmla="*/ 5329 h 428"/>
                  <a:gd name="T14" fmla="*/ 1115 w 118"/>
                  <a:gd name="T15" fmla="*/ 5129 h 4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8" h="428">
                    <a:moveTo>
                      <a:pt x="108" y="412"/>
                    </a:moveTo>
                    <a:cubicBezTo>
                      <a:pt x="60" y="338"/>
                      <a:pt x="83" y="215"/>
                      <a:pt x="66" y="129"/>
                    </a:cubicBezTo>
                    <a:cubicBezTo>
                      <a:pt x="56" y="85"/>
                      <a:pt x="46" y="42"/>
                      <a:pt x="3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" y="42"/>
                      <a:pt x="20" y="86"/>
                      <a:pt x="30" y="133"/>
                    </a:cubicBezTo>
                    <a:cubicBezTo>
                      <a:pt x="47" y="218"/>
                      <a:pt x="29" y="354"/>
                      <a:pt x="76" y="428"/>
                    </a:cubicBezTo>
                    <a:cubicBezTo>
                      <a:pt x="118" y="428"/>
                      <a:pt x="118" y="428"/>
                      <a:pt x="118" y="428"/>
                    </a:cubicBezTo>
                    <a:cubicBezTo>
                      <a:pt x="115" y="423"/>
                      <a:pt x="111" y="417"/>
                      <a:pt x="108" y="412"/>
                    </a:cubicBezTo>
                    <a:close/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5" name="Freeform 406">
                <a:extLst>
                  <a:ext uri="{FF2B5EF4-FFF2-40B4-BE49-F238E27FC236}">
                    <a16:creationId xmlns:a16="http://schemas.microsoft.com/office/drawing/2014/main" id="{61E985A4-5626-4995-B9A1-4D577AABA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917"/>
                <a:ext cx="356" cy="992"/>
              </a:xfrm>
              <a:custGeom>
                <a:avLst/>
                <a:gdLst>
                  <a:gd name="T0" fmla="*/ 575 w 164"/>
                  <a:gd name="T1" fmla="*/ 5329 h 428"/>
                  <a:gd name="T2" fmla="*/ 1678 w 164"/>
                  <a:gd name="T3" fmla="*/ 5329 h 428"/>
                  <a:gd name="T4" fmla="*/ 1083 w 164"/>
                  <a:gd name="T5" fmla="*/ 0 h 428"/>
                  <a:gd name="T6" fmla="*/ 0 w 164"/>
                  <a:gd name="T7" fmla="*/ 0 h 428"/>
                  <a:gd name="T8" fmla="*/ 575 w 164"/>
                  <a:gd name="T9" fmla="*/ 5329 h 4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428">
                    <a:moveTo>
                      <a:pt x="56" y="428"/>
                    </a:moveTo>
                    <a:cubicBezTo>
                      <a:pt x="164" y="428"/>
                      <a:pt x="164" y="428"/>
                      <a:pt x="164" y="428"/>
                    </a:cubicBezTo>
                    <a:cubicBezTo>
                      <a:pt x="142" y="274"/>
                      <a:pt x="123" y="129"/>
                      <a:pt x="10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123"/>
                      <a:pt x="34" y="269"/>
                      <a:pt x="56" y="428"/>
                    </a:cubicBezTo>
                    <a:close/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6" name="Freeform 407">
                <a:extLst>
                  <a:ext uri="{FF2B5EF4-FFF2-40B4-BE49-F238E27FC236}">
                    <a16:creationId xmlns:a16="http://schemas.microsoft.com/office/drawing/2014/main" id="{066EFAD2-4D89-449F-A772-4B0A63CCD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016"/>
                <a:ext cx="94" cy="893"/>
              </a:xfrm>
              <a:custGeom>
                <a:avLst/>
                <a:gdLst>
                  <a:gd name="T0" fmla="*/ 0 w 43"/>
                  <a:gd name="T1" fmla="*/ 0 h 385"/>
                  <a:gd name="T2" fmla="*/ 105 w 43"/>
                  <a:gd name="T3" fmla="*/ 835 h 385"/>
                  <a:gd name="T4" fmla="*/ 96 w 43"/>
                  <a:gd name="T5" fmla="*/ 1109 h 385"/>
                  <a:gd name="T6" fmla="*/ 238 w 43"/>
                  <a:gd name="T7" fmla="*/ 1958 h 385"/>
                  <a:gd name="T8" fmla="*/ 262 w 43"/>
                  <a:gd name="T9" fmla="*/ 2647 h 385"/>
                  <a:gd name="T10" fmla="*/ 302 w 43"/>
                  <a:gd name="T11" fmla="*/ 3110 h 385"/>
                  <a:gd name="T12" fmla="*/ 282 w 43"/>
                  <a:gd name="T13" fmla="*/ 3433 h 385"/>
                  <a:gd name="T14" fmla="*/ 448 w 43"/>
                  <a:gd name="T15" fmla="*/ 4804 h 385"/>
                  <a:gd name="T16" fmla="*/ 302 w 43"/>
                  <a:gd name="T17" fmla="*/ 4778 h 3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85">
                    <a:moveTo>
                      <a:pt x="0" y="0"/>
                    </a:moveTo>
                    <a:cubicBezTo>
                      <a:pt x="7" y="23"/>
                      <a:pt x="12" y="53"/>
                      <a:pt x="10" y="67"/>
                    </a:cubicBezTo>
                    <a:cubicBezTo>
                      <a:pt x="9" y="81"/>
                      <a:pt x="9" y="89"/>
                      <a:pt x="9" y="89"/>
                    </a:cubicBezTo>
                    <a:cubicBezTo>
                      <a:pt x="16" y="111"/>
                      <a:pt x="23" y="129"/>
                      <a:pt x="23" y="157"/>
                    </a:cubicBezTo>
                    <a:cubicBezTo>
                      <a:pt x="23" y="185"/>
                      <a:pt x="25" y="212"/>
                      <a:pt x="25" y="212"/>
                    </a:cubicBezTo>
                    <a:cubicBezTo>
                      <a:pt x="29" y="227"/>
                      <a:pt x="31" y="237"/>
                      <a:pt x="29" y="249"/>
                    </a:cubicBezTo>
                    <a:cubicBezTo>
                      <a:pt x="27" y="262"/>
                      <a:pt x="27" y="275"/>
                      <a:pt x="27" y="275"/>
                    </a:cubicBezTo>
                    <a:cubicBezTo>
                      <a:pt x="43" y="385"/>
                      <a:pt x="43" y="385"/>
                      <a:pt x="43" y="385"/>
                    </a:cubicBezTo>
                    <a:cubicBezTo>
                      <a:pt x="29" y="383"/>
                      <a:pt x="29" y="383"/>
                      <a:pt x="29" y="383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7" name="Freeform 408">
                <a:extLst>
                  <a:ext uri="{FF2B5EF4-FFF2-40B4-BE49-F238E27FC236}">
                    <a16:creationId xmlns:a16="http://schemas.microsoft.com/office/drawing/2014/main" id="{9045E190-8FCB-492F-8321-2BF759715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921"/>
                <a:ext cx="32" cy="86"/>
              </a:xfrm>
              <a:custGeom>
                <a:avLst/>
                <a:gdLst>
                  <a:gd name="T0" fmla="*/ 41 w 15"/>
                  <a:gd name="T1" fmla="*/ 0 h 37"/>
                  <a:gd name="T2" fmla="*/ 145 w 15"/>
                  <a:gd name="T3" fmla="*/ 465 h 37"/>
                  <a:gd name="T4" fmla="*/ 117 w 15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7">
                    <a:moveTo>
                      <a:pt x="4" y="0"/>
                    </a:moveTo>
                    <a:cubicBezTo>
                      <a:pt x="0" y="9"/>
                      <a:pt x="6" y="32"/>
                      <a:pt x="15" y="37"/>
                    </a:cubicBezTo>
                    <a:cubicBezTo>
                      <a:pt x="14" y="25"/>
                      <a:pt x="13" y="12"/>
                      <a:pt x="12" y="0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8" name="Freeform 409">
                <a:extLst>
                  <a:ext uri="{FF2B5EF4-FFF2-40B4-BE49-F238E27FC236}">
                    <a16:creationId xmlns:a16="http://schemas.microsoft.com/office/drawing/2014/main" id="{6BCBCF2F-A5B4-4940-9C5B-5CE4EB9DE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163"/>
                <a:ext cx="22" cy="113"/>
              </a:xfrm>
              <a:custGeom>
                <a:avLst/>
                <a:gdLst>
                  <a:gd name="T0" fmla="*/ 0 w 10"/>
                  <a:gd name="T1" fmla="*/ 0 h 49"/>
                  <a:gd name="T2" fmla="*/ 97 w 10"/>
                  <a:gd name="T3" fmla="*/ 233 h 49"/>
                  <a:gd name="T4" fmla="*/ 64 w 10"/>
                  <a:gd name="T5" fmla="*/ 602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9">
                    <a:moveTo>
                      <a:pt x="0" y="0"/>
                    </a:moveTo>
                    <a:cubicBezTo>
                      <a:pt x="4" y="4"/>
                      <a:pt x="8" y="13"/>
                      <a:pt x="9" y="19"/>
                    </a:cubicBezTo>
                    <a:cubicBezTo>
                      <a:pt x="10" y="29"/>
                      <a:pt x="5" y="39"/>
                      <a:pt x="6" y="49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9" name="Freeform 410">
                <a:extLst>
                  <a:ext uri="{FF2B5EF4-FFF2-40B4-BE49-F238E27FC236}">
                    <a16:creationId xmlns:a16="http://schemas.microsoft.com/office/drawing/2014/main" id="{BC1F9461-F71D-4F15-8D56-E7F207F62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292"/>
                <a:ext cx="26" cy="93"/>
              </a:xfrm>
              <a:custGeom>
                <a:avLst/>
                <a:gdLst>
                  <a:gd name="T0" fmla="*/ 0 w 12"/>
                  <a:gd name="T1" fmla="*/ 0 h 40"/>
                  <a:gd name="T2" fmla="*/ 121 w 12"/>
                  <a:gd name="T3" fmla="*/ 237 h 40"/>
                  <a:gd name="T4" fmla="*/ 9 w 12"/>
                  <a:gd name="T5" fmla="*/ 50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0" y="0"/>
                    </a:moveTo>
                    <a:cubicBezTo>
                      <a:pt x="2" y="9"/>
                      <a:pt x="5" y="14"/>
                      <a:pt x="12" y="19"/>
                    </a:cubicBezTo>
                    <a:cubicBezTo>
                      <a:pt x="2" y="21"/>
                      <a:pt x="1" y="33"/>
                      <a:pt x="1" y="40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0" name="Freeform 411">
                <a:extLst>
                  <a:ext uri="{FF2B5EF4-FFF2-40B4-BE49-F238E27FC236}">
                    <a16:creationId xmlns:a16="http://schemas.microsoft.com/office/drawing/2014/main" id="{22016C12-6EA3-43E9-9625-F84D41E96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1538"/>
                <a:ext cx="41" cy="132"/>
              </a:xfrm>
              <a:custGeom>
                <a:avLst/>
                <a:gdLst>
                  <a:gd name="T0" fmla="*/ 69 w 19"/>
                  <a:gd name="T1" fmla="*/ 0 h 57"/>
                  <a:gd name="T2" fmla="*/ 190 w 19"/>
                  <a:gd name="T3" fmla="*/ 199 h 57"/>
                  <a:gd name="T4" fmla="*/ 121 w 19"/>
                  <a:gd name="T5" fmla="*/ 509 h 57"/>
                  <a:gd name="T6" fmla="*/ 101 w 19"/>
                  <a:gd name="T7" fmla="*/ 660 h 57"/>
                  <a:gd name="T8" fmla="*/ 0 w 19"/>
                  <a:gd name="T9" fmla="*/ 69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7">
                    <a:moveTo>
                      <a:pt x="7" y="0"/>
                    </a:moveTo>
                    <a:cubicBezTo>
                      <a:pt x="12" y="6"/>
                      <a:pt x="13" y="12"/>
                      <a:pt x="19" y="16"/>
                    </a:cubicBezTo>
                    <a:cubicBezTo>
                      <a:pt x="11" y="21"/>
                      <a:pt x="13" y="33"/>
                      <a:pt x="12" y="41"/>
                    </a:cubicBezTo>
                    <a:cubicBezTo>
                      <a:pt x="11" y="45"/>
                      <a:pt x="9" y="49"/>
                      <a:pt x="10" y="53"/>
                    </a:cubicBezTo>
                    <a:cubicBezTo>
                      <a:pt x="7" y="56"/>
                      <a:pt x="3" y="57"/>
                      <a:pt x="0" y="56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1" name="Freeform 412">
                <a:extLst>
                  <a:ext uri="{FF2B5EF4-FFF2-40B4-BE49-F238E27FC236}">
                    <a16:creationId xmlns:a16="http://schemas.microsoft.com/office/drawing/2014/main" id="{5113CCCC-2572-4174-8071-DFD7967BC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754"/>
                <a:ext cx="56" cy="125"/>
              </a:xfrm>
              <a:custGeom>
                <a:avLst/>
                <a:gdLst>
                  <a:gd name="T0" fmla="*/ 101 w 26"/>
                  <a:gd name="T1" fmla="*/ 0 h 54"/>
                  <a:gd name="T2" fmla="*/ 181 w 26"/>
                  <a:gd name="T3" fmla="*/ 208 h 54"/>
                  <a:gd name="T4" fmla="*/ 233 w 26"/>
                  <a:gd name="T5" fmla="*/ 322 h 54"/>
                  <a:gd name="T6" fmla="*/ 200 w 26"/>
                  <a:gd name="T7" fmla="*/ 669 h 54"/>
                  <a:gd name="T8" fmla="*/ 112 w 26"/>
                  <a:gd name="T9" fmla="*/ 472 h 54"/>
                  <a:gd name="T10" fmla="*/ 0 w 26"/>
                  <a:gd name="T11" fmla="*/ 12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54">
                    <a:moveTo>
                      <a:pt x="10" y="0"/>
                    </a:moveTo>
                    <a:cubicBezTo>
                      <a:pt x="13" y="6"/>
                      <a:pt x="15" y="12"/>
                      <a:pt x="18" y="17"/>
                    </a:cubicBezTo>
                    <a:cubicBezTo>
                      <a:pt x="20" y="20"/>
                      <a:pt x="22" y="23"/>
                      <a:pt x="23" y="26"/>
                    </a:cubicBezTo>
                    <a:cubicBezTo>
                      <a:pt x="26" y="34"/>
                      <a:pt x="20" y="45"/>
                      <a:pt x="20" y="54"/>
                    </a:cubicBezTo>
                    <a:cubicBezTo>
                      <a:pt x="15" y="52"/>
                      <a:pt x="13" y="43"/>
                      <a:pt x="11" y="38"/>
                    </a:cubicBezTo>
                    <a:cubicBezTo>
                      <a:pt x="6" y="26"/>
                      <a:pt x="2" y="14"/>
                      <a:pt x="0" y="1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2" name="Freeform 413">
                <a:extLst>
                  <a:ext uri="{FF2B5EF4-FFF2-40B4-BE49-F238E27FC236}">
                    <a16:creationId xmlns:a16="http://schemas.microsoft.com/office/drawing/2014/main" id="{24374F4D-12C1-4685-9402-F73DE78E7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077"/>
                <a:ext cx="15" cy="39"/>
              </a:xfrm>
              <a:custGeom>
                <a:avLst/>
                <a:gdLst>
                  <a:gd name="T0" fmla="*/ 0 w 7"/>
                  <a:gd name="T1" fmla="*/ 0 h 17"/>
                  <a:gd name="T2" fmla="*/ 60 w 7"/>
                  <a:gd name="T3" fmla="*/ 57 h 17"/>
                  <a:gd name="T4" fmla="*/ 19 w 7"/>
                  <a:gd name="T5" fmla="*/ 20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2" y="2"/>
                      <a:pt x="6" y="3"/>
                      <a:pt x="6" y="5"/>
                    </a:cubicBezTo>
                    <a:cubicBezTo>
                      <a:pt x="7" y="8"/>
                      <a:pt x="2" y="14"/>
                      <a:pt x="2" y="17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3" name="Freeform 414">
                <a:extLst>
                  <a:ext uri="{FF2B5EF4-FFF2-40B4-BE49-F238E27FC236}">
                    <a16:creationId xmlns:a16="http://schemas.microsoft.com/office/drawing/2014/main" id="{7F4D051C-0F4D-468C-83A2-D61A628D5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673"/>
                <a:ext cx="50" cy="76"/>
              </a:xfrm>
              <a:custGeom>
                <a:avLst/>
                <a:gdLst>
                  <a:gd name="T0" fmla="*/ 0 w 23"/>
                  <a:gd name="T1" fmla="*/ 196 h 33"/>
                  <a:gd name="T2" fmla="*/ 113 w 23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3">
                    <a:moveTo>
                      <a:pt x="0" y="16"/>
                    </a:moveTo>
                    <a:cubicBezTo>
                      <a:pt x="3" y="33"/>
                      <a:pt x="23" y="15"/>
                      <a:pt x="11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4" name="Freeform 415">
                <a:extLst>
                  <a:ext uri="{FF2B5EF4-FFF2-40B4-BE49-F238E27FC236}">
                    <a16:creationId xmlns:a16="http://schemas.microsoft.com/office/drawing/2014/main" id="{6E6EC7D9-167B-48FB-8DBF-637258DC2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726"/>
                <a:ext cx="48" cy="74"/>
              </a:xfrm>
              <a:custGeom>
                <a:avLst/>
                <a:gdLst>
                  <a:gd name="T0" fmla="*/ 0 w 22"/>
                  <a:gd name="T1" fmla="*/ 245 h 32"/>
                  <a:gd name="T2" fmla="*/ 96 w 22"/>
                  <a:gd name="T3" fmla="*/ 395 h 32"/>
                  <a:gd name="T4" fmla="*/ 185 w 22"/>
                  <a:gd name="T5" fmla="*/ 347 h 32"/>
                  <a:gd name="T6" fmla="*/ 148 w 22"/>
                  <a:gd name="T7" fmla="*/ 0 h 32"/>
                  <a:gd name="T8" fmla="*/ 0 w 22"/>
                  <a:gd name="T9" fmla="*/ 34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2">
                    <a:moveTo>
                      <a:pt x="0" y="20"/>
                    </a:moveTo>
                    <a:cubicBezTo>
                      <a:pt x="2" y="28"/>
                      <a:pt x="2" y="31"/>
                      <a:pt x="9" y="32"/>
                    </a:cubicBezTo>
                    <a:cubicBezTo>
                      <a:pt x="11" y="32"/>
                      <a:pt x="17" y="30"/>
                      <a:pt x="18" y="28"/>
                    </a:cubicBezTo>
                    <a:cubicBezTo>
                      <a:pt x="22" y="23"/>
                      <a:pt x="17" y="5"/>
                      <a:pt x="14" y="0"/>
                    </a:cubicBezTo>
                    <a:cubicBezTo>
                      <a:pt x="14" y="11"/>
                      <a:pt x="16" y="28"/>
                      <a:pt x="0" y="28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5" name="Freeform 416">
                <a:extLst>
                  <a:ext uri="{FF2B5EF4-FFF2-40B4-BE49-F238E27FC236}">
                    <a16:creationId xmlns:a16="http://schemas.microsoft.com/office/drawing/2014/main" id="{DDA47B22-F775-417F-B806-D37F2D1C1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1448"/>
                <a:ext cx="45" cy="79"/>
              </a:xfrm>
              <a:custGeom>
                <a:avLst/>
                <a:gdLst>
                  <a:gd name="T0" fmla="*/ 9 w 21"/>
                  <a:gd name="T1" fmla="*/ 228 h 34"/>
                  <a:gd name="T2" fmla="*/ 137 w 21"/>
                  <a:gd name="T3" fmla="*/ 323 h 34"/>
                  <a:gd name="T4" fmla="*/ 156 w 2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1" y="18"/>
                    </a:moveTo>
                    <a:cubicBezTo>
                      <a:pt x="0" y="27"/>
                      <a:pt x="7" y="34"/>
                      <a:pt x="14" y="26"/>
                    </a:cubicBezTo>
                    <a:cubicBezTo>
                      <a:pt x="20" y="20"/>
                      <a:pt x="21" y="6"/>
                      <a:pt x="16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6" name="Freeform 417">
                <a:extLst>
                  <a:ext uri="{FF2B5EF4-FFF2-40B4-BE49-F238E27FC236}">
                    <a16:creationId xmlns:a16="http://schemas.microsoft.com/office/drawing/2014/main" id="{1DAB29B6-167F-4422-B573-67AB23405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497"/>
                <a:ext cx="55" cy="74"/>
              </a:xfrm>
              <a:custGeom>
                <a:avLst/>
                <a:gdLst>
                  <a:gd name="T0" fmla="*/ 0 w 25"/>
                  <a:gd name="T1" fmla="*/ 187 h 32"/>
                  <a:gd name="T2" fmla="*/ 169 w 25"/>
                  <a:gd name="T3" fmla="*/ 347 h 32"/>
                  <a:gd name="T4" fmla="*/ 246 w 25"/>
                  <a:gd name="T5" fmla="*/ 0 h 32"/>
                  <a:gd name="T6" fmla="*/ 150 w 25"/>
                  <a:gd name="T7" fmla="*/ 236 h 32"/>
                  <a:gd name="T8" fmla="*/ 0 w 25"/>
                  <a:gd name="T9" fmla="*/ 19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2">
                    <a:moveTo>
                      <a:pt x="0" y="15"/>
                    </a:moveTo>
                    <a:cubicBezTo>
                      <a:pt x="3" y="23"/>
                      <a:pt x="6" y="32"/>
                      <a:pt x="16" y="28"/>
                    </a:cubicBezTo>
                    <a:cubicBezTo>
                      <a:pt x="25" y="25"/>
                      <a:pt x="23" y="9"/>
                      <a:pt x="23" y="0"/>
                    </a:cubicBezTo>
                    <a:cubicBezTo>
                      <a:pt x="20" y="7"/>
                      <a:pt x="23" y="16"/>
                      <a:pt x="14" y="19"/>
                    </a:cubicBezTo>
                    <a:cubicBezTo>
                      <a:pt x="9" y="21"/>
                      <a:pt x="6" y="16"/>
                      <a:pt x="0" y="16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7" name="Freeform 418">
                <a:extLst>
                  <a:ext uri="{FF2B5EF4-FFF2-40B4-BE49-F238E27FC236}">
                    <a16:creationId xmlns:a16="http://schemas.microsoft.com/office/drawing/2014/main" id="{A9C1B7FD-21E5-4A83-AD12-00CFF4673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200"/>
                <a:ext cx="63" cy="123"/>
              </a:xfrm>
              <a:custGeom>
                <a:avLst/>
                <a:gdLst>
                  <a:gd name="T0" fmla="*/ 0 w 29"/>
                  <a:gd name="T1" fmla="*/ 425 h 53"/>
                  <a:gd name="T2" fmla="*/ 122 w 29"/>
                  <a:gd name="T3" fmla="*/ 652 h 53"/>
                  <a:gd name="T4" fmla="*/ 226 w 29"/>
                  <a:gd name="T5" fmla="*/ 587 h 53"/>
                  <a:gd name="T6" fmla="*/ 202 w 29"/>
                  <a:gd name="T7" fmla="*/ 0 h 53"/>
                  <a:gd name="T8" fmla="*/ 165 w 29"/>
                  <a:gd name="T9" fmla="*/ 376 h 53"/>
                  <a:gd name="T10" fmla="*/ 61 w 29"/>
                  <a:gd name="T11" fmla="*/ 50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3">
                    <a:moveTo>
                      <a:pt x="0" y="34"/>
                    </a:moveTo>
                    <a:cubicBezTo>
                      <a:pt x="4" y="41"/>
                      <a:pt x="3" y="50"/>
                      <a:pt x="12" y="52"/>
                    </a:cubicBezTo>
                    <a:cubicBezTo>
                      <a:pt x="17" y="53"/>
                      <a:pt x="20" y="51"/>
                      <a:pt x="22" y="47"/>
                    </a:cubicBezTo>
                    <a:cubicBezTo>
                      <a:pt x="29" y="36"/>
                      <a:pt x="24" y="10"/>
                      <a:pt x="20" y="0"/>
                    </a:cubicBezTo>
                    <a:cubicBezTo>
                      <a:pt x="18" y="9"/>
                      <a:pt x="22" y="22"/>
                      <a:pt x="16" y="30"/>
                    </a:cubicBezTo>
                    <a:cubicBezTo>
                      <a:pt x="14" y="34"/>
                      <a:pt x="8" y="36"/>
                      <a:pt x="6" y="4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8" name="Freeform 419">
                <a:extLst>
                  <a:ext uri="{FF2B5EF4-FFF2-40B4-BE49-F238E27FC236}">
                    <a16:creationId xmlns:a16="http://schemas.microsoft.com/office/drawing/2014/main" id="{94E0593E-1F39-4193-AB11-6589F3EFF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160"/>
                <a:ext cx="37" cy="79"/>
              </a:xfrm>
              <a:custGeom>
                <a:avLst/>
                <a:gdLst>
                  <a:gd name="T0" fmla="*/ 0 w 17"/>
                  <a:gd name="T1" fmla="*/ 188 h 34"/>
                  <a:gd name="T2" fmla="*/ 157 w 17"/>
                  <a:gd name="T3" fmla="*/ 265 h 34"/>
                  <a:gd name="T4" fmla="*/ 72 w 17"/>
                  <a:gd name="T5" fmla="*/ 3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4">
                    <a:moveTo>
                      <a:pt x="0" y="15"/>
                    </a:moveTo>
                    <a:cubicBezTo>
                      <a:pt x="2" y="24"/>
                      <a:pt x="10" y="34"/>
                      <a:pt x="15" y="21"/>
                    </a:cubicBezTo>
                    <a:cubicBezTo>
                      <a:pt x="17" y="16"/>
                      <a:pt x="13" y="0"/>
                      <a:pt x="7" y="3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9" name="Freeform 420">
                <a:extLst>
                  <a:ext uri="{FF2B5EF4-FFF2-40B4-BE49-F238E27FC236}">
                    <a16:creationId xmlns:a16="http://schemas.microsoft.com/office/drawing/2014/main" id="{7EF5D9CE-1E06-4D62-B0DD-E0C55B595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316"/>
                <a:ext cx="18" cy="25"/>
              </a:xfrm>
              <a:custGeom>
                <a:avLst/>
                <a:gdLst>
                  <a:gd name="T0" fmla="*/ 56 w 8"/>
                  <a:gd name="T1" fmla="*/ 0 h 11"/>
                  <a:gd name="T2" fmla="*/ 11 w 8"/>
                  <a:gd name="T3" fmla="*/ 118 h 11"/>
                  <a:gd name="T4" fmla="*/ 92 w 8"/>
                  <a:gd name="T5" fmla="*/ 13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cubicBezTo>
                      <a:pt x="4" y="3"/>
                      <a:pt x="0" y="7"/>
                      <a:pt x="1" y="10"/>
                    </a:cubicBezTo>
                    <a:cubicBezTo>
                      <a:pt x="4" y="9"/>
                      <a:pt x="6" y="9"/>
                      <a:pt x="8" y="11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0" name="Freeform 421">
                <a:extLst>
                  <a:ext uri="{FF2B5EF4-FFF2-40B4-BE49-F238E27FC236}">
                    <a16:creationId xmlns:a16="http://schemas.microsoft.com/office/drawing/2014/main" id="{2D82AB62-F58A-4810-A3CE-35F7F2AE7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035"/>
                <a:ext cx="24" cy="30"/>
              </a:xfrm>
              <a:custGeom>
                <a:avLst/>
                <a:gdLst>
                  <a:gd name="T0" fmla="*/ 0 w 11"/>
                  <a:gd name="T1" fmla="*/ 159 h 13"/>
                  <a:gd name="T2" fmla="*/ 72 w 11"/>
                  <a:gd name="T3" fmla="*/ 0 h 13"/>
                  <a:gd name="T4" fmla="*/ 105 w 11"/>
                  <a:gd name="T5" fmla="*/ 134 h 13"/>
                  <a:gd name="T6" fmla="*/ 96 w 11"/>
                  <a:gd name="T7" fmla="*/ 15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6" y="10"/>
                      <a:pt x="5" y="5"/>
                      <a:pt x="7" y="0"/>
                    </a:cubicBezTo>
                    <a:cubicBezTo>
                      <a:pt x="8" y="4"/>
                      <a:pt x="11" y="7"/>
                      <a:pt x="10" y="11"/>
                    </a:cubicBezTo>
                    <a:cubicBezTo>
                      <a:pt x="9" y="11"/>
                      <a:pt x="9" y="12"/>
                      <a:pt x="9" y="12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1" name="Freeform 422">
                <a:extLst>
                  <a:ext uri="{FF2B5EF4-FFF2-40B4-BE49-F238E27FC236}">
                    <a16:creationId xmlns:a16="http://schemas.microsoft.com/office/drawing/2014/main" id="{D88819C2-C6EA-4D7B-AABB-5EF6A2FF4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919"/>
                <a:ext cx="50" cy="79"/>
              </a:xfrm>
              <a:custGeom>
                <a:avLst/>
                <a:gdLst>
                  <a:gd name="T0" fmla="*/ 0 w 23"/>
                  <a:gd name="T1" fmla="*/ 237 h 34"/>
                  <a:gd name="T2" fmla="*/ 202 w 23"/>
                  <a:gd name="T3" fmla="*/ 286 h 34"/>
                  <a:gd name="T4" fmla="*/ 165 w 23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4">
                    <a:moveTo>
                      <a:pt x="0" y="19"/>
                    </a:moveTo>
                    <a:cubicBezTo>
                      <a:pt x="2" y="30"/>
                      <a:pt x="15" y="34"/>
                      <a:pt x="20" y="23"/>
                    </a:cubicBezTo>
                    <a:cubicBezTo>
                      <a:pt x="23" y="16"/>
                      <a:pt x="22" y="4"/>
                      <a:pt x="16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2" name="Freeform 423">
                <a:extLst>
                  <a:ext uri="{FF2B5EF4-FFF2-40B4-BE49-F238E27FC236}">
                    <a16:creationId xmlns:a16="http://schemas.microsoft.com/office/drawing/2014/main" id="{81FF6C08-9822-4316-8D73-DBFC0FFE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979"/>
                <a:ext cx="61" cy="91"/>
              </a:xfrm>
              <a:custGeom>
                <a:avLst/>
                <a:gdLst>
                  <a:gd name="T0" fmla="*/ 0 w 28"/>
                  <a:gd name="T1" fmla="*/ 315 h 39"/>
                  <a:gd name="T2" fmla="*/ 209 w 28"/>
                  <a:gd name="T3" fmla="*/ 392 h 39"/>
                  <a:gd name="T4" fmla="*/ 229 w 28"/>
                  <a:gd name="T5" fmla="*/ 0 h 39"/>
                  <a:gd name="T6" fmla="*/ 44 w 28"/>
                  <a:gd name="T7" fmla="*/ 34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9">
                    <a:moveTo>
                      <a:pt x="0" y="25"/>
                    </a:moveTo>
                    <a:cubicBezTo>
                      <a:pt x="1" y="37"/>
                      <a:pt x="12" y="39"/>
                      <a:pt x="20" y="31"/>
                    </a:cubicBezTo>
                    <a:cubicBezTo>
                      <a:pt x="28" y="24"/>
                      <a:pt x="24" y="8"/>
                      <a:pt x="22" y="0"/>
                    </a:cubicBezTo>
                    <a:cubicBezTo>
                      <a:pt x="19" y="13"/>
                      <a:pt x="21" y="27"/>
                      <a:pt x="4" y="27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3" name="Freeform 424">
                <a:extLst>
                  <a:ext uri="{FF2B5EF4-FFF2-40B4-BE49-F238E27FC236}">
                    <a16:creationId xmlns:a16="http://schemas.microsoft.com/office/drawing/2014/main" id="{636953F4-F6D1-4271-B843-77796A564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821"/>
                <a:ext cx="39" cy="61"/>
              </a:xfrm>
              <a:custGeom>
                <a:avLst/>
                <a:gdLst>
                  <a:gd name="T0" fmla="*/ 132 w 18"/>
                  <a:gd name="T1" fmla="*/ 0 h 26"/>
                  <a:gd name="T2" fmla="*/ 93 w 18"/>
                  <a:gd name="T3" fmla="*/ 336 h 26"/>
                  <a:gd name="T4" fmla="*/ 184 w 18"/>
                  <a:gd name="T5" fmla="*/ 2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13" y="0"/>
                    </a:moveTo>
                    <a:cubicBezTo>
                      <a:pt x="1" y="2"/>
                      <a:pt x="0" y="18"/>
                      <a:pt x="9" y="26"/>
                    </a:cubicBezTo>
                    <a:cubicBezTo>
                      <a:pt x="4" y="17"/>
                      <a:pt x="12" y="7"/>
                      <a:pt x="18" y="2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4" name="Freeform 425">
                <a:extLst>
                  <a:ext uri="{FF2B5EF4-FFF2-40B4-BE49-F238E27FC236}">
                    <a16:creationId xmlns:a16="http://schemas.microsoft.com/office/drawing/2014/main" id="{622E1200-CCC7-4AB2-A3E2-9DF405F96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573"/>
                <a:ext cx="46" cy="86"/>
              </a:xfrm>
              <a:custGeom>
                <a:avLst/>
                <a:gdLst>
                  <a:gd name="T0" fmla="*/ 221 w 21"/>
                  <a:gd name="T1" fmla="*/ 123 h 37"/>
                  <a:gd name="T2" fmla="*/ 61 w 21"/>
                  <a:gd name="T3" fmla="*/ 465 h 37"/>
                  <a:gd name="T4" fmla="*/ 134 w 21"/>
                  <a:gd name="T5" fmla="*/ 200 h 37"/>
                  <a:gd name="T6" fmla="*/ 221 w 21"/>
                  <a:gd name="T7" fmla="*/ 114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21" y="10"/>
                    </a:moveTo>
                    <a:cubicBezTo>
                      <a:pt x="0" y="0"/>
                      <a:pt x="1" y="24"/>
                      <a:pt x="6" y="37"/>
                    </a:cubicBezTo>
                    <a:cubicBezTo>
                      <a:pt x="7" y="30"/>
                      <a:pt x="8" y="23"/>
                      <a:pt x="13" y="16"/>
                    </a:cubicBezTo>
                    <a:cubicBezTo>
                      <a:pt x="16" y="11"/>
                      <a:pt x="15" y="12"/>
                      <a:pt x="21" y="9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5" name="Freeform 426">
                <a:extLst>
                  <a:ext uri="{FF2B5EF4-FFF2-40B4-BE49-F238E27FC236}">
                    <a16:creationId xmlns:a16="http://schemas.microsoft.com/office/drawing/2014/main" id="{D0204FC7-BF7C-4FF8-8041-06438B462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341"/>
                <a:ext cx="41" cy="91"/>
              </a:xfrm>
              <a:custGeom>
                <a:avLst/>
                <a:gdLst>
                  <a:gd name="T0" fmla="*/ 190 w 19"/>
                  <a:gd name="T1" fmla="*/ 65 h 39"/>
                  <a:gd name="T2" fmla="*/ 28 w 19"/>
                  <a:gd name="T3" fmla="*/ 114 h 39"/>
                  <a:gd name="T4" fmla="*/ 19 w 19"/>
                  <a:gd name="T5" fmla="*/ 495 h 39"/>
                  <a:gd name="T6" fmla="*/ 190 w 19"/>
                  <a:gd name="T7" fmla="*/ 6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19" y="5"/>
                    </a:moveTo>
                    <a:cubicBezTo>
                      <a:pt x="14" y="0"/>
                      <a:pt x="6" y="4"/>
                      <a:pt x="3" y="9"/>
                    </a:cubicBezTo>
                    <a:cubicBezTo>
                      <a:pt x="0" y="16"/>
                      <a:pt x="2" y="31"/>
                      <a:pt x="2" y="39"/>
                    </a:cubicBezTo>
                    <a:cubicBezTo>
                      <a:pt x="6" y="28"/>
                      <a:pt x="8" y="9"/>
                      <a:pt x="19" y="5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6" name="Freeform 427">
                <a:extLst>
                  <a:ext uri="{FF2B5EF4-FFF2-40B4-BE49-F238E27FC236}">
                    <a16:creationId xmlns:a16="http://schemas.microsoft.com/office/drawing/2014/main" id="{0EBA2978-9953-4B0D-9F9B-F128ADAF4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081"/>
                <a:ext cx="44" cy="70"/>
              </a:xfrm>
              <a:custGeom>
                <a:avLst/>
                <a:gdLst>
                  <a:gd name="T0" fmla="*/ 194 w 20"/>
                  <a:gd name="T1" fmla="*/ 0 h 30"/>
                  <a:gd name="T2" fmla="*/ 33 w 20"/>
                  <a:gd name="T3" fmla="*/ 103 h 30"/>
                  <a:gd name="T4" fmla="*/ 88 w 20"/>
                  <a:gd name="T5" fmla="*/ 380 h 30"/>
                  <a:gd name="T6" fmla="*/ 117 w 20"/>
                  <a:gd name="T7" fmla="*/ 114 h 30"/>
                  <a:gd name="T8" fmla="*/ 213 w 20"/>
                  <a:gd name="T9" fmla="*/ 1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0">
                    <a:moveTo>
                      <a:pt x="18" y="0"/>
                    </a:moveTo>
                    <a:cubicBezTo>
                      <a:pt x="11" y="2"/>
                      <a:pt x="5" y="1"/>
                      <a:pt x="3" y="8"/>
                    </a:cubicBezTo>
                    <a:cubicBezTo>
                      <a:pt x="0" y="18"/>
                      <a:pt x="6" y="23"/>
                      <a:pt x="8" y="30"/>
                    </a:cubicBezTo>
                    <a:cubicBezTo>
                      <a:pt x="5" y="21"/>
                      <a:pt x="6" y="16"/>
                      <a:pt x="11" y="9"/>
                    </a:cubicBezTo>
                    <a:cubicBezTo>
                      <a:pt x="14" y="6"/>
                      <a:pt x="16" y="1"/>
                      <a:pt x="20" y="1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7" name="Freeform 428">
                <a:extLst>
                  <a:ext uri="{FF2B5EF4-FFF2-40B4-BE49-F238E27FC236}">
                    <a16:creationId xmlns:a16="http://schemas.microsoft.com/office/drawing/2014/main" id="{201B2246-D660-4D6A-BF3E-96A51110B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538"/>
                <a:ext cx="94" cy="355"/>
              </a:xfrm>
              <a:custGeom>
                <a:avLst/>
                <a:gdLst>
                  <a:gd name="T0" fmla="*/ 149 w 43"/>
                  <a:gd name="T1" fmla="*/ 12 h 153"/>
                  <a:gd name="T2" fmla="*/ 238 w 43"/>
                  <a:gd name="T3" fmla="*/ 209 h 153"/>
                  <a:gd name="T4" fmla="*/ 221 w 43"/>
                  <a:gd name="T5" fmla="*/ 1023 h 153"/>
                  <a:gd name="T6" fmla="*/ 282 w 43"/>
                  <a:gd name="T7" fmla="*/ 1334 h 153"/>
                  <a:gd name="T8" fmla="*/ 387 w 43"/>
                  <a:gd name="T9" fmla="*/ 1497 h 153"/>
                  <a:gd name="T10" fmla="*/ 448 w 43"/>
                  <a:gd name="T11" fmla="*/ 1912 h 153"/>
                  <a:gd name="T12" fmla="*/ 273 w 43"/>
                  <a:gd name="T13" fmla="*/ 1534 h 153"/>
                  <a:gd name="T14" fmla="*/ 114 w 43"/>
                  <a:gd name="T15" fmla="*/ 898 h 153"/>
                  <a:gd name="T16" fmla="*/ 61 w 43"/>
                  <a:gd name="T17" fmla="*/ 436 h 153"/>
                  <a:gd name="T18" fmla="*/ 133 w 43"/>
                  <a:gd name="T19" fmla="*/ 0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153">
                    <a:moveTo>
                      <a:pt x="14" y="1"/>
                    </a:moveTo>
                    <a:cubicBezTo>
                      <a:pt x="15" y="7"/>
                      <a:pt x="19" y="13"/>
                      <a:pt x="23" y="17"/>
                    </a:cubicBezTo>
                    <a:cubicBezTo>
                      <a:pt x="8" y="30"/>
                      <a:pt x="18" y="65"/>
                      <a:pt x="21" y="82"/>
                    </a:cubicBezTo>
                    <a:cubicBezTo>
                      <a:pt x="22" y="90"/>
                      <a:pt x="24" y="101"/>
                      <a:pt x="27" y="107"/>
                    </a:cubicBezTo>
                    <a:cubicBezTo>
                      <a:pt x="29" y="113"/>
                      <a:pt x="34" y="115"/>
                      <a:pt x="37" y="120"/>
                    </a:cubicBezTo>
                    <a:cubicBezTo>
                      <a:pt x="42" y="130"/>
                      <a:pt x="39" y="143"/>
                      <a:pt x="43" y="153"/>
                    </a:cubicBezTo>
                    <a:cubicBezTo>
                      <a:pt x="34" y="145"/>
                      <a:pt x="31" y="135"/>
                      <a:pt x="26" y="123"/>
                    </a:cubicBezTo>
                    <a:cubicBezTo>
                      <a:pt x="19" y="107"/>
                      <a:pt x="18" y="88"/>
                      <a:pt x="11" y="72"/>
                    </a:cubicBezTo>
                    <a:cubicBezTo>
                      <a:pt x="4" y="58"/>
                      <a:pt x="0" y="51"/>
                      <a:pt x="6" y="35"/>
                    </a:cubicBezTo>
                    <a:cubicBezTo>
                      <a:pt x="10" y="24"/>
                      <a:pt x="11" y="10"/>
                      <a:pt x="13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8" name="Freeform 429">
                <a:extLst>
                  <a:ext uri="{FF2B5EF4-FFF2-40B4-BE49-F238E27FC236}">
                    <a16:creationId xmlns:a16="http://schemas.microsoft.com/office/drawing/2014/main" id="{EB23936C-671E-483E-81AC-396338B56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072"/>
                <a:ext cx="54" cy="283"/>
              </a:xfrm>
              <a:custGeom>
                <a:avLst/>
                <a:gdLst>
                  <a:gd name="T0" fmla="*/ 80 w 25"/>
                  <a:gd name="T1" fmla="*/ 550 h 122"/>
                  <a:gd name="T2" fmla="*/ 80 w 25"/>
                  <a:gd name="T3" fmla="*/ 786 h 122"/>
                  <a:gd name="T4" fmla="*/ 121 w 25"/>
                  <a:gd name="T5" fmla="*/ 946 h 122"/>
                  <a:gd name="T6" fmla="*/ 192 w 25"/>
                  <a:gd name="T7" fmla="*/ 1522 h 122"/>
                  <a:gd name="T8" fmla="*/ 149 w 25"/>
                  <a:gd name="T9" fmla="*/ 522 h 122"/>
                  <a:gd name="T10" fmla="*/ 89 w 25"/>
                  <a:gd name="T11" fmla="*/ 322 h 122"/>
                  <a:gd name="T12" fmla="*/ 89 w 25"/>
                  <a:gd name="T13" fmla="*/ 162 h 122"/>
                  <a:gd name="T14" fmla="*/ 0 w 25"/>
                  <a:gd name="T15" fmla="*/ 0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22">
                    <a:moveTo>
                      <a:pt x="8" y="44"/>
                    </a:moveTo>
                    <a:cubicBezTo>
                      <a:pt x="10" y="51"/>
                      <a:pt x="8" y="57"/>
                      <a:pt x="8" y="63"/>
                    </a:cubicBezTo>
                    <a:cubicBezTo>
                      <a:pt x="9" y="68"/>
                      <a:pt x="11" y="71"/>
                      <a:pt x="12" y="76"/>
                    </a:cubicBezTo>
                    <a:cubicBezTo>
                      <a:pt x="16" y="91"/>
                      <a:pt x="15" y="107"/>
                      <a:pt x="19" y="122"/>
                    </a:cubicBezTo>
                    <a:cubicBezTo>
                      <a:pt x="18" y="94"/>
                      <a:pt x="25" y="69"/>
                      <a:pt x="15" y="42"/>
                    </a:cubicBezTo>
                    <a:cubicBezTo>
                      <a:pt x="13" y="37"/>
                      <a:pt x="10" y="32"/>
                      <a:pt x="9" y="26"/>
                    </a:cubicBezTo>
                    <a:cubicBezTo>
                      <a:pt x="8" y="22"/>
                      <a:pt x="10" y="18"/>
                      <a:pt x="9" y="13"/>
                    </a:cubicBezTo>
                    <a:cubicBezTo>
                      <a:pt x="8" y="10"/>
                      <a:pt x="3" y="3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9" name="Freeform 430">
                <a:extLst>
                  <a:ext uri="{FF2B5EF4-FFF2-40B4-BE49-F238E27FC236}">
                    <a16:creationId xmlns:a16="http://schemas.microsoft.com/office/drawing/2014/main" id="{777790F6-D219-474D-8ADF-96A91CD72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1355"/>
                <a:ext cx="35" cy="142"/>
              </a:xfrm>
              <a:custGeom>
                <a:avLst/>
                <a:gdLst>
                  <a:gd name="T0" fmla="*/ 61 w 16"/>
                  <a:gd name="T1" fmla="*/ 216 h 61"/>
                  <a:gd name="T2" fmla="*/ 0 w 16"/>
                  <a:gd name="T3" fmla="*/ 477 h 61"/>
                  <a:gd name="T4" fmla="*/ 96 w 16"/>
                  <a:gd name="T5" fmla="*/ 771 h 61"/>
                  <a:gd name="T6" fmla="*/ 168 w 16"/>
                  <a:gd name="T7" fmla="*/ 0 h 61"/>
                  <a:gd name="T8" fmla="*/ 72 w 16"/>
                  <a:gd name="T9" fmla="*/ 18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1">
                    <a:moveTo>
                      <a:pt x="6" y="17"/>
                    </a:moveTo>
                    <a:cubicBezTo>
                      <a:pt x="4" y="24"/>
                      <a:pt x="3" y="31"/>
                      <a:pt x="0" y="38"/>
                    </a:cubicBezTo>
                    <a:cubicBezTo>
                      <a:pt x="8" y="43"/>
                      <a:pt x="9" y="52"/>
                      <a:pt x="9" y="61"/>
                    </a:cubicBezTo>
                    <a:cubicBezTo>
                      <a:pt x="9" y="40"/>
                      <a:pt x="14" y="20"/>
                      <a:pt x="16" y="0"/>
                    </a:cubicBezTo>
                    <a:cubicBezTo>
                      <a:pt x="13" y="5"/>
                      <a:pt x="10" y="10"/>
                      <a:pt x="7" y="15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0" name="Freeform 431">
                <a:extLst>
                  <a:ext uri="{FF2B5EF4-FFF2-40B4-BE49-F238E27FC236}">
                    <a16:creationId xmlns:a16="http://schemas.microsoft.com/office/drawing/2014/main" id="{8F9BAECD-BA32-44A4-8B26-C5620F820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835"/>
                <a:ext cx="43" cy="74"/>
              </a:xfrm>
              <a:custGeom>
                <a:avLst/>
                <a:gdLst>
                  <a:gd name="T0" fmla="*/ 9 w 20"/>
                  <a:gd name="T1" fmla="*/ 395 h 32"/>
                  <a:gd name="T2" fmla="*/ 0 w 20"/>
                  <a:gd name="T3" fmla="*/ 0 h 32"/>
                  <a:gd name="T4" fmla="*/ 112 w 20"/>
                  <a:gd name="T5" fmla="*/ 301 h 32"/>
                  <a:gd name="T6" fmla="*/ 198 w 20"/>
                  <a:gd name="T7" fmla="*/ 39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2">
                    <a:moveTo>
                      <a:pt x="1" y="32"/>
                    </a:moveTo>
                    <a:cubicBezTo>
                      <a:pt x="8" y="24"/>
                      <a:pt x="3" y="9"/>
                      <a:pt x="0" y="0"/>
                    </a:cubicBezTo>
                    <a:cubicBezTo>
                      <a:pt x="5" y="7"/>
                      <a:pt x="5" y="17"/>
                      <a:pt x="11" y="24"/>
                    </a:cubicBezTo>
                    <a:cubicBezTo>
                      <a:pt x="14" y="28"/>
                      <a:pt x="20" y="25"/>
                      <a:pt x="20" y="32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1" name="Freeform 432">
                <a:extLst>
                  <a:ext uri="{FF2B5EF4-FFF2-40B4-BE49-F238E27FC236}">
                    <a16:creationId xmlns:a16="http://schemas.microsoft.com/office/drawing/2014/main" id="{C4FE3EF3-D354-4523-990B-111AC607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559"/>
                <a:ext cx="32" cy="44"/>
              </a:xfrm>
              <a:custGeom>
                <a:avLst/>
                <a:gdLst>
                  <a:gd name="T0" fmla="*/ 60 w 15"/>
                  <a:gd name="T1" fmla="*/ 0 h 19"/>
                  <a:gd name="T2" fmla="*/ 28 w 15"/>
                  <a:gd name="T3" fmla="*/ 236 h 19"/>
                  <a:gd name="T4" fmla="*/ 145 w 15"/>
                  <a:gd name="T5" fmla="*/ 8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6" y="0"/>
                    </a:moveTo>
                    <a:cubicBezTo>
                      <a:pt x="3" y="6"/>
                      <a:pt x="0" y="13"/>
                      <a:pt x="3" y="19"/>
                    </a:cubicBezTo>
                    <a:cubicBezTo>
                      <a:pt x="8" y="16"/>
                      <a:pt x="10" y="10"/>
                      <a:pt x="15" y="7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2" name="Freeform 433">
                <a:extLst>
                  <a:ext uri="{FF2B5EF4-FFF2-40B4-BE49-F238E27FC236}">
                    <a16:creationId xmlns:a16="http://schemas.microsoft.com/office/drawing/2014/main" id="{7DAFF366-AA25-4DCB-9F4E-5BAFB336B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800"/>
                <a:ext cx="20" cy="58"/>
              </a:xfrm>
              <a:custGeom>
                <a:avLst/>
                <a:gdLst>
                  <a:gd name="T0" fmla="*/ 0 w 9"/>
                  <a:gd name="T1" fmla="*/ 0 h 25"/>
                  <a:gd name="T2" fmla="*/ 89 w 9"/>
                  <a:gd name="T3" fmla="*/ 313 h 25"/>
                  <a:gd name="T4" fmla="*/ 98 w 9"/>
                  <a:gd name="T5" fmla="*/ 74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1" y="9"/>
                      <a:pt x="0" y="19"/>
                      <a:pt x="8" y="25"/>
                    </a:cubicBezTo>
                    <a:cubicBezTo>
                      <a:pt x="6" y="19"/>
                      <a:pt x="6" y="12"/>
                      <a:pt x="9" y="6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3" name="Freeform 434">
                <a:extLst>
                  <a:ext uri="{FF2B5EF4-FFF2-40B4-BE49-F238E27FC236}">
                    <a16:creationId xmlns:a16="http://schemas.microsoft.com/office/drawing/2014/main" id="{18C3FE65-5094-4EA3-A289-3E5E37646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888"/>
                <a:ext cx="20" cy="19"/>
              </a:xfrm>
              <a:custGeom>
                <a:avLst/>
                <a:gdLst>
                  <a:gd name="T0" fmla="*/ 0 w 9"/>
                  <a:gd name="T1" fmla="*/ 95 h 8"/>
                  <a:gd name="T2" fmla="*/ 9 w 9"/>
                  <a:gd name="T3" fmla="*/ 0 h 8"/>
                  <a:gd name="T4" fmla="*/ 98 w 9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7"/>
                    </a:moveTo>
                    <a:cubicBezTo>
                      <a:pt x="0" y="5"/>
                      <a:pt x="1" y="3"/>
                      <a:pt x="1" y="0"/>
                    </a:cubicBezTo>
                    <a:cubicBezTo>
                      <a:pt x="4" y="2"/>
                      <a:pt x="7" y="6"/>
                      <a:pt x="9" y="8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4" name="Freeform 435">
                <a:extLst>
                  <a:ext uri="{FF2B5EF4-FFF2-40B4-BE49-F238E27FC236}">
                    <a16:creationId xmlns:a16="http://schemas.microsoft.com/office/drawing/2014/main" id="{5A45DB58-EADB-4181-BF37-29CAA6C7E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390"/>
                <a:ext cx="15" cy="49"/>
              </a:xfrm>
              <a:custGeom>
                <a:avLst/>
                <a:gdLst>
                  <a:gd name="T0" fmla="*/ 51 w 7"/>
                  <a:gd name="T1" fmla="*/ 49 h 21"/>
                  <a:gd name="T2" fmla="*/ 0 w 7"/>
                  <a:gd name="T3" fmla="*/ 266 h 21"/>
                  <a:gd name="T4" fmla="*/ 51 w 7"/>
                  <a:gd name="T5" fmla="*/ 257 h 21"/>
                  <a:gd name="T6" fmla="*/ 69 w 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5" y="4"/>
                    </a:moveTo>
                    <a:cubicBezTo>
                      <a:pt x="3" y="10"/>
                      <a:pt x="1" y="16"/>
                      <a:pt x="0" y="21"/>
                    </a:cubicBezTo>
                    <a:cubicBezTo>
                      <a:pt x="2" y="21"/>
                      <a:pt x="3" y="20"/>
                      <a:pt x="5" y="20"/>
                    </a:cubicBezTo>
                    <a:cubicBezTo>
                      <a:pt x="3" y="14"/>
                      <a:pt x="5" y="5"/>
                      <a:pt x="7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5" name="Freeform 436">
                <a:extLst>
                  <a:ext uri="{FF2B5EF4-FFF2-40B4-BE49-F238E27FC236}">
                    <a16:creationId xmlns:a16="http://schemas.microsoft.com/office/drawing/2014/main" id="{417AB04C-018A-4CAF-A8C9-B8A4AC34C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170"/>
                <a:ext cx="17" cy="88"/>
              </a:xfrm>
              <a:custGeom>
                <a:avLst/>
                <a:gdLst>
                  <a:gd name="T0" fmla="*/ 0 w 8"/>
                  <a:gd name="T1" fmla="*/ 0 h 38"/>
                  <a:gd name="T2" fmla="*/ 77 w 8"/>
                  <a:gd name="T3" fmla="*/ 301 h 38"/>
                  <a:gd name="T4" fmla="*/ 49 w 8"/>
                  <a:gd name="T5" fmla="*/ 472 h 38"/>
                  <a:gd name="T6" fmla="*/ 0 w 8"/>
                  <a:gd name="T7" fmla="*/ 27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8">
                    <a:moveTo>
                      <a:pt x="0" y="0"/>
                    </a:moveTo>
                    <a:cubicBezTo>
                      <a:pt x="4" y="7"/>
                      <a:pt x="8" y="17"/>
                      <a:pt x="8" y="24"/>
                    </a:cubicBezTo>
                    <a:cubicBezTo>
                      <a:pt x="8" y="29"/>
                      <a:pt x="5" y="33"/>
                      <a:pt x="5" y="38"/>
                    </a:cubicBezTo>
                    <a:cubicBezTo>
                      <a:pt x="3" y="34"/>
                      <a:pt x="2" y="27"/>
                      <a:pt x="0" y="22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6" name="Freeform 437">
                <a:extLst>
                  <a:ext uri="{FF2B5EF4-FFF2-40B4-BE49-F238E27FC236}">
                    <a16:creationId xmlns:a16="http://schemas.microsoft.com/office/drawing/2014/main" id="{5F958AE4-37D2-46BC-AAEB-794A06BE4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708"/>
                <a:ext cx="41" cy="118"/>
              </a:xfrm>
              <a:custGeom>
                <a:avLst/>
                <a:gdLst>
                  <a:gd name="T0" fmla="*/ 101 w 19"/>
                  <a:gd name="T1" fmla="*/ 0 h 51"/>
                  <a:gd name="T2" fmla="*/ 129 w 19"/>
                  <a:gd name="T3" fmla="*/ 632 h 51"/>
                  <a:gd name="T4" fmla="*/ 173 w 19"/>
                  <a:gd name="T5" fmla="*/ 150 h 51"/>
                  <a:gd name="T6" fmla="*/ 190 w 19"/>
                  <a:gd name="T7" fmla="*/ 150 h 51"/>
                  <a:gd name="T8" fmla="*/ 129 w 19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1">
                    <a:moveTo>
                      <a:pt x="10" y="0"/>
                    </a:moveTo>
                    <a:cubicBezTo>
                      <a:pt x="0" y="3"/>
                      <a:pt x="8" y="45"/>
                      <a:pt x="13" y="51"/>
                    </a:cubicBezTo>
                    <a:cubicBezTo>
                      <a:pt x="12" y="40"/>
                      <a:pt x="8" y="21"/>
                      <a:pt x="17" y="12"/>
                    </a:cubicBezTo>
                    <a:cubicBezTo>
                      <a:pt x="17" y="12"/>
                      <a:pt x="18" y="12"/>
                      <a:pt x="19" y="12"/>
                    </a:cubicBezTo>
                    <a:cubicBezTo>
                      <a:pt x="18" y="8"/>
                      <a:pt x="17" y="3"/>
                      <a:pt x="13" y="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7" name="Freeform 438">
                <a:extLst>
                  <a:ext uri="{FF2B5EF4-FFF2-40B4-BE49-F238E27FC236}">
                    <a16:creationId xmlns:a16="http://schemas.microsoft.com/office/drawing/2014/main" id="{E3E0DEFD-22DE-4923-82AE-ED4F12907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151"/>
                <a:ext cx="22" cy="81"/>
              </a:xfrm>
              <a:custGeom>
                <a:avLst/>
                <a:gdLst>
                  <a:gd name="T0" fmla="*/ 44 w 10"/>
                  <a:gd name="T1" fmla="*/ 0 h 35"/>
                  <a:gd name="T2" fmla="*/ 44 w 10"/>
                  <a:gd name="T3" fmla="*/ 433 h 35"/>
                  <a:gd name="T4" fmla="*/ 33 w 10"/>
                  <a:gd name="T5" fmla="*/ 3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5">
                    <a:moveTo>
                      <a:pt x="4" y="0"/>
                    </a:moveTo>
                    <a:cubicBezTo>
                      <a:pt x="0" y="12"/>
                      <a:pt x="0" y="24"/>
                      <a:pt x="4" y="35"/>
                    </a:cubicBezTo>
                    <a:cubicBezTo>
                      <a:pt x="8" y="27"/>
                      <a:pt x="10" y="12"/>
                      <a:pt x="3" y="3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8" name="Freeform 439">
                <a:extLst>
                  <a:ext uri="{FF2B5EF4-FFF2-40B4-BE49-F238E27FC236}">
                    <a16:creationId xmlns:a16="http://schemas.microsoft.com/office/drawing/2014/main" id="{2B120100-BD07-404D-89DE-67E2D055F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931"/>
                <a:ext cx="33" cy="95"/>
              </a:xfrm>
              <a:custGeom>
                <a:avLst/>
                <a:gdLst>
                  <a:gd name="T0" fmla="*/ 0 w 15"/>
                  <a:gd name="T1" fmla="*/ 49 h 41"/>
                  <a:gd name="T2" fmla="*/ 161 w 15"/>
                  <a:gd name="T3" fmla="*/ 510 h 41"/>
                  <a:gd name="T4" fmla="*/ 88 w 15"/>
                  <a:gd name="T5" fmla="*/ 171 h 41"/>
                  <a:gd name="T6" fmla="*/ 53 w 15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0" y="4"/>
                    </a:moveTo>
                    <a:cubicBezTo>
                      <a:pt x="8" y="16"/>
                      <a:pt x="1" y="35"/>
                      <a:pt x="15" y="41"/>
                    </a:cubicBezTo>
                    <a:cubicBezTo>
                      <a:pt x="8" y="32"/>
                      <a:pt x="7" y="25"/>
                      <a:pt x="8" y="14"/>
                    </a:cubicBezTo>
                    <a:cubicBezTo>
                      <a:pt x="8" y="8"/>
                      <a:pt x="12" y="5"/>
                      <a:pt x="5" y="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9" name="Freeform 440">
                <a:extLst>
                  <a:ext uri="{FF2B5EF4-FFF2-40B4-BE49-F238E27FC236}">
                    <a16:creationId xmlns:a16="http://schemas.microsoft.com/office/drawing/2014/main" id="{E04C22BB-D086-465F-9EAB-E47584490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483"/>
                <a:ext cx="28" cy="78"/>
              </a:xfrm>
              <a:custGeom>
                <a:avLst/>
                <a:gdLst>
                  <a:gd name="T0" fmla="*/ 41 w 13"/>
                  <a:gd name="T1" fmla="*/ 411 h 34"/>
                  <a:gd name="T2" fmla="*/ 41 w 13"/>
                  <a:gd name="T3" fmla="*/ 85 h 34"/>
                  <a:gd name="T4" fmla="*/ 129 w 13"/>
                  <a:gd name="T5" fmla="*/ 122 h 34"/>
                  <a:gd name="T6" fmla="*/ 52 w 13"/>
                  <a:gd name="T7" fmla="*/ 19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4" y="34"/>
                    </a:moveTo>
                    <a:cubicBezTo>
                      <a:pt x="7" y="26"/>
                      <a:pt x="0" y="14"/>
                      <a:pt x="4" y="7"/>
                    </a:cubicBezTo>
                    <a:cubicBezTo>
                      <a:pt x="8" y="0"/>
                      <a:pt x="13" y="3"/>
                      <a:pt x="13" y="10"/>
                    </a:cubicBezTo>
                    <a:cubicBezTo>
                      <a:pt x="8" y="8"/>
                      <a:pt x="5" y="11"/>
                      <a:pt x="5" y="16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0" name="Freeform 441">
                <a:extLst>
                  <a:ext uri="{FF2B5EF4-FFF2-40B4-BE49-F238E27FC236}">
                    <a16:creationId xmlns:a16="http://schemas.microsoft.com/office/drawing/2014/main" id="{ED685157-BE96-4C3A-A266-7B65DAD04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701"/>
                <a:ext cx="46" cy="78"/>
              </a:xfrm>
              <a:custGeom>
                <a:avLst/>
                <a:gdLst>
                  <a:gd name="T0" fmla="*/ 0 w 21"/>
                  <a:gd name="T1" fmla="*/ 158 h 34"/>
                  <a:gd name="T2" fmla="*/ 221 w 21"/>
                  <a:gd name="T3" fmla="*/ 411 h 34"/>
                  <a:gd name="T4" fmla="*/ 169 w 21"/>
                  <a:gd name="T5" fmla="*/ 0 h 34"/>
                  <a:gd name="T6" fmla="*/ 44 w 21"/>
                  <a:gd name="T7" fmla="*/ 14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4">
                    <a:moveTo>
                      <a:pt x="0" y="13"/>
                    </a:moveTo>
                    <a:cubicBezTo>
                      <a:pt x="4" y="24"/>
                      <a:pt x="12" y="30"/>
                      <a:pt x="21" y="34"/>
                    </a:cubicBezTo>
                    <a:cubicBezTo>
                      <a:pt x="13" y="25"/>
                      <a:pt x="17" y="10"/>
                      <a:pt x="16" y="0"/>
                    </a:cubicBezTo>
                    <a:cubicBezTo>
                      <a:pt x="15" y="4"/>
                      <a:pt x="12" y="23"/>
                      <a:pt x="4" y="1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1" name="Freeform 442">
                <a:extLst>
                  <a:ext uri="{FF2B5EF4-FFF2-40B4-BE49-F238E27FC236}">
                    <a16:creationId xmlns:a16="http://schemas.microsoft.com/office/drawing/2014/main" id="{BBA623A2-0B85-4F3F-B094-66AC3E98B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872"/>
                <a:ext cx="15" cy="35"/>
              </a:xfrm>
              <a:custGeom>
                <a:avLst/>
                <a:gdLst>
                  <a:gd name="T0" fmla="*/ 0 w 7"/>
                  <a:gd name="T1" fmla="*/ 0 h 15"/>
                  <a:gd name="T2" fmla="*/ 0 w 7"/>
                  <a:gd name="T3" fmla="*/ 163 h 15"/>
                  <a:gd name="T4" fmla="*/ 9 w 7"/>
                  <a:gd name="T5" fmla="*/ 28 h 15"/>
                  <a:gd name="T6" fmla="*/ 69 w 7"/>
                  <a:gd name="T7" fmla="*/ 16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0" y="5"/>
                      <a:pt x="0" y="9"/>
                      <a:pt x="0" y="13"/>
                    </a:cubicBezTo>
                    <a:cubicBezTo>
                      <a:pt x="0" y="9"/>
                      <a:pt x="0" y="5"/>
                      <a:pt x="1" y="2"/>
                    </a:cubicBezTo>
                    <a:cubicBezTo>
                      <a:pt x="3" y="6"/>
                      <a:pt x="5" y="15"/>
                      <a:pt x="7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2" name="Freeform 443">
                <a:extLst>
                  <a:ext uri="{FF2B5EF4-FFF2-40B4-BE49-F238E27FC236}">
                    <a16:creationId xmlns:a16="http://schemas.microsoft.com/office/drawing/2014/main" id="{30AF56F5-6AC8-4236-8DF1-7653ACFD5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796"/>
                <a:ext cx="33" cy="99"/>
              </a:xfrm>
              <a:custGeom>
                <a:avLst/>
                <a:gdLst>
                  <a:gd name="T0" fmla="*/ 0 w 15"/>
                  <a:gd name="T1" fmla="*/ 281 h 43"/>
                  <a:gd name="T2" fmla="*/ 161 w 15"/>
                  <a:gd name="T3" fmla="*/ 525 h 43"/>
                  <a:gd name="T4" fmla="*/ 106 w 15"/>
                  <a:gd name="T5" fmla="*/ 338 h 43"/>
                  <a:gd name="T6" fmla="*/ 97 w 15"/>
                  <a:gd name="T7" fmla="*/ 0 h 43"/>
                  <a:gd name="T8" fmla="*/ 9 w 15"/>
                  <a:gd name="T9" fmla="*/ 256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3">
                    <a:moveTo>
                      <a:pt x="0" y="23"/>
                    </a:moveTo>
                    <a:cubicBezTo>
                      <a:pt x="3" y="30"/>
                      <a:pt x="8" y="41"/>
                      <a:pt x="15" y="43"/>
                    </a:cubicBezTo>
                    <a:cubicBezTo>
                      <a:pt x="15" y="38"/>
                      <a:pt x="11" y="33"/>
                      <a:pt x="10" y="28"/>
                    </a:cubicBezTo>
                    <a:cubicBezTo>
                      <a:pt x="8" y="19"/>
                      <a:pt x="11" y="9"/>
                      <a:pt x="9" y="0"/>
                    </a:cubicBezTo>
                    <a:cubicBezTo>
                      <a:pt x="7" y="7"/>
                      <a:pt x="10" y="20"/>
                      <a:pt x="1" y="2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3" name="Freeform 444">
                <a:extLst>
                  <a:ext uri="{FF2B5EF4-FFF2-40B4-BE49-F238E27FC236}">
                    <a16:creationId xmlns:a16="http://schemas.microsoft.com/office/drawing/2014/main" id="{45003CA0-F5E2-4CC4-9623-21AD86323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543"/>
                <a:ext cx="42" cy="74"/>
              </a:xfrm>
              <a:custGeom>
                <a:avLst/>
                <a:gdLst>
                  <a:gd name="T0" fmla="*/ 0 w 19"/>
                  <a:gd name="T1" fmla="*/ 65 h 32"/>
                  <a:gd name="T2" fmla="*/ 195 w 19"/>
                  <a:gd name="T3" fmla="*/ 395 h 32"/>
                  <a:gd name="T4" fmla="*/ 195 w 19"/>
                  <a:gd name="T5" fmla="*/ 0 h 32"/>
                  <a:gd name="T6" fmla="*/ 64 w 19"/>
                  <a:gd name="T7" fmla="*/ 7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2">
                    <a:moveTo>
                      <a:pt x="0" y="5"/>
                    </a:moveTo>
                    <a:cubicBezTo>
                      <a:pt x="7" y="13"/>
                      <a:pt x="14" y="24"/>
                      <a:pt x="18" y="32"/>
                    </a:cubicBezTo>
                    <a:cubicBezTo>
                      <a:pt x="18" y="22"/>
                      <a:pt x="19" y="11"/>
                      <a:pt x="18" y="0"/>
                    </a:cubicBezTo>
                    <a:cubicBezTo>
                      <a:pt x="16" y="4"/>
                      <a:pt x="9" y="19"/>
                      <a:pt x="6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4" name="Freeform 445">
                <a:extLst>
                  <a:ext uri="{FF2B5EF4-FFF2-40B4-BE49-F238E27FC236}">
                    <a16:creationId xmlns:a16="http://schemas.microsoft.com/office/drawing/2014/main" id="{2C06C593-1DEE-4458-9713-EC8AB01E4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369"/>
                <a:ext cx="20" cy="79"/>
              </a:xfrm>
              <a:custGeom>
                <a:avLst/>
                <a:gdLst>
                  <a:gd name="T0" fmla="*/ 20 w 9"/>
                  <a:gd name="T1" fmla="*/ 0 h 34"/>
                  <a:gd name="T2" fmla="*/ 53 w 9"/>
                  <a:gd name="T3" fmla="*/ 428 h 34"/>
                  <a:gd name="T4" fmla="*/ 98 w 9"/>
                  <a:gd name="T5" fmla="*/ 216 h 34"/>
                  <a:gd name="T6" fmla="*/ 53 w 9"/>
                  <a:gd name="T7" fmla="*/ 6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4">
                    <a:moveTo>
                      <a:pt x="2" y="0"/>
                    </a:moveTo>
                    <a:cubicBezTo>
                      <a:pt x="2" y="12"/>
                      <a:pt x="0" y="24"/>
                      <a:pt x="5" y="34"/>
                    </a:cubicBezTo>
                    <a:cubicBezTo>
                      <a:pt x="5" y="29"/>
                      <a:pt x="1" y="17"/>
                      <a:pt x="9" y="17"/>
                    </a:cubicBezTo>
                    <a:cubicBezTo>
                      <a:pt x="9" y="13"/>
                      <a:pt x="7" y="9"/>
                      <a:pt x="5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5" name="Freeform 446">
                <a:extLst>
                  <a:ext uri="{FF2B5EF4-FFF2-40B4-BE49-F238E27FC236}">
                    <a16:creationId xmlns:a16="http://schemas.microsoft.com/office/drawing/2014/main" id="{7924B3D2-9997-4E90-93D2-7BA983E4A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1346"/>
                <a:ext cx="32" cy="113"/>
              </a:xfrm>
              <a:custGeom>
                <a:avLst/>
                <a:gdLst>
                  <a:gd name="T0" fmla="*/ 9 w 15"/>
                  <a:gd name="T1" fmla="*/ 171 h 49"/>
                  <a:gd name="T2" fmla="*/ 137 w 15"/>
                  <a:gd name="T3" fmla="*/ 602 h 49"/>
                  <a:gd name="T4" fmla="*/ 105 w 15"/>
                  <a:gd name="T5" fmla="*/ 0 h 49"/>
                  <a:gd name="T6" fmla="*/ 49 w 15"/>
                  <a:gd name="T7" fmla="*/ 19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9">
                    <a:moveTo>
                      <a:pt x="1" y="14"/>
                    </a:moveTo>
                    <a:cubicBezTo>
                      <a:pt x="0" y="26"/>
                      <a:pt x="12" y="38"/>
                      <a:pt x="14" y="49"/>
                    </a:cubicBezTo>
                    <a:cubicBezTo>
                      <a:pt x="15" y="36"/>
                      <a:pt x="15" y="13"/>
                      <a:pt x="11" y="0"/>
                    </a:cubicBezTo>
                    <a:cubicBezTo>
                      <a:pt x="11" y="5"/>
                      <a:pt x="13" y="22"/>
                      <a:pt x="5" y="1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6" name="Freeform 447">
                <a:extLst>
                  <a:ext uri="{FF2B5EF4-FFF2-40B4-BE49-F238E27FC236}">
                    <a16:creationId xmlns:a16="http://schemas.microsoft.com/office/drawing/2014/main" id="{326A9689-1765-4DE4-AB77-D1920CBBA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306"/>
                <a:ext cx="28" cy="54"/>
              </a:xfrm>
              <a:custGeom>
                <a:avLst/>
                <a:gdLst>
                  <a:gd name="T0" fmla="*/ 0 w 13"/>
                  <a:gd name="T1" fmla="*/ 193 h 23"/>
                  <a:gd name="T2" fmla="*/ 19 w 13"/>
                  <a:gd name="T3" fmla="*/ 286 h 23"/>
                  <a:gd name="T4" fmla="*/ 9 w 13"/>
                  <a:gd name="T5" fmla="*/ 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0" y="15"/>
                    </a:moveTo>
                    <a:cubicBezTo>
                      <a:pt x="0" y="18"/>
                      <a:pt x="1" y="20"/>
                      <a:pt x="2" y="22"/>
                    </a:cubicBezTo>
                    <a:cubicBezTo>
                      <a:pt x="13" y="23"/>
                      <a:pt x="10" y="0"/>
                      <a:pt x="1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7" name="Freeform 448">
                <a:extLst>
                  <a:ext uri="{FF2B5EF4-FFF2-40B4-BE49-F238E27FC236}">
                    <a16:creationId xmlns:a16="http://schemas.microsoft.com/office/drawing/2014/main" id="{0813AAEB-3B81-4E56-B469-0EED71D45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459"/>
                <a:ext cx="74" cy="77"/>
              </a:xfrm>
              <a:custGeom>
                <a:avLst/>
                <a:gdLst>
                  <a:gd name="T0" fmla="*/ 44 w 34"/>
                  <a:gd name="T1" fmla="*/ 126 h 33"/>
                  <a:gd name="T2" fmla="*/ 113 w 34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3">
                    <a:moveTo>
                      <a:pt x="4" y="10"/>
                    </a:moveTo>
                    <a:cubicBezTo>
                      <a:pt x="0" y="33"/>
                      <a:pt x="34" y="8"/>
                      <a:pt x="1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8" name="Freeform 449">
                <a:extLst>
                  <a:ext uri="{FF2B5EF4-FFF2-40B4-BE49-F238E27FC236}">
                    <a16:creationId xmlns:a16="http://schemas.microsoft.com/office/drawing/2014/main" id="{CE58CA0C-9B57-401F-BD5B-30F8D77FA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43"/>
                <a:ext cx="24" cy="37"/>
              </a:xfrm>
              <a:custGeom>
                <a:avLst/>
                <a:gdLst>
                  <a:gd name="T0" fmla="*/ 20 w 11"/>
                  <a:gd name="T1" fmla="*/ 49 h 16"/>
                  <a:gd name="T2" fmla="*/ 96 w 11"/>
                  <a:gd name="T3" fmla="*/ 113 h 16"/>
                  <a:gd name="T4" fmla="*/ 44 w 11"/>
                  <a:gd name="T5" fmla="*/ 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2" y="4"/>
                    </a:moveTo>
                    <a:cubicBezTo>
                      <a:pt x="0" y="11"/>
                      <a:pt x="6" y="16"/>
                      <a:pt x="9" y="9"/>
                    </a:cubicBezTo>
                    <a:cubicBezTo>
                      <a:pt x="11" y="4"/>
                      <a:pt x="8" y="0"/>
                      <a:pt x="4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9" name="Freeform 450">
                <a:extLst>
                  <a:ext uri="{FF2B5EF4-FFF2-40B4-BE49-F238E27FC236}">
                    <a16:creationId xmlns:a16="http://schemas.microsoft.com/office/drawing/2014/main" id="{F31A3299-9A05-4019-AA4A-5B32B0055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80"/>
                <a:ext cx="24" cy="58"/>
              </a:xfrm>
              <a:custGeom>
                <a:avLst/>
                <a:gdLst>
                  <a:gd name="T0" fmla="*/ 0 w 11"/>
                  <a:gd name="T1" fmla="*/ 123 h 25"/>
                  <a:gd name="T2" fmla="*/ 96 w 11"/>
                  <a:gd name="T3" fmla="*/ 313 h 25"/>
                  <a:gd name="T4" fmla="*/ 96 w 11"/>
                  <a:gd name="T5" fmla="*/ 0 h 25"/>
                  <a:gd name="T6" fmla="*/ 33 w 11"/>
                  <a:gd name="T7" fmla="*/ 13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5">
                    <a:moveTo>
                      <a:pt x="0" y="10"/>
                    </a:moveTo>
                    <a:cubicBezTo>
                      <a:pt x="3" y="15"/>
                      <a:pt x="6" y="20"/>
                      <a:pt x="9" y="25"/>
                    </a:cubicBezTo>
                    <a:cubicBezTo>
                      <a:pt x="11" y="17"/>
                      <a:pt x="10" y="8"/>
                      <a:pt x="9" y="0"/>
                    </a:cubicBezTo>
                    <a:cubicBezTo>
                      <a:pt x="10" y="5"/>
                      <a:pt x="9" y="11"/>
                      <a:pt x="3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0" name="Freeform 451">
                <a:extLst>
                  <a:ext uri="{FF2B5EF4-FFF2-40B4-BE49-F238E27FC236}">
                    <a16:creationId xmlns:a16="http://schemas.microsoft.com/office/drawing/2014/main" id="{EF980269-6B01-48C3-8725-1886BB2CE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675"/>
                <a:ext cx="29" cy="42"/>
              </a:xfrm>
              <a:custGeom>
                <a:avLst/>
                <a:gdLst>
                  <a:gd name="T0" fmla="*/ 0 w 13"/>
                  <a:gd name="T1" fmla="*/ 114 h 18"/>
                  <a:gd name="T2" fmla="*/ 20 w 13"/>
                  <a:gd name="T3" fmla="*/ 201 h 18"/>
                  <a:gd name="T4" fmla="*/ 36 w 13"/>
                  <a:gd name="T5" fmla="*/ 2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9"/>
                    </a:moveTo>
                    <a:cubicBezTo>
                      <a:pt x="0" y="12"/>
                      <a:pt x="1" y="14"/>
                      <a:pt x="2" y="16"/>
                    </a:cubicBezTo>
                    <a:cubicBezTo>
                      <a:pt x="13" y="18"/>
                      <a:pt x="12" y="0"/>
                      <a:pt x="3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1" name="Freeform 452">
                <a:extLst>
                  <a:ext uri="{FF2B5EF4-FFF2-40B4-BE49-F238E27FC236}">
                    <a16:creationId xmlns:a16="http://schemas.microsoft.com/office/drawing/2014/main" id="{9179B87D-AF3B-4A8B-B248-95A79B3D5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779"/>
                <a:ext cx="61" cy="86"/>
              </a:xfrm>
              <a:custGeom>
                <a:avLst/>
                <a:gdLst>
                  <a:gd name="T0" fmla="*/ 33 w 28"/>
                  <a:gd name="T1" fmla="*/ 139 h 37"/>
                  <a:gd name="T2" fmla="*/ 81 w 28"/>
                  <a:gd name="T3" fmla="*/ 37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7">
                    <a:moveTo>
                      <a:pt x="3" y="11"/>
                    </a:moveTo>
                    <a:cubicBezTo>
                      <a:pt x="0" y="37"/>
                      <a:pt x="28" y="0"/>
                      <a:pt x="8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2" name="Freeform 453">
                <a:extLst>
                  <a:ext uri="{FF2B5EF4-FFF2-40B4-BE49-F238E27FC236}">
                    <a16:creationId xmlns:a16="http://schemas.microsoft.com/office/drawing/2014/main" id="{5B85D28E-62A7-4F11-8703-7EDC57729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1754"/>
                <a:ext cx="46" cy="90"/>
              </a:xfrm>
              <a:custGeom>
                <a:avLst/>
                <a:gdLst>
                  <a:gd name="T0" fmla="*/ 0 w 21"/>
                  <a:gd name="T1" fmla="*/ 150 h 39"/>
                  <a:gd name="T2" fmla="*/ 53 w 21"/>
                  <a:gd name="T3" fmla="*/ 0 h 39"/>
                  <a:gd name="T4" fmla="*/ 20 w 21"/>
                  <a:gd name="T5" fmla="*/ 37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9">
                    <a:moveTo>
                      <a:pt x="0" y="12"/>
                    </a:moveTo>
                    <a:cubicBezTo>
                      <a:pt x="4" y="39"/>
                      <a:pt x="21" y="7"/>
                      <a:pt x="5" y="0"/>
                    </a:cubicBezTo>
                    <a:cubicBezTo>
                      <a:pt x="3" y="1"/>
                      <a:pt x="3" y="2"/>
                      <a:pt x="2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3" name="Freeform 454">
                <a:extLst>
                  <a:ext uri="{FF2B5EF4-FFF2-40B4-BE49-F238E27FC236}">
                    <a16:creationId xmlns:a16="http://schemas.microsoft.com/office/drawing/2014/main" id="{9B104722-A1D7-41A9-9346-CAAFDB9F7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831"/>
                <a:ext cx="45" cy="60"/>
              </a:xfrm>
              <a:custGeom>
                <a:avLst/>
                <a:gdLst>
                  <a:gd name="T0" fmla="*/ 0 w 21"/>
                  <a:gd name="T1" fmla="*/ 111 h 26"/>
                  <a:gd name="T2" fmla="*/ 51 w 21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6">
                    <a:moveTo>
                      <a:pt x="0" y="9"/>
                    </a:moveTo>
                    <a:cubicBezTo>
                      <a:pt x="4" y="26"/>
                      <a:pt x="21" y="8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4" name="Freeform 455">
                <a:extLst>
                  <a:ext uri="{FF2B5EF4-FFF2-40B4-BE49-F238E27FC236}">
                    <a16:creationId xmlns:a16="http://schemas.microsoft.com/office/drawing/2014/main" id="{3A29D91F-5730-47A8-AA88-6936EC5D7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773"/>
                <a:ext cx="52" cy="46"/>
              </a:xfrm>
              <a:custGeom>
                <a:avLst/>
                <a:gdLst>
                  <a:gd name="T0" fmla="*/ 61 w 24"/>
                  <a:gd name="T1" fmla="*/ 64 h 20"/>
                  <a:gd name="T2" fmla="*/ 93 w 2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0">
                    <a:moveTo>
                      <a:pt x="6" y="5"/>
                    </a:moveTo>
                    <a:cubicBezTo>
                      <a:pt x="0" y="20"/>
                      <a:pt x="24" y="5"/>
                      <a:pt x="9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5" name="Freeform 456">
                <a:extLst>
                  <a:ext uri="{FF2B5EF4-FFF2-40B4-BE49-F238E27FC236}">
                    <a16:creationId xmlns:a16="http://schemas.microsoft.com/office/drawing/2014/main" id="{B77EF7AF-B505-4A51-8335-17D91CBC9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587"/>
                <a:ext cx="21" cy="28"/>
              </a:xfrm>
              <a:custGeom>
                <a:avLst/>
                <a:gdLst>
                  <a:gd name="T0" fmla="*/ 0 w 10"/>
                  <a:gd name="T1" fmla="*/ 37 h 12"/>
                  <a:gd name="T2" fmla="*/ 57 w 10"/>
                  <a:gd name="T3" fmla="*/ 152 h 12"/>
                  <a:gd name="T4" fmla="*/ 48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3"/>
                    </a:moveTo>
                    <a:cubicBezTo>
                      <a:pt x="0" y="7"/>
                      <a:pt x="2" y="10"/>
                      <a:pt x="6" y="12"/>
                    </a:cubicBezTo>
                    <a:cubicBezTo>
                      <a:pt x="10" y="8"/>
                      <a:pt x="9" y="0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6" name="Freeform 457">
                <a:extLst>
                  <a:ext uri="{FF2B5EF4-FFF2-40B4-BE49-F238E27FC236}">
                    <a16:creationId xmlns:a16="http://schemas.microsoft.com/office/drawing/2014/main" id="{C95D5312-CA16-42D0-BEB9-40A3BC017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615"/>
                <a:ext cx="35" cy="39"/>
              </a:xfrm>
              <a:custGeom>
                <a:avLst/>
                <a:gdLst>
                  <a:gd name="T0" fmla="*/ 33 w 16"/>
                  <a:gd name="T1" fmla="*/ 37 h 17"/>
                  <a:gd name="T2" fmla="*/ 44 w 16"/>
                  <a:gd name="T3" fmla="*/ 204 h 17"/>
                  <a:gd name="T4" fmla="*/ 61 w 1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3" y="3"/>
                    </a:moveTo>
                    <a:cubicBezTo>
                      <a:pt x="1" y="9"/>
                      <a:pt x="0" y="13"/>
                      <a:pt x="4" y="17"/>
                    </a:cubicBezTo>
                    <a:cubicBezTo>
                      <a:pt x="9" y="13"/>
                      <a:pt x="16" y="2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7" name="Freeform 458">
                <a:extLst>
                  <a:ext uri="{FF2B5EF4-FFF2-40B4-BE49-F238E27FC236}">
                    <a16:creationId xmlns:a16="http://schemas.microsoft.com/office/drawing/2014/main" id="{8ACA4002-09C7-4E0C-BBF3-A073D8DCD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385"/>
                <a:ext cx="39" cy="47"/>
              </a:xfrm>
              <a:custGeom>
                <a:avLst/>
                <a:gdLst>
                  <a:gd name="T0" fmla="*/ 43 w 18"/>
                  <a:gd name="T1" fmla="*/ 78 h 20"/>
                  <a:gd name="T2" fmla="*/ 132 w 18"/>
                  <a:gd name="T3" fmla="*/ 193 h 20"/>
                  <a:gd name="T4" fmla="*/ 104 w 18"/>
                  <a:gd name="T5" fmla="*/ 1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4" y="6"/>
                    </a:moveTo>
                    <a:cubicBezTo>
                      <a:pt x="0" y="14"/>
                      <a:pt x="6" y="20"/>
                      <a:pt x="13" y="15"/>
                    </a:cubicBezTo>
                    <a:cubicBezTo>
                      <a:pt x="18" y="11"/>
                      <a:pt x="17" y="0"/>
                      <a:pt x="10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8" name="Freeform 459">
                <a:extLst>
                  <a:ext uri="{FF2B5EF4-FFF2-40B4-BE49-F238E27FC236}">
                    <a16:creationId xmlns:a16="http://schemas.microsoft.com/office/drawing/2014/main" id="{0309AAC5-5BAE-4C12-9FEA-E0F412C35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248"/>
                <a:ext cx="52" cy="65"/>
              </a:xfrm>
              <a:custGeom>
                <a:avLst/>
                <a:gdLst>
                  <a:gd name="T0" fmla="*/ 61 w 24"/>
                  <a:gd name="T1" fmla="*/ 163 h 28"/>
                  <a:gd name="T2" fmla="*/ 156 w 24"/>
                  <a:gd name="T3" fmla="*/ 286 h 28"/>
                  <a:gd name="T4" fmla="*/ 93 w 24"/>
                  <a:gd name="T5" fmla="*/ 6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8">
                    <a:moveTo>
                      <a:pt x="6" y="13"/>
                    </a:moveTo>
                    <a:cubicBezTo>
                      <a:pt x="0" y="21"/>
                      <a:pt x="7" y="28"/>
                      <a:pt x="15" y="23"/>
                    </a:cubicBezTo>
                    <a:cubicBezTo>
                      <a:pt x="24" y="18"/>
                      <a:pt x="19" y="0"/>
                      <a:pt x="9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9" name="Freeform 460">
                <a:extLst>
                  <a:ext uri="{FF2B5EF4-FFF2-40B4-BE49-F238E27FC236}">
                    <a16:creationId xmlns:a16="http://schemas.microsoft.com/office/drawing/2014/main" id="{6D1FC3E8-2582-4EC4-A0D2-A468B6F1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105"/>
                <a:ext cx="17" cy="25"/>
              </a:xfrm>
              <a:custGeom>
                <a:avLst/>
                <a:gdLst>
                  <a:gd name="T0" fmla="*/ 0 w 8"/>
                  <a:gd name="T1" fmla="*/ 73 h 11"/>
                  <a:gd name="T2" fmla="*/ 60 w 8"/>
                  <a:gd name="T3" fmla="*/ 130 h 11"/>
                  <a:gd name="T4" fmla="*/ 28 w 8"/>
                  <a:gd name="T5" fmla="*/ 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0" y="6"/>
                    </a:moveTo>
                    <a:cubicBezTo>
                      <a:pt x="1" y="9"/>
                      <a:pt x="3" y="11"/>
                      <a:pt x="6" y="11"/>
                    </a:cubicBezTo>
                    <a:cubicBezTo>
                      <a:pt x="8" y="7"/>
                      <a:pt x="8" y="0"/>
                      <a:pt x="3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0" name="Freeform 461">
                <a:extLst>
                  <a:ext uri="{FF2B5EF4-FFF2-40B4-BE49-F238E27FC236}">
                    <a16:creationId xmlns:a16="http://schemas.microsoft.com/office/drawing/2014/main" id="{57EA7BBE-51EC-4918-87B4-EE6BFC8DB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049"/>
                <a:ext cx="87" cy="46"/>
              </a:xfrm>
              <a:custGeom>
                <a:avLst/>
                <a:gdLst>
                  <a:gd name="T0" fmla="*/ 157 w 40"/>
                  <a:gd name="T1" fmla="*/ 37 h 20"/>
                  <a:gd name="T2" fmla="*/ 226 w 4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15" y="3"/>
                    </a:moveTo>
                    <a:cubicBezTo>
                      <a:pt x="0" y="20"/>
                      <a:pt x="40" y="10"/>
                      <a:pt x="2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1" name="Freeform 462">
                <a:extLst>
                  <a:ext uri="{FF2B5EF4-FFF2-40B4-BE49-F238E27FC236}">
                    <a16:creationId xmlns:a16="http://schemas.microsoft.com/office/drawing/2014/main" id="{0CAF5EA0-A5DE-4984-A123-A76AFA649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054"/>
                <a:ext cx="39" cy="32"/>
              </a:xfrm>
              <a:custGeom>
                <a:avLst/>
                <a:gdLst>
                  <a:gd name="T0" fmla="*/ 80 w 18"/>
                  <a:gd name="T1" fmla="*/ 11 h 14"/>
                  <a:gd name="T2" fmla="*/ 113 w 18"/>
                  <a:gd name="T3" fmla="*/ 142 h 14"/>
                  <a:gd name="T4" fmla="*/ 132 w 1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8" y="1"/>
                    </a:moveTo>
                    <a:cubicBezTo>
                      <a:pt x="0" y="4"/>
                      <a:pt x="4" y="14"/>
                      <a:pt x="11" y="12"/>
                    </a:cubicBezTo>
                    <a:cubicBezTo>
                      <a:pt x="17" y="10"/>
                      <a:pt x="18" y="3"/>
                      <a:pt x="1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2" name="Freeform 463">
                <a:extLst>
                  <a:ext uri="{FF2B5EF4-FFF2-40B4-BE49-F238E27FC236}">
                    <a16:creationId xmlns:a16="http://schemas.microsoft.com/office/drawing/2014/main" id="{04AE69A7-28F8-466C-89A2-18CDB73E7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072"/>
                <a:ext cx="61" cy="56"/>
              </a:xfrm>
              <a:custGeom>
                <a:avLst/>
                <a:gdLst>
                  <a:gd name="T0" fmla="*/ 133 w 28"/>
                  <a:gd name="T1" fmla="*/ 37 h 24"/>
                  <a:gd name="T2" fmla="*/ 229 w 28"/>
                  <a:gd name="T3" fmla="*/ 217 h 24"/>
                  <a:gd name="T4" fmla="*/ 194 w 28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4">
                    <a:moveTo>
                      <a:pt x="13" y="3"/>
                    </a:moveTo>
                    <a:cubicBezTo>
                      <a:pt x="0" y="12"/>
                      <a:pt x="13" y="24"/>
                      <a:pt x="22" y="17"/>
                    </a:cubicBezTo>
                    <a:cubicBezTo>
                      <a:pt x="28" y="12"/>
                      <a:pt x="27" y="1"/>
                      <a:pt x="19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3" name="Freeform 464">
                <a:extLst>
                  <a:ext uri="{FF2B5EF4-FFF2-40B4-BE49-F238E27FC236}">
                    <a16:creationId xmlns:a16="http://schemas.microsoft.com/office/drawing/2014/main" id="{F43F0931-A264-4E2E-BFA9-F7CEC3DFE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258"/>
                <a:ext cx="50" cy="44"/>
              </a:xfrm>
              <a:custGeom>
                <a:avLst/>
                <a:gdLst>
                  <a:gd name="T0" fmla="*/ 61 w 23"/>
                  <a:gd name="T1" fmla="*/ 49 h 19"/>
                  <a:gd name="T2" fmla="*/ 124 w 23"/>
                  <a:gd name="T3" fmla="*/ 12 h 19"/>
                  <a:gd name="T4" fmla="*/ 104 w 23"/>
                  <a:gd name="T5" fmla="*/ 1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6" y="4"/>
                    </a:moveTo>
                    <a:cubicBezTo>
                      <a:pt x="0" y="19"/>
                      <a:pt x="23" y="11"/>
                      <a:pt x="12" y="1"/>
                    </a:cubicBezTo>
                    <a:cubicBezTo>
                      <a:pt x="11" y="0"/>
                      <a:pt x="10" y="0"/>
                      <a:pt x="10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4" name="Freeform 465">
                <a:extLst>
                  <a:ext uri="{FF2B5EF4-FFF2-40B4-BE49-F238E27FC236}">
                    <a16:creationId xmlns:a16="http://schemas.microsoft.com/office/drawing/2014/main" id="{9CFF65A9-690E-4410-8D24-778009D4F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260"/>
                <a:ext cx="43" cy="77"/>
              </a:xfrm>
              <a:custGeom>
                <a:avLst/>
                <a:gdLst>
                  <a:gd name="T0" fmla="*/ 0 w 20"/>
                  <a:gd name="T1" fmla="*/ 392 h 33"/>
                  <a:gd name="T2" fmla="*/ 198 w 20"/>
                  <a:gd name="T3" fmla="*/ 0 h 33"/>
                  <a:gd name="T4" fmla="*/ 157 w 20"/>
                  <a:gd name="T5" fmla="*/ 420 h 33"/>
                  <a:gd name="T6" fmla="*/ 129 w 20"/>
                  <a:gd name="T7" fmla="*/ 16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3">
                    <a:moveTo>
                      <a:pt x="0" y="31"/>
                    </a:moveTo>
                    <a:cubicBezTo>
                      <a:pt x="13" y="27"/>
                      <a:pt x="4" y="1"/>
                      <a:pt x="20" y="0"/>
                    </a:cubicBezTo>
                    <a:cubicBezTo>
                      <a:pt x="20" y="11"/>
                      <a:pt x="15" y="22"/>
                      <a:pt x="16" y="33"/>
                    </a:cubicBezTo>
                    <a:cubicBezTo>
                      <a:pt x="16" y="31"/>
                      <a:pt x="18" y="17"/>
                      <a:pt x="13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5" name="Freeform 466">
                <a:extLst>
                  <a:ext uri="{FF2B5EF4-FFF2-40B4-BE49-F238E27FC236}">
                    <a16:creationId xmlns:a16="http://schemas.microsoft.com/office/drawing/2014/main" id="{5CD40612-DE2E-4162-A50E-84AAF514C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139"/>
                <a:ext cx="46" cy="77"/>
              </a:xfrm>
              <a:custGeom>
                <a:avLst/>
                <a:gdLst>
                  <a:gd name="T0" fmla="*/ 0 w 21"/>
                  <a:gd name="T1" fmla="*/ 420 h 33"/>
                  <a:gd name="T2" fmla="*/ 149 w 21"/>
                  <a:gd name="T3" fmla="*/ 0 h 33"/>
                  <a:gd name="T4" fmla="*/ 221 w 21"/>
                  <a:gd name="T5" fmla="*/ 331 h 33"/>
                  <a:gd name="T6" fmla="*/ 72 w 21"/>
                  <a:gd name="T7" fmla="*/ 31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3">
                    <a:moveTo>
                      <a:pt x="0" y="33"/>
                    </a:moveTo>
                    <a:cubicBezTo>
                      <a:pt x="4" y="23"/>
                      <a:pt x="12" y="10"/>
                      <a:pt x="14" y="0"/>
                    </a:cubicBezTo>
                    <a:cubicBezTo>
                      <a:pt x="12" y="9"/>
                      <a:pt x="21" y="17"/>
                      <a:pt x="21" y="26"/>
                    </a:cubicBezTo>
                    <a:cubicBezTo>
                      <a:pt x="18" y="18"/>
                      <a:pt x="9" y="20"/>
                      <a:pt x="7" y="2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6" name="Freeform 467">
                <a:extLst>
                  <a:ext uri="{FF2B5EF4-FFF2-40B4-BE49-F238E27FC236}">
                    <a16:creationId xmlns:a16="http://schemas.microsoft.com/office/drawing/2014/main" id="{9197A9C5-52DA-4E03-BAF4-A6A3E1B33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128"/>
                <a:ext cx="35" cy="118"/>
              </a:xfrm>
              <a:custGeom>
                <a:avLst/>
                <a:gdLst>
                  <a:gd name="T0" fmla="*/ 53 w 16"/>
                  <a:gd name="T1" fmla="*/ 632 h 51"/>
                  <a:gd name="T2" fmla="*/ 20 w 16"/>
                  <a:gd name="T3" fmla="*/ 0 h 51"/>
                  <a:gd name="T4" fmla="*/ 168 w 16"/>
                  <a:gd name="T5" fmla="*/ 310 h 51"/>
                  <a:gd name="T6" fmla="*/ 44 w 16"/>
                  <a:gd name="T7" fmla="*/ 444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1">
                    <a:moveTo>
                      <a:pt x="5" y="51"/>
                    </a:moveTo>
                    <a:cubicBezTo>
                      <a:pt x="2" y="35"/>
                      <a:pt x="5" y="16"/>
                      <a:pt x="2" y="0"/>
                    </a:cubicBezTo>
                    <a:cubicBezTo>
                      <a:pt x="3" y="10"/>
                      <a:pt x="11" y="19"/>
                      <a:pt x="16" y="25"/>
                    </a:cubicBezTo>
                    <a:cubicBezTo>
                      <a:pt x="10" y="19"/>
                      <a:pt x="0" y="30"/>
                      <a:pt x="4" y="3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7" name="Freeform 468">
                <a:extLst>
                  <a:ext uri="{FF2B5EF4-FFF2-40B4-BE49-F238E27FC236}">
                    <a16:creationId xmlns:a16="http://schemas.microsoft.com/office/drawing/2014/main" id="{F1E48AE7-33F6-4CC7-A398-CFFE93DAB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102"/>
                <a:ext cx="30" cy="84"/>
              </a:xfrm>
              <a:custGeom>
                <a:avLst/>
                <a:gdLst>
                  <a:gd name="T0" fmla="*/ 0 w 14"/>
                  <a:gd name="T1" fmla="*/ 77 h 36"/>
                  <a:gd name="T2" fmla="*/ 129 w 14"/>
                  <a:gd name="T3" fmla="*/ 457 h 36"/>
                  <a:gd name="T4" fmla="*/ 120 w 14"/>
                  <a:gd name="T5" fmla="*/ 0 h 36"/>
                  <a:gd name="T6" fmla="*/ 77 w 14"/>
                  <a:gd name="T7" fmla="*/ 142 h 36"/>
                  <a:gd name="T8" fmla="*/ 41 w 14"/>
                  <a:gd name="T9" fmla="*/ 14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6">
                    <a:moveTo>
                      <a:pt x="0" y="6"/>
                    </a:moveTo>
                    <a:cubicBezTo>
                      <a:pt x="3" y="17"/>
                      <a:pt x="9" y="27"/>
                      <a:pt x="13" y="36"/>
                    </a:cubicBezTo>
                    <a:cubicBezTo>
                      <a:pt x="14" y="26"/>
                      <a:pt x="12" y="12"/>
                      <a:pt x="12" y="0"/>
                    </a:cubicBezTo>
                    <a:cubicBezTo>
                      <a:pt x="10" y="4"/>
                      <a:pt x="9" y="7"/>
                      <a:pt x="8" y="11"/>
                    </a:cubicBezTo>
                    <a:cubicBezTo>
                      <a:pt x="7" y="12"/>
                      <a:pt x="5" y="12"/>
                      <a:pt x="4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8" name="Freeform 469">
                <a:extLst>
                  <a:ext uri="{FF2B5EF4-FFF2-40B4-BE49-F238E27FC236}">
                    <a16:creationId xmlns:a16="http://schemas.microsoft.com/office/drawing/2014/main" id="{03059EBC-93FA-4BCD-9AB6-16FB8540D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928"/>
                <a:ext cx="63" cy="102"/>
              </a:xfrm>
              <a:custGeom>
                <a:avLst/>
                <a:gdLst>
                  <a:gd name="T0" fmla="*/ 0 w 29"/>
                  <a:gd name="T1" fmla="*/ 0 h 44"/>
                  <a:gd name="T2" fmla="*/ 93 w 29"/>
                  <a:gd name="T3" fmla="*/ 547 h 44"/>
                  <a:gd name="T4" fmla="*/ 202 w 29"/>
                  <a:gd name="T5" fmla="*/ 350 h 44"/>
                  <a:gd name="T6" fmla="*/ 289 w 29"/>
                  <a:gd name="T7" fmla="*/ 65 h 44"/>
                  <a:gd name="T8" fmla="*/ 141 w 29"/>
                  <a:gd name="T9" fmla="*/ 264 h 44"/>
                  <a:gd name="T10" fmla="*/ 43 w 29"/>
                  <a:gd name="T11" fmla="*/ 86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4">
                    <a:moveTo>
                      <a:pt x="0" y="0"/>
                    </a:moveTo>
                    <a:cubicBezTo>
                      <a:pt x="0" y="13"/>
                      <a:pt x="3" y="33"/>
                      <a:pt x="9" y="44"/>
                    </a:cubicBezTo>
                    <a:cubicBezTo>
                      <a:pt x="14" y="42"/>
                      <a:pt x="17" y="33"/>
                      <a:pt x="20" y="28"/>
                    </a:cubicBezTo>
                    <a:cubicBezTo>
                      <a:pt x="24" y="20"/>
                      <a:pt x="29" y="15"/>
                      <a:pt x="28" y="5"/>
                    </a:cubicBezTo>
                    <a:cubicBezTo>
                      <a:pt x="26" y="10"/>
                      <a:pt x="21" y="22"/>
                      <a:pt x="14" y="21"/>
                    </a:cubicBezTo>
                    <a:cubicBezTo>
                      <a:pt x="6" y="21"/>
                      <a:pt x="10" y="12"/>
                      <a:pt x="4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9" name="Freeform 470">
                <a:extLst>
                  <a:ext uri="{FF2B5EF4-FFF2-40B4-BE49-F238E27FC236}">
                    <a16:creationId xmlns:a16="http://schemas.microsoft.com/office/drawing/2014/main" id="{08321059-2843-44EF-A348-970E95D29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135"/>
                <a:ext cx="41" cy="106"/>
              </a:xfrm>
              <a:custGeom>
                <a:avLst/>
                <a:gdLst>
                  <a:gd name="T0" fmla="*/ 52 w 19"/>
                  <a:gd name="T1" fmla="*/ 0 h 46"/>
                  <a:gd name="T2" fmla="*/ 0 w 19"/>
                  <a:gd name="T3" fmla="*/ 562 h 46"/>
                  <a:gd name="T4" fmla="*/ 190 w 19"/>
                  <a:gd name="T5" fmla="*/ 122 h 46"/>
                  <a:gd name="T6" fmla="*/ 112 w 19"/>
                  <a:gd name="T7" fmla="*/ 233 h 46"/>
                  <a:gd name="T8" fmla="*/ 60 w 19"/>
                  <a:gd name="T9" fmla="*/ 122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5" y="0"/>
                    </a:moveTo>
                    <a:cubicBezTo>
                      <a:pt x="1" y="15"/>
                      <a:pt x="4" y="32"/>
                      <a:pt x="0" y="46"/>
                    </a:cubicBezTo>
                    <a:cubicBezTo>
                      <a:pt x="9" y="41"/>
                      <a:pt x="16" y="20"/>
                      <a:pt x="19" y="10"/>
                    </a:cubicBezTo>
                    <a:cubicBezTo>
                      <a:pt x="17" y="13"/>
                      <a:pt x="14" y="17"/>
                      <a:pt x="11" y="19"/>
                    </a:cubicBezTo>
                    <a:cubicBezTo>
                      <a:pt x="9" y="17"/>
                      <a:pt x="6" y="14"/>
                      <a:pt x="6" y="1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0" name="Freeform 471">
                <a:extLst>
                  <a:ext uri="{FF2B5EF4-FFF2-40B4-BE49-F238E27FC236}">
                    <a16:creationId xmlns:a16="http://schemas.microsoft.com/office/drawing/2014/main" id="{A9B6B4A9-52B1-4E1C-8358-5F2AC1BD9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105"/>
                <a:ext cx="46" cy="55"/>
              </a:xfrm>
              <a:custGeom>
                <a:avLst/>
                <a:gdLst>
                  <a:gd name="T0" fmla="*/ 33 w 21"/>
                  <a:gd name="T1" fmla="*/ 25 h 24"/>
                  <a:gd name="T2" fmla="*/ 105 w 21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2"/>
                    </a:moveTo>
                    <a:cubicBezTo>
                      <a:pt x="0" y="24"/>
                      <a:pt x="21" y="10"/>
                      <a:pt x="1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1" name="Freeform 472">
                <a:extLst>
                  <a:ext uri="{FF2B5EF4-FFF2-40B4-BE49-F238E27FC236}">
                    <a16:creationId xmlns:a16="http://schemas.microsoft.com/office/drawing/2014/main" id="{ECBDC4AD-EB3A-440B-BB95-C91C4296E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952"/>
                <a:ext cx="41" cy="106"/>
              </a:xfrm>
              <a:custGeom>
                <a:avLst/>
                <a:gdLst>
                  <a:gd name="T0" fmla="*/ 0 w 19"/>
                  <a:gd name="T1" fmla="*/ 48 h 46"/>
                  <a:gd name="T2" fmla="*/ 52 w 19"/>
                  <a:gd name="T3" fmla="*/ 366 h 46"/>
                  <a:gd name="T4" fmla="*/ 80 w 19"/>
                  <a:gd name="T5" fmla="*/ 562 h 46"/>
                  <a:gd name="T6" fmla="*/ 121 w 19"/>
                  <a:gd name="T7" fmla="*/ 256 h 46"/>
                  <a:gd name="T8" fmla="*/ 190 w 19"/>
                  <a:gd name="T9" fmla="*/ 0 h 46"/>
                  <a:gd name="T10" fmla="*/ 19 w 19"/>
                  <a:gd name="T11" fmla="*/ 6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6">
                    <a:moveTo>
                      <a:pt x="0" y="4"/>
                    </a:moveTo>
                    <a:cubicBezTo>
                      <a:pt x="0" y="13"/>
                      <a:pt x="4" y="22"/>
                      <a:pt x="5" y="30"/>
                    </a:cubicBezTo>
                    <a:cubicBezTo>
                      <a:pt x="6" y="35"/>
                      <a:pt x="5" y="42"/>
                      <a:pt x="8" y="46"/>
                    </a:cubicBezTo>
                    <a:cubicBezTo>
                      <a:pt x="11" y="38"/>
                      <a:pt x="10" y="29"/>
                      <a:pt x="12" y="21"/>
                    </a:cubicBezTo>
                    <a:cubicBezTo>
                      <a:pt x="14" y="14"/>
                      <a:pt x="19" y="7"/>
                      <a:pt x="19" y="0"/>
                    </a:cubicBezTo>
                    <a:cubicBezTo>
                      <a:pt x="14" y="13"/>
                      <a:pt x="9" y="18"/>
                      <a:pt x="2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2" name="Freeform 473">
                <a:extLst>
                  <a:ext uri="{FF2B5EF4-FFF2-40B4-BE49-F238E27FC236}">
                    <a16:creationId xmlns:a16="http://schemas.microsoft.com/office/drawing/2014/main" id="{555E94A0-525D-4F4A-AB39-86951CB40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156"/>
                <a:ext cx="39" cy="143"/>
              </a:xfrm>
              <a:custGeom>
                <a:avLst/>
                <a:gdLst>
                  <a:gd name="T0" fmla="*/ 0 w 18"/>
                  <a:gd name="T1" fmla="*/ 111 h 62"/>
                  <a:gd name="T2" fmla="*/ 80 w 18"/>
                  <a:gd name="T3" fmla="*/ 761 h 62"/>
                  <a:gd name="T4" fmla="*/ 132 w 18"/>
                  <a:gd name="T5" fmla="*/ 0 h 62"/>
                  <a:gd name="T6" fmla="*/ 93 w 18"/>
                  <a:gd name="T7" fmla="*/ 272 h 62"/>
                  <a:gd name="T8" fmla="*/ 43 w 18"/>
                  <a:gd name="T9" fmla="*/ 23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2">
                    <a:moveTo>
                      <a:pt x="0" y="9"/>
                    </a:moveTo>
                    <a:cubicBezTo>
                      <a:pt x="3" y="27"/>
                      <a:pt x="5" y="45"/>
                      <a:pt x="8" y="62"/>
                    </a:cubicBezTo>
                    <a:cubicBezTo>
                      <a:pt x="14" y="48"/>
                      <a:pt x="18" y="16"/>
                      <a:pt x="13" y="0"/>
                    </a:cubicBezTo>
                    <a:cubicBezTo>
                      <a:pt x="11" y="8"/>
                      <a:pt x="14" y="16"/>
                      <a:pt x="9" y="22"/>
                    </a:cubicBezTo>
                    <a:cubicBezTo>
                      <a:pt x="8" y="21"/>
                      <a:pt x="5" y="21"/>
                      <a:pt x="4" y="1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3" name="Freeform 474">
                <a:extLst>
                  <a:ext uri="{FF2B5EF4-FFF2-40B4-BE49-F238E27FC236}">
                    <a16:creationId xmlns:a16="http://schemas.microsoft.com/office/drawing/2014/main" id="{EA9CC0A7-9596-432B-B3CE-97F769789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446"/>
                <a:ext cx="43" cy="76"/>
              </a:xfrm>
              <a:custGeom>
                <a:avLst/>
                <a:gdLst>
                  <a:gd name="T0" fmla="*/ 0 w 20"/>
                  <a:gd name="T1" fmla="*/ 37 h 33"/>
                  <a:gd name="T2" fmla="*/ 189 w 20"/>
                  <a:gd name="T3" fmla="*/ 403 h 33"/>
                  <a:gd name="T4" fmla="*/ 189 w 20"/>
                  <a:gd name="T5" fmla="*/ 0 h 33"/>
                  <a:gd name="T6" fmla="*/ 80 w 20"/>
                  <a:gd name="T7" fmla="*/ 111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3">
                    <a:moveTo>
                      <a:pt x="0" y="3"/>
                    </a:moveTo>
                    <a:cubicBezTo>
                      <a:pt x="4" y="15"/>
                      <a:pt x="11" y="24"/>
                      <a:pt x="19" y="33"/>
                    </a:cubicBezTo>
                    <a:cubicBezTo>
                      <a:pt x="16" y="22"/>
                      <a:pt x="20" y="11"/>
                      <a:pt x="19" y="0"/>
                    </a:cubicBezTo>
                    <a:cubicBezTo>
                      <a:pt x="17" y="2"/>
                      <a:pt x="10" y="24"/>
                      <a:pt x="8" y="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4" name="Freeform 475">
                <a:extLst>
                  <a:ext uri="{FF2B5EF4-FFF2-40B4-BE49-F238E27FC236}">
                    <a16:creationId xmlns:a16="http://schemas.microsoft.com/office/drawing/2014/main" id="{C8B64406-B961-462F-92D8-A44A9E07F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332"/>
                <a:ext cx="48" cy="81"/>
              </a:xfrm>
              <a:custGeom>
                <a:avLst/>
                <a:gdLst>
                  <a:gd name="T0" fmla="*/ 20 w 22"/>
                  <a:gd name="T1" fmla="*/ 28 h 35"/>
                  <a:gd name="T2" fmla="*/ 0 w 22"/>
                  <a:gd name="T3" fmla="*/ 433 h 35"/>
                  <a:gd name="T4" fmla="*/ 218 w 22"/>
                  <a:gd name="T5" fmla="*/ 285 h 35"/>
                  <a:gd name="T6" fmla="*/ 52 w 22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5">
                    <a:moveTo>
                      <a:pt x="2" y="2"/>
                    </a:moveTo>
                    <a:cubicBezTo>
                      <a:pt x="2" y="13"/>
                      <a:pt x="0" y="24"/>
                      <a:pt x="0" y="35"/>
                    </a:cubicBezTo>
                    <a:cubicBezTo>
                      <a:pt x="9" y="23"/>
                      <a:pt x="4" y="19"/>
                      <a:pt x="21" y="23"/>
                    </a:cubicBezTo>
                    <a:cubicBezTo>
                      <a:pt x="22" y="15"/>
                      <a:pt x="8" y="9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5" name="Freeform 476">
                <a:extLst>
                  <a:ext uri="{FF2B5EF4-FFF2-40B4-BE49-F238E27FC236}">
                    <a16:creationId xmlns:a16="http://schemas.microsoft.com/office/drawing/2014/main" id="{3F752596-8AE9-41CF-BDAA-63219DC89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323"/>
                <a:ext cx="40" cy="116"/>
              </a:xfrm>
              <a:custGeom>
                <a:avLst/>
                <a:gdLst>
                  <a:gd name="T0" fmla="*/ 0 w 18"/>
                  <a:gd name="T1" fmla="*/ 123 h 50"/>
                  <a:gd name="T2" fmla="*/ 118 w 18"/>
                  <a:gd name="T3" fmla="*/ 624 h 50"/>
                  <a:gd name="T4" fmla="*/ 142 w 18"/>
                  <a:gd name="T5" fmla="*/ 339 h 50"/>
                  <a:gd name="T6" fmla="*/ 178 w 18"/>
                  <a:gd name="T7" fmla="*/ 0 h 50"/>
                  <a:gd name="T8" fmla="*/ 44 w 18"/>
                  <a:gd name="T9" fmla="*/ 16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0">
                    <a:moveTo>
                      <a:pt x="0" y="10"/>
                    </a:moveTo>
                    <a:cubicBezTo>
                      <a:pt x="2" y="23"/>
                      <a:pt x="8" y="37"/>
                      <a:pt x="11" y="50"/>
                    </a:cubicBezTo>
                    <a:cubicBezTo>
                      <a:pt x="13" y="43"/>
                      <a:pt x="12" y="35"/>
                      <a:pt x="13" y="27"/>
                    </a:cubicBezTo>
                    <a:cubicBezTo>
                      <a:pt x="14" y="19"/>
                      <a:pt x="18" y="8"/>
                      <a:pt x="16" y="0"/>
                    </a:cubicBezTo>
                    <a:cubicBezTo>
                      <a:pt x="13" y="4"/>
                      <a:pt x="13" y="24"/>
                      <a:pt x="4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6" name="Freeform 477">
                <a:extLst>
                  <a:ext uri="{FF2B5EF4-FFF2-40B4-BE49-F238E27FC236}">
                    <a16:creationId xmlns:a16="http://schemas.microsoft.com/office/drawing/2014/main" id="{E5C744E4-5DE5-4BFB-8862-909FF6253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513"/>
                <a:ext cx="26" cy="58"/>
              </a:xfrm>
              <a:custGeom>
                <a:avLst/>
                <a:gdLst>
                  <a:gd name="T0" fmla="*/ 0 w 12"/>
                  <a:gd name="T1" fmla="*/ 0 h 25"/>
                  <a:gd name="T2" fmla="*/ 33 w 12"/>
                  <a:gd name="T3" fmla="*/ 313 h 25"/>
                  <a:gd name="T4" fmla="*/ 72 w 12"/>
                  <a:gd name="T5" fmla="*/ 172 h 25"/>
                  <a:gd name="T6" fmla="*/ 121 w 12"/>
                  <a:gd name="T7" fmla="*/ 209 h 25"/>
                  <a:gd name="T8" fmla="*/ 33 w 12"/>
                  <a:gd name="T9" fmla="*/ 2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0" y="0"/>
                    </a:moveTo>
                    <a:cubicBezTo>
                      <a:pt x="2" y="8"/>
                      <a:pt x="1" y="17"/>
                      <a:pt x="3" y="25"/>
                    </a:cubicBezTo>
                    <a:cubicBezTo>
                      <a:pt x="3" y="21"/>
                      <a:pt x="4" y="17"/>
                      <a:pt x="7" y="14"/>
                    </a:cubicBezTo>
                    <a:cubicBezTo>
                      <a:pt x="8" y="15"/>
                      <a:pt x="11" y="16"/>
                      <a:pt x="12" y="17"/>
                    </a:cubicBezTo>
                    <a:cubicBezTo>
                      <a:pt x="11" y="11"/>
                      <a:pt x="3" y="8"/>
                      <a:pt x="3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7" name="Freeform 478">
                <a:extLst>
                  <a:ext uri="{FF2B5EF4-FFF2-40B4-BE49-F238E27FC236}">
                    <a16:creationId xmlns:a16="http://schemas.microsoft.com/office/drawing/2014/main" id="{71928643-EC87-4CD7-A72A-6BA82AE98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619"/>
                <a:ext cx="18" cy="63"/>
              </a:xfrm>
              <a:custGeom>
                <a:avLst/>
                <a:gdLst>
                  <a:gd name="T0" fmla="*/ 0 w 8"/>
                  <a:gd name="T1" fmla="*/ 37 h 27"/>
                  <a:gd name="T2" fmla="*/ 56 w 8"/>
                  <a:gd name="T3" fmla="*/ 343 h 27"/>
                  <a:gd name="T4" fmla="*/ 92 w 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0" y="3"/>
                    </a:moveTo>
                    <a:cubicBezTo>
                      <a:pt x="0" y="11"/>
                      <a:pt x="1" y="21"/>
                      <a:pt x="5" y="27"/>
                    </a:cubicBezTo>
                    <a:cubicBezTo>
                      <a:pt x="8" y="20"/>
                      <a:pt x="7" y="6"/>
                      <a:pt x="8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8" name="Freeform 479">
                <a:extLst>
                  <a:ext uri="{FF2B5EF4-FFF2-40B4-BE49-F238E27FC236}">
                    <a16:creationId xmlns:a16="http://schemas.microsoft.com/office/drawing/2014/main" id="{C4919DDE-9C94-491F-B8CC-D96435D6D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677"/>
                <a:ext cx="37" cy="65"/>
              </a:xfrm>
              <a:custGeom>
                <a:avLst/>
                <a:gdLst>
                  <a:gd name="T0" fmla="*/ 61 w 17"/>
                  <a:gd name="T1" fmla="*/ 0 h 28"/>
                  <a:gd name="T2" fmla="*/ 44 w 17"/>
                  <a:gd name="T3" fmla="*/ 351 h 28"/>
                  <a:gd name="T4" fmla="*/ 104 w 17"/>
                  <a:gd name="T5" fmla="*/ 163 h 28"/>
                  <a:gd name="T6" fmla="*/ 176 w 17"/>
                  <a:gd name="T7" fmla="*/ 20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8">
                    <a:moveTo>
                      <a:pt x="6" y="0"/>
                    </a:moveTo>
                    <a:cubicBezTo>
                      <a:pt x="4" y="8"/>
                      <a:pt x="0" y="21"/>
                      <a:pt x="4" y="28"/>
                    </a:cubicBezTo>
                    <a:cubicBezTo>
                      <a:pt x="6" y="23"/>
                      <a:pt x="7" y="18"/>
                      <a:pt x="10" y="13"/>
                    </a:cubicBezTo>
                    <a:cubicBezTo>
                      <a:pt x="12" y="15"/>
                      <a:pt x="17" y="17"/>
                      <a:pt x="17" y="1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9" name="Freeform 480">
                <a:extLst>
                  <a:ext uri="{FF2B5EF4-FFF2-40B4-BE49-F238E27FC236}">
                    <a16:creationId xmlns:a16="http://schemas.microsoft.com/office/drawing/2014/main" id="{A5B56DB8-87B5-4C07-9F84-4F91E43AB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837"/>
                <a:ext cx="24" cy="61"/>
              </a:xfrm>
              <a:custGeom>
                <a:avLst/>
                <a:gdLst>
                  <a:gd name="T0" fmla="*/ 9 w 11"/>
                  <a:gd name="T1" fmla="*/ 12 h 26"/>
                  <a:gd name="T2" fmla="*/ 33 w 11"/>
                  <a:gd name="T3" fmla="*/ 336 h 26"/>
                  <a:gd name="T4" fmla="*/ 113 w 11"/>
                  <a:gd name="T5" fmla="*/ 0 h 26"/>
                  <a:gd name="T6" fmla="*/ 44 w 11"/>
                  <a:gd name="T7" fmla="*/ 12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6">
                    <a:moveTo>
                      <a:pt x="1" y="1"/>
                    </a:moveTo>
                    <a:cubicBezTo>
                      <a:pt x="3" y="9"/>
                      <a:pt x="0" y="20"/>
                      <a:pt x="3" y="26"/>
                    </a:cubicBezTo>
                    <a:cubicBezTo>
                      <a:pt x="6" y="19"/>
                      <a:pt x="10" y="8"/>
                      <a:pt x="11" y="0"/>
                    </a:cubicBezTo>
                    <a:cubicBezTo>
                      <a:pt x="9" y="4"/>
                      <a:pt x="7" y="8"/>
                      <a:pt x="4" y="1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0" name="Freeform 481">
                <a:extLst>
                  <a:ext uri="{FF2B5EF4-FFF2-40B4-BE49-F238E27FC236}">
                    <a16:creationId xmlns:a16="http://schemas.microsoft.com/office/drawing/2014/main" id="{FE8948DB-86F5-4077-9E10-5225C4F13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784"/>
                <a:ext cx="45" cy="63"/>
              </a:xfrm>
              <a:custGeom>
                <a:avLst/>
                <a:gdLst>
                  <a:gd name="T0" fmla="*/ 9 w 21"/>
                  <a:gd name="T1" fmla="*/ 12 h 27"/>
                  <a:gd name="T2" fmla="*/ 0 w 21"/>
                  <a:gd name="T3" fmla="*/ 343 h 27"/>
                  <a:gd name="T4" fmla="*/ 206 w 21"/>
                  <a:gd name="T5" fmla="*/ 180 h 27"/>
                  <a:gd name="T6" fmla="*/ 41 w 21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1" y="1"/>
                    </a:moveTo>
                    <a:cubicBezTo>
                      <a:pt x="4" y="10"/>
                      <a:pt x="1" y="19"/>
                      <a:pt x="0" y="27"/>
                    </a:cubicBezTo>
                    <a:cubicBezTo>
                      <a:pt x="6" y="18"/>
                      <a:pt x="9" y="9"/>
                      <a:pt x="21" y="14"/>
                    </a:cubicBezTo>
                    <a:cubicBezTo>
                      <a:pt x="17" y="8"/>
                      <a:pt x="11" y="3"/>
                      <a:pt x="4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1" name="Freeform 482">
                <a:extLst>
                  <a:ext uri="{FF2B5EF4-FFF2-40B4-BE49-F238E27FC236}">
                    <a16:creationId xmlns:a16="http://schemas.microsoft.com/office/drawing/2014/main" id="{0A750052-C240-4774-9D45-990CD6E34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657"/>
                <a:ext cx="20" cy="71"/>
              </a:xfrm>
              <a:custGeom>
                <a:avLst/>
                <a:gdLst>
                  <a:gd name="T0" fmla="*/ 44 w 9"/>
                  <a:gd name="T1" fmla="*/ 0 h 31"/>
                  <a:gd name="T2" fmla="*/ 9 w 9"/>
                  <a:gd name="T3" fmla="*/ 373 h 31"/>
                  <a:gd name="T4" fmla="*/ 98 w 9"/>
                  <a:gd name="T5" fmla="*/ 252 h 31"/>
                  <a:gd name="T6" fmla="*/ 89 w 9"/>
                  <a:gd name="T7" fmla="*/ 20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1">
                    <a:moveTo>
                      <a:pt x="4" y="0"/>
                    </a:moveTo>
                    <a:cubicBezTo>
                      <a:pt x="3" y="10"/>
                      <a:pt x="0" y="22"/>
                      <a:pt x="1" y="31"/>
                    </a:cubicBezTo>
                    <a:cubicBezTo>
                      <a:pt x="2" y="27"/>
                      <a:pt x="3" y="21"/>
                      <a:pt x="9" y="21"/>
                    </a:cubicBezTo>
                    <a:cubicBezTo>
                      <a:pt x="9" y="20"/>
                      <a:pt x="8" y="19"/>
                      <a:pt x="8" y="1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2" name="Freeform 483">
                <a:extLst>
                  <a:ext uri="{FF2B5EF4-FFF2-40B4-BE49-F238E27FC236}">
                    <a16:creationId xmlns:a16="http://schemas.microsoft.com/office/drawing/2014/main" id="{49141990-CA67-4909-AB8B-5CF34EBA9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497"/>
                <a:ext cx="29" cy="92"/>
              </a:xfrm>
              <a:custGeom>
                <a:avLst/>
                <a:gdLst>
                  <a:gd name="T0" fmla="*/ 56 w 13"/>
                  <a:gd name="T1" fmla="*/ 0 h 40"/>
                  <a:gd name="T2" fmla="*/ 0 w 13"/>
                  <a:gd name="T3" fmla="*/ 488 h 40"/>
                  <a:gd name="T4" fmla="*/ 145 w 13"/>
                  <a:gd name="T5" fmla="*/ 338 h 40"/>
                  <a:gd name="T6" fmla="*/ 109 w 13"/>
                  <a:gd name="T7" fmla="*/ 12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0">
                    <a:moveTo>
                      <a:pt x="5" y="0"/>
                    </a:moveTo>
                    <a:cubicBezTo>
                      <a:pt x="1" y="13"/>
                      <a:pt x="4" y="27"/>
                      <a:pt x="0" y="40"/>
                    </a:cubicBezTo>
                    <a:cubicBezTo>
                      <a:pt x="5" y="37"/>
                      <a:pt x="7" y="30"/>
                      <a:pt x="13" y="28"/>
                    </a:cubicBezTo>
                    <a:cubicBezTo>
                      <a:pt x="8" y="20"/>
                      <a:pt x="10" y="10"/>
                      <a:pt x="10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3" name="Freeform 484">
                <a:extLst>
                  <a:ext uri="{FF2B5EF4-FFF2-40B4-BE49-F238E27FC236}">
                    <a16:creationId xmlns:a16="http://schemas.microsoft.com/office/drawing/2014/main" id="{EAB7271F-7401-4452-8716-58CBCADAE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633"/>
                <a:ext cx="37" cy="68"/>
              </a:xfrm>
              <a:custGeom>
                <a:avLst/>
                <a:gdLst>
                  <a:gd name="T0" fmla="*/ 124 w 17"/>
                  <a:gd name="T1" fmla="*/ 0 h 29"/>
                  <a:gd name="T2" fmla="*/ 0 w 17"/>
                  <a:gd name="T3" fmla="*/ 373 h 29"/>
                  <a:gd name="T4" fmla="*/ 176 w 17"/>
                  <a:gd name="T5" fmla="*/ 7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12" y="0"/>
                    </a:moveTo>
                    <a:cubicBezTo>
                      <a:pt x="13" y="11"/>
                      <a:pt x="3" y="20"/>
                      <a:pt x="0" y="29"/>
                    </a:cubicBezTo>
                    <a:cubicBezTo>
                      <a:pt x="7" y="21"/>
                      <a:pt x="12" y="15"/>
                      <a:pt x="17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4" name="Freeform 485">
                <a:extLst>
                  <a:ext uri="{FF2B5EF4-FFF2-40B4-BE49-F238E27FC236}">
                    <a16:creationId xmlns:a16="http://schemas.microsoft.com/office/drawing/2014/main" id="{663C4336-A9EC-4266-92DF-B0A1F2A1D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668"/>
                <a:ext cx="30" cy="67"/>
              </a:xfrm>
              <a:custGeom>
                <a:avLst/>
                <a:gdLst>
                  <a:gd name="T0" fmla="*/ 0 w 14"/>
                  <a:gd name="T1" fmla="*/ 187 h 29"/>
                  <a:gd name="T2" fmla="*/ 96 w 14"/>
                  <a:gd name="T3" fmla="*/ 358 h 29"/>
                  <a:gd name="T4" fmla="*/ 137 w 14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9">
                    <a:moveTo>
                      <a:pt x="0" y="15"/>
                    </a:moveTo>
                    <a:cubicBezTo>
                      <a:pt x="2" y="21"/>
                      <a:pt x="6" y="26"/>
                      <a:pt x="10" y="29"/>
                    </a:cubicBezTo>
                    <a:cubicBezTo>
                      <a:pt x="11" y="21"/>
                      <a:pt x="9" y="7"/>
                      <a:pt x="14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5" name="Freeform 486">
                <a:extLst>
                  <a:ext uri="{FF2B5EF4-FFF2-40B4-BE49-F238E27FC236}">
                    <a16:creationId xmlns:a16="http://schemas.microsoft.com/office/drawing/2014/main" id="{C11FEAB1-9B89-4389-8C56-EC34082C4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875"/>
                <a:ext cx="37" cy="32"/>
              </a:xfrm>
              <a:custGeom>
                <a:avLst/>
                <a:gdLst>
                  <a:gd name="T0" fmla="*/ 0 w 17"/>
                  <a:gd name="T1" fmla="*/ 167 h 14"/>
                  <a:gd name="T2" fmla="*/ 104 w 17"/>
                  <a:gd name="T3" fmla="*/ 0 h 14"/>
                  <a:gd name="T4" fmla="*/ 176 w 17"/>
                  <a:gd name="T5" fmla="*/ 16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0" y="14"/>
                    </a:moveTo>
                    <a:cubicBezTo>
                      <a:pt x="3" y="10"/>
                      <a:pt x="5" y="3"/>
                      <a:pt x="10" y="0"/>
                    </a:cubicBezTo>
                    <a:cubicBezTo>
                      <a:pt x="14" y="4"/>
                      <a:pt x="14" y="11"/>
                      <a:pt x="17" y="14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6" name="Freeform 487">
                <a:extLst>
                  <a:ext uri="{FF2B5EF4-FFF2-40B4-BE49-F238E27FC236}">
                    <a16:creationId xmlns:a16="http://schemas.microsoft.com/office/drawing/2014/main" id="{FA50086A-50A2-4B4E-B293-B66B58B84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269"/>
                <a:ext cx="19" cy="61"/>
              </a:xfrm>
              <a:custGeom>
                <a:avLst/>
                <a:gdLst>
                  <a:gd name="T0" fmla="*/ 36 w 9"/>
                  <a:gd name="T1" fmla="*/ 0 h 26"/>
                  <a:gd name="T2" fmla="*/ 8 w 9"/>
                  <a:gd name="T3" fmla="*/ 270 h 26"/>
                  <a:gd name="T4" fmla="*/ 84 w 9"/>
                  <a:gd name="T5" fmla="*/ 33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6">
                    <a:moveTo>
                      <a:pt x="4" y="0"/>
                    </a:moveTo>
                    <a:cubicBezTo>
                      <a:pt x="0" y="6"/>
                      <a:pt x="1" y="14"/>
                      <a:pt x="1" y="21"/>
                    </a:cubicBezTo>
                    <a:cubicBezTo>
                      <a:pt x="5" y="21"/>
                      <a:pt x="7" y="23"/>
                      <a:pt x="9" y="26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7" name="Freeform 488">
                <a:extLst>
                  <a:ext uri="{FF2B5EF4-FFF2-40B4-BE49-F238E27FC236}">
                    <a16:creationId xmlns:a16="http://schemas.microsoft.com/office/drawing/2014/main" id="{4DA28A1E-D5D1-4BAB-9507-4B9504FDF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225"/>
                <a:ext cx="39" cy="121"/>
              </a:xfrm>
              <a:custGeom>
                <a:avLst/>
                <a:gdLst>
                  <a:gd name="T0" fmla="*/ 0 w 18"/>
                  <a:gd name="T1" fmla="*/ 0 h 52"/>
                  <a:gd name="T2" fmla="*/ 104 w 18"/>
                  <a:gd name="T3" fmla="*/ 656 h 52"/>
                  <a:gd name="T4" fmla="*/ 20 w 18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2">
                    <a:moveTo>
                      <a:pt x="0" y="0"/>
                    </a:moveTo>
                    <a:cubicBezTo>
                      <a:pt x="0" y="19"/>
                      <a:pt x="7" y="35"/>
                      <a:pt x="10" y="52"/>
                    </a:cubicBezTo>
                    <a:cubicBezTo>
                      <a:pt x="18" y="41"/>
                      <a:pt x="3" y="13"/>
                      <a:pt x="2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8" name="Freeform 489">
                <a:extLst>
                  <a:ext uri="{FF2B5EF4-FFF2-40B4-BE49-F238E27FC236}">
                    <a16:creationId xmlns:a16="http://schemas.microsoft.com/office/drawing/2014/main" id="{A2395750-73CC-4164-9D7A-711906D01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121"/>
                <a:ext cx="37" cy="79"/>
              </a:xfrm>
              <a:custGeom>
                <a:avLst/>
                <a:gdLst>
                  <a:gd name="T0" fmla="*/ 0 w 17"/>
                  <a:gd name="T1" fmla="*/ 123 h 34"/>
                  <a:gd name="T2" fmla="*/ 165 w 17"/>
                  <a:gd name="T3" fmla="*/ 428 h 34"/>
                  <a:gd name="T4" fmla="*/ 176 w 17"/>
                  <a:gd name="T5" fmla="*/ 0 h 34"/>
                  <a:gd name="T6" fmla="*/ 33 w 17"/>
                  <a:gd name="T7" fmla="*/ 16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0" y="10"/>
                    </a:moveTo>
                    <a:cubicBezTo>
                      <a:pt x="6" y="18"/>
                      <a:pt x="5" y="31"/>
                      <a:pt x="16" y="34"/>
                    </a:cubicBezTo>
                    <a:cubicBezTo>
                      <a:pt x="11" y="22"/>
                      <a:pt x="16" y="12"/>
                      <a:pt x="17" y="0"/>
                    </a:cubicBezTo>
                    <a:cubicBezTo>
                      <a:pt x="12" y="2"/>
                      <a:pt x="11" y="20"/>
                      <a:pt x="3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9" name="Freeform 490">
                <a:extLst>
                  <a:ext uri="{FF2B5EF4-FFF2-40B4-BE49-F238E27FC236}">
                    <a16:creationId xmlns:a16="http://schemas.microsoft.com/office/drawing/2014/main" id="{6A6DB1CE-41F9-4E0F-BD0D-3B717655A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914"/>
                <a:ext cx="21" cy="28"/>
              </a:xfrm>
              <a:custGeom>
                <a:avLst/>
                <a:gdLst>
                  <a:gd name="T0" fmla="*/ 0 w 10"/>
                  <a:gd name="T1" fmla="*/ 37 h 12"/>
                  <a:gd name="T2" fmla="*/ 67 w 10"/>
                  <a:gd name="T3" fmla="*/ 152 h 12"/>
                  <a:gd name="T4" fmla="*/ 84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3"/>
                    </a:moveTo>
                    <a:cubicBezTo>
                      <a:pt x="2" y="6"/>
                      <a:pt x="5" y="9"/>
                      <a:pt x="7" y="12"/>
                    </a:cubicBezTo>
                    <a:cubicBezTo>
                      <a:pt x="10" y="8"/>
                      <a:pt x="8" y="4"/>
                      <a:pt x="9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0" name="Freeform 491">
                <a:extLst>
                  <a:ext uri="{FF2B5EF4-FFF2-40B4-BE49-F238E27FC236}">
                    <a16:creationId xmlns:a16="http://schemas.microsoft.com/office/drawing/2014/main" id="{FA85ACB7-0BAA-44CA-A878-2792CF7D3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568"/>
                <a:ext cx="37" cy="214"/>
              </a:xfrm>
              <a:custGeom>
                <a:avLst/>
                <a:gdLst>
                  <a:gd name="T0" fmla="*/ 20 w 17"/>
                  <a:gd name="T1" fmla="*/ 0 h 92"/>
                  <a:gd name="T2" fmla="*/ 20 w 17"/>
                  <a:gd name="T3" fmla="*/ 542 h 92"/>
                  <a:gd name="T4" fmla="*/ 157 w 17"/>
                  <a:gd name="T5" fmla="*/ 1158 h 92"/>
                  <a:gd name="T6" fmla="*/ 176 w 17"/>
                  <a:gd name="T7" fmla="*/ 882 h 92"/>
                  <a:gd name="T8" fmla="*/ 133 w 17"/>
                  <a:gd name="T9" fmla="*/ 730 h 92"/>
                  <a:gd name="T10" fmla="*/ 44 w 17"/>
                  <a:gd name="T11" fmla="*/ 216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2">
                    <a:moveTo>
                      <a:pt x="2" y="0"/>
                    </a:moveTo>
                    <a:cubicBezTo>
                      <a:pt x="0" y="14"/>
                      <a:pt x="0" y="30"/>
                      <a:pt x="2" y="43"/>
                    </a:cubicBezTo>
                    <a:cubicBezTo>
                      <a:pt x="5" y="58"/>
                      <a:pt x="7" y="80"/>
                      <a:pt x="15" y="92"/>
                    </a:cubicBezTo>
                    <a:cubicBezTo>
                      <a:pt x="15" y="85"/>
                      <a:pt x="17" y="76"/>
                      <a:pt x="17" y="70"/>
                    </a:cubicBezTo>
                    <a:cubicBezTo>
                      <a:pt x="17" y="63"/>
                      <a:pt x="15" y="63"/>
                      <a:pt x="13" y="58"/>
                    </a:cubicBezTo>
                    <a:cubicBezTo>
                      <a:pt x="8" y="45"/>
                      <a:pt x="4" y="32"/>
                      <a:pt x="4" y="1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1" name="Freeform 492">
                <a:extLst>
                  <a:ext uri="{FF2B5EF4-FFF2-40B4-BE49-F238E27FC236}">
                    <a16:creationId xmlns:a16="http://schemas.microsoft.com/office/drawing/2014/main" id="{EFFB22C0-6754-4998-B6B3-685FBEF1E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480"/>
                <a:ext cx="22" cy="65"/>
              </a:xfrm>
              <a:custGeom>
                <a:avLst/>
                <a:gdLst>
                  <a:gd name="T0" fmla="*/ 0 w 10"/>
                  <a:gd name="T1" fmla="*/ 0 h 28"/>
                  <a:gd name="T2" fmla="*/ 44 w 10"/>
                  <a:gd name="T3" fmla="*/ 351 h 28"/>
                  <a:gd name="T4" fmla="*/ 106 w 10"/>
                  <a:gd name="T5" fmla="*/ 8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0" y="0"/>
                    </a:moveTo>
                    <a:cubicBezTo>
                      <a:pt x="1" y="9"/>
                      <a:pt x="2" y="19"/>
                      <a:pt x="4" y="28"/>
                    </a:cubicBezTo>
                    <a:cubicBezTo>
                      <a:pt x="6" y="21"/>
                      <a:pt x="7" y="12"/>
                      <a:pt x="10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2" name="Freeform 493">
                <a:extLst>
                  <a:ext uri="{FF2B5EF4-FFF2-40B4-BE49-F238E27FC236}">
                    <a16:creationId xmlns:a16="http://schemas.microsoft.com/office/drawing/2014/main" id="{B857235F-7702-460C-B4BB-9912A9131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947"/>
                <a:ext cx="39" cy="213"/>
              </a:xfrm>
              <a:custGeom>
                <a:avLst/>
                <a:gdLst>
                  <a:gd name="T0" fmla="*/ 52 w 18"/>
                  <a:gd name="T1" fmla="*/ 0 h 92"/>
                  <a:gd name="T2" fmla="*/ 20 w 18"/>
                  <a:gd name="T3" fmla="*/ 461 h 92"/>
                  <a:gd name="T4" fmla="*/ 104 w 18"/>
                  <a:gd name="T5" fmla="*/ 880 h 92"/>
                  <a:gd name="T6" fmla="*/ 165 w 18"/>
                  <a:gd name="T7" fmla="*/ 1141 h 92"/>
                  <a:gd name="T8" fmla="*/ 156 w 18"/>
                  <a:gd name="T9" fmla="*/ 595 h 92"/>
                  <a:gd name="T10" fmla="*/ 61 w 18"/>
                  <a:gd name="T11" fmla="*/ 37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92">
                    <a:moveTo>
                      <a:pt x="5" y="0"/>
                    </a:moveTo>
                    <a:cubicBezTo>
                      <a:pt x="2" y="12"/>
                      <a:pt x="0" y="26"/>
                      <a:pt x="2" y="37"/>
                    </a:cubicBezTo>
                    <a:cubicBezTo>
                      <a:pt x="4" y="49"/>
                      <a:pt x="8" y="60"/>
                      <a:pt x="10" y="71"/>
                    </a:cubicBezTo>
                    <a:cubicBezTo>
                      <a:pt x="11" y="77"/>
                      <a:pt x="12" y="88"/>
                      <a:pt x="16" y="92"/>
                    </a:cubicBezTo>
                    <a:cubicBezTo>
                      <a:pt x="16" y="78"/>
                      <a:pt x="18" y="63"/>
                      <a:pt x="15" y="48"/>
                    </a:cubicBezTo>
                    <a:cubicBezTo>
                      <a:pt x="13" y="33"/>
                      <a:pt x="8" y="18"/>
                      <a:pt x="6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3" name="Freeform 494">
                <a:extLst>
                  <a:ext uri="{FF2B5EF4-FFF2-40B4-BE49-F238E27FC236}">
                    <a16:creationId xmlns:a16="http://schemas.microsoft.com/office/drawing/2014/main" id="{94365955-26D4-4113-9B45-CDE7B7854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40"/>
                <a:ext cx="17" cy="53"/>
              </a:xfrm>
              <a:custGeom>
                <a:avLst/>
                <a:gdLst>
                  <a:gd name="T0" fmla="*/ 9 w 8"/>
                  <a:gd name="T1" fmla="*/ 85 h 23"/>
                  <a:gd name="T2" fmla="*/ 19 w 8"/>
                  <a:gd name="T3" fmla="*/ 281 h 23"/>
                  <a:gd name="T4" fmla="*/ 77 w 8"/>
                  <a:gd name="T5" fmla="*/ 37 h 23"/>
                  <a:gd name="T6" fmla="*/ 28 w 8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3">
                    <a:moveTo>
                      <a:pt x="1" y="7"/>
                    </a:moveTo>
                    <a:cubicBezTo>
                      <a:pt x="1" y="12"/>
                      <a:pt x="0" y="18"/>
                      <a:pt x="2" y="23"/>
                    </a:cubicBezTo>
                    <a:cubicBezTo>
                      <a:pt x="5" y="19"/>
                      <a:pt x="6" y="9"/>
                      <a:pt x="8" y="3"/>
                    </a:cubicBezTo>
                    <a:cubicBezTo>
                      <a:pt x="6" y="3"/>
                      <a:pt x="5" y="0"/>
                      <a:pt x="3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4" name="Freeform 495">
                <a:extLst>
                  <a:ext uri="{FF2B5EF4-FFF2-40B4-BE49-F238E27FC236}">
                    <a16:creationId xmlns:a16="http://schemas.microsoft.com/office/drawing/2014/main" id="{FEB02DAA-9E6A-4A9A-BBF0-732CEA141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585"/>
                <a:ext cx="28" cy="44"/>
              </a:xfrm>
              <a:custGeom>
                <a:avLst/>
                <a:gdLst>
                  <a:gd name="T0" fmla="*/ 0 w 13"/>
                  <a:gd name="T1" fmla="*/ 12 h 19"/>
                  <a:gd name="T2" fmla="*/ 41 w 13"/>
                  <a:gd name="T3" fmla="*/ 236 h 19"/>
                  <a:gd name="T4" fmla="*/ 80 w 13"/>
                  <a:gd name="T5" fmla="*/ 134 h 19"/>
                  <a:gd name="T6" fmla="*/ 129 w 13"/>
                  <a:gd name="T7" fmla="*/ 28 h 19"/>
                  <a:gd name="T8" fmla="*/ 69 w 13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0" y="1"/>
                    </a:moveTo>
                    <a:cubicBezTo>
                      <a:pt x="0" y="7"/>
                      <a:pt x="1" y="15"/>
                      <a:pt x="4" y="19"/>
                    </a:cubicBezTo>
                    <a:cubicBezTo>
                      <a:pt x="7" y="18"/>
                      <a:pt x="7" y="14"/>
                      <a:pt x="8" y="11"/>
                    </a:cubicBezTo>
                    <a:cubicBezTo>
                      <a:pt x="9" y="8"/>
                      <a:pt x="11" y="5"/>
                      <a:pt x="13" y="2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5" name="Freeform 496">
                <a:extLst>
                  <a:ext uri="{FF2B5EF4-FFF2-40B4-BE49-F238E27FC236}">
                    <a16:creationId xmlns:a16="http://schemas.microsoft.com/office/drawing/2014/main" id="{DBE78690-1949-44A3-A624-C3DB01B5B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545"/>
                <a:ext cx="28" cy="42"/>
              </a:xfrm>
              <a:custGeom>
                <a:avLst/>
                <a:gdLst>
                  <a:gd name="T0" fmla="*/ 0 w 13"/>
                  <a:gd name="T1" fmla="*/ 65 h 18"/>
                  <a:gd name="T2" fmla="*/ 69 w 13"/>
                  <a:gd name="T3" fmla="*/ 142 h 18"/>
                  <a:gd name="T4" fmla="*/ 121 w 13"/>
                  <a:gd name="T5" fmla="*/ 229 h 18"/>
                  <a:gd name="T6" fmla="*/ 101 w 13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5"/>
                    </a:moveTo>
                    <a:cubicBezTo>
                      <a:pt x="2" y="7"/>
                      <a:pt x="5" y="8"/>
                      <a:pt x="7" y="11"/>
                    </a:cubicBezTo>
                    <a:cubicBezTo>
                      <a:pt x="9" y="13"/>
                      <a:pt x="9" y="17"/>
                      <a:pt x="12" y="18"/>
                    </a:cubicBezTo>
                    <a:cubicBezTo>
                      <a:pt x="13" y="14"/>
                      <a:pt x="8" y="1"/>
                      <a:pt x="1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6" name="Freeform 497">
                <a:extLst>
                  <a:ext uri="{FF2B5EF4-FFF2-40B4-BE49-F238E27FC236}">
                    <a16:creationId xmlns:a16="http://schemas.microsoft.com/office/drawing/2014/main" id="{AB6F7295-A1B0-4D6B-AA26-ACA85DC1C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420"/>
                <a:ext cx="8" cy="28"/>
              </a:xfrm>
              <a:custGeom>
                <a:avLst/>
                <a:gdLst>
                  <a:gd name="T0" fmla="*/ 0 w 4"/>
                  <a:gd name="T1" fmla="*/ 12 h 12"/>
                  <a:gd name="T2" fmla="*/ 8 w 4"/>
                  <a:gd name="T3" fmla="*/ 152 h 12"/>
                  <a:gd name="T4" fmla="*/ 32 w 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0" y="1"/>
                    </a:moveTo>
                    <a:cubicBezTo>
                      <a:pt x="0" y="5"/>
                      <a:pt x="0" y="9"/>
                      <a:pt x="1" y="12"/>
                    </a:cubicBezTo>
                    <a:cubicBezTo>
                      <a:pt x="4" y="9"/>
                      <a:pt x="3" y="4"/>
                      <a:pt x="4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7" name="Freeform 498">
                <a:extLst>
                  <a:ext uri="{FF2B5EF4-FFF2-40B4-BE49-F238E27FC236}">
                    <a16:creationId xmlns:a16="http://schemas.microsoft.com/office/drawing/2014/main" id="{DC3FABC5-8806-4498-B0DC-222ACB783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337"/>
                <a:ext cx="41" cy="37"/>
              </a:xfrm>
              <a:custGeom>
                <a:avLst/>
                <a:gdLst>
                  <a:gd name="T0" fmla="*/ 121 w 19"/>
                  <a:gd name="T1" fmla="*/ 12 h 16"/>
                  <a:gd name="T2" fmla="*/ 0 w 19"/>
                  <a:gd name="T3" fmla="*/ 74 h 16"/>
                  <a:gd name="T4" fmla="*/ 101 w 19"/>
                  <a:gd name="T5" fmla="*/ 102 h 16"/>
                  <a:gd name="T6" fmla="*/ 173 w 19"/>
                  <a:gd name="T7" fmla="*/ 199 h 16"/>
                  <a:gd name="T8" fmla="*/ 149 w 1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2" y="1"/>
                    </a:moveTo>
                    <a:cubicBezTo>
                      <a:pt x="8" y="0"/>
                      <a:pt x="2" y="3"/>
                      <a:pt x="0" y="6"/>
                    </a:cubicBezTo>
                    <a:cubicBezTo>
                      <a:pt x="4" y="6"/>
                      <a:pt x="7" y="6"/>
                      <a:pt x="10" y="8"/>
                    </a:cubicBezTo>
                    <a:cubicBezTo>
                      <a:pt x="13" y="10"/>
                      <a:pt x="13" y="14"/>
                      <a:pt x="17" y="16"/>
                    </a:cubicBezTo>
                    <a:cubicBezTo>
                      <a:pt x="19" y="11"/>
                      <a:pt x="17" y="5"/>
                      <a:pt x="15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8" name="Freeform 499">
                <a:extLst>
                  <a:ext uri="{FF2B5EF4-FFF2-40B4-BE49-F238E27FC236}">
                    <a16:creationId xmlns:a16="http://schemas.microsoft.com/office/drawing/2014/main" id="{C74C1620-6FEE-4A50-88FC-2795C1252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1854"/>
                <a:ext cx="35" cy="41"/>
              </a:xfrm>
              <a:custGeom>
                <a:avLst/>
                <a:gdLst>
                  <a:gd name="T0" fmla="*/ 33 w 16"/>
                  <a:gd name="T1" fmla="*/ 73 h 18"/>
                  <a:gd name="T2" fmla="*/ 9 w 16"/>
                  <a:gd name="T3" fmla="*/ 203 h 18"/>
                  <a:gd name="T4" fmla="*/ 116 w 16"/>
                  <a:gd name="T5" fmla="*/ 203 h 18"/>
                  <a:gd name="T6" fmla="*/ 158 w 16"/>
                  <a:gd name="T7" fmla="*/ 0 h 18"/>
                  <a:gd name="T8" fmla="*/ 125 w 16"/>
                  <a:gd name="T9" fmla="*/ 1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3" y="6"/>
                    </a:moveTo>
                    <a:cubicBezTo>
                      <a:pt x="1" y="9"/>
                      <a:pt x="0" y="14"/>
                      <a:pt x="1" y="17"/>
                    </a:cubicBezTo>
                    <a:cubicBezTo>
                      <a:pt x="4" y="16"/>
                      <a:pt x="8" y="18"/>
                      <a:pt x="11" y="17"/>
                    </a:cubicBezTo>
                    <a:cubicBezTo>
                      <a:pt x="12" y="12"/>
                      <a:pt x="16" y="6"/>
                      <a:pt x="15" y="0"/>
                    </a:cubicBezTo>
                    <a:cubicBezTo>
                      <a:pt x="14" y="1"/>
                      <a:pt x="13" y="1"/>
                      <a:pt x="12" y="1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9" name="Freeform 500">
                <a:extLst>
                  <a:ext uri="{FF2B5EF4-FFF2-40B4-BE49-F238E27FC236}">
                    <a16:creationId xmlns:a16="http://schemas.microsoft.com/office/drawing/2014/main" id="{91286668-3D69-48C2-A83F-E7A1E6DD5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188"/>
                <a:ext cx="35" cy="35"/>
              </a:xfrm>
              <a:custGeom>
                <a:avLst/>
                <a:gdLst>
                  <a:gd name="T0" fmla="*/ 0 w 16"/>
                  <a:gd name="T1" fmla="*/ 28 h 15"/>
                  <a:gd name="T2" fmla="*/ 20 w 16"/>
                  <a:gd name="T3" fmla="*/ 191 h 15"/>
                  <a:gd name="T4" fmla="*/ 149 w 16"/>
                  <a:gd name="T5" fmla="*/ 142 h 15"/>
                  <a:gd name="T6" fmla="*/ 168 w 1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0" y="6"/>
                      <a:pt x="1" y="11"/>
                      <a:pt x="2" y="15"/>
                    </a:cubicBezTo>
                    <a:cubicBezTo>
                      <a:pt x="4" y="12"/>
                      <a:pt x="10" y="11"/>
                      <a:pt x="14" y="11"/>
                    </a:cubicBezTo>
                    <a:cubicBezTo>
                      <a:pt x="14" y="7"/>
                      <a:pt x="15" y="4"/>
                      <a:pt x="16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0" name="Freeform 501">
                <a:extLst>
                  <a:ext uri="{FF2B5EF4-FFF2-40B4-BE49-F238E27FC236}">
                    <a16:creationId xmlns:a16="http://schemas.microsoft.com/office/drawing/2014/main" id="{A4886296-A29A-4BE6-81AA-EAE763366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042"/>
                <a:ext cx="27" cy="53"/>
              </a:xfrm>
              <a:custGeom>
                <a:avLst/>
                <a:gdLst>
                  <a:gd name="T0" fmla="*/ 25 w 12"/>
                  <a:gd name="T1" fmla="*/ 28 h 23"/>
                  <a:gd name="T2" fmla="*/ 45 w 12"/>
                  <a:gd name="T3" fmla="*/ 281 h 23"/>
                  <a:gd name="T4" fmla="*/ 81 w 12"/>
                  <a:gd name="T5" fmla="*/ 159 h 23"/>
                  <a:gd name="T6" fmla="*/ 137 w 12"/>
                  <a:gd name="T7" fmla="*/ 0 h 23"/>
                  <a:gd name="T8" fmla="*/ 36 w 12"/>
                  <a:gd name="T9" fmla="*/ 1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3">
                    <a:moveTo>
                      <a:pt x="2" y="2"/>
                    </a:moveTo>
                    <a:cubicBezTo>
                      <a:pt x="0" y="7"/>
                      <a:pt x="3" y="18"/>
                      <a:pt x="4" y="23"/>
                    </a:cubicBezTo>
                    <a:cubicBezTo>
                      <a:pt x="8" y="20"/>
                      <a:pt x="7" y="17"/>
                      <a:pt x="7" y="13"/>
                    </a:cubicBezTo>
                    <a:cubicBezTo>
                      <a:pt x="8" y="9"/>
                      <a:pt x="11" y="4"/>
                      <a:pt x="12" y="0"/>
                    </a:cubicBezTo>
                    <a:cubicBezTo>
                      <a:pt x="9" y="1"/>
                      <a:pt x="6" y="0"/>
                      <a:pt x="3" y="1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1" name="Freeform 502">
                <a:extLst>
                  <a:ext uri="{FF2B5EF4-FFF2-40B4-BE49-F238E27FC236}">
                    <a16:creationId xmlns:a16="http://schemas.microsoft.com/office/drawing/2014/main" id="{300A3CB2-F1BB-4DEE-9C58-749B53625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561"/>
                <a:ext cx="22" cy="63"/>
              </a:xfrm>
              <a:custGeom>
                <a:avLst/>
                <a:gdLst>
                  <a:gd name="T0" fmla="*/ 9 w 10"/>
                  <a:gd name="T1" fmla="*/ 0 h 27"/>
                  <a:gd name="T2" fmla="*/ 20 w 10"/>
                  <a:gd name="T3" fmla="*/ 343 h 27"/>
                  <a:gd name="T4" fmla="*/ 0 w 10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7">
                    <a:moveTo>
                      <a:pt x="1" y="0"/>
                    </a:moveTo>
                    <a:cubicBezTo>
                      <a:pt x="1" y="9"/>
                      <a:pt x="2" y="18"/>
                      <a:pt x="2" y="27"/>
                    </a:cubicBezTo>
                    <a:cubicBezTo>
                      <a:pt x="10" y="17"/>
                      <a:pt x="8" y="9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2" name="Freeform 503">
                <a:extLst>
                  <a:ext uri="{FF2B5EF4-FFF2-40B4-BE49-F238E27FC236}">
                    <a16:creationId xmlns:a16="http://schemas.microsoft.com/office/drawing/2014/main" id="{C8F337DC-D0D4-4F6E-9993-95DFF7EFD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898"/>
                <a:ext cx="8" cy="9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45 h 4"/>
                  <a:gd name="T4" fmla="*/ 32 w 4"/>
                  <a:gd name="T5" fmla="*/ 36 h 4"/>
                  <a:gd name="T6" fmla="*/ 24 w 4"/>
                  <a:gd name="T7" fmla="*/ 1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4"/>
                      <a:pt x="3" y="4"/>
                      <a:pt x="4" y="3"/>
                    </a:cubicBezTo>
                    <a:cubicBezTo>
                      <a:pt x="3" y="3"/>
                      <a:pt x="3" y="2"/>
                      <a:pt x="3" y="1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3" name="Freeform 504">
                <a:extLst>
                  <a:ext uri="{FF2B5EF4-FFF2-40B4-BE49-F238E27FC236}">
                    <a16:creationId xmlns:a16="http://schemas.microsoft.com/office/drawing/2014/main" id="{D95A50D5-4FDE-47BE-BCD2-19F3E0845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724"/>
                <a:ext cx="52" cy="148"/>
              </a:xfrm>
              <a:custGeom>
                <a:avLst/>
                <a:gdLst>
                  <a:gd name="T0" fmla="*/ 0 w 24"/>
                  <a:gd name="T1" fmla="*/ 102 h 64"/>
                  <a:gd name="T2" fmla="*/ 184 w 24"/>
                  <a:gd name="T3" fmla="*/ 74 h 64"/>
                  <a:gd name="T4" fmla="*/ 234 w 24"/>
                  <a:gd name="T5" fmla="*/ 530 h 64"/>
                  <a:gd name="T6" fmla="*/ 141 w 24"/>
                  <a:gd name="T7" fmla="*/ 705 h 64"/>
                  <a:gd name="T8" fmla="*/ 52 w 24"/>
                  <a:gd name="T9" fmla="*/ 123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64">
                    <a:moveTo>
                      <a:pt x="0" y="8"/>
                    </a:moveTo>
                    <a:cubicBezTo>
                      <a:pt x="6" y="7"/>
                      <a:pt x="13" y="0"/>
                      <a:pt x="18" y="6"/>
                    </a:cubicBezTo>
                    <a:cubicBezTo>
                      <a:pt x="24" y="14"/>
                      <a:pt x="23" y="33"/>
                      <a:pt x="23" y="43"/>
                    </a:cubicBezTo>
                    <a:cubicBezTo>
                      <a:pt x="22" y="49"/>
                      <a:pt x="22" y="64"/>
                      <a:pt x="14" y="57"/>
                    </a:cubicBezTo>
                    <a:cubicBezTo>
                      <a:pt x="2" y="45"/>
                      <a:pt x="8" y="25"/>
                      <a:pt x="5" y="10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4" name="Freeform 505">
                <a:extLst>
                  <a:ext uri="{FF2B5EF4-FFF2-40B4-BE49-F238E27FC236}">
                    <a16:creationId xmlns:a16="http://schemas.microsoft.com/office/drawing/2014/main" id="{CA6CAB9C-8CF6-4596-9632-DBE137DAD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596"/>
                <a:ext cx="59" cy="158"/>
              </a:xfrm>
              <a:custGeom>
                <a:avLst/>
                <a:gdLst>
                  <a:gd name="T0" fmla="*/ 186 w 27"/>
                  <a:gd name="T1" fmla="*/ 0 h 68"/>
                  <a:gd name="T2" fmla="*/ 52 w 27"/>
                  <a:gd name="T3" fmla="*/ 114 h 68"/>
                  <a:gd name="T4" fmla="*/ 9 w 27"/>
                  <a:gd name="T5" fmla="*/ 388 h 68"/>
                  <a:gd name="T6" fmla="*/ 52 w 27"/>
                  <a:gd name="T7" fmla="*/ 690 h 68"/>
                  <a:gd name="T8" fmla="*/ 125 w 27"/>
                  <a:gd name="T9" fmla="*/ 841 h 68"/>
                  <a:gd name="T10" fmla="*/ 249 w 27"/>
                  <a:gd name="T11" fmla="*/ 674 h 68"/>
                  <a:gd name="T12" fmla="*/ 249 w 27"/>
                  <a:gd name="T13" fmla="*/ 428 h 68"/>
                  <a:gd name="T14" fmla="*/ 210 w 27"/>
                  <a:gd name="T15" fmla="*/ 139 h 68"/>
                  <a:gd name="T16" fmla="*/ 210 w 27"/>
                  <a:gd name="T17" fmla="*/ 12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68">
                    <a:moveTo>
                      <a:pt x="18" y="0"/>
                    </a:moveTo>
                    <a:cubicBezTo>
                      <a:pt x="14" y="4"/>
                      <a:pt x="8" y="5"/>
                      <a:pt x="5" y="9"/>
                    </a:cubicBezTo>
                    <a:cubicBezTo>
                      <a:pt x="0" y="15"/>
                      <a:pt x="1" y="24"/>
                      <a:pt x="1" y="31"/>
                    </a:cubicBezTo>
                    <a:cubicBezTo>
                      <a:pt x="0" y="41"/>
                      <a:pt x="2" y="46"/>
                      <a:pt x="5" y="55"/>
                    </a:cubicBezTo>
                    <a:cubicBezTo>
                      <a:pt x="6" y="59"/>
                      <a:pt x="6" y="67"/>
                      <a:pt x="12" y="67"/>
                    </a:cubicBezTo>
                    <a:cubicBezTo>
                      <a:pt x="18" y="68"/>
                      <a:pt x="22" y="59"/>
                      <a:pt x="24" y="54"/>
                    </a:cubicBezTo>
                    <a:cubicBezTo>
                      <a:pt x="27" y="47"/>
                      <a:pt x="26" y="41"/>
                      <a:pt x="24" y="34"/>
                    </a:cubicBezTo>
                    <a:cubicBezTo>
                      <a:pt x="22" y="26"/>
                      <a:pt x="21" y="19"/>
                      <a:pt x="20" y="11"/>
                    </a:cubicBezTo>
                    <a:cubicBezTo>
                      <a:pt x="20" y="8"/>
                      <a:pt x="18" y="4"/>
                      <a:pt x="20" y="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5" name="Freeform 506">
                <a:extLst>
                  <a:ext uri="{FF2B5EF4-FFF2-40B4-BE49-F238E27FC236}">
                    <a16:creationId xmlns:a16="http://schemas.microsoft.com/office/drawing/2014/main" id="{FF57F7E0-C2B2-42A0-A43E-2479F72A4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608"/>
                <a:ext cx="45" cy="116"/>
              </a:xfrm>
              <a:custGeom>
                <a:avLst/>
                <a:gdLst>
                  <a:gd name="T0" fmla="*/ 120 w 21"/>
                  <a:gd name="T1" fmla="*/ 12 h 50"/>
                  <a:gd name="T2" fmla="*/ 0 w 21"/>
                  <a:gd name="T3" fmla="*/ 114 h 50"/>
                  <a:gd name="T4" fmla="*/ 19 w 21"/>
                  <a:gd name="T5" fmla="*/ 387 h 50"/>
                  <a:gd name="T6" fmla="*/ 60 w 21"/>
                  <a:gd name="T7" fmla="*/ 559 h 50"/>
                  <a:gd name="T8" fmla="*/ 189 w 21"/>
                  <a:gd name="T9" fmla="*/ 452 h 50"/>
                  <a:gd name="T10" fmla="*/ 165 w 21"/>
                  <a:gd name="T11" fmla="*/ 188 h 50"/>
                  <a:gd name="T12" fmla="*/ 165 w 21"/>
                  <a:gd name="T13" fmla="*/ 49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50">
                    <a:moveTo>
                      <a:pt x="12" y="1"/>
                    </a:moveTo>
                    <a:cubicBezTo>
                      <a:pt x="4" y="2"/>
                      <a:pt x="1" y="0"/>
                      <a:pt x="0" y="9"/>
                    </a:cubicBezTo>
                    <a:cubicBezTo>
                      <a:pt x="0" y="16"/>
                      <a:pt x="1" y="24"/>
                      <a:pt x="2" y="31"/>
                    </a:cubicBezTo>
                    <a:cubicBezTo>
                      <a:pt x="3" y="33"/>
                      <a:pt x="4" y="43"/>
                      <a:pt x="6" y="45"/>
                    </a:cubicBezTo>
                    <a:cubicBezTo>
                      <a:pt x="11" y="50"/>
                      <a:pt x="18" y="41"/>
                      <a:pt x="19" y="36"/>
                    </a:cubicBezTo>
                    <a:cubicBezTo>
                      <a:pt x="21" y="30"/>
                      <a:pt x="19" y="21"/>
                      <a:pt x="17" y="15"/>
                    </a:cubicBezTo>
                    <a:cubicBezTo>
                      <a:pt x="17" y="12"/>
                      <a:pt x="15" y="8"/>
                      <a:pt x="17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6" name="Freeform 507">
                <a:extLst>
                  <a:ext uri="{FF2B5EF4-FFF2-40B4-BE49-F238E27FC236}">
                    <a16:creationId xmlns:a16="http://schemas.microsoft.com/office/drawing/2014/main" id="{A445EAF5-DA89-43BE-B3FF-B01352560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752"/>
                <a:ext cx="63" cy="92"/>
              </a:xfrm>
              <a:custGeom>
                <a:avLst/>
                <a:gdLst>
                  <a:gd name="T0" fmla="*/ 185 w 29"/>
                  <a:gd name="T1" fmla="*/ 12 h 40"/>
                  <a:gd name="T2" fmla="*/ 52 w 29"/>
                  <a:gd name="T3" fmla="*/ 74 h 40"/>
                  <a:gd name="T4" fmla="*/ 33 w 29"/>
                  <a:gd name="T5" fmla="*/ 207 h 40"/>
                  <a:gd name="T6" fmla="*/ 0 w 29"/>
                  <a:gd name="T7" fmla="*/ 366 h 40"/>
                  <a:gd name="T8" fmla="*/ 52 w 29"/>
                  <a:gd name="T9" fmla="*/ 460 h 40"/>
                  <a:gd name="T10" fmla="*/ 226 w 29"/>
                  <a:gd name="T11" fmla="*/ 428 h 40"/>
                  <a:gd name="T12" fmla="*/ 217 w 29"/>
                  <a:gd name="T13" fmla="*/ 74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0">
                    <a:moveTo>
                      <a:pt x="18" y="1"/>
                    </a:moveTo>
                    <a:cubicBezTo>
                      <a:pt x="14" y="0"/>
                      <a:pt x="7" y="3"/>
                      <a:pt x="5" y="6"/>
                    </a:cubicBezTo>
                    <a:cubicBezTo>
                      <a:pt x="3" y="9"/>
                      <a:pt x="3" y="14"/>
                      <a:pt x="3" y="17"/>
                    </a:cubicBezTo>
                    <a:cubicBezTo>
                      <a:pt x="2" y="22"/>
                      <a:pt x="0" y="26"/>
                      <a:pt x="0" y="30"/>
                    </a:cubicBezTo>
                    <a:cubicBezTo>
                      <a:pt x="0" y="34"/>
                      <a:pt x="1" y="37"/>
                      <a:pt x="5" y="38"/>
                    </a:cubicBezTo>
                    <a:cubicBezTo>
                      <a:pt x="8" y="40"/>
                      <a:pt x="19" y="38"/>
                      <a:pt x="22" y="35"/>
                    </a:cubicBezTo>
                    <a:cubicBezTo>
                      <a:pt x="29" y="28"/>
                      <a:pt x="19" y="14"/>
                      <a:pt x="21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7" name="Freeform 508">
                <a:extLst>
                  <a:ext uri="{FF2B5EF4-FFF2-40B4-BE49-F238E27FC236}">
                    <a16:creationId xmlns:a16="http://schemas.microsoft.com/office/drawing/2014/main" id="{8A0460C3-0F18-4659-89A3-C620200D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789"/>
                <a:ext cx="46" cy="111"/>
              </a:xfrm>
              <a:custGeom>
                <a:avLst/>
                <a:gdLst>
                  <a:gd name="T0" fmla="*/ 134 w 21"/>
                  <a:gd name="T1" fmla="*/ 12 h 48"/>
                  <a:gd name="T2" fmla="*/ 53 w 21"/>
                  <a:gd name="T3" fmla="*/ 28 h 48"/>
                  <a:gd name="T4" fmla="*/ 33 w 21"/>
                  <a:gd name="T5" fmla="*/ 187 h 48"/>
                  <a:gd name="T6" fmla="*/ 85 w 21"/>
                  <a:gd name="T7" fmla="*/ 546 h 48"/>
                  <a:gd name="T8" fmla="*/ 221 w 21"/>
                  <a:gd name="T9" fmla="*/ 301 h 48"/>
                  <a:gd name="T10" fmla="*/ 177 w 21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8">
                    <a:moveTo>
                      <a:pt x="13" y="1"/>
                    </a:moveTo>
                    <a:cubicBezTo>
                      <a:pt x="10" y="3"/>
                      <a:pt x="8" y="0"/>
                      <a:pt x="5" y="2"/>
                    </a:cubicBezTo>
                    <a:cubicBezTo>
                      <a:pt x="2" y="3"/>
                      <a:pt x="3" y="13"/>
                      <a:pt x="3" y="15"/>
                    </a:cubicBezTo>
                    <a:cubicBezTo>
                      <a:pt x="4" y="22"/>
                      <a:pt x="0" y="41"/>
                      <a:pt x="8" y="44"/>
                    </a:cubicBezTo>
                    <a:cubicBezTo>
                      <a:pt x="21" y="48"/>
                      <a:pt x="21" y="32"/>
                      <a:pt x="21" y="24"/>
                    </a:cubicBezTo>
                    <a:cubicBezTo>
                      <a:pt x="21" y="15"/>
                      <a:pt x="18" y="8"/>
                      <a:pt x="17" y="0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8" name="Freeform 509">
                <a:extLst>
                  <a:ext uri="{FF2B5EF4-FFF2-40B4-BE49-F238E27FC236}">
                    <a16:creationId xmlns:a16="http://schemas.microsoft.com/office/drawing/2014/main" id="{7E670A80-AC93-4B2B-AA7E-42E15DD37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858"/>
                <a:ext cx="43" cy="54"/>
              </a:xfrm>
              <a:custGeom>
                <a:avLst/>
                <a:gdLst>
                  <a:gd name="T0" fmla="*/ 41 w 20"/>
                  <a:gd name="T1" fmla="*/ 270 h 23"/>
                  <a:gd name="T2" fmla="*/ 41 w 20"/>
                  <a:gd name="T3" fmla="*/ 66 h 23"/>
                  <a:gd name="T4" fmla="*/ 129 w 20"/>
                  <a:gd name="T5" fmla="*/ 38 h 23"/>
                  <a:gd name="T6" fmla="*/ 189 w 20"/>
                  <a:gd name="T7" fmla="*/ 106 h 23"/>
                  <a:gd name="T8" fmla="*/ 198 w 20"/>
                  <a:gd name="T9" fmla="*/ 29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4" y="21"/>
                    </a:moveTo>
                    <a:cubicBezTo>
                      <a:pt x="3" y="16"/>
                      <a:pt x="0" y="10"/>
                      <a:pt x="4" y="5"/>
                    </a:cubicBezTo>
                    <a:cubicBezTo>
                      <a:pt x="8" y="0"/>
                      <a:pt x="9" y="2"/>
                      <a:pt x="13" y="3"/>
                    </a:cubicBezTo>
                    <a:cubicBezTo>
                      <a:pt x="18" y="5"/>
                      <a:pt x="18" y="4"/>
                      <a:pt x="19" y="8"/>
                    </a:cubicBezTo>
                    <a:cubicBezTo>
                      <a:pt x="20" y="13"/>
                      <a:pt x="19" y="19"/>
                      <a:pt x="20" y="2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9" name="Freeform 510">
                <a:extLst>
                  <a:ext uri="{FF2B5EF4-FFF2-40B4-BE49-F238E27FC236}">
                    <a16:creationId xmlns:a16="http://schemas.microsoft.com/office/drawing/2014/main" id="{585DC679-9E75-48DC-B503-404DCFCF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573"/>
                <a:ext cx="70" cy="118"/>
              </a:xfrm>
              <a:custGeom>
                <a:avLst/>
                <a:gdLst>
                  <a:gd name="T0" fmla="*/ 133 w 32"/>
                  <a:gd name="T1" fmla="*/ 0 h 51"/>
                  <a:gd name="T2" fmla="*/ 116 w 32"/>
                  <a:gd name="T3" fmla="*/ 301 h 51"/>
                  <a:gd name="T4" fmla="*/ 201 w 32"/>
                  <a:gd name="T5" fmla="*/ 620 h 51"/>
                  <a:gd name="T6" fmla="*/ 315 w 32"/>
                  <a:gd name="T7" fmla="*/ 497 h 51"/>
                  <a:gd name="T8" fmla="*/ 326 w 32"/>
                  <a:gd name="T9" fmla="*/ 331 h 51"/>
                  <a:gd name="T10" fmla="*/ 201 w 32"/>
                  <a:gd name="T11" fmla="*/ 2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51">
                    <a:moveTo>
                      <a:pt x="13" y="0"/>
                    </a:moveTo>
                    <a:cubicBezTo>
                      <a:pt x="0" y="1"/>
                      <a:pt x="10" y="18"/>
                      <a:pt x="11" y="24"/>
                    </a:cubicBezTo>
                    <a:cubicBezTo>
                      <a:pt x="12" y="29"/>
                      <a:pt x="11" y="51"/>
                      <a:pt x="19" y="50"/>
                    </a:cubicBezTo>
                    <a:cubicBezTo>
                      <a:pt x="21" y="50"/>
                      <a:pt x="29" y="42"/>
                      <a:pt x="30" y="40"/>
                    </a:cubicBezTo>
                    <a:cubicBezTo>
                      <a:pt x="32" y="37"/>
                      <a:pt x="32" y="30"/>
                      <a:pt x="31" y="27"/>
                    </a:cubicBezTo>
                    <a:cubicBezTo>
                      <a:pt x="30" y="17"/>
                      <a:pt x="23" y="10"/>
                      <a:pt x="19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0" name="Freeform 511">
                <a:extLst>
                  <a:ext uri="{FF2B5EF4-FFF2-40B4-BE49-F238E27FC236}">
                    <a16:creationId xmlns:a16="http://schemas.microsoft.com/office/drawing/2014/main" id="{5EC8938F-62E3-4CDF-BBBD-97009EE37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388"/>
                <a:ext cx="63" cy="146"/>
              </a:xfrm>
              <a:custGeom>
                <a:avLst/>
                <a:gdLst>
                  <a:gd name="T0" fmla="*/ 185 w 29"/>
                  <a:gd name="T1" fmla="*/ 0 h 63"/>
                  <a:gd name="T2" fmla="*/ 43 w 29"/>
                  <a:gd name="T3" fmla="*/ 49 h 63"/>
                  <a:gd name="T4" fmla="*/ 52 w 29"/>
                  <a:gd name="T5" fmla="*/ 322 h 63"/>
                  <a:gd name="T6" fmla="*/ 72 w 29"/>
                  <a:gd name="T7" fmla="*/ 596 h 63"/>
                  <a:gd name="T8" fmla="*/ 156 w 29"/>
                  <a:gd name="T9" fmla="*/ 735 h 63"/>
                  <a:gd name="T10" fmla="*/ 278 w 29"/>
                  <a:gd name="T11" fmla="*/ 359 h 63"/>
                  <a:gd name="T12" fmla="*/ 193 w 29"/>
                  <a:gd name="T13" fmla="*/ 12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18" y="0"/>
                    </a:moveTo>
                    <a:cubicBezTo>
                      <a:pt x="14" y="3"/>
                      <a:pt x="8" y="0"/>
                      <a:pt x="4" y="4"/>
                    </a:cubicBezTo>
                    <a:cubicBezTo>
                      <a:pt x="0" y="9"/>
                      <a:pt x="4" y="20"/>
                      <a:pt x="5" y="26"/>
                    </a:cubicBezTo>
                    <a:cubicBezTo>
                      <a:pt x="6" y="34"/>
                      <a:pt x="5" y="41"/>
                      <a:pt x="7" y="48"/>
                    </a:cubicBezTo>
                    <a:cubicBezTo>
                      <a:pt x="8" y="51"/>
                      <a:pt x="11" y="58"/>
                      <a:pt x="15" y="59"/>
                    </a:cubicBezTo>
                    <a:cubicBezTo>
                      <a:pt x="29" y="63"/>
                      <a:pt x="27" y="36"/>
                      <a:pt x="27" y="29"/>
                    </a:cubicBezTo>
                    <a:cubicBezTo>
                      <a:pt x="27" y="24"/>
                      <a:pt x="25" y="4"/>
                      <a:pt x="19" y="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1" name="Freeform 512">
                <a:extLst>
                  <a:ext uri="{FF2B5EF4-FFF2-40B4-BE49-F238E27FC236}">
                    <a16:creationId xmlns:a16="http://schemas.microsoft.com/office/drawing/2014/main" id="{9BF92A00-C2DD-4A0B-B16A-A9EE07D4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376"/>
                <a:ext cx="65" cy="183"/>
              </a:xfrm>
              <a:custGeom>
                <a:avLst/>
                <a:gdLst>
                  <a:gd name="T0" fmla="*/ 0 w 30"/>
                  <a:gd name="T1" fmla="*/ 12 h 79"/>
                  <a:gd name="T2" fmla="*/ 193 w 30"/>
                  <a:gd name="T3" fmla="*/ 74 h 79"/>
                  <a:gd name="T4" fmla="*/ 262 w 30"/>
                  <a:gd name="T5" fmla="*/ 310 h 79"/>
                  <a:gd name="T6" fmla="*/ 297 w 30"/>
                  <a:gd name="T7" fmla="*/ 660 h 79"/>
                  <a:gd name="T8" fmla="*/ 262 w 30"/>
                  <a:gd name="T9" fmla="*/ 906 h 79"/>
                  <a:gd name="T10" fmla="*/ 121 w 30"/>
                  <a:gd name="T11" fmla="*/ 954 h 79"/>
                  <a:gd name="T12" fmla="*/ 43 w 30"/>
                  <a:gd name="T13" fmla="*/ 660 h 79"/>
                  <a:gd name="T14" fmla="*/ 0 w 30"/>
                  <a:gd name="T15" fmla="*/ 65 h 79"/>
                  <a:gd name="T16" fmla="*/ 20 w 30"/>
                  <a:gd name="T17" fmla="*/ 37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79">
                    <a:moveTo>
                      <a:pt x="0" y="1"/>
                    </a:moveTo>
                    <a:cubicBezTo>
                      <a:pt x="7" y="1"/>
                      <a:pt x="13" y="0"/>
                      <a:pt x="19" y="6"/>
                    </a:cubicBezTo>
                    <a:cubicBezTo>
                      <a:pt x="24" y="11"/>
                      <a:pt x="24" y="18"/>
                      <a:pt x="26" y="25"/>
                    </a:cubicBezTo>
                    <a:cubicBezTo>
                      <a:pt x="28" y="34"/>
                      <a:pt x="29" y="44"/>
                      <a:pt x="29" y="53"/>
                    </a:cubicBezTo>
                    <a:cubicBezTo>
                      <a:pt x="28" y="59"/>
                      <a:pt x="30" y="69"/>
                      <a:pt x="26" y="73"/>
                    </a:cubicBezTo>
                    <a:cubicBezTo>
                      <a:pt x="23" y="77"/>
                      <a:pt x="15" y="79"/>
                      <a:pt x="12" y="77"/>
                    </a:cubicBezTo>
                    <a:cubicBezTo>
                      <a:pt x="5" y="72"/>
                      <a:pt x="5" y="59"/>
                      <a:pt x="4" y="53"/>
                    </a:cubicBezTo>
                    <a:cubicBezTo>
                      <a:pt x="3" y="38"/>
                      <a:pt x="7" y="18"/>
                      <a:pt x="0" y="5"/>
                    </a:cubicBezTo>
                    <a:cubicBezTo>
                      <a:pt x="1" y="4"/>
                      <a:pt x="1" y="4"/>
                      <a:pt x="2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2" name="Freeform 513">
                <a:extLst>
                  <a:ext uri="{FF2B5EF4-FFF2-40B4-BE49-F238E27FC236}">
                    <a16:creationId xmlns:a16="http://schemas.microsoft.com/office/drawing/2014/main" id="{78649210-F70A-429B-B624-FC8926ED1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432"/>
                <a:ext cx="55" cy="136"/>
              </a:xfrm>
              <a:custGeom>
                <a:avLst/>
                <a:gdLst>
                  <a:gd name="T0" fmla="*/ 33 w 25"/>
                  <a:gd name="T1" fmla="*/ 65 h 59"/>
                  <a:gd name="T2" fmla="*/ 202 w 25"/>
                  <a:gd name="T3" fmla="*/ 150 h 59"/>
                  <a:gd name="T4" fmla="*/ 233 w 25"/>
                  <a:gd name="T5" fmla="*/ 611 h 59"/>
                  <a:gd name="T6" fmla="*/ 73 w 25"/>
                  <a:gd name="T7" fmla="*/ 648 h 59"/>
                  <a:gd name="T8" fmla="*/ 20 w 25"/>
                  <a:gd name="T9" fmla="*/ 330 h 59"/>
                  <a:gd name="T10" fmla="*/ 20 w 25"/>
                  <a:gd name="T11" fmla="*/ 95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59">
                    <a:moveTo>
                      <a:pt x="3" y="5"/>
                    </a:moveTo>
                    <a:cubicBezTo>
                      <a:pt x="12" y="0"/>
                      <a:pt x="16" y="2"/>
                      <a:pt x="19" y="12"/>
                    </a:cubicBezTo>
                    <a:cubicBezTo>
                      <a:pt x="23" y="22"/>
                      <a:pt x="25" y="39"/>
                      <a:pt x="22" y="50"/>
                    </a:cubicBezTo>
                    <a:cubicBezTo>
                      <a:pt x="20" y="58"/>
                      <a:pt x="12" y="59"/>
                      <a:pt x="7" y="53"/>
                    </a:cubicBezTo>
                    <a:cubicBezTo>
                      <a:pt x="2" y="46"/>
                      <a:pt x="2" y="35"/>
                      <a:pt x="2" y="27"/>
                    </a:cubicBezTo>
                    <a:cubicBezTo>
                      <a:pt x="3" y="21"/>
                      <a:pt x="0" y="14"/>
                      <a:pt x="2" y="8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3" name="Freeform 514">
                <a:extLst>
                  <a:ext uri="{FF2B5EF4-FFF2-40B4-BE49-F238E27FC236}">
                    <a16:creationId xmlns:a16="http://schemas.microsoft.com/office/drawing/2014/main" id="{180A6BCD-6C0F-4D9F-8D2B-70626BF1F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299"/>
                <a:ext cx="57" cy="91"/>
              </a:xfrm>
              <a:custGeom>
                <a:avLst/>
                <a:gdLst>
                  <a:gd name="T0" fmla="*/ 20 w 26"/>
                  <a:gd name="T1" fmla="*/ 28 h 39"/>
                  <a:gd name="T2" fmla="*/ 189 w 26"/>
                  <a:gd name="T3" fmla="*/ 77 h 39"/>
                  <a:gd name="T4" fmla="*/ 241 w 26"/>
                  <a:gd name="T5" fmla="*/ 429 h 39"/>
                  <a:gd name="T6" fmla="*/ 86 w 26"/>
                  <a:gd name="T7" fmla="*/ 457 h 39"/>
                  <a:gd name="T8" fmla="*/ 20 w 26"/>
                  <a:gd name="T9" fmla="*/ 229 h 39"/>
                  <a:gd name="T10" fmla="*/ 0 w 26"/>
                  <a:gd name="T11" fmla="*/ 77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9">
                    <a:moveTo>
                      <a:pt x="2" y="2"/>
                    </a:moveTo>
                    <a:cubicBezTo>
                      <a:pt x="7" y="6"/>
                      <a:pt x="14" y="0"/>
                      <a:pt x="18" y="6"/>
                    </a:cubicBezTo>
                    <a:cubicBezTo>
                      <a:pt x="21" y="10"/>
                      <a:pt x="26" y="29"/>
                      <a:pt x="23" y="34"/>
                    </a:cubicBezTo>
                    <a:cubicBezTo>
                      <a:pt x="20" y="38"/>
                      <a:pt x="11" y="39"/>
                      <a:pt x="8" y="36"/>
                    </a:cubicBezTo>
                    <a:cubicBezTo>
                      <a:pt x="4" y="33"/>
                      <a:pt x="2" y="21"/>
                      <a:pt x="2" y="18"/>
                    </a:cubicBezTo>
                    <a:cubicBezTo>
                      <a:pt x="1" y="14"/>
                      <a:pt x="2" y="9"/>
                      <a:pt x="0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4" name="Freeform 515">
                <a:extLst>
                  <a:ext uri="{FF2B5EF4-FFF2-40B4-BE49-F238E27FC236}">
                    <a16:creationId xmlns:a16="http://schemas.microsoft.com/office/drawing/2014/main" id="{863E7EB3-C2F1-4B5F-AB1A-20B13028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181"/>
                <a:ext cx="69" cy="86"/>
              </a:xfrm>
              <a:custGeom>
                <a:avLst/>
                <a:gdLst>
                  <a:gd name="T0" fmla="*/ 9 w 32"/>
                  <a:gd name="T1" fmla="*/ 86 h 37"/>
                  <a:gd name="T2" fmla="*/ 190 w 32"/>
                  <a:gd name="T3" fmla="*/ 0 h 37"/>
                  <a:gd name="T4" fmla="*/ 209 w 32"/>
                  <a:gd name="T5" fmla="*/ 428 h 37"/>
                  <a:gd name="T6" fmla="*/ 9 w 32"/>
                  <a:gd name="T7" fmla="*/ 15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7">
                    <a:moveTo>
                      <a:pt x="1" y="7"/>
                    </a:moveTo>
                    <a:cubicBezTo>
                      <a:pt x="5" y="4"/>
                      <a:pt x="13" y="0"/>
                      <a:pt x="19" y="0"/>
                    </a:cubicBezTo>
                    <a:cubicBezTo>
                      <a:pt x="21" y="7"/>
                      <a:pt x="32" y="31"/>
                      <a:pt x="21" y="34"/>
                    </a:cubicBezTo>
                    <a:cubicBezTo>
                      <a:pt x="10" y="37"/>
                      <a:pt x="0" y="22"/>
                      <a:pt x="1" y="1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5" name="Freeform 516">
                <a:extLst>
                  <a:ext uri="{FF2B5EF4-FFF2-40B4-BE49-F238E27FC236}">
                    <a16:creationId xmlns:a16="http://schemas.microsoft.com/office/drawing/2014/main" id="{3EE60931-42F5-461B-A9E6-6234AE5FF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058"/>
                <a:ext cx="43" cy="121"/>
              </a:xfrm>
              <a:custGeom>
                <a:avLst/>
                <a:gdLst>
                  <a:gd name="T0" fmla="*/ 129 w 20"/>
                  <a:gd name="T1" fmla="*/ 0 h 52"/>
                  <a:gd name="T2" fmla="*/ 9 w 20"/>
                  <a:gd name="T3" fmla="*/ 102 h 52"/>
                  <a:gd name="T4" fmla="*/ 28 w 20"/>
                  <a:gd name="T5" fmla="*/ 265 h 52"/>
                  <a:gd name="T6" fmla="*/ 80 w 20"/>
                  <a:gd name="T7" fmla="*/ 542 h 52"/>
                  <a:gd name="T8" fmla="*/ 198 w 20"/>
                  <a:gd name="T9" fmla="*/ 477 h 52"/>
                  <a:gd name="T10" fmla="*/ 148 w 20"/>
                  <a:gd name="T11" fmla="*/ 65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2">
                    <a:moveTo>
                      <a:pt x="13" y="0"/>
                    </a:moveTo>
                    <a:cubicBezTo>
                      <a:pt x="7" y="0"/>
                      <a:pt x="2" y="2"/>
                      <a:pt x="1" y="8"/>
                    </a:cubicBezTo>
                    <a:cubicBezTo>
                      <a:pt x="0" y="12"/>
                      <a:pt x="2" y="17"/>
                      <a:pt x="3" y="21"/>
                    </a:cubicBezTo>
                    <a:cubicBezTo>
                      <a:pt x="4" y="28"/>
                      <a:pt x="5" y="36"/>
                      <a:pt x="8" y="43"/>
                    </a:cubicBezTo>
                    <a:cubicBezTo>
                      <a:pt x="11" y="52"/>
                      <a:pt x="20" y="46"/>
                      <a:pt x="20" y="38"/>
                    </a:cubicBezTo>
                    <a:cubicBezTo>
                      <a:pt x="20" y="27"/>
                      <a:pt x="15" y="16"/>
                      <a:pt x="15" y="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6" name="Freeform 517">
                <a:extLst>
                  <a:ext uri="{FF2B5EF4-FFF2-40B4-BE49-F238E27FC236}">
                    <a16:creationId xmlns:a16="http://schemas.microsoft.com/office/drawing/2014/main" id="{78063403-83A7-42A6-9A33-77D11C085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051"/>
                <a:ext cx="52" cy="95"/>
              </a:xfrm>
              <a:custGeom>
                <a:avLst/>
                <a:gdLst>
                  <a:gd name="T0" fmla="*/ 121 w 24"/>
                  <a:gd name="T1" fmla="*/ 0 h 41"/>
                  <a:gd name="T2" fmla="*/ 9 w 24"/>
                  <a:gd name="T3" fmla="*/ 86 h 41"/>
                  <a:gd name="T4" fmla="*/ 33 w 24"/>
                  <a:gd name="T5" fmla="*/ 248 h 41"/>
                  <a:gd name="T6" fmla="*/ 61 w 24"/>
                  <a:gd name="T7" fmla="*/ 436 h 41"/>
                  <a:gd name="T8" fmla="*/ 217 w 24"/>
                  <a:gd name="T9" fmla="*/ 396 h 41"/>
                  <a:gd name="T10" fmla="*/ 156 w 24"/>
                  <a:gd name="T11" fmla="*/ 74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1">
                    <a:moveTo>
                      <a:pt x="12" y="0"/>
                    </a:moveTo>
                    <a:cubicBezTo>
                      <a:pt x="6" y="1"/>
                      <a:pt x="1" y="1"/>
                      <a:pt x="1" y="7"/>
                    </a:cubicBezTo>
                    <a:cubicBezTo>
                      <a:pt x="0" y="11"/>
                      <a:pt x="3" y="16"/>
                      <a:pt x="3" y="20"/>
                    </a:cubicBezTo>
                    <a:cubicBezTo>
                      <a:pt x="4" y="25"/>
                      <a:pt x="3" y="31"/>
                      <a:pt x="6" y="35"/>
                    </a:cubicBezTo>
                    <a:cubicBezTo>
                      <a:pt x="10" y="41"/>
                      <a:pt x="18" y="39"/>
                      <a:pt x="21" y="32"/>
                    </a:cubicBezTo>
                    <a:cubicBezTo>
                      <a:pt x="24" y="23"/>
                      <a:pt x="11" y="14"/>
                      <a:pt x="15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7" name="Freeform 518">
                <a:extLst>
                  <a:ext uri="{FF2B5EF4-FFF2-40B4-BE49-F238E27FC236}">
                    <a16:creationId xmlns:a16="http://schemas.microsoft.com/office/drawing/2014/main" id="{F1E1975A-F82D-41CE-88AA-FE481C6F2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135"/>
                <a:ext cx="85" cy="95"/>
              </a:xfrm>
              <a:custGeom>
                <a:avLst/>
                <a:gdLst>
                  <a:gd name="T0" fmla="*/ 177 w 39"/>
                  <a:gd name="T1" fmla="*/ 28 h 41"/>
                  <a:gd name="T2" fmla="*/ 44 w 39"/>
                  <a:gd name="T3" fmla="*/ 37 h 41"/>
                  <a:gd name="T4" fmla="*/ 20 w 39"/>
                  <a:gd name="T5" fmla="*/ 225 h 41"/>
                  <a:gd name="T6" fmla="*/ 209 w 39"/>
                  <a:gd name="T7" fmla="*/ 510 h 41"/>
                  <a:gd name="T8" fmla="*/ 371 w 39"/>
                  <a:gd name="T9" fmla="*/ 188 h 41"/>
                  <a:gd name="T10" fmla="*/ 299 w 39"/>
                  <a:gd name="T11" fmla="*/ 12 h 41"/>
                  <a:gd name="T12" fmla="*/ 194 w 39"/>
                  <a:gd name="T13" fmla="*/ 2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1">
                    <a:moveTo>
                      <a:pt x="17" y="2"/>
                    </a:moveTo>
                    <a:cubicBezTo>
                      <a:pt x="13" y="3"/>
                      <a:pt x="8" y="0"/>
                      <a:pt x="4" y="3"/>
                    </a:cubicBezTo>
                    <a:cubicBezTo>
                      <a:pt x="0" y="7"/>
                      <a:pt x="2" y="14"/>
                      <a:pt x="2" y="18"/>
                    </a:cubicBezTo>
                    <a:cubicBezTo>
                      <a:pt x="4" y="30"/>
                      <a:pt x="7" y="41"/>
                      <a:pt x="20" y="41"/>
                    </a:cubicBezTo>
                    <a:cubicBezTo>
                      <a:pt x="36" y="40"/>
                      <a:pt x="39" y="29"/>
                      <a:pt x="36" y="15"/>
                    </a:cubicBezTo>
                    <a:cubicBezTo>
                      <a:pt x="35" y="11"/>
                      <a:pt x="34" y="3"/>
                      <a:pt x="29" y="1"/>
                    </a:cubicBezTo>
                    <a:cubicBezTo>
                      <a:pt x="26" y="0"/>
                      <a:pt x="22" y="4"/>
                      <a:pt x="19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8" name="Freeform 519">
                <a:extLst>
                  <a:ext uri="{FF2B5EF4-FFF2-40B4-BE49-F238E27FC236}">
                    <a16:creationId xmlns:a16="http://schemas.microsoft.com/office/drawing/2014/main" id="{D12AA4EE-B5C7-4D79-A5F9-33E8993C1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230"/>
                <a:ext cx="61" cy="104"/>
              </a:xfrm>
              <a:custGeom>
                <a:avLst/>
                <a:gdLst>
                  <a:gd name="T0" fmla="*/ 44 w 28"/>
                  <a:gd name="T1" fmla="*/ 97 h 45"/>
                  <a:gd name="T2" fmla="*/ 176 w 28"/>
                  <a:gd name="T3" fmla="*/ 224 h 45"/>
                  <a:gd name="T4" fmla="*/ 257 w 28"/>
                  <a:gd name="T5" fmla="*/ 481 h 45"/>
                  <a:gd name="T6" fmla="*/ 72 w 28"/>
                  <a:gd name="T7" fmla="*/ 508 h 45"/>
                  <a:gd name="T8" fmla="*/ 9 w 28"/>
                  <a:gd name="T9" fmla="*/ 13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5">
                    <a:moveTo>
                      <a:pt x="4" y="8"/>
                    </a:moveTo>
                    <a:cubicBezTo>
                      <a:pt x="14" y="0"/>
                      <a:pt x="13" y="10"/>
                      <a:pt x="17" y="18"/>
                    </a:cubicBezTo>
                    <a:cubicBezTo>
                      <a:pt x="19" y="23"/>
                      <a:pt x="28" y="33"/>
                      <a:pt x="25" y="39"/>
                    </a:cubicBezTo>
                    <a:cubicBezTo>
                      <a:pt x="21" y="43"/>
                      <a:pt x="10" y="45"/>
                      <a:pt x="7" y="41"/>
                    </a:cubicBezTo>
                    <a:cubicBezTo>
                      <a:pt x="0" y="35"/>
                      <a:pt x="2" y="20"/>
                      <a:pt x="1" y="1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9" name="Freeform 520">
                <a:extLst>
                  <a:ext uri="{FF2B5EF4-FFF2-40B4-BE49-F238E27FC236}">
                    <a16:creationId xmlns:a16="http://schemas.microsoft.com/office/drawing/2014/main" id="{0CC4627E-4BA2-4220-B924-884C4ABA9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260"/>
                <a:ext cx="57" cy="93"/>
              </a:xfrm>
              <a:custGeom>
                <a:avLst/>
                <a:gdLst>
                  <a:gd name="T0" fmla="*/ 0 w 26"/>
                  <a:gd name="T1" fmla="*/ 28 h 40"/>
                  <a:gd name="T2" fmla="*/ 221 w 26"/>
                  <a:gd name="T3" fmla="*/ 77 h 40"/>
                  <a:gd name="T4" fmla="*/ 254 w 26"/>
                  <a:gd name="T5" fmla="*/ 416 h 40"/>
                  <a:gd name="T6" fmla="*/ 53 w 26"/>
                  <a:gd name="T7" fmla="*/ 400 h 40"/>
                  <a:gd name="T8" fmla="*/ 20 w 26"/>
                  <a:gd name="T9" fmla="*/ 123 h 40"/>
                  <a:gd name="T10" fmla="*/ 9 w 26"/>
                  <a:gd name="T11" fmla="*/ 37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0">
                    <a:moveTo>
                      <a:pt x="0" y="2"/>
                    </a:moveTo>
                    <a:cubicBezTo>
                      <a:pt x="6" y="6"/>
                      <a:pt x="16" y="0"/>
                      <a:pt x="21" y="6"/>
                    </a:cubicBezTo>
                    <a:cubicBezTo>
                      <a:pt x="26" y="10"/>
                      <a:pt x="26" y="28"/>
                      <a:pt x="24" y="33"/>
                    </a:cubicBezTo>
                    <a:cubicBezTo>
                      <a:pt x="20" y="40"/>
                      <a:pt x="8" y="38"/>
                      <a:pt x="5" y="32"/>
                    </a:cubicBezTo>
                    <a:cubicBezTo>
                      <a:pt x="2" y="25"/>
                      <a:pt x="3" y="17"/>
                      <a:pt x="2" y="10"/>
                    </a:cubicBezTo>
                    <a:cubicBezTo>
                      <a:pt x="1" y="8"/>
                      <a:pt x="0" y="6"/>
                      <a:pt x="1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0" name="Freeform 521">
                <a:extLst>
                  <a:ext uri="{FF2B5EF4-FFF2-40B4-BE49-F238E27FC236}">
                    <a16:creationId xmlns:a16="http://schemas.microsoft.com/office/drawing/2014/main" id="{FC275CC1-14E3-4A17-83EB-057723ABD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021"/>
                <a:ext cx="57" cy="81"/>
              </a:xfrm>
              <a:custGeom>
                <a:avLst/>
                <a:gdLst>
                  <a:gd name="T0" fmla="*/ 0 w 26"/>
                  <a:gd name="T1" fmla="*/ 102 h 35"/>
                  <a:gd name="T2" fmla="*/ 96 w 26"/>
                  <a:gd name="T3" fmla="*/ 407 h 35"/>
                  <a:gd name="T4" fmla="*/ 254 w 26"/>
                  <a:gd name="T5" fmla="*/ 370 h 35"/>
                  <a:gd name="T6" fmla="*/ 241 w 26"/>
                  <a:gd name="T7" fmla="*/ 160 h 35"/>
                  <a:gd name="T8" fmla="*/ 221 w 26"/>
                  <a:gd name="T9" fmla="*/ 37 h 35"/>
                  <a:gd name="T10" fmla="*/ 44 w 26"/>
                  <a:gd name="T11" fmla="*/ 74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5">
                    <a:moveTo>
                      <a:pt x="0" y="8"/>
                    </a:moveTo>
                    <a:cubicBezTo>
                      <a:pt x="2" y="16"/>
                      <a:pt x="1" y="29"/>
                      <a:pt x="9" y="33"/>
                    </a:cubicBezTo>
                    <a:cubicBezTo>
                      <a:pt x="13" y="35"/>
                      <a:pt x="22" y="35"/>
                      <a:pt x="24" y="30"/>
                    </a:cubicBezTo>
                    <a:cubicBezTo>
                      <a:pt x="26" y="26"/>
                      <a:pt x="23" y="18"/>
                      <a:pt x="23" y="13"/>
                    </a:cubicBezTo>
                    <a:cubicBezTo>
                      <a:pt x="22" y="11"/>
                      <a:pt x="23" y="5"/>
                      <a:pt x="21" y="3"/>
                    </a:cubicBezTo>
                    <a:cubicBezTo>
                      <a:pt x="17" y="0"/>
                      <a:pt x="8" y="6"/>
                      <a:pt x="4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1" name="Freeform 522">
                <a:extLst>
                  <a:ext uri="{FF2B5EF4-FFF2-40B4-BE49-F238E27FC236}">
                    <a16:creationId xmlns:a16="http://schemas.microsoft.com/office/drawing/2014/main" id="{974908F8-C8EE-4581-B26D-BE0E83F2E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924"/>
                <a:ext cx="66" cy="99"/>
              </a:xfrm>
              <a:custGeom>
                <a:avLst/>
                <a:gdLst>
                  <a:gd name="T0" fmla="*/ 44 w 30"/>
                  <a:gd name="T1" fmla="*/ 48 h 43"/>
                  <a:gd name="T2" fmla="*/ 117 w 30"/>
                  <a:gd name="T3" fmla="*/ 477 h 43"/>
                  <a:gd name="T4" fmla="*/ 319 w 30"/>
                  <a:gd name="T5" fmla="*/ 375 h 43"/>
                  <a:gd name="T6" fmla="*/ 319 w 30"/>
                  <a:gd name="T7" fmla="*/ 170 h 43"/>
                  <a:gd name="T8" fmla="*/ 257 w 30"/>
                  <a:gd name="T9" fmla="*/ 85 h 43"/>
                  <a:gd name="T10" fmla="*/ 88 w 30"/>
                  <a:gd name="T11" fmla="*/ 28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3">
                    <a:moveTo>
                      <a:pt x="4" y="4"/>
                    </a:moveTo>
                    <a:cubicBezTo>
                      <a:pt x="0" y="12"/>
                      <a:pt x="4" y="35"/>
                      <a:pt x="11" y="39"/>
                    </a:cubicBezTo>
                    <a:cubicBezTo>
                      <a:pt x="18" y="43"/>
                      <a:pt x="28" y="39"/>
                      <a:pt x="30" y="31"/>
                    </a:cubicBezTo>
                    <a:cubicBezTo>
                      <a:pt x="30" y="27"/>
                      <a:pt x="30" y="19"/>
                      <a:pt x="30" y="14"/>
                    </a:cubicBezTo>
                    <a:cubicBezTo>
                      <a:pt x="29" y="9"/>
                      <a:pt x="28" y="10"/>
                      <a:pt x="24" y="7"/>
                    </a:cubicBezTo>
                    <a:cubicBezTo>
                      <a:pt x="19" y="5"/>
                      <a:pt x="13" y="0"/>
                      <a:pt x="8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2" name="Freeform 523">
                <a:extLst>
                  <a:ext uri="{FF2B5EF4-FFF2-40B4-BE49-F238E27FC236}">
                    <a16:creationId xmlns:a16="http://schemas.microsoft.com/office/drawing/2014/main" id="{332FBCCA-0283-4DB1-9673-7A120424E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924"/>
                <a:ext cx="53" cy="88"/>
              </a:xfrm>
              <a:custGeom>
                <a:avLst/>
                <a:gdLst>
                  <a:gd name="T0" fmla="*/ 9 w 24"/>
                  <a:gd name="T1" fmla="*/ 0 h 38"/>
                  <a:gd name="T2" fmla="*/ 44 w 24"/>
                  <a:gd name="T3" fmla="*/ 338 h 38"/>
                  <a:gd name="T4" fmla="*/ 194 w 24"/>
                  <a:gd name="T5" fmla="*/ 387 h 38"/>
                  <a:gd name="T6" fmla="*/ 214 w 24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8">
                    <a:moveTo>
                      <a:pt x="1" y="0"/>
                    </a:moveTo>
                    <a:cubicBezTo>
                      <a:pt x="2" y="9"/>
                      <a:pt x="0" y="19"/>
                      <a:pt x="4" y="27"/>
                    </a:cubicBezTo>
                    <a:cubicBezTo>
                      <a:pt x="6" y="33"/>
                      <a:pt x="13" y="38"/>
                      <a:pt x="18" y="31"/>
                    </a:cubicBezTo>
                    <a:cubicBezTo>
                      <a:pt x="24" y="23"/>
                      <a:pt x="19" y="9"/>
                      <a:pt x="20" y="0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3" name="Freeform 524">
                <a:extLst>
                  <a:ext uri="{FF2B5EF4-FFF2-40B4-BE49-F238E27FC236}">
                    <a16:creationId xmlns:a16="http://schemas.microsoft.com/office/drawing/2014/main" id="{79A7CDA2-06A4-4577-A727-5959FC317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919"/>
                <a:ext cx="56" cy="70"/>
              </a:xfrm>
              <a:custGeom>
                <a:avLst/>
                <a:gdLst>
                  <a:gd name="T0" fmla="*/ 19 w 26"/>
                  <a:gd name="T1" fmla="*/ 0 h 30"/>
                  <a:gd name="T2" fmla="*/ 41 w 26"/>
                  <a:gd name="T3" fmla="*/ 294 h 30"/>
                  <a:gd name="T4" fmla="*/ 112 w 26"/>
                  <a:gd name="T5" fmla="*/ 380 h 30"/>
                  <a:gd name="T6" fmla="*/ 233 w 26"/>
                  <a:gd name="T7" fmla="*/ 343 h 30"/>
                  <a:gd name="T8" fmla="*/ 209 w 26"/>
                  <a:gd name="T9" fmla="*/ 114 h 30"/>
                  <a:gd name="T10" fmla="*/ 200 w 26"/>
                  <a:gd name="T11" fmla="*/ 2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0">
                    <a:moveTo>
                      <a:pt x="2" y="0"/>
                    </a:moveTo>
                    <a:cubicBezTo>
                      <a:pt x="0" y="6"/>
                      <a:pt x="1" y="18"/>
                      <a:pt x="4" y="23"/>
                    </a:cubicBezTo>
                    <a:cubicBezTo>
                      <a:pt x="6" y="26"/>
                      <a:pt x="8" y="29"/>
                      <a:pt x="11" y="30"/>
                    </a:cubicBezTo>
                    <a:cubicBezTo>
                      <a:pt x="13" y="30"/>
                      <a:pt x="21" y="28"/>
                      <a:pt x="23" y="27"/>
                    </a:cubicBezTo>
                    <a:cubicBezTo>
                      <a:pt x="26" y="23"/>
                      <a:pt x="22" y="14"/>
                      <a:pt x="21" y="9"/>
                    </a:cubicBezTo>
                    <a:cubicBezTo>
                      <a:pt x="21" y="8"/>
                      <a:pt x="20" y="1"/>
                      <a:pt x="20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4" name="Freeform 525">
                <a:extLst>
                  <a:ext uri="{FF2B5EF4-FFF2-40B4-BE49-F238E27FC236}">
                    <a16:creationId xmlns:a16="http://schemas.microsoft.com/office/drawing/2014/main" id="{F860C879-6495-481E-914F-7105BD943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392"/>
                <a:ext cx="196" cy="163"/>
              </a:xfrm>
              <a:custGeom>
                <a:avLst/>
                <a:gdLst>
                  <a:gd name="T0" fmla="*/ 0 w 90"/>
                  <a:gd name="T1" fmla="*/ 163 h 70"/>
                  <a:gd name="T2" fmla="*/ 229 w 90"/>
                  <a:gd name="T3" fmla="*/ 445 h 70"/>
                  <a:gd name="T4" fmla="*/ 455 w 90"/>
                  <a:gd name="T5" fmla="*/ 543 h 70"/>
                  <a:gd name="T6" fmla="*/ 886 w 90"/>
                  <a:gd name="T7" fmla="*/ 885 h 70"/>
                  <a:gd name="T8" fmla="*/ 849 w 90"/>
                  <a:gd name="T9" fmla="*/ 494 h 70"/>
                  <a:gd name="T10" fmla="*/ 640 w 90"/>
                  <a:gd name="T11" fmla="*/ 126 h 70"/>
                  <a:gd name="T12" fmla="*/ 342 w 90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70">
                    <a:moveTo>
                      <a:pt x="0" y="13"/>
                    </a:moveTo>
                    <a:cubicBezTo>
                      <a:pt x="5" y="25"/>
                      <a:pt x="10" y="31"/>
                      <a:pt x="22" y="35"/>
                    </a:cubicBezTo>
                    <a:cubicBezTo>
                      <a:pt x="29" y="38"/>
                      <a:pt x="37" y="39"/>
                      <a:pt x="44" y="43"/>
                    </a:cubicBezTo>
                    <a:cubicBezTo>
                      <a:pt x="58" y="50"/>
                      <a:pt x="68" y="69"/>
                      <a:pt x="86" y="70"/>
                    </a:cubicBezTo>
                    <a:cubicBezTo>
                      <a:pt x="90" y="60"/>
                      <a:pt x="88" y="48"/>
                      <a:pt x="82" y="39"/>
                    </a:cubicBezTo>
                    <a:cubicBezTo>
                      <a:pt x="76" y="29"/>
                      <a:pt x="70" y="18"/>
                      <a:pt x="62" y="10"/>
                    </a:cubicBezTo>
                    <a:cubicBezTo>
                      <a:pt x="53" y="1"/>
                      <a:pt x="41" y="8"/>
                      <a:pt x="33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5" name="Freeform 526">
                <a:extLst>
                  <a:ext uri="{FF2B5EF4-FFF2-40B4-BE49-F238E27FC236}">
                    <a16:creationId xmlns:a16="http://schemas.microsoft.com/office/drawing/2014/main" id="{053A23FA-24B4-47FE-85BC-FEEC77366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172"/>
                <a:ext cx="250" cy="151"/>
              </a:xfrm>
              <a:custGeom>
                <a:avLst/>
                <a:gdLst>
                  <a:gd name="T0" fmla="*/ 0 w 115"/>
                  <a:gd name="T1" fmla="*/ 228 h 65"/>
                  <a:gd name="T2" fmla="*/ 667 w 115"/>
                  <a:gd name="T3" fmla="*/ 702 h 65"/>
                  <a:gd name="T4" fmla="*/ 926 w 115"/>
                  <a:gd name="T5" fmla="*/ 427 h 65"/>
                  <a:gd name="T6" fmla="*/ 1172 w 115"/>
                  <a:gd name="T7" fmla="*/ 228 h 65"/>
                  <a:gd name="T8" fmla="*/ 935 w 115"/>
                  <a:gd name="T9" fmla="*/ 65 h 65"/>
                  <a:gd name="T10" fmla="*/ 648 w 115"/>
                  <a:gd name="T11" fmla="*/ 12 h 65"/>
                  <a:gd name="T12" fmla="*/ 439 w 115"/>
                  <a:gd name="T13" fmla="*/ 37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65">
                    <a:moveTo>
                      <a:pt x="0" y="18"/>
                    </a:moveTo>
                    <a:cubicBezTo>
                      <a:pt x="6" y="42"/>
                      <a:pt x="40" y="65"/>
                      <a:pt x="65" y="56"/>
                    </a:cubicBezTo>
                    <a:cubicBezTo>
                      <a:pt x="78" y="51"/>
                      <a:pt x="76" y="38"/>
                      <a:pt x="90" y="34"/>
                    </a:cubicBezTo>
                    <a:cubicBezTo>
                      <a:pt x="99" y="32"/>
                      <a:pt x="115" y="32"/>
                      <a:pt x="114" y="18"/>
                    </a:cubicBezTo>
                    <a:cubicBezTo>
                      <a:pt x="113" y="7"/>
                      <a:pt x="100" y="8"/>
                      <a:pt x="91" y="5"/>
                    </a:cubicBezTo>
                    <a:cubicBezTo>
                      <a:pt x="81" y="3"/>
                      <a:pt x="73" y="0"/>
                      <a:pt x="63" y="1"/>
                    </a:cubicBezTo>
                    <a:cubicBezTo>
                      <a:pt x="56" y="2"/>
                      <a:pt x="50" y="4"/>
                      <a:pt x="43" y="3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6" name="Freeform 527">
                <a:extLst>
                  <a:ext uri="{FF2B5EF4-FFF2-40B4-BE49-F238E27FC236}">
                    <a16:creationId xmlns:a16="http://schemas.microsoft.com/office/drawing/2014/main" id="{F0C63D4F-C8CB-469E-82CE-993668469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921"/>
                <a:ext cx="126" cy="93"/>
              </a:xfrm>
              <a:custGeom>
                <a:avLst/>
                <a:gdLst>
                  <a:gd name="T0" fmla="*/ 0 w 58"/>
                  <a:gd name="T1" fmla="*/ 216 h 40"/>
                  <a:gd name="T2" fmla="*/ 358 w 58"/>
                  <a:gd name="T3" fmla="*/ 465 h 40"/>
                  <a:gd name="T4" fmla="*/ 584 w 58"/>
                  <a:gd name="T5" fmla="*/ 188 h 40"/>
                  <a:gd name="T6" fmla="*/ 378 w 58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40">
                    <a:moveTo>
                      <a:pt x="0" y="17"/>
                    </a:moveTo>
                    <a:cubicBezTo>
                      <a:pt x="6" y="30"/>
                      <a:pt x="20" y="40"/>
                      <a:pt x="35" y="37"/>
                    </a:cubicBezTo>
                    <a:cubicBezTo>
                      <a:pt x="46" y="35"/>
                      <a:pt x="58" y="27"/>
                      <a:pt x="57" y="15"/>
                    </a:cubicBezTo>
                    <a:cubicBezTo>
                      <a:pt x="55" y="4"/>
                      <a:pt x="47" y="0"/>
                      <a:pt x="37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7" name="Freeform 528">
                <a:extLst>
                  <a:ext uri="{FF2B5EF4-FFF2-40B4-BE49-F238E27FC236}">
                    <a16:creationId xmlns:a16="http://schemas.microsoft.com/office/drawing/2014/main" id="{3A28C1E9-2FBC-49FA-8374-5CD00B7B3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945"/>
                <a:ext cx="105" cy="169"/>
              </a:xfrm>
              <a:custGeom>
                <a:avLst/>
                <a:gdLst>
                  <a:gd name="T0" fmla="*/ 44 w 48"/>
                  <a:gd name="T1" fmla="*/ 0 h 73"/>
                  <a:gd name="T2" fmla="*/ 483 w 48"/>
                  <a:gd name="T3" fmla="*/ 546 h 73"/>
                  <a:gd name="T4" fmla="*/ 422 w 48"/>
                  <a:gd name="T5" fmla="*/ 755 h 73"/>
                  <a:gd name="T6" fmla="*/ 0 w 48"/>
                  <a:gd name="T7" fmla="*/ 424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73">
                    <a:moveTo>
                      <a:pt x="4" y="0"/>
                    </a:moveTo>
                    <a:cubicBezTo>
                      <a:pt x="23" y="12"/>
                      <a:pt x="41" y="18"/>
                      <a:pt x="46" y="44"/>
                    </a:cubicBezTo>
                    <a:cubicBezTo>
                      <a:pt x="48" y="54"/>
                      <a:pt x="48" y="56"/>
                      <a:pt x="40" y="61"/>
                    </a:cubicBezTo>
                    <a:cubicBezTo>
                      <a:pt x="16" y="73"/>
                      <a:pt x="9" y="53"/>
                      <a:pt x="0" y="34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8" name="Freeform 529">
                <a:extLst>
                  <a:ext uri="{FF2B5EF4-FFF2-40B4-BE49-F238E27FC236}">
                    <a16:creationId xmlns:a16="http://schemas.microsoft.com/office/drawing/2014/main" id="{CCC3EBEC-E16A-4BBA-9236-1D1834DEA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573"/>
                <a:ext cx="165" cy="216"/>
              </a:xfrm>
              <a:custGeom>
                <a:avLst/>
                <a:gdLst>
                  <a:gd name="T0" fmla="*/ 0 w 76"/>
                  <a:gd name="T1" fmla="*/ 139 h 93"/>
                  <a:gd name="T2" fmla="*/ 193 w 76"/>
                  <a:gd name="T3" fmla="*/ 987 h 93"/>
                  <a:gd name="T4" fmla="*/ 736 w 76"/>
                  <a:gd name="T5" fmla="*/ 1101 h 93"/>
                  <a:gd name="T6" fmla="*/ 736 w 76"/>
                  <a:gd name="T7" fmla="*/ 701 h 93"/>
                  <a:gd name="T8" fmla="*/ 595 w 76"/>
                  <a:gd name="T9" fmla="*/ 599 h 93"/>
                  <a:gd name="T10" fmla="*/ 402 w 76"/>
                  <a:gd name="T11" fmla="*/ 265 h 93"/>
                  <a:gd name="T12" fmla="*/ 278 w 76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93">
                    <a:moveTo>
                      <a:pt x="0" y="11"/>
                    </a:moveTo>
                    <a:cubicBezTo>
                      <a:pt x="0" y="32"/>
                      <a:pt x="2" y="66"/>
                      <a:pt x="19" y="79"/>
                    </a:cubicBezTo>
                    <a:cubicBezTo>
                      <a:pt x="34" y="89"/>
                      <a:pt x="53" y="93"/>
                      <a:pt x="72" y="88"/>
                    </a:cubicBezTo>
                    <a:cubicBezTo>
                      <a:pt x="72" y="80"/>
                      <a:pt x="76" y="63"/>
                      <a:pt x="72" y="56"/>
                    </a:cubicBezTo>
                    <a:cubicBezTo>
                      <a:pt x="70" y="53"/>
                      <a:pt x="61" y="51"/>
                      <a:pt x="58" y="48"/>
                    </a:cubicBezTo>
                    <a:cubicBezTo>
                      <a:pt x="50" y="41"/>
                      <a:pt x="44" y="30"/>
                      <a:pt x="39" y="21"/>
                    </a:cubicBezTo>
                    <a:cubicBezTo>
                      <a:pt x="35" y="14"/>
                      <a:pt x="32" y="6"/>
                      <a:pt x="27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9" name="Freeform 530">
                <a:extLst>
                  <a:ext uri="{FF2B5EF4-FFF2-40B4-BE49-F238E27FC236}">
                    <a16:creationId xmlns:a16="http://schemas.microsoft.com/office/drawing/2014/main" id="{3AAFF048-7FD9-469E-8C08-10554727C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267"/>
                <a:ext cx="118" cy="123"/>
              </a:xfrm>
              <a:custGeom>
                <a:avLst/>
                <a:gdLst>
                  <a:gd name="T0" fmla="*/ 291 w 54"/>
                  <a:gd name="T1" fmla="*/ 0 h 53"/>
                  <a:gd name="T2" fmla="*/ 483 w 54"/>
                  <a:gd name="T3" fmla="*/ 576 h 53"/>
                  <a:gd name="T4" fmla="*/ 291 w 54"/>
                  <a:gd name="T5" fmla="*/ 636 h 53"/>
                  <a:gd name="T6" fmla="*/ 0 w 54"/>
                  <a:gd name="T7" fmla="*/ 22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53">
                    <a:moveTo>
                      <a:pt x="28" y="0"/>
                    </a:moveTo>
                    <a:cubicBezTo>
                      <a:pt x="34" y="12"/>
                      <a:pt x="54" y="30"/>
                      <a:pt x="46" y="46"/>
                    </a:cubicBezTo>
                    <a:cubicBezTo>
                      <a:pt x="42" y="53"/>
                      <a:pt x="35" y="52"/>
                      <a:pt x="28" y="51"/>
                    </a:cubicBezTo>
                    <a:cubicBezTo>
                      <a:pt x="9" y="48"/>
                      <a:pt x="7" y="35"/>
                      <a:pt x="0" y="18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0" name="Freeform 531">
                <a:extLst>
                  <a:ext uri="{FF2B5EF4-FFF2-40B4-BE49-F238E27FC236}">
                    <a16:creationId xmlns:a16="http://schemas.microsoft.com/office/drawing/2014/main" id="{D71C877B-E15B-40C7-B5AC-64B3FE251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188"/>
                <a:ext cx="165" cy="125"/>
              </a:xfrm>
              <a:custGeom>
                <a:avLst/>
                <a:gdLst>
                  <a:gd name="T0" fmla="*/ 245 w 76"/>
                  <a:gd name="T1" fmla="*/ 558 h 54"/>
                  <a:gd name="T2" fmla="*/ 471 w 76"/>
                  <a:gd name="T3" fmla="*/ 301 h 54"/>
                  <a:gd name="T4" fmla="*/ 777 w 76"/>
                  <a:gd name="T5" fmla="*/ 65 h 54"/>
                  <a:gd name="T6" fmla="*/ 439 w 76"/>
                  <a:gd name="T7" fmla="*/ 37 h 54"/>
                  <a:gd name="T8" fmla="*/ 156 w 76"/>
                  <a:gd name="T9" fmla="*/ 150 h 54"/>
                  <a:gd name="T10" fmla="*/ 20 w 76"/>
                  <a:gd name="T11" fmla="*/ 301 h 54"/>
                  <a:gd name="T12" fmla="*/ 174 w 76"/>
                  <a:gd name="T13" fmla="*/ 669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54">
                    <a:moveTo>
                      <a:pt x="24" y="45"/>
                    </a:moveTo>
                    <a:cubicBezTo>
                      <a:pt x="35" y="43"/>
                      <a:pt x="38" y="30"/>
                      <a:pt x="46" y="24"/>
                    </a:cubicBezTo>
                    <a:cubicBezTo>
                      <a:pt x="55" y="17"/>
                      <a:pt x="74" y="21"/>
                      <a:pt x="76" y="5"/>
                    </a:cubicBezTo>
                    <a:cubicBezTo>
                      <a:pt x="64" y="4"/>
                      <a:pt x="55" y="5"/>
                      <a:pt x="43" y="3"/>
                    </a:cubicBezTo>
                    <a:cubicBezTo>
                      <a:pt x="31" y="0"/>
                      <a:pt x="26" y="7"/>
                      <a:pt x="15" y="12"/>
                    </a:cubicBezTo>
                    <a:cubicBezTo>
                      <a:pt x="8" y="16"/>
                      <a:pt x="3" y="16"/>
                      <a:pt x="2" y="24"/>
                    </a:cubicBezTo>
                    <a:cubicBezTo>
                      <a:pt x="0" y="37"/>
                      <a:pt x="16" y="43"/>
                      <a:pt x="17" y="54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1" name="Freeform 532">
                <a:extLst>
                  <a:ext uri="{FF2B5EF4-FFF2-40B4-BE49-F238E27FC236}">
                    <a16:creationId xmlns:a16="http://schemas.microsoft.com/office/drawing/2014/main" id="{F93E60AF-A582-4E9B-964E-091CCA556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381"/>
                <a:ext cx="140" cy="123"/>
              </a:xfrm>
              <a:custGeom>
                <a:avLst/>
                <a:gdLst>
                  <a:gd name="T0" fmla="*/ 0 w 64"/>
                  <a:gd name="T1" fmla="*/ 302 h 53"/>
                  <a:gd name="T2" fmla="*/ 201 w 64"/>
                  <a:gd name="T3" fmla="*/ 415 h 53"/>
                  <a:gd name="T4" fmla="*/ 422 w 64"/>
                  <a:gd name="T5" fmla="*/ 652 h 53"/>
                  <a:gd name="T6" fmla="*/ 133 w 64"/>
                  <a:gd name="T7" fmla="*/ 15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3">
                    <a:moveTo>
                      <a:pt x="0" y="24"/>
                    </a:moveTo>
                    <a:cubicBezTo>
                      <a:pt x="5" y="30"/>
                      <a:pt x="11" y="33"/>
                      <a:pt x="19" y="33"/>
                    </a:cubicBezTo>
                    <a:cubicBezTo>
                      <a:pt x="19" y="43"/>
                      <a:pt x="29" y="53"/>
                      <a:pt x="40" y="52"/>
                    </a:cubicBezTo>
                    <a:cubicBezTo>
                      <a:pt x="64" y="48"/>
                      <a:pt x="35" y="0"/>
                      <a:pt x="13" y="12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2" name="Freeform 533">
                <a:extLst>
                  <a:ext uri="{FF2B5EF4-FFF2-40B4-BE49-F238E27FC236}">
                    <a16:creationId xmlns:a16="http://schemas.microsoft.com/office/drawing/2014/main" id="{E19198BA-2D0F-4BFE-A5BB-81E53578F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478"/>
                <a:ext cx="52" cy="53"/>
              </a:xfrm>
              <a:custGeom>
                <a:avLst/>
                <a:gdLst>
                  <a:gd name="T0" fmla="*/ 0 w 24"/>
                  <a:gd name="T1" fmla="*/ 159 h 23"/>
                  <a:gd name="T2" fmla="*/ 217 w 24"/>
                  <a:gd name="T3" fmla="*/ 281 h 23"/>
                  <a:gd name="T4" fmla="*/ 217 w 24"/>
                  <a:gd name="T5" fmla="*/ 74 h 23"/>
                  <a:gd name="T6" fmla="*/ 20 w 24"/>
                  <a:gd name="T7" fmla="*/ 4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0" y="13"/>
                    </a:moveTo>
                    <a:cubicBezTo>
                      <a:pt x="8" y="23"/>
                      <a:pt x="10" y="22"/>
                      <a:pt x="21" y="23"/>
                    </a:cubicBezTo>
                    <a:cubicBezTo>
                      <a:pt x="23" y="19"/>
                      <a:pt x="24" y="10"/>
                      <a:pt x="21" y="6"/>
                    </a:cubicBezTo>
                    <a:cubicBezTo>
                      <a:pt x="16" y="0"/>
                      <a:pt x="10" y="5"/>
                      <a:pt x="2" y="4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3" name="Freeform 534">
                <a:extLst>
                  <a:ext uri="{FF2B5EF4-FFF2-40B4-BE49-F238E27FC236}">
                    <a16:creationId xmlns:a16="http://schemas.microsoft.com/office/drawing/2014/main" id="{746A5511-B14C-4D0B-8338-B4C169CB7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1687"/>
                <a:ext cx="131" cy="76"/>
              </a:xfrm>
              <a:custGeom>
                <a:avLst/>
                <a:gdLst>
                  <a:gd name="T0" fmla="*/ 0 w 60"/>
                  <a:gd name="T1" fmla="*/ 37 h 33"/>
                  <a:gd name="T2" fmla="*/ 362 w 60"/>
                  <a:gd name="T3" fmla="*/ 403 h 33"/>
                  <a:gd name="T4" fmla="*/ 563 w 6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3">
                    <a:moveTo>
                      <a:pt x="0" y="3"/>
                    </a:moveTo>
                    <a:cubicBezTo>
                      <a:pt x="7" y="19"/>
                      <a:pt x="16" y="33"/>
                      <a:pt x="35" y="33"/>
                    </a:cubicBezTo>
                    <a:cubicBezTo>
                      <a:pt x="60" y="33"/>
                      <a:pt x="50" y="18"/>
                      <a:pt x="54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4" name="Freeform 535">
                <a:extLst>
                  <a:ext uri="{FF2B5EF4-FFF2-40B4-BE49-F238E27FC236}">
                    <a16:creationId xmlns:a16="http://schemas.microsoft.com/office/drawing/2014/main" id="{15777AAB-96CC-44C4-AD14-F50CF56A7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945"/>
                <a:ext cx="78" cy="55"/>
              </a:xfrm>
              <a:custGeom>
                <a:avLst/>
                <a:gdLst>
                  <a:gd name="T0" fmla="*/ 0 w 36"/>
                  <a:gd name="T1" fmla="*/ 11 h 24"/>
                  <a:gd name="T2" fmla="*/ 132 w 36"/>
                  <a:gd name="T3" fmla="*/ 231 h 24"/>
                  <a:gd name="T4" fmla="*/ 262 w 36"/>
                  <a:gd name="T5" fmla="*/ 231 h 24"/>
                  <a:gd name="T6" fmla="*/ 366 w 36"/>
                  <a:gd name="T7" fmla="*/ 289 h 24"/>
                  <a:gd name="T8" fmla="*/ 33 w 36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0" y="1"/>
                    </a:moveTo>
                    <a:cubicBezTo>
                      <a:pt x="8" y="4"/>
                      <a:pt x="6" y="17"/>
                      <a:pt x="13" y="19"/>
                    </a:cubicBezTo>
                    <a:cubicBezTo>
                      <a:pt x="16" y="20"/>
                      <a:pt x="22" y="18"/>
                      <a:pt x="26" y="19"/>
                    </a:cubicBezTo>
                    <a:cubicBezTo>
                      <a:pt x="29" y="20"/>
                      <a:pt x="33" y="23"/>
                      <a:pt x="36" y="24"/>
                    </a:cubicBezTo>
                    <a:cubicBezTo>
                      <a:pt x="32" y="15"/>
                      <a:pt x="13" y="1"/>
                      <a:pt x="3" y="0"/>
                    </a:cubicBezTo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5" name="Freeform 536">
                <a:extLst>
                  <a:ext uri="{FF2B5EF4-FFF2-40B4-BE49-F238E27FC236}">
                    <a16:creationId xmlns:a16="http://schemas.microsoft.com/office/drawing/2014/main" id="{9AD42B61-2E50-4FC0-9167-A3B771B8D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798"/>
                <a:ext cx="52" cy="72"/>
              </a:xfrm>
              <a:custGeom>
                <a:avLst/>
                <a:gdLst>
                  <a:gd name="T0" fmla="*/ 0 w 24"/>
                  <a:gd name="T1" fmla="*/ 0 h 31"/>
                  <a:gd name="T2" fmla="*/ 245 w 24"/>
                  <a:gd name="T3" fmla="*/ 86 h 31"/>
                  <a:gd name="T4" fmla="*/ 20 w 24"/>
                  <a:gd name="T5" fmla="*/ 388 h 31"/>
                  <a:gd name="T6" fmla="*/ 20 w 24"/>
                  <a:gd name="T7" fmla="*/ 1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1">
                    <a:moveTo>
                      <a:pt x="0" y="0"/>
                    </a:moveTo>
                    <a:cubicBezTo>
                      <a:pt x="6" y="7"/>
                      <a:pt x="16" y="6"/>
                      <a:pt x="24" y="7"/>
                    </a:cubicBezTo>
                    <a:cubicBezTo>
                      <a:pt x="14" y="15"/>
                      <a:pt x="5" y="17"/>
                      <a:pt x="2" y="31"/>
                    </a:cubicBezTo>
                    <a:cubicBezTo>
                      <a:pt x="5" y="19"/>
                      <a:pt x="5" y="11"/>
                      <a:pt x="2" y="1"/>
                    </a:cubicBezTo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6" name="Freeform 537">
                <a:extLst>
                  <a:ext uri="{FF2B5EF4-FFF2-40B4-BE49-F238E27FC236}">
                    <a16:creationId xmlns:a16="http://schemas.microsoft.com/office/drawing/2014/main" id="{244C6B8E-FE66-4ADC-8C2B-9222CDD7E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817"/>
                <a:ext cx="17" cy="20"/>
              </a:xfrm>
              <a:custGeom>
                <a:avLst/>
                <a:gdLst>
                  <a:gd name="T0" fmla="*/ 9 w 8"/>
                  <a:gd name="T1" fmla="*/ 0 h 9"/>
                  <a:gd name="T2" fmla="*/ 0 w 8"/>
                  <a:gd name="T3" fmla="*/ 98 h 9"/>
                  <a:gd name="T4" fmla="*/ 77 w 8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  <a:cubicBezTo>
                      <a:pt x="2" y="7"/>
                      <a:pt x="6" y="4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7" name="Freeform 538">
                <a:extLst>
                  <a:ext uri="{FF2B5EF4-FFF2-40B4-BE49-F238E27FC236}">
                    <a16:creationId xmlns:a16="http://schemas.microsoft.com/office/drawing/2014/main" id="{68A27855-7B1C-42DD-AAA3-8C7E6C8F4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956"/>
                <a:ext cx="22" cy="21"/>
              </a:xfrm>
              <a:custGeom>
                <a:avLst/>
                <a:gdLst>
                  <a:gd name="T0" fmla="*/ 0 w 10"/>
                  <a:gd name="T1" fmla="*/ 0 h 9"/>
                  <a:gd name="T2" fmla="*/ 20 w 10"/>
                  <a:gd name="T3" fmla="*/ 114 h 9"/>
                  <a:gd name="T4" fmla="*/ 106 w 10"/>
                  <a:gd name="T5" fmla="*/ 10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0" y="3"/>
                      <a:pt x="2" y="6"/>
                      <a:pt x="2" y="9"/>
                    </a:cubicBezTo>
                    <a:cubicBezTo>
                      <a:pt x="5" y="6"/>
                      <a:pt x="6" y="8"/>
                      <a:pt x="1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8" name="Freeform 539">
                <a:extLst>
                  <a:ext uri="{FF2B5EF4-FFF2-40B4-BE49-F238E27FC236}">
                    <a16:creationId xmlns:a16="http://schemas.microsoft.com/office/drawing/2014/main" id="{15A885CD-5F5A-43FA-8F1D-2FB446E4A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615"/>
                <a:ext cx="56" cy="229"/>
              </a:xfrm>
              <a:custGeom>
                <a:avLst/>
                <a:gdLst>
                  <a:gd name="T0" fmla="*/ 157 w 26"/>
                  <a:gd name="T1" fmla="*/ 791 h 99"/>
                  <a:gd name="T2" fmla="*/ 41 w 26"/>
                  <a:gd name="T3" fmla="*/ 187 h 99"/>
                  <a:gd name="T4" fmla="*/ 9 w 26"/>
                  <a:gd name="T5" fmla="*/ 0 h 99"/>
                  <a:gd name="T6" fmla="*/ 261 w 26"/>
                  <a:gd name="T7" fmla="*/ 1226 h 99"/>
                  <a:gd name="T8" fmla="*/ 157 w 26"/>
                  <a:gd name="T9" fmla="*/ 791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99">
                    <a:moveTo>
                      <a:pt x="16" y="64"/>
                    </a:moveTo>
                    <a:cubicBezTo>
                      <a:pt x="12" y="51"/>
                      <a:pt x="8" y="34"/>
                      <a:pt x="4" y="1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8"/>
                      <a:pt x="13" y="80"/>
                      <a:pt x="26" y="99"/>
                    </a:cubicBezTo>
                    <a:cubicBezTo>
                      <a:pt x="23" y="89"/>
                      <a:pt x="19" y="77"/>
                      <a:pt x="16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9" name="Freeform 540">
                <a:extLst>
                  <a:ext uri="{FF2B5EF4-FFF2-40B4-BE49-F238E27FC236}">
                    <a16:creationId xmlns:a16="http://schemas.microsoft.com/office/drawing/2014/main" id="{FCFC70E5-7A67-44E6-99B6-A35408451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466"/>
                <a:ext cx="21" cy="21"/>
              </a:xfrm>
              <a:custGeom>
                <a:avLst/>
                <a:gdLst>
                  <a:gd name="T0" fmla="*/ 17 w 10"/>
                  <a:gd name="T1" fmla="*/ 65 h 9"/>
                  <a:gd name="T2" fmla="*/ 76 w 10"/>
                  <a:gd name="T3" fmla="*/ 77 h 9"/>
                  <a:gd name="T4" fmla="*/ 67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2" y="5"/>
                    </a:moveTo>
                    <a:cubicBezTo>
                      <a:pt x="0" y="9"/>
                      <a:pt x="6" y="9"/>
                      <a:pt x="8" y="6"/>
                    </a:cubicBezTo>
                    <a:cubicBezTo>
                      <a:pt x="10" y="4"/>
                      <a:pt x="9" y="1"/>
                      <a:pt x="7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0" name="Freeform 541">
                <a:extLst>
                  <a:ext uri="{FF2B5EF4-FFF2-40B4-BE49-F238E27FC236}">
                    <a16:creationId xmlns:a16="http://schemas.microsoft.com/office/drawing/2014/main" id="{F8DCDB67-D068-46F8-9949-89D6A56E8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473"/>
                <a:ext cx="39" cy="37"/>
              </a:xfrm>
              <a:custGeom>
                <a:avLst/>
                <a:gdLst>
                  <a:gd name="T0" fmla="*/ 43 w 18"/>
                  <a:gd name="T1" fmla="*/ 49 h 16"/>
                  <a:gd name="T2" fmla="*/ 104 w 18"/>
                  <a:gd name="T3" fmla="*/ 171 h 16"/>
                  <a:gd name="T4" fmla="*/ 132 w 1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4" y="4"/>
                    </a:moveTo>
                    <a:cubicBezTo>
                      <a:pt x="0" y="8"/>
                      <a:pt x="5" y="16"/>
                      <a:pt x="10" y="14"/>
                    </a:cubicBezTo>
                    <a:cubicBezTo>
                      <a:pt x="16" y="13"/>
                      <a:pt x="18" y="3"/>
                      <a:pt x="13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1" name="Freeform 542">
                <a:extLst>
                  <a:ext uri="{FF2B5EF4-FFF2-40B4-BE49-F238E27FC236}">
                    <a16:creationId xmlns:a16="http://schemas.microsoft.com/office/drawing/2014/main" id="{61C69FF1-8896-4F33-AC83-97311F179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1490"/>
                <a:ext cx="32" cy="46"/>
              </a:xfrm>
              <a:custGeom>
                <a:avLst/>
                <a:gdLst>
                  <a:gd name="T0" fmla="*/ 0 w 15"/>
                  <a:gd name="T1" fmla="*/ 74 h 20"/>
                  <a:gd name="T2" fmla="*/ 117 w 15"/>
                  <a:gd name="T3" fmla="*/ 159 h 20"/>
                  <a:gd name="T4" fmla="*/ 87 w 15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0" y="6"/>
                    </a:moveTo>
                    <a:cubicBezTo>
                      <a:pt x="1" y="12"/>
                      <a:pt x="5" y="20"/>
                      <a:pt x="12" y="13"/>
                    </a:cubicBezTo>
                    <a:cubicBezTo>
                      <a:pt x="15" y="9"/>
                      <a:pt x="14" y="2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2" name="Freeform 543">
                <a:extLst>
                  <a:ext uri="{FF2B5EF4-FFF2-40B4-BE49-F238E27FC236}">
                    <a16:creationId xmlns:a16="http://schemas.microsoft.com/office/drawing/2014/main" id="{FF35A97F-17DA-47DD-9BE0-88E2B2A17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652"/>
                <a:ext cx="35" cy="39"/>
              </a:xfrm>
              <a:custGeom>
                <a:avLst/>
                <a:gdLst>
                  <a:gd name="T0" fmla="*/ 53 w 16"/>
                  <a:gd name="T1" fmla="*/ 48 h 17"/>
                  <a:gd name="T2" fmla="*/ 105 w 16"/>
                  <a:gd name="T3" fmla="*/ 0 h 17"/>
                  <a:gd name="T4" fmla="*/ 96 w 16"/>
                  <a:gd name="T5" fmla="*/ 1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5" y="4"/>
                    </a:moveTo>
                    <a:cubicBezTo>
                      <a:pt x="0" y="17"/>
                      <a:pt x="16" y="9"/>
                      <a:pt x="10" y="0"/>
                    </a:cubicBezTo>
                    <a:cubicBezTo>
                      <a:pt x="9" y="0"/>
                      <a:pt x="9" y="0"/>
                      <a:pt x="9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3" name="Freeform 544">
                <a:extLst>
                  <a:ext uri="{FF2B5EF4-FFF2-40B4-BE49-F238E27FC236}">
                    <a16:creationId xmlns:a16="http://schemas.microsoft.com/office/drawing/2014/main" id="{C0CB7522-544D-4F91-8879-DC628C5C4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675"/>
                <a:ext cx="21" cy="37"/>
              </a:xfrm>
              <a:custGeom>
                <a:avLst/>
                <a:gdLst>
                  <a:gd name="T0" fmla="*/ 0 w 10"/>
                  <a:gd name="T1" fmla="*/ 65 h 16"/>
                  <a:gd name="T2" fmla="*/ 48 w 10"/>
                  <a:gd name="T3" fmla="*/ 199 h 16"/>
                  <a:gd name="T4" fmla="*/ 36 w 10"/>
                  <a:gd name="T5" fmla="*/ 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5"/>
                    </a:moveTo>
                    <a:cubicBezTo>
                      <a:pt x="0" y="10"/>
                      <a:pt x="0" y="14"/>
                      <a:pt x="5" y="16"/>
                    </a:cubicBezTo>
                    <a:cubicBezTo>
                      <a:pt x="10" y="13"/>
                      <a:pt x="10" y="0"/>
                      <a:pt x="4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4" name="Freeform 545">
                <a:extLst>
                  <a:ext uri="{FF2B5EF4-FFF2-40B4-BE49-F238E27FC236}">
                    <a16:creationId xmlns:a16="http://schemas.microsoft.com/office/drawing/2014/main" id="{321AE550-CDF0-4EFE-B572-D71FD8D0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640"/>
                <a:ext cx="30" cy="44"/>
              </a:xfrm>
              <a:custGeom>
                <a:avLst/>
                <a:gdLst>
                  <a:gd name="T0" fmla="*/ 41 w 14"/>
                  <a:gd name="T1" fmla="*/ 102 h 19"/>
                  <a:gd name="T2" fmla="*/ 129 w 14"/>
                  <a:gd name="T3" fmla="*/ 134 h 19"/>
                  <a:gd name="T4" fmla="*/ 77 w 14"/>
                  <a:gd name="T5" fmla="*/ 1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4" y="8"/>
                    </a:moveTo>
                    <a:cubicBezTo>
                      <a:pt x="0" y="15"/>
                      <a:pt x="10" y="19"/>
                      <a:pt x="13" y="11"/>
                    </a:cubicBezTo>
                    <a:cubicBezTo>
                      <a:pt x="14" y="7"/>
                      <a:pt x="13" y="0"/>
                      <a:pt x="8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5" name="Freeform 546">
                <a:extLst>
                  <a:ext uri="{FF2B5EF4-FFF2-40B4-BE49-F238E27FC236}">
                    <a16:creationId xmlns:a16="http://schemas.microsoft.com/office/drawing/2014/main" id="{5DB5A2FE-512F-4101-A6DC-C4503E794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775"/>
                <a:ext cx="29" cy="56"/>
              </a:xfrm>
              <a:custGeom>
                <a:avLst/>
                <a:gdLst>
                  <a:gd name="T0" fmla="*/ 45 w 13"/>
                  <a:gd name="T1" fmla="*/ 126 h 24"/>
                  <a:gd name="T2" fmla="*/ 125 w 13"/>
                  <a:gd name="T3" fmla="*/ 180 h 24"/>
                  <a:gd name="T4" fmla="*/ 89 w 13"/>
                  <a:gd name="T5" fmla="*/ 3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4" y="10"/>
                    </a:moveTo>
                    <a:cubicBezTo>
                      <a:pt x="0" y="14"/>
                      <a:pt x="9" y="24"/>
                      <a:pt x="11" y="14"/>
                    </a:cubicBezTo>
                    <a:cubicBezTo>
                      <a:pt x="12" y="11"/>
                      <a:pt x="13" y="0"/>
                      <a:pt x="8" y="3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6" name="Freeform 547">
                <a:extLst>
                  <a:ext uri="{FF2B5EF4-FFF2-40B4-BE49-F238E27FC236}">
                    <a16:creationId xmlns:a16="http://schemas.microsoft.com/office/drawing/2014/main" id="{9AC7788A-63D5-4D08-80BD-7B6D524D6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844"/>
                <a:ext cx="35" cy="65"/>
              </a:xfrm>
              <a:custGeom>
                <a:avLst/>
                <a:gdLst>
                  <a:gd name="T0" fmla="*/ 0 w 16"/>
                  <a:gd name="T1" fmla="*/ 102 h 28"/>
                  <a:gd name="T2" fmla="*/ 61 w 16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0" y="8"/>
                    </a:moveTo>
                    <a:cubicBezTo>
                      <a:pt x="6" y="28"/>
                      <a:pt x="16" y="0"/>
                      <a:pt x="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7" name="Freeform 548">
                <a:extLst>
                  <a:ext uri="{FF2B5EF4-FFF2-40B4-BE49-F238E27FC236}">
                    <a16:creationId xmlns:a16="http://schemas.microsoft.com/office/drawing/2014/main" id="{AE5008ED-CCF6-4505-9B96-FD66BD8F0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793"/>
                <a:ext cx="29" cy="38"/>
              </a:xfrm>
              <a:custGeom>
                <a:avLst/>
                <a:gdLst>
                  <a:gd name="T0" fmla="*/ 9 w 13"/>
                  <a:gd name="T1" fmla="*/ 119 h 16"/>
                  <a:gd name="T2" fmla="*/ 125 w 13"/>
                  <a:gd name="T3" fmla="*/ 135 h 16"/>
                  <a:gd name="T4" fmla="*/ 65 w 13"/>
                  <a:gd name="T5" fmla="*/ 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" y="9"/>
                    </a:moveTo>
                    <a:cubicBezTo>
                      <a:pt x="0" y="16"/>
                      <a:pt x="8" y="15"/>
                      <a:pt x="11" y="10"/>
                    </a:cubicBezTo>
                    <a:cubicBezTo>
                      <a:pt x="13" y="6"/>
                      <a:pt x="11" y="0"/>
                      <a:pt x="6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8" name="Freeform 549">
                <a:extLst>
                  <a:ext uri="{FF2B5EF4-FFF2-40B4-BE49-F238E27FC236}">
                    <a16:creationId xmlns:a16="http://schemas.microsoft.com/office/drawing/2014/main" id="{A6880D51-C7E7-40A2-9EC2-AEEDB8C98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882"/>
                <a:ext cx="17" cy="25"/>
              </a:xfrm>
              <a:custGeom>
                <a:avLst/>
                <a:gdLst>
                  <a:gd name="T0" fmla="*/ 0 w 8"/>
                  <a:gd name="T1" fmla="*/ 0 h 11"/>
                  <a:gd name="T2" fmla="*/ 68 w 8"/>
                  <a:gd name="T3" fmla="*/ 82 h 11"/>
                  <a:gd name="T4" fmla="*/ 9 w 8"/>
                  <a:gd name="T5" fmla="*/ 1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3" y="1"/>
                      <a:pt x="8" y="3"/>
                      <a:pt x="7" y="7"/>
                    </a:cubicBezTo>
                    <a:cubicBezTo>
                      <a:pt x="6" y="9"/>
                      <a:pt x="4" y="11"/>
                      <a:pt x="1" y="1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9" name="Freeform 550">
                <a:extLst>
                  <a:ext uri="{FF2B5EF4-FFF2-40B4-BE49-F238E27FC236}">
                    <a16:creationId xmlns:a16="http://schemas.microsoft.com/office/drawing/2014/main" id="{A251282B-8CDB-4B02-9147-570148C6E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306"/>
                <a:ext cx="32" cy="28"/>
              </a:xfrm>
              <a:custGeom>
                <a:avLst/>
                <a:gdLst>
                  <a:gd name="T0" fmla="*/ 9 w 15"/>
                  <a:gd name="T1" fmla="*/ 65 h 12"/>
                  <a:gd name="T2" fmla="*/ 68 w 15"/>
                  <a:gd name="T3" fmla="*/ 142 h 12"/>
                  <a:gd name="T4" fmla="*/ 49 w 1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1" y="5"/>
                    </a:moveTo>
                    <a:cubicBezTo>
                      <a:pt x="0" y="9"/>
                      <a:pt x="3" y="12"/>
                      <a:pt x="7" y="11"/>
                    </a:cubicBezTo>
                    <a:cubicBezTo>
                      <a:pt x="15" y="9"/>
                      <a:pt x="11" y="1"/>
                      <a:pt x="5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0" name="Freeform 551">
                <a:extLst>
                  <a:ext uri="{FF2B5EF4-FFF2-40B4-BE49-F238E27FC236}">
                    <a16:creationId xmlns:a16="http://schemas.microsoft.com/office/drawing/2014/main" id="{B3F6FA99-699C-4425-90CC-BAB121FD2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1343"/>
                <a:ext cx="41" cy="35"/>
              </a:xfrm>
              <a:custGeom>
                <a:avLst/>
                <a:gdLst>
                  <a:gd name="T0" fmla="*/ 60 w 19"/>
                  <a:gd name="T1" fmla="*/ 0 h 15"/>
                  <a:gd name="T2" fmla="*/ 0 w 19"/>
                  <a:gd name="T3" fmla="*/ 7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5">
                    <a:moveTo>
                      <a:pt x="6" y="0"/>
                    </a:moveTo>
                    <a:cubicBezTo>
                      <a:pt x="19" y="6"/>
                      <a:pt x="1" y="15"/>
                      <a:pt x="0" y="6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1" name="Freeform 552">
                <a:extLst>
                  <a:ext uri="{FF2B5EF4-FFF2-40B4-BE49-F238E27FC236}">
                    <a16:creationId xmlns:a16="http://schemas.microsoft.com/office/drawing/2014/main" id="{F753AD09-5761-453C-A778-D87D85816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295"/>
                <a:ext cx="33" cy="46"/>
              </a:xfrm>
              <a:custGeom>
                <a:avLst/>
                <a:gdLst>
                  <a:gd name="T0" fmla="*/ 20 w 15"/>
                  <a:gd name="T1" fmla="*/ 74 h 20"/>
                  <a:gd name="T2" fmla="*/ 97 w 15"/>
                  <a:gd name="T3" fmla="*/ 195 h 20"/>
                  <a:gd name="T4" fmla="*/ 73 w 15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2" y="6"/>
                    </a:moveTo>
                    <a:cubicBezTo>
                      <a:pt x="0" y="11"/>
                      <a:pt x="2" y="20"/>
                      <a:pt x="9" y="16"/>
                    </a:cubicBezTo>
                    <a:cubicBezTo>
                      <a:pt x="15" y="13"/>
                      <a:pt x="13" y="2"/>
                      <a:pt x="7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2" name="Freeform 553">
                <a:extLst>
                  <a:ext uri="{FF2B5EF4-FFF2-40B4-BE49-F238E27FC236}">
                    <a16:creationId xmlns:a16="http://schemas.microsoft.com/office/drawing/2014/main" id="{2C5639B4-B5DB-45C4-A396-D3491274E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188"/>
                <a:ext cx="30" cy="40"/>
              </a:xfrm>
              <a:custGeom>
                <a:avLst/>
                <a:gdLst>
                  <a:gd name="T0" fmla="*/ 0 w 14"/>
                  <a:gd name="T1" fmla="*/ 66 h 17"/>
                  <a:gd name="T2" fmla="*/ 96 w 14"/>
                  <a:gd name="T3" fmla="*/ 155 h 17"/>
                  <a:gd name="T4" fmla="*/ 51 w 1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0" y="5"/>
                    </a:moveTo>
                    <a:cubicBezTo>
                      <a:pt x="0" y="10"/>
                      <a:pt x="5" y="17"/>
                      <a:pt x="10" y="12"/>
                    </a:cubicBezTo>
                    <a:cubicBezTo>
                      <a:pt x="14" y="8"/>
                      <a:pt x="10" y="0"/>
                      <a:pt x="5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3" name="Freeform 554">
                <a:extLst>
                  <a:ext uri="{FF2B5EF4-FFF2-40B4-BE49-F238E27FC236}">
                    <a16:creationId xmlns:a16="http://schemas.microsoft.com/office/drawing/2014/main" id="{4A0AFDAC-76E8-4D4D-A07E-B2029DF7A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211"/>
                <a:ext cx="26" cy="47"/>
              </a:xfrm>
              <a:custGeom>
                <a:avLst/>
                <a:gdLst>
                  <a:gd name="T0" fmla="*/ 0 w 12"/>
                  <a:gd name="T1" fmla="*/ 115 h 20"/>
                  <a:gd name="T2" fmla="*/ 104 w 12"/>
                  <a:gd name="T3" fmla="*/ 172 h 20"/>
                  <a:gd name="T4" fmla="*/ 43 w 12"/>
                  <a:gd name="T5" fmla="*/ 4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0" y="9"/>
                    </a:moveTo>
                    <a:cubicBezTo>
                      <a:pt x="0" y="14"/>
                      <a:pt x="7" y="20"/>
                      <a:pt x="10" y="13"/>
                    </a:cubicBezTo>
                    <a:cubicBezTo>
                      <a:pt x="12" y="10"/>
                      <a:pt x="8" y="0"/>
                      <a:pt x="4" y="4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4" name="Freeform 555">
                <a:extLst>
                  <a:ext uri="{FF2B5EF4-FFF2-40B4-BE49-F238E27FC236}">
                    <a16:creationId xmlns:a16="http://schemas.microsoft.com/office/drawing/2014/main" id="{34CCE37D-DEF1-4987-9364-BA938EA72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093"/>
                <a:ext cx="19" cy="37"/>
              </a:xfrm>
              <a:custGeom>
                <a:avLst/>
                <a:gdLst>
                  <a:gd name="T0" fmla="*/ 0 w 9"/>
                  <a:gd name="T1" fmla="*/ 123 h 16"/>
                  <a:gd name="T2" fmla="*/ 84 w 9"/>
                  <a:gd name="T3" fmla="*/ 86 h 16"/>
                  <a:gd name="T4" fmla="*/ 8 w 9"/>
                  <a:gd name="T5" fmla="*/ 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0" y="10"/>
                    </a:moveTo>
                    <a:cubicBezTo>
                      <a:pt x="3" y="16"/>
                      <a:pt x="9" y="12"/>
                      <a:pt x="9" y="7"/>
                    </a:cubicBezTo>
                    <a:cubicBezTo>
                      <a:pt x="9" y="2"/>
                      <a:pt x="6" y="0"/>
                      <a:pt x="1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5" name="Freeform 556">
                <a:extLst>
                  <a:ext uri="{FF2B5EF4-FFF2-40B4-BE49-F238E27FC236}">
                    <a16:creationId xmlns:a16="http://schemas.microsoft.com/office/drawing/2014/main" id="{08CD0B01-3C5D-4EC7-B677-25AA1B431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1084"/>
                <a:ext cx="26" cy="37"/>
              </a:xfrm>
              <a:custGeom>
                <a:avLst/>
                <a:gdLst>
                  <a:gd name="T0" fmla="*/ 9 w 12"/>
                  <a:gd name="T1" fmla="*/ 74 h 16"/>
                  <a:gd name="T2" fmla="*/ 80 w 12"/>
                  <a:gd name="T3" fmla="*/ 150 h 16"/>
                  <a:gd name="T4" fmla="*/ 43 w 1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" y="6"/>
                    </a:moveTo>
                    <a:cubicBezTo>
                      <a:pt x="0" y="10"/>
                      <a:pt x="3" y="16"/>
                      <a:pt x="8" y="12"/>
                    </a:cubicBezTo>
                    <a:cubicBezTo>
                      <a:pt x="12" y="8"/>
                      <a:pt x="10" y="0"/>
                      <a:pt x="4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6" name="Freeform 557">
                <a:extLst>
                  <a:ext uri="{FF2B5EF4-FFF2-40B4-BE49-F238E27FC236}">
                    <a16:creationId xmlns:a16="http://schemas.microsoft.com/office/drawing/2014/main" id="{A398C4A5-50A3-4E56-9915-3EBE22404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065"/>
                <a:ext cx="56" cy="40"/>
              </a:xfrm>
              <a:custGeom>
                <a:avLst/>
                <a:gdLst>
                  <a:gd name="T0" fmla="*/ 69 w 26"/>
                  <a:gd name="T1" fmla="*/ 12 h 17"/>
                  <a:gd name="T2" fmla="*/ 149 w 2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7" y="1"/>
                    </a:moveTo>
                    <a:cubicBezTo>
                      <a:pt x="0" y="17"/>
                      <a:pt x="26" y="5"/>
                      <a:pt x="15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7" name="Freeform 558">
                <a:extLst>
                  <a:ext uri="{FF2B5EF4-FFF2-40B4-BE49-F238E27FC236}">
                    <a16:creationId xmlns:a16="http://schemas.microsoft.com/office/drawing/2014/main" id="{19FD6FEA-6053-4688-9A99-3B7E9B7AE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959"/>
                <a:ext cx="28" cy="34"/>
              </a:xfrm>
              <a:custGeom>
                <a:avLst/>
                <a:gdLst>
                  <a:gd name="T0" fmla="*/ 28 w 13"/>
                  <a:gd name="T1" fmla="*/ 73 h 15"/>
                  <a:gd name="T2" fmla="*/ 101 w 13"/>
                  <a:gd name="T3" fmla="*/ 129 h 15"/>
                  <a:gd name="T4" fmla="*/ 69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3" y="6"/>
                    </a:moveTo>
                    <a:cubicBezTo>
                      <a:pt x="0" y="10"/>
                      <a:pt x="6" y="15"/>
                      <a:pt x="10" y="11"/>
                    </a:cubicBezTo>
                    <a:cubicBezTo>
                      <a:pt x="13" y="8"/>
                      <a:pt x="12" y="0"/>
                      <a:pt x="7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8" name="Freeform 559">
                <a:extLst>
                  <a:ext uri="{FF2B5EF4-FFF2-40B4-BE49-F238E27FC236}">
                    <a16:creationId xmlns:a16="http://schemas.microsoft.com/office/drawing/2014/main" id="{61EB4C6C-D009-4955-999E-0027F1F8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965"/>
                <a:ext cx="35" cy="33"/>
              </a:xfrm>
              <a:custGeom>
                <a:avLst/>
                <a:gdLst>
                  <a:gd name="T0" fmla="*/ 0 w 16"/>
                  <a:gd name="T1" fmla="*/ 66 h 14"/>
                  <a:gd name="T2" fmla="*/ 125 w 16"/>
                  <a:gd name="T3" fmla="*/ 172 h 14"/>
                  <a:gd name="T4" fmla="*/ 168 w 16"/>
                  <a:gd name="T5" fmla="*/ 78 h 14"/>
                  <a:gd name="T6" fmla="*/ 116 w 1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5"/>
                    </a:moveTo>
                    <a:cubicBezTo>
                      <a:pt x="2" y="11"/>
                      <a:pt x="6" y="14"/>
                      <a:pt x="12" y="13"/>
                    </a:cubicBezTo>
                    <a:cubicBezTo>
                      <a:pt x="15" y="12"/>
                      <a:pt x="16" y="10"/>
                      <a:pt x="16" y="6"/>
                    </a:cubicBezTo>
                    <a:cubicBezTo>
                      <a:pt x="15" y="3"/>
                      <a:pt x="14" y="1"/>
                      <a:pt x="11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9" name="Freeform 560">
                <a:extLst>
                  <a:ext uri="{FF2B5EF4-FFF2-40B4-BE49-F238E27FC236}">
                    <a16:creationId xmlns:a16="http://schemas.microsoft.com/office/drawing/2014/main" id="{B05758C3-C1CB-489B-B161-20E9F36E2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942"/>
                <a:ext cx="26" cy="35"/>
              </a:xfrm>
              <a:custGeom>
                <a:avLst/>
                <a:gdLst>
                  <a:gd name="T0" fmla="*/ 0 w 12"/>
                  <a:gd name="T1" fmla="*/ 65 h 15"/>
                  <a:gd name="T2" fmla="*/ 80 w 12"/>
                  <a:gd name="T3" fmla="*/ 142 h 15"/>
                  <a:gd name="T4" fmla="*/ 33 w 1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5"/>
                    </a:moveTo>
                    <a:cubicBezTo>
                      <a:pt x="0" y="9"/>
                      <a:pt x="4" y="15"/>
                      <a:pt x="8" y="11"/>
                    </a:cubicBezTo>
                    <a:cubicBezTo>
                      <a:pt x="12" y="7"/>
                      <a:pt x="7" y="1"/>
                      <a:pt x="3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0" name="Freeform 561">
                <a:extLst>
                  <a:ext uri="{FF2B5EF4-FFF2-40B4-BE49-F238E27FC236}">
                    <a16:creationId xmlns:a16="http://schemas.microsoft.com/office/drawing/2014/main" id="{F985FC7F-233C-40CC-B88A-1885C87FE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425"/>
                <a:ext cx="35" cy="67"/>
              </a:xfrm>
              <a:custGeom>
                <a:avLst/>
                <a:gdLst>
                  <a:gd name="T0" fmla="*/ 116 w 16"/>
                  <a:gd name="T1" fmla="*/ 12 h 29"/>
                  <a:gd name="T2" fmla="*/ 168 w 16"/>
                  <a:gd name="T3" fmla="*/ 358 h 29"/>
                  <a:gd name="T4" fmla="*/ 168 w 16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9">
                    <a:moveTo>
                      <a:pt x="11" y="1"/>
                    </a:moveTo>
                    <a:cubicBezTo>
                      <a:pt x="8" y="11"/>
                      <a:pt x="0" y="28"/>
                      <a:pt x="16" y="29"/>
                    </a:cubicBezTo>
                    <a:cubicBezTo>
                      <a:pt x="10" y="24"/>
                      <a:pt x="11" y="7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1" name="Freeform 562">
                <a:extLst>
                  <a:ext uri="{FF2B5EF4-FFF2-40B4-BE49-F238E27FC236}">
                    <a16:creationId xmlns:a16="http://schemas.microsoft.com/office/drawing/2014/main" id="{6C5FE3FA-FF37-40BF-A5D3-81415A52C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991"/>
                <a:ext cx="40" cy="60"/>
              </a:xfrm>
              <a:custGeom>
                <a:avLst/>
                <a:gdLst>
                  <a:gd name="T0" fmla="*/ 80 w 18"/>
                  <a:gd name="T1" fmla="*/ 0 h 26"/>
                  <a:gd name="T2" fmla="*/ 0 w 18"/>
                  <a:gd name="T3" fmla="*/ 318 h 26"/>
                  <a:gd name="T4" fmla="*/ 178 w 18"/>
                  <a:gd name="T5" fmla="*/ 171 h 26"/>
                  <a:gd name="T6" fmla="*/ 118 w 18"/>
                  <a:gd name="T7" fmla="*/ 1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7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5" y="19"/>
                      <a:pt x="7" y="11"/>
                      <a:pt x="16" y="14"/>
                    </a:cubicBezTo>
                    <a:cubicBezTo>
                      <a:pt x="18" y="9"/>
                      <a:pt x="13" y="5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2" name="Freeform 563">
                <a:extLst>
                  <a:ext uri="{FF2B5EF4-FFF2-40B4-BE49-F238E27FC236}">
                    <a16:creationId xmlns:a16="http://schemas.microsoft.com/office/drawing/2014/main" id="{EE9C4C18-8047-4B00-AAF1-3877BDAF4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035"/>
                <a:ext cx="50" cy="72"/>
              </a:xfrm>
              <a:custGeom>
                <a:avLst/>
                <a:gdLst>
                  <a:gd name="T0" fmla="*/ 217 w 23"/>
                  <a:gd name="T1" fmla="*/ 0 h 31"/>
                  <a:gd name="T2" fmla="*/ 93 w 23"/>
                  <a:gd name="T3" fmla="*/ 388 h 31"/>
                  <a:gd name="T4" fmla="*/ 237 w 23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21" y="0"/>
                    </a:moveTo>
                    <a:cubicBezTo>
                      <a:pt x="12" y="4"/>
                      <a:pt x="0" y="24"/>
                      <a:pt x="9" y="31"/>
                    </a:cubicBezTo>
                    <a:cubicBezTo>
                      <a:pt x="10" y="20"/>
                      <a:pt x="17" y="12"/>
                      <a:pt x="2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3" name="Freeform 564">
                <a:extLst>
                  <a:ext uri="{FF2B5EF4-FFF2-40B4-BE49-F238E27FC236}">
                    <a16:creationId xmlns:a16="http://schemas.microsoft.com/office/drawing/2014/main" id="{1F6C45B3-2C41-4D77-B360-17218FD3D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935"/>
                <a:ext cx="44" cy="88"/>
              </a:xfrm>
              <a:custGeom>
                <a:avLst/>
                <a:gdLst>
                  <a:gd name="T0" fmla="*/ 97 w 20"/>
                  <a:gd name="T1" fmla="*/ 12 h 38"/>
                  <a:gd name="T2" fmla="*/ 125 w 20"/>
                  <a:gd name="T3" fmla="*/ 472 h 38"/>
                  <a:gd name="T4" fmla="*/ 125 w 20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9" y="1"/>
                    </a:moveTo>
                    <a:cubicBezTo>
                      <a:pt x="0" y="12"/>
                      <a:pt x="12" y="27"/>
                      <a:pt x="12" y="38"/>
                    </a:cubicBezTo>
                    <a:cubicBezTo>
                      <a:pt x="12" y="30"/>
                      <a:pt x="20" y="6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4" name="Freeform 565">
                <a:extLst>
                  <a:ext uri="{FF2B5EF4-FFF2-40B4-BE49-F238E27FC236}">
                    <a16:creationId xmlns:a16="http://schemas.microsoft.com/office/drawing/2014/main" id="{81909DD8-397A-4139-9C19-A00C8AD2B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954"/>
                <a:ext cx="26" cy="74"/>
              </a:xfrm>
              <a:custGeom>
                <a:avLst/>
                <a:gdLst>
                  <a:gd name="T0" fmla="*/ 33 w 12"/>
                  <a:gd name="T1" fmla="*/ 0 h 32"/>
                  <a:gd name="T2" fmla="*/ 104 w 12"/>
                  <a:gd name="T3" fmla="*/ 395 h 32"/>
                  <a:gd name="T4" fmla="*/ 80 w 12"/>
                  <a:gd name="T5" fmla="*/ 28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2">
                    <a:moveTo>
                      <a:pt x="3" y="0"/>
                    </a:moveTo>
                    <a:cubicBezTo>
                      <a:pt x="0" y="11"/>
                      <a:pt x="6" y="23"/>
                      <a:pt x="10" y="32"/>
                    </a:cubicBezTo>
                    <a:cubicBezTo>
                      <a:pt x="8" y="23"/>
                      <a:pt x="12" y="11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5" name="Freeform 566">
                <a:extLst>
                  <a:ext uri="{FF2B5EF4-FFF2-40B4-BE49-F238E27FC236}">
                    <a16:creationId xmlns:a16="http://schemas.microsoft.com/office/drawing/2014/main" id="{BE708335-8DE5-4462-B8BB-93E033C9C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221"/>
                <a:ext cx="20" cy="78"/>
              </a:xfrm>
              <a:custGeom>
                <a:avLst/>
                <a:gdLst>
                  <a:gd name="T0" fmla="*/ 20 w 9"/>
                  <a:gd name="T1" fmla="*/ 0 h 34"/>
                  <a:gd name="T2" fmla="*/ 80 w 9"/>
                  <a:gd name="T3" fmla="*/ 411 h 34"/>
                  <a:gd name="T4" fmla="*/ 53 w 9"/>
                  <a:gd name="T5" fmla="*/ 216 h 34"/>
                  <a:gd name="T6" fmla="*/ 98 w 9"/>
                  <a:gd name="T7" fmla="*/ 37 h 34"/>
                  <a:gd name="T8" fmla="*/ 44 w 9"/>
                  <a:gd name="T9" fmla="*/ 3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4">
                    <a:moveTo>
                      <a:pt x="2" y="0"/>
                    </a:moveTo>
                    <a:cubicBezTo>
                      <a:pt x="2" y="10"/>
                      <a:pt x="0" y="26"/>
                      <a:pt x="7" y="34"/>
                    </a:cubicBezTo>
                    <a:cubicBezTo>
                      <a:pt x="7" y="28"/>
                      <a:pt x="5" y="23"/>
                      <a:pt x="5" y="18"/>
                    </a:cubicBezTo>
                    <a:cubicBezTo>
                      <a:pt x="5" y="12"/>
                      <a:pt x="8" y="8"/>
                      <a:pt x="9" y="3"/>
                    </a:cubicBezTo>
                    <a:cubicBezTo>
                      <a:pt x="6" y="2"/>
                      <a:pt x="6" y="3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6" name="Freeform 567">
                <a:extLst>
                  <a:ext uri="{FF2B5EF4-FFF2-40B4-BE49-F238E27FC236}">
                    <a16:creationId xmlns:a16="http://schemas.microsoft.com/office/drawing/2014/main" id="{41E9B09D-75B1-4C25-B090-7A9AA9805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211"/>
                <a:ext cx="46" cy="72"/>
              </a:xfrm>
              <a:custGeom>
                <a:avLst/>
                <a:gdLst>
                  <a:gd name="T0" fmla="*/ 158 w 21"/>
                  <a:gd name="T1" fmla="*/ 28 h 31"/>
                  <a:gd name="T2" fmla="*/ 85 w 21"/>
                  <a:gd name="T3" fmla="*/ 388 h 31"/>
                  <a:gd name="T4" fmla="*/ 221 w 21"/>
                  <a:gd name="T5" fmla="*/ 4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1">
                    <a:moveTo>
                      <a:pt x="15" y="2"/>
                    </a:moveTo>
                    <a:cubicBezTo>
                      <a:pt x="0" y="0"/>
                      <a:pt x="0" y="25"/>
                      <a:pt x="8" y="31"/>
                    </a:cubicBezTo>
                    <a:cubicBezTo>
                      <a:pt x="13" y="18"/>
                      <a:pt x="4" y="12"/>
                      <a:pt x="2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7" name="Freeform 568">
                <a:extLst>
                  <a:ext uri="{FF2B5EF4-FFF2-40B4-BE49-F238E27FC236}">
                    <a16:creationId xmlns:a16="http://schemas.microsoft.com/office/drawing/2014/main" id="{D020371A-9858-4594-AFEE-6B8901510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601"/>
                <a:ext cx="22" cy="56"/>
              </a:xfrm>
              <a:custGeom>
                <a:avLst/>
                <a:gdLst>
                  <a:gd name="T0" fmla="*/ 64 w 10"/>
                  <a:gd name="T1" fmla="*/ 0 h 24"/>
                  <a:gd name="T2" fmla="*/ 106 w 10"/>
                  <a:gd name="T3" fmla="*/ 306 h 24"/>
                  <a:gd name="T4" fmla="*/ 88 w 10"/>
                  <a:gd name="T5" fmla="*/ 49 h 24"/>
                  <a:gd name="T6" fmla="*/ 64 w 10"/>
                  <a:gd name="T7" fmla="*/ 2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6" y="0"/>
                    </a:moveTo>
                    <a:cubicBezTo>
                      <a:pt x="3" y="11"/>
                      <a:pt x="0" y="18"/>
                      <a:pt x="10" y="24"/>
                    </a:cubicBezTo>
                    <a:cubicBezTo>
                      <a:pt x="6" y="18"/>
                      <a:pt x="8" y="10"/>
                      <a:pt x="8" y="4"/>
                    </a:cubicBezTo>
                    <a:cubicBezTo>
                      <a:pt x="7" y="4"/>
                      <a:pt x="7" y="3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8" name="Freeform 569">
                <a:extLst>
                  <a:ext uri="{FF2B5EF4-FFF2-40B4-BE49-F238E27FC236}">
                    <a16:creationId xmlns:a16="http://schemas.microsoft.com/office/drawing/2014/main" id="{7CC9C053-9409-4445-9EB4-3E476B654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1645"/>
                <a:ext cx="32" cy="74"/>
              </a:xfrm>
              <a:custGeom>
                <a:avLst/>
                <a:gdLst>
                  <a:gd name="T0" fmla="*/ 77 w 15"/>
                  <a:gd name="T1" fmla="*/ 0 h 32"/>
                  <a:gd name="T2" fmla="*/ 60 w 15"/>
                  <a:gd name="T3" fmla="*/ 395 h 32"/>
                  <a:gd name="T4" fmla="*/ 145 w 15"/>
                  <a:gd name="T5" fmla="*/ 113 h 32"/>
                  <a:gd name="T6" fmla="*/ 87 w 15"/>
                  <a:gd name="T7" fmla="*/ 37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2">
                    <a:moveTo>
                      <a:pt x="8" y="0"/>
                    </a:moveTo>
                    <a:cubicBezTo>
                      <a:pt x="0" y="7"/>
                      <a:pt x="4" y="23"/>
                      <a:pt x="6" y="32"/>
                    </a:cubicBezTo>
                    <a:cubicBezTo>
                      <a:pt x="9" y="23"/>
                      <a:pt x="7" y="16"/>
                      <a:pt x="15" y="9"/>
                    </a:cubicBezTo>
                    <a:cubicBezTo>
                      <a:pt x="13" y="8"/>
                      <a:pt x="11" y="5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9" name="Freeform 570">
                <a:extLst>
                  <a:ext uri="{FF2B5EF4-FFF2-40B4-BE49-F238E27FC236}">
                    <a16:creationId xmlns:a16="http://schemas.microsoft.com/office/drawing/2014/main" id="{9659AA14-C083-4936-92C5-0C207B20A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745"/>
                <a:ext cx="22" cy="62"/>
              </a:xfrm>
              <a:custGeom>
                <a:avLst/>
                <a:gdLst>
                  <a:gd name="T0" fmla="*/ 9 w 10"/>
                  <a:gd name="T1" fmla="*/ 326 h 27"/>
                  <a:gd name="T2" fmla="*/ 44 w 10"/>
                  <a:gd name="T3" fmla="*/ 0 h 27"/>
                  <a:gd name="T4" fmla="*/ 106 w 10"/>
                  <a:gd name="T5" fmla="*/ 195 h 27"/>
                  <a:gd name="T6" fmla="*/ 44 w 10"/>
                  <a:gd name="T7" fmla="*/ 131 h 27"/>
                  <a:gd name="T8" fmla="*/ 44 w 10"/>
                  <a:gd name="T9" fmla="*/ 15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7">
                    <a:moveTo>
                      <a:pt x="1" y="27"/>
                    </a:moveTo>
                    <a:cubicBezTo>
                      <a:pt x="4" y="19"/>
                      <a:pt x="0" y="9"/>
                      <a:pt x="4" y="0"/>
                    </a:cubicBezTo>
                    <a:cubicBezTo>
                      <a:pt x="7" y="4"/>
                      <a:pt x="9" y="11"/>
                      <a:pt x="10" y="16"/>
                    </a:cubicBezTo>
                    <a:cubicBezTo>
                      <a:pt x="9" y="14"/>
                      <a:pt x="6" y="12"/>
                      <a:pt x="4" y="11"/>
                    </a:cubicBezTo>
                    <a:cubicBezTo>
                      <a:pt x="4" y="11"/>
                      <a:pt x="4" y="12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0" name="Freeform 571">
                <a:extLst>
                  <a:ext uri="{FF2B5EF4-FFF2-40B4-BE49-F238E27FC236}">
                    <a16:creationId xmlns:a16="http://schemas.microsoft.com/office/drawing/2014/main" id="{0C4164F2-1D46-4B63-8888-AC6C29825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959"/>
                <a:ext cx="184" cy="220"/>
              </a:xfrm>
              <a:custGeom>
                <a:avLst/>
                <a:gdLst>
                  <a:gd name="T0" fmla="*/ 487 w 85"/>
                  <a:gd name="T1" fmla="*/ 123 h 95"/>
                  <a:gd name="T2" fmla="*/ 149 w 85"/>
                  <a:gd name="T3" fmla="*/ 113 h 95"/>
                  <a:gd name="T4" fmla="*/ 234 w 85"/>
                  <a:gd name="T5" fmla="*/ 811 h 95"/>
                  <a:gd name="T6" fmla="*/ 732 w 85"/>
                  <a:gd name="T7" fmla="*/ 1093 h 95"/>
                  <a:gd name="T8" fmla="*/ 833 w 85"/>
                  <a:gd name="T9" fmla="*/ 820 h 95"/>
                  <a:gd name="T10" fmla="*/ 660 w 85"/>
                  <a:gd name="T11" fmla="*/ 472 h 95"/>
                  <a:gd name="T12" fmla="*/ 487 w 85"/>
                  <a:gd name="T13" fmla="*/ 123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95">
                    <a:moveTo>
                      <a:pt x="48" y="10"/>
                    </a:moveTo>
                    <a:cubicBezTo>
                      <a:pt x="37" y="2"/>
                      <a:pt x="26" y="0"/>
                      <a:pt x="15" y="9"/>
                    </a:cubicBezTo>
                    <a:cubicBezTo>
                      <a:pt x="0" y="21"/>
                      <a:pt x="5" y="43"/>
                      <a:pt x="23" y="65"/>
                    </a:cubicBezTo>
                    <a:cubicBezTo>
                      <a:pt x="41" y="86"/>
                      <a:pt x="53" y="95"/>
                      <a:pt x="72" y="88"/>
                    </a:cubicBezTo>
                    <a:cubicBezTo>
                      <a:pt x="81" y="85"/>
                      <a:pt x="85" y="76"/>
                      <a:pt x="82" y="66"/>
                    </a:cubicBezTo>
                    <a:cubicBezTo>
                      <a:pt x="80" y="54"/>
                      <a:pt x="73" y="49"/>
                      <a:pt x="65" y="38"/>
                    </a:cubicBezTo>
                    <a:cubicBezTo>
                      <a:pt x="61" y="31"/>
                      <a:pt x="57" y="17"/>
                      <a:pt x="48" y="10"/>
                    </a:cubicBezTo>
                    <a:close/>
                  </a:path>
                </a:pathLst>
              </a:custGeom>
              <a:solidFill>
                <a:srgbClr val="ED9075"/>
              </a:solidFill>
              <a:ln w="6350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1" name="Freeform 572">
                <a:extLst>
                  <a:ext uri="{FF2B5EF4-FFF2-40B4-BE49-F238E27FC236}">
                    <a16:creationId xmlns:a16="http://schemas.microsoft.com/office/drawing/2014/main" id="{EBAC3589-7B3B-4132-B685-B5E3F5110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991"/>
                <a:ext cx="98" cy="118"/>
              </a:xfrm>
              <a:custGeom>
                <a:avLst/>
                <a:gdLst>
                  <a:gd name="T0" fmla="*/ 52 w 45"/>
                  <a:gd name="T1" fmla="*/ 86 h 51"/>
                  <a:gd name="T2" fmla="*/ 229 w 45"/>
                  <a:gd name="T3" fmla="*/ 530 h 51"/>
                  <a:gd name="T4" fmla="*/ 446 w 45"/>
                  <a:gd name="T5" fmla="*/ 518 h 51"/>
                  <a:gd name="T6" fmla="*/ 309 w 45"/>
                  <a:gd name="T7" fmla="*/ 236 h 51"/>
                  <a:gd name="T8" fmla="*/ 52 w 45"/>
                  <a:gd name="T9" fmla="*/ 8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51">
                    <a:moveTo>
                      <a:pt x="5" y="7"/>
                    </a:moveTo>
                    <a:cubicBezTo>
                      <a:pt x="0" y="18"/>
                      <a:pt x="12" y="36"/>
                      <a:pt x="22" y="43"/>
                    </a:cubicBezTo>
                    <a:cubicBezTo>
                      <a:pt x="33" y="51"/>
                      <a:pt x="41" y="49"/>
                      <a:pt x="43" y="42"/>
                    </a:cubicBezTo>
                    <a:cubicBezTo>
                      <a:pt x="45" y="35"/>
                      <a:pt x="34" y="27"/>
                      <a:pt x="30" y="19"/>
                    </a:cubicBezTo>
                    <a:cubicBezTo>
                      <a:pt x="25" y="11"/>
                      <a:pt x="14" y="0"/>
                      <a:pt x="5" y="7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2" name="Freeform 573">
                <a:extLst>
                  <a:ext uri="{FF2B5EF4-FFF2-40B4-BE49-F238E27FC236}">
                    <a16:creationId xmlns:a16="http://schemas.microsoft.com/office/drawing/2014/main" id="{CD0BBBF3-C48B-4D4A-8B89-D51C5FD85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993"/>
                <a:ext cx="59" cy="105"/>
              </a:xfrm>
              <a:custGeom>
                <a:avLst/>
                <a:gdLst>
                  <a:gd name="T0" fmla="*/ 229 w 27"/>
                  <a:gd name="T1" fmla="*/ 114 h 45"/>
                  <a:gd name="T2" fmla="*/ 72 w 27"/>
                  <a:gd name="T3" fmla="*/ 77 h 45"/>
                  <a:gd name="T4" fmla="*/ 282 w 27"/>
                  <a:gd name="T5" fmla="*/ 572 h 45"/>
                  <a:gd name="T6" fmla="*/ 229 w 27"/>
                  <a:gd name="T7" fmla="*/ 11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5">
                    <a:moveTo>
                      <a:pt x="22" y="9"/>
                    </a:moveTo>
                    <a:cubicBezTo>
                      <a:pt x="16" y="5"/>
                      <a:pt x="13" y="0"/>
                      <a:pt x="7" y="6"/>
                    </a:cubicBezTo>
                    <a:cubicBezTo>
                      <a:pt x="1" y="12"/>
                      <a:pt x="9" y="34"/>
                      <a:pt x="27" y="45"/>
                    </a:cubicBezTo>
                    <a:cubicBezTo>
                      <a:pt x="15" y="34"/>
                      <a:pt x="0" y="2"/>
                      <a:pt x="22" y="9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3" name="Freeform 574">
                <a:extLst>
                  <a:ext uri="{FF2B5EF4-FFF2-40B4-BE49-F238E27FC236}">
                    <a16:creationId xmlns:a16="http://schemas.microsoft.com/office/drawing/2014/main" id="{CE89DA6B-F7B3-4B78-A573-9C8223CFB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970"/>
                <a:ext cx="57" cy="102"/>
              </a:xfrm>
              <a:custGeom>
                <a:avLst/>
                <a:gdLst>
                  <a:gd name="T0" fmla="*/ 274 w 26"/>
                  <a:gd name="T1" fmla="*/ 49 h 44"/>
                  <a:gd name="T2" fmla="*/ 116 w 26"/>
                  <a:gd name="T3" fmla="*/ 547 h 44"/>
                  <a:gd name="T4" fmla="*/ 274 w 26"/>
                  <a:gd name="T5" fmla="*/ 49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4">
                    <a:moveTo>
                      <a:pt x="26" y="4"/>
                    </a:moveTo>
                    <a:cubicBezTo>
                      <a:pt x="10" y="0"/>
                      <a:pt x="0" y="21"/>
                      <a:pt x="11" y="44"/>
                    </a:cubicBezTo>
                    <a:cubicBezTo>
                      <a:pt x="8" y="34"/>
                      <a:pt x="9" y="8"/>
                      <a:pt x="26" y="4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4" name="Freeform 575">
                <a:extLst>
                  <a:ext uri="{FF2B5EF4-FFF2-40B4-BE49-F238E27FC236}">
                    <a16:creationId xmlns:a16="http://schemas.microsoft.com/office/drawing/2014/main" id="{06651584-D108-477A-AFDC-4EE417033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993"/>
                <a:ext cx="16" cy="23"/>
              </a:xfrm>
              <a:custGeom>
                <a:avLst/>
                <a:gdLst>
                  <a:gd name="T0" fmla="*/ 85 w 7"/>
                  <a:gd name="T1" fmla="*/ 0 h 10"/>
                  <a:gd name="T2" fmla="*/ 48 w 7"/>
                  <a:gd name="T3" fmla="*/ 1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4" y="1"/>
                      <a:pt x="0" y="10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5" name="Freeform 576">
                <a:extLst>
                  <a:ext uri="{FF2B5EF4-FFF2-40B4-BE49-F238E27FC236}">
                    <a16:creationId xmlns:a16="http://schemas.microsoft.com/office/drawing/2014/main" id="{923D5F87-CDB2-4376-A347-9E4F8CA68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000"/>
                <a:ext cx="89" cy="121"/>
              </a:xfrm>
              <a:custGeom>
                <a:avLst/>
                <a:gdLst>
                  <a:gd name="T0" fmla="*/ 419 w 41"/>
                  <a:gd name="T1" fmla="*/ 591 h 52"/>
                  <a:gd name="T2" fmla="*/ 402 w 41"/>
                  <a:gd name="T3" fmla="*/ 628 h 52"/>
                  <a:gd name="T4" fmla="*/ 113 w 41"/>
                  <a:gd name="T5" fmla="*/ 363 h 52"/>
                  <a:gd name="T6" fmla="*/ 43 w 41"/>
                  <a:gd name="T7" fmla="*/ 37 h 52"/>
                  <a:gd name="T8" fmla="*/ 156 w 41"/>
                  <a:gd name="T9" fmla="*/ 37 h 52"/>
                  <a:gd name="T10" fmla="*/ 156 w 41"/>
                  <a:gd name="T11" fmla="*/ 37 h 52"/>
                  <a:gd name="T12" fmla="*/ 33 w 41"/>
                  <a:gd name="T13" fmla="*/ 37 h 52"/>
                  <a:gd name="T14" fmla="*/ 104 w 41"/>
                  <a:gd name="T15" fmla="*/ 363 h 52"/>
                  <a:gd name="T16" fmla="*/ 402 w 41"/>
                  <a:gd name="T17" fmla="*/ 628 h 52"/>
                  <a:gd name="T18" fmla="*/ 419 w 41"/>
                  <a:gd name="T19" fmla="*/ 59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52">
                    <a:moveTo>
                      <a:pt x="41" y="47"/>
                    </a:moveTo>
                    <a:cubicBezTo>
                      <a:pt x="41" y="48"/>
                      <a:pt x="40" y="49"/>
                      <a:pt x="39" y="50"/>
                    </a:cubicBezTo>
                    <a:cubicBezTo>
                      <a:pt x="35" y="51"/>
                      <a:pt x="25" y="47"/>
                      <a:pt x="11" y="29"/>
                    </a:cubicBezTo>
                    <a:cubicBezTo>
                      <a:pt x="1" y="15"/>
                      <a:pt x="1" y="7"/>
                      <a:pt x="4" y="3"/>
                    </a:cubicBezTo>
                    <a:cubicBezTo>
                      <a:pt x="6" y="1"/>
                      <a:pt x="11" y="0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0" y="0"/>
                      <a:pt x="6" y="0"/>
                      <a:pt x="3" y="3"/>
                    </a:cubicBezTo>
                    <a:cubicBezTo>
                      <a:pt x="0" y="7"/>
                      <a:pt x="0" y="15"/>
                      <a:pt x="10" y="29"/>
                    </a:cubicBezTo>
                    <a:cubicBezTo>
                      <a:pt x="23" y="46"/>
                      <a:pt x="34" y="52"/>
                      <a:pt x="39" y="50"/>
                    </a:cubicBezTo>
                    <a:cubicBezTo>
                      <a:pt x="40" y="50"/>
                      <a:pt x="41" y="49"/>
                      <a:pt x="41" y="47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6" name="Freeform 577">
                <a:extLst>
                  <a:ext uri="{FF2B5EF4-FFF2-40B4-BE49-F238E27FC236}">
                    <a16:creationId xmlns:a16="http://schemas.microsoft.com/office/drawing/2014/main" id="{C30DB933-DCFB-4809-9DD7-F1264E708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926"/>
                <a:ext cx="20" cy="93"/>
              </a:xfrm>
              <a:custGeom>
                <a:avLst/>
                <a:gdLst>
                  <a:gd name="T0" fmla="*/ 98 w 9"/>
                  <a:gd name="T1" fmla="*/ 502 h 40"/>
                  <a:gd name="T2" fmla="*/ 98 w 9"/>
                  <a:gd name="T3" fmla="*/ 0 h 40"/>
                  <a:gd name="T4" fmla="*/ 98 w 9"/>
                  <a:gd name="T5" fmla="*/ 50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0">
                    <a:moveTo>
                      <a:pt x="9" y="4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10"/>
                      <a:pt x="1" y="27"/>
                      <a:pt x="9" y="40"/>
                    </a:cubicBezTo>
                    <a:close/>
                  </a:path>
                </a:pathLst>
              </a:custGeom>
              <a:solidFill>
                <a:srgbClr val="ED9075"/>
              </a:solidFill>
              <a:ln w="6350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7" name="Freeform 578">
                <a:extLst>
                  <a:ext uri="{FF2B5EF4-FFF2-40B4-BE49-F238E27FC236}">
                    <a16:creationId xmlns:a16="http://schemas.microsoft.com/office/drawing/2014/main" id="{DBCE00F7-E861-4F5A-B33C-066635556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026"/>
                <a:ext cx="150" cy="211"/>
              </a:xfrm>
              <a:custGeom>
                <a:avLst/>
                <a:gdLst>
                  <a:gd name="T0" fmla="*/ 709 w 69"/>
                  <a:gd name="T1" fmla="*/ 587 h 91"/>
                  <a:gd name="T2" fmla="*/ 667 w 69"/>
                  <a:gd name="T3" fmla="*/ 501 h 91"/>
                  <a:gd name="T4" fmla="*/ 552 w 69"/>
                  <a:gd name="T5" fmla="*/ 151 h 91"/>
                  <a:gd name="T6" fmla="*/ 193 w 69"/>
                  <a:gd name="T7" fmla="*/ 86 h 91"/>
                  <a:gd name="T8" fmla="*/ 133 w 69"/>
                  <a:gd name="T9" fmla="*/ 737 h 91"/>
                  <a:gd name="T10" fmla="*/ 604 w 69"/>
                  <a:gd name="T11" fmla="*/ 1085 h 91"/>
                  <a:gd name="T12" fmla="*/ 709 w 69"/>
                  <a:gd name="T13" fmla="*/ 1032 h 91"/>
                  <a:gd name="T14" fmla="*/ 709 w 69"/>
                  <a:gd name="T15" fmla="*/ 587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91">
                    <a:moveTo>
                      <a:pt x="69" y="47"/>
                    </a:moveTo>
                    <a:cubicBezTo>
                      <a:pt x="68" y="45"/>
                      <a:pt x="67" y="43"/>
                      <a:pt x="65" y="40"/>
                    </a:cubicBezTo>
                    <a:cubicBezTo>
                      <a:pt x="62" y="33"/>
                      <a:pt x="62" y="20"/>
                      <a:pt x="54" y="12"/>
                    </a:cubicBezTo>
                    <a:cubicBezTo>
                      <a:pt x="45" y="3"/>
                      <a:pt x="33" y="0"/>
                      <a:pt x="19" y="7"/>
                    </a:cubicBezTo>
                    <a:cubicBezTo>
                      <a:pt x="1" y="16"/>
                      <a:pt x="0" y="37"/>
                      <a:pt x="13" y="59"/>
                    </a:cubicBezTo>
                    <a:cubicBezTo>
                      <a:pt x="27" y="81"/>
                      <a:pt x="37" y="91"/>
                      <a:pt x="59" y="87"/>
                    </a:cubicBezTo>
                    <a:cubicBezTo>
                      <a:pt x="63" y="86"/>
                      <a:pt x="67" y="85"/>
                      <a:pt x="69" y="83"/>
                    </a:cubicBezTo>
                    <a:lnTo>
                      <a:pt x="69" y="47"/>
                    </a:lnTo>
                    <a:close/>
                  </a:path>
                </a:pathLst>
              </a:custGeom>
              <a:solidFill>
                <a:srgbClr val="ED9075"/>
              </a:solidFill>
              <a:ln w="6350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8" name="Freeform 579">
                <a:extLst>
                  <a:ext uri="{FF2B5EF4-FFF2-40B4-BE49-F238E27FC236}">
                    <a16:creationId xmlns:a16="http://schemas.microsoft.com/office/drawing/2014/main" id="{2ED5AB35-12C6-40DB-9849-83C8807C9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058"/>
                <a:ext cx="83" cy="135"/>
              </a:xfrm>
              <a:custGeom>
                <a:avLst/>
                <a:gdLst>
                  <a:gd name="T0" fmla="*/ 291 w 38"/>
                  <a:gd name="T1" fmla="*/ 200 h 58"/>
                  <a:gd name="T2" fmla="*/ 81 w 38"/>
                  <a:gd name="T3" fmla="*/ 86 h 58"/>
                  <a:gd name="T4" fmla="*/ 166 w 38"/>
                  <a:gd name="T5" fmla="*/ 493 h 58"/>
                  <a:gd name="T6" fmla="*/ 363 w 38"/>
                  <a:gd name="T7" fmla="*/ 617 h 58"/>
                  <a:gd name="T8" fmla="*/ 343 w 38"/>
                  <a:gd name="T9" fmla="*/ 351 h 58"/>
                  <a:gd name="T10" fmla="*/ 291 w 38"/>
                  <a:gd name="T11" fmla="*/ 20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8">
                    <a:moveTo>
                      <a:pt x="28" y="16"/>
                    </a:moveTo>
                    <a:cubicBezTo>
                      <a:pt x="25" y="6"/>
                      <a:pt x="16" y="0"/>
                      <a:pt x="8" y="7"/>
                    </a:cubicBezTo>
                    <a:cubicBezTo>
                      <a:pt x="0" y="14"/>
                      <a:pt x="8" y="28"/>
                      <a:pt x="16" y="39"/>
                    </a:cubicBezTo>
                    <a:cubicBezTo>
                      <a:pt x="24" y="51"/>
                      <a:pt x="30" y="58"/>
                      <a:pt x="35" y="49"/>
                    </a:cubicBezTo>
                    <a:cubicBezTo>
                      <a:pt x="38" y="44"/>
                      <a:pt x="36" y="36"/>
                      <a:pt x="33" y="28"/>
                    </a:cubicBezTo>
                    <a:cubicBezTo>
                      <a:pt x="30" y="21"/>
                      <a:pt x="28" y="16"/>
                      <a:pt x="28" y="16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9" name="Freeform 580">
                <a:extLst>
                  <a:ext uri="{FF2B5EF4-FFF2-40B4-BE49-F238E27FC236}">
                    <a16:creationId xmlns:a16="http://schemas.microsoft.com/office/drawing/2014/main" id="{5943608E-979B-4091-90D0-9BF5A4146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058"/>
                <a:ext cx="46" cy="109"/>
              </a:xfrm>
              <a:custGeom>
                <a:avLst/>
                <a:gdLst>
                  <a:gd name="T0" fmla="*/ 221 w 21"/>
                  <a:gd name="T1" fmla="*/ 114 h 47"/>
                  <a:gd name="T2" fmla="*/ 33 w 21"/>
                  <a:gd name="T3" fmla="*/ 123 h 47"/>
                  <a:gd name="T4" fmla="*/ 177 w 21"/>
                  <a:gd name="T5" fmla="*/ 587 h 47"/>
                  <a:gd name="T6" fmla="*/ 221 w 21"/>
                  <a:gd name="T7" fmla="*/ 11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7">
                    <a:moveTo>
                      <a:pt x="21" y="9"/>
                    </a:moveTo>
                    <a:cubicBezTo>
                      <a:pt x="17" y="4"/>
                      <a:pt x="7" y="0"/>
                      <a:pt x="3" y="10"/>
                    </a:cubicBezTo>
                    <a:cubicBezTo>
                      <a:pt x="0" y="19"/>
                      <a:pt x="8" y="39"/>
                      <a:pt x="17" y="47"/>
                    </a:cubicBezTo>
                    <a:cubicBezTo>
                      <a:pt x="10" y="33"/>
                      <a:pt x="11" y="7"/>
                      <a:pt x="21" y="9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0" name="Freeform 581">
                <a:extLst>
                  <a:ext uri="{FF2B5EF4-FFF2-40B4-BE49-F238E27FC236}">
                    <a16:creationId xmlns:a16="http://schemas.microsoft.com/office/drawing/2014/main" id="{E97FFA0F-686B-4187-82E9-C7FC3228A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1065"/>
                <a:ext cx="78" cy="121"/>
              </a:xfrm>
              <a:custGeom>
                <a:avLst/>
                <a:gdLst>
                  <a:gd name="T0" fmla="*/ 366 w 36"/>
                  <a:gd name="T1" fmla="*/ 607 h 52"/>
                  <a:gd name="T2" fmla="*/ 325 w 36"/>
                  <a:gd name="T3" fmla="*/ 628 h 52"/>
                  <a:gd name="T4" fmla="*/ 93 w 36"/>
                  <a:gd name="T5" fmla="*/ 342 h 52"/>
                  <a:gd name="T6" fmla="*/ 80 w 36"/>
                  <a:gd name="T7" fmla="*/ 37 h 52"/>
                  <a:gd name="T8" fmla="*/ 202 w 36"/>
                  <a:gd name="T9" fmla="*/ 49 h 52"/>
                  <a:gd name="T10" fmla="*/ 202 w 36"/>
                  <a:gd name="T11" fmla="*/ 49 h 52"/>
                  <a:gd name="T12" fmla="*/ 72 w 36"/>
                  <a:gd name="T13" fmla="*/ 28 h 52"/>
                  <a:gd name="T14" fmla="*/ 80 w 36"/>
                  <a:gd name="T15" fmla="*/ 342 h 52"/>
                  <a:gd name="T16" fmla="*/ 338 w 36"/>
                  <a:gd name="T17" fmla="*/ 645 h 52"/>
                  <a:gd name="T18" fmla="*/ 366 w 36"/>
                  <a:gd name="T19" fmla="*/ 607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52">
                    <a:moveTo>
                      <a:pt x="36" y="48"/>
                    </a:moveTo>
                    <a:cubicBezTo>
                      <a:pt x="35" y="49"/>
                      <a:pt x="34" y="50"/>
                      <a:pt x="32" y="50"/>
                    </a:cubicBezTo>
                    <a:cubicBezTo>
                      <a:pt x="28" y="51"/>
                      <a:pt x="18" y="45"/>
                      <a:pt x="9" y="27"/>
                    </a:cubicBezTo>
                    <a:cubicBezTo>
                      <a:pt x="1" y="14"/>
                      <a:pt x="4" y="6"/>
                      <a:pt x="8" y="3"/>
                    </a:cubicBezTo>
                    <a:cubicBezTo>
                      <a:pt x="11" y="1"/>
                      <a:pt x="16" y="1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3" y="5"/>
                      <a:pt x="0" y="14"/>
                      <a:pt x="8" y="27"/>
                    </a:cubicBezTo>
                    <a:cubicBezTo>
                      <a:pt x="17" y="45"/>
                      <a:pt x="27" y="52"/>
                      <a:pt x="33" y="51"/>
                    </a:cubicBezTo>
                    <a:cubicBezTo>
                      <a:pt x="34" y="51"/>
                      <a:pt x="35" y="49"/>
                      <a:pt x="36" y="48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1" name="Freeform 582">
                <a:extLst>
                  <a:ext uri="{FF2B5EF4-FFF2-40B4-BE49-F238E27FC236}">
                    <a16:creationId xmlns:a16="http://schemas.microsoft.com/office/drawing/2014/main" id="{F6159A39-F100-4482-BD54-0CB8D5E3C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102"/>
                <a:ext cx="196" cy="186"/>
              </a:xfrm>
              <a:custGeom>
                <a:avLst/>
                <a:gdLst>
                  <a:gd name="T0" fmla="*/ 632 w 90"/>
                  <a:gd name="T1" fmla="*/ 140 h 80"/>
                  <a:gd name="T2" fmla="*/ 322 w 90"/>
                  <a:gd name="T3" fmla="*/ 37 h 80"/>
                  <a:gd name="T4" fmla="*/ 96 w 90"/>
                  <a:gd name="T5" fmla="*/ 253 h 80"/>
                  <a:gd name="T6" fmla="*/ 446 w 90"/>
                  <a:gd name="T7" fmla="*/ 930 h 80"/>
                  <a:gd name="T8" fmla="*/ 919 w 90"/>
                  <a:gd name="T9" fmla="*/ 567 h 80"/>
                  <a:gd name="T10" fmla="*/ 632 w 90"/>
                  <a:gd name="T11" fmla="*/ 140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80">
                    <a:moveTo>
                      <a:pt x="61" y="11"/>
                    </a:moveTo>
                    <a:cubicBezTo>
                      <a:pt x="51" y="4"/>
                      <a:pt x="42" y="0"/>
                      <a:pt x="31" y="3"/>
                    </a:cubicBezTo>
                    <a:cubicBezTo>
                      <a:pt x="22" y="5"/>
                      <a:pt x="14" y="10"/>
                      <a:pt x="9" y="20"/>
                    </a:cubicBezTo>
                    <a:cubicBezTo>
                      <a:pt x="0" y="40"/>
                      <a:pt x="17" y="68"/>
                      <a:pt x="43" y="74"/>
                    </a:cubicBezTo>
                    <a:cubicBezTo>
                      <a:pt x="70" y="80"/>
                      <a:pt x="90" y="62"/>
                      <a:pt x="89" y="45"/>
                    </a:cubicBezTo>
                    <a:cubicBezTo>
                      <a:pt x="86" y="29"/>
                      <a:pt x="80" y="24"/>
                      <a:pt x="61" y="11"/>
                    </a:cubicBezTo>
                    <a:close/>
                  </a:path>
                </a:pathLst>
              </a:custGeom>
              <a:solidFill>
                <a:srgbClr val="ED9075"/>
              </a:solidFill>
              <a:ln w="6350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2" name="Freeform 583">
                <a:extLst>
                  <a:ext uri="{FF2B5EF4-FFF2-40B4-BE49-F238E27FC236}">
                    <a16:creationId xmlns:a16="http://schemas.microsoft.com/office/drawing/2014/main" id="{6079B5CB-D5D1-40B2-AB37-007AF2EFE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142"/>
                <a:ext cx="109" cy="95"/>
              </a:xfrm>
              <a:custGeom>
                <a:avLst/>
                <a:gdLst>
                  <a:gd name="T0" fmla="*/ 194 w 50"/>
                  <a:gd name="T1" fmla="*/ 49 h 41"/>
                  <a:gd name="T2" fmla="*/ 20 w 50"/>
                  <a:gd name="T3" fmla="*/ 199 h 41"/>
                  <a:gd name="T4" fmla="*/ 310 w 50"/>
                  <a:gd name="T5" fmla="*/ 510 h 41"/>
                  <a:gd name="T6" fmla="*/ 447 w 50"/>
                  <a:gd name="T7" fmla="*/ 248 h 41"/>
                  <a:gd name="T8" fmla="*/ 194 w 50"/>
                  <a:gd name="T9" fmla="*/ 4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1">
                    <a:moveTo>
                      <a:pt x="19" y="4"/>
                    </a:moveTo>
                    <a:cubicBezTo>
                      <a:pt x="9" y="0"/>
                      <a:pt x="0" y="2"/>
                      <a:pt x="2" y="16"/>
                    </a:cubicBezTo>
                    <a:cubicBezTo>
                      <a:pt x="4" y="30"/>
                      <a:pt x="14" y="41"/>
                      <a:pt x="30" y="41"/>
                    </a:cubicBezTo>
                    <a:cubicBezTo>
                      <a:pt x="46" y="41"/>
                      <a:pt x="50" y="26"/>
                      <a:pt x="43" y="20"/>
                    </a:cubicBezTo>
                    <a:cubicBezTo>
                      <a:pt x="37" y="13"/>
                      <a:pt x="28" y="6"/>
                      <a:pt x="19" y="4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3" name="Freeform 584">
                <a:extLst>
                  <a:ext uri="{FF2B5EF4-FFF2-40B4-BE49-F238E27FC236}">
                    <a16:creationId xmlns:a16="http://schemas.microsoft.com/office/drawing/2014/main" id="{35B2C8A0-5007-475A-B45B-B58347593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139"/>
                <a:ext cx="68" cy="102"/>
              </a:xfrm>
              <a:custGeom>
                <a:avLst/>
                <a:gdLst>
                  <a:gd name="T0" fmla="*/ 9 w 31"/>
                  <a:gd name="T1" fmla="*/ 162 h 44"/>
                  <a:gd name="T2" fmla="*/ 327 w 31"/>
                  <a:gd name="T3" fmla="*/ 123 h 44"/>
                  <a:gd name="T4" fmla="*/ 169 w 31"/>
                  <a:gd name="T5" fmla="*/ 461 h 44"/>
                  <a:gd name="T6" fmla="*/ 149 w 31"/>
                  <a:gd name="T7" fmla="*/ 461 h 44"/>
                  <a:gd name="T8" fmla="*/ 9 w 31"/>
                  <a:gd name="T9" fmla="*/ 16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4">
                    <a:moveTo>
                      <a:pt x="1" y="13"/>
                    </a:moveTo>
                    <a:cubicBezTo>
                      <a:pt x="8" y="0"/>
                      <a:pt x="18" y="1"/>
                      <a:pt x="31" y="10"/>
                    </a:cubicBezTo>
                    <a:cubicBezTo>
                      <a:pt x="3" y="5"/>
                      <a:pt x="7" y="30"/>
                      <a:pt x="16" y="37"/>
                    </a:cubicBezTo>
                    <a:cubicBezTo>
                      <a:pt x="26" y="44"/>
                      <a:pt x="14" y="37"/>
                      <a:pt x="14" y="37"/>
                    </a:cubicBezTo>
                    <a:cubicBezTo>
                      <a:pt x="14" y="37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4" name="Freeform 585">
                <a:extLst>
                  <a:ext uri="{FF2B5EF4-FFF2-40B4-BE49-F238E27FC236}">
                    <a16:creationId xmlns:a16="http://schemas.microsoft.com/office/drawing/2014/main" id="{1A8688E5-DCEC-49E6-8188-71FE569E8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163"/>
                <a:ext cx="81" cy="102"/>
              </a:xfrm>
              <a:custGeom>
                <a:avLst/>
                <a:gdLst>
                  <a:gd name="T0" fmla="*/ 20 w 37"/>
                  <a:gd name="T1" fmla="*/ 0 h 44"/>
                  <a:gd name="T2" fmla="*/ 387 w 37"/>
                  <a:gd name="T3" fmla="*/ 547 h 44"/>
                  <a:gd name="T4" fmla="*/ 20 w 37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4">
                    <a:moveTo>
                      <a:pt x="2" y="0"/>
                    </a:moveTo>
                    <a:cubicBezTo>
                      <a:pt x="0" y="11"/>
                      <a:pt x="3" y="35"/>
                      <a:pt x="37" y="44"/>
                    </a:cubicBezTo>
                    <a:cubicBezTo>
                      <a:pt x="25" y="40"/>
                      <a:pt x="4" y="21"/>
                      <a:pt x="2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5" name="Freeform 586">
                <a:extLst>
                  <a:ext uri="{FF2B5EF4-FFF2-40B4-BE49-F238E27FC236}">
                    <a16:creationId xmlns:a16="http://schemas.microsoft.com/office/drawing/2014/main" id="{CBAC37C6-1A6E-4A1F-BFC6-A80F4BDB7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146"/>
                <a:ext cx="103" cy="95"/>
              </a:xfrm>
              <a:custGeom>
                <a:avLst/>
                <a:gdLst>
                  <a:gd name="T0" fmla="*/ 460 w 47"/>
                  <a:gd name="T1" fmla="*/ 209 h 41"/>
                  <a:gd name="T2" fmla="*/ 432 w 47"/>
                  <a:gd name="T3" fmla="*/ 424 h 41"/>
                  <a:gd name="T4" fmla="*/ 134 w 47"/>
                  <a:gd name="T5" fmla="*/ 387 h 41"/>
                  <a:gd name="T6" fmla="*/ 9 w 47"/>
                  <a:gd name="T7" fmla="*/ 151 h 41"/>
                  <a:gd name="T8" fmla="*/ 96 w 47"/>
                  <a:gd name="T9" fmla="*/ 0 h 41"/>
                  <a:gd name="T10" fmla="*/ 96 w 47"/>
                  <a:gd name="T11" fmla="*/ 0 h 41"/>
                  <a:gd name="T12" fmla="*/ 0 w 47"/>
                  <a:gd name="T13" fmla="*/ 151 h 41"/>
                  <a:gd name="T14" fmla="*/ 125 w 47"/>
                  <a:gd name="T15" fmla="*/ 396 h 41"/>
                  <a:gd name="T16" fmla="*/ 443 w 47"/>
                  <a:gd name="T17" fmla="*/ 436 h 41"/>
                  <a:gd name="T18" fmla="*/ 460 w 47"/>
                  <a:gd name="T19" fmla="*/ 209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41">
                    <a:moveTo>
                      <a:pt x="44" y="17"/>
                    </a:moveTo>
                    <a:cubicBezTo>
                      <a:pt x="47" y="24"/>
                      <a:pt x="46" y="30"/>
                      <a:pt x="41" y="34"/>
                    </a:cubicBezTo>
                    <a:cubicBezTo>
                      <a:pt x="36" y="39"/>
                      <a:pt x="24" y="40"/>
                      <a:pt x="13" y="31"/>
                    </a:cubicBezTo>
                    <a:cubicBezTo>
                      <a:pt x="2" y="24"/>
                      <a:pt x="0" y="16"/>
                      <a:pt x="1" y="12"/>
                    </a:cubicBezTo>
                    <a:cubicBezTo>
                      <a:pt x="1" y="6"/>
                      <a:pt x="5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2"/>
                      <a:pt x="1" y="6"/>
                      <a:pt x="0" y="12"/>
                    </a:cubicBezTo>
                    <a:cubicBezTo>
                      <a:pt x="0" y="16"/>
                      <a:pt x="1" y="24"/>
                      <a:pt x="12" y="32"/>
                    </a:cubicBezTo>
                    <a:cubicBezTo>
                      <a:pt x="24" y="41"/>
                      <a:pt x="36" y="39"/>
                      <a:pt x="42" y="35"/>
                    </a:cubicBezTo>
                    <a:cubicBezTo>
                      <a:pt x="46" y="31"/>
                      <a:pt x="47" y="24"/>
                      <a:pt x="44" y="17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6" name="Freeform 587">
                <a:extLst>
                  <a:ext uri="{FF2B5EF4-FFF2-40B4-BE49-F238E27FC236}">
                    <a16:creationId xmlns:a16="http://schemas.microsoft.com/office/drawing/2014/main" id="{5FC0BAAF-63C9-4844-9938-D974896E2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501"/>
                <a:ext cx="139" cy="160"/>
              </a:xfrm>
              <a:custGeom>
                <a:avLst/>
                <a:gdLst>
                  <a:gd name="T0" fmla="*/ 543 w 64"/>
                  <a:gd name="T1" fmla="*/ 209 h 69"/>
                  <a:gd name="T2" fmla="*/ 358 w 64"/>
                  <a:gd name="T3" fmla="*/ 12 h 69"/>
                  <a:gd name="T4" fmla="*/ 132 w 64"/>
                  <a:gd name="T5" fmla="*/ 65 h 69"/>
                  <a:gd name="T6" fmla="*/ 185 w 64"/>
                  <a:gd name="T7" fmla="*/ 689 h 69"/>
                  <a:gd name="T8" fmla="*/ 612 w 64"/>
                  <a:gd name="T9" fmla="*/ 635 h 69"/>
                  <a:gd name="T10" fmla="*/ 543 w 64"/>
                  <a:gd name="T11" fmla="*/ 209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69">
                    <a:moveTo>
                      <a:pt x="53" y="17"/>
                    </a:moveTo>
                    <a:cubicBezTo>
                      <a:pt x="48" y="9"/>
                      <a:pt x="43" y="3"/>
                      <a:pt x="35" y="1"/>
                    </a:cubicBezTo>
                    <a:cubicBezTo>
                      <a:pt x="28" y="0"/>
                      <a:pt x="20" y="0"/>
                      <a:pt x="13" y="5"/>
                    </a:cubicBezTo>
                    <a:cubicBezTo>
                      <a:pt x="0" y="16"/>
                      <a:pt x="2" y="41"/>
                      <a:pt x="18" y="55"/>
                    </a:cubicBezTo>
                    <a:cubicBezTo>
                      <a:pt x="35" y="69"/>
                      <a:pt x="55" y="63"/>
                      <a:pt x="60" y="51"/>
                    </a:cubicBezTo>
                    <a:cubicBezTo>
                      <a:pt x="64" y="39"/>
                      <a:pt x="62" y="33"/>
                      <a:pt x="53" y="17"/>
                    </a:cubicBezTo>
                    <a:close/>
                  </a:path>
                </a:pathLst>
              </a:custGeom>
              <a:solidFill>
                <a:srgbClr val="ED9075"/>
              </a:solidFill>
              <a:ln w="6350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7" name="Freeform 588">
                <a:extLst>
                  <a:ext uri="{FF2B5EF4-FFF2-40B4-BE49-F238E27FC236}">
                    <a16:creationId xmlns:a16="http://schemas.microsoft.com/office/drawing/2014/main" id="{5B8A1034-1A78-42A5-A78F-4DBECBAE7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531"/>
                <a:ext cx="57" cy="61"/>
              </a:xfrm>
              <a:custGeom>
                <a:avLst/>
                <a:gdLst>
                  <a:gd name="T0" fmla="*/ 169 w 26"/>
                  <a:gd name="T1" fmla="*/ 12 h 26"/>
                  <a:gd name="T2" fmla="*/ 116 w 26"/>
                  <a:gd name="T3" fmla="*/ 0 h 26"/>
                  <a:gd name="T4" fmla="*/ 72 w 26"/>
                  <a:gd name="T5" fmla="*/ 28 h 26"/>
                  <a:gd name="T6" fmla="*/ 20 w 26"/>
                  <a:gd name="T7" fmla="*/ 106 h 26"/>
                  <a:gd name="T8" fmla="*/ 72 w 26"/>
                  <a:gd name="T9" fmla="*/ 336 h 26"/>
                  <a:gd name="T10" fmla="*/ 140 w 26"/>
                  <a:gd name="T11" fmla="*/ 286 h 26"/>
                  <a:gd name="T12" fmla="*/ 241 w 26"/>
                  <a:gd name="T13" fmla="*/ 232 h 26"/>
                  <a:gd name="T14" fmla="*/ 265 w 26"/>
                  <a:gd name="T15" fmla="*/ 171 h 26"/>
                  <a:gd name="T16" fmla="*/ 178 w 26"/>
                  <a:gd name="T17" fmla="*/ 12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16" y="1"/>
                    </a:moveTo>
                    <a:cubicBezTo>
                      <a:pt x="14" y="0"/>
                      <a:pt x="13" y="0"/>
                      <a:pt x="11" y="0"/>
                    </a:cubicBezTo>
                    <a:cubicBezTo>
                      <a:pt x="9" y="0"/>
                      <a:pt x="8" y="1"/>
                      <a:pt x="7" y="2"/>
                    </a:cubicBezTo>
                    <a:cubicBezTo>
                      <a:pt x="4" y="3"/>
                      <a:pt x="2" y="5"/>
                      <a:pt x="2" y="8"/>
                    </a:cubicBezTo>
                    <a:cubicBezTo>
                      <a:pt x="0" y="14"/>
                      <a:pt x="3" y="22"/>
                      <a:pt x="7" y="26"/>
                    </a:cubicBezTo>
                    <a:cubicBezTo>
                      <a:pt x="9" y="25"/>
                      <a:pt x="11" y="23"/>
                      <a:pt x="13" y="22"/>
                    </a:cubicBezTo>
                    <a:cubicBezTo>
                      <a:pt x="16" y="20"/>
                      <a:pt x="19" y="18"/>
                      <a:pt x="23" y="18"/>
                    </a:cubicBezTo>
                    <a:cubicBezTo>
                      <a:pt x="26" y="17"/>
                      <a:pt x="26" y="16"/>
                      <a:pt x="25" y="13"/>
                    </a:cubicBezTo>
                    <a:cubicBezTo>
                      <a:pt x="24" y="9"/>
                      <a:pt x="21" y="3"/>
                      <a:pt x="17" y="1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8" name="Freeform 589">
                <a:extLst>
                  <a:ext uri="{FF2B5EF4-FFF2-40B4-BE49-F238E27FC236}">
                    <a16:creationId xmlns:a16="http://schemas.microsoft.com/office/drawing/2014/main" id="{8F63EF84-41BF-4FC4-8D22-83F5318E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529"/>
                <a:ext cx="34" cy="65"/>
              </a:xfrm>
              <a:custGeom>
                <a:avLst/>
                <a:gdLst>
                  <a:gd name="T0" fmla="*/ 128 w 16"/>
                  <a:gd name="T1" fmla="*/ 12 h 28"/>
                  <a:gd name="T2" fmla="*/ 9 w 16"/>
                  <a:gd name="T3" fmla="*/ 139 h 28"/>
                  <a:gd name="T4" fmla="*/ 60 w 16"/>
                  <a:gd name="T5" fmla="*/ 351 h 28"/>
                  <a:gd name="T6" fmla="*/ 153 w 16"/>
                  <a:gd name="T7" fmla="*/ 265 h 28"/>
                  <a:gd name="T8" fmla="*/ 128 w 16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3" y="1"/>
                    </a:moveTo>
                    <a:cubicBezTo>
                      <a:pt x="7" y="0"/>
                      <a:pt x="2" y="5"/>
                      <a:pt x="1" y="11"/>
                    </a:cubicBezTo>
                    <a:cubicBezTo>
                      <a:pt x="0" y="16"/>
                      <a:pt x="3" y="24"/>
                      <a:pt x="6" y="28"/>
                    </a:cubicBezTo>
                    <a:cubicBezTo>
                      <a:pt x="9" y="25"/>
                      <a:pt x="12" y="22"/>
                      <a:pt x="16" y="21"/>
                    </a:cubicBezTo>
                    <a:cubicBezTo>
                      <a:pt x="7" y="23"/>
                      <a:pt x="10" y="6"/>
                      <a:pt x="13" y="2"/>
                    </a:cubicBezTo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9" name="Freeform 590">
                <a:extLst>
                  <a:ext uri="{FF2B5EF4-FFF2-40B4-BE49-F238E27FC236}">
                    <a16:creationId xmlns:a16="http://schemas.microsoft.com/office/drawing/2014/main" id="{6EEEBDFD-07C9-4624-BEC1-9FCEFE93B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531"/>
                <a:ext cx="70" cy="86"/>
              </a:xfrm>
              <a:custGeom>
                <a:avLst/>
                <a:gdLst>
                  <a:gd name="T0" fmla="*/ 335 w 32"/>
                  <a:gd name="T1" fmla="*/ 302 h 37"/>
                  <a:gd name="T2" fmla="*/ 254 w 32"/>
                  <a:gd name="T3" fmla="*/ 437 h 37"/>
                  <a:gd name="T4" fmla="*/ 53 w 32"/>
                  <a:gd name="T5" fmla="*/ 286 h 37"/>
                  <a:gd name="T6" fmla="*/ 44 w 32"/>
                  <a:gd name="T7" fmla="*/ 65 h 37"/>
                  <a:gd name="T8" fmla="*/ 149 w 32"/>
                  <a:gd name="T9" fmla="*/ 0 h 37"/>
                  <a:gd name="T10" fmla="*/ 149 w 32"/>
                  <a:gd name="T11" fmla="*/ 0 h 37"/>
                  <a:gd name="T12" fmla="*/ 44 w 32"/>
                  <a:gd name="T13" fmla="*/ 65 h 37"/>
                  <a:gd name="T14" fmla="*/ 53 w 32"/>
                  <a:gd name="T15" fmla="*/ 286 h 37"/>
                  <a:gd name="T16" fmla="*/ 254 w 32"/>
                  <a:gd name="T17" fmla="*/ 453 h 37"/>
                  <a:gd name="T18" fmla="*/ 335 w 32"/>
                  <a:gd name="T19" fmla="*/ 302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37">
                    <a:moveTo>
                      <a:pt x="32" y="24"/>
                    </a:moveTo>
                    <a:cubicBezTo>
                      <a:pt x="32" y="30"/>
                      <a:pt x="29" y="34"/>
                      <a:pt x="24" y="35"/>
                    </a:cubicBezTo>
                    <a:cubicBezTo>
                      <a:pt x="19" y="36"/>
                      <a:pt x="11" y="33"/>
                      <a:pt x="5" y="23"/>
                    </a:cubicBezTo>
                    <a:cubicBezTo>
                      <a:pt x="1" y="14"/>
                      <a:pt x="2" y="8"/>
                      <a:pt x="4" y="5"/>
                    </a:cubicBezTo>
                    <a:cubicBezTo>
                      <a:pt x="6" y="2"/>
                      <a:pt x="11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1"/>
                      <a:pt x="4" y="5"/>
                    </a:cubicBezTo>
                    <a:cubicBezTo>
                      <a:pt x="2" y="8"/>
                      <a:pt x="0" y="14"/>
                      <a:pt x="5" y="23"/>
                    </a:cubicBezTo>
                    <a:cubicBezTo>
                      <a:pt x="10" y="34"/>
                      <a:pt x="19" y="37"/>
                      <a:pt x="24" y="36"/>
                    </a:cubicBezTo>
                    <a:cubicBezTo>
                      <a:pt x="29" y="34"/>
                      <a:pt x="32" y="30"/>
                      <a:pt x="32" y="24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0" name="Freeform 591">
                <a:extLst>
                  <a:ext uri="{FF2B5EF4-FFF2-40B4-BE49-F238E27FC236}">
                    <a16:creationId xmlns:a16="http://schemas.microsoft.com/office/drawing/2014/main" id="{02BD10C8-AAD2-4E00-9141-5D0F2B7B4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330"/>
                <a:ext cx="92" cy="185"/>
              </a:xfrm>
              <a:custGeom>
                <a:avLst/>
                <a:gdLst>
                  <a:gd name="T0" fmla="*/ 442 w 42"/>
                  <a:gd name="T1" fmla="*/ 0 h 80"/>
                  <a:gd name="T2" fmla="*/ 294 w 42"/>
                  <a:gd name="T3" fmla="*/ 28 h 80"/>
                  <a:gd name="T4" fmla="*/ 432 w 42"/>
                  <a:gd name="T5" fmla="*/ 990 h 80"/>
                  <a:gd name="T6" fmla="*/ 442 w 42"/>
                  <a:gd name="T7" fmla="*/ 990 h 80"/>
                  <a:gd name="T8" fmla="*/ 442 w 4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80">
                    <a:moveTo>
                      <a:pt x="42" y="0"/>
                    </a:moveTo>
                    <a:cubicBezTo>
                      <a:pt x="38" y="0"/>
                      <a:pt x="33" y="0"/>
                      <a:pt x="28" y="2"/>
                    </a:cubicBezTo>
                    <a:cubicBezTo>
                      <a:pt x="2" y="11"/>
                      <a:pt x="0" y="75"/>
                      <a:pt x="41" y="80"/>
                    </a:cubicBezTo>
                    <a:cubicBezTo>
                      <a:pt x="42" y="80"/>
                      <a:pt x="42" y="80"/>
                      <a:pt x="42" y="80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ED9075"/>
              </a:solidFill>
              <a:ln w="6350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1" name="Freeform 592">
                <a:extLst>
                  <a:ext uri="{FF2B5EF4-FFF2-40B4-BE49-F238E27FC236}">
                    <a16:creationId xmlns:a16="http://schemas.microsoft.com/office/drawing/2014/main" id="{14D10684-57A3-4E66-859A-4611D444A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357"/>
                <a:ext cx="42" cy="70"/>
              </a:xfrm>
              <a:custGeom>
                <a:avLst/>
                <a:gdLst>
                  <a:gd name="T0" fmla="*/ 195 w 19"/>
                  <a:gd name="T1" fmla="*/ 0 h 30"/>
                  <a:gd name="T2" fmla="*/ 9 w 19"/>
                  <a:gd name="T3" fmla="*/ 191 h 30"/>
                  <a:gd name="T4" fmla="*/ 206 w 19"/>
                  <a:gd name="T5" fmla="*/ 38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0">
                    <a:moveTo>
                      <a:pt x="18" y="0"/>
                    </a:moveTo>
                    <a:cubicBezTo>
                      <a:pt x="10" y="0"/>
                      <a:pt x="2" y="9"/>
                      <a:pt x="1" y="15"/>
                    </a:cubicBezTo>
                    <a:cubicBezTo>
                      <a:pt x="0" y="22"/>
                      <a:pt x="19" y="30"/>
                      <a:pt x="19" y="30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2" name="Freeform 593">
                <a:extLst>
                  <a:ext uri="{FF2B5EF4-FFF2-40B4-BE49-F238E27FC236}">
                    <a16:creationId xmlns:a16="http://schemas.microsoft.com/office/drawing/2014/main" id="{A81264DD-5033-427D-BC31-A29BAC0C8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357"/>
                <a:ext cx="39" cy="54"/>
              </a:xfrm>
              <a:custGeom>
                <a:avLst/>
                <a:gdLst>
                  <a:gd name="T0" fmla="*/ 184 w 18"/>
                  <a:gd name="T1" fmla="*/ 0 h 23"/>
                  <a:gd name="T2" fmla="*/ 9 w 18"/>
                  <a:gd name="T3" fmla="*/ 221 h 23"/>
                  <a:gd name="T4" fmla="*/ 93 w 18"/>
                  <a:gd name="T5" fmla="*/ 258 h 23"/>
                  <a:gd name="T6" fmla="*/ 184 w 18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18" y="0"/>
                    </a:moveTo>
                    <a:cubicBezTo>
                      <a:pt x="11" y="0"/>
                      <a:pt x="2" y="10"/>
                      <a:pt x="1" y="17"/>
                    </a:cubicBezTo>
                    <a:cubicBezTo>
                      <a:pt x="0" y="23"/>
                      <a:pt x="9" y="20"/>
                      <a:pt x="9" y="20"/>
                    </a:cubicBezTo>
                    <a:cubicBezTo>
                      <a:pt x="9" y="20"/>
                      <a:pt x="15" y="2"/>
                      <a:pt x="18" y="0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3" name="Freeform 594">
                <a:extLst>
                  <a:ext uri="{FF2B5EF4-FFF2-40B4-BE49-F238E27FC236}">
                    <a16:creationId xmlns:a16="http://schemas.microsoft.com/office/drawing/2014/main" id="{C403DA9D-1C02-4BC7-A0C5-020DAD9E8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367"/>
                <a:ext cx="46" cy="106"/>
              </a:xfrm>
              <a:custGeom>
                <a:avLst/>
                <a:gdLst>
                  <a:gd name="T0" fmla="*/ 221 w 21"/>
                  <a:gd name="T1" fmla="*/ 553 h 46"/>
                  <a:gd name="T2" fmla="*/ 177 w 21"/>
                  <a:gd name="T3" fmla="*/ 537 h 46"/>
                  <a:gd name="T4" fmla="*/ 33 w 21"/>
                  <a:gd name="T5" fmla="*/ 293 h 46"/>
                  <a:gd name="T6" fmla="*/ 105 w 21"/>
                  <a:gd name="T7" fmla="*/ 0 h 46"/>
                  <a:gd name="T8" fmla="*/ 20 w 21"/>
                  <a:gd name="T9" fmla="*/ 293 h 46"/>
                  <a:gd name="T10" fmla="*/ 169 w 21"/>
                  <a:gd name="T11" fmla="*/ 537 h 46"/>
                  <a:gd name="T12" fmla="*/ 221 w 21"/>
                  <a:gd name="T13" fmla="*/ 562 h 46"/>
                  <a:gd name="T14" fmla="*/ 221 w 21"/>
                  <a:gd name="T15" fmla="*/ 553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6">
                    <a:moveTo>
                      <a:pt x="21" y="45"/>
                    </a:moveTo>
                    <a:cubicBezTo>
                      <a:pt x="20" y="45"/>
                      <a:pt x="18" y="44"/>
                      <a:pt x="17" y="44"/>
                    </a:cubicBezTo>
                    <a:cubicBezTo>
                      <a:pt x="10" y="41"/>
                      <a:pt x="4" y="33"/>
                      <a:pt x="3" y="24"/>
                    </a:cubicBezTo>
                    <a:cubicBezTo>
                      <a:pt x="1" y="14"/>
                      <a:pt x="4" y="5"/>
                      <a:pt x="10" y="0"/>
                    </a:cubicBezTo>
                    <a:cubicBezTo>
                      <a:pt x="4" y="5"/>
                      <a:pt x="0" y="14"/>
                      <a:pt x="2" y="24"/>
                    </a:cubicBezTo>
                    <a:cubicBezTo>
                      <a:pt x="3" y="34"/>
                      <a:pt x="9" y="42"/>
                      <a:pt x="16" y="44"/>
                    </a:cubicBezTo>
                    <a:cubicBezTo>
                      <a:pt x="18" y="45"/>
                      <a:pt x="20" y="45"/>
                      <a:pt x="21" y="46"/>
                    </a:cubicBezTo>
                    <a:lnTo>
                      <a:pt x="21" y="45"/>
                    </a:ln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4" name="Freeform 595">
                <a:extLst>
                  <a:ext uri="{FF2B5EF4-FFF2-40B4-BE49-F238E27FC236}">
                    <a16:creationId xmlns:a16="http://schemas.microsoft.com/office/drawing/2014/main" id="{E40CEC35-816A-4F34-A503-02A674B1F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917"/>
                <a:ext cx="124" cy="88"/>
              </a:xfrm>
              <a:custGeom>
                <a:avLst/>
                <a:gdLst>
                  <a:gd name="T0" fmla="*/ 133 w 57"/>
                  <a:gd name="T1" fmla="*/ 301 h 38"/>
                  <a:gd name="T2" fmla="*/ 568 w 57"/>
                  <a:gd name="T3" fmla="*/ 248 h 38"/>
                  <a:gd name="T4" fmla="*/ 568 w 57"/>
                  <a:gd name="T5" fmla="*/ 0 h 38"/>
                  <a:gd name="T6" fmla="*/ 0 w 57"/>
                  <a:gd name="T7" fmla="*/ 0 h 38"/>
                  <a:gd name="T8" fmla="*/ 133 w 57"/>
                  <a:gd name="T9" fmla="*/ 30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8">
                    <a:moveTo>
                      <a:pt x="13" y="24"/>
                    </a:moveTo>
                    <a:cubicBezTo>
                      <a:pt x="30" y="38"/>
                      <a:pt x="50" y="32"/>
                      <a:pt x="55" y="20"/>
                    </a:cubicBezTo>
                    <a:cubicBezTo>
                      <a:pt x="57" y="12"/>
                      <a:pt x="57" y="7"/>
                      <a:pt x="5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9"/>
                      <a:pt x="5" y="18"/>
                      <a:pt x="13" y="24"/>
                    </a:cubicBezTo>
                    <a:close/>
                  </a:path>
                </a:pathLst>
              </a:custGeom>
              <a:solidFill>
                <a:srgbClr val="ED9075"/>
              </a:solidFill>
              <a:ln w="6350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5" name="Freeform 596">
                <a:extLst>
                  <a:ext uri="{FF2B5EF4-FFF2-40B4-BE49-F238E27FC236}">
                    <a16:creationId xmlns:a16="http://schemas.microsoft.com/office/drawing/2014/main" id="{131840C3-91AB-4F41-8A1E-C519D9076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917"/>
                <a:ext cx="63" cy="44"/>
              </a:xfrm>
              <a:custGeom>
                <a:avLst/>
                <a:gdLst>
                  <a:gd name="T0" fmla="*/ 0 w 29"/>
                  <a:gd name="T1" fmla="*/ 28 h 19"/>
                  <a:gd name="T2" fmla="*/ 43 w 29"/>
                  <a:gd name="T3" fmla="*/ 113 h 19"/>
                  <a:gd name="T4" fmla="*/ 104 w 29"/>
                  <a:gd name="T5" fmla="*/ 188 h 19"/>
                  <a:gd name="T6" fmla="*/ 237 w 29"/>
                  <a:gd name="T7" fmla="*/ 208 h 19"/>
                  <a:gd name="T8" fmla="*/ 298 w 29"/>
                  <a:gd name="T9" fmla="*/ 86 h 19"/>
                  <a:gd name="T10" fmla="*/ 265 w 29"/>
                  <a:gd name="T11" fmla="*/ 12 h 19"/>
                  <a:gd name="T12" fmla="*/ 245 w 2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9">
                    <a:moveTo>
                      <a:pt x="0" y="2"/>
                    </a:moveTo>
                    <a:cubicBezTo>
                      <a:pt x="0" y="4"/>
                      <a:pt x="2" y="7"/>
                      <a:pt x="4" y="9"/>
                    </a:cubicBezTo>
                    <a:cubicBezTo>
                      <a:pt x="5" y="11"/>
                      <a:pt x="8" y="14"/>
                      <a:pt x="10" y="15"/>
                    </a:cubicBezTo>
                    <a:cubicBezTo>
                      <a:pt x="14" y="18"/>
                      <a:pt x="19" y="19"/>
                      <a:pt x="23" y="17"/>
                    </a:cubicBezTo>
                    <a:cubicBezTo>
                      <a:pt x="27" y="15"/>
                      <a:pt x="29" y="11"/>
                      <a:pt x="29" y="7"/>
                    </a:cubicBezTo>
                    <a:cubicBezTo>
                      <a:pt x="29" y="5"/>
                      <a:pt x="28" y="2"/>
                      <a:pt x="26" y="1"/>
                    </a:cubicBezTo>
                    <a:cubicBezTo>
                      <a:pt x="26" y="0"/>
                      <a:pt x="25" y="0"/>
                      <a:pt x="24" y="0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6" name="Freeform 597">
                <a:extLst>
                  <a:ext uri="{FF2B5EF4-FFF2-40B4-BE49-F238E27FC236}">
                    <a16:creationId xmlns:a16="http://schemas.microsoft.com/office/drawing/2014/main" id="{98A37EF3-AA8C-4A09-BAFD-5F6D0A490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921"/>
                <a:ext cx="24" cy="31"/>
              </a:xfrm>
              <a:custGeom>
                <a:avLst/>
                <a:gdLst>
                  <a:gd name="T0" fmla="*/ 96 w 11"/>
                  <a:gd name="T1" fmla="*/ 0 h 13"/>
                  <a:gd name="T2" fmla="*/ 113 w 11"/>
                  <a:gd name="T3" fmla="*/ 176 h 13"/>
                  <a:gd name="T4" fmla="*/ 0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9" y="0"/>
                    </a:moveTo>
                    <a:cubicBezTo>
                      <a:pt x="6" y="4"/>
                      <a:pt x="10" y="9"/>
                      <a:pt x="11" y="13"/>
                    </a:cubicBezTo>
                    <a:cubicBezTo>
                      <a:pt x="5" y="12"/>
                      <a:pt x="2" y="5"/>
                      <a:pt x="0" y="0"/>
                    </a:cubicBezTo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7" name="Freeform 598">
                <a:extLst>
                  <a:ext uri="{FF2B5EF4-FFF2-40B4-BE49-F238E27FC236}">
                    <a16:creationId xmlns:a16="http://schemas.microsoft.com/office/drawing/2014/main" id="{E123FE98-D839-4180-ABCD-C579CE71D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917"/>
                <a:ext cx="63" cy="44"/>
              </a:xfrm>
              <a:custGeom>
                <a:avLst/>
                <a:gdLst>
                  <a:gd name="T0" fmla="*/ 20 w 29"/>
                  <a:gd name="T1" fmla="*/ 74 h 19"/>
                  <a:gd name="T2" fmla="*/ 217 w 29"/>
                  <a:gd name="T3" fmla="*/ 225 h 19"/>
                  <a:gd name="T4" fmla="*/ 298 w 29"/>
                  <a:gd name="T5" fmla="*/ 74 h 19"/>
                  <a:gd name="T6" fmla="*/ 217 w 29"/>
                  <a:gd name="T7" fmla="*/ 208 h 19"/>
                  <a:gd name="T8" fmla="*/ 20 w 29"/>
                  <a:gd name="T9" fmla="*/ 65 h 19"/>
                  <a:gd name="T10" fmla="*/ 0 w 29"/>
                  <a:gd name="T11" fmla="*/ 0 h 19"/>
                  <a:gd name="T12" fmla="*/ 0 w 29"/>
                  <a:gd name="T13" fmla="*/ 0 h 19"/>
                  <a:gd name="T14" fmla="*/ 20 w 29"/>
                  <a:gd name="T15" fmla="*/ 74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9">
                    <a:moveTo>
                      <a:pt x="2" y="6"/>
                    </a:moveTo>
                    <a:cubicBezTo>
                      <a:pt x="7" y="16"/>
                      <a:pt x="16" y="19"/>
                      <a:pt x="21" y="18"/>
                    </a:cubicBezTo>
                    <a:cubicBezTo>
                      <a:pt x="26" y="17"/>
                      <a:pt x="29" y="12"/>
                      <a:pt x="29" y="6"/>
                    </a:cubicBezTo>
                    <a:cubicBezTo>
                      <a:pt x="29" y="12"/>
                      <a:pt x="26" y="16"/>
                      <a:pt x="21" y="17"/>
                    </a:cubicBezTo>
                    <a:cubicBezTo>
                      <a:pt x="16" y="19"/>
                      <a:pt x="7" y="15"/>
                      <a:pt x="2" y="5"/>
                    </a:cubicBezTo>
                    <a:cubicBezTo>
                      <a:pt x="1" y="3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4"/>
                      <a:pt x="2" y="6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8" name="Freeform 599">
                <a:extLst>
                  <a:ext uri="{FF2B5EF4-FFF2-40B4-BE49-F238E27FC236}">
                    <a16:creationId xmlns:a16="http://schemas.microsoft.com/office/drawing/2014/main" id="{6D52FBFC-494E-4C34-BE99-EEDB8E409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870"/>
                <a:ext cx="76" cy="39"/>
              </a:xfrm>
              <a:custGeom>
                <a:avLst/>
                <a:gdLst>
                  <a:gd name="T0" fmla="*/ 358 w 35"/>
                  <a:gd name="T1" fmla="*/ 204 h 17"/>
                  <a:gd name="T2" fmla="*/ 358 w 35"/>
                  <a:gd name="T3" fmla="*/ 37 h 17"/>
                  <a:gd name="T4" fmla="*/ 306 w 35"/>
                  <a:gd name="T5" fmla="*/ 11 h 17"/>
                  <a:gd name="T6" fmla="*/ 80 w 35"/>
                  <a:gd name="T7" fmla="*/ 73 h 17"/>
                  <a:gd name="T8" fmla="*/ 0 w 35"/>
                  <a:gd name="T9" fmla="*/ 204 h 17"/>
                  <a:gd name="T10" fmla="*/ 358 w 35"/>
                  <a:gd name="T11" fmla="*/ 20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7">
                    <a:moveTo>
                      <a:pt x="35" y="17"/>
                    </a:moveTo>
                    <a:cubicBezTo>
                      <a:pt x="35" y="3"/>
                      <a:pt x="35" y="3"/>
                      <a:pt x="35" y="3"/>
                    </a:cubicBezTo>
                    <a:cubicBezTo>
                      <a:pt x="34" y="2"/>
                      <a:pt x="32" y="2"/>
                      <a:pt x="30" y="1"/>
                    </a:cubicBezTo>
                    <a:cubicBezTo>
                      <a:pt x="22" y="0"/>
                      <a:pt x="15" y="1"/>
                      <a:pt x="8" y="6"/>
                    </a:cubicBezTo>
                    <a:cubicBezTo>
                      <a:pt x="4" y="9"/>
                      <a:pt x="2" y="13"/>
                      <a:pt x="0" y="17"/>
                    </a:cubicBezTo>
                    <a:lnTo>
                      <a:pt x="35" y="17"/>
                    </a:lnTo>
                    <a:close/>
                  </a:path>
                </a:pathLst>
              </a:custGeom>
              <a:solidFill>
                <a:srgbClr val="ED9075"/>
              </a:solidFill>
              <a:ln w="6350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3699" name="Group 600">
              <a:extLst>
                <a:ext uri="{FF2B5EF4-FFF2-40B4-BE49-F238E27FC236}">
                  <a16:creationId xmlns:a16="http://schemas.microsoft.com/office/drawing/2014/main" id="{C7CA5398-E96E-4FFC-B554-4A6C8F6622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5" y="917"/>
              <a:ext cx="1055" cy="999"/>
              <a:chOff x="2495" y="917"/>
              <a:chExt cx="1055" cy="999"/>
            </a:xfrm>
          </p:grpSpPr>
          <p:sp>
            <p:nvSpPr>
              <p:cNvPr id="123809" name="Freeform 601">
                <a:extLst>
                  <a:ext uri="{FF2B5EF4-FFF2-40B4-BE49-F238E27FC236}">
                    <a16:creationId xmlns:a16="http://schemas.microsoft.com/office/drawing/2014/main" id="{C922D260-489F-4209-B6C9-3E5382609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900"/>
                <a:ext cx="20" cy="9"/>
              </a:xfrm>
              <a:custGeom>
                <a:avLst/>
                <a:gdLst>
                  <a:gd name="T0" fmla="*/ 9 w 9"/>
                  <a:gd name="T1" fmla="*/ 45 h 4"/>
                  <a:gd name="T2" fmla="*/ 98 w 9"/>
                  <a:gd name="T3" fmla="*/ 0 h 4"/>
                  <a:gd name="T4" fmla="*/ 0 w 9"/>
                  <a:gd name="T5" fmla="*/ 45 h 4"/>
                  <a:gd name="T6" fmla="*/ 9 w 9"/>
                  <a:gd name="T7" fmla="*/ 45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1" y="4"/>
                    </a:moveTo>
                    <a:cubicBezTo>
                      <a:pt x="3" y="2"/>
                      <a:pt x="7" y="0"/>
                      <a:pt x="9" y="0"/>
                    </a:cubicBezTo>
                    <a:cubicBezTo>
                      <a:pt x="7" y="0"/>
                      <a:pt x="3" y="1"/>
                      <a:pt x="0" y="4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10" name="Freeform 602">
                <a:extLst>
                  <a:ext uri="{FF2B5EF4-FFF2-40B4-BE49-F238E27FC236}">
                    <a16:creationId xmlns:a16="http://schemas.microsoft.com/office/drawing/2014/main" id="{F601E9C7-750A-4869-803A-81B566F1F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390"/>
                <a:ext cx="89" cy="130"/>
              </a:xfrm>
              <a:custGeom>
                <a:avLst/>
                <a:gdLst>
                  <a:gd name="T0" fmla="*/ 419 w 41"/>
                  <a:gd name="T1" fmla="*/ 114 h 56"/>
                  <a:gd name="T2" fmla="*/ 378 w 41"/>
                  <a:gd name="T3" fmla="*/ 102 h 56"/>
                  <a:gd name="T4" fmla="*/ 367 w 41"/>
                  <a:gd name="T5" fmla="*/ 28 h 56"/>
                  <a:gd name="T6" fmla="*/ 254 w 41"/>
                  <a:gd name="T7" fmla="*/ 0 h 56"/>
                  <a:gd name="T8" fmla="*/ 141 w 41"/>
                  <a:gd name="T9" fmla="*/ 77 h 56"/>
                  <a:gd name="T10" fmla="*/ 52 w 41"/>
                  <a:gd name="T11" fmla="*/ 151 h 56"/>
                  <a:gd name="T12" fmla="*/ 20 w 41"/>
                  <a:gd name="T13" fmla="*/ 248 h 56"/>
                  <a:gd name="T14" fmla="*/ 80 w 41"/>
                  <a:gd name="T15" fmla="*/ 351 h 56"/>
                  <a:gd name="T16" fmla="*/ 9 w 41"/>
                  <a:gd name="T17" fmla="*/ 436 h 56"/>
                  <a:gd name="T18" fmla="*/ 72 w 41"/>
                  <a:gd name="T19" fmla="*/ 529 h 56"/>
                  <a:gd name="T20" fmla="*/ 132 w 41"/>
                  <a:gd name="T21" fmla="*/ 615 h 56"/>
                  <a:gd name="T22" fmla="*/ 202 w 41"/>
                  <a:gd name="T23" fmla="*/ 673 h 56"/>
                  <a:gd name="T24" fmla="*/ 306 w 41"/>
                  <a:gd name="T25" fmla="*/ 652 h 56"/>
                  <a:gd name="T26" fmla="*/ 349 w 41"/>
                  <a:gd name="T27" fmla="*/ 615 h 56"/>
                  <a:gd name="T28" fmla="*/ 386 w 41"/>
                  <a:gd name="T29" fmla="*/ 624 h 56"/>
                  <a:gd name="T30" fmla="*/ 419 w 41"/>
                  <a:gd name="T31" fmla="*/ 559 h 56"/>
                  <a:gd name="T32" fmla="*/ 419 w 41"/>
                  <a:gd name="T33" fmla="*/ 114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1" h="56">
                    <a:moveTo>
                      <a:pt x="41" y="9"/>
                    </a:moveTo>
                    <a:cubicBezTo>
                      <a:pt x="40" y="9"/>
                      <a:pt x="38" y="9"/>
                      <a:pt x="37" y="8"/>
                    </a:cubicBezTo>
                    <a:cubicBezTo>
                      <a:pt x="36" y="6"/>
                      <a:pt x="37" y="4"/>
                      <a:pt x="36" y="2"/>
                    </a:cubicBezTo>
                    <a:cubicBezTo>
                      <a:pt x="34" y="0"/>
                      <a:pt x="28" y="0"/>
                      <a:pt x="25" y="0"/>
                    </a:cubicBezTo>
                    <a:cubicBezTo>
                      <a:pt x="20" y="0"/>
                      <a:pt x="18" y="3"/>
                      <a:pt x="14" y="6"/>
                    </a:cubicBezTo>
                    <a:cubicBezTo>
                      <a:pt x="11" y="8"/>
                      <a:pt x="8" y="9"/>
                      <a:pt x="5" y="12"/>
                    </a:cubicBezTo>
                    <a:cubicBezTo>
                      <a:pt x="3" y="14"/>
                      <a:pt x="1" y="17"/>
                      <a:pt x="2" y="20"/>
                    </a:cubicBezTo>
                    <a:cubicBezTo>
                      <a:pt x="4" y="23"/>
                      <a:pt x="9" y="24"/>
                      <a:pt x="8" y="28"/>
                    </a:cubicBezTo>
                    <a:cubicBezTo>
                      <a:pt x="6" y="31"/>
                      <a:pt x="0" y="30"/>
                      <a:pt x="1" y="35"/>
                    </a:cubicBezTo>
                    <a:cubicBezTo>
                      <a:pt x="2" y="38"/>
                      <a:pt x="6" y="39"/>
                      <a:pt x="7" y="42"/>
                    </a:cubicBezTo>
                    <a:cubicBezTo>
                      <a:pt x="8" y="46"/>
                      <a:pt x="9" y="47"/>
                      <a:pt x="13" y="49"/>
                    </a:cubicBezTo>
                    <a:cubicBezTo>
                      <a:pt x="16" y="50"/>
                      <a:pt x="17" y="52"/>
                      <a:pt x="20" y="54"/>
                    </a:cubicBezTo>
                    <a:cubicBezTo>
                      <a:pt x="23" y="56"/>
                      <a:pt x="27" y="55"/>
                      <a:pt x="30" y="52"/>
                    </a:cubicBezTo>
                    <a:cubicBezTo>
                      <a:pt x="31" y="51"/>
                      <a:pt x="32" y="49"/>
                      <a:pt x="34" y="49"/>
                    </a:cubicBezTo>
                    <a:cubicBezTo>
                      <a:pt x="35" y="48"/>
                      <a:pt x="36" y="50"/>
                      <a:pt x="38" y="50"/>
                    </a:cubicBezTo>
                    <a:cubicBezTo>
                      <a:pt x="41" y="50"/>
                      <a:pt x="41" y="47"/>
                      <a:pt x="41" y="45"/>
                    </a:cubicBezTo>
                    <a:lnTo>
                      <a:pt x="41" y="9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11" name="Freeform 603">
                <a:extLst>
                  <a:ext uri="{FF2B5EF4-FFF2-40B4-BE49-F238E27FC236}">
                    <a16:creationId xmlns:a16="http://schemas.microsoft.com/office/drawing/2014/main" id="{0B7798BB-CDBE-4072-990B-3F52FDC04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404"/>
                <a:ext cx="30" cy="42"/>
              </a:xfrm>
              <a:custGeom>
                <a:avLst/>
                <a:gdLst>
                  <a:gd name="T0" fmla="*/ 137 w 14"/>
                  <a:gd name="T1" fmla="*/ 0 h 18"/>
                  <a:gd name="T2" fmla="*/ 28 w 14"/>
                  <a:gd name="T3" fmla="*/ 103 h 18"/>
                  <a:gd name="T4" fmla="*/ 69 w 14"/>
                  <a:gd name="T5" fmla="*/ 229 h 18"/>
                  <a:gd name="T6" fmla="*/ 69 w 14"/>
                  <a:gd name="T7" fmla="*/ 114 h 18"/>
                  <a:gd name="T8" fmla="*/ 129 w 14"/>
                  <a:gd name="T9" fmla="*/ 2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cubicBezTo>
                      <a:pt x="11" y="4"/>
                      <a:pt x="6" y="4"/>
                      <a:pt x="3" y="8"/>
                    </a:cubicBezTo>
                    <a:cubicBezTo>
                      <a:pt x="0" y="12"/>
                      <a:pt x="4" y="14"/>
                      <a:pt x="7" y="18"/>
                    </a:cubicBezTo>
                    <a:cubicBezTo>
                      <a:pt x="5" y="15"/>
                      <a:pt x="4" y="12"/>
                      <a:pt x="7" y="9"/>
                    </a:cubicBezTo>
                    <a:cubicBezTo>
                      <a:pt x="9" y="7"/>
                      <a:pt x="11" y="4"/>
                      <a:pt x="13" y="2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12" name="Freeform 604">
                <a:extLst>
                  <a:ext uri="{FF2B5EF4-FFF2-40B4-BE49-F238E27FC236}">
                    <a16:creationId xmlns:a16="http://schemas.microsoft.com/office/drawing/2014/main" id="{CFC745B9-DDB0-4B43-B145-36A8B8653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455"/>
                <a:ext cx="17" cy="35"/>
              </a:xfrm>
              <a:custGeom>
                <a:avLst/>
                <a:gdLst>
                  <a:gd name="T0" fmla="*/ 68 w 8"/>
                  <a:gd name="T1" fmla="*/ 12 h 15"/>
                  <a:gd name="T2" fmla="*/ 9 w 8"/>
                  <a:gd name="T3" fmla="*/ 86 h 15"/>
                  <a:gd name="T4" fmla="*/ 60 w 8"/>
                  <a:gd name="T5" fmla="*/ 191 h 15"/>
                  <a:gd name="T6" fmla="*/ 49 w 8"/>
                  <a:gd name="T7" fmla="*/ 86 h 15"/>
                  <a:gd name="T8" fmla="*/ 68 w 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7" y="1"/>
                    </a:moveTo>
                    <a:cubicBezTo>
                      <a:pt x="5" y="3"/>
                      <a:pt x="0" y="3"/>
                      <a:pt x="1" y="7"/>
                    </a:cubicBezTo>
                    <a:cubicBezTo>
                      <a:pt x="2" y="10"/>
                      <a:pt x="5" y="12"/>
                      <a:pt x="6" y="15"/>
                    </a:cubicBezTo>
                    <a:cubicBezTo>
                      <a:pt x="7" y="12"/>
                      <a:pt x="5" y="10"/>
                      <a:pt x="5" y="7"/>
                    </a:cubicBezTo>
                    <a:cubicBezTo>
                      <a:pt x="4" y="4"/>
                      <a:pt x="8" y="3"/>
                      <a:pt x="7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13" name="Freeform 605">
                <a:extLst>
                  <a:ext uri="{FF2B5EF4-FFF2-40B4-BE49-F238E27FC236}">
                    <a16:creationId xmlns:a16="http://schemas.microsoft.com/office/drawing/2014/main" id="{B796A953-AC38-48F4-81A9-E07F60B25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487"/>
                <a:ext cx="63" cy="37"/>
              </a:xfrm>
              <a:custGeom>
                <a:avLst/>
                <a:gdLst>
                  <a:gd name="T0" fmla="*/ 298 w 29"/>
                  <a:gd name="T1" fmla="*/ 65 h 16"/>
                  <a:gd name="T2" fmla="*/ 141 w 29"/>
                  <a:gd name="T3" fmla="*/ 134 h 16"/>
                  <a:gd name="T4" fmla="*/ 72 w 29"/>
                  <a:gd name="T5" fmla="*/ 74 h 16"/>
                  <a:gd name="T6" fmla="*/ 0 w 29"/>
                  <a:gd name="T7" fmla="*/ 0 h 16"/>
                  <a:gd name="T8" fmla="*/ 104 w 29"/>
                  <a:gd name="T9" fmla="*/ 49 h 16"/>
                  <a:gd name="T10" fmla="*/ 133 w 29"/>
                  <a:gd name="T11" fmla="*/ 65 h 16"/>
                  <a:gd name="T12" fmla="*/ 165 w 29"/>
                  <a:gd name="T13" fmla="*/ 102 h 16"/>
                  <a:gd name="T14" fmla="*/ 245 w 29"/>
                  <a:gd name="T15" fmla="*/ 49 h 16"/>
                  <a:gd name="T16" fmla="*/ 298 w 29"/>
                  <a:gd name="T17" fmla="*/ 65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6">
                    <a:moveTo>
                      <a:pt x="29" y="5"/>
                    </a:moveTo>
                    <a:cubicBezTo>
                      <a:pt x="24" y="3"/>
                      <a:pt x="20" y="16"/>
                      <a:pt x="14" y="11"/>
                    </a:cubicBezTo>
                    <a:cubicBezTo>
                      <a:pt x="11" y="9"/>
                      <a:pt x="9" y="7"/>
                      <a:pt x="7" y="6"/>
                    </a:cubicBezTo>
                    <a:cubicBezTo>
                      <a:pt x="4" y="4"/>
                      <a:pt x="2" y="2"/>
                      <a:pt x="0" y="0"/>
                    </a:cubicBezTo>
                    <a:cubicBezTo>
                      <a:pt x="2" y="2"/>
                      <a:pt x="6" y="4"/>
                      <a:pt x="10" y="4"/>
                    </a:cubicBezTo>
                    <a:cubicBezTo>
                      <a:pt x="11" y="5"/>
                      <a:pt x="11" y="4"/>
                      <a:pt x="13" y="5"/>
                    </a:cubicBezTo>
                    <a:cubicBezTo>
                      <a:pt x="14" y="6"/>
                      <a:pt x="14" y="7"/>
                      <a:pt x="16" y="8"/>
                    </a:cubicBezTo>
                    <a:cubicBezTo>
                      <a:pt x="19" y="8"/>
                      <a:pt x="21" y="5"/>
                      <a:pt x="24" y="4"/>
                    </a:cubicBezTo>
                    <a:cubicBezTo>
                      <a:pt x="26" y="4"/>
                      <a:pt x="27" y="5"/>
                      <a:pt x="29" y="5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14" name="Freeform 606">
                <a:extLst>
                  <a:ext uri="{FF2B5EF4-FFF2-40B4-BE49-F238E27FC236}">
                    <a16:creationId xmlns:a16="http://schemas.microsoft.com/office/drawing/2014/main" id="{D34723C8-8841-4AA0-B042-C246B184A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395"/>
                <a:ext cx="13" cy="11"/>
              </a:xfrm>
              <a:custGeom>
                <a:avLst/>
                <a:gdLst>
                  <a:gd name="T0" fmla="*/ 61 w 6"/>
                  <a:gd name="T1" fmla="*/ 33 h 5"/>
                  <a:gd name="T2" fmla="*/ 0 w 6"/>
                  <a:gd name="T3" fmla="*/ 9 h 5"/>
                  <a:gd name="T4" fmla="*/ 61 w 6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2" y="2"/>
                      <a:pt x="6" y="3"/>
                      <a:pt x="6" y="5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15" name="Freeform 607">
                <a:extLst>
                  <a:ext uri="{FF2B5EF4-FFF2-40B4-BE49-F238E27FC236}">
                    <a16:creationId xmlns:a16="http://schemas.microsoft.com/office/drawing/2014/main" id="{AE12A036-63E2-400D-8275-81B9E5F0B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464"/>
                <a:ext cx="16" cy="16"/>
              </a:xfrm>
              <a:custGeom>
                <a:avLst/>
                <a:gdLst>
                  <a:gd name="T0" fmla="*/ 85 w 7"/>
                  <a:gd name="T1" fmla="*/ 0 h 7"/>
                  <a:gd name="T2" fmla="*/ 48 w 7"/>
                  <a:gd name="T3" fmla="*/ 37 h 7"/>
                  <a:gd name="T4" fmla="*/ 0 w 7"/>
                  <a:gd name="T5" fmla="*/ 85 h 7"/>
                  <a:gd name="T6" fmla="*/ 85 w 7"/>
                  <a:gd name="T7" fmla="*/ 48 h 7"/>
                  <a:gd name="T8" fmla="*/ 85 w 7"/>
                  <a:gd name="T9" fmla="*/ 48 h 7"/>
                  <a:gd name="T10" fmla="*/ 85 w 7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6" y="1"/>
                      <a:pt x="5" y="2"/>
                      <a:pt x="4" y="3"/>
                    </a:cubicBezTo>
                    <a:cubicBezTo>
                      <a:pt x="3" y="5"/>
                      <a:pt x="2" y="6"/>
                      <a:pt x="0" y="7"/>
                    </a:cubicBezTo>
                    <a:cubicBezTo>
                      <a:pt x="2" y="7"/>
                      <a:pt x="6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16" name="Freeform 608">
                <a:extLst>
                  <a:ext uri="{FF2B5EF4-FFF2-40B4-BE49-F238E27FC236}">
                    <a16:creationId xmlns:a16="http://schemas.microsoft.com/office/drawing/2014/main" id="{8173BC97-95AC-4B5B-B52B-E73CC18BC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501"/>
                <a:ext cx="37" cy="14"/>
              </a:xfrm>
              <a:custGeom>
                <a:avLst/>
                <a:gdLst>
                  <a:gd name="T0" fmla="*/ 157 w 17"/>
                  <a:gd name="T1" fmla="*/ 12 h 6"/>
                  <a:gd name="T2" fmla="*/ 81 w 17"/>
                  <a:gd name="T3" fmla="*/ 77 h 6"/>
                  <a:gd name="T4" fmla="*/ 52 w 17"/>
                  <a:gd name="T5" fmla="*/ 37 h 6"/>
                  <a:gd name="T6" fmla="*/ 0 w 17"/>
                  <a:gd name="T7" fmla="*/ 0 h 6"/>
                  <a:gd name="T8" fmla="*/ 96 w 17"/>
                  <a:gd name="T9" fmla="*/ 49 h 6"/>
                  <a:gd name="T10" fmla="*/ 176 w 17"/>
                  <a:gd name="T11" fmla="*/ 12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6">
                    <a:moveTo>
                      <a:pt x="15" y="1"/>
                    </a:moveTo>
                    <a:cubicBezTo>
                      <a:pt x="14" y="3"/>
                      <a:pt x="10" y="6"/>
                      <a:pt x="8" y="6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3" y="1"/>
                      <a:pt x="6" y="4"/>
                      <a:pt x="9" y="4"/>
                    </a:cubicBezTo>
                    <a:cubicBezTo>
                      <a:pt x="12" y="4"/>
                      <a:pt x="14" y="1"/>
                      <a:pt x="17" y="1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17" name="Freeform 609">
                <a:extLst>
                  <a:ext uri="{FF2B5EF4-FFF2-40B4-BE49-F238E27FC236}">
                    <a16:creationId xmlns:a16="http://schemas.microsoft.com/office/drawing/2014/main" id="{8AE8B3AF-B0E7-464F-AA8A-54CA2E5A6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452"/>
                <a:ext cx="19" cy="17"/>
              </a:xfrm>
              <a:custGeom>
                <a:avLst/>
                <a:gdLst>
                  <a:gd name="T0" fmla="*/ 68 w 9"/>
                  <a:gd name="T1" fmla="*/ 0 h 7"/>
                  <a:gd name="T2" fmla="*/ 17 w 9"/>
                  <a:gd name="T3" fmla="*/ 100 h 7"/>
                  <a:gd name="T4" fmla="*/ 17 w 9"/>
                  <a:gd name="T5" fmla="*/ 100 h 7"/>
                  <a:gd name="T6" fmla="*/ 17 w 9"/>
                  <a:gd name="T7" fmla="*/ 100 h 7"/>
                  <a:gd name="T8" fmla="*/ 68 w 9"/>
                  <a:gd name="T9" fmla="*/ 70 h 7"/>
                  <a:gd name="T10" fmla="*/ 68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7" y="0"/>
                    </a:moveTo>
                    <a:cubicBezTo>
                      <a:pt x="9" y="4"/>
                      <a:pt x="0" y="3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5" y="6"/>
                      <a:pt x="7" y="5"/>
                    </a:cubicBezTo>
                    <a:cubicBezTo>
                      <a:pt x="8" y="5"/>
                      <a:pt x="8" y="2"/>
                      <a:pt x="7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18" name="Freeform 610">
                <a:extLst>
                  <a:ext uri="{FF2B5EF4-FFF2-40B4-BE49-F238E27FC236}">
                    <a16:creationId xmlns:a16="http://schemas.microsoft.com/office/drawing/2014/main" id="{8F2E9C44-2689-41CC-A27E-0A8F00CBB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418"/>
                <a:ext cx="7" cy="23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64 h 10"/>
                  <a:gd name="T4" fmla="*/ 37 w 3"/>
                  <a:gd name="T5" fmla="*/ 122 h 10"/>
                  <a:gd name="T6" fmla="*/ 12 w 3"/>
                  <a:gd name="T7" fmla="*/ 74 h 10"/>
                  <a:gd name="T8" fmla="*/ 37 w 3"/>
                  <a:gd name="T9" fmla="*/ 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2"/>
                      <a:pt x="0" y="2"/>
                      <a:pt x="0" y="5"/>
                    </a:cubicBezTo>
                    <a:cubicBezTo>
                      <a:pt x="0" y="7"/>
                      <a:pt x="1" y="8"/>
                      <a:pt x="3" y="10"/>
                    </a:cubicBezTo>
                    <a:cubicBezTo>
                      <a:pt x="3" y="9"/>
                      <a:pt x="1" y="8"/>
                      <a:pt x="1" y="6"/>
                    </a:cubicBezTo>
                    <a:cubicBezTo>
                      <a:pt x="0" y="4"/>
                      <a:pt x="2" y="2"/>
                      <a:pt x="3" y="1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19" name="Freeform 611">
                <a:extLst>
                  <a:ext uri="{FF2B5EF4-FFF2-40B4-BE49-F238E27FC236}">
                    <a16:creationId xmlns:a16="http://schemas.microsoft.com/office/drawing/2014/main" id="{F260CF58-230B-4058-8DCE-26B2CEAEB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390"/>
                <a:ext cx="89" cy="130"/>
              </a:xfrm>
              <a:custGeom>
                <a:avLst/>
                <a:gdLst>
                  <a:gd name="T0" fmla="*/ 419 w 41"/>
                  <a:gd name="T1" fmla="*/ 114 h 56"/>
                  <a:gd name="T2" fmla="*/ 378 w 41"/>
                  <a:gd name="T3" fmla="*/ 102 h 56"/>
                  <a:gd name="T4" fmla="*/ 367 w 41"/>
                  <a:gd name="T5" fmla="*/ 28 h 56"/>
                  <a:gd name="T6" fmla="*/ 254 w 41"/>
                  <a:gd name="T7" fmla="*/ 0 h 56"/>
                  <a:gd name="T8" fmla="*/ 141 w 41"/>
                  <a:gd name="T9" fmla="*/ 77 h 56"/>
                  <a:gd name="T10" fmla="*/ 52 w 41"/>
                  <a:gd name="T11" fmla="*/ 151 h 56"/>
                  <a:gd name="T12" fmla="*/ 20 w 41"/>
                  <a:gd name="T13" fmla="*/ 248 h 56"/>
                  <a:gd name="T14" fmla="*/ 80 w 41"/>
                  <a:gd name="T15" fmla="*/ 351 h 56"/>
                  <a:gd name="T16" fmla="*/ 9 w 41"/>
                  <a:gd name="T17" fmla="*/ 436 h 56"/>
                  <a:gd name="T18" fmla="*/ 72 w 41"/>
                  <a:gd name="T19" fmla="*/ 529 h 56"/>
                  <a:gd name="T20" fmla="*/ 132 w 41"/>
                  <a:gd name="T21" fmla="*/ 615 h 56"/>
                  <a:gd name="T22" fmla="*/ 202 w 41"/>
                  <a:gd name="T23" fmla="*/ 673 h 56"/>
                  <a:gd name="T24" fmla="*/ 306 w 41"/>
                  <a:gd name="T25" fmla="*/ 652 h 56"/>
                  <a:gd name="T26" fmla="*/ 349 w 41"/>
                  <a:gd name="T27" fmla="*/ 615 h 56"/>
                  <a:gd name="T28" fmla="*/ 386 w 41"/>
                  <a:gd name="T29" fmla="*/ 624 h 56"/>
                  <a:gd name="T30" fmla="*/ 419 w 41"/>
                  <a:gd name="T31" fmla="*/ 559 h 56"/>
                  <a:gd name="T32" fmla="*/ 419 w 41"/>
                  <a:gd name="T33" fmla="*/ 114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1" h="56">
                    <a:moveTo>
                      <a:pt x="41" y="9"/>
                    </a:moveTo>
                    <a:cubicBezTo>
                      <a:pt x="40" y="9"/>
                      <a:pt x="38" y="9"/>
                      <a:pt x="37" y="8"/>
                    </a:cubicBezTo>
                    <a:cubicBezTo>
                      <a:pt x="36" y="6"/>
                      <a:pt x="37" y="4"/>
                      <a:pt x="36" y="2"/>
                    </a:cubicBezTo>
                    <a:cubicBezTo>
                      <a:pt x="34" y="0"/>
                      <a:pt x="28" y="0"/>
                      <a:pt x="25" y="0"/>
                    </a:cubicBezTo>
                    <a:cubicBezTo>
                      <a:pt x="20" y="0"/>
                      <a:pt x="18" y="3"/>
                      <a:pt x="14" y="6"/>
                    </a:cubicBezTo>
                    <a:cubicBezTo>
                      <a:pt x="11" y="8"/>
                      <a:pt x="8" y="9"/>
                      <a:pt x="5" y="12"/>
                    </a:cubicBezTo>
                    <a:cubicBezTo>
                      <a:pt x="3" y="14"/>
                      <a:pt x="1" y="17"/>
                      <a:pt x="2" y="20"/>
                    </a:cubicBezTo>
                    <a:cubicBezTo>
                      <a:pt x="4" y="23"/>
                      <a:pt x="9" y="24"/>
                      <a:pt x="8" y="28"/>
                    </a:cubicBezTo>
                    <a:cubicBezTo>
                      <a:pt x="6" y="31"/>
                      <a:pt x="0" y="30"/>
                      <a:pt x="1" y="35"/>
                    </a:cubicBezTo>
                    <a:cubicBezTo>
                      <a:pt x="2" y="38"/>
                      <a:pt x="6" y="39"/>
                      <a:pt x="7" y="42"/>
                    </a:cubicBezTo>
                    <a:cubicBezTo>
                      <a:pt x="8" y="46"/>
                      <a:pt x="9" y="47"/>
                      <a:pt x="13" y="49"/>
                    </a:cubicBezTo>
                    <a:cubicBezTo>
                      <a:pt x="16" y="50"/>
                      <a:pt x="17" y="52"/>
                      <a:pt x="20" y="54"/>
                    </a:cubicBezTo>
                    <a:cubicBezTo>
                      <a:pt x="23" y="56"/>
                      <a:pt x="27" y="55"/>
                      <a:pt x="30" y="52"/>
                    </a:cubicBezTo>
                    <a:cubicBezTo>
                      <a:pt x="31" y="51"/>
                      <a:pt x="32" y="49"/>
                      <a:pt x="34" y="49"/>
                    </a:cubicBezTo>
                    <a:cubicBezTo>
                      <a:pt x="35" y="48"/>
                      <a:pt x="36" y="50"/>
                      <a:pt x="38" y="50"/>
                    </a:cubicBezTo>
                    <a:cubicBezTo>
                      <a:pt x="41" y="50"/>
                      <a:pt x="41" y="47"/>
                      <a:pt x="41" y="45"/>
                    </a:cubicBezTo>
                    <a:lnTo>
                      <a:pt x="41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20" name="Freeform 612">
                <a:extLst>
                  <a:ext uri="{FF2B5EF4-FFF2-40B4-BE49-F238E27FC236}">
                    <a16:creationId xmlns:a16="http://schemas.microsoft.com/office/drawing/2014/main" id="{9913C54A-18C6-478C-9364-BDAF332C3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448"/>
                <a:ext cx="8" cy="16"/>
              </a:xfrm>
              <a:custGeom>
                <a:avLst/>
                <a:gdLst>
                  <a:gd name="T0" fmla="*/ 24 w 4"/>
                  <a:gd name="T1" fmla="*/ 85 h 7"/>
                  <a:gd name="T2" fmla="*/ 0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3" y="7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21" name="Freeform 613">
                <a:extLst>
                  <a:ext uri="{FF2B5EF4-FFF2-40B4-BE49-F238E27FC236}">
                    <a16:creationId xmlns:a16="http://schemas.microsoft.com/office/drawing/2014/main" id="{5AC3BBC4-B369-4718-9757-DAC06E639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459"/>
                <a:ext cx="20" cy="19"/>
              </a:xfrm>
              <a:custGeom>
                <a:avLst/>
                <a:gdLst>
                  <a:gd name="T0" fmla="*/ 0 w 9"/>
                  <a:gd name="T1" fmla="*/ 107 h 8"/>
                  <a:gd name="T2" fmla="*/ 98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4" y="6"/>
                      <a:pt x="7" y="4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22" name="Freeform 614">
                <a:extLst>
                  <a:ext uri="{FF2B5EF4-FFF2-40B4-BE49-F238E27FC236}">
                    <a16:creationId xmlns:a16="http://schemas.microsoft.com/office/drawing/2014/main" id="{78942E5A-8F12-4470-8200-877D8B952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401"/>
                <a:ext cx="11" cy="10"/>
              </a:xfrm>
              <a:custGeom>
                <a:avLst/>
                <a:gdLst>
                  <a:gd name="T0" fmla="*/ 53 w 5"/>
                  <a:gd name="T1" fmla="*/ 63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4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23" name="Freeform 615">
                <a:extLst>
                  <a:ext uri="{FF2B5EF4-FFF2-40B4-BE49-F238E27FC236}">
                    <a16:creationId xmlns:a16="http://schemas.microsoft.com/office/drawing/2014/main" id="{C1CE7BD9-0007-4955-8822-89492FBED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274"/>
                <a:ext cx="181" cy="190"/>
              </a:xfrm>
              <a:custGeom>
                <a:avLst/>
                <a:gdLst>
                  <a:gd name="T0" fmla="*/ 652 w 83"/>
                  <a:gd name="T1" fmla="*/ 171 h 82"/>
                  <a:gd name="T2" fmla="*/ 386 w 83"/>
                  <a:gd name="T3" fmla="*/ 28 h 82"/>
                  <a:gd name="T4" fmla="*/ 133 w 83"/>
                  <a:gd name="T5" fmla="*/ 171 h 82"/>
                  <a:gd name="T6" fmla="*/ 342 w 83"/>
                  <a:gd name="T7" fmla="*/ 897 h 82"/>
                  <a:gd name="T8" fmla="*/ 850 w 83"/>
                  <a:gd name="T9" fmla="*/ 644 h 82"/>
                  <a:gd name="T10" fmla="*/ 652 w 83"/>
                  <a:gd name="T11" fmla="*/ 171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2">
                    <a:moveTo>
                      <a:pt x="63" y="14"/>
                    </a:moveTo>
                    <a:cubicBezTo>
                      <a:pt x="55" y="6"/>
                      <a:pt x="48" y="0"/>
                      <a:pt x="37" y="2"/>
                    </a:cubicBezTo>
                    <a:cubicBezTo>
                      <a:pt x="29" y="3"/>
                      <a:pt x="19" y="6"/>
                      <a:pt x="13" y="14"/>
                    </a:cubicBezTo>
                    <a:cubicBezTo>
                      <a:pt x="0" y="32"/>
                      <a:pt x="9" y="62"/>
                      <a:pt x="33" y="72"/>
                    </a:cubicBezTo>
                    <a:cubicBezTo>
                      <a:pt x="56" y="82"/>
                      <a:pt x="79" y="68"/>
                      <a:pt x="82" y="52"/>
                    </a:cubicBezTo>
                    <a:cubicBezTo>
                      <a:pt x="83" y="36"/>
                      <a:pt x="79" y="30"/>
                      <a:pt x="63" y="14"/>
                    </a:cubicBezTo>
                    <a:close/>
                  </a:path>
                </a:pathLst>
              </a:custGeom>
              <a:solidFill>
                <a:srgbClr val="ED9075"/>
              </a:solidFill>
              <a:ln w="6350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24" name="Freeform 616">
                <a:extLst>
                  <a:ext uri="{FF2B5EF4-FFF2-40B4-BE49-F238E27FC236}">
                    <a16:creationId xmlns:a16="http://schemas.microsoft.com/office/drawing/2014/main" id="{4F47F3DC-FE16-4A99-856C-739D5C1EB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306"/>
                <a:ext cx="89" cy="105"/>
              </a:xfrm>
              <a:custGeom>
                <a:avLst/>
                <a:gdLst>
                  <a:gd name="T0" fmla="*/ 202 w 41"/>
                  <a:gd name="T1" fmla="*/ 65 h 45"/>
                  <a:gd name="T2" fmla="*/ 0 w 41"/>
                  <a:gd name="T3" fmla="*/ 229 h 45"/>
                  <a:gd name="T4" fmla="*/ 245 w 41"/>
                  <a:gd name="T5" fmla="*/ 560 h 45"/>
                  <a:gd name="T6" fmla="*/ 378 w 41"/>
                  <a:gd name="T7" fmla="*/ 266 h 45"/>
                  <a:gd name="T8" fmla="*/ 202 w 41"/>
                  <a:gd name="T9" fmla="*/ 6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5">
                    <a:moveTo>
                      <a:pt x="20" y="5"/>
                    </a:moveTo>
                    <a:cubicBezTo>
                      <a:pt x="10" y="0"/>
                      <a:pt x="0" y="4"/>
                      <a:pt x="0" y="18"/>
                    </a:cubicBezTo>
                    <a:cubicBezTo>
                      <a:pt x="1" y="31"/>
                      <a:pt x="9" y="42"/>
                      <a:pt x="24" y="44"/>
                    </a:cubicBezTo>
                    <a:cubicBezTo>
                      <a:pt x="40" y="45"/>
                      <a:pt x="41" y="28"/>
                      <a:pt x="37" y="21"/>
                    </a:cubicBezTo>
                    <a:cubicBezTo>
                      <a:pt x="33" y="13"/>
                      <a:pt x="32" y="11"/>
                      <a:pt x="20" y="5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25" name="Freeform 617">
                <a:extLst>
                  <a:ext uri="{FF2B5EF4-FFF2-40B4-BE49-F238E27FC236}">
                    <a16:creationId xmlns:a16="http://schemas.microsoft.com/office/drawing/2014/main" id="{320ACECD-79BD-4FC9-A365-355EBB599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309"/>
                <a:ext cx="70" cy="104"/>
              </a:xfrm>
              <a:custGeom>
                <a:avLst/>
                <a:gdLst>
                  <a:gd name="T0" fmla="*/ 20 w 32"/>
                  <a:gd name="T1" fmla="*/ 150 h 45"/>
                  <a:gd name="T2" fmla="*/ 335 w 32"/>
                  <a:gd name="T3" fmla="*/ 159 h 45"/>
                  <a:gd name="T4" fmla="*/ 158 w 32"/>
                  <a:gd name="T5" fmla="*/ 469 h 45"/>
                  <a:gd name="T6" fmla="*/ 133 w 32"/>
                  <a:gd name="T7" fmla="*/ 460 h 45"/>
                  <a:gd name="T8" fmla="*/ 20 w 32"/>
                  <a:gd name="T9" fmla="*/ 15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5">
                    <a:moveTo>
                      <a:pt x="2" y="12"/>
                    </a:moveTo>
                    <a:cubicBezTo>
                      <a:pt x="10" y="0"/>
                      <a:pt x="20" y="3"/>
                      <a:pt x="32" y="13"/>
                    </a:cubicBezTo>
                    <a:cubicBezTo>
                      <a:pt x="4" y="4"/>
                      <a:pt x="6" y="30"/>
                      <a:pt x="15" y="38"/>
                    </a:cubicBezTo>
                    <a:cubicBezTo>
                      <a:pt x="24" y="45"/>
                      <a:pt x="13" y="37"/>
                      <a:pt x="13" y="37"/>
                    </a:cubicBezTo>
                    <a:cubicBezTo>
                      <a:pt x="13" y="37"/>
                      <a:pt x="0" y="20"/>
                      <a:pt x="2" y="12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26" name="Freeform 618">
                <a:extLst>
                  <a:ext uri="{FF2B5EF4-FFF2-40B4-BE49-F238E27FC236}">
                    <a16:creationId xmlns:a16="http://schemas.microsoft.com/office/drawing/2014/main" id="{0385A13F-4B78-450A-A743-40019AE27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334"/>
                <a:ext cx="72" cy="107"/>
              </a:xfrm>
              <a:custGeom>
                <a:avLst/>
                <a:gdLst>
                  <a:gd name="T0" fmla="*/ 33 w 33"/>
                  <a:gd name="T1" fmla="*/ 0 h 46"/>
                  <a:gd name="T2" fmla="*/ 343 w 33"/>
                  <a:gd name="T3" fmla="*/ 579 h 46"/>
                  <a:gd name="T4" fmla="*/ 33 w 33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6">
                    <a:moveTo>
                      <a:pt x="3" y="0"/>
                    </a:moveTo>
                    <a:cubicBezTo>
                      <a:pt x="0" y="10"/>
                      <a:pt x="1" y="34"/>
                      <a:pt x="33" y="46"/>
                    </a:cubicBezTo>
                    <a:cubicBezTo>
                      <a:pt x="23" y="41"/>
                      <a:pt x="4" y="21"/>
                      <a:pt x="3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27" name="Freeform 619">
                <a:extLst>
                  <a:ext uri="{FF2B5EF4-FFF2-40B4-BE49-F238E27FC236}">
                    <a16:creationId xmlns:a16="http://schemas.microsoft.com/office/drawing/2014/main" id="{8D46EA61-CF2E-49D7-9F82-7FE3477A8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313"/>
                <a:ext cx="94" cy="98"/>
              </a:xfrm>
              <a:custGeom>
                <a:avLst/>
                <a:gdLst>
                  <a:gd name="T0" fmla="*/ 439 w 43"/>
                  <a:gd name="T1" fmla="*/ 278 h 42"/>
                  <a:gd name="T2" fmla="*/ 367 w 43"/>
                  <a:gd name="T3" fmla="*/ 485 h 42"/>
                  <a:gd name="T4" fmla="*/ 96 w 43"/>
                  <a:gd name="T5" fmla="*/ 392 h 42"/>
                  <a:gd name="T6" fmla="*/ 33 w 43"/>
                  <a:gd name="T7" fmla="*/ 126 h 42"/>
                  <a:gd name="T8" fmla="*/ 133 w 43"/>
                  <a:gd name="T9" fmla="*/ 0 h 42"/>
                  <a:gd name="T10" fmla="*/ 133 w 43"/>
                  <a:gd name="T11" fmla="*/ 0 h 42"/>
                  <a:gd name="T12" fmla="*/ 20 w 43"/>
                  <a:gd name="T13" fmla="*/ 126 h 42"/>
                  <a:gd name="T14" fmla="*/ 96 w 43"/>
                  <a:gd name="T15" fmla="*/ 392 h 42"/>
                  <a:gd name="T16" fmla="*/ 378 w 43"/>
                  <a:gd name="T17" fmla="*/ 495 h 42"/>
                  <a:gd name="T18" fmla="*/ 439 w 43"/>
                  <a:gd name="T19" fmla="*/ 278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42">
                    <a:moveTo>
                      <a:pt x="42" y="22"/>
                    </a:moveTo>
                    <a:cubicBezTo>
                      <a:pt x="43" y="29"/>
                      <a:pt x="41" y="35"/>
                      <a:pt x="35" y="38"/>
                    </a:cubicBezTo>
                    <a:cubicBezTo>
                      <a:pt x="29" y="42"/>
                      <a:pt x="18" y="41"/>
                      <a:pt x="9" y="31"/>
                    </a:cubicBezTo>
                    <a:cubicBezTo>
                      <a:pt x="1" y="22"/>
                      <a:pt x="1" y="14"/>
                      <a:pt x="3" y="10"/>
                    </a:cubicBezTo>
                    <a:cubicBezTo>
                      <a:pt x="5" y="5"/>
                      <a:pt x="9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1"/>
                      <a:pt x="4" y="4"/>
                      <a:pt x="2" y="10"/>
                    </a:cubicBezTo>
                    <a:cubicBezTo>
                      <a:pt x="1" y="14"/>
                      <a:pt x="0" y="22"/>
                      <a:pt x="9" y="31"/>
                    </a:cubicBezTo>
                    <a:cubicBezTo>
                      <a:pt x="18" y="42"/>
                      <a:pt x="29" y="42"/>
                      <a:pt x="36" y="39"/>
                    </a:cubicBezTo>
                    <a:cubicBezTo>
                      <a:pt x="41" y="36"/>
                      <a:pt x="43" y="30"/>
                      <a:pt x="42" y="2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28" name="Freeform 620">
                <a:extLst>
                  <a:ext uri="{FF2B5EF4-FFF2-40B4-BE49-F238E27FC236}">
                    <a16:creationId xmlns:a16="http://schemas.microsoft.com/office/drawing/2014/main" id="{009C65B1-E913-41C5-ADFD-0E95777F8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568"/>
                <a:ext cx="157" cy="181"/>
              </a:xfrm>
              <a:custGeom>
                <a:avLst/>
                <a:gdLst>
                  <a:gd name="T0" fmla="*/ 746 w 72"/>
                  <a:gd name="T1" fmla="*/ 274 h 78"/>
                  <a:gd name="T2" fmla="*/ 665 w 72"/>
                  <a:gd name="T3" fmla="*/ 162 h 78"/>
                  <a:gd name="T4" fmla="*/ 395 w 72"/>
                  <a:gd name="T5" fmla="*/ 12 h 78"/>
                  <a:gd name="T6" fmla="*/ 148 w 72"/>
                  <a:gd name="T7" fmla="*/ 162 h 78"/>
                  <a:gd name="T8" fmla="*/ 351 w 72"/>
                  <a:gd name="T9" fmla="*/ 889 h 78"/>
                  <a:gd name="T10" fmla="*/ 746 w 72"/>
                  <a:gd name="T11" fmla="*/ 835 h 78"/>
                  <a:gd name="T12" fmla="*/ 746 w 72"/>
                  <a:gd name="T13" fmla="*/ 274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78">
                    <a:moveTo>
                      <a:pt x="72" y="22"/>
                    </a:moveTo>
                    <a:cubicBezTo>
                      <a:pt x="70" y="19"/>
                      <a:pt x="67" y="16"/>
                      <a:pt x="64" y="13"/>
                    </a:cubicBezTo>
                    <a:cubicBezTo>
                      <a:pt x="56" y="6"/>
                      <a:pt x="49" y="0"/>
                      <a:pt x="38" y="1"/>
                    </a:cubicBezTo>
                    <a:cubicBezTo>
                      <a:pt x="30" y="2"/>
                      <a:pt x="20" y="5"/>
                      <a:pt x="14" y="13"/>
                    </a:cubicBezTo>
                    <a:cubicBezTo>
                      <a:pt x="0" y="32"/>
                      <a:pt x="10" y="61"/>
                      <a:pt x="34" y="71"/>
                    </a:cubicBezTo>
                    <a:cubicBezTo>
                      <a:pt x="48" y="78"/>
                      <a:pt x="63" y="75"/>
                      <a:pt x="72" y="67"/>
                    </a:cubicBezTo>
                    <a:lnTo>
                      <a:pt x="72" y="22"/>
                    </a:lnTo>
                    <a:close/>
                  </a:path>
                </a:pathLst>
              </a:custGeom>
              <a:solidFill>
                <a:srgbClr val="ED9075"/>
              </a:solidFill>
              <a:ln w="6350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29" name="Freeform 621">
                <a:extLst>
                  <a:ext uri="{FF2B5EF4-FFF2-40B4-BE49-F238E27FC236}">
                    <a16:creationId xmlns:a16="http://schemas.microsoft.com/office/drawing/2014/main" id="{47783F8D-634C-48F1-AA9A-18BD0D942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599"/>
                <a:ext cx="96" cy="111"/>
              </a:xfrm>
              <a:custGeom>
                <a:avLst/>
                <a:gdLst>
                  <a:gd name="T0" fmla="*/ 247 w 44"/>
                  <a:gd name="T1" fmla="*/ 86 h 48"/>
                  <a:gd name="T2" fmla="*/ 20 w 44"/>
                  <a:gd name="T3" fmla="*/ 187 h 48"/>
                  <a:gd name="T4" fmla="*/ 247 w 44"/>
                  <a:gd name="T5" fmla="*/ 546 h 48"/>
                  <a:gd name="T6" fmla="*/ 415 w 44"/>
                  <a:gd name="T7" fmla="*/ 301 h 48"/>
                  <a:gd name="T8" fmla="*/ 247 w 44"/>
                  <a:gd name="T9" fmla="*/ 8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8">
                    <a:moveTo>
                      <a:pt x="24" y="7"/>
                    </a:moveTo>
                    <a:cubicBezTo>
                      <a:pt x="15" y="0"/>
                      <a:pt x="3" y="1"/>
                      <a:pt x="2" y="15"/>
                    </a:cubicBezTo>
                    <a:cubicBezTo>
                      <a:pt x="0" y="29"/>
                      <a:pt x="8" y="39"/>
                      <a:pt x="24" y="44"/>
                    </a:cubicBezTo>
                    <a:cubicBezTo>
                      <a:pt x="39" y="48"/>
                      <a:pt x="44" y="32"/>
                      <a:pt x="40" y="24"/>
                    </a:cubicBezTo>
                    <a:cubicBezTo>
                      <a:pt x="35" y="16"/>
                      <a:pt x="32" y="11"/>
                      <a:pt x="24" y="7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30" name="Freeform 622">
                <a:extLst>
                  <a:ext uri="{FF2B5EF4-FFF2-40B4-BE49-F238E27FC236}">
                    <a16:creationId xmlns:a16="http://schemas.microsoft.com/office/drawing/2014/main" id="{493512C9-4C79-4F52-9B93-38249B4B8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594"/>
                <a:ext cx="74" cy="107"/>
              </a:xfrm>
              <a:custGeom>
                <a:avLst/>
                <a:gdLst>
                  <a:gd name="T0" fmla="*/ 33 w 34"/>
                  <a:gd name="T1" fmla="*/ 188 h 46"/>
                  <a:gd name="T2" fmla="*/ 350 w 34"/>
                  <a:gd name="T3" fmla="*/ 188 h 46"/>
                  <a:gd name="T4" fmla="*/ 133 w 34"/>
                  <a:gd name="T5" fmla="*/ 465 h 46"/>
                  <a:gd name="T6" fmla="*/ 113 w 34"/>
                  <a:gd name="T7" fmla="*/ 454 h 46"/>
                  <a:gd name="T8" fmla="*/ 33 w 34"/>
                  <a:gd name="T9" fmla="*/ 18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6">
                    <a:moveTo>
                      <a:pt x="3" y="15"/>
                    </a:moveTo>
                    <a:cubicBezTo>
                      <a:pt x="10" y="0"/>
                      <a:pt x="24" y="3"/>
                      <a:pt x="34" y="15"/>
                    </a:cubicBezTo>
                    <a:cubicBezTo>
                      <a:pt x="8" y="2"/>
                      <a:pt x="5" y="28"/>
                      <a:pt x="13" y="37"/>
                    </a:cubicBezTo>
                    <a:cubicBezTo>
                      <a:pt x="20" y="46"/>
                      <a:pt x="11" y="36"/>
                      <a:pt x="11" y="36"/>
                    </a:cubicBezTo>
                    <a:cubicBezTo>
                      <a:pt x="11" y="36"/>
                      <a:pt x="0" y="23"/>
                      <a:pt x="3" y="15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31" name="Freeform 623">
                <a:extLst>
                  <a:ext uri="{FF2B5EF4-FFF2-40B4-BE49-F238E27FC236}">
                    <a16:creationId xmlns:a16="http://schemas.microsoft.com/office/drawing/2014/main" id="{7E6981BC-9D24-4BB3-AFCD-06253B425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606"/>
                <a:ext cx="94" cy="99"/>
              </a:xfrm>
              <a:custGeom>
                <a:avLst/>
                <a:gdLst>
                  <a:gd name="T0" fmla="*/ 439 w 43"/>
                  <a:gd name="T1" fmla="*/ 281 h 43"/>
                  <a:gd name="T2" fmla="*/ 367 w 43"/>
                  <a:gd name="T3" fmla="*/ 477 h 43"/>
                  <a:gd name="T4" fmla="*/ 96 w 43"/>
                  <a:gd name="T5" fmla="*/ 375 h 43"/>
                  <a:gd name="T6" fmla="*/ 33 w 43"/>
                  <a:gd name="T7" fmla="*/ 122 h 43"/>
                  <a:gd name="T8" fmla="*/ 133 w 43"/>
                  <a:gd name="T9" fmla="*/ 0 h 43"/>
                  <a:gd name="T10" fmla="*/ 133 w 43"/>
                  <a:gd name="T11" fmla="*/ 0 h 43"/>
                  <a:gd name="T12" fmla="*/ 20 w 43"/>
                  <a:gd name="T13" fmla="*/ 122 h 43"/>
                  <a:gd name="T14" fmla="*/ 96 w 43"/>
                  <a:gd name="T15" fmla="*/ 391 h 43"/>
                  <a:gd name="T16" fmla="*/ 378 w 43"/>
                  <a:gd name="T17" fmla="*/ 477 h 43"/>
                  <a:gd name="T18" fmla="*/ 439 w 43"/>
                  <a:gd name="T19" fmla="*/ 28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43">
                    <a:moveTo>
                      <a:pt x="42" y="23"/>
                    </a:moveTo>
                    <a:cubicBezTo>
                      <a:pt x="43" y="30"/>
                      <a:pt x="41" y="36"/>
                      <a:pt x="35" y="39"/>
                    </a:cubicBezTo>
                    <a:cubicBezTo>
                      <a:pt x="29" y="42"/>
                      <a:pt x="18" y="41"/>
                      <a:pt x="9" y="31"/>
                    </a:cubicBezTo>
                    <a:cubicBezTo>
                      <a:pt x="1" y="22"/>
                      <a:pt x="1" y="15"/>
                      <a:pt x="3" y="10"/>
                    </a:cubicBezTo>
                    <a:cubicBezTo>
                      <a:pt x="5" y="5"/>
                      <a:pt x="9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1"/>
                      <a:pt x="4" y="5"/>
                      <a:pt x="2" y="10"/>
                    </a:cubicBezTo>
                    <a:cubicBezTo>
                      <a:pt x="1" y="15"/>
                      <a:pt x="0" y="22"/>
                      <a:pt x="9" y="32"/>
                    </a:cubicBezTo>
                    <a:cubicBezTo>
                      <a:pt x="18" y="42"/>
                      <a:pt x="29" y="43"/>
                      <a:pt x="36" y="39"/>
                    </a:cubicBezTo>
                    <a:cubicBezTo>
                      <a:pt x="41" y="36"/>
                      <a:pt x="43" y="30"/>
                      <a:pt x="42" y="23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32" name="Freeform 624">
                <a:extLst>
                  <a:ext uri="{FF2B5EF4-FFF2-40B4-BE49-F238E27FC236}">
                    <a16:creationId xmlns:a16="http://schemas.microsoft.com/office/drawing/2014/main" id="{94E88D3F-C4D4-4CA3-A31A-6AFD58353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610"/>
                <a:ext cx="68" cy="121"/>
              </a:xfrm>
              <a:custGeom>
                <a:avLst/>
                <a:gdLst>
                  <a:gd name="T0" fmla="*/ 97 w 31"/>
                  <a:gd name="T1" fmla="*/ 0 h 52"/>
                  <a:gd name="T2" fmla="*/ 327 w 31"/>
                  <a:gd name="T3" fmla="*/ 656 h 52"/>
                  <a:gd name="T4" fmla="*/ 97 w 31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52">
                    <a:moveTo>
                      <a:pt x="9" y="0"/>
                    </a:moveTo>
                    <a:cubicBezTo>
                      <a:pt x="4" y="10"/>
                      <a:pt x="0" y="34"/>
                      <a:pt x="31" y="52"/>
                    </a:cubicBezTo>
                    <a:cubicBezTo>
                      <a:pt x="21" y="45"/>
                      <a:pt x="6" y="21"/>
                      <a:pt x="9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33" name="Freeform 625">
                <a:extLst>
                  <a:ext uri="{FF2B5EF4-FFF2-40B4-BE49-F238E27FC236}">
                    <a16:creationId xmlns:a16="http://schemas.microsoft.com/office/drawing/2014/main" id="{7F9A10EE-0593-46AB-916D-CF5AB3B37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051"/>
                <a:ext cx="37" cy="72"/>
              </a:xfrm>
              <a:custGeom>
                <a:avLst/>
                <a:gdLst>
                  <a:gd name="T0" fmla="*/ 176 w 17"/>
                  <a:gd name="T1" fmla="*/ 0 h 31"/>
                  <a:gd name="T2" fmla="*/ 52 w 17"/>
                  <a:gd name="T3" fmla="*/ 388 h 31"/>
                  <a:gd name="T4" fmla="*/ 176 w 17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1">
                    <a:moveTo>
                      <a:pt x="17" y="0"/>
                    </a:moveTo>
                    <a:cubicBezTo>
                      <a:pt x="7" y="4"/>
                      <a:pt x="0" y="15"/>
                      <a:pt x="5" y="31"/>
                    </a:cubicBezTo>
                    <a:cubicBezTo>
                      <a:pt x="7" y="15"/>
                      <a:pt x="11" y="2"/>
                      <a:pt x="17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34" name="Freeform 626">
                <a:extLst>
                  <a:ext uri="{FF2B5EF4-FFF2-40B4-BE49-F238E27FC236}">
                    <a16:creationId xmlns:a16="http://schemas.microsoft.com/office/drawing/2014/main" id="{64DE7EC0-1316-4876-AA8F-EED963754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513"/>
                <a:ext cx="47" cy="95"/>
              </a:xfrm>
              <a:custGeom>
                <a:avLst/>
                <a:gdLst>
                  <a:gd name="T0" fmla="*/ 137 w 22"/>
                  <a:gd name="T1" fmla="*/ 510 h 41"/>
                  <a:gd name="T2" fmla="*/ 214 w 22"/>
                  <a:gd name="T3" fmla="*/ 0 h 41"/>
                  <a:gd name="T4" fmla="*/ 137 w 22"/>
                  <a:gd name="T5" fmla="*/ 51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1">
                    <a:moveTo>
                      <a:pt x="14" y="41"/>
                    </a:moveTo>
                    <a:cubicBezTo>
                      <a:pt x="0" y="20"/>
                      <a:pt x="13" y="1"/>
                      <a:pt x="22" y="0"/>
                    </a:cubicBezTo>
                    <a:cubicBezTo>
                      <a:pt x="16" y="4"/>
                      <a:pt x="6" y="24"/>
                      <a:pt x="14" y="41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35" name="Freeform 627">
                <a:extLst>
                  <a:ext uri="{FF2B5EF4-FFF2-40B4-BE49-F238E27FC236}">
                    <a16:creationId xmlns:a16="http://schemas.microsoft.com/office/drawing/2014/main" id="{91F92278-32F1-4094-8128-0D7011002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353"/>
                <a:ext cx="8" cy="37"/>
              </a:xfrm>
              <a:custGeom>
                <a:avLst/>
                <a:gdLst>
                  <a:gd name="T0" fmla="*/ 0 w 4"/>
                  <a:gd name="T1" fmla="*/ 12 h 16"/>
                  <a:gd name="T2" fmla="*/ 16 w 4"/>
                  <a:gd name="T3" fmla="*/ 113 h 16"/>
                  <a:gd name="T4" fmla="*/ 16 w 4"/>
                  <a:gd name="T5" fmla="*/ 199 h 16"/>
                  <a:gd name="T6" fmla="*/ 32 w 4"/>
                  <a:gd name="T7" fmla="*/ 187 h 16"/>
                  <a:gd name="T8" fmla="*/ 32 w 4"/>
                  <a:gd name="T9" fmla="*/ 113 h 16"/>
                  <a:gd name="T10" fmla="*/ 8 w 4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6">
                    <a:moveTo>
                      <a:pt x="0" y="1"/>
                    </a:moveTo>
                    <a:cubicBezTo>
                      <a:pt x="1" y="4"/>
                      <a:pt x="1" y="6"/>
                      <a:pt x="2" y="9"/>
                    </a:cubicBezTo>
                    <a:cubicBezTo>
                      <a:pt x="2" y="12"/>
                      <a:pt x="2" y="14"/>
                      <a:pt x="2" y="16"/>
                    </a:cubicBezTo>
                    <a:cubicBezTo>
                      <a:pt x="2" y="16"/>
                      <a:pt x="3" y="15"/>
                      <a:pt x="4" y="15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4" y="6"/>
                      <a:pt x="3" y="2"/>
                      <a:pt x="1" y="0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36" name="Freeform 628">
                <a:extLst>
                  <a:ext uri="{FF2B5EF4-FFF2-40B4-BE49-F238E27FC236}">
                    <a16:creationId xmlns:a16="http://schemas.microsoft.com/office/drawing/2014/main" id="{BE3B562C-E0DA-4B15-BCF0-E438EBC9E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098"/>
                <a:ext cx="52" cy="21"/>
              </a:xfrm>
              <a:custGeom>
                <a:avLst/>
                <a:gdLst>
                  <a:gd name="T0" fmla="*/ 0 w 24"/>
                  <a:gd name="T1" fmla="*/ 12 h 9"/>
                  <a:gd name="T2" fmla="*/ 80 w 24"/>
                  <a:gd name="T3" fmla="*/ 37 h 9"/>
                  <a:gd name="T4" fmla="*/ 165 w 24"/>
                  <a:gd name="T5" fmla="*/ 65 h 9"/>
                  <a:gd name="T6" fmla="*/ 202 w 24"/>
                  <a:gd name="T7" fmla="*/ 86 h 9"/>
                  <a:gd name="T8" fmla="*/ 245 w 24"/>
                  <a:gd name="T9" fmla="*/ 114 h 9"/>
                  <a:gd name="T10" fmla="*/ 225 w 24"/>
                  <a:gd name="T11" fmla="*/ 37 h 9"/>
                  <a:gd name="T12" fmla="*/ 225 w 24"/>
                  <a:gd name="T13" fmla="*/ 28 h 9"/>
                  <a:gd name="T14" fmla="*/ 184 w 24"/>
                  <a:gd name="T15" fmla="*/ 28 h 9"/>
                  <a:gd name="T16" fmla="*/ 52 w 24"/>
                  <a:gd name="T17" fmla="*/ 0 h 9"/>
                  <a:gd name="T18" fmla="*/ 0 w 24"/>
                  <a:gd name="T19" fmla="*/ 12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9">
                    <a:moveTo>
                      <a:pt x="0" y="1"/>
                    </a:moveTo>
                    <a:cubicBezTo>
                      <a:pt x="3" y="2"/>
                      <a:pt x="6" y="1"/>
                      <a:pt x="8" y="3"/>
                    </a:cubicBezTo>
                    <a:cubicBezTo>
                      <a:pt x="11" y="4"/>
                      <a:pt x="13" y="4"/>
                      <a:pt x="16" y="5"/>
                    </a:cubicBezTo>
                    <a:cubicBezTo>
                      <a:pt x="17" y="6"/>
                      <a:pt x="18" y="6"/>
                      <a:pt x="20" y="7"/>
                    </a:cubicBezTo>
                    <a:cubicBezTo>
                      <a:pt x="21" y="8"/>
                      <a:pt x="23" y="9"/>
                      <a:pt x="24" y="9"/>
                    </a:cubicBezTo>
                    <a:cubicBezTo>
                      <a:pt x="23" y="7"/>
                      <a:pt x="23" y="6"/>
                      <a:pt x="22" y="3"/>
                    </a:cubicBezTo>
                    <a:cubicBezTo>
                      <a:pt x="22" y="2"/>
                      <a:pt x="23" y="2"/>
                      <a:pt x="22" y="2"/>
                    </a:cubicBezTo>
                    <a:cubicBezTo>
                      <a:pt x="21" y="1"/>
                      <a:pt x="19" y="2"/>
                      <a:pt x="18" y="2"/>
                    </a:cubicBezTo>
                    <a:cubicBezTo>
                      <a:pt x="13" y="1"/>
                      <a:pt x="9" y="0"/>
                      <a:pt x="5" y="0"/>
                    </a:cubicBezTo>
                    <a:cubicBezTo>
                      <a:pt x="3" y="0"/>
                      <a:pt x="1" y="1"/>
                      <a:pt x="0" y="1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37" name="Freeform 629">
                <a:extLst>
                  <a:ext uri="{FF2B5EF4-FFF2-40B4-BE49-F238E27FC236}">
                    <a16:creationId xmlns:a16="http://schemas.microsoft.com/office/drawing/2014/main" id="{2EC46709-27FA-4732-902B-4E2405BF7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077"/>
                <a:ext cx="11" cy="14"/>
              </a:xfrm>
              <a:custGeom>
                <a:avLst/>
                <a:gdLst>
                  <a:gd name="T0" fmla="*/ 33 w 5"/>
                  <a:gd name="T1" fmla="*/ 0 h 6"/>
                  <a:gd name="T2" fmla="*/ 20 w 5"/>
                  <a:gd name="T3" fmla="*/ 77 h 6"/>
                  <a:gd name="T4" fmla="*/ 53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2"/>
                      <a:pt x="0" y="4"/>
                      <a:pt x="2" y="6"/>
                    </a:cubicBezTo>
                    <a:cubicBezTo>
                      <a:pt x="3" y="4"/>
                      <a:pt x="3" y="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38" name="Freeform 630">
                <a:extLst>
                  <a:ext uri="{FF2B5EF4-FFF2-40B4-BE49-F238E27FC236}">
                    <a16:creationId xmlns:a16="http://schemas.microsoft.com/office/drawing/2014/main" id="{238910C7-FA97-4C04-BECB-9C96CA354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383"/>
                <a:ext cx="13" cy="16"/>
              </a:xfrm>
              <a:custGeom>
                <a:avLst/>
                <a:gdLst>
                  <a:gd name="T0" fmla="*/ 0 w 6"/>
                  <a:gd name="T1" fmla="*/ 11 h 7"/>
                  <a:gd name="T2" fmla="*/ 61 w 6"/>
                  <a:gd name="T3" fmla="*/ 85 h 7"/>
                  <a:gd name="T4" fmla="*/ 9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1"/>
                    </a:moveTo>
                    <a:cubicBezTo>
                      <a:pt x="1" y="4"/>
                      <a:pt x="3" y="7"/>
                      <a:pt x="6" y="7"/>
                    </a:cubicBezTo>
                    <a:cubicBezTo>
                      <a:pt x="4" y="5"/>
                      <a:pt x="3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39" name="Freeform 631">
                <a:extLst>
                  <a:ext uri="{FF2B5EF4-FFF2-40B4-BE49-F238E27FC236}">
                    <a16:creationId xmlns:a16="http://schemas.microsoft.com/office/drawing/2014/main" id="{158918EA-71CB-43F7-842F-23D7B32A9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404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6 h 2"/>
                  <a:gd name="T4" fmla="*/ 33 w 2"/>
                  <a:gd name="T5" fmla="*/ 16 h 2"/>
                  <a:gd name="T6" fmla="*/ 2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40" name="Freeform 632">
                <a:extLst>
                  <a:ext uri="{FF2B5EF4-FFF2-40B4-BE49-F238E27FC236}">
                    <a16:creationId xmlns:a16="http://schemas.microsoft.com/office/drawing/2014/main" id="{7F49C9A8-3112-4038-AE6C-E66FD347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647"/>
                <a:ext cx="9" cy="23"/>
              </a:xfrm>
              <a:custGeom>
                <a:avLst/>
                <a:gdLst>
                  <a:gd name="T0" fmla="*/ 11 w 4"/>
                  <a:gd name="T1" fmla="*/ 0 h 10"/>
                  <a:gd name="T2" fmla="*/ 36 w 4"/>
                  <a:gd name="T3" fmla="*/ 122 h 10"/>
                  <a:gd name="T4" fmla="*/ 25 w 4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1" y="0"/>
                    </a:moveTo>
                    <a:cubicBezTo>
                      <a:pt x="0" y="4"/>
                      <a:pt x="0" y="9"/>
                      <a:pt x="3" y="10"/>
                    </a:cubicBezTo>
                    <a:cubicBezTo>
                      <a:pt x="4" y="7"/>
                      <a:pt x="2" y="4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41" name="Freeform 633">
                <a:extLst>
                  <a:ext uri="{FF2B5EF4-FFF2-40B4-BE49-F238E27FC236}">
                    <a16:creationId xmlns:a16="http://schemas.microsoft.com/office/drawing/2014/main" id="{6EAEDBEA-33BE-40C6-BDB2-40047F667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675"/>
                <a:ext cx="6" cy="9"/>
              </a:xfrm>
              <a:custGeom>
                <a:avLst/>
                <a:gdLst>
                  <a:gd name="T0" fmla="*/ 0 w 3"/>
                  <a:gd name="T1" fmla="*/ 11 h 4"/>
                  <a:gd name="T2" fmla="*/ 24 w 3"/>
                  <a:gd name="T3" fmla="*/ 45 h 4"/>
                  <a:gd name="T4" fmla="*/ 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3"/>
                      <a:pt x="1" y="4"/>
                      <a:pt x="3" y="4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42" name="Freeform 634">
                <a:extLst>
                  <a:ext uri="{FF2B5EF4-FFF2-40B4-BE49-F238E27FC236}">
                    <a16:creationId xmlns:a16="http://schemas.microsoft.com/office/drawing/2014/main" id="{2020FCA1-9814-4F50-BA1C-66E6A7312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473"/>
                <a:ext cx="48" cy="35"/>
              </a:xfrm>
              <a:custGeom>
                <a:avLst/>
                <a:gdLst>
                  <a:gd name="T0" fmla="*/ 133 w 22"/>
                  <a:gd name="T1" fmla="*/ 142 h 15"/>
                  <a:gd name="T2" fmla="*/ 194 w 22"/>
                  <a:gd name="T3" fmla="*/ 152 h 15"/>
                  <a:gd name="T4" fmla="*/ 229 w 22"/>
                  <a:gd name="T5" fmla="*/ 114 h 15"/>
                  <a:gd name="T6" fmla="*/ 229 w 22"/>
                  <a:gd name="T7" fmla="*/ 0 h 15"/>
                  <a:gd name="T8" fmla="*/ 166 w 22"/>
                  <a:gd name="T9" fmla="*/ 37 h 15"/>
                  <a:gd name="T10" fmla="*/ 72 w 22"/>
                  <a:gd name="T11" fmla="*/ 126 h 15"/>
                  <a:gd name="T12" fmla="*/ 0 w 22"/>
                  <a:gd name="T13" fmla="*/ 142 h 15"/>
                  <a:gd name="T14" fmla="*/ 105 w 22"/>
                  <a:gd name="T15" fmla="*/ 18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5">
                    <a:moveTo>
                      <a:pt x="13" y="11"/>
                    </a:moveTo>
                    <a:cubicBezTo>
                      <a:pt x="16" y="10"/>
                      <a:pt x="17" y="11"/>
                      <a:pt x="19" y="12"/>
                    </a:cubicBezTo>
                    <a:cubicBezTo>
                      <a:pt x="22" y="12"/>
                      <a:pt x="22" y="12"/>
                      <a:pt x="22" y="9"/>
                    </a:cubicBezTo>
                    <a:cubicBezTo>
                      <a:pt x="22" y="6"/>
                      <a:pt x="22" y="3"/>
                      <a:pt x="22" y="0"/>
                    </a:cubicBezTo>
                    <a:cubicBezTo>
                      <a:pt x="20" y="2"/>
                      <a:pt x="18" y="2"/>
                      <a:pt x="16" y="3"/>
                    </a:cubicBezTo>
                    <a:cubicBezTo>
                      <a:pt x="18" y="8"/>
                      <a:pt x="9" y="9"/>
                      <a:pt x="7" y="10"/>
                    </a:cubicBezTo>
                    <a:cubicBezTo>
                      <a:pt x="4" y="12"/>
                      <a:pt x="3" y="12"/>
                      <a:pt x="0" y="11"/>
                    </a:cubicBezTo>
                    <a:cubicBezTo>
                      <a:pt x="2" y="14"/>
                      <a:pt x="6" y="15"/>
                      <a:pt x="10" y="14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43" name="Freeform 635">
                <a:extLst>
                  <a:ext uri="{FF2B5EF4-FFF2-40B4-BE49-F238E27FC236}">
                    <a16:creationId xmlns:a16="http://schemas.microsoft.com/office/drawing/2014/main" id="{5292DBA7-00D3-487B-96C1-E0A88EA4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397"/>
                <a:ext cx="37" cy="53"/>
              </a:xfrm>
              <a:custGeom>
                <a:avLst/>
                <a:gdLst>
                  <a:gd name="T0" fmla="*/ 9 w 17"/>
                  <a:gd name="T1" fmla="*/ 207 h 23"/>
                  <a:gd name="T2" fmla="*/ 96 w 17"/>
                  <a:gd name="T3" fmla="*/ 272 h 23"/>
                  <a:gd name="T4" fmla="*/ 124 w 17"/>
                  <a:gd name="T5" fmla="*/ 134 h 23"/>
                  <a:gd name="T6" fmla="*/ 176 w 17"/>
                  <a:gd name="T7" fmla="*/ 37 h 23"/>
                  <a:gd name="T8" fmla="*/ 165 w 17"/>
                  <a:gd name="T9" fmla="*/ 0 h 23"/>
                  <a:gd name="T10" fmla="*/ 124 w 17"/>
                  <a:gd name="T11" fmla="*/ 12 h 23"/>
                  <a:gd name="T12" fmla="*/ 81 w 17"/>
                  <a:gd name="T13" fmla="*/ 134 h 23"/>
                  <a:gd name="T14" fmla="*/ 0 w 17"/>
                  <a:gd name="T15" fmla="*/ 20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3">
                    <a:moveTo>
                      <a:pt x="1" y="17"/>
                    </a:moveTo>
                    <a:cubicBezTo>
                      <a:pt x="3" y="19"/>
                      <a:pt x="5" y="23"/>
                      <a:pt x="9" y="22"/>
                    </a:cubicBezTo>
                    <a:cubicBezTo>
                      <a:pt x="9" y="17"/>
                      <a:pt x="9" y="15"/>
                      <a:pt x="12" y="11"/>
                    </a:cubicBezTo>
                    <a:cubicBezTo>
                      <a:pt x="14" y="8"/>
                      <a:pt x="17" y="7"/>
                      <a:pt x="17" y="3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5" y="0"/>
                      <a:pt x="14" y="1"/>
                      <a:pt x="12" y="1"/>
                    </a:cubicBezTo>
                    <a:cubicBezTo>
                      <a:pt x="12" y="5"/>
                      <a:pt x="10" y="8"/>
                      <a:pt x="8" y="11"/>
                    </a:cubicBezTo>
                    <a:cubicBezTo>
                      <a:pt x="5" y="13"/>
                      <a:pt x="4" y="16"/>
                      <a:pt x="0" y="17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44" name="Freeform 636">
                <a:extLst>
                  <a:ext uri="{FF2B5EF4-FFF2-40B4-BE49-F238E27FC236}">
                    <a16:creationId xmlns:a16="http://schemas.microsoft.com/office/drawing/2014/main" id="{388C305C-2A3D-4CE0-9364-18121FDD9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401"/>
                <a:ext cx="26" cy="40"/>
              </a:xfrm>
              <a:custGeom>
                <a:avLst/>
                <a:gdLst>
                  <a:gd name="T0" fmla="*/ 0 w 12"/>
                  <a:gd name="T1" fmla="*/ 193 h 17"/>
                  <a:gd name="T2" fmla="*/ 43 w 12"/>
                  <a:gd name="T3" fmla="*/ 221 h 17"/>
                  <a:gd name="T4" fmla="*/ 104 w 12"/>
                  <a:gd name="T5" fmla="*/ 115 h 17"/>
                  <a:gd name="T6" fmla="*/ 121 w 12"/>
                  <a:gd name="T7" fmla="*/ 0 h 17"/>
                  <a:gd name="T8" fmla="*/ 61 w 12"/>
                  <a:gd name="T9" fmla="*/ 132 h 17"/>
                  <a:gd name="T10" fmla="*/ 0 w 12"/>
                  <a:gd name="T11" fmla="*/ 19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0" y="15"/>
                    </a:moveTo>
                    <a:cubicBezTo>
                      <a:pt x="1" y="15"/>
                      <a:pt x="2" y="17"/>
                      <a:pt x="4" y="17"/>
                    </a:cubicBezTo>
                    <a:cubicBezTo>
                      <a:pt x="4" y="14"/>
                      <a:pt x="8" y="12"/>
                      <a:pt x="10" y="9"/>
                    </a:cubicBezTo>
                    <a:cubicBezTo>
                      <a:pt x="11" y="7"/>
                      <a:pt x="12" y="3"/>
                      <a:pt x="12" y="0"/>
                    </a:cubicBezTo>
                    <a:cubicBezTo>
                      <a:pt x="11" y="4"/>
                      <a:pt x="9" y="7"/>
                      <a:pt x="6" y="10"/>
                    </a:cubicBezTo>
                    <a:cubicBezTo>
                      <a:pt x="5" y="12"/>
                      <a:pt x="2" y="16"/>
                      <a:pt x="0" y="15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45" name="Freeform 637">
                <a:extLst>
                  <a:ext uri="{FF2B5EF4-FFF2-40B4-BE49-F238E27FC236}">
                    <a16:creationId xmlns:a16="http://schemas.microsoft.com/office/drawing/2014/main" id="{00BB30E4-E14B-4379-9A3E-4E144E426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413"/>
                <a:ext cx="48" cy="35"/>
              </a:xfrm>
              <a:custGeom>
                <a:avLst/>
                <a:gdLst>
                  <a:gd name="T0" fmla="*/ 81 w 22"/>
                  <a:gd name="T1" fmla="*/ 12 h 15"/>
                  <a:gd name="T2" fmla="*/ 33 w 22"/>
                  <a:gd name="T3" fmla="*/ 77 h 15"/>
                  <a:gd name="T4" fmla="*/ 33 w 22"/>
                  <a:gd name="T5" fmla="*/ 191 h 15"/>
                  <a:gd name="T6" fmla="*/ 61 w 22"/>
                  <a:gd name="T7" fmla="*/ 114 h 15"/>
                  <a:gd name="T8" fmla="*/ 148 w 22"/>
                  <a:gd name="T9" fmla="*/ 77 h 15"/>
                  <a:gd name="T10" fmla="*/ 177 w 22"/>
                  <a:gd name="T11" fmla="*/ 77 h 15"/>
                  <a:gd name="T12" fmla="*/ 209 w 22"/>
                  <a:gd name="T13" fmla="*/ 103 h 15"/>
                  <a:gd name="T14" fmla="*/ 209 w 22"/>
                  <a:gd name="T15" fmla="*/ 65 h 15"/>
                  <a:gd name="T16" fmla="*/ 177 w 22"/>
                  <a:gd name="T17" fmla="*/ 0 h 15"/>
                  <a:gd name="T18" fmla="*/ 81 w 22"/>
                  <a:gd name="T19" fmla="*/ 12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5">
                    <a:moveTo>
                      <a:pt x="8" y="1"/>
                    </a:moveTo>
                    <a:cubicBezTo>
                      <a:pt x="6" y="3"/>
                      <a:pt x="5" y="4"/>
                      <a:pt x="3" y="6"/>
                    </a:cubicBezTo>
                    <a:cubicBezTo>
                      <a:pt x="2" y="8"/>
                      <a:pt x="0" y="14"/>
                      <a:pt x="3" y="15"/>
                    </a:cubicBezTo>
                    <a:cubicBezTo>
                      <a:pt x="5" y="13"/>
                      <a:pt x="5" y="11"/>
                      <a:pt x="6" y="9"/>
                    </a:cubicBezTo>
                    <a:cubicBezTo>
                      <a:pt x="8" y="6"/>
                      <a:pt x="11" y="6"/>
                      <a:pt x="14" y="6"/>
                    </a:cubicBezTo>
                    <a:cubicBezTo>
                      <a:pt x="15" y="6"/>
                      <a:pt x="16" y="6"/>
                      <a:pt x="17" y="6"/>
                    </a:cubicBezTo>
                    <a:cubicBezTo>
                      <a:pt x="18" y="6"/>
                      <a:pt x="19" y="8"/>
                      <a:pt x="20" y="8"/>
                    </a:cubicBezTo>
                    <a:cubicBezTo>
                      <a:pt x="22" y="8"/>
                      <a:pt x="21" y="6"/>
                      <a:pt x="20" y="5"/>
                    </a:cubicBezTo>
                    <a:cubicBezTo>
                      <a:pt x="20" y="3"/>
                      <a:pt x="18" y="1"/>
                      <a:pt x="17" y="0"/>
                    </a:cubicBezTo>
                    <a:cubicBezTo>
                      <a:pt x="15" y="0"/>
                      <a:pt x="10" y="0"/>
                      <a:pt x="8" y="1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46" name="Freeform 638">
                <a:extLst>
                  <a:ext uri="{FF2B5EF4-FFF2-40B4-BE49-F238E27FC236}">
                    <a16:creationId xmlns:a16="http://schemas.microsoft.com/office/drawing/2014/main" id="{40CBABF4-F6C4-45B0-B0FC-1BB882BF2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418"/>
                <a:ext cx="20" cy="11"/>
              </a:xfrm>
              <a:custGeom>
                <a:avLst/>
                <a:gdLst>
                  <a:gd name="T0" fmla="*/ 44 w 9"/>
                  <a:gd name="T1" fmla="*/ 9 h 5"/>
                  <a:gd name="T2" fmla="*/ 0 w 9"/>
                  <a:gd name="T3" fmla="*/ 53 h 5"/>
                  <a:gd name="T4" fmla="*/ 53 w 9"/>
                  <a:gd name="T5" fmla="*/ 9 h 5"/>
                  <a:gd name="T6" fmla="*/ 98 w 9"/>
                  <a:gd name="T7" fmla="*/ 9 h 5"/>
                  <a:gd name="T8" fmla="*/ 64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1"/>
                    </a:moveTo>
                    <a:cubicBezTo>
                      <a:pt x="3" y="2"/>
                      <a:pt x="0" y="3"/>
                      <a:pt x="0" y="5"/>
                    </a:cubicBezTo>
                    <a:cubicBezTo>
                      <a:pt x="2" y="5"/>
                      <a:pt x="3" y="2"/>
                      <a:pt x="5" y="1"/>
                    </a:cubicBezTo>
                    <a:cubicBezTo>
                      <a:pt x="6" y="1"/>
                      <a:pt x="8" y="2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47" name="Freeform 639">
                <a:extLst>
                  <a:ext uri="{FF2B5EF4-FFF2-40B4-BE49-F238E27FC236}">
                    <a16:creationId xmlns:a16="http://schemas.microsoft.com/office/drawing/2014/main" id="{0ACD6E3B-1B60-40A3-A481-0E7E9C919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418"/>
                <a:ext cx="18" cy="7"/>
              </a:xfrm>
              <a:custGeom>
                <a:avLst/>
                <a:gdLst>
                  <a:gd name="T0" fmla="*/ 45 w 8"/>
                  <a:gd name="T1" fmla="*/ 0 h 3"/>
                  <a:gd name="T2" fmla="*/ 45 w 8"/>
                  <a:gd name="T3" fmla="*/ 1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4" y="0"/>
                    </a:moveTo>
                    <a:cubicBezTo>
                      <a:pt x="0" y="3"/>
                      <a:pt x="8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48" name="Freeform 640">
                <a:extLst>
                  <a:ext uri="{FF2B5EF4-FFF2-40B4-BE49-F238E27FC236}">
                    <a16:creationId xmlns:a16="http://schemas.microsoft.com/office/drawing/2014/main" id="{F435E464-CCBC-455F-9A87-16EDEFF48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471"/>
                <a:ext cx="5" cy="9"/>
              </a:xfrm>
              <a:custGeom>
                <a:avLst/>
                <a:gdLst>
                  <a:gd name="T0" fmla="*/ 33 w 2"/>
                  <a:gd name="T1" fmla="*/ 45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9EFF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49" name="Freeform 641">
                <a:extLst>
                  <a:ext uri="{FF2B5EF4-FFF2-40B4-BE49-F238E27FC236}">
                    <a16:creationId xmlns:a16="http://schemas.microsoft.com/office/drawing/2014/main" id="{DD80EC46-CC97-4DA8-8AE8-2CAFDBB3B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1459"/>
                <a:ext cx="9" cy="5"/>
              </a:xfrm>
              <a:custGeom>
                <a:avLst/>
                <a:gdLst>
                  <a:gd name="T0" fmla="*/ 0 w 4"/>
                  <a:gd name="T1" fmla="*/ 33 h 2"/>
                  <a:gd name="T2" fmla="*/ 45 w 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</a:path>
                </a:pathLst>
              </a:custGeom>
              <a:noFill/>
              <a:ln w="6350" cap="rnd">
                <a:solidFill>
                  <a:srgbClr val="D9EFF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50" name="Freeform 642">
                <a:extLst>
                  <a:ext uri="{FF2B5EF4-FFF2-40B4-BE49-F238E27FC236}">
                    <a16:creationId xmlns:a16="http://schemas.microsoft.com/office/drawing/2014/main" id="{6EC38F14-7F93-4C19-BBE3-87223C9FB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202"/>
                <a:ext cx="15" cy="23"/>
              </a:xfrm>
              <a:custGeom>
                <a:avLst/>
                <a:gdLst>
                  <a:gd name="T0" fmla="*/ 9 w 7"/>
                  <a:gd name="T1" fmla="*/ 28 h 10"/>
                  <a:gd name="T2" fmla="*/ 69 w 7"/>
                  <a:gd name="T3" fmla="*/ 122 h 10"/>
                  <a:gd name="T4" fmla="*/ 19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0" y="7"/>
                      <a:pt x="3" y="9"/>
                      <a:pt x="7" y="10"/>
                    </a:cubicBezTo>
                    <a:cubicBezTo>
                      <a:pt x="5" y="7"/>
                      <a:pt x="4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51" name="Freeform 643">
                <a:extLst>
                  <a:ext uri="{FF2B5EF4-FFF2-40B4-BE49-F238E27FC236}">
                    <a16:creationId xmlns:a16="http://schemas.microsoft.com/office/drawing/2014/main" id="{47F95CB2-EB00-4FC9-A966-3BF14E849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793"/>
                <a:ext cx="57" cy="114"/>
              </a:xfrm>
              <a:custGeom>
                <a:avLst/>
                <a:gdLst>
                  <a:gd name="T0" fmla="*/ 274 w 26"/>
                  <a:gd name="T1" fmla="*/ 0 h 49"/>
                  <a:gd name="T2" fmla="*/ 33 w 26"/>
                  <a:gd name="T3" fmla="*/ 163 h 49"/>
                  <a:gd name="T4" fmla="*/ 44 w 26"/>
                  <a:gd name="T5" fmla="*/ 437 h 49"/>
                  <a:gd name="T6" fmla="*/ 96 w 26"/>
                  <a:gd name="T7" fmla="*/ 617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9">
                    <a:moveTo>
                      <a:pt x="26" y="0"/>
                    </a:moveTo>
                    <a:cubicBezTo>
                      <a:pt x="22" y="6"/>
                      <a:pt x="6" y="6"/>
                      <a:pt x="3" y="13"/>
                    </a:cubicBezTo>
                    <a:cubicBezTo>
                      <a:pt x="0" y="19"/>
                      <a:pt x="3" y="28"/>
                      <a:pt x="4" y="35"/>
                    </a:cubicBezTo>
                    <a:cubicBezTo>
                      <a:pt x="4" y="39"/>
                      <a:pt x="7" y="44"/>
                      <a:pt x="9" y="49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52" name="Freeform 644">
                <a:extLst>
                  <a:ext uri="{FF2B5EF4-FFF2-40B4-BE49-F238E27FC236}">
                    <a16:creationId xmlns:a16="http://schemas.microsoft.com/office/drawing/2014/main" id="{2A270A2E-FD89-4C7B-9FB9-42653D9BF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571"/>
                <a:ext cx="74" cy="250"/>
              </a:xfrm>
              <a:custGeom>
                <a:avLst/>
                <a:gdLst>
                  <a:gd name="T0" fmla="*/ 270 w 34"/>
                  <a:gd name="T1" fmla="*/ 1340 h 108"/>
                  <a:gd name="T2" fmla="*/ 61 w 34"/>
                  <a:gd name="T3" fmla="*/ 461 h 108"/>
                  <a:gd name="T4" fmla="*/ 81 w 34"/>
                  <a:gd name="T5" fmla="*/ 65 h 108"/>
                  <a:gd name="T6" fmla="*/ 350 w 34"/>
                  <a:gd name="T7" fmla="*/ 28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08">
                    <a:moveTo>
                      <a:pt x="26" y="108"/>
                    </a:moveTo>
                    <a:cubicBezTo>
                      <a:pt x="11" y="94"/>
                      <a:pt x="8" y="57"/>
                      <a:pt x="6" y="37"/>
                    </a:cubicBezTo>
                    <a:cubicBezTo>
                      <a:pt x="4" y="28"/>
                      <a:pt x="0" y="13"/>
                      <a:pt x="8" y="5"/>
                    </a:cubicBezTo>
                    <a:cubicBezTo>
                      <a:pt x="14" y="0"/>
                      <a:pt x="28" y="2"/>
                      <a:pt x="34" y="2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53" name="Freeform 645">
                <a:extLst>
                  <a:ext uri="{FF2B5EF4-FFF2-40B4-BE49-F238E27FC236}">
                    <a16:creationId xmlns:a16="http://schemas.microsoft.com/office/drawing/2014/main" id="{DD69F147-EABA-4694-B63F-E65A913EC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327"/>
                <a:ext cx="83" cy="248"/>
              </a:xfrm>
              <a:custGeom>
                <a:avLst/>
                <a:gdLst>
                  <a:gd name="T0" fmla="*/ 201 w 38"/>
                  <a:gd name="T1" fmla="*/ 1333 h 107"/>
                  <a:gd name="T2" fmla="*/ 44 w 38"/>
                  <a:gd name="T3" fmla="*/ 436 h 107"/>
                  <a:gd name="T4" fmla="*/ 133 w 38"/>
                  <a:gd name="T5" fmla="*/ 37 h 107"/>
                  <a:gd name="T6" fmla="*/ 395 w 38"/>
                  <a:gd name="T7" fmla="*/ 114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07">
                    <a:moveTo>
                      <a:pt x="19" y="107"/>
                    </a:moveTo>
                    <a:cubicBezTo>
                      <a:pt x="0" y="99"/>
                      <a:pt x="5" y="51"/>
                      <a:pt x="4" y="35"/>
                    </a:cubicBezTo>
                    <a:cubicBezTo>
                      <a:pt x="4" y="24"/>
                      <a:pt x="0" y="7"/>
                      <a:pt x="13" y="3"/>
                    </a:cubicBezTo>
                    <a:cubicBezTo>
                      <a:pt x="19" y="0"/>
                      <a:pt x="36" y="5"/>
                      <a:pt x="38" y="9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54" name="Freeform 646">
                <a:extLst>
                  <a:ext uri="{FF2B5EF4-FFF2-40B4-BE49-F238E27FC236}">
                    <a16:creationId xmlns:a16="http://schemas.microsoft.com/office/drawing/2014/main" id="{F0D05CF8-0312-44CA-A0D1-FDBDD2C8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1061"/>
                <a:ext cx="65" cy="273"/>
              </a:xfrm>
              <a:custGeom>
                <a:avLst/>
                <a:gdLst>
                  <a:gd name="T0" fmla="*/ 306 w 30"/>
                  <a:gd name="T1" fmla="*/ 0 h 118"/>
                  <a:gd name="T2" fmla="*/ 0 w 30"/>
                  <a:gd name="T3" fmla="*/ 245 h 118"/>
                  <a:gd name="T4" fmla="*/ 113 w 30"/>
                  <a:gd name="T5" fmla="*/ 754 h 118"/>
                  <a:gd name="T6" fmla="*/ 273 w 30"/>
                  <a:gd name="T7" fmla="*/ 1462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18">
                    <a:moveTo>
                      <a:pt x="30" y="0"/>
                    </a:moveTo>
                    <a:cubicBezTo>
                      <a:pt x="17" y="7"/>
                      <a:pt x="0" y="1"/>
                      <a:pt x="0" y="20"/>
                    </a:cubicBezTo>
                    <a:cubicBezTo>
                      <a:pt x="1" y="34"/>
                      <a:pt x="9" y="47"/>
                      <a:pt x="11" y="61"/>
                    </a:cubicBezTo>
                    <a:cubicBezTo>
                      <a:pt x="12" y="68"/>
                      <a:pt x="13" y="116"/>
                      <a:pt x="27" y="118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55" name="Freeform 647">
                <a:extLst>
                  <a:ext uri="{FF2B5EF4-FFF2-40B4-BE49-F238E27FC236}">
                    <a16:creationId xmlns:a16="http://schemas.microsoft.com/office/drawing/2014/main" id="{EBDD2026-9E7F-476A-BFB9-06CEFCE34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297"/>
                <a:ext cx="22" cy="37"/>
              </a:xfrm>
              <a:custGeom>
                <a:avLst/>
                <a:gdLst>
                  <a:gd name="T0" fmla="*/ 0 w 10"/>
                  <a:gd name="T1" fmla="*/ 199 h 16"/>
                  <a:gd name="T2" fmla="*/ 106 w 1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0" y="16"/>
                    </a:moveTo>
                    <a:cubicBezTo>
                      <a:pt x="6" y="13"/>
                      <a:pt x="9" y="6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56" name="Freeform 648">
                <a:extLst>
                  <a:ext uri="{FF2B5EF4-FFF2-40B4-BE49-F238E27FC236}">
                    <a16:creationId xmlns:a16="http://schemas.microsoft.com/office/drawing/2014/main" id="{1BEFA8C6-9556-42BD-BBDE-8131140E9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924"/>
                <a:ext cx="42" cy="157"/>
              </a:xfrm>
              <a:custGeom>
                <a:avLst/>
                <a:gdLst>
                  <a:gd name="T0" fmla="*/ 0 w 19"/>
                  <a:gd name="T1" fmla="*/ 0 h 68"/>
                  <a:gd name="T2" fmla="*/ 33 w 19"/>
                  <a:gd name="T3" fmla="*/ 122 h 68"/>
                  <a:gd name="T4" fmla="*/ 206 w 19"/>
                  <a:gd name="T5" fmla="*/ 836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8">
                    <a:moveTo>
                      <a:pt x="0" y="0"/>
                    </a:moveTo>
                    <a:cubicBezTo>
                      <a:pt x="1" y="4"/>
                      <a:pt x="2" y="7"/>
                      <a:pt x="3" y="10"/>
                    </a:cubicBezTo>
                    <a:cubicBezTo>
                      <a:pt x="6" y="20"/>
                      <a:pt x="11" y="66"/>
                      <a:pt x="19" y="68"/>
                    </a:cubicBezTo>
                  </a:path>
                </a:pathLst>
              </a:custGeom>
              <a:noFill/>
              <a:ln w="11113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57" name="Freeform 649">
                <a:extLst>
                  <a:ext uri="{FF2B5EF4-FFF2-40B4-BE49-F238E27FC236}">
                    <a16:creationId xmlns:a16="http://schemas.microsoft.com/office/drawing/2014/main" id="{61A8BDAE-0C50-4929-89F4-DDB32F659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917"/>
                <a:ext cx="26" cy="28"/>
              </a:xfrm>
              <a:custGeom>
                <a:avLst/>
                <a:gdLst>
                  <a:gd name="T0" fmla="*/ 0 w 12"/>
                  <a:gd name="T1" fmla="*/ 0 h 12"/>
                  <a:gd name="T2" fmla="*/ 121 w 12"/>
                  <a:gd name="T3" fmla="*/ 152 h 12"/>
                  <a:gd name="T4" fmla="*/ 113 w 12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6"/>
                      <a:pt x="9" y="7"/>
                      <a:pt x="12" y="12"/>
                    </a:cubicBezTo>
                    <a:cubicBezTo>
                      <a:pt x="12" y="7"/>
                      <a:pt x="11" y="6"/>
                      <a:pt x="11" y="1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58" name="Freeform 650">
                <a:extLst>
                  <a:ext uri="{FF2B5EF4-FFF2-40B4-BE49-F238E27FC236}">
                    <a16:creationId xmlns:a16="http://schemas.microsoft.com/office/drawing/2014/main" id="{8CB24079-CD1C-4B16-8B37-DA1FB08B5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921"/>
                <a:ext cx="78" cy="184"/>
              </a:xfrm>
              <a:custGeom>
                <a:avLst/>
                <a:gdLst>
                  <a:gd name="T0" fmla="*/ 0 w 36"/>
                  <a:gd name="T1" fmla="*/ 0 h 79"/>
                  <a:gd name="T2" fmla="*/ 104 w 36"/>
                  <a:gd name="T3" fmla="*/ 999 h 79"/>
                  <a:gd name="T4" fmla="*/ 193 w 36"/>
                  <a:gd name="T5" fmla="*/ 682 h 79"/>
                  <a:gd name="T6" fmla="*/ 347 w 36"/>
                  <a:gd name="T7" fmla="*/ 77 h 79"/>
                  <a:gd name="T8" fmla="*/ 366 w 36"/>
                  <a:gd name="T9" fmla="*/ 0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79">
                    <a:moveTo>
                      <a:pt x="0" y="0"/>
                    </a:moveTo>
                    <a:cubicBezTo>
                      <a:pt x="3" y="24"/>
                      <a:pt x="10" y="56"/>
                      <a:pt x="10" y="79"/>
                    </a:cubicBezTo>
                    <a:cubicBezTo>
                      <a:pt x="15" y="73"/>
                      <a:pt x="16" y="62"/>
                      <a:pt x="19" y="54"/>
                    </a:cubicBezTo>
                    <a:cubicBezTo>
                      <a:pt x="23" y="38"/>
                      <a:pt x="30" y="22"/>
                      <a:pt x="34" y="6"/>
                    </a:cubicBezTo>
                    <a:cubicBezTo>
                      <a:pt x="35" y="4"/>
                      <a:pt x="35" y="2"/>
                      <a:pt x="36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59" name="Freeform 651">
                <a:extLst>
                  <a:ext uri="{FF2B5EF4-FFF2-40B4-BE49-F238E27FC236}">
                    <a16:creationId xmlns:a16="http://schemas.microsoft.com/office/drawing/2014/main" id="{3BD5A349-BF11-4C5E-8A7F-BEAC1718B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919"/>
                <a:ext cx="92" cy="144"/>
              </a:xfrm>
              <a:custGeom>
                <a:avLst/>
                <a:gdLst>
                  <a:gd name="T0" fmla="*/ 0 w 42"/>
                  <a:gd name="T1" fmla="*/ 12 h 62"/>
                  <a:gd name="T2" fmla="*/ 0 w 42"/>
                  <a:gd name="T3" fmla="*/ 49 h 62"/>
                  <a:gd name="T4" fmla="*/ 149 w 42"/>
                  <a:gd name="T5" fmla="*/ 776 h 62"/>
                  <a:gd name="T6" fmla="*/ 407 w 42"/>
                  <a:gd name="T7" fmla="*/ 249 h 62"/>
                  <a:gd name="T8" fmla="*/ 442 w 42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2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2" y="20"/>
                      <a:pt x="3" y="49"/>
                      <a:pt x="14" y="62"/>
                    </a:cubicBezTo>
                    <a:cubicBezTo>
                      <a:pt x="16" y="47"/>
                      <a:pt x="34" y="36"/>
                      <a:pt x="39" y="20"/>
                    </a:cubicBezTo>
                    <a:cubicBezTo>
                      <a:pt x="41" y="14"/>
                      <a:pt x="42" y="7"/>
                      <a:pt x="42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60" name="Freeform 652">
                <a:extLst>
                  <a:ext uri="{FF2B5EF4-FFF2-40B4-BE49-F238E27FC236}">
                    <a16:creationId xmlns:a16="http://schemas.microsoft.com/office/drawing/2014/main" id="{8C48C565-93E7-4486-9794-C3A386099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095"/>
                <a:ext cx="72" cy="306"/>
              </a:xfrm>
              <a:custGeom>
                <a:avLst/>
                <a:gdLst>
                  <a:gd name="T0" fmla="*/ 20 w 33"/>
                  <a:gd name="T1" fmla="*/ 49 h 132"/>
                  <a:gd name="T2" fmla="*/ 81 w 33"/>
                  <a:gd name="T3" fmla="*/ 888 h 132"/>
                  <a:gd name="T4" fmla="*/ 209 w 33"/>
                  <a:gd name="T5" fmla="*/ 1644 h 132"/>
                  <a:gd name="T6" fmla="*/ 290 w 33"/>
                  <a:gd name="T7" fmla="*/ 1370 h 132"/>
                  <a:gd name="T8" fmla="*/ 218 w 33"/>
                  <a:gd name="T9" fmla="*/ 547 h 132"/>
                  <a:gd name="T10" fmla="*/ 44 w 33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32">
                    <a:moveTo>
                      <a:pt x="2" y="4"/>
                    </a:moveTo>
                    <a:cubicBezTo>
                      <a:pt x="0" y="28"/>
                      <a:pt x="4" y="48"/>
                      <a:pt x="8" y="71"/>
                    </a:cubicBezTo>
                    <a:cubicBezTo>
                      <a:pt x="12" y="92"/>
                      <a:pt x="15" y="110"/>
                      <a:pt x="20" y="132"/>
                    </a:cubicBezTo>
                    <a:cubicBezTo>
                      <a:pt x="22" y="124"/>
                      <a:pt x="26" y="117"/>
                      <a:pt x="28" y="110"/>
                    </a:cubicBezTo>
                    <a:cubicBezTo>
                      <a:pt x="33" y="89"/>
                      <a:pt x="27" y="63"/>
                      <a:pt x="21" y="44"/>
                    </a:cubicBezTo>
                    <a:cubicBezTo>
                      <a:pt x="18" y="30"/>
                      <a:pt x="3" y="14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61" name="Freeform 653">
                <a:extLst>
                  <a:ext uri="{FF2B5EF4-FFF2-40B4-BE49-F238E27FC236}">
                    <a16:creationId xmlns:a16="http://schemas.microsoft.com/office/drawing/2014/main" id="{7B7FFF09-0399-44C8-B4AC-A69B21B19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056"/>
                <a:ext cx="37" cy="271"/>
              </a:xfrm>
              <a:custGeom>
                <a:avLst/>
                <a:gdLst>
                  <a:gd name="T0" fmla="*/ 176 w 17"/>
                  <a:gd name="T1" fmla="*/ 0 h 117"/>
                  <a:gd name="T2" fmla="*/ 133 w 17"/>
                  <a:gd name="T3" fmla="*/ 1031 h 117"/>
                  <a:gd name="T4" fmla="*/ 0 w 17"/>
                  <a:gd name="T5" fmla="*/ 1455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7">
                    <a:moveTo>
                      <a:pt x="17" y="0"/>
                    </a:moveTo>
                    <a:cubicBezTo>
                      <a:pt x="14" y="28"/>
                      <a:pt x="17" y="55"/>
                      <a:pt x="13" y="83"/>
                    </a:cubicBezTo>
                    <a:cubicBezTo>
                      <a:pt x="12" y="92"/>
                      <a:pt x="10" y="114"/>
                      <a:pt x="0" y="117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62" name="Freeform 654">
                <a:extLst>
                  <a:ext uri="{FF2B5EF4-FFF2-40B4-BE49-F238E27FC236}">
                    <a16:creationId xmlns:a16="http://schemas.microsoft.com/office/drawing/2014/main" id="{4CDB3E64-CDF1-4A0F-8825-7A17C5E99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954"/>
                <a:ext cx="81" cy="313"/>
              </a:xfrm>
              <a:custGeom>
                <a:avLst/>
                <a:gdLst>
                  <a:gd name="T0" fmla="*/ 0 w 37"/>
                  <a:gd name="T1" fmla="*/ 1683 h 135"/>
                  <a:gd name="T2" fmla="*/ 370 w 37"/>
                  <a:gd name="T3" fmla="*/ 612 h 135"/>
                  <a:gd name="T4" fmla="*/ 335 w 37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35">
                    <a:moveTo>
                      <a:pt x="0" y="135"/>
                    </a:moveTo>
                    <a:cubicBezTo>
                      <a:pt x="20" y="112"/>
                      <a:pt x="37" y="80"/>
                      <a:pt x="35" y="49"/>
                    </a:cubicBezTo>
                    <a:cubicBezTo>
                      <a:pt x="34" y="34"/>
                      <a:pt x="29" y="14"/>
                      <a:pt x="32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63" name="Freeform 655">
                <a:extLst>
                  <a:ext uri="{FF2B5EF4-FFF2-40B4-BE49-F238E27FC236}">
                    <a16:creationId xmlns:a16="http://schemas.microsoft.com/office/drawing/2014/main" id="{30FDBBB2-C575-4B79-B934-763BF2BFA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921"/>
                <a:ext cx="97" cy="302"/>
              </a:xfrm>
              <a:custGeom>
                <a:avLst/>
                <a:gdLst>
                  <a:gd name="T0" fmla="*/ 9 w 45"/>
                  <a:gd name="T1" fmla="*/ 0 h 130"/>
                  <a:gd name="T2" fmla="*/ 0 w 45"/>
                  <a:gd name="T3" fmla="*/ 102 h 130"/>
                  <a:gd name="T4" fmla="*/ 80 w 45"/>
                  <a:gd name="T5" fmla="*/ 690 h 130"/>
                  <a:gd name="T6" fmla="*/ 410 w 45"/>
                  <a:gd name="T7" fmla="*/ 1631 h 130"/>
                  <a:gd name="T8" fmla="*/ 410 w 45"/>
                  <a:gd name="T9" fmla="*/ 1306 h 130"/>
                  <a:gd name="T10" fmla="*/ 362 w 45"/>
                  <a:gd name="T11" fmla="*/ 750 h 130"/>
                  <a:gd name="T12" fmla="*/ 218 w 45"/>
                  <a:gd name="T13" fmla="*/ 114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30">
                    <a:moveTo>
                      <a:pt x="1" y="0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1" y="23"/>
                      <a:pt x="5" y="40"/>
                      <a:pt x="8" y="55"/>
                    </a:cubicBezTo>
                    <a:cubicBezTo>
                      <a:pt x="15" y="81"/>
                      <a:pt x="26" y="108"/>
                      <a:pt x="41" y="130"/>
                    </a:cubicBezTo>
                    <a:cubicBezTo>
                      <a:pt x="45" y="124"/>
                      <a:pt x="42" y="111"/>
                      <a:pt x="41" y="104"/>
                    </a:cubicBezTo>
                    <a:cubicBezTo>
                      <a:pt x="40" y="89"/>
                      <a:pt x="39" y="75"/>
                      <a:pt x="36" y="60"/>
                    </a:cubicBezTo>
                    <a:cubicBezTo>
                      <a:pt x="33" y="42"/>
                      <a:pt x="26" y="26"/>
                      <a:pt x="22" y="9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64" name="Freeform 656">
                <a:extLst>
                  <a:ext uri="{FF2B5EF4-FFF2-40B4-BE49-F238E27FC236}">
                    <a16:creationId xmlns:a16="http://schemas.microsoft.com/office/drawing/2014/main" id="{A091913E-B3B6-4E08-9EC4-8FFCD54E7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037"/>
                <a:ext cx="70" cy="188"/>
              </a:xfrm>
              <a:custGeom>
                <a:avLst/>
                <a:gdLst>
                  <a:gd name="T0" fmla="*/ 0 w 32"/>
                  <a:gd name="T1" fmla="*/ 0 h 81"/>
                  <a:gd name="T2" fmla="*/ 335 w 32"/>
                  <a:gd name="T3" fmla="*/ 1012 h 81"/>
                  <a:gd name="T4" fmla="*/ 335 w 32"/>
                  <a:gd name="T5" fmla="*/ 23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81">
                    <a:moveTo>
                      <a:pt x="0" y="0"/>
                    </a:moveTo>
                    <a:cubicBezTo>
                      <a:pt x="1" y="26"/>
                      <a:pt x="7" y="66"/>
                      <a:pt x="32" y="81"/>
                    </a:cubicBezTo>
                    <a:cubicBezTo>
                      <a:pt x="27" y="65"/>
                      <a:pt x="30" y="36"/>
                      <a:pt x="32" y="19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65" name="Freeform 657">
                <a:extLst>
                  <a:ext uri="{FF2B5EF4-FFF2-40B4-BE49-F238E27FC236}">
                    <a16:creationId xmlns:a16="http://schemas.microsoft.com/office/drawing/2014/main" id="{3BAAB036-2954-4732-85A4-17EABE6E5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223"/>
                <a:ext cx="93" cy="327"/>
              </a:xfrm>
              <a:custGeom>
                <a:avLst/>
                <a:gdLst>
                  <a:gd name="T0" fmla="*/ 0 w 43"/>
                  <a:gd name="T1" fmla="*/ 946 h 141"/>
                  <a:gd name="T2" fmla="*/ 314 w 43"/>
                  <a:gd name="T3" fmla="*/ 1758 h 141"/>
                  <a:gd name="T4" fmla="*/ 374 w 43"/>
                  <a:gd name="T5" fmla="*/ 1011 h 141"/>
                  <a:gd name="T6" fmla="*/ 426 w 43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41">
                    <a:moveTo>
                      <a:pt x="0" y="76"/>
                    </a:moveTo>
                    <a:cubicBezTo>
                      <a:pt x="0" y="101"/>
                      <a:pt x="14" y="129"/>
                      <a:pt x="31" y="141"/>
                    </a:cubicBezTo>
                    <a:cubicBezTo>
                      <a:pt x="32" y="120"/>
                      <a:pt x="31" y="101"/>
                      <a:pt x="37" y="81"/>
                    </a:cubicBezTo>
                    <a:cubicBezTo>
                      <a:pt x="43" y="36"/>
                      <a:pt x="42" y="0"/>
                      <a:pt x="42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66" name="Freeform 658">
                <a:extLst>
                  <a:ext uri="{FF2B5EF4-FFF2-40B4-BE49-F238E27FC236}">
                    <a16:creationId xmlns:a16="http://schemas.microsoft.com/office/drawing/2014/main" id="{7456590E-56D8-4079-BDBF-C1E5D7B6F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504"/>
                <a:ext cx="57" cy="215"/>
              </a:xfrm>
              <a:custGeom>
                <a:avLst/>
                <a:gdLst>
                  <a:gd name="T0" fmla="*/ 20 w 26"/>
                  <a:gd name="T1" fmla="*/ 0 h 93"/>
                  <a:gd name="T2" fmla="*/ 0 w 26"/>
                  <a:gd name="T3" fmla="*/ 529 h 93"/>
                  <a:gd name="T4" fmla="*/ 125 w 26"/>
                  <a:gd name="T5" fmla="*/ 1149 h 93"/>
                  <a:gd name="T6" fmla="*/ 210 w 26"/>
                  <a:gd name="T7" fmla="*/ 236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93">
                    <a:moveTo>
                      <a:pt x="2" y="0"/>
                    </a:moveTo>
                    <a:cubicBezTo>
                      <a:pt x="1" y="15"/>
                      <a:pt x="0" y="34"/>
                      <a:pt x="0" y="43"/>
                    </a:cubicBezTo>
                    <a:cubicBezTo>
                      <a:pt x="1" y="64"/>
                      <a:pt x="5" y="74"/>
                      <a:pt x="12" y="93"/>
                    </a:cubicBezTo>
                    <a:cubicBezTo>
                      <a:pt x="16" y="70"/>
                      <a:pt x="26" y="42"/>
                      <a:pt x="20" y="19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67" name="Freeform 659">
                <a:extLst>
                  <a:ext uri="{FF2B5EF4-FFF2-40B4-BE49-F238E27FC236}">
                    <a16:creationId xmlns:a16="http://schemas.microsoft.com/office/drawing/2014/main" id="{18AC448E-1523-430B-9BB0-17D2B07A6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652"/>
                <a:ext cx="65" cy="253"/>
              </a:xfrm>
              <a:custGeom>
                <a:avLst/>
                <a:gdLst>
                  <a:gd name="T0" fmla="*/ 43 w 30"/>
                  <a:gd name="T1" fmla="*/ 350 h 109"/>
                  <a:gd name="T2" fmla="*/ 52 w 30"/>
                  <a:gd name="T3" fmla="*/ 901 h 109"/>
                  <a:gd name="T4" fmla="*/ 141 w 30"/>
                  <a:gd name="T5" fmla="*/ 1191 h 109"/>
                  <a:gd name="T6" fmla="*/ 193 w 30"/>
                  <a:gd name="T7" fmla="*/ 1362 h 109"/>
                  <a:gd name="T8" fmla="*/ 262 w 30"/>
                  <a:gd name="T9" fmla="*/ 1137 h 109"/>
                  <a:gd name="T10" fmla="*/ 286 w 30"/>
                  <a:gd name="T11" fmla="*/ 453 h 109"/>
                  <a:gd name="T12" fmla="*/ 121 w 30"/>
                  <a:gd name="T13" fmla="*/ 0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09">
                    <a:moveTo>
                      <a:pt x="4" y="28"/>
                    </a:moveTo>
                    <a:cubicBezTo>
                      <a:pt x="0" y="40"/>
                      <a:pt x="3" y="60"/>
                      <a:pt x="5" y="72"/>
                    </a:cubicBezTo>
                    <a:cubicBezTo>
                      <a:pt x="7" y="81"/>
                      <a:pt x="11" y="86"/>
                      <a:pt x="14" y="95"/>
                    </a:cubicBezTo>
                    <a:cubicBezTo>
                      <a:pt x="15" y="98"/>
                      <a:pt x="16" y="106"/>
                      <a:pt x="19" y="109"/>
                    </a:cubicBezTo>
                    <a:cubicBezTo>
                      <a:pt x="21" y="103"/>
                      <a:pt x="24" y="97"/>
                      <a:pt x="26" y="91"/>
                    </a:cubicBezTo>
                    <a:cubicBezTo>
                      <a:pt x="29" y="75"/>
                      <a:pt x="30" y="52"/>
                      <a:pt x="28" y="36"/>
                    </a:cubicBezTo>
                    <a:cubicBezTo>
                      <a:pt x="26" y="21"/>
                      <a:pt x="17" y="13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68" name="Freeform 660">
                <a:extLst>
                  <a:ext uri="{FF2B5EF4-FFF2-40B4-BE49-F238E27FC236}">
                    <a16:creationId xmlns:a16="http://schemas.microsoft.com/office/drawing/2014/main" id="{60864C5D-1171-4A49-ADDB-E6CCA3AA1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478"/>
                <a:ext cx="68" cy="241"/>
              </a:xfrm>
              <a:custGeom>
                <a:avLst/>
                <a:gdLst>
                  <a:gd name="T0" fmla="*/ 125 w 31"/>
                  <a:gd name="T1" fmla="*/ 1293 h 104"/>
                  <a:gd name="T2" fmla="*/ 241 w 31"/>
                  <a:gd name="T3" fmla="*/ 445 h 104"/>
                  <a:gd name="T4" fmla="*/ 0 w 31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04">
                    <a:moveTo>
                      <a:pt x="12" y="104"/>
                    </a:moveTo>
                    <a:cubicBezTo>
                      <a:pt x="22" y="82"/>
                      <a:pt x="31" y="60"/>
                      <a:pt x="23" y="36"/>
                    </a:cubicBezTo>
                    <a:cubicBezTo>
                      <a:pt x="19" y="24"/>
                      <a:pt x="8" y="1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69" name="Freeform 661">
                <a:extLst>
                  <a:ext uri="{FF2B5EF4-FFF2-40B4-BE49-F238E27FC236}">
                    <a16:creationId xmlns:a16="http://schemas.microsoft.com/office/drawing/2014/main" id="{2B3558D7-BAFD-4F8E-9494-71A10C304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332"/>
                <a:ext cx="106" cy="322"/>
              </a:xfrm>
              <a:custGeom>
                <a:avLst/>
                <a:gdLst>
                  <a:gd name="T0" fmla="*/ 487 w 49"/>
                  <a:gd name="T1" fmla="*/ 1056 h 139"/>
                  <a:gd name="T2" fmla="*/ 487 w 49"/>
                  <a:gd name="T3" fmla="*/ 1728 h 139"/>
                  <a:gd name="T4" fmla="*/ 242 w 49"/>
                  <a:gd name="T5" fmla="*/ 1228 h 139"/>
                  <a:gd name="T6" fmla="*/ 149 w 49"/>
                  <a:gd name="T7" fmla="*/ 994 h 139"/>
                  <a:gd name="T8" fmla="*/ 80 w 49"/>
                  <a:gd name="T9" fmla="*/ 0 h 139"/>
                  <a:gd name="T10" fmla="*/ 487 w 49"/>
                  <a:gd name="T11" fmla="*/ 1056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39">
                    <a:moveTo>
                      <a:pt x="48" y="85"/>
                    </a:moveTo>
                    <a:cubicBezTo>
                      <a:pt x="49" y="103"/>
                      <a:pt x="49" y="121"/>
                      <a:pt x="48" y="139"/>
                    </a:cubicBezTo>
                    <a:cubicBezTo>
                      <a:pt x="39" y="126"/>
                      <a:pt x="32" y="112"/>
                      <a:pt x="24" y="99"/>
                    </a:cubicBezTo>
                    <a:cubicBezTo>
                      <a:pt x="20" y="93"/>
                      <a:pt x="18" y="87"/>
                      <a:pt x="15" y="80"/>
                    </a:cubicBezTo>
                    <a:cubicBezTo>
                      <a:pt x="0" y="49"/>
                      <a:pt x="8" y="0"/>
                      <a:pt x="8" y="0"/>
                    </a:cubicBezTo>
                    <a:cubicBezTo>
                      <a:pt x="8" y="0"/>
                      <a:pt x="47" y="78"/>
                      <a:pt x="48" y="8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70" name="Freeform 662">
                <a:extLst>
                  <a:ext uri="{FF2B5EF4-FFF2-40B4-BE49-F238E27FC236}">
                    <a16:creationId xmlns:a16="http://schemas.microsoft.com/office/drawing/2014/main" id="{F127A67B-6E10-47BA-89F4-76DC232FC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1652"/>
                <a:ext cx="35" cy="257"/>
              </a:xfrm>
              <a:custGeom>
                <a:avLst/>
                <a:gdLst>
                  <a:gd name="T0" fmla="*/ 168 w 16"/>
                  <a:gd name="T1" fmla="*/ 1378 h 111"/>
                  <a:gd name="T2" fmla="*/ 116 w 16"/>
                  <a:gd name="T3" fmla="*/ 982 h 111"/>
                  <a:gd name="T4" fmla="*/ 53 w 16"/>
                  <a:gd name="T5" fmla="*/ 407 h 111"/>
                  <a:gd name="T6" fmla="*/ 0 w 16"/>
                  <a:gd name="T7" fmla="*/ 0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1">
                    <a:moveTo>
                      <a:pt x="16" y="111"/>
                    </a:moveTo>
                    <a:cubicBezTo>
                      <a:pt x="15" y="100"/>
                      <a:pt x="12" y="89"/>
                      <a:pt x="11" y="79"/>
                    </a:cubicBezTo>
                    <a:cubicBezTo>
                      <a:pt x="9" y="63"/>
                      <a:pt x="7" y="48"/>
                      <a:pt x="5" y="33"/>
                    </a:cubicBezTo>
                    <a:cubicBezTo>
                      <a:pt x="4" y="24"/>
                      <a:pt x="2" y="1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71" name="Freeform 663">
                <a:extLst>
                  <a:ext uri="{FF2B5EF4-FFF2-40B4-BE49-F238E27FC236}">
                    <a16:creationId xmlns:a16="http://schemas.microsoft.com/office/drawing/2014/main" id="{1AE7F20C-38CC-4988-8A20-9A94B719A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582"/>
                <a:ext cx="76" cy="327"/>
              </a:xfrm>
              <a:custGeom>
                <a:avLst/>
                <a:gdLst>
                  <a:gd name="T0" fmla="*/ 61 w 35"/>
                  <a:gd name="T1" fmla="*/ 0 h 141"/>
                  <a:gd name="T2" fmla="*/ 0 w 35"/>
                  <a:gd name="T3" fmla="*/ 359 h 141"/>
                  <a:gd name="T4" fmla="*/ 33 w 35"/>
                  <a:gd name="T5" fmla="*/ 983 h 141"/>
                  <a:gd name="T6" fmla="*/ 254 w 35"/>
                  <a:gd name="T7" fmla="*/ 1635 h 141"/>
                  <a:gd name="T8" fmla="*/ 358 w 35"/>
                  <a:gd name="T9" fmla="*/ 1758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41">
                    <a:moveTo>
                      <a:pt x="6" y="0"/>
                    </a:moveTo>
                    <a:cubicBezTo>
                      <a:pt x="7" y="5"/>
                      <a:pt x="0" y="24"/>
                      <a:pt x="0" y="29"/>
                    </a:cubicBezTo>
                    <a:cubicBezTo>
                      <a:pt x="0" y="46"/>
                      <a:pt x="0" y="63"/>
                      <a:pt x="3" y="79"/>
                    </a:cubicBezTo>
                    <a:cubicBezTo>
                      <a:pt x="7" y="98"/>
                      <a:pt x="13" y="116"/>
                      <a:pt x="25" y="131"/>
                    </a:cubicBezTo>
                    <a:cubicBezTo>
                      <a:pt x="28" y="134"/>
                      <a:pt x="31" y="137"/>
                      <a:pt x="35" y="141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72" name="Freeform 664">
                <a:extLst>
                  <a:ext uri="{FF2B5EF4-FFF2-40B4-BE49-F238E27FC236}">
                    <a16:creationId xmlns:a16="http://schemas.microsoft.com/office/drawing/2014/main" id="{993C4DAD-EEF0-4961-BD1C-4E072733F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41"/>
                <a:ext cx="80" cy="241"/>
              </a:xfrm>
              <a:custGeom>
                <a:avLst/>
                <a:gdLst>
                  <a:gd name="T0" fmla="*/ 0 w 37"/>
                  <a:gd name="T1" fmla="*/ 0 h 104"/>
                  <a:gd name="T2" fmla="*/ 80 w 37"/>
                  <a:gd name="T3" fmla="*/ 387 h 104"/>
                  <a:gd name="T4" fmla="*/ 201 w 37"/>
                  <a:gd name="T5" fmla="*/ 918 h 104"/>
                  <a:gd name="T6" fmla="*/ 374 w 37"/>
                  <a:gd name="T7" fmla="*/ 1293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04">
                    <a:moveTo>
                      <a:pt x="0" y="0"/>
                    </a:moveTo>
                    <a:cubicBezTo>
                      <a:pt x="2" y="7"/>
                      <a:pt x="7" y="25"/>
                      <a:pt x="8" y="31"/>
                    </a:cubicBezTo>
                    <a:cubicBezTo>
                      <a:pt x="8" y="47"/>
                      <a:pt x="14" y="59"/>
                      <a:pt x="20" y="74"/>
                    </a:cubicBezTo>
                    <a:cubicBezTo>
                      <a:pt x="26" y="86"/>
                      <a:pt x="31" y="92"/>
                      <a:pt x="37" y="104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73" name="Freeform 665">
                <a:extLst>
                  <a:ext uri="{FF2B5EF4-FFF2-40B4-BE49-F238E27FC236}">
                    <a16:creationId xmlns:a16="http://schemas.microsoft.com/office/drawing/2014/main" id="{DE20958A-D086-4409-82C0-168FB1BF2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311"/>
                <a:ext cx="76" cy="406"/>
              </a:xfrm>
              <a:custGeom>
                <a:avLst/>
                <a:gdLst>
                  <a:gd name="T0" fmla="*/ 52 w 35"/>
                  <a:gd name="T1" fmla="*/ 2185 h 175"/>
                  <a:gd name="T2" fmla="*/ 122 w 35"/>
                  <a:gd name="T3" fmla="*/ 2109 h 175"/>
                  <a:gd name="T4" fmla="*/ 226 w 35"/>
                  <a:gd name="T5" fmla="*/ 1937 h 175"/>
                  <a:gd name="T6" fmla="*/ 326 w 35"/>
                  <a:gd name="T7" fmla="*/ 1248 h 175"/>
                  <a:gd name="T8" fmla="*/ 339 w 35"/>
                  <a:gd name="T9" fmla="*/ 652 h 175"/>
                  <a:gd name="T10" fmla="*/ 0 w 35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75">
                    <a:moveTo>
                      <a:pt x="5" y="175"/>
                    </a:moveTo>
                    <a:cubicBezTo>
                      <a:pt x="6" y="172"/>
                      <a:pt x="9" y="171"/>
                      <a:pt x="12" y="169"/>
                    </a:cubicBezTo>
                    <a:cubicBezTo>
                      <a:pt x="16" y="165"/>
                      <a:pt x="19" y="160"/>
                      <a:pt x="22" y="155"/>
                    </a:cubicBezTo>
                    <a:cubicBezTo>
                      <a:pt x="31" y="139"/>
                      <a:pt x="29" y="118"/>
                      <a:pt x="32" y="100"/>
                    </a:cubicBezTo>
                    <a:cubicBezTo>
                      <a:pt x="34" y="84"/>
                      <a:pt x="35" y="69"/>
                      <a:pt x="33" y="52"/>
                    </a:cubicBezTo>
                    <a:cubicBezTo>
                      <a:pt x="29" y="23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74" name="Freeform 666">
                <a:extLst>
                  <a:ext uri="{FF2B5EF4-FFF2-40B4-BE49-F238E27FC236}">
                    <a16:creationId xmlns:a16="http://schemas.microsoft.com/office/drawing/2014/main" id="{E0BB48C9-EA6B-474E-AE7A-A99CCFAF7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633"/>
                <a:ext cx="113" cy="174"/>
              </a:xfrm>
              <a:custGeom>
                <a:avLst/>
                <a:gdLst>
                  <a:gd name="T0" fmla="*/ 0 w 52"/>
                  <a:gd name="T1" fmla="*/ 0 h 75"/>
                  <a:gd name="T2" fmla="*/ 411 w 52"/>
                  <a:gd name="T3" fmla="*/ 851 h 75"/>
                  <a:gd name="T4" fmla="*/ 535 w 52"/>
                  <a:gd name="T5" fmla="*/ 937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75">
                    <a:moveTo>
                      <a:pt x="0" y="0"/>
                    </a:moveTo>
                    <a:cubicBezTo>
                      <a:pt x="7" y="25"/>
                      <a:pt x="16" y="52"/>
                      <a:pt x="40" y="68"/>
                    </a:cubicBezTo>
                    <a:cubicBezTo>
                      <a:pt x="44" y="70"/>
                      <a:pt x="48" y="73"/>
                      <a:pt x="52" y="75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75" name="Freeform 667">
                <a:extLst>
                  <a:ext uri="{FF2B5EF4-FFF2-40B4-BE49-F238E27FC236}">
                    <a16:creationId xmlns:a16="http://schemas.microsoft.com/office/drawing/2014/main" id="{C92947D6-2DE5-42F1-9012-2E168BF6A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863"/>
                <a:ext cx="20" cy="46"/>
              </a:xfrm>
              <a:custGeom>
                <a:avLst/>
                <a:gdLst>
                  <a:gd name="T0" fmla="*/ 98 w 9"/>
                  <a:gd name="T1" fmla="*/ 244 h 20"/>
                  <a:gd name="T2" fmla="*/ 0 w 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9" y="20"/>
                    </a:moveTo>
                    <a:cubicBezTo>
                      <a:pt x="7" y="15"/>
                      <a:pt x="3" y="6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76" name="Freeform 668">
                <a:extLst>
                  <a:ext uri="{FF2B5EF4-FFF2-40B4-BE49-F238E27FC236}">
                    <a16:creationId xmlns:a16="http://schemas.microsoft.com/office/drawing/2014/main" id="{463261EE-1A7F-4055-86A4-6D90E95AB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900"/>
                <a:ext cx="2" cy="12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77" name="Freeform 669">
                <a:extLst>
                  <a:ext uri="{FF2B5EF4-FFF2-40B4-BE49-F238E27FC236}">
                    <a16:creationId xmlns:a16="http://schemas.microsoft.com/office/drawing/2014/main" id="{41608FEA-3952-4501-8902-3DCA9D504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703"/>
                <a:ext cx="52" cy="206"/>
              </a:xfrm>
              <a:custGeom>
                <a:avLst/>
                <a:gdLst>
                  <a:gd name="T0" fmla="*/ 234 w 24"/>
                  <a:gd name="T1" fmla="*/ 1104 h 89"/>
                  <a:gd name="T2" fmla="*/ 0 w 24"/>
                  <a:gd name="T3" fmla="*/ 0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9">
                    <a:moveTo>
                      <a:pt x="23" y="89"/>
                    </a:moveTo>
                    <a:cubicBezTo>
                      <a:pt x="24" y="58"/>
                      <a:pt x="16" y="2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78" name="Freeform 670">
                <a:extLst>
                  <a:ext uri="{FF2B5EF4-FFF2-40B4-BE49-F238E27FC236}">
                    <a16:creationId xmlns:a16="http://schemas.microsoft.com/office/drawing/2014/main" id="{EBD977D8-0720-4C11-BD01-B47E3BFF3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733"/>
                <a:ext cx="28" cy="176"/>
              </a:xfrm>
              <a:custGeom>
                <a:avLst/>
                <a:gdLst>
                  <a:gd name="T0" fmla="*/ 9 w 13"/>
                  <a:gd name="T1" fmla="*/ 0 h 76"/>
                  <a:gd name="T2" fmla="*/ 41 w 13"/>
                  <a:gd name="T3" fmla="*/ 709 h 76"/>
                  <a:gd name="T4" fmla="*/ 0 w 13"/>
                  <a:gd name="T5" fmla="*/ 945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6">
                    <a:moveTo>
                      <a:pt x="1" y="0"/>
                    </a:moveTo>
                    <a:cubicBezTo>
                      <a:pt x="13" y="16"/>
                      <a:pt x="9" y="40"/>
                      <a:pt x="4" y="57"/>
                    </a:cubicBezTo>
                    <a:cubicBezTo>
                      <a:pt x="3" y="61"/>
                      <a:pt x="2" y="68"/>
                      <a:pt x="0" y="76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79" name="Freeform 671">
                <a:extLst>
                  <a:ext uri="{FF2B5EF4-FFF2-40B4-BE49-F238E27FC236}">
                    <a16:creationId xmlns:a16="http://schemas.microsoft.com/office/drawing/2014/main" id="{1974F666-886A-4FDE-B9F1-9AF76DC46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888"/>
                <a:ext cx="6" cy="24"/>
              </a:xfrm>
              <a:custGeom>
                <a:avLst/>
                <a:gdLst>
                  <a:gd name="T0" fmla="*/ 0 w 3"/>
                  <a:gd name="T1" fmla="*/ 0 h 10"/>
                  <a:gd name="T2" fmla="*/ 24 w 3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1" y="3"/>
                      <a:pt x="2" y="7"/>
                      <a:pt x="3" y="1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80" name="Freeform 672">
                <a:extLst>
                  <a:ext uri="{FF2B5EF4-FFF2-40B4-BE49-F238E27FC236}">
                    <a16:creationId xmlns:a16="http://schemas.microsoft.com/office/drawing/2014/main" id="{CAC761FB-62EA-412D-AA17-5C2490931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800"/>
                <a:ext cx="21" cy="109"/>
              </a:xfrm>
              <a:custGeom>
                <a:avLst/>
                <a:gdLst>
                  <a:gd name="T0" fmla="*/ 0 w 10"/>
                  <a:gd name="T1" fmla="*/ 0 h 47"/>
                  <a:gd name="T2" fmla="*/ 84 w 10"/>
                  <a:gd name="T3" fmla="*/ 587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7">
                    <a:moveTo>
                      <a:pt x="0" y="0"/>
                    </a:moveTo>
                    <a:cubicBezTo>
                      <a:pt x="4" y="17"/>
                      <a:pt x="10" y="29"/>
                      <a:pt x="9" y="47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81" name="Freeform 673">
                <a:extLst>
                  <a:ext uri="{FF2B5EF4-FFF2-40B4-BE49-F238E27FC236}">
                    <a16:creationId xmlns:a16="http://schemas.microsoft.com/office/drawing/2014/main" id="{F54A0E4F-4A5E-44BE-82FC-0EE6AE34D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893"/>
                <a:ext cx="2" cy="16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4"/>
                      <a:pt x="1" y="4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82" name="Freeform 674">
                <a:extLst>
                  <a:ext uri="{FF2B5EF4-FFF2-40B4-BE49-F238E27FC236}">
                    <a16:creationId xmlns:a16="http://schemas.microsoft.com/office/drawing/2014/main" id="{C0BED64B-D124-43DB-A498-EABBB137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225"/>
                <a:ext cx="26" cy="121"/>
              </a:xfrm>
              <a:custGeom>
                <a:avLst/>
                <a:gdLst>
                  <a:gd name="T0" fmla="*/ 0 w 12"/>
                  <a:gd name="T1" fmla="*/ 0 h 52"/>
                  <a:gd name="T2" fmla="*/ 121 w 12"/>
                  <a:gd name="T3" fmla="*/ 65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2">
                    <a:moveTo>
                      <a:pt x="0" y="0"/>
                    </a:moveTo>
                    <a:cubicBezTo>
                      <a:pt x="4" y="28"/>
                      <a:pt x="12" y="52"/>
                      <a:pt x="12" y="52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83" name="Freeform 675">
                <a:extLst>
                  <a:ext uri="{FF2B5EF4-FFF2-40B4-BE49-F238E27FC236}">
                    <a16:creationId xmlns:a16="http://schemas.microsoft.com/office/drawing/2014/main" id="{2350972B-1711-4562-869A-95DE9A301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223"/>
                <a:ext cx="37" cy="287"/>
              </a:xfrm>
              <a:custGeom>
                <a:avLst/>
                <a:gdLst>
                  <a:gd name="T0" fmla="*/ 0 w 17"/>
                  <a:gd name="T1" fmla="*/ 0 h 124"/>
                  <a:gd name="T2" fmla="*/ 165 w 17"/>
                  <a:gd name="T3" fmla="*/ 1537 h 1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4">
                    <a:moveTo>
                      <a:pt x="0" y="0"/>
                    </a:moveTo>
                    <a:cubicBezTo>
                      <a:pt x="14" y="30"/>
                      <a:pt x="17" y="97"/>
                      <a:pt x="16" y="124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84" name="Freeform 676">
                <a:extLst>
                  <a:ext uri="{FF2B5EF4-FFF2-40B4-BE49-F238E27FC236}">
                    <a16:creationId xmlns:a16="http://schemas.microsoft.com/office/drawing/2014/main" id="{D858B25D-A072-4700-A3D7-4372F4693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214"/>
                <a:ext cx="28" cy="262"/>
              </a:xfrm>
              <a:custGeom>
                <a:avLst/>
                <a:gdLst>
                  <a:gd name="T0" fmla="*/ 0 w 13"/>
                  <a:gd name="T1" fmla="*/ 1407 h 113"/>
                  <a:gd name="T2" fmla="*/ 52 w 13"/>
                  <a:gd name="T3" fmla="*/ 0 h 1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3">
                    <a:moveTo>
                      <a:pt x="0" y="113"/>
                    </a:moveTo>
                    <a:cubicBezTo>
                      <a:pt x="9" y="71"/>
                      <a:pt x="13" y="25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85" name="Freeform 677">
                <a:extLst>
                  <a:ext uri="{FF2B5EF4-FFF2-40B4-BE49-F238E27FC236}">
                    <a16:creationId xmlns:a16="http://schemas.microsoft.com/office/drawing/2014/main" id="{FB093A0F-F119-4A25-8963-2EDA7C3E6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654"/>
                <a:ext cx="8" cy="95"/>
              </a:xfrm>
              <a:custGeom>
                <a:avLst/>
                <a:gdLst>
                  <a:gd name="T0" fmla="*/ 32 w 4"/>
                  <a:gd name="T1" fmla="*/ 0 h 41"/>
                  <a:gd name="T2" fmla="*/ 16 w 4"/>
                  <a:gd name="T3" fmla="*/ 359 h 41"/>
                  <a:gd name="T4" fmla="*/ 16 w 4"/>
                  <a:gd name="T5" fmla="*/ 51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2" y="10"/>
                      <a:pt x="2" y="19"/>
                      <a:pt x="2" y="29"/>
                    </a:cubicBezTo>
                    <a:cubicBezTo>
                      <a:pt x="2" y="33"/>
                      <a:pt x="0" y="37"/>
                      <a:pt x="2" y="41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86" name="Freeform 678">
                <a:extLst>
                  <a:ext uri="{FF2B5EF4-FFF2-40B4-BE49-F238E27FC236}">
                    <a16:creationId xmlns:a16="http://schemas.microsoft.com/office/drawing/2014/main" id="{7DAA7BF3-1C5D-4D2B-8971-3388C1504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552"/>
                <a:ext cx="7" cy="93"/>
              </a:xfrm>
              <a:custGeom>
                <a:avLst/>
                <a:gdLst>
                  <a:gd name="T0" fmla="*/ 0 w 3"/>
                  <a:gd name="T1" fmla="*/ 0 h 40"/>
                  <a:gd name="T2" fmla="*/ 12 w 3"/>
                  <a:gd name="T3" fmla="*/ 502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0">
                    <a:moveTo>
                      <a:pt x="0" y="0"/>
                    </a:moveTo>
                    <a:cubicBezTo>
                      <a:pt x="1" y="13"/>
                      <a:pt x="3" y="29"/>
                      <a:pt x="1" y="4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87" name="Freeform 679">
                <a:extLst>
                  <a:ext uri="{FF2B5EF4-FFF2-40B4-BE49-F238E27FC236}">
                    <a16:creationId xmlns:a16="http://schemas.microsoft.com/office/drawing/2014/main" id="{C1B3D639-EAD9-40D8-B8B4-699D0386F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276"/>
                <a:ext cx="22" cy="107"/>
              </a:xfrm>
              <a:custGeom>
                <a:avLst/>
                <a:gdLst>
                  <a:gd name="T0" fmla="*/ 0 w 10"/>
                  <a:gd name="T1" fmla="*/ 0 h 46"/>
                  <a:gd name="T2" fmla="*/ 73 w 10"/>
                  <a:gd name="T3" fmla="*/ 57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6">
                    <a:moveTo>
                      <a:pt x="0" y="0"/>
                    </a:moveTo>
                    <a:cubicBezTo>
                      <a:pt x="2" y="13"/>
                      <a:pt x="10" y="35"/>
                      <a:pt x="7" y="46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88" name="Freeform 680">
                <a:extLst>
                  <a:ext uri="{FF2B5EF4-FFF2-40B4-BE49-F238E27FC236}">
                    <a16:creationId xmlns:a16="http://schemas.microsoft.com/office/drawing/2014/main" id="{7EC739C9-1822-451B-84DB-857183E47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253"/>
                <a:ext cx="30" cy="90"/>
              </a:xfrm>
              <a:custGeom>
                <a:avLst/>
                <a:gdLst>
                  <a:gd name="T0" fmla="*/ 0 w 14"/>
                  <a:gd name="T1" fmla="*/ 0 h 39"/>
                  <a:gd name="T2" fmla="*/ 137 w 14"/>
                  <a:gd name="T3" fmla="*/ 48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6" y="12"/>
                      <a:pt x="6" y="27"/>
                      <a:pt x="14" y="39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89" name="Freeform 681">
                <a:extLst>
                  <a:ext uri="{FF2B5EF4-FFF2-40B4-BE49-F238E27FC236}">
                    <a16:creationId xmlns:a16="http://schemas.microsoft.com/office/drawing/2014/main" id="{D51B3881-1452-4062-80FE-EC484A8AA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835"/>
                <a:ext cx="4" cy="70"/>
              </a:xfrm>
              <a:custGeom>
                <a:avLst/>
                <a:gdLst>
                  <a:gd name="T0" fmla="*/ 0 w 2"/>
                  <a:gd name="T1" fmla="*/ 0 h 30"/>
                  <a:gd name="T2" fmla="*/ 16 w 2"/>
                  <a:gd name="T3" fmla="*/ 38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0">
                    <a:moveTo>
                      <a:pt x="0" y="0"/>
                    </a:moveTo>
                    <a:cubicBezTo>
                      <a:pt x="2" y="9"/>
                      <a:pt x="2" y="23"/>
                      <a:pt x="2" y="30"/>
                    </a:cubicBezTo>
                  </a:path>
                </a:pathLst>
              </a:custGeom>
              <a:noFill/>
              <a:ln w="11113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90" name="Freeform 682">
                <a:extLst>
                  <a:ext uri="{FF2B5EF4-FFF2-40B4-BE49-F238E27FC236}">
                    <a16:creationId xmlns:a16="http://schemas.microsoft.com/office/drawing/2014/main" id="{340F6ADB-C741-4373-B0AF-295BF78AB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919"/>
                <a:ext cx="71" cy="132"/>
              </a:xfrm>
              <a:custGeom>
                <a:avLst/>
                <a:gdLst>
                  <a:gd name="T0" fmla="*/ 0 w 33"/>
                  <a:gd name="T1" fmla="*/ 0 h 57"/>
                  <a:gd name="T2" fmla="*/ 9 w 33"/>
                  <a:gd name="T3" fmla="*/ 37 h 57"/>
                  <a:gd name="T4" fmla="*/ 19 w 33"/>
                  <a:gd name="T5" fmla="*/ 445 h 57"/>
                  <a:gd name="T6" fmla="*/ 217 w 33"/>
                  <a:gd name="T7" fmla="*/ 607 h 57"/>
                  <a:gd name="T8" fmla="*/ 318 w 33"/>
                  <a:gd name="T9" fmla="*/ 322 h 57"/>
                  <a:gd name="T10" fmla="*/ 310 w 33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57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1" y="14"/>
                      <a:pt x="1" y="25"/>
                      <a:pt x="2" y="36"/>
                    </a:cubicBezTo>
                    <a:cubicBezTo>
                      <a:pt x="4" y="45"/>
                      <a:pt x="10" y="57"/>
                      <a:pt x="22" y="49"/>
                    </a:cubicBezTo>
                    <a:cubicBezTo>
                      <a:pt x="30" y="44"/>
                      <a:pt x="32" y="35"/>
                      <a:pt x="32" y="26"/>
                    </a:cubicBezTo>
                    <a:cubicBezTo>
                      <a:pt x="32" y="21"/>
                      <a:pt x="33" y="6"/>
                      <a:pt x="31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91" name="Freeform 683">
                <a:extLst>
                  <a:ext uri="{FF2B5EF4-FFF2-40B4-BE49-F238E27FC236}">
                    <a16:creationId xmlns:a16="http://schemas.microsoft.com/office/drawing/2014/main" id="{D4431F28-25E0-446E-8E49-88106A77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000"/>
                <a:ext cx="83" cy="174"/>
              </a:xfrm>
              <a:custGeom>
                <a:avLst/>
                <a:gdLst>
                  <a:gd name="T0" fmla="*/ 20 w 38"/>
                  <a:gd name="T1" fmla="*/ 151 h 75"/>
                  <a:gd name="T2" fmla="*/ 96 w 38"/>
                  <a:gd name="T3" fmla="*/ 937 h 75"/>
                  <a:gd name="T4" fmla="*/ 378 w 38"/>
                  <a:gd name="T5" fmla="*/ 726 h 75"/>
                  <a:gd name="T6" fmla="*/ 343 w 38"/>
                  <a:gd name="T7" fmla="*/ 415 h 75"/>
                  <a:gd name="T8" fmla="*/ 273 w 38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75">
                    <a:moveTo>
                      <a:pt x="2" y="12"/>
                    </a:moveTo>
                    <a:cubicBezTo>
                      <a:pt x="0" y="33"/>
                      <a:pt x="3" y="56"/>
                      <a:pt x="9" y="75"/>
                    </a:cubicBezTo>
                    <a:cubicBezTo>
                      <a:pt x="22" y="66"/>
                      <a:pt x="38" y="71"/>
                      <a:pt x="36" y="58"/>
                    </a:cubicBezTo>
                    <a:cubicBezTo>
                      <a:pt x="35" y="52"/>
                      <a:pt x="35" y="39"/>
                      <a:pt x="33" y="33"/>
                    </a:cubicBezTo>
                    <a:cubicBezTo>
                      <a:pt x="30" y="25"/>
                      <a:pt x="28" y="9"/>
                      <a:pt x="2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92" name="Freeform 684">
                <a:extLst>
                  <a:ext uri="{FF2B5EF4-FFF2-40B4-BE49-F238E27FC236}">
                    <a16:creationId xmlns:a16="http://schemas.microsoft.com/office/drawing/2014/main" id="{1C565EF3-1C2B-408C-8D26-70FB3F70F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919"/>
                <a:ext cx="68" cy="104"/>
              </a:xfrm>
              <a:custGeom>
                <a:avLst/>
                <a:gdLst>
                  <a:gd name="T0" fmla="*/ 254 w 31"/>
                  <a:gd name="T1" fmla="*/ 0 h 45"/>
                  <a:gd name="T2" fmla="*/ 265 w 31"/>
                  <a:gd name="T3" fmla="*/ 28 h 45"/>
                  <a:gd name="T4" fmla="*/ 294 w 31"/>
                  <a:gd name="T5" fmla="*/ 432 h 45"/>
                  <a:gd name="T6" fmla="*/ 0 w 31"/>
                  <a:gd name="T7" fmla="*/ 529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5">
                    <a:moveTo>
                      <a:pt x="24" y="0"/>
                    </a:moveTo>
                    <a:cubicBezTo>
                      <a:pt x="24" y="1"/>
                      <a:pt x="25" y="2"/>
                      <a:pt x="25" y="2"/>
                    </a:cubicBezTo>
                    <a:cubicBezTo>
                      <a:pt x="26" y="8"/>
                      <a:pt x="31" y="30"/>
                      <a:pt x="28" y="35"/>
                    </a:cubicBezTo>
                    <a:cubicBezTo>
                      <a:pt x="24" y="41"/>
                      <a:pt x="3" y="45"/>
                      <a:pt x="0" y="4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93" name="Freeform 685">
                <a:extLst>
                  <a:ext uri="{FF2B5EF4-FFF2-40B4-BE49-F238E27FC236}">
                    <a16:creationId xmlns:a16="http://schemas.microsoft.com/office/drawing/2014/main" id="{5E3F5944-DFFF-4E39-91F8-726B29F6B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174"/>
                <a:ext cx="100" cy="116"/>
              </a:xfrm>
              <a:custGeom>
                <a:avLst/>
                <a:gdLst>
                  <a:gd name="T0" fmla="*/ 113 w 46"/>
                  <a:gd name="T1" fmla="*/ 0 h 50"/>
                  <a:gd name="T2" fmla="*/ 9 w 46"/>
                  <a:gd name="T3" fmla="*/ 139 h 50"/>
                  <a:gd name="T4" fmla="*/ 52 w 46"/>
                  <a:gd name="T5" fmla="*/ 485 h 50"/>
                  <a:gd name="T6" fmla="*/ 472 w 46"/>
                  <a:gd name="T7" fmla="*/ 52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50">
                    <a:moveTo>
                      <a:pt x="11" y="0"/>
                    </a:moveTo>
                    <a:cubicBezTo>
                      <a:pt x="4" y="1"/>
                      <a:pt x="2" y="7"/>
                      <a:pt x="1" y="11"/>
                    </a:cubicBezTo>
                    <a:cubicBezTo>
                      <a:pt x="0" y="15"/>
                      <a:pt x="3" y="35"/>
                      <a:pt x="5" y="39"/>
                    </a:cubicBezTo>
                    <a:cubicBezTo>
                      <a:pt x="9" y="50"/>
                      <a:pt x="37" y="50"/>
                      <a:pt x="46" y="4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94" name="Freeform 686">
                <a:extLst>
                  <a:ext uri="{FF2B5EF4-FFF2-40B4-BE49-F238E27FC236}">
                    <a16:creationId xmlns:a16="http://schemas.microsoft.com/office/drawing/2014/main" id="{291CED52-653A-486F-AFC8-6799BD862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281"/>
                <a:ext cx="74" cy="146"/>
              </a:xfrm>
              <a:custGeom>
                <a:avLst/>
                <a:gdLst>
                  <a:gd name="T0" fmla="*/ 9 w 34"/>
                  <a:gd name="T1" fmla="*/ 0 h 63"/>
                  <a:gd name="T2" fmla="*/ 61 w 34"/>
                  <a:gd name="T3" fmla="*/ 436 h 63"/>
                  <a:gd name="T4" fmla="*/ 124 w 34"/>
                  <a:gd name="T5" fmla="*/ 758 h 63"/>
                  <a:gd name="T6" fmla="*/ 350 w 34"/>
                  <a:gd name="T7" fmla="*/ 66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63">
                    <a:moveTo>
                      <a:pt x="1" y="0"/>
                    </a:moveTo>
                    <a:cubicBezTo>
                      <a:pt x="0" y="10"/>
                      <a:pt x="4" y="25"/>
                      <a:pt x="6" y="35"/>
                    </a:cubicBezTo>
                    <a:cubicBezTo>
                      <a:pt x="7" y="40"/>
                      <a:pt x="6" y="58"/>
                      <a:pt x="12" y="61"/>
                    </a:cubicBezTo>
                    <a:cubicBezTo>
                      <a:pt x="16" y="63"/>
                      <a:pt x="30" y="55"/>
                      <a:pt x="34" y="5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95" name="Freeform 687">
                <a:extLst>
                  <a:ext uri="{FF2B5EF4-FFF2-40B4-BE49-F238E27FC236}">
                    <a16:creationId xmlns:a16="http://schemas.microsoft.com/office/drawing/2014/main" id="{8477D85A-E00A-4296-91EA-ED7603E39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153"/>
                <a:ext cx="22" cy="116"/>
              </a:xfrm>
              <a:custGeom>
                <a:avLst/>
                <a:gdLst>
                  <a:gd name="T0" fmla="*/ 0 w 10"/>
                  <a:gd name="T1" fmla="*/ 0 h 50"/>
                  <a:gd name="T2" fmla="*/ 106 w 10"/>
                  <a:gd name="T3" fmla="*/ 624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7" y="2"/>
                      <a:pt x="6" y="36"/>
                      <a:pt x="10" y="5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96" name="Freeform 688">
                <a:extLst>
                  <a:ext uri="{FF2B5EF4-FFF2-40B4-BE49-F238E27FC236}">
                    <a16:creationId xmlns:a16="http://schemas.microsoft.com/office/drawing/2014/main" id="{3F9DFC72-EE4A-40D4-96EE-D0DB920E7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272"/>
                <a:ext cx="20" cy="127"/>
              </a:xfrm>
              <a:custGeom>
                <a:avLst/>
                <a:gdLst>
                  <a:gd name="T0" fmla="*/ 0 w 9"/>
                  <a:gd name="T1" fmla="*/ 0 h 55"/>
                  <a:gd name="T2" fmla="*/ 80 w 9"/>
                  <a:gd name="T3" fmla="*/ 677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5">
                    <a:moveTo>
                      <a:pt x="0" y="0"/>
                    </a:moveTo>
                    <a:cubicBezTo>
                      <a:pt x="0" y="17"/>
                      <a:pt x="9" y="40"/>
                      <a:pt x="7" y="5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97" name="Freeform 689">
                <a:extLst>
                  <a:ext uri="{FF2B5EF4-FFF2-40B4-BE49-F238E27FC236}">
                    <a16:creationId xmlns:a16="http://schemas.microsoft.com/office/drawing/2014/main" id="{45FCBDAD-E753-4B09-84DC-39C6176E6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023"/>
                <a:ext cx="78" cy="28"/>
              </a:xfrm>
              <a:custGeom>
                <a:avLst/>
                <a:gdLst>
                  <a:gd name="T0" fmla="*/ 0 w 36"/>
                  <a:gd name="T1" fmla="*/ 86 h 12"/>
                  <a:gd name="T2" fmla="*/ 366 w 3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2">
                    <a:moveTo>
                      <a:pt x="0" y="7"/>
                    </a:moveTo>
                    <a:cubicBezTo>
                      <a:pt x="10" y="12"/>
                      <a:pt x="27" y="6"/>
                      <a:pt x="3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98" name="Freeform 690">
                <a:extLst>
                  <a:ext uri="{FF2B5EF4-FFF2-40B4-BE49-F238E27FC236}">
                    <a16:creationId xmlns:a16="http://schemas.microsoft.com/office/drawing/2014/main" id="{4604AEF1-DD71-45FC-A7EC-A5BB88AEB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183"/>
                <a:ext cx="39" cy="10"/>
              </a:xfrm>
              <a:custGeom>
                <a:avLst/>
                <a:gdLst>
                  <a:gd name="T0" fmla="*/ 0 w 18"/>
                  <a:gd name="T1" fmla="*/ 50 h 4"/>
                  <a:gd name="T2" fmla="*/ 184 w 1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6" y="4"/>
                      <a:pt x="12" y="3"/>
                      <a:pt x="18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99" name="Freeform 691">
                <a:extLst>
                  <a:ext uri="{FF2B5EF4-FFF2-40B4-BE49-F238E27FC236}">
                    <a16:creationId xmlns:a16="http://schemas.microsoft.com/office/drawing/2014/main" id="{F0D6B829-0CF2-4A50-A73B-9789E7EB3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044"/>
                <a:ext cx="20" cy="54"/>
              </a:xfrm>
              <a:custGeom>
                <a:avLst/>
                <a:gdLst>
                  <a:gd name="T0" fmla="*/ 98 w 9"/>
                  <a:gd name="T1" fmla="*/ 0 h 23"/>
                  <a:gd name="T2" fmla="*/ 44 w 9"/>
                  <a:gd name="T3" fmla="*/ 29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9" y="0"/>
                    </a:moveTo>
                    <a:cubicBezTo>
                      <a:pt x="3" y="4"/>
                      <a:pt x="0" y="17"/>
                      <a:pt x="4" y="2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00" name="Freeform 692">
                <a:extLst>
                  <a:ext uri="{FF2B5EF4-FFF2-40B4-BE49-F238E27FC236}">
                    <a16:creationId xmlns:a16="http://schemas.microsoft.com/office/drawing/2014/main" id="{1905CF14-BFD2-4144-A69B-CF0B58EA3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334"/>
                <a:ext cx="72" cy="35"/>
              </a:xfrm>
              <a:custGeom>
                <a:avLst/>
                <a:gdLst>
                  <a:gd name="T0" fmla="*/ 0 w 33"/>
                  <a:gd name="T1" fmla="*/ 49 h 15"/>
                  <a:gd name="T2" fmla="*/ 343 w 3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0" y="4"/>
                    </a:moveTo>
                    <a:cubicBezTo>
                      <a:pt x="9" y="15"/>
                      <a:pt x="22" y="2"/>
                      <a:pt x="33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01" name="Freeform 693">
                <a:extLst>
                  <a:ext uri="{FF2B5EF4-FFF2-40B4-BE49-F238E27FC236}">
                    <a16:creationId xmlns:a16="http://schemas.microsoft.com/office/drawing/2014/main" id="{12AB25A4-CEF8-4E70-A025-A650FE32D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1211"/>
                <a:ext cx="34" cy="23"/>
              </a:xfrm>
              <a:custGeom>
                <a:avLst/>
                <a:gdLst>
                  <a:gd name="T0" fmla="*/ 0 w 16"/>
                  <a:gd name="T1" fmla="*/ 122 h 10"/>
                  <a:gd name="T2" fmla="*/ 153 w 16"/>
                  <a:gd name="T3" fmla="*/ 4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0" y="10"/>
                    </a:moveTo>
                    <a:cubicBezTo>
                      <a:pt x="3" y="4"/>
                      <a:pt x="10" y="0"/>
                      <a:pt x="16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02" name="Freeform 694">
                <a:extLst>
                  <a:ext uri="{FF2B5EF4-FFF2-40B4-BE49-F238E27FC236}">
                    <a16:creationId xmlns:a16="http://schemas.microsoft.com/office/drawing/2014/main" id="{470FD95C-9A02-4E47-9B3C-8C2E5D3FA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921"/>
                <a:ext cx="9" cy="14"/>
              </a:xfrm>
              <a:custGeom>
                <a:avLst/>
                <a:gdLst>
                  <a:gd name="T0" fmla="*/ 0 w 4"/>
                  <a:gd name="T1" fmla="*/ 0 h 6"/>
                  <a:gd name="T2" fmla="*/ 45 w 4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3" y="4"/>
                      <a:pt x="4" y="6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03" name="Freeform 695">
                <a:extLst>
                  <a:ext uri="{FF2B5EF4-FFF2-40B4-BE49-F238E27FC236}">
                    <a16:creationId xmlns:a16="http://schemas.microsoft.com/office/drawing/2014/main" id="{56F5B883-D074-4839-8D7F-F4FF8A77B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552"/>
                <a:ext cx="37" cy="357"/>
              </a:xfrm>
              <a:custGeom>
                <a:avLst/>
                <a:gdLst>
                  <a:gd name="T0" fmla="*/ 20 w 17"/>
                  <a:gd name="T1" fmla="*/ 0 h 154"/>
                  <a:gd name="T2" fmla="*/ 61 w 17"/>
                  <a:gd name="T3" fmla="*/ 823 h 154"/>
                  <a:gd name="T4" fmla="*/ 104 w 17"/>
                  <a:gd name="T5" fmla="*/ 962 h 154"/>
                  <a:gd name="T6" fmla="*/ 124 w 17"/>
                  <a:gd name="T7" fmla="*/ 1210 h 154"/>
                  <a:gd name="T8" fmla="*/ 176 w 17"/>
                  <a:gd name="T9" fmla="*/ 1834 h 154"/>
                  <a:gd name="T10" fmla="*/ 176 w 17"/>
                  <a:gd name="T11" fmla="*/ 1919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54">
                    <a:moveTo>
                      <a:pt x="2" y="0"/>
                    </a:moveTo>
                    <a:cubicBezTo>
                      <a:pt x="0" y="19"/>
                      <a:pt x="2" y="44"/>
                      <a:pt x="6" y="66"/>
                    </a:cubicBezTo>
                    <a:cubicBezTo>
                      <a:pt x="7" y="71"/>
                      <a:pt x="9" y="73"/>
                      <a:pt x="10" y="77"/>
                    </a:cubicBezTo>
                    <a:cubicBezTo>
                      <a:pt x="11" y="84"/>
                      <a:pt x="11" y="92"/>
                      <a:pt x="12" y="97"/>
                    </a:cubicBezTo>
                    <a:cubicBezTo>
                      <a:pt x="16" y="114"/>
                      <a:pt x="17" y="130"/>
                      <a:pt x="17" y="147"/>
                    </a:cubicBezTo>
                    <a:cubicBezTo>
                      <a:pt x="17" y="149"/>
                      <a:pt x="17" y="151"/>
                      <a:pt x="17" y="15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04" name="Freeform 696">
                <a:extLst>
                  <a:ext uri="{FF2B5EF4-FFF2-40B4-BE49-F238E27FC236}">
                    <a16:creationId xmlns:a16="http://schemas.microsoft.com/office/drawing/2014/main" id="{E1B77A87-90A0-4AEB-A43D-68BF52180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568"/>
                <a:ext cx="79" cy="207"/>
              </a:xfrm>
              <a:custGeom>
                <a:avLst/>
                <a:gdLst>
                  <a:gd name="T0" fmla="*/ 0 w 36"/>
                  <a:gd name="T1" fmla="*/ 1082 h 89"/>
                  <a:gd name="T2" fmla="*/ 294 w 36"/>
                  <a:gd name="T3" fmla="*/ 979 h 89"/>
                  <a:gd name="T4" fmla="*/ 307 w 36"/>
                  <a:gd name="T5" fmla="*/ 579 h 89"/>
                  <a:gd name="T6" fmla="*/ 274 w 36"/>
                  <a:gd name="T7" fmla="*/ 200 h 89"/>
                  <a:gd name="T8" fmla="*/ 274 w 36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9">
                    <a:moveTo>
                      <a:pt x="0" y="86"/>
                    </a:moveTo>
                    <a:cubicBezTo>
                      <a:pt x="9" y="89"/>
                      <a:pt x="22" y="86"/>
                      <a:pt x="28" y="78"/>
                    </a:cubicBezTo>
                    <a:cubicBezTo>
                      <a:pt x="36" y="69"/>
                      <a:pt x="31" y="57"/>
                      <a:pt x="29" y="46"/>
                    </a:cubicBezTo>
                    <a:cubicBezTo>
                      <a:pt x="28" y="36"/>
                      <a:pt x="26" y="26"/>
                      <a:pt x="26" y="16"/>
                    </a:cubicBezTo>
                    <a:cubicBezTo>
                      <a:pt x="26" y="11"/>
                      <a:pt x="28" y="5"/>
                      <a:pt x="2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05" name="Freeform 697">
                <a:extLst>
                  <a:ext uri="{FF2B5EF4-FFF2-40B4-BE49-F238E27FC236}">
                    <a16:creationId xmlns:a16="http://schemas.microsoft.com/office/drawing/2014/main" id="{861853E2-4BAA-4547-9430-948C1CEFD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728"/>
                <a:ext cx="78" cy="21"/>
              </a:xfrm>
              <a:custGeom>
                <a:avLst/>
                <a:gdLst>
                  <a:gd name="T0" fmla="*/ 0 w 36"/>
                  <a:gd name="T1" fmla="*/ 49 h 9"/>
                  <a:gd name="T2" fmla="*/ 366 w 3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">
                    <a:moveTo>
                      <a:pt x="0" y="4"/>
                    </a:moveTo>
                    <a:cubicBezTo>
                      <a:pt x="9" y="9"/>
                      <a:pt x="26" y="2"/>
                      <a:pt x="3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06" name="Freeform 698">
                <a:extLst>
                  <a:ext uri="{FF2B5EF4-FFF2-40B4-BE49-F238E27FC236}">
                    <a16:creationId xmlns:a16="http://schemas.microsoft.com/office/drawing/2014/main" id="{DEDE6AF1-9754-474E-8D14-5F2DAA412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749"/>
                <a:ext cx="24" cy="160"/>
              </a:xfrm>
              <a:custGeom>
                <a:avLst/>
                <a:gdLst>
                  <a:gd name="T0" fmla="*/ 52 w 11"/>
                  <a:gd name="T1" fmla="*/ 0 h 69"/>
                  <a:gd name="T2" fmla="*/ 96 w 11"/>
                  <a:gd name="T3" fmla="*/ 710 h 69"/>
                  <a:gd name="T4" fmla="*/ 0 w 11"/>
                  <a:gd name="T5" fmla="*/ 86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9">
                    <a:moveTo>
                      <a:pt x="5" y="0"/>
                    </a:moveTo>
                    <a:cubicBezTo>
                      <a:pt x="5" y="19"/>
                      <a:pt x="11" y="39"/>
                      <a:pt x="9" y="57"/>
                    </a:cubicBezTo>
                    <a:cubicBezTo>
                      <a:pt x="8" y="64"/>
                      <a:pt x="5" y="67"/>
                      <a:pt x="0" y="69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07" name="Freeform 699">
                <a:extLst>
                  <a:ext uri="{FF2B5EF4-FFF2-40B4-BE49-F238E27FC236}">
                    <a16:creationId xmlns:a16="http://schemas.microsoft.com/office/drawing/2014/main" id="{81B1CFF8-EB3C-4433-8D7B-FC65AE392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891"/>
                <a:ext cx="32" cy="9"/>
              </a:xfrm>
              <a:custGeom>
                <a:avLst/>
                <a:gdLst>
                  <a:gd name="T0" fmla="*/ 0 w 15"/>
                  <a:gd name="T1" fmla="*/ 25 h 4"/>
                  <a:gd name="T2" fmla="*/ 145 w 15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2"/>
                    </a:moveTo>
                    <a:cubicBezTo>
                      <a:pt x="7" y="3"/>
                      <a:pt x="10" y="0"/>
                      <a:pt x="15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08" name="Freeform 700">
                <a:extLst>
                  <a:ext uri="{FF2B5EF4-FFF2-40B4-BE49-F238E27FC236}">
                    <a16:creationId xmlns:a16="http://schemas.microsoft.com/office/drawing/2014/main" id="{1D4AB2A4-AD9A-4D41-8AC7-81A40899E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847"/>
                <a:ext cx="81" cy="16"/>
              </a:xfrm>
              <a:custGeom>
                <a:avLst/>
                <a:gdLst>
                  <a:gd name="T0" fmla="*/ 0 w 37"/>
                  <a:gd name="T1" fmla="*/ 85 h 7"/>
                  <a:gd name="T2" fmla="*/ 387 w 37"/>
                  <a:gd name="T3" fmla="*/ 4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7">
                    <a:moveTo>
                      <a:pt x="0" y="7"/>
                    </a:moveTo>
                    <a:cubicBezTo>
                      <a:pt x="11" y="3"/>
                      <a:pt x="26" y="0"/>
                      <a:pt x="37" y="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09" name="Freeform 701">
                <a:extLst>
                  <a:ext uri="{FF2B5EF4-FFF2-40B4-BE49-F238E27FC236}">
                    <a16:creationId xmlns:a16="http://schemas.microsoft.com/office/drawing/2014/main" id="{C50202F7-37A0-4FE5-BB11-C288DD2FD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854"/>
                <a:ext cx="13" cy="62"/>
              </a:xfrm>
              <a:custGeom>
                <a:avLst/>
                <a:gdLst>
                  <a:gd name="T0" fmla="*/ 61 w 6"/>
                  <a:gd name="T1" fmla="*/ 0 h 27"/>
                  <a:gd name="T2" fmla="*/ 61 w 6"/>
                  <a:gd name="T3" fmla="*/ 326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6" y="0"/>
                    </a:moveTo>
                    <a:cubicBezTo>
                      <a:pt x="3" y="8"/>
                      <a:pt x="0" y="21"/>
                      <a:pt x="6" y="2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0" name="Freeform 702">
                <a:extLst>
                  <a:ext uri="{FF2B5EF4-FFF2-40B4-BE49-F238E27FC236}">
                    <a16:creationId xmlns:a16="http://schemas.microsoft.com/office/drawing/2014/main" id="{EB0433AC-FDE6-410D-A2E3-9CA272DDA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740"/>
                <a:ext cx="28" cy="56"/>
              </a:xfrm>
              <a:custGeom>
                <a:avLst/>
                <a:gdLst>
                  <a:gd name="T0" fmla="*/ 0 w 13"/>
                  <a:gd name="T1" fmla="*/ 306 h 24"/>
                  <a:gd name="T2" fmla="*/ 129 w 13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cubicBezTo>
                      <a:pt x="7" y="14"/>
                      <a:pt x="0" y="6"/>
                      <a:pt x="13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1" name="Freeform 703">
                <a:extLst>
                  <a:ext uri="{FF2B5EF4-FFF2-40B4-BE49-F238E27FC236}">
                    <a16:creationId xmlns:a16="http://schemas.microsoft.com/office/drawing/2014/main" id="{ACB4B45A-0B85-400B-AA3C-F707BB163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580"/>
                <a:ext cx="31" cy="58"/>
              </a:xfrm>
              <a:custGeom>
                <a:avLst/>
                <a:gdLst>
                  <a:gd name="T0" fmla="*/ 0 w 14"/>
                  <a:gd name="T1" fmla="*/ 313 h 25"/>
                  <a:gd name="T2" fmla="*/ 64 w 14"/>
                  <a:gd name="T3" fmla="*/ 86 h 25"/>
                  <a:gd name="T4" fmla="*/ 153 w 14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5">
                    <a:moveTo>
                      <a:pt x="0" y="25"/>
                    </a:moveTo>
                    <a:cubicBezTo>
                      <a:pt x="4" y="20"/>
                      <a:pt x="2" y="13"/>
                      <a:pt x="6" y="7"/>
                    </a:cubicBezTo>
                    <a:cubicBezTo>
                      <a:pt x="8" y="4"/>
                      <a:pt x="12" y="3"/>
                      <a:pt x="14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2" name="Freeform 704">
                <a:extLst>
                  <a:ext uri="{FF2B5EF4-FFF2-40B4-BE49-F238E27FC236}">
                    <a16:creationId xmlns:a16="http://schemas.microsoft.com/office/drawing/2014/main" id="{5BF4D84B-AC3D-450A-A5A9-D00B490FB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557"/>
                <a:ext cx="45" cy="42"/>
              </a:xfrm>
              <a:custGeom>
                <a:avLst/>
                <a:gdLst>
                  <a:gd name="T0" fmla="*/ 0 w 21"/>
                  <a:gd name="T1" fmla="*/ 0 h 18"/>
                  <a:gd name="T2" fmla="*/ 206 w 21"/>
                  <a:gd name="T3" fmla="*/ 2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8">
                    <a:moveTo>
                      <a:pt x="0" y="0"/>
                    </a:moveTo>
                    <a:cubicBezTo>
                      <a:pt x="10" y="0"/>
                      <a:pt x="15" y="11"/>
                      <a:pt x="21" y="1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3" name="Freeform 705">
                <a:extLst>
                  <a:ext uri="{FF2B5EF4-FFF2-40B4-BE49-F238E27FC236}">
                    <a16:creationId xmlns:a16="http://schemas.microsoft.com/office/drawing/2014/main" id="{A20D2C71-C29B-476E-B6ED-CA49885C5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348"/>
                <a:ext cx="46" cy="47"/>
              </a:xfrm>
              <a:custGeom>
                <a:avLst/>
                <a:gdLst>
                  <a:gd name="T0" fmla="*/ 0 w 21"/>
                  <a:gd name="T1" fmla="*/ 0 h 20"/>
                  <a:gd name="T2" fmla="*/ 221 w 21"/>
                  <a:gd name="T3" fmla="*/ 2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0">
                    <a:moveTo>
                      <a:pt x="0" y="0"/>
                    </a:moveTo>
                    <a:cubicBezTo>
                      <a:pt x="13" y="4"/>
                      <a:pt x="17" y="8"/>
                      <a:pt x="21" y="2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4" name="Freeform 706">
                <a:extLst>
                  <a:ext uri="{FF2B5EF4-FFF2-40B4-BE49-F238E27FC236}">
                    <a16:creationId xmlns:a16="http://schemas.microsoft.com/office/drawing/2014/main" id="{1FE885C4-FEFE-48E2-B5B9-2900DE8CB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538"/>
                <a:ext cx="78" cy="200"/>
              </a:xfrm>
              <a:custGeom>
                <a:avLst/>
                <a:gdLst>
                  <a:gd name="T0" fmla="*/ 202 w 36"/>
                  <a:gd name="T1" fmla="*/ 0 h 86"/>
                  <a:gd name="T2" fmla="*/ 297 w 36"/>
                  <a:gd name="T3" fmla="*/ 779 h 86"/>
                  <a:gd name="T4" fmla="*/ 0 w 36"/>
                  <a:gd name="T5" fmla="*/ 942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86">
                    <a:moveTo>
                      <a:pt x="20" y="0"/>
                    </a:moveTo>
                    <a:cubicBezTo>
                      <a:pt x="23" y="17"/>
                      <a:pt x="36" y="45"/>
                      <a:pt x="29" y="62"/>
                    </a:cubicBezTo>
                    <a:cubicBezTo>
                      <a:pt x="26" y="68"/>
                      <a:pt x="3" y="86"/>
                      <a:pt x="0" y="7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5" name="Freeform 707">
                <a:extLst>
                  <a:ext uri="{FF2B5EF4-FFF2-40B4-BE49-F238E27FC236}">
                    <a16:creationId xmlns:a16="http://schemas.microsoft.com/office/drawing/2014/main" id="{4E1C2563-BE75-4E94-803C-DC6D3AF97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677"/>
                <a:ext cx="60" cy="228"/>
              </a:xfrm>
              <a:custGeom>
                <a:avLst/>
                <a:gdLst>
                  <a:gd name="T0" fmla="*/ 189 w 28"/>
                  <a:gd name="T1" fmla="*/ 0 h 98"/>
                  <a:gd name="T2" fmla="*/ 234 w 28"/>
                  <a:gd name="T3" fmla="*/ 465 h 98"/>
                  <a:gd name="T4" fmla="*/ 266 w 28"/>
                  <a:gd name="T5" fmla="*/ 968 h 98"/>
                  <a:gd name="T6" fmla="*/ 189 w 28"/>
                  <a:gd name="T7" fmla="*/ 1159 h 98"/>
                  <a:gd name="T8" fmla="*/ 0 w 28"/>
                  <a:gd name="T9" fmla="*/ 1187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8">
                    <a:moveTo>
                      <a:pt x="19" y="0"/>
                    </a:moveTo>
                    <a:cubicBezTo>
                      <a:pt x="16" y="11"/>
                      <a:pt x="23" y="27"/>
                      <a:pt x="24" y="37"/>
                    </a:cubicBezTo>
                    <a:cubicBezTo>
                      <a:pt x="26" y="50"/>
                      <a:pt x="27" y="63"/>
                      <a:pt x="27" y="77"/>
                    </a:cubicBezTo>
                    <a:cubicBezTo>
                      <a:pt x="27" y="87"/>
                      <a:pt x="28" y="88"/>
                      <a:pt x="19" y="92"/>
                    </a:cubicBezTo>
                    <a:cubicBezTo>
                      <a:pt x="15" y="94"/>
                      <a:pt x="2" y="98"/>
                      <a:pt x="0" y="9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6" name="Freeform 708">
                <a:extLst>
                  <a:ext uri="{FF2B5EF4-FFF2-40B4-BE49-F238E27FC236}">
                    <a16:creationId xmlns:a16="http://schemas.microsoft.com/office/drawing/2014/main" id="{049B3576-32F2-4EBF-A849-B6E99A538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884"/>
                <a:ext cx="11" cy="25"/>
              </a:xfrm>
              <a:custGeom>
                <a:avLst/>
                <a:gdLst>
                  <a:gd name="T0" fmla="*/ 0 w 5"/>
                  <a:gd name="T1" fmla="*/ 0 h 11"/>
                  <a:gd name="T2" fmla="*/ 53 w 5"/>
                  <a:gd name="T3" fmla="*/ 13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2" y="4"/>
                      <a:pt x="4" y="8"/>
                      <a:pt x="5" y="1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7" name="Freeform 709">
                <a:extLst>
                  <a:ext uri="{FF2B5EF4-FFF2-40B4-BE49-F238E27FC236}">
                    <a16:creationId xmlns:a16="http://schemas.microsoft.com/office/drawing/2014/main" id="{6FF1B1D9-CEE5-4D3D-9D19-B57E29C1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406"/>
                <a:ext cx="76" cy="179"/>
              </a:xfrm>
              <a:custGeom>
                <a:avLst/>
                <a:gdLst>
                  <a:gd name="T0" fmla="*/ 0 w 35"/>
                  <a:gd name="T1" fmla="*/ 967 h 77"/>
                  <a:gd name="T2" fmla="*/ 350 w 35"/>
                  <a:gd name="T3" fmla="*/ 644 h 77"/>
                  <a:gd name="T4" fmla="*/ 297 w 35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77">
                    <a:moveTo>
                      <a:pt x="0" y="77"/>
                    </a:moveTo>
                    <a:cubicBezTo>
                      <a:pt x="20" y="77"/>
                      <a:pt x="31" y="71"/>
                      <a:pt x="34" y="51"/>
                    </a:cubicBezTo>
                    <a:cubicBezTo>
                      <a:pt x="35" y="33"/>
                      <a:pt x="31" y="18"/>
                      <a:pt x="29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8" name="Freeform 710">
                <a:extLst>
                  <a:ext uri="{FF2B5EF4-FFF2-40B4-BE49-F238E27FC236}">
                    <a16:creationId xmlns:a16="http://schemas.microsoft.com/office/drawing/2014/main" id="{20B3B012-4391-4C90-90F0-DC50956B2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390"/>
                <a:ext cx="87" cy="204"/>
              </a:xfrm>
              <a:custGeom>
                <a:avLst/>
                <a:gdLst>
                  <a:gd name="T0" fmla="*/ 9 w 40"/>
                  <a:gd name="T1" fmla="*/ 172 h 88"/>
                  <a:gd name="T2" fmla="*/ 0 w 40"/>
                  <a:gd name="T3" fmla="*/ 522 h 88"/>
                  <a:gd name="T4" fmla="*/ 104 w 40"/>
                  <a:gd name="T5" fmla="*/ 1032 h 88"/>
                  <a:gd name="T6" fmla="*/ 370 w 40"/>
                  <a:gd name="T7" fmla="*/ 909 h 88"/>
                  <a:gd name="T8" fmla="*/ 307 w 40"/>
                  <a:gd name="T9" fmla="*/ 264 h 88"/>
                  <a:gd name="T10" fmla="*/ 217 w 40"/>
                  <a:gd name="T11" fmla="*/ 65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88">
                    <a:moveTo>
                      <a:pt x="1" y="14"/>
                    </a:moveTo>
                    <a:cubicBezTo>
                      <a:pt x="1" y="22"/>
                      <a:pt x="0" y="34"/>
                      <a:pt x="0" y="42"/>
                    </a:cubicBezTo>
                    <a:cubicBezTo>
                      <a:pt x="1" y="50"/>
                      <a:pt x="2" y="79"/>
                      <a:pt x="10" y="83"/>
                    </a:cubicBezTo>
                    <a:cubicBezTo>
                      <a:pt x="17" y="88"/>
                      <a:pt x="34" y="80"/>
                      <a:pt x="36" y="73"/>
                    </a:cubicBezTo>
                    <a:cubicBezTo>
                      <a:pt x="40" y="58"/>
                      <a:pt x="33" y="36"/>
                      <a:pt x="30" y="21"/>
                    </a:cubicBezTo>
                    <a:cubicBezTo>
                      <a:pt x="28" y="13"/>
                      <a:pt x="32" y="0"/>
                      <a:pt x="21" y="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9" name="Freeform 711">
                <a:extLst>
                  <a:ext uri="{FF2B5EF4-FFF2-40B4-BE49-F238E27FC236}">
                    <a16:creationId xmlns:a16="http://schemas.microsoft.com/office/drawing/2014/main" id="{C2411CC5-EFB8-4BBA-9873-6D502FCB7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954"/>
                <a:ext cx="21" cy="60"/>
              </a:xfrm>
              <a:custGeom>
                <a:avLst/>
                <a:gdLst>
                  <a:gd name="T0" fmla="*/ 0 w 10"/>
                  <a:gd name="T1" fmla="*/ 0 h 26"/>
                  <a:gd name="T2" fmla="*/ 92 w 10"/>
                  <a:gd name="T3" fmla="*/ 159 h 26"/>
                  <a:gd name="T4" fmla="*/ 17 w 10"/>
                  <a:gd name="T5" fmla="*/ 187 h 26"/>
                  <a:gd name="T6" fmla="*/ 17 w 10"/>
                  <a:gd name="T7" fmla="*/ 31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2" y="6"/>
                      <a:pt x="3" y="15"/>
                      <a:pt x="10" y="13"/>
                    </a:cubicBezTo>
                    <a:cubicBezTo>
                      <a:pt x="6" y="13"/>
                      <a:pt x="5" y="14"/>
                      <a:pt x="2" y="15"/>
                    </a:cubicBezTo>
                    <a:cubicBezTo>
                      <a:pt x="1" y="19"/>
                      <a:pt x="2" y="23"/>
                      <a:pt x="2" y="26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0" name="Freeform 712">
                <a:extLst>
                  <a:ext uri="{FF2B5EF4-FFF2-40B4-BE49-F238E27FC236}">
                    <a16:creationId xmlns:a16="http://schemas.microsoft.com/office/drawing/2014/main" id="{AC43653A-1236-4B5C-B62E-D14E026FB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1079"/>
                <a:ext cx="30" cy="77"/>
              </a:xfrm>
              <a:custGeom>
                <a:avLst/>
                <a:gdLst>
                  <a:gd name="T0" fmla="*/ 28 w 14"/>
                  <a:gd name="T1" fmla="*/ 0 h 33"/>
                  <a:gd name="T2" fmla="*/ 0 w 14"/>
                  <a:gd name="T3" fmla="*/ 0 h 33"/>
                  <a:gd name="T4" fmla="*/ 137 w 14"/>
                  <a:gd name="T5" fmla="*/ 40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9"/>
                      <a:pt x="1" y="33"/>
                      <a:pt x="14" y="32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1" name="Freeform 713">
                <a:extLst>
                  <a:ext uri="{FF2B5EF4-FFF2-40B4-BE49-F238E27FC236}">
                    <a16:creationId xmlns:a16="http://schemas.microsoft.com/office/drawing/2014/main" id="{6A801591-7FAF-46E0-AB9C-FB84A0E7D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153"/>
                <a:ext cx="11" cy="44"/>
              </a:xfrm>
              <a:custGeom>
                <a:avLst/>
                <a:gdLst>
                  <a:gd name="T0" fmla="*/ 0 w 5"/>
                  <a:gd name="T1" fmla="*/ 0 h 19"/>
                  <a:gd name="T2" fmla="*/ 53 w 5"/>
                  <a:gd name="T3" fmla="*/ 23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2" y="6"/>
                      <a:pt x="1" y="14"/>
                      <a:pt x="5" y="19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2" name="Freeform 714">
                <a:extLst>
                  <a:ext uri="{FF2B5EF4-FFF2-40B4-BE49-F238E27FC236}">
                    <a16:creationId xmlns:a16="http://schemas.microsoft.com/office/drawing/2014/main" id="{41E37465-67D6-471F-A536-77301B570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188"/>
                <a:ext cx="8" cy="37"/>
              </a:xfrm>
              <a:custGeom>
                <a:avLst/>
                <a:gdLst>
                  <a:gd name="T0" fmla="*/ 8 w 4"/>
                  <a:gd name="T1" fmla="*/ 0 h 16"/>
                  <a:gd name="T2" fmla="*/ 32 w 4"/>
                  <a:gd name="T3" fmla="*/ 19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1" y="0"/>
                    </a:moveTo>
                    <a:cubicBezTo>
                      <a:pt x="0" y="5"/>
                      <a:pt x="1" y="11"/>
                      <a:pt x="4" y="16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3" name="Freeform 715">
                <a:extLst>
                  <a:ext uri="{FF2B5EF4-FFF2-40B4-BE49-F238E27FC236}">
                    <a16:creationId xmlns:a16="http://schemas.microsoft.com/office/drawing/2014/main" id="{35C9F573-6A20-45F9-8D40-79573EC64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218"/>
                <a:ext cx="7" cy="42"/>
              </a:xfrm>
              <a:custGeom>
                <a:avLst/>
                <a:gdLst>
                  <a:gd name="T0" fmla="*/ 28 w 3"/>
                  <a:gd name="T1" fmla="*/ 0 h 18"/>
                  <a:gd name="T2" fmla="*/ 37 w 3"/>
                  <a:gd name="T3" fmla="*/ 2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2" y="0"/>
                    </a:moveTo>
                    <a:cubicBezTo>
                      <a:pt x="0" y="6"/>
                      <a:pt x="1" y="12"/>
                      <a:pt x="3" y="18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4" name="Freeform 716">
                <a:extLst>
                  <a:ext uri="{FF2B5EF4-FFF2-40B4-BE49-F238E27FC236}">
                    <a16:creationId xmlns:a16="http://schemas.microsoft.com/office/drawing/2014/main" id="{9166B278-B201-43BF-9A2B-E87FD162D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963"/>
                <a:ext cx="22" cy="7"/>
              </a:xfrm>
              <a:custGeom>
                <a:avLst/>
                <a:gdLst>
                  <a:gd name="T0" fmla="*/ 0 w 10"/>
                  <a:gd name="T1" fmla="*/ 37 h 3"/>
                  <a:gd name="T2" fmla="*/ 106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4" y="3"/>
                      <a:pt x="6" y="0"/>
                      <a:pt x="10" y="0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5" name="Freeform 717">
                <a:extLst>
                  <a:ext uri="{FF2B5EF4-FFF2-40B4-BE49-F238E27FC236}">
                    <a16:creationId xmlns:a16="http://schemas.microsoft.com/office/drawing/2014/main" id="{CA3C5B03-64E4-4A60-93E0-CF5314887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007"/>
                <a:ext cx="20" cy="3"/>
              </a:xfrm>
              <a:custGeom>
                <a:avLst/>
                <a:gdLst>
                  <a:gd name="T0" fmla="*/ 0 w 9"/>
                  <a:gd name="T1" fmla="*/ 27 h 1"/>
                  <a:gd name="T2" fmla="*/ 98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3" y="0"/>
                      <a:pt x="6" y="0"/>
                      <a:pt x="9" y="0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6" name="Freeform 718">
                <a:extLst>
                  <a:ext uri="{FF2B5EF4-FFF2-40B4-BE49-F238E27FC236}">
                    <a16:creationId xmlns:a16="http://schemas.microsoft.com/office/drawing/2014/main" id="{41984B53-70B4-4EF2-A6AE-7B52A89E5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146"/>
                <a:ext cx="4" cy="17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0" y="5"/>
                      <a:pt x="2" y="7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7" name="Freeform 719">
                <a:extLst>
                  <a:ext uri="{FF2B5EF4-FFF2-40B4-BE49-F238E27FC236}">
                    <a16:creationId xmlns:a16="http://schemas.microsoft.com/office/drawing/2014/main" id="{F7A8F8CD-615C-4AA1-9E6F-D512FD05D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177"/>
                <a:ext cx="24" cy="18"/>
              </a:xfrm>
              <a:custGeom>
                <a:avLst/>
                <a:gdLst>
                  <a:gd name="T0" fmla="*/ 52 w 11"/>
                  <a:gd name="T1" fmla="*/ 92 h 8"/>
                  <a:gd name="T2" fmla="*/ 113 w 11"/>
                  <a:gd name="T3" fmla="*/ 25 h 8"/>
                  <a:gd name="T4" fmla="*/ 0 w 11"/>
                  <a:gd name="T5" fmla="*/ 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5" y="8"/>
                    </a:moveTo>
                    <a:cubicBezTo>
                      <a:pt x="8" y="7"/>
                      <a:pt x="11" y="5"/>
                      <a:pt x="11" y="2"/>
                    </a:cubicBezTo>
                    <a:cubicBezTo>
                      <a:pt x="8" y="0"/>
                      <a:pt x="4" y="1"/>
                      <a:pt x="0" y="2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8" name="Freeform 720">
                <a:extLst>
                  <a:ext uri="{FF2B5EF4-FFF2-40B4-BE49-F238E27FC236}">
                    <a16:creationId xmlns:a16="http://schemas.microsoft.com/office/drawing/2014/main" id="{F7D800AF-EBD9-4D07-A5D2-577419517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248"/>
                <a:ext cx="11" cy="7"/>
              </a:xfrm>
              <a:custGeom>
                <a:avLst/>
                <a:gdLst>
                  <a:gd name="T0" fmla="*/ 0 w 5"/>
                  <a:gd name="T1" fmla="*/ 37 h 3"/>
                  <a:gd name="T2" fmla="*/ 53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9" name="Freeform 721">
                <a:extLst>
                  <a:ext uri="{FF2B5EF4-FFF2-40B4-BE49-F238E27FC236}">
                    <a16:creationId xmlns:a16="http://schemas.microsoft.com/office/drawing/2014/main" id="{0C028EF5-6D0C-4BE2-96D7-E23CCB7F9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921"/>
                <a:ext cx="106" cy="204"/>
              </a:xfrm>
              <a:custGeom>
                <a:avLst/>
                <a:gdLst>
                  <a:gd name="T0" fmla="*/ 9 w 49"/>
                  <a:gd name="T1" fmla="*/ 0 h 88"/>
                  <a:gd name="T2" fmla="*/ 80 w 49"/>
                  <a:gd name="T3" fmla="*/ 510 h 88"/>
                  <a:gd name="T4" fmla="*/ 112 w 49"/>
                  <a:gd name="T5" fmla="*/ 974 h 88"/>
                  <a:gd name="T6" fmla="*/ 305 w 49"/>
                  <a:gd name="T7" fmla="*/ 1048 h 88"/>
                  <a:gd name="T8" fmla="*/ 478 w 49"/>
                  <a:gd name="T9" fmla="*/ 934 h 88"/>
                  <a:gd name="T10" fmla="*/ 446 w 49"/>
                  <a:gd name="T11" fmla="*/ 661 h 88"/>
                  <a:gd name="T12" fmla="*/ 383 w 49"/>
                  <a:gd name="T13" fmla="*/ 376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88">
                    <a:moveTo>
                      <a:pt x="1" y="0"/>
                    </a:moveTo>
                    <a:cubicBezTo>
                      <a:pt x="0" y="16"/>
                      <a:pt x="4" y="40"/>
                      <a:pt x="8" y="41"/>
                    </a:cubicBezTo>
                    <a:cubicBezTo>
                      <a:pt x="4" y="45"/>
                      <a:pt x="11" y="69"/>
                      <a:pt x="11" y="78"/>
                    </a:cubicBezTo>
                    <a:cubicBezTo>
                      <a:pt x="11" y="88"/>
                      <a:pt x="26" y="84"/>
                      <a:pt x="30" y="84"/>
                    </a:cubicBezTo>
                    <a:cubicBezTo>
                      <a:pt x="36" y="84"/>
                      <a:pt x="44" y="82"/>
                      <a:pt x="47" y="75"/>
                    </a:cubicBezTo>
                    <a:cubicBezTo>
                      <a:pt x="49" y="70"/>
                      <a:pt x="45" y="58"/>
                      <a:pt x="44" y="53"/>
                    </a:cubicBezTo>
                    <a:cubicBezTo>
                      <a:pt x="43" y="45"/>
                      <a:pt x="40" y="38"/>
                      <a:pt x="38" y="3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0" name="Freeform 722">
                <a:extLst>
                  <a:ext uri="{FF2B5EF4-FFF2-40B4-BE49-F238E27FC236}">
                    <a16:creationId xmlns:a16="http://schemas.microsoft.com/office/drawing/2014/main" id="{410B67BE-E76A-432D-B8E4-75A6B74C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086"/>
                <a:ext cx="119" cy="169"/>
              </a:xfrm>
              <a:custGeom>
                <a:avLst/>
                <a:gdLst>
                  <a:gd name="T0" fmla="*/ 9 w 55"/>
                  <a:gd name="T1" fmla="*/ 150 h 73"/>
                  <a:gd name="T2" fmla="*/ 52 w 55"/>
                  <a:gd name="T3" fmla="*/ 745 h 73"/>
                  <a:gd name="T4" fmla="*/ 149 w 55"/>
                  <a:gd name="T5" fmla="*/ 857 h 73"/>
                  <a:gd name="T6" fmla="*/ 515 w 55"/>
                  <a:gd name="T7" fmla="*/ 771 h 73"/>
                  <a:gd name="T8" fmla="*/ 467 w 55"/>
                  <a:gd name="T9" fmla="*/ 359 h 73"/>
                  <a:gd name="T10" fmla="*/ 355 w 55"/>
                  <a:gd name="T11" fmla="*/ 65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73">
                    <a:moveTo>
                      <a:pt x="1" y="12"/>
                    </a:moveTo>
                    <a:cubicBezTo>
                      <a:pt x="0" y="21"/>
                      <a:pt x="5" y="51"/>
                      <a:pt x="5" y="60"/>
                    </a:cubicBezTo>
                    <a:cubicBezTo>
                      <a:pt x="5" y="69"/>
                      <a:pt x="15" y="69"/>
                      <a:pt x="15" y="69"/>
                    </a:cubicBezTo>
                    <a:cubicBezTo>
                      <a:pt x="23" y="69"/>
                      <a:pt x="45" y="73"/>
                      <a:pt x="51" y="62"/>
                    </a:cubicBezTo>
                    <a:cubicBezTo>
                      <a:pt x="55" y="54"/>
                      <a:pt x="48" y="37"/>
                      <a:pt x="46" y="29"/>
                    </a:cubicBezTo>
                    <a:cubicBezTo>
                      <a:pt x="45" y="23"/>
                      <a:pt x="45" y="0"/>
                      <a:pt x="35" y="5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1" name="Freeform 723">
                <a:extLst>
                  <a:ext uri="{FF2B5EF4-FFF2-40B4-BE49-F238E27FC236}">
                    <a16:creationId xmlns:a16="http://schemas.microsoft.com/office/drawing/2014/main" id="{1C8CC968-02B2-477A-9CA7-ED0A5AADD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1241"/>
                <a:ext cx="93" cy="140"/>
              </a:xfrm>
              <a:custGeom>
                <a:avLst/>
                <a:gdLst>
                  <a:gd name="T0" fmla="*/ 19 w 43"/>
                  <a:gd name="T1" fmla="*/ 0 h 60"/>
                  <a:gd name="T2" fmla="*/ 41 w 43"/>
                  <a:gd name="T3" fmla="*/ 343 h 60"/>
                  <a:gd name="T4" fmla="*/ 80 w 43"/>
                  <a:gd name="T5" fmla="*/ 698 h 60"/>
                  <a:gd name="T6" fmla="*/ 164 w 43"/>
                  <a:gd name="T7" fmla="*/ 714 h 60"/>
                  <a:gd name="T8" fmla="*/ 415 w 43"/>
                  <a:gd name="T9" fmla="*/ 637 h 60"/>
                  <a:gd name="T10" fmla="*/ 407 w 43"/>
                  <a:gd name="T11" fmla="*/ 355 h 60"/>
                  <a:gd name="T12" fmla="*/ 374 w 43"/>
                  <a:gd name="T13" fmla="*/ 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60">
                    <a:moveTo>
                      <a:pt x="2" y="0"/>
                    </a:moveTo>
                    <a:cubicBezTo>
                      <a:pt x="0" y="4"/>
                      <a:pt x="4" y="14"/>
                      <a:pt x="4" y="27"/>
                    </a:cubicBezTo>
                    <a:cubicBezTo>
                      <a:pt x="5" y="40"/>
                      <a:pt x="4" y="53"/>
                      <a:pt x="8" y="55"/>
                    </a:cubicBezTo>
                    <a:cubicBezTo>
                      <a:pt x="12" y="57"/>
                      <a:pt x="16" y="56"/>
                      <a:pt x="16" y="56"/>
                    </a:cubicBezTo>
                    <a:cubicBezTo>
                      <a:pt x="22" y="60"/>
                      <a:pt x="37" y="57"/>
                      <a:pt x="41" y="50"/>
                    </a:cubicBezTo>
                    <a:cubicBezTo>
                      <a:pt x="43" y="46"/>
                      <a:pt x="40" y="33"/>
                      <a:pt x="40" y="28"/>
                    </a:cubicBezTo>
                    <a:cubicBezTo>
                      <a:pt x="39" y="19"/>
                      <a:pt x="37" y="10"/>
                      <a:pt x="37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2" name="Freeform 724">
                <a:extLst>
                  <a:ext uri="{FF2B5EF4-FFF2-40B4-BE49-F238E27FC236}">
                    <a16:creationId xmlns:a16="http://schemas.microsoft.com/office/drawing/2014/main" id="{8AD8BB86-A454-4E95-BD06-C9F777683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355"/>
                <a:ext cx="92" cy="204"/>
              </a:xfrm>
              <a:custGeom>
                <a:avLst/>
                <a:gdLst>
                  <a:gd name="T0" fmla="*/ 0 w 42"/>
                  <a:gd name="T1" fmla="*/ 74 h 88"/>
                  <a:gd name="T2" fmla="*/ 44 w 42"/>
                  <a:gd name="T3" fmla="*/ 559 h 88"/>
                  <a:gd name="T4" fmla="*/ 116 w 42"/>
                  <a:gd name="T5" fmla="*/ 1085 h 88"/>
                  <a:gd name="T6" fmla="*/ 169 w 42"/>
                  <a:gd name="T7" fmla="*/ 1085 h 88"/>
                  <a:gd name="T8" fmla="*/ 370 w 42"/>
                  <a:gd name="T9" fmla="*/ 1059 h 88"/>
                  <a:gd name="T10" fmla="*/ 407 w 42"/>
                  <a:gd name="T11" fmla="*/ 925 h 88"/>
                  <a:gd name="T12" fmla="*/ 346 w 42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8">
                    <a:moveTo>
                      <a:pt x="0" y="6"/>
                    </a:moveTo>
                    <a:cubicBezTo>
                      <a:pt x="0" y="12"/>
                      <a:pt x="4" y="30"/>
                      <a:pt x="4" y="45"/>
                    </a:cubicBezTo>
                    <a:cubicBezTo>
                      <a:pt x="4" y="60"/>
                      <a:pt x="8" y="86"/>
                      <a:pt x="11" y="87"/>
                    </a:cubicBezTo>
                    <a:cubicBezTo>
                      <a:pt x="13" y="88"/>
                      <a:pt x="16" y="87"/>
                      <a:pt x="16" y="87"/>
                    </a:cubicBezTo>
                    <a:cubicBezTo>
                      <a:pt x="18" y="88"/>
                      <a:pt x="32" y="88"/>
                      <a:pt x="35" y="85"/>
                    </a:cubicBezTo>
                    <a:cubicBezTo>
                      <a:pt x="40" y="81"/>
                      <a:pt x="38" y="81"/>
                      <a:pt x="39" y="74"/>
                    </a:cubicBezTo>
                    <a:cubicBezTo>
                      <a:pt x="42" y="49"/>
                      <a:pt x="34" y="25"/>
                      <a:pt x="33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3" name="Freeform 725">
                <a:extLst>
                  <a:ext uri="{FF2B5EF4-FFF2-40B4-BE49-F238E27FC236}">
                    <a16:creationId xmlns:a16="http://schemas.microsoft.com/office/drawing/2014/main" id="{94CCD727-98D2-4896-889E-E5B2370E2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557"/>
                <a:ext cx="24" cy="155"/>
              </a:xfrm>
              <a:custGeom>
                <a:avLst/>
                <a:gdLst>
                  <a:gd name="T0" fmla="*/ 20 w 11"/>
                  <a:gd name="T1" fmla="*/ 0 h 67"/>
                  <a:gd name="T2" fmla="*/ 44 w 11"/>
                  <a:gd name="T3" fmla="*/ 386 h 67"/>
                  <a:gd name="T4" fmla="*/ 113 w 11"/>
                  <a:gd name="T5" fmla="*/ 831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7">
                    <a:moveTo>
                      <a:pt x="2" y="0"/>
                    </a:moveTo>
                    <a:cubicBezTo>
                      <a:pt x="0" y="4"/>
                      <a:pt x="3" y="14"/>
                      <a:pt x="4" y="31"/>
                    </a:cubicBezTo>
                    <a:cubicBezTo>
                      <a:pt x="5" y="49"/>
                      <a:pt x="10" y="64"/>
                      <a:pt x="11" y="6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4" name="Freeform 726">
                <a:extLst>
                  <a:ext uri="{FF2B5EF4-FFF2-40B4-BE49-F238E27FC236}">
                    <a16:creationId xmlns:a16="http://schemas.microsoft.com/office/drawing/2014/main" id="{47EEDD60-5449-4718-9A26-1C3F07874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719"/>
                <a:ext cx="26" cy="186"/>
              </a:xfrm>
              <a:custGeom>
                <a:avLst/>
                <a:gdLst>
                  <a:gd name="T0" fmla="*/ 20 w 12"/>
                  <a:gd name="T1" fmla="*/ 0 h 80"/>
                  <a:gd name="T2" fmla="*/ 61 w 12"/>
                  <a:gd name="T3" fmla="*/ 493 h 80"/>
                  <a:gd name="T4" fmla="*/ 121 w 12"/>
                  <a:gd name="T5" fmla="*/ 1004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0">
                    <a:moveTo>
                      <a:pt x="2" y="0"/>
                    </a:moveTo>
                    <a:cubicBezTo>
                      <a:pt x="0" y="7"/>
                      <a:pt x="5" y="27"/>
                      <a:pt x="6" y="39"/>
                    </a:cubicBezTo>
                    <a:cubicBezTo>
                      <a:pt x="6" y="51"/>
                      <a:pt x="12" y="74"/>
                      <a:pt x="12" y="8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5" name="Freeform 727">
                <a:extLst>
                  <a:ext uri="{FF2B5EF4-FFF2-40B4-BE49-F238E27FC236}">
                    <a16:creationId xmlns:a16="http://schemas.microsoft.com/office/drawing/2014/main" id="{627F45BA-06F3-47E9-832E-03FADC700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255"/>
                <a:ext cx="37" cy="119"/>
              </a:xfrm>
              <a:custGeom>
                <a:avLst/>
                <a:gdLst>
                  <a:gd name="T0" fmla="*/ 44 w 17"/>
                  <a:gd name="T1" fmla="*/ 0 h 51"/>
                  <a:gd name="T2" fmla="*/ 72 w 17"/>
                  <a:gd name="T3" fmla="*/ 495 h 51"/>
                  <a:gd name="T4" fmla="*/ 176 w 17"/>
                  <a:gd name="T5" fmla="*/ 621 h 51"/>
                  <a:gd name="T6" fmla="*/ 165 w 17"/>
                  <a:gd name="T7" fmla="*/ 621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1">
                    <a:moveTo>
                      <a:pt x="4" y="0"/>
                    </a:moveTo>
                    <a:cubicBezTo>
                      <a:pt x="0" y="11"/>
                      <a:pt x="5" y="28"/>
                      <a:pt x="7" y="39"/>
                    </a:cubicBezTo>
                    <a:cubicBezTo>
                      <a:pt x="9" y="46"/>
                      <a:pt x="9" y="49"/>
                      <a:pt x="17" y="49"/>
                    </a:cubicBezTo>
                    <a:cubicBezTo>
                      <a:pt x="17" y="51"/>
                      <a:pt x="17" y="50"/>
                      <a:pt x="16" y="49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6" name="Freeform 728">
                <a:extLst>
                  <a:ext uri="{FF2B5EF4-FFF2-40B4-BE49-F238E27FC236}">
                    <a16:creationId xmlns:a16="http://schemas.microsoft.com/office/drawing/2014/main" id="{5310095C-B3E1-476B-9715-4CCCD4521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369"/>
                <a:ext cx="20" cy="79"/>
              </a:xfrm>
              <a:custGeom>
                <a:avLst/>
                <a:gdLst>
                  <a:gd name="T0" fmla="*/ 20 w 9"/>
                  <a:gd name="T1" fmla="*/ 0 h 34"/>
                  <a:gd name="T2" fmla="*/ 98 w 9"/>
                  <a:gd name="T3" fmla="*/ 42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4">
                    <a:moveTo>
                      <a:pt x="2" y="0"/>
                    </a:moveTo>
                    <a:cubicBezTo>
                      <a:pt x="1" y="10"/>
                      <a:pt x="0" y="29"/>
                      <a:pt x="9" y="34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7" name="Freeform 729">
                <a:extLst>
                  <a:ext uri="{FF2B5EF4-FFF2-40B4-BE49-F238E27FC236}">
                    <a16:creationId xmlns:a16="http://schemas.microsoft.com/office/drawing/2014/main" id="{F4CCF829-6F03-4ACC-B370-731F3A98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497"/>
                <a:ext cx="21" cy="71"/>
              </a:xfrm>
              <a:custGeom>
                <a:avLst/>
                <a:gdLst>
                  <a:gd name="T0" fmla="*/ 27 w 10"/>
                  <a:gd name="T1" fmla="*/ 0 h 31"/>
                  <a:gd name="T2" fmla="*/ 92 w 10"/>
                  <a:gd name="T3" fmla="*/ 37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3" y="0"/>
                    </a:moveTo>
                    <a:cubicBezTo>
                      <a:pt x="4" y="9"/>
                      <a:pt x="0" y="25"/>
                      <a:pt x="10" y="31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8" name="Freeform 730">
                <a:extLst>
                  <a:ext uri="{FF2B5EF4-FFF2-40B4-BE49-F238E27FC236}">
                    <a16:creationId xmlns:a16="http://schemas.microsoft.com/office/drawing/2014/main" id="{A71FC51B-5010-4F58-A412-72BC77B46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566"/>
                <a:ext cx="4" cy="53"/>
              </a:xfrm>
              <a:custGeom>
                <a:avLst/>
                <a:gdLst>
                  <a:gd name="T0" fmla="*/ 8 w 2"/>
                  <a:gd name="T1" fmla="*/ 0 h 23"/>
                  <a:gd name="T2" fmla="*/ 16 w 2"/>
                  <a:gd name="T3" fmla="*/ 28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1" y="0"/>
                    </a:moveTo>
                    <a:cubicBezTo>
                      <a:pt x="1" y="7"/>
                      <a:pt x="0" y="16"/>
                      <a:pt x="2" y="23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9" name="Freeform 731">
                <a:extLst>
                  <a:ext uri="{FF2B5EF4-FFF2-40B4-BE49-F238E27FC236}">
                    <a16:creationId xmlns:a16="http://schemas.microsoft.com/office/drawing/2014/main" id="{9B7F260D-E4C8-48C5-8839-01770E21B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603"/>
                <a:ext cx="15" cy="93"/>
              </a:xfrm>
              <a:custGeom>
                <a:avLst/>
                <a:gdLst>
                  <a:gd name="T0" fmla="*/ 19 w 7"/>
                  <a:gd name="T1" fmla="*/ 0 h 40"/>
                  <a:gd name="T2" fmla="*/ 69 w 7"/>
                  <a:gd name="T3" fmla="*/ 502 h 40"/>
                  <a:gd name="T4" fmla="*/ 60 w 7"/>
                  <a:gd name="T5" fmla="*/ 477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0">
                    <a:moveTo>
                      <a:pt x="2" y="0"/>
                    </a:moveTo>
                    <a:cubicBezTo>
                      <a:pt x="2" y="13"/>
                      <a:pt x="0" y="28"/>
                      <a:pt x="7" y="40"/>
                    </a:cubicBezTo>
                    <a:cubicBezTo>
                      <a:pt x="5" y="40"/>
                      <a:pt x="6" y="39"/>
                      <a:pt x="6" y="38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0" name="Freeform 732">
                <a:extLst>
                  <a:ext uri="{FF2B5EF4-FFF2-40B4-BE49-F238E27FC236}">
                    <a16:creationId xmlns:a16="http://schemas.microsoft.com/office/drawing/2014/main" id="{DF7DBCBE-941A-4E17-8E0C-18ADAE21F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687"/>
                <a:ext cx="19" cy="95"/>
              </a:xfrm>
              <a:custGeom>
                <a:avLst/>
                <a:gdLst>
                  <a:gd name="T0" fmla="*/ 84 w 9"/>
                  <a:gd name="T1" fmla="*/ 0 h 41"/>
                  <a:gd name="T2" fmla="*/ 49 w 9"/>
                  <a:gd name="T3" fmla="*/ 51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1">
                    <a:moveTo>
                      <a:pt x="9" y="0"/>
                    </a:moveTo>
                    <a:cubicBezTo>
                      <a:pt x="0" y="12"/>
                      <a:pt x="4" y="27"/>
                      <a:pt x="5" y="41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1" name="Freeform 733">
                <a:extLst>
                  <a:ext uri="{FF2B5EF4-FFF2-40B4-BE49-F238E27FC236}">
                    <a16:creationId xmlns:a16="http://schemas.microsoft.com/office/drawing/2014/main" id="{46ABE389-0122-4C12-B38F-6299AF1D6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844"/>
                <a:ext cx="8" cy="61"/>
              </a:xfrm>
              <a:custGeom>
                <a:avLst/>
                <a:gdLst>
                  <a:gd name="T0" fmla="*/ 0 w 4"/>
                  <a:gd name="T1" fmla="*/ 0 h 26"/>
                  <a:gd name="T2" fmla="*/ 32 w 4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0"/>
                    </a:moveTo>
                    <a:cubicBezTo>
                      <a:pt x="0" y="8"/>
                      <a:pt x="1" y="19"/>
                      <a:pt x="4" y="26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2" name="Freeform 734">
                <a:extLst>
                  <a:ext uri="{FF2B5EF4-FFF2-40B4-BE49-F238E27FC236}">
                    <a16:creationId xmlns:a16="http://schemas.microsoft.com/office/drawing/2014/main" id="{D1AD6984-66B9-4481-B9AB-4FEEF926D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803"/>
                <a:ext cx="11" cy="55"/>
              </a:xfrm>
              <a:custGeom>
                <a:avLst/>
                <a:gdLst>
                  <a:gd name="T0" fmla="*/ 20 w 5"/>
                  <a:gd name="T1" fmla="*/ 0 h 24"/>
                  <a:gd name="T2" fmla="*/ 53 w 5"/>
                  <a:gd name="T3" fmla="*/ 28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2" y="0"/>
                    </a:moveTo>
                    <a:cubicBezTo>
                      <a:pt x="0" y="6"/>
                      <a:pt x="3" y="20"/>
                      <a:pt x="5" y="24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3" name="Freeform 735">
                <a:extLst>
                  <a:ext uri="{FF2B5EF4-FFF2-40B4-BE49-F238E27FC236}">
                    <a16:creationId xmlns:a16="http://schemas.microsoft.com/office/drawing/2014/main" id="{325C601E-57A9-4065-A627-2D55D58AE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851"/>
                <a:ext cx="9" cy="61"/>
              </a:xfrm>
              <a:custGeom>
                <a:avLst/>
                <a:gdLst>
                  <a:gd name="T0" fmla="*/ 45 w 4"/>
                  <a:gd name="T1" fmla="*/ 0 h 26"/>
                  <a:gd name="T2" fmla="*/ 45 w 4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4" y="0"/>
                    </a:moveTo>
                    <a:cubicBezTo>
                      <a:pt x="0" y="7"/>
                      <a:pt x="2" y="18"/>
                      <a:pt x="4" y="26"/>
                    </a:cubicBezTo>
                  </a:path>
                </a:pathLst>
              </a:custGeom>
              <a:noFill/>
              <a:ln w="11113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4" name="Freeform 736">
                <a:extLst>
                  <a:ext uri="{FF2B5EF4-FFF2-40B4-BE49-F238E27FC236}">
                    <a16:creationId xmlns:a16="http://schemas.microsoft.com/office/drawing/2014/main" id="{231AF454-E59C-4AD9-B52A-6ED769438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740"/>
                <a:ext cx="37" cy="33"/>
              </a:xfrm>
              <a:custGeom>
                <a:avLst/>
                <a:gdLst>
                  <a:gd name="T0" fmla="*/ 52 w 17"/>
                  <a:gd name="T1" fmla="*/ 184 h 14"/>
                  <a:gd name="T2" fmla="*/ 157 w 17"/>
                  <a:gd name="T3" fmla="*/ 78 h 14"/>
                  <a:gd name="T4" fmla="*/ 0 w 1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5" y="14"/>
                    </a:moveTo>
                    <a:cubicBezTo>
                      <a:pt x="9" y="14"/>
                      <a:pt x="17" y="12"/>
                      <a:pt x="15" y="6"/>
                    </a:cubicBezTo>
                    <a:cubicBezTo>
                      <a:pt x="13" y="1"/>
                      <a:pt x="4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5" name="Freeform 737">
                <a:extLst>
                  <a:ext uri="{FF2B5EF4-FFF2-40B4-BE49-F238E27FC236}">
                    <a16:creationId xmlns:a16="http://schemas.microsoft.com/office/drawing/2014/main" id="{E78E8C73-0740-4590-A8B4-F06AA82C0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596"/>
                <a:ext cx="48" cy="79"/>
              </a:xfrm>
              <a:custGeom>
                <a:avLst/>
                <a:gdLst>
                  <a:gd name="T0" fmla="*/ 44 w 22"/>
                  <a:gd name="T1" fmla="*/ 139 h 34"/>
                  <a:gd name="T2" fmla="*/ 0 w 22"/>
                  <a:gd name="T3" fmla="*/ 237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4">
                    <a:moveTo>
                      <a:pt x="4" y="11"/>
                    </a:moveTo>
                    <a:cubicBezTo>
                      <a:pt x="22" y="0"/>
                      <a:pt x="11" y="34"/>
                      <a:pt x="0" y="19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6" name="Freeform 738">
                <a:extLst>
                  <a:ext uri="{FF2B5EF4-FFF2-40B4-BE49-F238E27FC236}">
                    <a16:creationId xmlns:a16="http://schemas.microsoft.com/office/drawing/2014/main" id="{848D969A-2DAB-4FE4-95B7-E6FA56E6A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04"/>
                <a:ext cx="32" cy="23"/>
              </a:xfrm>
              <a:custGeom>
                <a:avLst/>
                <a:gdLst>
                  <a:gd name="T0" fmla="*/ 19 w 15"/>
                  <a:gd name="T1" fmla="*/ 37 h 10"/>
                  <a:gd name="T2" fmla="*/ 145 w 15"/>
                  <a:gd name="T3" fmla="*/ 37 h 10"/>
                  <a:gd name="T4" fmla="*/ 0 w 15"/>
                  <a:gd name="T5" fmla="*/ 1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2" y="3"/>
                    </a:moveTo>
                    <a:cubicBezTo>
                      <a:pt x="6" y="1"/>
                      <a:pt x="11" y="0"/>
                      <a:pt x="15" y="3"/>
                    </a:cubicBezTo>
                    <a:cubicBezTo>
                      <a:pt x="14" y="9"/>
                      <a:pt x="6" y="10"/>
                      <a:pt x="0" y="10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7" name="Freeform 739">
                <a:extLst>
                  <a:ext uri="{FF2B5EF4-FFF2-40B4-BE49-F238E27FC236}">
                    <a16:creationId xmlns:a16="http://schemas.microsoft.com/office/drawing/2014/main" id="{73150469-D61D-4537-8255-1BE2ABABB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429"/>
                <a:ext cx="22" cy="26"/>
              </a:xfrm>
              <a:custGeom>
                <a:avLst/>
                <a:gdLst>
                  <a:gd name="T0" fmla="*/ 0 w 10"/>
                  <a:gd name="T1" fmla="*/ 144 h 11"/>
                  <a:gd name="T2" fmla="*/ 106 w 1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2" y="6"/>
                      <a:pt x="6" y="3"/>
                      <a:pt x="10" y="0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8" name="Freeform 740">
                <a:extLst>
                  <a:ext uri="{FF2B5EF4-FFF2-40B4-BE49-F238E27FC236}">
                    <a16:creationId xmlns:a16="http://schemas.microsoft.com/office/drawing/2014/main" id="{771724AA-6DD6-4296-8077-9609760D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260"/>
                <a:ext cx="37" cy="42"/>
              </a:xfrm>
              <a:custGeom>
                <a:avLst/>
                <a:gdLst>
                  <a:gd name="T0" fmla="*/ 52 w 17"/>
                  <a:gd name="T1" fmla="*/ 77 h 18"/>
                  <a:gd name="T2" fmla="*/ 133 w 17"/>
                  <a:gd name="T3" fmla="*/ 0 h 18"/>
                  <a:gd name="T4" fmla="*/ 0 w 17"/>
                  <a:gd name="T5" fmla="*/ 18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5" y="6"/>
                    </a:moveTo>
                    <a:cubicBezTo>
                      <a:pt x="7" y="3"/>
                      <a:pt x="10" y="1"/>
                      <a:pt x="13" y="0"/>
                    </a:cubicBezTo>
                    <a:cubicBezTo>
                      <a:pt x="17" y="7"/>
                      <a:pt x="5" y="18"/>
                      <a:pt x="0" y="14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9" name="Freeform 741">
                <a:extLst>
                  <a:ext uri="{FF2B5EF4-FFF2-40B4-BE49-F238E27FC236}">
                    <a16:creationId xmlns:a16="http://schemas.microsoft.com/office/drawing/2014/main" id="{4C726C98-4A7D-49E4-B6A5-DE150C837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589"/>
                <a:ext cx="32" cy="24"/>
              </a:xfrm>
              <a:custGeom>
                <a:avLst/>
                <a:gdLst>
                  <a:gd name="T0" fmla="*/ 41 w 15"/>
                  <a:gd name="T1" fmla="*/ 127 h 10"/>
                  <a:gd name="T2" fmla="*/ 0 w 15"/>
                  <a:gd name="T3" fmla="*/ 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4" y="9"/>
                    </a:moveTo>
                    <a:cubicBezTo>
                      <a:pt x="15" y="10"/>
                      <a:pt x="9" y="0"/>
                      <a:pt x="0" y="4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0" name="Freeform 742">
                <a:extLst>
                  <a:ext uri="{FF2B5EF4-FFF2-40B4-BE49-F238E27FC236}">
                    <a16:creationId xmlns:a16="http://schemas.microsoft.com/office/drawing/2014/main" id="{194C2A79-FDAC-4A31-BC7C-74130A15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849"/>
                <a:ext cx="24" cy="30"/>
              </a:xfrm>
              <a:custGeom>
                <a:avLst/>
                <a:gdLst>
                  <a:gd name="T0" fmla="*/ 9 w 11"/>
                  <a:gd name="T1" fmla="*/ 0 h 13"/>
                  <a:gd name="T2" fmla="*/ 0 w 11"/>
                  <a:gd name="T3" fmla="*/ 11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1" y="0"/>
                    </a:moveTo>
                    <a:cubicBezTo>
                      <a:pt x="11" y="2"/>
                      <a:pt x="8" y="13"/>
                      <a:pt x="0" y="9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1" name="Freeform 743">
                <a:extLst>
                  <a:ext uri="{FF2B5EF4-FFF2-40B4-BE49-F238E27FC236}">
                    <a16:creationId xmlns:a16="http://schemas.microsoft.com/office/drawing/2014/main" id="{649C2971-B774-498C-A49B-A85F430B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807"/>
                <a:ext cx="30" cy="19"/>
              </a:xfrm>
              <a:custGeom>
                <a:avLst/>
                <a:gdLst>
                  <a:gd name="T0" fmla="*/ 0 w 14"/>
                  <a:gd name="T1" fmla="*/ 107 h 8"/>
                  <a:gd name="T2" fmla="*/ 137 w 14"/>
                  <a:gd name="T3" fmla="*/ 4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0" y="8"/>
                    </a:moveTo>
                    <a:cubicBezTo>
                      <a:pt x="4" y="5"/>
                      <a:pt x="8" y="0"/>
                      <a:pt x="14" y="3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2" name="Freeform 744">
                <a:extLst>
                  <a:ext uri="{FF2B5EF4-FFF2-40B4-BE49-F238E27FC236}">
                    <a16:creationId xmlns:a16="http://schemas.microsoft.com/office/drawing/2014/main" id="{11A9A047-CA81-4F4D-AFD1-0E8E91941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086"/>
                <a:ext cx="22" cy="9"/>
              </a:xfrm>
              <a:custGeom>
                <a:avLst/>
                <a:gdLst>
                  <a:gd name="T0" fmla="*/ 0 w 10"/>
                  <a:gd name="T1" fmla="*/ 0 h 4"/>
                  <a:gd name="T2" fmla="*/ 106 w 10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3" y="2"/>
                      <a:pt x="7" y="3"/>
                      <a:pt x="10" y="4"/>
                    </a:cubicBezTo>
                  </a:path>
                </a:pathLst>
              </a:custGeom>
              <a:noFill/>
              <a:ln w="11113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3" name="Freeform 745">
                <a:extLst>
                  <a:ext uri="{FF2B5EF4-FFF2-40B4-BE49-F238E27FC236}">
                    <a16:creationId xmlns:a16="http://schemas.microsoft.com/office/drawing/2014/main" id="{4E027299-D3C7-4E5D-8B45-7495DED18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917"/>
                <a:ext cx="122" cy="992"/>
              </a:xfrm>
              <a:custGeom>
                <a:avLst/>
                <a:gdLst>
                  <a:gd name="T0" fmla="*/ 0 w 56"/>
                  <a:gd name="T1" fmla="*/ 0 h 428"/>
                  <a:gd name="T2" fmla="*/ 185 w 56"/>
                  <a:gd name="T3" fmla="*/ 1768 h 428"/>
                  <a:gd name="T4" fmla="*/ 333 w 56"/>
                  <a:gd name="T5" fmla="*/ 3138 h 428"/>
                  <a:gd name="T6" fmla="*/ 527 w 56"/>
                  <a:gd name="T7" fmla="*/ 4921 h 428"/>
                  <a:gd name="T8" fmla="*/ 580 w 56"/>
                  <a:gd name="T9" fmla="*/ 5329 h 4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28">
                    <a:moveTo>
                      <a:pt x="0" y="0"/>
                    </a:moveTo>
                    <a:cubicBezTo>
                      <a:pt x="3" y="22"/>
                      <a:pt x="12" y="95"/>
                      <a:pt x="18" y="142"/>
                    </a:cubicBezTo>
                    <a:cubicBezTo>
                      <a:pt x="23" y="188"/>
                      <a:pt x="30" y="222"/>
                      <a:pt x="32" y="252"/>
                    </a:cubicBezTo>
                    <a:cubicBezTo>
                      <a:pt x="35" y="283"/>
                      <a:pt x="47" y="367"/>
                      <a:pt x="51" y="395"/>
                    </a:cubicBezTo>
                    <a:cubicBezTo>
                      <a:pt x="55" y="423"/>
                      <a:pt x="56" y="428"/>
                      <a:pt x="56" y="428"/>
                    </a:cubicBezTo>
                  </a:path>
                </a:pathLst>
              </a:custGeom>
              <a:noFill/>
              <a:ln w="142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4" name="Freeform 746">
                <a:extLst>
                  <a:ext uri="{FF2B5EF4-FFF2-40B4-BE49-F238E27FC236}">
                    <a16:creationId xmlns:a16="http://schemas.microsoft.com/office/drawing/2014/main" id="{F50AF76A-4706-44A1-8B65-FE2D1ADD8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244"/>
                <a:ext cx="33" cy="51"/>
              </a:xfrm>
              <a:custGeom>
                <a:avLst/>
                <a:gdLst>
                  <a:gd name="T0" fmla="*/ 64 w 15"/>
                  <a:gd name="T1" fmla="*/ 0 h 22"/>
                  <a:gd name="T2" fmla="*/ 64 w 15"/>
                  <a:gd name="T3" fmla="*/ 274 h 22"/>
                  <a:gd name="T4" fmla="*/ 125 w 15"/>
                  <a:gd name="T5" fmla="*/ 3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6" y="0"/>
                    </a:moveTo>
                    <a:cubicBezTo>
                      <a:pt x="0" y="7"/>
                      <a:pt x="0" y="15"/>
                      <a:pt x="6" y="22"/>
                    </a:cubicBezTo>
                    <a:cubicBezTo>
                      <a:pt x="14" y="18"/>
                      <a:pt x="15" y="10"/>
                      <a:pt x="12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5" name="Freeform 747">
                <a:extLst>
                  <a:ext uri="{FF2B5EF4-FFF2-40B4-BE49-F238E27FC236}">
                    <a16:creationId xmlns:a16="http://schemas.microsoft.com/office/drawing/2014/main" id="{641BFDFE-E7FF-471A-87F9-BC5A78CBA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436"/>
                <a:ext cx="41" cy="56"/>
              </a:xfrm>
              <a:custGeom>
                <a:avLst/>
                <a:gdLst>
                  <a:gd name="T0" fmla="*/ 0 w 19"/>
                  <a:gd name="T1" fmla="*/ 126 h 24"/>
                  <a:gd name="T2" fmla="*/ 112 w 19"/>
                  <a:gd name="T3" fmla="*/ 306 h 24"/>
                  <a:gd name="T4" fmla="*/ 69 w 19"/>
                  <a:gd name="T5" fmla="*/ 2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4">
                    <a:moveTo>
                      <a:pt x="0" y="10"/>
                    </a:moveTo>
                    <a:cubicBezTo>
                      <a:pt x="1" y="17"/>
                      <a:pt x="4" y="22"/>
                      <a:pt x="11" y="24"/>
                    </a:cubicBezTo>
                    <a:cubicBezTo>
                      <a:pt x="18" y="17"/>
                      <a:pt x="19" y="0"/>
                      <a:pt x="7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6" name="Freeform 748">
                <a:extLst>
                  <a:ext uri="{FF2B5EF4-FFF2-40B4-BE49-F238E27FC236}">
                    <a16:creationId xmlns:a16="http://schemas.microsoft.com/office/drawing/2014/main" id="{4B5AEB98-B538-4FAC-96A6-44D1817EE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668"/>
                <a:ext cx="22" cy="33"/>
              </a:xfrm>
              <a:custGeom>
                <a:avLst/>
                <a:gdLst>
                  <a:gd name="T0" fmla="*/ 0 w 10"/>
                  <a:gd name="T1" fmla="*/ 50 h 14"/>
                  <a:gd name="T2" fmla="*/ 53 w 10"/>
                  <a:gd name="T3" fmla="*/ 184 h 14"/>
                  <a:gd name="T4" fmla="*/ 88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4"/>
                    </a:moveTo>
                    <a:cubicBezTo>
                      <a:pt x="1" y="8"/>
                      <a:pt x="1" y="11"/>
                      <a:pt x="5" y="14"/>
                    </a:cubicBezTo>
                    <a:cubicBezTo>
                      <a:pt x="10" y="10"/>
                      <a:pt x="9" y="6"/>
                      <a:pt x="8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7" name="Freeform 749">
                <a:extLst>
                  <a:ext uri="{FF2B5EF4-FFF2-40B4-BE49-F238E27FC236}">
                    <a16:creationId xmlns:a16="http://schemas.microsoft.com/office/drawing/2014/main" id="{EEC729B0-ECCA-4D83-96F5-E74709BF9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483"/>
                <a:ext cx="29" cy="53"/>
              </a:xfrm>
              <a:custGeom>
                <a:avLst/>
                <a:gdLst>
                  <a:gd name="T0" fmla="*/ 0 w 13"/>
                  <a:gd name="T1" fmla="*/ 0 h 23"/>
                  <a:gd name="T2" fmla="*/ 109 w 13"/>
                  <a:gd name="T3" fmla="*/ 281 h 23"/>
                  <a:gd name="T4" fmla="*/ 80 w 13"/>
                  <a:gd name="T5" fmla="*/ 6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1" y="9"/>
                      <a:pt x="3" y="19"/>
                      <a:pt x="10" y="23"/>
                    </a:cubicBezTo>
                    <a:cubicBezTo>
                      <a:pt x="13" y="17"/>
                      <a:pt x="12" y="10"/>
                      <a:pt x="7" y="5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8" name="Freeform 750">
                <a:extLst>
                  <a:ext uri="{FF2B5EF4-FFF2-40B4-BE49-F238E27FC236}">
                    <a16:creationId xmlns:a16="http://schemas.microsoft.com/office/drawing/2014/main" id="{6AF1E5D0-34E6-4F9B-8014-89C8AE98C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295"/>
                <a:ext cx="26" cy="51"/>
              </a:xfrm>
              <a:custGeom>
                <a:avLst/>
                <a:gdLst>
                  <a:gd name="T0" fmla="*/ 33 w 12"/>
                  <a:gd name="T1" fmla="*/ 114 h 22"/>
                  <a:gd name="T2" fmla="*/ 43 w 12"/>
                  <a:gd name="T3" fmla="*/ 274 h 22"/>
                  <a:gd name="T4" fmla="*/ 20 w 1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3" y="9"/>
                    </a:moveTo>
                    <a:cubicBezTo>
                      <a:pt x="1" y="14"/>
                      <a:pt x="0" y="18"/>
                      <a:pt x="4" y="22"/>
                    </a:cubicBezTo>
                    <a:cubicBezTo>
                      <a:pt x="12" y="17"/>
                      <a:pt x="10" y="6"/>
                      <a:pt x="2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9" name="Freeform 751">
                <a:extLst>
                  <a:ext uri="{FF2B5EF4-FFF2-40B4-BE49-F238E27FC236}">
                    <a16:creationId xmlns:a16="http://schemas.microsoft.com/office/drawing/2014/main" id="{E58DE8B4-3972-4076-BBF6-99CAAC23A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033"/>
                <a:ext cx="29" cy="37"/>
              </a:xfrm>
              <a:custGeom>
                <a:avLst/>
                <a:gdLst>
                  <a:gd name="T0" fmla="*/ 9 w 13"/>
                  <a:gd name="T1" fmla="*/ 74 h 16"/>
                  <a:gd name="T2" fmla="*/ 65 w 13"/>
                  <a:gd name="T3" fmla="*/ 199 h 16"/>
                  <a:gd name="T4" fmla="*/ 56 w 13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" y="6"/>
                    </a:moveTo>
                    <a:cubicBezTo>
                      <a:pt x="2" y="11"/>
                      <a:pt x="0" y="14"/>
                      <a:pt x="6" y="16"/>
                    </a:cubicBezTo>
                    <a:cubicBezTo>
                      <a:pt x="13" y="11"/>
                      <a:pt x="10" y="6"/>
                      <a:pt x="5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0" name="Freeform 752">
                <a:extLst>
                  <a:ext uri="{FF2B5EF4-FFF2-40B4-BE49-F238E27FC236}">
                    <a16:creationId xmlns:a16="http://schemas.microsoft.com/office/drawing/2014/main" id="{6CDE170F-E0CB-4409-8045-FC1D8A87F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058"/>
                <a:ext cx="28" cy="44"/>
              </a:xfrm>
              <a:custGeom>
                <a:avLst/>
                <a:gdLst>
                  <a:gd name="T0" fmla="*/ 80 w 13"/>
                  <a:gd name="T1" fmla="*/ 0 h 19"/>
                  <a:gd name="T2" fmla="*/ 0 w 13"/>
                  <a:gd name="T3" fmla="*/ 171 h 19"/>
                  <a:gd name="T4" fmla="*/ 129 w 13"/>
                  <a:gd name="T5" fmla="*/ 16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8" y="0"/>
                    </a:moveTo>
                    <a:cubicBezTo>
                      <a:pt x="2" y="4"/>
                      <a:pt x="0" y="8"/>
                      <a:pt x="0" y="14"/>
                    </a:cubicBezTo>
                    <a:cubicBezTo>
                      <a:pt x="6" y="19"/>
                      <a:pt x="7" y="15"/>
                      <a:pt x="13" y="1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1" name="Freeform 753">
                <a:extLst>
                  <a:ext uri="{FF2B5EF4-FFF2-40B4-BE49-F238E27FC236}">
                    <a16:creationId xmlns:a16="http://schemas.microsoft.com/office/drawing/2014/main" id="{3E0857E5-0F9D-4962-A3F8-D9B4166B4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091"/>
                <a:ext cx="28" cy="37"/>
              </a:xfrm>
              <a:custGeom>
                <a:avLst/>
                <a:gdLst>
                  <a:gd name="T0" fmla="*/ 19 w 13"/>
                  <a:gd name="T1" fmla="*/ 28 h 16"/>
                  <a:gd name="T2" fmla="*/ 69 w 13"/>
                  <a:gd name="T3" fmla="*/ 199 h 16"/>
                  <a:gd name="T4" fmla="*/ 88 w 13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2" y="2"/>
                    </a:moveTo>
                    <a:cubicBezTo>
                      <a:pt x="0" y="9"/>
                      <a:pt x="0" y="13"/>
                      <a:pt x="7" y="16"/>
                    </a:cubicBezTo>
                    <a:cubicBezTo>
                      <a:pt x="13" y="11"/>
                      <a:pt x="13" y="6"/>
                      <a:pt x="9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2" name="Freeform 754">
                <a:extLst>
                  <a:ext uri="{FF2B5EF4-FFF2-40B4-BE49-F238E27FC236}">
                    <a16:creationId xmlns:a16="http://schemas.microsoft.com/office/drawing/2014/main" id="{B42525EE-3FFB-464D-94FF-92EF24BB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246"/>
                <a:ext cx="22" cy="28"/>
              </a:xfrm>
              <a:custGeom>
                <a:avLst/>
                <a:gdLst>
                  <a:gd name="T0" fmla="*/ 0 w 10"/>
                  <a:gd name="T1" fmla="*/ 0 h 12"/>
                  <a:gd name="T2" fmla="*/ 20 w 10"/>
                  <a:gd name="T3" fmla="*/ 152 h 12"/>
                  <a:gd name="T4" fmla="*/ 106 w 10"/>
                  <a:gd name="T5" fmla="*/ 8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0"/>
                    </a:moveTo>
                    <a:cubicBezTo>
                      <a:pt x="0" y="5"/>
                      <a:pt x="0" y="9"/>
                      <a:pt x="2" y="12"/>
                    </a:cubicBezTo>
                    <a:cubicBezTo>
                      <a:pt x="5" y="12"/>
                      <a:pt x="7" y="10"/>
                      <a:pt x="10" y="7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3" name="Freeform 755">
                <a:extLst>
                  <a:ext uri="{FF2B5EF4-FFF2-40B4-BE49-F238E27FC236}">
                    <a16:creationId xmlns:a16="http://schemas.microsoft.com/office/drawing/2014/main" id="{DDBB631B-9301-4D88-AF4A-328A70F48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613"/>
                <a:ext cx="17" cy="27"/>
              </a:xfrm>
              <a:custGeom>
                <a:avLst/>
                <a:gdLst>
                  <a:gd name="T0" fmla="*/ 77 w 8"/>
                  <a:gd name="T1" fmla="*/ 0 h 12"/>
                  <a:gd name="T2" fmla="*/ 68 w 8"/>
                  <a:gd name="T3" fmla="*/ 13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0" y="4"/>
                      <a:pt x="0" y="8"/>
                      <a:pt x="7" y="1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4" name="Freeform 756">
                <a:extLst>
                  <a:ext uri="{FF2B5EF4-FFF2-40B4-BE49-F238E27FC236}">
                    <a16:creationId xmlns:a16="http://schemas.microsoft.com/office/drawing/2014/main" id="{B4191ACD-91FB-4525-898B-165965F9B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608"/>
                <a:ext cx="19" cy="28"/>
              </a:xfrm>
              <a:custGeom>
                <a:avLst/>
                <a:gdLst>
                  <a:gd name="T0" fmla="*/ 84 w 9"/>
                  <a:gd name="T1" fmla="*/ 0 h 12"/>
                  <a:gd name="T2" fmla="*/ 76 w 9"/>
                  <a:gd name="T3" fmla="*/ 1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0" y="4"/>
                      <a:pt x="0" y="8"/>
                      <a:pt x="8" y="1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5" name="Freeform 757">
                <a:extLst>
                  <a:ext uri="{FF2B5EF4-FFF2-40B4-BE49-F238E27FC236}">
                    <a16:creationId xmlns:a16="http://schemas.microsoft.com/office/drawing/2014/main" id="{3733ED46-637E-4048-BCE2-C6705555F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779"/>
                <a:ext cx="31" cy="35"/>
              </a:xfrm>
              <a:custGeom>
                <a:avLst/>
                <a:gdLst>
                  <a:gd name="T0" fmla="*/ 97 w 14"/>
                  <a:gd name="T1" fmla="*/ 0 h 15"/>
                  <a:gd name="T2" fmla="*/ 64 w 14"/>
                  <a:gd name="T3" fmla="*/ 191 h 15"/>
                  <a:gd name="T4" fmla="*/ 142 w 14"/>
                  <a:gd name="T5" fmla="*/ 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cubicBezTo>
                      <a:pt x="1" y="3"/>
                      <a:pt x="0" y="9"/>
                      <a:pt x="6" y="15"/>
                    </a:cubicBezTo>
                    <a:cubicBezTo>
                      <a:pt x="14" y="13"/>
                      <a:pt x="13" y="9"/>
                      <a:pt x="13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6" name="Freeform 758">
                <a:extLst>
                  <a:ext uri="{FF2B5EF4-FFF2-40B4-BE49-F238E27FC236}">
                    <a16:creationId xmlns:a16="http://schemas.microsoft.com/office/drawing/2014/main" id="{EE94FB1D-67EB-468E-B657-E421884D1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872"/>
                <a:ext cx="28" cy="37"/>
              </a:xfrm>
              <a:custGeom>
                <a:avLst/>
                <a:gdLst>
                  <a:gd name="T0" fmla="*/ 112 w 13"/>
                  <a:gd name="T1" fmla="*/ 65 h 16"/>
                  <a:gd name="T2" fmla="*/ 88 w 13"/>
                  <a:gd name="T3" fmla="*/ 0 h 16"/>
                  <a:gd name="T4" fmla="*/ 19 w 13"/>
                  <a:gd name="T5" fmla="*/ 199 h 16"/>
                  <a:gd name="T6" fmla="*/ 112 w 13"/>
                  <a:gd name="T7" fmla="*/ 199 h 16"/>
                  <a:gd name="T8" fmla="*/ 112 w 13"/>
                  <a:gd name="T9" fmla="*/ 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6">
                    <a:moveTo>
                      <a:pt x="11" y="5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2" y="4"/>
                      <a:pt x="0" y="10"/>
                      <a:pt x="2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4"/>
                      <a:pt x="13" y="9"/>
                      <a:pt x="11" y="5"/>
                    </a:cubicBezTo>
                    <a:close/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7" name="Freeform 759">
                <a:extLst>
                  <a:ext uri="{FF2B5EF4-FFF2-40B4-BE49-F238E27FC236}">
                    <a16:creationId xmlns:a16="http://schemas.microsoft.com/office/drawing/2014/main" id="{2D7F0C89-7A87-4ACB-BE50-38578A43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747"/>
                <a:ext cx="33" cy="49"/>
              </a:xfrm>
              <a:custGeom>
                <a:avLst/>
                <a:gdLst>
                  <a:gd name="T0" fmla="*/ 97 w 15"/>
                  <a:gd name="T1" fmla="*/ 0 h 21"/>
                  <a:gd name="T2" fmla="*/ 161 w 15"/>
                  <a:gd name="T3" fmla="*/ 21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1">
                    <a:moveTo>
                      <a:pt x="9" y="0"/>
                    </a:moveTo>
                    <a:cubicBezTo>
                      <a:pt x="0" y="8"/>
                      <a:pt x="4" y="21"/>
                      <a:pt x="15" y="17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8" name="Freeform 760">
                <a:extLst>
                  <a:ext uri="{FF2B5EF4-FFF2-40B4-BE49-F238E27FC236}">
                    <a16:creationId xmlns:a16="http://schemas.microsoft.com/office/drawing/2014/main" id="{5DFD35E5-31E4-43D0-93D6-5EBD9916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383"/>
                <a:ext cx="45" cy="56"/>
              </a:xfrm>
              <a:custGeom>
                <a:avLst/>
                <a:gdLst>
                  <a:gd name="T0" fmla="*/ 0 w 21"/>
                  <a:gd name="T1" fmla="*/ 28 h 24"/>
                  <a:gd name="T2" fmla="*/ 88 w 21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0" y="2"/>
                    </a:moveTo>
                    <a:cubicBezTo>
                      <a:pt x="2" y="24"/>
                      <a:pt x="21" y="3"/>
                      <a:pt x="9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9" name="Freeform 761">
                <a:extLst>
                  <a:ext uri="{FF2B5EF4-FFF2-40B4-BE49-F238E27FC236}">
                    <a16:creationId xmlns:a16="http://schemas.microsoft.com/office/drawing/2014/main" id="{D7AFBCDA-2CEB-4041-86D6-3FF3491FF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821"/>
                <a:ext cx="21" cy="30"/>
              </a:xfrm>
              <a:custGeom>
                <a:avLst/>
                <a:gdLst>
                  <a:gd name="T0" fmla="*/ 0 w 10"/>
                  <a:gd name="T1" fmla="*/ 74 h 13"/>
                  <a:gd name="T2" fmla="*/ 17 w 10"/>
                  <a:gd name="T3" fmla="*/ 159 h 13"/>
                  <a:gd name="T4" fmla="*/ 27 w 10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6"/>
                    </a:moveTo>
                    <a:cubicBezTo>
                      <a:pt x="0" y="9"/>
                      <a:pt x="1" y="11"/>
                      <a:pt x="2" y="13"/>
                    </a:cubicBezTo>
                    <a:cubicBezTo>
                      <a:pt x="9" y="12"/>
                      <a:pt x="10" y="0"/>
                      <a:pt x="3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0" name="Freeform 762">
                <a:extLst>
                  <a:ext uri="{FF2B5EF4-FFF2-40B4-BE49-F238E27FC236}">
                    <a16:creationId xmlns:a16="http://schemas.microsoft.com/office/drawing/2014/main" id="{9FC5A30E-86C9-4E16-963E-64437756C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70"/>
                <a:ext cx="17" cy="16"/>
              </a:xfrm>
              <a:custGeom>
                <a:avLst/>
                <a:gdLst>
                  <a:gd name="T0" fmla="*/ 0 w 8"/>
                  <a:gd name="T1" fmla="*/ 11 h 7"/>
                  <a:gd name="T2" fmla="*/ 28 w 8"/>
                  <a:gd name="T3" fmla="*/ 85 h 7"/>
                  <a:gd name="T4" fmla="*/ 77 w 8"/>
                  <a:gd name="T5" fmla="*/ 11 h 7"/>
                  <a:gd name="T6" fmla="*/ 40 w 8"/>
                  <a:gd name="T7" fmla="*/ 1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1"/>
                    </a:moveTo>
                    <a:cubicBezTo>
                      <a:pt x="1" y="3"/>
                      <a:pt x="2" y="6"/>
                      <a:pt x="3" y="7"/>
                    </a:cubicBezTo>
                    <a:cubicBezTo>
                      <a:pt x="7" y="6"/>
                      <a:pt x="8" y="5"/>
                      <a:pt x="8" y="1"/>
                    </a:cubicBezTo>
                    <a:cubicBezTo>
                      <a:pt x="6" y="0"/>
                      <a:pt x="6" y="1"/>
                      <a:pt x="4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1" name="Freeform 763">
                <a:extLst>
                  <a:ext uri="{FF2B5EF4-FFF2-40B4-BE49-F238E27FC236}">
                    <a16:creationId xmlns:a16="http://schemas.microsoft.com/office/drawing/2014/main" id="{E0DE593A-DD63-4800-99DC-9A70FA3EE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933"/>
                <a:ext cx="15" cy="26"/>
              </a:xfrm>
              <a:custGeom>
                <a:avLst/>
                <a:gdLst>
                  <a:gd name="T0" fmla="*/ 9 w 7"/>
                  <a:gd name="T1" fmla="*/ 28 h 11"/>
                  <a:gd name="T2" fmla="*/ 19 w 7"/>
                  <a:gd name="T3" fmla="*/ 144 h 11"/>
                  <a:gd name="T4" fmla="*/ 0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1" y="2"/>
                    </a:moveTo>
                    <a:cubicBezTo>
                      <a:pt x="1" y="6"/>
                      <a:pt x="0" y="8"/>
                      <a:pt x="2" y="11"/>
                    </a:cubicBezTo>
                    <a:cubicBezTo>
                      <a:pt x="7" y="6"/>
                      <a:pt x="7" y="2"/>
                      <a:pt x="0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2" name="Freeform 764">
                <a:extLst>
                  <a:ext uri="{FF2B5EF4-FFF2-40B4-BE49-F238E27FC236}">
                    <a16:creationId xmlns:a16="http://schemas.microsoft.com/office/drawing/2014/main" id="{66A30D68-FF67-4074-8E2C-E1BE547D9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954"/>
                <a:ext cx="87" cy="44"/>
              </a:xfrm>
              <a:custGeom>
                <a:avLst/>
                <a:gdLst>
                  <a:gd name="T0" fmla="*/ 194 w 40"/>
                  <a:gd name="T1" fmla="*/ 0 h 19"/>
                  <a:gd name="T2" fmla="*/ 254 w 40"/>
                  <a:gd name="T3" fmla="*/ 3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9">
                    <a:moveTo>
                      <a:pt x="19" y="0"/>
                    </a:moveTo>
                    <a:cubicBezTo>
                      <a:pt x="0" y="19"/>
                      <a:pt x="40" y="17"/>
                      <a:pt x="25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3" name="Freeform 765">
                <a:extLst>
                  <a:ext uri="{FF2B5EF4-FFF2-40B4-BE49-F238E27FC236}">
                    <a16:creationId xmlns:a16="http://schemas.microsoft.com/office/drawing/2014/main" id="{2385F630-52DE-4859-8016-F14857F5E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952"/>
                <a:ext cx="24" cy="27"/>
              </a:xfrm>
              <a:custGeom>
                <a:avLst/>
                <a:gdLst>
                  <a:gd name="T0" fmla="*/ 9 w 11"/>
                  <a:gd name="T1" fmla="*/ 25 h 12"/>
                  <a:gd name="T2" fmla="*/ 52 w 11"/>
                  <a:gd name="T3" fmla="*/ 137 h 12"/>
                  <a:gd name="T4" fmla="*/ 72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2"/>
                    </a:moveTo>
                    <a:cubicBezTo>
                      <a:pt x="0" y="6"/>
                      <a:pt x="1" y="9"/>
                      <a:pt x="5" y="12"/>
                    </a:cubicBezTo>
                    <a:cubicBezTo>
                      <a:pt x="10" y="9"/>
                      <a:pt x="11" y="4"/>
                      <a:pt x="7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4" name="Freeform 766">
                <a:extLst>
                  <a:ext uri="{FF2B5EF4-FFF2-40B4-BE49-F238E27FC236}">
                    <a16:creationId xmlns:a16="http://schemas.microsoft.com/office/drawing/2014/main" id="{B98628B1-9A9F-4E93-9E74-6DA834354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051"/>
                <a:ext cx="24" cy="26"/>
              </a:xfrm>
              <a:custGeom>
                <a:avLst/>
                <a:gdLst>
                  <a:gd name="T0" fmla="*/ 44 w 11"/>
                  <a:gd name="T1" fmla="*/ 0 h 11"/>
                  <a:gd name="T2" fmla="*/ 0 w 11"/>
                  <a:gd name="T3" fmla="*/ 95 h 11"/>
                  <a:gd name="T4" fmla="*/ 113 w 11"/>
                  <a:gd name="T5" fmla="*/ 6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4" y="0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5" y="11"/>
                      <a:pt x="9" y="11"/>
                      <a:pt x="11" y="5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5" name="Freeform 767">
                <a:extLst>
                  <a:ext uri="{FF2B5EF4-FFF2-40B4-BE49-F238E27FC236}">
                    <a16:creationId xmlns:a16="http://schemas.microsoft.com/office/drawing/2014/main" id="{976992FB-81EE-4192-B024-D23E2553C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074"/>
                <a:ext cx="22" cy="28"/>
              </a:xfrm>
              <a:custGeom>
                <a:avLst/>
                <a:gdLst>
                  <a:gd name="T0" fmla="*/ 33 w 10"/>
                  <a:gd name="T1" fmla="*/ 0 h 12"/>
                  <a:gd name="T2" fmla="*/ 33 w 10"/>
                  <a:gd name="T3" fmla="*/ 152 h 12"/>
                  <a:gd name="T4" fmla="*/ 106 w 10"/>
                  <a:gd name="T5" fmla="*/ 3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3" y="0"/>
                    </a:moveTo>
                    <a:cubicBezTo>
                      <a:pt x="0" y="5"/>
                      <a:pt x="0" y="9"/>
                      <a:pt x="3" y="12"/>
                    </a:cubicBezTo>
                    <a:cubicBezTo>
                      <a:pt x="8" y="11"/>
                      <a:pt x="10" y="8"/>
                      <a:pt x="10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6" name="Freeform 768">
                <a:extLst>
                  <a:ext uri="{FF2B5EF4-FFF2-40B4-BE49-F238E27FC236}">
                    <a16:creationId xmlns:a16="http://schemas.microsoft.com/office/drawing/2014/main" id="{A120DA18-62F5-41ED-87BC-FEDC6DF45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86"/>
                <a:ext cx="19" cy="30"/>
              </a:xfrm>
              <a:custGeom>
                <a:avLst/>
                <a:gdLst>
                  <a:gd name="T0" fmla="*/ 17 w 9"/>
                  <a:gd name="T1" fmla="*/ 0 h 13"/>
                  <a:gd name="T2" fmla="*/ 49 w 9"/>
                  <a:gd name="T3" fmla="*/ 159 h 13"/>
                  <a:gd name="T4" fmla="*/ 84 w 9"/>
                  <a:gd name="T5" fmla="*/ 37 h 13"/>
                  <a:gd name="T6" fmla="*/ 49 w 9"/>
                  <a:gd name="T7" fmla="*/ 2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2" y="0"/>
                    </a:moveTo>
                    <a:cubicBezTo>
                      <a:pt x="0" y="6"/>
                      <a:pt x="1" y="10"/>
                      <a:pt x="5" y="13"/>
                    </a:cubicBezTo>
                    <a:cubicBezTo>
                      <a:pt x="9" y="10"/>
                      <a:pt x="9" y="8"/>
                      <a:pt x="9" y="3"/>
                    </a:cubicBezTo>
                    <a:cubicBezTo>
                      <a:pt x="8" y="2"/>
                      <a:pt x="7" y="2"/>
                      <a:pt x="5" y="2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7" name="Freeform 769">
                <a:extLst>
                  <a:ext uri="{FF2B5EF4-FFF2-40B4-BE49-F238E27FC236}">
                    <a16:creationId xmlns:a16="http://schemas.microsoft.com/office/drawing/2014/main" id="{4454D882-F846-4337-8101-20374AAF9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209"/>
                <a:ext cx="26" cy="32"/>
              </a:xfrm>
              <a:custGeom>
                <a:avLst/>
                <a:gdLst>
                  <a:gd name="T0" fmla="*/ 93 w 12"/>
                  <a:gd name="T1" fmla="*/ 0 h 14"/>
                  <a:gd name="T2" fmla="*/ 80 w 12"/>
                  <a:gd name="T3" fmla="*/ 167 h 14"/>
                  <a:gd name="T4" fmla="*/ 121 w 12"/>
                  <a:gd name="T5" fmla="*/ 8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9" y="0"/>
                    </a:moveTo>
                    <a:cubicBezTo>
                      <a:pt x="3" y="6"/>
                      <a:pt x="0" y="8"/>
                      <a:pt x="8" y="14"/>
                    </a:cubicBezTo>
                    <a:cubicBezTo>
                      <a:pt x="11" y="12"/>
                      <a:pt x="10" y="9"/>
                      <a:pt x="12" y="7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8" name="Freeform 770">
                <a:extLst>
                  <a:ext uri="{FF2B5EF4-FFF2-40B4-BE49-F238E27FC236}">
                    <a16:creationId xmlns:a16="http://schemas.microsoft.com/office/drawing/2014/main" id="{A8725460-E143-49E0-A5AB-850044155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288"/>
                <a:ext cx="31" cy="37"/>
              </a:xfrm>
              <a:custGeom>
                <a:avLst/>
                <a:gdLst>
                  <a:gd name="T0" fmla="*/ 35 w 14"/>
                  <a:gd name="T1" fmla="*/ 0 h 16"/>
                  <a:gd name="T2" fmla="*/ 20 w 14"/>
                  <a:gd name="T3" fmla="*/ 187 h 16"/>
                  <a:gd name="T4" fmla="*/ 97 w 14"/>
                  <a:gd name="T5" fmla="*/ 4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3" y="0"/>
                    </a:moveTo>
                    <a:cubicBezTo>
                      <a:pt x="0" y="5"/>
                      <a:pt x="0" y="10"/>
                      <a:pt x="2" y="15"/>
                    </a:cubicBezTo>
                    <a:cubicBezTo>
                      <a:pt x="10" y="16"/>
                      <a:pt x="14" y="9"/>
                      <a:pt x="9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9" name="Freeform 771">
                <a:extLst>
                  <a:ext uri="{FF2B5EF4-FFF2-40B4-BE49-F238E27FC236}">
                    <a16:creationId xmlns:a16="http://schemas.microsoft.com/office/drawing/2014/main" id="{387E7B79-D52D-45CA-A81A-09545327A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283"/>
                <a:ext cx="21" cy="40"/>
              </a:xfrm>
              <a:custGeom>
                <a:avLst/>
                <a:gdLst>
                  <a:gd name="T0" fmla="*/ 0 w 10"/>
                  <a:gd name="T1" fmla="*/ 106 h 17"/>
                  <a:gd name="T2" fmla="*/ 27 w 10"/>
                  <a:gd name="T3" fmla="*/ 221 h 17"/>
                  <a:gd name="T4" fmla="*/ 57 w 10"/>
                  <a:gd name="T5" fmla="*/ 12 h 17"/>
                  <a:gd name="T6" fmla="*/ 17 w 10"/>
                  <a:gd name="T7" fmla="*/ 3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0" y="8"/>
                    </a:moveTo>
                    <a:cubicBezTo>
                      <a:pt x="0" y="12"/>
                      <a:pt x="0" y="15"/>
                      <a:pt x="3" y="17"/>
                    </a:cubicBezTo>
                    <a:cubicBezTo>
                      <a:pt x="8" y="12"/>
                      <a:pt x="10" y="6"/>
                      <a:pt x="6" y="1"/>
                    </a:cubicBezTo>
                    <a:cubicBezTo>
                      <a:pt x="4" y="0"/>
                      <a:pt x="2" y="1"/>
                      <a:pt x="2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0" name="Freeform 772">
                <a:extLst>
                  <a:ext uri="{FF2B5EF4-FFF2-40B4-BE49-F238E27FC236}">
                    <a16:creationId xmlns:a16="http://schemas.microsoft.com/office/drawing/2014/main" id="{5B52F3EF-7406-4BE0-86B3-510EBCEE3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172"/>
                <a:ext cx="30" cy="39"/>
              </a:xfrm>
              <a:custGeom>
                <a:avLst/>
                <a:gdLst>
                  <a:gd name="T0" fmla="*/ 51 w 14"/>
                  <a:gd name="T1" fmla="*/ 0 h 17"/>
                  <a:gd name="T2" fmla="*/ 69 w 14"/>
                  <a:gd name="T3" fmla="*/ 204 h 17"/>
                  <a:gd name="T4" fmla="*/ 69 w 14"/>
                  <a:gd name="T5" fmla="*/ 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5" y="0"/>
                    </a:moveTo>
                    <a:cubicBezTo>
                      <a:pt x="0" y="7"/>
                      <a:pt x="1" y="14"/>
                      <a:pt x="7" y="17"/>
                    </a:cubicBezTo>
                    <a:cubicBezTo>
                      <a:pt x="13" y="14"/>
                      <a:pt x="14" y="7"/>
                      <a:pt x="7" y="5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1" name="Freeform 773">
                <a:extLst>
                  <a:ext uri="{FF2B5EF4-FFF2-40B4-BE49-F238E27FC236}">
                    <a16:creationId xmlns:a16="http://schemas.microsoft.com/office/drawing/2014/main" id="{BF2580CC-0380-4F89-8648-C2CD6A8B1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1337"/>
                <a:ext cx="19" cy="20"/>
              </a:xfrm>
              <a:custGeom>
                <a:avLst/>
                <a:gdLst>
                  <a:gd name="T0" fmla="*/ 49 w 9"/>
                  <a:gd name="T1" fmla="*/ 0 h 9"/>
                  <a:gd name="T2" fmla="*/ 8 w 9"/>
                  <a:gd name="T3" fmla="*/ 20 h 9"/>
                  <a:gd name="T4" fmla="*/ 49 w 9"/>
                  <a:gd name="T5" fmla="*/ 98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4" y="1"/>
                      <a:pt x="2" y="2"/>
                      <a:pt x="1" y="2"/>
                    </a:cubicBezTo>
                    <a:cubicBezTo>
                      <a:pt x="2" y="5"/>
                      <a:pt x="1" y="7"/>
                      <a:pt x="5" y="9"/>
                    </a:cubicBezTo>
                    <a:cubicBezTo>
                      <a:pt x="9" y="1"/>
                      <a:pt x="4" y="2"/>
                      <a:pt x="0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2" name="Freeform 774">
                <a:extLst>
                  <a:ext uri="{FF2B5EF4-FFF2-40B4-BE49-F238E27FC236}">
                    <a16:creationId xmlns:a16="http://schemas.microsoft.com/office/drawing/2014/main" id="{EF29FC30-C3EF-4E5C-AE1D-7F1F9AC3D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650"/>
                <a:ext cx="41" cy="97"/>
              </a:xfrm>
              <a:custGeom>
                <a:avLst/>
                <a:gdLst>
                  <a:gd name="T0" fmla="*/ 19 w 19"/>
                  <a:gd name="T1" fmla="*/ 111 h 42"/>
                  <a:gd name="T2" fmla="*/ 28 w 19"/>
                  <a:gd name="T3" fmla="*/ 7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2">
                    <a:moveTo>
                      <a:pt x="2" y="9"/>
                    </a:moveTo>
                    <a:cubicBezTo>
                      <a:pt x="0" y="42"/>
                      <a:pt x="19" y="0"/>
                      <a:pt x="3" y="6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3" name="Freeform 775">
                <a:extLst>
                  <a:ext uri="{FF2B5EF4-FFF2-40B4-BE49-F238E27FC236}">
                    <a16:creationId xmlns:a16="http://schemas.microsoft.com/office/drawing/2014/main" id="{6D9E5EB2-BFA7-444B-9CAC-93C53158C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448"/>
                <a:ext cx="44" cy="60"/>
              </a:xfrm>
              <a:custGeom>
                <a:avLst/>
                <a:gdLst>
                  <a:gd name="T0" fmla="*/ 20 w 20"/>
                  <a:gd name="T1" fmla="*/ 0 h 26"/>
                  <a:gd name="T2" fmla="*/ 117 w 20"/>
                  <a:gd name="T3" fmla="*/ 245 h 26"/>
                  <a:gd name="T4" fmla="*/ 64 w 2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2" y="0"/>
                    </a:moveTo>
                    <a:cubicBezTo>
                      <a:pt x="1" y="6"/>
                      <a:pt x="0" y="26"/>
                      <a:pt x="11" y="20"/>
                    </a:cubicBezTo>
                    <a:cubicBezTo>
                      <a:pt x="20" y="16"/>
                      <a:pt x="14" y="0"/>
                      <a:pt x="6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4" name="Freeform 776">
                <a:extLst>
                  <a:ext uri="{FF2B5EF4-FFF2-40B4-BE49-F238E27FC236}">
                    <a16:creationId xmlns:a16="http://schemas.microsoft.com/office/drawing/2014/main" id="{F688E40B-B855-4528-A6B2-39A70B3C1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452"/>
                <a:ext cx="20" cy="26"/>
              </a:xfrm>
              <a:custGeom>
                <a:avLst/>
                <a:gdLst>
                  <a:gd name="T0" fmla="*/ 36 w 9"/>
                  <a:gd name="T1" fmla="*/ 40 h 11"/>
                  <a:gd name="T2" fmla="*/ 44 w 9"/>
                  <a:gd name="T3" fmla="*/ 144 h 11"/>
                  <a:gd name="T4" fmla="*/ 44 w 9"/>
                  <a:gd name="T5" fmla="*/ 0 h 11"/>
                  <a:gd name="T6" fmla="*/ 9 w 9"/>
                  <a:gd name="T7" fmla="*/ 9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3" y="3"/>
                    </a:moveTo>
                    <a:cubicBezTo>
                      <a:pt x="2" y="6"/>
                      <a:pt x="2" y="8"/>
                      <a:pt x="4" y="11"/>
                    </a:cubicBezTo>
                    <a:cubicBezTo>
                      <a:pt x="9" y="8"/>
                      <a:pt x="9" y="3"/>
                      <a:pt x="4" y="0"/>
                    </a:cubicBezTo>
                    <a:cubicBezTo>
                      <a:pt x="1" y="1"/>
                      <a:pt x="0" y="4"/>
                      <a:pt x="1" y="7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5" name="Freeform 777">
                <a:extLst>
                  <a:ext uri="{FF2B5EF4-FFF2-40B4-BE49-F238E27FC236}">
                    <a16:creationId xmlns:a16="http://schemas.microsoft.com/office/drawing/2014/main" id="{5211C6BB-32EB-4CEF-A48E-94768F29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629"/>
                <a:ext cx="32" cy="48"/>
              </a:xfrm>
              <a:custGeom>
                <a:avLst/>
                <a:gdLst>
                  <a:gd name="T0" fmla="*/ 28 w 15"/>
                  <a:gd name="T1" fmla="*/ 25 h 21"/>
                  <a:gd name="T2" fmla="*/ 87 w 15"/>
                  <a:gd name="T3" fmla="*/ 167 h 21"/>
                  <a:gd name="T4" fmla="*/ 28 w 15"/>
                  <a:gd name="T5" fmla="*/ 1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3" y="2"/>
                    </a:moveTo>
                    <a:cubicBezTo>
                      <a:pt x="0" y="7"/>
                      <a:pt x="1" y="21"/>
                      <a:pt x="9" y="14"/>
                    </a:cubicBezTo>
                    <a:cubicBezTo>
                      <a:pt x="15" y="10"/>
                      <a:pt x="9" y="0"/>
                      <a:pt x="3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6" name="Freeform 778">
                <a:extLst>
                  <a:ext uri="{FF2B5EF4-FFF2-40B4-BE49-F238E27FC236}">
                    <a16:creationId xmlns:a16="http://schemas.microsoft.com/office/drawing/2014/main" id="{3239055A-3D45-42FE-9F1B-EDBB5380C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1770"/>
                <a:ext cx="21" cy="37"/>
              </a:xfrm>
              <a:custGeom>
                <a:avLst/>
                <a:gdLst>
                  <a:gd name="T0" fmla="*/ 0 w 10"/>
                  <a:gd name="T1" fmla="*/ 0 h 16"/>
                  <a:gd name="T2" fmla="*/ 48 w 10"/>
                  <a:gd name="T3" fmla="*/ 199 h 16"/>
                  <a:gd name="T4" fmla="*/ 27 w 10"/>
                  <a:gd name="T5" fmla="*/ 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0" y="6"/>
                      <a:pt x="0" y="13"/>
                      <a:pt x="5" y="16"/>
                    </a:cubicBezTo>
                    <a:cubicBezTo>
                      <a:pt x="10" y="11"/>
                      <a:pt x="9" y="4"/>
                      <a:pt x="3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7" name="Freeform 779">
                <a:extLst>
                  <a:ext uri="{FF2B5EF4-FFF2-40B4-BE49-F238E27FC236}">
                    <a16:creationId xmlns:a16="http://schemas.microsoft.com/office/drawing/2014/main" id="{E76C3943-0A23-4D43-BCA0-107EA7A06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831"/>
                <a:ext cx="29" cy="39"/>
              </a:xfrm>
              <a:custGeom>
                <a:avLst/>
                <a:gdLst>
                  <a:gd name="T0" fmla="*/ 45 w 13"/>
                  <a:gd name="T1" fmla="*/ 0 h 17"/>
                  <a:gd name="T2" fmla="*/ 80 w 13"/>
                  <a:gd name="T3" fmla="*/ 179 h 17"/>
                  <a:gd name="T4" fmla="*/ 80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4" y="0"/>
                    </a:moveTo>
                    <a:cubicBezTo>
                      <a:pt x="3" y="3"/>
                      <a:pt x="0" y="17"/>
                      <a:pt x="7" y="15"/>
                    </a:cubicBezTo>
                    <a:cubicBezTo>
                      <a:pt x="13" y="14"/>
                      <a:pt x="11" y="3"/>
                      <a:pt x="7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8" name="Freeform 780">
                <a:extLst>
                  <a:ext uri="{FF2B5EF4-FFF2-40B4-BE49-F238E27FC236}">
                    <a16:creationId xmlns:a16="http://schemas.microsoft.com/office/drawing/2014/main" id="{640ED2F2-948A-4725-B3CE-6EDF60638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789"/>
                <a:ext cx="21" cy="30"/>
              </a:xfrm>
              <a:custGeom>
                <a:avLst/>
                <a:gdLst>
                  <a:gd name="T0" fmla="*/ 36 w 10"/>
                  <a:gd name="T1" fmla="*/ 12 h 13"/>
                  <a:gd name="T2" fmla="*/ 17 w 10"/>
                  <a:gd name="T3" fmla="*/ 159 h 13"/>
                  <a:gd name="T4" fmla="*/ 17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4" y="1"/>
                    </a:moveTo>
                    <a:cubicBezTo>
                      <a:pt x="1" y="5"/>
                      <a:pt x="0" y="9"/>
                      <a:pt x="2" y="13"/>
                    </a:cubicBezTo>
                    <a:cubicBezTo>
                      <a:pt x="10" y="13"/>
                      <a:pt x="8" y="2"/>
                      <a:pt x="2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9" name="Freeform 781">
                <a:extLst>
                  <a:ext uri="{FF2B5EF4-FFF2-40B4-BE49-F238E27FC236}">
                    <a16:creationId xmlns:a16="http://schemas.microsoft.com/office/drawing/2014/main" id="{38BD4EC6-CD1D-4D89-BCCD-0A48FFC51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638"/>
                <a:ext cx="24" cy="32"/>
              </a:xfrm>
              <a:custGeom>
                <a:avLst/>
                <a:gdLst>
                  <a:gd name="T0" fmla="*/ 0 w 11"/>
                  <a:gd name="T1" fmla="*/ 11 h 14"/>
                  <a:gd name="T2" fmla="*/ 33 w 11"/>
                  <a:gd name="T3" fmla="*/ 167 h 14"/>
                  <a:gd name="T4" fmla="*/ 9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1"/>
                    </a:moveTo>
                    <a:cubicBezTo>
                      <a:pt x="0" y="6"/>
                      <a:pt x="0" y="11"/>
                      <a:pt x="3" y="14"/>
                    </a:cubicBezTo>
                    <a:cubicBezTo>
                      <a:pt x="11" y="13"/>
                      <a:pt x="8" y="2"/>
                      <a:pt x="1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0" name="Freeform 782">
                <a:extLst>
                  <a:ext uri="{FF2B5EF4-FFF2-40B4-BE49-F238E27FC236}">
                    <a16:creationId xmlns:a16="http://schemas.microsoft.com/office/drawing/2014/main" id="{321F69CB-FFCC-4BD8-9817-448C682CF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466"/>
                <a:ext cx="41" cy="49"/>
              </a:xfrm>
              <a:custGeom>
                <a:avLst/>
                <a:gdLst>
                  <a:gd name="T0" fmla="*/ 80 w 19"/>
                  <a:gd name="T1" fmla="*/ 0 h 21"/>
                  <a:gd name="T2" fmla="*/ 112 w 19"/>
                  <a:gd name="T3" fmla="*/ 229 h 21"/>
                  <a:gd name="T4" fmla="*/ 88 w 19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8" y="0"/>
                    </a:moveTo>
                    <a:cubicBezTo>
                      <a:pt x="1" y="4"/>
                      <a:pt x="0" y="21"/>
                      <a:pt x="11" y="18"/>
                    </a:cubicBezTo>
                    <a:cubicBezTo>
                      <a:pt x="19" y="16"/>
                      <a:pt x="14" y="5"/>
                      <a:pt x="9" y="2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1" name="Freeform 783">
                <a:extLst>
                  <a:ext uri="{FF2B5EF4-FFF2-40B4-BE49-F238E27FC236}">
                    <a16:creationId xmlns:a16="http://schemas.microsoft.com/office/drawing/2014/main" id="{5D438EE6-2EAA-40F5-B492-1DC3BE343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882"/>
                <a:ext cx="17" cy="23"/>
              </a:xfrm>
              <a:custGeom>
                <a:avLst/>
                <a:gdLst>
                  <a:gd name="T0" fmla="*/ 0 w 8"/>
                  <a:gd name="T1" fmla="*/ 37 h 10"/>
                  <a:gd name="T2" fmla="*/ 19 w 8"/>
                  <a:gd name="T3" fmla="*/ 122 h 10"/>
                  <a:gd name="T4" fmla="*/ 49 w 8"/>
                  <a:gd name="T5" fmla="*/ 12 h 10"/>
                  <a:gd name="T6" fmla="*/ 19 w 8"/>
                  <a:gd name="T7" fmla="*/ 2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0" y="3"/>
                    </a:moveTo>
                    <a:cubicBezTo>
                      <a:pt x="0" y="6"/>
                      <a:pt x="1" y="8"/>
                      <a:pt x="2" y="10"/>
                    </a:cubicBezTo>
                    <a:cubicBezTo>
                      <a:pt x="8" y="10"/>
                      <a:pt x="8" y="5"/>
                      <a:pt x="5" y="1"/>
                    </a:cubicBezTo>
                    <a:cubicBezTo>
                      <a:pt x="4" y="0"/>
                      <a:pt x="3" y="1"/>
                      <a:pt x="2" y="2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2" name="Freeform 784">
                <a:extLst>
                  <a:ext uri="{FF2B5EF4-FFF2-40B4-BE49-F238E27FC236}">
                    <a16:creationId xmlns:a16="http://schemas.microsoft.com/office/drawing/2014/main" id="{BFDBF9DC-AB2E-4806-A621-6A78409F6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917"/>
                <a:ext cx="52" cy="69"/>
              </a:xfrm>
              <a:custGeom>
                <a:avLst/>
                <a:gdLst>
                  <a:gd name="T0" fmla="*/ 165 w 24"/>
                  <a:gd name="T1" fmla="*/ 281 h 30"/>
                  <a:gd name="T2" fmla="*/ 173 w 24"/>
                  <a:gd name="T3" fmla="*/ 0 h 30"/>
                  <a:gd name="T4" fmla="*/ 0 w 24"/>
                  <a:gd name="T5" fmla="*/ 0 h 30"/>
                  <a:gd name="T6" fmla="*/ 165 w 24"/>
                  <a:gd name="T7" fmla="*/ 28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0">
                    <a:moveTo>
                      <a:pt x="16" y="23"/>
                    </a:moveTo>
                    <a:cubicBezTo>
                      <a:pt x="24" y="19"/>
                      <a:pt x="22" y="8"/>
                      <a:pt x="1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2"/>
                      <a:pt x="5" y="30"/>
                      <a:pt x="16" y="23"/>
                    </a:cubicBezTo>
                    <a:close/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3" name="Freeform 785">
                <a:extLst>
                  <a:ext uri="{FF2B5EF4-FFF2-40B4-BE49-F238E27FC236}">
                    <a16:creationId xmlns:a16="http://schemas.microsoft.com/office/drawing/2014/main" id="{635FF714-C7AC-4B5A-9C3E-3DBCBAD7B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132"/>
                <a:ext cx="37" cy="84"/>
              </a:xfrm>
              <a:custGeom>
                <a:avLst/>
                <a:gdLst>
                  <a:gd name="T0" fmla="*/ 0 w 17"/>
                  <a:gd name="T1" fmla="*/ 114 h 36"/>
                  <a:gd name="T2" fmla="*/ 113 w 17"/>
                  <a:gd name="T3" fmla="*/ 457 h 36"/>
                  <a:gd name="T4" fmla="*/ 9 w 17"/>
                  <a:gd name="T5" fmla="*/ 12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6">
                    <a:moveTo>
                      <a:pt x="0" y="9"/>
                    </a:moveTo>
                    <a:cubicBezTo>
                      <a:pt x="0" y="18"/>
                      <a:pt x="3" y="32"/>
                      <a:pt x="11" y="36"/>
                    </a:cubicBezTo>
                    <a:cubicBezTo>
                      <a:pt x="17" y="29"/>
                      <a:pt x="10" y="0"/>
                      <a:pt x="1" y="10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4" name="Freeform 786">
                <a:extLst>
                  <a:ext uri="{FF2B5EF4-FFF2-40B4-BE49-F238E27FC236}">
                    <a16:creationId xmlns:a16="http://schemas.microsoft.com/office/drawing/2014/main" id="{A8C82217-BDF4-46F5-A223-76ADE8653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397"/>
                <a:ext cx="67" cy="107"/>
              </a:xfrm>
              <a:custGeom>
                <a:avLst/>
                <a:gdLst>
                  <a:gd name="T0" fmla="*/ 104 w 31"/>
                  <a:gd name="T1" fmla="*/ 151 h 46"/>
                  <a:gd name="T2" fmla="*/ 132 w 31"/>
                  <a:gd name="T3" fmla="*/ 551 h 46"/>
                  <a:gd name="T4" fmla="*/ 112 w 31"/>
                  <a:gd name="T5" fmla="*/ 14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10" y="12"/>
                    </a:moveTo>
                    <a:cubicBezTo>
                      <a:pt x="5" y="18"/>
                      <a:pt x="0" y="46"/>
                      <a:pt x="13" y="44"/>
                    </a:cubicBezTo>
                    <a:cubicBezTo>
                      <a:pt x="31" y="40"/>
                      <a:pt x="17" y="0"/>
                      <a:pt x="11" y="11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5" name="Freeform 787">
                <a:extLst>
                  <a:ext uri="{FF2B5EF4-FFF2-40B4-BE49-F238E27FC236}">
                    <a16:creationId xmlns:a16="http://schemas.microsoft.com/office/drawing/2014/main" id="{AF291BB6-C9A1-4E1E-B397-94550AB1C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645"/>
                <a:ext cx="45" cy="70"/>
              </a:xfrm>
              <a:custGeom>
                <a:avLst/>
                <a:gdLst>
                  <a:gd name="T0" fmla="*/ 51 w 21"/>
                  <a:gd name="T1" fmla="*/ 49 h 30"/>
                  <a:gd name="T2" fmla="*/ 120 w 21"/>
                  <a:gd name="T3" fmla="*/ 371 h 30"/>
                  <a:gd name="T4" fmla="*/ 69 w 21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0">
                    <a:moveTo>
                      <a:pt x="5" y="4"/>
                    </a:moveTo>
                    <a:cubicBezTo>
                      <a:pt x="0" y="10"/>
                      <a:pt x="2" y="30"/>
                      <a:pt x="12" y="29"/>
                    </a:cubicBezTo>
                    <a:cubicBezTo>
                      <a:pt x="21" y="27"/>
                      <a:pt x="19" y="0"/>
                      <a:pt x="7" y="3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6" name="Freeform 788">
                <a:extLst>
                  <a:ext uri="{FF2B5EF4-FFF2-40B4-BE49-F238E27FC236}">
                    <a16:creationId xmlns:a16="http://schemas.microsoft.com/office/drawing/2014/main" id="{68374C17-C3B1-448D-BDE7-FF9B298AF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875"/>
                <a:ext cx="45" cy="34"/>
              </a:xfrm>
              <a:custGeom>
                <a:avLst/>
                <a:gdLst>
                  <a:gd name="T0" fmla="*/ 77 w 21"/>
                  <a:gd name="T1" fmla="*/ 11 h 15"/>
                  <a:gd name="T2" fmla="*/ 28 w 21"/>
                  <a:gd name="T3" fmla="*/ 0 h 15"/>
                  <a:gd name="T4" fmla="*/ 28 w 21"/>
                  <a:gd name="T5" fmla="*/ 175 h 15"/>
                  <a:gd name="T6" fmla="*/ 206 w 21"/>
                  <a:gd name="T7" fmla="*/ 175 h 15"/>
                  <a:gd name="T8" fmla="*/ 77 w 21"/>
                  <a:gd name="T9" fmla="*/ 1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8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1" y="9"/>
                      <a:pt x="3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8" y="9"/>
                      <a:pt x="12" y="3"/>
                      <a:pt x="8" y="1"/>
                    </a:cubicBezTo>
                    <a:close/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7" name="Freeform 789">
                <a:extLst>
                  <a:ext uri="{FF2B5EF4-FFF2-40B4-BE49-F238E27FC236}">
                    <a16:creationId xmlns:a16="http://schemas.microsoft.com/office/drawing/2014/main" id="{2DF65224-67B7-4FDC-A872-6EE3FA5EA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582"/>
                <a:ext cx="15" cy="26"/>
              </a:xfrm>
              <a:custGeom>
                <a:avLst/>
                <a:gdLst>
                  <a:gd name="T0" fmla="*/ 19 w 7"/>
                  <a:gd name="T1" fmla="*/ 12 h 11"/>
                  <a:gd name="T2" fmla="*/ 9 w 7"/>
                  <a:gd name="T3" fmla="*/ 144 h 11"/>
                  <a:gd name="T4" fmla="*/ 60 w 7"/>
                  <a:gd name="T5" fmla="*/ 0 h 11"/>
                  <a:gd name="T6" fmla="*/ 41 w 7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2" y="1"/>
                    </a:moveTo>
                    <a:cubicBezTo>
                      <a:pt x="0" y="4"/>
                      <a:pt x="0" y="8"/>
                      <a:pt x="1" y="11"/>
                    </a:cubicBezTo>
                    <a:cubicBezTo>
                      <a:pt x="6" y="11"/>
                      <a:pt x="7" y="4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8" name="Freeform 790">
                <a:extLst>
                  <a:ext uri="{FF2B5EF4-FFF2-40B4-BE49-F238E27FC236}">
                    <a16:creationId xmlns:a16="http://schemas.microsoft.com/office/drawing/2014/main" id="{08089240-14AE-425A-B066-2C14562A2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536"/>
                <a:ext cx="18" cy="23"/>
              </a:xfrm>
              <a:custGeom>
                <a:avLst/>
                <a:gdLst>
                  <a:gd name="T0" fmla="*/ 0 w 8"/>
                  <a:gd name="T1" fmla="*/ 28 h 10"/>
                  <a:gd name="T2" fmla="*/ 25 w 8"/>
                  <a:gd name="T3" fmla="*/ 122 h 10"/>
                  <a:gd name="T4" fmla="*/ 25 w 8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2"/>
                    </a:moveTo>
                    <a:cubicBezTo>
                      <a:pt x="0" y="5"/>
                      <a:pt x="0" y="7"/>
                      <a:pt x="2" y="10"/>
                    </a:cubicBezTo>
                    <a:cubicBezTo>
                      <a:pt x="8" y="9"/>
                      <a:pt x="7" y="0"/>
                      <a:pt x="2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9" name="Freeform 791">
                <a:extLst>
                  <a:ext uri="{FF2B5EF4-FFF2-40B4-BE49-F238E27FC236}">
                    <a16:creationId xmlns:a16="http://schemas.microsoft.com/office/drawing/2014/main" id="{60D3C498-1D3E-4311-8E76-724343C7E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040"/>
                <a:ext cx="28" cy="37"/>
              </a:xfrm>
              <a:custGeom>
                <a:avLst/>
                <a:gdLst>
                  <a:gd name="T0" fmla="*/ 9 w 13"/>
                  <a:gd name="T1" fmla="*/ 28 h 16"/>
                  <a:gd name="T2" fmla="*/ 80 w 13"/>
                  <a:gd name="T3" fmla="*/ 134 h 16"/>
                  <a:gd name="T4" fmla="*/ 41 w 13"/>
                  <a:gd name="T5" fmla="*/ 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" y="2"/>
                    </a:moveTo>
                    <a:cubicBezTo>
                      <a:pt x="0" y="7"/>
                      <a:pt x="2" y="16"/>
                      <a:pt x="8" y="11"/>
                    </a:cubicBezTo>
                    <a:cubicBezTo>
                      <a:pt x="13" y="7"/>
                      <a:pt x="10" y="0"/>
                      <a:pt x="4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0" name="Freeform 792">
                <a:extLst>
                  <a:ext uri="{FF2B5EF4-FFF2-40B4-BE49-F238E27FC236}">
                    <a16:creationId xmlns:a16="http://schemas.microsoft.com/office/drawing/2014/main" id="{F0602333-DB00-4F36-AEA8-994088941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439"/>
                <a:ext cx="41" cy="39"/>
              </a:xfrm>
              <a:custGeom>
                <a:avLst/>
                <a:gdLst>
                  <a:gd name="T0" fmla="*/ 52 w 19"/>
                  <a:gd name="T1" fmla="*/ 25 h 17"/>
                  <a:gd name="T2" fmla="*/ 88 w 1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5" y="2"/>
                    </a:moveTo>
                    <a:cubicBezTo>
                      <a:pt x="0" y="17"/>
                      <a:pt x="19" y="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1" name="Freeform 793">
                <a:extLst>
                  <a:ext uri="{FF2B5EF4-FFF2-40B4-BE49-F238E27FC236}">
                    <a16:creationId xmlns:a16="http://schemas.microsoft.com/office/drawing/2014/main" id="{0ED3BC63-9203-4432-9F07-1D9F7EC9F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439"/>
                <a:ext cx="11" cy="9"/>
              </a:xfrm>
              <a:custGeom>
                <a:avLst/>
                <a:gdLst>
                  <a:gd name="T0" fmla="*/ 0 w 5"/>
                  <a:gd name="T1" fmla="*/ 11 h 4"/>
                  <a:gd name="T2" fmla="*/ 0 w 5"/>
                  <a:gd name="T3" fmla="*/ 45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4" y="4"/>
                      <a:pt x="5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2" name="Freeform 794">
                <a:extLst>
                  <a:ext uri="{FF2B5EF4-FFF2-40B4-BE49-F238E27FC236}">
                    <a16:creationId xmlns:a16="http://schemas.microsoft.com/office/drawing/2014/main" id="{5DE5B4C6-5EEC-4473-8F05-39C87FB7F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381"/>
                <a:ext cx="48" cy="23"/>
              </a:xfrm>
              <a:custGeom>
                <a:avLst/>
                <a:gdLst>
                  <a:gd name="T0" fmla="*/ 96 w 22"/>
                  <a:gd name="T1" fmla="*/ 0 h 10"/>
                  <a:gd name="T2" fmla="*/ 124 w 2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9" y="0"/>
                    </a:moveTo>
                    <a:cubicBezTo>
                      <a:pt x="0" y="10"/>
                      <a:pt x="22" y="2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3" name="Freeform 795">
                <a:extLst>
                  <a:ext uri="{FF2B5EF4-FFF2-40B4-BE49-F238E27FC236}">
                    <a16:creationId xmlns:a16="http://schemas.microsoft.com/office/drawing/2014/main" id="{8C8DB48B-1D3F-40F1-8151-573E0EE0C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381"/>
                <a:ext cx="11" cy="9"/>
              </a:xfrm>
              <a:custGeom>
                <a:avLst/>
                <a:gdLst>
                  <a:gd name="T0" fmla="*/ 9 w 5"/>
                  <a:gd name="T1" fmla="*/ 11 h 4"/>
                  <a:gd name="T2" fmla="*/ 0 w 5"/>
                  <a:gd name="T3" fmla="*/ 45 h 4"/>
                  <a:gd name="T4" fmla="*/ 2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4" y="4"/>
                      <a:pt x="5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4" name="Freeform 796">
                <a:extLst>
                  <a:ext uri="{FF2B5EF4-FFF2-40B4-BE49-F238E27FC236}">
                    <a16:creationId xmlns:a16="http://schemas.microsoft.com/office/drawing/2014/main" id="{156D2A37-FDF7-44AE-942B-5F179C2B8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246"/>
                <a:ext cx="48" cy="16"/>
              </a:xfrm>
              <a:custGeom>
                <a:avLst/>
                <a:gdLst>
                  <a:gd name="T0" fmla="*/ 105 w 22"/>
                  <a:gd name="T1" fmla="*/ 0 h 7"/>
                  <a:gd name="T2" fmla="*/ 124 w 2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">
                    <a:moveTo>
                      <a:pt x="10" y="0"/>
                    </a:moveTo>
                    <a:cubicBezTo>
                      <a:pt x="0" y="7"/>
                      <a:pt x="22" y="5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5" name="Freeform 797">
                <a:extLst>
                  <a:ext uri="{FF2B5EF4-FFF2-40B4-BE49-F238E27FC236}">
                    <a16:creationId xmlns:a16="http://schemas.microsoft.com/office/drawing/2014/main" id="{13E276B8-4700-4BA0-8AE7-A3985DFD1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244"/>
                <a:ext cx="26" cy="23"/>
              </a:xfrm>
              <a:custGeom>
                <a:avLst/>
                <a:gdLst>
                  <a:gd name="T0" fmla="*/ 61 w 12"/>
                  <a:gd name="T1" fmla="*/ 12 h 10"/>
                  <a:gd name="T2" fmla="*/ 72 w 12"/>
                  <a:gd name="T3" fmla="*/ 94 h 10"/>
                  <a:gd name="T4" fmla="*/ 80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1"/>
                    </a:moveTo>
                    <a:cubicBezTo>
                      <a:pt x="0" y="1"/>
                      <a:pt x="1" y="10"/>
                      <a:pt x="7" y="8"/>
                    </a:cubicBezTo>
                    <a:cubicBezTo>
                      <a:pt x="11" y="6"/>
                      <a:pt x="12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6" name="Freeform 798">
                <a:extLst>
                  <a:ext uri="{FF2B5EF4-FFF2-40B4-BE49-F238E27FC236}">
                    <a16:creationId xmlns:a16="http://schemas.microsoft.com/office/drawing/2014/main" id="{8428EE71-E8D4-4894-A201-F63299723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265"/>
                <a:ext cx="16" cy="16"/>
              </a:xfrm>
              <a:custGeom>
                <a:avLst/>
                <a:gdLst>
                  <a:gd name="T0" fmla="*/ 25 w 7"/>
                  <a:gd name="T1" fmla="*/ 11 h 7"/>
                  <a:gd name="T2" fmla="*/ 0 w 7"/>
                  <a:gd name="T3" fmla="*/ 37 h 7"/>
                  <a:gd name="T4" fmla="*/ 37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7"/>
                      <a:pt x="7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7" name="Freeform 799">
                <a:extLst>
                  <a:ext uri="{FF2B5EF4-FFF2-40B4-BE49-F238E27FC236}">
                    <a16:creationId xmlns:a16="http://schemas.microsoft.com/office/drawing/2014/main" id="{8BB674C2-0F25-4421-8758-F84E16C84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299"/>
                <a:ext cx="22" cy="17"/>
              </a:xfrm>
              <a:custGeom>
                <a:avLst/>
                <a:gdLst>
                  <a:gd name="T0" fmla="*/ 64 w 10"/>
                  <a:gd name="T1" fmla="*/ 12 h 7"/>
                  <a:gd name="T2" fmla="*/ 44 w 10"/>
                  <a:gd name="T3" fmla="*/ 100 h 7"/>
                  <a:gd name="T4" fmla="*/ 73 w 10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6" y="1"/>
                    </a:moveTo>
                    <a:cubicBezTo>
                      <a:pt x="1" y="0"/>
                      <a:pt x="0" y="7"/>
                      <a:pt x="4" y="7"/>
                    </a:cubicBezTo>
                    <a:cubicBezTo>
                      <a:pt x="7" y="7"/>
                      <a:pt x="10" y="2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8" name="Freeform 800">
                <a:extLst>
                  <a:ext uri="{FF2B5EF4-FFF2-40B4-BE49-F238E27FC236}">
                    <a16:creationId xmlns:a16="http://schemas.microsoft.com/office/drawing/2014/main" id="{952C35DA-D467-4BAC-9347-6979D42E4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485"/>
                <a:ext cx="40" cy="25"/>
              </a:xfrm>
              <a:custGeom>
                <a:avLst/>
                <a:gdLst>
                  <a:gd name="T0" fmla="*/ 133 w 18"/>
                  <a:gd name="T1" fmla="*/ 0 h 11"/>
                  <a:gd name="T2" fmla="*/ 178 w 18"/>
                  <a:gd name="T3" fmla="*/ 11 h 11"/>
                  <a:gd name="T4" fmla="*/ 162 w 18"/>
                  <a:gd name="T5" fmla="*/ 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12" y="0"/>
                    </a:moveTo>
                    <a:cubicBezTo>
                      <a:pt x="0" y="4"/>
                      <a:pt x="18" y="11"/>
                      <a:pt x="16" y="1"/>
                    </a:cubicBezTo>
                    <a:cubicBezTo>
                      <a:pt x="15" y="0"/>
                      <a:pt x="15" y="1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3700" name="Freeform 801">
              <a:extLst>
                <a:ext uri="{FF2B5EF4-FFF2-40B4-BE49-F238E27FC236}">
                  <a16:creationId xmlns:a16="http://schemas.microsoft.com/office/drawing/2014/main" id="{5D7A3AAE-8B52-47A7-8671-72AB4BAB5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506"/>
              <a:ext cx="6" cy="7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28 h 3"/>
                <a:gd name="T4" fmla="*/ 24 w 3"/>
                <a:gd name="T5" fmla="*/ 12 h 3"/>
                <a:gd name="T6" fmla="*/ 16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1" y="3"/>
                    <a:pt x="3" y="1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1" name="Freeform 802">
              <a:extLst>
                <a:ext uri="{FF2B5EF4-FFF2-40B4-BE49-F238E27FC236}">
                  <a16:creationId xmlns:a16="http://schemas.microsoft.com/office/drawing/2014/main" id="{E658E5BB-A11B-4A71-B71B-AA4342B02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538"/>
              <a:ext cx="11" cy="10"/>
            </a:xfrm>
            <a:custGeom>
              <a:avLst/>
              <a:gdLst>
                <a:gd name="T0" fmla="*/ 33 w 5"/>
                <a:gd name="T1" fmla="*/ 0 h 4"/>
                <a:gd name="T2" fmla="*/ 0 w 5"/>
                <a:gd name="T3" fmla="*/ 50 h 4"/>
                <a:gd name="T4" fmla="*/ 5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4"/>
                    <a:pt x="4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2" name="Freeform 803">
              <a:extLst>
                <a:ext uri="{FF2B5EF4-FFF2-40B4-BE49-F238E27FC236}">
                  <a16:creationId xmlns:a16="http://schemas.microsoft.com/office/drawing/2014/main" id="{D1BEEACF-417D-49DA-BA73-AE0E78F04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745"/>
              <a:ext cx="26" cy="23"/>
            </a:xfrm>
            <a:custGeom>
              <a:avLst/>
              <a:gdLst>
                <a:gd name="T0" fmla="*/ 61 w 12"/>
                <a:gd name="T1" fmla="*/ 0 h 10"/>
                <a:gd name="T2" fmla="*/ 61 w 12"/>
                <a:gd name="T3" fmla="*/ 85 h 10"/>
                <a:gd name="T4" fmla="*/ 72 w 12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0"/>
                  </a:moveTo>
                  <a:cubicBezTo>
                    <a:pt x="0" y="2"/>
                    <a:pt x="0" y="10"/>
                    <a:pt x="6" y="7"/>
                  </a:cubicBezTo>
                  <a:cubicBezTo>
                    <a:pt x="10" y="6"/>
                    <a:pt x="12" y="0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3" name="Freeform 804">
              <a:extLst>
                <a:ext uri="{FF2B5EF4-FFF2-40B4-BE49-F238E27FC236}">
                  <a16:creationId xmlns:a16="http://schemas.microsoft.com/office/drawing/2014/main" id="{0F3EB162-44CE-48BE-A9E3-01FE2F398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777"/>
              <a:ext cx="21" cy="23"/>
            </a:xfrm>
            <a:custGeom>
              <a:avLst/>
              <a:gdLst>
                <a:gd name="T0" fmla="*/ 57 w 10"/>
                <a:gd name="T1" fmla="*/ 0 h 10"/>
                <a:gd name="T2" fmla="*/ 57 w 10"/>
                <a:gd name="T3" fmla="*/ 74 h 10"/>
                <a:gd name="T4" fmla="*/ 67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1" y="2"/>
                    <a:pt x="0" y="10"/>
                    <a:pt x="6" y="6"/>
                  </a:cubicBezTo>
                  <a:cubicBezTo>
                    <a:pt x="9" y="5"/>
                    <a:pt x="10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4" name="Freeform 805">
              <a:extLst>
                <a:ext uri="{FF2B5EF4-FFF2-40B4-BE49-F238E27FC236}">
                  <a16:creationId xmlns:a16="http://schemas.microsoft.com/office/drawing/2014/main" id="{8C28B837-3854-4AE0-9F68-3F9C3AE2D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670"/>
              <a:ext cx="26" cy="17"/>
            </a:xfrm>
            <a:custGeom>
              <a:avLst/>
              <a:gdLst>
                <a:gd name="T0" fmla="*/ 52 w 12"/>
                <a:gd name="T1" fmla="*/ 0 h 7"/>
                <a:gd name="T2" fmla="*/ 61 w 12"/>
                <a:gd name="T3" fmla="*/ 100 h 7"/>
                <a:gd name="T4" fmla="*/ 72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0" y="2"/>
                    <a:pt x="1" y="7"/>
                    <a:pt x="6" y="7"/>
                  </a:cubicBezTo>
                  <a:cubicBezTo>
                    <a:pt x="10" y="6"/>
                    <a:pt x="12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5" name="Freeform 806">
              <a:extLst>
                <a:ext uri="{FF2B5EF4-FFF2-40B4-BE49-F238E27FC236}">
                  <a16:creationId xmlns:a16="http://schemas.microsoft.com/office/drawing/2014/main" id="{4C363B2A-ACD1-42B4-B47D-78D8964F4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606"/>
              <a:ext cx="18" cy="18"/>
            </a:xfrm>
            <a:custGeom>
              <a:avLst/>
              <a:gdLst>
                <a:gd name="T0" fmla="*/ 25 w 8"/>
                <a:gd name="T1" fmla="*/ 25 h 8"/>
                <a:gd name="T2" fmla="*/ 11 w 8"/>
                <a:gd name="T3" fmla="*/ 81 h 8"/>
                <a:gd name="T4" fmla="*/ 25 w 8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2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6" y="8"/>
                    <a:pt x="8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6" name="Freeform 807">
              <a:extLst>
                <a:ext uri="{FF2B5EF4-FFF2-40B4-BE49-F238E27FC236}">
                  <a16:creationId xmlns:a16="http://schemas.microsoft.com/office/drawing/2014/main" id="{23D99127-E34D-479F-B2DD-11DD29AEF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585"/>
              <a:ext cx="22" cy="14"/>
            </a:xfrm>
            <a:custGeom>
              <a:avLst/>
              <a:gdLst>
                <a:gd name="T0" fmla="*/ 64 w 10"/>
                <a:gd name="T1" fmla="*/ 0 h 6"/>
                <a:gd name="T2" fmla="*/ 44 w 10"/>
                <a:gd name="T3" fmla="*/ 65 h 6"/>
                <a:gd name="T4" fmla="*/ 64 w 10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6" y="0"/>
                  </a:moveTo>
                  <a:cubicBezTo>
                    <a:pt x="2" y="0"/>
                    <a:pt x="0" y="5"/>
                    <a:pt x="4" y="5"/>
                  </a:cubicBezTo>
                  <a:cubicBezTo>
                    <a:pt x="8" y="6"/>
                    <a:pt x="10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7" name="Freeform 808">
              <a:extLst>
                <a:ext uri="{FF2B5EF4-FFF2-40B4-BE49-F238E27FC236}">
                  <a16:creationId xmlns:a16="http://schemas.microsoft.com/office/drawing/2014/main" id="{44E4295E-0B90-426D-B33C-514002BE0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870"/>
              <a:ext cx="26" cy="21"/>
            </a:xfrm>
            <a:custGeom>
              <a:avLst/>
              <a:gdLst>
                <a:gd name="T0" fmla="*/ 80 w 12"/>
                <a:gd name="T1" fmla="*/ 28 h 9"/>
                <a:gd name="T2" fmla="*/ 61 w 12"/>
                <a:gd name="T3" fmla="*/ 114 h 9"/>
                <a:gd name="T4" fmla="*/ 80 w 12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8" y="2"/>
                  </a:moveTo>
                  <a:cubicBezTo>
                    <a:pt x="3" y="0"/>
                    <a:pt x="0" y="7"/>
                    <a:pt x="6" y="9"/>
                  </a:cubicBezTo>
                  <a:cubicBezTo>
                    <a:pt x="10" y="9"/>
                    <a:pt x="12" y="3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8" name="Freeform 809">
              <a:extLst>
                <a:ext uri="{FF2B5EF4-FFF2-40B4-BE49-F238E27FC236}">
                  <a16:creationId xmlns:a16="http://schemas.microsoft.com/office/drawing/2014/main" id="{8E2DCEC7-E87F-4CE9-A4E9-004889805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891"/>
              <a:ext cx="6" cy="9"/>
            </a:xfrm>
            <a:custGeom>
              <a:avLst/>
              <a:gdLst>
                <a:gd name="T0" fmla="*/ 16 w 3"/>
                <a:gd name="T1" fmla="*/ 0 h 4"/>
                <a:gd name="T2" fmla="*/ 8 w 3"/>
                <a:gd name="T3" fmla="*/ 36 h 4"/>
                <a:gd name="T4" fmla="*/ 24 w 3"/>
                <a:gd name="T5" fmla="*/ 11 h 4"/>
                <a:gd name="T6" fmla="*/ 16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4"/>
                    <a:pt x="3" y="3"/>
                    <a:pt x="3" y="1"/>
                  </a:cubicBezTo>
                  <a:cubicBezTo>
                    <a:pt x="2" y="0"/>
                    <a:pt x="3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9" name="Freeform 810">
              <a:extLst>
                <a:ext uri="{FF2B5EF4-FFF2-40B4-BE49-F238E27FC236}">
                  <a16:creationId xmlns:a16="http://schemas.microsoft.com/office/drawing/2014/main" id="{1599E6FD-2F96-4723-B129-8181C8A93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828"/>
              <a:ext cx="15" cy="14"/>
            </a:xfrm>
            <a:custGeom>
              <a:avLst/>
              <a:gdLst>
                <a:gd name="T0" fmla="*/ 51 w 7"/>
                <a:gd name="T1" fmla="*/ 0 h 6"/>
                <a:gd name="T2" fmla="*/ 41 w 7"/>
                <a:gd name="T3" fmla="*/ 65 h 6"/>
                <a:gd name="T4" fmla="*/ 6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3" y="1"/>
                    <a:pt x="0" y="4"/>
                    <a:pt x="4" y="5"/>
                  </a:cubicBezTo>
                  <a:cubicBezTo>
                    <a:pt x="7" y="6"/>
                    <a:pt x="7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0" name="Freeform 811">
              <a:extLst>
                <a:ext uri="{FF2B5EF4-FFF2-40B4-BE49-F238E27FC236}">
                  <a16:creationId xmlns:a16="http://schemas.microsoft.com/office/drawing/2014/main" id="{54C157CF-94FC-45B9-942B-F960CCE4A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768"/>
              <a:ext cx="39" cy="18"/>
            </a:xfrm>
            <a:custGeom>
              <a:avLst/>
              <a:gdLst>
                <a:gd name="T0" fmla="*/ 80 w 18"/>
                <a:gd name="T1" fmla="*/ 11 h 8"/>
                <a:gd name="T2" fmla="*/ 104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8" y="1"/>
                  </a:moveTo>
                  <a:cubicBezTo>
                    <a:pt x="0" y="8"/>
                    <a:pt x="18" y="3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1" name="Freeform 812">
              <a:extLst>
                <a:ext uri="{FF2B5EF4-FFF2-40B4-BE49-F238E27FC236}">
                  <a16:creationId xmlns:a16="http://schemas.microsoft.com/office/drawing/2014/main" id="{67A65459-106F-48D8-A98A-EA3348251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056"/>
              <a:ext cx="21" cy="21"/>
            </a:xfrm>
            <a:custGeom>
              <a:avLst/>
              <a:gdLst>
                <a:gd name="T0" fmla="*/ 67 w 10"/>
                <a:gd name="T1" fmla="*/ 12 h 9"/>
                <a:gd name="T2" fmla="*/ 57 w 10"/>
                <a:gd name="T3" fmla="*/ 103 h 9"/>
                <a:gd name="T4" fmla="*/ 67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1"/>
                  </a:moveTo>
                  <a:cubicBezTo>
                    <a:pt x="2" y="1"/>
                    <a:pt x="0" y="9"/>
                    <a:pt x="6" y="8"/>
                  </a:cubicBezTo>
                  <a:cubicBezTo>
                    <a:pt x="10" y="7"/>
                    <a:pt x="9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2" name="Freeform 813">
              <a:extLst>
                <a:ext uri="{FF2B5EF4-FFF2-40B4-BE49-F238E27FC236}">
                  <a16:creationId xmlns:a16="http://schemas.microsoft.com/office/drawing/2014/main" id="{D28F2E4C-C5AD-4A60-80E4-F8C748356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077"/>
              <a:ext cx="9" cy="9"/>
            </a:xfrm>
            <a:custGeom>
              <a:avLst/>
              <a:gdLst>
                <a:gd name="T0" fmla="*/ 25 w 4"/>
                <a:gd name="T1" fmla="*/ 0 h 4"/>
                <a:gd name="T2" fmla="*/ 11 w 4"/>
                <a:gd name="T3" fmla="*/ 36 h 4"/>
                <a:gd name="T4" fmla="*/ 45 w 4"/>
                <a:gd name="T5" fmla="*/ 0 h 4"/>
                <a:gd name="T6" fmla="*/ 3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3" name="Freeform 814">
              <a:extLst>
                <a:ext uri="{FF2B5EF4-FFF2-40B4-BE49-F238E27FC236}">
                  <a16:creationId xmlns:a16="http://schemas.microsoft.com/office/drawing/2014/main" id="{60619C05-280E-44E4-AE80-FBD1F86A7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088"/>
              <a:ext cx="26" cy="21"/>
            </a:xfrm>
            <a:custGeom>
              <a:avLst/>
              <a:gdLst>
                <a:gd name="T0" fmla="*/ 72 w 12"/>
                <a:gd name="T1" fmla="*/ 0 h 9"/>
                <a:gd name="T2" fmla="*/ 80 w 12"/>
                <a:gd name="T3" fmla="*/ 77 h 9"/>
                <a:gd name="T4" fmla="*/ 93 w 12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7" y="0"/>
                  </a:moveTo>
                  <a:cubicBezTo>
                    <a:pt x="0" y="1"/>
                    <a:pt x="3" y="9"/>
                    <a:pt x="8" y="6"/>
                  </a:cubicBezTo>
                  <a:cubicBezTo>
                    <a:pt x="11" y="5"/>
                    <a:pt x="12" y="2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4" name="Freeform 815">
              <a:extLst>
                <a:ext uri="{FF2B5EF4-FFF2-40B4-BE49-F238E27FC236}">
                  <a16:creationId xmlns:a16="http://schemas.microsoft.com/office/drawing/2014/main" id="{9EDA567C-6F2A-4451-A25B-8EA2E883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112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37 h 3"/>
                <a:gd name="T4" fmla="*/ 37 w 3"/>
                <a:gd name="T5" fmla="*/ 12 h 3"/>
                <a:gd name="T6" fmla="*/ 37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5" name="Freeform 816">
              <a:extLst>
                <a:ext uri="{FF2B5EF4-FFF2-40B4-BE49-F238E27FC236}">
                  <a16:creationId xmlns:a16="http://schemas.microsoft.com/office/drawing/2014/main" id="{CE68D4B5-7E10-41F5-8276-75AF8F5FD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040"/>
              <a:ext cx="42" cy="25"/>
            </a:xfrm>
            <a:custGeom>
              <a:avLst/>
              <a:gdLst>
                <a:gd name="T0" fmla="*/ 141 w 19"/>
                <a:gd name="T1" fmla="*/ 0 h 11"/>
                <a:gd name="T2" fmla="*/ 153 w 1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13" y="0"/>
                  </a:moveTo>
                  <a:cubicBezTo>
                    <a:pt x="0" y="1"/>
                    <a:pt x="19" y="11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6" name="Freeform 817">
              <a:extLst>
                <a:ext uri="{FF2B5EF4-FFF2-40B4-BE49-F238E27FC236}">
                  <a16:creationId xmlns:a16="http://schemas.microsoft.com/office/drawing/2014/main" id="{8F290258-3B35-4E17-98D6-D960A5CBE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033"/>
              <a:ext cx="22" cy="16"/>
            </a:xfrm>
            <a:custGeom>
              <a:avLst/>
              <a:gdLst>
                <a:gd name="T0" fmla="*/ 53 w 10"/>
                <a:gd name="T1" fmla="*/ 0 h 7"/>
                <a:gd name="T2" fmla="*/ 44 w 10"/>
                <a:gd name="T3" fmla="*/ 73 h 7"/>
                <a:gd name="T4" fmla="*/ 64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5" y="0"/>
                  </a:moveTo>
                  <a:cubicBezTo>
                    <a:pt x="1" y="0"/>
                    <a:pt x="0" y="5"/>
                    <a:pt x="4" y="6"/>
                  </a:cubicBezTo>
                  <a:cubicBezTo>
                    <a:pt x="9" y="7"/>
                    <a:pt x="10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7" name="Freeform 818">
              <a:extLst>
                <a:ext uri="{FF2B5EF4-FFF2-40B4-BE49-F238E27FC236}">
                  <a16:creationId xmlns:a16="http://schemas.microsoft.com/office/drawing/2014/main" id="{140D4C62-0D34-4F65-8A37-0FE83AF90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443"/>
              <a:ext cx="24" cy="23"/>
            </a:xfrm>
            <a:custGeom>
              <a:avLst/>
              <a:gdLst>
                <a:gd name="T0" fmla="*/ 44 w 11"/>
                <a:gd name="T1" fmla="*/ 12 h 10"/>
                <a:gd name="T2" fmla="*/ 72 w 11"/>
                <a:gd name="T3" fmla="*/ 94 h 10"/>
                <a:gd name="T4" fmla="*/ 61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1"/>
                  </a:moveTo>
                  <a:cubicBezTo>
                    <a:pt x="0" y="4"/>
                    <a:pt x="3" y="10"/>
                    <a:pt x="7" y="8"/>
                  </a:cubicBezTo>
                  <a:cubicBezTo>
                    <a:pt x="11" y="6"/>
                    <a:pt x="9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8" name="Freeform 819">
              <a:extLst>
                <a:ext uri="{FF2B5EF4-FFF2-40B4-BE49-F238E27FC236}">
                  <a16:creationId xmlns:a16="http://schemas.microsoft.com/office/drawing/2014/main" id="{8DB08E28-F776-4E5D-8F4E-1F24F6F7D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457"/>
              <a:ext cx="11" cy="12"/>
            </a:xfrm>
            <a:custGeom>
              <a:avLst/>
              <a:gdLst>
                <a:gd name="T0" fmla="*/ 9 w 5"/>
                <a:gd name="T1" fmla="*/ 0 h 5"/>
                <a:gd name="T2" fmla="*/ 20 w 5"/>
                <a:gd name="T3" fmla="*/ 70 h 5"/>
                <a:gd name="T4" fmla="*/ 53 w 5"/>
                <a:gd name="T5" fmla="*/ 12 h 5"/>
                <a:gd name="T6" fmla="*/ 20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3" y="4"/>
                    <a:pt x="4" y="3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9" name="Freeform 820">
              <a:extLst>
                <a:ext uri="{FF2B5EF4-FFF2-40B4-BE49-F238E27FC236}">
                  <a16:creationId xmlns:a16="http://schemas.microsoft.com/office/drawing/2014/main" id="{611AC496-FE85-4757-BC1B-0B9EF3477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466"/>
              <a:ext cx="24" cy="17"/>
            </a:xfrm>
            <a:custGeom>
              <a:avLst/>
              <a:gdLst>
                <a:gd name="T0" fmla="*/ 61 w 11"/>
                <a:gd name="T1" fmla="*/ 0 h 7"/>
                <a:gd name="T2" fmla="*/ 61 w 11"/>
                <a:gd name="T3" fmla="*/ 100 h 7"/>
                <a:gd name="T4" fmla="*/ 72 w 11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6" y="0"/>
                  </a:moveTo>
                  <a:cubicBezTo>
                    <a:pt x="1" y="0"/>
                    <a:pt x="0" y="7"/>
                    <a:pt x="6" y="7"/>
                  </a:cubicBezTo>
                  <a:cubicBezTo>
                    <a:pt x="10" y="7"/>
                    <a:pt x="11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0" name="Freeform 821">
              <a:extLst>
                <a:ext uri="{FF2B5EF4-FFF2-40B4-BE49-F238E27FC236}">
                  <a16:creationId xmlns:a16="http://schemas.microsoft.com/office/drawing/2014/main" id="{D010A7A5-FDEE-4AAC-843E-FF5D04AD7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490"/>
              <a:ext cx="9" cy="7"/>
            </a:xfrm>
            <a:custGeom>
              <a:avLst/>
              <a:gdLst>
                <a:gd name="T0" fmla="*/ 11 w 4"/>
                <a:gd name="T1" fmla="*/ 0 h 3"/>
                <a:gd name="T2" fmla="*/ 0 w 4"/>
                <a:gd name="T3" fmla="*/ 37 h 3"/>
                <a:gd name="T4" fmla="*/ 2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4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1" name="Freeform 822">
              <a:extLst>
                <a:ext uri="{FF2B5EF4-FFF2-40B4-BE49-F238E27FC236}">
                  <a16:creationId xmlns:a16="http://schemas.microsoft.com/office/drawing/2014/main" id="{45C14762-F2E6-4617-A034-B1F4183BD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332"/>
              <a:ext cx="14" cy="14"/>
            </a:xfrm>
            <a:custGeom>
              <a:avLst/>
              <a:gdLst>
                <a:gd name="T0" fmla="*/ 37 w 6"/>
                <a:gd name="T1" fmla="*/ 0 h 6"/>
                <a:gd name="T2" fmla="*/ 0 w 6"/>
                <a:gd name="T3" fmla="*/ 65 h 6"/>
                <a:gd name="T4" fmla="*/ 77 w 6"/>
                <a:gd name="T5" fmla="*/ 49 h 6"/>
                <a:gd name="T6" fmla="*/ 49 w 6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2" y="6"/>
                    <a:pt x="5" y="5"/>
                    <a:pt x="6" y="4"/>
                  </a:cubicBezTo>
                  <a:cubicBezTo>
                    <a:pt x="5" y="3"/>
                    <a:pt x="5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2" name="Freeform 823">
              <a:extLst>
                <a:ext uri="{FF2B5EF4-FFF2-40B4-BE49-F238E27FC236}">
                  <a16:creationId xmlns:a16="http://schemas.microsoft.com/office/drawing/2014/main" id="{BAAD9BB1-FA38-4E64-BC86-A8C1E58D3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286"/>
              <a:ext cx="17" cy="20"/>
            </a:xfrm>
            <a:custGeom>
              <a:avLst/>
              <a:gdLst>
                <a:gd name="T0" fmla="*/ 28 w 8"/>
                <a:gd name="T1" fmla="*/ 0 h 9"/>
                <a:gd name="T2" fmla="*/ 49 w 8"/>
                <a:gd name="T3" fmla="*/ 80 h 9"/>
                <a:gd name="T4" fmla="*/ 49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0" y="3"/>
                    <a:pt x="0" y="9"/>
                    <a:pt x="5" y="7"/>
                  </a:cubicBezTo>
                  <a:cubicBezTo>
                    <a:pt x="8" y="6"/>
                    <a:pt x="8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3" name="Freeform 824">
              <a:extLst>
                <a:ext uri="{FF2B5EF4-FFF2-40B4-BE49-F238E27FC236}">
                  <a16:creationId xmlns:a16="http://schemas.microsoft.com/office/drawing/2014/main" id="{1718B809-317D-4416-B84C-E01E0D26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283"/>
              <a:ext cx="20" cy="12"/>
            </a:xfrm>
            <a:custGeom>
              <a:avLst/>
              <a:gdLst>
                <a:gd name="T0" fmla="*/ 53 w 9"/>
                <a:gd name="T1" fmla="*/ 0 h 5"/>
                <a:gd name="T2" fmla="*/ 44 w 9"/>
                <a:gd name="T3" fmla="*/ 70 h 5"/>
                <a:gd name="T4" fmla="*/ 64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5" y="0"/>
                  </a:moveTo>
                  <a:cubicBezTo>
                    <a:pt x="2" y="1"/>
                    <a:pt x="0" y="4"/>
                    <a:pt x="4" y="5"/>
                  </a:cubicBezTo>
                  <a:cubicBezTo>
                    <a:pt x="7" y="5"/>
                    <a:pt x="9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4" name="Freeform 825">
              <a:extLst>
                <a:ext uri="{FF2B5EF4-FFF2-40B4-BE49-F238E27FC236}">
                  <a16:creationId xmlns:a16="http://schemas.microsoft.com/office/drawing/2014/main" id="{C181AC54-2CAB-40A3-B994-FB1FBA1C6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302"/>
              <a:ext cx="9" cy="7"/>
            </a:xfrm>
            <a:custGeom>
              <a:avLst/>
              <a:gdLst>
                <a:gd name="T0" fmla="*/ 11 w 4"/>
                <a:gd name="T1" fmla="*/ 12 h 3"/>
                <a:gd name="T2" fmla="*/ 11 w 4"/>
                <a:gd name="T3" fmla="*/ 37 h 3"/>
                <a:gd name="T4" fmla="*/ 2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5" name="Freeform 826">
              <a:extLst>
                <a:ext uri="{FF2B5EF4-FFF2-40B4-BE49-F238E27FC236}">
                  <a16:creationId xmlns:a16="http://schemas.microsoft.com/office/drawing/2014/main" id="{975B6CDF-E3C5-4E42-974C-9F8F3EDDC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170"/>
              <a:ext cx="21" cy="23"/>
            </a:xfrm>
            <a:custGeom>
              <a:avLst/>
              <a:gdLst>
                <a:gd name="T0" fmla="*/ 67 w 10"/>
                <a:gd name="T1" fmla="*/ 12 h 10"/>
                <a:gd name="T2" fmla="*/ 67 w 10"/>
                <a:gd name="T3" fmla="*/ 85 h 10"/>
                <a:gd name="T4" fmla="*/ 76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1"/>
                  </a:moveTo>
                  <a:cubicBezTo>
                    <a:pt x="0" y="0"/>
                    <a:pt x="1" y="10"/>
                    <a:pt x="7" y="7"/>
                  </a:cubicBezTo>
                  <a:cubicBezTo>
                    <a:pt x="10" y="6"/>
                    <a:pt x="10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6" name="Freeform 827">
              <a:extLst>
                <a:ext uri="{FF2B5EF4-FFF2-40B4-BE49-F238E27FC236}">
                  <a16:creationId xmlns:a16="http://schemas.microsoft.com/office/drawing/2014/main" id="{ABB8D027-2D17-4F0C-B63C-268EE099B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172"/>
              <a:ext cx="11" cy="9"/>
            </a:xfrm>
            <a:custGeom>
              <a:avLst/>
              <a:gdLst>
                <a:gd name="T0" fmla="*/ 9 w 5"/>
                <a:gd name="T1" fmla="*/ 0 h 4"/>
                <a:gd name="T2" fmla="*/ 9 w 5"/>
                <a:gd name="T3" fmla="*/ 36 h 4"/>
                <a:gd name="T4" fmla="*/ 3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4" y="4"/>
                    <a:pt x="5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7" name="Freeform 828">
              <a:extLst>
                <a:ext uri="{FF2B5EF4-FFF2-40B4-BE49-F238E27FC236}">
                  <a16:creationId xmlns:a16="http://schemas.microsoft.com/office/drawing/2014/main" id="{96613649-F64D-4D90-AA54-57C68C48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072"/>
              <a:ext cx="22" cy="14"/>
            </a:xfrm>
            <a:custGeom>
              <a:avLst/>
              <a:gdLst>
                <a:gd name="T0" fmla="*/ 53 w 10"/>
                <a:gd name="T1" fmla="*/ 12 h 6"/>
                <a:gd name="T2" fmla="*/ 64 w 10"/>
                <a:gd name="T3" fmla="*/ 77 h 6"/>
                <a:gd name="T4" fmla="*/ 64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1"/>
                  </a:moveTo>
                  <a:cubicBezTo>
                    <a:pt x="0" y="2"/>
                    <a:pt x="3" y="6"/>
                    <a:pt x="6" y="6"/>
                  </a:cubicBezTo>
                  <a:cubicBezTo>
                    <a:pt x="10" y="6"/>
                    <a:pt x="9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8" name="Freeform 829">
              <a:extLst>
                <a:ext uri="{FF2B5EF4-FFF2-40B4-BE49-F238E27FC236}">
                  <a16:creationId xmlns:a16="http://schemas.microsoft.com/office/drawing/2014/main" id="{E902CFCC-FA20-4FCE-BE41-A0BBB5CB1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084"/>
              <a:ext cx="18" cy="18"/>
            </a:xfrm>
            <a:custGeom>
              <a:avLst/>
              <a:gdLst>
                <a:gd name="T0" fmla="*/ 56 w 8"/>
                <a:gd name="T1" fmla="*/ 0 h 8"/>
                <a:gd name="T2" fmla="*/ 36 w 8"/>
                <a:gd name="T3" fmla="*/ 72 h 8"/>
                <a:gd name="T4" fmla="*/ 72 w 8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6" y="8"/>
                    <a:pt x="8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9" name="Freeform 830">
              <a:extLst>
                <a:ext uri="{FF2B5EF4-FFF2-40B4-BE49-F238E27FC236}">
                  <a16:creationId xmlns:a16="http://schemas.microsoft.com/office/drawing/2014/main" id="{1E7106CC-2A60-42DF-831C-DD7D91A1F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942"/>
              <a:ext cx="26" cy="26"/>
            </a:xfrm>
            <a:custGeom>
              <a:avLst/>
              <a:gdLst>
                <a:gd name="T0" fmla="*/ 20 w 12"/>
                <a:gd name="T1" fmla="*/ 95 h 11"/>
                <a:gd name="T2" fmla="*/ 80 w 12"/>
                <a:gd name="T3" fmla="*/ 118 h 11"/>
                <a:gd name="T4" fmla="*/ 33 w 12"/>
                <a:gd name="T5" fmla="*/ 5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7"/>
                  </a:moveTo>
                  <a:cubicBezTo>
                    <a:pt x="0" y="11"/>
                    <a:pt x="6" y="11"/>
                    <a:pt x="8" y="9"/>
                  </a:cubicBezTo>
                  <a:cubicBezTo>
                    <a:pt x="12" y="4"/>
                    <a:pt x="6" y="0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0" name="Freeform 831">
              <a:extLst>
                <a:ext uri="{FF2B5EF4-FFF2-40B4-BE49-F238E27FC236}">
                  <a16:creationId xmlns:a16="http://schemas.microsoft.com/office/drawing/2014/main" id="{B81843F9-A6DF-40DF-9E4F-F520D9FAE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968"/>
              <a:ext cx="6" cy="7"/>
            </a:xfrm>
            <a:custGeom>
              <a:avLst/>
              <a:gdLst>
                <a:gd name="T0" fmla="*/ 0 w 3"/>
                <a:gd name="T1" fmla="*/ 12 h 3"/>
                <a:gd name="T2" fmla="*/ 24 w 3"/>
                <a:gd name="T3" fmla="*/ 12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3"/>
                    <a:pt x="2" y="3"/>
                    <a:pt x="3" y="1"/>
                  </a:cubicBezTo>
                  <a:cubicBezTo>
                    <a:pt x="3" y="0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1" name="Freeform 832">
              <a:extLst>
                <a:ext uri="{FF2B5EF4-FFF2-40B4-BE49-F238E27FC236}">
                  <a16:creationId xmlns:a16="http://schemas.microsoft.com/office/drawing/2014/main" id="{3D939D11-151C-4A82-B25A-5C76ADF0F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933"/>
              <a:ext cx="8" cy="9"/>
            </a:xfrm>
            <a:custGeom>
              <a:avLst/>
              <a:gdLst>
                <a:gd name="T0" fmla="*/ 24 w 4"/>
                <a:gd name="T1" fmla="*/ 0 h 4"/>
                <a:gd name="T2" fmla="*/ 0 w 4"/>
                <a:gd name="T3" fmla="*/ 25 h 4"/>
                <a:gd name="T4" fmla="*/ 32 w 4"/>
                <a:gd name="T5" fmla="*/ 11 h 4"/>
                <a:gd name="T6" fmla="*/ 8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4"/>
                    <a:pt x="3" y="3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2" name="Freeform 833">
              <a:extLst>
                <a:ext uri="{FF2B5EF4-FFF2-40B4-BE49-F238E27FC236}">
                  <a16:creationId xmlns:a16="http://schemas.microsoft.com/office/drawing/2014/main" id="{3EDF2EB9-B721-4596-8EDB-238391B9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935"/>
              <a:ext cx="13" cy="35"/>
            </a:xfrm>
            <a:custGeom>
              <a:avLst/>
              <a:gdLst>
                <a:gd name="T0" fmla="*/ 33 w 6"/>
                <a:gd name="T1" fmla="*/ 77 h 15"/>
                <a:gd name="T2" fmla="*/ 0 w 6"/>
                <a:gd name="T3" fmla="*/ 114 h 15"/>
                <a:gd name="T4" fmla="*/ 20 w 6"/>
                <a:gd name="T5" fmla="*/ 8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3" y="6"/>
                  </a:moveTo>
                  <a:cubicBezTo>
                    <a:pt x="2" y="7"/>
                    <a:pt x="1" y="8"/>
                    <a:pt x="0" y="9"/>
                  </a:cubicBezTo>
                  <a:cubicBezTo>
                    <a:pt x="6" y="15"/>
                    <a:pt x="6" y="0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3" name="Freeform 834">
              <a:extLst>
                <a:ext uri="{FF2B5EF4-FFF2-40B4-BE49-F238E27FC236}">
                  <a16:creationId xmlns:a16="http://schemas.microsoft.com/office/drawing/2014/main" id="{5E504504-A8F8-45C7-8D66-28E2053C2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049"/>
              <a:ext cx="11" cy="14"/>
            </a:xfrm>
            <a:custGeom>
              <a:avLst/>
              <a:gdLst>
                <a:gd name="T0" fmla="*/ 9 w 5"/>
                <a:gd name="T1" fmla="*/ 0 h 6"/>
                <a:gd name="T2" fmla="*/ 9 w 5"/>
                <a:gd name="T3" fmla="*/ 77 h 6"/>
                <a:gd name="T4" fmla="*/ 44 w 5"/>
                <a:gd name="T5" fmla="*/ 0 h 6"/>
                <a:gd name="T6" fmla="*/ 20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6"/>
                    <a:pt x="5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4" name="Freeform 835">
              <a:extLst>
                <a:ext uri="{FF2B5EF4-FFF2-40B4-BE49-F238E27FC236}">
                  <a16:creationId xmlns:a16="http://schemas.microsoft.com/office/drawing/2014/main" id="{707C114D-8D87-4876-9BE9-069BF48EA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450"/>
              <a:ext cx="13" cy="16"/>
            </a:xfrm>
            <a:custGeom>
              <a:avLst/>
              <a:gdLst>
                <a:gd name="T0" fmla="*/ 9 w 6"/>
                <a:gd name="T1" fmla="*/ 25 h 7"/>
                <a:gd name="T2" fmla="*/ 9 w 6"/>
                <a:gd name="T3" fmla="*/ 85 h 7"/>
                <a:gd name="T4" fmla="*/ 9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4" y="6"/>
                    <a:pt x="6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5" name="Freeform 836">
              <a:extLst>
                <a:ext uri="{FF2B5EF4-FFF2-40B4-BE49-F238E27FC236}">
                  <a16:creationId xmlns:a16="http://schemas.microsoft.com/office/drawing/2014/main" id="{E4380CB6-E9B7-4CC0-A00D-A270E752F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629"/>
              <a:ext cx="17" cy="23"/>
            </a:xfrm>
            <a:custGeom>
              <a:avLst/>
              <a:gdLst>
                <a:gd name="T0" fmla="*/ 19 w 8"/>
                <a:gd name="T1" fmla="*/ 28 h 10"/>
                <a:gd name="T2" fmla="*/ 68 w 8"/>
                <a:gd name="T3" fmla="*/ 64 h 10"/>
                <a:gd name="T4" fmla="*/ 28 w 8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2" y="2"/>
                  </a:moveTo>
                  <a:cubicBezTo>
                    <a:pt x="0" y="7"/>
                    <a:pt x="5" y="10"/>
                    <a:pt x="7" y="5"/>
                  </a:cubicBezTo>
                  <a:cubicBezTo>
                    <a:pt x="8" y="2"/>
                    <a:pt x="6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6" name="Freeform 837">
              <a:extLst>
                <a:ext uri="{FF2B5EF4-FFF2-40B4-BE49-F238E27FC236}">
                  <a16:creationId xmlns:a16="http://schemas.microsoft.com/office/drawing/2014/main" id="{DA976291-9313-4C16-BA42-C4E68995A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659"/>
              <a:ext cx="19" cy="18"/>
            </a:xfrm>
            <a:custGeom>
              <a:avLst/>
              <a:gdLst>
                <a:gd name="T0" fmla="*/ 57 w 9"/>
                <a:gd name="T1" fmla="*/ 0 h 8"/>
                <a:gd name="T2" fmla="*/ 49 w 9"/>
                <a:gd name="T3" fmla="*/ 72 h 8"/>
                <a:gd name="T4" fmla="*/ 57 w 9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2" y="2"/>
                    <a:pt x="0" y="8"/>
                    <a:pt x="5" y="6"/>
                  </a:cubicBezTo>
                  <a:cubicBezTo>
                    <a:pt x="8" y="5"/>
                    <a:pt x="9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7" name="Freeform 838">
              <a:extLst>
                <a:ext uri="{FF2B5EF4-FFF2-40B4-BE49-F238E27FC236}">
                  <a16:creationId xmlns:a16="http://schemas.microsoft.com/office/drawing/2014/main" id="{EB362387-7EAF-4583-925C-9A1F0F75A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638"/>
              <a:ext cx="20" cy="16"/>
            </a:xfrm>
            <a:custGeom>
              <a:avLst/>
              <a:gdLst>
                <a:gd name="T0" fmla="*/ 53 w 9"/>
                <a:gd name="T1" fmla="*/ 0 h 7"/>
                <a:gd name="T2" fmla="*/ 53 w 9"/>
                <a:gd name="T3" fmla="*/ 73 h 7"/>
                <a:gd name="T4" fmla="*/ 8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1"/>
                    <a:pt x="0" y="6"/>
                    <a:pt x="5" y="6"/>
                  </a:cubicBezTo>
                  <a:cubicBezTo>
                    <a:pt x="9" y="7"/>
                    <a:pt x="9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8" name="Freeform 839">
              <a:extLst>
                <a:ext uri="{FF2B5EF4-FFF2-40B4-BE49-F238E27FC236}">
                  <a16:creationId xmlns:a16="http://schemas.microsoft.com/office/drawing/2014/main" id="{B9595E86-3048-4DB1-BB8A-9CE2A1542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768"/>
              <a:ext cx="20" cy="23"/>
            </a:xfrm>
            <a:custGeom>
              <a:avLst/>
              <a:gdLst>
                <a:gd name="T0" fmla="*/ 20 w 9"/>
                <a:gd name="T1" fmla="*/ 28 h 10"/>
                <a:gd name="T2" fmla="*/ 9 w 9"/>
                <a:gd name="T3" fmla="*/ 94 h 10"/>
                <a:gd name="T4" fmla="*/ 53 w 9"/>
                <a:gd name="T5" fmla="*/ 0 h 10"/>
                <a:gd name="T6" fmla="*/ 44 w 9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2" y="2"/>
                  </a:moveTo>
                  <a:cubicBezTo>
                    <a:pt x="0" y="4"/>
                    <a:pt x="0" y="6"/>
                    <a:pt x="1" y="8"/>
                  </a:cubicBezTo>
                  <a:cubicBezTo>
                    <a:pt x="6" y="10"/>
                    <a:pt x="9" y="3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9" name="Freeform 840">
              <a:extLst>
                <a:ext uri="{FF2B5EF4-FFF2-40B4-BE49-F238E27FC236}">
                  <a16:creationId xmlns:a16="http://schemas.microsoft.com/office/drawing/2014/main" id="{7006E01C-38D3-4E7A-A847-55D60DD24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828"/>
              <a:ext cx="15" cy="16"/>
            </a:xfrm>
            <a:custGeom>
              <a:avLst/>
              <a:gdLst>
                <a:gd name="T0" fmla="*/ 28 w 7"/>
                <a:gd name="T1" fmla="*/ 0 h 7"/>
                <a:gd name="T2" fmla="*/ 9 w 7"/>
                <a:gd name="T3" fmla="*/ 85 h 7"/>
                <a:gd name="T4" fmla="*/ 41 w 7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1"/>
                    <a:pt x="0" y="5"/>
                    <a:pt x="1" y="7"/>
                  </a:cubicBezTo>
                  <a:cubicBezTo>
                    <a:pt x="5" y="7"/>
                    <a:pt x="7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0" name="Freeform 841">
              <a:extLst>
                <a:ext uri="{FF2B5EF4-FFF2-40B4-BE49-F238E27FC236}">
                  <a16:creationId xmlns:a16="http://schemas.microsoft.com/office/drawing/2014/main" id="{58B8C2E2-E251-42DC-929B-9AF0212B5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789"/>
              <a:ext cx="13" cy="11"/>
            </a:xfrm>
            <a:custGeom>
              <a:avLst/>
              <a:gdLst>
                <a:gd name="T0" fmla="*/ 33 w 6"/>
                <a:gd name="T1" fmla="*/ 0 h 5"/>
                <a:gd name="T2" fmla="*/ 9 w 6"/>
                <a:gd name="T3" fmla="*/ 44 h 5"/>
                <a:gd name="T4" fmla="*/ 52 w 6"/>
                <a:gd name="T5" fmla="*/ 9 h 5"/>
                <a:gd name="T6" fmla="*/ 43 w 6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5"/>
                    <a:pt x="6" y="3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1" name="Freeform 842">
              <a:extLst>
                <a:ext uri="{FF2B5EF4-FFF2-40B4-BE49-F238E27FC236}">
                  <a16:creationId xmlns:a16="http://schemas.microsoft.com/office/drawing/2014/main" id="{40139FB1-1E06-4F20-AE17-93779BE6C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882"/>
              <a:ext cx="13" cy="18"/>
            </a:xfrm>
            <a:custGeom>
              <a:avLst/>
              <a:gdLst>
                <a:gd name="T0" fmla="*/ 20 w 6"/>
                <a:gd name="T1" fmla="*/ 0 h 8"/>
                <a:gd name="T2" fmla="*/ 43 w 6"/>
                <a:gd name="T3" fmla="*/ 56 h 8"/>
                <a:gd name="T4" fmla="*/ 33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0" y="2"/>
                    <a:pt x="0" y="8"/>
                    <a:pt x="4" y="5"/>
                  </a:cubicBezTo>
                  <a:cubicBezTo>
                    <a:pt x="6" y="4"/>
                    <a:pt x="5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2" name="Freeform 843">
              <a:extLst>
                <a:ext uri="{FF2B5EF4-FFF2-40B4-BE49-F238E27FC236}">
                  <a16:creationId xmlns:a16="http://schemas.microsoft.com/office/drawing/2014/main" id="{41229075-304E-4704-9F67-B333AB1D9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09"/>
              <a:ext cx="22" cy="19"/>
            </a:xfrm>
            <a:custGeom>
              <a:avLst/>
              <a:gdLst>
                <a:gd name="T0" fmla="*/ 53 w 10"/>
                <a:gd name="T1" fmla="*/ 0 h 8"/>
                <a:gd name="T2" fmla="*/ 44 w 10"/>
                <a:gd name="T3" fmla="*/ 95 h 8"/>
                <a:gd name="T4" fmla="*/ 53 w 10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1" y="0"/>
                    <a:pt x="0" y="6"/>
                    <a:pt x="4" y="7"/>
                  </a:cubicBezTo>
                  <a:cubicBezTo>
                    <a:pt x="8" y="8"/>
                    <a:pt x="10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3" name="Freeform 844">
              <a:extLst>
                <a:ext uri="{FF2B5EF4-FFF2-40B4-BE49-F238E27FC236}">
                  <a16:creationId xmlns:a16="http://schemas.microsoft.com/office/drawing/2014/main" id="{4BBC4319-7DC4-41AD-BBE9-556C596EC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462"/>
              <a:ext cx="15" cy="16"/>
            </a:xfrm>
            <a:custGeom>
              <a:avLst/>
              <a:gdLst>
                <a:gd name="T0" fmla="*/ 9 w 7"/>
                <a:gd name="T1" fmla="*/ 57 h 7"/>
                <a:gd name="T2" fmla="*/ 9 w 7"/>
                <a:gd name="T3" fmla="*/ 85 h 7"/>
                <a:gd name="T4" fmla="*/ 41 w 7"/>
                <a:gd name="T5" fmla="*/ 0 h 7"/>
                <a:gd name="T6" fmla="*/ 0 w 7"/>
                <a:gd name="T7" fmla="*/ 4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0" y="6"/>
                    <a:pt x="0" y="7"/>
                    <a:pt x="1" y="7"/>
                  </a:cubicBezTo>
                  <a:cubicBezTo>
                    <a:pt x="5" y="7"/>
                    <a:pt x="7" y="3"/>
                    <a:pt x="4" y="0"/>
                  </a:cubicBezTo>
                  <a:cubicBezTo>
                    <a:pt x="4" y="2"/>
                    <a:pt x="2" y="4"/>
                    <a:pt x="0" y="4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4" name="Freeform 845">
              <a:extLst>
                <a:ext uri="{FF2B5EF4-FFF2-40B4-BE49-F238E27FC236}">
                  <a16:creationId xmlns:a16="http://schemas.microsoft.com/office/drawing/2014/main" id="{6BF83BFA-0C10-4A6A-9FB8-07A2E5BF2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473"/>
              <a:ext cx="26" cy="31"/>
            </a:xfrm>
            <a:custGeom>
              <a:avLst/>
              <a:gdLst>
                <a:gd name="T0" fmla="*/ 9 w 12"/>
                <a:gd name="T1" fmla="*/ 98 h 13"/>
                <a:gd name="T2" fmla="*/ 104 w 12"/>
                <a:gd name="T3" fmla="*/ 0 h 13"/>
                <a:gd name="T4" fmla="*/ 0 w 12"/>
                <a:gd name="T5" fmla="*/ 6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" y="7"/>
                  </a:moveTo>
                  <a:cubicBezTo>
                    <a:pt x="6" y="13"/>
                    <a:pt x="12" y="5"/>
                    <a:pt x="10" y="0"/>
                  </a:cubicBezTo>
                  <a:cubicBezTo>
                    <a:pt x="8" y="3"/>
                    <a:pt x="5" y="9"/>
                    <a:pt x="0" y="5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5" name="Freeform 846">
              <a:extLst>
                <a:ext uri="{FF2B5EF4-FFF2-40B4-BE49-F238E27FC236}">
                  <a16:creationId xmlns:a16="http://schemas.microsoft.com/office/drawing/2014/main" id="{96EE5E16-AF46-4B69-A66A-923C354ED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487"/>
              <a:ext cx="24" cy="28"/>
            </a:xfrm>
            <a:custGeom>
              <a:avLst/>
              <a:gdLst>
                <a:gd name="T0" fmla="*/ 0 w 11"/>
                <a:gd name="T1" fmla="*/ 103 h 12"/>
                <a:gd name="T2" fmla="*/ 61 w 11"/>
                <a:gd name="T3" fmla="*/ 0 h 12"/>
                <a:gd name="T4" fmla="*/ 9 w 11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8"/>
                  </a:moveTo>
                  <a:cubicBezTo>
                    <a:pt x="5" y="12"/>
                    <a:pt x="11" y="4"/>
                    <a:pt x="6" y="0"/>
                  </a:cubicBezTo>
                  <a:cubicBezTo>
                    <a:pt x="4" y="2"/>
                    <a:pt x="4" y="5"/>
                    <a:pt x="1" y="6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6" name="Freeform 847">
              <a:extLst>
                <a:ext uri="{FF2B5EF4-FFF2-40B4-BE49-F238E27FC236}">
                  <a16:creationId xmlns:a16="http://schemas.microsoft.com/office/drawing/2014/main" id="{A9C6A636-C2A5-4F8B-8530-AA70C5A97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645"/>
              <a:ext cx="18" cy="28"/>
            </a:xfrm>
            <a:custGeom>
              <a:avLst/>
              <a:gdLst>
                <a:gd name="T0" fmla="*/ 0 w 8"/>
                <a:gd name="T1" fmla="*/ 86 h 12"/>
                <a:gd name="T2" fmla="*/ 56 w 8"/>
                <a:gd name="T3" fmla="*/ 0 h 12"/>
                <a:gd name="T4" fmla="*/ 11 w 8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7"/>
                  </a:moveTo>
                  <a:cubicBezTo>
                    <a:pt x="4" y="12"/>
                    <a:pt x="8" y="4"/>
                    <a:pt x="5" y="0"/>
                  </a:cubicBezTo>
                  <a:cubicBezTo>
                    <a:pt x="4" y="3"/>
                    <a:pt x="3" y="5"/>
                    <a:pt x="1" y="6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7" name="Freeform 848">
              <a:extLst>
                <a:ext uri="{FF2B5EF4-FFF2-40B4-BE49-F238E27FC236}">
                  <a16:creationId xmlns:a16="http://schemas.microsoft.com/office/drawing/2014/main" id="{7EBBA166-E9F5-4B59-8E11-02E94DEF9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675"/>
              <a:ext cx="17" cy="26"/>
            </a:xfrm>
            <a:custGeom>
              <a:avLst/>
              <a:gdLst>
                <a:gd name="T0" fmla="*/ 0 w 8"/>
                <a:gd name="T1" fmla="*/ 118 h 11"/>
                <a:gd name="T2" fmla="*/ 19 w 8"/>
                <a:gd name="T3" fmla="*/ 144 h 11"/>
                <a:gd name="T4" fmla="*/ 60 w 8"/>
                <a:gd name="T5" fmla="*/ 0 h 11"/>
                <a:gd name="T6" fmla="*/ 0 w 8"/>
                <a:gd name="T7" fmla="*/ 9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9"/>
                  </a:moveTo>
                  <a:cubicBezTo>
                    <a:pt x="0" y="10"/>
                    <a:pt x="1" y="11"/>
                    <a:pt x="2" y="11"/>
                  </a:cubicBezTo>
                  <a:cubicBezTo>
                    <a:pt x="6" y="9"/>
                    <a:pt x="8" y="4"/>
                    <a:pt x="6" y="0"/>
                  </a:cubicBezTo>
                  <a:cubicBezTo>
                    <a:pt x="6" y="4"/>
                    <a:pt x="4" y="6"/>
                    <a:pt x="0" y="7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8" name="Freeform 849">
              <a:extLst>
                <a:ext uri="{FF2B5EF4-FFF2-40B4-BE49-F238E27FC236}">
                  <a16:creationId xmlns:a16="http://schemas.microsoft.com/office/drawing/2014/main" id="{691C7CF8-F2CF-4ED4-A7A9-B3FFBF2FA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652"/>
              <a:ext cx="15" cy="21"/>
            </a:xfrm>
            <a:custGeom>
              <a:avLst/>
              <a:gdLst>
                <a:gd name="T0" fmla="*/ 9 w 7"/>
                <a:gd name="T1" fmla="*/ 86 h 9"/>
                <a:gd name="T2" fmla="*/ 51 w 7"/>
                <a:gd name="T3" fmla="*/ 0 h 9"/>
                <a:gd name="T4" fmla="*/ 0 w 7"/>
                <a:gd name="T5" fmla="*/ 6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7"/>
                  </a:moveTo>
                  <a:cubicBezTo>
                    <a:pt x="6" y="9"/>
                    <a:pt x="7" y="3"/>
                    <a:pt x="5" y="0"/>
                  </a:cubicBezTo>
                  <a:cubicBezTo>
                    <a:pt x="3" y="2"/>
                    <a:pt x="2" y="4"/>
                    <a:pt x="0" y="5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9" name="Freeform 850">
              <a:extLst>
                <a:ext uri="{FF2B5EF4-FFF2-40B4-BE49-F238E27FC236}">
                  <a16:creationId xmlns:a16="http://schemas.microsoft.com/office/drawing/2014/main" id="{9980556D-1B9D-4A59-9A45-71422EB33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784"/>
              <a:ext cx="13" cy="30"/>
            </a:xfrm>
            <a:custGeom>
              <a:avLst/>
              <a:gdLst>
                <a:gd name="T0" fmla="*/ 0 w 6"/>
                <a:gd name="T1" fmla="*/ 85 h 13"/>
                <a:gd name="T2" fmla="*/ 52 w 6"/>
                <a:gd name="T3" fmla="*/ 0 h 13"/>
                <a:gd name="T4" fmla="*/ 0 w 6"/>
                <a:gd name="T5" fmla="*/ 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0" y="7"/>
                  </a:moveTo>
                  <a:cubicBezTo>
                    <a:pt x="0" y="13"/>
                    <a:pt x="6" y="6"/>
                    <a:pt x="5" y="0"/>
                  </a:cubicBezTo>
                  <a:cubicBezTo>
                    <a:pt x="4" y="2"/>
                    <a:pt x="3" y="5"/>
                    <a:pt x="0" y="5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0" name="Freeform 851">
              <a:extLst>
                <a:ext uri="{FF2B5EF4-FFF2-40B4-BE49-F238E27FC236}">
                  <a16:creationId xmlns:a16="http://schemas.microsoft.com/office/drawing/2014/main" id="{5C2F550F-8C13-4139-9936-86959DBA4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842"/>
              <a:ext cx="20" cy="33"/>
            </a:xfrm>
            <a:custGeom>
              <a:avLst/>
              <a:gdLst>
                <a:gd name="T0" fmla="*/ 9 w 9"/>
                <a:gd name="T1" fmla="*/ 118 h 14"/>
                <a:gd name="T2" fmla="*/ 64 w 9"/>
                <a:gd name="T3" fmla="*/ 0 h 14"/>
                <a:gd name="T4" fmla="*/ 0 w 9"/>
                <a:gd name="T5" fmla="*/ 10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1" y="9"/>
                  </a:moveTo>
                  <a:cubicBezTo>
                    <a:pt x="5" y="14"/>
                    <a:pt x="9" y="4"/>
                    <a:pt x="6" y="0"/>
                  </a:cubicBezTo>
                  <a:cubicBezTo>
                    <a:pt x="4" y="3"/>
                    <a:pt x="3" y="6"/>
                    <a:pt x="0" y="8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1" name="Freeform 852">
              <a:extLst>
                <a:ext uri="{FF2B5EF4-FFF2-40B4-BE49-F238E27FC236}">
                  <a16:creationId xmlns:a16="http://schemas.microsoft.com/office/drawing/2014/main" id="{916D46EF-BE74-4A01-BB7D-C6AA0DC7A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03"/>
              <a:ext cx="19" cy="16"/>
            </a:xfrm>
            <a:custGeom>
              <a:avLst/>
              <a:gdLst>
                <a:gd name="T0" fmla="*/ 8 w 9"/>
                <a:gd name="T1" fmla="*/ 85 h 7"/>
                <a:gd name="T2" fmla="*/ 49 w 9"/>
                <a:gd name="T3" fmla="*/ 0 h 7"/>
                <a:gd name="T4" fmla="*/ 0 w 9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4" y="7"/>
                    <a:pt x="9" y="2"/>
                    <a:pt x="5" y="0"/>
                  </a:cubicBezTo>
                  <a:cubicBezTo>
                    <a:pt x="5" y="4"/>
                    <a:pt x="1" y="4"/>
                    <a:pt x="0" y="6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2" name="Freeform 853">
              <a:extLst>
                <a:ext uri="{FF2B5EF4-FFF2-40B4-BE49-F238E27FC236}">
                  <a16:creationId xmlns:a16="http://schemas.microsoft.com/office/drawing/2014/main" id="{02F7FDCB-A97F-4E85-B74D-09F375FDC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302"/>
              <a:ext cx="26" cy="30"/>
            </a:xfrm>
            <a:custGeom>
              <a:avLst/>
              <a:gdLst>
                <a:gd name="T0" fmla="*/ 0 w 12"/>
                <a:gd name="T1" fmla="*/ 85 h 13"/>
                <a:gd name="T2" fmla="*/ 93 w 12"/>
                <a:gd name="T3" fmla="*/ 37 h 13"/>
                <a:gd name="T4" fmla="*/ 33 w 12"/>
                <a:gd name="T5" fmla="*/ 7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2" y="13"/>
                    <a:pt x="12" y="8"/>
                    <a:pt x="9" y="3"/>
                  </a:cubicBezTo>
                  <a:cubicBezTo>
                    <a:pt x="7" y="0"/>
                    <a:pt x="5" y="5"/>
                    <a:pt x="3" y="6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3" name="Freeform 854">
              <a:extLst>
                <a:ext uri="{FF2B5EF4-FFF2-40B4-BE49-F238E27FC236}">
                  <a16:creationId xmlns:a16="http://schemas.microsoft.com/office/drawing/2014/main" id="{81D2D3DB-FE7F-49A5-BCFD-46D4D4214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228"/>
              <a:ext cx="19" cy="18"/>
            </a:xfrm>
            <a:custGeom>
              <a:avLst/>
              <a:gdLst>
                <a:gd name="T0" fmla="*/ 8 w 9"/>
                <a:gd name="T1" fmla="*/ 45 h 8"/>
                <a:gd name="T2" fmla="*/ 57 w 9"/>
                <a:gd name="T3" fmla="*/ 0 h 8"/>
                <a:gd name="T4" fmla="*/ 0 w 9"/>
                <a:gd name="T5" fmla="*/ 3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5" y="8"/>
                    <a:pt x="9" y="3"/>
                    <a:pt x="6" y="0"/>
                  </a:cubicBezTo>
                  <a:cubicBezTo>
                    <a:pt x="5" y="3"/>
                    <a:pt x="3" y="4"/>
                    <a:pt x="0" y="3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4" name="Freeform 855">
              <a:extLst>
                <a:ext uri="{FF2B5EF4-FFF2-40B4-BE49-F238E27FC236}">
                  <a16:creationId xmlns:a16="http://schemas.microsoft.com/office/drawing/2014/main" id="{2BDFA913-C991-41EC-B0D6-76D02EA8A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193"/>
              <a:ext cx="23" cy="25"/>
            </a:xfrm>
            <a:custGeom>
              <a:avLst/>
              <a:gdLst>
                <a:gd name="T0" fmla="*/ 0 w 11"/>
                <a:gd name="T1" fmla="*/ 57 h 11"/>
                <a:gd name="T2" fmla="*/ 65 w 11"/>
                <a:gd name="T3" fmla="*/ 0 h 11"/>
                <a:gd name="T4" fmla="*/ 8 w 11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11"/>
                    <a:pt x="11" y="7"/>
                    <a:pt x="7" y="0"/>
                  </a:cubicBezTo>
                  <a:cubicBezTo>
                    <a:pt x="5" y="2"/>
                    <a:pt x="5" y="6"/>
                    <a:pt x="1" y="5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5" name="Freeform 856">
              <a:extLst>
                <a:ext uri="{FF2B5EF4-FFF2-40B4-BE49-F238E27FC236}">
                  <a16:creationId xmlns:a16="http://schemas.microsoft.com/office/drawing/2014/main" id="{597B039E-070D-4E42-A1A7-743ED055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086"/>
              <a:ext cx="19" cy="35"/>
            </a:xfrm>
            <a:custGeom>
              <a:avLst/>
              <a:gdLst>
                <a:gd name="T0" fmla="*/ 0 w 9"/>
                <a:gd name="T1" fmla="*/ 86 h 15"/>
                <a:gd name="T2" fmla="*/ 68 w 9"/>
                <a:gd name="T3" fmla="*/ 0 h 15"/>
                <a:gd name="T4" fmla="*/ 8 w 9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7"/>
                  </a:moveTo>
                  <a:cubicBezTo>
                    <a:pt x="2" y="15"/>
                    <a:pt x="9" y="5"/>
                    <a:pt x="7" y="0"/>
                  </a:cubicBezTo>
                  <a:cubicBezTo>
                    <a:pt x="7" y="4"/>
                    <a:pt x="4" y="6"/>
                    <a:pt x="1" y="6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6" name="Freeform 857">
              <a:extLst>
                <a:ext uri="{FF2B5EF4-FFF2-40B4-BE49-F238E27FC236}">
                  <a16:creationId xmlns:a16="http://schemas.microsoft.com/office/drawing/2014/main" id="{1C560ECA-0C61-484E-85A0-DA382B437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098"/>
              <a:ext cx="22" cy="30"/>
            </a:xfrm>
            <a:custGeom>
              <a:avLst/>
              <a:gdLst>
                <a:gd name="T0" fmla="*/ 0 w 10"/>
                <a:gd name="T1" fmla="*/ 74 h 13"/>
                <a:gd name="T2" fmla="*/ 53 w 10"/>
                <a:gd name="T3" fmla="*/ 0 h 13"/>
                <a:gd name="T4" fmla="*/ 9 w 10"/>
                <a:gd name="T5" fmla="*/ 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6"/>
                  </a:moveTo>
                  <a:cubicBezTo>
                    <a:pt x="3" y="13"/>
                    <a:pt x="10" y="5"/>
                    <a:pt x="5" y="0"/>
                  </a:cubicBezTo>
                  <a:cubicBezTo>
                    <a:pt x="4" y="2"/>
                    <a:pt x="2" y="3"/>
                    <a:pt x="1" y="5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7" name="Freeform 858">
              <a:extLst>
                <a:ext uri="{FF2B5EF4-FFF2-40B4-BE49-F238E27FC236}">
                  <a16:creationId xmlns:a16="http://schemas.microsoft.com/office/drawing/2014/main" id="{1F21BC81-1A92-4C76-B9ED-545DB4681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970"/>
              <a:ext cx="33" cy="26"/>
            </a:xfrm>
            <a:custGeom>
              <a:avLst/>
              <a:gdLst>
                <a:gd name="T0" fmla="*/ 0 w 15"/>
                <a:gd name="T1" fmla="*/ 66 h 11"/>
                <a:gd name="T2" fmla="*/ 106 w 15"/>
                <a:gd name="T3" fmla="*/ 0 h 11"/>
                <a:gd name="T4" fmla="*/ 20 w 15"/>
                <a:gd name="T5" fmla="*/ 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5"/>
                  </a:moveTo>
                  <a:cubicBezTo>
                    <a:pt x="1" y="11"/>
                    <a:pt x="15" y="7"/>
                    <a:pt x="10" y="0"/>
                  </a:cubicBezTo>
                  <a:cubicBezTo>
                    <a:pt x="9" y="4"/>
                    <a:pt x="6" y="6"/>
                    <a:pt x="2" y="5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8" name="Freeform 859">
              <a:extLst>
                <a:ext uri="{FF2B5EF4-FFF2-40B4-BE49-F238E27FC236}">
                  <a16:creationId xmlns:a16="http://schemas.microsoft.com/office/drawing/2014/main" id="{D56F578F-60C0-461A-BA72-FD46632CE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961"/>
              <a:ext cx="20" cy="30"/>
            </a:xfrm>
            <a:custGeom>
              <a:avLst/>
              <a:gdLst>
                <a:gd name="T0" fmla="*/ 0 w 9"/>
                <a:gd name="T1" fmla="*/ 65 h 13"/>
                <a:gd name="T2" fmla="*/ 80 w 9"/>
                <a:gd name="T3" fmla="*/ 0 h 13"/>
                <a:gd name="T4" fmla="*/ 20 w 9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1" y="13"/>
                    <a:pt x="9" y="6"/>
                    <a:pt x="7" y="0"/>
                  </a:cubicBezTo>
                  <a:cubicBezTo>
                    <a:pt x="5" y="1"/>
                    <a:pt x="4" y="3"/>
                    <a:pt x="2" y="4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9" name="Freeform 860">
              <a:extLst>
                <a:ext uri="{FF2B5EF4-FFF2-40B4-BE49-F238E27FC236}">
                  <a16:creationId xmlns:a16="http://schemas.microsoft.com/office/drawing/2014/main" id="{14FF80C8-BB78-48C7-8EB6-ADF13E6D5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065"/>
              <a:ext cx="20" cy="19"/>
            </a:xfrm>
            <a:custGeom>
              <a:avLst/>
              <a:gdLst>
                <a:gd name="T0" fmla="*/ 0 w 9"/>
                <a:gd name="T1" fmla="*/ 12 h 8"/>
                <a:gd name="T2" fmla="*/ 80 w 9"/>
                <a:gd name="T3" fmla="*/ 0 h 8"/>
                <a:gd name="T4" fmla="*/ 9 w 9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1" y="8"/>
                    <a:pt x="9" y="5"/>
                    <a:pt x="7" y="0"/>
                  </a:cubicBezTo>
                  <a:cubicBezTo>
                    <a:pt x="6" y="3"/>
                    <a:pt x="3" y="5"/>
                    <a:pt x="1" y="3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0" name="Freeform 861">
              <a:extLst>
                <a:ext uri="{FF2B5EF4-FFF2-40B4-BE49-F238E27FC236}">
                  <a16:creationId xmlns:a16="http://schemas.microsoft.com/office/drawing/2014/main" id="{1BE5B8E4-5E71-499E-8D65-2C677EC65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945"/>
              <a:ext cx="13" cy="23"/>
            </a:xfrm>
            <a:custGeom>
              <a:avLst/>
              <a:gdLst>
                <a:gd name="T0" fmla="*/ 0 w 6"/>
                <a:gd name="T1" fmla="*/ 48 h 10"/>
                <a:gd name="T2" fmla="*/ 43 w 6"/>
                <a:gd name="T3" fmla="*/ 0 h 10"/>
                <a:gd name="T4" fmla="*/ 9 w 6"/>
                <a:gd name="T5" fmla="*/ 2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4"/>
                  </a:moveTo>
                  <a:cubicBezTo>
                    <a:pt x="1" y="10"/>
                    <a:pt x="6" y="5"/>
                    <a:pt x="4" y="0"/>
                  </a:cubicBezTo>
                  <a:cubicBezTo>
                    <a:pt x="3" y="1"/>
                    <a:pt x="1" y="2"/>
                    <a:pt x="1" y="2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1" name="Freeform 862">
              <a:extLst>
                <a:ext uri="{FF2B5EF4-FFF2-40B4-BE49-F238E27FC236}">
                  <a16:creationId xmlns:a16="http://schemas.microsoft.com/office/drawing/2014/main" id="{8BBAC1C7-A03D-4C9D-917F-AC67C4837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299"/>
              <a:ext cx="13" cy="28"/>
            </a:xfrm>
            <a:custGeom>
              <a:avLst/>
              <a:gdLst>
                <a:gd name="T0" fmla="*/ 0 w 6"/>
                <a:gd name="T1" fmla="*/ 114 h 12"/>
                <a:gd name="T2" fmla="*/ 9 w 6"/>
                <a:gd name="T3" fmla="*/ 152 h 12"/>
                <a:gd name="T4" fmla="*/ 52 w 6"/>
                <a:gd name="T5" fmla="*/ 0 h 12"/>
                <a:gd name="T6" fmla="*/ 9 w 6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0" y="9"/>
                  </a:moveTo>
                  <a:cubicBezTo>
                    <a:pt x="0" y="10"/>
                    <a:pt x="0" y="11"/>
                    <a:pt x="1" y="12"/>
                  </a:cubicBezTo>
                  <a:cubicBezTo>
                    <a:pt x="6" y="12"/>
                    <a:pt x="6" y="4"/>
                    <a:pt x="5" y="0"/>
                  </a:cubicBezTo>
                  <a:cubicBezTo>
                    <a:pt x="4" y="2"/>
                    <a:pt x="3" y="5"/>
                    <a:pt x="1" y="6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2" name="Freeform 863">
              <a:extLst>
                <a:ext uri="{FF2B5EF4-FFF2-40B4-BE49-F238E27FC236}">
                  <a16:creationId xmlns:a16="http://schemas.microsoft.com/office/drawing/2014/main" id="{F978D7C7-57F5-4076-A8CF-D10199E90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343"/>
              <a:ext cx="15" cy="24"/>
            </a:xfrm>
            <a:custGeom>
              <a:avLst/>
              <a:gdLst>
                <a:gd name="T0" fmla="*/ 9 w 7"/>
                <a:gd name="T1" fmla="*/ 82 h 10"/>
                <a:gd name="T2" fmla="*/ 41 w 7"/>
                <a:gd name="T3" fmla="*/ 0 h 10"/>
                <a:gd name="T4" fmla="*/ 0 w 7"/>
                <a:gd name="T5" fmla="*/ 8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6"/>
                  </a:moveTo>
                  <a:cubicBezTo>
                    <a:pt x="3" y="10"/>
                    <a:pt x="7" y="3"/>
                    <a:pt x="4" y="0"/>
                  </a:cubicBezTo>
                  <a:cubicBezTo>
                    <a:pt x="3" y="3"/>
                    <a:pt x="2" y="6"/>
                    <a:pt x="0" y="6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3" name="Freeform 864">
              <a:extLst>
                <a:ext uri="{FF2B5EF4-FFF2-40B4-BE49-F238E27FC236}">
                  <a16:creationId xmlns:a16="http://schemas.microsoft.com/office/drawing/2014/main" id="{9A29D9C1-285D-49C1-A301-2101EC2A0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919"/>
              <a:ext cx="174" cy="988"/>
            </a:xfrm>
            <a:custGeom>
              <a:avLst/>
              <a:gdLst>
                <a:gd name="T0" fmla="*/ 0 w 80"/>
                <a:gd name="T1" fmla="*/ 0 h 426"/>
                <a:gd name="T2" fmla="*/ 298 w 80"/>
                <a:gd name="T3" fmla="*/ 1598 h 426"/>
                <a:gd name="T4" fmla="*/ 729 w 80"/>
                <a:gd name="T5" fmla="*/ 5126 h 426"/>
                <a:gd name="T6" fmla="*/ 822 w 80"/>
                <a:gd name="T7" fmla="*/ 5313 h 4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26">
                  <a:moveTo>
                    <a:pt x="0" y="0"/>
                  </a:moveTo>
                  <a:cubicBezTo>
                    <a:pt x="10" y="40"/>
                    <a:pt x="20" y="86"/>
                    <a:pt x="29" y="128"/>
                  </a:cubicBezTo>
                  <a:cubicBezTo>
                    <a:pt x="46" y="214"/>
                    <a:pt x="23" y="337"/>
                    <a:pt x="71" y="411"/>
                  </a:cubicBezTo>
                  <a:cubicBezTo>
                    <a:pt x="74" y="416"/>
                    <a:pt x="77" y="421"/>
                    <a:pt x="80" y="426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4" name="Freeform 865">
              <a:extLst>
                <a:ext uri="{FF2B5EF4-FFF2-40B4-BE49-F238E27FC236}">
                  <a16:creationId xmlns:a16="http://schemas.microsoft.com/office/drawing/2014/main" id="{9E1C4A21-A1FE-456A-AB14-9910487F0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917"/>
              <a:ext cx="139" cy="992"/>
            </a:xfrm>
            <a:custGeom>
              <a:avLst/>
              <a:gdLst>
                <a:gd name="T0" fmla="*/ 0 w 64"/>
                <a:gd name="T1" fmla="*/ 0 h 428"/>
                <a:gd name="T2" fmla="*/ 656 w 64"/>
                <a:gd name="T3" fmla="*/ 5329 h 4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428">
                  <a:moveTo>
                    <a:pt x="0" y="0"/>
                  </a:moveTo>
                  <a:cubicBezTo>
                    <a:pt x="18" y="125"/>
                    <a:pt x="39" y="271"/>
                    <a:pt x="64" y="428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5" name="Freeform 866">
              <a:extLst>
                <a:ext uri="{FF2B5EF4-FFF2-40B4-BE49-F238E27FC236}">
                  <a16:creationId xmlns:a16="http://schemas.microsoft.com/office/drawing/2014/main" id="{95EE2BE7-6FC8-4873-A43A-231F5D5DB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668"/>
              <a:ext cx="41" cy="105"/>
            </a:xfrm>
            <a:custGeom>
              <a:avLst/>
              <a:gdLst>
                <a:gd name="T0" fmla="*/ 0 w 19"/>
                <a:gd name="T1" fmla="*/ 0 h 45"/>
                <a:gd name="T2" fmla="*/ 181 w 19"/>
                <a:gd name="T3" fmla="*/ 572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cubicBezTo>
                    <a:pt x="11" y="11"/>
                    <a:pt x="19" y="30"/>
                    <a:pt x="18" y="45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6" name="Freeform 867">
              <a:extLst>
                <a:ext uri="{FF2B5EF4-FFF2-40B4-BE49-F238E27FC236}">
                  <a16:creationId xmlns:a16="http://schemas.microsoft.com/office/drawing/2014/main" id="{A67CD7DF-B303-41A5-A762-B65D044DA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606"/>
              <a:ext cx="13" cy="60"/>
            </a:xfrm>
            <a:custGeom>
              <a:avLst/>
              <a:gdLst>
                <a:gd name="T0" fmla="*/ 0 w 6"/>
                <a:gd name="T1" fmla="*/ 318 h 26"/>
                <a:gd name="T2" fmla="*/ 61 w 6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0" y="26"/>
                  </a:moveTo>
                  <a:cubicBezTo>
                    <a:pt x="4" y="18"/>
                    <a:pt x="5" y="9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7" name="Freeform 868">
              <a:extLst>
                <a:ext uri="{FF2B5EF4-FFF2-40B4-BE49-F238E27FC236}">
                  <a16:creationId xmlns:a16="http://schemas.microsoft.com/office/drawing/2014/main" id="{A441CB42-A129-4DB4-BA71-D0E7D166C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177"/>
              <a:ext cx="13" cy="102"/>
            </a:xfrm>
            <a:custGeom>
              <a:avLst/>
              <a:gdLst>
                <a:gd name="T0" fmla="*/ 20 w 6"/>
                <a:gd name="T1" fmla="*/ 0 h 44"/>
                <a:gd name="T2" fmla="*/ 61 w 6"/>
                <a:gd name="T3" fmla="*/ 5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4">
                  <a:moveTo>
                    <a:pt x="2" y="0"/>
                  </a:moveTo>
                  <a:cubicBezTo>
                    <a:pt x="0" y="15"/>
                    <a:pt x="0" y="31"/>
                    <a:pt x="6" y="44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8" name="Freeform 869">
              <a:extLst>
                <a:ext uri="{FF2B5EF4-FFF2-40B4-BE49-F238E27FC236}">
                  <a16:creationId xmlns:a16="http://schemas.microsoft.com/office/drawing/2014/main" id="{9FB8850E-4555-4FD1-ABCD-E77E083C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260"/>
              <a:ext cx="15" cy="72"/>
            </a:xfrm>
            <a:custGeom>
              <a:avLst/>
              <a:gdLst>
                <a:gd name="T0" fmla="*/ 69 w 7"/>
                <a:gd name="T1" fmla="*/ 0 h 31"/>
                <a:gd name="T2" fmla="*/ 28 w 7"/>
                <a:gd name="T3" fmla="*/ 38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1">
                  <a:moveTo>
                    <a:pt x="7" y="0"/>
                  </a:moveTo>
                  <a:cubicBezTo>
                    <a:pt x="0" y="7"/>
                    <a:pt x="1" y="23"/>
                    <a:pt x="3" y="31"/>
                  </a:cubicBezTo>
                </a:path>
              </a:pathLst>
            </a:custGeom>
            <a:noFill/>
            <a:ln w="6350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9" name="Freeform 870">
              <a:extLst>
                <a:ext uri="{FF2B5EF4-FFF2-40B4-BE49-F238E27FC236}">
                  <a16:creationId xmlns:a16="http://schemas.microsoft.com/office/drawing/2014/main" id="{71577175-AE38-4056-83DF-6341B63F0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40"/>
              <a:ext cx="20" cy="28"/>
            </a:xfrm>
            <a:custGeom>
              <a:avLst/>
              <a:gdLst>
                <a:gd name="T0" fmla="*/ 20 w 9"/>
                <a:gd name="T1" fmla="*/ 49 h 12"/>
                <a:gd name="T2" fmla="*/ 80 w 9"/>
                <a:gd name="T3" fmla="*/ 103 h 12"/>
                <a:gd name="T4" fmla="*/ 20 w 9"/>
                <a:gd name="T5" fmla="*/ 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2" y="4"/>
                  </a:moveTo>
                  <a:cubicBezTo>
                    <a:pt x="0" y="8"/>
                    <a:pt x="4" y="12"/>
                    <a:pt x="7" y="8"/>
                  </a:cubicBezTo>
                  <a:cubicBezTo>
                    <a:pt x="9" y="4"/>
                    <a:pt x="5" y="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0" name="Freeform 871">
              <a:extLst>
                <a:ext uri="{FF2B5EF4-FFF2-40B4-BE49-F238E27FC236}">
                  <a16:creationId xmlns:a16="http://schemas.microsoft.com/office/drawing/2014/main" id="{ABE2C708-F4D5-4D94-AA6F-4673D6474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666"/>
              <a:ext cx="11" cy="11"/>
            </a:xfrm>
            <a:custGeom>
              <a:avLst/>
              <a:gdLst>
                <a:gd name="T0" fmla="*/ 9 w 5"/>
                <a:gd name="T1" fmla="*/ 9 h 5"/>
                <a:gd name="T2" fmla="*/ 20 w 5"/>
                <a:gd name="T3" fmla="*/ 53 h 5"/>
                <a:gd name="T4" fmla="*/ 44 w 5"/>
                <a:gd name="T5" fmla="*/ 0 h 5"/>
                <a:gd name="T6" fmla="*/ 20 w 5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3"/>
                    <a:pt x="0" y="4"/>
                    <a:pt x="2" y="5"/>
                  </a:cubicBezTo>
                  <a:cubicBezTo>
                    <a:pt x="5" y="4"/>
                    <a:pt x="5" y="3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1" name="Freeform 872">
              <a:extLst>
                <a:ext uri="{FF2B5EF4-FFF2-40B4-BE49-F238E27FC236}">
                  <a16:creationId xmlns:a16="http://schemas.microsoft.com/office/drawing/2014/main" id="{85A9F102-695A-47BB-A3DE-9BF4B4B35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413"/>
              <a:ext cx="61" cy="37"/>
            </a:xfrm>
            <a:custGeom>
              <a:avLst/>
              <a:gdLst>
                <a:gd name="T0" fmla="*/ 133 w 28"/>
                <a:gd name="T1" fmla="*/ 12 h 16"/>
                <a:gd name="T2" fmla="*/ 157 w 2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">
                  <a:moveTo>
                    <a:pt x="13" y="1"/>
                  </a:moveTo>
                  <a:cubicBezTo>
                    <a:pt x="0" y="16"/>
                    <a:pt x="28" y="5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2" name="Freeform 873">
              <a:extLst>
                <a:ext uri="{FF2B5EF4-FFF2-40B4-BE49-F238E27FC236}">
                  <a16:creationId xmlns:a16="http://schemas.microsoft.com/office/drawing/2014/main" id="{A4B7AFED-3B27-45A8-A5DF-2117BE4B4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41"/>
              <a:ext cx="8" cy="11"/>
            </a:xfrm>
            <a:custGeom>
              <a:avLst/>
              <a:gdLst>
                <a:gd name="T0" fmla="*/ 8 w 4"/>
                <a:gd name="T1" fmla="*/ 0 h 5"/>
                <a:gd name="T2" fmla="*/ 0 w 4"/>
                <a:gd name="T3" fmla="*/ 44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4" y="5"/>
                    <a:pt x="3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3" name="Freeform 874">
              <a:extLst>
                <a:ext uri="{FF2B5EF4-FFF2-40B4-BE49-F238E27FC236}">
                  <a16:creationId xmlns:a16="http://schemas.microsoft.com/office/drawing/2014/main" id="{96C64E75-26EB-49B2-B474-409517581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149"/>
              <a:ext cx="18" cy="18"/>
            </a:xfrm>
            <a:custGeom>
              <a:avLst/>
              <a:gdLst>
                <a:gd name="T0" fmla="*/ 36 w 8"/>
                <a:gd name="T1" fmla="*/ 11 h 8"/>
                <a:gd name="T2" fmla="*/ 45 w 8"/>
                <a:gd name="T3" fmla="*/ 81 h 8"/>
                <a:gd name="T4" fmla="*/ 36 w 8"/>
                <a:gd name="T5" fmla="*/ 0 h 8"/>
                <a:gd name="T6" fmla="*/ 25 w 8"/>
                <a:gd name="T7" fmla="*/ 2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1"/>
                  </a:moveTo>
                  <a:cubicBezTo>
                    <a:pt x="1" y="3"/>
                    <a:pt x="0" y="8"/>
                    <a:pt x="4" y="7"/>
                  </a:cubicBezTo>
                  <a:cubicBezTo>
                    <a:pt x="8" y="6"/>
                    <a:pt x="6" y="1"/>
                    <a:pt x="3" y="0"/>
                  </a:cubicBezTo>
                  <a:cubicBezTo>
                    <a:pt x="2" y="1"/>
                    <a:pt x="2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4" name="Freeform 875">
              <a:extLst>
                <a:ext uri="{FF2B5EF4-FFF2-40B4-BE49-F238E27FC236}">
                  <a16:creationId xmlns:a16="http://schemas.microsoft.com/office/drawing/2014/main" id="{F7DB0E64-1E7A-4E0C-AD51-293AA7EC1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153"/>
              <a:ext cx="9" cy="10"/>
            </a:xfrm>
            <a:custGeom>
              <a:avLst/>
              <a:gdLst>
                <a:gd name="T0" fmla="*/ 25 w 4"/>
                <a:gd name="T1" fmla="*/ 0 h 4"/>
                <a:gd name="T2" fmla="*/ 11 w 4"/>
                <a:gd name="T3" fmla="*/ 63 h 4"/>
                <a:gd name="T4" fmla="*/ 45 w 4"/>
                <a:gd name="T5" fmla="*/ 33 h 4"/>
                <a:gd name="T6" fmla="*/ 11 w 4"/>
                <a:gd name="T7" fmla="*/ 0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1" y="2"/>
                    <a:pt x="1" y="4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3" y="1"/>
                    <a:pt x="3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5" name="Freeform 876">
              <a:extLst>
                <a:ext uri="{FF2B5EF4-FFF2-40B4-BE49-F238E27FC236}">
                  <a16:creationId xmlns:a16="http://schemas.microsoft.com/office/drawing/2014/main" id="{62296E6E-B7AF-4447-85F4-8DBE2C56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863"/>
              <a:ext cx="19" cy="25"/>
            </a:xfrm>
            <a:custGeom>
              <a:avLst/>
              <a:gdLst>
                <a:gd name="T0" fmla="*/ 17 w 9"/>
                <a:gd name="T1" fmla="*/ 11 h 11"/>
                <a:gd name="T2" fmla="*/ 49 w 9"/>
                <a:gd name="T3" fmla="*/ 93 h 11"/>
                <a:gd name="T4" fmla="*/ 27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1"/>
                  </a:moveTo>
                  <a:cubicBezTo>
                    <a:pt x="0" y="4"/>
                    <a:pt x="1" y="11"/>
                    <a:pt x="5" y="8"/>
                  </a:cubicBezTo>
                  <a:cubicBezTo>
                    <a:pt x="9" y="5"/>
                    <a:pt x="7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6" name="Freeform 877">
              <a:extLst>
                <a:ext uri="{FF2B5EF4-FFF2-40B4-BE49-F238E27FC236}">
                  <a16:creationId xmlns:a16="http://schemas.microsoft.com/office/drawing/2014/main" id="{BFC4119A-D397-4E11-BA35-3663C281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875"/>
              <a:ext cx="9" cy="9"/>
            </a:xfrm>
            <a:custGeom>
              <a:avLst/>
              <a:gdLst>
                <a:gd name="T0" fmla="*/ 0 w 4"/>
                <a:gd name="T1" fmla="*/ 11 h 4"/>
                <a:gd name="T2" fmla="*/ 0 w 4"/>
                <a:gd name="T3" fmla="*/ 45 h 4"/>
                <a:gd name="T4" fmla="*/ 2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4" y="4"/>
                    <a:pt x="4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7" name="Freeform 878">
              <a:extLst>
                <a:ext uri="{FF2B5EF4-FFF2-40B4-BE49-F238E27FC236}">
                  <a16:creationId xmlns:a16="http://schemas.microsoft.com/office/drawing/2014/main" id="{189909D1-A441-4FAA-9201-5507A8733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754"/>
              <a:ext cx="17" cy="5"/>
            </a:xfrm>
            <a:custGeom>
              <a:avLst/>
              <a:gdLst>
                <a:gd name="T0" fmla="*/ 77 w 8"/>
                <a:gd name="T1" fmla="*/ 33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noFill/>
            <a:ln w="14288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8" name="Freeform 879">
              <a:extLst>
                <a:ext uri="{FF2B5EF4-FFF2-40B4-BE49-F238E27FC236}">
                  <a16:creationId xmlns:a16="http://schemas.microsoft.com/office/drawing/2014/main" id="{E4DDD2DB-9EE6-4840-BAB2-203153268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615"/>
              <a:ext cx="15" cy="9"/>
            </a:xfrm>
            <a:custGeom>
              <a:avLst/>
              <a:gdLst>
                <a:gd name="T0" fmla="*/ 69 w 7"/>
                <a:gd name="T1" fmla="*/ 45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9" name="Freeform 880">
              <a:extLst>
                <a:ext uri="{FF2B5EF4-FFF2-40B4-BE49-F238E27FC236}">
                  <a16:creationId xmlns:a16="http://schemas.microsoft.com/office/drawing/2014/main" id="{9AD785FC-3C53-47F1-A650-F4373E928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295"/>
              <a:ext cx="21" cy="25"/>
            </a:xfrm>
            <a:custGeom>
              <a:avLst/>
              <a:gdLst>
                <a:gd name="T0" fmla="*/ 8 w 10"/>
                <a:gd name="T1" fmla="*/ 130 h 11"/>
                <a:gd name="T2" fmla="*/ 0 w 10"/>
                <a:gd name="T3" fmla="*/ 2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" y="11"/>
                  </a:moveTo>
                  <a:cubicBezTo>
                    <a:pt x="10" y="11"/>
                    <a:pt x="10" y="0"/>
                    <a:pt x="0" y="2"/>
                  </a:cubicBezTo>
                </a:path>
              </a:pathLst>
            </a:custGeom>
            <a:noFill/>
            <a:ln w="14288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0" name="Freeform 881">
              <a:extLst>
                <a:ext uri="{FF2B5EF4-FFF2-40B4-BE49-F238E27FC236}">
                  <a16:creationId xmlns:a16="http://schemas.microsoft.com/office/drawing/2014/main" id="{13D10CBE-A69E-418F-A076-C4E7FC25F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188"/>
              <a:ext cx="24" cy="5"/>
            </a:xfrm>
            <a:custGeom>
              <a:avLst/>
              <a:gdLst>
                <a:gd name="T0" fmla="*/ 0 w 11"/>
                <a:gd name="T1" fmla="*/ 0 h 2"/>
                <a:gd name="T2" fmla="*/ 113 w 1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4" y="2"/>
                    <a:pt x="7" y="2"/>
                    <a:pt x="11" y="1"/>
                  </a:cubicBezTo>
                </a:path>
              </a:pathLst>
            </a:custGeom>
            <a:noFill/>
            <a:ln w="14288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1" name="Freeform 882">
              <a:extLst>
                <a:ext uri="{FF2B5EF4-FFF2-40B4-BE49-F238E27FC236}">
                  <a16:creationId xmlns:a16="http://schemas.microsoft.com/office/drawing/2014/main" id="{76F77B88-230B-4B51-B871-6D1FDCB78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130"/>
              <a:ext cx="96" cy="165"/>
            </a:xfrm>
            <a:custGeom>
              <a:avLst/>
              <a:gdLst>
                <a:gd name="T0" fmla="*/ 113 w 44"/>
                <a:gd name="T1" fmla="*/ 188 h 71"/>
                <a:gd name="T2" fmla="*/ 9 w 44"/>
                <a:gd name="T3" fmla="*/ 428 h 71"/>
                <a:gd name="T4" fmla="*/ 124 w 44"/>
                <a:gd name="T5" fmla="*/ 579 h 71"/>
                <a:gd name="T6" fmla="*/ 218 w 44"/>
                <a:gd name="T7" fmla="*/ 844 h 71"/>
                <a:gd name="T8" fmla="*/ 375 w 44"/>
                <a:gd name="T9" fmla="*/ 816 h 71"/>
                <a:gd name="T10" fmla="*/ 351 w 44"/>
                <a:gd name="T11" fmla="*/ 653 h 71"/>
                <a:gd name="T12" fmla="*/ 423 w 44"/>
                <a:gd name="T13" fmla="*/ 453 h 71"/>
                <a:gd name="T14" fmla="*/ 343 w 44"/>
                <a:gd name="T15" fmla="*/ 123 h 71"/>
                <a:gd name="T16" fmla="*/ 113 w 44"/>
                <a:gd name="T17" fmla="*/ 188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71">
                  <a:moveTo>
                    <a:pt x="11" y="15"/>
                  </a:moveTo>
                  <a:cubicBezTo>
                    <a:pt x="10" y="21"/>
                    <a:pt x="0" y="28"/>
                    <a:pt x="1" y="34"/>
                  </a:cubicBezTo>
                  <a:cubicBezTo>
                    <a:pt x="2" y="43"/>
                    <a:pt x="9" y="37"/>
                    <a:pt x="12" y="46"/>
                  </a:cubicBezTo>
                  <a:cubicBezTo>
                    <a:pt x="14" y="54"/>
                    <a:pt x="13" y="59"/>
                    <a:pt x="21" y="67"/>
                  </a:cubicBezTo>
                  <a:cubicBezTo>
                    <a:pt x="25" y="71"/>
                    <a:pt x="34" y="71"/>
                    <a:pt x="36" y="65"/>
                  </a:cubicBezTo>
                  <a:cubicBezTo>
                    <a:pt x="38" y="60"/>
                    <a:pt x="34" y="57"/>
                    <a:pt x="34" y="52"/>
                  </a:cubicBezTo>
                  <a:cubicBezTo>
                    <a:pt x="34" y="47"/>
                    <a:pt x="40" y="41"/>
                    <a:pt x="41" y="36"/>
                  </a:cubicBezTo>
                  <a:cubicBezTo>
                    <a:pt x="44" y="24"/>
                    <a:pt x="33" y="21"/>
                    <a:pt x="33" y="10"/>
                  </a:cubicBezTo>
                  <a:cubicBezTo>
                    <a:pt x="33" y="0"/>
                    <a:pt x="10" y="0"/>
                    <a:pt x="11" y="15"/>
                  </a:cubicBezTo>
                  <a:close/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2" name="Freeform 883">
              <a:extLst>
                <a:ext uri="{FF2B5EF4-FFF2-40B4-BE49-F238E27FC236}">
                  <a16:creationId xmlns:a16="http://schemas.microsoft.com/office/drawing/2014/main" id="{54FEC0C4-28C1-4983-8285-445A56C19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404"/>
              <a:ext cx="70" cy="146"/>
            </a:xfrm>
            <a:custGeom>
              <a:avLst/>
              <a:gdLst>
                <a:gd name="T0" fmla="*/ 168 w 32"/>
                <a:gd name="T1" fmla="*/ 49 h 63"/>
                <a:gd name="T2" fmla="*/ 53 w 32"/>
                <a:gd name="T3" fmla="*/ 86 h 63"/>
                <a:gd name="T4" fmla="*/ 85 w 32"/>
                <a:gd name="T5" fmla="*/ 225 h 63"/>
                <a:gd name="T6" fmla="*/ 20 w 32"/>
                <a:gd name="T7" fmla="*/ 408 h 63"/>
                <a:gd name="T8" fmla="*/ 85 w 32"/>
                <a:gd name="T9" fmla="*/ 623 h 63"/>
                <a:gd name="T10" fmla="*/ 282 w 32"/>
                <a:gd name="T11" fmla="*/ 649 h 63"/>
                <a:gd name="T12" fmla="*/ 302 w 32"/>
                <a:gd name="T13" fmla="*/ 273 h 63"/>
                <a:gd name="T14" fmla="*/ 168 w 32"/>
                <a:gd name="T15" fmla="*/ 49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3">
                  <a:moveTo>
                    <a:pt x="16" y="4"/>
                  </a:moveTo>
                  <a:cubicBezTo>
                    <a:pt x="12" y="0"/>
                    <a:pt x="6" y="2"/>
                    <a:pt x="5" y="7"/>
                  </a:cubicBezTo>
                  <a:cubicBezTo>
                    <a:pt x="4" y="11"/>
                    <a:pt x="7" y="15"/>
                    <a:pt x="8" y="18"/>
                  </a:cubicBezTo>
                  <a:cubicBezTo>
                    <a:pt x="8" y="27"/>
                    <a:pt x="3" y="27"/>
                    <a:pt x="2" y="33"/>
                  </a:cubicBezTo>
                  <a:cubicBezTo>
                    <a:pt x="0" y="40"/>
                    <a:pt x="7" y="41"/>
                    <a:pt x="8" y="50"/>
                  </a:cubicBezTo>
                  <a:cubicBezTo>
                    <a:pt x="9" y="63"/>
                    <a:pt x="23" y="59"/>
                    <a:pt x="27" y="52"/>
                  </a:cubicBezTo>
                  <a:cubicBezTo>
                    <a:pt x="32" y="43"/>
                    <a:pt x="28" y="32"/>
                    <a:pt x="29" y="22"/>
                  </a:cubicBezTo>
                  <a:cubicBezTo>
                    <a:pt x="30" y="7"/>
                    <a:pt x="23" y="11"/>
                    <a:pt x="16" y="4"/>
                  </a:cubicBezTo>
                  <a:close/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3" name="Freeform 884">
              <a:extLst>
                <a:ext uri="{FF2B5EF4-FFF2-40B4-BE49-F238E27FC236}">
                  <a16:creationId xmlns:a16="http://schemas.microsoft.com/office/drawing/2014/main" id="{EEDA43C4-15C4-4BD9-8098-D0D7F5A46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738"/>
              <a:ext cx="92" cy="160"/>
            </a:xfrm>
            <a:custGeom>
              <a:avLst/>
              <a:gdLst>
                <a:gd name="T0" fmla="*/ 221 w 42"/>
                <a:gd name="T1" fmla="*/ 12 h 69"/>
                <a:gd name="T2" fmla="*/ 61 w 42"/>
                <a:gd name="T3" fmla="*/ 37 h 69"/>
                <a:gd name="T4" fmla="*/ 53 w 42"/>
                <a:gd name="T5" fmla="*/ 301 h 69"/>
                <a:gd name="T6" fmla="*/ 20 w 42"/>
                <a:gd name="T7" fmla="*/ 559 h 69"/>
                <a:gd name="T8" fmla="*/ 158 w 42"/>
                <a:gd name="T9" fmla="*/ 721 h 69"/>
                <a:gd name="T10" fmla="*/ 254 w 42"/>
                <a:gd name="T11" fmla="*/ 832 h 69"/>
                <a:gd name="T12" fmla="*/ 379 w 42"/>
                <a:gd name="T13" fmla="*/ 747 h 69"/>
                <a:gd name="T14" fmla="*/ 423 w 42"/>
                <a:gd name="T15" fmla="*/ 445 h 69"/>
                <a:gd name="T16" fmla="*/ 346 w 42"/>
                <a:gd name="T17" fmla="*/ 199 h 69"/>
                <a:gd name="T18" fmla="*/ 221 w 42"/>
                <a:gd name="T19" fmla="*/ 12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69">
                  <a:moveTo>
                    <a:pt x="21" y="1"/>
                  </a:moveTo>
                  <a:cubicBezTo>
                    <a:pt x="15" y="1"/>
                    <a:pt x="8" y="0"/>
                    <a:pt x="6" y="3"/>
                  </a:cubicBezTo>
                  <a:cubicBezTo>
                    <a:pt x="2" y="9"/>
                    <a:pt x="6" y="20"/>
                    <a:pt x="5" y="24"/>
                  </a:cubicBezTo>
                  <a:cubicBezTo>
                    <a:pt x="4" y="28"/>
                    <a:pt x="0" y="38"/>
                    <a:pt x="2" y="45"/>
                  </a:cubicBezTo>
                  <a:cubicBezTo>
                    <a:pt x="4" y="52"/>
                    <a:pt x="12" y="55"/>
                    <a:pt x="15" y="58"/>
                  </a:cubicBezTo>
                  <a:cubicBezTo>
                    <a:pt x="17" y="60"/>
                    <a:pt x="21" y="66"/>
                    <a:pt x="24" y="67"/>
                  </a:cubicBezTo>
                  <a:cubicBezTo>
                    <a:pt x="28" y="69"/>
                    <a:pt x="32" y="64"/>
                    <a:pt x="36" y="60"/>
                  </a:cubicBezTo>
                  <a:cubicBezTo>
                    <a:pt x="42" y="54"/>
                    <a:pt x="41" y="41"/>
                    <a:pt x="40" y="36"/>
                  </a:cubicBezTo>
                  <a:cubicBezTo>
                    <a:pt x="37" y="25"/>
                    <a:pt x="34" y="27"/>
                    <a:pt x="33" y="16"/>
                  </a:cubicBezTo>
                  <a:cubicBezTo>
                    <a:pt x="32" y="9"/>
                    <a:pt x="31" y="3"/>
                    <a:pt x="21" y="1"/>
                  </a:cubicBezTo>
                  <a:close/>
                </a:path>
              </a:pathLst>
            </a:custGeom>
            <a:solidFill>
              <a:srgbClr val="99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4" name="Freeform 885">
              <a:extLst>
                <a:ext uri="{FF2B5EF4-FFF2-40B4-BE49-F238E27FC236}">
                  <a16:creationId xmlns:a16="http://schemas.microsoft.com/office/drawing/2014/main" id="{325062C0-A08A-4D85-8D02-5864007F0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130"/>
              <a:ext cx="96" cy="165"/>
            </a:xfrm>
            <a:custGeom>
              <a:avLst/>
              <a:gdLst>
                <a:gd name="T0" fmla="*/ 113 w 44"/>
                <a:gd name="T1" fmla="*/ 188 h 71"/>
                <a:gd name="T2" fmla="*/ 9 w 44"/>
                <a:gd name="T3" fmla="*/ 428 h 71"/>
                <a:gd name="T4" fmla="*/ 124 w 44"/>
                <a:gd name="T5" fmla="*/ 579 h 71"/>
                <a:gd name="T6" fmla="*/ 218 w 44"/>
                <a:gd name="T7" fmla="*/ 844 h 71"/>
                <a:gd name="T8" fmla="*/ 375 w 44"/>
                <a:gd name="T9" fmla="*/ 816 h 71"/>
                <a:gd name="T10" fmla="*/ 351 w 44"/>
                <a:gd name="T11" fmla="*/ 653 h 71"/>
                <a:gd name="T12" fmla="*/ 423 w 44"/>
                <a:gd name="T13" fmla="*/ 453 h 71"/>
                <a:gd name="T14" fmla="*/ 343 w 44"/>
                <a:gd name="T15" fmla="*/ 123 h 71"/>
                <a:gd name="T16" fmla="*/ 113 w 44"/>
                <a:gd name="T17" fmla="*/ 188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71">
                  <a:moveTo>
                    <a:pt x="11" y="15"/>
                  </a:moveTo>
                  <a:cubicBezTo>
                    <a:pt x="10" y="21"/>
                    <a:pt x="0" y="28"/>
                    <a:pt x="1" y="34"/>
                  </a:cubicBezTo>
                  <a:cubicBezTo>
                    <a:pt x="2" y="43"/>
                    <a:pt x="9" y="37"/>
                    <a:pt x="12" y="46"/>
                  </a:cubicBezTo>
                  <a:cubicBezTo>
                    <a:pt x="14" y="54"/>
                    <a:pt x="13" y="59"/>
                    <a:pt x="21" y="67"/>
                  </a:cubicBezTo>
                  <a:cubicBezTo>
                    <a:pt x="25" y="71"/>
                    <a:pt x="34" y="71"/>
                    <a:pt x="36" y="65"/>
                  </a:cubicBezTo>
                  <a:cubicBezTo>
                    <a:pt x="38" y="60"/>
                    <a:pt x="34" y="57"/>
                    <a:pt x="34" y="52"/>
                  </a:cubicBezTo>
                  <a:cubicBezTo>
                    <a:pt x="34" y="47"/>
                    <a:pt x="40" y="41"/>
                    <a:pt x="41" y="36"/>
                  </a:cubicBezTo>
                  <a:cubicBezTo>
                    <a:pt x="44" y="24"/>
                    <a:pt x="33" y="21"/>
                    <a:pt x="33" y="10"/>
                  </a:cubicBezTo>
                  <a:cubicBezTo>
                    <a:pt x="33" y="0"/>
                    <a:pt x="10" y="0"/>
                    <a:pt x="11" y="15"/>
                  </a:cubicBezTo>
                  <a:close/>
                </a:path>
              </a:pathLst>
            </a:custGeom>
            <a:noFill/>
            <a:ln w="6350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5" name="Freeform 886">
              <a:extLst>
                <a:ext uri="{FF2B5EF4-FFF2-40B4-BE49-F238E27FC236}">
                  <a16:creationId xmlns:a16="http://schemas.microsoft.com/office/drawing/2014/main" id="{A69D9ADA-4B90-4A33-AF4D-6E18EAD3C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404"/>
              <a:ext cx="70" cy="146"/>
            </a:xfrm>
            <a:custGeom>
              <a:avLst/>
              <a:gdLst>
                <a:gd name="T0" fmla="*/ 168 w 32"/>
                <a:gd name="T1" fmla="*/ 49 h 63"/>
                <a:gd name="T2" fmla="*/ 53 w 32"/>
                <a:gd name="T3" fmla="*/ 86 h 63"/>
                <a:gd name="T4" fmla="*/ 85 w 32"/>
                <a:gd name="T5" fmla="*/ 225 h 63"/>
                <a:gd name="T6" fmla="*/ 20 w 32"/>
                <a:gd name="T7" fmla="*/ 408 h 63"/>
                <a:gd name="T8" fmla="*/ 85 w 32"/>
                <a:gd name="T9" fmla="*/ 623 h 63"/>
                <a:gd name="T10" fmla="*/ 282 w 32"/>
                <a:gd name="T11" fmla="*/ 649 h 63"/>
                <a:gd name="T12" fmla="*/ 302 w 32"/>
                <a:gd name="T13" fmla="*/ 273 h 63"/>
                <a:gd name="T14" fmla="*/ 168 w 32"/>
                <a:gd name="T15" fmla="*/ 49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3">
                  <a:moveTo>
                    <a:pt x="16" y="4"/>
                  </a:moveTo>
                  <a:cubicBezTo>
                    <a:pt x="12" y="0"/>
                    <a:pt x="6" y="2"/>
                    <a:pt x="5" y="7"/>
                  </a:cubicBezTo>
                  <a:cubicBezTo>
                    <a:pt x="4" y="11"/>
                    <a:pt x="7" y="15"/>
                    <a:pt x="8" y="18"/>
                  </a:cubicBezTo>
                  <a:cubicBezTo>
                    <a:pt x="8" y="27"/>
                    <a:pt x="3" y="27"/>
                    <a:pt x="2" y="33"/>
                  </a:cubicBezTo>
                  <a:cubicBezTo>
                    <a:pt x="0" y="40"/>
                    <a:pt x="7" y="41"/>
                    <a:pt x="8" y="50"/>
                  </a:cubicBezTo>
                  <a:cubicBezTo>
                    <a:pt x="9" y="63"/>
                    <a:pt x="23" y="59"/>
                    <a:pt x="27" y="52"/>
                  </a:cubicBezTo>
                  <a:cubicBezTo>
                    <a:pt x="32" y="43"/>
                    <a:pt x="28" y="32"/>
                    <a:pt x="29" y="22"/>
                  </a:cubicBezTo>
                  <a:cubicBezTo>
                    <a:pt x="30" y="7"/>
                    <a:pt x="23" y="11"/>
                    <a:pt x="16" y="4"/>
                  </a:cubicBezTo>
                  <a:close/>
                </a:path>
              </a:pathLst>
            </a:custGeom>
            <a:noFill/>
            <a:ln w="6350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6" name="Freeform 887">
              <a:extLst>
                <a:ext uri="{FF2B5EF4-FFF2-40B4-BE49-F238E27FC236}">
                  <a16:creationId xmlns:a16="http://schemas.microsoft.com/office/drawing/2014/main" id="{111EFDF6-76A3-468B-8273-71944CB30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738"/>
              <a:ext cx="92" cy="160"/>
            </a:xfrm>
            <a:custGeom>
              <a:avLst/>
              <a:gdLst>
                <a:gd name="T0" fmla="*/ 221 w 42"/>
                <a:gd name="T1" fmla="*/ 12 h 69"/>
                <a:gd name="T2" fmla="*/ 61 w 42"/>
                <a:gd name="T3" fmla="*/ 37 h 69"/>
                <a:gd name="T4" fmla="*/ 53 w 42"/>
                <a:gd name="T5" fmla="*/ 301 h 69"/>
                <a:gd name="T6" fmla="*/ 20 w 42"/>
                <a:gd name="T7" fmla="*/ 559 h 69"/>
                <a:gd name="T8" fmla="*/ 158 w 42"/>
                <a:gd name="T9" fmla="*/ 721 h 69"/>
                <a:gd name="T10" fmla="*/ 254 w 42"/>
                <a:gd name="T11" fmla="*/ 832 h 69"/>
                <a:gd name="T12" fmla="*/ 379 w 42"/>
                <a:gd name="T13" fmla="*/ 747 h 69"/>
                <a:gd name="T14" fmla="*/ 423 w 42"/>
                <a:gd name="T15" fmla="*/ 445 h 69"/>
                <a:gd name="T16" fmla="*/ 346 w 42"/>
                <a:gd name="T17" fmla="*/ 199 h 69"/>
                <a:gd name="T18" fmla="*/ 221 w 42"/>
                <a:gd name="T19" fmla="*/ 12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69">
                  <a:moveTo>
                    <a:pt x="21" y="1"/>
                  </a:moveTo>
                  <a:cubicBezTo>
                    <a:pt x="15" y="1"/>
                    <a:pt x="8" y="0"/>
                    <a:pt x="6" y="3"/>
                  </a:cubicBezTo>
                  <a:cubicBezTo>
                    <a:pt x="2" y="9"/>
                    <a:pt x="6" y="20"/>
                    <a:pt x="5" y="24"/>
                  </a:cubicBezTo>
                  <a:cubicBezTo>
                    <a:pt x="4" y="28"/>
                    <a:pt x="0" y="38"/>
                    <a:pt x="2" y="45"/>
                  </a:cubicBezTo>
                  <a:cubicBezTo>
                    <a:pt x="4" y="52"/>
                    <a:pt x="12" y="55"/>
                    <a:pt x="15" y="58"/>
                  </a:cubicBezTo>
                  <a:cubicBezTo>
                    <a:pt x="17" y="60"/>
                    <a:pt x="21" y="66"/>
                    <a:pt x="24" y="67"/>
                  </a:cubicBezTo>
                  <a:cubicBezTo>
                    <a:pt x="28" y="69"/>
                    <a:pt x="32" y="64"/>
                    <a:pt x="36" y="60"/>
                  </a:cubicBezTo>
                  <a:cubicBezTo>
                    <a:pt x="42" y="54"/>
                    <a:pt x="41" y="41"/>
                    <a:pt x="40" y="36"/>
                  </a:cubicBezTo>
                  <a:cubicBezTo>
                    <a:pt x="37" y="25"/>
                    <a:pt x="34" y="27"/>
                    <a:pt x="33" y="16"/>
                  </a:cubicBezTo>
                  <a:cubicBezTo>
                    <a:pt x="32" y="9"/>
                    <a:pt x="31" y="3"/>
                    <a:pt x="21" y="1"/>
                  </a:cubicBezTo>
                  <a:close/>
                </a:path>
              </a:pathLst>
            </a:custGeom>
            <a:noFill/>
            <a:ln w="6350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7" name="Freeform 888">
              <a:extLst>
                <a:ext uri="{FF2B5EF4-FFF2-40B4-BE49-F238E27FC236}">
                  <a16:creationId xmlns:a16="http://schemas.microsoft.com/office/drawing/2014/main" id="{9EFFEBD6-AD9E-4EAD-A87C-D1855D667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170"/>
              <a:ext cx="57" cy="64"/>
            </a:xfrm>
            <a:custGeom>
              <a:avLst/>
              <a:gdLst>
                <a:gd name="T0" fmla="*/ 125 w 26"/>
                <a:gd name="T1" fmla="*/ 57 h 28"/>
                <a:gd name="T2" fmla="*/ 149 w 26"/>
                <a:gd name="T3" fmla="*/ 309 h 28"/>
                <a:gd name="T4" fmla="*/ 158 w 26"/>
                <a:gd name="T5" fmla="*/ 7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8">
                  <a:moveTo>
                    <a:pt x="12" y="5"/>
                  </a:moveTo>
                  <a:cubicBezTo>
                    <a:pt x="0" y="8"/>
                    <a:pt x="2" y="28"/>
                    <a:pt x="14" y="26"/>
                  </a:cubicBezTo>
                  <a:cubicBezTo>
                    <a:pt x="26" y="24"/>
                    <a:pt x="22" y="0"/>
                    <a:pt x="15" y="6"/>
                  </a:cubicBezTo>
                </a:path>
              </a:pathLst>
            </a:custGeom>
            <a:solidFill>
              <a:srgbClr val="895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8" name="Freeform 889">
              <a:extLst>
                <a:ext uri="{FF2B5EF4-FFF2-40B4-BE49-F238E27FC236}">
                  <a16:creationId xmlns:a16="http://schemas.microsoft.com/office/drawing/2014/main" id="{B3DD0C2A-53FB-423A-A5F7-F18DF9C95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450"/>
              <a:ext cx="41" cy="56"/>
            </a:xfrm>
            <a:custGeom>
              <a:avLst/>
              <a:gdLst>
                <a:gd name="T0" fmla="*/ 80 w 19"/>
                <a:gd name="T1" fmla="*/ 0 h 24"/>
                <a:gd name="T2" fmla="*/ 88 w 19"/>
                <a:gd name="T3" fmla="*/ 306 h 24"/>
                <a:gd name="T4" fmla="*/ 101 w 19"/>
                <a:gd name="T5" fmla="*/ 28 h 24"/>
                <a:gd name="T6" fmla="*/ 80 w 19"/>
                <a:gd name="T7" fmla="*/ 3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8" y="0"/>
                  </a:moveTo>
                  <a:cubicBezTo>
                    <a:pt x="5" y="5"/>
                    <a:pt x="0" y="24"/>
                    <a:pt x="9" y="24"/>
                  </a:cubicBezTo>
                  <a:cubicBezTo>
                    <a:pt x="19" y="24"/>
                    <a:pt x="17" y="5"/>
                    <a:pt x="10" y="2"/>
                  </a:cubicBezTo>
                  <a:cubicBezTo>
                    <a:pt x="10" y="2"/>
                    <a:pt x="9" y="3"/>
                    <a:pt x="8" y="3"/>
                  </a:cubicBezTo>
                </a:path>
              </a:pathLst>
            </a:custGeom>
            <a:solidFill>
              <a:srgbClr val="895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9" name="Freeform 890">
              <a:extLst>
                <a:ext uri="{FF2B5EF4-FFF2-40B4-BE49-F238E27FC236}">
                  <a16:creationId xmlns:a16="http://schemas.microsoft.com/office/drawing/2014/main" id="{778F0B2D-B457-4A21-93EC-DB9EBF5ED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791"/>
              <a:ext cx="65" cy="72"/>
            </a:xfrm>
            <a:custGeom>
              <a:avLst/>
              <a:gdLst>
                <a:gd name="T0" fmla="*/ 113 w 30"/>
                <a:gd name="T1" fmla="*/ 37 h 31"/>
                <a:gd name="T2" fmla="*/ 225 w 30"/>
                <a:gd name="T3" fmla="*/ 274 h 31"/>
                <a:gd name="T4" fmla="*/ 132 w 30"/>
                <a:gd name="T5" fmla="*/ 3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1">
                  <a:moveTo>
                    <a:pt x="11" y="3"/>
                  </a:moveTo>
                  <a:cubicBezTo>
                    <a:pt x="0" y="12"/>
                    <a:pt x="10" y="31"/>
                    <a:pt x="22" y="22"/>
                  </a:cubicBezTo>
                  <a:cubicBezTo>
                    <a:pt x="30" y="16"/>
                    <a:pt x="23" y="0"/>
                    <a:pt x="13" y="3"/>
                  </a:cubicBezTo>
                </a:path>
              </a:pathLst>
            </a:custGeom>
            <a:solidFill>
              <a:srgbClr val="895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0" name="Freeform 891">
              <a:extLst>
                <a:ext uri="{FF2B5EF4-FFF2-40B4-BE49-F238E27FC236}">
                  <a16:creationId xmlns:a16="http://schemas.microsoft.com/office/drawing/2014/main" id="{B6A70EEA-ADB9-4EBC-8301-08380FD90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170"/>
              <a:ext cx="24" cy="32"/>
            </a:xfrm>
            <a:custGeom>
              <a:avLst/>
              <a:gdLst>
                <a:gd name="T0" fmla="*/ 0 w 11"/>
                <a:gd name="T1" fmla="*/ 121 h 14"/>
                <a:gd name="T2" fmla="*/ 20 w 11"/>
                <a:gd name="T3" fmla="*/ 167 h 14"/>
                <a:gd name="T4" fmla="*/ 9 w 11"/>
                <a:gd name="T5" fmla="*/ 7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10"/>
                  </a:moveTo>
                  <a:cubicBezTo>
                    <a:pt x="0" y="12"/>
                    <a:pt x="1" y="13"/>
                    <a:pt x="2" y="14"/>
                  </a:cubicBezTo>
                  <a:cubicBezTo>
                    <a:pt x="11" y="14"/>
                    <a:pt x="7" y="0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1" name="Freeform 892">
              <a:extLst>
                <a:ext uri="{FF2B5EF4-FFF2-40B4-BE49-F238E27FC236}">
                  <a16:creationId xmlns:a16="http://schemas.microsoft.com/office/drawing/2014/main" id="{33D73D40-3D4B-4E93-A0A8-5A69C8C6B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177"/>
              <a:ext cx="7" cy="9"/>
            </a:xfrm>
            <a:custGeom>
              <a:avLst/>
              <a:gdLst>
                <a:gd name="T0" fmla="*/ 0 w 3"/>
                <a:gd name="T1" fmla="*/ 0 h 4"/>
                <a:gd name="T2" fmla="*/ 28 w 3"/>
                <a:gd name="T3" fmla="*/ 45 h 4"/>
                <a:gd name="T4" fmla="*/ 37 w 3"/>
                <a:gd name="T5" fmla="*/ 11 h 4"/>
                <a:gd name="T6" fmla="*/ 12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3" y="3"/>
                    <a:pt x="3" y="3"/>
                    <a:pt x="3" y="1"/>
                  </a:cubicBezTo>
                  <a:cubicBezTo>
                    <a:pt x="1" y="0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2" name="Freeform 893">
              <a:extLst>
                <a:ext uri="{FF2B5EF4-FFF2-40B4-BE49-F238E27FC236}">
                  <a16:creationId xmlns:a16="http://schemas.microsoft.com/office/drawing/2014/main" id="{049BCC20-A2E9-414F-9DE8-A6AAC4F76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446"/>
              <a:ext cx="16" cy="18"/>
            </a:xfrm>
            <a:custGeom>
              <a:avLst/>
              <a:gdLst>
                <a:gd name="T0" fmla="*/ 25 w 7"/>
                <a:gd name="T1" fmla="*/ 0 h 8"/>
                <a:gd name="T2" fmla="*/ 25 w 7"/>
                <a:gd name="T3" fmla="*/ 92 h 8"/>
                <a:gd name="T4" fmla="*/ 37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3"/>
                    <a:pt x="0" y="5"/>
                    <a:pt x="2" y="8"/>
                  </a:cubicBezTo>
                  <a:cubicBezTo>
                    <a:pt x="7" y="6"/>
                    <a:pt x="7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3" name="Freeform 894">
              <a:extLst>
                <a:ext uri="{FF2B5EF4-FFF2-40B4-BE49-F238E27FC236}">
                  <a16:creationId xmlns:a16="http://schemas.microsoft.com/office/drawing/2014/main" id="{5FF60492-D24E-4151-AC99-06B23FF3A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793"/>
              <a:ext cx="26" cy="26"/>
            </a:xfrm>
            <a:custGeom>
              <a:avLst/>
              <a:gdLst>
                <a:gd name="T0" fmla="*/ 9 w 12"/>
                <a:gd name="T1" fmla="*/ 28 h 11"/>
                <a:gd name="T2" fmla="*/ 33 w 12"/>
                <a:gd name="T3" fmla="*/ 144 h 11"/>
                <a:gd name="T4" fmla="*/ 43 w 12"/>
                <a:gd name="T5" fmla="*/ 0 h 11"/>
                <a:gd name="T6" fmla="*/ 33 w 12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1" y="2"/>
                  </a:moveTo>
                  <a:cubicBezTo>
                    <a:pt x="0" y="6"/>
                    <a:pt x="1" y="8"/>
                    <a:pt x="3" y="11"/>
                  </a:cubicBezTo>
                  <a:cubicBezTo>
                    <a:pt x="9" y="9"/>
                    <a:pt x="12" y="0"/>
                    <a:pt x="4" y="0"/>
                  </a:cubicBezTo>
                  <a:cubicBezTo>
                    <a:pt x="3" y="1"/>
                    <a:pt x="4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4" name="Freeform 895">
              <a:extLst>
                <a:ext uri="{FF2B5EF4-FFF2-40B4-BE49-F238E27FC236}">
                  <a16:creationId xmlns:a16="http://schemas.microsoft.com/office/drawing/2014/main" id="{7E9073F6-2B93-48BC-8734-A24898C20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798"/>
              <a:ext cx="7" cy="9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36 h 4"/>
                <a:gd name="T4" fmla="*/ 37 w 3"/>
                <a:gd name="T5" fmla="*/ 36 h 4"/>
                <a:gd name="T6" fmla="*/ 37 w 3"/>
                <a:gd name="T7" fmla="*/ 11 h 4"/>
                <a:gd name="T8" fmla="*/ 0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5" name="Freeform 896">
              <a:extLst>
                <a:ext uri="{FF2B5EF4-FFF2-40B4-BE49-F238E27FC236}">
                  <a16:creationId xmlns:a16="http://schemas.microsoft.com/office/drawing/2014/main" id="{B2CCD8E1-6878-49C8-B390-1CF9972E1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158"/>
              <a:ext cx="22" cy="21"/>
            </a:xfrm>
            <a:custGeom>
              <a:avLst/>
              <a:gdLst>
                <a:gd name="T0" fmla="*/ 0 w 10"/>
                <a:gd name="T1" fmla="*/ 114 h 9"/>
                <a:gd name="T2" fmla="*/ 106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2" y="5"/>
                    <a:pt x="7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6" name="Freeform 897">
              <a:extLst>
                <a:ext uri="{FF2B5EF4-FFF2-40B4-BE49-F238E27FC236}">
                  <a16:creationId xmlns:a16="http://schemas.microsoft.com/office/drawing/2014/main" id="{8BBC2DC2-DBEC-46F5-BBEA-1958FD3D8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241"/>
              <a:ext cx="11" cy="28"/>
            </a:xfrm>
            <a:custGeom>
              <a:avLst/>
              <a:gdLst>
                <a:gd name="T0" fmla="*/ 0 w 5"/>
                <a:gd name="T1" fmla="*/ 152 h 12"/>
                <a:gd name="T2" fmla="*/ 53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0" y="8"/>
                    <a:pt x="3" y="4"/>
                    <a:pt x="5" y="0"/>
                  </a:cubicBezTo>
                </a:path>
              </a:pathLst>
            </a:custGeom>
            <a:noFill/>
            <a:ln w="6350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7" name="Freeform 898">
              <a:extLst>
                <a:ext uri="{FF2B5EF4-FFF2-40B4-BE49-F238E27FC236}">
                  <a16:creationId xmlns:a16="http://schemas.microsoft.com/office/drawing/2014/main" id="{3A1DEC0D-8DA5-40EB-9DA7-84D3FC4AE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228"/>
              <a:ext cx="17" cy="9"/>
            </a:xfrm>
            <a:custGeom>
              <a:avLst/>
              <a:gdLst>
                <a:gd name="T0" fmla="*/ 0 w 8"/>
                <a:gd name="T1" fmla="*/ 0 h 4"/>
                <a:gd name="T2" fmla="*/ 77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1"/>
                    <a:pt x="5" y="3"/>
                    <a:pt x="8" y="4"/>
                  </a:cubicBezTo>
                </a:path>
              </a:pathLst>
            </a:custGeom>
            <a:noFill/>
            <a:ln w="6350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8" name="Freeform 899">
              <a:extLst>
                <a:ext uri="{FF2B5EF4-FFF2-40B4-BE49-F238E27FC236}">
                  <a16:creationId xmlns:a16="http://schemas.microsoft.com/office/drawing/2014/main" id="{2B2975E1-D268-447C-A3B8-25C1EFC88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432"/>
              <a:ext cx="8" cy="25"/>
            </a:xfrm>
            <a:custGeom>
              <a:avLst/>
              <a:gdLst>
                <a:gd name="T0" fmla="*/ 32 w 4"/>
                <a:gd name="T1" fmla="*/ 0 h 11"/>
                <a:gd name="T2" fmla="*/ 0 w 4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3"/>
                    <a:pt x="3" y="7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9" name="Freeform 900">
              <a:extLst>
                <a:ext uri="{FF2B5EF4-FFF2-40B4-BE49-F238E27FC236}">
                  <a16:creationId xmlns:a16="http://schemas.microsoft.com/office/drawing/2014/main" id="{60CA58C9-B29C-4ECD-B440-010E17797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490"/>
              <a:ext cx="13" cy="25"/>
            </a:xfrm>
            <a:custGeom>
              <a:avLst/>
              <a:gdLst>
                <a:gd name="T0" fmla="*/ 61 w 6"/>
                <a:gd name="T1" fmla="*/ 0 h 11"/>
                <a:gd name="T2" fmla="*/ 0 w 6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6" y="4"/>
                    <a:pt x="3" y="8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0" name="Freeform 901">
              <a:extLst>
                <a:ext uri="{FF2B5EF4-FFF2-40B4-BE49-F238E27FC236}">
                  <a16:creationId xmlns:a16="http://schemas.microsoft.com/office/drawing/2014/main" id="{01C852FF-95C9-4106-921E-53F582E2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73"/>
              <a:ext cx="13" cy="27"/>
            </a:xfrm>
            <a:custGeom>
              <a:avLst/>
              <a:gdLst>
                <a:gd name="T0" fmla="*/ 0 w 6"/>
                <a:gd name="T1" fmla="*/ 137 h 12"/>
                <a:gd name="T2" fmla="*/ 61 w 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12"/>
                  </a:moveTo>
                  <a:cubicBezTo>
                    <a:pt x="1" y="7"/>
                    <a:pt x="3" y="4"/>
                    <a:pt x="6" y="0"/>
                  </a:cubicBezTo>
                </a:path>
              </a:pathLst>
            </a:custGeom>
            <a:noFill/>
            <a:ln w="6350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1" name="Freeform 902">
              <a:extLst>
                <a:ext uri="{FF2B5EF4-FFF2-40B4-BE49-F238E27FC236}">
                  <a16:creationId xmlns:a16="http://schemas.microsoft.com/office/drawing/2014/main" id="{FD9F794C-C41C-48EA-8F07-B8AA36B2D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870"/>
              <a:ext cx="22" cy="5"/>
            </a:xfrm>
            <a:custGeom>
              <a:avLst/>
              <a:gdLst>
                <a:gd name="T0" fmla="*/ 0 w 10"/>
                <a:gd name="T1" fmla="*/ 0 h 2"/>
                <a:gd name="T2" fmla="*/ 106 w 1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1"/>
                    <a:pt x="7" y="2"/>
                    <a:pt x="10" y="1"/>
                  </a:cubicBezTo>
                </a:path>
              </a:pathLst>
            </a:custGeom>
            <a:noFill/>
            <a:ln w="6350" cap="rnd">
              <a:solidFill>
                <a:srgbClr val="62440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2" name="Freeform 903">
              <a:extLst>
                <a:ext uri="{FF2B5EF4-FFF2-40B4-BE49-F238E27FC236}">
                  <a16:creationId xmlns:a16="http://schemas.microsoft.com/office/drawing/2014/main" id="{1ABDDBE1-B354-4B4B-BC18-3F54C5CC1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244"/>
              <a:ext cx="22" cy="35"/>
            </a:xfrm>
            <a:custGeom>
              <a:avLst/>
              <a:gdLst>
                <a:gd name="T0" fmla="*/ 0 w 10"/>
                <a:gd name="T1" fmla="*/ 37 h 15"/>
                <a:gd name="T2" fmla="*/ 106 w 10"/>
                <a:gd name="T3" fmla="*/ 180 h 15"/>
                <a:gd name="T4" fmla="*/ 64 w 10"/>
                <a:gd name="T5" fmla="*/ 114 h 15"/>
                <a:gd name="T6" fmla="*/ 88 w 10"/>
                <a:gd name="T7" fmla="*/ 0 h 15"/>
                <a:gd name="T8" fmla="*/ 9 w 10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0" y="3"/>
                  </a:moveTo>
                  <a:cubicBezTo>
                    <a:pt x="1" y="7"/>
                    <a:pt x="4" y="15"/>
                    <a:pt x="10" y="14"/>
                  </a:cubicBezTo>
                  <a:cubicBezTo>
                    <a:pt x="10" y="11"/>
                    <a:pt x="7" y="11"/>
                    <a:pt x="6" y="9"/>
                  </a:cubicBezTo>
                  <a:cubicBezTo>
                    <a:pt x="5" y="6"/>
                    <a:pt x="8" y="2"/>
                    <a:pt x="8" y="0"/>
                  </a:cubicBezTo>
                  <a:cubicBezTo>
                    <a:pt x="6" y="0"/>
                    <a:pt x="3" y="2"/>
                    <a:pt x="1" y="1"/>
                  </a:cubicBezTo>
                </a:path>
              </a:pathLst>
            </a:custGeom>
            <a:solidFill>
              <a:srgbClr val="679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3" name="Freeform 904">
              <a:extLst>
                <a:ext uri="{FF2B5EF4-FFF2-40B4-BE49-F238E27FC236}">
                  <a16:creationId xmlns:a16="http://schemas.microsoft.com/office/drawing/2014/main" id="{6FAB932D-6F1A-40D9-AA07-EC6F961A6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515"/>
              <a:ext cx="20" cy="16"/>
            </a:xfrm>
            <a:custGeom>
              <a:avLst/>
              <a:gdLst>
                <a:gd name="T0" fmla="*/ 0 w 9"/>
                <a:gd name="T1" fmla="*/ 25 h 7"/>
                <a:gd name="T2" fmla="*/ 98 w 9"/>
                <a:gd name="T3" fmla="*/ 37 h 7"/>
                <a:gd name="T4" fmla="*/ 9 w 9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2"/>
                  </a:moveTo>
                  <a:cubicBezTo>
                    <a:pt x="3" y="7"/>
                    <a:pt x="5" y="7"/>
                    <a:pt x="9" y="3"/>
                  </a:cubicBezTo>
                  <a:cubicBezTo>
                    <a:pt x="6" y="3"/>
                    <a:pt x="4" y="0"/>
                    <a:pt x="1" y="1"/>
                  </a:cubicBezTo>
                </a:path>
              </a:pathLst>
            </a:custGeom>
            <a:solidFill>
              <a:srgbClr val="679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4" name="Freeform 905">
              <a:extLst>
                <a:ext uri="{FF2B5EF4-FFF2-40B4-BE49-F238E27FC236}">
                  <a16:creationId xmlns:a16="http://schemas.microsoft.com/office/drawing/2014/main" id="{380EABD7-554B-498C-B9C4-6B0D7DC9D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833"/>
              <a:ext cx="57" cy="49"/>
            </a:xfrm>
            <a:custGeom>
              <a:avLst/>
              <a:gdLst>
                <a:gd name="T0" fmla="*/ 0 w 26"/>
                <a:gd name="T1" fmla="*/ 126 h 21"/>
                <a:gd name="T2" fmla="*/ 140 w 26"/>
                <a:gd name="T3" fmla="*/ 152 h 21"/>
                <a:gd name="T4" fmla="*/ 125 w 26"/>
                <a:gd name="T5" fmla="*/ 266 h 21"/>
                <a:gd name="T6" fmla="*/ 221 w 26"/>
                <a:gd name="T7" fmla="*/ 0 h 21"/>
                <a:gd name="T8" fmla="*/ 189 w 26"/>
                <a:gd name="T9" fmla="*/ 49 h 21"/>
                <a:gd name="T10" fmla="*/ 116 w 26"/>
                <a:gd name="T11" fmla="*/ 12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0" y="10"/>
                  </a:moveTo>
                  <a:cubicBezTo>
                    <a:pt x="3" y="11"/>
                    <a:pt x="11" y="10"/>
                    <a:pt x="13" y="12"/>
                  </a:cubicBezTo>
                  <a:cubicBezTo>
                    <a:pt x="16" y="15"/>
                    <a:pt x="12" y="18"/>
                    <a:pt x="12" y="21"/>
                  </a:cubicBezTo>
                  <a:cubicBezTo>
                    <a:pt x="18" y="18"/>
                    <a:pt x="26" y="6"/>
                    <a:pt x="21" y="0"/>
                  </a:cubicBezTo>
                  <a:cubicBezTo>
                    <a:pt x="20" y="1"/>
                    <a:pt x="19" y="2"/>
                    <a:pt x="18" y="4"/>
                  </a:cubicBezTo>
                  <a:cubicBezTo>
                    <a:pt x="16" y="6"/>
                    <a:pt x="13" y="8"/>
                    <a:pt x="11" y="10"/>
                  </a:cubicBezTo>
                </a:path>
              </a:pathLst>
            </a:custGeom>
            <a:solidFill>
              <a:srgbClr val="679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5" name="Freeform 906">
              <a:extLst>
                <a:ext uri="{FF2B5EF4-FFF2-40B4-BE49-F238E27FC236}">
                  <a16:creationId xmlns:a16="http://schemas.microsoft.com/office/drawing/2014/main" id="{D9B8C2DB-0FEB-4F39-989A-4BA714EC0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747"/>
              <a:ext cx="39" cy="19"/>
            </a:xfrm>
            <a:custGeom>
              <a:avLst/>
              <a:gdLst>
                <a:gd name="T0" fmla="*/ 20 w 18"/>
                <a:gd name="T1" fmla="*/ 95 h 8"/>
                <a:gd name="T2" fmla="*/ 184 w 18"/>
                <a:gd name="T3" fmla="*/ 57 h 8"/>
                <a:gd name="T4" fmla="*/ 61 w 18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2" y="7"/>
                  </a:moveTo>
                  <a:cubicBezTo>
                    <a:pt x="0" y="0"/>
                    <a:pt x="16" y="0"/>
                    <a:pt x="18" y="4"/>
                  </a:cubicBezTo>
                  <a:cubicBezTo>
                    <a:pt x="15" y="5"/>
                    <a:pt x="9" y="6"/>
                    <a:pt x="6" y="8"/>
                  </a:cubicBezTo>
                </a:path>
              </a:pathLst>
            </a:custGeom>
            <a:solidFill>
              <a:srgbClr val="CA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6" name="Freeform 907">
              <a:extLst>
                <a:ext uri="{FF2B5EF4-FFF2-40B4-BE49-F238E27FC236}">
                  <a16:creationId xmlns:a16="http://schemas.microsoft.com/office/drawing/2014/main" id="{2292411D-542C-4F99-AE80-DE40FC08C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420"/>
              <a:ext cx="22" cy="23"/>
            </a:xfrm>
            <a:custGeom>
              <a:avLst/>
              <a:gdLst>
                <a:gd name="T0" fmla="*/ 0 w 10"/>
                <a:gd name="T1" fmla="*/ 94 h 10"/>
                <a:gd name="T2" fmla="*/ 106 w 10"/>
                <a:gd name="T3" fmla="*/ 122 h 10"/>
                <a:gd name="T4" fmla="*/ 33 w 10"/>
                <a:gd name="T5" fmla="*/ 9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8"/>
                  </a:moveTo>
                  <a:cubicBezTo>
                    <a:pt x="0" y="0"/>
                    <a:pt x="9" y="5"/>
                    <a:pt x="10" y="10"/>
                  </a:cubicBezTo>
                  <a:cubicBezTo>
                    <a:pt x="7" y="10"/>
                    <a:pt x="5" y="8"/>
                    <a:pt x="3" y="8"/>
                  </a:cubicBezTo>
                </a:path>
              </a:pathLst>
            </a:custGeom>
            <a:solidFill>
              <a:srgbClr val="CA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7" name="Freeform 908">
              <a:extLst>
                <a:ext uri="{FF2B5EF4-FFF2-40B4-BE49-F238E27FC236}">
                  <a16:creationId xmlns:a16="http://schemas.microsoft.com/office/drawing/2014/main" id="{447D1A98-9150-4475-BF2A-52EF17BB7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181"/>
              <a:ext cx="22" cy="28"/>
            </a:xfrm>
            <a:custGeom>
              <a:avLst/>
              <a:gdLst>
                <a:gd name="T0" fmla="*/ 106 w 10"/>
                <a:gd name="T1" fmla="*/ 0 h 12"/>
                <a:gd name="T2" fmla="*/ 97 w 10"/>
                <a:gd name="T3" fmla="*/ 152 h 12"/>
                <a:gd name="T4" fmla="*/ 106 w 10"/>
                <a:gd name="T5" fmla="*/ 2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8" y="3"/>
                    <a:pt x="0" y="12"/>
                    <a:pt x="9" y="12"/>
                  </a:cubicBezTo>
                  <a:cubicBezTo>
                    <a:pt x="7" y="9"/>
                    <a:pt x="8" y="5"/>
                    <a:pt x="10" y="2"/>
                  </a:cubicBezTo>
                </a:path>
              </a:pathLst>
            </a:custGeom>
            <a:solidFill>
              <a:srgbClr val="CA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8" name="Rectangle 909">
              <a:extLst>
                <a:ext uri="{FF2B5EF4-FFF2-40B4-BE49-F238E27FC236}">
                  <a16:creationId xmlns:a16="http://schemas.microsoft.com/office/drawing/2014/main" id="{B77D6048-A53D-4A18-A0F0-A33126010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917"/>
              <a:ext cx="1334" cy="992"/>
            </a:xfrm>
            <a:prstGeom prst="rect">
              <a:avLst/>
            </a:prstGeom>
            <a:noFill/>
            <a:ln w="14288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52229" name="arterial-wall-atherosclerosis-cross-section">
            <a:extLst>
              <a:ext uri="{FF2B5EF4-FFF2-40B4-BE49-F238E27FC236}">
                <a16:creationId xmlns:a16="http://schemas.microsoft.com/office/drawing/2014/main" id="{6B141118-65AB-4B2E-B0C1-68FAB150F2CE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4260850"/>
            <a:ext cx="2058988" cy="1546225"/>
            <a:chOff x="578" y="2684"/>
            <a:chExt cx="1297" cy="974"/>
          </a:xfrm>
        </p:grpSpPr>
        <p:grpSp>
          <p:nvGrpSpPr>
            <p:cNvPr id="122962" name="Group 911">
              <a:extLst>
                <a:ext uri="{FF2B5EF4-FFF2-40B4-BE49-F238E27FC236}">
                  <a16:creationId xmlns:a16="http://schemas.microsoft.com/office/drawing/2014/main" id="{CFCC4E56-2C09-460D-92EE-FFEACD340C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" y="2692"/>
              <a:ext cx="1136" cy="960"/>
              <a:chOff x="731" y="2692"/>
              <a:chExt cx="1136" cy="960"/>
            </a:xfrm>
          </p:grpSpPr>
          <p:sp>
            <p:nvSpPr>
              <p:cNvPr id="123498" name="Freeform 912">
                <a:extLst>
                  <a:ext uri="{FF2B5EF4-FFF2-40B4-BE49-F238E27FC236}">
                    <a16:creationId xmlns:a16="http://schemas.microsoft.com/office/drawing/2014/main" id="{DBE59BFB-C247-4851-9592-766D9DC2B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692"/>
                <a:ext cx="480" cy="960"/>
              </a:xfrm>
              <a:custGeom>
                <a:avLst/>
                <a:gdLst>
                  <a:gd name="T0" fmla="*/ 480 w 288"/>
                  <a:gd name="T1" fmla="*/ 1308 h 540"/>
                  <a:gd name="T2" fmla="*/ 1158 w 288"/>
                  <a:gd name="T3" fmla="*/ 2766 h 540"/>
                  <a:gd name="T4" fmla="*/ 1230 w 288"/>
                  <a:gd name="T5" fmla="*/ 3035 h 540"/>
                  <a:gd name="T6" fmla="*/ 1333 w 288"/>
                  <a:gd name="T7" fmla="*/ 3035 h 540"/>
                  <a:gd name="T8" fmla="*/ 1333 w 288"/>
                  <a:gd name="T9" fmla="*/ 0 h 540"/>
                  <a:gd name="T10" fmla="*/ 0 w 288"/>
                  <a:gd name="T11" fmla="*/ 0 h 540"/>
                  <a:gd name="T12" fmla="*/ 480 w 288"/>
                  <a:gd name="T13" fmla="*/ 1308 h 5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8" h="540">
                    <a:moveTo>
                      <a:pt x="104" y="233"/>
                    </a:moveTo>
                    <a:cubicBezTo>
                      <a:pt x="134" y="298"/>
                      <a:pt x="233" y="367"/>
                      <a:pt x="250" y="492"/>
                    </a:cubicBezTo>
                    <a:cubicBezTo>
                      <a:pt x="252" y="511"/>
                      <a:pt x="258" y="527"/>
                      <a:pt x="266" y="540"/>
                    </a:cubicBezTo>
                    <a:cubicBezTo>
                      <a:pt x="288" y="540"/>
                      <a:pt x="288" y="540"/>
                      <a:pt x="288" y="540"/>
                    </a:cubicBezTo>
                    <a:cubicBezTo>
                      <a:pt x="288" y="0"/>
                      <a:pt x="288" y="0"/>
                      <a:pt x="28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58"/>
                      <a:pt x="57" y="132"/>
                      <a:pt x="104" y="23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99" name="Freeform 913">
                <a:extLst>
                  <a:ext uri="{FF2B5EF4-FFF2-40B4-BE49-F238E27FC236}">
                    <a16:creationId xmlns:a16="http://schemas.microsoft.com/office/drawing/2014/main" id="{652624E9-B90B-467F-AD57-28A13E1E5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2692"/>
                <a:ext cx="570" cy="960"/>
              </a:xfrm>
              <a:custGeom>
                <a:avLst/>
                <a:gdLst>
                  <a:gd name="T0" fmla="*/ 1522 w 342"/>
                  <a:gd name="T1" fmla="*/ 2766 h 540"/>
                  <a:gd name="T2" fmla="*/ 828 w 342"/>
                  <a:gd name="T3" fmla="*/ 1358 h 540"/>
                  <a:gd name="T4" fmla="*/ 320 w 342"/>
                  <a:gd name="T5" fmla="*/ 0 h 540"/>
                  <a:gd name="T6" fmla="*/ 0 w 342"/>
                  <a:gd name="T7" fmla="*/ 0 h 540"/>
                  <a:gd name="T8" fmla="*/ 272 w 342"/>
                  <a:gd name="T9" fmla="*/ 1568 h 540"/>
                  <a:gd name="T10" fmla="*/ 667 w 342"/>
                  <a:gd name="T11" fmla="*/ 3035 h 540"/>
                  <a:gd name="T12" fmla="*/ 1583 w 342"/>
                  <a:gd name="T13" fmla="*/ 3035 h 540"/>
                  <a:gd name="T14" fmla="*/ 1522 w 342"/>
                  <a:gd name="T15" fmla="*/ 2766 h 5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2" h="540">
                    <a:moveTo>
                      <a:pt x="329" y="492"/>
                    </a:moveTo>
                    <a:cubicBezTo>
                      <a:pt x="315" y="415"/>
                      <a:pt x="209" y="307"/>
                      <a:pt x="179" y="242"/>
                    </a:cubicBezTo>
                    <a:cubicBezTo>
                      <a:pt x="127" y="130"/>
                      <a:pt x="101" y="58"/>
                      <a:pt x="6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88"/>
                      <a:pt x="41" y="188"/>
                      <a:pt x="59" y="279"/>
                    </a:cubicBezTo>
                    <a:cubicBezTo>
                      <a:pt x="76" y="367"/>
                      <a:pt x="112" y="449"/>
                      <a:pt x="144" y="540"/>
                    </a:cubicBezTo>
                    <a:cubicBezTo>
                      <a:pt x="342" y="540"/>
                      <a:pt x="342" y="540"/>
                      <a:pt x="342" y="540"/>
                    </a:cubicBezTo>
                    <a:cubicBezTo>
                      <a:pt x="337" y="526"/>
                      <a:pt x="332" y="510"/>
                      <a:pt x="329" y="492"/>
                    </a:cubicBezTo>
                    <a:close/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00" name="Freeform 914">
                <a:extLst>
                  <a:ext uri="{FF2B5EF4-FFF2-40B4-BE49-F238E27FC236}">
                    <a16:creationId xmlns:a16="http://schemas.microsoft.com/office/drawing/2014/main" id="{F6604433-DAB5-4278-87DE-41665F711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2692"/>
                <a:ext cx="220" cy="960"/>
              </a:xfrm>
              <a:custGeom>
                <a:avLst/>
                <a:gdLst>
                  <a:gd name="T0" fmla="*/ 0 w 132"/>
                  <a:gd name="T1" fmla="*/ 0 h 540"/>
                  <a:gd name="T2" fmla="*/ 408 w 132"/>
                  <a:gd name="T3" fmla="*/ 3035 h 540"/>
                  <a:gd name="T4" fmla="*/ 612 w 132"/>
                  <a:gd name="T5" fmla="*/ 3035 h 540"/>
                  <a:gd name="T6" fmla="*/ 242 w 132"/>
                  <a:gd name="T7" fmla="*/ 0 h 540"/>
                  <a:gd name="T8" fmla="*/ 0 w 132"/>
                  <a:gd name="T9" fmla="*/ 0 h 5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540">
                    <a:moveTo>
                      <a:pt x="0" y="0"/>
                    </a:moveTo>
                    <a:cubicBezTo>
                      <a:pt x="26" y="170"/>
                      <a:pt x="56" y="354"/>
                      <a:pt x="88" y="540"/>
                    </a:cubicBezTo>
                    <a:cubicBezTo>
                      <a:pt x="132" y="540"/>
                      <a:pt x="132" y="540"/>
                      <a:pt x="132" y="540"/>
                    </a:cubicBezTo>
                    <a:cubicBezTo>
                      <a:pt x="102" y="352"/>
                      <a:pt x="76" y="169"/>
                      <a:pt x="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01" name="Freeform 915">
                <a:extLst>
                  <a:ext uri="{FF2B5EF4-FFF2-40B4-BE49-F238E27FC236}">
                    <a16:creationId xmlns:a16="http://schemas.microsoft.com/office/drawing/2014/main" id="{4AA99512-6C70-4275-82E0-0A573FF93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692"/>
                <a:ext cx="445" cy="960"/>
              </a:xfrm>
              <a:custGeom>
                <a:avLst/>
                <a:gdLst>
                  <a:gd name="T0" fmla="*/ 380 w 267"/>
                  <a:gd name="T1" fmla="*/ 3035 h 540"/>
                  <a:gd name="T2" fmla="*/ 1237 w 267"/>
                  <a:gd name="T3" fmla="*/ 3035 h 540"/>
                  <a:gd name="T4" fmla="*/ 842 w 267"/>
                  <a:gd name="T5" fmla="*/ 1568 h 540"/>
                  <a:gd name="T6" fmla="*/ 570 w 267"/>
                  <a:gd name="T7" fmla="*/ 0 h 540"/>
                  <a:gd name="T8" fmla="*/ 0 w 267"/>
                  <a:gd name="T9" fmla="*/ 0 h 540"/>
                  <a:gd name="T10" fmla="*/ 380 w 267"/>
                  <a:gd name="T11" fmla="*/ 3035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7" h="540">
                    <a:moveTo>
                      <a:pt x="82" y="540"/>
                    </a:moveTo>
                    <a:cubicBezTo>
                      <a:pt x="267" y="540"/>
                      <a:pt x="267" y="540"/>
                      <a:pt x="267" y="540"/>
                    </a:cubicBezTo>
                    <a:cubicBezTo>
                      <a:pt x="235" y="449"/>
                      <a:pt x="199" y="367"/>
                      <a:pt x="182" y="279"/>
                    </a:cubicBezTo>
                    <a:cubicBezTo>
                      <a:pt x="164" y="188"/>
                      <a:pt x="140" y="88"/>
                      <a:pt x="12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4" y="171"/>
                      <a:pt x="51" y="354"/>
                      <a:pt x="82" y="540"/>
                    </a:cubicBezTo>
                    <a:close/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02" name="Freeform 916">
                <a:extLst>
                  <a:ext uri="{FF2B5EF4-FFF2-40B4-BE49-F238E27FC236}">
                    <a16:creationId xmlns:a16="http://schemas.microsoft.com/office/drawing/2014/main" id="{1B243DCF-4902-409A-B34F-A76555BBE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692"/>
                <a:ext cx="510" cy="960"/>
              </a:xfrm>
              <a:custGeom>
                <a:avLst/>
                <a:gdLst>
                  <a:gd name="T0" fmla="*/ 1342 w 306"/>
                  <a:gd name="T1" fmla="*/ 2766 h 540"/>
                  <a:gd name="T2" fmla="*/ 667 w 306"/>
                  <a:gd name="T3" fmla="*/ 1308 h 540"/>
                  <a:gd name="T4" fmla="*/ 187 w 306"/>
                  <a:gd name="T5" fmla="*/ 0 h 540"/>
                  <a:gd name="T6" fmla="*/ 0 w 306"/>
                  <a:gd name="T7" fmla="*/ 0 h 540"/>
                  <a:gd name="T8" fmla="*/ 508 w 306"/>
                  <a:gd name="T9" fmla="*/ 1358 h 540"/>
                  <a:gd name="T10" fmla="*/ 1203 w 306"/>
                  <a:gd name="T11" fmla="*/ 2766 h 540"/>
                  <a:gd name="T12" fmla="*/ 1263 w 306"/>
                  <a:gd name="T13" fmla="*/ 3035 h 540"/>
                  <a:gd name="T14" fmla="*/ 1417 w 306"/>
                  <a:gd name="T15" fmla="*/ 3035 h 540"/>
                  <a:gd name="T16" fmla="*/ 1342 w 306"/>
                  <a:gd name="T17" fmla="*/ 2766 h 5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6" h="540">
                    <a:moveTo>
                      <a:pt x="290" y="492"/>
                    </a:moveTo>
                    <a:cubicBezTo>
                      <a:pt x="273" y="367"/>
                      <a:pt x="174" y="298"/>
                      <a:pt x="144" y="233"/>
                    </a:cubicBezTo>
                    <a:cubicBezTo>
                      <a:pt x="97" y="132"/>
                      <a:pt x="69" y="58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58"/>
                      <a:pt x="58" y="130"/>
                      <a:pt x="110" y="242"/>
                    </a:cubicBezTo>
                    <a:cubicBezTo>
                      <a:pt x="140" y="307"/>
                      <a:pt x="246" y="415"/>
                      <a:pt x="260" y="492"/>
                    </a:cubicBezTo>
                    <a:cubicBezTo>
                      <a:pt x="263" y="510"/>
                      <a:pt x="268" y="526"/>
                      <a:pt x="273" y="540"/>
                    </a:cubicBezTo>
                    <a:cubicBezTo>
                      <a:pt x="306" y="540"/>
                      <a:pt x="306" y="540"/>
                      <a:pt x="306" y="540"/>
                    </a:cubicBezTo>
                    <a:cubicBezTo>
                      <a:pt x="298" y="527"/>
                      <a:pt x="292" y="511"/>
                      <a:pt x="290" y="492"/>
                    </a:cubicBezTo>
                    <a:close/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03" name="Freeform 917">
                <a:extLst>
                  <a:ext uri="{FF2B5EF4-FFF2-40B4-BE49-F238E27FC236}">
                    <a16:creationId xmlns:a16="http://schemas.microsoft.com/office/drawing/2014/main" id="{43C25099-8607-4AF2-B90A-7325F48D0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692"/>
                <a:ext cx="318" cy="960"/>
              </a:xfrm>
              <a:custGeom>
                <a:avLst/>
                <a:gdLst>
                  <a:gd name="T0" fmla="*/ 881 w 191"/>
                  <a:gd name="T1" fmla="*/ 3035 h 540"/>
                  <a:gd name="T2" fmla="*/ 501 w 191"/>
                  <a:gd name="T3" fmla="*/ 0 h 540"/>
                  <a:gd name="T4" fmla="*/ 0 w 191"/>
                  <a:gd name="T5" fmla="*/ 0 h 540"/>
                  <a:gd name="T6" fmla="*/ 368 w 191"/>
                  <a:gd name="T7" fmla="*/ 3035 h 540"/>
                  <a:gd name="T8" fmla="*/ 881 w 191"/>
                  <a:gd name="T9" fmla="*/ 3035 h 5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540">
                    <a:moveTo>
                      <a:pt x="191" y="540"/>
                    </a:moveTo>
                    <a:cubicBezTo>
                      <a:pt x="160" y="354"/>
                      <a:pt x="133" y="171"/>
                      <a:pt x="10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4" y="169"/>
                      <a:pt x="50" y="352"/>
                      <a:pt x="80" y="540"/>
                    </a:cubicBezTo>
                    <a:lnTo>
                      <a:pt x="191" y="540"/>
                    </a:lnTo>
                    <a:close/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04" name="Freeform 918">
                <a:extLst>
                  <a:ext uri="{FF2B5EF4-FFF2-40B4-BE49-F238E27FC236}">
                    <a16:creationId xmlns:a16="http://schemas.microsoft.com/office/drawing/2014/main" id="{0F382841-B24F-4BA7-BD1C-213981D7A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3090"/>
                <a:ext cx="61" cy="100"/>
              </a:xfrm>
              <a:custGeom>
                <a:avLst/>
                <a:gdLst>
                  <a:gd name="T0" fmla="*/ 89 w 37"/>
                  <a:gd name="T1" fmla="*/ 41 h 56"/>
                  <a:gd name="T2" fmla="*/ 76 w 37"/>
                  <a:gd name="T3" fmla="*/ 261 h 56"/>
                  <a:gd name="T4" fmla="*/ 112 w 37"/>
                  <a:gd name="T5" fmla="*/ 6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6">
                    <a:moveTo>
                      <a:pt x="20" y="7"/>
                    </a:moveTo>
                    <a:cubicBezTo>
                      <a:pt x="0" y="0"/>
                      <a:pt x="9" y="43"/>
                      <a:pt x="17" y="46"/>
                    </a:cubicBezTo>
                    <a:cubicBezTo>
                      <a:pt x="37" y="56"/>
                      <a:pt x="26" y="14"/>
                      <a:pt x="25" y="1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05" name="Freeform 919">
                <a:extLst>
                  <a:ext uri="{FF2B5EF4-FFF2-40B4-BE49-F238E27FC236}">
                    <a16:creationId xmlns:a16="http://schemas.microsoft.com/office/drawing/2014/main" id="{25E12F42-A665-4826-9F73-BB2C92854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3108"/>
                <a:ext cx="51" cy="84"/>
              </a:xfrm>
              <a:custGeom>
                <a:avLst/>
                <a:gdLst>
                  <a:gd name="T0" fmla="*/ 110 w 31"/>
                  <a:gd name="T1" fmla="*/ 0 h 47"/>
                  <a:gd name="T2" fmla="*/ 13 w 31"/>
                  <a:gd name="T3" fmla="*/ 73 h 47"/>
                  <a:gd name="T4" fmla="*/ 13 w 31"/>
                  <a:gd name="T5" fmla="*/ 232 h 47"/>
                  <a:gd name="T6" fmla="*/ 105 w 31"/>
                  <a:gd name="T7" fmla="*/ 232 h 47"/>
                  <a:gd name="T8" fmla="*/ 133 w 31"/>
                  <a:gd name="T9" fmla="*/ 1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7">
                    <a:moveTo>
                      <a:pt x="25" y="0"/>
                    </a:moveTo>
                    <a:cubicBezTo>
                      <a:pt x="18" y="3"/>
                      <a:pt x="7" y="5"/>
                      <a:pt x="3" y="13"/>
                    </a:cubicBezTo>
                    <a:cubicBezTo>
                      <a:pt x="1" y="18"/>
                      <a:pt x="0" y="37"/>
                      <a:pt x="3" y="41"/>
                    </a:cubicBezTo>
                    <a:cubicBezTo>
                      <a:pt x="6" y="47"/>
                      <a:pt x="19" y="46"/>
                      <a:pt x="24" y="41"/>
                    </a:cubicBezTo>
                    <a:cubicBezTo>
                      <a:pt x="30" y="35"/>
                      <a:pt x="31" y="7"/>
                      <a:pt x="30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06" name="Freeform 920">
                <a:extLst>
                  <a:ext uri="{FF2B5EF4-FFF2-40B4-BE49-F238E27FC236}">
                    <a16:creationId xmlns:a16="http://schemas.microsoft.com/office/drawing/2014/main" id="{52474BA2-9294-4681-B9CF-106018268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145"/>
                <a:ext cx="41" cy="86"/>
              </a:xfrm>
              <a:custGeom>
                <a:avLst/>
                <a:gdLst>
                  <a:gd name="T0" fmla="*/ 62 w 25"/>
                  <a:gd name="T1" fmla="*/ 0 h 48"/>
                  <a:gd name="T2" fmla="*/ 21 w 25"/>
                  <a:gd name="T3" fmla="*/ 224 h 48"/>
                  <a:gd name="T4" fmla="*/ 75 w 25"/>
                  <a:gd name="T5" fmla="*/ 247 h 48"/>
                  <a:gd name="T6" fmla="*/ 92 w 25"/>
                  <a:gd name="T7" fmla="*/ 7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8">
                    <a:moveTo>
                      <a:pt x="14" y="0"/>
                    </a:moveTo>
                    <a:cubicBezTo>
                      <a:pt x="0" y="2"/>
                      <a:pt x="0" y="29"/>
                      <a:pt x="5" y="39"/>
                    </a:cubicBezTo>
                    <a:cubicBezTo>
                      <a:pt x="7" y="44"/>
                      <a:pt x="10" y="48"/>
                      <a:pt x="17" y="43"/>
                    </a:cubicBezTo>
                    <a:cubicBezTo>
                      <a:pt x="25" y="37"/>
                      <a:pt x="21" y="21"/>
                      <a:pt x="21" y="1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07" name="Freeform 921">
                <a:extLst>
                  <a:ext uri="{FF2B5EF4-FFF2-40B4-BE49-F238E27FC236}">
                    <a16:creationId xmlns:a16="http://schemas.microsoft.com/office/drawing/2014/main" id="{B28C70CA-5BE6-409A-B964-11490BCEC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3222"/>
                <a:ext cx="53" cy="89"/>
              </a:xfrm>
              <a:custGeom>
                <a:avLst/>
                <a:gdLst>
                  <a:gd name="T0" fmla="*/ 83 w 32"/>
                  <a:gd name="T1" fmla="*/ 0 h 50"/>
                  <a:gd name="T2" fmla="*/ 8 w 32"/>
                  <a:gd name="T3" fmla="*/ 36 h 50"/>
                  <a:gd name="T4" fmla="*/ 41 w 32"/>
                  <a:gd name="T5" fmla="*/ 215 h 50"/>
                  <a:gd name="T6" fmla="*/ 113 w 32"/>
                  <a:gd name="T7" fmla="*/ 244 h 50"/>
                  <a:gd name="T8" fmla="*/ 118 w 32"/>
                  <a:gd name="T9" fmla="*/ 28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0">
                    <a:moveTo>
                      <a:pt x="18" y="0"/>
                    </a:moveTo>
                    <a:cubicBezTo>
                      <a:pt x="14" y="1"/>
                      <a:pt x="4" y="2"/>
                      <a:pt x="2" y="6"/>
                    </a:cubicBezTo>
                    <a:cubicBezTo>
                      <a:pt x="0" y="10"/>
                      <a:pt x="7" y="33"/>
                      <a:pt x="9" y="38"/>
                    </a:cubicBezTo>
                    <a:cubicBezTo>
                      <a:pt x="12" y="46"/>
                      <a:pt x="18" y="50"/>
                      <a:pt x="25" y="43"/>
                    </a:cubicBezTo>
                    <a:cubicBezTo>
                      <a:pt x="32" y="35"/>
                      <a:pt x="27" y="14"/>
                      <a:pt x="26" y="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08" name="Freeform 922">
                <a:extLst>
                  <a:ext uri="{FF2B5EF4-FFF2-40B4-BE49-F238E27FC236}">
                    <a16:creationId xmlns:a16="http://schemas.microsoft.com/office/drawing/2014/main" id="{CE346EAD-493E-4E18-99A2-61D7545F6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3216"/>
                <a:ext cx="45" cy="82"/>
              </a:xfrm>
              <a:custGeom>
                <a:avLst/>
                <a:gdLst>
                  <a:gd name="T0" fmla="*/ 0 w 27"/>
                  <a:gd name="T1" fmla="*/ 12 h 46"/>
                  <a:gd name="T2" fmla="*/ 75 w 27"/>
                  <a:gd name="T3" fmla="*/ 21 h 46"/>
                  <a:gd name="T4" fmla="*/ 117 w 27"/>
                  <a:gd name="T5" fmla="*/ 182 h 46"/>
                  <a:gd name="T6" fmla="*/ 75 w 27"/>
                  <a:gd name="T7" fmla="*/ 260 h 46"/>
                  <a:gd name="T8" fmla="*/ 8 w 27"/>
                  <a:gd name="T9" fmla="*/ 21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6">
                    <a:moveTo>
                      <a:pt x="0" y="2"/>
                    </a:moveTo>
                    <a:cubicBezTo>
                      <a:pt x="6" y="2"/>
                      <a:pt x="11" y="0"/>
                      <a:pt x="16" y="4"/>
                    </a:cubicBezTo>
                    <a:cubicBezTo>
                      <a:pt x="22" y="9"/>
                      <a:pt x="24" y="24"/>
                      <a:pt x="25" y="32"/>
                    </a:cubicBezTo>
                    <a:cubicBezTo>
                      <a:pt x="26" y="42"/>
                      <a:pt x="27" y="45"/>
                      <a:pt x="16" y="46"/>
                    </a:cubicBezTo>
                    <a:cubicBezTo>
                      <a:pt x="10" y="46"/>
                      <a:pt x="2" y="44"/>
                      <a:pt x="2" y="3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09" name="Freeform 923">
                <a:extLst>
                  <a:ext uri="{FF2B5EF4-FFF2-40B4-BE49-F238E27FC236}">
                    <a16:creationId xmlns:a16="http://schemas.microsoft.com/office/drawing/2014/main" id="{ABA7A326-C632-411D-A64A-9535AB31A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3332"/>
                <a:ext cx="54" cy="84"/>
              </a:xfrm>
              <a:custGeom>
                <a:avLst/>
                <a:gdLst>
                  <a:gd name="T0" fmla="*/ 86 w 32"/>
                  <a:gd name="T1" fmla="*/ 7 h 47"/>
                  <a:gd name="T2" fmla="*/ 14 w 32"/>
                  <a:gd name="T3" fmla="*/ 29 h 47"/>
                  <a:gd name="T4" fmla="*/ 49 w 32"/>
                  <a:gd name="T5" fmla="*/ 195 h 47"/>
                  <a:gd name="T6" fmla="*/ 132 w 32"/>
                  <a:gd name="T7" fmla="*/ 211 h 47"/>
                  <a:gd name="T8" fmla="*/ 133 w 32"/>
                  <a:gd name="T9" fmla="*/ 8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18" y="1"/>
                    </a:moveTo>
                    <a:cubicBezTo>
                      <a:pt x="13" y="2"/>
                      <a:pt x="6" y="0"/>
                      <a:pt x="3" y="5"/>
                    </a:cubicBezTo>
                    <a:cubicBezTo>
                      <a:pt x="0" y="10"/>
                      <a:pt x="7" y="29"/>
                      <a:pt x="10" y="34"/>
                    </a:cubicBezTo>
                    <a:cubicBezTo>
                      <a:pt x="14" y="40"/>
                      <a:pt x="18" y="47"/>
                      <a:pt x="27" y="37"/>
                    </a:cubicBezTo>
                    <a:cubicBezTo>
                      <a:pt x="32" y="31"/>
                      <a:pt x="29" y="23"/>
                      <a:pt x="28" y="1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10" name="Freeform 924">
                <a:extLst>
                  <a:ext uri="{FF2B5EF4-FFF2-40B4-BE49-F238E27FC236}">
                    <a16:creationId xmlns:a16="http://schemas.microsoft.com/office/drawing/2014/main" id="{39C85E7C-F3F9-4FDF-9690-8D6BECB08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3343"/>
                <a:ext cx="50" cy="105"/>
              </a:xfrm>
              <a:custGeom>
                <a:avLst/>
                <a:gdLst>
                  <a:gd name="T0" fmla="*/ 50 w 30"/>
                  <a:gd name="T1" fmla="*/ 0 h 59"/>
                  <a:gd name="T2" fmla="*/ 0 w 30"/>
                  <a:gd name="T3" fmla="*/ 137 h 59"/>
                  <a:gd name="T4" fmla="*/ 22 w 30"/>
                  <a:gd name="T5" fmla="*/ 310 h 59"/>
                  <a:gd name="T6" fmla="*/ 125 w 30"/>
                  <a:gd name="T7" fmla="*/ 265 h 59"/>
                  <a:gd name="T8" fmla="*/ 88 w 30"/>
                  <a:gd name="T9" fmla="*/ 37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9">
                    <a:moveTo>
                      <a:pt x="11" y="0"/>
                    </a:moveTo>
                    <a:cubicBezTo>
                      <a:pt x="3" y="8"/>
                      <a:pt x="0" y="13"/>
                      <a:pt x="0" y="24"/>
                    </a:cubicBezTo>
                    <a:cubicBezTo>
                      <a:pt x="0" y="31"/>
                      <a:pt x="0" y="52"/>
                      <a:pt x="5" y="55"/>
                    </a:cubicBezTo>
                    <a:cubicBezTo>
                      <a:pt x="11" y="59"/>
                      <a:pt x="25" y="53"/>
                      <a:pt x="27" y="47"/>
                    </a:cubicBezTo>
                    <a:cubicBezTo>
                      <a:pt x="30" y="40"/>
                      <a:pt x="23" y="13"/>
                      <a:pt x="19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11" name="Freeform 925">
                <a:extLst>
                  <a:ext uri="{FF2B5EF4-FFF2-40B4-BE49-F238E27FC236}">
                    <a16:creationId xmlns:a16="http://schemas.microsoft.com/office/drawing/2014/main" id="{EE796412-3D36-4F9D-9F4C-E521A3BA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339"/>
                <a:ext cx="37" cy="91"/>
              </a:xfrm>
              <a:custGeom>
                <a:avLst/>
                <a:gdLst>
                  <a:gd name="T0" fmla="*/ 91 w 22"/>
                  <a:gd name="T1" fmla="*/ 45 h 51"/>
                  <a:gd name="T2" fmla="*/ 96 w 22"/>
                  <a:gd name="T3" fmla="*/ 261 h 51"/>
                  <a:gd name="T4" fmla="*/ 104 w 22"/>
                  <a:gd name="T5" fmla="*/ 137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1">
                    <a:moveTo>
                      <a:pt x="19" y="8"/>
                    </a:moveTo>
                    <a:cubicBezTo>
                      <a:pt x="0" y="0"/>
                      <a:pt x="3" y="51"/>
                      <a:pt x="20" y="46"/>
                    </a:cubicBezTo>
                    <a:cubicBezTo>
                      <a:pt x="22" y="39"/>
                      <a:pt x="20" y="31"/>
                      <a:pt x="22" y="2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12" name="Freeform 926">
                <a:extLst>
                  <a:ext uri="{FF2B5EF4-FFF2-40B4-BE49-F238E27FC236}">
                    <a16:creationId xmlns:a16="http://schemas.microsoft.com/office/drawing/2014/main" id="{89F50A5A-54D1-40D5-AD8B-7AD08DB97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3455"/>
                <a:ext cx="43" cy="92"/>
              </a:xfrm>
              <a:custGeom>
                <a:avLst/>
                <a:gdLst>
                  <a:gd name="T0" fmla="*/ 63 w 26"/>
                  <a:gd name="T1" fmla="*/ 7 h 52"/>
                  <a:gd name="T2" fmla="*/ 20 w 26"/>
                  <a:gd name="T3" fmla="*/ 7 h 52"/>
                  <a:gd name="T4" fmla="*/ 22 w 26"/>
                  <a:gd name="T5" fmla="*/ 232 h 52"/>
                  <a:gd name="T6" fmla="*/ 96 w 26"/>
                  <a:gd name="T7" fmla="*/ 253 h 52"/>
                  <a:gd name="T8" fmla="*/ 71 w 26"/>
                  <a:gd name="T9" fmla="*/ 6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2">
                    <a:moveTo>
                      <a:pt x="14" y="1"/>
                    </a:moveTo>
                    <a:cubicBezTo>
                      <a:pt x="11" y="0"/>
                      <a:pt x="7" y="1"/>
                      <a:pt x="4" y="1"/>
                    </a:cubicBezTo>
                    <a:cubicBezTo>
                      <a:pt x="4" y="13"/>
                      <a:pt x="0" y="31"/>
                      <a:pt x="5" y="42"/>
                    </a:cubicBezTo>
                    <a:cubicBezTo>
                      <a:pt x="8" y="48"/>
                      <a:pt x="16" y="52"/>
                      <a:pt x="21" y="46"/>
                    </a:cubicBezTo>
                    <a:cubicBezTo>
                      <a:pt x="26" y="40"/>
                      <a:pt x="16" y="18"/>
                      <a:pt x="16" y="1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13" name="Freeform 927">
                <a:extLst>
                  <a:ext uri="{FF2B5EF4-FFF2-40B4-BE49-F238E27FC236}">
                    <a16:creationId xmlns:a16="http://schemas.microsoft.com/office/drawing/2014/main" id="{51724A12-6350-4494-9A2C-D930DC49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473"/>
                <a:ext cx="48" cy="71"/>
              </a:xfrm>
              <a:custGeom>
                <a:avLst/>
                <a:gdLst>
                  <a:gd name="T0" fmla="*/ 76 w 29"/>
                  <a:gd name="T1" fmla="*/ 7 h 40"/>
                  <a:gd name="T2" fmla="*/ 8 w 29"/>
                  <a:gd name="T3" fmla="*/ 16 h 40"/>
                  <a:gd name="T4" fmla="*/ 68 w 29"/>
                  <a:gd name="T5" fmla="*/ 217 h 40"/>
                  <a:gd name="T6" fmla="*/ 99 w 29"/>
                  <a:gd name="T7" fmla="*/ 5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0">
                    <a:moveTo>
                      <a:pt x="17" y="1"/>
                    </a:moveTo>
                    <a:cubicBezTo>
                      <a:pt x="12" y="0"/>
                      <a:pt x="7" y="1"/>
                      <a:pt x="2" y="3"/>
                    </a:cubicBezTo>
                    <a:cubicBezTo>
                      <a:pt x="0" y="10"/>
                      <a:pt x="8" y="38"/>
                      <a:pt x="15" y="39"/>
                    </a:cubicBezTo>
                    <a:cubicBezTo>
                      <a:pt x="29" y="40"/>
                      <a:pt x="24" y="14"/>
                      <a:pt x="22" y="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14" name="Freeform 928">
                <a:extLst>
                  <a:ext uri="{FF2B5EF4-FFF2-40B4-BE49-F238E27FC236}">
                    <a16:creationId xmlns:a16="http://schemas.microsoft.com/office/drawing/2014/main" id="{DC467930-0C92-4CF4-83A9-F95D0F319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3446"/>
                <a:ext cx="57" cy="80"/>
              </a:xfrm>
              <a:custGeom>
                <a:avLst/>
                <a:gdLst>
                  <a:gd name="T0" fmla="*/ 104 w 34"/>
                  <a:gd name="T1" fmla="*/ 0 h 45"/>
                  <a:gd name="T2" fmla="*/ 13 w 34"/>
                  <a:gd name="T3" fmla="*/ 37 h 45"/>
                  <a:gd name="T4" fmla="*/ 29 w 34"/>
                  <a:gd name="T5" fmla="*/ 215 h 45"/>
                  <a:gd name="T6" fmla="*/ 137 w 34"/>
                  <a:gd name="T7" fmla="*/ 219 h 45"/>
                  <a:gd name="T8" fmla="*/ 126 w 34"/>
                  <a:gd name="T9" fmla="*/ 5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2" y="0"/>
                    </a:moveTo>
                    <a:cubicBezTo>
                      <a:pt x="17" y="1"/>
                      <a:pt x="6" y="2"/>
                      <a:pt x="3" y="7"/>
                    </a:cubicBezTo>
                    <a:cubicBezTo>
                      <a:pt x="0" y="11"/>
                      <a:pt x="3" y="34"/>
                      <a:pt x="6" y="38"/>
                    </a:cubicBezTo>
                    <a:cubicBezTo>
                      <a:pt x="9" y="44"/>
                      <a:pt x="24" y="45"/>
                      <a:pt x="29" y="39"/>
                    </a:cubicBezTo>
                    <a:cubicBezTo>
                      <a:pt x="34" y="33"/>
                      <a:pt x="29" y="16"/>
                      <a:pt x="27" y="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15" name="Freeform 929">
                <a:extLst>
                  <a:ext uri="{FF2B5EF4-FFF2-40B4-BE49-F238E27FC236}">
                    <a16:creationId xmlns:a16="http://schemas.microsoft.com/office/drawing/2014/main" id="{53D65015-4D7D-441C-B6A5-9290B66FF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558"/>
                <a:ext cx="48" cy="50"/>
              </a:xfrm>
              <a:custGeom>
                <a:avLst/>
                <a:gdLst>
                  <a:gd name="T0" fmla="*/ 99 w 29"/>
                  <a:gd name="T1" fmla="*/ 7 h 28"/>
                  <a:gd name="T2" fmla="*/ 50 w 29"/>
                  <a:gd name="T3" fmla="*/ 159 h 28"/>
                  <a:gd name="T4" fmla="*/ 131 w 29"/>
                  <a:gd name="T5" fmla="*/ 125 h 28"/>
                  <a:gd name="T6" fmla="*/ 126 w 29"/>
                  <a:gd name="T7" fmla="*/ 102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8">
                    <a:moveTo>
                      <a:pt x="22" y="1"/>
                    </a:moveTo>
                    <a:cubicBezTo>
                      <a:pt x="3" y="0"/>
                      <a:pt x="0" y="14"/>
                      <a:pt x="11" y="28"/>
                    </a:cubicBezTo>
                    <a:cubicBezTo>
                      <a:pt x="17" y="25"/>
                      <a:pt x="23" y="23"/>
                      <a:pt x="29" y="22"/>
                    </a:cubicBezTo>
                    <a:cubicBezTo>
                      <a:pt x="29" y="20"/>
                      <a:pt x="29" y="19"/>
                      <a:pt x="28" y="18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16" name="Freeform 930">
                <a:extLst>
                  <a:ext uri="{FF2B5EF4-FFF2-40B4-BE49-F238E27FC236}">
                    <a16:creationId xmlns:a16="http://schemas.microsoft.com/office/drawing/2014/main" id="{6BE418F5-4797-4ACC-8B29-C7FF6619F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574"/>
                <a:ext cx="30" cy="78"/>
              </a:xfrm>
              <a:custGeom>
                <a:avLst/>
                <a:gdLst>
                  <a:gd name="T0" fmla="*/ 62 w 18"/>
                  <a:gd name="T1" fmla="*/ 0 h 44"/>
                  <a:gd name="T2" fmla="*/ 8 w 18"/>
                  <a:gd name="T3" fmla="*/ 37 h 44"/>
                  <a:gd name="T4" fmla="*/ 22 w 18"/>
                  <a:gd name="T5" fmla="*/ 186 h 44"/>
                  <a:gd name="T6" fmla="*/ 75 w 18"/>
                  <a:gd name="T7" fmla="*/ 14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4">
                    <a:moveTo>
                      <a:pt x="13" y="0"/>
                    </a:moveTo>
                    <a:cubicBezTo>
                      <a:pt x="8" y="1"/>
                      <a:pt x="4" y="2"/>
                      <a:pt x="2" y="7"/>
                    </a:cubicBezTo>
                    <a:cubicBezTo>
                      <a:pt x="0" y="11"/>
                      <a:pt x="3" y="29"/>
                      <a:pt x="5" y="33"/>
                    </a:cubicBezTo>
                    <a:cubicBezTo>
                      <a:pt x="13" y="44"/>
                      <a:pt x="18" y="36"/>
                      <a:pt x="16" y="2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17" name="Freeform 931">
                <a:extLst>
                  <a:ext uri="{FF2B5EF4-FFF2-40B4-BE49-F238E27FC236}">
                    <a16:creationId xmlns:a16="http://schemas.microsoft.com/office/drawing/2014/main" id="{1D99B801-8C88-4AFC-AAAA-17AE56610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560"/>
                <a:ext cx="56" cy="89"/>
              </a:xfrm>
              <a:custGeom>
                <a:avLst/>
                <a:gdLst>
                  <a:gd name="T0" fmla="*/ 97 w 34"/>
                  <a:gd name="T1" fmla="*/ 37 h 50"/>
                  <a:gd name="T2" fmla="*/ 68 w 34"/>
                  <a:gd name="T3" fmla="*/ 224 h 50"/>
                  <a:gd name="T4" fmla="*/ 109 w 34"/>
                  <a:gd name="T5" fmla="*/ 117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0">
                    <a:moveTo>
                      <a:pt x="22" y="7"/>
                    </a:moveTo>
                    <a:cubicBezTo>
                      <a:pt x="0" y="0"/>
                      <a:pt x="4" y="31"/>
                      <a:pt x="15" y="40"/>
                    </a:cubicBezTo>
                    <a:cubicBezTo>
                      <a:pt x="28" y="50"/>
                      <a:pt x="34" y="32"/>
                      <a:pt x="24" y="2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18" name="Freeform 932">
                <a:extLst>
                  <a:ext uri="{FF2B5EF4-FFF2-40B4-BE49-F238E27FC236}">
                    <a16:creationId xmlns:a16="http://schemas.microsoft.com/office/drawing/2014/main" id="{07FCB70A-3205-4357-8CE9-339A49228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3627"/>
                <a:ext cx="60" cy="24"/>
              </a:xfrm>
              <a:custGeom>
                <a:avLst/>
                <a:gdLst>
                  <a:gd name="T0" fmla="*/ 0 w 36"/>
                  <a:gd name="T1" fmla="*/ 81 h 13"/>
                  <a:gd name="T2" fmla="*/ 105 w 36"/>
                  <a:gd name="T3" fmla="*/ 0 h 13"/>
                  <a:gd name="T4" fmla="*/ 167 w 36"/>
                  <a:gd name="T5" fmla="*/ 7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3">
                    <a:moveTo>
                      <a:pt x="0" y="13"/>
                    </a:moveTo>
                    <a:cubicBezTo>
                      <a:pt x="0" y="1"/>
                      <a:pt x="14" y="0"/>
                      <a:pt x="23" y="0"/>
                    </a:cubicBezTo>
                    <a:cubicBezTo>
                      <a:pt x="33" y="0"/>
                      <a:pt x="34" y="2"/>
                      <a:pt x="36" y="1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19" name="Freeform 933">
                <a:extLst>
                  <a:ext uri="{FF2B5EF4-FFF2-40B4-BE49-F238E27FC236}">
                    <a16:creationId xmlns:a16="http://schemas.microsoft.com/office/drawing/2014/main" id="{FF1A3BDF-B6B5-4DDD-A227-AAF6A9D69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2811"/>
                <a:ext cx="55" cy="99"/>
              </a:xfrm>
              <a:custGeom>
                <a:avLst/>
                <a:gdLst>
                  <a:gd name="T0" fmla="*/ 88 w 33"/>
                  <a:gd name="T1" fmla="*/ 21 h 56"/>
                  <a:gd name="T2" fmla="*/ 83 w 33"/>
                  <a:gd name="T3" fmla="*/ 309 h 56"/>
                  <a:gd name="T4" fmla="*/ 145 w 33"/>
                  <a:gd name="T5" fmla="*/ 225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6">
                    <a:moveTo>
                      <a:pt x="19" y="4"/>
                    </a:moveTo>
                    <a:cubicBezTo>
                      <a:pt x="0" y="0"/>
                      <a:pt x="11" y="48"/>
                      <a:pt x="18" y="56"/>
                    </a:cubicBezTo>
                    <a:cubicBezTo>
                      <a:pt x="24" y="53"/>
                      <a:pt x="33" y="49"/>
                      <a:pt x="31" y="4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20" name="Freeform 934">
                <a:extLst>
                  <a:ext uri="{FF2B5EF4-FFF2-40B4-BE49-F238E27FC236}">
                    <a16:creationId xmlns:a16="http://schemas.microsoft.com/office/drawing/2014/main" id="{1C6A8056-1CB0-41B3-B5FF-621B32179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786"/>
                <a:ext cx="57" cy="89"/>
              </a:xfrm>
              <a:custGeom>
                <a:avLst/>
                <a:gdLst>
                  <a:gd name="T0" fmla="*/ 99 w 34"/>
                  <a:gd name="T1" fmla="*/ 0 h 50"/>
                  <a:gd name="T2" fmla="*/ 20 w 34"/>
                  <a:gd name="T3" fmla="*/ 37 h 50"/>
                  <a:gd name="T4" fmla="*/ 50 w 34"/>
                  <a:gd name="T5" fmla="*/ 224 h 50"/>
                  <a:gd name="T6" fmla="*/ 132 w 34"/>
                  <a:gd name="T7" fmla="*/ 194 h 50"/>
                  <a:gd name="T8" fmla="*/ 153 w 34"/>
                  <a:gd name="T9" fmla="*/ 1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50">
                    <a:moveTo>
                      <a:pt x="21" y="0"/>
                    </a:moveTo>
                    <a:cubicBezTo>
                      <a:pt x="16" y="1"/>
                      <a:pt x="6" y="3"/>
                      <a:pt x="4" y="7"/>
                    </a:cubicBezTo>
                    <a:cubicBezTo>
                      <a:pt x="0" y="13"/>
                      <a:pt x="7" y="35"/>
                      <a:pt x="11" y="40"/>
                    </a:cubicBezTo>
                    <a:cubicBezTo>
                      <a:pt x="18" y="50"/>
                      <a:pt x="23" y="44"/>
                      <a:pt x="28" y="34"/>
                    </a:cubicBezTo>
                    <a:cubicBezTo>
                      <a:pt x="34" y="23"/>
                      <a:pt x="28" y="12"/>
                      <a:pt x="32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21" name="Freeform 935">
                <a:extLst>
                  <a:ext uri="{FF2B5EF4-FFF2-40B4-BE49-F238E27FC236}">
                    <a16:creationId xmlns:a16="http://schemas.microsoft.com/office/drawing/2014/main" id="{94A3A579-FFB4-4E7D-A951-318D0E452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845"/>
                <a:ext cx="43" cy="64"/>
              </a:xfrm>
              <a:custGeom>
                <a:avLst/>
                <a:gdLst>
                  <a:gd name="T0" fmla="*/ 22 w 26"/>
                  <a:gd name="T1" fmla="*/ 0 h 36"/>
                  <a:gd name="T2" fmla="*/ 109 w 26"/>
                  <a:gd name="T3" fmla="*/ 28 h 36"/>
                  <a:gd name="T4" fmla="*/ 104 w 26"/>
                  <a:gd name="T5" fmla="*/ 139 h 36"/>
                  <a:gd name="T6" fmla="*/ 20 w 26"/>
                  <a:gd name="T7" fmla="*/ 64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6">
                    <a:moveTo>
                      <a:pt x="5" y="0"/>
                    </a:moveTo>
                    <a:cubicBezTo>
                      <a:pt x="11" y="2"/>
                      <a:pt x="20" y="0"/>
                      <a:pt x="24" y="5"/>
                    </a:cubicBezTo>
                    <a:cubicBezTo>
                      <a:pt x="26" y="8"/>
                      <a:pt x="26" y="22"/>
                      <a:pt x="23" y="25"/>
                    </a:cubicBezTo>
                    <a:cubicBezTo>
                      <a:pt x="13" y="36"/>
                      <a:pt x="0" y="23"/>
                      <a:pt x="4" y="1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22" name="Freeform 936">
                <a:extLst>
                  <a:ext uri="{FF2B5EF4-FFF2-40B4-BE49-F238E27FC236}">
                    <a16:creationId xmlns:a16="http://schemas.microsoft.com/office/drawing/2014/main" id="{4F56323D-44E6-4E85-A4EA-D835401E3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942"/>
                <a:ext cx="30" cy="66"/>
              </a:xfrm>
              <a:custGeom>
                <a:avLst/>
                <a:gdLst>
                  <a:gd name="T0" fmla="*/ 22 w 18"/>
                  <a:gd name="T1" fmla="*/ 21 h 37"/>
                  <a:gd name="T2" fmla="*/ 78 w 18"/>
                  <a:gd name="T3" fmla="*/ 130 h 37"/>
                  <a:gd name="T4" fmla="*/ 13 w 18"/>
                  <a:gd name="T5" fmla="*/ 194 h 37"/>
                  <a:gd name="T6" fmla="*/ 8 w 18"/>
                  <a:gd name="T7" fmla="*/ 3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7">
                    <a:moveTo>
                      <a:pt x="5" y="4"/>
                    </a:moveTo>
                    <a:cubicBezTo>
                      <a:pt x="18" y="0"/>
                      <a:pt x="17" y="12"/>
                      <a:pt x="17" y="23"/>
                    </a:cubicBezTo>
                    <a:cubicBezTo>
                      <a:pt x="18" y="37"/>
                      <a:pt x="15" y="34"/>
                      <a:pt x="3" y="34"/>
                    </a:cubicBezTo>
                    <a:cubicBezTo>
                      <a:pt x="0" y="25"/>
                      <a:pt x="5" y="16"/>
                      <a:pt x="2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23" name="Freeform 937">
                <a:extLst>
                  <a:ext uri="{FF2B5EF4-FFF2-40B4-BE49-F238E27FC236}">
                    <a16:creationId xmlns:a16="http://schemas.microsoft.com/office/drawing/2014/main" id="{B3F512BC-1B84-4FA2-833C-CFC488D27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909"/>
                <a:ext cx="48" cy="73"/>
              </a:xfrm>
              <a:custGeom>
                <a:avLst/>
                <a:gdLst>
                  <a:gd name="T0" fmla="*/ 71 w 29"/>
                  <a:gd name="T1" fmla="*/ 0 h 41"/>
                  <a:gd name="T2" fmla="*/ 41 w 29"/>
                  <a:gd name="T3" fmla="*/ 196 h 41"/>
                  <a:gd name="T4" fmla="*/ 109 w 29"/>
                  <a:gd name="T5" fmla="*/ 194 h 41"/>
                  <a:gd name="T6" fmla="*/ 96 w 29"/>
                  <a:gd name="T7" fmla="*/ 37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1">
                    <a:moveTo>
                      <a:pt x="16" y="0"/>
                    </a:moveTo>
                    <a:cubicBezTo>
                      <a:pt x="1" y="1"/>
                      <a:pt x="0" y="25"/>
                      <a:pt x="9" y="35"/>
                    </a:cubicBezTo>
                    <a:cubicBezTo>
                      <a:pt x="13" y="40"/>
                      <a:pt x="18" y="41"/>
                      <a:pt x="24" y="34"/>
                    </a:cubicBezTo>
                    <a:cubicBezTo>
                      <a:pt x="29" y="28"/>
                      <a:pt x="25" y="14"/>
                      <a:pt x="21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24" name="Freeform 938">
                <a:extLst>
                  <a:ext uri="{FF2B5EF4-FFF2-40B4-BE49-F238E27FC236}">
                    <a16:creationId xmlns:a16="http://schemas.microsoft.com/office/drawing/2014/main" id="{AB67E253-E88A-4E33-A743-C20475E70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012"/>
                <a:ext cx="50" cy="67"/>
              </a:xfrm>
              <a:custGeom>
                <a:avLst/>
                <a:gdLst>
                  <a:gd name="T0" fmla="*/ 63 w 30"/>
                  <a:gd name="T1" fmla="*/ 7 h 38"/>
                  <a:gd name="T2" fmla="*/ 8 w 30"/>
                  <a:gd name="T3" fmla="*/ 28 h 38"/>
                  <a:gd name="T4" fmla="*/ 22 w 30"/>
                  <a:gd name="T5" fmla="*/ 187 h 38"/>
                  <a:gd name="T6" fmla="*/ 130 w 30"/>
                  <a:gd name="T7" fmla="*/ 164 h 38"/>
                  <a:gd name="T8" fmla="*/ 112 w 30"/>
                  <a:gd name="T9" fmla="*/ 4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8">
                    <a:moveTo>
                      <a:pt x="14" y="1"/>
                    </a:moveTo>
                    <a:cubicBezTo>
                      <a:pt x="8" y="0"/>
                      <a:pt x="4" y="0"/>
                      <a:pt x="2" y="5"/>
                    </a:cubicBezTo>
                    <a:cubicBezTo>
                      <a:pt x="0" y="8"/>
                      <a:pt x="2" y="32"/>
                      <a:pt x="5" y="34"/>
                    </a:cubicBezTo>
                    <a:cubicBezTo>
                      <a:pt x="9" y="38"/>
                      <a:pt x="25" y="34"/>
                      <a:pt x="28" y="30"/>
                    </a:cubicBezTo>
                    <a:cubicBezTo>
                      <a:pt x="30" y="26"/>
                      <a:pt x="25" y="12"/>
                      <a:pt x="24" y="8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25" name="Freeform 939">
                <a:extLst>
                  <a:ext uri="{FF2B5EF4-FFF2-40B4-BE49-F238E27FC236}">
                    <a16:creationId xmlns:a16="http://schemas.microsoft.com/office/drawing/2014/main" id="{E7FDD6C4-FB6B-40BE-B27E-C0825F84F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957"/>
                <a:ext cx="47" cy="101"/>
              </a:xfrm>
              <a:custGeom>
                <a:avLst/>
                <a:gdLst>
                  <a:gd name="T0" fmla="*/ 71 w 28"/>
                  <a:gd name="T1" fmla="*/ 0 h 57"/>
                  <a:gd name="T2" fmla="*/ 8 w 28"/>
                  <a:gd name="T3" fmla="*/ 89 h 57"/>
                  <a:gd name="T4" fmla="*/ 37 w 28"/>
                  <a:gd name="T5" fmla="*/ 216 h 57"/>
                  <a:gd name="T6" fmla="*/ 62 w 28"/>
                  <a:gd name="T7" fmla="*/ 289 h 57"/>
                  <a:gd name="T8" fmla="*/ 133 w 28"/>
                  <a:gd name="T9" fmla="*/ 183 h 57"/>
                  <a:gd name="T10" fmla="*/ 91 w 28"/>
                  <a:gd name="T11" fmla="*/ 12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7">
                    <a:moveTo>
                      <a:pt x="15" y="0"/>
                    </a:moveTo>
                    <a:cubicBezTo>
                      <a:pt x="3" y="1"/>
                      <a:pt x="0" y="4"/>
                      <a:pt x="2" y="16"/>
                    </a:cubicBezTo>
                    <a:cubicBezTo>
                      <a:pt x="3" y="23"/>
                      <a:pt x="6" y="31"/>
                      <a:pt x="8" y="39"/>
                    </a:cubicBezTo>
                    <a:cubicBezTo>
                      <a:pt x="9" y="43"/>
                      <a:pt x="8" y="50"/>
                      <a:pt x="13" y="52"/>
                    </a:cubicBezTo>
                    <a:cubicBezTo>
                      <a:pt x="25" y="57"/>
                      <a:pt x="28" y="40"/>
                      <a:pt x="28" y="33"/>
                    </a:cubicBezTo>
                    <a:cubicBezTo>
                      <a:pt x="28" y="22"/>
                      <a:pt x="24" y="12"/>
                      <a:pt x="19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26" name="Freeform 940">
                <a:extLst>
                  <a:ext uri="{FF2B5EF4-FFF2-40B4-BE49-F238E27FC236}">
                    <a16:creationId xmlns:a16="http://schemas.microsoft.com/office/drawing/2014/main" id="{A524CB98-2099-4F9E-B129-42EBD4F28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720"/>
                <a:ext cx="46" cy="103"/>
              </a:xfrm>
              <a:custGeom>
                <a:avLst/>
                <a:gdLst>
                  <a:gd name="T0" fmla="*/ 62 w 28"/>
                  <a:gd name="T1" fmla="*/ 21 h 58"/>
                  <a:gd name="T2" fmla="*/ 49 w 28"/>
                  <a:gd name="T3" fmla="*/ 240 h 58"/>
                  <a:gd name="T4" fmla="*/ 81 w 28"/>
                  <a:gd name="T5" fmla="*/ 37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8">
                    <a:moveTo>
                      <a:pt x="14" y="4"/>
                    </a:moveTo>
                    <a:cubicBezTo>
                      <a:pt x="0" y="0"/>
                      <a:pt x="6" y="38"/>
                      <a:pt x="11" y="43"/>
                    </a:cubicBezTo>
                    <a:cubicBezTo>
                      <a:pt x="28" y="58"/>
                      <a:pt x="19" y="11"/>
                      <a:pt x="18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27" name="Freeform 941">
                <a:extLst>
                  <a:ext uri="{FF2B5EF4-FFF2-40B4-BE49-F238E27FC236}">
                    <a16:creationId xmlns:a16="http://schemas.microsoft.com/office/drawing/2014/main" id="{0F83C523-C185-4407-994E-3F89E5AFF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693"/>
                <a:ext cx="55" cy="54"/>
              </a:xfrm>
              <a:custGeom>
                <a:avLst/>
                <a:gdLst>
                  <a:gd name="T0" fmla="*/ 13 w 33"/>
                  <a:gd name="T1" fmla="*/ 0 h 30"/>
                  <a:gd name="T2" fmla="*/ 83 w 33"/>
                  <a:gd name="T3" fmla="*/ 162 h 30"/>
                  <a:gd name="T4" fmla="*/ 145 w 33"/>
                  <a:gd name="T5" fmla="*/ 130 h 30"/>
                  <a:gd name="T6" fmla="*/ 130 w 33"/>
                  <a:gd name="T7" fmla="*/ 2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0">
                    <a:moveTo>
                      <a:pt x="3" y="0"/>
                    </a:moveTo>
                    <a:cubicBezTo>
                      <a:pt x="3" y="13"/>
                      <a:pt x="0" y="30"/>
                      <a:pt x="18" y="28"/>
                    </a:cubicBezTo>
                    <a:cubicBezTo>
                      <a:pt x="22" y="28"/>
                      <a:pt x="29" y="25"/>
                      <a:pt x="31" y="22"/>
                    </a:cubicBezTo>
                    <a:cubicBezTo>
                      <a:pt x="33" y="18"/>
                      <a:pt x="28" y="4"/>
                      <a:pt x="28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28" name="Freeform 942">
                <a:extLst>
                  <a:ext uri="{FF2B5EF4-FFF2-40B4-BE49-F238E27FC236}">
                    <a16:creationId xmlns:a16="http://schemas.microsoft.com/office/drawing/2014/main" id="{428CAD71-38CC-416C-8061-04E62B0A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2695"/>
                <a:ext cx="50" cy="87"/>
              </a:xfrm>
              <a:custGeom>
                <a:avLst/>
                <a:gdLst>
                  <a:gd name="T0" fmla="*/ 8 w 30"/>
                  <a:gd name="T1" fmla="*/ 0 h 49"/>
                  <a:gd name="T2" fmla="*/ 88 w 30"/>
                  <a:gd name="T3" fmla="*/ 224 h 49"/>
                  <a:gd name="T4" fmla="*/ 92 w 30"/>
                  <a:gd name="T5" fmla="*/ 12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9">
                    <a:moveTo>
                      <a:pt x="2" y="0"/>
                    </a:moveTo>
                    <a:cubicBezTo>
                      <a:pt x="1" y="9"/>
                      <a:pt x="0" y="49"/>
                      <a:pt x="19" y="40"/>
                    </a:cubicBezTo>
                    <a:cubicBezTo>
                      <a:pt x="30" y="34"/>
                      <a:pt x="20" y="11"/>
                      <a:pt x="20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29" name="Freeform 943">
                <a:extLst>
                  <a:ext uri="{FF2B5EF4-FFF2-40B4-BE49-F238E27FC236}">
                    <a16:creationId xmlns:a16="http://schemas.microsoft.com/office/drawing/2014/main" id="{D412A3C6-6A54-4EF8-AAAD-08C91A5D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039"/>
                <a:ext cx="45" cy="74"/>
              </a:xfrm>
              <a:custGeom>
                <a:avLst/>
                <a:gdLst>
                  <a:gd name="T0" fmla="*/ 63 w 27"/>
                  <a:gd name="T1" fmla="*/ 0 h 42"/>
                  <a:gd name="T2" fmla="*/ 55 w 27"/>
                  <a:gd name="T3" fmla="*/ 229 h 42"/>
                  <a:gd name="T4" fmla="*/ 92 w 27"/>
                  <a:gd name="T5" fmla="*/ 8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2">
                    <a:moveTo>
                      <a:pt x="14" y="0"/>
                    </a:moveTo>
                    <a:cubicBezTo>
                      <a:pt x="0" y="2"/>
                      <a:pt x="7" y="33"/>
                      <a:pt x="12" y="42"/>
                    </a:cubicBezTo>
                    <a:cubicBezTo>
                      <a:pt x="27" y="38"/>
                      <a:pt x="20" y="29"/>
                      <a:pt x="20" y="1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30" name="Freeform 944">
                <a:extLst>
                  <a:ext uri="{FF2B5EF4-FFF2-40B4-BE49-F238E27FC236}">
                    <a16:creationId xmlns:a16="http://schemas.microsoft.com/office/drawing/2014/main" id="{3A4F37D8-2FAA-42E4-9094-88D663A16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254"/>
                <a:ext cx="45" cy="71"/>
              </a:xfrm>
              <a:custGeom>
                <a:avLst/>
                <a:gdLst>
                  <a:gd name="T0" fmla="*/ 42 w 27"/>
                  <a:gd name="T1" fmla="*/ 16 h 40"/>
                  <a:gd name="T2" fmla="*/ 103 w 27"/>
                  <a:gd name="T3" fmla="*/ 0 h 40"/>
                  <a:gd name="T4" fmla="*/ 120 w 27"/>
                  <a:gd name="T5" fmla="*/ 195 h 40"/>
                  <a:gd name="T6" fmla="*/ 33 w 27"/>
                  <a:gd name="T7" fmla="*/ 37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0">
                    <a:moveTo>
                      <a:pt x="9" y="3"/>
                    </a:moveTo>
                    <a:cubicBezTo>
                      <a:pt x="13" y="2"/>
                      <a:pt x="18" y="1"/>
                      <a:pt x="22" y="0"/>
                    </a:cubicBezTo>
                    <a:cubicBezTo>
                      <a:pt x="26" y="10"/>
                      <a:pt x="27" y="24"/>
                      <a:pt x="26" y="35"/>
                    </a:cubicBezTo>
                    <a:cubicBezTo>
                      <a:pt x="7" y="40"/>
                      <a:pt x="0" y="24"/>
                      <a:pt x="7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31" name="Freeform 945">
                <a:extLst>
                  <a:ext uri="{FF2B5EF4-FFF2-40B4-BE49-F238E27FC236}">
                    <a16:creationId xmlns:a16="http://schemas.microsoft.com/office/drawing/2014/main" id="{9A43A7D2-7031-4985-9682-01E2624D0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918"/>
                <a:ext cx="22" cy="26"/>
              </a:xfrm>
              <a:custGeom>
                <a:avLst/>
                <a:gdLst>
                  <a:gd name="T0" fmla="*/ 0 w 13"/>
                  <a:gd name="T1" fmla="*/ 29 h 15"/>
                  <a:gd name="T2" fmla="*/ 58 w 13"/>
                  <a:gd name="T3" fmla="*/ 78 h 15"/>
                  <a:gd name="T4" fmla="*/ 41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0" y="6"/>
                    </a:moveTo>
                    <a:cubicBezTo>
                      <a:pt x="6" y="8"/>
                      <a:pt x="8" y="13"/>
                      <a:pt x="12" y="15"/>
                    </a:cubicBezTo>
                    <a:cubicBezTo>
                      <a:pt x="13" y="9"/>
                      <a:pt x="11" y="5"/>
                      <a:pt x="8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32" name="Freeform 946">
                <a:extLst>
                  <a:ext uri="{FF2B5EF4-FFF2-40B4-BE49-F238E27FC236}">
                    <a16:creationId xmlns:a16="http://schemas.microsoft.com/office/drawing/2014/main" id="{92087C24-C10C-4F37-B163-6E3CE3BE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104"/>
                <a:ext cx="22" cy="18"/>
              </a:xfrm>
              <a:custGeom>
                <a:avLst/>
                <a:gdLst>
                  <a:gd name="T0" fmla="*/ 0 w 13"/>
                  <a:gd name="T1" fmla="*/ 7 h 10"/>
                  <a:gd name="T2" fmla="*/ 8 w 13"/>
                  <a:gd name="T3" fmla="*/ 58 h 10"/>
                  <a:gd name="T4" fmla="*/ 63 w 1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1"/>
                    </a:moveTo>
                    <a:cubicBezTo>
                      <a:pt x="0" y="4"/>
                      <a:pt x="1" y="7"/>
                      <a:pt x="2" y="10"/>
                    </a:cubicBezTo>
                    <a:cubicBezTo>
                      <a:pt x="6" y="7"/>
                      <a:pt x="8" y="1"/>
                      <a:pt x="13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33" name="Freeform 947">
                <a:extLst>
                  <a:ext uri="{FF2B5EF4-FFF2-40B4-BE49-F238E27FC236}">
                    <a16:creationId xmlns:a16="http://schemas.microsoft.com/office/drawing/2014/main" id="{724B2638-5B3D-440E-AF12-3202A6FCB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021"/>
                <a:ext cx="13" cy="35"/>
              </a:xfrm>
              <a:custGeom>
                <a:avLst/>
                <a:gdLst>
                  <a:gd name="T0" fmla="*/ 0 w 8"/>
                  <a:gd name="T1" fmla="*/ 0 h 20"/>
                  <a:gd name="T2" fmla="*/ 34 w 8"/>
                  <a:gd name="T3" fmla="*/ 107 h 20"/>
                  <a:gd name="T4" fmla="*/ 29 w 8"/>
                  <a:gd name="T5" fmla="*/ 1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3" y="5"/>
                      <a:pt x="1" y="19"/>
                      <a:pt x="8" y="20"/>
                    </a:cubicBezTo>
                    <a:cubicBezTo>
                      <a:pt x="7" y="15"/>
                      <a:pt x="5" y="6"/>
                      <a:pt x="7" y="2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34" name="Freeform 948">
                <a:extLst>
                  <a:ext uri="{FF2B5EF4-FFF2-40B4-BE49-F238E27FC236}">
                    <a16:creationId xmlns:a16="http://schemas.microsoft.com/office/drawing/2014/main" id="{2FDE4197-6791-4DBE-BB06-83A8848B7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209"/>
                <a:ext cx="17" cy="29"/>
              </a:xfrm>
              <a:custGeom>
                <a:avLst/>
                <a:gdLst>
                  <a:gd name="T0" fmla="*/ 49 w 10"/>
                  <a:gd name="T1" fmla="*/ 7 h 16"/>
                  <a:gd name="T2" fmla="*/ 20 w 10"/>
                  <a:gd name="T3" fmla="*/ 96 h 16"/>
                  <a:gd name="T4" fmla="*/ 0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0" y="1"/>
                    </a:moveTo>
                    <a:cubicBezTo>
                      <a:pt x="5" y="5"/>
                      <a:pt x="3" y="10"/>
                      <a:pt x="4" y="16"/>
                    </a:cubicBezTo>
                    <a:cubicBezTo>
                      <a:pt x="4" y="11"/>
                      <a:pt x="1" y="6"/>
                      <a:pt x="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35" name="Freeform 949">
                <a:extLst>
                  <a:ext uri="{FF2B5EF4-FFF2-40B4-BE49-F238E27FC236}">
                    <a16:creationId xmlns:a16="http://schemas.microsoft.com/office/drawing/2014/main" id="{CCCD8770-2E0B-4C75-8A19-9D65C1727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3314"/>
                <a:ext cx="28" cy="52"/>
              </a:xfrm>
              <a:custGeom>
                <a:avLst/>
                <a:gdLst>
                  <a:gd name="T0" fmla="*/ 0 w 17"/>
                  <a:gd name="T1" fmla="*/ 0 h 29"/>
                  <a:gd name="T2" fmla="*/ 54 w 17"/>
                  <a:gd name="T3" fmla="*/ 167 h 29"/>
                  <a:gd name="T4" fmla="*/ 76 w 17"/>
                  <a:gd name="T5" fmla="*/ 70 h 29"/>
                  <a:gd name="T6" fmla="*/ 20 w 17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9">
                    <a:moveTo>
                      <a:pt x="0" y="0"/>
                    </a:moveTo>
                    <a:cubicBezTo>
                      <a:pt x="0" y="9"/>
                      <a:pt x="9" y="20"/>
                      <a:pt x="12" y="29"/>
                    </a:cubicBezTo>
                    <a:cubicBezTo>
                      <a:pt x="14" y="24"/>
                      <a:pt x="14" y="17"/>
                      <a:pt x="17" y="12"/>
                    </a:cubicBezTo>
                    <a:cubicBezTo>
                      <a:pt x="10" y="13"/>
                      <a:pt x="6" y="6"/>
                      <a:pt x="4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36" name="Freeform 950">
                <a:extLst>
                  <a:ext uri="{FF2B5EF4-FFF2-40B4-BE49-F238E27FC236}">
                    <a16:creationId xmlns:a16="http://schemas.microsoft.com/office/drawing/2014/main" id="{E17265EF-B704-433D-8F76-143244ECB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3439"/>
                <a:ext cx="13" cy="23"/>
              </a:xfrm>
              <a:custGeom>
                <a:avLst/>
                <a:gdLst>
                  <a:gd name="T0" fmla="*/ 0 w 8"/>
                  <a:gd name="T1" fmla="*/ 34 h 13"/>
                  <a:gd name="T2" fmla="*/ 26 w 8"/>
                  <a:gd name="T3" fmla="*/ 73 h 13"/>
                  <a:gd name="T4" fmla="*/ 34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6"/>
                    </a:moveTo>
                    <a:cubicBezTo>
                      <a:pt x="2" y="8"/>
                      <a:pt x="5" y="10"/>
                      <a:pt x="6" y="13"/>
                    </a:cubicBezTo>
                    <a:cubicBezTo>
                      <a:pt x="5" y="9"/>
                      <a:pt x="6" y="1"/>
                      <a:pt x="8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37" name="Freeform 951">
                <a:extLst>
                  <a:ext uri="{FF2B5EF4-FFF2-40B4-BE49-F238E27FC236}">
                    <a16:creationId xmlns:a16="http://schemas.microsoft.com/office/drawing/2014/main" id="{8411959F-C07F-4399-A867-7E8C6AEED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563"/>
                <a:ext cx="17" cy="38"/>
              </a:xfrm>
              <a:custGeom>
                <a:avLst/>
                <a:gdLst>
                  <a:gd name="T0" fmla="*/ 0 w 10"/>
                  <a:gd name="T1" fmla="*/ 0 h 21"/>
                  <a:gd name="T2" fmla="*/ 20 w 10"/>
                  <a:gd name="T3" fmla="*/ 125 h 21"/>
                  <a:gd name="T4" fmla="*/ 49 w 10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cubicBezTo>
                      <a:pt x="2" y="6"/>
                      <a:pt x="1" y="15"/>
                      <a:pt x="4" y="21"/>
                    </a:cubicBezTo>
                    <a:cubicBezTo>
                      <a:pt x="5" y="14"/>
                      <a:pt x="5" y="5"/>
                      <a:pt x="1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38" name="Freeform 952">
                <a:extLst>
                  <a:ext uri="{FF2B5EF4-FFF2-40B4-BE49-F238E27FC236}">
                    <a16:creationId xmlns:a16="http://schemas.microsoft.com/office/drawing/2014/main" id="{6B9BFCEF-5C67-42AA-A6E0-8F39871AA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768"/>
                <a:ext cx="21" cy="32"/>
              </a:xfrm>
              <a:custGeom>
                <a:avLst/>
                <a:gdLst>
                  <a:gd name="T0" fmla="*/ 13 w 13"/>
                  <a:gd name="T1" fmla="*/ 0 h 18"/>
                  <a:gd name="T2" fmla="*/ 0 w 13"/>
                  <a:gd name="T3" fmla="*/ 64 h 18"/>
                  <a:gd name="T4" fmla="*/ 21 w 13"/>
                  <a:gd name="T5" fmla="*/ 101 h 18"/>
                  <a:gd name="T6" fmla="*/ 55 w 13"/>
                  <a:gd name="T7" fmla="*/ 1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3" y="0"/>
                    </a:moveTo>
                    <a:cubicBezTo>
                      <a:pt x="3" y="3"/>
                      <a:pt x="1" y="7"/>
                      <a:pt x="0" y="11"/>
                    </a:cubicBezTo>
                    <a:cubicBezTo>
                      <a:pt x="2" y="13"/>
                      <a:pt x="4" y="15"/>
                      <a:pt x="5" y="18"/>
                    </a:cubicBezTo>
                    <a:cubicBezTo>
                      <a:pt x="8" y="13"/>
                      <a:pt x="8" y="7"/>
                      <a:pt x="13" y="2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39" name="Freeform 953">
                <a:extLst>
                  <a:ext uri="{FF2B5EF4-FFF2-40B4-BE49-F238E27FC236}">
                    <a16:creationId xmlns:a16="http://schemas.microsoft.com/office/drawing/2014/main" id="{7B487DFE-636A-44B6-816E-F07EFFA1B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821"/>
                <a:ext cx="18" cy="29"/>
              </a:xfrm>
              <a:custGeom>
                <a:avLst/>
                <a:gdLst>
                  <a:gd name="T0" fmla="*/ 0 w 11"/>
                  <a:gd name="T1" fmla="*/ 96 h 16"/>
                  <a:gd name="T2" fmla="*/ 47 w 11"/>
                  <a:gd name="T3" fmla="*/ 36 h 16"/>
                  <a:gd name="T4" fmla="*/ 18 w 11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16"/>
                    </a:moveTo>
                    <a:cubicBezTo>
                      <a:pt x="1" y="10"/>
                      <a:pt x="6" y="7"/>
                      <a:pt x="11" y="6"/>
                    </a:cubicBezTo>
                    <a:cubicBezTo>
                      <a:pt x="8" y="5"/>
                      <a:pt x="6" y="2"/>
                      <a:pt x="4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40" name="Freeform 954">
                <a:extLst>
                  <a:ext uri="{FF2B5EF4-FFF2-40B4-BE49-F238E27FC236}">
                    <a16:creationId xmlns:a16="http://schemas.microsoft.com/office/drawing/2014/main" id="{41345299-5000-4F54-93F0-9BBEE604D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996"/>
                <a:ext cx="20" cy="25"/>
              </a:xfrm>
              <a:custGeom>
                <a:avLst/>
                <a:gdLst>
                  <a:gd name="T0" fmla="*/ 22 w 12"/>
                  <a:gd name="T1" fmla="*/ 80 h 14"/>
                  <a:gd name="T2" fmla="*/ 55 w 12"/>
                  <a:gd name="T3" fmla="*/ 0 h 14"/>
                  <a:gd name="T4" fmla="*/ 0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5" y="14"/>
                    </a:moveTo>
                    <a:cubicBezTo>
                      <a:pt x="6" y="9"/>
                      <a:pt x="7" y="3"/>
                      <a:pt x="12" y="0"/>
                    </a:cubicBezTo>
                    <a:cubicBezTo>
                      <a:pt x="8" y="0"/>
                      <a:pt x="4" y="0"/>
                      <a:pt x="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41" name="Freeform 955">
                <a:extLst>
                  <a:ext uri="{FF2B5EF4-FFF2-40B4-BE49-F238E27FC236}">
                    <a16:creationId xmlns:a16="http://schemas.microsoft.com/office/drawing/2014/main" id="{76C62AA3-880F-4DC0-BC1E-BCC72A758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3081"/>
                <a:ext cx="28" cy="30"/>
              </a:xfrm>
              <a:custGeom>
                <a:avLst/>
                <a:gdLst>
                  <a:gd name="T0" fmla="*/ 0 w 17"/>
                  <a:gd name="T1" fmla="*/ 37 h 17"/>
                  <a:gd name="T2" fmla="*/ 71 w 17"/>
                  <a:gd name="T3" fmla="*/ 94 h 17"/>
                  <a:gd name="T4" fmla="*/ 68 w 1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0" y="7"/>
                    </a:moveTo>
                    <a:cubicBezTo>
                      <a:pt x="8" y="9"/>
                      <a:pt x="10" y="13"/>
                      <a:pt x="16" y="17"/>
                    </a:cubicBezTo>
                    <a:cubicBezTo>
                      <a:pt x="17" y="13"/>
                      <a:pt x="16" y="5"/>
                      <a:pt x="15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42" name="Freeform 956">
                <a:extLst>
                  <a:ext uri="{FF2B5EF4-FFF2-40B4-BE49-F238E27FC236}">
                    <a16:creationId xmlns:a16="http://schemas.microsoft.com/office/drawing/2014/main" id="{8585D394-A8AA-43B6-9E6E-276BFC329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3183"/>
                <a:ext cx="22" cy="30"/>
              </a:xfrm>
              <a:custGeom>
                <a:avLst/>
                <a:gdLst>
                  <a:gd name="T0" fmla="*/ 0 w 13"/>
                  <a:gd name="T1" fmla="*/ 56 h 17"/>
                  <a:gd name="T2" fmla="*/ 58 w 13"/>
                  <a:gd name="T3" fmla="*/ 94 h 17"/>
                  <a:gd name="T4" fmla="*/ 63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10"/>
                    </a:moveTo>
                    <a:cubicBezTo>
                      <a:pt x="5" y="11"/>
                      <a:pt x="10" y="13"/>
                      <a:pt x="12" y="17"/>
                    </a:cubicBezTo>
                    <a:cubicBezTo>
                      <a:pt x="13" y="13"/>
                      <a:pt x="11" y="2"/>
                      <a:pt x="13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43" name="Freeform 957">
                <a:extLst>
                  <a:ext uri="{FF2B5EF4-FFF2-40B4-BE49-F238E27FC236}">
                    <a16:creationId xmlns:a16="http://schemas.microsoft.com/office/drawing/2014/main" id="{51C5ADAA-4604-4537-BC02-AADC87AF0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316"/>
                <a:ext cx="27" cy="18"/>
              </a:xfrm>
              <a:custGeom>
                <a:avLst/>
                <a:gdLst>
                  <a:gd name="T0" fmla="*/ 0 w 16"/>
                  <a:gd name="T1" fmla="*/ 41 h 10"/>
                  <a:gd name="T2" fmla="*/ 78 w 16"/>
                  <a:gd name="T3" fmla="*/ 52 h 10"/>
                  <a:gd name="T4" fmla="*/ 57 w 1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7"/>
                    </a:moveTo>
                    <a:cubicBezTo>
                      <a:pt x="4" y="8"/>
                      <a:pt x="12" y="10"/>
                      <a:pt x="16" y="9"/>
                    </a:cubicBezTo>
                    <a:cubicBezTo>
                      <a:pt x="14" y="6"/>
                      <a:pt x="13" y="3"/>
                      <a:pt x="12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44" name="Freeform 958">
                <a:extLst>
                  <a:ext uri="{FF2B5EF4-FFF2-40B4-BE49-F238E27FC236}">
                    <a16:creationId xmlns:a16="http://schemas.microsoft.com/office/drawing/2014/main" id="{60B33C2F-74C2-4F9F-8C75-390969E72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3337"/>
                <a:ext cx="12" cy="20"/>
              </a:xfrm>
              <a:custGeom>
                <a:avLst/>
                <a:gdLst>
                  <a:gd name="T0" fmla="*/ 0 w 7"/>
                  <a:gd name="T1" fmla="*/ 0 h 11"/>
                  <a:gd name="T2" fmla="*/ 21 w 7"/>
                  <a:gd name="T3" fmla="*/ 65 h 11"/>
                  <a:gd name="T4" fmla="*/ 36 w 7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1" y="4"/>
                      <a:pt x="3" y="7"/>
                      <a:pt x="4" y="11"/>
                    </a:cubicBezTo>
                    <a:cubicBezTo>
                      <a:pt x="7" y="9"/>
                      <a:pt x="6" y="4"/>
                      <a:pt x="7" y="2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45" name="Freeform 959">
                <a:extLst>
                  <a:ext uri="{FF2B5EF4-FFF2-40B4-BE49-F238E27FC236}">
                    <a16:creationId xmlns:a16="http://schemas.microsoft.com/office/drawing/2014/main" id="{FA5AD80A-276E-4F26-85CD-C06CFF0A6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982"/>
                <a:ext cx="15" cy="21"/>
              </a:xfrm>
              <a:custGeom>
                <a:avLst/>
                <a:gdLst>
                  <a:gd name="T0" fmla="*/ 0 w 9"/>
                  <a:gd name="T1" fmla="*/ 33 h 12"/>
                  <a:gd name="T2" fmla="*/ 37 w 9"/>
                  <a:gd name="T3" fmla="*/ 65 h 12"/>
                  <a:gd name="T4" fmla="*/ 42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6"/>
                    </a:moveTo>
                    <a:cubicBezTo>
                      <a:pt x="2" y="10"/>
                      <a:pt x="5" y="11"/>
                      <a:pt x="8" y="12"/>
                    </a:cubicBezTo>
                    <a:cubicBezTo>
                      <a:pt x="9" y="8"/>
                      <a:pt x="8" y="4"/>
                      <a:pt x="9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46" name="Freeform 960">
                <a:extLst>
                  <a:ext uri="{FF2B5EF4-FFF2-40B4-BE49-F238E27FC236}">
                    <a16:creationId xmlns:a16="http://schemas.microsoft.com/office/drawing/2014/main" id="{7D734322-E51E-4D3A-A280-0D3B5640B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3136"/>
                <a:ext cx="33" cy="34"/>
              </a:xfrm>
              <a:custGeom>
                <a:avLst/>
                <a:gdLst>
                  <a:gd name="T0" fmla="*/ 0 w 20"/>
                  <a:gd name="T1" fmla="*/ 29 h 19"/>
                  <a:gd name="T2" fmla="*/ 35 w 20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9">
                    <a:moveTo>
                      <a:pt x="0" y="5"/>
                    </a:moveTo>
                    <a:cubicBezTo>
                      <a:pt x="0" y="19"/>
                      <a:pt x="20" y="8"/>
                      <a:pt x="8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47" name="Freeform 961">
                <a:extLst>
                  <a:ext uri="{FF2B5EF4-FFF2-40B4-BE49-F238E27FC236}">
                    <a16:creationId xmlns:a16="http://schemas.microsoft.com/office/drawing/2014/main" id="{4A08EC39-5BE3-467D-A2DF-A3DE3EEAB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3154"/>
                <a:ext cx="31" cy="38"/>
              </a:xfrm>
              <a:custGeom>
                <a:avLst/>
                <a:gdLst>
                  <a:gd name="T0" fmla="*/ 0 w 19"/>
                  <a:gd name="T1" fmla="*/ 78 h 21"/>
                  <a:gd name="T2" fmla="*/ 39 w 19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1">
                    <a:moveTo>
                      <a:pt x="0" y="13"/>
                    </a:moveTo>
                    <a:cubicBezTo>
                      <a:pt x="10" y="21"/>
                      <a:pt x="19" y="3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48" name="Freeform 962">
                <a:extLst>
                  <a:ext uri="{FF2B5EF4-FFF2-40B4-BE49-F238E27FC236}">
                    <a16:creationId xmlns:a16="http://schemas.microsoft.com/office/drawing/2014/main" id="{45F53634-83FA-43C2-BE20-549F8982F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3241"/>
                <a:ext cx="29" cy="34"/>
              </a:xfrm>
              <a:custGeom>
                <a:avLst/>
                <a:gdLst>
                  <a:gd name="T0" fmla="*/ 5 w 17"/>
                  <a:gd name="T1" fmla="*/ 23 h 19"/>
                  <a:gd name="T2" fmla="*/ 65 w 17"/>
                  <a:gd name="T3" fmla="*/ 73 h 19"/>
                  <a:gd name="T4" fmla="*/ 44 w 1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9">
                    <a:moveTo>
                      <a:pt x="1" y="4"/>
                    </a:moveTo>
                    <a:cubicBezTo>
                      <a:pt x="0" y="11"/>
                      <a:pt x="7" y="19"/>
                      <a:pt x="13" y="13"/>
                    </a:cubicBezTo>
                    <a:cubicBezTo>
                      <a:pt x="17" y="9"/>
                      <a:pt x="15" y="0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49" name="Freeform 963">
                <a:extLst>
                  <a:ext uri="{FF2B5EF4-FFF2-40B4-BE49-F238E27FC236}">
                    <a16:creationId xmlns:a16="http://schemas.microsoft.com/office/drawing/2014/main" id="{37BAEC7E-A27E-46AA-B893-7BDFC7E31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3256"/>
                <a:ext cx="29" cy="37"/>
              </a:xfrm>
              <a:custGeom>
                <a:avLst/>
                <a:gdLst>
                  <a:gd name="T0" fmla="*/ 0 w 17"/>
                  <a:gd name="T1" fmla="*/ 21 h 21"/>
                  <a:gd name="T2" fmla="*/ 41 w 17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4"/>
                    </a:moveTo>
                    <a:cubicBezTo>
                      <a:pt x="4" y="21"/>
                      <a:pt x="17" y="3"/>
                      <a:pt x="8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50" name="Freeform 964">
                <a:extLst>
                  <a:ext uri="{FF2B5EF4-FFF2-40B4-BE49-F238E27FC236}">
                    <a16:creationId xmlns:a16="http://schemas.microsoft.com/office/drawing/2014/main" id="{B15C9AFE-A0DF-47DE-829C-ED706F14A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286"/>
                <a:ext cx="22" cy="26"/>
              </a:xfrm>
              <a:custGeom>
                <a:avLst/>
                <a:gdLst>
                  <a:gd name="T0" fmla="*/ 5 w 13"/>
                  <a:gd name="T1" fmla="*/ 21 h 15"/>
                  <a:gd name="T2" fmla="*/ 49 w 13"/>
                  <a:gd name="T3" fmla="*/ 49 h 15"/>
                  <a:gd name="T4" fmla="*/ 24 w 13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" y="4"/>
                    </a:moveTo>
                    <a:cubicBezTo>
                      <a:pt x="0" y="10"/>
                      <a:pt x="7" y="15"/>
                      <a:pt x="10" y="9"/>
                    </a:cubicBezTo>
                    <a:cubicBezTo>
                      <a:pt x="13" y="5"/>
                      <a:pt x="9" y="0"/>
                      <a:pt x="5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51" name="Freeform 965">
                <a:extLst>
                  <a:ext uri="{FF2B5EF4-FFF2-40B4-BE49-F238E27FC236}">
                    <a16:creationId xmlns:a16="http://schemas.microsoft.com/office/drawing/2014/main" id="{CA9B39D9-D10F-42FE-A844-397C328B1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396"/>
                <a:ext cx="24" cy="30"/>
              </a:xfrm>
              <a:custGeom>
                <a:avLst/>
                <a:gdLst>
                  <a:gd name="T0" fmla="*/ 5 w 14"/>
                  <a:gd name="T1" fmla="*/ 49 h 17"/>
                  <a:gd name="T2" fmla="*/ 57 w 14"/>
                  <a:gd name="T3" fmla="*/ 65 h 17"/>
                  <a:gd name="T4" fmla="*/ 29 w 14"/>
                  <a:gd name="T5" fmla="*/ 1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1" y="9"/>
                    </a:moveTo>
                    <a:cubicBezTo>
                      <a:pt x="0" y="15"/>
                      <a:pt x="8" y="17"/>
                      <a:pt x="11" y="12"/>
                    </a:cubicBezTo>
                    <a:cubicBezTo>
                      <a:pt x="14" y="8"/>
                      <a:pt x="12" y="0"/>
                      <a:pt x="6" y="3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52" name="Freeform 966">
                <a:extLst>
                  <a:ext uri="{FF2B5EF4-FFF2-40B4-BE49-F238E27FC236}">
                    <a16:creationId xmlns:a16="http://schemas.microsoft.com/office/drawing/2014/main" id="{4CF004FC-78FE-4889-95AD-DA165A87D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359"/>
                <a:ext cx="28" cy="35"/>
              </a:xfrm>
              <a:custGeom>
                <a:avLst/>
                <a:gdLst>
                  <a:gd name="T0" fmla="*/ 20 w 17"/>
                  <a:gd name="T1" fmla="*/ 58 h 20"/>
                  <a:gd name="T2" fmla="*/ 58 w 17"/>
                  <a:gd name="T3" fmla="*/ 77 h 20"/>
                  <a:gd name="T4" fmla="*/ 33 w 17"/>
                  <a:gd name="T5" fmla="*/ 2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4" y="11"/>
                    </a:moveTo>
                    <a:cubicBezTo>
                      <a:pt x="0" y="19"/>
                      <a:pt x="9" y="20"/>
                      <a:pt x="13" y="14"/>
                    </a:cubicBezTo>
                    <a:cubicBezTo>
                      <a:pt x="17" y="10"/>
                      <a:pt x="14" y="0"/>
                      <a:pt x="7" y="5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53" name="Freeform 967">
                <a:extLst>
                  <a:ext uri="{FF2B5EF4-FFF2-40B4-BE49-F238E27FC236}">
                    <a16:creationId xmlns:a16="http://schemas.microsoft.com/office/drawing/2014/main" id="{438CADEF-04AC-431B-B014-762456EBE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3348"/>
                <a:ext cx="20" cy="27"/>
              </a:xfrm>
              <a:custGeom>
                <a:avLst/>
                <a:gdLst>
                  <a:gd name="T0" fmla="*/ 0 w 12"/>
                  <a:gd name="T1" fmla="*/ 41 h 15"/>
                  <a:gd name="T2" fmla="*/ 22 w 1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0" y="7"/>
                    </a:moveTo>
                    <a:cubicBezTo>
                      <a:pt x="0" y="15"/>
                      <a:pt x="12" y="10"/>
                      <a:pt x="5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54" name="Freeform 968">
                <a:extLst>
                  <a:ext uri="{FF2B5EF4-FFF2-40B4-BE49-F238E27FC236}">
                    <a16:creationId xmlns:a16="http://schemas.microsoft.com/office/drawing/2014/main" id="{30270E26-1DEE-40CD-B181-8B7FC47E5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3478"/>
                <a:ext cx="32" cy="32"/>
              </a:xfrm>
              <a:custGeom>
                <a:avLst/>
                <a:gdLst>
                  <a:gd name="T0" fmla="*/ 13 w 19"/>
                  <a:gd name="T1" fmla="*/ 44 h 18"/>
                  <a:gd name="T2" fmla="*/ 71 w 19"/>
                  <a:gd name="T3" fmla="*/ 78 h 18"/>
                  <a:gd name="T4" fmla="*/ 49 w 1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3" y="8"/>
                    </a:moveTo>
                    <a:cubicBezTo>
                      <a:pt x="0" y="15"/>
                      <a:pt x="11" y="18"/>
                      <a:pt x="15" y="14"/>
                    </a:cubicBezTo>
                    <a:cubicBezTo>
                      <a:pt x="19" y="9"/>
                      <a:pt x="15" y="1"/>
                      <a:pt x="10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55" name="Freeform 969">
                <a:extLst>
                  <a:ext uri="{FF2B5EF4-FFF2-40B4-BE49-F238E27FC236}">
                    <a16:creationId xmlns:a16="http://schemas.microsoft.com/office/drawing/2014/main" id="{3D4373CB-8F66-4B84-9850-2B16F7830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496"/>
                <a:ext cx="26" cy="32"/>
              </a:xfrm>
              <a:custGeom>
                <a:avLst/>
                <a:gdLst>
                  <a:gd name="T0" fmla="*/ 8 w 16"/>
                  <a:gd name="T1" fmla="*/ 44 h 18"/>
                  <a:gd name="T2" fmla="*/ 54 w 16"/>
                  <a:gd name="T3" fmla="*/ 73 h 18"/>
                  <a:gd name="T4" fmla="*/ 29 w 16"/>
                  <a:gd name="T5" fmla="*/ 1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2" y="8"/>
                    </a:moveTo>
                    <a:cubicBezTo>
                      <a:pt x="0" y="14"/>
                      <a:pt x="8" y="18"/>
                      <a:pt x="12" y="13"/>
                    </a:cubicBezTo>
                    <a:cubicBezTo>
                      <a:pt x="16" y="9"/>
                      <a:pt x="12" y="0"/>
                      <a:pt x="7" y="3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56" name="Freeform 970">
                <a:extLst>
                  <a:ext uri="{FF2B5EF4-FFF2-40B4-BE49-F238E27FC236}">
                    <a16:creationId xmlns:a16="http://schemas.microsoft.com/office/drawing/2014/main" id="{18E90B51-7E9E-4879-9254-78BC1CC89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514"/>
                <a:ext cx="30" cy="26"/>
              </a:xfrm>
              <a:custGeom>
                <a:avLst/>
                <a:gdLst>
                  <a:gd name="T0" fmla="*/ 20 w 18"/>
                  <a:gd name="T1" fmla="*/ 5 h 15"/>
                  <a:gd name="T2" fmla="*/ 63 w 18"/>
                  <a:gd name="T3" fmla="*/ 57 h 15"/>
                  <a:gd name="T4" fmla="*/ 47 w 18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4" y="1"/>
                    </a:moveTo>
                    <a:cubicBezTo>
                      <a:pt x="0" y="7"/>
                      <a:pt x="8" y="15"/>
                      <a:pt x="14" y="11"/>
                    </a:cubicBezTo>
                    <a:cubicBezTo>
                      <a:pt x="18" y="7"/>
                      <a:pt x="17" y="0"/>
                      <a:pt x="10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57" name="Freeform 971">
                <a:extLst>
                  <a:ext uri="{FF2B5EF4-FFF2-40B4-BE49-F238E27FC236}">
                    <a16:creationId xmlns:a16="http://schemas.microsoft.com/office/drawing/2014/main" id="{9A2B6CC2-FCC9-48EF-BF0C-79816F7A3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3594"/>
                <a:ext cx="25" cy="26"/>
              </a:xfrm>
              <a:custGeom>
                <a:avLst/>
                <a:gdLst>
                  <a:gd name="T0" fmla="*/ 5 w 15"/>
                  <a:gd name="T1" fmla="*/ 21 h 15"/>
                  <a:gd name="T2" fmla="*/ 42 w 15"/>
                  <a:gd name="T3" fmla="*/ 69 h 15"/>
                  <a:gd name="T4" fmla="*/ 42 w 1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1" y="4"/>
                    </a:moveTo>
                    <a:cubicBezTo>
                      <a:pt x="0" y="9"/>
                      <a:pt x="2" y="15"/>
                      <a:pt x="9" y="13"/>
                    </a:cubicBezTo>
                    <a:cubicBezTo>
                      <a:pt x="14" y="11"/>
                      <a:pt x="15" y="1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58" name="Freeform 972">
                <a:extLst>
                  <a:ext uri="{FF2B5EF4-FFF2-40B4-BE49-F238E27FC236}">
                    <a16:creationId xmlns:a16="http://schemas.microsoft.com/office/drawing/2014/main" id="{38D204B9-DD31-4CDA-BAEC-08C350CB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3610"/>
                <a:ext cx="17" cy="23"/>
              </a:xfrm>
              <a:custGeom>
                <a:avLst/>
                <a:gdLst>
                  <a:gd name="T0" fmla="*/ 5 w 10"/>
                  <a:gd name="T1" fmla="*/ 12 h 13"/>
                  <a:gd name="T2" fmla="*/ 29 w 10"/>
                  <a:gd name="T3" fmla="*/ 57 h 13"/>
                  <a:gd name="T4" fmla="*/ 15 w 10"/>
                  <a:gd name="T5" fmla="*/ 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" y="2"/>
                    </a:moveTo>
                    <a:cubicBezTo>
                      <a:pt x="0" y="5"/>
                      <a:pt x="0" y="13"/>
                      <a:pt x="6" y="10"/>
                    </a:cubicBezTo>
                    <a:cubicBezTo>
                      <a:pt x="10" y="8"/>
                      <a:pt x="8" y="0"/>
                      <a:pt x="3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59" name="Freeform 973">
                <a:extLst>
                  <a:ext uri="{FF2B5EF4-FFF2-40B4-BE49-F238E27FC236}">
                    <a16:creationId xmlns:a16="http://schemas.microsoft.com/office/drawing/2014/main" id="{3A4AA89F-A93F-471C-80D6-1282A26C5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585"/>
                <a:ext cx="30" cy="30"/>
              </a:xfrm>
              <a:custGeom>
                <a:avLst/>
                <a:gdLst>
                  <a:gd name="T0" fmla="*/ 0 w 18"/>
                  <a:gd name="T1" fmla="*/ 37 h 17"/>
                  <a:gd name="T2" fmla="*/ 20 w 1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0" y="7"/>
                    </a:moveTo>
                    <a:cubicBezTo>
                      <a:pt x="1" y="17"/>
                      <a:pt x="18" y="1"/>
                      <a:pt x="4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60" name="Freeform 974">
                <a:extLst>
                  <a:ext uri="{FF2B5EF4-FFF2-40B4-BE49-F238E27FC236}">
                    <a16:creationId xmlns:a16="http://schemas.microsoft.com/office/drawing/2014/main" id="{19FDBE44-ACD8-44E1-835F-49385E602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3199"/>
                <a:ext cx="32" cy="32"/>
              </a:xfrm>
              <a:custGeom>
                <a:avLst/>
                <a:gdLst>
                  <a:gd name="T0" fmla="*/ 20 w 19"/>
                  <a:gd name="T1" fmla="*/ 0 h 18"/>
                  <a:gd name="T2" fmla="*/ 0 w 19"/>
                  <a:gd name="T3" fmla="*/ 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4" y="0"/>
                    </a:moveTo>
                    <a:cubicBezTo>
                      <a:pt x="19" y="1"/>
                      <a:pt x="3" y="18"/>
                      <a:pt x="0" y="8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61" name="Freeform 975">
                <a:extLst>
                  <a:ext uri="{FF2B5EF4-FFF2-40B4-BE49-F238E27FC236}">
                    <a16:creationId xmlns:a16="http://schemas.microsoft.com/office/drawing/2014/main" id="{67AE8193-706A-4B11-A73F-282EB405B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71"/>
                <a:ext cx="27" cy="17"/>
              </a:xfrm>
              <a:custGeom>
                <a:avLst/>
                <a:gdLst>
                  <a:gd name="T0" fmla="*/ 14 w 16"/>
                  <a:gd name="T1" fmla="*/ 9 h 10"/>
                  <a:gd name="T2" fmla="*/ 34 w 1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3" y="2"/>
                    </a:moveTo>
                    <a:cubicBezTo>
                      <a:pt x="0" y="10"/>
                      <a:pt x="16" y="7"/>
                      <a:pt x="7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62" name="Freeform 976">
                <a:extLst>
                  <a:ext uri="{FF2B5EF4-FFF2-40B4-BE49-F238E27FC236}">
                    <a16:creationId xmlns:a16="http://schemas.microsoft.com/office/drawing/2014/main" id="{46F7AD1D-4906-4790-A8DF-AF5C7E8E5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3035"/>
                <a:ext cx="32" cy="36"/>
              </a:xfrm>
              <a:custGeom>
                <a:avLst/>
                <a:gdLst>
                  <a:gd name="T0" fmla="*/ 13 w 19"/>
                  <a:gd name="T1" fmla="*/ 23 h 20"/>
                  <a:gd name="T2" fmla="*/ 62 w 19"/>
                  <a:gd name="T3" fmla="*/ 81 h 20"/>
                  <a:gd name="T4" fmla="*/ 49 w 19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3" y="4"/>
                    </a:moveTo>
                    <a:cubicBezTo>
                      <a:pt x="0" y="11"/>
                      <a:pt x="3" y="20"/>
                      <a:pt x="13" y="14"/>
                    </a:cubicBezTo>
                    <a:cubicBezTo>
                      <a:pt x="19" y="10"/>
                      <a:pt x="19" y="1"/>
                      <a:pt x="10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63" name="Freeform 977">
                <a:extLst>
                  <a:ext uri="{FF2B5EF4-FFF2-40B4-BE49-F238E27FC236}">
                    <a16:creationId xmlns:a16="http://schemas.microsoft.com/office/drawing/2014/main" id="{94AA2FC2-9BBD-450F-9EB4-14A73D646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2999"/>
                <a:ext cx="27" cy="27"/>
              </a:xfrm>
              <a:custGeom>
                <a:avLst/>
                <a:gdLst>
                  <a:gd name="T0" fmla="*/ 20 w 16"/>
                  <a:gd name="T1" fmla="*/ 23 h 15"/>
                  <a:gd name="T2" fmla="*/ 49 w 16"/>
                  <a:gd name="T3" fmla="*/ 74 h 15"/>
                  <a:gd name="T4" fmla="*/ 42 w 16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4" y="4"/>
                    </a:moveTo>
                    <a:cubicBezTo>
                      <a:pt x="0" y="8"/>
                      <a:pt x="3" y="15"/>
                      <a:pt x="10" y="13"/>
                    </a:cubicBezTo>
                    <a:cubicBezTo>
                      <a:pt x="16" y="11"/>
                      <a:pt x="16" y="1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64" name="Freeform 978">
                <a:extLst>
                  <a:ext uri="{FF2B5EF4-FFF2-40B4-BE49-F238E27FC236}">
                    <a16:creationId xmlns:a16="http://schemas.microsoft.com/office/drawing/2014/main" id="{0CF55E96-5C7C-463F-8C89-6E4783AB1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951"/>
                <a:ext cx="26" cy="29"/>
              </a:xfrm>
              <a:custGeom>
                <a:avLst/>
                <a:gdLst>
                  <a:gd name="T0" fmla="*/ 8 w 16"/>
                  <a:gd name="T1" fmla="*/ 24 h 16"/>
                  <a:gd name="T2" fmla="*/ 47 w 16"/>
                  <a:gd name="T3" fmla="*/ 73 h 16"/>
                  <a:gd name="T4" fmla="*/ 26 w 16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2" y="4"/>
                    </a:moveTo>
                    <a:cubicBezTo>
                      <a:pt x="0" y="9"/>
                      <a:pt x="5" y="16"/>
                      <a:pt x="11" y="12"/>
                    </a:cubicBezTo>
                    <a:cubicBezTo>
                      <a:pt x="16" y="8"/>
                      <a:pt x="12" y="0"/>
                      <a:pt x="6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65" name="Freeform 979">
                <a:extLst>
                  <a:ext uri="{FF2B5EF4-FFF2-40B4-BE49-F238E27FC236}">
                    <a16:creationId xmlns:a16="http://schemas.microsoft.com/office/drawing/2014/main" id="{A0E23C7C-54F1-4A3B-8465-8B2286B8E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980"/>
                <a:ext cx="21" cy="28"/>
              </a:xfrm>
              <a:custGeom>
                <a:avLst/>
                <a:gdLst>
                  <a:gd name="T0" fmla="*/ 21 w 13"/>
                  <a:gd name="T1" fmla="*/ 7 h 16"/>
                  <a:gd name="T2" fmla="*/ 0 w 13"/>
                  <a:gd name="T3" fmla="*/ 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5" y="1"/>
                    </a:moveTo>
                    <a:cubicBezTo>
                      <a:pt x="13" y="0"/>
                      <a:pt x="10" y="16"/>
                      <a:pt x="0" y="9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66" name="Freeform 980">
                <a:extLst>
                  <a:ext uri="{FF2B5EF4-FFF2-40B4-BE49-F238E27FC236}">
                    <a16:creationId xmlns:a16="http://schemas.microsoft.com/office/drawing/2014/main" id="{D926DE54-9833-4708-8014-694562F0E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823"/>
                <a:ext cx="20" cy="25"/>
              </a:xfrm>
              <a:custGeom>
                <a:avLst/>
                <a:gdLst>
                  <a:gd name="T0" fmla="*/ 5 w 12"/>
                  <a:gd name="T1" fmla="*/ 41 h 14"/>
                  <a:gd name="T2" fmla="*/ 37 w 12"/>
                  <a:gd name="T3" fmla="*/ 64 h 14"/>
                  <a:gd name="T4" fmla="*/ 20 w 12"/>
                  <a:gd name="T5" fmla="*/ 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" y="7"/>
                    </a:moveTo>
                    <a:cubicBezTo>
                      <a:pt x="0" y="11"/>
                      <a:pt x="4" y="14"/>
                      <a:pt x="8" y="11"/>
                    </a:cubicBezTo>
                    <a:cubicBezTo>
                      <a:pt x="12" y="8"/>
                      <a:pt x="9" y="0"/>
                      <a:pt x="4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67" name="Freeform 981">
                <a:extLst>
                  <a:ext uri="{FF2B5EF4-FFF2-40B4-BE49-F238E27FC236}">
                    <a16:creationId xmlns:a16="http://schemas.microsoft.com/office/drawing/2014/main" id="{F8441E7D-1D63-448E-BCFF-FB7335307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766"/>
                <a:ext cx="37" cy="25"/>
              </a:xfrm>
              <a:custGeom>
                <a:avLst/>
                <a:gdLst>
                  <a:gd name="T0" fmla="*/ 20 w 22"/>
                  <a:gd name="T1" fmla="*/ 16 h 14"/>
                  <a:gd name="T2" fmla="*/ 62 w 2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4">
                    <a:moveTo>
                      <a:pt x="4" y="3"/>
                    </a:moveTo>
                    <a:cubicBezTo>
                      <a:pt x="0" y="14"/>
                      <a:pt x="22" y="14"/>
                      <a:pt x="13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68" name="Freeform 982">
                <a:extLst>
                  <a:ext uri="{FF2B5EF4-FFF2-40B4-BE49-F238E27FC236}">
                    <a16:creationId xmlns:a16="http://schemas.microsoft.com/office/drawing/2014/main" id="{96942EB3-DCC3-42E8-827D-039AE9372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848"/>
                <a:ext cx="25" cy="41"/>
              </a:xfrm>
              <a:custGeom>
                <a:avLst/>
                <a:gdLst>
                  <a:gd name="T0" fmla="*/ 22 w 15"/>
                  <a:gd name="T1" fmla="*/ 52 h 23"/>
                  <a:gd name="T2" fmla="*/ 62 w 15"/>
                  <a:gd name="T3" fmla="*/ 86 h 23"/>
                  <a:gd name="T4" fmla="*/ 28 w 15"/>
                  <a:gd name="T5" fmla="*/ 2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3">
                    <a:moveTo>
                      <a:pt x="5" y="9"/>
                    </a:moveTo>
                    <a:cubicBezTo>
                      <a:pt x="0" y="17"/>
                      <a:pt x="9" y="23"/>
                      <a:pt x="13" y="15"/>
                    </a:cubicBezTo>
                    <a:cubicBezTo>
                      <a:pt x="15" y="11"/>
                      <a:pt x="11" y="0"/>
                      <a:pt x="6" y="5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69" name="Freeform 983">
                <a:extLst>
                  <a:ext uri="{FF2B5EF4-FFF2-40B4-BE49-F238E27FC236}">
                    <a16:creationId xmlns:a16="http://schemas.microsoft.com/office/drawing/2014/main" id="{1B03B3C7-C68A-45A8-A452-4F7564D49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857"/>
                <a:ext cx="35" cy="29"/>
              </a:xfrm>
              <a:custGeom>
                <a:avLst/>
                <a:gdLst>
                  <a:gd name="T0" fmla="*/ 28 w 21"/>
                  <a:gd name="T1" fmla="*/ 29 h 16"/>
                  <a:gd name="T2" fmla="*/ 55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6" y="5"/>
                    </a:moveTo>
                    <a:cubicBezTo>
                      <a:pt x="0" y="16"/>
                      <a:pt x="21" y="10"/>
                      <a:pt x="12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70" name="Freeform 984">
                <a:extLst>
                  <a:ext uri="{FF2B5EF4-FFF2-40B4-BE49-F238E27FC236}">
                    <a16:creationId xmlns:a16="http://schemas.microsoft.com/office/drawing/2014/main" id="{1761926F-D1DC-442C-992E-A11ED8CE8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709"/>
                <a:ext cx="30" cy="32"/>
              </a:xfrm>
              <a:custGeom>
                <a:avLst/>
                <a:gdLst>
                  <a:gd name="T0" fmla="*/ 5 w 18"/>
                  <a:gd name="T1" fmla="*/ 50 h 18"/>
                  <a:gd name="T2" fmla="*/ 70 w 18"/>
                  <a:gd name="T3" fmla="*/ 73 h 18"/>
                  <a:gd name="T4" fmla="*/ 20 w 18"/>
                  <a:gd name="T5" fmla="*/ 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1" y="9"/>
                    </a:moveTo>
                    <a:cubicBezTo>
                      <a:pt x="0" y="16"/>
                      <a:pt x="12" y="18"/>
                      <a:pt x="15" y="13"/>
                    </a:cubicBezTo>
                    <a:cubicBezTo>
                      <a:pt x="18" y="7"/>
                      <a:pt x="9" y="0"/>
                      <a:pt x="4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71" name="Freeform 985">
                <a:extLst>
                  <a:ext uri="{FF2B5EF4-FFF2-40B4-BE49-F238E27FC236}">
                    <a16:creationId xmlns:a16="http://schemas.microsoft.com/office/drawing/2014/main" id="{4A9347D6-4857-45B8-85C3-8141749B3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729"/>
                <a:ext cx="37" cy="25"/>
              </a:xfrm>
              <a:custGeom>
                <a:avLst/>
                <a:gdLst>
                  <a:gd name="T0" fmla="*/ 5 w 22"/>
                  <a:gd name="T1" fmla="*/ 23 h 14"/>
                  <a:gd name="T2" fmla="*/ 49 w 2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4">
                    <a:moveTo>
                      <a:pt x="1" y="4"/>
                    </a:moveTo>
                    <a:cubicBezTo>
                      <a:pt x="0" y="14"/>
                      <a:pt x="22" y="8"/>
                      <a:pt x="10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72" name="Freeform 986">
                <a:extLst>
                  <a:ext uri="{FF2B5EF4-FFF2-40B4-BE49-F238E27FC236}">
                    <a16:creationId xmlns:a16="http://schemas.microsoft.com/office/drawing/2014/main" id="{DA0EC9B0-EB6B-4775-864C-F39115188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3357"/>
                <a:ext cx="23" cy="27"/>
              </a:xfrm>
              <a:custGeom>
                <a:avLst/>
                <a:gdLst>
                  <a:gd name="T0" fmla="*/ 0 w 14"/>
                  <a:gd name="T1" fmla="*/ 29 h 15"/>
                  <a:gd name="T2" fmla="*/ 33 w 1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5"/>
                    </a:moveTo>
                    <a:cubicBezTo>
                      <a:pt x="1" y="15"/>
                      <a:pt x="14" y="7"/>
                      <a:pt x="7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73" name="Freeform 987">
                <a:extLst>
                  <a:ext uri="{FF2B5EF4-FFF2-40B4-BE49-F238E27FC236}">
                    <a16:creationId xmlns:a16="http://schemas.microsoft.com/office/drawing/2014/main" id="{FEED0183-2AAB-4E5C-876F-2E42A18CA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3302"/>
                <a:ext cx="38" cy="103"/>
              </a:xfrm>
              <a:custGeom>
                <a:avLst/>
                <a:gdLst>
                  <a:gd name="T0" fmla="*/ 13 w 23"/>
                  <a:gd name="T1" fmla="*/ 0 h 58"/>
                  <a:gd name="T2" fmla="*/ 5 w 23"/>
                  <a:gd name="T3" fmla="*/ 123 h 58"/>
                  <a:gd name="T4" fmla="*/ 41 w 23"/>
                  <a:gd name="T5" fmla="*/ 211 h 58"/>
                  <a:gd name="T6" fmla="*/ 104 w 23"/>
                  <a:gd name="T7" fmla="*/ 32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58">
                    <a:moveTo>
                      <a:pt x="3" y="0"/>
                    </a:moveTo>
                    <a:cubicBezTo>
                      <a:pt x="3" y="6"/>
                      <a:pt x="0" y="16"/>
                      <a:pt x="1" y="22"/>
                    </a:cubicBezTo>
                    <a:cubicBezTo>
                      <a:pt x="2" y="27"/>
                      <a:pt x="6" y="33"/>
                      <a:pt x="9" y="38"/>
                    </a:cubicBezTo>
                    <a:cubicBezTo>
                      <a:pt x="12" y="46"/>
                      <a:pt x="20" y="52"/>
                      <a:pt x="23" y="58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74" name="Freeform 988">
                <a:extLst>
                  <a:ext uri="{FF2B5EF4-FFF2-40B4-BE49-F238E27FC236}">
                    <a16:creationId xmlns:a16="http://schemas.microsoft.com/office/drawing/2014/main" id="{4D98E6C4-2D8E-4620-8AD6-C6533D958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3437"/>
                <a:ext cx="50" cy="151"/>
              </a:xfrm>
              <a:custGeom>
                <a:avLst/>
                <a:gdLst>
                  <a:gd name="T0" fmla="*/ 0 w 30"/>
                  <a:gd name="T1" fmla="*/ 0 h 85"/>
                  <a:gd name="T2" fmla="*/ 78 w 30"/>
                  <a:gd name="T3" fmla="*/ 476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5">
                    <a:moveTo>
                      <a:pt x="0" y="0"/>
                    </a:moveTo>
                    <a:cubicBezTo>
                      <a:pt x="20" y="21"/>
                      <a:pt x="30" y="60"/>
                      <a:pt x="17" y="85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75" name="Freeform 989">
                <a:extLst>
                  <a:ext uri="{FF2B5EF4-FFF2-40B4-BE49-F238E27FC236}">
                    <a16:creationId xmlns:a16="http://schemas.microsoft.com/office/drawing/2014/main" id="{8A00BF40-C5C6-44BA-800C-B218536B7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937"/>
                <a:ext cx="50" cy="215"/>
              </a:xfrm>
              <a:custGeom>
                <a:avLst/>
                <a:gdLst>
                  <a:gd name="T0" fmla="*/ 0 w 30"/>
                  <a:gd name="T1" fmla="*/ 0 h 121"/>
                  <a:gd name="T2" fmla="*/ 42 w 30"/>
                  <a:gd name="T3" fmla="*/ 94 h 121"/>
                  <a:gd name="T4" fmla="*/ 63 w 30"/>
                  <a:gd name="T5" fmla="*/ 179 h 121"/>
                  <a:gd name="T6" fmla="*/ 105 w 30"/>
                  <a:gd name="T7" fmla="*/ 389 h 121"/>
                  <a:gd name="T8" fmla="*/ 125 w 30"/>
                  <a:gd name="T9" fmla="*/ 549 h 121"/>
                  <a:gd name="T10" fmla="*/ 75 w 30"/>
                  <a:gd name="T11" fmla="*/ 679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21">
                    <a:moveTo>
                      <a:pt x="0" y="0"/>
                    </a:moveTo>
                    <a:cubicBezTo>
                      <a:pt x="6" y="3"/>
                      <a:pt x="6" y="12"/>
                      <a:pt x="9" y="17"/>
                    </a:cubicBezTo>
                    <a:cubicBezTo>
                      <a:pt x="11" y="22"/>
                      <a:pt x="12" y="27"/>
                      <a:pt x="14" y="32"/>
                    </a:cubicBezTo>
                    <a:cubicBezTo>
                      <a:pt x="18" y="44"/>
                      <a:pt x="22" y="57"/>
                      <a:pt x="23" y="69"/>
                    </a:cubicBezTo>
                    <a:cubicBezTo>
                      <a:pt x="24" y="79"/>
                      <a:pt x="25" y="88"/>
                      <a:pt x="27" y="98"/>
                    </a:cubicBezTo>
                    <a:cubicBezTo>
                      <a:pt x="29" y="108"/>
                      <a:pt x="30" y="118"/>
                      <a:pt x="16" y="121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76" name="Freeform 990">
                <a:extLst>
                  <a:ext uri="{FF2B5EF4-FFF2-40B4-BE49-F238E27FC236}">
                    <a16:creationId xmlns:a16="http://schemas.microsoft.com/office/drawing/2014/main" id="{DB915B9D-1157-457A-AD4B-532749333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140"/>
                <a:ext cx="12" cy="112"/>
              </a:xfrm>
              <a:custGeom>
                <a:avLst/>
                <a:gdLst>
                  <a:gd name="T0" fmla="*/ 0 w 7"/>
                  <a:gd name="T1" fmla="*/ 0 h 63"/>
                  <a:gd name="T2" fmla="*/ 29 w 7"/>
                  <a:gd name="T3" fmla="*/ 130 h 63"/>
                  <a:gd name="T4" fmla="*/ 0 w 7"/>
                  <a:gd name="T5" fmla="*/ 35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3">
                    <a:moveTo>
                      <a:pt x="0" y="0"/>
                    </a:moveTo>
                    <a:cubicBezTo>
                      <a:pt x="7" y="6"/>
                      <a:pt x="5" y="15"/>
                      <a:pt x="6" y="23"/>
                    </a:cubicBezTo>
                    <a:cubicBezTo>
                      <a:pt x="6" y="37"/>
                      <a:pt x="4" y="49"/>
                      <a:pt x="0" y="63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77" name="Freeform 991">
                <a:extLst>
                  <a:ext uri="{FF2B5EF4-FFF2-40B4-BE49-F238E27FC236}">
                    <a16:creationId xmlns:a16="http://schemas.microsoft.com/office/drawing/2014/main" id="{651DCE58-A3CD-4CB3-B780-8E0CD9CE7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692"/>
                <a:ext cx="54" cy="242"/>
              </a:xfrm>
              <a:custGeom>
                <a:avLst/>
                <a:gdLst>
                  <a:gd name="T0" fmla="*/ 57 w 32"/>
                  <a:gd name="T1" fmla="*/ 0 h 136"/>
                  <a:gd name="T2" fmla="*/ 100 w 32"/>
                  <a:gd name="T3" fmla="*/ 180 h 136"/>
                  <a:gd name="T4" fmla="*/ 133 w 32"/>
                  <a:gd name="T5" fmla="*/ 383 h 136"/>
                  <a:gd name="T6" fmla="*/ 154 w 32"/>
                  <a:gd name="T7" fmla="*/ 536 h 136"/>
                  <a:gd name="T8" fmla="*/ 133 w 32"/>
                  <a:gd name="T9" fmla="*/ 767 h 136"/>
                  <a:gd name="T10" fmla="*/ 116 w 32"/>
                  <a:gd name="T11" fmla="*/ 715 h 136"/>
                  <a:gd name="T12" fmla="*/ 62 w 32"/>
                  <a:gd name="T13" fmla="*/ 528 h 136"/>
                  <a:gd name="T14" fmla="*/ 8 w 32"/>
                  <a:gd name="T15" fmla="*/ 151 h 136"/>
                  <a:gd name="T16" fmla="*/ 0 w 32"/>
                  <a:gd name="T17" fmla="*/ 12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36">
                    <a:moveTo>
                      <a:pt x="12" y="0"/>
                    </a:moveTo>
                    <a:cubicBezTo>
                      <a:pt x="11" y="10"/>
                      <a:pt x="18" y="22"/>
                      <a:pt x="21" y="32"/>
                    </a:cubicBezTo>
                    <a:cubicBezTo>
                      <a:pt x="24" y="44"/>
                      <a:pt x="26" y="56"/>
                      <a:pt x="28" y="68"/>
                    </a:cubicBezTo>
                    <a:cubicBezTo>
                      <a:pt x="29" y="77"/>
                      <a:pt x="32" y="86"/>
                      <a:pt x="32" y="95"/>
                    </a:cubicBezTo>
                    <a:cubicBezTo>
                      <a:pt x="32" y="109"/>
                      <a:pt x="28" y="122"/>
                      <a:pt x="28" y="136"/>
                    </a:cubicBezTo>
                    <a:cubicBezTo>
                      <a:pt x="26" y="133"/>
                      <a:pt x="25" y="130"/>
                      <a:pt x="24" y="127"/>
                    </a:cubicBezTo>
                    <a:cubicBezTo>
                      <a:pt x="21" y="115"/>
                      <a:pt x="17" y="105"/>
                      <a:pt x="13" y="94"/>
                    </a:cubicBezTo>
                    <a:cubicBezTo>
                      <a:pt x="6" y="73"/>
                      <a:pt x="5" y="49"/>
                      <a:pt x="2" y="27"/>
                    </a:cubicBezTo>
                    <a:cubicBezTo>
                      <a:pt x="0" y="19"/>
                      <a:pt x="0" y="11"/>
                      <a:pt x="0" y="2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78" name="Freeform 992">
                <a:extLst>
                  <a:ext uri="{FF2B5EF4-FFF2-40B4-BE49-F238E27FC236}">
                    <a16:creationId xmlns:a16="http://schemas.microsoft.com/office/drawing/2014/main" id="{B1B61419-7421-41E3-A9C5-47E209F1A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3478"/>
                <a:ext cx="41" cy="107"/>
              </a:xfrm>
              <a:custGeom>
                <a:avLst/>
                <a:gdLst>
                  <a:gd name="T0" fmla="*/ 8 w 25"/>
                  <a:gd name="T1" fmla="*/ 0 h 60"/>
                  <a:gd name="T2" fmla="*/ 43 w 25"/>
                  <a:gd name="T3" fmla="*/ 194 h 60"/>
                  <a:gd name="T4" fmla="*/ 110 w 25"/>
                  <a:gd name="T5" fmla="*/ 341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0">
                    <a:moveTo>
                      <a:pt x="2" y="0"/>
                    </a:moveTo>
                    <a:cubicBezTo>
                      <a:pt x="0" y="10"/>
                      <a:pt x="6" y="25"/>
                      <a:pt x="10" y="34"/>
                    </a:cubicBezTo>
                    <a:cubicBezTo>
                      <a:pt x="15" y="43"/>
                      <a:pt x="19" y="54"/>
                      <a:pt x="25" y="60"/>
                    </a:cubicBezTo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79" name="Freeform 993">
                <a:extLst>
                  <a:ext uri="{FF2B5EF4-FFF2-40B4-BE49-F238E27FC236}">
                    <a16:creationId xmlns:a16="http://schemas.microsoft.com/office/drawing/2014/main" id="{E456D78B-3C2D-4B7B-BA84-D22096186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789"/>
                <a:ext cx="45" cy="107"/>
              </a:xfrm>
              <a:custGeom>
                <a:avLst/>
                <a:gdLst>
                  <a:gd name="T0" fmla="*/ 20 w 27"/>
                  <a:gd name="T1" fmla="*/ 0 h 60"/>
                  <a:gd name="T2" fmla="*/ 55 w 27"/>
                  <a:gd name="T3" fmla="*/ 194 h 60"/>
                  <a:gd name="T4" fmla="*/ 92 w 27"/>
                  <a:gd name="T5" fmla="*/ 260 h 60"/>
                  <a:gd name="T6" fmla="*/ 125 w 27"/>
                  <a:gd name="T7" fmla="*/ 341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60">
                    <a:moveTo>
                      <a:pt x="4" y="0"/>
                    </a:moveTo>
                    <a:cubicBezTo>
                      <a:pt x="0" y="10"/>
                      <a:pt x="8" y="25"/>
                      <a:pt x="12" y="34"/>
                    </a:cubicBezTo>
                    <a:cubicBezTo>
                      <a:pt x="15" y="38"/>
                      <a:pt x="17" y="42"/>
                      <a:pt x="20" y="46"/>
                    </a:cubicBezTo>
                    <a:cubicBezTo>
                      <a:pt x="23" y="50"/>
                      <a:pt x="24" y="55"/>
                      <a:pt x="27" y="60"/>
                    </a:cubicBezTo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80" name="Freeform 994">
                <a:extLst>
                  <a:ext uri="{FF2B5EF4-FFF2-40B4-BE49-F238E27FC236}">
                    <a16:creationId xmlns:a16="http://schemas.microsoft.com/office/drawing/2014/main" id="{24D68247-C149-4CA5-9558-A2C1EFAF3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50"/>
                <a:ext cx="20" cy="57"/>
              </a:xfrm>
              <a:custGeom>
                <a:avLst/>
                <a:gdLst>
                  <a:gd name="T0" fmla="*/ 0 w 12"/>
                  <a:gd name="T1" fmla="*/ 0 h 32"/>
                  <a:gd name="T2" fmla="*/ 50 w 12"/>
                  <a:gd name="T3" fmla="*/ 73 h 32"/>
                  <a:gd name="T4" fmla="*/ 33 w 12"/>
                  <a:gd name="T5" fmla="*/ 18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2">
                    <a:moveTo>
                      <a:pt x="0" y="0"/>
                    </a:moveTo>
                    <a:cubicBezTo>
                      <a:pt x="2" y="3"/>
                      <a:pt x="9" y="10"/>
                      <a:pt x="11" y="13"/>
                    </a:cubicBezTo>
                    <a:cubicBezTo>
                      <a:pt x="12" y="18"/>
                      <a:pt x="7" y="27"/>
                      <a:pt x="7" y="32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81" name="Freeform 995">
                <a:extLst>
                  <a:ext uri="{FF2B5EF4-FFF2-40B4-BE49-F238E27FC236}">
                    <a16:creationId xmlns:a16="http://schemas.microsoft.com/office/drawing/2014/main" id="{FB837A09-C7E4-46A8-A3F3-56A49BC39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58"/>
                <a:ext cx="23" cy="79"/>
              </a:xfrm>
              <a:custGeom>
                <a:avLst/>
                <a:gdLst>
                  <a:gd name="T0" fmla="*/ 0 w 14"/>
                  <a:gd name="T1" fmla="*/ 0 h 44"/>
                  <a:gd name="T2" fmla="*/ 49 w 14"/>
                  <a:gd name="T3" fmla="*/ 57 h 44"/>
                  <a:gd name="T4" fmla="*/ 54 w 14"/>
                  <a:gd name="T5" fmla="*/ 145 h 44"/>
                  <a:gd name="T6" fmla="*/ 58 w 14"/>
                  <a:gd name="T7" fmla="*/ 255 h 44"/>
                  <a:gd name="T8" fmla="*/ 8 w 14"/>
                  <a:gd name="T9" fmla="*/ 17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4">
                    <a:moveTo>
                      <a:pt x="0" y="0"/>
                    </a:moveTo>
                    <a:cubicBezTo>
                      <a:pt x="3" y="4"/>
                      <a:pt x="6" y="8"/>
                      <a:pt x="11" y="10"/>
                    </a:cubicBezTo>
                    <a:cubicBezTo>
                      <a:pt x="12" y="13"/>
                      <a:pt x="12" y="22"/>
                      <a:pt x="12" y="25"/>
                    </a:cubicBezTo>
                    <a:cubicBezTo>
                      <a:pt x="11" y="33"/>
                      <a:pt x="14" y="37"/>
                      <a:pt x="13" y="44"/>
                    </a:cubicBezTo>
                    <a:cubicBezTo>
                      <a:pt x="9" y="42"/>
                      <a:pt x="3" y="34"/>
                      <a:pt x="2" y="30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82" name="Freeform 996">
                <a:extLst>
                  <a:ext uri="{FF2B5EF4-FFF2-40B4-BE49-F238E27FC236}">
                    <a16:creationId xmlns:a16="http://schemas.microsoft.com/office/drawing/2014/main" id="{D2C110C1-28E6-4DE3-8F40-257BB6825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142"/>
                <a:ext cx="39" cy="69"/>
              </a:xfrm>
              <a:custGeom>
                <a:avLst/>
                <a:gdLst>
                  <a:gd name="T0" fmla="*/ 0 w 23"/>
                  <a:gd name="T1" fmla="*/ 0 h 39"/>
                  <a:gd name="T2" fmla="*/ 107 w 23"/>
                  <a:gd name="T3" fmla="*/ 44 h 39"/>
                  <a:gd name="T4" fmla="*/ 98 w 23"/>
                  <a:gd name="T5" fmla="*/ 138 h 39"/>
                  <a:gd name="T6" fmla="*/ 112 w 23"/>
                  <a:gd name="T7" fmla="*/ 216 h 39"/>
                  <a:gd name="T8" fmla="*/ 54 w 23"/>
                  <a:gd name="T9" fmla="*/ 138 h 39"/>
                  <a:gd name="T10" fmla="*/ 0 w 23"/>
                  <a:gd name="T11" fmla="*/ 73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9">
                    <a:moveTo>
                      <a:pt x="0" y="0"/>
                    </a:moveTo>
                    <a:cubicBezTo>
                      <a:pt x="6" y="6"/>
                      <a:pt x="13" y="11"/>
                      <a:pt x="22" y="8"/>
                    </a:cubicBezTo>
                    <a:cubicBezTo>
                      <a:pt x="19" y="13"/>
                      <a:pt x="19" y="20"/>
                      <a:pt x="20" y="25"/>
                    </a:cubicBezTo>
                    <a:cubicBezTo>
                      <a:pt x="20" y="30"/>
                      <a:pt x="23" y="34"/>
                      <a:pt x="23" y="39"/>
                    </a:cubicBezTo>
                    <a:cubicBezTo>
                      <a:pt x="18" y="35"/>
                      <a:pt x="15" y="29"/>
                      <a:pt x="11" y="25"/>
                    </a:cubicBezTo>
                    <a:cubicBezTo>
                      <a:pt x="8" y="21"/>
                      <a:pt x="4" y="17"/>
                      <a:pt x="0" y="13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83" name="Freeform 997">
                <a:extLst>
                  <a:ext uri="{FF2B5EF4-FFF2-40B4-BE49-F238E27FC236}">
                    <a16:creationId xmlns:a16="http://schemas.microsoft.com/office/drawing/2014/main" id="{9FA8A87D-CBD4-4B09-ABCA-F3D99A928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3499"/>
                <a:ext cx="34" cy="47"/>
              </a:xfrm>
              <a:custGeom>
                <a:avLst/>
                <a:gdLst>
                  <a:gd name="T0" fmla="*/ 0 w 20"/>
                  <a:gd name="T1" fmla="*/ 65 h 26"/>
                  <a:gd name="T2" fmla="*/ 54 w 20"/>
                  <a:gd name="T3" fmla="*/ 125 h 26"/>
                  <a:gd name="T4" fmla="*/ 44 w 2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0" y="11"/>
                    </a:moveTo>
                    <a:cubicBezTo>
                      <a:pt x="2" y="17"/>
                      <a:pt x="4" y="26"/>
                      <a:pt x="11" y="21"/>
                    </a:cubicBezTo>
                    <a:cubicBezTo>
                      <a:pt x="20" y="16"/>
                      <a:pt x="13" y="6"/>
                      <a:pt x="9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84" name="Freeform 998">
                <a:extLst>
                  <a:ext uri="{FF2B5EF4-FFF2-40B4-BE49-F238E27FC236}">
                    <a16:creationId xmlns:a16="http://schemas.microsoft.com/office/drawing/2014/main" id="{6AFC7B81-E4FA-4A9D-B92C-FFE68DC03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3546"/>
                <a:ext cx="37" cy="74"/>
              </a:xfrm>
              <a:custGeom>
                <a:avLst/>
                <a:gdLst>
                  <a:gd name="T0" fmla="*/ 8 w 22"/>
                  <a:gd name="T1" fmla="*/ 150 h 42"/>
                  <a:gd name="T2" fmla="*/ 20 w 22"/>
                  <a:gd name="T3" fmla="*/ 229 h 42"/>
                  <a:gd name="T4" fmla="*/ 42 w 22"/>
                  <a:gd name="T5" fmla="*/ 196 h 42"/>
                  <a:gd name="T6" fmla="*/ 82 w 22"/>
                  <a:gd name="T7" fmla="*/ 164 h 42"/>
                  <a:gd name="T8" fmla="*/ 76 w 22"/>
                  <a:gd name="T9" fmla="*/ 0 h 42"/>
                  <a:gd name="T10" fmla="*/ 22 w 22"/>
                  <a:gd name="T11" fmla="*/ 14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2">
                    <a:moveTo>
                      <a:pt x="2" y="27"/>
                    </a:moveTo>
                    <a:cubicBezTo>
                      <a:pt x="0" y="32"/>
                      <a:pt x="1" y="38"/>
                      <a:pt x="4" y="42"/>
                    </a:cubicBezTo>
                    <a:cubicBezTo>
                      <a:pt x="7" y="41"/>
                      <a:pt x="7" y="38"/>
                      <a:pt x="9" y="36"/>
                    </a:cubicBezTo>
                    <a:cubicBezTo>
                      <a:pt x="11" y="33"/>
                      <a:pt x="15" y="32"/>
                      <a:pt x="17" y="30"/>
                    </a:cubicBezTo>
                    <a:cubicBezTo>
                      <a:pt x="22" y="23"/>
                      <a:pt x="18" y="8"/>
                      <a:pt x="16" y="0"/>
                    </a:cubicBezTo>
                    <a:cubicBezTo>
                      <a:pt x="14" y="10"/>
                      <a:pt x="15" y="19"/>
                      <a:pt x="5" y="26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85" name="Freeform 999">
                <a:extLst>
                  <a:ext uri="{FF2B5EF4-FFF2-40B4-BE49-F238E27FC236}">
                    <a16:creationId xmlns:a16="http://schemas.microsoft.com/office/drawing/2014/main" id="{A3622B63-A737-49AA-824D-384A7BDD6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608"/>
                <a:ext cx="20" cy="14"/>
              </a:xfrm>
              <a:custGeom>
                <a:avLst/>
                <a:gdLst>
                  <a:gd name="T0" fmla="*/ 37 w 12"/>
                  <a:gd name="T1" fmla="*/ 0 h 8"/>
                  <a:gd name="T2" fmla="*/ 0 w 12"/>
                  <a:gd name="T3" fmla="*/ 37 h 8"/>
                  <a:gd name="T4" fmla="*/ 55 w 12"/>
                  <a:gd name="T5" fmla="*/ 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6" y="3"/>
                      <a:pt x="2" y="4"/>
                      <a:pt x="0" y="7"/>
                    </a:cubicBezTo>
                    <a:cubicBezTo>
                      <a:pt x="3" y="8"/>
                      <a:pt x="8" y="7"/>
                      <a:pt x="12" y="8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86" name="Freeform 1000">
                <a:extLst>
                  <a:ext uri="{FF2B5EF4-FFF2-40B4-BE49-F238E27FC236}">
                    <a16:creationId xmlns:a16="http://schemas.microsoft.com/office/drawing/2014/main" id="{B8B2B0AA-61D0-43EA-993E-B55A4ADFB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350"/>
                <a:ext cx="42" cy="48"/>
              </a:xfrm>
              <a:custGeom>
                <a:avLst/>
                <a:gdLst>
                  <a:gd name="T0" fmla="*/ 0 w 25"/>
                  <a:gd name="T1" fmla="*/ 73 h 27"/>
                  <a:gd name="T2" fmla="*/ 76 w 25"/>
                  <a:gd name="T3" fmla="*/ 117 h 27"/>
                  <a:gd name="T4" fmla="*/ 5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0" y="13"/>
                    </a:moveTo>
                    <a:cubicBezTo>
                      <a:pt x="5" y="17"/>
                      <a:pt x="8" y="27"/>
                      <a:pt x="16" y="21"/>
                    </a:cubicBezTo>
                    <a:cubicBezTo>
                      <a:pt x="25" y="16"/>
                      <a:pt x="19" y="2"/>
                      <a:pt x="11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87" name="Freeform 1001">
                <a:extLst>
                  <a:ext uri="{FF2B5EF4-FFF2-40B4-BE49-F238E27FC236}">
                    <a16:creationId xmlns:a16="http://schemas.microsoft.com/office/drawing/2014/main" id="{D6B18483-B06B-4BB9-AE2D-45EDB063A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3382"/>
                <a:ext cx="48" cy="51"/>
              </a:xfrm>
              <a:custGeom>
                <a:avLst/>
                <a:gdLst>
                  <a:gd name="T0" fmla="*/ 0 w 29"/>
                  <a:gd name="T1" fmla="*/ 81 h 29"/>
                  <a:gd name="T2" fmla="*/ 46 w 29"/>
                  <a:gd name="T3" fmla="*/ 146 h 29"/>
                  <a:gd name="T4" fmla="*/ 96 w 29"/>
                  <a:gd name="T5" fmla="*/ 130 h 29"/>
                  <a:gd name="T6" fmla="*/ 131 w 29"/>
                  <a:gd name="T7" fmla="*/ 86 h 29"/>
                  <a:gd name="T8" fmla="*/ 91 w 29"/>
                  <a:gd name="T9" fmla="*/ 0 h 29"/>
                  <a:gd name="T10" fmla="*/ 96 w 29"/>
                  <a:gd name="T11" fmla="*/ 86 h 29"/>
                  <a:gd name="T12" fmla="*/ 22 w 29"/>
                  <a:gd name="T13" fmla="*/ 12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cubicBezTo>
                      <a:pt x="2" y="19"/>
                      <a:pt x="5" y="26"/>
                      <a:pt x="10" y="27"/>
                    </a:cubicBezTo>
                    <a:cubicBezTo>
                      <a:pt x="14" y="29"/>
                      <a:pt x="17" y="26"/>
                      <a:pt x="21" y="24"/>
                    </a:cubicBezTo>
                    <a:cubicBezTo>
                      <a:pt x="26" y="23"/>
                      <a:pt x="29" y="23"/>
                      <a:pt x="29" y="16"/>
                    </a:cubicBezTo>
                    <a:cubicBezTo>
                      <a:pt x="28" y="9"/>
                      <a:pt x="23" y="5"/>
                      <a:pt x="20" y="0"/>
                    </a:cubicBezTo>
                    <a:cubicBezTo>
                      <a:pt x="19" y="5"/>
                      <a:pt x="24" y="10"/>
                      <a:pt x="21" y="16"/>
                    </a:cubicBezTo>
                    <a:cubicBezTo>
                      <a:pt x="19" y="22"/>
                      <a:pt x="10" y="20"/>
                      <a:pt x="5" y="22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88" name="Freeform 1002">
                <a:extLst>
                  <a:ext uri="{FF2B5EF4-FFF2-40B4-BE49-F238E27FC236}">
                    <a16:creationId xmlns:a16="http://schemas.microsoft.com/office/drawing/2014/main" id="{98A9F662-7F41-4B82-93FD-4E93CE36D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3220"/>
                <a:ext cx="35" cy="62"/>
              </a:xfrm>
              <a:custGeom>
                <a:avLst/>
                <a:gdLst>
                  <a:gd name="T0" fmla="*/ 0 w 21"/>
                  <a:gd name="T1" fmla="*/ 50 h 35"/>
                  <a:gd name="T2" fmla="*/ 75 w 21"/>
                  <a:gd name="T3" fmla="*/ 138 h 35"/>
                  <a:gd name="T4" fmla="*/ 28 w 21"/>
                  <a:gd name="T5" fmla="*/ 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5">
                    <a:moveTo>
                      <a:pt x="0" y="9"/>
                    </a:moveTo>
                    <a:cubicBezTo>
                      <a:pt x="2" y="14"/>
                      <a:pt x="7" y="35"/>
                      <a:pt x="16" y="25"/>
                    </a:cubicBezTo>
                    <a:cubicBezTo>
                      <a:pt x="21" y="19"/>
                      <a:pt x="14" y="0"/>
                      <a:pt x="6" y="1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89" name="Freeform 1003">
                <a:extLst>
                  <a:ext uri="{FF2B5EF4-FFF2-40B4-BE49-F238E27FC236}">
                    <a16:creationId xmlns:a16="http://schemas.microsoft.com/office/drawing/2014/main" id="{56E5956F-14BD-4BD5-A1A3-EB8BB0500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3234"/>
                <a:ext cx="31" cy="70"/>
              </a:xfrm>
              <a:custGeom>
                <a:avLst/>
                <a:gdLst>
                  <a:gd name="T0" fmla="*/ 0 w 19"/>
                  <a:gd name="T1" fmla="*/ 167 h 39"/>
                  <a:gd name="T2" fmla="*/ 29 w 19"/>
                  <a:gd name="T3" fmla="*/ 210 h 39"/>
                  <a:gd name="T4" fmla="*/ 34 w 19"/>
                  <a:gd name="T5" fmla="*/ 167 h 39"/>
                  <a:gd name="T6" fmla="*/ 62 w 19"/>
                  <a:gd name="T7" fmla="*/ 138 h 39"/>
                  <a:gd name="T8" fmla="*/ 75 w 19"/>
                  <a:gd name="T9" fmla="*/ 86 h 39"/>
                  <a:gd name="T10" fmla="*/ 34 w 19"/>
                  <a:gd name="T11" fmla="*/ 0 h 39"/>
                  <a:gd name="T12" fmla="*/ 47 w 19"/>
                  <a:gd name="T13" fmla="*/ 74 h 39"/>
                  <a:gd name="T14" fmla="*/ 18 w 19"/>
                  <a:gd name="T15" fmla="*/ 138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39">
                    <a:moveTo>
                      <a:pt x="0" y="29"/>
                    </a:moveTo>
                    <a:cubicBezTo>
                      <a:pt x="2" y="32"/>
                      <a:pt x="3" y="39"/>
                      <a:pt x="7" y="36"/>
                    </a:cubicBezTo>
                    <a:cubicBezTo>
                      <a:pt x="8" y="35"/>
                      <a:pt x="8" y="31"/>
                      <a:pt x="8" y="29"/>
                    </a:cubicBezTo>
                    <a:cubicBezTo>
                      <a:pt x="9" y="27"/>
                      <a:pt x="12" y="25"/>
                      <a:pt x="14" y="24"/>
                    </a:cubicBezTo>
                    <a:cubicBezTo>
                      <a:pt x="17" y="20"/>
                      <a:pt x="19" y="20"/>
                      <a:pt x="17" y="15"/>
                    </a:cubicBezTo>
                    <a:cubicBezTo>
                      <a:pt x="16" y="10"/>
                      <a:pt x="11" y="5"/>
                      <a:pt x="8" y="0"/>
                    </a:cubicBezTo>
                    <a:cubicBezTo>
                      <a:pt x="9" y="5"/>
                      <a:pt x="12" y="9"/>
                      <a:pt x="11" y="13"/>
                    </a:cubicBezTo>
                    <a:cubicBezTo>
                      <a:pt x="10" y="19"/>
                      <a:pt x="6" y="20"/>
                      <a:pt x="4" y="24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90" name="Freeform 1004">
                <a:extLst>
                  <a:ext uri="{FF2B5EF4-FFF2-40B4-BE49-F238E27FC236}">
                    <a16:creationId xmlns:a16="http://schemas.microsoft.com/office/drawing/2014/main" id="{72796B0B-6EE5-49CD-BAEE-8F382B5D1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087"/>
                <a:ext cx="47" cy="58"/>
              </a:xfrm>
              <a:custGeom>
                <a:avLst/>
                <a:gdLst>
                  <a:gd name="T0" fmla="*/ 0 w 28"/>
                  <a:gd name="T1" fmla="*/ 49 h 33"/>
                  <a:gd name="T2" fmla="*/ 82 w 28"/>
                  <a:gd name="T3" fmla="*/ 163 h 33"/>
                  <a:gd name="T4" fmla="*/ 124 w 28"/>
                  <a:gd name="T5" fmla="*/ 130 h 33"/>
                  <a:gd name="T6" fmla="*/ 82 w 28"/>
                  <a:gd name="T7" fmla="*/ 0 h 33"/>
                  <a:gd name="T8" fmla="*/ 62 w 28"/>
                  <a:gd name="T9" fmla="*/ 11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0" y="9"/>
                    </a:moveTo>
                    <a:cubicBezTo>
                      <a:pt x="3" y="16"/>
                      <a:pt x="8" y="33"/>
                      <a:pt x="17" y="30"/>
                    </a:cubicBezTo>
                    <a:cubicBezTo>
                      <a:pt x="21" y="29"/>
                      <a:pt x="25" y="27"/>
                      <a:pt x="26" y="24"/>
                    </a:cubicBezTo>
                    <a:cubicBezTo>
                      <a:pt x="28" y="18"/>
                      <a:pt x="19" y="5"/>
                      <a:pt x="17" y="0"/>
                    </a:cubicBezTo>
                    <a:cubicBezTo>
                      <a:pt x="18" y="4"/>
                      <a:pt x="25" y="26"/>
                      <a:pt x="13" y="21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91" name="Freeform 1005">
                <a:extLst>
                  <a:ext uri="{FF2B5EF4-FFF2-40B4-BE49-F238E27FC236}">
                    <a16:creationId xmlns:a16="http://schemas.microsoft.com/office/drawing/2014/main" id="{FB52F28C-295C-4831-8362-2F047C739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3035"/>
                <a:ext cx="33" cy="52"/>
              </a:xfrm>
              <a:custGeom>
                <a:avLst/>
                <a:gdLst>
                  <a:gd name="T0" fmla="*/ 8 w 20"/>
                  <a:gd name="T1" fmla="*/ 57 h 29"/>
                  <a:gd name="T2" fmla="*/ 58 w 20"/>
                  <a:gd name="T3" fmla="*/ 145 h 29"/>
                  <a:gd name="T4" fmla="*/ 28 w 2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9">
                    <a:moveTo>
                      <a:pt x="2" y="10"/>
                    </a:moveTo>
                    <a:cubicBezTo>
                      <a:pt x="0" y="15"/>
                      <a:pt x="6" y="29"/>
                      <a:pt x="13" y="25"/>
                    </a:cubicBezTo>
                    <a:cubicBezTo>
                      <a:pt x="20" y="21"/>
                      <a:pt x="14" y="0"/>
                      <a:pt x="6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92" name="Freeform 1006">
                <a:extLst>
                  <a:ext uri="{FF2B5EF4-FFF2-40B4-BE49-F238E27FC236}">
                    <a16:creationId xmlns:a16="http://schemas.microsoft.com/office/drawing/2014/main" id="{EC0C233E-5F86-44B7-B943-6EE2EA816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852"/>
                <a:ext cx="35" cy="55"/>
              </a:xfrm>
              <a:custGeom>
                <a:avLst/>
                <a:gdLst>
                  <a:gd name="T0" fmla="*/ 0 w 21"/>
                  <a:gd name="T1" fmla="*/ 57 h 31"/>
                  <a:gd name="T2" fmla="*/ 62 w 21"/>
                  <a:gd name="T3" fmla="*/ 138 h 31"/>
                  <a:gd name="T4" fmla="*/ 37 w 21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1">
                    <a:moveTo>
                      <a:pt x="0" y="10"/>
                    </a:moveTo>
                    <a:cubicBezTo>
                      <a:pt x="1" y="15"/>
                      <a:pt x="6" y="31"/>
                      <a:pt x="13" y="25"/>
                    </a:cubicBezTo>
                    <a:cubicBezTo>
                      <a:pt x="21" y="20"/>
                      <a:pt x="14" y="5"/>
                      <a:pt x="8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93" name="Freeform 1007">
                <a:extLst>
                  <a:ext uri="{FF2B5EF4-FFF2-40B4-BE49-F238E27FC236}">
                    <a16:creationId xmlns:a16="http://schemas.microsoft.com/office/drawing/2014/main" id="{9974C39B-99E6-4074-9045-56DE7B8AB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886"/>
                <a:ext cx="45" cy="69"/>
              </a:xfrm>
              <a:custGeom>
                <a:avLst/>
                <a:gdLst>
                  <a:gd name="T0" fmla="*/ 0 w 27"/>
                  <a:gd name="T1" fmla="*/ 131 h 39"/>
                  <a:gd name="T2" fmla="*/ 28 w 27"/>
                  <a:gd name="T3" fmla="*/ 211 h 39"/>
                  <a:gd name="T4" fmla="*/ 70 w 27"/>
                  <a:gd name="T5" fmla="*/ 182 h 39"/>
                  <a:gd name="T6" fmla="*/ 55 w 27"/>
                  <a:gd name="T7" fmla="*/ 0 h 39"/>
                  <a:gd name="T8" fmla="*/ 20 w 27"/>
                  <a:gd name="T9" fmla="*/ 12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0" y="24"/>
                    </a:moveTo>
                    <a:cubicBezTo>
                      <a:pt x="0" y="28"/>
                      <a:pt x="2" y="37"/>
                      <a:pt x="6" y="38"/>
                    </a:cubicBezTo>
                    <a:cubicBezTo>
                      <a:pt x="10" y="39"/>
                      <a:pt x="12" y="35"/>
                      <a:pt x="15" y="33"/>
                    </a:cubicBezTo>
                    <a:cubicBezTo>
                      <a:pt x="27" y="24"/>
                      <a:pt x="15" y="11"/>
                      <a:pt x="12" y="0"/>
                    </a:cubicBezTo>
                    <a:cubicBezTo>
                      <a:pt x="13" y="4"/>
                      <a:pt x="14" y="28"/>
                      <a:pt x="4" y="22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94" name="Freeform 1008">
                <a:extLst>
                  <a:ext uri="{FF2B5EF4-FFF2-40B4-BE49-F238E27FC236}">
                    <a16:creationId xmlns:a16="http://schemas.microsoft.com/office/drawing/2014/main" id="{62996208-2F1E-4229-BD9F-0C7AA9030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948"/>
                <a:ext cx="13" cy="12"/>
              </a:xfrm>
              <a:custGeom>
                <a:avLst/>
                <a:gdLst>
                  <a:gd name="T0" fmla="*/ 0 w 8"/>
                  <a:gd name="T1" fmla="*/ 21 h 7"/>
                  <a:gd name="T2" fmla="*/ 18 w 8"/>
                  <a:gd name="T3" fmla="*/ 0 h 7"/>
                  <a:gd name="T4" fmla="*/ 34 w 8"/>
                  <a:gd name="T5" fmla="*/ 3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  <a:cubicBezTo>
                      <a:pt x="4" y="3"/>
                      <a:pt x="7" y="6"/>
                      <a:pt x="8" y="7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95" name="Freeform 1009">
                <a:extLst>
                  <a:ext uri="{FF2B5EF4-FFF2-40B4-BE49-F238E27FC236}">
                    <a16:creationId xmlns:a16="http://schemas.microsoft.com/office/drawing/2014/main" id="{2ECE3C47-50E6-42FF-ACE8-8CA1D10DF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734"/>
                <a:ext cx="10" cy="16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50 h 9"/>
                  <a:gd name="T4" fmla="*/ 28 w 6"/>
                  <a:gd name="T5" fmla="*/ 3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3" y="7"/>
                      <a:pt x="4" y="7"/>
                      <a:pt x="6" y="7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96" name="Freeform 1010">
                <a:extLst>
                  <a:ext uri="{FF2B5EF4-FFF2-40B4-BE49-F238E27FC236}">
                    <a16:creationId xmlns:a16="http://schemas.microsoft.com/office/drawing/2014/main" id="{BD220542-02F0-4913-A704-D287B0589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700"/>
                <a:ext cx="33" cy="61"/>
              </a:xfrm>
              <a:custGeom>
                <a:avLst/>
                <a:gdLst>
                  <a:gd name="T0" fmla="*/ 0 w 20"/>
                  <a:gd name="T1" fmla="*/ 102 h 34"/>
                  <a:gd name="T2" fmla="*/ 68 w 20"/>
                  <a:gd name="T3" fmla="*/ 151 h 34"/>
                  <a:gd name="T4" fmla="*/ 58 w 20"/>
                  <a:gd name="T5" fmla="*/ 0 h 34"/>
                  <a:gd name="T6" fmla="*/ 21 w 20"/>
                  <a:gd name="T7" fmla="*/ 10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0" y="18"/>
                    </a:moveTo>
                    <a:cubicBezTo>
                      <a:pt x="2" y="24"/>
                      <a:pt x="9" y="34"/>
                      <a:pt x="15" y="26"/>
                    </a:cubicBezTo>
                    <a:cubicBezTo>
                      <a:pt x="20" y="20"/>
                      <a:pt x="18" y="6"/>
                      <a:pt x="13" y="0"/>
                    </a:cubicBezTo>
                    <a:cubicBezTo>
                      <a:pt x="11" y="8"/>
                      <a:pt x="12" y="13"/>
                      <a:pt x="5" y="18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97" name="Freeform 1011">
                <a:extLst>
                  <a:ext uri="{FF2B5EF4-FFF2-40B4-BE49-F238E27FC236}">
                    <a16:creationId xmlns:a16="http://schemas.microsoft.com/office/drawing/2014/main" id="{A6668F20-9C12-433C-9F6C-A66115AC0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122"/>
                <a:ext cx="13" cy="20"/>
              </a:xfrm>
              <a:custGeom>
                <a:avLst/>
                <a:gdLst>
                  <a:gd name="T0" fmla="*/ 13 w 8"/>
                  <a:gd name="T1" fmla="*/ 0 h 11"/>
                  <a:gd name="T2" fmla="*/ 0 w 8"/>
                  <a:gd name="T3" fmla="*/ 65 h 11"/>
                  <a:gd name="T4" fmla="*/ 34 w 8"/>
                  <a:gd name="T5" fmla="*/ 5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cubicBezTo>
                      <a:pt x="1" y="3"/>
                      <a:pt x="1" y="8"/>
                      <a:pt x="0" y="11"/>
                    </a:cubicBezTo>
                    <a:cubicBezTo>
                      <a:pt x="2" y="9"/>
                      <a:pt x="5" y="8"/>
                      <a:pt x="8" y="9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98" name="Freeform 1012">
                <a:extLst>
                  <a:ext uri="{FF2B5EF4-FFF2-40B4-BE49-F238E27FC236}">
                    <a16:creationId xmlns:a16="http://schemas.microsoft.com/office/drawing/2014/main" id="{92F2B0E1-BFD5-4667-BD8D-A51536714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439"/>
                <a:ext cx="29" cy="48"/>
              </a:xfrm>
              <a:custGeom>
                <a:avLst/>
                <a:gdLst>
                  <a:gd name="T0" fmla="*/ 75 w 17"/>
                  <a:gd name="T1" fmla="*/ 0 h 27"/>
                  <a:gd name="T2" fmla="*/ 15 w 17"/>
                  <a:gd name="T3" fmla="*/ 44 h 27"/>
                  <a:gd name="T4" fmla="*/ 29 w 17"/>
                  <a:gd name="T5" fmla="*/ 151 h 27"/>
                  <a:gd name="T6" fmla="*/ 84 w 17"/>
                  <a:gd name="T7" fmla="*/ 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7">
                    <a:moveTo>
                      <a:pt x="15" y="0"/>
                    </a:moveTo>
                    <a:cubicBezTo>
                      <a:pt x="10" y="2"/>
                      <a:pt x="5" y="2"/>
                      <a:pt x="3" y="8"/>
                    </a:cubicBezTo>
                    <a:cubicBezTo>
                      <a:pt x="1" y="13"/>
                      <a:pt x="2" y="24"/>
                      <a:pt x="6" y="27"/>
                    </a:cubicBezTo>
                    <a:cubicBezTo>
                      <a:pt x="0" y="14"/>
                      <a:pt x="15" y="12"/>
                      <a:pt x="17" y="1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99" name="Freeform 1013">
                <a:extLst>
                  <a:ext uri="{FF2B5EF4-FFF2-40B4-BE49-F238E27FC236}">
                    <a16:creationId xmlns:a16="http://schemas.microsoft.com/office/drawing/2014/main" id="{4F3EA9C3-6F65-423B-BCB0-ACC5FD073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286"/>
                <a:ext cx="41" cy="48"/>
              </a:xfrm>
              <a:custGeom>
                <a:avLst/>
                <a:gdLst>
                  <a:gd name="T0" fmla="*/ 85 w 24"/>
                  <a:gd name="T1" fmla="*/ 7 h 27"/>
                  <a:gd name="T2" fmla="*/ 55 w 24"/>
                  <a:gd name="T3" fmla="*/ 151 h 27"/>
                  <a:gd name="T4" fmla="*/ 55 w 24"/>
                  <a:gd name="T5" fmla="*/ 101 h 27"/>
                  <a:gd name="T6" fmla="*/ 91 w 24"/>
                  <a:gd name="T7" fmla="*/ 66 h 27"/>
                  <a:gd name="T8" fmla="*/ 91 w 24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7">
                    <a:moveTo>
                      <a:pt x="17" y="1"/>
                    </a:moveTo>
                    <a:cubicBezTo>
                      <a:pt x="7" y="3"/>
                      <a:pt x="0" y="24"/>
                      <a:pt x="11" y="27"/>
                    </a:cubicBezTo>
                    <a:cubicBezTo>
                      <a:pt x="11" y="24"/>
                      <a:pt x="10" y="21"/>
                      <a:pt x="11" y="18"/>
                    </a:cubicBezTo>
                    <a:cubicBezTo>
                      <a:pt x="12" y="13"/>
                      <a:pt x="14" y="14"/>
                      <a:pt x="18" y="12"/>
                    </a:cubicBezTo>
                    <a:cubicBezTo>
                      <a:pt x="24" y="9"/>
                      <a:pt x="24" y="4"/>
                      <a:pt x="18" y="0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00" name="Freeform 1014">
                <a:extLst>
                  <a:ext uri="{FF2B5EF4-FFF2-40B4-BE49-F238E27FC236}">
                    <a16:creationId xmlns:a16="http://schemas.microsoft.com/office/drawing/2014/main" id="{A47DBD01-89E6-4743-A026-0B46EF324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3156"/>
                <a:ext cx="18" cy="57"/>
              </a:xfrm>
              <a:custGeom>
                <a:avLst/>
                <a:gdLst>
                  <a:gd name="T0" fmla="*/ 43 w 11"/>
                  <a:gd name="T1" fmla="*/ 0 h 32"/>
                  <a:gd name="T2" fmla="*/ 5 w 11"/>
                  <a:gd name="T3" fmla="*/ 73 h 32"/>
                  <a:gd name="T4" fmla="*/ 41 w 11"/>
                  <a:gd name="T5" fmla="*/ 182 h 32"/>
                  <a:gd name="T6" fmla="*/ 29 w 11"/>
                  <a:gd name="T7" fmla="*/ 80 h 32"/>
                  <a:gd name="T8" fmla="*/ 47 w 11"/>
                  <a:gd name="T9" fmla="*/ 1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10" y="0"/>
                    </a:moveTo>
                    <a:cubicBezTo>
                      <a:pt x="4" y="2"/>
                      <a:pt x="1" y="7"/>
                      <a:pt x="1" y="13"/>
                    </a:cubicBezTo>
                    <a:cubicBezTo>
                      <a:pt x="0" y="21"/>
                      <a:pt x="7" y="25"/>
                      <a:pt x="9" y="32"/>
                    </a:cubicBezTo>
                    <a:cubicBezTo>
                      <a:pt x="7" y="26"/>
                      <a:pt x="5" y="20"/>
                      <a:pt x="7" y="14"/>
                    </a:cubicBezTo>
                    <a:cubicBezTo>
                      <a:pt x="8" y="10"/>
                      <a:pt x="10" y="7"/>
                      <a:pt x="11" y="3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01" name="Freeform 1015">
                <a:extLst>
                  <a:ext uri="{FF2B5EF4-FFF2-40B4-BE49-F238E27FC236}">
                    <a16:creationId xmlns:a16="http://schemas.microsoft.com/office/drawing/2014/main" id="{D467C3AF-88C1-4759-A2E5-E79D1B87E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973"/>
                <a:ext cx="30" cy="50"/>
              </a:xfrm>
              <a:custGeom>
                <a:avLst/>
                <a:gdLst>
                  <a:gd name="T0" fmla="*/ 83 w 18"/>
                  <a:gd name="T1" fmla="*/ 0 h 28"/>
                  <a:gd name="T2" fmla="*/ 20 w 18"/>
                  <a:gd name="T3" fmla="*/ 29 h 28"/>
                  <a:gd name="T4" fmla="*/ 50 w 18"/>
                  <a:gd name="T5" fmla="*/ 159 h 28"/>
                  <a:gd name="T6" fmla="*/ 50 w 18"/>
                  <a:gd name="T7" fmla="*/ 57 h 28"/>
                  <a:gd name="T8" fmla="*/ 78 w 18"/>
                  <a:gd name="T9" fmla="*/ 1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4" y="0"/>
                      <a:pt x="6" y="2"/>
                      <a:pt x="4" y="5"/>
                    </a:cubicBezTo>
                    <a:cubicBezTo>
                      <a:pt x="0" y="11"/>
                      <a:pt x="9" y="22"/>
                      <a:pt x="11" y="28"/>
                    </a:cubicBezTo>
                    <a:cubicBezTo>
                      <a:pt x="11" y="22"/>
                      <a:pt x="8" y="16"/>
                      <a:pt x="11" y="10"/>
                    </a:cubicBezTo>
                    <a:cubicBezTo>
                      <a:pt x="12" y="7"/>
                      <a:pt x="15" y="6"/>
                      <a:pt x="17" y="3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02" name="Freeform 1016">
                <a:extLst>
                  <a:ext uri="{FF2B5EF4-FFF2-40B4-BE49-F238E27FC236}">
                    <a16:creationId xmlns:a16="http://schemas.microsoft.com/office/drawing/2014/main" id="{B2E05FA7-3AF9-4EE8-8888-E2EF84A1F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66"/>
                <a:ext cx="28" cy="63"/>
              </a:xfrm>
              <a:custGeom>
                <a:avLst/>
                <a:gdLst>
                  <a:gd name="T0" fmla="*/ 76 w 17"/>
                  <a:gd name="T1" fmla="*/ 0 h 35"/>
                  <a:gd name="T2" fmla="*/ 8 w 17"/>
                  <a:gd name="T3" fmla="*/ 74 h 35"/>
                  <a:gd name="T4" fmla="*/ 20 w 17"/>
                  <a:gd name="T5" fmla="*/ 139 h 35"/>
                  <a:gd name="T6" fmla="*/ 41 w 17"/>
                  <a:gd name="T7" fmla="*/ 203 h 35"/>
                  <a:gd name="T8" fmla="*/ 43 w 17"/>
                  <a:gd name="T9" fmla="*/ 101 h 35"/>
                  <a:gd name="T10" fmla="*/ 68 w 17"/>
                  <a:gd name="T11" fmla="*/ 13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5">
                    <a:moveTo>
                      <a:pt x="17" y="0"/>
                    </a:moveTo>
                    <a:cubicBezTo>
                      <a:pt x="12" y="4"/>
                      <a:pt x="6" y="7"/>
                      <a:pt x="2" y="13"/>
                    </a:cubicBezTo>
                    <a:cubicBezTo>
                      <a:pt x="0" y="18"/>
                      <a:pt x="1" y="20"/>
                      <a:pt x="4" y="24"/>
                    </a:cubicBezTo>
                    <a:cubicBezTo>
                      <a:pt x="6" y="28"/>
                      <a:pt x="7" y="31"/>
                      <a:pt x="9" y="35"/>
                    </a:cubicBezTo>
                    <a:cubicBezTo>
                      <a:pt x="8" y="28"/>
                      <a:pt x="8" y="23"/>
                      <a:pt x="10" y="17"/>
                    </a:cubicBezTo>
                    <a:cubicBezTo>
                      <a:pt x="11" y="13"/>
                      <a:pt x="11" y="5"/>
                      <a:pt x="15" y="2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03" name="Freeform 1017">
                <a:extLst>
                  <a:ext uri="{FF2B5EF4-FFF2-40B4-BE49-F238E27FC236}">
                    <a16:creationId xmlns:a16="http://schemas.microsoft.com/office/drawing/2014/main" id="{E6BED12E-2694-49B1-9AEC-71AACFCB8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3599"/>
                <a:ext cx="17" cy="52"/>
              </a:xfrm>
              <a:custGeom>
                <a:avLst/>
                <a:gdLst>
                  <a:gd name="T0" fmla="*/ 5 w 10"/>
                  <a:gd name="T1" fmla="*/ 167 h 29"/>
                  <a:gd name="T2" fmla="*/ 0 w 10"/>
                  <a:gd name="T3" fmla="*/ 0 h 29"/>
                  <a:gd name="T4" fmla="*/ 49 w 10"/>
                  <a:gd name="T5" fmla="*/ 145 h 29"/>
                  <a:gd name="T6" fmla="*/ 26 w 10"/>
                  <a:gd name="T7" fmla="*/ 13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9">
                    <a:moveTo>
                      <a:pt x="1" y="29"/>
                    </a:moveTo>
                    <a:cubicBezTo>
                      <a:pt x="3" y="21"/>
                      <a:pt x="0" y="8"/>
                      <a:pt x="0" y="0"/>
                    </a:cubicBezTo>
                    <a:cubicBezTo>
                      <a:pt x="1" y="9"/>
                      <a:pt x="8" y="17"/>
                      <a:pt x="10" y="25"/>
                    </a:cubicBezTo>
                    <a:cubicBezTo>
                      <a:pt x="9" y="25"/>
                      <a:pt x="5" y="23"/>
                      <a:pt x="5" y="2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04" name="Freeform 1018">
                <a:extLst>
                  <a:ext uri="{FF2B5EF4-FFF2-40B4-BE49-F238E27FC236}">
                    <a16:creationId xmlns:a16="http://schemas.microsoft.com/office/drawing/2014/main" id="{171AEA8D-718F-42D1-94DF-48B55DBCD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3562"/>
                <a:ext cx="30" cy="60"/>
              </a:xfrm>
              <a:custGeom>
                <a:avLst/>
                <a:gdLst>
                  <a:gd name="T0" fmla="*/ 0 w 18"/>
                  <a:gd name="T1" fmla="*/ 187 h 34"/>
                  <a:gd name="T2" fmla="*/ 42 w 18"/>
                  <a:gd name="T3" fmla="*/ 60 h 34"/>
                  <a:gd name="T4" fmla="*/ 78 w 18"/>
                  <a:gd name="T5" fmla="*/ 0 h 34"/>
                  <a:gd name="T6" fmla="*/ 83 w 18"/>
                  <a:gd name="T7" fmla="*/ 180 h 34"/>
                  <a:gd name="T8" fmla="*/ 50 w 18"/>
                  <a:gd name="T9" fmla="*/ 1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4">
                    <a:moveTo>
                      <a:pt x="0" y="34"/>
                    </a:moveTo>
                    <a:cubicBezTo>
                      <a:pt x="7" y="28"/>
                      <a:pt x="5" y="19"/>
                      <a:pt x="9" y="11"/>
                    </a:cubicBezTo>
                    <a:cubicBezTo>
                      <a:pt x="11" y="7"/>
                      <a:pt x="14" y="4"/>
                      <a:pt x="17" y="0"/>
                    </a:cubicBezTo>
                    <a:cubicBezTo>
                      <a:pt x="14" y="11"/>
                      <a:pt x="17" y="22"/>
                      <a:pt x="18" y="33"/>
                    </a:cubicBezTo>
                    <a:cubicBezTo>
                      <a:pt x="17" y="29"/>
                      <a:pt x="15" y="19"/>
                      <a:pt x="11" y="2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05" name="Freeform 1019">
                <a:extLst>
                  <a:ext uri="{FF2B5EF4-FFF2-40B4-BE49-F238E27FC236}">
                    <a16:creationId xmlns:a16="http://schemas.microsoft.com/office/drawing/2014/main" id="{C54853CB-F66E-4F6D-B88F-E12D47A3B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610"/>
                <a:ext cx="25" cy="33"/>
              </a:xfrm>
              <a:custGeom>
                <a:avLst/>
                <a:gdLst>
                  <a:gd name="T0" fmla="*/ 0 w 15"/>
                  <a:gd name="T1" fmla="*/ 0 h 19"/>
                  <a:gd name="T2" fmla="*/ 8 w 15"/>
                  <a:gd name="T3" fmla="*/ 99 h 19"/>
                  <a:gd name="T4" fmla="*/ 70 w 15"/>
                  <a:gd name="T5" fmla="*/ 73 h 19"/>
                  <a:gd name="T6" fmla="*/ 28 w 15"/>
                  <a:gd name="T7" fmla="*/ 1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0" y="0"/>
                    </a:moveTo>
                    <a:cubicBezTo>
                      <a:pt x="3" y="6"/>
                      <a:pt x="2" y="13"/>
                      <a:pt x="2" y="19"/>
                    </a:cubicBezTo>
                    <a:cubicBezTo>
                      <a:pt x="3" y="12"/>
                      <a:pt x="9" y="12"/>
                      <a:pt x="15" y="14"/>
                    </a:cubicBezTo>
                    <a:cubicBezTo>
                      <a:pt x="12" y="10"/>
                      <a:pt x="10" y="5"/>
                      <a:pt x="6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06" name="Freeform 1020">
                <a:extLst>
                  <a:ext uri="{FF2B5EF4-FFF2-40B4-BE49-F238E27FC236}">
                    <a16:creationId xmlns:a16="http://schemas.microsoft.com/office/drawing/2014/main" id="{5499E0F6-1D97-47B2-973D-C68FE3B4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3449"/>
                <a:ext cx="19" cy="56"/>
              </a:xfrm>
              <a:custGeom>
                <a:avLst/>
                <a:gdLst>
                  <a:gd name="T0" fmla="*/ 0 w 11"/>
                  <a:gd name="T1" fmla="*/ 0 h 31"/>
                  <a:gd name="T2" fmla="*/ 28 w 11"/>
                  <a:gd name="T3" fmla="*/ 182 h 31"/>
                  <a:gd name="T4" fmla="*/ 57 w 11"/>
                  <a:gd name="T5" fmla="*/ 101 h 31"/>
                  <a:gd name="T6" fmla="*/ 16 w 11"/>
                  <a:gd name="T7" fmla="*/ 1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1">
                    <a:moveTo>
                      <a:pt x="0" y="0"/>
                    </a:moveTo>
                    <a:cubicBezTo>
                      <a:pt x="0" y="8"/>
                      <a:pt x="1" y="24"/>
                      <a:pt x="5" y="31"/>
                    </a:cubicBezTo>
                    <a:cubicBezTo>
                      <a:pt x="4" y="25"/>
                      <a:pt x="3" y="17"/>
                      <a:pt x="11" y="17"/>
                    </a:cubicBezTo>
                    <a:cubicBezTo>
                      <a:pt x="10" y="11"/>
                      <a:pt x="1" y="9"/>
                      <a:pt x="3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07" name="Freeform 1021">
                <a:extLst>
                  <a:ext uri="{FF2B5EF4-FFF2-40B4-BE49-F238E27FC236}">
                    <a16:creationId xmlns:a16="http://schemas.microsoft.com/office/drawing/2014/main" id="{34C0B00E-EAAC-4B44-B429-23E02839E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430"/>
                <a:ext cx="18" cy="39"/>
              </a:xfrm>
              <a:custGeom>
                <a:avLst/>
                <a:gdLst>
                  <a:gd name="T0" fmla="*/ 5 w 11"/>
                  <a:gd name="T1" fmla="*/ 0 h 22"/>
                  <a:gd name="T2" fmla="*/ 21 w 11"/>
                  <a:gd name="T3" fmla="*/ 122 h 22"/>
                  <a:gd name="T4" fmla="*/ 26 w 11"/>
                  <a:gd name="T5" fmla="*/ 78 h 22"/>
                  <a:gd name="T6" fmla="*/ 47 w 11"/>
                  <a:gd name="T7" fmla="*/ 73 h 22"/>
                  <a:gd name="T8" fmla="*/ 21 w 11"/>
                  <a:gd name="T9" fmla="*/ 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2">
                    <a:moveTo>
                      <a:pt x="1" y="0"/>
                    </a:moveTo>
                    <a:cubicBezTo>
                      <a:pt x="0" y="8"/>
                      <a:pt x="3" y="14"/>
                      <a:pt x="5" y="22"/>
                    </a:cubicBezTo>
                    <a:cubicBezTo>
                      <a:pt x="5" y="20"/>
                      <a:pt x="6" y="17"/>
                      <a:pt x="6" y="14"/>
                    </a:cubicBezTo>
                    <a:cubicBezTo>
                      <a:pt x="7" y="14"/>
                      <a:pt x="9" y="13"/>
                      <a:pt x="11" y="13"/>
                    </a:cubicBezTo>
                    <a:cubicBezTo>
                      <a:pt x="8" y="9"/>
                      <a:pt x="5" y="6"/>
                      <a:pt x="5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08" name="Freeform 1022">
                <a:extLst>
                  <a:ext uri="{FF2B5EF4-FFF2-40B4-BE49-F238E27FC236}">
                    <a16:creationId xmlns:a16="http://schemas.microsoft.com/office/drawing/2014/main" id="{E2A6B422-39CD-4531-9B08-E1AD7DA43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3531"/>
                <a:ext cx="19" cy="55"/>
              </a:xfrm>
              <a:custGeom>
                <a:avLst/>
                <a:gdLst>
                  <a:gd name="T0" fmla="*/ 0 w 11"/>
                  <a:gd name="T1" fmla="*/ 37 h 31"/>
                  <a:gd name="T2" fmla="*/ 36 w 11"/>
                  <a:gd name="T3" fmla="*/ 174 h 31"/>
                  <a:gd name="T4" fmla="*/ 50 w 11"/>
                  <a:gd name="T5" fmla="*/ 0 h 31"/>
                  <a:gd name="T6" fmla="*/ 21 w 11"/>
                  <a:gd name="T7" fmla="*/ 3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1">
                    <a:moveTo>
                      <a:pt x="0" y="7"/>
                    </a:moveTo>
                    <a:cubicBezTo>
                      <a:pt x="3" y="15"/>
                      <a:pt x="5" y="22"/>
                      <a:pt x="7" y="31"/>
                    </a:cubicBezTo>
                    <a:cubicBezTo>
                      <a:pt x="11" y="23"/>
                      <a:pt x="11" y="8"/>
                      <a:pt x="10" y="0"/>
                    </a:cubicBezTo>
                    <a:cubicBezTo>
                      <a:pt x="10" y="4"/>
                      <a:pt x="9" y="7"/>
                      <a:pt x="4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09" name="Freeform 1023">
                <a:extLst>
                  <a:ext uri="{FF2B5EF4-FFF2-40B4-BE49-F238E27FC236}">
                    <a16:creationId xmlns:a16="http://schemas.microsoft.com/office/drawing/2014/main" id="{AAD3B33B-2D04-45F0-9EAA-FF035F117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3620"/>
                <a:ext cx="20" cy="25"/>
              </a:xfrm>
              <a:custGeom>
                <a:avLst/>
                <a:gdLst>
                  <a:gd name="T0" fmla="*/ 0 w 12"/>
                  <a:gd name="T1" fmla="*/ 7 h 14"/>
                  <a:gd name="T2" fmla="*/ 5 w 12"/>
                  <a:gd name="T3" fmla="*/ 73 h 14"/>
                  <a:gd name="T4" fmla="*/ 55 w 12"/>
                  <a:gd name="T5" fmla="*/ 73 h 14"/>
                  <a:gd name="T6" fmla="*/ 5 w 12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0" y="1"/>
                    </a:moveTo>
                    <a:cubicBezTo>
                      <a:pt x="0" y="5"/>
                      <a:pt x="0" y="9"/>
                      <a:pt x="1" y="13"/>
                    </a:cubicBezTo>
                    <a:cubicBezTo>
                      <a:pt x="5" y="12"/>
                      <a:pt x="8" y="14"/>
                      <a:pt x="12" y="13"/>
                    </a:cubicBezTo>
                    <a:cubicBezTo>
                      <a:pt x="8" y="9"/>
                      <a:pt x="7" y="2"/>
                      <a:pt x="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10" name="Freeform 1024">
                <a:extLst>
                  <a:ext uri="{FF2B5EF4-FFF2-40B4-BE49-F238E27FC236}">
                    <a16:creationId xmlns:a16="http://schemas.microsoft.com/office/drawing/2014/main" id="{E09CC8CB-C39C-48A8-8BC9-3392DCC4E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451"/>
                <a:ext cx="30" cy="59"/>
              </a:xfrm>
              <a:custGeom>
                <a:avLst/>
                <a:gdLst>
                  <a:gd name="T0" fmla="*/ 0 w 18"/>
                  <a:gd name="T1" fmla="*/ 41 h 33"/>
                  <a:gd name="T2" fmla="*/ 83 w 18"/>
                  <a:gd name="T3" fmla="*/ 188 h 33"/>
                  <a:gd name="T4" fmla="*/ 75 w 18"/>
                  <a:gd name="T5" fmla="*/ 0 h 33"/>
                  <a:gd name="T6" fmla="*/ 62 w 18"/>
                  <a:gd name="T7" fmla="*/ 86 h 33"/>
                  <a:gd name="T8" fmla="*/ 42 w 18"/>
                  <a:gd name="T9" fmla="*/ 7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0" y="7"/>
                    </a:moveTo>
                    <a:cubicBezTo>
                      <a:pt x="3" y="18"/>
                      <a:pt x="13" y="23"/>
                      <a:pt x="18" y="33"/>
                    </a:cubicBezTo>
                    <a:cubicBezTo>
                      <a:pt x="17" y="22"/>
                      <a:pt x="17" y="11"/>
                      <a:pt x="16" y="0"/>
                    </a:cubicBezTo>
                    <a:cubicBezTo>
                      <a:pt x="14" y="4"/>
                      <a:pt x="14" y="10"/>
                      <a:pt x="13" y="15"/>
                    </a:cubicBezTo>
                    <a:cubicBezTo>
                      <a:pt x="12" y="14"/>
                      <a:pt x="10" y="14"/>
                      <a:pt x="9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11" name="Freeform 1025">
                <a:extLst>
                  <a:ext uri="{FF2B5EF4-FFF2-40B4-BE49-F238E27FC236}">
                    <a16:creationId xmlns:a16="http://schemas.microsoft.com/office/drawing/2014/main" id="{58658F51-5D0D-4B43-8028-F2C7AAEF9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279"/>
                <a:ext cx="28" cy="57"/>
              </a:xfrm>
              <a:custGeom>
                <a:avLst/>
                <a:gdLst>
                  <a:gd name="T0" fmla="*/ 0 w 17"/>
                  <a:gd name="T1" fmla="*/ 175 h 32"/>
                  <a:gd name="T2" fmla="*/ 71 w 17"/>
                  <a:gd name="T3" fmla="*/ 0 h 32"/>
                  <a:gd name="T4" fmla="*/ 76 w 17"/>
                  <a:gd name="T5" fmla="*/ 182 h 32"/>
                  <a:gd name="T6" fmla="*/ 41 w 17"/>
                  <a:gd name="T7" fmla="*/ 109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0" y="31"/>
                    </a:moveTo>
                    <a:cubicBezTo>
                      <a:pt x="2" y="19"/>
                      <a:pt x="8" y="8"/>
                      <a:pt x="16" y="0"/>
                    </a:cubicBezTo>
                    <a:cubicBezTo>
                      <a:pt x="12" y="11"/>
                      <a:pt x="14" y="21"/>
                      <a:pt x="17" y="32"/>
                    </a:cubicBezTo>
                    <a:cubicBezTo>
                      <a:pt x="14" y="28"/>
                      <a:pt x="13" y="18"/>
                      <a:pt x="9" y="1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12" name="Freeform 1026">
                <a:extLst>
                  <a:ext uri="{FF2B5EF4-FFF2-40B4-BE49-F238E27FC236}">
                    <a16:creationId xmlns:a16="http://schemas.microsoft.com/office/drawing/2014/main" id="{AF64747A-07DB-4DD4-8D43-7F18DFBD7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277"/>
                <a:ext cx="22" cy="43"/>
              </a:xfrm>
              <a:custGeom>
                <a:avLst/>
                <a:gdLst>
                  <a:gd name="T0" fmla="*/ 5 w 13"/>
                  <a:gd name="T1" fmla="*/ 0 h 24"/>
                  <a:gd name="T2" fmla="*/ 20 w 13"/>
                  <a:gd name="T3" fmla="*/ 138 h 24"/>
                  <a:gd name="T4" fmla="*/ 63 w 13"/>
                  <a:gd name="T5" fmla="*/ 65 h 24"/>
                  <a:gd name="T6" fmla="*/ 24 w 13"/>
                  <a:gd name="T7" fmla="*/ 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3" y="8"/>
                      <a:pt x="0" y="16"/>
                      <a:pt x="4" y="24"/>
                    </a:cubicBezTo>
                    <a:cubicBezTo>
                      <a:pt x="6" y="19"/>
                      <a:pt x="4" y="7"/>
                      <a:pt x="13" y="11"/>
                    </a:cubicBezTo>
                    <a:cubicBezTo>
                      <a:pt x="10" y="8"/>
                      <a:pt x="7" y="5"/>
                      <a:pt x="5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13" name="Freeform 1027">
                <a:extLst>
                  <a:ext uri="{FF2B5EF4-FFF2-40B4-BE49-F238E27FC236}">
                    <a16:creationId xmlns:a16="http://schemas.microsoft.com/office/drawing/2014/main" id="{80E6E047-97EE-428B-B0A9-9F55AB871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3377"/>
                <a:ext cx="35" cy="119"/>
              </a:xfrm>
              <a:custGeom>
                <a:avLst/>
                <a:gdLst>
                  <a:gd name="T0" fmla="*/ 0 w 21"/>
                  <a:gd name="T1" fmla="*/ 186 h 67"/>
                  <a:gd name="T2" fmla="*/ 55 w 21"/>
                  <a:gd name="T3" fmla="*/ 297 h 67"/>
                  <a:gd name="T4" fmla="*/ 97 w 21"/>
                  <a:gd name="T5" fmla="*/ 375 h 67"/>
                  <a:gd name="T6" fmla="*/ 33 w 21"/>
                  <a:gd name="T7" fmla="*/ 0 h 67"/>
                  <a:gd name="T8" fmla="*/ 33 w 21"/>
                  <a:gd name="T9" fmla="*/ 19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7">
                    <a:moveTo>
                      <a:pt x="0" y="33"/>
                    </a:moveTo>
                    <a:cubicBezTo>
                      <a:pt x="2" y="39"/>
                      <a:pt x="9" y="46"/>
                      <a:pt x="12" y="53"/>
                    </a:cubicBezTo>
                    <a:cubicBezTo>
                      <a:pt x="15" y="57"/>
                      <a:pt x="17" y="63"/>
                      <a:pt x="21" y="67"/>
                    </a:cubicBezTo>
                    <a:cubicBezTo>
                      <a:pt x="14" y="47"/>
                      <a:pt x="18" y="19"/>
                      <a:pt x="7" y="0"/>
                    </a:cubicBezTo>
                    <a:cubicBezTo>
                      <a:pt x="9" y="10"/>
                      <a:pt x="14" y="25"/>
                      <a:pt x="7" y="3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14" name="Freeform 1028">
                <a:extLst>
                  <a:ext uri="{FF2B5EF4-FFF2-40B4-BE49-F238E27FC236}">
                    <a16:creationId xmlns:a16="http://schemas.microsoft.com/office/drawing/2014/main" id="{E8DFA3C5-B15F-47DA-90B4-88384A21F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3455"/>
                <a:ext cx="36" cy="101"/>
              </a:xfrm>
              <a:custGeom>
                <a:avLst/>
                <a:gdLst>
                  <a:gd name="T0" fmla="*/ 5 w 21"/>
                  <a:gd name="T1" fmla="*/ 101 h 57"/>
                  <a:gd name="T2" fmla="*/ 9 w 21"/>
                  <a:gd name="T3" fmla="*/ 317 h 57"/>
                  <a:gd name="T4" fmla="*/ 62 w 21"/>
                  <a:gd name="T5" fmla="*/ 167 h 57"/>
                  <a:gd name="T6" fmla="*/ 106 w 21"/>
                  <a:gd name="T7" fmla="*/ 0 h 57"/>
                  <a:gd name="T8" fmla="*/ 15 w 21"/>
                  <a:gd name="T9" fmla="*/ 12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7">
                    <a:moveTo>
                      <a:pt x="1" y="18"/>
                    </a:moveTo>
                    <a:cubicBezTo>
                      <a:pt x="0" y="31"/>
                      <a:pt x="5" y="45"/>
                      <a:pt x="2" y="57"/>
                    </a:cubicBezTo>
                    <a:cubicBezTo>
                      <a:pt x="7" y="52"/>
                      <a:pt x="9" y="37"/>
                      <a:pt x="12" y="30"/>
                    </a:cubicBezTo>
                    <a:cubicBezTo>
                      <a:pt x="17" y="20"/>
                      <a:pt x="19" y="11"/>
                      <a:pt x="21" y="0"/>
                    </a:cubicBezTo>
                    <a:cubicBezTo>
                      <a:pt x="19" y="6"/>
                      <a:pt x="13" y="29"/>
                      <a:pt x="3" y="2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15" name="Freeform 1029">
                <a:extLst>
                  <a:ext uri="{FF2B5EF4-FFF2-40B4-BE49-F238E27FC236}">
                    <a16:creationId xmlns:a16="http://schemas.microsoft.com/office/drawing/2014/main" id="{9CA62258-2AB9-4B67-AC61-40844F0D8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3462"/>
                <a:ext cx="65" cy="82"/>
              </a:xfrm>
              <a:custGeom>
                <a:avLst/>
                <a:gdLst>
                  <a:gd name="T0" fmla="*/ 62 w 39"/>
                  <a:gd name="T1" fmla="*/ 7 h 46"/>
                  <a:gd name="T2" fmla="*/ 37 w 39"/>
                  <a:gd name="T3" fmla="*/ 260 h 46"/>
                  <a:gd name="T4" fmla="*/ 78 w 39"/>
                  <a:gd name="T5" fmla="*/ 146 h 46"/>
                  <a:gd name="T6" fmla="*/ 180 w 39"/>
                  <a:gd name="T7" fmla="*/ 203 h 46"/>
                  <a:gd name="T8" fmla="*/ 103 w 39"/>
                  <a:gd name="T9" fmla="*/ 80 h 46"/>
                  <a:gd name="T10" fmla="*/ 78 w 3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46">
                    <a:moveTo>
                      <a:pt x="13" y="1"/>
                    </a:moveTo>
                    <a:cubicBezTo>
                      <a:pt x="16" y="16"/>
                      <a:pt x="0" y="32"/>
                      <a:pt x="8" y="46"/>
                    </a:cubicBezTo>
                    <a:cubicBezTo>
                      <a:pt x="9" y="38"/>
                      <a:pt x="7" y="26"/>
                      <a:pt x="17" y="26"/>
                    </a:cubicBezTo>
                    <a:cubicBezTo>
                      <a:pt x="24" y="25"/>
                      <a:pt x="34" y="33"/>
                      <a:pt x="39" y="36"/>
                    </a:cubicBezTo>
                    <a:cubicBezTo>
                      <a:pt x="33" y="29"/>
                      <a:pt x="28" y="21"/>
                      <a:pt x="22" y="14"/>
                    </a:cubicBezTo>
                    <a:cubicBezTo>
                      <a:pt x="19" y="10"/>
                      <a:pt x="16" y="6"/>
                      <a:pt x="17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16" name="Freeform 1030">
                <a:extLst>
                  <a:ext uri="{FF2B5EF4-FFF2-40B4-BE49-F238E27FC236}">
                    <a16:creationId xmlns:a16="http://schemas.microsoft.com/office/drawing/2014/main" id="{B39526F3-3625-4B61-9E84-664A3D3B1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318"/>
                <a:ext cx="29" cy="60"/>
              </a:xfrm>
              <a:custGeom>
                <a:avLst/>
                <a:gdLst>
                  <a:gd name="T0" fmla="*/ 0 w 17"/>
                  <a:gd name="T1" fmla="*/ 187 h 34"/>
                  <a:gd name="T2" fmla="*/ 58 w 17"/>
                  <a:gd name="T3" fmla="*/ 0 h 34"/>
                  <a:gd name="T4" fmla="*/ 84 w 17"/>
                  <a:gd name="T5" fmla="*/ 143 h 34"/>
                  <a:gd name="T6" fmla="*/ 49 w 17"/>
                  <a:gd name="T7" fmla="*/ 99 h 34"/>
                  <a:gd name="T8" fmla="*/ 41 w 17"/>
                  <a:gd name="T9" fmla="*/ 10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4">
                    <a:moveTo>
                      <a:pt x="0" y="34"/>
                    </a:moveTo>
                    <a:cubicBezTo>
                      <a:pt x="1" y="25"/>
                      <a:pt x="4" y="6"/>
                      <a:pt x="12" y="0"/>
                    </a:cubicBezTo>
                    <a:cubicBezTo>
                      <a:pt x="14" y="9"/>
                      <a:pt x="14" y="17"/>
                      <a:pt x="17" y="26"/>
                    </a:cubicBezTo>
                    <a:cubicBezTo>
                      <a:pt x="14" y="23"/>
                      <a:pt x="12" y="20"/>
                      <a:pt x="10" y="18"/>
                    </a:cubicBezTo>
                    <a:cubicBezTo>
                      <a:pt x="9" y="18"/>
                      <a:pt x="8" y="19"/>
                      <a:pt x="8" y="2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17" name="Freeform 1031">
                <a:extLst>
                  <a:ext uri="{FF2B5EF4-FFF2-40B4-BE49-F238E27FC236}">
                    <a16:creationId xmlns:a16="http://schemas.microsoft.com/office/drawing/2014/main" id="{1922DF20-80B7-409F-A10D-CE73B93E9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336"/>
                <a:ext cx="43" cy="65"/>
              </a:xfrm>
              <a:custGeom>
                <a:avLst/>
                <a:gdLst>
                  <a:gd name="T0" fmla="*/ 0 w 26"/>
                  <a:gd name="T1" fmla="*/ 200 h 37"/>
                  <a:gd name="T2" fmla="*/ 28 w 26"/>
                  <a:gd name="T3" fmla="*/ 0 h 37"/>
                  <a:gd name="T4" fmla="*/ 117 w 26"/>
                  <a:gd name="T5" fmla="*/ 172 h 37"/>
                  <a:gd name="T6" fmla="*/ 22 w 26"/>
                  <a:gd name="T7" fmla="*/ 12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7">
                    <a:moveTo>
                      <a:pt x="0" y="37"/>
                    </a:moveTo>
                    <a:cubicBezTo>
                      <a:pt x="3" y="29"/>
                      <a:pt x="8" y="9"/>
                      <a:pt x="6" y="0"/>
                    </a:cubicBezTo>
                    <a:cubicBezTo>
                      <a:pt x="13" y="2"/>
                      <a:pt x="24" y="25"/>
                      <a:pt x="26" y="32"/>
                    </a:cubicBezTo>
                    <a:cubicBezTo>
                      <a:pt x="23" y="29"/>
                      <a:pt x="5" y="6"/>
                      <a:pt x="5" y="2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18" name="Freeform 1032">
                <a:extLst>
                  <a:ext uri="{FF2B5EF4-FFF2-40B4-BE49-F238E27FC236}">
                    <a16:creationId xmlns:a16="http://schemas.microsoft.com/office/drawing/2014/main" id="{C348081E-0086-4DD1-B6E2-F2D1786CC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3462"/>
                <a:ext cx="45" cy="132"/>
              </a:xfrm>
              <a:custGeom>
                <a:avLst/>
                <a:gdLst>
                  <a:gd name="T0" fmla="*/ 0 w 27"/>
                  <a:gd name="T1" fmla="*/ 96 h 74"/>
                  <a:gd name="T2" fmla="*/ 75 w 27"/>
                  <a:gd name="T3" fmla="*/ 268 h 74"/>
                  <a:gd name="T4" fmla="*/ 103 w 27"/>
                  <a:gd name="T5" fmla="*/ 419 h 74"/>
                  <a:gd name="T6" fmla="*/ 112 w 27"/>
                  <a:gd name="T7" fmla="*/ 223 h 74"/>
                  <a:gd name="T8" fmla="*/ 97 w 27"/>
                  <a:gd name="T9" fmla="*/ 0 h 74"/>
                  <a:gd name="T10" fmla="*/ 55 w 27"/>
                  <a:gd name="T11" fmla="*/ 171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74">
                    <a:moveTo>
                      <a:pt x="0" y="17"/>
                    </a:moveTo>
                    <a:cubicBezTo>
                      <a:pt x="8" y="24"/>
                      <a:pt x="11" y="37"/>
                      <a:pt x="16" y="47"/>
                    </a:cubicBezTo>
                    <a:cubicBezTo>
                      <a:pt x="21" y="56"/>
                      <a:pt x="21" y="64"/>
                      <a:pt x="22" y="74"/>
                    </a:cubicBezTo>
                    <a:cubicBezTo>
                      <a:pt x="27" y="65"/>
                      <a:pt x="24" y="50"/>
                      <a:pt x="24" y="39"/>
                    </a:cubicBezTo>
                    <a:cubicBezTo>
                      <a:pt x="23" y="27"/>
                      <a:pt x="26" y="11"/>
                      <a:pt x="21" y="0"/>
                    </a:cubicBezTo>
                    <a:cubicBezTo>
                      <a:pt x="20" y="7"/>
                      <a:pt x="25" y="33"/>
                      <a:pt x="12" y="3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19" name="Freeform 1033">
                <a:extLst>
                  <a:ext uri="{FF2B5EF4-FFF2-40B4-BE49-F238E27FC236}">
                    <a16:creationId xmlns:a16="http://schemas.microsoft.com/office/drawing/2014/main" id="{FB30FB0C-7355-49A1-8CD1-F5B47AD8A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602"/>
                <a:ext cx="30" cy="45"/>
              </a:xfrm>
              <a:custGeom>
                <a:avLst/>
                <a:gdLst>
                  <a:gd name="T0" fmla="*/ 0 w 18"/>
                  <a:gd name="T1" fmla="*/ 36 h 25"/>
                  <a:gd name="T2" fmla="*/ 55 w 18"/>
                  <a:gd name="T3" fmla="*/ 146 h 25"/>
                  <a:gd name="T4" fmla="*/ 78 w 18"/>
                  <a:gd name="T5" fmla="*/ 0 h 25"/>
                  <a:gd name="T6" fmla="*/ 42 w 18"/>
                  <a:gd name="T7" fmla="*/ 7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5">
                    <a:moveTo>
                      <a:pt x="0" y="6"/>
                    </a:moveTo>
                    <a:cubicBezTo>
                      <a:pt x="2" y="10"/>
                      <a:pt x="7" y="25"/>
                      <a:pt x="12" y="25"/>
                    </a:cubicBezTo>
                    <a:cubicBezTo>
                      <a:pt x="18" y="25"/>
                      <a:pt x="17" y="3"/>
                      <a:pt x="17" y="0"/>
                    </a:cubicBezTo>
                    <a:cubicBezTo>
                      <a:pt x="16" y="5"/>
                      <a:pt x="16" y="13"/>
                      <a:pt x="9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20" name="Freeform 1034">
                <a:extLst>
                  <a:ext uri="{FF2B5EF4-FFF2-40B4-BE49-F238E27FC236}">
                    <a16:creationId xmlns:a16="http://schemas.microsoft.com/office/drawing/2014/main" id="{51CD215E-347D-4662-A6AE-679B1CC1B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3458"/>
                <a:ext cx="22" cy="45"/>
              </a:xfrm>
              <a:custGeom>
                <a:avLst/>
                <a:gdLst>
                  <a:gd name="T0" fmla="*/ 0 w 13"/>
                  <a:gd name="T1" fmla="*/ 0 h 25"/>
                  <a:gd name="T2" fmla="*/ 24 w 13"/>
                  <a:gd name="T3" fmla="*/ 146 h 25"/>
                  <a:gd name="T4" fmla="*/ 63 w 13"/>
                  <a:gd name="T5" fmla="*/ 88 h 25"/>
                  <a:gd name="T6" fmla="*/ 29 w 13"/>
                  <a:gd name="T7" fmla="*/ 1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5">
                    <a:moveTo>
                      <a:pt x="0" y="0"/>
                    </a:moveTo>
                    <a:cubicBezTo>
                      <a:pt x="2" y="8"/>
                      <a:pt x="1" y="17"/>
                      <a:pt x="5" y="25"/>
                    </a:cubicBezTo>
                    <a:cubicBezTo>
                      <a:pt x="6" y="19"/>
                      <a:pt x="6" y="13"/>
                      <a:pt x="13" y="15"/>
                    </a:cubicBezTo>
                    <a:cubicBezTo>
                      <a:pt x="11" y="11"/>
                      <a:pt x="8" y="7"/>
                      <a:pt x="6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21" name="Freeform 1035">
                <a:extLst>
                  <a:ext uri="{FF2B5EF4-FFF2-40B4-BE49-F238E27FC236}">
                    <a16:creationId xmlns:a16="http://schemas.microsoft.com/office/drawing/2014/main" id="{D67FB99B-FE85-4748-BCC4-F862B17B8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348"/>
                <a:ext cx="30" cy="80"/>
              </a:xfrm>
              <a:custGeom>
                <a:avLst/>
                <a:gdLst>
                  <a:gd name="T0" fmla="*/ 0 w 18"/>
                  <a:gd name="T1" fmla="*/ 123 h 45"/>
                  <a:gd name="T2" fmla="*/ 42 w 18"/>
                  <a:gd name="T3" fmla="*/ 252 h 45"/>
                  <a:gd name="T4" fmla="*/ 50 w 18"/>
                  <a:gd name="T5" fmla="*/ 139 h 45"/>
                  <a:gd name="T6" fmla="*/ 75 w 18"/>
                  <a:gd name="T7" fmla="*/ 0 h 45"/>
                  <a:gd name="T8" fmla="*/ 13 w 18"/>
                  <a:gd name="T9" fmla="*/ 13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5">
                    <a:moveTo>
                      <a:pt x="0" y="22"/>
                    </a:moveTo>
                    <a:cubicBezTo>
                      <a:pt x="2" y="27"/>
                      <a:pt x="5" y="43"/>
                      <a:pt x="9" y="45"/>
                    </a:cubicBezTo>
                    <a:cubicBezTo>
                      <a:pt x="9" y="38"/>
                      <a:pt x="10" y="32"/>
                      <a:pt x="11" y="25"/>
                    </a:cubicBezTo>
                    <a:cubicBezTo>
                      <a:pt x="13" y="17"/>
                      <a:pt x="18" y="9"/>
                      <a:pt x="16" y="0"/>
                    </a:cubicBezTo>
                    <a:cubicBezTo>
                      <a:pt x="13" y="5"/>
                      <a:pt x="13" y="29"/>
                      <a:pt x="3" y="2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22" name="Freeform 1036">
                <a:extLst>
                  <a:ext uri="{FF2B5EF4-FFF2-40B4-BE49-F238E27FC236}">
                    <a16:creationId xmlns:a16="http://schemas.microsoft.com/office/drawing/2014/main" id="{308D07DD-7AB6-4EF5-A90E-EAFAD2898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236"/>
                <a:ext cx="28" cy="48"/>
              </a:xfrm>
              <a:custGeom>
                <a:avLst/>
                <a:gdLst>
                  <a:gd name="T0" fmla="*/ 0 w 17"/>
                  <a:gd name="T1" fmla="*/ 151 h 27"/>
                  <a:gd name="T2" fmla="*/ 35 w 17"/>
                  <a:gd name="T3" fmla="*/ 0 h 27"/>
                  <a:gd name="T4" fmla="*/ 76 w 17"/>
                  <a:gd name="T5" fmla="*/ 123 h 27"/>
                  <a:gd name="T6" fmla="*/ 33 w 17"/>
                  <a:gd name="T7" fmla="*/ 8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7">
                    <a:moveTo>
                      <a:pt x="0" y="27"/>
                    </a:moveTo>
                    <a:cubicBezTo>
                      <a:pt x="4" y="18"/>
                      <a:pt x="7" y="10"/>
                      <a:pt x="8" y="0"/>
                    </a:cubicBezTo>
                    <a:cubicBezTo>
                      <a:pt x="12" y="6"/>
                      <a:pt x="16" y="14"/>
                      <a:pt x="17" y="22"/>
                    </a:cubicBezTo>
                    <a:cubicBezTo>
                      <a:pt x="14" y="19"/>
                      <a:pt x="11" y="16"/>
                      <a:pt x="7" y="1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23" name="Freeform 1037">
                <a:extLst>
                  <a:ext uri="{FF2B5EF4-FFF2-40B4-BE49-F238E27FC236}">
                    <a16:creationId xmlns:a16="http://schemas.microsoft.com/office/drawing/2014/main" id="{5C1D0426-8789-4349-9758-736978095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234"/>
                <a:ext cx="35" cy="84"/>
              </a:xfrm>
              <a:custGeom>
                <a:avLst/>
                <a:gdLst>
                  <a:gd name="T0" fmla="*/ 0 w 21"/>
                  <a:gd name="T1" fmla="*/ 45 h 47"/>
                  <a:gd name="T2" fmla="*/ 47 w 21"/>
                  <a:gd name="T3" fmla="*/ 268 h 47"/>
                  <a:gd name="T4" fmla="*/ 97 w 21"/>
                  <a:gd name="T5" fmla="*/ 0 h 47"/>
                  <a:gd name="T6" fmla="*/ 50 w 21"/>
                  <a:gd name="T7" fmla="*/ 182 h 47"/>
                  <a:gd name="T8" fmla="*/ 37 w 21"/>
                  <a:gd name="T9" fmla="*/ 16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7">
                    <a:moveTo>
                      <a:pt x="0" y="8"/>
                    </a:moveTo>
                    <a:cubicBezTo>
                      <a:pt x="3" y="20"/>
                      <a:pt x="4" y="36"/>
                      <a:pt x="10" y="47"/>
                    </a:cubicBezTo>
                    <a:cubicBezTo>
                      <a:pt x="20" y="34"/>
                      <a:pt x="20" y="16"/>
                      <a:pt x="21" y="0"/>
                    </a:cubicBezTo>
                    <a:cubicBezTo>
                      <a:pt x="19" y="11"/>
                      <a:pt x="18" y="23"/>
                      <a:pt x="11" y="32"/>
                    </a:cubicBezTo>
                    <a:cubicBezTo>
                      <a:pt x="10" y="30"/>
                      <a:pt x="9" y="29"/>
                      <a:pt x="8" y="2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24" name="Freeform 1038">
                <a:extLst>
                  <a:ext uri="{FF2B5EF4-FFF2-40B4-BE49-F238E27FC236}">
                    <a16:creationId xmlns:a16="http://schemas.microsoft.com/office/drawing/2014/main" id="{81EF8595-49CD-4AD0-8327-A1FED23C6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3229"/>
                <a:ext cx="46" cy="80"/>
              </a:xfrm>
              <a:custGeom>
                <a:avLst/>
                <a:gdLst>
                  <a:gd name="T0" fmla="*/ 0 w 27"/>
                  <a:gd name="T1" fmla="*/ 0 h 45"/>
                  <a:gd name="T2" fmla="*/ 58 w 27"/>
                  <a:gd name="T3" fmla="*/ 252 h 45"/>
                  <a:gd name="T4" fmla="*/ 104 w 27"/>
                  <a:gd name="T5" fmla="*/ 151 h 45"/>
                  <a:gd name="T6" fmla="*/ 133 w 27"/>
                  <a:gd name="T7" fmla="*/ 89 h 45"/>
                  <a:gd name="T8" fmla="*/ 34 w 27"/>
                  <a:gd name="T9" fmla="*/ 66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5">
                    <a:moveTo>
                      <a:pt x="0" y="0"/>
                    </a:moveTo>
                    <a:cubicBezTo>
                      <a:pt x="5" y="14"/>
                      <a:pt x="7" y="30"/>
                      <a:pt x="12" y="45"/>
                    </a:cubicBezTo>
                    <a:cubicBezTo>
                      <a:pt x="14" y="37"/>
                      <a:pt x="16" y="33"/>
                      <a:pt x="21" y="27"/>
                    </a:cubicBezTo>
                    <a:cubicBezTo>
                      <a:pt x="24" y="23"/>
                      <a:pt x="27" y="20"/>
                      <a:pt x="27" y="16"/>
                    </a:cubicBezTo>
                    <a:cubicBezTo>
                      <a:pt x="19" y="22"/>
                      <a:pt x="11" y="22"/>
                      <a:pt x="7" y="1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25" name="Freeform 1039">
                <a:extLst>
                  <a:ext uri="{FF2B5EF4-FFF2-40B4-BE49-F238E27FC236}">
                    <a16:creationId xmlns:a16="http://schemas.microsoft.com/office/drawing/2014/main" id="{9EADD5D3-B9ED-4395-AF18-C765DCB99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3204"/>
                <a:ext cx="25" cy="82"/>
              </a:xfrm>
              <a:custGeom>
                <a:avLst/>
                <a:gdLst>
                  <a:gd name="T0" fmla="*/ 0 w 15"/>
                  <a:gd name="T1" fmla="*/ 64 h 46"/>
                  <a:gd name="T2" fmla="*/ 70 w 15"/>
                  <a:gd name="T3" fmla="*/ 260 h 46"/>
                  <a:gd name="T4" fmla="*/ 42 w 15"/>
                  <a:gd name="T5" fmla="*/ 0 h 46"/>
                  <a:gd name="T6" fmla="*/ 33 w 15"/>
                  <a:gd name="T7" fmla="*/ 86 h 46"/>
                  <a:gd name="T8" fmla="*/ 13 w 15"/>
                  <a:gd name="T9" fmla="*/ 6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6">
                    <a:moveTo>
                      <a:pt x="0" y="11"/>
                    </a:moveTo>
                    <a:cubicBezTo>
                      <a:pt x="4" y="23"/>
                      <a:pt x="8" y="35"/>
                      <a:pt x="15" y="46"/>
                    </a:cubicBezTo>
                    <a:cubicBezTo>
                      <a:pt x="12" y="31"/>
                      <a:pt x="12" y="15"/>
                      <a:pt x="9" y="0"/>
                    </a:cubicBezTo>
                    <a:cubicBezTo>
                      <a:pt x="9" y="5"/>
                      <a:pt x="10" y="11"/>
                      <a:pt x="7" y="15"/>
                    </a:cubicBezTo>
                    <a:cubicBezTo>
                      <a:pt x="6" y="13"/>
                      <a:pt x="4" y="13"/>
                      <a:pt x="3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26" name="Freeform 1040">
                <a:extLst>
                  <a:ext uri="{FF2B5EF4-FFF2-40B4-BE49-F238E27FC236}">
                    <a16:creationId xmlns:a16="http://schemas.microsoft.com/office/drawing/2014/main" id="{33DF49EE-4F21-485B-8D08-7312905B6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889"/>
                <a:ext cx="60" cy="109"/>
              </a:xfrm>
              <a:custGeom>
                <a:avLst/>
                <a:gdLst>
                  <a:gd name="T0" fmla="*/ 5 w 36"/>
                  <a:gd name="T1" fmla="*/ 143 h 61"/>
                  <a:gd name="T2" fmla="*/ 37 w 36"/>
                  <a:gd name="T3" fmla="*/ 348 h 61"/>
                  <a:gd name="T4" fmla="*/ 97 w 36"/>
                  <a:gd name="T5" fmla="*/ 256 h 61"/>
                  <a:gd name="T6" fmla="*/ 145 w 36"/>
                  <a:gd name="T7" fmla="*/ 0 h 61"/>
                  <a:gd name="T8" fmla="*/ 22 w 36"/>
                  <a:gd name="T9" fmla="*/ 18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1">
                    <a:moveTo>
                      <a:pt x="1" y="25"/>
                    </a:moveTo>
                    <a:cubicBezTo>
                      <a:pt x="0" y="37"/>
                      <a:pt x="3" y="50"/>
                      <a:pt x="8" y="61"/>
                    </a:cubicBezTo>
                    <a:cubicBezTo>
                      <a:pt x="10" y="61"/>
                      <a:pt x="19" y="48"/>
                      <a:pt x="21" y="45"/>
                    </a:cubicBezTo>
                    <a:cubicBezTo>
                      <a:pt x="30" y="33"/>
                      <a:pt x="36" y="14"/>
                      <a:pt x="31" y="0"/>
                    </a:cubicBezTo>
                    <a:cubicBezTo>
                      <a:pt x="28" y="11"/>
                      <a:pt x="25" y="45"/>
                      <a:pt x="5" y="3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27" name="Freeform 1041">
                <a:extLst>
                  <a:ext uri="{FF2B5EF4-FFF2-40B4-BE49-F238E27FC236}">
                    <a16:creationId xmlns:a16="http://schemas.microsoft.com/office/drawing/2014/main" id="{BF4CB583-18FB-4DF0-AF78-BCF7F7A76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3085"/>
                <a:ext cx="32" cy="69"/>
              </a:xfrm>
              <a:custGeom>
                <a:avLst/>
                <a:gdLst>
                  <a:gd name="T0" fmla="*/ 20 w 19"/>
                  <a:gd name="T1" fmla="*/ 0 h 39"/>
                  <a:gd name="T2" fmla="*/ 0 w 19"/>
                  <a:gd name="T3" fmla="*/ 216 h 39"/>
                  <a:gd name="T4" fmla="*/ 91 w 19"/>
                  <a:gd name="T5" fmla="*/ 12 h 39"/>
                  <a:gd name="T6" fmla="*/ 34 w 19"/>
                  <a:gd name="T7" fmla="*/ 7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4" y="0"/>
                    </a:moveTo>
                    <a:cubicBezTo>
                      <a:pt x="4" y="13"/>
                      <a:pt x="1" y="26"/>
                      <a:pt x="0" y="39"/>
                    </a:cubicBezTo>
                    <a:cubicBezTo>
                      <a:pt x="9" y="32"/>
                      <a:pt x="18" y="13"/>
                      <a:pt x="19" y="2"/>
                    </a:cubicBezTo>
                    <a:cubicBezTo>
                      <a:pt x="18" y="6"/>
                      <a:pt x="11" y="21"/>
                      <a:pt x="7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28" name="Freeform 1042">
                <a:extLst>
                  <a:ext uri="{FF2B5EF4-FFF2-40B4-BE49-F238E27FC236}">
                    <a16:creationId xmlns:a16="http://schemas.microsoft.com/office/drawing/2014/main" id="{7098FB59-1E65-4CF1-9A1B-B9721DFFF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3035"/>
                <a:ext cx="42" cy="82"/>
              </a:xfrm>
              <a:custGeom>
                <a:avLst/>
                <a:gdLst>
                  <a:gd name="T0" fmla="*/ 0 w 25"/>
                  <a:gd name="T1" fmla="*/ 73 h 46"/>
                  <a:gd name="T2" fmla="*/ 96 w 25"/>
                  <a:gd name="T3" fmla="*/ 260 h 46"/>
                  <a:gd name="T4" fmla="*/ 96 w 25"/>
                  <a:gd name="T5" fmla="*/ 0 h 46"/>
                  <a:gd name="T6" fmla="*/ 20 w 25"/>
                  <a:gd name="T7" fmla="*/ 94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6">
                    <a:moveTo>
                      <a:pt x="0" y="13"/>
                    </a:moveTo>
                    <a:cubicBezTo>
                      <a:pt x="0" y="24"/>
                      <a:pt x="10" y="42"/>
                      <a:pt x="20" y="46"/>
                    </a:cubicBezTo>
                    <a:cubicBezTo>
                      <a:pt x="10" y="32"/>
                      <a:pt x="25" y="13"/>
                      <a:pt x="20" y="0"/>
                    </a:cubicBezTo>
                    <a:cubicBezTo>
                      <a:pt x="13" y="4"/>
                      <a:pt x="18" y="26"/>
                      <a:pt x="4" y="1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29" name="Freeform 1043">
                <a:extLst>
                  <a:ext uri="{FF2B5EF4-FFF2-40B4-BE49-F238E27FC236}">
                    <a16:creationId xmlns:a16="http://schemas.microsoft.com/office/drawing/2014/main" id="{B1A0E8BB-E4A8-4F69-94A8-610C936E2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3035"/>
                <a:ext cx="37" cy="82"/>
              </a:xfrm>
              <a:custGeom>
                <a:avLst/>
                <a:gdLst>
                  <a:gd name="T0" fmla="*/ 0 w 22"/>
                  <a:gd name="T1" fmla="*/ 36 h 46"/>
                  <a:gd name="T2" fmla="*/ 104 w 22"/>
                  <a:gd name="T3" fmla="*/ 260 h 46"/>
                  <a:gd name="T4" fmla="*/ 84 w 22"/>
                  <a:gd name="T5" fmla="*/ 143 h 46"/>
                  <a:gd name="T6" fmla="*/ 71 w 22"/>
                  <a:gd name="T7" fmla="*/ 0 h 46"/>
                  <a:gd name="T8" fmla="*/ 57 w 22"/>
                  <a:gd name="T9" fmla="*/ 102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6">
                    <a:moveTo>
                      <a:pt x="0" y="6"/>
                    </a:moveTo>
                    <a:cubicBezTo>
                      <a:pt x="6" y="20"/>
                      <a:pt x="15" y="33"/>
                      <a:pt x="22" y="46"/>
                    </a:cubicBezTo>
                    <a:cubicBezTo>
                      <a:pt x="22" y="39"/>
                      <a:pt x="19" y="32"/>
                      <a:pt x="18" y="25"/>
                    </a:cubicBezTo>
                    <a:cubicBezTo>
                      <a:pt x="17" y="17"/>
                      <a:pt x="18" y="8"/>
                      <a:pt x="15" y="0"/>
                    </a:cubicBezTo>
                    <a:cubicBezTo>
                      <a:pt x="16" y="6"/>
                      <a:pt x="20" y="17"/>
                      <a:pt x="12" y="1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30" name="Freeform 1044">
                <a:extLst>
                  <a:ext uri="{FF2B5EF4-FFF2-40B4-BE49-F238E27FC236}">
                    <a16:creationId xmlns:a16="http://schemas.microsoft.com/office/drawing/2014/main" id="{B5E1C67B-85AB-47D8-AFF5-B1C8DBB25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825"/>
                <a:ext cx="45" cy="80"/>
              </a:xfrm>
              <a:custGeom>
                <a:avLst/>
                <a:gdLst>
                  <a:gd name="T0" fmla="*/ 0 w 27"/>
                  <a:gd name="T1" fmla="*/ 7 h 45"/>
                  <a:gd name="T2" fmla="*/ 62 w 27"/>
                  <a:gd name="T3" fmla="*/ 158 h 45"/>
                  <a:gd name="T4" fmla="*/ 103 w 27"/>
                  <a:gd name="T5" fmla="*/ 252 h 45"/>
                  <a:gd name="T6" fmla="*/ 103 w 27"/>
                  <a:gd name="T7" fmla="*/ 0 h 45"/>
                  <a:gd name="T8" fmla="*/ 83 w 27"/>
                  <a:gd name="T9" fmla="*/ 135 h 45"/>
                  <a:gd name="T10" fmla="*/ 62 w 27"/>
                  <a:gd name="T11" fmla="*/ 114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5">
                    <a:moveTo>
                      <a:pt x="0" y="1"/>
                    </a:moveTo>
                    <a:cubicBezTo>
                      <a:pt x="5" y="10"/>
                      <a:pt x="7" y="20"/>
                      <a:pt x="13" y="28"/>
                    </a:cubicBezTo>
                    <a:cubicBezTo>
                      <a:pt x="16" y="34"/>
                      <a:pt x="19" y="39"/>
                      <a:pt x="22" y="45"/>
                    </a:cubicBezTo>
                    <a:cubicBezTo>
                      <a:pt x="27" y="31"/>
                      <a:pt x="22" y="14"/>
                      <a:pt x="22" y="0"/>
                    </a:cubicBezTo>
                    <a:cubicBezTo>
                      <a:pt x="22" y="8"/>
                      <a:pt x="24" y="17"/>
                      <a:pt x="18" y="24"/>
                    </a:cubicBezTo>
                    <a:cubicBezTo>
                      <a:pt x="17" y="23"/>
                      <a:pt x="14" y="21"/>
                      <a:pt x="13" y="2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31" name="Freeform 1045">
                <a:extLst>
                  <a:ext uri="{FF2B5EF4-FFF2-40B4-BE49-F238E27FC236}">
                    <a16:creationId xmlns:a16="http://schemas.microsoft.com/office/drawing/2014/main" id="{0111DC3E-80F7-4F67-97B4-EBCAC5647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709"/>
                <a:ext cx="18" cy="75"/>
              </a:xfrm>
              <a:custGeom>
                <a:avLst/>
                <a:gdLst>
                  <a:gd name="T0" fmla="*/ 0 w 11"/>
                  <a:gd name="T1" fmla="*/ 0 h 42"/>
                  <a:gd name="T2" fmla="*/ 8 w 11"/>
                  <a:gd name="T3" fmla="*/ 239 h 42"/>
                  <a:gd name="T4" fmla="*/ 47 w 11"/>
                  <a:gd name="T5" fmla="*/ 29 h 42"/>
                  <a:gd name="T6" fmla="*/ 26 w 11"/>
                  <a:gd name="T7" fmla="*/ 86 h 42"/>
                  <a:gd name="T8" fmla="*/ 21 w 11"/>
                  <a:gd name="T9" fmla="*/ 6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2">
                    <a:moveTo>
                      <a:pt x="0" y="0"/>
                    </a:moveTo>
                    <a:cubicBezTo>
                      <a:pt x="2" y="14"/>
                      <a:pt x="0" y="29"/>
                      <a:pt x="2" y="42"/>
                    </a:cubicBezTo>
                    <a:cubicBezTo>
                      <a:pt x="6" y="35"/>
                      <a:pt x="11" y="15"/>
                      <a:pt x="11" y="5"/>
                    </a:cubicBezTo>
                    <a:cubicBezTo>
                      <a:pt x="10" y="9"/>
                      <a:pt x="9" y="13"/>
                      <a:pt x="6" y="15"/>
                    </a:cubicBezTo>
                    <a:cubicBezTo>
                      <a:pt x="5" y="14"/>
                      <a:pt x="5" y="13"/>
                      <a:pt x="5" y="1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32" name="Freeform 1046">
                <a:extLst>
                  <a:ext uri="{FF2B5EF4-FFF2-40B4-BE49-F238E27FC236}">
                    <a16:creationId xmlns:a16="http://schemas.microsoft.com/office/drawing/2014/main" id="{CD7FC6E7-3697-41F5-825B-5A3CECE0B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759"/>
                <a:ext cx="32" cy="57"/>
              </a:xfrm>
              <a:custGeom>
                <a:avLst/>
                <a:gdLst>
                  <a:gd name="T0" fmla="*/ 0 w 19"/>
                  <a:gd name="T1" fmla="*/ 36 h 32"/>
                  <a:gd name="T2" fmla="*/ 76 w 19"/>
                  <a:gd name="T3" fmla="*/ 182 h 32"/>
                  <a:gd name="T4" fmla="*/ 83 w 19"/>
                  <a:gd name="T5" fmla="*/ 0 h 32"/>
                  <a:gd name="T6" fmla="*/ 34 w 19"/>
                  <a:gd name="T7" fmla="*/ 5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2">
                    <a:moveTo>
                      <a:pt x="0" y="6"/>
                    </a:moveTo>
                    <a:cubicBezTo>
                      <a:pt x="7" y="13"/>
                      <a:pt x="8" y="25"/>
                      <a:pt x="16" y="32"/>
                    </a:cubicBezTo>
                    <a:cubicBezTo>
                      <a:pt x="19" y="23"/>
                      <a:pt x="17" y="10"/>
                      <a:pt x="17" y="0"/>
                    </a:cubicBezTo>
                    <a:cubicBezTo>
                      <a:pt x="15" y="4"/>
                      <a:pt x="13" y="16"/>
                      <a:pt x="7" y="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33" name="Freeform 1047">
                <a:extLst>
                  <a:ext uri="{FF2B5EF4-FFF2-40B4-BE49-F238E27FC236}">
                    <a16:creationId xmlns:a16="http://schemas.microsoft.com/office/drawing/2014/main" id="{21C3E334-147F-40E2-9D20-EB990B6A4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948"/>
                <a:ext cx="35" cy="89"/>
              </a:xfrm>
              <a:custGeom>
                <a:avLst/>
                <a:gdLst>
                  <a:gd name="T0" fmla="*/ 5 w 21"/>
                  <a:gd name="T1" fmla="*/ 7 h 50"/>
                  <a:gd name="T2" fmla="*/ 37 w 21"/>
                  <a:gd name="T3" fmla="*/ 281 h 50"/>
                  <a:gd name="T4" fmla="*/ 97 w 21"/>
                  <a:gd name="T5" fmla="*/ 0 h 50"/>
                  <a:gd name="T6" fmla="*/ 42 w 21"/>
                  <a:gd name="T7" fmla="*/ 130 h 50"/>
                  <a:gd name="T8" fmla="*/ 5 w 21"/>
                  <a:gd name="T9" fmla="*/ 57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1" y="1"/>
                    </a:moveTo>
                    <a:cubicBezTo>
                      <a:pt x="0" y="18"/>
                      <a:pt x="0" y="34"/>
                      <a:pt x="8" y="50"/>
                    </a:cubicBezTo>
                    <a:cubicBezTo>
                      <a:pt x="9" y="33"/>
                      <a:pt x="17" y="17"/>
                      <a:pt x="21" y="0"/>
                    </a:cubicBezTo>
                    <a:cubicBezTo>
                      <a:pt x="18" y="5"/>
                      <a:pt x="14" y="21"/>
                      <a:pt x="9" y="23"/>
                    </a:cubicBezTo>
                    <a:cubicBezTo>
                      <a:pt x="2" y="25"/>
                      <a:pt x="3" y="16"/>
                      <a:pt x="1" y="1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34" name="Freeform 1048">
                <a:extLst>
                  <a:ext uri="{FF2B5EF4-FFF2-40B4-BE49-F238E27FC236}">
                    <a16:creationId xmlns:a16="http://schemas.microsoft.com/office/drawing/2014/main" id="{ACD7CE18-E870-453D-B832-F6E2C465E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3087"/>
                <a:ext cx="33" cy="128"/>
              </a:xfrm>
              <a:custGeom>
                <a:avLst/>
                <a:gdLst>
                  <a:gd name="T0" fmla="*/ 0 w 20"/>
                  <a:gd name="T1" fmla="*/ 73 h 72"/>
                  <a:gd name="T2" fmla="*/ 58 w 20"/>
                  <a:gd name="T3" fmla="*/ 405 h 72"/>
                  <a:gd name="T4" fmla="*/ 83 w 20"/>
                  <a:gd name="T5" fmla="*/ 252 h 72"/>
                  <a:gd name="T6" fmla="*/ 76 w 20"/>
                  <a:gd name="T7" fmla="*/ 0 h 72"/>
                  <a:gd name="T8" fmla="*/ 58 w 20"/>
                  <a:gd name="T9" fmla="*/ 16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2">
                    <a:moveTo>
                      <a:pt x="0" y="13"/>
                    </a:moveTo>
                    <a:cubicBezTo>
                      <a:pt x="12" y="30"/>
                      <a:pt x="12" y="56"/>
                      <a:pt x="13" y="72"/>
                    </a:cubicBezTo>
                    <a:cubicBezTo>
                      <a:pt x="19" y="64"/>
                      <a:pt x="17" y="55"/>
                      <a:pt x="18" y="45"/>
                    </a:cubicBezTo>
                    <a:cubicBezTo>
                      <a:pt x="18" y="31"/>
                      <a:pt x="20" y="14"/>
                      <a:pt x="17" y="0"/>
                    </a:cubicBezTo>
                    <a:cubicBezTo>
                      <a:pt x="17" y="9"/>
                      <a:pt x="20" y="22"/>
                      <a:pt x="13" y="2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35" name="Freeform 1049">
                <a:extLst>
                  <a:ext uri="{FF2B5EF4-FFF2-40B4-BE49-F238E27FC236}">
                    <a16:creationId xmlns:a16="http://schemas.microsoft.com/office/drawing/2014/main" id="{7C643191-0E9F-4955-A564-473741ADB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204"/>
                <a:ext cx="32" cy="60"/>
              </a:xfrm>
              <a:custGeom>
                <a:avLst/>
                <a:gdLst>
                  <a:gd name="T0" fmla="*/ 0 w 19"/>
                  <a:gd name="T1" fmla="*/ 7 h 34"/>
                  <a:gd name="T2" fmla="*/ 49 w 19"/>
                  <a:gd name="T3" fmla="*/ 187 h 34"/>
                  <a:gd name="T4" fmla="*/ 67 w 19"/>
                  <a:gd name="T5" fmla="*/ 0 h 34"/>
                  <a:gd name="T6" fmla="*/ 29 w 19"/>
                  <a:gd name="T7" fmla="*/ 9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4">
                    <a:moveTo>
                      <a:pt x="0" y="1"/>
                    </a:moveTo>
                    <a:cubicBezTo>
                      <a:pt x="1" y="10"/>
                      <a:pt x="1" y="29"/>
                      <a:pt x="10" y="34"/>
                    </a:cubicBezTo>
                    <a:cubicBezTo>
                      <a:pt x="11" y="22"/>
                      <a:pt x="19" y="11"/>
                      <a:pt x="14" y="0"/>
                    </a:cubicBezTo>
                    <a:cubicBezTo>
                      <a:pt x="14" y="3"/>
                      <a:pt x="11" y="25"/>
                      <a:pt x="6" y="1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36" name="Freeform 1050">
                <a:extLst>
                  <a:ext uri="{FF2B5EF4-FFF2-40B4-BE49-F238E27FC236}">
                    <a16:creationId xmlns:a16="http://schemas.microsoft.com/office/drawing/2014/main" id="{67A76906-30DD-4BA8-8147-704239569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3005"/>
                <a:ext cx="22" cy="90"/>
              </a:xfrm>
              <a:custGeom>
                <a:avLst/>
                <a:gdLst>
                  <a:gd name="T0" fmla="*/ 24 w 13"/>
                  <a:gd name="T1" fmla="*/ 0 h 51"/>
                  <a:gd name="T2" fmla="*/ 0 w 13"/>
                  <a:gd name="T3" fmla="*/ 138 h 51"/>
                  <a:gd name="T4" fmla="*/ 63 w 13"/>
                  <a:gd name="T5" fmla="*/ 281 h 51"/>
                  <a:gd name="T6" fmla="*/ 29 w 13"/>
                  <a:gd name="T7" fmla="*/ 34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1">
                    <a:moveTo>
                      <a:pt x="5" y="0"/>
                    </a:moveTo>
                    <a:cubicBezTo>
                      <a:pt x="3" y="8"/>
                      <a:pt x="0" y="17"/>
                      <a:pt x="0" y="25"/>
                    </a:cubicBezTo>
                    <a:cubicBezTo>
                      <a:pt x="0" y="36"/>
                      <a:pt x="7" y="43"/>
                      <a:pt x="13" y="51"/>
                    </a:cubicBezTo>
                    <a:cubicBezTo>
                      <a:pt x="7" y="41"/>
                      <a:pt x="3" y="17"/>
                      <a:pt x="6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37" name="Freeform 1051">
                <a:extLst>
                  <a:ext uri="{FF2B5EF4-FFF2-40B4-BE49-F238E27FC236}">
                    <a16:creationId xmlns:a16="http://schemas.microsoft.com/office/drawing/2014/main" id="{6E05332B-2FF0-4D5E-9B8A-1F9017B88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916"/>
                <a:ext cx="23" cy="58"/>
              </a:xfrm>
              <a:custGeom>
                <a:avLst/>
                <a:gdLst>
                  <a:gd name="T0" fmla="*/ 0 w 14"/>
                  <a:gd name="T1" fmla="*/ 179 h 33"/>
                  <a:gd name="T2" fmla="*/ 43 w 14"/>
                  <a:gd name="T3" fmla="*/ 0 h 33"/>
                  <a:gd name="T4" fmla="*/ 62 w 14"/>
                  <a:gd name="T5" fmla="*/ 172 h 33"/>
                  <a:gd name="T6" fmla="*/ 33 w 14"/>
                  <a:gd name="T7" fmla="*/ 114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3">
                    <a:moveTo>
                      <a:pt x="0" y="33"/>
                    </a:moveTo>
                    <a:cubicBezTo>
                      <a:pt x="3" y="22"/>
                      <a:pt x="6" y="11"/>
                      <a:pt x="10" y="0"/>
                    </a:cubicBezTo>
                    <a:cubicBezTo>
                      <a:pt x="9" y="10"/>
                      <a:pt x="12" y="23"/>
                      <a:pt x="14" y="32"/>
                    </a:cubicBezTo>
                    <a:cubicBezTo>
                      <a:pt x="14" y="28"/>
                      <a:pt x="10" y="23"/>
                      <a:pt x="7" y="2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38" name="Freeform 1052">
                <a:extLst>
                  <a:ext uri="{FF2B5EF4-FFF2-40B4-BE49-F238E27FC236}">
                    <a16:creationId xmlns:a16="http://schemas.microsoft.com/office/drawing/2014/main" id="{3B73211A-3154-4C64-9E4F-27EBC7B1A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818"/>
                <a:ext cx="14" cy="53"/>
              </a:xfrm>
              <a:custGeom>
                <a:avLst/>
                <a:gdLst>
                  <a:gd name="T0" fmla="*/ 7 w 8"/>
                  <a:gd name="T1" fmla="*/ 0 h 30"/>
                  <a:gd name="T2" fmla="*/ 16 w 8"/>
                  <a:gd name="T3" fmla="*/ 166 h 30"/>
                  <a:gd name="T4" fmla="*/ 44 w 8"/>
                  <a:gd name="T5" fmla="*/ 85 h 30"/>
                  <a:gd name="T6" fmla="*/ 37 w 8"/>
                  <a:gd name="T7" fmla="*/ 3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0">
                    <a:moveTo>
                      <a:pt x="1" y="0"/>
                    </a:moveTo>
                    <a:cubicBezTo>
                      <a:pt x="1" y="10"/>
                      <a:pt x="0" y="20"/>
                      <a:pt x="3" y="30"/>
                    </a:cubicBezTo>
                    <a:cubicBezTo>
                      <a:pt x="6" y="26"/>
                      <a:pt x="2" y="17"/>
                      <a:pt x="8" y="15"/>
                    </a:cubicBezTo>
                    <a:cubicBezTo>
                      <a:pt x="8" y="13"/>
                      <a:pt x="8" y="10"/>
                      <a:pt x="7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39" name="Freeform 1053">
                <a:extLst>
                  <a:ext uri="{FF2B5EF4-FFF2-40B4-BE49-F238E27FC236}">
                    <a16:creationId xmlns:a16="http://schemas.microsoft.com/office/drawing/2014/main" id="{739339BA-66BB-4B64-8A27-EB4241D53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781"/>
                <a:ext cx="25" cy="80"/>
              </a:xfrm>
              <a:custGeom>
                <a:avLst/>
                <a:gdLst>
                  <a:gd name="T0" fmla="*/ 0 w 15"/>
                  <a:gd name="T1" fmla="*/ 12 h 45"/>
                  <a:gd name="T2" fmla="*/ 33 w 15"/>
                  <a:gd name="T3" fmla="*/ 252 h 45"/>
                  <a:gd name="T4" fmla="*/ 62 w 15"/>
                  <a:gd name="T5" fmla="*/ 0 h 45"/>
                  <a:gd name="T6" fmla="*/ 47 w 15"/>
                  <a:gd name="T7" fmla="*/ 85 h 45"/>
                  <a:gd name="T8" fmla="*/ 37 w 15"/>
                  <a:gd name="T9" fmla="*/ 78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5">
                    <a:moveTo>
                      <a:pt x="0" y="2"/>
                    </a:moveTo>
                    <a:cubicBezTo>
                      <a:pt x="5" y="17"/>
                      <a:pt x="4" y="31"/>
                      <a:pt x="7" y="45"/>
                    </a:cubicBezTo>
                    <a:cubicBezTo>
                      <a:pt x="12" y="31"/>
                      <a:pt x="15" y="15"/>
                      <a:pt x="13" y="0"/>
                    </a:cubicBezTo>
                    <a:cubicBezTo>
                      <a:pt x="11" y="5"/>
                      <a:pt x="13" y="10"/>
                      <a:pt x="10" y="15"/>
                    </a:cubicBezTo>
                    <a:cubicBezTo>
                      <a:pt x="9" y="15"/>
                      <a:pt x="9" y="15"/>
                      <a:pt x="8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40" name="Freeform 1054">
                <a:extLst>
                  <a:ext uri="{FF2B5EF4-FFF2-40B4-BE49-F238E27FC236}">
                    <a16:creationId xmlns:a16="http://schemas.microsoft.com/office/drawing/2014/main" id="{32681803-0750-4AE9-9138-3AE870A96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519"/>
                <a:ext cx="38" cy="133"/>
              </a:xfrm>
              <a:custGeom>
                <a:avLst/>
                <a:gdLst>
                  <a:gd name="T0" fmla="*/ 0 w 23"/>
                  <a:gd name="T1" fmla="*/ 0 h 75"/>
                  <a:gd name="T2" fmla="*/ 50 w 23"/>
                  <a:gd name="T3" fmla="*/ 411 h 75"/>
                  <a:gd name="T4" fmla="*/ 97 w 23"/>
                  <a:gd name="T5" fmla="*/ 411 h 75"/>
                  <a:gd name="T6" fmla="*/ 84 w 23"/>
                  <a:gd name="T7" fmla="*/ 216 h 75"/>
                  <a:gd name="T8" fmla="*/ 35 w 23"/>
                  <a:gd name="T9" fmla="*/ 28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75">
                    <a:moveTo>
                      <a:pt x="0" y="0"/>
                    </a:moveTo>
                    <a:cubicBezTo>
                      <a:pt x="10" y="21"/>
                      <a:pt x="10" y="52"/>
                      <a:pt x="11" y="74"/>
                    </a:cubicBezTo>
                    <a:cubicBezTo>
                      <a:pt x="14" y="73"/>
                      <a:pt x="19" y="75"/>
                      <a:pt x="22" y="74"/>
                    </a:cubicBezTo>
                    <a:cubicBezTo>
                      <a:pt x="23" y="63"/>
                      <a:pt x="23" y="49"/>
                      <a:pt x="19" y="39"/>
                    </a:cubicBezTo>
                    <a:cubicBezTo>
                      <a:pt x="15" y="29"/>
                      <a:pt x="13" y="14"/>
                      <a:pt x="8" y="5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41" name="Freeform 1055">
                <a:extLst>
                  <a:ext uri="{FF2B5EF4-FFF2-40B4-BE49-F238E27FC236}">
                    <a16:creationId xmlns:a16="http://schemas.microsoft.com/office/drawing/2014/main" id="{A7F6277F-CABF-4F60-8B6A-69B759A88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3512"/>
                <a:ext cx="21" cy="96"/>
              </a:xfrm>
              <a:custGeom>
                <a:avLst/>
                <a:gdLst>
                  <a:gd name="T0" fmla="*/ 5 w 13"/>
                  <a:gd name="T1" fmla="*/ 66 h 54"/>
                  <a:gd name="T2" fmla="*/ 55 w 13"/>
                  <a:gd name="T3" fmla="*/ 292 h 54"/>
                  <a:gd name="T4" fmla="*/ 39 w 13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4">
                    <a:moveTo>
                      <a:pt x="1" y="12"/>
                    </a:moveTo>
                    <a:cubicBezTo>
                      <a:pt x="0" y="18"/>
                      <a:pt x="4" y="54"/>
                      <a:pt x="13" y="52"/>
                    </a:cubicBezTo>
                    <a:cubicBezTo>
                      <a:pt x="13" y="35"/>
                      <a:pt x="8" y="18"/>
                      <a:pt x="9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42" name="Freeform 1056">
                <a:extLst>
                  <a:ext uri="{FF2B5EF4-FFF2-40B4-BE49-F238E27FC236}">
                    <a16:creationId xmlns:a16="http://schemas.microsoft.com/office/drawing/2014/main" id="{B96C5451-6134-4B8D-A8AD-F3617A63E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055"/>
                <a:ext cx="28" cy="99"/>
              </a:xfrm>
              <a:custGeom>
                <a:avLst/>
                <a:gdLst>
                  <a:gd name="T0" fmla="*/ 0 w 17"/>
                  <a:gd name="T1" fmla="*/ 171 h 56"/>
                  <a:gd name="T2" fmla="*/ 41 w 17"/>
                  <a:gd name="T3" fmla="*/ 0 h 56"/>
                  <a:gd name="T4" fmla="*/ 49 w 17"/>
                  <a:gd name="T5" fmla="*/ 150 h 56"/>
                  <a:gd name="T6" fmla="*/ 76 w 17"/>
                  <a:gd name="T7" fmla="*/ 309 h 56"/>
                  <a:gd name="T8" fmla="*/ 13 w 17"/>
                  <a:gd name="T9" fmla="*/ 17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6">
                    <a:moveTo>
                      <a:pt x="0" y="31"/>
                    </a:moveTo>
                    <a:cubicBezTo>
                      <a:pt x="7" y="24"/>
                      <a:pt x="6" y="10"/>
                      <a:pt x="9" y="0"/>
                    </a:cubicBezTo>
                    <a:cubicBezTo>
                      <a:pt x="13" y="9"/>
                      <a:pt x="10" y="18"/>
                      <a:pt x="11" y="27"/>
                    </a:cubicBezTo>
                    <a:cubicBezTo>
                      <a:pt x="12" y="36"/>
                      <a:pt x="14" y="47"/>
                      <a:pt x="17" y="56"/>
                    </a:cubicBezTo>
                    <a:cubicBezTo>
                      <a:pt x="10" y="50"/>
                      <a:pt x="6" y="40"/>
                      <a:pt x="3" y="31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43" name="Freeform 1057">
                <a:extLst>
                  <a:ext uri="{FF2B5EF4-FFF2-40B4-BE49-F238E27FC236}">
                    <a16:creationId xmlns:a16="http://schemas.microsoft.com/office/drawing/2014/main" id="{6ECAAEC8-BBD5-492A-9A4C-FCE7A7F45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3227"/>
                <a:ext cx="24" cy="48"/>
              </a:xfrm>
              <a:custGeom>
                <a:avLst/>
                <a:gdLst>
                  <a:gd name="T0" fmla="*/ 9 w 14"/>
                  <a:gd name="T1" fmla="*/ 0 h 27"/>
                  <a:gd name="T2" fmla="*/ 21 w 14"/>
                  <a:gd name="T3" fmla="*/ 123 h 27"/>
                  <a:gd name="T4" fmla="*/ 70 w 14"/>
                  <a:gd name="T5" fmla="*/ 15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2" y="0"/>
                    </a:moveTo>
                    <a:cubicBezTo>
                      <a:pt x="4" y="7"/>
                      <a:pt x="0" y="17"/>
                      <a:pt x="4" y="22"/>
                    </a:cubicBezTo>
                    <a:cubicBezTo>
                      <a:pt x="6" y="24"/>
                      <a:pt x="12" y="25"/>
                      <a:pt x="14" y="27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44" name="Freeform 1058">
                <a:extLst>
                  <a:ext uri="{FF2B5EF4-FFF2-40B4-BE49-F238E27FC236}">
                    <a16:creationId xmlns:a16="http://schemas.microsoft.com/office/drawing/2014/main" id="{AD4202F7-1072-456F-85AA-B709F7827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3010"/>
                <a:ext cx="20" cy="50"/>
              </a:xfrm>
              <a:custGeom>
                <a:avLst/>
                <a:gdLst>
                  <a:gd name="T0" fmla="*/ 8 w 12"/>
                  <a:gd name="T1" fmla="*/ 0 h 28"/>
                  <a:gd name="T2" fmla="*/ 37 w 12"/>
                  <a:gd name="T3" fmla="*/ 159 h 28"/>
                  <a:gd name="T4" fmla="*/ 50 w 12"/>
                  <a:gd name="T5" fmla="*/ 2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8">
                    <a:moveTo>
                      <a:pt x="2" y="0"/>
                    </a:moveTo>
                    <a:cubicBezTo>
                      <a:pt x="0" y="7"/>
                      <a:pt x="4" y="22"/>
                      <a:pt x="8" y="28"/>
                    </a:cubicBezTo>
                    <a:cubicBezTo>
                      <a:pt x="8" y="23"/>
                      <a:pt x="12" y="4"/>
                      <a:pt x="11" y="4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45" name="Freeform 1059">
                <a:extLst>
                  <a:ext uri="{FF2B5EF4-FFF2-40B4-BE49-F238E27FC236}">
                    <a16:creationId xmlns:a16="http://schemas.microsoft.com/office/drawing/2014/main" id="{03688CF5-C667-4ADF-A4FD-86727A005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697"/>
                <a:ext cx="27" cy="132"/>
              </a:xfrm>
              <a:custGeom>
                <a:avLst/>
                <a:gdLst>
                  <a:gd name="T0" fmla="*/ 0 w 16"/>
                  <a:gd name="T1" fmla="*/ 114 h 74"/>
                  <a:gd name="T2" fmla="*/ 69 w 16"/>
                  <a:gd name="T3" fmla="*/ 419 h 74"/>
                  <a:gd name="T4" fmla="*/ 69 w 16"/>
                  <a:gd name="T5" fmla="*/ 12 h 74"/>
                  <a:gd name="T6" fmla="*/ 29 w 16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4">
                    <a:moveTo>
                      <a:pt x="0" y="20"/>
                    </a:moveTo>
                    <a:cubicBezTo>
                      <a:pt x="2" y="38"/>
                      <a:pt x="13" y="56"/>
                      <a:pt x="14" y="74"/>
                    </a:cubicBezTo>
                    <a:cubicBezTo>
                      <a:pt x="16" y="50"/>
                      <a:pt x="15" y="27"/>
                      <a:pt x="14" y="2"/>
                    </a:cubicBezTo>
                    <a:cubicBezTo>
                      <a:pt x="12" y="2"/>
                      <a:pt x="9" y="1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46" name="Freeform 1060">
                <a:extLst>
                  <a:ext uri="{FF2B5EF4-FFF2-40B4-BE49-F238E27FC236}">
                    <a16:creationId xmlns:a16="http://schemas.microsoft.com/office/drawing/2014/main" id="{17F3A886-DC90-45EE-A123-D807A5CE0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747"/>
                <a:ext cx="25" cy="106"/>
              </a:xfrm>
              <a:custGeom>
                <a:avLst/>
                <a:gdLst>
                  <a:gd name="T0" fmla="*/ 0 w 15"/>
                  <a:gd name="T1" fmla="*/ 28 h 60"/>
                  <a:gd name="T2" fmla="*/ 28 w 15"/>
                  <a:gd name="T3" fmla="*/ 216 h 60"/>
                  <a:gd name="T4" fmla="*/ 47 w 15"/>
                  <a:gd name="T5" fmla="*/ 330 h 60"/>
                  <a:gd name="T6" fmla="*/ 63 w 15"/>
                  <a:gd name="T7" fmla="*/ 34 h 60"/>
                  <a:gd name="T8" fmla="*/ 50 w 15"/>
                  <a:gd name="T9" fmla="*/ 44 h 60"/>
                  <a:gd name="T10" fmla="*/ 13 w 15"/>
                  <a:gd name="T11" fmla="*/ 0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60">
                    <a:moveTo>
                      <a:pt x="0" y="5"/>
                    </a:moveTo>
                    <a:cubicBezTo>
                      <a:pt x="1" y="16"/>
                      <a:pt x="4" y="28"/>
                      <a:pt x="6" y="39"/>
                    </a:cubicBezTo>
                    <a:cubicBezTo>
                      <a:pt x="6" y="45"/>
                      <a:pt x="7" y="56"/>
                      <a:pt x="10" y="60"/>
                    </a:cubicBezTo>
                    <a:cubicBezTo>
                      <a:pt x="12" y="43"/>
                      <a:pt x="15" y="23"/>
                      <a:pt x="14" y="6"/>
                    </a:cubicBezTo>
                    <a:cubicBezTo>
                      <a:pt x="13" y="6"/>
                      <a:pt x="11" y="7"/>
                      <a:pt x="11" y="8"/>
                    </a:cubicBezTo>
                    <a:cubicBezTo>
                      <a:pt x="8" y="5"/>
                      <a:pt x="5" y="3"/>
                      <a:pt x="3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47" name="Freeform 1061">
                <a:extLst>
                  <a:ext uri="{FF2B5EF4-FFF2-40B4-BE49-F238E27FC236}">
                    <a16:creationId xmlns:a16="http://schemas.microsoft.com/office/drawing/2014/main" id="{A029CFB0-23B9-48A2-A8A1-A67875693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779"/>
                <a:ext cx="27" cy="158"/>
              </a:xfrm>
              <a:custGeom>
                <a:avLst/>
                <a:gdLst>
                  <a:gd name="T0" fmla="*/ 5 w 16"/>
                  <a:gd name="T1" fmla="*/ 0 h 89"/>
                  <a:gd name="T2" fmla="*/ 5 w 16"/>
                  <a:gd name="T3" fmla="*/ 114 h 89"/>
                  <a:gd name="T4" fmla="*/ 29 w 16"/>
                  <a:gd name="T5" fmla="*/ 245 h 89"/>
                  <a:gd name="T6" fmla="*/ 62 w 16"/>
                  <a:gd name="T7" fmla="*/ 497 h 89"/>
                  <a:gd name="T8" fmla="*/ 42 w 16"/>
                  <a:gd name="T9" fmla="*/ 252 h 89"/>
                  <a:gd name="T10" fmla="*/ 8 w 16"/>
                  <a:gd name="T11" fmla="*/ 21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9">
                    <a:moveTo>
                      <a:pt x="1" y="0"/>
                    </a:moveTo>
                    <a:cubicBezTo>
                      <a:pt x="1" y="7"/>
                      <a:pt x="0" y="14"/>
                      <a:pt x="1" y="20"/>
                    </a:cubicBezTo>
                    <a:cubicBezTo>
                      <a:pt x="2" y="28"/>
                      <a:pt x="4" y="36"/>
                      <a:pt x="6" y="44"/>
                    </a:cubicBezTo>
                    <a:cubicBezTo>
                      <a:pt x="8" y="57"/>
                      <a:pt x="5" y="79"/>
                      <a:pt x="13" y="89"/>
                    </a:cubicBezTo>
                    <a:cubicBezTo>
                      <a:pt x="16" y="73"/>
                      <a:pt x="13" y="60"/>
                      <a:pt x="9" y="45"/>
                    </a:cubicBezTo>
                    <a:cubicBezTo>
                      <a:pt x="6" y="31"/>
                      <a:pt x="5" y="18"/>
                      <a:pt x="2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48" name="Freeform 1062">
                <a:extLst>
                  <a:ext uri="{FF2B5EF4-FFF2-40B4-BE49-F238E27FC236}">
                    <a16:creationId xmlns:a16="http://schemas.microsoft.com/office/drawing/2014/main" id="{BD5343B8-E96E-45A7-AB3F-637F91D7F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3039"/>
                <a:ext cx="21" cy="60"/>
              </a:xfrm>
              <a:custGeom>
                <a:avLst/>
                <a:gdLst>
                  <a:gd name="T0" fmla="*/ 0 w 13"/>
                  <a:gd name="T1" fmla="*/ 0 h 34"/>
                  <a:gd name="T2" fmla="*/ 42 w 13"/>
                  <a:gd name="T3" fmla="*/ 187 h 34"/>
                  <a:gd name="T4" fmla="*/ 55 w 13"/>
                  <a:gd name="T5" fmla="*/ 7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6" y="6"/>
                      <a:pt x="8" y="26"/>
                      <a:pt x="10" y="34"/>
                    </a:cubicBezTo>
                    <a:cubicBezTo>
                      <a:pt x="12" y="28"/>
                      <a:pt x="11" y="19"/>
                      <a:pt x="13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49" name="Freeform 1063">
                <a:extLst>
                  <a:ext uri="{FF2B5EF4-FFF2-40B4-BE49-F238E27FC236}">
                    <a16:creationId xmlns:a16="http://schemas.microsoft.com/office/drawing/2014/main" id="{DFFB5506-1EF8-464C-B645-919725F7C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190"/>
                <a:ext cx="32" cy="144"/>
              </a:xfrm>
              <a:custGeom>
                <a:avLst/>
                <a:gdLst>
                  <a:gd name="T0" fmla="*/ 20 w 19"/>
                  <a:gd name="T1" fmla="*/ 0 h 81"/>
                  <a:gd name="T2" fmla="*/ 0 w 19"/>
                  <a:gd name="T3" fmla="*/ 117 h 81"/>
                  <a:gd name="T4" fmla="*/ 22 w 19"/>
                  <a:gd name="T5" fmla="*/ 247 h 81"/>
                  <a:gd name="T6" fmla="*/ 71 w 19"/>
                  <a:gd name="T7" fmla="*/ 455 h 81"/>
                  <a:gd name="T8" fmla="*/ 86 w 19"/>
                  <a:gd name="T9" fmla="*/ 292 h 81"/>
                  <a:gd name="T10" fmla="*/ 71 w 19"/>
                  <a:gd name="T11" fmla="*/ 260 h 81"/>
                  <a:gd name="T12" fmla="*/ 34 w 19"/>
                  <a:gd name="T13" fmla="*/ 11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1">
                    <a:moveTo>
                      <a:pt x="4" y="0"/>
                    </a:moveTo>
                    <a:cubicBezTo>
                      <a:pt x="3" y="6"/>
                      <a:pt x="0" y="15"/>
                      <a:pt x="0" y="21"/>
                    </a:cubicBezTo>
                    <a:cubicBezTo>
                      <a:pt x="1" y="28"/>
                      <a:pt x="5" y="37"/>
                      <a:pt x="5" y="44"/>
                    </a:cubicBezTo>
                    <a:cubicBezTo>
                      <a:pt x="6" y="56"/>
                      <a:pt x="8" y="71"/>
                      <a:pt x="15" y="81"/>
                    </a:cubicBezTo>
                    <a:cubicBezTo>
                      <a:pt x="16" y="73"/>
                      <a:pt x="19" y="60"/>
                      <a:pt x="18" y="52"/>
                    </a:cubicBezTo>
                    <a:cubicBezTo>
                      <a:pt x="17" y="49"/>
                      <a:pt x="15" y="49"/>
                      <a:pt x="15" y="46"/>
                    </a:cubicBezTo>
                    <a:cubicBezTo>
                      <a:pt x="12" y="38"/>
                      <a:pt x="10" y="29"/>
                      <a:pt x="7" y="2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50" name="Freeform 1064">
                <a:extLst>
                  <a:ext uri="{FF2B5EF4-FFF2-40B4-BE49-F238E27FC236}">
                    <a16:creationId xmlns:a16="http://schemas.microsoft.com/office/drawing/2014/main" id="{878F0375-3A93-4DEC-9B6E-A17405FFD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3377"/>
                <a:ext cx="22" cy="74"/>
              </a:xfrm>
              <a:custGeom>
                <a:avLst/>
                <a:gdLst>
                  <a:gd name="T0" fmla="*/ 5 w 13"/>
                  <a:gd name="T1" fmla="*/ 0 h 42"/>
                  <a:gd name="T2" fmla="*/ 14 w 13"/>
                  <a:gd name="T3" fmla="*/ 152 h 42"/>
                  <a:gd name="T4" fmla="*/ 29 w 13"/>
                  <a:gd name="T5" fmla="*/ 229 h 42"/>
                  <a:gd name="T6" fmla="*/ 14 w 13"/>
                  <a:gd name="T7" fmla="*/ 3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2">
                    <a:moveTo>
                      <a:pt x="1" y="0"/>
                    </a:moveTo>
                    <a:cubicBezTo>
                      <a:pt x="1" y="10"/>
                      <a:pt x="0" y="18"/>
                      <a:pt x="3" y="28"/>
                    </a:cubicBezTo>
                    <a:cubicBezTo>
                      <a:pt x="4" y="33"/>
                      <a:pt x="6" y="36"/>
                      <a:pt x="6" y="42"/>
                    </a:cubicBezTo>
                    <a:cubicBezTo>
                      <a:pt x="13" y="36"/>
                      <a:pt x="5" y="14"/>
                      <a:pt x="3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51" name="Freeform 1065">
                <a:extLst>
                  <a:ext uri="{FF2B5EF4-FFF2-40B4-BE49-F238E27FC236}">
                    <a16:creationId xmlns:a16="http://schemas.microsoft.com/office/drawing/2014/main" id="{DF805D68-DD48-411E-933C-1D5A5BC2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451"/>
                <a:ext cx="39" cy="160"/>
              </a:xfrm>
              <a:custGeom>
                <a:avLst/>
                <a:gdLst>
                  <a:gd name="T0" fmla="*/ 5 w 23"/>
                  <a:gd name="T1" fmla="*/ 0 h 90"/>
                  <a:gd name="T2" fmla="*/ 78 w 23"/>
                  <a:gd name="T3" fmla="*/ 505 h 90"/>
                  <a:gd name="T4" fmla="*/ 70 w 23"/>
                  <a:gd name="T5" fmla="*/ 389 h 90"/>
                  <a:gd name="T6" fmla="*/ 41 w 23"/>
                  <a:gd name="T7" fmla="*/ 123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90">
                    <a:moveTo>
                      <a:pt x="1" y="0"/>
                    </a:moveTo>
                    <a:cubicBezTo>
                      <a:pt x="0" y="29"/>
                      <a:pt x="5" y="63"/>
                      <a:pt x="16" y="90"/>
                    </a:cubicBezTo>
                    <a:cubicBezTo>
                      <a:pt x="23" y="88"/>
                      <a:pt x="16" y="74"/>
                      <a:pt x="14" y="69"/>
                    </a:cubicBezTo>
                    <a:cubicBezTo>
                      <a:pt x="10" y="54"/>
                      <a:pt x="8" y="38"/>
                      <a:pt x="8" y="2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52" name="Freeform 1066">
                <a:extLst>
                  <a:ext uri="{FF2B5EF4-FFF2-40B4-BE49-F238E27FC236}">
                    <a16:creationId xmlns:a16="http://schemas.microsoft.com/office/drawing/2014/main" id="{69E74325-7748-4C88-9EA8-6E5945A67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3204"/>
                <a:ext cx="30" cy="48"/>
              </a:xfrm>
              <a:custGeom>
                <a:avLst/>
                <a:gdLst>
                  <a:gd name="T0" fmla="*/ 20 w 18"/>
                  <a:gd name="T1" fmla="*/ 66 h 27"/>
                  <a:gd name="T2" fmla="*/ 70 w 18"/>
                  <a:gd name="T3" fmla="*/ 94 h 27"/>
                  <a:gd name="T4" fmla="*/ 55 w 18"/>
                  <a:gd name="T5" fmla="*/ 0 h 27"/>
                  <a:gd name="T6" fmla="*/ 42 w 18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7">
                    <a:moveTo>
                      <a:pt x="4" y="12"/>
                    </a:moveTo>
                    <a:cubicBezTo>
                      <a:pt x="0" y="22"/>
                      <a:pt x="10" y="27"/>
                      <a:pt x="15" y="17"/>
                    </a:cubicBezTo>
                    <a:cubicBezTo>
                      <a:pt x="18" y="12"/>
                      <a:pt x="15" y="4"/>
                      <a:pt x="12" y="0"/>
                    </a:cubicBezTo>
                    <a:cubicBezTo>
                      <a:pt x="11" y="0"/>
                      <a:pt x="10" y="1"/>
                      <a:pt x="9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53" name="Freeform 1067">
                <a:extLst>
                  <a:ext uri="{FF2B5EF4-FFF2-40B4-BE49-F238E27FC236}">
                    <a16:creationId xmlns:a16="http://schemas.microsoft.com/office/drawing/2014/main" id="{DB4F3312-CC87-4524-B833-AEBC8D507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3273"/>
                <a:ext cx="23" cy="38"/>
              </a:xfrm>
              <a:custGeom>
                <a:avLst/>
                <a:gdLst>
                  <a:gd name="T0" fmla="*/ 0 w 14"/>
                  <a:gd name="T1" fmla="*/ 72 h 21"/>
                  <a:gd name="T2" fmla="*/ 13 w 14"/>
                  <a:gd name="T3" fmla="*/ 125 h 21"/>
                  <a:gd name="T4" fmla="*/ 20 w 14"/>
                  <a:gd name="T5" fmla="*/ 1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0" y="12"/>
                    </a:moveTo>
                    <a:cubicBezTo>
                      <a:pt x="0" y="15"/>
                      <a:pt x="1" y="19"/>
                      <a:pt x="3" y="21"/>
                    </a:cubicBezTo>
                    <a:cubicBezTo>
                      <a:pt x="13" y="20"/>
                      <a:pt x="14" y="0"/>
                      <a:pt x="4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54" name="Freeform 1068">
                <a:extLst>
                  <a:ext uri="{FF2B5EF4-FFF2-40B4-BE49-F238E27FC236}">
                    <a16:creationId xmlns:a16="http://schemas.microsoft.com/office/drawing/2014/main" id="{FEDA6B40-1244-486F-96B0-B4F03D64B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3428"/>
                <a:ext cx="47" cy="62"/>
              </a:xfrm>
              <a:custGeom>
                <a:avLst/>
                <a:gdLst>
                  <a:gd name="T0" fmla="*/ 13 w 28"/>
                  <a:gd name="T1" fmla="*/ 28 h 35"/>
                  <a:gd name="T2" fmla="*/ 50 w 28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5">
                    <a:moveTo>
                      <a:pt x="3" y="5"/>
                    </a:moveTo>
                    <a:cubicBezTo>
                      <a:pt x="0" y="35"/>
                      <a:pt x="28" y="3"/>
                      <a:pt x="1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55" name="Freeform 1069">
                <a:extLst>
                  <a:ext uri="{FF2B5EF4-FFF2-40B4-BE49-F238E27FC236}">
                    <a16:creationId xmlns:a16="http://schemas.microsoft.com/office/drawing/2014/main" id="{BF59C426-C31C-4F53-8627-FDFE975F9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3426"/>
                <a:ext cx="40" cy="43"/>
              </a:xfrm>
              <a:custGeom>
                <a:avLst/>
                <a:gdLst>
                  <a:gd name="T0" fmla="*/ 20 w 24"/>
                  <a:gd name="T1" fmla="*/ 41 h 24"/>
                  <a:gd name="T2" fmla="*/ 50 w 2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4">
                    <a:moveTo>
                      <a:pt x="4" y="7"/>
                    </a:moveTo>
                    <a:cubicBezTo>
                      <a:pt x="0" y="24"/>
                      <a:pt x="24" y="12"/>
                      <a:pt x="1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56" name="Freeform 1070">
                <a:extLst>
                  <a:ext uri="{FF2B5EF4-FFF2-40B4-BE49-F238E27FC236}">
                    <a16:creationId xmlns:a16="http://schemas.microsoft.com/office/drawing/2014/main" id="{A975568E-1DE0-45EE-9529-2564893DD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3405"/>
                <a:ext cx="40" cy="43"/>
              </a:xfrm>
              <a:custGeom>
                <a:avLst/>
                <a:gdLst>
                  <a:gd name="T0" fmla="*/ 0 w 24"/>
                  <a:gd name="T1" fmla="*/ 36 h 24"/>
                  <a:gd name="T2" fmla="*/ 47 w 2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4">
                    <a:moveTo>
                      <a:pt x="0" y="6"/>
                    </a:moveTo>
                    <a:cubicBezTo>
                      <a:pt x="1" y="24"/>
                      <a:pt x="24" y="10"/>
                      <a:pt x="1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57" name="Freeform 1071">
                <a:extLst>
                  <a:ext uri="{FF2B5EF4-FFF2-40B4-BE49-F238E27FC236}">
                    <a16:creationId xmlns:a16="http://schemas.microsoft.com/office/drawing/2014/main" id="{5ABC648D-7BFD-4EA0-8CD9-8A0AAC79C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3375"/>
                <a:ext cx="47" cy="35"/>
              </a:xfrm>
              <a:custGeom>
                <a:avLst/>
                <a:gdLst>
                  <a:gd name="T0" fmla="*/ 34 w 28"/>
                  <a:gd name="T1" fmla="*/ 0 h 20"/>
                  <a:gd name="T2" fmla="*/ 76 w 28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7" y="0"/>
                    </a:moveTo>
                    <a:cubicBezTo>
                      <a:pt x="0" y="20"/>
                      <a:pt x="28" y="11"/>
                      <a:pt x="1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58" name="Freeform 1072">
                <a:extLst>
                  <a:ext uri="{FF2B5EF4-FFF2-40B4-BE49-F238E27FC236}">
                    <a16:creationId xmlns:a16="http://schemas.microsoft.com/office/drawing/2014/main" id="{1E61004C-8E60-4198-B86E-54A20A868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3560"/>
                <a:ext cx="36" cy="41"/>
              </a:xfrm>
              <a:custGeom>
                <a:avLst/>
                <a:gdLst>
                  <a:gd name="T0" fmla="*/ 0 w 22"/>
                  <a:gd name="T1" fmla="*/ 37 h 23"/>
                  <a:gd name="T2" fmla="*/ 54 w 2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3">
                    <a:moveTo>
                      <a:pt x="0" y="7"/>
                    </a:moveTo>
                    <a:cubicBezTo>
                      <a:pt x="7" y="23"/>
                      <a:pt x="22" y="14"/>
                      <a:pt x="1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59" name="Freeform 1073">
                <a:extLst>
                  <a:ext uri="{FF2B5EF4-FFF2-40B4-BE49-F238E27FC236}">
                    <a16:creationId xmlns:a16="http://schemas.microsoft.com/office/drawing/2014/main" id="{3304BBE3-E4FE-4AB6-8F2D-96FEF8223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3556"/>
                <a:ext cx="42" cy="52"/>
              </a:xfrm>
              <a:custGeom>
                <a:avLst/>
                <a:gdLst>
                  <a:gd name="T0" fmla="*/ 8 w 25"/>
                  <a:gd name="T1" fmla="*/ 23 h 29"/>
                  <a:gd name="T2" fmla="*/ 62 w 25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2" y="4"/>
                    </a:moveTo>
                    <a:cubicBezTo>
                      <a:pt x="0" y="29"/>
                      <a:pt x="25" y="13"/>
                      <a:pt x="1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60" name="Freeform 1074">
                <a:extLst>
                  <a:ext uri="{FF2B5EF4-FFF2-40B4-BE49-F238E27FC236}">
                    <a16:creationId xmlns:a16="http://schemas.microsoft.com/office/drawing/2014/main" id="{4D5DF704-87C4-441E-8CF6-48385B61F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3506"/>
                <a:ext cx="28" cy="27"/>
              </a:xfrm>
              <a:custGeom>
                <a:avLst/>
                <a:gdLst>
                  <a:gd name="T0" fmla="*/ 8 w 17"/>
                  <a:gd name="T1" fmla="*/ 13 h 15"/>
                  <a:gd name="T2" fmla="*/ 43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2" y="2"/>
                    </a:moveTo>
                    <a:cubicBezTo>
                      <a:pt x="0" y="15"/>
                      <a:pt x="17" y="12"/>
                      <a:pt x="1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61" name="Freeform 1075">
                <a:extLst>
                  <a:ext uri="{FF2B5EF4-FFF2-40B4-BE49-F238E27FC236}">
                    <a16:creationId xmlns:a16="http://schemas.microsoft.com/office/drawing/2014/main" id="{445EA298-A894-47AA-92CF-ABAFCE82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3581"/>
                <a:ext cx="15" cy="18"/>
              </a:xfrm>
              <a:custGeom>
                <a:avLst/>
                <a:gdLst>
                  <a:gd name="T0" fmla="*/ 0 w 9"/>
                  <a:gd name="T1" fmla="*/ 36 h 10"/>
                  <a:gd name="T2" fmla="*/ 8 w 9"/>
                  <a:gd name="T3" fmla="*/ 58 h 10"/>
                  <a:gd name="T4" fmla="*/ 22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cubicBezTo>
                      <a:pt x="0" y="8"/>
                      <a:pt x="1" y="9"/>
                      <a:pt x="2" y="10"/>
                    </a:cubicBezTo>
                    <a:cubicBezTo>
                      <a:pt x="7" y="8"/>
                      <a:pt x="9" y="2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62" name="Freeform 1076">
                <a:extLst>
                  <a:ext uri="{FF2B5EF4-FFF2-40B4-BE49-F238E27FC236}">
                    <a16:creationId xmlns:a16="http://schemas.microsoft.com/office/drawing/2014/main" id="{571E2B02-BCC9-4856-85A7-AD26FB821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3028"/>
                <a:ext cx="25" cy="30"/>
              </a:xfrm>
              <a:custGeom>
                <a:avLst/>
                <a:gdLst>
                  <a:gd name="T0" fmla="*/ 0 w 15"/>
                  <a:gd name="T1" fmla="*/ 60 h 17"/>
                  <a:gd name="T2" fmla="*/ 8 w 15"/>
                  <a:gd name="T3" fmla="*/ 94 h 17"/>
                  <a:gd name="T4" fmla="*/ 33 w 1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0" y="11"/>
                    </a:moveTo>
                    <a:cubicBezTo>
                      <a:pt x="0" y="13"/>
                      <a:pt x="1" y="15"/>
                      <a:pt x="2" y="17"/>
                    </a:cubicBezTo>
                    <a:cubicBezTo>
                      <a:pt x="10" y="15"/>
                      <a:pt x="15" y="5"/>
                      <a:pt x="7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63" name="Freeform 1077">
                <a:extLst>
                  <a:ext uri="{FF2B5EF4-FFF2-40B4-BE49-F238E27FC236}">
                    <a16:creationId xmlns:a16="http://schemas.microsoft.com/office/drawing/2014/main" id="{B25F3351-A382-415B-A2A2-CF75CE887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891"/>
                <a:ext cx="37" cy="43"/>
              </a:xfrm>
              <a:custGeom>
                <a:avLst/>
                <a:gdLst>
                  <a:gd name="T0" fmla="*/ 0 w 22"/>
                  <a:gd name="T1" fmla="*/ 57 h 24"/>
                  <a:gd name="T2" fmla="*/ 84 w 22"/>
                  <a:gd name="T3" fmla="*/ 93 h 24"/>
                  <a:gd name="T4" fmla="*/ 54 w 2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0" y="10"/>
                    </a:moveTo>
                    <a:cubicBezTo>
                      <a:pt x="0" y="19"/>
                      <a:pt x="12" y="24"/>
                      <a:pt x="18" y="16"/>
                    </a:cubicBezTo>
                    <a:cubicBezTo>
                      <a:pt x="22" y="11"/>
                      <a:pt x="19" y="0"/>
                      <a:pt x="1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64" name="Freeform 1078">
                <a:extLst>
                  <a:ext uri="{FF2B5EF4-FFF2-40B4-BE49-F238E27FC236}">
                    <a16:creationId xmlns:a16="http://schemas.microsoft.com/office/drawing/2014/main" id="{6F8C1F8D-85EC-48DA-A7C3-941979ED2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973"/>
                <a:ext cx="51" cy="46"/>
              </a:xfrm>
              <a:custGeom>
                <a:avLst/>
                <a:gdLst>
                  <a:gd name="T0" fmla="*/ 26 w 30"/>
                  <a:gd name="T1" fmla="*/ 21 h 26"/>
                  <a:gd name="T2" fmla="*/ 70 w 30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6">
                    <a:moveTo>
                      <a:pt x="5" y="4"/>
                    </a:moveTo>
                    <a:cubicBezTo>
                      <a:pt x="0" y="26"/>
                      <a:pt x="30" y="1"/>
                      <a:pt x="14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65" name="Freeform 1079">
                <a:extLst>
                  <a:ext uri="{FF2B5EF4-FFF2-40B4-BE49-F238E27FC236}">
                    <a16:creationId xmlns:a16="http://schemas.microsoft.com/office/drawing/2014/main" id="{E2B2DEC2-1810-4CED-A2EA-89BF9B7C2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989"/>
                <a:ext cx="71" cy="39"/>
              </a:xfrm>
              <a:custGeom>
                <a:avLst/>
                <a:gdLst>
                  <a:gd name="T0" fmla="*/ 68 w 43"/>
                  <a:gd name="T1" fmla="*/ 16 h 22"/>
                  <a:gd name="T2" fmla="*/ 84 w 43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2">
                    <a:moveTo>
                      <a:pt x="15" y="3"/>
                    </a:moveTo>
                    <a:cubicBezTo>
                      <a:pt x="0" y="22"/>
                      <a:pt x="43" y="5"/>
                      <a:pt x="19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66" name="Freeform 1080">
                <a:extLst>
                  <a:ext uri="{FF2B5EF4-FFF2-40B4-BE49-F238E27FC236}">
                    <a16:creationId xmlns:a16="http://schemas.microsoft.com/office/drawing/2014/main" id="{63799B08-7889-414C-A5EE-84E9A56CB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781"/>
                <a:ext cx="30" cy="30"/>
              </a:xfrm>
              <a:custGeom>
                <a:avLst/>
                <a:gdLst>
                  <a:gd name="T0" fmla="*/ 8 w 18"/>
                  <a:gd name="T1" fmla="*/ 0 h 17"/>
                  <a:gd name="T2" fmla="*/ 47 w 18"/>
                  <a:gd name="T3" fmla="*/ 81 h 17"/>
                  <a:gd name="T4" fmla="*/ 37 w 18"/>
                  <a:gd name="T5" fmla="*/ 1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2" y="0"/>
                    </a:moveTo>
                    <a:cubicBezTo>
                      <a:pt x="0" y="6"/>
                      <a:pt x="1" y="17"/>
                      <a:pt x="10" y="15"/>
                    </a:cubicBezTo>
                    <a:cubicBezTo>
                      <a:pt x="18" y="12"/>
                      <a:pt x="16" y="3"/>
                      <a:pt x="8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67" name="Freeform 1081">
                <a:extLst>
                  <a:ext uri="{FF2B5EF4-FFF2-40B4-BE49-F238E27FC236}">
                    <a16:creationId xmlns:a16="http://schemas.microsoft.com/office/drawing/2014/main" id="{6F471E30-4926-4D00-A949-B5DDEE160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729"/>
                <a:ext cx="32" cy="25"/>
              </a:xfrm>
              <a:custGeom>
                <a:avLst/>
                <a:gdLst>
                  <a:gd name="T0" fmla="*/ 29 w 19"/>
                  <a:gd name="T1" fmla="*/ 0 h 14"/>
                  <a:gd name="T2" fmla="*/ 49 w 19"/>
                  <a:gd name="T3" fmla="*/ 73 h 14"/>
                  <a:gd name="T4" fmla="*/ 49 w 19"/>
                  <a:gd name="T5" fmla="*/ 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6" y="0"/>
                    </a:moveTo>
                    <a:cubicBezTo>
                      <a:pt x="0" y="4"/>
                      <a:pt x="2" y="14"/>
                      <a:pt x="10" y="13"/>
                    </a:cubicBezTo>
                    <a:cubicBezTo>
                      <a:pt x="19" y="12"/>
                      <a:pt x="18" y="1"/>
                      <a:pt x="10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68" name="Freeform 1082">
                <a:extLst>
                  <a:ext uri="{FF2B5EF4-FFF2-40B4-BE49-F238E27FC236}">
                    <a16:creationId xmlns:a16="http://schemas.microsoft.com/office/drawing/2014/main" id="{A09D3154-1690-4460-97C8-7810A5D01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886"/>
                <a:ext cx="83" cy="48"/>
              </a:xfrm>
              <a:custGeom>
                <a:avLst/>
                <a:gdLst>
                  <a:gd name="T0" fmla="*/ 91 w 50"/>
                  <a:gd name="T1" fmla="*/ 12 h 27"/>
                  <a:gd name="T2" fmla="*/ 126 w 50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7">
                    <a:moveTo>
                      <a:pt x="20" y="2"/>
                    </a:moveTo>
                    <a:cubicBezTo>
                      <a:pt x="0" y="27"/>
                      <a:pt x="50" y="13"/>
                      <a:pt x="28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69" name="Freeform 1083">
                <a:extLst>
                  <a:ext uri="{FF2B5EF4-FFF2-40B4-BE49-F238E27FC236}">
                    <a16:creationId xmlns:a16="http://schemas.microsoft.com/office/drawing/2014/main" id="{E2CAD49F-9F83-4F44-A2D7-47FF9F4B7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738"/>
                <a:ext cx="40" cy="32"/>
              </a:xfrm>
              <a:custGeom>
                <a:avLst/>
                <a:gdLst>
                  <a:gd name="T0" fmla="*/ 13 w 24"/>
                  <a:gd name="T1" fmla="*/ 12 h 18"/>
                  <a:gd name="T2" fmla="*/ 47 w 2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3" y="2"/>
                    </a:moveTo>
                    <a:cubicBezTo>
                      <a:pt x="0" y="18"/>
                      <a:pt x="24" y="2"/>
                      <a:pt x="1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70" name="Freeform 1084">
                <a:extLst>
                  <a:ext uri="{FF2B5EF4-FFF2-40B4-BE49-F238E27FC236}">
                    <a16:creationId xmlns:a16="http://schemas.microsoft.com/office/drawing/2014/main" id="{08536951-F5C8-4D3E-A76F-DD80313A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3172"/>
                <a:ext cx="23" cy="34"/>
              </a:xfrm>
              <a:custGeom>
                <a:avLst/>
                <a:gdLst>
                  <a:gd name="T0" fmla="*/ 0 w 14"/>
                  <a:gd name="T1" fmla="*/ 41 h 19"/>
                  <a:gd name="T2" fmla="*/ 13 w 14"/>
                  <a:gd name="T3" fmla="*/ 0 h 19"/>
                  <a:gd name="T4" fmla="*/ 13 w 14"/>
                  <a:gd name="T5" fmla="*/ 1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0" y="7"/>
                    </a:moveTo>
                    <a:cubicBezTo>
                      <a:pt x="3" y="19"/>
                      <a:pt x="14" y="3"/>
                      <a:pt x="3" y="0"/>
                    </a:cubicBezTo>
                    <a:cubicBezTo>
                      <a:pt x="2" y="1"/>
                      <a:pt x="2" y="2"/>
                      <a:pt x="3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71" name="Freeform 1085">
                <a:extLst>
                  <a:ext uri="{FF2B5EF4-FFF2-40B4-BE49-F238E27FC236}">
                    <a16:creationId xmlns:a16="http://schemas.microsoft.com/office/drawing/2014/main" id="{48DB2FAE-C06E-4492-B194-5806E5435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3206"/>
                <a:ext cx="30" cy="39"/>
              </a:xfrm>
              <a:custGeom>
                <a:avLst/>
                <a:gdLst>
                  <a:gd name="T0" fmla="*/ 5 w 18"/>
                  <a:gd name="T1" fmla="*/ 21 h 22"/>
                  <a:gd name="T2" fmla="*/ 55 w 18"/>
                  <a:gd name="T3" fmla="*/ 85 h 22"/>
                  <a:gd name="T4" fmla="*/ 47 w 18"/>
                  <a:gd name="T5" fmla="*/ 1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2">
                    <a:moveTo>
                      <a:pt x="1" y="4"/>
                    </a:moveTo>
                    <a:cubicBezTo>
                      <a:pt x="0" y="12"/>
                      <a:pt x="4" y="22"/>
                      <a:pt x="12" y="15"/>
                    </a:cubicBezTo>
                    <a:cubicBezTo>
                      <a:pt x="17" y="11"/>
                      <a:pt x="18" y="0"/>
                      <a:pt x="10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72" name="Freeform 1086">
                <a:extLst>
                  <a:ext uri="{FF2B5EF4-FFF2-40B4-BE49-F238E27FC236}">
                    <a16:creationId xmlns:a16="http://schemas.microsoft.com/office/drawing/2014/main" id="{23D94D92-B72D-4B3F-952B-6338FCF55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332"/>
                <a:ext cx="26" cy="27"/>
              </a:xfrm>
              <a:custGeom>
                <a:avLst/>
                <a:gdLst>
                  <a:gd name="T0" fmla="*/ 13 w 16"/>
                  <a:gd name="T1" fmla="*/ 0 h 15"/>
                  <a:gd name="T2" fmla="*/ 42 w 16"/>
                  <a:gd name="T3" fmla="*/ 72 h 15"/>
                  <a:gd name="T4" fmla="*/ 42 w 16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3" y="0"/>
                    </a:moveTo>
                    <a:cubicBezTo>
                      <a:pt x="0" y="5"/>
                      <a:pt x="2" y="15"/>
                      <a:pt x="10" y="12"/>
                    </a:cubicBezTo>
                    <a:cubicBezTo>
                      <a:pt x="16" y="9"/>
                      <a:pt x="15" y="0"/>
                      <a:pt x="1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73" name="Freeform 1087">
                <a:extLst>
                  <a:ext uri="{FF2B5EF4-FFF2-40B4-BE49-F238E27FC236}">
                    <a16:creationId xmlns:a16="http://schemas.microsoft.com/office/drawing/2014/main" id="{E3C86152-50D3-4FE9-95BD-C8B574FD5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990"/>
                <a:ext cx="24" cy="27"/>
              </a:xfrm>
              <a:custGeom>
                <a:avLst/>
                <a:gdLst>
                  <a:gd name="T0" fmla="*/ 57 w 14"/>
                  <a:gd name="T1" fmla="*/ 0 h 15"/>
                  <a:gd name="T2" fmla="*/ 0 w 14"/>
                  <a:gd name="T3" fmla="*/ 88 h 15"/>
                  <a:gd name="T4" fmla="*/ 70 w 14"/>
                  <a:gd name="T5" fmla="*/ 65 h 15"/>
                  <a:gd name="T6" fmla="*/ 70 w 14"/>
                  <a:gd name="T7" fmla="*/ 1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11" y="0"/>
                    </a:moveTo>
                    <a:cubicBezTo>
                      <a:pt x="6" y="4"/>
                      <a:pt x="0" y="8"/>
                      <a:pt x="0" y="15"/>
                    </a:cubicBezTo>
                    <a:cubicBezTo>
                      <a:pt x="4" y="12"/>
                      <a:pt x="8" y="5"/>
                      <a:pt x="14" y="11"/>
                    </a:cubicBezTo>
                    <a:cubicBezTo>
                      <a:pt x="14" y="8"/>
                      <a:pt x="14" y="5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74" name="Freeform 1088">
                <a:extLst>
                  <a:ext uri="{FF2B5EF4-FFF2-40B4-BE49-F238E27FC236}">
                    <a16:creationId xmlns:a16="http://schemas.microsoft.com/office/drawing/2014/main" id="{E9466D54-D295-4092-8054-3E4152945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2772"/>
                <a:ext cx="48" cy="73"/>
              </a:xfrm>
              <a:custGeom>
                <a:avLst/>
                <a:gdLst>
                  <a:gd name="T0" fmla="*/ 91 w 29"/>
                  <a:gd name="T1" fmla="*/ 0 h 41"/>
                  <a:gd name="T2" fmla="*/ 33 w 29"/>
                  <a:gd name="T3" fmla="*/ 231 h 41"/>
                  <a:gd name="T4" fmla="*/ 55 w 29"/>
                  <a:gd name="T5" fmla="*/ 180 h 41"/>
                  <a:gd name="T6" fmla="*/ 91 w 29"/>
                  <a:gd name="T7" fmla="*/ 89 h 41"/>
                  <a:gd name="T8" fmla="*/ 104 w 29"/>
                  <a:gd name="T9" fmla="*/ 1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1">
                    <a:moveTo>
                      <a:pt x="20" y="0"/>
                    </a:moveTo>
                    <a:cubicBezTo>
                      <a:pt x="16" y="8"/>
                      <a:pt x="0" y="33"/>
                      <a:pt x="7" y="41"/>
                    </a:cubicBezTo>
                    <a:cubicBezTo>
                      <a:pt x="10" y="39"/>
                      <a:pt x="11" y="35"/>
                      <a:pt x="12" y="32"/>
                    </a:cubicBezTo>
                    <a:cubicBezTo>
                      <a:pt x="14" y="24"/>
                      <a:pt x="14" y="21"/>
                      <a:pt x="20" y="16"/>
                    </a:cubicBezTo>
                    <a:cubicBezTo>
                      <a:pt x="24" y="12"/>
                      <a:pt x="29" y="8"/>
                      <a:pt x="2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75" name="Freeform 1089">
                <a:extLst>
                  <a:ext uri="{FF2B5EF4-FFF2-40B4-BE49-F238E27FC236}">
                    <a16:creationId xmlns:a16="http://schemas.microsoft.com/office/drawing/2014/main" id="{9EAD451B-4A03-4C83-9F3D-42BB44484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788"/>
                <a:ext cx="22" cy="48"/>
              </a:xfrm>
              <a:custGeom>
                <a:avLst/>
                <a:gdLst>
                  <a:gd name="T0" fmla="*/ 8 w 13"/>
                  <a:gd name="T1" fmla="*/ 0 h 27"/>
                  <a:gd name="T2" fmla="*/ 0 w 13"/>
                  <a:gd name="T3" fmla="*/ 151 h 27"/>
                  <a:gd name="T4" fmla="*/ 63 w 13"/>
                  <a:gd name="T5" fmla="*/ 66 h 27"/>
                  <a:gd name="T6" fmla="*/ 34 w 13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7">
                    <a:moveTo>
                      <a:pt x="2" y="0"/>
                    </a:moveTo>
                    <a:cubicBezTo>
                      <a:pt x="4" y="10"/>
                      <a:pt x="3" y="18"/>
                      <a:pt x="0" y="27"/>
                    </a:cubicBezTo>
                    <a:cubicBezTo>
                      <a:pt x="5" y="24"/>
                      <a:pt x="5" y="10"/>
                      <a:pt x="13" y="12"/>
                    </a:cubicBezTo>
                    <a:cubicBezTo>
                      <a:pt x="12" y="8"/>
                      <a:pt x="6" y="7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76" name="Freeform 1090">
                <a:extLst>
                  <a:ext uri="{FF2B5EF4-FFF2-40B4-BE49-F238E27FC236}">
                    <a16:creationId xmlns:a16="http://schemas.microsoft.com/office/drawing/2014/main" id="{2296DE40-3B65-48D4-BED3-FBE1C2D60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871"/>
                <a:ext cx="17" cy="54"/>
              </a:xfrm>
              <a:custGeom>
                <a:avLst/>
                <a:gdLst>
                  <a:gd name="T0" fmla="*/ 0 w 10"/>
                  <a:gd name="T1" fmla="*/ 52 h 30"/>
                  <a:gd name="T2" fmla="*/ 9 w 10"/>
                  <a:gd name="T3" fmla="*/ 175 h 30"/>
                  <a:gd name="T4" fmla="*/ 34 w 10"/>
                  <a:gd name="T5" fmla="*/ 58 h 30"/>
                  <a:gd name="T6" fmla="*/ 26 w 10"/>
                  <a:gd name="T7" fmla="*/ 0 h 30"/>
                  <a:gd name="T8" fmla="*/ 20 w 10"/>
                  <a:gd name="T9" fmla="*/ 2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0" y="9"/>
                    </a:moveTo>
                    <a:cubicBezTo>
                      <a:pt x="0" y="16"/>
                      <a:pt x="0" y="23"/>
                      <a:pt x="2" y="30"/>
                    </a:cubicBezTo>
                    <a:cubicBezTo>
                      <a:pt x="3" y="22"/>
                      <a:pt x="5" y="16"/>
                      <a:pt x="7" y="10"/>
                    </a:cubicBezTo>
                    <a:cubicBezTo>
                      <a:pt x="8" y="6"/>
                      <a:pt x="10" y="5"/>
                      <a:pt x="5" y="0"/>
                    </a:cubicBezTo>
                    <a:cubicBezTo>
                      <a:pt x="4" y="1"/>
                      <a:pt x="4" y="2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77" name="Freeform 1091">
                <a:extLst>
                  <a:ext uri="{FF2B5EF4-FFF2-40B4-BE49-F238E27FC236}">
                    <a16:creationId xmlns:a16="http://schemas.microsoft.com/office/drawing/2014/main" id="{A41DAC17-DC38-4926-AE20-7F36D3ADA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3142"/>
                <a:ext cx="15" cy="41"/>
              </a:xfrm>
              <a:custGeom>
                <a:avLst/>
                <a:gdLst>
                  <a:gd name="T0" fmla="*/ 5 w 9"/>
                  <a:gd name="T1" fmla="*/ 12 h 23"/>
                  <a:gd name="T2" fmla="*/ 22 w 9"/>
                  <a:gd name="T3" fmla="*/ 130 h 23"/>
                  <a:gd name="T4" fmla="*/ 42 w 9"/>
                  <a:gd name="T5" fmla="*/ 37 h 23"/>
                  <a:gd name="T6" fmla="*/ 13 w 9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3">
                    <a:moveTo>
                      <a:pt x="1" y="2"/>
                    </a:moveTo>
                    <a:cubicBezTo>
                      <a:pt x="1" y="8"/>
                      <a:pt x="0" y="17"/>
                      <a:pt x="5" y="23"/>
                    </a:cubicBezTo>
                    <a:cubicBezTo>
                      <a:pt x="4" y="17"/>
                      <a:pt x="2" y="8"/>
                      <a:pt x="9" y="7"/>
                    </a:cubicBezTo>
                    <a:cubicBezTo>
                      <a:pt x="8" y="3"/>
                      <a:pt x="5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78" name="Freeform 1092">
                <a:extLst>
                  <a:ext uri="{FF2B5EF4-FFF2-40B4-BE49-F238E27FC236}">
                    <a16:creationId xmlns:a16="http://schemas.microsoft.com/office/drawing/2014/main" id="{41C36B69-18CE-4F7B-9CE0-6FC0FDE94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3083"/>
                <a:ext cx="12" cy="37"/>
              </a:xfrm>
              <a:custGeom>
                <a:avLst/>
                <a:gdLst>
                  <a:gd name="T0" fmla="*/ 5 w 7"/>
                  <a:gd name="T1" fmla="*/ 0 h 21"/>
                  <a:gd name="T2" fmla="*/ 15 w 7"/>
                  <a:gd name="T3" fmla="*/ 115 h 21"/>
                  <a:gd name="T4" fmla="*/ 21 w 7"/>
                  <a:gd name="T5" fmla="*/ 44 h 21"/>
                  <a:gd name="T6" fmla="*/ 36 w 7"/>
                  <a:gd name="T7" fmla="*/ 44 h 21"/>
                  <a:gd name="T8" fmla="*/ 5 w 7"/>
                  <a:gd name="T9" fmla="*/ 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1" y="0"/>
                    </a:moveTo>
                    <a:cubicBezTo>
                      <a:pt x="1" y="6"/>
                      <a:pt x="0" y="14"/>
                      <a:pt x="3" y="21"/>
                    </a:cubicBezTo>
                    <a:cubicBezTo>
                      <a:pt x="3" y="16"/>
                      <a:pt x="2" y="11"/>
                      <a:pt x="4" y="8"/>
                    </a:cubicBezTo>
                    <a:cubicBezTo>
                      <a:pt x="5" y="8"/>
                      <a:pt x="6" y="8"/>
                      <a:pt x="7" y="8"/>
                    </a:cubicBezTo>
                    <a:cubicBezTo>
                      <a:pt x="6" y="5"/>
                      <a:pt x="4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79" name="Freeform 1093">
                <a:extLst>
                  <a:ext uri="{FF2B5EF4-FFF2-40B4-BE49-F238E27FC236}">
                    <a16:creationId xmlns:a16="http://schemas.microsoft.com/office/drawing/2014/main" id="{53E029DF-0973-45D6-9455-1CD91764C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325"/>
                <a:ext cx="28" cy="62"/>
              </a:xfrm>
              <a:custGeom>
                <a:avLst/>
                <a:gdLst>
                  <a:gd name="T0" fmla="*/ 20 w 17"/>
                  <a:gd name="T1" fmla="*/ 73 h 35"/>
                  <a:gd name="T2" fmla="*/ 41 w 17"/>
                  <a:gd name="T3" fmla="*/ 195 h 35"/>
                  <a:gd name="T4" fmla="*/ 26 w 17"/>
                  <a:gd name="T5" fmla="*/ 28 h 35"/>
                  <a:gd name="T6" fmla="*/ 76 w 17"/>
                  <a:gd name="T7" fmla="*/ 101 h 35"/>
                  <a:gd name="T8" fmla="*/ 41 w 17"/>
                  <a:gd name="T9" fmla="*/ 66 h 35"/>
                  <a:gd name="T10" fmla="*/ 43 w 17"/>
                  <a:gd name="T11" fmla="*/ 117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5">
                    <a:moveTo>
                      <a:pt x="4" y="13"/>
                    </a:moveTo>
                    <a:cubicBezTo>
                      <a:pt x="6" y="20"/>
                      <a:pt x="6" y="28"/>
                      <a:pt x="9" y="35"/>
                    </a:cubicBezTo>
                    <a:cubicBezTo>
                      <a:pt x="7" y="29"/>
                      <a:pt x="0" y="9"/>
                      <a:pt x="6" y="5"/>
                    </a:cubicBezTo>
                    <a:cubicBezTo>
                      <a:pt x="11" y="0"/>
                      <a:pt x="14" y="14"/>
                      <a:pt x="17" y="18"/>
                    </a:cubicBezTo>
                    <a:cubicBezTo>
                      <a:pt x="16" y="14"/>
                      <a:pt x="13" y="12"/>
                      <a:pt x="9" y="12"/>
                    </a:cubicBezTo>
                    <a:cubicBezTo>
                      <a:pt x="7" y="14"/>
                      <a:pt x="8" y="18"/>
                      <a:pt x="1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80" name="Freeform 1094">
                <a:extLst>
                  <a:ext uri="{FF2B5EF4-FFF2-40B4-BE49-F238E27FC236}">
                    <a16:creationId xmlns:a16="http://schemas.microsoft.com/office/drawing/2014/main" id="{BA4CD2FD-FCAC-418A-8E4D-01BEF2F96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316"/>
                <a:ext cx="24" cy="45"/>
              </a:xfrm>
              <a:custGeom>
                <a:avLst/>
                <a:gdLst>
                  <a:gd name="T0" fmla="*/ 45 w 14"/>
                  <a:gd name="T1" fmla="*/ 0 h 25"/>
                  <a:gd name="T2" fmla="*/ 45 w 14"/>
                  <a:gd name="T3" fmla="*/ 146 h 25"/>
                  <a:gd name="T4" fmla="*/ 70 w 14"/>
                  <a:gd name="T5" fmla="*/ 2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5">
                    <a:moveTo>
                      <a:pt x="9" y="0"/>
                    </a:moveTo>
                    <a:cubicBezTo>
                      <a:pt x="0" y="1"/>
                      <a:pt x="6" y="20"/>
                      <a:pt x="9" y="25"/>
                    </a:cubicBezTo>
                    <a:cubicBezTo>
                      <a:pt x="10" y="17"/>
                      <a:pt x="7" y="10"/>
                      <a:pt x="1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81" name="Freeform 1095">
                <a:extLst>
                  <a:ext uri="{FF2B5EF4-FFF2-40B4-BE49-F238E27FC236}">
                    <a16:creationId xmlns:a16="http://schemas.microsoft.com/office/drawing/2014/main" id="{CB3A8C66-31DB-4049-99A7-5150C4FB4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378"/>
                <a:ext cx="36" cy="55"/>
              </a:xfrm>
              <a:custGeom>
                <a:avLst/>
                <a:gdLst>
                  <a:gd name="T0" fmla="*/ 0 w 22"/>
                  <a:gd name="T1" fmla="*/ 174 h 31"/>
                  <a:gd name="T2" fmla="*/ 34 w 22"/>
                  <a:gd name="T3" fmla="*/ 28 h 31"/>
                  <a:gd name="T4" fmla="*/ 88 w 22"/>
                  <a:gd name="T5" fmla="*/ 78 h 31"/>
                  <a:gd name="T6" fmla="*/ 21 w 22"/>
                  <a:gd name="T7" fmla="*/ 106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1">
                    <a:moveTo>
                      <a:pt x="0" y="31"/>
                    </a:moveTo>
                    <a:cubicBezTo>
                      <a:pt x="0" y="25"/>
                      <a:pt x="2" y="8"/>
                      <a:pt x="8" y="5"/>
                    </a:cubicBezTo>
                    <a:cubicBezTo>
                      <a:pt x="14" y="0"/>
                      <a:pt x="22" y="7"/>
                      <a:pt x="20" y="14"/>
                    </a:cubicBezTo>
                    <a:cubicBezTo>
                      <a:pt x="16" y="11"/>
                      <a:pt x="2" y="12"/>
                      <a:pt x="5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82" name="Freeform 1096">
                <a:extLst>
                  <a:ext uri="{FF2B5EF4-FFF2-40B4-BE49-F238E27FC236}">
                    <a16:creationId xmlns:a16="http://schemas.microsoft.com/office/drawing/2014/main" id="{E43EA4FC-3DF6-4CD6-95A5-30FC9D580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3517"/>
                <a:ext cx="33" cy="61"/>
              </a:xfrm>
              <a:custGeom>
                <a:avLst/>
                <a:gdLst>
                  <a:gd name="T0" fmla="*/ 21 w 20"/>
                  <a:gd name="T1" fmla="*/ 196 h 34"/>
                  <a:gd name="T2" fmla="*/ 35 w 20"/>
                  <a:gd name="T3" fmla="*/ 23 h 34"/>
                  <a:gd name="T4" fmla="*/ 89 w 20"/>
                  <a:gd name="T5" fmla="*/ 57 h 34"/>
                  <a:gd name="T6" fmla="*/ 28 w 20"/>
                  <a:gd name="T7" fmla="*/ 10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5" y="34"/>
                    </a:moveTo>
                    <a:cubicBezTo>
                      <a:pt x="4" y="27"/>
                      <a:pt x="0" y="9"/>
                      <a:pt x="8" y="4"/>
                    </a:cubicBezTo>
                    <a:cubicBezTo>
                      <a:pt x="14" y="0"/>
                      <a:pt x="17" y="4"/>
                      <a:pt x="20" y="10"/>
                    </a:cubicBezTo>
                    <a:cubicBezTo>
                      <a:pt x="13" y="5"/>
                      <a:pt x="8" y="11"/>
                      <a:pt x="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83" name="Freeform 1097">
                <a:extLst>
                  <a:ext uri="{FF2B5EF4-FFF2-40B4-BE49-F238E27FC236}">
                    <a16:creationId xmlns:a16="http://schemas.microsoft.com/office/drawing/2014/main" id="{AA452FF6-B33A-43A8-8433-714A5F6C0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3498"/>
                <a:ext cx="18" cy="53"/>
              </a:xfrm>
              <a:custGeom>
                <a:avLst/>
                <a:gdLst>
                  <a:gd name="T0" fmla="*/ 0 w 11"/>
                  <a:gd name="T1" fmla="*/ 21 h 30"/>
                  <a:gd name="T2" fmla="*/ 41 w 11"/>
                  <a:gd name="T3" fmla="*/ 166 h 30"/>
                  <a:gd name="T4" fmla="*/ 34 w 11"/>
                  <a:gd name="T5" fmla="*/ 60 h 30"/>
                  <a:gd name="T6" fmla="*/ 43 w 11"/>
                  <a:gd name="T7" fmla="*/ 28 h 30"/>
                  <a:gd name="T8" fmla="*/ 13 w 11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0">
                    <a:moveTo>
                      <a:pt x="0" y="4"/>
                    </a:moveTo>
                    <a:cubicBezTo>
                      <a:pt x="1" y="13"/>
                      <a:pt x="4" y="23"/>
                      <a:pt x="9" y="30"/>
                    </a:cubicBezTo>
                    <a:cubicBezTo>
                      <a:pt x="11" y="24"/>
                      <a:pt x="6" y="18"/>
                      <a:pt x="8" y="11"/>
                    </a:cubicBezTo>
                    <a:cubicBezTo>
                      <a:pt x="9" y="8"/>
                      <a:pt x="11" y="8"/>
                      <a:pt x="10" y="5"/>
                    </a:cubicBezTo>
                    <a:cubicBezTo>
                      <a:pt x="9" y="2"/>
                      <a:pt x="6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84" name="Freeform 1098">
                <a:extLst>
                  <a:ext uri="{FF2B5EF4-FFF2-40B4-BE49-F238E27FC236}">
                    <a16:creationId xmlns:a16="http://schemas.microsoft.com/office/drawing/2014/main" id="{4137C82D-899B-47D2-AFD6-DFDFBD48C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3499"/>
                <a:ext cx="27" cy="52"/>
              </a:xfrm>
              <a:custGeom>
                <a:avLst/>
                <a:gdLst>
                  <a:gd name="T0" fmla="*/ 57 w 16"/>
                  <a:gd name="T1" fmla="*/ 0 h 29"/>
                  <a:gd name="T2" fmla="*/ 54 w 16"/>
                  <a:gd name="T3" fmla="*/ 167 h 29"/>
                  <a:gd name="T4" fmla="*/ 54 w 16"/>
                  <a:gd name="T5" fmla="*/ 74 h 29"/>
                  <a:gd name="T6" fmla="*/ 78 w 16"/>
                  <a:gd name="T7" fmla="*/ 1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9">
                    <a:moveTo>
                      <a:pt x="12" y="0"/>
                    </a:moveTo>
                    <a:cubicBezTo>
                      <a:pt x="0" y="0"/>
                      <a:pt x="8" y="24"/>
                      <a:pt x="11" y="29"/>
                    </a:cubicBezTo>
                    <a:cubicBezTo>
                      <a:pt x="13" y="25"/>
                      <a:pt x="9" y="19"/>
                      <a:pt x="11" y="13"/>
                    </a:cubicBezTo>
                    <a:cubicBezTo>
                      <a:pt x="12" y="9"/>
                      <a:pt x="16" y="7"/>
                      <a:pt x="1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85" name="Freeform 1099">
                <a:extLst>
                  <a:ext uri="{FF2B5EF4-FFF2-40B4-BE49-F238E27FC236}">
                    <a16:creationId xmlns:a16="http://schemas.microsoft.com/office/drawing/2014/main" id="{F9539C6F-C435-4592-802B-42A420A7F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3108"/>
                <a:ext cx="15" cy="37"/>
              </a:xfrm>
              <a:custGeom>
                <a:avLst/>
                <a:gdLst>
                  <a:gd name="T0" fmla="*/ 0 w 9"/>
                  <a:gd name="T1" fmla="*/ 0 h 21"/>
                  <a:gd name="T2" fmla="*/ 8 w 9"/>
                  <a:gd name="T3" fmla="*/ 115 h 21"/>
                  <a:gd name="T4" fmla="*/ 20 w 9"/>
                  <a:gd name="T5" fmla="*/ 56 h 21"/>
                  <a:gd name="T6" fmla="*/ 33 w 9"/>
                  <a:gd name="T7" fmla="*/ 3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0" y="0"/>
                    </a:moveTo>
                    <a:cubicBezTo>
                      <a:pt x="0" y="7"/>
                      <a:pt x="0" y="14"/>
                      <a:pt x="2" y="21"/>
                    </a:cubicBezTo>
                    <a:cubicBezTo>
                      <a:pt x="5" y="18"/>
                      <a:pt x="3" y="14"/>
                      <a:pt x="4" y="10"/>
                    </a:cubicBezTo>
                    <a:cubicBezTo>
                      <a:pt x="5" y="7"/>
                      <a:pt x="9" y="9"/>
                      <a:pt x="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86" name="Freeform 1100">
                <a:extLst>
                  <a:ext uri="{FF2B5EF4-FFF2-40B4-BE49-F238E27FC236}">
                    <a16:creationId xmlns:a16="http://schemas.microsoft.com/office/drawing/2014/main" id="{49B682BA-9E2C-453C-95B7-85607E609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974"/>
                <a:ext cx="22" cy="40"/>
              </a:xfrm>
              <a:custGeom>
                <a:avLst/>
                <a:gdLst>
                  <a:gd name="T0" fmla="*/ 14 w 13"/>
                  <a:gd name="T1" fmla="*/ 133 h 22"/>
                  <a:gd name="T2" fmla="*/ 42 w 13"/>
                  <a:gd name="T3" fmla="*/ 0 h 22"/>
                  <a:gd name="T4" fmla="*/ 63 w 13"/>
                  <a:gd name="T5" fmla="*/ 96 h 22"/>
                  <a:gd name="T6" fmla="*/ 29 w 13"/>
                  <a:gd name="T7" fmla="*/ 7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2">
                    <a:moveTo>
                      <a:pt x="3" y="22"/>
                    </a:moveTo>
                    <a:cubicBezTo>
                      <a:pt x="0" y="17"/>
                      <a:pt x="4" y="3"/>
                      <a:pt x="9" y="0"/>
                    </a:cubicBezTo>
                    <a:cubicBezTo>
                      <a:pt x="11" y="5"/>
                      <a:pt x="13" y="10"/>
                      <a:pt x="13" y="16"/>
                    </a:cubicBezTo>
                    <a:cubicBezTo>
                      <a:pt x="11" y="13"/>
                      <a:pt x="9" y="7"/>
                      <a:pt x="6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87" name="Freeform 1101">
                <a:extLst>
                  <a:ext uri="{FF2B5EF4-FFF2-40B4-BE49-F238E27FC236}">
                    <a16:creationId xmlns:a16="http://schemas.microsoft.com/office/drawing/2014/main" id="{3BBBF95A-F2D6-4021-B000-50BD378E6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695"/>
                <a:ext cx="14" cy="50"/>
              </a:xfrm>
              <a:custGeom>
                <a:avLst/>
                <a:gdLst>
                  <a:gd name="T0" fmla="*/ 0 w 8"/>
                  <a:gd name="T1" fmla="*/ 29 h 28"/>
                  <a:gd name="T2" fmla="*/ 12 w 8"/>
                  <a:gd name="T3" fmla="*/ 159 h 28"/>
                  <a:gd name="T4" fmla="*/ 16 w 8"/>
                  <a:gd name="T5" fmla="*/ 109 h 28"/>
                  <a:gd name="T6" fmla="*/ 44 w 8"/>
                  <a:gd name="T7" fmla="*/ 52 h 28"/>
                  <a:gd name="T8" fmla="*/ 21 w 8"/>
                  <a:gd name="T9" fmla="*/ 13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8">
                    <a:moveTo>
                      <a:pt x="0" y="5"/>
                    </a:moveTo>
                    <a:cubicBezTo>
                      <a:pt x="0" y="13"/>
                      <a:pt x="0" y="21"/>
                      <a:pt x="2" y="28"/>
                    </a:cubicBezTo>
                    <a:cubicBezTo>
                      <a:pt x="2" y="25"/>
                      <a:pt x="2" y="22"/>
                      <a:pt x="3" y="19"/>
                    </a:cubicBezTo>
                    <a:cubicBezTo>
                      <a:pt x="4" y="16"/>
                      <a:pt x="8" y="12"/>
                      <a:pt x="8" y="9"/>
                    </a:cubicBezTo>
                    <a:cubicBezTo>
                      <a:pt x="8" y="7"/>
                      <a:pt x="6" y="0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88" name="Freeform 1102">
                <a:extLst>
                  <a:ext uri="{FF2B5EF4-FFF2-40B4-BE49-F238E27FC236}">
                    <a16:creationId xmlns:a16="http://schemas.microsoft.com/office/drawing/2014/main" id="{BD764895-E291-485F-AC37-5CCD58FF7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919"/>
                <a:ext cx="15" cy="48"/>
              </a:xfrm>
              <a:custGeom>
                <a:avLst/>
                <a:gdLst>
                  <a:gd name="T0" fmla="*/ 0 w 9"/>
                  <a:gd name="T1" fmla="*/ 7 h 27"/>
                  <a:gd name="T2" fmla="*/ 22 w 9"/>
                  <a:gd name="T3" fmla="*/ 151 h 27"/>
                  <a:gd name="T4" fmla="*/ 42 w 9"/>
                  <a:gd name="T5" fmla="*/ 44 h 27"/>
                  <a:gd name="T6" fmla="*/ 13 w 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7">
                    <a:moveTo>
                      <a:pt x="0" y="1"/>
                    </a:moveTo>
                    <a:cubicBezTo>
                      <a:pt x="0" y="11"/>
                      <a:pt x="1" y="19"/>
                      <a:pt x="5" y="27"/>
                    </a:cubicBezTo>
                    <a:cubicBezTo>
                      <a:pt x="3" y="21"/>
                      <a:pt x="2" y="12"/>
                      <a:pt x="9" y="8"/>
                    </a:cubicBezTo>
                    <a:cubicBezTo>
                      <a:pt x="8" y="5"/>
                      <a:pt x="6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89" name="Freeform 1103">
                <a:extLst>
                  <a:ext uri="{FF2B5EF4-FFF2-40B4-BE49-F238E27FC236}">
                    <a16:creationId xmlns:a16="http://schemas.microsoft.com/office/drawing/2014/main" id="{1482FDE6-39F1-480B-B828-F92DFE413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3143"/>
                <a:ext cx="140" cy="429"/>
              </a:xfrm>
              <a:custGeom>
                <a:avLst/>
                <a:gdLst>
                  <a:gd name="T0" fmla="*/ 62 w 84"/>
                  <a:gd name="T1" fmla="*/ 0 h 241"/>
                  <a:gd name="T2" fmla="*/ 105 w 84"/>
                  <a:gd name="T3" fmla="*/ 317 h 241"/>
                  <a:gd name="T4" fmla="*/ 138 w 84"/>
                  <a:gd name="T5" fmla="*/ 570 h 241"/>
                  <a:gd name="T6" fmla="*/ 187 w 84"/>
                  <a:gd name="T7" fmla="*/ 833 h 241"/>
                  <a:gd name="T8" fmla="*/ 342 w 84"/>
                  <a:gd name="T9" fmla="*/ 1056 h 241"/>
                  <a:gd name="T10" fmla="*/ 388 w 84"/>
                  <a:gd name="T11" fmla="*/ 1235 h 241"/>
                  <a:gd name="T12" fmla="*/ 297 w 84"/>
                  <a:gd name="T13" fmla="*/ 1360 h 241"/>
                  <a:gd name="T14" fmla="*/ 245 w 84"/>
                  <a:gd name="T15" fmla="*/ 1040 h 241"/>
                  <a:gd name="T16" fmla="*/ 105 w 84"/>
                  <a:gd name="T17" fmla="*/ 716 h 241"/>
                  <a:gd name="T18" fmla="*/ 63 w 84"/>
                  <a:gd name="T19" fmla="*/ 564 h 241"/>
                  <a:gd name="T20" fmla="*/ 42 w 84"/>
                  <a:gd name="T21" fmla="*/ 377 h 241"/>
                  <a:gd name="T22" fmla="*/ 5 w 84"/>
                  <a:gd name="T23" fmla="*/ 146 h 241"/>
                  <a:gd name="T24" fmla="*/ 55 w 84"/>
                  <a:gd name="T25" fmla="*/ 7 h 2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241">
                    <a:moveTo>
                      <a:pt x="13" y="0"/>
                    </a:moveTo>
                    <a:cubicBezTo>
                      <a:pt x="8" y="19"/>
                      <a:pt x="12" y="41"/>
                      <a:pt x="23" y="56"/>
                    </a:cubicBezTo>
                    <a:cubicBezTo>
                      <a:pt x="31" y="69"/>
                      <a:pt x="29" y="85"/>
                      <a:pt x="30" y="101"/>
                    </a:cubicBezTo>
                    <a:cubicBezTo>
                      <a:pt x="31" y="116"/>
                      <a:pt x="33" y="134"/>
                      <a:pt x="40" y="148"/>
                    </a:cubicBezTo>
                    <a:cubicBezTo>
                      <a:pt x="45" y="160"/>
                      <a:pt x="60" y="186"/>
                      <a:pt x="74" y="187"/>
                    </a:cubicBezTo>
                    <a:cubicBezTo>
                      <a:pt x="74" y="198"/>
                      <a:pt x="79" y="210"/>
                      <a:pt x="84" y="219"/>
                    </a:cubicBezTo>
                    <a:cubicBezTo>
                      <a:pt x="71" y="218"/>
                      <a:pt x="77" y="240"/>
                      <a:pt x="64" y="241"/>
                    </a:cubicBezTo>
                    <a:cubicBezTo>
                      <a:pt x="64" y="214"/>
                      <a:pt x="65" y="208"/>
                      <a:pt x="53" y="184"/>
                    </a:cubicBezTo>
                    <a:cubicBezTo>
                      <a:pt x="45" y="168"/>
                      <a:pt x="29" y="144"/>
                      <a:pt x="23" y="127"/>
                    </a:cubicBezTo>
                    <a:cubicBezTo>
                      <a:pt x="20" y="118"/>
                      <a:pt x="15" y="109"/>
                      <a:pt x="14" y="100"/>
                    </a:cubicBezTo>
                    <a:cubicBezTo>
                      <a:pt x="13" y="88"/>
                      <a:pt x="12" y="79"/>
                      <a:pt x="9" y="67"/>
                    </a:cubicBezTo>
                    <a:cubicBezTo>
                      <a:pt x="6" y="56"/>
                      <a:pt x="0" y="38"/>
                      <a:pt x="1" y="26"/>
                    </a:cubicBezTo>
                    <a:cubicBezTo>
                      <a:pt x="2" y="17"/>
                      <a:pt x="8" y="9"/>
                      <a:pt x="12" y="1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90" name="Freeform 1104">
                <a:extLst>
                  <a:ext uri="{FF2B5EF4-FFF2-40B4-BE49-F238E27FC236}">
                    <a16:creationId xmlns:a16="http://schemas.microsoft.com/office/drawing/2014/main" id="{E10023BE-958A-448A-86DB-D92866A00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3309"/>
                <a:ext cx="50" cy="75"/>
              </a:xfrm>
              <a:custGeom>
                <a:avLst/>
                <a:gdLst>
                  <a:gd name="T0" fmla="*/ 0 w 30"/>
                  <a:gd name="T1" fmla="*/ 13 h 42"/>
                  <a:gd name="T2" fmla="*/ 28 w 30"/>
                  <a:gd name="T3" fmla="*/ 109 h 42"/>
                  <a:gd name="T4" fmla="*/ 37 w 30"/>
                  <a:gd name="T5" fmla="*/ 175 h 42"/>
                  <a:gd name="T6" fmla="*/ 92 w 30"/>
                  <a:gd name="T7" fmla="*/ 202 h 42"/>
                  <a:gd name="T8" fmla="*/ 133 w 30"/>
                  <a:gd name="T9" fmla="*/ 239 h 42"/>
                  <a:gd name="T10" fmla="*/ 112 w 30"/>
                  <a:gd name="T11" fmla="*/ 125 h 42"/>
                  <a:gd name="T12" fmla="*/ 55 w 30"/>
                  <a:gd name="T13" fmla="*/ 68 h 42"/>
                  <a:gd name="T14" fmla="*/ 8 w 30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2">
                    <a:moveTo>
                      <a:pt x="0" y="2"/>
                    </a:moveTo>
                    <a:cubicBezTo>
                      <a:pt x="0" y="8"/>
                      <a:pt x="4" y="14"/>
                      <a:pt x="6" y="19"/>
                    </a:cubicBezTo>
                    <a:cubicBezTo>
                      <a:pt x="6" y="22"/>
                      <a:pt x="6" y="29"/>
                      <a:pt x="8" y="31"/>
                    </a:cubicBezTo>
                    <a:cubicBezTo>
                      <a:pt x="10" y="33"/>
                      <a:pt x="18" y="33"/>
                      <a:pt x="20" y="35"/>
                    </a:cubicBezTo>
                    <a:cubicBezTo>
                      <a:pt x="24" y="37"/>
                      <a:pt x="26" y="39"/>
                      <a:pt x="29" y="42"/>
                    </a:cubicBezTo>
                    <a:cubicBezTo>
                      <a:pt x="25" y="35"/>
                      <a:pt x="30" y="28"/>
                      <a:pt x="24" y="22"/>
                    </a:cubicBezTo>
                    <a:cubicBezTo>
                      <a:pt x="19" y="19"/>
                      <a:pt x="15" y="17"/>
                      <a:pt x="12" y="12"/>
                    </a:cubicBezTo>
                    <a:cubicBezTo>
                      <a:pt x="9" y="8"/>
                      <a:pt x="6" y="3"/>
                      <a:pt x="2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91" name="Freeform 1105">
                <a:extLst>
                  <a:ext uri="{FF2B5EF4-FFF2-40B4-BE49-F238E27FC236}">
                    <a16:creationId xmlns:a16="http://schemas.microsoft.com/office/drawing/2014/main" id="{9E2B5214-73F7-441A-994C-0C67A6546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3546"/>
                <a:ext cx="70" cy="105"/>
              </a:xfrm>
              <a:custGeom>
                <a:avLst/>
                <a:gdLst>
                  <a:gd name="T0" fmla="*/ 20 w 42"/>
                  <a:gd name="T1" fmla="*/ 16 h 59"/>
                  <a:gd name="T2" fmla="*/ 158 w 42"/>
                  <a:gd name="T3" fmla="*/ 187 h 59"/>
                  <a:gd name="T4" fmla="*/ 195 w 42"/>
                  <a:gd name="T5" fmla="*/ 333 h 59"/>
                  <a:gd name="T6" fmla="*/ 133 w 42"/>
                  <a:gd name="T7" fmla="*/ 320 h 59"/>
                  <a:gd name="T8" fmla="*/ 62 w 42"/>
                  <a:gd name="T9" fmla="*/ 333 h 59"/>
                  <a:gd name="T10" fmla="*/ 50 w 42"/>
                  <a:gd name="T11" fmla="*/ 203 h 59"/>
                  <a:gd name="T12" fmla="*/ 5 w 42"/>
                  <a:gd name="T13" fmla="*/ 123 h 59"/>
                  <a:gd name="T14" fmla="*/ 0 w 42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9">
                    <a:moveTo>
                      <a:pt x="4" y="3"/>
                    </a:moveTo>
                    <a:cubicBezTo>
                      <a:pt x="6" y="15"/>
                      <a:pt x="21" y="32"/>
                      <a:pt x="34" y="33"/>
                    </a:cubicBezTo>
                    <a:cubicBezTo>
                      <a:pt x="37" y="41"/>
                      <a:pt x="38" y="51"/>
                      <a:pt x="42" y="59"/>
                    </a:cubicBezTo>
                    <a:cubicBezTo>
                      <a:pt x="38" y="59"/>
                      <a:pt x="33" y="57"/>
                      <a:pt x="29" y="57"/>
                    </a:cubicBezTo>
                    <a:cubicBezTo>
                      <a:pt x="24" y="57"/>
                      <a:pt x="18" y="58"/>
                      <a:pt x="13" y="59"/>
                    </a:cubicBezTo>
                    <a:cubicBezTo>
                      <a:pt x="20" y="52"/>
                      <a:pt x="15" y="42"/>
                      <a:pt x="11" y="36"/>
                    </a:cubicBezTo>
                    <a:cubicBezTo>
                      <a:pt x="7" y="32"/>
                      <a:pt x="3" y="28"/>
                      <a:pt x="1" y="22"/>
                    </a:cubicBezTo>
                    <a:cubicBezTo>
                      <a:pt x="0" y="15"/>
                      <a:pt x="1" y="8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92" name="Freeform 1106">
                <a:extLst>
                  <a:ext uri="{FF2B5EF4-FFF2-40B4-BE49-F238E27FC236}">
                    <a16:creationId xmlns:a16="http://schemas.microsoft.com/office/drawing/2014/main" id="{60AFE509-CB6C-4025-909B-8EC29345E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3282"/>
                <a:ext cx="88" cy="116"/>
              </a:xfrm>
              <a:custGeom>
                <a:avLst/>
                <a:gdLst>
                  <a:gd name="T0" fmla="*/ 0 w 53"/>
                  <a:gd name="T1" fmla="*/ 182 h 65"/>
                  <a:gd name="T2" fmla="*/ 75 w 53"/>
                  <a:gd name="T3" fmla="*/ 268 h 65"/>
                  <a:gd name="T4" fmla="*/ 125 w 53"/>
                  <a:gd name="T5" fmla="*/ 348 h 65"/>
                  <a:gd name="T6" fmla="*/ 179 w 53"/>
                  <a:gd name="T7" fmla="*/ 353 h 65"/>
                  <a:gd name="T8" fmla="*/ 242 w 53"/>
                  <a:gd name="T9" fmla="*/ 369 h 65"/>
                  <a:gd name="T10" fmla="*/ 193 w 53"/>
                  <a:gd name="T11" fmla="*/ 252 h 65"/>
                  <a:gd name="T12" fmla="*/ 174 w 53"/>
                  <a:gd name="T13" fmla="*/ 195 h 65"/>
                  <a:gd name="T14" fmla="*/ 166 w 53"/>
                  <a:gd name="T15" fmla="*/ 130 h 65"/>
                  <a:gd name="T16" fmla="*/ 126 w 53"/>
                  <a:gd name="T17" fmla="*/ 96 h 65"/>
                  <a:gd name="T18" fmla="*/ 37 w 53"/>
                  <a:gd name="T19" fmla="*/ 0 h 65"/>
                  <a:gd name="T20" fmla="*/ 33 w 53"/>
                  <a:gd name="T21" fmla="*/ 166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65">
                    <a:moveTo>
                      <a:pt x="0" y="32"/>
                    </a:moveTo>
                    <a:cubicBezTo>
                      <a:pt x="5" y="37"/>
                      <a:pt x="10" y="42"/>
                      <a:pt x="16" y="47"/>
                    </a:cubicBezTo>
                    <a:cubicBezTo>
                      <a:pt x="21" y="51"/>
                      <a:pt x="23" y="57"/>
                      <a:pt x="27" y="61"/>
                    </a:cubicBezTo>
                    <a:cubicBezTo>
                      <a:pt x="31" y="64"/>
                      <a:pt x="34" y="62"/>
                      <a:pt x="39" y="62"/>
                    </a:cubicBezTo>
                    <a:cubicBezTo>
                      <a:pt x="44" y="63"/>
                      <a:pt x="49" y="65"/>
                      <a:pt x="53" y="65"/>
                    </a:cubicBezTo>
                    <a:cubicBezTo>
                      <a:pt x="51" y="57"/>
                      <a:pt x="45" y="51"/>
                      <a:pt x="42" y="44"/>
                    </a:cubicBezTo>
                    <a:cubicBezTo>
                      <a:pt x="41" y="41"/>
                      <a:pt x="39" y="38"/>
                      <a:pt x="38" y="34"/>
                    </a:cubicBezTo>
                    <a:cubicBezTo>
                      <a:pt x="37" y="31"/>
                      <a:pt x="37" y="27"/>
                      <a:pt x="36" y="23"/>
                    </a:cubicBezTo>
                    <a:cubicBezTo>
                      <a:pt x="34" y="19"/>
                      <a:pt x="31" y="20"/>
                      <a:pt x="28" y="17"/>
                    </a:cubicBezTo>
                    <a:cubicBezTo>
                      <a:pt x="20" y="13"/>
                      <a:pt x="15" y="3"/>
                      <a:pt x="8" y="0"/>
                    </a:cubicBezTo>
                    <a:cubicBezTo>
                      <a:pt x="11" y="11"/>
                      <a:pt x="17" y="21"/>
                      <a:pt x="7" y="29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93" name="Freeform 1107">
                <a:extLst>
                  <a:ext uri="{FF2B5EF4-FFF2-40B4-BE49-F238E27FC236}">
                    <a16:creationId xmlns:a16="http://schemas.microsoft.com/office/drawing/2014/main" id="{818DDB43-C543-4F5D-92BB-B290F649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385"/>
                <a:ext cx="86" cy="155"/>
              </a:xfrm>
              <a:custGeom>
                <a:avLst/>
                <a:gdLst>
                  <a:gd name="T0" fmla="*/ 8 w 51"/>
                  <a:gd name="T1" fmla="*/ 36 h 87"/>
                  <a:gd name="T2" fmla="*/ 96 w 51"/>
                  <a:gd name="T3" fmla="*/ 374 h 87"/>
                  <a:gd name="T4" fmla="*/ 182 w 51"/>
                  <a:gd name="T5" fmla="*/ 426 h 87"/>
                  <a:gd name="T6" fmla="*/ 245 w 51"/>
                  <a:gd name="T7" fmla="*/ 492 h 87"/>
                  <a:gd name="T8" fmla="*/ 196 w 51"/>
                  <a:gd name="T9" fmla="*/ 175 h 87"/>
                  <a:gd name="T10" fmla="*/ 105 w 51"/>
                  <a:gd name="T11" fmla="*/ 130 h 87"/>
                  <a:gd name="T12" fmla="*/ 57 w 51"/>
                  <a:gd name="T13" fmla="*/ 66 h 87"/>
                  <a:gd name="T14" fmla="*/ 0 w 51"/>
                  <a:gd name="T15" fmla="*/ 0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87">
                    <a:moveTo>
                      <a:pt x="2" y="6"/>
                    </a:moveTo>
                    <a:cubicBezTo>
                      <a:pt x="19" y="21"/>
                      <a:pt x="21" y="44"/>
                      <a:pt x="20" y="66"/>
                    </a:cubicBezTo>
                    <a:cubicBezTo>
                      <a:pt x="28" y="66"/>
                      <a:pt x="32" y="70"/>
                      <a:pt x="38" y="75"/>
                    </a:cubicBezTo>
                    <a:cubicBezTo>
                      <a:pt x="42" y="80"/>
                      <a:pt x="48" y="82"/>
                      <a:pt x="51" y="87"/>
                    </a:cubicBezTo>
                    <a:cubicBezTo>
                      <a:pt x="41" y="72"/>
                      <a:pt x="33" y="50"/>
                      <a:pt x="41" y="31"/>
                    </a:cubicBezTo>
                    <a:cubicBezTo>
                      <a:pt x="33" y="30"/>
                      <a:pt x="28" y="29"/>
                      <a:pt x="22" y="23"/>
                    </a:cubicBezTo>
                    <a:cubicBezTo>
                      <a:pt x="18" y="20"/>
                      <a:pt x="16" y="16"/>
                      <a:pt x="12" y="12"/>
                    </a:cubicBezTo>
                    <a:cubicBezTo>
                      <a:pt x="10" y="9"/>
                      <a:pt x="4" y="1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94" name="Freeform 1108">
                <a:extLst>
                  <a:ext uri="{FF2B5EF4-FFF2-40B4-BE49-F238E27FC236}">
                    <a16:creationId xmlns:a16="http://schemas.microsoft.com/office/drawing/2014/main" id="{64C71617-36F6-4683-BB9C-607011A18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627"/>
                <a:ext cx="47" cy="24"/>
              </a:xfrm>
              <a:custGeom>
                <a:avLst/>
                <a:gdLst>
                  <a:gd name="T0" fmla="*/ 0 w 28"/>
                  <a:gd name="T1" fmla="*/ 0 h 13"/>
                  <a:gd name="T2" fmla="*/ 84 w 28"/>
                  <a:gd name="T3" fmla="*/ 24 h 13"/>
                  <a:gd name="T4" fmla="*/ 133 w 28"/>
                  <a:gd name="T5" fmla="*/ 76 h 13"/>
                  <a:gd name="T6" fmla="*/ 76 w 28"/>
                  <a:gd name="T7" fmla="*/ 7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3">
                    <a:moveTo>
                      <a:pt x="0" y="0"/>
                    </a:moveTo>
                    <a:cubicBezTo>
                      <a:pt x="5" y="1"/>
                      <a:pt x="12" y="3"/>
                      <a:pt x="18" y="4"/>
                    </a:cubicBezTo>
                    <a:cubicBezTo>
                      <a:pt x="22" y="5"/>
                      <a:pt x="25" y="9"/>
                      <a:pt x="28" y="12"/>
                    </a:cubicBezTo>
                    <a:cubicBezTo>
                      <a:pt x="24" y="12"/>
                      <a:pt x="19" y="13"/>
                      <a:pt x="16" y="12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95" name="Freeform 1109">
                <a:extLst>
                  <a:ext uri="{FF2B5EF4-FFF2-40B4-BE49-F238E27FC236}">
                    <a16:creationId xmlns:a16="http://schemas.microsoft.com/office/drawing/2014/main" id="{6F9CEF8A-70B7-45B7-A9E1-B34008FB3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3530"/>
                <a:ext cx="30" cy="71"/>
              </a:xfrm>
              <a:custGeom>
                <a:avLst/>
                <a:gdLst>
                  <a:gd name="T0" fmla="*/ 83 w 18"/>
                  <a:gd name="T1" fmla="*/ 0 h 40"/>
                  <a:gd name="T2" fmla="*/ 70 w 18"/>
                  <a:gd name="T3" fmla="*/ 224 h 40"/>
                  <a:gd name="T4" fmla="*/ 0 w 18"/>
                  <a:gd name="T5" fmla="*/ 13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8" y="0"/>
                    </a:moveTo>
                    <a:cubicBezTo>
                      <a:pt x="12" y="13"/>
                      <a:pt x="11" y="27"/>
                      <a:pt x="15" y="40"/>
                    </a:cubicBezTo>
                    <a:cubicBezTo>
                      <a:pt x="9" y="35"/>
                      <a:pt x="5" y="28"/>
                      <a:pt x="0" y="23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96" name="Freeform 1110">
                <a:extLst>
                  <a:ext uri="{FF2B5EF4-FFF2-40B4-BE49-F238E27FC236}">
                    <a16:creationId xmlns:a16="http://schemas.microsoft.com/office/drawing/2014/main" id="{C9E0E6C0-4856-4A77-BD3B-E4DDB262E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784"/>
                <a:ext cx="59" cy="272"/>
              </a:xfrm>
              <a:custGeom>
                <a:avLst/>
                <a:gdLst>
                  <a:gd name="T0" fmla="*/ 37 w 35"/>
                  <a:gd name="T1" fmla="*/ 0 h 153"/>
                  <a:gd name="T2" fmla="*/ 22 w 35"/>
                  <a:gd name="T3" fmla="*/ 231 h 153"/>
                  <a:gd name="T4" fmla="*/ 113 w 35"/>
                  <a:gd name="T5" fmla="*/ 405 h 153"/>
                  <a:gd name="T6" fmla="*/ 133 w 35"/>
                  <a:gd name="T7" fmla="*/ 455 h 153"/>
                  <a:gd name="T8" fmla="*/ 133 w 35"/>
                  <a:gd name="T9" fmla="*/ 544 h 153"/>
                  <a:gd name="T10" fmla="*/ 167 w 35"/>
                  <a:gd name="T11" fmla="*/ 679 h 153"/>
                  <a:gd name="T12" fmla="*/ 140 w 35"/>
                  <a:gd name="T13" fmla="*/ 860 h 153"/>
                  <a:gd name="T14" fmla="*/ 78 w 35"/>
                  <a:gd name="T15" fmla="*/ 635 h 153"/>
                  <a:gd name="T16" fmla="*/ 13 w 35"/>
                  <a:gd name="T17" fmla="*/ 471 h 153"/>
                  <a:gd name="T18" fmla="*/ 8 w 35"/>
                  <a:gd name="T19" fmla="*/ 297 h 153"/>
                  <a:gd name="T20" fmla="*/ 13 w 35"/>
                  <a:gd name="T21" fmla="*/ 135 h 1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153">
                    <a:moveTo>
                      <a:pt x="8" y="0"/>
                    </a:moveTo>
                    <a:cubicBezTo>
                      <a:pt x="3" y="13"/>
                      <a:pt x="1" y="28"/>
                      <a:pt x="5" y="41"/>
                    </a:cubicBezTo>
                    <a:cubicBezTo>
                      <a:pt x="9" y="52"/>
                      <a:pt x="15" y="65"/>
                      <a:pt x="24" y="72"/>
                    </a:cubicBezTo>
                    <a:cubicBezTo>
                      <a:pt x="27" y="76"/>
                      <a:pt x="28" y="75"/>
                      <a:pt x="28" y="81"/>
                    </a:cubicBezTo>
                    <a:cubicBezTo>
                      <a:pt x="27" y="86"/>
                      <a:pt x="27" y="92"/>
                      <a:pt x="28" y="97"/>
                    </a:cubicBezTo>
                    <a:cubicBezTo>
                      <a:pt x="30" y="106"/>
                      <a:pt x="34" y="112"/>
                      <a:pt x="35" y="121"/>
                    </a:cubicBezTo>
                    <a:cubicBezTo>
                      <a:pt x="35" y="131"/>
                      <a:pt x="32" y="143"/>
                      <a:pt x="29" y="153"/>
                    </a:cubicBezTo>
                    <a:cubicBezTo>
                      <a:pt x="22" y="141"/>
                      <a:pt x="21" y="126"/>
                      <a:pt x="16" y="113"/>
                    </a:cubicBezTo>
                    <a:cubicBezTo>
                      <a:pt x="12" y="103"/>
                      <a:pt x="7" y="94"/>
                      <a:pt x="3" y="84"/>
                    </a:cubicBezTo>
                    <a:cubicBezTo>
                      <a:pt x="0" y="75"/>
                      <a:pt x="2" y="62"/>
                      <a:pt x="2" y="53"/>
                    </a:cubicBezTo>
                    <a:cubicBezTo>
                      <a:pt x="2" y="44"/>
                      <a:pt x="5" y="31"/>
                      <a:pt x="3" y="24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97" name="Freeform 1111">
                <a:extLst>
                  <a:ext uri="{FF2B5EF4-FFF2-40B4-BE49-F238E27FC236}">
                    <a16:creationId xmlns:a16="http://schemas.microsoft.com/office/drawing/2014/main" id="{83B0248B-EA90-4973-A2CE-7DEEEB1A8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966"/>
                <a:ext cx="40" cy="144"/>
              </a:xfrm>
              <a:custGeom>
                <a:avLst/>
                <a:gdLst>
                  <a:gd name="T0" fmla="*/ 5 w 24"/>
                  <a:gd name="T1" fmla="*/ 0 h 81"/>
                  <a:gd name="T2" fmla="*/ 13 w 24"/>
                  <a:gd name="T3" fmla="*/ 174 h 81"/>
                  <a:gd name="T4" fmla="*/ 5 w 24"/>
                  <a:gd name="T5" fmla="*/ 260 h 81"/>
                  <a:gd name="T6" fmla="*/ 37 w 24"/>
                  <a:gd name="T7" fmla="*/ 325 h 81"/>
                  <a:gd name="T8" fmla="*/ 88 w 24"/>
                  <a:gd name="T9" fmla="*/ 455 h 81"/>
                  <a:gd name="T10" fmla="*/ 70 w 24"/>
                  <a:gd name="T11" fmla="*/ 208 h 81"/>
                  <a:gd name="T12" fmla="*/ 28 w 24"/>
                  <a:gd name="T13" fmla="*/ 89 h 81"/>
                  <a:gd name="T14" fmla="*/ 22 w 24"/>
                  <a:gd name="T15" fmla="*/ 16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81">
                    <a:moveTo>
                      <a:pt x="1" y="0"/>
                    </a:moveTo>
                    <a:cubicBezTo>
                      <a:pt x="2" y="10"/>
                      <a:pt x="3" y="21"/>
                      <a:pt x="3" y="31"/>
                    </a:cubicBezTo>
                    <a:cubicBezTo>
                      <a:pt x="3" y="35"/>
                      <a:pt x="0" y="43"/>
                      <a:pt x="1" y="46"/>
                    </a:cubicBezTo>
                    <a:cubicBezTo>
                      <a:pt x="1" y="49"/>
                      <a:pt x="6" y="55"/>
                      <a:pt x="8" y="58"/>
                    </a:cubicBezTo>
                    <a:cubicBezTo>
                      <a:pt x="12" y="65"/>
                      <a:pt x="18" y="73"/>
                      <a:pt x="19" y="81"/>
                    </a:cubicBezTo>
                    <a:cubicBezTo>
                      <a:pt x="23" y="65"/>
                      <a:pt x="24" y="52"/>
                      <a:pt x="15" y="37"/>
                    </a:cubicBezTo>
                    <a:cubicBezTo>
                      <a:pt x="12" y="31"/>
                      <a:pt x="7" y="23"/>
                      <a:pt x="6" y="16"/>
                    </a:cubicBezTo>
                    <a:cubicBezTo>
                      <a:pt x="6" y="12"/>
                      <a:pt x="9" y="7"/>
                      <a:pt x="5" y="3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63" name="Group 1112">
              <a:extLst>
                <a:ext uri="{FF2B5EF4-FFF2-40B4-BE49-F238E27FC236}">
                  <a16:creationId xmlns:a16="http://schemas.microsoft.com/office/drawing/2014/main" id="{4A4780FE-4E7A-4D43-9387-76DCDEE4BA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5" y="2684"/>
              <a:ext cx="870" cy="970"/>
              <a:chOff x="1005" y="2684"/>
              <a:chExt cx="870" cy="970"/>
            </a:xfrm>
          </p:grpSpPr>
          <p:sp>
            <p:nvSpPr>
              <p:cNvPr id="123298" name="Freeform 1113">
                <a:extLst>
                  <a:ext uri="{FF2B5EF4-FFF2-40B4-BE49-F238E27FC236}">
                    <a16:creationId xmlns:a16="http://schemas.microsoft.com/office/drawing/2014/main" id="{FA01F914-E6F0-42E3-8CC4-565556767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3047"/>
                <a:ext cx="10" cy="84"/>
              </a:xfrm>
              <a:custGeom>
                <a:avLst/>
                <a:gdLst>
                  <a:gd name="T0" fmla="*/ 0 w 6"/>
                  <a:gd name="T1" fmla="*/ 154 h 47"/>
                  <a:gd name="T2" fmla="*/ 5 w 6"/>
                  <a:gd name="T3" fmla="*/ 268 h 47"/>
                  <a:gd name="T4" fmla="*/ 22 w 6"/>
                  <a:gd name="T5" fmla="*/ 122 h 47"/>
                  <a:gd name="T6" fmla="*/ 8 w 6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7">
                    <a:moveTo>
                      <a:pt x="0" y="27"/>
                    </a:moveTo>
                    <a:cubicBezTo>
                      <a:pt x="2" y="33"/>
                      <a:pt x="1" y="41"/>
                      <a:pt x="1" y="47"/>
                    </a:cubicBezTo>
                    <a:cubicBezTo>
                      <a:pt x="5" y="41"/>
                      <a:pt x="5" y="29"/>
                      <a:pt x="5" y="21"/>
                    </a:cubicBezTo>
                    <a:cubicBezTo>
                      <a:pt x="6" y="14"/>
                      <a:pt x="4" y="6"/>
                      <a:pt x="2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99" name="Freeform 1114">
                <a:extLst>
                  <a:ext uri="{FF2B5EF4-FFF2-40B4-BE49-F238E27FC236}">
                    <a16:creationId xmlns:a16="http://schemas.microsoft.com/office/drawing/2014/main" id="{BCC26478-2D48-44E9-9C4F-8A9102F27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3161"/>
                <a:ext cx="83" cy="79"/>
              </a:xfrm>
              <a:custGeom>
                <a:avLst/>
                <a:gdLst>
                  <a:gd name="T0" fmla="*/ 0 w 50"/>
                  <a:gd name="T1" fmla="*/ 16 h 44"/>
                  <a:gd name="T2" fmla="*/ 126 w 50"/>
                  <a:gd name="T3" fmla="*/ 255 h 44"/>
                  <a:gd name="T4" fmla="*/ 229 w 50"/>
                  <a:gd name="T5" fmla="*/ 41 h 44"/>
                  <a:gd name="T6" fmla="*/ 0 w 50"/>
                  <a:gd name="T7" fmla="*/ 13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4">
                    <a:moveTo>
                      <a:pt x="0" y="3"/>
                    </a:moveTo>
                    <a:cubicBezTo>
                      <a:pt x="15" y="8"/>
                      <a:pt x="22" y="31"/>
                      <a:pt x="28" y="44"/>
                    </a:cubicBezTo>
                    <a:cubicBezTo>
                      <a:pt x="26" y="26"/>
                      <a:pt x="44" y="21"/>
                      <a:pt x="50" y="7"/>
                    </a:cubicBezTo>
                    <a:cubicBezTo>
                      <a:pt x="31" y="26"/>
                      <a:pt x="19" y="0"/>
                      <a:pt x="0" y="2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00" name="Freeform 1115">
                <a:extLst>
                  <a:ext uri="{FF2B5EF4-FFF2-40B4-BE49-F238E27FC236}">
                    <a16:creationId xmlns:a16="http://schemas.microsoft.com/office/drawing/2014/main" id="{DFDD4844-9C4F-417C-AF18-53C81F57F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779"/>
                <a:ext cx="42" cy="39"/>
              </a:xfrm>
              <a:custGeom>
                <a:avLst/>
                <a:gdLst>
                  <a:gd name="T0" fmla="*/ 0 w 25"/>
                  <a:gd name="T1" fmla="*/ 16 h 22"/>
                  <a:gd name="T2" fmla="*/ 49 w 25"/>
                  <a:gd name="T3" fmla="*/ 50 h 22"/>
                  <a:gd name="T4" fmla="*/ 67 w 25"/>
                  <a:gd name="T5" fmla="*/ 122 h 22"/>
                  <a:gd name="T6" fmla="*/ 119 w 25"/>
                  <a:gd name="T7" fmla="*/ 12 h 22"/>
                  <a:gd name="T8" fmla="*/ 0 w 25"/>
                  <a:gd name="T9" fmla="*/ 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2">
                    <a:moveTo>
                      <a:pt x="0" y="3"/>
                    </a:moveTo>
                    <a:cubicBezTo>
                      <a:pt x="3" y="5"/>
                      <a:pt x="7" y="5"/>
                      <a:pt x="10" y="9"/>
                    </a:cubicBezTo>
                    <a:cubicBezTo>
                      <a:pt x="13" y="12"/>
                      <a:pt x="13" y="18"/>
                      <a:pt x="14" y="22"/>
                    </a:cubicBezTo>
                    <a:cubicBezTo>
                      <a:pt x="16" y="13"/>
                      <a:pt x="20" y="9"/>
                      <a:pt x="25" y="2"/>
                    </a:cubicBezTo>
                    <a:cubicBezTo>
                      <a:pt x="17" y="7"/>
                      <a:pt x="8" y="0"/>
                      <a:pt x="0" y="1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01" name="Freeform 1116">
                <a:extLst>
                  <a:ext uri="{FF2B5EF4-FFF2-40B4-BE49-F238E27FC236}">
                    <a16:creationId xmlns:a16="http://schemas.microsoft.com/office/drawing/2014/main" id="{435BFDC8-71AD-47DB-A791-36DE6AD94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3446"/>
                <a:ext cx="47" cy="94"/>
              </a:xfrm>
              <a:custGeom>
                <a:avLst/>
                <a:gdLst>
                  <a:gd name="T0" fmla="*/ 0 w 28"/>
                  <a:gd name="T1" fmla="*/ 0 h 53"/>
                  <a:gd name="T2" fmla="*/ 67 w 28"/>
                  <a:gd name="T3" fmla="*/ 135 h 53"/>
                  <a:gd name="T4" fmla="*/ 119 w 28"/>
                  <a:gd name="T5" fmla="*/ 296 h 53"/>
                  <a:gd name="T6" fmla="*/ 99 w 28"/>
                  <a:gd name="T7" fmla="*/ 85 h 53"/>
                  <a:gd name="T8" fmla="*/ 29 w 28"/>
                  <a:gd name="T9" fmla="*/ 5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3">
                    <a:moveTo>
                      <a:pt x="0" y="0"/>
                    </a:moveTo>
                    <a:cubicBezTo>
                      <a:pt x="1" y="11"/>
                      <a:pt x="8" y="16"/>
                      <a:pt x="14" y="24"/>
                    </a:cubicBezTo>
                    <a:cubicBezTo>
                      <a:pt x="21" y="32"/>
                      <a:pt x="19" y="45"/>
                      <a:pt x="25" y="53"/>
                    </a:cubicBezTo>
                    <a:cubicBezTo>
                      <a:pt x="28" y="39"/>
                      <a:pt x="22" y="28"/>
                      <a:pt x="21" y="15"/>
                    </a:cubicBezTo>
                    <a:cubicBezTo>
                      <a:pt x="15" y="16"/>
                      <a:pt x="10" y="14"/>
                      <a:pt x="6" y="9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02" name="Freeform 1117">
                <a:extLst>
                  <a:ext uri="{FF2B5EF4-FFF2-40B4-BE49-F238E27FC236}">
                    <a16:creationId xmlns:a16="http://schemas.microsoft.com/office/drawing/2014/main" id="{6AC668C1-2133-4D56-BAE4-6C6F64EDA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3229"/>
                <a:ext cx="23" cy="83"/>
              </a:xfrm>
              <a:custGeom>
                <a:avLst/>
                <a:gdLst>
                  <a:gd name="T0" fmla="*/ 0 w 14"/>
                  <a:gd name="T1" fmla="*/ 0 h 47"/>
                  <a:gd name="T2" fmla="*/ 49 w 14"/>
                  <a:gd name="T3" fmla="*/ 115 h 47"/>
                  <a:gd name="T4" fmla="*/ 49 w 14"/>
                  <a:gd name="T5" fmla="*/ 260 h 47"/>
                  <a:gd name="T6" fmla="*/ 21 w 14"/>
                  <a:gd name="T7" fmla="*/ 154 h 47"/>
                  <a:gd name="T8" fmla="*/ 13 w 14"/>
                  <a:gd name="T9" fmla="*/ 3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7">
                    <a:moveTo>
                      <a:pt x="0" y="0"/>
                    </a:moveTo>
                    <a:cubicBezTo>
                      <a:pt x="3" y="8"/>
                      <a:pt x="9" y="14"/>
                      <a:pt x="11" y="21"/>
                    </a:cubicBezTo>
                    <a:cubicBezTo>
                      <a:pt x="14" y="28"/>
                      <a:pt x="10" y="38"/>
                      <a:pt x="11" y="47"/>
                    </a:cubicBezTo>
                    <a:cubicBezTo>
                      <a:pt x="11" y="40"/>
                      <a:pt x="6" y="35"/>
                      <a:pt x="5" y="28"/>
                    </a:cubicBezTo>
                    <a:cubicBezTo>
                      <a:pt x="3" y="22"/>
                      <a:pt x="3" y="14"/>
                      <a:pt x="3" y="7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03" name="Freeform 1118">
                <a:extLst>
                  <a:ext uri="{FF2B5EF4-FFF2-40B4-BE49-F238E27FC236}">
                    <a16:creationId xmlns:a16="http://schemas.microsoft.com/office/drawing/2014/main" id="{347F80CD-018D-44AD-8661-895D961DC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3186"/>
                <a:ext cx="28" cy="32"/>
              </a:xfrm>
              <a:custGeom>
                <a:avLst/>
                <a:gdLst>
                  <a:gd name="T0" fmla="*/ 0 w 17"/>
                  <a:gd name="T1" fmla="*/ 0 h 18"/>
                  <a:gd name="T2" fmla="*/ 43 w 17"/>
                  <a:gd name="T3" fmla="*/ 101 h 18"/>
                  <a:gd name="T4" fmla="*/ 76 w 17"/>
                  <a:gd name="T5" fmla="*/ 28 h 18"/>
                  <a:gd name="T6" fmla="*/ 21 w 17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0" y="0"/>
                    </a:moveTo>
                    <a:cubicBezTo>
                      <a:pt x="4" y="6"/>
                      <a:pt x="9" y="11"/>
                      <a:pt x="10" y="18"/>
                    </a:cubicBezTo>
                    <a:cubicBezTo>
                      <a:pt x="10" y="12"/>
                      <a:pt x="11" y="7"/>
                      <a:pt x="17" y="5"/>
                    </a:cubicBezTo>
                    <a:cubicBezTo>
                      <a:pt x="13" y="6"/>
                      <a:pt x="8" y="7"/>
                      <a:pt x="5" y="4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04" name="Freeform 1119">
                <a:extLst>
                  <a:ext uri="{FF2B5EF4-FFF2-40B4-BE49-F238E27FC236}">
                    <a16:creationId xmlns:a16="http://schemas.microsoft.com/office/drawing/2014/main" id="{CB812B46-AEDF-4102-A51C-B0E88C2B6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3329"/>
                <a:ext cx="21" cy="37"/>
              </a:xfrm>
              <a:custGeom>
                <a:avLst/>
                <a:gdLst>
                  <a:gd name="T0" fmla="*/ 0 w 13"/>
                  <a:gd name="T1" fmla="*/ 0 h 21"/>
                  <a:gd name="T2" fmla="*/ 13 w 13"/>
                  <a:gd name="T3" fmla="*/ 115 h 21"/>
                  <a:gd name="T4" fmla="*/ 55 w 13"/>
                  <a:gd name="T5" fmla="*/ 109 h 21"/>
                  <a:gd name="T6" fmla="*/ 8 w 13"/>
                  <a:gd name="T7" fmla="*/ 3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0" y="0"/>
                    </a:moveTo>
                    <a:cubicBezTo>
                      <a:pt x="3" y="7"/>
                      <a:pt x="0" y="15"/>
                      <a:pt x="3" y="21"/>
                    </a:cubicBezTo>
                    <a:cubicBezTo>
                      <a:pt x="6" y="20"/>
                      <a:pt x="10" y="19"/>
                      <a:pt x="13" y="20"/>
                    </a:cubicBezTo>
                    <a:cubicBezTo>
                      <a:pt x="6" y="20"/>
                      <a:pt x="6" y="10"/>
                      <a:pt x="2" y="6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05" name="Freeform 1120">
                <a:extLst>
                  <a:ext uri="{FF2B5EF4-FFF2-40B4-BE49-F238E27FC236}">
                    <a16:creationId xmlns:a16="http://schemas.microsoft.com/office/drawing/2014/main" id="{24059B15-9800-4137-8AE7-360FAF08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3373"/>
                <a:ext cx="28" cy="20"/>
              </a:xfrm>
              <a:custGeom>
                <a:avLst/>
                <a:gdLst>
                  <a:gd name="T0" fmla="*/ 0 w 17"/>
                  <a:gd name="T1" fmla="*/ 7 h 11"/>
                  <a:gd name="T2" fmla="*/ 33 w 17"/>
                  <a:gd name="T3" fmla="*/ 65 h 11"/>
                  <a:gd name="T4" fmla="*/ 76 w 17"/>
                  <a:gd name="T5" fmla="*/ 44 h 11"/>
                  <a:gd name="T6" fmla="*/ 0 w 1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0" y="1"/>
                    </a:moveTo>
                    <a:cubicBezTo>
                      <a:pt x="3" y="4"/>
                      <a:pt x="5" y="8"/>
                      <a:pt x="7" y="11"/>
                    </a:cubicBezTo>
                    <a:cubicBezTo>
                      <a:pt x="10" y="9"/>
                      <a:pt x="13" y="7"/>
                      <a:pt x="17" y="7"/>
                    </a:cubicBezTo>
                    <a:cubicBezTo>
                      <a:pt x="12" y="5"/>
                      <a:pt x="6" y="3"/>
                      <a:pt x="0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06" name="Freeform 1121">
                <a:extLst>
                  <a:ext uri="{FF2B5EF4-FFF2-40B4-BE49-F238E27FC236}">
                    <a16:creationId xmlns:a16="http://schemas.microsoft.com/office/drawing/2014/main" id="{A65759E4-7006-4BE6-BF85-B482EC867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3592"/>
                <a:ext cx="28" cy="44"/>
              </a:xfrm>
              <a:custGeom>
                <a:avLst/>
                <a:gdLst>
                  <a:gd name="T0" fmla="*/ 0 w 17"/>
                  <a:gd name="T1" fmla="*/ 0 h 25"/>
                  <a:gd name="T2" fmla="*/ 76 w 17"/>
                  <a:gd name="T3" fmla="*/ 136 h 25"/>
                  <a:gd name="T4" fmla="*/ 68 w 17"/>
                  <a:gd name="T5" fmla="*/ 44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0" y="0"/>
                    </a:moveTo>
                    <a:cubicBezTo>
                      <a:pt x="6" y="8"/>
                      <a:pt x="9" y="19"/>
                      <a:pt x="17" y="25"/>
                    </a:cubicBezTo>
                    <a:cubicBezTo>
                      <a:pt x="16" y="19"/>
                      <a:pt x="14" y="14"/>
                      <a:pt x="15" y="8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07" name="Freeform 1122">
                <a:extLst>
                  <a:ext uri="{FF2B5EF4-FFF2-40B4-BE49-F238E27FC236}">
                    <a16:creationId xmlns:a16="http://schemas.microsoft.com/office/drawing/2014/main" id="{E4DB3A06-66A0-4665-945C-788C7E730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884"/>
                <a:ext cx="22" cy="69"/>
              </a:xfrm>
              <a:custGeom>
                <a:avLst/>
                <a:gdLst>
                  <a:gd name="T0" fmla="*/ 0 w 13"/>
                  <a:gd name="T1" fmla="*/ 0 h 39"/>
                  <a:gd name="T2" fmla="*/ 63 w 13"/>
                  <a:gd name="T3" fmla="*/ 101 h 39"/>
                  <a:gd name="T4" fmla="*/ 63 w 13"/>
                  <a:gd name="T5" fmla="*/ 216 h 39"/>
                  <a:gd name="T6" fmla="*/ 20 w 13"/>
                  <a:gd name="T7" fmla="*/ 143 h 39"/>
                  <a:gd name="T8" fmla="*/ 14 w 13"/>
                  <a:gd name="T9" fmla="*/ 3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9">
                    <a:moveTo>
                      <a:pt x="0" y="0"/>
                    </a:moveTo>
                    <a:cubicBezTo>
                      <a:pt x="3" y="6"/>
                      <a:pt x="7" y="15"/>
                      <a:pt x="13" y="18"/>
                    </a:cubicBezTo>
                    <a:cubicBezTo>
                      <a:pt x="9" y="25"/>
                      <a:pt x="11" y="32"/>
                      <a:pt x="13" y="39"/>
                    </a:cubicBezTo>
                    <a:cubicBezTo>
                      <a:pt x="10" y="35"/>
                      <a:pt x="6" y="30"/>
                      <a:pt x="4" y="26"/>
                    </a:cubicBezTo>
                    <a:cubicBezTo>
                      <a:pt x="2" y="20"/>
                      <a:pt x="4" y="13"/>
                      <a:pt x="3" y="7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08" name="Freeform 1123">
                <a:extLst>
                  <a:ext uri="{FF2B5EF4-FFF2-40B4-BE49-F238E27FC236}">
                    <a16:creationId xmlns:a16="http://schemas.microsoft.com/office/drawing/2014/main" id="{7AD78883-8ACA-4C98-AE4A-B30CFE74F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786"/>
                <a:ext cx="18" cy="14"/>
              </a:xfrm>
              <a:custGeom>
                <a:avLst/>
                <a:gdLst>
                  <a:gd name="T0" fmla="*/ 0 w 11"/>
                  <a:gd name="T1" fmla="*/ 12 h 8"/>
                  <a:gd name="T2" fmla="*/ 29 w 11"/>
                  <a:gd name="T3" fmla="*/ 44 h 8"/>
                  <a:gd name="T4" fmla="*/ 47 w 11"/>
                  <a:gd name="T5" fmla="*/ 0 h 8"/>
                  <a:gd name="T6" fmla="*/ 5 w 11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2"/>
                    </a:moveTo>
                    <a:cubicBezTo>
                      <a:pt x="4" y="1"/>
                      <a:pt x="6" y="5"/>
                      <a:pt x="7" y="8"/>
                    </a:cubicBezTo>
                    <a:cubicBezTo>
                      <a:pt x="8" y="5"/>
                      <a:pt x="9" y="2"/>
                      <a:pt x="11" y="0"/>
                    </a:cubicBezTo>
                    <a:cubicBezTo>
                      <a:pt x="8" y="2"/>
                      <a:pt x="4" y="3"/>
                      <a:pt x="1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09" name="Freeform 1124">
                <a:extLst>
                  <a:ext uri="{FF2B5EF4-FFF2-40B4-BE49-F238E27FC236}">
                    <a16:creationId xmlns:a16="http://schemas.microsoft.com/office/drawing/2014/main" id="{07E60B59-6239-4059-9953-819833E2D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998"/>
                <a:ext cx="15" cy="65"/>
              </a:xfrm>
              <a:custGeom>
                <a:avLst/>
                <a:gdLst>
                  <a:gd name="T0" fmla="*/ 5 w 9"/>
                  <a:gd name="T1" fmla="*/ 0 h 37"/>
                  <a:gd name="T2" fmla="*/ 0 w 9"/>
                  <a:gd name="T3" fmla="*/ 142 h 37"/>
                  <a:gd name="T4" fmla="*/ 42 w 9"/>
                  <a:gd name="T5" fmla="*/ 200 h 37"/>
                  <a:gd name="T6" fmla="*/ 37 w 9"/>
                  <a:gd name="T7" fmla="*/ 114 h 37"/>
                  <a:gd name="T8" fmla="*/ 5 w 9"/>
                  <a:gd name="T9" fmla="*/ 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7">
                    <a:moveTo>
                      <a:pt x="1" y="0"/>
                    </a:moveTo>
                    <a:cubicBezTo>
                      <a:pt x="1" y="8"/>
                      <a:pt x="2" y="18"/>
                      <a:pt x="0" y="26"/>
                    </a:cubicBezTo>
                    <a:cubicBezTo>
                      <a:pt x="4" y="29"/>
                      <a:pt x="8" y="33"/>
                      <a:pt x="9" y="37"/>
                    </a:cubicBezTo>
                    <a:cubicBezTo>
                      <a:pt x="6" y="32"/>
                      <a:pt x="8" y="27"/>
                      <a:pt x="8" y="21"/>
                    </a:cubicBezTo>
                    <a:cubicBezTo>
                      <a:pt x="7" y="14"/>
                      <a:pt x="3" y="8"/>
                      <a:pt x="1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10" name="Freeform 1125">
                <a:extLst>
                  <a:ext uri="{FF2B5EF4-FFF2-40B4-BE49-F238E27FC236}">
                    <a16:creationId xmlns:a16="http://schemas.microsoft.com/office/drawing/2014/main" id="{3E30D963-6160-4F83-930A-B7F5208A3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886"/>
                <a:ext cx="114" cy="85"/>
              </a:xfrm>
              <a:custGeom>
                <a:avLst/>
                <a:gdLst>
                  <a:gd name="T0" fmla="*/ 0 w 68"/>
                  <a:gd name="T1" fmla="*/ 143 h 48"/>
                  <a:gd name="T2" fmla="*/ 62 w 68"/>
                  <a:gd name="T3" fmla="*/ 12 h 48"/>
                  <a:gd name="T4" fmla="*/ 137 w 68"/>
                  <a:gd name="T5" fmla="*/ 78 h 48"/>
                  <a:gd name="T6" fmla="*/ 265 w 68"/>
                  <a:gd name="T7" fmla="*/ 267 h 48"/>
                  <a:gd name="T8" fmla="*/ 208 w 68"/>
                  <a:gd name="T9" fmla="*/ 172 h 48"/>
                  <a:gd name="T10" fmla="*/ 124 w 68"/>
                  <a:gd name="T11" fmla="*/ 143 h 48"/>
                  <a:gd name="T12" fmla="*/ 42 w 68"/>
                  <a:gd name="T13" fmla="*/ 7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8">
                    <a:moveTo>
                      <a:pt x="0" y="26"/>
                    </a:moveTo>
                    <a:cubicBezTo>
                      <a:pt x="1" y="18"/>
                      <a:pt x="2" y="3"/>
                      <a:pt x="13" y="2"/>
                    </a:cubicBezTo>
                    <a:cubicBezTo>
                      <a:pt x="21" y="1"/>
                      <a:pt x="24" y="9"/>
                      <a:pt x="29" y="14"/>
                    </a:cubicBezTo>
                    <a:cubicBezTo>
                      <a:pt x="39" y="24"/>
                      <a:pt x="68" y="25"/>
                      <a:pt x="56" y="48"/>
                    </a:cubicBezTo>
                    <a:cubicBezTo>
                      <a:pt x="50" y="43"/>
                      <a:pt x="49" y="36"/>
                      <a:pt x="44" y="31"/>
                    </a:cubicBezTo>
                    <a:cubicBezTo>
                      <a:pt x="38" y="26"/>
                      <a:pt x="32" y="29"/>
                      <a:pt x="26" y="26"/>
                    </a:cubicBezTo>
                    <a:cubicBezTo>
                      <a:pt x="21" y="23"/>
                      <a:pt x="15" y="0"/>
                      <a:pt x="9" y="14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11" name="Freeform 1126">
                <a:extLst>
                  <a:ext uri="{FF2B5EF4-FFF2-40B4-BE49-F238E27FC236}">
                    <a16:creationId xmlns:a16="http://schemas.microsoft.com/office/drawing/2014/main" id="{21495FCF-03A8-41E7-BB02-512A04696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3140"/>
                <a:ext cx="55" cy="98"/>
              </a:xfrm>
              <a:custGeom>
                <a:avLst/>
                <a:gdLst>
                  <a:gd name="T0" fmla="*/ 63 w 33"/>
                  <a:gd name="T1" fmla="*/ 0 h 55"/>
                  <a:gd name="T2" fmla="*/ 20 w 33"/>
                  <a:gd name="T3" fmla="*/ 130 h 55"/>
                  <a:gd name="T4" fmla="*/ 70 w 33"/>
                  <a:gd name="T5" fmla="*/ 312 h 55"/>
                  <a:gd name="T6" fmla="*/ 63 w 33"/>
                  <a:gd name="T7" fmla="*/ 130 h 55"/>
                  <a:gd name="T8" fmla="*/ 153 w 33"/>
                  <a:gd name="T9" fmla="*/ 109 h 55"/>
                  <a:gd name="T10" fmla="*/ 97 w 33"/>
                  <a:gd name="T11" fmla="*/ 29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55">
                    <a:moveTo>
                      <a:pt x="14" y="0"/>
                    </a:moveTo>
                    <a:cubicBezTo>
                      <a:pt x="4" y="2"/>
                      <a:pt x="5" y="16"/>
                      <a:pt x="4" y="23"/>
                    </a:cubicBezTo>
                    <a:cubicBezTo>
                      <a:pt x="1" y="37"/>
                      <a:pt x="0" y="47"/>
                      <a:pt x="15" y="55"/>
                    </a:cubicBezTo>
                    <a:cubicBezTo>
                      <a:pt x="12" y="45"/>
                      <a:pt x="7" y="33"/>
                      <a:pt x="14" y="23"/>
                    </a:cubicBezTo>
                    <a:cubicBezTo>
                      <a:pt x="21" y="14"/>
                      <a:pt x="25" y="20"/>
                      <a:pt x="33" y="19"/>
                    </a:cubicBezTo>
                    <a:cubicBezTo>
                      <a:pt x="32" y="12"/>
                      <a:pt x="23" y="11"/>
                      <a:pt x="21" y="5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12" name="Freeform 1127">
                <a:extLst>
                  <a:ext uri="{FF2B5EF4-FFF2-40B4-BE49-F238E27FC236}">
                    <a16:creationId xmlns:a16="http://schemas.microsoft.com/office/drawing/2014/main" id="{BBA84172-C76B-462F-ADE6-4FEA82801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193"/>
                <a:ext cx="64" cy="66"/>
              </a:xfrm>
              <a:custGeom>
                <a:avLst/>
                <a:gdLst>
                  <a:gd name="T0" fmla="*/ 0 w 38"/>
                  <a:gd name="T1" fmla="*/ 210 h 37"/>
                  <a:gd name="T2" fmla="*/ 76 w 38"/>
                  <a:gd name="T3" fmla="*/ 16 h 37"/>
                  <a:gd name="T4" fmla="*/ 182 w 38"/>
                  <a:gd name="T5" fmla="*/ 118 h 37"/>
                  <a:gd name="T6" fmla="*/ 83 w 38"/>
                  <a:gd name="T7" fmla="*/ 114 h 37"/>
                  <a:gd name="T8" fmla="*/ 34 w 38"/>
                  <a:gd name="T9" fmla="*/ 13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7">
                    <a:moveTo>
                      <a:pt x="0" y="37"/>
                    </a:moveTo>
                    <a:cubicBezTo>
                      <a:pt x="0" y="25"/>
                      <a:pt x="1" y="6"/>
                      <a:pt x="16" y="3"/>
                    </a:cubicBezTo>
                    <a:cubicBezTo>
                      <a:pt x="28" y="0"/>
                      <a:pt x="33" y="11"/>
                      <a:pt x="38" y="21"/>
                    </a:cubicBezTo>
                    <a:cubicBezTo>
                      <a:pt x="33" y="14"/>
                      <a:pt x="17" y="7"/>
                      <a:pt x="17" y="20"/>
                    </a:cubicBezTo>
                    <a:cubicBezTo>
                      <a:pt x="12" y="19"/>
                      <a:pt x="5" y="19"/>
                      <a:pt x="7" y="24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13" name="Freeform 1128">
                <a:extLst>
                  <a:ext uri="{FF2B5EF4-FFF2-40B4-BE49-F238E27FC236}">
                    <a16:creationId xmlns:a16="http://schemas.microsoft.com/office/drawing/2014/main" id="{153A99AE-77F1-42A2-A127-2A877401F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3405"/>
                <a:ext cx="44" cy="130"/>
              </a:xfrm>
              <a:custGeom>
                <a:avLst/>
                <a:gdLst>
                  <a:gd name="T0" fmla="*/ 69 w 26"/>
                  <a:gd name="T1" fmla="*/ 354 h 73"/>
                  <a:gd name="T2" fmla="*/ 34 w 26"/>
                  <a:gd name="T3" fmla="*/ 85 h 73"/>
                  <a:gd name="T4" fmla="*/ 98 w 26"/>
                  <a:gd name="T5" fmla="*/ 37 h 73"/>
                  <a:gd name="T6" fmla="*/ 63 w 26"/>
                  <a:gd name="T7" fmla="*/ 89 h 73"/>
                  <a:gd name="T8" fmla="*/ 71 w 26"/>
                  <a:gd name="T9" fmla="*/ 187 h 73"/>
                  <a:gd name="T10" fmla="*/ 120 w 26"/>
                  <a:gd name="T11" fmla="*/ 253 h 73"/>
                  <a:gd name="T12" fmla="*/ 86 w 26"/>
                  <a:gd name="T13" fmla="*/ 312 h 73"/>
                  <a:gd name="T14" fmla="*/ 107 w 26"/>
                  <a:gd name="T15" fmla="*/ 413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73">
                    <a:moveTo>
                      <a:pt x="14" y="63"/>
                    </a:moveTo>
                    <a:cubicBezTo>
                      <a:pt x="6" y="50"/>
                      <a:pt x="0" y="30"/>
                      <a:pt x="7" y="15"/>
                    </a:cubicBezTo>
                    <a:cubicBezTo>
                      <a:pt x="8" y="13"/>
                      <a:pt x="18" y="0"/>
                      <a:pt x="20" y="7"/>
                    </a:cubicBezTo>
                    <a:cubicBezTo>
                      <a:pt x="21" y="14"/>
                      <a:pt x="15" y="11"/>
                      <a:pt x="13" y="16"/>
                    </a:cubicBezTo>
                    <a:cubicBezTo>
                      <a:pt x="11" y="22"/>
                      <a:pt x="12" y="28"/>
                      <a:pt x="15" y="33"/>
                    </a:cubicBezTo>
                    <a:cubicBezTo>
                      <a:pt x="17" y="37"/>
                      <a:pt x="25" y="41"/>
                      <a:pt x="25" y="45"/>
                    </a:cubicBezTo>
                    <a:cubicBezTo>
                      <a:pt x="26" y="52"/>
                      <a:pt x="19" y="51"/>
                      <a:pt x="18" y="55"/>
                    </a:cubicBezTo>
                    <a:cubicBezTo>
                      <a:pt x="16" y="61"/>
                      <a:pt x="20" y="67"/>
                      <a:pt x="22" y="73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14" name="Freeform 1129">
                <a:extLst>
                  <a:ext uri="{FF2B5EF4-FFF2-40B4-BE49-F238E27FC236}">
                    <a16:creationId xmlns:a16="http://schemas.microsoft.com/office/drawing/2014/main" id="{40606300-2639-4F6F-8F51-CDAC5C659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455"/>
                <a:ext cx="71" cy="117"/>
              </a:xfrm>
              <a:custGeom>
                <a:avLst/>
                <a:gdLst>
                  <a:gd name="T0" fmla="*/ 89 w 43"/>
                  <a:gd name="T1" fmla="*/ 7 h 66"/>
                  <a:gd name="T2" fmla="*/ 167 w 43"/>
                  <a:gd name="T3" fmla="*/ 367 h 66"/>
                  <a:gd name="T4" fmla="*/ 109 w 43"/>
                  <a:gd name="T5" fmla="*/ 122 h 66"/>
                  <a:gd name="T6" fmla="*/ 122 w 43"/>
                  <a:gd name="T7" fmla="*/ 7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6">
                    <a:moveTo>
                      <a:pt x="20" y="1"/>
                    </a:moveTo>
                    <a:cubicBezTo>
                      <a:pt x="0" y="0"/>
                      <a:pt x="19" y="62"/>
                      <a:pt x="37" y="66"/>
                    </a:cubicBezTo>
                    <a:cubicBezTo>
                      <a:pt x="24" y="58"/>
                      <a:pt x="16" y="36"/>
                      <a:pt x="24" y="22"/>
                    </a:cubicBezTo>
                    <a:cubicBezTo>
                      <a:pt x="27" y="16"/>
                      <a:pt x="43" y="6"/>
                      <a:pt x="27" y="1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15" name="Freeform 1130">
                <a:extLst>
                  <a:ext uri="{FF2B5EF4-FFF2-40B4-BE49-F238E27FC236}">
                    <a16:creationId xmlns:a16="http://schemas.microsoft.com/office/drawing/2014/main" id="{3DA4499C-1BAA-41C1-A967-7BA328707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519"/>
                <a:ext cx="81" cy="44"/>
              </a:xfrm>
              <a:custGeom>
                <a:avLst/>
                <a:gdLst>
                  <a:gd name="T0" fmla="*/ 0 w 48"/>
                  <a:gd name="T1" fmla="*/ 121 h 25"/>
                  <a:gd name="T2" fmla="*/ 132 w 48"/>
                  <a:gd name="T3" fmla="*/ 7 h 25"/>
                  <a:gd name="T4" fmla="*/ 231 w 48"/>
                  <a:gd name="T5" fmla="*/ 136 h 25"/>
                  <a:gd name="T6" fmla="*/ 49 w 48"/>
                  <a:gd name="T7" fmla="*/ 7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25">
                    <a:moveTo>
                      <a:pt x="0" y="22"/>
                    </a:moveTo>
                    <a:cubicBezTo>
                      <a:pt x="1" y="11"/>
                      <a:pt x="16" y="0"/>
                      <a:pt x="27" y="1"/>
                    </a:cubicBezTo>
                    <a:cubicBezTo>
                      <a:pt x="38" y="2"/>
                      <a:pt x="45" y="16"/>
                      <a:pt x="48" y="25"/>
                    </a:cubicBezTo>
                    <a:cubicBezTo>
                      <a:pt x="37" y="19"/>
                      <a:pt x="24" y="6"/>
                      <a:pt x="10" y="13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16" name="Freeform 1131">
                <a:extLst>
                  <a:ext uri="{FF2B5EF4-FFF2-40B4-BE49-F238E27FC236}">
                    <a16:creationId xmlns:a16="http://schemas.microsoft.com/office/drawing/2014/main" id="{102723DD-3732-492D-A783-50970C76E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795"/>
                <a:ext cx="20" cy="32"/>
              </a:xfrm>
              <a:custGeom>
                <a:avLst/>
                <a:gdLst>
                  <a:gd name="T0" fmla="*/ 37 w 12"/>
                  <a:gd name="T1" fmla="*/ 0 h 18"/>
                  <a:gd name="T2" fmla="*/ 22 w 12"/>
                  <a:gd name="T3" fmla="*/ 101 h 18"/>
                  <a:gd name="T4" fmla="*/ 55 w 12"/>
                  <a:gd name="T5" fmla="*/ 44 h 18"/>
                  <a:gd name="T6" fmla="*/ 47 w 12"/>
                  <a:gd name="T7" fmla="*/ 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8" y="0"/>
                    </a:moveTo>
                    <a:cubicBezTo>
                      <a:pt x="2" y="4"/>
                      <a:pt x="0" y="13"/>
                      <a:pt x="5" y="18"/>
                    </a:cubicBezTo>
                    <a:cubicBezTo>
                      <a:pt x="4" y="13"/>
                      <a:pt x="6" y="8"/>
                      <a:pt x="12" y="8"/>
                    </a:cubicBezTo>
                    <a:cubicBezTo>
                      <a:pt x="12" y="7"/>
                      <a:pt x="11" y="7"/>
                      <a:pt x="10" y="6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17" name="Freeform 1132">
                <a:extLst>
                  <a:ext uri="{FF2B5EF4-FFF2-40B4-BE49-F238E27FC236}">
                    <a16:creationId xmlns:a16="http://schemas.microsoft.com/office/drawing/2014/main" id="{1695D18A-1D10-4424-8848-639CAD63A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3159"/>
                <a:ext cx="18" cy="29"/>
              </a:xfrm>
              <a:custGeom>
                <a:avLst/>
                <a:gdLst>
                  <a:gd name="T0" fmla="*/ 18 w 11"/>
                  <a:gd name="T1" fmla="*/ 0 h 16"/>
                  <a:gd name="T2" fmla="*/ 5 w 11"/>
                  <a:gd name="T3" fmla="*/ 96 h 16"/>
                  <a:gd name="T4" fmla="*/ 47 w 11"/>
                  <a:gd name="T5" fmla="*/ 29 h 16"/>
                  <a:gd name="T6" fmla="*/ 29 w 11"/>
                  <a:gd name="T7" fmla="*/ 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4" y="0"/>
                    </a:moveTo>
                    <a:cubicBezTo>
                      <a:pt x="2" y="5"/>
                      <a:pt x="0" y="10"/>
                      <a:pt x="1" y="16"/>
                    </a:cubicBezTo>
                    <a:cubicBezTo>
                      <a:pt x="5" y="12"/>
                      <a:pt x="4" y="6"/>
                      <a:pt x="11" y="5"/>
                    </a:cubicBezTo>
                    <a:cubicBezTo>
                      <a:pt x="11" y="3"/>
                      <a:pt x="9" y="2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18" name="Freeform 1133">
                <a:extLst>
                  <a:ext uri="{FF2B5EF4-FFF2-40B4-BE49-F238E27FC236}">
                    <a16:creationId xmlns:a16="http://schemas.microsoft.com/office/drawing/2014/main" id="{DCD7DD9B-CBAA-436E-B3C6-DED068AC4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204"/>
                <a:ext cx="29" cy="20"/>
              </a:xfrm>
              <a:custGeom>
                <a:avLst/>
                <a:gdLst>
                  <a:gd name="T0" fmla="*/ 26 w 17"/>
                  <a:gd name="T1" fmla="*/ 13 h 11"/>
                  <a:gd name="T2" fmla="*/ 5 w 17"/>
                  <a:gd name="T3" fmla="*/ 65 h 11"/>
                  <a:gd name="T4" fmla="*/ 49 w 17"/>
                  <a:gd name="T5" fmla="*/ 16 h 11"/>
                  <a:gd name="T6" fmla="*/ 84 w 17"/>
                  <a:gd name="T7" fmla="*/ 16 h 11"/>
                  <a:gd name="T8" fmla="*/ 70 w 1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">
                    <a:moveTo>
                      <a:pt x="5" y="2"/>
                    </a:moveTo>
                    <a:cubicBezTo>
                      <a:pt x="2" y="4"/>
                      <a:pt x="0" y="7"/>
                      <a:pt x="1" y="11"/>
                    </a:cubicBezTo>
                    <a:cubicBezTo>
                      <a:pt x="5" y="9"/>
                      <a:pt x="6" y="5"/>
                      <a:pt x="10" y="3"/>
                    </a:cubicBezTo>
                    <a:cubicBezTo>
                      <a:pt x="10" y="3"/>
                      <a:pt x="15" y="4"/>
                      <a:pt x="17" y="3"/>
                    </a:cubicBezTo>
                    <a:cubicBezTo>
                      <a:pt x="17" y="1"/>
                      <a:pt x="15" y="1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19" name="Freeform 1134">
                <a:extLst>
                  <a:ext uri="{FF2B5EF4-FFF2-40B4-BE49-F238E27FC236}">
                    <a16:creationId xmlns:a16="http://schemas.microsoft.com/office/drawing/2014/main" id="{3DE7308B-6E5C-470D-B629-04B36DCFF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3465"/>
                <a:ext cx="20" cy="24"/>
              </a:xfrm>
              <a:custGeom>
                <a:avLst/>
                <a:gdLst>
                  <a:gd name="T0" fmla="*/ 13 w 12"/>
                  <a:gd name="T1" fmla="*/ 0 h 13"/>
                  <a:gd name="T2" fmla="*/ 5 w 12"/>
                  <a:gd name="T3" fmla="*/ 81 h 13"/>
                  <a:gd name="T4" fmla="*/ 55 w 12"/>
                  <a:gd name="T5" fmla="*/ 20 h 13"/>
                  <a:gd name="T6" fmla="*/ 37 w 1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3" y="0"/>
                    </a:moveTo>
                    <a:cubicBezTo>
                      <a:pt x="0" y="4"/>
                      <a:pt x="1" y="8"/>
                      <a:pt x="1" y="13"/>
                    </a:cubicBezTo>
                    <a:cubicBezTo>
                      <a:pt x="6" y="11"/>
                      <a:pt x="6" y="4"/>
                      <a:pt x="12" y="3"/>
                    </a:cubicBezTo>
                    <a:cubicBezTo>
                      <a:pt x="11" y="1"/>
                      <a:pt x="9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20" name="Freeform 1135">
                <a:extLst>
                  <a:ext uri="{FF2B5EF4-FFF2-40B4-BE49-F238E27FC236}">
                    <a16:creationId xmlns:a16="http://schemas.microsoft.com/office/drawing/2014/main" id="{2726E125-6CC7-495D-B601-2E5B0B689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3526"/>
                <a:ext cx="31" cy="16"/>
              </a:xfrm>
              <a:custGeom>
                <a:avLst/>
                <a:gdLst>
                  <a:gd name="T0" fmla="*/ 29 w 19"/>
                  <a:gd name="T1" fmla="*/ 7 h 9"/>
                  <a:gd name="T2" fmla="*/ 0 w 19"/>
                  <a:gd name="T3" fmla="*/ 21 h 9"/>
                  <a:gd name="T4" fmla="*/ 83 w 19"/>
                  <a:gd name="T5" fmla="*/ 50 h 9"/>
                  <a:gd name="T6" fmla="*/ 55 w 19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7" y="1"/>
                    </a:moveTo>
                    <a:cubicBezTo>
                      <a:pt x="4" y="0"/>
                      <a:pt x="1" y="1"/>
                      <a:pt x="0" y="4"/>
                    </a:cubicBezTo>
                    <a:cubicBezTo>
                      <a:pt x="6" y="5"/>
                      <a:pt x="12" y="8"/>
                      <a:pt x="19" y="9"/>
                    </a:cubicBezTo>
                    <a:cubicBezTo>
                      <a:pt x="17" y="7"/>
                      <a:pt x="15" y="4"/>
                      <a:pt x="1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21" name="Freeform 1136">
                <a:extLst>
                  <a:ext uri="{FF2B5EF4-FFF2-40B4-BE49-F238E27FC236}">
                    <a16:creationId xmlns:a16="http://schemas.microsoft.com/office/drawing/2014/main" id="{D2F7848A-F69B-48C4-ADA1-08D83AE10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3458"/>
                <a:ext cx="12" cy="29"/>
              </a:xfrm>
              <a:custGeom>
                <a:avLst/>
                <a:gdLst>
                  <a:gd name="T0" fmla="*/ 5 w 7"/>
                  <a:gd name="T1" fmla="*/ 0 h 16"/>
                  <a:gd name="T2" fmla="*/ 36 w 7"/>
                  <a:gd name="T3" fmla="*/ 96 h 16"/>
                  <a:gd name="T4" fmla="*/ 29 w 7"/>
                  <a:gd name="T5" fmla="*/ 1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0" y="6"/>
                      <a:pt x="2" y="12"/>
                      <a:pt x="7" y="16"/>
                    </a:cubicBezTo>
                    <a:cubicBezTo>
                      <a:pt x="6" y="11"/>
                      <a:pt x="4" y="7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22" name="Freeform 1137">
                <a:extLst>
                  <a:ext uri="{FF2B5EF4-FFF2-40B4-BE49-F238E27FC236}">
                    <a16:creationId xmlns:a16="http://schemas.microsoft.com/office/drawing/2014/main" id="{20E430D3-6467-4FD7-A99D-724E126C3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916"/>
                <a:ext cx="19" cy="12"/>
              </a:xfrm>
              <a:custGeom>
                <a:avLst/>
                <a:gdLst>
                  <a:gd name="T0" fmla="*/ 0 w 11"/>
                  <a:gd name="T1" fmla="*/ 5 h 7"/>
                  <a:gd name="T2" fmla="*/ 57 w 11"/>
                  <a:gd name="T3" fmla="*/ 26 h 7"/>
                  <a:gd name="T4" fmla="*/ 9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1"/>
                    </a:moveTo>
                    <a:cubicBezTo>
                      <a:pt x="2" y="6"/>
                      <a:pt x="6" y="7"/>
                      <a:pt x="11" y="5"/>
                    </a:cubicBezTo>
                    <a:cubicBezTo>
                      <a:pt x="8" y="4"/>
                      <a:pt x="5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23" name="Freeform 1138">
                <a:extLst>
                  <a:ext uri="{FF2B5EF4-FFF2-40B4-BE49-F238E27FC236}">
                    <a16:creationId xmlns:a16="http://schemas.microsoft.com/office/drawing/2014/main" id="{228D40BB-DDE5-40E6-B94A-CB037C9C3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3291"/>
                <a:ext cx="22" cy="75"/>
              </a:xfrm>
              <a:custGeom>
                <a:avLst/>
                <a:gdLst>
                  <a:gd name="T0" fmla="*/ 8 w 13"/>
                  <a:gd name="T1" fmla="*/ 29 h 42"/>
                  <a:gd name="T2" fmla="*/ 20 w 13"/>
                  <a:gd name="T3" fmla="*/ 146 h 42"/>
                  <a:gd name="T4" fmla="*/ 63 w 13"/>
                  <a:gd name="T5" fmla="*/ 239 h 42"/>
                  <a:gd name="T6" fmla="*/ 42 w 13"/>
                  <a:gd name="T7" fmla="*/ 102 h 42"/>
                  <a:gd name="T8" fmla="*/ 5 w 1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2">
                    <a:moveTo>
                      <a:pt x="2" y="5"/>
                    </a:moveTo>
                    <a:cubicBezTo>
                      <a:pt x="3" y="12"/>
                      <a:pt x="2" y="20"/>
                      <a:pt x="4" y="26"/>
                    </a:cubicBezTo>
                    <a:cubicBezTo>
                      <a:pt x="6" y="32"/>
                      <a:pt x="11" y="36"/>
                      <a:pt x="13" y="42"/>
                    </a:cubicBezTo>
                    <a:cubicBezTo>
                      <a:pt x="9" y="35"/>
                      <a:pt x="11" y="25"/>
                      <a:pt x="9" y="18"/>
                    </a:cubicBezTo>
                    <a:cubicBezTo>
                      <a:pt x="7" y="12"/>
                      <a:pt x="0" y="7"/>
                      <a:pt x="1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24" name="Freeform 1139">
                <a:extLst>
                  <a:ext uri="{FF2B5EF4-FFF2-40B4-BE49-F238E27FC236}">
                    <a16:creationId xmlns:a16="http://schemas.microsoft.com/office/drawing/2014/main" id="{458AF883-95C3-4D96-9B93-AC1097C71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3528"/>
                <a:ext cx="22" cy="66"/>
              </a:xfrm>
              <a:custGeom>
                <a:avLst/>
                <a:gdLst>
                  <a:gd name="T0" fmla="*/ 8 w 13"/>
                  <a:gd name="T1" fmla="*/ 0 h 37"/>
                  <a:gd name="T2" fmla="*/ 14 w 13"/>
                  <a:gd name="T3" fmla="*/ 153 h 37"/>
                  <a:gd name="T4" fmla="*/ 63 w 13"/>
                  <a:gd name="T5" fmla="*/ 210 h 37"/>
                  <a:gd name="T6" fmla="*/ 41 w 13"/>
                  <a:gd name="T7" fmla="*/ 96 h 37"/>
                  <a:gd name="T8" fmla="*/ 8 w 13"/>
                  <a:gd name="T9" fmla="*/ 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7">
                    <a:moveTo>
                      <a:pt x="2" y="0"/>
                    </a:moveTo>
                    <a:cubicBezTo>
                      <a:pt x="4" y="8"/>
                      <a:pt x="0" y="19"/>
                      <a:pt x="3" y="27"/>
                    </a:cubicBezTo>
                    <a:cubicBezTo>
                      <a:pt x="4" y="30"/>
                      <a:pt x="10" y="35"/>
                      <a:pt x="13" y="37"/>
                    </a:cubicBezTo>
                    <a:cubicBezTo>
                      <a:pt x="8" y="32"/>
                      <a:pt x="10" y="23"/>
                      <a:pt x="8" y="17"/>
                    </a:cubicBezTo>
                    <a:cubicBezTo>
                      <a:pt x="7" y="11"/>
                      <a:pt x="3" y="7"/>
                      <a:pt x="2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25" name="Freeform 1140">
                <a:extLst>
                  <a:ext uri="{FF2B5EF4-FFF2-40B4-BE49-F238E27FC236}">
                    <a16:creationId xmlns:a16="http://schemas.microsoft.com/office/drawing/2014/main" id="{AC9AAB86-A6C4-42E4-A703-7B1871061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3110"/>
                <a:ext cx="45" cy="53"/>
              </a:xfrm>
              <a:custGeom>
                <a:avLst/>
                <a:gdLst>
                  <a:gd name="T0" fmla="*/ 0 w 27"/>
                  <a:gd name="T1" fmla="*/ 143 h 30"/>
                  <a:gd name="T2" fmla="*/ 92 w 27"/>
                  <a:gd name="T3" fmla="*/ 166 h 30"/>
                  <a:gd name="T4" fmla="*/ 125 w 27"/>
                  <a:gd name="T5" fmla="*/ 0 h 30"/>
                  <a:gd name="T6" fmla="*/ 20 w 27"/>
                  <a:gd name="T7" fmla="*/ 12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0">
                    <a:moveTo>
                      <a:pt x="0" y="26"/>
                    </a:moveTo>
                    <a:cubicBezTo>
                      <a:pt x="7" y="26"/>
                      <a:pt x="13" y="28"/>
                      <a:pt x="20" y="30"/>
                    </a:cubicBezTo>
                    <a:cubicBezTo>
                      <a:pt x="19" y="18"/>
                      <a:pt x="21" y="10"/>
                      <a:pt x="27" y="0"/>
                    </a:cubicBezTo>
                    <a:cubicBezTo>
                      <a:pt x="18" y="8"/>
                      <a:pt x="17" y="20"/>
                      <a:pt x="4" y="22"/>
                    </a:cubicBezTo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26" name="Freeform 1141">
                <a:extLst>
                  <a:ext uri="{FF2B5EF4-FFF2-40B4-BE49-F238E27FC236}">
                    <a16:creationId xmlns:a16="http://schemas.microsoft.com/office/drawing/2014/main" id="{A6DCE2D1-C0F0-4636-BE60-BECC2F2B6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3254"/>
                <a:ext cx="50" cy="92"/>
              </a:xfrm>
              <a:custGeom>
                <a:avLst/>
                <a:gdLst>
                  <a:gd name="T0" fmla="*/ 138 w 30"/>
                  <a:gd name="T1" fmla="*/ 0 h 52"/>
                  <a:gd name="T2" fmla="*/ 78 w 30"/>
                  <a:gd name="T3" fmla="*/ 288 h 52"/>
                  <a:gd name="T4" fmla="*/ 133 w 30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2">
                    <a:moveTo>
                      <a:pt x="30" y="0"/>
                    </a:moveTo>
                    <a:cubicBezTo>
                      <a:pt x="13" y="4"/>
                      <a:pt x="8" y="39"/>
                      <a:pt x="17" y="52"/>
                    </a:cubicBezTo>
                    <a:cubicBezTo>
                      <a:pt x="0" y="30"/>
                      <a:pt x="1" y="13"/>
                      <a:pt x="29" y="0"/>
                    </a:cubicBezTo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27" name="Freeform 1142">
                <a:extLst>
                  <a:ext uri="{FF2B5EF4-FFF2-40B4-BE49-F238E27FC236}">
                    <a16:creationId xmlns:a16="http://schemas.microsoft.com/office/drawing/2014/main" id="{C23B74CE-0871-4D3C-952F-112756C81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777"/>
                <a:ext cx="40" cy="73"/>
              </a:xfrm>
              <a:custGeom>
                <a:avLst/>
                <a:gdLst>
                  <a:gd name="T0" fmla="*/ 28 w 24"/>
                  <a:gd name="T1" fmla="*/ 0 h 41"/>
                  <a:gd name="T2" fmla="*/ 0 w 24"/>
                  <a:gd name="T3" fmla="*/ 231 h 41"/>
                  <a:gd name="T4" fmla="*/ 105 w 24"/>
                  <a:gd name="T5" fmla="*/ 194 h 41"/>
                  <a:gd name="T6" fmla="*/ 112 w 24"/>
                  <a:gd name="T7" fmla="*/ 50 h 41"/>
                  <a:gd name="T8" fmla="*/ 42 w 24"/>
                  <a:gd name="T9" fmla="*/ 1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1">
                    <a:moveTo>
                      <a:pt x="6" y="0"/>
                    </a:moveTo>
                    <a:cubicBezTo>
                      <a:pt x="13" y="14"/>
                      <a:pt x="9" y="29"/>
                      <a:pt x="0" y="41"/>
                    </a:cubicBezTo>
                    <a:cubicBezTo>
                      <a:pt x="6" y="35"/>
                      <a:pt x="15" y="34"/>
                      <a:pt x="23" y="34"/>
                    </a:cubicBezTo>
                    <a:cubicBezTo>
                      <a:pt x="14" y="26"/>
                      <a:pt x="20" y="18"/>
                      <a:pt x="24" y="9"/>
                    </a:cubicBezTo>
                    <a:cubicBezTo>
                      <a:pt x="18" y="10"/>
                      <a:pt x="13" y="6"/>
                      <a:pt x="9" y="3"/>
                    </a:cubicBezTo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28" name="Freeform 1143">
                <a:extLst>
                  <a:ext uri="{FF2B5EF4-FFF2-40B4-BE49-F238E27FC236}">
                    <a16:creationId xmlns:a16="http://schemas.microsoft.com/office/drawing/2014/main" id="{8DE85A05-0180-48A7-89AC-0A60A5645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804"/>
                <a:ext cx="5" cy="23"/>
              </a:xfrm>
              <a:custGeom>
                <a:avLst/>
                <a:gdLst>
                  <a:gd name="T0" fmla="*/ 5 w 3"/>
                  <a:gd name="T1" fmla="*/ 0 h 13"/>
                  <a:gd name="T2" fmla="*/ 0 w 3"/>
                  <a:gd name="T3" fmla="*/ 73 h 13"/>
                  <a:gd name="T4" fmla="*/ 13 w 3"/>
                  <a:gd name="T5" fmla="*/ 73 h 13"/>
                  <a:gd name="T6" fmla="*/ 8 w 3"/>
                  <a:gd name="T7" fmla="*/ 2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3">
                    <a:moveTo>
                      <a:pt x="1" y="0"/>
                    </a:moveTo>
                    <a:cubicBezTo>
                      <a:pt x="1" y="4"/>
                      <a:pt x="1" y="9"/>
                      <a:pt x="0" y="13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2" y="10"/>
                      <a:pt x="3" y="7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29" name="Freeform 1144">
                <a:extLst>
                  <a:ext uri="{FF2B5EF4-FFF2-40B4-BE49-F238E27FC236}">
                    <a16:creationId xmlns:a16="http://schemas.microsoft.com/office/drawing/2014/main" id="{99F708AF-8AD1-4DF9-8EB9-D5B686496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138"/>
                <a:ext cx="14" cy="18"/>
              </a:xfrm>
              <a:custGeom>
                <a:avLst/>
                <a:gdLst>
                  <a:gd name="T0" fmla="*/ 0 w 8"/>
                  <a:gd name="T1" fmla="*/ 52 h 10"/>
                  <a:gd name="T2" fmla="*/ 28 w 8"/>
                  <a:gd name="T3" fmla="*/ 58 h 10"/>
                  <a:gd name="T4" fmla="*/ 37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9"/>
                    </a:moveTo>
                    <a:cubicBezTo>
                      <a:pt x="2" y="9"/>
                      <a:pt x="4" y="9"/>
                      <a:pt x="5" y="10"/>
                    </a:cubicBezTo>
                    <a:cubicBezTo>
                      <a:pt x="7" y="7"/>
                      <a:pt x="8" y="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30" name="Freeform 1145">
                <a:extLst>
                  <a:ext uri="{FF2B5EF4-FFF2-40B4-BE49-F238E27FC236}">
                    <a16:creationId xmlns:a16="http://schemas.microsoft.com/office/drawing/2014/main" id="{2EE6AA8C-5452-4149-B65F-B871AC25D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282"/>
                <a:ext cx="4" cy="34"/>
              </a:xfrm>
              <a:custGeom>
                <a:avLst/>
                <a:gdLst>
                  <a:gd name="T0" fmla="*/ 16 w 2"/>
                  <a:gd name="T1" fmla="*/ 0 h 19"/>
                  <a:gd name="T2" fmla="*/ 16 w 2"/>
                  <a:gd name="T3" fmla="*/ 10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2" y="0"/>
                    </a:moveTo>
                    <a:cubicBezTo>
                      <a:pt x="1" y="6"/>
                      <a:pt x="0" y="14"/>
                      <a:pt x="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31" name="Freeform 1146">
                <a:extLst>
                  <a:ext uri="{FF2B5EF4-FFF2-40B4-BE49-F238E27FC236}">
                    <a16:creationId xmlns:a16="http://schemas.microsoft.com/office/drawing/2014/main" id="{DF8BDE87-6811-41A5-BCB8-0F1564FD6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948"/>
                <a:ext cx="275" cy="210"/>
              </a:xfrm>
              <a:custGeom>
                <a:avLst/>
                <a:gdLst>
                  <a:gd name="T0" fmla="*/ 0 w 165"/>
                  <a:gd name="T1" fmla="*/ 497 h 118"/>
                  <a:gd name="T2" fmla="*/ 320 w 165"/>
                  <a:gd name="T3" fmla="*/ 434 h 118"/>
                  <a:gd name="T4" fmla="*/ 395 w 165"/>
                  <a:gd name="T5" fmla="*/ 276 h 118"/>
                  <a:gd name="T6" fmla="*/ 478 w 165"/>
                  <a:gd name="T7" fmla="*/ 269 h 118"/>
                  <a:gd name="T8" fmla="*/ 542 w 165"/>
                  <a:gd name="T9" fmla="*/ 237 h 118"/>
                  <a:gd name="T10" fmla="*/ 653 w 165"/>
                  <a:gd name="T11" fmla="*/ 304 h 118"/>
                  <a:gd name="T12" fmla="*/ 625 w 165"/>
                  <a:gd name="T13" fmla="*/ 130 h 118"/>
                  <a:gd name="T14" fmla="*/ 528 w 165"/>
                  <a:gd name="T15" fmla="*/ 21 h 118"/>
                  <a:gd name="T16" fmla="*/ 380 w 165"/>
                  <a:gd name="T17" fmla="*/ 7 h 118"/>
                  <a:gd name="T18" fmla="*/ 130 w 165"/>
                  <a:gd name="T19" fmla="*/ 224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118">
                    <a:moveTo>
                      <a:pt x="0" y="88"/>
                    </a:moveTo>
                    <a:cubicBezTo>
                      <a:pt x="13" y="118"/>
                      <a:pt x="57" y="96"/>
                      <a:pt x="69" y="77"/>
                    </a:cubicBezTo>
                    <a:cubicBezTo>
                      <a:pt x="76" y="67"/>
                      <a:pt x="76" y="53"/>
                      <a:pt x="85" y="49"/>
                    </a:cubicBezTo>
                    <a:cubicBezTo>
                      <a:pt x="87" y="49"/>
                      <a:pt x="98" y="50"/>
                      <a:pt x="103" y="48"/>
                    </a:cubicBezTo>
                    <a:cubicBezTo>
                      <a:pt x="108" y="47"/>
                      <a:pt x="113" y="44"/>
                      <a:pt x="117" y="42"/>
                    </a:cubicBezTo>
                    <a:cubicBezTo>
                      <a:pt x="121" y="49"/>
                      <a:pt x="132" y="55"/>
                      <a:pt x="141" y="54"/>
                    </a:cubicBezTo>
                    <a:cubicBezTo>
                      <a:pt x="165" y="52"/>
                      <a:pt x="145" y="32"/>
                      <a:pt x="135" y="23"/>
                    </a:cubicBezTo>
                    <a:cubicBezTo>
                      <a:pt x="128" y="17"/>
                      <a:pt x="122" y="7"/>
                      <a:pt x="114" y="4"/>
                    </a:cubicBezTo>
                    <a:cubicBezTo>
                      <a:pt x="106" y="0"/>
                      <a:pt x="92" y="1"/>
                      <a:pt x="82" y="1"/>
                    </a:cubicBezTo>
                    <a:cubicBezTo>
                      <a:pt x="52" y="1"/>
                      <a:pt x="40" y="12"/>
                      <a:pt x="28" y="4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32" name="Freeform 1147">
                <a:extLst>
                  <a:ext uri="{FF2B5EF4-FFF2-40B4-BE49-F238E27FC236}">
                    <a16:creationId xmlns:a16="http://schemas.microsoft.com/office/drawing/2014/main" id="{9FB240FE-6C12-414C-A3B3-E015FC222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072"/>
                <a:ext cx="118" cy="185"/>
              </a:xfrm>
              <a:custGeom>
                <a:avLst/>
                <a:gdLst>
                  <a:gd name="T0" fmla="*/ 0 w 71"/>
                  <a:gd name="T1" fmla="*/ 446 h 104"/>
                  <a:gd name="T2" fmla="*/ 263 w 71"/>
                  <a:gd name="T3" fmla="*/ 294 h 104"/>
                  <a:gd name="T4" fmla="*/ 208 w 71"/>
                  <a:gd name="T5" fmla="*/ 7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04">
                    <a:moveTo>
                      <a:pt x="0" y="79"/>
                    </a:moveTo>
                    <a:cubicBezTo>
                      <a:pt x="16" y="104"/>
                      <a:pt x="49" y="67"/>
                      <a:pt x="57" y="52"/>
                    </a:cubicBezTo>
                    <a:cubicBezTo>
                      <a:pt x="62" y="43"/>
                      <a:pt x="71" y="0"/>
                      <a:pt x="45" y="14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33" name="Freeform 1148">
                <a:extLst>
                  <a:ext uri="{FF2B5EF4-FFF2-40B4-BE49-F238E27FC236}">
                    <a16:creationId xmlns:a16="http://schemas.microsoft.com/office/drawing/2014/main" id="{4F2F73E5-B8ED-4085-BB68-4DCB69222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076"/>
                <a:ext cx="60" cy="66"/>
              </a:xfrm>
              <a:custGeom>
                <a:avLst/>
                <a:gdLst>
                  <a:gd name="T0" fmla="*/ 5 w 36"/>
                  <a:gd name="T1" fmla="*/ 29 h 37"/>
                  <a:gd name="T2" fmla="*/ 130 w 36"/>
                  <a:gd name="T3" fmla="*/ 166 h 37"/>
                  <a:gd name="T4" fmla="*/ 145 w 36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7">
                    <a:moveTo>
                      <a:pt x="1" y="5"/>
                    </a:moveTo>
                    <a:cubicBezTo>
                      <a:pt x="0" y="14"/>
                      <a:pt x="17" y="37"/>
                      <a:pt x="28" y="29"/>
                    </a:cubicBezTo>
                    <a:cubicBezTo>
                      <a:pt x="36" y="25"/>
                      <a:pt x="27" y="8"/>
                      <a:pt x="31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34" name="Freeform 1149">
                <a:extLst>
                  <a:ext uri="{FF2B5EF4-FFF2-40B4-BE49-F238E27FC236}">
                    <a16:creationId xmlns:a16="http://schemas.microsoft.com/office/drawing/2014/main" id="{EB94634B-609D-4EF5-AE8F-138AA8E35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3316"/>
                <a:ext cx="70" cy="73"/>
              </a:xfrm>
              <a:custGeom>
                <a:avLst/>
                <a:gdLst>
                  <a:gd name="T0" fmla="*/ 5 w 42"/>
                  <a:gd name="T1" fmla="*/ 101 h 41"/>
                  <a:gd name="T2" fmla="*/ 188 w 42"/>
                  <a:gd name="T3" fmla="*/ 194 h 41"/>
                  <a:gd name="T4" fmla="*/ 188 w 42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1">
                    <a:moveTo>
                      <a:pt x="1" y="18"/>
                    </a:moveTo>
                    <a:cubicBezTo>
                      <a:pt x="0" y="38"/>
                      <a:pt x="28" y="41"/>
                      <a:pt x="41" y="34"/>
                    </a:cubicBezTo>
                    <a:cubicBezTo>
                      <a:pt x="42" y="23"/>
                      <a:pt x="41" y="11"/>
                      <a:pt x="41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35" name="Freeform 1150">
                <a:extLst>
                  <a:ext uri="{FF2B5EF4-FFF2-40B4-BE49-F238E27FC236}">
                    <a16:creationId xmlns:a16="http://schemas.microsoft.com/office/drawing/2014/main" id="{C2130F06-CC57-4EB6-9127-1C9F5E969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684"/>
                <a:ext cx="110" cy="221"/>
              </a:xfrm>
              <a:custGeom>
                <a:avLst/>
                <a:gdLst>
                  <a:gd name="T0" fmla="*/ 83 w 66"/>
                  <a:gd name="T1" fmla="*/ 663 h 124"/>
                  <a:gd name="T2" fmla="*/ 263 w 66"/>
                  <a:gd name="T3" fmla="*/ 572 h 124"/>
                  <a:gd name="T4" fmla="*/ 272 w 66"/>
                  <a:gd name="T5" fmla="*/ 255 h 124"/>
                  <a:gd name="T6" fmla="*/ 300 w 66"/>
                  <a:gd name="T7" fmla="*/ 118 h 124"/>
                  <a:gd name="T8" fmla="*/ 292 w 66"/>
                  <a:gd name="T9" fmla="*/ 36 h 124"/>
                  <a:gd name="T10" fmla="*/ 130 w 66"/>
                  <a:gd name="T11" fmla="*/ 93 h 124"/>
                  <a:gd name="T12" fmla="*/ 22 w 66"/>
                  <a:gd name="T13" fmla="*/ 223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24">
                    <a:moveTo>
                      <a:pt x="18" y="117"/>
                    </a:moveTo>
                    <a:cubicBezTo>
                      <a:pt x="33" y="124"/>
                      <a:pt x="54" y="120"/>
                      <a:pt x="57" y="101"/>
                    </a:cubicBezTo>
                    <a:cubicBezTo>
                      <a:pt x="61" y="82"/>
                      <a:pt x="53" y="64"/>
                      <a:pt x="59" y="45"/>
                    </a:cubicBezTo>
                    <a:cubicBezTo>
                      <a:pt x="61" y="36"/>
                      <a:pt x="65" y="30"/>
                      <a:pt x="65" y="21"/>
                    </a:cubicBezTo>
                    <a:cubicBezTo>
                      <a:pt x="65" y="18"/>
                      <a:pt x="66" y="8"/>
                      <a:pt x="63" y="6"/>
                    </a:cubicBezTo>
                    <a:cubicBezTo>
                      <a:pt x="56" y="0"/>
                      <a:pt x="34" y="14"/>
                      <a:pt x="28" y="16"/>
                    </a:cubicBezTo>
                    <a:cubicBezTo>
                      <a:pt x="21" y="19"/>
                      <a:pt x="0" y="28"/>
                      <a:pt x="5" y="39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36" name="Freeform 1151">
                <a:extLst>
                  <a:ext uri="{FF2B5EF4-FFF2-40B4-BE49-F238E27FC236}">
                    <a16:creationId xmlns:a16="http://schemas.microsoft.com/office/drawing/2014/main" id="{FE85CCAD-2AF0-482A-82D3-500A2ED50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791"/>
                <a:ext cx="100" cy="93"/>
              </a:xfrm>
              <a:custGeom>
                <a:avLst/>
                <a:gdLst>
                  <a:gd name="T0" fmla="*/ 0 w 60"/>
                  <a:gd name="T1" fmla="*/ 41 h 52"/>
                  <a:gd name="T2" fmla="*/ 62 w 60"/>
                  <a:gd name="T3" fmla="*/ 234 h 52"/>
                  <a:gd name="T4" fmla="*/ 213 w 60"/>
                  <a:gd name="T5" fmla="*/ 268 h 52"/>
                  <a:gd name="T6" fmla="*/ 272 w 60"/>
                  <a:gd name="T7" fmla="*/ 102 h 52"/>
                  <a:gd name="T8" fmla="*/ 217 w 60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2">
                    <a:moveTo>
                      <a:pt x="0" y="7"/>
                    </a:moveTo>
                    <a:cubicBezTo>
                      <a:pt x="0" y="20"/>
                      <a:pt x="2" y="31"/>
                      <a:pt x="13" y="41"/>
                    </a:cubicBezTo>
                    <a:cubicBezTo>
                      <a:pt x="22" y="48"/>
                      <a:pt x="35" y="52"/>
                      <a:pt x="46" y="47"/>
                    </a:cubicBezTo>
                    <a:cubicBezTo>
                      <a:pt x="58" y="42"/>
                      <a:pt x="60" y="30"/>
                      <a:pt x="59" y="18"/>
                    </a:cubicBezTo>
                    <a:cubicBezTo>
                      <a:pt x="57" y="7"/>
                      <a:pt x="52" y="6"/>
                      <a:pt x="47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37" name="Freeform 1152">
                <a:extLst>
                  <a:ext uri="{FF2B5EF4-FFF2-40B4-BE49-F238E27FC236}">
                    <a16:creationId xmlns:a16="http://schemas.microsoft.com/office/drawing/2014/main" id="{A6B6B629-D61E-4107-8FFC-AD0CADE1B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688"/>
                <a:ext cx="94" cy="64"/>
              </a:xfrm>
              <a:custGeom>
                <a:avLst/>
                <a:gdLst>
                  <a:gd name="T0" fmla="*/ 0 w 56"/>
                  <a:gd name="T1" fmla="*/ 44 h 36"/>
                  <a:gd name="T2" fmla="*/ 232 w 56"/>
                  <a:gd name="T3" fmla="*/ 85 h 36"/>
                  <a:gd name="T4" fmla="*/ 180 w 56"/>
                  <a:gd name="T5" fmla="*/ 1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6">
                    <a:moveTo>
                      <a:pt x="0" y="8"/>
                    </a:moveTo>
                    <a:cubicBezTo>
                      <a:pt x="7" y="28"/>
                      <a:pt x="39" y="36"/>
                      <a:pt x="49" y="15"/>
                    </a:cubicBezTo>
                    <a:cubicBezTo>
                      <a:pt x="56" y="0"/>
                      <a:pt x="49" y="6"/>
                      <a:pt x="38" y="3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38" name="Freeform 1153">
                <a:extLst>
                  <a:ext uri="{FF2B5EF4-FFF2-40B4-BE49-F238E27FC236}">
                    <a16:creationId xmlns:a16="http://schemas.microsoft.com/office/drawing/2014/main" id="{2C7EAA4D-757F-4565-86EA-EC5833A1C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697"/>
                <a:ext cx="97" cy="124"/>
              </a:xfrm>
              <a:custGeom>
                <a:avLst/>
                <a:gdLst>
                  <a:gd name="T0" fmla="*/ 0 w 58"/>
                  <a:gd name="T1" fmla="*/ 260 h 70"/>
                  <a:gd name="T2" fmla="*/ 258 w 58"/>
                  <a:gd name="T3" fmla="*/ 253 h 70"/>
                  <a:gd name="T4" fmla="*/ 258 w 58"/>
                  <a:gd name="T5" fmla="*/ 44 h 70"/>
                  <a:gd name="T6" fmla="*/ 224 w 58"/>
                  <a:gd name="T7" fmla="*/ 7 h 70"/>
                  <a:gd name="T8" fmla="*/ 187 w 58"/>
                  <a:gd name="T9" fmla="*/ 34 h 70"/>
                  <a:gd name="T10" fmla="*/ 125 w 58"/>
                  <a:gd name="T11" fmla="*/ 7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70">
                    <a:moveTo>
                      <a:pt x="0" y="47"/>
                    </a:moveTo>
                    <a:cubicBezTo>
                      <a:pt x="8" y="70"/>
                      <a:pt x="49" y="70"/>
                      <a:pt x="55" y="46"/>
                    </a:cubicBezTo>
                    <a:cubicBezTo>
                      <a:pt x="58" y="35"/>
                      <a:pt x="56" y="19"/>
                      <a:pt x="55" y="8"/>
                    </a:cubicBezTo>
                    <a:cubicBezTo>
                      <a:pt x="54" y="2"/>
                      <a:pt x="54" y="0"/>
                      <a:pt x="48" y="1"/>
                    </a:cubicBezTo>
                    <a:cubicBezTo>
                      <a:pt x="47" y="1"/>
                      <a:pt x="42" y="5"/>
                      <a:pt x="40" y="6"/>
                    </a:cubicBezTo>
                    <a:cubicBezTo>
                      <a:pt x="35" y="8"/>
                      <a:pt x="31" y="10"/>
                      <a:pt x="27" y="14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39" name="Freeform 1154">
                <a:extLst>
                  <a:ext uri="{FF2B5EF4-FFF2-40B4-BE49-F238E27FC236}">
                    <a16:creationId xmlns:a16="http://schemas.microsoft.com/office/drawing/2014/main" id="{1293A759-A5DF-4762-B1F4-338D90C9B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864"/>
                <a:ext cx="78" cy="77"/>
              </a:xfrm>
              <a:custGeom>
                <a:avLst/>
                <a:gdLst>
                  <a:gd name="T0" fmla="*/ 20 w 47"/>
                  <a:gd name="T1" fmla="*/ 0 h 43"/>
                  <a:gd name="T2" fmla="*/ 68 w 47"/>
                  <a:gd name="T3" fmla="*/ 179 h 43"/>
                  <a:gd name="T4" fmla="*/ 206 w 47"/>
                  <a:gd name="T5" fmla="*/ 247 h 43"/>
                  <a:gd name="T6" fmla="*/ 214 w 47"/>
                  <a:gd name="T7" fmla="*/ 138 h 43"/>
                  <a:gd name="T8" fmla="*/ 75 w 47"/>
                  <a:gd name="T9" fmla="*/ 86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3">
                    <a:moveTo>
                      <a:pt x="4" y="0"/>
                    </a:moveTo>
                    <a:cubicBezTo>
                      <a:pt x="0" y="11"/>
                      <a:pt x="7" y="24"/>
                      <a:pt x="15" y="31"/>
                    </a:cubicBezTo>
                    <a:cubicBezTo>
                      <a:pt x="24" y="40"/>
                      <a:pt x="34" y="40"/>
                      <a:pt x="45" y="43"/>
                    </a:cubicBezTo>
                    <a:cubicBezTo>
                      <a:pt x="45" y="37"/>
                      <a:pt x="47" y="30"/>
                      <a:pt x="47" y="24"/>
                    </a:cubicBezTo>
                    <a:cubicBezTo>
                      <a:pt x="37" y="29"/>
                      <a:pt x="23" y="21"/>
                      <a:pt x="16" y="15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40" name="Freeform 1155">
                <a:extLst>
                  <a:ext uri="{FF2B5EF4-FFF2-40B4-BE49-F238E27FC236}">
                    <a16:creationId xmlns:a16="http://schemas.microsoft.com/office/drawing/2014/main" id="{94079FAE-5A98-4A44-B1F6-664EBEF5E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912"/>
                <a:ext cx="54" cy="103"/>
              </a:xfrm>
              <a:custGeom>
                <a:avLst/>
                <a:gdLst>
                  <a:gd name="T0" fmla="*/ 69 w 32"/>
                  <a:gd name="T1" fmla="*/ 16 h 58"/>
                  <a:gd name="T2" fmla="*/ 83 w 32"/>
                  <a:gd name="T3" fmla="*/ 101 h 58"/>
                  <a:gd name="T4" fmla="*/ 120 w 32"/>
                  <a:gd name="T5" fmla="*/ 186 h 58"/>
                  <a:gd name="T6" fmla="*/ 120 w 32"/>
                  <a:gd name="T7" fmla="*/ 211 h 58"/>
                  <a:gd name="T8" fmla="*/ 140 w 32"/>
                  <a:gd name="T9" fmla="*/ 240 h 58"/>
                  <a:gd name="T10" fmla="*/ 145 w 32"/>
                  <a:gd name="T11" fmla="*/ 325 h 58"/>
                  <a:gd name="T12" fmla="*/ 8 w 32"/>
                  <a:gd name="T13" fmla="*/ 135 h 58"/>
                  <a:gd name="T14" fmla="*/ 24 w 32"/>
                  <a:gd name="T15" fmla="*/ 50 h 58"/>
                  <a:gd name="T16" fmla="*/ 69 w 32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58">
                    <a:moveTo>
                      <a:pt x="14" y="3"/>
                    </a:moveTo>
                    <a:cubicBezTo>
                      <a:pt x="17" y="9"/>
                      <a:pt x="16" y="13"/>
                      <a:pt x="17" y="18"/>
                    </a:cubicBezTo>
                    <a:cubicBezTo>
                      <a:pt x="18" y="24"/>
                      <a:pt x="24" y="27"/>
                      <a:pt x="25" y="33"/>
                    </a:cubicBezTo>
                    <a:cubicBezTo>
                      <a:pt x="26" y="34"/>
                      <a:pt x="25" y="37"/>
                      <a:pt x="25" y="38"/>
                    </a:cubicBezTo>
                    <a:cubicBezTo>
                      <a:pt x="26" y="40"/>
                      <a:pt x="28" y="41"/>
                      <a:pt x="29" y="43"/>
                    </a:cubicBezTo>
                    <a:cubicBezTo>
                      <a:pt x="32" y="48"/>
                      <a:pt x="30" y="52"/>
                      <a:pt x="30" y="58"/>
                    </a:cubicBezTo>
                    <a:cubicBezTo>
                      <a:pt x="11" y="58"/>
                      <a:pt x="0" y="43"/>
                      <a:pt x="2" y="24"/>
                    </a:cubicBezTo>
                    <a:cubicBezTo>
                      <a:pt x="2" y="20"/>
                      <a:pt x="3" y="12"/>
                      <a:pt x="5" y="9"/>
                    </a:cubicBezTo>
                    <a:cubicBezTo>
                      <a:pt x="8" y="5"/>
                      <a:pt x="13" y="4"/>
                      <a:pt x="14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41" name="Freeform 1156">
                <a:extLst>
                  <a:ext uri="{FF2B5EF4-FFF2-40B4-BE49-F238E27FC236}">
                    <a16:creationId xmlns:a16="http://schemas.microsoft.com/office/drawing/2014/main" id="{6FE965F3-609B-45F7-9578-2F65AC1AC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334"/>
                <a:ext cx="50" cy="43"/>
              </a:xfrm>
              <a:custGeom>
                <a:avLst/>
                <a:gdLst>
                  <a:gd name="T0" fmla="*/ 0 w 30"/>
                  <a:gd name="T1" fmla="*/ 93 h 24"/>
                  <a:gd name="T2" fmla="*/ 130 w 30"/>
                  <a:gd name="T3" fmla="*/ 0 h 24"/>
                  <a:gd name="T4" fmla="*/ 70 w 30"/>
                  <a:gd name="T5" fmla="*/ 4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4">
                    <a:moveTo>
                      <a:pt x="0" y="16"/>
                    </a:moveTo>
                    <a:cubicBezTo>
                      <a:pt x="12" y="24"/>
                      <a:pt x="30" y="14"/>
                      <a:pt x="28" y="0"/>
                    </a:cubicBezTo>
                    <a:cubicBezTo>
                      <a:pt x="24" y="3"/>
                      <a:pt x="20" y="6"/>
                      <a:pt x="15" y="8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42" name="Freeform 1157">
                <a:extLst>
                  <a:ext uri="{FF2B5EF4-FFF2-40B4-BE49-F238E27FC236}">
                    <a16:creationId xmlns:a16="http://schemas.microsoft.com/office/drawing/2014/main" id="{37B4D2D5-EBD4-450F-A30E-5305F488A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095"/>
                <a:ext cx="84" cy="121"/>
              </a:xfrm>
              <a:custGeom>
                <a:avLst/>
                <a:gdLst>
                  <a:gd name="T0" fmla="*/ 0 w 50"/>
                  <a:gd name="T1" fmla="*/ 383 h 68"/>
                  <a:gd name="T2" fmla="*/ 181 w 50"/>
                  <a:gd name="T3" fmla="*/ 224 h 68"/>
                  <a:gd name="T4" fmla="*/ 237 w 50"/>
                  <a:gd name="T5" fmla="*/ 85 h 68"/>
                  <a:gd name="T6" fmla="*/ 223 w 50"/>
                  <a:gd name="T7" fmla="*/ 21 h 68"/>
                  <a:gd name="T8" fmla="*/ 153 w 50"/>
                  <a:gd name="T9" fmla="*/ 1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0" y="68"/>
                    </a:moveTo>
                    <a:cubicBezTo>
                      <a:pt x="16" y="68"/>
                      <a:pt x="30" y="53"/>
                      <a:pt x="38" y="40"/>
                    </a:cubicBezTo>
                    <a:cubicBezTo>
                      <a:pt x="43" y="33"/>
                      <a:pt x="48" y="24"/>
                      <a:pt x="50" y="15"/>
                    </a:cubicBezTo>
                    <a:cubicBezTo>
                      <a:pt x="50" y="11"/>
                      <a:pt x="50" y="7"/>
                      <a:pt x="47" y="4"/>
                    </a:cubicBezTo>
                    <a:cubicBezTo>
                      <a:pt x="43" y="0"/>
                      <a:pt x="37" y="2"/>
                      <a:pt x="32" y="2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43" name="Freeform 1158">
                <a:extLst>
                  <a:ext uri="{FF2B5EF4-FFF2-40B4-BE49-F238E27FC236}">
                    <a16:creationId xmlns:a16="http://schemas.microsoft.com/office/drawing/2014/main" id="{7BEDED66-4FCC-44E5-83AC-1AE93542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960"/>
                <a:ext cx="190" cy="157"/>
              </a:xfrm>
              <a:custGeom>
                <a:avLst/>
                <a:gdLst>
                  <a:gd name="T0" fmla="*/ 20 w 114"/>
                  <a:gd name="T1" fmla="*/ 483 h 88"/>
                  <a:gd name="T2" fmla="*/ 175 w 114"/>
                  <a:gd name="T3" fmla="*/ 421 h 88"/>
                  <a:gd name="T4" fmla="*/ 242 w 114"/>
                  <a:gd name="T5" fmla="*/ 305 h 88"/>
                  <a:gd name="T6" fmla="*/ 283 w 114"/>
                  <a:gd name="T7" fmla="*/ 182 h 88"/>
                  <a:gd name="T8" fmla="*/ 370 w 114"/>
                  <a:gd name="T9" fmla="*/ 166 h 88"/>
                  <a:gd name="T10" fmla="*/ 463 w 114"/>
                  <a:gd name="T11" fmla="*/ 125 h 88"/>
                  <a:gd name="T12" fmla="*/ 505 w 114"/>
                  <a:gd name="T13" fmla="*/ 73 h 88"/>
                  <a:gd name="T14" fmla="*/ 383 w 114"/>
                  <a:gd name="T15" fmla="*/ 36 h 88"/>
                  <a:gd name="T16" fmla="*/ 272 w 114"/>
                  <a:gd name="T17" fmla="*/ 16 h 88"/>
                  <a:gd name="T18" fmla="*/ 203 w 114"/>
                  <a:gd name="T19" fmla="*/ 21 h 88"/>
                  <a:gd name="T20" fmla="*/ 0 w 114"/>
                  <a:gd name="T21" fmla="*/ 369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4" h="88">
                    <a:moveTo>
                      <a:pt x="4" y="85"/>
                    </a:moveTo>
                    <a:cubicBezTo>
                      <a:pt x="16" y="88"/>
                      <a:pt x="29" y="83"/>
                      <a:pt x="38" y="74"/>
                    </a:cubicBezTo>
                    <a:cubicBezTo>
                      <a:pt x="44" y="68"/>
                      <a:pt x="48" y="61"/>
                      <a:pt x="52" y="54"/>
                    </a:cubicBezTo>
                    <a:cubicBezTo>
                      <a:pt x="56" y="48"/>
                      <a:pt x="56" y="37"/>
                      <a:pt x="61" y="32"/>
                    </a:cubicBezTo>
                    <a:cubicBezTo>
                      <a:pt x="66" y="28"/>
                      <a:pt x="74" y="30"/>
                      <a:pt x="80" y="29"/>
                    </a:cubicBezTo>
                    <a:cubicBezTo>
                      <a:pt x="87" y="29"/>
                      <a:pt x="94" y="27"/>
                      <a:pt x="100" y="22"/>
                    </a:cubicBezTo>
                    <a:cubicBezTo>
                      <a:pt x="103" y="20"/>
                      <a:pt x="107" y="17"/>
                      <a:pt x="109" y="13"/>
                    </a:cubicBezTo>
                    <a:cubicBezTo>
                      <a:pt x="114" y="0"/>
                      <a:pt x="89" y="6"/>
                      <a:pt x="83" y="6"/>
                    </a:cubicBezTo>
                    <a:cubicBezTo>
                      <a:pt x="75" y="6"/>
                      <a:pt x="67" y="4"/>
                      <a:pt x="59" y="3"/>
                    </a:cubicBezTo>
                    <a:cubicBezTo>
                      <a:pt x="53" y="2"/>
                      <a:pt x="50" y="1"/>
                      <a:pt x="44" y="4"/>
                    </a:cubicBezTo>
                    <a:cubicBezTo>
                      <a:pt x="22" y="16"/>
                      <a:pt x="20" y="50"/>
                      <a:pt x="0" y="65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44" name="Freeform 1159">
                <a:extLst>
                  <a:ext uri="{FF2B5EF4-FFF2-40B4-BE49-F238E27FC236}">
                    <a16:creationId xmlns:a16="http://schemas.microsoft.com/office/drawing/2014/main" id="{23798381-F719-4409-A679-5769C5B94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976"/>
                <a:ext cx="53" cy="36"/>
              </a:xfrm>
              <a:custGeom>
                <a:avLst/>
                <a:gdLst>
                  <a:gd name="T0" fmla="*/ 0 w 32"/>
                  <a:gd name="T1" fmla="*/ 74 h 20"/>
                  <a:gd name="T2" fmla="*/ 84 w 32"/>
                  <a:gd name="T3" fmla="*/ 110 h 20"/>
                  <a:gd name="T4" fmla="*/ 139 w 32"/>
                  <a:gd name="T5" fmla="*/ 88 h 20"/>
                  <a:gd name="T6" fmla="*/ 41 w 32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0">
                    <a:moveTo>
                      <a:pt x="0" y="13"/>
                    </a:moveTo>
                    <a:cubicBezTo>
                      <a:pt x="8" y="11"/>
                      <a:pt x="12" y="18"/>
                      <a:pt x="19" y="19"/>
                    </a:cubicBezTo>
                    <a:cubicBezTo>
                      <a:pt x="22" y="20"/>
                      <a:pt x="30" y="19"/>
                      <a:pt x="31" y="15"/>
                    </a:cubicBezTo>
                    <a:cubicBezTo>
                      <a:pt x="32" y="7"/>
                      <a:pt x="15" y="0"/>
                      <a:pt x="9" y="1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45" name="Freeform 1160">
                <a:extLst>
                  <a:ext uri="{FF2B5EF4-FFF2-40B4-BE49-F238E27FC236}">
                    <a16:creationId xmlns:a16="http://schemas.microsoft.com/office/drawing/2014/main" id="{B33A46F8-012E-4E4A-836B-A083A491F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966"/>
                <a:ext cx="45" cy="48"/>
              </a:xfrm>
              <a:custGeom>
                <a:avLst/>
                <a:gdLst>
                  <a:gd name="T0" fmla="*/ 55 w 27"/>
                  <a:gd name="T1" fmla="*/ 0 h 27"/>
                  <a:gd name="T2" fmla="*/ 120 w 27"/>
                  <a:gd name="T3" fmla="*/ 114 h 27"/>
                  <a:gd name="T4" fmla="*/ 97 w 27"/>
                  <a:gd name="T5" fmla="*/ 151 h 27"/>
                  <a:gd name="T6" fmla="*/ 0 w 27"/>
                  <a:gd name="T7" fmla="*/ 5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7">
                    <a:moveTo>
                      <a:pt x="12" y="0"/>
                    </a:moveTo>
                    <a:cubicBezTo>
                      <a:pt x="14" y="9"/>
                      <a:pt x="25" y="11"/>
                      <a:pt x="26" y="20"/>
                    </a:cubicBezTo>
                    <a:cubicBezTo>
                      <a:pt x="27" y="25"/>
                      <a:pt x="26" y="27"/>
                      <a:pt x="21" y="27"/>
                    </a:cubicBezTo>
                    <a:cubicBezTo>
                      <a:pt x="11" y="27"/>
                      <a:pt x="7" y="14"/>
                      <a:pt x="0" y="1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46" name="Freeform 1161">
                <a:extLst>
                  <a:ext uri="{FF2B5EF4-FFF2-40B4-BE49-F238E27FC236}">
                    <a16:creationId xmlns:a16="http://schemas.microsoft.com/office/drawing/2014/main" id="{967AD67D-3DE2-46FE-BF88-EC9BB713E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3088"/>
                <a:ext cx="40" cy="23"/>
              </a:xfrm>
              <a:custGeom>
                <a:avLst/>
                <a:gdLst>
                  <a:gd name="T0" fmla="*/ 0 w 24"/>
                  <a:gd name="T1" fmla="*/ 34 h 13"/>
                  <a:gd name="T2" fmla="*/ 37 w 24"/>
                  <a:gd name="T3" fmla="*/ 60 h 13"/>
                  <a:gd name="T4" fmla="*/ 78 w 24"/>
                  <a:gd name="T5" fmla="*/ 65 h 13"/>
                  <a:gd name="T6" fmla="*/ 105 w 2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3">
                    <a:moveTo>
                      <a:pt x="0" y="6"/>
                    </a:moveTo>
                    <a:cubicBezTo>
                      <a:pt x="4" y="6"/>
                      <a:pt x="5" y="10"/>
                      <a:pt x="8" y="11"/>
                    </a:cubicBezTo>
                    <a:cubicBezTo>
                      <a:pt x="11" y="13"/>
                      <a:pt x="14" y="13"/>
                      <a:pt x="17" y="12"/>
                    </a:cubicBezTo>
                    <a:cubicBezTo>
                      <a:pt x="24" y="10"/>
                      <a:pt x="21" y="6"/>
                      <a:pt x="23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47" name="Freeform 1162">
                <a:extLst>
                  <a:ext uri="{FF2B5EF4-FFF2-40B4-BE49-F238E27FC236}">
                    <a16:creationId xmlns:a16="http://schemas.microsoft.com/office/drawing/2014/main" id="{A2528040-B195-48C9-A242-A8AD2A59E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912"/>
                <a:ext cx="40" cy="27"/>
              </a:xfrm>
              <a:custGeom>
                <a:avLst/>
                <a:gdLst>
                  <a:gd name="T0" fmla="*/ 0 w 24"/>
                  <a:gd name="T1" fmla="*/ 0 h 15"/>
                  <a:gd name="T2" fmla="*/ 105 w 24"/>
                  <a:gd name="T3" fmla="*/ 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0"/>
                    </a:moveTo>
                    <a:cubicBezTo>
                      <a:pt x="6" y="3"/>
                      <a:pt x="24" y="15"/>
                      <a:pt x="23" y="1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48" name="Freeform 1163">
                <a:extLst>
                  <a:ext uri="{FF2B5EF4-FFF2-40B4-BE49-F238E27FC236}">
                    <a16:creationId xmlns:a16="http://schemas.microsoft.com/office/drawing/2014/main" id="{A697975D-5CF0-4216-B991-3CD109F37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702"/>
                <a:ext cx="40" cy="96"/>
              </a:xfrm>
              <a:custGeom>
                <a:avLst/>
                <a:gdLst>
                  <a:gd name="T0" fmla="*/ 0 w 24"/>
                  <a:gd name="T1" fmla="*/ 297 h 54"/>
                  <a:gd name="T2" fmla="*/ 105 w 24"/>
                  <a:gd name="T3" fmla="*/ 164 h 54"/>
                  <a:gd name="T4" fmla="*/ 112 w 24"/>
                  <a:gd name="T5" fmla="*/ 66 h 54"/>
                  <a:gd name="T6" fmla="*/ 103 w 24"/>
                  <a:gd name="T7" fmla="*/ 0 h 54"/>
                  <a:gd name="T8" fmla="*/ 88 w 24"/>
                  <a:gd name="T9" fmla="*/ 66 h 54"/>
                  <a:gd name="T10" fmla="*/ 13 w 24"/>
                  <a:gd name="T11" fmla="*/ 21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4">
                    <a:moveTo>
                      <a:pt x="0" y="53"/>
                    </a:moveTo>
                    <a:cubicBezTo>
                      <a:pt x="16" y="54"/>
                      <a:pt x="21" y="41"/>
                      <a:pt x="23" y="29"/>
                    </a:cubicBezTo>
                    <a:cubicBezTo>
                      <a:pt x="24" y="23"/>
                      <a:pt x="24" y="18"/>
                      <a:pt x="24" y="12"/>
                    </a:cubicBezTo>
                    <a:cubicBezTo>
                      <a:pt x="23" y="8"/>
                      <a:pt x="24" y="2"/>
                      <a:pt x="22" y="0"/>
                    </a:cubicBezTo>
                    <a:cubicBezTo>
                      <a:pt x="19" y="4"/>
                      <a:pt x="19" y="7"/>
                      <a:pt x="19" y="12"/>
                    </a:cubicBezTo>
                    <a:cubicBezTo>
                      <a:pt x="18" y="23"/>
                      <a:pt x="10" y="29"/>
                      <a:pt x="3" y="38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49" name="Freeform 1164">
                <a:extLst>
                  <a:ext uri="{FF2B5EF4-FFF2-40B4-BE49-F238E27FC236}">
                    <a16:creationId xmlns:a16="http://schemas.microsoft.com/office/drawing/2014/main" id="{BB06E368-F7ED-4DF3-95C8-C25CD786A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690"/>
                <a:ext cx="53" cy="34"/>
              </a:xfrm>
              <a:custGeom>
                <a:avLst/>
                <a:gdLst>
                  <a:gd name="T0" fmla="*/ 0 w 32"/>
                  <a:gd name="T1" fmla="*/ 81 h 19"/>
                  <a:gd name="T2" fmla="*/ 118 w 32"/>
                  <a:gd name="T3" fmla="*/ 64 h 19"/>
                  <a:gd name="T4" fmla="*/ 84 w 3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0" y="14"/>
                    </a:moveTo>
                    <a:cubicBezTo>
                      <a:pt x="6" y="19"/>
                      <a:pt x="20" y="16"/>
                      <a:pt x="26" y="11"/>
                    </a:cubicBezTo>
                    <a:cubicBezTo>
                      <a:pt x="32" y="3"/>
                      <a:pt x="27" y="0"/>
                      <a:pt x="19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50" name="Freeform 1165">
                <a:extLst>
                  <a:ext uri="{FF2B5EF4-FFF2-40B4-BE49-F238E27FC236}">
                    <a16:creationId xmlns:a16="http://schemas.microsoft.com/office/drawing/2014/main" id="{E1C1C3EC-9A7B-42E6-9B38-2C815BEFB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788"/>
                <a:ext cx="85" cy="74"/>
              </a:xfrm>
              <a:custGeom>
                <a:avLst/>
                <a:gdLst>
                  <a:gd name="T0" fmla="*/ 0 w 51"/>
                  <a:gd name="T1" fmla="*/ 159 h 42"/>
                  <a:gd name="T2" fmla="*/ 175 w 51"/>
                  <a:gd name="T3" fmla="*/ 215 h 42"/>
                  <a:gd name="T4" fmla="*/ 228 w 51"/>
                  <a:gd name="T5" fmla="*/ 137 h 42"/>
                  <a:gd name="T6" fmla="*/ 145 w 51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0" y="29"/>
                    </a:moveTo>
                    <a:cubicBezTo>
                      <a:pt x="2" y="42"/>
                      <a:pt x="30" y="42"/>
                      <a:pt x="38" y="39"/>
                    </a:cubicBezTo>
                    <a:cubicBezTo>
                      <a:pt x="44" y="36"/>
                      <a:pt x="47" y="30"/>
                      <a:pt x="49" y="25"/>
                    </a:cubicBezTo>
                    <a:cubicBezTo>
                      <a:pt x="51" y="13"/>
                      <a:pt x="40" y="5"/>
                      <a:pt x="31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51" name="Freeform 1166">
                <a:extLst>
                  <a:ext uri="{FF2B5EF4-FFF2-40B4-BE49-F238E27FC236}">
                    <a16:creationId xmlns:a16="http://schemas.microsoft.com/office/drawing/2014/main" id="{DB40DDA1-1DBB-44E5-8B2B-30541CBEF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702"/>
                <a:ext cx="82" cy="182"/>
              </a:xfrm>
              <a:custGeom>
                <a:avLst/>
                <a:gdLst>
                  <a:gd name="T0" fmla="*/ 229 w 49"/>
                  <a:gd name="T1" fmla="*/ 0 h 102"/>
                  <a:gd name="T2" fmla="*/ 216 w 49"/>
                  <a:gd name="T3" fmla="*/ 96 h 102"/>
                  <a:gd name="T4" fmla="*/ 179 w 49"/>
                  <a:gd name="T5" fmla="*/ 171 h 102"/>
                  <a:gd name="T6" fmla="*/ 167 w 49"/>
                  <a:gd name="T7" fmla="*/ 318 h 102"/>
                  <a:gd name="T8" fmla="*/ 141 w 49"/>
                  <a:gd name="T9" fmla="*/ 544 h 102"/>
                  <a:gd name="T10" fmla="*/ 104 w 49"/>
                  <a:gd name="T11" fmla="*/ 551 h 102"/>
                  <a:gd name="T12" fmla="*/ 70 w 49"/>
                  <a:gd name="T13" fmla="*/ 455 h 102"/>
                  <a:gd name="T14" fmla="*/ 13 w 49"/>
                  <a:gd name="T15" fmla="*/ 268 h 102"/>
                  <a:gd name="T16" fmla="*/ 124 w 49"/>
                  <a:gd name="T17" fmla="*/ 73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102">
                    <a:moveTo>
                      <a:pt x="49" y="0"/>
                    </a:moveTo>
                    <a:cubicBezTo>
                      <a:pt x="49" y="5"/>
                      <a:pt x="48" y="12"/>
                      <a:pt x="46" y="17"/>
                    </a:cubicBezTo>
                    <a:cubicBezTo>
                      <a:pt x="44" y="22"/>
                      <a:pt x="41" y="25"/>
                      <a:pt x="38" y="30"/>
                    </a:cubicBezTo>
                    <a:cubicBezTo>
                      <a:pt x="34" y="36"/>
                      <a:pt x="35" y="49"/>
                      <a:pt x="36" y="56"/>
                    </a:cubicBezTo>
                    <a:cubicBezTo>
                      <a:pt x="37" y="71"/>
                      <a:pt x="40" y="83"/>
                      <a:pt x="30" y="96"/>
                    </a:cubicBezTo>
                    <a:cubicBezTo>
                      <a:pt x="26" y="101"/>
                      <a:pt x="25" y="102"/>
                      <a:pt x="22" y="97"/>
                    </a:cubicBezTo>
                    <a:cubicBezTo>
                      <a:pt x="18" y="92"/>
                      <a:pt x="17" y="85"/>
                      <a:pt x="15" y="80"/>
                    </a:cubicBezTo>
                    <a:cubicBezTo>
                      <a:pt x="11" y="69"/>
                      <a:pt x="5" y="58"/>
                      <a:pt x="3" y="47"/>
                    </a:cubicBezTo>
                    <a:cubicBezTo>
                      <a:pt x="0" y="30"/>
                      <a:pt x="11" y="18"/>
                      <a:pt x="26" y="13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52" name="Freeform 1167">
                <a:extLst>
                  <a:ext uri="{FF2B5EF4-FFF2-40B4-BE49-F238E27FC236}">
                    <a16:creationId xmlns:a16="http://schemas.microsoft.com/office/drawing/2014/main" id="{FCE9A895-CDCC-496A-B4A2-F8D01B298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3186"/>
                <a:ext cx="212" cy="443"/>
              </a:xfrm>
              <a:custGeom>
                <a:avLst/>
                <a:gdLst>
                  <a:gd name="T0" fmla="*/ 586 w 127"/>
                  <a:gd name="T1" fmla="*/ 1402 h 249"/>
                  <a:gd name="T2" fmla="*/ 544 w 127"/>
                  <a:gd name="T3" fmla="*/ 1206 h 249"/>
                  <a:gd name="T4" fmla="*/ 0 w 127"/>
                  <a:gd name="T5" fmla="*/ 0 h 249"/>
                  <a:gd name="T6" fmla="*/ 544 w 127"/>
                  <a:gd name="T7" fmla="*/ 906 h 249"/>
                  <a:gd name="T8" fmla="*/ 586 w 127"/>
                  <a:gd name="T9" fmla="*/ 1402 h 2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249">
                    <a:moveTo>
                      <a:pt x="126" y="249"/>
                    </a:moveTo>
                    <a:cubicBezTo>
                      <a:pt x="122" y="239"/>
                      <a:pt x="119" y="227"/>
                      <a:pt x="117" y="214"/>
                    </a:cubicBezTo>
                    <a:cubicBezTo>
                      <a:pt x="104" y="117"/>
                      <a:pt x="41" y="54"/>
                      <a:pt x="0" y="0"/>
                    </a:cubicBezTo>
                    <a:cubicBezTo>
                      <a:pt x="35" y="38"/>
                      <a:pt x="107" y="119"/>
                      <a:pt x="117" y="161"/>
                    </a:cubicBezTo>
                    <a:cubicBezTo>
                      <a:pt x="127" y="203"/>
                      <a:pt x="121" y="216"/>
                      <a:pt x="126" y="249"/>
                    </a:cubicBezTo>
                    <a:close/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53" name="Freeform 1168">
                <a:extLst>
                  <a:ext uri="{FF2B5EF4-FFF2-40B4-BE49-F238E27FC236}">
                    <a16:creationId xmlns:a16="http://schemas.microsoft.com/office/drawing/2014/main" id="{3961C388-A54E-4DF3-92DD-14B48E16F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3345"/>
                <a:ext cx="79" cy="211"/>
              </a:xfrm>
              <a:custGeom>
                <a:avLst/>
                <a:gdLst>
                  <a:gd name="T0" fmla="*/ 224 w 47"/>
                  <a:gd name="T1" fmla="*/ 663 h 119"/>
                  <a:gd name="T2" fmla="*/ 195 w 47"/>
                  <a:gd name="T3" fmla="*/ 402 h 119"/>
                  <a:gd name="T4" fmla="*/ 0 w 47"/>
                  <a:gd name="T5" fmla="*/ 0 h 119"/>
                  <a:gd name="T6" fmla="*/ 224 w 47"/>
                  <a:gd name="T7" fmla="*/ 663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19">
                    <a:moveTo>
                      <a:pt x="47" y="119"/>
                    </a:moveTo>
                    <a:cubicBezTo>
                      <a:pt x="47" y="107"/>
                      <a:pt x="46" y="93"/>
                      <a:pt x="41" y="72"/>
                    </a:cubicBezTo>
                    <a:cubicBezTo>
                      <a:pt x="37" y="53"/>
                      <a:pt x="20" y="27"/>
                      <a:pt x="0" y="0"/>
                    </a:cubicBezTo>
                    <a:cubicBezTo>
                      <a:pt x="20" y="37"/>
                      <a:pt x="45" y="76"/>
                      <a:pt x="47" y="1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54" name="Freeform 1169">
                <a:extLst>
                  <a:ext uri="{FF2B5EF4-FFF2-40B4-BE49-F238E27FC236}">
                    <a16:creationId xmlns:a16="http://schemas.microsoft.com/office/drawing/2014/main" id="{194C4034-B7AB-4A75-96DF-AD3C5A5DC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973"/>
                <a:ext cx="99" cy="128"/>
              </a:xfrm>
              <a:custGeom>
                <a:avLst/>
                <a:gdLst>
                  <a:gd name="T0" fmla="*/ 250 w 59"/>
                  <a:gd name="T1" fmla="*/ 247 h 72"/>
                  <a:gd name="T2" fmla="*/ 265 w 59"/>
                  <a:gd name="T3" fmla="*/ 117 h 72"/>
                  <a:gd name="T4" fmla="*/ 188 w 59"/>
                  <a:gd name="T5" fmla="*/ 28 h 72"/>
                  <a:gd name="T6" fmla="*/ 8 w 59"/>
                  <a:gd name="T7" fmla="*/ 215 h 72"/>
                  <a:gd name="T8" fmla="*/ 141 w 59"/>
                  <a:gd name="T9" fmla="*/ 391 h 72"/>
                  <a:gd name="T10" fmla="*/ 250 w 59"/>
                  <a:gd name="T11" fmla="*/ 247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72">
                    <a:moveTo>
                      <a:pt x="53" y="44"/>
                    </a:moveTo>
                    <a:cubicBezTo>
                      <a:pt x="57" y="36"/>
                      <a:pt x="59" y="28"/>
                      <a:pt x="56" y="21"/>
                    </a:cubicBezTo>
                    <a:cubicBezTo>
                      <a:pt x="53" y="14"/>
                      <a:pt x="48" y="8"/>
                      <a:pt x="40" y="5"/>
                    </a:cubicBezTo>
                    <a:cubicBezTo>
                      <a:pt x="23" y="0"/>
                      <a:pt x="4" y="16"/>
                      <a:pt x="2" y="38"/>
                    </a:cubicBezTo>
                    <a:cubicBezTo>
                      <a:pt x="0" y="59"/>
                      <a:pt x="17" y="72"/>
                      <a:pt x="30" y="70"/>
                    </a:cubicBezTo>
                    <a:cubicBezTo>
                      <a:pt x="41" y="66"/>
                      <a:pt x="45" y="61"/>
                      <a:pt x="53" y="44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55" name="Freeform 1170">
                <a:extLst>
                  <a:ext uri="{FF2B5EF4-FFF2-40B4-BE49-F238E27FC236}">
                    <a16:creationId xmlns:a16="http://schemas.microsoft.com/office/drawing/2014/main" id="{ADF9D944-EC86-453F-8FAF-F2F95FA69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3010"/>
                <a:ext cx="42" cy="61"/>
              </a:xfrm>
              <a:custGeom>
                <a:avLst/>
                <a:gdLst>
                  <a:gd name="T0" fmla="*/ 37 w 25"/>
                  <a:gd name="T1" fmla="*/ 196 h 34"/>
                  <a:gd name="T2" fmla="*/ 113 w 25"/>
                  <a:gd name="T3" fmla="*/ 65 h 34"/>
                  <a:gd name="T4" fmla="*/ 29 w 25"/>
                  <a:gd name="T5" fmla="*/ 0 h 34"/>
                  <a:gd name="T6" fmla="*/ 0 w 25"/>
                  <a:gd name="T7" fmla="*/ 3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8" y="34"/>
                    </a:moveTo>
                    <a:cubicBezTo>
                      <a:pt x="18" y="32"/>
                      <a:pt x="24" y="22"/>
                      <a:pt x="24" y="11"/>
                    </a:cubicBezTo>
                    <a:cubicBezTo>
                      <a:pt x="25" y="1"/>
                      <a:pt x="6" y="0"/>
                      <a:pt x="6" y="0"/>
                    </a:cubicBezTo>
                    <a:cubicBezTo>
                      <a:pt x="0" y="6"/>
                      <a:pt x="0" y="6"/>
                      <a:pt x="0" y="6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56" name="Freeform 1171">
                <a:extLst>
                  <a:ext uri="{FF2B5EF4-FFF2-40B4-BE49-F238E27FC236}">
                    <a16:creationId xmlns:a16="http://schemas.microsoft.com/office/drawing/2014/main" id="{B56EEBE3-0A12-4D96-AB7E-B53081594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3015"/>
                <a:ext cx="35" cy="36"/>
              </a:xfrm>
              <a:custGeom>
                <a:avLst/>
                <a:gdLst>
                  <a:gd name="T0" fmla="*/ 0 w 21"/>
                  <a:gd name="T1" fmla="*/ 16 h 20"/>
                  <a:gd name="T2" fmla="*/ 28 w 21"/>
                  <a:gd name="T3" fmla="*/ 117 h 20"/>
                  <a:gd name="T4" fmla="*/ 50 w 21"/>
                  <a:gd name="T5" fmla="*/ 65 h 20"/>
                  <a:gd name="T6" fmla="*/ 92 w 21"/>
                  <a:gd name="T7" fmla="*/ 16 h 20"/>
                  <a:gd name="T8" fmla="*/ 20 w 21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0" y="3"/>
                    </a:moveTo>
                    <a:cubicBezTo>
                      <a:pt x="2" y="8"/>
                      <a:pt x="2" y="16"/>
                      <a:pt x="6" y="20"/>
                    </a:cubicBezTo>
                    <a:cubicBezTo>
                      <a:pt x="5" y="14"/>
                      <a:pt x="6" y="13"/>
                      <a:pt x="11" y="11"/>
                    </a:cubicBezTo>
                    <a:cubicBezTo>
                      <a:pt x="13" y="10"/>
                      <a:pt x="21" y="8"/>
                      <a:pt x="20" y="3"/>
                    </a:cubicBezTo>
                    <a:cubicBezTo>
                      <a:pt x="16" y="6"/>
                      <a:pt x="6" y="3"/>
                      <a:pt x="4" y="0"/>
                    </a:cubicBezTo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57" name="Freeform 1172">
                <a:extLst>
                  <a:ext uri="{FF2B5EF4-FFF2-40B4-BE49-F238E27FC236}">
                    <a16:creationId xmlns:a16="http://schemas.microsoft.com/office/drawing/2014/main" id="{12E10D87-5198-4DE0-AB00-6779FBCEC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3005"/>
                <a:ext cx="50" cy="67"/>
              </a:xfrm>
              <a:custGeom>
                <a:avLst/>
                <a:gdLst>
                  <a:gd name="T0" fmla="*/ 92 w 30"/>
                  <a:gd name="T1" fmla="*/ 192 h 38"/>
                  <a:gd name="T2" fmla="*/ 33 w 30"/>
                  <a:gd name="T3" fmla="*/ 192 h 38"/>
                  <a:gd name="T4" fmla="*/ 28 w 30"/>
                  <a:gd name="T5" fmla="*/ 65 h 38"/>
                  <a:gd name="T6" fmla="*/ 92 w 30"/>
                  <a:gd name="T7" fmla="*/ 7 h 38"/>
                  <a:gd name="T8" fmla="*/ 138 w 30"/>
                  <a:gd name="T9" fmla="*/ 34 h 38"/>
                  <a:gd name="T10" fmla="*/ 138 w 30"/>
                  <a:gd name="T11" fmla="*/ 34 h 38"/>
                  <a:gd name="T12" fmla="*/ 92 w 30"/>
                  <a:gd name="T13" fmla="*/ 7 h 38"/>
                  <a:gd name="T14" fmla="*/ 28 w 30"/>
                  <a:gd name="T15" fmla="*/ 65 h 38"/>
                  <a:gd name="T16" fmla="*/ 33 w 30"/>
                  <a:gd name="T17" fmla="*/ 192 h 38"/>
                  <a:gd name="T18" fmla="*/ 92 w 30"/>
                  <a:gd name="T19" fmla="*/ 192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38">
                    <a:moveTo>
                      <a:pt x="20" y="35"/>
                    </a:moveTo>
                    <a:cubicBezTo>
                      <a:pt x="16" y="38"/>
                      <a:pt x="11" y="38"/>
                      <a:pt x="7" y="35"/>
                    </a:cubicBezTo>
                    <a:cubicBezTo>
                      <a:pt x="3" y="31"/>
                      <a:pt x="1" y="22"/>
                      <a:pt x="6" y="12"/>
                    </a:cubicBezTo>
                    <a:cubicBezTo>
                      <a:pt x="11" y="3"/>
                      <a:pt x="16" y="1"/>
                      <a:pt x="20" y="1"/>
                    </a:cubicBezTo>
                    <a:cubicBezTo>
                      <a:pt x="24" y="1"/>
                      <a:pt x="28" y="3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8" y="3"/>
                      <a:pt x="25" y="0"/>
                      <a:pt x="20" y="1"/>
                    </a:cubicBezTo>
                    <a:cubicBezTo>
                      <a:pt x="16" y="1"/>
                      <a:pt x="11" y="3"/>
                      <a:pt x="6" y="12"/>
                    </a:cubicBezTo>
                    <a:cubicBezTo>
                      <a:pt x="0" y="22"/>
                      <a:pt x="2" y="31"/>
                      <a:pt x="7" y="35"/>
                    </a:cubicBezTo>
                    <a:cubicBezTo>
                      <a:pt x="10" y="38"/>
                      <a:pt x="15" y="38"/>
                      <a:pt x="20" y="35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58" name="Freeform 1173">
                <a:extLst>
                  <a:ext uri="{FF2B5EF4-FFF2-40B4-BE49-F238E27FC236}">
                    <a16:creationId xmlns:a16="http://schemas.microsoft.com/office/drawing/2014/main" id="{E0AA5589-AF03-4516-9243-19128311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692"/>
                <a:ext cx="87" cy="37"/>
              </a:xfrm>
              <a:custGeom>
                <a:avLst/>
                <a:gdLst>
                  <a:gd name="T0" fmla="*/ 0 w 52"/>
                  <a:gd name="T1" fmla="*/ 0 h 21"/>
                  <a:gd name="T2" fmla="*/ 55 w 52"/>
                  <a:gd name="T3" fmla="*/ 56 h 21"/>
                  <a:gd name="T4" fmla="*/ 244 w 52"/>
                  <a:gd name="T5" fmla="*/ 0 h 21"/>
                  <a:gd name="T6" fmla="*/ 0 w 5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21">
                    <a:moveTo>
                      <a:pt x="0" y="0"/>
                    </a:moveTo>
                    <a:cubicBezTo>
                      <a:pt x="3" y="4"/>
                      <a:pt x="7" y="8"/>
                      <a:pt x="12" y="10"/>
                    </a:cubicBezTo>
                    <a:cubicBezTo>
                      <a:pt x="30" y="21"/>
                      <a:pt x="48" y="12"/>
                      <a:pt x="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59" name="Freeform 1174">
                <a:extLst>
                  <a:ext uri="{FF2B5EF4-FFF2-40B4-BE49-F238E27FC236}">
                    <a16:creationId xmlns:a16="http://schemas.microsoft.com/office/drawing/2014/main" id="{E709CE54-DB2F-4FA8-B563-F3ACD0536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692"/>
                <a:ext cx="15" cy="1"/>
              </a:xfrm>
              <a:custGeom>
                <a:avLst/>
                <a:gdLst>
                  <a:gd name="T0" fmla="*/ 42 w 9"/>
                  <a:gd name="T1" fmla="*/ 0 h 1"/>
                  <a:gd name="T2" fmla="*/ 37 w 9"/>
                  <a:gd name="T3" fmla="*/ 0 h 1"/>
                  <a:gd name="T4" fmla="*/ 8 w 9"/>
                  <a:gd name="T5" fmla="*/ 0 h 1"/>
                  <a:gd name="T6" fmla="*/ 0 w 9"/>
                  <a:gd name="T7" fmla="*/ 0 h 1"/>
                  <a:gd name="T8" fmla="*/ 42 w 9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7" y="1"/>
                      <a:pt x="9" y="0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60" name="Freeform 1175">
                <a:extLst>
                  <a:ext uri="{FF2B5EF4-FFF2-40B4-BE49-F238E27FC236}">
                    <a16:creationId xmlns:a16="http://schemas.microsoft.com/office/drawing/2014/main" id="{7F567875-EB61-4932-995E-9F11935DF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692"/>
                <a:ext cx="120" cy="74"/>
              </a:xfrm>
              <a:custGeom>
                <a:avLst/>
                <a:gdLst>
                  <a:gd name="T0" fmla="*/ 75 w 72"/>
                  <a:gd name="T1" fmla="*/ 137 h 42"/>
                  <a:gd name="T2" fmla="*/ 320 w 72"/>
                  <a:gd name="T3" fmla="*/ 99 h 42"/>
                  <a:gd name="T4" fmla="*/ 328 w 72"/>
                  <a:gd name="T5" fmla="*/ 0 h 42"/>
                  <a:gd name="T6" fmla="*/ 0 w 72"/>
                  <a:gd name="T7" fmla="*/ 0 h 42"/>
                  <a:gd name="T8" fmla="*/ 75 w 72"/>
                  <a:gd name="T9" fmla="*/ 13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42">
                    <a:moveTo>
                      <a:pt x="16" y="25"/>
                    </a:moveTo>
                    <a:cubicBezTo>
                      <a:pt x="36" y="42"/>
                      <a:pt x="62" y="33"/>
                      <a:pt x="69" y="18"/>
                    </a:cubicBezTo>
                    <a:cubicBezTo>
                      <a:pt x="71" y="11"/>
                      <a:pt x="72" y="6"/>
                      <a:pt x="7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9"/>
                      <a:pt x="8" y="19"/>
                      <a:pt x="16" y="25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61" name="Freeform 1176">
                <a:extLst>
                  <a:ext uri="{FF2B5EF4-FFF2-40B4-BE49-F238E27FC236}">
                    <a16:creationId xmlns:a16="http://schemas.microsoft.com/office/drawing/2014/main" id="{9EB46F32-F974-43D2-BE41-6A4EFEB3C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90"/>
                <a:ext cx="59" cy="34"/>
              </a:xfrm>
              <a:custGeom>
                <a:avLst/>
                <a:gdLst>
                  <a:gd name="T0" fmla="*/ 0 w 35"/>
                  <a:gd name="T1" fmla="*/ 16 h 19"/>
                  <a:gd name="T2" fmla="*/ 111 w 35"/>
                  <a:gd name="T3" fmla="*/ 97 h 19"/>
                  <a:gd name="T4" fmla="*/ 167 w 3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9">
                    <a:moveTo>
                      <a:pt x="0" y="3"/>
                    </a:moveTo>
                    <a:cubicBezTo>
                      <a:pt x="3" y="11"/>
                      <a:pt x="14" y="19"/>
                      <a:pt x="23" y="17"/>
                    </a:cubicBezTo>
                    <a:cubicBezTo>
                      <a:pt x="32" y="15"/>
                      <a:pt x="35" y="0"/>
                      <a:pt x="35" y="0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62" name="Freeform 1177">
                <a:extLst>
                  <a:ext uri="{FF2B5EF4-FFF2-40B4-BE49-F238E27FC236}">
                    <a16:creationId xmlns:a16="http://schemas.microsoft.com/office/drawing/2014/main" id="{0E707C08-713A-4444-BB2D-BDA48AFF0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234"/>
                <a:ext cx="90" cy="132"/>
              </a:xfrm>
              <a:custGeom>
                <a:avLst/>
                <a:gdLst>
                  <a:gd name="T0" fmla="*/ 158 w 54"/>
                  <a:gd name="T1" fmla="*/ 405 h 74"/>
                  <a:gd name="T2" fmla="*/ 250 w 54"/>
                  <a:gd name="T3" fmla="*/ 328 h 74"/>
                  <a:gd name="T4" fmla="*/ 250 w 54"/>
                  <a:gd name="T5" fmla="*/ 0 h 74"/>
                  <a:gd name="T6" fmla="*/ 120 w 54"/>
                  <a:gd name="T7" fmla="*/ 52 h 74"/>
                  <a:gd name="T8" fmla="*/ 28 w 54"/>
                  <a:gd name="T9" fmla="*/ 334 h 74"/>
                  <a:gd name="T10" fmla="*/ 158 w 54"/>
                  <a:gd name="T11" fmla="*/ 40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74">
                    <a:moveTo>
                      <a:pt x="34" y="71"/>
                    </a:moveTo>
                    <a:cubicBezTo>
                      <a:pt x="42" y="69"/>
                      <a:pt x="49" y="62"/>
                      <a:pt x="54" y="58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45" y="0"/>
                      <a:pt x="35" y="3"/>
                      <a:pt x="26" y="9"/>
                    </a:cubicBezTo>
                    <a:cubicBezTo>
                      <a:pt x="6" y="24"/>
                      <a:pt x="0" y="49"/>
                      <a:pt x="6" y="59"/>
                    </a:cubicBezTo>
                    <a:cubicBezTo>
                      <a:pt x="13" y="71"/>
                      <a:pt x="22" y="74"/>
                      <a:pt x="34" y="71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63" name="Freeform 1178">
                <a:extLst>
                  <a:ext uri="{FF2B5EF4-FFF2-40B4-BE49-F238E27FC236}">
                    <a16:creationId xmlns:a16="http://schemas.microsoft.com/office/drawing/2014/main" id="{CF93E981-F343-47C2-8DD5-20553AD63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3264"/>
                <a:ext cx="62" cy="70"/>
              </a:xfrm>
              <a:custGeom>
                <a:avLst/>
                <a:gdLst>
                  <a:gd name="T0" fmla="*/ 174 w 37"/>
                  <a:gd name="T1" fmla="*/ 145 h 39"/>
                  <a:gd name="T2" fmla="*/ 174 w 37"/>
                  <a:gd name="T3" fmla="*/ 16 h 39"/>
                  <a:gd name="T4" fmla="*/ 65 w 37"/>
                  <a:gd name="T5" fmla="*/ 70 h 39"/>
                  <a:gd name="T6" fmla="*/ 42 w 37"/>
                  <a:gd name="T7" fmla="*/ 212 h 39"/>
                  <a:gd name="T8" fmla="*/ 174 w 37"/>
                  <a:gd name="T9" fmla="*/ 14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9">
                    <a:moveTo>
                      <a:pt x="37" y="25"/>
                    </a:move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26" y="0"/>
                      <a:pt x="14" y="12"/>
                    </a:cubicBezTo>
                    <a:cubicBezTo>
                      <a:pt x="2" y="24"/>
                      <a:pt x="0" y="36"/>
                      <a:pt x="9" y="37"/>
                    </a:cubicBezTo>
                    <a:cubicBezTo>
                      <a:pt x="17" y="39"/>
                      <a:pt x="33" y="23"/>
                      <a:pt x="37" y="25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64" name="Freeform 1179">
                <a:extLst>
                  <a:ext uri="{FF2B5EF4-FFF2-40B4-BE49-F238E27FC236}">
                    <a16:creationId xmlns:a16="http://schemas.microsoft.com/office/drawing/2014/main" id="{0C6BD490-FB69-4981-AF96-1EC421D50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268"/>
                <a:ext cx="55" cy="48"/>
              </a:xfrm>
              <a:custGeom>
                <a:avLst/>
                <a:gdLst>
                  <a:gd name="T0" fmla="*/ 5 w 33"/>
                  <a:gd name="T1" fmla="*/ 151 h 27"/>
                  <a:gd name="T2" fmla="*/ 145 w 33"/>
                  <a:gd name="T3" fmla="*/ 0 h 27"/>
                  <a:gd name="T4" fmla="*/ 153 w 33"/>
                  <a:gd name="T5" fmla="*/ 44 h 27"/>
                  <a:gd name="T6" fmla="*/ 5 w 33"/>
                  <a:gd name="T7" fmla="*/ 15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7">
                    <a:moveTo>
                      <a:pt x="1" y="27"/>
                    </a:moveTo>
                    <a:cubicBezTo>
                      <a:pt x="5" y="11"/>
                      <a:pt x="17" y="1"/>
                      <a:pt x="31" y="0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0" y="18"/>
                      <a:pt x="1" y="27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65" name="Freeform 1180">
                <a:extLst>
                  <a:ext uri="{FF2B5EF4-FFF2-40B4-BE49-F238E27FC236}">
                    <a16:creationId xmlns:a16="http://schemas.microsoft.com/office/drawing/2014/main" id="{60CACB52-20A5-43D4-938A-DA9230577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266"/>
                <a:ext cx="57" cy="61"/>
              </a:xfrm>
              <a:custGeom>
                <a:avLst/>
                <a:gdLst>
                  <a:gd name="T0" fmla="*/ 161 w 34"/>
                  <a:gd name="T1" fmla="*/ 13 h 34"/>
                  <a:gd name="T2" fmla="*/ 96 w 34"/>
                  <a:gd name="T3" fmla="*/ 23 h 34"/>
                  <a:gd name="T4" fmla="*/ 5 w 34"/>
                  <a:gd name="T5" fmla="*/ 138 h 34"/>
                  <a:gd name="T6" fmla="*/ 8 w 34"/>
                  <a:gd name="T7" fmla="*/ 196 h 34"/>
                  <a:gd name="T8" fmla="*/ 5 w 34"/>
                  <a:gd name="T9" fmla="*/ 138 h 34"/>
                  <a:gd name="T10" fmla="*/ 96 w 34"/>
                  <a:gd name="T11" fmla="*/ 23 h 34"/>
                  <a:gd name="T12" fmla="*/ 161 w 34"/>
                  <a:gd name="T13" fmla="*/ 13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4">
                    <a:moveTo>
                      <a:pt x="34" y="2"/>
                    </a:moveTo>
                    <a:cubicBezTo>
                      <a:pt x="31" y="0"/>
                      <a:pt x="26" y="1"/>
                      <a:pt x="20" y="4"/>
                    </a:cubicBezTo>
                    <a:cubicBezTo>
                      <a:pt x="10" y="9"/>
                      <a:pt x="3" y="17"/>
                      <a:pt x="1" y="24"/>
                    </a:cubicBezTo>
                    <a:cubicBezTo>
                      <a:pt x="0" y="28"/>
                      <a:pt x="0" y="31"/>
                      <a:pt x="2" y="34"/>
                    </a:cubicBezTo>
                    <a:cubicBezTo>
                      <a:pt x="1" y="32"/>
                      <a:pt x="0" y="28"/>
                      <a:pt x="1" y="24"/>
                    </a:cubicBezTo>
                    <a:cubicBezTo>
                      <a:pt x="3" y="17"/>
                      <a:pt x="11" y="9"/>
                      <a:pt x="20" y="4"/>
                    </a:cubicBezTo>
                    <a:cubicBezTo>
                      <a:pt x="26" y="2"/>
                      <a:pt x="31" y="1"/>
                      <a:pt x="34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66" name="Freeform 1181">
                <a:extLst>
                  <a:ext uri="{FF2B5EF4-FFF2-40B4-BE49-F238E27FC236}">
                    <a16:creationId xmlns:a16="http://schemas.microsoft.com/office/drawing/2014/main" id="{E863FEC6-AD35-47A0-A1F6-851E21ED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067"/>
                <a:ext cx="115" cy="169"/>
              </a:xfrm>
              <a:custGeom>
                <a:avLst/>
                <a:gdLst>
                  <a:gd name="T0" fmla="*/ 320 w 69"/>
                  <a:gd name="T1" fmla="*/ 107 h 95"/>
                  <a:gd name="T2" fmla="*/ 208 w 69"/>
                  <a:gd name="T3" fmla="*/ 36 h 95"/>
                  <a:gd name="T4" fmla="*/ 42 w 69"/>
                  <a:gd name="T5" fmla="*/ 276 h 95"/>
                  <a:gd name="T6" fmla="*/ 50 w 69"/>
                  <a:gd name="T7" fmla="*/ 479 h 95"/>
                  <a:gd name="T8" fmla="*/ 320 w 69"/>
                  <a:gd name="T9" fmla="*/ 107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5">
                    <a:moveTo>
                      <a:pt x="69" y="19"/>
                    </a:moveTo>
                    <a:cubicBezTo>
                      <a:pt x="69" y="4"/>
                      <a:pt x="58" y="0"/>
                      <a:pt x="45" y="6"/>
                    </a:cubicBezTo>
                    <a:cubicBezTo>
                      <a:pt x="31" y="12"/>
                      <a:pt x="17" y="31"/>
                      <a:pt x="9" y="49"/>
                    </a:cubicBezTo>
                    <a:cubicBezTo>
                      <a:pt x="0" y="71"/>
                      <a:pt x="4" y="80"/>
                      <a:pt x="11" y="85"/>
                    </a:cubicBezTo>
                    <a:cubicBezTo>
                      <a:pt x="27" y="95"/>
                      <a:pt x="69" y="49"/>
                      <a:pt x="69" y="19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67" name="Freeform 1182">
                <a:extLst>
                  <a:ext uri="{FF2B5EF4-FFF2-40B4-BE49-F238E27FC236}">
                    <a16:creationId xmlns:a16="http://schemas.microsoft.com/office/drawing/2014/main" id="{DCB97F49-D4B8-4C28-8A34-98142B9AA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990"/>
                <a:ext cx="68" cy="114"/>
              </a:xfrm>
              <a:custGeom>
                <a:avLst/>
                <a:gdLst>
                  <a:gd name="T0" fmla="*/ 187 w 41"/>
                  <a:gd name="T1" fmla="*/ 333 h 64"/>
                  <a:gd name="T2" fmla="*/ 187 w 41"/>
                  <a:gd name="T3" fmla="*/ 7 h 64"/>
                  <a:gd name="T4" fmla="*/ 33 w 41"/>
                  <a:gd name="T5" fmla="*/ 153 h 64"/>
                  <a:gd name="T6" fmla="*/ 124 w 41"/>
                  <a:gd name="T7" fmla="*/ 362 h 64"/>
                  <a:gd name="T8" fmla="*/ 187 w 41"/>
                  <a:gd name="T9" fmla="*/ 333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64">
                    <a:moveTo>
                      <a:pt x="41" y="59"/>
                    </a:moveTo>
                    <a:cubicBezTo>
                      <a:pt x="41" y="1"/>
                      <a:pt x="41" y="1"/>
                      <a:pt x="41" y="1"/>
                    </a:cubicBezTo>
                    <a:cubicBezTo>
                      <a:pt x="28" y="0"/>
                      <a:pt x="12" y="10"/>
                      <a:pt x="7" y="27"/>
                    </a:cubicBezTo>
                    <a:cubicBezTo>
                      <a:pt x="0" y="47"/>
                      <a:pt x="13" y="63"/>
                      <a:pt x="27" y="64"/>
                    </a:cubicBezTo>
                    <a:cubicBezTo>
                      <a:pt x="33" y="63"/>
                      <a:pt x="37" y="62"/>
                      <a:pt x="41" y="59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68" name="Freeform 1183">
                <a:extLst>
                  <a:ext uri="{FF2B5EF4-FFF2-40B4-BE49-F238E27FC236}">
                    <a16:creationId xmlns:a16="http://schemas.microsoft.com/office/drawing/2014/main" id="{8556C8FC-035D-468E-ADB2-0EB5B8A4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3014"/>
                <a:ext cx="40" cy="67"/>
              </a:xfrm>
              <a:custGeom>
                <a:avLst/>
                <a:gdLst>
                  <a:gd name="T0" fmla="*/ 112 w 24"/>
                  <a:gd name="T1" fmla="*/ 28 h 38"/>
                  <a:gd name="T2" fmla="*/ 33 w 24"/>
                  <a:gd name="T3" fmla="*/ 72 h 38"/>
                  <a:gd name="T4" fmla="*/ 37 w 24"/>
                  <a:gd name="T5" fmla="*/ 192 h 38"/>
                  <a:gd name="T6" fmla="*/ 105 w 24"/>
                  <a:gd name="T7" fmla="*/ 15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8">
                    <a:moveTo>
                      <a:pt x="24" y="5"/>
                    </a:moveTo>
                    <a:cubicBezTo>
                      <a:pt x="19" y="0"/>
                      <a:pt x="13" y="3"/>
                      <a:pt x="7" y="13"/>
                    </a:cubicBezTo>
                    <a:cubicBezTo>
                      <a:pt x="0" y="23"/>
                      <a:pt x="2" y="32"/>
                      <a:pt x="8" y="35"/>
                    </a:cubicBezTo>
                    <a:cubicBezTo>
                      <a:pt x="14" y="38"/>
                      <a:pt x="22" y="32"/>
                      <a:pt x="23" y="27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69" name="Freeform 1184">
                <a:extLst>
                  <a:ext uri="{FF2B5EF4-FFF2-40B4-BE49-F238E27FC236}">
                    <a16:creationId xmlns:a16="http://schemas.microsoft.com/office/drawing/2014/main" id="{9062A469-F44D-45AE-A7EA-8F726021F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882"/>
                <a:ext cx="120" cy="146"/>
              </a:xfrm>
              <a:custGeom>
                <a:avLst/>
                <a:gdLst>
                  <a:gd name="T0" fmla="*/ 237 w 72"/>
                  <a:gd name="T1" fmla="*/ 57 h 82"/>
                  <a:gd name="T2" fmla="*/ 147 w 72"/>
                  <a:gd name="T3" fmla="*/ 0 h 82"/>
                  <a:gd name="T4" fmla="*/ 47 w 72"/>
                  <a:gd name="T5" fmla="*/ 269 h 82"/>
                  <a:gd name="T6" fmla="*/ 255 w 72"/>
                  <a:gd name="T7" fmla="*/ 440 h 82"/>
                  <a:gd name="T8" fmla="*/ 328 w 72"/>
                  <a:gd name="T9" fmla="*/ 304 h 82"/>
                  <a:gd name="T10" fmla="*/ 283 w 72"/>
                  <a:gd name="T11" fmla="*/ 158 h 82"/>
                  <a:gd name="T12" fmla="*/ 237 w 72"/>
                  <a:gd name="T13" fmla="*/ 57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82">
                    <a:moveTo>
                      <a:pt x="51" y="10"/>
                    </a:moveTo>
                    <a:cubicBezTo>
                      <a:pt x="45" y="4"/>
                      <a:pt x="39" y="1"/>
                      <a:pt x="32" y="0"/>
                    </a:cubicBezTo>
                    <a:cubicBezTo>
                      <a:pt x="7" y="0"/>
                      <a:pt x="0" y="25"/>
                      <a:pt x="10" y="48"/>
                    </a:cubicBezTo>
                    <a:cubicBezTo>
                      <a:pt x="20" y="71"/>
                      <a:pt x="43" y="82"/>
                      <a:pt x="55" y="78"/>
                    </a:cubicBezTo>
                    <a:cubicBezTo>
                      <a:pt x="67" y="74"/>
                      <a:pt x="72" y="65"/>
                      <a:pt x="71" y="54"/>
                    </a:cubicBezTo>
                    <a:cubicBezTo>
                      <a:pt x="71" y="44"/>
                      <a:pt x="64" y="34"/>
                      <a:pt x="61" y="28"/>
                    </a:cubicBezTo>
                    <a:cubicBezTo>
                      <a:pt x="58" y="22"/>
                      <a:pt x="56" y="14"/>
                      <a:pt x="51" y="10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70" name="Freeform 1185">
                <a:extLst>
                  <a:ext uri="{FF2B5EF4-FFF2-40B4-BE49-F238E27FC236}">
                    <a16:creationId xmlns:a16="http://schemas.microsoft.com/office/drawing/2014/main" id="{5A5FA2C7-4567-4B66-88E3-595DB8225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809"/>
                <a:ext cx="83" cy="110"/>
              </a:xfrm>
              <a:custGeom>
                <a:avLst/>
                <a:gdLst>
                  <a:gd name="T0" fmla="*/ 229 w 50"/>
                  <a:gd name="T1" fmla="*/ 334 h 62"/>
                  <a:gd name="T2" fmla="*/ 229 w 50"/>
                  <a:gd name="T3" fmla="*/ 57 h 62"/>
                  <a:gd name="T4" fmla="*/ 151 w 50"/>
                  <a:gd name="T5" fmla="*/ 0 h 62"/>
                  <a:gd name="T6" fmla="*/ 55 w 50"/>
                  <a:gd name="T7" fmla="*/ 44 h 62"/>
                  <a:gd name="T8" fmla="*/ 116 w 50"/>
                  <a:gd name="T9" fmla="*/ 312 h 62"/>
                  <a:gd name="T10" fmla="*/ 229 w 50"/>
                  <a:gd name="T11" fmla="*/ 334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62">
                    <a:moveTo>
                      <a:pt x="50" y="60"/>
                    </a:moveTo>
                    <a:cubicBezTo>
                      <a:pt x="50" y="10"/>
                      <a:pt x="50" y="10"/>
                      <a:pt x="50" y="10"/>
                    </a:cubicBezTo>
                    <a:cubicBezTo>
                      <a:pt x="45" y="4"/>
                      <a:pt x="40" y="0"/>
                      <a:pt x="33" y="0"/>
                    </a:cubicBezTo>
                    <a:cubicBezTo>
                      <a:pt x="25" y="0"/>
                      <a:pt x="18" y="2"/>
                      <a:pt x="12" y="8"/>
                    </a:cubicBezTo>
                    <a:cubicBezTo>
                      <a:pt x="0" y="21"/>
                      <a:pt x="7" y="46"/>
                      <a:pt x="25" y="56"/>
                    </a:cubicBezTo>
                    <a:cubicBezTo>
                      <a:pt x="34" y="61"/>
                      <a:pt x="43" y="62"/>
                      <a:pt x="50" y="60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71" name="Freeform 1186">
                <a:extLst>
                  <a:ext uri="{FF2B5EF4-FFF2-40B4-BE49-F238E27FC236}">
                    <a16:creationId xmlns:a16="http://schemas.microsoft.com/office/drawing/2014/main" id="{1376F066-4C4B-4D84-9232-EC70157A8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92"/>
                <a:ext cx="110" cy="113"/>
              </a:xfrm>
              <a:custGeom>
                <a:avLst/>
                <a:gdLst>
                  <a:gd name="T0" fmla="*/ 20 w 66"/>
                  <a:gd name="T1" fmla="*/ 34 h 64"/>
                  <a:gd name="T2" fmla="*/ 130 w 66"/>
                  <a:gd name="T3" fmla="*/ 337 h 64"/>
                  <a:gd name="T4" fmla="*/ 270 w 66"/>
                  <a:gd name="T5" fmla="*/ 265 h 64"/>
                  <a:gd name="T6" fmla="*/ 297 w 66"/>
                  <a:gd name="T7" fmla="*/ 101 h 64"/>
                  <a:gd name="T8" fmla="*/ 305 w 66"/>
                  <a:gd name="T9" fmla="*/ 0 h 64"/>
                  <a:gd name="T10" fmla="*/ 28 w 66"/>
                  <a:gd name="T11" fmla="*/ 0 h 64"/>
                  <a:gd name="T12" fmla="*/ 20 w 66"/>
                  <a:gd name="T13" fmla="*/ 34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64">
                    <a:moveTo>
                      <a:pt x="4" y="6"/>
                    </a:moveTo>
                    <a:cubicBezTo>
                      <a:pt x="0" y="33"/>
                      <a:pt x="14" y="57"/>
                      <a:pt x="28" y="61"/>
                    </a:cubicBezTo>
                    <a:cubicBezTo>
                      <a:pt x="42" y="64"/>
                      <a:pt x="52" y="59"/>
                      <a:pt x="58" y="48"/>
                    </a:cubicBezTo>
                    <a:cubicBezTo>
                      <a:pt x="64" y="39"/>
                      <a:pt x="64" y="25"/>
                      <a:pt x="64" y="18"/>
                    </a:cubicBezTo>
                    <a:cubicBezTo>
                      <a:pt x="65" y="12"/>
                      <a:pt x="66" y="6"/>
                      <a:pt x="6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2"/>
                      <a:pt x="5" y="4"/>
                      <a:pt x="4" y="6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72" name="Freeform 1187">
                <a:extLst>
                  <a:ext uri="{FF2B5EF4-FFF2-40B4-BE49-F238E27FC236}">
                    <a16:creationId xmlns:a16="http://schemas.microsoft.com/office/drawing/2014/main" id="{95DF2F0B-EC7D-47D5-A568-CF7C59254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690"/>
                <a:ext cx="69" cy="82"/>
              </a:xfrm>
              <a:custGeom>
                <a:avLst/>
                <a:gdLst>
                  <a:gd name="T0" fmla="*/ 37 w 41"/>
                  <a:gd name="T1" fmla="*/ 7 h 46"/>
                  <a:gd name="T2" fmla="*/ 76 w 41"/>
                  <a:gd name="T3" fmla="*/ 248 h 46"/>
                  <a:gd name="T4" fmla="*/ 153 w 41"/>
                  <a:gd name="T5" fmla="*/ 130 h 46"/>
                  <a:gd name="T6" fmla="*/ 195 w 41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46">
                    <a:moveTo>
                      <a:pt x="8" y="1"/>
                    </a:moveTo>
                    <a:cubicBezTo>
                      <a:pt x="3" y="10"/>
                      <a:pt x="0" y="43"/>
                      <a:pt x="16" y="44"/>
                    </a:cubicBezTo>
                    <a:cubicBezTo>
                      <a:pt x="25" y="46"/>
                      <a:pt x="28" y="38"/>
                      <a:pt x="32" y="23"/>
                    </a:cubicBezTo>
                    <a:cubicBezTo>
                      <a:pt x="36" y="9"/>
                      <a:pt x="41" y="0"/>
                      <a:pt x="41" y="0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73" name="Freeform 1188">
                <a:extLst>
                  <a:ext uri="{FF2B5EF4-FFF2-40B4-BE49-F238E27FC236}">
                    <a16:creationId xmlns:a16="http://schemas.microsoft.com/office/drawing/2014/main" id="{CEDEEBAD-5423-4448-9EAF-3A63D30CE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690"/>
                <a:ext cx="37" cy="76"/>
              </a:xfrm>
              <a:custGeom>
                <a:avLst/>
                <a:gdLst>
                  <a:gd name="T0" fmla="*/ 104 w 22"/>
                  <a:gd name="T1" fmla="*/ 0 h 43"/>
                  <a:gd name="T2" fmla="*/ 67 w 22"/>
                  <a:gd name="T3" fmla="*/ 237 h 43"/>
                  <a:gd name="T4" fmla="*/ 37 w 22"/>
                  <a:gd name="T5" fmla="*/ 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3">
                    <a:moveTo>
                      <a:pt x="22" y="0"/>
                    </a:moveTo>
                    <a:cubicBezTo>
                      <a:pt x="14" y="8"/>
                      <a:pt x="6" y="38"/>
                      <a:pt x="14" y="43"/>
                    </a:cubicBezTo>
                    <a:cubicBezTo>
                      <a:pt x="1" y="36"/>
                      <a:pt x="0" y="11"/>
                      <a:pt x="8" y="1"/>
                    </a:cubicBezTo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74" name="Freeform 1189">
                <a:extLst>
                  <a:ext uri="{FF2B5EF4-FFF2-40B4-BE49-F238E27FC236}">
                    <a16:creationId xmlns:a16="http://schemas.microsoft.com/office/drawing/2014/main" id="{DD9F2401-84EC-48D9-880C-CFE4A6A97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692"/>
                <a:ext cx="23" cy="76"/>
              </a:xfrm>
              <a:custGeom>
                <a:avLst/>
                <a:gdLst>
                  <a:gd name="T0" fmla="*/ 26 w 14"/>
                  <a:gd name="T1" fmla="*/ 0 h 43"/>
                  <a:gd name="T2" fmla="*/ 26 w 14"/>
                  <a:gd name="T3" fmla="*/ 0 h 43"/>
                  <a:gd name="T4" fmla="*/ 20 w 14"/>
                  <a:gd name="T5" fmla="*/ 28 h 43"/>
                  <a:gd name="T6" fmla="*/ 21 w 14"/>
                  <a:gd name="T7" fmla="*/ 200 h 43"/>
                  <a:gd name="T8" fmla="*/ 62 w 14"/>
                  <a:gd name="T9" fmla="*/ 237 h 43"/>
                  <a:gd name="T10" fmla="*/ 21 w 14"/>
                  <a:gd name="T11" fmla="*/ 200 h 43"/>
                  <a:gd name="T12" fmla="*/ 20 w 14"/>
                  <a:gd name="T13" fmla="*/ 28 h 43"/>
                  <a:gd name="T14" fmla="*/ 26 w 14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4" y="3"/>
                      <a:pt x="4" y="5"/>
                    </a:cubicBezTo>
                    <a:cubicBezTo>
                      <a:pt x="0" y="16"/>
                      <a:pt x="0" y="29"/>
                      <a:pt x="5" y="36"/>
                    </a:cubicBezTo>
                    <a:cubicBezTo>
                      <a:pt x="7" y="40"/>
                      <a:pt x="10" y="42"/>
                      <a:pt x="14" y="43"/>
                    </a:cubicBezTo>
                    <a:cubicBezTo>
                      <a:pt x="10" y="42"/>
                      <a:pt x="7" y="39"/>
                      <a:pt x="5" y="36"/>
                    </a:cubicBezTo>
                    <a:cubicBezTo>
                      <a:pt x="1" y="29"/>
                      <a:pt x="1" y="16"/>
                      <a:pt x="4" y="5"/>
                    </a:cubicBezTo>
                    <a:cubicBezTo>
                      <a:pt x="5" y="3"/>
                      <a:pt x="6" y="1"/>
                      <a:pt x="6" y="0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75" name="Freeform 1190">
                <a:extLst>
                  <a:ext uri="{FF2B5EF4-FFF2-40B4-BE49-F238E27FC236}">
                    <a16:creationId xmlns:a16="http://schemas.microsoft.com/office/drawing/2014/main" id="{213B86D3-3FC2-4FF7-BF4D-E8F2AF289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733"/>
                <a:ext cx="115" cy="161"/>
              </a:xfrm>
              <a:custGeom>
                <a:avLst/>
                <a:gdLst>
                  <a:gd name="T0" fmla="*/ 270 w 69"/>
                  <a:gd name="T1" fmla="*/ 88 h 91"/>
                  <a:gd name="T2" fmla="*/ 120 w 69"/>
                  <a:gd name="T3" fmla="*/ 16 h 91"/>
                  <a:gd name="T4" fmla="*/ 33 w 69"/>
                  <a:gd name="T5" fmla="*/ 288 h 91"/>
                  <a:gd name="T6" fmla="*/ 203 w 69"/>
                  <a:gd name="T7" fmla="*/ 497 h 91"/>
                  <a:gd name="T8" fmla="*/ 305 w 69"/>
                  <a:gd name="T9" fmla="*/ 419 h 91"/>
                  <a:gd name="T10" fmla="*/ 287 w 69"/>
                  <a:gd name="T11" fmla="*/ 253 h 91"/>
                  <a:gd name="T12" fmla="*/ 270 w 69"/>
                  <a:gd name="T13" fmla="*/ 88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91">
                    <a:moveTo>
                      <a:pt x="58" y="16"/>
                    </a:moveTo>
                    <a:cubicBezTo>
                      <a:pt x="52" y="5"/>
                      <a:pt x="41" y="0"/>
                      <a:pt x="26" y="3"/>
                    </a:cubicBezTo>
                    <a:cubicBezTo>
                      <a:pt x="5" y="7"/>
                      <a:pt x="0" y="27"/>
                      <a:pt x="7" y="52"/>
                    </a:cubicBezTo>
                    <a:cubicBezTo>
                      <a:pt x="14" y="77"/>
                      <a:pt x="22" y="88"/>
                      <a:pt x="44" y="90"/>
                    </a:cubicBezTo>
                    <a:cubicBezTo>
                      <a:pt x="55" y="91"/>
                      <a:pt x="63" y="86"/>
                      <a:pt x="66" y="76"/>
                    </a:cubicBezTo>
                    <a:cubicBezTo>
                      <a:pt x="69" y="65"/>
                      <a:pt x="65" y="59"/>
                      <a:pt x="62" y="46"/>
                    </a:cubicBezTo>
                    <a:cubicBezTo>
                      <a:pt x="61" y="39"/>
                      <a:pt x="64" y="26"/>
                      <a:pt x="58" y="16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76" name="Freeform 1191">
                <a:extLst>
                  <a:ext uri="{FF2B5EF4-FFF2-40B4-BE49-F238E27FC236}">
                    <a16:creationId xmlns:a16="http://schemas.microsoft.com/office/drawing/2014/main" id="{34989CAD-3459-49C4-A76D-2CAC89CD9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757"/>
                <a:ext cx="53" cy="109"/>
              </a:xfrm>
              <a:custGeom>
                <a:avLst/>
                <a:gdLst>
                  <a:gd name="T0" fmla="*/ 124 w 32"/>
                  <a:gd name="T1" fmla="*/ 102 h 61"/>
                  <a:gd name="T2" fmla="*/ 41 w 32"/>
                  <a:gd name="T3" fmla="*/ 36 h 61"/>
                  <a:gd name="T4" fmla="*/ 50 w 32"/>
                  <a:gd name="T5" fmla="*/ 223 h 61"/>
                  <a:gd name="T6" fmla="*/ 126 w 32"/>
                  <a:gd name="T7" fmla="*/ 297 h 61"/>
                  <a:gd name="T8" fmla="*/ 137 w 32"/>
                  <a:gd name="T9" fmla="*/ 182 h 61"/>
                  <a:gd name="T10" fmla="*/ 124 w 32"/>
                  <a:gd name="T11" fmla="*/ 10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61">
                    <a:moveTo>
                      <a:pt x="27" y="18"/>
                    </a:moveTo>
                    <a:cubicBezTo>
                      <a:pt x="26" y="8"/>
                      <a:pt x="19" y="0"/>
                      <a:pt x="9" y="6"/>
                    </a:cubicBezTo>
                    <a:cubicBezTo>
                      <a:pt x="0" y="11"/>
                      <a:pt x="5" y="26"/>
                      <a:pt x="11" y="39"/>
                    </a:cubicBezTo>
                    <a:cubicBezTo>
                      <a:pt x="16" y="52"/>
                      <a:pt x="21" y="61"/>
                      <a:pt x="28" y="52"/>
                    </a:cubicBezTo>
                    <a:cubicBezTo>
                      <a:pt x="32" y="48"/>
                      <a:pt x="32" y="40"/>
                      <a:pt x="30" y="32"/>
                    </a:cubicBezTo>
                    <a:cubicBezTo>
                      <a:pt x="29" y="24"/>
                      <a:pt x="27" y="18"/>
                      <a:pt x="27" y="18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77" name="Freeform 1192">
                <a:extLst>
                  <a:ext uri="{FF2B5EF4-FFF2-40B4-BE49-F238E27FC236}">
                    <a16:creationId xmlns:a16="http://schemas.microsoft.com/office/drawing/2014/main" id="{D2440F86-488C-4C0C-8A39-0DA564255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757"/>
                <a:ext cx="39" cy="84"/>
              </a:xfrm>
              <a:custGeom>
                <a:avLst/>
                <a:gdLst>
                  <a:gd name="T0" fmla="*/ 112 w 23"/>
                  <a:gd name="T1" fmla="*/ 64 h 47"/>
                  <a:gd name="T2" fmla="*/ 24 w 23"/>
                  <a:gd name="T3" fmla="*/ 45 h 47"/>
                  <a:gd name="T4" fmla="*/ 58 w 23"/>
                  <a:gd name="T5" fmla="*/ 268 h 47"/>
                  <a:gd name="T6" fmla="*/ 112 w 23"/>
                  <a:gd name="T7" fmla="*/ 6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7">
                    <a:moveTo>
                      <a:pt x="23" y="11"/>
                    </a:moveTo>
                    <a:cubicBezTo>
                      <a:pt x="19" y="5"/>
                      <a:pt x="10" y="0"/>
                      <a:pt x="5" y="8"/>
                    </a:cubicBezTo>
                    <a:cubicBezTo>
                      <a:pt x="0" y="17"/>
                      <a:pt x="4" y="38"/>
                      <a:pt x="12" y="47"/>
                    </a:cubicBezTo>
                    <a:cubicBezTo>
                      <a:pt x="7" y="33"/>
                      <a:pt x="13" y="7"/>
                      <a:pt x="23" y="11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78" name="Freeform 1193">
                <a:extLst>
                  <a:ext uri="{FF2B5EF4-FFF2-40B4-BE49-F238E27FC236}">
                    <a16:creationId xmlns:a16="http://schemas.microsoft.com/office/drawing/2014/main" id="{CD8884E0-AF19-4839-8128-FC01085DC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761"/>
                <a:ext cx="42" cy="98"/>
              </a:xfrm>
              <a:custGeom>
                <a:avLst/>
                <a:gdLst>
                  <a:gd name="T0" fmla="*/ 119 w 25"/>
                  <a:gd name="T1" fmla="*/ 296 h 55"/>
                  <a:gd name="T2" fmla="*/ 104 w 25"/>
                  <a:gd name="T3" fmla="*/ 305 h 55"/>
                  <a:gd name="T4" fmla="*/ 20 w 25"/>
                  <a:gd name="T5" fmla="*/ 146 h 55"/>
                  <a:gd name="T6" fmla="*/ 49 w 25"/>
                  <a:gd name="T7" fmla="*/ 12 h 55"/>
                  <a:gd name="T8" fmla="*/ 99 w 25"/>
                  <a:gd name="T9" fmla="*/ 36 h 55"/>
                  <a:gd name="T10" fmla="*/ 99 w 25"/>
                  <a:gd name="T11" fmla="*/ 36 h 55"/>
                  <a:gd name="T12" fmla="*/ 42 w 25"/>
                  <a:gd name="T13" fmla="*/ 7 h 55"/>
                  <a:gd name="T14" fmla="*/ 20 w 25"/>
                  <a:gd name="T15" fmla="*/ 146 h 55"/>
                  <a:gd name="T16" fmla="*/ 104 w 25"/>
                  <a:gd name="T17" fmla="*/ 312 h 55"/>
                  <a:gd name="T18" fmla="*/ 119 w 25"/>
                  <a:gd name="T19" fmla="*/ 296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55">
                    <a:moveTo>
                      <a:pt x="25" y="52"/>
                    </a:moveTo>
                    <a:cubicBezTo>
                      <a:pt x="25" y="53"/>
                      <a:pt x="24" y="54"/>
                      <a:pt x="22" y="54"/>
                    </a:cubicBezTo>
                    <a:cubicBezTo>
                      <a:pt x="17" y="54"/>
                      <a:pt x="9" y="46"/>
                      <a:pt x="4" y="26"/>
                    </a:cubicBezTo>
                    <a:cubicBezTo>
                      <a:pt x="1" y="11"/>
                      <a:pt x="5" y="4"/>
                      <a:pt x="10" y="2"/>
                    </a:cubicBezTo>
                    <a:cubicBezTo>
                      <a:pt x="13" y="1"/>
                      <a:pt x="18" y="2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18" y="2"/>
                      <a:pt x="13" y="0"/>
                      <a:pt x="9" y="1"/>
                    </a:cubicBezTo>
                    <a:cubicBezTo>
                      <a:pt x="4" y="3"/>
                      <a:pt x="0" y="11"/>
                      <a:pt x="4" y="26"/>
                    </a:cubicBezTo>
                    <a:cubicBezTo>
                      <a:pt x="8" y="45"/>
                      <a:pt x="16" y="54"/>
                      <a:pt x="22" y="55"/>
                    </a:cubicBezTo>
                    <a:cubicBezTo>
                      <a:pt x="23" y="55"/>
                      <a:pt x="25" y="54"/>
                      <a:pt x="25" y="52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79" name="Freeform 1194">
                <a:extLst>
                  <a:ext uri="{FF2B5EF4-FFF2-40B4-BE49-F238E27FC236}">
                    <a16:creationId xmlns:a16="http://schemas.microsoft.com/office/drawing/2014/main" id="{4772AFE1-07E6-48AC-A4E5-2C7C8FFDC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894"/>
                <a:ext cx="112" cy="120"/>
              </a:xfrm>
              <a:custGeom>
                <a:avLst/>
                <a:gdLst>
                  <a:gd name="T0" fmla="*/ 242 w 67"/>
                  <a:gd name="T1" fmla="*/ 73 h 67"/>
                  <a:gd name="T2" fmla="*/ 149 w 67"/>
                  <a:gd name="T3" fmla="*/ 0 h 67"/>
                  <a:gd name="T4" fmla="*/ 50 w 67"/>
                  <a:gd name="T5" fmla="*/ 45 h 67"/>
                  <a:gd name="T6" fmla="*/ 112 w 67"/>
                  <a:gd name="T7" fmla="*/ 328 h 67"/>
                  <a:gd name="T8" fmla="*/ 304 w 67"/>
                  <a:gd name="T9" fmla="*/ 260 h 67"/>
                  <a:gd name="T10" fmla="*/ 242 w 67"/>
                  <a:gd name="T11" fmla="*/ 73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67">
                    <a:moveTo>
                      <a:pt x="52" y="13"/>
                    </a:moveTo>
                    <a:cubicBezTo>
                      <a:pt x="46" y="6"/>
                      <a:pt x="40" y="1"/>
                      <a:pt x="32" y="0"/>
                    </a:cubicBezTo>
                    <a:cubicBezTo>
                      <a:pt x="24" y="0"/>
                      <a:pt x="17" y="2"/>
                      <a:pt x="11" y="8"/>
                    </a:cubicBezTo>
                    <a:cubicBezTo>
                      <a:pt x="0" y="21"/>
                      <a:pt x="6" y="46"/>
                      <a:pt x="24" y="57"/>
                    </a:cubicBezTo>
                    <a:cubicBezTo>
                      <a:pt x="43" y="67"/>
                      <a:pt x="62" y="58"/>
                      <a:pt x="65" y="45"/>
                    </a:cubicBezTo>
                    <a:cubicBezTo>
                      <a:pt x="67" y="33"/>
                      <a:pt x="64" y="27"/>
                      <a:pt x="52" y="13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80" name="Freeform 1195">
                <a:extLst>
                  <a:ext uri="{FF2B5EF4-FFF2-40B4-BE49-F238E27FC236}">
                    <a16:creationId xmlns:a16="http://schemas.microsoft.com/office/drawing/2014/main" id="{F81B92CD-6692-4EBF-A1E5-AA5D304F1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996"/>
                <a:ext cx="102" cy="124"/>
              </a:xfrm>
              <a:custGeom>
                <a:avLst/>
                <a:gdLst>
                  <a:gd name="T0" fmla="*/ 258 w 61"/>
                  <a:gd name="T1" fmla="*/ 135 h 70"/>
                  <a:gd name="T2" fmla="*/ 196 w 61"/>
                  <a:gd name="T3" fmla="*/ 21 h 70"/>
                  <a:gd name="T4" fmla="*/ 92 w 61"/>
                  <a:gd name="T5" fmla="*/ 16 h 70"/>
                  <a:gd name="T6" fmla="*/ 62 w 61"/>
                  <a:gd name="T7" fmla="*/ 289 h 70"/>
                  <a:gd name="T8" fmla="*/ 251 w 61"/>
                  <a:gd name="T9" fmla="*/ 322 h 70"/>
                  <a:gd name="T10" fmla="*/ 258 w 61"/>
                  <a:gd name="T11" fmla="*/ 135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70">
                    <a:moveTo>
                      <a:pt x="55" y="24"/>
                    </a:moveTo>
                    <a:cubicBezTo>
                      <a:pt x="53" y="15"/>
                      <a:pt x="50" y="8"/>
                      <a:pt x="42" y="4"/>
                    </a:cubicBezTo>
                    <a:cubicBezTo>
                      <a:pt x="36" y="1"/>
                      <a:pt x="28" y="0"/>
                      <a:pt x="20" y="3"/>
                    </a:cubicBezTo>
                    <a:cubicBezTo>
                      <a:pt x="4" y="10"/>
                      <a:pt x="0" y="35"/>
                      <a:pt x="13" y="52"/>
                    </a:cubicBezTo>
                    <a:cubicBezTo>
                      <a:pt x="25" y="70"/>
                      <a:pt x="46" y="69"/>
                      <a:pt x="54" y="58"/>
                    </a:cubicBezTo>
                    <a:cubicBezTo>
                      <a:pt x="61" y="48"/>
                      <a:pt x="60" y="41"/>
                      <a:pt x="55" y="24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81" name="Freeform 1196">
                <a:extLst>
                  <a:ext uri="{FF2B5EF4-FFF2-40B4-BE49-F238E27FC236}">
                    <a16:creationId xmlns:a16="http://schemas.microsoft.com/office/drawing/2014/main" id="{1A3D6451-A5DF-4091-AB5A-3F743E757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747"/>
                <a:ext cx="112" cy="119"/>
              </a:xfrm>
              <a:custGeom>
                <a:avLst/>
                <a:gdLst>
                  <a:gd name="T0" fmla="*/ 242 w 67"/>
                  <a:gd name="T1" fmla="*/ 73 h 67"/>
                  <a:gd name="T2" fmla="*/ 149 w 67"/>
                  <a:gd name="T3" fmla="*/ 0 h 67"/>
                  <a:gd name="T4" fmla="*/ 55 w 67"/>
                  <a:gd name="T5" fmla="*/ 44 h 67"/>
                  <a:gd name="T6" fmla="*/ 117 w 67"/>
                  <a:gd name="T7" fmla="*/ 313 h 67"/>
                  <a:gd name="T8" fmla="*/ 304 w 67"/>
                  <a:gd name="T9" fmla="*/ 252 h 67"/>
                  <a:gd name="T10" fmla="*/ 242 w 67"/>
                  <a:gd name="T11" fmla="*/ 73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67">
                    <a:moveTo>
                      <a:pt x="52" y="13"/>
                    </a:moveTo>
                    <a:cubicBezTo>
                      <a:pt x="46" y="6"/>
                      <a:pt x="40" y="0"/>
                      <a:pt x="32" y="0"/>
                    </a:cubicBezTo>
                    <a:cubicBezTo>
                      <a:pt x="25" y="0"/>
                      <a:pt x="17" y="2"/>
                      <a:pt x="12" y="8"/>
                    </a:cubicBezTo>
                    <a:cubicBezTo>
                      <a:pt x="0" y="21"/>
                      <a:pt x="6" y="45"/>
                      <a:pt x="25" y="56"/>
                    </a:cubicBezTo>
                    <a:cubicBezTo>
                      <a:pt x="43" y="67"/>
                      <a:pt x="62" y="57"/>
                      <a:pt x="65" y="45"/>
                    </a:cubicBezTo>
                    <a:cubicBezTo>
                      <a:pt x="67" y="32"/>
                      <a:pt x="64" y="27"/>
                      <a:pt x="52" y="13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82" name="Freeform 1197">
                <a:extLst>
                  <a:ext uri="{FF2B5EF4-FFF2-40B4-BE49-F238E27FC236}">
                    <a16:creationId xmlns:a16="http://schemas.microsoft.com/office/drawing/2014/main" id="{3395621E-AD78-469F-9EAE-E65192459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900"/>
                <a:ext cx="103" cy="126"/>
              </a:xfrm>
              <a:custGeom>
                <a:avLst/>
                <a:gdLst>
                  <a:gd name="T0" fmla="*/ 229 w 62"/>
                  <a:gd name="T1" fmla="*/ 302 h 71"/>
                  <a:gd name="T2" fmla="*/ 264 w 62"/>
                  <a:gd name="T3" fmla="*/ 358 h 71"/>
                  <a:gd name="T4" fmla="*/ 238 w 62"/>
                  <a:gd name="T5" fmla="*/ 385 h 71"/>
                  <a:gd name="T6" fmla="*/ 209 w 62"/>
                  <a:gd name="T7" fmla="*/ 369 h 71"/>
                  <a:gd name="T8" fmla="*/ 179 w 62"/>
                  <a:gd name="T9" fmla="*/ 398 h 71"/>
                  <a:gd name="T10" fmla="*/ 138 w 62"/>
                  <a:gd name="T11" fmla="*/ 374 h 71"/>
                  <a:gd name="T12" fmla="*/ 105 w 62"/>
                  <a:gd name="T13" fmla="*/ 312 h 71"/>
                  <a:gd name="T14" fmla="*/ 75 w 62"/>
                  <a:gd name="T15" fmla="*/ 289 h 71"/>
                  <a:gd name="T16" fmla="*/ 47 w 62"/>
                  <a:gd name="T17" fmla="*/ 252 h 71"/>
                  <a:gd name="T18" fmla="*/ 47 w 62"/>
                  <a:gd name="T19" fmla="*/ 195 h 71"/>
                  <a:gd name="T20" fmla="*/ 13 w 62"/>
                  <a:gd name="T21" fmla="*/ 151 h 71"/>
                  <a:gd name="T22" fmla="*/ 63 w 62"/>
                  <a:gd name="T23" fmla="*/ 57 h 71"/>
                  <a:gd name="T24" fmla="*/ 96 w 62"/>
                  <a:gd name="T25" fmla="*/ 16 h 71"/>
                  <a:gd name="T26" fmla="*/ 146 w 62"/>
                  <a:gd name="T27" fmla="*/ 28 h 71"/>
                  <a:gd name="T28" fmla="*/ 179 w 62"/>
                  <a:gd name="T29" fmla="*/ 12 h 71"/>
                  <a:gd name="T30" fmla="*/ 201 w 62"/>
                  <a:gd name="T31" fmla="*/ 37 h 71"/>
                  <a:gd name="T32" fmla="*/ 168 w 62"/>
                  <a:gd name="T33" fmla="*/ 66 h 71"/>
                  <a:gd name="T34" fmla="*/ 196 w 62"/>
                  <a:gd name="T35" fmla="*/ 101 h 71"/>
                  <a:gd name="T36" fmla="*/ 188 w 62"/>
                  <a:gd name="T37" fmla="*/ 146 h 71"/>
                  <a:gd name="T38" fmla="*/ 201 w 62"/>
                  <a:gd name="T39" fmla="*/ 186 h 71"/>
                  <a:gd name="T40" fmla="*/ 201 w 62"/>
                  <a:gd name="T41" fmla="*/ 236 h 71"/>
                  <a:gd name="T42" fmla="*/ 229 w 62"/>
                  <a:gd name="T43" fmla="*/ 302 h 7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" h="71">
                    <a:moveTo>
                      <a:pt x="50" y="54"/>
                    </a:moveTo>
                    <a:cubicBezTo>
                      <a:pt x="52" y="59"/>
                      <a:pt x="62" y="56"/>
                      <a:pt x="58" y="64"/>
                    </a:cubicBezTo>
                    <a:cubicBezTo>
                      <a:pt x="56" y="66"/>
                      <a:pt x="54" y="69"/>
                      <a:pt x="52" y="69"/>
                    </a:cubicBezTo>
                    <a:cubicBezTo>
                      <a:pt x="50" y="69"/>
                      <a:pt x="48" y="66"/>
                      <a:pt x="46" y="66"/>
                    </a:cubicBezTo>
                    <a:cubicBezTo>
                      <a:pt x="43" y="66"/>
                      <a:pt x="42" y="71"/>
                      <a:pt x="39" y="71"/>
                    </a:cubicBezTo>
                    <a:cubicBezTo>
                      <a:pt x="36" y="71"/>
                      <a:pt x="34" y="67"/>
                      <a:pt x="30" y="67"/>
                    </a:cubicBezTo>
                    <a:cubicBezTo>
                      <a:pt x="27" y="67"/>
                      <a:pt x="24" y="59"/>
                      <a:pt x="23" y="56"/>
                    </a:cubicBezTo>
                    <a:cubicBezTo>
                      <a:pt x="21" y="53"/>
                      <a:pt x="18" y="54"/>
                      <a:pt x="16" y="52"/>
                    </a:cubicBezTo>
                    <a:cubicBezTo>
                      <a:pt x="13" y="51"/>
                      <a:pt x="11" y="47"/>
                      <a:pt x="10" y="45"/>
                    </a:cubicBezTo>
                    <a:cubicBezTo>
                      <a:pt x="8" y="40"/>
                      <a:pt x="11" y="38"/>
                      <a:pt x="10" y="35"/>
                    </a:cubicBezTo>
                    <a:cubicBezTo>
                      <a:pt x="10" y="31"/>
                      <a:pt x="5" y="31"/>
                      <a:pt x="3" y="27"/>
                    </a:cubicBezTo>
                    <a:cubicBezTo>
                      <a:pt x="0" y="20"/>
                      <a:pt x="8" y="13"/>
                      <a:pt x="14" y="10"/>
                    </a:cubicBezTo>
                    <a:cubicBezTo>
                      <a:pt x="17" y="8"/>
                      <a:pt x="18" y="5"/>
                      <a:pt x="21" y="3"/>
                    </a:cubicBezTo>
                    <a:cubicBezTo>
                      <a:pt x="25" y="1"/>
                      <a:pt x="28" y="5"/>
                      <a:pt x="32" y="5"/>
                    </a:cubicBezTo>
                    <a:cubicBezTo>
                      <a:pt x="37" y="6"/>
                      <a:pt x="35" y="3"/>
                      <a:pt x="39" y="2"/>
                    </a:cubicBezTo>
                    <a:cubicBezTo>
                      <a:pt x="43" y="0"/>
                      <a:pt x="46" y="3"/>
                      <a:pt x="44" y="7"/>
                    </a:cubicBezTo>
                    <a:cubicBezTo>
                      <a:pt x="43" y="9"/>
                      <a:pt x="37" y="9"/>
                      <a:pt x="37" y="12"/>
                    </a:cubicBezTo>
                    <a:cubicBezTo>
                      <a:pt x="37" y="14"/>
                      <a:pt x="42" y="16"/>
                      <a:pt x="43" y="18"/>
                    </a:cubicBezTo>
                    <a:cubicBezTo>
                      <a:pt x="45" y="22"/>
                      <a:pt x="42" y="22"/>
                      <a:pt x="41" y="26"/>
                    </a:cubicBezTo>
                    <a:cubicBezTo>
                      <a:pt x="39" y="30"/>
                      <a:pt x="42" y="30"/>
                      <a:pt x="44" y="33"/>
                    </a:cubicBezTo>
                    <a:cubicBezTo>
                      <a:pt x="45" y="36"/>
                      <a:pt x="45" y="39"/>
                      <a:pt x="44" y="42"/>
                    </a:cubicBezTo>
                    <a:cubicBezTo>
                      <a:pt x="39" y="51"/>
                      <a:pt x="49" y="48"/>
                      <a:pt x="50" y="54"/>
                    </a:cubicBez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83" name="Freeform 1198">
                <a:extLst>
                  <a:ext uri="{FF2B5EF4-FFF2-40B4-BE49-F238E27FC236}">
                    <a16:creationId xmlns:a16="http://schemas.microsoft.com/office/drawing/2014/main" id="{3E9B477A-C640-4DF9-A701-3AAD538D1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916"/>
                <a:ext cx="17" cy="44"/>
              </a:xfrm>
              <a:custGeom>
                <a:avLst/>
                <a:gdLst>
                  <a:gd name="T0" fmla="*/ 41 w 10"/>
                  <a:gd name="T1" fmla="*/ 16 h 25"/>
                  <a:gd name="T2" fmla="*/ 0 w 10"/>
                  <a:gd name="T3" fmla="*/ 81 h 25"/>
                  <a:gd name="T4" fmla="*/ 29 w 10"/>
                  <a:gd name="T5" fmla="*/ 136 h 25"/>
                  <a:gd name="T6" fmla="*/ 34 w 10"/>
                  <a:gd name="T7" fmla="*/ 102 h 25"/>
                  <a:gd name="T8" fmla="*/ 20 w 10"/>
                  <a:gd name="T9" fmla="*/ 86 h 25"/>
                  <a:gd name="T10" fmla="*/ 44 w 10"/>
                  <a:gd name="T11" fmla="*/ 44 h 25"/>
                  <a:gd name="T12" fmla="*/ 49 w 1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5">
                    <a:moveTo>
                      <a:pt x="8" y="3"/>
                    </a:moveTo>
                    <a:cubicBezTo>
                      <a:pt x="4" y="6"/>
                      <a:pt x="0" y="10"/>
                      <a:pt x="0" y="15"/>
                    </a:cubicBezTo>
                    <a:cubicBezTo>
                      <a:pt x="0" y="19"/>
                      <a:pt x="6" y="22"/>
                      <a:pt x="6" y="25"/>
                    </a:cubicBezTo>
                    <a:cubicBezTo>
                      <a:pt x="6" y="24"/>
                      <a:pt x="7" y="21"/>
                      <a:pt x="7" y="19"/>
                    </a:cubicBezTo>
                    <a:cubicBezTo>
                      <a:pt x="6" y="18"/>
                      <a:pt x="4" y="18"/>
                      <a:pt x="4" y="16"/>
                    </a:cubicBezTo>
                    <a:cubicBezTo>
                      <a:pt x="3" y="11"/>
                      <a:pt x="8" y="11"/>
                      <a:pt x="9" y="8"/>
                    </a:cubicBezTo>
                    <a:cubicBezTo>
                      <a:pt x="10" y="5"/>
                      <a:pt x="8" y="3"/>
                      <a:pt x="10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84" name="Freeform 1199">
                <a:extLst>
                  <a:ext uri="{FF2B5EF4-FFF2-40B4-BE49-F238E27FC236}">
                    <a16:creationId xmlns:a16="http://schemas.microsoft.com/office/drawing/2014/main" id="{4076F7B0-E010-48B9-B484-E55A50B10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969"/>
                <a:ext cx="25" cy="32"/>
              </a:xfrm>
              <a:custGeom>
                <a:avLst/>
                <a:gdLst>
                  <a:gd name="T0" fmla="*/ 13 w 15"/>
                  <a:gd name="T1" fmla="*/ 0 h 18"/>
                  <a:gd name="T2" fmla="*/ 33 w 15"/>
                  <a:gd name="T3" fmla="*/ 66 h 18"/>
                  <a:gd name="T4" fmla="*/ 70 w 15"/>
                  <a:gd name="T5" fmla="*/ 101 h 18"/>
                  <a:gd name="T6" fmla="*/ 55 w 15"/>
                  <a:gd name="T7" fmla="*/ 57 h 18"/>
                  <a:gd name="T8" fmla="*/ 13 w 1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3" y="0"/>
                    </a:moveTo>
                    <a:cubicBezTo>
                      <a:pt x="0" y="3"/>
                      <a:pt x="4" y="10"/>
                      <a:pt x="7" y="12"/>
                    </a:cubicBezTo>
                    <a:cubicBezTo>
                      <a:pt x="11" y="14"/>
                      <a:pt x="13" y="13"/>
                      <a:pt x="15" y="18"/>
                    </a:cubicBezTo>
                    <a:cubicBezTo>
                      <a:pt x="15" y="15"/>
                      <a:pt x="14" y="12"/>
                      <a:pt x="12" y="10"/>
                    </a:cubicBezTo>
                    <a:cubicBezTo>
                      <a:pt x="9" y="8"/>
                      <a:pt x="1" y="4"/>
                      <a:pt x="3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85" name="Freeform 1200">
                <a:extLst>
                  <a:ext uri="{FF2B5EF4-FFF2-40B4-BE49-F238E27FC236}">
                    <a16:creationId xmlns:a16="http://schemas.microsoft.com/office/drawing/2014/main" id="{2B6E3D78-8131-425E-A029-4BD516280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955"/>
                <a:ext cx="13" cy="28"/>
              </a:xfrm>
              <a:custGeom>
                <a:avLst/>
                <a:gdLst>
                  <a:gd name="T0" fmla="*/ 13 w 8"/>
                  <a:gd name="T1" fmla="*/ 16 h 16"/>
                  <a:gd name="T2" fmla="*/ 8 w 8"/>
                  <a:gd name="T3" fmla="*/ 37 h 16"/>
                  <a:gd name="T4" fmla="*/ 13 w 8"/>
                  <a:gd name="T5" fmla="*/ 56 h 16"/>
                  <a:gd name="T6" fmla="*/ 34 w 8"/>
                  <a:gd name="T7" fmla="*/ 86 h 16"/>
                  <a:gd name="T8" fmla="*/ 0 w 8"/>
                  <a:gd name="T9" fmla="*/ 44 h 16"/>
                  <a:gd name="T10" fmla="*/ 5 w 8"/>
                  <a:gd name="T11" fmla="*/ 16 h 16"/>
                  <a:gd name="T12" fmla="*/ 18 w 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6">
                    <a:moveTo>
                      <a:pt x="3" y="3"/>
                    </a:moveTo>
                    <a:cubicBezTo>
                      <a:pt x="3" y="5"/>
                      <a:pt x="2" y="6"/>
                      <a:pt x="2" y="7"/>
                    </a:cubicBezTo>
                    <a:cubicBezTo>
                      <a:pt x="2" y="8"/>
                      <a:pt x="2" y="9"/>
                      <a:pt x="3" y="10"/>
                    </a:cubicBezTo>
                    <a:cubicBezTo>
                      <a:pt x="4" y="13"/>
                      <a:pt x="5" y="15"/>
                      <a:pt x="8" y="16"/>
                    </a:cubicBezTo>
                    <a:cubicBezTo>
                      <a:pt x="4" y="14"/>
                      <a:pt x="0" y="14"/>
                      <a:pt x="0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86" name="Freeform 1201">
                <a:extLst>
                  <a:ext uri="{FF2B5EF4-FFF2-40B4-BE49-F238E27FC236}">
                    <a16:creationId xmlns:a16="http://schemas.microsoft.com/office/drawing/2014/main" id="{0E2FE2E4-2DD3-4412-9AB7-15B616A21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3005"/>
                <a:ext cx="32" cy="23"/>
              </a:xfrm>
              <a:custGeom>
                <a:avLst/>
                <a:gdLst>
                  <a:gd name="T0" fmla="*/ 0 w 19"/>
                  <a:gd name="T1" fmla="*/ 7 h 13"/>
                  <a:gd name="T2" fmla="*/ 20 w 19"/>
                  <a:gd name="T3" fmla="*/ 34 h 13"/>
                  <a:gd name="T4" fmla="*/ 37 w 19"/>
                  <a:gd name="T5" fmla="*/ 37 h 13"/>
                  <a:gd name="T6" fmla="*/ 49 w 19"/>
                  <a:gd name="T7" fmla="*/ 50 h 13"/>
                  <a:gd name="T8" fmla="*/ 91 w 19"/>
                  <a:gd name="T9" fmla="*/ 34 h 13"/>
                  <a:gd name="T10" fmla="*/ 76 w 19"/>
                  <a:gd name="T11" fmla="*/ 28 h 13"/>
                  <a:gd name="T12" fmla="*/ 49 w 19"/>
                  <a:gd name="T13" fmla="*/ 21 h 13"/>
                  <a:gd name="T14" fmla="*/ 22 w 19"/>
                  <a:gd name="T15" fmla="*/ 16 h 13"/>
                  <a:gd name="T16" fmla="*/ 0 w 19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">
                    <a:moveTo>
                      <a:pt x="0" y="1"/>
                    </a:moveTo>
                    <a:cubicBezTo>
                      <a:pt x="2" y="3"/>
                      <a:pt x="2" y="5"/>
                      <a:pt x="4" y="6"/>
                    </a:cubicBezTo>
                    <a:cubicBezTo>
                      <a:pt x="5" y="7"/>
                      <a:pt x="6" y="6"/>
                      <a:pt x="8" y="7"/>
                    </a:cubicBezTo>
                    <a:cubicBezTo>
                      <a:pt x="8" y="8"/>
                      <a:pt x="9" y="8"/>
                      <a:pt x="10" y="9"/>
                    </a:cubicBezTo>
                    <a:cubicBezTo>
                      <a:pt x="14" y="13"/>
                      <a:pt x="16" y="7"/>
                      <a:pt x="19" y="6"/>
                    </a:cubicBezTo>
                    <a:cubicBezTo>
                      <a:pt x="18" y="5"/>
                      <a:pt x="17" y="5"/>
                      <a:pt x="16" y="5"/>
                    </a:cubicBezTo>
                    <a:cubicBezTo>
                      <a:pt x="13" y="6"/>
                      <a:pt x="13" y="6"/>
                      <a:pt x="10" y="4"/>
                    </a:cubicBezTo>
                    <a:cubicBezTo>
                      <a:pt x="8" y="2"/>
                      <a:pt x="8" y="3"/>
                      <a:pt x="5" y="3"/>
                    </a:cubicBez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87" name="Freeform 1202">
                <a:extLst>
                  <a:ext uri="{FF2B5EF4-FFF2-40B4-BE49-F238E27FC236}">
                    <a16:creationId xmlns:a16="http://schemas.microsoft.com/office/drawing/2014/main" id="{7552891F-2CEC-4A11-B755-31BD2322E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005"/>
                <a:ext cx="25" cy="14"/>
              </a:xfrm>
              <a:custGeom>
                <a:avLst/>
                <a:gdLst>
                  <a:gd name="T0" fmla="*/ 70 w 15"/>
                  <a:gd name="T1" fmla="*/ 12 h 8"/>
                  <a:gd name="T2" fmla="*/ 42 w 15"/>
                  <a:gd name="T3" fmla="*/ 44 h 8"/>
                  <a:gd name="T4" fmla="*/ 0 w 15"/>
                  <a:gd name="T5" fmla="*/ 16 h 8"/>
                  <a:gd name="T6" fmla="*/ 50 w 15"/>
                  <a:gd name="T7" fmla="*/ 21 h 8"/>
                  <a:gd name="T8" fmla="*/ 63 w 1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5" y="2"/>
                    </a:moveTo>
                    <a:cubicBezTo>
                      <a:pt x="13" y="4"/>
                      <a:pt x="12" y="8"/>
                      <a:pt x="9" y="8"/>
                    </a:cubicBezTo>
                    <a:cubicBezTo>
                      <a:pt x="6" y="8"/>
                      <a:pt x="3" y="4"/>
                      <a:pt x="0" y="3"/>
                    </a:cubicBezTo>
                    <a:cubicBezTo>
                      <a:pt x="3" y="5"/>
                      <a:pt x="8" y="6"/>
                      <a:pt x="11" y="4"/>
                    </a:cubicBezTo>
                    <a:cubicBezTo>
                      <a:pt x="11" y="3"/>
                      <a:pt x="14" y="1"/>
                      <a:pt x="14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88" name="Freeform 1203">
                <a:extLst>
                  <a:ext uri="{FF2B5EF4-FFF2-40B4-BE49-F238E27FC236}">
                    <a16:creationId xmlns:a16="http://schemas.microsoft.com/office/drawing/2014/main" id="{EF606C5E-6949-4F22-97A5-15327C653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955"/>
                <a:ext cx="8" cy="14"/>
              </a:xfrm>
              <a:custGeom>
                <a:avLst/>
                <a:gdLst>
                  <a:gd name="T0" fmla="*/ 8 w 5"/>
                  <a:gd name="T1" fmla="*/ 0 h 8"/>
                  <a:gd name="T2" fmla="*/ 21 w 5"/>
                  <a:gd name="T3" fmla="*/ 21 h 8"/>
                  <a:gd name="T4" fmla="*/ 13 w 5"/>
                  <a:gd name="T5" fmla="*/ 44 h 8"/>
                  <a:gd name="T6" fmla="*/ 5 w 5"/>
                  <a:gd name="T7" fmla="*/ 21 h 8"/>
                  <a:gd name="T8" fmla="*/ 5 w 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3" y="0"/>
                      <a:pt x="5" y="2"/>
                      <a:pt x="5" y="4"/>
                    </a:cubicBezTo>
                    <a:cubicBezTo>
                      <a:pt x="5" y="5"/>
                      <a:pt x="4" y="6"/>
                      <a:pt x="3" y="8"/>
                    </a:cubicBezTo>
                    <a:cubicBezTo>
                      <a:pt x="4" y="6"/>
                      <a:pt x="1" y="6"/>
                      <a:pt x="1" y="4"/>
                    </a:cubicBezTo>
                    <a:cubicBezTo>
                      <a:pt x="0" y="3"/>
                      <a:pt x="2" y="2"/>
                      <a:pt x="1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89" name="Freeform 1204">
                <a:extLst>
                  <a:ext uri="{FF2B5EF4-FFF2-40B4-BE49-F238E27FC236}">
                    <a16:creationId xmlns:a16="http://schemas.microsoft.com/office/drawing/2014/main" id="{C8D3BDBC-39BA-44E6-AC99-74B1CBFCC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905"/>
                <a:ext cx="13" cy="11"/>
              </a:xfrm>
              <a:custGeom>
                <a:avLst/>
                <a:gdLst>
                  <a:gd name="T0" fmla="*/ 26 w 8"/>
                  <a:gd name="T1" fmla="*/ 0 h 6"/>
                  <a:gd name="T2" fmla="*/ 0 w 8"/>
                  <a:gd name="T3" fmla="*/ 37 h 6"/>
                  <a:gd name="T4" fmla="*/ 18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8" y="3"/>
                      <a:pt x="2" y="6"/>
                      <a:pt x="0" y="6"/>
                    </a:cubicBezTo>
                    <a:cubicBezTo>
                      <a:pt x="2" y="5"/>
                      <a:pt x="6" y="3"/>
                      <a:pt x="4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90" name="Freeform 1205">
                <a:extLst>
                  <a:ext uri="{FF2B5EF4-FFF2-40B4-BE49-F238E27FC236}">
                    <a16:creationId xmlns:a16="http://schemas.microsoft.com/office/drawing/2014/main" id="{739EB256-AC0B-445F-A6AA-70085FE69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935"/>
                <a:ext cx="13" cy="22"/>
              </a:xfrm>
              <a:custGeom>
                <a:avLst/>
                <a:gdLst>
                  <a:gd name="T0" fmla="*/ 8 w 8"/>
                  <a:gd name="T1" fmla="*/ 0 h 12"/>
                  <a:gd name="T2" fmla="*/ 8 w 8"/>
                  <a:gd name="T3" fmla="*/ 44 h 12"/>
                  <a:gd name="T4" fmla="*/ 29 w 8"/>
                  <a:gd name="T5" fmla="*/ 73 h 12"/>
                  <a:gd name="T6" fmla="*/ 26 w 8"/>
                  <a:gd name="T7" fmla="*/ 44 h 12"/>
                  <a:gd name="T8" fmla="*/ 13 w 8"/>
                  <a:gd name="T9" fmla="*/ 31 h 12"/>
                  <a:gd name="T10" fmla="*/ 8 w 8"/>
                  <a:gd name="T11" fmla="*/ 7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2" y="0"/>
                    </a:moveTo>
                    <a:cubicBezTo>
                      <a:pt x="1" y="2"/>
                      <a:pt x="0" y="5"/>
                      <a:pt x="2" y="7"/>
                    </a:cubicBezTo>
                    <a:cubicBezTo>
                      <a:pt x="3" y="9"/>
                      <a:pt x="6" y="10"/>
                      <a:pt x="7" y="12"/>
                    </a:cubicBezTo>
                    <a:cubicBezTo>
                      <a:pt x="6" y="10"/>
                      <a:pt x="8" y="8"/>
                      <a:pt x="6" y="7"/>
                    </a:cubicBezTo>
                    <a:cubicBezTo>
                      <a:pt x="4" y="6"/>
                      <a:pt x="4" y="7"/>
                      <a:pt x="3" y="5"/>
                    </a:cubicBezTo>
                    <a:cubicBezTo>
                      <a:pt x="2" y="4"/>
                      <a:pt x="2" y="2"/>
                      <a:pt x="2" y="1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91" name="Freeform 1206">
                <a:extLst>
                  <a:ext uri="{FF2B5EF4-FFF2-40B4-BE49-F238E27FC236}">
                    <a16:creationId xmlns:a16="http://schemas.microsoft.com/office/drawing/2014/main" id="{F7AC5B82-4C23-4F1F-BAEC-9577A6458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3012"/>
                <a:ext cx="27" cy="11"/>
              </a:xfrm>
              <a:custGeom>
                <a:avLst/>
                <a:gdLst>
                  <a:gd name="T0" fmla="*/ 0 w 16"/>
                  <a:gd name="T1" fmla="*/ 13 h 6"/>
                  <a:gd name="T2" fmla="*/ 42 w 16"/>
                  <a:gd name="T3" fmla="*/ 37 h 6"/>
                  <a:gd name="T4" fmla="*/ 78 w 16"/>
                  <a:gd name="T5" fmla="*/ 13 h 6"/>
                  <a:gd name="T6" fmla="*/ 54 w 16"/>
                  <a:gd name="T7" fmla="*/ 20 h 6"/>
                  <a:gd name="T8" fmla="*/ 34 w 16"/>
                  <a:gd name="T9" fmla="*/ 13 h 6"/>
                  <a:gd name="T10" fmla="*/ 20 w 16"/>
                  <a:gd name="T11" fmla="*/ 7 h 6"/>
                  <a:gd name="T12" fmla="*/ 5 w 16"/>
                  <a:gd name="T13" fmla="*/ 1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0" y="2"/>
                    </a:moveTo>
                    <a:cubicBezTo>
                      <a:pt x="5" y="1"/>
                      <a:pt x="6" y="5"/>
                      <a:pt x="9" y="6"/>
                    </a:cubicBezTo>
                    <a:cubicBezTo>
                      <a:pt x="12" y="6"/>
                      <a:pt x="14" y="3"/>
                      <a:pt x="16" y="2"/>
                    </a:cubicBezTo>
                    <a:cubicBezTo>
                      <a:pt x="14" y="0"/>
                      <a:pt x="13" y="3"/>
                      <a:pt x="11" y="3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3" y="1"/>
                      <a:pt x="2" y="2"/>
                      <a:pt x="1" y="2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92" name="Freeform 1207">
                <a:extLst>
                  <a:ext uri="{FF2B5EF4-FFF2-40B4-BE49-F238E27FC236}">
                    <a16:creationId xmlns:a16="http://schemas.microsoft.com/office/drawing/2014/main" id="{EEB6EA6B-5B8D-4742-8E95-8B170109E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3012"/>
                <a:ext cx="13" cy="7"/>
              </a:xfrm>
              <a:custGeom>
                <a:avLst/>
                <a:gdLst>
                  <a:gd name="T0" fmla="*/ 29 w 8"/>
                  <a:gd name="T1" fmla="*/ 0 h 4"/>
                  <a:gd name="T2" fmla="*/ 21 w 8"/>
                  <a:gd name="T3" fmla="*/ 16 h 4"/>
                  <a:gd name="T4" fmla="*/ 0 w 8"/>
                  <a:gd name="T5" fmla="*/ 16 h 4"/>
                  <a:gd name="T6" fmla="*/ 34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cubicBezTo>
                      <a:pt x="6" y="1"/>
                      <a:pt x="6" y="2"/>
                      <a:pt x="5" y="3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3" y="4"/>
                      <a:pt x="5" y="1"/>
                      <a:pt x="8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93" name="Freeform 1208">
                <a:extLst>
                  <a:ext uri="{FF2B5EF4-FFF2-40B4-BE49-F238E27FC236}">
                    <a16:creationId xmlns:a16="http://schemas.microsoft.com/office/drawing/2014/main" id="{23F1530C-8160-4CC9-8BCF-ED8EF116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983"/>
                <a:ext cx="18" cy="16"/>
              </a:xfrm>
              <a:custGeom>
                <a:avLst/>
                <a:gdLst>
                  <a:gd name="T0" fmla="*/ 8 w 11"/>
                  <a:gd name="T1" fmla="*/ 12 h 9"/>
                  <a:gd name="T2" fmla="*/ 47 w 11"/>
                  <a:gd name="T3" fmla="*/ 50 h 9"/>
                  <a:gd name="T4" fmla="*/ 34 w 11"/>
                  <a:gd name="T5" fmla="*/ 21 h 9"/>
                  <a:gd name="T6" fmla="*/ 13 w 11"/>
                  <a:gd name="T7" fmla="*/ 12 h 9"/>
                  <a:gd name="T8" fmla="*/ 0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2"/>
                    </a:moveTo>
                    <a:cubicBezTo>
                      <a:pt x="5" y="5"/>
                      <a:pt x="9" y="5"/>
                      <a:pt x="11" y="9"/>
                    </a:cubicBezTo>
                    <a:cubicBezTo>
                      <a:pt x="11" y="7"/>
                      <a:pt x="9" y="5"/>
                      <a:pt x="8" y="4"/>
                    </a:cubicBezTo>
                    <a:cubicBezTo>
                      <a:pt x="6" y="3"/>
                      <a:pt x="5" y="3"/>
                      <a:pt x="3" y="2"/>
                    </a:cubicBezTo>
                    <a:cubicBezTo>
                      <a:pt x="2" y="2"/>
                      <a:pt x="2" y="1"/>
                      <a:pt x="0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94" name="Freeform 1209">
                <a:extLst>
                  <a:ext uri="{FF2B5EF4-FFF2-40B4-BE49-F238E27FC236}">
                    <a16:creationId xmlns:a16="http://schemas.microsoft.com/office/drawing/2014/main" id="{95995DF4-5CB3-4C23-BE06-63D775B21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919"/>
                <a:ext cx="17" cy="23"/>
              </a:xfrm>
              <a:custGeom>
                <a:avLst/>
                <a:gdLst>
                  <a:gd name="T0" fmla="*/ 5 w 10"/>
                  <a:gd name="T1" fmla="*/ 0 h 13"/>
                  <a:gd name="T2" fmla="*/ 26 w 10"/>
                  <a:gd name="T3" fmla="*/ 73 h 13"/>
                  <a:gd name="T4" fmla="*/ 26 w 10"/>
                  <a:gd name="T5" fmla="*/ 44 h 13"/>
                  <a:gd name="T6" fmla="*/ 15 w 10"/>
                  <a:gd name="T7" fmla="*/ 37 h 13"/>
                  <a:gd name="T8" fmla="*/ 9 w 10"/>
                  <a:gd name="T9" fmla="*/ 2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1" y="0"/>
                    </a:moveTo>
                    <a:cubicBezTo>
                      <a:pt x="0" y="5"/>
                      <a:pt x="10" y="7"/>
                      <a:pt x="5" y="13"/>
                    </a:cubicBezTo>
                    <a:cubicBezTo>
                      <a:pt x="6" y="11"/>
                      <a:pt x="6" y="9"/>
                      <a:pt x="5" y="8"/>
                    </a:cubicBezTo>
                    <a:cubicBezTo>
                      <a:pt x="4" y="8"/>
                      <a:pt x="3" y="8"/>
                      <a:pt x="3" y="7"/>
                    </a:cubicBezTo>
                    <a:cubicBezTo>
                      <a:pt x="2" y="6"/>
                      <a:pt x="2" y="5"/>
                      <a:pt x="2" y="4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95" name="Freeform 1210">
                <a:extLst>
                  <a:ext uri="{FF2B5EF4-FFF2-40B4-BE49-F238E27FC236}">
                    <a16:creationId xmlns:a16="http://schemas.microsoft.com/office/drawing/2014/main" id="{F794AE3B-0865-4AF2-9741-25F0EEF96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905"/>
                <a:ext cx="19" cy="11"/>
              </a:xfrm>
              <a:custGeom>
                <a:avLst/>
                <a:gdLst>
                  <a:gd name="T0" fmla="*/ 57 w 11"/>
                  <a:gd name="T1" fmla="*/ 24 h 6"/>
                  <a:gd name="T2" fmla="*/ 0 w 11"/>
                  <a:gd name="T3" fmla="*/ 37 h 6"/>
                  <a:gd name="T4" fmla="*/ 28 w 11"/>
                  <a:gd name="T5" fmla="*/ 20 h 6"/>
                  <a:gd name="T6" fmla="*/ 50 w 11"/>
                  <a:gd name="T7" fmla="*/ 24 h 6"/>
                  <a:gd name="T8" fmla="*/ 50 w 11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1" y="4"/>
                    </a:moveTo>
                    <a:cubicBezTo>
                      <a:pt x="7" y="2"/>
                      <a:pt x="2" y="0"/>
                      <a:pt x="0" y="6"/>
                    </a:cubicBezTo>
                    <a:cubicBezTo>
                      <a:pt x="1" y="5"/>
                      <a:pt x="3" y="4"/>
                      <a:pt x="5" y="3"/>
                    </a:cubicBezTo>
                    <a:cubicBezTo>
                      <a:pt x="7" y="3"/>
                      <a:pt x="8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96" name="Freeform 1211">
                <a:extLst>
                  <a:ext uri="{FF2B5EF4-FFF2-40B4-BE49-F238E27FC236}">
                    <a16:creationId xmlns:a16="http://schemas.microsoft.com/office/drawing/2014/main" id="{04E7779D-A3A7-43E9-B23E-A23C903A8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900"/>
                <a:ext cx="103" cy="126"/>
              </a:xfrm>
              <a:custGeom>
                <a:avLst/>
                <a:gdLst>
                  <a:gd name="T0" fmla="*/ 229 w 62"/>
                  <a:gd name="T1" fmla="*/ 302 h 71"/>
                  <a:gd name="T2" fmla="*/ 264 w 62"/>
                  <a:gd name="T3" fmla="*/ 358 h 71"/>
                  <a:gd name="T4" fmla="*/ 238 w 62"/>
                  <a:gd name="T5" fmla="*/ 385 h 71"/>
                  <a:gd name="T6" fmla="*/ 209 w 62"/>
                  <a:gd name="T7" fmla="*/ 369 h 71"/>
                  <a:gd name="T8" fmla="*/ 179 w 62"/>
                  <a:gd name="T9" fmla="*/ 398 h 71"/>
                  <a:gd name="T10" fmla="*/ 138 w 62"/>
                  <a:gd name="T11" fmla="*/ 374 h 71"/>
                  <a:gd name="T12" fmla="*/ 105 w 62"/>
                  <a:gd name="T13" fmla="*/ 312 h 71"/>
                  <a:gd name="T14" fmla="*/ 75 w 62"/>
                  <a:gd name="T15" fmla="*/ 289 h 71"/>
                  <a:gd name="T16" fmla="*/ 47 w 62"/>
                  <a:gd name="T17" fmla="*/ 252 h 71"/>
                  <a:gd name="T18" fmla="*/ 47 w 62"/>
                  <a:gd name="T19" fmla="*/ 195 h 71"/>
                  <a:gd name="T20" fmla="*/ 13 w 62"/>
                  <a:gd name="T21" fmla="*/ 151 h 71"/>
                  <a:gd name="T22" fmla="*/ 63 w 62"/>
                  <a:gd name="T23" fmla="*/ 57 h 71"/>
                  <a:gd name="T24" fmla="*/ 96 w 62"/>
                  <a:gd name="T25" fmla="*/ 16 h 71"/>
                  <a:gd name="T26" fmla="*/ 146 w 62"/>
                  <a:gd name="T27" fmla="*/ 28 h 71"/>
                  <a:gd name="T28" fmla="*/ 179 w 62"/>
                  <a:gd name="T29" fmla="*/ 12 h 71"/>
                  <a:gd name="T30" fmla="*/ 201 w 62"/>
                  <a:gd name="T31" fmla="*/ 37 h 71"/>
                  <a:gd name="T32" fmla="*/ 168 w 62"/>
                  <a:gd name="T33" fmla="*/ 66 h 71"/>
                  <a:gd name="T34" fmla="*/ 196 w 62"/>
                  <a:gd name="T35" fmla="*/ 101 h 71"/>
                  <a:gd name="T36" fmla="*/ 188 w 62"/>
                  <a:gd name="T37" fmla="*/ 146 h 71"/>
                  <a:gd name="T38" fmla="*/ 201 w 62"/>
                  <a:gd name="T39" fmla="*/ 186 h 71"/>
                  <a:gd name="T40" fmla="*/ 201 w 62"/>
                  <a:gd name="T41" fmla="*/ 236 h 71"/>
                  <a:gd name="T42" fmla="*/ 229 w 62"/>
                  <a:gd name="T43" fmla="*/ 302 h 7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" h="71">
                    <a:moveTo>
                      <a:pt x="50" y="54"/>
                    </a:moveTo>
                    <a:cubicBezTo>
                      <a:pt x="52" y="59"/>
                      <a:pt x="62" y="56"/>
                      <a:pt x="58" y="64"/>
                    </a:cubicBezTo>
                    <a:cubicBezTo>
                      <a:pt x="56" y="66"/>
                      <a:pt x="54" y="69"/>
                      <a:pt x="52" y="69"/>
                    </a:cubicBezTo>
                    <a:cubicBezTo>
                      <a:pt x="50" y="69"/>
                      <a:pt x="48" y="66"/>
                      <a:pt x="46" y="66"/>
                    </a:cubicBezTo>
                    <a:cubicBezTo>
                      <a:pt x="43" y="66"/>
                      <a:pt x="42" y="71"/>
                      <a:pt x="39" y="71"/>
                    </a:cubicBezTo>
                    <a:cubicBezTo>
                      <a:pt x="36" y="71"/>
                      <a:pt x="34" y="67"/>
                      <a:pt x="30" y="67"/>
                    </a:cubicBezTo>
                    <a:cubicBezTo>
                      <a:pt x="27" y="67"/>
                      <a:pt x="24" y="59"/>
                      <a:pt x="23" y="56"/>
                    </a:cubicBezTo>
                    <a:cubicBezTo>
                      <a:pt x="21" y="53"/>
                      <a:pt x="18" y="54"/>
                      <a:pt x="16" y="52"/>
                    </a:cubicBezTo>
                    <a:cubicBezTo>
                      <a:pt x="13" y="51"/>
                      <a:pt x="11" y="47"/>
                      <a:pt x="10" y="45"/>
                    </a:cubicBezTo>
                    <a:cubicBezTo>
                      <a:pt x="8" y="40"/>
                      <a:pt x="11" y="38"/>
                      <a:pt x="10" y="35"/>
                    </a:cubicBezTo>
                    <a:cubicBezTo>
                      <a:pt x="10" y="31"/>
                      <a:pt x="5" y="31"/>
                      <a:pt x="3" y="27"/>
                    </a:cubicBezTo>
                    <a:cubicBezTo>
                      <a:pt x="0" y="20"/>
                      <a:pt x="8" y="13"/>
                      <a:pt x="14" y="10"/>
                    </a:cubicBezTo>
                    <a:cubicBezTo>
                      <a:pt x="17" y="8"/>
                      <a:pt x="18" y="5"/>
                      <a:pt x="21" y="3"/>
                    </a:cubicBezTo>
                    <a:cubicBezTo>
                      <a:pt x="25" y="1"/>
                      <a:pt x="28" y="5"/>
                      <a:pt x="32" y="5"/>
                    </a:cubicBezTo>
                    <a:cubicBezTo>
                      <a:pt x="37" y="6"/>
                      <a:pt x="35" y="3"/>
                      <a:pt x="39" y="2"/>
                    </a:cubicBezTo>
                    <a:cubicBezTo>
                      <a:pt x="43" y="0"/>
                      <a:pt x="46" y="3"/>
                      <a:pt x="44" y="7"/>
                    </a:cubicBezTo>
                    <a:cubicBezTo>
                      <a:pt x="43" y="9"/>
                      <a:pt x="37" y="9"/>
                      <a:pt x="37" y="12"/>
                    </a:cubicBezTo>
                    <a:cubicBezTo>
                      <a:pt x="37" y="14"/>
                      <a:pt x="42" y="16"/>
                      <a:pt x="43" y="18"/>
                    </a:cubicBezTo>
                    <a:cubicBezTo>
                      <a:pt x="45" y="22"/>
                      <a:pt x="42" y="22"/>
                      <a:pt x="41" y="26"/>
                    </a:cubicBezTo>
                    <a:cubicBezTo>
                      <a:pt x="39" y="30"/>
                      <a:pt x="42" y="30"/>
                      <a:pt x="44" y="33"/>
                    </a:cubicBezTo>
                    <a:cubicBezTo>
                      <a:pt x="45" y="36"/>
                      <a:pt x="45" y="39"/>
                      <a:pt x="44" y="42"/>
                    </a:cubicBezTo>
                    <a:cubicBezTo>
                      <a:pt x="39" y="51"/>
                      <a:pt x="49" y="48"/>
                      <a:pt x="50" y="5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97" name="Freeform 1212">
                <a:extLst>
                  <a:ext uri="{FF2B5EF4-FFF2-40B4-BE49-F238E27FC236}">
                    <a16:creationId xmlns:a16="http://schemas.microsoft.com/office/drawing/2014/main" id="{1B7743C7-35B9-4B93-BC45-3DDCB5A6D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948"/>
                <a:ext cx="5" cy="19"/>
              </a:xfrm>
              <a:custGeom>
                <a:avLst/>
                <a:gdLst>
                  <a:gd name="T0" fmla="*/ 0 w 3"/>
                  <a:gd name="T1" fmla="*/ 57 h 11"/>
                  <a:gd name="T2" fmla="*/ 0 w 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11"/>
                    </a:moveTo>
                    <a:cubicBezTo>
                      <a:pt x="2" y="9"/>
                      <a:pt x="3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98" name="Freeform 1213">
                <a:extLst>
                  <a:ext uri="{FF2B5EF4-FFF2-40B4-BE49-F238E27FC236}">
                    <a16:creationId xmlns:a16="http://schemas.microsoft.com/office/drawing/2014/main" id="{88140A61-0789-4691-B026-905770091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950"/>
                <a:ext cx="4" cy="12"/>
              </a:xfrm>
              <a:custGeom>
                <a:avLst/>
                <a:gdLst>
                  <a:gd name="T0" fmla="*/ 8 w 2"/>
                  <a:gd name="T1" fmla="*/ 36 h 7"/>
                  <a:gd name="T2" fmla="*/ 16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5"/>
                      <a:pt x="2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99" name="Freeform 1214">
                <a:extLst>
                  <a:ext uri="{FF2B5EF4-FFF2-40B4-BE49-F238E27FC236}">
                    <a16:creationId xmlns:a16="http://schemas.microsoft.com/office/drawing/2014/main" id="{0B363468-E3E4-46CA-95AB-B5CBCB671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2951"/>
                <a:ext cx="12" cy="31"/>
              </a:xfrm>
              <a:custGeom>
                <a:avLst/>
                <a:gdLst>
                  <a:gd name="T0" fmla="*/ 36 w 7"/>
                  <a:gd name="T1" fmla="*/ 104 h 17"/>
                  <a:gd name="T2" fmla="*/ 0 w 7"/>
                  <a:gd name="T3" fmla="*/ 53 h 17"/>
                  <a:gd name="T4" fmla="*/ 9 w 7"/>
                  <a:gd name="T5" fmla="*/ 24 h 17"/>
                  <a:gd name="T6" fmla="*/ 9 w 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3" y="16"/>
                      <a:pt x="1" y="14"/>
                      <a:pt x="0" y="9"/>
                    </a:cubicBezTo>
                    <a:cubicBezTo>
                      <a:pt x="0" y="7"/>
                      <a:pt x="1" y="6"/>
                      <a:pt x="2" y="4"/>
                    </a:cubicBezTo>
                    <a:cubicBezTo>
                      <a:pt x="2" y="3"/>
                      <a:pt x="3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00" name="Freeform 1215">
                <a:extLst>
                  <a:ext uri="{FF2B5EF4-FFF2-40B4-BE49-F238E27FC236}">
                    <a16:creationId xmlns:a16="http://schemas.microsoft.com/office/drawing/2014/main" id="{70BE618C-632B-41F3-9C2E-816BEC9B2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014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1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01" name="Freeform 1216">
                <a:extLst>
                  <a:ext uri="{FF2B5EF4-FFF2-40B4-BE49-F238E27FC236}">
                    <a16:creationId xmlns:a16="http://schemas.microsoft.com/office/drawing/2014/main" id="{53DA2117-885C-4870-89D7-BF9A7B159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106"/>
                <a:ext cx="75" cy="94"/>
              </a:xfrm>
              <a:custGeom>
                <a:avLst/>
                <a:gdLst>
                  <a:gd name="T0" fmla="*/ 175 w 45"/>
                  <a:gd name="T1" fmla="*/ 117 h 53"/>
                  <a:gd name="T2" fmla="*/ 175 w 45"/>
                  <a:gd name="T3" fmla="*/ 12 h 53"/>
                  <a:gd name="T4" fmla="*/ 42 w 45"/>
                  <a:gd name="T5" fmla="*/ 167 h 53"/>
                  <a:gd name="T6" fmla="*/ 63 w 45"/>
                  <a:gd name="T7" fmla="*/ 280 h 53"/>
                  <a:gd name="T8" fmla="*/ 175 w 45"/>
                  <a:gd name="T9" fmla="*/ 11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53">
                    <a:moveTo>
                      <a:pt x="38" y="21"/>
                    </a:moveTo>
                    <a:cubicBezTo>
                      <a:pt x="45" y="11"/>
                      <a:pt x="44" y="4"/>
                      <a:pt x="38" y="2"/>
                    </a:cubicBezTo>
                    <a:cubicBezTo>
                      <a:pt x="32" y="0"/>
                      <a:pt x="17" y="14"/>
                      <a:pt x="9" y="30"/>
                    </a:cubicBezTo>
                    <a:cubicBezTo>
                      <a:pt x="0" y="45"/>
                      <a:pt x="5" y="53"/>
                      <a:pt x="14" y="50"/>
                    </a:cubicBezTo>
                    <a:cubicBezTo>
                      <a:pt x="24" y="47"/>
                      <a:pt x="35" y="24"/>
                      <a:pt x="38" y="21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02" name="Freeform 1217">
                <a:extLst>
                  <a:ext uri="{FF2B5EF4-FFF2-40B4-BE49-F238E27FC236}">
                    <a16:creationId xmlns:a16="http://schemas.microsoft.com/office/drawing/2014/main" id="{4F79C8EF-F2F8-4759-AA56-C1ED984DC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099"/>
                <a:ext cx="64" cy="68"/>
              </a:xfrm>
              <a:custGeom>
                <a:avLst/>
                <a:gdLst>
                  <a:gd name="T0" fmla="*/ 158 w 38"/>
                  <a:gd name="T1" fmla="*/ 109 h 38"/>
                  <a:gd name="T2" fmla="*/ 148 w 38"/>
                  <a:gd name="T3" fmla="*/ 29 h 38"/>
                  <a:gd name="T4" fmla="*/ 0 w 38"/>
                  <a:gd name="T5" fmla="*/ 218 h 38"/>
                  <a:gd name="T6" fmla="*/ 158 w 38"/>
                  <a:gd name="T7" fmla="*/ 109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33" y="19"/>
                    </a:moveTo>
                    <a:cubicBezTo>
                      <a:pt x="38" y="13"/>
                      <a:pt x="36" y="6"/>
                      <a:pt x="31" y="5"/>
                    </a:cubicBezTo>
                    <a:cubicBezTo>
                      <a:pt x="26" y="5"/>
                      <a:pt x="4" y="21"/>
                      <a:pt x="0" y="38"/>
                    </a:cubicBezTo>
                    <a:cubicBezTo>
                      <a:pt x="4" y="26"/>
                      <a:pt x="36" y="0"/>
                      <a:pt x="33" y="19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03" name="Freeform 1218">
                <a:extLst>
                  <a:ext uri="{FF2B5EF4-FFF2-40B4-BE49-F238E27FC236}">
                    <a16:creationId xmlns:a16="http://schemas.microsoft.com/office/drawing/2014/main" id="{D1150309-9284-4B69-8E78-53D9D4C95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3104"/>
                <a:ext cx="67" cy="91"/>
              </a:xfrm>
              <a:custGeom>
                <a:avLst/>
                <a:gdLst>
                  <a:gd name="T0" fmla="*/ 174 w 40"/>
                  <a:gd name="T1" fmla="*/ 12 h 51"/>
                  <a:gd name="T2" fmla="*/ 90 w 40"/>
                  <a:gd name="T3" fmla="*/ 57 h 51"/>
                  <a:gd name="T4" fmla="*/ 5 w 40"/>
                  <a:gd name="T5" fmla="*/ 232 h 51"/>
                  <a:gd name="T6" fmla="*/ 13 w 40"/>
                  <a:gd name="T7" fmla="*/ 289 h 51"/>
                  <a:gd name="T8" fmla="*/ 13 w 40"/>
                  <a:gd name="T9" fmla="*/ 289 h 51"/>
                  <a:gd name="T10" fmla="*/ 5 w 40"/>
                  <a:gd name="T11" fmla="*/ 232 h 51"/>
                  <a:gd name="T12" fmla="*/ 90 w 40"/>
                  <a:gd name="T13" fmla="*/ 57 h 51"/>
                  <a:gd name="T14" fmla="*/ 169 w 40"/>
                  <a:gd name="T15" fmla="*/ 16 h 51"/>
                  <a:gd name="T16" fmla="*/ 183 w 40"/>
                  <a:gd name="T17" fmla="*/ 66 h 51"/>
                  <a:gd name="T18" fmla="*/ 183 w 40"/>
                  <a:gd name="T19" fmla="*/ 66 h 51"/>
                  <a:gd name="T20" fmla="*/ 174 w 40"/>
                  <a:gd name="T21" fmla="*/ 12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51">
                    <a:moveTo>
                      <a:pt x="37" y="2"/>
                    </a:moveTo>
                    <a:cubicBezTo>
                      <a:pt x="33" y="0"/>
                      <a:pt x="26" y="3"/>
                      <a:pt x="19" y="10"/>
                    </a:cubicBezTo>
                    <a:cubicBezTo>
                      <a:pt x="12" y="17"/>
                      <a:pt x="3" y="30"/>
                      <a:pt x="1" y="41"/>
                    </a:cubicBezTo>
                    <a:cubicBezTo>
                      <a:pt x="0" y="46"/>
                      <a:pt x="1" y="49"/>
                      <a:pt x="3" y="51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1" y="49"/>
                      <a:pt x="1" y="45"/>
                      <a:pt x="1" y="41"/>
                    </a:cubicBezTo>
                    <a:cubicBezTo>
                      <a:pt x="3" y="30"/>
                      <a:pt x="12" y="17"/>
                      <a:pt x="19" y="10"/>
                    </a:cubicBezTo>
                    <a:cubicBezTo>
                      <a:pt x="26" y="3"/>
                      <a:pt x="33" y="1"/>
                      <a:pt x="36" y="3"/>
                    </a:cubicBezTo>
                    <a:cubicBezTo>
                      <a:pt x="39" y="4"/>
                      <a:pt x="40" y="7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40" y="7"/>
                      <a:pt x="39" y="3"/>
                      <a:pt x="37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04" name="Freeform 1219">
                <a:extLst>
                  <a:ext uri="{FF2B5EF4-FFF2-40B4-BE49-F238E27FC236}">
                    <a16:creationId xmlns:a16="http://schemas.microsoft.com/office/drawing/2014/main" id="{B4B1D667-BEF7-49A4-A2FC-D1184F45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076"/>
                <a:ext cx="78" cy="60"/>
              </a:xfrm>
              <a:custGeom>
                <a:avLst/>
                <a:gdLst>
                  <a:gd name="T0" fmla="*/ 0 w 47"/>
                  <a:gd name="T1" fmla="*/ 187 h 34"/>
                  <a:gd name="T2" fmla="*/ 188 w 47"/>
                  <a:gd name="T3" fmla="*/ 34 h 34"/>
                  <a:gd name="T4" fmla="*/ 206 w 47"/>
                  <a:gd name="T5" fmla="*/ 106 h 34"/>
                  <a:gd name="T6" fmla="*/ 110 w 47"/>
                  <a:gd name="T7" fmla="*/ 72 h 34"/>
                  <a:gd name="T8" fmla="*/ 0 w 47"/>
                  <a:gd name="T9" fmla="*/ 18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4">
                    <a:moveTo>
                      <a:pt x="0" y="34"/>
                    </a:moveTo>
                    <a:cubicBezTo>
                      <a:pt x="14" y="8"/>
                      <a:pt x="33" y="0"/>
                      <a:pt x="41" y="6"/>
                    </a:cubicBezTo>
                    <a:cubicBezTo>
                      <a:pt x="46" y="10"/>
                      <a:pt x="47" y="16"/>
                      <a:pt x="45" y="19"/>
                    </a:cubicBezTo>
                    <a:cubicBezTo>
                      <a:pt x="43" y="10"/>
                      <a:pt x="34" y="6"/>
                      <a:pt x="24" y="13"/>
                    </a:cubicBezTo>
                    <a:cubicBezTo>
                      <a:pt x="14" y="19"/>
                      <a:pt x="0" y="34"/>
                      <a:pt x="0" y="34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05" name="Freeform 1220">
                <a:extLst>
                  <a:ext uri="{FF2B5EF4-FFF2-40B4-BE49-F238E27FC236}">
                    <a16:creationId xmlns:a16="http://schemas.microsoft.com/office/drawing/2014/main" id="{35135852-9612-469C-9280-CB47FEA17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3085"/>
                <a:ext cx="20" cy="14"/>
              </a:xfrm>
              <a:custGeom>
                <a:avLst/>
                <a:gdLst>
                  <a:gd name="T0" fmla="*/ 55 w 12"/>
                  <a:gd name="T1" fmla="*/ 0 h 8"/>
                  <a:gd name="T2" fmla="*/ 0 w 12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7" y="1"/>
                      <a:pt x="1" y="3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06" name="Freeform 1221">
                <a:extLst>
                  <a:ext uri="{FF2B5EF4-FFF2-40B4-BE49-F238E27FC236}">
                    <a16:creationId xmlns:a16="http://schemas.microsoft.com/office/drawing/2014/main" id="{39E3B740-DD4E-455F-8F18-2B9CD761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087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8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2" y="3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07" name="Freeform 1222">
                <a:extLst>
                  <a:ext uri="{FF2B5EF4-FFF2-40B4-BE49-F238E27FC236}">
                    <a16:creationId xmlns:a16="http://schemas.microsoft.com/office/drawing/2014/main" id="{860412FA-AF07-4CD5-9469-A14367AD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907"/>
                <a:ext cx="66" cy="98"/>
              </a:xfrm>
              <a:custGeom>
                <a:avLst/>
                <a:gdLst>
                  <a:gd name="T0" fmla="*/ 41 w 40"/>
                  <a:gd name="T1" fmla="*/ 29 h 55"/>
                  <a:gd name="T2" fmla="*/ 68 w 40"/>
                  <a:gd name="T3" fmla="*/ 255 h 55"/>
                  <a:gd name="T4" fmla="*/ 160 w 40"/>
                  <a:gd name="T5" fmla="*/ 276 h 55"/>
                  <a:gd name="T6" fmla="*/ 139 w 40"/>
                  <a:gd name="T7" fmla="*/ 118 h 55"/>
                  <a:gd name="T8" fmla="*/ 41 w 40"/>
                  <a:gd name="T9" fmla="*/ 2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55">
                    <a:moveTo>
                      <a:pt x="9" y="5"/>
                    </a:moveTo>
                    <a:cubicBezTo>
                      <a:pt x="0" y="16"/>
                      <a:pt x="7" y="35"/>
                      <a:pt x="15" y="45"/>
                    </a:cubicBezTo>
                    <a:cubicBezTo>
                      <a:pt x="23" y="55"/>
                      <a:pt x="32" y="55"/>
                      <a:pt x="36" y="49"/>
                    </a:cubicBezTo>
                    <a:cubicBezTo>
                      <a:pt x="40" y="43"/>
                      <a:pt x="33" y="30"/>
                      <a:pt x="31" y="21"/>
                    </a:cubicBezTo>
                    <a:cubicBezTo>
                      <a:pt x="29" y="12"/>
                      <a:pt x="19" y="0"/>
                      <a:pt x="9" y="5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08" name="Freeform 1223">
                <a:extLst>
                  <a:ext uri="{FF2B5EF4-FFF2-40B4-BE49-F238E27FC236}">
                    <a16:creationId xmlns:a16="http://schemas.microsoft.com/office/drawing/2014/main" id="{9F912DFC-DBB6-43F6-855B-8B61BE98A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907"/>
                <a:ext cx="38" cy="85"/>
              </a:xfrm>
              <a:custGeom>
                <a:avLst/>
                <a:gdLst>
                  <a:gd name="T0" fmla="*/ 104 w 23"/>
                  <a:gd name="T1" fmla="*/ 73 h 48"/>
                  <a:gd name="T2" fmla="*/ 35 w 23"/>
                  <a:gd name="T3" fmla="*/ 34 h 48"/>
                  <a:gd name="T4" fmla="*/ 71 w 23"/>
                  <a:gd name="T5" fmla="*/ 267 h 48"/>
                  <a:gd name="T6" fmla="*/ 104 w 23"/>
                  <a:gd name="T7" fmla="*/ 7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8">
                    <a:moveTo>
                      <a:pt x="23" y="13"/>
                    </a:moveTo>
                    <a:cubicBezTo>
                      <a:pt x="19" y="7"/>
                      <a:pt x="15" y="2"/>
                      <a:pt x="8" y="6"/>
                    </a:cubicBezTo>
                    <a:cubicBezTo>
                      <a:pt x="0" y="9"/>
                      <a:pt x="2" y="33"/>
                      <a:pt x="16" y="48"/>
                    </a:cubicBezTo>
                    <a:cubicBezTo>
                      <a:pt x="6" y="36"/>
                      <a:pt x="4" y="0"/>
                      <a:pt x="23" y="13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09" name="Freeform 1224">
                <a:extLst>
                  <a:ext uri="{FF2B5EF4-FFF2-40B4-BE49-F238E27FC236}">
                    <a16:creationId xmlns:a16="http://schemas.microsoft.com/office/drawing/2014/main" id="{D2B18642-CB6A-451D-AC68-8F89E10E7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914"/>
                <a:ext cx="47" cy="87"/>
              </a:xfrm>
              <a:custGeom>
                <a:avLst/>
                <a:gdLst>
                  <a:gd name="T0" fmla="*/ 22 w 28"/>
                  <a:gd name="T1" fmla="*/ 7 h 49"/>
                  <a:gd name="T2" fmla="*/ 5 w 28"/>
                  <a:gd name="T3" fmla="*/ 107 h 49"/>
                  <a:gd name="T4" fmla="*/ 82 w 28"/>
                  <a:gd name="T5" fmla="*/ 259 h 49"/>
                  <a:gd name="T6" fmla="*/ 133 w 28"/>
                  <a:gd name="T7" fmla="*/ 268 h 49"/>
                  <a:gd name="T8" fmla="*/ 133 w 28"/>
                  <a:gd name="T9" fmla="*/ 268 h 49"/>
                  <a:gd name="T10" fmla="*/ 82 w 28"/>
                  <a:gd name="T11" fmla="*/ 259 h 49"/>
                  <a:gd name="T12" fmla="*/ 8 w 28"/>
                  <a:gd name="T13" fmla="*/ 107 h 49"/>
                  <a:gd name="T14" fmla="*/ 22 w 28"/>
                  <a:gd name="T15" fmla="*/ 12 h 49"/>
                  <a:gd name="T16" fmla="*/ 67 w 28"/>
                  <a:gd name="T17" fmla="*/ 12 h 49"/>
                  <a:gd name="T18" fmla="*/ 67 w 28"/>
                  <a:gd name="T19" fmla="*/ 12 h 49"/>
                  <a:gd name="T20" fmla="*/ 22 w 28"/>
                  <a:gd name="T21" fmla="*/ 7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49">
                    <a:moveTo>
                      <a:pt x="5" y="1"/>
                    </a:moveTo>
                    <a:cubicBezTo>
                      <a:pt x="1" y="4"/>
                      <a:pt x="0" y="11"/>
                      <a:pt x="1" y="19"/>
                    </a:cubicBezTo>
                    <a:cubicBezTo>
                      <a:pt x="4" y="31"/>
                      <a:pt x="10" y="42"/>
                      <a:pt x="17" y="46"/>
                    </a:cubicBezTo>
                    <a:cubicBezTo>
                      <a:pt x="20" y="49"/>
                      <a:pt x="24" y="49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4" y="49"/>
                      <a:pt x="21" y="48"/>
                      <a:pt x="17" y="46"/>
                    </a:cubicBezTo>
                    <a:cubicBezTo>
                      <a:pt x="10" y="41"/>
                      <a:pt x="4" y="31"/>
                      <a:pt x="2" y="19"/>
                    </a:cubicBezTo>
                    <a:cubicBezTo>
                      <a:pt x="0" y="11"/>
                      <a:pt x="2" y="5"/>
                      <a:pt x="5" y="2"/>
                    </a:cubicBezTo>
                    <a:cubicBezTo>
                      <a:pt x="8" y="0"/>
                      <a:pt x="11" y="0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0" y="0"/>
                      <a:pt x="7" y="0"/>
                      <a:pt x="5" y="1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10" name="Freeform 1225">
                <a:extLst>
                  <a:ext uri="{FF2B5EF4-FFF2-40B4-BE49-F238E27FC236}">
                    <a16:creationId xmlns:a16="http://schemas.microsoft.com/office/drawing/2014/main" id="{96CECA3A-0BB5-4ED8-90D9-971B1A865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878"/>
                <a:ext cx="50" cy="75"/>
              </a:xfrm>
              <a:custGeom>
                <a:avLst/>
                <a:gdLst>
                  <a:gd name="T0" fmla="*/ 138 w 30"/>
                  <a:gd name="T1" fmla="*/ 45 h 42"/>
                  <a:gd name="T2" fmla="*/ 22 w 30"/>
                  <a:gd name="T3" fmla="*/ 239 h 42"/>
                  <a:gd name="T4" fmla="*/ 138 w 30"/>
                  <a:gd name="T5" fmla="*/ 45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2">
                    <a:moveTo>
                      <a:pt x="30" y="8"/>
                    </a:moveTo>
                    <a:cubicBezTo>
                      <a:pt x="15" y="0"/>
                      <a:pt x="0" y="17"/>
                      <a:pt x="5" y="42"/>
                    </a:cubicBezTo>
                    <a:cubicBezTo>
                      <a:pt x="5" y="33"/>
                      <a:pt x="12" y="8"/>
                      <a:pt x="30" y="8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11" name="Freeform 1226">
                <a:extLst>
                  <a:ext uri="{FF2B5EF4-FFF2-40B4-BE49-F238E27FC236}">
                    <a16:creationId xmlns:a16="http://schemas.microsoft.com/office/drawing/2014/main" id="{5CEE3CC0-0203-48C9-A1B2-7AF201195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898"/>
                <a:ext cx="15" cy="16"/>
              </a:xfrm>
              <a:custGeom>
                <a:avLst/>
                <a:gdLst>
                  <a:gd name="T0" fmla="*/ 42 w 9"/>
                  <a:gd name="T1" fmla="*/ 0 h 9"/>
                  <a:gd name="T2" fmla="*/ 13 w 9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5" y="0"/>
                      <a:pt x="0" y="7"/>
                      <a:pt x="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12" name="Freeform 1227">
                <a:extLst>
                  <a:ext uri="{FF2B5EF4-FFF2-40B4-BE49-F238E27FC236}">
                    <a16:creationId xmlns:a16="http://schemas.microsoft.com/office/drawing/2014/main" id="{7406315D-6892-42FE-911D-04FC10E70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66"/>
                <a:ext cx="59" cy="66"/>
              </a:xfrm>
              <a:custGeom>
                <a:avLst/>
                <a:gdLst>
                  <a:gd name="T0" fmla="*/ 78 w 35"/>
                  <a:gd name="T1" fmla="*/ 29 h 37"/>
                  <a:gd name="T2" fmla="*/ 5 w 35"/>
                  <a:gd name="T3" fmla="*/ 64 h 37"/>
                  <a:gd name="T4" fmla="*/ 86 w 35"/>
                  <a:gd name="T5" fmla="*/ 194 h 37"/>
                  <a:gd name="T6" fmla="*/ 153 w 35"/>
                  <a:gd name="T7" fmla="*/ 114 h 37"/>
                  <a:gd name="T8" fmla="*/ 78 w 35"/>
                  <a:gd name="T9" fmla="*/ 2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16" y="5"/>
                    </a:moveTo>
                    <a:cubicBezTo>
                      <a:pt x="9" y="0"/>
                      <a:pt x="2" y="0"/>
                      <a:pt x="1" y="11"/>
                    </a:cubicBezTo>
                    <a:cubicBezTo>
                      <a:pt x="0" y="21"/>
                      <a:pt x="6" y="31"/>
                      <a:pt x="18" y="34"/>
                    </a:cubicBezTo>
                    <a:cubicBezTo>
                      <a:pt x="30" y="37"/>
                      <a:pt x="35" y="26"/>
                      <a:pt x="32" y="20"/>
                    </a:cubicBezTo>
                    <a:cubicBezTo>
                      <a:pt x="28" y="14"/>
                      <a:pt x="22" y="7"/>
                      <a:pt x="16" y="5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13" name="Freeform 1228">
                <a:extLst>
                  <a:ext uri="{FF2B5EF4-FFF2-40B4-BE49-F238E27FC236}">
                    <a16:creationId xmlns:a16="http://schemas.microsoft.com/office/drawing/2014/main" id="{31C3949F-940B-4999-84BE-083FD6D9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768"/>
                <a:ext cx="43" cy="59"/>
              </a:xfrm>
              <a:custGeom>
                <a:avLst/>
                <a:gdLst>
                  <a:gd name="T0" fmla="*/ 8 w 26"/>
                  <a:gd name="T1" fmla="*/ 52 h 33"/>
                  <a:gd name="T2" fmla="*/ 117 w 26"/>
                  <a:gd name="T3" fmla="*/ 52 h 33"/>
                  <a:gd name="T4" fmla="*/ 50 w 26"/>
                  <a:gd name="T5" fmla="*/ 154 h 33"/>
                  <a:gd name="T6" fmla="*/ 41 w 26"/>
                  <a:gd name="T7" fmla="*/ 147 h 33"/>
                  <a:gd name="T8" fmla="*/ 8 w 26"/>
                  <a:gd name="T9" fmla="*/ 5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2" y="9"/>
                    </a:moveTo>
                    <a:cubicBezTo>
                      <a:pt x="9" y="0"/>
                      <a:pt x="18" y="0"/>
                      <a:pt x="26" y="9"/>
                    </a:cubicBezTo>
                    <a:cubicBezTo>
                      <a:pt x="6" y="0"/>
                      <a:pt x="5" y="20"/>
                      <a:pt x="11" y="27"/>
                    </a:cubicBezTo>
                    <a:cubicBezTo>
                      <a:pt x="17" y="33"/>
                      <a:pt x="9" y="26"/>
                      <a:pt x="9" y="26"/>
                    </a:cubicBezTo>
                    <a:cubicBezTo>
                      <a:pt x="9" y="26"/>
                      <a:pt x="0" y="15"/>
                      <a:pt x="2" y="9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14" name="Freeform 1229">
                <a:extLst>
                  <a:ext uri="{FF2B5EF4-FFF2-40B4-BE49-F238E27FC236}">
                    <a16:creationId xmlns:a16="http://schemas.microsoft.com/office/drawing/2014/main" id="{BE9447E7-5355-45E4-8B5B-9EDAC7CE0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770"/>
                <a:ext cx="58" cy="60"/>
              </a:xfrm>
              <a:custGeom>
                <a:avLst/>
                <a:gdLst>
                  <a:gd name="T0" fmla="*/ 154 w 35"/>
                  <a:gd name="T1" fmla="*/ 99 h 34"/>
                  <a:gd name="T2" fmla="*/ 133 w 35"/>
                  <a:gd name="T3" fmla="*/ 171 h 34"/>
                  <a:gd name="T4" fmla="*/ 36 w 35"/>
                  <a:gd name="T5" fmla="*/ 138 h 34"/>
                  <a:gd name="T6" fmla="*/ 5 w 35"/>
                  <a:gd name="T7" fmla="*/ 44 h 34"/>
                  <a:gd name="T8" fmla="*/ 41 w 35"/>
                  <a:gd name="T9" fmla="*/ 0 h 34"/>
                  <a:gd name="T10" fmla="*/ 41 w 35"/>
                  <a:gd name="T11" fmla="*/ 0 h 34"/>
                  <a:gd name="T12" fmla="*/ 5 w 35"/>
                  <a:gd name="T13" fmla="*/ 44 h 34"/>
                  <a:gd name="T14" fmla="*/ 33 w 35"/>
                  <a:gd name="T15" fmla="*/ 138 h 34"/>
                  <a:gd name="T16" fmla="*/ 138 w 35"/>
                  <a:gd name="T17" fmla="*/ 171 h 34"/>
                  <a:gd name="T18" fmla="*/ 154 w 35"/>
                  <a:gd name="T19" fmla="*/ 99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4">
                    <a:moveTo>
                      <a:pt x="34" y="18"/>
                    </a:moveTo>
                    <a:cubicBezTo>
                      <a:pt x="35" y="24"/>
                      <a:pt x="33" y="28"/>
                      <a:pt x="29" y="31"/>
                    </a:cubicBezTo>
                    <a:cubicBezTo>
                      <a:pt x="24" y="33"/>
                      <a:pt x="16" y="33"/>
                      <a:pt x="8" y="25"/>
                    </a:cubicBezTo>
                    <a:cubicBezTo>
                      <a:pt x="1" y="17"/>
                      <a:pt x="0" y="11"/>
                      <a:pt x="1" y="8"/>
                    </a:cubicBezTo>
                    <a:cubicBezTo>
                      <a:pt x="3" y="4"/>
                      <a:pt x="6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1"/>
                      <a:pt x="2" y="3"/>
                      <a:pt x="1" y="8"/>
                    </a:cubicBezTo>
                    <a:cubicBezTo>
                      <a:pt x="0" y="11"/>
                      <a:pt x="0" y="17"/>
                      <a:pt x="7" y="25"/>
                    </a:cubicBezTo>
                    <a:cubicBezTo>
                      <a:pt x="15" y="33"/>
                      <a:pt x="25" y="34"/>
                      <a:pt x="30" y="31"/>
                    </a:cubicBezTo>
                    <a:cubicBezTo>
                      <a:pt x="34" y="29"/>
                      <a:pt x="35" y="24"/>
                      <a:pt x="34" y="18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15" name="Freeform 1230">
                <a:extLst>
                  <a:ext uri="{FF2B5EF4-FFF2-40B4-BE49-F238E27FC236}">
                    <a16:creationId xmlns:a16="http://schemas.microsoft.com/office/drawing/2014/main" id="{2253DA46-D90C-4842-9331-79D5C5B45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775"/>
                <a:ext cx="40" cy="68"/>
              </a:xfrm>
              <a:custGeom>
                <a:avLst/>
                <a:gdLst>
                  <a:gd name="T0" fmla="*/ 22 w 24"/>
                  <a:gd name="T1" fmla="*/ 0 h 38"/>
                  <a:gd name="T2" fmla="*/ 112 w 24"/>
                  <a:gd name="T3" fmla="*/ 218 h 38"/>
                  <a:gd name="T4" fmla="*/ 22 w 2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5" y="0"/>
                    </a:moveTo>
                    <a:cubicBezTo>
                      <a:pt x="1" y="7"/>
                      <a:pt x="0" y="26"/>
                      <a:pt x="24" y="38"/>
                    </a:cubicBezTo>
                    <a:cubicBezTo>
                      <a:pt x="16" y="33"/>
                      <a:pt x="3" y="16"/>
                      <a:pt x="5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16" name="Freeform 1231">
                <a:extLst>
                  <a:ext uri="{FF2B5EF4-FFF2-40B4-BE49-F238E27FC236}">
                    <a16:creationId xmlns:a16="http://schemas.microsoft.com/office/drawing/2014/main" id="{5F8468B5-A322-4A2B-85AF-13464FA1D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829"/>
                <a:ext cx="48" cy="57"/>
              </a:xfrm>
              <a:custGeom>
                <a:avLst/>
                <a:gdLst>
                  <a:gd name="T0" fmla="*/ 109 w 29"/>
                  <a:gd name="T1" fmla="*/ 182 h 32"/>
                  <a:gd name="T2" fmla="*/ 131 w 29"/>
                  <a:gd name="T3" fmla="*/ 175 h 32"/>
                  <a:gd name="T4" fmla="*/ 131 w 29"/>
                  <a:gd name="T5" fmla="*/ 64 h 32"/>
                  <a:gd name="T6" fmla="*/ 68 w 29"/>
                  <a:gd name="T7" fmla="*/ 21 h 32"/>
                  <a:gd name="T8" fmla="*/ 8 w 29"/>
                  <a:gd name="T9" fmla="*/ 66 h 32"/>
                  <a:gd name="T10" fmla="*/ 109 w 29"/>
                  <a:gd name="T11" fmla="*/ 18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2">
                    <a:moveTo>
                      <a:pt x="24" y="32"/>
                    </a:moveTo>
                    <a:cubicBezTo>
                      <a:pt x="26" y="32"/>
                      <a:pt x="28" y="31"/>
                      <a:pt x="29" y="3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5" y="8"/>
                      <a:pt x="20" y="4"/>
                      <a:pt x="15" y="4"/>
                    </a:cubicBezTo>
                    <a:cubicBezTo>
                      <a:pt x="8" y="0"/>
                      <a:pt x="0" y="2"/>
                      <a:pt x="2" y="12"/>
                    </a:cubicBezTo>
                    <a:cubicBezTo>
                      <a:pt x="3" y="23"/>
                      <a:pt x="11" y="32"/>
                      <a:pt x="24" y="32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17" name="Freeform 1232">
                <a:extLst>
                  <a:ext uri="{FF2B5EF4-FFF2-40B4-BE49-F238E27FC236}">
                    <a16:creationId xmlns:a16="http://schemas.microsoft.com/office/drawing/2014/main" id="{5C94AD1A-75C9-4DD8-B690-B85B654C4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829"/>
                <a:ext cx="42" cy="58"/>
              </a:xfrm>
              <a:custGeom>
                <a:avLst/>
                <a:gdLst>
                  <a:gd name="T0" fmla="*/ 5 w 25"/>
                  <a:gd name="T1" fmla="*/ 65 h 33"/>
                  <a:gd name="T2" fmla="*/ 119 w 25"/>
                  <a:gd name="T3" fmla="*/ 37 h 33"/>
                  <a:gd name="T4" fmla="*/ 62 w 25"/>
                  <a:gd name="T5" fmla="*/ 151 h 33"/>
                  <a:gd name="T6" fmla="*/ 57 w 25"/>
                  <a:gd name="T7" fmla="*/ 146 h 33"/>
                  <a:gd name="T8" fmla="*/ 5 w 25"/>
                  <a:gd name="T9" fmla="*/ 6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3">
                    <a:moveTo>
                      <a:pt x="1" y="12"/>
                    </a:moveTo>
                    <a:cubicBezTo>
                      <a:pt x="6" y="2"/>
                      <a:pt x="15" y="0"/>
                      <a:pt x="25" y="7"/>
                    </a:cubicBezTo>
                    <a:cubicBezTo>
                      <a:pt x="3" y="3"/>
                      <a:pt x="6" y="23"/>
                      <a:pt x="13" y="28"/>
                    </a:cubicBezTo>
                    <a:cubicBezTo>
                      <a:pt x="21" y="33"/>
                      <a:pt x="12" y="27"/>
                      <a:pt x="12" y="27"/>
                    </a:cubicBezTo>
                    <a:cubicBezTo>
                      <a:pt x="12" y="27"/>
                      <a:pt x="0" y="18"/>
                      <a:pt x="1" y="12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18" name="Freeform 1233">
                <a:extLst>
                  <a:ext uri="{FF2B5EF4-FFF2-40B4-BE49-F238E27FC236}">
                    <a16:creationId xmlns:a16="http://schemas.microsoft.com/office/drawing/2014/main" id="{FA7BF569-A20C-46EF-8832-BE07EEA60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834"/>
                <a:ext cx="50" cy="53"/>
              </a:xfrm>
              <a:custGeom>
                <a:avLst/>
                <a:gdLst>
                  <a:gd name="T0" fmla="*/ 138 w 30"/>
                  <a:gd name="T1" fmla="*/ 154 h 30"/>
                  <a:gd name="T2" fmla="*/ 138 w 30"/>
                  <a:gd name="T3" fmla="*/ 150 h 30"/>
                  <a:gd name="T4" fmla="*/ 50 w 30"/>
                  <a:gd name="T5" fmla="*/ 131 h 30"/>
                  <a:gd name="T6" fmla="*/ 5 w 30"/>
                  <a:gd name="T7" fmla="*/ 49 h 30"/>
                  <a:gd name="T8" fmla="*/ 33 w 30"/>
                  <a:gd name="T9" fmla="*/ 0 h 30"/>
                  <a:gd name="T10" fmla="*/ 5 w 30"/>
                  <a:gd name="T11" fmla="*/ 49 h 30"/>
                  <a:gd name="T12" fmla="*/ 50 w 30"/>
                  <a:gd name="T13" fmla="*/ 131 h 30"/>
                  <a:gd name="T14" fmla="*/ 138 w 30"/>
                  <a:gd name="T15" fmla="*/ 154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0">
                    <a:moveTo>
                      <a:pt x="30" y="28"/>
                    </a:moveTo>
                    <a:cubicBezTo>
                      <a:pt x="30" y="27"/>
                      <a:pt x="30" y="27"/>
                      <a:pt x="30" y="27"/>
                    </a:cubicBezTo>
                    <a:cubicBezTo>
                      <a:pt x="26" y="30"/>
                      <a:pt x="18" y="29"/>
                      <a:pt x="11" y="24"/>
                    </a:cubicBezTo>
                    <a:cubicBezTo>
                      <a:pt x="2" y="18"/>
                      <a:pt x="1" y="13"/>
                      <a:pt x="1" y="9"/>
                    </a:cubicBezTo>
                    <a:cubicBezTo>
                      <a:pt x="2" y="5"/>
                      <a:pt x="5" y="1"/>
                      <a:pt x="7" y="0"/>
                    </a:cubicBezTo>
                    <a:cubicBezTo>
                      <a:pt x="4" y="1"/>
                      <a:pt x="1" y="4"/>
                      <a:pt x="1" y="9"/>
                    </a:cubicBezTo>
                    <a:cubicBezTo>
                      <a:pt x="0" y="13"/>
                      <a:pt x="2" y="19"/>
                      <a:pt x="11" y="24"/>
                    </a:cubicBezTo>
                    <a:cubicBezTo>
                      <a:pt x="18" y="30"/>
                      <a:pt x="25" y="30"/>
                      <a:pt x="30" y="28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19" name="Freeform 1234">
                <a:extLst>
                  <a:ext uri="{FF2B5EF4-FFF2-40B4-BE49-F238E27FC236}">
                    <a16:creationId xmlns:a16="http://schemas.microsoft.com/office/drawing/2014/main" id="{74918BB9-C846-4917-BB08-FDD49C585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845"/>
                <a:ext cx="47" cy="60"/>
              </a:xfrm>
              <a:custGeom>
                <a:avLst/>
                <a:gdLst>
                  <a:gd name="T0" fmla="*/ 8 w 28"/>
                  <a:gd name="T1" fmla="*/ 0 h 34"/>
                  <a:gd name="T2" fmla="*/ 133 w 28"/>
                  <a:gd name="T3" fmla="*/ 187 h 34"/>
                  <a:gd name="T4" fmla="*/ 8 w 2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4">
                    <a:moveTo>
                      <a:pt x="2" y="0"/>
                    </a:moveTo>
                    <a:cubicBezTo>
                      <a:pt x="0" y="8"/>
                      <a:pt x="2" y="27"/>
                      <a:pt x="28" y="34"/>
                    </a:cubicBezTo>
                    <a:cubicBezTo>
                      <a:pt x="19" y="30"/>
                      <a:pt x="3" y="16"/>
                      <a:pt x="2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20" name="Freeform 1235">
                <a:extLst>
                  <a:ext uri="{FF2B5EF4-FFF2-40B4-BE49-F238E27FC236}">
                    <a16:creationId xmlns:a16="http://schemas.microsoft.com/office/drawing/2014/main" id="{AB68B08E-9F52-4BFD-8348-6675F464B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909"/>
                <a:ext cx="60" cy="74"/>
              </a:xfrm>
              <a:custGeom>
                <a:avLst/>
                <a:gdLst>
                  <a:gd name="T0" fmla="*/ 83 w 36"/>
                  <a:gd name="T1" fmla="*/ 37 h 42"/>
                  <a:gd name="T2" fmla="*/ 8 w 36"/>
                  <a:gd name="T3" fmla="*/ 58 h 42"/>
                  <a:gd name="T4" fmla="*/ 78 w 36"/>
                  <a:gd name="T5" fmla="*/ 208 h 42"/>
                  <a:gd name="T6" fmla="*/ 147 w 36"/>
                  <a:gd name="T7" fmla="*/ 137 h 42"/>
                  <a:gd name="T8" fmla="*/ 83 w 36"/>
                  <a:gd name="T9" fmla="*/ 3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2">
                    <a:moveTo>
                      <a:pt x="18" y="7"/>
                    </a:moveTo>
                    <a:cubicBezTo>
                      <a:pt x="11" y="1"/>
                      <a:pt x="4" y="0"/>
                      <a:pt x="2" y="11"/>
                    </a:cubicBezTo>
                    <a:cubicBezTo>
                      <a:pt x="0" y="22"/>
                      <a:pt x="5" y="34"/>
                      <a:pt x="17" y="38"/>
                    </a:cubicBezTo>
                    <a:cubicBezTo>
                      <a:pt x="29" y="42"/>
                      <a:pt x="36" y="31"/>
                      <a:pt x="32" y="25"/>
                    </a:cubicBezTo>
                    <a:cubicBezTo>
                      <a:pt x="29" y="18"/>
                      <a:pt x="24" y="10"/>
                      <a:pt x="18" y="7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21" name="Freeform 1236">
                <a:extLst>
                  <a:ext uri="{FF2B5EF4-FFF2-40B4-BE49-F238E27FC236}">
                    <a16:creationId xmlns:a16="http://schemas.microsoft.com/office/drawing/2014/main" id="{84BE4987-E738-4343-AC8D-AE3ACA8F5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912"/>
                <a:ext cx="46" cy="64"/>
              </a:xfrm>
              <a:custGeom>
                <a:avLst/>
                <a:gdLst>
                  <a:gd name="T0" fmla="*/ 13 w 28"/>
                  <a:gd name="T1" fmla="*/ 44 h 36"/>
                  <a:gd name="T2" fmla="*/ 125 w 28"/>
                  <a:gd name="T3" fmla="*/ 64 h 36"/>
                  <a:gd name="T4" fmla="*/ 43 w 28"/>
                  <a:gd name="T5" fmla="*/ 158 h 36"/>
                  <a:gd name="T6" fmla="*/ 35 w 28"/>
                  <a:gd name="T7" fmla="*/ 151 h 36"/>
                  <a:gd name="T8" fmla="*/ 13 w 28"/>
                  <a:gd name="T9" fmla="*/ 4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6">
                    <a:moveTo>
                      <a:pt x="3" y="8"/>
                    </a:moveTo>
                    <a:cubicBezTo>
                      <a:pt x="11" y="0"/>
                      <a:pt x="20" y="1"/>
                      <a:pt x="28" y="11"/>
                    </a:cubicBezTo>
                    <a:cubicBezTo>
                      <a:pt x="7" y="0"/>
                      <a:pt x="4" y="21"/>
                      <a:pt x="10" y="28"/>
                    </a:cubicBezTo>
                    <a:cubicBezTo>
                      <a:pt x="15" y="36"/>
                      <a:pt x="8" y="27"/>
                      <a:pt x="8" y="27"/>
                    </a:cubicBezTo>
                    <a:cubicBezTo>
                      <a:pt x="8" y="27"/>
                      <a:pt x="0" y="14"/>
                      <a:pt x="3" y="8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22" name="Freeform 1237">
                <a:extLst>
                  <a:ext uri="{FF2B5EF4-FFF2-40B4-BE49-F238E27FC236}">
                    <a16:creationId xmlns:a16="http://schemas.microsoft.com/office/drawing/2014/main" id="{E4565E8E-54F0-4376-BD3B-32F6659AD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914"/>
                <a:ext cx="60" cy="68"/>
              </a:xfrm>
              <a:custGeom>
                <a:avLst/>
                <a:gdLst>
                  <a:gd name="T0" fmla="*/ 162 w 36"/>
                  <a:gd name="T1" fmla="*/ 125 h 38"/>
                  <a:gd name="T2" fmla="*/ 133 w 36"/>
                  <a:gd name="T3" fmla="*/ 202 h 38"/>
                  <a:gd name="T4" fmla="*/ 37 w 36"/>
                  <a:gd name="T5" fmla="*/ 150 h 38"/>
                  <a:gd name="T6" fmla="*/ 13 w 36"/>
                  <a:gd name="T7" fmla="*/ 41 h 38"/>
                  <a:gd name="T8" fmla="*/ 55 w 36"/>
                  <a:gd name="T9" fmla="*/ 0 h 38"/>
                  <a:gd name="T10" fmla="*/ 55 w 36"/>
                  <a:gd name="T11" fmla="*/ 0 h 38"/>
                  <a:gd name="T12" fmla="*/ 13 w 36"/>
                  <a:gd name="T13" fmla="*/ 41 h 38"/>
                  <a:gd name="T14" fmla="*/ 33 w 36"/>
                  <a:gd name="T15" fmla="*/ 150 h 38"/>
                  <a:gd name="T16" fmla="*/ 138 w 36"/>
                  <a:gd name="T17" fmla="*/ 202 h 38"/>
                  <a:gd name="T18" fmla="*/ 162 w 36"/>
                  <a:gd name="T19" fmla="*/ 125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8">
                    <a:moveTo>
                      <a:pt x="35" y="22"/>
                    </a:moveTo>
                    <a:cubicBezTo>
                      <a:pt x="36" y="28"/>
                      <a:pt x="34" y="33"/>
                      <a:pt x="29" y="35"/>
                    </a:cubicBezTo>
                    <a:cubicBezTo>
                      <a:pt x="24" y="37"/>
                      <a:pt x="15" y="35"/>
                      <a:pt x="8" y="26"/>
                    </a:cubicBezTo>
                    <a:cubicBezTo>
                      <a:pt x="1" y="17"/>
                      <a:pt x="1" y="11"/>
                      <a:pt x="3" y="7"/>
                    </a:cubicBezTo>
                    <a:cubicBezTo>
                      <a:pt x="5" y="3"/>
                      <a:pt x="9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1"/>
                      <a:pt x="4" y="3"/>
                      <a:pt x="3" y="7"/>
                    </a:cubicBezTo>
                    <a:cubicBezTo>
                      <a:pt x="1" y="11"/>
                      <a:pt x="0" y="17"/>
                      <a:pt x="7" y="26"/>
                    </a:cubicBezTo>
                    <a:cubicBezTo>
                      <a:pt x="15" y="36"/>
                      <a:pt x="24" y="38"/>
                      <a:pt x="30" y="35"/>
                    </a:cubicBezTo>
                    <a:cubicBezTo>
                      <a:pt x="34" y="33"/>
                      <a:pt x="36" y="28"/>
                      <a:pt x="35" y="22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23" name="Freeform 1238">
                <a:extLst>
                  <a:ext uri="{FF2B5EF4-FFF2-40B4-BE49-F238E27FC236}">
                    <a16:creationId xmlns:a16="http://schemas.microsoft.com/office/drawing/2014/main" id="{E80FA6BE-6EAE-465E-9A81-BAFDFE2B5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916"/>
                <a:ext cx="40" cy="74"/>
              </a:xfrm>
              <a:custGeom>
                <a:avLst/>
                <a:gdLst>
                  <a:gd name="T0" fmla="*/ 37 w 24"/>
                  <a:gd name="T1" fmla="*/ 0 h 42"/>
                  <a:gd name="T2" fmla="*/ 112 w 24"/>
                  <a:gd name="T3" fmla="*/ 229 h 42"/>
                  <a:gd name="T4" fmla="*/ 37 w 2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2">
                    <a:moveTo>
                      <a:pt x="8" y="0"/>
                    </a:moveTo>
                    <a:cubicBezTo>
                      <a:pt x="4" y="7"/>
                      <a:pt x="0" y="27"/>
                      <a:pt x="24" y="42"/>
                    </a:cubicBezTo>
                    <a:cubicBezTo>
                      <a:pt x="16" y="36"/>
                      <a:pt x="5" y="17"/>
                      <a:pt x="8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24" name="Freeform 1239">
                <a:extLst>
                  <a:ext uri="{FF2B5EF4-FFF2-40B4-BE49-F238E27FC236}">
                    <a16:creationId xmlns:a16="http://schemas.microsoft.com/office/drawing/2014/main" id="{4387FBF4-83F4-4455-83BA-C9EF36E19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012"/>
                <a:ext cx="48" cy="87"/>
              </a:xfrm>
              <a:custGeom>
                <a:avLst/>
                <a:gdLst>
                  <a:gd name="T0" fmla="*/ 113 w 29"/>
                  <a:gd name="T1" fmla="*/ 73 h 49"/>
                  <a:gd name="T2" fmla="*/ 41 w 29"/>
                  <a:gd name="T3" fmla="*/ 50 h 49"/>
                  <a:gd name="T4" fmla="*/ 41 w 29"/>
                  <a:gd name="T5" fmla="*/ 224 h 49"/>
                  <a:gd name="T6" fmla="*/ 131 w 29"/>
                  <a:gd name="T7" fmla="*/ 202 h 49"/>
                  <a:gd name="T8" fmla="*/ 113 w 29"/>
                  <a:gd name="T9" fmla="*/ 7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9">
                    <a:moveTo>
                      <a:pt x="25" y="13"/>
                    </a:moveTo>
                    <a:cubicBezTo>
                      <a:pt x="22" y="5"/>
                      <a:pt x="16" y="0"/>
                      <a:pt x="9" y="9"/>
                    </a:cubicBezTo>
                    <a:cubicBezTo>
                      <a:pt x="1" y="17"/>
                      <a:pt x="0" y="30"/>
                      <a:pt x="9" y="40"/>
                    </a:cubicBezTo>
                    <a:cubicBezTo>
                      <a:pt x="17" y="49"/>
                      <a:pt x="28" y="44"/>
                      <a:pt x="29" y="36"/>
                    </a:cubicBezTo>
                    <a:cubicBezTo>
                      <a:pt x="29" y="29"/>
                      <a:pt x="29" y="20"/>
                      <a:pt x="25" y="13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25" name="Freeform 1240">
                <a:extLst>
                  <a:ext uri="{FF2B5EF4-FFF2-40B4-BE49-F238E27FC236}">
                    <a16:creationId xmlns:a16="http://schemas.microsoft.com/office/drawing/2014/main" id="{0F257453-060D-4978-AF2B-67517197C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015"/>
                <a:ext cx="44" cy="63"/>
              </a:xfrm>
              <a:custGeom>
                <a:avLst/>
                <a:gdLst>
                  <a:gd name="T0" fmla="*/ 29 w 26"/>
                  <a:gd name="T1" fmla="*/ 29 h 35"/>
                  <a:gd name="T2" fmla="*/ 125 w 26"/>
                  <a:gd name="T3" fmla="*/ 122 h 35"/>
                  <a:gd name="T4" fmla="*/ 8 w 26"/>
                  <a:gd name="T5" fmla="*/ 153 h 35"/>
                  <a:gd name="T6" fmla="*/ 5 w 26"/>
                  <a:gd name="T7" fmla="*/ 139 h 35"/>
                  <a:gd name="T8" fmla="*/ 29 w 26"/>
                  <a:gd name="T9" fmla="*/ 2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5">
                    <a:moveTo>
                      <a:pt x="6" y="5"/>
                    </a:moveTo>
                    <a:cubicBezTo>
                      <a:pt x="17" y="2"/>
                      <a:pt x="24" y="8"/>
                      <a:pt x="26" y="21"/>
                    </a:cubicBezTo>
                    <a:cubicBezTo>
                      <a:pt x="14" y="0"/>
                      <a:pt x="1" y="17"/>
                      <a:pt x="2" y="26"/>
                    </a:cubicBezTo>
                    <a:cubicBezTo>
                      <a:pt x="3" y="35"/>
                      <a:pt x="1" y="24"/>
                      <a:pt x="1" y="24"/>
                    </a:cubicBezTo>
                    <a:cubicBezTo>
                      <a:pt x="1" y="24"/>
                      <a:pt x="0" y="9"/>
                      <a:pt x="6" y="5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26" name="Freeform 1241">
                <a:extLst>
                  <a:ext uri="{FF2B5EF4-FFF2-40B4-BE49-F238E27FC236}">
                    <a16:creationId xmlns:a16="http://schemas.microsoft.com/office/drawing/2014/main" id="{2B399C7A-3593-4B9C-8D01-8F1D6B308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3019"/>
                <a:ext cx="46" cy="73"/>
              </a:xfrm>
              <a:custGeom>
                <a:avLst/>
                <a:gdLst>
                  <a:gd name="T0" fmla="*/ 125 w 28"/>
                  <a:gd name="T1" fmla="*/ 180 h 41"/>
                  <a:gd name="T2" fmla="*/ 71 w 28"/>
                  <a:gd name="T3" fmla="*/ 224 h 41"/>
                  <a:gd name="T4" fmla="*/ 8 w 28"/>
                  <a:gd name="T5" fmla="*/ 118 h 41"/>
                  <a:gd name="T6" fmla="*/ 33 w 28"/>
                  <a:gd name="T7" fmla="*/ 16 h 41"/>
                  <a:gd name="T8" fmla="*/ 81 w 28"/>
                  <a:gd name="T9" fmla="*/ 12 h 41"/>
                  <a:gd name="T10" fmla="*/ 81 w 28"/>
                  <a:gd name="T11" fmla="*/ 12 h 41"/>
                  <a:gd name="T12" fmla="*/ 33 w 28"/>
                  <a:gd name="T13" fmla="*/ 16 h 41"/>
                  <a:gd name="T14" fmla="*/ 5 w 28"/>
                  <a:gd name="T15" fmla="*/ 118 h 41"/>
                  <a:gd name="T16" fmla="*/ 71 w 28"/>
                  <a:gd name="T17" fmla="*/ 231 h 41"/>
                  <a:gd name="T18" fmla="*/ 125 w 28"/>
                  <a:gd name="T19" fmla="*/ 18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41">
                    <a:moveTo>
                      <a:pt x="28" y="32"/>
                    </a:moveTo>
                    <a:cubicBezTo>
                      <a:pt x="25" y="38"/>
                      <a:pt x="21" y="41"/>
                      <a:pt x="16" y="40"/>
                    </a:cubicBezTo>
                    <a:cubicBezTo>
                      <a:pt x="10" y="39"/>
                      <a:pt x="3" y="33"/>
                      <a:pt x="2" y="21"/>
                    </a:cubicBezTo>
                    <a:cubicBezTo>
                      <a:pt x="0" y="11"/>
                      <a:pt x="4" y="6"/>
                      <a:pt x="7" y="3"/>
                    </a:cubicBezTo>
                    <a:cubicBezTo>
                      <a:pt x="11" y="1"/>
                      <a:pt x="15" y="0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5" y="0"/>
                      <a:pt x="11" y="0"/>
                      <a:pt x="7" y="3"/>
                    </a:cubicBezTo>
                    <a:cubicBezTo>
                      <a:pt x="3" y="5"/>
                      <a:pt x="0" y="10"/>
                      <a:pt x="1" y="21"/>
                    </a:cubicBezTo>
                    <a:cubicBezTo>
                      <a:pt x="3" y="34"/>
                      <a:pt x="10" y="40"/>
                      <a:pt x="16" y="41"/>
                    </a:cubicBezTo>
                    <a:cubicBezTo>
                      <a:pt x="21" y="41"/>
                      <a:pt x="25" y="38"/>
                      <a:pt x="28" y="32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27" name="Freeform 1242">
                <a:extLst>
                  <a:ext uri="{FF2B5EF4-FFF2-40B4-BE49-F238E27FC236}">
                    <a16:creationId xmlns:a16="http://schemas.microsoft.com/office/drawing/2014/main" id="{284A1160-C9B6-411D-B7BF-D09A8F89A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3005"/>
                <a:ext cx="35" cy="78"/>
              </a:xfrm>
              <a:custGeom>
                <a:avLst/>
                <a:gdLst>
                  <a:gd name="T0" fmla="*/ 97 w 21"/>
                  <a:gd name="T1" fmla="*/ 0 h 44"/>
                  <a:gd name="T2" fmla="*/ 62 w 21"/>
                  <a:gd name="T3" fmla="*/ 245 h 44"/>
                  <a:gd name="T4" fmla="*/ 97 w 21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14" y="4"/>
                      <a:pt x="0" y="19"/>
                      <a:pt x="13" y="44"/>
                    </a:cubicBezTo>
                    <a:cubicBezTo>
                      <a:pt x="9" y="35"/>
                      <a:pt x="10" y="13"/>
                      <a:pt x="21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28" name="Freeform 1243">
                <a:extLst>
                  <a:ext uri="{FF2B5EF4-FFF2-40B4-BE49-F238E27FC236}">
                    <a16:creationId xmlns:a16="http://schemas.microsoft.com/office/drawing/2014/main" id="{C5FA6520-D3C9-4090-95BB-E4A559B4A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015"/>
                <a:ext cx="55" cy="63"/>
              </a:xfrm>
              <a:custGeom>
                <a:avLst/>
                <a:gdLst>
                  <a:gd name="T0" fmla="*/ 88 w 33"/>
                  <a:gd name="T1" fmla="*/ 203 h 35"/>
                  <a:gd name="T2" fmla="*/ 153 w 33"/>
                  <a:gd name="T3" fmla="*/ 58 h 35"/>
                  <a:gd name="T4" fmla="*/ 153 w 33"/>
                  <a:gd name="T5" fmla="*/ 0 h 35"/>
                  <a:gd name="T6" fmla="*/ 88 w 33"/>
                  <a:gd name="T7" fmla="*/ 20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5">
                    <a:moveTo>
                      <a:pt x="19" y="35"/>
                    </a:moveTo>
                    <a:cubicBezTo>
                      <a:pt x="14" y="27"/>
                      <a:pt x="22" y="13"/>
                      <a:pt x="33" y="1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0" y="18"/>
                      <a:pt x="19" y="35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29" name="Freeform 1244">
                <a:extLst>
                  <a:ext uri="{FF2B5EF4-FFF2-40B4-BE49-F238E27FC236}">
                    <a16:creationId xmlns:a16="http://schemas.microsoft.com/office/drawing/2014/main" id="{F4BA67F7-AE83-40BD-9F62-806CFB54C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035"/>
                <a:ext cx="22" cy="57"/>
              </a:xfrm>
              <a:custGeom>
                <a:avLst/>
                <a:gdLst>
                  <a:gd name="T0" fmla="*/ 29 w 13"/>
                  <a:gd name="T1" fmla="*/ 0 h 32"/>
                  <a:gd name="T2" fmla="*/ 63 w 13"/>
                  <a:gd name="T3" fmla="*/ 182 h 32"/>
                  <a:gd name="T4" fmla="*/ 29 w 13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2">
                    <a:moveTo>
                      <a:pt x="6" y="0"/>
                    </a:moveTo>
                    <a:cubicBezTo>
                      <a:pt x="0" y="12"/>
                      <a:pt x="2" y="28"/>
                      <a:pt x="13" y="32"/>
                    </a:cubicBezTo>
                    <a:cubicBezTo>
                      <a:pt x="6" y="25"/>
                      <a:pt x="4" y="1"/>
                      <a:pt x="6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30" name="Freeform 1245">
                <a:extLst>
                  <a:ext uri="{FF2B5EF4-FFF2-40B4-BE49-F238E27FC236}">
                    <a16:creationId xmlns:a16="http://schemas.microsoft.com/office/drawing/2014/main" id="{7F58276F-3075-4739-86BB-7F4E69AF6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3017"/>
                <a:ext cx="38" cy="64"/>
              </a:xfrm>
              <a:custGeom>
                <a:avLst/>
                <a:gdLst>
                  <a:gd name="T0" fmla="*/ 104 w 23"/>
                  <a:gd name="T1" fmla="*/ 7 h 36"/>
                  <a:gd name="T2" fmla="*/ 104 w 23"/>
                  <a:gd name="T3" fmla="*/ 0 h 36"/>
                  <a:gd name="T4" fmla="*/ 35 w 23"/>
                  <a:gd name="T5" fmla="*/ 44 h 36"/>
                  <a:gd name="T6" fmla="*/ 20 w 23"/>
                  <a:gd name="T7" fmla="*/ 174 h 36"/>
                  <a:gd name="T8" fmla="*/ 76 w 23"/>
                  <a:gd name="T9" fmla="*/ 190 h 36"/>
                  <a:gd name="T10" fmla="*/ 20 w 23"/>
                  <a:gd name="T11" fmla="*/ 167 h 36"/>
                  <a:gd name="T12" fmla="*/ 35 w 23"/>
                  <a:gd name="T13" fmla="*/ 44 h 36"/>
                  <a:gd name="T14" fmla="*/ 104 w 23"/>
                  <a:gd name="T15" fmla="*/ 7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6">
                    <a:moveTo>
                      <a:pt x="23" y="1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0" y="0"/>
                      <a:pt x="14" y="1"/>
                      <a:pt x="8" y="8"/>
                    </a:cubicBezTo>
                    <a:cubicBezTo>
                      <a:pt x="0" y="17"/>
                      <a:pt x="0" y="26"/>
                      <a:pt x="4" y="31"/>
                    </a:cubicBezTo>
                    <a:cubicBezTo>
                      <a:pt x="6" y="35"/>
                      <a:pt x="11" y="36"/>
                      <a:pt x="17" y="34"/>
                    </a:cubicBezTo>
                    <a:cubicBezTo>
                      <a:pt x="12" y="36"/>
                      <a:pt x="7" y="34"/>
                      <a:pt x="4" y="30"/>
                    </a:cubicBezTo>
                    <a:cubicBezTo>
                      <a:pt x="1" y="26"/>
                      <a:pt x="1" y="17"/>
                      <a:pt x="8" y="8"/>
                    </a:cubicBezTo>
                    <a:cubicBezTo>
                      <a:pt x="14" y="1"/>
                      <a:pt x="20" y="0"/>
                      <a:pt x="23" y="1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31" name="Freeform 1246">
                <a:extLst>
                  <a:ext uri="{FF2B5EF4-FFF2-40B4-BE49-F238E27FC236}">
                    <a16:creationId xmlns:a16="http://schemas.microsoft.com/office/drawing/2014/main" id="{3849B133-4186-4A42-A8E8-8A48BA8FF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745"/>
                <a:ext cx="30" cy="121"/>
              </a:xfrm>
              <a:custGeom>
                <a:avLst/>
                <a:gdLst>
                  <a:gd name="T0" fmla="*/ 83 w 18"/>
                  <a:gd name="T1" fmla="*/ 0 h 68"/>
                  <a:gd name="T2" fmla="*/ 8 w 18"/>
                  <a:gd name="T3" fmla="*/ 180 h 68"/>
                  <a:gd name="T4" fmla="*/ 83 w 18"/>
                  <a:gd name="T5" fmla="*/ 383 h 68"/>
                  <a:gd name="T6" fmla="*/ 83 w 18"/>
                  <a:gd name="T7" fmla="*/ 0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8">
                    <a:moveTo>
                      <a:pt x="18" y="0"/>
                    </a:moveTo>
                    <a:cubicBezTo>
                      <a:pt x="5" y="4"/>
                      <a:pt x="0" y="14"/>
                      <a:pt x="2" y="32"/>
                    </a:cubicBezTo>
                    <a:cubicBezTo>
                      <a:pt x="4" y="50"/>
                      <a:pt x="11" y="63"/>
                      <a:pt x="18" y="68"/>
                    </a:cubicBezTo>
                    <a:cubicBezTo>
                      <a:pt x="6" y="57"/>
                      <a:pt x="4" y="13"/>
                      <a:pt x="18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32" name="Freeform 1247">
                <a:extLst>
                  <a:ext uri="{FF2B5EF4-FFF2-40B4-BE49-F238E27FC236}">
                    <a16:creationId xmlns:a16="http://schemas.microsoft.com/office/drawing/2014/main" id="{DDB40F6B-F9E5-4365-8796-A9F3B9666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695"/>
                <a:ext cx="22" cy="22"/>
              </a:xfrm>
              <a:custGeom>
                <a:avLst/>
                <a:gdLst>
                  <a:gd name="T0" fmla="*/ 63 w 13"/>
                  <a:gd name="T1" fmla="*/ 0 h 12"/>
                  <a:gd name="T2" fmla="*/ 58 w 13"/>
                  <a:gd name="T3" fmla="*/ 73 h 12"/>
                  <a:gd name="T4" fmla="*/ 0 w 13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0" y="4"/>
                      <a:pt x="12" y="12"/>
                      <a:pt x="12" y="12"/>
                    </a:cubicBezTo>
                    <a:cubicBezTo>
                      <a:pt x="12" y="12"/>
                      <a:pt x="0" y="4"/>
                      <a:pt x="0" y="0"/>
                    </a:cubicBezTo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33" name="Freeform 1248">
                <a:extLst>
                  <a:ext uri="{FF2B5EF4-FFF2-40B4-BE49-F238E27FC236}">
                    <a16:creationId xmlns:a16="http://schemas.microsoft.com/office/drawing/2014/main" id="{7E702D6A-C280-43A7-8D0E-9043EB826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92"/>
                <a:ext cx="58" cy="32"/>
              </a:xfrm>
              <a:custGeom>
                <a:avLst/>
                <a:gdLst>
                  <a:gd name="T0" fmla="*/ 5 w 35"/>
                  <a:gd name="T1" fmla="*/ 12 h 18"/>
                  <a:gd name="T2" fmla="*/ 113 w 35"/>
                  <a:gd name="T3" fmla="*/ 89 h 18"/>
                  <a:gd name="T4" fmla="*/ 159 w 35"/>
                  <a:gd name="T5" fmla="*/ 12 h 18"/>
                  <a:gd name="T6" fmla="*/ 113 w 35"/>
                  <a:gd name="T7" fmla="*/ 89 h 18"/>
                  <a:gd name="T8" fmla="*/ 8 w 35"/>
                  <a:gd name="T9" fmla="*/ 12 h 18"/>
                  <a:gd name="T10" fmla="*/ 5 w 35"/>
                  <a:gd name="T11" fmla="*/ 0 h 18"/>
                  <a:gd name="T12" fmla="*/ 0 w 35"/>
                  <a:gd name="T13" fmla="*/ 0 h 18"/>
                  <a:gd name="T14" fmla="*/ 5 w 35"/>
                  <a:gd name="T15" fmla="*/ 12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8">
                    <a:moveTo>
                      <a:pt x="1" y="2"/>
                    </a:moveTo>
                    <a:cubicBezTo>
                      <a:pt x="8" y="15"/>
                      <a:pt x="18" y="18"/>
                      <a:pt x="25" y="16"/>
                    </a:cubicBezTo>
                    <a:cubicBezTo>
                      <a:pt x="31" y="15"/>
                      <a:pt x="35" y="9"/>
                      <a:pt x="35" y="2"/>
                    </a:cubicBezTo>
                    <a:cubicBezTo>
                      <a:pt x="35" y="9"/>
                      <a:pt x="31" y="14"/>
                      <a:pt x="25" y="16"/>
                    </a:cubicBezTo>
                    <a:cubicBezTo>
                      <a:pt x="18" y="18"/>
                      <a:pt x="8" y="14"/>
                      <a:pt x="2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1588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34" name="Freeform 1249">
                <a:extLst>
                  <a:ext uri="{FF2B5EF4-FFF2-40B4-BE49-F238E27FC236}">
                    <a16:creationId xmlns:a16="http://schemas.microsoft.com/office/drawing/2014/main" id="{30872655-230E-43E4-BC0E-C1CAEC5FD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962"/>
                <a:ext cx="30" cy="48"/>
              </a:xfrm>
              <a:custGeom>
                <a:avLst/>
                <a:gdLst>
                  <a:gd name="T0" fmla="*/ 42 w 18"/>
                  <a:gd name="T1" fmla="*/ 0 h 27"/>
                  <a:gd name="T2" fmla="*/ 42 w 18"/>
                  <a:gd name="T3" fmla="*/ 89 h 27"/>
                  <a:gd name="T4" fmla="*/ 55 w 18"/>
                  <a:gd name="T5" fmla="*/ 94 h 27"/>
                  <a:gd name="T6" fmla="*/ 70 w 18"/>
                  <a:gd name="T7" fmla="*/ 114 h 27"/>
                  <a:gd name="T8" fmla="*/ 78 w 18"/>
                  <a:gd name="T9" fmla="*/ 151 h 27"/>
                  <a:gd name="T10" fmla="*/ 70 w 18"/>
                  <a:gd name="T11" fmla="*/ 123 h 27"/>
                  <a:gd name="T12" fmla="*/ 42 w 18"/>
                  <a:gd name="T13" fmla="*/ 117 h 27"/>
                  <a:gd name="T14" fmla="*/ 0 w 18"/>
                  <a:gd name="T15" fmla="*/ 78 h 27"/>
                  <a:gd name="T16" fmla="*/ 28 w 18"/>
                  <a:gd name="T17" fmla="*/ 36 h 27"/>
                  <a:gd name="T18" fmla="*/ 28 w 18"/>
                  <a:gd name="T19" fmla="*/ 12 h 27"/>
                  <a:gd name="T20" fmla="*/ 33 w 18"/>
                  <a:gd name="T21" fmla="*/ 0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7">
                    <a:moveTo>
                      <a:pt x="9" y="0"/>
                    </a:moveTo>
                    <a:cubicBezTo>
                      <a:pt x="12" y="5"/>
                      <a:pt x="4" y="11"/>
                      <a:pt x="9" y="16"/>
                    </a:cubicBezTo>
                    <a:cubicBezTo>
                      <a:pt x="9" y="17"/>
                      <a:pt x="10" y="17"/>
                      <a:pt x="12" y="17"/>
                    </a:cubicBezTo>
                    <a:cubicBezTo>
                      <a:pt x="13" y="18"/>
                      <a:pt x="14" y="19"/>
                      <a:pt x="15" y="20"/>
                    </a:cubicBezTo>
                    <a:cubicBezTo>
                      <a:pt x="15" y="22"/>
                      <a:pt x="18" y="25"/>
                      <a:pt x="17" y="27"/>
                    </a:cubicBezTo>
                    <a:cubicBezTo>
                      <a:pt x="15" y="26"/>
                      <a:pt x="16" y="24"/>
                      <a:pt x="15" y="22"/>
                    </a:cubicBezTo>
                    <a:cubicBezTo>
                      <a:pt x="13" y="21"/>
                      <a:pt x="11" y="21"/>
                      <a:pt x="9" y="21"/>
                    </a:cubicBezTo>
                    <a:cubicBezTo>
                      <a:pt x="6" y="21"/>
                      <a:pt x="0" y="17"/>
                      <a:pt x="0" y="14"/>
                    </a:cubicBezTo>
                    <a:cubicBezTo>
                      <a:pt x="0" y="10"/>
                      <a:pt x="5" y="9"/>
                      <a:pt x="6" y="6"/>
                    </a:cubicBezTo>
                    <a:cubicBezTo>
                      <a:pt x="6" y="5"/>
                      <a:pt x="6" y="3"/>
                      <a:pt x="6" y="2"/>
                    </a:cubicBezTo>
                    <a:cubicBezTo>
                      <a:pt x="6" y="2"/>
                      <a:pt x="7" y="1"/>
                      <a:pt x="7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35" name="Freeform 1250">
                <a:extLst>
                  <a:ext uri="{FF2B5EF4-FFF2-40B4-BE49-F238E27FC236}">
                    <a16:creationId xmlns:a16="http://schemas.microsoft.com/office/drawing/2014/main" id="{9E0F30DE-7DE4-45A2-BC2C-D97B0986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969"/>
                <a:ext cx="13" cy="25"/>
              </a:xfrm>
              <a:custGeom>
                <a:avLst/>
                <a:gdLst>
                  <a:gd name="T0" fmla="*/ 34 w 8"/>
                  <a:gd name="T1" fmla="*/ 0 h 14"/>
                  <a:gd name="T2" fmla="*/ 21 w 8"/>
                  <a:gd name="T3" fmla="*/ 45 h 14"/>
                  <a:gd name="T4" fmla="*/ 29 w 8"/>
                  <a:gd name="T5" fmla="*/ 80 h 14"/>
                  <a:gd name="T6" fmla="*/ 8 w 8"/>
                  <a:gd name="T7" fmla="*/ 68 h 14"/>
                  <a:gd name="T8" fmla="*/ 5 w 8"/>
                  <a:gd name="T9" fmla="*/ 52 h 14"/>
                  <a:gd name="T10" fmla="*/ 21 w 8"/>
                  <a:gd name="T11" fmla="*/ 36 h 14"/>
                  <a:gd name="T12" fmla="*/ 29 w 8"/>
                  <a:gd name="T13" fmla="*/ 1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7" y="3"/>
                      <a:pt x="5" y="6"/>
                      <a:pt x="5" y="8"/>
                    </a:cubicBezTo>
                    <a:cubicBezTo>
                      <a:pt x="5" y="10"/>
                      <a:pt x="8" y="13"/>
                      <a:pt x="7" y="14"/>
                    </a:cubicBezTo>
                    <a:cubicBezTo>
                      <a:pt x="6" y="14"/>
                      <a:pt x="2" y="12"/>
                      <a:pt x="2" y="12"/>
                    </a:cubicBezTo>
                    <a:cubicBezTo>
                      <a:pt x="1" y="11"/>
                      <a:pt x="0" y="10"/>
                      <a:pt x="1" y="9"/>
                    </a:cubicBezTo>
                    <a:cubicBezTo>
                      <a:pt x="2" y="8"/>
                      <a:pt x="4" y="7"/>
                      <a:pt x="5" y="6"/>
                    </a:cubicBezTo>
                    <a:cubicBezTo>
                      <a:pt x="6" y="5"/>
                      <a:pt x="7" y="4"/>
                      <a:pt x="7" y="2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36" name="Freeform 1251">
                <a:extLst>
                  <a:ext uri="{FF2B5EF4-FFF2-40B4-BE49-F238E27FC236}">
                    <a16:creationId xmlns:a16="http://schemas.microsoft.com/office/drawing/2014/main" id="{8B4B7375-6130-450F-B81C-766622C43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948"/>
                <a:ext cx="17" cy="26"/>
              </a:xfrm>
              <a:custGeom>
                <a:avLst/>
                <a:gdLst>
                  <a:gd name="T0" fmla="*/ 15 w 10"/>
                  <a:gd name="T1" fmla="*/ 5 h 15"/>
                  <a:gd name="T2" fmla="*/ 9 w 10"/>
                  <a:gd name="T3" fmla="*/ 21 h 15"/>
                  <a:gd name="T4" fmla="*/ 5 w 10"/>
                  <a:gd name="T5" fmla="*/ 42 h 15"/>
                  <a:gd name="T6" fmla="*/ 26 w 10"/>
                  <a:gd name="T7" fmla="*/ 78 h 15"/>
                  <a:gd name="T8" fmla="*/ 29 w 10"/>
                  <a:gd name="T9" fmla="*/ 29 h 15"/>
                  <a:gd name="T10" fmla="*/ 44 w 10"/>
                  <a:gd name="T11" fmla="*/ 16 h 15"/>
                  <a:gd name="T12" fmla="*/ 20 w 10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2" y="5"/>
                      <a:pt x="1" y="7"/>
                      <a:pt x="1" y="8"/>
                    </a:cubicBezTo>
                    <a:cubicBezTo>
                      <a:pt x="0" y="11"/>
                      <a:pt x="1" y="15"/>
                      <a:pt x="5" y="15"/>
                    </a:cubicBezTo>
                    <a:cubicBezTo>
                      <a:pt x="6" y="12"/>
                      <a:pt x="3" y="8"/>
                      <a:pt x="6" y="6"/>
                    </a:cubicBezTo>
                    <a:cubicBezTo>
                      <a:pt x="8" y="6"/>
                      <a:pt x="10" y="5"/>
                      <a:pt x="9" y="3"/>
                    </a:cubicBezTo>
                    <a:cubicBezTo>
                      <a:pt x="8" y="1"/>
                      <a:pt x="6" y="1"/>
                      <a:pt x="4" y="0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37" name="Freeform 1252">
                <a:extLst>
                  <a:ext uri="{FF2B5EF4-FFF2-40B4-BE49-F238E27FC236}">
                    <a16:creationId xmlns:a16="http://schemas.microsoft.com/office/drawing/2014/main" id="{5D342CE1-08FD-4468-854C-7F0BC3374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2953"/>
                <a:ext cx="8" cy="2"/>
              </a:xfrm>
              <a:custGeom>
                <a:avLst/>
                <a:gdLst>
                  <a:gd name="T0" fmla="*/ 0 w 5"/>
                  <a:gd name="T1" fmla="*/ 0 h 1"/>
                  <a:gd name="T2" fmla="*/ 21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5" y="1"/>
                      <a:pt x="5" y="1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38" name="Freeform 1253">
                <a:extLst>
                  <a:ext uri="{FF2B5EF4-FFF2-40B4-BE49-F238E27FC236}">
                    <a16:creationId xmlns:a16="http://schemas.microsoft.com/office/drawing/2014/main" id="{66BA309B-B4A3-4709-925D-A054763A7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2958"/>
                <a:ext cx="8" cy="2"/>
              </a:xfrm>
              <a:custGeom>
                <a:avLst/>
                <a:gdLst>
                  <a:gd name="T0" fmla="*/ 21 w 5"/>
                  <a:gd name="T1" fmla="*/ 0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39" name="Freeform 1254">
                <a:extLst>
                  <a:ext uri="{FF2B5EF4-FFF2-40B4-BE49-F238E27FC236}">
                    <a16:creationId xmlns:a16="http://schemas.microsoft.com/office/drawing/2014/main" id="{A646D2E5-7B45-4441-9662-1591AD546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978"/>
                <a:ext cx="8" cy="5"/>
              </a:xfrm>
              <a:custGeom>
                <a:avLst/>
                <a:gdLst>
                  <a:gd name="T0" fmla="*/ 8 w 5"/>
                  <a:gd name="T1" fmla="*/ 13 h 3"/>
                  <a:gd name="T2" fmla="*/ 13 w 5"/>
                  <a:gd name="T3" fmla="*/ 0 h 3"/>
                  <a:gd name="T4" fmla="*/ 0 w 5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3" y="3"/>
                      <a:pt x="5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40" name="Freeform 1255">
                <a:extLst>
                  <a:ext uri="{FF2B5EF4-FFF2-40B4-BE49-F238E27FC236}">
                    <a16:creationId xmlns:a16="http://schemas.microsoft.com/office/drawing/2014/main" id="{044DE162-5283-4199-A178-00A63969E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948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41" name="Freeform 1256">
                <a:extLst>
                  <a:ext uri="{FF2B5EF4-FFF2-40B4-BE49-F238E27FC236}">
                    <a16:creationId xmlns:a16="http://schemas.microsoft.com/office/drawing/2014/main" id="{9D951520-7FB7-4721-A8D3-71B5F191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765"/>
                <a:ext cx="17" cy="28"/>
              </a:xfrm>
              <a:custGeom>
                <a:avLst/>
                <a:gdLst>
                  <a:gd name="T0" fmla="*/ 41 w 10"/>
                  <a:gd name="T1" fmla="*/ 0 h 16"/>
                  <a:gd name="T2" fmla="*/ 26 w 10"/>
                  <a:gd name="T3" fmla="*/ 86 h 16"/>
                  <a:gd name="T4" fmla="*/ 41 w 10"/>
                  <a:gd name="T5" fmla="*/ 33 h 16"/>
                  <a:gd name="T6" fmla="*/ 49 w 10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8" y="0"/>
                    </a:moveTo>
                    <a:cubicBezTo>
                      <a:pt x="4" y="3"/>
                      <a:pt x="0" y="13"/>
                      <a:pt x="5" y="16"/>
                    </a:cubicBezTo>
                    <a:cubicBezTo>
                      <a:pt x="6" y="12"/>
                      <a:pt x="7" y="9"/>
                      <a:pt x="8" y="6"/>
                    </a:cubicBezTo>
                    <a:cubicBezTo>
                      <a:pt x="9" y="3"/>
                      <a:pt x="7" y="1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42" name="Freeform 1257">
                <a:extLst>
                  <a:ext uri="{FF2B5EF4-FFF2-40B4-BE49-F238E27FC236}">
                    <a16:creationId xmlns:a16="http://schemas.microsoft.com/office/drawing/2014/main" id="{13CFA14A-21F4-42C3-892D-DDD9F5CF7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56"/>
                <a:ext cx="3" cy="7"/>
              </a:xfrm>
              <a:custGeom>
                <a:avLst/>
                <a:gdLst>
                  <a:gd name="T0" fmla="*/ 5 w 2"/>
                  <a:gd name="T1" fmla="*/ 7 h 4"/>
                  <a:gd name="T2" fmla="*/ 0 w 2"/>
                  <a:gd name="T3" fmla="*/ 21 h 4"/>
                  <a:gd name="T4" fmla="*/ 5 w 2"/>
                  <a:gd name="T5" fmla="*/ 0 h 4"/>
                  <a:gd name="T6" fmla="*/ 5 w 2"/>
                  <a:gd name="T7" fmla="*/ 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2" y="2"/>
                      <a:pt x="1" y="3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43" name="Freeform 1258">
                <a:extLst>
                  <a:ext uri="{FF2B5EF4-FFF2-40B4-BE49-F238E27FC236}">
                    <a16:creationId xmlns:a16="http://schemas.microsoft.com/office/drawing/2014/main" id="{57BDC4CA-F6F8-4D4E-BC4C-338B1182D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797"/>
                <a:ext cx="5" cy="8"/>
              </a:xfrm>
              <a:custGeom>
                <a:avLst/>
                <a:gdLst>
                  <a:gd name="T0" fmla="*/ 5 w 3"/>
                  <a:gd name="T1" fmla="*/ 5 h 5"/>
                  <a:gd name="T2" fmla="*/ 5 w 3"/>
                  <a:gd name="T3" fmla="*/ 21 h 5"/>
                  <a:gd name="T4" fmla="*/ 8 w 3"/>
                  <a:gd name="T5" fmla="*/ 0 h 5"/>
                  <a:gd name="T6" fmla="*/ 5 w 3"/>
                  <a:gd name="T7" fmla="*/ 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3" y="4"/>
                      <a:pt x="3" y="2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44" name="Freeform 1259">
                <a:extLst>
                  <a:ext uri="{FF2B5EF4-FFF2-40B4-BE49-F238E27FC236}">
                    <a16:creationId xmlns:a16="http://schemas.microsoft.com/office/drawing/2014/main" id="{6D4DDA4F-F26A-413C-8BCB-79DA988F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941"/>
                <a:ext cx="10" cy="16"/>
              </a:xfrm>
              <a:custGeom>
                <a:avLst/>
                <a:gdLst>
                  <a:gd name="T0" fmla="*/ 8 w 6"/>
                  <a:gd name="T1" fmla="*/ 0 h 9"/>
                  <a:gd name="T2" fmla="*/ 22 w 6"/>
                  <a:gd name="T3" fmla="*/ 50 h 9"/>
                  <a:gd name="T4" fmla="*/ 1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0"/>
                    </a:moveTo>
                    <a:cubicBezTo>
                      <a:pt x="0" y="5"/>
                      <a:pt x="2" y="7"/>
                      <a:pt x="5" y="9"/>
                    </a:cubicBezTo>
                    <a:cubicBezTo>
                      <a:pt x="4" y="6"/>
                      <a:pt x="6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45" name="Freeform 1260">
                <a:extLst>
                  <a:ext uri="{FF2B5EF4-FFF2-40B4-BE49-F238E27FC236}">
                    <a16:creationId xmlns:a16="http://schemas.microsoft.com/office/drawing/2014/main" id="{649F14AA-8AF8-4096-82ED-773FD040B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241"/>
                <a:ext cx="66" cy="68"/>
              </a:xfrm>
              <a:custGeom>
                <a:avLst/>
                <a:gdLst>
                  <a:gd name="T0" fmla="*/ 0 w 40"/>
                  <a:gd name="T1" fmla="*/ 218 h 38"/>
                  <a:gd name="T2" fmla="*/ 180 w 40"/>
                  <a:gd name="T3" fmla="*/ 0 h 38"/>
                  <a:gd name="T4" fmla="*/ 0 w 40"/>
                  <a:gd name="T5" fmla="*/ 21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8">
                    <a:moveTo>
                      <a:pt x="0" y="38"/>
                    </a:moveTo>
                    <a:cubicBezTo>
                      <a:pt x="4" y="17"/>
                      <a:pt x="23" y="1"/>
                      <a:pt x="40" y="0"/>
                    </a:cubicBezTo>
                    <a:cubicBezTo>
                      <a:pt x="28" y="7"/>
                      <a:pt x="8" y="17"/>
                      <a:pt x="0" y="38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46" name="Freeform 1261">
                <a:extLst>
                  <a:ext uri="{FF2B5EF4-FFF2-40B4-BE49-F238E27FC236}">
                    <a16:creationId xmlns:a16="http://schemas.microsoft.com/office/drawing/2014/main" id="{D71D7803-8233-4DAB-86F1-D8272431F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254"/>
                <a:ext cx="20" cy="12"/>
              </a:xfrm>
              <a:custGeom>
                <a:avLst/>
                <a:gdLst>
                  <a:gd name="T0" fmla="*/ 8 w 12"/>
                  <a:gd name="T1" fmla="*/ 21 h 7"/>
                  <a:gd name="T2" fmla="*/ 0 w 12"/>
                  <a:gd name="T3" fmla="*/ 36 h 7"/>
                  <a:gd name="T4" fmla="*/ 22 w 12"/>
                  <a:gd name="T5" fmla="*/ 0 h 7"/>
                  <a:gd name="T6" fmla="*/ 28 w 12"/>
                  <a:gd name="T7" fmla="*/ 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2" y="4"/>
                    </a:moveTo>
                    <a:cubicBezTo>
                      <a:pt x="1" y="5"/>
                      <a:pt x="0" y="5"/>
                      <a:pt x="0" y="7"/>
                    </a:cubicBezTo>
                    <a:cubicBezTo>
                      <a:pt x="2" y="6"/>
                      <a:pt x="12" y="0"/>
                      <a:pt x="5" y="0"/>
                    </a:cubicBezTo>
                    <a:cubicBezTo>
                      <a:pt x="4" y="1"/>
                      <a:pt x="6" y="1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47" name="Freeform 1262">
                <a:extLst>
                  <a:ext uri="{FF2B5EF4-FFF2-40B4-BE49-F238E27FC236}">
                    <a16:creationId xmlns:a16="http://schemas.microsoft.com/office/drawing/2014/main" id="{A9611D2B-CD1F-458C-8BAC-860953D3A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3250"/>
                <a:ext cx="5" cy="6"/>
              </a:xfrm>
              <a:custGeom>
                <a:avLst/>
                <a:gdLst>
                  <a:gd name="T0" fmla="*/ 5 w 3"/>
                  <a:gd name="T1" fmla="*/ 8 h 3"/>
                  <a:gd name="T2" fmla="*/ 0 w 3"/>
                  <a:gd name="T3" fmla="*/ 24 h 3"/>
                  <a:gd name="T4" fmla="*/ 13 w 3"/>
                  <a:gd name="T5" fmla="*/ 8 h 3"/>
                  <a:gd name="T6" fmla="*/ 8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3" y="0"/>
                      <a:pt x="3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48" name="Freeform 1263">
                <a:extLst>
                  <a:ext uri="{FF2B5EF4-FFF2-40B4-BE49-F238E27FC236}">
                    <a16:creationId xmlns:a16="http://schemas.microsoft.com/office/drawing/2014/main" id="{2DE4CD4E-E41D-482B-B561-BA9399E15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875"/>
                <a:ext cx="13" cy="14"/>
              </a:xfrm>
              <a:custGeom>
                <a:avLst/>
                <a:gdLst>
                  <a:gd name="T0" fmla="*/ 0 w 8"/>
                  <a:gd name="T1" fmla="*/ 0 h 8"/>
                  <a:gd name="T2" fmla="*/ 34 w 8"/>
                  <a:gd name="T3" fmla="*/ 28 h 8"/>
                  <a:gd name="T4" fmla="*/ 5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0" y="7"/>
                      <a:pt x="4" y="8"/>
                      <a:pt x="8" y="5"/>
                    </a:cubicBezTo>
                    <a:cubicBezTo>
                      <a:pt x="4" y="4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49" name="Freeform 1264">
                <a:extLst>
                  <a:ext uri="{FF2B5EF4-FFF2-40B4-BE49-F238E27FC236}">
                    <a16:creationId xmlns:a16="http://schemas.microsoft.com/office/drawing/2014/main" id="{273636E0-EBEC-48C6-8FD0-2B00F125E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601"/>
                <a:ext cx="32" cy="48"/>
              </a:xfrm>
              <a:custGeom>
                <a:avLst/>
                <a:gdLst>
                  <a:gd name="T0" fmla="*/ 91 w 19"/>
                  <a:gd name="T1" fmla="*/ 0 h 27"/>
                  <a:gd name="T2" fmla="*/ 8 w 19"/>
                  <a:gd name="T3" fmla="*/ 15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0"/>
                    </a:moveTo>
                    <a:cubicBezTo>
                      <a:pt x="11" y="14"/>
                      <a:pt x="0" y="9"/>
                      <a:pt x="2" y="27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50" name="Freeform 1265">
                <a:extLst>
                  <a:ext uri="{FF2B5EF4-FFF2-40B4-BE49-F238E27FC236}">
                    <a16:creationId xmlns:a16="http://schemas.microsoft.com/office/drawing/2014/main" id="{07EDE846-411A-45EC-8E92-6C26B8728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3426"/>
                <a:ext cx="58" cy="225"/>
              </a:xfrm>
              <a:custGeom>
                <a:avLst/>
                <a:gdLst>
                  <a:gd name="T0" fmla="*/ 109 w 35"/>
                  <a:gd name="T1" fmla="*/ 0 h 126"/>
                  <a:gd name="T2" fmla="*/ 8 w 35"/>
                  <a:gd name="T3" fmla="*/ 143 h 126"/>
                  <a:gd name="T4" fmla="*/ 63 w 35"/>
                  <a:gd name="T5" fmla="*/ 370 h 126"/>
                  <a:gd name="T6" fmla="*/ 113 w 35"/>
                  <a:gd name="T7" fmla="*/ 564 h 126"/>
                  <a:gd name="T8" fmla="*/ 159 w 35"/>
                  <a:gd name="T9" fmla="*/ 718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6">
                    <a:moveTo>
                      <a:pt x="24" y="0"/>
                    </a:moveTo>
                    <a:cubicBezTo>
                      <a:pt x="9" y="3"/>
                      <a:pt x="0" y="9"/>
                      <a:pt x="2" y="25"/>
                    </a:cubicBezTo>
                    <a:cubicBezTo>
                      <a:pt x="3" y="38"/>
                      <a:pt x="9" y="53"/>
                      <a:pt x="14" y="65"/>
                    </a:cubicBezTo>
                    <a:cubicBezTo>
                      <a:pt x="19" y="76"/>
                      <a:pt x="23" y="87"/>
                      <a:pt x="25" y="99"/>
                    </a:cubicBezTo>
                    <a:cubicBezTo>
                      <a:pt x="26" y="107"/>
                      <a:pt x="29" y="123"/>
                      <a:pt x="35" y="126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51" name="Freeform 1266">
                <a:extLst>
                  <a:ext uri="{FF2B5EF4-FFF2-40B4-BE49-F238E27FC236}">
                    <a16:creationId xmlns:a16="http://schemas.microsoft.com/office/drawing/2014/main" id="{F3912E75-6FD8-4C16-A2D6-543F33495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3622"/>
                <a:ext cx="29" cy="7"/>
              </a:xfrm>
              <a:custGeom>
                <a:avLst/>
                <a:gdLst>
                  <a:gd name="T0" fmla="*/ 0 w 17"/>
                  <a:gd name="T1" fmla="*/ 21 h 4"/>
                  <a:gd name="T2" fmla="*/ 84 w 17"/>
                  <a:gd name="T3" fmla="*/ 1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6" y="3"/>
                      <a:pt x="12" y="0"/>
                      <a:pt x="17" y="3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52" name="Freeform 1267">
                <a:extLst>
                  <a:ext uri="{FF2B5EF4-FFF2-40B4-BE49-F238E27FC236}">
                    <a16:creationId xmlns:a16="http://schemas.microsoft.com/office/drawing/2014/main" id="{ED850E0F-35F1-4F36-8D58-298C9DBCD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3270"/>
                <a:ext cx="77" cy="160"/>
              </a:xfrm>
              <a:custGeom>
                <a:avLst/>
                <a:gdLst>
                  <a:gd name="T0" fmla="*/ 126 w 46"/>
                  <a:gd name="T1" fmla="*/ 0 h 90"/>
                  <a:gd name="T2" fmla="*/ 117 w 46"/>
                  <a:gd name="T3" fmla="*/ 332 h 90"/>
                  <a:gd name="T4" fmla="*/ 216 w 46"/>
                  <a:gd name="T5" fmla="*/ 505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90">
                    <a:moveTo>
                      <a:pt x="27" y="0"/>
                    </a:moveTo>
                    <a:cubicBezTo>
                      <a:pt x="0" y="17"/>
                      <a:pt x="12" y="37"/>
                      <a:pt x="25" y="59"/>
                    </a:cubicBezTo>
                    <a:cubicBezTo>
                      <a:pt x="32" y="70"/>
                      <a:pt x="39" y="79"/>
                      <a:pt x="46" y="90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53" name="Freeform 1268">
                <a:extLst>
                  <a:ext uri="{FF2B5EF4-FFF2-40B4-BE49-F238E27FC236}">
                    <a16:creationId xmlns:a16="http://schemas.microsoft.com/office/drawing/2014/main" id="{37544281-FFBE-44DE-8C1B-E819ED0AF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3428"/>
                <a:ext cx="38" cy="20"/>
              </a:xfrm>
              <a:custGeom>
                <a:avLst/>
                <a:gdLst>
                  <a:gd name="T0" fmla="*/ 0 w 23"/>
                  <a:gd name="T1" fmla="*/ 0 h 11"/>
                  <a:gd name="T2" fmla="*/ 104 w 23"/>
                  <a:gd name="T3" fmla="*/ 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0" y="0"/>
                    </a:moveTo>
                    <a:cubicBezTo>
                      <a:pt x="6" y="8"/>
                      <a:pt x="17" y="11"/>
                      <a:pt x="23" y="4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54" name="Freeform 1269">
                <a:extLst>
                  <a:ext uri="{FF2B5EF4-FFF2-40B4-BE49-F238E27FC236}">
                    <a16:creationId xmlns:a16="http://schemas.microsoft.com/office/drawing/2014/main" id="{01DD26DD-3FF6-4F3E-88F3-26771E0F4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3140"/>
                <a:ext cx="123" cy="180"/>
              </a:xfrm>
              <a:custGeom>
                <a:avLst/>
                <a:gdLst>
                  <a:gd name="T0" fmla="*/ 160 w 74"/>
                  <a:gd name="T1" fmla="*/ 0 h 101"/>
                  <a:gd name="T2" fmla="*/ 183 w 74"/>
                  <a:gd name="T3" fmla="*/ 369 h 101"/>
                  <a:gd name="T4" fmla="*/ 339 w 74"/>
                  <a:gd name="T5" fmla="*/ 565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01">
                    <a:moveTo>
                      <a:pt x="35" y="0"/>
                    </a:moveTo>
                    <a:cubicBezTo>
                      <a:pt x="0" y="9"/>
                      <a:pt x="26" y="47"/>
                      <a:pt x="40" y="65"/>
                    </a:cubicBezTo>
                    <a:cubicBezTo>
                      <a:pt x="45" y="72"/>
                      <a:pt x="67" y="101"/>
                      <a:pt x="74" y="100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55" name="Freeform 1270">
                <a:extLst>
                  <a:ext uri="{FF2B5EF4-FFF2-40B4-BE49-F238E27FC236}">
                    <a16:creationId xmlns:a16="http://schemas.microsoft.com/office/drawing/2014/main" id="{2D3BC3EE-7107-48A8-8C09-985774CC8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942"/>
                <a:ext cx="67" cy="203"/>
              </a:xfrm>
              <a:custGeom>
                <a:avLst/>
                <a:gdLst>
                  <a:gd name="T0" fmla="*/ 126 w 40"/>
                  <a:gd name="T1" fmla="*/ 0 h 114"/>
                  <a:gd name="T2" fmla="*/ 28 w 40"/>
                  <a:gd name="T3" fmla="*/ 175 h 114"/>
                  <a:gd name="T4" fmla="*/ 109 w 40"/>
                  <a:gd name="T5" fmla="*/ 406 h 114"/>
                  <a:gd name="T6" fmla="*/ 188 w 40"/>
                  <a:gd name="T7" fmla="*/ 643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14">
                    <a:moveTo>
                      <a:pt x="27" y="0"/>
                    </a:moveTo>
                    <a:cubicBezTo>
                      <a:pt x="16" y="12"/>
                      <a:pt x="0" y="11"/>
                      <a:pt x="6" y="31"/>
                    </a:cubicBezTo>
                    <a:cubicBezTo>
                      <a:pt x="9" y="45"/>
                      <a:pt x="18" y="59"/>
                      <a:pt x="23" y="72"/>
                    </a:cubicBezTo>
                    <a:cubicBezTo>
                      <a:pt x="28" y="84"/>
                      <a:pt x="33" y="100"/>
                      <a:pt x="40" y="114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56" name="Freeform 1271">
                <a:extLst>
                  <a:ext uri="{FF2B5EF4-FFF2-40B4-BE49-F238E27FC236}">
                    <a16:creationId xmlns:a16="http://schemas.microsoft.com/office/drawing/2014/main" id="{1D7E7BBC-7D70-4837-8E2B-E0D876342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3143"/>
                <a:ext cx="35" cy="16"/>
              </a:xfrm>
              <a:custGeom>
                <a:avLst/>
                <a:gdLst>
                  <a:gd name="T0" fmla="*/ 0 w 21"/>
                  <a:gd name="T1" fmla="*/ 0 h 9"/>
                  <a:gd name="T2" fmla="*/ 97 w 21"/>
                  <a:gd name="T3" fmla="*/ 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0"/>
                    </a:moveTo>
                    <a:cubicBezTo>
                      <a:pt x="5" y="9"/>
                      <a:pt x="13" y="9"/>
                      <a:pt x="21" y="6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57" name="Freeform 1272">
                <a:extLst>
                  <a:ext uri="{FF2B5EF4-FFF2-40B4-BE49-F238E27FC236}">
                    <a16:creationId xmlns:a16="http://schemas.microsoft.com/office/drawing/2014/main" id="{C6BC5783-275B-4848-B1E4-14A845F0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749"/>
                <a:ext cx="87" cy="234"/>
              </a:xfrm>
              <a:custGeom>
                <a:avLst/>
                <a:gdLst>
                  <a:gd name="T0" fmla="*/ 117 w 52"/>
                  <a:gd name="T1" fmla="*/ 0 h 132"/>
                  <a:gd name="T2" fmla="*/ 5 w 52"/>
                  <a:gd name="T3" fmla="*/ 138 h 132"/>
                  <a:gd name="T4" fmla="*/ 90 w 52"/>
                  <a:gd name="T5" fmla="*/ 381 h 132"/>
                  <a:gd name="T6" fmla="*/ 244 w 52"/>
                  <a:gd name="T7" fmla="*/ 707 h 1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32">
                    <a:moveTo>
                      <a:pt x="25" y="0"/>
                    </a:moveTo>
                    <a:cubicBezTo>
                      <a:pt x="15" y="5"/>
                      <a:pt x="0" y="13"/>
                      <a:pt x="1" y="25"/>
                    </a:cubicBezTo>
                    <a:cubicBezTo>
                      <a:pt x="2" y="39"/>
                      <a:pt x="13" y="56"/>
                      <a:pt x="19" y="68"/>
                    </a:cubicBezTo>
                    <a:cubicBezTo>
                      <a:pt x="22" y="74"/>
                      <a:pt x="46" y="132"/>
                      <a:pt x="52" y="127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58" name="Freeform 1273">
                <a:extLst>
                  <a:ext uri="{FF2B5EF4-FFF2-40B4-BE49-F238E27FC236}">
                    <a16:creationId xmlns:a16="http://schemas.microsoft.com/office/drawing/2014/main" id="{B46ABEFC-E128-400A-8DA4-72FC3686E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957"/>
                <a:ext cx="35" cy="9"/>
              </a:xfrm>
              <a:custGeom>
                <a:avLst/>
                <a:gdLst>
                  <a:gd name="T0" fmla="*/ 0 w 21"/>
                  <a:gd name="T1" fmla="*/ 29 h 5"/>
                  <a:gd name="T2" fmla="*/ 97 w 21"/>
                  <a:gd name="T3" fmla="*/ 1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">
                    <a:moveTo>
                      <a:pt x="0" y="5"/>
                    </a:moveTo>
                    <a:cubicBezTo>
                      <a:pt x="7" y="0"/>
                      <a:pt x="20" y="0"/>
                      <a:pt x="21" y="2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59" name="Freeform 1274">
                <a:extLst>
                  <a:ext uri="{FF2B5EF4-FFF2-40B4-BE49-F238E27FC236}">
                    <a16:creationId xmlns:a16="http://schemas.microsoft.com/office/drawing/2014/main" id="{067E4389-6849-4B86-86A5-580CF9E3A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693"/>
                <a:ext cx="55" cy="89"/>
              </a:xfrm>
              <a:custGeom>
                <a:avLst/>
                <a:gdLst>
                  <a:gd name="T0" fmla="*/ 0 w 33"/>
                  <a:gd name="T1" fmla="*/ 0 h 50"/>
                  <a:gd name="T2" fmla="*/ 153 w 33"/>
                  <a:gd name="T3" fmla="*/ 260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0">
                    <a:moveTo>
                      <a:pt x="0" y="0"/>
                    </a:moveTo>
                    <a:cubicBezTo>
                      <a:pt x="5" y="11"/>
                      <a:pt x="30" y="50"/>
                      <a:pt x="33" y="46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60" name="Freeform 1275">
                <a:extLst>
                  <a:ext uri="{FF2B5EF4-FFF2-40B4-BE49-F238E27FC236}">
                    <a16:creationId xmlns:a16="http://schemas.microsoft.com/office/drawing/2014/main" id="{5DAF3E73-4342-4A9B-A160-9691C6D00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715"/>
                <a:ext cx="9" cy="41"/>
              </a:xfrm>
              <a:custGeom>
                <a:avLst/>
                <a:gdLst>
                  <a:gd name="T0" fmla="*/ 0 w 5"/>
                  <a:gd name="T1" fmla="*/ 130 h 23"/>
                  <a:gd name="T2" fmla="*/ 13 w 5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0" y="23"/>
                    </a:moveTo>
                    <a:cubicBezTo>
                      <a:pt x="5" y="19"/>
                      <a:pt x="5" y="7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61" name="Freeform 1276">
                <a:extLst>
                  <a:ext uri="{FF2B5EF4-FFF2-40B4-BE49-F238E27FC236}">
                    <a16:creationId xmlns:a16="http://schemas.microsoft.com/office/drawing/2014/main" id="{028DCBF7-96EC-404A-91E8-F481C50A5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692"/>
                <a:ext cx="58" cy="190"/>
              </a:xfrm>
              <a:custGeom>
                <a:avLst/>
                <a:gdLst>
                  <a:gd name="T0" fmla="*/ 0 w 35"/>
                  <a:gd name="T1" fmla="*/ 0 h 107"/>
                  <a:gd name="T2" fmla="*/ 13 w 35"/>
                  <a:gd name="T3" fmla="*/ 117 h 107"/>
                  <a:gd name="T4" fmla="*/ 55 w 35"/>
                  <a:gd name="T5" fmla="*/ 403 h 107"/>
                  <a:gd name="T6" fmla="*/ 91 w 35"/>
                  <a:gd name="T7" fmla="*/ 598 h 107"/>
                  <a:gd name="T8" fmla="*/ 118 w 35"/>
                  <a:gd name="T9" fmla="*/ 7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07">
                    <a:moveTo>
                      <a:pt x="0" y="0"/>
                    </a:moveTo>
                    <a:cubicBezTo>
                      <a:pt x="0" y="7"/>
                      <a:pt x="2" y="14"/>
                      <a:pt x="3" y="21"/>
                    </a:cubicBezTo>
                    <a:cubicBezTo>
                      <a:pt x="5" y="38"/>
                      <a:pt x="8" y="55"/>
                      <a:pt x="12" y="72"/>
                    </a:cubicBezTo>
                    <a:cubicBezTo>
                      <a:pt x="14" y="83"/>
                      <a:pt x="11" y="100"/>
                      <a:pt x="20" y="107"/>
                    </a:cubicBezTo>
                    <a:cubicBezTo>
                      <a:pt x="35" y="74"/>
                      <a:pt x="30" y="35"/>
                      <a:pt x="26" y="1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62" name="Freeform 1277">
                <a:extLst>
                  <a:ext uri="{FF2B5EF4-FFF2-40B4-BE49-F238E27FC236}">
                    <a16:creationId xmlns:a16="http://schemas.microsoft.com/office/drawing/2014/main" id="{9CFEF69C-0BAD-4A5F-9639-528D5B5C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692"/>
                <a:ext cx="12" cy="37"/>
              </a:xfrm>
              <a:custGeom>
                <a:avLst/>
                <a:gdLst>
                  <a:gd name="T0" fmla="*/ 0 w 7"/>
                  <a:gd name="T1" fmla="*/ 115 h 21"/>
                  <a:gd name="T2" fmla="*/ 36 w 7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21"/>
                    </a:moveTo>
                    <a:cubicBezTo>
                      <a:pt x="3" y="15"/>
                      <a:pt x="5" y="7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63" name="Freeform 1278">
                <a:extLst>
                  <a:ext uri="{FF2B5EF4-FFF2-40B4-BE49-F238E27FC236}">
                    <a16:creationId xmlns:a16="http://schemas.microsoft.com/office/drawing/2014/main" id="{71ADD2ED-1FF6-4CDB-ABAD-4FF666B4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692"/>
                <a:ext cx="64" cy="160"/>
              </a:xfrm>
              <a:custGeom>
                <a:avLst/>
                <a:gdLst>
                  <a:gd name="T0" fmla="*/ 158 w 38"/>
                  <a:gd name="T1" fmla="*/ 0 h 90"/>
                  <a:gd name="T2" fmla="*/ 175 w 38"/>
                  <a:gd name="T3" fmla="*/ 505 h 90"/>
                  <a:gd name="T4" fmla="*/ 0 w 38"/>
                  <a:gd name="T5" fmla="*/ 123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90">
                    <a:moveTo>
                      <a:pt x="33" y="0"/>
                    </a:moveTo>
                    <a:cubicBezTo>
                      <a:pt x="38" y="30"/>
                      <a:pt x="37" y="60"/>
                      <a:pt x="37" y="90"/>
                    </a:cubicBezTo>
                    <a:cubicBezTo>
                      <a:pt x="29" y="66"/>
                      <a:pt x="6" y="48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64" name="Freeform 1279">
                <a:extLst>
                  <a:ext uri="{FF2B5EF4-FFF2-40B4-BE49-F238E27FC236}">
                    <a16:creationId xmlns:a16="http://schemas.microsoft.com/office/drawing/2014/main" id="{83E06040-D3A9-4D05-AE40-D147449C6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692"/>
                <a:ext cx="38" cy="124"/>
              </a:xfrm>
              <a:custGeom>
                <a:avLst/>
                <a:gdLst>
                  <a:gd name="T0" fmla="*/ 104 w 23"/>
                  <a:gd name="T1" fmla="*/ 0 h 70"/>
                  <a:gd name="T2" fmla="*/ 68 w 23"/>
                  <a:gd name="T3" fmla="*/ 179 h 70"/>
                  <a:gd name="T4" fmla="*/ 0 w 23"/>
                  <a:gd name="T5" fmla="*/ 39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70">
                    <a:moveTo>
                      <a:pt x="23" y="0"/>
                    </a:moveTo>
                    <a:cubicBezTo>
                      <a:pt x="21" y="12"/>
                      <a:pt x="18" y="23"/>
                      <a:pt x="15" y="32"/>
                    </a:cubicBezTo>
                    <a:cubicBezTo>
                      <a:pt x="11" y="46"/>
                      <a:pt x="8" y="57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65" name="Freeform 1280">
                <a:extLst>
                  <a:ext uri="{FF2B5EF4-FFF2-40B4-BE49-F238E27FC236}">
                    <a16:creationId xmlns:a16="http://schemas.microsoft.com/office/drawing/2014/main" id="{1ED4E50B-37E7-4610-96C3-930C06C00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692"/>
                <a:ext cx="75" cy="240"/>
              </a:xfrm>
              <a:custGeom>
                <a:avLst/>
                <a:gdLst>
                  <a:gd name="T0" fmla="*/ 0 w 45"/>
                  <a:gd name="T1" fmla="*/ 7 h 135"/>
                  <a:gd name="T2" fmla="*/ 0 w 45"/>
                  <a:gd name="T3" fmla="*/ 21 h 135"/>
                  <a:gd name="T4" fmla="*/ 28 w 45"/>
                  <a:gd name="T5" fmla="*/ 338 h 135"/>
                  <a:gd name="T6" fmla="*/ 208 w 45"/>
                  <a:gd name="T7" fmla="*/ 759 h 135"/>
                  <a:gd name="T8" fmla="*/ 203 w 45"/>
                  <a:gd name="T9" fmla="*/ 549 h 135"/>
                  <a:gd name="T10" fmla="*/ 153 w 45"/>
                  <a:gd name="T11" fmla="*/ 187 h 135"/>
                  <a:gd name="T12" fmla="*/ 105 w 45"/>
                  <a:gd name="T13" fmla="*/ 0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35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1" y="22"/>
                      <a:pt x="2" y="42"/>
                      <a:pt x="6" y="60"/>
                    </a:cubicBezTo>
                    <a:cubicBezTo>
                      <a:pt x="11" y="85"/>
                      <a:pt x="27" y="116"/>
                      <a:pt x="45" y="135"/>
                    </a:cubicBezTo>
                    <a:cubicBezTo>
                      <a:pt x="43" y="125"/>
                      <a:pt x="45" y="110"/>
                      <a:pt x="44" y="98"/>
                    </a:cubicBezTo>
                    <a:cubicBezTo>
                      <a:pt x="42" y="76"/>
                      <a:pt x="38" y="54"/>
                      <a:pt x="33" y="33"/>
                    </a:cubicBezTo>
                    <a:cubicBezTo>
                      <a:pt x="30" y="22"/>
                      <a:pt x="26" y="11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66" name="Freeform 1281">
                <a:extLst>
                  <a:ext uri="{FF2B5EF4-FFF2-40B4-BE49-F238E27FC236}">
                    <a16:creationId xmlns:a16="http://schemas.microsoft.com/office/drawing/2014/main" id="{C3560964-53A1-4C1A-9DC3-B436723EC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841"/>
                <a:ext cx="90" cy="219"/>
              </a:xfrm>
              <a:custGeom>
                <a:avLst/>
                <a:gdLst>
                  <a:gd name="T0" fmla="*/ 22 w 54"/>
                  <a:gd name="T1" fmla="*/ 137 h 123"/>
                  <a:gd name="T2" fmla="*/ 88 w 54"/>
                  <a:gd name="T3" fmla="*/ 694 h 123"/>
                  <a:gd name="T4" fmla="*/ 120 w 54"/>
                  <a:gd name="T5" fmla="*/ 548 h 123"/>
                  <a:gd name="T6" fmla="*/ 180 w 54"/>
                  <a:gd name="T7" fmla="*/ 276 h 123"/>
                  <a:gd name="T8" fmla="*/ 230 w 54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23">
                    <a:moveTo>
                      <a:pt x="5" y="24"/>
                    </a:moveTo>
                    <a:cubicBezTo>
                      <a:pt x="4" y="53"/>
                      <a:pt x="0" y="98"/>
                      <a:pt x="19" y="123"/>
                    </a:cubicBezTo>
                    <a:cubicBezTo>
                      <a:pt x="23" y="117"/>
                      <a:pt x="24" y="105"/>
                      <a:pt x="26" y="97"/>
                    </a:cubicBezTo>
                    <a:cubicBezTo>
                      <a:pt x="29" y="81"/>
                      <a:pt x="35" y="66"/>
                      <a:pt x="39" y="49"/>
                    </a:cubicBezTo>
                    <a:cubicBezTo>
                      <a:pt x="43" y="32"/>
                      <a:pt x="54" y="17"/>
                      <a:pt x="5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67" name="Freeform 1282">
                <a:extLst>
                  <a:ext uri="{FF2B5EF4-FFF2-40B4-BE49-F238E27FC236}">
                    <a16:creationId xmlns:a16="http://schemas.microsoft.com/office/drawing/2014/main" id="{A2BF18CF-B17A-45DF-8BF4-B1C38B370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841"/>
                <a:ext cx="80" cy="183"/>
              </a:xfrm>
              <a:custGeom>
                <a:avLst/>
                <a:gdLst>
                  <a:gd name="T0" fmla="*/ 22 w 48"/>
                  <a:gd name="T1" fmla="*/ 0 h 103"/>
                  <a:gd name="T2" fmla="*/ 13 w 48"/>
                  <a:gd name="T3" fmla="*/ 252 h 103"/>
                  <a:gd name="T4" fmla="*/ 92 w 48"/>
                  <a:gd name="T5" fmla="*/ 577 h 103"/>
                  <a:gd name="T6" fmla="*/ 203 w 48"/>
                  <a:gd name="T7" fmla="*/ 332 h 103"/>
                  <a:gd name="T8" fmla="*/ 203 w 48"/>
                  <a:gd name="T9" fmla="*/ 13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103">
                    <a:moveTo>
                      <a:pt x="5" y="0"/>
                    </a:moveTo>
                    <a:cubicBezTo>
                      <a:pt x="4" y="15"/>
                      <a:pt x="0" y="30"/>
                      <a:pt x="3" y="45"/>
                    </a:cubicBezTo>
                    <a:cubicBezTo>
                      <a:pt x="5" y="62"/>
                      <a:pt x="8" y="90"/>
                      <a:pt x="20" y="103"/>
                    </a:cubicBezTo>
                    <a:cubicBezTo>
                      <a:pt x="21" y="87"/>
                      <a:pt x="40" y="74"/>
                      <a:pt x="44" y="59"/>
                    </a:cubicBezTo>
                    <a:cubicBezTo>
                      <a:pt x="48" y="45"/>
                      <a:pt x="44" y="39"/>
                      <a:pt x="44" y="23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68" name="Freeform 1283">
                <a:extLst>
                  <a:ext uri="{FF2B5EF4-FFF2-40B4-BE49-F238E27FC236}">
                    <a16:creationId xmlns:a16="http://schemas.microsoft.com/office/drawing/2014/main" id="{7041FDD1-DA6E-4295-9AF9-D1183A46C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53"/>
                <a:ext cx="60" cy="231"/>
              </a:xfrm>
              <a:custGeom>
                <a:avLst/>
                <a:gdLst>
                  <a:gd name="T0" fmla="*/ 5 w 36"/>
                  <a:gd name="T1" fmla="*/ 21 h 130"/>
                  <a:gd name="T2" fmla="*/ 37 w 36"/>
                  <a:gd name="T3" fmla="*/ 398 h 130"/>
                  <a:gd name="T4" fmla="*/ 117 w 36"/>
                  <a:gd name="T5" fmla="*/ 729 h 130"/>
                  <a:gd name="T6" fmla="*/ 147 w 36"/>
                  <a:gd name="T7" fmla="*/ 606 h 130"/>
                  <a:gd name="T8" fmla="*/ 103 w 36"/>
                  <a:gd name="T9" fmla="*/ 240 h 130"/>
                  <a:gd name="T10" fmla="*/ 8 w 36"/>
                  <a:gd name="T11" fmla="*/ 0 h 1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30">
                    <a:moveTo>
                      <a:pt x="1" y="4"/>
                    </a:moveTo>
                    <a:cubicBezTo>
                      <a:pt x="0" y="27"/>
                      <a:pt x="2" y="48"/>
                      <a:pt x="8" y="71"/>
                    </a:cubicBezTo>
                    <a:cubicBezTo>
                      <a:pt x="12" y="91"/>
                      <a:pt x="12" y="114"/>
                      <a:pt x="25" y="130"/>
                    </a:cubicBezTo>
                    <a:cubicBezTo>
                      <a:pt x="26" y="123"/>
                      <a:pt x="30" y="116"/>
                      <a:pt x="32" y="108"/>
                    </a:cubicBezTo>
                    <a:cubicBezTo>
                      <a:pt x="36" y="87"/>
                      <a:pt x="29" y="62"/>
                      <a:pt x="22" y="43"/>
                    </a:cubicBezTo>
                    <a:cubicBezTo>
                      <a:pt x="18" y="29"/>
                      <a:pt x="2" y="14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69" name="Freeform 1284">
                <a:extLst>
                  <a:ext uri="{FF2B5EF4-FFF2-40B4-BE49-F238E27FC236}">
                    <a16:creationId xmlns:a16="http://schemas.microsoft.com/office/drawing/2014/main" id="{77FCB8D0-45A7-448E-BC8C-EB3FB0157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3021"/>
                <a:ext cx="24" cy="208"/>
              </a:xfrm>
              <a:custGeom>
                <a:avLst/>
                <a:gdLst>
                  <a:gd name="T0" fmla="*/ 70 w 14"/>
                  <a:gd name="T1" fmla="*/ 0 h 117"/>
                  <a:gd name="T2" fmla="*/ 62 w 14"/>
                  <a:gd name="T3" fmla="*/ 462 h 117"/>
                  <a:gd name="T4" fmla="*/ 0 w 14"/>
                  <a:gd name="T5" fmla="*/ 658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7">
                    <a:moveTo>
                      <a:pt x="14" y="0"/>
                    </a:moveTo>
                    <a:cubicBezTo>
                      <a:pt x="13" y="28"/>
                      <a:pt x="14" y="54"/>
                      <a:pt x="12" y="82"/>
                    </a:cubicBezTo>
                    <a:cubicBezTo>
                      <a:pt x="11" y="91"/>
                      <a:pt x="10" y="113"/>
                      <a:pt x="0" y="11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70" name="Freeform 1285">
                <a:extLst>
                  <a:ext uri="{FF2B5EF4-FFF2-40B4-BE49-F238E27FC236}">
                    <a16:creationId xmlns:a16="http://schemas.microsoft.com/office/drawing/2014/main" id="{D2D86DA2-4018-404A-8133-62820524A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944"/>
                <a:ext cx="56" cy="235"/>
              </a:xfrm>
              <a:custGeom>
                <a:avLst/>
                <a:gdLst>
                  <a:gd name="T0" fmla="*/ 0 w 34"/>
                  <a:gd name="T1" fmla="*/ 744 h 132"/>
                  <a:gd name="T2" fmla="*/ 133 w 34"/>
                  <a:gd name="T3" fmla="*/ 247 h 132"/>
                  <a:gd name="T4" fmla="*/ 112 w 34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32">
                    <a:moveTo>
                      <a:pt x="0" y="132"/>
                    </a:moveTo>
                    <a:cubicBezTo>
                      <a:pt x="19" y="108"/>
                      <a:pt x="34" y="75"/>
                      <a:pt x="30" y="44"/>
                    </a:cubicBezTo>
                    <a:cubicBezTo>
                      <a:pt x="28" y="30"/>
                      <a:pt x="23" y="15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71" name="Freeform 1286">
                <a:extLst>
                  <a:ext uri="{FF2B5EF4-FFF2-40B4-BE49-F238E27FC236}">
                    <a16:creationId xmlns:a16="http://schemas.microsoft.com/office/drawing/2014/main" id="{CD9DBAC7-E22E-40F9-B0FE-B3CFEE609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880"/>
                <a:ext cx="87" cy="258"/>
              </a:xfrm>
              <a:custGeom>
                <a:avLst/>
                <a:gdLst>
                  <a:gd name="T0" fmla="*/ 5 w 52"/>
                  <a:gd name="T1" fmla="*/ 0 h 145"/>
                  <a:gd name="T2" fmla="*/ 5 w 52"/>
                  <a:gd name="T3" fmla="*/ 139 h 145"/>
                  <a:gd name="T4" fmla="*/ 50 w 52"/>
                  <a:gd name="T5" fmla="*/ 399 h 145"/>
                  <a:gd name="T6" fmla="*/ 224 w 52"/>
                  <a:gd name="T7" fmla="*/ 817 h 145"/>
                  <a:gd name="T8" fmla="*/ 221 w 52"/>
                  <a:gd name="T9" fmla="*/ 665 h 145"/>
                  <a:gd name="T10" fmla="*/ 187 w 52"/>
                  <a:gd name="T11" fmla="*/ 422 h 145"/>
                  <a:gd name="T12" fmla="*/ 99 w 52"/>
                  <a:gd name="T13" fmla="*/ 146 h 1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45">
                    <a:moveTo>
                      <a:pt x="1" y="0"/>
                    </a:moveTo>
                    <a:cubicBezTo>
                      <a:pt x="3" y="7"/>
                      <a:pt x="0" y="17"/>
                      <a:pt x="1" y="25"/>
                    </a:cubicBezTo>
                    <a:cubicBezTo>
                      <a:pt x="2" y="40"/>
                      <a:pt x="7" y="56"/>
                      <a:pt x="11" y="71"/>
                    </a:cubicBezTo>
                    <a:cubicBezTo>
                      <a:pt x="19" y="97"/>
                      <a:pt x="32" y="124"/>
                      <a:pt x="48" y="145"/>
                    </a:cubicBezTo>
                    <a:cubicBezTo>
                      <a:pt x="52" y="139"/>
                      <a:pt x="48" y="125"/>
                      <a:pt x="47" y="118"/>
                    </a:cubicBezTo>
                    <a:cubicBezTo>
                      <a:pt x="44" y="104"/>
                      <a:pt x="43" y="89"/>
                      <a:pt x="40" y="75"/>
                    </a:cubicBezTo>
                    <a:cubicBezTo>
                      <a:pt x="36" y="57"/>
                      <a:pt x="27" y="43"/>
                      <a:pt x="21" y="2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72" name="Freeform 1287">
                <a:extLst>
                  <a:ext uri="{FF2B5EF4-FFF2-40B4-BE49-F238E27FC236}">
                    <a16:creationId xmlns:a16="http://schemas.microsoft.com/office/drawing/2014/main" id="{574911E4-E49C-436F-A085-5CCF71A1E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3001"/>
                <a:ext cx="62" cy="141"/>
              </a:xfrm>
              <a:custGeom>
                <a:avLst/>
                <a:gdLst>
                  <a:gd name="T0" fmla="*/ 0 w 37"/>
                  <a:gd name="T1" fmla="*/ 0 h 79"/>
                  <a:gd name="T2" fmla="*/ 174 w 37"/>
                  <a:gd name="T3" fmla="*/ 450 h 79"/>
                  <a:gd name="T4" fmla="*/ 161 w 37"/>
                  <a:gd name="T5" fmla="*/ 96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9">
                    <a:moveTo>
                      <a:pt x="0" y="0"/>
                    </a:moveTo>
                    <a:cubicBezTo>
                      <a:pt x="3" y="26"/>
                      <a:pt x="12" y="65"/>
                      <a:pt x="37" y="79"/>
                    </a:cubicBezTo>
                    <a:cubicBezTo>
                      <a:pt x="31" y="64"/>
                      <a:pt x="32" y="34"/>
                      <a:pt x="34" y="1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73" name="Freeform 1288">
                <a:extLst>
                  <a:ext uri="{FF2B5EF4-FFF2-40B4-BE49-F238E27FC236}">
                    <a16:creationId xmlns:a16="http://schemas.microsoft.com/office/drawing/2014/main" id="{D3F0B5FB-326D-4481-9C56-C3355DB9F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3222"/>
                <a:ext cx="63" cy="233"/>
              </a:xfrm>
              <a:custGeom>
                <a:avLst/>
                <a:gdLst>
                  <a:gd name="T0" fmla="*/ 0 w 38"/>
                  <a:gd name="T1" fmla="*/ 174 h 131"/>
                  <a:gd name="T2" fmla="*/ 91 w 38"/>
                  <a:gd name="T3" fmla="*/ 736 h 131"/>
                  <a:gd name="T4" fmla="*/ 113 w 38"/>
                  <a:gd name="T5" fmla="*/ 592 h 131"/>
                  <a:gd name="T6" fmla="*/ 159 w 38"/>
                  <a:gd name="T7" fmla="*/ 317 h 131"/>
                  <a:gd name="T8" fmla="*/ 88 w 38"/>
                  <a:gd name="T9" fmla="*/ 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31">
                    <a:moveTo>
                      <a:pt x="0" y="31"/>
                    </a:moveTo>
                    <a:cubicBezTo>
                      <a:pt x="1" y="60"/>
                      <a:pt x="0" y="107"/>
                      <a:pt x="20" y="131"/>
                    </a:cubicBezTo>
                    <a:cubicBezTo>
                      <a:pt x="24" y="124"/>
                      <a:pt x="24" y="113"/>
                      <a:pt x="25" y="105"/>
                    </a:cubicBezTo>
                    <a:cubicBezTo>
                      <a:pt x="28" y="88"/>
                      <a:pt x="33" y="72"/>
                      <a:pt x="35" y="56"/>
                    </a:cubicBezTo>
                    <a:cubicBezTo>
                      <a:pt x="38" y="38"/>
                      <a:pt x="23" y="17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74" name="Freeform 1289">
                <a:extLst>
                  <a:ext uri="{FF2B5EF4-FFF2-40B4-BE49-F238E27FC236}">
                    <a16:creationId xmlns:a16="http://schemas.microsoft.com/office/drawing/2014/main" id="{20BAAE83-F555-4F2C-9446-FC677A57D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446"/>
                <a:ext cx="66" cy="203"/>
              </a:xfrm>
              <a:custGeom>
                <a:avLst/>
                <a:gdLst>
                  <a:gd name="T0" fmla="*/ 158 w 40"/>
                  <a:gd name="T1" fmla="*/ 643 h 114"/>
                  <a:gd name="T2" fmla="*/ 167 w 40"/>
                  <a:gd name="T3" fmla="*/ 605 h 114"/>
                  <a:gd name="T4" fmla="*/ 104 w 40"/>
                  <a:gd name="T5" fmla="*/ 239 h 114"/>
                  <a:gd name="T6" fmla="*/ 0 w 40"/>
                  <a:gd name="T7" fmla="*/ 0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14">
                    <a:moveTo>
                      <a:pt x="35" y="114"/>
                    </a:moveTo>
                    <a:cubicBezTo>
                      <a:pt x="36" y="112"/>
                      <a:pt x="36" y="109"/>
                      <a:pt x="37" y="107"/>
                    </a:cubicBezTo>
                    <a:cubicBezTo>
                      <a:pt x="40" y="86"/>
                      <a:pt x="31" y="61"/>
                      <a:pt x="23" y="42"/>
                    </a:cubicBezTo>
                    <a:cubicBezTo>
                      <a:pt x="18" y="29"/>
                      <a:pt x="2" y="1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75" name="Freeform 1290">
                <a:extLst>
                  <a:ext uri="{FF2B5EF4-FFF2-40B4-BE49-F238E27FC236}">
                    <a16:creationId xmlns:a16="http://schemas.microsoft.com/office/drawing/2014/main" id="{F8FDBA7F-BEA9-4025-924D-7180E436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3428"/>
                <a:ext cx="55" cy="224"/>
              </a:xfrm>
              <a:custGeom>
                <a:avLst/>
                <a:gdLst>
                  <a:gd name="T0" fmla="*/ 0 w 33"/>
                  <a:gd name="T1" fmla="*/ 0 h 126"/>
                  <a:gd name="T2" fmla="*/ 63 w 33"/>
                  <a:gd name="T3" fmla="*/ 468 h 126"/>
                  <a:gd name="T4" fmla="*/ 153 w 33"/>
                  <a:gd name="T5" fmla="*/ 708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26">
                    <a:moveTo>
                      <a:pt x="0" y="0"/>
                    </a:moveTo>
                    <a:cubicBezTo>
                      <a:pt x="1" y="24"/>
                      <a:pt x="7" y="60"/>
                      <a:pt x="14" y="83"/>
                    </a:cubicBezTo>
                    <a:cubicBezTo>
                      <a:pt x="18" y="97"/>
                      <a:pt x="26" y="113"/>
                      <a:pt x="33" y="12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76" name="Freeform 1291">
                <a:extLst>
                  <a:ext uri="{FF2B5EF4-FFF2-40B4-BE49-F238E27FC236}">
                    <a16:creationId xmlns:a16="http://schemas.microsoft.com/office/drawing/2014/main" id="{B94F41BB-BFF7-4B5D-BABD-5E5A4D2FF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3409"/>
                <a:ext cx="17" cy="209"/>
              </a:xfrm>
              <a:custGeom>
                <a:avLst/>
                <a:gdLst>
                  <a:gd name="T0" fmla="*/ 20 w 10"/>
                  <a:gd name="T1" fmla="*/ 0 h 118"/>
                  <a:gd name="T2" fmla="*/ 44 w 10"/>
                  <a:gd name="T3" fmla="*/ 461 h 118"/>
                  <a:gd name="T4" fmla="*/ 0 w 10"/>
                  <a:gd name="T5" fmla="*/ 655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8">
                    <a:moveTo>
                      <a:pt x="4" y="0"/>
                    </a:moveTo>
                    <a:cubicBezTo>
                      <a:pt x="4" y="28"/>
                      <a:pt x="10" y="55"/>
                      <a:pt x="9" y="83"/>
                    </a:cubicBezTo>
                    <a:cubicBezTo>
                      <a:pt x="9" y="92"/>
                      <a:pt x="9" y="114"/>
                      <a:pt x="0" y="118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77" name="Freeform 1292">
                <a:extLst>
                  <a:ext uri="{FF2B5EF4-FFF2-40B4-BE49-F238E27FC236}">
                    <a16:creationId xmlns:a16="http://schemas.microsoft.com/office/drawing/2014/main" id="{ADCF30D1-D5C8-4EAF-8BD9-0144525D3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332"/>
                <a:ext cx="50" cy="237"/>
              </a:xfrm>
              <a:custGeom>
                <a:avLst/>
                <a:gdLst>
                  <a:gd name="T0" fmla="*/ 0 w 30"/>
                  <a:gd name="T1" fmla="*/ 752 h 133"/>
                  <a:gd name="T2" fmla="*/ 117 w 30"/>
                  <a:gd name="T3" fmla="*/ 248 h 133"/>
                  <a:gd name="T4" fmla="*/ 78 w 30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33">
                    <a:moveTo>
                      <a:pt x="0" y="133"/>
                    </a:moveTo>
                    <a:cubicBezTo>
                      <a:pt x="17" y="108"/>
                      <a:pt x="30" y="74"/>
                      <a:pt x="25" y="44"/>
                    </a:cubicBezTo>
                    <a:cubicBezTo>
                      <a:pt x="22" y="29"/>
                      <a:pt x="16" y="1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78" name="Freeform 1293">
                <a:extLst>
                  <a:ext uri="{FF2B5EF4-FFF2-40B4-BE49-F238E27FC236}">
                    <a16:creationId xmlns:a16="http://schemas.microsoft.com/office/drawing/2014/main" id="{82E9F0E3-0951-4893-B983-5B837B6B8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264"/>
                <a:ext cx="98" cy="253"/>
              </a:xfrm>
              <a:custGeom>
                <a:avLst/>
                <a:gdLst>
                  <a:gd name="T0" fmla="*/ 0 w 59"/>
                  <a:gd name="T1" fmla="*/ 0 h 142"/>
                  <a:gd name="T2" fmla="*/ 5 w 59"/>
                  <a:gd name="T3" fmla="*/ 143 h 142"/>
                  <a:gd name="T4" fmla="*/ 63 w 59"/>
                  <a:gd name="T5" fmla="*/ 403 h 142"/>
                  <a:gd name="T6" fmla="*/ 251 w 59"/>
                  <a:gd name="T7" fmla="*/ 804 h 142"/>
                  <a:gd name="T8" fmla="*/ 243 w 59"/>
                  <a:gd name="T9" fmla="*/ 657 h 142"/>
                  <a:gd name="T10" fmla="*/ 208 w 59"/>
                  <a:gd name="T11" fmla="*/ 390 h 142"/>
                  <a:gd name="T12" fmla="*/ 118 w 59"/>
                  <a:gd name="T13" fmla="*/ 146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42">
                    <a:moveTo>
                      <a:pt x="0" y="0"/>
                    </a:moveTo>
                    <a:cubicBezTo>
                      <a:pt x="3" y="8"/>
                      <a:pt x="0" y="17"/>
                      <a:pt x="1" y="25"/>
                    </a:cubicBezTo>
                    <a:cubicBezTo>
                      <a:pt x="3" y="41"/>
                      <a:pt x="9" y="56"/>
                      <a:pt x="14" y="71"/>
                    </a:cubicBezTo>
                    <a:cubicBezTo>
                      <a:pt x="24" y="96"/>
                      <a:pt x="38" y="122"/>
                      <a:pt x="55" y="142"/>
                    </a:cubicBezTo>
                    <a:cubicBezTo>
                      <a:pt x="59" y="136"/>
                      <a:pt x="54" y="123"/>
                      <a:pt x="53" y="116"/>
                    </a:cubicBezTo>
                    <a:cubicBezTo>
                      <a:pt x="49" y="102"/>
                      <a:pt x="49" y="83"/>
                      <a:pt x="45" y="69"/>
                    </a:cubicBezTo>
                    <a:cubicBezTo>
                      <a:pt x="40" y="51"/>
                      <a:pt x="33" y="43"/>
                      <a:pt x="26" y="2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79" name="Freeform 1294">
                <a:extLst>
                  <a:ext uri="{FF2B5EF4-FFF2-40B4-BE49-F238E27FC236}">
                    <a16:creationId xmlns:a16="http://schemas.microsoft.com/office/drawing/2014/main" id="{04F79D61-F507-48ED-814C-3424EC453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3387"/>
                <a:ext cx="68" cy="137"/>
              </a:xfrm>
              <a:custGeom>
                <a:avLst/>
                <a:gdLst>
                  <a:gd name="T0" fmla="*/ 0 w 41"/>
                  <a:gd name="T1" fmla="*/ 0 h 77"/>
                  <a:gd name="T2" fmla="*/ 187 w 41"/>
                  <a:gd name="T3" fmla="*/ 434 h 77"/>
                  <a:gd name="T4" fmla="*/ 159 w 41"/>
                  <a:gd name="T5" fmla="*/ 89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77">
                    <a:moveTo>
                      <a:pt x="0" y="0"/>
                    </a:moveTo>
                    <a:cubicBezTo>
                      <a:pt x="4" y="26"/>
                      <a:pt x="15" y="65"/>
                      <a:pt x="41" y="77"/>
                    </a:cubicBezTo>
                    <a:cubicBezTo>
                      <a:pt x="34" y="62"/>
                      <a:pt x="34" y="33"/>
                      <a:pt x="35" y="1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80" name="Freeform 1295">
                <a:extLst>
                  <a:ext uri="{FF2B5EF4-FFF2-40B4-BE49-F238E27FC236}">
                    <a16:creationId xmlns:a16="http://schemas.microsoft.com/office/drawing/2014/main" id="{DFC4233B-1826-43A1-935B-F807D263F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3537"/>
                <a:ext cx="13" cy="114"/>
              </a:xfrm>
              <a:custGeom>
                <a:avLst/>
                <a:gdLst>
                  <a:gd name="T0" fmla="*/ 34 w 8"/>
                  <a:gd name="T1" fmla="*/ 362 h 64"/>
                  <a:gd name="T2" fmla="*/ 0 w 8"/>
                  <a:gd name="T3" fmla="*/ 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4">
                    <a:moveTo>
                      <a:pt x="8" y="64"/>
                    </a:moveTo>
                    <a:cubicBezTo>
                      <a:pt x="8" y="25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81" name="Freeform 1296">
                <a:extLst>
                  <a:ext uri="{FF2B5EF4-FFF2-40B4-BE49-F238E27FC236}">
                    <a16:creationId xmlns:a16="http://schemas.microsoft.com/office/drawing/2014/main" id="{C0989609-493A-4874-B069-9C29B9FC6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604"/>
                <a:ext cx="36" cy="48"/>
              </a:xfrm>
              <a:custGeom>
                <a:avLst/>
                <a:gdLst>
                  <a:gd name="T0" fmla="*/ 5 w 22"/>
                  <a:gd name="T1" fmla="*/ 151 h 27"/>
                  <a:gd name="T2" fmla="*/ 0 w 22"/>
                  <a:gd name="T3" fmla="*/ 0 h 27"/>
                  <a:gd name="T4" fmla="*/ 97 w 22"/>
                  <a:gd name="T5" fmla="*/ 15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7">
                    <a:moveTo>
                      <a:pt x="1" y="27"/>
                    </a:moveTo>
                    <a:cubicBezTo>
                      <a:pt x="0" y="11"/>
                      <a:pt x="0" y="0"/>
                      <a:pt x="0" y="0"/>
                    </a:cubicBezTo>
                    <a:cubicBezTo>
                      <a:pt x="0" y="0"/>
                      <a:pt x="10" y="12"/>
                      <a:pt x="22" y="2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82" name="Freeform 1297">
                <a:extLst>
                  <a:ext uri="{FF2B5EF4-FFF2-40B4-BE49-F238E27FC236}">
                    <a16:creationId xmlns:a16="http://schemas.microsoft.com/office/drawing/2014/main" id="{9617AA22-7750-43FF-B23A-C136A0053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604"/>
                <a:ext cx="46" cy="50"/>
              </a:xfrm>
              <a:custGeom>
                <a:avLst/>
                <a:gdLst>
                  <a:gd name="T0" fmla="*/ 125 w 28"/>
                  <a:gd name="T1" fmla="*/ 159 h 28"/>
                  <a:gd name="T2" fmla="*/ 0 w 2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28" y="28"/>
                    </a:moveTo>
                    <a:cubicBezTo>
                      <a:pt x="17" y="1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83" name="Freeform 1298">
                <a:extLst>
                  <a:ext uri="{FF2B5EF4-FFF2-40B4-BE49-F238E27FC236}">
                    <a16:creationId xmlns:a16="http://schemas.microsoft.com/office/drawing/2014/main" id="{E2DDE48F-0C5E-4092-B805-511FF9582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3524"/>
                <a:ext cx="25" cy="82"/>
              </a:xfrm>
              <a:custGeom>
                <a:avLst/>
                <a:gdLst>
                  <a:gd name="T0" fmla="*/ 0 w 15"/>
                  <a:gd name="T1" fmla="*/ 0 h 46"/>
                  <a:gd name="T2" fmla="*/ 70 w 15"/>
                  <a:gd name="T3" fmla="*/ 26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6">
                    <a:moveTo>
                      <a:pt x="0" y="0"/>
                    </a:moveTo>
                    <a:cubicBezTo>
                      <a:pt x="8" y="27"/>
                      <a:pt x="15" y="46"/>
                      <a:pt x="15" y="4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84" name="Freeform 1299">
                <a:extLst>
                  <a:ext uri="{FF2B5EF4-FFF2-40B4-BE49-F238E27FC236}">
                    <a16:creationId xmlns:a16="http://schemas.microsoft.com/office/drawing/2014/main" id="{F62C7E29-9966-4CE4-9867-C08FE9466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517"/>
                <a:ext cx="55" cy="134"/>
              </a:xfrm>
              <a:custGeom>
                <a:avLst/>
                <a:gdLst>
                  <a:gd name="T0" fmla="*/ 0 w 33"/>
                  <a:gd name="T1" fmla="*/ 0 h 75"/>
                  <a:gd name="T2" fmla="*/ 153 w 33"/>
                  <a:gd name="T3" fmla="*/ 427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75">
                    <a:moveTo>
                      <a:pt x="0" y="0"/>
                    </a:moveTo>
                    <a:cubicBezTo>
                      <a:pt x="11" y="18"/>
                      <a:pt x="25" y="51"/>
                      <a:pt x="33" y="75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85" name="Freeform 1300">
                <a:extLst>
                  <a:ext uri="{FF2B5EF4-FFF2-40B4-BE49-F238E27FC236}">
                    <a16:creationId xmlns:a16="http://schemas.microsoft.com/office/drawing/2014/main" id="{27AC3257-8B9A-4A20-97A3-799B583A7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515"/>
                <a:ext cx="20" cy="137"/>
              </a:xfrm>
              <a:custGeom>
                <a:avLst/>
                <a:gdLst>
                  <a:gd name="T0" fmla="*/ 55 w 12"/>
                  <a:gd name="T1" fmla="*/ 434 h 77"/>
                  <a:gd name="T2" fmla="*/ 0 w 12"/>
                  <a:gd name="T3" fmla="*/ 0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7">
                    <a:moveTo>
                      <a:pt x="12" y="77"/>
                    </a:moveTo>
                    <a:cubicBezTo>
                      <a:pt x="12" y="48"/>
                      <a:pt x="7" y="1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86" name="Freeform 1301">
                <a:extLst>
                  <a:ext uri="{FF2B5EF4-FFF2-40B4-BE49-F238E27FC236}">
                    <a16:creationId xmlns:a16="http://schemas.microsoft.com/office/drawing/2014/main" id="{D1CA729B-C758-4288-9775-A642463A4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296"/>
                <a:ext cx="86" cy="120"/>
              </a:xfrm>
              <a:custGeom>
                <a:avLst/>
                <a:gdLst>
                  <a:gd name="T0" fmla="*/ 0 w 51"/>
                  <a:gd name="T1" fmla="*/ 52 h 67"/>
                  <a:gd name="T2" fmla="*/ 105 w 51"/>
                  <a:gd name="T3" fmla="*/ 276 h 67"/>
                  <a:gd name="T4" fmla="*/ 132 w 51"/>
                  <a:gd name="T5" fmla="*/ 385 h 67"/>
                  <a:gd name="T6" fmla="*/ 211 w 51"/>
                  <a:gd name="T7" fmla="*/ 0 h 67"/>
                  <a:gd name="T8" fmla="*/ 245 w 51"/>
                  <a:gd name="T9" fmla="*/ 154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7">
                    <a:moveTo>
                      <a:pt x="0" y="9"/>
                    </a:moveTo>
                    <a:cubicBezTo>
                      <a:pt x="4" y="23"/>
                      <a:pt x="18" y="32"/>
                      <a:pt x="22" y="48"/>
                    </a:cubicBezTo>
                    <a:cubicBezTo>
                      <a:pt x="24" y="54"/>
                      <a:pt x="25" y="61"/>
                      <a:pt x="27" y="67"/>
                    </a:cubicBezTo>
                    <a:cubicBezTo>
                      <a:pt x="21" y="49"/>
                      <a:pt x="36" y="15"/>
                      <a:pt x="44" y="0"/>
                    </a:cubicBezTo>
                    <a:cubicBezTo>
                      <a:pt x="47" y="6"/>
                      <a:pt x="49" y="20"/>
                      <a:pt x="51" y="2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87" name="Freeform 1302">
                <a:extLst>
                  <a:ext uri="{FF2B5EF4-FFF2-40B4-BE49-F238E27FC236}">
                    <a16:creationId xmlns:a16="http://schemas.microsoft.com/office/drawing/2014/main" id="{BA411FDA-9F9A-408E-B1FE-AF6C3E7A7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3263"/>
                <a:ext cx="36" cy="85"/>
              </a:xfrm>
              <a:custGeom>
                <a:avLst/>
                <a:gdLst>
                  <a:gd name="T0" fmla="*/ 13 w 22"/>
                  <a:gd name="T1" fmla="*/ 267 h 48"/>
                  <a:gd name="T2" fmla="*/ 97 w 22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8">
                    <a:moveTo>
                      <a:pt x="3" y="48"/>
                    </a:moveTo>
                    <a:cubicBezTo>
                      <a:pt x="0" y="38"/>
                      <a:pt x="14" y="8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88" name="Freeform 1303">
                <a:extLst>
                  <a:ext uri="{FF2B5EF4-FFF2-40B4-BE49-F238E27FC236}">
                    <a16:creationId xmlns:a16="http://schemas.microsoft.com/office/drawing/2014/main" id="{6E6A2F16-AAC8-41D6-B09E-1E755C0BA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263"/>
                <a:ext cx="43" cy="48"/>
              </a:xfrm>
              <a:custGeom>
                <a:avLst/>
                <a:gdLst>
                  <a:gd name="T0" fmla="*/ 0 w 26"/>
                  <a:gd name="T1" fmla="*/ 0 h 27"/>
                  <a:gd name="T2" fmla="*/ 117 w 26"/>
                  <a:gd name="T3" fmla="*/ 15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9" y="1"/>
                      <a:pt x="22" y="19"/>
                      <a:pt x="26" y="2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89" name="Freeform 1304">
                <a:extLst>
                  <a:ext uri="{FF2B5EF4-FFF2-40B4-BE49-F238E27FC236}">
                    <a16:creationId xmlns:a16="http://schemas.microsoft.com/office/drawing/2014/main" id="{04587CC6-861F-460E-A347-C35A69D01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138"/>
                <a:ext cx="60" cy="155"/>
              </a:xfrm>
              <a:custGeom>
                <a:avLst/>
                <a:gdLst>
                  <a:gd name="T0" fmla="*/ 0 w 36"/>
                  <a:gd name="T1" fmla="*/ 0 h 87"/>
                  <a:gd name="T2" fmla="*/ 78 w 36"/>
                  <a:gd name="T3" fmla="*/ 260 h 87"/>
                  <a:gd name="T4" fmla="*/ 167 w 36"/>
                  <a:gd name="T5" fmla="*/ 492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87">
                    <a:moveTo>
                      <a:pt x="0" y="0"/>
                    </a:moveTo>
                    <a:cubicBezTo>
                      <a:pt x="7" y="15"/>
                      <a:pt x="9" y="31"/>
                      <a:pt x="17" y="46"/>
                    </a:cubicBezTo>
                    <a:cubicBezTo>
                      <a:pt x="21" y="53"/>
                      <a:pt x="31" y="83"/>
                      <a:pt x="36" y="8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90" name="Freeform 1305">
                <a:extLst>
                  <a:ext uri="{FF2B5EF4-FFF2-40B4-BE49-F238E27FC236}">
                    <a16:creationId xmlns:a16="http://schemas.microsoft.com/office/drawing/2014/main" id="{AC0B982D-9E67-450C-8346-E4BBC1670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3111"/>
                <a:ext cx="23" cy="218"/>
              </a:xfrm>
              <a:custGeom>
                <a:avLst/>
                <a:gdLst>
                  <a:gd name="T0" fmla="*/ 26 w 14"/>
                  <a:gd name="T1" fmla="*/ 0 h 122"/>
                  <a:gd name="T2" fmla="*/ 35 w 14"/>
                  <a:gd name="T3" fmla="*/ 463 h 122"/>
                  <a:gd name="T4" fmla="*/ 0 w 14"/>
                  <a:gd name="T5" fmla="*/ 697 h 1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2">
                    <a:moveTo>
                      <a:pt x="6" y="0"/>
                    </a:moveTo>
                    <a:cubicBezTo>
                      <a:pt x="13" y="27"/>
                      <a:pt x="14" y="55"/>
                      <a:pt x="8" y="81"/>
                    </a:cubicBezTo>
                    <a:cubicBezTo>
                      <a:pt x="5" y="95"/>
                      <a:pt x="5" y="110"/>
                      <a:pt x="0" y="12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91" name="Freeform 1306">
                <a:extLst>
                  <a:ext uri="{FF2B5EF4-FFF2-40B4-BE49-F238E27FC236}">
                    <a16:creationId xmlns:a16="http://schemas.microsoft.com/office/drawing/2014/main" id="{BAD522C4-CB57-41A1-8EF1-B0645AC1D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3115"/>
                <a:ext cx="47" cy="187"/>
              </a:xfrm>
              <a:custGeom>
                <a:avLst/>
                <a:gdLst>
                  <a:gd name="T0" fmla="*/ 0 w 28"/>
                  <a:gd name="T1" fmla="*/ 0 h 105"/>
                  <a:gd name="T2" fmla="*/ 133 w 28"/>
                  <a:gd name="T3" fmla="*/ 593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05">
                    <a:moveTo>
                      <a:pt x="0" y="0"/>
                    </a:moveTo>
                    <a:cubicBezTo>
                      <a:pt x="18" y="32"/>
                      <a:pt x="21" y="69"/>
                      <a:pt x="28" y="105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92" name="Freeform 1307">
                <a:extLst>
                  <a:ext uri="{FF2B5EF4-FFF2-40B4-BE49-F238E27FC236}">
                    <a16:creationId xmlns:a16="http://schemas.microsoft.com/office/drawing/2014/main" id="{C8F8ED46-73DD-43C4-B056-7000DAF07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727"/>
                <a:ext cx="29" cy="157"/>
              </a:xfrm>
              <a:custGeom>
                <a:avLst/>
                <a:gdLst>
                  <a:gd name="T0" fmla="*/ 84 w 17"/>
                  <a:gd name="T1" fmla="*/ 500 h 88"/>
                  <a:gd name="T2" fmla="*/ 0 w 17"/>
                  <a:gd name="T3" fmla="*/ 0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8">
                    <a:moveTo>
                      <a:pt x="17" y="88"/>
                    </a:moveTo>
                    <a:cubicBezTo>
                      <a:pt x="14" y="59"/>
                      <a:pt x="9" y="2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93" name="Freeform 1308">
                <a:extLst>
                  <a:ext uri="{FF2B5EF4-FFF2-40B4-BE49-F238E27FC236}">
                    <a16:creationId xmlns:a16="http://schemas.microsoft.com/office/drawing/2014/main" id="{3FF5AC46-3C88-4689-B6DB-DF3C751FD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126"/>
                <a:ext cx="42" cy="206"/>
              </a:xfrm>
              <a:custGeom>
                <a:avLst/>
                <a:gdLst>
                  <a:gd name="T0" fmla="*/ 0 w 25"/>
                  <a:gd name="T1" fmla="*/ 0 h 116"/>
                  <a:gd name="T2" fmla="*/ 71 w 25"/>
                  <a:gd name="T3" fmla="*/ 387 h 116"/>
                  <a:gd name="T4" fmla="*/ 111 w 25"/>
                  <a:gd name="T5" fmla="*/ 650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16">
                    <a:moveTo>
                      <a:pt x="0" y="0"/>
                    </a:moveTo>
                    <a:cubicBezTo>
                      <a:pt x="12" y="14"/>
                      <a:pt x="11" y="52"/>
                      <a:pt x="15" y="69"/>
                    </a:cubicBezTo>
                    <a:cubicBezTo>
                      <a:pt x="19" y="89"/>
                      <a:pt x="25" y="103"/>
                      <a:pt x="23" y="11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94" name="Freeform 1309">
                <a:extLst>
                  <a:ext uri="{FF2B5EF4-FFF2-40B4-BE49-F238E27FC236}">
                    <a16:creationId xmlns:a16="http://schemas.microsoft.com/office/drawing/2014/main" id="{2262DFAD-FEC2-418A-BB26-9643449B6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3586"/>
                <a:ext cx="5" cy="66"/>
              </a:xfrm>
              <a:custGeom>
                <a:avLst/>
                <a:gdLst>
                  <a:gd name="T0" fmla="*/ 0 w 3"/>
                  <a:gd name="T1" fmla="*/ 0 h 37"/>
                  <a:gd name="T2" fmla="*/ 13 w 3"/>
                  <a:gd name="T3" fmla="*/ 21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7">
                    <a:moveTo>
                      <a:pt x="0" y="0"/>
                    </a:moveTo>
                    <a:cubicBezTo>
                      <a:pt x="0" y="5"/>
                      <a:pt x="3" y="36"/>
                      <a:pt x="3" y="3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95" name="Freeform 1310">
                <a:extLst>
                  <a:ext uri="{FF2B5EF4-FFF2-40B4-BE49-F238E27FC236}">
                    <a16:creationId xmlns:a16="http://schemas.microsoft.com/office/drawing/2014/main" id="{62CC088A-47E8-431F-9359-B9025A6E7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3384"/>
                <a:ext cx="69" cy="242"/>
              </a:xfrm>
              <a:custGeom>
                <a:avLst/>
                <a:gdLst>
                  <a:gd name="T0" fmla="*/ 0 w 41"/>
                  <a:gd name="T1" fmla="*/ 0 h 136"/>
                  <a:gd name="T2" fmla="*/ 82 w 41"/>
                  <a:gd name="T3" fmla="*/ 180 h 136"/>
                  <a:gd name="T4" fmla="*/ 173 w 41"/>
                  <a:gd name="T5" fmla="*/ 422 h 136"/>
                  <a:gd name="T6" fmla="*/ 190 w 41"/>
                  <a:gd name="T7" fmla="*/ 767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36">
                    <a:moveTo>
                      <a:pt x="0" y="0"/>
                    </a:moveTo>
                    <a:cubicBezTo>
                      <a:pt x="4" y="7"/>
                      <a:pt x="12" y="27"/>
                      <a:pt x="17" y="32"/>
                    </a:cubicBezTo>
                    <a:cubicBezTo>
                      <a:pt x="25" y="42"/>
                      <a:pt x="34" y="62"/>
                      <a:pt x="36" y="75"/>
                    </a:cubicBezTo>
                    <a:cubicBezTo>
                      <a:pt x="41" y="96"/>
                      <a:pt x="36" y="115"/>
                      <a:pt x="40" y="13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96" name="Freeform 1311">
                <a:extLst>
                  <a:ext uri="{FF2B5EF4-FFF2-40B4-BE49-F238E27FC236}">
                    <a16:creationId xmlns:a16="http://schemas.microsoft.com/office/drawing/2014/main" id="{BB508137-E8BB-4C91-81FC-A06066794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3572"/>
                <a:ext cx="35" cy="79"/>
              </a:xfrm>
              <a:custGeom>
                <a:avLst/>
                <a:gdLst>
                  <a:gd name="T0" fmla="*/ 0 w 21"/>
                  <a:gd name="T1" fmla="*/ 0 h 44"/>
                  <a:gd name="T2" fmla="*/ 97 w 21"/>
                  <a:gd name="T3" fmla="*/ 255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4">
                    <a:moveTo>
                      <a:pt x="0" y="0"/>
                    </a:moveTo>
                    <a:cubicBezTo>
                      <a:pt x="12" y="10"/>
                      <a:pt x="17" y="28"/>
                      <a:pt x="21" y="44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97" name="Freeform 1312">
                <a:extLst>
                  <a:ext uri="{FF2B5EF4-FFF2-40B4-BE49-F238E27FC236}">
                    <a16:creationId xmlns:a16="http://schemas.microsoft.com/office/drawing/2014/main" id="{D8F60013-D261-4BC1-90A1-4CF94162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3067"/>
                <a:ext cx="12" cy="110"/>
              </a:xfrm>
              <a:custGeom>
                <a:avLst/>
                <a:gdLst>
                  <a:gd name="T0" fmla="*/ 0 w 7"/>
                  <a:gd name="T1" fmla="*/ 0 h 62"/>
                  <a:gd name="T2" fmla="*/ 36 w 7"/>
                  <a:gd name="T3" fmla="*/ 346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2">
                    <a:moveTo>
                      <a:pt x="0" y="0"/>
                    </a:moveTo>
                    <a:cubicBezTo>
                      <a:pt x="0" y="20"/>
                      <a:pt x="4" y="42"/>
                      <a:pt x="7" y="6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64" name="Group 1313">
              <a:extLst>
                <a:ext uri="{FF2B5EF4-FFF2-40B4-BE49-F238E27FC236}">
                  <a16:creationId xmlns:a16="http://schemas.microsoft.com/office/drawing/2014/main" id="{42AE6A67-D08B-406E-934C-EA9AD77ED0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6" y="2690"/>
              <a:ext cx="998" cy="968"/>
              <a:chOff x="776" y="2690"/>
              <a:chExt cx="998" cy="968"/>
            </a:xfrm>
          </p:grpSpPr>
          <p:sp>
            <p:nvSpPr>
              <p:cNvPr id="123098" name="Freeform 1314">
                <a:extLst>
                  <a:ext uri="{FF2B5EF4-FFF2-40B4-BE49-F238E27FC236}">
                    <a16:creationId xmlns:a16="http://schemas.microsoft.com/office/drawing/2014/main" id="{9DB288A4-F945-4B99-B3FF-43495E156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3204"/>
                <a:ext cx="10" cy="59"/>
              </a:xfrm>
              <a:custGeom>
                <a:avLst/>
                <a:gdLst>
                  <a:gd name="T0" fmla="*/ 0 w 6"/>
                  <a:gd name="T1" fmla="*/ 0 h 33"/>
                  <a:gd name="T2" fmla="*/ 20 w 6"/>
                  <a:gd name="T3" fmla="*/ 18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3">
                    <a:moveTo>
                      <a:pt x="0" y="0"/>
                    </a:moveTo>
                    <a:cubicBezTo>
                      <a:pt x="5" y="11"/>
                      <a:pt x="6" y="21"/>
                      <a:pt x="4" y="33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99" name="Freeform 1315">
                <a:extLst>
                  <a:ext uri="{FF2B5EF4-FFF2-40B4-BE49-F238E27FC236}">
                    <a16:creationId xmlns:a16="http://schemas.microsoft.com/office/drawing/2014/main" id="{1C840764-D8D6-4DB4-9A0A-87086246F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3494"/>
                <a:ext cx="17" cy="114"/>
              </a:xfrm>
              <a:custGeom>
                <a:avLst/>
                <a:gdLst>
                  <a:gd name="T0" fmla="*/ 29 w 10"/>
                  <a:gd name="T1" fmla="*/ 0 h 64"/>
                  <a:gd name="T2" fmla="*/ 49 w 10"/>
                  <a:gd name="T3" fmla="*/ 362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4">
                    <a:moveTo>
                      <a:pt x="6" y="0"/>
                    </a:moveTo>
                    <a:cubicBezTo>
                      <a:pt x="0" y="18"/>
                      <a:pt x="5" y="47"/>
                      <a:pt x="10" y="64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00" name="Freeform 1316">
                <a:extLst>
                  <a:ext uri="{FF2B5EF4-FFF2-40B4-BE49-F238E27FC236}">
                    <a16:creationId xmlns:a16="http://schemas.microsoft.com/office/drawing/2014/main" id="{F4F1A6E9-780B-40EE-8FBD-2F7C06082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999"/>
                <a:ext cx="13" cy="104"/>
              </a:xfrm>
              <a:custGeom>
                <a:avLst/>
                <a:gdLst>
                  <a:gd name="T0" fmla="*/ 0 w 8"/>
                  <a:gd name="T1" fmla="*/ 0 h 58"/>
                  <a:gd name="T2" fmla="*/ 29 w 8"/>
                  <a:gd name="T3" fmla="*/ 264 h 58"/>
                  <a:gd name="T4" fmla="*/ 34 w 8"/>
                  <a:gd name="T5" fmla="*/ 334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8">
                    <a:moveTo>
                      <a:pt x="0" y="0"/>
                    </a:moveTo>
                    <a:cubicBezTo>
                      <a:pt x="0" y="15"/>
                      <a:pt x="6" y="31"/>
                      <a:pt x="7" y="46"/>
                    </a:cubicBezTo>
                    <a:cubicBezTo>
                      <a:pt x="7" y="50"/>
                      <a:pt x="8" y="54"/>
                      <a:pt x="8" y="58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01" name="Freeform 1317">
                <a:extLst>
                  <a:ext uri="{FF2B5EF4-FFF2-40B4-BE49-F238E27FC236}">
                    <a16:creationId xmlns:a16="http://schemas.microsoft.com/office/drawing/2014/main" id="{408F1359-3A7A-41D8-9F00-551C42381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775"/>
                <a:ext cx="9" cy="91"/>
              </a:xfrm>
              <a:custGeom>
                <a:avLst/>
                <a:gdLst>
                  <a:gd name="T0" fmla="*/ 29 w 5"/>
                  <a:gd name="T1" fmla="*/ 0 h 51"/>
                  <a:gd name="T2" fmla="*/ 7 w 5"/>
                  <a:gd name="T3" fmla="*/ 289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cubicBezTo>
                      <a:pt x="2" y="17"/>
                      <a:pt x="0" y="34"/>
                      <a:pt x="1" y="51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02" name="Freeform 1318">
                <a:extLst>
                  <a:ext uri="{FF2B5EF4-FFF2-40B4-BE49-F238E27FC236}">
                    <a16:creationId xmlns:a16="http://schemas.microsoft.com/office/drawing/2014/main" id="{90120960-8F96-43D8-8433-E11548B1C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03" name="Freeform 1319">
                <a:extLst>
                  <a:ext uri="{FF2B5EF4-FFF2-40B4-BE49-F238E27FC236}">
                    <a16:creationId xmlns:a16="http://schemas.microsoft.com/office/drawing/2014/main" id="{05321113-4923-4A38-997E-3C3540E90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697"/>
                <a:ext cx="60" cy="158"/>
              </a:xfrm>
              <a:custGeom>
                <a:avLst/>
                <a:gdLst>
                  <a:gd name="T0" fmla="*/ 130 w 36"/>
                  <a:gd name="T1" fmla="*/ 0 h 89"/>
                  <a:gd name="T2" fmla="*/ 158 w 36"/>
                  <a:gd name="T3" fmla="*/ 245 h 89"/>
                  <a:gd name="T4" fmla="*/ 117 w 36"/>
                  <a:gd name="T5" fmla="*/ 410 h 89"/>
                  <a:gd name="T6" fmla="*/ 0 w 36"/>
                  <a:gd name="T7" fmla="*/ 50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9">
                    <a:moveTo>
                      <a:pt x="28" y="0"/>
                    </a:moveTo>
                    <a:cubicBezTo>
                      <a:pt x="31" y="15"/>
                      <a:pt x="30" y="29"/>
                      <a:pt x="34" y="44"/>
                    </a:cubicBezTo>
                    <a:cubicBezTo>
                      <a:pt x="36" y="53"/>
                      <a:pt x="33" y="67"/>
                      <a:pt x="25" y="73"/>
                    </a:cubicBezTo>
                    <a:cubicBezTo>
                      <a:pt x="4" y="89"/>
                      <a:pt x="3" y="19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04" name="Freeform 1320">
                <a:extLst>
                  <a:ext uri="{FF2B5EF4-FFF2-40B4-BE49-F238E27FC236}">
                    <a16:creationId xmlns:a16="http://schemas.microsoft.com/office/drawing/2014/main" id="{CB21155C-5FC5-45C3-8B33-7BC4F6111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752"/>
                <a:ext cx="75" cy="30"/>
              </a:xfrm>
              <a:custGeom>
                <a:avLst/>
                <a:gdLst>
                  <a:gd name="T0" fmla="*/ 0 w 45"/>
                  <a:gd name="T1" fmla="*/ 37 h 17"/>
                  <a:gd name="T2" fmla="*/ 208 w 4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7">
                    <a:moveTo>
                      <a:pt x="0" y="7"/>
                    </a:moveTo>
                    <a:cubicBezTo>
                      <a:pt x="13" y="17"/>
                      <a:pt x="32" y="8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05" name="Freeform 1321">
                <a:extLst>
                  <a:ext uri="{FF2B5EF4-FFF2-40B4-BE49-F238E27FC236}">
                    <a16:creationId xmlns:a16="http://schemas.microsoft.com/office/drawing/2014/main" id="{26347916-6A71-4055-89A7-B6EF0590B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3062"/>
                <a:ext cx="37" cy="137"/>
              </a:xfrm>
              <a:custGeom>
                <a:avLst/>
                <a:gdLst>
                  <a:gd name="T0" fmla="*/ 57 w 22"/>
                  <a:gd name="T1" fmla="*/ 0 h 77"/>
                  <a:gd name="T2" fmla="*/ 99 w 22"/>
                  <a:gd name="T3" fmla="*/ 317 h 77"/>
                  <a:gd name="T4" fmla="*/ 91 w 22"/>
                  <a:gd name="T5" fmla="*/ 399 h 77"/>
                  <a:gd name="T6" fmla="*/ 0 w 22"/>
                  <a:gd name="T7" fmla="*/ 434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77">
                    <a:moveTo>
                      <a:pt x="12" y="0"/>
                    </a:moveTo>
                    <a:cubicBezTo>
                      <a:pt x="17" y="19"/>
                      <a:pt x="21" y="36"/>
                      <a:pt x="21" y="56"/>
                    </a:cubicBezTo>
                    <a:cubicBezTo>
                      <a:pt x="21" y="60"/>
                      <a:pt x="22" y="68"/>
                      <a:pt x="19" y="71"/>
                    </a:cubicBezTo>
                    <a:cubicBezTo>
                      <a:pt x="17" y="74"/>
                      <a:pt x="4" y="77"/>
                      <a:pt x="0" y="7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06" name="Freeform 1322">
                <a:extLst>
                  <a:ext uri="{FF2B5EF4-FFF2-40B4-BE49-F238E27FC236}">
                    <a16:creationId xmlns:a16="http://schemas.microsoft.com/office/drawing/2014/main" id="{18EF09DA-8F5A-4F62-837C-D0DF989E7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805"/>
                <a:ext cx="67" cy="121"/>
              </a:xfrm>
              <a:custGeom>
                <a:avLst/>
                <a:gdLst>
                  <a:gd name="T0" fmla="*/ 151 w 40"/>
                  <a:gd name="T1" fmla="*/ 0 h 68"/>
                  <a:gd name="T2" fmla="*/ 188 w 40"/>
                  <a:gd name="T3" fmla="*/ 265 h 68"/>
                  <a:gd name="T4" fmla="*/ 99 w 40"/>
                  <a:gd name="T5" fmla="*/ 370 h 68"/>
                  <a:gd name="T6" fmla="*/ 5 w 40"/>
                  <a:gd name="T7" fmla="*/ 237 h 68"/>
                  <a:gd name="T8" fmla="*/ 28 w 40"/>
                  <a:gd name="T9" fmla="*/ 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68">
                    <a:moveTo>
                      <a:pt x="32" y="0"/>
                    </a:moveTo>
                    <a:cubicBezTo>
                      <a:pt x="32" y="13"/>
                      <a:pt x="39" y="34"/>
                      <a:pt x="40" y="47"/>
                    </a:cubicBezTo>
                    <a:cubicBezTo>
                      <a:pt x="40" y="61"/>
                      <a:pt x="35" y="68"/>
                      <a:pt x="21" y="66"/>
                    </a:cubicBezTo>
                    <a:cubicBezTo>
                      <a:pt x="4" y="64"/>
                      <a:pt x="5" y="59"/>
                      <a:pt x="1" y="42"/>
                    </a:cubicBezTo>
                    <a:cubicBezTo>
                      <a:pt x="0" y="32"/>
                      <a:pt x="9" y="9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07" name="Freeform 1323">
                <a:extLst>
                  <a:ext uri="{FF2B5EF4-FFF2-40B4-BE49-F238E27FC236}">
                    <a16:creationId xmlns:a16="http://schemas.microsoft.com/office/drawing/2014/main" id="{AA3B2AE9-9D04-420A-B77A-D78FC0D25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2887"/>
                <a:ext cx="47" cy="9"/>
              </a:xfrm>
              <a:custGeom>
                <a:avLst/>
                <a:gdLst>
                  <a:gd name="T0" fmla="*/ 0 w 28"/>
                  <a:gd name="T1" fmla="*/ 23 h 5"/>
                  <a:gd name="T2" fmla="*/ 133 w 2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">
                    <a:moveTo>
                      <a:pt x="0" y="4"/>
                    </a:moveTo>
                    <a:cubicBezTo>
                      <a:pt x="10" y="5"/>
                      <a:pt x="19" y="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08" name="Freeform 1324">
                <a:extLst>
                  <a:ext uri="{FF2B5EF4-FFF2-40B4-BE49-F238E27FC236}">
                    <a16:creationId xmlns:a16="http://schemas.microsoft.com/office/drawing/2014/main" id="{7A5641DE-132D-4AC7-9FD7-BE5B05627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916"/>
                <a:ext cx="63" cy="82"/>
              </a:xfrm>
              <a:custGeom>
                <a:avLst/>
                <a:gdLst>
                  <a:gd name="T0" fmla="*/ 133 w 38"/>
                  <a:gd name="T1" fmla="*/ 0 h 46"/>
                  <a:gd name="T2" fmla="*/ 133 w 38"/>
                  <a:gd name="T3" fmla="*/ 210 h 46"/>
                  <a:gd name="T4" fmla="*/ 0 w 38"/>
                  <a:gd name="T5" fmla="*/ 24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6">
                    <a:moveTo>
                      <a:pt x="29" y="0"/>
                    </a:moveTo>
                    <a:cubicBezTo>
                      <a:pt x="28" y="11"/>
                      <a:pt x="38" y="28"/>
                      <a:pt x="29" y="37"/>
                    </a:cubicBezTo>
                    <a:cubicBezTo>
                      <a:pt x="24" y="43"/>
                      <a:pt x="6" y="46"/>
                      <a:pt x="0" y="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09" name="Freeform 1325">
                <a:extLst>
                  <a:ext uri="{FF2B5EF4-FFF2-40B4-BE49-F238E27FC236}">
                    <a16:creationId xmlns:a16="http://schemas.microsoft.com/office/drawing/2014/main" id="{BD35E1D3-76B3-4772-8A2C-07A614070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974"/>
                <a:ext cx="59" cy="49"/>
              </a:xfrm>
              <a:custGeom>
                <a:avLst/>
                <a:gdLst>
                  <a:gd name="T0" fmla="*/ 0 w 35"/>
                  <a:gd name="T1" fmla="*/ 0 h 27"/>
                  <a:gd name="T2" fmla="*/ 67 w 35"/>
                  <a:gd name="T3" fmla="*/ 154 h 27"/>
                  <a:gd name="T4" fmla="*/ 167 w 35"/>
                  <a:gd name="T5" fmla="*/ 13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7">
                    <a:moveTo>
                      <a:pt x="0" y="0"/>
                    </a:moveTo>
                    <a:cubicBezTo>
                      <a:pt x="1" y="11"/>
                      <a:pt x="1" y="24"/>
                      <a:pt x="14" y="26"/>
                    </a:cubicBezTo>
                    <a:cubicBezTo>
                      <a:pt x="20" y="27"/>
                      <a:pt x="29" y="25"/>
                      <a:pt x="35" y="2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10" name="Freeform 1326">
                <a:extLst>
                  <a:ext uri="{FF2B5EF4-FFF2-40B4-BE49-F238E27FC236}">
                    <a16:creationId xmlns:a16="http://schemas.microsoft.com/office/drawing/2014/main" id="{357D1AC0-04B8-4BBD-A38D-0EBAEE762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021"/>
                <a:ext cx="57" cy="115"/>
              </a:xfrm>
              <a:custGeom>
                <a:avLst/>
                <a:gdLst>
                  <a:gd name="T0" fmla="*/ 0 w 34"/>
                  <a:gd name="T1" fmla="*/ 0 h 65"/>
                  <a:gd name="T2" fmla="*/ 29 w 34"/>
                  <a:gd name="T3" fmla="*/ 288 h 65"/>
                  <a:gd name="T4" fmla="*/ 161 w 34"/>
                  <a:gd name="T5" fmla="*/ 33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65">
                    <a:moveTo>
                      <a:pt x="0" y="0"/>
                    </a:moveTo>
                    <a:cubicBezTo>
                      <a:pt x="4" y="17"/>
                      <a:pt x="1" y="35"/>
                      <a:pt x="6" y="52"/>
                    </a:cubicBezTo>
                    <a:cubicBezTo>
                      <a:pt x="10" y="65"/>
                      <a:pt x="23" y="62"/>
                      <a:pt x="34" y="6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11" name="Freeform 1327">
                <a:extLst>
                  <a:ext uri="{FF2B5EF4-FFF2-40B4-BE49-F238E27FC236}">
                    <a16:creationId xmlns:a16="http://schemas.microsoft.com/office/drawing/2014/main" id="{08A66EF6-C0F6-4B9F-9BAC-BA308B4FF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131"/>
                <a:ext cx="78" cy="123"/>
              </a:xfrm>
              <a:custGeom>
                <a:avLst/>
                <a:gdLst>
                  <a:gd name="T0" fmla="*/ 33 w 47"/>
                  <a:gd name="T1" fmla="*/ 0 h 69"/>
                  <a:gd name="T2" fmla="*/ 20 w 47"/>
                  <a:gd name="T3" fmla="*/ 267 h 69"/>
                  <a:gd name="T4" fmla="*/ 141 w 47"/>
                  <a:gd name="T5" fmla="*/ 324 h 69"/>
                  <a:gd name="T6" fmla="*/ 138 w 47"/>
                  <a:gd name="T7" fmla="*/ 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69">
                    <a:moveTo>
                      <a:pt x="7" y="0"/>
                    </a:moveTo>
                    <a:cubicBezTo>
                      <a:pt x="0" y="11"/>
                      <a:pt x="3" y="35"/>
                      <a:pt x="4" y="47"/>
                    </a:cubicBezTo>
                    <a:cubicBezTo>
                      <a:pt x="6" y="63"/>
                      <a:pt x="14" y="69"/>
                      <a:pt x="31" y="57"/>
                    </a:cubicBezTo>
                    <a:cubicBezTo>
                      <a:pt x="47" y="46"/>
                      <a:pt x="33" y="16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12" name="Freeform 1328">
                <a:extLst>
                  <a:ext uri="{FF2B5EF4-FFF2-40B4-BE49-F238E27FC236}">
                    <a16:creationId xmlns:a16="http://schemas.microsoft.com/office/drawing/2014/main" id="{3C7C9FFF-9028-4C17-BD80-2F8CDE090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015"/>
                <a:ext cx="25" cy="114"/>
              </a:xfrm>
              <a:custGeom>
                <a:avLst/>
                <a:gdLst>
                  <a:gd name="T0" fmla="*/ 0 w 15"/>
                  <a:gd name="T1" fmla="*/ 0 h 64"/>
                  <a:gd name="T2" fmla="*/ 70 w 15"/>
                  <a:gd name="T3" fmla="*/ 362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4">
                    <a:moveTo>
                      <a:pt x="0" y="0"/>
                    </a:moveTo>
                    <a:cubicBezTo>
                      <a:pt x="7" y="17"/>
                      <a:pt x="14" y="37"/>
                      <a:pt x="15" y="6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13" name="Freeform 1329">
                <a:extLst>
                  <a:ext uri="{FF2B5EF4-FFF2-40B4-BE49-F238E27FC236}">
                    <a16:creationId xmlns:a16="http://schemas.microsoft.com/office/drawing/2014/main" id="{4CE6E50B-CD99-449C-BD0A-7A46AF135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896"/>
                <a:ext cx="13" cy="116"/>
              </a:xfrm>
              <a:custGeom>
                <a:avLst/>
                <a:gdLst>
                  <a:gd name="T0" fmla="*/ 0 w 8"/>
                  <a:gd name="T1" fmla="*/ 0 h 65"/>
                  <a:gd name="T2" fmla="*/ 21 w 8"/>
                  <a:gd name="T3" fmla="*/ 369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5">
                    <a:moveTo>
                      <a:pt x="0" y="0"/>
                    </a:moveTo>
                    <a:cubicBezTo>
                      <a:pt x="2" y="13"/>
                      <a:pt x="8" y="43"/>
                      <a:pt x="5" y="6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14" name="Freeform 1330">
                <a:extLst>
                  <a:ext uri="{FF2B5EF4-FFF2-40B4-BE49-F238E27FC236}">
                    <a16:creationId xmlns:a16="http://schemas.microsoft.com/office/drawing/2014/main" id="{DEA351BF-39BD-4F63-9E98-054358D07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3078"/>
                <a:ext cx="73" cy="41"/>
              </a:xfrm>
              <a:custGeom>
                <a:avLst/>
                <a:gdLst>
                  <a:gd name="T0" fmla="*/ 0 w 44"/>
                  <a:gd name="T1" fmla="*/ 57 h 23"/>
                  <a:gd name="T2" fmla="*/ 201 w 44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3">
                    <a:moveTo>
                      <a:pt x="0" y="10"/>
                    </a:moveTo>
                    <a:cubicBezTo>
                      <a:pt x="4" y="23"/>
                      <a:pt x="37" y="5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15" name="Freeform 1331">
                <a:extLst>
                  <a:ext uri="{FF2B5EF4-FFF2-40B4-BE49-F238E27FC236}">
                    <a16:creationId xmlns:a16="http://schemas.microsoft.com/office/drawing/2014/main" id="{005BBC48-6DFD-4339-8444-71D68660F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021"/>
                <a:ext cx="13" cy="57"/>
              </a:xfrm>
              <a:custGeom>
                <a:avLst/>
                <a:gdLst>
                  <a:gd name="T0" fmla="*/ 0 w 8"/>
                  <a:gd name="T1" fmla="*/ 0 h 32"/>
                  <a:gd name="T2" fmla="*/ 34 w 8"/>
                  <a:gd name="T3" fmla="*/ 18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0" y="0"/>
                    </a:moveTo>
                    <a:cubicBezTo>
                      <a:pt x="1" y="12"/>
                      <a:pt x="6" y="20"/>
                      <a:pt x="8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16" name="Freeform 1332">
                <a:extLst>
                  <a:ext uri="{FF2B5EF4-FFF2-40B4-BE49-F238E27FC236}">
                    <a16:creationId xmlns:a16="http://schemas.microsoft.com/office/drawing/2014/main" id="{AC88F6E5-9D2E-4AAE-A70E-74138615F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3186"/>
                <a:ext cx="65" cy="27"/>
              </a:xfrm>
              <a:custGeom>
                <a:avLst/>
                <a:gdLst>
                  <a:gd name="T0" fmla="*/ 0 w 39"/>
                  <a:gd name="T1" fmla="*/ 74 h 15"/>
                  <a:gd name="T2" fmla="*/ 180 w 3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5">
                    <a:moveTo>
                      <a:pt x="0" y="13"/>
                    </a:moveTo>
                    <a:cubicBezTo>
                      <a:pt x="14" y="15"/>
                      <a:pt x="28" y="8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17" name="Freeform 1333">
                <a:extLst>
                  <a:ext uri="{FF2B5EF4-FFF2-40B4-BE49-F238E27FC236}">
                    <a16:creationId xmlns:a16="http://schemas.microsoft.com/office/drawing/2014/main" id="{8A24C9BA-5A0B-4F38-8AEF-7EB7BEBF4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3101"/>
                <a:ext cx="30" cy="46"/>
              </a:xfrm>
              <a:custGeom>
                <a:avLst/>
                <a:gdLst>
                  <a:gd name="T0" fmla="*/ 83 w 18"/>
                  <a:gd name="T1" fmla="*/ 0 h 26"/>
                  <a:gd name="T2" fmla="*/ 13 w 18"/>
                  <a:gd name="T3" fmla="*/ 14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18" y="0"/>
                    </a:moveTo>
                    <a:cubicBezTo>
                      <a:pt x="10" y="2"/>
                      <a:pt x="0" y="19"/>
                      <a:pt x="3" y="2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18" name="Freeform 1334">
                <a:extLst>
                  <a:ext uri="{FF2B5EF4-FFF2-40B4-BE49-F238E27FC236}">
                    <a16:creationId xmlns:a16="http://schemas.microsoft.com/office/drawing/2014/main" id="{C1DDE24F-D2BD-44AC-8A40-CF950FA44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3240"/>
                <a:ext cx="59" cy="96"/>
              </a:xfrm>
              <a:custGeom>
                <a:avLst/>
                <a:gdLst>
                  <a:gd name="T0" fmla="*/ 0 w 35"/>
                  <a:gd name="T1" fmla="*/ 304 h 54"/>
                  <a:gd name="T2" fmla="*/ 167 w 35"/>
                  <a:gd name="T3" fmla="*/ 203 h 54"/>
                  <a:gd name="T4" fmla="*/ 158 w 35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54">
                    <a:moveTo>
                      <a:pt x="0" y="54"/>
                    </a:moveTo>
                    <a:cubicBezTo>
                      <a:pt x="12" y="54"/>
                      <a:pt x="34" y="48"/>
                      <a:pt x="35" y="36"/>
                    </a:cubicBezTo>
                    <a:cubicBezTo>
                      <a:pt x="35" y="25"/>
                      <a:pt x="32" y="10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19" name="Freeform 1335">
                <a:extLst>
                  <a:ext uri="{FF2B5EF4-FFF2-40B4-BE49-F238E27FC236}">
                    <a16:creationId xmlns:a16="http://schemas.microsoft.com/office/drawing/2014/main" id="{92192621-875B-49BE-8F91-9FB6C6F63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3300"/>
                <a:ext cx="10" cy="34"/>
              </a:xfrm>
              <a:custGeom>
                <a:avLst/>
                <a:gdLst>
                  <a:gd name="T0" fmla="*/ 5 w 6"/>
                  <a:gd name="T1" fmla="*/ 0 h 19"/>
                  <a:gd name="T2" fmla="*/ 28 w 6"/>
                  <a:gd name="T3" fmla="*/ 10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1" y="0"/>
                    </a:moveTo>
                    <a:cubicBezTo>
                      <a:pt x="0" y="7"/>
                      <a:pt x="3" y="12"/>
                      <a:pt x="6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20" name="Freeform 1336">
                <a:extLst>
                  <a:ext uri="{FF2B5EF4-FFF2-40B4-BE49-F238E27FC236}">
                    <a16:creationId xmlns:a16="http://schemas.microsoft.com/office/drawing/2014/main" id="{B94ACA2D-2939-4AC0-967B-DEDB55827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930"/>
                <a:ext cx="30" cy="25"/>
              </a:xfrm>
              <a:custGeom>
                <a:avLst/>
                <a:gdLst>
                  <a:gd name="T0" fmla="*/ 0 w 18"/>
                  <a:gd name="T1" fmla="*/ 0 h 14"/>
                  <a:gd name="T2" fmla="*/ 50 w 18"/>
                  <a:gd name="T3" fmla="*/ 16 h 14"/>
                  <a:gd name="T4" fmla="*/ 83 w 18"/>
                  <a:gd name="T5" fmla="*/ 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cubicBezTo>
                      <a:pt x="5" y="2"/>
                      <a:pt x="7" y="0"/>
                      <a:pt x="11" y="3"/>
                    </a:cubicBezTo>
                    <a:cubicBezTo>
                      <a:pt x="13" y="5"/>
                      <a:pt x="16" y="11"/>
                      <a:pt x="18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21" name="Freeform 1337">
                <a:extLst>
                  <a:ext uri="{FF2B5EF4-FFF2-40B4-BE49-F238E27FC236}">
                    <a16:creationId xmlns:a16="http://schemas.microsoft.com/office/drawing/2014/main" id="{713E6695-02E4-43D3-B26F-2014CD4C5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314"/>
                <a:ext cx="63" cy="27"/>
              </a:xfrm>
              <a:custGeom>
                <a:avLst/>
                <a:gdLst>
                  <a:gd name="T0" fmla="*/ 0 w 38"/>
                  <a:gd name="T1" fmla="*/ 0 h 15"/>
                  <a:gd name="T2" fmla="*/ 63 w 38"/>
                  <a:gd name="T3" fmla="*/ 81 h 15"/>
                  <a:gd name="T4" fmla="*/ 172 w 38"/>
                  <a:gd name="T5" fmla="*/ 5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5">
                    <a:moveTo>
                      <a:pt x="0" y="0"/>
                    </a:moveTo>
                    <a:cubicBezTo>
                      <a:pt x="3" y="10"/>
                      <a:pt x="3" y="15"/>
                      <a:pt x="14" y="14"/>
                    </a:cubicBezTo>
                    <a:cubicBezTo>
                      <a:pt x="20" y="13"/>
                      <a:pt x="32" y="9"/>
                      <a:pt x="38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22" name="Freeform 1338">
                <a:extLst>
                  <a:ext uri="{FF2B5EF4-FFF2-40B4-BE49-F238E27FC236}">
                    <a16:creationId xmlns:a16="http://schemas.microsoft.com/office/drawing/2014/main" id="{9F27B7A5-4287-495B-9616-1BAFDD93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215"/>
                <a:ext cx="60" cy="226"/>
              </a:xfrm>
              <a:custGeom>
                <a:avLst/>
                <a:gdLst>
                  <a:gd name="T0" fmla="*/ 8 w 36"/>
                  <a:gd name="T1" fmla="*/ 399 h 127"/>
                  <a:gd name="T2" fmla="*/ 42 w 36"/>
                  <a:gd name="T3" fmla="*/ 694 h 127"/>
                  <a:gd name="T4" fmla="*/ 167 w 36"/>
                  <a:gd name="T5" fmla="*/ 682 h 127"/>
                  <a:gd name="T6" fmla="*/ 130 w 36"/>
                  <a:gd name="T7" fmla="*/ 345 h 127"/>
                  <a:gd name="T8" fmla="*/ 103 w 36"/>
                  <a:gd name="T9" fmla="*/ 137 h 127"/>
                  <a:gd name="T10" fmla="*/ 83 w 36"/>
                  <a:gd name="T11" fmla="*/ 0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27">
                    <a:moveTo>
                      <a:pt x="2" y="71"/>
                    </a:moveTo>
                    <a:cubicBezTo>
                      <a:pt x="0" y="79"/>
                      <a:pt x="2" y="117"/>
                      <a:pt x="9" y="123"/>
                    </a:cubicBezTo>
                    <a:cubicBezTo>
                      <a:pt x="14" y="127"/>
                      <a:pt x="30" y="123"/>
                      <a:pt x="36" y="121"/>
                    </a:cubicBezTo>
                    <a:cubicBezTo>
                      <a:pt x="29" y="102"/>
                      <a:pt x="34" y="79"/>
                      <a:pt x="28" y="61"/>
                    </a:cubicBezTo>
                    <a:cubicBezTo>
                      <a:pt x="24" y="47"/>
                      <a:pt x="22" y="39"/>
                      <a:pt x="22" y="24"/>
                    </a:cubicBezTo>
                    <a:cubicBezTo>
                      <a:pt x="22" y="17"/>
                      <a:pt x="17" y="7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23" name="Freeform 1339">
                <a:extLst>
                  <a:ext uri="{FF2B5EF4-FFF2-40B4-BE49-F238E27FC236}">
                    <a16:creationId xmlns:a16="http://schemas.microsoft.com/office/drawing/2014/main" id="{AC5A6536-881B-4C78-92EA-1AEDEF90B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3430"/>
                <a:ext cx="69" cy="137"/>
              </a:xfrm>
              <a:custGeom>
                <a:avLst/>
                <a:gdLst>
                  <a:gd name="T0" fmla="*/ 20 w 41"/>
                  <a:gd name="T1" fmla="*/ 21 h 77"/>
                  <a:gd name="T2" fmla="*/ 13 w 41"/>
                  <a:gd name="T3" fmla="*/ 130 h 77"/>
                  <a:gd name="T4" fmla="*/ 29 w 41"/>
                  <a:gd name="T5" fmla="*/ 317 h 77"/>
                  <a:gd name="T6" fmla="*/ 158 w 41"/>
                  <a:gd name="T7" fmla="*/ 390 h 77"/>
                  <a:gd name="T8" fmla="*/ 167 w 41"/>
                  <a:gd name="T9" fmla="*/ 208 h 77"/>
                  <a:gd name="T10" fmla="*/ 138 w 41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77">
                    <a:moveTo>
                      <a:pt x="4" y="4"/>
                    </a:moveTo>
                    <a:cubicBezTo>
                      <a:pt x="0" y="10"/>
                      <a:pt x="2" y="17"/>
                      <a:pt x="3" y="23"/>
                    </a:cubicBezTo>
                    <a:cubicBezTo>
                      <a:pt x="4" y="34"/>
                      <a:pt x="4" y="45"/>
                      <a:pt x="6" y="56"/>
                    </a:cubicBezTo>
                    <a:cubicBezTo>
                      <a:pt x="7" y="65"/>
                      <a:pt x="21" y="77"/>
                      <a:pt x="33" y="69"/>
                    </a:cubicBezTo>
                    <a:cubicBezTo>
                      <a:pt x="41" y="64"/>
                      <a:pt x="35" y="46"/>
                      <a:pt x="35" y="37"/>
                    </a:cubicBezTo>
                    <a:cubicBezTo>
                      <a:pt x="35" y="27"/>
                      <a:pt x="34" y="9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24" name="Freeform 1340">
                <a:extLst>
                  <a:ext uri="{FF2B5EF4-FFF2-40B4-BE49-F238E27FC236}">
                    <a16:creationId xmlns:a16="http://schemas.microsoft.com/office/drawing/2014/main" id="{04E87FCF-20A8-4421-9B33-72B66E54D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3540"/>
                <a:ext cx="30" cy="112"/>
              </a:xfrm>
              <a:custGeom>
                <a:avLst/>
                <a:gdLst>
                  <a:gd name="T0" fmla="*/ 0 w 18"/>
                  <a:gd name="T1" fmla="*/ 354 h 63"/>
                  <a:gd name="T2" fmla="*/ 75 w 18"/>
                  <a:gd name="T3" fmla="*/ 265 h 63"/>
                  <a:gd name="T4" fmla="*/ 47 w 18"/>
                  <a:gd name="T5" fmla="*/ 167 h 63"/>
                  <a:gd name="T6" fmla="*/ 20 w 18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3">
                    <a:moveTo>
                      <a:pt x="0" y="63"/>
                    </a:moveTo>
                    <a:cubicBezTo>
                      <a:pt x="9" y="61"/>
                      <a:pt x="18" y="61"/>
                      <a:pt x="16" y="47"/>
                    </a:cubicBezTo>
                    <a:cubicBezTo>
                      <a:pt x="15" y="41"/>
                      <a:pt x="12" y="35"/>
                      <a:pt x="10" y="30"/>
                    </a:cubicBezTo>
                    <a:cubicBezTo>
                      <a:pt x="6" y="21"/>
                      <a:pt x="7" y="8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25" name="Freeform 1341">
                <a:extLst>
                  <a:ext uri="{FF2B5EF4-FFF2-40B4-BE49-F238E27FC236}">
                    <a16:creationId xmlns:a16="http://schemas.microsoft.com/office/drawing/2014/main" id="{CBB2CE62-FC8F-4DA1-B9BC-A9546E099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549"/>
                <a:ext cx="13" cy="102"/>
              </a:xfrm>
              <a:custGeom>
                <a:avLst/>
                <a:gdLst>
                  <a:gd name="T0" fmla="*/ 5 w 8"/>
                  <a:gd name="T1" fmla="*/ 0 h 57"/>
                  <a:gd name="T2" fmla="*/ 34 w 8"/>
                  <a:gd name="T3" fmla="*/ 327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7">
                    <a:moveTo>
                      <a:pt x="1" y="0"/>
                    </a:moveTo>
                    <a:cubicBezTo>
                      <a:pt x="0" y="18"/>
                      <a:pt x="3" y="39"/>
                      <a:pt x="8" y="5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26" name="Freeform 1342">
                <a:extLst>
                  <a:ext uri="{FF2B5EF4-FFF2-40B4-BE49-F238E27FC236}">
                    <a16:creationId xmlns:a16="http://schemas.microsoft.com/office/drawing/2014/main" id="{E44A042E-BD25-4043-9039-79100E74F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3437"/>
                <a:ext cx="72" cy="27"/>
              </a:xfrm>
              <a:custGeom>
                <a:avLst/>
                <a:gdLst>
                  <a:gd name="T0" fmla="*/ 0 w 43"/>
                  <a:gd name="T1" fmla="*/ 65 h 15"/>
                  <a:gd name="T2" fmla="*/ 203 w 4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11"/>
                    </a:moveTo>
                    <a:cubicBezTo>
                      <a:pt x="10" y="15"/>
                      <a:pt x="34" y="8"/>
                      <a:pt x="4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27" name="Freeform 1343">
                <a:extLst>
                  <a:ext uri="{FF2B5EF4-FFF2-40B4-BE49-F238E27FC236}">
                    <a16:creationId xmlns:a16="http://schemas.microsoft.com/office/drawing/2014/main" id="{0FB60D92-D31A-4581-B976-89299699D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3330"/>
                <a:ext cx="22" cy="47"/>
              </a:xfrm>
              <a:custGeom>
                <a:avLst/>
                <a:gdLst>
                  <a:gd name="T0" fmla="*/ 0 w 13"/>
                  <a:gd name="T1" fmla="*/ 154 h 26"/>
                  <a:gd name="T2" fmla="*/ 63 w 13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0" y="26"/>
                    </a:moveTo>
                    <a:cubicBezTo>
                      <a:pt x="1" y="15"/>
                      <a:pt x="4" y="7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28" name="Freeform 1344">
                <a:extLst>
                  <a:ext uri="{FF2B5EF4-FFF2-40B4-BE49-F238E27FC236}">
                    <a16:creationId xmlns:a16="http://schemas.microsoft.com/office/drawing/2014/main" id="{90C72CDE-745D-4C35-91B2-E82607ECA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595"/>
                <a:ext cx="20" cy="54"/>
              </a:xfrm>
              <a:custGeom>
                <a:avLst/>
                <a:gdLst>
                  <a:gd name="T0" fmla="*/ 0 w 12"/>
                  <a:gd name="T1" fmla="*/ 29 h 30"/>
                  <a:gd name="T2" fmla="*/ 50 w 12"/>
                  <a:gd name="T3" fmla="*/ 162 h 30"/>
                  <a:gd name="T4" fmla="*/ 55 w 12"/>
                  <a:gd name="T5" fmla="*/ 17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0" y="5"/>
                    </a:moveTo>
                    <a:cubicBezTo>
                      <a:pt x="10" y="0"/>
                      <a:pt x="10" y="23"/>
                      <a:pt x="11" y="28"/>
                    </a:cubicBezTo>
                    <a:cubicBezTo>
                      <a:pt x="12" y="29"/>
                      <a:pt x="12" y="29"/>
                      <a:pt x="12" y="3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29" name="Freeform 1345">
                <a:extLst>
                  <a:ext uri="{FF2B5EF4-FFF2-40B4-BE49-F238E27FC236}">
                    <a16:creationId xmlns:a16="http://schemas.microsoft.com/office/drawing/2014/main" id="{E47C22A0-6BB6-4AED-BD8F-88F4FF985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549"/>
                <a:ext cx="64" cy="18"/>
              </a:xfrm>
              <a:custGeom>
                <a:avLst/>
                <a:gdLst>
                  <a:gd name="T0" fmla="*/ 0 w 38"/>
                  <a:gd name="T1" fmla="*/ 36 h 10"/>
                  <a:gd name="T2" fmla="*/ 182 w 3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0" y="6"/>
                    </a:moveTo>
                    <a:cubicBezTo>
                      <a:pt x="10" y="10"/>
                      <a:pt x="30" y="6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30" name="Freeform 1346">
                <a:extLst>
                  <a:ext uri="{FF2B5EF4-FFF2-40B4-BE49-F238E27FC236}">
                    <a16:creationId xmlns:a16="http://schemas.microsoft.com/office/drawing/2014/main" id="{1A3850D3-9685-4FAB-A536-22A04EDBD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563"/>
                <a:ext cx="15" cy="41"/>
              </a:xfrm>
              <a:custGeom>
                <a:avLst/>
                <a:gdLst>
                  <a:gd name="T0" fmla="*/ 42 w 9"/>
                  <a:gd name="T1" fmla="*/ 0 h 23"/>
                  <a:gd name="T2" fmla="*/ 20 w 9"/>
                  <a:gd name="T3" fmla="*/ 1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9" y="0"/>
                    </a:moveTo>
                    <a:cubicBezTo>
                      <a:pt x="3" y="4"/>
                      <a:pt x="0" y="17"/>
                      <a:pt x="4" y="2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31" name="Freeform 1347">
                <a:extLst>
                  <a:ext uri="{FF2B5EF4-FFF2-40B4-BE49-F238E27FC236}">
                    <a16:creationId xmlns:a16="http://schemas.microsoft.com/office/drawing/2014/main" id="{3BB9FA2F-D26D-4FE2-9140-F804B52B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3448"/>
                <a:ext cx="25" cy="28"/>
              </a:xfrm>
              <a:custGeom>
                <a:avLst/>
                <a:gdLst>
                  <a:gd name="T0" fmla="*/ 0 w 15"/>
                  <a:gd name="T1" fmla="*/ 12 h 16"/>
                  <a:gd name="T2" fmla="*/ 70 w 15"/>
                  <a:gd name="T3" fmla="*/ 8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2"/>
                    </a:moveTo>
                    <a:cubicBezTo>
                      <a:pt x="8" y="0"/>
                      <a:pt x="13" y="9"/>
                      <a:pt x="15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32" name="Freeform 1348">
                <a:extLst>
                  <a:ext uri="{FF2B5EF4-FFF2-40B4-BE49-F238E27FC236}">
                    <a16:creationId xmlns:a16="http://schemas.microsoft.com/office/drawing/2014/main" id="{332C9649-A22E-4443-8F48-0A9E7B4CC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773"/>
                <a:ext cx="18" cy="48"/>
              </a:xfrm>
              <a:custGeom>
                <a:avLst/>
                <a:gdLst>
                  <a:gd name="T0" fmla="*/ 5 w 11"/>
                  <a:gd name="T1" fmla="*/ 151 h 27"/>
                  <a:gd name="T2" fmla="*/ 47 w 1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" y="27"/>
                    </a:moveTo>
                    <a:cubicBezTo>
                      <a:pt x="0" y="18"/>
                      <a:pt x="1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33" name="Freeform 1349">
                <a:extLst>
                  <a:ext uri="{FF2B5EF4-FFF2-40B4-BE49-F238E27FC236}">
                    <a16:creationId xmlns:a16="http://schemas.microsoft.com/office/drawing/2014/main" id="{65B977EA-45DB-49E0-9F07-24670F3D6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693"/>
                <a:ext cx="3" cy="25"/>
              </a:xfrm>
              <a:custGeom>
                <a:avLst/>
                <a:gdLst>
                  <a:gd name="T0" fmla="*/ 5 w 2"/>
                  <a:gd name="T1" fmla="*/ 0 h 14"/>
                  <a:gd name="T2" fmla="*/ 0 w 2"/>
                  <a:gd name="T3" fmla="*/ 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2" y="1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34" name="Freeform 1350">
                <a:extLst>
                  <a:ext uri="{FF2B5EF4-FFF2-40B4-BE49-F238E27FC236}">
                    <a16:creationId xmlns:a16="http://schemas.microsoft.com/office/drawing/2014/main" id="{ED3CC7E4-3A1E-4952-8ECF-2EDA08C9E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702"/>
                <a:ext cx="45" cy="11"/>
              </a:xfrm>
              <a:custGeom>
                <a:avLst/>
                <a:gdLst>
                  <a:gd name="T0" fmla="*/ 0 w 27"/>
                  <a:gd name="T1" fmla="*/ 37 h 6"/>
                  <a:gd name="T2" fmla="*/ 125 w 27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">
                    <a:moveTo>
                      <a:pt x="0" y="6"/>
                    </a:moveTo>
                    <a:cubicBezTo>
                      <a:pt x="7" y="1"/>
                      <a:pt x="20" y="0"/>
                      <a:pt x="27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35" name="Freeform 1351">
                <a:extLst>
                  <a:ext uri="{FF2B5EF4-FFF2-40B4-BE49-F238E27FC236}">
                    <a16:creationId xmlns:a16="http://schemas.microsoft.com/office/drawing/2014/main" id="{540F7319-D8B5-4743-9C06-10F59A2EE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3471"/>
                <a:ext cx="15" cy="50"/>
              </a:xfrm>
              <a:custGeom>
                <a:avLst/>
                <a:gdLst>
                  <a:gd name="T0" fmla="*/ 0 w 9"/>
                  <a:gd name="T1" fmla="*/ 0 h 28"/>
                  <a:gd name="T2" fmla="*/ 42 w 9"/>
                  <a:gd name="T3" fmla="*/ 86 h 28"/>
                  <a:gd name="T4" fmla="*/ 13 w 9"/>
                  <a:gd name="T5" fmla="*/ 159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7"/>
                      <a:pt x="4" y="12"/>
                      <a:pt x="9" y="15"/>
                    </a:cubicBezTo>
                    <a:cubicBezTo>
                      <a:pt x="6" y="18"/>
                      <a:pt x="3" y="23"/>
                      <a:pt x="3" y="28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36" name="Freeform 1352">
                <a:extLst>
                  <a:ext uri="{FF2B5EF4-FFF2-40B4-BE49-F238E27FC236}">
                    <a16:creationId xmlns:a16="http://schemas.microsoft.com/office/drawing/2014/main" id="{8C9D3B75-491D-4C7A-9FAD-71C099269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3350"/>
                <a:ext cx="13" cy="83"/>
              </a:xfrm>
              <a:custGeom>
                <a:avLst/>
                <a:gdLst>
                  <a:gd name="T0" fmla="*/ 0 w 8"/>
                  <a:gd name="T1" fmla="*/ 0 h 47"/>
                  <a:gd name="T2" fmla="*/ 26 w 8"/>
                  <a:gd name="T3" fmla="*/ 131 h 47"/>
                  <a:gd name="T4" fmla="*/ 21 w 8"/>
                  <a:gd name="T5" fmla="*/ 180 h 47"/>
                  <a:gd name="T6" fmla="*/ 34 w 8"/>
                  <a:gd name="T7" fmla="*/ 26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7">
                    <a:moveTo>
                      <a:pt x="0" y="0"/>
                    </a:moveTo>
                    <a:cubicBezTo>
                      <a:pt x="4" y="8"/>
                      <a:pt x="6" y="18"/>
                      <a:pt x="6" y="24"/>
                    </a:cubicBezTo>
                    <a:cubicBezTo>
                      <a:pt x="7" y="27"/>
                      <a:pt x="5" y="30"/>
                      <a:pt x="5" y="33"/>
                    </a:cubicBezTo>
                    <a:cubicBezTo>
                      <a:pt x="5" y="38"/>
                      <a:pt x="8" y="42"/>
                      <a:pt x="8" y="47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37" name="Freeform 1353">
                <a:extLst>
                  <a:ext uri="{FF2B5EF4-FFF2-40B4-BE49-F238E27FC236}">
                    <a16:creationId xmlns:a16="http://schemas.microsoft.com/office/drawing/2014/main" id="{718DB606-0DA9-4762-84CA-903691624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3232"/>
                <a:ext cx="20" cy="27"/>
              </a:xfrm>
              <a:custGeom>
                <a:avLst/>
                <a:gdLst>
                  <a:gd name="T0" fmla="*/ 0 w 12"/>
                  <a:gd name="T1" fmla="*/ 0 h 15"/>
                  <a:gd name="T2" fmla="*/ 55 w 12"/>
                  <a:gd name="T3" fmla="*/ 0 h 15"/>
                  <a:gd name="T4" fmla="*/ 50 w 12"/>
                  <a:gd name="T5" fmla="*/ 8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4" y="1"/>
                      <a:pt x="9" y="1"/>
                      <a:pt x="12" y="0"/>
                    </a:cubicBezTo>
                    <a:cubicBezTo>
                      <a:pt x="5" y="0"/>
                      <a:pt x="9" y="10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38" name="Freeform 1354">
                <a:extLst>
                  <a:ext uri="{FF2B5EF4-FFF2-40B4-BE49-F238E27FC236}">
                    <a16:creationId xmlns:a16="http://schemas.microsoft.com/office/drawing/2014/main" id="{D69AABA9-F1D3-418B-B782-488E81C5C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3261"/>
                <a:ext cx="9" cy="41"/>
              </a:xfrm>
              <a:custGeom>
                <a:avLst/>
                <a:gdLst>
                  <a:gd name="T0" fmla="*/ 16 w 5"/>
                  <a:gd name="T1" fmla="*/ 0 h 23"/>
                  <a:gd name="T2" fmla="*/ 29 w 5"/>
                  <a:gd name="T3" fmla="*/ 1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3" y="0"/>
                    </a:moveTo>
                    <a:cubicBezTo>
                      <a:pt x="0" y="5"/>
                      <a:pt x="1" y="21"/>
                      <a:pt x="5" y="23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39" name="Freeform 1355">
                <a:extLst>
                  <a:ext uri="{FF2B5EF4-FFF2-40B4-BE49-F238E27FC236}">
                    <a16:creationId xmlns:a16="http://schemas.microsoft.com/office/drawing/2014/main" id="{98B68E90-1F23-4C03-8AE1-1C48864BD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3295"/>
                <a:ext cx="10" cy="37"/>
              </a:xfrm>
              <a:custGeom>
                <a:avLst/>
                <a:gdLst>
                  <a:gd name="T0" fmla="*/ 28 w 6"/>
                  <a:gd name="T1" fmla="*/ 0 h 21"/>
                  <a:gd name="T2" fmla="*/ 22 w 6"/>
                  <a:gd name="T3" fmla="*/ 11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cubicBezTo>
                      <a:pt x="0" y="6"/>
                      <a:pt x="3" y="14"/>
                      <a:pt x="5" y="21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40" name="Freeform 1356">
                <a:extLst>
                  <a:ext uri="{FF2B5EF4-FFF2-40B4-BE49-F238E27FC236}">
                    <a16:creationId xmlns:a16="http://schemas.microsoft.com/office/drawing/2014/main" id="{8CC06042-1F1C-45CE-A864-407DEC083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426"/>
                <a:ext cx="10" cy="31"/>
              </a:xfrm>
              <a:custGeom>
                <a:avLst/>
                <a:gdLst>
                  <a:gd name="T0" fmla="*/ 0 w 6"/>
                  <a:gd name="T1" fmla="*/ 0 h 17"/>
                  <a:gd name="T2" fmla="*/ 28 w 6"/>
                  <a:gd name="T3" fmla="*/ 10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1" y="6"/>
                      <a:pt x="4" y="11"/>
                      <a:pt x="6" y="17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41" name="Freeform 1357">
                <a:extLst>
                  <a:ext uri="{FF2B5EF4-FFF2-40B4-BE49-F238E27FC236}">
                    <a16:creationId xmlns:a16="http://schemas.microsoft.com/office/drawing/2014/main" id="{3775AC41-D0F9-4626-9231-2B43C54F3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3451"/>
                <a:ext cx="5" cy="20"/>
              </a:xfrm>
              <a:custGeom>
                <a:avLst/>
                <a:gdLst>
                  <a:gd name="T0" fmla="*/ 13 w 3"/>
                  <a:gd name="T1" fmla="*/ 0 h 11"/>
                  <a:gd name="T2" fmla="*/ 8 w 3"/>
                  <a:gd name="T3" fmla="*/ 6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0" y="7"/>
                      <a:pt x="2" y="11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42" name="Freeform 1358">
                <a:extLst>
                  <a:ext uri="{FF2B5EF4-FFF2-40B4-BE49-F238E27FC236}">
                    <a16:creationId xmlns:a16="http://schemas.microsoft.com/office/drawing/2014/main" id="{4265A945-5658-4F79-9597-E8882B679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350"/>
                <a:ext cx="19" cy="21"/>
              </a:xfrm>
              <a:custGeom>
                <a:avLst/>
                <a:gdLst>
                  <a:gd name="T0" fmla="*/ 5 w 11"/>
                  <a:gd name="T1" fmla="*/ 33 h 12"/>
                  <a:gd name="T2" fmla="*/ 50 w 11"/>
                  <a:gd name="T3" fmla="*/ 33 h 12"/>
                  <a:gd name="T4" fmla="*/ 0 w 11"/>
                  <a:gd name="T5" fmla="*/ 6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6"/>
                    </a:moveTo>
                    <a:cubicBezTo>
                      <a:pt x="3" y="2"/>
                      <a:pt x="10" y="0"/>
                      <a:pt x="10" y="6"/>
                    </a:cubicBezTo>
                    <a:cubicBezTo>
                      <a:pt x="11" y="11"/>
                      <a:pt x="4" y="11"/>
                      <a:pt x="0" y="12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43" name="Freeform 1359">
                <a:extLst>
                  <a:ext uri="{FF2B5EF4-FFF2-40B4-BE49-F238E27FC236}">
                    <a16:creationId xmlns:a16="http://schemas.microsoft.com/office/drawing/2014/main" id="{0B4BDD60-3118-4AA4-98E2-EF1EF984C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3405"/>
                <a:ext cx="37" cy="27"/>
              </a:xfrm>
              <a:custGeom>
                <a:avLst/>
                <a:gdLst>
                  <a:gd name="T0" fmla="*/ 22 w 22"/>
                  <a:gd name="T1" fmla="*/ 81 h 15"/>
                  <a:gd name="T2" fmla="*/ 0 w 22"/>
                  <a:gd name="T3" fmla="*/ 5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5" y="14"/>
                    </a:moveTo>
                    <a:cubicBezTo>
                      <a:pt x="22" y="15"/>
                      <a:pt x="8" y="0"/>
                      <a:pt x="0" y="9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44" name="Freeform 1360">
                <a:extLst>
                  <a:ext uri="{FF2B5EF4-FFF2-40B4-BE49-F238E27FC236}">
                    <a16:creationId xmlns:a16="http://schemas.microsoft.com/office/drawing/2014/main" id="{3256B378-C981-461E-A9E9-91187B215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474"/>
                <a:ext cx="15" cy="9"/>
              </a:xfrm>
              <a:custGeom>
                <a:avLst/>
                <a:gdLst>
                  <a:gd name="T0" fmla="*/ 0 w 9"/>
                  <a:gd name="T1" fmla="*/ 29 h 5"/>
                  <a:gd name="T2" fmla="*/ 42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1"/>
                      <a:pt x="6" y="1"/>
                      <a:pt x="9" y="0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45" name="Freeform 1361">
                <a:extLst>
                  <a:ext uri="{FF2B5EF4-FFF2-40B4-BE49-F238E27FC236}">
                    <a16:creationId xmlns:a16="http://schemas.microsoft.com/office/drawing/2014/main" id="{5A903C82-A57A-41B0-8768-3363F28A0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3510"/>
                <a:ext cx="11" cy="11"/>
              </a:xfrm>
              <a:custGeom>
                <a:avLst/>
                <a:gdLst>
                  <a:gd name="T0" fmla="*/ 0 w 7"/>
                  <a:gd name="T1" fmla="*/ 0 h 6"/>
                  <a:gd name="T2" fmla="*/ 27 w 7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2"/>
                      <a:pt x="5" y="4"/>
                      <a:pt x="7" y="6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46" name="Freeform 1362">
                <a:extLst>
                  <a:ext uri="{FF2B5EF4-FFF2-40B4-BE49-F238E27FC236}">
                    <a16:creationId xmlns:a16="http://schemas.microsoft.com/office/drawing/2014/main" id="{BA72B466-105B-47D8-87C1-056FB6C04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3430"/>
                <a:ext cx="11" cy="3"/>
              </a:xfrm>
              <a:custGeom>
                <a:avLst/>
                <a:gdLst>
                  <a:gd name="T0" fmla="*/ 0 w 7"/>
                  <a:gd name="T1" fmla="*/ 8 h 2"/>
                  <a:gd name="T2" fmla="*/ 27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3" y="1"/>
                      <a:pt x="5" y="1"/>
                      <a:pt x="7" y="0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47" name="Freeform 1363">
                <a:extLst>
                  <a:ext uri="{FF2B5EF4-FFF2-40B4-BE49-F238E27FC236}">
                    <a16:creationId xmlns:a16="http://schemas.microsoft.com/office/drawing/2014/main" id="{83EB3945-099B-4622-98B7-415DD85F6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3264"/>
                <a:ext cx="17" cy="6"/>
              </a:xfrm>
              <a:custGeom>
                <a:avLst/>
                <a:gdLst>
                  <a:gd name="T0" fmla="*/ 0 w 10"/>
                  <a:gd name="T1" fmla="*/ 0 h 3"/>
                  <a:gd name="T2" fmla="*/ 49 w 10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3" y="1"/>
                      <a:pt x="7" y="3"/>
                      <a:pt x="10" y="3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48" name="Freeform 1364">
                <a:extLst>
                  <a:ext uri="{FF2B5EF4-FFF2-40B4-BE49-F238E27FC236}">
                    <a16:creationId xmlns:a16="http://schemas.microsoft.com/office/drawing/2014/main" id="{F6E2C7D5-2C56-4B27-9D1A-1323573AA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3234"/>
                <a:ext cx="23" cy="20"/>
              </a:xfrm>
              <a:custGeom>
                <a:avLst/>
                <a:gdLst>
                  <a:gd name="T0" fmla="*/ 20 w 14"/>
                  <a:gd name="T1" fmla="*/ 65 h 11"/>
                  <a:gd name="T2" fmla="*/ 0 w 14"/>
                  <a:gd name="T3" fmla="*/ 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4" y="11"/>
                    </a:moveTo>
                    <a:cubicBezTo>
                      <a:pt x="14" y="11"/>
                      <a:pt x="11" y="0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49" name="Freeform 1365">
                <a:extLst>
                  <a:ext uri="{FF2B5EF4-FFF2-40B4-BE49-F238E27FC236}">
                    <a16:creationId xmlns:a16="http://schemas.microsoft.com/office/drawing/2014/main" id="{DC329D16-6123-42B0-9741-8F3F7B0B5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3325"/>
                <a:ext cx="15" cy="4"/>
              </a:xfrm>
              <a:custGeom>
                <a:avLst/>
                <a:gdLst>
                  <a:gd name="T0" fmla="*/ 0 w 9"/>
                  <a:gd name="T1" fmla="*/ 16 h 2"/>
                  <a:gd name="T2" fmla="*/ 42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1"/>
                      <a:pt x="6" y="1"/>
                      <a:pt x="9" y="0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50" name="Freeform 1366">
                <a:extLst>
                  <a:ext uri="{FF2B5EF4-FFF2-40B4-BE49-F238E27FC236}">
                    <a16:creationId xmlns:a16="http://schemas.microsoft.com/office/drawing/2014/main" id="{F13CE96B-8E8A-475E-A436-8A9A1F629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709"/>
                <a:ext cx="17" cy="47"/>
              </a:xfrm>
              <a:custGeom>
                <a:avLst/>
                <a:gdLst>
                  <a:gd name="T0" fmla="*/ 0 w 10"/>
                  <a:gd name="T1" fmla="*/ 0 h 26"/>
                  <a:gd name="T2" fmla="*/ 49 w 10"/>
                  <a:gd name="T3" fmla="*/ 78 h 26"/>
                  <a:gd name="T4" fmla="*/ 5 w 10"/>
                  <a:gd name="T5" fmla="*/ 89 h 26"/>
                  <a:gd name="T6" fmla="*/ 9 w 10"/>
                  <a:gd name="T7" fmla="*/ 15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2" y="5"/>
                      <a:pt x="2" y="14"/>
                      <a:pt x="10" y="13"/>
                    </a:cubicBezTo>
                    <a:cubicBezTo>
                      <a:pt x="6" y="12"/>
                      <a:pt x="4" y="13"/>
                      <a:pt x="1" y="15"/>
                    </a:cubicBezTo>
                    <a:cubicBezTo>
                      <a:pt x="1" y="18"/>
                      <a:pt x="2" y="22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51" name="Freeform 1367">
                <a:extLst>
                  <a:ext uri="{FF2B5EF4-FFF2-40B4-BE49-F238E27FC236}">
                    <a16:creationId xmlns:a16="http://schemas.microsoft.com/office/drawing/2014/main" id="{E0F59382-16C6-4B80-8955-A331FF1ED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804"/>
                <a:ext cx="24" cy="60"/>
              </a:xfrm>
              <a:custGeom>
                <a:avLst/>
                <a:gdLst>
                  <a:gd name="T0" fmla="*/ 15 w 14"/>
                  <a:gd name="T1" fmla="*/ 0 h 34"/>
                  <a:gd name="T2" fmla="*/ 0 w 14"/>
                  <a:gd name="T3" fmla="*/ 7 h 34"/>
                  <a:gd name="T4" fmla="*/ 70 w 14"/>
                  <a:gd name="T5" fmla="*/ 17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0"/>
                      <a:pt x="1" y="34"/>
                      <a:pt x="14" y="32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52" name="Freeform 1368">
                <a:extLst>
                  <a:ext uri="{FF2B5EF4-FFF2-40B4-BE49-F238E27FC236}">
                    <a16:creationId xmlns:a16="http://schemas.microsoft.com/office/drawing/2014/main" id="{550BD90A-E1A3-40E3-A518-F010AE3BD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2861"/>
                <a:ext cx="8" cy="33"/>
              </a:xfrm>
              <a:custGeom>
                <a:avLst/>
                <a:gdLst>
                  <a:gd name="T0" fmla="*/ 0 w 5"/>
                  <a:gd name="T1" fmla="*/ 0 h 19"/>
                  <a:gd name="T2" fmla="*/ 21 w 5"/>
                  <a:gd name="T3" fmla="*/ 9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1" y="7"/>
                      <a:pt x="1" y="14"/>
                      <a:pt x="5" y="19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53" name="Freeform 1369">
                <a:extLst>
                  <a:ext uri="{FF2B5EF4-FFF2-40B4-BE49-F238E27FC236}">
                    <a16:creationId xmlns:a16="http://schemas.microsoft.com/office/drawing/2014/main" id="{75C9D9AB-1988-402B-9C1F-30453CF13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971"/>
                <a:ext cx="47" cy="64"/>
              </a:xfrm>
              <a:custGeom>
                <a:avLst/>
                <a:gdLst>
                  <a:gd name="T0" fmla="*/ 71 w 28"/>
                  <a:gd name="T1" fmla="*/ 0 h 36"/>
                  <a:gd name="T2" fmla="*/ 82 w 28"/>
                  <a:gd name="T3" fmla="*/ 190 h 36"/>
                  <a:gd name="T4" fmla="*/ 133 w 28"/>
                  <a:gd name="T5" fmla="*/ 20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15" y="0"/>
                    </a:moveTo>
                    <a:cubicBezTo>
                      <a:pt x="0" y="3"/>
                      <a:pt x="18" y="25"/>
                      <a:pt x="17" y="34"/>
                    </a:cubicBezTo>
                    <a:cubicBezTo>
                      <a:pt x="21" y="35"/>
                      <a:pt x="24" y="36"/>
                      <a:pt x="28" y="36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54" name="Freeform 1370">
                <a:extLst>
                  <a:ext uri="{FF2B5EF4-FFF2-40B4-BE49-F238E27FC236}">
                    <a16:creationId xmlns:a16="http://schemas.microsoft.com/office/drawing/2014/main" id="{356C9B2C-785E-45C5-943A-B817FFB95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3035"/>
                <a:ext cx="17" cy="55"/>
              </a:xfrm>
              <a:custGeom>
                <a:avLst/>
                <a:gdLst>
                  <a:gd name="T0" fmla="*/ 0 w 10"/>
                  <a:gd name="T1" fmla="*/ 0 h 31"/>
                  <a:gd name="T2" fmla="*/ 29 w 10"/>
                  <a:gd name="T3" fmla="*/ 167 h 31"/>
                  <a:gd name="T4" fmla="*/ 49 w 10"/>
                  <a:gd name="T5" fmla="*/ 17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1">
                    <a:moveTo>
                      <a:pt x="0" y="0"/>
                    </a:moveTo>
                    <a:cubicBezTo>
                      <a:pt x="2" y="10"/>
                      <a:pt x="2" y="21"/>
                      <a:pt x="6" y="30"/>
                    </a:cubicBezTo>
                    <a:cubicBezTo>
                      <a:pt x="8" y="30"/>
                      <a:pt x="9" y="31"/>
                      <a:pt x="10" y="31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55" name="Freeform 1371">
                <a:extLst>
                  <a:ext uri="{FF2B5EF4-FFF2-40B4-BE49-F238E27FC236}">
                    <a16:creationId xmlns:a16="http://schemas.microsoft.com/office/drawing/2014/main" id="{92BAD924-FCC5-4B84-A4D4-7C4D19FF4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2887"/>
                <a:ext cx="5" cy="29"/>
              </a:xfrm>
              <a:custGeom>
                <a:avLst/>
                <a:gdLst>
                  <a:gd name="T0" fmla="*/ 0 w 3"/>
                  <a:gd name="T1" fmla="*/ 0 h 16"/>
                  <a:gd name="T2" fmla="*/ 13 w 3"/>
                  <a:gd name="T3" fmla="*/ 9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0" y="0"/>
                    </a:moveTo>
                    <a:cubicBezTo>
                      <a:pt x="0" y="6"/>
                      <a:pt x="1" y="12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56" name="Freeform 1372">
                <a:extLst>
                  <a:ext uri="{FF2B5EF4-FFF2-40B4-BE49-F238E27FC236}">
                    <a16:creationId xmlns:a16="http://schemas.microsoft.com/office/drawing/2014/main" id="{182AA4CE-1C05-4A86-899C-C1E6E6BCA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2910"/>
                <a:ext cx="5" cy="32"/>
              </a:xfrm>
              <a:custGeom>
                <a:avLst/>
                <a:gdLst>
                  <a:gd name="T0" fmla="*/ 8 w 3"/>
                  <a:gd name="T1" fmla="*/ 0 h 18"/>
                  <a:gd name="T2" fmla="*/ 13 w 3"/>
                  <a:gd name="T3" fmla="*/ 10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2" y="0"/>
                    </a:moveTo>
                    <a:cubicBezTo>
                      <a:pt x="0" y="6"/>
                      <a:pt x="2" y="12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57" name="Freeform 1373">
                <a:extLst>
                  <a:ext uri="{FF2B5EF4-FFF2-40B4-BE49-F238E27FC236}">
                    <a16:creationId xmlns:a16="http://schemas.microsoft.com/office/drawing/2014/main" id="{BE8D8F24-F28F-4FD9-90CC-51931AB19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717"/>
                <a:ext cx="17" cy="3"/>
              </a:xfrm>
              <a:custGeom>
                <a:avLst/>
                <a:gdLst>
                  <a:gd name="T0" fmla="*/ 0 w 10"/>
                  <a:gd name="T1" fmla="*/ 8 h 2"/>
                  <a:gd name="T2" fmla="*/ 49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4" y="2"/>
                      <a:pt x="6" y="0"/>
                      <a:pt x="10" y="0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58" name="Freeform 1374">
                <a:extLst>
                  <a:ext uri="{FF2B5EF4-FFF2-40B4-BE49-F238E27FC236}">
                    <a16:creationId xmlns:a16="http://schemas.microsoft.com/office/drawing/2014/main" id="{842D895F-D879-44CB-A975-6C9152084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749"/>
                <a:ext cx="15" cy="3"/>
              </a:xfrm>
              <a:custGeom>
                <a:avLst/>
                <a:gdLst>
                  <a:gd name="T0" fmla="*/ 0 w 9"/>
                  <a:gd name="T1" fmla="*/ 8 h 2"/>
                  <a:gd name="T2" fmla="*/ 42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1"/>
                      <a:pt x="6" y="0"/>
                      <a:pt x="9" y="0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59" name="Freeform 1375">
                <a:extLst>
                  <a:ext uri="{FF2B5EF4-FFF2-40B4-BE49-F238E27FC236}">
                    <a16:creationId xmlns:a16="http://schemas.microsoft.com/office/drawing/2014/main" id="{821E2C0E-66FB-437A-8093-E71805E2A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855"/>
                <a:ext cx="5" cy="13"/>
              </a:xfrm>
              <a:custGeom>
                <a:avLst/>
                <a:gdLst>
                  <a:gd name="T0" fmla="*/ 5 w 3"/>
                  <a:gd name="T1" fmla="*/ 0 h 7"/>
                  <a:gd name="T2" fmla="*/ 13 w 3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3"/>
                      <a:pt x="1" y="6"/>
                      <a:pt x="3" y="7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60" name="Freeform 1376">
                <a:extLst>
                  <a:ext uri="{FF2B5EF4-FFF2-40B4-BE49-F238E27FC236}">
                    <a16:creationId xmlns:a16="http://schemas.microsoft.com/office/drawing/2014/main" id="{384C1A90-F499-473B-822D-BE9369336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2880"/>
                <a:ext cx="18" cy="14"/>
              </a:xfrm>
              <a:custGeom>
                <a:avLst/>
                <a:gdLst>
                  <a:gd name="T0" fmla="*/ 21 w 11"/>
                  <a:gd name="T1" fmla="*/ 44 h 8"/>
                  <a:gd name="T2" fmla="*/ 47 w 11"/>
                  <a:gd name="T3" fmla="*/ 7 h 8"/>
                  <a:gd name="T4" fmla="*/ 0 w 11"/>
                  <a:gd name="T5" fmla="*/ 1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5" y="8"/>
                    </a:moveTo>
                    <a:cubicBezTo>
                      <a:pt x="8" y="6"/>
                      <a:pt x="10" y="5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61" name="Freeform 1377">
                <a:extLst>
                  <a:ext uri="{FF2B5EF4-FFF2-40B4-BE49-F238E27FC236}">
                    <a16:creationId xmlns:a16="http://schemas.microsoft.com/office/drawing/2014/main" id="{CC1456AA-D294-4B00-81E5-2379A4304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2935"/>
                <a:ext cx="9" cy="4"/>
              </a:xfrm>
              <a:custGeom>
                <a:avLst/>
                <a:gdLst>
                  <a:gd name="T0" fmla="*/ 0 w 5"/>
                  <a:gd name="T1" fmla="*/ 16 h 2"/>
                  <a:gd name="T2" fmla="*/ 29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62" name="Freeform 1378">
                <a:extLst>
                  <a:ext uri="{FF2B5EF4-FFF2-40B4-BE49-F238E27FC236}">
                    <a16:creationId xmlns:a16="http://schemas.microsoft.com/office/drawing/2014/main" id="{DB044960-96D5-449E-BA92-44EB1B18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2964"/>
                <a:ext cx="22" cy="23"/>
              </a:xfrm>
              <a:custGeom>
                <a:avLst/>
                <a:gdLst>
                  <a:gd name="T0" fmla="*/ 54 w 13"/>
                  <a:gd name="T1" fmla="*/ 57 h 13"/>
                  <a:gd name="T2" fmla="*/ 24 w 13"/>
                  <a:gd name="T3" fmla="*/ 16 h 13"/>
                  <a:gd name="T4" fmla="*/ 63 w 13"/>
                  <a:gd name="T5" fmla="*/ 7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1" y="7"/>
                      <a:pt x="8" y="0"/>
                      <a:pt x="5" y="3"/>
                    </a:cubicBezTo>
                    <a:cubicBezTo>
                      <a:pt x="0" y="8"/>
                      <a:pt x="10" y="13"/>
                      <a:pt x="13" y="13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63" name="Freeform 1379">
                <a:extLst>
                  <a:ext uri="{FF2B5EF4-FFF2-40B4-BE49-F238E27FC236}">
                    <a16:creationId xmlns:a16="http://schemas.microsoft.com/office/drawing/2014/main" id="{F265B147-8A0C-4745-8900-8852675AA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3028"/>
                <a:ext cx="9" cy="19"/>
              </a:xfrm>
              <a:custGeom>
                <a:avLst/>
                <a:gdLst>
                  <a:gd name="T0" fmla="*/ 7 w 5"/>
                  <a:gd name="T1" fmla="*/ 0 h 11"/>
                  <a:gd name="T2" fmla="*/ 29 w 5"/>
                  <a:gd name="T3" fmla="*/ 5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0" y="4"/>
                      <a:pt x="2" y="8"/>
                      <a:pt x="5" y="11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64" name="Freeform 1380">
                <a:extLst>
                  <a:ext uri="{FF2B5EF4-FFF2-40B4-BE49-F238E27FC236}">
                    <a16:creationId xmlns:a16="http://schemas.microsoft.com/office/drawing/2014/main" id="{AE8B8C3F-2816-48B6-B29B-DBF6C4CBF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3071"/>
                <a:ext cx="17" cy="19"/>
              </a:xfrm>
              <a:custGeom>
                <a:avLst/>
                <a:gdLst>
                  <a:gd name="T0" fmla="*/ 41 w 10"/>
                  <a:gd name="T1" fmla="*/ 21 h 11"/>
                  <a:gd name="T2" fmla="*/ 5 w 10"/>
                  <a:gd name="T3" fmla="*/ 48 h 11"/>
                  <a:gd name="T4" fmla="*/ 49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8" y="4"/>
                    </a:moveTo>
                    <a:cubicBezTo>
                      <a:pt x="8" y="8"/>
                      <a:pt x="5" y="11"/>
                      <a:pt x="1" y="9"/>
                    </a:cubicBezTo>
                    <a:cubicBezTo>
                      <a:pt x="0" y="4"/>
                      <a:pt x="5" y="2"/>
                      <a:pt x="10" y="0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65" name="Freeform 1381">
                <a:extLst>
                  <a:ext uri="{FF2B5EF4-FFF2-40B4-BE49-F238E27FC236}">
                    <a16:creationId xmlns:a16="http://schemas.microsoft.com/office/drawing/2014/main" id="{96698AD5-B910-4B3C-AB0A-C274A0B39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3574"/>
                <a:ext cx="13" cy="25"/>
              </a:xfrm>
              <a:custGeom>
                <a:avLst/>
                <a:gdLst>
                  <a:gd name="T0" fmla="*/ 0 w 8"/>
                  <a:gd name="T1" fmla="*/ 0 h 14"/>
                  <a:gd name="T2" fmla="*/ 34 w 8"/>
                  <a:gd name="T3" fmla="*/ 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7"/>
                      <a:pt x="1" y="12"/>
                      <a:pt x="8" y="14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66" name="Freeform 1382">
                <a:extLst>
                  <a:ext uri="{FF2B5EF4-FFF2-40B4-BE49-F238E27FC236}">
                    <a16:creationId xmlns:a16="http://schemas.microsoft.com/office/drawing/2014/main" id="{207BED64-C857-4C58-8DF6-DDD270C80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3595"/>
                <a:ext cx="7" cy="32"/>
              </a:xfrm>
              <a:custGeom>
                <a:avLst/>
                <a:gdLst>
                  <a:gd name="T0" fmla="*/ 0 w 4"/>
                  <a:gd name="T1" fmla="*/ 0 h 18"/>
                  <a:gd name="T2" fmla="*/ 21 w 4"/>
                  <a:gd name="T3" fmla="*/ 10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cubicBezTo>
                      <a:pt x="0" y="6"/>
                      <a:pt x="0" y="13"/>
                      <a:pt x="4" y="18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67" name="Freeform 1383">
                <a:extLst>
                  <a:ext uri="{FF2B5EF4-FFF2-40B4-BE49-F238E27FC236}">
                    <a16:creationId xmlns:a16="http://schemas.microsoft.com/office/drawing/2014/main" id="{717BDF9D-3802-4A4C-A770-A000688D7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3133"/>
                <a:ext cx="21" cy="57"/>
              </a:xfrm>
              <a:custGeom>
                <a:avLst/>
                <a:gdLst>
                  <a:gd name="T0" fmla="*/ 55 w 13"/>
                  <a:gd name="T1" fmla="*/ 182 h 32"/>
                  <a:gd name="T2" fmla="*/ 29 w 13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32"/>
                    </a:moveTo>
                    <a:cubicBezTo>
                      <a:pt x="10" y="25"/>
                      <a:pt x="0" y="6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68" name="Freeform 1384">
                <a:extLst>
                  <a:ext uri="{FF2B5EF4-FFF2-40B4-BE49-F238E27FC236}">
                    <a16:creationId xmlns:a16="http://schemas.microsoft.com/office/drawing/2014/main" id="{AA3AD940-6CB3-48EE-8DE4-6FDDB66CA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3127"/>
                <a:ext cx="10" cy="15"/>
              </a:xfrm>
              <a:custGeom>
                <a:avLst/>
                <a:gdLst>
                  <a:gd name="T0" fmla="*/ 0 w 6"/>
                  <a:gd name="T1" fmla="*/ 0 h 8"/>
                  <a:gd name="T2" fmla="*/ 28 w 6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4"/>
                      <a:pt x="3" y="6"/>
                      <a:pt x="6" y="8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69" name="Freeform 1385">
                <a:extLst>
                  <a:ext uri="{FF2B5EF4-FFF2-40B4-BE49-F238E27FC236}">
                    <a16:creationId xmlns:a16="http://schemas.microsoft.com/office/drawing/2014/main" id="{AB052E3F-3B45-48ED-897F-BF4A14652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3540"/>
                <a:ext cx="11" cy="34"/>
              </a:xfrm>
              <a:custGeom>
                <a:avLst/>
                <a:gdLst>
                  <a:gd name="T0" fmla="*/ 0 w 7"/>
                  <a:gd name="T1" fmla="*/ 0 h 19"/>
                  <a:gd name="T2" fmla="*/ 13 w 7"/>
                  <a:gd name="T3" fmla="*/ 102 h 19"/>
                  <a:gd name="T4" fmla="*/ 27 w 7"/>
                  <a:gd name="T5" fmla="*/ 10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1" y="6"/>
                      <a:pt x="2" y="12"/>
                      <a:pt x="3" y="18"/>
                    </a:cubicBezTo>
                    <a:cubicBezTo>
                      <a:pt x="5" y="17"/>
                      <a:pt x="6" y="19"/>
                      <a:pt x="7" y="19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70" name="Freeform 1386">
                <a:extLst>
                  <a:ext uri="{FF2B5EF4-FFF2-40B4-BE49-F238E27FC236}">
                    <a16:creationId xmlns:a16="http://schemas.microsoft.com/office/drawing/2014/main" id="{66434A46-BCDF-45AE-B67C-9EE4F610E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3574"/>
                <a:ext cx="8" cy="25"/>
              </a:xfrm>
              <a:custGeom>
                <a:avLst/>
                <a:gdLst>
                  <a:gd name="T0" fmla="*/ 5 w 5"/>
                  <a:gd name="T1" fmla="*/ 0 h 14"/>
                  <a:gd name="T2" fmla="*/ 21 w 5"/>
                  <a:gd name="T3" fmla="*/ 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1" y="0"/>
                    </a:moveTo>
                    <a:cubicBezTo>
                      <a:pt x="0" y="5"/>
                      <a:pt x="1" y="10"/>
                      <a:pt x="5" y="14"/>
                    </a:cubicBezTo>
                  </a:path>
                </a:pathLst>
              </a:custGeom>
              <a:noFill/>
              <a:ln w="7938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71" name="Freeform 1387">
                <a:extLst>
                  <a:ext uri="{FF2B5EF4-FFF2-40B4-BE49-F238E27FC236}">
                    <a16:creationId xmlns:a16="http://schemas.microsoft.com/office/drawing/2014/main" id="{474CA970-9B75-4BC5-9FC4-2F5E16F38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3576"/>
                <a:ext cx="17" cy="7"/>
              </a:xfrm>
              <a:custGeom>
                <a:avLst/>
                <a:gdLst>
                  <a:gd name="T0" fmla="*/ 0 w 10"/>
                  <a:gd name="T1" fmla="*/ 21 h 4"/>
                  <a:gd name="T2" fmla="*/ 49 w 10"/>
                  <a:gd name="T3" fmla="*/ 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4"/>
                    </a:moveTo>
                    <a:cubicBezTo>
                      <a:pt x="3" y="3"/>
                      <a:pt x="7" y="0"/>
                      <a:pt x="10" y="1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72" name="Freeform 1388">
                <a:extLst>
                  <a:ext uri="{FF2B5EF4-FFF2-40B4-BE49-F238E27FC236}">
                    <a16:creationId xmlns:a16="http://schemas.microsoft.com/office/drawing/2014/main" id="{0B0CAB2D-D7A4-46EA-AC98-AFC3B6155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3617"/>
                <a:ext cx="10" cy="7"/>
              </a:xfrm>
              <a:custGeom>
                <a:avLst/>
                <a:gdLst>
                  <a:gd name="T0" fmla="*/ 0 w 6"/>
                  <a:gd name="T1" fmla="*/ 21 h 4"/>
                  <a:gd name="T2" fmla="*/ 2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73" name="Freeform 1389">
                <a:extLst>
                  <a:ext uri="{FF2B5EF4-FFF2-40B4-BE49-F238E27FC236}">
                    <a16:creationId xmlns:a16="http://schemas.microsoft.com/office/drawing/2014/main" id="{28165B86-FCD9-4C52-B552-2408CB29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3127"/>
                <a:ext cx="12" cy="8"/>
              </a:xfrm>
              <a:custGeom>
                <a:avLst/>
                <a:gdLst>
                  <a:gd name="T0" fmla="*/ 0 w 7"/>
                  <a:gd name="T1" fmla="*/ 32 h 4"/>
                  <a:gd name="T2" fmla="*/ 36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3"/>
                      <a:pt x="5" y="2"/>
                      <a:pt x="7" y="0"/>
                    </a:cubicBezTo>
                  </a:path>
                </a:pathLst>
              </a:custGeom>
              <a:noFill/>
              <a:ln w="7938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74" name="Freeform 1390">
                <a:extLst>
                  <a:ext uri="{FF2B5EF4-FFF2-40B4-BE49-F238E27FC236}">
                    <a16:creationId xmlns:a16="http://schemas.microsoft.com/office/drawing/2014/main" id="{87FD687C-1ADC-42C5-AFD5-689E91CC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690"/>
                <a:ext cx="68" cy="108"/>
              </a:xfrm>
              <a:custGeom>
                <a:avLst/>
                <a:gdLst>
                  <a:gd name="T0" fmla="*/ 0 w 41"/>
                  <a:gd name="T1" fmla="*/ 0 h 61"/>
                  <a:gd name="T2" fmla="*/ 36 w 41"/>
                  <a:gd name="T3" fmla="*/ 317 h 61"/>
                  <a:gd name="T4" fmla="*/ 63 w 41"/>
                  <a:gd name="T5" fmla="*/ 326 h 61"/>
                  <a:gd name="T6" fmla="*/ 168 w 41"/>
                  <a:gd name="T7" fmla="*/ 282 h 61"/>
                  <a:gd name="T8" fmla="*/ 166 w 41"/>
                  <a:gd name="T9" fmla="*/ 159 h 61"/>
                  <a:gd name="T10" fmla="*/ 154 w 41"/>
                  <a:gd name="T11" fmla="*/ 1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61">
                    <a:moveTo>
                      <a:pt x="0" y="0"/>
                    </a:moveTo>
                    <a:cubicBezTo>
                      <a:pt x="2" y="18"/>
                      <a:pt x="6" y="53"/>
                      <a:pt x="8" y="57"/>
                    </a:cubicBezTo>
                    <a:cubicBezTo>
                      <a:pt x="10" y="61"/>
                      <a:pt x="14" y="59"/>
                      <a:pt x="14" y="59"/>
                    </a:cubicBezTo>
                    <a:cubicBezTo>
                      <a:pt x="21" y="58"/>
                      <a:pt x="34" y="57"/>
                      <a:pt x="37" y="51"/>
                    </a:cubicBezTo>
                    <a:cubicBezTo>
                      <a:pt x="41" y="46"/>
                      <a:pt x="36" y="35"/>
                      <a:pt x="36" y="29"/>
                    </a:cubicBezTo>
                    <a:cubicBezTo>
                      <a:pt x="35" y="20"/>
                      <a:pt x="35" y="11"/>
                      <a:pt x="34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75" name="Freeform 1391">
                <a:extLst>
                  <a:ext uri="{FF2B5EF4-FFF2-40B4-BE49-F238E27FC236}">
                    <a16:creationId xmlns:a16="http://schemas.microsoft.com/office/drawing/2014/main" id="{D214F269-D1BC-4AC4-A78E-4BA3BF2D5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782"/>
                <a:ext cx="75" cy="164"/>
              </a:xfrm>
              <a:custGeom>
                <a:avLst/>
                <a:gdLst>
                  <a:gd name="T0" fmla="*/ 0 w 45"/>
                  <a:gd name="T1" fmla="*/ 45 h 92"/>
                  <a:gd name="T2" fmla="*/ 50 w 45"/>
                  <a:gd name="T3" fmla="*/ 487 h 92"/>
                  <a:gd name="T4" fmla="*/ 92 w 45"/>
                  <a:gd name="T5" fmla="*/ 483 h 92"/>
                  <a:gd name="T6" fmla="*/ 208 w 45"/>
                  <a:gd name="T7" fmla="*/ 406 h 92"/>
                  <a:gd name="T8" fmla="*/ 130 w 45"/>
                  <a:gd name="T9" fmla="*/ 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92">
                    <a:moveTo>
                      <a:pt x="0" y="8"/>
                    </a:moveTo>
                    <a:cubicBezTo>
                      <a:pt x="0" y="23"/>
                      <a:pt x="7" y="80"/>
                      <a:pt x="11" y="86"/>
                    </a:cubicBezTo>
                    <a:cubicBezTo>
                      <a:pt x="15" y="92"/>
                      <a:pt x="20" y="85"/>
                      <a:pt x="20" y="85"/>
                    </a:cubicBezTo>
                    <a:cubicBezTo>
                      <a:pt x="21" y="84"/>
                      <a:pt x="41" y="84"/>
                      <a:pt x="45" y="72"/>
                    </a:cubicBezTo>
                    <a:cubicBezTo>
                      <a:pt x="41" y="49"/>
                      <a:pt x="37" y="2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76" name="Freeform 1392">
                <a:extLst>
                  <a:ext uri="{FF2B5EF4-FFF2-40B4-BE49-F238E27FC236}">
                    <a16:creationId xmlns:a16="http://schemas.microsoft.com/office/drawing/2014/main" id="{AE750E28-3CD6-41E6-A6F1-3D3098F92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921"/>
                <a:ext cx="83" cy="164"/>
              </a:xfrm>
              <a:custGeom>
                <a:avLst/>
                <a:gdLst>
                  <a:gd name="T0" fmla="*/ 8 w 50"/>
                  <a:gd name="T1" fmla="*/ 45 h 92"/>
                  <a:gd name="T2" fmla="*/ 42 w 50"/>
                  <a:gd name="T3" fmla="*/ 385 h 92"/>
                  <a:gd name="T4" fmla="*/ 91 w 50"/>
                  <a:gd name="T5" fmla="*/ 508 h 92"/>
                  <a:gd name="T6" fmla="*/ 209 w 50"/>
                  <a:gd name="T7" fmla="*/ 447 h 92"/>
                  <a:gd name="T8" fmla="*/ 221 w 50"/>
                  <a:gd name="T9" fmla="*/ 324 h 92"/>
                  <a:gd name="T10" fmla="*/ 188 w 50"/>
                  <a:gd name="T11" fmla="*/ 125 h 92"/>
                  <a:gd name="T12" fmla="*/ 159 w 50"/>
                  <a:gd name="T13" fmla="*/ 0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92">
                    <a:moveTo>
                      <a:pt x="2" y="8"/>
                    </a:moveTo>
                    <a:cubicBezTo>
                      <a:pt x="0" y="22"/>
                      <a:pt x="7" y="47"/>
                      <a:pt x="9" y="68"/>
                    </a:cubicBezTo>
                    <a:cubicBezTo>
                      <a:pt x="11" y="88"/>
                      <a:pt x="20" y="90"/>
                      <a:pt x="20" y="90"/>
                    </a:cubicBezTo>
                    <a:cubicBezTo>
                      <a:pt x="26" y="92"/>
                      <a:pt x="43" y="84"/>
                      <a:pt x="46" y="79"/>
                    </a:cubicBezTo>
                    <a:cubicBezTo>
                      <a:pt x="50" y="72"/>
                      <a:pt x="49" y="65"/>
                      <a:pt x="48" y="57"/>
                    </a:cubicBezTo>
                    <a:cubicBezTo>
                      <a:pt x="46" y="45"/>
                      <a:pt x="42" y="34"/>
                      <a:pt x="41" y="22"/>
                    </a:cubicBezTo>
                    <a:cubicBezTo>
                      <a:pt x="39" y="15"/>
                      <a:pt x="40" y="5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77" name="Freeform 1393">
                <a:extLst>
                  <a:ext uri="{FF2B5EF4-FFF2-40B4-BE49-F238E27FC236}">
                    <a16:creationId xmlns:a16="http://schemas.microsoft.com/office/drawing/2014/main" id="{555F5DC4-AE67-48F9-B3E0-FB21DD004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076"/>
                <a:ext cx="38" cy="124"/>
              </a:xfrm>
              <a:custGeom>
                <a:avLst/>
                <a:gdLst>
                  <a:gd name="T0" fmla="*/ 8 w 23"/>
                  <a:gd name="T1" fmla="*/ 0 h 70"/>
                  <a:gd name="T2" fmla="*/ 28 w 23"/>
                  <a:gd name="T3" fmla="*/ 229 h 70"/>
                  <a:gd name="T4" fmla="*/ 63 w 23"/>
                  <a:gd name="T5" fmla="*/ 383 h 70"/>
                  <a:gd name="T6" fmla="*/ 104 w 23"/>
                  <a:gd name="T7" fmla="*/ 383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0">
                    <a:moveTo>
                      <a:pt x="2" y="0"/>
                    </a:moveTo>
                    <a:cubicBezTo>
                      <a:pt x="0" y="11"/>
                      <a:pt x="4" y="27"/>
                      <a:pt x="6" y="41"/>
                    </a:cubicBezTo>
                    <a:cubicBezTo>
                      <a:pt x="7" y="54"/>
                      <a:pt x="11" y="69"/>
                      <a:pt x="14" y="69"/>
                    </a:cubicBezTo>
                    <a:cubicBezTo>
                      <a:pt x="16" y="70"/>
                      <a:pt x="23" y="69"/>
                      <a:pt x="23" y="6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78" name="Freeform 1394">
                <a:extLst>
                  <a:ext uri="{FF2B5EF4-FFF2-40B4-BE49-F238E27FC236}">
                    <a16:creationId xmlns:a16="http://schemas.microsoft.com/office/drawing/2014/main" id="{045DC5D7-DAE5-43AE-BF8D-876A66114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186"/>
                <a:ext cx="80" cy="132"/>
              </a:xfrm>
              <a:custGeom>
                <a:avLst/>
                <a:gdLst>
                  <a:gd name="T0" fmla="*/ 8 w 48"/>
                  <a:gd name="T1" fmla="*/ 37 h 74"/>
                  <a:gd name="T2" fmla="*/ 13 w 48"/>
                  <a:gd name="T3" fmla="*/ 182 h 74"/>
                  <a:gd name="T4" fmla="*/ 42 w 48"/>
                  <a:gd name="T5" fmla="*/ 398 h 74"/>
                  <a:gd name="T6" fmla="*/ 78 w 48"/>
                  <a:gd name="T7" fmla="*/ 419 h 74"/>
                  <a:gd name="T8" fmla="*/ 203 w 48"/>
                  <a:gd name="T9" fmla="*/ 391 h 74"/>
                  <a:gd name="T10" fmla="*/ 213 w 48"/>
                  <a:gd name="T11" fmla="*/ 328 h 74"/>
                  <a:gd name="T12" fmla="*/ 153 w 48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4">
                    <a:moveTo>
                      <a:pt x="2" y="7"/>
                    </a:moveTo>
                    <a:cubicBezTo>
                      <a:pt x="0" y="17"/>
                      <a:pt x="1" y="16"/>
                      <a:pt x="3" y="32"/>
                    </a:cubicBezTo>
                    <a:cubicBezTo>
                      <a:pt x="5" y="48"/>
                      <a:pt x="6" y="67"/>
                      <a:pt x="9" y="70"/>
                    </a:cubicBezTo>
                    <a:cubicBezTo>
                      <a:pt x="12" y="73"/>
                      <a:pt x="17" y="74"/>
                      <a:pt x="17" y="74"/>
                    </a:cubicBezTo>
                    <a:cubicBezTo>
                      <a:pt x="21" y="74"/>
                      <a:pt x="42" y="71"/>
                      <a:pt x="44" y="69"/>
                    </a:cubicBezTo>
                    <a:cubicBezTo>
                      <a:pt x="48" y="64"/>
                      <a:pt x="47" y="65"/>
                      <a:pt x="46" y="58"/>
                    </a:cubicBezTo>
                    <a:cubicBezTo>
                      <a:pt x="43" y="39"/>
                      <a:pt x="34" y="18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79" name="Freeform 1395">
                <a:extLst>
                  <a:ext uri="{FF2B5EF4-FFF2-40B4-BE49-F238E27FC236}">
                    <a16:creationId xmlns:a16="http://schemas.microsoft.com/office/drawing/2014/main" id="{590B4546-2DCB-496B-B953-D333834F4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3311"/>
                <a:ext cx="82" cy="133"/>
              </a:xfrm>
              <a:custGeom>
                <a:avLst/>
                <a:gdLst>
                  <a:gd name="T0" fmla="*/ 13 w 49"/>
                  <a:gd name="T1" fmla="*/ 16 h 75"/>
                  <a:gd name="T2" fmla="*/ 13 w 49"/>
                  <a:gd name="T3" fmla="*/ 135 h 75"/>
                  <a:gd name="T4" fmla="*/ 55 w 49"/>
                  <a:gd name="T5" fmla="*/ 374 h 75"/>
                  <a:gd name="T6" fmla="*/ 211 w 49"/>
                  <a:gd name="T7" fmla="*/ 309 h 75"/>
                  <a:gd name="T8" fmla="*/ 154 w 49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75">
                    <a:moveTo>
                      <a:pt x="3" y="3"/>
                    </a:moveTo>
                    <a:cubicBezTo>
                      <a:pt x="0" y="5"/>
                      <a:pt x="2" y="11"/>
                      <a:pt x="3" y="24"/>
                    </a:cubicBezTo>
                    <a:cubicBezTo>
                      <a:pt x="4" y="37"/>
                      <a:pt x="8" y="64"/>
                      <a:pt x="12" y="67"/>
                    </a:cubicBezTo>
                    <a:cubicBezTo>
                      <a:pt x="15" y="75"/>
                      <a:pt x="44" y="62"/>
                      <a:pt x="45" y="55"/>
                    </a:cubicBezTo>
                    <a:cubicBezTo>
                      <a:pt x="49" y="38"/>
                      <a:pt x="38" y="17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80" name="Freeform 1396">
                <a:extLst>
                  <a:ext uri="{FF2B5EF4-FFF2-40B4-BE49-F238E27FC236}">
                    <a16:creationId xmlns:a16="http://schemas.microsoft.com/office/drawing/2014/main" id="{50332259-6A52-47F6-9062-750575B0C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3412"/>
                <a:ext cx="80" cy="139"/>
              </a:xfrm>
              <a:custGeom>
                <a:avLst/>
                <a:gdLst>
                  <a:gd name="T0" fmla="*/ 13 w 48"/>
                  <a:gd name="T1" fmla="*/ 73 h 78"/>
                  <a:gd name="T2" fmla="*/ 20 w 48"/>
                  <a:gd name="T3" fmla="*/ 196 h 78"/>
                  <a:gd name="T4" fmla="*/ 75 w 48"/>
                  <a:gd name="T5" fmla="*/ 426 h 78"/>
                  <a:gd name="T6" fmla="*/ 208 w 48"/>
                  <a:gd name="T7" fmla="*/ 374 h 78"/>
                  <a:gd name="T8" fmla="*/ 188 w 48"/>
                  <a:gd name="T9" fmla="*/ 194 h 78"/>
                  <a:gd name="T10" fmla="*/ 158 w 48"/>
                  <a:gd name="T11" fmla="*/ 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78">
                    <a:moveTo>
                      <a:pt x="3" y="13"/>
                    </a:moveTo>
                    <a:cubicBezTo>
                      <a:pt x="0" y="14"/>
                      <a:pt x="2" y="20"/>
                      <a:pt x="4" y="35"/>
                    </a:cubicBezTo>
                    <a:cubicBezTo>
                      <a:pt x="6" y="50"/>
                      <a:pt x="5" y="73"/>
                      <a:pt x="16" y="75"/>
                    </a:cubicBezTo>
                    <a:cubicBezTo>
                      <a:pt x="20" y="78"/>
                      <a:pt x="41" y="72"/>
                      <a:pt x="45" y="66"/>
                    </a:cubicBezTo>
                    <a:cubicBezTo>
                      <a:pt x="48" y="61"/>
                      <a:pt x="42" y="40"/>
                      <a:pt x="41" y="34"/>
                    </a:cubicBezTo>
                    <a:cubicBezTo>
                      <a:pt x="39" y="22"/>
                      <a:pt x="36" y="12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81" name="Freeform 1397">
                <a:extLst>
                  <a:ext uri="{FF2B5EF4-FFF2-40B4-BE49-F238E27FC236}">
                    <a16:creationId xmlns:a16="http://schemas.microsoft.com/office/drawing/2014/main" id="{DFE08210-25CE-408C-9262-925BC9969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522"/>
                <a:ext cx="80" cy="107"/>
              </a:xfrm>
              <a:custGeom>
                <a:avLst/>
                <a:gdLst>
                  <a:gd name="T0" fmla="*/ 5 w 48"/>
                  <a:gd name="T1" fmla="*/ 64 h 60"/>
                  <a:gd name="T2" fmla="*/ 22 w 48"/>
                  <a:gd name="T3" fmla="*/ 284 h 60"/>
                  <a:gd name="T4" fmla="*/ 117 w 48"/>
                  <a:gd name="T5" fmla="*/ 317 h 60"/>
                  <a:gd name="T6" fmla="*/ 213 w 48"/>
                  <a:gd name="T7" fmla="*/ 255 h 60"/>
                  <a:gd name="T8" fmla="*/ 200 w 48"/>
                  <a:gd name="T9" fmla="*/ 130 h 60"/>
                  <a:gd name="T10" fmla="*/ 167 w 48"/>
                  <a:gd name="T11" fmla="*/ 0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0">
                    <a:moveTo>
                      <a:pt x="1" y="11"/>
                    </a:moveTo>
                    <a:cubicBezTo>
                      <a:pt x="0" y="20"/>
                      <a:pt x="3" y="39"/>
                      <a:pt x="5" y="50"/>
                    </a:cubicBezTo>
                    <a:cubicBezTo>
                      <a:pt x="7" y="60"/>
                      <a:pt x="20" y="57"/>
                      <a:pt x="25" y="56"/>
                    </a:cubicBezTo>
                    <a:cubicBezTo>
                      <a:pt x="34" y="55"/>
                      <a:pt x="44" y="52"/>
                      <a:pt x="46" y="45"/>
                    </a:cubicBezTo>
                    <a:cubicBezTo>
                      <a:pt x="48" y="39"/>
                      <a:pt x="44" y="28"/>
                      <a:pt x="43" y="23"/>
                    </a:cubicBezTo>
                    <a:cubicBezTo>
                      <a:pt x="41" y="15"/>
                      <a:pt x="38" y="8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82" name="Freeform 1398">
                <a:extLst>
                  <a:ext uri="{FF2B5EF4-FFF2-40B4-BE49-F238E27FC236}">
                    <a16:creationId xmlns:a16="http://schemas.microsoft.com/office/drawing/2014/main" id="{02AE4E97-5A05-4DF2-BA5E-B8A7AD178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618"/>
                <a:ext cx="3" cy="34"/>
              </a:xfrm>
              <a:custGeom>
                <a:avLst/>
                <a:gdLst>
                  <a:gd name="T0" fmla="*/ 0 w 2"/>
                  <a:gd name="T1" fmla="*/ 0 h 19"/>
                  <a:gd name="T2" fmla="*/ 8 w 2"/>
                  <a:gd name="T3" fmla="*/ 10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0" y="0"/>
                    </a:moveTo>
                    <a:cubicBezTo>
                      <a:pt x="0" y="9"/>
                      <a:pt x="2" y="19"/>
                      <a:pt x="2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83" name="Freeform 1399">
                <a:extLst>
                  <a:ext uri="{FF2B5EF4-FFF2-40B4-BE49-F238E27FC236}">
                    <a16:creationId xmlns:a16="http://schemas.microsoft.com/office/drawing/2014/main" id="{115E79D7-EF4D-4D1D-AC0F-7F6E5F65A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330"/>
                <a:ext cx="45" cy="38"/>
              </a:xfrm>
              <a:custGeom>
                <a:avLst/>
                <a:gdLst>
                  <a:gd name="T0" fmla="*/ 0 w 27"/>
                  <a:gd name="T1" fmla="*/ 7 h 21"/>
                  <a:gd name="T2" fmla="*/ 88 w 27"/>
                  <a:gd name="T3" fmla="*/ 36 h 21"/>
                  <a:gd name="T4" fmla="*/ 117 w 27"/>
                  <a:gd name="T5" fmla="*/ 94 h 21"/>
                  <a:gd name="T6" fmla="*/ 120 w 27"/>
                  <a:gd name="T7" fmla="*/ 11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1">
                    <a:moveTo>
                      <a:pt x="0" y="1"/>
                    </a:moveTo>
                    <a:cubicBezTo>
                      <a:pt x="7" y="1"/>
                      <a:pt x="14" y="0"/>
                      <a:pt x="19" y="6"/>
                    </a:cubicBezTo>
                    <a:cubicBezTo>
                      <a:pt x="21" y="9"/>
                      <a:pt x="23" y="13"/>
                      <a:pt x="25" y="16"/>
                    </a:cubicBezTo>
                    <a:cubicBezTo>
                      <a:pt x="25" y="17"/>
                      <a:pt x="27" y="21"/>
                      <a:pt x="26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84" name="Freeform 1400">
                <a:extLst>
                  <a:ext uri="{FF2B5EF4-FFF2-40B4-BE49-F238E27FC236}">
                    <a16:creationId xmlns:a16="http://schemas.microsoft.com/office/drawing/2014/main" id="{EEB671A1-2226-4482-82DD-D4D02F04D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994"/>
                <a:ext cx="26" cy="11"/>
              </a:xfrm>
              <a:custGeom>
                <a:avLst/>
                <a:gdLst>
                  <a:gd name="T0" fmla="*/ 0 w 16"/>
                  <a:gd name="T1" fmla="*/ 0 h 6"/>
                  <a:gd name="T2" fmla="*/ 68 w 16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6" y="1"/>
                      <a:pt x="12" y="4"/>
                      <a:pt x="16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85" name="Freeform 1401">
                <a:extLst>
                  <a:ext uri="{FF2B5EF4-FFF2-40B4-BE49-F238E27FC236}">
                    <a16:creationId xmlns:a16="http://schemas.microsoft.com/office/drawing/2014/main" id="{30DD3D84-EFD1-43BE-A645-BCB5CA9B4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3090"/>
                <a:ext cx="26" cy="27"/>
              </a:xfrm>
              <a:custGeom>
                <a:avLst/>
                <a:gdLst>
                  <a:gd name="T0" fmla="*/ 0 w 16"/>
                  <a:gd name="T1" fmla="*/ 0 h 15"/>
                  <a:gd name="T2" fmla="*/ 47 w 16"/>
                  <a:gd name="T3" fmla="*/ 52 h 15"/>
                  <a:gd name="T4" fmla="*/ 68 w 16"/>
                  <a:gd name="T5" fmla="*/ 8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3" y="4"/>
                      <a:pt x="8" y="6"/>
                      <a:pt x="11" y="9"/>
                    </a:cubicBezTo>
                    <a:cubicBezTo>
                      <a:pt x="13" y="10"/>
                      <a:pt x="14" y="13"/>
                      <a:pt x="16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86" name="Freeform 1402">
                <a:extLst>
                  <a:ext uri="{FF2B5EF4-FFF2-40B4-BE49-F238E27FC236}">
                    <a16:creationId xmlns:a16="http://schemas.microsoft.com/office/drawing/2014/main" id="{B5C99569-E5DF-4DD6-84D5-100B2CC2F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3200"/>
                <a:ext cx="16" cy="13"/>
              </a:xfrm>
              <a:custGeom>
                <a:avLst/>
                <a:gdLst>
                  <a:gd name="T0" fmla="*/ 0 w 10"/>
                  <a:gd name="T1" fmla="*/ 0 h 7"/>
                  <a:gd name="T2" fmla="*/ 42 w 10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3" y="2"/>
                      <a:pt x="10" y="6"/>
                      <a:pt x="1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87" name="Freeform 1403">
                <a:extLst>
                  <a:ext uri="{FF2B5EF4-FFF2-40B4-BE49-F238E27FC236}">
                    <a16:creationId xmlns:a16="http://schemas.microsoft.com/office/drawing/2014/main" id="{592CF4C3-2226-4E41-B48D-75BB876E2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692"/>
                <a:ext cx="133" cy="960"/>
              </a:xfrm>
              <a:custGeom>
                <a:avLst/>
                <a:gdLst>
                  <a:gd name="T0" fmla="*/ 0 w 80"/>
                  <a:gd name="T1" fmla="*/ 0 h 540"/>
                  <a:gd name="T2" fmla="*/ 146 w 80"/>
                  <a:gd name="T3" fmla="*/ 1330 h 540"/>
                  <a:gd name="T4" fmla="*/ 367 w 80"/>
                  <a:gd name="T5" fmla="*/ 3035 h 5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540">
                    <a:moveTo>
                      <a:pt x="0" y="0"/>
                    </a:moveTo>
                    <a:cubicBezTo>
                      <a:pt x="4" y="36"/>
                      <a:pt x="24" y="176"/>
                      <a:pt x="32" y="237"/>
                    </a:cubicBezTo>
                    <a:cubicBezTo>
                      <a:pt x="40" y="299"/>
                      <a:pt x="75" y="520"/>
                      <a:pt x="80" y="54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88" name="Freeform 1404">
                <a:extLst>
                  <a:ext uri="{FF2B5EF4-FFF2-40B4-BE49-F238E27FC236}">
                    <a16:creationId xmlns:a16="http://schemas.microsoft.com/office/drawing/2014/main" id="{E1B80E4B-23C9-44E2-951E-2CB35537C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773"/>
                <a:ext cx="18" cy="24"/>
              </a:xfrm>
              <a:custGeom>
                <a:avLst/>
                <a:gdLst>
                  <a:gd name="T0" fmla="*/ 0 w 11"/>
                  <a:gd name="T1" fmla="*/ 0 h 13"/>
                  <a:gd name="T2" fmla="*/ 29 w 11"/>
                  <a:gd name="T3" fmla="*/ 81 h 13"/>
                  <a:gd name="T4" fmla="*/ 43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1" y="6"/>
                      <a:pt x="2" y="10"/>
                      <a:pt x="7" y="13"/>
                    </a:cubicBezTo>
                    <a:cubicBezTo>
                      <a:pt x="11" y="10"/>
                      <a:pt x="11" y="6"/>
                      <a:pt x="10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89" name="Freeform 1405">
                <a:extLst>
                  <a:ext uri="{FF2B5EF4-FFF2-40B4-BE49-F238E27FC236}">
                    <a16:creationId xmlns:a16="http://schemas.microsoft.com/office/drawing/2014/main" id="{A03C510A-AA23-432C-BA46-5C0DB7D1A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878"/>
                <a:ext cx="35" cy="34"/>
              </a:xfrm>
              <a:custGeom>
                <a:avLst/>
                <a:gdLst>
                  <a:gd name="T0" fmla="*/ 62 w 21"/>
                  <a:gd name="T1" fmla="*/ 13 h 19"/>
                  <a:gd name="T2" fmla="*/ 42 w 21"/>
                  <a:gd name="T3" fmla="*/ 93 h 19"/>
                  <a:gd name="T4" fmla="*/ 78 w 2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3" y="2"/>
                    </a:moveTo>
                    <a:cubicBezTo>
                      <a:pt x="6" y="2"/>
                      <a:pt x="0" y="13"/>
                      <a:pt x="9" y="16"/>
                    </a:cubicBezTo>
                    <a:cubicBezTo>
                      <a:pt x="16" y="19"/>
                      <a:pt x="21" y="5"/>
                      <a:pt x="17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90" name="Freeform 1406">
                <a:extLst>
                  <a:ext uri="{FF2B5EF4-FFF2-40B4-BE49-F238E27FC236}">
                    <a16:creationId xmlns:a16="http://schemas.microsoft.com/office/drawing/2014/main" id="{6B094B2D-ED03-4E3D-A728-948161BD7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887"/>
                <a:ext cx="23" cy="34"/>
              </a:xfrm>
              <a:custGeom>
                <a:avLst/>
                <a:gdLst>
                  <a:gd name="T0" fmla="*/ 26 w 14"/>
                  <a:gd name="T1" fmla="*/ 0 h 19"/>
                  <a:gd name="T2" fmla="*/ 35 w 14"/>
                  <a:gd name="T3" fmla="*/ 109 h 19"/>
                  <a:gd name="T4" fmla="*/ 49 w 14"/>
                  <a:gd name="T5" fmla="*/ 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6" y="0"/>
                    </a:moveTo>
                    <a:cubicBezTo>
                      <a:pt x="0" y="4"/>
                      <a:pt x="0" y="17"/>
                      <a:pt x="8" y="19"/>
                    </a:cubicBezTo>
                    <a:cubicBezTo>
                      <a:pt x="14" y="14"/>
                      <a:pt x="13" y="7"/>
                      <a:pt x="11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91" name="Freeform 1407">
                <a:extLst>
                  <a:ext uri="{FF2B5EF4-FFF2-40B4-BE49-F238E27FC236}">
                    <a16:creationId xmlns:a16="http://schemas.microsoft.com/office/drawing/2014/main" id="{BCB0569E-5C10-4B01-8800-C76C0D83C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969"/>
                <a:ext cx="11" cy="21"/>
              </a:xfrm>
              <a:custGeom>
                <a:avLst/>
                <a:gdLst>
                  <a:gd name="T0" fmla="*/ 22 w 7"/>
                  <a:gd name="T1" fmla="*/ 0 h 12"/>
                  <a:gd name="T2" fmla="*/ 20 w 7"/>
                  <a:gd name="T3" fmla="*/ 65 h 12"/>
                  <a:gd name="T4" fmla="*/ 22 w 7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6" y="0"/>
                    </a:moveTo>
                    <a:cubicBezTo>
                      <a:pt x="1" y="3"/>
                      <a:pt x="0" y="8"/>
                      <a:pt x="5" y="12"/>
                    </a:cubicBezTo>
                    <a:cubicBezTo>
                      <a:pt x="7" y="10"/>
                      <a:pt x="7" y="7"/>
                      <a:pt x="6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92" name="Freeform 1408">
                <a:extLst>
                  <a:ext uri="{FF2B5EF4-FFF2-40B4-BE49-F238E27FC236}">
                    <a16:creationId xmlns:a16="http://schemas.microsoft.com/office/drawing/2014/main" id="{56C70EE6-3413-492F-BD40-AE33EF400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974"/>
                <a:ext cx="27" cy="25"/>
              </a:xfrm>
              <a:custGeom>
                <a:avLst/>
                <a:gdLst>
                  <a:gd name="T0" fmla="*/ 54 w 16"/>
                  <a:gd name="T1" fmla="*/ 0 h 14"/>
                  <a:gd name="T2" fmla="*/ 57 w 16"/>
                  <a:gd name="T3" fmla="*/ 80 h 14"/>
                  <a:gd name="T4" fmla="*/ 57 w 16"/>
                  <a:gd name="T5" fmla="*/ 1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1" y="0"/>
                    </a:moveTo>
                    <a:cubicBezTo>
                      <a:pt x="0" y="0"/>
                      <a:pt x="6" y="13"/>
                      <a:pt x="12" y="14"/>
                    </a:cubicBezTo>
                    <a:cubicBezTo>
                      <a:pt x="16" y="11"/>
                      <a:pt x="16" y="6"/>
                      <a:pt x="12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93" name="Freeform 1409">
                <a:extLst>
                  <a:ext uri="{FF2B5EF4-FFF2-40B4-BE49-F238E27FC236}">
                    <a16:creationId xmlns:a16="http://schemas.microsoft.com/office/drawing/2014/main" id="{56A3C042-A380-4D75-9E6C-96298ECAA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044"/>
                <a:ext cx="17" cy="19"/>
              </a:xfrm>
              <a:custGeom>
                <a:avLst/>
                <a:gdLst>
                  <a:gd name="T0" fmla="*/ 5 w 10"/>
                  <a:gd name="T1" fmla="*/ 9 h 11"/>
                  <a:gd name="T2" fmla="*/ 20 w 10"/>
                  <a:gd name="T3" fmla="*/ 57 h 11"/>
                  <a:gd name="T4" fmla="*/ 20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" y="2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9" y="9"/>
                      <a:pt x="10" y="2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94" name="Freeform 1410">
                <a:extLst>
                  <a:ext uri="{FF2B5EF4-FFF2-40B4-BE49-F238E27FC236}">
                    <a16:creationId xmlns:a16="http://schemas.microsoft.com/office/drawing/2014/main" id="{08838CB5-3600-4334-B243-7C3FE90DD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3024"/>
                <a:ext cx="20" cy="29"/>
              </a:xfrm>
              <a:custGeom>
                <a:avLst/>
                <a:gdLst>
                  <a:gd name="T0" fmla="*/ 8 w 12"/>
                  <a:gd name="T1" fmla="*/ 0 h 16"/>
                  <a:gd name="T2" fmla="*/ 13 w 12"/>
                  <a:gd name="T3" fmla="*/ 96 h 16"/>
                  <a:gd name="T4" fmla="*/ 13 w 1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2" y="0"/>
                    </a:moveTo>
                    <a:cubicBezTo>
                      <a:pt x="0" y="6"/>
                      <a:pt x="1" y="11"/>
                      <a:pt x="3" y="16"/>
                    </a:cubicBezTo>
                    <a:cubicBezTo>
                      <a:pt x="9" y="13"/>
                      <a:pt x="12" y="2"/>
                      <a:pt x="3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95" name="Freeform 1411">
                <a:extLst>
                  <a:ext uri="{FF2B5EF4-FFF2-40B4-BE49-F238E27FC236}">
                    <a16:creationId xmlns:a16="http://schemas.microsoft.com/office/drawing/2014/main" id="{36549A2A-763A-4F2E-9529-43F5369B9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72"/>
                <a:ext cx="10" cy="16"/>
              </a:xfrm>
              <a:custGeom>
                <a:avLst/>
                <a:gdLst>
                  <a:gd name="T0" fmla="*/ 13 w 6"/>
                  <a:gd name="T1" fmla="*/ 50 h 9"/>
                  <a:gd name="T2" fmla="*/ 0 w 6"/>
                  <a:gd name="T3" fmla="*/ 0 h 9"/>
                  <a:gd name="T4" fmla="*/ 28 w 6"/>
                  <a:gd name="T5" fmla="*/ 36 h 9"/>
                  <a:gd name="T6" fmla="*/ 8 w 6"/>
                  <a:gd name="T7" fmla="*/ 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3" y="9"/>
                    </a:moveTo>
                    <a:cubicBezTo>
                      <a:pt x="2" y="7"/>
                      <a:pt x="1" y="3"/>
                      <a:pt x="0" y="0"/>
                    </a:cubicBezTo>
                    <a:cubicBezTo>
                      <a:pt x="4" y="1"/>
                      <a:pt x="5" y="2"/>
                      <a:pt x="6" y="6"/>
                    </a:cubicBezTo>
                    <a:cubicBezTo>
                      <a:pt x="4" y="7"/>
                      <a:pt x="3" y="6"/>
                      <a:pt x="2" y="6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96" name="Freeform 1412">
                <a:extLst>
                  <a:ext uri="{FF2B5EF4-FFF2-40B4-BE49-F238E27FC236}">
                    <a16:creationId xmlns:a16="http://schemas.microsoft.com/office/drawing/2014/main" id="{A485FF1D-9FC4-4B96-B1D0-51F34C11F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3202"/>
                <a:ext cx="22" cy="29"/>
              </a:xfrm>
              <a:custGeom>
                <a:avLst/>
                <a:gdLst>
                  <a:gd name="T0" fmla="*/ 41 w 13"/>
                  <a:gd name="T1" fmla="*/ 0 h 16"/>
                  <a:gd name="T2" fmla="*/ 0 w 13"/>
                  <a:gd name="T3" fmla="*/ 60 h 16"/>
                  <a:gd name="T4" fmla="*/ 49 w 13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8" y="0"/>
                    </a:moveTo>
                    <a:cubicBezTo>
                      <a:pt x="3" y="2"/>
                      <a:pt x="0" y="5"/>
                      <a:pt x="0" y="10"/>
                    </a:cubicBezTo>
                    <a:cubicBezTo>
                      <a:pt x="4" y="16"/>
                      <a:pt x="13" y="11"/>
                      <a:pt x="10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97" name="Freeform 1413">
                <a:extLst>
                  <a:ext uri="{FF2B5EF4-FFF2-40B4-BE49-F238E27FC236}">
                    <a16:creationId xmlns:a16="http://schemas.microsoft.com/office/drawing/2014/main" id="{84CA9C12-6297-4CF6-96FB-C07DFEA66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3195"/>
                <a:ext cx="20" cy="34"/>
              </a:xfrm>
              <a:custGeom>
                <a:avLst/>
                <a:gdLst>
                  <a:gd name="T0" fmla="*/ 0 w 12"/>
                  <a:gd name="T1" fmla="*/ 29 h 19"/>
                  <a:gd name="T2" fmla="*/ 33 w 12"/>
                  <a:gd name="T3" fmla="*/ 109 h 19"/>
                  <a:gd name="T4" fmla="*/ 22 w 1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0" y="5"/>
                    </a:moveTo>
                    <a:cubicBezTo>
                      <a:pt x="0" y="11"/>
                      <a:pt x="3" y="15"/>
                      <a:pt x="7" y="19"/>
                    </a:cubicBezTo>
                    <a:cubicBezTo>
                      <a:pt x="12" y="13"/>
                      <a:pt x="11" y="5"/>
                      <a:pt x="5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98" name="Freeform 1414">
                <a:extLst>
                  <a:ext uri="{FF2B5EF4-FFF2-40B4-BE49-F238E27FC236}">
                    <a16:creationId xmlns:a16="http://schemas.microsoft.com/office/drawing/2014/main" id="{65D1ECB4-F400-4EC6-96AB-CF522F87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140"/>
                <a:ext cx="12" cy="18"/>
              </a:xfrm>
              <a:custGeom>
                <a:avLst/>
                <a:gdLst>
                  <a:gd name="T0" fmla="*/ 0 w 7"/>
                  <a:gd name="T1" fmla="*/ 0 h 10"/>
                  <a:gd name="T2" fmla="*/ 9 w 7"/>
                  <a:gd name="T3" fmla="*/ 58 h 10"/>
                  <a:gd name="T4" fmla="*/ 9 w 7"/>
                  <a:gd name="T5" fmla="*/ 1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0" y="4"/>
                      <a:pt x="0" y="7"/>
                      <a:pt x="2" y="10"/>
                    </a:cubicBezTo>
                    <a:cubicBezTo>
                      <a:pt x="7" y="7"/>
                      <a:pt x="7" y="4"/>
                      <a:pt x="2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99" name="Freeform 1415">
                <a:extLst>
                  <a:ext uri="{FF2B5EF4-FFF2-40B4-BE49-F238E27FC236}">
                    <a16:creationId xmlns:a16="http://schemas.microsoft.com/office/drawing/2014/main" id="{115D8365-29A7-4A10-BD27-AE9902270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722"/>
                <a:ext cx="15" cy="27"/>
              </a:xfrm>
              <a:custGeom>
                <a:avLst/>
                <a:gdLst>
                  <a:gd name="T0" fmla="*/ 8 w 9"/>
                  <a:gd name="T1" fmla="*/ 45 h 15"/>
                  <a:gd name="T2" fmla="*/ 20 w 9"/>
                  <a:gd name="T3" fmla="*/ 88 h 15"/>
                  <a:gd name="T4" fmla="*/ 0 w 9"/>
                  <a:gd name="T5" fmla="*/ 1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2" y="8"/>
                    </a:moveTo>
                    <a:cubicBezTo>
                      <a:pt x="2" y="11"/>
                      <a:pt x="2" y="13"/>
                      <a:pt x="4" y="15"/>
                    </a:cubicBezTo>
                    <a:cubicBezTo>
                      <a:pt x="9" y="11"/>
                      <a:pt x="8" y="0"/>
                      <a:pt x="0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00" name="Freeform 1416">
                <a:extLst>
                  <a:ext uri="{FF2B5EF4-FFF2-40B4-BE49-F238E27FC236}">
                    <a16:creationId xmlns:a16="http://schemas.microsoft.com/office/drawing/2014/main" id="{E747B6D3-4DEF-4284-9D78-C4245852C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713"/>
                <a:ext cx="19" cy="37"/>
              </a:xfrm>
              <a:custGeom>
                <a:avLst/>
                <a:gdLst>
                  <a:gd name="T0" fmla="*/ 9 w 11"/>
                  <a:gd name="T1" fmla="*/ 56 h 21"/>
                  <a:gd name="T2" fmla="*/ 21 w 11"/>
                  <a:gd name="T3" fmla="*/ 115 h 21"/>
                  <a:gd name="T4" fmla="*/ 0 w 11"/>
                  <a:gd name="T5" fmla="*/ 3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2" y="10"/>
                    </a:moveTo>
                    <a:cubicBezTo>
                      <a:pt x="1" y="14"/>
                      <a:pt x="2" y="18"/>
                      <a:pt x="4" y="21"/>
                    </a:cubicBezTo>
                    <a:cubicBezTo>
                      <a:pt x="11" y="17"/>
                      <a:pt x="7" y="0"/>
                      <a:pt x="0" y="6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01" name="Freeform 1417">
                <a:extLst>
                  <a:ext uri="{FF2B5EF4-FFF2-40B4-BE49-F238E27FC236}">
                    <a16:creationId xmlns:a16="http://schemas.microsoft.com/office/drawing/2014/main" id="{639EAA80-2483-49C9-85EE-8EEC9208B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3419"/>
                <a:ext cx="24" cy="29"/>
              </a:xfrm>
              <a:custGeom>
                <a:avLst/>
                <a:gdLst>
                  <a:gd name="T0" fmla="*/ 29 w 14"/>
                  <a:gd name="T1" fmla="*/ 13 h 16"/>
                  <a:gd name="T2" fmla="*/ 29 w 14"/>
                  <a:gd name="T3" fmla="*/ 89 h 16"/>
                  <a:gd name="T4" fmla="*/ 62 w 1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6" y="2"/>
                    </a:moveTo>
                    <a:cubicBezTo>
                      <a:pt x="0" y="3"/>
                      <a:pt x="0" y="13"/>
                      <a:pt x="6" y="15"/>
                    </a:cubicBezTo>
                    <a:cubicBezTo>
                      <a:pt x="12" y="16"/>
                      <a:pt x="14" y="4"/>
                      <a:pt x="12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02" name="Freeform 1418">
                <a:extLst>
                  <a:ext uri="{FF2B5EF4-FFF2-40B4-BE49-F238E27FC236}">
                    <a16:creationId xmlns:a16="http://schemas.microsoft.com/office/drawing/2014/main" id="{CA530508-6843-4912-86A5-A31D20249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417"/>
                <a:ext cx="15" cy="29"/>
              </a:xfrm>
              <a:custGeom>
                <a:avLst/>
                <a:gdLst>
                  <a:gd name="T0" fmla="*/ 5 w 9"/>
                  <a:gd name="T1" fmla="*/ 16 h 16"/>
                  <a:gd name="T2" fmla="*/ 20 w 9"/>
                  <a:gd name="T3" fmla="*/ 96 h 16"/>
                  <a:gd name="T4" fmla="*/ 13 w 9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1" y="3"/>
                    </a:moveTo>
                    <a:cubicBezTo>
                      <a:pt x="0" y="8"/>
                      <a:pt x="0" y="13"/>
                      <a:pt x="4" y="16"/>
                    </a:cubicBezTo>
                    <a:cubicBezTo>
                      <a:pt x="9" y="12"/>
                      <a:pt x="8" y="4"/>
                      <a:pt x="3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03" name="Freeform 1419">
                <a:extLst>
                  <a:ext uri="{FF2B5EF4-FFF2-40B4-BE49-F238E27FC236}">
                    <a16:creationId xmlns:a16="http://schemas.microsoft.com/office/drawing/2014/main" id="{DCC38D05-FB63-41AE-AB50-9A3BCBA25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3398"/>
                <a:ext cx="37" cy="41"/>
              </a:xfrm>
              <a:custGeom>
                <a:avLst/>
                <a:gdLst>
                  <a:gd name="T0" fmla="*/ 20 w 22"/>
                  <a:gd name="T1" fmla="*/ 0 h 23"/>
                  <a:gd name="T2" fmla="*/ 37 w 2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3">
                    <a:moveTo>
                      <a:pt x="4" y="0"/>
                    </a:moveTo>
                    <a:cubicBezTo>
                      <a:pt x="0" y="23"/>
                      <a:pt x="22" y="11"/>
                      <a:pt x="8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04" name="Freeform 1420">
                <a:extLst>
                  <a:ext uri="{FF2B5EF4-FFF2-40B4-BE49-F238E27FC236}">
                    <a16:creationId xmlns:a16="http://schemas.microsoft.com/office/drawing/2014/main" id="{0E170CB4-8303-4E2D-9176-3B0533E6E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3364"/>
                <a:ext cx="38" cy="29"/>
              </a:xfrm>
              <a:custGeom>
                <a:avLst/>
                <a:gdLst>
                  <a:gd name="T0" fmla="*/ 35 w 23"/>
                  <a:gd name="T1" fmla="*/ 0 h 16"/>
                  <a:gd name="T2" fmla="*/ 58 w 23"/>
                  <a:gd name="T3" fmla="*/ 1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8" y="0"/>
                    </a:moveTo>
                    <a:cubicBezTo>
                      <a:pt x="0" y="16"/>
                      <a:pt x="23" y="12"/>
                      <a:pt x="13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05" name="Freeform 1421">
                <a:extLst>
                  <a:ext uri="{FF2B5EF4-FFF2-40B4-BE49-F238E27FC236}">
                    <a16:creationId xmlns:a16="http://schemas.microsoft.com/office/drawing/2014/main" id="{CE836B52-2487-4AA4-BF60-C7B0C4923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3556"/>
                <a:ext cx="45" cy="41"/>
              </a:xfrm>
              <a:custGeom>
                <a:avLst/>
                <a:gdLst>
                  <a:gd name="T0" fmla="*/ 20 w 27"/>
                  <a:gd name="T1" fmla="*/ 7 h 23"/>
                  <a:gd name="T2" fmla="*/ 42 w 2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3">
                    <a:moveTo>
                      <a:pt x="4" y="1"/>
                    </a:moveTo>
                    <a:cubicBezTo>
                      <a:pt x="0" y="23"/>
                      <a:pt x="27" y="5"/>
                      <a:pt x="9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06" name="Freeform 1422">
                <a:extLst>
                  <a:ext uri="{FF2B5EF4-FFF2-40B4-BE49-F238E27FC236}">
                    <a16:creationId xmlns:a16="http://schemas.microsoft.com/office/drawing/2014/main" id="{55CD75F0-2419-415E-9546-5647209D9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3576"/>
                <a:ext cx="10" cy="12"/>
              </a:xfrm>
              <a:custGeom>
                <a:avLst/>
                <a:gdLst>
                  <a:gd name="T0" fmla="*/ 0 w 6"/>
                  <a:gd name="T1" fmla="*/ 15 h 7"/>
                  <a:gd name="T2" fmla="*/ 13 w 6"/>
                  <a:gd name="T3" fmla="*/ 36 h 7"/>
                  <a:gd name="T4" fmla="*/ 8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1" y="5"/>
                      <a:pt x="0" y="7"/>
                      <a:pt x="3" y="7"/>
                    </a:cubicBezTo>
                    <a:cubicBezTo>
                      <a:pt x="6" y="5"/>
                      <a:pt x="4" y="2"/>
                      <a:pt x="2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07" name="Freeform 1423">
                <a:extLst>
                  <a:ext uri="{FF2B5EF4-FFF2-40B4-BE49-F238E27FC236}">
                    <a16:creationId xmlns:a16="http://schemas.microsoft.com/office/drawing/2014/main" id="{313F198F-551D-467C-89B3-FD7579027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3325"/>
                <a:ext cx="22" cy="18"/>
              </a:xfrm>
              <a:custGeom>
                <a:avLst/>
                <a:gdLst>
                  <a:gd name="T0" fmla="*/ 5 w 13"/>
                  <a:gd name="T1" fmla="*/ 23 h 10"/>
                  <a:gd name="T2" fmla="*/ 8 w 13"/>
                  <a:gd name="T3" fmla="*/ 58 h 10"/>
                  <a:gd name="T4" fmla="*/ 24 w 1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0" y="7"/>
                      <a:pt x="1" y="8"/>
                      <a:pt x="2" y="10"/>
                    </a:cubicBezTo>
                    <a:cubicBezTo>
                      <a:pt x="8" y="8"/>
                      <a:pt x="13" y="0"/>
                      <a:pt x="5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08" name="Freeform 1424">
                <a:extLst>
                  <a:ext uri="{FF2B5EF4-FFF2-40B4-BE49-F238E27FC236}">
                    <a16:creationId xmlns:a16="http://schemas.microsoft.com/office/drawing/2014/main" id="{9FDA7EB7-5667-4494-AAF4-CB7ACF9A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551"/>
                <a:ext cx="43" cy="48"/>
              </a:xfrm>
              <a:custGeom>
                <a:avLst/>
                <a:gdLst>
                  <a:gd name="T0" fmla="*/ 22 w 26"/>
                  <a:gd name="T1" fmla="*/ 12 h 27"/>
                  <a:gd name="T2" fmla="*/ 36 w 26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5" y="2"/>
                    </a:moveTo>
                    <a:cubicBezTo>
                      <a:pt x="0" y="27"/>
                      <a:pt x="26" y="6"/>
                      <a:pt x="8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09" name="Freeform 1425">
                <a:extLst>
                  <a:ext uri="{FF2B5EF4-FFF2-40B4-BE49-F238E27FC236}">
                    <a16:creationId xmlns:a16="http://schemas.microsoft.com/office/drawing/2014/main" id="{B46502DC-363F-48BF-AEF1-556D0E9EB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702"/>
                <a:ext cx="34" cy="43"/>
              </a:xfrm>
              <a:custGeom>
                <a:avLst/>
                <a:gdLst>
                  <a:gd name="T0" fmla="*/ 75 w 20"/>
                  <a:gd name="T1" fmla="*/ 0 h 24"/>
                  <a:gd name="T2" fmla="*/ 99 w 20"/>
                  <a:gd name="T3" fmla="*/ 57 h 24"/>
                  <a:gd name="T4" fmla="*/ 78 w 20"/>
                  <a:gd name="T5" fmla="*/ 3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15" y="0"/>
                    </a:moveTo>
                    <a:cubicBezTo>
                      <a:pt x="0" y="3"/>
                      <a:pt x="12" y="24"/>
                      <a:pt x="20" y="10"/>
                    </a:cubicBezTo>
                    <a:cubicBezTo>
                      <a:pt x="19" y="8"/>
                      <a:pt x="17" y="7"/>
                      <a:pt x="16" y="6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10" name="Freeform 1426">
                <a:extLst>
                  <a:ext uri="{FF2B5EF4-FFF2-40B4-BE49-F238E27FC236}">
                    <a16:creationId xmlns:a16="http://schemas.microsoft.com/office/drawing/2014/main" id="{033552E3-83F0-4EB3-B307-12E0F6A18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754"/>
                <a:ext cx="60" cy="35"/>
              </a:xfrm>
              <a:custGeom>
                <a:avLst/>
                <a:gdLst>
                  <a:gd name="T0" fmla="*/ 92 w 36"/>
                  <a:gd name="T1" fmla="*/ 0 h 20"/>
                  <a:gd name="T2" fmla="*/ 75 w 36"/>
                  <a:gd name="T3" fmla="*/ 0 h 20"/>
                  <a:gd name="T4" fmla="*/ 88 w 36"/>
                  <a:gd name="T5" fmla="*/ 1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0">
                    <a:moveTo>
                      <a:pt x="20" y="0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0" y="20"/>
                      <a:pt x="36" y="14"/>
                      <a:pt x="19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11" name="Freeform 1427">
                <a:extLst>
                  <a:ext uri="{FF2B5EF4-FFF2-40B4-BE49-F238E27FC236}">
                    <a16:creationId xmlns:a16="http://schemas.microsoft.com/office/drawing/2014/main" id="{7B6432F6-95FE-4784-8366-CBBB08048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717"/>
                <a:ext cx="21" cy="26"/>
              </a:xfrm>
              <a:custGeom>
                <a:avLst/>
                <a:gdLst>
                  <a:gd name="T0" fmla="*/ 29 w 13"/>
                  <a:gd name="T1" fmla="*/ 0 h 15"/>
                  <a:gd name="T2" fmla="*/ 5 w 13"/>
                  <a:gd name="T3" fmla="*/ 57 h 15"/>
                  <a:gd name="T4" fmla="*/ 55 w 13"/>
                  <a:gd name="T5" fmla="*/ 5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3" y="2"/>
                      <a:pt x="0" y="5"/>
                      <a:pt x="1" y="11"/>
                    </a:cubicBezTo>
                    <a:cubicBezTo>
                      <a:pt x="5" y="15"/>
                      <a:pt x="10" y="14"/>
                      <a:pt x="13" y="1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12" name="Freeform 1428">
                <a:extLst>
                  <a:ext uri="{FF2B5EF4-FFF2-40B4-BE49-F238E27FC236}">
                    <a16:creationId xmlns:a16="http://schemas.microsoft.com/office/drawing/2014/main" id="{EFF5FE94-4A1A-4673-8195-D86CEA5D4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848"/>
                <a:ext cx="20" cy="23"/>
              </a:xfrm>
              <a:custGeom>
                <a:avLst/>
                <a:gdLst>
                  <a:gd name="T0" fmla="*/ 22 w 12"/>
                  <a:gd name="T1" fmla="*/ 21 h 13"/>
                  <a:gd name="T2" fmla="*/ 33 w 12"/>
                  <a:gd name="T3" fmla="*/ 73 h 13"/>
                  <a:gd name="T4" fmla="*/ 42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5" y="4"/>
                    </a:moveTo>
                    <a:cubicBezTo>
                      <a:pt x="0" y="7"/>
                      <a:pt x="2" y="10"/>
                      <a:pt x="7" y="13"/>
                    </a:cubicBezTo>
                    <a:cubicBezTo>
                      <a:pt x="11" y="9"/>
                      <a:pt x="12" y="5"/>
                      <a:pt x="9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13" name="Freeform 1429">
                <a:extLst>
                  <a:ext uri="{FF2B5EF4-FFF2-40B4-BE49-F238E27FC236}">
                    <a16:creationId xmlns:a16="http://schemas.microsoft.com/office/drawing/2014/main" id="{DB98979F-FF4D-4239-AB48-337E85780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21"/>
                <a:ext cx="16" cy="20"/>
              </a:xfrm>
              <a:custGeom>
                <a:avLst/>
                <a:gdLst>
                  <a:gd name="T0" fmla="*/ 8 w 10"/>
                  <a:gd name="T1" fmla="*/ 7 h 11"/>
                  <a:gd name="T2" fmla="*/ 8 w 10"/>
                  <a:gd name="T3" fmla="*/ 65 h 11"/>
                  <a:gd name="T4" fmla="*/ 13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2" y="1"/>
                    </a:moveTo>
                    <a:cubicBezTo>
                      <a:pt x="1" y="5"/>
                      <a:pt x="0" y="8"/>
                      <a:pt x="2" y="11"/>
                    </a:cubicBezTo>
                    <a:cubicBezTo>
                      <a:pt x="10" y="8"/>
                      <a:pt x="10" y="1"/>
                      <a:pt x="3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14" name="Freeform 1430">
                <a:extLst>
                  <a:ext uri="{FF2B5EF4-FFF2-40B4-BE49-F238E27FC236}">
                    <a16:creationId xmlns:a16="http://schemas.microsoft.com/office/drawing/2014/main" id="{1757B685-CAD9-401E-9857-E2B5F1E84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855"/>
                <a:ext cx="15" cy="22"/>
              </a:xfrm>
              <a:custGeom>
                <a:avLst/>
                <a:gdLst>
                  <a:gd name="T0" fmla="*/ 13 w 9"/>
                  <a:gd name="T1" fmla="*/ 0 h 12"/>
                  <a:gd name="T2" fmla="*/ 22 w 9"/>
                  <a:gd name="T3" fmla="*/ 73 h 12"/>
                  <a:gd name="T4" fmla="*/ 42 w 9"/>
                  <a:gd name="T5" fmla="*/ 44 h 12"/>
                  <a:gd name="T6" fmla="*/ 22 w 9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3" y="0"/>
                    </a:moveTo>
                    <a:cubicBezTo>
                      <a:pt x="0" y="5"/>
                      <a:pt x="1" y="10"/>
                      <a:pt x="5" y="12"/>
                    </a:cubicBezTo>
                    <a:cubicBezTo>
                      <a:pt x="7" y="11"/>
                      <a:pt x="8" y="9"/>
                      <a:pt x="9" y="7"/>
                    </a:cubicBezTo>
                    <a:cubicBezTo>
                      <a:pt x="8" y="4"/>
                      <a:pt x="7" y="5"/>
                      <a:pt x="5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15" name="Freeform 1431">
                <a:extLst>
                  <a:ext uri="{FF2B5EF4-FFF2-40B4-BE49-F238E27FC236}">
                    <a16:creationId xmlns:a16="http://schemas.microsoft.com/office/drawing/2014/main" id="{D0264B1A-7D9B-49CE-9B3E-21867135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946"/>
                <a:ext cx="20" cy="23"/>
              </a:xfrm>
              <a:custGeom>
                <a:avLst/>
                <a:gdLst>
                  <a:gd name="T0" fmla="*/ 33 w 12"/>
                  <a:gd name="T1" fmla="*/ 0 h 13"/>
                  <a:gd name="T2" fmla="*/ 20 w 12"/>
                  <a:gd name="T3" fmla="*/ 65 h 13"/>
                  <a:gd name="T4" fmla="*/ 55 w 12"/>
                  <a:gd name="T5" fmla="*/ 3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cubicBezTo>
                      <a:pt x="0" y="1"/>
                      <a:pt x="0" y="6"/>
                      <a:pt x="4" y="12"/>
                    </a:cubicBezTo>
                    <a:cubicBezTo>
                      <a:pt x="9" y="13"/>
                      <a:pt x="11" y="10"/>
                      <a:pt x="12" y="6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16" name="Freeform 1432">
                <a:extLst>
                  <a:ext uri="{FF2B5EF4-FFF2-40B4-BE49-F238E27FC236}">
                    <a16:creationId xmlns:a16="http://schemas.microsoft.com/office/drawing/2014/main" id="{746E0D5D-C658-4173-99B1-C8CCD0839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024"/>
                <a:ext cx="23" cy="34"/>
              </a:xfrm>
              <a:custGeom>
                <a:avLst/>
                <a:gdLst>
                  <a:gd name="T0" fmla="*/ 43 w 14"/>
                  <a:gd name="T1" fmla="*/ 23 h 19"/>
                  <a:gd name="T2" fmla="*/ 20 w 14"/>
                  <a:gd name="T3" fmla="*/ 109 h 19"/>
                  <a:gd name="T4" fmla="*/ 41 w 14"/>
                  <a:gd name="T5" fmla="*/ 3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10" y="4"/>
                    </a:moveTo>
                    <a:cubicBezTo>
                      <a:pt x="0" y="0"/>
                      <a:pt x="0" y="14"/>
                      <a:pt x="4" y="19"/>
                    </a:cubicBezTo>
                    <a:cubicBezTo>
                      <a:pt x="13" y="18"/>
                      <a:pt x="14" y="11"/>
                      <a:pt x="9" y="6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17" name="Freeform 1433">
                <a:extLst>
                  <a:ext uri="{FF2B5EF4-FFF2-40B4-BE49-F238E27FC236}">
                    <a16:creationId xmlns:a16="http://schemas.microsoft.com/office/drawing/2014/main" id="{8E953115-48C7-42FB-8DE3-9B6FC0C1E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992"/>
                <a:ext cx="18" cy="29"/>
              </a:xfrm>
              <a:custGeom>
                <a:avLst/>
                <a:gdLst>
                  <a:gd name="T0" fmla="*/ 29 w 11"/>
                  <a:gd name="T1" fmla="*/ 0 h 16"/>
                  <a:gd name="T2" fmla="*/ 26 w 11"/>
                  <a:gd name="T3" fmla="*/ 96 h 16"/>
                  <a:gd name="T4" fmla="*/ 34 w 11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7" y="0"/>
                    </a:moveTo>
                    <a:cubicBezTo>
                      <a:pt x="0" y="4"/>
                      <a:pt x="0" y="12"/>
                      <a:pt x="6" y="16"/>
                    </a:cubicBezTo>
                    <a:cubicBezTo>
                      <a:pt x="11" y="12"/>
                      <a:pt x="11" y="7"/>
                      <a:pt x="8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18" name="Freeform 1434">
                <a:extLst>
                  <a:ext uri="{FF2B5EF4-FFF2-40B4-BE49-F238E27FC236}">
                    <a16:creationId xmlns:a16="http://schemas.microsoft.com/office/drawing/2014/main" id="{0E5AB702-E96B-4C11-B04A-87056F845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978"/>
                <a:ext cx="30" cy="30"/>
              </a:xfrm>
              <a:custGeom>
                <a:avLst/>
                <a:gdLst>
                  <a:gd name="T0" fmla="*/ 22 w 18"/>
                  <a:gd name="T1" fmla="*/ 7 h 17"/>
                  <a:gd name="T2" fmla="*/ 37 w 1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5" y="1"/>
                    </a:moveTo>
                    <a:cubicBezTo>
                      <a:pt x="0" y="17"/>
                      <a:pt x="18" y="10"/>
                      <a:pt x="8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19" name="Freeform 1435">
                <a:extLst>
                  <a:ext uri="{FF2B5EF4-FFF2-40B4-BE49-F238E27FC236}">
                    <a16:creationId xmlns:a16="http://schemas.microsoft.com/office/drawing/2014/main" id="{214C2713-1AF5-4D40-BEA6-30A592F06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069"/>
                <a:ext cx="10" cy="9"/>
              </a:xfrm>
              <a:custGeom>
                <a:avLst/>
                <a:gdLst>
                  <a:gd name="T0" fmla="*/ 0 w 6"/>
                  <a:gd name="T1" fmla="*/ 7 h 5"/>
                  <a:gd name="T2" fmla="*/ 8 w 6"/>
                  <a:gd name="T3" fmla="*/ 29 h 5"/>
                  <a:gd name="T4" fmla="*/ 2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0" y="3"/>
                      <a:pt x="1" y="5"/>
                      <a:pt x="2" y="5"/>
                    </a:cubicBezTo>
                    <a:cubicBezTo>
                      <a:pt x="6" y="3"/>
                      <a:pt x="4" y="2"/>
                      <a:pt x="4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20" name="Freeform 1436">
                <a:extLst>
                  <a:ext uri="{FF2B5EF4-FFF2-40B4-BE49-F238E27FC236}">
                    <a16:creationId xmlns:a16="http://schemas.microsoft.com/office/drawing/2014/main" id="{289CD690-2477-4174-8AD0-F158BF09E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3152"/>
                <a:ext cx="20" cy="24"/>
              </a:xfrm>
              <a:custGeom>
                <a:avLst/>
                <a:gdLst>
                  <a:gd name="T0" fmla="*/ 13 w 12"/>
                  <a:gd name="T1" fmla="*/ 7 h 13"/>
                  <a:gd name="T2" fmla="*/ 13 w 12"/>
                  <a:gd name="T3" fmla="*/ 81 h 13"/>
                  <a:gd name="T4" fmla="*/ 50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1"/>
                    </a:moveTo>
                    <a:cubicBezTo>
                      <a:pt x="0" y="5"/>
                      <a:pt x="0" y="9"/>
                      <a:pt x="3" y="13"/>
                    </a:cubicBezTo>
                    <a:cubicBezTo>
                      <a:pt x="9" y="12"/>
                      <a:pt x="12" y="6"/>
                      <a:pt x="11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21" name="Freeform 1437">
                <a:extLst>
                  <a:ext uri="{FF2B5EF4-FFF2-40B4-BE49-F238E27FC236}">
                    <a16:creationId xmlns:a16="http://schemas.microsoft.com/office/drawing/2014/main" id="{68760A42-70BF-4D17-89C6-1023E76BB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192"/>
                <a:ext cx="15" cy="23"/>
              </a:xfrm>
              <a:custGeom>
                <a:avLst/>
                <a:gdLst>
                  <a:gd name="T0" fmla="*/ 8 w 9"/>
                  <a:gd name="T1" fmla="*/ 21 h 13"/>
                  <a:gd name="T2" fmla="*/ 20 w 9"/>
                  <a:gd name="T3" fmla="*/ 73 h 13"/>
                  <a:gd name="T4" fmla="*/ 5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4"/>
                    </a:moveTo>
                    <a:cubicBezTo>
                      <a:pt x="1" y="8"/>
                      <a:pt x="0" y="10"/>
                      <a:pt x="4" y="13"/>
                    </a:cubicBezTo>
                    <a:cubicBezTo>
                      <a:pt x="9" y="7"/>
                      <a:pt x="9" y="2"/>
                      <a:pt x="1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22" name="Freeform 1438">
                <a:extLst>
                  <a:ext uri="{FF2B5EF4-FFF2-40B4-BE49-F238E27FC236}">
                    <a16:creationId xmlns:a16="http://schemas.microsoft.com/office/drawing/2014/main" id="{7B062465-5D7B-4755-880A-678944FF0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3129"/>
                <a:ext cx="18" cy="23"/>
              </a:xfrm>
              <a:custGeom>
                <a:avLst/>
                <a:gdLst>
                  <a:gd name="T0" fmla="*/ 26 w 11"/>
                  <a:gd name="T1" fmla="*/ 0 h 13"/>
                  <a:gd name="T2" fmla="*/ 18 w 11"/>
                  <a:gd name="T3" fmla="*/ 73 h 13"/>
                  <a:gd name="T4" fmla="*/ 47 w 11"/>
                  <a:gd name="T5" fmla="*/ 3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cubicBezTo>
                      <a:pt x="1" y="4"/>
                      <a:pt x="0" y="9"/>
                      <a:pt x="4" y="13"/>
                    </a:cubicBezTo>
                    <a:cubicBezTo>
                      <a:pt x="8" y="12"/>
                      <a:pt x="9" y="10"/>
                      <a:pt x="11" y="7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23" name="Freeform 1439">
                <a:extLst>
                  <a:ext uri="{FF2B5EF4-FFF2-40B4-BE49-F238E27FC236}">
                    <a16:creationId xmlns:a16="http://schemas.microsoft.com/office/drawing/2014/main" id="{9A357BBF-933E-40DE-9DF5-1DE69EB63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225"/>
                <a:ext cx="45" cy="59"/>
              </a:xfrm>
              <a:custGeom>
                <a:avLst/>
                <a:gdLst>
                  <a:gd name="T0" fmla="*/ 88 w 27"/>
                  <a:gd name="T1" fmla="*/ 16 h 33"/>
                  <a:gd name="T2" fmla="*/ 125 w 27"/>
                  <a:gd name="T3" fmla="*/ 6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3">
                    <a:moveTo>
                      <a:pt x="19" y="3"/>
                    </a:moveTo>
                    <a:cubicBezTo>
                      <a:pt x="0" y="0"/>
                      <a:pt x="20" y="33"/>
                      <a:pt x="27" y="1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24" name="Freeform 1440">
                <a:extLst>
                  <a:ext uri="{FF2B5EF4-FFF2-40B4-BE49-F238E27FC236}">
                    <a16:creationId xmlns:a16="http://schemas.microsoft.com/office/drawing/2014/main" id="{550BC4B1-A05A-4A2D-866B-AE795085B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3247"/>
                <a:ext cx="20" cy="25"/>
              </a:xfrm>
              <a:custGeom>
                <a:avLst/>
                <a:gdLst>
                  <a:gd name="T0" fmla="*/ 5 w 12"/>
                  <a:gd name="T1" fmla="*/ 7 h 14"/>
                  <a:gd name="T2" fmla="*/ 13 w 12"/>
                  <a:gd name="T3" fmla="*/ 80 h 14"/>
                  <a:gd name="T4" fmla="*/ 20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" y="1"/>
                    </a:moveTo>
                    <a:cubicBezTo>
                      <a:pt x="0" y="5"/>
                      <a:pt x="1" y="10"/>
                      <a:pt x="3" y="14"/>
                    </a:cubicBezTo>
                    <a:cubicBezTo>
                      <a:pt x="10" y="11"/>
                      <a:pt x="12" y="3"/>
                      <a:pt x="4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25" name="Freeform 1441">
                <a:extLst>
                  <a:ext uri="{FF2B5EF4-FFF2-40B4-BE49-F238E27FC236}">
                    <a16:creationId xmlns:a16="http://schemas.microsoft.com/office/drawing/2014/main" id="{F16A2AC3-7502-4F67-A432-FEFAC2E41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277"/>
                <a:ext cx="20" cy="23"/>
              </a:xfrm>
              <a:custGeom>
                <a:avLst/>
                <a:gdLst>
                  <a:gd name="T0" fmla="*/ 5 w 12"/>
                  <a:gd name="T1" fmla="*/ 0 h 13"/>
                  <a:gd name="T2" fmla="*/ 33 w 12"/>
                  <a:gd name="T3" fmla="*/ 73 h 13"/>
                  <a:gd name="T4" fmla="*/ 33 w 12"/>
                  <a:gd name="T5" fmla="*/ 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" y="0"/>
                    </a:moveTo>
                    <a:cubicBezTo>
                      <a:pt x="0" y="5"/>
                      <a:pt x="2" y="10"/>
                      <a:pt x="7" y="13"/>
                    </a:cubicBezTo>
                    <a:cubicBezTo>
                      <a:pt x="11" y="9"/>
                      <a:pt x="12" y="4"/>
                      <a:pt x="7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26" name="Freeform 1442">
                <a:extLst>
                  <a:ext uri="{FF2B5EF4-FFF2-40B4-BE49-F238E27FC236}">
                    <a16:creationId xmlns:a16="http://schemas.microsoft.com/office/drawing/2014/main" id="{622C0D89-80DC-46AC-958C-F45D199BC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398"/>
                <a:ext cx="18" cy="21"/>
              </a:xfrm>
              <a:custGeom>
                <a:avLst/>
                <a:gdLst>
                  <a:gd name="T0" fmla="*/ 41 w 11"/>
                  <a:gd name="T1" fmla="*/ 0 h 12"/>
                  <a:gd name="T2" fmla="*/ 41 w 11"/>
                  <a:gd name="T3" fmla="*/ 65 h 12"/>
                  <a:gd name="T4" fmla="*/ 13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9" y="0"/>
                    </a:moveTo>
                    <a:cubicBezTo>
                      <a:pt x="3" y="3"/>
                      <a:pt x="0" y="11"/>
                      <a:pt x="9" y="12"/>
                    </a:cubicBezTo>
                    <a:cubicBezTo>
                      <a:pt x="11" y="6"/>
                      <a:pt x="9" y="2"/>
                      <a:pt x="3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27" name="Freeform 1443">
                <a:extLst>
                  <a:ext uri="{FF2B5EF4-FFF2-40B4-BE49-F238E27FC236}">
                    <a16:creationId xmlns:a16="http://schemas.microsoft.com/office/drawing/2014/main" id="{676D5178-08DD-47D7-A144-B1FDF0CD7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3346"/>
                <a:ext cx="13" cy="16"/>
              </a:xfrm>
              <a:custGeom>
                <a:avLst/>
                <a:gdLst>
                  <a:gd name="T0" fmla="*/ 18 w 8"/>
                  <a:gd name="T1" fmla="*/ 0 h 9"/>
                  <a:gd name="T2" fmla="*/ 5 w 8"/>
                  <a:gd name="T3" fmla="*/ 44 h 9"/>
                  <a:gd name="T4" fmla="*/ 18 w 8"/>
                  <a:gd name="T5" fmla="*/ 50 h 9"/>
                  <a:gd name="T6" fmla="*/ 34 w 8"/>
                  <a:gd name="T7" fmla="*/ 12 h 9"/>
                  <a:gd name="T8" fmla="*/ 21 w 8"/>
                  <a:gd name="T9" fmla="*/ 0 h 9"/>
                  <a:gd name="T10" fmla="*/ 8 w 8"/>
                  <a:gd name="T11" fmla="*/ 3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2" y="3"/>
                      <a:pt x="0" y="4"/>
                      <a:pt x="1" y="8"/>
                    </a:cubicBezTo>
                    <a:cubicBezTo>
                      <a:pt x="2" y="9"/>
                      <a:pt x="3" y="9"/>
                      <a:pt x="4" y="9"/>
                    </a:cubicBezTo>
                    <a:cubicBezTo>
                      <a:pt x="5" y="6"/>
                      <a:pt x="7" y="4"/>
                      <a:pt x="8" y="2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2"/>
                      <a:pt x="3" y="5"/>
                      <a:pt x="2" y="7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28" name="Freeform 1444">
                <a:extLst>
                  <a:ext uri="{FF2B5EF4-FFF2-40B4-BE49-F238E27FC236}">
                    <a16:creationId xmlns:a16="http://schemas.microsoft.com/office/drawing/2014/main" id="{28F2C78C-1D9D-4831-B554-EB434AD4B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3471"/>
                <a:ext cx="25" cy="27"/>
              </a:xfrm>
              <a:custGeom>
                <a:avLst/>
                <a:gdLst>
                  <a:gd name="T0" fmla="*/ 33 w 15"/>
                  <a:gd name="T1" fmla="*/ 13 h 15"/>
                  <a:gd name="T2" fmla="*/ 8 w 15"/>
                  <a:gd name="T3" fmla="*/ 16 h 15"/>
                  <a:gd name="T4" fmla="*/ 55 w 15"/>
                  <a:gd name="T5" fmla="*/ 88 h 15"/>
                  <a:gd name="T6" fmla="*/ 33 w 15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7" y="2"/>
                    </a:moveTo>
                    <a:cubicBezTo>
                      <a:pt x="6" y="2"/>
                      <a:pt x="4" y="3"/>
                      <a:pt x="2" y="3"/>
                    </a:cubicBezTo>
                    <a:cubicBezTo>
                      <a:pt x="0" y="10"/>
                      <a:pt x="5" y="15"/>
                      <a:pt x="12" y="15"/>
                    </a:cubicBezTo>
                    <a:cubicBezTo>
                      <a:pt x="15" y="9"/>
                      <a:pt x="13" y="3"/>
                      <a:pt x="7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29" name="Freeform 1445">
                <a:extLst>
                  <a:ext uri="{FF2B5EF4-FFF2-40B4-BE49-F238E27FC236}">
                    <a16:creationId xmlns:a16="http://schemas.microsoft.com/office/drawing/2014/main" id="{DF7F0BC0-1A13-4535-82E6-7017B34D1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494"/>
                <a:ext cx="21" cy="23"/>
              </a:xfrm>
              <a:custGeom>
                <a:avLst/>
                <a:gdLst>
                  <a:gd name="T0" fmla="*/ 8 w 13"/>
                  <a:gd name="T1" fmla="*/ 12 h 13"/>
                  <a:gd name="T2" fmla="*/ 29 w 13"/>
                  <a:gd name="T3" fmla="*/ 73 h 13"/>
                  <a:gd name="T4" fmla="*/ 13 w 1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2" y="2"/>
                    </a:moveTo>
                    <a:cubicBezTo>
                      <a:pt x="0" y="7"/>
                      <a:pt x="2" y="12"/>
                      <a:pt x="7" y="13"/>
                    </a:cubicBezTo>
                    <a:cubicBezTo>
                      <a:pt x="13" y="7"/>
                      <a:pt x="11" y="0"/>
                      <a:pt x="3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30" name="Freeform 1446">
                <a:extLst>
                  <a:ext uri="{FF2B5EF4-FFF2-40B4-BE49-F238E27FC236}">
                    <a16:creationId xmlns:a16="http://schemas.microsoft.com/office/drawing/2014/main" id="{B148111D-E31A-4E0F-81FB-F0728533B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3505"/>
                <a:ext cx="20" cy="28"/>
              </a:xfrm>
              <a:custGeom>
                <a:avLst/>
                <a:gdLst>
                  <a:gd name="T0" fmla="*/ 33 w 12"/>
                  <a:gd name="T1" fmla="*/ 56 h 16"/>
                  <a:gd name="T2" fmla="*/ 37 w 12"/>
                  <a:gd name="T3" fmla="*/ 86 h 16"/>
                  <a:gd name="T4" fmla="*/ 22 w 12"/>
                  <a:gd name="T5" fmla="*/ 0 h 16"/>
                  <a:gd name="T6" fmla="*/ 0 w 12"/>
                  <a:gd name="T7" fmla="*/ 3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7" y="10"/>
                    </a:moveTo>
                    <a:cubicBezTo>
                      <a:pt x="7" y="13"/>
                      <a:pt x="5" y="15"/>
                      <a:pt x="8" y="16"/>
                    </a:cubicBezTo>
                    <a:cubicBezTo>
                      <a:pt x="12" y="10"/>
                      <a:pt x="12" y="3"/>
                      <a:pt x="5" y="0"/>
                    </a:cubicBezTo>
                    <a:cubicBezTo>
                      <a:pt x="2" y="2"/>
                      <a:pt x="1" y="4"/>
                      <a:pt x="0" y="7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31" name="Freeform 1447">
                <a:extLst>
                  <a:ext uri="{FF2B5EF4-FFF2-40B4-BE49-F238E27FC236}">
                    <a16:creationId xmlns:a16="http://schemas.microsoft.com/office/drawing/2014/main" id="{5B6CAF8D-728A-4A96-B158-680AC731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361"/>
                <a:ext cx="16" cy="28"/>
              </a:xfrm>
              <a:custGeom>
                <a:avLst/>
                <a:gdLst>
                  <a:gd name="T0" fmla="*/ 5 w 10"/>
                  <a:gd name="T1" fmla="*/ 33 h 16"/>
                  <a:gd name="T2" fmla="*/ 21 w 10"/>
                  <a:gd name="T3" fmla="*/ 86 h 16"/>
                  <a:gd name="T4" fmla="*/ 21 w 10"/>
                  <a:gd name="T5" fmla="*/ 0 h 16"/>
                  <a:gd name="T6" fmla="*/ 5 w 10"/>
                  <a:gd name="T7" fmla="*/ 4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1" y="6"/>
                    </a:moveTo>
                    <a:cubicBezTo>
                      <a:pt x="1" y="11"/>
                      <a:pt x="0" y="14"/>
                      <a:pt x="5" y="16"/>
                    </a:cubicBezTo>
                    <a:cubicBezTo>
                      <a:pt x="9" y="10"/>
                      <a:pt x="10" y="4"/>
                      <a:pt x="5" y="0"/>
                    </a:cubicBezTo>
                    <a:cubicBezTo>
                      <a:pt x="2" y="2"/>
                      <a:pt x="2" y="5"/>
                      <a:pt x="1" y="9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32" name="Freeform 1448">
                <a:extLst>
                  <a:ext uri="{FF2B5EF4-FFF2-40B4-BE49-F238E27FC236}">
                    <a16:creationId xmlns:a16="http://schemas.microsoft.com/office/drawing/2014/main" id="{5AF6B72E-B8DE-47DE-807C-72B5C9B10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3579"/>
                <a:ext cx="17" cy="20"/>
              </a:xfrm>
              <a:custGeom>
                <a:avLst/>
                <a:gdLst>
                  <a:gd name="T0" fmla="*/ 15 w 10"/>
                  <a:gd name="T1" fmla="*/ 16 h 11"/>
                  <a:gd name="T2" fmla="*/ 15 w 10"/>
                  <a:gd name="T3" fmla="*/ 65 h 11"/>
                  <a:gd name="T4" fmla="*/ 49 w 10"/>
                  <a:gd name="T5" fmla="*/ 16 h 11"/>
                  <a:gd name="T6" fmla="*/ 29 w 10"/>
                  <a:gd name="T7" fmla="*/ 1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3" y="3"/>
                    </a:moveTo>
                    <a:cubicBezTo>
                      <a:pt x="2" y="6"/>
                      <a:pt x="0" y="8"/>
                      <a:pt x="3" y="11"/>
                    </a:cubicBezTo>
                    <a:cubicBezTo>
                      <a:pt x="7" y="10"/>
                      <a:pt x="9" y="8"/>
                      <a:pt x="10" y="3"/>
                    </a:cubicBezTo>
                    <a:cubicBezTo>
                      <a:pt x="9" y="0"/>
                      <a:pt x="8" y="3"/>
                      <a:pt x="6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33" name="Freeform 1449">
                <a:extLst>
                  <a:ext uri="{FF2B5EF4-FFF2-40B4-BE49-F238E27FC236}">
                    <a16:creationId xmlns:a16="http://schemas.microsoft.com/office/drawing/2014/main" id="{66E33204-E3D5-4BD2-B5F2-7ED5E4A3D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3487"/>
                <a:ext cx="22" cy="32"/>
              </a:xfrm>
              <a:custGeom>
                <a:avLst/>
                <a:gdLst>
                  <a:gd name="T0" fmla="*/ 24 w 13"/>
                  <a:gd name="T1" fmla="*/ 0 h 18"/>
                  <a:gd name="T2" fmla="*/ 41 w 13"/>
                  <a:gd name="T3" fmla="*/ 78 h 18"/>
                  <a:gd name="T4" fmla="*/ 24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5" y="0"/>
                    </a:moveTo>
                    <a:cubicBezTo>
                      <a:pt x="3" y="3"/>
                      <a:pt x="0" y="18"/>
                      <a:pt x="8" y="14"/>
                    </a:cubicBezTo>
                    <a:cubicBezTo>
                      <a:pt x="13" y="11"/>
                      <a:pt x="7" y="3"/>
                      <a:pt x="5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34" name="Freeform 1450">
                <a:extLst>
                  <a:ext uri="{FF2B5EF4-FFF2-40B4-BE49-F238E27FC236}">
                    <a16:creationId xmlns:a16="http://schemas.microsoft.com/office/drawing/2014/main" id="{8AB8838A-FF7E-479B-B327-29146CFE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802"/>
                <a:ext cx="61" cy="84"/>
              </a:xfrm>
              <a:custGeom>
                <a:avLst/>
                <a:gdLst>
                  <a:gd name="T0" fmla="*/ 13 w 37"/>
                  <a:gd name="T1" fmla="*/ 122 h 47"/>
                  <a:gd name="T2" fmla="*/ 76 w 37"/>
                  <a:gd name="T3" fmla="*/ 268 h 47"/>
                  <a:gd name="T4" fmla="*/ 13 w 37"/>
                  <a:gd name="T5" fmla="*/ 13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7">
                    <a:moveTo>
                      <a:pt x="3" y="21"/>
                    </a:moveTo>
                    <a:cubicBezTo>
                      <a:pt x="5" y="29"/>
                      <a:pt x="10" y="41"/>
                      <a:pt x="17" y="47"/>
                    </a:cubicBezTo>
                    <a:cubicBezTo>
                      <a:pt x="37" y="37"/>
                      <a:pt x="0" y="0"/>
                      <a:pt x="3" y="23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35" name="Freeform 1451">
                <a:extLst>
                  <a:ext uri="{FF2B5EF4-FFF2-40B4-BE49-F238E27FC236}">
                    <a16:creationId xmlns:a16="http://schemas.microsoft.com/office/drawing/2014/main" id="{AF582969-8A25-4DB1-ACF5-98D217531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014"/>
                <a:ext cx="33" cy="55"/>
              </a:xfrm>
              <a:custGeom>
                <a:avLst/>
                <a:gdLst>
                  <a:gd name="T0" fmla="*/ 0 w 20"/>
                  <a:gd name="T1" fmla="*/ 35 h 31"/>
                  <a:gd name="T2" fmla="*/ 46 w 20"/>
                  <a:gd name="T3" fmla="*/ 174 h 31"/>
                  <a:gd name="T4" fmla="*/ 0 w 20"/>
                  <a:gd name="T5" fmla="*/ 2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1">
                    <a:moveTo>
                      <a:pt x="0" y="6"/>
                    </a:moveTo>
                    <a:cubicBezTo>
                      <a:pt x="0" y="15"/>
                      <a:pt x="3" y="25"/>
                      <a:pt x="10" y="31"/>
                    </a:cubicBezTo>
                    <a:cubicBezTo>
                      <a:pt x="20" y="25"/>
                      <a:pt x="11" y="0"/>
                      <a:pt x="0" y="4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36" name="Freeform 1452">
                <a:extLst>
                  <a:ext uri="{FF2B5EF4-FFF2-40B4-BE49-F238E27FC236}">
                    <a16:creationId xmlns:a16="http://schemas.microsoft.com/office/drawing/2014/main" id="{077C1872-8E3C-4FD7-847F-5CD8ABF82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199"/>
                <a:ext cx="53" cy="65"/>
              </a:xfrm>
              <a:custGeom>
                <a:avLst/>
                <a:gdLst>
                  <a:gd name="T0" fmla="*/ 0 w 32"/>
                  <a:gd name="T1" fmla="*/ 0 h 37"/>
                  <a:gd name="T2" fmla="*/ 109 w 32"/>
                  <a:gd name="T3" fmla="*/ 158 h 37"/>
                  <a:gd name="T4" fmla="*/ 22 w 32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7">
                    <a:moveTo>
                      <a:pt x="0" y="0"/>
                    </a:moveTo>
                    <a:cubicBezTo>
                      <a:pt x="0" y="7"/>
                      <a:pt x="15" y="37"/>
                      <a:pt x="24" y="29"/>
                    </a:cubicBezTo>
                    <a:cubicBezTo>
                      <a:pt x="32" y="21"/>
                      <a:pt x="10" y="4"/>
                      <a:pt x="5" y="0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37" name="Freeform 1453">
                <a:extLst>
                  <a:ext uri="{FF2B5EF4-FFF2-40B4-BE49-F238E27FC236}">
                    <a16:creationId xmlns:a16="http://schemas.microsoft.com/office/drawing/2014/main" id="{580B38A5-7A93-4B0A-9AD5-A6B7AF459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321"/>
                <a:ext cx="52" cy="82"/>
              </a:xfrm>
              <a:custGeom>
                <a:avLst/>
                <a:gdLst>
                  <a:gd name="T0" fmla="*/ 0 w 31"/>
                  <a:gd name="T1" fmla="*/ 52 h 46"/>
                  <a:gd name="T2" fmla="*/ 117 w 31"/>
                  <a:gd name="T3" fmla="*/ 166 h 46"/>
                  <a:gd name="T4" fmla="*/ 13 w 31"/>
                  <a:gd name="T5" fmla="*/ 4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0" y="9"/>
                    </a:moveTo>
                    <a:cubicBezTo>
                      <a:pt x="3" y="16"/>
                      <a:pt x="16" y="46"/>
                      <a:pt x="25" y="29"/>
                    </a:cubicBezTo>
                    <a:cubicBezTo>
                      <a:pt x="31" y="18"/>
                      <a:pt x="12" y="0"/>
                      <a:pt x="3" y="8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38" name="Freeform 1454">
                <a:extLst>
                  <a:ext uri="{FF2B5EF4-FFF2-40B4-BE49-F238E27FC236}">
                    <a16:creationId xmlns:a16="http://schemas.microsoft.com/office/drawing/2014/main" id="{E087A388-B44B-4244-9743-58BF1216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490"/>
                <a:ext cx="27" cy="43"/>
              </a:xfrm>
              <a:custGeom>
                <a:avLst/>
                <a:gdLst>
                  <a:gd name="T0" fmla="*/ 5 w 16"/>
                  <a:gd name="T1" fmla="*/ 16 h 24"/>
                  <a:gd name="T2" fmla="*/ 49 w 16"/>
                  <a:gd name="T3" fmla="*/ 138 h 24"/>
                  <a:gd name="T4" fmla="*/ 41 w 16"/>
                  <a:gd name="T5" fmla="*/ 0 h 24"/>
                  <a:gd name="T6" fmla="*/ 8 w 16"/>
                  <a:gd name="T7" fmla="*/ 2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1" y="3"/>
                    </a:moveTo>
                    <a:cubicBezTo>
                      <a:pt x="0" y="10"/>
                      <a:pt x="2" y="20"/>
                      <a:pt x="10" y="24"/>
                    </a:cubicBezTo>
                    <a:cubicBezTo>
                      <a:pt x="16" y="18"/>
                      <a:pt x="14" y="5"/>
                      <a:pt x="8" y="0"/>
                    </a:cubicBezTo>
                    <a:cubicBezTo>
                      <a:pt x="5" y="0"/>
                      <a:pt x="3" y="1"/>
                      <a:pt x="2" y="4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39" name="Freeform 1455">
                <a:extLst>
                  <a:ext uri="{FF2B5EF4-FFF2-40B4-BE49-F238E27FC236}">
                    <a16:creationId xmlns:a16="http://schemas.microsoft.com/office/drawing/2014/main" id="{F1AA8EA9-35CF-4A55-BECE-8F5797E46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588"/>
                <a:ext cx="45" cy="38"/>
              </a:xfrm>
              <a:custGeom>
                <a:avLst/>
                <a:gdLst>
                  <a:gd name="T0" fmla="*/ 47 w 27"/>
                  <a:gd name="T1" fmla="*/ 0 h 21"/>
                  <a:gd name="T2" fmla="*/ 75 w 27"/>
                  <a:gd name="T3" fmla="*/ 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1">
                    <a:moveTo>
                      <a:pt x="10" y="0"/>
                    </a:moveTo>
                    <a:cubicBezTo>
                      <a:pt x="0" y="21"/>
                      <a:pt x="27" y="8"/>
                      <a:pt x="16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40" name="Freeform 1456">
                <a:extLst>
                  <a:ext uri="{FF2B5EF4-FFF2-40B4-BE49-F238E27FC236}">
                    <a16:creationId xmlns:a16="http://schemas.microsoft.com/office/drawing/2014/main" id="{D1C78B5E-2E06-43B9-9520-625C8A75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3604"/>
                <a:ext cx="15" cy="23"/>
              </a:xfrm>
              <a:custGeom>
                <a:avLst/>
                <a:gdLst>
                  <a:gd name="T0" fmla="*/ 0 w 9"/>
                  <a:gd name="T1" fmla="*/ 21 h 13"/>
                  <a:gd name="T2" fmla="*/ 28 w 9"/>
                  <a:gd name="T3" fmla="*/ 0 h 13"/>
                  <a:gd name="T4" fmla="*/ 0 w 9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4"/>
                    </a:moveTo>
                    <a:cubicBezTo>
                      <a:pt x="1" y="13"/>
                      <a:pt x="9" y="6"/>
                      <a:pt x="6" y="0"/>
                    </a:cubicBezTo>
                    <a:cubicBezTo>
                      <a:pt x="4" y="0"/>
                      <a:pt x="1" y="2"/>
                      <a:pt x="0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41" name="Freeform 1457">
                <a:extLst>
                  <a:ext uri="{FF2B5EF4-FFF2-40B4-BE49-F238E27FC236}">
                    <a16:creationId xmlns:a16="http://schemas.microsoft.com/office/drawing/2014/main" id="{0021C1DC-17B4-45E3-B227-8F4AC2996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3635"/>
                <a:ext cx="20" cy="14"/>
              </a:xfrm>
              <a:custGeom>
                <a:avLst/>
                <a:gdLst>
                  <a:gd name="T0" fmla="*/ 0 w 12"/>
                  <a:gd name="T1" fmla="*/ 44 h 8"/>
                  <a:gd name="T2" fmla="*/ 55 w 12"/>
                  <a:gd name="T3" fmla="*/ 3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3" y="0"/>
                      <a:pt x="9" y="2"/>
                      <a:pt x="12" y="7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42" name="Freeform 1458">
                <a:extLst>
                  <a:ext uri="{FF2B5EF4-FFF2-40B4-BE49-F238E27FC236}">
                    <a16:creationId xmlns:a16="http://schemas.microsoft.com/office/drawing/2014/main" id="{28F632E4-3005-42D6-90E4-5887F3EF3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3243"/>
                <a:ext cx="22" cy="13"/>
              </a:xfrm>
              <a:custGeom>
                <a:avLst/>
                <a:gdLst>
                  <a:gd name="T0" fmla="*/ 0 w 13"/>
                  <a:gd name="T1" fmla="*/ 7 h 7"/>
                  <a:gd name="T2" fmla="*/ 42 w 13"/>
                  <a:gd name="T3" fmla="*/ 0 h 7"/>
                  <a:gd name="T4" fmla="*/ 8 w 13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0" y="1"/>
                    </a:moveTo>
                    <a:cubicBezTo>
                      <a:pt x="2" y="7"/>
                      <a:pt x="13" y="7"/>
                      <a:pt x="9" y="0"/>
                    </a:cubicBezTo>
                    <a:cubicBezTo>
                      <a:pt x="9" y="3"/>
                      <a:pt x="5" y="3"/>
                      <a:pt x="2" y="2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43" name="Freeform 1459">
                <a:extLst>
                  <a:ext uri="{FF2B5EF4-FFF2-40B4-BE49-F238E27FC236}">
                    <a16:creationId xmlns:a16="http://schemas.microsoft.com/office/drawing/2014/main" id="{76443D02-61DD-47C4-90CD-98FD30D88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3140"/>
                <a:ext cx="18" cy="11"/>
              </a:xfrm>
              <a:custGeom>
                <a:avLst/>
                <a:gdLst>
                  <a:gd name="T0" fmla="*/ 5 w 11"/>
                  <a:gd name="T1" fmla="*/ 13 h 6"/>
                  <a:gd name="T2" fmla="*/ 0 w 11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1" y="2"/>
                    </a:moveTo>
                    <a:cubicBezTo>
                      <a:pt x="2" y="6"/>
                      <a:pt x="11" y="0"/>
                      <a:pt x="0" y="1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44" name="Freeform 1460">
                <a:extLst>
                  <a:ext uri="{FF2B5EF4-FFF2-40B4-BE49-F238E27FC236}">
                    <a16:creationId xmlns:a16="http://schemas.microsoft.com/office/drawing/2014/main" id="{18CDFA1B-178C-4D44-A924-FB9749D93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3039"/>
                <a:ext cx="21" cy="23"/>
              </a:xfrm>
              <a:custGeom>
                <a:avLst/>
                <a:gdLst>
                  <a:gd name="T0" fmla="*/ 0 w 13"/>
                  <a:gd name="T1" fmla="*/ 44 h 13"/>
                  <a:gd name="T2" fmla="*/ 21 w 13"/>
                  <a:gd name="T3" fmla="*/ 0 h 13"/>
                  <a:gd name="T4" fmla="*/ 5 w 13"/>
                  <a:gd name="T5" fmla="*/ 3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0" y="8"/>
                    </a:moveTo>
                    <a:cubicBezTo>
                      <a:pt x="0" y="13"/>
                      <a:pt x="13" y="7"/>
                      <a:pt x="5" y="0"/>
                    </a:cubicBezTo>
                    <a:cubicBezTo>
                      <a:pt x="4" y="3"/>
                      <a:pt x="4" y="6"/>
                      <a:pt x="1" y="7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45" name="Freeform 1461">
                <a:extLst>
                  <a:ext uri="{FF2B5EF4-FFF2-40B4-BE49-F238E27FC236}">
                    <a16:creationId xmlns:a16="http://schemas.microsoft.com/office/drawing/2014/main" id="{C1904DDB-C597-4496-BC6E-A3B297937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985"/>
                <a:ext cx="12" cy="13"/>
              </a:xfrm>
              <a:custGeom>
                <a:avLst/>
                <a:gdLst>
                  <a:gd name="T0" fmla="*/ 0 w 7"/>
                  <a:gd name="T1" fmla="*/ 32 h 7"/>
                  <a:gd name="T2" fmla="*/ 21 w 7"/>
                  <a:gd name="T3" fmla="*/ 0 h 7"/>
                  <a:gd name="T4" fmla="*/ 9 w 7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cubicBezTo>
                      <a:pt x="4" y="7"/>
                      <a:pt x="7" y="3"/>
                      <a:pt x="4" y="0"/>
                    </a:cubicBezTo>
                    <a:cubicBezTo>
                      <a:pt x="3" y="1"/>
                      <a:pt x="3" y="1"/>
                      <a:pt x="2" y="2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46" name="Freeform 1462">
                <a:extLst>
                  <a:ext uri="{FF2B5EF4-FFF2-40B4-BE49-F238E27FC236}">
                    <a16:creationId xmlns:a16="http://schemas.microsoft.com/office/drawing/2014/main" id="{07F8AF1B-BFEF-4315-89D6-71BBD08D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950"/>
                <a:ext cx="20" cy="21"/>
              </a:xfrm>
              <a:custGeom>
                <a:avLst/>
                <a:gdLst>
                  <a:gd name="T0" fmla="*/ 0 w 12"/>
                  <a:gd name="T1" fmla="*/ 37 h 12"/>
                  <a:gd name="T2" fmla="*/ 37 w 12"/>
                  <a:gd name="T3" fmla="*/ 12 h 12"/>
                  <a:gd name="T4" fmla="*/ 13 w 12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7"/>
                    </a:moveTo>
                    <a:cubicBezTo>
                      <a:pt x="4" y="12"/>
                      <a:pt x="12" y="6"/>
                      <a:pt x="8" y="2"/>
                    </a:cubicBezTo>
                    <a:cubicBezTo>
                      <a:pt x="5" y="0"/>
                      <a:pt x="3" y="4"/>
                      <a:pt x="3" y="6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47" name="Freeform 1463">
                <a:extLst>
                  <a:ext uri="{FF2B5EF4-FFF2-40B4-BE49-F238E27FC236}">
                    <a16:creationId xmlns:a16="http://schemas.microsoft.com/office/drawing/2014/main" id="{73A285F0-90DC-45CE-88F1-6D8E49EDB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3003"/>
                <a:ext cx="27" cy="27"/>
              </a:xfrm>
              <a:custGeom>
                <a:avLst/>
                <a:gdLst>
                  <a:gd name="T0" fmla="*/ 0 w 16"/>
                  <a:gd name="T1" fmla="*/ 29 h 15"/>
                  <a:gd name="T2" fmla="*/ 24 w 16"/>
                  <a:gd name="T3" fmla="*/ 0 h 15"/>
                  <a:gd name="T4" fmla="*/ 29 w 16"/>
                  <a:gd name="T5" fmla="*/ 16 h 15"/>
                  <a:gd name="T6" fmla="*/ 5 w 16"/>
                  <a:gd name="T7" fmla="*/ 2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5"/>
                    </a:moveTo>
                    <a:cubicBezTo>
                      <a:pt x="0" y="15"/>
                      <a:pt x="16" y="0"/>
                      <a:pt x="5" y="0"/>
                    </a:cubicBezTo>
                    <a:cubicBezTo>
                      <a:pt x="6" y="0"/>
                      <a:pt x="6" y="2"/>
                      <a:pt x="6" y="3"/>
                    </a:cubicBezTo>
                    <a:cubicBezTo>
                      <a:pt x="5" y="4"/>
                      <a:pt x="3" y="5"/>
                      <a:pt x="1" y="4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48" name="Freeform 1464">
                <a:extLst>
                  <a:ext uri="{FF2B5EF4-FFF2-40B4-BE49-F238E27FC236}">
                    <a16:creationId xmlns:a16="http://schemas.microsoft.com/office/drawing/2014/main" id="{0624E512-725D-45C9-9144-A07FE4C96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3156"/>
                <a:ext cx="22" cy="25"/>
              </a:xfrm>
              <a:custGeom>
                <a:avLst/>
                <a:gdLst>
                  <a:gd name="T0" fmla="*/ 0 w 13"/>
                  <a:gd name="T1" fmla="*/ 45 h 14"/>
                  <a:gd name="T2" fmla="*/ 34 w 13"/>
                  <a:gd name="T3" fmla="*/ 7 h 14"/>
                  <a:gd name="T4" fmla="*/ 8 w 13"/>
                  <a:gd name="T5" fmla="*/ 2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cubicBezTo>
                      <a:pt x="4" y="14"/>
                      <a:pt x="13" y="3"/>
                      <a:pt x="7" y="1"/>
                    </a:cubicBezTo>
                    <a:cubicBezTo>
                      <a:pt x="5" y="0"/>
                      <a:pt x="2" y="3"/>
                      <a:pt x="2" y="5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49" name="Freeform 1465">
                <a:extLst>
                  <a:ext uri="{FF2B5EF4-FFF2-40B4-BE49-F238E27FC236}">
                    <a16:creationId xmlns:a16="http://schemas.microsoft.com/office/drawing/2014/main" id="{E801E88C-AE2A-4235-9137-51BFADE34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3202"/>
                <a:ext cx="17" cy="13"/>
              </a:xfrm>
              <a:custGeom>
                <a:avLst/>
                <a:gdLst>
                  <a:gd name="T0" fmla="*/ 0 w 10"/>
                  <a:gd name="T1" fmla="*/ 45 h 7"/>
                  <a:gd name="T2" fmla="*/ 20 w 10"/>
                  <a:gd name="T3" fmla="*/ 0 h 7"/>
                  <a:gd name="T4" fmla="*/ 15 w 10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7"/>
                      <a:pt x="10" y="1"/>
                      <a:pt x="4" y="0"/>
                    </a:cubicBezTo>
                    <a:cubicBezTo>
                      <a:pt x="4" y="0"/>
                      <a:pt x="3" y="2"/>
                      <a:pt x="3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50" name="Freeform 1466">
                <a:extLst>
                  <a:ext uri="{FF2B5EF4-FFF2-40B4-BE49-F238E27FC236}">
                    <a16:creationId xmlns:a16="http://schemas.microsoft.com/office/drawing/2014/main" id="{B1D3A32E-F901-4265-9138-4DF81435D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3252"/>
                <a:ext cx="17" cy="20"/>
              </a:xfrm>
              <a:custGeom>
                <a:avLst/>
                <a:gdLst>
                  <a:gd name="T0" fmla="*/ 29 w 10"/>
                  <a:gd name="T1" fmla="*/ 0 h 11"/>
                  <a:gd name="T2" fmla="*/ 5 w 10"/>
                  <a:gd name="T3" fmla="*/ 60 h 11"/>
                  <a:gd name="T4" fmla="*/ 34 w 10"/>
                  <a:gd name="T5" fmla="*/ 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10" y="4"/>
                      <a:pt x="8" y="11"/>
                      <a:pt x="1" y="10"/>
                    </a:cubicBezTo>
                    <a:cubicBezTo>
                      <a:pt x="0" y="4"/>
                      <a:pt x="6" y="6"/>
                      <a:pt x="7" y="1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51" name="Freeform 1467">
                <a:extLst>
                  <a:ext uri="{FF2B5EF4-FFF2-40B4-BE49-F238E27FC236}">
                    <a16:creationId xmlns:a16="http://schemas.microsoft.com/office/drawing/2014/main" id="{0B28B968-AB12-4747-82D0-6214F5B65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277"/>
                <a:ext cx="20" cy="25"/>
              </a:xfrm>
              <a:custGeom>
                <a:avLst/>
                <a:gdLst>
                  <a:gd name="T0" fmla="*/ 8 w 12"/>
                  <a:gd name="T1" fmla="*/ 41 h 14"/>
                  <a:gd name="T2" fmla="*/ 33 w 12"/>
                  <a:gd name="T3" fmla="*/ 16 h 14"/>
                  <a:gd name="T4" fmla="*/ 20 w 12"/>
                  <a:gd name="T5" fmla="*/ 4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7"/>
                    </a:moveTo>
                    <a:cubicBezTo>
                      <a:pt x="0" y="14"/>
                      <a:pt x="12" y="7"/>
                      <a:pt x="7" y="3"/>
                    </a:cubicBezTo>
                    <a:cubicBezTo>
                      <a:pt x="4" y="0"/>
                      <a:pt x="4" y="8"/>
                      <a:pt x="4" y="8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52" name="Freeform 1468">
                <a:extLst>
                  <a:ext uri="{FF2B5EF4-FFF2-40B4-BE49-F238E27FC236}">
                    <a16:creationId xmlns:a16="http://schemas.microsoft.com/office/drawing/2014/main" id="{9AFAAB40-85AE-4295-B4AB-307893901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368"/>
                <a:ext cx="12" cy="23"/>
              </a:xfrm>
              <a:custGeom>
                <a:avLst/>
                <a:gdLst>
                  <a:gd name="T0" fmla="*/ 29 w 7"/>
                  <a:gd name="T1" fmla="*/ 0 h 13"/>
                  <a:gd name="T2" fmla="*/ 5 w 7"/>
                  <a:gd name="T3" fmla="*/ 65 h 13"/>
                  <a:gd name="T4" fmla="*/ 26 w 7"/>
                  <a:gd name="T5" fmla="*/ 1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6" y="0"/>
                    </a:moveTo>
                    <a:cubicBezTo>
                      <a:pt x="6" y="4"/>
                      <a:pt x="7" y="13"/>
                      <a:pt x="1" y="12"/>
                    </a:cubicBezTo>
                    <a:cubicBezTo>
                      <a:pt x="0" y="7"/>
                      <a:pt x="6" y="7"/>
                      <a:pt x="5" y="2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53" name="Freeform 1469">
                <a:extLst>
                  <a:ext uri="{FF2B5EF4-FFF2-40B4-BE49-F238E27FC236}">
                    <a16:creationId xmlns:a16="http://schemas.microsoft.com/office/drawing/2014/main" id="{993A5E7E-6381-4669-BA95-070EA3A16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3403"/>
                <a:ext cx="12" cy="18"/>
              </a:xfrm>
              <a:custGeom>
                <a:avLst/>
                <a:gdLst>
                  <a:gd name="T0" fmla="*/ 21 w 7"/>
                  <a:gd name="T1" fmla="*/ 0 h 10"/>
                  <a:gd name="T2" fmla="*/ 0 w 7"/>
                  <a:gd name="T3" fmla="*/ 41 h 10"/>
                  <a:gd name="T4" fmla="*/ 15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cubicBezTo>
                      <a:pt x="7" y="4"/>
                      <a:pt x="4" y="10"/>
                      <a:pt x="0" y="7"/>
                    </a:cubicBezTo>
                    <a:cubicBezTo>
                      <a:pt x="2" y="6"/>
                      <a:pt x="4" y="2"/>
                      <a:pt x="3" y="0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54" name="Freeform 1470">
                <a:extLst>
                  <a:ext uri="{FF2B5EF4-FFF2-40B4-BE49-F238E27FC236}">
                    <a16:creationId xmlns:a16="http://schemas.microsoft.com/office/drawing/2014/main" id="{94057588-A48A-4FB4-8868-64D5AAFD5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482"/>
                <a:ext cx="22" cy="24"/>
              </a:xfrm>
              <a:custGeom>
                <a:avLst/>
                <a:gdLst>
                  <a:gd name="T0" fmla="*/ 0 w 13"/>
                  <a:gd name="T1" fmla="*/ 26 h 14"/>
                  <a:gd name="T2" fmla="*/ 29 w 13"/>
                  <a:gd name="T3" fmla="*/ 0 h 14"/>
                  <a:gd name="T4" fmla="*/ 5 w 13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5"/>
                    </a:moveTo>
                    <a:cubicBezTo>
                      <a:pt x="3" y="14"/>
                      <a:pt x="13" y="3"/>
                      <a:pt x="6" y="0"/>
                    </a:cubicBezTo>
                    <a:cubicBezTo>
                      <a:pt x="6" y="4"/>
                      <a:pt x="2" y="6"/>
                      <a:pt x="1" y="4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55" name="Freeform 1471">
                <a:extLst>
                  <a:ext uri="{FF2B5EF4-FFF2-40B4-BE49-F238E27FC236}">
                    <a16:creationId xmlns:a16="http://schemas.microsoft.com/office/drawing/2014/main" id="{A919AFDC-C82E-4683-80FD-F4E9BB99D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499"/>
                <a:ext cx="23" cy="25"/>
              </a:xfrm>
              <a:custGeom>
                <a:avLst/>
                <a:gdLst>
                  <a:gd name="T0" fmla="*/ 13 w 14"/>
                  <a:gd name="T1" fmla="*/ 0 h 14"/>
                  <a:gd name="T2" fmla="*/ 0 w 14"/>
                  <a:gd name="T3" fmla="*/ 36 h 14"/>
                  <a:gd name="T4" fmla="*/ 21 w 14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3" y="0"/>
                    </a:moveTo>
                    <a:cubicBezTo>
                      <a:pt x="14" y="5"/>
                      <a:pt x="0" y="14"/>
                      <a:pt x="0" y="6"/>
                    </a:cubicBezTo>
                    <a:cubicBezTo>
                      <a:pt x="3" y="5"/>
                      <a:pt x="6" y="3"/>
                      <a:pt x="5" y="0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56" name="Freeform 1472">
                <a:extLst>
                  <a:ext uri="{FF2B5EF4-FFF2-40B4-BE49-F238E27FC236}">
                    <a16:creationId xmlns:a16="http://schemas.microsoft.com/office/drawing/2014/main" id="{9291E237-145B-44D0-8CA0-AACF836AA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510"/>
                <a:ext cx="22" cy="34"/>
              </a:xfrm>
              <a:custGeom>
                <a:avLst/>
                <a:gdLst>
                  <a:gd name="T0" fmla="*/ 14 w 13"/>
                  <a:gd name="T1" fmla="*/ 0 h 19"/>
                  <a:gd name="T2" fmla="*/ 5 w 13"/>
                  <a:gd name="T3" fmla="*/ 29 h 19"/>
                  <a:gd name="T4" fmla="*/ 24 w 13"/>
                  <a:gd name="T5" fmla="*/ 36 h 19"/>
                  <a:gd name="T6" fmla="*/ 24 w 13"/>
                  <a:gd name="T7" fmla="*/ 2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3" y="0"/>
                    </a:moveTo>
                    <a:cubicBezTo>
                      <a:pt x="13" y="2"/>
                      <a:pt x="0" y="19"/>
                      <a:pt x="1" y="5"/>
                    </a:cubicBezTo>
                    <a:cubicBezTo>
                      <a:pt x="2" y="6"/>
                      <a:pt x="3" y="5"/>
                      <a:pt x="5" y="6"/>
                    </a:cubicBezTo>
                    <a:cubicBezTo>
                      <a:pt x="5" y="5"/>
                      <a:pt x="4" y="4"/>
                      <a:pt x="5" y="4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57" name="Freeform 1473">
                <a:extLst>
                  <a:ext uri="{FF2B5EF4-FFF2-40B4-BE49-F238E27FC236}">
                    <a16:creationId xmlns:a16="http://schemas.microsoft.com/office/drawing/2014/main" id="{341F849B-1BE1-4B37-9B7C-B2BECD680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3592"/>
                <a:ext cx="18" cy="23"/>
              </a:xfrm>
              <a:custGeom>
                <a:avLst/>
                <a:gdLst>
                  <a:gd name="T0" fmla="*/ 0 w 11"/>
                  <a:gd name="T1" fmla="*/ 44 h 13"/>
                  <a:gd name="T2" fmla="*/ 29 w 11"/>
                  <a:gd name="T3" fmla="*/ 0 h 13"/>
                  <a:gd name="T4" fmla="*/ 0 w 11"/>
                  <a:gd name="T5" fmla="*/ 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8"/>
                    </a:moveTo>
                    <a:cubicBezTo>
                      <a:pt x="7" y="13"/>
                      <a:pt x="11" y="1"/>
                      <a:pt x="7" y="0"/>
                    </a:cubicBezTo>
                    <a:cubicBezTo>
                      <a:pt x="3" y="0"/>
                      <a:pt x="6" y="8"/>
                      <a:pt x="0" y="8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58" name="Freeform 1474">
                <a:extLst>
                  <a:ext uri="{FF2B5EF4-FFF2-40B4-BE49-F238E27FC236}">
                    <a16:creationId xmlns:a16="http://schemas.microsoft.com/office/drawing/2014/main" id="{9813A4A3-AB78-4DB6-BDD2-711D112EA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608"/>
                <a:ext cx="10" cy="14"/>
              </a:xfrm>
              <a:custGeom>
                <a:avLst/>
                <a:gdLst>
                  <a:gd name="T0" fmla="*/ 22 w 6"/>
                  <a:gd name="T1" fmla="*/ 0 h 8"/>
                  <a:gd name="T2" fmla="*/ 0 w 6"/>
                  <a:gd name="T3" fmla="*/ 28 h 8"/>
                  <a:gd name="T4" fmla="*/ 8 w 6"/>
                  <a:gd name="T5" fmla="*/ 1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cubicBezTo>
                      <a:pt x="6" y="4"/>
                      <a:pt x="4" y="8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59" name="Freeform 1475">
                <a:extLst>
                  <a:ext uri="{FF2B5EF4-FFF2-40B4-BE49-F238E27FC236}">
                    <a16:creationId xmlns:a16="http://schemas.microsoft.com/office/drawing/2014/main" id="{F87EA1E6-17CC-4FCB-A64D-E457C777F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3585"/>
                <a:ext cx="15" cy="17"/>
              </a:xfrm>
              <a:custGeom>
                <a:avLst/>
                <a:gdLst>
                  <a:gd name="T0" fmla="*/ 20 w 9"/>
                  <a:gd name="T1" fmla="*/ 0 h 10"/>
                  <a:gd name="T2" fmla="*/ 0 w 9"/>
                  <a:gd name="T3" fmla="*/ 29 h 10"/>
                  <a:gd name="T4" fmla="*/ 22 w 9"/>
                  <a:gd name="T5" fmla="*/ 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cubicBezTo>
                      <a:pt x="9" y="3"/>
                      <a:pt x="4" y="10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60" name="Freeform 1476">
                <a:extLst>
                  <a:ext uri="{FF2B5EF4-FFF2-40B4-BE49-F238E27FC236}">
                    <a16:creationId xmlns:a16="http://schemas.microsoft.com/office/drawing/2014/main" id="{E5286D7F-DDE1-40D6-B8B0-304BDC394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853"/>
                <a:ext cx="12" cy="20"/>
              </a:xfrm>
              <a:custGeom>
                <a:avLst/>
                <a:gdLst>
                  <a:gd name="T0" fmla="*/ 0 w 7"/>
                  <a:gd name="T1" fmla="*/ 53 h 11"/>
                  <a:gd name="T2" fmla="*/ 9 w 7"/>
                  <a:gd name="T3" fmla="*/ 65 h 11"/>
                  <a:gd name="T4" fmla="*/ 21 w 7"/>
                  <a:gd name="T5" fmla="*/ 0 h 11"/>
                  <a:gd name="T6" fmla="*/ 0 w 7"/>
                  <a:gd name="T7" fmla="*/ 4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9"/>
                    </a:moveTo>
                    <a:cubicBezTo>
                      <a:pt x="1" y="10"/>
                      <a:pt x="1" y="11"/>
                      <a:pt x="2" y="11"/>
                    </a:cubicBezTo>
                    <a:cubicBezTo>
                      <a:pt x="7" y="9"/>
                      <a:pt x="6" y="4"/>
                      <a:pt x="4" y="0"/>
                    </a:cubicBezTo>
                    <a:cubicBezTo>
                      <a:pt x="4" y="3"/>
                      <a:pt x="3" y="6"/>
                      <a:pt x="0" y="7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61" name="Freeform 1477">
                <a:extLst>
                  <a:ext uri="{FF2B5EF4-FFF2-40B4-BE49-F238E27FC236}">
                    <a16:creationId xmlns:a16="http://schemas.microsoft.com/office/drawing/2014/main" id="{0DBD8F6A-00EA-427C-B88F-D33B7EE52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29"/>
                <a:ext cx="15" cy="19"/>
              </a:xfrm>
              <a:custGeom>
                <a:avLst/>
                <a:gdLst>
                  <a:gd name="T0" fmla="*/ 0 w 9"/>
                  <a:gd name="T1" fmla="*/ 21 h 11"/>
                  <a:gd name="T2" fmla="*/ 33 w 9"/>
                  <a:gd name="T3" fmla="*/ 0 h 11"/>
                  <a:gd name="T4" fmla="*/ 13 w 9"/>
                  <a:gd name="T5" fmla="*/ 1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4"/>
                    </a:moveTo>
                    <a:cubicBezTo>
                      <a:pt x="3" y="11"/>
                      <a:pt x="9" y="5"/>
                      <a:pt x="7" y="0"/>
                    </a:cubicBezTo>
                    <a:cubicBezTo>
                      <a:pt x="4" y="0"/>
                      <a:pt x="3" y="1"/>
                      <a:pt x="3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62" name="Freeform 1478">
                <a:extLst>
                  <a:ext uri="{FF2B5EF4-FFF2-40B4-BE49-F238E27FC236}">
                    <a16:creationId xmlns:a16="http://schemas.microsoft.com/office/drawing/2014/main" id="{9C280852-FAC7-4BBD-9EC2-1554D28E8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2765"/>
                <a:ext cx="20" cy="19"/>
              </a:xfrm>
              <a:custGeom>
                <a:avLst/>
                <a:gdLst>
                  <a:gd name="T0" fmla="*/ 0 w 12"/>
                  <a:gd name="T1" fmla="*/ 16 h 11"/>
                  <a:gd name="T2" fmla="*/ 42 w 12"/>
                  <a:gd name="T3" fmla="*/ 0 h 11"/>
                  <a:gd name="T4" fmla="*/ 5 w 12"/>
                  <a:gd name="T5" fmla="*/ 1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1" y="11"/>
                      <a:pt x="12" y="8"/>
                      <a:pt x="9" y="0"/>
                    </a:cubicBezTo>
                    <a:cubicBezTo>
                      <a:pt x="6" y="1"/>
                      <a:pt x="5" y="4"/>
                      <a:pt x="1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63" name="Freeform 1479">
                <a:extLst>
                  <a:ext uri="{FF2B5EF4-FFF2-40B4-BE49-F238E27FC236}">
                    <a16:creationId xmlns:a16="http://schemas.microsoft.com/office/drawing/2014/main" id="{3C309E24-6C13-415A-AE22-992F3FDA1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859"/>
                <a:ext cx="12" cy="23"/>
              </a:xfrm>
              <a:custGeom>
                <a:avLst/>
                <a:gdLst>
                  <a:gd name="T0" fmla="*/ 5 w 7"/>
                  <a:gd name="T1" fmla="*/ 44 h 13"/>
                  <a:gd name="T2" fmla="*/ 26 w 7"/>
                  <a:gd name="T3" fmla="*/ 0 h 13"/>
                  <a:gd name="T4" fmla="*/ 5 w 7"/>
                  <a:gd name="T5" fmla="*/ 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1" y="8"/>
                    </a:moveTo>
                    <a:cubicBezTo>
                      <a:pt x="7" y="13"/>
                      <a:pt x="6" y="4"/>
                      <a:pt x="5" y="0"/>
                    </a:cubicBezTo>
                    <a:cubicBezTo>
                      <a:pt x="0" y="1"/>
                      <a:pt x="3" y="5"/>
                      <a:pt x="1" y="8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64" name="Freeform 1480">
                <a:extLst>
                  <a:ext uri="{FF2B5EF4-FFF2-40B4-BE49-F238E27FC236}">
                    <a16:creationId xmlns:a16="http://schemas.microsoft.com/office/drawing/2014/main" id="{DA838A02-53B5-4D4E-8DC8-BE7A6747F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713"/>
                <a:ext cx="25" cy="20"/>
              </a:xfrm>
              <a:custGeom>
                <a:avLst/>
                <a:gdLst>
                  <a:gd name="T0" fmla="*/ 5 w 15"/>
                  <a:gd name="T1" fmla="*/ 16 h 11"/>
                  <a:gd name="T2" fmla="*/ 42 w 15"/>
                  <a:gd name="T3" fmla="*/ 0 h 11"/>
                  <a:gd name="T4" fmla="*/ 0 w 15"/>
                  <a:gd name="T5" fmla="*/ 1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" y="3"/>
                    </a:moveTo>
                    <a:cubicBezTo>
                      <a:pt x="3" y="11"/>
                      <a:pt x="15" y="6"/>
                      <a:pt x="9" y="0"/>
                    </a:cubicBezTo>
                    <a:cubicBezTo>
                      <a:pt x="8" y="4"/>
                      <a:pt x="4" y="4"/>
                      <a:pt x="0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65" name="Freeform 1481">
                <a:extLst>
                  <a:ext uri="{FF2B5EF4-FFF2-40B4-BE49-F238E27FC236}">
                    <a16:creationId xmlns:a16="http://schemas.microsoft.com/office/drawing/2014/main" id="{7E349D7B-0E2E-477E-BDAC-F65A4C8F8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722"/>
                <a:ext cx="24" cy="21"/>
              </a:xfrm>
              <a:custGeom>
                <a:avLst/>
                <a:gdLst>
                  <a:gd name="T0" fmla="*/ 0 w 14"/>
                  <a:gd name="T1" fmla="*/ 33 h 12"/>
                  <a:gd name="T2" fmla="*/ 45 w 14"/>
                  <a:gd name="T3" fmla="*/ 0 h 12"/>
                  <a:gd name="T4" fmla="*/ 5 w 14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cubicBezTo>
                      <a:pt x="4" y="12"/>
                      <a:pt x="14" y="6"/>
                      <a:pt x="9" y="0"/>
                    </a:cubicBezTo>
                    <a:cubicBezTo>
                      <a:pt x="6" y="2"/>
                      <a:pt x="4" y="5"/>
                      <a:pt x="1" y="6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66" name="Freeform 1482">
                <a:extLst>
                  <a:ext uri="{FF2B5EF4-FFF2-40B4-BE49-F238E27FC236}">
                    <a16:creationId xmlns:a16="http://schemas.microsoft.com/office/drawing/2014/main" id="{6D541318-80BC-43B5-9065-CE50897C0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2848"/>
                <a:ext cx="17" cy="14"/>
              </a:xfrm>
              <a:custGeom>
                <a:avLst/>
                <a:gdLst>
                  <a:gd name="T0" fmla="*/ 15 w 10"/>
                  <a:gd name="T1" fmla="*/ 12 h 8"/>
                  <a:gd name="T2" fmla="*/ 34 w 10"/>
                  <a:gd name="T3" fmla="*/ 0 h 8"/>
                  <a:gd name="T4" fmla="*/ 26 w 10"/>
                  <a:gd name="T5" fmla="*/ 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3" y="2"/>
                    </a:moveTo>
                    <a:cubicBezTo>
                      <a:pt x="0" y="8"/>
                      <a:pt x="10" y="6"/>
                      <a:pt x="7" y="0"/>
                    </a:cubicBezTo>
                    <a:cubicBezTo>
                      <a:pt x="6" y="0"/>
                      <a:pt x="6" y="1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67" name="Freeform 1483">
                <a:extLst>
                  <a:ext uri="{FF2B5EF4-FFF2-40B4-BE49-F238E27FC236}">
                    <a16:creationId xmlns:a16="http://schemas.microsoft.com/office/drawing/2014/main" id="{BC93703E-4775-4107-B009-32ADE66B1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18"/>
                <a:ext cx="11" cy="11"/>
              </a:xfrm>
              <a:custGeom>
                <a:avLst/>
                <a:gdLst>
                  <a:gd name="T0" fmla="*/ 13 w 7"/>
                  <a:gd name="T1" fmla="*/ 0 h 6"/>
                  <a:gd name="T2" fmla="*/ 5 w 7"/>
                  <a:gd name="T3" fmla="*/ 31 h 6"/>
                  <a:gd name="T4" fmla="*/ 14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6"/>
                      <a:pt x="7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68" name="Freeform 1484">
                <a:extLst>
                  <a:ext uri="{FF2B5EF4-FFF2-40B4-BE49-F238E27FC236}">
                    <a16:creationId xmlns:a16="http://schemas.microsoft.com/office/drawing/2014/main" id="{A06F7AC7-32CF-402E-A065-A2DE20BFE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713"/>
                <a:ext cx="14" cy="14"/>
              </a:xfrm>
              <a:custGeom>
                <a:avLst/>
                <a:gdLst>
                  <a:gd name="T0" fmla="*/ 16 w 8"/>
                  <a:gd name="T1" fmla="*/ 12 h 8"/>
                  <a:gd name="T2" fmla="*/ 28 w 8"/>
                  <a:gd name="T3" fmla="*/ 33 h 8"/>
                  <a:gd name="T4" fmla="*/ 21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2"/>
                    </a:moveTo>
                    <a:cubicBezTo>
                      <a:pt x="0" y="4"/>
                      <a:pt x="1" y="8"/>
                      <a:pt x="5" y="6"/>
                    </a:cubicBezTo>
                    <a:cubicBezTo>
                      <a:pt x="8" y="5"/>
                      <a:pt x="8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69" name="Freeform 1485">
                <a:extLst>
                  <a:ext uri="{FF2B5EF4-FFF2-40B4-BE49-F238E27FC236}">
                    <a16:creationId xmlns:a16="http://schemas.microsoft.com/office/drawing/2014/main" id="{5A090499-E0ED-413A-A017-FDA243EBF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702"/>
                <a:ext cx="12" cy="11"/>
              </a:xfrm>
              <a:custGeom>
                <a:avLst/>
                <a:gdLst>
                  <a:gd name="T0" fmla="*/ 9 w 7"/>
                  <a:gd name="T1" fmla="*/ 0 h 6"/>
                  <a:gd name="T2" fmla="*/ 0 w 7"/>
                  <a:gd name="T3" fmla="*/ 20 h 6"/>
                  <a:gd name="T4" fmla="*/ 26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6"/>
                      <a:pt x="7" y="4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70" name="Freeform 1486">
                <a:extLst>
                  <a:ext uri="{FF2B5EF4-FFF2-40B4-BE49-F238E27FC236}">
                    <a16:creationId xmlns:a16="http://schemas.microsoft.com/office/drawing/2014/main" id="{C540AD67-059E-4B48-B762-1B63BA2F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749"/>
                <a:ext cx="44" cy="14"/>
              </a:xfrm>
              <a:custGeom>
                <a:avLst/>
                <a:gdLst>
                  <a:gd name="T0" fmla="*/ 63 w 26"/>
                  <a:gd name="T1" fmla="*/ 0 h 8"/>
                  <a:gd name="T2" fmla="*/ 71 w 2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">
                    <a:moveTo>
                      <a:pt x="13" y="0"/>
                    </a:moveTo>
                    <a:cubicBezTo>
                      <a:pt x="0" y="8"/>
                      <a:pt x="26" y="7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71" name="Freeform 1487">
                <a:extLst>
                  <a:ext uri="{FF2B5EF4-FFF2-40B4-BE49-F238E27FC236}">
                    <a16:creationId xmlns:a16="http://schemas.microsoft.com/office/drawing/2014/main" id="{1B2072FC-CE0C-48DB-9B0C-82D8AD68A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944"/>
                <a:ext cx="21" cy="14"/>
              </a:xfrm>
              <a:custGeom>
                <a:avLst/>
                <a:gdLst>
                  <a:gd name="T0" fmla="*/ 16 w 13"/>
                  <a:gd name="T1" fmla="*/ 0 h 8"/>
                  <a:gd name="T2" fmla="*/ 26 w 1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4" y="0"/>
                    </a:moveTo>
                    <a:cubicBezTo>
                      <a:pt x="0" y="8"/>
                      <a:pt x="13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72" name="Freeform 1488">
                <a:extLst>
                  <a:ext uri="{FF2B5EF4-FFF2-40B4-BE49-F238E27FC236}">
                    <a16:creationId xmlns:a16="http://schemas.microsoft.com/office/drawing/2014/main" id="{D29A744A-6241-42C2-8696-FEAD67595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989"/>
                <a:ext cx="17" cy="14"/>
              </a:xfrm>
              <a:custGeom>
                <a:avLst/>
                <a:gdLst>
                  <a:gd name="T0" fmla="*/ 20 w 10"/>
                  <a:gd name="T1" fmla="*/ 0 h 8"/>
                  <a:gd name="T2" fmla="*/ 5 w 10"/>
                  <a:gd name="T3" fmla="*/ 33 h 8"/>
                  <a:gd name="T4" fmla="*/ 26 w 10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4" y="0"/>
                    </a:moveTo>
                    <a:cubicBezTo>
                      <a:pt x="2" y="1"/>
                      <a:pt x="0" y="3"/>
                      <a:pt x="1" y="6"/>
                    </a:cubicBezTo>
                    <a:cubicBezTo>
                      <a:pt x="4" y="8"/>
                      <a:pt x="10" y="3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73" name="Freeform 1489">
                <a:extLst>
                  <a:ext uri="{FF2B5EF4-FFF2-40B4-BE49-F238E27FC236}">
                    <a16:creationId xmlns:a16="http://schemas.microsoft.com/office/drawing/2014/main" id="{2E57B653-3E23-431C-89D8-0A375423E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3030"/>
                <a:ext cx="15" cy="14"/>
              </a:xfrm>
              <a:custGeom>
                <a:avLst/>
                <a:gdLst>
                  <a:gd name="T0" fmla="*/ 5 w 9"/>
                  <a:gd name="T1" fmla="*/ 12 h 8"/>
                  <a:gd name="T2" fmla="*/ 5 w 9"/>
                  <a:gd name="T3" fmla="*/ 44 h 8"/>
                  <a:gd name="T4" fmla="*/ 13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1" y="2"/>
                    </a:moveTo>
                    <a:cubicBezTo>
                      <a:pt x="0" y="4"/>
                      <a:pt x="0" y="6"/>
                      <a:pt x="1" y="8"/>
                    </a:cubicBezTo>
                    <a:cubicBezTo>
                      <a:pt x="6" y="7"/>
                      <a:pt x="9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74" name="Freeform 1490">
                <a:extLst>
                  <a:ext uri="{FF2B5EF4-FFF2-40B4-BE49-F238E27FC236}">
                    <a16:creationId xmlns:a16="http://schemas.microsoft.com/office/drawing/2014/main" id="{3AAE064B-27FF-4CC4-ACCD-749569F84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980"/>
                <a:ext cx="8" cy="7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12 h 4"/>
                  <a:gd name="T4" fmla="*/ 13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3" y="4"/>
                      <a:pt x="5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75" name="Freeform 1491">
                <a:extLst>
                  <a:ext uri="{FF2B5EF4-FFF2-40B4-BE49-F238E27FC236}">
                    <a16:creationId xmlns:a16="http://schemas.microsoft.com/office/drawing/2014/main" id="{A40F2C6B-0EF2-4FD4-89A9-9D6A72AC7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3067"/>
                <a:ext cx="7" cy="5"/>
              </a:xfrm>
              <a:custGeom>
                <a:avLst/>
                <a:gdLst>
                  <a:gd name="T0" fmla="*/ 7 w 4"/>
                  <a:gd name="T1" fmla="*/ 0 h 3"/>
                  <a:gd name="T2" fmla="*/ 7 w 4"/>
                  <a:gd name="T3" fmla="*/ 13 h 3"/>
                  <a:gd name="T4" fmla="*/ 21 w 4"/>
                  <a:gd name="T5" fmla="*/ 5 h 3"/>
                  <a:gd name="T6" fmla="*/ 16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3" y="3"/>
                      <a:pt x="3" y="2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76" name="Freeform 1492">
                <a:extLst>
                  <a:ext uri="{FF2B5EF4-FFF2-40B4-BE49-F238E27FC236}">
                    <a16:creationId xmlns:a16="http://schemas.microsoft.com/office/drawing/2014/main" id="{4587D00B-3756-4BAE-9061-D7A997074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3145"/>
                <a:ext cx="13" cy="16"/>
              </a:xfrm>
              <a:custGeom>
                <a:avLst/>
                <a:gdLst>
                  <a:gd name="T0" fmla="*/ 8 w 8"/>
                  <a:gd name="T1" fmla="*/ 16 h 9"/>
                  <a:gd name="T2" fmla="*/ 26 w 8"/>
                  <a:gd name="T3" fmla="*/ 36 h 9"/>
                  <a:gd name="T4" fmla="*/ 13 w 8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2" y="3"/>
                    </a:moveTo>
                    <a:cubicBezTo>
                      <a:pt x="0" y="7"/>
                      <a:pt x="5" y="9"/>
                      <a:pt x="6" y="6"/>
                    </a:cubicBezTo>
                    <a:cubicBezTo>
                      <a:pt x="8" y="3"/>
                      <a:pt x="6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77" name="Freeform 1493">
                <a:extLst>
                  <a:ext uri="{FF2B5EF4-FFF2-40B4-BE49-F238E27FC236}">
                    <a16:creationId xmlns:a16="http://schemas.microsoft.com/office/drawing/2014/main" id="{3EAC4E88-84CA-447F-9DFF-CFFEC1D06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3126"/>
                <a:ext cx="17" cy="10"/>
              </a:xfrm>
              <a:custGeom>
                <a:avLst/>
                <a:gdLst>
                  <a:gd name="T0" fmla="*/ 20 w 10"/>
                  <a:gd name="T1" fmla="*/ 0 h 6"/>
                  <a:gd name="T2" fmla="*/ 41 w 10"/>
                  <a:gd name="T3" fmla="*/ 0 h 6"/>
                  <a:gd name="T4" fmla="*/ 29 w 10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4" y="0"/>
                    </a:moveTo>
                    <a:cubicBezTo>
                      <a:pt x="0" y="6"/>
                      <a:pt x="10" y="6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78" name="Freeform 1494">
                <a:extLst>
                  <a:ext uri="{FF2B5EF4-FFF2-40B4-BE49-F238E27FC236}">
                    <a16:creationId xmlns:a16="http://schemas.microsoft.com/office/drawing/2014/main" id="{AABF996B-2189-4AC7-BA33-371311EA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3225"/>
                <a:ext cx="25" cy="16"/>
              </a:xfrm>
              <a:custGeom>
                <a:avLst/>
                <a:gdLst>
                  <a:gd name="T0" fmla="*/ 33 w 15"/>
                  <a:gd name="T1" fmla="*/ 12 h 9"/>
                  <a:gd name="T2" fmla="*/ 42 w 1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7" y="2"/>
                    </a:moveTo>
                    <a:cubicBezTo>
                      <a:pt x="0" y="7"/>
                      <a:pt x="15" y="9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79" name="Freeform 1495">
                <a:extLst>
                  <a:ext uri="{FF2B5EF4-FFF2-40B4-BE49-F238E27FC236}">
                    <a16:creationId xmlns:a16="http://schemas.microsoft.com/office/drawing/2014/main" id="{2C1F4FE7-307F-47AF-8E72-87BFEC980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3231"/>
                <a:ext cx="11" cy="12"/>
              </a:xfrm>
              <a:custGeom>
                <a:avLst/>
                <a:gdLst>
                  <a:gd name="T0" fmla="*/ 5 w 7"/>
                  <a:gd name="T1" fmla="*/ 5 h 7"/>
                  <a:gd name="T2" fmla="*/ 14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0" y="7"/>
                      <a:pt x="7" y="4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80" name="Freeform 1496">
                <a:extLst>
                  <a:ext uri="{FF2B5EF4-FFF2-40B4-BE49-F238E27FC236}">
                    <a16:creationId xmlns:a16="http://schemas.microsoft.com/office/drawing/2014/main" id="{D97F9262-C5D3-48B2-B8D9-FFFEC6829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245"/>
                <a:ext cx="26" cy="16"/>
              </a:xfrm>
              <a:custGeom>
                <a:avLst/>
                <a:gdLst>
                  <a:gd name="T0" fmla="*/ 29 w 16"/>
                  <a:gd name="T1" fmla="*/ 7 h 9"/>
                  <a:gd name="T2" fmla="*/ 42 w 1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7" y="1"/>
                    </a:moveTo>
                    <a:cubicBezTo>
                      <a:pt x="0" y="9"/>
                      <a:pt x="16" y="4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81" name="Freeform 1497">
                <a:extLst>
                  <a:ext uri="{FF2B5EF4-FFF2-40B4-BE49-F238E27FC236}">
                    <a16:creationId xmlns:a16="http://schemas.microsoft.com/office/drawing/2014/main" id="{696968F4-C241-47C4-91F6-A970A6F53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192"/>
                <a:ext cx="35" cy="10"/>
              </a:xfrm>
              <a:custGeom>
                <a:avLst/>
                <a:gdLst>
                  <a:gd name="T0" fmla="*/ 55 w 21"/>
                  <a:gd name="T1" fmla="*/ 0 h 6"/>
                  <a:gd name="T2" fmla="*/ 62 w 2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12" y="0"/>
                    </a:moveTo>
                    <a:cubicBezTo>
                      <a:pt x="0" y="2"/>
                      <a:pt x="21" y="6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82" name="Freeform 1498">
                <a:extLst>
                  <a:ext uri="{FF2B5EF4-FFF2-40B4-BE49-F238E27FC236}">
                    <a16:creationId xmlns:a16="http://schemas.microsoft.com/office/drawing/2014/main" id="{8D12E8AB-5584-4DD8-AEE0-F3F34ECAB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3346"/>
                <a:ext cx="8" cy="9"/>
              </a:xfrm>
              <a:custGeom>
                <a:avLst/>
                <a:gdLst>
                  <a:gd name="T0" fmla="*/ 13 w 5"/>
                  <a:gd name="T1" fmla="*/ 13 h 5"/>
                  <a:gd name="T2" fmla="*/ 0 w 5"/>
                  <a:gd name="T3" fmla="*/ 13 h 5"/>
                  <a:gd name="T4" fmla="*/ 5 w 5"/>
                  <a:gd name="T5" fmla="*/ 29 h 5"/>
                  <a:gd name="T6" fmla="*/ 13 w 5"/>
                  <a:gd name="T7" fmla="*/ 0 h 5"/>
                  <a:gd name="T8" fmla="*/ 5 w 5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4" y="5"/>
                      <a:pt x="5" y="2"/>
                      <a:pt x="3" y="0"/>
                    </a:cubicBezTo>
                    <a:cubicBezTo>
                      <a:pt x="1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83" name="Freeform 1499">
                <a:extLst>
                  <a:ext uri="{FF2B5EF4-FFF2-40B4-BE49-F238E27FC236}">
                    <a16:creationId xmlns:a16="http://schemas.microsoft.com/office/drawing/2014/main" id="{5FA30369-1439-48B4-8B1F-18BB964EE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394"/>
                <a:ext cx="13" cy="16"/>
              </a:xfrm>
              <a:custGeom>
                <a:avLst/>
                <a:gdLst>
                  <a:gd name="T0" fmla="*/ 13 w 8"/>
                  <a:gd name="T1" fmla="*/ 16 h 9"/>
                  <a:gd name="T2" fmla="*/ 5 w 8"/>
                  <a:gd name="T3" fmla="*/ 44 h 9"/>
                  <a:gd name="T4" fmla="*/ 29 w 8"/>
                  <a:gd name="T5" fmla="*/ 7 h 9"/>
                  <a:gd name="T6" fmla="*/ 18 w 8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3" y="3"/>
                    </a:moveTo>
                    <a:cubicBezTo>
                      <a:pt x="1" y="4"/>
                      <a:pt x="0" y="6"/>
                      <a:pt x="1" y="8"/>
                    </a:cubicBezTo>
                    <a:cubicBezTo>
                      <a:pt x="5" y="9"/>
                      <a:pt x="8" y="5"/>
                      <a:pt x="7" y="1"/>
                    </a:cubicBezTo>
                    <a:cubicBezTo>
                      <a:pt x="6" y="0"/>
                      <a:pt x="5" y="1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84" name="Freeform 1500">
                <a:extLst>
                  <a:ext uri="{FF2B5EF4-FFF2-40B4-BE49-F238E27FC236}">
                    <a16:creationId xmlns:a16="http://schemas.microsoft.com/office/drawing/2014/main" id="{1BB5A1A2-0962-48ED-9A24-03422D04E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3359"/>
                <a:ext cx="19" cy="19"/>
              </a:xfrm>
              <a:custGeom>
                <a:avLst/>
                <a:gdLst>
                  <a:gd name="T0" fmla="*/ 36 w 11"/>
                  <a:gd name="T1" fmla="*/ 5 h 11"/>
                  <a:gd name="T2" fmla="*/ 57 w 11"/>
                  <a:gd name="T3" fmla="*/ 16 h 11"/>
                  <a:gd name="T4" fmla="*/ 48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7" y="1"/>
                    </a:moveTo>
                    <a:cubicBezTo>
                      <a:pt x="0" y="3"/>
                      <a:pt x="8" y="11"/>
                      <a:pt x="11" y="3"/>
                    </a:cubicBezTo>
                    <a:cubicBezTo>
                      <a:pt x="11" y="2"/>
                      <a:pt x="10" y="0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85" name="Freeform 1501">
                <a:extLst>
                  <a:ext uri="{FF2B5EF4-FFF2-40B4-BE49-F238E27FC236}">
                    <a16:creationId xmlns:a16="http://schemas.microsoft.com/office/drawing/2014/main" id="{FCCE95E8-05AB-442D-825B-3B016892A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471"/>
                <a:ext cx="25" cy="11"/>
              </a:xfrm>
              <a:custGeom>
                <a:avLst/>
                <a:gdLst>
                  <a:gd name="T0" fmla="*/ 33 w 15"/>
                  <a:gd name="T1" fmla="*/ 7 h 6"/>
                  <a:gd name="T2" fmla="*/ 42 w 1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">
                    <a:moveTo>
                      <a:pt x="7" y="1"/>
                    </a:moveTo>
                    <a:cubicBezTo>
                      <a:pt x="0" y="6"/>
                      <a:pt x="15" y="6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86" name="Freeform 1502">
                <a:extLst>
                  <a:ext uri="{FF2B5EF4-FFF2-40B4-BE49-F238E27FC236}">
                    <a16:creationId xmlns:a16="http://schemas.microsoft.com/office/drawing/2014/main" id="{CF87E73B-BE94-40BE-A4E0-19935573F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474"/>
                <a:ext cx="22" cy="11"/>
              </a:xfrm>
              <a:custGeom>
                <a:avLst/>
                <a:gdLst>
                  <a:gd name="T0" fmla="*/ 29 w 13"/>
                  <a:gd name="T1" fmla="*/ 0 h 6"/>
                  <a:gd name="T2" fmla="*/ 41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6" y="0"/>
                    </a:moveTo>
                    <a:cubicBezTo>
                      <a:pt x="0" y="6"/>
                      <a:pt x="13" y="4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87" name="Freeform 1503">
                <a:extLst>
                  <a:ext uri="{FF2B5EF4-FFF2-40B4-BE49-F238E27FC236}">
                    <a16:creationId xmlns:a16="http://schemas.microsoft.com/office/drawing/2014/main" id="{002AD1B7-97E4-4ACA-8EF6-C3C250643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3490"/>
                <a:ext cx="35" cy="22"/>
              </a:xfrm>
              <a:custGeom>
                <a:avLst/>
                <a:gdLst>
                  <a:gd name="T0" fmla="*/ 63 w 21"/>
                  <a:gd name="T1" fmla="*/ 0 h 12"/>
                  <a:gd name="T2" fmla="*/ 78 w 2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2">
                    <a:moveTo>
                      <a:pt x="14" y="0"/>
                    </a:moveTo>
                    <a:cubicBezTo>
                      <a:pt x="0" y="5"/>
                      <a:pt x="21" y="12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88" name="Freeform 1504">
                <a:extLst>
                  <a:ext uri="{FF2B5EF4-FFF2-40B4-BE49-F238E27FC236}">
                    <a16:creationId xmlns:a16="http://schemas.microsoft.com/office/drawing/2014/main" id="{EC40E12F-591C-408A-8CD4-FB1424556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503"/>
                <a:ext cx="31" cy="19"/>
              </a:xfrm>
              <a:custGeom>
                <a:avLst/>
                <a:gdLst>
                  <a:gd name="T0" fmla="*/ 54 w 19"/>
                  <a:gd name="T1" fmla="*/ 0 h 11"/>
                  <a:gd name="T2" fmla="*/ 62 w 19"/>
                  <a:gd name="T3" fmla="*/ 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12" y="0"/>
                    </a:moveTo>
                    <a:cubicBezTo>
                      <a:pt x="0" y="2"/>
                      <a:pt x="19" y="11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89" name="Freeform 1505">
                <a:extLst>
                  <a:ext uri="{FF2B5EF4-FFF2-40B4-BE49-F238E27FC236}">
                    <a16:creationId xmlns:a16="http://schemas.microsoft.com/office/drawing/2014/main" id="{AB7B02EF-BFC2-4C05-8C93-F3C94386B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3586"/>
                <a:ext cx="12" cy="9"/>
              </a:xfrm>
              <a:custGeom>
                <a:avLst/>
                <a:gdLst>
                  <a:gd name="T0" fmla="*/ 5 w 7"/>
                  <a:gd name="T1" fmla="*/ 0 h 5"/>
                  <a:gd name="T2" fmla="*/ 0 w 7"/>
                  <a:gd name="T3" fmla="*/ 29 h 5"/>
                  <a:gd name="T4" fmla="*/ 21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4" y="5"/>
                      <a:pt x="7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90" name="Freeform 1506">
                <a:extLst>
                  <a:ext uri="{FF2B5EF4-FFF2-40B4-BE49-F238E27FC236}">
                    <a16:creationId xmlns:a16="http://schemas.microsoft.com/office/drawing/2014/main" id="{933F6C5E-3AC9-4F60-9379-9DED881FA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3602"/>
                <a:ext cx="7" cy="8"/>
              </a:xfrm>
              <a:custGeom>
                <a:avLst/>
                <a:gdLst>
                  <a:gd name="T0" fmla="*/ 0 w 4"/>
                  <a:gd name="T1" fmla="*/ 8 h 4"/>
                  <a:gd name="T2" fmla="*/ 7 w 4"/>
                  <a:gd name="T3" fmla="*/ 32 h 4"/>
                  <a:gd name="T4" fmla="*/ 16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" y="4"/>
                      <a:pt x="4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91" name="Freeform 1507">
                <a:extLst>
                  <a:ext uri="{FF2B5EF4-FFF2-40B4-BE49-F238E27FC236}">
                    <a16:creationId xmlns:a16="http://schemas.microsoft.com/office/drawing/2014/main" id="{500FF9FD-EC97-4E5F-8524-4D6DAC45F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3579"/>
                <a:ext cx="27" cy="16"/>
              </a:xfrm>
              <a:custGeom>
                <a:avLst/>
                <a:gdLst>
                  <a:gd name="T0" fmla="*/ 29 w 16"/>
                  <a:gd name="T1" fmla="*/ 0 h 9"/>
                  <a:gd name="T2" fmla="*/ 42 w 1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6" y="0"/>
                    </a:moveTo>
                    <a:cubicBezTo>
                      <a:pt x="0" y="9"/>
                      <a:pt x="16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92" name="Freeform 1508">
                <a:extLst>
                  <a:ext uri="{FF2B5EF4-FFF2-40B4-BE49-F238E27FC236}">
                    <a16:creationId xmlns:a16="http://schemas.microsoft.com/office/drawing/2014/main" id="{7EDB4526-E567-491A-A358-046AA5508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3631"/>
                <a:ext cx="17" cy="27"/>
              </a:xfrm>
              <a:custGeom>
                <a:avLst/>
                <a:gdLst>
                  <a:gd name="T0" fmla="*/ 0 w 10"/>
                  <a:gd name="T1" fmla="*/ 23 h 15"/>
                  <a:gd name="T2" fmla="*/ 5 w 10"/>
                  <a:gd name="T3" fmla="*/ 1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4"/>
                    </a:moveTo>
                    <a:cubicBezTo>
                      <a:pt x="2" y="15"/>
                      <a:pt x="10" y="0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93" name="Freeform 1509">
                <a:extLst>
                  <a:ext uri="{FF2B5EF4-FFF2-40B4-BE49-F238E27FC236}">
                    <a16:creationId xmlns:a16="http://schemas.microsoft.com/office/drawing/2014/main" id="{6743E079-7B3D-4CF3-AF17-D4F9EF764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3352"/>
                <a:ext cx="22" cy="21"/>
              </a:xfrm>
              <a:custGeom>
                <a:avLst/>
                <a:gdLst>
                  <a:gd name="T0" fmla="*/ 20 w 13"/>
                  <a:gd name="T1" fmla="*/ 16 h 12"/>
                  <a:gd name="T2" fmla="*/ 49 w 13"/>
                  <a:gd name="T3" fmla="*/ 44 h 12"/>
                  <a:gd name="T4" fmla="*/ 41 w 13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4" y="3"/>
                    </a:moveTo>
                    <a:cubicBezTo>
                      <a:pt x="0" y="8"/>
                      <a:pt x="6" y="12"/>
                      <a:pt x="10" y="8"/>
                    </a:cubicBezTo>
                    <a:cubicBezTo>
                      <a:pt x="13" y="5"/>
                      <a:pt x="12" y="0"/>
                      <a:pt x="8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94" name="Freeform 1510">
                <a:extLst>
                  <a:ext uri="{FF2B5EF4-FFF2-40B4-BE49-F238E27FC236}">
                    <a16:creationId xmlns:a16="http://schemas.microsoft.com/office/drawing/2014/main" id="{2F4F2335-6804-4A66-B7F8-BD8499B0E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3350"/>
                <a:ext cx="15" cy="25"/>
              </a:xfrm>
              <a:custGeom>
                <a:avLst/>
                <a:gdLst>
                  <a:gd name="T0" fmla="*/ 0 w 9"/>
                  <a:gd name="T1" fmla="*/ 36 h 14"/>
                  <a:gd name="T2" fmla="*/ 33 w 9"/>
                  <a:gd name="T3" fmla="*/ 23 h 14"/>
                  <a:gd name="T4" fmla="*/ 5 w 9"/>
                  <a:gd name="T5" fmla="*/ 4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6"/>
                    </a:moveTo>
                    <a:cubicBezTo>
                      <a:pt x="0" y="14"/>
                      <a:pt x="9" y="10"/>
                      <a:pt x="7" y="4"/>
                    </a:cubicBezTo>
                    <a:cubicBezTo>
                      <a:pt x="5" y="0"/>
                      <a:pt x="4" y="7"/>
                      <a:pt x="1" y="7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95" name="Freeform 1511">
                <a:extLst>
                  <a:ext uri="{FF2B5EF4-FFF2-40B4-BE49-F238E27FC236}">
                    <a16:creationId xmlns:a16="http://schemas.microsoft.com/office/drawing/2014/main" id="{D46AD6F6-44AC-4580-8A76-60ECF629A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3482"/>
                <a:ext cx="21" cy="42"/>
              </a:xfrm>
              <a:custGeom>
                <a:avLst/>
                <a:gdLst>
                  <a:gd name="T0" fmla="*/ 5 w 13"/>
                  <a:gd name="T1" fmla="*/ 37 h 24"/>
                  <a:gd name="T2" fmla="*/ 16 w 13"/>
                  <a:gd name="T3" fmla="*/ 2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1" y="7"/>
                    </a:moveTo>
                    <a:cubicBezTo>
                      <a:pt x="0" y="24"/>
                      <a:pt x="13" y="0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96" name="Freeform 1512">
                <a:extLst>
                  <a:ext uri="{FF2B5EF4-FFF2-40B4-BE49-F238E27FC236}">
                    <a16:creationId xmlns:a16="http://schemas.microsoft.com/office/drawing/2014/main" id="{281F89A9-F333-4FD7-AF59-25BB01A76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3332"/>
                <a:ext cx="17" cy="13"/>
              </a:xfrm>
              <a:custGeom>
                <a:avLst/>
                <a:gdLst>
                  <a:gd name="T0" fmla="*/ 26 w 10"/>
                  <a:gd name="T1" fmla="*/ 7 h 7"/>
                  <a:gd name="T2" fmla="*/ 26 w 10"/>
                  <a:gd name="T3" fmla="*/ 45 h 7"/>
                  <a:gd name="T4" fmla="*/ 34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5" y="1"/>
                    </a:moveTo>
                    <a:cubicBezTo>
                      <a:pt x="0" y="0"/>
                      <a:pt x="0" y="7"/>
                      <a:pt x="5" y="7"/>
                    </a:cubicBezTo>
                    <a:cubicBezTo>
                      <a:pt x="9" y="7"/>
                      <a:pt x="10" y="2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97" name="Freeform 1513">
                <a:extLst>
                  <a:ext uri="{FF2B5EF4-FFF2-40B4-BE49-F238E27FC236}">
                    <a16:creationId xmlns:a16="http://schemas.microsoft.com/office/drawing/2014/main" id="{42D4FE07-BA1D-4151-844D-2BC51CF49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330"/>
                <a:ext cx="29" cy="9"/>
              </a:xfrm>
              <a:custGeom>
                <a:avLst/>
                <a:gdLst>
                  <a:gd name="T0" fmla="*/ 41 w 17"/>
                  <a:gd name="T1" fmla="*/ 0 h 5"/>
                  <a:gd name="T2" fmla="*/ 44 w 17"/>
                  <a:gd name="T3" fmla="*/ 7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">
                    <a:moveTo>
                      <a:pt x="8" y="0"/>
                    </a:moveTo>
                    <a:cubicBezTo>
                      <a:pt x="0" y="5"/>
                      <a:pt x="17" y="5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2965" name="Freeform 1514">
              <a:extLst>
                <a:ext uri="{FF2B5EF4-FFF2-40B4-BE49-F238E27FC236}">
                  <a16:creationId xmlns:a16="http://schemas.microsoft.com/office/drawing/2014/main" id="{469DE30D-A372-4C4C-B127-623FC8C01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199"/>
              <a:ext cx="20" cy="14"/>
            </a:xfrm>
            <a:custGeom>
              <a:avLst/>
              <a:gdLst>
                <a:gd name="T0" fmla="*/ 28 w 12"/>
                <a:gd name="T1" fmla="*/ 0 h 8"/>
                <a:gd name="T2" fmla="*/ 28 w 12"/>
                <a:gd name="T3" fmla="*/ 44 h 8"/>
                <a:gd name="T4" fmla="*/ 28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6" y="0"/>
                  </a:moveTo>
                  <a:cubicBezTo>
                    <a:pt x="0" y="0"/>
                    <a:pt x="1" y="8"/>
                    <a:pt x="6" y="8"/>
                  </a:cubicBezTo>
                  <a:cubicBezTo>
                    <a:pt x="12" y="7"/>
                    <a:pt x="8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6" name="Freeform 1515">
              <a:extLst>
                <a:ext uri="{FF2B5EF4-FFF2-40B4-BE49-F238E27FC236}">
                  <a16:creationId xmlns:a16="http://schemas.microsoft.com/office/drawing/2014/main" id="{5675AD2F-189B-41D4-85AB-797549AE8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208"/>
              <a:ext cx="8" cy="7"/>
            </a:xfrm>
            <a:custGeom>
              <a:avLst/>
              <a:gdLst>
                <a:gd name="T0" fmla="*/ 5 w 5"/>
                <a:gd name="T1" fmla="*/ 0 h 4"/>
                <a:gd name="T2" fmla="*/ 5 w 5"/>
                <a:gd name="T3" fmla="*/ 16 h 4"/>
                <a:gd name="T4" fmla="*/ 21 w 5"/>
                <a:gd name="T5" fmla="*/ 12 h 4"/>
                <a:gd name="T6" fmla="*/ 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4"/>
                    <a:pt x="3" y="4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7" name="Freeform 1516">
              <a:extLst>
                <a:ext uri="{FF2B5EF4-FFF2-40B4-BE49-F238E27FC236}">
                  <a16:creationId xmlns:a16="http://schemas.microsoft.com/office/drawing/2014/main" id="{19144377-BFE0-409A-87F6-BA2CED489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268"/>
              <a:ext cx="18" cy="30"/>
            </a:xfrm>
            <a:custGeom>
              <a:avLst/>
              <a:gdLst>
                <a:gd name="T0" fmla="*/ 5 w 11"/>
                <a:gd name="T1" fmla="*/ 49 h 17"/>
                <a:gd name="T2" fmla="*/ 13 w 11"/>
                <a:gd name="T3" fmla="*/ 94 h 17"/>
                <a:gd name="T4" fmla="*/ 26 w 11"/>
                <a:gd name="T5" fmla="*/ 0 h 17"/>
                <a:gd name="T6" fmla="*/ 13 w 11"/>
                <a:gd name="T7" fmla="*/ 2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" y="9"/>
                  </a:moveTo>
                  <a:cubicBezTo>
                    <a:pt x="0" y="12"/>
                    <a:pt x="1" y="15"/>
                    <a:pt x="3" y="17"/>
                  </a:cubicBezTo>
                  <a:cubicBezTo>
                    <a:pt x="10" y="15"/>
                    <a:pt x="11" y="5"/>
                    <a:pt x="6" y="0"/>
                  </a:cubicBezTo>
                  <a:cubicBezTo>
                    <a:pt x="4" y="1"/>
                    <a:pt x="4" y="3"/>
                    <a:pt x="3" y="5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8" name="Freeform 1517">
              <a:extLst>
                <a:ext uri="{FF2B5EF4-FFF2-40B4-BE49-F238E27FC236}">
                  <a16:creationId xmlns:a16="http://schemas.microsoft.com/office/drawing/2014/main" id="{9D1E216B-D4C4-458F-B167-D5DD655CF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3197"/>
              <a:ext cx="12" cy="18"/>
            </a:xfrm>
            <a:custGeom>
              <a:avLst/>
              <a:gdLst>
                <a:gd name="T0" fmla="*/ 0 w 7"/>
                <a:gd name="T1" fmla="*/ 16 h 10"/>
                <a:gd name="T2" fmla="*/ 5 w 7"/>
                <a:gd name="T3" fmla="*/ 58 h 10"/>
                <a:gd name="T4" fmla="*/ 9 w 7"/>
                <a:gd name="T5" fmla="*/ 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0" y="6"/>
                    <a:pt x="0" y="8"/>
                    <a:pt x="1" y="10"/>
                  </a:cubicBezTo>
                  <a:cubicBezTo>
                    <a:pt x="6" y="9"/>
                    <a:pt x="7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9" name="Freeform 1518">
              <a:extLst>
                <a:ext uri="{FF2B5EF4-FFF2-40B4-BE49-F238E27FC236}">
                  <a16:creationId xmlns:a16="http://schemas.microsoft.com/office/drawing/2014/main" id="{41041876-9622-460E-B4EA-7D22BF475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3195"/>
              <a:ext cx="13" cy="16"/>
            </a:xfrm>
            <a:custGeom>
              <a:avLst/>
              <a:gdLst>
                <a:gd name="T0" fmla="*/ 8 w 8"/>
                <a:gd name="T1" fmla="*/ 12 h 9"/>
                <a:gd name="T2" fmla="*/ 5 w 8"/>
                <a:gd name="T3" fmla="*/ 50 h 9"/>
                <a:gd name="T4" fmla="*/ 26 w 8"/>
                <a:gd name="T5" fmla="*/ 0 h 9"/>
                <a:gd name="T6" fmla="*/ 8 w 8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2" y="2"/>
                  </a:moveTo>
                  <a:cubicBezTo>
                    <a:pt x="0" y="5"/>
                    <a:pt x="0" y="7"/>
                    <a:pt x="1" y="9"/>
                  </a:cubicBezTo>
                  <a:cubicBezTo>
                    <a:pt x="6" y="8"/>
                    <a:pt x="8" y="3"/>
                    <a:pt x="6" y="0"/>
                  </a:cubicBezTo>
                  <a:cubicBezTo>
                    <a:pt x="4" y="0"/>
                    <a:pt x="3" y="1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0" name="Freeform 1519">
              <a:extLst>
                <a:ext uri="{FF2B5EF4-FFF2-40B4-BE49-F238E27FC236}">
                  <a16:creationId xmlns:a16="http://schemas.microsoft.com/office/drawing/2014/main" id="{D9EABE2D-3C88-4764-9C22-28A0E8D2E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3268"/>
              <a:ext cx="12" cy="14"/>
            </a:xfrm>
            <a:custGeom>
              <a:avLst/>
              <a:gdLst>
                <a:gd name="T0" fmla="*/ 5 w 7"/>
                <a:gd name="T1" fmla="*/ 7 h 8"/>
                <a:gd name="T2" fmla="*/ 9 w 7"/>
                <a:gd name="T3" fmla="*/ 44 h 8"/>
                <a:gd name="T4" fmla="*/ 26 w 7"/>
                <a:gd name="T5" fmla="*/ 0 h 8"/>
                <a:gd name="T6" fmla="*/ 5 w 7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6" y="6"/>
                    <a:pt x="7" y="3"/>
                    <a:pt x="5" y="0"/>
                  </a:cubicBezTo>
                  <a:cubicBezTo>
                    <a:pt x="3" y="0"/>
                    <a:pt x="2" y="2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1" name="Freeform 1520">
              <a:extLst>
                <a:ext uri="{FF2B5EF4-FFF2-40B4-BE49-F238E27FC236}">
                  <a16:creationId xmlns:a16="http://schemas.microsoft.com/office/drawing/2014/main" id="{D9C2EF45-2E6F-4AFD-893F-E475D341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423"/>
              <a:ext cx="8" cy="9"/>
            </a:xfrm>
            <a:custGeom>
              <a:avLst/>
              <a:gdLst>
                <a:gd name="T0" fmla="*/ 8 w 5"/>
                <a:gd name="T1" fmla="*/ 7 h 5"/>
                <a:gd name="T2" fmla="*/ 13 w 5"/>
                <a:gd name="T3" fmla="*/ 0 h 5"/>
                <a:gd name="T4" fmla="*/ 0 w 5"/>
                <a:gd name="T5" fmla="*/ 23 h 5"/>
                <a:gd name="T6" fmla="*/ 8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5" y="3"/>
                    <a:pt x="2" y="5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2" name="Freeform 1521">
              <a:extLst>
                <a:ext uri="{FF2B5EF4-FFF2-40B4-BE49-F238E27FC236}">
                  <a16:creationId xmlns:a16="http://schemas.microsoft.com/office/drawing/2014/main" id="{1D1FDD6B-A175-4403-BC29-E845383D7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3416"/>
              <a:ext cx="17" cy="17"/>
            </a:xfrm>
            <a:custGeom>
              <a:avLst/>
              <a:gdLst>
                <a:gd name="T0" fmla="*/ 20 w 10"/>
                <a:gd name="T1" fmla="*/ 0 h 10"/>
                <a:gd name="T2" fmla="*/ 29 w 10"/>
                <a:gd name="T3" fmla="*/ 41 h 10"/>
                <a:gd name="T4" fmla="*/ 26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0" y="2"/>
                    <a:pt x="1" y="10"/>
                    <a:pt x="6" y="8"/>
                  </a:cubicBezTo>
                  <a:cubicBezTo>
                    <a:pt x="10" y="6"/>
                    <a:pt x="9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3" name="Freeform 1522">
              <a:extLst>
                <a:ext uri="{FF2B5EF4-FFF2-40B4-BE49-F238E27FC236}">
                  <a16:creationId xmlns:a16="http://schemas.microsoft.com/office/drawing/2014/main" id="{DD56B2AF-F815-48F7-A4AF-4E7D454B4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419"/>
              <a:ext cx="15" cy="22"/>
            </a:xfrm>
            <a:custGeom>
              <a:avLst/>
              <a:gdLst>
                <a:gd name="T0" fmla="*/ 5 w 9"/>
                <a:gd name="T1" fmla="*/ 0 h 12"/>
                <a:gd name="T2" fmla="*/ 5 w 9"/>
                <a:gd name="T3" fmla="*/ 51 h 12"/>
                <a:gd name="T4" fmla="*/ 13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0"/>
                  </a:moveTo>
                  <a:cubicBezTo>
                    <a:pt x="0" y="3"/>
                    <a:pt x="0" y="6"/>
                    <a:pt x="1" y="8"/>
                  </a:cubicBezTo>
                  <a:cubicBezTo>
                    <a:pt x="7" y="12"/>
                    <a:pt x="9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4" name="Freeform 1523">
              <a:extLst>
                <a:ext uri="{FF2B5EF4-FFF2-40B4-BE49-F238E27FC236}">
                  <a16:creationId xmlns:a16="http://schemas.microsoft.com/office/drawing/2014/main" id="{5292B1FA-5267-4F1B-9E45-8F9CE0C2C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3318"/>
              <a:ext cx="15" cy="16"/>
            </a:xfrm>
            <a:custGeom>
              <a:avLst/>
              <a:gdLst>
                <a:gd name="T0" fmla="*/ 0 w 9"/>
                <a:gd name="T1" fmla="*/ 21 h 9"/>
                <a:gd name="T2" fmla="*/ 5 w 9"/>
                <a:gd name="T3" fmla="*/ 44 h 9"/>
                <a:gd name="T4" fmla="*/ 20 w 9"/>
                <a:gd name="T5" fmla="*/ 0 h 9"/>
                <a:gd name="T6" fmla="*/ 8 w 9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5"/>
                    <a:pt x="0" y="7"/>
                    <a:pt x="1" y="8"/>
                  </a:cubicBezTo>
                  <a:cubicBezTo>
                    <a:pt x="5" y="9"/>
                    <a:pt x="9" y="3"/>
                    <a:pt x="4" y="0"/>
                  </a:cubicBezTo>
                  <a:cubicBezTo>
                    <a:pt x="3" y="1"/>
                    <a:pt x="2" y="1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5" name="Freeform 1524">
              <a:extLst>
                <a:ext uri="{FF2B5EF4-FFF2-40B4-BE49-F238E27FC236}">
                  <a16:creationId xmlns:a16="http://schemas.microsoft.com/office/drawing/2014/main" id="{CF85A833-13F4-4F64-9F88-48D7466DC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3393"/>
              <a:ext cx="20" cy="21"/>
            </a:xfrm>
            <a:custGeom>
              <a:avLst/>
              <a:gdLst>
                <a:gd name="T0" fmla="*/ 5 w 12"/>
                <a:gd name="T1" fmla="*/ 7 h 12"/>
                <a:gd name="T2" fmla="*/ 28 w 12"/>
                <a:gd name="T3" fmla="*/ 7 h 12"/>
                <a:gd name="T4" fmla="*/ 22 w 12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12"/>
                    <a:pt x="12" y="6"/>
                    <a:pt x="6" y="1"/>
                  </a:cubicBezTo>
                  <a:cubicBezTo>
                    <a:pt x="5" y="0"/>
                    <a:pt x="6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6" name="Freeform 1525">
              <a:extLst>
                <a:ext uri="{FF2B5EF4-FFF2-40B4-BE49-F238E27FC236}">
                  <a16:creationId xmlns:a16="http://schemas.microsoft.com/office/drawing/2014/main" id="{469FFFF1-F487-49BA-BBAC-CC1C9D2E2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362"/>
              <a:ext cx="17" cy="15"/>
            </a:xfrm>
            <a:custGeom>
              <a:avLst/>
              <a:gdLst>
                <a:gd name="T0" fmla="*/ 29 w 10"/>
                <a:gd name="T1" fmla="*/ 0 h 8"/>
                <a:gd name="T2" fmla="*/ 26 w 10"/>
                <a:gd name="T3" fmla="*/ 45 h 8"/>
                <a:gd name="T4" fmla="*/ 29 w 10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6" y="0"/>
                  </a:moveTo>
                  <a:cubicBezTo>
                    <a:pt x="1" y="0"/>
                    <a:pt x="0" y="7"/>
                    <a:pt x="5" y="7"/>
                  </a:cubicBezTo>
                  <a:cubicBezTo>
                    <a:pt x="10" y="8"/>
                    <a:pt x="9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7" name="Freeform 1526">
              <a:extLst>
                <a:ext uri="{FF2B5EF4-FFF2-40B4-BE49-F238E27FC236}">
                  <a16:creationId xmlns:a16="http://schemas.microsoft.com/office/drawing/2014/main" id="{83ECA32A-055B-4700-830C-74B4CB0EF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553"/>
              <a:ext cx="15" cy="16"/>
            </a:xfrm>
            <a:custGeom>
              <a:avLst/>
              <a:gdLst>
                <a:gd name="T0" fmla="*/ 13 w 9"/>
                <a:gd name="T1" fmla="*/ 16 h 9"/>
                <a:gd name="T2" fmla="*/ 8 w 9"/>
                <a:gd name="T3" fmla="*/ 50 h 9"/>
                <a:gd name="T4" fmla="*/ 28 w 9"/>
                <a:gd name="T5" fmla="*/ 0 h 9"/>
                <a:gd name="T6" fmla="*/ 20 w 9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cubicBezTo>
                    <a:pt x="1" y="5"/>
                    <a:pt x="0" y="7"/>
                    <a:pt x="2" y="9"/>
                  </a:cubicBezTo>
                  <a:cubicBezTo>
                    <a:pt x="6" y="9"/>
                    <a:pt x="9" y="4"/>
                    <a:pt x="6" y="0"/>
                  </a:cubicBezTo>
                  <a:cubicBezTo>
                    <a:pt x="4" y="1"/>
                    <a:pt x="5" y="2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8" name="Freeform 1527">
              <a:extLst>
                <a:ext uri="{FF2B5EF4-FFF2-40B4-BE49-F238E27FC236}">
                  <a16:creationId xmlns:a16="http://schemas.microsoft.com/office/drawing/2014/main" id="{4E85C8EE-FC5F-40BC-A5FA-9E909222D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558"/>
              <a:ext cx="6" cy="7"/>
            </a:xfrm>
            <a:custGeom>
              <a:avLst/>
              <a:gdLst>
                <a:gd name="T0" fmla="*/ 0 w 4"/>
                <a:gd name="T1" fmla="*/ 7 h 4"/>
                <a:gd name="T2" fmla="*/ 0 w 4"/>
                <a:gd name="T3" fmla="*/ 21 h 4"/>
                <a:gd name="T4" fmla="*/ 12 w 4"/>
                <a:gd name="T5" fmla="*/ 0 h 4"/>
                <a:gd name="T6" fmla="*/ 5 w 4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4" y="3"/>
                    <a:pt x="3" y="3"/>
                    <a:pt x="3" y="0"/>
                  </a:cubicBezTo>
                  <a:cubicBezTo>
                    <a:pt x="2" y="0"/>
                    <a:pt x="1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9" name="Freeform 1528">
              <a:extLst>
                <a:ext uri="{FF2B5EF4-FFF2-40B4-BE49-F238E27FC236}">
                  <a16:creationId xmlns:a16="http://schemas.microsoft.com/office/drawing/2014/main" id="{BE3CEF02-AECB-4770-A9A6-23145689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547"/>
              <a:ext cx="34" cy="25"/>
            </a:xfrm>
            <a:custGeom>
              <a:avLst/>
              <a:gdLst>
                <a:gd name="T0" fmla="*/ 58 w 20"/>
                <a:gd name="T1" fmla="*/ 13 h 14"/>
                <a:gd name="T2" fmla="*/ 70 w 20"/>
                <a:gd name="T3" fmla="*/ 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12" y="2"/>
                  </a:moveTo>
                  <a:cubicBezTo>
                    <a:pt x="0" y="0"/>
                    <a:pt x="20" y="14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0" name="Freeform 1529">
              <a:extLst>
                <a:ext uri="{FF2B5EF4-FFF2-40B4-BE49-F238E27FC236}">
                  <a16:creationId xmlns:a16="http://schemas.microsoft.com/office/drawing/2014/main" id="{E15EAA1A-5CB3-41E7-A98B-FE3C65EBF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487"/>
              <a:ext cx="12" cy="11"/>
            </a:xfrm>
            <a:custGeom>
              <a:avLst/>
              <a:gdLst>
                <a:gd name="T0" fmla="*/ 21 w 7"/>
                <a:gd name="T1" fmla="*/ 7 h 6"/>
                <a:gd name="T2" fmla="*/ 0 w 7"/>
                <a:gd name="T3" fmla="*/ 24 h 6"/>
                <a:gd name="T4" fmla="*/ 2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4" y="6"/>
                    <a:pt x="7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1" name="Freeform 1530">
              <a:extLst>
                <a:ext uri="{FF2B5EF4-FFF2-40B4-BE49-F238E27FC236}">
                  <a16:creationId xmlns:a16="http://schemas.microsoft.com/office/drawing/2014/main" id="{50384C74-8DAA-4482-AD18-72012FAE3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873"/>
              <a:ext cx="17" cy="18"/>
            </a:xfrm>
            <a:custGeom>
              <a:avLst/>
              <a:gdLst>
                <a:gd name="T0" fmla="*/ 15 w 10"/>
                <a:gd name="T1" fmla="*/ 13 h 10"/>
                <a:gd name="T2" fmla="*/ 41 w 10"/>
                <a:gd name="T3" fmla="*/ 41 h 10"/>
                <a:gd name="T4" fmla="*/ 29 w 10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cubicBezTo>
                    <a:pt x="0" y="6"/>
                    <a:pt x="6" y="10"/>
                    <a:pt x="8" y="7"/>
                  </a:cubicBezTo>
                  <a:cubicBezTo>
                    <a:pt x="10" y="4"/>
                    <a:pt x="8" y="0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2" name="Freeform 1531">
              <a:extLst>
                <a:ext uri="{FF2B5EF4-FFF2-40B4-BE49-F238E27FC236}">
                  <a16:creationId xmlns:a16="http://schemas.microsoft.com/office/drawing/2014/main" id="{05254323-A4CB-432E-A121-A10E9DC9F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891"/>
              <a:ext cx="7" cy="7"/>
            </a:xfrm>
            <a:custGeom>
              <a:avLst/>
              <a:gdLst>
                <a:gd name="T0" fmla="*/ 7 w 4"/>
                <a:gd name="T1" fmla="*/ 0 h 4"/>
                <a:gd name="T2" fmla="*/ 0 w 4"/>
                <a:gd name="T3" fmla="*/ 16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3" name="Freeform 1532">
              <a:extLst>
                <a:ext uri="{FF2B5EF4-FFF2-40B4-BE49-F238E27FC236}">
                  <a16:creationId xmlns:a16="http://schemas.microsoft.com/office/drawing/2014/main" id="{64EE2E96-6D21-45E0-91A0-FF5577B12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886"/>
              <a:ext cx="16" cy="19"/>
            </a:xfrm>
            <a:custGeom>
              <a:avLst/>
              <a:gdLst>
                <a:gd name="T0" fmla="*/ 29 w 10"/>
                <a:gd name="T1" fmla="*/ 0 h 11"/>
                <a:gd name="T2" fmla="*/ 16 w 10"/>
                <a:gd name="T3" fmla="*/ 36 h 11"/>
                <a:gd name="T4" fmla="*/ 35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7" y="0"/>
                  </a:moveTo>
                  <a:cubicBezTo>
                    <a:pt x="2" y="0"/>
                    <a:pt x="0" y="5"/>
                    <a:pt x="4" y="7"/>
                  </a:cubicBezTo>
                  <a:cubicBezTo>
                    <a:pt x="9" y="11"/>
                    <a:pt x="10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4" name="Freeform 1533">
              <a:extLst>
                <a:ext uri="{FF2B5EF4-FFF2-40B4-BE49-F238E27FC236}">
                  <a16:creationId xmlns:a16="http://schemas.microsoft.com/office/drawing/2014/main" id="{5C721751-3538-43BC-B861-4DBE68C96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903"/>
              <a:ext cx="10" cy="7"/>
            </a:xfrm>
            <a:custGeom>
              <a:avLst/>
              <a:gdLst>
                <a:gd name="T0" fmla="*/ 0 w 6"/>
                <a:gd name="T1" fmla="*/ 0 h 4"/>
                <a:gd name="T2" fmla="*/ 5 w 6"/>
                <a:gd name="T3" fmla="*/ 21 h 4"/>
                <a:gd name="T4" fmla="*/ 8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5" y="4"/>
                    <a:pt x="6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5" name="Freeform 1534">
              <a:extLst>
                <a:ext uri="{FF2B5EF4-FFF2-40B4-BE49-F238E27FC236}">
                  <a16:creationId xmlns:a16="http://schemas.microsoft.com/office/drawing/2014/main" id="{F1EE6672-6141-4E78-87EF-C502CAC14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3021"/>
              <a:ext cx="40" cy="23"/>
            </a:xfrm>
            <a:custGeom>
              <a:avLst/>
              <a:gdLst>
                <a:gd name="T0" fmla="*/ 55 w 24"/>
                <a:gd name="T1" fmla="*/ 0 h 13"/>
                <a:gd name="T2" fmla="*/ 63 w 24"/>
                <a:gd name="T3" fmla="*/ 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12" y="0"/>
                  </a:moveTo>
                  <a:cubicBezTo>
                    <a:pt x="0" y="13"/>
                    <a:pt x="24" y="5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6" name="Freeform 1535">
              <a:extLst>
                <a:ext uri="{FF2B5EF4-FFF2-40B4-BE49-F238E27FC236}">
                  <a16:creationId xmlns:a16="http://schemas.microsoft.com/office/drawing/2014/main" id="{B75ADED3-27D3-4D45-B5C5-96D1F801A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3044"/>
              <a:ext cx="8" cy="11"/>
            </a:xfrm>
            <a:custGeom>
              <a:avLst/>
              <a:gdLst>
                <a:gd name="T0" fmla="*/ 0 w 5"/>
                <a:gd name="T1" fmla="*/ 13 h 6"/>
                <a:gd name="T2" fmla="*/ 0 w 5"/>
                <a:gd name="T3" fmla="*/ 31 h 6"/>
                <a:gd name="T4" fmla="*/ 13 w 5"/>
                <a:gd name="T5" fmla="*/ 7 h 6"/>
                <a:gd name="T6" fmla="*/ 8 w 5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5" y="4"/>
                    <a:pt x="3" y="1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7" name="Freeform 1536">
              <a:extLst>
                <a:ext uri="{FF2B5EF4-FFF2-40B4-BE49-F238E27FC236}">
                  <a16:creationId xmlns:a16="http://schemas.microsoft.com/office/drawing/2014/main" id="{5F31C1EA-E38C-4B4D-A3E9-051F5BAE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974"/>
              <a:ext cx="40" cy="15"/>
            </a:xfrm>
            <a:custGeom>
              <a:avLst/>
              <a:gdLst>
                <a:gd name="T0" fmla="*/ 62 w 24"/>
                <a:gd name="T1" fmla="*/ 0 h 8"/>
                <a:gd name="T2" fmla="*/ 63 w 24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13" y="0"/>
                  </a:moveTo>
                  <a:cubicBezTo>
                    <a:pt x="0" y="7"/>
                    <a:pt x="24" y="8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8" name="Freeform 1537">
              <a:extLst>
                <a:ext uri="{FF2B5EF4-FFF2-40B4-BE49-F238E27FC236}">
                  <a16:creationId xmlns:a16="http://schemas.microsoft.com/office/drawing/2014/main" id="{38F7320B-985A-4E25-B0B4-E67618516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765"/>
              <a:ext cx="15" cy="16"/>
            </a:xfrm>
            <a:custGeom>
              <a:avLst/>
              <a:gdLst>
                <a:gd name="T0" fmla="*/ 28 w 9"/>
                <a:gd name="T1" fmla="*/ 0 h 9"/>
                <a:gd name="T2" fmla="*/ 20 w 9"/>
                <a:gd name="T3" fmla="*/ 44 h 9"/>
                <a:gd name="T4" fmla="*/ 28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0"/>
                  </a:moveTo>
                  <a:cubicBezTo>
                    <a:pt x="1" y="0"/>
                    <a:pt x="0" y="8"/>
                    <a:pt x="4" y="8"/>
                  </a:cubicBezTo>
                  <a:cubicBezTo>
                    <a:pt x="9" y="9"/>
                    <a:pt x="9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9" name="Freeform 1538">
              <a:extLst>
                <a:ext uri="{FF2B5EF4-FFF2-40B4-BE49-F238E27FC236}">
                  <a16:creationId xmlns:a16="http://schemas.microsoft.com/office/drawing/2014/main" id="{308C4395-C699-4EB5-90D2-6E82D7F75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772"/>
              <a:ext cx="10" cy="7"/>
            </a:xfrm>
            <a:custGeom>
              <a:avLst/>
              <a:gdLst>
                <a:gd name="T0" fmla="*/ 5 w 6"/>
                <a:gd name="T1" fmla="*/ 0 h 4"/>
                <a:gd name="T2" fmla="*/ 0 w 6"/>
                <a:gd name="T3" fmla="*/ 21 h 4"/>
                <a:gd name="T4" fmla="*/ 8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4"/>
                    <a:pt x="6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0" name="Freeform 1539">
              <a:extLst>
                <a:ext uri="{FF2B5EF4-FFF2-40B4-BE49-F238E27FC236}">
                  <a16:creationId xmlns:a16="http://schemas.microsoft.com/office/drawing/2014/main" id="{C25CC2A5-93B2-4D51-94AB-8A9081A37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720"/>
              <a:ext cx="12" cy="14"/>
            </a:xfrm>
            <a:custGeom>
              <a:avLst/>
              <a:gdLst>
                <a:gd name="T0" fmla="*/ 9 w 7"/>
                <a:gd name="T1" fmla="*/ 12 h 8"/>
                <a:gd name="T2" fmla="*/ 5 w 7"/>
                <a:gd name="T3" fmla="*/ 37 h 8"/>
                <a:gd name="T4" fmla="*/ 15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2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6" y="8"/>
                    <a:pt x="7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1" name="Freeform 1540">
              <a:extLst>
                <a:ext uri="{FF2B5EF4-FFF2-40B4-BE49-F238E27FC236}">
                  <a16:creationId xmlns:a16="http://schemas.microsoft.com/office/drawing/2014/main" id="{A52E4CC7-8A50-4577-A55F-0D6658FEC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724"/>
              <a:ext cx="10" cy="10"/>
            </a:xfrm>
            <a:custGeom>
              <a:avLst/>
              <a:gdLst>
                <a:gd name="T0" fmla="*/ 5 w 6"/>
                <a:gd name="T1" fmla="*/ 5 h 6"/>
                <a:gd name="T2" fmla="*/ 8 w 6"/>
                <a:gd name="T3" fmla="*/ 28 h 6"/>
                <a:gd name="T4" fmla="*/ 22 w 6"/>
                <a:gd name="T5" fmla="*/ 5 h 6"/>
                <a:gd name="T6" fmla="*/ 13 w 6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5" y="5"/>
                    <a:pt x="6" y="3"/>
                    <a:pt x="5" y="1"/>
                  </a:cubicBezTo>
                  <a:cubicBezTo>
                    <a:pt x="4" y="0"/>
                    <a:pt x="3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2" name="Freeform 1541">
              <a:extLst>
                <a:ext uri="{FF2B5EF4-FFF2-40B4-BE49-F238E27FC236}">
                  <a16:creationId xmlns:a16="http://schemas.microsoft.com/office/drawing/2014/main" id="{38DE605A-636B-4A40-AC46-9927F1618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697"/>
              <a:ext cx="437" cy="952"/>
            </a:xfrm>
            <a:custGeom>
              <a:avLst/>
              <a:gdLst>
                <a:gd name="T0" fmla="*/ 0 w 262"/>
                <a:gd name="T1" fmla="*/ 0 h 535"/>
                <a:gd name="T2" fmla="*/ 474 w 262"/>
                <a:gd name="T3" fmla="*/ 1295 h 535"/>
                <a:gd name="T4" fmla="*/ 1153 w 262"/>
                <a:gd name="T5" fmla="*/ 2755 h 535"/>
                <a:gd name="T6" fmla="*/ 1216 w 262"/>
                <a:gd name="T7" fmla="*/ 3014 h 5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2" h="535">
                  <a:moveTo>
                    <a:pt x="0" y="0"/>
                  </a:moveTo>
                  <a:cubicBezTo>
                    <a:pt x="28" y="57"/>
                    <a:pt x="56" y="130"/>
                    <a:pt x="102" y="230"/>
                  </a:cubicBezTo>
                  <a:cubicBezTo>
                    <a:pt x="132" y="295"/>
                    <a:pt x="231" y="364"/>
                    <a:pt x="248" y="489"/>
                  </a:cubicBezTo>
                  <a:cubicBezTo>
                    <a:pt x="250" y="507"/>
                    <a:pt x="255" y="522"/>
                    <a:pt x="262" y="53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3" name="Freeform 1542">
              <a:extLst>
                <a:ext uri="{FF2B5EF4-FFF2-40B4-BE49-F238E27FC236}">
                  <a16:creationId xmlns:a16="http://schemas.microsoft.com/office/drawing/2014/main" id="{7D8257D5-17BF-4596-8010-683E9656E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692"/>
              <a:ext cx="147" cy="960"/>
            </a:xfrm>
            <a:custGeom>
              <a:avLst/>
              <a:gdLst>
                <a:gd name="T0" fmla="*/ 0 w 88"/>
                <a:gd name="T1" fmla="*/ 0 h 540"/>
                <a:gd name="T2" fmla="*/ 411 w 88"/>
                <a:gd name="T3" fmla="*/ 3035 h 5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540">
                  <a:moveTo>
                    <a:pt x="0" y="0"/>
                  </a:moveTo>
                  <a:cubicBezTo>
                    <a:pt x="26" y="170"/>
                    <a:pt x="56" y="354"/>
                    <a:pt x="88" y="54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4" name="Freeform 1543">
              <a:extLst>
                <a:ext uri="{FF2B5EF4-FFF2-40B4-BE49-F238E27FC236}">
                  <a16:creationId xmlns:a16="http://schemas.microsoft.com/office/drawing/2014/main" id="{E76B381C-5831-41A2-B10F-F5EAD40E4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3629"/>
              <a:ext cx="25" cy="25"/>
            </a:xfrm>
            <a:custGeom>
              <a:avLst/>
              <a:gdLst>
                <a:gd name="T0" fmla="*/ 0 w 15"/>
                <a:gd name="T1" fmla="*/ 0 h 14"/>
                <a:gd name="T2" fmla="*/ 70 w 15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6" y="4"/>
                    <a:pt x="11" y="8"/>
                    <a:pt x="15" y="14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5" name="Freeform 1544">
              <a:extLst>
                <a:ext uri="{FF2B5EF4-FFF2-40B4-BE49-F238E27FC236}">
                  <a16:creationId xmlns:a16="http://schemas.microsoft.com/office/drawing/2014/main" id="{12B8F6A8-8810-45F6-8D0B-32DCEE0D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3270"/>
              <a:ext cx="75" cy="210"/>
            </a:xfrm>
            <a:custGeom>
              <a:avLst/>
              <a:gdLst>
                <a:gd name="T0" fmla="*/ 5 w 45"/>
                <a:gd name="T1" fmla="*/ 0 h 118"/>
                <a:gd name="T2" fmla="*/ 208 w 45"/>
                <a:gd name="T3" fmla="*/ 666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8">
                  <a:moveTo>
                    <a:pt x="1" y="0"/>
                  </a:moveTo>
                  <a:cubicBezTo>
                    <a:pt x="0" y="36"/>
                    <a:pt x="9" y="99"/>
                    <a:pt x="45" y="118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6" name="Freeform 1545">
              <a:extLst>
                <a:ext uri="{FF2B5EF4-FFF2-40B4-BE49-F238E27FC236}">
                  <a16:creationId xmlns:a16="http://schemas.microsoft.com/office/drawing/2014/main" id="{B03A8482-EA5E-4F5D-A881-063B9A38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3426"/>
              <a:ext cx="48" cy="136"/>
            </a:xfrm>
            <a:custGeom>
              <a:avLst/>
              <a:gdLst>
                <a:gd name="T0" fmla="*/ 33 w 29"/>
                <a:gd name="T1" fmla="*/ 0 h 76"/>
                <a:gd name="T2" fmla="*/ 131 w 29"/>
                <a:gd name="T3" fmla="*/ 435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6">
                  <a:moveTo>
                    <a:pt x="7" y="0"/>
                  </a:moveTo>
                  <a:cubicBezTo>
                    <a:pt x="0" y="26"/>
                    <a:pt x="9" y="58"/>
                    <a:pt x="29" y="76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7" name="Freeform 1546">
              <a:extLst>
                <a:ext uri="{FF2B5EF4-FFF2-40B4-BE49-F238E27FC236}">
                  <a16:creationId xmlns:a16="http://schemas.microsoft.com/office/drawing/2014/main" id="{9F3F17C1-7D19-4E8D-A9C9-CF77A8E32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170"/>
              <a:ext cx="78" cy="134"/>
            </a:xfrm>
            <a:custGeom>
              <a:avLst/>
              <a:gdLst>
                <a:gd name="T0" fmla="*/ 41 w 47"/>
                <a:gd name="T1" fmla="*/ 0 h 75"/>
                <a:gd name="T2" fmla="*/ 214 w 47"/>
                <a:gd name="T3" fmla="*/ 427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75">
                  <a:moveTo>
                    <a:pt x="9" y="0"/>
                  </a:moveTo>
                  <a:cubicBezTo>
                    <a:pt x="0" y="30"/>
                    <a:pt x="23" y="60"/>
                    <a:pt x="47" y="75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8" name="Freeform 1547">
              <a:extLst>
                <a:ext uri="{FF2B5EF4-FFF2-40B4-BE49-F238E27FC236}">
                  <a16:creationId xmlns:a16="http://schemas.microsoft.com/office/drawing/2014/main" id="{85AE41D8-113C-4251-8581-AA122E08B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910"/>
              <a:ext cx="60" cy="132"/>
            </a:xfrm>
            <a:custGeom>
              <a:avLst/>
              <a:gdLst>
                <a:gd name="T0" fmla="*/ 0 w 36"/>
                <a:gd name="T1" fmla="*/ 0 h 74"/>
                <a:gd name="T2" fmla="*/ 138 w 36"/>
                <a:gd name="T3" fmla="*/ 419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4">
                  <a:moveTo>
                    <a:pt x="0" y="0"/>
                  </a:moveTo>
                  <a:cubicBezTo>
                    <a:pt x="28" y="12"/>
                    <a:pt x="36" y="46"/>
                    <a:pt x="30" y="74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9" name="Freeform 1548">
              <a:extLst>
                <a:ext uri="{FF2B5EF4-FFF2-40B4-BE49-F238E27FC236}">
                  <a16:creationId xmlns:a16="http://schemas.microsoft.com/office/drawing/2014/main" id="{B6923D92-FE11-4039-82CE-EFDEB2A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021"/>
              <a:ext cx="50" cy="60"/>
            </a:xfrm>
            <a:custGeom>
              <a:avLst/>
              <a:gdLst>
                <a:gd name="T0" fmla="*/ 0 w 30"/>
                <a:gd name="T1" fmla="*/ 0 h 34"/>
                <a:gd name="T2" fmla="*/ 138 w 30"/>
                <a:gd name="T3" fmla="*/ 18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4">
                  <a:moveTo>
                    <a:pt x="0" y="0"/>
                  </a:moveTo>
                  <a:cubicBezTo>
                    <a:pt x="14" y="8"/>
                    <a:pt x="24" y="19"/>
                    <a:pt x="30" y="34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0" name="Freeform 1549">
              <a:extLst>
                <a:ext uri="{FF2B5EF4-FFF2-40B4-BE49-F238E27FC236}">
                  <a16:creationId xmlns:a16="http://schemas.microsoft.com/office/drawing/2014/main" id="{A3A8DCA6-4AB7-428E-9AEA-78DF84E3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779"/>
              <a:ext cx="43" cy="135"/>
            </a:xfrm>
            <a:custGeom>
              <a:avLst/>
              <a:gdLst>
                <a:gd name="T0" fmla="*/ 63 w 26"/>
                <a:gd name="T1" fmla="*/ 0 h 76"/>
                <a:gd name="T2" fmla="*/ 117 w 26"/>
                <a:gd name="T3" fmla="*/ 426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6">
                  <a:moveTo>
                    <a:pt x="14" y="0"/>
                  </a:moveTo>
                  <a:cubicBezTo>
                    <a:pt x="0" y="24"/>
                    <a:pt x="8" y="56"/>
                    <a:pt x="26" y="76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1" name="Freeform 1550">
              <a:extLst>
                <a:ext uri="{FF2B5EF4-FFF2-40B4-BE49-F238E27FC236}">
                  <a16:creationId xmlns:a16="http://schemas.microsoft.com/office/drawing/2014/main" id="{5E8C6AF9-15A7-45C8-9973-0D33CAFC4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884"/>
              <a:ext cx="20" cy="85"/>
            </a:xfrm>
            <a:custGeom>
              <a:avLst/>
              <a:gdLst>
                <a:gd name="T0" fmla="*/ 55 w 12"/>
                <a:gd name="T1" fmla="*/ 0 h 48"/>
                <a:gd name="T2" fmla="*/ 37 w 12"/>
                <a:gd name="T3" fmla="*/ 267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8">
                  <a:moveTo>
                    <a:pt x="12" y="0"/>
                  </a:moveTo>
                  <a:cubicBezTo>
                    <a:pt x="0" y="14"/>
                    <a:pt x="2" y="32"/>
                    <a:pt x="8" y="48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2" name="Freeform 1551">
              <a:extLst>
                <a:ext uri="{FF2B5EF4-FFF2-40B4-BE49-F238E27FC236}">
                  <a16:creationId xmlns:a16="http://schemas.microsoft.com/office/drawing/2014/main" id="{70ECC4BA-CD65-482A-8919-DF91C2021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312"/>
              <a:ext cx="19" cy="93"/>
            </a:xfrm>
            <a:custGeom>
              <a:avLst/>
              <a:gdLst>
                <a:gd name="T0" fmla="*/ 0 w 11"/>
                <a:gd name="T1" fmla="*/ 0 h 52"/>
                <a:gd name="T2" fmla="*/ 41 w 11"/>
                <a:gd name="T3" fmla="*/ 297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2">
                  <a:moveTo>
                    <a:pt x="0" y="0"/>
                  </a:moveTo>
                  <a:cubicBezTo>
                    <a:pt x="11" y="16"/>
                    <a:pt x="11" y="33"/>
                    <a:pt x="8" y="52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3" name="Freeform 1552">
              <a:extLst>
                <a:ext uri="{FF2B5EF4-FFF2-40B4-BE49-F238E27FC236}">
                  <a16:creationId xmlns:a16="http://schemas.microsoft.com/office/drawing/2014/main" id="{0CF43684-E65C-4B06-B985-97A1B9ED9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366"/>
              <a:ext cx="33" cy="21"/>
            </a:xfrm>
            <a:custGeom>
              <a:avLst/>
              <a:gdLst>
                <a:gd name="T0" fmla="*/ 0 w 20"/>
                <a:gd name="T1" fmla="*/ 0 h 12"/>
                <a:gd name="T2" fmla="*/ 89 w 20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cubicBezTo>
                    <a:pt x="9" y="0"/>
                    <a:pt x="16" y="4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4" name="Freeform 1553">
              <a:extLst>
                <a:ext uri="{FF2B5EF4-FFF2-40B4-BE49-F238E27FC236}">
                  <a16:creationId xmlns:a16="http://schemas.microsoft.com/office/drawing/2014/main" id="{AE87B0AD-1A72-4F17-AF10-6D4933FC5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384"/>
              <a:ext cx="63" cy="106"/>
            </a:xfrm>
            <a:custGeom>
              <a:avLst/>
              <a:gdLst>
                <a:gd name="T0" fmla="*/ 0 w 38"/>
                <a:gd name="T1" fmla="*/ 34 h 60"/>
                <a:gd name="T2" fmla="*/ 164 w 38"/>
                <a:gd name="T3" fmla="*/ 33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60">
                  <a:moveTo>
                    <a:pt x="0" y="6"/>
                  </a:moveTo>
                  <a:cubicBezTo>
                    <a:pt x="28" y="0"/>
                    <a:pt x="38" y="40"/>
                    <a:pt x="36" y="60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5" name="Freeform 1554">
              <a:extLst>
                <a:ext uri="{FF2B5EF4-FFF2-40B4-BE49-F238E27FC236}">
                  <a16:creationId xmlns:a16="http://schemas.microsoft.com/office/drawing/2014/main" id="{93717813-4397-4C22-AB50-3035755C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369"/>
              <a:ext cx="31" cy="79"/>
            </a:xfrm>
            <a:custGeom>
              <a:avLst/>
              <a:gdLst>
                <a:gd name="T0" fmla="*/ 0 w 19"/>
                <a:gd name="T1" fmla="*/ 0 h 44"/>
                <a:gd name="T2" fmla="*/ 77 w 19"/>
                <a:gd name="T3" fmla="*/ 255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0" y="0"/>
                  </a:moveTo>
                  <a:cubicBezTo>
                    <a:pt x="11" y="14"/>
                    <a:pt x="19" y="26"/>
                    <a:pt x="18" y="44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6" name="Freeform 1555">
              <a:extLst>
                <a:ext uri="{FF2B5EF4-FFF2-40B4-BE49-F238E27FC236}">
                  <a16:creationId xmlns:a16="http://schemas.microsoft.com/office/drawing/2014/main" id="{2F225194-B26D-44B9-A5B9-30D983E41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519"/>
              <a:ext cx="60" cy="85"/>
            </a:xfrm>
            <a:custGeom>
              <a:avLst/>
              <a:gdLst>
                <a:gd name="T0" fmla="*/ 0 w 36"/>
                <a:gd name="T1" fmla="*/ 0 h 48"/>
                <a:gd name="T2" fmla="*/ 167 w 36"/>
                <a:gd name="T3" fmla="*/ 267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8">
                  <a:moveTo>
                    <a:pt x="0" y="0"/>
                  </a:moveTo>
                  <a:cubicBezTo>
                    <a:pt x="6" y="19"/>
                    <a:pt x="13" y="45"/>
                    <a:pt x="36" y="48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7" name="Freeform 1556">
              <a:extLst>
                <a:ext uri="{FF2B5EF4-FFF2-40B4-BE49-F238E27FC236}">
                  <a16:creationId xmlns:a16="http://schemas.microsoft.com/office/drawing/2014/main" id="{D683416D-DD5B-4B59-9679-DA274BE11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572"/>
              <a:ext cx="13" cy="80"/>
            </a:xfrm>
            <a:custGeom>
              <a:avLst/>
              <a:gdLst>
                <a:gd name="T0" fmla="*/ 26 w 8"/>
                <a:gd name="T1" fmla="*/ 0 h 45"/>
                <a:gd name="T2" fmla="*/ 34 w 8"/>
                <a:gd name="T3" fmla="*/ 252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6" y="0"/>
                  </a:moveTo>
                  <a:cubicBezTo>
                    <a:pt x="0" y="15"/>
                    <a:pt x="1" y="30"/>
                    <a:pt x="8" y="45"/>
                  </a:cubicBezTo>
                </a:path>
              </a:pathLst>
            </a:custGeom>
            <a:noFill/>
            <a:ln w="7938" cap="rnd">
              <a:solidFill>
                <a:srgbClr val="F5A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8" name="Freeform 1557">
              <a:extLst>
                <a:ext uri="{FF2B5EF4-FFF2-40B4-BE49-F238E27FC236}">
                  <a16:creationId xmlns:a16="http://schemas.microsoft.com/office/drawing/2014/main" id="{1A909D71-B2D6-411C-8EB9-8A0BC6F28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3012"/>
              <a:ext cx="48" cy="21"/>
            </a:xfrm>
            <a:custGeom>
              <a:avLst/>
              <a:gdLst>
                <a:gd name="T0" fmla="*/ 68 w 29"/>
                <a:gd name="T1" fmla="*/ 0 h 12"/>
                <a:gd name="T2" fmla="*/ 76 w 29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15" y="0"/>
                  </a:moveTo>
                  <a:cubicBezTo>
                    <a:pt x="0" y="11"/>
                    <a:pt x="29" y="12"/>
                    <a:pt x="1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9" name="Freeform 1558">
              <a:extLst>
                <a:ext uri="{FF2B5EF4-FFF2-40B4-BE49-F238E27FC236}">
                  <a16:creationId xmlns:a16="http://schemas.microsoft.com/office/drawing/2014/main" id="{C010D462-FE98-47F7-8B27-173485C3D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3035"/>
              <a:ext cx="7" cy="7"/>
            </a:xfrm>
            <a:custGeom>
              <a:avLst/>
              <a:gdLst>
                <a:gd name="T0" fmla="*/ 7 w 4"/>
                <a:gd name="T1" fmla="*/ 7 h 4"/>
                <a:gd name="T2" fmla="*/ 12 w 4"/>
                <a:gd name="T3" fmla="*/ 21 h 4"/>
                <a:gd name="T4" fmla="*/ 1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0" name="Freeform 1559">
              <a:extLst>
                <a:ext uri="{FF2B5EF4-FFF2-40B4-BE49-F238E27FC236}">
                  <a16:creationId xmlns:a16="http://schemas.microsoft.com/office/drawing/2014/main" id="{336AEFD0-A97C-4C9C-BB58-1A65FC453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827"/>
              <a:ext cx="18" cy="16"/>
            </a:xfrm>
            <a:custGeom>
              <a:avLst/>
              <a:gdLst>
                <a:gd name="T0" fmla="*/ 18 w 11"/>
                <a:gd name="T1" fmla="*/ 7 h 9"/>
                <a:gd name="T2" fmla="*/ 34 w 11"/>
                <a:gd name="T3" fmla="*/ 36 h 9"/>
                <a:gd name="T4" fmla="*/ 26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1"/>
                  </a:moveTo>
                  <a:cubicBezTo>
                    <a:pt x="0" y="4"/>
                    <a:pt x="4" y="9"/>
                    <a:pt x="8" y="6"/>
                  </a:cubicBezTo>
                  <a:cubicBezTo>
                    <a:pt x="11" y="4"/>
                    <a:pt x="10" y="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1" name="Freeform 1560">
              <a:extLst>
                <a:ext uri="{FF2B5EF4-FFF2-40B4-BE49-F238E27FC236}">
                  <a16:creationId xmlns:a16="http://schemas.microsoft.com/office/drawing/2014/main" id="{8710CF91-9D60-4533-AF21-ECC76CBE7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832"/>
              <a:ext cx="20" cy="11"/>
            </a:xfrm>
            <a:custGeom>
              <a:avLst/>
              <a:gdLst>
                <a:gd name="T0" fmla="*/ 28 w 12"/>
                <a:gd name="T1" fmla="*/ 0 h 6"/>
                <a:gd name="T2" fmla="*/ 33 w 12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6" y="0"/>
                  </a:moveTo>
                  <a:cubicBezTo>
                    <a:pt x="0" y="6"/>
                    <a:pt x="12" y="4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2" name="Freeform 1561">
              <a:extLst>
                <a:ext uri="{FF2B5EF4-FFF2-40B4-BE49-F238E27FC236}">
                  <a16:creationId xmlns:a16="http://schemas.microsoft.com/office/drawing/2014/main" id="{A7112200-CDF3-47BB-A6F8-E65C13F3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519"/>
              <a:ext cx="27" cy="34"/>
            </a:xfrm>
            <a:custGeom>
              <a:avLst/>
              <a:gdLst>
                <a:gd name="T0" fmla="*/ 0 w 16"/>
                <a:gd name="T1" fmla="*/ 52 h 19"/>
                <a:gd name="T2" fmla="*/ 69 w 16"/>
                <a:gd name="T3" fmla="*/ 41 h 19"/>
                <a:gd name="T4" fmla="*/ 0 w 16"/>
                <a:gd name="T5" fmla="*/ 10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9"/>
                  </a:moveTo>
                  <a:cubicBezTo>
                    <a:pt x="3" y="6"/>
                    <a:pt x="12" y="0"/>
                    <a:pt x="14" y="7"/>
                  </a:cubicBezTo>
                  <a:cubicBezTo>
                    <a:pt x="16" y="13"/>
                    <a:pt x="3" y="15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3" name="Freeform 1562">
              <a:extLst>
                <a:ext uri="{FF2B5EF4-FFF2-40B4-BE49-F238E27FC236}">
                  <a16:creationId xmlns:a16="http://schemas.microsoft.com/office/drawing/2014/main" id="{8336B798-659D-47A9-8410-6265AD4B1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3412"/>
              <a:ext cx="40" cy="39"/>
            </a:xfrm>
            <a:custGeom>
              <a:avLst/>
              <a:gdLst>
                <a:gd name="T0" fmla="*/ 20 w 24"/>
                <a:gd name="T1" fmla="*/ 89 h 22"/>
                <a:gd name="T2" fmla="*/ 0 w 24"/>
                <a:gd name="T3" fmla="*/ 37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4" y="16"/>
                  </a:moveTo>
                  <a:cubicBezTo>
                    <a:pt x="19" y="22"/>
                    <a:pt x="24" y="0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4" name="Freeform 1563">
              <a:extLst>
                <a:ext uri="{FF2B5EF4-FFF2-40B4-BE49-F238E27FC236}">
                  <a16:creationId xmlns:a16="http://schemas.microsoft.com/office/drawing/2014/main" id="{C75C36BE-AAED-44F8-87DF-4D1839108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382"/>
              <a:ext cx="25" cy="16"/>
            </a:xfrm>
            <a:custGeom>
              <a:avLst/>
              <a:gdLst>
                <a:gd name="T0" fmla="*/ 13 w 15"/>
                <a:gd name="T1" fmla="*/ 16 h 9"/>
                <a:gd name="T2" fmla="*/ 70 w 15"/>
                <a:gd name="T3" fmla="*/ 28 h 9"/>
                <a:gd name="T4" fmla="*/ 0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3" y="3"/>
                  </a:moveTo>
                  <a:cubicBezTo>
                    <a:pt x="5" y="8"/>
                    <a:pt x="11" y="9"/>
                    <a:pt x="15" y="5"/>
                  </a:cubicBezTo>
                  <a:cubicBezTo>
                    <a:pt x="12" y="0"/>
                    <a:pt x="5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5" name="Freeform 1564">
              <a:extLst>
                <a:ext uri="{FF2B5EF4-FFF2-40B4-BE49-F238E27FC236}">
                  <a16:creationId xmlns:a16="http://schemas.microsoft.com/office/drawing/2014/main" id="{6B415A88-180E-43D2-BAA0-57A5744F0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378"/>
              <a:ext cx="5" cy="9"/>
            </a:xfrm>
            <a:custGeom>
              <a:avLst/>
              <a:gdLst>
                <a:gd name="T0" fmla="*/ 13 w 3"/>
                <a:gd name="T1" fmla="*/ 0 h 5"/>
                <a:gd name="T2" fmla="*/ 0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6" name="Freeform 1565">
              <a:extLst>
                <a:ext uri="{FF2B5EF4-FFF2-40B4-BE49-F238E27FC236}">
                  <a16:creationId xmlns:a16="http://schemas.microsoft.com/office/drawing/2014/main" id="{053CFCED-604A-4EF0-875C-B6E42909F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3311"/>
              <a:ext cx="15" cy="10"/>
            </a:xfrm>
            <a:custGeom>
              <a:avLst/>
              <a:gdLst>
                <a:gd name="T0" fmla="*/ 0 w 9"/>
                <a:gd name="T1" fmla="*/ 28 h 6"/>
                <a:gd name="T2" fmla="*/ 4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5"/>
                    <a:pt x="7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7" name="Freeform 1566">
              <a:extLst>
                <a:ext uri="{FF2B5EF4-FFF2-40B4-BE49-F238E27FC236}">
                  <a16:creationId xmlns:a16="http://schemas.microsoft.com/office/drawing/2014/main" id="{0FE7F843-600B-4046-9748-FA1A0E5BE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275"/>
              <a:ext cx="23" cy="32"/>
            </a:xfrm>
            <a:custGeom>
              <a:avLst/>
              <a:gdLst>
                <a:gd name="T0" fmla="*/ 35 w 14"/>
                <a:gd name="T1" fmla="*/ 101 h 18"/>
                <a:gd name="T2" fmla="*/ 62 w 14"/>
                <a:gd name="T3" fmla="*/ 0 h 18"/>
                <a:gd name="T4" fmla="*/ 0 w 14"/>
                <a:gd name="T5" fmla="*/ 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8" y="18"/>
                  </a:moveTo>
                  <a:cubicBezTo>
                    <a:pt x="12" y="13"/>
                    <a:pt x="14" y="6"/>
                    <a:pt x="14" y="0"/>
                  </a:cubicBezTo>
                  <a:cubicBezTo>
                    <a:pt x="8" y="0"/>
                    <a:pt x="4" y="6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8" name="Freeform 1567">
              <a:extLst>
                <a:ext uri="{FF2B5EF4-FFF2-40B4-BE49-F238E27FC236}">
                  <a16:creationId xmlns:a16="http://schemas.microsoft.com/office/drawing/2014/main" id="{80874576-D4C6-4B5A-A037-9D0C0C1A6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423"/>
              <a:ext cx="32" cy="34"/>
            </a:xfrm>
            <a:custGeom>
              <a:avLst/>
              <a:gdLst>
                <a:gd name="T0" fmla="*/ 62 w 19"/>
                <a:gd name="T1" fmla="*/ 45 h 19"/>
                <a:gd name="T2" fmla="*/ 20 w 19"/>
                <a:gd name="T3" fmla="*/ 64 h 19"/>
                <a:gd name="T4" fmla="*/ 29 w 19"/>
                <a:gd name="T5" fmla="*/ 109 h 19"/>
                <a:gd name="T6" fmla="*/ 0 w 19"/>
                <a:gd name="T7" fmla="*/ 7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13" y="8"/>
                  </a:moveTo>
                  <a:cubicBezTo>
                    <a:pt x="9" y="0"/>
                    <a:pt x="2" y="3"/>
                    <a:pt x="4" y="11"/>
                  </a:cubicBezTo>
                  <a:cubicBezTo>
                    <a:pt x="5" y="13"/>
                    <a:pt x="19" y="16"/>
                    <a:pt x="6" y="19"/>
                  </a:cubicBezTo>
                  <a:cubicBezTo>
                    <a:pt x="4" y="17"/>
                    <a:pt x="1" y="15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9" name="Freeform 1568">
              <a:extLst>
                <a:ext uri="{FF2B5EF4-FFF2-40B4-BE49-F238E27FC236}">
                  <a16:creationId xmlns:a16="http://schemas.microsoft.com/office/drawing/2014/main" id="{D48A86A3-284F-4D85-A25A-9B81F94AF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3547"/>
              <a:ext cx="19" cy="22"/>
            </a:xfrm>
            <a:custGeom>
              <a:avLst/>
              <a:gdLst>
                <a:gd name="T0" fmla="*/ 21 w 11"/>
                <a:gd name="T1" fmla="*/ 73 h 12"/>
                <a:gd name="T2" fmla="*/ 48 w 11"/>
                <a:gd name="T3" fmla="*/ 0 h 12"/>
                <a:gd name="T4" fmla="*/ 0 w 11"/>
                <a:gd name="T5" fmla="*/ 3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4" y="12"/>
                  </a:moveTo>
                  <a:cubicBezTo>
                    <a:pt x="8" y="9"/>
                    <a:pt x="11" y="5"/>
                    <a:pt x="9" y="0"/>
                  </a:cubicBezTo>
                  <a:cubicBezTo>
                    <a:pt x="5" y="0"/>
                    <a:pt x="2" y="2"/>
                    <a:pt x="0" y="5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0" name="Freeform 1569">
              <a:extLst>
                <a:ext uri="{FF2B5EF4-FFF2-40B4-BE49-F238E27FC236}">
                  <a16:creationId xmlns:a16="http://schemas.microsoft.com/office/drawing/2014/main" id="{F3103666-866E-46C0-950F-76C498013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3574"/>
              <a:ext cx="22" cy="16"/>
            </a:xfrm>
            <a:custGeom>
              <a:avLst/>
              <a:gdLst>
                <a:gd name="T0" fmla="*/ 0 w 13"/>
                <a:gd name="T1" fmla="*/ 0 h 9"/>
                <a:gd name="T2" fmla="*/ 63 w 13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2" y="5"/>
                    <a:pt x="7" y="8"/>
                    <a:pt x="13" y="9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1" name="Freeform 1570">
              <a:extLst>
                <a:ext uri="{FF2B5EF4-FFF2-40B4-BE49-F238E27FC236}">
                  <a16:creationId xmlns:a16="http://schemas.microsoft.com/office/drawing/2014/main" id="{41990A78-5C65-4592-B18A-8F148602B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626"/>
              <a:ext cx="11" cy="16"/>
            </a:xfrm>
            <a:custGeom>
              <a:avLst/>
              <a:gdLst>
                <a:gd name="T0" fmla="*/ 27 w 7"/>
                <a:gd name="T1" fmla="*/ 0 h 9"/>
                <a:gd name="T2" fmla="*/ 0 w 7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3"/>
                    <a:pt x="3" y="7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2" name="Freeform 1571">
              <a:extLst>
                <a:ext uri="{FF2B5EF4-FFF2-40B4-BE49-F238E27FC236}">
                  <a16:creationId xmlns:a16="http://schemas.microsoft.com/office/drawing/2014/main" id="{ED3CC4DA-C4F0-4867-AD48-F3EE1478E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878"/>
              <a:ext cx="17" cy="24"/>
            </a:xfrm>
            <a:custGeom>
              <a:avLst/>
              <a:gdLst>
                <a:gd name="T0" fmla="*/ 26 w 10"/>
                <a:gd name="T1" fmla="*/ 0 h 13"/>
                <a:gd name="T2" fmla="*/ 49 w 10"/>
                <a:gd name="T3" fmla="*/ 68 h 13"/>
                <a:gd name="T4" fmla="*/ 0 w 10"/>
                <a:gd name="T5" fmla="*/ 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6" y="4"/>
                    <a:pt x="8" y="8"/>
                    <a:pt x="10" y="11"/>
                  </a:cubicBezTo>
                  <a:cubicBezTo>
                    <a:pt x="6" y="13"/>
                    <a:pt x="1" y="12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3" name="Freeform 1572">
              <a:extLst>
                <a:ext uri="{FF2B5EF4-FFF2-40B4-BE49-F238E27FC236}">
                  <a16:creationId xmlns:a16="http://schemas.microsoft.com/office/drawing/2014/main" id="{D3FCC8C3-8DEF-42F8-A390-D890CEF73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777"/>
              <a:ext cx="25" cy="27"/>
            </a:xfrm>
            <a:custGeom>
              <a:avLst/>
              <a:gdLst>
                <a:gd name="T0" fmla="*/ 8 w 15"/>
                <a:gd name="T1" fmla="*/ 0 h 15"/>
                <a:gd name="T2" fmla="*/ 0 w 15"/>
                <a:gd name="T3" fmla="*/ 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2" y="0"/>
                  </a:moveTo>
                  <a:cubicBezTo>
                    <a:pt x="15" y="9"/>
                    <a:pt x="6" y="15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4" name="Freeform 1573">
              <a:extLst>
                <a:ext uri="{FF2B5EF4-FFF2-40B4-BE49-F238E27FC236}">
                  <a16:creationId xmlns:a16="http://schemas.microsoft.com/office/drawing/2014/main" id="{3BFA2F58-646C-401D-8DA0-825A37E0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905"/>
              <a:ext cx="15" cy="18"/>
            </a:xfrm>
            <a:custGeom>
              <a:avLst/>
              <a:gdLst>
                <a:gd name="T0" fmla="*/ 13 w 9"/>
                <a:gd name="T1" fmla="*/ 0 h 10"/>
                <a:gd name="T2" fmla="*/ 20 w 9"/>
                <a:gd name="T3" fmla="*/ 58 h 10"/>
                <a:gd name="T4" fmla="*/ 42 w 9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0" y="4"/>
                    <a:pt x="0" y="8"/>
                    <a:pt x="4" y="10"/>
                  </a:cubicBezTo>
                  <a:cubicBezTo>
                    <a:pt x="6" y="8"/>
                    <a:pt x="8" y="5"/>
                    <a:pt x="9" y="3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5" name="Freeform 1574">
              <a:extLst>
                <a:ext uri="{FF2B5EF4-FFF2-40B4-BE49-F238E27FC236}">
                  <a16:creationId xmlns:a16="http://schemas.microsoft.com/office/drawing/2014/main" id="{0480F41F-E241-436D-92FB-F11F45CD6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019"/>
              <a:ext cx="10" cy="20"/>
            </a:xfrm>
            <a:custGeom>
              <a:avLst/>
              <a:gdLst>
                <a:gd name="T0" fmla="*/ 28 w 6"/>
                <a:gd name="T1" fmla="*/ 0 h 11"/>
                <a:gd name="T2" fmla="*/ 0 w 6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6" name="Freeform 1575">
              <a:extLst>
                <a:ext uri="{FF2B5EF4-FFF2-40B4-BE49-F238E27FC236}">
                  <a16:creationId xmlns:a16="http://schemas.microsoft.com/office/drawing/2014/main" id="{C326E5CC-A268-4434-9D9A-AFC1DB65A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958"/>
              <a:ext cx="16" cy="6"/>
            </a:xfrm>
            <a:custGeom>
              <a:avLst/>
              <a:gdLst>
                <a:gd name="T0" fmla="*/ 0 w 10"/>
                <a:gd name="T1" fmla="*/ 24 h 3"/>
                <a:gd name="T2" fmla="*/ 42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7" name="Freeform 1576">
              <a:extLst>
                <a:ext uri="{FF2B5EF4-FFF2-40B4-BE49-F238E27FC236}">
                  <a16:creationId xmlns:a16="http://schemas.microsoft.com/office/drawing/2014/main" id="{2892FEA3-01FD-4F67-9810-D2701F42B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179"/>
              <a:ext cx="15" cy="2"/>
            </a:xfrm>
            <a:custGeom>
              <a:avLst/>
              <a:gdLst>
                <a:gd name="T0" fmla="*/ 0 w 9"/>
                <a:gd name="T1" fmla="*/ 0 h 1"/>
                <a:gd name="T2" fmla="*/ 42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1"/>
                    <a:pt x="6" y="1"/>
                    <a:pt x="9" y="1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8" name="Freeform 1577">
              <a:extLst>
                <a:ext uri="{FF2B5EF4-FFF2-40B4-BE49-F238E27FC236}">
                  <a16:creationId xmlns:a16="http://schemas.microsoft.com/office/drawing/2014/main" id="{312F7EF5-E8B2-4EF1-8D92-EF1578EFD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950"/>
              <a:ext cx="69" cy="172"/>
            </a:xfrm>
            <a:custGeom>
              <a:avLst/>
              <a:gdLst>
                <a:gd name="T0" fmla="*/ 96 w 41"/>
                <a:gd name="T1" fmla="*/ 78 h 97"/>
                <a:gd name="T2" fmla="*/ 29 w 41"/>
                <a:gd name="T3" fmla="*/ 21 h 97"/>
                <a:gd name="T4" fmla="*/ 5 w 41"/>
                <a:gd name="T5" fmla="*/ 28 h 97"/>
                <a:gd name="T6" fmla="*/ 20 w 41"/>
                <a:gd name="T7" fmla="*/ 151 h 97"/>
                <a:gd name="T8" fmla="*/ 0 w 41"/>
                <a:gd name="T9" fmla="*/ 333 h 97"/>
                <a:gd name="T10" fmla="*/ 76 w 41"/>
                <a:gd name="T11" fmla="*/ 491 h 97"/>
                <a:gd name="T12" fmla="*/ 167 w 41"/>
                <a:gd name="T13" fmla="*/ 520 h 97"/>
                <a:gd name="T14" fmla="*/ 187 w 41"/>
                <a:gd name="T15" fmla="*/ 491 h 97"/>
                <a:gd name="T16" fmla="*/ 133 w 41"/>
                <a:gd name="T17" fmla="*/ 434 h 97"/>
                <a:gd name="T18" fmla="*/ 148 w 41"/>
                <a:gd name="T19" fmla="*/ 309 h 97"/>
                <a:gd name="T20" fmla="*/ 119 w 41"/>
                <a:gd name="T21" fmla="*/ 211 h 97"/>
                <a:gd name="T22" fmla="*/ 96 w 41"/>
                <a:gd name="T23" fmla="*/ 78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97">
                  <a:moveTo>
                    <a:pt x="20" y="14"/>
                  </a:moveTo>
                  <a:cubicBezTo>
                    <a:pt x="17" y="9"/>
                    <a:pt x="9" y="9"/>
                    <a:pt x="6" y="4"/>
                  </a:cubicBezTo>
                  <a:cubicBezTo>
                    <a:pt x="4" y="3"/>
                    <a:pt x="1" y="0"/>
                    <a:pt x="1" y="5"/>
                  </a:cubicBezTo>
                  <a:cubicBezTo>
                    <a:pt x="0" y="12"/>
                    <a:pt x="2" y="19"/>
                    <a:pt x="4" y="27"/>
                  </a:cubicBezTo>
                  <a:cubicBezTo>
                    <a:pt x="7" y="40"/>
                    <a:pt x="0" y="48"/>
                    <a:pt x="0" y="60"/>
                  </a:cubicBezTo>
                  <a:cubicBezTo>
                    <a:pt x="1" y="71"/>
                    <a:pt x="7" y="82"/>
                    <a:pt x="16" y="88"/>
                  </a:cubicBezTo>
                  <a:cubicBezTo>
                    <a:pt x="21" y="91"/>
                    <a:pt x="30" y="90"/>
                    <a:pt x="35" y="93"/>
                  </a:cubicBezTo>
                  <a:cubicBezTo>
                    <a:pt x="40" y="97"/>
                    <a:pt x="41" y="90"/>
                    <a:pt x="39" y="88"/>
                  </a:cubicBezTo>
                  <a:cubicBezTo>
                    <a:pt x="37" y="84"/>
                    <a:pt x="32" y="83"/>
                    <a:pt x="28" y="78"/>
                  </a:cubicBezTo>
                  <a:cubicBezTo>
                    <a:pt x="24" y="72"/>
                    <a:pt x="31" y="63"/>
                    <a:pt x="31" y="55"/>
                  </a:cubicBezTo>
                  <a:cubicBezTo>
                    <a:pt x="31" y="49"/>
                    <a:pt x="26" y="43"/>
                    <a:pt x="25" y="38"/>
                  </a:cubicBezTo>
                  <a:cubicBezTo>
                    <a:pt x="24" y="30"/>
                    <a:pt x="24" y="19"/>
                    <a:pt x="20" y="14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9" name="Freeform 1578">
              <a:extLst>
                <a:ext uri="{FF2B5EF4-FFF2-40B4-BE49-F238E27FC236}">
                  <a16:creationId xmlns:a16="http://schemas.microsoft.com/office/drawing/2014/main" id="{1EFD569C-B85B-4F4C-9468-6A8D1543C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272"/>
              <a:ext cx="87" cy="177"/>
            </a:xfrm>
            <a:custGeom>
              <a:avLst/>
              <a:gdLst>
                <a:gd name="T0" fmla="*/ 37 w 52"/>
                <a:gd name="T1" fmla="*/ 50 h 100"/>
                <a:gd name="T2" fmla="*/ 47 w 52"/>
                <a:gd name="T3" fmla="*/ 211 h 100"/>
                <a:gd name="T4" fmla="*/ 33 w 52"/>
                <a:gd name="T5" fmla="*/ 416 h 100"/>
                <a:gd name="T6" fmla="*/ 159 w 52"/>
                <a:gd name="T7" fmla="*/ 476 h 100"/>
                <a:gd name="T8" fmla="*/ 244 w 52"/>
                <a:gd name="T9" fmla="*/ 497 h 100"/>
                <a:gd name="T10" fmla="*/ 187 w 52"/>
                <a:gd name="T11" fmla="*/ 398 h 100"/>
                <a:gd name="T12" fmla="*/ 174 w 52"/>
                <a:gd name="T13" fmla="*/ 172 h 100"/>
                <a:gd name="T14" fmla="*/ 107 w 52"/>
                <a:gd name="T15" fmla="*/ 106 h 100"/>
                <a:gd name="T16" fmla="*/ 92 w 52"/>
                <a:gd name="T17" fmla="*/ 50 h 100"/>
                <a:gd name="T18" fmla="*/ 37 w 52"/>
                <a:gd name="T19" fmla="*/ 5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00">
                  <a:moveTo>
                    <a:pt x="8" y="9"/>
                  </a:moveTo>
                  <a:cubicBezTo>
                    <a:pt x="7" y="19"/>
                    <a:pt x="14" y="27"/>
                    <a:pt x="10" y="38"/>
                  </a:cubicBezTo>
                  <a:cubicBezTo>
                    <a:pt x="6" y="49"/>
                    <a:pt x="0" y="63"/>
                    <a:pt x="7" y="75"/>
                  </a:cubicBezTo>
                  <a:cubicBezTo>
                    <a:pt x="14" y="86"/>
                    <a:pt x="25" y="81"/>
                    <a:pt x="34" y="86"/>
                  </a:cubicBezTo>
                  <a:cubicBezTo>
                    <a:pt x="40" y="91"/>
                    <a:pt x="52" y="100"/>
                    <a:pt x="52" y="90"/>
                  </a:cubicBezTo>
                  <a:cubicBezTo>
                    <a:pt x="52" y="79"/>
                    <a:pt x="40" y="79"/>
                    <a:pt x="40" y="72"/>
                  </a:cubicBezTo>
                  <a:cubicBezTo>
                    <a:pt x="38" y="59"/>
                    <a:pt x="44" y="43"/>
                    <a:pt x="37" y="31"/>
                  </a:cubicBezTo>
                  <a:cubicBezTo>
                    <a:pt x="34" y="25"/>
                    <a:pt x="27" y="24"/>
                    <a:pt x="23" y="19"/>
                  </a:cubicBezTo>
                  <a:cubicBezTo>
                    <a:pt x="20" y="15"/>
                    <a:pt x="22" y="13"/>
                    <a:pt x="20" y="9"/>
                  </a:cubicBezTo>
                  <a:cubicBezTo>
                    <a:pt x="17" y="2"/>
                    <a:pt x="9" y="0"/>
                    <a:pt x="8" y="9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0" name="Freeform 1579">
              <a:extLst>
                <a:ext uri="{FF2B5EF4-FFF2-40B4-BE49-F238E27FC236}">
                  <a16:creationId xmlns:a16="http://schemas.microsoft.com/office/drawing/2014/main" id="{E4931D7D-5015-44AF-AAB2-85D51A90E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441"/>
              <a:ext cx="61" cy="183"/>
            </a:xfrm>
            <a:custGeom>
              <a:avLst/>
              <a:gdLst>
                <a:gd name="T0" fmla="*/ 49 w 37"/>
                <a:gd name="T1" fmla="*/ 123 h 103"/>
                <a:gd name="T2" fmla="*/ 35 w 37"/>
                <a:gd name="T3" fmla="*/ 275 h 103"/>
                <a:gd name="T4" fmla="*/ 49 w 37"/>
                <a:gd name="T5" fmla="*/ 442 h 103"/>
                <a:gd name="T6" fmla="*/ 125 w 37"/>
                <a:gd name="T7" fmla="*/ 556 h 103"/>
                <a:gd name="T8" fmla="*/ 152 w 37"/>
                <a:gd name="T9" fmla="*/ 505 h 103"/>
                <a:gd name="T10" fmla="*/ 130 w 37"/>
                <a:gd name="T11" fmla="*/ 354 h 103"/>
                <a:gd name="T12" fmla="*/ 134 w 37"/>
                <a:gd name="T13" fmla="*/ 215 h 103"/>
                <a:gd name="T14" fmla="*/ 117 w 37"/>
                <a:gd name="T15" fmla="*/ 89 h 103"/>
                <a:gd name="T16" fmla="*/ 41 w 37"/>
                <a:gd name="T17" fmla="*/ 0 h 103"/>
                <a:gd name="T18" fmla="*/ 43 w 37"/>
                <a:gd name="T19" fmla="*/ 117 h 103"/>
                <a:gd name="T20" fmla="*/ 49 w 37"/>
                <a:gd name="T21" fmla="*/ 12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103">
                  <a:moveTo>
                    <a:pt x="11" y="22"/>
                  </a:moveTo>
                  <a:cubicBezTo>
                    <a:pt x="16" y="34"/>
                    <a:pt x="14" y="39"/>
                    <a:pt x="8" y="49"/>
                  </a:cubicBezTo>
                  <a:cubicBezTo>
                    <a:pt x="0" y="61"/>
                    <a:pt x="2" y="69"/>
                    <a:pt x="11" y="79"/>
                  </a:cubicBezTo>
                  <a:cubicBezTo>
                    <a:pt x="15" y="84"/>
                    <a:pt x="23" y="97"/>
                    <a:pt x="28" y="99"/>
                  </a:cubicBezTo>
                  <a:cubicBezTo>
                    <a:pt x="37" y="103"/>
                    <a:pt x="36" y="95"/>
                    <a:pt x="34" y="90"/>
                  </a:cubicBezTo>
                  <a:cubicBezTo>
                    <a:pt x="29" y="79"/>
                    <a:pt x="26" y="75"/>
                    <a:pt x="29" y="63"/>
                  </a:cubicBezTo>
                  <a:cubicBezTo>
                    <a:pt x="31" y="53"/>
                    <a:pt x="30" y="47"/>
                    <a:pt x="30" y="38"/>
                  </a:cubicBezTo>
                  <a:cubicBezTo>
                    <a:pt x="29" y="28"/>
                    <a:pt x="35" y="23"/>
                    <a:pt x="26" y="16"/>
                  </a:cubicBezTo>
                  <a:cubicBezTo>
                    <a:pt x="19" y="10"/>
                    <a:pt x="12" y="10"/>
                    <a:pt x="9" y="0"/>
                  </a:cubicBezTo>
                  <a:cubicBezTo>
                    <a:pt x="1" y="4"/>
                    <a:pt x="7" y="16"/>
                    <a:pt x="10" y="21"/>
                  </a:cubicBezTo>
                  <a:lnTo>
                    <a:pt x="11" y="22"/>
                  </a:ln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1" name="Freeform 1580">
              <a:extLst>
                <a:ext uri="{FF2B5EF4-FFF2-40B4-BE49-F238E27FC236}">
                  <a16:creationId xmlns:a16="http://schemas.microsoft.com/office/drawing/2014/main" id="{2576CA91-0EE4-4EF3-B582-B507B0F0E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3135"/>
              <a:ext cx="98" cy="170"/>
            </a:xfrm>
            <a:custGeom>
              <a:avLst/>
              <a:gdLst>
                <a:gd name="T0" fmla="*/ 8 w 59"/>
                <a:gd name="T1" fmla="*/ 66 h 96"/>
                <a:gd name="T2" fmla="*/ 42 w 59"/>
                <a:gd name="T3" fmla="*/ 223 h 96"/>
                <a:gd name="T4" fmla="*/ 125 w 59"/>
                <a:gd name="T5" fmla="*/ 282 h 96"/>
                <a:gd name="T6" fmla="*/ 105 w 59"/>
                <a:gd name="T7" fmla="*/ 402 h 96"/>
                <a:gd name="T8" fmla="*/ 208 w 59"/>
                <a:gd name="T9" fmla="*/ 499 h 96"/>
                <a:gd name="T10" fmla="*/ 229 w 59"/>
                <a:gd name="T11" fmla="*/ 377 h 96"/>
                <a:gd name="T12" fmla="*/ 183 w 59"/>
                <a:gd name="T13" fmla="*/ 200 h 96"/>
                <a:gd name="T14" fmla="*/ 125 w 59"/>
                <a:gd name="T15" fmla="*/ 78 h 96"/>
                <a:gd name="T16" fmla="*/ 8 w 59"/>
                <a:gd name="T17" fmla="*/ 66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96">
                  <a:moveTo>
                    <a:pt x="2" y="12"/>
                  </a:moveTo>
                  <a:cubicBezTo>
                    <a:pt x="0" y="21"/>
                    <a:pt x="0" y="33"/>
                    <a:pt x="9" y="40"/>
                  </a:cubicBezTo>
                  <a:cubicBezTo>
                    <a:pt x="14" y="44"/>
                    <a:pt x="26" y="45"/>
                    <a:pt x="27" y="51"/>
                  </a:cubicBezTo>
                  <a:cubicBezTo>
                    <a:pt x="28" y="55"/>
                    <a:pt x="24" y="63"/>
                    <a:pt x="23" y="72"/>
                  </a:cubicBezTo>
                  <a:cubicBezTo>
                    <a:pt x="22" y="85"/>
                    <a:pt x="30" y="96"/>
                    <a:pt x="45" y="90"/>
                  </a:cubicBezTo>
                  <a:cubicBezTo>
                    <a:pt x="59" y="85"/>
                    <a:pt x="54" y="77"/>
                    <a:pt x="50" y="68"/>
                  </a:cubicBezTo>
                  <a:cubicBezTo>
                    <a:pt x="44" y="56"/>
                    <a:pt x="41" y="48"/>
                    <a:pt x="40" y="36"/>
                  </a:cubicBezTo>
                  <a:cubicBezTo>
                    <a:pt x="38" y="26"/>
                    <a:pt x="36" y="20"/>
                    <a:pt x="27" y="14"/>
                  </a:cubicBezTo>
                  <a:cubicBezTo>
                    <a:pt x="21" y="10"/>
                    <a:pt x="4" y="0"/>
                    <a:pt x="2" y="12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2" name="Freeform 1581">
              <a:extLst>
                <a:ext uri="{FF2B5EF4-FFF2-40B4-BE49-F238E27FC236}">
                  <a16:creationId xmlns:a16="http://schemas.microsoft.com/office/drawing/2014/main" id="{C504F581-8E5F-4550-A276-A65E636FF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706"/>
              <a:ext cx="58" cy="139"/>
            </a:xfrm>
            <a:custGeom>
              <a:avLst/>
              <a:gdLst>
                <a:gd name="T0" fmla="*/ 33 w 35"/>
                <a:gd name="T1" fmla="*/ 16 h 78"/>
                <a:gd name="T2" fmla="*/ 13 w 35"/>
                <a:gd name="T3" fmla="*/ 137 h 78"/>
                <a:gd name="T4" fmla="*/ 28 w 35"/>
                <a:gd name="T5" fmla="*/ 203 h 78"/>
                <a:gd name="T6" fmla="*/ 8 w 35"/>
                <a:gd name="T7" fmla="*/ 299 h 78"/>
                <a:gd name="T8" fmla="*/ 41 w 35"/>
                <a:gd name="T9" fmla="*/ 390 h 78"/>
                <a:gd name="T10" fmla="*/ 85 w 35"/>
                <a:gd name="T11" fmla="*/ 442 h 78"/>
                <a:gd name="T12" fmla="*/ 138 w 35"/>
                <a:gd name="T13" fmla="*/ 289 h 78"/>
                <a:gd name="T14" fmla="*/ 76 w 35"/>
                <a:gd name="T15" fmla="*/ 196 h 78"/>
                <a:gd name="T16" fmla="*/ 91 w 35"/>
                <a:gd name="T17" fmla="*/ 73 h 78"/>
                <a:gd name="T18" fmla="*/ 33 w 35"/>
                <a:gd name="T19" fmla="*/ 16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78">
                  <a:moveTo>
                    <a:pt x="7" y="3"/>
                  </a:moveTo>
                  <a:cubicBezTo>
                    <a:pt x="0" y="5"/>
                    <a:pt x="1" y="15"/>
                    <a:pt x="3" y="24"/>
                  </a:cubicBezTo>
                  <a:cubicBezTo>
                    <a:pt x="4" y="29"/>
                    <a:pt x="6" y="34"/>
                    <a:pt x="6" y="36"/>
                  </a:cubicBezTo>
                  <a:cubicBezTo>
                    <a:pt x="6" y="40"/>
                    <a:pt x="2" y="46"/>
                    <a:pt x="2" y="53"/>
                  </a:cubicBezTo>
                  <a:cubicBezTo>
                    <a:pt x="2" y="60"/>
                    <a:pt x="5" y="64"/>
                    <a:pt x="9" y="69"/>
                  </a:cubicBezTo>
                  <a:cubicBezTo>
                    <a:pt x="12" y="72"/>
                    <a:pt x="13" y="78"/>
                    <a:pt x="19" y="78"/>
                  </a:cubicBezTo>
                  <a:cubicBezTo>
                    <a:pt x="32" y="78"/>
                    <a:pt x="35" y="63"/>
                    <a:pt x="30" y="51"/>
                  </a:cubicBezTo>
                  <a:cubicBezTo>
                    <a:pt x="27" y="43"/>
                    <a:pt x="18" y="39"/>
                    <a:pt x="17" y="35"/>
                  </a:cubicBezTo>
                  <a:cubicBezTo>
                    <a:pt x="16" y="28"/>
                    <a:pt x="20" y="19"/>
                    <a:pt x="20" y="13"/>
                  </a:cubicBezTo>
                  <a:cubicBezTo>
                    <a:pt x="19" y="7"/>
                    <a:pt x="17" y="0"/>
                    <a:pt x="7" y="3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3" name="Freeform 1582">
              <a:extLst>
                <a:ext uri="{FF2B5EF4-FFF2-40B4-BE49-F238E27FC236}">
                  <a16:creationId xmlns:a16="http://schemas.microsoft.com/office/drawing/2014/main" id="{C44A03D4-E460-495D-972E-ABED68881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3563"/>
              <a:ext cx="99" cy="89"/>
            </a:xfrm>
            <a:custGeom>
              <a:avLst/>
              <a:gdLst>
                <a:gd name="T0" fmla="*/ 169 w 59"/>
                <a:gd name="T1" fmla="*/ 123 h 50"/>
                <a:gd name="T2" fmla="*/ 146 w 59"/>
                <a:gd name="T3" fmla="*/ 50 h 50"/>
                <a:gd name="T4" fmla="*/ 82 w 59"/>
                <a:gd name="T5" fmla="*/ 50 h 50"/>
                <a:gd name="T6" fmla="*/ 22 w 59"/>
                <a:gd name="T7" fmla="*/ 12 h 50"/>
                <a:gd name="T8" fmla="*/ 49 w 59"/>
                <a:gd name="T9" fmla="*/ 101 h 50"/>
                <a:gd name="T10" fmla="*/ 70 w 59"/>
                <a:gd name="T11" fmla="*/ 187 h 50"/>
                <a:gd name="T12" fmla="*/ 82 w 59"/>
                <a:gd name="T13" fmla="*/ 281 h 50"/>
                <a:gd name="T14" fmla="*/ 279 w 59"/>
                <a:gd name="T15" fmla="*/ 281 h 50"/>
                <a:gd name="T16" fmla="*/ 169 w 59"/>
                <a:gd name="T17" fmla="*/ 123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50">
                  <a:moveTo>
                    <a:pt x="36" y="22"/>
                  </a:moveTo>
                  <a:cubicBezTo>
                    <a:pt x="35" y="17"/>
                    <a:pt x="37" y="11"/>
                    <a:pt x="31" y="9"/>
                  </a:cubicBezTo>
                  <a:cubicBezTo>
                    <a:pt x="26" y="7"/>
                    <a:pt x="22" y="10"/>
                    <a:pt x="17" y="9"/>
                  </a:cubicBezTo>
                  <a:cubicBezTo>
                    <a:pt x="13" y="8"/>
                    <a:pt x="9" y="4"/>
                    <a:pt x="5" y="2"/>
                  </a:cubicBezTo>
                  <a:cubicBezTo>
                    <a:pt x="0" y="0"/>
                    <a:pt x="5" y="10"/>
                    <a:pt x="10" y="18"/>
                  </a:cubicBezTo>
                  <a:cubicBezTo>
                    <a:pt x="13" y="23"/>
                    <a:pt x="15" y="27"/>
                    <a:pt x="15" y="33"/>
                  </a:cubicBezTo>
                  <a:cubicBezTo>
                    <a:pt x="15" y="37"/>
                    <a:pt x="15" y="44"/>
                    <a:pt x="17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1" y="40"/>
                    <a:pt x="40" y="32"/>
                    <a:pt x="36" y="22"/>
                  </a:cubicBez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4" name="Freeform 1583">
              <a:extLst>
                <a:ext uri="{FF2B5EF4-FFF2-40B4-BE49-F238E27FC236}">
                  <a16:creationId xmlns:a16="http://schemas.microsoft.com/office/drawing/2014/main" id="{A795E307-DFAC-490F-8C69-9477D4117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3565"/>
              <a:ext cx="94" cy="87"/>
            </a:xfrm>
            <a:custGeom>
              <a:avLst/>
              <a:gdLst>
                <a:gd name="T0" fmla="*/ 265 w 56"/>
                <a:gd name="T1" fmla="*/ 273 h 49"/>
                <a:gd name="T2" fmla="*/ 154 w 56"/>
                <a:gd name="T3" fmla="*/ 146 h 49"/>
                <a:gd name="T4" fmla="*/ 71 w 56"/>
                <a:gd name="T5" fmla="*/ 78 h 49"/>
                <a:gd name="T6" fmla="*/ 0 w 56"/>
                <a:gd name="T7" fmla="*/ 0 h 49"/>
                <a:gd name="T8" fmla="*/ 13 w 56"/>
                <a:gd name="T9" fmla="*/ 138 h 49"/>
                <a:gd name="T10" fmla="*/ 49 w 56"/>
                <a:gd name="T11" fmla="*/ 273 h 49"/>
                <a:gd name="T12" fmla="*/ 265 w 56"/>
                <a:gd name="T13" fmla="*/ 273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49">
                  <a:moveTo>
                    <a:pt x="56" y="49"/>
                  </a:moveTo>
                  <a:cubicBezTo>
                    <a:pt x="49" y="40"/>
                    <a:pt x="41" y="32"/>
                    <a:pt x="33" y="26"/>
                  </a:cubicBezTo>
                  <a:cubicBezTo>
                    <a:pt x="27" y="22"/>
                    <a:pt x="20" y="19"/>
                    <a:pt x="15" y="14"/>
                  </a:cubicBezTo>
                  <a:cubicBezTo>
                    <a:pt x="10" y="9"/>
                    <a:pt x="8" y="0"/>
                    <a:pt x="0" y="0"/>
                  </a:cubicBezTo>
                  <a:cubicBezTo>
                    <a:pt x="0" y="8"/>
                    <a:pt x="1" y="17"/>
                    <a:pt x="3" y="25"/>
                  </a:cubicBezTo>
                  <a:cubicBezTo>
                    <a:pt x="5" y="32"/>
                    <a:pt x="11" y="42"/>
                    <a:pt x="10" y="49"/>
                  </a:cubicBezTo>
                  <a:lnTo>
                    <a:pt x="56" y="49"/>
                  </a:lnTo>
                  <a:close/>
                </a:path>
              </a:pathLst>
            </a:custGeom>
            <a:solidFill>
              <a:srgbClr val="E9A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5" name="Freeform 1584">
              <a:extLst>
                <a:ext uri="{FF2B5EF4-FFF2-40B4-BE49-F238E27FC236}">
                  <a16:creationId xmlns:a16="http://schemas.microsoft.com/office/drawing/2014/main" id="{C1823E55-3244-43EB-8E32-D8124772A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950"/>
              <a:ext cx="69" cy="172"/>
            </a:xfrm>
            <a:custGeom>
              <a:avLst/>
              <a:gdLst>
                <a:gd name="T0" fmla="*/ 96 w 41"/>
                <a:gd name="T1" fmla="*/ 78 h 97"/>
                <a:gd name="T2" fmla="*/ 29 w 41"/>
                <a:gd name="T3" fmla="*/ 21 h 97"/>
                <a:gd name="T4" fmla="*/ 5 w 41"/>
                <a:gd name="T5" fmla="*/ 28 h 97"/>
                <a:gd name="T6" fmla="*/ 20 w 41"/>
                <a:gd name="T7" fmla="*/ 151 h 97"/>
                <a:gd name="T8" fmla="*/ 0 w 41"/>
                <a:gd name="T9" fmla="*/ 333 h 97"/>
                <a:gd name="T10" fmla="*/ 76 w 41"/>
                <a:gd name="T11" fmla="*/ 491 h 97"/>
                <a:gd name="T12" fmla="*/ 167 w 41"/>
                <a:gd name="T13" fmla="*/ 520 h 97"/>
                <a:gd name="T14" fmla="*/ 187 w 41"/>
                <a:gd name="T15" fmla="*/ 491 h 97"/>
                <a:gd name="T16" fmla="*/ 133 w 41"/>
                <a:gd name="T17" fmla="*/ 434 h 97"/>
                <a:gd name="T18" fmla="*/ 148 w 41"/>
                <a:gd name="T19" fmla="*/ 309 h 97"/>
                <a:gd name="T20" fmla="*/ 119 w 41"/>
                <a:gd name="T21" fmla="*/ 211 h 97"/>
                <a:gd name="T22" fmla="*/ 96 w 41"/>
                <a:gd name="T23" fmla="*/ 78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97">
                  <a:moveTo>
                    <a:pt x="20" y="14"/>
                  </a:moveTo>
                  <a:cubicBezTo>
                    <a:pt x="17" y="9"/>
                    <a:pt x="9" y="9"/>
                    <a:pt x="6" y="4"/>
                  </a:cubicBezTo>
                  <a:cubicBezTo>
                    <a:pt x="4" y="3"/>
                    <a:pt x="1" y="0"/>
                    <a:pt x="1" y="5"/>
                  </a:cubicBezTo>
                  <a:cubicBezTo>
                    <a:pt x="0" y="12"/>
                    <a:pt x="2" y="19"/>
                    <a:pt x="4" y="27"/>
                  </a:cubicBezTo>
                  <a:cubicBezTo>
                    <a:pt x="7" y="40"/>
                    <a:pt x="0" y="48"/>
                    <a:pt x="0" y="60"/>
                  </a:cubicBezTo>
                  <a:cubicBezTo>
                    <a:pt x="1" y="71"/>
                    <a:pt x="7" y="82"/>
                    <a:pt x="16" y="88"/>
                  </a:cubicBezTo>
                  <a:cubicBezTo>
                    <a:pt x="21" y="91"/>
                    <a:pt x="30" y="90"/>
                    <a:pt x="35" y="93"/>
                  </a:cubicBezTo>
                  <a:cubicBezTo>
                    <a:pt x="40" y="97"/>
                    <a:pt x="41" y="90"/>
                    <a:pt x="39" y="88"/>
                  </a:cubicBezTo>
                  <a:cubicBezTo>
                    <a:pt x="37" y="84"/>
                    <a:pt x="32" y="83"/>
                    <a:pt x="28" y="78"/>
                  </a:cubicBezTo>
                  <a:cubicBezTo>
                    <a:pt x="24" y="72"/>
                    <a:pt x="31" y="63"/>
                    <a:pt x="31" y="55"/>
                  </a:cubicBezTo>
                  <a:cubicBezTo>
                    <a:pt x="31" y="49"/>
                    <a:pt x="26" y="43"/>
                    <a:pt x="25" y="38"/>
                  </a:cubicBezTo>
                  <a:cubicBezTo>
                    <a:pt x="24" y="30"/>
                    <a:pt x="24" y="19"/>
                    <a:pt x="20" y="14"/>
                  </a:cubicBezTo>
                  <a:close/>
                </a:path>
              </a:pathLst>
            </a:custGeom>
            <a:noFill/>
            <a:ln w="4763" cap="rnd">
              <a:solidFill>
                <a:srgbClr val="563C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6" name="Freeform 1585">
              <a:extLst>
                <a:ext uri="{FF2B5EF4-FFF2-40B4-BE49-F238E27FC236}">
                  <a16:creationId xmlns:a16="http://schemas.microsoft.com/office/drawing/2014/main" id="{81367C36-92EA-4077-8868-F7362C11F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272"/>
              <a:ext cx="87" cy="177"/>
            </a:xfrm>
            <a:custGeom>
              <a:avLst/>
              <a:gdLst>
                <a:gd name="T0" fmla="*/ 37 w 52"/>
                <a:gd name="T1" fmla="*/ 50 h 100"/>
                <a:gd name="T2" fmla="*/ 47 w 52"/>
                <a:gd name="T3" fmla="*/ 211 h 100"/>
                <a:gd name="T4" fmla="*/ 33 w 52"/>
                <a:gd name="T5" fmla="*/ 416 h 100"/>
                <a:gd name="T6" fmla="*/ 159 w 52"/>
                <a:gd name="T7" fmla="*/ 476 h 100"/>
                <a:gd name="T8" fmla="*/ 244 w 52"/>
                <a:gd name="T9" fmla="*/ 497 h 100"/>
                <a:gd name="T10" fmla="*/ 187 w 52"/>
                <a:gd name="T11" fmla="*/ 398 h 100"/>
                <a:gd name="T12" fmla="*/ 174 w 52"/>
                <a:gd name="T13" fmla="*/ 172 h 100"/>
                <a:gd name="T14" fmla="*/ 107 w 52"/>
                <a:gd name="T15" fmla="*/ 106 h 100"/>
                <a:gd name="T16" fmla="*/ 92 w 52"/>
                <a:gd name="T17" fmla="*/ 50 h 100"/>
                <a:gd name="T18" fmla="*/ 37 w 52"/>
                <a:gd name="T19" fmla="*/ 5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00">
                  <a:moveTo>
                    <a:pt x="8" y="9"/>
                  </a:moveTo>
                  <a:cubicBezTo>
                    <a:pt x="7" y="19"/>
                    <a:pt x="14" y="27"/>
                    <a:pt x="10" y="38"/>
                  </a:cubicBezTo>
                  <a:cubicBezTo>
                    <a:pt x="6" y="49"/>
                    <a:pt x="0" y="63"/>
                    <a:pt x="7" y="75"/>
                  </a:cubicBezTo>
                  <a:cubicBezTo>
                    <a:pt x="14" y="86"/>
                    <a:pt x="25" y="81"/>
                    <a:pt x="34" y="86"/>
                  </a:cubicBezTo>
                  <a:cubicBezTo>
                    <a:pt x="40" y="91"/>
                    <a:pt x="52" y="100"/>
                    <a:pt x="52" y="90"/>
                  </a:cubicBezTo>
                  <a:cubicBezTo>
                    <a:pt x="52" y="79"/>
                    <a:pt x="40" y="79"/>
                    <a:pt x="40" y="72"/>
                  </a:cubicBezTo>
                  <a:cubicBezTo>
                    <a:pt x="38" y="59"/>
                    <a:pt x="44" y="43"/>
                    <a:pt x="37" y="31"/>
                  </a:cubicBezTo>
                  <a:cubicBezTo>
                    <a:pt x="34" y="25"/>
                    <a:pt x="27" y="24"/>
                    <a:pt x="23" y="19"/>
                  </a:cubicBezTo>
                  <a:cubicBezTo>
                    <a:pt x="20" y="15"/>
                    <a:pt x="22" y="13"/>
                    <a:pt x="20" y="9"/>
                  </a:cubicBezTo>
                  <a:cubicBezTo>
                    <a:pt x="17" y="2"/>
                    <a:pt x="9" y="0"/>
                    <a:pt x="8" y="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7" name="Freeform 1586">
              <a:extLst>
                <a:ext uri="{FF2B5EF4-FFF2-40B4-BE49-F238E27FC236}">
                  <a16:creationId xmlns:a16="http://schemas.microsoft.com/office/drawing/2014/main" id="{3B73FEBD-946C-4E18-ACCD-EF4E474FE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441"/>
              <a:ext cx="61" cy="183"/>
            </a:xfrm>
            <a:custGeom>
              <a:avLst/>
              <a:gdLst>
                <a:gd name="T0" fmla="*/ 49 w 37"/>
                <a:gd name="T1" fmla="*/ 123 h 103"/>
                <a:gd name="T2" fmla="*/ 35 w 37"/>
                <a:gd name="T3" fmla="*/ 275 h 103"/>
                <a:gd name="T4" fmla="*/ 49 w 37"/>
                <a:gd name="T5" fmla="*/ 442 h 103"/>
                <a:gd name="T6" fmla="*/ 125 w 37"/>
                <a:gd name="T7" fmla="*/ 556 h 103"/>
                <a:gd name="T8" fmla="*/ 152 w 37"/>
                <a:gd name="T9" fmla="*/ 505 h 103"/>
                <a:gd name="T10" fmla="*/ 130 w 37"/>
                <a:gd name="T11" fmla="*/ 354 h 103"/>
                <a:gd name="T12" fmla="*/ 134 w 37"/>
                <a:gd name="T13" fmla="*/ 215 h 103"/>
                <a:gd name="T14" fmla="*/ 117 w 37"/>
                <a:gd name="T15" fmla="*/ 89 h 103"/>
                <a:gd name="T16" fmla="*/ 41 w 37"/>
                <a:gd name="T17" fmla="*/ 0 h 103"/>
                <a:gd name="T18" fmla="*/ 43 w 37"/>
                <a:gd name="T19" fmla="*/ 117 h 103"/>
                <a:gd name="T20" fmla="*/ 49 w 37"/>
                <a:gd name="T21" fmla="*/ 12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103">
                  <a:moveTo>
                    <a:pt x="11" y="22"/>
                  </a:moveTo>
                  <a:cubicBezTo>
                    <a:pt x="16" y="34"/>
                    <a:pt x="14" y="39"/>
                    <a:pt x="8" y="49"/>
                  </a:cubicBezTo>
                  <a:cubicBezTo>
                    <a:pt x="0" y="61"/>
                    <a:pt x="2" y="69"/>
                    <a:pt x="11" y="79"/>
                  </a:cubicBezTo>
                  <a:cubicBezTo>
                    <a:pt x="15" y="84"/>
                    <a:pt x="23" y="97"/>
                    <a:pt x="28" y="99"/>
                  </a:cubicBezTo>
                  <a:cubicBezTo>
                    <a:pt x="37" y="103"/>
                    <a:pt x="36" y="95"/>
                    <a:pt x="34" y="90"/>
                  </a:cubicBezTo>
                  <a:cubicBezTo>
                    <a:pt x="29" y="79"/>
                    <a:pt x="26" y="75"/>
                    <a:pt x="29" y="63"/>
                  </a:cubicBezTo>
                  <a:cubicBezTo>
                    <a:pt x="31" y="53"/>
                    <a:pt x="30" y="47"/>
                    <a:pt x="30" y="38"/>
                  </a:cubicBezTo>
                  <a:cubicBezTo>
                    <a:pt x="29" y="28"/>
                    <a:pt x="35" y="23"/>
                    <a:pt x="26" y="16"/>
                  </a:cubicBezTo>
                  <a:cubicBezTo>
                    <a:pt x="19" y="10"/>
                    <a:pt x="12" y="10"/>
                    <a:pt x="9" y="0"/>
                  </a:cubicBezTo>
                  <a:cubicBezTo>
                    <a:pt x="1" y="4"/>
                    <a:pt x="7" y="16"/>
                    <a:pt x="10" y="21"/>
                  </a:cubicBezTo>
                  <a:lnTo>
                    <a:pt x="11" y="22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8" name="Freeform 1587">
              <a:extLst>
                <a:ext uri="{FF2B5EF4-FFF2-40B4-BE49-F238E27FC236}">
                  <a16:creationId xmlns:a16="http://schemas.microsoft.com/office/drawing/2014/main" id="{6857B384-D8B5-47CA-BE95-2493F25F1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3135"/>
              <a:ext cx="98" cy="170"/>
            </a:xfrm>
            <a:custGeom>
              <a:avLst/>
              <a:gdLst>
                <a:gd name="T0" fmla="*/ 8 w 59"/>
                <a:gd name="T1" fmla="*/ 66 h 96"/>
                <a:gd name="T2" fmla="*/ 42 w 59"/>
                <a:gd name="T3" fmla="*/ 223 h 96"/>
                <a:gd name="T4" fmla="*/ 125 w 59"/>
                <a:gd name="T5" fmla="*/ 282 h 96"/>
                <a:gd name="T6" fmla="*/ 105 w 59"/>
                <a:gd name="T7" fmla="*/ 402 h 96"/>
                <a:gd name="T8" fmla="*/ 208 w 59"/>
                <a:gd name="T9" fmla="*/ 499 h 96"/>
                <a:gd name="T10" fmla="*/ 229 w 59"/>
                <a:gd name="T11" fmla="*/ 377 h 96"/>
                <a:gd name="T12" fmla="*/ 183 w 59"/>
                <a:gd name="T13" fmla="*/ 200 h 96"/>
                <a:gd name="T14" fmla="*/ 125 w 59"/>
                <a:gd name="T15" fmla="*/ 78 h 96"/>
                <a:gd name="T16" fmla="*/ 8 w 59"/>
                <a:gd name="T17" fmla="*/ 66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96">
                  <a:moveTo>
                    <a:pt x="2" y="12"/>
                  </a:moveTo>
                  <a:cubicBezTo>
                    <a:pt x="0" y="21"/>
                    <a:pt x="0" y="33"/>
                    <a:pt x="9" y="40"/>
                  </a:cubicBezTo>
                  <a:cubicBezTo>
                    <a:pt x="14" y="44"/>
                    <a:pt x="26" y="45"/>
                    <a:pt x="27" y="51"/>
                  </a:cubicBezTo>
                  <a:cubicBezTo>
                    <a:pt x="28" y="55"/>
                    <a:pt x="24" y="63"/>
                    <a:pt x="23" y="72"/>
                  </a:cubicBezTo>
                  <a:cubicBezTo>
                    <a:pt x="22" y="85"/>
                    <a:pt x="30" y="96"/>
                    <a:pt x="45" y="90"/>
                  </a:cubicBezTo>
                  <a:cubicBezTo>
                    <a:pt x="59" y="85"/>
                    <a:pt x="54" y="77"/>
                    <a:pt x="50" y="68"/>
                  </a:cubicBezTo>
                  <a:cubicBezTo>
                    <a:pt x="44" y="56"/>
                    <a:pt x="41" y="48"/>
                    <a:pt x="40" y="36"/>
                  </a:cubicBezTo>
                  <a:cubicBezTo>
                    <a:pt x="38" y="26"/>
                    <a:pt x="36" y="20"/>
                    <a:pt x="27" y="14"/>
                  </a:cubicBezTo>
                  <a:cubicBezTo>
                    <a:pt x="21" y="10"/>
                    <a:pt x="4" y="0"/>
                    <a:pt x="2" y="12"/>
                  </a:cubicBezTo>
                  <a:close/>
                </a:path>
              </a:pathLst>
            </a:custGeom>
            <a:noFill/>
            <a:ln w="4763" cap="rnd">
              <a:solidFill>
                <a:srgbClr val="563C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9" name="Freeform 1588">
              <a:extLst>
                <a:ext uri="{FF2B5EF4-FFF2-40B4-BE49-F238E27FC236}">
                  <a16:creationId xmlns:a16="http://schemas.microsoft.com/office/drawing/2014/main" id="{4DCCEC8A-5495-4484-9E34-544FE0149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706"/>
              <a:ext cx="58" cy="139"/>
            </a:xfrm>
            <a:custGeom>
              <a:avLst/>
              <a:gdLst>
                <a:gd name="T0" fmla="*/ 33 w 35"/>
                <a:gd name="T1" fmla="*/ 16 h 78"/>
                <a:gd name="T2" fmla="*/ 13 w 35"/>
                <a:gd name="T3" fmla="*/ 137 h 78"/>
                <a:gd name="T4" fmla="*/ 28 w 35"/>
                <a:gd name="T5" fmla="*/ 203 h 78"/>
                <a:gd name="T6" fmla="*/ 8 w 35"/>
                <a:gd name="T7" fmla="*/ 299 h 78"/>
                <a:gd name="T8" fmla="*/ 41 w 35"/>
                <a:gd name="T9" fmla="*/ 390 h 78"/>
                <a:gd name="T10" fmla="*/ 85 w 35"/>
                <a:gd name="T11" fmla="*/ 442 h 78"/>
                <a:gd name="T12" fmla="*/ 138 w 35"/>
                <a:gd name="T13" fmla="*/ 289 h 78"/>
                <a:gd name="T14" fmla="*/ 76 w 35"/>
                <a:gd name="T15" fmla="*/ 196 h 78"/>
                <a:gd name="T16" fmla="*/ 91 w 35"/>
                <a:gd name="T17" fmla="*/ 73 h 78"/>
                <a:gd name="T18" fmla="*/ 33 w 35"/>
                <a:gd name="T19" fmla="*/ 16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78">
                  <a:moveTo>
                    <a:pt x="7" y="3"/>
                  </a:moveTo>
                  <a:cubicBezTo>
                    <a:pt x="0" y="5"/>
                    <a:pt x="1" y="15"/>
                    <a:pt x="3" y="24"/>
                  </a:cubicBezTo>
                  <a:cubicBezTo>
                    <a:pt x="4" y="29"/>
                    <a:pt x="6" y="34"/>
                    <a:pt x="6" y="36"/>
                  </a:cubicBezTo>
                  <a:cubicBezTo>
                    <a:pt x="6" y="40"/>
                    <a:pt x="2" y="46"/>
                    <a:pt x="2" y="53"/>
                  </a:cubicBezTo>
                  <a:cubicBezTo>
                    <a:pt x="2" y="60"/>
                    <a:pt x="5" y="64"/>
                    <a:pt x="9" y="69"/>
                  </a:cubicBezTo>
                  <a:cubicBezTo>
                    <a:pt x="12" y="72"/>
                    <a:pt x="13" y="78"/>
                    <a:pt x="19" y="78"/>
                  </a:cubicBezTo>
                  <a:cubicBezTo>
                    <a:pt x="32" y="78"/>
                    <a:pt x="35" y="63"/>
                    <a:pt x="30" y="51"/>
                  </a:cubicBezTo>
                  <a:cubicBezTo>
                    <a:pt x="27" y="43"/>
                    <a:pt x="18" y="39"/>
                    <a:pt x="17" y="35"/>
                  </a:cubicBezTo>
                  <a:cubicBezTo>
                    <a:pt x="16" y="28"/>
                    <a:pt x="20" y="19"/>
                    <a:pt x="20" y="13"/>
                  </a:cubicBezTo>
                  <a:cubicBezTo>
                    <a:pt x="19" y="7"/>
                    <a:pt x="17" y="0"/>
                    <a:pt x="7" y="3"/>
                  </a:cubicBezTo>
                  <a:close/>
                </a:path>
              </a:pathLst>
            </a:custGeom>
            <a:noFill/>
            <a:ln w="4763" cap="rnd">
              <a:solidFill>
                <a:srgbClr val="563C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0" name="Freeform 1589">
              <a:extLst>
                <a:ext uri="{FF2B5EF4-FFF2-40B4-BE49-F238E27FC236}">
                  <a16:creationId xmlns:a16="http://schemas.microsoft.com/office/drawing/2014/main" id="{2218A360-C8D0-42F3-88D4-E362806DE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3563"/>
              <a:ext cx="99" cy="89"/>
            </a:xfrm>
            <a:custGeom>
              <a:avLst/>
              <a:gdLst>
                <a:gd name="T0" fmla="*/ 169 w 59"/>
                <a:gd name="T1" fmla="*/ 123 h 50"/>
                <a:gd name="T2" fmla="*/ 146 w 59"/>
                <a:gd name="T3" fmla="*/ 50 h 50"/>
                <a:gd name="T4" fmla="*/ 82 w 59"/>
                <a:gd name="T5" fmla="*/ 50 h 50"/>
                <a:gd name="T6" fmla="*/ 22 w 59"/>
                <a:gd name="T7" fmla="*/ 12 h 50"/>
                <a:gd name="T8" fmla="*/ 49 w 59"/>
                <a:gd name="T9" fmla="*/ 101 h 50"/>
                <a:gd name="T10" fmla="*/ 70 w 59"/>
                <a:gd name="T11" fmla="*/ 187 h 50"/>
                <a:gd name="T12" fmla="*/ 82 w 59"/>
                <a:gd name="T13" fmla="*/ 281 h 50"/>
                <a:gd name="T14" fmla="*/ 279 w 59"/>
                <a:gd name="T15" fmla="*/ 281 h 50"/>
                <a:gd name="T16" fmla="*/ 169 w 59"/>
                <a:gd name="T17" fmla="*/ 123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50">
                  <a:moveTo>
                    <a:pt x="36" y="22"/>
                  </a:moveTo>
                  <a:cubicBezTo>
                    <a:pt x="35" y="17"/>
                    <a:pt x="37" y="11"/>
                    <a:pt x="31" y="9"/>
                  </a:cubicBezTo>
                  <a:cubicBezTo>
                    <a:pt x="26" y="7"/>
                    <a:pt x="22" y="10"/>
                    <a:pt x="17" y="9"/>
                  </a:cubicBezTo>
                  <a:cubicBezTo>
                    <a:pt x="13" y="8"/>
                    <a:pt x="9" y="4"/>
                    <a:pt x="5" y="2"/>
                  </a:cubicBezTo>
                  <a:cubicBezTo>
                    <a:pt x="0" y="0"/>
                    <a:pt x="5" y="10"/>
                    <a:pt x="10" y="18"/>
                  </a:cubicBezTo>
                  <a:cubicBezTo>
                    <a:pt x="13" y="23"/>
                    <a:pt x="15" y="27"/>
                    <a:pt x="15" y="33"/>
                  </a:cubicBezTo>
                  <a:cubicBezTo>
                    <a:pt x="15" y="37"/>
                    <a:pt x="15" y="44"/>
                    <a:pt x="17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1" y="40"/>
                    <a:pt x="40" y="32"/>
                    <a:pt x="36" y="2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1" name="Freeform 1590">
              <a:extLst>
                <a:ext uri="{FF2B5EF4-FFF2-40B4-BE49-F238E27FC236}">
                  <a16:creationId xmlns:a16="http://schemas.microsoft.com/office/drawing/2014/main" id="{857D09FC-C1A3-4F2E-949D-C08603D98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3565"/>
              <a:ext cx="94" cy="87"/>
            </a:xfrm>
            <a:custGeom>
              <a:avLst/>
              <a:gdLst>
                <a:gd name="T0" fmla="*/ 265 w 56"/>
                <a:gd name="T1" fmla="*/ 273 h 49"/>
                <a:gd name="T2" fmla="*/ 154 w 56"/>
                <a:gd name="T3" fmla="*/ 146 h 49"/>
                <a:gd name="T4" fmla="*/ 71 w 56"/>
                <a:gd name="T5" fmla="*/ 78 h 49"/>
                <a:gd name="T6" fmla="*/ 0 w 56"/>
                <a:gd name="T7" fmla="*/ 0 h 49"/>
                <a:gd name="T8" fmla="*/ 13 w 56"/>
                <a:gd name="T9" fmla="*/ 138 h 49"/>
                <a:gd name="T10" fmla="*/ 49 w 56"/>
                <a:gd name="T11" fmla="*/ 273 h 49"/>
                <a:gd name="T12" fmla="*/ 265 w 56"/>
                <a:gd name="T13" fmla="*/ 273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49">
                  <a:moveTo>
                    <a:pt x="56" y="49"/>
                  </a:moveTo>
                  <a:cubicBezTo>
                    <a:pt x="49" y="40"/>
                    <a:pt x="41" y="32"/>
                    <a:pt x="33" y="26"/>
                  </a:cubicBezTo>
                  <a:cubicBezTo>
                    <a:pt x="27" y="22"/>
                    <a:pt x="20" y="19"/>
                    <a:pt x="15" y="14"/>
                  </a:cubicBezTo>
                  <a:cubicBezTo>
                    <a:pt x="10" y="9"/>
                    <a:pt x="8" y="0"/>
                    <a:pt x="0" y="0"/>
                  </a:cubicBezTo>
                  <a:cubicBezTo>
                    <a:pt x="0" y="8"/>
                    <a:pt x="1" y="17"/>
                    <a:pt x="3" y="25"/>
                  </a:cubicBezTo>
                  <a:cubicBezTo>
                    <a:pt x="5" y="32"/>
                    <a:pt x="11" y="42"/>
                    <a:pt x="10" y="49"/>
                  </a:cubicBezTo>
                  <a:lnTo>
                    <a:pt x="56" y="49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2" name="Freeform 1591">
              <a:extLst>
                <a:ext uri="{FF2B5EF4-FFF2-40B4-BE49-F238E27FC236}">
                  <a16:creationId xmlns:a16="http://schemas.microsoft.com/office/drawing/2014/main" id="{8B5F585B-3E22-4B0A-AE7F-C0A3A188C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3341"/>
              <a:ext cx="19" cy="46"/>
            </a:xfrm>
            <a:custGeom>
              <a:avLst/>
              <a:gdLst>
                <a:gd name="T0" fmla="*/ 21 w 11"/>
                <a:gd name="T1" fmla="*/ 0 h 26"/>
                <a:gd name="T2" fmla="*/ 57 w 11"/>
                <a:gd name="T3" fmla="*/ 14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4" y="0"/>
                  </a:moveTo>
                  <a:cubicBezTo>
                    <a:pt x="1" y="8"/>
                    <a:pt x="0" y="23"/>
                    <a:pt x="11" y="26"/>
                  </a:cubicBezTo>
                </a:path>
              </a:pathLst>
            </a:custGeom>
            <a:noFill/>
            <a:ln w="7938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3" name="Freeform 1592">
              <a:extLst>
                <a:ext uri="{FF2B5EF4-FFF2-40B4-BE49-F238E27FC236}">
                  <a16:creationId xmlns:a16="http://schemas.microsoft.com/office/drawing/2014/main" id="{35657F81-06F5-46A6-84A1-B49DFE9C8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373"/>
              <a:ext cx="7" cy="25"/>
            </a:xfrm>
            <a:custGeom>
              <a:avLst/>
              <a:gdLst>
                <a:gd name="T0" fmla="*/ 21 w 4"/>
                <a:gd name="T1" fmla="*/ 0 h 14"/>
                <a:gd name="T2" fmla="*/ 21 w 4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0" y="5"/>
                    <a:pt x="0" y="10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4" name="Freeform 1593">
              <a:extLst>
                <a:ext uri="{FF2B5EF4-FFF2-40B4-BE49-F238E27FC236}">
                  <a16:creationId xmlns:a16="http://schemas.microsoft.com/office/drawing/2014/main" id="{A76396D5-1B87-4998-BAF5-BAFE305CF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183"/>
              <a:ext cx="18" cy="10"/>
            </a:xfrm>
            <a:custGeom>
              <a:avLst/>
              <a:gdLst>
                <a:gd name="T0" fmla="*/ 0 w 11"/>
                <a:gd name="T1" fmla="*/ 13 h 6"/>
                <a:gd name="T2" fmla="*/ 47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3"/>
                  </a:moveTo>
                  <a:cubicBezTo>
                    <a:pt x="5" y="6"/>
                    <a:pt x="8" y="4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5" name="Freeform 1594">
              <a:extLst>
                <a:ext uri="{FF2B5EF4-FFF2-40B4-BE49-F238E27FC236}">
                  <a16:creationId xmlns:a16="http://schemas.microsoft.com/office/drawing/2014/main" id="{132ABCDC-DE31-4F81-B242-4A6CDF94D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3188"/>
              <a:ext cx="7" cy="9"/>
            </a:xfrm>
            <a:custGeom>
              <a:avLst/>
              <a:gdLst>
                <a:gd name="T0" fmla="*/ 0 w 4"/>
                <a:gd name="T1" fmla="*/ 0 h 5"/>
                <a:gd name="T2" fmla="*/ 21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4" y="3"/>
                    <a:pt x="4" y="5"/>
                  </a:cubicBezTo>
                </a:path>
              </a:pathLst>
            </a:custGeom>
            <a:noFill/>
            <a:ln w="7938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6" name="Freeform 1595">
              <a:extLst>
                <a:ext uri="{FF2B5EF4-FFF2-40B4-BE49-F238E27FC236}">
                  <a16:creationId xmlns:a16="http://schemas.microsoft.com/office/drawing/2014/main" id="{0757FE7B-AEC8-44C0-AA71-E0B25FA96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546"/>
              <a:ext cx="8" cy="21"/>
            </a:xfrm>
            <a:custGeom>
              <a:avLst/>
              <a:gdLst>
                <a:gd name="T0" fmla="*/ 8 w 5"/>
                <a:gd name="T1" fmla="*/ 0 h 12"/>
                <a:gd name="T2" fmla="*/ 21 w 5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2" y="0"/>
                  </a:moveTo>
                  <a:cubicBezTo>
                    <a:pt x="0" y="5"/>
                    <a:pt x="1" y="9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7" name="Freeform 1596">
              <a:extLst>
                <a:ext uri="{FF2B5EF4-FFF2-40B4-BE49-F238E27FC236}">
                  <a16:creationId xmlns:a16="http://schemas.microsoft.com/office/drawing/2014/main" id="{74530E64-39AC-45EF-B9DD-0901A2B7D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035"/>
              <a:ext cx="17" cy="27"/>
            </a:xfrm>
            <a:custGeom>
              <a:avLst/>
              <a:gdLst>
                <a:gd name="T0" fmla="*/ 15 w 10"/>
                <a:gd name="T1" fmla="*/ 0 h 15"/>
                <a:gd name="T2" fmla="*/ 49 w 10"/>
                <a:gd name="T3" fmla="*/ 8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3" y="0"/>
                  </a:moveTo>
                  <a:cubicBezTo>
                    <a:pt x="0" y="7"/>
                    <a:pt x="2" y="14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8" name="Freeform 1597">
              <a:extLst>
                <a:ext uri="{FF2B5EF4-FFF2-40B4-BE49-F238E27FC236}">
                  <a16:creationId xmlns:a16="http://schemas.microsoft.com/office/drawing/2014/main" id="{D0935C12-B493-4E66-854B-47887550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049"/>
              <a:ext cx="10" cy="29"/>
            </a:xfrm>
            <a:custGeom>
              <a:avLst/>
              <a:gdLst>
                <a:gd name="T0" fmla="*/ 28 w 6"/>
                <a:gd name="T1" fmla="*/ 0 h 16"/>
                <a:gd name="T2" fmla="*/ 8 w 6"/>
                <a:gd name="T3" fmla="*/ 9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2" y="5"/>
                    <a:pt x="0" y="10"/>
                    <a:pt x="2" y="16"/>
                  </a:cubicBezTo>
                </a:path>
              </a:pathLst>
            </a:custGeom>
            <a:noFill/>
            <a:ln w="7938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9" name="Freeform 1598">
              <a:extLst>
                <a:ext uri="{FF2B5EF4-FFF2-40B4-BE49-F238E27FC236}">
                  <a16:creationId xmlns:a16="http://schemas.microsoft.com/office/drawing/2014/main" id="{F710759B-EBFD-4507-913E-FFDA43DFE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793"/>
              <a:ext cx="15" cy="11"/>
            </a:xfrm>
            <a:custGeom>
              <a:avLst/>
              <a:gdLst>
                <a:gd name="T0" fmla="*/ 0 w 9"/>
                <a:gd name="T1" fmla="*/ 37 h 6"/>
                <a:gd name="T2" fmla="*/ 4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6"/>
                    <a:pt x="8" y="4"/>
                    <a:pt x="9" y="0"/>
                  </a:cubicBezTo>
                </a:path>
              </a:pathLst>
            </a:custGeom>
            <a:noFill/>
            <a:ln w="7938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0" name="Freeform 1599">
              <a:extLst>
                <a:ext uri="{FF2B5EF4-FFF2-40B4-BE49-F238E27FC236}">
                  <a16:creationId xmlns:a16="http://schemas.microsoft.com/office/drawing/2014/main" id="{54AD8303-2B2F-4017-89E3-6F577ED1C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798"/>
              <a:ext cx="6" cy="15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3"/>
                    <a:pt x="2" y="6"/>
                    <a:pt x="4" y="8"/>
                  </a:cubicBezTo>
                </a:path>
              </a:pathLst>
            </a:custGeom>
            <a:noFill/>
            <a:ln w="7938" cap="rnd">
              <a:solidFill>
                <a:srgbClr val="BE831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1" name="Freeform 1600">
              <a:extLst>
                <a:ext uri="{FF2B5EF4-FFF2-40B4-BE49-F238E27FC236}">
                  <a16:creationId xmlns:a16="http://schemas.microsoft.com/office/drawing/2014/main" id="{A0C9E95A-BA78-4159-954C-0BACED4D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553"/>
              <a:ext cx="19" cy="3"/>
            </a:xfrm>
            <a:custGeom>
              <a:avLst/>
              <a:gdLst>
                <a:gd name="T0" fmla="*/ 0 w 11"/>
                <a:gd name="T1" fmla="*/ 8 h 2"/>
                <a:gd name="T2" fmla="*/ 57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1"/>
                    <a:pt x="7" y="0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2" name="Freeform 1601">
              <a:extLst>
                <a:ext uri="{FF2B5EF4-FFF2-40B4-BE49-F238E27FC236}">
                  <a16:creationId xmlns:a16="http://schemas.microsoft.com/office/drawing/2014/main" id="{3849603E-3FBC-4A0B-B77C-096A14F3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3350"/>
              <a:ext cx="15" cy="14"/>
            </a:xfrm>
            <a:custGeom>
              <a:avLst/>
              <a:gdLst>
                <a:gd name="T0" fmla="*/ 0 w 9"/>
                <a:gd name="T1" fmla="*/ 0 h 8"/>
                <a:gd name="T2" fmla="*/ 37 w 9"/>
                <a:gd name="T3" fmla="*/ 0 h 8"/>
                <a:gd name="T4" fmla="*/ 0 w 9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9" y="5"/>
                    <a:pt x="4" y="8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3" name="Freeform 1602">
              <a:extLst>
                <a:ext uri="{FF2B5EF4-FFF2-40B4-BE49-F238E27FC236}">
                  <a16:creationId xmlns:a16="http://schemas.microsoft.com/office/drawing/2014/main" id="{AF0344A8-776C-47A3-AA73-080E9C896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3044"/>
              <a:ext cx="18" cy="5"/>
            </a:xfrm>
            <a:custGeom>
              <a:avLst/>
              <a:gdLst>
                <a:gd name="T0" fmla="*/ 0 w 11"/>
                <a:gd name="T1" fmla="*/ 13 h 3"/>
                <a:gd name="T2" fmla="*/ 47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3"/>
                    <a:pt x="8" y="2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4" name="Freeform 1603">
              <a:extLst>
                <a:ext uri="{FF2B5EF4-FFF2-40B4-BE49-F238E27FC236}">
                  <a16:creationId xmlns:a16="http://schemas.microsoft.com/office/drawing/2014/main" id="{9676FDE7-9423-4266-B98A-135274946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3229"/>
              <a:ext cx="51" cy="51"/>
            </a:xfrm>
            <a:custGeom>
              <a:avLst/>
              <a:gdLst>
                <a:gd name="T0" fmla="*/ 54 w 31"/>
                <a:gd name="T1" fmla="*/ 93 h 29"/>
                <a:gd name="T2" fmla="*/ 84 w 31"/>
                <a:gd name="T3" fmla="*/ 130 h 29"/>
                <a:gd name="T4" fmla="*/ 63 w 31"/>
                <a:gd name="T5" fmla="*/ 86 h 29"/>
                <a:gd name="T6" fmla="*/ 63 w 31"/>
                <a:gd name="T7" fmla="*/ 81 h 29"/>
                <a:gd name="T8" fmla="*/ 81 w 31"/>
                <a:gd name="T9" fmla="*/ 12 h 29"/>
                <a:gd name="T10" fmla="*/ 71 w 31"/>
                <a:gd name="T11" fmla="*/ 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9">
                  <a:moveTo>
                    <a:pt x="12" y="17"/>
                  </a:moveTo>
                  <a:cubicBezTo>
                    <a:pt x="9" y="22"/>
                    <a:pt x="14" y="29"/>
                    <a:pt x="19" y="24"/>
                  </a:cubicBezTo>
                  <a:cubicBezTo>
                    <a:pt x="23" y="19"/>
                    <a:pt x="19" y="13"/>
                    <a:pt x="14" y="16"/>
                  </a:cubicBezTo>
                  <a:cubicBezTo>
                    <a:pt x="31" y="0"/>
                    <a:pt x="0" y="7"/>
                    <a:pt x="14" y="15"/>
                  </a:cubicBezTo>
                  <a:cubicBezTo>
                    <a:pt x="18" y="12"/>
                    <a:pt x="19" y="7"/>
                    <a:pt x="18" y="2"/>
                  </a:cubicBezTo>
                  <a:cubicBezTo>
                    <a:pt x="16" y="0"/>
                    <a:pt x="17" y="3"/>
                    <a:pt x="16" y="3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5" name="Freeform 1604">
              <a:extLst>
                <a:ext uri="{FF2B5EF4-FFF2-40B4-BE49-F238E27FC236}">
                  <a16:creationId xmlns:a16="http://schemas.microsoft.com/office/drawing/2014/main" id="{7A3CA660-D711-47BA-9B9F-C4FE55158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259"/>
              <a:ext cx="39" cy="32"/>
            </a:xfrm>
            <a:custGeom>
              <a:avLst/>
              <a:gdLst>
                <a:gd name="T0" fmla="*/ 29 w 23"/>
                <a:gd name="T1" fmla="*/ 7 h 18"/>
                <a:gd name="T2" fmla="*/ 41 w 23"/>
                <a:gd name="T3" fmla="*/ 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6" y="1"/>
                  </a:moveTo>
                  <a:cubicBezTo>
                    <a:pt x="0" y="18"/>
                    <a:pt x="23" y="0"/>
                    <a:pt x="8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6" name="Freeform 1605">
              <a:extLst>
                <a:ext uri="{FF2B5EF4-FFF2-40B4-BE49-F238E27FC236}">
                  <a16:creationId xmlns:a16="http://schemas.microsoft.com/office/drawing/2014/main" id="{2D5ABC82-354A-4160-BEE7-0D0043C98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3243"/>
              <a:ext cx="5" cy="13"/>
            </a:xfrm>
            <a:custGeom>
              <a:avLst/>
              <a:gdLst>
                <a:gd name="T0" fmla="*/ 0 w 3"/>
                <a:gd name="T1" fmla="*/ 20 h 7"/>
                <a:gd name="T2" fmla="*/ 5 w 3"/>
                <a:gd name="T3" fmla="*/ 45 h 7"/>
                <a:gd name="T4" fmla="*/ 8 w 3"/>
                <a:gd name="T5" fmla="*/ 0 h 7"/>
                <a:gd name="T6" fmla="*/ 0 w 3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3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3" y="4"/>
                    <a:pt x="3" y="4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7" name="Freeform 1606">
              <a:extLst>
                <a:ext uri="{FF2B5EF4-FFF2-40B4-BE49-F238E27FC236}">
                  <a16:creationId xmlns:a16="http://schemas.microsoft.com/office/drawing/2014/main" id="{CB5ABF4A-0EA7-435C-A0EE-3731CE631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3209"/>
              <a:ext cx="24" cy="23"/>
            </a:xfrm>
            <a:custGeom>
              <a:avLst/>
              <a:gdLst>
                <a:gd name="T0" fmla="*/ 26 w 14"/>
                <a:gd name="T1" fmla="*/ 12 h 13"/>
                <a:gd name="T2" fmla="*/ 21 w 14"/>
                <a:gd name="T3" fmla="*/ 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5" y="2"/>
                  </a:moveTo>
                  <a:cubicBezTo>
                    <a:pt x="0" y="13"/>
                    <a:pt x="14" y="0"/>
                    <a:pt x="4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8" name="Freeform 1607">
              <a:extLst>
                <a:ext uri="{FF2B5EF4-FFF2-40B4-BE49-F238E27FC236}">
                  <a16:creationId xmlns:a16="http://schemas.microsoft.com/office/drawing/2014/main" id="{67039699-87C4-474F-A4C0-4A0DA0B4D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3161"/>
              <a:ext cx="22" cy="20"/>
            </a:xfrm>
            <a:custGeom>
              <a:avLst/>
              <a:gdLst>
                <a:gd name="T0" fmla="*/ 20 w 13"/>
                <a:gd name="T1" fmla="*/ 13 h 11"/>
                <a:gd name="T2" fmla="*/ 29 w 13"/>
                <a:gd name="T3" fmla="*/ 60 h 11"/>
                <a:gd name="T4" fmla="*/ 29 w 13"/>
                <a:gd name="T5" fmla="*/ 0 h 11"/>
                <a:gd name="T6" fmla="*/ 24 w 13"/>
                <a:gd name="T7" fmla="*/ 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4" y="2"/>
                  </a:moveTo>
                  <a:cubicBezTo>
                    <a:pt x="0" y="4"/>
                    <a:pt x="1" y="11"/>
                    <a:pt x="6" y="10"/>
                  </a:cubicBezTo>
                  <a:cubicBezTo>
                    <a:pt x="13" y="8"/>
                    <a:pt x="10" y="1"/>
                    <a:pt x="6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9" name="Freeform 1608">
              <a:extLst>
                <a:ext uri="{FF2B5EF4-FFF2-40B4-BE49-F238E27FC236}">
                  <a16:creationId xmlns:a16="http://schemas.microsoft.com/office/drawing/2014/main" id="{9FF6FE5E-3747-4940-AB37-3064F4522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163"/>
              <a:ext cx="12" cy="13"/>
            </a:xfrm>
            <a:custGeom>
              <a:avLst/>
              <a:gdLst>
                <a:gd name="T0" fmla="*/ 0 w 7"/>
                <a:gd name="T1" fmla="*/ 20 h 7"/>
                <a:gd name="T2" fmla="*/ 5 w 7"/>
                <a:gd name="T3" fmla="*/ 45 h 7"/>
                <a:gd name="T4" fmla="*/ 36 w 7"/>
                <a:gd name="T5" fmla="*/ 13 h 7"/>
                <a:gd name="T6" fmla="*/ 5 w 7"/>
                <a:gd name="T7" fmla="*/ 2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5" y="7"/>
                    <a:pt x="6" y="6"/>
                    <a:pt x="7" y="2"/>
                  </a:cubicBezTo>
                  <a:cubicBezTo>
                    <a:pt x="4" y="0"/>
                    <a:pt x="3" y="1"/>
                    <a:pt x="1" y="3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0" name="Freeform 1609">
              <a:extLst>
                <a:ext uri="{FF2B5EF4-FFF2-40B4-BE49-F238E27FC236}">
                  <a16:creationId xmlns:a16="http://schemas.microsoft.com/office/drawing/2014/main" id="{F6930185-07CE-482D-B20B-B6EF2E4E0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195"/>
              <a:ext cx="12" cy="11"/>
            </a:xfrm>
            <a:custGeom>
              <a:avLst/>
              <a:gdLst>
                <a:gd name="T0" fmla="*/ 0 w 7"/>
                <a:gd name="T1" fmla="*/ 7 h 6"/>
                <a:gd name="T2" fmla="*/ 9 w 7"/>
                <a:gd name="T3" fmla="*/ 37 h 6"/>
                <a:gd name="T4" fmla="*/ 9 w 7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7" y="5"/>
                    <a:pt x="7" y="0"/>
                    <a:pt x="2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1" name="Freeform 1610">
              <a:extLst>
                <a:ext uri="{FF2B5EF4-FFF2-40B4-BE49-F238E27FC236}">
                  <a16:creationId xmlns:a16="http://schemas.microsoft.com/office/drawing/2014/main" id="{B36099E7-D9D6-4A2D-86ED-44FCF5A94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188"/>
              <a:ext cx="12" cy="12"/>
            </a:xfrm>
            <a:custGeom>
              <a:avLst/>
              <a:gdLst>
                <a:gd name="T0" fmla="*/ 9 w 7"/>
                <a:gd name="T1" fmla="*/ 5 h 7"/>
                <a:gd name="T2" fmla="*/ 15 w 7"/>
                <a:gd name="T3" fmla="*/ 36 h 7"/>
                <a:gd name="T4" fmla="*/ 21 w 7"/>
                <a:gd name="T5" fmla="*/ 0 h 7"/>
                <a:gd name="T6" fmla="*/ 9 w 7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1" y="4"/>
                    <a:pt x="0" y="5"/>
                    <a:pt x="3" y="7"/>
                  </a:cubicBezTo>
                  <a:cubicBezTo>
                    <a:pt x="7" y="5"/>
                    <a:pt x="6" y="4"/>
                    <a:pt x="4" y="0"/>
                  </a:cubicBezTo>
                  <a:cubicBezTo>
                    <a:pt x="2" y="0"/>
                    <a:pt x="3" y="1"/>
                    <a:pt x="2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2" name="Freeform 1611">
              <a:extLst>
                <a:ext uri="{FF2B5EF4-FFF2-40B4-BE49-F238E27FC236}">
                  <a16:creationId xmlns:a16="http://schemas.microsoft.com/office/drawing/2014/main" id="{84206E45-CDE0-4AD6-9310-3ECC952FA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204"/>
              <a:ext cx="20" cy="25"/>
            </a:xfrm>
            <a:custGeom>
              <a:avLst/>
              <a:gdLst>
                <a:gd name="T0" fmla="*/ 5 w 12"/>
                <a:gd name="T1" fmla="*/ 29 h 14"/>
                <a:gd name="T2" fmla="*/ 8 w 12"/>
                <a:gd name="T3" fmla="*/ 0 h 14"/>
                <a:gd name="T4" fmla="*/ 8 w 12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" y="5"/>
                  </a:moveTo>
                  <a:cubicBezTo>
                    <a:pt x="6" y="14"/>
                    <a:pt x="12" y="0"/>
                    <a:pt x="2" y="0"/>
                  </a:cubicBezTo>
                  <a:cubicBezTo>
                    <a:pt x="0" y="2"/>
                    <a:pt x="2" y="3"/>
                    <a:pt x="2" y="5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3" name="Freeform 1612">
              <a:extLst>
                <a:ext uri="{FF2B5EF4-FFF2-40B4-BE49-F238E27FC236}">
                  <a16:creationId xmlns:a16="http://schemas.microsoft.com/office/drawing/2014/main" id="{EC4C2F02-93BE-48C0-8E31-9D61FDC2B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224"/>
              <a:ext cx="12" cy="17"/>
            </a:xfrm>
            <a:custGeom>
              <a:avLst/>
              <a:gdLst>
                <a:gd name="T0" fmla="*/ 5 w 7"/>
                <a:gd name="T1" fmla="*/ 0 h 10"/>
                <a:gd name="T2" fmla="*/ 5 w 7"/>
                <a:gd name="T3" fmla="*/ 49 h 10"/>
                <a:gd name="T4" fmla="*/ 26 w 7"/>
                <a:gd name="T5" fmla="*/ 5 h 10"/>
                <a:gd name="T6" fmla="*/ 9 w 7"/>
                <a:gd name="T7" fmla="*/ 1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0" y="3"/>
                    <a:pt x="0" y="7"/>
                    <a:pt x="1" y="10"/>
                  </a:cubicBezTo>
                  <a:cubicBezTo>
                    <a:pt x="5" y="9"/>
                    <a:pt x="7" y="5"/>
                    <a:pt x="5" y="1"/>
                  </a:cubicBezTo>
                  <a:cubicBezTo>
                    <a:pt x="3" y="1"/>
                    <a:pt x="3" y="2"/>
                    <a:pt x="2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4" name="Freeform 1613">
              <a:extLst>
                <a:ext uri="{FF2B5EF4-FFF2-40B4-BE49-F238E27FC236}">
                  <a16:creationId xmlns:a16="http://schemas.microsoft.com/office/drawing/2014/main" id="{62ECF245-1605-42FF-8F98-2412E6D7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3163"/>
              <a:ext cx="15" cy="18"/>
            </a:xfrm>
            <a:custGeom>
              <a:avLst/>
              <a:gdLst>
                <a:gd name="T0" fmla="*/ 22 w 9"/>
                <a:gd name="T1" fmla="*/ 0 h 10"/>
                <a:gd name="T2" fmla="*/ 22 w 9"/>
                <a:gd name="T3" fmla="*/ 52 h 10"/>
                <a:gd name="T4" fmla="*/ 28 w 9"/>
                <a:gd name="T5" fmla="*/ 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1" y="1"/>
                    <a:pt x="0" y="10"/>
                    <a:pt x="5" y="9"/>
                  </a:cubicBezTo>
                  <a:cubicBezTo>
                    <a:pt x="9" y="8"/>
                    <a:pt x="9" y="4"/>
                    <a:pt x="6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5" name="Freeform 1614">
              <a:extLst>
                <a:ext uri="{FF2B5EF4-FFF2-40B4-BE49-F238E27FC236}">
                  <a16:creationId xmlns:a16="http://schemas.microsoft.com/office/drawing/2014/main" id="{A05FEF2D-FE3F-4ED0-BED0-7BCE5AE44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3179"/>
              <a:ext cx="17" cy="13"/>
            </a:xfrm>
            <a:custGeom>
              <a:avLst/>
              <a:gdLst>
                <a:gd name="T0" fmla="*/ 15 w 10"/>
                <a:gd name="T1" fmla="*/ 0 h 7"/>
                <a:gd name="T2" fmla="*/ 9 w 10"/>
                <a:gd name="T3" fmla="*/ 37 h 7"/>
                <a:gd name="T4" fmla="*/ 20 w 10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6" y="7"/>
                    <a:pt x="10" y="1"/>
                    <a:pt x="4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6" name="Freeform 1615">
              <a:extLst>
                <a:ext uri="{FF2B5EF4-FFF2-40B4-BE49-F238E27FC236}">
                  <a16:creationId xmlns:a16="http://schemas.microsoft.com/office/drawing/2014/main" id="{E1C9FB6D-27F7-4A8D-B81F-9F1E07FC5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341"/>
              <a:ext cx="34" cy="28"/>
            </a:xfrm>
            <a:custGeom>
              <a:avLst/>
              <a:gdLst>
                <a:gd name="T0" fmla="*/ 34 w 20"/>
                <a:gd name="T1" fmla="*/ 0 h 16"/>
                <a:gd name="T2" fmla="*/ 44 w 20"/>
                <a:gd name="T3" fmla="*/ 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7" y="0"/>
                  </a:moveTo>
                  <a:cubicBezTo>
                    <a:pt x="0" y="16"/>
                    <a:pt x="20" y="1"/>
                    <a:pt x="9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7" name="Freeform 1616">
              <a:extLst>
                <a:ext uri="{FF2B5EF4-FFF2-40B4-BE49-F238E27FC236}">
                  <a16:creationId xmlns:a16="http://schemas.microsoft.com/office/drawing/2014/main" id="{1E57067C-D9BD-442E-B2CF-3F869BF17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3327"/>
              <a:ext cx="26" cy="23"/>
            </a:xfrm>
            <a:custGeom>
              <a:avLst/>
              <a:gdLst>
                <a:gd name="T0" fmla="*/ 18 w 16"/>
                <a:gd name="T1" fmla="*/ 0 h 13"/>
                <a:gd name="T2" fmla="*/ 26 w 1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4" y="0"/>
                  </a:moveTo>
                  <a:cubicBezTo>
                    <a:pt x="0" y="13"/>
                    <a:pt x="16" y="1"/>
                    <a:pt x="6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8" name="Freeform 1617">
              <a:extLst>
                <a:ext uri="{FF2B5EF4-FFF2-40B4-BE49-F238E27FC236}">
                  <a16:creationId xmlns:a16="http://schemas.microsoft.com/office/drawing/2014/main" id="{D009DBF4-5909-4F51-A63A-F4F1336B1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3302"/>
              <a:ext cx="33" cy="25"/>
            </a:xfrm>
            <a:custGeom>
              <a:avLst/>
              <a:gdLst>
                <a:gd name="T0" fmla="*/ 33 w 20"/>
                <a:gd name="T1" fmla="*/ 0 h 14"/>
                <a:gd name="T2" fmla="*/ 33 w 20"/>
                <a:gd name="T3" fmla="*/ 0 h 14"/>
                <a:gd name="T4" fmla="*/ 28 w 20"/>
                <a:gd name="T5" fmla="*/ 1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7" y="0"/>
                  </a:moveTo>
                  <a:cubicBezTo>
                    <a:pt x="0" y="14"/>
                    <a:pt x="20" y="2"/>
                    <a:pt x="7" y="0"/>
                  </a:cubicBezTo>
                  <a:cubicBezTo>
                    <a:pt x="6" y="1"/>
                    <a:pt x="6" y="2"/>
                    <a:pt x="6" y="3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9" name="Freeform 1618">
              <a:extLst>
                <a:ext uri="{FF2B5EF4-FFF2-40B4-BE49-F238E27FC236}">
                  <a16:creationId xmlns:a16="http://schemas.microsoft.com/office/drawing/2014/main" id="{B819A548-B26D-4EA9-AEB8-FDB0CCF59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3384"/>
              <a:ext cx="12" cy="14"/>
            </a:xfrm>
            <a:custGeom>
              <a:avLst/>
              <a:gdLst>
                <a:gd name="T0" fmla="*/ 0 w 7"/>
                <a:gd name="T1" fmla="*/ 21 h 8"/>
                <a:gd name="T2" fmla="*/ 26 w 7"/>
                <a:gd name="T3" fmla="*/ 37 h 8"/>
                <a:gd name="T4" fmla="*/ 9 w 7"/>
                <a:gd name="T5" fmla="*/ 0 h 8"/>
                <a:gd name="T6" fmla="*/ 9 w 7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7"/>
                    <a:pt x="3" y="8"/>
                    <a:pt x="5" y="7"/>
                  </a:cubicBezTo>
                  <a:cubicBezTo>
                    <a:pt x="7" y="4"/>
                    <a:pt x="5" y="0"/>
                    <a:pt x="2" y="0"/>
                  </a:cubicBezTo>
                  <a:cubicBezTo>
                    <a:pt x="1" y="2"/>
                    <a:pt x="1" y="3"/>
                    <a:pt x="2" y="4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0" name="Freeform 1619">
              <a:extLst>
                <a:ext uri="{FF2B5EF4-FFF2-40B4-BE49-F238E27FC236}">
                  <a16:creationId xmlns:a16="http://schemas.microsoft.com/office/drawing/2014/main" id="{3988A1F0-EE22-4C7E-919E-6BD6D25AD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3348"/>
              <a:ext cx="10" cy="18"/>
            </a:xfrm>
            <a:custGeom>
              <a:avLst/>
              <a:gdLst>
                <a:gd name="T0" fmla="*/ 5 w 6"/>
                <a:gd name="T1" fmla="*/ 16 h 10"/>
                <a:gd name="T2" fmla="*/ 20 w 6"/>
                <a:gd name="T3" fmla="*/ 58 h 10"/>
                <a:gd name="T4" fmla="*/ 20 w 6"/>
                <a:gd name="T5" fmla="*/ 0 h 10"/>
                <a:gd name="T6" fmla="*/ 5 w 6"/>
                <a:gd name="T7" fmla="*/ 2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1" y="3"/>
                  </a:moveTo>
                  <a:cubicBezTo>
                    <a:pt x="0" y="6"/>
                    <a:pt x="0" y="9"/>
                    <a:pt x="4" y="10"/>
                  </a:cubicBezTo>
                  <a:cubicBezTo>
                    <a:pt x="6" y="7"/>
                    <a:pt x="6" y="3"/>
                    <a:pt x="4" y="0"/>
                  </a:cubicBezTo>
                  <a:cubicBezTo>
                    <a:pt x="2" y="1"/>
                    <a:pt x="1" y="2"/>
                    <a:pt x="1" y="4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1" name="Freeform 1620">
              <a:extLst>
                <a:ext uri="{FF2B5EF4-FFF2-40B4-BE49-F238E27FC236}">
                  <a16:creationId xmlns:a16="http://schemas.microsoft.com/office/drawing/2014/main" id="{76365BB1-B759-4E32-83A2-16E010601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3387"/>
              <a:ext cx="17" cy="16"/>
            </a:xfrm>
            <a:custGeom>
              <a:avLst/>
              <a:gdLst>
                <a:gd name="T0" fmla="*/ 20 w 10"/>
                <a:gd name="T1" fmla="*/ 0 h 9"/>
                <a:gd name="T2" fmla="*/ 29 w 10"/>
                <a:gd name="T3" fmla="*/ 37 h 9"/>
                <a:gd name="T4" fmla="*/ 26 w 10"/>
                <a:gd name="T5" fmla="*/ 0 h 9"/>
                <a:gd name="T6" fmla="*/ 26 w 10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2"/>
                    <a:pt x="2" y="9"/>
                    <a:pt x="6" y="7"/>
                  </a:cubicBezTo>
                  <a:cubicBezTo>
                    <a:pt x="10" y="6"/>
                    <a:pt x="9" y="0"/>
                    <a:pt x="5" y="0"/>
                  </a:cubicBezTo>
                  <a:cubicBezTo>
                    <a:pt x="5" y="1"/>
                    <a:pt x="5" y="2"/>
                    <a:pt x="5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2" name="Freeform 1621">
              <a:extLst>
                <a:ext uri="{FF2B5EF4-FFF2-40B4-BE49-F238E27FC236}">
                  <a16:creationId xmlns:a16="http://schemas.microsoft.com/office/drawing/2014/main" id="{C6EAB04C-802E-4824-9D64-7BFE1C33C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398"/>
              <a:ext cx="15" cy="16"/>
            </a:xfrm>
            <a:custGeom>
              <a:avLst/>
              <a:gdLst>
                <a:gd name="T0" fmla="*/ 0 w 9"/>
                <a:gd name="T1" fmla="*/ 12 h 9"/>
                <a:gd name="T2" fmla="*/ 20 w 9"/>
                <a:gd name="T3" fmla="*/ 0 h 9"/>
                <a:gd name="T4" fmla="*/ 13 w 9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2"/>
                  </a:moveTo>
                  <a:cubicBezTo>
                    <a:pt x="1" y="9"/>
                    <a:pt x="9" y="3"/>
                    <a:pt x="4" y="0"/>
                  </a:cubicBezTo>
                  <a:cubicBezTo>
                    <a:pt x="3" y="0"/>
                    <a:pt x="3" y="0"/>
                    <a:pt x="3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3" name="Freeform 1622">
              <a:extLst>
                <a:ext uri="{FF2B5EF4-FFF2-40B4-BE49-F238E27FC236}">
                  <a16:creationId xmlns:a16="http://schemas.microsoft.com/office/drawing/2014/main" id="{CEA9874A-F6CE-4767-9198-327CDDA79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476"/>
              <a:ext cx="13" cy="16"/>
            </a:xfrm>
            <a:custGeom>
              <a:avLst/>
              <a:gdLst>
                <a:gd name="T0" fmla="*/ 0 w 8"/>
                <a:gd name="T1" fmla="*/ 12 h 9"/>
                <a:gd name="T2" fmla="*/ 18 w 8"/>
                <a:gd name="T3" fmla="*/ 50 h 9"/>
                <a:gd name="T4" fmla="*/ 18 w 8"/>
                <a:gd name="T5" fmla="*/ 0 h 9"/>
                <a:gd name="T6" fmla="*/ 8 w 8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1" y="5"/>
                    <a:pt x="2" y="8"/>
                    <a:pt x="4" y="9"/>
                  </a:cubicBezTo>
                  <a:cubicBezTo>
                    <a:pt x="8" y="7"/>
                    <a:pt x="8" y="1"/>
                    <a:pt x="4" y="0"/>
                  </a:cubicBezTo>
                  <a:cubicBezTo>
                    <a:pt x="3" y="1"/>
                    <a:pt x="2" y="2"/>
                    <a:pt x="2" y="4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4" name="Freeform 1623">
              <a:extLst>
                <a:ext uri="{FF2B5EF4-FFF2-40B4-BE49-F238E27FC236}">
                  <a16:creationId xmlns:a16="http://schemas.microsoft.com/office/drawing/2014/main" id="{C0DFB2B5-2525-4FEF-871F-4ED5F511C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494"/>
              <a:ext cx="15" cy="21"/>
            </a:xfrm>
            <a:custGeom>
              <a:avLst/>
              <a:gdLst>
                <a:gd name="T0" fmla="*/ 13 w 9"/>
                <a:gd name="T1" fmla="*/ 21 h 12"/>
                <a:gd name="T2" fmla="*/ 20 w 9"/>
                <a:gd name="T3" fmla="*/ 65 h 12"/>
                <a:gd name="T4" fmla="*/ 28 w 9"/>
                <a:gd name="T5" fmla="*/ 0 h 12"/>
                <a:gd name="T6" fmla="*/ 20 w 9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3" y="4"/>
                  </a:moveTo>
                  <a:cubicBezTo>
                    <a:pt x="0" y="6"/>
                    <a:pt x="1" y="10"/>
                    <a:pt x="4" y="12"/>
                  </a:cubicBezTo>
                  <a:cubicBezTo>
                    <a:pt x="8" y="9"/>
                    <a:pt x="9" y="3"/>
                    <a:pt x="6" y="0"/>
                  </a:cubicBezTo>
                  <a:cubicBezTo>
                    <a:pt x="4" y="1"/>
                    <a:pt x="4" y="2"/>
                    <a:pt x="4" y="4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5" name="Freeform 1624">
              <a:extLst>
                <a:ext uri="{FF2B5EF4-FFF2-40B4-BE49-F238E27FC236}">
                  <a16:creationId xmlns:a16="http://schemas.microsoft.com/office/drawing/2014/main" id="{43428EF4-D5BE-42D1-ACCB-9023385B0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519"/>
              <a:ext cx="12" cy="16"/>
            </a:xfrm>
            <a:custGeom>
              <a:avLst/>
              <a:gdLst>
                <a:gd name="T0" fmla="*/ 0 w 7"/>
                <a:gd name="T1" fmla="*/ 21 h 9"/>
                <a:gd name="T2" fmla="*/ 21 w 7"/>
                <a:gd name="T3" fmla="*/ 50 h 9"/>
                <a:gd name="T4" fmla="*/ 15 w 7"/>
                <a:gd name="T5" fmla="*/ 0 h 9"/>
                <a:gd name="T6" fmla="*/ 9 w 7"/>
                <a:gd name="T7" fmla="*/ 2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0" y="7"/>
                    <a:pt x="1" y="9"/>
                    <a:pt x="4" y="9"/>
                  </a:cubicBezTo>
                  <a:cubicBezTo>
                    <a:pt x="7" y="6"/>
                    <a:pt x="6" y="1"/>
                    <a:pt x="3" y="0"/>
                  </a:cubicBezTo>
                  <a:cubicBezTo>
                    <a:pt x="1" y="1"/>
                    <a:pt x="1" y="3"/>
                    <a:pt x="2" y="5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6" name="Freeform 1625">
              <a:extLst>
                <a:ext uri="{FF2B5EF4-FFF2-40B4-BE49-F238E27FC236}">
                  <a16:creationId xmlns:a16="http://schemas.microsoft.com/office/drawing/2014/main" id="{37B98095-156F-4D3C-974E-2176F41E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588"/>
              <a:ext cx="9" cy="11"/>
            </a:xfrm>
            <a:custGeom>
              <a:avLst/>
              <a:gdLst>
                <a:gd name="T0" fmla="*/ 0 w 5"/>
                <a:gd name="T1" fmla="*/ 13 h 6"/>
                <a:gd name="T2" fmla="*/ 13 w 5"/>
                <a:gd name="T3" fmla="*/ 37 h 6"/>
                <a:gd name="T4" fmla="*/ 13 w 5"/>
                <a:gd name="T5" fmla="*/ 0 h 6"/>
                <a:gd name="T6" fmla="*/ 7 w 5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4"/>
                    <a:pt x="1" y="5"/>
                    <a:pt x="2" y="6"/>
                  </a:cubicBezTo>
                  <a:cubicBezTo>
                    <a:pt x="5" y="4"/>
                    <a:pt x="5" y="2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7" name="Freeform 1626">
              <a:extLst>
                <a:ext uri="{FF2B5EF4-FFF2-40B4-BE49-F238E27FC236}">
                  <a16:creationId xmlns:a16="http://schemas.microsoft.com/office/drawing/2014/main" id="{FEA5840F-E6A7-4863-928A-186F4FEC4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592"/>
              <a:ext cx="17" cy="32"/>
            </a:xfrm>
            <a:custGeom>
              <a:avLst/>
              <a:gdLst>
                <a:gd name="T0" fmla="*/ 0 w 10"/>
                <a:gd name="T1" fmla="*/ 36 h 18"/>
                <a:gd name="T2" fmla="*/ 44 w 10"/>
                <a:gd name="T3" fmla="*/ 50 h 18"/>
                <a:gd name="T4" fmla="*/ 9 w 10"/>
                <a:gd name="T5" fmla="*/ 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2" y="10"/>
                    <a:pt x="6" y="18"/>
                    <a:pt x="9" y="9"/>
                  </a:cubicBezTo>
                  <a:cubicBezTo>
                    <a:pt x="10" y="4"/>
                    <a:pt x="5" y="0"/>
                    <a:pt x="2" y="6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8" name="Freeform 1627">
              <a:extLst>
                <a:ext uri="{FF2B5EF4-FFF2-40B4-BE49-F238E27FC236}">
                  <a16:creationId xmlns:a16="http://schemas.microsoft.com/office/drawing/2014/main" id="{EC602C67-FB6C-40E7-935E-2B839594C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610"/>
              <a:ext cx="45" cy="37"/>
            </a:xfrm>
            <a:custGeom>
              <a:avLst/>
              <a:gdLst>
                <a:gd name="T0" fmla="*/ 28 w 27"/>
                <a:gd name="T1" fmla="*/ 21 h 21"/>
                <a:gd name="T2" fmla="*/ 5 w 27"/>
                <a:gd name="T3" fmla="*/ 93 h 21"/>
                <a:gd name="T4" fmla="*/ 33 w 27"/>
                <a:gd name="T5" fmla="*/ 99 h 21"/>
                <a:gd name="T6" fmla="*/ 75 w 27"/>
                <a:gd name="T7" fmla="*/ 99 h 21"/>
                <a:gd name="T8" fmla="*/ 55 w 27"/>
                <a:gd name="T9" fmla="*/ 37 h 21"/>
                <a:gd name="T10" fmla="*/ 20 w 27"/>
                <a:gd name="T11" fmla="*/ 3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1">
                  <a:moveTo>
                    <a:pt x="6" y="4"/>
                  </a:moveTo>
                  <a:cubicBezTo>
                    <a:pt x="0" y="5"/>
                    <a:pt x="0" y="12"/>
                    <a:pt x="1" y="17"/>
                  </a:cubicBezTo>
                  <a:cubicBezTo>
                    <a:pt x="4" y="21"/>
                    <a:pt x="4" y="18"/>
                    <a:pt x="7" y="18"/>
                  </a:cubicBezTo>
                  <a:cubicBezTo>
                    <a:pt x="9" y="18"/>
                    <a:pt x="14" y="18"/>
                    <a:pt x="16" y="18"/>
                  </a:cubicBezTo>
                  <a:cubicBezTo>
                    <a:pt x="27" y="17"/>
                    <a:pt x="20" y="5"/>
                    <a:pt x="12" y="7"/>
                  </a:cubicBezTo>
                  <a:cubicBezTo>
                    <a:pt x="12" y="0"/>
                    <a:pt x="6" y="1"/>
                    <a:pt x="4" y="7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9" name="Freeform 1628">
              <a:extLst>
                <a:ext uri="{FF2B5EF4-FFF2-40B4-BE49-F238E27FC236}">
                  <a16:creationId xmlns:a16="http://schemas.microsoft.com/office/drawing/2014/main" id="{5CA356CD-B9B5-40A6-AC4B-471838610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3601"/>
              <a:ext cx="65" cy="44"/>
            </a:xfrm>
            <a:custGeom>
              <a:avLst/>
              <a:gdLst>
                <a:gd name="T0" fmla="*/ 22 w 39"/>
                <a:gd name="T1" fmla="*/ 0 h 25"/>
                <a:gd name="T2" fmla="*/ 47 w 39"/>
                <a:gd name="T3" fmla="*/ 56 h 25"/>
                <a:gd name="T4" fmla="*/ 50 w 39"/>
                <a:gd name="T5" fmla="*/ 130 h 25"/>
                <a:gd name="T6" fmla="*/ 83 w 39"/>
                <a:gd name="T7" fmla="*/ 121 h 25"/>
                <a:gd name="T8" fmla="*/ 117 w 39"/>
                <a:gd name="T9" fmla="*/ 130 h 25"/>
                <a:gd name="T10" fmla="*/ 37 w 39"/>
                <a:gd name="T11" fmla="*/ 2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5" y="0"/>
                  </a:moveTo>
                  <a:cubicBezTo>
                    <a:pt x="0" y="5"/>
                    <a:pt x="3" y="15"/>
                    <a:pt x="10" y="10"/>
                  </a:cubicBezTo>
                  <a:cubicBezTo>
                    <a:pt x="13" y="14"/>
                    <a:pt x="4" y="22"/>
                    <a:pt x="11" y="24"/>
                  </a:cubicBezTo>
                  <a:cubicBezTo>
                    <a:pt x="13" y="25"/>
                    <a:pt x="15" y="22"/>
                    <a:pt x="18" y="22"/>
                  </a:cubicBezTo>
                  <a:cubicBezTo>
                    <a:pt x="20" y="21"/>
                    <a:pt x="23" y="24"/>
                    <a:pt x="25" y="24"/>
                  </a:cubicBezTo>
                  <a:cubicBezTo>
                    <a:pt x="39" y="19"/>
                    <a:pt x="10" y="7"/>
                    <a:pt x="8" y="5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0" name="Freeform 1629">
              <a:extLst>
                <a:ext uri="{FF2B5EF4-FFF2-40B4-BE49-F238E27FC236}">
                  <a16:creationId xmlns:a16="http://schemas.microsoft.com/office/drawing/2014/main" id="{D513C155-DB3D-4045-B246-65EA93EF2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976"/>
              <a:ext cx="37" cy="63"/>
            </a:xfrm>
            <a:custGeom>
              <a:avLst/>
              <a:gdLst>
                <a:gd name="T0" fmla="*/ 37 w 22"/>
                <a:gd name="T1" fmla="*/ 13 h 35"/>
                <a:gd name="T2" fmla="*/ 22 w 22"/>
                <a:gd name="T3" fmla="*/ 7 h 35"/>
                <a:gd name="T4" fmla="*/ 37 w 22"/>
                <a:gd name="T5" fmla="*/ 81 h 35"/>
                <a:gd name="T6" fmla="*/ 37 w 22"/>
                <a:gd name="T7" fmla="*/ 133 h 35"/>
                <a:gd name="T8" fmla="*/ 62 w 22"/>
                <a:gd name="T9" fmla="*/ 133 h 35"/>
                <a:gd name="T10" fmla="*/ 67 w 22"/>
                <a:gd name="T11" fmla="*/ 169 h 35"/>
                <a:gd name="T12" fmla="*/ 82 w 22"/>
                <a:gd name="T13" fmla="*/ 203 h 35"/>
                <a:gd name="T14" fmla="*/ 62 w 22"/>
                <a:gd name="T15" fmla="*/ 104 h 35"/>
                <a:gd name="T16" fmla="*/ 42 w 22"/>
                <a:gd name="T17" fmla="*/ 1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5">
                  <a:moveTo>
                    <a:pt x="8" y="2"/>
                  </a:moveTo>
                  <a:cubicBezTo>
                    <a:pt x="7" y="1"/>
                    <a:pt x="6" y="0"/>
                    <a:pt x="5" y="1"/>
                  </a:cubicBezTo>
                  <a:cubicBezTo>
                    <a:pt x="0" y="6"/>
                    <a:pt x="8" y="9"/>
                    <a:pt x="8" y="14"/>
                  </a:cubicBezTo>
                  <a:cubicBezTo>
                    <a:pt x="8" y="20"/>
                    <a:pt x="4" y="18"/>
                    <a:pt x="8" y="23"/>
                  </a:cubicBezTo>
                  <a:cubicBezTo>
                    <a:pt x="8" y="23"/>
                    <a:pt x="11" y="21"/>
                    <a:pt x="13" y="23"/>
                  </a:cubicBezTo>
                  <a:cubicBezTo>
                    <a:pt x="14" y="25"/>
                    <a:pt x="13" y="27"/>
                    <a:pt x="14" y="29"/>
                  </a:cubicBezTo>
                  <a:cubicBezTo>
                    <a:pt x="15" y="31"/>
                    <a:pt x="13" y="34"/>
                    <a:pt x="17" y="35"/>
                  </a:cubicBezTo>
                  <a:cubicBezTo>
                    <a:pt x="22" y="28"/>
                    <a:pt x="15" y="24"/>
                    <a:pt x="13" y="18"/>
                  </a:cubicBezTo>
                  <a:cubicBezTo>
                    <a:pt x="12" y="13"/>
                    <a:pt x="15" y="6"/>
                    <a:pt x="9" y="3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1" name="Freeform 1630">
              <a:extLst>
                <a:ext uri="{FF2B5EF4-FFF2-40B4-BE49-F238E27FC236}">
                  <a16:creationId xmlns:a16="http://schemas.microsoft.com/office/drawing/2014/main" id="{076A372E-4FDB-426E-B727-699D066F1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3063"/>
              <a:ext cx="32" cy="36"/>
            </a:xfrm>
            <a:custGeom>
              <a:avLst/>
              <a:gdLst>
                <a:gd name="T0" fmla="*/ 22 w 19"/>
                <a:gd name="T1" fmla="*/ 0 h 20"/>
                <a:gd name="T2" fmla="*/ 22 w 19"/>
                <a:gd name="T3" fmla="*/ 41 h 20"/>
                <a:gd name="T4" fmla="*/ 42 w 19"/>
                <a:gd name="T5" fmla="*/ 45 h 20"/>
                <a:gd name="T6" fmla="*/ 49 w 19"/>
                <a:gd name="T7" fmla="*/ 81 h 20"/>
                <a:gd name="T8" fmla="*/ 42 w 19"/>
                <a:gd name="T9" fmla="*/ 16 h 20"/>
                <a:gd name="T10" fmla="*/ 42 w 1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5" y="0"/>
                  </a:moveTo>
                  <a:cubicBezTo>
                    <a:pt x="0" y="3"/>
                    <a:pt x="4" y="4"/>
                    <a:pt x="5" y="7"/>
                  </a:cubicBezTo>
                  <a:cubicBezTo>
                    <a:pt x="5" y="7"/>
                    <a:pt x="8" y="8"/>
                    <a:pt x="9" y="8"/>
                  </a:cubicBezTo>
                  <a:cubicBezTo>
                    <a:pt x="10" y="10"/>
                    <a:pt x="8" y="12"/>
                    <a:pt x="10" y="14"/>
                  </a:cubicBezTo>
                  <a:cubicBezTo>
                    <a:pt x="18" y="20"/>
                    <a:pt x="19" y="4"/>
                    <a:pt x="9" y="3"/>
                  </a:cubicBezTo>
                  <a:cubicBezTo>
                    <a:pt x="9" y="2"/>
                    <a:pt x="9" y="1"/>
                    <a:pt x="9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2" name="Freeform 1631">
              <a:extLst>
                <a:ext uri="{FF2B5EF4-FFF2-40B4-BE49-F238E27FC236}">
                  <a16:creationId xmlns:a16="http://schemas.microsoft.com/office/drawing/2014/main" id="{05A00126-C35B-40A7-9CFA-D332B5F54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718"/>
              <a:ext cx="18" cy="29"/>
            </a:xfrm>
            <a:custGeom>
              <a:avLst/>
              <a:gdLst>
                <a:gd name="T0" fmla="*/ 26 w 11"/>
                <a:gd name="T1" fmla="*/ 0 h 16"/>
                <a:gd name="T2" fmla="*/ 26 w 11"/>
                <a:gd name="T3" fmla="*/ 60 h 16"/>
                <a:gd name="T4" fmla="*/ 21 w 11"/>
                <a:gd name="T5" fmla="*/ 96 h 16"/>
                <a:gd name="T6" fmla="*/ 26 w 11"/>
                <a:gd name="T7" fmla="*/ 1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6" y="0"/>
                  </a:moveTo>
                  <a:cubicBezTo>
                    <a:pt x="3" y="3"/>
                    <a:pt x="0" y="8"/>
                    <a:pt x="6" y="10"/>
                  </a:cubicBezTo>
                  <a:cubicBezTo>
                    <a:pt x="5" y="12"/>
                    <a:pt x="5" y="14"/>
                    <a:pt x="5" y="16"/>
                  </a:cubicBezTo>
                  <a:cubicBezTo>
                    <a:pt x="10" y="14"/>
                    <a:pt x="11" y="5"/>
                    <a:pt x="6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3" name="Freeform 1632">
              <a:extLst>
                <a:ext uri="{FF2B5EF4-FFF2-40B4-BE49-F238E27FC236}">
                  <a16:creationId xmlns:a16="http://schemas.microsoft.com/office/drawing/2014/main" id="{C94A70EA-3B12-4E1B-883B-351630684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809"/>
              <a:ext cx="20" cy="21"/>
            </a:xfrm>
            <a:custGeom>
              <a:avLst/>
              <a:gdLst>
                <a:gd name="T0" fmla="*/ 20 w 12"/>
                <a:gd name="T1" fmla="*/ 21 h 12"/>
                <a:gd name="T2" fmla="*/ 5 w 12"/>
                <a:gd name="T3" fmla="*/ 21 h 12"/>
                <a:gd name="T4" fmla="*/ 47 w 12"/>
                <a:gd name="T5" fmla="*/ 65 h 12"/>
                <a:gd name="T6" fmla="*/ 20 w 12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4" y="4"/>
                  </a:moveTo>
                  <a:cubicBezTo>
                    <a:pt x="3" y="3"/>
                    <a:pt x="2" y="3"/>
                    <a:pt x="1" y="4"/>
                  </a:cubicBezTo>
                  <a:cubicBezTo>
                    <a:pt x="0" y="10"/>
                    <a:pt x="8" y="8"/>
                    <a:pt x="10" y="12"/>
                  </a:cubicBezTo>
                  <a:cubicBezTo>
                    <a:pt x="12" y="8"/>
                    <a:pt x="9" y="0"/>
                    <a:pt x="4" y="3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4" name="Freeform 1633">
              <a:extLst>
                <a:ext uri="{FF2B5EF4-FFF2-40B4-BE49-F238E27FC236}">
                  <a16:creationId xmlns:a16="http://schemas.microsoft.com/office/drawing/2014/main" id="{D055C835-277C-48BE-8047-E4C0B5AAC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765"/>
              <a:ext cx="16" cy="24"/>
            </a:xfrm>
            <a:custGeom>
              <a:avLst/>
              <a:gdLst>
                <a:gd name="T0" fmla="*/ 21 w 10"/>
                <a:gd name="T1" fmla="*/ 0 h 14"/>
                <a:gd name="T2" fmla="*/ 16 w 10"/>
                <a:gd name="T3" fmla="*/ 70 h 14"/>
                <a:gd name="T4" fmla="*/ 29 w 10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4" y="2"/>
                    <a:pt x="0" y="14"/>
                    <a:pt x="4" y="14"/>
                  </a:cubicBezTo>
                  <a:cubicBezTo>
                    <a:pt x="10" y="14"/>
                    <a:pt x="9" y="8"/>
                    <a:pt x="7" y="6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5" name="Freeform 1634">
              <a:extLst>
                <a:ext uri="{FF2B5EF4-FFF2-40B4-BE49-F238E27FC236}">
                  <a16:creationId xmlns:a16="http://schemas.microsoft.com/office/drawing/2014/main" id="{54511FCF-6E9A-4502-B3F1-3F230D9DA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987"/>
              <a:ext cx="17" cy="16"/>
            </a:xfrm>
            <a:custGeom>
              <a:avLst/>
              <a:gdLst>
                <a:gd name="T0" fmla="*/ 20 w 10"/>
                <a:gd name="T1" fmla="*/ 0 h 9"/>
                <a:gd name="T2" fmla="*/ 26 w 10"/>
                <a:gd name="T3" fmla="*/ 50 h 9"/>
                <a:gd name="T4" fmla="*/ 26 w 10"/>
                <a:gd name="T5" fmla="*/ 7 h 9"/>
                <a:gd name="T6" fmla="*/ 26 w 10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3"/>
                    <a:pt x="1" y="7"/>
                    <a:pt x="5" y="9"/>
                  </a:cubicBezTo>
                  <a:cubicBezTo>
                    <a:pt x="8" y="7"/>
                    <a:pt x="10" y="3"/>
                    <a:pt x="5" y="1"/>
                  </a:cubicBezTo>
                  <a:cubicBezTo>
                    <a:pt x="4" y="1"/>
                    <a:pt x="5" y="1"/>
                    <a:pt x="5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6" name="Freeform 1635">
              <a:extLst>
                <a:ext uri="{FF2B5EF4-FFF2-40B4-BE49-F238E27FC236}">
                  <a16:creationId xmlns:a16="http://schemas.microsoft.com/office/drawing/2014/main" id="{3851EFD8-C9BB-4DFD-A942-842B4D4AC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063"/>
              <a:ext cx="11" cy="15"/>
            </a:xfrm>
            <a:custGeom>
              <a:avLst/>
              <a:gdLst>
                <a:gd name="T0" fmla="*/ 13 w 7"/>
                <a:gd name="T1" fmla="*/ 0 h 8"/>
                <a:gd name="T2" fmla="*/ 14 w 7"/>
                <a:gd name="T3" fmla="*/ 53 h 8"/>
                <a:gd name="T4" fmla="*/ 13 w 7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2"/>
                    <a:pt x="0" y="8"/>
                    <a:pt x="4" y="8"/>
                  </a:cubicBezTo>
                  <a:cubicBezTo>
                    <a:pt x="7" y="5"/>
                    <a:pt x="5" y="2"/>
                    <a:pt x="3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7" name="Freeform 1636">
              <a:extLst>
                <a:ext uri="{FF2B5EF4-FFF2-40B4-BE49-F238E27FC236}">
                  <a16:creationId xmlns:a16="http://schemas.microsoft.com/office/drawing/2014/main" id="{D530CFEF-26FC-4E5C-95C3-601D13799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772"/>
              <a:ext cx="13" cy="16"/>
            </a:xfrm>
            <a:custGeom>
              <a:avLst/>
              <a:gdLst>
                <a:gd name="T0" fmla="*/ 18 w 8"/>
                <a:gd name="T1" fmla="*/ 0 h 9"/>
                <a:gd name="T2" fmla="*/ 21 w 8"/>
                <a:gd name="T3" fmla="*/ 44 h 9"/>
                <a:gd name="T4" fmla="*/ 21 w 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1" y="1"/>
                    <a:pt x="0" y="9"/>
                    <a:pt x="5" y="8"/>
                  </a:cubicBezTo>
                  <a:cubicBezTo>
                    <a:pt x="8" y="7"/>
                    <a:pt x="8" y="2"/>
                    <a:pt x="5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8" name="Freeform 1637">
              <a:extLst>
                <a:ext uri="{FF2B5EF4-FFF2-40B4-BE49-F238E27FC236}">
                  <a16:creationId xmlns:a16="http://schemas.microsoft.com/office/drawing/2014/main" id="{B176B117-6517-4227-B691-846B60AE4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741"/>
              <a:ext cx="10" cy="15"/>
            </a:xfrm>
            <a:custGeom>
              <a:avLst/>
              <a:gdLst>
                <a:gd name="T0" fmla="*/ 13 w 6"/>
                <a:gd name="T1" fmla="*/ 0 h 8"/>
                <a:gd name="T2" fmla="*/ 13 w 6"/>
                <a:gd name="T3" fmla="*/ 53 h 8"/>
                <a:gd name="T4" fmla="*/ 22 w 6"/>
                <a:gd name="T5" fmla="*/ 8 h 8"/>
                <a:gd name="T6" fmla="*/ 8 w 6"/>
                <a:gd name="T7" fmla="*/ 4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3"/>
                    <a:pt x="0" y="6"/>
                    <a:pt x="3" y="8"/>
                  </a:cubicBezTo>
                  <a:cubicBezTo>
                    <a:pt x="6" y="6"/>
                    <a:pt x="6" y="4"/>
                    <a:pt x="5" y="1"/>
                  </a:cubicBezTo>
                  <a:cubicBezTo>
                    <a:pt x="1" y="1"/>
                    <a:pt x="1" y="3"/>
                    <a:pt x="2" y="7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9" name="Freeform 1638">
              <a:extLst>
                <a:ext uri="{FF2B5EF4-FFF2-40B4-BE49-F238E27FC236}">
                  <a16:creationId xmlns:a16="http://schemas.microsoft.com/office/drawing/2014/main" id="{AECA2522-AB5A-4913-8AB0-CDEC94A8F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3320"/>
              <a:ext cx="20" cy="17"/>
            </a:xfrm>
            <a:custGeom>
              <a:avLst/>
              <a:gdLst>
                <a:gd name="T0" fmla="*/ 55 w 12"/>
                <a:gd name="T1" fmla="*/ 20 h 10"/>
                <a:gd name="T2" fmla="*/ 28 w 12"/>
                <a:gd name="T3" fmla="*/ 49 h 10"/>
                <a:gd name="T4" fmla="*/ 33 w 12"/>
                <a:gd name="T5" fmla="*/ 0 h 10"/>
                <a:gd name="T6" fmla="*/ 33 w 12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2" y="4"/>
                  </a:moveTo>
                  <a:cubicBezTo>
                    <a:pt x="7" y="1"/>
                    <a:pt x="0" y="5"/>
                    <a:pt x="6" y="10"/>
                  </a:cubicBezTo>
                  <a:cubicBezTo>
                    <a:pt x="9" y="8"/>
                    <a:pt x="9" y="3"/>
                    <a:pt x="7" y="0"/>
                  </a:cubicBezTo>
                  <a:cubicBezTo>
                    <a:pt x="4" y="2"/>
                    <a:pt x="6" y="3"/>
                    <a:pt x="7" y="4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0" name="Freeform 1639">
              <a:extLst>
                <a:ext uri="{FF2B5EF4-FFF2-40B4-BE49-F238E27FC236}">
                  <a16:creationId xmlns:a16="http://schemas.microsoft.com/office/drawing/2014/main" id="{22B3CEC6-6CD7-472A-A9DB-9F2311CFA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3337"/>
              <a:ext cx="10" cy="13"/>
            </a:xfrm>
            <a:custGeom>
              <a:avLst/>
              <a:gdLst>
                <a:gd name="T0" fmla="*/ 13 w 6"/>
                <a:gd name="T1" fmla="*/ 13 h 7"/>
                <a:gd name="T2" fmla="*/ 5 w 6"/>
                <a:gd name="T3" fmla="*/ 13 h 7"/>
                <a:gd name="T4" fmla="*/ 13 w 6"/>
                <a:gd name="T5" fmla="*/ 45 h 7"/>
                <a:gd name="T6" fmla="*/ 8 w 6"/>
                <a:gd name="T7" fmla="*/ 0 h 7"/>
                <a:gd name="T8" fmla="*/ 13 w 6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5"/>
                    <a:pt x="1" y="7"/>
                    <a:pt x="3" y="7"/>
                  </a:cubicBezTo>
                  <a:cubicBezTo>
                    <a:pt x="6" y="5"/>
                    <a:pt x="6" y="0"/>
                    <a:pt x="2" y="0"/>
                  </a:cubicBezTo>
                  <a:cubicBezTo>
                    <a:pt x="2" y="2"/>
                    <a:pt x="2" y="3"/>
                    <a:pt x="3" y="4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1" name="Freeform 1640">
              <a:extLst>
                <a:ext uri="{FF2B5EF4-FFF2-40B4-BE49-F238E27FC236}">
                  <a16:creationId xmlns:a16="http://schemas.microsoft.com/office/drawing/2014/main" id="{819CF988-2FAE-409F-A036-302D2217D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3387"/>
              <a:ext cx="15" cy="18"/>
            </a:xfrm>
            <a:custGeom>
              <a:avLst/>
              <a:gdLst>
                <a:gd name="T0" fmla="*/ 22 w 9"/>
                <a:gd name="T1" fmla="*/ 7 h 10"/>
                <a:gd name="T2" fmla="*/ 28 w 9"/>
                <a:gd name="T3" fmla="*/ 45 h 10"/>
                <a:gd name="T4" fmla="*/ 20 w 9"/>
                <a:gd name="T5" fmla="*/ 0 h 10"/>
                <a:gd name="T6" fmla="*/ 20 w 9"/>
                <a:gd name="T7" fmla="*/ 2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5" y="1"/>
                  </a:moveTo>
                  <a:cubicBezTo>
                    <a:pt x="0" y="2"/>
                    <a:pt x="2" y="10"/>
                    <a:pt x="6" y="8"/>
                  </a:cubicBezTo>
                  <a:cubicBezTo>
                    <a:pt x="9" y="7"/>
                    <a:pt x="7" y="1"/>
                    <a:pt x="4" y="0"/>
                  </a:cubicBezTo>
                  <a:cubicBezTo>
                    <a:pt x="3" y="1"/>
                    <a:pt x="4" y="2"/>
                    <a:pt x="4" y="4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2" name="Freeform 1641">
              <a:extLst>
                <a:ext uri="{FF2B5EF4-FFF2-40B4-BE49-F238E27FC236}">
                  <a16:creationId xmlns:a16="http://schemas.microsoft.com/office/drawing/2014/main" id="{B31454C3-685D-4AE2-9A2E-285090798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407"/>
              <a:ext cx="20" cy="16"/>
            </a:xfrm>
            <a:custGeom>
              <a:avLst/>
              <a:gdLst>
                <a:gd name="T0" fmla="*/ 28 w 12"/>
                <a:gd name="T1" fmla="*/ 0 h 9"/>
                <a:gd name="T2" fmla="*/ 37 w 12"/>
                <a:gd name="T3" fmla="*/ 36 h 9"/>
                <a:gd name="T4" fmla="*/ 28 w 12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0"/>
                  </a:moveTo>
                  <a:cubicBezTo>
                    <a:pt x="0" y="2"/>
                    <a:pt x="5" y="9"/>
                    <a:pt x="8" y="6"/>
                  </a:cubicBezTo>
                  <a:cubicBezTo>
                    <a:pt x="12" y="3"/>
                    <a:pt x="8" y="1"/>
                    <a:pt x="6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3" name="Freeform 1642">
              <a:extLst>
                <a:ext uri="{FF2B5EF4-FFF2-40B4-BE49-F238E27FC236}">
                  <a16:creationId xmlns:a16="http://schemas.microsoft.com/office/drawing/2014/main" id="{EA6C7D3B-98D7-4F95-B60E-D0A59B968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3485"/>
              <a:ext cx="16" cy="23"/>
            </a:xfrm>
            <a:custGeom>
              <a:avLst/>
              <a:gdLst>
                <a:gd name="T0" fmla="*/ 13 w 10"/>
                <a:gd name="T1" fmla="*/ 37 h 13"/>
                <a:gd name="T2" fmla="*/ 0 w 10"/>
                <a:gd name="T3" fmla="*/ 37 h 13"/>
                <a:gd name="T4" fmla="*/ 29 w 10"/>
                <a:gd name="T5" fmla="*/ 37 h 13"/>
                <a:gd name="T6" fmla="*/ 8 w 10"/>
                <a:gd name="T7" fmla="*/ 5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3" y="7"/>
                  </a:moveTo>
                  <a:cubicBezTo>
                    <a:pt x="2" y="6"/>
                    <a:pt x="1" y="7"/>
                    <a:pt x="0" y="7"/>
                  </a:cubicBezTo>
                  <a:cubicBezTo>
                    <a:pt x="0" y="13"/>
                    <a:pt x="6" y="12"/>
                    <a:pt x="7" y="7"/>
                  </a:cubicBezTo>
                  <a:cubicBezTo>
                    <a:pt x="10" y="0"/>
                    <a:pt x="1" y="1"/>
                    <a:pt x="2" y="9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4" name="Freeform 1643">
              <a:extLst>
                <a:ext uri="{FF2B5EF4-FFF2-40B4-BE49-F238E27FC236}">
                  <a16:creationId xmlns:a16="http://schemas.microsoft.com/office/drawing/2014/main" id="{36E9CA09-01A8-4DCA-98EB-9759FB10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572"/>
              <a:ext cx="52" cy="13"/>
            </a:xfrm>
            <a:custGeom>
              <a:avLst/>
              <a:gdLst>
                <a:gd name="T0" fmla="*/ 75 w 31"/>
                <a:gd name="T1" fmla="*/ 0 h 7"/>
                <a:gd name="T2" fmla="*/ 84 w 3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16" y="0"/>
                  </a:moveTo>
                  <a:cubicBezTo>
                    <a:pt x="0" y="6"/>
                    <a:pt x="31" y="7"/>
                    <a:pt x="18" y="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5" name="Freeform 1644">
              <a:extLst>
                <a:ext uri="{FF2B5EF4-FFF2-40B4-BE49-F238E27FC236}">
                  <a16:creationId xmlns:a16="http://schemas.microsoft.com/office/drawing/2014/main" id="{D839BAEC-6DD8-4C43-9807-9F60E60E5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3613"/>
              <a:ext cx="20" cy="34"/>
            </a:xfrm>
            <a:custGeom>
              <a:avLst/>
              <a:gdLst>
                <a:gd name="T0" fmla="*/ 8 w 12"/>
                <a:gd name="T1" fmla="*/ 68 h 19"/>
                <a:gd name="T2" fmla="*/ 0 w 12"/>
                <a:gd name="T3" fmla="*/ 23 h 19"/>
                <a:gd name="T4" fmla="*/ 0 w 12"/>
                <a:gd name="T5" fmla="*/ 5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2" y="12"/>
                  </a:moveTo>
                  <a:cubicBezTo>
                    <a:pt x="1" y="10"/>
                    <a:pt x="0" y="7"/>
                    <a:pt x="0" y="4"/>
                  </a:cubicBezTo>
                  <a:cubicBezTo>
                    <a:pt x="12" y="0"/>
                    <a:pt x="2" y="19"/>
                    <a:pt x="0" y="9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6" name="Freeform 1645">
              <a:extLst>
                <a:ext uri="{FF2B5EF4-FFF2-40B4-BE49-F238E27FC236}">
                  <a16:creationId xmlns:a16="http://schemas.microsoft.com/office/drawing/2014/main" id="{D26B8B26-3ABF-4160-BD9C-9CB387855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3602"/>
              <a:ext cx="31" cy="40"/>
            </a:xfrm>
            <a:custGeom>
              <a:avLst/>
              <a:gdLst>
                <a:gd name="T0" fmla="*/ 34 w 19"/>
                <a:gd name="T1" fmla="*/ 53 h 22"/>
                <a:gd name="T2" fmla="*/ 18 w 19"/>
                <a:gd name="T3" fmla="*/ 116 h 22"/>
                <a:gd name="T4" fmla="*/ 21 w 19"/>
                <a:gd name="T5" fmla="*/ 65 h 22"/>
                <a:gd name="T6" fmla="*/ 34 w 19"/>
                <a:gd name="T7" fmla="*/ 65 h 22"/>
                <a:gd name="T8" fmla="*/ 62 w 19"/>
                <a:gd name="T9" fmla="*/ 102 h 22"/>
                <a:gd name="T10" fmla="*/ 42 w 19"/>
                <a:gd name="T11" fmla="*/ 80 h 22"/>
                <a:gd name="T12" fmla="*/ 42 w 19"/>
                <a:gd name="T13" fmla="*/ 16 h 22"/>
                <a:gd name="T14" fmla="*/ 18 w 19"/>
                <a:gd name="T15" fmla="*/ 3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2">
                  <a:moveTo>
                    <a:pt x="8" y="9"/>
                  </a:moveTo>
                  <a:cubicBezTo>
                    <a:pt x="4" y="9"/>
                    <a:pt x="0" y="15"/>
                    <a:pt x="4" y="19"/>
                  </a:cubicBezTo>
                  <a:cubicBezTo>
                    <a:pt x="9" y="17"/>
                    <a:pt x="12" y="11"/>
                    <a:pt x="5" y="11"/>
                  </a:cubicBezTo>
                  <a:cubicBezTo>
                    <a:pt x="6" y="10"/>
                    <a:pt x="7" y="11"/>
                    <a:pt x="8" y="11"/>
                  </a:cubicBezTo>
                  <a:cubicBezTo>
                    <a:pt x="8" y="15"/>
                    <a:pt x="9" y="22"/>
                    <a:pt x="14" y="17"/>
                  </a:cubicBezTo>
                  <a:cubicBezTo>
                    <a:pt x="19" y="14"/>
                    <a:pt x="14" y="11"/>
                    <a:pt x="10" y="13"/>
                  </a:cubicBezTo>
                  <a:cubicBezTo>
                    <a:pt x="10" y="9"/>
                    <a:pt x="13" y="6"/>
                    <a:pt x="10" y="3"/>
                  </a:cubicBezTo>
                  <a:cubicBezTo>
                    <a:pt x="8" y="0"/>
                    <a:pt x="1" y="2"/>
                    <a:pt x="4" y="6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7" name="Rectangle 1646">
              <a:extLst>
                <a:ext uri="{FF2B5EF4-FFF2-40B4-BE49-F238E27FC236}">
                  <a16:creationId xmlns:a16="http://schemas.microsoft.com/office/drawing/2014/main" id="{6DF6B414-552E-4309-A232-5ADDDA8C7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" y="2692"/>
              <a:ext cx="1289" cy="960"/>
            </a:xfrm>
            <a:prstGeom prst="rect">
              <a:avLst/>
            </a:prstGeom>
            <a:noFill/>
            <a:ln w="190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52230" name="Arterial-Atherothrombosis-Cross-Section">
            <a:extLst>
              <a:ext uri="{FF2B5EF4-FFF2-40B4-BE49-F238E27FC236}">
                <a16:creationId xmlns:a16="http://schemas.microsoft.com/office/drawing/2014/main" id="{55E5BE8C-024C-4056-9AF1-DDE6F4D333BF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3962400"/>
            <a:ext cx="2168525" cy="1884363"/>
            <a:chOff x="2308" y="2545"/>
            <a:chExt cx="1366" cy="1187"/>
          </a:xfrm>
        </p:grpSpPr>
        <p:grpSp>
          <p:nvGrpSpPr>
            <p:cNvPr id="121489" name="Group 1648">
              <a:extLst>
                <a:ext uri="{FF2B5EF4-FFF2-40B4-BE49-F238E27FC236}">
                  <a16:creationId xmlns:a16="http://schemas.microsoft.com/office/drawing/2014/main" id="{0D335225-E627-4D9E-8F3E-E632310092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0" y="2547"/>
              <a:ext cx="1314" cy="1181"/>
              <a:chOff x="2360" y="2547"/>
              <a:chExt cx="1314" cy="1181"/>
            </a:xfrm>
          </p:grpSpPr>
          <p:sp>
            <p:nvSpPr>
              <p:cNvPr id="122762" name="Freeform 1649">
                <a:extLst>
                  <a:ext uri="{FF2B5EF4-FFF2-40B4-BE49-F238E27FC236}">
                    <a16:creationId xmlns:a16="http://schemas.microsoft.com/office/drawing/2014/main" id="{6B803126-6A09-48A3-8668-64162E12B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547"/>
                <a:ext cx="478" cy="845"/>
              </a:xfrm>
              <a:custGeom>
                <a:avLst/>
                <a:gdLst>
                  <a:gd name="T0" fmla="*/ 748 w 382"/>
                  <a:gd name="T1" fmla="*/ 0 h 634"/>
                  <a:gd name="T2" fmla="*/ 0 w 382"/>
                  <a:gd name="T3" fmla="*/ 0 h 634"/>
                  <a:gd name="T4" fmla="*/ 188 w 382"/>
                  <a:gd name="T5" fmla="*/ 255 h 634"/>
                  <a:gd name="T6" fmla="*/ 369 w 382"/>
                  <a:gd name="T7" fmla="*/ 821 h 634"/>
                  <a:gd name="T8" fmla="*/ 373 w 382"/>
                  <a:gd name="T9" fmla="*/ 818 h 634"/>
                  <a:gd name="T10" fmla="*/ 712 w 382"/>
                  <a:gd name="T11" fmla="*/ 1415 h 634"/>
                  <a:gd name="T12" fmla="*/ 748 w 382"/>
                  <a:gd name="T13" fmla="*/ 1501 h 634"/>
                  <a:gd name="T14" fmla="*/ 748 w 382"/>
                  <a:gd name="T15" fmla="*/ 0 h 6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2" h="634">
                    <a:moveTo>
                      <a:pt x="38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2" y="22"/>
                      <a:pt x="82" y="48"/>
                      <a:pt x="96" y="107"/>
                    </a:cubicBezTo>
                    <a:cubicBezTo>
                      <a:pt x="118" y="203"/>
                      <a:pt x="167" y="264"/>
                      <a:pt x="189" y="347"/>
                    </a:cubicBezTo>
                    <a:cubicBezTo>
                      <a:pt x="190" y="347"/>
                      <a:pt x="190" y="346"/>
                      <a:pt x="190" y="346"/>
                    </a:cubicBezTo>
                    <a:cubicBezTo>
                      <a:pt x="242" y="556"/>
                      <a:pt x="312" y="524"/>
                      <a:pt x="364" y="598"/>
                    </a:cubicBezTo>
                    <a:cubicBezTo>
                      <a:pt x="371" y="608"/>
                      <a:pt x="377" y="620"/>
                      <a:pt x="382" y="634"/>
                    </a:cubicBez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63" name="Freeform 1650">
                <a:extLst>
                  <a:ext uri="{FF2B5EF4-FFF2-40B4-BE49-F238E27FC236}">
                    <a16:creationId xmlns:a16="http://schemas.microsoft.com/office/drawing/2014/main" id="{0A3DF6F4-F3AC-4565-8540-5BC5BA6C5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573"/>
                <a:ext cx="321" cy="639"/>
              </a:xfrm>
              <a:custGeom>
                <a:avLst/>
                <a:gdLst>
                  <a:gd name="T0" fmla="*/ 493 w 257"/>
                  <a:gd name="T1" fmla="*/ 1129 h 479"/>
                  <a:gd name="T2" fmla="*/ 331 w 257"/>
                  <a:gd name="T3" fmla="*/ 832 h 479"/>
                  <a:gd name="T4" fmla="*/ 275 w 257"/>
                  <a:gd name="T5" fmla="*/ 602 h 479"/>
                  <a:gd name="T6" fmla="*/ 142 w 257"/>
                  <a:gd name="T7" fmla="*/ 223 h 479"/>
                  <a:gd name="T8" fmla="*/ 1 w 257"/>
                  <a:gd name="T9" fmla="*/ 0 h 479"/>
                  <a:gd name="T10" fmla="*/ 0 w 257"/>
                  <a:gd name="T11" fmla="*/ 1 h 479"/>
                  <a:gd name="T12" fmla="*/ 111 w 257"/>
                  <a:gd name="T13" fmla="*/ 207 h 479"/>
                  <a:gd name="T14" fmla="*/ 292 w 257"/>
                  <a:gd name="T15" fmla="*/ 776 h 479"/>
                  <a:gd name="T16" fmla="*/ 295 w 257"/>
                  <a:gd name="T17" fmla="*/ 774 h 479"/>
                  <a:gd name="T18" fmla="*/ 427 w 257"/>
                  <a:gd name="T19" fmla="*/ 1075 h 479"/>
                  <a:gd name="T20" fmla="*/ 493 w 257"/>
                  <a:gd name="T21" fmla="*/ 1129 h 4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7" h="479">
                    <a:moveTo>
                      <a:pt x="253" y="475"/>
                    </a:moveTo>
                    <a:cubicBezTo>
                      <a:pt x="206" y="449"/>
                      <a:pt x="182" y="388"/>
                      <a:pt x="170" y="351"/>
                    </a:cubicBezTo>
                    <a:cubicBezTo>
                      <a:pt x="159" y="316"/>
                      <a:pt x="159" y="285"/>
                      <a:pt x="141" y="253"/>
                    </a:cubicBezTo>
                    <a:cubicBezTo>
                      <a:pt x="113" y="200"/>
                      <a:pt x="91" y="149"/>
                      <a:pt x="73" y="94"/>
                    </a:cubicBezTo>
                    <a:cubicBezTo>
                      <a:pt x="60" y="55"/>
                      <a:pt x="31" y="21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27" y="20"/>
                      <a:pt x="47" y="45"/>
                      <a:pt x="57" y="87"/>
                    </a:cubicBezTo>
                    <a:cubicBezTo>
                      <a:pt x="79" y="183"/>
                      <a:pt x="128" y="244"/>
                      <a:pt x="150" y="327"/>
                    </a:cubicBezTo>
                    <a:cubicBezTo>
                      <a:pt x="151" y="327"/>
                      <a:pt x="151" y="326"/>
                      <a:pt x="151" y="326"/>
                    </a:cubicBezTo>
                    <a:cubicBezTo>
                      <a:pt x="171" y="406"/>
                      <a:pt x="194" y="435"/>
                      <a:pt x="219" y="453"/>
                    </a:cubicBezTo>
                    <a:cubicBezTo>
                      <a:pt x="244" y="471"/>
                      <a:pt x="257" y="479"/>
                      <a:pt x="253" y="475"/>
                    </a:cubicBezTo>
                    <a:close/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64" name="Freeform 1651">
                <a:extLst>
                  <a:ext uri="{FF2B5EF4-FFF2-40B4-BE49-F238E27FC236}">
                    <a16:creationId xmlns:a16="http://schemas.microsoft.com/office/drawing/2014/main" id="{78A7E14F-877A-4A20-9FFF-BE24C17BC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699"/>
                <a:ext cx="122" cy="342"/>
              </a:xfrm>
              <a:custGeom>
                <a:avLst/>
                <a:gdLst>
                  <a:gd name="T0" fmla="*/ 109 w 97"/>
                  <a:gd name="T1" fmla="*/ 342 h 257"/>
                  <a:gd name="T2" fmla="*/ 0 w 97"/>
                  <a:gd name="T3" fmla="*/ 0 h 257"/>
                  <a:gd name="T4" fmla="*/ 136 w 97"/>
                  <a:gd name="T5" fmla="*/ 375 h 257"/>
                  <a:gd name="T6" fmla="*/ 192 w 97"/>
                  <a:gd name="T7" fmla="*/ 605 h 257"/>
                  <a:gd name="T8" fmla="*/ 109 w 97"/>
                  <a:gd name="T9" fmla="*/ 342 h 2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257">
                    <a:moveTo>
                      <a:pt x="55" y="145"/>
                    </a:moveTo>
                    <a:cubicBezTo>
                      <a:pt x="41" y="121"/>
                      <a:pt x="7" y="43"/>
                      <a:pt x="0" y="0"/>
                    </a:cubicBezTo>
                    <a:cubicBezTo>
                      <a:pt x="16" y="56"/>
                      <a:pt x="40" y="106"/>
                      <a:pt x="68" y="159"/>
                    </a:cubicBezTo>
                    <a:cubicBezTo>
                      <a:pt x="86" y="191"/>
                      <a:pt x="86" y="222"/>
                      <a:pt x="97" y="257"/>
                    </a:cubicBezTo>
                    <a:cubicBezTo>
                      <a:pt x="92" y="237"/>
                      <a:pt x="71" y="177"/>
                      <a:pt x="55" y="1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65" name="Freeform 1652">
                <a:extLst>
                  <a:ext uri="{FF2B5EF4-FFF2-40B4-BE49-F238E27FC236}">
                    <a16:creationId xmlns:a16="http://schemas.microsoft.com/office/drawing/2014/main" id="{6B8218CC-EF3B-46DF-900B-F5435E206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772"/>
                <a:ext cx="24" cy="59"/>
              </a:xfrm>
              <a:custGeom>
                <a:avLst/>
                <a:gdLst>
                  <a:gd name="T0" fmla="*/ 38 w 19"/>
                  <a:gd name="T1" fmla="*/ 106 h 44"/>
                  <a:gd name="T2" fmla="*/ 0 w 19"/>
                  <a:gd name="T3" fmla="*/ 0 h 44"/>
                  <a:gd name="T4" fmla="*/ 38 w 19"/>
                  <a:gd name="T5" fmla="*/ 10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44"/>
                    </a:moveTo>
                    <a:cubicBezTo>
                      <a:pt x="12" y="30"/>
                      <a:pt x="6" y="15"/>
                      <a:pt x="0" y="0"/>
                    </a:cubicBezTo>
                    <a:cubicBezTo>
                      <a:pt x="6" y="15"/>
                      <a:pt x="12" y="30"/>
                      <a:pt x="19" y="44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66" name="Freeform 1653">
                <a:extLst>
                  <a:ext uri="{FF2B5EF4-FFF2-40B4-BE49-F238E27FC236}">
                    <a16:creationId xmlns:a16="http://schemas.microsoft.com/office/drawing/2014/main" id="{3D21A0B3-5CE9-4BB3-8BEA-BCB10045A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835"/>
                <a:ext cx="9" cy="21"/>
              </a:xfrm>
              <a:custGeom>
                <a:avLst/>
                <a:gdLst>
                  <a:gd name="T0" fmla="*/ 15 w 7"/>
                  <a:gd name="T1" fmla="*/ 37 h 16"/>
                  <a:gd name="T2" fmla="*/ 0 w 7"/>
                  <a:gd name="T3" fmla="*/ 0 h 16"/>
                  <a:gd name="T4" fmla="*/ 15 w 7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7" y="16"/>
                    </a:moveTo>
                    <a:cubicBezTo>
                      <a:pt x="5" y="10"/>
                      <a:pt x="3" y="5"/>
                      <a:pt x="0" y="0"/>
                    </a:cubicBezTo>
                    <a:cubicBezTo>
                      <a:pt x="3" y="5"/>
                      <a:pt x="5" y="11"/>
                      <a:pt x="7" y="16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67" name="Freeform 1654">
                <a:extLst>
                  <a:ext uri="{FF2B5EF4-FFF2-40B4-BE49-F238E27FC236}">
                    <a16:creationId xmlns:a16="http://schemas.microsoft.com/office/drawing/2014/main" id="{463C7354-75DA-43C4-80AB-8F5C9BFA0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384"/>
                <a:ext cx="67" cy="176"/>
              </a:xfrm>
              <a:custGeom>
                <a:avLst/>
                <a:gdLst>
                  <a:gd name="T0" fmla="*/ 0 w 54"/>
                  <a:gd name="T1" fmla="*/ 5 h 132"/>
                  <a:gd name="T2" fmla="*/ 38 w 54"/>
                  <a:gd name="T3" fmla="*/ 176 h 132"/>
                  <a:gd name="T4" fmla="*/ 103 w 54"/>
                  <a:gd name="T5" fmla="*/ 313 h 132"/>
                  <a:gd name="T6" fmla="*/ 71 w 54"/>
                  <a:gd name="T7" fmla="*/ 171 h 132"/>
                  <a:gd name="T8" fmla="*/ 50 w 54"/>
                  <a:gd name="T9" fmla="*/ 49 h 132"/>
                  <a:gd name="T10" fmla="*/ 2 w 54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32">
                    <a:moveTo>
                      <a:pt x="0" y="2"/>
                    </a:moveTo>
                    <a:cubicBezTo>
                      <a:pt x="6" y="27"/>
                      <a:pt x="9" y="50"/>
                      <a:pt x="20" y="74"/>
                    </a:cubicBezTo>
                    <a:cubicBezTo>
                      <a:pt x="30" y="94"/>
                      <a:pt x="44" y="112"/>
                      <a:pt x="54" y="132"/>
                    </a:cubicBezTo>
                    <a:cubicBezTo>
                      <a:pt x="46" y="113"/>
                      <a:pt x="38" y="93"/>
                      <a:pt x="37" y="72"/>
                    </a:cubicBezTo>
                    <a:cubicBezTo>
                      <a:pt x="35" y="54"/>
                      <a:pt x="38" y="36"/>
                      <a:pt x="26" y="21"/>
                    </a:cubicBezTo>
                    <a:cubicBezTo>
                      <a:pt x="20" y="12"/>
                      <a:pt x="6" y="6"/>
                      <a:pt x="2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68" name="Freeform 1655">
                <a:extLst>
                  <a:ext uri="{FF2B5EF4-FFF2-40B4-BE49-F238E27FC236}">
                    <a16:creationId xmlns:a16="http://schemas.microsoft.com/office/drawing/2014/main" id="{ECEF2765-BECD-4444-AF64-3AA444BC8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384"/>
                <a:ext cx="67" cy="176"/>
              </a:xfrm>
              <a:custGeom>
                <a:avLst/>
                <a:gdLst>
                  <a:gd name="T0" fmla="*/ 0 w 54"/>
                  <a:gd name="T1" fmla="*/ 5 h 132"/>
                  <a:gd name="T2" fmla="*/ 38 w 54"/>
                  <a:gd name="T3" fmla="*/ 176 h 132"/>
                  <a:gd name="T4" fmla="*/ 103 w 54"/>
                  <a:gd name="T5" fmla="*/ 313 h 132"/>
                  <a:gd name="T6" fmla="*/ 71 w 54"/>
                  <a:gd name="T7" fmla="*/ 171 h 132"/>
                  <a:gd name="T8" fmla="*/ 50 w 54"/>
                  <a:gd name="T9" fmla="*/ 49 h 132"/>
                  <a:gd name="T10" fmla="*/ 2 w 54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32">
                    <a:moveTo>
                      <a:pt x="0" y="2"/>
                    </a:moveTo>
                    <a:cubicBezTo>
                      <a:pt x="6" y="27"/>
                      <a:pt x="9" y="50"/>
                      <a:pt x="20" y="74"/>
                    </a:cubicBezTo>
                    <a:cubicBezTo>
                      <a:pt x="30" y="94"/>
                      <a:pt x="44" y="112"/>
                      <a:pt x="54" y="132"/>
                    </a:cubicBezTo>
                    <a:cubicBezTo>
                      <a:pt x="46" y="113"/>
                      <a:pt x="38" y="93"/>
                      <a:pt x="37" y="72"/>
                    </a:cubicBezTo>
                    <a:cubicBezTo>
                      <a:pt x="35" y="54"/>
                      <a:pt x="38" y="36"/>
                      <a:pt x="26" y="21"/>
                    </a:cubicBezTo>
                    <a:cubicBezTo>
                      <a:pt x="20" y="12"/>
                      <a:pt x="6" y="6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69" name="Freeform 1656">
                <a:extLst>
                  <a:ext uri="{FF2B5EF4-FFF2-40B4-BE49-F238E27FC236}">
                    <a16:creationId xmlns:a16="http://schemas.microsoft.com/office/drawing/2014/main" id="{66376C9D-E0A7-43E5-8075-91C5B7F03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109"/>
                <a:ext cx="37" cy="156"/>
              </a:xfrm>
              <a:custGeom>
                <a:avLst/>
                <a:gdLst>
                  <a:gd name="T0" fmla="*/ 7 w 30"/>
                  <a:gd name="T1" fmla="*/ 0 h 117"/>
                  <a:gd name="T2" fmla="*/ 57 w 30"/>
                  <a:gd name="T3" fmla="*/ 277 h 117"/>
                  <a:gd name="T4" fmla="*/ 38 w 30"/>
                  <a:gd name="T5" fmla="*/ 69 h 117"/>
                  <a:gd name="T6" fmla="*/ 11 w 30"/>
                  <a:gd name="T7" fmla="*/ 0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17">
                    <a:moveTo>
                      <a:pt x="4" y="0"/>
                    </a:moveTo>
                    <a:cubicBezTo>
                      <a:pt x="0" y="47"/>
                      <a:pt x="9" y="74"/>
                      <a:pt x="30" y="117"/>
                    </a:cubicBezTo>
                    <a:cubicBezTo>
                      <a:pt x="21" y="88"/>
                      <a:pt x="30" y="57"/>
                      <a:pt x="20" y="29"/>
                    </a:cubicBezTo>
                    <a:cubicBezTo>
                      <a:pt x="17" y="18"/>
                      <a:pt x="9" y="10"/>
                      <a:pt x="6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70" name="Freeform 1657">
                <a:extLst>
                  <a:ext uri="{FF2B5EF4-FFF2-40B4-BE49-F238E27FC236}">
                    <a16:creationId xmlns:a16="http://schemas.microsoft.com/office/drawing/2014/main" id="{C1AB29C8-2C39-4249-8B0D-995FCDD6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109"/>
                <a:ext cx="37" cy="156"/>
              </a:xfrm>
              <a:custGeom>
                <a:avLst/>
                <a:gdLst>
                  <a:gd name="T0" fmla="*/ 7 w 30"/>
                  <a:gd name="T1" fmla="*/ 0 h 117"/>
                  <a:gd name="T2" fmla="*/ 57 w 30"/>
                  <a:gd name="T3" fmla="*/ 277 h 117"/>
                  <a:gd name="T4" fmla="*/ 38 w 30"/>
                  <a:gd name="T5" fmla="*/ 69 h 117"/>
                  <a:gd name="T6" fmla="*/ 11 w 30"/>
                  <a:gd name="T7" fmla="*/ 0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17">
                    <a:moveTo>
                      <a:pt x="4" y="0"/>
                    </a:moveTo>
                    <a:cubicBezTo>
                      <a:pt x="0" y="47"/>
                      <a:pt x="9" y="74"/>
                      <a:pt x="30" y="117"/>
                    </a:cubicBezTo>
                    <a:cubicBezTo>
                      <a:pt x="21" y="88"/>
                      <a:pt x="30" y="57"/>
                      <a:pt x="20" y="29"/>
                    </a:cubicBezTo>
                    <a:cubicBezTo>
                      <a:pt x="17" y="18"/>
                      <a:pt x="9" y="1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71" name="Freeform 1658">
                <a:extLst>
                  <a:ext uri="{FF2B5EF4-FFF2-40B4-BE49-F238E27FC236}">
                    <a16:creationId xmlns:a16="http://schemas.microsoft.com/office/drawing/2014/main" id="{A0B4BBDE-4DE0-4116-83B0-7C8D9FD22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67"/>
                <a:ext cx="52" cy="204"/>
              </a:xfrm>
              <a:custGeom>
                <a:avLst/>
                <a:gdLst>
                  <a:gd name="T0" fmla="*/ 0 w 42"/>
                  <a:gd name="T1" fmla="*/ 15 h 153"/>
                  <a:gd name="T2" fmla="*/ 11 w 42"/>
                  <a:gd name="T3" fmla="*/ 199 h 153"/>
                  <a:gd name="T4" fmla="*/ 79 w 42"/>
                  <a:gd name="T5" fmla="*/ 363 h 153"/>
                  <a:gd name="T6" fmla="*/ 6 w 42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3">
                    <a:moveTo>
                      <a:pt x="0" y="6"/>
                    </a:moveTo>
                    <a:cubicBezTo>
                      <a:pt x="8" y="33"/>
                      <a:pt x="2" y="58"/>
                      <a:pt x="6" y="84"/>
                    </a:cubicBezTo>
                    <a:cubicBezTo>
                      <a:pt x="10" y="110"/>
                      <a:pt x="27" y="131"/>
                      <a:pt x="42" y="153"/>
                    </a:cubicBezTo>
                    <a:cubicBezTo>
                      <a:pt x="33" y="101"/>
                      <a:pt x="34" y="44"/>
                      <a:pt x="3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72" name="Freeform 1659">
                <a:extLst>
                  <a:ext uri="{FF2B5EF4-FFF2-40B4-BE49-F238E27FC236}">
                    <a16:creationId xmlns:a16="http://schemas.microsoft.com/office/drawing/2014/main" id="{BB366D5F-5FC3-45F1-8FC3-B801D76FE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67"/>
                <a:ext cx="52" cy="204"/>
              </a:xfrm>
              <a:custGeom>
                <a:avLst/>
                <a:gdLst>
                  <a:gd name="T0" fmla="*/ 0 w 42"/>
                  <a:gd name="T1" fmla="*/ 15 h 153"/>
                  <a:gd name="T2" fmla="*/ 11 w 42"/>
                  <a:gd name="T3" fmla="*/ 199 h 153"/>
                  <a:gd name="T4" fmla="*/ 79 w 42"/>
                  <a:gd name="T5" fmla="*/ 363 h 153"/>
                  <a:gd name="T6" fmla="*/ 6 w 42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3">
                    <a:moveTo>
                      <a:pt x="0" y="6"/>
                    </a:moveTo>
                    <a:cubicBezTo>
                      <a:pt x="8" y="33"/>
                      <a:pt x="2" y="58"/>
                      <a:pt x="6" y="84"/>
                    </a:cubicBezTo>
                    <a:cubicBezTo>
                      <a:pt x="10" y="110"/>
                      <a:pt x="27" y="131"/>
                      <a:pt x="42" y="153"/>
                    </a:cubicBezTo>
                    <a:cubicBezTo>
                      <a:pt x="33" y="101"/>
                      <a:pt x="34" y="44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73" name="Freeform 1660">
                <a:extLst>
                  <a:ext uri="{FF2B5EF4-FFF2-40B4-BE49-F238E27FC236}">
                    <a16:creationId xmlns:a16="http://schemas.microsoft.com/office/drawing/2014/main" id="{E5C15217-CC64-4289-B5CA-82EE47784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891"/>
                <a:ext cx="35" cy="128"/>
              </a:xfrm>
              <a:custGeom>
                <a:avLst/>
                <a:gdLst>
                  <a:gd name="T0" fmla="*/ 10 w 28"/>
                  <a:gd name="T1" fmla="*/ 0 h 96"/>
                  <a:gd name="T2" fmla="*/ 55 w 28"/>
                  <a:gd name="T3" fmla="*/ 228 h 96"/>
                  <a:gd name="T4" fmla="*/ 44 w 28"/>
                  <a:gd name="T5" fmla="*/ 84 h 96"/>
                  <a:gd name="T6" fmla="*/ 16 w 28"/>
                  <a:gd name="T7" fmla="*/ 1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5" y="0"/>
                    </a:moveTo>
                    <a:cubicBezTo>
                      <a:pt x="0" y="36"/>
                      <a:pt x="15" y="65"/>
                      <a:pt x="28" y="96"/>
                    </a:cubicBezTo>
                    <a:cubicBezTo>
                      <a:pt x="26" y="77"/>
                      <a:pt x="27" y="53"/>
                      <a:pt x="22" y="35"/>
                    </a:cubicBezTo>
                    <a:cubicBezTo>
                      <a:pt x="19" y="24"/>
                      <a:pt x="11" y="16"/>
                      <a:pt x="8" y="5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74" name="Freeform 1661">
                <a:extLst>
                  <a:ext uri="{FF2B5EF4-FFF2-40B4-BE49-F238E27FC236}">
                    <a16:creationId xmlns:a16="http://schemas.microsoft.com/office/drawing/2014/main" id="{812EF830-2CEC-42A1-A710-180353AD5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891"/>
                <a:ext cx="35" cy="128"/>
              </a:xfrm>
              <a:custGeom>
                <a:avLst/>
                <a:gdLst>
                  <a:gd name="T0" fmla="*/ 10 w 28"/>
                  <a:gd name="T1" fmla="*/ 0 h 96"/>
                  <a:gd name="T2" fmla="*/ 55 w 28"/>
                  <a:gd name="T3" fmla="*/ 228 h 96"/>
                  <a:gd name="T4" fmla="*/ 44 w 28"/>
                  <a:gd name="T5" fmla="*/ 84 h 96"/>
                  <a:gd name="T6" fmla="*/ 16 w 28"/>
                  <a:gd name="T7" fmla="*/ 1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5" y="0"/>
                    </a:moveTo>
                    <a:cubicBezTo>
                      <a:pt x="0" y="36"/>
                      <a:pt x="15" y="65"/>
                      <a:pt x="28" y="96"/>
                    </a:cubicBezTo>
                    <a:cubicBezTo>
                      <a:pt x="26" y="77"/>
                      <a:pt x="27" y="53"/>
                      <a:pt x="22" y="35"/>
                    </a:cubicBezTo>
                    <a:cubicBezTo>
                      <a:pt x="19" y="24"/>
                      <a:pt x="11" y="16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75" name="Freeform 1662">
                <a:extLst>
                  <a:ext uri="{FF2B5EF4-FFF2-40B4-BE49-F238E27FC236}">
                    <a16:creationId xmlns:a16="http://schemas.microsoft.com/office/drawing/2014/main" id="{128006BF-4FA0-4C53-B71F-91B151F3C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69"/>
                <a:ext cx="43" cy="182"/>
              </a:xfrm>
              <a:custGeom>
                <a:avLst/>
                <a:gdLst>
                  <a:gd name="T0" fmla="*/ 15 w 35"/>
                  <a:gd name="T1" fmla="*/ 9 h 136"/>
                  <a:gd name="T2" fmla="*/ 54 w 35"/>
                  <a:gd name="T3" fmla="*/ 327 h 136"/>
                  <a:gd name="T4" fmla="*/ 50 w 35"/>
                  <a:gd name="T5" fmla="*/ 253 h 136"/>
                  <a:gd name="T6" fmla="*/ 59 w 35"/>
                  <a:gd name="T7" fmla="*/ 132 h 136"/>
                  <a:gd name="T8" fmla="*/ 17 w 35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6">
                    <a:moveTo>
                      <a:pt x="8" y="4"/>
                    </a:moveTo>
                    <a:cubicBezTo>
                      <a:pt x="9" y="46"/>
                      <a:pt x="0" y="101"/>
                      <a:pt x="29" y="136"/>
                    </a:cubicBezTo>
                    <a:cubicBezTo>
                      <a:pt x="28" y="126"/>
                      <a:pt x="27" y="115"/>
                      <a:pt x="27" y="105"/>
                    </a:cubicBezTo>
                    <a:cubicBezTo>
                      <a:pt x="28" y="87"/>
                      <a:pt x="35" y="73"/>
                      <a:pt x="32" y="55"/>
                    </a:cubicBezTo>
                    <a:cubicBezTo>
                      <a:pt x="29" y="39"/>
                      <a:pt x="16" y="15"/>
                      <a:pt x="9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76" name="Freeform 1663">
                <a:extLst>
                  <a:ext uri="{FF2B5EF4-FFF2-40B4-BE49-F238E27FC236}">
                    <a16:creationId xmlns:a16="http://schemas.microsoft.com/office/drawing/2014/main" id="{925F752F-3A4C-4E81-B42C-9312FE73B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69"/>
                <a:ext cx="43" cy="182"/>
              </a:xfrm>
              <a:custGeom>
                <a:avLst/>
                <a:gdLst>
                  <a:gd name="T0" fmla="*/ 15 w 35"/>
                  <a:gd name="T1" fmla="*/ 9 h 136"/>
                  <a:gd name="T2" fmla="*/ 54 w 35"/>
                  <a:gd name="T3" fmla="*/ 327 h 136"/>
                  <a:gd name="T4" fmla="*/ 50 w 35"/>
                  <a:gd name="T5" fmla="*/ 253 h 136"/>
                  <a:gd name="T6" fmla="*/ 59 w 35"/>
                  <a:gd name="T7" fmla="*/ 132 h 136"/>
                  <a:gd name="T8" fmla="*/ 17 w 35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6">
                    <a:moveTo>
                      <a:pt x="8" y="4"/>
                    </a:moveTo>
                    <a:cubicBezTo>
                      <a:pt x="9" y="46"/>
                      <a:pt x="0" y="101"/>
                      <a:pt x="29" y="136"/>
                    </a:cubicBezTo>
                    <a:cubicBezTo>
                      <a:pt x="28" y="126"/>
                      <a:pt x="27" y="115"/>
                      <a:pt x="27" y="105"/>
                    </a:cubicBezTo>
                    <a:cubicBezTo>
                      <a:pt x="28" y="87"/>
                      <a:pt x="35" y="73"/>
                      <a:pt x="32" y="55"/>
                    </a:cubicBezTo>
                    <a:cubicBezTo>
                      <a:pt x="29" y="39"/>
                      <a:pt x="16" y="1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77" name="Freeform 1664">
                <a:extLst>
                  <a:ext uri="{FF2B5EF4-FFF2-40B4-BE49-F238E27FC236}">
                    <a16:creationId xmlns:a16="http://schemas.microsoft.com/office/drawing/2014/main" id="{D7658066-B072-49EC-A7A7-38909548F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747"/>
                <a:ext cx="46" cy="124"/>
              </a:xfrm>
              <a:custGeom>
                <a:avLst/>
                <a:gdLst>
                  <a:gd name="T0" fmla="*/ 14 w 37"/>
                  <a:gd name="T1" fmla="*/ 0 h 93"/>
                  <a:gd name="T2" fmla="*/ 71 w 37"/>
                  <a:gd name="T3" fmla="*/ 220 h 93"/>
                  <a:gd name="T4" fmla="*/ 19 w 37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7" y="0"/>
                    </a:moveTo>
                    <a:cubicBezTo>
                      <a:pt x="0" y="37"/>
                      <a:pt x="16" y="65"/>
                      <a:pt x="37" y="93"/>
                    </a:cubicBezTo>
                    <a:cubicBezTo>
                      <a:pt x="29" y="62"/>
                      <a:pt x="21" y="30"/>
                      <a:pt x="10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78" name="Freeform 1665">
                <a:extLst>
                  <a:ext uri="{FF2B5EF4-FFF2-40B4-BE49-F238E27FC236}">
                    <a16:creationId xmlns:a16="http://schemas.microsoft.com/office/drawing/2014/main" id="{EBD902A1-4F9E-46ED-B399-F3F334827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747"/>
                <a:ext cx="46" cy="124"/>
              </a:xfrm>
              <a:custGeom>
                <a:avLst/>
                <a:gdLst>
                  <a:gd name="T0" fmla="*/ 14 w 37"/>
                  <a:gd name="T1" fmla="*/ 0 h 93"/>
                  <a:gd name="T2" fmla="*/ 71 w 37"/>
                  <a:gd name="T3" fmla="*/ 220 h 93"/>
                  <a:gd name="T4" fmla="*/ 19 w 37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7" y="0"/>
                    </a:moveTo>
                    <a:cubicBezTo>
                      <a:pt x="0" y="37"/>
                      <a:pt x="16" y="65"/>
                      <a:pt x="37" y="93"/>
                    </a:cubicBezTo>
                    <a:cubicBezTo>
                      <a:pt x="29" y="62"/>
                      <a:pt x="21" y="30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79" name="Freeform 1666">
                <a:extLst>
                  <a:ext uri="{FF2B5EF4-FFF2-40B4-BE49-F238E27FC236}">
                    <a16:creationId xmlns:a16="http://schemas.microsoft.com/office/drawing/2014/main" id="{83DCB352-A8A2-4DA6-B7DD-B8DA20DDC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293"/>
                <a:ext cx="52" cy="166"/>
              </a:xfrm>
              <a:custGeom>
                <a:avLst/>
                <a:gdLst>
                  <a:gd name="T0" fmla="*/ 2 w 42"/>
                  <a:gd name="T1" fmla="*/ 0 h 124"/>
                  <a:gd name="T2" fmla="*/ 79 w 42"/>
                  <a:gd name="T3" fmla="*/ 297 h 124"/>
                  <a:gd name="T4" fmla="*/ 37 w 42"/>
                  <a:gd name="T5" fmla="*/ 64 h 124"/>
                  <a:gd name="T6" fmla="*/ 0 w 42"/>
                  <a:gd name="T7" fmla="*/ 1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24">
                    <a:moveTo>
                      <a:pt x="2" y="0"/>
                    </a:moveTo>
                    <a:cubicBezTo>
                      <a:pt x="2" y="46"/>
                      <a:pt x="6" y="91"/>
                      <a:pt x="42" y="124"/>
                    </a:cubicBezTo>
                    <a:cubicBezTo>
                      <a:pt x="24" y="99"/>
                      <a:pt x="32" y="56"/>
                      <a:pt x="19" y="27"/>
                    </a:cubicBezTo>
                    <a:cubicBezTo>
                      <a:pt x="15" y="16"/>
                      <a:pt x="9" y="8"/>
                      <a:pt x="0" y="1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80" name="Freeform 1667">
                <a:extLst>
                  <a:ext uri="{FF2B5EF4-FFF2-40B4-BE49-F238E27FC236}">
                    <a16:creationId xmlns:a16="http://schemas.microsoft.com/office/drawing/2014/main" id="{618030DF-29DA-4B30-BAA8-337D8D60C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293"/>
                <a:ext cx="52" cy="166"/>
              </a:xfrm>
              <a:custGeom>
                <a:avLst/>
                <a:gdLst>
                  <a:gd name="T0" fmla="*/ 2 w 42"/>
                  <a:gd name="T1" fmla="*/ 0 h 124"/>
                  <a:gd name="T2" fmla="*/ 79 w 42"/>
                  <a:gd name="T3" fmla="*/ 297 h 124"/>
                  <a:gd name="T4" fmla="*/ 37 w 42"/>
                  <a:gd name="T5" fmla="*/ 64 h 124"/>
                  <a:gd name="T6" fmla="*/ 0 w 42"/>
                  <a:gd name="T7" fmla="*/ 1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24">
                    <a:moveTo>
                      <a:pt x="2" y="0"/>
                    </a:moveTo>
                    <a:cubicBezTo>
                      <a:pt x="2" y="46"/>
                      <a:pt x="6" y="91"/>
                      <a:pt x="42" y="124"/>
                    </a:cubicBezTo>
                    <a:cubicBezTo>
                      <a:pt x="24" y="99"/>
                      <a:pt x="32" y="56"/>
                      <a:pt x="19" y="27"/>
                    </a:cubicBezTo>
                    <a:cubicBezTo>
                      <a:pt x="15" y="16"/>
                      <a:pt x="9" y="8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81" name="Freeform 1668">
                <a:extLst>
                  <a:ext uri="{FF2B5EF4-FFF2-40B4-BE49-F238E27FC236}">
                    <a16:creationId xmlns:a16="http://schemas.microsoft.com/office/drawing/2014/main" id="{F6278819-5F86-404F-B7EE-08BA3FFC4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009"/>
                <a:ext cx="53" cy="115"/>
              </a:xfrm>
              <a:custGeom>
                <a:avLst/>
                <a:gdLst>
                  <a:gd name="T0" fmla="*/ 17 w 43"/>
                  <a:gd name="T1" fmla="*/ 0 h 86"/>
                  <a:gd name="T2" fmla="*/ 79 w 43"/>
                  <a:gd name="T3" fmla="*/ 206 h 86"/>
                  <a:gd name="T4" fmla="*/ 54 w 43"/>
                  <a:gd name="T5" fmla="*/ 44 h 86"/>
                  <a:gd name="T6" fmla="*/ 17 w 43"/>
                  <a:gd name="T7" fmla="*/ 1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6">
                    <a:moveTo>
                      <a:pt x="9" y="0"/>
                    </a:moveTo>
                    <a:cubicBezTo>
                      <a:pt x="0" y="28"/>
                      <a:pt x="21" y="69"/>
                      <a:pt x="42" y="86"/>
                    </a:cubicBezTo>
                    <a:cubicBezTo>
                      <a:pt x="30" y="64"/>
                      <a:pt x="43" y="40"/>
                      <a:pt x="29" y="19"/>
                    </a:cubicBezTo>
                    <a:cubicBezTo>
                      <a:pt x="24" y="13"/>
                      <a:pt x="16" y="6"/>
                      <a:pt x="9" y="1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82" name="Freeform 1669">
                <a:extLst>
                  <a:ext uri="{FF2B5EF4-FFF2-40B4-BE49-F238E27FC236}">
                    <a16:creationId xmlns:a16="http://schemas.microsoft.com/office/drawing/2014/main" id="{5995F188-1C81-42EB-BD62-3C2E60CC9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009"/>
                <a:ext cx="53" cy="115"/>
              </a:xfrm>
              <a:custGeom>
                <a:avLst/>
                <a:gdLst>
                  <a:gd name="T0" fmla="*/ 17 w 43"/>
                  <a:gd name="T1" fmla="*/ 0 h 86"/>
                  <a:gd name="T2" fmla="*/ 79 w 43"/>
                  <a:gd name="T3" fmla="*/ 206 h 86"/>
                  <a:gd name="T4" fmla="*/ 54 w 43"/>
                  <a:gd name="T5" fmla="*/ 44 h 86"/>
                  <a:gd name="T6" fmla="*/ 17 w 43"/>
                  <a:gd name="T7" fmla="*/ 1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6">
                    <a:moveTo>
                      <a:pt x="9" y="0"/>
                    </a:moveTo>
                    <a:cubicBezTo>
                      <a:pt x="0" y="28"/>
                      <a:pt x="21" y="69"/>
                      <a:pt x="42" y="86"/>
                    </a:cubicBezTo>
                    <a:cubicBezTo>
                      <a:pt x="30" y="64"/>
                      <a:pt x="43" y="40"/>
                      <a:pt x="29" y="19"/>
                    </a:cubicBezTo>
                    <a:cubicBezTo>
                      <a:pt x="24" y="13"/>
                      <a:pt x="16" y="6"/>
                      <a:pt x="9" y="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83" name="Freeform 1670">
                <a:extLst>
                  <a:ext uri="{FF2B5EF4-FFF2-40B4-BE49-F238E27FC236}">
                    <a16:creationId xmlns:a16="http://schemas.microsoft.com/office/drawing/2014/main" id="{717EA810-AC79-4463-A9CD-0C537CAE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549"/>
                <a:ext cx="31" cy="122"/>
              </a:xfrm>
              <a:custGeom>
                <a:avLst/>
                <a:gdLst>
                  <a:gd name="T0" fmla="*/ 32 w 25"/>
                  <a:gd name="T1" fmla="*/ 0 h 91"/>
                  <a:gd name="T2" fmla="*/ 11 w 25"/>
                  <a:gd name="T3" fmla="*/ 220 h 91"/>
                  <a:gd name="T4" fmla="*/ 7 w 25"/>
                  <a:gd name="T5" fmla="*/ 91 h 91"/>
                  <a:gd name="T6" fmla="*/ 32 w 25"/>
                  <a:gd name="T7" fmla="*/ 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91">
                    <a:moveTo>
                      <a:pt x="17" y="0"/>
                    </a:moveTo>
                    <a:cubicBezTo>
                      <a:pt x="21" y="35"/>
                      <a:pt x="25" y="59"/>
                      <a:pt x="6" y="91"/>
                    </a:cubicBezTo>
                    <a:cubicBezTo>
                      <a:pt x="0" y="80"/>
                      <a:pt x="3" y="50"/>
                      <a:pt x="4" y="38"/>
                    </a:cubicBezTo>
                    <a:cubicBezTo>
                      <a:pt x="5" y="24"/>
                      <a:pt x="13" y="15"/>
                      <a:pt x="17" y="3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84" name="Freeform 1671">
                <a:extLst>
                  <a:ext uri="{FF2B5EF4-FFF2-40B4-BE49-F238E27FC236}">
                    <a16:creationId xmlns:a16="http://schemas.microsoft.com/office/drawing/2014/main" id="{C20306AF-7CEF-482F-9516-EDC6793DD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549"/>
                <a:ext cx="31" cy="122"/>
              </a:xfrm>
              <a:custGeom>
                <a:avLst/>
                <a:gdLst>
                  <a:gd name="T0" fmla="*/ 32 w 25"/>
                  <a:gd name="T1" fmla="*/ 0 h 91"/>
                  <a:gd name="T2" fmla="*/ 11 w 25"/>
                  <a:gd name="T3" fmla="*/ 220 h 91"/>
                  <a:gd name="T4" fmla="*/ 7 w 25"/>
                  <a:gd name="T5" fmla="*/ 91 h 91"/>
                  <a:gd name="T6" fmla="*/ 32 w 25"/>
                  <a:gd name="T7" fmla="*/ 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91">
                    <a:moveTo>
                      <a:pt x="17" y="0"/>
                    </a:moveTo>
                    <a:cubicBezTo>
                      <a:pt x="21" y="35"/>
                      <a:pt x="25" y="59"/>
                      <a:pt x="6" y="91"/>
                    </a:cubicBezTo>
                    <a:cubicBezTo>
                      <a:pt x="0" y="80"/>
                      <a:pt x="3" y="50"/>
                      <a:pt x="4" y="38"/>
                    </a:cubicBezTo>
                    <a:cubicBezTo>
                      <a:pt x="5" y="24"/>
                      <a:pt x="13" y="15"/>
                      <a:pt x="17" y="3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85" name="Freeform 1672">
                <a:extLst>
                  <a:ext uri="{FF2B5EF4-FFF2-40B4-BE49-F238E27FC236}">
                    <a16:creationId xmlns:a16="http://schemas.microsoft.com/office/drawing/2014/main" id="{C61B96E3-FFE5-4B43-8689-CEE5D6B53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3147"/>
                <a:ext cx="219" cy="294"/>
              </a:xfrm>
              <a:custGeom>
                <a:avLst/>
                <a:gdLst>
                  <a:gd name="T0" fmla="*/ 343 w 175"/>
                  <a:gd name="T1" fmla="*/ 376 h 221"/>
                  <a:gd name="T2" fmla="*/ 213 w 175"/>
                  <a:gd name="T3" fmla="*/ 220 h 221"/>
                  <a:gd name="T4" fmla="*/ 0 w 175"/>
                  <a:gd name="T5" fmla="*/ 0 h 221"/>
                  <a:gd name="T6" fmla="*/ 0 w 175"/>
                  <a:gd name="T7" fmla="*/ 192 h 221"/>
                  <a:gd name="T8" fmla="*/ 148 w 175"/>
                  <a:gd name="T9" fmla="*/ 406 h 221"/>
                  <a:gd name="T10" fmla="*/ 224 w 175"/>
                  <a:gd name="T11" fmla="*/ 416 h 221"/>
                  <a:gd name="T12" fmla="*/ 343 w 175"/>
                  <a:gd name="T13" fmla="*/ 520 h 221"/>
                  <a:gd name="T14" fmla="*/ 343 w 175"/>
                  <a:gd name="T15" fmla="*/ 376 h 2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5" h="221">
                    <a:moveTo>
                      <a:pt x="175" y="160"/>
                    </a:moveTo>
                    <a:cubicBezTo>
                      <a:pt x="164" y="129"/>
                      <a:pt x="142" y="103"/>
                      <a:pt x="109" y="93"/>
                    </a:cubicBezTo>
                    <a:cubicBezTo>
                      <a:pt x="61" y="77"/>
                      <a:pt x="9" y="59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28" y="109"/>
                      <a:pt x="40" y="153"/>
                      <a:pt x="75" y="172"/>
                    </a:cubicBezTo>
                    <a:cubicBezTo>
                      <a:pt x="90" y="179"/>
                      <a:pt x="102" y="174"/>
                      <a:pt x="114" y="177"/>
                    </a:cubicBezTo>
                    <a:cubicBezTo>
                      <a:pt x="140" y="184"/>
                      <a:pt x="157" y="202"/>
                      <a:pt x="175" y="221"/>
                    </a:cubicBezTo>
                    <a:lnTo>
                      <a:pt x="175" y="160"/>
                    </a:lnTo>
                    <a:close/>
                  </a:path>
                </a:pathLst>
              </a:custGeom>
              <a:solidFill>
                <a:srgbClr val="C39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86" name="Freeform 1673">
                <a:extLst>
                  <a:ext uri="{FF2B5EF4-FFF2-40B4-BE49-F238E27FC236}">
                    <a16:creationId xmlns:a16="http://schemas.microsoft.com/office/drawing/2014/main" id="{A10E6328-FAE0-483D-9A6B-09164BA55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3273"/>
                <a:ext cx="136" cy="83"/>
              </a:xfrm>
              <a:custGeom>
                <a:avLst/>
                <a:gdLst>
                  <a:gd name="T0" fmla="*/ 0 w 109"/>
                  <a:gd name="T1" fmla="*/ 5 h 62"/>
                  <a:gd name="T2" fmla="*/ 101 w 109"/>
                  <a:gd name="T3" fmla="*/ 143 h 62"/>
                  <a:gd name="T4" fmla="*/ 182 w 109"/>
                  <a:gd name="T5" fmla="*/ 147 h 62"/>
                  <a:gd name="T6" fmla="*/ 39 w 109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62">
                    <a:moveTo>
                      <a:pt x="0" y="2"/>
                    </a:moveTo>
                    <a:cubicBezTo>
                      <a:pt x="9" y="41"/>
                      <a:pt x="12" y="58"/>
                      <a:pt x="52" y="60"/>
                    </a:cubicBezTo>
                    <a:cubicBezTo>
                      <a:pt x="65" y="60"/>
                      <a:pt x="81" y="62"/>
                      <a:pt x="94" y="61"/>
                    </a:cubicBezTo>
                    <a:cubicBezTo>
                      <a:pt x="109" y="25"/>
                      <a:pt x="44" y="6"/>
                      <a:pt x="20" y="0"/>
                    </a:cubicBezTo>
                  </a:path>
                </a:pathLst>
              </a:custGeom>
              <a:solidFill>
                <a:srgbClr val="DB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87" name="Freeform 1674">
                <a:extLst>
                  <a:ext uri="{FF2B5EF4-FFF2-40B4-BE49-F238E27FC236}">
                    <a16:creationId xmlns:a16="http://schemas.microsoft.com/office/drawing/2014/main" id="{42FAA930-48CB-4CFD-9C5F-8ADBB4EF6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291"/>
                <a:ext cx="61" cy="38"/>
              </a:xfrm>
              <a:custGeom>
                <a:avLst/>
                <a:gdLst>
                  <a:gd name="T0" fmla="*/ 2 w 49"/>
                  <a:gd name="T1" fmla="*/ 0 h 29"/>
                  <a:gd name="T2" fmla="*/ 95 w 49"/>
                  <a:gd name="T3" fmla="*/ 48 h 29"/>
                  <a:gd name="T4" fmla="*/ 11 w 49"/>
                  <a:gd name="T5" fmla="*/ 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9">
                    <a:moveTo>
                      <a:pt x="2" y="0"/>
                    </a:moveTo>
                    <a:cubicBezTo>
                      <a:pt x="0" y="24"/>
                      <a:pt x="33" y="29"/>
                      <a:pt x="49" y="21"/>
                    </a:cubicBezTo>
                    <a:cubicBezTo>
                      <a:pt x="40" y="7"/>
                      <a:pt x="21" y="6"/>
                      <a:pt x="6" y="3"/>
                    </a:cubicBezTo>
                  </a:path>
                </a:pathLst>
              </a:custGeom>
              <a:solidFill>
                <a:srgbClr val="E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88" name="Freeform 1675">
                <a:extLst>
                  <a:ext uri="{FF2B5EF4-FFF2-40B4-BE49-F238E27FC236}">
                    <a16:creationId xmlns:a16="http://schemas.microsoft.com/office/drawing/2014/main" id="{747EB33C-9F4F-40E9-944C-63488BBDF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47"/>
                <a:ext cx="777" cy="1181"/>
              </a:xfrm>
              <a:custGeom>
                <a:avLst/>
                <a:gdLst>
                  <a:gd name="T0" fmla="*/ 21 w 622"/>
                  <a:gd name="T1" fmla="*/ 92 h 886"/>
                  <a:gd name="T2" fmla="*/ 240 w 622"/>
                  <a:gd name="T3" fmla="*/ 1458 h 886"/>
                  <a:gd name="T4" fmla="*/ 477 w 622"/>
                  <a:gd name="T5" fmla="*/ 2098 h 886"/>
                  <a:gd name="T6" fmla="*/ 1213 w 622"/>
                  <a:gd name="T7" fmla="*/ 2098 h 886"/>
                  <a:gd name="T8" fmla="*/ 1190 w 622"/>
                  <a:gd name="T9" fmla="*/ 1978 h 886"/>
                  <a:gd name="T10" fmla="*/ 946 w 622"/>
                  <a:gd name="T11" fmla="*/ 1504 h 886"/>
                  <a:gd name="T12" fmla="*/ 922 w 622"/>
                  <a:gd name="T13" fmla="*/ 845 h 886"/>
                  <a:gd name="T14" fmla="*/ 762 w 622"/>
                  <a:gd name="T15" fmla="*/ 327 h 886"/>
                  <a:gd name="T16" fmla="*/ 445 w 622"/>
                  <a:gd name="T17" fmla="*/ 0 h 886"/>
                  <a:gd name="T18" fmla="*/ 0 w 622"/>
                  <a:gd name="T19" fmla="*/ 0 h 886"/>
                  <a:gd name="T20" fmla="*/ 21 w 622"/>
                  <a:gd name="T21" fmla="*/ 92 h 8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2" h="886">
                    <a:moveTo>
                      <a:pt x="11" y="39"/>
                    </a:moveTo>
                    <a:cubicBezTo>
                      <a:pt x="57" y="228"/>
                      <a:pt x="80" y="450"/>
                      <a:pt x="123" y="616"/>
                    </a:cubicBezTo>
                    <a:cubicBezTo>
                      <a:pt x="149" y="716"/>
                      <a:pt x="200" y="801"/>
                      <a:pt x="245" y="886"/>
                    </a:cubicBezTo>
                    <a:cubicBezTo>
                      <a:pt x="622" y="886"/>
                      <a:pt x="622" y="886"/>
                      <a:pt x="622" y="886"/>
                    </a:cubicBezTo>
                    <a:cubicBezTo>
                      <a:pt x="619" y="870"/>
                      <a:pt x="616" y="852"/>
                      <a:pt x="611" y="835"/>
                    </a:cubicBezTo>
                    <a:cubicBezTo>
                      <a:pt x="591" y="767"/>
                      <a:pt x="515" y="755"/>
                      <a:pt x="485" y="635"/>
                    </a:cubicBezTo>
                    <a:cubicBezTo>
                      <a:pt x="468" y="565"/>
                      <a:pt x="492" y="441"/>
                      <a:pt x="473" y="357"/>
                    </a:cubicBezTo>
                    <a:cubicBezTo>
                      <a:pt x="453" y="268"/>
                      <a:pt x="413" y="237"/>
                      <a:pt x="391" y="138"/>
                    </a:cubicBezTo>
                    <a:cubicBezTo>
                      <a:pt x="370" y="46"/>
                      <a:pt x="289" y="50"/>
                      <a:pt x="22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3"/>
                      <a:pt x="7" y="26"/>
                      <a:pt x="11" y="39"/>
                    </a:cubicBezTo>
                    <a:close/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89" name="Freeform 1676">
                <a:extLst>
                  <a:ext uri="{FF2B5EF4-FFF2-40B4-BE49-F238E27FC236}">
                    <a16:creationId xmlns:a16="http://schemas.microsoft.com/office/drawing/2014/main" id="{F70C24DC-EBA3-47F0-A461-867B9D688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687"/>
                <a:ext cx="40" cy="108"/>
              </a:xfrm>
              <a:custGeom>
                <a:avLst/>
                <a:gdLst>
                  <a:gd name="T0" fmla="*/ 16 w 32"/>
                  <a:gd name="T1" fmla="*/ 16 h 81"/>
                  <a:gd name="T2" fmla="*/ 51 w 32"/>
                  <a:gd name="T3" fmla="*/ 65 h 81"/>
                  <a:gd name="T4" fmla="*/ 63 w 32"/>
                  <a:gd name="T5" fmla="*/ 91 h 81"/>
                  <a:gd name="T6" fmla="*/ 44 w 32"/>
                  <a:gd name="T7" fmla="*/ 192 h 81"/>
                  <a:gd name="T8" fmla="*/ 24 w 32"/>
                  <a:gd name="T9" fmla="*/ 140 h 81"/>
                  <a:gd name="T10" fmla="*/ 20 w 32"/>
                  <a:gd name="T11" fmla="*/ 84 h 81"/>
                  <a:gd name="T12" fmla="*/ 5 w 32"/>
                  <a:gd name="T13" fmla="*/ 28 h 81"/>
                  <a:gd name="T14" fmla="*/ 8 w 32"/>
                  <a:gd name="T15" fmla="*/ 0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81">
                    <a:moveTo>
                      <a:pt x="8" y="7"/>
                    </a:moveTo>
                    <a:cubicBezTo>
                      <a:pt x="10" y="17"/>
                      <a:pt x="18" y="22"/>
                      <a:pt x="26" y="28"/>
                    </a:cubicBezTo>
                    <a:cubicBezTo>
                      <a:pt x="29" y="31"/>
                      <a:pt x="31" y="34"/>
                      <a:pt x="32" y="38"/>
                    </a:cubicBezTo>
                    <a:cubicBezTo>
                      <a:pt x="20" y="43"/>
                      <a:pt x="21" y="70"/>
                      <a:pt x="22" y="81"/>
                    </a:cubicBezTo>
                    <a:cubicBezTo>
                      <a:pt x="20" y="74"/>
                      <a:pt x="13" y="67"/>
                      <a:pt x="12" y="59"/>
                    </a:cubicBezTo>
                    <a:cubicBezTo>
                      <a:pt x="10" y="49"/>
                      <a:pt x="17" y="45"/>
                      <a:pt x="10" y="35"/>
                    </a:cubicBezTo>
                    <a:cubicBezTo>
                      <a:pt x="5" y="26"/>
                      <a:pt x="0" y="23"/>
                      <a:pt x="2" y="12"/>
                    </a:cubicBezTo>
                    <a:cubicBezTo>
                      <a:pt x="2" y="8"/>
                      <a:pt x="3" y="4"/>
                      <a:pt x="4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90" name="Freeform 1677">
                <a:extLst>
                  <a:ext uri="{FF2B5EF4-FFF2-40B4-BE49-F238E27FC236}">
                    <a16:creationId xmlns:a16="http://schemas.microsoft.com/office/drawing/2014/main" id="{2DC8ECCA-CB24-4185-8FDA-CB4C216CA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756"/>
                <a:ext cx="26" cy="104"/>
              </a:xfrm>
              <a:custGeom>
                <a:avLst/>
                <a:gdLst>
                  <a:gd name="T0" fmla="*/ 0 w 21"/>
                  <a:gd name="T1" fmla="*/ 0 h 78"/>
                  <a:gd name="T2" fmla="*/ 26 w 21"/>
                  <a:gd name="T3" fmla="*/ 59 h 78"/>
                  <a:gd name="T4" fmla="*/ 40 w 21"/>
                  <a:gd name="T5" fmla="*/ 112 h 78"/>
                  <a:gd name="T6" fmla="*/ 37 w 21"/>
                  <a:gd name="T7" fmla="*/ 185 h 78"/>
                  <a:gd name="T8" fmla="*/ 31 w 21"/>
                  <a:gd name="T9" fmla="*/ 156 h 78"/>
                  <a:gd name="T10" fmla="*/ 24 w 21"/>
                  <a:gd name="T11" fmla="*/ 100 h 78"/>
                  <a:gd name="T12" fmla="*/ 11 w 21"/>
                  <a:gd name="T13" fmla="*/ 48 h 78"/>
                  <a:gd name="T14" fmla="*/ 2 w 21"/>
                  <a:gd name="T15" fmla="*/ 27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78">
                    <a:moveTo>
                      <a:pt x="0" y="0"/>
                    </a:moveTo>
                    <a:cubicBezTo>
                      <a:pt x="6" y="5"/>
                      <a:pt x="10" y="18"/>
                      <a:pt x="14" y="25"/>
                    </a:cubicBezTo>
                    <a:cubicBezTo>
                      <a:pt x="18" y="33"/>
                      <a:pt x="21" y="39"/>
                      <a:pt x="21" y="47"/>
                    </a:cubicBezTo>
                    <a:cubicBezTo>
                      <a:pt x="21" y="57"/>
                      <a:pt x="20" y="69"/>
                      <a:pt x="19" y="78"/>
                    </a:cubicBezTo>
                    <a:cubicBezTo>
                      <a:pt x="18" y="74"/>
                      <a:pt x="17" y="70"/>
                      <a:pt x="16" y="66"/>
                    </a:cubicBezTo>
                    <a:cubicBezTo>
                      <a:pt x="14" y="58"/>
                      <a:pt x="14" y="50"/>
                      <a:pt x="12" y="42"/>
                    </a:cubicBezTo>
                    <a:cubicBezTo>
                      <a:pt x="10" y="34"/>
                      <a:pt x="8" y="27"/>
                      <a:pt x="6" y="20"/>
                    </a:cubicBezTo>
                    <a:cubicBezTo>
                      <a:pt x="5" y="16"/>
                      <a:pt x="4" y="13"/>
                      <a:pt x="2" y="11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91" name="Freeform 1678">
                <a:extLst>
                  <a:ext uri="{FF2B5EF4-FFF2-40B4-BE49-F238E27FC236}">
                    <a16:creationId xmlns:a16="http://schemas.microsoft.com/office/drawing/2014/main" id="{8FCA7D55-12D9-4C35-B0F8-79699198E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889"/>
                <a:ext cx="37" cy="135"/>
              </a:xfrm>
              <a:custGeom>
                <a:avLst/>
                <a:gdLst>
                  <a:gd name="T0" fmla="*/ 0 w 30"/>
                  <a:gd name="T1" fmla="*/ 0 h 101"/>
                  <a:gd name="T2" fmla="*/ 38 w 30"/>
                  <a:gd name="T3" fmla="*/ 57 h 101"/>
                  <a:gd name="T4" fmla="*/ 54 w 30"/>
                  <a:gd name="T5" fmla="*/ 128 h 101"/>
                  <a:gd name="T6" fmla="*/ 48 w 30"/>
                  <a:gd name="T7" fmla="*/ 191 h 101"/>
                  <a:gd name="T8" fmla="*/ 43 w 30"/>
                  <a:gd name="T9" fmla="*/ 241 h 101"/>
                  <a:gd name="T10" fmla="*/ 7 w 30"/>
                  <a:gd name="T11" fmla="*/ 28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01">
                    <a:moveTo>
                      <a:pt x="0" y="0"/>
                    </a:moveTo>
                    <a:cubicBezTo>
                      <a:pt x="7" y="8"/>
                      <a:pt x="15" y="14"/>
                      <a:pt x="20" y="24"/>
                    </a:cubicBezTo>
                    <a:cubicBezTo>
                      <a:pt x="25" y="33"/>
                      <a:pt x="28" y="44"/>
                      <a:pt x="29" y="54"/>
                    </a:cubicBezTo>
                    <a:cubicBezTo>
                      <a:pt x="30" y="63"/>
                      <a:pt x="28" y="72"/>
                      <a:pt x="26" y="80"/>
                    </a:cubicBezTo>
                    <a:cubicBezTo>
                      <a:pt x="25" y="87"/>
                      <a:pt x="26" y="95"/>
                      <a:pt x="23" y="101"/>
                    </a:cubicBezTo>
                    <a:cubicBezTo>
                      <a:pt x="16" y="73"/>
                      <a:pt x="22" y="36"/>
                      <a:pt x="4" y="12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92" name="Freeform 1679">
                <a:extLst>
                  <a:ext uri="{FF2B5EF4-FFF2-40B4-BE49-F238E27FC236}">
                    <a16:creationId xmlns:a16="http://schemas.microsoft.com/office/drawing/2014/main" id="{55366B8D-6159-4373-849C-16461B634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913"/>
                <a:ext cx="24" cy="80"/>
              </a:xfrm>
              <a:custGeom>
                <a:avLst/>
                <a:gdLst>
                  <a:gd name="T0" fmla="*/ 0 w 19"/>
                  <a:gd name="T1" fmla="*/ 0 h 60"/>
                  <a:gd name="T2" fmla="*/ 23 w 19"/>
                  <a:gd name="T3" fmla="*/ 59 h 60"/>
                  <a:gd name="T4" fmla="*/ 30 w 19"/>
                  <a:gd name="T5" fmla="*/ 100 h 60"/>
                  <a:gd name="T6" fmla="*/ 30 w 19"/>
                  <a:gd name="T7" fmla="*/ 143 h 60"/>
                  <a:gd name="T8" fmla="*/ 37 w 19"/>
                  <a:gd name="T9" fmla="*/ 64 h 60"/>
                  <a:gd name="T10" fmla="*/ 8 w 19"/>
                  <a:gd name="T11" fmla="*/ 5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60">
                    <a:moveTo>
                      <a:pt x="0" y="0"/>
                    </a:moveTo>
                    <a:cubicBezTo>
                      <a:pt x="7" y="6"/>
                      <a:pt x="9" y="17"/>
                      <a:pt x="11" y="25"/>
                    </a:cubicBezTo>
                    <a:cubicBezTo>
                      <a:pt x="13" y="30"/>
                      <a:pt x="14" y="36"/>
                      <a:pt x="15" y="42"/>
                    </a:cubicBezTo>
                    <a:cubicBezTo>
                      <a:pt x="16" y="48"/>
                      <a:pt x="13" y="55"/>
                      <a:pt x="15" y="60"/>
                    </a:cubicBezTo>
                    <a:cubicBezTo>
                      <a:pt x="18" y="51"/>
                      <a:pt x="19" y="37"/>
                      <a:pt x="18" y="27"/>
                    </a:cubicBezTo>
                    <a:cubicBezTo>
                      <a:pt x="16" y="16"/>
                      <a:pt x="9" y="10"/>
                      <a:pt x="4" y="2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93" name="Freeform 1680">
                <a:extLst>
                  <a:ext uri="{FF2B5EF4-FFF2-40B4-BE49-F238E27FC236}">
                    <a16:creationId xmlns:a16="http://schemas.microsoft.com/office/drawing/2014/main" id="{A6BA11BF-05AF-43DF-92AE-764190694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956"/>
                <a:ext cx="117" cy="168"/>
              </a:xfrm>
              <a:custGeom>
                <a:avLst/>
                <a:gdLst>
                  <a:gd name="T0" fmla="*/ 30 w 93"/>
                  <a:gd name="T1" fmla="*/ 0 h 126"/>
                  <a:gd name="T2" fmla="*/ 10 w 93"/>
                  <a:gd name="T3" fmla="*/ 171 h 126"/>
                  <a:gd name="T4" fmla="*/ 39 w 93"/>
                  <a:gd name="T5" fmla="*/ 251 h 126"/>
                  <a:gd name="T6" fmla="*/ 86 w 93"/>
                  <a:gd name="T7" fmla="*/ 299 h 126"/>
                  <a:gd name="T8" fmla="*/ 87 w 93"/>
                  <a:gd name="T9" fmla="*/ 208 h 126"/>
                  <a:gd name="T10" fmla="*/ 106 w 93"/>
                  <a:gd name="T11" fmla="*/ 233 h 126"/>
                  <a:gd name="T12" fmla="*/ 136 w 93"/>
                  <a:gd name="T13" fmla="*/ 256 h 126"/>
                  <a:gd name="T14" fmla="*/ 185 w 93"/>
                  <a:gd name="T15" fmla="*/ 284 h 126"/>
                  <a:gd name="T16" fmla="*/ 146 w 93"/>
                  <a:gd name="T17" fmla="*/ 149 h 126"/>
                  <a:gd name="T18" fmla="*/ 78 w 93"/>
                  <a:gd name="T19" fmla="*/ 119 h 126"/>
                  <a:gd name="T20" fmla="*/ 33 w 93"/>
                  <a:gd name="T21" fmla="*/ 12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" h="126">
                    <a:moveTo>
                      <a:pt x="15" y="0"/>
                    </a:moveTo>
                    <a:cubicBezTo>
                      <a:pt x="6" y="25"/>
                      <a:pt x="0" y="46"/>
                      <a:pt x="5" y="72"/>
                    </a:cubicBezTo>
                    <a:cubicBezTo>
                      <a:pt x="8" y="85"/>
                      <a:pt x="13" y="95"/>
                      <a:pt x="20" y="106"/>
                    </a:cubicBezTo>
                    <a:cubicBezTo>
                      <a:pt x="26" y="116"/>
                      <a:pt x="36" y="120"/>
                      <a:pt x="43" y="126"/>
                    </a:cubicBezTo>
                    <a:cubicBezTo>
                      <a:pt x="42" y="120"/>
                      <a:pt x="35" y="87"/>
                      <a:pt x="44" y="88"/>
                    </a:cubicBezTo>
                    <a:cubicBezTo>
                      <a:pt x="47" y="88"/>
                      <a:pt x="51" y="96"/>
                      <a:pt x="53" y="98"/>
                    </a:cubicBezTo>
                    <a:cubicBezTo>
                      <a:pt x="58" y="102"/>
                      <a:pt x="63" y="105"/>
                      <a:pt x="68" y="108"/>
                    </a:cubicBezTo>
                    <a:cubicBezTo>
                      <a:pt x="75" y="112"/>
                      <a:pt x="85" y="119"/>
                      <a:pt x="93" y="120"/>
                    </a:cubicBezTo>
                    <a:cubicBezTo>
                      <a:pt x="77" y="107"/>
                      <a:pt x="70" y="77"/>
                      <a:pt x="73" y="63"/>
                    </a:cubicBezTo>
                    <a:cubicBezTo>
                      <a:pt x="63" y="69"/>
                      <a:pt x="48" y="57"/>
                      <a:pt x="39" y="50"/>
                    </a:cubicBezTo>
                    <a:cubicBezTo>
                      <a:pt x="31" y="44"/>
                      <a:pt x="13" y="16"/>
                      <a:pt x="17" y="5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94" name="Freeform 1681">
                <a:extLst>
                  <a:ext uri="{FF2B5EF4-FFF2-40B4-BE49-F238E27FC236}">
                    <a16:creationId xmlns:a16="http://schemas.microsoft.com/office/drawing/2014/main" id="{D2BBE6B0-4154-4374-A514-FCDCC52A6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2817"/>
                <a:ext cx="98" cy="344"/>
              </a:xfrm>
              <a:custGeom>
                <a:avLst/>
                <a:gdLst>
                  <a:gd name="T0" fmla="*/ 140 w 79"/>
                  <a:gd name="T1" fmla="*/ 313 h 258"/>
                  <a:gd name="T2" fmla="*/ 124 w 79"/>
                  <a:gd name="T3" fmla="*/ 212 h 258"/>
                  <a:gd name="T4" fmla="*/ 84 w 79"/>
                  <a:gd name="T5" fmla="*/ 135 h 258"/>
                  <a:gd name="T6" fmla="*/ 33 w 79"/>
                  <a:gd name="T7" fmla="*/ 55 h 258"/>
                  <a:gd name="T8" fmla="*/ 11 w 79"/>
                  <a:gd name="T9" fmla="*/ 0 h 258"/>
                  <a:gd name="T10" fmla="*/ 1 w 79"/>
                  <a:gd name="T11" fmla="*/ 0 h 258"/>
                  <a:gd name="T12" fmla="*/ 11 w 79"/>
                  <a:gd name="T13" fmla="*/ 107 h 258"/>
                  <a:gd name="T14" fmla="*/ 14 w 79"/>
                  <a:gd name="T15" fmla="*/ 185 h 258"/>
                  <a:gd name="T16" fmla="*/ 37 w 79"/>
                  <a:gd name="T17" fmla="*/ 356 h 258"/>
                  <a:gd name="T18" fmla="*/ 84 w 79"/>
                  <a:gd name="T19" fmla="*/ 496 h 258"/>
                  <a:gd name="T20" fmla="*/ 117 w 79"/>
                  <a:gd name="T21" fmla="*/ 556 h 258"/>
                  <a:gd name="T22" fmla="*/ 129 w 79"/>
                  <a:gd name="T23" fmla="*/ 612 h 258"/>
                  <a:gd name="T24" fmla="*/ 141 w 79"/>
                  <a:gd name="T25" fmla="*/ 543 h 258"/>
                  <a:gd name="T26" fmla="*/ 140 w 79"/>
                  <a:gd name="T27" fmla="*/ 313 h 2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9" h="258">
                    <a:moveTo>
                      <a:pt x="73" y="132"/>
                    </a:moveTo>
                    <a:cubicBezTo>
                      <a:pt x="72" y="117"/>
                      <a:pt x="70" y="103"/>
                      <a:pt x="65" y="89"/>
                    </a:cubicBezTo>
                    <a:cubicBezTo>
                      <a:pt x="61" y="76"/>
                      <a:pt x="53" y="68"/>
                      <a:pt x="44" y="57"/>
                    </a:cubicBezTo>
                    <a:cubicBezTo>
                      <a:pt x="35" y="46"/>
                      <a:pt x="26" y="35"/>
                      <a:pt x="18" y="23"/>
                    </a:cubicBezTo>
                    <a:cubicBezTo>
                      <a:pt x="14" y="16"/>
                      <a:pt x="12" y="4"/>
                      <a:pt x="6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4"/>
                      <a:pt x="5" y="30"/>
                      <a:pt x="6" y="45"/>
                    </a:cubicBezTo>
                    <a:cubicBezTo>
                      <a:pt x="7" y="56"/>
                      <a:pt x="4" y="68"/>
                      <a:pt x="7" y="78"/>
                    </a:cubicBezTo>
                    <a:cubicBezTo>
                      <a:pt x="12" y="101"/>
                      <a:pt x="28" y="126"/>
                      <a:pt x="19" y="150"/>
                    </a:cubicBezTo>
                    <a:cubicBezTo>
                      <a:pt x="38" y="158"/>
                      <a:pt x="33" y="194"/>
                      <a:pt x="44" y="209"/>
                    </a:cubicBezTo>
                    <a:cubicBezTo>
                      <a:pt x="50" y="217"/>
                      <a:pt x="59" y="225"/>
                      <a:pt x="61" y="235"/>
                    </a:cubicBezTo>
                    <a:cubicBezTo>
                      <a:pt x="63" y="243"/>
                      <a:pt x="61" y="252"/>
                      <a:pt x="68" y="258"/>
                    </a:cubicBezTo>
                    <a:cubicBezTo>
                      <a:pt x="74" y="253"/>
                      <a:pt x="73" y="236"/>
                      <a:pt x="74" y="229"/>
                    </a:cubicBezTo>
                    <a:cubicBezTo>
                      <a:pt x="79" y="196"/>
                      <a:pt x="76" y="164"/>
                      <a:pt x="73" y="132"/>
                    </a:cubicBezTo>
                    <a:close/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95" name="Freeform 1682">
                <a:extLst>
                  <a:ext uri="{FF2B5EF4-FFF2-40B4-BE49-F238E27FC236}">
                    <a16:creationId xmlns:a16="http://schemas.microsoft.com/office/drawing/2014/main" id="{01966818-9EB6-44D9-B8B4-50D4137E2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556"/>
                <a:ext cx="28" cy="111"/>
              </a:xfrm>
              <a:custGeom>
                <a:avLst/>
                <a:gdLst>
                  <a:gd name="T0" fmla="*/ 23 w 22"/>
                  <a:gd name="T1" fmla="*/ 0 h 83"/>
                  <a:gd name="T2" fmla="*/ 37 w 22"/>
                  <a:gd name="T3" fmla="*/ 132 h 83"/>
                  <a:gd name="T4" fmla="*/ 0 w 22"/>
                  <a:gd name="T5" fmla="*/ 198 h 83"/>
                  <a:gd name="T6" fmla="*/ 23 w 22"/>
                  <a:gd name="T7" fmla="*/ 43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83">
                    <a:moveTo>
                      <a:pt x="11" y="0"/>
                    </a:moveTo>
                    <a:cubicBezTo>
                      <a:pt x="22" y="10"/>
                      <a:pt x="21" y="42"/>
                      <a:pt x="18" y="55"/>
                    </a:cubicBezTo>
                    <a:cubicBezTo>
                      <a:pt x="17" y="62"/>
                      <a:pt x="7" y="82"/>
                      <a:pt x="0" y="83"/>
                    </a:cubicBezTo>
                    <a:cubicBezTo>
                      <a:pt x="3" y="66"/>
                      <a:pt x="16" y="37"/>
                      <a:pt x="11" y="18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96" name="Freeform 1683">
                <a:extLst>
                  <a:ext uri="{FF2B5EF4-FFF2-40B4-BE49-F238E27FC236}">
                    <a16:creationId xmlns:a16="http://schemas.microsoft.com/office/drawing/2014/main" id="{213FCEC1-85A2-484D-9430-F9069B176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3380"/>
                <a:ext cx="73" cy="175"/>
              </a:xfrm>
              <a:custGeom>
                <a:avLst/>
                <a:gdLst>
                  <a:gd name="T0" fmla="*/ 0 w 58"/>
                  <a:gd name="T1" fmla="*/ 33 h 131"/>
                  <a:gd name="T2" fmla="*/ 6 w 58"/>
                  <a:gd name="T3" fmla="*/ 73 h 131"/>
                  <a:gd name="T4" fmla="*/ 14 w 58"/>
                  <a:gd name="T5" fmla="*/ 127 h 131"/>
                  <a:gd name="T6" fmla="*/ 48 w 58"/>
                  <a:gd name="T7" fmla="*/ 212 h 131"/>
                  <a:gd name="T8" fmla="*/ 106 w 58"/>
                  <a:gd name="T9" fmla="*/ 313 h 131"/>
                  <a:gd name="T10" fmla="*/ 103 w 58"/>
                  <a:gd name="T11" fmla="*/ 222 h 131"/>
                  <a:gd name="T12" fmla="*/ 98 w 58"/>
                  <a:gd name="T13" fmla="*/ 95 h 131"/>
                  <a:gd name="T14" fmla="*/ 1 w 58"/>
                  <a:gd name="T15" fmla="*/ 15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131">
                    <a:moveTo>
                      <a:pt x="0" y="14"/>
                    </a:moveTo>
                    <a:cubicBezTo>
                      <a:pt x="3" y="20"/>
                      <a:pt x="2" y="26"/>
                      <a:pt x="3" y="31"/>
                    </a:cubicBezTo>
                    <a:cubicBezTo>
                      <a:pt x="3" y="39"/>
                      <a:pt x="5" y="46"/>
                      <a:pt x="7" y="53"/>
                    </a:cubicBezTo>
                    <a:cubicBezTo>
                      <a:pt x="12" y="66"/>
                      <a:pt x="19" y="76"/>
                      <a:pt x="24" y="89"/>
                    </a:cubicBezTo>
                    <a:cubicBezTo>
                      <a:pt x="32" y="109"/>
                      <a:pt x="38" y="119"/>
                      <a:pt x="53" y="131"/>
                    </a:cubicBezTo>
                    <a:cubicBezTo>
                      <a:pt x="58" y="118"/>
                      <a:pt x="54" y="106"/>
                      <a:pt x="52" y="93"/>
                    </a:cubicBezTo>
                    <a:cubicBezTo>
                      <a:pt x="50" y="75"/>
                      <a:pt x="55" y="58"/>
                      <a:pt x="49" y="40"/>
                    </a:cubicBezTo>
                    <a:cubicBezTo>
                      <a:pt x="43" y="24"/>
                      <a:pt x="21" y="0"/>
                      <a:pt x="1" y="6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97" name="Freeform 1684">
                <a:extLst>
                  <a:ext uri="{FF2B5EF4-FFF2-40B4-BE49-F238E27FC236}">
                    <a16:creationId xmlns:a16="http://schemas.microsoft.com/office/drawing/2014/main" id="{B6FD01D2-A974-48A7-94FF-06322271B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125"/>
                <a:ext cx="87" cy="246"/>
              </a:xfrm>
              <a:custGeom>
                <a:avLst/>
                <a:gdLst>
                  <a:gd name="T0" fmla="*/ 122 w 69"/>
                  <a:gd name="T1" fmla="*/ 255 h 184"/>
                  <a:gd name="T2" fmla="*/ 139 w 69"/>
                  <a:gd name="T3" fmla="*/ 377 h 184"/>
                  <a:gd name="T4" fmla="*/ 134 w 69"/>
                  <a:gd name="T5" fmla="*/ 420 h 184"/>
                  <a:gd name="T6" fmla="*/ 130 w 69"/>
                  <a:gd name="T7" fmla="*/ 440 h 184"/>
                  <a:gd name="T8" fmla="*/ 68 w 69"/>
                  <a:gd name="T9" fmla="*/ 366 h 184"/>
                  <a:gd name="T10" fmla="*/ 33 w 69"/>
                  <a:gd name="T11" fmla="*/ 207 h 184"/>
                  <a:gd name="T12" fmla="*/ 0 w 69"/>
                  <a:gd name="T13" fmla="*/ 5 h 184"/>
                  <a:gd name="T14" fmla="*/ 53 w 69"/>
                  <a:gd name="T15" fmla="*/ 21 h 184"/>
                  <a:gd name="T16" fmla="*/ 74 w 69"/>
                  <a:gd name="T17" fmla="*/ 44 h 184"/>
                  <a:gd name="T18" fmla="*/ 134 w 69"/>
                  <a:gd name="T19" fmla="*/ 127 h 184"/>
                  <a:gd name="T20" fmla="*/ 129 w 69"/>
                  <a:gd name="T21" fmla="*/ 158 h 184"/>
                  <a:gd name="T22" fmla="*/ 129 w 69"/>
                  <a:gd name="T23" fmla="*/ 182 h 1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84">
                    <a:moveTo>
                      <a:pt x="61" y="107"/>
                    </a:moveTo>
                    <a:cubicBezTo>
                      <a:pt x="65" y="123"/>
                      <a:pt x="68" y="141"/>
                      <a:pt x="69" y="158"/>
                    </a:cubicBezTo>
                    <a:cubicBezTo>
                      <a:pt x="69" y="164"/>
                      <a:pt x="69" y="170"/>
                      <a:pt x="67" y="176"/>
                    </a:cubicBezTo>
                    <a:cubicBezTo>
                      <a:pt x="67" y="179"/>
                      <a:pt x="65" y="181"/>
                      <a:pt x="65" y="184"/>
                    </a:cubicBezTo>
                    <a:cubicBezTo>
                      <a:pt x="52" y="181"/>
                      <a:pt x="41" y="163"/>
                      <a:pt x="34" y="153"/>
                    </a:cubicBezTo>
                    <a:cubicBezTo>
                      <a:pt x="23" y="134"/>
                      <a:pt x="17" y="109"/>
                      <a:pt x="17" y="87"/>
                    </a:cubicBezTo>
                    <a:cubicBezTo>
                      <a:pt x="19" y="57"/>
                      <a:pt x="14" y="28"/>
                      <a:pt x="0" y="2"/>
                    </a:cubicBezTo>
                    <a:cubicBezTo>
                      <a:pt x="8" y="0"/>
                      <a:pt x="18" y="8"/>
                      <a:pt x="26" y="9"/>
                    </a:cubicBezTo>
                    <a:cubicBezTo>
                      <a:pt x="35" y="11"/>
                      <a:pt x="35" y="10"/>
                      <a:pt x="37" y="19"/>
                    </a:cubicBezTo>
                    <a:cubicBezTo>
                      <a:pt x="42" y="35"/>
                      <a:pt x="54" y="45"/>
                      <a:pt x="67" y="53"/>
                    </a:cubicBezTo>
                    <a:cubicBezTo>
                      <a:pt x="65" y="57"/>
                      <a:pt x="64" y="61"/>
                      <a:pt x="64" y="66"/>
                    </a:cubicBezTo>
                    <a:cubicBezTo>
                      <a:pt x="64" y="68"/>
                      <a:pt x="64" y="78"/>
                      <a:pt x="64" y="76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98" name="Freeform 1685">
                <a:extLst>
                  <a:ext uri="{FF2B5EF4-FFF2-40B4-BE49-F238E27FC236}">
                    <a16:creationId xmlns:a16="http://schemas.microsoft.com/office/drawing/2014/main" id="{BC7432BA-35C2-4AAE-9232-806DC3B94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3141"/>
                <a:ext cx="55" cy="167"/>
              </a:xfrm>
              <a:custGeom>
                <a:avLst/>
                <a:gdLst>
                  <a:gd name="T0" fmla="*/ 39 w 44"/>
                  <a:gd name="T1" fmla="*/ 84 h 125"/>
                  <a:gd name="T2" fmla="*/ 70 w 44"/>
                  <a:gd name="T3" fmla="*/ 219 h 125"/>
                  <a:gd name="T4" fmla="*/ 79 w 44"/>
                  <a:gd name="T5" fmla="*/ 265 h 125"/>
                  <a:gd name="T6" fmla="*/ 83 w 44"/>
                  <a:gd name="T7" fmla="*/ 298 h 125"/>
                  <a:gd name="T8" fmla="*/ 80 w 44"/>
                  <a:gd name="T9" fmla="*/ 248 h 125"/>
                  <a:gd name="T10" fmla="*/ 75 w 44"/>
                  <a:gd name="T11" fmla="*/ 176 h 125"/>
                  <a:gd name="T12" fmla="*/ 63 w 44"/>
                  <a:gd name="T13" fmla="*/ 120 h 125"/>
                  <a:gd name="T14" fmla="*/ 41 w 44"/>
                  <a:gd name="T15" fmla="*/ 79 h 125"/>
                  <a:gd name="T16" fmla="*/ 38 w 44"/>
                  <a:gd name="T17" fmla="*/ 16 h 125"/>
                  <a:gd name="T18" fmla="*/ 0 w 44"/>
                  <a:gd name="T19" fmla="*/ 9 h 125"/>
                  <a:gd name="T20" fmla="*/ 10 w 44"/>
                  <a:gd name="T21" fmla="*/ 36 h 1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125">
                    <a:moveTo>
                      <a:pt x="20" y="35"/>
                    </a:moveTo>
                    <a:cubicBezTo>
                      <a:pt x="29" y="54"/>
                      <a:pt x="33" y="72"/>
                      <a:pt x="36" y="92"/>
                    </a:cubicBezTo>
                    <a:cubicBezTo>
                      <a:pt x="36" y="99"/>
                      <a:pt x="38" y="104"/>
                      <a:pt x="40" y="111"/>
                    </a:cubicBezTo>
                    <a:cubicBezTo>
                      <a:pt x="41" y="115"/>
                      <a:pt x="40" y="120"/>
                      <a:pt x="42" y="125"/>
                    </a:cubicBezTo>
                    <a:cubicBezTo>
                      <a:pt x="44" y="119"/>
                      <a:pt x="41" y="111"/>
                      <a:pt x="41" y="104"/>
                    </a:cubicBezTo>
                    <a:cubicBezTo>
                      <a:pt x="41" y="93"/>
                      <a:pt x="40" y="84"/>
                      <a:pt x="38" y="74"/>
                    </a:cubicBezTo>
                    <a:cubicBezTo>
                      <a:pt x="36" y="66"/>
                      <a:pt x="35" y="57"/>
                      <a:pt x="32" y="50"/>
                    </a:cubicBezTo>
                    <a:cubicBezTo>
                      <a:pt x="29" y="44"/>
                      <a:pt x="23" y="39"/>
                      <a:pt x="21" y="33"/>
                    </a:cubicBezTo>
                    <a:cubicBezTo>
                      <a:pt x="18" y="26"/>
                      <a:pt x="22" y="14"/>
                      <a:pt x="19" y="7"/>
                    </a:cubicBezTo>
                    <a:cubicBezTo>
                      <a:pt x="15" y="0"/>
                      <a:pt x="6" y="4"/>
                      <a:pt x="0" y="4"/>
                    </a:cubicBezTo>
                    <a:cubicBezTo>
                      <a:pt x="0" y="9"/>
                      <a:pt x="2" y="12"/>
                      <a:pt x="5" y="15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99" name="Freeform 1686">
                <a:extLst>
                  <a:ext uri="{FF2B5EF4-FFF2-40B4-BE49-F238E27FC236}">
                    <a16:creationId xmlns:a16="http://schemas.microsoft.com/office/drawing/2014/main" id="{8896927B-38B4-48CE-A823-00EDC8160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265"/>
                <a:ext cx="87" cy="208"/>
              </a:xfrm>
              <a:custGeom>
                <a:avLst/>
                <a:gdLst>
                  <a:gd name="T0" fmla="*/ 101 w 70"/>
                  <a:gd name="T1" fmla="*/ 0 h 156"/>
                  <a:gd name="T2" fmla="*/ 101 w 70"/>
                  <a:gd name="T3" fmla="*/ 71 h 156"/>
                  <a:gd name="T4" fmla="*/ 117 w 70"/>
                  <a:gd name="T5" fmla="*/ 135 h 156"/>
                  <a:gd name="T6" fmla="*/ 128 w 70"/>
                  <a:gd name="T7" fmla="*/ 171 h 156"/>
                  <a:gd name="T8" fmla="*/ 121 w 70"/>
                  <a:gd name="T9" fmla="*/ 187 h 156"/>
                  <a:gd name="T10" fmla="*/ 113 w 70"/>
                  <a:gd name="T11" fmla="*/ 219 h 156"/>
                  <a:gd name="T12" fmla="*/ 116 w 70"/>
                  <a:gd name="T13" fmla="*/ 315 h 156"/>
                  <a:gd name="T14" fmla="*/ 134 w 70"/>
                  <a:gd name="T15" fmla="*/ 369 h 156"/>
                  <a:gd name="T16" fmla="*/ 102 w 70"/>
                  <a:gd name="T17" fmla="*/ 361 h 156"/>
                  <a:gd name="T18" fmla="*/ 39 w 70"/>
                  <a:gd name="T19" fmla="*/ 283 h 156"/>
                  <a:gd name="T20" fmla="*/ 9 w 70"/>
                  <a:gd name="T21" fmla="*/ 100 h 156"/>
                  <a:gd name="T22" fmla="*/ 21 w 70"/>
                  <a:gd name="T23" fmla="*/ 20 h 156"/>
                  <a:gd name="T24" fmla="*/ 88 w 70"/>
                  <a:gd name="T25" fmla="*/ 31 h 1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156">
                    <a:moveTo>
                      <a:pt x="52" y="0"/>
                    </a:moveTo>
                    <a:cubicBezTo>
                      <a:pt x="48" y="8"/>
                      <a:pt x="50" y="22"/>
                      <a:pt x="52" y="30"/>
                    </a:cubicBezTo>
                    <a:cubicBezTo>
                      <a:pt x="53" y="39"/>
                      <a:pt x="58" y="48"/>
                      <a:pt x="61" y="57"/>
                    </a:cubicBezTo>
                    <a:cubicBezTo>
                      <a:pt x="63" y="61"/>
                      <a:pt x="68" y="68"/>
                      <a:pt x="67" y="72"/>
                    </a:cubicBezTo>
                    <a:cubicBezTo>
                      <a:pt x="67" y="74"/>
                      <a:pt x="64" y="77"/>
                      <a:pt x="63" y="79"/>
                    </a:cubicBezTo>
                    <a:cubicBezTo>
                      <a:pt x="61" y="83"/>
                      <a:pt x="60" y="88"/>
                      <a:pt x="59" y="92"/>
                    </a:cubicBezTo>
                    <a:cubicBezTo>
                      <a:pt x="56" y="106"/>
                      <a:pt x="58" y="120"/>
                      <a:pt x="60" y="133"/>
                    </a:cubicBezTo>
                    <a:cubicBezTo>
                      <a:pt x="62" y="142"/>
                      <a:pt x="67" y="148"/>
                      <a:pt x="70" y="156"/>
                    </a:cubicBezTo>
                    <a:cubicBezTo>
                      <a:pt x="64" y="153"/>
                      <a:pt x="59" y="155"/>
                      <a:pt x="53" y="152"/>
                    </a:cubicBezTo>
                    <a:cubicBezTo>
                      <a:pt x="37" y="146"/>
                      <a:pt x="27" y="135"/>
                      <a:pt x="20" y="119"/>
                    </a:cubicBezTo>
                    <a:cubicBezTo>
                      <a:pt x="11" y="95"/>
                      <a:pt x="6" y="71"/>
                      <a:pt x="5" y="42"/>
                    </a:cubicBezTo>
                    <a:cubicBezTo>
                      <a:pt x="5" y="35"/>
                      <a:pt x="0" y="10"/>
                      <a:pt x="11" y="8"/>
                    </a:cubicBezTo>
                    <a:cubicBezTo>
                      <a:pt x="19" y="21"/>
                      <a:pt x="40" y="39"/>
                      <a:pt x="46" y="13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00" name="Freeform 1687">
                <a:extLst>
                  <a:ext uri="{FF2B5EF4-FFF2-40B4-BE49-F238E27FC236}">
                    <a16:creationId xmlns:a16="http://schemas.microsoft.com/office/drawing/2014/main" id="{1577E9D5-AE8A-40B6-B491-EDBE9E915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547"/>
                <a:ext cx="276" cy="1181"/>
              </a:xfrm>
              <a:custGeom>
                <a:avLst/>
                <a:gdLst>
                  <a:gd name="T0" fmla="*/ 0 w 221"/>
                  <a:gd name="T1" fmla="*/ 0 h 886"/>
                  <a:gd name="T2" fmla="*/ 350 w 221"/>
                  <a:gd name="T3" fmla="*/ 2098 h 886"/>
                  <a:gd name="T4" fmla="*/ 431 w 221"/>
                  <a:gd name="T5" fmla="*/ 2098 h 886"/>
                  <a:gd name="T6" fmla="*/ 84 w 221"/>
                  <a:gd name="T7" fmla="*/ 0 h 886"/>
                  <a:gd name="T8" fmla="*/ 0 w 221"/>
                  <a:gd name="T9" fmla="*/ 0 h 8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886">
                    <a:moveTo>
                      <a:pt x="0" y="0"/>
                    </a:moveTo>
                    <a:cubicBezTo>
                      <a:pt x="54" y="310"/>
                      <a:pt x="115" y="623"/>
                      <a:pt x="179" y="886"/>
                    </a:cubicBezTo>
                    <a:cubicBezTo>
                      <a:pt x="221" y="886"/>
                      <a:pt x="221" y="886"/>
                      <a:pt x="221" y="886"/>
                    </a:cubicBezTo>
                    <a:cubicBezTo>
                      <a:pt x="152" y="613"/>
                      <a:pt x="93" y="303"/>
                      <a:pt x="4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01" name="Freeform 1688">
                <a:extLst>
                  <a:ext uri="{FF2B5EF4-FFF2-40B4-BE49-F238E27FC236}">
                    <a16:creationId xmlns:a16="http://schemas.microsoft.com/office/drawing/2014/main" id="{A02DAC72-6735-4D47-9399-F1044405F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547"/>
                <a:ext cx="551" cy="1181"/>
              </a:xfrm>
              <a:custGeom>
                <a:avLst/>
                <a:gdLst>
                  <a:gd name="T0" fmla="*/ 362 w 441"/>
                  <a:gd name="T1" fmla="*/ 2098 h 886"/>
                  <a:gd name="T2" fmla="*/ 860 w 441"/>
                  <a:gd name="T3" fmla="*/ 2098 h 886"/>
                  <a:gd name="T4" fmla="*/ 623 w 441"/>
                  <a:gd name="T5" fmla="*/ 1458 h 886"/>
                  <a:gd name="T6" fmla="*/ 405 w 441"/>
                  <a:gd name="T7" fmla="*/ 92 h 886"/>
                  <a:gd name="T8" fmla="*/ 382 w 441"/>
                  <a:gd name="T9" fmla="*/ 0 h 886"/>
                  <a:gd name="T10" fmla="*/ 0 w 441"/>
                  <a:gd name="T11" fmla="*/ 0 h 886"/>
                  <a:gd name="T12" fmla="*/ 362 w 441"/>
                  <a:gd name="T13" fmla="*/ 2098 h 8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1" h="886">
                    <a:moveTo>
                      <a:pt x="186" y="886"/>
                    </a:moveTo>
                    <a:cubicBezTo>
                      <a:pt x="441" y="886"/>
                      <a:pt x="441" y="886"/>
                      <a:pt x="441" y="886"/>
                    </a:cubicBezTo>
                    <a:cubicBezTo>
                      <a:pt x="396" y="801"/>
                      <a:pt x="345" y="716"/>
                      <a:pt x="319" y="616"/>
                    </a:cubicBezTo>
                    <a:cubicBezTo>
                      <a:pt x="276" y="450"/>
                      <a:pt x="253" y="228"/>
                      <a:pt x="207" y="39"/>
                    </a:cubicBezTo>
                    <a:cubicBezTo>
                      <a:pt x="203" y="26"/>
                      <a:pt x="200" y="13"/>
                      <a:pt x="19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2" y="303"/>
                      <a:pt x="113" y="610"/>
                      <a:pt x="186" y="886"/>
                    </a:cubicBezTo>
                    <a:close/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02" name="Freeform 1689">
                <a:extLst>
                  <a:ext uri="{FF2B5EF4-FFF2-40B4-BE49-F238E27FC236}">
                    <a16:creationId xmlns:a16="http://schemas.microsoft.com/office/drawing/2014/main" id="{49751EAE-89C5-46EA-9427-663ACCE92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924"/>
                <a:ext cx="82" cy="327"/>
              </a:xfrm>
              <a:custGeom>
                <a:avLst/>
                <a:gdLst>
                  <a:gd name="T0" fmla="*/ 46 w 66"/>
                  <a:gd name="T1" fmla="*/ 21 h 245"/>
                  <a:gd name="T2" fmla="*/ 40 w 66"/>
                  <a:gd name="T3" fmla="*/ 49 h 245"/>
                  <a:gd name="T4" fmla="*/ 31 w 66"/>
                  <a:gd name="T5" fmla="*/ 48 h 245"/>
                  <a:gd name="T6" fmla="*/ 7 w 66"/>
                  <a:gd name="T7" fmla="*/ 0 h 245"/>
                  <a:gd name="T8" fmla="*/ 26 w 66"/>
                  <a:gd name="T9" fmla="*/ 63 h 245"/>
                  <a:gd name="T10" fmla="*/ 34 w 66"/>
                  <a:gd name="T11" fmla="*/ 128 h 245"/>
                  <a:gd name="T12" fmla="*/ 66 w 66"/>
                  <a:gd name="T13" fmla="*/ 259 h 245"/>
                  <a:gd name="T14" fmla="*/ 78 w 66"/>
                  <a:gd name="T15" fmla="*/ 431 h 245"/>
                  <a:gd name="T16" fmla="*/ 123 w 66"/>
                  <a:gd name="T17" fmla="*/ 582 h 245"/>
                  <a:gd name="T18" fmla="*/ 102 w 66"/>
                  <a:gd name="T19" fmla="*/ 383 h 245"/>
                  <a:gd name="T20" fmla="*/ 77 w 66"/>
                  <a:gd name="T21" fmla="*/ 262 h 245"/>
                  <a:gd name="T22" fmla="*/ 57 w 66"/>
                  <a:gd name="T23" fmla="*/ 176 h 245"/>
                  <a:gd name="T24" fmla="*/ 52 w 66"/>
                  <a:gd name="T25" fmla="*/ 112 h 2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245">
                    <a:moveTo>
                      <a:pt x="24" y="9"/>
                    </a:moveTo>
                    <a:cubicBezTo>
                      <a:pt x="24" y="14"/>
                      <a:pt x="23" y="18"/>
                      <a:pt x="21" y="21"/>
                    </a:cubicBezTo>
                    <a:cubicBezTo>
                      <a:pt x="19" y="21"/>
                      <a:pt x="17" y="21"/>
                      <a:pt x="16" y="20"/>
                    </a:cubicBezTo>
                    <a:cubicBezTo>
                      <a:pt x="13" y="14"/>
                      <a:pt x="11" y="3"/>
                      <a:pt x="4" y="0"/>
                    </a:cubicBezTo>
                    <a:cubicBezTo>
                      <a:pt x="0" y="7"/>
                      <a:pt x="12" y="18"/>
                      <a:pt x="14" y="26"/>
                    </a:cubicBezTo>
                    <a:cubicBezTo>
                      <a:pt x="16" y="35"/>
                      <a:pt x="17" y="45"/>
                      <a:pt x="18" y="54"/>
                    </a:cubicBezTo>
                    <a:cubicBezTo>
                      <a:pt x="21" y="74"/>
                      <a:pt x="30" y="91"/>
                      <a:pt x="35" y="109"/>
                    </a:cubicBezTo>
                    <a:cubicBezTo>
                      <a:pt x="41" y="130"/>
                      <a:pt x="39" y="160"/>
                      <a:pt x="41" y="181"/>
                    </a:cubicBezTo>
                    <a:cubicBezTo>
                      <a:pt x="43" y="207"/>
                      <a:pt x="53" y="223"/>
                      <a:pt x="64" y="245"/>
                    </a:cubicBezTo>
                    <a:cubicBezTo>
                      <a:pt x="66" y="217"/>
                      <a:pt x="59" y="188"/>
                      <a:pt x="53" y="161"/>
                    </a:cubicBezTo>
                    <a:cubicBezTo>
                      <a:pt x="50" y="143"/>
                      <a:pt x="45" y="127"/>
                      <a:pt x="40" y="110"/>
                    </a:cubicBezTo>
                    <a:cubicBezTo>
                      <a:pt x="37" y="98"/>
                      <a:pt x="32" y="86"/>
                      <a:pt x="30" y="74"/>
                    </a:cubicBezTo>
                    <a:cubicBezTo>
                      <a:pt x="28" y="65"/>
                      <a:pt x="31" y="55"/>
                      <a:pt x="27" y="47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03" name="Freeform 1690">
                <a:extLst>
                  <a:ext uri="{FF2B5EF4-FFF2-40B4-BE49-F238E27FC236}">
                    <a16:creationId xmlns:a16="http://schemas.microsoft.com/office/drawing/2014/main" id="{B8FB720F-6715-454A-B6FE-89804C12A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3069"/>
                <a:ext cx="76" cy="210"/>
              </a:xfrm>
              <a:custGeom>
                <a:avLst/>
                <a:gdLst>
                  <a:gd name="T0" fmla="*/ 32 w 61"/>
                  <a:gd name="T1" fmla="*/ 70 h 157"/>
                  <a:gd name="T2" fmla="*/ 45 w 61"/>
                  <a:gd name="T3" fmla="*/ 0 h 157"/>
                  <a:gd name="T4" fmla="*/ 80 w 61"/>
                  <a:gd name="T5" fmla="*/ 91 h 157"/>
                  <a:gd name="T6" fmla="*/ 112 w 61"/>
                  <a:gd name="T7" fmla="*/ 170 h 157"/>
                  <a:gd name="T8" fmla="*/ 100 w 61"/>
                  <a:gd name="T9" fmla="*/ 201 h 157"/>
                  <a:gd name="T10" fmla="*/ 93 w 61"/>
                  <a:gd name="T11" fmla="*/ 254 h 157"/>
                  <a:gd name="T12" fmla="*/ 100 w 61"/>
                  <a:gd name="T13" fmla="*/ 376 h 157"/>
                  <a:gd name="T14" fmla="*/ 31 w 61"/>
                  <a:gd name="T15" fmla="*/ 247 h 157"/>
                  <a:gd name="T16" fmla="*/ 40 w 61"/>
                  <a:gd name="T17" fmla="*/ 43 h 1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57">
                    <a:moveTo>
                      <a:pt x="17" y="29"/>
                    </a:moveTo>
                    <a:cubicBezTo>
                      <a:pt x="24" y="20"/>
                      <a:pt x="21" y="9"/>
                      <a:pt x="23" y="0"/>
                    </a:cubicBezTo>
                    <a:cubicBezTo>
                      <a:pt x="23" y="14"/>
                      <a:pt x="33" y="27"/>
                      <a:pt x="41" y="38"/>
                    </a:cubicBezTo>
                    <a:cubicBezTo>
                      <a:pt x="47" y="47"/>
                      <a:pt x="61" y="58"/>
                      <a:pt x="58" y="71"/>
                    </a:cubicBezTo>
                    <a:cubicBezTo>
                      <a:pt x="57" y="75"/>
                      <a:pt x="53" y="79"/>
                      <a:pt x="51" y="84"/>
                    </a:cubicBezTo>
                    <a:cubicBezTo>
                      <a:pt x="49" y="91"/>
                      <a:pt x="48" y="99"/>
                      <a:pt x="48" y="106"/>
                    </a:cubicBezTo>
                    <a:cubicBezTo>
                      <a:pt x="47" y="122"/>
                      <a:pt x="50" y="140"/>
                      <a:pt x="51" y="157"/>
                    </a:cubicBezTo>
                    <a:cubicBezTo>
                      <a:pt x="35" y="143"/>
                      <a:pt x="23" y="124"/>
                      <a:pt x="16" y="103"/>
                    </a:cubicBezTo>
                    <a:cubicBezTo>
                      <a:pt x="9" y="80"/>
                      <a:pt x="0" y="37"/>
                      <a:pt x="21" y="18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04" name="Freeform 1691">
                <a:extLst>
                  <a:ext uri="{FF2B5EF4-FFF2-40B4-BE49-F238E27FC236}">
                    <a16:creationId xmlns:a16="http://schemas.microsoft.com/office/drawing/2014/main" id="{A30B5744-14B5-4716-B8A6-4417B6552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3113"/>
                <a:ext cx="33" cy="120"/>
              </a:xfrm>
              <a:custGeom>
                <a:avLst/>
                <a:gdLst>
                  <a:gd name="T0" fmla="*/ 0 w 26"/>
                  <a:gd name="T1" fmla="*/ 0 h 90"/>
                  <a:gd name="T2" fmla="*/ 32 w 26"/>
                  <a:gd name="T3" fmla="*/ 84 h 90"/>
                  <a:gd name="T4" fmla="*/ 36 w 26"/>
                  <a:gd name="T5" fmla="*/ 133 h 90"/>
                  <a:gd name="T6" fmla="*/ 37 w 26"/>
                  <a:gd name="T7" fmla="*/ 169 h 90"/>
                  <a:gd name="T8" fmla="*/ 38 w 26"/>
                  <a:gd name="T9" fmla="*/ 213 h 90"/>
                  <a:gd name="T10" fmla="*/ 5 w 26"/>
                  <a:gd name="T11" fmla="*/ 0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90">
                    <a:moveTo>
                      <a:pt x="0" y="0"/>
                    </a:moveTo>
                    <a:cubicBezTo>
                      <a:pt x="8" y="12"/>
                      <a:pt x="14" y="21"/>
                      <a:pt x="16" y="35"/>
                    </a:cubicBezTo>
                    <a:cubicBezTo>
                      <a:pt x="17" y="42"/>
                      <a:pt x="17" y="49"/>
                      <a:pt x="17" y="56"/>
                    </a:cubicBezTo>
                    <a:cubicBezTo>
                      <a:pt x="17" y="61"/>
                      <a:pt x="18" y="66"/>
                      <a:pt x="18" y="71"/>
                    </a:cubicBezTo>
                    <a:cubicBezTo>
                      <a:pt x="18" y="77"/>
                      <a:pt x="20" y="84"/>
                      <a:pt x="19" y="90"/>
                    </a:cubicBezTo>
                    <a:cubicBezTo>
                      <a:pt x="25" y="63"/>
                      <a:pt x="26" y="18"/>
                      <a:pt x="2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05" name="Freeform 1692">
                <a:extLst>
                  <a:ext uri="{FF2B5EF4-FFF2-40B4-BE49-F238E27FC236}">
                    <a16:creationId xmlns:a16="http://schemas.microsoft.com/office/drawing/2014/main" id="{8ECFF1D1-40AB-4A57-8AE6-0DAB78522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547"/>
                <a:ext cx="528" cy="1181"/>
              </a:xfrm>
              <a:custGeom>
                <a:avLst/>
                <a:gdLst>
                  <a:gd name="T0" fmla="*/ 316 w 423"/>
                  <a:gd name="T1" fmla="*/ 327 h 886"/>
                  <a:gd name="T2" fmla="*/ 477 w 423"/>
                  <a:gd name="T3" fmla="*/ 845 h 886"/>
                  <a:gd name="T4" fmla="*/ 501 w 423"/>
                  <a:gd name="T5" fmla="*/ 1504 h 886"/>
                  <a:gd name="T6" fmla="*/ 745 w 423"/>
                  <a:gd name="T7" fmla="*/ 1978 h 886"/>
                  <a:gd name="T8" fmla="*/ 766 w 423"/>
                  <a:gd name="T9" fmla="*/ 2098 h 886"/>
                  <a:gd name="T10" fmla="*/ 823 w 423"/>
                  <a:gd name="T11" fmla="*/ 2098 h 886"/>
                  <a:gd name="T12" fmla="*/ 791 w 423"/>
                  <a:gd name="T13" fmla="*/ 1834 h 886"/>
                  <a:gd name="T14" fmla="*/ 558 w 423"/>
                  <a:gd name="T15" fmla="*/ 1504 h 886"/>
                  <a:gd name="T16" fmla="*/ 534 w 423"/>
                  <a:gd name="T17" fmla="*/ 845 h 886"/>
                  <a:gd name="T18" fmla="*/ 347 w 423"/>
                  <a:gd name="T19" fmla="*/ 255 h 886"/>
                  <a:gd name="T20" fmla="*/ 162 w 423"/>
                  <a:gd name="T21" fmla="*/ 0 h 886"/>
                  <a:gd name="T22" fmla="*/ 0 w 423"/>
                  <a:gd name="T23" fmla="*/ 0 h 886"/>
                  <a:gd name="T24" fmla="*/ 316 w 423"/>
                  <a:gd name="T25" fmla="*/ 327 h 8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3" h="886">
                    <a:moveTo>
                      <a:pt x="163" y="138"/>
                    </a:moveTo>
                    <a:cubicBezTo>
                      <a:pt x="185" y="237"/>
                      <a:pt x="225" y="268"/>
                      <a:pt x="245" y="357"/>
                    </a:cubicBezTo>
                    <a:cubicBezTo>
                      <a:pt x="264" y="441"/>
                      <a:pt x="240" y="565"/>
                      <a:pt x="257" y="635"/>
                    </a:cubicBezTo>
                    <a:cubicBezTo>
                      <a:pt x="287" y="755"/>
                      <a:pt x="363" y="767"/>
                      <a:pt x="383" y="835"/>
                    </a:cubicBezTo>
                    <a:cubicBezTo>
                      <a:pt x="388" y="852"/>
                      <a:pt x="391" y="870"/>
                      <a:pt x="394" y="886"/>
                    </a:cubicBezTo>
                    <a:cubicBezTo>
                      <a:pt x="423" y="886"/>
                      <a:pt x="423" y="886"/>
                      <a:pt x="423" y="886"/>
                    </a:cubicBezTo>
                    <a:cubicBezTo>
                      <a:pt x="422" y="850"/>
                      <a:pt x="417" y="811"/>
                      <a:pt x="407" y="774"/>
                    </a:cubicBezTo>
                    <a:cubicBezTo>
                      <a:pt x="390" y="714"/>
                      <a:pt x="302" y="702"/>
                      <a:pt x="287" y="635"/>
                    </a:cubicBezTo>
                    <a:cubicBezTo>
                      <a:pt x="270" y="564"/>
                      <a:pt x="294" y="441"/>
                      <a:pt x="275" y="357"/>
                    </a:cubicBezTo>
                    <a:cubicBezTo>
                      <a:pt x="254" y="268"/>
                      <a:pt x="201" y="206"/>
                      <a:pt x="179" y="107"/>
                    </a:cubicBezTo>
                    <a:cubicBezTo>
                      <a:pt x="165" y="48"/>
                      <a:pt x="125" y="22"/>
                      <a:pt x="8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1" y="50"/>
                      <a:pt x="142" y="46"/>
                      <a:pt x="163" y="138"/>
                    </a:cubicBezTo>
                    <a:close/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06" name="Freeform 1693">
                <a:extLst>
                  <a:ext uri="{FF2B5EF4-FFF2-40B4-BE49-F238E27FC236}">
                    <a16:creationId xmlns:a16="http://schemas.microsoft.com/office/drawing/2014/main" id="{4CAEBE91-4A53-42B2-886A-EB1A5CACB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772"/>
                <a:ext cx="24" cy="59"/>
              </a:xfrm>
              <a:custGeom>
                <a:avLst/>
                <a:gdLst>
                  <a:gd name="T0" fmla="*/ 38 w 19"/>
                  <a:gd name="T1" fmla="*/ 106 h 44"/>
                  <a:gd name="T2" fmla="*/ 0 w 19"/>
                  <a:gd name="T3" fmla="*/ 0 h 44"/>
                  <a:gd name="T4" fmla="*/ 38 w 19"/>
                  <a:gd name="T5" fmla="*/ 10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44"/>
                    </a:moveTo>
                    <a:cubicBezTo>
                      <a:pt x="12" y="30"/>
                      <a:pt x="6" y="15"/>
                      <a:pt x="0" y="0"/>
                    </a:cubicBezTo>
                    <a:cubicBezTo>
                      <a:pt x="6" y="15"/>
                      <a:pt x="12" y="30"/>
                      <a:pt x="19" y="44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07" name="Freeform 1694">
                <a:extLst>
                  <a:ext uri="{FF2B5EF4-FFF2-40B4-BE49-F238E27FC236}">
                    <a16:creationId xmlns:a16="http://schemas.microsoft.com/office/drawing/2014/main" id="{323B910D-5E78-4E68-B0AC-73CBD7821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835"/>
                <a:ext cx="9" cy="21"/>
              </a:xfrm>
              <a:custGeom>
                <a:avLst/>
                <a:gdLst>
                  <a:gd name="T0" fmla="*/ 15 w 7"/>
                  <a:gd name="T1" fmla="*/ 37 h 16"/>
                  <a:gd name="T2" fmla="*/ 0 w 7"/>
                  <a:gd name="T3" fmla="*/ 0 h 16"/>
                  <a:gd name="T4" fmla="*/ 15 w 7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7" y="16"/>
                    </a:moveTo>
                    <a:cubicBezTo>
                      <a:pt x="5" y="10"/>
                      <a:pt x="3" y="5"/>
                      <a:pt x="0" y="0"/>
                    </a:cubicBezTo>
                    <a:cubicBezTo>
                      <a:pt x="3" y="5"/>
                      <a:pt x="5" y="11"/>
                      <a:pt x="7" y="16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08" name="Freeform 1695">
                <a:extLst>
                  <a:ext uri="{FF2B5EF4-FFF2-40B4-BE49-F238E27FC236}">
                    <a16:creationId xmlns:a16="http://schemas.microsoft.com/office/drawing/2014/main" id="{283D63C5-5248-4DDD-BC1B-BA7E651F8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384"/>
                <a:ext cx="67" cy="176"/>
              </a:xfrm>
              <a:custGeom>
                <a:avLst/>
                <a:gdLst>
                  <a:gd name="T0" fmla="*/ 0 w 54"/>
                  <a:gd name="T1" fmla="*/ 5 h 132"/>
                  <a:gd name="T2" fmla="*/ 38 w 54"/>
                  <a:gd name="T3" fmla="*/ 176 h 132"/>
                  <a:gd name="T4" fmla="*/ 103 w 54"/>
                  <a:gd name="T5" fmla="*/ 313 h 132"/>
                  <a:gd name="T6" fmla="*/ 71 w 54"/>
                  <a:gd name="T7" fmla="*/ 171 h 132"/>
                  <a:gd name="T8" fmla="*/ 50 w 54"/>
                  <a:gd name="T9" fmla="*/ 49 h 132"/>
                  <a:gd name="T10" fmla="*/ 2 w 54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32">
                    <a:moveTo>
                      <a:pt x="0" y="2"/>
                    </a:moveTo>
                    <a:cubicBezTo>
                      <a:pt x="6" y="27"/>
                      <a:pt x="9" y="50"/>
                      <a:pt x="20" y="74"/>
                    </a:cubicBezTo>
                    <a:cubicBezTo>
                      <a:pt x="30" y="94"/>
                      <a:pt x="44" y="112"/>
                      <a:pt x="54" y="132"/>
                    </a:cubicBezTo>
                    <a:cubicBezTo>
                      <a:pt x="46" y="113"/>
                      <a:pt x="38" y="93"/>
                      <a:pt x="37" y="72"/>
                    </a:cubicBezTo>
                    <a:cubicBezTo>
                      <a:pt x="35" y="54"/>
                      <a:pt x="38" y="36"/>
                      <a:pt x="26" y="21"/>
                    </a:cubicBezTo>
                    <a:cubicBezTo>
                      <a:pt x="20" y="12"/>
                      <a:pt x="6" y="6"/>
                      <a:pt x="2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09" name="Freeform 1696">
                <a:extLst>
                  <a:ext uri="{FF2B5EF4-FFF2-40B4-BE49-F238E27FC236}">
                    <a16:creationId xmlns:a16="http://schemas.microsoft.com/office/drawing/2014/main" id="{5B88D136-1539-4835-A47F-B75C79C3F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384"/>
                <a:ext cx="67" cy="176"/>
              </a:xfrm>
              <a:custGeom>
                <a:avLst/>
                <a:gdLst>
                  <a:gd name="T0" fmla="*/ 0 w 54"/>
                  <a:gd name="T1" fmla="*/ 5 h 132"/>
                  <a:gd name="T2" fmla="*/ 38 w 54"/>
                  <a:gd name="T3" fmla="*/ 176 h 132"/>
                  <a:gd name="T4" fmla="*/ 103 w 54"/>
                  <a:gd name="T5" fmla="*/ 313 h 132"/>
                  <a:gd name="T6" fmla="*/ 71 w 54"/>
                  <a:gd name="T7" fmla="*/ 171 h 132"/>
                  <a:gd name="T8" fmla="*/ 50 w 54"/>
                  <a:gd name="T9" fmla="*/ 49 h 132"/>
                  <a:gd name="T10" fmla="*/ 2 w 54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32">
                    <a:moveTo>
                      <a:pt x="0" y="2"/>
                    </a:moveTo>
                    <a:cubicBezTo>
                      <a:pt x="6" y="27"/>
                      <a:pt x="9" y="50"/>
                      <a:pt x="20" y="74"/>
                    </a:cubicBezTo>
                    <a:cubicBezTo>
                      <a:pt x="30" y="94"/>
                      <a:pt x="44" y="112"/>
                      <a:pt x="54" y="132"/>
                    </a:cubicBezTo>
                    <a:cubicBezTo>
                      <a:pt x="46" y="113"/>
                      <a:pt x="38" y="93"/>
                      <a:pt x="37" y="72"/>
                    </a:cubicBezTo>
                    <a:cubicBezTo>
                      <a:pt x="35" y="54"/>
                      <a:pt x="38" y="36"/>
                      <a:pt x="26" y="21"/>
                    </a:cubicBezTo>
                    <a:cubicBezTo>
                      <a:pt x="20" y="12"/>
                      <a:pt x="6" y="6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10" name="Freeform 1697">
                <a:extLst>
                  <a:ext uri="{FF2B5EF4-FFF2-40B4-BE49-F238E27FC236}">
                    <a16:creationId xmlns:a16="http://schemas.microsoft.com/office/drawing/2014/main" id="{058A6C2E-14A2-4C45-B392-F90EA8E28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109"/>
                <a:ext cx="37" cy="156"/>
              </a:xfrm>
              <a:custGeom>
                <a:avLst/>
                <a:gdLst>
                  <a:gd name="T0" fmla="*/ 7 w 30"/>
                  <a:gd name="T1" fmla="*/ 0 h 117"/>
                  <a:gd name="T2" fmla="*/ 57 w 30"/>
                  <a:gd name="T3" fmla="*/ 277 h 117"/>
                  <a:gd name="T4" fmla="*/ 38 w 30"/>
                  <a:gd name="T5" fmla="*/ 69 h 117"/>
                  <a:gd name="T6" fmla="*/ 11 w 30"/>
                  <a:gd name="T7" fmla="*/ 0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17">
                    <a:moveTo>
                      <a:pt x="4" y="0"/>
                    </a:moveTo>
                    <a:cubicBezTo>
                      <a:pt x="0" y="47"/>
                      <a:pt x="9" y="74"/>
                      <a:pt x="30" y="117"/>
                    </a:cubicBezTo>
                    <a:cubicBezTo>
                      <a:pt x="21" y="88"/>
                      <a:pt x="30" y="57"/>
                      <a:pt x="20" y="29"/>
                    </a:cubicBezTo>
                    <a:cubicBezTo>
                      <a:pt x="17" y="18"/>
                      <a:pt x="9" y="10"/>
                      <a:pt x="6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11" name="Freeform 1698">
                <a:extLst>
                  <a:ext uri="{FF2B5EF4-FFF2-40B4-BE49-F238E27FC236}">
                    <a16:creationId xmlns:a16="http://schemas.microsoft.com/office/drawing/2014/main" id="{1766E1DE-F46D-4C9D-B4F9-10C738159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109"/>
                <a:ext cx="37" cy="156"/>
              </a:xfrm>
              <a:custGeom>
                <a:avLst/>
                <a:gdLst>
                  <a:gd name="T0" fmla="*/ 7 w 30"/>
                  <a:gd name="T1" fmla="*/ 0 h 117"/>
                  <a:gd name="T2" fmla="*/ 57 w 30"/>
                  <a:gd name="T3" fmla="*/ 277 h 117"/>
                  <a:gd name="T4" fmla="*/ 38 w 30"/>
                  <a:gd name="T5" fmla="*/ 69 h 117"/>
                  <a:gd name="T6" fmla="*/ 11 w 30"/>
                  <a:gd name="T7" fmla="*/ 0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17">
                    <a:moveTo>
                      <a:pt x="4" y="0"/>
                    </a:moveTo>
                    <a:cubicBezTo>
                      <a:pt x="0" y="47"/>
                      <a:pt x="9" y="74"/>
                      <a:pt x="30" y="117"/>
                    </a:cubicBezTo>
                    <a:cubicBezTo>
                      <a:pt x="21" y="88"/>
                      <a:pt x="30" y="57"/>
                      <a:pt x="20" y="29"/>
                    </a:cubicBezTo>
                    <a:cubicBezTo>
                      <a:pt x="17" y="18"/>
                      <a:pt x="9" y="1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12" name="Freeform 1699">
                <a:extLst>
                  <a:ext uri="{FF2B5EF4-FFF2-40B4-BE49-F238E27FC236}">
                    <a16:creationId xmlns:a16="http://schemas.microsoft.com/office/drawing/2014/main" id="{0782B71A-5DA8-4C63-ACE6-65BD2B688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67"/>
                <a:ext cx="52" cy="204"/>
              </a:xfrm>
              <a:custGeom>
                <a:avLst/>
                <a:gdLst>
                  <a:gd name="T0" fmla="*/ 0 w 42"/>
                  <a:gd name="T1" fmla="*/ 15 h 153"/>
                  <a:gd name="T2" fmla="*/ 11 w 42"/>
                  <a:gd name="T3" fmla="*/ 199 h 153"/>
                  <a:gd name="T4" fmla="*/ 79 w 42"/>
                  <a:gd name="T5" fmla="*/ 363 h 153"/>
                  <a:gd name="T6" fmla="*/ 6 w 42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3">
                    <a:moveTo>
                      <a:pt x="0" y="6"/>
                    </a:moveTo>
                    <a:cubicBezTo>
                      <a:pt x="8" y="33"/>
                      <a:pt x="2" y="58"/>
                      <a:pt x="6" y="84"/>
                    </a:cubicBezTo>
                    <a:cubicBezTo>
                      <a:pt x="10" y="110"/>
                      <a:pt x="27" y="131"/>
                      <a:pt x="42" y="153"/>
                    </a:cubicBezTo>
                    <a:cubicBezTo>
                      <a:pt x="33" y="101"/>
                      <a:pt x="34" y="44"/>
                      <a:pt x="3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13" name="Freeform 1700">
                <a:extLst>
                  <a:ext uri="{FF2B5EF4-FFF2-40B4-BE49-F238E27FC236}">
                    <a16:creationId xmlns:a16="http://schemas.microsoft.com/office/drawing/2014/main" id="{D5558E41-A454-417D-92B2-BFA5EB12B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67"/>
                <a:ext cx="52" cy="204"/>
              </a:xfrm>
              <a:custGeom>
                <a:avLst/>
                <a:gdLst>
                  <a:gd name="T0" fmla="*/ 0 w 42"/>
                  <a:gd name="T1" fmla="*/ 15 h 153"/>
                  <a:gd name="T2" fmla="*/ 11 w 42"/>
                  <a:gd name="T3" fmla="*/ 199 h 153"/>
                  <a:gd name="T4" fmla="*/ 79 w 42"/>
                  <a:gd name="T5" fmla="*/ 363 h 153"/>
                  <a:gd name="T6" fmla="*/ 6 w 42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3">
                    <a:moveTo>
                      <a:pt x="0" y="6"/>
                    </a:moveTo>
                    <a:cubicBezTo>
                      <a:pt x="8" y="33"/>
                      <a:pt x="2" y="58"/>
                      <a:pt x="6" y="84"/>
                    </a:cubicBezTo>
                    <a:cubicBezTo>
                      <a:pt x="10" y="110"/>
                      <a:pt x="27" y="131"/>
                      <a:pt x="42" y="153"/>
                    </a:cubicBezTo>
                    <a:cubicBezTo>
                      <a:pt x="33" y="101"/>
                      <a:pt x="34" y="44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14" name="Freeform 1701">
                <a:extLst>
                  <a:ext uri="{FF2B5EF4-FFF2-40B4-BE49-F238E27FC236}">
                    <a16:creationId xmlns:a16="http://schemas.microsoft.com/office/drawing/2014/main" id="{4BEE2D55-B8A6-415A-A054-54B29C8B6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891"/>
                <a:ext cx="35" cy="128"/>
              </a:xfrm>
              <a:custGeom>
                <a:avLst/>
                <a:gdLst>
                  <a:gd name="T0" fmla="*/ 10 w 28"/>
                  <a:gd name="T1" fmla="*/ 0 h 96"/>
                  <a:gd name="T2" fmla="*/ 55 w 28"/>
                  <a:gd name="T3" fmla="*/ 228 h 96"/>
                  <a:gd name="T4" fmla="*/ 44 w 28"/>
                  <a:gd name="T5" fmla="*/ 84 h 96"/>
                  <a:gd name="T6" fmla="*/ 16 w 28"/>
                  <a:gd name="T7" fmla="*/ 1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5" y="0"/>
                    </a:moveTo>
                    <a:cubicBezTo>
                      <a:pt x="0" y="36"/>
                      <a:pt x="15" y="65"/>
                      <a:pt x="28" y="96"/>
                    </a:cubicBezTo>
                    <a:cubicBezTo>
                      <a:pt x="26" y="77"/>
                      <a:pt x="27" y="53"/>
                      <a:pt x="22" y="35"/>
                    </a:cubicBezTo>
                    <a:cubicBezTo>
                      <a:pt x="19" y="24"/>
                      <a:pt x="11" y="16"/>
                      <a:pt x="8" y="5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15" name="Freeform 1702">
                <a:extLst>
                  <a:ext uri="{FF2B5EF4-FFF2-40B4-BE49-F238E27FC236}">
                    <a16:creationId xmlns:a16="http://schemas.microsoft.com/office/drawing/2014/main" id="{2230286D-119C-486D-AA5D-6352AE35B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891"/>
                <a:ext cx="35" cy="128"/>
              </a:xfrm>
              <a:custGeom>
                <a:avLst/>
                <a:gdLst>
                  <a:gd name="T0" fmla="*/ 10 w 28"/>
                  <a:gd name="T1" fmla="*/ 0 h 96"/>
                  <a:gd name="T2" fmla="*/ 55 w 28"/>
                  <a:gd name="T3" fmla="*/ 228 h 96"/>
                  <a:gd name="T4" fmla="*/ 44 w 28"/>
                  <a:gd name="T5" fmla="*/ 84 h 96"/>
                  <a:gd name="T6" fmla="*/ 16 w 28"/>
                  <a:gd name="T7" fmla="*/ 1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5" y="0"/>
                    </a:moveTo>
                    <a:cubicBezTo>
                      <a:pt x="0" y="36"/>
                      <a:pt x="15" y="65"/>
                      <a:pt x="28" y="96"/>
                    </a:cubicBezTo>
                    <a:cubicBezTo>
                      <a:pt x="26" y="77"/>
                      <a:pt x="27" y="53"/>
                      <a:pt x="22" y="35"/>
                    </a:cubicBezTo>
                    <a:cubicBezTo>
                      <a:pt x="19" y="24"/>
                      <a:pt x="11" y="16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16" name="Freeform 1703">
                <a:extLst>
                  <a:ext uri="{FF2B5EF4-FFF2-40B4-BE49-F238E27FC236}">
                    <a16:creationId xmlns:a16="http://schemas.microsoft.com/office/drawing/2014/main" id="{1D680B5D-F4D5-4FF1-AFDE-3CD6FFB23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69"/>
                <a:ext cx="43" cy="182"/>
              </a:xfrm>
              <a:custGeom>
                <a:avLst/>
                <a:gdLst>
                  <a:gd name="T0" fmla="*/ 15 w 35"/>
                  <a:gd name="T1" fmla="*/ 9 h 136"/>
                  <a:gd name="T2" fmla="*/ 54 w 35"/>
                  <a:gd name="T3" fmla="*/ 327 h 136"/>
                  <a:gd name="T4" fmla="*/ 50 w 35"/>
                  <a:gd name="T5" fmla="*/ 253 h 136"/>
                  <a:gd name="T6" fmla="*/ 59 w 35"/>
                  <a:gd name="T7" fmla="*/ 132 h 136"/>
                  <a:gd name="T8" fmla="*/ 17 w 35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6">
                    <a:moveTo>
                      <a:pt x="8" y="4"/>
                    </a:moveTo>
                    <a:cubicBezTo>
                      <a:pt x="9" y="46"/>
                      <a:pt x="0" y="101"/>
                      <a:pt x="29" y="136"/>
                    </a:cubicBezTo>
                    <a:cubicBezTo>
                      <a:pt x="28" y="126"/>
                      <a:pt x="27" y="115"/>
                      <a:pt x="27" y="105"/>
                    </a:cubicBezTo>
                    <a:cubicBezTo>
                      <a:pt x="28" y="87"/>
                      <a:pt x="35" y="73"/>
                      <a:pt x="32" y="55"/>
                    </a:cubicBezTo>
                    <a:cubicBezTo>
                      <a:pt x="29" y="39"/>
                      <a:pt x="16" y="15"/>
                      <a:pt x="9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17" name="Freeform 1704">
                <a:extLst>
                  <a:ext uri="{FF2B5EF4-FFF2-40B4-BE49-F238E27FC236}">
                    <a16:creationId xmlns:a16="http://schemas.microsoft.com/office/drawing/2014/main" id="{72CD42CF-3A37-471F-908B-B063A0145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69"/>
                <a:ext cx="43" cy="182"/>
              </a:xfrm>
              <a:custGeom>
                <a:avLst/>
                <a:gdLst>
                  <a:gd name="T0" fmla="*/ 15 w 35"/>
                  <a:gd name="T1" fmla="*/ 9 h 136"/>
                  <a:gd name="T2" fmla="*/ 54 w 35"/>
                  <a:gd name="T3" fmla="*/ 327 h 136"/>
                  <a:gd name="T4" fmla="*/ 50 w 35"/>
                  <a:gd name="T5" fmla="*/ 253 h 136"/>
                  <a:gd name="T6" fmla="*/ 59 w 35"/>
                  <a:gd name="T7" fmla="*/ 132 h 136"/>
                  <a:gd name="T8" fmla="*/ 17 w 35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6">
                    <a:moveTo>
                      <a:pt x="8" y="4"/>
                    </a:moveTo>
                    <a:cubicBezTo>
                      <a:pt x="9" y="46"/>
                      <a:pt x="0" y="101"/>
                      <a:pt x="29" y="136"/>
                    </a:cubicBezTo>
                    <a:cubicBezTo>
                      <a:pt x="28" y="126"/>
                      <a:pt x="27" y="115"/>
                      <a:pt x="27" y="105"/>
                    </a:cubicBezTo>
                    <a:cubicBezTo>
                      <a:pt x="28" y="87"/>
                      <a:pt x="35" y="73"/>
                      <a:pt x="32" y="55"/>
                    </a:cubicBezTo>
                    <a:cubicBezTo>
                      <a:pt x="29" y="39"/>
                      <a:pt x="16" y="1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18" name="Freeform 1705">
                <a:extLst>
                  <a:ext uri="{FF2B5EF4-FFF2-40B4-BE49-F238E27FC236}">
                    <a16:creationId xmlns:a16="http://schemas.microsoft.com/office/drawing/2014/main" id="{4588A5D2-DC8E-4CD6-863C-6D35B41DE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747"/>
                <a:ext cx="46" cy="124"/>
              </a:xfrm>
              <a:custGeom>
                <a:avLst/>
                <a:gdLst>
                  <a:gd name="T0" fmla="*/ 14 w 37"/>
                  <a:gd name="T1" fmla="*/ 0 h 93"/>
                  <a:gd name="T2" fmla="*/ 71 w 37"/>
                  <a:gd name="T3" fmla="*/ 220 h 93"/>
                  <a:gd name="T4" fmla="*/ 19 w 37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7" y="0"/>
                    </a:moveTo>
                    <a:cubicBezTo>
                      <a:pt x="0" y="37"/>
                      <a:pt x="16" y="65"/>
                      <a:pt x="37" y="93"/>
                    </a:cubicBezTo>
                    <a:cubicBezTo>
                      <a:pt x="29" y="62"/>
                      <a:pt x="21" y="30"/>
                      <a:pt x="10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19" name="Freeform 1706">
                <a:extLst>
                  <a:ext uri="{FF2B5EF4-FFF2-40B4-BE49-F238E27FC236}">
                    <a16:creationId xmlns:a16="http://schemas.microsoft.com/office/drawing/2014/main" id="{1F891F58-9DE9-421D-B28E-1128257BD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747"/>
                <a:ext cx="46" cy="124"/>
              </a:xfrm>
              <a:custGeom>
                <a:avLst/>
                <a:gdLst>
                  <a:gd name="T0" fmla="*/ 14 w 37"/>
                  <a:gd name="T1" fmla="*/ 0 h 93"/>
                  <a:gd name="T2" fmla="*/ 71 w 37"/>
                  <a:gd name="T3" fmla="*/ 220 h 93"/>
                  <a:gd name="T4" fmla="*/ 19 w 37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7" y="0"/>
                    </a:moveTo>
                    <a:cubicBezTo>
                      <a:pt x="0" y="37"/>
                      <a:pt x="16" y="65"/>
                      <a:pt x="37" y="93"/>
                    </a:cubicBezTo>
                    <a:cubicBezTo>
                      <a:pt x="29" y="62"/>
                      <a:pt x="21" y="30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20" name="Freeform 1707">
                <a:extLst>
                  <a:ext uri="{FF2B5EF4-FFF2-40B4-BE49-F238E27FC236}">
                    <a16:creationId xmlns:a16="http://schemas.microsoft.com/office/drawing/2014/main" id="{C58EC4F3-E556-49F0-9F11-E365B9CD1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293"/>
                <a:ext cx="52" cy="166"/>
              </a:xfrm>
              <a:custGeom>
                <a:avLst/>
                <a:gdLst>
                  <a:gd name="T0" fmla="*/ 2 w 42"/>
                  <a:gd name="T1" fmla="*/ 0 h 124"/>
                  <a:gd name="T2" fmla="*/ 79 w 42"/>
                  <a:gd name="T3" fmla="*/ 297 h 124"/>
                  <a:gd name="T4" fmla="*/ 37 w 42"/>
                  <a:gd name="T5" fmla="*/ 64 h 124"/>
                  <a:gd name="T6" fmla="*/ 0 w 42"/>
                  <a:gd name="T7" fmla="*/ 1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24">
                    <a:moveTo>
                      <a:pt x="2" y="0"/>
                    </a:moveTo>
                    <a:cubicBezTo>
                      <a:pt x="2" y="46"/>
                      <a:pt x="6" y="91"/>
                      <a:pt x="42" y="124"/>
                    </a:cubicBezTo>
                    <a:cubicBezTo>
                      <a:pt x="24" y="99"/>
                      <a:pt x="32" y="56"/>
                      <a:pt x="19" y="27"/>
                    </a:cubicBezTo>
                    <a:cubicBezTo>
                      <a:pt x="15" y="16"/>
                      <a:pt x="9" y="8"/>
                      <a:pt x="0" y="1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21" name="Freeform 1708">
                <a:extLst>
                  <a:ext uri="{FF2B5EF4-FFF2-40B4-BE49-F238E27FC236}">
                    <a16:creationId xmlns:a16="http://schemas.microsoft.com/office/drawing/2014/main" id="{DF4898C3-7AFD-40D2-8B63-5E9A94917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293"/>
                <a:ext cx="52" cy="166"/>
              </a:xfrm>
              <a:custGeom>
                <a:avLst/>
                <a:gdLst>
                  <a:gd name="T0" fmla="*/ 2 w 42"/>
                  <a:gd name="T1" fmla="*/ 0 h 124"/>
                  <a:gd name="T2" fmla="*/ 79 w 42"/>
                  <a:gd name="T3" fmla="*/ 297 h 124"/>
                  <a:gd name="T4" fmla="*/ 37 w 42"/>
                  <a:gd name="T5" fmla="*/ 64 h 124"/>
                  <a:gd name="T6" fmla="*/ 0 w 42"/>
                  <a:gd name="T7" fmla="*/ 1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24">
                    <a:moveTo>
                      <a:pt x="2" y="0"/>
                    </a:moveTo>
                    <a:cubicBezTo>
                      <a:pt x="2" y="46"/>
                      <a:pt x="6" y="91"/>
                      <a:pt x="42" y="124"/>
                    </a:cubicBezTo>
                    <a:cubicBezTo>
                      <a:pt x="24" y="99"/>
                      <a:pt x="32" y="56"/>
                      <a:pt x="19" y="27"/>
                    </a:cubicBezTo>
                    <a:cubicBezTo>
                      <a:pt x="15" y="16"/>
                      <a:pt x="9" y="8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22" name="Freeform 1709">
                <a:extLst>
                  <a:ext uri="{FF2B5EF4-FFF2-40B4-BE49-F238E27FC236}">
                    <a16:creationId xmlns:a16="http://schemas.microsoft.com/office/drawing/2014/main" id="{669490D2-5E94-4E3C-A789-10D5E9C7D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009"/>
                <a:ext cx="53" cy="115"/>
              </a:xfrm>
              <a:custGeom>
                <a:avLst/>
                <a:gdLst>
                  <a:gd name="T0" fmla="*/ 17 w 43"/>
                  <a:gd name="T1" fmla="*/ 0 h 86"/>
                  <a:gd name="T2" fmla="*/ 79 w 43"/>
                  <a:gd name="T3" fmla="*/ 206 h 86"/>
                  <a:gd name="T4" fmla="*/ 54 w 43"/>
                  <a:gd name="T5" fmla="*/ 44 h 86"/>
                  <a:gd name="T6" fmla="*/ 17 w 43"/>
                  <a:gd name="T7" fmla="*/ 1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6">
                    <a:moveTo>
                      <a:pt x="9" y="0"/>
                    </a:moveTo>
                    <a:cubicBezTo>
                      <a:pt x="0" y="28"/>
                      <a:pt x="21" y="69"/>
                      <a:pt x="42" y="86"/>
                    </a:cubicBezTo>
                    <a:cubicBezTo>
                      <a:pt x="30" y="64"/>
                      <a:pt x="43" y="40"/>
                      <a:pt x="29" y="19"/>
                    </a:cubicBezTo>
                    <a:cubicBezTo>
                      <a:pt x="24" y="13"/>
                      <a:pt x="16" y="6"/>
                      <a:pt x="9" y="1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23" name="Freeform 1710">
                <a:extLst>
                  <a:ext uri="{FF2B5EF4-FFF2-40B4-BE49-F238E27FC236}">
                    <a16:creationId xmlns:a16="http://schemas.microsoft.com/office/drawing/2014/main" id="{A9E09C90-B0B4-446A-93AC-C7D34E15F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009"/>
                <a:ext cx="53" cy="115"/>
              </a:xfrm>
              <a:custGeom>
                <a:avLst/>
                <a:gdLst>
                  <a:gd name="T0" fmla="*/ 17 w 43"/>
                  <a:gd name="T1" fmla="*/ 0 h 86"/>
                  <a:gd name="T2" fmla="*/ 79 w 43"/>
                  <a:gd name="T3" fmla="*/ 206 h 86"/>
                  <a:gd name="T4" fmla="*/ 54 w 43"/>
                  <a:gd name="T5" fmla="*/ 44 h 86"/>
                  <a:gd name="T6" fmla="*/ 17 w 43"/>
                  <a:gd name="T7" fmla="*/ 1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6">
                    <a:moveTo>
                      <a:pt x="9" y="0"/>
                    </a:moveTo>
                    <a:cubicBezTo>
                      <a:pt x="0" y="28"/>
                      <a:pt x="21" y="69"/>
                      <a:pt x="42" y="86"/>
                    </a:cubicBezTo>
                    <a:cubicBezTo>
                      <a:pt x="30" y="64"/>
                      <a:pt x="43" y="40"/>
                      <a:pt x="29" y="19"/>
                    </a:cubicBezTo>
                    <a:cubicBezTo>
                      <a:pt x="24" y="13"/>
                      <a:pt x="16" y="6"/>
                      <a:pt x="9" y="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24" name="Freeform 1711">
                <a:extLst>
                  <a:ext uri="{FF2B5EF4-FFF2-40B4-BE49-F238E27FC236}">
                    <a16:creationId xmlns:a16="http://schemas.microsoft.com/office/drawing/2014/main" id="{982BDFD5-EA7E-4F93-8426-3B3A22263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549"/>
                <a:ext cx="31" cy="122"/>
              </a:xfrm>
              <a:custGeom>
                <a:avLst/>
                <a:gdLst>
                  <a:gd name="T0" fmla="*/ 32 w 25"/>
                  <a:gd name="T1" fmla="*/ 0 h 91"/>
                  <a:gd name="T2" fmla="*/ 11 w 25"/>
                  <a:gd name="T3" fmla="*/ 220 h 91"/>
                  <a:gd name="T4" fmla="*/ 7 w 25"/>
                  <a:gd name="T5" fmla="*/ 91 h 91"/>
                  <a:gd name="T6" fmla="*/ 32 w 25"/>
                  <a:gd name="T7" fmla="*/ 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91">
                    <a:moveTo>
                      <a:pt x="17" y="0"/>
                    </a:moveTo>
                    <a:cubicBezTo>
                      <a:pt x="21" y="35"/>
                      <a:pt x="25" y="59"/>
                      <a:pt x="6" y="91"/>
                    </a:cubicBezTo>
                    <a:cubicBezTo>
                      <a:pt x="0" y="80"/>
                      <a:pt x="3" y="50"/>
                      <a:pt x="4" y="38"/>
                    </a:cubicBezTo>
                    <a:cubicBezTo>
                      <a:pt x="5" y="24"/>
                      <a:pt x="13" y="15"/>
                      <a:pt x="17" y="3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25" name="Freeform 1712">
                <a:extLst>
                  <a:ext uri="{FF2B5EF4-FFF2-40B4-BE49-F238E27FC236}">
                    <a16:creationId xmlns:a16="http://schemas.microsoft.com/office/drawing/2014/main" id="{53E3F39A-0F59-48FB-B0CC-BBEFAC3E3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549"/>
                <a:ext cx="31" cy="122"/>
              </a:xfrm>
              <a:custGeom>
                <a:avLst/>
                <a:gdLst>
                  <a:gd name="T0" fmla="*/ 32 w 25"/>
                  <a:gd name="T1" fmla="*/ 0 h 91"/>
                  <a:gd name="T2" fmla="*/ 11 w 25"/>
                  <a:gd name="T3" fmla="*/ 220 h 91"/>
                  <a:gd name="T4" fmla="*/ 7 w 25"/>
                  <a:gd name="T5" fmla="*/ 91 h 91"/>
                  <a:gd name="T6" fmla="*/ 32 w 25"/>
                  <a:gd name="T7" fmla="*/ 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91">
                    <a:moveTo>
                      <a:pt x="17" y="0"/>
                    </a:moveTo>
                    <a:cubicBezTo>
                      <a:pt x="21" y="35"/>
                      <a:pt x="25" y="59"/>
                      <a:pt x="6" y="91"/>
                    </a:cubicBezTo>
                    <a:cubicBezTo>
                      <a:pt x="0" y="80"/>
                      <a:pt x="3" y="50"/>
                      <a:pt x="4" y="38"/>
                    </a:cubicBezTo>
                    <a:cubicBezTo>
                      <a:pt x="5" y="24"/>
                      <a:pt x="13" y="15"/>
                      <a:pt x="17" y="3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26" name="Freeform 1713">
                <a:extLst>
                  <a:ext uri="{FF2B5EF4-FFF2-40B4-BE49-F238E27FC236}">
                    <a16:creationId xmlns:a16="http://schemas.microsoft.com/office/drawing/2014/main" id="{7E24F417-0C5F-4295-BA53-46A25539B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3273"/>
                <a:ext cx="136" cy="83"/>
              </a:xfrm>
              <a:custGeom>
                <a:avLst/>
                <a:gdLst>
                  <a:gd name="T0" fmla="*/ 0 w 109"/>
                  <a:gd name="T1" fmla="*/ 5 h 62"/>
                  <a:gd name="T2" fmla="*/ 101 w 109"/>
                  <a:gd name="T3" fmla="*/ 143 h 62"/>
                  <a:gd name="T4" fmla="*/ 182 w 109"/>
                  <a:gd name="T5" fmla="*/ 147 h 62"/>
                  <a:gd name="T6" fmla="*/ 39 w 109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62">
                    <a:moveTo>
                      <a:pt x="0" y="2"/>
                    </a:moveTo>
                    <a:cubicBezTo>
                      <a:pt x="9" y="41"/>
                      <a:pt x="12" y="58"/>
                      <a:pt x="52" y="60"/>
                    </a:cubicBezTo>
                    <a:cubicBezTo>
                      <a:pt x="65" y="60"/>
                      <a:pt x="81" y="62"/>
                      <a:pt x="94" y="61"/>
                    </a:cubicBezTo>
                    <a:cubicBezTo>
                      <a:pt x="109" y="25"/>
                      <a:pt x="44" y="6"/>
                      <a:pt x="20" y="0"/>
                    </a:cubicBezTo>
                  </a:path>
                </a:pathLst>
              </a:custGeom>
              <a:solidFill>
                <a:srgbClr val="DB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27" name="Freeform 1714">
                <a:extLst>
                  <a:ext uri="{FF2B5EF4-FFF2-40B4-BE49-F238E27FC236}">
                    <a16:creationId xmlns:a16="http://schemas.microsoft.com/office/drawing/2014/main" id="{ED580B23-0DE4-42B6-A239-4C034B0A7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291"/>
                <a:ext cx="61" cy="38"/>
              </a:xfrm>
              <a:custGeom>
                <a:avLst/>
                <a:gdLst>
                  <a:gd name="T0" fmla="*/ 2 w 49"/>
                  <a:gd name="T1" fmla="*/ 0 h 29"/>
                  <a:gd name="T2" fmla="*/ 95 w 49"/>
                  <a:gd name="T3" fmla="*/ 48 h 29"/>
                  <a:gd name="T4" fmla="*/ 11 w 49"/>
                  <a:gd name="T5" fmla="*/ 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9">
                    <a:moveTo>
                      <a:pt x="2" y="0"/>
                    </a:moveTo>
                    <a:cubicBezTo>
                      <a:pt x="0" y="24"/>
                      <a:pt x="33" y="29"/>
                      <a:pt x="49" y="21"/>
                    </a:cubicBezTo>
                    <a:cubicBezTo>
                      <a:pt x="40" y="7"/>
                      <a:pt x="21" y="6"/>
                      <a:pt x="6" y="3"/>
                    </a:cubicBezTo>
                  </a:path>
                </a:pathLst>
              </a:custGeom>
              <a:solidFill>
                <a:srgbClr val="E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28" name="Freeform 1715">
                <a:extLst>
                  <a:ext uri="{FF2B5EF4-FFF2-40B4-BE49-F238E27FC236}">
                    <a16:creationId xmlns:a16="http://schemas.microsoft.com/office/drawing/2014/main" id="{A45EB8D4-B5ED-4F0A-8810-93C9AA772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772"/>
                <a:ext cx="24" cy="59"/>
              </a:xfrm>
              <a:custGeom>
                <a:avLst/>
                <a:gdLst>
                  <a:gd name="T0" fmla="*/ 38 w 19"/>
                  <a:gd name="T1" fmla="*/ 106 h 44"/>
                  <a:gd name="T2" fmla="*/ 0 w 19"/>
                  <a:gd name="T3" fmla="*/ 0 h 44"/>
                  <a:gd name="T4" fmla="*/ 38 w 19"/>
                  <a:gd name="T5" fmla="*/ 10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44"/>
                    </a:moveTo>
                    <a:cubicBezTo>
                      <a:pt x="12" y="30"/>
                      <a:pt x="6" y="15"/>
                      <a:pt x="0" y="0"/>
                    </a:cubicBezTo>
                    <a:cubicBezTo>
                      <a:pt x="6" y="15"/>
                      <a:pt x="12" y="30"/>
                      <a:pt x="19" y="44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29" name="Freeform 1716">
                <a:extLst>
                  <a:ext uri="{FF2B5EF4-FFF2-40B4-BE49-F238E27FC236}">
                    <a16:creationId xmlns:a16="http://schemas.microsoft.com/office/drawing/2014/main" id="{C8B9FC74-054F-4E10-96AA-55DBA0532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835"/>
                <a:ext cx="9" cy="21"/>
              </a:xfrm>
              <a:custGeom>
                <a:avLst/>
                <a:gdLst>
                  <a:gd name="T0" fmla="*/ 15 w 7"/>
                  <a:gd name="T1" fmla="*/ 37 h 16"/>
                  <a:gd name="T2" fmla="*/ 0 w 7"/>
                  <a:gd name="T3" fmla="*/ 0 h 16"/>
                  <a:gd name="T4" fmla="*/ 15 w 7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7" y="16"/>
                    </a:moveTo>
                    <a:cubicBezTo>
                      <a:pt x="5" y="10"/>
                      <a:pt x="3" y="5"/>
                      <a:pt x="0" y="0"/>
                    </a:cubicBezTo>
                    <a:cubicBezTo>
                      <a:pt x="3" y="5"/>
                      <a:pt x="5" y="11"/>
                      <a:pt x="7" y="16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30" name="Freeform 1717">
                <a:extLst>
                  <a:ext uri="{FF2B5EF4-FFF2-40B4-BE49-F238E27FC236}">
                    <a16:creationId xmlns:a16="http://schemas.microsoft.com/office/drawing/2014/main" id="{8EE16DED-1090-4660-9EC7-4C4D10BE4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384"/>
                <a:ext cx="67" cy="176"/>
              </a:xfrm>
              <a:custGeom>
                <a:avLst/>
                <a:gdLst>
                  <a:gd name="T0" fmla="*/ 0 w 54"/>
                  <a:gd name="T1" fmla="*/ 5 h 132"/>
                  <a:gd name="T2" fmla="*/ 38 w 54"/>
                  <a:gd name="T3" fmla="*/ 176 h 132"/>
                  <a:gd name="T4" fmla="*/ 103 w 54"/>
                  <a:gd name="T5" fmla="*/ 313 h 132"/>
                  <a:gd name="T6" fmla="*/ 71 w 54"/>
                  <a:gd name="T7" fmla="*/ 171 h 132"/>
                  <a:gd name="T8" fmla="*/ 50 w 54"/>
                  <a:gd name="T9" fmla="*/ 49 h 132"/>
                  <a:gd name="T10" fmla="*/ 2 w 54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32">
                    <a:moveTo>
                      <a:pt x="0" y="2"/>
                    </a:moveTo>
                    <a:cubicBezTo>
                      <a:pt x="6" y="27"/>
                      <a:pt x="9" y="50"/>
                      <a:pt x="20" y="74"/>
                    </a:cubicBezTo>
                    <a:cubicBezTo>
                      <a:pt x="30" y="94"/>
                      <a:pt x="44" y="112"/>
                      <a:pt x="54" y="132"/>
                    </a:cubicBezTo>
                    <a:cubicBezTo>
                      <a:pt x="46" y="113"/>
                      <a:pt x="38" y="93"/>
                      <a:pt x="37" y="72"/>
                    </a:cubicBezTo>
                    <a:cubicBezTo>
                      <a:pt x="35" y="54"/>
                      <a:pt x="38" y="36"/>
                      <a:pt x="26" y="21"/>
                    </a:cubicBezTo>
                    <a:cubicBezTo>
                      <a:pt x="20" y="12"/>
                      <a:pt x="6" y="6"/>
                      <a:pt x="2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31" name="Freeform 1718">
                <a:extLst>
                  <a:ext uri="{FF2B5EF4-FFF2-40B4-BE49-F238E27FC236}">
                    <a16:creationId xmlns:a16="http://schemas.microsoft.com/office/drawing/2014/main" id="{FCE6922B-90A5-4468-8761-4FE31CD2E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384"/>
                <a:ext cx="67" cy="176"/>
              </a:xfrm>
              <a:custGeom>
                <a:avLst/>
                <a:gdLst>
                  <a:gd name="T0" fmla="*/ 0 w 54"/>
                  <a:gd name="T1" fmla="*/ 5 h 132"/>
                  <a:gd name="T2" fmla="*/ 38 w 54"/>
                  <a:gd name="T3" fmla="*/ 176 h 132"/>
                  <a:gd name="T4" fmla="*/ 103 w 54"/>
                  <a:gd name="T5" fmla="*/ 313 h 132"/>
                  <a:gd name="T6" fmla="*/ 71 w 54"/>
                  <a:gd name="T7" fmla="*/ 171 h 132"/>
                  <a:gd name="T8" fmla="*/ 50 w 54"/>
                  <a:gd name="T9" fmla="*/ 49 h 132"/>
                  <a:gd name="T10" fmla="*/ 2 w 54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32">
                    <a:moveTo>
                      <a:pt x="0" y="2"/>
                    </a:moveTo>
                    <a:cubicBezTo>
                      <a:pt x="6" y="27"/>
                      <a:pt x="9" y="50"/>
                      <a:pt x="20" y="74"/>
                    </a:cubicBezTo>
                    <a:cubicBezTo>
                      <a:pt x="30" y="94"/>
                      <a:pt x="44" y="112"/>
                      <a:pt x="54" y="132"/>
                    </a:cubicBezTo>
                    <a:cubicBezTo>
                      <a:pt x="46" y="113"/>
                      <a:pt x="38" y="93"/>
                      <a:pt x="37" y="72"/>
                    </a:cubicBezTo>
                    <a:cubicBezTo>
                      <a:pt x="35" y="54"/>
                      <a:pt x="38" y="36"/>
                      <a:pt x="26" y="21"/>
                    </a:cubicBezTo>
                    <a:cubicBezTo>
                      <a:pt x="20" y="12"/>
                      <a:pt x="6" y="6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32" name="Freeform 1719">
                <a:extLst>
                  <a:ext uri="{FF2B5EF4-FFF2-40B4-BE49-F238E27FC236}">
                    <a16:creationId xmlns:a16="http://schemas.microsoft.com/office/drawing/2014/main" id="{E331B500-6F01-47C7-B4E3-955B25770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109"/>
                <a:ext cx="37" cy="156"/>
              </a:xfrm>
              <a:custGeom>
                <a:avLst/>
                <a:gdLst>
                  <a:gd name="T0" fmla="*/ 7 w 30"/>
                  <a:gd name="T1" fmla="*/ 0 h 117"/>
                  <a:gd name="T2" fmla="*/ 57 w 30"/>
                  <a:gd name="T3" fmla="*/ 277 h 117"/>
                  <a:gd name="T4" fmla="*/ 38 w 30"/>
                  <a:gd name="T5" fmla="*/ 69 h 117"/>
                  <a:gd name="T6" fmla="*/ 11 w 30"/>
                  <a:gd name="T7" fmla="*/ 0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17">
                    <a:moveTo>
                      <a:pt x="4" y="0"/>
                    </a:moveTo>
                    <a:cubicBezTo>
                      <a:pt x="0" y="47"/>
                      <a:pt x="9" y="74"/>
                      <a:pt x="30" y="117"/>
                    </a:cubicBezTo>
                    <a:cubicBezTo>
                      <a:pt x="21" y="88"/>
                      <a:pt x="30" y="57"/>
                      <a:pt x="20" y="29"/>
                    </a:cubicBezTo>
                    <a:cubicBezTo>
                      <a:pt x="17" y="18"/>
                      <a:pt x="9" y="10"/>
                      <a:pt x="6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33" name="Freeform 1720">
                <a:extLst>
                  <a:ext uri="{FF2B5EF4-FFF2-40B4-BE49-F238E27FC236}">
                    <a16:creationId xmlns:a16="http://schemas.microsoft.com/office/drawing/2014/main" id="{75F1F8B1-ED64-46EC-AF8E-BB35D8B53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109"/>
                <a:ext cx="37" cy="156"/>
              </a:xfrm>
              <a:custGeom>
                <a:avLst/>
                <a:gdLst>
                  <a:gd name="T0" fmla="*/ 7 w 30"/>
                  <a:gd name="T1" fmla="*/ 0 h 117"/>
                  <a:gd name="T2" fmla="*/ 57 w 30"/>
                  <a:gd name="T3" fmla="*/ 277 h 117"/>
                  <a:gd name="T4" fmla="*/ 38 w 30"/>
                  <a:gd name="T5" fmla="*/ 69 h 117"/>
                  <a:gd name="T6" fmla="*/ 11 w 30"/>
                  <a:gd name="T7" fmla="*/ 0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17">
                    <a:moveTo>
                      <a:pt x="4" y="0"/>
                    </a:moveTo>
                    <a:cubicBezTo>
                      <a:pt x="0" y="47"/>
                      <a:pt x="9" y="74"/>
                      <a:pt x="30" y="117"/>
                    </a:cubicBezTo>
                    <a:cubicBezTo>
                      <a:pt x="21" y="88"/>
                      <a:pt x="30" y="57"/>
                      <a:pt x="20" y="29"/>
                    </a:cubicBezTo>
                    <a:cubicBezTo>
                      <a:pt x="17" y="18"/>
                      <a:pt x="9" y="1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34" name="Freeform 1721">
                <a:extLst>
                  <a:ext uri="{FF2B5EF4-FFF2-40B4-BE49-F238E27FC236}">
                    <a16:creationId xmlns:a16="http://schemas.microsoft.com/office/drawing/2014/main" id="{592B82D3-51DF-4789-81D9-526718300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67"/>
                <a:ext cx="52" cy="204"/>
              </a:xfrm>
              <a:custGeom>
                <a:avLst/>
                <a:gdLst>
                  <a:gd name="T0" fmla="*/ 0 w 42"/>
                  <a:gd name="T1" fmla="*/ 15 h 153"/>
                  <a:gd name="T2" fmla="*/ 11 w 42"/>
                  <a:gd name="T3" fmla="*/ 199 h 153"/>
                  <a:gd name="T4" fmla="*/ 79 w 42"/>
                  <a:gd name="T5" fmla="*/ 363 h 153"/>
                  <a:gd name="T6" fmla="*/ 6 w 42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3">
                    <a:moveTo>
                      <a:pt x="0" y="6"/>
                    </a:moveTo>
                    <a:cubicBezTo>
                      <a:pt x="8" y="33"/>
                      <a:pt x="2" y="58"/>
                      <a:pt x="6" y="84"/>
                    </a:cubicBezTo>
                    <a:cubicBezTo>
                      <a:pt x="10" y="110"/>
                      <a:pt x="27" y="131"/>
                      <a:pt x="42" y="153"/>
                    </a:cubicBezTo>
                    <a:cubicBezTo>
                      <a:pt x="33" y="101"/>
                      <a:pt x="34" y="44"/>
                      <a:pt x="3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35" name="Freeform 1722">
                <a:extLst>
                  <a:ext uri="{FF2B5EF4-FFF2-40B4-BE49-F238E27FC236}">
                    <a16:creationId xmlns:a16="http://schemas.microsoft.com/office/drawing/2014/main" id="{595C1B89-1942-4BAC-8531-846286986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67"/>
                <a:ext cx="52" cy="204"/>
              </a:xfrm>
              <a:custGeom>
                <a:avLst/>
                <a:gdLst>
                  <a:gd name="T0" fmla="*/ 0 w 42"/>
                  <a:gd name="T1" fmla="*/ 15 h 153"/>
                  <a:gd name="T2" fmla="*/ 11 w 42"/>
                  <a:gd name="T3" fmla="*/ 199 h 153"/>
                  <a:gd name="T4" fmla="*/ 79 w 42"/>
                  <a:gd name="T5" fmla="*/ 363 h 153"/>
                  <a:gd name="T6" fmla="*/ 6 w 42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3">
                    <a:moveTo>
                      <a:pt x="0" y="6"/>
                    </a:moveTo>
                    <a:cubicBezTo>
                      <a:pt x="8" y="33"/>
                      <a:pt x="2" y="58"/>
                      <a:pt x="6" y="84"/>
                    </a:cubicBezTo>
                    <a:cubicBezTo>
                      <a:pt x="10" y="110"/>
                      <a:pt x="27" y="131"/>
                      <a:pt x="42" y="153"/>
                    </a:cubicBezTo>
                    <a:cubicBezTo>
                      <a:pt x="33" y="101"/>
                      <a:pt x="34" y="44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36" name="Freeform 1723">
                <a:extLst>
                  <a:ext uri="{FF2B5EF4-FFF2-40B4-BE49-F238E27FC236}">
                    <a16:creationId xmlns:a16="http://schemas.microsoft.com/office/drawing/2014/main" id="{E4CE8D95-96DD-4A28-A998-F453F77F4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891"/>
                <a:ext cx="35" cy="128"/>
              </a:xfrm>
              <a:custGeom>
                <a:avLst/>
                <a:gdLst>
                  <a:gd name="T0" fmla="*/ 10 w 28"/>
                  <a:gd name="T1" fmla="*/ 0 h 96"/>
                  <a:gd name="T2" fmla="*/ 55 w 28"/>
                  <a:gd name="T3" fmla="*/ 228 h 96"/>
                  <a:gd name="T4" fmla="*/ 44 w 28"/>
                  <a:gd name="T5" fmla="*/ 84 h 96"/>
                  <a:gd name="T6" fmla="*/ 16 w 28"/>
                  <a:gd name="T7" fmla="*/ 1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5" y="0"/>
                    </a:moveTo>
                    <a:cubicBezTo>
                      <a:pt x="0" y="36"/>
                      <a:pt x="15" y="65"/>
                      <a:pt x="28" y="96"/>
                    </a:cubicBezTo>
                    <a:cubicBezTo>
                      <a:pt x="26" y="77"/>
                      <a:pt x="27" y="53"/>
                      <a:pt x="22" y="35"/>
                    </a:cubicBezTo>
                    <a:cubicBezTo>
                      <a:pt x="19" y="24"/>
                      <a:pt x="11" y="16"/>
                      <a:pt x="8" y="5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37" name="Freeform 1724">
                <a:extLst>
                  <a:ext uri="{FF2B5EF4-FFF2-40B4-BE49-F238E27FC236}">
                    <a16:creationId xmlns:a16="http://schemas.microsoft.com/office/drawing/2014/main" id="{3A4B1C9A-852D-4019-A627-6E1594809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891"/>
                <a:ext cx="35" cy="128"/>
              </a:xfrm>
              <a:custGeom>
                <a:avLst/>
                <a:gdLst>
                  <a:gd name="T0" fmla="*/ 10 w 28"/>
                  <a:gd name="T1" fmla="*/ 0 h 96"/>
                  <a:gd name="T2" fmla="*/ 55 w 28"/>
                  <a:gd name="T3" fmla="*/ 228 h 96"/>
                  <a:gd name="T4" fmla="*/ 44 w 28"/>
                  <a:gd name="T5" fmla="*/ 84 h 96"/>
                  <a:gd name="T6" fmla="*/ 16 w 28"/>
                  <a:gd name="T7" fmla="*/ 1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5" y="0"/>
                    </a:moveTo>
                    <a:cubicBezTo>
                      <a:pt x="0" y="36"/>
                      <a:pt x="15" y="65"/>
                      <a:pt x="28" y="96"/>
                    </a:cubicBezTo>
                    <a:cubicBezTo>
                      <a:pt x="26" y="77"/>
                      <a:pt x="27" y="53"/>
                      <a:pt x="22" y="35"/>
                    </a:cubicBezTo>
                    <a:cubicBezTo>
                      <a:pt x="19" y="24"/>
                      <a:pt x="11" y="16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38" name="Freeform 1725">
                <a:extLst>
                  <a:ext uri="{FF2B5EF4-FFF2-40B4-BE49-F238E27FC236}">
                    <a16:creationId xmlns:a16="http://schemas.microsoft.com/office/drawing/2014/main" id="{0C6B94F6-78AA-4926-9F8E-9D8A8D3BB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69"/>
                <a:ext cx="43" cy="182"/>
              </a:xfrm>
              <a:custGeom>
                <a:avLst/>
                <a:gdLst>
                  <a:gd name="T0" fmla="*/ 15 w 35"/>
                  <a:gd name="T1" fmla="*/ 9 h 136"/>
                  <a:gd name="T2" fmla="*/ 54 w 35"/>
                  <a:gd name="T3" fmla="*/ 327 h 136"/>
                  <a:gd name="T4" fmla="*/ 50 w 35"/>
                  <a:gd name="T5" fmla="*/ 253 h 136"/>
                  <a:gd name="T6" fmla="*/ 59 w 35"/>
                  <a:gd name="T7" fmla="*/ 132 h 136"/>
                  <a:gd name="T8" fmla="*/ 17 w 35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6">
                    <a:moveTo>
                      <a:pt x="8" y="4"/>
                    </a:moveTo>
                    <a:cubicBezTo>
                      <a:pt x="9" y="46"/>
                      <a:pt x="0" y="101"/>
                      <a:pt x="29" y="136"/>
                    </a:cubicBezTo>
                    <a:cubicBezTo>
                      <a:pt x="28" y="126"/>
                      <a:pt x="27" y="115"/>
                      <a:pt x="27" y="105"/>
                    </a:cubicBezTo>
                    <a:cubicBezTo>
                      <a:pt x="28" y="87"/>
                      <a:pt x="35" y="73"/>
                      <a:pt x="32" y="55"/>
                    </a:cubicBezTo>
                    <a:cubicBezTo>
                      <a:pt x="29" y="39"/>
                      <a:pt x="16" y="15"/>
                      <a:pt x="9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39" name="Freeform 1726">
                <a:extLst>
                  <a:ext uri="{FF2B5EF4-FFF2-40B4-BE49-F238E27FC236}">
                    <a16:creationId xmlns:a16="http://schemas.microsoft.com/office/drawing/2014/main" id="{2A76DEA3-AF86-4F8E-B726-E723B7842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69"/>
                <a:ext cx="43" cy="182"/>
              </a:xfrm>
              <a:custGeom>
                <a:avLst/>
                <a:gdLst>
                  <a:gd name="T0" fmla="*/ 15 w 35"/>
                  <a:gd name="T1" fmla="*/ 9 h 136"/>
                  <a:gd name="T2" fmla="*/ 54 w 35"/>
                  <a:gd name="T3" fmla="*/ 327 h 136"/>
                  <a:gd name="T4" fmla="*/ 50 w 35"/>
                  <a:gd name="T5" fmla="*/ 253 h 136"/>
                  <a:gd name="T6" fmla="*/ 59 w 35"/>
                  <a:gd name="T7" fmla="*/ 132 h 136"/>
                  <a:gd name="T8" fmla="*/ 17 w 35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6">
                    <a:moveTo>
                      <a:pt x="8" y="4"/>
                    </a:moveTo>
                    <a:cubicBezTo>
                      <a:pt x="9" y="46"/>
                      <a:pt x="0" y="101"/>
                      <a:pt x="29" y="136"/>
                    </a:cubicBezTo>
                    <a:cubicBezTo>
                      <a:pt x="28" y="126"/>
                      <a:pt x="27" y="115"/>
                      <a:pt x="27" y="105"/>
                    </a:cubicBezTo>
                    <a:cubicBezTo>
                      <a:pt x="28" y="87"/>
                      <a:pt x="35" y="73"/>
                      <a:pt x="32" y="55"/>
                    </a:cubicBezTo>
                    <a:cubicBezTo>
                      <a:pt x="29" y="39"/>
                      <a:pt x="16" y="1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40" name="Freeform 1727">
                <a:extLst>
                  <a:ext uri="{FF2B5EF4-FFF2-40B4-BE49-F238E27FC236}">
                    <a16:creationId xmlns:a16="http://schemas.microsoft.com/office/drawing/2014/main" id="{C77B12FA-CA19-418C-A257-07036BAC7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747"/>
                <a:ext cx="46" cy="124"/>
              </a:xfrm>
              <a:custGeom>
                <a:avLst/>
                <a:gdLst>
                  <a:gd name="T0" fmla="*/ 14 w 37"/>
                  <a:gd name="T1" fmla="*/ 0 h 93"/>
                  <a:gd name="T2" fmla="*/ 71 w 37"/>
                  <a:gd name="T3" fmla="*/ 220 h 93"/>
                  <a:gd name="T4" fmla="*/ 19 w 37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7" y="0"/>
                    </a:moveTo>
                    <a:cubicBezTo>
                      <a:pt x="0" y="37"/>
                      <a:pt x="16" y="65"/>
                      <a:pt x="37" y="93"/>
                    </a:cubicBezTo>
                    <a:cubicBezTo>
                      <a:pt x="29" y="62"/>
                      <a:pt x="21" y="30"/>
                      <a:pt x="10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41" name="Freeform 1728">
                <a:extLst>
                  <a:ext uri="{FF2B5EF4-FFF2-40B4-BE49-F238E27FC236}">
                    <a16:creationId xmlns:a16="http://schemas.microsoft.com/office/drawing/2014/main" id="{A2D00644-A48E-484C-9BA0-04B4226C5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747"/>
                <a:ext cx="46" cy="124"/>
              </a:xfrm>
              <a:custGeom>
                <a:avLst/>
                <a:gdLst>
                  <a:gd name="T0" fmla="*/ 14 w 37"/>
                  <a:gd name="T1" fmla="*/ 0 h 93"/>
                  <a:gd name="T2" fmla="*/ 71 w 37"/>
                  <a:gd name="T3" fmla="*/ 220 h 93"/>
                  <a:gd name="T4" fmla="*/ 19 w 37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7" y="0"/>
                    </a:moveTo>
                    <a:cubicBezTo>
                      <a:pt x="0" y="37"/>
                      <a:pt x="16" y="65"/>
                      <a:pt x="37" y="93"/>
                    </a:cubicBezTo>
                    <a:cubicBezTo>
                      <a:pt x="29" y="62"/>
                      <a:pt x="21" y="30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42" name="Freeform 1729">
                <a:extLst>
                  <a:ext uri="{FF2B5EF4-FFF2-40B4-BE49-F238E27FC236}">
                    <a16:creationId xmlns:a16="http://schemas.microsoft.com/office/drawing/2014/main" id="{DE40EC7D-5FCF-4CE7-9639-8B33B330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293"/>
                <a:ext cx="52" cy="166"/>
              </a:xfrm>
              <a:custGeom>
                <a:avLst/>
                <a:gdLst>
                  <a:gd name="T0" fmla="*/ 2 w 42"/>
                  <a:gd name="T1" fmla="*/ 0 h 124"/>
                  <a:gd name="T2" fmla="*/ 79 w 42"/>
                  <a:gd name="T3" fmla="*/ 297 h 124"/>
                  <a:gd name="T4" fmla="*/ 37 w 42"/>
                  <a:gd name="T5" fmla="*/ 64 h 124"/>
                  <a:gd name="T6" fmla="*/ 0 w 42"/>
                  <a:gd name="T7" fmla="*/ 1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24">
                    <a:moveTo>
                      <a:pt x="2" y="0"/>
                    </a:moveTo>
                    <a:cubicBezTo>
                      <a:pt x="2" y="46"/>
                      <a:pt x="6" y="91"/>
                      <a:pt x="42" y="124"/>
                    </a:cubicBezTo>
                    <a:cubicBezTo>
                      <a:pt x="24" y="99"/>
                      <a:pt x="32" y="56"/>
                      <a:pt x="19" y="27"/>
                    </a:cubicBezTo>
                    <a:cubicBezTo>
                      <a:pt x="15" y="16"/>
                      <a:pt x="9" y="8"/>
                      <a:pt x="0" y="1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43" name="Freeform 1730">
                <a:extLst>
                  <a:ext uri="{FF2B5EF4-FFF2-40B4-BE49-F238E27FC236}">
                    <a16:creationId xmlns:a16="http://schemas.microsoft.com/office/drawing/2014/main" id="{DDAE46CB-B43D-43F4-AEB9-4C20D4358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293"/>
                <a:ext cx="52" cy="166"/>
              </a:xfrm>
              <a:custGeom>
                <a:avLst/>
                <a:gdLst>
                  <a:gd name="T0" fmla="*/ 2 w 42"/>
                  <a:gd name="T1" fmla="*/ 0 h 124"/>
                  <a:gd name="T2" fmla="*/ 79 w 42"/>
                  <a:gd name="T3" fmla="*/ 297 h 124"/>
                  <a:gd name="T4" fmla="*/ 37 w 42"/>
                  <a:gd name="T5" fmla="*/ 64 h 124"/>
                  <a:gd name="T6" fmla="*/ 0 w 42"/>
                  <a:gd name="T7" fmla="*/ 1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24">
                    <a:moveTo>
                      <a:pt x="2" y="0"/>
                    </a:moveTo>
                    <a:cubicBezTo>
                      <a:pt x="2" y="46"/>
                      <a:pt x="6" y="91"/>
                      <a:pt x="42" y="124"/>
                    </a:cubicBezTo>
                    <a:cubicBezTo>
                      <a:pt x="24" y="99"/>
                      <a:pt x="32" y="56"/>
                      <a:pt x="19" y="27"/>
                    </a:cubicBezTo>
                    <a:cubicBezTo>
                      <a:pt x="15" y="16"/>
                      <a:pt x="9" y="8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44" name="Freeform 1731">
                <a:extLst>
                  <a:ext uri="{FF2B5EF4-FFF2-40B4-BE49-F238E27FC236}">
                    <a16:creationId xmlns:a16="http://schemas.microsoft.com/office/drawing/2014/main" id="{42756C87-8253-472E-9C83-798ACAA60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009"/>
                <a:ext cx="53" cy="115"/>
              </a:xfrm>
              <a:custGeom>
                <a:avLst/>
                <a:gdLst>
                  <a:gd name="T0" fmla="*/ 17 w 43"/>
                  <a:gd name="T1" fmla="*/ 0 h 86"/>
                  <a:gd name="T2" fmla="*/ 79 w 43"/>
                  <a:gd name="T3" fmla="*/ 206 h 86"/>
                  <a:gd name="T4" fmla="*/ 54 w 43"/>
                  <a:gd name="T5" fmla="*/ 44 h 86"/>
                  <a:gd name="T6" fmla="*/ 17 w 43"/>
                  <a:gd name="T7" fmla="*/ 1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6">
                    <a:moveTo>
                      <a:pt x="9" y="0"/>
                    </a:moveTo>
                    <a:cubicBezTo>
                      <a:pt x="0" y="28"/>
                      <a:pt x="21" y="69"/>
                      <a:pt x="42" y="86"/>
                    </a:cubicBezTo>
                    <a:cubicBezTo>
                      <a:pt x="30" y="64"/>
                      <a:pt x="43" y="40"/>
                      <a:pt x="29" y="19"/>
                    </a:cubicBezTo>
                    <a:cubicBezTo>
                      <a:pt x="24" y="13"/>
                      <a:pt x="16" y="6"/>
                      <a:pt x="9" y="1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45" name="Freeform 1732">
                <a:extLst>
                  <a:ext uri="{FF2B5EF4-FFF2-40B4-BE49-F238E27FC236}">
                    <a16:creationId xmlns:a16="http://schemas.microsoft.com/office/drawing/2014/main" id="{3747345D-96EA-4480-8035-F8E90FC38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009"/>
                <a:ext cx="53" cy="115"/>
              </a:xfrm>
              <a:custGeom>
                <a:avLst/>
                <a:gdLst>
                  <a:gd name="T0" fmla="*/ 17 w 43"/>
                  <a:gd name="T1" fmla="*/ 0 h 86"/>
                  <a:gd name="T2" fmla="*/ 79 w 43"/>
                  <a:gd name="T3" fmla="*/ 206 h 86"/>
                  <a:gd name="T4" fmla="*/ 54 w 43"/>
                  <a:gd name="T5" fmla="*/ 44 h 86"/>
                  <a:gd name="T6" fmla="*/ 17 w 43"/>
                  <a:gd name="T7" fmla="*/ 1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6">
                    <a:moveTo>
                      <a:pt x="9" y="0"/>
                    </a:moveTo>
                    <a:cubicBezTo>
                      <a:pt x="0" y="28"/>
                      <a:pt x="21" y="69"/>
                      <a:pt x="42" y="86"/>
                    </a:cubicBezTo>
                    <a:cubicBezTo>
                      <a:pt x="30" y="64"/>
                      <a:pt x="43" y="40"/>
                      <a:pt x="29" y="19"/>
                    </a:cubicBezTo>
                    <a:cubicBezTo>
                      <a:pt x="24" y="13"/>
                      <a:pt x="16" y="6"/>
                      <a:pt x="9" y="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46" name="Freeform 1733">
                <a:extLst>
                  <a:ext uri="{FF2B5EF4-FFF2-40B4-BE49-F238E27FC236}">
                    <a16:creationId xmlns:a16="http://schemas.microsoft.com/office/drawing/2014/main" id="{91DCBE72-973E-43A9-BED5-1EC8FD757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549"/>
                <a:ext cx="31" cy="122"/>
              </a:xfrm>
              <a:custGeom>
                <a:avLst/>
                <a:gdLst>
                  <a:gd name="T0" fmla="*/ 32 w 25"/>
                  <a:gd name="T1" fmla="*/ 0 h 91"/>
                  <a:gd name="T2" fmla="*/ 11 w 25"/>
                  <a:gd name="T3" fmla="*/ 220 h 91"/>
                  <a:gd name="T4" fmla="*/ 7 w 25"/>
                  <a:gd name="T5" fmla="*/ 91 h 91"/>
                  <a:gd name="T6" fmla="*/ 32 w 25"/>
                  <a:gd name="T7" fmla="*/ 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91">
                    <a:moveTo>
                      <a:pt x="17" y="0"/>
                    </a:moveTo>
                    <a:cubicBezTo>
                      <a:pt x="21" y="35"/>
                      <a:pt x="25" y="59"/>
                      <a:pt x="6" y="91"/>
                    </a:cubicBezTo>
                    <a:cubicBezTo>
                      <a:pt x="0" y="80"/>
                      <a:pt x="3" y="50"/>
                      <a:pt x="4" y="38"/>
                    </a:cubicBezTo>
                    <a:cubicBezTo>
                      <a:pt x="5" y="24"/>
                      <a:pt x="13" y="15"/>
                      <a:pt x="17" y="3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47" name="Freeform 1734">
                <a:extLst>
                  <a:ext uri="{FF2B5EF4-FFF2-40B4-BE49-F238E27FC236}">
                    <a16:creationId xmlns:a16="http://schemas.microsoft.com/office/drawing/2014/main" id="{68D7DBE5-53BD-4B23-A450-6DF98B38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549"/>
                <a:ext cx="31" cy="122"/>
              </a:xfrm>
              <a:custGeom>
                <a:avLst/>
                <a:gdLst>
                  <a:gd name="T0" fmla="*/ 32 w 25"/>
                  <a:gd name="T1" fmla="*/ 0 h 91"/>
                  <a:gd name="T2" fmla="*/ 11 w 25"/>
                  <a:gd name="T3" fmla="*/ 220 h 91"/>
                  <a:gd name="T4" fmla="*/ 7 w 25"/>
                  <a:gd name="T5" fmla="*/ 91 h 91"/>
                  <a:gd name="T6" fmla="*/ 32 w 25"/>
                  <a:gd name="T7" fmla="*/ 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91">
                    <a:moveTo>
                      <a:pt x="17" y="0"/>
                    </a:moveTo>
                    <a:cubicBezTo>
                      <a:pt x="21" y="35"/>
                      <a:pt x="25" y="59"/>
                      <a:pt x="6" y="91"/>
                    </a:cubicBezTo>
                    <a:cubicBezTo>
                      <a:pt x="0" y="80"/>
                      <a:pt x="3" y="50"/>
                      <a:pt x="4" y="38"/>
                    </a:cubicBezTo>
                    <a:cubicBezTo>
                      <a:pt x="5" y="24"/>
                      <a:pt x="13" y="15"/>
                      <a:pt x="17" y="3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48" name="Freeform 1735">
                <a:extLst>
                  <a:ext uri="{FF2B5EF4-FFF2-40B4-BE49-F238E27FC236}">
                    <a16:creationId xmlns:a16="http://schemas.microsoft.com/office/drawing/2014/main" id="{884692AC-4603-42CF-9D85-05EDCC2F4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3324"/>
                <a:ext cx="126" cy="187"/>
              </a:xfrm>
              <a:custGeom>
                <a:avLst/>
                <a:gdLst>
                  <a:gd name="T0" fmla="*/ 196 w 101"/>
                  <a:gd name="T1" fmla="*/ 44 h 140"/>
                  <a:gd name="T2" fmla="*/ 162 w 101"/>
                  <a:gd name="T3" fmla="*/ 1 h 140"/>
                  <a:gd name="T4" fmla="*/ 37 w 101"/>
                  <a:gd name="T5" fmla="*/ 0 h 140"/>
                  <a:gd name="T6" fmla="*/ 6 w 101"/>
                  <a:gd name="T7" fmla="*/ 143 h 140"/>
                  <a:gd name="T8" fmla="*/ 120 w 101"/>
                  <a:gd name="T9" fmla="*/ 334 h 140"/>
                  <a:gd name="T10" fmla="*/ 140 w 101"/>
                  <a:gd name="T11" fmla="*/ 228 h 140"/>
                  <a:gd name="T12" fmla="*/ 196 w 101"/>
                  <a:gd name="T13" fmla="*/ 267 h 140"/>
                  <a:gd name="T14" fmla="*/ 196 w 101"/>
                  <a:gd name="T15" fmla="*/ 44 h 1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140">
                    <a:moveTo>
                      <a:pt x="101" y="19"/>
                    </a:moveTo>
                    <a:cubicBezTo>
                      <a:pt x="95" y="13"/>
                      <a:pt x="88" y="8"/>
                      <a:pt x="83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0" y="18"/>
                      <a:pt x="0" y="39"/>
                      <a:pt x="3" y="60"/>
                    </a:cubicBezTo>
                    <a:cubicBezTo>
                      <a:pt x="7" y="86"/>
                      <a:pt x="38" y="128"/>
                      <a:pt x="62" y="140"/>
                    </a:cubicBezTo>
                    <a:cubicBezTo>
                      <a:pt x="66" y="129"/>
                      <a:pt x="59" y="101"/>
                      <a:pt x="72" y="96"/>
                    </a:cubicBezTo>
                    <a:cubicBezTo>
                      <a:pt x="83" y="92"/>
                      <a:pt x="92" y="101"/>
                      <a:pt x="101" y="112"/>
                    </a:cubicBezTo>
                    <a:lnTo>
                      <a:pt x="101" y="19"/>
                    </a:lnTo>
                    <a:close/>
                  </a:path>
                </a:pathLst>
              </a:custGeom>
              <a:solidFill>
                <a:srgbClr val="C39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49" name="Freeform 1736">
                <a:extLst>
                  <a:ext uri="{FF2B5EF4-FFF2-40B4-BE49-F238E27FC236}">
                    <a16:creationId xmlns:a16="http://schemas.microsoft.com/office/drawing/2014/main" id="{D0DB2065-C243-49E5-BCF1-8A01623FD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3273"/>
                <a:ext cx="136" cy="83"/>
              </a:xfrm>
              <a:custGeom>
                <a:avLst/>
                <a:gdLst>
                  <a:gd name="T0" fmla="*/ 0 w 109"/>
                  <a:gd name="T1" fmla="*/ 5 h 62"/>
                  <a:gd name="T2" fmla="*/ 101 w 109"/>
                  <a:gd name="T3" fmla="*/ 143 h 62"/>
                  <a:gd name="T4" fmla="*/ 182 w 109"/>
                  <a:gd name="T5" fmla="*/ 147 h 62"/>
                  <a:gd name="T6" fmla="*/ 39 w 109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62">
                    <a:moveTo>
                      <a:pt x="0" y="2"/>
                    </a:moveTo>
                    <a:cubicBezTo>
                      <a:pt x="9" y="41"/>
                      <a:pt x="12" y="58"/>
                      <a:pt x="52" y="60"/>
                    </a:cubicBezTo>
                    <a:cubicBezTo>
                      <a:pt x="65" y="60"/>
                      <a:pt x="81" y="62"/>
                      <a:pt x="94" y="61"/>
                    </a:cubicBezTo>
                    <a:cubicBezTo>
                      <a:pt x="109" y="25"/>
                      <a:pt x="44" y="6"/>
                      <a:pt x="20" y="0"/>
                    </a:cubicBezTo>
                  </a:path>
                </a:pathLst>
              </a:custGeom>
              <a:solidFill>
                <a:srgbClr val="DB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50" name="Freeform 1737">
                <a:extLst>
                  <a:ext uri="{FF2B5EF4-FFF2-40B4-BE49-F238E27FC236}">
                    <a16:creationId xmlns:a16="http://schemas.microsoft.com/office/drawing/2014/main" id="{D8288EB7-6613-4703-BDE5-C4226B1AD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291"/>
                <a:ext cx="61" cy="38"/>
              </a:xfrm>
              <a:custGeom>
                <a:avLst/>
                <a:gdLst>
                  <a:gd name="T0" fmla="*/ 2 w 49"/>
                  <a:gd name="T1" fmla="*/ 0 h 29"/>
                  <a:gd name="T2" fmla="*/ 95 w 49"/>
                  <a:gd name="T3" fmla="*/ 48 h 29"/>
                  <a:gd name="T4" fmla="*/ 11 w 49"/>
                  <a:gd name="T5" fmla="*/ 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9">
                    <a:moveTo>
                      <a:pt x="2" y="0"/>
                    </a:moveTo>
                    <a:cubicBezTo>
                      <a:pt x="0" y="24"/>
                      <a:pt x="33" y="29"/>
                      <a:pt x="49" y="21"/>
                    </a:cubicBezTo>
                    <a:cubicBezTo>
                      <a:pt x="40" y="7"/>
                      <a:pt x="21" y="6"/>
                      <a:pt x="6" y="3"/>
                    </a:cubicBezTo>
                  </a:path>
                </a:pathLst>
              </a:custGeom>
              <a:solidFill>
                <a:srgbClr val="E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51" name="Freeform 1738">
                <a:extLst>
                  <a:ext uri="{FF2B5EF4-FFF2-40B4-BE49-F238E27FC236}">
                    <a16:creationId xmlns:a16="http://schemas.microsoft.com/office/drawing/2014/main" id="{64133147-8777-40CE-9159-2B2821CD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547"/>
                <a:ext cx="371" cy="1181"/>
              </a:xfrm>
              <a:custGeom>
                <a:avLst/>
                <a:gdLst>
                  <a:gd name="T0" fmla="*/ 217 w 297"/>
                  <a:gd name="T1" fmla="*/ 0 h 886"/>
                  <a:gd name="T2" fmla="*/ 0 w 297"/>
                  <a:gd name="T3" fmla="*/ 0 h 886"/>
                  <a:gd name="T4" fmla="*/ 346 w 297"/>
                  <a:gd name="T5" fmla="*/ 2098 h 886"/>
                  <a:gd name="T6" fmla="*/ 578 w 297"/>
                  <a:gd name="T7" fmla="*/ 2098 h 886"/>
                  <a:gd name="T8" fmla="*/ 217 w 297"/>
                  <a:gd name="T9" fmla="*/ 0 h 8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7" h="886">
                    <a:moveTo>
                      <a:pt x="11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0" y="303"/>
                      <a:pt x="109" y="613"/>
                      <a:pt x="178" y="886"/>
                    </a:cubicBezTo>
                    <a:cubicBezTo>
                      <a:pt x="297" y="886"/>
                      <a:pt x="297" y="886"/>
                      <a:pt x="297" y="886"/>
                    </a:cubicBezTo>
                    <a:cubicBezTo>
                      <a:pt x="224" y="610"/>
                      <a:pt x="163" y="303"/>
                      <a:pt x="111" y="0"/>
                    </a:cubicBezTo>
                    <a:close/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52" name="Freeform 1739">
                <a:extLst>
                  <a:ext uri="{FF2B5EF4-FFF2-40B4-BE49-F238E27FC236}">
                    <a16:creationId xmlns:a16="http://schemas.microsoft.com/office/drawing/2014/main" id="{254452CE-E3CB-43A2-B356-EC20F8F21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772"/>
                <a:ext cx="24" cy="59"/>
              </a:xfrm>
              <a:custGeom>
                <a:avLst/>
                <a:gdLst>
                  <a:gd name="T0" fmla="*/ 38 w 19"/>
                  <a:gd name="T1" fmla="*/ 106 h 44"/>
                  <a:gd name="T2" fmla="*/ 0 w 19"/>
                  <a:gd name="T3" fmla="*/ 0 h 44"/>
                  <a:gd name="T4" fmla="*/ 38 w 19"/>
                  <a:gd name="T5" fmla="*/ 10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44"/>
                    </a:moveTo>
                    <a:cubicBezTo>
                      <a:pt x="12" y="30"/>
                      <a:pt x="6" y="15"/>
                      <a:pt x="0" y="0"/>
                    </a:cubicBezTo>
                    <a:cubicBezTo>
                      <a:pt x="6" y="15"/>
                      <a:pt x="12" y="30"/>
                      <a:pt x="19" y="44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53" name="Freeform 1740">
                <a:extLst>
                  <a:ext uri="{FF2B5EF4-FFF2-40B4-BE49-F238E27FC236}">
                    <a16:creationId xmlns:a16="http://schemas.microsoft.com/office/drawing/2014/main" id="{1D1FD227-D278-40E8-834C-1143ED995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835"/>
                <a:ext cx="9" cy="21"/>
              </a:xfrm>
              <a:custGeom>
                <a:avLst/>
                <a:gdLst>
                  <a:gd name="T0" fmla="*/ 15 w 7"/>
                  <a:gd name="T1" fmla="*/ 37 h 16"/>
                  <a:gd name="T2" fmla="*/ 0 w 7"/>
                  <a:gd name="T3" fmla="*/ 0 h 16"/>
                  <a:gd name="T4" fmla="*/ 15 w 7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7" y="16"/>
                    </a:moveTo>
                    <a:cubicBezTo>
                      <a:pt x="5" y="10"/>
                      <a:pt x="3" y="5"/>
                      <a:pt x="0" y="0"/>
                    </a:cubicBezTo>
                    <a:cubicBezTo>
                      <a:pt x="3" y="5"/>
                      <a:pt x="5" y="11"/>
                      <a:pt x="7" y="16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54" name="Freeform 1741">
                <a:extLst>
                  <a:ext uri="{FF2B5EF4-FFF2-40B4-BE49-F238E27FC236}">
                    <a16:creationId xmlns:a16="http://schemas.microsoft.com/office/drawing/2014/main" id="{DB32B718-1268-4A4B-AB87-F456C4B2D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3008"/>
                <a:ext cx="244" cy="720"/>
              </a:xfrm>
              <a:custGeom>
                <a:avLst/>
                <a:gdLst>
                  <a:gd name="T0" fmla="*/ 6 w 195"/>
                  <a:gd name="T1" fmla="*/ 0 h 540"/>
                  <a:gd name="T2" fmla="*/ 5 w 195"/>
                  <a:gd name="T3" fmla="*/ 1 h 540"/>
                  <a:gd name="T4" fmla="*/ 10 w 195"/>
                  <a:gd name="T5" fmla="*/ 27 h 540"/>
                  <a:gd name="T6" fmla="*/ 33 w 195"/>
                  <a:gd name="T7" fmla="*/ 684 h 540"/>
                  <a:gd name="T8" fmla="*/ 268 w 195"/>
                  <a:gd name="T9" fmla="*/ 1015 h 540"/>
                  <a:gd name="T10" fmla="*/ 299 w 195"/>
                  <a:gd name="T11" fmla="*/ 1280 h 540"/>
                  <a:gd name="T12" fmla="*/ 382 w 195"/>
                  <a:gd name="T13" fmla="*/ 1280 h 540"/>
                  <a:gd name="T14" fmla="*/ 382 w 195"/>
                  <a:gd name="T15" fmla="*/ 507 h 540"/>
                  <a:gd name="T16" fmla="*/ 6 w 195"/>
                  <a:gd name="T17" fmla="*/ 0 h 5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5" h="540"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5"/>
                      <a:pt x="4" y="8"/>
                      <a:pt x="5" y="11"/>
                    </a:cubicBezTo>
                    <a:cubicBezTo>
                      <a:pt x="24" y="95"/>
                      <a:pt x="0" y="218"/>
                      <a:pt x="17" y="289"/>
                    </a:cubicBezTo>
                    <a:cubicBezTo>
                      <a:pt x="32" y="356"/>
                      <a:pt x="120" y="368"/>
                      <a:pt x="137" y="428"/>
                    </a:cubicBezTo>
                    <a:cubicBezTo>
                      <a:pt x="147" y="465"/>
                      <a:pt x="152" y="504"/>
                      <a:pt x="153" y="540"/>
                    </a:cubicBezTo>
                    <a:cubicBezTo>
                      <a:pt x="195" y="540"/>
                      <a:pt x="195" y="540"/>
                      <a:pt x="195" y="540"/>
                    </a:cubicBezTo>
                    <a:cubicBezTo>
                      <a:pt x="195" y="214"/>
                      <a:pt x="195" y="214"/>
                      <a:pt x="195" y="214"/>
                    </a:cubicBezTo>
                    <a:cubicBezTo>
                      <a:pt x="142" y="146"/>
                      <a:pt x="54" y="206"/>
                      <a:pt x="3" y="0"/>
                    </a:cubicBezTo>
                    <a:close/>
                  </a:path>
                </a:pathLst>
              </a:custGeom>
              <a:solidFill>
                <a:srgbClr val="CD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55" name="Freeform 1742">
                <a:extLst>
                  <a:ext uri="{FF2B5EF4-FFF2-40B4-BE49-F238E27FC236}">
                    <a16:creationId xmlns:a16="http://schemas.microsoft.com/office/drawing/2014/main" id="{9355C7A2-0CB9-4D3F-B412-449FE60D0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384"/>
                <a:ext cx="67" cy="176"/>
              </a:xfrm>
              <a:custGeom>
                <a:avLst/>
                <a:gdLst>
                  <a:gd name="T0" fmla="*/ 0 w 54"/>
                  <a:gd name="T1" fmla="*/ 5 h 132"/>
                  <a:gd name="T2" fmla="*/ 38 w 54"/>
                  <a:gd name="T3" fmla="*/ 176 h 132"/>
                  <a:gd name="T4" fmla="*/ 103 w 54"/>
                  <a:gd name="T5" fmla="*/ 313 h 132"/>
                  <a:gd name="T6" fmla="*/ 71 w 54"/>
                  <a:gd name="T7" fmla="*/ 171 h 132"/>
                  <a:gd name="T8" fmla="*/ 50 w 54"/>
                  <a:gd name="T9" fmla="*/ 49 h 132"/>
                  <a:gd name="T10" fmla="*/ 2 w 54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32">
                    <a:moveTo>
                      <a:pt x="0" y="2"/>
                    </a:moveTo>
                    <a:cubicBezTo>
                      <a:pt x="6" y="27"/>
                      <a:pt x="9" y="50"/>
                      <a:pt x="20" y="74"/>
                    </a:cubicBezTo>
                    <a:cubicBezTo>
                      <a:pt x="30" y="94"/>
                      <a:pt x="44" y="112"/>
                      <a:pt x="54" y="132"/>
                    </a:cubicBezTo>
                    <a:cubicBezTo>
                      <a:pt x="46" y="113"/>
                      <a:pt x="38" y="93"/>
                      <a:pt x="37" y="72"/>
                    </a:cubicBezTo>
                    <a:cubicBezTo>
                      <a:pt x="35" y="54"/>
                      <a:pt x="38" y="36"/>
                      <a:pt x="26" y="21"/>
                    </a:cubicBezTo>
                    <a:cubicBezTo>
                      <a:pt x="20" y="12"/>
                      <a:pt x="6" y="6"/>
                      <a:pt x="2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56" name="Freeform 1743">
                <a:extLst>
                  <a:ext uri="{FF2B5EF4-FFF2-40B4-BE49-F238E27FC236}">
                    <a16:creationId xmlns:a16="http://schemas.microsoft.com/office/drawing/2014/main" id="{07B19814-C71E-48EA-94CB-770DFD842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384"/>
                <a:ext cx="67" cy="176"/>
              </a:xfrm>
              <a:custGeom>
                <a:avLst/>
                <a:gdLst>
                  <a:gd name="T0" fmla="*/ 0 w 54"/>
                  <a:gd name="T1" fmla="*/ 5 h 132"/>
                  <a:gd name="T2" fmla="*/ 38 w 54"/>
                  <a:gd name="T3" fmla="*/ 176 h 132"/>
                  <a:gd name="T4" fmla="*/ 103 w 54"/>
                  <a:gd name="T5" fmla="*/ 313 h 132"/>
                  <a:gd name="T6" fmla="*/ 71 w 54"/>
                  <a:gd name="T7" fmla="*/ 171 h 132"/>
                  <a:gd name="T8" fmla="*/ 50 w 54"/>
                  <a:gd name="T9" fmla="*/ 49 h 132"/>
                  <a:gd name="T10" fmla="*/ 2 w 54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32">
                    <a:moveTo>
                      <a:pt x="0" y="2"/>
                    </a:moveTo>
                    <a:cubicBezTo>
                      <a:pt x="6" y="27"/>
                      <a:pt x="9" y="50"/>
                      <a:pt x="20" y="74"/>
                    </a:cubicBezTo>
                    <a:cubicBezTo>
                      <a:pt x="30" y="94"/>
                      <a:pt x="44" y="112"/>
                      <a:pt x="54" y="132"/>
                    </a:cubicBezTo>
                    <a:cubicBezTo>
                      <a:pt x="46" y="113"/>
                      <a:pt x="38" y="93"/>
                      <a:pt x="37" y="72"/>
                    </a:cubicBezTo>
                    <a:cubicBezTo>
                      <a:pt x="35" y="54"/>
                      <a:pt x="38" y="36"/>
                      <a:pt x="26" y="21"/>
                    </a:cubicBezTo>
                    <a:cubicBezTo>
                      <a:pt x="20" y="12"/>
                      <a:pt x="6" y="6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57" name="Freeform 1744">
                <a:extLst>
                  <a:ext uri="{FF2B5EF4-FFF2-40B4-BE49-F238E27FC236}">
                    <a16:creationId xmlns:a16="http://schemas.microsoft.com/office/drawing/2014/main" id="{5F75579B-D5EB-4B78-A267-8E983D643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109"/>
                <a:ext cx="37" cy="156"/>
              </a:xfrm>
              <a:custGeom>
                <a:avLst/>
                <a:gdLst>
                  <a:gd name="T0" fmla="*/ 7 w 30"/>
                  <a:gd name="T1" fmla="*/ 0 h 117"/>
                  <a:gd name="T2" fmla="*/ 57 w 30"/>
                  <a:gd name="T3" fmla="*/ 277 h 117"/>
                  <a:gd name="T4" fmla="*/ 38 w 30"/>
                  <a:gd name="T5" fmla="*/ 69 h 117"/>
                  <a:gd name="T6" fmla="*/ 11 w 30"/>
                  <a:gd name="T7" fmla="*/ 0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17">
                    <a:moveTo>
                      <a:pt x="4" y="0"/>
                    </a:moveTo>
                    <a:cubicBezTo>
                      <a:pt x="0" y="47"/>
                      <a:pt x="9" y="74"/>
                      <a:pt x="30" y="117"/>
                    </a:cubicBezTo>
                    <a:cubicBezTo>
                      <a:pt x="21" y="88"/>
                      <a:pt x="30" y="57"/>
                      <a:pt x="20" y="29"/>
                    </a:cubicBezTo>
                    <a:cubicBezTo>
                      <a:pt x="17" y="18"/>
                      <a:pt x="9" y="10"/>
                      <a:pt x="6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58" name="Freeform 1745">
                <a:extLst>
                  <a:ext uri="{FF2B5EF4-FFF2-40B4-BE49-F238E27FC236}">
                    <a16:creationId xmlns:a16="http://schemas.microsoft.com/office/drawing/2014/main" id="{57AB79B8-E71A-4508-B123-76DFC5FFF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109"/>
                <a:ext cx="37" cy="156"/>
              </a:xfrm>
              <a:custGeom>
                <a:avLst/>
                <a:gdLst>
                  <a:gd name="T0" fmla="*/ 7 w 30"/>
                  <a:gd name="T1" fmla="*/ 0 h 117"/>
                  <a:gd name="T2" fmla="*/ 57 w 30"/>
                  <a:gd name="T3" fmla="*/ 277 h 117"/>
                  <a:gd name="T4" fmla="*/ 38 w 30"/>
                  <a:gd name="T5" fmla="*/ 69 h 117"/>
                  <a:gd name="T6" fmla="*/ 11 w 30"/>
                  <a:gd name="T7" fmla="*/ 0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17">
                    <a:moveTo>
                      <a:pt x="4" y="0"/>
                    </a:moveTo>
                    <a:cubicBezTo>
                      <a:pt x="0" y="47"/>
                      <a:pt x="9" y="74"/>
                      <a:pt x="30" y="117"/>
                    </a:cubicBezTo>
                    <a:cubicBezTo>
                      <a:pt x="21" y="88"/>
                      <a:pt x="30" y="57"/>
                      <a:pt x="20" y="29"/>
                    </a:cubicBezTo>
                    <a:cubicBezTo>
                      <a:pt x="17" y="18"/>
                      <a:pt x="9" y="1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59" name="Freeform 1746">
                <a:extLst>
                  <a:ext uri="{FF2B5EF4-FFF2-40B4-BE49-F238E27FC236}">
                    <a16:creationId xmlns:a16="http://schemas.microsoft.com/office/drawing/2014/main" id="{2A159AD5-5128-46DC-B54F-44836E49E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67"/>
                <a:ext cx="52" cy="204"/>
              </a:xfrm>
              <a:custGeom>
                <a:avLst/>
                <a:gdLst>
                  <a:gd name="T0" fmla="*/ 0 w 42"/>
                  <a:gd name="T1" fmla="*/ 15 h 153"/>
                  <a:gd name="T2" fmla="*/ 11 w 42"/>
                  <a:gd name="T3" fmla="*/ 199 h 153"/>
                  <a:gd name="T4" fmla="*/ 79 w 42"/>
                  <a:gd name="T5" fmla="*/ 363 h 153"/>
                  <a:gd name="T6" fmla="*/ 6 w 42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3">
                    <a:moveTo>
                      <a:pt x="0" y="6"/>
                    </a:moveTo>
                    <a:cubicBezTo>
                      <a:pt x="8" y="33"/>
                      <a:pt x="2" y="58"/>
                      <a:pt x="6" y="84"/>
                    </a:cubicBezTo>
                    <a:cubicBezTo>
                      <a:pt x="10" y="110"/>
                      <a:pt x="27" y="131"/>
                      <a:pt x="42" y="153"/>
                    </a:cubicBezTo>
                    <a:cubicBezTo>
                      <a:pt x="33" y="101"/>
                      <a:pt x="34" y="44"/>
                      <a:pt x="3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60" name="Freeform 1747">
                <a:extLst>
                  <a:ext uri="{FF2B5EF4-FFF2-40B4-BE49-F238E27FC236}">
                    <a16:creationId xmlns:a16="http://schemas.microsoft.com/office/drawing/2014/main" id="{E718A079-AFB7-48A0-AE3B-13662BA10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67"/>
                <a:ext cx="52" cy="204"/>
              </a:xfrm>
              <a:custGeom>
                <a:avLst/>
                <a:gdLst>
                  <a:gd name="T0" fmla="*/ 0 w 42"/>
                  <a:gd name="T1" fmla="*/ 15 h 153"/>
                  <a:gd name="T2" fmla="*/ 11 w 42"/>
                  <a:gd name="T3" fmla="*/ 199 h 153"/>
                  <a:gd name="T4" fmla="*/ 79 w 42"/>
                  <a:gd name="T5" fmla="*/ 363 h 153"/>
                  <a:gd name="T6" fmla="*/ 6 w 42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3">
                    <a:moveTo>
                      <a:pt x="0" y="6"/>
                    </a:moveTo>
                    <a:cubicBezTo>
                      <a:pt x="8" y="33"/>
                      <a:pt x="2" y="58"/>
                      <a:pt x="6" y="84"/>
                    </a:cubicBezTo>
                    <a:cubicBezTo>
                      <a:pt x="10" y="110"/>
                      <a:pt x="27" y="131"/>
                      <a:pt x="42" y="153"/>
                    </a:cubicBezTo>
                    <a:cubicBezTo>
                      <a:pt x="33" y="101"/>
                      <a:pt x="34" y="44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61" name="Freeform 1748">
                <a:extLst>
                  <a:ext uri="{FF2B5EF4-FFF2-40B4-BE49-F238E27FC236}">
                    <a16:creationId xmlns:a16="http://schemas.microsoft.com/office/drawing/2014/main" id="{FA78F213-233B-4BF2-86C9-79182A0E3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891"/>
                <a:ext cx="35" cy="128"/>
              </a:xfrm>
              <a:custGeom>
                <a:avLst/>
                <a:gdLst>
                  <a:gd name="T0" fmla="*/ 10 w 28"/>
                  <a:gd name="T1" fmla="*/ 0 h 96"/>
                  <a:gd name="T2" fmla="*/ 55 w 28"/>
                  <a:gd name="T3" fmla="*/ 228 h 96"/>
                  <a:gd name="T4" fmla="*/ 44 w 28"/>
                  <a:gd name="T5" fmla="*/ 84 h 96"/>
                  <a:gd name="T6" fmla="*/ 16 w 28"/>
                  <a:gd name="T7" fmla="*/ 1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5" y="0"/>
                    </a:moveTo>
                    <a:cubicBezTo>
                      <a:pt x="0" y="36"/>
                      <a:pt x="15" y="65"/>
                      <a:pt x="28" y="96"/>
                    </a:cubicBezTo>
                    <a:cubicBezTo>
                      <a:pt x="26" y="77"/>
                      <a:pt x="27" y="53"/>
                      <a:pt x="22" y="35"/>
                    </a:cubicBezTo>
                    <a:cubicBezTo>
                      <a:pt x="19" y="24"/>
                      <a:pt x="11" y="16"/>
                      <a:pt x="8" y="5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62" name="Freeform 1749">
                <a:extLst>
                  <a:ext uri="{FF2B5EF4-FFF2-40B4-BE49-F238E27FC236}">
                    <a16:creationId xmlns:a16="http://schemas.microsoft.com/office/drawing/2014/main" id="{5282E031-DCF0-411A-BE34-2AC373514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891"/>
                <a:ext cx="35" cy="128"/>
              </a:xfrm>
              <a:custGeom>
                <a:avLst/>
                <a:gdLst>
                  <a:gd name="T0" fmla="*/ 10 w 28"/>
                  <a:gd name="T1" fmla="*/ 0 h 96"/>
                  <a:gd name="T2" fmla="*/ 55 w 28"/>
                  <a:gd name="T3" fmla="*/ 228 h 96"/>
                  <a:gd name="T4" fmla="*/ 44 w 28"/>
                  <a:gd name="T5" fmla="*/ 84 h 96"/>
                  <a:gd name="T6" fmla="*/ 16 w 28"/>
                  <a:gd name="T7" fmla="*/ 1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5" y="0"/>
                    </a:moveTo>
                    <a:cubicBezTo>
                      <a:pt x="0" y="36"/>
                      <a:pt x="15" y="65"/>
                      <a:pt x="28" y="96"/>
                    </a:cubicBezTo>
                    <a:cubicBezTo>
                      <a:pt x="26" y="77"/>
                      <a:pt x="27" y="53"/>
                      <a:pt x="22" y="35"/>
                    </a:cubicBezTo>
                    <a:cubicBezTo>
                      <a:pt x="19" y="24"/>
                      <a:pt x="11" y="16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63" name="Freeform 1750">
                <a:extLst>
                  <a:ext uri="{FF2B5EF4-FFF2-40B4-BE49-F238E27FC236}">
                    <a16:creationId xmlns:a16="http://schemas.microsoft.com/office/drawing/2014/main" id="{A9624CAD-9642-43B6-B662-ECCB7B036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69"/>
                <a:ext cx="43" cy="182"/>
              </a:xfrm>
              <a:custGeom>
                <a:avLst/>
                <a:gdLst>
                  <a:gd name="T0" fmla="*/ 15 w 35"/>
                  <a:gd name="T1" fmla="*/ 9 h 136"/>
                  <a:gd name="T2" fmla="*/ 54 w 35"/>
                  <a:gd name="T3" fmla="*/ 327 h 136"/>
                  <a:gd name="T4" fmla="*/ 50 w 35"/>
                  <a:gd name="T5" fmla="*/ 253 h 136"/>
                  <a:gd name="T6" fmla="*/ 59 w 35"/>
                  <a:gd name="T7" fmla="*/ 132 h 136"/>
                  <a:gd name="T8" fmla="*/ 17 w 35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6">
                    <a:moveTo>
                      <a:pt x="8" y="4"/>
                    </a:moveTo>
                    <a:cubicBezTo>
                      <a:pt x="9" y="46"/>
                      <a:pt x="0" y="101"/>
                      <a:pt x="29" y="136"/>
                    </a:cubicBezTo>
                    <a:cubicBezTo>
                      <a:pt x="28" y="126"/>
                      <a:pt x="27" y="115"/>
                      <a:pt x="27" y="105"/>
                    </a:cubicBezTo>
                    <a:cubicBezTo>
                      <a:pt x="28" y="87"/>
                      <a:pt x="35" y="73"/>
                      <a:pt x="32" y="55"/>
                    </a:cubicBezTo>
                    <a:cubicBezTo>
                      <a:pt x="29" y="39"/>
                      <a:pt x="16" y="15"/>
                      <a:pt x="9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64" name="Freeform 1751">
                <a:extLst>
                  <a:ext uri="{FF2B5EF4-FFF2-40B4-BE49-F238E27FC236}">
                    <a16:creationId xmlns:a16="http://schemas.microsoft.com/office/drawing/2014/main" id="{076A7AF5-63D7-4335-BEEA-80CC225A2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69"/>
                <a:ext cx="43" cy="182"/>
              </a:xfrm>
              <a:custGeom>
                <a:avLst/>
                <a:gdLst>
                  <a:gd name="T0" fmla="*/ 15 w 35"/>
                  <a:gd name="T1" fmla="*/ 9 h 136"/>
                  <a:gd name="T2" fmla="*/ 54 w 35"/>
                  <a:gd name="T3" fmla="*/ 327 h 136"/>
                  <a:gd name="T4" fmla="*/ 50 w 35"/>
                  <a:gd name="T5" fmla="*/ 253 h 136"/>
                  <a:gd name="T6" fmla="*/ 59 w 35"/>
                  <a:gd name="T7" fmla="*/ 132 h 136"/>
                  <a:gd name="T8" fmla="*/ 17 w 35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6">
                    <a:moveTo>
                      <a:pt x="8" y="4"/>
                    </a:moveTo>
                    <a:cubicBezTo>
                      <a:pt x="9" y="46"/>
                      <a:pt x="0" y="101"/>
                      <a:pt x="29" y="136"/>
                    </a:cubicBezTo>
                    <a:cubicBezTo>
                      <a:pt x="28" y="126"/>
                      <a:pt x="27" y="115"/>
                      <a:pt x="27" y="105"/>
                    </a:cubicBezTo>
                    <a:cubicBezTo>
                      <a:pt x="28" y="87"/>
                      <a:pt x="35" y="73"/>
                      <a:pt x="32" y="55"/>
                    </a:cubicBezTo>
                    <a:cubicBezTo>
                      <a:pt x="29" y="39"/>
                      <a:pt x="16" y="1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65" name="Freeform 1752">
                <a:extLst>
                  <a:ext uri="{FF2B5EF4-FFF2-40B4-BE49-F238E27FC236}">
                    <a16:creationId xmlns:a16="http://schemas.microsoft.com/office/drawing/2014/main" id="{73485626-EB48-4DA7-86CB-1AAC3869F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747"/>
                <a:ext cx="46" cy="124"/>
              </a:xfrm>
              <a:custGeom>
                <a:avLst/>
                <a:gdLst>
                  <a:gd name="T0" fmla="*/ 14 w 37"/>
                  <a:gd name="T1" fmla="*/ 0 h 93"/>
                  <a:gd name="T2" fmla="*/ 71 w 37"/>
                  <a:gd name="T3" fmla="*/ 220 h 93"/>
                  <a:gd name="T4" fmla="*/ 19 w 37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7" y="0"/>
                    </a:moveTo>
                    <a:cubicBezTo>
                      <a:pt x="0" y="37"/>
                      <a:pt x="16" y="65"/>
                      <a:pt x="37" y="93"/>
                    </a:cubicBezTo>
                    <a:cubicBezTo>
                      <a:pt x="29" y="62"/>
                      <a:pt x="21" y="30"/>
                      <a:pt x="10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66" name="Freeform 1753">
                <a:extLst>
                  <a:ext uri="{FF2B5EF4-FFF2-40B4-BE49-F238E27FC236}">
                    <a16:creationId xmlns:a16="http://schemas.microsoft.com/office/drawing/2014/main" id="{41262C0D-EBD6-4600-B1F9-705EE715F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747"/>
                <a:ext cx="46" cy="124"/>
              </a:xfrm>
              <a:custGeom>
                <a:avLst/>
                <a:gdLst>
                  <a:gd name="T0" fmla="*/ 14 w 37"/>
                  <a:gd name="T1" fmla="*/ 0 h 93"/>
                  <a:gd name="T2" fmla="*/ 71 w 37"/>
                  <a:gd name="T3" fmla="*/ 220 h 93"/>
                  <a:gd name="T4" fmla="*/ 19 w 37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7" y="0"/>
                    </a:moveTo>
                    <a:cubicBezTo>
                      <a:pt x="0" y="37"/>
                      <a:pt x="16" y="65"/>
                      <a:pt x="37" y="93"/>
                    </a:cubicBezTo>
                    <a:cubicBezTo>
                      <a:pt x="29" y="62"/>
                      <a:pt x="21" y="30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67" name="Freeform 1754">
                <a:extLst>
                  <a:ext uri="{FF2B5EF4-FFF2-40B4-BE49-F238E27FC236}">
                    <a16:creationId xmlns:a16="http://schemas.microsoft.com/office/drawing/2014/main" id="{F104CCB2-3C57-45B9-A90D-50961D607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293"/>
                <a:ext cx="52" cy="166"/>
              </a:xfrm>
              <a:custGeom>
                <a:avLst/>
                <a:gdLst>
                  <a:gd name="T0" fmla="*/ 2 w 42"/>
                  <a:gd name="T1" fmla="*/ 0 h 124"/>
                  <a:gd name="T2" fmla="*/ 79 w 42"/>
                  <a:gd name="T3" fmla="*/ 297 h 124"/>
                  <a:gd name="T4" fmla="*/ 37 w 42"/>
                  <a:gd name="T5" fmla="*/ 64 h 124"/>
                  <a:gd name="T6" fmla="*/ 0 w 42"/>
                  <a:gd name="T7" fmla="*/ 1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24">
                    <a:moveTo>
                      <a:pt x="2" y="0"/>
                    </a:moveTo>
                    <a:cubicBezTo>
                      <a:pt x="2" y="46"/>
                      <a:pt x="6" y="91"/>
                      <a:pt x="42" y="124"/>
                    </a:cubicBezTo>
                    <a:cubicBezTo>
                      <a:pt x="24" y="99"/>
                      <a:pt x="32" y="56"/>
                      <a:pt x="19" y="27"/>
                    </a:cubicBezTo>
                    <a:cubicBezTo>
                      <a:pt x="15" y="16"/>
                      <a:pt x="9" y="8"/>
                      <a:pt x="0" y="1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68" name="Freeform 1755">
                <a:extLst>
                  <a:ext uri="{FF2B5EF4-FFF2-40B4-BE49-F238E27FC236}">
                    <a16:creationId xmlns:a16="http://schemas.microsoft.com/office/drawing/2014/main" id="{A5E344C8-15F7-4861-A171-F6BFA8834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293"/>
                <a:ext cx="52" cy="166"/>
              </a:xfrm>
              <a:custGeom>
                <a:avLst/>
                <a:gdLst>
                  <a:gd name="T0" fmla="*/ 2 w 42"/>
                  <a:gd name="T1" fmla="*/ 0 h 124"/>
                  <a:gd name="T2" fmla="*/ 79 w 42"/>
                  <a:gd name="T3" fmla="*/ 297 h 124"/>
                  <a:gd name="T4" fmla="*/ 37 w 42"/>
                  <a:gd name="T5" fmla="*/ 64 h 124"/>
                  <a:gd name="T6" fmla="*/ 0 w 42"/>
                  <a:gd name="T7" fmla="*/ 1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24">
                    <a:moveTo>
                      <a:pt x="2" y="0"/>
                    </a:moveTo>
                    <a:cubicBezTo>
                      <a:pt x="2" y="46"/>
                      <a:pt x="6" y="91"/>
                      <a:pt x="42" y="124"/>
                    </a:cubicBezTo>
                    <a:cubicBezTo>
                      <a:pt x="24" y="99"/>
                      <a:pt x="32" y="56"/>
                      <a:pt x="19" y="27"/>
                    </a:cubicBezTo>
                    <a:cubicBezTo>
                      <a:pt x="15" y="16"/>
                      <a:pt x="9" y="8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69" name="Freeform 1756">
                <a:extLst>
                  <a:ext uri="{FF2B5EF4-FFF2-40B4-BE49-F238E27FC236}">
                    <a16:creationId xmlns:a16="http://schemas.microsoft.com/office/drawing/2014/main" id="{61713AE5-4B6E-4C0F-9267-3CD4BE3D5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009"/>
                <a:ext cx="53" cy="115"/>
              </a:xfrm>
              <a:custGeom>
                <a:avLst/>
                <a:gdLst>
                  <a:gd name="T0" fmla="*/ 17 w 43"/>
                  <a:gd name="T1" fmla="*/ 0 h 86"/>
                  <a:gd name="T2" fmla="*/ 79 w 43"/>
                  <a:gd name="T3" fmla="*/ 206 h 86"/>
                  <a:gd name="T4" fmla="*/ 54 w 43"/>
                  <a:gd name="T5" fmla="*/ 44 h 86"/>
                  <a:gd name="T6" fmla="*/ 17 w 43"/>
                  <a:gd name="T7" fmla="*/ 1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6">
                    <a:moveTo>
                      <a:pt x="9" y="0"/>
                    </a:moveTo>
                    <a:cubicBezTo>
                      <a:pt x="0" y="28"/>
                      <a:pt x="21" y="69"/>
                      <a:pt x="42" y="86"/>
                    </a:cubicBezTo>
                    <a:cubicBezTo>
                      <a:pt x="30" y="64"/>
                      <a:pt x="43" y="40"/>
                      <a:pt x="29" y="19"/>
                    </a:cubicBezTo>
                    <a:cubicBezTo>
                      <a:pt x="24" y="13"/>
                      <a:pt x="16" y="6"/>
                      <a:pt x="9" y="1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70" name="Freeform 1757">
                <a:extLst>
                  <a:ext uri="{FF2B5EF4-FFF2-40B4-BE49-F238E27FC236}">
                    <a16:creationId xmlns:a16="http://schemas.microsoft.com/office/drawing/2014/main" id="{DE60786B-74CD-4F40-89C1-1AA1596E5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009"/>
                <a:ext cx="53" cy="115"/>
              </a:xfrm>
              <a:custGeom>
                <a:avLst/>
                <a:gdLst>
                  <a:gd name="T0" fmla="*/ 17 w 43"/>
                  <a:gd name="T1" fmla="*/ 0 h 86"/>
                  <a:gd name="T2" fmla="*/ 79 w 43"/>
                  <a:gd name="T3" fmla="*/ 206 h 86"/>
                  <a:gd name="T4" fmla="*/ 54 w 43"/>
                  <a:gd name="T5" fmla="*/ 44 h 86"/>
                  <a:gd name="T6" fmla="*/ 17 w 43"/>
                  <a:gd name="T7" fmla="*/ 1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6">
                    <a:moveTo>
                      <a:pt x="9" y="0"/>
                    </a:moveTo>
                    <a:cubicBezTo>
                      <a:pt x="0" y="28"/>
                      <a:pt x="21" y="69"/>
                      <a:pt x="42" y="86"/>
                    </a:cubicBezTo>
                    <a:cubicBezTo>
                      <a:pt x="30" y="64"/>
                      <a:pt x="43" y="40"/>
                      <a:pt x="29" y="19"/>
                    </a:cubicBezTo>
                    <a:cubicBezTo>
                      <a:pt x="24" y="13"/>
                      <a:pt x="16" y="6"/>
                      <a:pt x="9" y="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71" name="Freeform 1758">
                <a:extLst>
                  <a:ext uri="{FF2B5EF4-FFF2-40B4-BE49-F238E27FC236}">
                    <a16:creationId xmlns:a16="http://schemas.microsoft.com/office/drawing/2014/main" id="{24E39168-8F1C-43D7-A367-2729F68AA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549"/>
                <a:ext cx="31" cy="122"/>
              </a:xfrm>
              <a:custGeom>
                <a:avLst/>
                <a:gdLst>
                  <a:gd name="T0" fmla="*/ 32 w 25"/>
                  <a:gd name="T1" fmla="*/ 0 h 91"/>
                  <a:gd name="T2" fmla="*/ 11 w 25"/>
                  <a:gd name="T3" fmla="*/ 220 h 91"/>
                  <a:gd name="T4" fmla="*/ 7 w 25"/>
                  <a:gd name="T5" fmla="*/ 91 h 91"/>
                  <a:gd name="T6" fmla="*/ 32 w 25"/>
                  <a:gd name="T7" fmla="*/ 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91">
                    <a:moveTo>
                      <a:pt x="17" y="0"/>
                    </a:moveTo>
                    <a:cubicBezTo>
                      <a:pt x="21" y="35"/>
                      <a:pt x="25" y="59"/>
                      <a:pt x="6" y="91"/>
                    </a:cubicBezTo>
                    <a:cubicBezTo>
                      <a:pt x="0" y="80"/>
                      <a:pt x="3" y="50"/>
                      <a:pt x="4" y="38"/>
                    </a:cubicBezTo>
                    <a:cubicBezTo>
                      <a:pt x="5" y="24"/>
                      <a:pt x="13" y="15"/>
                      <a:pt x="17" y="3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72" name="Freeform 1759">
                <a:extLst>
                  <a:ext uri="{FF2B5EF4-FFF2-40B4-BE49-F238E27FC236}">
                    <a16:creationId xmlns:a16="http://schemas.microsoft.com/office/drawing/2014/main" id="{E9B49DB6-6703-42A7-B6BC-CFEE3446B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549"/>
                <a:ext cx="31" cy="122"/>
              </a:xfrm>
              <a:custGeom>
                <a:avLst/>
                <a:gdLst>
                  <a:gd name="T0" fmla="*/ 32 w 25"/>
                  <a:gd name="T1" fmla="*/ 0 h 91"/>
                  <a:gd name="T2" fmla="*/ 11 w 25"/>
                  <a:gd name="T3" fmla="*/ 220 h 91"/>
                  <a:gd name="T4" fmla="*/ 7 w 25"/>
                  <a:gd name="T5" fmla="*/ 91 h 91"/>
                  <a:gd name="T6" fmla="*/ 32 w 25"/>
                  <a:gd name="T7" fmla="*/ 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91">
                    <a:moveTo>
                      <a:pt x="17" y="0"/>
                    </a:moveTo>
                    <a:cubicBezTo>
                      <a:pt x="21" y="35"/>
                      <a:pt x="25" y="59"/>
                      <a:pt x="6" y="91"/>
                    </a:cubicBezTo>
                    <a:cubicBezTo>
                      <a:pt x="0" y="80"/>
                      <a:pt x="3" y="50"/>
                      <a:pt x="4" y="38"/>
                    </a:cubicBezTo>
                    <a:cubicBezTo>
                      <a:pt x="5" y="24"/>
                      <a:pt x="13" y="15"/>
                      <a:pt x="17" y="3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73" name="Freeform 1760">
                <a:extLst>
                  <a:ext uri="{FF2B5EF4-FFF2-40B4-BE49-F238E27FC236}">
                    <a16:creationId xmlns:a16="http://schemas.microsoft.com/office/drawing/2014/main" id="{5B7A7AB6-F52F-4D32-AD66-DD8501FA0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156"/>
                <a:ext cx="236" cy="572"/>
              </a:xfrm>
              <a:custGeom>
                <a:avLst/>
                <a:gdLst>
                  <a:gd name="T0" fmla="*/ 368 w 189"/>
                  <a:gd name="T1" fmla="*/ 704 h 429"/>
                  <a:gd name="T2" fmla="*/ 318 w 189"/>
                  <a:gd name="T3" fmla="*/ 639 h 429"/>
                  <a:gd name="T4" fmla="*/ 211 w 189"/>
                  <a:gd name="T5" fmla="*/ 481 h 429"/>
                  <a:gd name="T6" fmla="*/ 261 w 189"/>
                  <a:gd name="T7" fmla="*/ 439 h 429"/>
                  <a:gd name="T8" fmla="*/ 74 w 189"/>
                  <a:gd name="T9" fmla="*/ 185 h 429"/>
                  <a:gd name="T10" fmla="*/ 14 w 189"/>
                  <a:gd name="T11" fmla="*/ 0 h 429"/>
                  <a:gd name="T12" fmla="*/ 21 w 189"/>
                  <a:gd name="T13" fmla="*/ 421 h 429"/>
                  <a:gd name="T14" fmla="*/ 37 w 189"/>
                  <a:gd name="T15" fmla="*/ 475 h 429"/>
                  <a:gd name="T16" fmla="*/ 55 w 189"/>
                  <a:gd name="T17" fmla="*/ 505 h 429"/>
                  <a:gd name="T18" fmla="*/ 256 w 189"/>
                  <a:gd name="T19" fmla="*/ 752 h 429"/>
                  <a:gd name="T20" fmla="*/ 287 w 189"/>
                  <a:gd name="T21" fmla="*/ 1017 h 429"/>
                  <a:gd name="T22" fmla="*/ 368 w 189"/>
                  <a:gd name="T23" fmla="*/ 1017 h 429"/>
                  <a:gd name="T24" fmla="*/ 368 w 189"/>
                  <a:gd name="T25" fmla="*/ 704 h 4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9" h="429">
                    <a:moveTo>
                      <a:pt x="189" y="297"/>
                    </a:moveTo>
                    <a:cubicBezTo>
                      <a:pt x="177" y="286"/>
                      <a:pt x="168" y="275"/>
                      <a:pt x="163" y="269"/>
                    </a:cubicBezTo>
                    <a:cubicBezTo>
                      <a:pt x="146" y="245"/>
                      <a:pt x="129" y="223"/>
                      <a:pt x="108" y="203"/>
                    </a:cubicBezTo>
                    <a:cubicBezTo>
                      <a:pt x="113" y="194"/>
                      <a:pt x="123" y="188"/>
                      <a:pt x="134" y="185"/>
                    </a:cubicBezTo>
                    <a:cubicBezTo>
                      <a:pt x="125" y="140"/>
                      <a:pt x="58" y="121"/>
                      <a:pt x="38" y="78"/>
                    </a:cubicBezTo>
                    <a:cubicBezTo>
                      <a:pt x="27" y="53"/>
                      <a:pt x="16" y="26"/>
                      <a:pt x="7" y="0"/>
                    </a:cubicBezTo>
                    <a:cubicBezTo>
                      <a:pt x="6" y="64"/>
                      <a:pt x="0" y="132"/>
                      <a:pt x="11" y="178"/>
                    </a:cubicBezTo>
                    <a:cubicBezTo>
                      <a:pt x="13" y="186"/>
                      <a:pt x="16" y="193"/>
                      <a:pt x="19" y="200"/>
                    </a:cubicBezTo>
                    <a:cubicBezTo>
                      <a:pt x="22" y="204"/>
                      <a:pt x="25" y="208"/>
                      <a:pt x="28" y="213"/>
                    </a:cubicBezTo>
                    <a:cubicBezTo>
                      <a:pt x="59" y="252"/>
                      <a:pt x="117" y="269"/>
                      <a:pt x="131" y="317"/>
                    </a:cubicBezTo>
                    <a:cubicBezTo>
                      <a:pt x="141" y="354"/>
                      <a:pt x="146" y="393"/>
                      <a:pt x="147" y="429"/>
                    </a:cubicBezTo>
                    <a:cubicBezTo>
                      <a:pt x="189" y="429"/>
                      <a:pt x="189" y="429"/>
                      <a:pt x="189" y="429"/>
                    </a:cubicBezTo>
                    <a:lnTo>
                      <a:pt x="189" y="297"/>
                    </a:lnTo>
                    <a:close/>
                  </a:path>
                </a:pathLst>
              </a:custGeom>
              <a:solidFill>
                <a:srgbClr val="C39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74" name="Freeform 1761">
                <a:extLst>
                  <a:ext uri="{FF2B5EF4-FFF2-40B4-BE49-F238E27FC236}">
                    <a16:creationId xmlns:a16="http://schemas.microsoft.com/office/drawing/2014/main" id="{1ADCCDFD-A13D-4C87-8305-F6334C512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3324"/>
                <a:ext cx="126" cy="187"/>
              </a:xfrm>
              <a:custGeom>
                <a:avLst/>
                <a:gdLst>
                  <a:gd name="T0" fmla="*/ 196 w 101"/>
                  <a:gd name="T1" fmla="*/ 44 h 140"/>
                  <a:gd name="T2" fmla="*/ 162 w 101"/>
                  <a:gd name="T3" fmla="*/ 1 h 140"/>
                  <a:gd name="T4" fmla="*/ 37 w 101"/>
                  <a:gd name="T5" fmla="*/ 0 h 140"/>
                  <a:gd name="T6" fmla="*/ 6 w 101"/>
                  <a:gd name="T7" fmla="*/ 143 h 140"/>
                  <a:gd name="T8" fmla="*/ 120 w 101"/>
                  <a:gd name="T9" fmla="*/ 334 h 140"/>
                  <a:gd name="T10" fmla="*/ 140 w 101"/>
                  <a:gd name="T11" fmla="*/ 228 h 140"/>
                  <a:gd name="T12" fmla="*/ 196 w 101"/>
                  <a:gd name="T13" fmla="*/ 267 h 140"/>
                  <a:gd name="T14" fmla="*/ 196 w 101"/>
                  <a:gd name="T15" fmla="*/ 44 h 1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140">
                    <a:moveTo>
                      <a:pt x="101" y="19"/>
                    </a:moveTo>
                    <a:cubicBezTo>
                      <a:pt x="95" y="13"/>
                      <a:pt x="88" y="8"/>
                      <a:pt x="83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0" y="18"/>
                      <a:pt x="0" y="39"/>
                      <a:pt x="3" y="60"/>
                    </a:cubicBezTo>
                    <a:cubicBezTo>
                      <a:pt x="7" y="86"/>
                      <a:pt x="38" y="128"/>
                      <a:pt x="62" y="140"/>
                    </a:cubicBezTo>
                    <a:cubicBezTo>
                      <a:pt x="66" y="129"/>
                      <a:pt x="59" y="101"/>
                      <a:pt x="72" y="96"/>
                    </a:cubicBezTo>
                    <a:cubicBezTo>
                      <a:pt x="83" y="92"/>
                      <a:pt x="92" y="101"/>
                      <a:pt x="101" y="112"/>
                    </a:cubicBezTo>
                    <a:lnTo>
                      <a:pt x="101" y="19"/>
                    </a:lnTo>
                    <a:close/>
                  </a:path>
                </a:pathLst>
              </a:custGeom>
              <a:solidFill>
                <a:srgbClr val="C39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75" name="Freeform 1762">
                <a:extLst>
                  <a:ext uri="{FF2B5EF4-FFF2-40B4-BE49-F238E27FC236}">
                    <a16:creationId xmlns:a16="http://schemas.microsoft.com/office/drawing/2014/main" id="{AD62DB83-9364-455F-82E7-878420427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3273"/>
                <a:ext cx="136" cy="83"/>
              </a:xfrm>
              <a:custGeom>
                <a:avLst/>
                <a:gdLst>
                  <a:gd name="T0" fmla="*/ 0 w 109"/>
                  <a:gd name="T1" fmla="*/ 5 h 62"/>
                  <a:gd name="T2" fmla="*/ 101 w 109"/>
                  <a:gd name="T3" fmla="*/ 143 h 62"/>
                  <a:gd name="T4" fmla="*/ 182 w 109"/>
                  <a:gd name="T5" fmla="*/ 147 h 62"/>
                  <a:gd name="T6" fmla="*/ 39 w 109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62">
                    <a:moveTo>
                      <a:pt x="0" y="2"/>
                    </a:moveTo>
                    <a:cubicBezTo>
                      <a:pt x="9" y="41"/>
                      <a:pt x="12" y="58"/>
                      <a:pt x="52" y="60"/>
                    </a:cubicBezTo>
                    <a:cubicBezTo>
                      <a:pt x="65" y="60"/>
                      <a:pt x="81" y="62"/>
                      <a:pt x="94" y="61"/>
                    </a:cubicBezTo>
                    <a:cubicBezTo>
                      <a:pt x="109" y="25"/>
                      <a:pt x="44" y="6"/>
                      <a:pt x="20" y="0"/>
                    </a:cubicBezTo>
                  </a:path>
                </a:pathLst>
              </a:custGeom>
              <a:solidFill>
                <a:srgbClr val="DB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76" name="Freeform 1763">
                <a:extLst>
                  <a:ext uri="{FF2B5EF4-FFF2-40B4-BE49-F238E27FC236}">
                    <a16:creationId xmlns:a16="http://schemas.microsoft.com/office/drawing/2014/main" id="{ABCFEC81-9AA3-441C-BA20-71E63727E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291"/>
                <a:ext cx="61" cy="38"/>
              </a:xfrm>
              <a:custGeom>
                <a:avLst/>
                <a:gdLst>
                  <a:gd name="T0" fmla="*/ 2 w 49"/>
                  <a:gd name="T1" fmla="*/ 0 h 29"/>
                  <a:gd name="T2" fmla="*/ 95 w 49"/>
                  <a:gd name="T3" fmla="*/ 48 h 29"/>
                  <a:gd name="T4" fmla="*/ 11 w 49"/>
                  <a:gd name="T5" fmla="*/ 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9">
                    <a:moveTo>
                      <a:pt x="2" y="0"/>
                    </a:moveTo>
                    <a:cubicBezTo>
                      <a:pt x="0" y="24"/>
                      <a:pt x="33" y="29"/>
                      <a:pt x="49" y="21"/>
                    </a:cubicBezTo>
                    <a:cubicBezTo>
                      <a:pt x="40" y="7"/>
                      <a:pt x="21" y="6"/>
                      <a:pt x="6" y="3"/>
                    </a:cubicBezTo>
                  </a:path>
                </a:pathLst>
              </a:custGeom>
              <a:solidFill>
                <a:srgbClr val="E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77" name="Freeform 1764">
                <a:extLst>
                  <a:ext uri="{FF2B5EF4-FFF2-40B4-BE49-F238E27FC236}">
                    <a16:creationId xmlns:a16="http://schemas.microsoft.com/office/drawing/2014/main" id="{846BDA7E-F350-4B05-BD6C-08ECF9F96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772"/>
                <a:ext cx="24" cy="59"/>
              </a:xfrm>
              <a:custGeom>
                <a:avLst/>
                <a:gdLst>
                  <a:gd name="T0" fmla="*/ 38 w 19"/>
                  <a:gd name="T1" fmla="*/ 106 h 44"/>
                  <a:gd name="T2" fmla="*/ 0 w 19"/>
                  <a:gd name="T3" fmla="*/ 0 h 44"/>
                  <a:gd name="T4" fmla="*/ 38 w 19"/>
                  <a:gd name="T5" fmla="*/ 10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44"/>
                    </a:moveTo>
                    <a:cubicBezTo>
                      <a:pt x="12" y="30"/>
                      <a:pt x="6" y="15"/>
                      <a:pt x="0" y="0"/>
                    </a:cubicBezTo>
                    <a:cubicBezTo>
                      <a:pt x="6" y="15"/>
                      <a:pt x="12" y="30"/>
                      <a:pt x="19" y="44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78" name="Freeform 1765">
                <a:extLst>
                  <a:ext uri="{FF2B5EF4-FFF2-40B4-BE49-F238E27FC236}">
                    <a16:creationId xmlns:a16="http://schemas.microsoft.com/office/drawing/2014/main" id="{9BE4CAD8-9C7A-4104-8CFF-822D2575D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835"/>
                <a:ext cx="9" cy="21"/>
              </a:xfrm>
              <a:custGeom>
                <a:avLst/>
                <a:gdLst>
                  <a:gd name="T0" fmla="*/ 15 w 7"/>
                  <a:gd name="T1" fmla="*/ 37 h 16"/>
                  <a:gd name="T2" fmla="*/ 0 w 7"/>
                  <a:gd name="T3" fmla="*/ 0 h 16"/>
                  <a:gd name="T4" fmla="*/ 15 w 7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7" y="16"/>
                    </a:moveTo>
                    <a:cubicBezTo>
                      <a:pt x="5" y="10"/>
                      <a:pt x="3" y="5"/>
                      <a:pt x="0" y="0"/>
                    </a:cubicBezTo>
                    <a:cubicBezTo>
                      <a:pt x="3" y="5"/>
                      <a:pt x="5" y="11"/>
                      <a:pt x="7" y="16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79" name="Freeform 1766">
                <a:extLst>
                  <a:ext uri="{FF2B5EF4-FFF2-40B4-BE49-F238E27FC236}">
                    <a16:creationId xmlns:a16="http://schemas.microsoft.com/office/drawing/2014/main" id="{F240FC6C-392C-40A9-A95B-C517B4B0C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384"/>
                <a:ext cx="67" cy="176"/>
              </a:xfrm>
              <a:custGeom>
                <a:avLst/>
                <a:gdLst>
                  <a:gd name="T0" fmla="*/ 0 w 54"/>
                  <a:gd name="T1" fmla="*/ 5 h 132"/>
                  <a:gd name="T2" fmla="*/ 38 w 54"/>
                  <a:gd name="T3" fmla="*/ 176 h 132"/>
                  <a:gd name="T4" fmla="*/ 103 w 54"/>
                  <a:gd name="T5" fmla="*/ 313 h 132"/>
                  <a:gd name="T6" fmla="*/ 71 w 54"/>
                  <a:gd name="T7" fmla="*/ 171 h 132"/>
                  <a:gd name="T8" fmla="*/ 50 w 54"/>
                  <a:gd name="T9" fmla="*/ 49 h 132"/>
                  <a:gd name="T10" fmla="*/ 2 w 54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32">
                    <a:moveTo>
                      <a:pt x="0" y="2"/>
                    </a:moveTo>
                    <a:cubicBezTo>
                      <a:pt x="6" y="27"/>
                      <a:pt x="9" y="50"/>
                      <a:pt x="20" y="74"/>
                    </a:cubicBezTo>
                    <a:cubicBezTo>
                      <a:pt x="30" y="94"/>
                      <a:pt x="44" y="112"/>
                      <a:pt x="54" y="132"/>
                    </a:cubicBezTo>
                    <a:cubicBezTo>
                      <a:pt x="46" y="113"/>
                      <a:pt x="38" y="93"/>
                      <a:pt x="37" y="72"/>
                    </a:cubicBezTo>
                    <a:cubicBezTo>
                      <a:pt x="35" y="54"/>
                      <a:pt x="38" y="36"/>
                      <a:pt x="26" y="21"/>
                    </a:cubicBezTo>
                    <a:cubicBezTo>
                      <a:pt x="20" y="12"/>
                      <a:pt x="6" y="6"/>
                      <a:pt x="2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0" name="Freeform 1767">
                <a:extLst>
                  <a:ext uri="{FF2B5EF4-FFF2-40B4-BE49-F238E27FC236}">
                    <a16:creationId xmlns:a16="http://schemas.microsoft.com/office/drawing/2014/main" id="{FDF39C66-E30C-4375-804F-B17B1829B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384"/>
                <a:ext cx="67" cy="176"/>
              </a:xfrm>
              <a:custGeom>
                <a:avLst/>
                <a:gdLst>
                  <a:gd name="T0" fmla="*/ 0 w 54"/>
                  <a:gd name="T1" fmla="*/ 5 h 132"/>
                  <a:gd name="T2" fmla="*/ 38 w 54"/>
                  <a:gd name="T3" fmla="*/ 176 h 132"/>
                  <a:gd name="T4" fmla="*/ 103 w 54"/>
                  <a:gd name="T5" fmla="*/ 313 h 132"/>
                  <a:gd name="T6" fmla="*/ 71 w 54"/>
                  <a:gd name="T7" fmla="*/ 171 h 132"/>
                  <a:gd name="T8" fmla="*/ 50 w 54"/>
                  <a:gd name="T9" fmla="*/ 49 h 132"/>
                  <a:gd name="T10" fmla="*/ 2 w 54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32">
                    <a:moveTo>
                      <a:pt x="0" y="2"/>
                    </a:moveTo>
                    <a:cubicBezTo>
                      <a:pt x="6" y="27"/>
                      <a:pt x="9" y="50"/>
                      <a:pt x="20" y="74"/>
                    </a:cubicBezTo>
                    <a:cubicBezTo>
                      <a:pt x="30" y="94"/>
                      <a:pt x="44" y="112"/>
                      <a:pt x="54" y="132"/>
                    </a:cubicBezTo>
                    <a:cubicBezTo>
                      <a:pt x="46" y="113"/>
                      <a:pt x="38" y="93"/>
                      <a:pt x="37" y="72"/>
                    </a:cubicBezTo>
                    <a:cubicBezTo>
                      <a:pt x="35" y="54"/>
                      <a:pt x="38" y="36"/>
                      <a:pt x="26" y="21"/>
                    </a:cubicBezTo>
                    <a:cubicBezTo>
                      <a:pt x="20" y="12"/>
                      <a:pt x="6" y="6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1" name="Freeform 1768">
                <a:extLst>
                  <a:ext uri="{FF2B5EF4-FFF2-40B4-BE49-F238E27FC236}">
                    <a16:creationId xmlns:a16="http://schemas.microsoft.com/office/drawing/2014/main" id="{A14C75F2-CD24-4DF2-AA40-167E604EF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109"/>
                <a:ext cx="37" cy="156"/>
              </a:xfrm>
              <a:custGeom>
                <a:avLst/>
                <a:gdLst>
                  <a:gd name="T0" fmla="*/ 7 w 30"/>
                  <a:gd name="T1" fmla="*/ 0 h 117"/>
                  <a:gd name="T2" fmla="*/ 57 w 30"/>
                  <a:gd name="T3" fmla="*/ 277 h 117"/>
                  <a:gd name="T4" fmla="*/ 38 w 30"/>
                  <a:gd name="T5" fmla="*/ 69 h 117"/>
                  <a:gd name="T6" fmla="*/ 11 w 30"/>
                  <a:gd name="T7" fmla="*/ 0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17">
                    <a:moveTo>
                      <a:pt x="4" y="0"/>
                    </a:moveTo>
                    <a:cubicBezTo>
                      <a:pt x="0" y="47"/>
                      <a:pt x="9" y="74"/>
                      <a:pt x="30" y="117"/>
                    </a:cubicBezTo>
                    <a:cubicBezTo>
                      <a:pt x="21" y="88"/>
                      <a:pt x="30" y="57"/>
                      <a:pt x="20" y="29"/>
                    </a:cubicBezTo>
                    <a:cubicBezTo>
                      <a:pt x="17" y="18"/>
                      <a:pt x="9" y="10"/>
                      <a:pt x="6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2" name="Freeform 1769">
                <a:extLst>
                  <a:ext uri="{FF2B5EF4-FFF2-40B4-BE49-F238E27FC236}">
                    <a16:creationId xmlns:a16="http://schemas.microsoft.com/office/drawing/2014/main" id="{C27ED7C2-FA34-4F27-92C3-0B9CD886D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109"/>
                <a:ext cx="37" cy="156"/>
              </a:xfrm>
              <a:custGeom>
                <a:avLst/>
                <a:gdLst>
                  <a:gd name="T0" fmla="*/ 7 w 30"/>
                  <a:gd name="T1" fmla="*/ 0 h 117"/>
                  <a:gd name="T2" fmla="*/ 57 w 30"/>
                  <a:gd name="T3" fmla="*/ 277 h 117"/>
                  <a:gd name="T4" fmla="*/ 38 w 30"/>
                  <a:gd name="T5" fmla="*/ 69 h 117"/>
                  <a:gd name="T6" fmla="*/ 11 w 30"/>
                  <a:gd name="T7" fmla="*/ 0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17">
                    <a:moveTo>
                      <a:pt x="4" y="0"/>
                    </a:moveTo>
                    <a:cubicBezTo>
                      <a:pt x="0" y="47"/>
                      <a:pt x="9" y="74"/>
                      <a:pt x="30" y="117"/>
                    </a:cubicBezTo>
                    <a:cubicBezTo>
                      <a:pt x="21" y="88"/>
                      <a:pt x="30" y="57"/>
                      <a:pt x="20" y="29"/>
                    </a:cubicBezTo>
                    <a:cubicBezTo>
                      <a:pt x="17" y="18"/>
                      <a:pt x="9" y="1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3" name="Freeform 1770">
                <a:extLst>
                  <a:ext uri="{FF2B5EF4-FFF2-40B4-BE49-F238E27FC236}">
                    <a16:creationId xmlns:a16="http://schemas.microsoft.com/office/drawing/2014/main" id="{07A8FCA9-D00B-403E-AD3E-DCD73F9D7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67"/>
                <a:ext cx="52" cy="204"/>
              </a:xfrm>
              <a:custGeom>
                <a:avLst/>
                <a:gdLst>
                  <a:gd name="T0" fmla="*/ 0 w 42"/>
                  <a:gd name="T1" fmla="*/ 15 h 153"/>
                  <a:gd name="T2" fmla="*/ 11 w 42"/>
                  <a:gd name="T3" fmla="*/ 199 h 153"/>
                  <a:gd name="T4" fmla="*/ 79 w 42"/>
                  <a:gd name="T5" fmla="*/ 363 h 153"/>
                  <a:gd name="T6" fmla="*/ 6 w 42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3">
                    <a:moveTo>
                      <a:pt x="0" y="6"/>
                    </a:moveTo>
                    <a:cubicBezTo>
                      <a:pt x="8" y="33"/>
                      <a:pt x="2" y="58"/>
                      <a:pt x="6" y="84"/>
                    </a:cubicBezTo>
                    <a:cubicBezTo>
                      <a:pt x="10" y="110"/>
                      <a:pt x="27" y="131"/>
                      <a:pt x="42" y="153"/>
                    </a:cubicBezTo>
                    <a:cubicBezTo>
                      <a:pt x="33" y="101"/>
                      <a:pt x="34" y="44"/>
                      <a:pt x="3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4" name="Freeform 1771">
                <a:extLst>
                  <a:ext uri="{FF2B5EF4-FFF2-40B4-BE49-F238E27FC236}">
                    <a16:creationId xmlns:a16="http://schemas.microsoft.com/office/drawing/2014/main" id="{FF975DF2-39B9-49A9-82BD-094A6B7B1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67"/>
                <a:ext cx="52" cy="204"/>
              </a:xfrm>
              <a:custGeom>
                <a:avLst/>
                <a:gdLst>
                  <a:gd name="T0" fmla="*/ 0 w 42"/>
                  <a:gd name="T1" fmla="*/ 15 h 153"/>
                  <a:gd name="T2" fmla="*/ 11 w 42"/>
                  <a:gd name="T3" fmla="*/ 199 h 153"/>
                  <a:gd name="T4" fmla="*/ 79 w 42"/>
                  <a:gd name="T5" fmla="*/ 363 h 153"/>
                  <a:gd name="T6" fmla="*/ 6 w 42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3">
                    <a:moveTo>
                      <a:pt x="0" y="6"/>
                    </a:moveTo>
                    <a:cubicBezTo>
                      <a:pt x="8" y="33"/>
                      <a:pt x="2" y="58"/>
                      <a:pt x="6" y="84"/>
                    </a:cubicBezTo>
                    <a:cubicBezTo>
                      <a:pt x="10" y="110"/>
                      <a:pt x="27" y="131"/>
                      <a:pt x="42" y="153"/>
                    </a:cubicBezTo>
                    <a:cubicBezTo>
                      <a:pt x="33" y="101"/>
                      <a:pt x="34" y="44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5" name="Freeform 1772">
                <a:extLst>
                  <a:ext uri="{FF2B5EF4-FFF2-40B4-BE49-F238E27FC236}">
                    <a16:creationId xmlns:a16="http://schemas.microsoft.com/office/drawing/2014/main" id="{76E4E1E5-ED6E-474D-9B0A-7ABC42EB9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889"/>
                <a:ext cx="35" cy="130"/>
              </a:xfrm>
              <a:custGeom>
                <a:avLst/>
                <a:gdLst>
                  <a:gd name="T0" fmla="*/ 10 w 28"/>
                  <a:gd name="T1" fmla="*/ 1 h 97"/>
                  <a:gd name="T2" fmla="*/ 55 w 28"/>
                  <a:gd name="T3" fmla="*/ 233 h 97"/>
                  <a:gd name="T4" fmla="*/ 44 w 28"/>
                  <a:gd name="T5" fmla="*/ 86 h 97"/>
                  <a:gd name="T6" fmla="*/ 13 w 28"/>
                  <a:gd name="T7" fmla="*/ 0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7">
                    <a:moveTo>
                      <a:pt x="5" y="1"/>
                    </a:moveTo>
                    <a:cubicBezTo>
                      <a:pt x="0" y="37"/>
                      <a:pt x="15" y="66"/>
                      <a:pt x="28" y="97"/>
                    </a:cubicBezTo>
                    <a:cubicBezTo>
                      <a:pt x="26" y="78"/>
                      <a:pt x="27" y="54"/>
                      <a:pt x="22" y="36"/>
                    </a:cubicBezTo>
                    <a:cubicBezTo>
                      <a:pt x="19" y="25"/>
                      <a:pt x="8" y="11"/>
                      <a:pt x="6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6" name="Freeform 1773">
                <a:extLst>
                  <a:ext uri="{FF2B5EF4-FFF2-40B4-BE49-F238E27FC236}">
                    <a16:creationId xmlns:a16="http://schemas.microsoft.com/office/drawing/2014/main" id="{2344CD5B-99E9-498D-80BE-753A2A080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889"/>
                <a:ext cx="35" cy="130"/>
              </a:xfrm>
              <a:custGeom>
                <a:avLst/>
                <a:gdLst>
                  <a:gd name="T0" fmla="*/ 10 w 28"/>
                  <a:gd name="T1" fmla="*/ 1 h 97"/>
                  <a:gd name="T2" fmla="*/ 55 w 28"/>
                  <a:gd name="T3" fmla="*/ 233 h 97"/>
                  <a:gd name="T4" fmla="*/ 44 w 28"/>
                  <a:gd name="T5" fmla="*/ 86 h 97"/>
                  <a:gd name="T6" fmla="*/ 13 w 28"/>
                  <a:gd name="T7" fmla="*/ 0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7">
                    <a:moveTo>
                      <a:pt x="5" y="1"/>
                    </a:moveTo>
                    <a:cubicBezTo>
                      <a:pt x="0" y="37"/>
                      <a:pt x="15" y="66"/>
                      <a:pt x="28" y="97"/>
                    </a:cubicBezTo>
                    <a:cubicBezTo>
                      <a:pt x="26" y="78"/>
                      <a:pt x="27" y="54"/>
                      <a:pt x="22" y="36"/>
                    </a:cubicBezTo>
                    <a:cubicBezTo>
                      <a:pt x="19" y="25"/>
                      <a:pt x="8" y="1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7" name="Freeform 1774">
                <a:extLst>
                  <a:ext uri="{FF2B5EF4-FFF2-40B4-BE49-F238E27FC236}">
                    <a16:creationId xmlns:a16="http://schemas.microsoft.com/office/drawing/2014/main" id="{AE71CFD6-1F92-41C4-9966-256FCDF71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747"/>
                <a:ext cx="46" cy="124"/>
              </a:xfrm>
              <a:custGeom>
                <a:avLst/>
                <a:gdLst>
                  <a:gd name="T0" fmla="*/ 14 w 37"/>
                  <a:gd name="T1" fmla="*/ 0 h 93"/>
                  <a:gd name="T2" fmla="*/ 71 w 37"/>
                  <a:gd name="T3" fmla="*/ 220 h 93"/>
                  <a:gd name="T4" fmla="*/ 19 w 37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7" y="0"/>
                    </a:moveTo>
                    <a:cubicBezTo>
                      <a:pt x="0" y="37"/>
                      <a:pt x="16" y="65"/>
                      <a:pt x="37" y="93"/>
                    </a:cubicBezTo>
                    <a:cubicBezTo>
                      <a:pt x="29" y="62"/>
                      <a:pt x="21" y="30"/>
                      <a:pt x="10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8" name="Freeform 1775">
                <a:extLst>
                  <a:ext uri="{FF2B5EF4-FFF2-40B4-BE49-F238E27FC236}">
                    <a16:creationId xmlns:a16="http://schemas.microsoft.com/office/drawing/2014/main" id="{7F8143F8-7665-46B5-90CB-6E9BBA533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747"/>
                <a:ext cx="46" cy="124"/>
              </a:xfrm>
              <a:custGeom>
                <a:avLst/>
                <a:gdLst>
                  <a:gd name="T0" fmla="*/ 14 w 37"/>
                  <a:gd name="T1" fmla="*/ 0 h 93"/>
                  <a:gd name="T2" fmla="*/ 71 w 37"/>
                  <a:gd name="T3" fmla="*/ 220 h 93"/>
                  <a:gd name="T4" fmla="*/ 19 w 37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7" y="0"/>
                    </a:moveTo>
                    <a:cubicBezTo>
                      <a:pt x="0" y="37"/>
                      <a:pt x="16" y="65"/>
                      <a:pt x="37" y="93"/>
                    </a:cubicBezTo>
                    <a:cubicBezTo>
                      <a:pt x="29" y="62"/>
                      <a:pt x="21" y="30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9" name="Freeform 1776">
                <a:extLst>
                  <a:ext uri="{FF2B5EF4-FFF2-40B4-BE49-F238E27FC236}">
                    <a16:creationId xmlns:a16="http://schemas.microsoft.com/office/drawing/2014/main" id="{019B5B13-FEAB-4C64-9137-2C510BD1A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293"/>
                <a:ext cx="52" cy="166"/>
              </a:xfrm>
              <a:custGeom>
                <a:avLst/>
                <a:gdLst>
                  <a:gd name="T0" fmla="*/ 2 w 42"/>
                  <a:gd name="T1" fmla="*/ 0 h 124"/>
                  <a:gd name="T2" fmla="*/ 79 w 42"/>
                  <a:gd name="T3" fmla="*/ 297 h 124"/>
                  <a:gd name="T4" fmla="*/ 37 w 42"/>
                  <a:gd name="T5" fmla="*/ 64 h 124"/>
                  <a:gd name="T6" fmla="*/ 0 w 42"/>
                  <a:gd name="T7" fmla="*/ 1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24">
                    <a:moveTo>
                      <a:pt x="2" y="0"/>
                    </a:moveTo>
                    <a:cubicBezTo>
                      <a:pt x="2" y="46"/>
                      <a:pt x="6" y="91"/>
                      <a:pt x="42" y="124"/>
                    </a:cubicBezTo>
                    <a:cubicBezTo>
                      <a:pt x="24" y="99"/>
                      <a:pt x="32" y="56"/>
                      <a:pt x="19" y="27"/>
                    </a:cubicBezTo>
                    <a:cubicBezTo>
                      <a:pt x="15" y="16"/>
                      <a:pt x="9" y="8"/>
                      <a:pt x="0" y="1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0" name="Freeform 1777">
                <a:extLst>
                  <a:ext uri="{FF2B5EF4-FFF2-40B4-BE49-F238E27FC236}">
                    <a16:creationId xmlns:a16="http://schemas.microsoft.com/office/drawing/2014/main" id="{2B2310A1-62AC-422D-AD1E-AAA907E39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293"/>
                <a:ext cx="52" cy="166"/>
              </a:xfrm>
              <a:custGeom>
                <a:avLst/>
                <a:gdLst>
                  <a:gd name="T0" fmla="*/ 2 w 42"/>
                  <a:gd name="T1" fmla="*/ 0 h 124"/>
                  <a:gd name="T2" fmla="*/ 79 w 42"/>
                  <a:gd name="T3" fmla="*/ 297 h 124"/>
                  <a:gd name="T4" fmla="*/ 37 w 42"/>
                  <a:gd name="T5" fmla="*/ 64 h 124"/>
                  <a:gd name="T6" fmla="*/ 0 w 42"/>
                  <a:gd name="T7" fmla="*/ 1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24">
                    <a:moveTo>
                      <a:pt x="2" y="0"/>
                    </a:moveTo>
                    <a:cubicBezTo>
                      <a:pt x="2" y="46"/>
                      <a:pt x="6" y="91"/>
                      <a:pt x="42" y="124"/>
                    </a:cubicBezTo>
                    <a:cubicBezTo>
                      <a:pt x="24" y="99"/>
                      <a:pt x="32" y="56"/>
                      <a:pt x="19" y="27"/>
                    </a:cubicBezTo>
                    <a:cubicBezTo>
                      <a:pt x="15" y="16"/>
                      <a:pt x="9" y="8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1" name="Freeform 1778">
                <a:extLst>
                  <a:ext uri="{FF2B5EF4-FFF2-40B4-BE49-F238E27FC236}">
                    <a16:creationId xmlns:a16="http://schemas.microsoft.com/office/drawing/2014/main" id="{94494354-D600-4253-9110-8C80BB8F8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009"/>
                <a:ext cx="53" cy="115"/>
              </a:xfrm>
              <a:custGeom>
                <a:avLst/>
                <a:gdLst>
                  <a:gd name="T0" fmla="*/ 17 w 43"/>
                  <a:gd name="T1" fmla="*/ 0 h 86"/>
                  <a:gd name="T2" fmla="*/ 79 w 43"/>
                  <a:gd name="T3" fmla="*/ 206 h 86"/>
                  <a:gd name="T4" fmla="*/ 54 w 43"/>
                  <a:gd name="T5" fmla="*/ 44 h 86"/>
                  <a:gd name="T6" fmla="*/ 17 w 43"/>
                  <a:gd name="T7" fmla="*/ 1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6">
                    <a:moveTo>
                      <a:pt x="9" y="0"/>
                    </a:moveTo>
                    <a:cubicBezTo>
                      <a:pt x="0" y="28"/>
                      <a:pt x="21" y="69"/>
                      <a:pt x="42" y="86"/>
                    </a:cubicBezTo>
                    <a:cubicBezTo>
                      <a:pt x="30" y="64"/>
                      <a:pt x="43" y="40"/>
                      <a:pt x="29" y="19"/>
                    </a:cubicBezTo>
                    <a:cubicBezTo>
                      <a:pt x="24" y="13"/>
                      <a:pt x="16" y="6"/>
                      <a:pt x="9" y="1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2" name="Freeform 1779">
                <a:extLst>
                  <a:ext uri="{FF2B5EF4-FFF2-40B4-BE49-F238E27FC236}">
                    <a16:creationId xmlns:a16="http://schemas.microsoft.com/office/drawing/2014/main" id="{512D9303-2AD9-4301-A3C4-056AB7E7D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009"/>
                <a:ext cx="53" cy="115"/>
              </a:xfrm>
              <a:custGeom>
                <a:avLst/>
                <a:gdLst>
                  <a:gd name="T0" fmla="*/ 17 w 43"/>
                  <a:gd name="T1" fmla="*/ 0 h 86"/>
                  <a:gd name="T2" fmla="*/ 79 w 43"/>
                  <a:gd name="T3" fmla="*/ 206 h 86"/>
                  <a:gd name="T4" fmla="*/ 54 w 43"/>
                  <a:gd name="T5" fmla="*/ 44 h 86"/>
                  <a:gd name="T6" fmla="*/ 17 w 43"/>
                  <a:gd name="T7" fmla="*/ 1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6">
                    <a:moveTo>
                      <a:pt x="9" y="0"/>
                    </a:moveTo>
                    <a:cubicBezTo>
                      <a:pt x="0" y="28"/>
                      <a:pt x="21" y="69"/>
                      <a:pt x="42" y="86"/>
                    </a:cubicBezTo>
                    <a:cubicBezTo>
                      <a:pt x="30" y="64"/>
                      <a:pt x="43" y="40"/>
                      <a:pt x="29" y="19"/>
                    </a:cubicBezTo>
                    <a:cubicBezTo>
                      <a:pt x="24" y="13"/>
                      <a:pt x="16" y="6"/>
                      <a:pt x="9" y="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3" name="Freeform 1780">
                <a:extLst>
                  <a:ext uri="{FF2B5EF4-FFF2-40B4-BE49-F238E27FC236}">
                    <a16:creationId xmlns:a16="http://schemas.microsoft.com/office/drawing/2014/main" id="{B9A7AD80-E22A-4659-A1D0-DFDE1EA3D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549"/>
                <a:ext cx="31" cy="122"/>
              </a:xfrm>
              <a:custGeom>
                <a:avLst/>
                <a:gdLst>
                  <a:gd name="T0" fmla="*/ 32 w 25"/>
                  <a:gd name="T1" fmla="*/ 0 h 91"/>
                  <a:gd name="T2" fmla="*/ 11 w 25"/>
                  <a:gd name="T3" fmla="*/ 220 h 91"/>
                  <a:gd name="T4" fmla="*/ 7 w 25"/>
                  <a:gd name="T5" fmla="*/ 91 h 91"/>
                  <a:gd name="T6" fmla="*/ 32 w 25"/>
                  <a:gd name="T7" fmla="*/ 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91">
                    <a:moveTo>
                      <a:pt x="17" y="0"/>
                    </a:moveTo>
                    <a:cubicBezTo>
                      <a:pt x="21" y="35"/>
                      <a:pt x="25" y="59"/>
                      <a:pt x="6" y="91"/>
                    </a:cubicBezTo>
                    <a:cubicBezTo>
                      <a:pt x="0" y="80"/>
                      <a:pt x="3" y="50"/>
                      <a:pt x="4" y="38"/>
                    </a:cubicBezTo>
                    <a:cubicBezTo>
                      <a:pt x="5" y="24"/>
                      <a:pt x="13" y="15"/>
                      <a:pt x="17" y="3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4" name="Freeform 1781">
                <a:extLst>
                  <a:ext uri="{FF2B5EF4-FFF2-40B4-BE49-F238E27FC236}">
                    <a16:creationId xmlns:a16="http://schemas.microsoft.com/office/drawing/2014/main" id="{B57DCB12-174A-4150-B059-C9CE848A6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549"/>
                <a:ext cx="31" cy="122"/>
              </a:xfrm>
              <a:custGeom>
                <a:avLst/>
                <a:gdLst>
                  <a:gd name="T0" fmla="*/ 32 w 25"/>
                  <a:gd name="T1" fmla="*/ 0 h 91"/>
                  <a:gd name="T2" fmla="*/ 11 w 25"/>
                  <a:gd name="T3" fmla="*/ 220 h 91"/>
                  <a:gd name="T4" fmla="*/ 7 w 25"/>
                  <a:gd name="T5" fmla="*/ 91 h 91"/>
                  <a:gd name="T6" fmla="*/ 32 w 25"/>
                  <a:gd name="T7" fmla="*/ 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91">
                    <a:moveTo>
                      <a:pt x="17" y="0"/>
                    </a:moveTo>
                    <a:cubicBezTo>
                      <a:pt x="21" y="35"/>
                      <a:pt x="25" y="59"/>
                      <a:pt x="6" y="91"/>
                    </a:cubicBezTo>
                    <a:cubicBezTo>
                      <a:pt x="0" y="80"/>
                      <a:pt x="3" y="50"/>
                      <a:pt x="4" y="38"/>
                    </a:cubicBezTo>
                    <a:cubicBezTo>
                      <a:pt x="5" y="24"/>
                      <a:pt x="13" y="15"/>
                      <a:pt x="17" y="3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5" name="Freeform 1782">
                <a:extLst>
                  <a:ext uri="{FF2B5EF4-FFF2-40B4-BE49-F238E27FC236}">
                    <a16:creationId xmlns:a16="http://schemas.microsoft.com/office/drawing/2014/main" id="{D50AA7E9-9853-4453-87AB-F2276C4D5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156"/>
                <a:ext cx="236" cy="572"/>
              </a:xfrm>
              <a:custGeom>
                <a:avLst/>
                <a:gdLst>
                  <a:gd name="T0" fmla="*/ 368 w 189"/>
                  <a:gd name="T1" fmla="*/ 704 h 429"/>
                  <a:gd name="T2" fmla="*/ 318 w 189"/>
                  <a:gd name="T3" fmla="*/ 639 h 429"/>
                  <a:gd name="T4" fmla="*/ 211 w 189"/>
                  <a:gd name="T5" fmla="*/ 481 h 429"/>
                  <a:gd name="T6" fmla="*/ 261 w 189"/>
                  <a:gd name="T7" fmla="*/ 439 h 429"/>
                  <a:gd name="T8" fmla="*/ 74 w 189"/>
                  <a:gd name="T9" fmla="*/ 185 h 429"/>
                  <a:gd name="T10" fmla="*/ 14 w 189"/>
                  <a:gd name="T11" fmla="*/ 0 h 429"/>
                  <a:gd name="T12" fmla="*/ 21 w 189"/>
                  <a:gd name="T13" fmla="*/ 421 h 429"/>
                  <a:gd name="T14" fmla="*/ 37 w 189"/>
                  <a:gd name="T15" fmla="*/ 475 h 429"/>
                  <a:gd name="T16" fmla="*/ 55 w 189"/>
                  <a:gd name="T17" fmla="*/ 505 h 429"/>
                  <a:gd name="T18" fmla="*/ 256 w 189"/>
                  <a:gd name="T19" fmla="*/ 752 h 429"/>
                  <a:gd name="T20" fmla="*/ 287 w 189"/>
                  <a:gd name="T21" fmla="*/ 1017 h 429"/>
                  <a:gd name="T22" fmla="*/ 368 w 189"/>
                  <a:gd name="T23" fmla="*/ 1017 h 429"/>
                  <a:gd name="T24" fmla="*/ 368 w 189"/>
                  <a:gd name="T25" fmla="*/ 704 h 4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9" h="429">
                    <a:moveTo>
                      <a:pt x="189" y="297"/>
                    </a:moveTo>
                    <a:cubicBezTo>
                      <a:pt x="177" y="286"/>
                      <a:pt x="168" y="275"/>
                      <a:pt x="163" y="269"/>
                    </a:cubicBezTo>
                    <a:cubicBezTo>
                      <a:pt x="146" y="245"/>
                      <a:pt x="129" y="223"/>
                      <a:pt x="108" y="203"/>
                    </a:cubicBezTo>
                    <a:cubicBezTo>
                      <a:pt x="113" y="194"/>
                      <a:pt x="123" y="188"/>
                      <a:pt x="134" y="185"/>
                    </a:cubicBezTo>
                    <a:cubicBezTo>
                      <a:pt x="125" y="140"/>
                      <a:pt x="58" y="121"/>
                      <a:pt x="38" y="78"/>
                    </a:cubicBezTo>
                    <a:cubicBezTo>
                      <a:pt x="27" y="53"/>
                      <a:pt x="16" y="26"/>
                      <a:pt x="7" y="0"/>
                    </a:cubicBezTo>
                    <a:cubicBezTo>
                      <a:pt x="6" y="64"/>
                      <a:pt x="0" y="132"/>
                      <a:pt x="11" y="178"/>
                    </a:cubicBezTo>
                    <a:cubicBezTo>
                      <a:pt x="13" y="186"/>
                      <a:pt x="16" y="193"/>
                      <a:pt x="19" y="200"/>
                    </a:cubicBezTo>
                    <a:cubicBezTo>
                      <a:pt x="22" y="204"/>
                      <a:pt x="25" y="208"/>
                      <a:pt x="28" y="213"/>
                    </a:cubicBezTo>
                    <a:cubicBezTo>
                      <a:pt x="59" y="252"/>
                      <a:pt x="117" y="269"/>
                      <a:pt x="131" y="317"/>
                    </a:cubicBezTo>
                    <a:cubicBezTo>
                      <a:pt x="141" y="354"/>
                      <a:pt x="146" y="393"/>
                      <a:pt x="147" y="429"/>
                    </a:cubicBezTo>
                    <a:cubicBezTo>
                      <a:pt x="189" y="429"/>
                      <a:pt x="189" y="429"/>
                      <a:pt x="189" y="429"/>
                    </a:cubicBezTo>
                    <a:lnTo>
                      <a:pt x="189" y="297"/>
                    </a:lnTo>
                    <a:close/>
                  </a:path>
                </a:pathLst>
              </a:custGeom>
              <a:solidFill>
                <a:srgbClr val="C39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6" name="Freeform 1783">
                <a:extLst>
                  <a:ext uri="{FF2B5EF4-FFF2-40B4-BE49-F238E27FC236}">
                    <a16:creationId xmlns:a16="http://schemas.microsoft.com/office/drawing/2014/main" id="{DC4C1BAA-88EE-4F4D-94CB-9BE3CD3B5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3199"/>
                <a:ext cx="225" cy="529"/>
              </a:xfrm>
              <a:custGeom>
                <a:avLst/>
                <a:gdLst>
                  <a:gd name="T0" fmla="*/ 323 w 180"/>
                  <a:gd name="T1" fmla="*/ 817 h 397"/>
                  <a:gd name="T2" fmla="*/ 181 w 180"/>
                  <a:gd name="T3" fmla="*/ 426 h 397"/>
                  <a:gd name="T4" fmla="*/ 55 w 180"/>
                  <a:gd name="T5" fmla="*/ 277 h 397"/>
                  <a:gd name="T6" fmla="*/ 13 w 180"/>
                  <a:gd name="T7" fmla="*/ 0 h 397"/>
                  <a:gd name="T8" fmla="*/ 8 w 180"/>
                  <a:gd name="T9" fmla="*/ 0 h 397"/>
                  <a:gd name="T10" fmla="*/ 18 w 180"/>
                  <a:gd name="T11" fmla="*/ 346 h 397"/>
                  <a:gd name="T12" fmla="*/ 251 w 180"/>
                  <a:gd name="T13" fmla="*/ 674 h 397"/>
                  <a:gd name="T14" fmla="*/ 283 w 180"/>
                  <a:gd name="T15" fmla="*/ 939 h 397"/>
                  <a:gd name="T16" fmla="*/ 351 w 180"/>
                  <a:gd name="T17" fmla="*/ 939 h 397"/>
                  <a:gd name="T18" fmla="*/ 323 w 180"/>
                  <a:gd name="T19" fmla="*/ 817 h 3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0" h="397">
                    <a:moveTo>
                      <a:pt x="165" y="345"/>
                    </a:moveTo>
                    <a:cubicBezTo>
                      <a:pt x="152" y="284"/>
                      <a:pt x="151" y="219"/>
                      <a:pt x="93" y="180"/>
                    </a:cubicBezTo>
                    <a:cubicBezTo>
                      <a:pt x="67" y="161"/>
                      <a:pt x="43" y="148"/>
                      <a:pt x="28" y="117"/>
                    </a:cubicBezTo>
                    <a:cubicBezTo>
                      <a:pt x="10" y="81"/>
                      <a:pt x="21" y="36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55"/>
                      <a:pt x="0" y="108"/>
                      <a:pt x="9" y="146"/>
                    </a:cubicBezTo>
                    <a:cubicBezTo>
                      <a:pt x="24" y="213"/>
                      <a:pt x="112" y="225"/>
                      <a:pt x="129" y="285"/>
                    </a:cubicBezTo>
                    <a:cubicBezTo>
                      <a:pt x="139" y="322"/>
                      <a:pt x="144" y="361"/>
                      <a:pt x="145" y="397"/>
                    </a:cubicBezTo>
                    <a:cubicBezTo>
                      <a:pt x="180" y="397"/>
                      <a:pt x="180" y="397"/>
                      <a:pt x="180" y="397"/>
                    </a:cubicBezTo>
                    <a:cubicBezTo>
                      <a:pt x="175" y="380"/>
                      <a:pt x="169" y="364"/>
                      <a:pt x="165" y="345"/>
                    </a:cubicBezTo>
                    <a:close/>
                  </a:path>
                </a:pathLst>
              </a:custGeom>
              <a:solidFill>
                <a:srgbClr val="B8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7" name="Freeform 1784">
                <a:extLst>
                  <a:ext uri="{FF2B5EF4-FFF2-40B4-BE49-F238E27FC236}">
                    <a16:creationId xmlns:a16="http://schemas.microsoft.com/office/drawing/2014/main" id="{8F0F7906-4907-4127-8BC4-A0095E22D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3324"/>
                <a:ext cx="126" cy="187"/>
              </a:xfrm>
              <a:custGeom>
                <a:avLst/>
                <a:gdLst>
                  <a:gd name="T0" fmla="*/ 196 w 101"/>
                  <a:gd name="T1" fmla="*/ 44 h 140"/>
                  <a:gd name="T2" fmla="*/ 162 w 101"/>
                  <a:gd name="T3" fmla="*/ 1 h 140"/>
                  <a:gd name="T4" fmla="*/ 37 w 101"/>
                  <a:gd name="T5" fmla="*/ 0 h 140"/>
                  <a:gd name="T6" fmla="*/ 6 w 101"/>
                  <a:gd name="T7" fmla="*/ 143 h 140"/>
                  <a:gd name="T8" fmla="*/ 120 w 101"/>
                  <a:gd name="T9" fmla="*/ 334 h 140"/>
                  <a:gd name="T10" fmla="*/ 140 w 101"/>
                  <a:gd name="T11" fmla="*/ 228 h 140"/>
                  <a:gd name="T12" fmla="*/ 196 w 101"/>
                  <a:gd name="T13" fmla="*/ 267 h 140"/>
                  <a:gd name="T14" fmla="*/ 196 w 101"/>
                  <a:gd name="T15" fmla="*/ 44 h 1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140">
                    <a:moveTo>
                      <a:pt x="101" y="19"/>
                    </a:moveTo>
                    <a:cubicBezTo>
                      <a:pt x="95" y="13"/>
                      <a:pt x="88" y="8"/>
                      <a:pt x="83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0" y="18"/>
                      <a:pt x="0" y="39"/>
                      <a:pt x="3" y="60"/>
                    </a:cubicBezTo>
                    <a:cubicBezTo>
                      <a:pt x="7" y="86"/>
                      <a:pt x="43" y="118"/>
                      <a:pt x="62" y="140"/>
                    </a:cubicBezTo>
                    <a:cubicBezTo>
                      <a:pt x="66" y="129"/>
                      <a:pt x="59" y="101"/>
                      <a:pt x="72" y="96"/>
                    </a:cubicBezTo>
                    <a:cubicBezTo>
                      <a:pt x="83" y="92"/>
                      <a:pt x="92" y="101"/>
                      <a:pt x="101" y="112"/>
                    </a:cubicBezTo>
                    <a:lnTo>
                      <a:pt x="101" y="19"/>
                    </a:lnTo>
                    <a:close/>
                  </a:path>
                </a:pathLst>
              </a:custGeom>
              <a:solidFill>
                <a:srgbClr val="C39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8" name="Freeform 1785">
                <a:extLst>
                  <a:ext uri="{FF2B5EF4-FFF2-40B4-BE49-F238E27FC236}">
                    <a16:creationId xmlns:a16="http://schemas.microsoft.com/office/drawing/2014/main" id="{E796A752-48A5-42F1-A543-97FC04A3C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215"/>
                <a:ext cx="210" cy="196"/>
              </a:xfrm>
              <a:custGeom>
                <a:avLst/>
                <a:gdLst>
                  <a:gd name="T0" fmla="*/ 329 w 168"/>
                  <a:gd name="T1" fmla="*/ 201 h 147"/>
                  <a:gd name="T2" fmla="*/ 289 w 168"/>
                  <a:gd name="T3" fmla="*/ 144 h 147"/>
                  <a:gd name="T4" fmla="*/ 114 w 168"/>
                  <a:gd name="T5" fmla="*/ 76 h 147"/>
                  <a:gd name="T6" fmla="*/ 39 w 168"/>
                  <a:gd name="T7" fmla="*/ 9 h 147"/>
                  <a:gd name="T8" fmla="*/ 79 w 168"/>
                  <a:gd name="T9" fmla="*/ 215 h 147"/>
                  <a:gd name="T10" fmla="*/ 198 w 168"/>
                  <a:gd name="T11" fmla="*/ 319 h 147"/>
                  <a:gd name="T12" fmla="*/ 305 w 168"/>
                  <a:gd name="T13" fmla="*/ 336 h 147"/>
                  <a:gd name="T14" fmla="*/ 329 w 168"/>
                  <a:gd name="T15" fmla="*/ 348 h 147"/>
                  <a:gd name="T16" fmla="*/ 329 w 168"/>
                  <a:gd name="T17" fmla="*/ 201 h 1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8" h="147">
                    <a:moveTo>
                      <a:pt x="168" y="85"/>
                    </a:moveTo>
                    <a:cubicBezTo>
                      <a:pt x="160" y="75"/>
                      <a:pt x="153" y="66"/>
                      <a:pt x="148" y="61"/>
                    </a:cubicBezTo>
                    <a:cubicBezTo>
                      <a:pt x="127" y="38"/>
                      <a:pt x="88" y="30"/>
                      <a:pt x="58" y="32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0" y="0"/>
                      <a:pt x="35" y="74"/>
                      <a:pt x="40" y="91"/>
                    </a:cubicBezTo>
                    <a:cubicBezTo>
                      <a:pt x="46" y="112"/>
                      <a:pt x="81" y="129"/>
                      <a:pt x="101" y="134"/>
                    </a:cubicBezTo>
                    <a:cubicBezTo>
                      <a:pt x="119" y="140"/>
                      <a:pt x="138" y="137"/>
                      <a:pt x="156" y="142"/>
                    </a:cubicBezTo>
                    <a:cubicBezTo>
                      <a:pt x="160" y="144"/>
                      <a:pt x="164" y="145"/>
                      <a:pt x="168" y="147"/>
                    </a:cubicBezTo>
                    <a:lnTo>
                      <a:pt x="168" y="85"/>
                    </a:lnTo>
                    <a:close/>
                  </a:path>
                </a:pathLst>
              </a:custGeom>
              <a:solidFill>
                <a:srgbClr val="CD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9" name="Freeform 1786">
                <a:extLst>
                  <a:ext uri="{FF2B5EF4-FFF2-40B4-BE49-F238E27FC236}">
                    <a16:creationId xmlns:a16="http://schemas.microsoft.com/office/drawing/2014/main" id="{464A1DE9-23AB-4B66-8148-0063CB38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3273"/>
                <a:ext cx="136" cy="83"/>
              </a:xfrm>
              <a:custGeom>
                <a:avLst/>
                <a:gdLst>
                  <a:gd name="T0" fmla="*/ 0 w 109"/>
                  <a:gd name="T1" fmla="*/ 5 h 62"/>
                  <a:gd name="T2" fmla="*/ 101 w 109"/>
                  <a:gd name="T3" fmla="*/ 143 h 62"/>
                  <a:gd name="T4" fmla="*/ 182 w 109"/>
                  <a:gd name="T5" fmla="*/ 147 h 62"/>
                  <a:gd name="T6" fmla="*/ 39 w 109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62">
                    <a:moveTo>
                      <a:pt x="0" y="2"/>
                    </a:moveTo>
                    <a:cubicBezTo>
                      <a:pt x="9" y="41"/>
                      <a:pt x="12" y="58"/>
                      <a:pt x="52" y="60"/>
                    </a:cubicBezTo>
                    <a:cubicBezTo>
                      <a:pt x="65" y="60"/>
                      <a:pt x="81" y="62"/>
                      <a:pt x="94" y="61"/>
                    </a:cubicBezTo>
                    <a:cubicBezTo>
                      <a:pt x="109" y="25"/>
                      <a:pt x="44" y="6"/>
                      <a:pt x="20" y="0"/>
                    </a:cubicBezTo>
                  </a:path>
                </a:pathLst>
              </a:custGeom>
              <a:solidFill>
                <a:srgbClr val="DB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0" name="Freeform 1787">
                <a:extLst>
                  <a:ext uri="{FF2B5EF4-FFF2-40B4-BE49-F238E27FC236}">
                    <a16:creationId xmlns:a16="http://schemas.microsoft.com/office/drawing/2014/main" id="{103A4C5F-AF2C-4148-978D-C2B8A068F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291"/>
                <a:ext cx="61" cy="38"/>
              </a:xfrm>
              <a:custGeom>
                <a:avLst/>
                <a:gdLst>
                  <a:gd name="T0" fmla="*/ 2 w 49"/>
                  <a:gd name="T1" fmla="*/ 0 h 29"/>
                  <a:gd name="T2" fmla="*/ 95 w 49"/>
                  <a:gd name="T3" fmla="*/ 48 h 29"/>
                  <a:gd name="T4" fmla="*/ 11 w 49"/>
                  <a:gd name="T5" fmla="*/ 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9">
                    <a:moveTo>
                      <a:pt x="2" y="0"/>
                    </a:moveTo>
                    <a:cubicBezTo>
                      <a:pt x="0" y="24"/>
                      <a:pt x="33" y="29"/>
                      <a:pt x="49" y="21"/>
                    </a:cubicBezTo>
                    <a:cubicBezTo>
                      <a:pt x="40" y="7"/>
                      <a:pt x="21" y="6"/>
                      <a:pt x="6" y="3"/>
                    </a:cubicBezTo>
                  </a:path>
                </a:pathLst>
              </a:custGeom>
              <a:solidFill>
                <a:srgbClr val="E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1" name="Freeform 1788">
                <a:extLst>
                  <a:ext uri="{FF2B5EF4-FFF2-40B4-BE49-F238E27FC236}">
                    <a16:creationId xmlns:a16="http://schemas.microsoft.com/office/drawing/2014/main" id="{9535A13F-F492-487A-BA27-C88145D14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623"/>
                <a:ext cx="16" cy="28"/>
              </a:xfrm>
              <a:custGeom>
                <a:avLst/>
                <a:gdLst>
                  <a:gd name="T0" fmla="*/ 0 w 13"/>
                  <a:gd name="T1" fmla="*/ 1 h 21"/>
                  <a:gd name="T2" fmla="*/ 22 w 13"/>
                  <a:gd name="T3" fmla="*/ 0 h 21"/>
                  <a:gd name="T4" fmla="*/ 22 w 13"/>
                  <a:gd name="T5" fmla="*/ 4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0" y="1"/>
                    </a:moveTo>
                    <a:cubicBezTo>
                      <a:pt x="3" y="2"/>
                      <a:pt x="8" y="0"/>
                      <a:pt x="12" y="0"/>
                    </a:cubicBezTo>
                    <a:cubicBezTo>
                      <a:pt x="11" y="7"/>
                      <a:pt x="13" y="16"/>
                      <a:pt x="12" y="21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2" name="Freeform 1789">
                <a:extLst>
                  <a:ext uri="{FF2B5EF4-FFF2-40B4-BE49-F238E27FC236}">
                    <a16:creationId xmlns:a16="http://schemas.microsoft.com/office/drawing/2014/main" id="{EDB6ACF5-584F-446C-A494-66B1A99B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565"/>
                <a:ext cx="20" cy="15"/>
              </a:xfrm>
              <a:custGeom>
                <a:avLst/>
                <a:gdLst>
                  <a:gd name="T0" fmla="*/ 0 w 16"/>
                  <a:gd name="T1" fmla="*/ 14 h 11"/>
                  <a:gd name="T2" fmla="*/ 31 w 16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0" y="5"/>
                    </a:moveTo>
                    <a:cubicBezTo>
                      <a:pt x="14" y="0"/>
                      <a:pt x="6" y="3"/>
                      <a:pt x="16" y="11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3" name="Freeform 1790">
                <a:extLst>
                  <a:ext uri="{FF2B5EF4-FFF2-40B4-BE49-F238E27FC236}">
                    <a16:creationId xmlns:a16="http://schemas.microsoft.com/office/drawing/2014/main" id="{10353825-0589-4D17-9451-ACF139DA2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716"/>
                <a:ext cx="18" cy="29"/>
              </a:xfrm>
              <a:custGeom>
                <a:avLst/>
                <a:gdLst>
                  <a:gd name="T0" fmla="*/ 0 w 14"/>
                  <a:gd name="T1" fmla="*/ 0 h 22"/>
                  <a:gd name="T2" fmla="*/ 30 w 14"/>
                  <a:gd name="T3" fmla="*/ 16 h 22"/>
                  <a:gd name="T4" fmla="*/ 1 w 14"/>
                  <a:gd name="T5" fmla="*/ 5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3" y="3"/>
                      <a:pt x="10" y="6"/>
                      <a:pt x="14" y="7"/>
                    </a:cubicBezTo>
                    <a:cubicBezTo>
                      <a:pt x="10" y="11"/>
                      <a:pt x="1" y="18"/>
                      <a:pt x="1" y="22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4" name="Freeform 1791">
                <a:extLst>
                  <a:ext uri="{FF2B5EF4-FFF2-40B4-BE49-F238E27FC236}">
                    <a16:creationId xmlns:a16="http://schemas.microsoft.com/office/drawing/2014/main" id="{B181BE8A-4C66-4BC3-824F-F0EDAFDF6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208"/>
                <a:ext cx="18" cy="77"/>
              </a:xfrm>
              <a:custGeom>
                <a:avLst/>
                <a:gdLst>
                  <a:gd name="T0" fmla="*/ 8 w 14"/>
                  <a:gd name="T1" fmla="*/ 0 h 58"/>
                  <a:gd name="T2" fmla="*/ 24 w 14"/>
                  <a:gd name="T3" fmla="*/ 37 h 58"/>
                  <a:gd name="T4" fmla="*/ 10 w 14"/>
                  <a:gd name="T5" fmla="*/ 135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8">
                    <a:moveTo>
                      <a:pt x="4" y="0"/>
                    </a:moveTo>
                    <a:cubicBezTo>
                      <a:pt x="8" y="8"/>
                      <a:pt x="14" y="7"/>
                      <a:pt x="12" y="16"/>
                    </a:cubicBezTo>
                    <a:cubicBezTo>
                      <a:pt x="10" y="23"/>
                      <a:pt x="0" y="50"/>
                      <a:pt x="5" y="58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5" name="Freeform 1792">
                <a:extLst>
                  <a:ext uri="{FF2B5EF4-FFF2-40B4-BE49-F238E27FC236}">
                    <a16:creationId xmlns:a16="http://schemas.microsoft.com/office/drawing/2014/main" id="{6E1DEA87-A54F-4490-A981-EF91AD037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3328"/>
                <a:ext cx="10" cy="37"/>
              </a:xfrm>
              <a:custGeom>
                <a:avLst/>
                <a:gdLst>
                  <a:gd name="T0" fmla="*/ 0 w 8"/>
                  <a:gd name="T1" fmla="*/ 0 h 28"/>
                  <a:gd name="T2" fmla="*/ 16 w 8"/>
                  <a:gd name="T3" fmla="*/ 38 h 28"/>
                  <a:gd name="T4" fmla="*/ 1 w 8"/>
                  <a:gd name="T5" fmla="*/ 6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8">
                    <a:moveTo>
                      <a:pt x="0" y="0"/>
                    </a:moveTo>
                    <a:cubicBezTo>
                      <a:pt x="3" y="5"/>
                      <a:pt x="5" y="11"/>
                      <a:pt x="8" y="17"/>
                    </a:cubicBezTo>
                    <a:cubicBezTo>
                      <a:pt x="4" y="19"/>
                      <a:pt x="1" y="23"/>
                      <a:pt x="1" y="28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6" name="Freeform 1793">
                <a:extLst>
                  <a:ext uri="{FF2B5EF4-FFF2-40B4-BE49-F238E27FC236}">
                    <a16:creationId xmlns:a16="http://schemas.microsoft.com/office/drawing/2014/main" id="{267423C2-D1BB-4039-AA2A-B2B624A32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3481"/>
                <a:ext cx="19" cy="35"/>
              </a:xfrm>
              <a:custGeom>
                <a:avLst/>
                <a:gdLst>
                  <a:gd name="T0" fmla="*/ 0 w 15"/>
                  <a:gd name="T1" fmla="*/ 1 h 26"/>
                  <a:gd name="T2" fmla="*/ 29 w 15"/>
                  <a:gd name="T3" fmla="*/ 0 h 26"/>
                  <a:gd name="T4" fmla="*/ 25 w 15"/>
                  <a:gd name="T5" fmla="*/ 35 h 26"/>
                  <a:gd name="T6" fmla="*/ 30 w 15"/>
                  <a:gd name="T7" fmla="*/ 6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6">
                    <a:moveTo>
                      <a:pt x="0" y="1"/>
                    </a:moveTo>
                    <a:cubicBezTo>
                      <a:pt x="4" y="3"/>
                      <a:pt x="10" y="1"/>
                      <a:pt x="14" y="0"/>
                    </a:cubicBezTo>
                    <a:cubicBezTo>
                      <a:pt x="14" y="4"/>
                      <a:pt x="12" y="10"/>
                      <a:pt x="13" y="14"/>
                    </a:cubicBezTo>
                    <a:cubicBezTo>
                      <a:pt x="13" y="17"/>
                      <a:pt x="15" y="25"/>
                      <a:pt x="15" y="26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7" name="Freeform 1794">
                <a:extLst>
                  <a:ext uri="{FF2B5EF4-FFF2-40B4-BE49-F238E27FC236}">
                    <a16:creationId xmlns:a16="http://schemas.microsoft.com/office/drawing/2014/main" id="{D2109F12-16B7-40B4-8A3E-1E18DDD31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3581"/>
                <a:ext cx="28" cy="47"/>
              </a:xfrm>
              <a:custGeom>
                <a:avLst/>
                <a:gdLst>
                  <a:gd name="T0" fmla="*/ 0 w 22"/>
                  <a:gd name="T1" fmla="*/ 9 h 35"/>
                  <a:gd name="T2" fmla="*/ 24 w 22"/>
                  <a:gd name="T3" fmla="*/ 7 h 35"/>
                  <a:gd name="T4" fmla="*/ 43 w 22"/>
                  <a:gd name="T5" fmla="*/ 1 h 35"/>
                  <a:gd name="T6" fmla="*/ 46 w 22"/>
                  <a:gd name="T7" fmla="*/ 8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5">
                    <a:moveTo>
                      <a:pt x="0" y="4"/>
                    </a:moveTo>
                    <a:cubicBezTo>
                      <a:pt x="4" y="4"/>
                      <a:pt x="8" y="5"/>
                      <a:pt x="12" y="3"/>
                    </a:cubicBezTo>
                    <a:cubicBezTo>
                      <a:pt x="16" y="2"/>
                      <a:pt x="17" y="0"/>
                      <a:pt x="21" y="1"/>
                    </a:cubicBezTo>
                    <a:cubicBezTo>
                      <a:pt x="17" y="9"/>
                      <a:pt x="19" y="26"/>
                      <a:pt x="22" y="35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8" name="Freeform 1795">
                <a:extLst>
                  <a:ext uri="{FF2B5EF4-FFF2-40B4-BE49-F238E27FC236}">
                    <a16:creationId xmlns:a16="http://schemas.microsoft.com/office/drawing/2014/main" id="{DDC7714A-E9BC-4055-9D3A-9EE82D999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657"/>
                <a:ext cx="15" cy="40"/>
              </a:xfrm>
              <a:custGeom>
                <a:avLst/>
                <a:gdLst>
                  <a:gd name="T0" fmla="*/ 0 w 12"/>
                  <a:gd name="T1" fmla="*/ 0 h 30"/>
                  <a:gd name="T2" fmla="*/ 24 w 12"/>
                  <a:gd name="T3" fmla="*/ 27 h 30"/>
                  <a:gd name="T4" fmla="*/ 18 w 12"/>
                  <a:gd name="T5" fmla="*/ 36 h 30"/>
                  <a:gd name="T6" fmla="*/ 8 w 12"/>
                  <a:gd name="T7" fmla="*/ 7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0">
                    <a:moveTo>
                      <a:pt x="0" y="0"/>
                    </a:moveTo>
                    <a:cubicBezTo>
                      <a:pt x="3" y="2"/>
                      <a:pt x="11" y="8"/>
                      <a:pt x="12" y="11"/>
                    </a:cubicBezTo>
                    <a:cubicBezTo>
                      <a:pt x="12" y="13"/>
                      <a:pt x="10" y="13"/>
                      <a:pt x="9" y="15"/>
                    </a:cubicBezTo>
                    <a:cubicBezTo>
                      <a:pt x="7" y="21"/>
                      <a:pt x="4" y="24"/>
                      <a:pt x="4" y="30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9" name="Freeform 1796">
                <a:extLst>
                  <a:ext uri="{FF2B5EF4-FFF2-40B4-BE49-F238E27FC236}">
                    <a16:creationId xmlns:a16="http://schemas.microsoft.com/office/drawing/2014/main" id="{54B3D132-BEAA-47BB-850E-093610654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992"/>
                <a:ext cx="28" cy="80"/>
              </a:xfrm>
              <a:custGeom>
                <a:avLst/>
                <a:gdLst>
                  <a:gd name="T0" fmla="*/ 0 w 22"/>
                  <a:gd name="T1" fmla="*/ 0 h 60"/>
                  <a:gd name="T2" fmla="*/ 10 w 22"/>
                  <a:gd name="T3" fmla="*/ 100 h 60"/>
                  <a:gd name="T4" fmla="*/ 46 w 22"/>
                  <a:gd name="T5" fmla="*/ 143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0">
                    <a:moveTo>
                      <a:pt x="0" y="0"/>
                    </a:moveTo>
                    <a:cubicBezTo>
                      <a:pt x="2" y="15"/>
                      <a:pt x="0" y="28"/>
                      <a:pt x="5" y="42"/>
                    </a:cubicBezTo>
                    <a:cubicBezTo>
                      <a:pt x="8" y="53"/>
                      <a:pt x="9" y="60"/>
                      <a:pt x="22" y="60"/>
                    </a:cubicBezTo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0" name="Freeform 1797">
                <a:extLst>
                  <a:ext uri="{FF2B5EF4-FFF2-40B4-BE49-F238E27FC236}">
                    <a16:creationId xmlns:a16="http://schemas.microsoft.com/office/drawing/2014/main" id="{C0B33D8F-DF8E-4A93-8857-1FE184A77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3360"/>
                <a:ext cx="50" cy="121"/>
              </a:xfrm>
              <a:custGeom>
                <a:avLst/>
                <a:gdLst>
                  <a:gd name="T0" fmla="*/ 6 w 40"/>
                  <a:gd name="T1" fmla="*/ 0 h 91"/>
                  <a:gd name="T2" fmla="*/ 10 w 40"/>
                  <a:gd name="T3" fmla="*/ 70 h 91"/>
                  <a:gd name="T4" fmla="*/ 18 w 40"/>
                  <a:gd name="T5" fmla="*/ 104 h 91"/>
                  <a:gd name="T6" fmla="*/ 24 w 40"/>
                  <a:gd name="T7" fmla="*/ 136 h 91"/>
                  <a:gd name="T8" fmla="*/ 55 w 40"/>
                  <a:gd name="T9" fmla="*/ 202 h 91"/>
                  <a:gd name="T10" fmla="*/ 68 w 40"/>
                  <a:gd name="T11" fmla="*/ 214 h 91"/>
                  <a:gd name="T12" fmla="*/ 79 w 40"/>
                  <a:gd name="T13" fmla="*/ 209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91">
                    <a:moveTo>
                      <a:pt x="3" y="0"/>
                    </a:moveTo>
                    <a:cubicBezTo>
                      <a:pt x="0" y="10"/>
                      <a:pt x="1" y="20"/>
                      <a:pt x="5" y="30"/>
                    </a:cubicBezTo>
                    <a:cubicBezTo>
                      <a:pt x="6" y="35"/>
                      <a:pt x="8" y="39"/>
                      <a:pt x="9" y="44"/>
                    </a:cubicBezTo>
                    <a:cubicBezTo>
                      <a:pt x="10" y="49"/>
                      <a:pt x="11" y="53"/>
                      <a:pt x="12" y="58"/>
                    </a:cubicBezTo>
                    <a:cubicBezTo>
                      <a:pt x="16" y="67"/>
                      <a:pt x="22" y="78"/>
                      <a:pt x="28" y="86"/>
                    </a:cubicBezTo>
                    <a:cubicBezTo>
                      <a:pt x="30" y="89"/>
                      <a:pt x="31" y="89"/>
                      <a:pt x="34" y="91"/>
                    </a:cubicBezTo>
                    <a:cubicBezTo>
                      <a:pt x="35" y="91"/>
                      <a:pt x="40" y="91"/>
                      <a:pt x="40" y="89"/>
                    </a:cubicBezTo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1" name="Freeform 1798">
                <a:extLst>
                  <a:ext uri="{FF2B5EF4-FFF2-40B4-BE49-F238E27FC236}">
                    <a16:creationId xmlns:a16="http://schemas.microsoft.com/office/drawing/2014/main" id="{6A0D8439-E382-4AC2-A9F7-EE2BAA4D6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3289"/>
                <a:ext cx="68" cy="83"/>
              </a:xfrm>
              <a:custGeom>
                <a:avLst/>
                <a:gdLst>
                  <a:gd name="T0" fmla="*/ 19 w 55"/>
                  <a:gd name="T1" fmla="*/ 149 h 62"/>
                  <a:gd name="T2" fmla="*/ 73 w 55"/>
                  <a:gd name="T3" fmla="*/ 79 h 62"/>
                  <a:gd name="T4" fmla="*/ 104 w 55"/>
                  <a:gd name="T5" fmla="*/ 59 h 62"/>
                  <a:gd name="T6" fmla="*/ 40 w 55"/>
                  <a:gd name="T7" fmla="*/ 56 h 62"/>
                  <a:gd name="T8" fmla="*/ 25 w 55"/>
                  <a:gd name="T9" fmla="*/ 0 h 62"/>
                  <a:gd name="T10" fmla="*/ 31 w 55"/>
                  <a:gd name="T11" fmla="*/ 111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62">
                    <a:moveTo>
                      <a:pt x="10" y="62"/>
                    </a:moveTo>
                    <a:cubicBezTo>
                      <a:pt x="19" y="49"/>
                      <a:pt x="25" y="41"/>
                      <a:pt x="39" y="33"/>
                    </a:cubicBezTo>
                    <a:cubicBezTo>
                      <a:pt x="46" y="30"/>
                      <a:pt x="52" y="31"/>
                      <a:pt x="55" y="25"/>
                    </a:cubicBezTo>
                    <a:cubicBezTo>
                      <a:pt x="46" y="22"/>
                      <a:pt x="28" y="28"/>
                      <a:pt x="21" y="23"/>
                    </a:cubicBezTo>
                    <a:cubicBezTo>
                      <a:pt x="12" y="17"/>
                      <a:pt x="16" y="10"/>
                      <a:pt x="13" y="0"/>
                    </a:cubicBezTo>
                    <a:cubicBezTo>
                      <a:pt x="0" y="10"/>
                      <a:pt x="27" y="32"/>
                      <a:pt x="16" y="46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2" name="Freeform 1799">
                <a:extLst>
                  <a:ext uri="{FF2B5EF4-FFF2-40B4-BE49-F238E27FC236}">
                    <a16:creationId xmlns:a16="http://schemas.microsoft.com/office/drawing/2014/main" id="{2D30C459-F734-4089-95C3-FB7C8F268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325"/>
                <a:ext cx="23" cy="16"/>
              </a:xfrm>
              <a:custGeom>
                <a:avLst/>
                <a:gdLst>
                  <a:gd name="T0" fmla="*/ 1 w 18"/>
                  <a:gd name="T1" fmla="*/ 1 h 12"/>
                  <a:gd name="T2" fmla="*/ 5 w 18"/>
                  <a:gd name="T3" fmla="*/ 28 h 12"/>
                  <a:gd name="T4" fmla="*/ 37 w 18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1" y="1"/>
                    </a:moveTo>
                    <a:cubicBezTo>
                      <a:pt x="0" y="5"/>
                      <a:pt x="3" y="8"/>
                      <a:pt x="2" y="12"/>
                    </a:cubicBezTo>
                    <a:cubicBezTo>
                      <a:pt x="4" y="10"/>
                      <a:pt x="13" y="3"/>
                      <a:pt x="18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3" name="Freeform 1800">
                <a:extLst>
                  <a:ext uri="{FF2B5EF4-FFF2-40B4-BE49-F238E27FC236}">
                    <a16:creationId xmlns:a16="http://schemas.microsoft.com/office/drawing/2014/main" id="{732B224D-C3B4-423A-A671-F9FE5BE5A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567"/>
                <a:ext cx="51" cy="56"/>
              </a:xfrm>
              <a:custGeom>
                <a:avLst/>
                <a:gdLst>
                  <a:gd name="T0" fmla="*/ 0 w 41"/>
                  <a:gd name="T1" fmla="*/ 37 h 42"/>
                  <a:gd name="T2" fmla="*/ 46 w 41"/>
                  <a:gd name="T3" fmla="*/ 33 h 42"/>
                  <a:gd name="T4" fmla="*/ 78 w 41"/>
                  <a:gd name="T5" fmla="*/ 0 h 42"/>
                  <a:gd name="T6" fmla="*/ 63 w 41"/>
                  <a:gd name="T7" fmla="*/ 37 h 42"/>
                  <a:gd name="T8" fmla="*/ 56 w 41"/>
                  <a:gd name="T9" fmla="*/ 100 h 42"/>
                  <a:gd name="T10" fmla="*/ 26 w 41"/>
                  <a:gd name="T11" fmla="*/ 6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2">
                    <a:moveTo>
                      <a:pt x="0" y="16"/>
                    </a:moveTo>
                    <a:cubicBezTo>
                      <a:pt x="7" y="20"/>
                      <a:pt x="17" y="18"/>
                      <a:pt x="24" y="14"/>
                    </a:cubicBezTo>
                    <a:cubicBezTo>
                      <a:pt x="32" y="11"/>
                      <a:pt x="34" y="3"/>
                      <a:pt x="41" y="0"/>
                    </a:cubicBezTo>
                    <a:cubicBezTo>
                      <a:pt x="40" y="6"/>
                      <a:pt x="36" y="10"/>
                      <a:pt x="33" y="16"/>
                    </a:cubicBezTo>
                    <a:cubicBezTo>
                      <a:pt x="28" y="25"/>
                      <a:pt x="30" y="32"/>
                      <a:pt x="29" y="42"/>
                    </a:cubicBezTo>
                    <a:cubicBezTo>
                      <a:pt x="25" y="36"/>
                      <a:pt x="22" y="24"/>
                      <a:pt x="14" y="26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4" name="Freeform 1801">
                <a:extLst>
                  <a:ext uri="{FF2B5EF4-FFF2-40B4-BE49-F238E27FC236}">
                    <a16:creationId xmlns:a16="http://schemas.microsoft.com/office/drawing/2014/main" id="{90B5CFB8-AD90-4B05-B074-AB4207923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3585"/>
                <a:ext cx="19" cy="19"/>
              </a:xfrm>
              <a:custGeom>
                <a:avLst/>
                <a:gdLst>
                  <a:gd name="T0" fmla="*/ 0 w 15"/>
                  <a:gd name="T1" fmla="*/ 26 h 14"/>
                  <a:gd name="T2" fmla="*/ 20 w 15"/>
                  <a:gd name="T3" fmla="*/ 35 h 14"/>
                  <a:gd name="T4" fmla="*/ 30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4" y="11"/>
                      <a:pt x="7" y="13"/>
                      <a:pt x="10" y="14"/>
                    </a:cubicBezTo>
                    <a:cubicBezTo>
                      <a:pt x="11" y="10"/>
                      <a:pt x="12" y="4"/>
                      <a:pt x="15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5" name="Freeform 1802">
                <a:extLst>
                  <a:ext uri="{FF2B5EF4-FFF2-40B4-BE49-F238E27FC236}">
                    <a16:creationId xmlns:a16="http://schemas.microsoft.com/office/drawing/2014/main" id="{274F05F4-4128-4821-9C10-4E4589E3A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616"/>
                <a:ext cx="50" cy="32"/>
              </a:xfrm>
              <a:custGeom>
                <a:avLst/>
                <a:gdLst>
                  <a:gd name="T0" fmla="*/ 6 w 40"/>
                  <a:gd name="T1" fmla="*/ 15 h 24"/>
                  <a:gd name="T2" fmla="*/ 30 w 40"/>
                  <a:gd name="T3" fmla="*/ 57 h 24"/>
                  <a:gd name="T4" fmla="*/ 79 w 40"/>
                  <a:gd name="T5" fmla="*/ 27 h 24"/>
                  <a:gd name="T6" fmla="*/ 31 w 40"/>
                  <a:gd name="T7" fmla="*/ 16 h 24"/>
                  <a:gd name="T8" fmla="*/ 0 w 40"/>
                  <a:gd name="T9" fmla="*/ 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4">
                    <a:moveTo>
                      <a:pt x="3" y="6"/>
                    </a:moveTo>
                    <a:cubicBezTo>
                      <a:pt x="10" y="10"/>
                      <a:pt x="14" y="16"/>
                      <a:pt x="15" y="24"/>
                    </a:cubicBezTo>
                    <a:cubicBezTo>
                      <a:pt x="19" y="13"/>
                      <a:pt x="29" y="13"/>
                      <a:pt x="40" y="11"/>
                    </a:cubicBezTo>
                    <a:cubicBezTo>
                      <a:pt x="32" y="10"/>
                      <a:pt x="23" y="10"/>
                      <a:pt x="16" y="7"/>
                    </a:cubicBezTo>
                    <a:cubicBezTo>
                      <a:pt x="9" y="3"/>
                      <a:pt x="8" y="0"/>
                      <a:pt x="0" y="3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6" name="Freeform 1803">
                <a:extLst>
                  <a:ext uri="{FF2B5EF4-FFF2-40B4-BE49-F238E27FC236}">
                    <a16:creationId xmlns:a16="http://schemas.microsoft.com/office/drawing/2014/main" id="{B01F3A6B-775F-4180-BD30-4874DC6FB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627"/>
                <a:ext cx="20" cy="10"/>
              </a:xfrm>
              <a:custGeom>
                <a:avLst/>
                <a:gdLst>
                  <a:gd name="T0" fmla="*/ 0 w 16"/>
                  <a:gd name="T1" fmla="*/ 0 h 8"/>
                  <a:gd name="T2" fmla="*/ 18 w 16"/>
                  <a:gd name="T3" fmla="*/ 16 h 8"/>
                  <a:gd name="T4" fmla="*/ 31 w 16"/>
                  <a:gd name="T5" fmla="*/ 6 h 8"/>
                  <a:gd name="T6" fmla="*/ 16 w 16"/>
                  <a:gd name="T7" fmla="*/ 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cubicBezTo>
                      <a:pt x="5" y="1"/>
                      <a:pt x="6" y="5"/>
                      <a:pt x="9" y="8"/>
                    </a:cubicBezTo>
                    <a:cubicBezTo>
                      <a:pt x="10" y="4"/>
                      <a:pt x="12" y="2"/>
                      <a:pt x="16" y="3"/>
                    </a:cubicBezTo>
                    <a:cubicBezTo>
                      <a:pt x="14" y="2"/>
                      <a:pt x="11" y="2"/>
                      <a:pt x="8" y="2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7" name="Freeform 1804">
                <a:extLst>
                  <a:ext uri="{FF2B5EF4-FFF2-40B4-BE49-F238E27FC236}">
                    <a16:creationId xmlns:a16="http://schemas.microsoft.com/office/drawing/2014/main" id="{308EB053-CDCE-448B-997F-2486CDBA4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631"/>
                <a:ext cx="40" cy="36"/>
              </a:xfrm>
              <a:custGeom>
                <a:avLst/>
                <a:gdLst>
                  <a:gd name="T0" fmla="*/ 0 w 32"/>
                  <a:gd name="T1" fmla="*/ 64 h 27"/>
                  <a:gd name="T2" fmla="*/ 63 w 32"/>
                  <a:gd name="T3" fmla="*/ 16 h 27"/>
                  <a:gd name="T4" fmla="*/ 24 w 32"/>
                  <a:gd name="T5" fmla="*/ 63 h 27"/>
                  <a:gd name="T6" fmla="*/ 10 w 32"/>
                  <a:gd name="T7" fmla="*/ 6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0" y="27"/>
                    </a:moveTo>
                    <a:cubicBezTo>
                      <a:pt x="6" y="14"/>
                      <a:pt x="14" y="0"/>
                      <a:pt x="32" y="7"/>
                    </a:cubicBezTo>
                    <a:cubicBezTo>
                      <a:pt x="24" y="13"/>
                      <a:pt x="9" y="12"/>
                      <a:pt x="12" y="26"/>
                    </a:cubicBezTo>
                    <a:cubicBezTo>
                      <a:pt x="9" y="26"/>
                      <a:pt x="7" y="27"/>
                      <a:pt x="5" y="27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8" name="Freeform 1805">
                <a:extLst>
                  <a:ext uri="{FF2B5EF4-FFF2-40B4-BE49-F238E27FC236}">
                    <a16:creationId xmlns:a16="http://schemas.microsoft.com/office/drawing/2014/main" id="{69BEF3C8-11C8-4019-B043-0F042C1CC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835"/>
                <a:ext cx="27" cy="44"/>
              </a:xfrm>
              <a:custGeom>
                <a:avLst/>
                <a:gdLst>
                  <a:gd name="T0" fmla="*/ 6 w 22"/>
                  <a:gd name="T1" fmla="*/ 15 h 33"/>
                  <a:gd name="T2" fmla="*/ 0 w 22"/>
                  <a:gd name="T3" fmla="*/ 79 h 33"/>
                  <a:gd name="T4" fmla="*/ 41 w 22"/>
                  <a:gd name="T5" fmla="*/ 59 h 33"/>
                  <a:gd name="T6" fmla="*/ 21 w 22"/>
                  <a:gd name="T7" fmla="*/ 37 h 33"/>
                  <a:gd name="T8" fmla="*/ 22 w 22"/>
                  <a:gd name="T9" fmla="*/ 1 h 33"/>
                  <a:gd name="T10" fmla="*/ 7 w 22"/>
                  <a:gd name="T11" fmla="*/ 7 h 33"/>
                  <a:gd name="T12" fmla="*/ 7 w 22"/>
                  <a:gd name="T13" fmla="*/ 1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3">
                    <a:moveTo>
                      <a:pt x="3" y="6"/>
                    </a:moveTo>
                    <a:cubicBezTo>
                      <a:pt x="7" y="15"/>
                      <a:pt x="3" y="25"/>
                      <a:pt x="0" y="33"/>
                    </a:cubicBezTo>
                    <a:cubicBezTo>
                      <a:pt x="4" y="27"/>
                      <a:pt x="14" y="20"/>
                      <a:pt x="22" y="25"/>
                    </a:cubicBezTo>
                    <a:cubicBezTo>
                      <a:pt x="16" y="23"/>
                      <a:pt x="13" y="22"/>
                      <a:pt x="11" y="16"/>
                    </a:cubicBezTo>
                    <a:cubicBezTo>
                      <a:pt x="8" y="10"/>
                      <a:pt x="12" y="7"/>
                      <a:pt x="12" y="1"/>
                    </a:cubicBezTo>
                    <a:cubicBezTo>
                      <a:pt x="10" y="0"/>
                      <a:pt x="6" y="1"/>
                      <a:pt x="4" y="3"/>
                    </a:cubicBezTo>
                    <a:cubicBezTo>
                      <a:pt x="3" y="3"/>
                      <a:pt x="3" y="2"/>
                      <a:pt x="4" y="1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9" name="Freeform 1806">
                <a:extLst>
                  <a:ext uri="{FF2B5EF4-FFF2-40B4-BE49-F238E27FC236}">
                    <a16:creationId xmlns:a16="http://schemas.microsoft.com/office/drawing/2014/main" id="{CF6B214E-C4E8-43EC-9F6B-BE55A4101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843"/>
                <a:ext cx="12" cy="22"/>
              </a:xfrm>
              <a:custGeom>
                <a:avLst/>
                <a:gdLst>
                  <a:gd name="T0" fmla="*/ 12 w 9"/>
                  <a:gd name="T1" fmla="*/ 0 h 17"/>
                  <a:gd name="T2" fmla="*/ 21 w 9"/>
                  <a:gd name="T3" fmla="*/ 32 h 17"/>
                  <a:gd name="T4" fmla="*/ 5 w 9"/>
                  <a:gd name="T5" fmla="*/ 36 h 17"/>
                  <a:gd name="T6" fmla="*/ 9 w 9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7">
                    <a:moveTo>
                      <a:pt x="5" y="0"/>
                    </a:moveTo>
                    <a:cubicBezTo>
                      <a:pt x="4" y="5"/>
                      <a:pt x="7" y="11"/>
                      <a:pt x="9" y="15"/>
                    </a:cubicBezTo>
                    <a:cubicBezTo>
                      <a:pt x="6" y="14"/>
                      <a:pt x="4" y="15"/>
                      <a:pt x="2" y="17"/>
                    </a:cubicBezTo>
                    <a:cubicBezTo>
                      <a:pt x="4" y="12"/>
                      <a:pt x="0" y="3"/>
                      <a:pt x="4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0" name="Freeform 1807">
                <a:extLst>
                  <a:ext uri="{FF2B5EF4-FFF2-40B4-BE49-F238E27FC236}">
                    <a16:creationId xmlns:a16="http://schemas.microsoft.com/office/drawing/2014/main" id="{2224C66B-2AB6-42E3-B826-70140F1E3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872"/>
                <a:ext cx="50" cy="33"/>
              </a:xfrm>
              <a:custGeom>
                <a:avLst/>
                <a:gdLst>
                  <a:gd name="T0" fmla="*/ 0 w 40"/>
                  <a:gd name="T1" fmla="*/ 49 h 25"/>
                  <a:gd name="T2" fmla="*/ 51 w 40"/>
                  <a:gd name="T3" fmla="*/ 1 h 25"/>
                  <a:gd name="T4" fmla="*/ 76 w 40"/>
                  <a:gd name="T5" fmla="*/ 32 h 25"/>
                  <a:gd name="T6" fmla="*/ 48 w 40"/>
                  <a:gd name="T7" fmla="*/ 58 h 25"/>
                  <a:gd name="T8" fmla="*/ 24 w 40"/>
                  <a:gd name="T9" fmla="*/ 22 h 25"/>
                  <a:gd name="T10" fmla="*/ 23 w 40"/>
                  <a:gd name="T11" fmla="*/ 34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5">
                    <a:moveTo>
                      <a:pt x="0" y="21"/>
                    </a:moveTo>
                    <a:cubicBezTo>
                      <a:pt x="5" y="9"/>
                      <a:pt x="12" y="0"/>
                      <a:pt x="26" y="1"/>
                    </a:cubicBezTo>
                    <a:cubicBezTo>
                      <a:pt x="36" y="1"/>
                      <a:pt x="40" y="4"/>
                      <a:pt x="39" y="14"/>
                    </a:cubicBezTo>
                    <a:cubicBezTo>
                      <a:pt x="28" y="7"/>
                      <a:pt x="17" y="11"/>
                      <a:pt x="24" y="25"/>
                    </a:cubicBezTo>
                    <a:cubicBezTo>
                      <a:pt x="22" y="19"/>
                      <a:pt x="19" y="12"/>
                      <a:pt x="12" y="10"/>
                    </a:cubicBezTo>
                    <a:cubicBezTo>
                      <a:pt x="10" y="12"/>
                      <a:pt x="11" y="13"/>
                      <a:pt x="11" y="15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1" name="Freeform 1808">
                <a:extLst>
                  <a:ext uri="{FF2B5EF4-FFF2-40B4-BE49-F238E27FC236}">
                    <a16:creationId xmlns:a16="http://schemas.microsoft.com/office/drawing/2014/main" id="{B8ECC664-3C1E-429B-AAD3-4E19844CF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576"/>
                <a:ext cx="40" cy="84"/>
              </a:xfrm>
              <a:custGeom>
                <a:avLst/>
                <a:gdLst>
                  <a:gd name="T0" fmla="*/ 38 w 32"/>
                  <a:gd name="T1" fmla="*/ 0 h 63"/>
                  <a:gd name="T2" fmla="*/ 1 w 32"/>
                  <a:gd name="T3" fmla="*/ 28 h 63"/>
                  <a:gd name="T4" fmla="*/ 10 w 32"/>
                  <a:gd name="T5" fmla="*/ 69 h 63"/>
                  <a:gd name="T6" fmla="*/ 24 w 32"/>
                  <a:gd name="T7" fmla="*/ 121 h 63"/>
                  <a:gd name="T8" fmla="*/ 63 w 32"/>
                  <a:gd name="T9" fmla="*/ 105 h 63"/>
                  <a:gd name="T10" fmla="*/ 44 w 32"/>
                  <a:gd name="T11" fmla="*/ 1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63">
                    <a:moveTo>
                      <a:pt x="19" y="0"/>
                    </a:moveTo>
                    <a:cubicBezTo>
                      <a:pt x="12" y="5"/>
                      <a:pt x="3" y="1"/>
                      <a:pt x="1" y="12"/>
                    </a:cubicBezTo>
                    <a:cubicBezTo>
                      <a:pt x="0" y="17"/>
                      <a:pt x="3" y="24"/>
                      <a:pt x="5" y="29"/>
                    </a:cubicBezTo>
                    <a:cubicBezTo>
                      <a:pt x="7" y="36"/>
                      <a:pt x="9" y="44"/>
                      <a:pt x="12" y="51"/>
                    </a:cubicBezTo>
                    <a:cubicBezTo>
                      <a:pt x="18" y="63"/>
                      <a:pt x="31" y="57"/>
                      <a:pt x="32" y="44"/>
                    </a:cubicBezTo>
                    <a:cubicBezTo>
                      <a:pt x="32" y="31"/>
                      <a:pt x="20" y="20"/>
                      <a:pt x="22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2" name="Freeform 1809">
                <a:extLst>
                  <a:ext uri="{FF2B5EF4-FFF2-40B4-BE49-F238E27FC236}">
                    <a16:creationId xmlns:a16="http://schemas.microsoft.com/office/drawing/2014/main" id="{B831C12B-4FB2-4E9B-81C7-AC41C1433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563"/>
                <a:ext cx="43" cy="89"/>
              </a:xfrm>
              <a:custGeom>
                <a:avLst/>
                <a:gdLst>
                  <a:gd name="T0" fmla="*/ 29 w 34"/>
                  <a:gd name="T1" fmla="*/ 15 h 67"/>
                  <a:gd name="T2" fmla="*/ 1 w 34"/>
                  <a:gd name="T3" fmla="*/ 33 h 67"/>
                  <a:gd name="T4" fmla="*/ 5 w 34"/>
                  <a:gd name="T5" fmla="*/ 80 h 67"/>
                  <a:gd name="T6" fmla="*/ 13 w 34"/>
                  <a:gd name="T7" fmla="*/ 134 h 67"/>
                  <a:gd name="T8" fmla="*/ 61 w 34"/>
                  <a:gd name="T9" fmla="*/ 113 h 67"/>
                  <a:gd name="T10" fmla="*/ 37 w 34"/>
                  <a:gd name="T11" fmla="*/ 9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14" y="6"/>
                    </a:moveTo>
                    <a:cubicBezTo>
                      <a:pt x="7" y="0"/>
                      <a:pt x="2" y="9"/>
                      <a:pt x="1" y="14"/>
                    </a:cubicBezTo>
                    <a:cubicBezTo>
                      <a:pt x="0" y="21"/>
                      <a:pt x="2" y="28"/>
                      <a:pt x="2" y="34"/>
                    </a:cubicBezTo>
                    <a:cubicBezTo>
                      <a:pt x="3" y="40"/>
                      <a:pt x="2" y="51"/>
                      <a:pt x="6" y="57"/>
                    </a:cubicBezTo>
                    <a:cubicBezTo>
                      <a:pt x="15" y="67"/>
                      <a:pt x="28" y="59"/>
                      <a:pt x="30" y="48"/>
                    </a:cubicBezTo>
                    <a:cubicBezTo>
                      <a:pt x="34" y="34"/>
                      <a:pt x="30" y="14"/>
                      <a:pt x="18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3" name="Freeform 1810">
                <a:extLst>
                  <a:ext uri="{FF2B5EF4-FFF2-40B4-BE49-F238E27FC236}">
                    <a16:creationId xmlns:a16="http://schemas.microsoft.com/office/drawing/2014/main" id="{73D4DB1B-07FE-4666-B8AA-9E6EE4E63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603"/>
                <a:ext cx="34" cy="81"/>
              </a:xfrm>
              <a:custGeom>
                <a:avLst/>
                <a:gdLst>
                  <a:gd name="T0" fmla="*/ 30 w 27"/>
                  <a:gd name="T1" fmla="*/ 0 h 61"/>
                  <a:gd name="T2" fmla="*/ 5 w 27"/>
                  <a:gd name="T3" fmla="*/ 28 h 61"/>
                  <a:gd name="T4" fmla="*/ 18 w 27"/>
                  <a:gd name="T5" fmla="*/ 113 h 61"/>
                  <a:gd name="T6" fmla="*/ 48 w 27"/>
                  <a:gd name="T7" fmla="*/ 113 h 61"/>
                  <a:gd name="T8" fmla="*/ 30 w 27"/>
                  <a:gd name="T9" fmla="*/ 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1">
                    <a:moveTo>
                      <a:pt x="15" y="0"/>
                    </a:moveTo>
                    <a:cubicBezTo>
                      <a:pt x="10" y="3"/>
                      <a:pt x="4" y="5"/>
                      <a:pt x="2" y="12"/>
                    </a:cubicBezTo>
                    <a:cubicBezTo>
                      <a:pt x="0" y="24"/>
                      <a:pt x="7" y="37"/>
                      <a:pt x="9" y="48"/>
                    </a:cubicBezTo>
                    <a:cubicBezTo>
                      <a:pt x="12" y="60"/>
                      <a:pt x="21" y="61"/>
                      <a:pt x="24" y="48"/>
                    </a:cubicBezTo>
                    <a:cubicBezTo>
                      <a:pt x="27" y="35"/>
                      <a:pt x="22" y="14"/>
                      <a:pt x="15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4" name="Freeform 1811">
                <a:extLst>
                  <a:ext uri="{FF2B5EF4-FFF2-40B4-BE49-F238E27FC236}">
                    <a16:creationId xmlns:a16="http://schemas.microsoft.com/office/drawing/2014/main" id="{13290CBD-AE92-459F-BDD9-78CF80EA8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03"/>
                <a:ext cx="30" cy="69"/>
              </a:xfrm>
              <a:custGeom>
                <a:avLst/>
                <a:gdLst>
                  <a:gd name="T0" fmla="*/ 30 w 24"/>
                  <a:gd name="T1" fmla="*/ 0 h 52"/>
                  <a:gd name="T2" fmla="*/ 6 w 24"/>
                  <a:gd name="T3" fmla="*/ 9 h 52"/>
                  <a:gd name="T4" fmla="*/ 5 w 24"/>
                  <a:gd name="T5" fmla="*/ 48 h 52"/>
                  <a:gd name="T6" fmla="*/ 30 w 24"/>
                  <a:gd name="T7" fmla="*/ 122 h 52"/>
                  <a:gd name="T8" fmla="*/ 48 w 24"/>
                  <a:gd name="T9" fmla="*/ 65 h 52"/>
                  <a:gd name="T10" fmla="*/ 30 w 24"/>
                  <a:gd name="T11" fmla="*/ 9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2">
                    <a:moveTo>
                      <a:pt x="15" y="0"/>
                    </a:moveTo>
                    <a:cubicBezTo>
                      <a:pt x="11" y="1"/>
                      <a:pt x="6" y="0"/>
                      <a:pt x="3" y="4"/>
                    </a:cubicBezTo>
                    <a:cubicBezTo>
                      <a:pt x="0" y="8"/>
                      <a:pt x="3" y="15"/>
                      <a:pt x="2" y="20"/>
                    </a:cubicBezTo>
                    <a:cubicBezTo>
                      <a:pt x="2" y="33"/>
                      <a:pt x="3" y="43"/>
                      <a:pt x="15" y="52"/>
                    </a:cubicBezTo>
                    <a:cubicBezTo>
                      <a:pt x="22" y="49"/>
                      <a:pt x="24" y="35"/>
                      <a:pt x="24" y="28"/>
                    </a:cubicBezTo>
                    <a:cubicBezTo>
                      <a:pt x="23" y="18"/>
                      <a:pt x="17" y="12"/>
                      <a:pt x="15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5" name="Freeform 1812">
                <a:extLst>
                  <a:ext uri="{FF2B5EF4-FFF2-40B4-BE49-F238E27FC236}">
                    <a16:creationId xmlns:a16="http://schemas.microsoft.com/office/drawing/2014/main" id="{5DCACEB4-3D86-4EF5-A7B3-47D77F6C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797"/>
                <a:ext cx="28" cy="54"/>
              </a:xfrm>
              <a:custGeom>
                <a:avLst/>
                <a:gdLst>
                  <a:gd name="T0" fmla="*/ 22 w 22"/>
                  <a:gd name="T1" fmla="*/ 0 h 40"/>
                  <a:gd name="T2" fmla="*/ 0 w 22"/>
                  <a:gd name="T3" fmla="*/ 32 h 40"/>
                  <a:gd name="T4" fmla="*/ 14 w 22"/>
                  <a:gd name="T5" fmla="*/ 89 h 40"/>
                  <a:gd name="T6" fmla="*/ 39 w 22"/>
                  <a:gd name="T7" fmla="*/ 82 h 40"/>
                  <a:gd name="T8" fmla="*/ 24 w 22"/>
                  <a:gd name="T9" fmla="*/ 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0">
                    <a:moveTo>
                      <a:pt x="10" y="0"/>
                    </a:moveTo>
                    <a:cubicBezTo>
                      <a:pt x="5" y="4"/>
                      <a:pt x="0" y="5"/>
                      <a:pt x="0" y="13"/>
                    </a:cubicBezTo>
                    <a:cubicBezTo>
                      <a:pt x="0" y="18"/>
                      <a:pt x="3" y="33"/>
                      <a:pt x="7" y="36"/>
                    </a:cubicBezTo>
                    <a:cubicBezTo>
                      <a:pt x="12" y="40"/>
                      <a:pt x="18" y="38"/>
                      <a:pt x="19" y="33"/>
                    </a:cubicBezTo>
                    <a:cubicBezTo>
                      <a:pt x="22" y="26"/>
                      <a:pt x="16" y="9"/>
                      <a:pt x="12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6" name="Freeform 1813">
                <a:extLst>
                  <a:ext uri="{FF2B5EF4-FFF2-40B4-BE49-F238E27FC236}">
                    <a16:creationId xmlns:a16="http://schemas.microsoft.com/office/drawing/2014/main" id="{BD66053B-CD63-4BB6-9A75-FC0498555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827"/>
                <a:ext cx="49" cy="66"/>
              </a:xfrm>
              <a:custGeom>
                <a:avLst/>
                <a:gdLst>
                  <a:gd name="T0" fmla="*/ 49 w 39"/>
                  <a:gd name="T1" fmla="*/ 7 h 50"/>
                  <a:gd name="T2" fmla="*/ 10 w 39"/>
                  <a:gd name="T3" fmla="*/ 9 h 50"/>
                  <a:gd name="T4" fmla="*/ 10 w 39"/>
                  <a:gd name="T5" fmla="*/ 77 h 50"/>
                  <a:gd name="T6" fmla="*/ 62 w 39"/>
                  <a:gd name="T7" fmla="*/ 92 h 50"/>
                  <a:gd name="T8" fmla="*/ 65 w 39"/>
                  <a:gd name="T9" fmla="*/ 1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50">
                    <a:moveTo>
                      <a:pt x="25" y="3"/>
                    </a:moveTo>
                    <a:cubicBezTo>
                      <a:pt x="21" y="1"/>
                      <a:pt x="8" y="0"/>
                      <a:pt x="5" y="4"/>
                    </a:cubicBezTo>
                    <a:cubicBezTo>
                      <a:pt x="0" y="9"/>
                      <a:pt x="2" y="28"/>
                      <a:pt x="5" y="33"/>
                    </a:cubicBezTo>
                    <a:cubicBezTo>
                      <a:pt x="10" y="42"/>
                      <a:pt x="23" y="50"/>
                      <a:pt x="31" y="40"/>
                    </a:cubicBezTo>
                    <a:cubicBezTo>
                      <a:pt x="39" y="30"/>
                      <a:pt x="32" y="17"/>
                      <a:pt x="33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7" name="Freeform 1814">
                <a:extLst>
                  <a:ext uri="{FF2B5EF4-FFF2-40B4-BE49-F238E27FC236}">
                    <a16:creationId xmlns:a16="http://schemas.microsoft.com/office/drawing/2014/main" id="{6ED188AD-74EC-4C3F-A8DF-C4C4FE107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903"/>
                <a:ext cx="42" cy="69"/>
              </a:xfrm>
              <a:custGeom>
                <a:avLst/>
                <a:gdLst>
                  <a:gd name="T0" fmla="*/ 55 w 33"/>
                  <a:gd name="T1" fmla="*/ 5 h 52"/>
                  <a:gd name="T2" fmla="*/ 28 w 33"/>
                  <a:gd name="T3" fmla="*/ 16 h 52"/>
                  <a:gd name="T4" fmla="*/ 5 w 33"/>
                  <a:gd name="T5" fmla="*/ 33 h 52"/>
                  <a:gd name="T6" fmla="*/ 10 w 33"/>
                  <a:gd name="T7" fmla="*/ 72 h 52"/>
                  <a:gd name="T8" fmla="*/ 24 w 33"/>
                  <a:gd name="T9" fmla="*/ 114 h 52"/>
                  <a:gd name="T10" fmla="*/ 64 w 33"/>
                  <a:gd name="T11" fmla="*/ 88 h 52"/>
                  <a:gd name="T12" fmla="*/ 67 w 33"/>
                  <a:gd name="T13" fmla="*/ 42 h 52"/>
                  <a:gd name="T14" fmla="*/ 67 w 33"/>
                  <a:gd name="T15" fmla="*/ 2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52">
                    <a:moveTo>
                      <a:pt x="27" y="2"/>
                    </a:moveTo>
                    <a:cubicBezTo>
                      <a:pt x="21" y="0"/>
                      <a:pt x="17" y="4"/>
                      <a:pt x="13" y="7"/>
                    </a:cubicBezTo>
                    <a:cubicBezTo>
                      <a:pt x="10" y="9"/>
                      <a:pt x="4" y="11"/>
                      <a:pt x="2" y="14"/>
                    </a:cubicBezTo>
                    <a:cubicBezTo>
                      <a:pt x="0" y="18"/>
                      <a:pt x="4" y="27"/>
                      <a:pt x="5" y="31"/>
                    </a:cubicBezTo>
                    <a:cubicBezTo>
                      <a:pt x="7" y="36"/>
                      <a:pt x="6" y="47"/>
                      <a:pt x="12" y="49"/>
                    </a:cubicBezTo>
                    <a:cubicBezTo>
                      <a:pt x="18" y="52"/>
                      <a:pt x="29" y="44"/>
                      <a:pt x="31" y="38"/>
                    </a:cubicBezTo>
                    <a:cubicBezTo>
                      <a:pt x="33" y="33"/>
                      <a:pt x="33" y="24"/>
                      <a:pt x="33" y="18"/>
                    </a:cubicBezTo>
                    <a:cubicBezTo>
                      <a:pt x="33" y="15"/>
                      <a:pt x="32" y="11"/>
                      <a:pt x="33" y="8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8" name="Freeform 1815">
                <a:extLst>
                  <a:ext uri="{FF2B5EF4-FFF2-40B4-BE49-F238E27FC236}">
                    <a16:creationId xmlns:a16="http://schemas.microsoft.com/office/drawing/2014/main" id="{7CE41810-6007-4850-AC43-50ECCE6A1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944"/>
                <a:ext cx="34" cy="63"/>
              </a:xfrm>
              <a:custGeom>
                <a:avLst/>
                <a:gdLst>
                  <a:gd name="T0" fmla="*/ 37 w 27"/>
                  <a:gd name="T1" fmla="*/ 16 h 47"/>
                  <a:gd name="T2" fmla="*/ 25 w 27"/>
                  <a:gd name="T3" fmla="*/ 99 h 47"/>
                  <a:gd name="T4" fmla="*/ 37 w 27"/>
                  <a:gd name="T5" fmla="*/ 111 h 47"/>
                  <a:gd name="T6" fmla="*/ 53 w 27"/>
                  <a:gd name="T7" fmla="*/ 86 h 47"/>
                  <a:gd name="T8" fmla="*/ 38 w 27"/>
                  <a:gd name="T9" fmla="*/ 2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7">
                    <a:moveTo>
                      <a:pt x="18" y="7"/>
                    </a:moveTo>
                    <a:cubicBezTo>
                      <a:pt x="0" y="0"/>
                      <a:pt x="10" y="35"/>
                      <a:pt x="13" y="41"/>
                    </a:cubicBezTo>
                    <a:cubicBezTo>
                      <a:pt x="15" y="44"/>
                      <a:pt x="14" y="46"/>
                      <a:pt x="18" y="46"/>
                    </a:cubicBezTo>
                    <a:cubicBezTo>
                      <a:pt x="23" y="47"/>
                      <a:pt x="25" y="40"/>
                      <a:pt x="26" y="36"/>
                    </a:cubicBezTo>
                    <a:cubicBezTo>
                      <a:pt x="27" y="26"/>
                      <a:pt x="19" y="19"/>
                      <a:pt x="19" y="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9" name="Freeform 1816">
                <a:extLst>
                  <a:ext uri="{FF2B5EF4-FFF2-40B4-BE49-F238E27FC236}">
                    <a16:creationId xmlns:a16="http://schemas.microsoft.com/office/drawing/2014/main" id="{F84840E0-39F4-4539-B20B-FE5082F3F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992"/>
                <a:ext cx="44" cy="53"/>
              </a:xfrm>
              <a:custGeom>
                <a:avLst/>
                <a:gdLst>
                  <a:gd name="T0" fmla="*/ 38 w 35"/>
                  <a:gd name="T1" fmla="*/ 0 h 40"/>
                  <a:gd name="T2" fmla="*/ 0 w 35"/>
                  <a:gd name="T3" fmla="*/ 33 h 40"/>
                  <a:gd name="T4" fmla="*/ 23 w 35"/>
                  <a:gd name="T5" fmla="*/ 93 h 40"/>
                  <a:gd name="T6" fmla="*/ 49 w 35"/>
                  <a:gd name="T7" fmla="*/ 81 h 40"/>
                  <a:gd name="T8" fmla="*/ 62 w 35"/>
                  <a:gd name="T9" fmla="*/ 81 h 40"/>
                  <a:gd name="T10" fmla="*/ 49 w 35"/>
                  <a:gd name="T11" fmla="*/ 16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0">
                    <a:moveTo>
                      <a:pt x="19" y="0"/>
                    </a:moveTo>
                    <a:cubicBezTo>
                      <a:pt x="10" y="2"/>
                      <a:pt x="1" y="3"/>
                      <a:pt x="0" y="14"/>
                    </a:cubicBezTo>
                    <a:cubicBezTo>
                      <a:pt x="0" y="20"/>
                      <a:pt x="5" y="38"/>
                      <a:pt x="11" y="40"/>
                    </a:cubicBezTo>
                    <a:cubicBezTo>
                      <a:pt x="13" y="40"/>
                      <a:pt x="21" y="36"/>
                      <a:pt x="25" y="35"/>
                    </a:cubicBezTo>
                    <a:cubicBezTo>
                      <a:pt x="26" y="35"/>
                      <a:pt x="30" y="36"/>
                      <a:pt x="31" y="35"/>
                    </a:cubicBezTo>
                    <a:cubicBezTo>
                      <a:pt x="35" y="31"/>
                      <a:pt x="26" y="12"/>
                      <a:pt x="25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0" name="Freeform 1817">
                <a:extLst>
                  <a:ext uri="{FF2B5EF4-FFF2-40B4-BE49-F238E27FC236}">
                    <a16:creationId xmlns:a16="http://schemas.microsoft.com/office/drawing/2014/main" id="{6C37CB0A-A362-43F4-A2B9-7EE743445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028"/>
                <a:ext cx="30" cy="59"/>
              </a:xfrm>
              <a:custGeom>
                <a:avLst/>
                <a:gdLst>
                  <a:gd name="T0" fmla="*/ 0 w 24"/>
                  <a:gd name="T1" fmla="*/ 9 h 44"/>
                  <a:gd name="T2" fmla="*/ 36 w 24"/>
                  <a:gd name="T3" fmla="*/ 12 h 44"/>
                  <a:gd name="T4" fmla="*/ 44 w 24"/>
                  <a:gd name="T5" fmla="*/ 83 h 44"/>
                  <a:gd name="T6" fmla="*/ 18 w 24"/>
                  <a:gd name="T7" fmla="*/ 72 h 44"/>
                  <a:gd name="T8" fmla="*/ 1 w 24"/>
                  <a:gd name="T9" fmla="*/ 48 h 44"/>
                  <a:gd name="T10" fmla="*/ 0 w 24"/>
                  <a:gd name="T11" fmla="*/ 21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4">
                    <a:moveTo>
                      <a:pt x="0" y="4"/>
                    </a:moveTo>
                    <a:cubicBezTo>
                      <a:pt x="6" y="3"/>
                      <a:pt x="15" y="0"/>
                      <a:pt x="18" y="5"/>
                    </a:cubicBezTo>
                    <a:cubicBezTo>
                      <a:pt x="22" y="11"/>
                      <a:pt x="24" y="28"/>
                      <a:pt x="22" y="34"/>
                    </a:cubicBezTo>
                    <a:cubicBezTo>
                      <a:pt x="20" y="44"/>
                      <a:pt x="14" y="35"/>
                      <a:pt x="9" y="30"/>
                    </a:cubicBezTo>
                    <a:cubicBezTo>
                      <a:pt x="6" y="27"/>
                      <a:pt x="3" y="25"/>
                      <a:pt x="1" y="20"/>
                    </a:cubicBezTo>
                    <a:cubicBezTo>
                      <a:pt x="0" y="17"/>
                      <a:pt x="2" y="13"/>
                      <a:pt x="0" y="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1" name="Freeform 1818">
                <a:extLst>
                  <a:ext uri="{FF2B5EF4-FFF2-40B4-BE49-F238E27FC236}">
                    <a16:creationId xmlns:a16="http://schemas.microsoft.com/office/drawing/2014/main" id="{2D4376D9-E5F5-4E93-A308-8E1BDBA5D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3060"/>
                <a:ext cx="57" cy="72"/>
              </a:xfrm>
              <a:custGeom>
                <a:avLst/>
                <a:gdLst>
                  <a:gd name="T0" fmla="*/ 43 w 45"/>
                  <a:gd name="T1" fmla="*/ 20 h 54"/>
                  <a:gd name="T2" fmla="*/ 47 w 45"/>
                  <a:gd name="T3" fmla="*/ 107 h 54"/>
                  <a:gd name="T4" fmla="*/ 84 w 45"/>
                  <a:gd name="T5" fmla="*/ 76 h 54"/>
                  <a:gd name="T6" fmla="*/ 90 w 45"/>
                  <a:gd name="T7" fmla="*/ 48 h 54"/>
                  <a:gd name="T8" fmla="*/ 56 w 45"/>
                  <a:gd name="T9" fmla="*/ 2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54">
                    <a:moveTo>
                      <a:pt x="21" y="8"/>
                    </a:moveTo>
                    <a:cubicBezTo>
                      <a:pt x="0" y="0"/>
                      <a:pt x="16" y="39"/>
                      <a:pt x="23" y="45"/>
                    </a:cubicBezTo>
                    <a:cubicBezTo>
                      <a:pt x="34" y="54"/>
                      <a:pt x="38" y="39"/>
                      <a:pt x="41" y="32"/>
                    </a:cubicBezTo>
                    <a:cubicBezTo>
                      <a:pt x="43" y="28"/>
                      <a:pt x="45" y="25"/>
                      <a:pt x="44" y="20"/>
                    </a:cubicBezTo>
                    <a:cubicBezTo>
                      <a:pt x="42" y="14"/>
                      <a:pt x="34" y="7"/>
                      <a:pt x="28" y="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2" name="Freeform 1819">
                <a:extLst>
                  <a:ext uri="{FF2B5EF4-FFF2-40B4-BE49-F238E27FC236}">
                    <a16:creationId xmlns:a16="http://schemas.microsoft.com/office/drawing/2014/main" id="{ED4CE861-DAB6-4EAB-9920-2AF787A50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117"/>
                <a:ext cx="45" cy="50"/>
              </a:xfrm>
              <a:custGeom>
                <a:avLst/>
                <a:gdLst>
                  <a:gd name="T0" fmla="*/ 38 w 36"/>
                  <a:gd name="T1" fmla="*/ 5 h 37"/>
                  <a:gd name="T2" fmla="*/ 6 w 36"/>
                  <a:gd name="T3" fmla="*/ 7 h 37"/>
                  <a:gd name="T4" fmla="*/ 10 w 36"/>
                  <a:gd name="T5" fmla="*/ 66 h 37"/>
                  <a:gd name="T6" fmla="*/ 51 w 36"/>
                  <a:gd name="T7" fmla="*/ 86 h 37"/>
                  <a:gd name="T8" fmla="*/ 49 w 36"/>
                  <a:gd name="T9" fmla="*/ 1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7">
                    <a:moveTo>
                      <a:pt x="19" y="2"/>
                    </a:moveTo>
                    <a:cubicBezTo>
                      <a:pt x="15" y="3"/>
                      <a:pt x="6" y="0"/>
                      <a:pt x="3" y="3"/>
                    </a:cubicBezTo>
                    <a:cubicBezTo>
                      <a:pt x="0" y="6"/>
                      <a:pt x="3" y="24"/>
                      <a:pt x="5" y="27"/>
                    </a:cubicBezTo>
                    <a:cubicBezTo>
                      <a:pt x="8" y="31"/>
                      <a:pt x="21" y="37"/>
                      <a:pt x="26" y="35"/>
                    </a:cubicBezTo>
                    <a:cubicBezTo>
                      <a:pt x="36" y="29"/>
                      <a:pt x="27" y="13"/>
                      <a:pt x="25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3" name="Freeform 1820">
                <a:extLst>
                  <a:ext uri="{FF2B5EF4-FFF2-40B4-BE49-F238E27FC236}">
                    <a16:creationId xmlns:a16="http://schemas.microsoft.com/office/drawing/2014/main" id="{5534FE3F-77EA-484C-8925-7DC6C0AD0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877"/>
                <a:ext cx="34" cy="70"/>
              </a:xfrm>
              <a:custGeom>
                <a:avLst/>
                <a:gdLst>
                  <a:gd name="T0" fmla="*/ 13 w 27"/>
                  <a:gd name="T1" fmla="*/ 47 h 52"/>
                  <a:gd name="T2" fmla="*/ 39 w 27"/>
                  <a:gd name="T3" fmla="*/ 9 h 52"/>
                  <a:gd name="T4" fmla="*/ 49 w 27"/>
                  <a:gd name="T5" fmla="*/ 43 h 52"/>
                  <a:gd name="T6" fmla="*/ 53 w 27"/>
                  <a:gd name="T7" fmla="*/ 93 h 52"/>
                  <a:gd name="T8" fmla="*/ 31 w 27"/>
                  <a:gd name="T9" fmla="*/ 120 h 52"/>
                  <a:gd name="T10" fmla="*/ 13 w 27"/>
                  <a:gd name="T11" fmla="*/ 35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2">
                    <a:moveTo>
                      <a:pt x="6" y="19"/>
                    </a:moveTo>
                    <a:cubicBezTo>
                      <a:pt x="7" y="14"/>
                      <a:pt x="12" y="0"/>
                      <a:pt x="20" y="4"/>
                    </a:cubicBezTo>
                    <a:cubicBezTo>
                      <a:pt x="22" y="5"/>
                      <a:pt x="25" y="15"/>
                      <a:pt x="25" y="18"/>
                    </a:cubicBezTo>
                    <a:cubicBezTo>
                      <a:pt x="27" y="24"/>
                      <a:pt x="27" y="32"/>
                      <a:pt x="26" y="38"/>
                    </a:cubicBezTo>
                    <a:cubicBezTo>
                      <a:pt x="25" y="47"/>
                      <a:pt x="25" y="52"/>
                      <a:pt x="16" y="49"/>
                    </a:cubicBezTo>
                    <a:cubicBezTo>
                      <a:pt x="0" y="44"/>
                      <a:pt x="13" y="25"/>
                      <a:pt x="6" y="1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4" name="Freeform 1821">
                <a:extLst>
                  <a:ext uri="{FF2B5EF4-FFF2-40B4-BE49-F238E27FC236}">
                    <a16:creationId xmlns:a16="http://schemas.microsoft.com/office/drawing/2014/main" id="{4DAE2890-E56E-43F7-A4FB-5B92C042B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976"/>
                <a:ext cx="38" cy="51"/>
              </a:xfrm>
              <a:custGeom>
                <a:avLst/>
                <a:gdLst>
                  <a:gd name="T0" fmla="*/ 23 w 30"/>
                  <a:gd name="T1" fmla="*/ 1 h 38"/>
                  <a:gd name="T2" fmla="*/ 8 w 30"/>
                  <a:gd name="T3" fmla="*/ 23 h 38"/>
                  <a:gd name="T4" fmla="*/ 29 w 30"/>
                  <a:gd name="T5" fmla="*/ 90 h 38"/>
                  <a:gd name="T6" fmla="*/ 54 w 30"/>
                  <a:gd name="T7" fmla="*/ 70 h 38"/>
                  <a:gd name="T8" fmla="*/ 23 w 30"/>
                  <a:gd name="T9" fmla="*/ 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8">
                    <a:moveTo>
                      <a:pt x="11" y="1"/>
                    </a:moveTo>
                    <a:cubicBezTo>
                      <a:pt x="3" y="0"/>
                      <a:pt x="0" y="2"/>
                      <a:pt x="4" y="10"/>
                    </a:cubicBezTo>
                    <a:cubicBezTo>
                      <a:pt x="7" y="16"/>
                      <a:pt x="7" y="36"/>
                      <a:pt x="14" y="37"/>
                    </a:cubicBezTo>
                    <a:cubicBezTo>
                      <a:pt x="19" y="38"/>
                      <a:pt x="25" y="33"/>
                      <a:pt x="27" y="29"/>
                    </a:cubicBezTo>
                    <a:cubicBezTo>
                      <a:pt x="30" y="20"/>
                      <a:pt x="19" y="7"/>
                      <a:pt x="11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5" name="Freeform 1822">
                <a:extLst>
                  <a:ext uri="{FF2B5EF4-FFF2-40B4-BE49-F238E27FC236}">
                    <a16:creationId xmlns:a16="http://schemas.microsoft.com/office/drawing/2014/main" id="{48702F45-4FAE-4BE2-93E9-591075F44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3052"/>
                <a:ext cx="41" cy="43"/>
              </a:xfrm>
              <a:custGeom>
                <a:avLst/>
                <a:gdLst>
                  <a:gd name="T0" fmla="*/ 30 w 33"/>
                  <a:gd name="T1" fmla="*/ 12 h 32"/>
                  <a:gd name="T2" fmla="*/ 31 w 33"/>
                  <a:gd name="T3" fmla="*/ 75 h 32"/>
                  <a:gd name="T4" fmla="*/ 56 w 33"/>
                  <a:gd name="T5" fmla="*/ 63 h 32"/>
                  <a:gd name="T6" fmla="*/ 30 w 33"/>
                  <a:gd name="T7" fmla="*/ 2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2">
                    <a:moveTo>
                      <a:pt x="15" y="5"/>
                    </a:moveTo>
                    <a:cubicBezTo>
                      <a:pt x="0" y="0"/>
                      <a:pt x="8" y="29"/>
                      <a:pt x="16" y="31"/>
                    </a:cubicBezTo>
                    <a:cubicBezTo>
                      <a:pt x="19" y="32"/>
                      <a:pt x="27" y="29"/>
                      <a:pt x="29" y="26"/>
                    </a:cubicBezTo>
                    <a:cubicBezTo>
                      <a:pt x="33" y="18"/>
                      <a:pt x="23" y="5"/>
                      <a:pt x="15" y="8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6" name="Freeform 1823">
                <a:extLst>
                  <a:ext uri="{FF2B5EF4-FFF2-40B4-BE49-F238E27FC236}">
                    <a16:creationId xmlns:a16="http://schemas.microsoft.com/office/drawing/2014/main" id="{33DFFBAB-8427-48F1-B65A-ABF9C021C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121"/>
                <a:ext cx="35" cy="52"/>
              </a:xfrm>
              <a:custGeom>
                <a:avLst/>
                <a:gdLst>
                  <a:gd name="T0" fmla="*/ 23 w 28"/>
                  <a:gd name="T1" fmla="*/ 5 h 39"/>
                  <a:gd name="T2" fmla="*/ 0 w 28"/>
                  <a:gd name="T3" fmla="*/ 16 h 39"/>
                  <a:gd name="T4" fmla="*/ 10 w 28"/>
                  <a:gd name="T5" fmla="*/ 57 h 39"/>
                  <a:gd name="T6" fmla="*/ 18 w 28"/>
                  <a:gd name="T7" fmla="*/ 84 h 39"/>
                  <a:gd name="T8" fmla="*/ 51 w 28"/>
                  <a:gd name="T9" fmla="*/ 69 h 39"/>
                  <a:gd name="T10" fmla="*/ 41 w 28"/>
                  <a:gd name="T11" fmla="*/ 20 h 39"/>
                  <a:gd name="T12" fmla="*/ 31 w 28"/>
                  <a:gd name="T13" fmla="*/ 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9">
                    <a:moveTo>
                      <a:pt x="11" y="2"/>
                    </a:moveTo>
                    <a:cubicBezTo>
                      <a:pt x="4" y="0"/>
                      <a:pt x="0" y="0"/>
                      <a:pt x="0" y="7"/>
                    </a:cubicBezTo>
                    <a:cubicBezTo>
                      <a:pt x="0" y="12"/>
                      <a:pt x="4" y="19"/>
                      <a:pt x="5" y="24"/>
                    </a:cubicBezTo>
                    <a:cubicBezTo>
                      <a:pt x="6" y="29"/>
                      <a:pt x="5" y="32"/>
                      <a:pt x="9" y="35"/>
                    </a:cubicBezTo>
                    <a:cubicBezTo>
                      <a:pt x="16" y="39"/>
                      <a:pt x="24" y="36"/>
                      <a:pt x="26" y="29"/>
                    </a:cubicBezTo>
                    <a:cubicBezTo>
                      <a:pt x="28" y="22"/>
                      <a:pt x="25" y="14"/>
                      <a:pt x="21" y="8"/>
                    </a:cubicBezTo>
                    <a:cubicBezTo>
                      <a:pt x="20" y="7"/>
                      <a:pt x="16" y="0"/>
                      <a:pt x="16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7" name="Freeform 1824">
                <a:extLst>
                  <a:ext uri="{FF2B5EF4-FFF2-40B4-BE49-F238E27FC236}">
                    <a16:creationId xmlns:a16="http://schemas.microsoft.com/office/drawing/2014/main" id="{FB75AF6D-15CE-4038-8FBA-7DDF98E62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151"/>
                <a:ext cx="34" cy="61"/>
              </a:xfrm>
              <a:custGeom>
                <a:avLst/>
                <a:gdLst>
                  <a:gd name="T0" fmla="*/ 25 w 27"/>
                  <a:gd name="T1" fmla="*/ 0 h 46"/>
                  <a:gd name="T2" fmla="*/ 6 w 27"/>
                  <a:gd name="T3" fmla="*/ 40 h 46"/>
                  <a:gd name="T4" fmla="*/ 20 w 27"/>
                  <a:gd name="T5" fmla="*/ 98 h 46"/>
                  <a:gd name="T6" fmla="*/ 54 w 27"/>
                  <a:gd name="T7" fmla="*/ 64 h 46"/>
                  <a:gd name="T8" fmla="*/ 29 w 27"/>
                  <a:gd name="T9" fmla="*/ 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6">
                    <a:moveTo>
                      <a:pt x="13" y="0"/>
                    </a:moveTo>
                    <a:cubicBezTo>
                      <a:pt x="0" y="0"/>
                      <a:pt x="3" y="7"/>
                      <a:pt x="3" y="17"/>
                    </a:cubicBezTo>
                    <a:cubicBezTo>
                      <a:pt x="4" y="24"/>
                      <a:pt x="1" y="38"/>
                      <a:pt x="10" y="42"/>
                    </a:cubicBezTo>
                    <a:cubicBezTo>
                      <a:pt x="19" y="46"/>
                      <a:pt x="27" y="35"/>
                      <a:pt x="27" y="27"/>
                    </a:cubicBezTo>
                    <a:cubicBezTo>
                      <a:pt x="27" y="18"/>
                      <a:pt x="21" y="7"/>
                      <a:pt x="14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8" name="Freeform 1825">
                <a:extLst>
                  <a:ext uri="{FF2B5EF4-FFF2-40B4-BE49-F238E27FC236}">
                    <a16:creationId xmlns:a16="http://schemas.microsoft.com/office/drawing/2014/main" id="{EAEAF544-0F07-4AAB-B1F0-C5A440DFC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3228"/>
                <a:ext cx="38" cy="84"/>
              </a:xfrm>
              <a:custGeom>
                <a:avLst/>
                <a:gdLst>
                  <a:gd name="T0" fmla="*/ 25 w 31"/>
                  <a:gd name="T1" fmla="*/ 0 h 63"/>
                  <a:gd name="T2" fmla="*/ 1 w 31"/>
                  <a:gd name="T3" fmla="*/ 41 h 63"/>
                  <a:gd name="T4" fmla="*/ 9 w 31"/>
                  <a:gd name="T5" fmla="*/ 95 h 63"/>
                  <a:gd name="T6" fmla="*/ 16 w 31"/>
                  <a:gd name="T7" fmla="*/ 140 h 63"/>
                  <a:gd name="T8" fmla="*/ 40 w 31"/>
                  <a:gd name="T9" fmla="*/ 144 h 63"/>
                  <a:gd name="T10" fmla="*/ 51 w 31"/>
                  <a:gd name="T11" fmla="*/ 105 h 63"/>
                  <a:gd name="T12" fmla="*/ 32 w 31"/>
                  <a:gd name="T13" fmla="*/ 7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3">
                    <a:moveTo>
                      <a:pt x="13" y="0"/>
                    </a:moveTo>
                    <a:cubicBezTo>
                      <a:pt x="2" y="5"/>
                      <a:pt x="0" y="3"/>
                      <a:pt x="1" y="17"/>
                    </a:cubicBezTo>
                    <a:cubicBezTo>
                      <a:pt x="2" y="25"/>
                      <a:pt x="3" y="32"/>
                      <a:pt x="5" y="40"/>
                    </a:cubicBezTo>
                    <a:cubicBezTo>
                      <a:pt x="7" y="45"/>
                      <a:pt x="6" y="54"/>
                      <a:pt x="9" y="59"/>
                    </a:cubicBezTo>
                    <a:cubicBezTo>
                      <a:pt x="12" y="62"/>
                      <a:pt x="18" y="63"/>
                      <a:pt x="22" y="61"/>
                    </a:cubicBezTo>
                    <a:cubicBezTo>
                      <a:pt x="28" y="58"/>
                      <a:pt x="27" y="50"/>
                      <a:pt x="28" y="44"/>
                    </a:cubicBezTo>
                    <a:cubicBezTo>
                      <a:pt x="28" y="34"/>
                      <a:pt x="31" y="7"/>
                      <a:pt x="17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9" name="Freeform 1826">
                <a:extLst>
                  <a:ext uri="{FF2B5EF4-FFF2-40B4-BE49-F238E27FC236}">
                    <a16:creationId xmlns:a16="http://schemas.microsoft.com/office/drawing/2014/main" id="{6AF8A217-A2E8-4B90-9DDB-81E2B5A37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3267"/>
                <a:ext cx="40" cy="64"/>
              </a:xfrm>
              <a:custGeom>
                <a:avLst/>
                <a:gdLst>
                  <a:gd name="T0" fmla="*/ 33 w 32"/>
                  <a:gd name="T1" fmla="*/ 5 h 48"/>
                  <a:gd name="T2" fmla="*/ 1 w 32"/>
                  <a:gd name="T3" fmla="*/ 27 h 48"/>
                  <a:gd name="T4" fmla="*/ 18 w 32"/>
                  <a:gd name="T5" fmla="*/ 79 h 48"/>
                  <a:gd name="T6" fmla="*/ 33 w 32"/>
                  <a:gd name="T7" fmla="*/ 108 h 48"/>
                  <a:gd name="T8" fmla="*/ 63 w 32"/>
                  <a:gd name="T9" fmla="*/ 91 h 48"/>
                  <a:gd name="T10" fmla="*/ 38 w 32"/>
                  <a:gd name="T11" fmla="*/ 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48">
                    <a:moveTo>
                      <a:pt x="17" y="2"/>
                    </a:moveTo>
                    <a:cubicBezTo>
                      <a:pt x="9" y="2"/>
                      <a:pt x="0" y="0"/>
                      <a:pt x="1" y="11"/>
                    </a:cubicBezTo>
                    <a:cubicBezTo>
                      <a:pt x="1" y="19"/>
                      <a:pt x="6" y="26"/>
                      <a:pt x="9" y="33"/>
                    </a:cubicBezTo>
                    <a:cubicBezTo>
                      <a:pt x="11" y="40"/>
                      <a:pt x="10" y="44"/>
                      <a:pt x="17" y="46"/>
                    </a:cubicBezTo>
                    <a:cubicBezTo>
                      <a:pt x="25" y="48"/>
                      <a:pt x="32" y="46"/>
                      <a:pt x="32" y="38"/>
                    </a:cubicBezTo>
                    <a:cubicBezTo>
                      <a:pt x="32" y="23"/>
                      <a:pt x="30" y="11"/>
                      <a:pt x="19" y="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0" name="Freeform 1827">
                <a:extLst>
                  <a:ext uri="{FF2B5EF4-FFF2-40B4-BE49-F238E27FC236}">
                    <a16:creationId xmlns:a16="http://schemas.microsoft.com/office/drawing/2014/main" id="{E08F9B2E-232F-48C4-B988-C1C52AA64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193"/>
                <a:ext cx="44" cy="43"/>
              </a:xfrm>
              <a:custGeom>
                <a:avLst/>
                <a:gdLst>
                  <a:gd name="T0" fmla="*/ 45 w 35"/>
                  <a:gd name="T1" fmla="*/ 0 h 32"/>
                  <a:gd name="T2" fmla="*/ 8 w 35"/>
                  <a:gd name="T3" fmla="*/ 15 h 32"/>
                  <a:gd name="T4" fmla="*/ 30 w 35"/>
                  <a:gd name="T5" fmla="*/ 75 h 32"/>
                  <a:gd name="T6" fmla="*/ 62 w 35"/>
                  <a:gd name="T7" fmla="*/ 75 h 32"/>
                  <a:gd name="T8" fmla="*/ 48 w 35"/>
                  <a:gd name="T9" fmla="*/ 1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2">
                    <a:moveTo>
                      <a:pt x="23" y="0"/>
                    </a:moveTo>
                    <a:cubicBezTo>
                      <a:pt x="19" y="1"/>
                      <a:pt x="6" y="2"/>
                      <a:pt x="4" y="6"/>
                    </a:cubicBezTo>
                    <a:cubicBezTo>
                      <a:pt x="0" y="12"/>
                      <a:pt x="8" y="29"/>
                      <a:pt x="15" y="31"/>
                    </a:cubicBezTo>
                    <a:cubicBezTo>
                      <a:pt x="16" y="31"/>
                      <a:pt x="30" y="32"/>
                      <a:pt x="31" y="31"/>
                    </a:cubicBezTo>
                    <a:cubicBezTo>
                      <a:pt x="35" y="27"/>
                      <a:pt x="27" y="10"/>
                      <a:pt x="24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1" name="Freeform 1828">
                <a:extLst>
                  <a:ext uri="{FF2B5EF4-FFF2-40B4-BE49-F238E27FC236}">
                    <a16:creationId xmlns:a16="http://schemas.microsoft.com/office/drawing/2014/main" id="{348C5061-C85A-4FD6-85BB-9EB41FB3B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347"/>
                <a:ext cx="41" cy="62"/>
              </a:xfrm>
              <a:custGeom>
                <a:avLst/>
                <a:gdLst>
                  <a:gd name="T0" fmla="*/ 1 w 33"/>
                  <a:gd name="T1" fmla="*/ 5 h 47"/>
                  <a:gd name="T2" fmla="*/ 45 w 33"/>
                  <a:gd name="T3" fmla="*/ 22 h 47"/>
                  <a:gd name="T4" fmla="*/ 53 w 33"/>
                  <a:gd name="T5" fmla="*/ 96 h 47"/>
                  <a:gd name="T6" fmla="*/ 9 w 33"/>
                  <a:gd name="T7" fmla="*/ 87 h 47"/>
                  <a:gd name="T8" fmla="*/ 6 w 33"/>
                  <a:gd name="T9" fmla="*/ 1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7">
                    <a:moveTo>
                      <a:pt x="1" y="2"/>
                    </a:moveTo>
                    <a:cubicBezTo>
                      <a:pt x="11" y="4"/>
                      <a:pt x="18" y="0"/>
                      <a:pt x="23" y="10"/>
                    </a:cubicBezTo>
                    <a:cubicBezTo>
                      <a:pt x="26" y="16"/>
                      <a:pt x="33" y="37"/>
                      <a:pt x="28" y="42"/>
                    </a:cubicBezTo>
                    <a:cubicBezTo>
                      <a:pt x="23" y="47"/>
                      <a:pt x="8" y="43"/>
                      <a:pt x="5" y="38"/>
                    </a:cubicBezTo>
                    <a:cubicBezTo>
                      <a:pt x="0" y="30"/>
                      <a:pt x="5" y="15"/>
                      <a:pt x="3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2" name="Freeform 1829">
                <a:extLst>
                  <a:ext uri="{FF2B5EF4-FFF2-40B4-BE49-F238E27FC236}">
                    <a16:creationId xmlns:a16="http://schemas.microsoft.com/office/drawing/2014/main" id="{BFFB9203-7BFE-4DC4-9478-3913C822D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385"/>
                <a:ext cx="35" cy="71"/>
              </a:xfrm>
              <a:custGeom>
                <a:avLst/>
                <a:gdLst>
                  <a:gd name="T0" fmla="*/ 29 w 28"/>
                  <a:gd name="T1" fmla="*/ 0 h 53"/>
                  <a:gd name="T2" fmla="*/ 1 w 28"/>
                  <a:gd name="T3" fmla="*/ 20 h 53"/>
                  <a:gd name="T4" fmla="*/ 1 w 28"/>
                  <a:gd name="T5" fmla="*/ 43 h 53"/>
                  <a:gd name="T6" fmla="*/ 6 w 28"/>
                  <a:gd name="T7" fmla="*/ 84 h 53"/>
                  <a:gd name="T8" fmla="*/ 39 w 28"/>
                  <a:gd name="T9" fmla="*/ 104 h 53"/>
                  <a:gd name="T10" fmla="*/ 25 w 28"/>
                  <a:gd name="T11" fmla="*/ 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3">
                    <a:moveTo>
                      <a:pt x="14" y="0"/>
                    </a:moveTo>
                    <a:cubicBezTo>
                      <a:pt x="8" y="0"/>
                      <a:pt x="3" y="2"/>
                      <a:pt x="1" y="8"/>
                    </a:cubicBezTo>
                    <a:cubicBezTo>
                      <a:pt x="0" y="12"/>
                      <a:pt x="1" y="15"/>
                      <a:pt x="1" y="18"/>
                    </a:cubicBezTo>
                    <a:cubicBezTo>
                      <a:pt x="2" y="23"/>
                      <a:pt x="2" y="30"/>
                      <a:pt x="3" y="35"/>
                    </a:cubicBezTo>
                    <a:cubicBezTo>
                      <a:pt x="6" y="42"/>
                      <a:pt x="14" y="53"/>
                      <a:pt x="20" y="43"/>
                    </a:cubicBezTo>
                    <a:cubicBezTo>
                      <a:pt x="28" y="30"/>
                      <a:pt x="21" y="12"/>
                      <a:pt x="13" y="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3" name="Freeform 1830">
                <a:extLst>
                  <a:ext uri="{FF2B5EF4-FFF2-40B4-BE49-F238E27FC236}">
                    <a16:creationId xmlns:a16="http://schemas.microsoft.com/office/drawing/2014/main" id="{79A51E8E-5983-4A24-8D6D-AD3C86B4A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468"/>
                <a:ext cx="23" cy="55"/>
              </a:xfrm>
              <a:custGeom>
                <a:avLst/>
                <a:gdLst>
                  <a:gd name="T0" fmla="*/ 23 w 19"/>
                  <a:gd name="T1" fmla="*/ 0 h 41"/>
                  <a:gd name="T2" fmla="*/ 0 w 19"/>
                  <a:gd name="T3" fmla="*/ 27 h 41"/>
                  <a:gd name="T4" fmla="*/ 7 w 19"/>
                  <a:gd name="T5" fmla="*/ 62 h 41"/>
                  <a:gd name="T6" fmla="*/ 15 w 19"/>
                  <a:gd name="T7" fmla="*/ 90 h 41"/>
                  <a:gd name="T8" fmla="*/ 33 w 19"/>
                  <a:gd name="T9" fmla="*/ 85 h 41"/>
                  <a:gd name="T10" fmla="*/ 30 w 19"/>
                  <a:gd name="T11" fmla="*/ 58 h 41"/>
                  <a:gd name="T12" fmla="*/ 19 w 19"/>
                  <a:gd name="T13" fmla="*/ 1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1">
                    <a:moveTo>
                      <a:pt x="13" y="0"/>
                    </a:moveTo>
                    <a:cubicBezTo>
                      <a:pt x="6" y="1"/>
                      <a:pt x="0" y="4"/>
                      <a:pt x="0" y="11"/>
                    </a:cubicBezTo>
                    <a:cubicBezTo>
                      <a:pt x="0" y="15"/>
                      <a:pt x="2" y="21"/>
                      <a:pt x="4" y="25"/>
                    </a:cubicBezTo>
                    <a:cubicBezTo>
                      <a:pt x="5" y="28"/>
                      <a:pt x="5" y="34"/>
                      <a:pt x="8" y="37"/>
                    </a:cubicBezTo>
                    <a:cubicBezTo>
                      <a:pt x="11" y="41"/>
                      <a:pt x="16" y="39"/>
                      <a:pt x="18" y="35"/>
                    </a:cubicBezTo>
                    <a:cubicBezTo>
                      <a:pt x="19" y="31"/>
                      <a:pt x="17" y="27"/>
                      <a:pt x="17" y="24"/>
                    </a:cubicBezTo>
                    <a:cubicBezTo>
                      <a:pt x="15" y="18"/>
                      <a:pt x="15" y="11"/>
                      <a:pt x="11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4" name="Freeform 1831">
                <a:extLst>
                  <a:ext uri="{FF2B5EF4-FFF2-40B4-BE49-F238E27FC236}">
                    <a16:creationId xmlns:a16="http://schemas.microsoft.com/office/drawing/2014/main" id="{03243613-3C5C-45C0-A53C-71C29A0BE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3499"/>
                <a:ext cx="45" cy="56"/>
              </a:xfrm>
              <a:custGeom>
                <a:avLst/>
                <a:gdLst>
                  <a:gd name="T0" fmla="*/ 60 w 36"/>
                  <a:gd name="T1" fmla="*/ 0 h 42"/>
                  <a:gd name="T2" fmla="*/ 10 w 36"/>
                  <a:gd name="T3" fmla="*/ 16 h 42"/>
                  <a:gd name="T4" fmla="*/ 20 w 36"/>
                  <a:gd name="T5" fmla="*/ 87 h 42"/>
                  <a:gd name="T6" fmla="*/ 60 w 36"/>
                  <a:gd name="T7" fmla="*/ 87 h 42"/>
                  <a:gd name="T8" fmla="*/ 61 w 36"/>
                  <a:gd name="T9" fmla="*/ 1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2">
                    <a:moveTo>
                      <a:pt x="30" y="0"/>
                    </a:moveTo>
                    <a:cubicBezTo>
                      <a:pt x="22" y="0"/>
                      <a:pt x="10" y="0"/>
                      <a:pt x="5" y="7"/>
                    </a:cubicBezTo>
                    <a:cubicBezTo>
                      <a:pt x="0" y="14"/>
                      <a:pt x="5" y="31"/>
                      <a:pt x="10" y="37"/>
                    </a:cubicBezTo>
                    <a:cubicBezTo>
                      <a:pt x="13" y="42"/>
                      <a:pt x="25" y="42"/>
                      <a:pt x="30" y="37"/>
                    </a:cubicBezTo>
                    <a:cubicBezTo>
                      <a:pt x="36" y="32"/>
                      <a:pt x="32" y="13"/>
                      <a:pt x="31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5" name="Freeform 1832">
                <a:extLst>
                  <a:ext uri="{FF2B5EF4-FFF2-40B4-BE49-F238E27FC236}">
                    <a16:creationId xmlns:a16="http://schemas.microsoft.com/office/drawing/2014/main" id="{49B61754-BAC5-4926-96B6-78AD16509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3581"/>
                <a:ext cx="42" cy="56"/>
              </a:xfrm>
              <a:custGeom>
                <a:avLst/>
                <a:gdLst>
                  <a:gd name="T0" fmla="*/ 51 w 34"/>
                  <a:gd name="T1" fmla="*/ 0 h 42"/>
                  <a:gd name="T2" fmla="*/ 2 w 34"/>
                  <a:gd name="T3" fmla="*/ 15 h 42"/>
                  <a:gd name="T4" fmla="*/ 9 w 34"/>
                  <a:gd name="T5" fmla="*/ 48 h 42"/>
                  <a:gd name="T6" fmla="*/ 28 w 34"/>
                  <a:gd name="T7" fmla="*/ 95 h 42"/>
                  <a:gd name="T8" fmla="*/ 58 w 34"/>
                  <a:gd name="T9" fmla="*/ 80 h 42"/>
                  <a:gd name="T10" fmla="*/ 57 w 34"/>
                  <a:gd name="T11" fmla="*/ 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2">
                    <a:moveTo>
                      <a:pt x="27" y="0"/>
                    </a:moveTo>
                    <a:cubicBezTo>
                      <a:pt x="21" y="1"/>
                      <a:pt x="6" y="1"/>
                      <a:pt x="2" y="6"/>
                    </a:cubicBezTo>
                    <a:cubicBezTo>
                      <a:pt x="0" y="10"/>
                      <a:pt x="4" y="16"/>
                      <a:pt x="5" y="20"/>
                    </a:cubicBezTo>
                    <a:cubicBezTo>
                      <a:pt x="6" y="27"/>
                      <a:pt x="7" y="36"/>
                      <a:pt x="15" y="40"/>
                    </a:cubicBezTo>
                    <a:cubicBezTo>
                      <a:pt x="19" y="42"/>
                      <a:pt x="29" y="40"/>
                      <a:pt x="31" y="34"/>
                    </a:cubicBezTo>
                    <a:cubicBezTo>
                      <a:pt x="34" y="29"/>
                      <a:pt x="34" y="7"/>
                      <a:pt x="30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6" name="Freeform 1833">
                <a:extLst>
                  <a:ext uri="{FF2B5EF4-FFF2-40B4-BE49-F238E27FC236}">
                    <a16:creationId xmlns:a16="http://schemas.microsoft.com/office/drawing/2014/main" id="{F6406312-0C78-45A3-BFA5-7B0D30424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3620"/>
                <a:ext cx="29" cy="55"/>
              </a:xfrm>
              <a:custGeom>
                <a:avLst/>
                <a:gdLst>
                  <a:gd name="T0" fmla="*/ 24 w 23"/>
                  <a:gd name="T1" fmla="*/ 0 h 41"/>
                  <a:gd name="T2" fmla="*/ 5 w 23"/>
                  <a:gd name="T3" fmla="*/ 38 h 41"/>
                  <a:gd name="T4" fmla="*/ 40 w 23"/>
                  <a:gd name="T5" fmla="*/ 97 h 41"/>
                  <a:gd name="T6" fmla="*/ 37 w 23"/>
                  <a:gd name="T7" fmla="*/ 2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1">
                    <a:moveTo>
                      <a:pt x="12" y="0"/>
                    </a:moveTo>
                    <a:cubicBezTo>
                      <a:pt x="1" y="2"/>
                      <a:pt x="0" y="5"/>
                      <a:pt x="2" y="16"/>
                    </a:cubicBezTo>
                    <a:cubicBezTo>
                      <a:pt x="4" y="24"/>
                      <a:pt x="9" y="41"/>
                      <a:pt x="20" y="40"/>
                    </a:cubicBezTo>
                    <a:cubicBezTo>
                      <a:pt x="23" y="32"/>
                      <a:pt x="23" y="17"/>
                      <a:pt x="18" y="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7" name="Freeform 1834">
                <a:extLst>
                  <a:ext uri="{FF2B5EF4-FFF2-40B4-BE49-F238E27FC236}">
                    <a16:creationId xmlns:a16="http://schemas.microsoft.com/office/drawing/2014/main" id="{83609768-21B7-4ED3-8347-70AFBEBA2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548"/>
                <a:ext cx="23" cy="44"/>
              </a:xfrm>
              <a:custGeom>
                <a:avLst/>
                <a:gdLst>
                  <a:gd name="T0" fmla="*/ 5 w 18"/>
                  <a:gd name="T1" fmla="*/ 1 h 33"/>
                  <a:gd name="T2" fmla="*/ 28 w 18"/>
                  <a:gd name="T3" fmla="*/ 79 h 33"/>
                  <a:gd name="T4" fmla="*/ 1 w 18"/>
                  <a:gd name="T5" fmla="*/ 64 h 33"/>
                  <a:gd name="T6" fmla="*/ 0 w 18"/>
                  <a:gd name="T7" fmla="*/ 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2" y="1"/>
                    </a:moveTo>
                    <a:cubicBezTo>
                      <a:pt x="13" y="0"/>
                      <a:pt x="18" y="26"/>
                      <a:pt x="13" y="33"/>
                    </a:cubicBezTo>
                    <a:cubicBezTo>
                      <a:pt x="9" y="31"/>
                      <a:pt x="5" y="28"/>
                      <a:pt x="1" y="27"/>
                    </a:cubicBezTo>
                    <a:cubicBezTo>
                      <a:pt x="1" y="19"/>
                      <a:pt x="2" y="11"/>
                      <a:pt x="0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8" name="Freeform 1835">
                <a:extLst>
                  <a:ext uri="{FF2B5EF4-FFF2-40B4-BE49-F238E27FC236}">
                    <a16:creationId xmlns:a16="http://schemas.microsoft.com/office/drawing/2014/main" id="{1F9C7418-8E81-4CDB-ACDE-265B12A62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3665"/>
                <a:ext cx="45" cy="46"/>
              </a:xfrm>
              <a:custGeom>
                <a:avLst/>
                <a:gdLst>
                  <a:gd name="T0" fmla="*/ 36 w 36"/>
                  <a:gd name="T1" fmla="*/ 0 h 34"/>
                  <a:gd name="T2" fmla="*/ 8 w 36"/>
                  <a:gd name="T3" fmla="*/ 32 h 34"/>
                  <a:gd name="T4" fmla="*/ 33 w 36"/>
                  <a:gd name="T5" fmla="*/ 83 h 34"/>
                  <a:gd name="T6" fmla="*/ 69 w 36"/>
                  <a:gd name="T7" fmla="*/ 69 h 34"/>
                  <a:gd name="T8" fmla="*/ 48 w 36"/>
                  <a:gd name="T9" fmla="*/ 1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4">
                    <a:moveTo>
                      <a:pt x="18" y="0"/>
                    </a:moveTo>
                    <a:cubicBezTo>
                      <a:pt x="10" y="0"/>
                      <a:pt x="6" y="6"/>
                      <a:pt x="4" y="13"/>
                    </a:cubicBezTo>
                    <a:cubicBezTo>
                      <a:pt x="0" y="25"/>
                      <a:pt x="5" y="33"/>
                      <a:pt x="17" y="33"/>
                    </a:cubicBezTo>
                    <a:cubicBezTo>
                      <a:pt x="23" y="33"/>
                      <a:pt x="33" y="34"/>
                      <a:pt x="35" y="28"/>
                    </a:cubicBezTo>
                    <a:cubicBezTo>
                      <a:pt x="36" y="23"/>
                      <a:pt x="28" y="3"/>
                      <a:pt x="24" y="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9" name="Freeform 1836">
                <a:extLst>
                  <a:ext uri="{FF2B5EF4-FFF2-40B4-BE49-F238E27FC236}">
                    <a16:creationId xmlns:a16="http://schemas.microsoft.com/office/drawing/2014/main" id="{C4B26D98-1B91-4EF7-87E8-34CB96A4B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693"/>
                <a:ext cx="31" cy="35"/>
              </a:xfrm>
              <a:custGeom>
                <a:avLst/>
                <a:gdLst>
                  <a:gd name="T0" fmla="*/ 11 w 25"/>
                  <a:gd name="T1" fmla="*/ 63 h 26"/>
                  <a:gd name="T2" fmla="*/ 7 w 25"/>
                  <a:gd name="T3" fmla="*/ 16 h 26"/>
                  <a:gd name="T4" fmla="*/ 33 w 25"/>
                  <a:gd name="T5" fmla="*/ 7 h 26"/>
                  <a:gd name="T6" fmla="*/ 47 w 25"/>
                  <a:gd name="T7" fmla="*/ 6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6" y="26"/>
                    </a:moveTo>
                    <a:cubicBezTo>
                      <a:pt x="4" y="20"/>
                      <a:pt x="0" y="14"/>
                      <a:pt x="4" y="7"/>
                    </a:cubicBezTo>
                    <a:cubicBezTo>
                      <a:pt x="7" y="3"/>
                      <a:pt x="13" y="0"/>
                      <a:pt x="18" y="3"/>
                    </a:cubicBezTo>
                    <a:cubicBezTo>
                      <a:pt x="22" y="7"/>
                      <a:pt x="23" y="20"/>
                      <a:pt x="25" y="2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50" name="Freeform 1837">
                <a:extLst>
                  <a:ext uri="{FF2B5EF4-FFF2-40B4-BE49-F238E27FC236}">
                    <a16:creationId xmlns:a16="http://schemas.microsoft.com/office/drawing/2014/main" id="{1C913FA7-33E7-4451-AA5E-C93315ABD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645"/>
                <a:ext cx="40" cy="59"/>
              </a:xfrm>
              <a:custGeom>
                <a:avLst/>
                <a:gdLst>
                  <a:gd name="T0" fmla="*/ 24 w 32"/>
                  <a:gd name="T1" fmla="*/ 1 h 44"/>
                  <a:gd name="T2" fmla="*/ 13 w 32"/>
                  <a:gd name="T3" fmla="*/ 51 h 44"/>
                  <a:gd name="T4" fmla="*/ 41 w 32"/>
                  <a:gd name="T5" fmla="*/ 105 h 44"/>
                  <a:gd name="T6" fmla="*/ 60 w 32"/>
                  <a:gd name="T7" fmla="*/ 70 h 44"/>
                  <a:gd name="T8" fmla="*/ 29 w 32"/>
                  <a:gd name="T9" fmla="*/ 1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4">
                    <a:moveTo>
                      <a:pt x="12" y="1"/>
                    </a:moveTo>
                    <a:cubicBezTo>
                      <a:pt x="0" y="0"/>
                      <a:pt x="2" y="13"/>
                      <a:pt x="6" y="21"/>
                    </a:cubicBezTo>
                    <a:cubicBezTo>
                      <a:pt x="9" y="27"/>
                      <a:pt x="12" y="44"/>
                      <a:pt x="21" y="43"/>
                    </a:cubicBezTo>
                    <a:cubicBezTo>
                      <a:pt x="29" y="42"/>
                      <a:pt x="32" y="36"/>
                      <a:pt x="30" y="29"/>
                    </a:cubicBezTo>
                    <a:cubicBezTo>
                      <a:pt x="29" y="24"/>
                      <a:pt x="20" y="5"/>
                      <a:pt x="14" y="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51" name="Freeform 1838">
                <a:extLst>
                  <a:ext uri="{FF2B5EF4-FFF2-40B4-BE49-F238E27FC236}">
                    <a16:creationId xmlns:a16="http://schemas.microsoft.com/office/drawing/2014/main" id="{EA45CA75-6B93-443D-9CDE-256DEC07B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553"/>
                <a:ext cx="45" cy="70"/>
              </a:xfrm>
              <a:custGeom>
                <a:avLst/>
                <a:gdLst>
                  <a:gd name="T0" fmla="*/ 30 w 36"/>
                  <a:gd name="T1" fmla="*/ 0 h 52"/>
                  <a:gd name="T2" fmla="*/ 8 w 36"/>
                  <a:gd name="T3" fmla="*/ 54 h 52"/>
                  <a:gd name="T4" fmla="*/ 20 w 36"/>
                  <a:gd name="T5" fmla="*/ 93 h 52"/>
                  <a:gd name="T6" fmla="*/ 29 w 36"/>
                  <a:gd name="T7" fmla="*/ 114 h 52"/>
                  <a:gd name="T8" fmla="*/ 56 w 36"/>
                  <a:gd name="T9" fmla="*/ 112 h 52"/>
                  <a:gd name="T10" fmla="*/ 41 w 36"/>
                  <a:gd name="T11" fmla="*/ 15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2">
                    <a:moveTo>
                      <a:pt x="15" y="0"/>
                    </a:moveTo>
                    <a:cubicBezTo>
                      <a:pt x="7" y="6"/>
                      <a:pt x="0" y="9"/>
                      <a:pt x="4" y="22"/>
                    </a:cubicBezTo>
                    <a:cubicBezTo>
                      <a:pt x="6" y="27"/>
                      <a:pt x="8" y="33"/>
                      <a:pt x="10" y="38"/>
                    </a:cubicBezTo>
                    <a:cubicBezTo>
                      <a:pt x="11" y="41"/>
                      <a:pt x="12" y="45"/>
                      <a:pt x="14" y="47"/>
                    </a:cubicBezTo>
                    <a:cubicBezTo>
                      <a:pt x="18" y="52"/>
                      <a:pt x="25" y="52"/>
                      <a:pt x="29" y="46"/>
                    </a:cubicBezTo>
                    <a:cubicBezTo>
                      <a:pt x="36" y="36"/>
                      <a:pt x="26" y="15"/>
                      <a:pt x="21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52" name="Freeform 1839">
                <a:extLst>
                  <a:ext uri="{FF2B5EF4-FFF2-40B4-BE49-F238E27FC236}">
                    <a16:creationId xmlns:a16="http://schemas.microsoft.com/office/drawing/2014/main" id="{4F686A2C-501C-4474-A493-7460657A6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3445"/>
                <a:ext cx="42" cy="87"/>
              </a:xfrm>
              <a:custGeom>
                <a:avLst/>
                <a:gdLst>
                  <a:gd name="T0" fmla="*/ 29 w 33"/>
                  <a:gd name="T1" fmla="*/ 15 h 65"/>
                  <a:gd name="T2" fmla="*/ 8 w 33"/>
                  <a:gd name="T3" fmla="*/ 52 h 65"/>
                  <a:gd name="T4" fmla="*/ 18 w 33"/>
                  <a:gd name="T5" fmla="*/ 99 h 65"/>
                  <a:gd name="T6" fmla="*/ 28 w 33"/>
                  <a:gd name="T7" fmla="*/ 118 h 65"/>
                  <a:gd name="T8" fmla="*/ 31 w 33"/>
                  <a:gd name="T9" fmla="*/ 139 h 65"/>
                  <a:gd name="T10" fmla="*/ 64 w 33"/>
                  <a:gd name="T11" fmla="*/ 120 h 65"/>
                  <a:gd name="T12" fmla="*/ 55 w 33"/>
                  <a:gd name="T13" fmla="*/ 58 h 65"/>
                  <a:gd name="T14" fmla="*/ 39 w 33"/>
                  <a:gd name="T15" fmla="*/ 2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65">
                    <a:moveTo>
                      <a:pt x="14" y="6"/>
                    </a:moveTo>
                    <a:cubicBezTo>
                      <a:pt x="0" y="0"/>
                      <a:pt x="1" y="11"/>
                      <a:pt x="4" y="22"/>
                    </a:cubicBezTo>
                    <a:cubicBezTo>
                      <a:pt x="6" y="28"/>
                      <a:pt x="7" y="35"/>
                      <a:pt x="9" y="41"/>
                    </a:cubicBezTo>
                    <a:cubicBezTo>
                      <a:pt x="10" y="44"/>
                      <a:pt x="12" y="46"/>
                      <a:pt x="13" y="49"/>
                    </a:cubicBezTo>
                    <a:cubicBezTo>
                      <a:pt x="14" y="51"/>
                      <a:pt x="14" y="56"/>
                      <a:pt x="15" y="58"/>
                    </a:cubicBezTo>
                    <a:cubicBezTo>
                      <a:pt x="20" y="65"/>
                      <a:pt x="30" y="57"/>
                      <a:pt x="31" y="50"/>
                    </a:cubicBezTo>
                    <a:cubicBezTo>
                      <a:pt x="33" y="43"/>
                      <a:pt x="31" y="31"/>
                      <a:pt x="27" y="24"/>
                    </a:cubicBezTo>
                    <a:cubicBezTo>
                      <a:pt x="25" y="20"/>
                      <a:pt x="19" y="16"/>
                      <a:pt x="19" y="1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53" name="Freeform 1840">
                <a:extLst>
                  <a:ext uri="{FF2B5EF4-FFF2-40B4-BE49-F238E27FC236}">
                    <a16:creationId xmlns:a16="http://schemas.microsoft.com/office/drawing/2014/main" id="{50F63DC7-590E-4B60-ABF6-76AE4262C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364"/>
                <a:ext cx="32" cy="65"/>
              </a:xfrm>
              <a:custGeom>
                <a:avLst/>
                <a:gdLst>
                  <a:gd name="T0" fmla="*/ 0 w 26"/>
                  <a:gd name="T1" fmla="*/ 16 h 49"/>
                  <a:gd name="T2" fmla="*/ 9 w 26"/>
                  <a:gd name="T3" fmla="*/ 65 h 49"/>
                  <a:gd name="T4" fmla="*/ 17 w 26"/>
                  <a:gd name="T5" fmla="*/ 101 h 49"/>
                  <a:gd name="T6" fmla="*/ 47 w 26"/>
                  <a:gd name="T7" fmla="*/ 85 h 49"/>
                  <a:gd name="T8" fmla="*/ 33 w 26"/>
                  <a:gd name="T9" fmla="*/ 12 h 49"/>
                  <a:gd name="T10" fmla="*/ 25 w 26"/>
                  <a:gd name="T11" fmla="*/ 1 h 49"/>
                  <a:gd name="T12" fmla="*/ 6 w 26"/>
                  <a:gd name="T13" fmla="*/ 7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49">
                    <a:moveTo>
                      <a:pt x="0" y="7"/>
                    </a:moveTo>
                    <a:cubicBezTo>
                      <a:pt x="2" y="14"/>
                      <a:pt x="3" y="21"/>
                      <a:pt x="5" y="28"/>
                    </a:cubicBezTo>
                    <a:cubicBezTo>
                      <a:pt x="5" y="31"/>
                      <a:pt x="6" y="41"/>
                      <a:pt x="9" y="43"/>
                    </a:cubicBezTo>
                    <a:cubicBezTo>
                      <a:pt x="15" y="49"/>
                      <a:pt x="24" y="42"/>
                      <a:pt x="25" y="36"/>
                    </a:cubicBezTo>
                    <a:cubicBezTo>
                      <a:pt x="26" y="28"/>
                      <a:pt x="23" y="11"/>
                      <a:pt x="18" y="5"/>
                    </a:cubicBezTo>
                    <a:cubicBezTo>
                      <a:pt x="16" y="1"/>
                      <a:pt x="18" y="2"/>
                      <a:pt x="13" y="1"/>
                    </a:cubicBezTo>
                    <a:cubicBezTo>
                      <a:pt x="10" y="0"/>
                      <a:pt x="4" y="0"/>
                      <a:pt x="3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54" name="Freeform 1841">
                <a:extLst>
                  <a:ext uri="{FF2B5EF4-FFF2-40B4-BE49-F238E27FC236}">
                    <a16:creationId xmlns:a16="http://schemas.microsoft.com/office/drawing/2014/main" id="{224671D6-764F-4A69-92AF-AF8FE0224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303"/>
                <a:ext cx="39" cy="56"/>
              </a:xfrm>
              <a:custGeom>
                <a:avLst/>
                <a:gdLst>
                  <a:gd name="T0" fmla="*/ 30 w 31"/>
                  <a:gd name="T1" fmla="*/ 0 h 42"/>
                  <a:gd name="T2" fmla="*/ 5 w 31"/>
                  <a:gd name="T3" fmla="*/ 20 h 42"/>
                  <a:gd name="T4" fmla="*/ 8 w 31"/>
                  <a:gd name="T5" fmla="*/ 59 h 42"/>
                  <a:gd name="T6" fmla="*/ 18 w 31"/>
                  <a:gd name="T7" fmla="*/ 97 h 42"/>
                  <a:gd name="T8" fmla="*/ 49 w 31"/>
                  <a:gd name="T9" fmla="*/ 87 h 42"/>
                  <a:gd name="T10" fmla="*/ 42 w 31"/>
                  <a:gd name="T11" fmla="*/ 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2">
                    <a:moveTo>
                      <a:pt x="15" y="0"/>
                    </a:moveTo>
                    <a:cubicBezTo>
                      <a:pt x="9" y="0"/>
                      <a:pt x="4" y="2"/>
                      <a:pt x="2" y="8"/>
                    </a:cubicBezTo>
                    <a:cubicBezTo>
                      <a:pt x="0" y="13"/>
                      <a:pt x="2" y="20"/>
                      <a:pt x="4" y="25"/>
                    </a:cubicBezTo>
                    <a:cubicBezTo>
                      <a:pt x="5" y="28"/>
                      <a:pt x="5" y="39"/>
                      <a:pt x="9" y="41"/>
                    </a:cubicBezTo>
                    <a:cubicBezTo>
                      <a:pt x="12" y="42"/>
                      <a:pt x="22" y="40"/>
                      <a:pt x="25" y="37"/>
                    </a:cubicBezTo>
                    <a:cubicBezTo>
                      <a:pt x="31" y="28"/>
                      <a:pt x="18" y="13"/>
                      <a:pt x="21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55" name="Freeform 1842">
                <a:extLst>
                  <a:ext uri="{FF2B5EF4-FFF2-40B4-BE49-F238E27FC236}">
                    <a16:creationId xmlns:a16="http://schemas.microsoft.com/office/drawing/2014/main" id="{B867A09E-ABE8-4FAD-A50C-F3A7133BC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3244"/>
                <a:ext cx="30" cy="43"/>
              </a:xfrm>
              <a:custGeom>
                <a:avLst/>
                <a:gdLst>
                  <a:gd name="T0" fmla="*/ 36 w 24"/>
                  <a:gd name="T1" fmla="*/ 0 h 32"/>
                  <a:gd name="T2" fmla="*/ 8 w 24"/>
                  <a:gd name="T3" fmla="*/ 7 h 32"/>
                  <a:gd name="T4" fmla="*/ 14 w 24"/>
                  <a:gd name="T5" fmla="*/ 69 h 32"/>
                  <a:gd name="T6" fmla="*/ 39 w 24"/>
                  <a:gd name="T7" fmla="*/ 65 h 32"/>
                  <a:gd name="T8" fmla="*/ 41 w 24"/>
                  <a:gd name="T9" fmla="*/ 2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18" y="0"/>
                    </a:moveTo>
                    <a:cubicBezTo>
                      <a:pt x="14" y="0"/>
                      <a:pt x="7" y="0"/>
                      <a:pt x="4" y="3"/>
                    </a:cubicBezTo>
                    <a:cubicBezTo>
                      <a:pt x="0" y="8"/>
                      <a:pt x="4" y="24"/>
                      <a:pt x="7" y="28"/>
                    </a:cubicBezTo>
                    <a:cubicBezTo>
                      <a:pt x="11" y="32"/>
                      <a:pt x="16" y="32"/>
                      <a:pt x="20" y="27"/>
                    </a:cubicBezTo>
                    <a:cubicBezTo>
                      <a:pt x="24" y="22"/>
                      <a:pt x="21" y="15"/>
                      <a:pt x="21" y="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56" name="Freeform 1843">
                <a:extLst>
                  <a:ext uri="{FF2B5EF4-FFF2-40B4-BE49-F238E27FC236}">
                    <a16:creationId xmlns:a16="http://schemas.microsoft.com/office/drawing/2014/main" id="{41BE9E96-30ED-4E73-9D24-5E026B9D5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3181"/>
                <a:ext cx="30" cy="42"/>
              </a:xfrm>
              <a:custGeom>
                <a:avLst/>
                <a:gdLst>
                  <a:gd name="T0" fmla="*/ 25 w 24"/>
                  <a:gd name="T1" fmla="*/ 1 h 31"/>
                  <a:gd name="T2" fmla="*/ 1 w 24"/>
                  <a:gd name="T3" fmla="*/ 22 h 31"/>
                  <a:gd name="T4" fmla="*/ 25 w 24"/>
                  <a:gd name="T5" fmla="*/ 77 h 31"/>
                  <a:gd name="T6" fmla="*/ 45 w 24"/>
                  <a:gd name="T7" fmla="*/ 56 h 31"/>
                  <a:gd name="T8" fmla="*/ 25 w 24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1">
                    <a:moveTo>
                      <a:pt x="13" y="1"/>
                    </a:moveTo>
                    <a:cubicBezTo>
                      <a:pt x="6" y="3"/>
                      <a:pt x="0" y="0"/>
                      <a:pt x="1" y="9"/>
                    </a:cubicBezTo>
                    <a:cubicBezTo>
                      <a:pt x="2" y="16"/>
                      <a:pt x="4" y="31"/>
                      <a:pt x="13" y="31"/>
                    </a:cubicBezTo>
                    <a:cubicBezTo>
                      <a:pt x="17" y="31"/>
                      <a:pt x="22" y="26"/>
                      <a:pt x="23" y="22"/>
                    </a:cubicBezTo>
                    <a:cubicBezTo>
                      <a:pt x="24" y="15"/>
                      <a:pt x="10" y="6"/>
                      <a:pt x="13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57" name="Freeform 1844">
                <a:extLst>
                  <a:ext uri="{FF2B5EF4-FFF2-40B4-BE49-F238E27FC236}">
                    <a16:creationId xmlns:a16="http://schemas.microsoft.com/office/drawing/2014/main" id="{D3111652-9256-4359-AEE6-EBAD8D1BE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428"/>
                <a:ext cx="45" cy="48"/>
              </a:xfrm>
              <a:custGeom>
                <a:avLst/>
                <a:gdLst>
                  <a:gd name="T0" fmla="*/ 39 w 36"/>
                  <a:gd name="T1" fmla="*/ 0 h 36"/>
                  <a:gd name="T2" fmla="*/ 6 w 36"/>
                  <a:gd name="T3" fmla="*/ 20 h 36"/>
                  <a:gd name="T4" fmla="*/ 24 w 36"/>
                  <a:gd name="T5" fmla="*/ 73 h 36"/>
                  <a:gd name="T6" fmla="*/ 51 w 36"/>
                  <a:gd name="T7" fmla="*/ 79 h 36"/>
                  <a:gd name="T8" fmla="*/ 48 w 36"/>
                  <a:gd name="T9" fmla="*/ 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20" y="0"/>
                    </a:moveTo>
                    <a:cubicBezTo>
                      <a:pt x="15" y="0"/>
                      <a:pt x="5" y="3"/>
                      <a:pt x="3" y="8"/>
                    </a:cubicBezTo>
                    <a:cubicBezTo>
                      <a:pt x="0" y="14"/>
                      <a:pt x="7" y="27"/>
                      <a:pt x="12" y="31"/>
                    </a:cubicBezTo>
                    <a:cubicBezTo>
                      <a:pt x="15" y="34"/>
                      <a:pt x="22" y="36"/>
                      <a:pt x="26" y="33"/>
                    </a:cubicBezTo>
                    <a:cubicBezTo>
                      <a:pt x="36" y="27"/>
                      <a:pt x="27" y="8"/>
                      <a:pt x="24" y="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58" name="Freeform 1845">
                <a:extLst>
                  <a:ext uri="{FF2B5EF4-FFF2-40B4-BE49-F238E27FC236}">
                    <a16:creationId xmlns:a16="http://schemas.microsoft.com/office/drawing/2014/main" id="{7D686EE6-C6BC-4E60-ADC0-FD3F656AE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672"/>
                <a:ext cx="32" cy="59"/>
              </a:xfrm>
              <a:custGeom>
                <a:avLst/>
                <a:gdLst>
                  <a:gd name="T0" fmla="*/ 5 w 25"/>
                  <a:gd name="T1" fmla="*/ 7 h 44"/>
                  <a:gd name="T2" fmla="*/ 46 w 25"/>
                  <a:gd name="T3" fmla="*/ 21 h 44"/>
                  <a:gd name="T4" fmla="*/ 45 w 25"/>
                  <a:gd name="T5" fmla="*/ 90 h 44"/>
                  <a:gd name="T6" fmla="*/ 13 w 25"/>
                  <a:gd name="T7" fmla="*/ 97 h 44"/>
                  <a:gd name="T8" fmla="*/ 6 w 25"/>
                  <a:gd name="T9" fmla="*/ 46 h 44"/>
                  <a:gd name="T10" fmla="*/ 0 w 25"/>
                  <a:gd name="T11" fmla="*/ 9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4">
                    <a:moveTo>
                      <a:pt x="2" y="3"/>
                    </a:moveTo>
                    <a:cubicBezTo>
                      <a:pt x="9" y="3"/>
                      <a:pt x="20" y="0"/>
                      <a:pt x="22" y="9"/>
                    </a:cubicBezTo>
                    <a:cubicBezTo>
                      <a:pt x="24" y="15"/>
                      <a:pt x="25" y="31"/>
                      <a:pt x="21" y="37"/>
                    </a:cubicBezTo>
                    <a:cubicBezTo>
                      <a:pt x="18" y="41"/>
                      <a:pt x="10" y="44"/>
                      <a:pt x="6" y="40"/>
                    </a:cubicBezTo>
                    <a:cubicBezTo>
                      <a:pt x="2" y="36"/>
                      <a:pt x="3" y="23"/>
                      <a:pt x="3" y="19"/>
                    </a:cubicBezTo>
                    <a:cubicBezTo>
                      <a:pt x="2" y="14"/>
                      <a:pt x="1" y="9"/>
                      <a:pt x="0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59" name="Freeform 1846">
                <a:extLst>
                  <a:ext uri="{FF2B5EF4-FFF2-40B4-BE49-F238E27FC236}">
                    <a16:creationId xmlns:a16="http://schemas.microsoft.com/office/drawing/2014/main" id="{AACBA4AB-A94F-4C92-B5D8-AE2927FAB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691"/>
                <a:ext cx="32" cy="64"/>
              </a:xfrm>
              <a:custGeom>
                <a:avLst/>
                <a:gdLst>
                  <a:gd name="T0" fmla="*/ 0 w 25"/>
                  <a:gd name="T1" fmla="*/ 5 h 48"/>
                  <a:gd name="T2" fmla="*/ 40 w 25"/>
                  <a:gd name="T3" fmla="*/ 7 h 48"/>
                  <a:gd name="T4" fmla="*/ 47 w 25"/>
                  <a:gd name="T5" fmla="*/ 71 h 48"/>
                  <a:gd name="T6" fmla="*/ 37 w 25"/>
                  <a:gd name="T7" fmla="*/ 107 h 48"/>
                  <a:gd name="T8" fmla="*/ 8 w 25"/>
                  <a:gd name="T9" fmla="*/ 3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0" y="2"/>
                    </a:moveTo>
                    <a:cubicBezTo>
                      <a:pt x="5" y="1"/>
                      <a:pt x="16" y="0"/>
                      <a:pt x="19" y="3"/>
                    </a:cubicBezTo>
                    <a:cubicBezTo>
                      <a:pt x="23" y="7"/>
                      <a:pt x="22" y="25"/>
                      <a:pt x="23" y="30"/>
                    </a:cubicBezTo>
                    <a:cubicBezTo>
                      <a:pt x="24" y="36"/>
                      <a:pt x="25" y="44"/>
                      <a:pt x="18" y="45"/>
                    </a:cubicBezTo>
                    <a:cubicBezTo>
                      <a:pt x="3" y="48"/>
                      <a:pt x="4" y="23"/>
                      <a:pt x="4" y="1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60" name="Freeform 1847">
                <a:extLst>
                  <a:ext uri="{FF2B5EF4-FFF2-40B4-BE49-F238E27FC236}">
                    <a16:creationId xmlns:a16="http://schemas.microsoft.com/office/drawing/2014/main" id="{439B55DF-BA17-4CE4-8F07-71F2E6C9D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757"/>
                <a:ext cx="47" cy="56"/>
              </a:xfrm>
              <a:custGeom>
                <a:avLst/>
                <a:gdLst>
                  <a:gd name="T0" fmla="*/ 38 w 37"/>
                  <a:gd name="T1" fmla="*/ 0 h 42"/>
                  <a:gd name="T2" fmla="*/ 6 w 37"/>
                  <a:gd name="T3" fmla="*/ 20 h 42"/>
                  <a:gd name="T4" fmla="*/ 28 w 37"/>
                  <a:gd name="T5" fmla="*/ 91 h 42"/>
                  <a:gd name="T6" fmla="*/ 64 w 37"/>
                  <a:gd name="T7" fmla="*/ 85 h 42"/>
                  <a:gd name="T8" fmla="*/ 55 w 37"/>
                  <a:gd name="T9" fmla="*/ 2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2">
                    <a:moveTo>
                      <a:pt x="19" y="0"/>
                    </a:moveTo>
                    <a:cubicBezTo>
                      <a:pt x="14" y="2"/>
                      <a:pt x="5" y="2"/>
                      <a:pt x="3" y="8"/>
                    </a:cubicBezTo>
                    <a:cubicBezTo>
                      <a:pt x="0" y="15"/>
                      <a:pt x="9" y="33"/>
                      <a:pt x="13" y="38"/>
                    </a:cubicBezTo>
                    <a:cubicBezTo>
                      <a:pt x="18" y="42"/>
                      <a:pt x="27" y="41"/>
                      <a:pt x="31" y="36"/>
                    </a:cubicBezTo>
                    <a:cubicBezTo>
                      <a:pt x="37" y="29"/>
                      <a:pt x="31" y="15"/>
                      <a:pt x="27" y="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61" name="Freeform 1848">
                <a:extLst>
                  <a:ext uri="{FF2B5EF4-FFF2-40B4-BE49-F238E27FC236}">
                    <a16:creationId xmlns:a16="http://schemas.microsoft.com/office/drawing/2014/main" id="{C466BCA9-EC1E-49DA-A980-D8650E4F5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2773"/>
                <a:ext cx="35" cy="83"/>
              </a:xfrm>
              <a:custGeom>
                <a:avLst/>
                <a:gdLst>
                  <a:gd name="T0" fmla="*/ 20 w 28"/>
                  <a:gd name="T1" fmla="*/ 7 h 62"/>
                  <a:gd name="T2" fmla="*/ 0 w 28"/>
                  <a:gd name="T3" fmla="*/ 20 h 62"/>
                  <a:gd name="T4" fmla="*/ 10 w 28"/>
                  <a:gd name="T5" fmla="*/ 70 h 62"/>
                  <a:gd name="T6" fmla="*/ 16 w 28"/>
                  <a:gd name="T7" fmla="*/ 112 h 62"/>
                  <a:gd name="T8" fmla="*/ 45 w 28"/>
                  <a:gd name="T9" fmla="*/ 126 h 62"/>
                  <a:gd name="T10" fmla="*/ 33 w 28"/>
                  <a:gd name="T11" fmla="*/ 27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62">
                    <a:moveTo>
                      <a:pt x="10" y="3"/>
                    </a:moveTo>
                    <a:cubicBezTo>
                      <a:pt x="4" y="3"/>
                      <a:pt x="1" y="0"/>
                      <a:pt x="0" y="8"/>
                    </a:cubicBezTo>
                    <a:cubicBezTo>
                      <a:pt x="0" y="14"/>
                      <a:pt x="3" y="22"/>
                      <a:pt x="5" y="29"/>
                    </a:cubicBezTo>
                    <a:cubicBezTo>
                      <a:pt x="6" y="35"/>
                      <a:pt x="6" y="41"/>
                      <a:pt x="8" y="47"/>
                    </a:cubicBezTo>
                    <a:cubicBezTo>
                      <a:pt x="10" y="54"/>
                      <a:pt x="17" y="62"/>
                      <a:pt x="23" y="52"/>
                    </a:cubicBezTo>
                    <a:cubicBezTo>
                      <a:pt x="28" y="42"/>
                      <a:pt x="20" y="20"/>
                      <a:pt x="17" y="1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490" name="Group 1849">
              <a:extLst>
                <a:ext uri="{FF2B5EF4-FFF2-40B4-BE49-F238E27FC236}">
                  <a16:creationId xmlns:a16="http://schemas.microsoft.com/office/drawing/2014/main" id="{76C673CB-6707-4B5C-B21E-AC427CB152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0" y="2549"/>
              <a:ext cx="1174" cy="1180"/>
              <a:chOff x="2430" y="2549"/>
              <a:chExt cx="1174" cy="1180"/>
            </a:xfrm>
          </p:grpSpPr>
          <p:sp>
            <p:nvSpPr>
              <p:cNvPr id="122562" name="Freeform 1850">
                <a:extLst>
                  <a:ext uri="{FF2B5EF4-FFF2-40B4-BE49-F238E27FC236}">
                    <a16:creationId xmlns:a16="http://schemas.microsoft.com/office/drawing/2014/main" id="{C1FECCF4-34BB-4C3B-8B5F-8FF9D33F3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864"/>
                <a:ext cx="21" cy="19"/>
              </a:xfrm>
              <a:custGeom>
                <a:avLst/>
                <a:gdLst>
                  <a:gd name="T0" fmla="*/ 1 w 17"/>
                  <a:gd name="T1" fmla="*/ 7 h 14"/>
                  <a:gd name="T2" fmla="*/ 6 w 17"/>
                  <a:gd name="T3" fmla="*/ 35 h 14"/>
                  <a:gd name="T4" fmla="*/ 15 w 17"/>
                  <a:gd name="T5" fmla="*/ 20 h 14"/>
                  <a:gd name="T6" fmla="*/ 32 w 17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1" y="3"/>
                    </a:moveTo>
                    <a:cubicBezTo>
                      <a:pt x="0" y="7"/>
                      <a:pt x="1" y="11"/>
                      <a:pt x="3" y="14"/>
                    </a:cubicBezTo>
                    <a:cubicBezTo>
                      <a:pt x="6" y="13"/>
                      <a:pt x="6" y="10"/>
                      <a:pt x="8" y="8"/>
                    </a:cubicBezTo>
                    <a:cubicBezTo>
                      <a:pt x="11" y="4"/>
                      <a:pt x="15" y="3"/>
                      <a:pt x="17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63" name="Freeform 1851">
                <a:extLst>
                  <a:ext uri="{FF2B5EF4-FFF2-40B4-BE49-F238E27FC236}">
                    <a16:creationId xmlns:a16="http://schemas.microsoft.com/office/drawing/2014/main" id="{25BE66FD-B9AD-4D45-A635-514AFAB51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793"/>
                <a:ext cx="14" cy="23"/>
              </a:xfrm>
              <a:custGeom>
                <a:avLst/>
                <a:gdLst>
                  <a:gd name="T0" fmla="*/ 6 w 11"/>
                  <a:gd name="T1" fmla="*/ 0 h 17"/>
                  <a:gd name="T2" fmla="*/ 23 w 11"/>
                  <a:gd name="T3" fmla="*/ 35 h 17"/>
                  <a:gd name="T4" fmla="*/ 22 w 1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3" y="0"/>
                    </a:moveTo>
                    <a:cubicBezTo>
                      <a:pt x="2" y="9"/>
                      <a:pt x="0" y="17"/>
                      <a:pt x="11" y="14"/>
                    </a:cubicBezTo>
                    <a:cubicBezTo>
                      <a:pt x="10" y="10"/>
                      <a:pt x="7" y="4"/>
                      <a:pt x="1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64" name="Freeform 1852">
                <a:extLst>
                  <a:ext uri="{FF2B5EF4-FFF2-40B4-BE49-F238E27FC236}">
                    <a16:creationId xmlns:a16="http://schemas.microsoft.com/office/drawing/2014/main" id="{55B19102-A5BD-49F9-8A1C-CE0FD2BF7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860"/>
                <a:ext cx="16" cy="33"/>
              </a:xfrm>
              <a:custGeom>
                <a:avLst/>
                <a:gdLst>
                  <a:gd name="T0" fmla="*/ 17 w 13"/>
                  <a:gd name="T1" fmla="*/ 0 h 25"/>
                  <a:gd name="T2" fmla="*/ 9 w 13"/>
                  <a:gd name="T3" fmla="*/ 37 h 25"/>
                  <a:gd name="T4" fmla="*/ 0 w 13"/>
                  <a:gd name="T5" fmla="*/ 55 h 25"/>
                  <a:gd name="T6" fmla="*/ 25 w 13"/>
                  <a:gd name="T7" fmla="*/ 55 h 25"/>
                  <a:gd name="T8" fmla="*/ 21 w 13"/>
                  <a:gd name="T9" fmla="*/ 2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5">
                    <a:moveTo>
                      <a:pt x="9" y="0"/>
                    </a:moveTo>
                    <a:cubicBezTo>
                      <a:pt x="5" y="3"/>
                      <a:pt x="7" y="11"/>
                      <a:pt x="5" y="16"/>
                    </a:cubicBezTo>
                    <a:cubicBezTo>
                      <a:pt x="4" y="19"/>
                      <a:pt x="1" y="21"/>
                      <a:pt x="0" y="24"/>
                    </a:cubicBezTo>
                    <a:cubicBezTo>
                      <a:pt x="3" y="24"/>
                      <a:pt x="9" y="25"/>
                      <a:pt x="13" y="24"/>
                    </a:cubicBezTo>
                    <a:cubicBezTo>
                      <a:pt x="7" y="20"/>
                      <a:pt x="10" y="13"/>
                      <a:pt x="11" y="8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65" name="Freeform 1853">
                <a:extLst>
                  <a:ext uri="{FF2B5EF4-FFF2-40B4-BE49-F238E27FC236}">
                    <a16:creationId xmlns:a16="http://schemas.microsoft.com/office/drawing/2014/main" id="{2CCE4E3A-182D-4F21-B5C7-E86B3D5ED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811"/>
                <a:ext cx="19" cy="17"/>
              </a:xfrm>
              <a:custGeom>
                <a:avLst/>
                <a:gdLst>
                  <a:gd name="T0" fmla="*/ 0 w 15"/>
                  <a:gd name="T1" fmla="*/ 0 h 13"/>
                  <a:gd name="T2" fmla="*/ 30 w 15"/>
                  <a:gd name="T3" fmla="*/ 16 h 13"/>
                  <a:gd name="T4" fmla="*/ 6 w 15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0" y="0"/>
                    </a:moveTo>
                    <a:cubicBezTo>
                      <a:pt x="5" y="2"/>
                      <a:pt x="10" y="6"/>
                      <a:pt x="15" y="7"/>
                    </a:cubicBezTo>
                    <a:cubicBezTo>
                      <a:pt x="11" y="10"/>
                      <a:pt x="7" y="10"/>
                      <a:pt x="3" y="13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66" name="Freeform 1854">
                <a:extLst>
                  <a:ext uri="{FF2B5EF4-FFF2-40B4-BE49-F238E27FC236}">
                    <a16:creationId xmlns:a16="http://schemas.microsoft.com/office/drawing/2014/main" id="{55F7789C-D1FE-4FC5-B5F8-1C4003C6F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744"/>
                <a:ext cx="14" cy="21"/>
              </a:xfrm>
              <a:custGeom>
                <a:avLst/>
                <a:gdLst>
                  <a:gd name="T0" fmla="*/ 0 w 11"/>
                  <a:gd name="T1" fmla="*/ 0 h 16"/>
                  <a:gd name="T2" fmla="*/ 23 w 11"/>
                  <a:gd name="T3" fmla="*/ 9 h 16"/>
                  <a:gd name="T4" fmla="*/ 1 w 11"/>
                  <a:gd name="T5" fmla="*/ 34 h 16"/>
                  <a:gd name="T6" fmla="*/ 6 w 11"/>
                  <a:gd name="T7" fmla="*/ 3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4" y="1"/>
                      <a:pt x="8" y="2"/>
                      <a:pt x="11" y="4"/>
                    </a:cubicBezTo>
                    <a:cubicBezTo>
                      <a:pt x="8" y="8"/>
                      <a:pt x="3" y="10"/>
                      <a:pt x="1" y="15"/>
                    </a:cubicBezTo>
                    <a:cubicBezTo>
                      <a:pt x="2" y="16"/>
                      <a:pt x="2" y="16"/>
                      <a:pt x="3" y="16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67" name="Freeform 1855">
                <a:extLst>
                  <a:ext uri="{FF2B5EF4-FFF2-40B4-BE49-F238E27FC236}">
                    <a16:creationId xmlns:a16="http://schemas.microsoft.com/office/drawing/2014/main" id="{60C15C8D-1D5F-41EF-8D22-1BC584F7F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736"/>
                <a:ext cx="14" cy="16"/>
              </a:xfrm>
              <a:custGeom>
                <a:avLst/>
                <a:gdLst>
                  <a:gd name="T0" fmla="*/ 13 w 11"/>
                  <a:gd name="T1" fmla="*/ 0 h 12"/>
                  <a:gd name="T2" fmla="*/ 0 w 11"/>
                  <a:gd name="T3" fmla="*/ 15 h 12"/>
                  <a:gd name="T4" fmla="*/ 23 w 11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4" y="2"/>
                      <a:pt x="1" y="3"/>
                      <a:pt x="0" y="6"/>
                    </a:cubicBezTo>
                    <a:cubicBezTo>
                      <a:pt x="3" y="8"/>
                      <a:pt x="7" y="10"/>
                      <a:pt x="11" y="12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68" name="Freeform 1856">
                <a:extLst>
                  <a:ext uri="{FF2B5EF4-FFF2-40B4-BE49-F238E27FC236}">
                    <a16:creationId xmlns:a16="http://schemas.microsoft.com/office/drawing/2014/main" id="{EF22E2AB-E83F-4547-B236-525AB8FA2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684"/>
                <a:ext cx="13" cy="21"/>
              </a:xfrm>
              <a:custGeom>
                <a:avLst/>
                <a:gdLst>
                  <a:gd name="T0" fmla="*/ 0 w 10"/>
                  <a:gd name="T1" fmla="*/ 0 h 16"/>
                  <a:gd name="T2" fmla="*/ 22 w 10"/>
                  <a:gd name="T3" fmla="*/ 12 h 16"/>
                  <a:gd name="T4" fmla="*/ 5 w 10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2" y="3"/>
                      <a:pt x="7" y="5"/>
                      <a:pt x="10" y="5"/>
                    </a:cubicBezTo>
                    <a:cubicBezTo>
                      <a:pt x="6" y="6"/>
                      <a:pt x="2" y="11"/>
                      <a:pt x="2" y="16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69" name="Freeform 1857">
                <a:extLst>
                  <a:ext uri="{FF2B5EF4-FFF2-40B4-BE49-F238E27FC236}">
                    <a16:creationId xmlns:a16="http://schemas.microsoft.com/office/drawing/2014/main" id="{64A585B8-E243-4302-A1E7-AB5DEA74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628"/>
                <a:ext cx="25" cy="40"/>
              </a:xfrm>
              <a:custGeom>
                <a:avLst/>
                <a:gdLst>
                  <a:gd name="T0" fmla="*/ 24 w 20"/>
                  <a:gd name="T1" fmla="*/ 0 h 30"/>
                  <a:gd name="T2" fmla="*/ 0 w 20"/>
                  <a:gd name="T3" fmla="*/ 71 h 30"/>
                  <a:gd name="T4" fmla="*/ 24 w 20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0">
                    <a:moveTo>
                      <a:pt x="12" y="0"/>
                    </a:moveTo>
                    <a:cubicBezTo>
                      <a:pt x="3" y="6"/>
                      <a:pt x="9" y="23"/>
                      <a:pt x="0" y="30"/>
                    </a:cubicBezTo>
                    <a:cubicBezTo>
                      <a:pt x="16" y="24"/>
                      <a:pt x="20" y="17"/>
                      <a:pt x="12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70" name="Freeform 1858">
                <a:extLst>
                  <a:ext uri="{FF2B5EF4-FFF2-40B4-BE49-F238E27FC236}">
                    <a16:creationId xmlns:a16="http://schemas.microsoft.com/office/drawing/2014/main" id="{072D72A4-787E-45D2-9142-C463D5E26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592"/>
                <a:ext cx="13" cy="15"/>
              </a:xfrm>
              <a:custGeom>
                <a:avLst/>
                <a:gdLst>
                  <a:gd name="T0" fmla="*/ 1 w 10"/>
                  <a:gd name="T1" fmla="*/ 1 h 11"/>
                  <a:gd name="T2" fmla="*/ 5 w 10"/>
                  <a:gd name="T3" fmla="*/ 27 h 11"/>
                  <a:gd name="T4" fmla="*/ 22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" y="1"/>
                    </a:moveTo>
                    <a:cubicBezTo>
                      <a:pt x="0" y="4"/>
                      <a:pt x="0" y="8"/>
                      <a:pt x="2" y="11"/>
                    </a:cubicBezTo>
                    <a:cubicBezTo>
                      <a:pt x="5" y="8"/>
                      <a:pt x="5" y="2"/>
                      <a:pt x="1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71" name="Freeform 1859">
                <a:extLst>
                  <a:ext uri="{FF2B5EF4-FFF2-40B4-BE49-F238E27FC236}">
                    <a16:creationId xmlns:a16="http://schemas.microsoft.com/office/drawing/2014/main" id="{F301AC40-7339-4176-AEC7-276D9C2DA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549"/>
                <a:ext cx="14" cy="10"/>
              </a:xfrm>
              <a:custGeom>
                <a:avLst/>
                <a:gdLst>
                  <a:gd name="T0" fmla="*/ 0 w 11"/>
                  <a:gd name="T1" fmla="*/ 1 h 7"/>
                  <a:gd name="T2" fmla="*/ 23 w 11"/>
                  <a:gd name="T3" fmla="*/ 20 h 7"/>
                  <a:gd name="T4" fmla="*/ 23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1"/>
                    </a:moveTo>
                    <a:cubicBezTo>
                      <a:pt x="2" y="5"/>
                      <a:pt x="7" y="7"/>
                      <a:pt x="11" y="7"/>
                    </a:cubicBezTo>
                    <a:cubicBezTo>
                      <a:pt x="10" y="5"/>
                      <a:pt x="9" y="2"/>
                      <a:pt x="11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72" name="Freeform 1860">
                <a:extLst>
                  <a:ext uri="{FF2B5EF4-FFF2-40B4-BE49-F238E27FC236}">
                    <a16:creationId xmlns:a16="http://schemas.microsoft.com/office/drawing/2014/main" id="{32382258-63EF-4466-826D-FEE842189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668"/>
                <a:ext cx="11" cy="16"/>
              </a:xfrm>
              <a:custGeom>
                <a:avLst/>
                <a:gdLst>
                  <a:gd name="T0" fmla="*/ 0 w 9"/>
                  <a:gd name="T1" fmla="*/ 20 h 12"/>
                  <a:gd name="T2" fmla="*/ 11 w 9"/>
                  <a:gd name="T3" fmla="*/ 28 h 12"/>
                  <a:gd name="T4" fmla="*/ 16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8"/>
                    </a:moveTo>
                    <a:cubicBezTo>
                      <a:pt x="2" y="8"/>
                      <a:pt x="4" y="10"/>
                      <a:pt x="6" y="12"/>
                    </a:cubicBezTo>
                    <a:cubicBezTo>
                      <a:pt x="8" y="8"/>
                      <a:pt x="8" y="4"/>
                      <a:pt x="9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73" name="Freeform 1861">
                <a:extLst>
                  <a:ext uri="{FF2B5EF4-FFF2-40B4-BE49-F238E27FC236}">
                    <a16:creationId xmlns:a16="http://schemas.microsoft.com/office/drawing/2014/main" id="{02195E7E-4BE4-4642-99F0-776529EBD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52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15 h 6"/>
                  <a:gd name="T4" fmla="*/ 15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6"/>
                      <a:pt x="4" y="6"/>
                      <a:pt x="6" y="6"/>
                    </a:cubicBezTo>
                    <a:cubicBezTo>
                      <a:pt x="6" y="4"/>
                      <a:pt x="6" y="2"/>
                      <a:pt x="6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74" name="Freeform 1862">
                <a:extLst>
                  <a:ext uri="{FF2B5EF4-FFF2-40B4-BE49-F238E27FC236}">
                    <a16:creationId xmlns:a16="http://schemas.microsoft.com/office/drawing/2014/main" id="{09CFA6FA-D9F7-46C5-A35E-CC838FDA2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987"/>
                <a:ext cx="17" cy="22"/>
              </a:xfrm>
              <a:custGeom>
                <a:avLst/>
                <a:gdLst>
                  <a:gd name="T0" fmla="*/ 0 w 14"/>
                  <a:gd name="T1" fmla="*/ 8 h 17"/>
                  <a:gd name="T2" fmla="*/ 7 w 14"/>
                  <a:gd name="T3" fmla="*/ 36 h 17"/>
                  <a:gd name="T4" fmla="*/ 16 w 14"/>
                  <a:gd name="T5" fmla="*/ 8 h 17"/>
                  <a:gd name="T6" fmla="*/ 25 w 14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0" y="4"/>
                    </a:moveTo>
                    <a:cubicBezTo>
                      <a:pt x="1" y="9"/>
                      <a:pt x="3" y="12"/>
                      <a:pt x="4" y="17"/>
                    </a:cubicBezTo>
                    <a:cubicBezTo>
                      <a:pt x="7" y="13"/>
                      <a:pt x="6" y="8"/>
                      <a:pt x="9" y="4"/>
                    </a:cubicBezTo>
                    <a:cubicBezTo>
                      <a:pt x="11" y="2"/>
                      <a:pt x="13" y="1"/>
                      <a:pt x="14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75" name="Freeform 1863">
                <a:extLst>
                  <a:ext uri="{FF2B5EF4-FFF2-40B4-BE49-F238E27FC236}">
                    <a16:creationId xmlns:a16="http://schemas.microsoft.com/office/drawing/2014/main" id="{0F0058A0-31B3-44D6-9E9B-7C37AFEFA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912"/>
                <a:ext cx="10" cy="40"/>
              </a:xfrm>
              <a:custGeom>
                <a:avLst/>
                <a:gdLst>
                  <a:gd name="T0" fmla="*/ 8 w 8"/>
                  <a:gd name="T1" fmla="*/ 0 h 30"/>
                  <a:gd name="T2" fmla="*/ 1 w 8"/>
                  <a:gd name="T3" fmla="*/ 31 h 30"/>
                  <a:gd name="T4" fmla="*/ 6 w 8"/>
                  <a:gd name="T5" fmla="*/ 71 h 30"/>
                  <a:gd name="T6" fmla="*/ 16 w 8"/>
                  <a:gd name="T7" fmla="*/ 4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0">
                    <a:moveTo>
                      <a:pt x="4" y="0"/>
                    </a:moveTo>
                    <a:cubicBezTo>
                      <a:pt x="5" y="4"/>
                      <a:pt x="2" y="9"/>
                      <a:pt x="1" y="13"/>
                    </a:cubicBezTo>
                    <a:cubicBezTo>
                      <a:pt x="0" y="19"/>
                      <a:pt x="1" y="24"/>
                      <a:pt x="3" y="30"/>
                    </a:cubicBezTo>
                    <a:cubicBezTo>
                      <a:pt x="2" y="25"/>
                      <a:pt x="4" y="21"/>
                      <a:pt x="8" y="18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76" name="Freeform 1864">
                <a:extLst>
                  <a:ext uri="{FF2B5EF4-FFF2-40B4-BE49-F238E27FC236}">
                    <a16:creationId xmlns:a16="http://schemas.microsoft.com/office/drawing/2014/main" id="{FB0FF4E2-2126-4CF1-BA27-BAE954FAF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009"/>
                <a:ext cx="9" cy="48"/>
              </a:xfrm>
              <a:custGeom>
                <a:avLst/>
                <a:gdLst>
                  <a:gd name="T0" fmla="*/ 5 w 7"/>
                  <a:gd name="T1" fmla="*/ 0 h 36"/>
                  <a:gd name="T2" fmla="*/ 6 w 7"/>
                  <a:gd name="T3" fmla="*/ 55 h 36"/>
                  <a:gd name="T4" fmla="*/ 15 w 7"/>
                  <a:gd name="T5" fmla="*/ 85 h 36"/>
                  <a:gd name="T6" fmla="*/ 15 w 7"/>
                  <a:gd name="T7" fmla="*/ 9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6">
                    <a:moveTo>
                      <a:pt x="2" y="0"/>
                    </a:moveTo>
                    <a:cubicBezTo>
                      <a:pt x="0" y="7"/>
                      <a:pt x="1" y="15"/>
                      <a:pt x="3" y="23"/>
                    </a:cubicBezTo>
                    <a:cubicBezTo>
                      <a:pt x="4" y="28"/>
                      <a:pt x="4" y="32"/>
                      <a:pt x="7" y="36"/>
                    </a:cubicBezTo>
                    <a:cubicBezTo>
                      <a:pt x="4" y="26"/>
                      <a:pt x="7" y="14"/>
                      <a:pt x="7" y="4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77" name="Freeform 1865">
                <a:extLst>
                  <a:ext uri="{FF2B5EF4-FFF2-40B4-BE49-F238E27FC236}">
                    <a16:creationId xmlns:a16="http://schemas.microsoft.com/office/drawing/2014/main" id="{79397030-4B4D-441A-A28F-16D077C7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052"/>
                <a:ext cx="11" cy="12"/>
              </a:xfrm>
              <a:custGeom>
                <a:avLst/>
                <a:gdLst>
                  <a:gd name="T0" fmla="*/ 0 w 9"/>
                  <a:gd name="T1" fmla="*/ 12 h 9"/>
                  <a:gd name="T2" fmla="*/ 13 w 9"/>
                  <a:gd name="T3" fmla="*/ 21 h 9"/>
                  <a:gd name="T4" fmla="*/ 11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2" y="7"/>
                      <a:pt x="5" y="9"/>
                      <a:pt x="7" y="9"/>
                    </a:cubicBezTo>
                    <a:cubicBezTo>
                      <a:pt x="9" y="7"/>
                      <a:pt x="7" y="3"/>
                      <a:pt x="6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78" name="Freeform 1866">
                <a:extLst>
                  <a:ext uri="{FF2B5EF4-FFF2-40B4-BE49-F238E27FC236}">
                    <a16:creationId xmlns:a16="http://schemas.microsoft.com/office/drawing/2014/main" id="{622CDE3D-03B5-447E-BD92-2B3190FC9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037"/>
                <a:ext cx="14" cy="10"/>
              </a:xfrm>
              <a:custGeom>
                <a:avLst/>
                <a:gdLst>
                  <a:gd name="T0" fmla="*/ 1 w 11"/>
                  <a:gd name="T1" fmla="*/ 6 h 7"/>
                  <a:gd name="T2" fmla="*/ 0 w 11"/>
                  <a:gd name="T3" fmla="*/ 13 h 7"/>
                  <a:gd name="T4" fmla="*/ 10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4" y="7"/>
                      <a:pt x="11" y="4"/>
                      <a:pt x="5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79" name="Freeform 1867">
                <a:extLst>
                  <a:ext uri="{FF2B5EF4-FFF2-40B4-BE49-F238E27FC236}">
                    <a16:creationId xmlns:a16="http://schemas.microsoft.com/office/drawing/2014/main" id="{58189604-35FE-45D0-A3CB-84DA576D3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140"/>
                <a:ext cx="17" cy="16"/>
              </a:xfrm>
              <a:custGeom>
                <a:avLst/>
                <a:gdLst>
                  <a:gd name="T0" fmla="*/ 1 w 14"/>
                  <a:gd name="T1" fmla="*/ 5 h 12"/>
                  <a:gd name="T2" fmla="*/ 9 w 14"/>
                  <a:gd name="T3" fmla="*/ 28 h 12"/>
                  <a:gd name="T4" fmla="*/ 25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" y="2"/>
                    </a:moveTo>
                    <a:cubicBezTo>
                      <a:pt x="0" y="6"/>
                      <a:pt x="1" y="12"/>
                      <a:pt x="5" y="12"/>
                    </a:cubicBezTo>
                    <a:cubicBezTo>
                      <a:pt x="7" y="6"/>
                      <a:pt x="6" y="2"/>
                      <a:pt x="14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80" name="Freeform 1868">
                <a:extLst>
                  <a:ext uri="{FF2B5EF4-FFF2-40B4-BE49-F238E27FC236}">
                    <a16:creationId xmlns:a16="http://schemas.microsoft.com/office/drawing/2014/main" id="{5D2F5916-5408-4136-B6E6-B876765FA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192"/>
                <a:ext cx="18" cy="25"/>
              </a:xfrm>
              <a:custGeom>
                <a:avLst/>
                <a:gdLst>
                  <a:gd name="T0" fmla="*/ 15 w 14"/>
                  <a:gd name="T1" fmla="*/ 0 h 19"/>
                  <a:gd name="T2" fmla="*/ 5 w 14"/>
                  <a:gd name="T3" fmla="*/ 34 h 19"/>
                  <a:gd name="T4" fmla="*/ 30 w 14"/>
                  <a:gd name="T5" fmla="*/ 4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7" y="0"/>
                    </a:moveTo>
                    <a:cubicBezTo>
                      <a:pt x="6" y="3"/>
                      <a:pt x="0" y="12"/>
                      <a:pt x="2" y="15"/>
                    </a:cubicBezTo>
                    <a:cubicBezTo>
                      <a:pt x="4" y="17"/>
                      <a:pt x="11" y="17"/>
                      <a:pt x="14" y="19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81" name="Freeform 1869">
                <a:extLst>
                  <a:ext uri="{FF2B5EF4-FFF2-40B4-BE49-F238E27FC236}">
                    <a16:creationId xmlns:a16="http://schemas.microsoft.com/office/drawing/2014/main" id="{CCEBC4FD-B0E3-402A-8082-7C67B9338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220"/>
                <a:ext cx="12" cy="17"/>
              </a:xfrm>
              <a:custGeom>
                <a:avLst/>
                <a:gdLst>
                  <a:gd name="T0" fmla="*/ 0 w 9"/>
                  <a:gd name="T1" fmla="*/ 0 h 13"/>
                  <a:gd name="T2" fmla="*/ 21 w 9"/>
                  <a:gd name="T3" fmla="*/ 0 h 13"/>
                  <a:gd name="T4" fmla="*/ 5 w 9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3" y="1"/>
                      <a:pt x="6" y="0"/>
                      <a:pt x="9" y="0"/>
                    </a:cubicBezTo>
                    <a:cubicBezTo>
                      <a:pt x="7" y="3"/>
                      <a:pt x="2" y="10"/>
                      <a:pt x="2" y="13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82" name="Freeform 1870">
                <a:extLst>
                  <a:ext uri="{FF2B5EF4-FFF2-40B4-BE49-F238E27FC236}">
                    <a16:creationId xmlns:a16="http://schemas.microsoft.com/office/drawing/2014/main" id="{3EE15BF6-AB8E-4306-927F-E7B860748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187"/>
                <a:ext cx="7" cy="14"/>
              </a:xfrm>
              <a:custGeom>
                <a:avLst/>
                <a:gdLst>
                  <a:gd name="T0" fmla="*/ 0 w 6"/>
                  <a:gd name="T1" fmla="*/ 0 h 11"/>
                  <a:gd name="T2" fmla="*/ 9 w 6"/>
                  <a:gd name="T3" fmla="*/ 5 h 11"/>
                  <a:gd name="T4" fmla="*/ 2 w 6"/>
                  <a:gd name="T5" fmla="*/ 22 h 11"/>
                  <a:gd name="T6" fmla="*/ 6 w 6"/>
                  <a:gd name="T7" fmla="*/ 2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  <a:cubicBezTo>
                      <a:pt x="6" y="5"/>
                      <a:pt x="3" y="6"/>
                      <a:pt x="2" y="10"/>
                    </a:cubicBezTo>
                    <a:cubicBezTo>
                      <a:pt x="2" y="10"/>
                      <a:pt x="3" y="11"/>
                      <a:pt x="3" y="11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83" name="Freeform 1871">
                <a:extLst>
                  <a:ext uri="{FF2B5EF4-FFF2-40B4-BE49-F238E27FC236}">
                    <a16:creationId xmlns:a16="http://schemas.microsoft.com/office/drawing/2014/main" id="{67FBE47A-1F40-446A-AB19-3D97519D4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51"/>
                <a:ext cx="19" cy="24"/>
              </a:xfrm>
              <a:custGeom>
                <a:avLst/>
                <a:gdLst>
                  <a:gd name="T0" fmla="*/ 0 w 15"/>
                  <a:gd name="T1" fmla="*/ 7 h 18"/>
                  <a:gd name="T2" fmla="*/ 30 w 15"/>
                  <a:gd name="T3" fmla="*/ 43 h 18"/>
                  <a:gd name="T4" fmla="*/ 20 w 15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0" y="3"/>
                    </a:moveTo>
                    <a:cubicBezTo>
                      <a:pt x="7" y="4"/>
                      <a:pt x="11" y="13"/>
                      <a:pt x="15" y="18"/>
                    </a:cubicBezTo>
                    <a:cubicBezTo>
                      <a:pt x="14" y="12"/>
                      <a:pt x="10" y="7"/>
                      <a:pt x="1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84" name="Freeform 1872">
                <a:extLst>
                  <a:ext uri="{FF2B5EF4-FFF2-40B4-BE49-F238E27FC236}">
                    <a16:creationId xmlns:a16="http://schemas.microsoft.com/office/drawing/2014/main" id="{210ECAF5-B5B9-4DB9-A3C6-425132178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3303"/>
                <a:ext cx="17" cy="32"/>
              </a:xfrm>
              <a:custGeom>
                <a:avLst/>
                <a:gdLst>
                  <a:gd name="T0" fmla="*/ 21 w 13"/>
                  <a:gd name="T1" fmla="*/ 0 h 24"/>
                  <a:gd name="T2" fmla="*/ 0 w 13"/>
                  <a:gd name="T3" fmla="*/ 57 h 24"/>
                  <a:gd name="T4" fmla="*/ 22 w 13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9" y="0"/>
                    </a:moveTo>
                    <a:cubicBezTo>
                      <a:pt x="3" y="8"/>
                      <a:pt x="4" y="17"/>
                      <a:pt x="0" y="24"/>
                    </a:cubicBezTo>
                    <a:cubicBezTo>
                      <a:pt x="13" y="24"/>
                      <a:pt x="12" y="12"/>
                      <a:pt x="10" y="2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85" name="Freeform 1873">
                <a:extLst>
                  <a:ext uri="{FF2B5EF4-FFF2-40B4-BE49-F238E27FC236}">
                    <a16:creationId xmlns:a16="http://schemas.microsoft.com/office/drawing/2014/main" id="{19B0459A-8C48-442D-B071-9E62F3314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3345"/>
                <a:ext cx="13" cy="12"/>
              </a:xfrm>
              <a:custGeom>
                <a:avLst/>
                <a:gdLst>
                  <a:gd name="T0" fmla="*/ 0 w 10"/>
                  <a:gd name="T1" fmla="*/ 12 h 9"/>
                  <a:gd name="T2" fmla="*/ 16 w 10"/>
                  <a:gd name="T3" fmla="*/ 21 h 9"/>
                  <a:gd name="T4" fmla="*/ 16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3" y="5"/>
                      <a:pt x="5" y="7"/>
                      <a:pt x="7" y="9"/>
                    </a:cubicBezTo>
                    <a:cubicBezTo>
                      <a:pt x="10" y="7"/>
                      <a:pt x="8" y="3"/>
                      <a:pt x="7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86" name="Freeform 1874">
                <a:extLst>
                  <a:ext uri="{FF2B5EF4-FFF2-40B4-BE49-F238E27FC236}">
                    <a16:creationId xmlns:a16="http://schemas.microsoft.com/office/drawing/2014/main" id="{7B6BA71C-63D4-4A7D-8850-35B4EBBC0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419"/>
                <a:ext cx="20" cy="22"/>
              </a:xfrm>
              <a:custGeom>
                <a:avLst/>
                <a:gdLst>
                  <a:gd name="T0" fmla="*/ 16 w 16"/>
                  <a:gd name="T1" fmla="*/ 0 h 17"/>
                  <a:gd name="T2" fmla="*/ 0 w 16"/>
                  <a:gd name="T3" fmla="*/ 32 h 17"/>
                  <a:gd name="T4" fmla="*/ 16 w 16"/>
                  <a:gd name="T5" fmla="*/ 35 h 17"/>
                  <a:gd name="T6" fmla="*/ 31 w 16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8" y="0"/>
                    </a:moveTo>
                    <a:cubicBezTo>
                      <a:pt x="5" y="6"/>
                      <a:pt x="5" y="11"/>
                      <a:pt x="0" y="15"/>
                    </a:cubicBezTo>
                    <a:cubicBezTo>
                      <a:pt x="3" y="14"/>
                      <a:pt x="6" y="17"/>
                      <a:pt x="8" y="16"/>
                    </a:cubicBezTo>
                    <a:cubicBezTo>
                      <a:pt x="13" y="14"/>
                      <a:pt x="11" y="5"/>
                      <a:pt x="16" y="2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87" name="Freeform 1875">
                <a:extLst>
                  <a:ext uri="{FF2B5EF4-FFF2-40B4-BE49-F238E27FC236}">
                    <a16:creationId xmlns:a16="http://schemas.microsoft.com/office/drawing/2014/main" id="{66CEE0EA-6373-4653-A070-CBE55018F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3467"/>
                <a:ext cx="9" cy="17"/>
              </a:xfrm>
              <a:custGeom>
                <a:avLst/>
                <a:gdLst>
                  <a:gd name="T0" fmla="*/ 0 w 7"/>
                  <a:gd name="T1" fmla="*/ 0 h 13"/>
                  <a:gd name="T2" fmla="*/ 1 w 7"/>
                  <a:gd name="T3" fmla="*/ 29 h 13"/>
                  <a:gd name="T4" fmla="*/ 15 w 7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0" y="4"/>
                      <a:pt x="0" y="9"/>
                      <a:pt x="1" y="13"/>
                    </a:cubicBezTo>
                    <a:cubicBezTo>
                      <a:pt x="3" y="13"/>
                      <a:pt x="5" y="12"/>
                      <a:pt x="7" y="11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88" name="Freeform 1876">
                <a:extLst>
                  <a:ext uri="{FF2B5EF4-FFF2-40B4-BE49-F238E27FC236}">
                    <a16:creationId xmlns:a16="http://schemas.microsoft.com/office/drawing/2014/main" id="{5E700EA9-AA6A-4C41-9117-231F1C0EC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3532"/>
                <a:ext cx="16" cy="31"/>
              </a:xfrm>
              <a:custGeom>
                <a:avLst/>
                <a:gdLst>
                  <a:gd name="T0" fmla="*/ 14 w 13"/>
                  <a:gd name="T1" fmla="*/ 0 h 23"/>
                  <a:gd name="T2" fmla="*/ 0 w 13"/>
                  <a:gd name="T3" fmla="*/ 54 h 23"/>
                  <a:gd name="T4" fmla="*/ 25 w 13"/>
                  <a:gd name="T5" fmla="*/ 57 h 23"/>
                  <a:gd name="T6" fmla="*/ 18 w 13"/>
                  <a:gd name="T7" fmla="*/ 2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7" y="0"/>
                    </a:moveTo>
                    <a:cubicBezTo>
                      <a:pt x="3" y="8"/>
                      <a:pt x="6" y="15"/>
                      <a:pt x="0" y="22"/>
                    </a:cubicBezTo>
                    <a:cubicBezTo>
                      <a:pt x="4" y="23"/>
                      <a:pt x="9" y="23"/>
                      <a:pt x="13" y="23"/>
                    </a:cubicBezTo>
                    <a:cubicBezTo>
                      <a:pt x="10" y="20"/>
                      <a:pt x="10" y="15"/>
                      <a:pt x="10" y="11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89" name="Freeform 1877">
                <a:extLst>
                  <a:ext uri="{FF2B5EF4-FFF2-40B4-BE49-F238E27FC236}">
                    <a16:creationId xmlns:a16="http://schemas.microsoft.com/office/drawing/2014/main" id="{735D3A73-65AD-49BC-A83E-3A35EAED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576"/>
                <a:ext cx="10" cy="45"/>
              </a:xfrm>
              <a:custGeom>
                <a:avLst/>
                <a:gdLst>
                  <a:gd name="T0" fmla="*/ 8 w 8"/>
                  <a:gd name="T1" fmla="*/ 0 h 34"/>
                  <a:gd name="T2" fmla="*/ 0 w 8"/>
                  <a:gd name="T3" fmla="*/ 42 h 34"/>
                  <a:gd name="T4" fmla="*/ 8 w 8"/>
                  <a:gd name="T5" fmla="*/ 79 h 34"/>
                  <a:gd name="T6" fmla="*/ 16 w 8"/>
                  <a:gd name="T7" fmla="*/ 49 h 34"/>
                  <a:gd name="T8" fmla="*/ 14 w 8"/>
                  <a:gd name="T9" fmla="*/ 4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4">
                    <a:moveTo>
                      <a:pt x="4" y="0"/>
                    </a:moveTo>
                    <a:cubicBezTo>
                      <a:pt x="4" y="7"/>
                      <a:pt x="1" y="12"/>
                      <a:pt x="0" y="18"/>
                    </a:cubicBezTo>
                    <a:cubicBezTo>
                      <a:pt x="0" y="24"/>
                      <a:pt x="5" y="28"/>
                      <a:pt x="4" y="34"/>
                    </a:cubicBezTo>
                    <a:cubicBezTo>
                      <a:pt x="4" y="29"/>
                      <a:pt x="7" y="25"/>
                      <a:pt x="8" y="21"/>
                    </a:cubicBezTo>
                    <a:cubicBezTo>
                      <a:pt x="8" y="20"/>
                      <a:pt x="7" y="21"/>
                      <a:pt x="7" y="2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90" name="Freeform 1878">
                <a:extLst>
                  <a:ext uri="{FF2B5EF4-FFF2-40B4-BE49-F238E27FC236}">
                    <a16:creationId xmlns:a16="http://schemas.microsoft.com/office/drawing/2014/main" id="{00EB0EE7-9145-484B-B3B2-3285EFD17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3567"/>
                <a:ext cx="14" cy="16"/>
              </a:xfrm>
              <a:custGeom>
                <a:avLst/>
                <a:gdLst>
                  <a:gd name="T0" fmla="*/ 0 w 11"/>
                  <a:gd name="T1" fmla="*/ 0 h 12"/>
                  <a:gd name="T2" fmla="*/ 8 w 11"/>
                  <a:gd name="T3" fmla="*/ 28 h 12"/>
                  <a:gd name="T4" fmla="*/ 23 w 11"/>
                  <a:gd name="T5" fmla="*/ 2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0" y="4"/>
                      <a:pt x="2" y="9"/>
                      <a:pt x="4" y="12"/>
                    </a:cubicBezTo>
                    <a:cubicBezTo>
                      <a:pt x="7" y="10"/>
                      <a:pt x="7" y="6"/>
                      <a:pt x="11" y="8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91" name="Freeform 1879">
                <a:extLst>
                  <a:ext uri="{FF2B5EF4-FFF2-40B4-BE49-F238E27FC236}">
                    <a16:creationId xmlns:a16="http://schemas.microsoft.com/office/drawing/2014/main" id="{A9821FED-C756-4D11-AF1F-228EBC0AD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3537"/>
                <a:ext cx="7" cy="7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8 h 5"/>
                  <a:gd name="T4" fmla="*/ 9 w 6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5"/>
                      <a:pt x="4" y="5"/>
                      <a:pt x="6" y="5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92" name="Freeform 1880">
                <a:extLst>
                  <a:ext uri="{FF2B5EF4-FFF2-40B4-BE49-F238E27FC236}">
                    <a16:creationId xmlns:a16="http://schemas.microsoft.com/office/drawing/2014/main" id="{67E9B1B3-B229-422F-A221-96E6B720D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545"/>
                <a:ext cx="19" cy="20"/>
              </a:xfrm>
              <a:custGeom>
                <a:avLst/>
                <a:gdLst>
                  <a:gd name="T0" fmla="*/ 0 w 15"/>
                  <a:gd name="T1" fmla="*/ 0 h 15"/>
                  <a:gd name="T2" fmla="*/ 30 w 15"/>
                  <a:gd name="T3" fmla="*/ 1 h 15"/>
                  <a:gd name="T4" fmla="*/ 8 w 15"/>
                  <a:gd name="T5" fmla="*/ 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5" y="2"/>
                      <a:pt x="10" y="1"/>
                      <a:pt x="15" y="1"/>
                    </a:cubicBezTo>
                    <a:cubicBezTo>
                      <a:pt x="10" y="5"/>
                      <a:pt x="7" y="10"/>
                      <a:pt x="4" y="15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93" name="Freeform 1881">
                <a:extLst>
                  <a:ext uri="{FF2B5EF4-FFF2-40B4-BE49-F238E27FC236}">
                    <a16:creationId xmlns:a16="http://schemas.microsoft.com/office/drawing/2014/main" id="{06A9F26A-B39D-4B48-B3C2-709527541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623"/>
                <a:ext cx="10" cy="14"/>
              </a:xfrm>
              <a:custGeom>
                <a:avLst/>
                <a:gdLst>
                  <a:gd name="T0" fmla="*/ 10 w 8"/>
                  <a:gd name="T1" fmla="*/ 0 h 11"/>
                  <a:gd name="T2" fmla="*/ 1 w 8"/>
                  <a:gd name="T3" fmla="*/ 18 h 11"/>
                  <a:gd name="T4" fmla="*/ 16 w 8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cubicBezTo>
                      <a:pt x="3" y="3"/>
                      <a:pt x="0" y="6"/>
                      <a:pt x="1" y="9"/>
                    </a:cubicBezTo>
                    <a:cubicBezTo>
                      <a:pt x="4" y="9"/>
                      <a:pt x="7" y="8"/>
                      <a:pt x="8" y="11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94" name="Freeform 1882">
                <a:extLst>
                  <a:ext uri="{FF2B5EF4-FFF2-40B4-BE49-F238E27FC236}">
                    <a16:creationId xmlns:a16="http://schemas.microsoft.com/office/drawing/2014/main" id="{815AF47C-FEE9-430B-9995-D0B890061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659"/>
                <a:ext cx="20" cy="18"/>
              </a:xfrm>
              <a:custGeom>
                <a:avLst/>
                <a:gdLst>
                  <a:gd name="T0" fmla="*/ 0 w 16"/>
                  <a:gd name="T1" fmla="*/ 15 h 14"/>
                  <a:gd name="T2" fmla="*/ 10 w 16"/>
                  <a:gd name="T3" fmla="*/ 30 h 14"/>
                  <a:gd name="T4" fmla="*/ 18 w 16"/>
                  <a:gd name="T5" fmla="*/ 8 h 14"/>
                  <a:gd name="T6" fmla="*/ 31 w 1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7"/>
                    </a:moveTo>
                    <a:cubicBezTo>
                      <a:pt x="0" y="10"/>
                      <a:pt x="2" y="12"/>
                      <a:pt x="5" y="14"/>
                    </a:cubicBezTo>
                    <a:cubicBezTo>
                      <a:pt x="7" y="11"/>
                      <a:pt x="6" y="6"/>
                      <a:pt x="9" y="4"/>
                    </a:cubicBezTo>
                    <a:cubicBezTo>
                      <a:pt x="11" y="2"/>
                      <a:pt x="14" y="2"/>
                      <a:pt x="16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95" name="Freeform 1883">
                <a:extLst>
                  <a:ext uri="{FF2B5EF4-FFF2-40B4-BE49-F238E27FC236}">
                    <a16:creationId xmlns:a16="http://schemas.microsoft.com/office/drawing/2014/main" id="{6B88B9CB-DDD3-484A-83D7-A1B4A7659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679"/>
                <a:ext cx="14" cy="30"/>
              </a:xfrm>
              <a:custGeom>
                <a:avLst/>
                <a:gdLst>
                  <a:gd name="T0" fmla="*/ 10 w 11"/>
                  <a:gd name="T1" fmla="*/ 0 h 23"/>
                  <a:gd name="T2" fmla="*/ 22 w 11"/>
                  <a:gd name="T3" fmla="*/ 51 h 23"/>
                  <a:gd name="T4" fmla="*/ 23 w 11"/>
                  <a:gd name="T5" fmla="*/ 1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5" y="0"/>
                    </a:moveTo>
                    <a:cubicBezTo>
                      <a:pt x="0" y="9"/>
                      <a:pt x="8" y="16"/>
                      <a:pt x="10" y="23"/>
                    </a:cubicBezTo>
                    <a:cubicBezTo>
                      <a:pt x="9" y="17"/>
                      <a:pt x="9" y="12"/>
                      <a:pt x="11" y="6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96" name="Freeform 1884">
                <a:extLst>
                  <a:ext uri="{FF2B5EF4-FFF2-40B4-BE49-F238E27FC236}">
                    <a16:creationId xmlns:a16="http://schemas.microsoft.com/office/drawing/2014/main" id="{2D3D111A-5446-4FC0-B272-6F6AF4BF1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708"/>
                <a:ext cx="16" cy="17"/>
              </a:xfrm>
              <a:custGeom>
                <a:avLst/>
                <a:gdLst>
                  <a:gd name="T0" fmla="*/ 0 w 13"/>
                  <a:gd name="T1" fmla="*/ 17 h 13"/>
                  <a:gd name="T2" fmla="*/ 25 w 13"/>
                  <a:gd name="T3" fmla="*/ 29 h 13"/>
                  <a:gd name="T4" fmla="*/ 14 w 13"/>
                  <a:gd name="T5" fmla="*/ 1 h 13"/>
                  <a:gd name="T6" fmla="*/ 15 w 13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8"/>
                    </a:moveTo>
                    <a:cubicBezTo>
                      <a:pt x="4" y="6"/>
                      <a:pt x="9" y="12"/>
                      <a:pt x="13" y="13"/>
                    </a:cubicBezTo>
                    <a:cubicBezTo>
                      <a:pt x="12" y="9"/>
                      <a:pt x="9" y="5"/>
                      <a:pt x="7" y="1"/>
                    </a:cubicBezTo>
                    <a:cubicBezTo>
                      <a:pt x="7" y="0"/>
                      <a:pt x="7" y="1"/>
                      <a:pt x="8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97" name="Freeform 1885">
                <a:extLst>
                  <a:ext uri="{FF2B5EF4-FFF2-40B4-BE49-F238E27FC236}">
                    <a16:creationId xmlns:a16="http://schemas.microsoft.com/office/drawing/2014/main" id="{080CE299-1E89-408A-B4B0-ED9E11B11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103"/>
                <a:ext cx="9" cy="17"/>
              </a:xfrm>
              <a:custGeom>
                <a:avLst/>
                <a:gdLst>
                  <a:gd name="T0" fmla="*/ 5 w 7"/>
                  <a:gd name="T1" fmla="*/ 29 h 13"/>
                  <a:gd name="T2" fmla="*/ 15 w 7"/>
                  <a:gd name="T3" fmla="*/ 12 h 13"/>
                  <a:gd name="T4" fmla="*/ 0 w 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2" y="13"/>
                    </a:moveTo>
                    <a:cubicBezTo>
                      <a:pt x="2" y="10"/>
                      <a:pt x="5" y="7"/>
                      <a:pt x="7" y="5"/>
                    </a:cubicBezTo>
                    <a:cubicBezTo>
                      <a:pt x="4" y="4"/>
                      <a:pt x="1" y="3"/>
                      <a:pt x="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98" name="Freeform 1886">
                <a:extLst>
                  <a:ext uri="{FF2B5EF4-FFF2-40B4-BE49-F238E27FC236}">
                    <a16:creationId xmlns:a16="http://schemas.microsoft.com/office/drawing/2014/main" id="{FF7C98EF-0E92-4B4D-A961-6DD178AC3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047"/>
                <a:ext cx="9" cy="12"/>
              </a:xfrm>
              <a:custGeom>
                <a:avLst/>
                <a:gdLst>
                  <a:gd name="T0" fmla="*/ 6 w 7"/>
                  <a:gd name="T1" fmla="*/ 21 h 9"/>
                  <a:gd name="T2" fmla="*/ 15 w 7"/>
                  <a:gd name="T3" fmla="*/ 1 h 9"/>
                  <a:gd name="T4" fmla="*/ 0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cubicBezTo>
                      <a:pt x="4" y="6"/>
                      <a:pt x="4" y="3"/>
                      <a:pt x="7" y="1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99" name="Freeform 1887">
                <a:extLst>
                  <a:ext uri="{FF2B5EF4-FFF2-40B4-BE49-F238E27FC236}">
                    <a16:creationId xmlns:a16="http://schemas.microsoft.com/office/drawing/2014/main" id="{555CFB10-7D4C-4F47-BCB2-46E7E3C56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673"/>
                <a:ext cx="14" cy="15"/>
              </a:xfrm>
              <a:custGeom>
                <a:avLst/>
                <a:gdLst>
                  <a:gd name="T0" fmla="*/ 6 w 11"/>
                  <a:gd name="T1" fmla="*/ 27 h 11"/>
                  <a:gd name="T2" fmla="*/ 23 w 11"/>
                  <a:gd name="T3" fmla="*/ 5 h 11"/>
                  <a:gd name="T4" fmla="*/ 0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3" y="11"/>
                    </a:moveTo>
                    <a:cubicBezTo>
                      <a:pt x="5" y="8"/>
                      <a:pt x="7" y="4"/>
                      <a:pt x="11" y="2"/>
                    </a:cubicBezTo>
                    <a:cubicBezTo>
                      <a:pt x="7" y="3"/>
                      <a:pt x="4" y="0"/>
                      <a:pt x="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00" name="Freeform 1888">
                <a:extLst>
                  <a:ext uri="{FF2B5EF4-FFF2-40B4-BE49-F238E27FC236}">
                    <a16:creationId xmlns:a16="http://schemas.microsoft.com/office/drawing/2014/main" id="{23295763-B5F9-4C6B-B0E1-82C58DBFE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771"/>
                <a:ext cx="18" cy="18"/>
              </a:xfrm>
              <a:custGeom>
                <a:avLst/>
                <a:gdLst>
                  <a:gd name="T0" fmla="*/ 0 w 14"/>
                  <a:gd name="T1" fmla="*/ 23 h 14"/>
                  <a:gd name="T2" fmla="*/ 30 w 14"/>
                  <a:gd name="T3" fmla="*/ 30 h 14"/>
                  <a:gd name="T4" fmla="*/ 23 w 14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0" y="11"/>
                    </a:moveTo>
                    <a:cubicBezTo>
                      <a:pt x="6" y="11"/>
                      <a:pt x="9" y="13"/>
                      <a:pt x="14" y="14"/>
                    </a:cubicBezTo>
                    <a:cubicBezTo>
                      <a:pt x="12" y="10"/>
                      <a:pt x="10" y="4"/>
                      <a:pt x="11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01" name="Freeform 1889">
                <a:extLst>
                  <a:ext uri="{FF2B5EF4-FFF2-40B4-BE49-F238E27FC236}">
                    <a16:creationId xmlns:a16="http://schemas.microsoft.com/office/drawing/2014/main" id="{DE335D08-0311-435B-9C09-F50D5A1BA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933"/>
                <a:ext cx="16" cy="14"/>
              </a:xfrm>
              <a:custGeom>
                <a:avLst/>
                <a:gdLst>
                  <a:gd name="T0" fmla="*/ 0 w 13"/>
                  <a:gd name="T1" fmla="*/ 11 h 10"/>
                  <a:gd name="T2" fmla="*/ 25 w 13"/>
                  <a:gd name="T3" fmla="*/ 28 h 10"/>
                  <a:gd name="T4" fmla="*/ 17 w 1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5" y="5"/>
                      <a:pt x="8" y="9"/>
                      <a:pt x="13" y="10"/>
                    </a:cubicBezTo>
                    <a:cubicBezTo>
                      <a:pt x="11" y="7"/>
                      <a:pt x="7" y="4"/>
                      <a:pt x="9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02" name="Freeform 1890">
                <a:extLst>
                  <a:ext uri="{FF2B5EF4-FFF2-40B4-BE49-F238E27FC236}">
                    <a16:creationId xmlns:a16="http://schemas.microsoft.com/office/drawing/2014/main" id="{F545DB79-3A0D-4E51-A2F7-ED5852B1B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005"/>
                <a:ext cx="11" cy="14"/>
              </a:xfrm>
              <a:custGeom>
                <a:avLst/>
                <a:gdLst>
                  <a:gd name="T0" fmla="*/ 0 w 9"/>
                  <a:gd name="T1" fmla="*/ 28 h 10"/>
                  <a:gd name="T2" fmla="*/ 16 w 9"/>
                  <a:gd name="T3" fmla="*/ 21 h 10"/>
                  <a:gd name="T4" fmla="*/ 9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3" y="8"/>
                      <a:pt x="6" y="9"/>
                      <a:pt x="9" y="8"/>
                    </a:cubicBezTo>
                    <a:cubicBezTo>
                      <a:pt x="8" y="6"/>
                      <a:pt x="6" y="2"/>
                      <a:pt x="5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03" name="Freeform 1891">
                <a:extLst>
                  <a:ext uri="{FF2B5EF4-FFF2-40B4-BE49-F238E27FC236}">
                    <a16:creationId xmlns:a16="http://schemas.microsoft.com/office/drawing/2014/main" id="{EA655064-6EA9-4A5C-9EE0-6582278C1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912"/>
                <a:ext cx="16" cy="31"/>
              </a:xfrm>
              <a:custGeom>
                <a:avLst/>
                <a:gdLst>
                  <a:gd name="T0" fmla="*/ 21 w 13"/>
                  <a:gd name="T1" fmla="*/ 0 h 23"/>
                  <a:gd name="T2" fmla="*/ 1 w 13"/>
                  <a:gd name="T3" fmla="*/ 20 h 23"/>
                  <a:gd name="T4" fmla="*/ 15 w 13"/>
                  <a:gd name="T5" fmla="*/ 57 h 23"/>
                  <a:gd name="T6" fmla="*/ 25 w 13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11" y="0"/>
                    </a:moveTo>
                    <a:cubicBezTo>
                      <a:pt x="7" y="1"/>
                      <a:pt x="1" y="2"/>
                      <a:pt x="1" y="8"/>
                    </a:cubicBezTo>
                    <a:cubicBezTo>
                      <a:pt x="0" y="14"/>
                      <a:pt x="10" y="15"/>
                      <a:pt x="8" y="23"/>
                    </a:cubicBezTo>
                    <a:cubicBezTo>
                      <a:pt x="9" y="16"/>
                      <a:pt x="4" y="5"/>
                      <a:pt x="13" y="1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04" name="Freeform 1892">
                <a:extLst>
                  <a:ext uri="{FF2B5EF4-FFF2-40B4-BE49-F238E27FC236}">
                    <a16:creationId xmlns:a16="http://schemas.microsoft.com/office/drawing/2014/main" id="{7F460A43-C9F7-4C4B-A114-CD653BBA6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3068"/>
                <a:ext cx="29" cy="20"/>
              </a:xfrm>
              <a:custGeom>
                <a:avLst/>
                <a:gdLst>
                  <a:gd name="T0" fmla="*/ 37 w 23"/>
                  <a:gd name="T1" fmla="*/ 5 h 15"/>
                  <a:gd name="T2" fmla="*/ 18 w 23"/>
                  <a:gd name="T3" fmla="*/ 27 h 15"/>
                  <a:gd name="T4" fmla="*/ 47 w 23"/>
                  <a:gd name="T5" fmla="*/ 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5">
                    <a:moveTo>
                      <a:pt x="18" y="2"/>
                    </a:moveTo>
                    <a:cubicBezTo>
                      <a:pt x="12" y="0"/>
                      <a:pt x="0" y="5"/>
                      <a:pt x="9" y="11"/>
                    </a:cubicBezTo>
                    <a:cubicBezTo>
                      <a:pt x="14" y="15"/>
                      <a:pt x="15" y="3"/>
                      <a:pt x="23" y="4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05" name="Freeform 1893">
                <a:extLst>
                  <a:ext uri="{FF2B5EF4-FFF2-40B4-BE49-F238E27FC236}">
                    <a16:creationId xmlns:a16="http://schemas.microsoft.com/office/drawing/2014/main" id="{1BF629F1-43B9-4634-A837-69566F6B7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144"/>
                <a:ext cx="28" cy="44"/>
              </a:xfrm>
              <a:custGeom>
                <a:avLst/>
                <a:gdLst>
                  <a:gd name="T0" fmla="*/ 35 w 23"/>
                  <a:gd name="T1" fmla="*/ 15 h 33"/>
                  <a:gd name="T2" fmla="*/ 19 w 23"/>
                  <a:gd name="T3" fmla="*/ 79 h 33"/>
                  <a:gd name="T4" fmla="*/ 41 w 23"/>
                  <a:gd name="T5" fmla="*/ 16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3">
                    <a:moveTo>
                      <a:pt x="20" y="6"/>
                    </a:moveTo>
                    <a:cubicBezTo>
                      <a:pt x="0" y="0"/>
                      <a:pt x="15" y="29"/>
                      <a:pt x="11" y="33"/>
                    </a:cubicBezTo>
                    <a:cubicBezTo>
                      <a:pt x="10" y="24"/>
                      <a:pt x="16" y="12"/>
                      <a:pt x="23" y="7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06" name="Freeform 1894">
                <a:extLst>
                  <a:ext uri="{FF2B5EF4-FFF2-40B4-BE49-F238E27FC236}">
                    <a16:creationId xmlns:a16="http://schemas.microsoft.com/office/drawing/2014/main" id="{3327510F-571B-49C6-B564-5CFBA54E6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3231"/>
                <a:ext cx="25" cy="37"/>
              </a:xfrm>
              <a:custGeom>
                <a:avLst/>
                <a:gdLst>
                  <a:gd name="T0" fmla="*/ 30 w 20"/>
                  <a:gd name="T1" fmla="*/ 1 h 28"/>
                  <a:gd name="T2" fmla="*/ 23 w 20"/>
                  <a:gd name="T3" fmla="*/ 65 h 28"/>
                  <a:gd name="T4" fmla="*/ 39 w 20"/>
                  <a:gd name="T5" fmla="*/ 9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15" y="1"/>
                    </a:moveTo>
                    <a:cubicBezTo>
                      <a:pt x="0" y="0"/>
                      <a:pt x="7" y="20"/>
                      <a:pt x="11" y="28"/>
                    </a:cubicBezTo>
                    <a:cubicBezTo>
                      <a:pt x="8" y="16"/>
                      <a:pt x="10" y="10"/>
                      <a:pt x="20" y="4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07" name="Freeform 1895">
                <a:extLst>
                  <a:ext uri="{FF2B5EF4-FFF2-40B4-BE49-F238E27FC236}">
                    <a16:creationId xmlns:a16="http://schemas.microsoft.com/office/drawing/2014/main" id="{53E33CEA-BB0E-43FA-8BF3-4AD25BD9E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3344"/>
                <a:ext cx="20" cy="27"/>
              </a:xfrm>
              <a:custGeom>
                <a:avLst/>
                <a:gdLst>
                  <a:gd name="T0" fmla="*/ 23 w 16"/>
                  <a:gd name="T1" fmla="*/ 16 h 20"/>
                  <a:gd name="T2" fmla="*/ 6 w 16"/>
                  <a:gd name="T3" fmla="*/ 49 h 20"/>
                  <a:gd name="T4" fmla="*/ 31 w 16"/>
                  <a:gd name="T5" fmla="*/ 1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11" y="7"/>
                    </a:moveTo>
                    <a:cubicBezTo>
                      <a:pt x="0" y="0"/>
                      <a:pt x="1" y="13"/>
                      <a:pt x="3" y="20"/>
                    </a:cubicBezTo>
                    <a:cubicBezTo>
                      <a:pt x="5" y="14"/>
                      <a:pt x="8" y="6"/>
                      <a:pt x="16" y="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08" name="Freeform 1896">
                <a:extLst>
                  <a:ext uri="{FF2B5EF4-FFF2-40B4-BE49-F238E27FC236}">
                    <a16:creationId xmlns:a16="http://schemas.microsoft.com/office/drawing/2014/main" id="{6818663B-78C7-4539-8E27-1EF8BBACB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384"/>
                <a:ext cx="18" cy="17"/>
              </a:xfrm>
              <a:custGeom>
                <a:avLst/>
                <a:gdLst>
                  <a:gd name="T0" fmla="*/ 22 w 14"/>
                  <a:gd name="T1" fmla="*/ 0 h 13"/>
                  <a:gd name="T2" fmla="*/ 0 w 14"/>
                  <a:gd name="T3" fmla="*/ 29 h 13"/>
                  <a:gd name="T4" fmla="*/ 30 w 14"/>
                  <a:gd name="T5" fmla="*/ 1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0" y="0"/>
                    </a:moveTo>
                    <a:cubicBezTo>
                      <a:pt x="5" y="1"/>
                      <a:pt x="1" y="8"/>
                      <a:pt x="0" y="13"/>
                    </a:cubicBezTo>
                    <a:cubicBezTo>
                      <a:pt x="7" y="13"/>
                      <a:pt x="11" y="10"/>
                      <a:pt x="14" y="5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09" name="Freeform 1897">
                <a:extLst>
                  <a:ext uri="{FF2B5EF4-FFF2-40B4-BE49-F238E27FC236}">
                    <a16:creationId xmlns:a16="http://schemas.microsoft.com/office/drawing/2014/main" id="{DE265717-1DFC-41DC-AAB6-FDD90FE0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3449"/>
                <a:ext cx="23" cy="36"/>
              </a:xfrm>
              <a:custGeom>
                <a:avLst/>
                <a:gdLst>
                  <a:gd name="T0" fmla="*/ 22 w 19"/>
                  <a:gd name="T1" fmla="*/ 5 h 27"/>
                  <a:gd name="T2" fmla="*/ 22 w 19"/>
                  <a:gd name="T3" fmla="*/ 64 h 27"/>
                  <a:gd name="T4" fmla="*/ 34 w 19"/>
                  <a:gd name="T5" fmla="*/ 15 h 27"/>
                  <a:gd name="T6" fmla="*/ 33 w 19"/>
                  <a:gd name="T7" fmla="*/ 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12" y="2"/>
                    </a:moveTo>
                    <a:cubicBezTo>
                      <a:pt x="0" y="0"/>
                      <a:pt x="11" y="24"/>
                      <a:pt x="12" y="27"/>
                    </a:cubicBezTo>
                    <a:cubicBezTo>
                      <a:pt x="12" y="16"/>
                      <a:pt x="8" y="11"/>
                      <a:pt x="19" y="6"/>
                    </a:cubicBezTo>
                    <a:cubicBezTo>
                      <a:pt x="19" y="5"/>
                      <a:pt x="18" y="5"/>
                      <a:pt x="18" y="4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10" name="Freeform 1898">
                <a:extLst>
                  <a:ext uri="{FF2B5EF4-FFF2-40B4-BE49-F238E27FC236}">
                    <a16:creationId xmlns:a16="http://schemas.microsoft.com/office/drawing/2014/main" id="{A71D5DC7-8485-49AC-8305-3B911FE2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3500"/>
                <a:ext cx="26" cy="27"/>
              </a:xfrm>
              <a:custGeom>
                <a:avLst/>
                <a:gdLst>
                  <a:gd name="T0" fmla="*/ 19 w 21"/>
                  <a:gd name="T1" fmla="*/ 5 h 20"/>
                  <a:gd name="T2" fmla="*/ 9 w 21"/>
                  <a:gd name="T3" fmla="*/ 49 h 20"/>
                  <a:gd name="T4" fmla="*/ 40 w 2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0" y="2"/>
                    </a:moveTo>
                    <a:cubicBezTo>
                      <a:pt x="0" y="2"/>
                      <a:pt x="2" y="14"/>
                      <a:pt x="5" y="20"/>
                    </a:cubicBezTo>
                    <a:cubicBezTo>
                      <a:pt x="12" y="11"/>
                      <a:pt x="6" y="0"/>
                      <a:pt x="21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11" name="Freeform 1899">
                <a:extLst>
                  <a:ext uri="{FF2B5EF4-FFF2-40B4-BE49-F238E27FC236}">
                    <a16:creationId xmlns:a16="http://schemas.microsoft.com/office/drawing/2014/main" id="{D2BE3B87-1EA1-4816-926B-8489EA2B2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3585"/>
                <a:ext cx="32" cy="32"/>
              </a:xfrm>
              <a:custGeom>
                <a:avLst/>
                <a:gdLst>
                  <a:gd name="T0" fmla="*/ 33 w 26"/>
                  <a:gd name="T1" fmla="*/ 0 h 24"/>
                  <a:gd name="T2" fmla="*/ 33 w 26"/>
                  <a:gd name="T3" fmla="*/ 57 h 24"/>
                  <a:gd name="T4" fmla="*/ 48 w 26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4">
                    <a:moveTo>
                      <a:pt x="18" y="0"/>
                    </a:moveTo>
                    <a:cubicBezTo>
                      <a:pt x="0" y="2"/>
                      <a:pt x="18" y="17"/>
                      <a:pt x="18" y="24"/>
                    </a:cubicBezTo>
                    <a:cubicBezTo>
                      <a:pt x="15" y="17"/>
                      <a:pt x="17" y="1"/>
                      <a:pt x="26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12" name="Freeform 1900">
                <a:extLst>
                  <a:ext uri="{FF2B5EF4-FFF2-40B4-BE49-F238E27FC236}">
                    <a16:creationId xmlns:a16="http://schemas.microsoft.com/office/drawing/2014/main" id="{5FBEB758-D582-4113-B68E-86480E3B5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560"/>
                <a:ext cx="17" cy="25"/>
              </a:xfrm>
              <a:custGeom>
                <a:avLst/>
                <a:gdLst>
                  <a:gd name="T0" fmla="*/ 24 w 13"/>
                  <a:gd name="T1" fmla="*/ 0 h 19"/>
                  <a:gd name="T2" fmla="*/ 12 w 13"/>
                  <a:gd name="T3" fmla="*/ 43 h 19"/>
                  <a:gd name="T4" fmla="*/ 29 w 13"/>
                  <a:gd name="T5" fmla="*/ 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11" y="0"/>
                    </a:moveTo>
                    <a:cubicBezTo>
                      <a:pt x="2" y="1"/>
                      <a:pt x="0" y="13"/>
                      <a:pt x="5" y="19"/>
                    </a:cubicBezTo>
                    <a:cubicBezTo>
                      <a:pt x="9" y="14"/>
                      <a:pt x="6" y="6"/>
                      <a:pt x="13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13" name="Freeform 1901">
                <a:extLst>
                  <a:ext uri="{FF2B5EF4-FFF2-40B4-BE49-F238E27FC236}">
                    <a16:creationId xmlns:a16="http://schemas.microsoft.com/office/drawing/2014/main" id="{354A86BF-8330-4BEF-AF4C-546B194B2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975"/>
                <a:ext cx="15" cy="32"/>
              </a:xfrm>
              <a:custGeom>
                <a:avLst/>
                <a:gdLst>
                  <a:gd name="T0" fmla="*/ 23 w 12"/>
                  <a:gd name="T1" fmla="*/ 9 h 24"/>
                  <a:gd name="T2" fmla="*/ 23 w 12"/>
                  <a:gd name="T3" fmla="*/ 57 h 24"/>
                  <a:gd name="T4" fmla="*/ 24 w 12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11" y="4"/>
                    </a:moveTo>
                    <a:cubicBezTo>
                      <a:pt x="0" y="0"/>
                      <a:pt x="9" y="21"/>
                      <a:pt x="11" y="24"/>
                    </a:cubicBezTo>
                    <a:cubicBezTo>
                      <a:pt x="12" y="19"/>
                      <a:pt x="10" y="11"/>
                      <a:pt x="12" y="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14" name="Freeform 1902">
                <a:extLst>
                  <a:ext uri="{FF2B5EF4-FFF2-40B4-BE49-F238E27FC236}">
                    <a16:creationId xmlns:a16="http://schemas.microsoft.com/office/drawing/2014/main" id="{5B6CA192-A4E3-4DD5-B127-AE843783B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996"/>
                <a:ext cx="15" cy="32"/>
              </a:xfrm>
              <a:custGeom>
                <a:avLst/>
                <a:gdLst>
                  <a:gd name="T0" fmla="*/ 16 w 12"/>
                  <a:gd name="T1" fmla="*/ 9 h 24"/>
                  <a:gd name="T2" fmla="*/ 10 w 12"/>
                  <a:gd name="T3" fmla="*/ 57 h 24"/>
                  <a:gd name="T4" fmla="*/ 24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8" y="4"/>
                    </a:moveTo>
                    <a:cubicBezTo>
                      <a:pt x="0" y="4"/>
                      <a:pt x="4" y="19"/>
                      <a:pt x="5" y="24"/>
                    </a:cubicBezTo>
                    <a:cubicBezTo>
                      <a:pt x="5" y="15"/>
                      <a:pt x="6" y="7"/>
                      <a:pt x="12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15" name="Freeform 1903">
                <a:extLst>
                  <a:ext uri="{FF2B5EF4-FFF2-40B4-BE49-F238E27FC236}">
                    <a16:creationId xmlns:a16="http://schemas.microsoft.com/office/drawing/2014/main" id="{89FF09DB-D36F-4B0A-8C25-B32F90066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823"/>
                <a:ext cx="26" cy="38"/>
              </a:xfrm>
              <a:custGeom>
                <a:avLst/>
                <a:gdLst>
                  <a:gd name="T0" fmla="*/ 38 w 21"/>
                  <a:gd name="T1" fmla="*/ 9 h 29"/>
                  <a:gd name="T2" fmla="*/ 14 w 21"/>
                  <a:gd name="T3" fmla="*/ 66 h 29"/>
                  <a:gd name="T4" fmla="*/ 21 w 21"/>
                  <a:gd name="T5" fmla="*/ 34 h 29"/>
                  <a:gd name="T6" fmla="*/ 40 w 21"/>
                  <a:gd name="T7" fmla="*/ 9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9">
                    <a:moveTo>
                      <a:pt x="20" y="4"/>
                    </a:moveTo>
                    <a:cubicBezTo>
                      <a:pt x="4" y="0"/>
                      <a:pt x="0" y="17"/>
                      <a:pt x="7" y="29"/>
                    </a:cubicBezTo>
                    <a:cubicBezTo>
                      <a:pt x="9" y="25"/>
                      <a:pt x="9" y="20"/>
                      <a:pt x="11" y="15"/>
                    </a:cubicBezTo>
                    <a:cubicBezTo>
                      <a:pt x="13" y="10"/>
                      <a:pt x="17" y="8"/>
                      <a:pt x="21" y="4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16" name="Freeform 1904">
                <a:extLst>
                  <a:ext uri="{FF2B5EF4-FFF2-40B4-BE49-F238E27FC236}">
                    <a16:creationId xmlns:a16="http://schemas.microsoft.com/office/drawing/2014/main" id="{E9EBEBE2-CC6C-45BB-AB80-A3BE52ED9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760"/>
                <a:ext cx="13" cy="24"/>
              </a:xfrm>
              <a:custGeom>
                <a:avLst/>
                <a:gdLst>
                  <a:gd name="T0" fmla="*/ 13 w 10"/>
                  <a:gd name="T1" fmla="*/ 0 h 18"/>
                  <a:gd name="T2" fmla="*/ 13 w 10"/>
                  <a:gd name="T3" fmla="*/ 43 h 18"/>
                  <a:gd name="T4" fmla="*/ 22 w 1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6" y="0"/>
                    </a:moveTo>
                    <a:cubicBezTo>
                      <a:pt x="0" y="4"/>
                      <a:pt x="0" y="14"/>
                      <a:pt x="6" y="18"/>
                    </a:cubicBezTo>
                    <a:cubicBezTo>
                      <a:pt x="6" y="13"/>
                      <a:pt x="4" y="3"/>
                      <a:pt x="10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17" name="Freeform 1905">
                <a:extLst>
                  <a:ext uri="{FF2B5EF4-FFF2-40B4-BE49-F238E27FC236}">
                    <a16:creationId xmlns:a16="http://schemas.microsoft.com/office/drawing/2014/main" id="{3C68F818-7547-40E4-A593-9F9637117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676"/>
                <a:ext cx="20" cy="19"/>
              </a:xfrm>
              <a:custGeom>
                <a:avLst/>
                <a:gdLst>
                  <a:gd name="T0" fmla="*/ 10 w 16"/>
                  <a:gd name="T1" fmla="*/ 0 h 14"/>
                  <a:gd name="T2" fmla="*/ 6 w 16"/>
                  <a:gd name="T3" fmla="*/ 35 h 14"/>
                  <a:gd name="T4" fmla="*/ 14 w 16"/>
                  <a:gd name="T5" fmla="*/ 15 h 14"/>
                  <a:gd name="T6" fmla="*/ 31 w 16"/>
                  <a:gd name="T7" fmla="*/ 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5" y="0"/>
                    </a:moveTo>
                    <a:cubicBezTo>
                      <a:pt x="0" y="2"/>
                      <a:pt x="0" y="10"/>
                      <a:pt x="3" y="14"/>
                    </a:cubicBezTo>
                    <a:cubicBezTo>
                      <a:pt x="5" y="12"/>
                      <a:pt x="4" y="9"/>
                      <a:pt x="7" y="6"/>
                    </a:cubicBezTo>
                    <a:cubicBezTo>
                      <a:pt x="9" y="4"/>
                      <a:pt x="13" y="3"/>
                      <a:pt x="16" y="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18" name="Freeform 1906">
                <a:extLst>
                  <a:ext uri="{FF2B5EF4-FFF2-40B4-BE49-F238E27FC236}">
                    <a16:creationId xmlns:a16="http://schemas.microsoft.com/office/drawing/2014/main" id="{6F507A26-4BB6-42AD-88C6-E5CF88A5F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581"/>
                <a:ext cx="18" cy="32"/>
              </a:xfrm>
              <a:custGeom>
                <a:avLst/>
                <a:gdLst>
                  <a:gd name="T0" fmla="*/ 30 w 14"/>
                  <a:gd name="T1" fmla="*/ 0 h 24"/>
                  <a:gd name="T2" fmla="*/ 17 w 14"/>
                  <a:gd name="T3" fmla="*/ 57 h 24"/>
                  <a:gd name="T4" fmla="*/ 30 w 14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cubicBezTo>
                      <a:pt x="0" y="2"/>
                      <a:pt x="1" y="14"/>
                      <a:pt x="8" y="24"/>
                    </a:cubicBezTo>
                    <a:cubicBezTo>
                      <a:pt x="10" y="16"/>
                      <a:pt x="5" y="5"/>
                      <a:pt x="14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19" name="Freeform 1907">
                <a:extLst>
                  <a:ext uri="{FF2B5EF4-FFF2-40B4-BE49-F238E27FC236}">
                    <a16:creationId xmlns:a16="http://schemas.microsoft.com/office/drawing/2014/main" id="{8EA95757-5AB5-47E4-A53B-50BAC6183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692"/>
                <a:ext cx="19" cy="31"/>
              </a:xfrm>
              <a:custGeom>
                <a:avLst/>
                <a:gdLst>
                  <a:gd name="T0" fmla="*/ 8 w 15"/>
                  <a:gd name="T1" fmla="*/ 5 h 23"/>
                  <a:gd name="T2" fmla="*/ 13 w 15"/>
                  <a:gd name="T3" fmla="*/ 57 h 23"/>
                  <a:gd name="T4" fmla="*/ 30 w 15"/>
                  <a:gd name="T5" fmla="*/ 9 h 23"/>
                  <a:gd name="T6" fmla="*/ 10 w 15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4" y="2"/>
                    </a:moveTo>
                    <a:cubicBezTo>
                      <a:pt x="0" y="8"/>
                      <a:pt x="5" y="17"/>
                      <a:pt x="6" y="23"/>
                    </a:cubicBezTo>
                    <a:cubicBezTo>
                      <a:pt x="5" y="15"/>
                      <a:pt x="5" y="6"/>
                      <a:pt x="15" y="4"/>
                    </a:cubicBezTo>
                    <a:cubicBezTo>
                      <a:pt x="11" y="4"/>
                      <a:pt x="9" y="0"/>
                      <a:pt x="5" y="1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20" name="Freeform 1908">
                <a:extLst>
                  <a:ext uri="{FF2B5EF4-FFF2-40B4-BE49-F238E27FC236}">
                    <a16:creationId xmlns:a16="http://schemas.microsoft.com/office/drawing/2014/main" id="{32188B5D-47AE-4D2F-8836-491956EC0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776"/>
                <a:ext cx="18" cy="24"/>
              </a:xfrm>
              <a:custGeom>
                <a:avLst/>
                <a:gdLst>
                  <a:gd name="T0" fmla="*/ 16 w 15"/>
                  <a:gd name="T1" fmla="*/ 0 h 18"/>
                  <a:gd name="T2" fmla="*/ 19 w 15"/>
                  <a:gd name="T3" fmla="*/ 43 h 18"/>
                  <a:gd name="T4" fmla="*/ 26 w 15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cubicBezTo>
                      <a:pt x="0" y="4"/>
                      <a:pt x="7" y="14"/>
                      <a:pt x="11" y="18"/>
                    </a:cubicBezTo>
                    <a:cubicBezTo>
                      <a:pt x="9" y="15"/>
                      <a:pt x="8" y="0"/>
                      <a:pt x="15" y="1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21" name="Freeform 1909">
                <a:extLst>
                  <a:ext uri="{FF2B5EF4-FFF2-40B4-BE49-F238E27FC236}">
                    <a16:creationId xmlns:a16="http://schemas.microsoft.com/office/drawing/2014/main" id="{445C8DDB-A8D7-4F4E-A66A-71EFB45D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811"/>
                <a:ext cx="21" cy="29"/>
              </a:xfrm>
              <a:custGeom>
                <a:avLst/>
                <a:gdLst>
                  <a:gd name="T0" fmla="*/ 0 w 17"/>
                  <a:gd name="T1" fmla="*/ 21 h 22"/>
                  <a:gd name="T2" fmla="*/ 14 w 17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2">
                    <a:moveTo>
                      <a:pt x="0" y="9"/>
                    </a:moveTo>
                    <a:cubicBezTo>
                      <a:pt x="3" y="22"/>
                      <a:pt x="17" y="6"/>
                      <a:pt x="7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22" name="Freeform 1910">
                <a:extLst>
                  <a:ext uri="{FF2B5EF4-FFF2-40B4-BE49-F238E27FC236}">
                    <a16:creationId xmlns:a16="http://schemas.microsoft.com/office/drawing/2014/main" id="{745342A8-A9B5-4DEC-82AB-85395D35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773"/>
                <a:ext cx="16" cy="28"/>
              </a:xfrm>
              <a:custGeom>
                <a:avLst/>
                <a:gdLst>
                  <a:gd name="T0" fmla="*/ 0 w 13"/>
                  <a:gd name="T1" fmla="*/ 28 h 21"/>
                  <a:gd name="T2" fmla="*/ 17 w 13"/>
                  <a:gd name="T3" fmla="*/ 37 h 21"/>
                  <a:gd name="T4" fmla="*/ 7 w 13"/>
                  <a:gd name="T5" fmla="*/ 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0" y="12"/>
                    </a:moveTo>
                    <a:cubicBezTo>
                      <a:pt x="0" y="18"/>
                      <a:pt x="5" y="21"/>
                      <a:pt x="9" y="16"/>
                    </a:cubicBezTo>
                    <a:cubicBezTo>
                      <a:pt x="13" y="12"/>
                      <a:pt x="10" y="0"/>
                      <a:pt x="4" y="2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23" name="Freeform 1911">
                <a:extLst>
                  <a:ext uri="{FF2B5EF4-FFF2-40B4-BE49-F238E27FC236}">
                    <a16:creationId xmlns:a16="http://schemas.microsoft.com/office/drawing/2014/main" id="{975EFC79-AB1D-4554-AB5A-71B874A37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731"/>
                <a:ext cx="18" cy="34"/>
              </a:xfrm>
              <a:custGeom>
                <a:avLst/>
                <a:gdLst>
                  <a:gd name="T0" fmla="*/ 10 w 14"/>
                  <a:gd name="T1" fmla="*/ 44 h 26"/>
                  <a:gd name="T2" fmla="*/ 30 w 14"/>
                  <a:gd name="T3" fmla="*/ 34 h 26"/>
                  <a:gd name="T4" fmla="*/ 0 w 14"/>
                  <a:gd name="T5" fmla="*/ 1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5" y="20"/>
                    </a:moveTo>
                    <a:cubicBezTo>
                      <a:pt x="9" y="26"/>
                      <a:pt x="14" y="19"/>
                      <a:pt x="14" y="15"/>
                    </a:cubicBezTo>
                    <a:cubicBezTo>
                      <a:pt x="14" y="8"/>
                      <a:pt x="6" y="0"/>
                      <a:pt x="0" y="5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24" name="Freeform 1912">
                <a:extLst>
                  <a:ext uri="{FF2B5EF4-FFF2-40B4-BE49-F238E27FC236}">
                    <a16:creationId xmlns:a16="http://schemas.microsoft.com/office/drawing/2014/main" id="{55D5DA3A-4A2C-4AEA-B77E-8576D6D4C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696"/>
                <a:ext cx="25" cy="39"/>
              </a:xfrm>
              <a:custGeom>
                <a:avLst/>
                <a:gdLst>
                  <a:gd name="T0" fmla="*/ 18 w 20"/>
                  <a:gd name="T1" fmla="*/ 0 h 29"/>
                  <a:gd name="T2" fmla="*/ 0 w 20"/>
                  <a:gd name="T3" fmla="*/ 3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9">
                    <a:moveTo>
                      <a:pt x="9" y="0"/>
                    </a:moveTo>
                    <a:cubicBezTo>
                      <a:pt x="20" y="4"/>
                      <a:pt x="13" y="29"/>
                      <a:pt x="0" y="15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25" name="Freeform 1913">
                <a:extLst>
                  <a:ext uri="{FF2B5EF4-FFF2-40B4-BE49-F238E27FC236}">
                    <a16:creationId xmlns:a16="http://schemas.microsoft.com/office/drawing/2014/main" id="{6A380C65-79AC-4BEA-8B17-42696E4D1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593"/>
                <a:ext cx="22" cy="23"/>
              </a:xfrm>
              <a:custGeom>
                <a:avLst/>
                <a:gdLst>
                  <a:gd name="T0" fmla="*/ 1 w 17"/>
                  <a:gd name="T1" fmla="*/ 5 h 17"/>
                  <a:gd name="T2" fmla="*/ 23 w 17"/>
                  <a:gd name="T3" fmla="*/ 37 h 17"/>
                  <a:gd name="T4" fmla="*/ 30 w 1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1" y="2"/>
                    </a:moveTo>
                    <a:cubicBezTo>
                      <a:pt x="0" y="7"/>
                      <a:pt x="3" y="17"/>
                      <a:pt x="11" y="15"/>
                    </a:cubicBezTo>
                    <a:cubicBezTo>
                      <a:pt x="17" y="13"/>
                      <a:pt x="14" y="5"/>
                      <a:pt x="14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26" name="Freeform 1914">
                <a:extLst>
                  <a:ext uri="{FF2B5EF4-FFF2-40B4-BE49-F238E27FC236}">
                    <a16:creationId xmlns:a16="http://schemas.microsoft.com/office/drawing/2014/main" id="{3ADEAF1E-7091-4414-BEFA-59CCA4CC9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641"/>
                <a:ext cx="25" cy="24"/>
              </a:xfrm>
              <a:custGeom>
                <a:avLst/>
                <a:gdLst>
                  <a:gd name="T0" fmla="*/ 5 w 20"/>
                  <a:gd name="T1" fmla="*/ 15 h 18"/>
                  <a:gd name="T2" fmla="*/ 16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2" y="6"/>
                    </a:moveTo>
                    <a:cubicBezTo>
                      <a:pt x="0" y="18"/>
                      <a:pt x="20" y="11"/>
                      <a:pt x="8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27" name="Freeform 1915">
                <a:extLst>
                  <a:ext uri="{FF2B5EF4-FFF2-40B4-BE49-F238E27FC236}">
                    <a16:creationId xmlns:a16="http://schemas.microsoft.com/office/drawing/2014/main" id="{06818FDA-0A3A-4EA1-A364-CECDB341A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612"/>
                <a:ext cx="23" cy="20"/>
              </a:xfrm>
              <a:custGeom>
                <a:avLst/>
                <a:gdLst>
                  <a:gd name="T0" fmla="*/ 15 w 18"/>
                  <a:gd name="T1" fmla="*/ 0 h 15"/>
                  <a:gd name="T2" fmla="*/ 36 w 18"/>
                  <a:gd name="T3" fmla="*/ 23 h 15"/>
                  <a:gd name="T4" fmla="*/ 31 w 18"/>
                  <a:gd name="T5" fmla="*/ 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7" y="0"/>
                    </a:moveTo>
                    <a:cubicBezTo>
                      <a:pt x="0" y="8"/>
                      <a:pt x="9" y="15"/>
                      <a:pt x="17" y="10"/>
                    </a:cubicBezTo>
                    <a:cubicBezTo>
                      <a:pt x="18" y="8"/>
                      <a:pt x="17" y="7"/>
                      <a:pt x="15" y="6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28" name="Freeform 1916">
                <a:extLst>
                  <a:ext uri="{FF2B5EF4-FFF2-40B4-BE49-F238E27FC236}">
                    <a16:creationId xmlns:a16="http://schemas.microsoft.com/office/drawing/2014/main" id="{97536349-F87C-4264-85CE-B37E212F7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919"/>
                <a:ext cx="25" cy="34"/>
              </a:xfrm>
              <a:custGeom>
                <a:avLst/>
                <a:gdLst>
                  <a:gd name="T0" fmla="*/ 14 w 20"/>
                  <a:gd name="T1" fmla="*/ 5 h 26"/>
                  <a:gd name="T2" fmla="*/ 0 w 20"/>
                  <a:gd name="T3" fmla="*/ 2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7" y="2"/>
                    </a:moveTo>
                    <a:cubicBezTo>
                      <a:pt x="20" y="0"/>
                      <a:pt x="7" y="26"/>
                      <a:pt x="0" y="13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29" name="Freeform 1917">
                <a:extLst>
                  <a:ext uri="{FF2B5EF4-FFF2-40B4-BE49-F238E27FC236}">
                    <a16:creationId xmlns:a16="http://schemas.microsoft.com/office/drawing/2014/main" id="{DAB2B155-1742-4854-8E3E-006B808C8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924"/>
                <a:ext cx="32" cy="29"/>
              </a:xfrm>
              <a:custGeom>
                <a:avLst/>
                <a:gdLst>
                  <a:gd name="T0" fmla="*/ 6 w 26"/>
                  <a:gd name="T1" fmla="*/ 20 h 22"/>
                  <a:gd name="T2" fmla="*/ 17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3" y="8"/>
                    </a:moveTo>
                    <a:cubicBezTo>
                      <a:pt x="0" y="22"/>
                      <a:pt x="26" y="11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30" name="Freeform 1918">
                <a:extLst>
                  <a:ext uri="{FF2B5EF4-FFF2-40B4-BE49-F238E27FC236}">
                    <a16:creationId xmlns:a16="http://schemas.microsoft.com/office/drawing/2014/main" id="{96038C8D-0331-41AD-BD00-8C3CE078F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847"/>
                <a:ext cx="30" cy="32"/>
              </a:xfrm>
              <a:custGeom>
                <a:avLst/>
                <a:gdLst>
                  <a:gd name="T0" fmla="*/ 0 w 24"/>
                  <a:gd name="T1" fmla="*/ 23 h 24"/>
                  <a:gd name="T2" fmla="*/ 18 w 2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4">
                    <a:moveTo>
                      <a:pt x="0" y="10"/>
                    </a:moveTo>
                    <a:cubicBezTo>
                      <a:pt x="1" y="24"/>
                      <a:pt x="24" y="9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31" name="Freeform 1919">
                <a:extLst>
                  <a:ext uri="{FF2B5EF4-FFF2-40B4-BE49-F238E27FC236}">
                    <a16:creationId xmlns:a16="http://schemas.microsoft.com/office/drawing/2014/main" id="{618411F0-A6C9-495B-93A3-3027E8D5C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819"/>
                <a:ext cx="14" cy="22"/>
              </a:xfrm>
              <a:custGeom>
                <a:avLst/>
                <a:gdLst>
                  <a:gd name="T0" fmla="*/ 0 w 11"/>
                  <a:gd name="T1" fmla="*/ 27 h 17"/>
                  <a:gd name="T2" fmla="*/ 18 w 11"/>
                  <a:gd name="T3" fmla="*/ 23 h 17"/>
                  <a:gd name="T4" fmla="*/ 1 w 11"/>
                  <a:gd name="T5" fmla="*/ 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12"/>
                    </a:moveTo>
                    <a:cubicBezTo>
                      <a:pt x="1" y="17"/>
                      <a:pt x="8" y="15"/>
                      <a:pt x="9" y="11"/>
                    </a:cubicBezTo>
                    <a:cubicBezTo>
                      <a:pt x="11" y="6"/>
                      <a:pt x="5" y="0"/>
                      <a:pt x="1" y="3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32" name="Freeform 1920">
                <a:extLst>
                  <a:ext uri="{FF2B5EF4-FFF2-40B4-BE49-F238E27FC236}">
                    <a16:creationId xmlns:a16="http://schemas.microsoft.com/office/drawing/2014/main" id="{AA4A6D2B-49EC-4707-A2A2-BBAD92C10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969"/>
                <a:ext cx="30" cy="30"/>
              </a:xfrm>
              <a:custGeom>
                <a:avLst/>
                <a:gdLst>
                  <a:gd name="T0" fmla="*/ 6 w 24"/>
                  <a:gd name="T1" fmla="*/ 10 h 22"/>
                  <a:gd name="T2" fmla="*/ 10 w 24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2">
                    <a:moveTo>
                      <a:pt x="3" y="4"/>
                    </a:moveTo>
                    <a:cubicBezTo>
                      <a:pt x="0" y="22"/>
                      <a:pt x="24" y="1"/>
                      <a:pt x="5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33" name="Freeform 1921">
                <a:extLst>
                  <a:ext uri="{FF2B5EF4-FFF2-40B4-BE49-F238E27FC236}">
                    <a16:creationId xmlns:a16="http://schemas.microsoft.com/office/drawing/2014/main" id="{B9752E42-E2BF-45E8-A9FF-8F4515560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040"/>
                <a:ext cx="19" cy="27"/>
              </a:xfrm>
              <a:custGeom>
                <a:avLst/>
                <a:gdLst>
                  <a:gd name="T0" fmla="*/ 0 w 15"/>
                  <a:gd name="T1" fmla="*/ 30 h 20"/>
                  <a:gd name="T2" fmla="*/ 20 w 15"/>
                  <a:gd name="T3" fmla="*/ 42 h 20"/>
                  <a:gd name="T4" fmla="*/ 6 w 15"/>
                  <a:gd name="T5" fmla="*/ 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0" y="12"/>
                    </a:moveTo>
                    <a:cubicBezTo>
                      <a:pt x="1" y="17"/>
                      <a:pt x="6" y="20"/>
                      <a:pt x="10" y="17"/>
                    </a:cubicBezTo>
                    <a:cubicBezTo>
                      <a:pt x="15" y="13"/>
                      <a:pt x="10" y="0"/>
                      <a:pt x="3" y="3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34" name="Freeform 1922">
                <a:extLst>
                  <a:ext uri="{FF2B5EF4-FFF2-40B4-BE49-F238E27FC236}">
                    <a16:creationId xmlns:a16="http://schemas.microsoft.com/office/drawing/2014/main" id="{1326F34F-638C-44B3-BC76-18CA0580E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136"/>
                <a:ext cx="19" cy="33"/>
              </a:xfrm>
              <a:custGeom>
                <a:avLst/>
                <a:gdLst>
                  <a:gd name="T0" fmla="*/ 5 w 15"/>
                  <a:gd name="T1" fmla="*/ 15 h 25"/>
                  <a:gd name="T2" fmla="*/ 0 w 15"/>
                  <a:gd name="T3" fmla="*/ 3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5">
                    <a:moveTo>
                      <a:pt x="2" y="6"/>
                    </a:moveTo>
                    <a:cubicBezTo>
                      <a:pt x="15" y="0"/>
                      <a:pt x="9" y="25"/>
                      <a:pt x="0" y="16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35" name="Freeform 1923">
                <a:extLst>
                  <a:ext uri="{FF2B5EF4-FFF2-40B4-BE49-F238E27FC236}">
                    <a16:creationId xmlns:a16="http://schemas.microsoft.com/office/drawing/2014/main" id="{4805EE5B-408A-4ABD-8E2C-A3668CF47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3175"/>
                <a:ext cx="23" cy="45"/>
              </a:xfrm>
              <a:custGeom>
                <a:avLst/>
                <a:gdLst>
                  <a:gd name="T0" fmla="*/ 0 w 18"/>
                  <a:gd name="T1" fmla="*/ 37 h 34"/>
                  <a:gd name="T2" fmla="*/ 13 w 18"/>
                  <a:gd name="T3" fmla="*/ 15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4">
                    <a:moveTo>
                      <a:pt x="0" y="16"/>
                    </a:moveTo>
                    <a:cubicBezTo>
                      <a:pt x="6" y="34"/>
                      <a:pt x="18" y="0"/>
                      <a:pt x="6" y="6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36" name="Freeform 1924">
                <a:extLst>
                  <a:ext uri="{FF2B5EF4-FFF2-40B4-BE49-F238E27FC236}">
                    <a16:creationId xmlns:a16="http://schemas.microsoft.com/office/drawing/2014/main" id="{D41EDB78-F4B3-4855-B48D-CFB6DBA28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249"/>
                <a:ext cx="25" cy="23"/>
              </a:xfrm>
              <a:custGeom>
                <a:avLst/>
                <a:gdLst>
                  <a:gd name="T0" fmla="*/ 6 w 20"/>
                  <a:gd name="T1" fmla="*/ 15 h 17"/>
                  <a:gd name="T2" fmla="*/ 16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3" y="6"/>
                    </a:moveTo>
                    <a:cubicBezTo>
                      <a:pt x="0" y="17"/>
                      <a:pt x="20" y="5"/>
                      <a:pt x="8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37" name="Freeform 1925">
                <a:extLst>
                  <a:ext uri="{FF2B5EF4-FFF2-40B4-BE49-F238E27FC236}">
                    <a16:creationId xmlns:a16="http://schemas.microsoft.com/office/drawing/2014/main" id="{81CB9A95-8858-4728-BC5E-8DE9AEA24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203"/>
                <a:ext cx="19" cy="26"/>
              </a:xfrm>
              <a:custGeom>
                <a:avLst/>
                <a:gdLst>
                  <a:gd name="T0" fmla="*/ 6 w 15"/>
                  <a:gd name="T1" fmla="*/ 0 h 20"/>
                  <a:gd name="T2" fmla="*/ 0 w 15"/>
                  <a:gd name="T3" fmla="*/ 2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cubicBezTo>
                      <a:pt x="15" y="0"/>
                      <a:pt x="2" y="20"/>
                      <a:pt x="0" y="9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38" name="Freeform 1926">
                <a:extLst>
                  <a:ext uri="{FF2B5EF4-FFF2-40B4-BE49-F238E27FC236}">
                    <a16:creationId xmlns:a16="http://schemas.microsoft.com/office/drawing/2014/main" id="{957B8A68-20D5-4516-B100-730A6B796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255"/>
                <a:ext cx="20" cy="22"/>
              </a:xfrm>
              <a:custGeom>
                <a:avLst/>
                <a:gdLst>
                  <a:gd name="T0" fmla="*/ 0 w 16"/>
                  <a:gd name="T1" fmla="*/ 16 h 17"/>
                  <a:gd name="T2" fmla="*/ 13 w 1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7"/>
                    </a:moveTo>
                    <a:cubicBezTo>
                      <a:pt x="0" y="17"/>
                      <a:pt x="16" y="7"/>
                      <a:pt x="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39" name="Freeform 1927">
                <a:extLst>
                  <a:ext uri="{FF2B5EF4-FFF2-40B4-BE49-F238E27FC236}">
                    <a16:creationId xmlns:a16="http://schemas.microsoft.com/office/drawing/2014/main" id="{F3478F37-FB39-419E-8E6B-9760106CD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313"/>
                <a:ext cx="35" cy="28"/>
              </a:xfrm>
              <a:custGeom>
                <a:avLst/>
                <a:gdLst>
                  <a:gd name="T0" fmla="*/ 13 w 28"/>
                  <a:gd name="T1" fmla="*/ 9 h 21"/>
                  <a:gd name="T2" fmla="*/ 20 w 2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1">
                    <a:moveTo>
                      <a:pt x="6" y="4"/>
                    </a:moveTo>
                    <a:cubicBezTo>
                      <a:pt x="0" y="21"/>
                      <a:pt x="28" y="4"/>
                      <a:pt x="10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40" name="Freeform 1928">
                <a:extLst>
                  <a:ext uri="{FF2B5EF4-FFF2-40B4-BE49-F238E27FC236}">
                    <a16:creationId xmlns:a16="http://schemas.microsoft.com/office/drawing/2014/main" id="{5210878F-BDA5-4403-B49A-66647FC3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295"/>
                <a:ext cx="24" cy="25"/>
              </a:xfrm>
              <a:custGeom>
                <a:avLst/>
                <a:gdLst>
                  <a:gd name="T0" fmla="*/ 0 w 19"/>
                  <a:gd name="T1" fmla="*/ 12 h 19"/>
                  <a:gd name="T2" fmla="*/ 16 w 19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0" y="5"/>
                    </a:moveTo>
                    <a:cubicBezTo>
                      <a:pt x="0" y="19"/>
                      <a:pt x="19" y="7"/>
                      <a:pt x="8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41" name="Freeform 1929">
                <a:extLst>
                  <a:ext uri="{FF2B5EF4-FFF2-40B4-BE49-F238E27FC236}">
                    <a16:creationId xmlns:a16="http://schemas.microsoft.com/office/drawing/2014/main" id="{B7DFBA36-A40F-4EE8-B647-550E9C85B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3217"/>
                <a:ext cx="20" cy="20"/>
              </a:xfrm>
              <a:custGeom>
                <a:avLst/>
                <a:gdLst>
                  <a:gd name="T0" fmla="*/ 1 w 16"/>
                  <a:gd name="T1" fmla="*/ 12 h 15"/>
                  <a:gd name="T2" fmla="*/ 13 w 1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1" y="5"/>
                    </a:moveTo>
                    <a:cubicBezTo>
                      <a:pt x="0" y="15"/>
                      <a:pt x="16" y="8"/>
                      <a:pt x="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42" name="Freeform 1930">
                <a:extLst>
                  <a:ext uri="{FF2B5EF4-FFF2-40B4-BE49-F238E27FC236}">
                    <a16:creationId xmlns:a16="http://schemas.microsoft.com/office/drawing/2014/main" id="{D5C0B3F3-2B33-4445-9775-0650B16E8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153"/>
                <a:ext cx="25" cy="28"/>
              </a:xfrm>
              <a:custGeom>
                <a:avLst/>
                <a:gdLst>
                  <a:gd name="T0" fmla="*/ 0 w 20"/>
                  <a:gd name="T1" fmla="*/ 20 h 21"/>
                  <a:gd name="T2" fmla="*/ 13 w 2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1">
                    <a:moveTo>
                      <a:pt x="0" y="8"/>
                    </a:moveTo>
                    <a:cubicBezTo>
                      <a:pt x="0" y="21"/>
                      <a:pt x="20" y="7"/>
                      <a:pt x="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43" name="Freeform 1931">
                <a:extLst>
                  <a:ext uri="{FF2B5EF4-FFF2-40B4-BE49-F238E27FC236}">
                    <a16:creationId xmlns:a16="http://schemas.microsoft.com/office/drawing/2014/main" id="{8306FAF8-3440-4313-9C15-564929831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083"/>
                <a:ext cx="36" cy="34"/>
              </a:xfrm>
              <a:custGeom>
                <a:avLst/>
                <a:gdLst>
                  <a:gd name="T0" fmla="*/ 0 w 29"/>
                  <a:gd name="T1" fmla="*/ 29 h 26"/>
                  <a:gd name="T2" fmla="*/ 19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13"/>
                    </a:moveTo>
                    <a:cubicBezTo>
                      <a:pt x="6" y="26"/>
                      <a:pt x="29" y="6"/>
                      <a:pt x="10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44" name="Freeform 1932">
                <a:extLst>
                  <a:ext uri="{FF2B5EF4-FFF2-40B4-BE49-F238E27FC236}">
                    <a16:creationId xmlns:a16="http://schemas.microsoft.com/office/drawing/2014/main" id="{F66F9FAD-FA69-4599-8BEF-8202C213E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005"/>
                <a:ext cx="17" cy="23"/>
              </a:xfrm>
              <a:custGeom>
                <a:avLst/>
                <a:gdLst>
                  <a:gd name="T0" fmla="*/ 1 w 14"/>
                  <a:gd name="T1" fmla="*/ 16 h 17"/>
                  <a:gd name="T2" fmla="*/ 22 w 14"/>
                  <a:gd name="T3" fmla="*/ 27 h 17"/>
                  <a:gd name="T4" fmla="*/ 9 w 14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1" y="7"/>
                    </a:moveTo>
                    <a:cubicBezTo>
                      <a:pt x="0" y="14"/>
                      <a:pt x="9" y="17"/>
                      <a:pt x="12" y="11"/>
                    </a:cubicBezTo>
                    <a:cubicBezTo>
                      <a:pt x="14" y="7"/>
                      <a:pt x="10" y="0"/>
                      <a:pt x="5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45" name="Freeform 1933">
                <a:extLst>
                  <a:ext uri="{FF2B5EF4-FFF2-40B4-BE49-F238E27FC236}">
                    <a16:creationId xmlns:a16="http://schemas.microsoft.com/office/drawing/2014/main" id="{329706AA-CD80-40E6-9174-404404B02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068"/>
                <a:ext cx="22" cy="28"/>
              </a:xfrm>
              <a:custGeom>
                <a:avLst/>
                <a:gdLst>
                  <a:gd name="T0" fmla="*/ 1 w 18"/>
                  <a:gd name="T1" fmla="*/ 23 h 21"/>
                  <a:gd name="T2" fmla="*/ 16 w 1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1" y="10"/>
                    </a:moveTo>
                    <a:cubicBezTo>
                      <a:pt x="0" y="21"/>
                      <a:pt x="18" y="13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46" name="Freeform 1934">
                <a:extLst>
                  <a:ext uri="{FF2B5EF4-FFF2-40B4-BE49-F238E27FC236}">
                    <a16:creationId xmlns:a16="http://schemas.microsoft.com/office/drawing/2014/main" id="{B6827746-460E-46B8-B88C-34D3E6934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000"/>
                <a:ext cx="19" cy="20"/>
              </a:xfrm>
              <a:custGeom>
                <a:avLst/>
                <a:gdLst>
                  <a:gd name="T0" fmla="*/ 1 w 15"/>
                  <a:gd name="T1" fmla="*/ 12 h 15"/>
                  <a:gd name="T2" fmla="*/ 10 w 1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1" y="5"/>
                    </a:moveTo>
                    <a:cubicBezTo>
                      <a:pt x="0" y="15"/>
                      <a:pt x="15" y="9"/>
                      <a:pt x="5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47" name="Freeform 1935">
                <a:extLst>
                  <a:ext uri="{FF2B5EF4-FFF2-40B4-BE49-F238E27FC236}">
                    <a16:creationId xmlns:a16="http://schemas.microsoft.com/office/drawing/2014/main" id="{FECBF6FD-7B74-4FB6-9F14-8CC04102B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393"/>
                <a:ext cx="17" cy="28"/>
              </a:xfrm>
              <a:custGeom>
                <a:avLst/>
                <a:gdLst>
                  <a:gd name="T0" fmla="*/ 0 w 14"/>
                  <a:gd name="T1" fmla="*/ 33 h 21"/>
                  <a:gd name="T2" fmla="*/ 11 w 1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1">
                    <a:moveTo>
                      <a:pt x="0" y="14"/>
                    </a:moveTo>
                    <a:cubicBezTo>
                      <a:pt x="4" y="21"/>
                      <a:pt x="14" y="6"/>
                      <a:pt x="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48" name="Freeform 1936">
                <a:extLst>
                  <a:ext uri="{FF2B5EF4-FFF2-40B4-BE49-F238E27FC236}">
                    <a16:creationId xmlns:a16="http://schemas.microsoft.com/office/drawing/2014/main" id="{1391CA79-3CD8-426D-AE03-BF6AB21F1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3369"/>
                <a:ext cx="22" cy="31"/>
              </a:xfrm>
              <a:custGeom>
                <a:avLst/>
                <a:gdLst>
                  <a:gd name="T0" fmla="*/ 0 w 18"/>
                  <a:gd name="T1" fmla="*/ 43 h 23"/>
                  <a:gd name="T2" fmla="*/ 24 w 18"/>
                  <a:gd name="T3" fmla="*/ 43 h 23"/>
                  <a:gd name="T4" fmla="*/ 13 w 1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0" y="18"/>
                    </a:moveTo>
                    <a:cubicBezTo>
                      <a:pt x="2" y="23"/>
                      <a:pt x="10" y="22"/>
                      <a:pt x="13" y="18"/>
                    </a:cubicBezTo>
                    <a:cubicBezTo>
                      <a:pt x="18" y="11"/>
                      <a:pt x="9" y="5"/>
                      <a:pt x="7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49" name="Freeform 1937">
                <a:extLst>
                  <a:ext uri="{FF2B5EF4-FFF2-40B4-BE49-F238E27FC236}">
                    <a16:creationId xmlns:a16="http://schemas.microsoft.com/office/drawing/2014/main" id="{9BEA45F2-8E7C-4B71-AA4F-191106AE3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445"/>
                <a:ext cx="15" cy="23"/>
              </a:xfrm>
              <a:custGeom>
                <a:avLst/>
                <a:gdLst>
                  <a:gd name="T0" fmla="*/ 0 w 12"/>
                  <a:gd name="T1" fmla="*/ 27 h 17"/>
                  <a:gd name="T2" fmla="*/ 18 w 12"/>
                  <a:gd name="T3" fmla="*/ 32 h 17"/>
                  <a:gd name="T4" fmla="*/ 8 w 1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0" y="11"/>
                    </a:moveTo>
                    <a:cubicBezTo>
                      <a:pt x="0" y="17"/>
                      <a:pt x="7" y="17"/>
                      <a:pt x="9" y="13"/>
                    </a:cubicBezTo>
                    <a:cubicBezTo>
                      <a:pt x="12" y="8"/>
                      <a:pt x="8" y="3"/>
                      <a:pt x="4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50" name="Freeform 1938">
                <a:extLst>
                  <a:ext uri="{FF2B5EF4-FFF2-40B4-BE49-F238E27FC236}">
                    <a16:creationId xmlns:a16="http://schemas.microsoft.com/office/drawing/2014/main" id="{E71BCC0A-6003-4CDD-91A0-008334B8B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3413"/>
                <a:ext cx="13" cy="22"/>
              </a:xfrm>
              <a:custGeom>
                <a:avLst/>
                <a:gdLst>
                  <a:gd name="T0" fmla="*/ 0 w 10"/>
                  <a:gd name="T1" fmla="*/ 34 h 16"/>
                  <a:gd name="T2" fmla="*/ 0 w 10"/>
                  <a:gd name="T3" fmla="*/ 40 h 16"/>
                  <a:gd name="T4" fmla="*/ 21 w 10"/>
                  <a:gd name="T5" fmla="*/ 29 h 16"/>
                  <a:gd name="T6" fmla="*/ 5 w 10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0" y="13"/>
                    </a:moveTo>
                    <a:cubicBezTo>
                      <a:pt x="0" y="13"/>
                      <a:pt x="0" y="14"/>
                      <a:pt x="0" y="15"/>
                    </a:cubicBezTo>
                    <a:cubicBezTo>
                      <a:pt x="3" y="16"/>
                      <a:pt x="9" y="15"/>
                      <a:pt x="9" y="11"/>
                    </a:cubicBezTo>
                    <a:cubicBezTo>
                      <a:pt x="10" y="7"/>
                      <a:pt x="4" y="2"/>
                      <a:pt x="2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51" name="Freeform 1939">
                <a:extLst>
                  <a:ext uri="{FF2B5EF4-FFF2-40B4-BE49-F238E27FC236}">
                    <a16:creationId xmlns:a16="http://schemas.microsoft.com/office/drawing/2014/main" id="{578ED3EF-C872-4F73-9B8D-7BB1ED996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495"/>
                <a:ext cx="14" cy="14"/>
              </a:xfrm>
              <a:custGeom>
                <a:avLst/>
                <a:gdLst>
                  <a:gd name="T0" fmla="*/ 5 w 11"/>
                  <a:gd name="T1" fmla="*/ 0 h 11"/>
                  <a:gd name="T2" fmla="*/ 0 w 11"/>
                  <a:gd name="T3" fmla="*/ 2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11" y="0"/>
                      <a:pt x="9" y="11"/>
                      <a:pt x="0" y="1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52" name="Freeform 1940">
                <a:extLst>
                  <a:ext uri="{FF2B5EF4-FFF2-40B4-BE49-F238E27FC236}">
                    <a16:creationId xmlns:a16="http://schemas.microsoft.com/office/drawing/2014/main" id="{DFE24D04-E261-4302-96CC-C3C973EFD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3524"/>
                <a:ext cx="32" cy="33"/>
              </a:xfrm>
              <a:custGeom>
                <a:avLst/>
                <a:gdLst>
                  <a:gd name="T0" fmla="*/ 1 w 26"/>
                  <a:gd name="T1" fmla="*/ 22 h 25"/>
                  <a:gd name="T2" fmla="*/ 17 w 26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5">
                    <a:moveTo>
                      <a:pt x="1" y="10"/>
                    </a:moveTo>
                    <a:cubicBezTo>
                      <a:pt x="0" y="25"/>
                      <a:pt x="26" y="6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53" name="Freeform 1941">
                <a:extLst>
                  <a:ext uri="{FF2B5EF4-FFF2-40B4-BE49-F238E27FC236}">
                    <a16:creationId xmlns:a16="http://schemas.microsoft.com/office/drawing/2014/main" id="{ECDF7861-E03D-4E34-B584-FAB8ABDDA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3595"/>
                <a:ext cx="15" cy="24"/>
              </a:xfrm>
              <a:custGeom>
                <a:avLst/>
                <a:gdLst>
                  <a:gd name="T0" fmla="*/ 0 w 12"/>
                  <a:gd name="T1" fmla="*/ 33 h 18"/>
                  <a:gd name="T2" fmla="*/ 18 w 12"/>
                  <a:gd name="T3" fmla="*/ 33 h 18"/>
                  <a:gd name="T4" fmla="*/ 10 w 1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14"/>
                    </a:moveTo>
                    <a:cubicBezTo>
                      <a:pt x="2" y="18"/>
                      <a:pt x="6" y="18"/>
                      <a:pt x="9" y="14"/>
                    </a:cubicBezTo>
                    <a:cubicBezTo>
                      <a:pt x="12" y="10"/>
                      <a:pt x="7" y="3"/>
                      <a:pt x="5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54" name="Freeform 1942">
                <a:extLst>
                  <a:ext uri="{FF2B5EF4-FFF2-40B4-BE49-F238E27FC236}">
                    <a16:creationId xmlns:a16="http://schemas.microsoft.com/office/drawing/2014/main" id="{4A21F83F-81D4-4361-9893-33CCF6673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567"/>
                <a:ext cx="25" cy="20"/>
              </a:xfrm>
              <a:custGeom>
                <a:avLst/>
                <a:gdLst>
                  <a:gd name="T0" fmla="*/ 1 w 20"/>
                  <a:gd name="T1" fmla="*/ 16 h 15"/>
                  <a:gd name="T2" fmla="*/ 10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1" y="7"/>
                    </a:moveTo>
                    <a:cubicBezTo>
                      <a:pt x="0" y="15"/>
                      <a:pt x="20" y="4"/>
                      <a:pt x="5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55" name="Freeform 1943">
                <a:extLst>
                  <a:ext uri="{FF2B5EF4-FFF2-40B4-BE49-F238E27FC236}">
                    <a16:creationId xmlns:a16="http://schemas.microsoft.com/office/drawing/2014/main" id="{710C4EF1-DB7A-4A59-A524-F05A768B7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3639"/>
                <a:ext cx="17" cy="16"/>
              </a:xfrm>
              <a:custGeom>
                <a:avLst/>
                <a:gdLst>
                  <a:gd name="T0" fmla="*/ 16 w 13"/>
                  <a:gd name="T1" fmla="*/ 0 h 12"/>
                  <a:gd name="T2" fmla="*/ 0 w 13"/>
                  <a:gd name="T3" fmla="*/ 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7" y="0"/>
                    </a:moveTo>
                    <a:cubicBezTo>
                      <a:pt x="13" y="6"/>
                      <a:pt x="7" y="12"/>
                      <a:pt x="0" y="1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56" name="Freeform 1944">
                <a:extLst>
                  <a:ext uri="{FF2B5EF4-FFF2-40B4-BE49-F238E27FC236}">
                    <a16:creationId xmlns:a16="http://schemas.microsoft.com/office/drawing/2014/main" id="{9B7D1DA4-57AC-4090-AE44-D26B9A067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3676"/>
                <a:ext cx="21" cy="31"/>
              </a:xfrm>
              <a:custGeom>
                <a:avLst/>
                <a:gdLst>
                  <a:gd name="T0" fmla="*/ 0 w 17"/>
                  <a:gd name="T1" fmla="*/ 30 h 23"/>
                  <a:gd name="T2" fmla="*/ 7 w 1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3">
                    <a:moveTo>
                      <a:pt x="0" y="12"/>
                    </a:moveTo>
                    <a:cubicBezTo>
                      <a:pt x="3" y="23"/>
                      <a:pt x="17" y="9"/>
                      <a:pt x="4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57" name="Freeform 1945">
                <a:extLst>
                  <a:ext uri="{FF2B5EF4-FFF2-40B4-BE49-F238E27FC236}">
                    <a16:creationId xmlns:a16="http://schemas.microsoft.com/office/drawing/2014/main" id="{A3292C70-6854-4C16-80F9-28C421008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665"/>
                <a:ext cx="24" cy="38"/>
              </a:xfrm>
              <a:custGeom>
                <a:avLst/>
                <a:gdLst>
                  <a:gd name="T0" fmla="*/ 0 w 19"/>
                  <a:gd name="T1" fmla="*/ 35 h 28"/>
                  <a:gd name="T2" fmla="*/ 5 w 19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8">
                    <a:moveTo>
                      <a:pt x="0" y="14"/>
                    </a:moveTo>
                    <a:cubicBezTo>
                      <a:pt x="3" y="28"/>
                      <a:pt x="19" y="10"/>
                      <a:pt x="2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58" name="Freeform 1946">
                <a:extLst>
                  <a:ext uri="{FF2B5EF4-FFF2-40B4-BE49-F238E27FC236}">
                    <a16:creationId xmlns:a16="http://schemas.microsoft.com/office/drawing/2014/main" id="{7E44614A-4E2A-495E-99EC-0975E8C9D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588"/>
                <a:ext cx="18" cy="36"/>
              </a:xfrm>
              <a:custGeom>
                <a:avLst/>
                <a:gdLst>
                  <a:gd name="T0" fmla="*/ 0 w 14"/>
                  <a:gd name="T1" fmla="*/ 48 h 27"/>
                  <a:gd name="T2" fmla="*/ 24 w 14"/>
                  <a:gd name="T3" fmla="*/ 41 h 27"/>
                  <a:gd name="T4" fmla="*/ 8 w 1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0" y="20"/>
                    </a:moveTo>
                    <a:cubicBezTo>
                      <a:pt x="3" y="27"/>
                      <a:pt x="10" y="22"/>
                      <a:pt x="12" y="17"/>
                    </a:cubicBezTo>
                    <a:cubicBezTo>
                      <a:pt x="14" y="10"/>
                      <a:pt x="9" y="4"/>
                      <a:pt x="4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59" name="Freeform 1947">
                <a:extLst>
                  <a:ext uri="{FF2B5EF4-FFF2-40B4-BE49-F238E27FC236}">
                    <a16:creationId xmlns:a16="http://schemas.microsoft.com/office/drawing/2014/main" id="{F2C53D19-5997-4E10-B568-28A84BE76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487"/>
                <a:ext cx="16" cy="20"/>
              </a:xfrm>
              <a:custGeom>
                <a:avLst/>
                <a:gdLst>
                  <a:gd name="T0" fmla="*/ 2 w 13"/>
                  <a:gd name="T1" fmla="*/ 20 h 15"/>
                  <a:gd name="T2" fmla="*/ 1 w 13"/>
                  <a:gd name="T3" fmla="*/ 28 h 15"/>
                  <a:gd name="T4" fmla="*/ 21 w 13"/>
                  <a:gd name="T5" fmla="*/ 23 h 15"/>
                  <a:gd name="T6" fmla="*/ 11 w 1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2" y="8"/>
                    </a:moveTo>
                    <a:cubicBezTo>
                      <a:pt x="1" y="9"/>
                      <a:pt x="0" y="10"/>
                      <a:pt x="1" y="12"/>
                    </a:cubicBezTo>
                    <a:cubicBezTo>
                      <a:pt x="3" y="15"/>
                      <a:pt x="9" y="14"/>
                      <a:pt x="11" y="10"/>
                    </a:cubicBezTo>
                    <a:cubicBezTo>
                      <a:pt x="13" y="7"/>
                      <a:pt x="8" y="2"/>
                      <a:pt x="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60" name="Freeform 1948">
                <a:extLst>
                  <a:ext uri="{FF2B5EF4-FFF2-40B4-BE49-F238E27FC236}">
                    <a16:creationId xmlns:a16="http://schemas.microsoft.com/office/drawing/2014/main" id="{CC2D0E48-6973-4705-B2A5-DCC28FEDB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603"/>
                <a:ext cx="41" cy="57"/>
              </a:xfrm>
              <a:custGeom>
                <a:avLst/>
                <a:gdLst>
                  <a:gd name="T0" fmla="*/ 2 w 33"/>
                  <a:gd name="T1" fmla="*/ 80 h 43"/>
                  <a:gd name="T2" fmla="*/ 21 w 33"/>
                  <a:gd name="T3" fmla="*/ 101 h 43"/>
                  <a:gd name="T4" fmla="*/ 32 w 33"/>
                  <a:gd name="T5" fmla="*/ 95 h 43"/>
                  <a:gd name="T6" fmla="*/ 52 w 33"/>
                  <a:gd name="T7" fmla="*/ 93 h 43"/>
                  <a:gd name="T8" fmla="*/ 53 w 33"/>
                  <a:gd name="T9" fmla="*/ 56 h 43"/>
                  <a:gd name="T10" fmla="*/ 39 w 33"/>
                  <a:gd name="T11" fmla="*/ 0 h 43"/>
                  <a:gd name="T12" fmla="*/ 37 w 33"/>
                  <a:gd name="T13" fmla="*/ 28 h 43"/>
                  <a:gd name="T14" fmla="*/ 24 w 33"/>
                  <a:gd name="T15" fmla="*/ 28 h 43"/>
                  <a:gd name="T16" fmla="*/ 14 w 33"/>
                  <a:gd name="T17" fmla="*/ 37 h 43"/>
                  <a:gd name="T18" fmla="*/ 25 w 33"/>
                  <a:gd name="T19" fmla="*/ 64 h 43"/>
                  <a:gd name="T20" fmla="*/ 34 w 33"/>
                  <a:gd name="T21" fmla="*/ 81 h 43"/>
                  <a:gd name="T22" fmla="*/ 11 w 33"/>
                  <a:gd name="T23" fmla="*/ 87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43">
                    <a:moveTo>
                      <a:pt x="2" y="34"/>
                    </a:moveTo>
                    <a:cubicBezTo>
                      <a:pt x="4" y="38"/>
                      <a:pt x="7" y="42"/>
                      <a:pt x="11" y="43"/>
                    </a:cubicBezTo>
                    <a:cubicBezTo>
                      <a:pt x="13" y="43"/>
                      <a:pt x="15" y="42"/>
                      <a:pt x="17" y="41"/>
                    </a:cubicBezTo>
                    <a:cubicBezTo>
                      <a:pt x="20" y="40"/>
                      <a:pt x="24" y="41"/>
                      <a:pt x="27" y="40"/>
                    </a:cubicBezTo>
                    <a:cubicBezTo>
                      <a:pt x="33" y="38"/>
                      <a:pt x="30" y="30"/>
                      <a:pt x="28" y="24"/>
                    </a:cubicBezTo>
                    <a:cubicBezTo>
                      <a:pt x="26" y="16"/>
                      <a:pt x="24" y="7"/>
                      <a:pt x="20" y="0"/>
                    </a:cubicBezTo>
                    <a:cubicBezTo>
                      <a:pt x="21" y="4"/>
                      <a:pt x="24" y="9"/>
                      <a:pt x="19" y="12"/>
                    </a:cubicBezTo>
                    <a:cubicBezTo>
                      <a:pt x="17" y="13"/>
                      <a:pt x="15" y="12"/>
                      <a:pt x="12" y="12"/>
                    </a:cubicBezTo>
                    <a:cubicBezTo>
                      <a:pt x="10" y="13"/>
                      <a:pt x="8" y="15"/>
                      <a:pt x="7" y="16"/>
                    </a:cubicBezTo>
                    <a:cubicBezTo>
                      <a:pt x="0" y="23"/>
                      <a:pt x="6" y="24"/>
                      <a:pt x="13" y="27"/>
                    </a:cubicBezTo>
                    <a:cubicBezTo>
                      <a:pt x="16" y="29"/>
                      <a:pt x="20" y="31"/>
                      <a:pt x="18" y="35"/>
                    </a:cubicBezTo>
                    <a:cubicBezTo>
                      <a:pt x="16" y="41"/>
                      <a:pt x="10" y="39"/>
                      <a:pt x="6" y="38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61" name="Freeform 1949">
                <a:extLst>
                  <a:ext uri="{FF2B5EF4-FFF2-40B4-BE49-F238E27FC236}">
                    <a16:creationId xmlns:a16="http://schemas.microsoft.com/office/drawing/2014/main" id="{5A3B3921-72F0-4E4E-A34F-39E2E7CDD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528"/>
                <a:ext cx="44" cy="35"/>
              </a:xfrm>
              <a:custGeom>
                <a:avLst/>
                <a:gdLst>
                  <a:gd name="T0" fmla="*/ 0 w 35"/>
                  <a:gd name="T1" fmla="*/ 9 h 26"/>
                  <a:gd name="T2" fmla="*/ 44 w 35"/>
                  <a:gd name="T3" fmla="*/ 54 h 26"/>
                  <a:gd name="T4" fmla="*/ 41 w 3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6">
                    <a:moveTo>
                      <a:pt x="0" y="4"/>
                    </a:moveTo>
                    <a:cubicBezTo>
                      <a:pt x="2" y="14"/>
                      <a:pt x="9" y="26"/>
                      <a:pt x="22" y="22"/>
                    </a:cubicBezTo>
                    <a:cubicBezTo>
                      <a:pt x="35" y="17"/>
                      <a:pt x="29" y="5"/>
                      <a:pt x="21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62" name="Freeform 1950">
                <a:extLst>
                  <a:ext uri="{FF2B5EF4-FFF2-40B4-BE49-F238E27FC236}">
                    <a16:creationId xmlns:a16="http://schemas.microsoft.com/office/drawing/2014/main" id="{C0DAB648-48DC-43A3-A952-9E5B74FE3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525"/>
                <a:ext cx="49" cy="54"/>
              </a:xfrm>
              <a:custGeom>
                <a:avLst/>
                <a:gdLst>
                  <a:gd name="T0" fmla="*/ 0 w 39"/>
                  <a:gd name="T1" fmla="*/ 84 h 40"/>
                  <a:gd name="T2" fmla="*/ 29 w 39"/>
                  <a:gd name="T3" fmla="*/ 85 h 40"/>
                  <a:gd name="T4" fmla="*/ 38 w 39"/>
                  <a:gd name="T5" fmla="*/ 69 h 40"/>
                  <a:gd name="T6" fmla="*/ 54 w 39"/>
                  <a:gd name="T7" fmla="*/ 57 h 40"/>
                  <a:gd name="T8" fmla="*/ 73 w 39"/>
                  <a:gd name="T9" fmla="*/ 30 h 40"/>
                  <a:gd name="T10" fmla="*/ 45 w 39"/>
                  <a:gd name="T11" fmla="*/ 0 h 40"/>
                  <a:gd name="T12" fmla="*/ 55 w 39"/>
                  <a:gd name="T13" fmla="*/ 32 h 40"/>
                  <a:gd name="T14" fmla="*/ 36 w 39"/>
                  <a:gd name="T15" fmla="*/ 57 h 40"/>
                  <a:gd name="T16" fmla="*/ 6 w 39"/>
                  <a:gd name="T17" fmla="*/ 84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40">
                    <a:moveTo>
                      <a:pt x="0" y="34"/>
                    </a:moveTo>
                    <a:cubicBezTo>
                      <a:pt x="6" y="37"/>
                      <a:pt x="8" y="40"/>
                      <a:pt x="14" y="35"/>
                    </a:cubicBezTo>
                    <a:cubicBezTo>
                      <a:pt x="16" y="33"/>
                      <a:pt x="17" y="30"/>
                      <a:pt x="19" y="28"/>
                    </a:cubicBezTo>
                    <a:cubicBezTo>
                      <a:pt x="21" y="26"/>
                      <a:pt x="25" y="25"/>
                      <a:pt x="27" y="23"/>
                    </a:cubicBezTo>
                    <a:cubicBezTo>
                      <a:pt x="31" y="21"/>
                      <a:pt x="39" y="17"/>
                      <a:pt x="37" y="12"/>
                    </a:cubicBezTo>
                    <a:cubicBezTo>
                      <a:pt x="36" y="8"/>
                      <a:pt x="26" y="0"/>
                      <a:pt x="23" y="0"/>
                    </a:cubicBezTo>
                    <a:cubicBezTo>
                      <a:pt x="25" y="3"/>
                      <a:pt x="29" y="8"/>
                      <a:pt x="28" y="13"/>
                    </a:cubicBezTo>
                    <a:cubicBezTo>
                      <a:pt x="27" y="17"/>
                      <a:pt x="21" y="19"/>
                      <a:pt x="18" y="23"/>
                    </a:cubicBezTo>
                    <a:cubicBezTo>
                      <a:pt x="15" y="27"/>
                      <a:pt x="9" y="35"/>
                      <a:pt x="3" y="34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63" name="Freeform 1951">
                <a:extLst>
                  <a:ext uri="{FF2B5EF4-FFF2-40B4-BE49-F238E27FC236}">
                    <a16:creationId xmlns:a16="http://schemas.microsoft.com/office/drawing/2014/main" id="{9B8B4113-18C3-445F-B522-9E220B7C9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3416"/>
                <a:ext cx="33" cy="55"/>
              </a:xfrm>
              <a:custGeom>
                <a:avLst/>
                <a:gdLst>
                  <a:gd name="T0" fmla="*/ 0 w 26"/>
                  <a:gd name="T1" fmla="*/ 70 h 41"/>
                  <a:gd name="T2" fmla="*/ 24 w 26"/>
                  <a:gd name="T3" fmla="*/ 97 h 41"/>
                  <a:gd name="T4" fmla="*/ 47 w 26"/>
                  <a:gd name="T5" fmla="*/ 72 h 41"/>
                  <a:gd name="T6" fmla="*/ 38 w 26"/>
                  <a:gd name="T7" fmla="*/ 46 h 41"/>
                  <a:gd name="T8" fmla="*/ 22 w 26"/>
                  <a:gd name="T9" fmla="*/ 0 h 41"/>
                  <a:gd name="T10" fmla="*/ 29 w 26"/>
                  <a:gd name="T11" fmla="*/ 54 h 41"/>
                  <a:gd name="T12" fmla="*/ 17 w 26"/>
                  <a:gd name="T13" fmla="*/ 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41">
                    <a:moveTo>
                      <a:pt x="0" y="29"/>
                    </a:moveTo>
                    <a:cubicBezTo>
                      <a:pt x="3" y="32"/>
                      <a:pt x="7" y="41"/>
                      <a:pt x="12" y="40"/>
                    </a:cubicBezTo>
                    <a:cubicBezTo>
                      <a:pt x="16" y="40"/>
                      <a:pt x="22" y="33"/>
                      <a:pt x="23" y="30"/>
                    </a:cubicBezTo>
                    <a:cubicBezTo>
                      <a:pt x="26" y="25"/>
                      <a:pt x="22" y="23"/>
                      <a:pt x="19" y="19"/>
                    </a:cubicBezTo>
                    <a:cubicBezTo>
                      <a:pt x="16" y="13"/>
                      <a:pt x="14" y="6"/>
                      <a:pt x="10" y="0"/>
                    </a:cubicBezTo>
                    <a:cubicBezTo>
                      <a:pt x="10" y="8"/>
                      <a:pt x="12" y="14"/>
                      <a:pt x="14" y="22"/>
                    </a:cubicBezTo>
                    <a:cubicBezTo>
                      <a:pt x="15" y="29"/>
                      <a:pt x="15" y="29"/>
                      <a:pt x="8" y="3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64" name="Freeform 1952">
                <a:extLst>
                  <a:ext uri="{FF2B5EF4-FFF2-40B4-BE49-F238E27FC236}">
                    <a16:creationId xmlns:a16="http://schemas.microsoft.com/office/drawing/2014/main" id="{D789BC73-EA1E-44D1-9020-DE95D731E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3397"/>
                <a:ext cx="21" cy="34"/>
              </a:xfrm>
              <a:custGeom>
                <a:avLst/>
                <a:gdLst>
                  <a:gd name="T0" fmla="*/ 0 w 17"/>
                  <a:gd name="T1" fmla="*/ 20 h 25"/>
                  <a:gd name="T2" fmla="*/ 26 w 17"/>
                  <a:gd name="T3" fmla="*/ 35 h 25"/>
                  <a:gd name="T4" fmla="*/ 11 w 1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0" y="8"/>
                    </a:moveTo>
                    <a:cubicBezTo>
                      <a:pt x="0" y="16"/>
                      <a:pt x="10" y="25"/>
                      <a:pt x="14" y="14"/>
                    </a:cubicBezTo>
                    <a:cubicBezTo>
                      <a:pt x="17" y="8"/>
                      <a:pt x="12" y="1"/>
                      <a:pt x="6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65" name="Freeform 1953">
                <a:extLst>
                  <a:ext uri="{FF2B5EF4-FFF2-40B4-BE49-F238E27FC236}">
                    <a16:creationId xmlns:a16="http://schemas.microsoft.com/office/drawing/2014/main" id="{572EB76C-2002-480B-A2C7-BD9644C88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263"/>
                <a:ext cx="25" cy="46"/>
              </a:xfrm>
              <a:custGeom>
                <a:avLst/>
                <a:gdLst>
                  <a:gd name="T0" fmla="*/ 0 w 20"/>
                  <a:gd name="T1" fmla="*/ 37 h 35"/>
                  <a:gd name="T2" fmla="*/ 30 w 20"/>
                  <a:gd name="T3" fmla="*/ 51 h 35"/>
                  <a:gd name="T4" fmla="*/ 20 w 20"/>
                  <a:gd name="T5" fmla="*/ 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5">
                    <a:moveTo>
                      <a:pt x="0" y="16"/>
                    </a:moveTo>
                    <a:cubicBezTo>
                      <a:pt x="0" y="26"/>
                      <a:pt x="11" y="35"/>
                      <a:pt x="15" y="23"/>
                    </a:cubicBezTo>
                    <a:cubicBezTo>
                      <a:pt x="17" y="18"/>
                      <a:pt x="20" y="0"/>
                      <a:pt x="10" y="2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66" name="Freeform 1954">
                <a:extLst>
                  <a:ext uri="{FF2B5EF4-FFF2-40B4-BE49-F238E27FC236}">
                    <a16:creationId xmlns:a16="http://schemas.microsoft.com/office/drawing/2014/main" id="{FC81D6EF-C1D7-45D1-A0C4-1D36FF5AE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293"/>
                <a:ext cx="23" cy="48"/>
              </a:xfrm>
              <a:custGeom>
                <a:avLst/>
                <a:gdLst>
                  <a:gd name="T0" fmla="*/ 0 w 18"/>
                  <a:gd name="T1" fmla="*/ 59 h 36"/>
                  <a:gd name="T2" fmla="*/ 8 w 18"/>
                  <a:gd name="T3" fmla="*/ 84 h 36"/>
                  <a:gd name="T4" fmla="*/ 28 w 18"/>
                  <a:gd name="T5" fmla="*/ 76 h 36"/>
                  <a:gd name="T6" fmla="*/ 33 w 18"/>
                  <a:gd name="T7" fmla="*/ 44 h 36"/>
                  <a:gd name="T8" fmla="*/ 33 w 18"/>
                  <a:gd name="T9" fmla="*/ 0 h 36"/>
                  <a:gd name="T10" fmla="*/ 5 w 18"/>
                  <a:gd name="T11" fmla="*/ 6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6">
                    <a:moveTo>
                      <a:pt x="0" y="25"/>
                    </a:moveTo>
                    <a:cubicBezTo>
                      <a:pt x="1" y="29"/>
                      <a:pt x="0" y="34"/>
                      <a:pt x="4" y="35"/>
                    </a:cubicBezTo>
                    <a:cubicBezTo>
                      <a:pt x="6" y="36"/>
                      <a:pt x="12" y="33"/>
                      <a:pt x="13" y="32"/>
                    </a:cubicBezTo>
                    <a:cubicBezTo>
                      <a:pt x="16" y="29"/>
                      <a:pt x="16" y="23"/>
                      <a:pt x="16" y="19"/>
                    </a:cubicBezTo>
                    <a:cubicBezTo>
                      <a:pt x="16" y="13"/>
                      <a:pt x="18" y="5"/>
                      <a:pt x="16" y="0"/>
                    </a:cubicBezTo>
                    <a:cubicBezTo>
                      <a:pt x="13" y="10"/>
                      <a:pt x="17" y="27"/>
                      <a:pt x="2" y="29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67" name="Freeform 1955">
                <a:extLst>
                  <a:ext uri="{FF2B5EF4-FFF2-40B4-BE49-F238E27FC236}">
                    <a16:creationId xmlns:a16="http://schemas.microsoft.com/office/drawing/2014/main" id="{44155DA2-B12D-4252-85EE-76A5F5AA4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3143"/>
                <a:ext cx="29" cy="49"/>
              </a:xfrm>
              <a:custGeom>
                <a:avLst/>
                <a:gdLst>
                  <a:gd name="T0" fmla="*/ 8 w 23"/>
                  <a:gd name="T1" fmla="*/ 34 h 37"/>
                  <a:gd name="T2" fmla="*/ 33 w 23"/>
                  <a:gd name="T3" fmla="*/ 56 h 37"/>
                  <a:gd name="T4" fmla="*/ 25 w 23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7">
                    <a:moveTo>
                      <a:pt x="4" y="15"/>
                    </a:moveTo>
                    <a:cubicBezTo>
                      <a:pt x="0" y="26"/>
                      <a:pt x="10" y="37"/>
                      <a:pt x="17" y="24"/>
                    </a:cubicBezTo>
                    <a:cubicBezTo>
                      <a:pt x="20" y="19"/>
                      <a:pt x="23" y="0"/>
                      <a:pt x="13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68" name="Freeform 1956">
                <a:extLst>
                  <a:ext uri="{FF2B5EF4-FFF2-40B4-BE49-F238E27FC236}">
                    <a16:creationId xmlns:a16="http://schemas.microsoft.com/office/drawing/2014/main" id="{46A31798-A6B4-49A7-B116-B92D77DAC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164"/>
                <a:ext cx="25" cy="51"/>
              </a:xfrm>
              <a:custGeom>
                <a:avLst/>
                <a:gdLst>
                  <a:gd name="T0" fmla="*/ 5 w 20"/>
                  <a:gd name="T1" fmla="*/ 91 h 38"/>
                  <a:gd name="T2" fmla="*/ 31 w 20"/>
                  <a:gd name="T3" fmla="*/ 79 h 38"/>
                  <a:gd name="T4" fmla="*/ 36 w 20"/>
                  <a:gd name="T5" fmla="*/ 43 h 38"/>
                  <a:gd name="T6" fmla="*/ 36 w 20"/>
                  <a:gd name="T7" fmla="*/ 0 h 38"/>
                  <a:gd name="T8" fmla="*/ 14 w 20"/>
                  <a:gd name="T9" fmla="*/ 63 h 38"/>
                  <a:gd name="T10" fmla="*/ 1 w 20"/>
                  <a:gd name="T11" fmla="*/ 72 h 38"/>
                  <a:gd name="T12" fmla="*/ 0 w 20"/>
                  <a:gd name="T13" fmla="*/ 9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8">
                    <a:moveTo>
                      <a:pt x="2" y="38"/>
                    </a:moveTo>
                    <a:cubicBezTo>
                      <a:pt x="6" y="34"/>
                      <a:pt x="12" y="38"/>
                      <a:pt x="16" y="33"/>
                    </a:cubicBezTo>
                    <a:cubicBezTo>
                      <a:pt x="19" y="29"/>
                      <a:pt x="18" y="23"/>
                      <a:pt x="18" y="18"/>
                    </a:cubicBezTo>
                    <a:cubicBezTo>
                      <a:pt x="18" y="12"/>
                      <a:pt x="20" y="6"/>
                      <a:pt x="18" y="0"/>
                    </a:cubicBezTo>
                    <a:cubicBezTo>
                      <a:pt x="16" y="9"/>
                      <a:pt x="16" y="21"/>
                      <a:pt x="7" y="26"/>
                    </a:cubicBezTo>
                    <a:cubicBezTo>
                      <a:pt x="5" y="28"/>
                      <a:pt x="2" y="27"/>
                      <a:pt x="1" y="30"/>
                    </a:cubicBezTo>
                    <a:cubicBezTo>
                      <a:pt x="0" y="32"/>
                      <a:pt x="1" y="36"/>
                      <a:pt x="0" y="37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69" name="Freeform 1957">
                <a:extLst>
                  <a:ext uri="{FF2B5EF4-FFF2-40B4-BE49-F238E27FC236}">
                    <a16:creationId xmlns:a16="http://schemas.microsoft.com/office/drawing/2014/main" id="{8B6E6471-77C3-4919-8ADE-47F920E4E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3009"/>
                <a:ext cx="21" cy="43"/>
              </a:xfrm>
              <a:custGeom>
                <a:avLst/>
                <a:gdLst>
                  <a:gd name="T0" fmla="*/ 0 w 17"/>
                  <a:gd name="T1" fmla="*/ 20 h 32"/>
                  <a:gd name="T2" fmla="*/ 23 w 17"/>
                  <a:gd name="T3" fmla="*/ 62 h 32"/>
                  <a:gd name="T4" fmla="*/ 15 w 17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2">
                    <a:moveTo>
                      <a:pt x="0" y="8"/>
                    </a:moveTo>
                    <a:cubicBezTo>
                      <a:pt x="0" y="13"/>
                      <a:pt x="4" y="32"/>
                      <a:pt x="12" y="25"/>
                    </a:cubicBezTo>
                    <a:cubicBezTo>
                      <a:pt x="17" y="20"/>
                      <a:pt x="12" y="4"/>
                      <a:pt x="8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70" name="Freeform 1958">
                <a:extLst>
                  <a:ext uri="{FF2B5EF4-FFF2-40B4-BE49-F238E27FC236}">
                    <a16:creationId xmlns:a16="http://schemas.microsoft.com/office/drawing/2014/main" id="{5B79A40A-46EC-4955-B415-2688B822B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3015"/>
                <a:ext cx="22" cy="62"/>
              </a:xfrm>
              <a:custGeom>
                <a:avLst/>
                <a:gdLst>
                  <a:gd name="T0" fmla="*/ 2 w 18"/>
                  <a:gd name="T1" fmla="*/ 108 h 47"/>
                  <a:gd name="T2" fmla="*/ 29 w 18"/>
                  <a:gd name="T3" fmla="*/ 88 h 47"/>
                  <a:gd name="T4" fmla="*/ 24 w 18"/>
                  <a:gd name="T5" fmla="*/ 34 h 47"/>
                  <a:gd name="T6" fmla="*/ 16 w 18"/>
                  <a:gd name="T7" fmla="*/ 0 h 47"/>
                  <a:gd name="T8" fmla="*/ 15 w 18"/>
                  <a:gd name="T9" fmla="*/ 78 h 47"/>
                  <a:gd name="T10" fmla="*/ 7 w 18"/>
                  <a:gd name="T11" fmla="*/ 96 h 47"/>
                  <a:gd name="T12" fmla="*/ 0 w 18"/>
                  <a:gd name="T13" fmla="*/ 106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7">
                    <a:moveTo>
                      <a:pt x="2" y="47"/>
                    </a:moveTo>
                    <a:cubicBezTo>
                      <a:pt x="7" y="44"/>
                      <a:pt x="14" y="46"/>
                      <a:pt x="16" y="39"/>
                    </a:cubicBezTo>
                    <a:cubicBezTo>
                      <a:pt x="18" y="32"/>
                      <a:pt x="14" y="21"/>
                      <a:pt x="13" y="15"/>
                    </a:cubicBezTo>
                    <a:cubicBezTo>
                      <a:pt x="11" y="10"/>
                      <a:pt x="10" y="5"/>
                      <a:pt x="9" y="0"/>
                    </a:cubicBezTo>
                    <a:cubicBezTo>
                      <a:pt x="8" y="12"/>
                      <a:pt x="12" y="23"/>
                      <a:pt x="8" y="34"/>
                    </a:cubicBezTo>
                    <a:cubicBezTo>
                      <a:pt x="7" y="38"/>
                      <a:pt x="6" y="40"/>
                      <a:pt x="4" y="42"/>
                    </a:cubicBezTo>
                    <a:cubicBezTo>
                      <a:pt x="3" y="43"/>
                      <a:pt x="0" y="44"/>
                      <a:pt x="0" y="46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71" name="Freeform 1959">
                <a:extLst>
                  <a:ext uri="{FF2B5EF4-FFF2-40B4-BE49-F238E27FC236}">
                    <a16:creationId xmlns:a16="http://schemas.microsoft.com/office/drawing/2014/main" id="{E8655D75-7E1B-4F34-84F4-A4C043F9A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901"/>
                <a:ext cx="28" cy="40"/>
              </a:xfrm>
              <a:custGeom>
                <a:avLst/>
                <a:gdLst>
                  <a:gd name="T0" fmla="*/ 0 w 22"/>
                  <a:gd name="T1" fmla="*/ 37 h 30"/>
                  <a:gd name="T2" fmla="*/ 32 w 22"/>
                  <a:gd name="T3" fmla="*/ 64 h 30"/>
                  <a:gd name="T4" fmla="*/ 13 w 22"/>
                  <a:gd name="T5" fmla="*/ 0 h 30"/>
                  <a:gd name="T6" fmla="*/ 8 w 22"/>
                  <a:gd name="T7" fmla="*/ 5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0">
                    <a:moveTo>
                      <a:pt x="0" y="16"/>
                    </a:moveTo>
                    <a:cubicBezTo>
                      <a:pt x="1" y="21"/>
                      <a:pt x="10" y="30"/>
                      <a:pt x="16" y="27"/>
                    </a:cubicBezTo>
                    <a:cubicBezTo>
                      <a:pt x="22" y="23"/>
                      <a:pt x="10" y="2"/>
                      <a:pt x="6" y="0"/>
                    </a:cubicBezTo>
                    <a:cubicBezTo>
                      <a:pt x="9" y="7"/>
                      <a:pt x="15" y="20"/>
                      <a:pt x="4" y="23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72" name="Freeform 1960">
                <a:extLst>
                  <a:ext uri="{FF2B5EF4-FFF2-40B4-BE49-F238E27FC236}">
                    <a16:creationId xmlns:a16="http://schemas.microsoft.com/office/drawing/2014/main" id="{202737AE-0A9D-466F-898C-00D8AB9C7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879"/>
                <a:ext cx="20" cy="30"/>
              </a:xfrm>
              <a:custGeom>
                <a:avLst/>
                <a:gdLst>
                  <a:gd name="T0" fmla="*/ 0 w 16"/>
                  <a:gd name="T1" fmla="*/ 7 h 23"/>
                  <a:gd name="T2" fmla="*/ 24 w 16"/>
                  <a:gd name="T3" fmla="*/ 43 h 23"/>
                  <a:gd name="T4" fmla="*/ 29 w 16"/>
                  <a:gd name="T5" fmla="*/ 13 h 23"/>
                  <a:gd name="T6" fmla="*/ 16 w 16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0" y="3"/>
                    </a:moveTo>
                    <a:cubicBezTo>
                      <a:pt x="0" y="7"/>
                      <a:pt x="6" y="23"/>
                      <a:pt x="12" y="19"/>
                    </a:cubicBezTo>
                    <a:cubicBezTo>
                      <a:pt x="16" y="17"/>
                      <a:pt x="15" y="9"/>
                      <a:pt x="14" y="6"/>
                    </a:cubicBezTo>
                    <a:cubicBezTo>
                      <a:pt x="13" y="3"/>
                      <a:pt x="11" y="3"/>
                      <a:pt x="8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73" name="Freeform 1961">
                <a:extLst>
                  <a:ext uri="{FF2B5EF4-FFF2-40B4-BE49-F238E27FC236}">
                    <a16:creationId xmlns:a16="http://schemas.microsoft.com/office/drawing/2014/main" id="{082396C6-7181-4828-A919-C58063EF4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793"/>
                <a:ext cx="29" cy="42"/>
              </a:xfrm>
              <a:custGeom>
                <a:avLst/>
                <a:gdLst>
                  <a:gd name="T0" fmla="*/ 0 w 23"/>
                  <a:gd name="T1" fmla="*/ 27 h 31"/>
                  <a:gd name="T2" fmla="*/ 18 w 23"/>
                  <a:gd name="T3" fmla="*/ 68 h 31"/>
                  <a:gd name="T4" fmla="*/ 32 w 23"/>
                  <a:gd name="T5" fmla="*/ 68 h 31"/>
                  <a:gd name="T6" fmla="*/ 44 w 23"/>
                  <a:gd name="T7" fmla="*/ 50 h 31"/>
                  <a:gd name="T8" fmla="*/ 29 w 23"/>
                  <a:gd name="T9" fmla="*/ 0 h 31"/>
                  <a:gd name="T10" fmla="*/ 33 w 23"/>
                  <a:gd name="T11" fmla="*/ 37 h 31"/>
                  <a:gd name="T12" fmla="*/ 14 w 23"/>
                  <a:gd name="T13" fmla="*/ 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1">
                    <a:moveTo>
                      <a:pt x="0" y="11"/>
                    </a:moveTo>
                    <a:cubicBezTo>
                      <a:pt x="2" y="16"/>
                      <a:pt x="5" y="24"/>
                      <a:pt x="9" y="27"/>
                    </a:cubicBezTo>
                    <a:cubicBezTo>
                      <a:pt x="13" y="31"/>
                      <a:pt x="12" y="30"/>
                      <a:pt x="16" y="27"/>
                    </a:cubicBezTo>
                    <a:cubicBezTo>
                      <a:pt x="18" y="25"/>
                      <a:pt x="22" y="23"/>
                      <a:pt x="22" y="20"/>
                    </a:cubicBezTo>
                    <a:cubicBezTo>
                      <a:pt x="23" y="15"/>
                      <a:pt x="15" y="5"/>
                      <a:pt x="14" y="0"/>
                    </a:cubicBezTo>
                    <a:cubicBezTo>
                      <a:pt x="14" y="4"/>
                      <a:pt x="18" y="12"/>
                      <a:pt x="17" y="15"/>
                    </a:cubicBezTo>
                    <a:cubicBezTo>
                      <a:pt x="15" y="19"/>
                      <a:pt x="11" y="21"/>
                      <a:pt x="7" y="2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74" name="Freeform 1962">
                <a:extLst>
                  <a:ext uri="{FF2B5EF4-FFF2-40B4-BE49-F238E27FC236}">
                    <a16:creationId xmlns:a16="http://schemas.microsoft.com/office/drawing/2014/main" id="{5FC619DB-032F-4936-9040-039FE5414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767"/>
                <a:ext cx="21" cy="33"/>
              </a:xfrm>
              <a:custGeom>
                <a:avLst/>
                <a:gdLst>
                  <a:gd name="T0" fmla="*/ 0 w 17"/>
                  <a:gd name="T1" fmla="*/ 28 h 25"/>
                  <a:gd name="T2" fmla="*/ 25 w 17"/>
                  <a:gd name="T3" fmla="*/ 45 h 25"/>
                  <a:gd name="T4" fmla="*/ 14 w 17"/>
                  <a:gd name="T5" fmla="*/ 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0" y="12"/>
                    </a:moveTo>
                    <a:cubicBezTo>
                      <a:pt x="0" y="18"/>
                      <a:pt x="8" y="25"/>
                      <a:pt x="13" y="20"/>
                    </a:cubicBezTo>
                    <a:cubicBezTo>
                      <a:pt x="17" y="15"/>
                      <a:pt x="14" y="0"/>
                      <a:pt x="7" y="3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75" name="Freeform 1963">
                <a:extLst>
                  <a:ext uri="{FF2B5EF4-FFF2-40B4-BE49-F238E27FC236}">
                    <a16:creationId xmlns:a16="http://schemas.microsoft.com/office/drawing/2014/main" id="{6CD4ADC4-BE7E-4D72-9DDE-7FDA4270E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635"/>
                <a:ext cx="22" cy="32"/>
              </a:xfrm>
              <a:custGeom>
                <a:avLst/>
                <a:gdLst>
                  <a:gd name="T0" fmla="*/ 0 w 17"/>
                  <a:gd name="T1" fmla="*/ 20 h 24"/>
                  <a:gd name="T2" fmla="*/ 27 w 17"/>
                  <a:gd name="T3" fmla="*/ 37 h 24"/>
                  <a:gd name="T4" fmla="*/ 17 w 1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4">
                    <a:moveTo>
                      <a:pt x="0" y="8"/>
                    </a:moveTo>
                    <a:cubicBezTo>
                      <a:pt x="2" y="13"/>
                      <a:pt x="5" y="24"/>
                      <a:pt x="12" y="16"/>
                    </a:cubicBezTo>
                    <a:cubicBezTo>
                      <a:pt x="17" y="11"/>
                      <a:pt x="12" y="4"/>
                      <a:pt x="8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76" name="Freeform 1964">
                <a:extLst>
                  <a:ext uri="{FF2B5EF4-FFF2-40B4-BE49-F238E27FC236}">
                    <a16:creationId xmlns:a16="http://schemas.microsoft.com/office/drawing/2014/main" id="{C444259F-B770-4CCC-913F-54E1DC4BD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668"/>
                <a:ext cx="25" cy="48"/>
              </a:xfrm>
              <a:custGeom>
                <a:avLst/>
                <a:gdLst>
                  <a:gd name="T0" fmla="*/ 0 w 20"/>
                  <a:gd name="T1" fmla="*/ 52 h 36"/>
                  <a:gd name="T2" fmla="*/ 31 w 20"/>
                  <a:gd name="T3" fmla="*/ 79 h 36"/>
                  <a:gd name="T4" fmla="*/ 33 w 20"/>
                  <a:gd name="T5" fmla="*/ 55 h 36"/>
                  <a:gd name="T6" fmla="*/ 24 w 20"/>
                  <a:gd name="T7" fmla="*/ 0 h 36"/>
                  <a:gd name="T8" fmla="*/ 6 w 20"/>
                  <a:gd name="T9" fmla="*/ 5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0" y="22"/>
                    </a:moveTo>
                    <a:cubicBezTo>
                      <a:pt x="1" y="26"/>
                      <a:pt x="10" y="36"/>
                      <a:pt x="16" y="33"/>
                    </a:cubicBezTo>
                    <a:cubicBezTo>
                      <a:pt x="20" y="31"/>
                      <a:pt x="18" y="27"/>
                      <a:pt x="17" y="23"/>
                    </a:cubicBezTo>
                    <a:cubicBezTo>
                      <a:pt x="16" y="16"/>
                      <a:pt x="15" y="6"/>
                      <a:pt x="12" y="0"/>
                    </a:cubicBezTo>
                    <a:cubicBezTo>
                      <a:pt x="11" y="5"/>
                      <a:pt x="16" y="32"/>
                      <a:pt x="3" y="25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77" name="Freeform 1965">
                <a:extLst>
                  <a:ext uri="{FF2B5EF4-FFF2-40B4-BE49-F238E27FC236}">
                    <a16:creationId xmlns:a16="http://schemas.microsoft.com/office/drawing/2014/main" id="{7645DB49-C8D7-4A6A-8F1D-2D518B4EE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573"/>
                <a:ext cx="44" cy="54"/>
              </a:xfrm>
              <a:custGeom>
                <a:avLst/>
                <a:gdLst>
                  <a:gd name="T0" fmla="*/ 16 w 35"/>
                  <a:gd name="T1" fmla="*/ 66 h 40"/>
                  <a:gd name="T2" fmla="*/ 36 w 35"/>
                  <a:gd name="T3" fmla="*/ 0 h 40"/>
                  <a:gd name="T4" fmla="*/ 36 w 35"/>
                  <a:gd name="T5" fmla="*/ 43 h 40"/>
                  <a:gd name="T6" fmla="*/ 0 w 35"/>
                  <a:gd name="T7" fmla="*/ 62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0">
                    <a:moveTo>
                      <a:pt x="8" y="27"/>
                    </a:moveTo>
                    <a:cubicBezTo>
                      <a:pt x="24" y="40"/>
                      <a:pt x="35" y="9"/>
                      <a:pt x="18" y="0"/>
                    </a:cubicBezTo>
                    <a:cubicBezTo>
                      <a:pt x="20" y="5"/>
                      <a:pt x="22" y="13"/>
                      <a:pt x="18" y="18"/>
                    </a:cubicBezTo>
                    <a:cubicBezTo>
                      <a:pt x="15" y="21"/>
                      <a:pt x="4" y="27"/>
                      <a:pt x="0" y="25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78" name="Freeform 1966">
                <a:extLst>
                  <a:ext uri="{FF2B5EF4-FFF2-40B4-BE49-F238E27FC236}">
                    <a16:creationId xmlns:a16="http://schemas.microsoft.com/office/drawing/2014/main" id="{D2E32270-15C6-44F8-BA5F-4549808CD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571"/>
                <a:ext cx="34" cy="22"/>
              </a:xfrm>
              <a:custGeom>
                <a:avLst/>
                <a:gdLst>
                  <a:gd name="T0" fmla="*/ 0 w 27"/>
                  <a:gd name="T1" fmla="*/ 0 h 17"/>
                  <a:gd name="T2" fmla="*/ 25 w 27"/>
                  <a:gd name="T3" fmla="*/ 35 h 17"/>
                  <a:gd name="T4" fmla="*/ 42 w 27"/>
                  <a:gd name="T5" fmla="*/ 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cubicBezTo>
                      <a:pt x="3" y="7"/>
                      <a:pt x="3" y="14"/>
                      <a:pt x="13" y="16"/>
                    </a:cubicBezTo>
                    <a:cubicBezTo>
                      <a:pt x="22" y="17"/>
                      <a:pt x="27" y="9"/>
                      <a:pt x="21" y="2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79" name="Freeform 1967">
                <a:extLst>
                  <a:ext uri="{FF2B5EF4-FFF2-40B4-BE49-F238E27FC236}">
                    <a16:creationId xmlns:a16="http://schemas.microsoft.com/office/drawing/2014/main" id="{799B24F7-4F3C-42F9-B5B6-EC79434BE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469"/>
                <a:ext cx="35" cy="31"/>
              </a:xfrm>
              <a:custGeom>
                <a:avLst/>
                <a:gdLst>
                  <a:gd name="T0" fmla="*/ 1 w 28"/>
                  <a:gd name="T1" fmla="*/ 57 h 23"/>
                  <a:gd name="T2" fmla="*/ 18 w 28"/>
                  <a:gd name="T3" fmla="*/ 7 h 23"/>
                  <a:gd name="T4" fmla="*/ 55 w 28"/>
                  <a:gd name="T5" fmla="*/ 43 h 23"/>
                  <a:gd name="T6" fmla="*/ 30 w 28"/>
                  <a:gd name="T7" fmla="*/ 32 h 23"/>
                  <a:gd name="T8" fmla="*/ 14 w 28"/>
                  <a:gd name="T9" fmla="*/ 4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3">
                    <a:moveTo>
                      <a:pt x="1" y="23"/>
                    </a:moveTo>
                    <a:cubicBezTo>
                      <a:pt x="0" y="17"/>
                      <a:pt x="3" y="6"/>
                      <a:pt x="9" y="3"/>
                    </a:cubicBezTo>
                    <a:cubicBezTo>
                      <a:pt x="15" y="0"/>
                      <a:pt x="25" y="14"/>
                      <a:pt x="28" y="18"/>
                    </a:cubicBezTo>
                    <a:cubicBezTo>
                      <a:pt x="23" y="17"/>
                      <a:pt x="20" y="12"/>
                      <a:pt x="15" y="13"/>
                    </a:cubicBezTo>
                    <a:cubicBezTo>
                      <a:pt x="11" y="13"/>
                      <a:pt x="8" y="16"/>
                      <a:pt x="7" y="19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80" name="Freeform 1968">
                <a:extLst>
                  <a:ext uri="{FF2B5EF4-FFF2-40B4-BE49-F238E27FC236}">
                    <a16:creationId xmlns:a16="http://schemas.microsoft.com/office/drawing/2014/main" id="{1E33E71B-29D0-43FA-9CDE-73F75CAA0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3567"/>
                <a:ext cx="32" cy="21"/>
              </a:xfrm>
              <a:custGeom>
                <a:avLst/>
                <a:gdLst>
                  <a:gd name="T0" fmla="*/ 0 w 26"/>
                  <a:gd name="T1" fmla="*/ 37 h 16"/>
                  <a:gd name="T2" fmla="*/ 32 w 26"/>
                  <a:gd name="T3" fmla="*/ 1 h 16"/>
                  <a:gd name="T4" fmla="*/ 48 w 26"/>
                  <a:gd name="T5" fmla="*/ 34 h 16"/>
                  <a:gd name="T6" fmla="*/ 26 w 26"/>
                  <a:gd name="T7" fmla="*/ 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6">
                    <a:moveTo>
                      <a:pt x="0" y="16"/>
                    </a:moveTo>
                    <a:cubicBezTo>
                      <a:pt x="2" y="10"/>
                      <a:pt x="11" y="3"/>
                      <a:pt x="17" y="1"/>
                    </a:cubicBezTo>
                    <a:cubicBezTo>
                      <a:pt x="26" y="0"/>
                      <a:pt x="25" y="8"/>
                      <a:pt x="26" y="15"/>
                    </a:cubicBezTo>
                    <a:cubicBezTo>
                      <a:pt x="25" y="7"/>
                      <a:pt x="19" y="7"/>
                      <a:pt x="14" y="7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81" name="Freeform 1969">
                <a:extLst>
                  <a:ext uri="{FF2B5EF4-FFF2-40B4-BE49-F238E27FC236}">
                    <a16:creationId xmlns:a16="http://schemas.microsoft.com/office/drawing/2014/main" id="{62291CBA-CE36-4112-A9C6-710C1D951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3669"/>
                <a:ext cx="30" cy="16"/>
              </a:xfrm>
              <a:custGeom>
                <a:avLst/>
                <a:gdLst>
                  <a:gd name="T0" fmla="*/ 1 w 24"/>
                  <a:gd name="T1" fmla="*/ 28 h 12"/>
                  <a:gd name="T2" fmla="*/ 38 w 24"/>
                  <a:gd name="T3" fmla="*/ 1 h 12"/>
                  <a:gd name="T4" fmla="*/ 45 w 24"/>
                  <a:gd name="T5" fmla="*/ 27 h 12"/>
                  <a:gd name="T6" fmla="*/ 18 w 24"/>
                  <a:gd name="T7" fmla="*/ 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1" y="12"/>
                    </a:moveTo>
                    <a:cubicBezTo>
                      <a:pt x="0" y="4"/>
                      <a:pt x="13" y="0"/>
                      <a:pt x="19" y="1"/>
                    </a:cubicBezTo>
                    <a:cubicBezTo>
                      <a:pt x="20" y="4"/>
                      <a:pt x="24" y="7"/>
                      <a:pt x="23" y="11"/>
                    </a:cubicBezTo>
                    <a:cubicBezTo>
                      <a:pt x="18" y="8"/>
                      <a:pt x="14" y="5"/>
                      <a:pt x="9" y="6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82" name="Freeform 1970">
                <a:extLst>
                  <a:ext uri="{FF2B5EF4-FFF2-40B4-BE49-F238E27FC236}">
                    <a16:creationId xmlns:a16="http://schemas.microsoft.com/office/drawing/2014/main" id="{0B6BC9FF-BBCA-4BCA-B7F2-83A3BFDD2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352"/>
                <a:ext cx="25" cy="19"/>
              </a:xfrm>
              <a:custGeom>
                <a:avLst/>
                <a:gdLst>
                  <a:gd name="T0" fmla="*/ 1 w 20"/>
                  <a:gd name="T1" fmla="*/ 35 h 14"/>
                  <a:gd name="T2" fmla="*/ 38 w 20"/>
                  <a:gd name="T3" fmla="*/ 0 h 14"/>
                  <a:gd name="T4" fmla="*/ 39 w 20"/>
                  <a:gd name="T5" fmla="*/ 33 h 14"/>
                  <a:gd name="T6" fmla="*/ 20 w 20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4">
                    <a:moveTo>
                      <a:pt x="1" y="14"/>
                    </a:moveTo>
                    <a:cubicBezTo>
                      <a:pt x="0" y="4"/>
                      <a:pt x="12" y="3"/>
                      <a:pt x="19" y="0"/>
                    </a:cubicBezTo>
                    <a:cubicBezTo>
                      <a:pt x="19" y="5"/>
                      <a:pt x="19" y="9"/>
                      <a:pt x="20" y="13"/>
                    </a:cubicBezTo>
                    <a:cubicBezTo>
                      <a:pt x="18" y="9"/>
                      <a:pt x="15" y="5"/>
                      <a:pt x="10" y="5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83" name="Freeform 1971">
                <a:extLst>
                  <a:ext uri="{FF2B5EF4-FFF2-40B4-BE49-F238E27FC236}">
                    <a16:creationId xmlns:a16="http://schemas.microsoft.com/office/drawing/2014/main" id="{9376A2C7-C124-4C45-A7FD-73EB8057A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225"/>
                <a:ext cx="22" cy="20"/>
              </a:xfrm>
              <a:custGeom>
                <a:avLst/>
                <a:gdLst>
                  <a:gd name="T0" fmla="*/ 1 w 17"/>
                  <a:gd name="T1" fmla="*/ 23 h 15"/>
                  <a:gd name="T2" fmla="*/ 32 w 17"/>
                  <a:gd name="T3" fmla="*/ 0 h 15"/>
                  <a:gd name="T4" fmla="*/ 35 w 17"/>
                  <a:gd name="T5" fmla="*/ 36 h 15"/>
                  <a:gd name="T6" fmla="*/ 22 w 17"/>
                  <a:gd name="T7" fmla="*/ 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1" y="10"/>
                    </a:moveTo>
                    <a:cubicBezTo>
                      <a:pt x="0" y="0"/>
                      <a:pt x="9" y="2"/>
                      <a:pt x="15" y="0"/>
                    </a:cubicBezTo>
                    <a:cubicBezTo>
                      <a:pt x="17" y="5"/>
                      <a:pt x="16" y="10"/>
                      <a:pt x="16" y="15"/>
                    </a:cubicBezTo>
                    <a:cubicBezTo>
                      <a:pt x="16" y="10"/>
                      <a:pt x="14" y="5"/>
                      <a:pt x="10" y="2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84" name="Freeform 1972">
                <a:extLst>
                  <a:ext uri="{FF2B5EF4-FFF2-40B4-BE49-F238E27FC236}">
                    <a16:creationId xmlns:a16="http://schemas.microsoft.com/office/drawing/2014/main" id="{4638B582-3C02-43B1-803F-90DAFF0EE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3087"/>
                <a:ext cx="21" cy="28"/>
              </a:xfrm>
              <a:custGeom>
                <a:avLst/>
                <a:gdLst>
                  <a:gd name="T0" fmla="*/ 6 w 17"/>
                  <a:gd name="T1" fmla="*/ 49 h 21"/>
                  <a:gd name="T2" fmla="*/ 6 w 17"/>
                  <a:gd name="T3" fmla="*/ 15 h 21"/>
                  <a:gd name="T4" fmla="*/ 32 w 17"/>
                  <a:gd name="T5" fmla="*/ 12 h 21"/>
                  <a:gd name="T6" fmla="*/ 9 w 17"/>
                  <a:gd name="T7" fmla="*/ 3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3" y="21"/>
                    </a:moveTo>
                    <a:cubicBezTo>
                      <a:pt x="1" y="17"/>
                      <a:pt x="0" y="9"/>
                      <a:pt x="3" y="6"/>
                    </a:cubicBezTo>
                    <a:cubicBezTo>
                      <a:pt x="6" y="3"/>
                      <a:pt x="15" y="0"/>
                      <a:pt x="17" y="5"/>
                    </a:cubicBezTo>
                    <a:cubicBezTo>
                      <a:pt x="10" y="5"/>
                      <a:pt x="5" y="8"/>
                      <a:pt x="5" y="15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85" name="Freeform 1973">
                <a:extLst>
                  <a:ext uri="{FF2B5EF4-FFF2-40B4-BE49-F238E27FC236}">
                    <a16:creationId xmlns:a16="http://schemas.microsoft.com/office/drawing/2014/main" id="{63BFAEA3-46E8-4327-A42A-08A033276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953"/>
                <a:ext cx="16" cy="26"/>
              </a:xfrm>
              <a:custGeom>
                <a:avLst/>
                <a:gdLst>
                  <a:gd name="T0" fmla="*/ 17 w 13"/>
                  <a:gd name="T1" fmla="*/ 0 h 19"/>
                  <a:gd name="T2" fmla="*/ 7 w 13"/>
                  <a:gd name="T3" fmla="*/ 49 h 19"/>
                  <a:gd name="T4" fmla="*/ 25 w 13"/>
                  <a:gd name="T5" fmla="*/ 14 h 19"/>
                  <a:gd name="T6" fmla="*/ 22 w 13"/>
                  <a:gd name="T7" fmla="*/ 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9" y="0"/>
                    </a:moveTo>
                    <a:cubicBezTo>
                      <a:pt x="0" y="3"/>
                      <a:pt x="2" y="10"/>
                      <a:pt x="4" y="19"/>
                    </a:cubicBezTo>
                    <a:cubicBezTo>
                      <a:pt x="4" y="14"/>
                      <a:pt x="4" y="2"/>
                      <a:pt x="13" y="5"/>
                    </a:cubicBezTo>
                    <a:cubicBezTo>
                      <a:pt x="12" y="4"/>
                      <a:pt x="12" y="2"/>
                      <a:pt x="12" y="1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86" name="Freeform 1974">
                <a:extLst>
                  <a:ext uri="{FF2B5EF4-FFF2-40B4-BE49-F238E27FC236}">
                    <a16:creationId xmlns:a16="http://schemas.microsoft.com/office/drawing/2014/main" id="{ACC4E4CD-AEA4-434B-B524-8B6388B2E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839"/>
                <a:ext cx="19" cy="22"/>
              </a:xfrm>
              <a:custGeom>
                <a:avLst/>
                <a:gdLst>
                  <a:gd name="T0" fmla="*/ 18 w 15"/>
                  <a:gd name="T1" fmla="*/ 1 h 17"/>
                  <a:gd name="T2" fmla="*/ 10 w 15"/>
                  <a:gd name="T3" fmla="*/ 36 h 17"/>
                  <a:gd name="T4" fmla="*/ 16 w 15"/>
                  <a:gd name="T5" fmla="*/ 13 h 17"/>
                  <a:gd name="T6" fmla="*/ 24 w 1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9" y="1"/>
                    </a:moveTo>
                    <a:cubicBezTo>
                      <a:pt x="1" y="4"/>
                      <a:pt x="0" y="11"/>
                      <a:pt x="5" y="17"/>
                    </a:cubicBezTo>
                    <a:cubicBezTo>
                      <a:pt x="4" y="12"/>
                      <a:pt x="4" y="9"/>
                      <a:pt x="8" y="6"/>
                    </a:cubicBezTo>
                    <a:cubicBezTo>
                      <a:pt x="11" y="4"/>
                      <a:pt x="15" y="4"/>
                      <a:pt x="12" y="0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87" name="Freeform 1975">
                <a:extLst>
                  <a:ext uri="{FF2B5EF4-FFF2-40B4-BE49-F238E27FC236}">
                    <a16:creationId xmlns:a16="http://schemas.microsoft.com/office/drawing/2014/main" id="{F03195D8-9DFA-4B4A-A55D-AF8254A4B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731"/>
                <a:ext cx="18" cy="26"/>
              </a:xfrm>
              <a:custGeom>
                <a:avLst/>
                <a:gdLst>
                  <a:gd name="T0" fmla="*/ 28 w 14"/>
                  <a:gd name="T1" fmla="*/ 0 h 20"/>
                  <a:gd name="T2" fmla="*/ 6 w 14"/>
                  <a:gd name="T3" fmla="*/ 12 h 20"/>
                  <a:gd name="T4" fmla="*/ 10 w 14"/>
                  <a:gd name="T5" fmla="*/ 44 h 20"/>
                  <a:gd name="T6" fmla="*/ 30 w 14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3" y="0"/>
                    </a:moveTo>
                    <a:cubicBezTo>
                      <a:pt x="10" y="3"/>
                      <a:pt x="5" y="2"/>
                      <a:pt x="3" y="5"/>
                    </a:cubicBezTo>
                    <a:cubicBezTo>
                      <a:pt x="0" y="9"/>
                      <a:pt x="3" y="17"/>
                      <a:pt x="5" y="20"/>
                    </a:cubicBezTo>
                    <a:cubicBezTo>
                      <a:pt x="2" y="9"/>
                      <a:pt x="12" y="8"/>
                      <a:pt x="14" y="0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88" name="Freeform 1976">
                <a:extLst>
                  <a:ext uri="{FF2B5EF4-FFF2-40B4-BE49-F238E27FC236}">
                    <a16:creationId xmlns:a16="http://schemas.microsoft.com/office/drawing/2014/main" id="{CCEF53CC-3724-4EEA-811F-12D3F945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600"/>
                <a:ext cx="19" cy="39"/>
              </a:xfrm>
              <a:custGeom>
                <a:avLst/>
                <a:gdLst>
                  <a:gd name="T0" fmla="*/ 18 w 15"/>
                  <a:gd name="T1" fmla="*/ 5 h 29"/>
                  <a:gd name="T2" fmla="*/ 1 w 15"/>
                  <a:gd name="T3" fmla="*/ 31 h 29"/>
                  <a:gd name="T4" fmla="*/ 13 w 15"/>
                  <a:gd name="T5" fmla="*/ 70 h 29"/>
                  <a:gd name="T6" fmla="*/ 18 w 15"/>
                  <a:gd name="T7" fmla="*/ 23 h 29"/>
                  <a:gd name="T8" fmla="*/ 23 w 15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9">
                    <a:moveTo>
                      <a:pt x="9" y="2"/>
                    </a:moveTo>
                    <a:cubicBezTo>
                      <a:pt x="6" y="6"/>
                      <a:pt x="3" y="9"/>
                      <a:pt x="1" y="13"/>
                    </a:cubicBezTo>
                    <a:cubicBezTo>
                      <a:pt x="0" y="19"/>
                      <a:pt x="4" y="24"/>
                      <a:pt x="6" y="29"/>
                    </a:cubicBezTo>
                    <a:cubicBezTo>
                      <a:pt x="4" y="21"/>
                      <a:pt x="4" y="15"/>
                      <a:pt x="9" y="10"/>
                    </a:cubicBezTo>
                    <a:cubicBezTo>
                      <a:pt x="12" y="6"/>
                      <a:pt x="15" y="4"/>
                      <a:pt x="11" y="0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89" name="Freeform 1977">
                <a:extLst>
                  <a:ext uri="{FF2B5EF4-FFF2-40B4-BE49-F238E27FC236}">
                    <a16:creationId xmlns:a16="http://schemas.microsoft.com/office/drawing/2014/main" id="{3F4288D4-F1B2-4DD3-B57F-B65543B28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553"/>
                <a:ext cx="19" cy="20"/>
              </a:xfrm>
              <a:custGeom>
                <a:avLst/>
                <a:gdLst>
                  <a:gd name="T0" fmla="*/ 1 w 15"/>
                  <a:gd name="T1" fmla="*/ 1 h 15"/>
                  <a:gd name="T2" fmla="*/ 30 w 15"/>
                  <a:gd name="T3" fmla="*/ 36 h 15"/>
                  <a:gd name="T4" fmla="*/ 23 w 15"/>
                  <a:gd name="T5" fmla="*/ 5 h 15"/>
                  <a:gd name="T6" fmla="*/ 13 w 15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1" y="1"/>
                    </a:moveTo>
                    <a:cubicBezTo>
                      <a:pt x="0" y="11"/>
                      <a:pt x="9" y="13"/>
                      <a:pt x="15" y="15"/>
                    </a:cubicBezTo>
                    <a:cubicBezTo>
                      <a:pt x="10" y="11"/>
                      <a:pt x="9" y="8"/>
                      <a:pt x="11" y="2"/>
                    </a:cubicBezTo>
                    <a:cubicBezTo>
                      <a:pt x="9" y="1"/>
                      <a:pt x="7" y="1"/>
                      <a:pt x="6" y="0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90" name="Freeform 1978">
                <a:extLst>
                  <a:ext uri="{FF2B5EF4-FFF2-40B4-BE49-F238E27FC236}">
                    <a16:creationId xmlns:a16="http://schemas.microsoft.com/office/drawing/2014/main" id="{334275C2-8BCB-4472-A684-4A1F04310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3299"/>
                <a:ext cx="33" cy="86"/>
              </a:xfrm>
              <a:custGeom>
                <a:avLst/>
                <a:gdLst>
                  <a:gd name="T0" fmla="*/ 1 w 26"/>
                  <a:gd name="T1" fmla="*/ 0 h 65"/>
                  <a:gd name="T2" fmla="*/ 6 w 26"/>
                  <a:gd name="T3" fmla="*/ 87 h 65"/>
                  <a:gd name="T4" fmla="*/ 13 w 26"/>
                  <a:gd name="T5" fmla="*/ 112 h 65"/>
                  <a:gd name="T6" fmla="*/ 53 w 26"/>
                  <a:gd name="T7" fmla="*/ 151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65">
                    <a:moveTo>
                      <a:pt x="1" y="0"/>
                    </a:moveTo>
                    <a:cubicBezTo>
                      <a:pt x="0" y="12"/>
                      <a:pt x="1" y="26"/>
                      <a:pt x="3" y="38"/>
                    </a:cubicBezTo>
                    <a:cubicBezTo>
                      <a:pt x="4" y="43"/>
                      <a:pt x="3" y="44"/>
                      <a:pt x="6" y="48"/>
                    </a:cubicBezTo>
                    <a:cubicBezTo>
                      <a:pt x="10" y="54"/>
                      <a:pt x="22" y="58"/>
                      <a:pt x="26" y="65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91" name="Freeform 1979">
                <a:extLst>
                  <a:ext uri="{FF2B5EF4-FFF2-40B4-BE49-F238E27FC236}">
                    <a16:creationId xmlns:a16="http://schemas.microsoft.com/office/drawing/2014/main" id="{4ECC62FF-319F-4BE8-9F66-5F18FFAB9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441"/>
                <a:ext cx="92" cy="190"/>
              </a:xfrm>
              <a:custGeom>
                <a:avLst/>
                <a:gdLst>
                  <a:gd name="T0" fmla="*/ 1 w 73"/>
                  <a:gd name="T1" fmla="*/ 0 h 142"/>
                  <a:gd name="T2" fmla="*/ 68 w 73"/>
                  <a:gd name="T3" fmla="*/ 186 h 142"/>
                  <a:gd name="T4" fmla="*/ 87 w 73"/>
                  <a:gd name="T5" fmla="*/ 270 h 142"/>
                  <a:gd name="T6" fmla="*/ 146 w 73"/>
                  <a:gd name="T7" fmla="*/ 340 h 142"/>
                  <a:gd name="T8" fmla="*/ 126 w 73"/>
                  <a:gd name="T9" fmla="*/ 274 h 142"/>
                  <a:gd name="T10" fmla="*/ 91 w 73"/>
                  <a:gd name="T11" fmla="*/ 186 h 142"/>
                  <a:gd name="T12" fmla="*/ 42 w 73"/>
                  <a:gd name="T13" fmla="*/ 23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142">
                    <a:moveTo>
                      <a:pt x="1" y="0"/>
                    </a:moveTo>
                    <a:cubicBezTo>
                      <a:pt x="0" y="30"/>
                      <a:pt x="21" y="53"/>
                      <a:pt x="34" y="78"/>
                    </a:cubicBezTo>
                    <a:cubicBezTo>
                      <a:pt x="40" y="89"/>
                      <a:pt x="40" y="102"/>
                      <a:pt x="44" y="113"/>
                    </a:cubicBezTo>
                    <a:cubicBezTo>
                      <a:pt x="48" y="124"/>
                      <a:pt x="64" y="132"/>
                      <a:pt x="73" y="142"/>
                    </a:cubicBezTo>
                    <a:cubicBezTo>
                      <a:pt x="68" y="133"/>
                      <a:pt x="67" y="124"/>
                      <a:pt x="63" y="114"/>
                    </a:cubicBezTo>
                    <a:cubicBezTo>
                      <a:pt x="58" y="102"/>
                      <a:pt x="50" y="91"/>
                      <a:pt x="45" y="78"/>
                    </a:cubicBezTo>
                    <a:cubicBezTo>
                      <a:pt x="36" y="56"/>
                      <a:pt x="32" y="32"/>
                      <a:pt x="21" y="10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92" name="Freeform 1980">
                <a:extLst>
                  <a:ext uri="{FF2B5EF4-FFF2-40B4-BE49-F238E27FC236}">
                    <a16:creationId xmlns:a16="http://schemas.microsoft.com/office/drawing/2014/main" id="{13912C65-2E1B-464C-8DC7-75A205E9F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3644"/>
                <a:ext cx="35" cy="75"/>
              </a:xfrm>
              <a:custGeom>
                <a:avLst/>
                <a:gdLst>
                  <a:gd name="T0" fmla="*/ 0 w 28"/>
                  <a:gd name="T1" fmla="*/ 0 h 56"/>
                  <a:gd name="T2" fmla="*/ 55 w 28"/>
                  <a:gd name="T3" fmla="*/ 13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6">
                    <a:moveTo>
                      <a:pt x="0" y="0"/>
                    </a:moveTo>
                    <a:cubicBezTo>
                      <a:pt x="17" y="5"/>
                      <a:pt x="27" y="42"/>
                      <a:pt x="28" y="56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93" name="Freeform 1981">
                <a:extLst>
                  <a:ext uri="{FF2B5EF4-FFF2-40B4-BE49-F238E27FC236}">
                    <a16:creationId xmlns:a16="http://schemas.microsoft.com/office/drawing/2014/main" id="{82DAEA8C-056A-4DEA-875A-47DD708B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568"/>
                <a:ext cx="26" cy="81"/>
              </a:xfrm>
              <a:custGeom>
                <a:avLst/>
                <a:gdLst>
                  <a:gd name="T0" fmla="*/ 9 w 21"/>
                  <a:gd name="T1" fmla="*/ 0 h 61"/>
                  <a:gd name="T2" fmla="*/ 6 w 21"/>
                  <a:gd name="T3" fmla="*/ 85 h 61"/>
                  <a:gd name="T4" fmla="*/ 40 w 21"/>
                  <a:gd name="T5" fmla="*/ 143 h 61"/>
                  <a:gd name="T6" fmla="*/ 26 w 21"/>
                  <a:gd name="T7" fmla="*/ 15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61">
                    <a:moveTo>
                      <a:pt x="5" y="0"/>
                    </a:moveTo>
                    <a:cubicBezTo>
                      <a:pt x="5" y="12"/>
                      <a:pt x="0" y="26"/>
                      <a:pt x="3" y="36"/>
                    </a:cubicBezTo>
                    <a:cubicBezTo>
                      <a:pt x="6" y="45"/>
                      <a:pt x="16" y="53"/>
                      <a:pt x="21" y="61"/>
                    </a:cubicBezTo>
                    <a:cubicBezTo>
                      <a:pt x="14" y="45"/>
                      <a:pt x="9" y="24"/>
                      <a:pt x="14" y="6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94" name="Freeform 1982">
                <a:extLst>
                  <a:ext uri="{FF2B5EF4-FFF2-40B4-BE49-F238E27FC236}">
                    <a16:creationId xmlns:a16="http://schemas.microsoft.com/office/drawing/2014/main" id="{8EBA8479-7309-4FDC-BDB9-0573D39C7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705"/>
                <a:ext cx="23" cy="136"/>
              </a:xfrm>
              <a:custGeom>
                <a:avLst/>
                <a:gdLst>
                  <a:gd name="T0" fmla="*/ 13 w 18"/>
                  <a:gd name="T1" fmla="*/ 0 h 102"/>
                  <a:gd name="T2" fmla="*/ 10 w 18"/>
                  <a:gd name="T3" fmla="*/ 84 h 102"/>
                  <a:gd name="T4" fmla="*/ 1 w 18"/>
                  <a:gd name="T5" fmla="*/ 137 h 102"/>
                  <a:gd name="T6" fmla="*/ 24 w 18"/>
                  <a:gd name="T7" fmla="*/ 241 h 102"/>
                  <a:gd name="T8" fmla="*/ 29 w 18"/>
                  <a:gd name="T9" fmla="*/ 137 h 102"/>
                  <a:gd name="T10" fmla="*/ 37 w 18"/>
                  <a:gd name="T11" fmla="*/ 84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2">
                    <a:moveTo>
                      <a:pt x="6" y="0"/>
                    </a:moveTo>
                    <a:cubicBezTo>
                      <a:pt x="6" y="12"/>
                      <a:pt x="5" y="24"/>
                      <a:pt x="5" y="35"/>
                    </a:cubicBezTo>
                    <a:cubicBezTo>
                      <a:pt x="4" y="43"/>
                      <a:pt x="1" y="51"/>
                      <a:pt x="1" y="58"/>
                    </a:cubicBezTo>
                    <a:cubicBezTo>
                      <a:pt x="0" y="71"/>
                      <a:pt x="8" y="90"/>
                      <a:pt x="12" y="102"/>
                    </a:cubicBezTo>
                    <a:cubicBezTo>
                      <a:pt x="12" y="89"/>
                      <a:pt x="13" y="72"/>
                      <a:pt x="14" y="58"/>
                    </a:cubicBezTo>
                    <a:cubicBezTo>
                      <a:pt x="15" y="49"/>
                      <a:pt x="17" y="44"/>
                      <a:pt x="18" y="35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95" name="Freeform 1983">
                <a:extLst>
                  <a:ext uri="{FF2B5EF4-FFF2-40B4-BE49-F238E27FC236}">
                    <a16:creationId xmlns:a16="http://schemas.microsoft.com/office/drawing/2014/main" id="{B15C05F6-4E6C-4E21-AD4D-8FF8063CA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657"/>
                <a:ext cx="80" cy="184"/>
              </a:xfrm>
              <a:custGeom>
                <a:avLst/>
                <a:gdLst>
                  <a:gd name="T0" fmla="*/ 6 w 64"/>
                  <a:gd name="T1" fmla="*/ 0 h 138"/>
                  <a:gd name="T2" fmla="*/ 76 w 64"/>
                  <a:gd name="T3" fmla="*/ 55 h 138"/>
                  <a:gd name="T4" fmla="*/ 125 w 64"/>
                  <a:gd name="T5" fmla="*/ 149 h 138"/>
                  <a:gd name="T6" fmla="*/ 39 w 64"/>
                  <a:gd name="T7" fmla="*/ 187 h 138"/>
                  <a:gd name="T8" fmla="*/ 25 w 64"/>
                  <a:gd name="T9" fmla="*/ 327 h 138"/>
                  <a:gd name="T10" fmla="*/ 5 w 64"/>
                  <a:gd name="T11" fmla="*/ 233 h 138"/>
                  <a:gd name="T12" fmla="*/ 14 w 64"/>
                  <a:gd name="T13" fmla="*/ 193 h 138"/>
                  <a:gd name="T14" fmla="*/ 18 w 64"/>
                  <a:gd name="T15" fmla="*/ 137 h 138"/>
                  <a:gd name="T16" fmla="*/ 6 w 64"/>
                  <a:gd name="T17" fmla="*/ 7 h 1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38">
                    <a:moveTo>
                      <a:pt x="3" y="0"/>
                    </a:moveTo>
                    <a:cubicBezTo>
                      <a:pt x="9" y="11"/>
                      <a:pt x="27" y="23"/>
                      <a:pt x="39" y="23"/>
                    </a:cubicBezTo>
                    <a:cubicBezTo>
                      <a:pt x="45" y="38"/>
                      <a:pt x="51" y="52"/>
                      <a:pt x="64" y="63"/>
                    </a:cubicBezTo>
                    <a:cubicBezTo>
                      <a:pt x="47" y="51"/>
                      <a:pt x="28" y="62"/>
                      <a:pt x="20" y="79"/>
                    </a:cubicBezTo>
                    <a:cubicBezTo>
                      <a:pt x="12" y="96"/>
                      <a:pt x="14" y="119"/>
                      <a:pt x="13" y="138"/>
                    </a:cubicBezTo>
                    <a:cubicBezTo>
                      <a:pt x="10" y="125"/>
                      <a:pt x="8" y="107"/>
                      <a:pt x="2" y="98"/>
                    </a:cubicBezTo>
                    <a:cubicBezTo>
                      <a:pt x="0" y="94"/>
                      <a:pt x="6" y="87"/>
                      <a:pt x="7" y="82"/>
                    </a:cubicBezTo>
                    <a:cubicBezTo>
                      <a:pt x="8" y="74"/>
                      <a:pt x="8" y="66"/>
                      <a:pt x="9" y="58"/>
                    </a:cubicBezTo>
                    <a:cubicBezTo>
                      <a:pt x="9" y="40"/>
                      <a:pt x="11" y="20"/>
                      <a:pt x="3" y="3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96" name="Freeform 1984">
                <a:extLst>
                  <a:ext uri="{FF2B5EF4-FFF2-40B4-BE49-F238E27FC236}">
                    <a16:creationId xmlns:a16="http://schemas.microsoft.com/office/drawing/2014/main" id="{849F9D3C-F327-46C5-900E-BD9EDA588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3609"/>
                <a:ext cx="20" cy="30"/>
              </a:xfrm>
              <a:custGeom>
                <a:avLst/>
                <a:gdLst>
                  <a:gd name="T0" fmla="*/ 1 w 16"/>
                  <a:gd name="T1" fmla="*/ 7 h 22"/>
                  <a:gd name="T2" fmla="*/ 6 w 16"/>
                  <a:gd name="T3" fmla="*/ 56 h 22"/>
                  <a:gd name="T4" fmla="*/ 31 w 16"/>
                  <a:gd name="T5" fmla="*/ 41 h 22"/>
                  <a:gd name="T6" fmla="*/ 6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" y="3"/>
                    </a:moveTo>
                    <a:cubicBezTo>
                      <a:pt x="1" y="9"/>
                      <a:pt x="0" y="17"/>
                      <a:pt x="3" y="22"/>
                    </a:cubicBezTo>
                    <a:cubicBezTo>
                      <a:pt x="0" y="13"/>
                      <a:pt x="11" y="12"/>
                      <a:pt x="16" y="16"/>
                    </a:cubicBezTo>
                    <a:cubicBezTo>
                      <a:pt x="11" y="11"/>
                      <a:pt x="6" y="6"/>
                      <a:pt x="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97" name="Freeform 1985">
                <a:extLst>
                  <a:ext uri="{FF2B5EF4-FFF2-40B4-BE49-F238E27FC236}">
                    <a16:creationId xmlns:a16="http://schemas.microsoft.com/office/drawing/2014/main" id="{CA47C3C9-2BDC-48A4-ADD2-010611E1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552"/>
                <a:ext cx="37" cy="112"/>
              </a:xfrm>
              <a:custGeom>
                <a:avLst/>
                <a:gdLst>
                  <a:gd name="T0" fmla="*/ 0 w 30"/>
                  <a:gd name="T1" fmla="*/ 0 h 84"/>
                  <a:gd name="T2" fmla="*/ 6 w 30"/>
                  <a:gd name="T3" fmla="*/ 69 h 84"/>
                  <a:gd name="T4" fmla="*/ 17 w 30"/>
                  <a:gd name="T5" fmla="*/ 119 h 84"/>
                  <a:gd name="T6" fmla="*/ 33 w 30"/>
                  <a:gd name="T7" fmla="*/ 172 h 84"/>
                  <a:gd name="T8" fmla="*/ 57 w 30"/>
                  <a:gd name="T9" fmla="*/ 199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4">
                    <a:moveTo>
                      <a:pt x="0" y="0"/>
                    </a:moveTo>
                    <a:cubicBezTo>
                      <a:pt x="3" y="9"/>
                      <a:pt x="2" y="20"/>
                      <a:pt x="3" y="29"/>
                    </a:cubicBezTo>
                    <a:cubicBezTo>
                      <a:pt x="4" y="36"/>
                      <a:pt x="6" y="43"/>
                      <a:pt x="9" y="50"/>
                    </a:cubicBezTo>
                    <a:cubicBezTo>
                      <a:pt x="11" y="56"/>
                      <a:pt x="15" y="67"/>
                      <a:pt x="18" y="73"/>
                    </a:cubicBezTo>
                    <a:cubicBezTo>
                      <a:pt x="22" y="78"/>
                      <a:pt x="27" y="79"/>
                      <a:pt x="30" y="84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98" name="Freeform 1986">
                <a:extLst>
                  <a:ext uri="{FF2B5EF4-FFF2-40B4-BE49-F238E27FC236}">
                    <a16:creationId xmlns:a16="http://schemas.microsoft.com/office/drawing/2014/main" id="{B820249F-5907-4350-A289-5D8F4DD1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3641"/>
                <a:ext cx="25" cy="87"/>
              </a:xfrm>
              <a:custGeom>
                <a:avLst/>
                <a:gdLst>
                  <a:gd name="T0" fmla="*/ 0 w 20"/>
                  <a:gd name="T1" fmla="*/ 0 h 65"/>
                  <a:gd name="T2" fmla="*/ 13 w 20"/>
                  <a:gd name="T3" fmla="*/ 78 h 65"/>
                  <a:gd name="T4" fmla="*/ 31 w 20"/>
                  <a:gd name="T5" fmla="*/ 155 h 65"/>
                  <a:gd name="T6" fmla="*/ 31 w 20"/>
                  <a:gd name="T7" fmla="*/ 112 h 65"/>
                  <a:gd name="T8" fmla="*/ 36 w 20"/>
                  <a:gd name="T9" fmla="*/ 67 h 65"/>
                  <a:gd name="T10" fmla="*/ 5 w 20"/>
                  <a:gd name="T11" fmla="*/ 1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5">
                    <a:moveTo>
                      <a:pt x="0" y="0"/>
                    </a:moveTo>
                    <a:cubicBezTo>
                      <a:pt x="3" y="11"/>
                      <a:pt x="2" y="23"/>
                      <a:pt x="6" y="32"/>
                    </a:cubicBezTo>
                    <a:cubicBezTo>
                      <a:pt x="10" y="43"/>
                      <a:pt x="13" y="54"/>
                      <a:pt x="16" y="65"/>
                    </a:cubicBezTo>
                    <a:cubicBezTo>
                      <a:pt x="17" y="60"/>
                      <a:pt x="16" y="53"/>
                      <a:pt x="16" y="47"/>
                    </a:cubicBezTo>
                    <a:cubicBezTo>
                      <a:pt x="17" y="41"/>
                      <a:pt x="20" y="34"/>
                      <a:pt x="18" y="28"/>
                    </a:cubicBezTo>
                    <a:cubicBezTo>
                      <a:pt x="16" y="21"/>
                      <a:pt x="2" y="13"/>
                      <a:pt x="2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99" name="Freeform 1987">
                <a:extLst>
                  <a:ext uri="{FF2B5EF4-FFF2-40B4-BE49-F238E27FC236}">
                    <a16:creationId xmlns:a16="http://schemas.microsoft.com/office/drawing/2014/main" id="{74A05811-6F3F-4654-9CBD-CE9FE210E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709"/>
                <a:ext cx="15" cy="20"/>
              </a:xfrm>
              <a:custGeom>
                <a:avLst/>
                <a:gdLst>
                  <a:gd name="T0" fmla="*/ 5 w 12"/>
                  <a:gd name="T1" fmla="*/ 0 h 15"/>
                  <a:gd name="T2" fmla="*/ 5 w 12"/>
                  <a:gd name="T3" fmla="*/ 31 h 15"/>
                  <a:gd name="T4" fmla="*/ 24 w 12"/>
                  <a:gd name="T5" fmla="*/ 3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2" y="0"/>
                    </a:moveTo>
                    <a:cubicBezTo>
                      <a:pt x="2" y="3"/>
                      <a:pt x="0" y="10"/>
                      <a:pt x="2" y="13"/>
                    </a:cubicBezTo>
                    <a:cubicBezTo>
                      <a:pt x="3" y="14"/>
                      <a:pt x="10" y="15"/>
                      <a:pt x="12" y="13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00" name="Freeform 1988">
                <a:extLst>
                  <a:ext uri="{FF2B5EF4-FFF2-40B4-BE49-F238E27FC236}">
                    <a16:creationId xmlns:a16="http://schemas.microsoft.com/office/drawing/2014/main" id="{73B72BC3-86EE-42EA-817A-08F04DE8E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69"/>
                <a:ext cx="43" cy="182"/>
              </a:xfrm>
              <a:custGeom>
                <a:avLst/>
                <a:gdLst>
                  <a:gd name="T0" fmla="*/ 18 w 35"/>
                  <a:gd name="T1" fmla="*/ 0 h 136"/>
                  <a:gd name="T2" fmla="*/ 54 w 35"/>
                  <a:gd name="T3" fmla="*/ 327 h 136"/>
                  <a:gd name="T4" fmla="*/ 50 w 35"/>
                  <a:gd name="T5" fmla="*/ 253 h 136"/>
                  <a:gd name="T6" fmla="*/ 59 w 35"/>
                  <a:gd name="T7" fmla="*/ 132 h 136"/>
                  <a:gd name="T8" fmla="*/ 17 w 35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6">
                    <a:moveTo>
                      <a:pt x="10" y="0"/>
                    </a:moveTo>
                    <a:cubicBezTo>
                      <a:pt x="11" y="42"/>
                      <a:pt x="0" y="101"/>
                      <a:pt x="29" y="136"/>
                    </a:cubicBezTo>
                    <a:cubicBezTo>
                      <a:pt x="28" y="126"/>
                      <a:pt x="27" y="115"/>
                      <a:pt x="27" y="105"/>
                    </a:cubicBezTo>
                    <a:cubicBezTo>
                      <a:pt x="28" y="87"/>
                      <a:pt x="35" y="73"/>
                      <a:pt x="32" y="55"/>
                    </a:cubicBezTo>
                    <a:cubicBezTo>
                      <a:pt x="29" y="39"/>
                      <a:pt x="16" y="15"/>
                      <a:pt x="9" y="0"/>
                    </a:cubicBezTo>
                  </a:path>
                </a:pathLst>
              </a:custGeom>
              <a:solidFill>
                <a:srgbClr val="FDF0EF"/>
              </a:solidFill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01" name="Freeform 1989">
                <a:extLst>
                  <a:ext uri="{FF2B5EF4-FFF2-40B4-BE49-F238E27FC236}">
                    <a16:creationId xmlns:a16="http://schemas.microsoft.com/office/drawing/2014/main" id="{557735D3-81DE-4872-9F1F-A97E8826D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69"/>
                <a:ext cx="43" cy="182"/>
              </a:xfrm>
              <a:custGeom>
                <a:avLst/>
                <a:gdLst>
                  <a:gd name="T0" fmla="*/ 18 w 35"/>
                  <a:gd name="T1" fmla="*/ 0 h 136"/>
                  <a:gd name="T2" fmla="*/ 54 w 35"/>
                  <a:gd name="T3" fmla="*/ 327 h 136"/>
                  <a:gd name="T4" fmla="*/ 50 w 35"/>
                  <a:gd name="T5" fmla="*/ 253 h 136"/>
                  <a:gd name="T6" fmla="*/ 59 w 35"/>
                  <a:gd name="T7" fmla="*/ 132 h 136"/>
                  <a:gd name="T8" fmla="*/ 17 w 35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6">
                    <a:moveTo>
                      <a:pt x="10" y="0"/>
                    </a:moveTo>
                    <a:cubicBezTo>
                      <a:pt x="11" y="42"/>
                      <a:pt x="0" y="101"/>
                      <a:pt x="29" y="136"/>
                    </a:cubicBezTo>
                    <a:cubicBezTo>
                      <a:pt x="28" y="126"/>
                      <a:pt x="27" y="115"/>
                      <a:pt x="27" y="105"/>
                    </a:cubicBezTo>
                    <a:cubicBezTo>
                      <a:pt x="28" y="87"/>
                      <a:pt x="35" y="73"/>
                      <a:pt x="32" y="55"/>
                    </a:cubicBezTo>
                    <a:cubicBezTo>
                      <a:pt x="29" y="39"/>
                      <a:pt x="16" y="1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02" name="Freeform 1990">
                <a:extLst>
                  <a:ext uri="{FF2B5EF4-FFF2-40B4-BE49-F238E27FC236}">
                    <a16:creationId xmlns:a16="http://schemas.microsoft.com/office/drawing/2014/main" id="{613F3947-8C9E-4EF7-834D-4C609FC7B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591"/>
                <a:ext cx="11" cy="52"/>
              </a:xfrm>
              <a:custGeom>
                <a:avLst/>
                <a:gdLst>
                  <a:gd name="T0" fmla="*/ 0 w 9"/>
                  <a:gd name="T1" fmla="*/ 0 h 39"/>
                  <a:gd name="T2" fmla="*/ 11 w 9"/>
                  <a:gd name="T3" fmla="*/ 92 h 39"/>
                  <a:gd name="T4" fmla="*/ 16 w 9"/>
                  <a:gd name="T5" fmla="*/ 52 h 39"/>
                  <a:gd name="T6" fmla="*/ 7 w 9"/>
                  <a:gd name="T7" fmla="*/ 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9">
                    <a:moveTo>
                      <a:pt x="0" y="0"/>
                    </a:moveTo>
                    <a:cubicBezTo>
                      <a:pt x="0" y="11"/>
                      <a:pt x="1" y="30"/>
                      <a:pt x="6" y="39"/>
                    </a:cubicBezTo>
                    <a:cubicBezTo>
                      <a:pt x="6" y="34"/>
                      <a:pt x="3" y="23"/>
                      <a:pt x="9" y="22"/>
                    </a:cubicBezTo>
                    <a:cubicBezTo>
                      <a:pt x="8" y="17"/>
                      <a:pt x="1" y="10"/>
                      <a:pt x="4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03" name="Freeform 1991">
                <a:extLst>
                  <a:ext uri="{FF2B5EF4-FFF2-40B4-BE49-F238E27FC236}">
                    <a16:creationId xmlns:a16="http://schemas.microsoft.com/office/drawing/2014/main" id="{DE801D79-18CE-444E-BB6E-ABB649743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3467"/>
                <a:ext cx="25" cy="50"/>
              </a:xfrm>
              <a:custGeom>
                <a:avLst/>
                <a:gdLst>
                  <a:gd name="T0" fmla="*/ 29 w 20"/>
                  <a:gd name="T1" fmla="*/ 0 h 38"/>
                  <a:gd name="T2" fmla="*/ 18 w 20"/>
                  <a:gd name="T3" fmla="*/ 21 h 38"/>
                  <a:gd name="T4" fmla="*/ 16 w 20"/>
                  <a:gd name="T5" fmla="*/ 37 h 38"/>
                  <a:gd name="T6" fmla="*/ 0 w 20"/>
                  <a:gd name="T7" fmla="*/ 87 h 38"/>
                  <a:gd name="T8" fmla="*/ 33 w 20"/>
                  <a:gd name="T9" fmla="*/ 87 h 38"/>
                  <a:gd name="T10" fmla="*/ 33 w 20"/>
                  <a:gd name="T11" fmla="*/ 16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8">
                    <a:moveTo>
                      <a:pt x="14" y="0"/>
                    </a:moveTo>
                    <a:cubicBezTo>
                      <a:pt x="13" y="4"/>
                      <a:pt x="10" y="6"/>
                      <a:pt x="9" y="9"/>
                    </a:cubicBezTo>
                    <a:cubicBezTo>
                      <a:pt x="8" y="12"/>
                      <a:pt x="9" y="13"/>
                      <a:pt x="8" y="16"/>
                    </a:cubicBezTo>
                    <a:cubicBezTo>
                      <a:pt x="8" y="26"/>
                      <a:pt x="4" y="30"/>
                      <a:pt x="0" y="38"/>
                    </a:cubicBezTo>
                    <a:cubicBezTo>
                      <a:pt x="9" y="34"/>
                      <a:pt x="12" y="25"/>
                      <a:pt x="17" y="38"/>
                    </a:cubicBezTo>
                    <a:cubicBezTo>
                      <a:pt x="20" y="32"/>
                      <a:pt x="19" y="14"/>
                      <a:pt x="17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04" name="Freeform 1992">
                <a:extLst>
                  <a:ext uri="{FF2B5EF4-FFF2-40B4-BE49-F238E27FC236}">
                    <a16:creationId xmlns:a16="http://schemas.microsoft.com/office/drawing/2014/main" id="{52A82C2B-BBA6-4879-97D7-EDC4C4D0D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3515"/>
                <a:ext cx="17" cy="36"/>
              </a:xfrm>
              <a:custGeom>
                <a:avLst/>
                <a:gdLst>
                  <a:gd name="T0" fmla="*/ 0 w 13"/>
                  <a:gd name="T1" fmla="*/ 0 h 27"/>
                  <a:gd name="T2" fmla="*/ 5 w 13"/>
                  <a:gd name="T3" fmla="*/ 64 h 27"/>
                  <a:gd name="T4" fmla="*/ 29 w 13"/>
                  <a:gd name="T5" fmla="*/ 23 h 27"/>
                  <a:gd name="T6" fmla="*/ 7 w 13"/>
                  <a:gd name="T7" fmla="*/ 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7">
                    <a:moveTo>
                      <a:pt x="0" y="0"/>
                    </a:moveTo>
                    <a:cubicBezTo>
                      <a:pt x="1" y="9"/>
                      <a:pt x="4" y="19"/>
                      <a:pt x="2" y="27"/>
                    </a:cubicBezTo>
                    <a:cubicBezTo>
                      <a:pt x="3" y="19"/>
                      <a:pt x="3" y="12"/>
                      <a:pt x="13" y="10"/>
                    </a:cubicBezTo>
                    <a:cubicBezTo>
                      <a:pt x="9" y="7"/>
                      <a:pt x="6" y="3"/>
                      <a:pt x="3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05" name="Freeform 1993">
                <a:extLst>
                  <a:ext uri="{FF2B5EF4-FFF2-40B4-BE49-F238E27FC236}">
                    <a16:creationId xmlns:a16="http://schemas.microsoft.com/office/drawing/2014/main" id="{9F3C603F-2957-4561-91D6-2027D340F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3676"/>
                <a:ext cx="18" cy="36"/>
              </a:xfrm>
              <a:custGeom>
                <a:avLst/>
                <a:gdLst>
                  <a:gd name="T0" fmla="*/ 0 w 15"/>
                  <a:gd name="T1" fmla="*/ 27 h 27"/>
                  <a:gd name="T2" fmla="*/ 20 w 15"/>
                  <a:gd name="T3" fmla="*/ 64 h 27"/>
                  <a:gd name="T4" fmla="*/ 26 w 15"/>
                  <a:gd name="T5" fmla="*/ 0 h 27"/>
                  <a:gd name="T6" fmla="*/ 7 w 15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0" y="11"/>
                    </a:moveTo>
                    <a:cubicBezTo>
                      <a:pt x="4" y="16"/>
                      <a:pt x="8" y="22"/>
                      <a:pt x="12" y="27"/>
                    </a:cubicBezTo>
                    <a:cubicBezTo>
                      <a:pt x="12" y="18"/>
                      <a:pt x="15" y="9"/>
                      <a:pt x="15" y="0"/>
                    </a:cubicBezTo>
                    <a:cubicBezTo>
                      <a:pt x="12" y="3"/>
                      <a:pt x="13" y="15"/>
                      <a:pt x="4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06" name="Freeform 1994">
                <a:extLst>
                  <a:ext uri="{FF2B5EF4-FFF2-40B4-BE49-F238E27FC236}">
                    <a16:creationId xmlns:a16="http://schemas.microsoft.com/office/drawing/2014/main" id="{DFC0A56C-C043-4372-BCBF-91F65C9E6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711"/>
                <a:ext cx="12" cy="13"/>
              </a:xfrm>
              <a:custGeom>
                <a:avLst/>
                <a:gdLst>
                  <a:gd name="T0" fmla="*/ 0 w 10"/>
                  <a:gd name="T1" fmla="*/ 22 h 10"/>
                  <a:gd name="T2" fmla="*/ 7 w 10"/>
                  <a:gd name="T3" fmla="*/ 0 h 10"/>
                  <a:gd name="T4" fmla="*/ 17 w 10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7"/>
                      <a:pt x="2" y="3"/>
                      <a:pt x="4" y="0"/>
                    </a:cubicBezTo>
                    <a:cubicBezTo>
                      <a:pt x="6" y="3"/>
                      <a:pt x="7" y="10"/>
                      <a:pt x="10" y="1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07" name="Freeform 1995">
                <a:extLst>
                  <a:ext uri="{FF2B5EF4-FFF2-40B4-BE49-F238E27FC236}">
                    <a16:creationId xmlns:a16="http://schemas.microsoft.com/office/drawing/2014/main" id="{2E53751A-2C6B-4580-A02B-6F4A241FC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699"/>
                <a:ext cx="31" cy="30"/>
              </a:xfrm>
              <a:custGeom>
                <a:avLst/>
                <a:gdLst>
                  <a:gd name="T0" fmla="*/ 0 w 25"/>
                  <a:gd name="T1" fmla="*/ 43 h 23"/>
                  <a:gd name="T2" fmla="*/ 24 w 25"/>
                  <a:gd name="T3" fmla="*/ 0 h 23"/>
                  <a:gd name="T4" fmla="*/ 47 w 25"/>
                  <a:gd name="T5" fmla="*/ 5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3">
                    <a:moveTo>
                      <a:pt x="0" y="19"/>
                    </a:moveTo>
                    <a:cubicBezTo>
                      <a:pt x="6" y="18"/>
                      <a:pt x="14" y="5"/>
                      <a:pt x="12" y="0"/>
                    </a:cubicBezTo>
                    <a:cubicBezTo>
                      <a:pt x="15" y="4"/>
                      <a:pt x="22" y="23"/>
                      <a:pt x="25" y="2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08" name="Freeform 1996">
                <a:extLst>
                  <a:ext uri="{FF2B5EF4-FFF2-40B4-BE49-F238E27FC236}">
                    <a16:creationId xmlns:a16="http://schemas.microsoft.com/office/drawing/2014/main" id="{0A1AEE7A-DEEA-4E67-BFAB-FDB93D68A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672"/>
                <a:ext cx="22" cy="52"/>
              </a:xfrm>
              <a:custGeom>
                <a:avLst/>
                <a:gdLst>
                  <a:gd name="T0" fmla="*/ 13 w 18"/>
                  <a:gd name="T1" fmla="*/ 84 h 39"/>
                  <a:gd name="T2" fmla="*/ 6 w 18"/>
                  <a:gd name="T3" fmla="*/ 33 h 39"/>
                  <a:gd name="T4" fmla="*/ 1 w 18"/>
                  <a:gd name="T5" fmla="*/ 0 h 39"/>
                  <a:gd name="T6" fmla="*/ 24 w 18"/>
                  <a:gd name="T7" fmla="*/ 15 h 39"/>
                  <a:gd name="T8" fmla="*/ 32 w 18"/>
                  <a:gd name="T9" fmla="*/ 20 h 39"/>
                  <a:gd name="T10" fmla="*/ 24 w 18"/>
                  <a:gd name="T11" fmla="*/ 33 h 39"/>
                  <a:gd name="T12" fmla="*/ 20 w 18"/>
                  <a:gd name="T13" fmla="*/ 57 h 39"/>
                  <a:gd name="T14" fmla="*/ 13 w 18"/>
                  <a:gd name="T15" fmla="*/ 92 h 39"/>
                  <a:gd name="T16" fmla="*/ 16 w 18"/>
                  <a:gd name="T17" fmla="*/ 87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9">
                    <a:moveTo>
                      <a:pt x="7" y="35"/>
                    </a:moveTo>
                    <a:cubicBezTo>
                      <a:pt x="5" y="29"/>
                      <a:pt x="4" y="21"/>
                      <a:pt x="3" y="14"/>
                    </a:cubicBezTo>
                    <a:cubicBezTo>
                      <a:pt x="2" y="10"/>
                      <a:pt x="0" y="5"/>
                      <a:pt x="1" y="0"/>
                    </a:cubicBezTo>
                    <a:cubicBezTo>
                      <a:pt x="6" y="7"/>
                      <a:pt x="7" y="6"/>
                      <a:pt x="13" y="6"/>
                    </a:cubicBezTo>
                    <a:cubicBezTo>
                      <a:pt x="17" y="6"/>
                      <a:pt x="18" y="2"/>
                      <a:pt x="17" y="8"/>
                    </a:cubicBezTo>
                    <a:cubicBezTo>
                      <a:pt x="17" y="10"/>
                      <a:pt x="13" y="12"/>
                      <a:pt x="13" y="14"/>
                    </a:cubicBezTo>
                    <a:cubicBezTo>
                      <a:pt x="11" y="18"/>
                      <a:pt x="12" y="20"/>
                      <a:pt x="11" y="24"/>
                    </a:cubicBezTo>
                    <a:cubicBezTo>
                      <a:pt x="11" y="29"/>
                      <a:pt x="9" y="34"/>
                      <a:pt x="7" y="39"/>
                    </a:cubicBezTo>
                    <a:cubicBezTo>
                      <a:pt x="8" y="39"/>
                      <a:pt x="8" y="38"/>
                      <a:pt x="9" y="3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09" name="Freeform 1997">
                <a:extLst>
                  <a:ext uri="{FF2B5EF4-FFF2-40B4-BE49-F238E27FC236}">
                    <a16:creationId xmlns:a16="http://schemas.microsoft.com/office/drawing/2014/main" id="{26AB4D4E-2565-42EB-85D5-8988A732D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3677"/>
                <a:ext cx="13" cy="46"/>
              </a:xfrm>
              <a:custGeom>
                <a:avLst/>
                <a:gdLst>
                  <a:gd name="T0" fmla="*/ 0 w 10"/>
                  <a:gd name="T1" fmla="*/ 42 h 34"/>
                  <a:gd name="T2" fmla="*/ 13 w 10"/>
                  <a:gd name="T3" fmla="*/ 83 h 34"/>
                  <a:gd name="T4" fmla="*/ 12 w 10"/>
                  <a:gd name="T5" fmla="*/ 0 h 34"/>
                  <a:gd name="T6" fmla="*/ 1 w 10"/>
                  <a:gd name="T7" fmla="*/ 4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4">
                    <a:moveTo>
                      <a:pt x="0" y="17"/>
                    </a:moveTo>
                    <a:cubicBezTo>
                      <a:pt x="0" y="20"/>
                      <a:pt x="2" y="34"/>
                      <a:pt x="6" y="33"/>
                    </a:cubicBezTo>
                    <a:cubicBezTo>
                      <a:pt x="10" y="32"/>
                      <a:pt x="7" y="3"/>
                      <a:pt x="5" y="0"/>
                    </a:cubicBezTo>
                    <a:cubicBezTo>
                      <a:pt x="5" y="5"/>
                      <a:pt x="6" y="13"/>
                      <a:pt x="1" y="1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10" name="Freeform 1998">
                <a:extLst>
                  <a:ext uri="{FF2B5EF4-FFF2-40B4-BE49-F238E27FC236}">
                    <a16:creationId xmlns:a16="http://schemas.microsoft.com/office/drawing/2014/main" id="{F32FBA63-2028-486A-9EAB-F6AA11BED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717"/>
                <a:ext cx="8" cy="10"/>
              </a:xfrm>
              <a:custGeom>
                <a:avLst/>
                <a:gdLst>
                  <a:gd name="T0" fmla="*/ 5 w 6"/>
                  <a:gd name="T1" fmla="*/ 0 h 7"/>
                  <a:gd name="T2" fmla="*/ 0 w 6"/>
                  <a:gd name="T3" fmla="*/ 20 h 7"/>
                  <a:gd name="T4" fmla="*/ 7 w 6"/>
                  <a:gd name="T5" fmla="*/ 0 h 7"/>
                  <a:gd name="T6" fmla="*/ 15 w 6"/>
                  <a:gd name="T7" fmla="*/ 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1" y="3"/>
                      <a:pt x="1" y="5"/>
                      <a:pt x="0" y="7"/>
                    </a:cubicBezTo>
                    <a:cubicBezTo>
                      <a:pt x="1" y="5"/>
                      <a:pt x="2" y="2"/>
                      <a:pt x="3" y="0"/>
                    </a:cubicBezTo>
                    <a:cubicBezTo>
                      <a:pt x="4" y="3"/>
                      <a:pt x="5" y="5"/>
                      <a:pt x="6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11" name="Freeform 1999">
                <a:extLst>
                  <a:ext uri="{FF2B5EF4-FFF2-40B4-BE49-F238E27FC236}">
                    <a16:creationId xmlns:a16="http://schemas.microsoft.com/office/drawing/2014/main" id="{A0A91778-C6DF-481D-AA80-BD92686D8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3709"/>
                <a:ext cx="11" cy="16"/>
              </a:xfrm>
              <a:custGeom>
                <a:avLst/>
                <a:gdLst>
                  <a:gd name="T0" fmla="*/ 7 w 9"/>
                  <a:gd name="T1" fmla="*/ 28 h 12"/>
                  <a:gd name="T2" fmla="*/ 0 w 9"/>
                  <a:gd name="T3" fmla="*/ 0 h 12"/>
                  <a:gd name="T4" fmla="*/ 16 w 9"/>
                  <a:gd name="T5" fmla="*/ 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4" y="12"/>
                    </a:moveTo>
                    <a:cubicBezTo>
                      <a:pt x="0" y="9"/>
                      <a:pt x="1" y="4"/>
                      <a:pt x="0" y="0"/>
                    </a:cubicBezTo>
                    <a:cubicBezTo>
                      <a:pt x="1" y="3"/>
                      <a:pt x="7" y="9"/>
                      <a:pt x="9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12" name="Freeform 2000">
                <a:extLst>
                  <a:ext uri="{FF2B5EF4-FFF2-40B4-BE49-F238E27FC236}">
                    <a16:creationId xmlns:a16="http://schemas.microsoft.com/office/drawing/2014/main" id="{064C973F-3000-4BB6-97CC-E158C88A2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615"/>
                <a:ext cx="31" cy="45"/>
              </a:xfrm>
              <a:custGeom>
                <a:avLst/>
                <a:gdLst>
                  <a:gd name="T0" fmla="*/ 19 w 25"/>
                  <a:gd name="T1" fmla="*/ 70 h 34"/>
                  <a:gd name="T2" fmla="*/ 2 w 25"/>
                  <a:gd name="T3" fmla="*/ 28 h 34"/>
                  <a:gd name="T4" fmla="*/ 0 w 25"/>
                  <a:gd name="T5" fmla="*/ 0 h 34"/>
                  <a:gd name="T6" fmla="*/ 47 w 25"/>
                  <a:gd name="T7" fmla="*/ 66 h 34"/>
                  <a:gd name="T8" fmla="*/ 25 w 25"/>
                  <a:gd name="T9" fmla="*/ 7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0" y="30"/>
                    </a:moveTo>
                    <a:cubicBezTo>
                      <a:pt x="9" y="23"/>
                      <a:pt x="3" y="19"/>
                      <a:pt x="2" y="12"/>
                    </a:cubicBezTo>
                    <a:cubicBezTo>
                      <a:pt x="1" y="9"/>
                      <a:pt x="0" y="3"/>
                      <a:pt x="0" y="0"/>
                    </a:cubicBezTo>
                    <a:cubicBezTo>
                      <a:pt x="8" y="6"/>
                      <a:pt x="22" y="19"/>
                      <a:pt x="25" y="29"/>
                    </a:cubicBezTo>
                    <a:cubicBezTo>
                      <a:pt x="19" y="20"/>
                      <a:pt x="12" y="25"/>
                      <a:pt x="13" y="3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13" name="Freeform 2001">
                <a:extLst>
                  <a:ext uri="{FF2B5EF4-FFF2-40B4-BE49-F238E27FC236}">
                    <a16:creationId xmlns:a16="http://schemas.microsoft.com/office/drawing/2014/main" id="{6FEDFB4F-24D5-4EA3-A310-2F61AE025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3657"/>
                <a:ext cx="9" cy="24"/>
              </a:xfrm>
              <a:custGeom>
                <a:avLst/>
                <a:gdLst>
                  <a:gd name="T0" fmla="*/ 5 w 7"/>
                  <a:gd name="T1" fmla="*/ 0 h 18"/>
                  <a:gd name="T2" fmla="*/ 0 w 7"/>
                  <a:gd name="T3" fmla="*/ 43 h 18"/>
                  <a:gd name="T4" fmla="*/ 15 w 7"/>
                  <a:gd name="T5" fmla="*/ 33 h 18"/>
                  <a:gd name="T6" fmla="*/ 8 w 7"/>
                  <a:gd name="T7" fmla="*/ 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8">
                    <a:moveTo>
                      <a:pt x="2" y="0"/>
                    </a:moveTo>
                    <a:cubicBezTo>
                      <a:pt x="1" y="6"/>
                      <a:pt x="0" y="12"/>
                      <a:pt x="0" y="18"/>
                    </a:cubicBezTo>
                    <a:cubicBezTo>
                      <a:pt x="2" y="15"/>
                      <a:pt x="3" y="10"/>
                      <a:pt x="7" y="14"/>
                    </a:cubicBezTo>
                    <a:cubicBezTo>
                      <a:pt x="7" y="10"/>
                      <a:pt x="5" y="6"/>
                      <a:pt x="4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14" name="Freeform 2002">
                <a:extLst>
                  <a:ext uri="{FF2B5EF4-FFF2-40B4-BE49-F238E27FC236}">
                    <a16:creationId xmlns:a16="http://schemas.microsoft.com/office/drawing/2014/main" id="{F296CCC0-AFB9-4E40-8D65-B212A6AFA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595"/>
                <a:ext cx="19" cy="112"/>
              </a:xfrm>
              <a:custGeom>
                <a:avLst/>
                <a:gdLst>
                  <a:gd name="T0" fmla="*/ 0 w 15"/>
                  <a:gd name="T1" fmla="*/ 100 h 84"/>
                  <a:gd name="T2" fmla="*/ 1 w 15"/>
                  <a:gd name="T3" fmla="*/ 129 h 84"/>
                  <a:gd name="T4" fmla="*/ 8 w 15"/>
                  <a:gd name="T5" fmla="*/ 161 h 84"/>
                  <a:gd name="T6" fmla="*/ 10 w 15"/>
                  <a:gd name="T7" fmla="*/ 199 h 84"/>
                  <a:gd name="T8" fmla="*/ 16 w 15"/>
                  <a:gd name="T9" fmla="*/ 0 h 84"/>
                  <a:gd name="T10" fmla="*/ 16 w 15"/>
                  <a:gd name="T11" fmla="*/ 65 h 84"/>
                  <a:gd name="T12" fmla="*/ 10 w 15"/>
                  <a:gd name="T13" fmla="*/ 97 h 84"/>
                  <a:gd name="T14" fmla="*/ 5 w 15"/>
                  <a:gd name="T15" fmla="*/ 10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84">
                    <a:moveTo>
                      <a:pt x="0" y="42"/>
                    </a:moveTo>
                    <a:cubicBezTo>
                      <a:pt x="2" y="46"/>
                      <a:pt x="1" y="51"/>
                      <a:pt x="1" y="55"/>
                    </a:cubicBezTo>
                    <a:cubicBezTo>
                      <a:pt x="2" y="59"/>
                      <a:pt x="4" y="63"/>
                      <a:pt x="4" y="68"/>
                    </a:cubicBezTo>
                    <a:cubicBezTo>
                      <a:pt x="5" y="73"/>
                      <a:pt x="5" y="78"/>
                      <a:pt x="5" y="84"/>
                    </a:cubicBezTo>
                    <a:cubicBezTo>
                      <a:pt x="5" y="55"/>
                      <a:pt x="15" y="29"/>
                      <a:pt x="8" y="0"/>
                    </a:cubicBezTo>
                    <a:cubicBezTo>
                      <a:pt x="12" y="8"/>
                      <a:pt x="11" y="20"/>
                      <a:pt x="8" y="28"/>
                    </a:cubicBezTo>
                    <a:cubicBezTo>
                      <a:pt x="7" y="33"/>
                      <a:pt x="5" y="37"/>
                      <a:pt x="5" y="41"/>
                    </a:cubicBezTo>
                    <a:cubicBezTo>
                      <a:pt x="4" y="42"/>
                      <a:pt x="3" y="42"/>
                      <a:pt x="2" y="4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15" name="Freeform 2003">
                <a:extLst>
                  <a:ext uri="{FF2B5EF4-FFF2-40B4-BE49-F238E27FC236}">
                    <a16:creationId xmlns:a16="http://schemas.microsoft.com/office/drawing/2014/main" id="{3E0715E9-89E0-42F3-9351-842B28B90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445"/>
                <a:ext cx="17" cy="40"/>
              </a:xfrm>
              <a:custGeom>
                <a:avLst/>
                <a:gdLst>
                  <a:gd name="T0" fmla="*/ 0 w 14"/>
                  <a:gd name="T1" fmla="*/ 5 h 30"/>
                  <a:gd name="T2" fmla="*/ 22 w 14"/>
                  <a:gd name="T3" fmla="*/ 71 h 30"/>
                  <a:gd name="T4" fmla="*/ 15 w 14"/>
                  <a:gd name="T5" fmla="*/ 0 h 30"/>
                  <a:gd name="T6" fmla="*/ 2 w 14"/>
                  <a:gd name="T7" fmla="*/ 1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0">
                    <a:moveTo>
                      <a:pt x="0" y="2"/>
                    </a:moveTo>
                    <a:cubicBezTo>
                      <a:pt x="2" y="10"/>
                      <a:pt x="13" y="21"/>
                      <a:pt x="12" y="30"/>
                    </a:cubicBezTo>
                    <a:cubicBezTo>
                      <a:pt x="14" y="22"/>
                      <a:pt x="10" y="8"/>
                      <a:pt x="8" y="0"/>
                    </a:cubicBezTo>
                    <a:cubicBezTo>
                      <a:pt x="9" y="4"/>
                      <a:pt x="7" y="9"/>
                      <a:pt x="2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16" name="Freeform 2004">
                <a:extLst>
                  <a:ext uri="{FF2B5EF4-FFF2-40B4-BE49-F238E27FC236}">
                    <a16:creationId xmlns:a16="http://schemas.microsoft.com/office/drawing/2014/main" id="{31081E62-58DA-4512-A224-EBB920DF6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449"/>
                <a:ext cx="19" cy="56"/>
              </a:xfrm>
              <a:custGeom>
                <a:avLst/>
                <a:gdLst>
                  <a:gd name="T0" fmla="*/ 0 w 15"/>
                  <a:gd name="T1" fmla="*/ 55 h 42"/>
                  <a:gd name="T2" fmla="*/ 20 w 15"/>
                  <a:gd name="T3" fmla="*/ 100 h 42"/>
                  <a:gd name="T4" fmla="*/ 16 w 15"/>
                  <a:gd name="T5" fmla="*/ 0 h 42"/>
                  <a:gd name="T6" fmla="*/ 14 w 15"/>
                  <a:gd name="T7" fmla="*/ 52 h 42"/>
                  <a:gd name="T8" fmla="*/ 1 w 15"/>
                  <a:gd name="T9" fmla="*/ 4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2">
                    <a:moveTo>
                      <a:pt x="0" y="23"/>
                    </a:moveTo>
                    <a:cubicBezTo>
                      <a:pt x="5" y="26"/>
                      <a:pt x="8" y="37"/>
                      <a:pt x="10" y="42"/>
                    </a:cubicBezTo>
                    <a:cubicBezTo>
                      <a:pt x="15" y="33"/>
                      <a:pt x="13" y="9"/>
                      <a:pt x="8" y="0"/>
                    </a:cubicBezTo>
                    <a:cubicBezTo>
                      <a:pt x="9" y="7"/>
                      <a:pt x="12" y="17"/>
                      <a:pt x="7" y="22"/>
                    </a:cubicBezTo>
                    <a:cubicBezTo>
                      <a:pt x="5" y="21"/>
                      <a:pt x="3" y="21"/>
                      <a:pt x="1" y="2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17" name="Freeform 2005">
                <a:extLst>
                  <a:ext uri="{FF2B5EF4-FFF2-40B4-BE49-F238E27FC236}">
                    <a16:creationId xmlns:a16="http://schemas.microsoft.com/office/drawing/2014/main" id="{AED080B3-0C09-43BF-B96E-7FD31AAB7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549"/>
                <a:ext cx="18" cy="52"/>
              </a:xfrm>
              <a:custGeom>
                <a:avLst/>
                <a:gdLst>
                  <a:gd name="T0" fmla="*/ 6 w 14"/>
                  <a:gd name="T1" fmla="*/ 31 h 39"/>
                  <a:gd name="T2" fmla="*/ 30 w 14"/>
                  <a:gd name="T3" fmla="*/ 92 h 39"/>
                  <a:gd name="T4" fmla="*/ 15 w 14"/>
                  <a:gd name="T5" fmla="*/ 0 h 39"/>
                  <a:gd name="T6" fmla="*/ 10 w 14"/>
                  <a:gd name="T7" fmla="*/ 3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3" y="13"/>
                    </a:moveTo>
                    <a:cubicBezTo>
                      <a:pt x="0" y="23"/>
                      <a:pt x="10" y="32"/>
                      <a:pt x="14" y="39"/>
                    </a:cubicBezTo>
                    <a:cubicBezTo>
                      <a:pt x="13" y="26"/>
                      <a:pt x="10" y="12"/>
                      <a:pt x="7" y="0"/>
                    </a:cubicBezTo>
                    <a:cubicBezTo>
                      <a:pt x="7" y="4"/>
                      <a:pt x="10" y="12"/>
                      <a:pt x="5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18" name="Freeform 2006">
                <a:extLst>
                  <a:ext uri="{FF2B5EF4-FFF2-40B4-BE49-F238E27FC236}">
                    <a16:creationId xmlns:a16="http://schemas.microsoft.com/office/drawing/2014/main" id="{B5BDABCD-93AF-4441-846B-A5D7F803E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568"/>
                <a:ext cx="37" cy="95"/>
              </a:xfrm>
              <a:custGeom>
                <a:avLst/>
                <a:gdLst>
                  <a:gd name="T0" fmla="*/ 0 w 30"/>
                  <a:gd name="T1" fmla="*/ 80 h 71"/>
                  <a:gd name="T2" fmla="*/ 17 w 30"/>
                  <a:gd name="T3" fmla="*/ 120 h 71"/>
                  <a:gd name="T4" fmla="*/ 33 w 30"/>
                  <a:gd name="T5" fmla="*/ 139 h 71"/>
                  <a:gd name="T6" fmla="*/ 51 w 30"/>
                  <a:gd name="T7" fmla="*/ 170 h 71"/>
                  <a:gd name="T8" fmla="*/ 51 w 30"/>
                  <a:gd name="T9" fmla="*/ 74 h 71"/>
                  <a:gd name="T10" fmla="*/ 15 w 30"/>
                  <a:gd name="T11" fmla="*/ 0 h 71"/>
                  <a:gd name="T12" fmla="*/ 41 w 30"/>
                  <a:gd name="T13" fmla="*/ 94 h 71"/>
                  <a:gd name="T14" fmla="*/ 11 w 30"/>
                  <a:gd name="T15" fmla="*/ 86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71">
                    <a:moveTo>
                      <a:pt x="0" y="34"/>
                    </a:moveTo>
                    <a:cubicBezTo>
                      <a:pt x="4" y="39"/>
                      <a:pt x="5" y="45"/>
                      <a:pt x="9" y="50"/>
                    </a:cubicBezTo>
                    <a:cubicBezTo>
                      <a:pt x="11" y="53"/>
                      <a:pt x="15" y="55"/>
                      <a:pt x="18" y="58"/>
                    </a:cubicBezTo>
                    <a:cubicBezTo>
                      <a:pt x="21" y="62"/>
                      <a:pt x="24" y="67"/>
                      <a:pt x="27" y="71"/>
                    </a:cubicBezTo>
                    <a:cubicBezTo>
                      <a:pt x="27" y="57"/>
                      <a:pt x="30" y="45"/>
                      <a:pt x="27" y="31"/>
                    </a:cubicBezTo>
                    <a:cubicBezTo>
                      <a:pt x="25" y="20"/>
                      <a:pt x="17" y="7"/>
                      <a:pt x="8" y="0"/>
                    </a:cubicBezTo>
                    <a:cubicBezTo>
                      <a:pt x="13" y="7"/>
                      <a:pt x="30" y="30"/>
                      <a:pt x="22" y="39"/>
                    </a:cubicBezTo>
                    <a:cubicBezTo>
                      <a:pt x="18" y="44"/>
                      <a:pt x="9" y="41"/>
                      <a:pt x="6" y="3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19" name="Freeform 2007">
                <a:extLst>
                  <a:ext uri="{FF2B5EF4-FFF2-40B4-BE49-F238E27FC236}">
                    <a16:creationId xmlns:a16="http://schemas.microsoft.com/office/drawing/2014/main" id="{FD513EB8-6639-4A83-B13B-B2281CFD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491"/>
                <a:ext cx="31" cy="78"/>
              </a:xfrm>
              <a:custGeom>
                <a:avLst/>
                <a:gdLst>
                  <a:gd name="T0" fmla="*/ 0 w 25"/>
                  <a:gd name="T1" fmla="*/ 59 h 59"/>
                  <a:gd name="T2" fmla="*/ 47 w 25"/>
                  <a:gd name="T3" fmla="*/ 136 h 59"/>
                  <a:gd name="T4" fmla="*/ 25 w 25"/>
                  <a:gd name="T5" fmla="*/ 59 h 59"/>
                  <a:gd name="T6" fmla="*/ 9 w 25"/>
                  <a:gd name="T7" fmla="*/ 0 h 59"/>
                  <a:gd name="T8" fmla="*/ 17 w 25"/>
                  <a:gd name="T9" fmla="*/ 42 h 59"/>
                  <a:gd name="T10" fmla="*/ 9 w 25"/>
                  <a:gd name="T11" fmla="*/ 58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59">
                    <a:moveTo>
                      <a:pt x="0" y="26"/>
                    </a:moveTo>
                    <a:cubicBezTo>
                      <a:pt x="9" y="36"/>
                      <a:pt x="15" y="50"/>
                      <a:pt x="25" y="59"/>
                    </a:cubicBezTo>
                    <a:cubicBezTo>
                      <a:pt x="24" y="47"/>
                      <a:pt x="17" y="37"/>
                      <a:pt x="13" y="26"/>
                    </a:cubicBezTo>
                    <a:cubicBezTo>
                      <a:pt x="11" y="17"/>
                      <a:pt x="8" y="9"/>
                      <a:pt x="5" y="0"/>
                    </a:cubicBezTo>
                    <a:cubicBezTo>
                      <a:pt x="6" y="6"/>
                      <a:pt x="9" y="12"/>
                      <a:pt x="9" y="18"/>
                    </a:cubicBezTo>
                    <a:cubicBezTo>
                      <a:pt x="8" y="20"/>
                      <a:pt x="6" y="22"/>
                      <a:pt x="5" y="2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20" name="Freeform 2008">
                <a:extLst>
                  <a:ext uri="{FF2B5EF4-FFF2-40B4-BE49-F238E27FC236}">
                    <a16:creationId xmlns:a16="http://schemas.microsoft.com/office/drawing/2014/main" id="{591C6F31-BF63-41E1-A3F2-8F8E413CE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652"/>
                <a:ext cx="16" cy="44"/>
              </a:xfrm>
              <a:custGeom>
                <a:avLst/>
                <a:gdLst>
                  <a:gd name="T0" fmla="*/ 0 w 13"/>
                  <a:gd name="T1" fmla="*/ 33 h 33"/>
                  <a:gd name="T2" fmla="*/ 25 w 13"/>
                  <a:gd name="T3" fmla="*/ 79 h 33"/>
                  <a:gd name="T4" fmla="*/ 14 w 13"/>
                  <a:gd name="T5" fmla="*/ 0 h 33"/>
                  <a:gd name="T6" fmla="*/ 1 w 13"/>
                  <a:gd name="T7" fmla="*/ 21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3">
                    <a:moveTo>
                      <a:pt x="0" y="14"/>
                    </a:moveTo>
                    <a:cubicBezTo>
                      <a:pt x="6" y="19"/>
                      <a:pt x="7" y="29"/>
                      <a:pt x="13" y="33"/>
                    </a:cubicBezTo>
                    <a:cubicBezTo>
                      <a:pt x="4" y="24"/>
                      <a:pt x="12" y="9"/>
                      <a:pt x="7" y="0"/>
                    </a:cubicBezTo>
                    <a:cubicBezTo>
                      <a:pt x="6" y="3"/>
                      <a:pt x="6" y="7"/>
                      <a:pt x="1" y="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21" name="Freeform 2009">
                <a:extLst>
                  <a:ext uri="{FF2B5EF4-FFF2-40B4-BE49-F238E27FC236}">
                    <a16:creationId xmlns:a16="http://schemas.microsoft.com/office/drawing/2014/main" id="{87FB3950-661B-48F8-8C54-2E4A4E0B1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469"/>
                <a:ext cx="26" cy="31"/>
              </a:xfrm>
              <a:custGeom>
                <a:avLst/>
                <a:gdLst>
                  <a:gd name="T0" fmla="*/ 2 w 21"/>
                  <a:gd name="T1" fmla="*/ 12 h 23"/>
                  <a:gd name="T2" fmla="*/ 11 w 2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2" y="5"/>
                    </a:moveTo>
                    <a:cubicBezTo>
                      <a:pt x="0" y="23"/>
                      <a:pt x="21" y="0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22" name="Freeform 2010">
                <a:extLst>
                  <a:ext uri="{FF2B5EF4-FFF2-40B4-BE49-F238E27FC236}">
                    <a16:creationId xmlns:a16="http://schemas.microsoft.com/office/drawing/2014/main" id="{8E5D6D5F-319A-4808-9328-14A8C9B01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472"/>
                <a:ext cx="18" cy="21"/>
              </a:xfrm>
              <a:custGeom>
                <a:avLst/>
                <a:gdLst>
                  <a:gd name="T0" fmla="*/ 0 w 15"/>
                  <a:gd name="T1" fmla="*/ 7 h 16"/>
                  <a:gd name="T2" fmla="*/ 16 w 15"/>
                  <a:gd name="T3" fmla="*/ 29 h 16"/>
                  <a:gd name="T4" fmla="*/ 10 w 15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3"/>
                    </a:moveTo>
                    <a:cubicBezTo>
                      <a:pt x="0" y="8"/>
                      <a:pt x="3" y="16"/>
                      <a:pt x="9" y="13"/>
                    </a:cubicBezTo>
                    <a:cubicBezTo>
                      <a:pt x="15" y="10"/>
                      <a:pt x="11" y="0"/>
                      <a:pt x="6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23" name="Freeform 2011">
                <a:extLst>
                  <a:ext uri="{FF2B5EF4-FFF2-40B4-BE49-F238E27FC236}">
                    <a16:creationId xmlns:a16="http://schemas.microsoft.com/office/drawing/2014/main" id="{1E01B88D-0CD6-40D0-A15E-EA120CCC2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3569"/>
                <a:ext cx="18" cy="26"/>
              </a:xfrm>
              <a:custGeom>
                <a:avLst/>
                <a:gdLst>
                  <a:gd name="T0" fmla="*/ 1 w 14"/>
                  <a:gd name="T1" fmla="*/ 7 h 19"/>
                  <a:gd name="T2" fmla="*/ 19 w 14"/>
                  <a:gd name="T3" fmla="*/ 34 h 19"/>
                  <a:gd name="T4" fmla="*/ 15 w 1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1" y="3"/>
                    </a:moveTo>
                    <a:cubicBezTo>
                      <a:pt x="0" y="8"/>
                      <a:pt x="2" y="19"/>
                      <a:pt x="9" y="13"/>
                    </a:cubicBezTo>
                    <a:cubicBezTo>
                      <a:pt x="14" y="10"/>
                      <a:pt x="11" y="2"/>
                      <a:pt x="7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24" name="Freeform 2012">
                <a:extLst>
                  <a:ext uri="{FF2B5EF4-FFF2-40B4-BE49-F238E27FC236}">
                    <a16:creationId xmlns:a16="http://schemas.microsoft.com/office/drawing/2014/main" id="{8F86100F-F433-47FD-A1FF-9BD232C5B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3564"/>
                <a:ext cx="20" cy="28"/>
              </a:xfrm>
              <a:custGeom>
                <a:avLst/>
                <a:gdLst>
                  <a:gd name="T0" fmla="*/ 0 w 16"/>
                  <a:gd name="T1" fmla="*/ 15 h 21"/>
                  <a:gd name="T2" fmla="*/ 14 w 16"/>
                  <a:gd name="T3" fmla="*/ 0 h 21"/>
                  <a:gd name="T4" fmla="*/ 14 w 16"/>
                  <a:gd name="T5" fmla="*/ 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0" y="6"/>
                    </a:moveTo>
                    <a:cubicBezTo>
                      <a:pt x="7" y="21"/>
                      <a:pt x="16" y="5"/>
                      <a:pt x="7" y="0"/>
                    </a:cubicBezTo>
                    <a:cubicBezTo>
                      <a:pt x="7" y="0"/>
                      <a:pt x="7" y="1"/>
                      <a:pt x="7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25" name="Freeform 2013">
                <a:extLst>
                  <a:ext uri="{FF2B5EF4-FFF2-40B4-BE49-F238E27FC236}">
                    <a16:creationId xmlns:a16="http://schemas.microsoft.com/office/drawing/2014/main" id="{C62E2B8C-275A-4FB0-9A49-725FA22E4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3573"/>
                <a:ext cx="14" cy="30"/>
              </a:xfrm>
              <a:custGeom>
                <a:avLst/>
                <a:gdLst>
                  <a:gd name="T0" fmla="*/ 1 w 11"/>
                  <a:gd name="T1" fmla="*/ 34 h 22"/>
                  <a:gd name="T2" fmla="*/ 18 w 11"/>
                  <a:gd name="T3" fmla="*/ 41 h 22"/>
                  <a:gd name="T4" fmla="*/ 6 w 11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1" y="13"/>
                    </a:moveTo>
                    <a:cubicBezTo>
                      <a:pt x="0" y="20"/>
                      <a:pt x="6" y="22"/>
                      <a:pt x="9" y="16"/>
                    </a:cubicBezTo>
                    <a:cubicBezTo>
                      <a:pt x="11" y="11"/>
                      <a:pt x="8" y="0"/>
                      <a:pt x="3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26" name="Freeform 2014">
                <a:extLst>
                  <a:ext uri="{FF2B5EF4-FFF2-40B4-BE49-F238E27FC236}">
                    <a16:creationId xmlns:a16="http://schemas.microsoft.com/office/drawing/2014/main" id="{4749A7A9-9DCD-4D87-984E-04943D5ED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3423"/>
                <a:ext cx="24" cy="32"/>
              </a:xfrm>
              <a:custGeom>
                <a:avLst/>
                <a:gdLst>
                  <a:gd name="T0" fmla="*/ 5 w 19"/>
                  <a:gd name="T1" fmla="*/ 5 h 24"/>
                  <a:gd name="T2" fmla="*/ 13 w 19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2" y="2"/>
                    </a:moveTo>
                    <a:cubicBezTo>
                      <a:pt x="0" y="24"/>
                      <a:pt x="19" y="1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27" name="Freeform 2015">
                <a:extLst>
                  <a:ext uri="{FF2B5EF4-FFF2-40B4-BE49-F238E27FC236}">
                    <a16:creationId xmlns:a16="http://schemas.microsoft.com/office/drawing/2014/main" id="{C68652B1-E33E-4D89-95CB-B23CB9235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3433"/>
                <a:ext cx="16" cy="19"/>
              </a:xfrm>
              <a:custGeom>
                <a:avLst/>
                <a:gdLst>
                  <a:gd name="T0" fmla="*/ 7 w 13"/>
                  <a:gd name="T1" fmla="*/ 0 h 14"/>
                  <a:gd name="T2" fmla="*/ 15 w 13"/>
                  <a:gd name="T3" fmla="*/ 33 h 14"/>
                  <a:gd name="T4" fmla="*/ 18 w 13"/>
                  <a:gd name="T5" fmla="*/ 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4" y="0"/>
                    </a:moveTo>
                    <a:cubicBezTo>
                      <a:pt x="1" y="4"/>
                      <a:pt x="0" y="14"/>
                      <a:pt x="8" y="13"/>
                    </a:cubicBezTo>
                    <a:cubicBezTo>
                      <a:pt x="13" y="12"/>
                      <a:pt x="13" y="4"/>
                      <a:pt x="10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28" name="Freeform 2016">
                <a:extLst>
                  <a:ext uri="{FF2B5EF4-FFF2-40B4-BE49-F238E27FC236}">
                    <a16:creationId xmlns:a16="http://schemas.microsoft.com/office/drawing/2014/main" id="{8BE3EB6D-C8E7-484B-A7EE-BDF492C99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3260"/>
                <a:ext cx="23" cy="28"/>
              </a:xfrm>
              <a:custGeom>
                <a:avLst/>
                <a:gdLst>
                  <a:gd name="T0" fmla="*/ 13 w 18"/>
                  <a:gd name="T1" fmla="*/ 21 h 21"/>
                  <a:gd name="T2" fmla="*/ 23 w 18"/>
                  <a:gd name="T3" fmla="*/ 41 h 21"/>
                  <a:gd name="T4" fmla="*/ 19 w 1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6" y="9"/>
                    </a:moveTo>
                    <a:cubicBezTo>
                      <a:pt x="0" y="14"/>
                      <a:pt x="4" y="21"/>
                      <a:pt x="11" y="17"/>
                    </a:cubicBezTo>
                    <a:cubicBezTo>
                      <a:pt x="17" y="14"/>
                      <a:pt x="18" y="0"/>
                      <a:pt x="9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29" name="Freeform 2017">
                <a:extLst>
                  <a:ext uri="{FF2B5EF4-FFF2-40B4-BE49-F238E27FC236}">
                    <a16:creationId xmlns:a16="http://schemas.microsoft.com/office/drawing/2014/main" id="{C4A8768D-98E6-4868-A13E-C46A86412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367"/>
                <a:ext cx="17" cy="20"/>
              </a:xfrm>
              <a:custGeom>
                <a:avLst/>
                <a:gdLst>
                  <a:gd name="T0" fmla="*/ 2 w 14"/>
                  <a:gd name="T1" fmla="*/ 7 h 15"/>
                  <a:gd name="T2" fmla="*/ 11 w 14"/>
                  <a:gd name="T3" fmla="*/ 31 h 15"/>
                  <a:gd name="T4" fmla="*/ 9 w 14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2" y="3"/>
                    </a:moveTo>
                    <a:cubicBezTo>
                      <a:pt x="1" y="7"/>
                      <a:pt x="0" y="15"/>
                      <a:pt x="6" y="13"/>
                    </a:cubicBezTo>
                    <a:cubicBezTo>
                      <a:pt x="14" y="11"/>
                      <a:pt x="8" y="0"/>
                      <a:pt x="5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30" name="Freeform 2018">
                <a:extLst>
                  <a:ext uri="{FF2B5EF4-FFF2-40B4-BE49-F238E27FC236}">
                    <a16:creationId xmlns:a16="http://schemas.microsoft.com/office/drawing/2014/main" id="{53A4A19B-B27F-42E3-9DB6-76726F99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3612"/>
                <a:ext cx="29" cy="28"/>
              </a:xfrm>
              <a:custGeom>
                <a:avLst/>
                <a:gdLst>
                  <a:gd name="T0" fmla="*/ 18 w 23"/>
                  <a:gd name="T1" fmla="*/ 0 h 21"/>
                  <a:gd name="T2" fmla="*/ 8 w 23"/>
                  <a:gd name="T3" fmla="*/ 1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1">
                    <a:moveTo>
                      <a:pt x="9" y="0"/>
                    </a:moveTo>
                    <a:cubicBezTo>
                      <a:pt x="23" y="0"/>
                      <a:pt x="0" y="21"/>
                      <a:pt x="4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31" name="Freeform 2019">
                <a:extLst>
                  <a:ext uri="{FF2B5EF4-FFF2-40B4-BE49-F238E27FC236}">
                    <a16:creationId xmlns:a16="http://schemas.microsoft.com/office/drawing/2014/main" id="{C4B6ED79-BE1F-45E5-8D64-6407F23D4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3052"/>
                <a:ext cx="32" cy="23"/>
              </a:xfrm>
              <a:custGeom>
                <a:avLst/>
                <a:gdLst>
                  <a:gd name="T0" fmla="*/ 23 w 25"/>
                  <a:gd name="T1" fmla="*/ 0 h 17"/>
                  <a:gd name="T2" fmla="*/ 33 w 25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7">
                    <a:moveTo>
                      <a:pt x="11" y="0"/>
                    </a:moveTo>
                    <a:cubicBezTo>
                      <a:pt x="0" y="12"/>
                      <a:pt x="25" y="17"/>
                      <a:pt x="16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32" name="Freeform 2020">
                <a:extLst>
                  <a:ext uri="{FF2B5EF4-FFF2-40B4-BE49-F238E27FC236}">
                    <a16:creationId xmlns:a16="http://schemas.microsoft.com/office/drawing/2014/main" id="{776B1007-00DE-4846-A4B6-D152F3949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165"/>
                <a:ext cx="15" cy="19"/>
              </a:xfrm>
              <a:custGeom>
                <a:avLst/>
                <a:gdLst>
                  <a:gd name="T0" fmla="*/ 1 w 12"/>
                  <a:gd name="T1" fmla="*/ 5 h 14"/>
                  <a:gd name="T2" fmla="*/ 14 w 12"/>
                  <a:gd name="T3" fmla="*/ 27 h 14"/>
                  <a:gd name="T4" fmla="*/ 8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" y="2"/>
                    </a:moveTo>
                    <a:cubicBezTo>
                      <a:pt x="0" y="6"/>
                      <a:pt x="1" y="14"/>
                      <a:pt x="7" y="11"/>
                    </a:cubicBezTo>
                    <a:cubicBezTo>
                      <a:pt x="12" y="9"/>
                      <a:pt x="9" y="1"/>
                      <a:pt x="4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33" name="Freeform 2021">
                <a:extLst>
                  <a:ext uri="{FF2B5EF4-FFF2-40B4-BE49-F238E27FC236}">
                    <a16:creationId xmlns:a16="http://schemas.microsoft.com/office/drawing/2014/main" id="{5BEB4243-B66A-4439-916C-7CE83D674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3183"/>
                <a:ext cx="20" cy="32"/>
              </a:xfrm>
              <a:custGeom>
                <a:avLst/>
                <a:gdLst>
                  <a:gd name="T0" fmla="*/ 1 w 16"/>
                  <a:gd name="T1" fmla="*/ 20 h 24"/>
                  <a:gd name="T2" fmla="*/ 24 w 16"/>
                  <a:gd name="T3" fmla="*/ 41 h 24"/>
                  <a:gd name="T4" fmla="*/ 10 w 16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" y="8"/>
                    </a:moveTo>
                    <a:cubicBezTo>
                      <a:pt x="0" y="14"/>
                      <a:pt x="6" y="24"/>
                      <a:pt x="12" y="17"/>
                    </a:cubicBezTo>
                    <a:cubicBezTo>
                      <a:pt x="16" y="12"/>
                      <a:pt x="9" y="3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34" name="Freeform 2022">
                <a:extLst>
                  <a:ext uri="{FF2B5EF4-FFF2-40B4-BE49-F238E27FC236}">
                    <a16:creationId xmlns:a16="http://schemas.microsoft.com/office/drawing/2014/main" id="{AAEF975B-08F3-4D2D-8BC3-3A22BA167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3209"/>
                <a:ext cx="33" cy="30"/>
              </a:xfrm>
              <a:custGeom>
                <a:avLst/>
                <a:gdLst>
                  <a:gd name="T0" fmla="*/ 13 w 26"/>
                  <a:gd name="T1" fmla="*/ 10 h 22"/>
                  <a:gd name="T2" fmla="*/ 23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6" y="4"/>
                    </a:moveTo>
                    <a:cubicBezTo>
                      <a:pt x="0" y="22"/>
                      <a:pt x="26" y="6"/>
                      <a:pt x="1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35" name="Freeform 2023">
                <a:extLst>
                  <a:ext uri="{FF2B5EF4-FFF2-40B4-BE49-F238E27FC236}">
                    <a16:creationId xmlns:a16="http://schemas.microsoft.com/office/drawing/2014/main" id="{4D2531E9-38CC-43A2-B020-7C72BDEA2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301"/>
                <a:ext cx="14" cy="18"/>
              </a:xfrm>
              <a:custGeom>
                <a:avLst/>
                <a:gdLst>
                  <a:gd name="T0" fmla="*/ 1 w 11"/>
                  <a:gd name="T1" fmla="*/ 1 h 13"/>
                  <a:gd name="T2" fmla="*/ 13 w 11"/>
                  <a:gd name="T3" fmla="*/ 29 h 13"/>
                  <a:gd name="T4" fmla="*/ 8 w 11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" y="1"/>
                    </a:moveTo>
                    <a:cubicBezTo>
                      <a:pt x="0" y="4"/>
                      <a:pt x="0" y="13"/>
                      <a:pt x="6" y="11"/>
                    </a:cubicBezTo>
                    <a:cubicBezTo>
                      <a:pt x="11" y="10"/>
                      <a:pt x="9" y="0"/>
                      <a:pt x="4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36" name="Freeform 2024">
                <a:extLst>
                  <a:ext uri="{FF2B5EF4-FFF2-40B4-BE49-F238E27FC236}">
                    <a16:creationId xmlns:a16="http://schemas.microsoft.com/office/drawing/2014/main" id="{FCFA9ECD-8A7A-432C-84E0-02CCFBDD9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367"/>
                <a:ext cx="21" cy="32"/>
              </a:xfrm>
              <a:custGeom>
                <a:avLst/>
                <a:gdLst>
                  <a:gd name="T0" fmla="*/ 9 w 17"/>
                  <a:gd name="T1" fmla="*/ 15 h 24"/>
                  <a:gd name="T2" fmla="*/ 23 w 17"/>
                  <a:gd name="T3" fmla="*/ 43 h 24"/>
                  <a:gd name="T4" fmla="*/ 21 w 17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4">
                    <a:moveTo>
                      <a:pt x="5" y="6"/>
                    </a:moveTo>
                    <a:cubicBezTo>
                      <a:pt x="0" y="12"/>
                      <a:pt x="4" y="24"/>
                      <a:pt x="12" y="18"/>
                    </a:cubicBezTo>
                    <a:cubicBezTo>
                      <a:pt x="17" y="15"/>
                      <a:pt x="17" y="0"/>
                      <a:pt x="11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37" name="Freeform 2025">
                <a:extLst>
                  <a:ext uri="{FF2B5EF4-FFF2-40B4-BE49-F238E27FC236}">
                    <a16:creationId xmlns:a16="http://schemas.microsoft.com/office/drawing/2014/main" id="{CA513DB3-EC34-47CF-B625-A47683252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361"/>
                <a:ext cx="19" cy="34"/>
              </a:xfrm>
              <a:custGeom>
                <a:avLst/>
                <a:gdLst>
                  <a:gd name="T0" fmla="*/ 1 w 15"/>
                  <a:gd name="T1" fmla="*/ 26 h 25"/>
                  <a:gd name="T2" fmla="*/ 18 w 15"/>
                  <a:gd name="T3" fmla="*/ 53 h 25"/>
                  <a:gd name="T4" fmla="*/ 5 w 15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" y="10"/>
                    </a:moveTo>
                    <a:cubicBezTo>
                      <a:pt x="0" y="15"/>
                      <a:pt x="2" y="25"/>
                      <a:pt x="9" y="21"/>
                    </a:cubicBezTo>
                    <a:cubicBezTo>
                      <a:pt x="15" y="16"/>
                      <a:pt x="7" y="0"/>
                      <a:pt x="2" y="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38" name="Freeform 2026">
                <a:extLst>
                  <a:ext uri="{FF2B5EF4-FFF2-40B4-BE49-F238E27FC236}">
                    <a16:creationId xmlns:a16="http://schemas.microsoft.com/office/drawing/2014/main" id="{899DE196-26DF-48A2-9116-9D56BEB24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3347"/>
                <a:ext cx="20" cy="30"/>
              </a:xfrm>
              <a:custGeom>
                <a:avLst/>
                <a:gdLst>
                  <a:gd name="T0" fmla="*/ 8 w 16"/>
                  <a:gd name="T1" fmla="*/ 17 h 23"/>
                  <a:gd name="T2" fmla="*/ 23 w 16"/>
                  <a:gd name="T3" fmla="*/ 38 h 23"/>
                  <a:gd name="T4" fmla="*/ 14 w 16"/>
                  <a:gd name="T5" fmla="*/ 1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4" y="8"/>
                    </a:moveTo>
                    <a:cubicBezTo>
                      <a:pt x="0" y="14"/>
                      <a:pt x="4" y="23"/>
                      <a:pt x="11" y="17"/>
                    </a:cubicBezTo>
                    <a:cubicBezTo>
                      <a:pt x="16" y="13"/>
                      <a:pt x="11" y="0"/>
                      <a:pt x="7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39" name="Freeform 2027">
                <a:extLst>
                  <a:ext uri="{FF2B5EF4-FFF2-40B4-BE49-F238E27FC236}">
                    <a16:creationId xmlns:a16="http://schemas.microsoft.com/office/drawing/2014/main" id="{92EC3C13-0CC0-4A39-9177-CE0DEE8C3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3323"/>
                <a:ext cx="20" cy="22"/>
              </a:xfrm>
              <a:custGeom>
                <a:avLst/>
                <a:gdLst>
                  <a:gd name="T0" fmla="*/ 10 w 16"/>
                  <a:gd name="T1" fmla="*/ 10 h 17"/>
                  <a:gd name="T2" fmla="*/ 20 w 16"/>
                  <a:gd name="T3" fmla="*/ 30 h 17"/>
                  <a:gd name="T4" fmla="*/ 18 w 16"/>
                  <a:gd name="T5" fmla="*/ 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5" y="5"/>
                    </a:moveTo>
                    <a:cubicBezTo>
                      <a:pt x="0" y="9"/>
                      <a:pt x="2" y="17"/>
                      <a:pt x="10" y="14"/>
                    </a:cubicBezTo>
                    <a:cubicBezTo>
                      <a:pt x="16" y="12"/>
                      <a:pt x="15" y="0"/>
                      <a:pt x="9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40" name="Freeform 2028">
                <a:extLst>
                  <a:ext uri="{FF2B5EF4-FFF2-40B4-BE49-F238E27FC236}">
                    <a16:creationId xmlns:a16="http://schemas.microsoft.com/office/drawing/2014/main" id="{D8C2CC79-90EA-4D0D-9133-44377FB1E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300"/>
                <a:ext cx="26" cy="45"/>
              </a:xfrm>
              <a:custGeom>
                <a:avLst/>
                <a:gdLst>
                  <a:gd name="T0" fmla="*/ 14 w 21"/>
                  <a:gd name="T1" fmla="*/ 34 h 34"/>
                  <a:gd name="T2" fmla="*/ 26 w 21"/>
                  <a:gd name="T3" fmla="*/ 64 h 34"/>
                  <a:gd name="T4" fmla="*/ 11 w 21"/>
                  <a:gd name="T5" fmla="*/ 2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7" y="15"/>
                    </a:moveTo>
                    <a:cubicBezTo>
                      <a:pt x="0" y="18"/>
                      <a:pt x="5" y="34"/>
                      <a:pt x="14" y="27"/>
                    </a:cubicBezTo>
                    <a:cubicBezTo>
                      <a:pt x="21" y="22"/>
                      <a:pt x="16" y="0"/>
                      <a:pt x="6" y="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41" name="Freeform 2029">
                <a:extLst>
                  <a:ext uri="{FF2B5EF4-FFF2-40B4-BE49-F238E27FC236}">
                    <a16:creationId xmlns:a16="http://schemas.microsoft.com/office/drawing/2014/main" id="{4B5AACD4-859E-45BC-9F48-6F8CC709D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481"/>
                <a:ext cx="20" cy="34"/>
              </a:xfrm>
              <a:custGeom>
                <a:avLst/>
                <a:gdLst>
                  <a:gd name="T0" fmla="*/ 8 w 16"/>
                  <a:gd name="T1" fmla="*/ 15 h 25"/>
                  <a:gd name="T2" fmla="*/ 25 w 16"/>
                  <a:gd name="T3" fmla="*/ 41 h 25"/>
                  <a:gd name="T4" fmla="*/ 13 w 16"/>
                  <a:gd name="T5" fmla="*/ 1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4" y="6"/>
                    </a:moveTo>
                    <a:cubicBezTo>
                      <a:pt x="0" y="14"/>
                      <a:pt x="7" y="25"/>
                      <a:pt x="13" y="16"/>
                    </a:cubicBezTo>
                    <a:cubicBezTo>
                      <a:pt x="16" y="11"/>
                      <a:pt x="12" y="0"/>
                      <a:pt x="6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42" name="Freeform 2030">
                <a:extLst>
                  <a:ext uri="{FF2B5EF4-FFF2-40B4-BE49-F238E27FC236}">
                    <a16:creationId xmlns:a16="http://schemas.microsoft.com/office/drawing/2014/main" id="{66377C09-F33A-4157-9FD7-0DE3A6F95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3549"/>
                <a:ext cx="15" cy="23"/>
              </a:xfrm>
              <a:custGeom>
                <a:avLst/>
                <a:gdLst>
                  <a:gd name="T0" fmla="*/ 0 w 12"/>
                  <a:gd name="T1" fmla="*/ 12 h 17"/>
                  <a:gd name="T2" fmla="*/ 8 w 12"/>
                  <a:gd name="T3" fmla="*/ 42 h 17"/>
                  <a:gd name="T4" fmla="*/ 5 w 1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0" y="5"/>
                    </a:moveTo>
                    <a:cubicBezTo>
                      <a:pt x="0" y="10"/>
                      <a:pt x="0" y="16"/>
                      <a:pt x="4" y="17"/>
                    </a:cubicBezTo>
                    <a:cubicBezTo>
                      <a:pt x="12" y="11"/>
                      <a:pt x="12" y="1"/>
                      <a:pt x="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43" name="Freeform 2031">
                <a:extLst>
                  <a:ext uri="{FF2B5EF4-FFF2-40B4-BE49-F238E27FC236}">
                    <a16:creationId xmlns:a16="http://schemas.microsoft.com/office/drawing/2014/main" id="{3087ED0C-FC6F-4CDA-9561-861DF8577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588"/>
                <a:ext cx="9" cy="12"/>
              </a:xfrm>
              <a:custGeom>
                <a:avLst/>
                <a:gdLst>
                  <a:gd name="T0" fmla="*/ 0 w 7"/>
                  <a:gd name="T1" fmla="*/ 12 h 9"/>
                  <a:gd name="T2" fmla="*/ 6 w 7"/>
                  <a:gd name="T3" fmla="*/ 21 h 9"/>
                  <a:gd name="T4" fmla="*/ 8 w 7"/>
                  <a:gd name="T5" fmla="*/ 0 h 9"/>
                  <a:gd name="T6" fmla="*/ 5 w 7"/>
                  <a:gd name="T7" fmla="*/ 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0" y="5"/>
                    </a:moveTo>
                    <a:cubicBezTo>
                      <a:pt x="0" y="7"/>
                      <a:pt x="1" y="9"/>
                      <a:pt x="3" y="9"/>
                    </a:cubicBezTo>
                    <a:cubicBezTo>
                      <a:pt x="6" y="7"/>
                      <a:pt x="7" y="3"/>
                      <a:pt x="4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44" name="Freeform 2032">
                <a:extLst>
                  <a:ext uri="{FF2B5EF4-FFF2-40B4-BE49-F238E27FC236}">
                    <a16:creationId xmlns:a16="http://schemas.microsoft.com/office/drawing/2014/main" id="{D09310E3-6BB0-4F7B-A27D-73B69AC42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651"/>
                <a:ext cx="18" cy="28"/>
              </a:xfrm>
              <a:custGeom>
                <a:avLst/>
                <a:gdLst>
                  <a:gd name="T0" fmla="*/ 8 w 14"/>
                  <a:gd name="T1" fmla="*/ 21 h 21"/>
                  <a:gd name="T2" fmla="*/ 22 w 14"/>
                  <a:gd name="T3" fmla="*/ 36 h 21"/>
                  <a:gd name="T4" fmla="*/ 8 w 14"/>
                  <a:gd name="T5" fmla="*/ 1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4" y="9"/>
                    </a:moveTo>
                    <a:cubicBezTo>
                      <a:pt x="0" y="13"/>
                      <a:pt x="6" y="21"/>
                      <a:pt x="10" y="15"/>
                    </a:cubicBezTo>
                    <a:cubicBezTo>
                      <a:pt x="14" y="10"/>
                      <a:pt x="7" y="0"/>
                      <a:pt x="4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45" name="Freeform 2033">
                <a:extLst>
                  <a:ext uri="{FF2B5EF4-FFF2-40B4-BE49-F238E27FC236}">
                    <a16:creationId xmlns:a16="http://schemas.microsoft.com/office/drawing/2014/main" id="{B8489C71-9397-4AB7-BF9D-8301F84A6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3671"/>
                <a:ext cx="11" cy="14"/>
              </a:xfrm>
              <a:custGeom>
                <a:avLst/>
                <a:gdLst>
                  <a:gd name="T0" fmla="*/ 1 w 9"/>
                  <a:gd name="T1" fmla="*/ 5 h 11"/>
                  <a:gd name="T2" fmla="*/ 6 w 9"/>
                  <a:gd name="T3" fmla="*/ 23 h 11"/>
                  <a:gd name="T4" fmla="*/ 9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1" y="2"/>
                    </a:moveTo>
                    <a:cubicBezTo>
                      <a:pt x="0" y="5"/>
                      <a:pt x="0" y="9"/>
                      <a:pt x="3" y="11"/>
                    </a:cubicBezTo>
                    <a:cubicBezTo>
                      <a:pt x="9" y="10"/>
                      <a:pt x="8" y="4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46" name="Freeform 2034">
                <a:extLst>
                  <a:ext uri="{FF2B5EF4-FFF2-40B4-BE49-F238E27FC236}">
                    <a16:creationId xmlns:a16="http://schemas.microsoft.com/office/drawing/2014/main" id="{206587DD-0168-47AD-B662-C39EFA7AC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687"/>
                <a:ext cx="15" cy="18"/>
              </a:xfrm>
              <a:custGeom>
                <a:avLst/>
                <a:gdLst>
                  <a:gd name="T0" fmla="*/ 5 w 12"/>
                  <a:gd name="T1" fmla="*/ 10 h 14"/>
                  <a:gd name="T2" fmla="*/ 16 w 12"/>
                  <a:gd name="T3" fmla="*/ 24 h 14"/>
                  <a:gd name="T4" fmla="*/ 8 w 12"/>
                  <a:gd name="T5" fmla="*/ 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5"/>
                    </a:moveTo>
                    <a:cubicBezTo>
                      <a:pt x="0" y="9"/>
                      <a:pt x="3" y="14"/>
                      <a:pt x="8" y="12"/>
                    </a:cubicBezTo>
                    <a:cubicBezTo>
                      <a:pt x="12" y="9"/>
                      <a:pt x="9" y="0"/>
                      <a:pt x="4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47" name="Freeform 2035">
                <a:extLst>
                  <a:ext uri="{FF2B5EF4-FFF2-40B4-BE49-F238E27FC236}">
                    <a16:creationId xmlns:a16="http://schemas.microsoft.com/office/drawing/2014/main" id="{3637097E-6FB3-404C-81FB-B6198F882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637"/>
                <a:ext cx="21" cy="38"/>
              </a:xfrm>
              <a:custGeom>
                <a:avLst/>
                <a:gdLst>
                  <a:gd name="T0" fmla="*/ 0 w 17"/>
                  <a:gd name="T1" fmla="*/ 27 h 28"/>
                  <a:gd name="T2" fmla="*/ 7 w 17"/>
                  <a:gd name="T3" fmla="*/ 1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8">
                    <a:moveTo>
                      <a:pt x="0" y="11"/>
                    </a:moveTo>
                    <a:cubicBezTo>
                      <a:pt x="2" y="28"/>
                      <a:pt x="17" y="0"/>
                      <a:pt x="4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48" name="Freeform 2036">
                <a:extLst>
                  <a:ext uri="{FF2B5EF4-FFF2-40B4-BE49-F238E27FC236}">
                    <a16:creationId xmlns:a16="http://schemas.microsoft.com/office/drawing/2014/main" id="{0CA198DE-553F-4B23-B0AB-62AE0CFF3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651"/>
                <a:ext cx="16" cy="20"/>
              </a:xfrm>
              <a:custGeom>
                <a:avLst/>
                <a:gdLst>
                  <a:gd name="T0" fmla="*/ 6 w 13"/>
                  <a:gd name="T1" fmla="*/ 7 h 15"/>
                  <a:gd name="T2" fmla="*/ 18 w 13"/>
                  <a:gd name="T3" fmla="*/ 23 h 15"/>
                  <a:gd name="T4" fmla="*/ 11 w 13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3" y="3"/>
                    </a:moveTo>
                    <a:cubicBezTo>
                      <a:pt x="0" y="8"/>
                      <a:pt x="5" y="15"/>
                      <a:pt x="10" y="10"/>
                    </a:cubicBezTo>
                    <a:cubicBezTo>
                      <a:pt x="13" y="8"/>
                      <a:pt x="10" y="0"/>
                      <a:pt x="6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49" name="Freeform 2037">
                <a:extLst>
                  <a:ext uri="{FF2B5EF4-FFF2-40B4-BE49-F238E27FC236}">
                    <a16:creationId xmlns:a16="http://schemas.microsoft.com/office/drawing/2014/main" id="{67F61F77-F67A-43AC-A157-9E0A97FFD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3687"/>
                <a:ext cx="18" cy="29"/>
              </a:xfrm>
              <a:custGeom>
                <a:avLst/>
                <a:gdLst>
                  <a:gd name="T0" fmla="*/ 5 w 14"/>
                  <a:gd name="T1" fmla="*/ 20 h 22"/>
                  <a:gd name="T2" fmla="*/ 23 w 14"/>
                  <a:gd name="T3" fmla="*/ 37 h 22"/>
                  <a:gd name="T4" fmla="*/ 1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2" y="8"/>
                    </a:moveTo>
                    <a:cubicBezTo>
                      <a:pt x="0" y="14"/>
                      <a:pt x="7" y="22"/>
                      <a:pt x="11" y="16"/>
                    </a:cubicBezTo>
                    <a:cubicBezTo>
                      <a:pt x="14" y="12"/>
                      <a:pt x="8" y="2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50" name="Freeform 2038">
                <a:extLst>
                  <a:ext uri="{FF2B5EF4-FFF2-40B4-BE49-F238E27FC236}">
                    <a16:creationId xmlns:a16="http://schemas.microsoft.com/office/drawing/2014/main" id="{9132739B-28F7-4155-89C0-3C2BFBF25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076"/>
                <a:ext cx="17" cy="32"/>
              </a:xfrm>
              <a:custGeom>
                <a:avLst/>
                <a:gdLst>
                  <a:gd name="T0" fmla="*/ 2 w 14"/>
                  <a:gd name="T1" fmla="*/ 15 h 24"/>
                  <a:gd name="T2" fmla="*/ 18 w 14"/>
                  <a:gd name="T3" fmla="*/ 37 h 24"/>
                  <a:gd name="T4" fmla="*/ 13 w 14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2" y="6"/>
                    </a:moveTo>
                    <a:cubicBezTo>
                      <a:pt x="0" y="11"/>
                      <a:pt x="4" y="24"/>
                      <a:pt x="10" y="16"/>
                    </a:cubicBezTo>
                    <a:cubicBezTo>
                      <a:pt x="14" y="12"/>
                      <a:pt x="8" y="5"/>
                      <a:pt x="7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51" name="Freeform 2039">
                <a:extLst>
                  <a:ext uri="{FF2B5EF4-FFF2-40B4-BE49-F238E27FC236}">
                    <a16:creationId xmlns:a16="http://schemas.microsoft.com/office/drawing/2014/main" id="{B517400D-492E-4373-9DE3-3115DF4B4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3088"/>
                <a:ext cx="23" cy="32"/>
              </a:xfrm>
              <a:custGeom>
                <a:avLst/>
                <a:gdLst>
                  <a:gd name="T0" fmla="*/ 1 w 18"/>
                  <a:gd name="T1" fmla="*/ 7 h 24"/>
                  <a:gd name="T2" fmla="*/ 13 w 1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1" y="3"/>
                    </a:moveTo>
                    <a:cubicBezTo>
                      <a:pt x="0" y="24"/>
                      <a:pt x="18" y="6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52" name="Freeform 2040">
                <a:extLst>
                  <a:ext uri="{FF2B5EF4-FFF2-40B4-BE49-F238E27FC236}">
                    <a16:creationId xmlns:a16="http://schemas.microsoft.com/office/drawing/2014/main" id="{3F59E7A0-8BF9-48C2-BA38-CF20F3849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205"/>
                <a:ext cx="20" cy="30"/>
              </a:xfrm>
              <a:custGeom>
                <a:avLst/>
                <a:gdLst>
                  <a:gd name="T0" fmla="*/ 6 w 16"/>
                  <a:gd name="T1" fmla="*/ 1 h 22"/>
                  <a:gd name="T2" fmla="*/ 23 w 16"/>
                  <a:gd name="T3" fmla="*/ 41 h 22"/>
                  <a:gd name="T4" fmla="*/ 20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3" y="1"/>
                    </a:moveTo>
                    <a:cubicBezTo>
                      <a:pt x="0" y="6"/>
                      <a:pt x="2" y="22"/>
                      <a:pt x="11" y="16"/>
                    </a:cubicBezTo>
                    <a:cubicBezTo>
                      <a:pt x="15" y="13"/>
                      <a:pt x="16" y="1"/>
                      <a:pt x="1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53" name="Freeform 2041">
                <a:extLst>
                  <a:ext uri="{FF2B5EF4-FFF2-40B4-BE49-F238E27FC236}">
                    <a16:creationId xmlns:a16="http://schemas.microsoft.com/office/drawing/2014/main" id="{4CB52FE0-48CB-4815-925F-E09763BF0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191"/>
                <a:ext cx="19" cy="26"/>
              </a:xfrm>
              <a:custGeom>
                <a:avLst/>
                <a:gdLst>
                  <a:gd name="T0" fmla="*/ 6 w 15"/>
                  <a:gd name="T1" fmla="*/ 9 h 20"/>
                  <a:gd name="T2" fmla="*/ 18 w 15"/>
                  <a:gd name="T3" fmla="*/ 34 h 20"/>
                  <a:gd name="T4" fmla="*/ 13 w 15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3" y="4"/>
                    </a:moveTo>
                    <a:cubicBezTo>
                      <a:pt x="0" y="9"/>
                      <a:pt x="0" y="20"/>
                      <a:pt x="9" y="15"/>
                    </a:cubicBezTo>
                    <a:cubicBezTo>
                      <a:pt x="15" y="12"/>
                      <a:pt x="13" y="0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54" name="Freeform 2042">
                <a:extLst>
                  <a:ext uri="{FF2B5EF4-FFF2-40B4-BE49-F238E27FC236}">
                    <a16:creationId xmlns:a16="http://schemas.microsoft.com/office/drawing/2014/main" id="{B22AC31E-EB9B-48E8-B273-350BCE5AA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3160"/>
                <a:ext cx="16" cy="25"/>
              </a:xfrm>
              <a:custGeom>
                <a:avLst/>
                <a:gdLst>
                  <a:gd name="T0" fmla="*/ 1 w 13"/>
                  <a:gd name="T1" fmla="*/ 1 h 19"/>
                  <a:gd name="T2" fmla="*/ 9 w 1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" y="1"/>
                    </a:moveTo>
                    <a:cubicBezTo>
                      <a:pt x="0" y="19"/>
                      <a:pt x="13" y="3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55" name="Freeform 2043">
                <a:extLst>
                  <a:ext uri="{FF2B5EF4-FFF2-40B4-BE49-F238E27FC236}">
                    <a16:creationId xmlns:a16="http://schemas.microsoft.com/office/drawing/2014/main" id="{6243EEF6-7A1A-483E-A019-5753D74C1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057"/>
                <a:ext cx="18" cy="16"/>
              </a:xfrm>
              <a:custGeom>
                <a:avLst/>
                <a:gdLst>
                  <a:gd name="T0" fmla="*/ 2 w 15"/>
                  <a:gd name="T1" fmla="*/ 5 h 12"/>
                  <a:gd name="T2" fmla="*/ 12 w 15"/>
                  <a:gd name="T3" fmla="*/ 28 h 12"/>
                  <a:gd name="T4" fmla="*/ 10 w 1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2" y="2"/>
                    </a:moveTo>
                    <a:cubicBezTo>
                      <a:pt x="2" y="7"/>
                      <a:pt x="0" y="12"/>
                      <a:pt x="7" y="12"/>
                    </a:cubicBezTo>
                    <a:cubicBezTo>
                      <a:pt x="15" y="11"/>
                      <a:pt x="12" y="1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56" name="Freeform 2044">
                <a:extLst>
                  <a:ext uri="{FF2B5EF4-FFF2-40B4-BE49-F238E27FC236}">
                    <a16:creationId xmlns:a16="http://schemas.microsoft.com/office/drawing/2014/main" id="{351C217A-D7FC-4111-B5A2-8C88377D2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025"/>
                <a:ext cx="21" cy="35"/>
              </a:xfrm>
              <a:custGeom>
                <a:avLst/>
                <a:gdLst>
                  <a:gd name="T0" fmla="*/ 14 w 17"/>
                  <a:gd name="T1" fmla="*/ 30 h 26"/>
                  <a:gd name="T2" fmla="*/ 25 w 17"/>
                  <a:gd name="T3" fmla="*/ 47 h 26"/>
                  <a:gd name="T4" fmla="*/ 11 w 17"/>
                  <a:gd name="T5" fmla="*/ 1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7" y="12"/>
                    </a:moveTo>
                    <a:cubicBezTo>
                      <a:pt x="0" y="18"/>
                      <a:pt x="7" y="26"/>
                      <a:pt x="13" y="19"/>
                    </a:cubicBezTo>
                    <a:cubicBezTo>
                      <a:pt x="17" y="14"/>
                      <a:pt x="12" y="0"/>
                      <a:pt x="6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57" name="Freeform 2045">
                <a:extLst>
                  <a:ext uri="{FF2B5EF4-FFF2-40B4-BE49-F238E27FC236}">
                    <a16:creationId xmlns:a16="http://schemas.microsoft.com/office/drawing/2014/main" id="{AFE17AD6-B9E2-4049-8BB1-3801F8F0D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956"/>
                <a:ext cx="18" cy="20"/>
              </a:xfrm>
              <a:custGeom>
                <a:avLst/>
                <a:gdLst>
                  <a:gd name="T0" fmla="*/ 7 w 15"/>
                  <a:gd name="T1" fmla="*/ 15 h 15"/>
                  <a:gd name="T2" fmla="*/ 14 w 15"/>
                  <a:gd name="T3" fmla="*/ 31 h 15"/>
                  <a:gd name="T4" fmla="*/ 12 w 1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4" y="6"/>
                    </a:moveTo>
                    <a:cubicBezTo>
                      <a:pt x="0" y="10"/>
                      <a:pt x="3" y="15"/>
                      <a:pt x="8" y="13"/>
                    </a:cubicBezTo>
                    <a:cubicBezTo>
                      <a:pt x="15" y="11"/>
                      <a:pt x="12" y="2"/>
                      <a:pt x="7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58" name="Freeform 2046">
                <a:extLst>
                  <a:ext uri="{FF2B5EF4-FFF2-40B4-BE49-F238E27FC236}">
                    <a16:creationId xmlns:a16="http://schemas.microsoft.com/office/drawing/2014/main" id="{0413C2D4-5F74-4E3F-B844-2A5198F50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021"/>
                <a:ext cx="18" cy="35"/>
              </a:xfrm>
              <a:custGeom>
                <a:avLst/>
                <a:gdLst>
                  <a:gd name="T0" fmla="*/ 1 w 14"/>
                  <a:gd name="T1" fmla="*/ 36 h 26"/>
                  <a:gd name="T2" fmla="*/ 0 w 14"/>
                  <a:gd name="T3" fmla="*/ 1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1" y="15"/>
                    </a:moveTo>
                    <a:cubicBezTo>
                      <a:pt x="7" y="26"/>
                      <a:pt x="14" y="0"/>
                      <a:pt x="0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59" name="Freeform 2047">
                <a:extLst>
                  <a:ext uri="{FF2B5EF4-FFF2-40B4-BE49-F238E27FC236}">
                    <a16:creationId xmlns:a16="http://schemas.microsoft.com/office/drawing/2014/main" id="{19004402-3EB4-41FC-A346-2912FDC61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963"/>
                <a:ext cx="22" cy="41"/>
              </a:xfrm>
              <a:custGeom>
                <a:avLst/>
                <a:gdLst>
                  <a:gd name="T0" fmla="*/ 0 w 17"/>
                  <a:gd name="T1" fmla="*/ 38 h 31"/>
                  <a:gd name="T2" fmla="*/ 27 w 17"/>
                  <a:gd name="T3" fmla="*/ 53 h 31"/>
                  <a:gd name="T4" fmla="*/ 1 w 17"/>
                  <a:gd name="T5" fmla="*/ 1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1">
                    <a:moveTo>
                      <a:pt x="0" y="17"/>
                    </a:moveTo>
                    <a:cubicBezTo>
                      <a:pt x="0" y="24"/>
                      <a:pt x="5" y="31"/>
                      <a:pt x="12" y="23"/>
                    </a:cubicBezTo>
                    <a:cubicBezTo>
                      <a:pt x="17" y="17"/>
                      <a:pt x="8" y="0"/>
                      <a:pt x="1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60" name="Freeform 2048">
                <a:extLst>
                  <a:ext uri="{FF2B5EF4-FFF2-40B4-BE49-F238E27FC236}">
                    <a16:creationId xmlns:a16="http://schemas.microsoft.com/office/drawing/2014/main" id="{DA55EA47-BFC0-43E1-8188-80289509B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967"/>
                <a:ext cx="23" cy="25"/>
              </a:xfrm>
              <a:custGeom>
                <a:avLst/>
                <a:gdLst>
                  <a:gd name="T0" fmla="*/ 8 w 18"/>
                  <a:gd name="T1" fmla="*/ 18 h 19"/>
                  <a:gd name="T2" fmla="*/ 15 w 18"/>
                  <a:gd name="T3" fmla="*/ 42 h 19"/>
                  <a:gd name="T4" fmla="*/ 17 w 18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4" y="8"/>
                    </a:moveTo>
                    <a:cubicBezTo>
                      <a:pt x="0" y="12"/>
                      <a:pt x="1" y="17"/>
                      <a:pt x="7" y="18"/>
                    </a:cubicBezTo>
                    <a:cubicBezTo>
                      <a:pt x="18" y="19"/>
                      <a:pt x="18" y="0"/>
                      <a:pt x="8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61" name="Freeform 2049">
                <a:extLst>
                  <a:ext uri="{FF2B5EF4-FFF2-40B4-BE49-F238E27FC236}">
                    <a16:creationId xmlns:a16="http://schemas.microsoft.com/office/drawing/2014/main" id="{CDC9476E-8228-479D-A6BA-8A49333F1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920"/>
                <a:ext cx="17" cy="32"/>
              </a:xfrm>
              <a:custGeom>
                <a:avLst/>
                <a:gdLst>
                  <a:gd name="T0" fmla="*/ 2 w 14"/>
                  <a:gd name="T1" fmla="*/ 28 h 24"/>
                  <a:gd name="T2" fmla="*/ 16 w 14"/>
                  <a:gd name="T3" fmla="*/ 43 h 24"/>
                  <a:gd name="T4" fmla="*/ 0 w 14"/>
                  <a:gd name="T5" fmla="*/ 1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2" y="12"/>
                    </a:moveTo>
                    <a:cubicBezTo>
                      <a:pt x="1" y="17"/>
                      <a:pt x="4" y="24"/>
                      <a:pt x="9" y="18"/>
                    </a:cubicBezTo>
                    <a:cubicBezTo>
                      <a:pt x="14" y="13"/>
                      <a:pt x="5" y="0"/>
                      <a:pt x="0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491" name="Group 2050">
              <a:extLst>
                <a:ext uri="{FF2B5EF4-FFF2-40B4-BE49-F238E27FC236}">
                  <a16:creationId xmlns:a16="http://schemas.microsoft.com/office/drawing/2014/main" id="{61F5E673-C84C-403A-A6BA-B4E31B294D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8" y="2548"/>
              <a:ext cx="1018" cy="1184"/>
              <a:chOff x="2558" y="2548"/>
              <a:chExt cx="1018" cy="1184"/>
            </a:xfrm>
          </p:grpSpPr>
          <p:sp>
            <p:nvSpPr>
              <p:cNvPr id="122362" name="Freeform 2051">
                <a:extLst>
                  <a:ext uri="{FF2B5EF4-FFF2-40B4-BE49-F238E27FC236}">
                    <a16:creationId xmlns:a16="http://schemas.microsoft.com/office/drawing/2014/main" id="{CC7D5EE6-96C0-4ACF-BED8-2A667D93E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684"/>
                <a:ext cx="23" cy="51"/>
              </a:xfrm>
              <a:custGeom>
                <a:avLst/>
                <a:gdLst>
                  <a:gd name="T0" fmla="*/ 0 w 18"/>
                  <a:gd name="T1" fmla="*/ 47 h 38"/>
                  <a:gd name="T2" fmla="*/ 5 w 18"/>
                  <a:gd name="T3" fmla="*/ 2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8">
                    <a:moveTo>
                      <a:pt x="0" y="19"/>
                    </a:moveTo>
                    <a:cubicBezTo>
                      <a:pt x="1" y="38"/>
                      <a:pt x="18" y="0"/>
                      <a:pt x="2" y="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63" name="Freeform 2052">
                <a:extLst>
                  <a:ext uri="{FF2B5EF4-FFF2-40B4-BE49-F238E27FC236}">
                    <a16:creationId xmlns:a16="http://schemas.microsoft.com/office/drawing/2014/main" id="{9664DC9B-D057-412F-8008-7A672D5DB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667"/>
                <a:ext cx="14" cy="14"/>
              </a:xfrm>
              <a:custGeom>
                <a:avLst/>
                <a:gdLst>
                  <a:gd name="T0" fmla="*/ 1 w 11"/>
                  <a:gd name="T1" fmla="*/ 6 h 11"/>
                  <a:gd name="T2" fmla="*/ 18 w 11"/>
                  <a:gd name="T3" fmla="*/ 14 h 11"/>
                  <a:gd name="T4" fmla="*/ 10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3"/>
                    </a:moveTo>
                    <a:cubicBezTo>
                      <a:pt x="0" y="9"/>
                      <a:pt x="6" y="11"/>
                      <a:pt x="9" y="7"/>
                    </a:cubicBezTo>
                    <a:cubicBezTo>
                      <a:pt x="11" y="3"/>
                      <a:pt x="4" y="0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64" name="Freeform 2053">
                <a:extLst>
                  <a:ext uri="{FF2B5EF4-FFF2-40B4-BE49-F238E27FC236}">
                    <a16:creationId xmlns:a16="http://schemas.microsoft.com/office/drawing/2014/main" id="{8E506B12-12F3-4ADB-BE38-BD2ED7A94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707"/>
                <a:ext cx="24" cy="33"/>
              </a:xfrm>
              <a:custGeom>
                <a:avLst/>
                <a:gdLst>
                  <a:gd name="T0" fmla="*/ 6 w 19"/>
                  <a:gd name="T1" fmla="*/ 16 h 25"/>
                  <a:gd name="T2" fmla="*/ 30 w 19"/>
                  <a:gd name="T3" fmla="*/ 37 h 25"/>
                  <a:gd name="T4" fmla="*/ 20 w 19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5">
                    <a:moveTo>
                      <a:pt x="3" y="7"/>
                    </a:moveTo>
                    <a:cubicBezTo>
                      <a:pt x="0" y="15"/>
                      <a:pt x="7" y="25"/>
                      <a:pt x="15" y="16"/>
                    </a:cubicBezTo>
                    <a:cubicBezTo>
                      <a:pt x="19" y="11"/>
                      <a:pt x="15" y="0"/>
                      <a:pt x="1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65" name="Freeform 2054">
                <a:extLst>
                  <a:ext uri="{FF2B5EF4-FFF2-40B4-BE49-F238E27FC236}">
                    <a16:creationId xmlns:a16="http://schemas.microsoft.com/office/drawing/2014/main" id="{61EB3114-4B99-4914-BE66-50F7F6B0F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756"/>
                <a:ext cx="18" cy="24"/>
              </a:xfrm>
              <a:custGeom>
                <a:avLst/>
                <a:gdLst>
                  <a:gd name="T0" fmla="*/ 0 w 14"/>
                  <a:gd name="T1" fmla="*/ 36 h 18"/>
                  <a:gd name="T2" fmla="*/ 5 w 14"/>
                  <a:gd name="T3" fmla="*/ 43 h 18"/>
                  <a:gd name="T4" fmla="*/ 1 w 14"/>
                  <a:gd name="T5" fmla="*/ 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0" y="15"/>
                    </a:moveTo>
                    <a:cubicBezTo>
                      <a:pt x="0" y="17"/>
                      <a:pt x="1" y="18"/>
                      <a:pt x="2" y="18"/>
                    </a:cubicBezTo>
                    <a:cubicBezTo>
                      <a:pt x="14" y="16"/>
                      <a:pt x="6" y="0"/>
                      <a:pt x="1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66" name="Freeform 2055">
                <a:extLst>
                  <a:ext uri="{FF2B5EF4-FFF2-40B4-BE49-F238E27FC236}">
                    <a16:creationId xmlns:a16="http://schemas.microsoft.com/office/drawing/2014/main" id="{B44D36AB-8EFC-4330-A9DB-0421D1594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800"/>
                <a:ext cx="22" cy="28"/>
              </a:xfrm>
              <a:custGeom>
                <a:avLst/>
                <a:gdLst>
                  <a:gd name="T0" fmla="*/ 0 w 18"/>
                  <a:gd name="T1" fmla="*/ 12 h 21"/>
                  <a:gd name="T2" fmla="*/ 9 w 1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0" y="5"/>
                    </a:moveTo>
                    <a:cubicBezTo>
                      <a:pt x="3" y="21"/>
                      <a:pt x="18" y="2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67" name="Freeform 2056">
                <a:extLst>
                  <a:ext uri="{FF2B5EF4-FFF2-40B4-BE49-F238E27FC236}">
                    <a16:creationId xmlns:a16="http://schemas.microsoft.com/office/drawing/2014/main" id="{1071D11F-7998-4C6E-8978-0F59AD08C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884"/>
                <a:ext cx="17" cy="20"/>
              </a:xfrm>
              <a:custGeom>
                <a:avLst/>
                <a:gdLst>
                  <a:gd name="T0" fmla="*/ 0 w 14"/>
                  <a:gd name="T1" fmla="*/ 5 h 15"/>
                  <a:gd name="T2" fmla="*/ 15 w 14"/>
                  <a:gd name="T3" fmla="*/ 31 h 15"/>
                  <a:gd name="T4" fmla="*/ 11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0" y="2"/>
                    </a:moveTo>
                    <a:cubicBezTo>
                      <a:pt x="0" y="6"/>
                      <a:pt x="1" y="15"/>
                      <a:pt x="8" y="13"/>
                    </a:cubicBezTo>
                    <a:cubicBezTo>
                      <a:pt x="14" y="11"/>
                      <a:pt x="11" y="1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68" name="Freeform 2057">
                <a:extLst>
                  <a:ext uri="{FF2B5EF4-FFF2-40B4-BE49-F238E27FC236}">
                    <a16:creationId xmlns:a16="http://schemas.microsoft.com/office/drawing/2014/main" id="{0CA88115-2DEE-4AE5-A92F-E48059016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796"/>
                <a:ext cx="16" cy="19"/>
              </a:xfrm>
              <a:custGeom>
                <a:avLst/>
                <a:gdLst>
                  <a:gd name="T0" fmla="*/ 0 w 13"/>
                  <a:gd name="T1" fmla="*/ 19 h 14"/>
                  <a:gd name="T2" fmla="*/ 17 w 13"/>
                  <a:gd name="T3" fmla="*/ 26 h 14"/>
                  <a:gd name="T4" fmla="*/ 7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1" y="11"/>
                      <a:pt x="5" y="14"/>
                      <a:pt x="9" y="10"/>
                    </a:cubicBezTo>
                    <a:cubicBezTo>
                      <a:pt x="13" y="6"/>
                      <a:pt x="6" y="4"/>
                      <a:pt x="4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69" name="Freeform 2058">
                <a:extLst>
                  <a:ext uri="{FF2B5EF4-FFF2-40B4-BE49-F238E27FC236}">
                    <a16:creationId xmlns:a16="http://schemas.microsoft.com/office/drawing/2014/main" id="{0CA896E8-2C9E-4845-B90A-54FCACF93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795"/>
                <a:ext cx="16" cy="22"/>
              </a:xfrm>
              <a:custGeom>
                <a:avLst/>
                <a:gdLst>
                  <a:gd name="T0" fmla="*/ 2 w 13"/>
                  <a:gd name="T1" fmla="*/ 10 h 17"/>
                  <a:gd name="T2" fmla="*/ 15 w 13"/>
                  <a:gd name="T3" fmla="*/ 28 h 17"/>
                  <a:gd name="T4" fmla="*/ 7 w 13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2" y="5"/>
                    </a:moveTo>
                    <a:cubicBezTo>
                      <a:pt x="0" y="10"/>
                      <a:pt x="3" y="17"/>
                      <a:pt x="8" y="13"/>
                    </a:cubicBezTo>
                    <a:cubicBezTo>
                      <a:pt x="13" y="9"/>
                      <a:pt x="10" y="0"/>
                      <a:pt x="4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70" name="Freeform 2059">
                <a:extLst>
                  <a:ext uri="{FF2B5EF4-FFF2-40B4-BE49-F238E27FC236}">
                    <a16:creationId xmlns:a16="http://schemas.microsoft.com/office/drawing/2014/main" id="{2803617D-0446-47F1-AF26-D1BE85A1A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791"/>
                <a:ext cx="21" cy="41"/>
              </a:xfrm>
              <a:custGeom>
                <a:avLst/>
                <a:gdLst>
                  <a:gd name="T0" fmla="*/ 0 w 17"/>
                  <a:gd name="T1" fmla="*/ 20 h 31"/>
                  <a:gd name="T2" fmla="*/ 25 w 17"/>
                  <a:gd name="T3" fmla="*/ 45 h 31"/>
                  <a:gd name="T4" fmla="*/ 14 w 17"/>
                  <a:gd name="T5" fmla="*/ 1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1">
                    <a:moveTo>
                      <a:pt x="0" y="8"/>
                    </a:moveTo>
                    <a:cubicBezTo>
                      <a:pt x="2" y="13"/>
                      <a:pt x="3" y="31"/>
                      <a:pt x="13" y="20"/>
                    </a:cubicBezTo>
                    <a:cubicBezTo>
                      <a:pt x="17" y="16"/>
                      <a:pt x="13" y="0"/>
                      <a:pt x="7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71" name="Freeform 2060">
                <a:extLst>
                  <a:ext uri="{FF2B5EF4-FFF2-40B4-BE49-F238E27FC236}">
                    <a16:creationId xmlns:a16="http://schemas.microsoft.com/office/drawing/2014/main" id="{23BC602D-FAD6-4DB4-ACF3-131A21A70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703"/>
                <a:ext cx="16" cy="29"/>
              </a:xfrm>
              <a:custGeom>
                <a:avLst/>
                <a:gdLst>
                  <a:gd name="T0" fmla="*/ 1 w 13"/>
                  <a:gd name="T1" fmla="*/ 28 h 22"/>
                  <a:gd name="T2" fmla="*/ 18 w 13"/>
                  <a:gd name="T3" fmla="*/ 37 h 22"/>
                  <a:gd name="T4" fmla="*/ 7 w 13"/>
                  <a:gd name="T5" fmla="*/ 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" y="12"/>
                    </a:moveTo>
                    <a:cubicBezTo>
                      <a:pt x="0" y="19"/>
                      <a:pt x="6" y="22"/>
                      <a:pt x="10" y="16"/>
                    </a:cubicBezTo>
                    <a:cubicBezTo>
                      <a:pt x="13" y="12"/>
                      <a:pt x="10" y="0"/>
                      <a:pt x="4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72" name="Freeform 2061">
                <a:extLst>
                  <a:ext uri="{FF2B5EF4-FFF2-40B4-BE49-F238E27FC236}">
                    <a16:creationId xmlns:a16="http://schemas.microsoft.com/office/drawing/2014/main" id="{3010798D-92CB-480C-9BE5-95A32C980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639"/>
                <a:ext cx="14" cy="32"/>
              </a:xfrm>
              <a:custGeom>
                <a:avLst/>
                <a:gdLst>
                  <a:gd name="T0" fmla="*/ 0 w 11"/>
                  <a:gd name="T1" fmla="*/ 23 h 24"/>
                  <a:gd name="T2" fmla="*/ 22 w 11"/>
                  <a:gd name="T3" fmla="*/ 31 h 24"/>
                  <a:gd name="T4" fmla="*/ 6 w 11"/>
                  <a:gd name="T5" fmla="*/ 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4">
                    <a:moveTo>
                      <a:pt x="0" y="10"/>
                    </a:moveTo>
                    <a:cubicBezTo>
                      <a:pt x="1" y="17"/>
                      <a:pt x="6" y="24"/>
                      <a:pt x="10" y="13"/>
                    </a:cubicBezTo>
                    <a:cubicBezTo>
                      <a:pt x="11" y="9"/>
                      <a:pt x="9" y="0"/>
                      <a:pt x="3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73" name="Freeform 2062">
                <a:extLst>
                  <a:ext uri="{FF2B5EF4-FFF2-40B4-BE49-F238E27FC236}">
                    <a16:creationId xmlns:a16="http://schemas.microsoft.com/office/drawing/2014/main" id="{05BC1A6C-21E9-44BF-B3E8-B27BA5C34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564"/>
                <a:ext cx="30" cy="16"/>
              </a:xfrm>
              <a:custGeom>
                <a:avLst/>
                <a:gdLst>
                  <a:gd name="T0" fmla="*/ 18 w 24"/>
                  <a:gd name="T1" fmla="*/ 0 h 12"/>
                  <a:gd name="T2" fmla="*/ 24 w 24"/>
                  <a:gd name="T3" fmla="*/ 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9" y="0"/>
                    </a:moveTo>
                    <a:cubicBezTo>
                      <a:pt x="0" y="12"/>
                      <a:pt x="24" y="8"/>
                      <a:pt x="12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74" name="Freeform 2063">
                <a:extLst>
                  <a:ext uri="{FF2B5EF4-FFF2-40B4-BE49-F238E27FC236}">
                    <a16:creationId xmlns:a16="http://schemas.microsoft.com/office/drawing/2014/main" id="{B9496146-5105-4C94-BA9E-49E04744D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579"/>
                <a:ext cx="20" cy="21"/>
              </a:xfrm>
              <a:custGeom>
                <a:avLst/>
                <a:gdLst>
                  <a:gd name="T0" fmla="*/ 8 w 16"/>
                  <a:gd name="T1" fmla="*/ 7 h 16"/>
                  <a:gd name="T2" fmla="*/ 5 w 16"/>
                  <a:gd name="T3" fmla="*/ 9 h 16"/>
                  <a:gd name="T4" fmla="*/ 16 w 16"/>
                  <a:gd name="T5" fmla="*/ 0 h 16"/>
                  <a:gd name="T6" fmla="*/ 13 w 16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4" y="3"/>
                    </a:moveTo>
                    <a:cubicBezTo>
                      <a:pt x="3" y="3"/>
                      <a:pt x="2" y="3"/>
                      <a:pt x="2" y="4"/>
                    </a:cubicBezTo>
                    <a:cubicBezTo>
                      <a:pt x="0" y="16"/>
                      <a:pt x="16" y="6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75" name="Freeform 2064">
                <a:extLst>
                  <a:ext uri="{FF2B5EF4-FFF2-40B4-BE49-F238E27FC236}">
                    <a16:creationId xmlns:a16="http://schemas.microsoft.com/office/drawing/2014/main" id="{267C8A43-955D-4F37-9DAE-029AA89C6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596"/>
                <a:ext cx="18" cy="24"/>
              </a:xfrm>
              <a:custGeom>
                <a:avLst/>
                <a:gdLst>
                  <a:gd name="T0" fmla="*/ 6 w 15"/>
                  <a:gd name="T1" fmla="*/ 9 h 18"/>
                  <a:gd name="T2" fmla="*/ 20 w 15"/>
                  <a:gd name="T3" fmla="*/ 31 h 18"/>
                  <a:gd name="T4" fmla="*/ 10 w 15"/>
                  <a:gd name="T5" fmla="*/ 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3" y="4"/>
                    </a:moveTo>
                    <a:cubicBezTo>
                      <a:pt x="0" y="10"/>
                      <a:pt x="6" y="18"/>
                      <a:pt x="12" y="13"/>
                    </a:cubicBezTo>
                    <a:cubicBezTo>
                      <a:pt x="15" y="9"/>
                      <a:pt x="11" y="0"/>
                      <a:pt x="6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76" name="Freeform 2065">
                <a:extLst>
                  <a:ext uri="{FF2B5EF4-FFF2-40B4-BE49-F238E27FC236}">
                    <a16:creationId xmlns:a16="http://schemas.microsoft.com/office/drawing/2014/main" id="{3690C266-AE63-403A-B861-B7814D1EA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553"/>
                <a:ext cx="13" cy="20"/>
              </a:xfrm>
              <a:custGeom>
                <a:avLst/>
                <a:gdLst>
                  <a:gd name="T0" fmla="*/ 0 w 11"/>
                  <a:gd name="T1" fmla="*/ 12 h 15"/>
                  <a:gd name="T2" fmla="*/ 13 w 11"/>
                  <a:gd name="T3" fmla="*/ 27 h 15"/>
                  <a:gd name="T4" fmla="*/ 7 w 11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5"/>
                    </a:moveTo>
                    <a:cubicBezTo>
                      <a:pt x="0" y="9"/>
                      <a:pt x="4" y="15"/>
                      <a:pt x="8" y="11"/>
                    </a:cubicBezTo>
                    <a:cubicBezTo>
                      <a:pt x="11" y="8"/>
                      <a:pt x="9" y="0"/>
                      <a:pt x="4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77" name="Freeform 2066">
                <a:extLst>
                  <a:ext uri="{FF2B5EF4-FFF2-40B4-BE49-F238E27FC236}">
                    <a16:creationId xmlns:a16="http://schemas.microsoft.com/office/drawing/2014/main" id="{E1B80543-F68D-4CC9-AE7C-ED7B44F44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555"/>
                <a:ext cx="19" cy="38"/>
              </a:xfrm>
              <a:custGeom>
                <a:avLst/>
                <a:gdLst>
                  <a:gd name="T0" fmla="*/ 0 w 15"/>
                  <a:gd name="T1" fmla="*/ 22 h 29"/>
                  <a:gd name="T2" fmla="*/ 6 w 15"/>
                  <a:gd name="T3" fmla="*/ 1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9">
                    <a:moveTo>
                      <a:pt x="0" y="10"/>
                    </a:moveTo>
                    <a:cubicBezTo>
                      <a:pt x="3" y="29"/>
                      <a:pt x="15" y="0"/>
                      <a:pt x="3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78" name="Freeform 2067">
                <a:extLst>
                  <a:ext uri="{FF2B5EF4-FFF2-40B4-BE49-F238E27FC236}">
                    <a16:creationId xmlns:a16="http://schemas.microsoft.com/office/drawing/2014/main" id="{F0A6748B-9AD0-4DCB-A7BE-5AB37ADCA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636"/>
                <a:ext cx="16" cy="29"/>
              </a:xfrm>
              <a:custGeom>
                <a:avLst/>
                <a:gdLst>
                  <a:gd name="T0" fmla="*/ 0 w 13"/>
                  <a:gd name="T1" fmla="*/ 32 h 22"/>
                  <a:gd name="T2" fmla="*/ 18 w 13"/>
                  <a:gd name="T3" fmla="*/ 37 h 22"/>
                  <a:gd name="T4" fmla="*/ 2 w 13"/>
                  <a:gd name="T5" fmla="*/ 2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0" y="14"/>
                    </a:moveTo>
                    <a:cubicBezTo>
                      <a:pt x="0" y="21"/>
                      <a:pt x="7" y="22"/>
                      <a:pt x="10" y="16"/>
                    </a:cubicBezTo>
                    <a:cubicBezTo>
                      <a:pt x="13" y="7"/>
                      <a:pt x="0" y="0"/>
                      <a:pt x="2" y="1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79" name="Freeform 2068">
                <a:extLst>
                  <a:ext uri="{FF2B5EF4-FFF2-40B4-BE49-F238E27FC236}">
                    <a16:creationId xmlns:a16="http://schemas.microsoft.com/office/drawing/2014/main" id="{D5E5A1C6-96DC-4D96-80F9-D369C89F1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704"/>
                <a:ext cx="16" cy="17"/>
              </a:xfrm>
              <a:custGeom>
                <a:avLst/>
                <a:gdLst>
                  <a:gd name="T0" fmla="*/ 6 w 13"/>
                  <a:gd name="T1" fmla="*/ 1 h 13"/>
                  <a:gd name="T2" fmla="*/ 11 w 13"/>
                  <a:gd name="T3" fmla="*/ 27 h 13"/>
                  <a:gd name="T4" fmla="*/ 14 w 1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3" y="1"/>
                    </a:moveTo>
                    <a:cubicBezTo>
                      <a:pt x="0" y="5"/>
                      <a:pt x="0" y="13"/>
                      <a:pt x="6" y="12"/>
                    </a:cubicBezTo>
                    <a:cubicBezTo>
                      <a:pt x="13" y="11"/>
                      <a:pt x="12" y="3"/>
                      <a:pt x="7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80" name="Freeform 2069">
                <a:extLst>
                  <a:ext uri="{FF2B5EF4-FFF2-40B4-BE49-F238E27FC236}">
                    <a16:creationId xmlns:a16="http://schemas.microsoft.com/office/drawing/2014/main" id="{C65E8ACA-B920-47E2-82D2-70331162F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847"/>
                <a:ext cx="33" cy="100"/>
              </a:xfrm>
              <a:custGeom>
                <a:avLst/>
                <a:gdLst>
                  <a:gd name="T0" fmla="*/ 0 w 27"/>
                  <a:gd name="T1" fmla="*/ 95 h 75"/>
                  <a:gd name="T2" fmla="*/ 11 w 27"/>
                  <a:gd name="T3" fmla="*/ 177 h 75"/>
                  <a:gd name="T4" fmla="*/ 22 w 27"/>
                  <a:gd name="T5" fmla="*/ 148 h 75"/>
                  <a:gd name="T6" fmla="*/ 35 w 27"/>
                  <a:gd name="T7" fmla="*/ 100 h 75"/>
                  <a:gd name="T8" fmla="*/ 40 w 27"/>
                  <a:gd name="T9" fmla="*/ 0 h 75"/>
                  <a:gd name="T10" fmla="*/ 11 w 27"/>
                  <a:gd name="T11" fmla="*/ 97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75">
                    <a:moveTo>
                      <a:pt x="0" y="40"/>
                    </a:moveTo>
                    <a:cubicBezTo>
                      <a:pt x="5" y="49"/>
                      <a:pt x="6" y="65"/>
                      <a:pt x="6" y="75"/>
                    </a:cubicBezTo>
                    <a:cubicBezTo>
                      <a:pt x="9" y="73"/>
                      <a:pt x="10" y="65"/>
                      <a:pt x="12" y="62"/>
                    </a:cubicBezTo>
                    <a:cubicBezTo>
                      <a:pt x="15" y="55"/>
                      <a:pt x="18" y="48"/>
                      <a:pt x="20" y="42"/>
                    </a:cubicBezTo>
                    <a:cubicBezTo>
                      <a:pt x="23" y="31"/>
                      <a:pt x="27" y="11"/>
                      <a:pt x="22" y="0"/>
                    </a:cubicBezTo>
                    <a:cubicBezTo>
                      <a:pt x="22" y="6"/>
                      <a:pt x="20" y="58"/>
                      <a:pt x="6" y="4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81" name="Freeform 2070">
                <a:extLst>
                  <a:ext uri="{FF2B5EF4-FFF2-40B4-BE49-F238E27FC236}">
                    <a16:creationId xmlns:a16="http://schemas.microsoft.com/office/drawing/2014/main" id="{91F5E509-B2D2-4833-AED7-113A7D5A8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988"/>
                <a:ext cx="23" cy="56"/>
              </a:xfrm>
              <a:custGeom>
                <a:avLst/>
                <a:gdLst>
                  <a:gd name="T0" fmla="*/ 0 w 18"/>
                  <a:gd name="T1" fmla="*/ 28 h 42"/>
                  <a:gd name="T2" fmla="*/ 28 w 18"/>
                  <a:gd name="T3" fmla="*/ 100 h 42"/>
                  <a:gd name="T4" fmla="*/ 31 w 18"/>
                  <a:gd name="T5" fmla="*/ 43 h 42"/>
                  <a:gd name="T6" fmla="*/ 33 w 18"/>
                  <a:gd name="T7" fmla="*/ 0 h 42"/>
                  <a:gd name="T8" fmla="*/ 28 w 18"/>
                  <a:gd name="T9" fmla="*/ 31 h 42"/>
                  <a:gd name="T10" fmla="*/ 0 w 18"/>
                  <a:gd name="T11" fmla="*/ 2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2">
                    <a:moveTo>
                      <a:pt x="0" y="12"/>
                    </a:moveTo>
                    <a:cubicBezTo>
                      <a:pt x="4" y="21"/>
                      <a:pt x="12" y="31"/>
                      <a:pt x="13" y="42"/>
                    </a:cubicBezTo>
                    <a:cubicBezTo>
                      <a:pt x="16" y="35"/>
                      <a:pt x="14" y="25"/>
                      <a:pt x="15" y="18"/>
                    </a:cubicBezTo>
                    <a:cubicBezTo>
                      <a:pt x="15" y="12"/>
                      <a:pt x="18" y="6"/>
                      <a:pt x="16" y="0"/>
                    </a:cubicBezTo>
                    <a:cubicBezTo>
                      <a:pt x="11" y="2"/>
                      <a:pt x="14" y="9"/>
                      <a:pt x="13" y="13"/>
                    </a:cubicBezTo>
                    <a:cubicBezTo>
                      <a:pt x="11" y="23"/>
                      <a:pt x="4" y="18"/>
                      <a:pt x="0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82" name="Freeform 2071">
                <a:extLst>
                  <a:ext uri="{FF2B5EF4-FFF2-40B4-BE49-F238E27FC236}">
                    <a16:creationId xmlns:a16="http://schemas.microsoft.com/office/drawing/2014/main" id="{3A41A86B-8CA4-47C0-80E0-6014CE097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096"/>
                <a:ext cx="24" cy="44"/>
              </a:xfrm>
              <a:custGeom>
                <a:avLst/>
                <a:gdLst>
                  <a:gd name="T0" fmla="*/ 0 w 19"/>
                  <a:gd name="T1" fmla="*/ 15 h 33"/>
                  <a:gd name="T2" fmla="*/ 25 w 19"/>
                  <a:gd name="T3" fmla="*/ 55 h 33"/>
                  <a:gd name="T4" fmla="*/ 34 w 19"/>
                  <a:gd name="T5" fmla="*/ 79 h 33"/>
                  <a:gd name="T6" fmla="*/ 29 w 19"/>
                  <a:gd name="T7" fmla="*/ 41 h 33"/>
                  <a:gd name="T8" fmla="*/ 25 w 19"/>
                  <a:gd name="T9" fmla="*/ 0 h 33"/>
                  <a:gd name="T10" fmla="*/ 14 w 19"/>
                  <a:gd name="T11" fmla="*/ 21 h 33"/>
                  <a:gd name="T12" fmla="*/ 10 w 19"/>
                  <a:gd name="T13" fmla="*/ 1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3">
                    <a:moveTo>
                      <a:pt x="0" y="6"/>
                    </a:moveTo>
                    <a:cubicBezTo>
                      <a:pt x="5" y="12"/>
                      <a:pt x="9" y="16"/>
                      <a:pt x="13" y="23"/>
                    </a:cubicBezTo>
                    <a:cubicBezTo>
                      <a:pt x="14" y="26"/>
                      <a:pt x="15" y="30"/>
                      <a:pt x="17" y="33"/>
                    </a:cubicBezTo>
                    <a:cubicBezTo>
                      <a:pt x="19" y="29"/>
                      <a:pt x="15" y="21"/>
                      <a:pt x="14" y="17"/>
                    </a:cubicBezTo>
                    <a:cubicBezTo>
                      <a:pt x="13" y="11"/>
                      <a:pt x="15" y="5"/>
                      <a:pt x="13" y="0"/>
                    </a:cubicBezTo>
                    <a:cubicBezTo>
                      <a:pt x="9" y="1"/>
                      <a:pt x="12" y="7"/>
                      <a:pt x="7" y="9"/>
                    </a:cubicBezTo>
                    <a:cubicBezTo>
                      <a:pt x="6" y="9"/>
                      <a:pt x="5" y="8"/>
                      <a:pt x="5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83" name="Freeform 2072">
                <a:extLst>
                  <a:ext uri="{FF2B5EF4-FFF2-40B4-BE49-F238E27FC236}">
                    <a16:creationId xmlns:a16="http://schemas.microsoft.com/office/drawing/2014/main" id="{77EE6599-9EB2-488A-88F0-C5719DDA5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228"/>
                <a:ext cx="32" cy="75"/>
              </a:xfrm>
              <a:custGeom>
                <a:avLst/>
                <a:gdLst>
                  <a:gd name="T0" fmla="*/ 0 w 25"/>
                  <a:gd name="T1" fmla="*/ 5 h 56"/>
                  <a:gd name="T2" fmla="*/ 22 w 25"/>
                  <a:gd name="T3" fmla="*/ 134 h 56"/>
                  <a:gd name="T4" fmla="*/ 33 w 25"/>
                  <a:gd name="T5" fmla="*/ 70 h 56"/>
                  <a:gd name="T6" fmla="*/ 52 w 25"/>
                  <a:gd name="T7" fmla="*/ 0 h 56"/>
                  <a:gd name="T8" fmla="*/ 17 w 25"/>
                  <a:gd name="T9" fmla="*/ 4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6">
                    <a:moveTo>
                      <a:pt x="0" y="2"/>
                    </a:moveTo>
                    <a:cubicBezTo>
                      <a:pt x="4" y="19"/>
                      <a:pt x="1" y="41"/>
                      <a:pt x="10" y="56"/>
                    </a:cubicBezTo>
                    <a:cubicBezTo>
                      <a:pt x="10" y="47"/>
                      <a:pt x="12" y="38"/>
                      <a:pt x="16" y="29"/>
                    </a:cubicBezTo>
                    <a:cubicBezTo>
                      <a:pt x="20" y="20"/>
                      <a:pt x="25" y="11"/>
                      <a:pt x="25" y="0"/>
                    </a:cubicBezTo>
                    <a:cubicBezTo>
                      <a:pt x="23" y="3"/>
                      <a:pt x="10" y="40"/>
                      <a:pt x="8" y="1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84" name="Freeform 2073">
                <a:extLst>
                  <a:ext uri="{FF2B5EF4-FFF2-40B4-BE49-F238E27FC236}">
                    <a16:creationId xmlns:a16="http://schemas.microsoft.com/office/drawing/2014/main" id="{822B44E0-5E67-4888-B7B3-A2A086F13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3207"/>
                <a:ext cx="12" cy="48"/>
              </a:xfrm>
              <a:custGeom>
                <a:avLst/>
                <a:gdLst>
                  <a:gd name="T0" fmla="*/ 0 w 10"/>
                  <a:gd name="T1" fmla="*/ 28 h 36"/>
                  <a:gd name="T2" fmla="*/ 7 w 10"/>
                  <a:gd name="T3" fmla="*/ 76 h 36"/>
                  <a:gd name="T4" fmla="*/ 17 w 10"/>
                  <a:gd name="T5" fmla="*/ 85 h 36"/>
                  <a:gd name="T6" fmla="*/ 10 w 10"/>
                  <a:gd name="T7" fmla="*/ 41 h 36"/>
                  <a:gd name="T8" fmla="*/ 10 w 10"/>
                  <a:gd name="T9" fmla="*/ 0 h 36"/>
                  <a:gd name="T10" fmla="*/ 1 w 10"/>
                  <a:gd name="T11" fmla="*/ 31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12"/>
                    </a:moveTo>
                    <a:cubicBezTo>
                      <a:pt x="1" y="19"/>
                      <a:pt x="3" y="25"/>
                      <a:pt x="4" y="32"/>
                    </a:cubicBezTo>
                    <a:cubicBezTo>
                      <a:pt x="7" y="31"/>
                      <a:pt x="8" y="34"/>
                      <a:pt x="10" y="36"/>
                    </a:cubicBezTo>
                    <a:cubicBezTo>
                      <a:pt x="10" y="29"/>
                      <a:pt x="6" y="24"/>
                      <a:pt x="6" y="17"/>
                    </a:cubicBezTo>
                    <a:cubicBezTo>
                      <a:pt x="5" y="12"/>
                      <a:pt x="8" y="6"/>
                      <a:pt x="6" y="0"/>
                    </a:cubicBezTo>
                    <a:cubicBezTo>
                      <a:pt x="1" y="3"/>
                      <a:pt x="6" y="13"/>
                      <a:pt x="1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85" name="Freeform 2074">
                <a:extLst>
                  <a:ext uri="{FF2B5EF4-FFF2-40B4-BE49-F238E27FC236}">
                    <a16:creationId xmlns:a16="http://schemas.microsoft.com/office/drawing/2014/main" id="{F4EB9ACD-56E3-4C48-AB16-AD229873D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087"/>
                <a:ext cx="23" cy="46"/>
              </a:xfrm>
              <a:custGeom>
                <a:avLst/>
                <a:gdLst>
                  <a:gd name="T0" fmla="*/ 0 w 19"/>
                  <a:gd name="T1" fmla="*/ 0 h 35"/>
                  <a:gd name="T2" fmla="*/ 33 w 19"/>
                  <a:gd name="T3" fmla="*/ 79 h 35"/>
                  <a:gd name="T4" fmla="*/ 28 w 19"/>
                  <a:gd name="T5" fmla="*/ 16 h 35"/>
                  <a:gd name="T6" fmla="*/ 22 w 19"/>
                  <a:gd name="T7" fmla="*/ 49 h 35"/>
                  <a:gd name="T8" fmla="*/ 15 w 19"/>
                  <a:gd name="T9" fmla="*/ 3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5">
                    <a:moveTo>
                      <a:pt x="0" y="0"/>
                    </a:moveTo>
                    <a:cubicBezTo>
                      <a:pt x="0" y="7"/>
                      <a:pt x="9" y="35"/>
                      <a:pt x="18" y="35"/>
                    </a:cubicBezTo>
                    <a:cubicBezTo>
                      <a:pt x="15" y="26"/>
                      <a:pt x="19" y="16"/>
                      <a:pt x="16" y="7"/>
                    </a:cubicBezTo>
                    <a:cubicBezTo>
                      <a:pt x="14" y="11"/>
                      <a:pt x="16" y="17"/>
                      <a:pt x="12" y="21"/>
                    </a:cubicBezTo>
                    <a:cubicBezTo>
                      <a:pt x="9" y="20"/>
                      <a:pt x="8" y="17"/>
                      <a:pt x="8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86" name="Freeform 2075">
                <a:extLst>
                  <a:ext uri="{FF2B5EF4-FFF2-40B4-BE49-F238E27FC236}">
                    <a16:creationId xmlns:a16="http://schemas.microsoft.com/office/drawing/2014/main" id="{66DA0210-73A3-4F6A-832F-FD0093133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089"/>
                <a:ext cx="21" cy="42"/>
              </a:xfrm>
              <a:custGeom>
                <a:avLst/>
                <a:gdLst>
                  <a:gd name="T0" fmla="*/ 0 w 17"/>
                  <a:gd name="T1" fmla="*/ 9 h 31"/>
                  <a:gd name="T2" fmla="*/ 19 w 17"/>
                  <a:gd name="T3" fmla="*/ 57 h 31"/>
                  <a:gd name="T4" fmla="*/ 31 w 17"/>
                  <a:gd name="T5" fmla="*/ 77 h 31"/>
                  <a:gd name="T6" fmla="*/ 25 w 17"/>
                  <a:gd name="T7" fmla="*/ 45 h 31"/>
                  <a:gd name="T8" fmla="*/ 19 w 17"/>
                  <a:gd name="T9" fmla="*/ 0 h 31"/>
                  <a:gd name="T10" fmla="*/ 17 w 17"/>
                  <a:gd name="T11" fmla="*/ 26 h 31"/>
                  <a:gd name="T12" fmla="*/ 2 w 17"/>
                  <a:gd name="T13" fmla="*/ 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1">
                    <a:moveTo>
                      <a:pt x="0" y="4"/>
                    </a:moveTo>
                    <a:cubicBezTo>
                      <a:pt x="3" y="10"/>
                      <a:pt x="5" y="18"/>
                      <a:pt x="10" y="23"/>
                    </a:cubicBezTo>
                    <a:cubicBezTo>
                      <a:pt x="12" y="26"/>
                      <a:pt x="17" y="28"/>
                      <a:pt x="16" y="31"/>
                    </a:cubicBezTo>
                    <a:cubicBezTo>
                      <a:pt x="16" y="27"/>
                      <a:pt x="14" y="22"/>
                      <a:pt x="13" y="18"/>
                    </a:cubicBezTo>
                    <a:cubicBezTo>
                      <a:pt x="11" y="12"/>
                      <a:pt x="11" y="5"/>
                      <a:pt x="10" y="0"/>
                    </a:cubicBezTo>
                    <a:cubicBezTo>
                      <a:pt x="7" y="3"/>
                      <a:pt x="10" y="7"/>
                      <a:pt x="9" y="10"/>
                    </a:cubicBezTo>
                    <a:cubicBezTo>
                      <a:pt x="6" y="9"/>
                      <a:pt x="4" y="6"/>
                      <a:pt x="2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87" name="Freeform 2076">
                <a:extLst>
                  <a:ext uri="{FF2B5EF4-FFF2-40B4-BE49-F238E27FC236}">
                    <a16:creationId xmlns:a16="http://schemas.microsoft.com/office/drawing/2014/main" id="{9E0DE073-EC84-4D1E-A929-C7E6C900F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980"/>
                <a:ext cx="15" cy="25"/>
              </a:xfrm>
              <a:custGeom>
                <a:avLst/>
                <a:gdLst>
                  <a:gd name="T0" fmla="*/ 1 w 12"/>
                  <a:gd name="T1" fmla="*/ 5 h 19"/>
                  <a:gd name="T2" fmla="*/ 5 w 12"/>
                  <a:gd name="T3" fmla="*/ 43 h 19"/>
                  <a:gd name="T4" fmla="*/ 10 w 12"/>
                  <a:gd name="T5" fmla="*/ 24 h 19"/>
                  <a:gd name="T6" fmla="*/ 24 w 12"/>
                  <a:gd name="T7" fmla="*/ 32 h 19"/>
                  <a:gd name="T8" fmla="*/ 1 w 12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1" y="2"/>
                    </a:moveTo>
                    <a:cubicBezTo>
                      <a:pt x="0" y="7"/>
                      <a:pt x="0" y="14"/>
                      <a:pt x="2" y="19"/>
                    </a:cubicBezTo>
                    <a:cubicBezTo>
                      <a:pt x="4" y="17"/>
                      <a:pt x="3" y="13"/>
                      <a:pt x="5" y="11"/>
                    </a:cubicBezTo>
                    <a:cubicBezTo>
                      <a:pt x="8" y="12"/>
                      <a:pt x="10" y="14"/>
                      <a:pt x="12" y="14"/>
                    </a:cubicBezTo>
                    <a:cubicBezTo>
                      <a:pt x="8" y="10"/>
                      <a:pt x="4" y="5"/>
                      <a:pt x="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88" name="Freeform 2077">
                <a:extLst>
                  <a:ext uri="{FF2B5EF4-FFF2-40B4-BE49-F238E27FC236}">
                    <a16:creationId xmlns:a16="http://schemas.microsoft.com/office/drawing/2014/main" id="{8CF5DC33-D49B-44B8-BEC1-770F86EE5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920"/>
                <a:ext cx="11" cy="31"/>
              </a:xfrm>
              <a:custGeom>
                <a:avLst/>
                <a:gdLst>
                  <a:gd name="T0" fmla="*/ 0 w 9"/>
                  <a:gd name="T1" fmla="*/ 1 h 23"/>
                  <a:gd name="T2" fmla="*/ 7 w 9"/>
                  <a:gd name="T3" fmla="*/ 57 h 23"/>
                  <a:gd name="T4" fmla="*/ 16 w 9"/>
                  <a:gd name="T5" fmla="*/ 22 h 23"/>
                  <a:gd name="T6" fmla="*/ 2 w 9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3">
                    <a:moveTo>
                      <a:pt x="0" y="1"/>
                    </a:moveTo>
                    <a:cubicBezTo>
                      <a:pt x="0" y="8"/>
                      <a:pt x="1" y="18"/>
                      <a:pt x="4" y="23"/>
                    </a:cubicBezTo>
                    <a:cubicBezTo>
                      <a:pt x="5" y="18"/>
                      <a:pt x="4" y="12"/>
                      <a:pt x="9" y="9"/>
                    </a:cubicBezTo>
                    <a:cubicBezTo>
                      <a:pt x="8" y="6"/>
                      <a:pt x="4" y="4"/>
                      <a:pt x="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89" name="Freeform 2078">
                <a:extLst>
                  <a:ext uri="{FF2B5EF4-FFF2-40B4-BE49-F238E27FC236}">
                    <a16:creationId xmlns:a16="http://schemas.microsoft.com/office/drawing/2014/main" id="{E665E194-46DC-4069-B12C-2830F08E9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948"/>
                <a:ext cx="17" cy="35"/>
              </a:xfrm>
              <a:custGeom>
                <a:avLst/>
                <a:gdLst>
                  <a:gd name="T0" fmla="*/ 11 w 14"/>
                  <a:gd name="T1" fmla="*/ 0 h 26"/>
                  <a:gd name="T2" fmla="*/ 1 w 14"/>
                  <a:gd name="T3" fmla="*/ 63 h 26"/>
                  <a:gd name="T4" fmla="*/ 25 w 14"/>
                  <a:gd name="T5" fmla="*/ 54 h 26"/>
                  <a:gd name="T6" fmla="*/ 16 w 14"/>
                  <a:gd name="T7" fmla="*/ 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6">
                    <a:moveTo>
                      <a:pt x="6" y="0"/>
                    </a:moveTo>
                    <a:cubicBezTo>
                      <a:pt x="0" y="8"/>
                      <a:pt x="1" y="17"/>
                      <a:pt x="1" y="26"/>
                    </a:cubicBezTo>
                    <a:cubicBezTo>
                      <a:pt x="3" y="16"/>
                      <a:pt x="8" y="10"/>
                      <a:pt x="14" y="22"/>
                    </a:cubicBezTo>
                    <a:cubicBezTo>
                      <a:pt x="13" y="16"/>
                      <a:pt x="8" y="8"/>
                      <a:pt x="9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90" name="Freeform 2079">
                <a:extLst>
                  <a:ext uri="{FF2B5EF4-FFF2-40B4-BE49-F238E27FC236}">
                    <a16:creationId xmlns:a16="http://schemas.microsoft.com/office/drawing/2014/main" id="{FB3F452E-F589-40B6-B4F0-39A0B35A3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032"/>
                <a:ext cx="20" cy="39"/>
              </a:xfrm>
              <a:custGeom>
                <a:avLst/>
                <a:gdLst>
                  <a:gd name="T0" fmla="*/ 0 w 16"/>
                  <a:gd name="T1" fmla="*/ 30 h 29"/>
                  <a:gd name="T2" fmla="*/ 20 w 16"/>
                  <a:gd name="T3" fmla="*/ 0 h 29"/>
                  <a:gd name="T4" fmla="*/ 31 w 16"/>
                  <a:gd name="T5" fmla="*/ 70 h 29"/>
                  <a:gd name="T6" fmla="*/ 23 w 16"/>
                  <a:gd name="T7" fmla="*/ 36 h 29"/>
                  <a:gd name="T8" fmla="*/ 8 w 16"/>
                  <a:gd name="T9" fmla="*/ 2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9">
                    <a:moveTo>
                      <a:pt x="0" y="12"/>
                    </a:moveTo>
                    <a:cubicBezTo>
                      <a:pt x="4" y="10"/>
                      <a:pt x="6" y="4"/>
                      <a:pt x="10" y="0"/>
                    </a:cubicBezTo>
                    <a:cubicBezTo>
                      <a:pt x="12" y="9"/>
                      <a:pt x="15" y="19"/>
                      <a:pt x="16" y="29"/>
                    </a:cubicBezTo>
                    <a:cubicBezTo>
                      <a:pt x="15" y="25"/>
                      <a:pt x="14" y="18"/>
                      <a:pt x="11" y="15"/>
                    </a:cubicBezTo>
                    <a:cubicBezTo>
                      <a:pt x="8" y="12"/>
                      <a:pt x="6" y="13"/>
                      <a:pt x="4" y="1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91" name="Freeform 2080">
                <a:extLst>
                  <a:ext uri="{FF2B5EF4-FFF2-40B4-BE49-F238E27FC236}">
                    <a16:creationId xmlns:a16="http://schemas.microsoft.com/office/drawing/2014/main" id="{8A920365-A581-4299-B4CE-6BB454147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3121"/>
                <a:ext cx="20" cy="50"/>
              </a:xfrm>
              <a:custGeom>
                <a:avLst/>
                <a:gdLst>
                  <a:gd name="T0" fmla="*/ 0 w 16"/>
                  <a:gd name="T1" fmla="*/ 0 h 37"/>
                  <a:gd name="T2" fmla="*/ 5 w 16"/>
                  <a:gd name="T3" fmla="*/ 92 h 37"/>
                  <a:gd name="T4" fmla="*/ 31 w 16"/>
                  <a:gd name="T5" fmla="*/ 32 h 37"/>
                  <a:gd name="T6" fmla="*/ 18 w 16"/>
                  <a:gd name="T7" fmla="*/ 55 h 37"/>
                  <a:gd name="T8" fmla="*/ 8 w 16"/>
                  <a:gd name="T9" fmla="*/ 32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7">
                    <a:moveTo>
                      <a:pt x="0" y="0"/>
                    </a:moveTo>
                    <a:cubicBezTo>
                      <a:pt x="4" y="10"/>
                      <a:pt x="6" y="27"/>
                      <a:pt x="2" y="37"/>
                    </a:cubicBezTo>
                    <a:cubicBezTo>
                      <a:pt x="10" y="32"/>
                      <a:pt x="12" y="20"/>
                      <a:pt x="16" y="13"/>
                    </a:cubicBezTo>
                    <a:cubicBezTo>
                      <a:pt x="14" y="16"/>
                      <a:pt x="12" y="20"/>
                      <a:pt x="9" y="22"/>
                    </a:cubicBezTo>
                    <a:cubicBezTo>
                      <a:pt x="9" y="18"/>
                      <a:pt x="7" y="15"/>
                      <a:pt x="4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92" name="Freeform 2081">
                <a:extLst>
                  <a:ext uri="{FF2B5EF4-FFF2-40B4-BE49-F238E27FC236}">
                    <a16:creationId xmlns:a16="http://schemas.microsoft.com/office/drawing/2014/main" id="{81FB21E9-ABD9-47ED-B0D9-C42F9CA7A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3105"/>
                <a:ext cx="17" cy="54"/>
              </a:xfrm>
              <a:custGeom>
                <a:avLst/>
                <a:gdLst>
                  <a:gd name="T0" fmla="*/ 9 w 14"/>
                  <a:gd name="T1" fmla="*/ 0 h 40"/>
                  <a:gd name="T2" fmla="*/ 1 w 14"/>
                  <a:gd name="T3" fmla="*/ 51 h 40"/>
                  <a:gd name="T4" fmla="*/ 13 w 14"/>
                  <a:gd name="T5" fmla="*/ 69 h 40"/>
                  <a:gd name="T6" fmla="*/ 25 w 14"/>
                  <a:gd name="T7" fmla="*/ 99 h 40"/>
                  <a:gd name="T8" fmla="*/ 25 w 14"/>
                  <a:gd name="T9" fmla="*/ 55 h 40"/>
                  <a:gd name="T10" fmla="*/ 13 w 14"/>
                  <a:gd name="T11" fmla="*/ 7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0">
                    <a:moveTo>
                      <a:pt x="5" y="0"/>
                    </a:moveTo>
                    <a:cubicBezTo>
                      <a:pt x="5" y="7"/>
                      <a:pt x="0" y="15"/>
                      <a:pt x="1" y="21"/>
                    </a:cubicBezTo>
                    <a:cubicBezTo>
                      <a:pt x="2" y="23"/>
                      <a:pt x="6" y="26"/>
                      <a:pt x="7" y="28"/>
                    </a:cubicBezTo>
                    <a:cubicBezTo>
                      <a:pt x="10" y="32"/>
                      <a:pt x="11" y="37"/>
                      <a:pt x="14" y="40"/>
                    </a:cubicBezTo>
                    <a:cubicBezTo>
                      <a:pt x="11" y="35"/>
                      <a:pt x="6" y="24"/>
                      <a:pt x="14" y="22"/>
                    </a:cubicBezTo>
                    <a:cubicBezTo>
                      <a:pt x="11" y="16"/>
                      <a:pt x="7" y="10"/>
                      <a:pt x="7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93" name="Freeform 2082">
                <a:extLst>
                  <a:ext uri="{FF2B5EF4-FFF2-40B4-BE49-F238E27FC236}">
                    <a16:creationId xmlns:a16="http://schemas.microsoft.com/office/drawing/2014/main" id="{62031975-B7F6-4D4E-A390-2B11EF65F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239"/>
                <a:ext cx="21" cy="42"/>
              </a:xfrm>
              <a:custGeom>
                <a:avLst/>
                <a:gdLst>
                  <a:gd name="T0" fmla="*/ 0 w 17"/>
                  <a:gd name="T1" fmla="*/ 0 h 32"/>
                  <a:gd name="T2" fmla="*/ 14 w 17"/>
                  <a:gd name="T3" fmla="*/ 72 h 32"/>
                  <a:gd name="T4" fmla="*/ 32 w 17"/>
                  <a:gd name="T5" fmla="*/ 21 h 32"/>
                  <a:gd name="T6" fmla="*/ 7 w 17"/>
                  <a:gd name="T7" fmla="*/ 1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0" y="0"/>
                    </a:moveTo>
                    <a:cubicBezTo>
                      <a:pt x="0" y="11"/>
                      <a:pt x="5" y="22"/>
                      <a:pt x="7" y="32"/>
                    </a:cubicBezTo>
                    <a:cubicBezTo>
                      <a:pt x="11" y="25"/>
                      <a:pt x="12" y="16"/>
                      <a:pt x="17" y="9"/>
                    </a:cubicBezTo>
                    <a:cubicBezTo>
                      <a:pt x="8" y="12"/>
                      <a:pt x="9" y="15"/>
                      <a:pt x="4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94" name="Freeform 2083">
                <a:extLst>
                  <a:ext uri="{FF2B5EF4-FFF2-40B4-BE49-F238E27FC236}">
                    <a16:creationId xmlns:a16="http://schemas.microsoft.com/office/drawing/2014/main" id="{E489704E-BBC9-4B56-B9C4-A554B43AB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289"/>
                <a:ext cx="17" cy="34"/>
              </a:xfrm>
              <a:custGeom>
                <a:avLst/>
                <a:gdLst>
                  <a:gd name="T0" fmla="*/ 15 w 14"/>
                  <a:gd name="T1" fmla="*/ 0 h 25"/>
                  <a:gd name="T2" fmla="*/ 6 w 14"/>
                  <a:gd name="T3" fmla="*/ 63 h 25"/>
                  <a:gd name="T4" fmla="*/ 25 w 14"/>
                  <a:gd name="T5" fmla="*/ 48 h 25"/>
                  <a:gd name="T6" fmla="*/ 18 w 14"/>
                  <a:gd name="T7" fmla="*/ 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5">
                    <a:moveTo>
                      <a:pt x="8" y="0"/>
                    </a:moveTo>
                    <a:cubicBezTo>
                      <a:pt x="7" y="7"/>
                      <a:pt x="0" y="19"/>
                      <a:pt x="3" y="25"/>
                    </a:cubicBezTo>
                    <a:cubicBezTo>
                      <a:pt x="7" y="20"/>
                      <a:pt x="7" y="7"/>
                      <a:pt x="14" y="19"/>
                    </a:cubicBezTo>
                    <a:cubicBezTo>
                      <a:pt x="13" y="14"/>
                      <a:pt x="11" y="8"/>
                      <a:pt x="10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95" name="Freeform 2084">
                <a:extLst>
                  <a:ext uri="{FF2B5EF4-FFF2-40B4-BE49-F238E27FC236}">
                    <a16:creationId xmlns:a16="http://schemas.microsoft.com/office/drawing/2014/main" id="{61CB43EB-B372-48FC-8D5E-B6700577B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260"/>
                <a:ext cx="17" cy="36"/>
              </a:xfrm>
              <a:custGeom>
                <a:avLst/>
                <a:gdLst>
                  <a:gd name="T0" fmla="*/ 0 w 13"/>
                  <a:gd name="T1" fmla="*/ 64 h 27"/>
                  <a:gd name="T2" fmla="*/ 27 w 13"/>
                  <a:gd name="T3" fmla="*/ 0 h 27"/>
                  <a:gd name="T4" fmla="*/ 29 w 13"/>
                  <a:gd name="T5" fmla="*/ 63 h 27"/>
                  <a:gd name="T6" fmla="*/ 17 w 13"/>
                  <a:gd name="T7" fmla="*/ 4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7">
                    <a:moveTo>
                      <a:pt x="0" y="27"/>
                    </a:moveTo>
                    <a:cubicBezTo>
                      <a:pt x="1" y="20"/>
                      <a:pt x="6" y="5"/>
                      <a:pt x="12" y="0"/>
                    </a:cubicBezTo>
                    <a:cubicBezTo>
                      <a:pt x="7" y="6"/>
                      <a:pt x="10" y="19"/>
                      <a:pt x="13" y="26"/>
                    </a:cubicBezTo>
                    <a:cubicBezTo>
                      <a:pt x="11" y="24"/>
                      <a:pt x="10" y="21"/>
                      <a:pt x="8" y="1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96" name="Freeform 2085">
                <a:extLst>
                  <a:ext uri="{FF2B5EF4-FFF2-40B4-BE49-F238E27FC236}">
                    <a16:creationId xmlns:a16="http://schemas.microsoft.com/office/drawing/2014/main" id="{418477DC-D197-4CF7-814B-39695BAE8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3257"/>
                <a:ext cx="13" cy="24"/>
              </a:xfrm>
              <a:custGeom>
                <a:avLst/>
                <a:gdLst>
                  <a:gd name="T0" fmla="*/ 0 w 10"/>
                  <a:gd name="T1" fmla="*/ 1 h 18"/>
                  <a:gd name="T2" fmla="*/ 1 w 10"/>
                  <a:gd name="T3" fmla="*/ 43 h 18"/>
                  <a:gd name="T4" fmla="*/ 22 w 10"/>
                  <a:gd name="T5" fmla="*/ 27 h 18"/>
                  <a:gd name="T6" fmla="*/ 5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0" y="1"/>
                    </a:moveTo>
                    <a:cubicBezTo>
                      <a:pt x="1" y="7"/>
                      <a:pt x="1" y="13"/>
                      <a:pt x="1" y="18"/>
                    </a:cubicBezTo>
                    <a:cubicBezTo>
                      <a:pt x="3" y="14"/>
                      <a:pt x="3" y="4"/>
                      <a:pt x="10" y="11"/>
                    </a:cubicBezTo>
                    <a:cubicBezTo>
                      <a:pt x="8" y="7"/>
                      <a:pt x="5" y="3"/>
                      <a:pt x="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97" name="Freeform 2086">
                <a:extLst>
                  <a:ext uri="{FF2B5EF4-FFF2-40B4-BE49-F238E27FC236}">
                    <a16:creationId xmlns:a16="http://schemas.microsoft.com/office/drawing/2014/main" id="{7B3B3617-672A-496B-8857-CFBCCEB6B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3287"/>
                <a:ext cx="26" cy="36"/>
              </a:xfrm>
              <a:custGeom>
                <a:avLst/>
                <a:gdLst>
                  <a:gd name="T0" fmla="*/ 0 w 21"/>
                  <a:gd name="T1" fmla="*/ 33 h 27"/>
                  <a:gd name="T2" fmla="*/ 25 w 21"/>
                  <a:gd name="T3" fmla="*/ 64 h 27"/>
                  <a:gd name="T4" fmla="*/ 40 w 21"/>
                  <a:gd name="T5" fmla="*/ 0 h 27"/>
                  <a:gd name="T6" fmla="*/ 7 w 21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0" y="14"/>
                    </a:moveTo>
                    <a:cubicBezTo>
                      <a:pt x="5" y="15"/>
                      <a:pt x="10" y="23"/>
                      <a:pt x="13" y="27"/>
                    </a:cubicBezTo>
                    <a:cubicBezTo>
                      <a:pt x="15" y="20"/>
                      <a:pt x="21" y="7"/>
                      <a:pt x="21" y="0"/>
                    </a:cubicBezTo>
                    <a:cubicBezTo>
                      <a:pt x="15" y="7"/>
                      <a:pt x="15" y="16"/>
                      <a:pt x="4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98" name="Freeform 2087">
                <a:extLst>
                  <a:ext uri="{FF2B5EF4-FFF2-40B4-BE49-F238E27FC236}">
                    <a16:creationId xmlns:a16="http://schemas.microsoft.com/office/drawing/2014/main" id="{3CC70F53-D349-47F9-BC88-AB8F692B3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152"/>
                <a:ext cx="14" cy="55"/>
              </a:xfrm>
              <a:custGeom>
                <a:avLst/>
                <a:gdLst>
                  <a:gd name="T0" fmla="*/ 0 w 11"/>
                  <a:gd name="T1" fmla="*/ 0 h 41"/>
                  <a:gd name="T2" fmla="*/ 10 w 11"/>
                  <a:gd name="T3" fmla="*/ 46 h 41"/>
                  <a:gd name="T4" fmla="*/ 14 w 11"/>
                  <a:gd name="T5" fmla="*/ 99 h 41"/>
                  <a:gd name="T6" fmla="*/ 23 w 11"/>
                  <a:gd name="T7" fmla="*/ 78 h 41"/>
                  <a:gd name="T8" fmla="*/ 5 w 11"/>
                  <a:gd name="T9" fmla="*/ 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1">
                    <a:moveTo>
                      <a:pt x="0" y="0"/>
                    </a:moveTo>
                    <a:cubicBezTo>
                      <a:pt x="0" y="6"/>
                      <a:pt x="4" y="12"/>
                      <a:pt x="5" y="19"/>
                    </a:cubicBezTo>
                    <a:cubicBezTo>
                      <a:pt x="6" y="26"/>
                      <a:pt x="5" y="34"/>
                      <a:pt x="7" y="41"/>
                    </a:cubicBezTo>
                    <a:cubicBezTo>
                      <a:pt x="7" y="38"/>
                      <a:pt x="8" y="33"/>
                      <a:pt x="11" y="32"/>
                    </a:cubicBezTo>
                    <a:cubicBezTo>
                      <a:pt x="11" y="22"/>
                      <a:pt x="7" y="10"/>
                      <a:pt x="2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99" name="Freeform 2088">
                <a:extLst>
                  <a:ext uri="{FF2B5EF4-FFF2-40B4-BE49-F238E27FC236}">
                    <a16:creationId xmlns:a16="http://schemas.microsoft.com/office/drawing/2014/main" id="{ADBAC78A-8494-455C-B639-AE0BC32F3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241"/>
                <a:ext cx="19" cy="42"/>
              </a:xfrm>
              <a:custGeom>
                <a:avLst/>
                <a:gdLst>
                  <a:gd name="T0" fmla="*/ 0 w 15"/>
                  <a:gd name="T1" fmla="*/ 5 h 31"/>
                  <a:gd name="T2" fmla="*/ 20 w 15"/>
                  <a:gd name="T3" fmla="*/ 77 h 31"/>
                  <a:gd name="T4" fmla="*/ 30 w 15"/>
                  <a:gd name="T5" fmla="*/ 0 h 31"/>
                  <a:gd name="T6" fmla="*/ 23 w 15"/>
                  <a:gd name="T7" fmla="*/ 26 h 31"/>
                  <a:gd name="T8" fmla="*/ 8 w 15"/>
                  <a:gd name="T9" fmla="*/ 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1">
                    <a:moveTo>
                      <a:pt x="0" y="2"/>
                    </a:moveTo>
                    <a:cubicBezTo>
                      <a:pt x="2" y="12"/>
                      <a:pt x="8" y="22"/>
                      <a:pt x="10" y="31"/>
                    </a:cubicBezTo>
                    <a:cubicBezTo>
                      <a:pt x="13" y="22"/>
                      <a:pt x="14" y="9"/>
                      <a:pt x="15" y="0"/>
                    </a:cubicBezTo>
                    <a:cubicBezTo>
                      <a:pt x="12" y="2"/>
                      <a:pt x="12" y="6"/>
                      <a:pt x="11" y="10"/>
                    </a:cubicBezTo>
                    <a:cubicBezTo>
                      <a:pt x="8" y="7"/>
                      <a:pt x="7" y="4"/>
                      <a:pt x="4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00" name="Freeform 2089">
                <a:extLst>
                  <a:ext uri="{FF2B5EF4-FFF2-40B4-BE49-F238E27FC236}">
                    <a16:creationId xmlns:a16="http://schemas.microsoft.com/office/drawing/2014/main" id="{BE873BDD-453C-4E12-A5A9-499950AFC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229"/>
                <a:ext cx="14" cy="30"/>
              </a:xfrm>
              <a:custGeom>
                <a:avLst/>
                <a:gdLst>
                  <a:gd name="T0" fmla="*/ 0 w 11"/>
                  <a:gd name="T1" fmla="*/ 42 h 22"/>
                  <a:gd name="T2" fmla="*/ 8 w 11"/>
                  <a:gd name="T3" fmla="*/ 0 h 22"/>
                  <a:gd name="T4" fmla="*/ 23 w 11"/>
                  <a:gd name="T5" fmla="*/ 56 h 22"/>
                  <a:gd name="T6" fmla="*/ 5 w 11"/>
                  <a:gd name="T7" fmla="*/ 4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0" y="17"/>
                    </a:moveTo>
                    <a:cubicBezTo>
                      <a:pt x="1" y="11"/>
                      <a:pt x="3" y="5"/>
                      <a:pt x="4" y="0"/>
                    </a:cubicBezTo>
                    <a:cubicBezTo>
                      <a:pt x="6" y="7"/>
                      <a:pt x="10" y="14"/>
                      <a:pt x="11" y="22"/>
                    </a:cubicBezTo>
                    <a:cubicBezTo>
                      <a:pt x="10" y="20"/>
                      <a:pt x="4" y="10"/>
                      <a:pt x="2" y="1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01" name="Freeform 2090">
                <a:extLst>
                  <a:ext uri="{FF2B5EF4-FFF2-40B4-BE49-F238E27FC236}">
                    <a16:creationId xmlns:a16="http://schemas.microsoft.com/office/drawing/2014/main" id="{937E5FB9-B18D-43C1-9343-EB6501BE9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315"/>
                <a:ext cx="25" cy="60"/>
              </a:xfrm>
              <a:custGeom>
                <a:avLst/>
                <a:gdLst>
                  <a:gd name="T0" fmla="*/ 0 w 20"/>
                  <a:gd name="T1" fmla="*/ 44 h 45"/>
                  <a:gd name="T2" fmla="*/ 24 w 20"/>
                  <a:gd name="T3" fmla="*/ 107 h 45"/>
                  <a:gd name="T4" fmla="*/ 29 w 20"/>
                  <a:gd name="T5" fmla="*/ 64 h 45"/>
                  <a:gd name="T6" fmla="*/ 39 w 20"/>
                  <a:gd name="T7" fmla="*/ 0 h 45"/>
                  <a:gd name="T8" fmla="*/ 8 w 20"/>
                  <a:gd name="T9" fmla="*/ 4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5">
                    <a:moveTo>
                      <a:pt x="0" y="19"/>
                    </a:moveTo>
                    <a:cubicBezTo>
                      <a:pt x="0" y="29"/>
                      <a:pt x="8" y="38"/>
                      <a:pt x="12" y="45"/>
                    </a:cubicBezTo>
                    <a:cubicBezTo>
                      <a:pt x="14" y="39"/>
                      <a:pt x="12" y="33"/>
                      <a:pt x="14" y="27"/>
                    </a:cubicBezTo>
                    <a:cubicBezTo>
                      <a:pt x="17" y="18"/>
                      <a:pt x="17" y="9"/>
                      <a:pt x="20" y="0"/>
                    </a:cubicBezTo>
                    <a:cubicBezTo>
                      <a:pt x="16" y="4"/>
                      <a:pt x="14" y="25"/>
                      <a:pt x="4" y="1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02" name="Freeform 2091">
                <a:extLst>
                  <a:ext uri="{FF2B5EF4-FFF2-40B4-BE49-F238E27FC236}">
                    <a16:creationId xmlns:a16="http://schemas.microsoft.com/office/drawing/2014/main" id="{3519E62C-D1EE-4FAF-BC7F-C844FCC2F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3424"/>
                <a:ext cx="26" cy="76"/>
              </a:xfrm>
              <a:custGeom>
                <a:avLst/>
                <a:gdLst>
                  <a:gd name="T0" fmla="*/ 0 w 21"/>
                  <a:gd name="T1" fmla="*/ 16 h 57"/>
                  <a:gd name="T2" fmla="*/ 31 w 21"/>
                  <a:gd name="T3" fmla="*/ 135 h 57"/>
                  <a:gd name="T4" fmla="*/ 26 w 21"/>
                  <a:gd name="T5" fmla="*/ 0 h 57"/>
                  <a:gd name="T6" fmla="*/ 24 w 21"/>
                  <a:gd name="T7" fmla="*/ 36 h 57"/>
                  <a:gd name="T8" fmla="*/ 15 w 21"/>
                  <a:gd name="T9" fmla="*/ 2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7">
                    <a:moveTo>
                      <a:pt x="0" y="7"/>
                    </a:moveTo>
                    <a:cubicBezTo>
                      <a:pt x="8" y="18"/>
                      <a:pt x="17" y="43"/>
                      <a:pt x="16" y="57"/>
                    </a:cubicBezTo>
                    <a:cubicBezTo>
                      <a:pt x="21" y="40"/>
                      <a:pt x="17" y="17"/>
                      <a:pt x="14" y="0"/>
                    </a:cubicBezTo>
                    <a:cubicBezTo>
                      <a:pt x="13" y="4"/>
                      <a:pt x="15" y="10"/>
                      <a:pt x="12" y="15"/>
                    </a:cubicBezTo>
                    <a:cubicBezTo>
                      <a:pt x="11" y="14"/>
                      <a:pt x="9" y="12"/>
                      <a:pt x="8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03" name="Freeform 2092">
                <a:extLst>
                  <a:ext uri="{FF2B5EF4-FFF2-40B4-BE49-F238E27FC236}">
                    <a16:creationId xmlns:a16="http://schemas.microsoft.com/office/drawing/2014/main" id="{F0E56DE2-DE4A-4F6D-BF6F-BA5099449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3397"/>
                <a:ext cx="22" cy="58"/>
              </a:xfrm>
              <a:custGeom>
                <a:avLst/>
                <a:gdLst>
                  <a:gd name="T0" fmla="*/ 0 w 18"/>
                  <a:gd name="T1" fmla="*/ 57 h 43"/>
                  <a:gd name="T2" fmla="*/ 2 w 18"/>
                  <a:gd name="T3" fmla="*/ 105 h 43"/>
                  <a:gd name="T4" fmla="*/ 33 w 18"/>
                  <a:gd name="T5" fmla="*/ 0 h 43"/>
                  <a:gd name="T6" fmla="*/ 22 w 18"/>
                  <a:gd name="T7" fmla="*/ 42 h 43"/>
                  <a:gd name="T8" fmla="*/ 7 w 18"/>
                  <a:gd name="T9" fmla="*/ 5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3">
                    <a:moveTo>
                      <a:pt x="0" y="23"/>
                    </a:moveTo>
                    <a:cubicBezTo>
                      <a:pt x="1" y="29"/>
                      <a:pt x="0" y="38"/>
                      <a:pt x="2" y="43"/>
                    </a:cubicBezTo>
                    <a:cubicBezTo>
                      <a:pt x="13" y="38"/>
                      <a:pt x="16" y="10"/>
                      <a:pt x="18" y="0"/>
                    </a:cubicBezTo>
                    <a:cubicBezTo>
                      <a:pt x="15" y="5"/>
                      <a:pt x="16" y="12"/>
                      <a:pt x="12" y="17"/>
                    </a:cubicBezTo>
                    <a:cubicBezTo>
                      <a:pt x="9" y="19"/>
                      <a:pt x="6" y="20"/>
                      <a:pt x="4" y="2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04" name="Freeform 2093">
                <a:extLst>
                  <a:ext uri="{FF2B5EF4-FFF2-40B4-BE49-F238E27FC236}">
                    <a16:creationId xmlns:a16="http://schemas.microsoft.com/office/drawing/2014/main" id="{5F2FA233-53D3-429D-8940-1E18AEA7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3373"/>
                <a:ext cx="18" cy="52"/>
              </a:xfrm>
              <a:custGeom>
                <a:avLst/>
                <a:gdLst>
                  <a:gd name="T0" fmla="*/ 0 w 14"/>
                  <a:gd name="T1" fmla="*/ 41 h 39"/>
                  <a:gd name="T2" fmla="*/ 30 w 14"/>
                  <a:gd name="T3" fmla="*/ 92 h 39"/>
                  <a:gd name="T4" fmla="*/ 28 w 14"/>
                  <a:gd name="T5" fmla="*/ 0 h 39"/>
                  <a:gd name="T6" fmla="*/ 13 w 14"/>
                  <a:gd name="T7" fmla="*/ 3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0" y="17"/>
                    </a:moveTo>
                    <a:cubicBezTo>
                      <a:pt x="2" y="23"/>
                      <a:pt x="8" y="37"/>
                      <a:pt x="14" y="39"/>
                    </a:cubicBezTo>
                    <a:cubicBezTo>
                      <a:pt x="10" y="29"/>
                      <a:pt x="9" y="11"/>
                      <a:pt x="13" y="0"/>
                    </a:cubicBezTo>
                    <a:cubicBezTo>
                      <a:pt x="12" y="6"/>
                      <a:pt x="11" y="12"/>
                      <a:pt x="6" y="1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05" name="Freeform 2094">
                <a:extLst>
                  <a:ext uri="{FF2B5EF4-FFF2-40B4-BE49-F238E27FC236}">
                    <a16:creationId xmlns:a16="http://schemas.microsoft.com/office/drawing/2014/main" id="{15E30E12-D9ED-4B50-BAE5-5249F90C3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3381"/>
                <a:ext cx="16" cy="34"/>
              </a:xfrm>
              <a:custGeom>
                <a:avLst/>
                <a:gdLst>
                  <a:gd name="T0" fmla="*/ 0 w 13"/>
                  <a:gd name="T1" fmla="*/ 5 h 25"/>
                  <a:gd name="T2" fmla="*/ 25 w 13"/>
                  <a:gd name="T3" fmla="*/ 63 h 25"/>
                  <a:gd name="T4" fmla="*/ 17 w 13"/>
                  <a:gd name="T5" fmla="*/ 0 h 25"/>
                  <a:gd name="T6" fmla="*/ 17 w 13"/>
                  <a:gd name="T7" fmla="*/ 10 h 25"/>
                  <a:gd name="T8" fmla="*/ 11 w 13"/>
                  <a:gd name="T9" fmla="*/ 1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5">
                    <a:moveTo>
                      <a:pt x="0" y="2"/>
                    </a:moveTo>
                    <a:cubicBezTo>
                      <a:pt x="3" y="10"/>
                      <a:pt x="8" y="19"/>
                      <a:pt x="13" y="25"/>
                    </a:cubicBezTo>
                    <a:cubicBezTo>
                      <a:pt x="12" y="17"/>
                      <a:pt x="11" y="8"/>
                      <a:pt x="9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7" y="4"/>
                      <a:pt x="7" y="6"/>
                      <a:pt x="6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06" name="Freeform 2095">
                <a:extLst>
                  <a:ext uri="{FF2B5EF4-FFF2-40B4-BE49-F238E27FC236}">
                    <a16:creationId xmlns:a16="http://schemas.microsoft.com/office/drawing/2014/main" id="{E5D72F5E-F73F-4C48-98F2-91B073EC6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3465"/>
                <a:ext cx="23" cy="98"/>
              </a:xfrm>
              <a:custGeom>
                <a:avLst/>
                <a:gdLst>
                  <a:gd name="T0" fmla="*/ 23 w 18"/>
                  <a:gd name="T1" fmla="*/ 0 h 73"/>
                  <a:gd name="T2" fmla="*/ 29 w 18"/>
                  <a:gd name="T3" fmla="*/ 177 h 73"/>
                  <a:gd name="T4" fmla="*/ 15 w 18"/>
                  <a:gd name="T5" fmla="*/ 126 h 73"/>
                  <a:gd name="T6" fmla="*/ 0 w 18"/>
                  <a:gd name="T7" fmla="*/ 90 h 73"/>
                  <a:gd name="T8" fmla="*/ 22 w 18"/>
                  <a:gd name="T9" fmla="*/ 106 h 73"/>
                  <a:gd name="T10" fmla="*/ 31 w 18"/>
                  <a:gd name="T11" fmla="*/ 68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3">
                    <a:moveTo>
                      <a:pt x="11" y="0"/>
                    </a:moveTo>
                    <a:cubicBezTo>
                      <a:pt x="16" y="21"/>
                      <a:pt x="18" y="51"/>
                      <a:pt x="14" y="73"/>
                    </a:cubicBezTo>
                    <a:cubicBezTo>
                      <a:pt x="12" y="65"/>
                      <a:pt x="10" y="59"/>
                      <a:pt x="7" y="52"/>
                    </a:cubicBezTo>
                    <a:cubicBezTo>
                      <a:pt x="5" y="47"/>
                      <a:pt x="1" y="42"/>
                      <a:pt x="0" y="37"/>
                    </a:cubicBezTo>
                    <a:cubicBezTo>
                      <a:pt x="3" y="40"/>
                      <a:pt x="5" y="43"/>
                      <a:pt x="10" y="44"/>
                    </a:cubicBezTo>
                    <a:cubicBezTo>
                      <a:pt x="13" y="39"/>
                      <a:pt x="11" y="32"/>
                      <a:pt x="15" y="2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07" name="Freeform 2096">
                <a:extLst>
                  <a:ext uri="{FF2B5EF4-FFF2-40B4-BE49-F238E27FC236}">
                    <a16:creationId xmlns:a16="http://schemas.microsoft.com/office/drawing/2014/main" id="{F36983C5-5560-4409-89C7-ADA19FD9A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497"/>
                <a:ext cx="22" cy="39"/>
              </a:xfrm>
              <a:custGeom>
                <a:avLst/>
                <a:gdLst>
                  <a:gd name="T0" fmla="*/ 0 w 18"/>
                  <a:gd name="T1" fmla="*/ 40 h 29"/>
                  <a:gd name="T2" fmla="*/ 22 w 18"/>
                  <a:gd name="T3" fmla="*/ 69 h 29"/>
                  <a:gd name="T4" fmla="*/ 27 w 18"/>
                  <a:gd name="T5" fmla="*/ 0 h 29"/>
                  <a:gd name="T6" fmla="*/ 18 w 18"/>
                  <a:gd name="T7" fmla="*/ 47 h 29"/>
                  <a:gd name="T8" fmla="*/ 13 w 18"/>
                  <a:gd name="T9" fmla="*/ 4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9">
                    <a:moveTo>
                      <a:pt x="0" y="16"/>
                    </a:moveTo>
                    <a:cubicBezTo>
                      <a:pt x="4" y="19"/>
                      <a:pt x="5" y="29"/>
                      <a:pt x="12" y="28"/>
                    </a:cubicBezTo>
                    <a:cubicBezTo>
                      <a:pt x="18" y="27"/>
                      <a:pt x="15" y="5"/>
                      <a:pt x="15" y="0"/>
                    </a:cubicBezTo>
                    <a:cubicBezTo>
                      <a:pt x="12" y="6"/>
                      <a:pt x="16" y="15"/>
                      <a:pt x="10" y="19"/>
                    </a:cubicBezTo>
                    <a:cubicBezTo>
                      <a:pt x="9" y="18"/>
                      <a:pt x="8" y="18"/>
                      <a:pt x="7" y="1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08" name="Freeform 2097">
                <a:extLst>
                  <a:ext uri="{FF2B5EF4-FFF2-40B4-BE49-F238E27FC236}">
                    <a16:creationId xmlns:a16="http://schemas.microsoft.com/office/drawing/2014/main" id="{316B58FA-F648-440C-8CED-D2A1759B3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3412"/>
                <a:ext cx="13" cy="31"/>
              </a:xfrm>
              <a:custGeom>
                <a:avLst/>
                <a:gdLst>
                  <a:gd name="T0" fmla="*/ 1 w 10"/>
                  <a:gd name="T1" fmla="*/ 5 h 23"/>
                  <a:gd name="T2" fmla="*/ 5 w 10"/>
                  <a:gd name="T3" fmla="*/ 57 h 23"/>
                  <a:gd name="T4" fmla="*/ 22 w 10"/>
                  <a:gd name="T5" fmla="*/ 30 h 23"/>
                  <a:gd name="T6" fmla="*/ 7 w 10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3">
                    <a:moveTo>
                      <a:pt x="1" y="2"/>
                    </a:moveTo>
                    <a:cubicBezTo>
                      <a:pt x="0" y="9"/>
                      <a:pt x="2" y="16"/>
                      <a:pt x="2" y="23"/>
                    </a:cubicBezTo>
                    <a:cubicBezTo>
                      <a:pt x="3" y="19"/>
                      <a:pt x="3" y="8"/>
                      <a:pt x="10" y="12"/>
                    </a:cubicBezTo>
                    <a:cubicBezTo>
                      <a:pt x="9" y="8"/>
                      <a:pt x="6" y="3"/>
                      <a:pt x="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09" name="Freeform 2098">
                <a:extLst>
                  <a:ext uri="{FF2B5EF4-FFF2-40B4-BE49-F238E27FC236}">
                    <a16:creationId xmlns:a16="http://schemas.microsoft.com/office/drawing/2014/main" id="{887C7702-E816-48A0-A62C-C5D20BA9D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543"/>
                <a:ext cx="18" cy="28"/>
              </a:xfrm>
              <a:custGeom>
                <a:avLst/>
                <a:gdLst>
                  <a:gd name="T0" fmla="*/ 5 w 14"/>
                  <a:gd name="T1" fmla="*/ 0 h 21"/>
                  <a:gd name="T2" fmla="*/ 5 w 14"/>
                  <a:gd name="T3" fmla="*/ 49 h 21"/>
                  <a:gd name="T4" fmla="*/ 30 w 14"/>
                  <a:gd name="T5" fmla="*/ 31 h 21"/>
                  <a:gd name="T6" fmla="*/ 8 w 1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2" y="0"/>
                    </a:moveTo>
                    <a:cubicBezTo>
                      <a:pt x="2" y="7"/>
                      <a:pt x="0" y="16"/>
                      <a:pt x="2" y="21"/>
                    </a:cubicBezTo>
                    <a:cubicBezTo>
                      <a:pt x="6" y="15"/>
                      <a:pt x="5" y="6"/>
                      <a:pt x="14" y="13"/>
                    </a:cubicBezTo>
                    <a:cubicBezTo>
                      <a:pt x="13" y="9"/>
                      <a:pt x="8" y="2"/>
                      <a:pt x="4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10" name="Freeform 2099">
                <a:extLst>
                  <a:ext uri="{FF2B5EF4-FFF2-40B4-BE49-F238E27FC236}">
                    <a16:creationId xmlns:a16="http://schemas.microsoft.com/office/drawing/2014/main" id="{E426FAA0-D081-4545-B037-DBE841AF8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487"/>
                <a:ext cx="15" cy="61"/>
              </a:xfrm>
              <a:custGeom>
                <a:avLst/>
                <a:gdLst>
                  <a:gd name="T0" fmla="*/ 0 w 12"/>
                  <a:gd name="T1" fmla="*/ 0 h 46"/>
                  <a:gd name="T2" fmla="*/ 20 w 12"/>
                  <a:gd name="T3" fmla="*/ 56 h 46"/>
                  <a:gd name="T4" fmla="*/ 14 w 12"/>
                  <a:gd name="T5" fmla="*/ 10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6">
                    <a:moveTo>
                      <a:pt x="0" y="0"/>
                    </a:moveTo>
                    <a:cubicBezTo>
                      <a:pt x="4" y="7"/>
                      <a:pt x="9" y="16"/>
                      <a:pt x="10" y="24"/>
                    </a:cubicBezTo>
                    <a:cubicBezTo>
                      <a:pt x="12" y="31"/>
                      <a:pt x="6" y="41"/>
                      <a:pt x="7" y="4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11" name="Freeform 2100">
                <a:extLst>
                  <a:ext uri="{FF2B5EF4-FFF2-40B4-BE49-F238E27FC236}">
                    <a16:creationId xmlns:a16="http://schemas.microsoft.com/office/drawing/2014/main" id="{C61D6C93-580B-45E2-9DB9-C413A5AF5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332"/>
                <a:ext cx="28" cy="131"/>
              </a:xfrm>
              <a:custGeom>
                <a:avLst/>
                <a:gdLst>
                  <a:gd name="T0" fmla="*/ 0 w 23"/>
                  <a:gd name="T1" fmla="*/ 0 h 98"/>
                  <a:gd name="T2" fmla="*/ 23 w 23"/>
                  <a:gd name="T3" fmla="*/ 74 h 98"/>
                  <a:gd name="T4" fmla="*/ 39 w 23"/>
                  <a:gd name="T5" fmla="*/ 115 h 98"/>
                  <a:gd name="T6" fmla="*/ 39 w 23"/>
                  <a:gd name="T7" fmla="*/ 168 h 98"/>
                  <a:gd name="T8" fmla="*/ 40 w 23"/>
                  <a:gd name="T9" fmla="*/ 234 h 98"/>
                  <a:gd name="T10" fmla="*/ 15 w 23"/>
                  <a:gd name="T11" fmla="*/ 126 h 98"/>
                  <a:gd name="T12" fmla="*/ 2 w 23"/>
                  <a:gd name="T13" fmla="*/ 86 h 98"/>
                  <a:gd name="T14" fmla="*/ 0 w 23"/>
                  <a:gd name="T15" fmla="*/ 20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98">
                    <a:moveTo>
                      <a:pt x="0" y="0"/>
                    </a:moveTo>
                    <a:cubicBezTo>
                      <a:pt x="4" y="10"/>
                      <a:pt x="7" y="21"/>
                      <a:pt x="13" y="31"/>
                    </a:cubicBezTo>
                    <a:cubicBezTo>
                      <a:pt x="16" y="35"/>
                      <a:pt x="20" y="42"/>
                      <a:pt x="21" y="48"/>
                    </a:cubicBezTo>
                    <a:cubicBezTo>
                      <a:pt x="22" y="54"/>
                      <a:pt x="21" y="63"/>
                      <a:pt x="21" y="70"/>
                    </a:cubicBezTo>
                    <a:cubicBezTo>
                      <a:pt x="21" y="79"/>
                      <a:pt x="23" y="89"/>
                      <a:pt x="22" y="98"/>
                    </a:cubicBezTo>
                    <a:cubicBezTo>
                      <a:pt x="19" y="82"/>
                      <a:pt x="14" y="66"/>
                      <a:pt x="8" y="52"/>
                    </a:cubicBezTo>
                    <a:cubicBezTo>
                      <a:pt x="6" y="47"/>
                      <a:pt x="3" y="42"/>
                      <a:pt x="2" y="36"/>
                    </a:cubicBezTo>
                    <a:cubicBezTo>
                      <a:pt x="0" y="27"/>
                      <a:pt x="2" y="17"/>
                      <a:pt x="0" y="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12" name="Freeform 2101">
                <a:extLst>
                  <a:ext uri="{FF2B5EF4-FFF2-40B4-BE49-F238E27FC236}">
                    <a16:creationId xmlns:a16="http://schemas.microsoft.com/office/drawing/2014/main" id="{5346630D-7CB2-4E1C-9BAA-CEEB03A98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145"/>
                <a:ext cx="38" cy="166"/>
              </a:xfrm>
              <a:custGeom>
                <a:avLst/>
                <a:gdLst>
                  <a:gd name="T0" fmla="*/ 6 w 30"/>
                  <a:gd name="T1" fmla="*/ 0 h 124"/>
                  <a:gd name="T2" fmla="*/ 13 w 30"/>
                  <a:gd name="T3" fmla="*/ 91 h 124"/>
                  <a:gd name="T4" fmla="*/ 29 w 30"/>
                  <a:gd name="T5" fmla="*/ 127 h 124"/>
                  <a:gd name="T6" fmla="*/ 30 w 30"/>
                  <a:gd name="T7" fmla="*/ 155 h 124"/>
                  <a:gd name="T8" fmla="*/ 48 w 30"/>
                  <a:gd name="T9" fmla="*/ 221 h 124"/>
                  <a:gd name="T10" fmla="*/ 61 w 30"/>
                  <a:gd name="T11" fmla="*/ 297 h 124"/>
                  <a:gd name="T12" fmla="*/ 56 w 30"/>
                  <a:gd name="T13" fmla="*/ 197 h 124"/>
                  <a:gd name="T14" fmla="*/ 48 w 30"/>
                  <a:gd name="T15" fmla="*/ 155 h 124"/>
                  <a:gd name="T16" fmla="*/ 29 w 30"/>
                  <a:gd name="T17" fmla="*/ 86 h 124"/>
                  <a:gd name="T18" fmla="*/ 20 w 30"/>
                  <a:gd name="T19" fmla="*/ 50 h 124"/>
                  <a:gd name="T20" fmla="*/ 10 w 30"/>
                  <a:gd name="T21" fmla="*/ 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24">
                    <a:moveTo>
                      <a:pt x="3" y="0"/>
                    </a:moveTo>
                    <a:cubicBezTo>
                      <a:pt x="3" y="13"/>
                      <a:pt x="0" y="26"/>
                      <a:pt x="6" y="38"/>
                    </a:cubicBezTo>
                    <a:cubicBezTo>
                      <a:pt x="9" y="43"/>
                      <a:pt x="12" y="47"/>
                      <a:pt x="14" y="53"/>
                    </a:cubicBezTo>
                    <a:cubicBezTo>
                      <a:pt x="14" y="57"/>
                      <a:pt x="14" y="61"/>
                      <a:pt x="15" y="65"/>
                    </a:cubicBezTo>
                    <a:cubicBezTo>
                      <a:pt x="17" y="74"/>
                      <a:pt x="22" y="82"/>
                      <a:pt x="24" y="92"/>
                    </a:cubicBezTo>
                    <a:cubicBezTo>
                      <a:pt x="25" y="103"/>
                      <a:pt x="27" y="114"/>
                      <a:pt x="30" y="124"/>
                    </a:cubicBezTo>
                    <a:cubicBezTo>
                      <a:pt x="30" y="110"/>
                      <a:pt x="28" y="96"/>
                      <a:pt x="28" y="82"/>
                    </a:cubicBezTo>
                    <a:cubicBezTo>
                      <a:pt x="28" y="75"/>
                      <a:pt x="27" y="71"/>
                      <a:pt x="24" y="65"/>
                    </a:cubicBezTo>
                    <a:cubicBezTo>
                      <a:pt x="20" y="55"/>
                      <a:pt x="17" y="46"/>
                      <a:pt x="14" y="36"/>
                    </a:cubicBezTo>
                    <a:cubicBezTo>
                      <a:pt x="13" y="31"/>
                      <a:pt x="12" y="26"/>
                      <a:pt x="10" y="21"/>
                    </a:cubicBezTo>
                    <a:cubicBezTo>
                      <a:pt x="8" y="15"/>
                      <a:pt x="1" y="7"/>
                      <a:pt x="5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13" name="Freeform 2102">
                <a:extLst>
                  <a:ext uri="{FF2B5EF4-FFF2-40B4-BE49-F238E27FC236}">
                    <a16:creationId xmlns:a16="http://schemas.microsoft.com/office/drawing/2014/main" id="{70C979DE-3A63-4CC6-9012-25E6633F8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975"/>
                <a:ext cx="31" cy="133"/>
              </a:xfrm>
              <a:custGeom>
                <a:avLst/>
                <a:gdLst>
                  <a:gd name="T0" fmla="*/ 0 w 25"/>
                  <a:gd name="T1" fmla="*/ 48 h 100"/>
                  <a:gd name="T2" fmla="*/ 25 w 25"/>
                  <a:gd name="T3" fmla="*/ 160 h 100"/>
                  <a:gd name="T4" fmla="*/ 30 w 25"/>
                  <a:gd name="T5" fmla="*/ 209 h 100"/>
                  <a:gd name="T6" fmla="*/ 46 w 25"/>
                  <a:gd name="T7" fmla="*/ 235 h 100"/>
                  <a:gd name="T8" fmla="*/ 41 w 25"/>
                  <a:gd name="T9" fmla="*/ 106 h 100"/>
                  <a:gd name="T10" fmla="*/ 19 w 25"/>
                  <a:gd name="T11" fmla="*/ 65 h 100"/>
                  <a:gd name="T12" fmla="*/ 1 w 25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00">
                    <a:moveTo>
                      <a:pt x="0" y="20"/>
                    </a:moveTo>
                    <a:cubicBezTo>
                      <a:pt x="3" y="36"/>
                      <a:pt x="11" y="52"/>
                      <a:pt x="13" y="68"/>
                    </a:cubicBezTo>
                    <a:cubicBezTo>
                      <a:pt x="15" y="75"/>
                      <a:pt x="13" y="83"/>
                      <a:pt x="15" y="89"/>
                    </a:cubicBezTo>
                    <a:cubicBezTo>
                      <a:pt x="17" y="94"/>
                      <a:pt x="22" y="96"/>
                      <a:pt x="24" y="100"/>
                    </a:cubicBezTo>
                    <a:cubicBezTo>
                      <a:pt x="25" y="82"/>
                      <a:pt x="23" y="63"/>
                      <a:pt x="22" y="45"/>
                    </a:cubicBezTo>
                    <a:cubicBezTo>
                      <a:pt x="21" y="36"/>
                      <a:pt x="14" y="36"/>
                      <a:pt x="10" y="28"/>
                    </a:cubicBezTo>
                    <a:cubicBezTo>
                      <a:pt x="6" y="20"/>
                      <a:pt x="4" y="9"/>
                      <a:pt x="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14" name="Freeform 2103">
                <a:extLst>
                  <a:ext uri="{FF2B5EF4-FFF2-40B4-BE49-F238E27FC236}">
                    <a16:creationId xmlns:a16="http://schemas.microsoft.com/office/drawing/2014/main" id="{8B93CDE2-C085-49D2-892E-3563CB93C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908"/>
                <a:ext cx="11" cy="37"/>
              </a:xfrm>
              <a:custGeom>
                <a:avLst/>
                <a:gdLst>
                  <a:gd name="T0" fmla="*/ 6 w 9"/>
                  <a:gd name="T1" fmla="*/ 0 h 28"/>
                  <a:gd name="T2" fmla="*/ 16 w 9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3" y="0"/>
                    </a:moveTo>
                    <a:cubicBezTo>
                      <a:pt x="2" y="9"/>
                      <a:pt x="0" y="22"/>
                      <a:pt x="9" y="2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15" name="Freeform 2104">
                <a:extLst>
                  <a:ext uri="{FF2B5EF4-FFF2-40B4-BE49-F238E27FC236}">
                    <a16:creationId xmlns:a16="http://schemas.microsoft.com/office/drawing/2014/main" id="{32251157-2A28-4468-AF0C-9B350315E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760"/>
                <a:ext cx="23" cy="105"/>
              </a:xfrm>
              <a:custGeom>
                <a:avLst/>
                <a:gdLst>
                  <a:gd name="T0" fmla="*/ 0 w 19"/>
                  <a:gd name="T1" fmla="*/ 9 h 79"/>
                  <a:gd name="T2" fmla="*/ 8 w 19"/>
                  <a:gd name="T3" fmla="*/ 65 h 79"/>
                  <a:gd name="T4" fmla="*/ 16 w 19"/>
                  <a:gd name="T5" fmla="*/ 114 h 79"/>
                  <a:gd name="T6" fmla="*/ 27 w 19"/>
                  <a:gd name="T7" fmla="*/ 186 h 79"/>
                  <a:gd name="T8" fmla="*/ 30 w 19"/>
                  <a:gd name="T9" fmla="*/ 141 h 79"/>
                  <a:gd name="T10" fmla="*/ 19 w 19"/>
                  <a:gd name="T11" fmla="*/ 96 h 79"/>
                  <a:gd name="T12" fmla="*/ 6 w 19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9">
                    <a:moveTo>
                      <a:pt x="0" y="4"/>
                    </a:moveTo>
                    <a:cubicBezTo>
                      <a:pt x="3" y="11"/>
                      <a:pt x="3" y="21"/>
                      <a:pt x="5" y="28"/>
                    </a:cubicBezTo>
                    <a:cubicBezTo>
                      <a:pt x="7" y="35"/>
                      <a:pt x="8" y="42"/>
                      <a:pt x="9" y="49"/>
                    </a:cubicBezTo>
                    <a:cubicBezTo>
                      <a:pt x="11" y="58"/>
                      <a:pt x="11" y="70"/>
                      <a:pt x="15" y="79"/>
                    </a:cubicBezTo>
                    <a:cubicBezTo>
                      <a:pt x="17" y="73"/>
                      <a:pt x="19" y="66"/>
                      <a:pt x="17" y="60"/>
                    </a:cubicBezTo>
                    <a:cubicBezTo>
                      <a:pt x="15" y="53"/>
                      <a:pt x="12" y="48"/>
                      <a:pt x="11" y="41"/>
                    </a:cubicBezTo>
                    <a:cubicBezTo>
                      <a:pt x="9" y="27"/>
                      <a:pt x="7" y="13"/>
                      <a:pt x="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16" name="Freeform 2105">
                <a:extLst>
                  <a:ext uri="{FF2B5EF4-FFF2-40B4-BE49-F238E27FC236}">
                    <a16:creationId xmlns:a16="http://schemas.microsoft.com/office/drawing/2014/main" id="{CBB30E3B-9BA3-4002-A629-0DB4B2F16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553"/>
                <a:ext cx="27" cy="164"/>
              </a:xfrm>
              <a:custGeom>
                <a:avLst/>
                <a:gdLst>
                  <a:gd name="T0" fmla="*/ 0 w 22"/>
                  <a:gd name="T1" fmla="*/ 0 h 123"/>
                  <a:gd name="T2" fmla="*/ 6 w 22"/>
                  <a:gd name="T3" fmla="*/ 76 h 123"/>
                  <a:gd name="T4" fmla="*/ 22 w 22"/>
                  <a:gd name="T5" fmla="*/ 165 h 123"/>
                  <a:gd name="T6" fmla="*/ 26 w 22"/>
                  <a:gd name="T7" fmla="*/ 244 h 123"/>
                  <a:gd name="T8" fmla="*/ 39 w 22"/>
                  <a:gd name="T9" fmla="*/ 292 h 123"/>
                  <a:gd name="T10" fmla="*/ 38 w 22"/>
                  <a:gd name="T11" fmla="*/ 240 h 123"/>
                  <a:gd name="T12" fmla="*/ 39 w 22"/>
                  <a:gd name="T13" fmla="*/ 215 h 123"/>
                  <a:gd name="T14" fmla="*/ 26 w 22"/>
                  <a:gd name="T15" fmla="*/ 137 h 123"/>
                  <a:gd name="T16" fmla="*/ 31 w 22"/>
                  <a:gd name="T17" fmla="*/ 63 h 123"/>
                  <a:gd name="T18" fmla="*/ 11 w 22"/>
                  <a:gd name="T19" fmla="*/ 7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23">
                    <a:moveTo>
                      <a:pt x="0" y="0"/>
                    </a:moveTo>
                    <a:cubicBezTo>
                      <a:pt x="1" y="11"/>
                      <a:pt x="0" y="22"/>
                      <a:pt x="3" y="32"/>
                    </a:cubicBezTo>
                    <a:cubicBezTo>
                      <a:pt x="7" y="45"/>
                      <a:pt x="9" y="57"/>
                      <a:pt x="12" y="70"/>
                    </a:cubicBezTo>
                    <a:cubicBezTo>
                      <a:pt x="13" y="82"/>
                      <a:pt x="14" y="92"/>
                      <a:pt x="14" y="103"/>
                    </a:cubicBezTo>
                    <a:cubicBezTo>
                      <a:pt x="14" y="111"/>
                      <a:pt x="18" y="117"/>
                      <a:pt x="21" y="123"/>
                    </a:cubicBezTo>
                    <a:cubicBezTo>
                      <a:pt x="21" y="115"/>
                      <a:pt x="19" y="109"/>
                      <a:pt x="20" y="101"/>
                    </a:cubicBezTo>
                    <a:cubicBezTo>
                      <a:pt x="21" y="98"/>
                      <a:pt x="22" y="94"/>
                      <a:pt x="21" y="91"/>
                    </a:cubicBezTo>
                    <a:cubicBezTo>
                      <a:pt x="20" y="80"/>
                      <a:pt x="13" y="70"/>
                      <a:pt x="14" y="58"/>
                    </a:cubicBezTo>
                    <a:cubicBezTo>
                      <a:pt x="14" y="48"/>
                      <a:pt x="16" y="37"/>
                      <a:pt x="16" y="26"/>
                    </a:cubicBezTo>
                    <a:cubicBezTo>
                      <a:pt x="15" y="17"/>
                      <a:pt x="8" y="12"/>
                      <a:pt x="6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17" name="Freeform 2106">
                <a:extLst>
                  <a:ext uri="{FF2B5EF4-FFF2-40B4-BE49-F238E27FC236}">
                    <a16:creationId xmlns:a16="http://schemas.microsoft.com/office/drawing/2014/main" id="{A6EEE20B-33FA-4A10-84B1-CB35057F0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005"/>
                <a:ext cx="37" cy="54"/>
              </a:xfrm>
              <a:custGeom>
                <a:avLst/>
                <a:gdLst>
                  <a:gd name="T0" fmla="*/ 0 w 30"/>
                  <a:gd name="T1" fmla="*/ 0 h 40"/>
                  <a:gd name="T2" fmla="*/ 19 w 30"/>
                  <a:gd name="T3" fmla="*/ 99 h 40"/>
                  <a:gd name="T4" fmla="*/ 33 w 30"/>
                  <a:gd name="T5" fmla="*/ 55 h 40"/>
                  <a:gd name="T6" fmla="*/ 57 w 30"/>
                  <a:gd name="T7" fmla="*/ 0 h 40"/>
                  <a:gd name="T8" fmla="*/ 35 w 30"/>
                  <a:gd name="T9" fmla="*/ 42 h 40"/>
                  <a:gd name="T10" fmla="*/ 14 w 30"/>
                  <a:gd name="T11" fmla="*/ 3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0">
                    <a:moveTo>
                      <a:pt x="0" y="0"/>
                    </a:moveTo>
                    <a:cubicBezTo>
                      <a:pt x="4" y="13"/>
                      <a:pt x="3" y="28"/>
                      <a:pt x="10" y="40"/>
                    </a:cubicBezTo>
                    <a:cubicBezTo>
                      <a:pt x="10" y="32"/>
                      <a:pt x="13" y="28"/>
                      <a:pt x="18" y="22"/>
                    </a:cubicBezTo>
                    <a:cubicBezTo>
                      <a:pt x="25" y="15"/>
                      <a:pt x="26" y="8"/>
                      <a:pt x="30" y="0"/>
                    </a:cubicBezTo>
                    <a:cubicBezTo>
                      <a:pt x="25" y="4"/>
                      <a:pt x="27" y="14"/>
                      <a:pt x="19" y="17"/>
                    </a:cubicBezTo>
                    <a:cubicBezTo>
                      <a:pt x="15" y="18"/>
                      <a:pt x="11" y="17"/>
                      <a:pt x="7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18" name="Freeform 2107">
                <a:extLst>
                  <a:ext uri="{FF2B5EF4-FFF2-40B4-BE49-F238E27FC236}">
                    <a16:creationId xmlns:a16="http://schemas.microsoft.com/office/drawing/2014/main" id="{DB08AFA6-F84D-4D79-8EC9-3B2A45150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001"/>
                <a:ext cx="26" cy="64"/>
              </a:xfrm>
              <a:custGeom>
                <a:avLst/>
                <a:gdLst>
                  <a:gd name="T0" fmla="*/ 11 w 21"/>
                  <a:gd name="T1" fmla="*/ 0 h 48"/>
                  <a:gd name="T2" fmla="*/ 0 w 21"/>
                  <a:gd name="T3" fmla="*/ 69 h 48"/>
                  <a:gd name="T4" fmla="*/ 37 w 21"/>
                  <a:gd name="T5" fmla="*/ 113 h 48"/>
                  <a:gd name="T6" fmla="*/ 26 w 21"/>
                  <a:gd name="T7" fmla="*/ 63 h 48"/>
                  <a:gd name="T8" fmla="*/ 19 w 21"/>
                  <a:gd name="T9" fmla="*/ 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6" y="0"/>
                    </a:moveTo>
                    <a:cubicBezTo>
                      <a:pt x="6" y="10"/>
                      <a:pt x="0" y="19"/>
                      <a:pt x="0" y="29"/>
                    </a:cubicBezTo>
                    <a:cubicBezTo>
                      <a:pt x="10" y="16"/>
                      <a:pt x="15" y="45"/>
                      <a:pt x="19" y="48"/>
                    </a:cubicBezTo>
                    <a:cubicBezTo>
                      <a:pt x="21" y="42"/>
                      <a:pt x="15" y="32"/>
                      <a:pt x="14" y="26"/>
                    </a:cubicBezTo>
                    <a:cubicBezTo>
                      <a:pt x="13" y="19"/>
                      <a:pt x="14" y="10"/>
                      <a:pt x="10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19" name="Freeform 2108">
                <a:extLst>
                  <a:ext uri="{FF2B5EF4-FFF2-40B4-BE49-F238E27FC236}">
                    <a16:creationId xmlns:a16="http://schemas.microsoft.com/office/drawing/2014/main" id="{C5167628-5681-4B3A-9B0F-D4D4A5DA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3127"/>
                <a:ext cx="25" cy="84"/>
              </a:xfrm>
              <a:custGeom>
                <a:avLst/>
                <a:gdLst>
                  <a:gd name="T0" fmla="*/ 0 w 20"/>
                  <a:gd name="T1" fmla="*/ 37 h 63"/>
                  <a:gd name="T2" fmla="*/ 18 w 20"/>
                  <a:gd name="T3" fmla="*/ 107 h 63"/>
                  <a:gd name="T4" fmla="*/ 23 w 20"/>
                  <a:gd name="T5" fmla="*/ 149 h 63"/>
                  <a:gd name="T6" fmla="*/ 25 w 20"/>
                  <a:gd name="T7" fmla="*/ 0 h 63"/>
                  <a:gd name="T8" fmla="*/ 18 w 20"/>
                  <a:gd name="T9" fmla="*/ 59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3">
                    <a:moveTo>
                      <a:pt x="0" y="16"/>
                    </a:moveTo>
                    <a:cubicBezTo>
                      <a:pt x="6" y="21"/>
                      <a:pt x="8" y="37"/>
                      <a:pt x="9" y="45"/>
                    </a:cubicBezTo>
                    <a:cubicBezTo>
                      <a:pt x="10" y="51"/>
                      <a:pt x="10" y="57"/>
                      <a:pt x="11" y="63"/>
                    </a:cubicBezTo>
                    <a:cubicBezTo>
                      <a:pt x="20" y="45"/>
                      <a:pt x="17" y="19"/>
                      <a:pt x="13" y="0"/>
                    </a:cubicBezTo>
                    <a:cubicBezTo>
                      <a:pt x="11" y="8"/>
                      <a:pt x="14" y="17"/>
                      <a:pt x="9" y="2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20" name="Freeform 2109">
                <a:extLst>
                  <a:ext uri="{FF2B5EF4-FFF2-40B4-BE49-F238E27FC236}">
                    <a16:creationId xmlns:a16="http://schemas.microsoft.com/office/drawing/2014/main" id="{09D3B525-1CA6-4326-8AF1-FD8D4F5FC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215"/>
                <a:ext cx="28" cy="38"/>
              </a:xfrm>
              <a:custGeom>
                <a:avLst/>
                <a:gdLst>
                  <a:gd name="T0" fmla="*/ 0 w 23"/>
                  <a:gd name="T1" fmla="*/ 9 h 29"/>
                  <a:gd name="T2" fmla="*/ 26 w 23"/>
                  <a:gd name="T3" fmla="*/ 66 h 29"/>
                  <a:gd name="T4" fmla="*/ 32 w 23"/>
                  <a:gd name="T5" fmla="*/ 0 h 29"/>
                  <a:gd name="T6" fmla="*/ 9 w 23"/>
                  <a:gd name="T7" fmla="*/ 2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0" y="4"/>
                    </a:moveTo>
                    <a:cubicBezTo>
                      <a:pt x="3" y="10"/>
                      <a:pt x="6" y="28"/>
                      <a:pt x="14" y="29"/>
                    </a:cubicBezTo>
                    <a:cubicBezTo>
                      <a:pt x="16" y="21"/>
                      <a:pt x="23" y="6"/>
                      <a:pt x="17" y="0"/>
                    </a:cubicBezTo>
                    <a:cubicBezTo>
                      <a:pt x="15" y="6"/>
                      <a:pt x="14" y="21"/>
                      <a:pt x="5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21" name="Freeform 2110">
                <a:extLst>
                  <a:ext uri="{FF2B5EF4-FFF2-40B4-BE49-F238E27FC236}">
                    <a16:creationId xmlns:a16="http://schemas.microsoft.com/office/drawing/2014/main" id="{C1B713EE-394F-42CC-91D7-8C5EA6DC5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3091"/>
                <a:ext cx="23" cy="36"/>
              </a:xfrm>
              <a:custGeom>
                <a:avLst/>
                <a:gdLst>
                  <a:gd name="T0" fmla="*/ 2 w 19"/>
                  <a:gd name="T1" fmla="*/ 0 h 27"/>
                  <a:gd name="T2" fmla="*/ 12 w 19"/>
                  <a:gd name="T3" fmla="*/ 64 h 27"/>
                  <a:gd name="T4" fmla="*/ 34 w 19"/>
                  <a:gd name="T5" fmla="*/ 63 h 27"/>
                  <a:gd name="T6" fmla="*/ 8 w 19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2" y="0"/>
                    </a:moveTo>
                    <a:cubicBezTo>
                      <a:pt x="0" y="9"/>
                      <a:pt x="4" y="19"/>
                      <a:pt x="7" y="27"/>
                    </a:cubicBezTo>
                    <a:cubicBezTo>
                      <a:pt x="8" y="15"/>
                      <a:pt x="12" y="21"/>
                      <a:pt x="19" y="26"/>
                    </a:cubicBezTo>
                    <a:cubicBezTo>
                      <a:pt x="16" y="18"/>
                      <a:pt x="8" y="13"/>
                      <a:pt x="5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22" name="Freeform 2111">
                <a:extLst>
                  <a:ext uri="{FF2B5EF4-FFF2-40B4-BE49-F238E27FC236}">
                    <a16:creationId xmlns:a16="http://schemas.microsoft.com/office/drawing/2014/main" id="{5FD7348F-C1B4-4125-8B6C-665525487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004"/>
                <a:ext cx="28" cy="83"/>
              </a:xfrm>
              <a:custGeom>
                <a:avLst/>
                <a:gdLst>
                  <a:gd name="T0" fmla="*/ 5 w 22"/>
                  <a:gd name="T1" fmla="*/ 33 h 62"/>
                  <a:gd name="T2" fmla="*/ 10 w 22"/>
                  <a:gd name="T3" fmla="*/ 107 h 62"/>
                  <a:gd name="T4" fmla="*/ 23 w 22"/>
                  <a:gd name="T5" fmla="*/ 149 h 62"/>
                  <a:gd name="T6" fmla="*/ 29 w 22"/>
                  <a:gd name="T7" fmla="*/ 83 h 62"/>
                  <a:gd name="T8" fmla="*/ 46 w 22"/>
                  <a:gd name="T9" fmla="*/ 0 h 62"/>
                  <a:gd name="T10" fmla="*/ 23 w 22"/>
                  <a:gd name="T11" fmla="*/ 70 h 62"/>
                  <a:gd name="T12" fmla="*/ 14 w 22"/>
                  <a:gd name="T13" fmla="*/ 63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62">
                    <a:moveTo>
                      <a:pt x="2" y="14"/>
                    </a:moveTo>
                    <a:cubicBezTo>
                      <a:pt x="0" y="23"/>
                      <a:pt x="3" y="36"/>
                      <a:pt x="5" y="45"/>
                    </a:cubicBezTo>
                    <a:cubicBezTo>
                      <a:pt x="7" y="51"/>
                      <a:pt x="8" y="57"/>
                      <a:pt x="11" y="62"/>
                    </a:cubicBezTo>
                    <a:cubicBezTo>
                      <a:pt x="8" y="54"/>
                      <a:pt x="12" y="42"/>
                      <a:pt x="14" y="34"/>
                    </a:cubicBezTo>
                    <a:cubicBezTo>
                      <a:pt x="17" y="23"/>
                      <a:pt x="21" y="12"/>
                      <a:pt x="22" y="0"/>
                    </a:cubicBezTo>
                    <a:cubicBezTo>
                      <a:pt x="18" y="9"/>
                      <a:pt x="19" y="23"/>
                      <a:pt x="11" y="29"/>
                    </a:cubicBezTo>
                    <a:cubicBezTo>
                      <a:pt x="10" y="28"/>
                      <a:pt x="8" y="27"/>
                      <a:pt x="7" y="2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23" name="Freeform 2112">
                <a:extLst>
                  <a:ext uri="{FF2B5EF4-FFF2-40B4-BE49-F238E27FC236}">
                    <a16:creationId xmlns:a16="http://schemas.microsoft.com/office/drawing/2014/main" id="{004F7AC7-EF48-40EC-BEF3-B51BFB3EF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847"/>
                <a:ext cx="34" cy="54"/>
              </a:xfrm>
              <a:custGeom>
                <a:avLst/>
                <a:gdLst>
                  <a:gd name="T0" fmla="*/ 5 w 27"/>
                  <a:gd name="T1" fmla="*/ 0 h 41"/>
                  <a:gd name="T2" fmla="*/ 1 w 27"/>
                  <a:gd name="T3" fmla="*/ 82 h 41"/>
                  <a:gd name="T4" fmla="*/ 18 w 27"/>
                  <a:gd name="T5" fmla="*/ 50 h 41"/>
                  <a:gd name="T6" fmla="*/ 54 w 27"/>
                  <a:gd name="T7" fmla="*/ 94 h 41"/>
                  <a:gd name="T8" fmla="*/ 30 w 27"/>
                  <a:gd name="T9" fmla="*/ 45 h 41"/>
                  <a:gd name="T10" fmla="*/ 6 w 27"/>
                  <a:gd name="T11" fmla="*/ 9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1">
                    <a:moveTo>
                      <a:pt x="2" y="0"/>
                    </a:moveTo>
                    <a:cubicBezTo>
                      <a:pt x="5" y="11"/>
                      <a:pt x="0" y="25"/>
                      <a:pt x="1" y="36"/>
                    </a:cubicBezTo>
                    <a:cubicBezTo>
                      <a:pt x="4" y="32"/>
                      <a:pt x="1" y="20"/>
                      <a:pt x="9" y="22"/>
                    </a:cubicBezTo>
                    <a:cubicBezTo>
                      <a:pt x="16" y="23"/>
                      <a:pt x="21" y="36"/>
                      <a:pt x="27" y="41"/>
                    </a:cubicBezTo>
                    <a:cubicBezTo>
                      <a:pt x="25" y="32"/>
                      <a:pt x="20" y="26"/>
                      <a:pt x="15" y="20"/>
                    </a:cubicBezTo>
                    <a:cubicBezTo>
                      <a:pt x="11" y="15"/>
                      <a:pt x="8" y="9"/>
                      <a:pt x="3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24" name="Freeform 2113">
                <a:extLst>
                  <a:ext uri="{FF2B5EF4-FFF2-40B4-BE49-F238E27FC236}">
                    <a16:creationId xmlns:a16="http://schemas.microsoft.com/office/drawing/2014/main" id="{7A021A17-2DAD-49E8-A988-651F3FC91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848"/>
                <a:ext cx="34" cy="76"/>
              </a:xfrm>
              <a:custGeom>
                <a:avLst/>
                <a:gdLst>
                  <a:gd name="T0" fmla="*/ 0 w 27"/>
                  <a:gd name="T1" fmla="*/ 0 h 57"/>
                  <a:gd name="T2" fmla="*/ 33 w 27"/>
                  <a:gd name="T3" fmla="*/ 73 h 57"/>
                  <a:gd name="T4" fmla="*/ 47 w 27"/>
                  <a:gd name="T5" fmla="*/ 107 h 57"/>
                  <a:gd name="T6" fmla="*/ 53 w 27"/>
                  <a:gd name="T7" fmla="*/ 135 h 57"/>
                  <a:gd name="T8" fmla="*/ 37 w 27"/>
                  <a:gd name="T9" fmla="*/ 23 h 57"/>
                  <a:gd name="T10" fmla="*/ 37 w 27"/>
                  <a:gd name="T11" fmla="*/ 48 h 57"/>
                  <a:gd name="T12" fmla="*/ 30 w 27"/>
                  <a:gd name="T13" fmla="*/ 4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7">
                    <a:moveTo>
                      <a:pt x="0" y="0"/>
                    </a:moveTo>
                    <a:cubicBezTo>
                      <a:pt x="3" y="11"/>
                      <a:pt x="12" y="22"/>
                      <a:pt x="17" y="31"/>
                    </a:cubicBezTo>
                    <a:cubicBezTo>
                      <a:pt x="19" y="36"/>
                      <a:pt x="22" y="40"/>
                      <a:pt x="23" y="45"/>
                    </a:cubicBezTo>
                    <a:cubicBezTo>
                      <a:pt x="24" y="49"/>
                      <a:pt x="24" y="54"/>
                      <a:pt x="26" y="57"/>
                    </a:cubicBezTo>
                    <a:cubicBezTo>
                      <a:pt x="27" y="41"/>
                      <a:pt x="23" y="24"/>
                      <a:pt x="18" y="10"/>
                    </a:cubicBezTo>
                    <a:cubicBezTo>
                      <a:pt x="18" y="13"/>
                      <a:pt x="20" y="17"/>
                      <a:pt x="18" y="20"/>
                    </a:cubicBezTo>
                    <a:cubicBezTo>
                      <a:pt x="17" y="20"/>
                      <a:pt x="16" y="19"/>
                      <a:pt x="15" y="1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25" name="Freeform 2114">
                <a:extLst>
                  <a:ext uri="{FF2B5EF4-FFF2-40B4-BE49-F238E27FC236}">
                    <a16:creationId xmlns:a16="http://schemas.microsoft.com/office/drawing/2014/main" id="{09473012-3E18-485C-A51C-BECE10D3E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812"/>
                <a:ext cx="21" cy="21"/>
              </a:xfrm>
              <a:custGeom>
                <a:avLst/>
                <a:gdLst>
                  <a:gd name="T0" fmla="*/ 0 w 17"/>
                  <a:gd name="T1" fmla="*/ 14 h 16"/>
                  <a:gd name="T2" fmla="*/ 21 w 17"/>
                  <a:gd name="T3" fmla="*/ 22 h 16"/>
                  <a:gd name="T4" fmla="*/ 32 w 17"/>
                  <a:gd name="T5" fmla="*/ 37 h 16"/>
                  <a:gd name="T6" fmla="*/ 26 w 17"/>
                  <a:gd name="T7" fmla="*/ 0 h 16"/>
                  <a:gd name="T8" fmla="*/ 14 w 17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0" y="6"/>
                    </a:moveTo>
                    <a:cubicBezTo>
                      <a:pt x="3" y="8"/>
                      <a:pt x="8" y="8"/>
                      <a:pt x="11" y="10"/>
                    </a:cubicBezTo>
                    <a:cubicBezTo>
                      <a:pt x="13" y="11"/>
                      <a:pt x="15" y="15"/>
                      <a:pt x="17" y="16"/>
                    </a:cubicBezTo>
                    <a:cubicBezTo>
                      <a:pt x="16" y="11"/>
                      <a:pt x="16" y="4"/>
                      <a:pt x="14" y="0"/>
                    </a:cubicBezTo>
                    <a:cubicBezTo>
                      <a:pt x="15" y="4"/>
                      <a:pt x="12" y="9"/>
                      <a:pt x="7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26" name="Freeform 2115">
                <a:extLst>
                  <a:ext uri="{FF2B5EF4-FFF2-40B4-BE49-F238E27FC236}">
                    <a16:creationId xmlns:a16="http://schemas.microsoft.com/office/drawing/2014/main" id="{D0066966-3F04-4F5E-9C15-0C38C7F66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964"/>
                <a:ext cx="16" cy="47"/>
              </a:xfrm>
              <a:custGeom>
                <a:avLst/>
                <a:gdLst>
                  <a:gd name="T0" fmla="*/ 0 w 13"/>
                  <a:gd name="T1" fmla="*/ 0 h 35"/>
                  <a:gd name="T2" fmla="*/ 9 w 13"/>
                  <a:gd name="T3" fmla="*/ 47 h 35"/>
                  <a:gd name="T4" fmla="*/ 17 w 13"/>
                  <a:gd name="T5" fmla="*/ 79 h 35"/>
                  <a:gd name="T6" fmla="*/ 22 w 13"/>
                  <a:gd name="T7" fmla="*/ 5 h 35"/>
                  <a:gd name="T8" fmla="*/ 18 w 13"/>
                  <a:gd name="T9" fmla="*/ 35 h 35"/>
                  <a:gd name="T10" fmla="*/ 15 w 13"/>
                  <a:gd name="T11" fmla="*/ 2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5">
                    <a:moveTo>
                      <a:pt x="0" y="0"/>
                    </a:moveTo>
                    <a:cubicBezTo>
                      <a:pt x="3" y="5"/>
                      <a:pt x="3" y="13"/>
                      <a:pt x="5" y="19"/>
                    </a:cubicBezTo>
                    <a:cubicBezTo>
                      <a:pt x="6" y="21"/>
                      <a:pt x="7" y="32"/>
                      <a:pt x="9" y="33"/>
                    </a:cubicBezTo>
                    <a:cubicBezTo>
                      <a:pt x="13" y="35"/>
                      <a:pt x="12" y="5"/>
                      <a:pt x="12" y="2"/>
                    </a:cubicBezTo>
                    <a:cubicBezTo>
                      <a:pt x="12" y="6"/>
                      <a:pt x="13" y="12"/>
                      <a:pt x="10" y="14"/>
                    </a:cubicBezTo>
                    <a:cubicBezTo>
                      <a:pt x="9" y="14"/>
                      <a:pt x="8" y="13"/>
                      <a:pt x="8" y="1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27" name="Freeform 2116">
                <a:extLst>
                  <a:ext uri="{FF2B5EF4-FFF2-40B4-BE49-F238E27FC236}">
                    <a16:creationId xmlns:a16="http://schemas.microsoft.com/office/drawing/2014/main" id="{485CDC8C-109B-4B61-A2B5-07727C53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859"/>
                <a:ext cx="10" cy="30"/>
              </a:xfrm>
              <a:custGeom>
                <a:avLst/>
                <a:gdLst>
                  <a:gd name="T0" fmla="*/ 0 w 8"/>
                  <a:gd name="T1" fmla="*/ 0 h 23"/>
                  <a:gd name="T2" fmla="*/ 0 w 8"/>
                  <a:gd name="T3" fmla="*/ 51 h 23"/>
                  <a:gd name="T4" fmla="*/ 8 w 8"/>
                  <a:gd name="T5" fmla="*/ 30 h 23"/>
                  <a:gd name="T6" fmla="*/ 13 w 8"/>
                  <a:gd name="T7" fmla="*/ 35 h 23"/>
                  <a:gd name="T8" fmla="*/ 6 w 8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2" y="20"/>
                      <a:pt x="3" y="17"/>
                      <a:pt x="4" y="14"/>
                    </a:cubicBezTo>
                    <a:cubicBezTo>
                      <a:pt x="5" y="15"/>
                      <a:pt x="6" y="16"/>
                      <a:pt x="6" y="16"/>
                    </a:cubicBezTo>
                    <a:cubicBezTo>
                      <a:pt x="8" y="11"/>
                      <a:pt x="3" y="5"/>
                      <a:pt x="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28" name="Freeform 2117">
                <a:extLst>
                  <a:ext uri="{FF2B5EF4-FFF2-40B4-BE49-F238E27FC236}">
                    <a16:creationId xmlns:a16="http://schemas.microsoft.com/office/drawing/2014/main" id="{E1C87929-55CD-4968-BB53-1409CB573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832"/>
                <a:ext cx="25" cy="72"/>
              </a:xfrm>
              <a:custGeom>
                <a:avLst/>
                <a:gdLst>
                  <a:gd name="T0" fmla="*/ 0 w 20"/>
                  <a:gd name="T1" fmla="*/ 0 h 54"/>
                  <a:gd name="T2" fmla="*/ 29 w 20"/>
                  <a:gd name="T3" fmla="*/ 128 h 54"/>
                  <a:gd name="T4" fmla="*/ 31 w 20"/>
                  <a:gd name="T5" fmla="*/ 71 h 54"/>
                  <a:gd name="T6" fmla="*/ 33 w 20"/>
                  <a:gd name="T7" fmla="*/ 5 h 54"/>
                  <a:gd name="T8" fmla="*/ 29 w 20"/>
                  <a:gd name="T9" fmla="*/ 49 h 54"/>
                  <a:gd name="T10" fmla="*/ 20 w 20"/>
                  <a:gd name="T11" fmla="*/ 48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4">
                    <a:moveTo>
                      <a:pt x="0" y="0"/>
                    </a:moveTo>
                    <a:cubicBezTo>
                      <a:pt x="6" y="18"/>
                      <a:pt x="10" y="36"/>
                      <a:pt x="14" y="54"/>
                    </a:cubicBezTo>
                    <a:cubicBezTo>
                      <a:pt x="18" y="52"/>
                      <a:pt x="15" y="35"/>
                      <a:pt x="16" y="30"/>
                    </a:cubicBezTo>
                    <a:cubicBezTo>
                      <a:pt x="16" y="20"/>
                      <a:pt x="20" y="12"/>
                      <a:pt x="17" y="2"/>
                    </a:cubicBezTo>
                    <a:cubicBezTo>
                      <a:pt x="16" y="8"/>
                      <a:pt x="18" y="16"/>
                      <a:pt x="14" y="21"/>
                    </a:cubicBezTo>
                    <a:cubicBezTo>
                      <a:pt x="13" y="20"/>
                      <a:pt x="11" y="20"/>
                      <a:pt x="10" y="2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29" name="Freeform 2118">
                <a:extLst>
                  <a:ext uri="{FF2B5EF4-FFF2-40B4-BE49-F238E27FC236}">
                    <a16:creationId xmlns:a16="http://schemas.microsoft.com/office/drawing/2014/main" id="{9BF45919-AB84-4DAA-92C5-626199453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720"/>
                <a:ext cx="22" cy="35"/>
              </a:xfrm>
              <a:custGeom>
                <a:avLst/>
                <a:gdLst>
                  <a:gd name="T0" fmla="*/ 13 w 17"/>
                  <a:gd name="T1" fmla="*/ 0 h 26"/>
                  <a:gd name="T2" fmla="*/ 5 w 17"/>
                  <a:gd name="T3" fmla="*/ 62 h 26"/>
                  <a:gd name="T4" fmla="*/ 17 w 17"/>
                  <a:gd name="T5" fmla="*/ 42 h 26"/>
                  <a:gd name="T6" fmla="*/ 36 w 17"/>
                  <a:gd name="T7" fmla="*/ 63 h 26"/>
                  <a:gd name="T8" fmla="*/ 17 w 17"/>
                  <a:gd name="T9" fmla="*/ 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6">
                    <a:moveTo>
                      <a:pt x="6" y="0"/>
                    </a:moveTo>
                    <a:cubicBezTo>
                      <a:pt x="3" y="6"/>
                      <a:pt x="0" y="19"/>
                      <a:pt x="2" y="25"/>
                    </a:cubicBezTo>
                    <a:cubicBezTo>
                      <a:pt x="4" y="23"/>
                      <a:pt x="6" y="17"/>
                      <a:pt x="8" y="17"/>
                    </a:cubicBezTo>
                    <a:cubicBezTo>
                      <a:pt x="12" y="17"/>
                      <a:pt x="14" y="25"/>
                      <a:pt x="17" y="26"/>
                    </a:cubicBezTo>
                    <a:cubicBezTo>
                      <a:pt x="15" y="19"/>
                      <a:pt x="12" y="9"/>
                      <a:pt x="8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30" name="Freeform 2119">
                <a:extLst>
                  <a:ext uri="{FF2B5EF4-FFF2-40B4-BE49-F238E27FC236}">
                    <a16:creationId xmlns:a16="http://schemas.microsoft.com/office/drawing/2014/main" id="{E54A61E2-CBCC-43F3-B461-55174EF31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709"/>
                <a:ext cx="20" cy="54"/>
              </a:xfrm>
              <a:custGeom>
                <a:avLst/>
                <a:gdLst>
                  <a:gd name="T0" fmla="*/ 0 w 16"/>
                  <a:gd name="T1" fmla="*/ 32 h 40"/>
                  <a:gd name="T2" fmla="*/ 18 w 16"/>
                  <a:gd name="T3" fmla="*/ 99 h 40"/>
                  <a:gd name="T4" fmla="*/ 20 w 16"/>
                  <a:gd name="T5" fmla="*/ 49 h 40"/>
                  <a:gd name="T6" fmla="*/ 30 w 16"/>
                  <a:gd name="T7" fmla="*/ 27 h 40"/>
                  <a:gd name="T8" fmla="*/ 30 w 16"/>
                  <a:gd name="T9" fmla="*/ 0 h 40"/>
                  <a:gd name="T10" fmla="*/ 6 w 16"/>
                  <a:gd name="T11" fmla="*/ 3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0">
                    <a:moveTo>
                      <a:pt x="0" y="13"/>
                    </a:moveTo>
                    <a:cubicBezTo>
                      <a:pt x="4" y="21"/>
                      <a:pt x="5" y="31"/>
                      <a:pt x="9" y="40"/>
                    </a:cubicBezTo>
                    <a:cubicBezTo>
                      <a:pt x="10" y="33"/>
                      <a:pt x="7" y="26"/>
                      <a:pt x="10" y="20"/>
                    </a:cubicBezTo>
                    <a:cubicBezTo>
                      <a:pt x="11" y="16"/>
                      <a:pt x="14" y="14"/>
                      <a:pt x="15" y="11"/>
                    </a:cubicBezTo>
                    <a:cubicBezTo>
                      <a:pt x="16" y="7"/>
                      <a:pt x="16" y="4"/>
                      <a:pt x="15" y="0"/>
                    </a:cubicBezTo>
                    <a:cubicBezTo>
                      <a:pt x="11" y="6"/>
                      <a:pt x="13" y="20"/>
                      <a:pt x="3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31" name="Freeform 2120">
                <a:extLst>
                  <a:ext uri="{FF2B5EF4-FFF2-40B4-BE49-F238E27FC236}">
                    <a16:creationId xmlns:a16="http://schemas.microsoft.com/office/drawing/2014/main" id="{8ABF7C6F-401E-457A-B7F5-B1A79543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745"/>
                <a:ext cx="23" cy="43"/>
              </a:xfrm>
              <a:custGeom>
                <a:avLst/>
                <a:gdLst>
                  <a:gd name="T0" fmla="*/ 0 w 18"/>
                  <a:gd name="T1" fmla="*/ 1 h 32"/>
                  <a:gd name="T2" fmla="*/ 22 w 18"/>
                  <a:gd name="T3" fmla="*/ 54 h 32"/>
                  <a:gd name="T4" fmla="*/ 28 w 18"/>
                  <a:gd name="T5" fmla="*/ 78 h 32"/>
                  <a:gd name="T6" fmla="*/ 28 w 18"/>
                  <a:gd name="T7" fmla="*/ 0 h 32"/>
                  <a:gd name="T8" fmla="*/ 23 w 18"/>
                  <a:gd name="T9" fmla="*/ 36 h 32"/>
                  <a:gd name="T10" fmla="*/ 19 w 18"/>
                  <a:gd name="T11" fmla="*/ 3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2">
                    <a:moveTo>
                      <a:pt x="0" y="1"/>
                    </a:moveTo>
                    <a:cubicBezTo>
                      <a:pt x="1" y="9"/>
                      <a:pt x="8" y="15"/>
                      <a:pt x="10" y="22"/>
                    </a:cubicBezTo>
                    <a:cubicBezTo>
                      <a:pt x="11" y="25"/>
                      <a:pt x="11" y="29"/>
                      <a:pt x="13" y="32"/>
                    </a:cubicBezTo>
                    <a:cubicBezTo>
                      <a:pt x="18" y="23"/>
                      <a:pt x="14" y="9"/>
                      <a:pt x="13" y="0"/>
                    </a:cubicBezTo>
                    <a:cubicBezTo>
                      <a:pt x="12" y="5"/>
                      <a:pt x="13" y="10"/>
                      <a:pt x="11" y="15"/>
                    </a:cubicBezTo>
                    <a:cubicBezTo>
                      <a:pt x="10" y="15"/>
                      <a:pt x="10" y="14"/>
                      <a:pt x="9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32" name="Freeform 2121">
                <a:extLst>
                  <a:ext uri="{FF2B5EF4-FFF2-40B4-BE49-F238E27FC236}">
                    <a16:creationId xmlns:a16="http://schemas.microsoft.com/office/drawing/2014/main" id="{543ADB0D-F200-4CD6-ACE5-74820DAF8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692"/>
                <a:ext cx="13" cy="52"/>
              </a:xfrm>
              <a:custGeom>
                <a:avLst/>
                <a:gdLst>
                  <a:gd name="T0" fmla="*/ 0 w 10"/>
                  <a:gd name="T1" fmla="*/ 31 h 39"/>
                  <a:gd name="T2" fmla="*/ 7 w 10"/>
                  <a:gd name="T3" fmla="*/ 92 h 39"/>
                  <a:gd name="T4" fmla="*/ 13 w 10"/>
                  <a:gd name="T5" fmla="*/ 52 h 39"/>
                  <a:gd name="T6" fmla="*/ 21 w 10"/>
                  <a:gd name="T7" fmla="*/ 0 h 39"/>
                  <a:gd name="T8" fmla="*/ 7 w 10"/>
                  <a:gd name="T9" fmla="*/ 2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9">
                    <a:moveTo>
                      <a:pt x="0" y="13"/>
                    </a:moveTo>
                    <a:cubicBezTo>
                      <a:pt x="1" y="21"/>
                      <a:pt x="0" y="33"/>
                      <a:pt x="3" y="39"/>
                    </a:cubicBezTo>
                    <a:cubicBezTo>
                      <a:pt x="6" y="34"/>
                      <a:pt x="6" y="28"/>
                      <a:pt x="6" y="22"/>
                    </a:cubicBezTo>
                    <a:cubicBezTo>
                      <a:pt x="7" y="15"/>
                      <a:pt x="10" y="7"/>
                      <a:pt x="9" y="0"/>
                    </a:cubicBezTo>
                    <a:cubicBezTo>
                      <a:pt x="7" y="4"/>
                      <a:pt x="8" y="12"/>
                      <a:pt x="3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33" name="Freeform 2122">
                <a:extLst>
                  <a:ext uri="{FF2B5EF4-FFF2-40B4-BE49-F238E27FC236}">
                    <a16:creationId xmlns:a16="http://schemas.microsoft.com/office/drawing/2014/main" id="{F0802825-0C20-4CD7-9BDC-AC92080A2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744"/>
                <a:ext cx="16" cy="80"/>
              </a:xfrm>
              <a:custGeom>
                <a:avLst/>
                <a:gdLst>
                  <a:gd name="T0" fmla="*/ 0 w 13"/>
                  <a:gd name="T1" fmla="*/ 55 h 60"/>
                  <a:gd name="T2" fmla="*/ 11 w 13"/>
                  <a:gd name="T3" fmla="*/ 143 h 60"/>
                  <a:gd name="T4" fmla="*/ 15 w 13"/>
                  <a:gd name="T5" fmla="*/ 127 h 60"/>
                  <a:gd name="T6" fmla="*/ 21 w 13"/>
                  <a:gd name="T7" fmla="*/ 69 h 60"/>
                  <a:gd name="T8" fmla="*/ 21 w 13"/>
                  <a:gd name="T9" fmla="*/ 0 h 60"/>
                  <a:gd name="T10" fmla="*/ 9 w 13"/>
                  <a:gd name="T11" fmla="*/ 57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0">
                    <a:moveTo>
                      <a:pt x="0" y="23"/>
                    </a:moveTo>
                    <a:cubicBezTo>
                      <a:pt x="5" y="34"/>
                      <a:pt x="2" y="49"/>
                      <a:pt x="6" y="60"/>
                    </a:cubicBezTo>
                    <a:cubicBezTo>
                      <a:pt x="8" y="57"/>
                      <a:pt x="7" y="55"/>
                      <a:pt x="8" y="53"/>
                    </a:cubicBezTo>
                    <a:cubicBezTo>
                      <a:pt x="8" y="45"/>
                      <a:pt x="10" y="37"/>
                      <a:pt x="11" y="29"/>
                    </a:cubicBezTo>
                    <a:cubicBezTo>
                      <a:pt x="12" y="19"/>
                      <a:pt x="13" y="10"/>
                      <a:pt x="11" y="0"/>
                    </a:cubicBezTo>
                    <a:cubicBezTo>
                      <a:pt x="12" y="9"/>
                      <a:pt x="10" y="16"/>
                      <a:pt x="5" y="2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34" name="Freeform 2123">
                <a:extLst>
                  <a:ext uri="{FF2B5EF4-FFF2-40B4-BE49-F238E27FC236}">
                    <a16:creationId xmlns:a16="http://schemas.microsoft.com/office/drawing/2014/main" id="{FDAD7016-8A28-4C6E-93A1-4AE19212F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668"/>
                <a:ext cx="32" cy="28"/>
              </a:xfrm>
              <a:custGeom>
                <a:avLst/>
                <a:gdLst>
                  <a:gd name="T0" fmla="*/ 2 w 26"/>
                  <a:gd name="T1" fmla="*/ 0 h 21"/>
                  <a:gd name="T2" fmla="*/ 2 w 26"/>
                  <a:gd name="T3" fmla="*/ 36 h 21"/>
                  <a:gd name="T4" fmla="*/ 22 w 26"/>
                  <a:gd name="T5" fmla="*/ 23 h 21"/>
                  <a:gd name="T6" fmla="*/ 48 w 26"/>
                  <a:gd name="T7" fmla="*/ 49 h 21"/>
                  <a:gd name="T8" fmla="*/ 7 w 26"/>
                  <a:gd name="T9" fmla="*/ 1 h 21"/>
                  <a:gd name="T10" fmla="*/ 6 w 26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1">
                    <a:moveTo>
                      <a:pt x="2" y="0"/>
                    </a:moveTo>
                    <a:cubicBezTo>
                      <a:pt x="0" y="4"/>
                      <a:pt x="2" y="10"/>
                      <a:pt x="2" y="15"/>
                    </a:cubicBezTo>
                    <a:cubicBezTo>
                      <a:pt x="4" y="10"/>
                      <a:pt x="7" y="9"/>
                      <a:pt x="12" y="10"/>
                    </a:cubicBezTo>
                    <a:cubicBezTo>
                      <a:pt x="20" y="11"/>
                      <a:pt x="22" y="17"/>
                      <a:pt x="26" y="21"/>
                    </a:cubicBezTo>
                    <a:cubicBezTo>
                      <a:pt x="23" y="13"/>
                      <a:pt x="13" y="0"/>
                      <a:pt x="4" y="1"/>
                    </a:cubicBezTo>
                    <a:cubicBezTo>
                      <a:pt x="3" y="1"/>
                      <a:pt x="4" y="0"/>
                      <a:pt x="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35" name="Freeform 2124">
                <a:extLst>
                  <a:ext uri="{FF2B5EF4-FFF2-40B4-BE49-F238E27FC236}">
                    <a16:creationId xmlns:a16="http://schemas.microsoft.com/office/drawing/2014/main" id="{FCB41CE5-06F8-4587-9ECD-2803109CA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691"/>
                <a:ext cx="25" cy="41"/>
              </a:xfrm>
              <a:custGeom>
                <a:avLst/>
                <a:gdLst>
                  <a:gd name="T0" fmla="*/ 0 w 20"/>
                  <a:gd name="T1" fmla="*/ 0 h 31"/>
                  <a:gd name="T2" fmla="*/ 10 w 20"/>
                  <a:gd name="T3" fmla="*/ 33 h 31"/>
                  <a:gd name="T4" fmla="*/ 10 w 20"/>
                  <a:gd name="T5" fmla="*/ 71 h 31"/>
                  <a:gd name="T6" fmla="*/ 39 w 20"/>
                  <a:gd name="T7" fmla="*/ 60 h 31"/>
                  <a:gd name="T8" fmla="*/ 6 w 20"/>
                  <a:gd name="T9" fmla="*/ 1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1">
                    <a:moveTo>
                      <a:pt x="0" y="0"/>
                    </a:moveTo>
                    <a:cubicBezTo>
                      <a:pt x="1" y="5"/>
                      <a:pt x="4" y="9"/>
                      <a:pt x="5" y="14"/>
                    </a:cubicBezTo>
                    <a:cubicBezTo>
                      <a:pt x="6" y="20"/>
                      <a:pt x="3" y="26"/>
                      <a:pt x="5" y="31"/>
                    </a:cubicBezTo>
                    <a:cubicBezTo>
                      <a:pt x="6" y="20"/>
                      <a:pt x="14" y="23"/>
                      <a:pt x="20" y="26"/>
                    </a:cubicBezTo>
                    <a:cubicBezTo>
                      <a:pt x="13" y="21"/>
                      <a:pt x="9" y="11"/>
                      <a:pt x="3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36" name="Freeform 2125">
                <a:extLst>
                  <a:ext uri="{FF2B5EF4-FFF2-40B4-BE49-F238E27FC236}">
                    <a16:creationId xmlns:a16="http://schemas.microsoft.com/office/drawing/2014/main" id="{4C9756AB-41B0-43DD-AF66-41FEB08E2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795"/>
                <a:ext cx="22" cy="66"/>
              </a:xfrm>
              <a:custGeom>
                <a:avLst/>
                <a:gdLst>
                  <a:gd name="T0" fmla="*/ 1 w 18"/>
                  <a:gd name="T1" fmla="*/ 29 h 50"/>
                  <a:gd name="T2" fmla="*/ 11 w 18"/>
                  <a:gd name="T3" fmla="*/ 45 h 50"/>
                  <a:gd name="T4" fmla="*/ 24 w 18"/>
                  <a:gd name="T5" fmla="*/ 81 h 50"/>
                  <a:gd name="T6" fmla="*/ 33 w 18"/>
                  <a:gd name="T7" fmla="*/ 115 h 50"/>
                  <a:gd name="T8" fmla="*/ 16 w 18"/>
                  <a:gd name="T9" fmla="*/ 0 h 50"/>
                  <a:gd name="T10" fmla="*/ 0 w 18"/>
                  <a:gd name="T11" fmla="*/ 34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0">
                    <a:moveTo>
                      <a:pt x="1" y="13"/>
                    </a:moveTo>
                    <a:cubicBezTo>
                      <a:pt x="2" y="16"/>
                      <a:pt x="4" y="18"/>
                      <a:pt x="6" y="20"/>
                    </a:cubicBezTo>
                    <a:cubicBezTo>
                      <a:pt x="9" y="25"/>
                      <a:pt x="11" y="30"/>
                      <a:pt x="13" y="35"/>
                    </a:cubicBezTo>
                    <a:cubicBezTo>
                      <a:pt x="15" y="40"/>
                      <a:pt x="18" y="45"/>
                      <a:pt x="18" y="50"/>
                    </a:cubicBezTo>
                    <a:cubicBezTo>
                      <a:pt x="18" y="33"/>
                      <a:pt x="9" y="17"/>
                      <a:pt x="9" y="0"/>
                    </a:cubicBezTo>
                    <a:cubicBezTo>
                      <a:pt x="7" y="6"/>
                      <a:pt x="7" y="12"/>
                      <a:pt x="0" y="1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37" name="Freeform 2126">
                <a:extLst>
                  <a:ext uri="{FF2B5EF4-FFF2-40B4-BE49-F238E27FC236}">
                    <a16:creationId xmlns:a16="http://schemas.microsoft.com/office/drawing/2014/main" id="{248F9FC0-E18E-4753-85FB-D3266E80C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807"/>
                <a:ext cx="13" cy="32"/>
              </a:xfrm>
              <a:custGeom>
                <a:avLst/>
                <a:gdLst>
                  <a:gd name="T0" fmla="*/ 1 w 10"/>
                  <a:gd name="T1" fmla="*/ 0 h 24"/>
                  <a:gd name="T2" fmla="*/ 9 w 10"/>
                  <a:gd name="T3" fmla="*/ 57 h 24"/>
                  <a:gd name="T4" fmla="*/ 22 w 10"/>
                  <a:gd name="T5" fmla="*/ 36 h 24"/>
                  <a:gd name="T6" fmla="*/ 5 w 10"/>
                  <a:gd name="T7" fmla="*/ 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1" y="0"/>
                    </a:moveTo>
                    <a:cubicBezTo>
                      <a:pt x="0" y="6"/>
                      <a:pt x="0" y="19"/>
                      <a:pt x="4" y="24"/>
                    </a:cubicBezTo>
                    <a:cubicBezTo>
                      <a:pt x="5" y="21"/>
                      <a:pt x="4" y="10"/>
                      <a:pt x="10" y="15"/>
                    </a:cubicBezTo>
                    <a:cubicBezTo>
                      <a:pt x="8" y="10"/>
                      <a:pt x="3" y="6"/>
                      <a:pt x="2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38" name="Freeform 2127">
                <a:extLst>
                  <a:ext uri="{FF2B5EF4-FFF2-40B4-BE49-F238E27FC236}">
                    <a16:creationId xmlns:a16="http://schemas.microsoft.com/office/drawing/2014/main" id="{3A287AC0-1B07-471F-9C34-B8B6D005D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828"/>
                <a:ext cx="33" cy="39"/>
              </a:xfrm>
              <a:custGeom>
                <a:avLst/>
                <a:gdLst>
                  <a:gd name="T0" fmla="*/ 0 w 27"/>
                  <a:gd name="T1" fmla="*/ 9 h 29"/>
                  <a:gd name="T2" fmla="*/ 15 w 27"/>
                  <a:gd name="T3" fmla="*/ 70 h 29"/>
                  <a:gd name="T4" fmla="*/ 49 w 27"/>
                  <a:gd name="T5" fmla="*/ 47 h 29"/>
                  <a:gd name="T6" fmla="*/ 1 w 27"/>
                  <a:gd name="T7" fmla="*/ 1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9">
                    <a:moveTo>
                      <a:pt x="0" y="4"/>
                    </a:moveTo>
                    <a:cubicBezTo>
                      <a:pt x="5" y="10"/>
                      <a:pt x="6" y="22"/>
                      <a:pt x="8" y="29"/>
                    </a:cubicBezTo>
                    <a:cubicBezTo>
                      <a:pt x="10" y="21"/>
                      <a:pt x="18" y="10"/>
                      <a:pt x="27" y="19"/>
                    </a:cubicBezTo>
                    <a:cubicBezTo>
                      <a:pt x="24" y="14"/>
                      <a:pt x="7" y="0"/>
                      <a:pt x="1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39" name="Freeform 2128">
                <a:extLst>
                  <a:ext uri="{FF2B5EF4-FFF2-40B4-BE49-F238E27FC236}">
                    <a16:creationId xmlns:a16="http://schemas.microsoft.com/office/drawing/2014/main" id="{3B34BD66-C6ED-4DCE-A6FF-A5E43BEDC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924"/>
                <a:ext cx="27" cy="55"/>
              </a:xfrm>
              <a:custGeom>
                <a:avLst/>
                <a:gdLst>
                  <a:gd name="T0" fmla="*/ 0 w 22"/>
                  <a:gd name="T1" fmla="*/ 15 h 41"/>
                  <a:gd name="T2" fmla="*/ 39 w 22"/>
                  <a:gd name="T3" fmla="*/ 99 h 41"/>
                  <a:gd name="T4" fmla="*/ 39 w 22"/>
                  <a:gd name="T5" fmla="*/ 63 h 41"/>
                  <a:gd name="T6" fmla="*/ 33 w 22"/>
                  <a:gd name="T7" fmla="*/ 0 h 41"/>
                  <a:gd name="T8" fmla="*/ 25 w 22"/>
                  <a:gd name="T9" fmla="*/ 6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1">
                    <a:moveTo>
                      <a:pt x="0" y="6"/>
                    </a:moveTo>
                    <a:cubicBezTo>
                      <a:pt x="2" y="19"/>
                      <a:pt x="13" y="30"/>
                      <a:pt x="21" y="41"/>
                    </a:cubicBezTo>
                    <a:cubicBezTo>
                      <a:pt x="22" y="37"/>
                      <a:pt x="20" y="31"/>
                      <a:pt x="21" y="26"/>
                    </a:cubicBezTo>
                    <a:cubicBezTo>
                      <a:pt x="21" y="17"/>
                      <a:pt x="20" y="9"/>
                      <a:pt x="18" y="0"/>
                    </a:cubicBezTo>
                    <a:cubicBezTo>
                      <a:pt x="20" y="9"/>
                      <a:pt x="22" y="20"/>
                      <a:pt x="13" y="2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40" name="Freeform 2129">
                <a:extLst>
                  <a:ext uri="{FF2B5EF4-FFF2-40B4-BE49-F238E27FC236}">
                    <a16:creationId xmlns:a16="http://schemas.microsoft.com/office/drawing/2014/main" id="{922378CA-B095-4A47-94CC-1EF23DABA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960"/>
                <a:ext cx="13" cy="45"/>
              </a:xfrm>
              <a:custGeom>
                <a:avLst/>
                <a:gdLst>
                  <a:gd name="T0" fmla="*/ 7 w 11"/>
                  <a:gd name="T1" fmla="*/ 0 h 34"/>
                  <a:gd name="T2" fmla="*/ 7 w 11"/>
                  <a:gd name="T3" fmla="*/ 37 h 34"/>
                  <a:gd name="T4" fmla="*/ 2 w 11"/>
                  <a:gd name="T5" fmla="*/ 79 h 34"/>
                  <a:gd name="T6" fmla="*/ 9 w 11"/>
                  <a:gd name="T7" fmla="*/ 56 h 34"/>
                  <a:gd name="T8" fmla="*/ 17 w 11"/>
                  <a:gd name="T9" fmla="*/ 58 h 34"/>
                  <a:gd name="T10" fmla="*/ 8 w 11"/>
                  <a:gd name="T11" fmla="*/ 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4">
                    <a:moveTo>
                      <a:pt x="4" y="0"/>
                    </a:moveTo>
                    <a:cubicBezTo>
                      <a:pt x="4" y="5"/>
                      <a:pt x="4" y="11"/>
                      <a:pt x="4" y="16"/>
                    </a:cubicBezTo>
                    <a:cubicBezTo>
                      <a:pt x="4" y="21"/>
                      <a:pt x="0" y="29"/>
                      <a:pt x="2" y="34"/>
                    </a:cubicBezTo>
                    <a:cubicBezTo>
                      <a:pt x="5" y="31"/>
                      <a:pt x="5" y="27"/>
                      <a:pt x="6" y="24"/>
                    </a:cubicBezTo>
                    <a:cubicBezTo>
                      <a:pt x="7" y="25"/>
                      <a:pt x="9" y="25"/>
                      <a:pt x="10" y="25"/>
                    </a:cubicBezTo>
                    <a:cubicBezTo>
                      <a:pt x="11" y="19"/>
                      <a:pt x="7" y="11"/>
                      <a:pt x="5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41" name="Freeform 2130">
                <a:extLst>
                  <a:ext uri="{FF2B5EF4-FFF2-40B4-BE49-F238E27FC236}">
                    <a16:creationId xmlns:a16="http://schemas.microsoft.com/office/drawing/2014/main" id="{79A75B91-86B4-4521-84DE-8CAB9E5AB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096"/>
                <a:ext cx="12" cy="25"/>
              </a:xfrm>
              <a:custGeom>
                <a:avLst/>
                <a:gdLst>
                  <a:gd name="T0" fmla="*/ 0 w 10"/>
                  <a:gd name="T1" fmla="*/ 0 h 19"/>
                  <a:gd name="T2" fmla="*/ 8 w 10"/>
                  <a:gd name="T3" fmla="*/ 43 h 19"/>
                  <a:gd name="T4" fmla="*/ 17 w 10"/>
                  <a:gd name="T5" fmla="*/ 21 h 19"/>
                  <a:gd name="T6" fmla="*/ 2 w 10"/>
                  <a:gd name="T7" fmla="*/ 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2" y="6"/>
                      <a:pt x="4" y="12"/>
                      <a:pt x="5" y="19"/>
                    </a:cubicBezTo>
                    <a:cubicBezTo>
                      <a:pt x="5" y="15"/>
                      <a:pt x="5" y="10"/>
                      <a:pt x="10" y="9"/>
                    </a:cubicBezTo>
                    <a:cubicBezTo>
                      <a:pt x="7" y="6"/>
                      <a:pt x="4" y="4"/>
                      <a:pt x="2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42" name="Freeform 2131">
                <a:extLst>
                  <a:ext uri="{FF2B5EF4-FFF2-40B4-BE49-F238E27FC236}">
                    <a16:creationId xmlns:a16="http://schemas.microsoft.com/office/drawing/2014/main" id="{40B29A1C-E298-4074-9A6E-A339BF825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3591"/>
                <a:ext cx="12" cy="61"/>
              </a:xfrm>
              <a:custGeom>
                <a:avLst/>
                <a:gdLst>
                  <a:gd name="T0" fmla="*/ 1 w 10"/>
                  <a:gd name="T1" fmla="*/ 0 h 46"/>
                  <a:gd name="T2" fmla="*/ 1 w 10"/>
                  <a:gd name="T3" fmla="*/ 53 h 46"/>
                  <a:gd name="T4" fmla="*/ 10 w 10"/>
                  <a:gd name="T5" fmla="*/ 107 h 46"/>
                  <a:gd name="T6" fmla="*/ 17 w 10"/>
                  <a:gd name="T7" fmla="*/ 66 h 46"/>
                  <a:gd name="T8" fmla="*/ 6 w 10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1" y="0"/>
                    </a:moveTo>
                    <a:cubicBezTo>
                      <a:pt x="1" y="8"/>
                      <a:pt x="0" y="15"/>
                      <a:pt x="1" y="23"/>
                    </a:cubicBezTo>
                    <a:cubicBezTo>
                      <a:pt x="1" y="31"/>
                      <a:pt x="5" y="38"/>
                      <a:pt x="6" y="46"/>
                    </a:cubicBezTo>
                    <a:cubicBezTo>
                      <a:pt x="6" y="41"/>
                      <a:pt x="5" y="32"/>
                      <a:pt x="10" y="29"/>
                    </a:cubicBezTo>
                    <a:cubicBezTo>
                      <a:pt x="5" y="20"/>
                      <a:pt x="2" y="9"/>
                      <a:pt x="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43" name="Freeform 2132">
                <a:extLst>
                  <a:ext uri="{FF2B5EF4-FFF2-40B4-BE49-F238E27FC236}">
                    <a16:creationId xmlns:a16="http://schemas.microsoft.com/office/drawing/2014/main" id="{DB707188-299D-4E90-9FD8-743EE09F7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663"/>
                <a:ext cx="15" cy="52"/>
              </a:xfrm>
              <a:custGeom>
                <a:avLst/>
                <a:gdLst>
                  <a:gd name="T0" fmla="*/ 5 w 12"/>
                  <a:gd name="T1" fmla="*/ 0 h 39"/>
                  <a:gd name="T2" fmla="*/ 0 w 12"/>
                  <a:gd name="T3" fmla="*/ 92 h 39"/>
                  <a:gd name="T4" fmla="*/ 24 w 12"/>
                  <a:gd name="T5" fmla="*/ 1 h 39"/>
                  <a:gd name="T6" fmla="*/ 16 w 12"/>
                  <a:gd name="T7" fmla="*/ 28 h 39"/>
                  <a:gd name="T8" fmla="*/ 13 w 12"/>
                  <a:gd name="T9" fmla="*/ 2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9">
                    <a:moveTo>
                      <a:pt x="2" y="0"/>
                    </a:moveTo>
                    <a:cubicBezTo>
                      <a:pt x="5" y="13"/>
                      <a:pt x="0" y="26"/>
                      <a:pt x="0" y="39"/>
                    </a:cubicBezTo>
                    <a:cubicBezTo>
                      <a:pt x="4" y="26"/>
                      <a:pt x="12" y="15"/>
                      <a:pt x="12" y="1"/>
                    </a:cubicBezTo>
                    <a:cubicBezTo>
                      <a:pt x="10" y="4"/>
                      <a:pt x="10" y="8"/>
                      <a:pt x="8" y="12"/>
                    </a:cubicBezTo>
                    <a:cubicBezTo>
                      <a:pt x="7" y="12"/>
                      <a:pt x="7" y="11"/>
                      <a:pt x="6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44" name="Freeform 2133">
                <a:extLst>
                  <a:ext uri="{FF2B5EF4-FFF2-40B4-BE49-F238E27FC236}">
                    <a16:creationId xmlns:a16="http://schemas.microsoft.com/office/drawing/2014/main" id="{AB08CD57-4BE7-41D3-AF51-A16B88E7D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3689"/>
                <a:ext cx="14" cy="31"/>
              </a:xfrm>
              <a:custGeom>
                <a:avLst/>
                <a:gdLst>
                  <a:gd name="T0" fmla="*/ 5 w 11"/>
                  <a:gd name="T1" fmla="*/ 9 h 23"/>
                  <a:gd name="T2" fmla="*/ 6 w 11"/>
                  <a:gd name="T3" fmla="*/ 57 h 23"/>
                  <a:gd name="T4" fmla="*/ 23 w 11"/>
                  <a:gd name="T5" fmla="*/ 32 h 23"/>
                  <a:gd name="T6" fmla="*/ 6 w 1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2" y="4"/>
                    </a:moveTo>
                    <a:cubicBezTo>
                      <a:pt x="1" y="9"/>
                      <a:pt x="0" y="18"/>
                      <a:pt x="3" y="23"/>
                    </a:cubicBezTo>
                    <a:cubicBezTo>
                      <a:pt x="5" y="19"/>
                      <a:pt x="3" y="10"/>
                      <a:pt x="11" y="13"/>
                    </a:cubicBezTo>
                    <a:cubicBezTo>
                      <a:pt x="10" y="8"/>
                      <a:pt x="5" y="5"/>
                      <a:pt x="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45" name="Freeform 2134">
                <a:extLst>
                  <a:ext uri="{FF2B5EF4-FFF2-40B4-BE49-F238E27FC236}">
                    <a16:creationId xmlns:a16="http://schemas.microsoft.com/office/drawing/2014/main" id="{279DD545-684A-4090-AFBC-E925EB64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601"/>
                <a:ext cx="20" cy="24"/>
              </a:xfrm>
              <a:custGeom>
                <a:avLst/>
                <a:gdLst>
                  <a:gd name="T0" fmla="*/ 0 w 16"/>
                  <a:gd name="T1" fmla="*/ 43 h 18"/>
                  <a:gd name="T2" fmla="*/ 20 w 16"/>
                  <a:gd name="T3" fmla="*/ 0 h 18"/>
                  <a:gd name="T4" fmla="*/ 31 w 16"/>
                  <a:gd name="T5" fmla="*/ 37 h 18"/>
                  <a:gd name="T6" fmla="*/ 13 w 16"/>
                  <a:gd name="T7" fmla="*/ 3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0" y="18"/>
                    </a:moveTo>
                    <a:cubicBezTo>
                      <a:pt x="5" y="14"/>
                      <a:pt x="9" y="7"/>
                      <a:pt x="10" y="0"/>
                    </a:cubicBezTo>
                    <a:cubicBezTo>
                      <a:pt x="11" y="6"/>
                      <a:pt x="14" y="10"/>
                      <a:pt x="16" y="16"/>
                    </a:cubicBezTo>
                    <a:cubicBezTo>
                      <a:pt x="13" y="13"/>
                      <a:pt x="9" y="12"/>
                      <a:pt x="6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46" name="Freeform 2135">
                <a:extLst>
                  <a:ext uri="{FF2B5EF4-FFF2-40B4-BE49-F238E27FC236}">
                    <a16:creationId xmlns:a16="http://schemas.microsoft.com/office/drawing/2014/main" id="{E79CA1EE-93F9-4538-AF28-19AF4110C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635"/>
                <a:ext cx="30" cy="36"/>
              </a:xfrm>
              <a:custGeom>
                <a:avLst/>
                <a:gdLst>
                  <a:gd name="T0" fmla="*/ 0 w 24"/>
                  <a:gd name="T1" fmla="*/ 28 h 27"/>
                  <a:gd name="T2" fmla="*/ 25 w 24"/>
                  <a:gd name="T3" fmla="*/ 55 h 27"/>
                  <a:gd name="T4" fmla="*/ 48 w 24"/>
                  <a:gd name="T5" fmla="*/ 64 h 27"/>
                  <a:gd name="T6" fmla="*/ 33 w 24"/>
                  <a:gd name="T7" fmla="*/ 0 h 27"/>
                  <a:gd name="T8" fmla="*/ 16 w 24"/>
                  <a:gd name="T9" fmla="*/ 3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7">
                    <a:moveTo>
                      <a:pt x="0" y="12"/>
                    </a:moveTo>
                    <a:cubicBezTo>
                      <a:pt x="5" y="15"/>
                      <a:pt x="7" y="20"/>
                      <a:pt x="13" y="23"/>
                    </a:cubicBezTo>
                    <a:cubicBezTo>
                      <a:pt x="17" y="24"/>
                      <a:pt x="21" y="26"/>
                      <a:pt x="24" y="27"/>
                    </a:cubicBezTo>
                    <a:cubicBezTo>
                      <a:pt x="22" y="19"/>
                      <a:pt x="17" y="9"/>
                      <a:pt x="17" y="0"/>
                    </a:cubicBezTo>
                    <a:cubicBezTo>
                      <a:pt x="17" y="6"/>
                      <a:pt x="16" y="17"/>
                      <a:pt x="8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47" name="Freeform 2136">
                <a:extLst>
                  <a:ext uri="{FF2B5EF4-FFF2-40B4-BE49-F238E27FC236}">
                    <a16:creationId xmlns:a16="http://schemas.microsoft.com/office/drawing/2014/main" id="{6D98DAC0-18CC-47BE-AF19-FE6DDABCA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565"/>
                <a:ext cx="13" cy="36"/>
              </a:xfrm>
              <a:custGeom>
                <a:avLst/>
                <a:gdLst>
                  <a:gd name="T0" fmla="*/ 0 w 10"/>
                  <a:gd name="T1" fmla="*/ 27 h 27"/>
                  <a:gd name="T2" fmla="*/ 21 w 10"/>
                  <a:gd name="T3" fmla="*/ 64 h 27"/>
                  <a:gd name="T4" fmla="*/ 22 w 10"/>
                  <a:gd name="T5" fmla="*/ 0 h 27"/>
                  <a:gd name="T6" fmla="*/ 7 w 10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7">
                    <a:moveTo>
                      <a:pt x="0" y="11"/>
                    </a:moveTo>
                    <a:cubicBezTo>
                      <a:pt x="0" y="17"/>
                      <a:pt x="4" y="25"/>
                      <a:pt x="9" y="27"/>
                    </a:cubicBezTo>
                    <a:cubicBezTo>
                      <a:pt x="9" y="18"/>
                      <a:pt x="10" y="9"/>
                      <a:pt x="10" y="0"/>
                    </a:cubicBezTo>
                    <a:cubicBezTo>
                      <a:pt x="8" y="3"/>
                      <a:pt x="8" y="13"/>
                      <a:pt x="3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48" name="Freeform 2137">
                <a:extLst>
                  <a:ext uri="{FF2B5EF4-FFF2-40B4-BE49-F238E27FC236}">
                    <a16:creationId xmlns:a16="http://schemas.microsoft.com/office/drawing/2014/main" id="{ABF65550-B614-4F29-B29D-F16478300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623"/>
                <a:ext cx="9" cy="44"/>
              </a:xfrm>
              <a:custGeom>
                <a:avLst/>
                <a:gdLst>
                  <a:gd name="T0" fmla="*/ 0 w 7"/>
                  <a:gd name="T1" fmla="*/ 0 h 33"/>
                  <a:gd name="T2" fmla="*/ 0 w 7"/>
                  <a:gd name="T3" fmla="*/ 79 h 33"/>
                  <a:gd name="T4" fmla="*/ 10 w 7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3">
                    <a:moveTo>
                      <a:pt x="0" y="0"/>
                    </a:moveTo>
                    <a:cubicBezTo>
                      <a:pt x="4" y="10"/>
                      <a:pt x="0" y="23"/>
                      <a:pt x="0" y="33"/>
                    </a:cubicBezTo>
                    <a:cubicBezTo>
                      <a:pt x="7" y="26"/>
                      <a:pt x="5" y="10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49" name="Freeform 2138">
                <a:extLst>
                  <a:ext uri="{FF2B5EF4-FFF2-40B4-BE49-F238E27FC236}">
                    <a16:creationId xmlns:a16="http://schemas.microsoft.com/office/drawing/2014/main" id="{455F6B05-6567-436B-AA69-F5924940D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716"/>
                <a:ext cx="29" cy="56"/>
              </a:xfrm>
              <a:custGeom>
                <a:avLst/>
                <a:gdLst>
                  <a:gd name="T0" fmla="*/ 0 w 23"/>
                  <a:gd name="T1" fmla="*/ 0 h 42"/>
                  <a:gd name="T2" fmla="*/ 14 w 23"/>
                  <a:gd name="T3" fmla="*/ 55 h 42"/>
                  <a:gd name="T4" fmla="*/ 38 w 23"/>
                  <a:gd name="T5" fmla="*/ 100 h 42"/>
                  <a:gd name="T6" fmla="*/ 42 w 23"/>
                  <a:gd name="T7" fmla="*/ 23 h 42"/>
                  <a:gd name="T8" fmla="*/ 37 w 23"/>
                  <a:gd name="T9" fmla="*/ 63 h 42"/>
                  <a:gd name="T10" fmla="*/ 18 w 23"/>
                  <a:gd name="T11" fmla="*/ 4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2">
                    <a:moveTo>
                      <a:pt x="0" y="0"/>
                    </a:moveTo>
                    <a:cubicBezTo>
                      <a:pt x="4" y="8"/>
                      <a:pt x="2" y="16"/>
                      <a:pt x="7" y="23"/>
                    </a:cubicBezTo>
                    <a:cubicBezTo>
                      <a:pt x="10" y="28"/>
                      <a:pt x="14" y="39"/>
                      <a:pt x="19" y="42"/>
                    </a:cubicBezTo>
                    <a:cubicBezTo>
                      <a:pt x="23" y="37"/>
                      <a:pt x="22" y="17"/>
                      <a:pt x="21" y="10"/>
                    </a:cubicBezTo>
                    <a:cubicBezTo>
                      <a:pt x="20" y="13"/>
                      <a:pt x="22" y="25"/>
                      <a:pt x="18" y="26"/>
                    </a:cubicBezTo>
                    <a:cubicBezTo>
                      <a:pt x="14" y="28"/>
                      <a:pt x="10" y="21"/>
                      <a:pt x="9" y="1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50" name="Freeform 2139">
                <a:extLst>
                  <a:ext uri="{FF2B5EF4-FFF2-40B4-BE49-F238E27FC236}">
                    <a16:creationId xmlns:a16="http://schemas.microsoft.com/office/drawing/2014/main" id="{F706C447-E867-4C90-94D2-49BE5886A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639"/>
                <a:ext cx="15" cy="30"/>
              </a:xfrm>
              <a:custGeom>
                <a:avLst/>
                <a:gdLst>
                  <a:gd name="T0" fmla="*/ 6 w 12"/>
                  <a:gd name="T1" fmla="*/ 5 h 23"/>
                  <a:gd name="T2" fmla="*/ 0 w 12"/>
                  <a:gd name="T3" fmla="*/ 51 h 23"/>
                  <a:gd name="T4" fmla="*/ 24 w 12"/>
                  <a:gd name="T5" fmla="*/ 30 h 23"/>
                  <a:gd name="T6" fmla="*/ 8 w 12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3" y="2"/>
                    </a:moveTo>
                    <a:cubicBezTo>
                      <a:pt x="3" y="8"/>
                      <a:pt x="3" y="17"/>
                      <a:pt x="0" y="23"/>
                    </a:cubicBezTo>
                    <a:cubicBezTo>
                      <a:pt x="2" y="18"/>
                      <a:pt x="6" y="12"/>
                      <a:pt x="12" y="14"/>
                    </a:cubicBezTo>
                    <a:cubicBezTo>
                      <a:pt x="10" y="10"/>
                      <a:pt x="6" y="5"/>
                      <a:pt x="4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51" name="Freeform 2140">
                <a:extLst>
                  <a:ext uri="{FF2B5EF4-FFF2-40B4-BE49-F238E27FC236}">
                    <a16:creationId xmlns:a16="http://schemas.microsoft.com/office/drawing/2014/main" id="{835C3449-66F4-459F-8E66-815A3A934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653"/>
                <a:ext cx="10" cy="56"/>
              </a:xfrm>
              <a:custGeom>
                <a:avLst/>
                <a:gdLst>
                  <a:gd name="T0" fmla="*/ 0 w 8"/>
                  <a:gd name="T1" fmla="*/ 0 h 42"/>
                  <a:gd name="T2" fmla="*/ 14 w 8"/>
                  <a:gd name="T3" fmla="*/ 52 h 42"/>
                  <a:gd name="T4" fmla="*/ 14 w 8"/>
                  <a:gd name="T5" fmla="*/ 10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2">
                    <a:moveTo>
                      <a:pt x="0" y="0"/>
                    </a:moveTo>
                    <a:cubicBezTo>
                      <a:pt x="6" y="3"/>
                      <a:pt x="7" y="17"/>
                      <a:pt x="7" y="22"/>
                    </a:cubicBezTo>
                    <a:cubicBezTo>
                      <a:pt x="8" y="29"/>
                      <a:pt x="7" y="35"/>
                      <a:pt x="7" y="42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52" name="Freeform 2141">
                <a:extLst>
                  <a:ext uri="{FF2B5EF4-FFF2-40B4-BE49-F238E27FC236}">
                    <a16:creationId xmlns:a16="http://schemas.microsoft.com/office/drawing/2014/main" id="{CA41F8E9-51AA-4473-9386-63A6F2066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732"/>
                <a:ext cx="13" cy="40"/>
              </a:xfrm>
              <a:custGeom>
                <a:avLst/>
                <a:gdLst>
                  <a:gd name="T0" fmla="*/ 2 w 11"/>
                  <a:gd name="T1" fmla="*/ 5 h 30"/>
                  <a:gd name="T2" fmla="*/ 7 w 11"/>
                  <a:gd name="T3" fmla="*/ 71 h 30"/>
                  <a:gd name="T4" fmla="*/ 18 w 11"/>
                  <a:gd name="T5" fmla="*/ 27 h 30"/>
                  <a:gd name="T6" fmla="*/ 8 w 1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0">
                    <a:moveTo>
                      <a:pt x="2" y="2"/>
                    </a:moveTo>
                    <a:cubicBezTo>
                      <a:pt x="2" y="10"/>
                      <a:pt x="0" y="23"/>
                      <a:pt x="4" y="30"/>
                    </a:cubicBezTo>
                    <a:cubicBezTo>
                      <a:pt x="7" y="23"/>
                      <a:pt x="3" y="13"/>
                      <a:pt x="11" y="11"/>
                    </a:cubicBezTo>
                    <a:cubicBezTo>
                      <a:pt x="10" y="6"/>
                      <a:pt x="7" y="4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53" name="Freeform 2142">
                <a:extLst>
                  <a:ext uri="{FF2B5EF4-FFF2-40B4-BE49-F238E27FC236}">
                    <a16:creationId xmlns:a16="http://schemas.microsoft.com/office/drawing/2014/main" id="{CBB30319-E657-452A-BCAF-4E3666637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664"/>
                <a:ext cx="22" cy="56"/>
              </a:xfrm>
              <a:custGeom>
                <a:avLst/>
                <a:gdLst>
                  <a:gd name="T0" fmla="*/ 0 w 18"/>
                  <a:gd name="T1" fmla="*/ 59 h 42"/>
                  <a:gd name="T2" fmla="*/ 33 w 18"/>
                  <a:gd name="T3" fmla="*/ 97 h 42"/>
                  <a:gd name="T4" fmla="*/ 11 w 18"/>
                  <a:gd name="T5" fmla="*/ 0 h 42"/>
                  <a:gd name="T6" fmla="*/ 2 w 18"/>
                  <a:gd name="T7" fmla="*/ 5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2">
                    <a:moveTo>
                      <a:pt x="0" y="25"/>
                    </a:moveTo>
                    <a:cubicBezTo>
                      <a:pt x="3" y="30"/>
                      <a:pt x="12" y="42"/>
                      <a:pt x="18" y="41"/>
                    </a:cubicBezTo>
                    <a:cubicBezTo>
                      <a:pt x="8" y="32"/>
                      <a:pt x="6" y="13"/>
                      <a:pt x="6" y="0"/>
                    </a:cubicBezTo>
                    <a:cubicBezTo>
                      <a:pt x="2" y="8"/>
                      <a:pt x="7" y="16"/>
                      <a:pt x="2" y="2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54" name="Freeform 2143">
                <a:extLst>
                  <a:ext uri="{FF2B5EF4-FFF2-40B4-BE49-F238E27FC236}">
                    <a16:creationId xmlns:a16="http://schemas.microsoft.com/office/drawing/2014/main" id="{B8722AA2-171E-4435-9F8E-13A967E1A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583"/>
                <a:ext cx="23" cy="37"/>
              </a:xfrm>
              <a:custGeom>
                <a:avLst/>
                <a:gdLst>
                  <a:gd name="T0" fmla="*/ 0 w 19"/>
                  <a:gd name="T1" fmla="*/ 16 h 28"/>
                  <a:gd name="T2" fmla="*/ 28 w 19"/>
                  <a:gd name="T3" fmla="*/ 65 h 28"/>
                  <a:gd name="T4" fmla="*/ 30 w 19"/>
                  <a:gd name="T5" fmla="*/ 34 h 28"/>
                  <a:gd name="T6" fmla="*/ 33 w 19"/>
                  <a:gd name="T7" fmla="*/ 0 h 28"/>
                  <a:gd name="T8" fmla="*/ 27 w 19"/>
                  <a:gd name="T9" fmla="*/ 33 h 28"/>
                  <a:gd name="T10" fmla="*/ 19 w 19"/>
                  <a:gd name="T11" fmla="*/ 3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8">
                    <a:moveTo>
                      <a:pt x="0" y="7"/>
                    </a:moveTo>
                    <a:cubicBezTo>
                      <a:pt x="6" y="13"/>
                      <a:pt x="9" y="24"/>
                      <a:pt x="16" y="28"/>
                    </a:cubicBezTo>
                    <a:cubicBezTo>
                      <a:pt x="18" y="25"/>
                      <a:pt x="17" y="20"/>
                      <a:pt x="17" y="15"/>
                    </a:cubicBezTo>
                    <a:cubicBezTo>
                      <a:pt x="17" y="10"/>
                      <a:pt x="19" y="5"/>
                      <a:pt x="18" y="0"/>
                    </a:cubicBezTo>
                    <a:cubicBezTo>
                      <a:pt x="17" y="4"/>
                      <a:pt x="18" y="11"/>
                      <a:pt x="15" y="14"/>
                    </a:cubicBezTo>
                    <a:cubicBezTo>
                      <a:pt x="13" y="16"/>
                      <a:pt x="11" y="16"/>
                      <a:pt x="11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55" name="Freeform 2144">
                <a:extLst>
                  <a:ext uri="{FF2B5EF4-FFF2-40B4-BE49-F238E27FC236}">
                    <a16:creationId xmlns:a16="http://schemas.microsoft.com/office/drawing/2014/main" id="{CE211469-4F6B-4FDA-AF56-F0A6F37A0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601"/>
                <a:ext cx="16" cy="23"/>
              </a:xfrm>
              <a:custGeom>
                <a:avLst/>
                <a:gdLst>
                  <a:gd name="T0" fmla="*/ 0 w 13"/>
                  <a:gd name="T1" fmla="*/ 0 h 17"/>
                  <a:gd name="T2" fmla="*/ 17 w 13"/>
                  <a:gd name="T3" fmla="*/ 42 h 17"/>
                  <a:gd name="T4" fmla="*/ 25 w 13"/>
                  <a:gd name="T5" fmla="*/ 5 h 17"/>
                  <a:gd name="T6" fmla="*/ 18 w 13"/>
                  <a:gd name="T7" fmla="*/ 2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0" y="0"/>
                    </a:moveTo>
                    <a:cubicBezTo>
                      <a:pt x="4" y="4"/>
                      <a:pt x="5" y="12"/>
                      <a:pt x="9" y="17"/>
                    </a:cubicBezTo>
                    <a:cubicBezTo>
                      <a:pt x="12" y="13"/>
                      <a:pt x="13" y="7"/>
                      <a:pt x="13" y="2"/>
                    </a:cubicBezTo>
                    <a:cubicBezTo>
                      <a:pt x="13" y="4"/>
                      <a:pt x="12" y="7"/>
                      <a:pt x="10" y="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56" name="Freeform 2145">
                <a:extLst>
                  <a:ext uri="{FF2B5EF4-FFF2-40B4-BE49-F238E27FC236}">
                    <a16:creationId xmlns:a16="http://schemas.microsoft.com/office/drawing/2014/main" id="{8BC8C254-8685-4261-8739-229F828F1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619"/>
                <a:ext cx="14" cy="44"/>
              </a:xfrm>
              <a:custGeom>
                <a:avLst/>
                <a:gdLst>
                  <a:gd name="T0" fmla="*/ 5 w 11"/>
                  <a:gd name="T1" fmla="*/ 0 h 33"/>
                  <a:gd name="T2" fmla="*/ 0 w 11"/>
                  <a:gd name="T3" fmla="*/ 79 h 33"/>
                  <a:gd name="T4" fmla="*/ 22 w 11"/>
                  <a:gd name="T5" fmla="*/ 37 h 33"/>
                  <a:gd name="T6" fmla="*/ 10 w 11"/>
                  <a:gd name="T7" fmla="*/ 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3">
                    <a:moveTo>
                      <a:pt x="2" y="0"/>
                    </a:moveTo>
                    <a:cubicBezTo>
                      <a:pt x="0" y="10"/>
                      <a:pt x="1" y="22"/>
                      <a:pt x="0" y="33"/>
                    </a:cubicBezTo>
                    <a:cubicBezTo>
                      <a:pt x="3" y="28"/>
                      <a:pt x="2" y="16"/>
                      <a:pt x="10" y="16"/>
                    </a:cubicBezTo>
                    <a:cubicBezTo>
                      <a:pt x="11" y="10"/>
                      <a:pt x="1" y="7"/>
                      <a:pt x="5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57" name="Freeform 2146">
                <a:extLst>
                  <a:ext uri="{FF2B5EF4-FFF2-40B4-BE49-F238E27FC236}">
                    <a16:creationId xmlns:a16="http://schemas.microsoft.com/office/drawing/2014/main" id="{455DC19A-0C20-41B0-84E1-A95169D0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599"/>
                <a:ext cx="9" cy="21"/>
              </a:xfrm>
              <a:custGeom>
                <a:avLst/>
                <a:gdLst>
                  <a:gd name="T0" fmla="*/ 0 w 7"/>
                  <a:gd name="T1" fmla="*/ 0 h 16"/>
                  <a:gd name="T2" fmla="*/ 0 w 7"/>
                  <a:gd name="T3" fmla="*/ 37 h 16"/>
                  <a:gd name="T4" fmla="*/ 8 w 7"/>
                  <a:gd name="T5" fmla="*/ 21 h 16"/>
                  <a:gd name="T6" fmla="*/ 15 w 7"/>
                  <a:gd name="T7" fmla="*/ 21 h 16"/>
                  <a:gd name="T8" fmla="*/ 5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0" y="5"/>
                      <a:pt x="0" y="11"/>
                      <a:pt x="0" y="16"/>
                    </a:cubicBezTo>
                    <a:cubicBezTo>
                      <a:pt x="2" y="14"/>
                      <a:pt x="3" y="11"/>
                      <a:pt x="4" y="9"/>
                    </a:cubicBezTo>
                    <a:cubicBezTo>
                      <a:pt x="5" y="9"/>
                      <a:pt x="7" y="9"/>
                      <a:pt x="7" y="9"/>
                    </a:cubicBezTo>
                    <a:cubicBezTo>
                      <a:pt x="6" y="7"/>
                      <a:pt x="3" y="4"/>
                      <a:pt x="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58" name="Freeform 2147">
                <a:extLst>
                  <a:ext uri="{FF2B5EF4-FFF2-40B4-BE49-F238E27FC236}">
                    <a16:creationId xmlns:a16="http://schemas.microsoft.com/office/drawing/2014/main" id="{8CFBA8A2-0D70-4BB0-943A-A2197A8B5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669"/>
                <a:ext cx="12" cy="24"/>
              </a:xfrm>
              <a:custGeom>
                <a:avLst/>
                <a:gdLst>
                  <a:gd name="T0" fmla="*/ 0 w 10"/>
                  <a:gd name="T1" fmla="*/ 23 h 18"/>
                  <a:gd name="T2" fmla="*/ 17 w 10"/>
                  <a:gd name="T3" fmla="*/ 43 h 18"/>
                  <a:gd name="T4" fmla="*/ 14 w 10"/>
                  <a:gd name="T5" fmla="*/ 0 h 18"/>
                  <a:gd name="T6" fmla="*/ 6 w 10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0" y="10"/>
                    </a:moveTo>
                    <a:cubicBezTo>
                      <a:pt x="2" y="14"/>
                      <a:pt x="6" y="17"/>
                      <a:pt x="10" y="18"/>
                    </a:cubicBezTo>
                    <a:cubicBezTo>
                      <a:pt x="6" y="13"/>
                      <a:pt x="5" y="6"/>
                      <a:pt x="8" y="0"/>
                    </a:cubicBezTo>
                    <a:cubicBezTo>
                      <a:pt x="5" y="3"/>
                      <a:pt x="4" y="6"/>
                      <a:pt x="3" y="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59" name="Freeform 2148">
                <a:extLst>
                  <a:ext uri="{FF2B5EF4-FFF2-40B4-BE49-F238E27FC236}">
                    <a16:creationId xmlns:a16="http://schemas.microsoft.com/office/drawing/2014/main" id="{1824D134-E249-4854-B4DF-2C936D148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797"/>
                <a:ext cx="13" cy="30"/>
              </a:xfrm>
              <a:custGeom>
                <a:avLst/>
                <a:gdLst>
                  <a:gd name="T0" fmla="*/ 1 w 11"/>
                  <a:gd name="T1" fmla="*/ 0 h 22"/>
                  <a:gd name="T2" fmla="*/ 2 w 11"/>
                  <a:gd name="T3" fmla="*/ 56 h 22"/>
                  <a:gd name="T4" fmla="*/ 18 w 11"/>
                  <a:gd name="T5" fmla="*/ 46 h 22"/>
                  <a:gd name="T6" fmla="*/ 6 w 11"/>
                  <a:gd name="T7" fmla="*/ 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" y="0"/>
                    </a:moveTo>
                    <a:cubicBezTo>
                      <a:pt x="1" y="7"/>
                      <a:pt x="0" y="15"/>
                      <a:pt x="2" y="22"/>
                    </a:cubicBezTo>
                    <a:cubicBezTo>
                      <a:pt x="4" y="18"/>
                      <a:pt x="7" y="15"/>
                      <a:pt x="11" y="18"/>
                    </a:cubicBezTo>
                    <a:cubicBezTo>
                      <a:pt x="10" y="13"/>
                      <a:pt x="1" y="7"/>
                      <a:pt x="3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60" name="Freeform 2149">
                <a:extLst>
                  <a:ext uri="{FF2B5EF4-FFF2-40B4-BE49-F238E27FC236}">
                    <a16:creationId xmlns:a16="http://schemas.microsoft.com/office/drawing/2014/main" id="{669BB2DA-3D86-4181-BB62-E1A006954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871"/>
                <a:ext cx="17" cy="56"/>
              </a:xfrm>
              <a:custGeom>
                <a:avLst/>
                <a:gdLst>
                  <a:gd name="T0" fmla="*/ 29 w 13"/>
                  <a:gd name="T1" fmla="*/ 7 h 42"/>
                  <a:gd name="T2" fmla="*/ 21 w 13"/>
                  <a:gd name="T3" fmla="*/ 100 h 42"/>
                  <a:gd name="T4" fmla="*/ 29 w 1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2">
                    <a:moveTo>
                      <a:pt x="13" y="3"/>
                    </a:moveTo>
                    <a:cubicBezTo>
                      <a:pt x="7" y="15"/>
                      <a:pt x="10" y="29"/>
                      <a:pt x="9" y="42"/>
                    </a:cubicBezTo>
                    <a:cubicBezTo>
                      <a:pt x="0" y="27"/>
                      <a:pt x="7" y="15"/>
                      <a:pt x="1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61" name="Freeform 2150">
                <a:extLst>
                  <a:ext uri="{FF2B5EF4-FFF2-40B4-BE49-F238E27FC236}">
                    <a16:creationId xmlns:a16="http://schemas.microsoft.com/office/drawing/2014/main" id="{F6449373-CAF7-431C-A686-8E31A5632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945"/>
                <a:ext cx="4" cy="42"/>
              </a:xfrm>
              <a:custGeom>
                <a:avLst/>
                <a:gdLst>
                  <a:gd name="T0" fmla="*/ 0 w 3"/>
                  <a:gd name="T1" fmla="*/ 0 h 31"/>
                  <a:gd name="T2" fmla="*/ 7 w 3"/>
                  <a:gd name="T3" fmla="*/ 7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1">
                    <a:moveTo>
                      <a:pt x="0" y="0"/>
                    </a:moveTo>
                    <a:cubicBezTo>
                      <a:pt x="3" y="11"/>
                      <a:pt x="3" y="21"/>
                      <a:pt x="3" y="3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62" name="Freeform 2151">
                <a:extLst>
                  <a:ext uri="{FF2B5EF4-FFF2-40B4-BE49-F238E27FC236}">
                    <a16:creationId xmlns:a16="http://schemas.microsoft.com/office/drawing/2014/main" id="{B1295C75-BC9E-4EE6-9797-E66A88498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3284"/>
                <a:ext cx="18" cy="61"/>
              </a:xfrm>
              <a:custGeom>
                <a:avLst/>
                <a:gdLst>
                  <a:gd name="T0" fmla="*/ 15 w 14"/>
                  <a:gd name="T1" fmla="*/ 0 h 46"/>
                  <a:gd name="T2" fmla="*/ 17 w 14"/>
                  <a:gd name="T3" fmla="*/ 56 h 46"/>
                  <a:gd name="T4" fmla="*/ 28 w 14"/>
                  <a:gd name="T5" fmla="*/ 107 h 46"/>
                  <a:gd name="T6" fmla="*/ 0 w 14"/>
                  <a:gd name="T7" fmla="*/ 50 h 46"/>
                  <a:gd name="T8" fmla="*/ 15 w 14"/>
                  <a:gd name="T9" fmla="*/ 12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7" y="0"/>
                    </a:moveTo>
                    <a:cubicBezTo>
                      <a:pt x="7" y="8"/>
                      <a:pt x="7" y="17"/>
                      <a:pt x="8" y="24"/>
                    </a:cubicBezTo>
                    <a:cubicBezTo>
                      <a:pt x="9" y="31"/>
                      <a:pt x="14" y="39"/>
                      <a:pt x="13" y="46"/>
                    </a:cubicBezTo>
                    <a:cubicBezTo>
                      <a:pt x="6" y="40"/>
                      <a:pt x="4" y="31"/>
                      <a:pt x="0" y="22"/>
                    </a:cubicBezTo>
                    <a:cubicBezTo>
                      <a:pt x="9" y="20"/>
                      <a:pt x="6" y="12"/>
                      <a:pt x="7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63" name="Freeform 2152">
                <a:extLst>
                  <a:ext uri="{FF2B5EF4-FFF2-40B4-BE49-F238E27FC236}">
                    <a16:creationId xmlns:a16="http://schemas.microsoft.com/office/drawing/2014/main" id="{246A5D40-4610-4E7E-818C-45DA8E192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393"/>
                <a:ext cx="10" cy="38"/>
              </a:xfrm>
              <a:custGeom>
                <a:avLst/>
                <a:gdLst>
                  <a:gd name="T0" fmla="*/ 0 w 8"/>
                  <a:gd name="T1" fmla="*/ 14 h 28"/>
                  <a:gd name="T2" fmla="*/ 16 w 8"/>
                  <a:gd name="T3" fmla="*/ 71 h 28"/>
                  <a:gd name="T4" fmla="*/ 10 w 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8">
                    <a:moveTo>
                      <a:pt x="0" y="5"/>
                    </a:moveTo>
                    <a:cubicBezTo>
                      <a:pt x="2" y="13"/>
                      <a:pt x="7" y="20"/>
                      <a:pt x="8" y="28"/>
                    </a:cubicBezTo>
                    <a:cubicBezTo>
                      <a:pt x="6" y="20"/>
                      <a:pt x="5" y="9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64" name="Freeform 2153">
                <a:extLst>
                  <a:ext uri="{FF2B5EF4-FFF2-40B4-BE49-F238E27FC236}">
                    <a16:creationId xmlns:a16="http://schemas.microsoft.com/office/drawing/2014/main" id="{4A6FCBB4-FD8B-46CF-8D43-C483CF7FB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473"/>
                <a:ext cx="15" cy="35"/>
              </a:xfrm>
              <a:custGeom>
                <a:avLst/>
                <a:gdLst>
                  <a:gd name="T0" fmla="*/ 0 w 12"/>
                  <a:gd name="T1" fmla="*/ 12 h 26"/>
                  <a:gd name="T2" fmla="*/ 20 w 12"/>
                  <a:gd name="T3" fmla="*/ 63 h 26"/>
                  <a:gd name="T4" fmla="*/ 16 w 12"/>
                  <a:gd name="T5" fmla="*/ 42 h 26"/>
                  <a:gd name="T6" fmla="*/ 14 w 12"/>
                  <a:gd name="T7" fmla="*/ 0 h 26"/>
                  <a:gd name="T8" fmla="*/ 10 w 12"/>
                  <a:gd name="T9" fmla="*/ 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6">
                    <a:moveTo>
                      <a:pt x="0" y="5"/>
                    </a:moveTo>
                    <a:cubicBezTo>
                      <a:pt x="2" y="11"/>
                      <a:pt x="5" y="23"/>
                      <a:pt x="10" y="26"/>
                    </a:cubicBezTo>
                    <a:cubicBezTo>
                      <a:pt x="12" y="23"/>
                      <a:pt x="9" y="20"/>
                      <a:pt x="8" y="17"/>
                    </a:cubicBezTo>
                    <a:cubicBezTo>
                      <a:pt x="7" y="11"/>
                      <a:pt x="8" y="6"/>
                      <a:pt x="7" y="0"/>
                    </a:cubicBezTo>
                    <a:cubicBezTo>
                      <a:pt x="7" y="1"/>
                      <a:pt x="5" y="3"/>
                      <a:pt x="5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65" name="Freeform 2154">
                <a:extLst>
                  <a:ext uri="{FF2B5EF4-FFF2-40B4-BE49-F238E27FC236}">
                    <a16:creationId xmlns:a16="http://schemas.microsoft.com/office/drawing/2014/main" id="{23951685-AC5F-4BAB-AAB9-BB2A0D271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633"/>
                <a:ext cx="11" cy="23"/>
              </a:xfrm>
              <a:custGeom>
                <a:avLst/>
                <a:gdLst>
                  <a:gd name="T0" fmla="*/ 13 w 9"/>
                  <a:gd name="T1" fmla="*/ 0 h 17"/>
                  <a:gd name="T2" fmla="*/ 0 w 9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7" y="0"/>
                    </a:moveTo>
                    <a:cubicBezTo>
                      <a:pt x="9" y="6"/>
                      <a:pt x="3" y="13"/>
                      <a:pt x="0" y="1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66" name="Freeform 2155">
                <a:extLst>
                  <a:ext uri="{FF2B5EF4-FFF2-40B4-BE49-F238E27FC236}">
                    <a16:creationId xmlns:a16="http://schemas.microsoft.com/office/drawing/2014/main" id="{0396926A-6583-4FC6-B764-12F55C76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075"/>
                <a:ext cx="13" cy="25"/>
              </a:xfrm>
              <a:custGeom>
                <a:avLst/>
                <a:gdLst>
                  <a:gd name="T0" fmla="*/ 0 w 11"/>
                  <a:gd name="T1" fmla="*/ 9 h 19"/>
                  <a:gd name="T2" fmla="*/ 15 w 11"/>
                  <a:gd name="T3" fmla="*/ 43 h 19"/>
                  <a:gd name="T4" fmla="*/ 13 w 11"/>
                  <a:gd name="T5" fmla="*/ 0 h 19"/>
                  <a:gd name="T6" fmla="*/ 7 w 11"/>
                  <a:gd name="T7" fmla="*/ 1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0" y="4"/>
                    </a:moveTo>
                    <a:cubicBezTo>
                      <a:pt x="2" y="10"/>
                      <a:pt x="4" y="16"/>
                      <a:pt x="9" y="19"/>
                    </a:cubicBezTo>
                    <a:cubicBezTo>
                      <a:pt x="11" y="13"/>
                      <a:pt x="6" y="7"/>
                      <a:pt x="8" y="0"/>
                    </a:cubicBezTo>
                    <a:cubicBezTo>
                      <a:pt x="7" y="2"/>
                      <a:pt x="6" y="5"/>
                      <a:pt x="4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67" name="Freeform 2156">
                <a:extLst>
                  <a:ext uri="{FF2B5EF4-FFF2-40B4-BE49-F238E27FC236}">
                    <a16:creationId xmlns:a16="http://schemas.microsoft.com/office/drawing/2014/main" id="{89522A18-A8D9-4D85-9D07-E1D028466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344"/>
                <a:ext cx="30" cy="45"/>
              </a:xfrm>
              <a:custGeom>
                <a:avLst/>
                <a:gdLst>
                  <a:gd name="T0" fmla="*/ 0 w 24"/>
                  <a:gd name="T1" fmla="*/ 30 h 34"/>
                  <a:gd name="T2" fmla="*/ 33 w 24"/>
                  <a:gd name="T3" fmla="*/ 79 h 34"/>
                  <a:gd name="T4" fmla="*/ 44 w 24"/>
                  <a:gd name="T5" fmla="*/ 0 h 34"/>
                  <a:gd name="T6" fmla="*/ 20 w 24"/>
                  <a:gd name="T7" fmla="*/ 4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4">
                    <a:moveTo>
                      <a:pt x="0" y="13"/>
                    </a:moveTo>
                    <a:cubicBezTo>
                      <a:pt x="2" y="21"/>
                      <a:pt x="14" y="25"/>
                      <a:pt x="17" y="34"/>
                    </a:cubicBezTo>
                    <a:cubicBezTo>
                      <a:pt x="24" y="33"/>
                      <a:pt x="24" y="5"/>
                      <a:pt x="22" y="0"/>
                    </a:cubicBezTo>
                    <a:cubicBezTo>
                      <a:pt x="21" y="3"/>
                      <a:pt x="20" y="26"/>
                      <a:pt x="10" y="1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68" name="Freeform 2157">
                <a:extLst>
                  <a:ext uri="{FF2B5EF4-FFF2-40B4-BE49-F238E27FC236}">
                    <a16:creationId xmlns:a16="http://schemas.microsoft.com/office/drawing/2014/main" id="{0B005625-63DF-4923-A7FD-55863B3CF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443"/>
                <a:ext cx="25" cy="148"/>
              </a:xfrm>
              <a:custGeom>
                <a:avLst/>
                <a:gdLst>
                  <a:gd name="T0" fmla="*/ 0 w 20"/>
                  <a:gd name="T1" fmla="*/ 0 h 111"/>
                  <a:gd name="T2" fmla="*/ 13 w 20"/>
                  <a:gd name="T3" fmla="*/ 80 h 111"/>
                  <a:gd name="T4" fmla="*/ 16 w 20"/>
                  <a:gd name="T5" fmla="*/ 148 h 111"/>
                  <a:gd name="T6" fmla="*/ 16 w 20"/>
                  <a:gd name="T7" fmla="*/ 263 h 111"/>
                  <a:gd name="T8" fmla="*/ 29 w 20"/>
                  <a:gd name="T9" fmla="*/ 192 h 111"/>
                  <a:gd name="T10" fmla="*/ 36 w 20"/>
                  <a:gd name="T11" fmla="*/ 112 h 111"/>
                  <a:gd name="T12" fmla="*/ 23 w 20"/>
                  <a:gd name="T13" fmla="*/ 69 h 111"/>
                  <a:gd name="T14" fmla="*/ 5 w 20"/>
                  <a:gd name="T15" fmla="*/ 1 h 1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11">
                    <a:moveTo>
                      <a:pt x="0" y="0"/>
                    </a:moveTo>
                    <a:cubicBezTo>
                      <a:pt x="0" y="11"/>
                      <a:pt x="5" y="23"/>
                      <a:pt x="6" y="34"/>
                    </a:cubicBezTo>
                    <a:cubicBezTo>
                      <a:pt x="8" y="43"/>
                      <a:pt x="8" y="52"/>
                      <a:pt x="8" y="62"/>
                    </a:cubicBezTo>
                    <a:cubicBezTo>
                      <a:pt x="8" y="79"/>
                      <a:pt x="6" y="95"/>
                      <a:pt x="8" y="111"/>
                    </a:cubicBezTo>
                    <a:cubicBezTo>
                      <a:pt x="14" y="105"/>
                      <a:pt x="13" y="89"/>
                      <a:pt x="14" y="81"/>
                    </a:cubicBezTo>
                    <a:cubicBezTo>
                      <a:pt x="14" y="71"/>
                      <a:pt x="15" y="56"/>
                      <a:pt x="18" y="47"/>
                    </a:cubicBezTo>
                    <a:cubicBezTo>
                      <a:pt x="20" y="38"/>
                      <a:pt x="13" y="37"/>
                      <a:pt x="11" y="29"/>
                    </a:cubicBezTo>
                    <a:cubicBezTo>
                      <a:pt x="9" y="19"/>
                      <a:pt x="7" y="10"/>
                      <a:pt x="2" y="1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69" name="Freeform 2158">
                <a:extLst>
                  <a:ext uri="{FF2B5EF4-FFF2-40B4-BE49-F238E27FC236}">
                    <a16:creationId xmlns:a16="http://schemas.microsoft.com/office/drawing/2014/main" id="{1C373927-6326-489F-A951-56F1E0663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431"/>
                <a:ext cx="12" cy="69"/>
              </a:xfrm>
              <a:custGeom>
                <a:avLst/>
                <a:gdLst>
                  <a:gd name="T0" fmla="*/ 0 w 10"/>
                  <a:gd name="T1" fmla="*/ 36 h 52"/>
                  <a:gd name="T2" fmla="*/ 14 w 10"/>
                  <a:gd name="T3" fmla="*/ 122 h 52"/>
                  <a:gd name="T4" fmla="*/ 10 w 10"/>
                  <a:gd name="T5" fmla="*/ 50 h 52"/>
                  <a:gd name="T6" fmla="*/ 10 w 10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2">
                    <a:moveTo>
                      <a:pt x="0" y="15"/>
                    </a:moveTo>
                    <a:cubicBezTo>
                      <a:pt x="4" y="27"/>
                      <a:pt x="7" y="40"/>
                      <a:pt x="8" y="52"/>
                    </a:cubicBezTo>
                    <a:cubicBezTo>
                      <a:pt x="10" y="44"/>
                      <a:pt x="6" y="31"/>
                      <a:pt x="6" y="22"/>
                    </a:cubicBezTo>
                    <a:cubicBezTo>
                      <a:pt x="6" y="15"/>
                      <a:pt x="6" y="8"/>
                      <a:pt x="6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70" name="Freeform 2159">
                <a:extLst>
                  <a:ext uri="{FF2B5EF4-FFF2-40B4-BE49-F238E27FC236}">
                    <a16:creationId xmlns:a16="http://schemas.microsoft.com/office/drawing/2014/main" id="{9EA12BDD-B1B5-4410-AAE6-743FC8608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3660"/>
                <a:ext cx="11" cy="40"/>
              </a:xfrm>
              <a:custGeom>
                <a:avLst/>
                <a:gdLst>
                  <a:gd name="T0" fmla="*/ 0 w 9"/>
                  <a:gd name="T1" fmla="*/ 5 h 30"/>
                  <a:gd name="T2" fmla="*/ 16 w 9"/>
                  <a:gd name="T3" fmla="*/ 31 h 30"/>
                  <a:gd name="T4" fmla="*/ 9 w 9"/>
                  <a:gd name="T5" fmla="*/ 71 h 30"/>
                  <a:gd name="T6" fmla="*/ 0 w 9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0" y="2"/>
                    </a:moveTo>
                    <a:cubicBezTo>
                      <a:pt x="5" y="5"/>
                      <a:pt x="6" y="9"/>
                      <a:pt x="9" y="13"/>
                    </a:cubicBezTo>
                    <a:cubicBezTo>
                      <a:pt x="6" y="18"/>
                      <a:pt x="7" y="24"/>
                      <a:pt x="5" y="30"/>
                    </a:cubicBezTo>
                    <a:cubicBezTo>
                      <a:pt x="8" y="21"/>
                      <a:pt x="1" y="9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71" name="Freeform 2160">
                <a:extLst>
                  <a:ext uri="{FF2B5EF4-FFF2-40B4-BE49-F238E27FC236}">
                    <a16:creationId xmlns:a16="http://schemas.microsoft.com/office/drawing/2014/main" id="{30BF32E9-C3AB-48B0-B865-807CDD585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707"/>
                <a:ext cx="15" cy="21"/>
              </a:xfrm>
              <a:custGeom>
                <a:avLst/>
                <a:gdLst>
                  <a:gd name="T0" fmla="*/ 10 w 12"/>
                  <a:gd name="T1" fmla="*/ 37 h 16"/>
                  <a:gd name="T2" fmla="*/ 0 w 12"/>
                  <a:gd name="T3" fmla="*/ 0 h 16"/>
                  <a:gd name="T4" fmla="*/ 24 w 12"/>
                  <a:gd name="T5" fmla="*/ 2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5" y="16"/>
                    </a:moveTo>
                    <a:cubicBezTo>
                      <a:pt x="4" y="11"/>
                      <a:pt x="1" y="5"/>
                      <a:pt x="0" y="0"/>
                    </a:cubicBezTo>
                    <a:cubicBezTo>
                      <a:pt x="4" y="2"/>
                      <a:pt x="6" y="12"/>
                      <a:pt x="12" y="13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72" name="Freeform 2161">
                <a:extLst>
                  <a:ext uri="{FF2B5EF4-FFF2-40B4-BE49-F238E27FC236}">
                    <a16:creationId xmlns:a16="http://schemas.microsoft.com/office/drawing/2014/main" id="{F3AA0BF5-25FA-4C89-B0A5-5CD7BC8F2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813"/>
                <a:ext cx="12" cy="44"/>
              </a:xfrm>
              <a:custGeom>
                <a:avLst/>
                <a:gdLst>
                  <a:gd name="T0" fmla="*/ 0 w 9"/>
                  <a:gd name="T1" fmla="*/ 71 h 33"/>
                  <a:gd name="T2" fmla="*/ 1 w 9"/>
                  <a:gd name="T3" fmla="*/ 79 h 33"/>
                  <a:gd name="T4" fmla="*/ 16 w 9"/>
                  <a:gd name="T5" fmla="*/ 48 h 33"/>
                  <a:gd name="T6" fmla="*/ 21 w 9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3">
                    <a:moveTo>
                      <a:pt x="0" y="30"/>
                    </a:moveTo>
                    <a:cubicBezTo>
                      <a:pt x="0" y="31"/>
                      <a:pt x="0" y="32"/>
                      <a:pt x="1" y="33"/>
                    </a:cubicBezTo>
                    <a:cubicBezTo>
                      <a:pt x="2" y="29"/>
                      <a:pt x="3" y="20"/>
                      <a:pt x="7" y="20"/>
                    </a:cubicBezTo>
                    <a:cubicBezTo>
                      <a:pt x="8" y="14"/>
                      <a:pt x="9" y="5"/>
                      <a:pt x="9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73" name="Freeform 2162">
                <a:extLst>
                  <a:ext uri="{FF2B5EF4-FFF2-40B4-BE49-F238E27FC236}">
                    <a16:creationId xmlns:a16="http://schemas.microsoft.com/office/drawing/2014/main" id="{2C9BA27C-CC66-4C58-9B21-3AC3D187A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081"/>
                <a:ext cx="12" cy="51"/>
              </a:xfrm>
              <a:custGeom>
                <a:avLst/>
                <a:gdLst>
                  <a:gd name="T0" fmla="*/ 7 w 9"/>
                  <a:gd name="T1" fmla="*/ 35 h 38"/>
                  <a:gd name="T2" fmla="*/ 0 w 9"/>
                  <a:gd name="T3" fmla="*/ 91 h 38"/>
                  <a:gd name="T4" fmla="*/ 21 w 9"/>
                  <a:gd name="T5" fmla="*/ 64 h 38"/>
                  <a:gd name="T6" fmla="*/ 7 w 9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8">
                    <a:moveTo>
                      <a:pt x="3" y="14"/>
                    </a:moveTo>
                    <a:cubicBezTo>
                      <a:pt x="2" y="22"/>
                      <a:pt x="1" y="30"/>
                      <a:pt x="0" y="38"/>
                    </a:cubicBezTo>
                    <a:cubicBezTo>
                      <a:pt x="2" y="34"/>
                      <a:pt x="6" y="31"/>
                      <a:pt x="9" y="27"/>
                    </a:cubicBezTo>
                    <a:cubicBezTo>
                      <a:pt x="3" y="19"/>
                      <a:pt x="5" y="9"/>
                      <a:pt x="3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74" name="Freeform 2163">
                <a:extLst>
                  <a:ext uri="{FF2B5EF4-FFF2-40B4-BE49-F238E27FC236}">
                    <a16:creationId xmlns:a16="http://schemas.microsoft.com/office/drawing/2014/main" id="{152BA5D3-A47F-4C01-A0DF-D44C83F61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367"/>
                <a:ext cx="10" cy="24"/>
              </a:xfrm>
              <a:custGeom>
                <a:avLst/>
                <a:gdLst>
                  <a:gd name="T0" fmla="*/ 0 w 8"/>
                  <a:gd name="T1" fmla="*/ 43 h 18"/>
                  <a:gd name="T2" fmla="*/ 16 w 8"/>
                  <a:gd name="T3" fmla="*/ 23 h 18"/>
                  <a:gd name="T4" fmla="*/ 5 w 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0" y="18"/>
                    </a:moveTo>
                    <a:cubicBezTo>
                      <a:pt x="3" y="15"/>
                      <a:pt x="5" y="11"/>
                      <a:pt x="8" y="10"/>
                    </a:cubicBezTo>
                    <a:cubicBezTo>
                      <a:pt x="6" y="7"/>
                      <a:pt x="4" y="3"/>
                      <a:pt x="2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75" name="Freeform 2164">
                <a:extLst>
                  <a:ext uri="{FF2B5EF4-FFF2-40B4-BE49-F238E27FC236}">
                    <a16:creationId xmlns:a16="http://schemas.microsoft.com/office/drawing/2014/main" id="{3828FB52-81C1-48A1-BCA7-F30B6DB55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599"/>
                <a:ext cx="12" cy="22"/>
              </a:xfrm>
              <a:custGeom>
                <a:avLst/>
                <a:gdLst>
                  <a:gd name="T0" fmla="*/ 8 w 10"/>
                  <a:gd name="T1" fmla="*/ 36 h 17"/>
                  <a:gd name="T2" fmla="*/ 17 w 10"/>
                  <a:gd name="T3" fmla="*/ 17 h 17"/>
                  <a:gd name="T4" fmla="*/ 0 w 10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7">
                    <a:moveTo>
                      <a:pt x="5" y="17"/>
                    </a:moveTo>
                    <a:cubicBezTo>
                      <a:pt x="5" y="13"/>
                      <a:pt x="6" y="8"/>
                      <a:pt x="10" y="8"/>
                    </a:cubicBezTo>
                    <a:cubicBezTo>
                      <a:pt x="6" y="6"/>
                      <a:pt x="4" y="2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76" name="Freeform 2165">
                <a:extLst>
                  <a:ext uri="{FF2B5EF4-FFF2-40B4-BE49-F238E27FC236}">
                    <a16:creationId xmlns:a16="http://schemas.microsoft.com/office/drawing/2014/main" id="{F17B84BC-26DA-454B-B3CE-0643F68C2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3268"/>
                <a:ext cx="30" cy="27"/>
              </a:xfrm>
              <a:custGeom>
                <a:avLst/>
                <a:gdLst>
                  <a:gd name="T0" fmla="*/ 13 w 24"/>
                  <a:gd name="T1" fmla="*/ 7 h 20"/>
                  <a:gd name="T2" fmla="*/ 16 w 2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0">
                    <a:moveTo>
                      <a:pt x="6" y="3"/>
                    </a:moveTo>
                    <a:cubicBezTo>
                      <a:pt x="0" y="20"/>
                      <a:pt x="24" y="5"/>
                      <a:pt x="8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77" name="Freeform 2166">
                <a:extLst>
                  <a:ext uri="{FF2B5EF4-FFF2-40B4-BE49-F238E27FC236}">
                    <a16:creationId xmlns:a16="http://schemas.microsoft.com/office/drawing/2014/main" id="{4E489415-3A15-4344-AD25-AFF3D3847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843"/>
                <a:ext cx="18" cy="16"/>
              </a:xfrm>
              <a:custGeom>
                <a:avLst/>
                <a:gdLst>
                  <a:gd name="T0" fmla="*/ 5 w 14"/>
                  <a:gd name="T1" fmla="*/ 1 h 12"/>
                  <a:gd name="T2" fmla="*/ 13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2" y="1"/>
                    </a:moveTo>
                    <a:cubicBezTo>
                      <a:pt x="0" y="12"/>
                      <a:pt x="14" y="10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78" name="Freeform 2167">
                <a:extLst>
                  <a:ext uri="{FF2B5EF4-FFF2-40B4-BE49-F238E27FC236}">
                    <a16:creationId xmlns:a16="http://schemas.microsoft.com/office/drawing/2014/main" id="{EC61A4AA-C1E7-4D9C-A78A-B83CFB7B3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977"/>
                <a:ext cx="29" cy="78"/>
              </a:xfrm>
              <a:custGeom>
                <a:avLst/>
                <a:gdLst>
                  <a:gd name="T0" fmla="*/ 1 w 23"/>
                  <a:gd name="T1" fmla="*/ 0 h 58"/>
                  <a:gd name="T2" fmla="*/ 6 w 23"/>
                  <a:gd name="T3" fmla="*/ 58 h 58"/>
                  <a:gd name="T4" fmla="*/ 20 w 23"/>
                  <a:gd name="T5" fmla="*/ 125 h 58"/>
                  <a:gd name="T6" fmla="*/ 44 w 23"/>
                  <a:gd name="T7" fmla="*/ 141 h 58"/>
                  <a:gd name="T8" fmla="*/ 42 w 23"/>
                  <a:gd name="T9" fmla="*/ 100 h 58"/>
                  <a:gd name="T10" fmla="*/ 25 w 23"/>
                  <a:gd name="T11" fmla="*/ 79 h 58"/>
                  <a:gd name="T12" fmla="*/ 5 w 23"/>
                  <a:gd name="T13" fmla="*/ 2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58">
                    <a:moveTo>
                      <a:pt x="1" y="0"/>
                    </a:moveTo>
                    <a:cubicBezTo>
                      <a:pt x="2" y="10"/>
                      <a:pt x="0" y="15"/>
                      <a:pt x="3" y="24"/>
                    </a:cubicBezTo>
                    <a:cubicBezTo>
                      <a:pt x="7" y="33"/>
                      <a:pt x="7" y="41"/>
                      <a:pt x="10" y="51"/>
                    </a:cubicBezTo>
                    <a:cubicBezTo>
                      <a:pt x="15" y="41"/>
                      <a:pt x="20" y="53"/>
                      <a:pt x="22" y="58"/>
                    </a:cubicBezTo>
                    <a:cubicBezTo>
                      <a:pt x="22" y="53"/>
                      <a:pt x="23" y="45"/>
                      <a:pt x="21" y="41"/>
                    </a:cubicBezTo>
                    <a:cubicBezTo>
                      <a:pt x="18" y="34"/>
                      <a:pt x="17" y="38"/>
                      <a:pt x="13" y="33"/>
                    </a:cubicBezTo>
                    <a:cubicBezTo>
                      <a:pt x="8" y="28"/>
                      <a:pt x="4" y="17"/>
                      <a:pt x="2" y="9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79" name="Freeform 2168">
                <a:extLst>
                  <a:ext uri="{FF2B5EF4-FFF2-40B4-BE49-F238E27FC236}">
                    <a16:creationId xmlns:a16="http://schemas.microsoft.com/office/drawing/2014/main" id="{4AC51696-D2A9-4547-A3BF-18779E1A0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357"/>
                <a:ext cx="20" cy="66"/>
              </a:xfrm>
              <a:custGeom>
                <a:avLst/>
                <a:gdLst>
                  <a:gd name="T0" fmla="*/ 10 w 16"/>
                  <a:gd name="T1" fmla="*/ 0 h 49"/>
                  <a:gd name="T2" fmla="*/ 31 w 16"/>
                  <a:gd name="T3" fmla="*/ 120 h 49"/>
                  <a:gd name="T4" fmla="*/ 30 w 16"/>
                  <a:gd name="T5" fmla="*/ 51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9">
                    <a:moveTo>
                      <a:pt x="5" y="0"/>
                    </a:moveTo>
                    <a:cubicBezTo>
                      <a:pt x="0" y="18"/>
                      <a:pt x="10" y="33"/>
                      <a:pt x="16" y="49"/>
                    </a:cubicBezTo>
                    <a:cubicBezTo>
                      <a:pt x="13" y="41"/>
                      <a:pt x="15" y="30"/>
                      <a:pt x="15" y="21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80" name="Freeform 2169">
                <a:extLst>
                  <a:ext uri="{FF2B5EF4-FFF2-40B4-BE49-F238E27FC236}">
                    <a16:creationId xmlns:a16="http://schemas.microsoft.com/office/drawing/2014/main" id="{CA23C0E6-8CD6-4D15-9867-ACC269384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653"/>
                <a:ext cx="15" cy="56"/>
              </a:xfrm>
              <a:custGeom>
                <a:avLst/>
                <a:gdLst>
                  <a:gd name="T0" fmla="*/ 0 w 12"/>
                  <a:gd name="T1" fmla="*/ 0 h 42"/>
                  <a:gd name="T2" fmla="*/ 18 w 12"/>
                  <a:gd name="T3" fmla="*/ 100 h 42"/>
                  <a:gd name="T4" fmla="*/ 24 w 12"/>
                  <a:gd name="T5" fmla="*/ 2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2">
                    <a:moveTo>
                      <a:pt x="0" y="0"/>
                    </a:moveTo>
                    <a:cubicBezTo>
                      <a:pt x="0" y="15"/>
                      <a:pt x="5" y="29"/>
                      <a:pt x="9" y="42"/>
                    </a:cubicBezTo>
                    <a:cubicBezTo>
                      <a:pt x="9" y="32"/>
                      <a:pt x="12" y="22"/>
                      <a:pt x="12" y="12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81" name="Freeform 2170">
                <a:extLst>
                  <a:ext uri="{FF2B5EF4-FFF2-40B4-BE49-F238E27FC236}">
                    <a16:creationId xmlns:a16="http://schemas.microsoft.com/office/drawing/2014/main" id="{72AABC49-5810-43CB-98EB-DA5748DC3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655"/>
                <a:ext cx="9" cy="37"/>
              </a:xfrm>
              <a:custGeom>
                <a:avLst/>
                <a:gdLst>
                  <a:gd name="T0" fmla="*/ 5 w 7"/>
                  <a:gd name="T1" fmla="*/ 65 h 28"/>
                  <a:gd name="T2" fmla="*/ 15 w 7"/>
                  <a:gd name="T3" fmla="*/ 16 h 28"/>
                  <a:gd name="T4" fmla="*/ 0 w 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8">
                    <a:moveTo>
                      <a:pt x="2" y="28"/>
                    </a:moveTo>
                    <a:cubicBezTo>
                      <a:pt x="3" y="21"/>
                      <a:pt x="4" y="13"/>
                      <a:pt x="7" y="7"/>
                    </a:cubicBezTo>
                    <a:cubicBezTo>
                      <a:pt x="4" y="4"/>
                      <a:pt x="0" y="1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82" name="Freeform 2171">
                <a:extLst>
                  <a:ext uri="{FF2B5EF4-FFF2-40B4-BE49-F238E27FC236}">
                    <a16:creationId xmlns:a16="http://schemas.microsoft.com/office/drawing/2014/main" id="{C9358656-1B8F-48BD-A656-1241EBE67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141"/>
                <a:ext cx="16" cy="46"/>
              </a:xfrm>
              <a:custGeom>
                <a:avLst/>
                <a:gdLst>
                  <a:gd name="T0" fmla="*/ 0 w 13"/>
                  <a:gd name="T1" fmla="*/ 5 h 34"/>
                  <a:gd name="T2" fmla="*/ 11 w 13"/>
                  <a:gd name="T3" fmla="*/ 84 h 34"/>
                  <a:gd name="T4" fmla="*/ 21 w 13"/>
                  <a:gd name="T5" fmla="*/ 47 h 34"/>
                  <a:gd name="T6" fmla="*/ 2 w 13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0" y="2"/>
                    </a:moveTo>
                    <a:cubicBezTo>
                      <a:pt x="4" y="9"/>
                      <a:pt x="8" y="27"/>
                      <a:pt x="6" y="34"/>
                    </a:cubicBezTo>
                    <a:cubicBezTo>
                      <a:pt x="8" y="24"/>
                      <a:pt x="13" y="31"/>
                      <a:pt x="11" y="19"/>
                    </a:cubicBezTo>
                    <a:cubicBezTo>
                      <a:pt x="9" y="12"/>
                      <a:pt x="5" y="7"/>
                      <a:pt x="2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83" name="Freeform 2172">
                <a:extLst>
                  <a:ext uri="{FF2B5EF4-FFF2-40B4-BE49-F238E27FC236}">
                    <a16:creationId xmlns:a16="http://schemas.microsoft.com/office/drawing/2014/main" id="{9F7325B5-D1FB-4F4A-A3D3-A520FC21C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929"/>
                <a:ext cx="13" cy="43"/>
              </a:xfrm>
              <a:custGeom>
                <a:avLst/>
                <a:gdLst>
                  <a:gd name="T0" fmla="*/ 0 w 11"/>
                  <a:gd name="T1" fmla="*/ 0 h 32"/>
                  <a:gd name="T2" fmla="*/ 18 w 11"/>
                  <a:gd name="T3" fmla="*/ 15 h 32"/>
                  <a:gd name="T4" fmla="*/ 2 w 11"/>
                  <a:gd name="T5" fmla="*/ 78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2">
                    <a:moveTo>
                      <a:pt x="0" y="0"/>
                    </a:moveTo>
                    <a:cubicBezTo>
                      <a:pt x="3" y="3"/>
                      <a:pt x="8" y="5"/>
                      <a:pt x="11" y="6"/>
                    </a:cubicBezTo>
                    <a:cubicBezTo>
                      <a:pt x="7" y="14"/>
                      <a:pt x="5" y="27"/>
                      <a:pt x="2" y="32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84" name="Freeform 2173">
                <a:extLst>
                  <a:ext uri="{FF2B5EF4-FFF2-40B4-BE49-F238E27FC236}">
                    <a16:creationId xmlns:a16="http://schemas.microsoft.com/office/drawing/2014/main" id="{E5908032-E026-40FB-BF7D-7A2576C8A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935"/>
                <a:ext cx="10" cy="33"/>
              </a:xfrm>
              <a:custGeom>
                <a:avLst/>
                <a:gdLst>
                  <a:gd name="T0" fmla="*/ 0 w 8"/>
                  <a:gd name="T1" fmla="*/ 0 h 25"/>
                  <a:gd name="T2" fmla="*/ 16 w 8"/>
                  <a:gd name="T3" fmla="*/ 7 h 25"/>
                  <a:gd name="T4" fmla="*/ 0 w 8"/>
                  <a:gd name="T5" fmla="*/ 5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5">
                    <a:moveTo>
                      <a:pt x="0" y="0"/>
                    </a:moveTo>
                    <a:cubicBezTo>
                      <a:pt x="3" y="1"/>
                      <a:pt x="5" y="3"/>
                      <a:pt x="8" y="3"/>
                    </a:cubicBezTo>
                    <a:cubicBezTo>
                      <a:pt x="5" y="10"/>
                      <a:pt x="1" y="17"/>
                      <a:pt x="0" y="25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85" name="Freeform 2174">
                <a:extLst>
                  <a:ext uri="{FF2B5EF4-FFF2-40B4-BE49-F238E27FC236}">
                    <a16:creationId xmlns:a16="http://schemas.microsoft.com/office/drawing/2014/main" id="{3A5AA121-9D3E-4E2A-BECF-EF7A8F5F8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896"/>
                <a:ext cx="16" cy="40"/>
              </a:xfrm>
              <a:custGeom>
                <a:avLst/>
                <a:gdLst>
                  <a:gd name="T0" fmla="*/ 0 w 13"/>
                  <a:gd name="T1" fmla="*/ 1 h 30"/>
                  <a:gd name="T2" fmla="*/ 21 w 13"/>
                  <a:gd name="T3" fmla="*/ 0 h 30"/>
                  <a:gd name="T4" fmla="*/ 25 w 13"/>
                  <a:gd name="T5" fmla="*/ 31 h 30"/>
                  <a:gd name="T6" fmla="*/ 17 w 13"/>
                  <a:gd name="T7" fmla="*/ 71 h 30"/>
                  <a:gd name="T8" fmla="*/ 0 w 13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0">
                    <a:moveTo>
                      <a:pt x="0" y="1"/>
                    </a:moveTo>
                    <a:cubicBezTo>
                      <a:pt x="4" y="3"/>
                      <a:pt x="7" y="2"/>
                      <a:pt x="11" y="0"/>
                    </a:cubicBezTo>
                    <a:cubicBezTo>
                      <a:pt x="10" y="5"/>
                      <a:pt x="13" y="9"/>
                      <a:pt x="13" y="13"/>
                    </a:cubicBezTo>
                    <a:cubicBezTo>
                      <a:pt x="13" y="20"/>
                      <a:pt x="10" y="24"/>
                      <a:pt x="9" y="30"/>
                    </a:cubicBezTo>
                    <a:cubicBezTo>
                      <a:pt x="5" y="21"/>
                      <a:pt x="4" y="12"/>
                      <a:pt x="0" y="3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86" name="Freeform 2175">
                <a:extLst>
                  <a:ext uri="{FF2B5EF4-FFF2-40B4-BE49-F238E27FC236}">
                    <a16:creationId xmlns:a16="http://schemas.microsoft.com/office/drawing/2014/main" id="{CBE3957F-B490-4125-9EF9-40652E225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723"/>
                <a:ext cx="11" cy="48"/>
              </a:xfrm>
              <a:custGeom>
                <a:avLst/>
                <a:gdLst>
                  <a:gd name="T0" fmla="*/ 0 w 9"/>
                  <a:gd name="T1" fmla="*/ 0 h 36"/>
                  <a:gd name="T2" fmla="*/ 2 w 9"/>
                  <a:gd name="T3" fmla="*/ 85 h 36"/>
                  <a:gd name="T4" fmla="*/ 16 w 9"/>
                  <a:gd name="T5" fmla="*/ 27 h 36"/>
                  <a:gd name="T6" fmla="*/ 11 w 9"/>
                  <a:gd name="T7" fmla="*/ 33 h 36"/>
                  <a:gd name="T8" fmla="*/ 7 w 9"/>
                  <a:gd name="T9" fmla="*/ 2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6">
                    <a:moveTo>
                      <a:pt x="0" y="0"/>
                    </a:moveTo>
                    <a:cubicBezTo>
                      <a:pt x="3" y="12"/>
                      <a:pt x="2" y="24"/>
                      <a:pt x="2" y="36"/>
                    </a:cubicBezTo>
                    <a:cubicBezTo>
                      <a:pt x="7" y="28"/>
                      <a:pt x="6" y="19"/>
                      <a:pt x="9" y="11"/>
                    </a:cubicBezTo>
                    <a:cubicBezTo>
                      <a:pt x="8" y="12"/>
                      <a:pt x="7" y="13"/>
                      <a:pt x="6" y="14"/>
                    </a:cubicBezTo>
                    <a:cubicBezTo>
                      <a:pt x="4" y="14"/>
                      <a:pt x="5" y="12"/>
                      <a:pt x="4" y="11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87" name="Freeform 2176">
                <a:extLst>
                  <a:ext uri="{FF2B5EF4-FFF2-40B4-BE49-F238E27FC236}">
                    <a16:creationId xmlns:a16="http://schemas.microsoft.com/office/drawing/2014/main" id="{BEC0ABB7-388F-48DB-8080-BBEB90472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681"/>
                <a:ext cx="16" cy="26"/>
              </a:xfrm>
              <a:custGeom>
                <a:avLst/>
                <a:gdLst>
                  <a:gd name="T0" fmla="*/ 0 w 13"/>
                  <a:gd name="T1" fmla="*/ 0 h 19"/>
                  <a:gd name="T2" fmla="*/ 6 w 13"/>
                  <a:gd name="T3" fmla="*/ 49 h 19"/>
                  <a:gd name="T4" fmla="*/ 25 w 13"/>
                  <a:gd name="T5" fmla="*/ 36 h 19"/>
                  <a:gd name="T6" fmla="*/ 11 w 13"/>
                  <a:gd name="T7" fmla="*/ 1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0" y="0"/>
                    </a:moveTo>
                    <a:cubicBezTo>
                      <a:pt x="0" y="7"/>
                      <a:pt x="3" y="13"/>
                      <a:pt x="3" y="19"/>
                    </a:cubicBezTo>
                    <a:cubicBezTo>
                      <a:pt x="5" y="15"/>
                      <a:pt x="8" y="13"/>
                      <a:pt x="13" y="14"/>
                    </a:cubicBezTo>
                    <a:cubicBezTo>
                      <a:pt x="9" y="12"/>
                      <a:pt x="6" y="8"/>
                      <a:pt x="6" y="5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88" name="Freeform 2177">
                <a:extLst>
                  <a:ext uri="{FF2B5EF4-FFF2-40B4-BE49-F238E27FC236}">
                    <a16:creationId xmlns:a16="http://schemas.microsoft.com/office/drawing/2014/main" id="{D58D2E48-9559-4343-B330-7DD42C59C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588"/>
                <a:ext cx="16" cy="27"/>
              </a:xfrm>
              <a:custGeom>
                <a:avLst/>
                <a:gdLst>
                  <a:gd name="T0" fmla="*/ 7 w 13"/>
                  <a:gd name="T1" fmla="*/ 0 h 20"/>
                  <a:gd name="T2" fmla="*/ 0 w 13"/>
                  <a:gd name="T3" fmla="*/ 49 h 20"/>
                  <a:gd name="T4" fmla="*/ 25 w 13"/>
                  <a:gd name="T5" fmla="*/ 41 h 20"/>
                  <a:gd name="T6" fmla="*/ 15 w 13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4" y="0"/>
                    </a:moveTo>
                    <a:cubicBezTo>
                      <a:pt x="4" y="7"/>
                      <a:pt x="3" y="15"/>
                      <a:pt x="0" y="20"/>
                    </a:cubicBezTo>
                    <a:cubicBezTo>
                      <a:pt x="4" y="19"/>
                      <a:pt x="8" y="16"/>
                      <a:pt x="13" y="16"/>
                    </a:cubicBezTo>
                    <a:cubicBezTo>
                      <a:pt x="11" y="12"/>
                      <a:pt x="9" y="8"/>
                      <a:pt x="8" y="3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89" name="Freeform 2178">
                <a:extLst>
                  <a:ext uri="{FF2B5EF4-FFF2-40B4-BE49-F238E27FC236}">
                    <a16:creationId xmlns:a16="http://schemas.microsoft.com/office/drawing/2014/main" id="{2C60B410-44D0-403F-820F-2E183D4F2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05"/>
                <a:ext cx="16" cy="28"/>
              </a:xfrm>
              <a:custGeom>
                <a:avLst/>
                <a:gdLst>
                  <a:gd name="T0" fmla="*/ 7 w 13"/>
                  <a:gd name="T1" fmla="*/ 0 h 21"/>
                  <a:gd name="T2" fmla="*/ 0 w 13"/>
                  <a:gd name="T3" fmla="*/ 49 h 21"/>
                  <a:gd name="T4" fmla="*/ 25 w 13"/>
                  <a:gd name="T5" fmla="*/ 31 h 21"/>
                  <a:gd name="T6" fmla="*/ 17 w 13"/>
                  <a:gd name="T7" fmla="*/ 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4" y="0"/>
                    </a:moveTo>
                    <a:cubicBezTo>
                      <a:pt x="2" y="7"/>
                      <a:pt x="3" y="14"/>
                      <a:pt x="0" y="21"/>
                    </a:cubicBezTo>
                    <a:cubicBezTo>
                      <a:pt x="5" y="20"/>
                      <a:pt x="7" y="9"/>
                      <a:pt x="13" y="13"/>
                    </a:cubicBezTo>
                    <a:cubicBezTo>
                      <a:pt x="11" y="11"/>
                      <a:pt x="10" y="8"/>
                      <a:pt x="9" y="4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90" name="Freeform 2179">
                <a:extLst>
                  <a:ext uri="{FF2B5EF4-FFF2-40B4-BE49-F238E27FC236}">
                    <a16:creationId xmlns:a16="http://schemas.microsoft.com/office/drawing/2014/main" id="{AB91FF4E-89C9-4717-ACEF-21215CA73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756"/>
                <a:ext cx="11" cy="29"/>
              </a:xfrm>
              <a:custGeom>
                <a:avLst/>
                <a:gdLst>
                  <a:gd name="T0" fmla="*/ 0 w 9"/>
                  <a:gd name="T1" fmla="*/ 0 h 22"/>
                  <a:gd name="T2" fmla="*/ 15 w 9"/>
                  <a:gd name="T3" fmla="*/ 1 h 22"/>
                  <a:gd name="T4" fmla="*/ 16 w 9"/>
                  <a:gd name="T5" fmla="*/ 5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4" y="1"/>
                      <a:pt x="5" y="4"/>
                      <a:pt x="8" y="1"/>
                    </a:cubicBezTo>
                    <a:cubicBezTo>
                      <a:pt x="5" y="6"/>
                      <a:pt x="8" y="16"/>
                      <a:pt x="9" y="22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91" name="Freeform 2180">
                <a:extLst>
                  <a:ext uri="{FF2B5EF4-FFF2-40B4-BE49-F238E27FC236}">
                    <a16:creationId xmlns:a16="http://schemas.microsoft.com/office/drawing/2014/main" id="{9306AB22-59AF-4F51-BE9E-A65081123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801"/>
                <a:ext cx="19" cy="70"/>
              </a:xfrm>
              <a:custGeom>
                <a:avLst/>
                <a:gdLst>
                  <a:gd name="T0" fmla="*/ 6 w 15"/>
                  <a:gd name="T1" fmla="*/ 27 h 52"/>
                  <a:gd name="T2" fmla="*/ 20 w 15"/>
                  <a:gd name="T3" fmla="*/ 127 h 52"/>
                  <a:gd name="T4" fmla="*/ 0 w 15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2">
                    <a:moveTo>
                      <a:pt x="3" y="11"/>
                    </a:moveTo>
                    <a:cubicBezTo>
                      <a:pt x="6" y="23"/>
                      <a:pt x="15" y="40"/>
                      <a:pt x="10" y="52"/>
                    </a:cubicBezTo>
                    <a:cubicBezTo>
                      <a:pt x="1" y="35"/>
                      <a:pt x="3" y="18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92" name="Freeform 2181">
                <a:extLst>
                  <a:ext uri="{FF2B5EF4-FFF2-40B4-BE49-F238E27FC236}">
                    <a16:creationId xmlns:a16="http://schemas.microsoft.com/office/drawing/2014/main" id="{158F07D5-9710-401D-9971-A6577D238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3604"/>
                <a:ext cx="63" cy="125"/>
              </a:xfrm>
              <a:custGeom>
                <a:avLst/>
                <a:gdLst>
                  <a:gd name="T0" fmla="*/ 18 w 50"/>
                  <a:gd name="T1" fmla="*/ 55 h 94"/>
                  <a:gd name="T2" fmla="*/ 60 w 50"/>
                  <a:gd name="T3" fmla="*/ 165 h 94"/>
                  <a:gd name="T4" fmla="*/ 91 w 50"/>
                  <a:gd name="T5" fmla="*/ 221 h 94"/>
                  <a:gd name="T6" fmla="*/ 38 w 50"/>
                  <a:gd name="T7" fmla="*/ 215 h 94"/>
                  <a:gd name="T8" fmla="*/ 32 w 50"/>
                  <a:gd name="T9" fmla="*/ 184 h 94"/>
                  <a:gd name="T10" fmla="*/ 5 w 50"/>
                  <a:gd name="T11" fmla="*/ 122 h 94"/>
                  <a:gd name="T12" fmla="*/ 25 w 50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94">
                    <a:moveTo>
                      <a:pt x="9" y="23"/>
                    </a:moveTo>
                    <a:cubicBezTo>
                      <a:pt x="7" y="39"/>
                      <a:pt x="19" y="59"/>
                      <a:pt x="30" y="70"/>
                    </a:cubicBezTo>
                    <a:cubicBezTo>
                      <a:pt x="37" y="76"/>
                      <a:pt x="50" y="82"/>
                      <a:pt x="45" y="94"/>
                    </a:cubicBezTo>
                    <a:cubicBezTo>
                      <a:pt x="36" y="93"/>
                      <a:pt x="28" y="92"/>
                      <a:pt x="19" y="92"/>
                    </a:cubicBezTo>
                    <a:cubicBezTo>
                      <a:pt x="22" y="87"/>
                      <a:pt x="19" y="82"/>
                      <a:pt x="16" y="78"/>
                    </a:cubicBezTo>
                    <a:cubicBezTo>
                      <a:pt x="10" y="69"/>
                      <a:pt x="3" y="63"/>
                      <a:pt x="2" y="52"/>
                    </a:cubicBezTo>
                    <a:cubicBezTo>
                      <a:pt x="0" y="36"/>
                      <a:pt x="2" y="12"/>
                      <a:pt x="13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93" name="Freeform 2182">
                <a:extLst>
                  <a:ext uri="{FF2B5EF4-FFF2-40B4-BE49-F238E27FC236}">
                    <a16:creationId xmlns:a16="http://schemas.microsoft.com/office/drawing/2014/main" id="{04BEE9E5-0A37-4561-9D7B-6C49F7473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565"/>
                <a:ext cx="81" cy="74"/>
              </a:xfrm>
              <a:custGeom>
                <a:avLst/>
                <a:gdLst>
                  <a:gd name="T0" fmla="*/ 7 w 65"/>
                  <a:gd name="T1" fmla="*/ 22 h 55"/>
                  <a:gd name="T2" fmla="*/ 55 w 65"/>
                  <a:gd name="T3" fmla="*/ 135 h 55"/>
                  <a:gd name="T4" fmla="*/ 77 w 65"/>
                  <a:gd name="T5" fmla="*/ 114 h 55"/>
                  <a:gd name="T6" fmla="*/ 126 w 65"/>
                  <a:gd name="T7" fmla="*/ 106 h 55"/>
                  <a:gd name="T8" fmla="*/ 96 w 65"/>
                  <a:gd name="T9" fmla="*/ 98 h 55"/>
                  <a:gd name="T10" fmla="*/ 64 w 65"/>
                  <a:gd name="T11" fmla="*/ 62 h 55"/>
                  <a:gd name="T12" fmla="*/ 0 w 65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55">
                    <a:moveTo>
                      <a:pt x="4" y="9"/>
                    </a:moveTo>
                    <a:cubicBezTo>
                      <a:pt x="17" y="21"/>
                      <a:pt x="21" y="40"/>
                      <a:pt x="28" y="55"/>
                    </a:cubicBezTo>
                    <a:cubicBezTo>
                      <a:pt x="33" y="52"/>
                      <a:pt x="35" y="48"/>
                      <a:pt x="40" y="47"/>
                    </a:cubicBezTo>
                    <a:cubicBezTo>
                      <a:pt x="48" y="44"/>
                      <a:pt x="57" y="44"/>
                      <a:pt x="65" y="44"/>
                    </a:cubicBezTo>
                    <a:cubicBezTo>
                      <a:pt x="60" y="44"/>
                      <a:pt x="55" y="42"/>
                      <a:pt x="50" y="40"/>
                    </a:cubicBezTo>
                    <a:cubicBezTo>
                      <a:pt x="38" y="36"/>
                      <a:pt x="36" y="37"/>
                      <a:pt x="33" y="25"/>
                    </a:cubicBezTo>
                    <a:cubicBezTo>
                      <a:pt x="28" y="12"/>
                      <a:pt x="13" y="4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94" name="Freeform 2183">
                <a:extLst>
                  <a:ext uri="{FF2B5EF4-FFF2-40B4-BE49-F238E27FC236}">
                    <a16:creationId xmlns:a16="http://schemas.microsoft.com/office/drawing/2014/main" id="{52D25EEB-ECFC-4CB2-BEFC-22602D963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547"/>
                <a:ext cx="105" cy="185"/>
              </a:xfrm>
              <a:custGeom>
                <a:avLst/>
                <a:gdLst>
                  <a:gd name="T0" fmla="*/ 30 w 84"/>
                  <a:gd name="T1" fmla="*/ 43 h 139"/>
                  <a:gd name="T2" fmla="*/ 55 w 84"/>
                  <a:gd name="T3" fmla="*/ 133 h 139"/>
                  <a:gd name="T4" fmla="*/ 54 w 84"/>
                  <a:gd name="T5" fmla="*/ 192 h 139"/>
                  <a:gd name="T6" fmla="*/ 73 w 84"/>
                  <a:gd name="T7" fmla="*/ 266 h 139"/>
                  <a:gd name="T8" fmla="*/ 68 w 84"/>
                  <a:gd name="T9" fmla="*/ 322 h 139"/>
                  <a:gd name="T10" fmla="*/ 141 w 84"/>
                  <a:gd name="T11" fmla="*/ 319 h 139"/>
                  <a:gd name="T12" fmla="*/ 158 w 84"/>
                  <a:gd name="T13" fmla="*/ 309 h 139"/>
                  <a:gd name="T14" fmla="*/ 150 w 84"/>
                  <a:gd name="T15" fmla="*/ 242 h 139"/>
                  <a:gd name="T16" fmla="*/ 148 w 84"/>
                  <a:gd name="T17" fmla="*/ 209 h 139"/>
                  <a:gd name="T18" fmla="*/ 119 w 84"/>
                  <a:gd name="T19" fmla="*/ 161 h 139"/>
                  <a:gd name="T20" fmla="*/ 108 w 84"/>
                  <a:gd name="T21" fmla="*/ 57 h 139"/>
                  <a:gd name="T22" fmla="*/ 54 w 84"/>
                  <a:gd name="T23" fmla="*/ 48 h 139"/>
                  <a:gd name="T24" fmla="*/ 0 w 84"/>
                  <a:gd name="T25" fmla="*/ 0 h 1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139">
                    <a:moveTo>
                      <a:pt x="15" y="18"/>
                    </a:moveTo>
                    <a:cubicBezTo>
                      <a:pt x="22" y="30"/>
                      <a:pt x="26" y="43"/>
                      <a:pt x="28" y="56"/>
                    </a:cubicBezTo>
                    <a:cubicBezTo>
                      <a:pt x="30" y="65"/>
                      <a:pt x="26" y="73"/>
                      <a:pt x="27" y="81"/>
                    </a:cubicBezTo>
                    <a:cubicBezTo>
                      <a:pt x="29" y="92"/>
                      <a:pt x="37" y="101"/>
                      <a:pt x="37" y="113"/>
                    </a:cubicBezTo>
                    <a:cubicBezTo>
                      <a:pt x="37" y="121"/>
                      <a:pt x="33" y="130"/>
                      <a:pt x="34" y="137"/>
                    </a:cubicBezTo>
                    <a:cubicBezTo>
                      <a:pt x="46" y="135"/>
                      <a:pt x="60" y="137"/>
                      <a:pt x="72" y="135"/>
                    </a:cubicBezTo>
                    <a:cubicBezTo>
                      <a:pt x="79" y="134"/>
                      <a:pt x="79" y="139"/>
                      <a:pt x="81" y="131"/>
                    </a:cubicBezTo>
                    <a:cubicBezTo>
                      <a:pt x="84" y="122"/>
                      <a:pt x="78" y="112"/>
                      <a:pt x="77" y="103"/>
                    </a:cubicBezTo>
                    <a:cubicBezTo>
                      <a:pt x="77" y="95"/>
                      <a:pt x="80" y="94"/>
                      <a:pt x="75" y="89"/>
                    </a:cubicBezTo>
                    <a:cubicBezTo>
                      <a:pt x="70" y="84"/>
                      <a:pt x="64" y="75"/>
                      <a:pt x="61" y="68"/>
                    </a:cubicBezTo>
                    <a:cubicBezTo>
                      <a:pt x="56" y="54"/>
                      <a:pt x="55" y="39"/>
                      <a:pt x="55" y="24"/>
                    </a:cubicBezTo>
                    <a:cubicBezTo>
                      <a:pt x="44" y="30"/>
                      <a:pt x="36" y="28"/>
                      <a:pt x="27" y="20"/>
                    </a:cubicBezTo>
                    <a:cubicBezTo>
                      <a:pt x="18" y="13"/>
                      <a:pt x="9" y="5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95" name="Freeform 2184">
                <a:extLst>
                  <a:ext uri="{FF2B5EF4-FFF2-40B4-BE49-F238E27FC236}">
                    <a16:creationId xmlns:a16="http://schemas.microsoft.com/office/drawing/2014/main" id="{B944F0C3-194D-4616-8EE6-737693B05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3423"/>
                <a:ext cx="37" cy="117"/>
              </a:xfrm>
              <a:custGeom>
                <a:avLst/>
                <a:gdLst>
                  <a:gd name="T0" fmla="*/ 1 w 29"/>
                  <a:gd name="T1" fmla="*/ 0 h 88"/>
                  <a:gd name="T2" fmla="*/ 36 w 29"/>
                  <a:gd name="T3" fmla="*/ 69 h 88"/>
                  <a:gd name="T4" fmla="*/ 60 w 29"/>
                  <a:gd name="T5" fmla="*/ 90 h 88"/>
                  <a:gd name="T6" fmla="*/ 52 w 29"/>
                  <a:gd name="T7" fmla="*/ 207 h 88"/>
                  <a:gd name="T8" fmla="*/ 23 w 29"/>
                  <a:gd name="T9" fmla="*/ 181 h 88"/>
                  <a:gd name="T10" fmla="*/ 18 w 29"/>
                  <a:gd name="T11" fmla="*/ 122 h 88"/>
                  <a:gd name="T12" fmla="*/ 1 w 29"/>
                  <a:gd name="T13" fmla="*/ 65 h 88"/>
                  <a:gd name="T14" fmla="*/ 6 w 29"/>
                  <a:gd name="T15" fmla="*/ 23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88">
                    <a:moveTo>
                      <a:pt x="1" y="0"/>
                    </a:moveTo>
                    <a:cubicBezTo>
                      <a:pt x="0" y="11"/>
                      <a:pt x="10" y="22"/>
                      <a:pt x="17" y="29"/>
                    </a:cubicBezTo>
                    <a:cubicBezTo>
                      <a:pt x="22" y="33"/>
                      <a:pt x="25" y="34"/>
                      <a:pt x="29" y="38"/>
                    </a:cubicBezTo>
                    <a:cubicBezTo>
                      <a:pt x="17" y="43"/>
                      <a:pt x="22" y="78"/>
                      <a:pt x="25" y="88"/>
                    </a:cubicBezTo>
                    <a:cubicBezTo>
                      <a:pt x="20" y="85"/>
                      <a:pt x="15" y="82"/>
                      <a:pt x="11" y="77"/>
                    </a:cubicBezTo>
                    <a:cubicBezTo>
                      <a:pt x="5" y="68"/>
                      <a:pt x="9" y="61"/>
                      <a:pt x="9" y="52"/>
                    </a:cubicBezTo>
                    <a:cubicBezTo>
                      <a:pt x="9" y="43"/>
                      <a:pt x="3" y="36"/>
                      <a:pt x="1" y="28"/>
                    </a:cubicBezTo>
                    <a:cubicBezTo>
                      <a:pt x="0" y="22"/>
                      <a:pt x="5" y="16"/>
                      <a:pt x="3" y="1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96" name="Freeform 2185">
                <a:extLst>
                  <a:ext uri="{FF2B5EF4-FFF2-40B4-BE49-F238E27FC236}">
                    <a16:creationId xmlns:a16="http://schemas.microsoft.com/office/drawing/2014/main" id="{EC05A8AE-2165-48FE-A729-E0B073EAC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133"/>
                <a:ext cx="52" cy="119"/>
              </a:xfrm>
              <a:custGeom>
                <a:avLst/>
                <a:gdLst>
                  <a:gd name="T0" fmla="*/ 84 w 41"/>
                  <a:gd name="T1" fmla="*/ 1 h 89"/>
                  <a:gd name="T2" fmla="*/ 60 w 41"/>
                  <a:gd name="T3" fmla="*/ 57 h 89"/>
                  <a:gd name="T4" fmla="*/ 60 w 41"/>
                  <a:gd name="T5" fmla="*/ 120 h 89"/>
                  <a:gd name="T6" fmla="*/ 43 w 41"/>
                  <a:gd name="T7" fmla="*/ 150 h 89"/>
                  <a:gd name="T8" fmla="*/ 16 w 41"/>
                  <a:gd name="T9" fmla="*/ 213 h 89"/>
                  <a:gd name="T10" fmla="*/ 1 w 41"/>
                  <a:gd name="T11" fmla="*/ 154 h 89"/>
                  <a:gd name="T12" fmla="*/ 6 w 41"/>
                  <a:gd name="T13" fmla="*/ 118 h 89"/>
                  <a:gd name="T14" fmla="*/ 20 w 41"/>
                  <a:gd name="T15" fmla="*/ 100 h 89"/>
                  <a:gd name="T16" fmla="*/ 32 w 41"/>
                  <a:gd name="T17" fmla="*/ 28 h 89"/>
                  <a:gd name="T18" fmla="*/ 79 w 41"/>
                  <a:gd name="T19" fmla="*/ 0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89">
                    <a:moveTo>
                      <a:pt x="41" y="1"/>
                    </a:moveTo>
                    <a:cubicBezTo>
                      <a:pt x="37" y="9"/>
                      <a:pt x="32" y="15"/>
                      <a:pt x="29" y="24"/>
                    </a:cubicBezTo>
                    <a:cubicBezTo>
                      <a:pt x="27" y="33"/>
                      <a:pt x="31" y="41"/>
                      <a:pt x="29" y="50"/>
                    </a:cubicBezTo>
                    <a:cubicBezTo>
                      <a:pt x="28" y="55"/>
                      <a:pt x="25" y="59"/>
                      <a:pt x="21" y="63"/>
                    </a:cubicBezTo>
                    <a:cubicBezTo>
                      <a:pt x="13" y="71"/>
                      <a:pt x="8" y="77"/>
                      <a:pt x="8" y="89"/>
                    </a:cubicBezTo>
                    <a:cubicBezTo>
                      <a:pt x="5" y="81"/>
                      <a:pt x="1" y="72"/>
                      <a:pt x="1" y="64"/>
                    </a:cubicBezTo>
                    <a:cubicBezTo>
                      <a:pt x="0" y="59"/>
                      <a:pt x="0" y="54"/>
                      <a:pt x="3" y="49"/>
                    </a:cubicBezTo>
                    <a:cubicBezTo>
                      <a:pt x="5" y="46"/>
                      <a:pt x="8" y="45"/>
                      <a:pt x="10" y="42"/>
                    </a:cubicBezTo>
                    <a:cubicBezTo>
                      <a:pt x="16" y="32"/>
                      <a:pt x="7" y="22"/>
                      <a:pt x="16" y="12"/>
                    </a:cubicBezTo>
                    <a:cubicBezTo>
                      <a:pt x="22" y="5"/>
                      <a:pt x="31" y="3"/>
                      <a:pt x="39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97" name="Freeform 2186">
                <a:extLst>
                  <a:ext uri="{FF2B5EF4-FFF2-40B4-BE49-F238E27FC236}">
                    <a16:creationId xmlns:a16="http://schemas.microsoft.com/office/drawing/2014/main" id="{B0E61A59-0268-4BEA-8C56-927F6E48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193"/>
                <a:ext cx="69" cy="192"/>
              </a:xfrm>
              <a:custGeom>
                <a:avLst/>
                <a:gdLst>
                  <a:gd name="T0" fmla="*/ 88 w 55"/>
                  <a:gd name="T1" fmla="*/ 1 h 144"/>
                  <a:gd name="T2" fmla="*/ 51 w 55"/>
                  <a:gd name="T3" fmla="*/ 108 h 144"/>
                  <a:gd name="T4" fmla="*/ 20 w 55"/>
                  <a:gd name="T5" fmla="*/ 177 h 144"/>
                  <a:gd name="T6" fmla="*/ 23 w 55"/>
                  <a:gd name="T7" fmla="*/ 257 h 144"/>
                  <a:gd name="T8" fmla="*/ 0 w 55"/>
                  <a:gd name="T9" fmla="*/ 341 h 144"/>
                  <a:gd name="T10" fmla="*/ 49 w 55"/>
                  <a:gd name="T11" fmla="*/ 276 h 144"/>
                  <a:gd name="T12" fmla="*/ 85 w 55"/>
                  <a:gd name="T13" fmla="*/ 204 h 144"/>
                  <a:gd name="T14" fmla="*/ 93 w 55"/>
                  <a:gd name="T15" fmla="*/ 105 h 144"/>
                  <a:gd name="T16" fmla="*/ 99 w 55"/>
                  <a:gd name="T17" fmla="*/ 71 h 144"/>
                  <a:gd name="T18" fmla="*/ 109 w 55"/>
                  <a:gd name="T19" fmla="*/ 49 h 144"/>
                  <a:gd name="T20" fmla="*/ 85 w 55"/>
                  <a:gd name="T21" fmla="*/ 0 h 1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44">
                    <a:moveTo>
                      <a:pt x="45" y="1"/>
                    </a:moveTo>
                    <a:cubicBezTo>
                      <a:pt x="38" y="16"/>
                      <a:pt x="32" y="32"/>
                      <a:pt x="26" y="46"/>
                    </a:cubicBezTo>
                    <a:cubicBezTo>
                      <a:pt x="22" y="56"/>
                      <a:pt x="12" y="66"/>
                      <a:pt x="10" y="75"/>
                    </a:cubicBezTo>
                    <a:cubicBezTo>
                      <a:pt x="8" y="85"/>
                      <a:pt x="12" y="98"/>
                      <a:pt x="11" y="109"/>
                    </a:cubicBezTo>
                    <a:cubicBezTo>
                      <a:pt x="11" y="121"/>
                      <a:pt x="7" y="134"/>
                      <a:pt x="0" y="144"/>
                    </a:cubicBezTo>
                    <a:cubicBezTo>
                      <a:pt x="9" y="134"/>
                      <a:pt x="21" y="130"/>
                      <a:pt x="25" y="116"/>
                    </a:cubicBezTo>
                    <a:cubicBezTo>
                      <a:pt x="29" y="102"/>
                      <a:pt x="39" y="99"/>
                      <a:pt x="43" y="86"/>
                    </a:cubicBezTo>
                    <a:cubicBezTo>
                      <a:pt x="47" y="75"/>
                      <a:pt x="44" y="55"/>
                      <a:pt x="47" y="44"/>
                    </a:cubicBezTo>
                    <a:cubicBezTo>
                      <a:pt x="48" y="40"/>
                      <a:pt x="48" y="35"/>
                      <a:pt x="50" y="30"/>
                    </a:cubicBezTo>
                    <a:cubicBezTo>
                      <a:pt x="51" y="27"/>
                      <a:pt x="55" y="24"/>
                      <a:pt x="55" y="21"/>
                    </a:cubicBezTo>
                    <a:cubicBezTo>
                      <a:pt x="49" y="20"/>
                      <a:pt x="42" y="6"/>
                      <a:pt x="43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98" name="Freeform 2187">
                <a:extLst>
                  <a:ext uri="{FF2B5EF4-FFF2-40B4-BE49-F238E27FC236}">
                    <a16:creationId xmlns:a16="http://schemas.microsoft.com/office/drawing/2014/main" id="{8864DA8F-C682-47C9-A01C-B2E793210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3001"/>
                <a:ext cx="68" cy="66"/>
              </a:xfrm>
              <a:custGeom>
                <a:avLst/>
                <a:gdLst>
                  <a:gd name="T0" fmla="*/ 0 w 55"/>
                  <a:gd name="T1" fmla="*/ 22 h 49"/>
                  <a:gd name="T2" fmla="*/ 53 w 55"/>
                  <a:gd name="T3" fmla="*/ 71 h 49"/>
                  <a:gd name="T4" fmla="*/ 78 w 55"/>
                  <a:gd name="T5" fmla="*/ 120 h 49"/>
                  <a:gd name="T6" fmla="*/ 87 w 55"/>
                  <a:gd name="T7" fmla="*/ 79 h 49"/>
                  <a:gd name="T8" fmla="*/ 104 w 55"/>
                  <a:gd name="T9" fmla="*/ 51 h 49"/>
                  <a:gd name="T10" fmla="*/ 66 w 55"/>
                  <a:gd name="T11" fmla="*/ 43 h 49"/>
                  <a:gd name="T12" fmla="*/ 2 w 55"/>
                  <a:gd name="T13" fmla="*/ 2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9">
                    <a:moveTo>
                      <a:pt x="0" y="9"/>
                    </a:moveTo>
                    <a:cubicBezTo>
                      <a:pt x="9" y="13"/>
                      <a:pt x="20" y="23"/>
                      <a:pt x="28" y="29"/>
                    </a:cubicBezTo>
                    <a:cubicBezTo>
                      <a:pt x="35" y="35"/>
                      <a:pt x="36" y="43"/>
                      <a:pt x="41" y="49"/>
                    </a:cubicBezTo>
                    <a:cubicBezTo>
                      <a:pt x="43" y="44"/>
                      <a:pt x="43" y="38"/>
                      <a:pt x="46" y="33"/>
                    </a:cubicBezTo>
                    <a:cubicBezTo>
                      <a:pt x="49" y="28"/>
                      <a:pt x="53" y="27"/>
                      <a:pt x="55" y="21"/>
                    </a:cubicBezTo>
                    <a:cubicBezTo>
                      <a:pt x="47" y="21"/>
                      <a:pt x="42" y="23"/>
                      <a:pt x="35" y="18"/>
                    </a:cubicBezTo>
                    <a:cubicBezTo>
                      <a:pt x="26" y="13"/>
                      <a:pt x="14" y="0"/>
                      <a:pt x="2" y="8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99" name="Freeform 2188">
                <a:extLst>
                  <a:ext uri="{FF2B5EF4-FFF2-40B4-BE49-F238E27FC236}">
                    <a16:creationId xmlns:a16="http://schemas.microsoft.com/office/drawing/2014/main" id="{FA30B200-8355-48B5-BFA9-536F61057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779"/>
                <a:ext cx="54" cy="156"/>
              </a:xfrm>
              <a:custGeom>
                <a:avLst/>
                <a:gdLst>
                  <a:gd name="T0" fmla="*/ 39 w 43"/>
                  <a:gd name="T1" fmla="*/ 1 h 117"/>
                  <a:gd name="T2" fmla="*/ 51 w 43"/>
                  <a:gd name="T3" fmla="*/ 107 h 117"/>
                  <a:gd name="T4" fmla="*/ 85 w 43"/>
                  <a:gd name="T5" fmla="*/ 161 h 117"/>
                  <a:gd name="T6" fmla="*/ 62 w 43"/>
                  <a:gd name="T7" fmla="*/ 277 h 117"/>
                  <a:gd name="T8" fmla="*/ 41 w 43"/>
                  <a:gd name="T9" fmla="*/ 208 h 117"/>
                  <a:gd name="T10" fmla="*/ 39 w 43"/>
                  <a:gd name="T11" fmla="*/ 177 h 117"/>
                  <a:gd name="T12" fmla="*/ 10 w 43"/>
                  <a:gd name="T13" fmla="*/ 155 h 117"/>
                  <a:gd name="T14" fmla="*/ 24 w 43"/>
                  <a:gd name="T15" fmla="*/ 76 h 117"/>
                  <a:gd name="T16" fmla="*/ 38 w 43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17">
                    <a:moveTo>
                      <a:pt x="20" y="1"/>
                    </a:moveTo>
                    <a:cubicBezTo>
                      <a:pt x="15" y="14"/>
                      <a:pt x="22" y="32"/>
                      <a:pt x="26" y="45"/>
                    </a:cubicBezTo>
                    <a:cubicBezTo>
                      <a:pt x="29" y="53"/>
                      <a:pt x="35" y="63"/>
                      <a:pt x="43" y="68"/>
                    </a:cubicBezTo>
                    <a:cubicBezTo>
                      <a:pt x="34" y="84"/>
                      <a:pt x="32" y="98"/>
                      <a:pt x="31" y="117"/>
                    </a:cubicBezTo>
                    <a:cubicBezTo>
                      <a:pt x="25" y="108"/>
                      <a:pt x="22" y="100"/>
                      <a:pt x="21" y="88"/>
                    </a:cubicBezTo>
                    <a:cubicBezTo>
                      <a:pt x="21" y="84"/>
                      <a:pt x="23" y="80"/>
                      <a:pt x="20" y="75"/>
                    </a:cubicBezTo>
                    <a:cubicBezTo>
                      <a:pt x="16" y="70"/>
                      <a:pt x="8" y="70"/>
                      <a:pt x="5" y="65"/>
                    </a:cubicBezTo>
                    <a:cubicBezTo>
                      <a:pt x="0" y="57"/>
                      <a:pt x="9" y="40"/>
                      <a:pt x="12" y="32"/>
                    </a:cubicBezTo>
                    <a:cubicBezTo>
                      <a:pt x="14" y="22"/>
                      <a:pt x="19" y="10"/>
                      <a:pt x="19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00" name="Freeform 2189">
                <a:extLst>
                  <a:ext uri="{FF2B5EF4-FFF2-40B4-BE49-F238E27FC236}">
                    <a16:creationId xmlns:a16="http://schemas.microsoft.com/office/drawing/2014/main" id="{D955FAA7-4C19-4297-9E33-8CC65E9D5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859"/>
                <a:ext cx="51" cy="185"/>
              </a:xfrm>
              <a:custGeom>
                <a:avLst/>
                <a:gdLst>
                  <a:gd name="T0" fmla="*/ 78 w 41"/>
                  <a:gd name="T1" fmla="*/ 0 h 139"/>
                  <a:gd name="T2" fmla="*/ 49 w 41"/>
                  <a:gd name="T3" fmla="*/ 101 h 139"/>
                  <a:gd name="T4" fmla="*/ 65 w 41"/>
                  <a:gd name="T5" fmla="*/ 200 h 139"/>
                  <a:gd name="T6" fmla="*/ 56 w 41"/>
                  <a:gd name="T7" fmla="*/ 299 h 139"/>
                  <a:gd name="T8" fmla="*/ 17 w 41"/>
                  <a:gd name="T9" fmla="*/ 294 h 139"/>
                  <a:gd name="T10" fmla="*/ 9 w 41"/>
                  <a:gd name="T11" fmla="*/ 327 h 139"/>
                  <a:gd name="T12" fmla="*/ 15 w 41"/>
                  <a:gd name="T13" fmla="*/ 273 h 139"/>
                  <a:gd name="T14" fmla="*/ 21 w 41"/>
                  <a:gd name="T15" fmla="*/ 178 h 139"/>
                  <a:gd name="T16" fmla="*/ 19 w 41"/>
                  <a:gd name="T17" fmla="*/ 112 h 139"/>
                  <a:gd name="T18" fmla="*/ 45 w 41"/>
                  <a:gd name="T19" fmla="*/ 49 h 139"/>
                  <a:gd name="T20" fmla="*/ 57 w 41"/>
                  <a:gd name="T21" fmla="*/ 23 h 139"/>
                  <a:gd name="T22" fmla="*/ 71 w 41"/>
                  <a:gd name="T23" fmla="*/ 12 h 1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139">
                    <a:moveTo>
                      <a:pt x="41" y="0"/>
                    </a:moveTo>
                    <a:cubicBezTo>
                      <a:pt x="35" y="14"/>
                      <a:pt x="27" y="27"/>
                      <a:pt x="25" y="43"/>
                    </a:cubicBezTo>
                    <a:cubicBezTo>
                      <a:pt x="23" y="58"/>
                      <a:pt x="26" y="72"/>
                      <a:pt x="34" y="85"/>
                    </a:cubicBezTo>
                    <a:cubicBezTo>
                      <a:pt x="24" y="95"/>
                      <a:pt x="25" y="115"/>
                      <a:pt x="29" y="127"/>
                    </a:cubicBezTo>
                    <a:cubicBezTo>
                      <a:pt x="24" y="119"/>
                      <a:pt x="15" y="118"/>
                      <a:pt x="9" y="125"/>
                    </a:cubicBezTo>
                    <a:cubicBezTo>
                      <a:pt x="6" y="129"/>
                      <a:pt x="5" y="134"/>
                      <a:pt x="5" y="139"/>
                    </a:cubicBezTo>
                    <a:cubicBezTo>
                      <a:pt x="0" y="130"/>
                      <a:pt x="4" y="124"/>
                      <a:pt x="8" y="116"/>
                    </a:cubicBezTo>
                    <a:cubicBezTo>
                      <a:pt x="16" y="103"/>
                      <a:pt x="14" y="91"/>
                      <a:pt x="11" y="76"/>
                    </a:cubicBezTo>
                    <a:cubicBezTo>
                      <a:pt x="10" y="67"/>
                      <a:pt x="10" y="56"/>
                      <a:pt x="10" y="47"/>
                    </a:cubicBezTo>
                    <a:cubicBezTo>
                      <a:pt x="10" y="35"/>
                      <a:pt x="17" y="30"/>
                      <a:pt x="23" y="21"/>
                    </a:cubicBezTo>
                    <a:cubicBezTo>
                      <a:pt x="25" y="17"/>
                      <a:pt x="27" y="14"/>
                      <a:pt x="30" y="10"/>
                    </a:cubicBezTo>
                    <a:cubicBezTo>
                      <a:pt x="32" y="8"/>
                      <a:pt x="35" y="7"/>
                      <a:pt x="37" y="5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01" name="Freeform 2190">
                <a:extLst>
                  <a:ext uri="{FF2B5EF4-FFF2-40B4-BE49-F238E27FC236}">
                    <a16:creationId xmlns:a16="http://schemas.microsoft.com/office/drawing/2014/main" id="{17774AAE-CF3A-4873-824F-B851EE0F1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548"/>
                <a:ext cx="153" cy="89"/>
              </a:xfrm>
              <a:custGeom>
                <a:avLst/>
                <a:gdLst>
                  <a:gd name="T0" fmla="*/ 10 w 122"/>
                  <a:gd name="T1" fmla="*/ 5 h 67"/>
                  <a:gd name="T2" fmla="*/ 30 w 122"/>
                  <a:gd name="T3" fmla="*/ 76 h 67"/>
                  <a:gd name="T4" fmla="*/ 55 w 122"/>
                  <a:gd name="T5" fmla="*/ 134 h 67"/>
                  <a:gd name="T6" fmla="*/ 88 w 122"/>
                  <a:gd name="T7" fmla="*/ 124 h 67"/>
                  <a:gd name="T8" fmla="*/ 137 w 122"/>
                  <a:gd name="T9" fmla="*/ 122 h 67"/>
                  <a:gd name="T10" fmla="*/ 196 w 122"/>
                  <a:gd name="T11" fmla="*/ 157 h 67"/>
                  <a:gd name="T12" fmla="*/ 241 w 122"/>
                  <a:gd name="T13" fmla="*/ 122 h 67"/>
                  <a:gd name="T14" fmla="*/ 216 w 122"/>
                  <a:gd name="T15" fmla="*/ 102 h 67"/>
                  <a:gd name="T16" fmla="*/ 184 w 122"/>
                  <a:gd name="T17" fmla="*/ 81 h 67"/>
                  <a:gd name="T18" fmla="*/ 161 w 122"/>
                  <a:gd name="T19" fmla="*/ 65 h 67"/>
                  <a:gd name="T20" fmla="*/ 147 w 122"/>
                  <a:gd name="T21" fmla="*/ 37 h 67"/>
                  <a:gd name="T22" fmla="*/ 132 w 122"/>
                  <a:gd name="T23" fmla="*/ 37 h 67"/>
                  <a:gd name="T24" fmla="*/ 109 w 122"/>
                  <a:gd name="T25" fmla="*/ 27 h 67"/>
                  <a:gd name="T26" fmla="*/ 73 w 122"/>
                  <a:gd name="T27" fmla="*/ 0 h 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2" h="67">
                    <a:moveTo>
                      <a:pt x="5" y="2"/>
                    </a:moveTo>
                    <a:cubicBezTo>
                      <a:pt x="0" y="17"/>
                      <a:pt x="7" y="20"/>
                      <a:pt x="15" y="32"/>
                    </a:cubicBezTo>
                    <a:cubicBezTo>
                      <a:pt x="21" y="39"/>
                      <a:pt x="26" y="48"/>
                      <a:pt x="28" y="57"/>
                    </a:cubicBezTo>
                    <a:cubicBezTo>
                      <a:pt x="33" y="56"/>
                      <a:pt x="39" y="54"/>
                      <a:pt x="45" y="53"/>
                    </a:cubicBezTo>
                    <a:cubicBezTo>
                      <a:pt x="53" y="51"/>
                      <a:pt x="61" y="51"/>
                      <a:pt x="69" y="52"/>
                    </a:cubicBezTo>
                    <a:cubicBezTo>
                      <a:pt x="83" y="52"/>
                      <a:pt x="88" y="58"/>
                      <a:pt x="99" y="67"/>
                    </a:cubicBezTo>
                    <a:cubicBezTo>
                      <a:pt x="107" y="58"/>
                      <a:pt x="111" y="54"/>
                      <a:pt x="122" y="52"/>
                    </a:cubicBezTo>
                    <a:cubicBezTo>
                      <a:pt x="120" y="48"/>
                      <a:pt x="113" y="47"/>
                      <a:pt x="109" y="44"/>
                    </a:cubicBezTo>
                    <a:cubicBezTo>
                      <a:pt x="104" y="41"/>
                      <a:pt x="99" y="37"/>
                      <a:pt x="93" y="35"/>
                    </a:cubicBezTo>
                    <a:cubicBezTo>
                      <a:pt x="89" y="33"/>
                      <a:pt x="85" y="31"/>
                      <a:pt x="81" y="28"/>
                    </a:cubicBezTo>
                    <a:cubicBezTo>
                      <a:pt x="78" y="25"/>
                      <a:pt x="77" y="19"/>
                      <a:pt x="74" y="16"/>
                    </a:cubicBezTo>
                    <a:cubicBezTo>
                      <a:pt x="71" y="14"/>
                      <a:pt x="71" y="16"/>
                      <a:pt x="67" y="16"/>
                    </a:cubicBezTo>
                    <a:cubicBezTo>
                      <a:pt x="63" y="15"/>
                      <a:pt x="58" y="13"/>
                      <a:pt x="55" y="11"/>
                    </a:cubicBezTo>
                    <a:cubicBezTo>
                      <a:pt x="48" y="8"/>
                      <a:pt x="42" y="5"/>
                      <a:pt x="37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02" name="Freeform 2191">
                <a:extLst>
                  <a:ext uri="{FF2B5EF4-FFF2-40B4-BE49-F238E27FC236}">
                    <a16:creationId xmlns:a16="http://schemas.microsoft.com/office/drawing/2014/main" id="{AB76D9D8-8FA4-4B8A-9C72-05F49FC90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548"/>
                <a:ext cx="33" cy="95"/>
              </a:xfrm>
              <a:custGeom>
                <a:avLst/>
                <a:gdLst>
                  <a:gd name="T0" fmla="*/ 0 w 26"/>
                  <a:gd name="T1" fmla="*/ 0 h 71"/>
                  <a:gd name="T2" fmla="*/ 17 w 26"/>
                  <a:gd name="T3" fmla="*/ 104 h 71"/>
                  <a:gd name="T4" fmla="*/ 22 w 26"/>
                  <a:gd name="T5" fmla="*/ 134 h 71"/>
                  <a:gd name="T6" fmla="*/ 46 w 26"/>
                  <a:gd name="T7" fmla="*/ 170 h 71"/>
                  <a:gd name="T8" fmla="*/ 37 w 26"/>
                  <a:gd name="T9" fmla="*/ 67 h 71"/>
                  <a:gd name="T10" fmla="*/ 53 w 26"/>
                  <a:gd name="T11" fmla="*/ 5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71">
                    <a:moveTo>
                      <a:pt x="0" y="0"/>
                    </a:moveTo>
                    <a:cubicBezTo>
                      <a:pt x="5" y="12"/>
                      <a:pt x="7" y="31"/>
                      <a:pt x="8" y="43"/>
                    </a:cubicBezTo>
                    <a:cubicBezTo>
                      <a:pt x="8" y="49"/>
                      <a:pt x="8" y="52"/>
                      <a:pt x="10" y="56"/>
                    </a:cubicBezTo>
                    <a:cubicBezTo>
                      <a:pt x="14" y="60"/>
                      <a:pt x="18" y="67"/>
                      <a:pt x="22" y="71"/>
                    </a:cubicBezTo>
                    <a:cubicBezTo>
                      <a:pt x="19" y="56"/>
                      <a:pt x="14" y="44"/>
                      <a:pt x="18" y="28"/>
                    </a:cubicBezTo>
                    <a:cubicBezTo>
                      <a:pt x="20" y="18"/>
                      <a:pt x="22" y="10"/>
                      <a:pt x="26" y="2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03" name="Freeform 2192">
                <a:extLst>
                  <a:ext uri="{FF2B5EF4-FFF2-40B4-BE49-F238E27FC236}">
                    <a16:creationId xmlns:a16="http://schemas.microsoft.com/office/drawing/2014/main" id="{1CA21DD0-EEDC-48AC-9D7C-0DD3667F4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37"/>
                <a:ext cx="45" cy="188"/>
              </a:xfrm>
              <a:custGeom>
                <a:avLst/>
                <a:gdLst>
                  <a:gd name="T0" fmla="*/ 0 w 36"/>
                  <a:gd name="T1" fmla="*/ 48 h 141"/>
                  <a:gd name="T2" fmla="*/ 49 w 36"/>
                  <a:gd name="T3" fmla="*/ 176 h 141"/>
                  <a:gd name="T4" fmla="*/ 51 w 36"/>
                  <a:gd name="T5" fmla="*/ 236 h 141"/>
                  <a:gd name="T6" fmla="*/ 44 w 36"/>
                  <a:gd name="T7" fmla="*/ 271 h 141"/>
                  <a:gd name="T8" fmla="*/ 39 w 36"/>
                  <a:gd name="T9" fmla="*/ 335 h 141"/>
                  <a:gd name="T10" fmla="*/ 61 w 36"/>
                  <a:gd name="T11" fmla="*/ 249 h 141"/>
                  <a:gd name="T12" fmla="*/ 61 w 36"/>
                  <a:gd name="T13" fmla="*/ 137 h 141"/>
                  <a:gd name="T14" fmla="*/ 31 w 36"/>
                  <a:gd name="T15" fmla="*/ 52 h 141"/>
                  <a:gd name="T16" fmla="*/ 20 w 36"/>
                  <a:gd name="T17" fmla="*/ 0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41">
                    <a:moveTo>
                      <a:pt x="0" y="20"/>
                    </a:moveTo>
                    <a:cubicBezTo>
                      <a:pt x="12" y="36"/>
                      <a:pt x="20" y="55"/>
                      <a:pt x="25" y="74"/>
                    </a:cubicBezTo>
                    <a:cubicBezTo>
                      <a:pt x="26" y="82"/>
                      <a:pt x="27" y="92"/>
                      <a:pt x="26" y="100"/>
                    </a:cubicBezTo>
                    <a:cubicBezTo>
                      <a:pt x="25" y="105"/>
                      <a:pt x="23" y="110"/>
                      <a:pt x="22" y="114"/>
                    </a:cubicBezTo>
                    <a:cubicBezTo>
                      <a:pt x="20" y="123"/>
                      <a:pt x="20" y="132"/>
                      <a:pt x="20" y="141"/>
                    </a:cubicBezTo>
                    <a:cubicBezTo>
                      <a:pt x="21" y="128"/>
                      <a:pt x="26" y="117"/>
                      <a:pt x="31" y="105"/>
                    </a:cubicBezTo>
                    <a:cubicBezTo>
                      <a:pt x="36" y="90"/>
                      <a:pt x="35" y="73"/>
                      <a:pt x="31" y="58"/>
                    </a:cubicBezTo>
                    <a:cubicBezTo>
                      <a:pt x="27" y="46"/>
                      <a:pt x="20" y="35"/>
                      <a:pt x="16" y="22"/>
                    </a:cubicBezTo>
                    <a:cubicBezTo>
                      <a:pt x="13" y="15"/>
                      <a:pt x="13" y="7"/>
                      <a:pt x="1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04" name="Freeform 2193">
                <a:extLst>
                  <a:ext uri="{FF2B5EF4-FFF2-40B4-BE49-F238E27FC236}">
                    <a16:creationId xmlns:a16="http://schemas.microsoft.com/office/drawing/2014/main" id="{9C4DD807-C5B8-41C6-AE3A-8234367EE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309"/>
                <a:ext cx="45" cy="120"/>
              </a:xfrm>
              <a:custGeom>
                <a:avLst/>
                <a:gdLst>
                  <a:gd name="T0" fmla="*/ 0 w 36"/>
                  <a:gd name="T1" fmla="*/ 12 h 90"/>
                  <a:gd name="T2" fmla="*/ 33 w 36"/>
                  <a:gd name="T3" fmla="*/ 105 h 90"/>
                  <a:gd name="T4" fmla="*/ 44 w 36"/>
                  <a:gd name="T5" fmla="*/ 213 h 90"/>
                  <a:gd name="T6" fmla="*/ 56 w 36"/>
                  <a:gd name="T7" fmla="*/ 128 h 90"/>
                  <a:gd name="T8" fmla="*/ 69 w 36"/>
                  <a:gd name="T9" fmla="*/ 85 h 90"/>
                  <a:gd name="T10" fmla="*/ 39 w 36"/>
                  <a:gd name="T11" fmla="*/ 0 h 90"/>
                  <a:gd name="T12" fmla="*/ 36 w 36"/>
                  <a:gd name="T13" fmla="*/ 43 h 90"/>
                  <a:gd name="T14" fmla="*/ 25 w 36"/>
                  <a:gd name="T15" fmla="*/ 37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90">
                    <a:moveTo>
                      <a:pt x="0" y="5"/>
                    </a:moveTo>
                    <a:cubicBezTo>
                      <a:pt x="8" y="17"/>
                      <a:pt x="15" y="30"/>
                      <a:pt x="17" y="44"/>
                    </a:cubicBezTo>
                    <a:cubicBezTo>
                      <a:pt x="19" y="59"/>
                      <a:pt x="16" y="76"/>
                      <a:pt x="22" y="90"/>
                    </a:cubicBezTo>
                    <a:cubicBezTo>
                      <a:pt x="25" y="78"/>
                      <a:pt x="25" y="66"/>
                      <a:pt x="29" y="54"/>
                    </a:cubicBezTo>
                    <a:cubicBezTo>
                      <a:pt x="31" y="49"/>
                      <a:pt x="36" y="42"/>
                      <a:pt x="35" y="36"/>
                    </a:cubicBezTo>
                    <a:cubicBezTo>
                      <a:pt x="34" y="24"/>
                      <a:pt x="18" y="14"/>
                      <a:pt x="20" y="0"/>
                    </a:cubicBezTo>
                    <a:cubicBezTo>
                      <a:pt x="19" y="6"/>
                      <a:pt x="20" y="13"/>
                      <a:pt x="18" y="18"/>
                    </a:cubicBezTo>
                    <a:cubicBezTo>
                      <a:pt x="16" y="18"/>
                      <a:pt x="15" y="18"/>
                      <a:pt x="13" y="16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05" name="Freeform 2194">
                <a:extLst>
                  <a:ext uri="{FF2B5EF4-FFF2-40B4-BE49-F238E27FC236}">
                    <a16:creationId xmlns:a16="http://schemas.microsoft.com/office/drawing/2014/main" id="{8315BC51-3533-4827-B77C-1AAA50A25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3579"/>
                <a:ext cx="16" cy="70"/>
              </a:xfrm>
              <a:custGeom>
                <a:avLst/>
                <a:gdLst>
                  <a:gd name="T0" fmla="*/ 15 w 13"/>
                  <a:gd name="T1" fmla="*/ 0 h 53"/>
                  <a:gd name="T2" fmla="*/ 22 w 13"/>
                  <a:gd name="T3" fmla="*/ 70 h 53"/>
                  <a:gd name="T4" fmla="*/ 0 w 13"/>
                  <a:gd name="T5" fmla="*/ 122 h 53"/>
                  <a:gd name="T6" fmla="*/ 17 w 13"/>
                  <a:gd name="T7" fmla="*/ 16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3">
                    <a:moveTo>
                      <a:pt x="8" y="0"/>
                    </a:moveTo>
                    <a:cubicBezTo>
                      <a:pt x="13" y="8"/>
                      <a:pt x="13" y="21"/>
                      <a:pt x="12" y="30"/>
                    </a:cubicBezTo>
                    <a:cubicBezTo>
                      <a:pt x="10" y="40"/>
                      <a:pt x="7" y="46"/>
                      <a:pt x="0" y="53"/>
                    </a:cubicBezTo>
                    <a:cubicBezTo>
                      <a:pt x="9" y="46"/>
                      <a:pt x="10" y="17"/>
                      <a:pt x="9" y="7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06" name="Freeform 2195">
                <a:extLst>
                  <a:ext uri="{FF2B5EF4-FFF2-40B4-BE49-F238E27FC236}">
                    <a16:creationId xmlns:a16="http://schemas.microsoft.com/office/drawing/2014/main" id="{5048FD69-2E19-4216-9F90-5541FA66B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652"/>
                <a:ext cx="43" cy="76"/>
              </a:xfrm>
              <a:custGeom>
                <a:avLst/>
                <a:gdLst>
                  <a:gd name="T0" fmla="*/ 21 w 35"/>
                  <a:gd name="T1" fmla="*/ 55 h 57"/>
                  <a:gd name="T2" fmla="*/ 65 w 35"/>
                  <a:gd name="T3" fmla="*/ 116 h 57"/>
                  <a:gd name="T4" fmla="*/ 65 w 35"/>
                  <a:gd name="T5" fmla="*/ 133 h 57"/>
                  <a:gd name="T6" fmla="*/ 33 w 35"/>
                  <a:gd name="T7" fmla="*/ 128 h 57"/>
                  <a:gd name="T8" fmla="*/ 11 w 35"/>
                  <a:gd name="T9" fmla="*/ 71 h 57"/>
                  <a:gd name="T10" fmla="*/ 0 w 35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7">
                    <a:moveTo>
                      <a:pt x="11" y="23"/>
                    </a:moveTo>
                    <a:cubicBezTo>
                      <a:pt x="19" y="34"/>
                      <a:pt x="30" y="40"/>
                      <a:pt x="35" y="49"/>
                    </a:cubicBezTo>
                    <a:cubicBezTo>
                      <a:pt x="35" y="51"/>
                      <a:pt x="35" y="55"/>
                      <a:pt x="35" y="56"/>
                    </a:cubicBezTo>
                    <a:cubicBezTo>
                      <a:pt x="29" y="57"/>
                      <a:pt x="23" y="55"/>
                      <a:pt x="18" y="54"/>
                    </a:cubicBezTo>
                    <a:cubicBezTo>
                      <a:pt x="24" y="45"/>
                      <a:pt x="9" y="38"/>
                      <a:pt x="6" y="30"/>
                    </a:cubicBezTo>
                    <a:cubicBezTo>
                      <a:pt x="2" y="21"/>
                      <a:pt x="4" y="9"/>
                      <a:pt x="0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07" name="Freeform 2196">
                <a:extLst>
                  <a:ext uri="{FF2B5EF4-FFF2-40B4-BE49-F238E27FC236}">
                    <a16:creationId xmlns:a16="http://schemas.microsoft.com/office/drawing/2014/main" id="{C75E5F28-FD6B-487B-99BE-493C01D3C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3600"/>
                <a:ext cx="35" cy="35"/>
              </a:xfrm>
              <a:custGeom>
                <a:avLst/>
                <a:gdLst>
                  <a:gd name="T0" fmla="*/ 5 w 28"/>
                  <a:gd name="T1" fmla="*/ 5 h 26"/>
                  <a:gd name="T2" fmla="*/ 23 w 28"/>
                  <a:gd name="T3" fmla="*/ 58 h 26"/>
                  <a:gd name="T4" fmla="*/ 55 w 28"/>
                  <a:gd name="T5" fmla="*/ 43 h 26"/>
                  <a:gd name="T6" fmla="*/ 0 w 2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6">
                    <a:moveTo>
                      <a:pt x="2" y="2"/>
                    </a:moveTo>
                    <a:cubicBezTo>
                      <a:pt x="4" y="7"/>
                      <a:pt x="7" y="23"/>
                      <a:pt x="11" y="24"/>
                    </a:cubicBezTo>
                    <a:cubicBezTo>
                      <a:pt x="16" y="26"/>
                      <a:pt x="21" y="17"/>
                      <a:pt x="28" y="18"/>
                    </a:cubicBezTo>
                    <a:cubicBezTo>
                      <a:pt x="15" y="16"/>
                      <a:pt x="11" y="1"/>
                      <a:pt x="0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08" name="Freeform 2197">
                <a:extLst>
                  <a:ext uri="{FF2B5EF4-FFF2-40B4-BE49-F238E27FC236}">
                    <a16:creationId xmlns:a16="http://schemas.microsoft.com/office/drawing/2014/main" id="{E89D4833-534D-4428-8F52-B37AC6805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559"/>
                <a:ext cx="52" cy="164"/>
              </a:xfrm>
              <a:custGeom>
                <a:avLst/>
                <a:gdLst>
                  <a:gd name="T0" fmla="*/ 0 w 42"/>
                  <a:gd name="T1" fmla="*/ 0 h 123"/>
                  <a:gd name="T2" fmla="*/ 30 w 42"/>
                  <a:gd name="T3" fmla="*/ 165 h 123"/>
                  <a:gd name="T4" fmla="*/ 46 w 42"/>
                  <a:gd name="T5" fmla="*/ 292 h 123"/>
                  <a:gd name="T6" fmla="*/ 64 w 42"/>
                  <a:gd name="T7" fmla="*/ 236 h 123"/>
                  <a:gd name="T8" fmla="*/ 53 w 42"/>
                  <a:gd name="T9" fmla="*/ 155 h 123"/>
                  <a:gd name="T10" fmla="*/ 79 w 42"/>
                  <a:gd name="T11" fmla="*/ 49 h 123"/>
                  <a:gd name="T12" fmla="*/ 24 w 42"/>
                  <a:gd name="T13" fmla="*/ 23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123">
                    <a:moveTo>
                      <a:pt x="0" y="0"/>
                    </a:moveTo>
                    <a:cubicBezTo>
                      <a:pt x="14" y="12"/>
                      <a:pt x="19" y="54"/>
                      <a:pt x="15" y="70"/>
                    </a:cubicBezTo>
                    <a:cubicBezTo>
                      <a:pt x="29" y="84"/>
                      <a:pt x="27" y="108"/>
                      <a:pt x="24" y="123"/>
                    </a:cubicBezTo>
                    <a:cubicBezTo>
                      <a:pt x="27" y="116"/>
                      <a:pt x="33" y="108"/>
                      <a:pt x="34" y="100"/>
                    </a:cubicBezTo>
                    <a:cubicBezTo>
                      <a:pt x="36" y="89"/>
                      <a:pt x="29" y="77"/>
                      <a:pt x="28" y="65"/>
                    </a:cubicBezTo>
                    <a:cubicBezTo>
                      <a:pt x="27" y="48"/>
                      <a:pt x="40" y="36"/>
                      <a:pt x="42" y="21"/>
                    </a:cubicBezTo>
                    <a:cubicBezTo>
                      <a:pt x="31" y="23"/>
                      <a:pt x="19" y="20"/>
                      <a:pt x="12" y="1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09" name="Freeform 2198">
                <a:extLst>
                  <a:ext uri="{FF2B5EF4-FFF2-40B4-BE49-F238E27FC236}">
                    <a16:creationId xmlns:a16="http://schemas.microsoft.com/office/drawing/2014/main" id="{3ECBCFD6-558E-43F0-8A55-E69EC2F75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3589"/>
                <a:ext cx="25" cy="44"/>
              </a:xfrm>
              <a:custGeom>
                <a:avLst/>
                <a:gdLst>
                  <a:gd name="T0" fmla="*/ 0 w 20"/>
                  <a:gd name="T1" fmla="*/ 57 h 33"/>
                  <a:gd name="T2" fmla="*/ 39 w 20"/>
                  <a:gd name="T3" fmla="*/ 79 h 33"/>
                  <a:gd name="T4" fmla="*/ 25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0" y="24"/>
                    </a:moveTo>
                    <a:cubicBezTo>
                      <a:pt x="9" y="21"/>
                      <a:pt x="13" y="28"/>
                      <a:pt x="20" y="33"/>
                    </a:cubicBezTo>
                    <a:cubicBezTo>
                      <a:pt x="11" y="22"/>
                      <a:pt x="14" y="12"/>
                      <a:pt x="13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10" name="Freeform 2199">
                <a:extLst>
                  <a:ext uri="{FF2B5EF4-FFF2-40B4-BE49-F238E27FC236}">
                    <a16:creationId xmlns:a16="http://schemas.microsoft.com/office/drawing/2014/main" id="{7653A4E5-5D0F-494A-BB3B-D1439EB3A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213"/>
                <a:ext cx="52" cy="136"/>
              </a:xfrm>
              <a:custGeom>
                <a:avLst/>
                <a:gdLst>
                  <a:gd name="T0" fmla="*/ 0 w 42"/>
                  <a:gd name="T1" fmla="*/ 137 h 102"/>
                  <a:gd name="T2" fmla="*/ 1 w 42"/>
                  <a:gd name="T3" fmla="*/ 241 h 102"/>
                  <a:gd name="T4" fmla="*/ 69 w 42"/>
                  <a:gd name="T5" fmla="*/ 91 h 102"/>
                  <a:gd name="T6" fmla="*/ 78 w 42"/>
                  <a:gd name="T7" fmla="*/ 36 h 102"/>
                  <a:gd name="T8" fmla="*/ 79 w 42"/>
                  <a:gd name="T9" fmla="*/ 20 h 102"/>
                  <a:gd name="T10" fmla="*/ 72 w 42"/>
                  <a:gd name="T11" fmla="*/ 0 h 102"/>
                  <a:gd name="T12" fmla="*/ 14 w 42"/>
                  <a:gd name="T13" fmla="*/ 128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102">
                    <a:moveTo>
                      <a:pt x="0" y="58"/>
                    </a:moveTo>
                    <a:cubicBezTo>
                      <a:pt x="2" y="74"/>
                      <a:pt x="5" y="84"/>
                      <a:pt x="1" y="102"/>
                    </a:cubicBezTo>
                    <a:cubicBezTo>
                      <a:pt x="4" y="96"/>
                      <a:pt x="19" y="26"/>
                      <a:pt x="36" y="38"/>
                    </a:cubicBezTo>
                    <a:cubicBezTo>
                      <a:pt x="36" y="30"/>
                      <a:pt x="41" y="23"/>
                      <a:pt x="41" y="15"/>
                    </a:cubicBezTo>
                    <a:cubicBezTo>
                      <a:pt x="41" y="11"/>
                      <a:pt x="42" y="11"/>
                      <a:pt x="42" y="8"/>
                    </a:cubicBezTo>
                    <a:cubicBezTo>
                      <a:pt x="41" y="5"/>
                      <a:pt x="37" y="4"/>
                      <a:pt x="38" y="0"/>
                    </a:cubicBezTo>
                    <a:cubicBezTo>
                      <a:pt x="31" y="15"/>
                      <a:pt x="21" y="46"/>
                      <a:pt x="7" y="54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11" name="Freeform 2200">
                <a:extLst>
                  <a:ext uri="{FF2B5EF4-FFF2-40B4-BE49-F238E27FC236}">
                    <a16:creationId xmlns:a16="http://schemas.microsoft.com/office/drawing/2014/main" id="{791C1552-32D8-486E-A3B3-48DCCD67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847"/>
                <a:ext cx="61" cy="137"/>
              </a:xfrm>
              <a:custGeom>
                <a:avLst/>
                <a:gdLst>
                  <a:gd name="T0" fmla="*/ 6 w 49"/>
                  <a:gd name="T1" fmla="*/ 41 h 103"/>
                  <a:gd name="T2" fmla="*/ 9 w 49"/>
                  <a:gd name="T3" fmla="*/ 138 h 103"/>
                  <a:gd name="T4" fmla="*/ 34 w 49"/>
                  <a:gd name="T5" fmla="*/ 242 h 103"/>
                  <a:gd name="T6" fmla="*/ 55 w 49"/>
                  <a:gd name="T7" fmla="*/ 165 h 103"/>
                  <a:gd name="T8" fmla="*/ 88 w 49"/>
                  <a:gd name="T9" fmla="*/ 229 h 103"/>
                  <a:gd name="T10" fmla="*/ 95 w 49"/>
                  <a:gd name="T11" fmla="*/ 181 h 103"/>
                  <a:gd name="T12" fmla="*/ 95 w 49"/>
                  <a:gd name="T13" fmla="*/ 181 h 103"/>
                  <a:gd name="T14" fmla="*/ 32 w 49"/>
                  <a:gd name="T15" fmla="*/ 70 h 103"/>
                  <a:gd name="T16" fmla="*/ 2 w 49"/>
                  <a:gd name="T17" fmla="*/ 0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103">
                    <a:moveTo>
                      <a:pt x="3" y="17"/>
                    </a:moveTo>
                    <a:cubicBezTo>
                      <a:pt x="3" y="32"/>
                      <a:pt x="0" y="47"/>
                      <a:pt x="5" y="59"/>
                    </a:cubicBezTo>
                    <a:cubicBezTo>
                      <a:pt x="10" y="73"/>
                      <a:pt x="20" y="89"/>
                      <a:pt x="18" y="103"/>
                    </a:cubicBezTo>
                    <a:cubicBezTo>
                      <a:pt x="17" y="95"/>
                      <a:pt x="9" y="47"/>
                      <a:pt x="28" y="70"/>
                    </a:cubicBezTo>
                    <a:cubicBezTo>
                      <a:pt x="35" y="78"/>
                      <a:pt x="37" y="91"/>
                      <a:pt x="46" y="97"/>
                    </a:cubicBezTo>
                    <a:cubicBezTo>
                      <a:pt x="43" y="90"/>
                      <a:pt x="45" y="84"/>
                      <a:pt x="49" y="77"/>
                    </a:cubicBezTo>
                    <a:cubicBezTo>
                      <a:pt x="49" y="77"/>
                      <a:pt x="49" y="77"/>
                      <a:pt x="49" y="77"/>
                    </a:cubicBezTo>
                    <a:cubicBezTo>
                      <a:pt x="30" y="77"/>
                      <a:pt x="22" y="45"/>
                      <a:pt x="17" y="30"/>
                    </a:cubicBezTo>
                    <a:cubicBezTo>
                      <a:pt x="14" y="21"/>
                      <a:pt x="12" y="1"/>
                      <a:pt x="2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12" name="Freeform 2201">
                <a:extLst>
                  <a:ext uri="{FF2B5EF4-FFF2-40B4-BE49-F238E27FC236}">
                    <a16:creationId xmlns:a16="http://schemas.microsoft.com/office/drawing/2014/main" id="{BFA4D19B-DA02-4B33-8E5A-1634A96BC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31"/>
                <a:ext cx="35" cy="32"/>
              </a:xfrm>
              <a:custGeom>
                <a:avLst/>
                <a:gdLst>
                  <a:gd name="T0" fmla="*/ 0 w 28"/>
                  <a:gd name="T1" fmla="*/ 9 h 24"/>
                  <a:gd name="T2" fmla="*/ 38 w 28"/>
                  <a:gd name="T3" fmla="*/ 57 h 24"/>
                  <a:gd name="T4" fmla="*/ 55 w 28"/>
                  <a:gd name="T5" fmla="*/ 15 h 24"/>
                  <a:gd name="T6" fmla="*/ 6 w 28"/>
                  <a:gd name="T7" fmla="*/ 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4">
                    <a:moveTo>
                      <a:pt x="0" y="4"/>
                    </a:moveTo>
                    <a:cubicBezTo>
                      <a:pt x="8" y="10"/>
                      <a:pt x="14" y="15"/>
                      <a:pt x="19" y="24"/>
                    </a:cubicBezTo>
                    <a:cubicBezTo>
                      <a:pt x="23" y="18"/>
                      <a:pt x="24" y="12"/>
                      <a:pt x="28" y="6"/>
                    </a:cubicBezTo>
                    <a:cubicBezTo>
                      <a:pt x="17" y="15"/>
                      <a:pt x="14" y="0"/>
                      <a:pt x="3" y="4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13" name="Freeform 2202">
                <a:extLst>
                  <a:ext uri="{FF2B5EF4-FFF2-40B4-BE49-F238E27FC236}">
                    <a16:creationId xmlns:a16="http://schemas.microsoft.com/office/drawing/2014/main" id="{6097886D-83B3-4FC6-9394-DAB85A49F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159"/>
                <a:ext cx="22" cy="61"/>
              </a:xfrm>
              <a:custGeom>
                <a:avLst/>
                <a:gdLst>
                  <a:gd name="T0" fmla="*/ 27 w 18"/>
                  <a:gd name="T1" fmla="*/ 5 h 46"/>
                  <a:gd name="T2" fmla="*/ 33 w 18"/>
                  <a:gd name="T3" fmla="*/ 77 h 46"/>
                  <a:gd name="T4" fmla="*/ 0 w 18"/>
                  <a:gd name="T5" fmla="*/ 107 h 46"/>
                  <a:gd name="T6" fmla="*/ 11 w 18"/>
                  <a:gd name="T7" fmla="*/ 53 h 46"/>
                  <a:gd name="T8" fmla="*/ 29 w 18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6">
                    <a:moveTo>
                      <a:pt x="15" y="2"/>
                    </a:moveTo>
                    <a:cubicBezTo>
                      <a:pt x="12" y="12"/>
                      <a:pt x="14" y="23"/>
                      <a:pt x="18" y="33"/>
                    </a:cubicBezTo>
                    <a:cubicBezTo>
                      <a:pt x="10" y="32"/>
                      <a:pt x="7" y="42"/>
                      <a:pt x="0" y="46"/>
                    </a:cubicBezTo>
                    <a:cubicBezTo>
                      <a:pt x="4" y="39"/>
                      <a:pt x="3" y="30"/>
                      <a:pt x="6" y="23"/>
                    </a:cubicBezTo>
                    <a:cubicBezTo>
                      <a:pt x="9" y="16"/>
                      <a:pt x="12" y="7"/>
                      <a:pt x="16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14" name="Freeform 2203">
                <a:extLst>
                  <a:ext uri="{FF2B5EF4-FFF2-40B4-BE49-F238E27FC236}">
                    <a16:creationId xmlns:a16="http://schemas.microsoft.com/office/drawing/2014/main" id="{BADBACF1-2506-4967-ACCC-2FC930B24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019"/>
                <a:ext cx="58" cy="50"/>
              </a:xfrm>
              <a:custGeom>
                <a:avLst/>
                <a:gdLst>
                  <a:gd name="T0" fmla="*/ 14 w 46"/>
                  <a:gd name="T1" fmla="*/ 0 h 38"/>
                  <a:gd name="T2" fmla="*/ 83 w 46"/>
                  <a:gd name="T3" fmla="*/ 43 h 38"/>
                  <a:gd name="T4" fmla="*/ 92 w 46"/>
                  <a:gd name="T5" fmla="*/ 87 h 38"/>
                  <a:gd name="T6" fmla="*/ 37 w 46"/>
                  <a:gd name="T7" fmla="*/ 66 h 38"/>
                  <a:gd name="T8" fmla="*/ 0 w 46"/>
                  <a:gd name="T9" fmla="*/ 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8">
                    <a:moveTo>
                      <a:pt x="7" y="0"/>
                    </a:moveTo>
                    <a:cubicBezTo>
                      <a:pt x="15" y="11"/>
                      <a:pt x="25" y="18"/>
                      <a:pt x="41" y="19"/>
                    </a:cubicBezTo>
                    <a:cubicBezTo>
                      <a:pt x="41" y="26"/>
                      <a:pt x="44" y="32"/>
                      <a:pt x="46" y="38"/>
                    </a:cubicBezTo>
                    <a:cubicBezTo>
                      <a:pt x="41" y="34"/>
                      <a:pt x="24" y="15"/>
                      <a:pt x="18" y="29"/>
                    </a:cubicBezTo>
                    <a:cubicBezTo>
                      <a:pt x="18" y="19"/>
                      <a:pt x="9" y="9"/>
                      <a:pt x="0" y="3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15" name="Freeform 2204">
                <a:extLst>
                  <a:ext uri="{FF2B5EF4-FFF2-40B4-BE49-F238E27FC236}">
                    <a16:creationId xmlns:a16="http://schemas.microsoft.com/office/drawing/2014/main" id="{34CDB849-0760-4C80-82E1-F8098EF36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843"/>
                <a:ext cx="25" cy="45"/>
              </a:xfrm>
              <a:custGeom>
                <a:avLst/>
                <a:gdLst>
                  <a:gd name="T0" fmla="*/ 5 w 20"/>
                  <a:gd name="T1" fmla="*/ 0 h 34"/>
                  <a:gd name="T2" fmla="*/ 39 w 20"/>
                  <a:gd name="T3" fmla="*/ 45 h 34"/>
                  <a:gd name="T4" fmla="*/ 29 w 20"/>
                  <a:gd name="T5" fmla="*/ 79 h 34"/>
                  <a:gd name="T6" fmla="*/ 10 w 20"/>
                  <a:gd name="T7" fmla="*/ 58 h 34"/>
                  <a:gd name="T8" fmla="*/ 6 w 20"/>
                  <a:gd name="T9" fmla="*/ 28 h 34"/>
                  <a:gd name="T10" fmla="*/ 1 w 20"/>
                  <a:gd name="T11" fmla="*/ 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4">
                    <a:moveTo>
                      <a:pt x="2" y="0"/>
                    </a:moveTo>
                    <a:cubicBezTo>
                      <a:pt x="2" y="6"/>
                      <a:pt x="14" y="16"/>
                      <a:pt x="20" y="20"/>
                    </a:cubicBezTo>
                    <a:cubicBezTo>
                      <a:pt x="14" y="24"/>
                      <a:pt x="14" y="29"/>
                      <a:pt x="14" y="34"/>
                    </a:cubicBezTo>
                    <a:cubicBezTo>
                      <a:pt x="12" y="30"/>
                      <a:pt x="7" y="29"/>
                      <a:pt x="5" y="25"/>
                    </a:cubicBezTo>
                    <a:cubicBezTo>
                      <a:pt x="3" y="23"/>
                      <a:pt x="4" y="16"/>
                      <a:pt x="3" y="12"/>
                    </a:cubicBezTo>
                    <a:cubicBezTo>
                      <a:pt x="2" y="9"/>
                      <a:pt x="0" y="5"/>
                      <a:pt x="1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16" name="Freeform 2205">
                <a:extLst>
                  <a:ext uri="{FF2B5EF4-FFF2-40B4-BE49-F238E27FC236}">
                    <a16:creationId xmlns:a16="http://schemas.microsoft.com/office/drawing/2014/main" id="{7A12D4B3-15E4-4251-AC06-3FC3D460D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904"/>
                <a:ext cx="24" cy="108"/>
              </a:xfrm>
              <a:custGeom>
                <a:avLst/>
                <a:gdLst>
                  <a:gd name="T0" fmla="*/ 23 w 19"/>
                  <a:gd name="T1" fmla="*/ 0 h 81"/>
                  <a:gd name="T2" fmla="*/ 38 w 19"/>
                  <a:gd name="T3" fmla="*/ 123 h 81"/>
                  <a:gd name="T4" fmla="*/ 25 w 19"/>
                  <a:gd name="T5" fmla="*/ 192 h 81"/>
                  <a:gd name="T6" fmla="*/ 13 w 19"/>
                  <a:gd name="T7" fmla="*/ 107 h 81"/>
                  <a:gd name="T8" fmla="*/ 1 w 19"/>
                  <a:gd name="T9" fmla="*/ 55 h 81"/>
                  <a:gd name="T10" fmla="*/ 20 w 19"/>
                  <a:gd name="T11" fmla="*/ 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81">
                    <a:moveTo>
                      <a:pt x="11" y="0"/>
                    </a:moveTo>
                    <a:cubicBezTo>
                      <a:pt x="9" y="18"/>
                      <a:pt x="13" y="36"/>
                      <a:pt x="19" y="52"/>
                    </a:cubicBezTo>
                    <a:cubicBezTo>
                      <a:pt x="12" y="62"/>
                      <a:pt x="13" y="70"/>
                      <a:pt x="13" y="81"/>
                    </a:cubicBezTo>
                    <a:cubicBezTo>
                      <a:pt x="2" y="77"/>
                      <a:pt x="9" y="55"/>
                      <a:pt x="6" y="45"/>
                    </a:cubicBezTo>
                    <a:cubicBezTo>
                      <a:pt x="4" y="37"/>
                      <a:pt x="0" y="32"/>
                      <a:pt x="1" y="23"/>
                    </a:cubicBezTo>
                    <a:cubicBezTo>
                      <a:pt x="2" y="14"/>
                      <a:pt x="16" y="10"/>
                      <a:pt x="10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17" name="Freeform 2206">
                <a:extLst>
                  <a:ext uri="{FF2B5EF4-FFF2-40B4-BE49-F238E27FC236}">
                    <a16:creationId xmlns:a16="http://schemas.microsoft.com/office/drawing/2014/main" id="{128F2914-2FF6-4A94-A2D4-29D24C07B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3117"/>
                <a:ext cx="66" cy="56"/>
              </a:xfrm>
              <a:custGeom>
                <a:avLst/>
                <a:gdLst>
                  <a:gd name="T0" fmla="*/ 2 w 53"/>
                  <a:gd name="T1" fmla="*/ 0 h 42"/>
                  <a:gd name="T2" fmla="*/ 34 w 53"/>
                  <a:gd name="T3" fmla="*/ 23 h 42"/>
                  <a:gd name="T4" fmla="*/ 64 w 53"/>
                  <a:gd name="T5" fmla="*/ 33 h 42"/>
                  <a:gd name="T6" fmla="*/ 81 w 53"/>
                  <a:gd name="T7" fmla="*/ 52 h 42"/>
                  <a:gd name="T8" fmla="*/ 102 w 53"/>
                  <a:gd name="T9" fmla="*/ 100 h 42"/>
                  <a:gd name="T10" fmla="*/ 68 w 53"/>
                  <a:gd name="T11" fmla="*/ 64 h 42"/>
                  <a:gd name="T12" fmla="*/ 37 w 53"/>
                  <a:gd name="T13" fmla="*/ 65 h 42"/>
                  <a:gd name="T14" fmla="*/ 11 w 53"/>
                  <a:gd name="T15" fmla="*/ 28 h 42"/>
                  <a:gd name="T16" fmla="*/ 0 w 53"/>
                  <a:gd name="T17" fmla="*/ 1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2">
                    <a:moveTo>
                      <a:pt x="2" y="0"/>
                    </a:moveTo>
                    <a:cubicBezTo>
                      <a:pt x="8" y="3"/>
                      <a:pt x="12" y="8"/>
                      <a:pt x="18" y="10"/>
                    </a:cubicBezTo>
                    <a:cubicBezTo>
                      <a:pt x="23" y="12"/>
                      <a:pt x="28" y="13"/>
                      <a:pt x="33" y="14"/>
                    </a:cubicBezTo>
                    <a:cubicBezTo>
                      <a:pt x="40" y="16"/>
                      <a:pt x="39" y="15"/>
                      <a:pt x="42" y="22"/>
                    </a:cubicBezTo>
                    <a:cubicBezTo>
                      <a:pt x="45" y="28"/>
                      <a:pt x="52" y="36"/>
                      <a:pt x="53" y="42"/>
                    </a:cubicBezTo>
                    <a:cubicBezTo>
                      <a:pt x="48" y="38"/>
                      <a:pt x="41" y="29"/>
                      <a:pt x="35" y="27"/>
                    </a:cubicBezTo>
                    <a:cubicBezTo>
                      <a:pt x="30" y="24"/>
                      <a:pt x="23" y="30"/>
                      <a:pt x="19" y="28"/>
                    </a:cubicBezTo>
                    <a:cubicBezTo>
                      <a:pt x="15" y="27"/>
                      <a:pt x="9" y="16"/>
                      <a:pt x="6" y="12"/>
                    </a:cubicBezTo>
                    <a:cubicBezTo>
                      <a:pt x="4" y="9"/>
                      <a:pt x="1" y="5"/>
                      <a:pt x="0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18" name="Freeform 2207">
                <a:extLst>
                  <a:ext uri="{FF2B5EF4-FFF2-40B4-BE49-F238E27FC236}">
                    <a16:creationId xmlns:a16="http://schemas.microsoft.com/office/drawing/2014/main" id="{E812D594-19AC-442F-8181-CE107365B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3456"/>
                <a:ext cx="20" cy="45"/>
              </a:xfrm>
              <a:custGeom>
                <a:avLst/>
                <a:gdLst>
                  <a:gd name="T0" fmla="*/ 5 w 16"/>
                  <a:gd name="T1" fmla="*/ 7 h 34"/>
                  <a:gd name="T2" fmla="*/ 29 w 16"/>
                  <a:gd name="T3" fmla="*/ 30 h 34"/>
                  <a:gd name="T4" fmla="*/ 10 w 16"/>
                  <a:gd name="T5" fmla="*/ 79 h 34"/>
                  <a:gd name="T6" fmla="*/ 10 w 16"/>
                  <a:gd name="T7" fmla="*/ 37 h 34"/>
                  <a:gd name="T8" fmla="*/ 0 w 16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4">
                    <a:moveTo>
                      <a:pt x="2" y="3"/>
                    </a:moveTo>
                    <a:cubicBezTo>
                      <a:pt x="5" y="5"/>
                      <a:pt x="13" y="10"/>
                      <a:pt x="14" y="13"/>
                    </a:cubicBezTo>
                    <a:cubicBezTo>
                      <a:pt x="16" y="19"/>
                      <a:pt x="7" y="29"/>
                      <a:pt x="5" y="34"/>
                    </a:cubicBezTo>
                    <a:cubicBezTo>
                      <a:pt x="6" y="29"/>
                      <a:pt x="6" y="22"/>
                      <a:pt x="5" y="16"/>
                    </a:cubicBezTo>
                    <a:cubicBezTo>
                      <a:pt x="3" y="10"/>
                      <a:pt x="0" y="7"/>
                      <a:pt x="0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19" name="Freeform 2208">
                <a:extLst>
                  <a:ext uri="{FF2B5EF4-FFF2-40B4-BE49-F238E27FC236}">
                    <a16:creationId xmlns:a16="http://schemas.microsoft.com/office/drawing/2014/main" id="{B3367AEE-7977-4390-946E-93DD9CA74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719"/>
                <a:ext cx="18" cy="38"/>
              </a:xfrm>
              <a:custGeom>
                <a:avLst/>
                <a:gdLst>
                  <a:gd name="T0" fmla="*/ 7 w 15"/>
                  <a:gd name="T1" fmla="*/ 0 h 29"/>
                  <a:gd name="T2" fmla="*/ 26 w 15"/>
                  <a:gd name="T3" fmla="*/ 28 h 29"/>
                  <a:gd name="T4" fmla="*/ 10 w 15"/>
                  <a:gd name="T5" fmla="*/ 66 h 29"/>
                  <a:gd name="T6" fmla="*/ 7 w 15"/>
                  <a:gd name="T7" fmla="*/ 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9">
                    <a:moveTo>
                      <a:pt x="4" y="0"/>
                    </a:moveTo>
                    <a:cubicBezTo>
                      <a:pt x="6" y="5"/>
                      <a:pt x="12" y="7"/>
                      <a:pt x="15" y="12"/>
                    </a:cubicBezTo>
                    <a:cubicBezTo>
                      <a:pt x="10" y="15"/>
                      <a:pt x="5" y="23"/>
                      <a:pt x="6" y="29"/>
                    </a:cubicBezTo>
                    <a:cubicBezTo>
                      <a:pt x="8" y="20"/>
                      <a:pt x="0" y="10"/>
                      <a:pt x="4" y="2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20" name="Freeform 2209">
                <a:extLst>
                  <a:ext uri="{FF2B5EF4-FFF2-40B4-BE49-F238E27FC236}">
                    <a16:creationId xmlns:a16="http://schemas.microsoft.com/office/drawing/2014/main" id="{DB93503E-DB86-475E-A654-1E41434FB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551"/>
                <a:ext cx="85" cy="73"/>
              </a:xfrm>
              <a:custGeom>
                <a:avLst/>
                <a:gdLst>
                  <a:gd name="T0" fmla="*/ 110 w 68"/>
                  <a:gd name="T1" fmla="*/ 113 h 55"/>
                  <a:gd name="T2" fmla="*/ 48 w 68"/>
                  <a:gd name="T3" fmla="*/ 129 h 55"/>
                  <a:gd name="T4" fmla="*/ 0 w 68"/>
                  <a:gd name="T5" fmla="*/ 37 h 55"/>
                  <a:gd name="T6" fmla="*/ 1 w 68"/>
                  <a:gd name="T7" fmla="*/ 0 h 55"/>
                  <a:gd name="T8" fmla="*/ 29 w 68"/>
                  <a:gd name="T9" fmla="*/ 42 h 55"/>
                  <a:gd name="T10" fmla="*/ 41 w 68"/>
                  <a:gd name="T11" fmla="*/ 54 h 55"/>
                  <a:gd name="T12" fmla="*/ 49 w 68"/>
                  <a:gd name="T13" fmla="*/ 74 h 55"/>
                  <a:gd name="T14" fmla="*/ 95 w 68"/>
                  <a:gd name="T15" fmla="*/ 85 h 55"/>
                  <a:gd name="T16" fmla="*/ 133 w 68"/>
                  <a:gd name="T17" fmla="*/ 113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55">
                    <a:moveTo>
                      <a:pt x="56" y="48"/>
                    </a:moveTo>
                    <a:cubicBezTo>
                      <a:pt x="45" y="48"/>
                      <a:pt x="34" y="53"/>
                      <a:pt x="24" y="55"/>
                    </a:cubicBezTo>
                    <a:cubicBezTo>
                      <a:pt x="17" y="39"/>
                      <a:pt x="13" y="29"/>
                      <a:pt x="0" y="16"/>
                    </a:cubicBezTo>
                    <a:cubicBezTo>
                      <a:pt x="2" y="12"/>
                      <a:pt x="1" y="5"/>
                      <a:pt x="1" y="0"/>
                    </a:cubicBezTo>
                    <a:cubicBezTo>
                      <a:pt x="2" y="7"/>
                      <a:pt x="9" y="13"/>
                      <a:pt x="14" y="18"/>
                    </a:cubicBezTo>
                    <a:cubicBezTo>
                      <a:pt x="16" y="19"/>
                      <a:pt x="20" y="22"/>
                      <a:pt x="21" y="23"/>
                    </a:cubicBezTo>
                    <a:cubicBezTo>
                      <a:pt x="23" y="26"/>
                      <a:pt x="23" y="29"/>
                      <a:pt x="25" y="32"/>
                    </a:cubicBezTo>
                    <a:cubicBezTo>
                      <a:pt x="31" y="42"/>
                      <a:pt x="40" y="35"/>
                      <a:pt x="49" y="36"/>
                    </a:cubicBezTo>
                    <a:cubicBezTo>
                      <a:pt x="57" y="38"/>
                      <a:pt x="60" y="45"/>
                      <a:pt x="68" y="48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21" name="Freeform 2210">
                <a:extLst>
                  <a:ext uri="{FF2B5EF4-FFF2-40B4-BE49-F238E27FC236}">
                    <a16:creationId xmlns:a16="http://schemas.microsoft.com/office/drawing/2014/main" id="{12D2B960-0E06-439E-B147-DE3151583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564"/>
                <a:ext cx="39" cy="28"/>
              </a:xfrm>
              <a:custGeom>
                <a:avLst/>
                <a:gdLst>
                  <a:gd name="T0" fmla="*/ 0 w 31"/>
                  <a:gd name="T1" fmla="*/ 0 h 21"/>
                  <a:gd name="T2" fmla="*/ 23 w 31"/>
                  <a:gd name="T3" fmla="*/ 43 h 21"/>
                  <a:gd name="T4" fmla="*/ 62 w 31"/>
                  <a:gd name="T5" fmla="*/ 41 h 21"/>
                  <a:gd name="T6" fmla="*/ 38 w 31"/>
                  <a:gd name="T7" fmla="*/ 12 h 21"/>
                  <a:gd name="T8" fmla="*/ 18 w 31"/>
                  <a:gd name="T9" fmla="*/ 1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1">
                    <a:moveTo>
                      <a:pt x="0" y="0"/>
                    </a:moveTo>
                    <a:cubicBezTo>
                      <a:pt x="7" y="2"/>
                      <a:pt x="5" y="15"/>
                      <a:pt x="11" y="18"/>
                    </a:cubicBezTo>
                    <a:cubicBezTo>
                      <a:pt x="15" y="21"/>
                      <a:pt x="25" y="17"/>
                      <a:pt x="31" y="17"/>
                    </a:cubicBezTo>
                    <a:cubicBezTo>
                      <a:pt x="27" y="13"/>
                      <a:pt x="23" y="10"/>
                      <a:pt x="19" y="5"/>
                    </a:cubicBezTo>
                    <a:cubicBezTo>
                      <a:pt x="16" y="7"/>
                      <a:pt x="12" y="7"/>
                      <a:pt x="9" y="5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22" name="Freeform 2211">
                <a:extLst>
                  <a:ext uri="{FF2B5EF4-FFF2-40B4-BE49-F238E27FC236}">
                    <a16:creationId xmlns:a16="http://schemas.microsoft.com/office/drawing/2014/main" id="{63CB4301-EDC1-4044-BD2D-BA5E5F15E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673"/>
                <a:ext cx="37" cy="48"/>
              </a:xfrm>
              <a:custGeom>
                <a:avLst/>
                <a:gdLst>
                  <a:gd name="T0" fmla="*/ 0 w 30"/>
                  <a:gd name="T1" fmla="*/ 0 h 36"/>
                  <a:gd name="T2" fmla="*/ 47 w 30"/>
                  <a:gd name="T3" fmla="*/ 28 h 36"/>
                  <a:gd name="T4" fmla="*/ 57 w 30"/>
                  <a:gd name="T5" fmla="*/ 85 h 36"/>
                  <a:gd name="T6" fmla="*/ 38 w 30"/>
                  <a:gd name="T7" fmla="*/ 59 h 36"/>
                  <a:gd name="T8" fmla="*/ 17 w 30"/>
                  <a:gd name="T9" fmla="*/ 48 h 36"/>
                  <a:gd name="T10" fmla="*/ 1 w 30"/>
                  <a:gd name="T11" fmla="*/ 1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6">
                    <a:moveTo>
                      <a:pt x="0" y="0"/>
                    </a:moveTo>
                    <a:cubicBezTo>
                      <a:pt x="6" y="6"/>
                      <a:pt x="17" y="10"/>
                      <a:pt x="25" y="12"/>
                    </a:cubicBezTo>
                    <a:cubicBezTo>
                      <a:pt x="23" y="20"/>
                      <a:pt x="28" y="28"/>
                      <a:pt x="30" y="36"/>
                    </a:cubicBezTo>
                    <a:cubicBezTo>
                      <a:pt x="25" y="33"/>
                      <a:pt x="23" y="29"/>
                      <a:pt x="20" y="25"/>
                    </a:cubicBezTo>
                    <a:cubicBezTo>
                      <a:pt x="17" y="22"/>
                      <a:pt x="12" y="22"/>
                      <a:pt x="9" y="20"/>
                    </a:cubicBezTo>
                    <a:cubicBezTo>
                      <a:pt x="5" y="16"/>
                      <a:pt x="4" y="6"/>
                      <a:pt x="1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23" name="Freeform 2212">
                <a:extLst>
                  <a:ext uri="{FF2B5EF4-FFF2-40B4-BE49-F238E27FC236}">
                    <a16:creationId xmlns:a16="http://schemas.microsoft.com/office/drawing/2014/main" id="{7C50150F-3531-43BE-90A5-8BFE6514A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657"/>
                <a:ext cx="30" cy="75"/>
              </a:xfrm>
              <a:custGeom>
                <a:avLst/>
                <a:gdLst>
                  <a:gd name="T0" fmla="*/ 48 w 24"/>
                  <a:gd name="T1" fmla="*/ 68 h 56"/>
                  <a:gd name="T2" fmla="*/ 20 w 24"/>
                  <a:gd name="T3" fmla="*/ 64 h 56"/>
                  <a:gd name="T4" fmla="*/ 20 w 24"/>
                  <a:gd name="T5" fmla="*/ 86 h 56"/>
                  <a:gd name="T6" fmla="*/ 10 w 24"/>
                  <a:gd name="T7" fmla="*/ 134 h 56"/>
                  <a:gd name="T8" fmla="*/ 8 w 24"/>
                  <a:gd name="T9" fmla="*/ 38 h 56"/>
                  <a:gd name="T10" fmla="*/ 0 w 24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28"/>
                    </a:moveTo>
                    <a:cubicBezTo>
                      <a:pt x="18" y="27"/>
                      <a:pt x="12" y="15"/>
                      <a:pt x="10" y="27"/>
                    </a:cubicBezTo>
                    <a:cubicBezTo>
                      <a:pt x="9" y="30"/>
                      <a:pt x="11" y="33"/>
                      <a:pt x="10" y="36"/>
                    </a:cubicBezTo>
                    <a:cubicBezTo>
                      <a:pt x="10" y="43"/>
                      <a:pt x="5" y="49"/>
                      <a:pt x="5" y="56"/>
                    </a:cubicBezTo>
                    <a:cubicBezTo>
                      <a:pt x="5" y="43"/>
                      <a:pt x="7" y="29"/>
                      <a:pt x="4" y="16"/>
                    </a:cubicBezTo>
                    <a:cubicBezTo>
                      <a:pt x="3" y="11"/>
                      <a:pt x="1" y="6"/>
                      <a:pt x="0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24" name="Freeform 2213">
                <a:extLst>
                  <a:ext uri="{FF2B5EF4-FFF2-40B4-BE49-F238E27FC236}">
                    <a16:creationId xmlns:a16="http://schemas.microsoft.com/office/drawing/2014/main" id="{E41ABF6F-07B8-4B1A-8EB5-16377A340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757"/>
                <a:ext cx="16" cy="48"/>
              </a:xfrm>
              <a:custGeom>
                <a:avLst/>
                <a:gdLst>
                  <a:gd name="T0" fmla="*/ 0 w 13"/>
                  <a:gd name="T1" fmla="*/ 52 h 36"/>
                  <a:gd name="T2" fmla="*/ 18 w 13"/>
                  <a:gd name="T3" fmla="*/ 85 h 36"/>
                  <a:gd name="T4" fmla="*/ 11 w 13"/>
                  <a:gd name="T5" fmla="*/ 0 h 36"/>
                  <a:gd name="T6" fmla="*/ 7 w 13"/>
                  <a:gd name="T7" fmla="*/ 12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0" y="22"/>
                    </a:moveTo>
                    <a:cubicBezTo>
                      <a:pt x="3" y="27"/>
                      <a:pt x="7" y="32"/>
                      <a:pt x="10" y="36"/>
                    </a:cubicBezTo>
                    <a:cubicBezTo>
                      <a:pt x="4" y="27"/>
                      <a:pt x="13" y="6"/>
                      <a:pt x="6" y="0"/>
                    </a:cubicBezTo>
                    <a:cubicBezTo>
                      <a:pt x="5" y="2"/>
                      <a:pt x="4" y="4"/>
                      <a:pt x="4" y="5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25" name="Freeform 2214">
                <a:extLst>
                  <a:ext uri="{FF2B5EF4-FFF2-40B4-BE49-F238E27FC236}">
                    <a16:creationId xmlns:a16="http://schemas.microsoft.com/office/drawing/2014/main" id="{9C3169D5-9AF1-4DF2-A528-ED1250FA4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579"/>
                <a:ext cx="13" cy="52"/>
              </a:xfrm>
              <a:custGeom>
                <a:avLst/>
                <a:gdLst>
                  <a:gd name="T0" fmla="*/ 0 w 11"/>
                  <a:gd name="T1" fmla="*/ 0 h 39"/>
                  <a:gd name="T2" fmla="*/ 18 w 11"/>
                  <a:gd name="T3" fmla="*/ 92 h 39"/>
                  <a:gd name="T4" fmla="*/ 15 w 11"/>
                  <a:gd name="T5" fmla="*/ 28 h 39"/>
                  <a:gd name="T6" fmla="*/ 11 w 11"/>
                  <a:gd name="T7" fmla="*/ 43 h 39"/>
                  <a:gd name="T8" fmla="*/ 8 w 11"/>
                  <a:gd name="T9" fmla="*/ 3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9">
                    <a:moveTo>
                      <a:pt x="0" y="0"/>
                    </a:moveTo>
                    <a:cubicBezTo>
                      <a:pt x="3" y="16"/>
                      <a:pt x="0" y="27"/>
                      <a:pt x="11" y="39"/>
                    </a:cubicBezTo>
                    <a:cubicBezTo>
                      <a:pt x="9" y="31"/>
                      <a:pt x="9" y="21"/>
                      <a:pt x="9" y="12"/>
                    </a:cubicBezTo>
                    <a:cubicBezTo>
                      <a:pt x="9" y="14"/>
                      <a:pt x="8" y="16"/>
                      <a:pt x="7" y="18"/>
                    </a:cubicBezTo>
                    <a:cubicBezTo>
                      <a:pt x="6" y="17"/>
                      <a:pt x="6" y="17"/>
                      <a:pt x="5" y="16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26" name="Freeform 2215">
                <a:extLst>
                  <a:ext uri="{FF2B5EF4-FFF2-40B4-BE49-F238E27FC236}">
                    <a16:creationId xmlns:a16="http://schemas.microsoft.com/office/drawing/2014/main" id="{35F4EB11-6DF6-4C77-9049-29F026CEE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777"/>
                <a:ext cx="26" cy="78"/>
              </a:xfrm>
              <a:custGeom>
                <a:avLst/>
                <a:gdLst>
                  <a:gd name="T0" fmla="*/ 1 w 21"/>
                  <a:gd name="T1" fmla="*/ 12 h 58"/>
                  <a:gd name="T2" fmla="*/ 31 w 21"/>
                  <a:gd name="T3" fmla="*/ 141 h 58"/>
                  <a:gd name="T4" fmla="*/ 0 w 21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8">
                    <a:moveTo>
                      <a:pt x="1" y="5"/>
                    </a:moveTo>
                    <a:cubicBezTo>
                      <a:pt x="3" y="24"/>
                      <a:pt x="17" y="38"/>
                      <a:pt x="16" y="58"/>
                    </a:cubicBezTo>
                    <a:cubicBezTo>
                      <a:pt x="21" y="40"/>
                      <a:pt x="14" y="14"/>
                      <a:pt x="0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27" name="Freeform 2216">
                <a:extLst>
                  <a:ext uri="{FF2B5EF4-FFF2-40B4-BE49-F238E27FC236}">
                    <a16:creationId xmlns:a16="http://schemas.microsoft.com/office/drawing/2014/main" id="{EAC01FBC-285F-4EDF-A3E8-CF4C9FE70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3208"/>
                <a:ext cx="46" cy="69"/>
              </a:xfrm>
              <a:custGeom>
                <a:avLst/>
                <a:gdLst>
                  <a:gd name="T0" fmla="*/ 65 w 37"/>
                  <a:gd name="T1" fmla="*/ 0 h 52"/>
                  <a:gd name="T2" fmla="*/ 15 w 37"/>
                  <a:gd name="T3" fmla="*/ 122 h 52"/>
                  <a:gd name="T4" fmla="*/ 32 w 37"/>
                  <a:gd name="T5" fmla="*/ 66 h 52"/>
                  <a:gd name="T6" fmla="*/ 68 w 37"/>
                  <a:gd name="T7" fmla="*/ 70 h 52"/>
                  <a:gd name="T8" fmla="*/ 71 w 37"/>
                  <a:gd name="T9" fmla="*/ 2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2">
                    <a:moveTo>
                      <a:pt x="34" y="0"/>
                    </a:moveTo>
                    <a:cubicBezTo>
                      <a:pt x="14" y="8"/>
                      <a:pt x="0" y="31"/>
                      <a:pt x="8" y="52"/>
                    </a:cubicBezTo>
                    <a:cubicBezTo>
                      <a:pt x="10" y="44"/>
                      <a:pt x="8" y="35"/>
                      <a:pt x="17" y="29"/>
                    </a:cubicBezTo>
                    <a:cubicBezTo>
                      <a:pt x="22" y="26"/>
                      <a:pt x="31" y="24"/>
                      <a:pt x="35" y="30"/>
                    </a:cubicBezTo>
                    <a:cubicBezTo>
                      <a:pt x="32" y="23"/>
                      <a:pt x="31" y="14"/>
                      <a:pt x="37" y="8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28" name="Freeform 2217">
                <a:extLst>
                  <a:ext uri="{FF2B5EF4-FFF2-40B4-BE49-F238E27FC236}">
                    <a16:creationId xmlns:a16="http://schemas.microsoft.com/office/drawing/2014/main" id="{0B676701-7743-4E81-B4D6-C4587E448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3143"/>
                <a:ext cx="23" cy="41"/>
              </a:xfrm>
              <a:custGeom>
                <a:avLst/>
                <a:gdLst>
                  <a:gd name="T0" fmla="*/ 28 w 18"/>
                  <a:gd name="T1" fmla="*/ 0 h 31"/>
                  <a:gd name="T2" fmla="*/ 6 w 18"/>
                  <a:gd name="T3" fmla="*/ 71 h 31"/>
                  <a:gd name="T4" fmla="*/ 37 w 18"/>
                  <a:gd name="T5" fmla="*/ 38 h 31"/>
                  <a:gd name="T6" fmla="*/ 33 w 18"/>
                  <a:gd name="T7" fmla="*/ 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1">
                    <a:moveTo>
                      <a:pt x="13" y="0"/>
                    </a:moveTo>
                    <a:cubicBezTo>
                      <a:pt x="4" y="6"/>
                      <a:pt x="0" y="22"/>
                      <a:pt x="3" y="31"/>
                    </a:cubicBezTo>
                    <a:cubicBezTo>
                      <a:pt x="5" y="24"/>
                      <a:pt x="8" y="13"/>
                      <a:pt x="18" y="17"/>
                    </a:cubicBezTo>
                    <a:cubicBezTo>
                      <a:pt x="13" y="14"/>
                      <a:pt x="13" y="8"/>
                      <a:pt x="16" y="3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29" name="Freeform 2218">
                <a:extLst>
                  <a:ext uri="{FF2B5EF4-FFF2-40B4-BE49-F238E27FC236}">
                    <a16:creationId xmlns:a16="http://schemas.microsoft.com/office/drawing/2014/main" id="{819BABF4-EC2E-4EB3-A033-B1E2AA599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391"/>
                <a:ext cx="34" cy="53"/>
              </a:xfrm>
              <a:custGeom>
                <a:avLst/>
                <a:gdLst>
                  <a:gd name="T0" fmla="*/ 1 w 27"/>
                  <a:gd name="T1" fmla="*/ 1 h 40"/>
                  <a:gd name="T2" fmla="*/ 37 w 27"/>
                  <a:gd name="T3" fmla="*/ 93 h 40"/>
                  <a:gd name="T4" fmla="*/ 54 w 27"/>
                  <a:gd name="T5" fmla="*/ 27 h 40"/>
                  <a:gd name="T6" fmla="*/ 16 w 27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0">
                    <a:moveTo>
                      <a:pt x="1" y="1"/>
                    </a:moveTo>
                    <a:cubicBezTo>
                      <a:pt x="0" y="13"/>
                      <a:pt x="3" y="40"/>
                      <a:pt x="18" y="40"/>
                    </a:cubicBezTo>
                    <a:cubicBezTo>
                      <a:pt x="7" y="25"/>
                      <a:pt x="11" y="16"/>
                      <a:pt x="27" y="11"/>
                    </a:cubicBezTo>
                    <a:cubicBezTo>
                      <a:pt x="22" y="6"/>
                      <a:pt x="12" y="7"/>
                      <a:pt x="8" y="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30" name="Freeform 2219">
                <a:extLst>
                  <a:ext uri="{FF2B5EF4-FFF2-40B4-BE49-F238E27FC236}">
                    <a16:creationId xmlns:a16="http://schemas.microsoft.com/office/drawing/2014/main" id="{98438CE2-5426-4F50-99A0-85E37EAA6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647"/>
                <a:ext cx="91" cy="62"/>
              </a:xfrm>
              <a:custGeom>
                <a:avLst/>
                <a:gdLst>
                  <a:gd name="T0" fmla="*/ 0 w 73"/>
                  <a:gd name="T1" fmla="*/ 108 h 47"/>
                  <a:gd name="T2" fmla="*/ 31 w 73"/>
                  <a:gd name="T3" fmla="*/ 28 h 47"/>
                  <a:gd name="T4" fmla="*/ 64 w 73"/>
                  <a:gd name="T5" fmla="*/ 38 h 47"/>
                  <a:gd name="T6" fmla="*/ 89 w 73"/>
                  <a:gd name="T7" fmla="*/ 5 h 47"/>
                  <a:gd name="T8" fmla="*/ 127 w 73"/>
                  <a:gd name="T9" fmla="*/ 29 h 47"/>
                  <a:gd name="T10" fmla="*/ 101 w 73"/>
                  <a:gd name="T11" fmla="*/ 66 h 47"/>
                  <a:gd name="T12" fmla="*/ 55 w 73"/>
                  <a:gd name="T13" fmla="*/ 5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7">
                    <a:moveTo>
                      <a:pt x="0" y="47"/>
                    </a:moveTo>
                    <a:cubicBezTo>
                      <a:pt x="1" y="36"/>
                      <a:pt x="6" y="18"/>
                      <a:pt x="16" y="12"/>
                    </a:cubicBezTo>
                    <a:cubicBezTo>
                      <a:pt x="25" y="6"/>
                      <a:pt x="26" y="10"/>
                      <a:pt x="33" y="17"/>
                    </a:cubicBezTo>
                    <a:cubicBezTo>
                      <a:pt x="36" y="8"/>
                      <a:pt x="37" y="4"/>
                      <a:pt x="46" y="2"/>
                    </a:cubicBezTo>
                    <a:cubicBezTo>
                      <a:pt x="53" y="0"/>
                      <a:pt x="73" y="2"/>
                      <a:pt x="66" y="13"/>
                    </a:cubicBezTo>
                    <a:cubicBezTo>
                      <a:pt x="56" y="8"/>
                      <a:pt x="49" y="20"/>
                      <a:pt x="52" y="29"/>
                    </a:cubicBezTo>
                    <a:cubicBezTo>
                      <a:pt x="44" y="27"/>
                      <a:pt x="36" y="16"/>
                      <a:pt x="28" y="23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31" name="Freeform 2220">
                <a:extLst>
                  <a:ext uri="{FF2B5EF4-FFF2-40B4-BE49-F238E27FC236}">
                    <a16:creationId xmlns:a16="http://schemas.microsoft.com/office/drawing/2014/main" id="{31BEC919-677B-43DC-83B6-42DACA38D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3561"/>
                <a:ext cx="46" cy="56"/>
              </a:xfrm>
              <a:custGeom>
                <a:avLst/>
                <a:gdLst>
                  <a:gd name="T0" fmla="*/ 60 w 37"/>
                  <a:gd name="T1" fmla="*/ 0 h 42"/>
                  <a:gd name="T2" fmla="*/ 15 w 37"/>
                  <a:gd name="T3" fmla="*/ 100 h 42"/>
                  <a:gd name="T4" fmla="*/ 65 w 37"/>
                  <a:gd name="T5" fmla="*/ 48 h 42"/>
                  <a:gd name="T6" fmla="*/ 71 w 37"/>
                  <a:gd name="T7" fmla="*/ 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2">
                    <a:moveTo>
                      <a:pt x="31" y="0"/>
                    </a:moveTo>
                    <a:cubicBezTo>
                      <a:pt x="15" y="0"/>
                      <a:pt x="0" y="30"/>
                      <a:pt x="8" y="42"/>
                    </a:cubicBezTo>
                    <a:cubicBezTo>
                      <a:pt x="10" y="36"/>
                      <a:pt x="23" y="2"/>
                      <a:pt x="34" y="20"/>
                    </a:cubicBezTo>
                    <a:cubicBezTo>
                      <a:pt x="33" y="14"/>
                      <a:pt x="32" y="7"/>
                      <a:pt x="37" y="2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32" name="Freeform 2221">
                <a:extLst>
                  <a:ext uri="{FF2B5EF4-FFF2-40B4-BE49-F238E27FC236}">
                    <a16:creationId xmlns:a16="http://schemas.microsoft.com/office/drawing/2014/main" id="{02F908D1-B4DF-48BA-B034-2306C58E9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553"/>
                <a:ext cx="41" cy="70"/>
              </a:xfrm>
              <a:custGeom>
                <a:avLst/>
                <a:gdLst>
                  <a:gd name="T0" fmla="*/ 34 w 33"/>
                  <a:gd name="T1" fmla="*/ 16 h 52"/>
                  <a:gd name="T2" fmla="*/ 24 w 33"/>
                  <a:gd name="T3" fmla="*/ 127 h 52"/>
                  <a:gd name="T4" fmla="*/ 63 w 33"/>
                  <a:gd name="T5" fmla="*/ 16 h 52"/>
                  <a:gd name="T6" fmla="*/ 48 w 33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52">
                    <a:moveTo>
                      <a:pt x="18" y="7"/>
                    </a:moveTo>
                    <a:cubicBezTo>
                      <a:pt x="8" y="16"/>
                      <a:pt x="0" y="41"/>
                      <a:pt x="12" y="52"/>
                    </a:cubicBezTo>
                    <a:cubicBezTo>
                      <a:pt x="17" y="35"/>
                      <a:pt x="10" y="15"/>
                      <a:pt x="33" y="7"/>
                    </a:cubicBezTo>
                    <a:cubicBezTo>
                      <a:pt x="30" y="5"/>
                      <a:pt x="28" y="2"/>
                      <a:pt x="25" y="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33" name="Freeform 2222">
                <a:extLst>
                  <a:ext uri="{FF2B5EF4-FFF2-40B4-BE49-F238E27FC236}">
                    <a16:creationId xmlns:a16="http://schemas.microsoft.com/office/drawing/2014/main" id="{CDD5368F-499B-43BE-AE47-7094B68D4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951"/>
                <a:ext cx="34" cy="85"/>
              </a:xfrm>
              <a:custGeom>
                <a:avLst/>
                <a:gdLst>
                  <a:gd name="T0" fmla="*/ 42 w 27"/>
                  <a:gd name="T1" fmla="*/ 0 h 64"/>
                  <a:gd name="T2" fmla="*/ 20 w 27"/>
                  <a:gd name="T3" fmla="*/ 117 h 64"/>
                  <a:gd name="T4" fmla="*/ 14 w 27"/>
                  <a:gd name="T5" fmla="*/ 150 h 64"/>
                  <a:gd name="T6" fmla="*/ 33 w 27"/>
                  <a:gd name="T7" fmla="*/ 120 h 64"/>
                  <a:gd name="T8" fmla="*/ 54 w 27"/>
                  <a:gd name="T9" fmla="*/ 43 h 64"/>
                  <a:gd name="T10" fmla="*/ 48 w 27"/>
                  <a:gd name="T11" fmla="*/ 5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4">
                    <a:moveTo>
                      <a:pt x="21" y="0"/>
                    </a:moveTo>
                    <a:cubicBezTo>
                      <a:pt x="5" y="5"/>
                      <a:pt x="9" y="37"/>
                      <a:pt x="10" y="50"/>
                    </a:cubicBezTo>
                    <a:cubicBezTo>
                      <a:pt x="0" y="45"/>
                      <a:pt x="6" y="60"/>
                      <a:pt x="7" y="64"/>
                    </a:cubicBezTo>
                    <a:cubicBezTo>
                      <a:pt x="10" y="62"/>
                      <a:pt x="16" y="54"/>
                      <a:pt x="17" y="51"/>
                    </a:cubicBezTo>
                    <a:cubicBezTo>
                      <a:pt x="20" y="41"/>
                      <a:pt x="6" y="17"/>
                      <a:pt x="27" y="18"/>
                    </a:cubicBezTo>
                    <a:cubicBezTo>
                      <a:pt x="22" y="15"/>
                      <a:pt x="21" y="7"/>
                      <a:pt x="24" y="2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34" name="Freeform 2223">
                <a:extLst>
                  <a:ext uri="{FF2B5EF4-FFF2-40B4-BE49-F238E27FC236}">
                    <a16:creationId xmlns:a16="http://schemas.microsoft.com/office/drawing/2014/main" id="{CE8E571D-F4A8-4F60-90D0-E7A7383C2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995"/>
                <a:ext cx="62" cy="96"/>
              </a:xfrm>
              <a:custGeom>
                <a:avLst/>
                <a:gdLst>
                  <a:gd name="T0" fmla="*/ 19 w 50"/>
                  <a:gd name="T1" fmla="*/ 15 h 72"/>
                  <a:gd name="T2" fmla="*/ 7 w 50"/>
                  <a:gd name="T3" fmla="*/ 121 h 72"/>
                  <a:gd name="T4" fmla="*/ 31 w 50"/>
                  <a:gd name="T5" fmla="*/ 171 h 72"/>
                  <a:gd name="T6" fmla="*/ 33 w 50"/>
                  <a:gd name="T7" fmla="*/ 64 h 72"/>
                  <a:gd name="T8" fmla="*/ 47 w 50"/>
                  <a:gd name="T9" fmla="*/ 21 h 72"/>
                  <a:gd name="T10" fmla="*/ 95 w 50"/>
                  <a:gd name="T11" fmla="*/ 43 h 72"/>
                  <a:gd name="T12" fmla="*/ 46 w 50"/>
                  <a:gd name="T13" fmla="*/ 5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10" y="6"/>
                    </a:moveTo>
                    <a:cubicBezTo>
                      <a:pt x="6" y="20"/>
                      <a:pt x="0" y="36"/>
                      <a:pt x="4" y="51"/>
                    </a:cubicBezTo>
                    <a:cubicBezTo>
                      <a:pt x="7" y="59"/>
                      <a:pt x="13" y="64"/>
                      <a:pt x="16" y="72"/>
                    </a:cubicBezTo>
                    <a:cubicBezTo>
                      <a:pt x="17" y="55"/>
                      <a:pt x="2" y="39"/>
                      <a:pt x="18" y="27"/>
                    </a:cubicBezTo>
                    <a:cubicBezTo>
                      <a:pt x="15" y="19"/>
                      <a:pt x="17" y="12"/>
                      <a:pt x="25" y="9"/>
                    </a:cubicBezTo>
                    <a:cubicBezTo>
                      <a:pt x="36" y="5"/>
                      <a:pt x="42" y="14"/>
                      <a:pt x="50" y="18"/>
                    </a:cubicBezTo>
                    <a:cubicBezTo>
                      <a:pt x="48" y="0"/>
                      <a:pt x="39" y="2"/>
                      <a:pt x="24" y="2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35" name="Freeform 2224">
                <a:extLst>
                  <a:ext uri="{FF2B5EF4-FFF2-40B4-BE49-F238E27FC236}">
                    <a16:creationId xmlns:a16="http://schemas.microsoft.com/office/drawing/2014/main" id="{6008058C-6CFE-41B4-B29C-B18625E9B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833"/>
                <a:ext cx="66" cy="83"/>
              </a:xfrm>
              <a:custGeom>
                <a:avLst/>
                <a:gdLst>
                  <a:gd name="T0" fmla="*/ 17 w 53"/>
                  <a:gd name="T1" fmla="*/ 149 h 62"/>
                  <a:gd name="T2" fmla="*/ 83 w 53"/>
                  <a:gd name="T3" fmla="*/ 48 h 62"/>
                  <a:gd name="T4" fmla="*/ 87 w 53"/>
                  <a:gd name="T5" fmla="*/ 43 h 62"/>
                  <a:gd name="T6" fmla="*/ 102 w 53"/>
                  <a:gd name="T7" fmla="*/ 90 h 62"/>
                  <a:gd name="T8" fmla="*/ 52 w 53"/>
                  <a:gd name="T9" fmla="*/ 7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2">
                    <a:moveTo>
                      <a:pt x="9" y="62"/>
                    </a:moveTo>
                    <a:cubicBezTo>
                      <a:pt x="0" y="47"/>
                      <a:pt x="30" y="0"/>
                      <a:pt x="43" y="20"/>
                    </a:cubicBezTo>
                    <a:cubicBezTo>
                      <a:pt x="44" y="20"/>
                      <a:pt x="44" y="19"/>
                      <a:pt x="45" y="18"/>
                    </a:cubicBezTo>
                    <a:cubicBezTo>
                      <a:pt x="47" y="25"/>
                      <a:pt x="51" y="31"/>
                      <a:pt x="53" y="37"/>
                    </a:cubicBezTo>
                    <a:cubicBezTo>
                      <a:pt x="48" y="32"/>
                      <a:pt x="30" y="25"/>
                      <a:pt x="27" y="31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36" name="Freeform 2225">
                <a:extLst>
                  <a:ext uri="{FF2B5EF4-FFF2-40B4-BE49-F238E27FC236}">
                    <a16:creationId xmlns:a16="http://schemas.microsoft.com/office/drawing/2014/main" id="{3766604F-7273-4C53-8608-AD234AED5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733"/>
                <a:ext cx="71" cy="72"/>
              </a:xfrm>
              <a:custGeom>
                <a:avLst/>
                <a:gdLst>
                  <a:gd name="T0" fmla="*/ 110 w 57"/>
                  <a:gd name="T1" fmla="*/ 65 h 54"/>
                  <a:gd name="T2" fmla="*/ 40 w 57"/>
                  <a:gd name="T3" fmla="*/ 128 h 54"/>
                  <a:gd name="T4" fmla="*/ 39 w 57"/>
                  <a:gd name="T5" fmla="*/ 91 h 54"/>
                  <a:gd name="T6" fmla="*/ 62 w 57"/>
                  <a:gd name="T7" fmla="*/ 84 h 54"/>
                  <a:gd name="T8" fmla="*/ 88 w 57"/>
                  <a:gd name="T9" fmla="*/ 65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4">
                    <a:moveTo>
                      <a:pt x="57" y="28"/>
                    </a:moveTo>
                    <a:cubicBezTo>
                      <a:pt x="33" y="0"/>
                      <a:pt x="0" y="39"/>
                      <a:pt x="21" y="54"/>
                    </a:cubicBezTo>
                    <a:cubicBezTo>
                      <a:pt x="20" y="50"/>
                      <a:pt x="17" y="41"/>
                      <a:pt x="20" y="38"/>
                    </a:cubicBezTo>
                    <a:cubicBezTo>
                      <a:pt x="24" y="31"/>
                      <a:pt x="27" y="37"/>
                      <a:pt x="32" y="35"/>
                    </a:cubicBezTo>
                    <a:cubicBezTo>
                      <a:pt x="38" y="34"/>
                      <a:pt x="40" y="26"/>
                      <a:pt x="46" y="28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37" name="Freeform 2226">
                <a:extLst>
                  <a:ext uri="{FF2B5EF4-FFF2-40B4-BE49-F238E27FC236}">
                    <a16:creationId xmlns:a16="http://schemas.microsoft.com/office/drawing/2014/main" id="{C0183FC2-7330-4CF8-B62A-CF0559E95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037"/>
                <a:ext cx="37" cy="58"/>
              </a:xfrm>
              <a:custGeom>
                <a:avLst/>
                <a:gdLst>
                  <a:gd name="T0" fmla="*/ 37 w 29"/>
                  <a:gd name="T1" fmla="*/ 0 h 43"/>
                  <a:gd name="T2" fmla="*/ 33 w 29"/>
                  <a:gd name="T3" fmla="*/ 105 h 43"/>
                  <a:gd name="T4" fmla="*/ 33 w 29"/>
                  <a:gd name="T5" fmla="*/ 40 h 43"/>
                  <a:gd name="T6" fmla="*/ 60 w 29"/>
                  <a:gd name="T7" fmla="*/ 5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3">
                    <a:moveTo>
                      <a:pt x="18" y="0"/>
                    </a:moveTo>
                    <a:cubicBezTo>
                      <a:pt x="9" y="10"/>
                      <a:pt x="0" y="35"/>
                      <a:pt x="16" y="43"/>
                    </a:cubicBezTo>
                    <a:cubicBezTo>
                      <a:pt x="17" y="33"/>
                      <a:pt x="11" y="25"/>
                      <a:pt x="16" y="16"/>
                    </a:cubicBezTo>
                    <a:cubicBezTo>
                      <a:pt x="20" y="10"/>
                      <a:pt x="26" y="8"/>
                      <a:pt x="29" y="2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38" name="Freeform 2227">
                <a:extLst>
                  <a:ext uri="{FF2B5EF4-FFF2-40B4-BE49-F238E27FC236}">
                    <a16:creationId xmlns:a16="http://schemas.microsoft.com/office/drawing/2014/main" id="{3654B50C-F585-4845-B07D-6D28134AE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3335"/>
                <a:ext cx="42" cy="40"/>
              </a:xfrm>
              <a:custGeom>
                <a:avLst/>
                <a:gdLst>
                  <a:gd name="T0" fmla="*/ 46 w 33"/>
                  <a:gd name="T1" fmla="*/ 12 h 30"/>
                  <a:gd name="T2" fmla="*/ 0 w 33"/>
                  <a:gd name="T3" fmla="*/ 71 h 30"/>
                  <a:gd name="T4" fmla="*/ 66 w 33"/>
                  <a:gd name="T5" fmla="*/ 33 h 30"/>
                  <a:gd name="T6" fmla="*/ 60 w 33"/>
                  <a:gd name="T7" fmla="*/ 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0">
                    <a:moveTo>
                      <a:pt x="22" y="5"/>
                    </a:moveTo>
                    <a:cubicBezTo>
                      <a:pt x="9" y="0"/>
                      <a:pt x="1" y="21"/>
                      <a:pt x="0" y="30"/>
                    </a:cubicBezTo>
                    <a:cubicBezTo>
                      <a:pt x="11" y="22"/>
                      <a:pt x="16" y="8"/>
                      <a:pt x="32" y="14"/>
                    </a:cubicBezTo>
                    <a:cubicBezTo>
                      <a:pt x="33" y="9"/>
                      <a:pt x="31" y="5"/>
                      <a:pt x="29" y="1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39" name="Freeform 2228">
                <a:extLst>
                  <a:ext uri="{FF2B5EF4-FFF2-40B4-BE49-F238E27FC236}">
                    <a16:creationId xmlns:a16="http://schemas.microsoft.com/office/drawing/2014/main" id="{E013BD47-0FAC-45E8-AD4B-7C12EF48A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620"/>
                <a:ext cx="81" cy="60"/>
              </a:xfrm>
              <a:custGeom>
                <a:avLst/>
                <a:gdLst>
                  <a:gd name="T0" fmla="*/ 0 w 65"/>
                  <a:gd name="T1" fmla="*/ 69 h 45"/>
                  <a:gd name="T2" fmla="*/ 122 w 65"/>
                  <a:gd name="T3" fmla="*/ 107 h 45"/>
                  <a:gd name="T4" fmla="*/ 65 w 65"/>
                  <a:gd name="T5" fmla="*/ 73 h 45"/>
                  <a:gd name="T6" fmla="*/ 39 w 65"/>
                  <a:gd name="T7" fmla="*/ 49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45">
                    <a:moveTo>
                      <a:pt x="0" y="29"/>
                    </a:moveTo>
                    <a:cubicBezTo>
                      <a:pt x="0" y="0"/>
                      <a:pt x="65" y="13"/>
                      <a:pt x="63" y="45"/>
                    </a:cubicBezTo>
                    <a:cubicBezTo>
                      <a:pt x="60" y="38"/>
                      <a:pt x="40" y="17"/>
                      <a:pt x="34" y="31"/>
                    </a:cubicBezTo>
                    <a:cubicBezTo>
                      <a:pt x="29" y="29"/>
                      <a:pt x="24" y="14"/>
                      <a:pt x="20" y="21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40" name="Freeform 2229">
                <a:extLst>
                  <a:ext uri="{FF2B5EF4-FFF2-40B4-BE49-F238E27FC236}">
                    <a16:creationId xmlns:a16="http://schemas.microsoft.com/office/drawing/2014/main" id="{72A1B46C-9E26-46AE-8668-E47D17FB3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408"/>
                <a:ext cx="32" cy="99"/>
              </a:xfrm>
              <a:custGeom>
                <a:avLst/>
                <a:gdLst>
                  <a:gd name="T0" fmla="*/ 0 w 26"/>
                  <a:gd name="T1" fmla="*/ 0 h 74"/>
                  <a:gd name="T2" fmla="*/ 22 w 26"/>
                  <a:gd name="T3" fmla="*/ 86 h 74"/>
                  <a:gd name="T4" fmla="*/ 25 w 26"/>
                  <a:gd name="T5" fmla="*/ 177 h 74"/>
                  <a:gd name="T6" fmla="*/ 48 w 26"/>
                  <a:gd name="T7" fmla="*/ 96 h 74"/>
                  <a:gd name="T8" fmla="*/ 18 w 26"/>
                  <a:gd name="T9" fmla="*/ 2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74">
                    <a:moveTo>
                      <a:pt x="0" y="0"/>
                    </a:moveTo>
                    <a:cubicBezTo>
                      <a:pt x="8" y="12"/>
                      <a:pt x="12" y="21"/>
                      <a:pt x="12" y="36"/>
                    </a:cubicBezTo>
                    <a:cubicBezTo>
                      <a:pt x="12" y="48"/>
                      <a:pt x="9" y="63"/>
                      <a:pt x="13" y="74"/>
                    </a:cubicBezTo>
                    <a:cubicBezTo>
                      <a:pt x="17" y="68"/>
                      <a:pt x="9" y="30"/>
                      <a:pt x="26" y="40"/>
                    </a:cubicBezTo>
                    <a:cubicBezTo>
                      <a:pt x="21" y="30"/>
                      <a:pt x="17" y="19"/>
                      <a:pt x="10" y="1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41" name="Freeform 2230">
                <a:extLst>
                  <a:ext uri="{FF2B5EF4-FFF2-40B4-BE49-F238E27FC236}">
                    <a16:creationId xmlns:a16="http://schemas.microsoft.com/office/drawing/2014/main" id="{9CE380E3-3E57-4553-9FF1-407D69FBB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229"/>
                <a:ext cx="46" cy="76"/>
              </a:xfrm>
              <a:custGeom>
                <a:avLst/>
                <a:gdLst>
                  <a:gd name="T0" fmla="*/ 19 w 37"/>
                  <a:gd name="T1" fmla="*/ 0 h 57"/>
                  <a:gd name="T2" fmla="*/ 32 w 37"/>
                  <a:gd name="T3" fmla="*/ 135 h 57"/>
                  <a:gd name="T4" fmla="*/ 71 w 37"/>
                  <a:gd name="T5" fmla="*/ 69 h 57"/>
                  <a:gd name="T6" fmla="*/ 26 w 37"/>
                  <a:gd name="T7" fmla="*/ 31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7">
                    <a:moveTo>
                      <a:pt x="10" y="0"/>
                    </a:moveTo>
                    <a:cubicBezTo>
                      <a:pt x="7" y="12"/>
                      <a:pt x="0" y="54"/>
                      <a:pt x="17" y="57"/>
                    </a:cubicBezTo>
                    <a:cubicBezTo>
                      <a:pt x="17" y="44"/>
                      <a:pt x="18" y="25"/>
                      <a:pt x="37" y="29"/>
                    </a:cubicBezTo>
                    <a:cubicBezTo>
                      <a:pt x="29" y="17"/>
                      <a:pt x="13" y="32"/>
                      <a:pt x="14" y="13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42" name="Freeform 2231">
                <a:extLst>
                  <a:ext uri="{FF2B5EF4-FFF2-40B4-BE49-F238E27FC236}">
                    <a16:creationId xmlns:a16="http://schemas.microsoft.com/office/drawing/2014/main" id="{F71E9D5D-2E52-4AA6-8815-E0556A4F6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552"/>
                <a:ext cx="55" cy="71"/>
              </a:xfrm>
              <a:custGeom>
                <a:avLst/>
                <a:gdLst>
                  <a:gd name="T0" fmla="*/ 23 w 44"/>
                  <a:gd name="T1" fmla="*/ 28 h 53"/>
                  <a:gd name="T2" fmla="*/ 33 w 44"/>
                  <a:gd name="T3" fmla="*/ 127 h 53"/>
                  <a:gd name="T4" fmla="*/ 86 w 44"/>
                  <a:gd name="T5" fmla="*/ 21 h 53"/>
                  <a:gd name="T6" fmla="*/ 31 w 44"/>
                  <a:gd name="T7" fmla="*/ 2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3">
                    <a:moveTo>
                      <a:pt x="11" y="12"/>
                    </a:moveTo>
                    <a:cubicBezTo>
                      <a:pt x="5" y="24"/>
                      <a:pt x="0" y="48"/>
                      <a:pt x="17" y="53"/>
                    </a:cubicBezTo>
                    <a:cubicBezTo>
                      <a:pt x="9" y="28"/>
                      <a:pt x="17" y="12"/>
                      <a:pt x="44" y="9"/>
                    </a:cubicBezTo>
                    <a:cubicBezTo>
                      <a:pt x="36" y="5"/>
                      <a:pt x="24" y="0"/>
                      <a:pt x="16" y="9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43" name="Freeform 2232">
                <a:extLst>
                  <a:ext uri="{FF2B5EF4-FFF2-40B4-BE49-F238E27FC236}">
                    <a16:creationId xmlns:a16="http://schemas.microsoft.com/office/drawing/2014/main" id="{49682F3D-F211-4CB7-A515-FE2E9FB0C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623"/>
                <a:ext cx="124" cy="48"/>
              </a:xfrm>
              <a:custGeom>
                <a:avLst/>
                <a:gdLst>
                  <a:gd name="T0" fmla="*/ 0 w 99"/>
                  <a:gd name="T1" fmla="*/ 44 h 36"/>
                  <a:gd name="T2" fmla="*/ 108 w 99"/>
                  <a:gd name="T3" fmla="*/ 16 h 36"/>
                  <a:gd name="T4" fmla="*/ 150 w 99"/>
                  <a:gd name="T5" fmla="*/ 49 h 36"/>
                  <a:gd name="T6" fmla="*/ 193 w 99"/>
                  <a:gd name="T7" fmla="*/ 16 h 36"/>
                  <a:gd name="T8" fmla="*/ 193 w 99"/>
                  <a:gd name="T9" fmla="*/ 33 h 36"/>
                  <a:gd name="T10" fmla="*/ 159 w 99"/>
                  <a:gd name="T11" fmla="*/ 85 h 36"/>
                  <a:gd name="T12" fmla="*/ 124 w 99"/>
                  <a:gd name="T13" fmla="*/ 49 h 36"/>
                  <a:gd name="T14" fmla="*/ 36 w 99"/>
                  <a:gd name="T15" fmla="*/ 28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36">
                    <a:moveTo>
                      <a:pt x="0" y="19"/>
                    </a:moveTo>
                    <a:cubicBezTo>
                      <a:pt x="11" y="4"/>
                      <a:pt x="39" y="0"/>
                      <a:pt x="55" y="7"/>
                    </a:cubicBezTo>
                    <a:cubicBezTo>
                      <a:pt x="63" y="10"/>
                      <a:pt x="69" y="21"/>
                      <a:pt x="77" y="21"/>
                    </a:cubicBezTo>
                    <a:cubicBezTo>
                      <a:pt x="87" y="21"/>
                      <a:pt x="90" y="11"/>
                      <a:pt x="98" y="7"/>
                    </a:cubicBezTo>
                    <a:cubicBezTo>
                      <a:pt x="99" y="10"/>
                      <a:pt x="99" y="11"/>
                      <a:pt x="98" y="14"/>
                    </a:cubicBezTo>
                    <a:cubicBezTo>
                      <a:pt x="85" y="12"/>
                      <a:pt x="85" y="28"/>
                      <a:pt x="81" y="36"/>
                    </a:cubicBezTo>
                    <a:cubicBezTo>
                      <a:pt x="74" y="35"/>
                      <a:pt x="70" y="24"/>
                      <a:pt x="63" y="21"/>
                    </a:cubicBezTo>
                    <a:cubicBezTo>
                      <a:pt x="56" y="18"/>
                      <a:pt x="36" y="6"/>
                      <a:pt x="18" y="12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44" name="Freeform 2233">
                <a:extLst>
                  <a:ext uri="{FF2B5EF4-FFF2-40B4-BE49-F238E27FC236}">
                    <a16:creationId xmlns:a16="http://schemas.microsoft.com/office/drawing/2014/main" id="{CB64DC79-1486-4CFD-BAFC-F4FD8D8B7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760"/>
                <a:ext cx="32" cy="72"/>
              </a:xfrm>
              <a:custGeom>
                <a:avLst/>
                <a:gdLst>
                  <a:gd name="T0" fmla="*/ 0 w 25"/>
                  <a:gd name="T1" fmla="*/ 0 h 54"/>
                  <a:gd name="T2" fmla="*/ 23 w 25"/>
                  <a:gd name="T3" fmla="*/ 55 h 54"/>
                  <a:gd name="T4" fmla="*/ 22 w 25"/>
                  <a:gd name="T5" fmla="*/ 128 h 54"/>
                  <a:gd name="T6" fmla="*/ 10 w 25"/>
                  <a:gd name="T7" fmla="*/ 5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4">
                    <a:moveTo>
                      <a:pt x="0" y="0"/>
                    </a:moveTo>
                    <a:cubicBezTo>
                      <a:pt x="2" y="8"/>
                      <a:pt x="9" y="14"/>
                      <a:pt x="11" y="23"/>
                    </a:cubicBezTo>
                    <a:cubicBezTo>
                      <a:pt x="13" y="33"/>
                      <a:pt x="8" y="45"/>
                      <a:pt x="10" y="54"/>
                    </a:cubicBezTo>
                    <a:cubicBezTo>
                      <a:pt x="20" y="37"/>
                      <a:pt x="25" y="13"/>
                      <a:pt x="5" y="2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45" name="Freeform 2234">
                <a:extLst>
                  <a:ext uri="{FF2B5EF4-FFF2-40B4-BE49-F238E27FC236}">
                    <a16:creationId xmlns:a16="http://schemas.microsoft.com/office/drawing/2014/main" id="{8C5F5506-C6E8-495D-975B-57CDA0DBD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104"/>
                <a:ext cx="54" cy="48"/>
              </a:xfrm>
              <a:custGeom>
                <a:avLst/>
                <a:gdLst>
                  <a:gd name="T0" fmla="*/ 0 w 43"/>
                  <a:gd name="T1" fmla="*/ 23 h 36"/>
                  <a:gd name="T2" fmla="*/ 55 w 43"/>
                  <a:gd name="T3" fmla="*/ 43 h 36"/>
                  <a:gd name="T4" fmla="*/ 57 w 43"/>
                  <a:gd name="T5" fmla="*/ 0 h 36"/>
                  <a:gd name="T6" fmla="*/ 85 w 43"/>
                  <a:gd name="T7" fmla="*/ 27 h 36"/>
                  <a:gd name="T8" fmla="*/ 73 w 43"/>
                  <a:gd name="T9" fmla="*/ 21 h 36"/>
                  <a:gd name="T10" fmla="*/ 69 w 43"/>
                  <a:gd name="T11" fmla="*/ 69 h 36"/>
                  <a:gd name="T12" fmla="*/ 31 w 43"/>
                  <a:gd name="T13" fmla="*/ 6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6">
                    <a:moveTo>
                      <a:pt x="0" y="10"/>
                    </a:moveTo>
                    <a:cubicBezTo>
                      <a:pt x="5" y="21"/>
                      <a:pt x="24" y="36"/>
                      <a:pt x="28" y="18"/>
                    </a:cubicBezTo>
                    <a:cubicBezTo>
                      <a:pt x="29" y="12"/>
                      <a:pt x="21" y="2"/>
                      <a:pt x="29" y="0"/>
                    </a:cubicBezTo>
                    <a:cubicBezTo>
                      <a:pt x="33" y="0"/>
                      <a:pt x="41" y="8"/>
                      <a:pt x="43" y="11"/>
                    </a:cubicBezTo>
                    <a:cubicBezTo>
                      <a:pt x="41" y="10"/>
                      <a:pt x="39" y="10"/>
                      <a:pt x="37" y="9"/>
                    </a:cubicBezTo>
                    <a:cubicBezTo>
                      <a:pt x="31" y="15"/>
                      <a:pt x="40" y="24"/>
                      <a:pt x="35" y="29"/>
                    </a:cubicBezTo>
                    <a:cubicBezTo>
                      <a:pt x="33" y="33"/>
                      <a:pt x="19" y="31"/>
                      <a:pt x="16" y="29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46" name="Freeform 2235">
                <a:extLst>
                  <a:ext uri="{FF2B5EF4-FFF2-40B4-BE49-F238E27FC236}">
                    <a16:creationId xmlns:a16="http://schemas.microsoft.com/office/drawing/2014/main" id="{53638D02-0FEC-44E8-81A9-80E83E029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979"/>
                <a:ext cx="56" cy="144"/>
              </a:xfrm>
              <a:custGeom>
                <a:avLst/>
                <a:gdLst>
                  <a:gd name="T0" fmla="*/ 14 w 45"/>
                  <a:gd name="T1" fmla="*/ 69 h 108"/>
                  <a:gd name="T2" fmla="*/ 39 w 45"/>
                  <a:gd name="T3" fmla="*/ 57 h 108"/>
                  <a:gd name="T4" fmla="*/ 45 w 45"/>
                  <a:gd name="T5" fmla="*/ 37 h 108"/>
                  <a:gd name="T6" fmla="*/ 46 w 45"/>
                  <a:gd name="T7" fmla="*/ 15 h 108"/>
                  <a:gd name="T8" fmla="*/ 62 w 45"/>
                  <a:gd name="T9" fmla="*/ 28 h 108"/>
                  <a:gd name="T10" fmla="*/ 72 w 45"/>
                  <a:gd name="T11" fmla="*/ 95 h 108"/>
                  <a:gd name="T12" fmla="*/ 85 w 45"/>
                  <a:gd name="T13" fmla="*/ 155 h 108"/>
                  <a:gd name="T14" fmla="*/ 71 w 45"/>
                  <a:gd name="T15" fmla="*/ 193 h 108"/>
                  <a:gd name="T16" fmla="*/ 65 w 45"/>
                  <a:gd name="T17" fmla="*/ 236 h 108"/>
                  <a:gd name="T18" fmla="*/ 37 w 45"/>
                  <a:gd name="T19" fmla="*/ 223 h 108"/>
                  <a:gd name="T20" fmla="*/ 0 w 45"/>
                  <a:gd name="T21" fmla="*/ 65 h 1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108">
                    <a:moveTo>
                      <a:pt x="7" y="29"/>
                    </a:moveTo>
                    <a:cubicBezTo>
                      <a:pt x="12" y="31"/>
                      <a:pt x="17" y="28"/>
                      <a:pt x="20" y="24"/>
                    </a:cubicBezTo>
                    <a:cubicBezTo>
                      <a:pt x="22" y="22"/>
                      <a:pt x="22" y="19"/>
                      <a:pt x="23" y="16"/>
                    </a:cubicBezTo>
                    <a:cubicBezTo>
                      <a:pt x="24" y="13"/>
                      <a:pt x="23" y="8"/>
                      <a:pt x="24" y="6"/>
                    </a:cubicBezTo>
                    <a:cubicBezTo>
                      <a:pt x="28" y="0"/>
                      <a:pt x="31" y="8"/>
                      <a:pt x="32" y="12"/>
                    </a:cubicBezTo>
                    <a:cubicBezTo>
                      <a:pt x="35" y="21"/>
                      <a:pt x="36" y="30"/>
                      <a:pt x="38" y="40"/>
                    </a:cubicBezTo>
                    <a:cubicBezTo>
                      <a:pt x="40" y="48"/>
                      <a:pt x="45" y="57"/>
                      <a:pt x="44" y="65"/>
                    </a:cubicBezTo>
                    <a:cubicBezTo>
                      <a:pt x="44" y="71"/>
                      <a:pt x="40" y="77"/>
                      <a:pt x="37" y="82"/>
                    </a:cubicBezTo>
                    <a:cubicBezTo>
                      <a:pt x="34" y="88"/>
                      <a:pt x="37" y="95"/>
                      <a:pt x="34" y="100"/>
                    </a:cubicBezTo>
                    <a:cubicBezTo>
                      <a:pt x="29" y="108"/>
                      <a:pt x="22" y="99"/>
                      <a:pt x="19" y="94"/>
                    </a:cubicBezTo>
                    <a:cubicBezTo>
                      <a:pt x="9" y="74"/>
                      <a:pt x="5" y="51"/>
                      <a:pt x="0" y="28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47" name="Freeform 2236">
                <a:extLst>
                  <a:ext uri="{FF2B5EF4-FFF2-40B4-BE49-F238E27FC236}">
                    <a16:creationId xmlns:a16="http://schemas.microsoft.com/office/drawing/2014/main" id="{BC66650E-FC5C-45C9-A0A3-D2EE2D907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3293"/>
                <a:ext cx="55" cy="106"/>
              </a:xfrm>
              <a:custGeom>
                <a:avLst/>
                <a:gdLst>
                  <a:gd name="T0" fmla="*/ 0 w 44"/>
                  <a:gd name="T1" fmla="*/ 149 h 79"/>
                  <a:gd name="T2" fmla="*/ 41 w 44"/>
                  <a:gd name="T3" fmla="*/ 1 h 79"/>
                  <a:gd name="T4" fmla="*/ 23 w 44"/>
                  <a:gd name="T5" fmla="*/ 191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9">
                    <a:moveTo>
                      <a:pt x="0" y="62"/>
                    </a:moveTo>
                    <a:cubicBezTo>
                      <a:pt x="7" y="54"/>
                      <a:pt x="8" y="2"/>
                      <a:pt x="21" y="1"/>
                    </a:cubicBezTo>
                    <a:cubicBezTo>
                      <a:pt x="44" y="0"/>
                      <a:pt x="12" y="77"/>
                      <a:pt x="11" y="79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48" name="Freeform 2237">
                <a:extLst>
                  <a:ext uri="{FF2B5EF4-FFF2-40B4-BE49-F238E27FC236}">
                    <a16:creationId xmlns:a16="http://schemas.microsoft.com/office/drawing/2014/main" id="{7457AA3D-B0EB-4353-9225-2A8CF59F2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3287"/>
                <a:ext cx="24" cy="140"/>
              </a:xfrm>
              <a:custGeom>
                <a:avLst/>
                <a:gdLst>
                  <a:gd name="T0" fmla="*/ 5 w 19"/>
                  <a:gd name="T1" fmla="*/ 15 h 105"/>
                  <a:gd name="T2" fmla="*/ 1 w 19"/>
                  <a:gd name="T3" fmla="*/ 135 h 105"/>
                  <a:gd name="T4" fmla="*/ 32 w 19"/>
                  <a:gd name="T5" fmla="*/ 247 h 105"/>
                  <a:gd name="T6" fmla="*/ 38 w 19"/>
                  <a:gd name="T7" fmla="*/ 249 h 105"/>
                  <a:gd name="T8" fmla="*/ 25 w 19"/>
                  <a:gd name="T9" fmla="*/ 121 h 105"/>
                  <a:gd name="T10" fmla="*/ 29 w 19"/>
                  <a:gd name="T11" fmla="*/ 84 h 105"/>
                  <a:gd name="T12" fmla="*/ 23 w 19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05">
                    <a:moveTo>
                      <a:pt x="2" y="6"/>
                    </a:moveTo>
                    <a:cubicBezTo>
                      <a:pt x="15" y="20"/>
                      <a:pt x="1" y="42"/>
                      <a:pt x="1" y="57"/>
                    </a:cubicBezTo>
                    <a:cubicBezTo>
                      <a:pt x="0" y="77"/>
                      <a:pt x="7" y="89"/>
                      <a:pt x="16" y="104"/>
                    </a:cubicBezTo>
                    <a:cubicBezTo>
                      <a:pt x="16" y="105"/>
                      <a:pt x="18" y="105"/>
                      <a:pt x="19" y="105"/>
                    </a:cubicBezTo>
                    <a:cubicBezTo>
                      <a:pt x="8" y="101"/>
                      <a:pt x="11" y="62"/>
                      <a:pt x="13" y="51"/>
                    </a:cubicBezTo>
                    <a:cubicBezTo>
                      <a:pt x="15" y="41"/>
                      <a:pt x="17" y="47"/>
                      <a:pt x="14" y="35"/>
                    </a:cubicBezTo>
                    <a:cubicBezTo>
                      <a:pt x="10" y="21"/>
                      <a:pt x="12" y="14"/>
                      <a:pt x="11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49" name="Freeform 2238">
                <a:extLst>
                  <a:ext uri="{FF2B5EF4-FFF2-40B4-BE49-F238E27FC236}">
                    <a16:creationId xmlns:a16="http://schemas.microsoft.com/office/drawing/2014/main" id="{A1F8BAC6-AC91-4E0F-85F1-39773F03C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3644"/>
                <a:ext cx="43" cy="88"/>
              </a:xfrm>
              <a:custGeom>
                <a:avLst/>
                <a:gdLst>
                  <a:gd name="T0" fmla="*/ 0 w 35"/>
                  <a:gd name="T1" fmla="*/ 151 h 66"/>
                  <a:gd name="T2" fmla="*/ 21 w 35"/>
                  <a:gd name="T3" fmla="*/ 80 h 66"/>
                  <a:gd name="T4" fmla="*/ 15 w 35"/>
                  <a:gd name="T5" fmla="*/ 23 h 66"/>
                  <a:gd name="T6" fmla="*/ 44 w 35"/>
                  <a:gd name="T7" fmla="*/ 37 h 66"/>
                  <a:gd name="T8" fmla="*/ 64 w 35"/>
                  <a:gd name="T9" fmla="*/ 15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6">
                    <a:moveTo>
                      <a:pt x="0" y="64"/>
                    </a:moveTo>
                    <a:cubicBezTo>
                      <a:pt x="8" y="58"/>
                      <a:pt x="10" y="43"/>
                      <a:pt x="11" y="34"/>
                    </a:cubicBezTo>
                    <a:cubicBezTo>
                      <a:pt x="11" y="28"/>
                      <a:pt x="6" y="14"/>
                      <a:pt x="8" y="10"/>
                    </a:cubicBezTo>
                    <a:cubicBezTo>
                      <a:pt x="13" y="0"/>
                      <a:pt x="20" y="10"/>
                      <a:pt x="24" y="16"/>
                    </a:cubicBezTo>
                    <a:cubicBezTo>
                      <a:pt x="33" y="30"/>
                      <a:pt x="35" y="50"/>
                      <a:pt x="34" y="66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50" name="Freeform 2239">
                <a:extLst>
                  <a:ext uri="{FF2B5EF4-FFF2-40B4-BE49-F238E27FC236}">
                    <a16:creationId xmlns:a16="http://schemas.microsoft.com/office/drawing/2014/main" id="{CB0E1336-70DA-41C5-BD6E-5F89D410A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03"/>
                <a:ext cx="48" cy="97"/>
              </a:xfrm>
              <a:custGeom>
                <a:avLst/>
                <a:gdLst>
                  <a:gd name="T0" fmla="*/ 73 w 39"/>
                  <a:gd name="T1" fmla="*/ 65 h 73"/>
                  <a:gd name="T2" fmla="*/ 27 w 39"/>
                  <a:gd name="T3" fmla="*/ 1 h 73"/>
                  <a:gd name="T4" fmla="*/ 1 w 39"/>
                  <a:gd name="T5" fmla="*/ 65 h 73"/>
                  <a:gd name="T6" fmla="*/ 73 w 39"/>
                  <a:gd name="T7" fmla="*/ 171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73">
                    <a:moveTo>
                      <a:pt x="39" y="28"/>
                    </a:moveTo>
                    <a:cubicBezTo>
                      <a:pt x="28" y="24"/>
                      <a:pt x="26" y="0"/>
                      <a:pt x="15" y="1"/>
                    </a:cubicBezTo>
                    <a:cubicBezTo>
                      <a:pt x="7" y="2"/>
                      <a:pt x="0" y="21"/>
                      <a:pt x="1" y="28"/>
                    </a:cubicBezTo>
                    <a:cubicBezTo>
                      <a:pt x="4" y="51"/>
                      <a:pt x="32" y="55"/>
                      <a:pt x="39" y="73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51" name="Freeform 2240">
                <a:extLst>
                  <a:ext uri="{FF2B5EF4-FFF2-40B4-BE49-F238E27FC236}">
                    <a16:creationId xmlns:a16="http://schemas.microsoft.com/office/drawing/2014/main" id="{58300029-BA3B-4CDE-88E6-A311EA8C5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596"/>
                <a:ext cx="72" cy="39"/>
              </a:xfrm>
              <a:custGeom>
                <a:avLst/>
                <a:gdLst>
                  <a:gd name="T0" fmla="*/ 91 w 57"/>
                  <a:gd name="T1" fmla="*/ 42 h 29"/>
                  <a:gd name="T2" fmla="*/ 47 w 57"/>
                  <a:gd name="T3" fmla="*/ 15 h 29"/>
                  <a:gd name="T4" fmla="*/ 0 w 57"/>
                  <a:gd name="T5" fmla="*/ 0 h 29"/>
                  <a:gd name="T6" fmla="*/ 56 w 57"/>
                  <a:gd name="T7" fmla="*/ 56 h 29"/>
                  <a:gd name="T8" fmla="*/ 115 w 57"/>
                  <a:gd name="T9" fmla="*/ 6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29">
                    <a:moveTo>
                      <a:pt x="45" y="17"/>
                    </a:moveTo>
                    <a:cubicBezTo>
                      <a:pt x="39" y="12"/>
                      <a:pt x="30" y="10"/>
                      <a:pt x="23" y="6"/>
                    </a:cubicBezTo>
                    <a:cubicBezTo>
                      <a:pt x="13" y="1"/>
                      <a:pt x="12" y="0"/>
                      <a:pt x="0" y="0"/>
                    </a:cubicBezTo>
                    <a:cubicBezTo>
                      <a:pt x="11" y="6"/>
                      <a:pt x="18" y="18"/>
                      <a:pt x="28" y="23"/>
                    </a:cubicBezTo>
                    <a:cubicBezTo>
                      <a:pt x="38" y="29"/>
                      <a:pt x="47" y="23"/>
                      <a:pt x="57" y="28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52" name="Freeform 2241">
                <a:extLst>
                  <a:ext uri="{FF2B5EF4-FFF2-40B4-BE49-F238E27FC236}">
                    <a16:creationId xmlns:a16="http://schemas.microsoft.com/office/drawing/2014/main" id="{BCF74363-A8CD-428D-93D6-9F28F78FC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3068"/>
                <a:ext cx="43" cy="69"/>
              </a:xfrm>
              <a:custGeom>
                <a:avLst/>
                <a:gdLst>
                  <a:gd name="T0" fmla="*/ 1 w 34"/>
                  <a:gd name="T1" fmla="*/ 28 h 52"/>
                  <a:gd name="T2" fmla="*/ 35 w 34"/>
                  <a:gd name="T3" fmla="*/ 5 h 52"/>
                  <a:gd name="T4" fmla="*/ 54 w 34"/>
                  <a:gd name="T5" fmla="*/ 61 h 52"/>
                  <a:gd name="T6" fmla="*/ 67 w 34"/>
                  <a:gd name="T7" fmla="*/ 122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52">
                    <a:moveTo>
                      <a:pt x="1" y="12"/>
                    </a:moveTo>
                    <a:cubicBezTo>
                      <a:pt x="0" y="3"/>
                      <a:pt x="9" y="0"/>
                      <a:pt x="17" y="2"/>
                    </a:cubicBezTo>
                    <a:cubicBezTo>
                      <a:pt x="14" y="12"/>
                      <a:pt x="24" y="18"/>
                      <a:pt x="27" y="26"/>
                    </a:cubicBezTo>
                    <a:cubicBezTo>
                      <a:pt x="30" y="32"/>
                      <a:pt x="34" y="45"/>
                      <a:pt x="33" y="52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53" name="Freeform 2242">
                <a:extLst>
                  <a:ext uri="{FF2B5EF4-FFF2-40B4-BE49-F238E27FC236}">
                    <a16:creationId xmlns:a16="http://schemas.microsoft.com/office/drawing/2014/main" id="{97B35CED-AA81-4F64-BD54-FC7B585DF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805"/>
                <a:ext cx="55" cy="115"/>
              </a:xfrm>
              <a:custGeom>
                <a:avLst/>
                <a:gdLst>
                  <a:gd name="T0" fmla="*/ 48 w 44"/>
                  <a:gd name="T1" fmla="*/ 0 h 86"/>
                  <a:gd name="T2" fmla="*/ 56 w 44"/>
                  <a:gd name="T3" fmla="*/ 64 h 86"/>
                  <a:gd name="T4" fmla="*/ 80 w 44"/>
                  <a:gd name="T5" fmla="*/ 107 h 86"/>
                  <a:gd name="T6" fmla="*/ 83 w 44"/>
                  <a:gd name="T7" fmla="*/ 164 h 86"/>
                  <a:gd name="T8" fmla="*/ 73 w 44"/>
                  <a:gd name="T9" fmla="*/ 198 h 86"/>
                  <a:gd name="T10" fmla="*/ 0 w 44"/>
                  <a:gd name="T11" fmla="*/ 171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86">
                    <a:moveTo>
                      <a:pt x="24" y="0"/>
                    </a:moveTo>
                    <a:cubicBezTo>
                      <a:pt x="26" y="10"/>
                      <a:pt x="26" y="18"/>
                      <a:pt x="29" y="27"/>
                    </a:cubicBezTo>
                    <a:cubicBezTo>
                      <a:pt x="32" y="33"/>
                      <a:pt x="39" y="39"/>
                      <a:pt x="41" y="45"/>
                    </a:cubicBezTo>
                    <a:cubicBezTo>
                      <a:pt x="43" y="54"/>
                      <a:pt x="44" y="60"/>
                      <a:pt x="42" y="69"/>
                    </a:cubicBezTo>
                    <a:cubicBezTo>
                      <a:pt x="40" y="76"/>
                      <a:pt x="43" y="79"/>
                      <a:pt x="37" y="83"/>
                    </a:cubicBezTo>
                    <a:cubicBezTo>
                      <a:pt x="32" y="86"/>
                      <a:pt x="4" y="77"/>
                      <a:pt x="0" y="72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54" name="Freeform 2243">
                <a:extLst>
                  <a:ext uri="{FF2B5EF4-FFF2-40B4-BE49-F238E27FC236}">
                    <a16:creationId xmlns:a16="http://schemas.microsoft.com/office/drawing/2014/main" id="{55F5E98C-14EB-43FC-B3B4-FD04AD17F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000"/>
                <a:ext cx="27" cy="27"/>
              </a:xfrm>
              <a:custGeom>
                <a:avLst/>
                <a:gdLst>
                  <a:gd name="T0" fmla="*/ 15 w 21"/>
                  <a:gd name="T1" fmla="*/ 7 h 20"/>
                  <a:gd name="T2" fmla="*/ 0 w 21"/>
                  <a:gd name="T3" fmla="*/ 49 h 20"/>
                  <a:gd name="T4" fmla="*/ 24 w 21"/>
                  <a:gd name="T5" fmla="*/ 15 h 20"/>
                  <a:gd name="T6" fmla="*/ 45 w 21"/>
                  <a:gd name="T7" fmla="*/ 9 h 20"/>
                  <a:gd name="T8" fmla="*/ 24 w 21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7" y="3"/>
                    </a:moveTo>
                    <a:cubicBezTo>
                      <a:pt x="4" y="9"/>
                      <a:pt x="1" y="15"/>
                      <a:pt x="0" y="20"/>
                    </a:cubicBezTo>
                    <a:cubicBezTo>
                      <a:pt x="4" y="16"/>
                      <a:pt x="8" y="10"/>
                      <a:pt x="12" y="6"/>
                    </a:cubicBezTo>
                    <a:cubicBezTo>
                      <a:pt x="12" y="6"/>
                      <a:pt x="20" y="5"/>
                      <a:pt x="21" y="4"/>
                    </a:cubicBezTo>
                    <a:cubicBezTo>
                      <a:pt x="18" y="0"/>
                      <a:pt x="15" y="0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55" name="Freeform 2244">
                <a:extLst>
                  <a:ext uri="{FF2B5EF4-FFF2-40B4-BE49-F238E27FC236}">
                    <a16:creationId xmlns:a16="http://schemas.microsoft.com/office/drawing/2014/main" id="{27F1BE8A-42BE-471D-BAC0-F78C83D72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757"/>
                <a:ext cx="60" cy="26"/>
              </a:xfrm>
              <a:custGeom>
                <a:avLst/>
                <a:gdLst>
                  <a:gd name="T0" fmla="*/ 55 w 48"/>
                  <a:gd name="T1" fmla="*/ 0 h 19"/>
                  <a:gd name="T2" fmla="*/ 61 w 48"/>
                  <a:gd name="T3" fmla="*/ 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9">
                    <a:moveTo>
                      <a:pt x="28" y="0"/>
                    </a:moveTo>
                    <a:cubicBezTo>
                      <a:pt x="0" y="12"/>
                      <a:pt x="48" y="19"/>
                      <a:pt x="3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56" name="Freeform 2245">
                <a:extLst>
                  <a:ext uri="{FF2B5EF4-FFF2-40B4-BE49-F238E27FC236}">
                    <a16:creationId xmlns:a16="http://schemas.microsoft.com/office/drawing/2014/main" id="{8973EC8C-7382-4F26-8846-EDCBF461B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635"/>
                <a:ext cx="32" cy="21"/>
              </a:xfrm>
              <a:custGeom>
                <a:avLst/>
                <a:gdLst>
                  <a:gd name="T0" fmla="*/ 0 w 26"/>
                  <a:gd name="T1" fmla="*/ 0 h 16"/>
                  <a:gd name="T2" fmla="*/ 48 w 26"/>
                  <a:gd name="T3" fmla="*/ 34 h 16"/>
                  <a:gd name="T4" fmla="*/ 0 w 26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0" y="0"/>
                    </a:moveTo>
                    <a:cubicBezTo>
                      <a:pt x="11" y="1"/>
                      <a:pt x="20" y="5"/>
                      <a:pt x="26" y="15"/>
                    </a:cubicBezTo>
                    <a:cubicBezTo>
                      <a:pt x="20" y="16"/>
                      <a:pt x="5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57" name="Freeform 2246">
                <a:extLst>
                  <a:ext uri="{FF2B5EF4-FFF2-40B4-BE49-F238E27FC236}">
                    <a16:creationId xmlns:a16="http://schemas.microsoft.com/office/drawing/2014/main" id="{E6BC95B2-77C4-436D-AACB-2A3E4F2DC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960"/>
                <a:ext cx="14" cy="21"/>
              </a:xfrm>
              <a:custGeom>
                <a:avLst/>
                <a:gdLst>
                  <a:gd name="T0" fmla="*/ 23 w 11"/>
                  <a:gd name="T1" fmla="*/ 0 h 16"/>
                  <a:gd name="T2" fmla="*/ 8 w 11"/>
                  <a:gd name="T3" fmla="*/ 37 h 16"/>
                  <a:gd name="T4" fmla="*/ 23 w 11"/>
                  <a:gd name="T5" fmla="*/ 2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cubicBezTo>
                      <a:pt x="5" y="4"/>
                      <a:pt x="0" y="10"/>
                      <a:pt x="4" y="16"/>
                    </a:cubicBezTo>
                    <a:cubicBezTo>
                      <a:pt x="8" y="16"/>
                      <a:pt x="9" y="14"/>
                      <a:pt x="1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58" name="Freeform 2247">
                <a:extLst>
                  <a:ext uri="{FF2B5EF4-FFF2-40B4-BE49-F238E27FC236}">
                    <a16:creationId xmlns:a16="http://schemas.microsoft.com/office/drawing/2014/main" id="{80D9E6D2-ECCA-48F8-8F21-F7CE4CF43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3568"/>
                <a:ext cx="20" cy="16"/>
              </a:xfrm>
              <a:custGeom>
                <a:avLst/>
                <a:gdLst>
                  <a:gd name="T0" fmla="*/ 16 w 16"/>
                  <a:gd name="T1" fmla="*/ 1 h 12"/>
                  <a:gd name="T2" fmla="*/ 0 w 16"/>
                  <a:gd name="T3" fmla="*/ 28 h 12"/>
                  <a:gd name="T4" fmla="*/ 31 w 1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8" y="1"/>
                    </a:moveTo>
                    <a:cubicBezTo>
                      <a:pt x="2" y="2"/>
                      <a:pt x="0" y="6"/>
                      <a:pt x="0" y="12"/>
                    </a:cubicBezTo>
                    <a:cubicBezTo>
                      <a:pt x="6" y="10"/>
                      <a:pt x="12" y="2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59" name="Freeform 2248">
                <a:extLst>
                  <a:ext uri="{FF2B5EF4-FFF2-40B4-BE49-F238E27FC236}">
                    <a16:creationId xmlns:a16="http://schemas.microsoft.com/office/drawing/2014/main" id="{AE73368A-888E-44C2-B0D9-098B846E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396"/>
                <a:ext cx="17" cy="17"/>
              </a:xfrm>
              <a:custGeom>
                <a:avLst/>
                <a:gdLst>
                  <a:gd name="T0" fmla="*/ 6 w 14"/>
                  <a:gd name="T1" fmla="*/ 0 h 13"/>
                  <a:gd name="T2" fmla="*/ 11 w 14"/>
                  <a:gd name="T3" fmla="*/ 29 h 13"/>
                  <a:gd name="T4" fmla="*/ 15 w 14"/>
                  <a:gd name="T5" fmla="*/ 16 h 13"/>
                  <a:gd name="T6" fmla="*/ 25 w 14"/>
                  <a:gd name="T7" fmla="*/ 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3" y="0"/>
                    </a:moveTo>
                    <a:cubicBezTo>
                      <a:pt x="0" y="5"/>
                      <a:pt x="0" y="11"/>
                      <a:pt x="6" y="13"/>
                    </a:cubicBezTo>
                    <a:cubicBezTo>
                      <a:pt x="6" y="11"/>
                      <a:pt x="8" y="9"/>
                      <a:pt x="8" y="7"/>
                    </a:cubicBezTo>
                    <a:cubicBezTo>
                      <a:pt x="13" y="8"/>
                      <a:pt x="12" y="5"/>
                      <a:pt x="1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60" name="Freeform 2249">
                <a:extLst>
                  <a:ext uri="{FF2B5EF4-FFF2-40B4-BE49-F238E27FC236}">
                    <a16:creationId xmlns:a16="http://schemas.microsoft.com/office/drawing/2014/main" id="{A8C2D75A-4A84-491E-B042-1C2C14F5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343"/>
                <a:ext cx="15" cy="8"/>
              </a:xfrm>
              <a:custGeom>
                <a:avLst/>
                <a:gdLst>
                  <a:gd name="T0" fmla="*/ 14 w 12"/>
                  <a:gd name="T1" fmla="*/ 0 h 6"/>
                  <a:gd name="T2" fmla="*/ 0 w 12"/>
                  <a:gd name="T3" fmla="*/ 9 h 6"/>
                  <a:gd name="T4" fmla="*/ 24 w 12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7" y="0"/>
                    </a:moveTo>
                    <a:cubicBezTo>
                      <a:pt x="3" y="1"/>
                      <a:pt x="1" y="1"/>
                      <a:pt x="0" y="4"/>
                    </a:cubicBezTo>
                    <a:cubicBezTo>
                      <a:pt x="3" y="6"/>
                      <a:pt x="8" y="5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61" name="Freeform 2250">
                <a:extLst>
                  <a:ext uri="{FF2B5EF4-FFF2-40B4-BE49-F238E27FC236}">
                    <a16:creationId xmlns:a16="http://schemas.microsoft.com/office/drawing/2014/main" id="{7999E3F9-3D2D-46F5-900E-CB16D7CB0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824"/>
                <a:ext cx="87" cy="116"/>
              </a:xfrm>
              <a:custGeom>
                <a:avLst/>
                <a:gdLst>
                  <a:gd name="T0" fmla="*/ 0 w 70"/>
                  <a:gd name="T1" fmla="*/ 119 h 87"/>
                  <a:gd name="T2" fmla="*/ 52 w 70"/>
                  <a:gd name="T3" fmla="*/ 185 h 87"/>
                  <a:gd name="T4" fmla="*/ 121 w 70"/>
                  <a:gd name="T5" fmla="*/ 172 h 87"/>
                  <a:gd name="T6" fmla="*/ 103 w 70"/>
                  <a:gd name="T7" fmla="*/ 64 h 87"/>
                  <a:gd name="T8" fmla="*/ 62 w 70"/>
                  <a:gd name="T9" fmla="*/ 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87">
                    <a:moveTo>
                      <a:pt x="0" y="50"/>
                    </a:moveTo>
                    <a:cubicBezTo>
                      <a:pt x="2" y="63"/>
                      <a:pt x="16" y="72"/>
                      <a:pt x="27" y="78"/>
                    </a:cubicBezTo>
                    <a:cubicBezTo>
                      <a:pt x="41" y="86"/>
                      <a:pt x="55" y="87"/>
                      <a:pt x="63" y="73"/>
                    </a:cubicBezTo>
                    <a:cubicBezTo>
                      <a:pt x="70" y="59"/>
                      <a:pt x="63" y="41"/>
                      <a:pt x="54" y="27"/>
                    </a:cubicBezTo>
                    <a:cubicBezTo>
                      <a:pt x="49" y="19"/>
                      <a:pt x="40" y="5"/>
                      <a:pt x="32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492" name="Group 2251">
              <a:extLst>
                <a:ext uri="{FF2B5EF4-FFF2-40B4-BE49-F238E27FC236}">
                  <a16:creationId xmlns:a16="http://schemas.microsoft.com/office/drawing/2014/main" id="{8B3C2E85-677E-494C-B35A-30BD13A761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0" y="2545"/>
              <a:ext cx="1108" cy="1187"/>
              <a:chOff x="2560" y="2545"/>
              <a:chExt cx="1108" cy="1187"/>
            </a:xfrm>
          </p:grpSpPr>
          <p:sp>
            <p:nvSpPr>
              <p:cNvPr id="122162" name="Freeform 2252">
                <a:extLst>
                  <a:ext uri="{FF2B5EF4-FFF2-40B4-BE49-F238E27FC236}">
                    <a16:creationId xmlns:a16="http://schemas.microsoft.com/office/drawing/2014/main" id="{CCB59F38-F759-4BD9-A059-28FBD7617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672"/>
                <a:ext cx="49" cy="111"/>
              </a:xfrm>
              <a:custGeom>
                <a:avLst/>
                <a:gdLst>
                  <a:gd name="T0" fmla="*/ 0 w 39"/>
                  <a:gd name="T1" fmla="*/ 163 h 83"/>
                  <a:gd name="T2" fmla="*/ 44 w 39"/>
                  <a:gd name="T3" fmla="*/ 193 h 83"/>
                  <a:gd name="T4" fmla="*/ 75 w 39"/>
                  <a:gd name="T5" fmla="*/ 115 h 83"/>
                  <a:gd name="T6" fmla="*/ 68 w 39"/>
                  <a:gd name="T7" fmla="*/ 31 h 83"/>
                  <a:gd name="T8" fmla="*/ 33 w 39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83">
                    <a:moveTo>
                      <a:pt x="0" y="68"/>
                    </a:moveTo>
                    <a:cubicBezTo>
                      <a:pt x="3" y="75"/>
                      <a:pt x="14" y="83"/>
                      <a:pt x="22" y="81"/>
                    </a:cubicBezTo>
                    <a:cubicBezTo>
                      <a:pt x="34" y="79"/>
                      <a:pt x="38" y="58"/>
                      <a:pt x="38" y="48"/>
                    </a:cubicBezTo>
                    <a:cubicBezTo>
                      <a:pt x="39" y="39"/>
                      <a:pt x="39" y="22"/>
                      <a:pt x="34" y="13"/>
                    </a:cubicBezTo>
                    <a:cubicBezTo>
                      <a:pt x="29" y="6"/>
                      <a:pt x="21" y="7"/>
                      <a:pt x="17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63" name="Freeform 2253">
                <a:extLst>
                  <a:ext uri="{FF2B5EF4-FFF2-40B4-BE49-F238E27FC236}">
                    <a16:creationId xmlns:a16="http://schemas.microsoft.com/office/drawing/2014/main" id="{88323D94-C5AB-49BC-945F-5ABC5C6FA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612"/>
                <a:ext cx="110" cy="51"/>
              </a:xfrm>
              <a:custGeom>
                <a:avLst/>
                <a:gdLst>
                  <a:gd name="T0" fmla="*/ 0 w 88"/>
                  <a:gd name="T1" fmla="*/ 38 h 38"/>
                  <a:gd name="T2" fmla="*/ 101 w 88"/>
                  <a:gd name="T3" fmla="*/ 85 h 38"/>
                  <a:gd name="T4" fmla="*/ 154 w 8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38">
                    <a:moveTo>
                      <a:pt x="0" y="16"/>
                    </a:moveTo>
                    <a:cubicBezTo>
                      <a:pt x="5" y="38"/>
                      <a:pt x="33" y="35"/>
                      <a:pt x="52" y="35"/>
                    </a:cubicBezTo>
                    <a:cubicBezTo>
                      <a:pt x="75" y="34"/>
                      <a:pt x="88" y="25"/>
                      <a:pt x="78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64" name="Freeform 2254">
                <a:extLst>
                  <a:ext uri="{FF2B5EF4-FFF2-40B4-BE49-F238E27FC236}">
                    <a16:creationId xmlns:a16="http://schemas.microsoft.com/office/drawing/2014/main" id="{E8177B07-0EF0-46B3-A03A-660CC8421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671"/>
                <a:ext cx="131" cy="124"/>
              </a:xfrm>
              <a:custGeom>
                <a:avLst/>
                <a:gdLst>
                  <a:gd name="T0" fmla="*/ 0 w 105"/>
                  <a:gd name="T1" fmla="*/ 169 h 93"/>
                  <a:gd name="T2" fmla="*/ 71 w 105"/>
                  <a:gd name="T3" fmla="*/ 204 h 93"/>
                  <a:gd name="T4" fmla="*/ 100 w 105"/>
                  <a:gd name="T5" fmla="*/ 183 h 93"/>
                  <a:gd name="T6" fmla="*/ 115 w 105"/>
                  <a:gd name="T7" fmla="*/ 177 h 93"/>
                  <a:gd name="T8" fmla="*/ 165 w 105"/>
                  <a:gd name="T9" fmla="*/ 165 h 93"/>
                  <a:gd name="T10" fmla="*/ 201 w 105"/>
                  <a:gd name="T11" fmla="*/ 148 h 93"/>
                  <a:gd name="T12" fmla="*/ 193 w 105"/>
                  <a:gd name="T13" fmla="*/ 107 h 93"/>
                  <a:gd name="T14" fmla="*/ 187 w 105"/>
                  <a:gd name="T15" fmla="*/ 63 h 93"/>
                  <a:gd name="T16" fmla="*/ 138 w 105"/>
                  <a:gd name="T17" fmla="*/ 23 h 93"/>
                  <a:gd name="T18" fmla="*/ 101 w 105"/>
                  <a:gd name="T19" fmla="*/ 9 h 93"/>
                  <a:gd name="T20" fmla="*/ 87 w 105"/>
                  <a:gd name="T21" fmla="*/ 5 h 93"/>
                  <a:gd name="T22" fmla="*/ 49 w 105"/>
                  <a:gd name="T23" fmla="*/ 65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5" h="93">
                    <a:moveTo>
                      <a:pt x="0" y="71"/>
                    </a:moveTo>
                    <a:cubicBezTo>
                      <a:pt x="3" y="85"/>
                      <a:pt x="25" y="93"/>
                      <a:pt x="37" y="86"/>
                    </a:cubicBezTo>
                    <a:cubicBezTo>
                      <a:pt x="41" y="83"/>
                      <a:pt x="47" y="80"/>
                      <a:pt x="51" y="77"/>
                    </a:cubicBezTo>
                    <a:cubicBezTo>
                      <a:pt x="57" y="74"/>
                      <a:pt x="54" y="75"/>
                      <a:pt x="59" y="75"/>
                    </a:cubicBezTo>
                    <a:cubicBezTo>
                      <a:pt x="68" y="77"/>
                      <a:pt x="78" y="76"/>
                      <a:pt x="85" y="70"/>
                    </a:cubicBezTo>
                    <a:cubicBezTo>
                      <a:pt x="91" y="65"/>
                      <a:pt x="93" y="58"/>
                      <a:pt x="103" y="62"/>
                    </a:cubicBezTo>
                    <a:cubicBezTo>
                      <a:pt x="105" y="54"/>
                      <a:pt x="102" y="52"/>
                      <a:pt x="99" y="45"/>
                    </a:cubicBezTo>
                    <a:cubicBezTo>
                      <a:pt x="96" y="39"/>
                      <a:pt x="98" y="32"/>
                      <a:pt x="96" y="26"/>
                    </a:cubicBezTo>
                    <a:cubicBezTo>
                      <a:pt x="92" y="16"/>
                      <a:pt x="81" y="12"/>
                      <a:pt x="71" y="10"/>
                    </a:cubicBezTo>
                    <a:cubicBezTo>
                      <a:pt x="63" y="9"/>
                      <a:pt x="60" y="8"/>
                      <a:pt x="52" y="4"/>
                    </a:cubicBezTo>
                    <a:cubicBezTo>
                      <a:pt x="47" y="2"/>
                      <a:pt x="50" y="0"/>
                      <a:pt x="45" y="2"/>
                    </a:cubicBezTo>
                    <a:cubicBezTo>
                      <a:pt x="37" y="4"/>
                      <a:pt x="27" y="21"/>
                      <a:pt x="25" y="28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65" name="Freeform 2255">
                <a:extLst>
                  <a:ext uri="{FF2B5EF4-FFF2-40B4-BE49-F238E27FC236}">
                    <a16:creationId xmlns:a16="http://schemas.microsoft.com/office/drawing/2014/main" id="{BAF246FD-0996-45CF-93F6-71B4E623B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597"/>
                <a:ext cx="37" cy="102"/>
              </a:xfrm>
              <a:custGeom>
                <a:avLst/>
                <a:gdLst>
                  <a:gd name="T0" fmla="*/ 0 w 29"/>
                  <a:gd name="T1" fmla="*/ 0 h 76"/>
                  <a:gd name="T2" fmla="*/ 51 w 29"/>
                  <a:gd name="T3" fmla="*/ 70 h 76"/>
                  <a:gd name="T4" fmla="*/ 59 w 29"/>
                  <a:gd name="T5" fmla="*/ 109 h 76"/>
                  <a:gd name="T6" fmla="*/ 36 w 29"/>
                  <a:gd name="T7" fmla="*/ 184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76">
                    <a:moveTo>
                      <a:pt x="0" y="0"/>
                    </a:moveTo>
                    <a:cubicBezTo>
                      <a:pt x="12" y="4"/>
                      <a:pt x="20" y="18"/>
                      <a:pt x="24" y="29"/>
                    </a:cubicBezTo>
                    <a:cubicBezTo>
                      <a:pt x="25" y="34"/>
                      <a:pt x="28" y="40"/>
                      <a:pt x="28" y="45"/>
                    </a:cubicBezTo>
                    <a:cubicBezTo>
                      <a:pt x="29" y="57"/>
                      <a:pt x="19" y="64"/>
                      <a:pt x="17" y="76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66" name="Freeform 2256">
                <a:extLst>
                  <a:ext uri="{FF2B5EF4-FFF2-40B4-BE49-F238E27FC236}">
                    <a16:creationId xmlns:a16="http://schemas.microsoft.com/office/drawing/2014/main" id="{DC45B5A1-2D1D-49FC-BB54-8455070F5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551"/>
                <a:ext cx="66" cy="114"/>
              </a:xfrm>
              <a:custGeom>
                <a:avLst/>
                <a:gdLst>
                  <a:gd name="T0" fmla="*/ 0 w 53"/>
                  <a:gd name="T1" fmla="*/ 86 h 86"/>
                  <a:gd name="T2" fmla="*/ 100 w 53"/>
                  <a:gd name="T3" fmla="*/ 119 h 86"/>
                  <a:gd name="T4" fmla="*/ 101 w 53"/>
                  <a:gd name="T5" fmla="*/ 1 h 86"/>
                  <a:gd name="T6" fmla="*/ 76 w 53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86">
                    <a:moveTo>
                      <a:pt x="0" y="37"/>
                    </a:moveTo>
                    <a:cubicBezTo>
                      <a:pt x="10" y="53"/>
                      <a:pt x="45" y="86"/>
                      <a:pt x="51" y="51"/>
                    </a:cubicBezTo>
                    <a:cubicBezTo>
                      <a:pt x="53" y="36"/>
                      <a:pt x="52" y="16"/>
                      <a:pt x="52" y="1"/>
                    </a:cubicBezTo>
                    <a:cubicBezTo>
                      <a:pt x="48" y="1"/>
                      <a:pt x="43" y="0"/>
                      <a:pt x="39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67" name="Freeform 2257">
                <a:extLst>
                  <a:ext uri="{FF2B5EF4-FFF2-40B4-BE49-F238E27FC236}">
                    <a16:creationId xmlns:a16="http://schemas.microsoft.com/office/drawing/2014/main" id="{C440FA58-054B-4D13-92F0-DF472735F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980"/>
                <a:ext cx="67" cy="116"/>
              </a:xfrm>
              <a:custGeom>
                <a:avLst/>
                <a:gdLst>
                  <a:gd name="T0" fmla="*/ 0 w 54"/>
                  <a:gd name="T1" fmla="*/ 127 h 87"/>
                  <a:gd name="T2" fmla="*/ 50 w 54"/>
                  <a:gd name="T3" fmla="*/ 193 h 87"/>
                  <a:gd name="T4" fmla="*/ 97 w 54"/>
                  <a:gd name="T5" fmla="*/ 169 h 87"/>
                  <a:gd name="T6" fmla="*/ 69 w 54"/>
                  <a:gd name="T7" fmla="*/ 48 h 87"/>
                  <a:gd name="T8" fmla="*/ 11 w 54"/>
                  <a:gd name="T9" fmla="*/ 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87">
                    <a:moveTo>
                      <a:pt x="0" y="53"/>
                    </a:moveTo>
                    <a:cubicBezTo>
                      <a:pt x="12" y="61"/>
                      <a:pt x="10" y="75"/>
                      <a:pt x="26" y="82"/>
                    </a:cubicBezTo>
                    <a:cubicBezTo>
                      <a:pt x="38" y="87"/>
                      <a:pt x="47" y="86"/>
                      <a:pt x="51" y="71"/>
                    </a:cubicBezTo>
                    <a:cubicBezTo>
                      <a:pt x="54" y="56"/>
                      <a:pt x="45" y="32"/>
                      <a:pt x="36" y="20"/>
                    </a:cubicBezTo>
                    <a:cubicBezTo>
                      <a:pt x="28" y="8"/>
                      <a:pt x="18" y="5"/>
                      <a:pt x="6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68" name="Freeform 2258">
                <a:extLst>
                  <a:ext uri="{FF2B5EF4-FFF2-40B4-BE49-F238E27FC236}">
                    <a16:creationId xmlns:a16="http://schemas.microsoft.com/office/drawing/2014/main" id="{222F66CF-BD2C-4EC8-80B4-ABB340F8B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835"/>
                <a:ext cx="66" cy="113"/>
              </a:xfrm>
              <a:custGeom>
                <a:avLst/>
                <a:gdLst>
                  <a:gd name="T0" fmla="*/ 0 w 53"/>
                  <a:gd name="T1" fmla="*/ 160 h 85"/>
                  <a:gd name="T2" fmla="*/ 77 w 53"/>
                  <a:gd name="T3" fmla="*/ 178 h 85"/>
                  <a:gd name="T4" fmla="*/ 96 w 53"/>
                  <a:gd name="T5" fmla="*/ 101 h 85"/>
                  <a:gd name="T6" fmla="*/ 6 w 5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85">
                    <a:moveTo>
                      <a:pt x="0" y="68"/>
                    </a:moveTo>
                    <a:cubicBezTo>
                      <a:pt x="10" y="74"/>
                      <a:pt x="28" y="85"/>
                      <a:pt x="40" y="76"/>
                    </a:cubicBezTo>
                    <a:cubicBezTo>
                      <a:pt x="49" y="70"/>
                      <a:pt x="53" y="53"/>
                      <a:pt x="50" y="43"/>
                    </a:cubicBezTo>
                    <a:cubicBezTo>
                      <a:pt x="42" y="19"/>
                      <a:pt x="22" y="10"/>
                      <a:pt x="3" y="0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69" name="Freeform 2259">
                <a:extLst>
                  <a:ext uri="{FF2B5EF4-FFF2-40B4-BE49-F238E27FC236}">
                    <a16:creationId xmlns:a16="http://schemas.microsoft.com/office/drawing/2014/main" id="{27716EE4-7465-4499-AE69-297FFC63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964"/>
                <a:ext cx="25" cy="33"/>
              </a:xfrm>
              <a:custGeom>
                <a:avLst/>
                <a:gdLst>
                  <a:gd name="T0" fmla="*/ 0 w 20"/>
                  <a:gd name="T1" fmla="*/ 0 h 25"/>
                  <a:gd name="T2" fmla="*/ 38 w 20"/>
                  <a:gd name="T3" fmla="*/ 58 h 25"/>
                  <a:gd name="T4" fmla="*/ 39 w 20"/>
                  <a:gd name="T5" fmla="*/ 1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0" y="0"/>
                    </a:moveTo>
                    <a:cubicBezTo>
                      <a:pt x="7" y="9"/>
                      <a:pt x="7" y="22"/>
                      <a:pt x="19" y="25"/>
                    </a:cubicBezTo>
                    <a:cubicBezTo>
                      <a:pt x="20" y="19"/>
                      <a:pt x="20" y="12"/>
                      <a:pt x="20" y="6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70" name="Freeform 2260">
                <a:extLst>
                  <a:ext uri="{FF2B5EF4-FFF2-40B4-BE49-F238E27FC236}">
                    <a16:creationId xmlns:a16="http://schemas.microsoft.com/office/drawing/2014/main" id="{56B606FE-AE6C-49C0-A0E1-F738E2B55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3137"/>
                <a:ext cx="64" cy="82"/>
              </a:xfrm>
              <a:custGeom>
                <a:avLst/>
                <a:gdLst>
                  <a:gd name="T0" fmla="*/ 1 w 51"/>
                  <a:gd name="T1" fmla="*/ 105 h 61"/>
                  <a:gd name="T2" fmla="*/ 54 w 51"/>
                  <a:gd name="T3" fmla="*/ 147 h 61"/>
                  <a:gd name="T4" fmla="*/ 85 w 51"/>
                  <a:gd name="T5" fmla="*/ 114 h 61"/>
                  <a:gd name="T6" fmla="*/ 100 w 51"/>
                  <a:gd name="T7" fmla="*/ 51 h 61"/>
                  <a:gd name="T8" fmla="*/ 70 w 51"/>
                  <a:gd name="T9" fmla="*/ 0 h 61"/>
                  <a:gd name="T10" fmla="*/ 63 w 51"/>
                  <a:gd name="T11" fmla="*/ 5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61">
                    <a:moveTo>
                      <a:pt x="1" y="43"/>
                    </a:moveTo>
                    <a:cubicBezTo>
                      <a:pt x="0" y="57"/>
                      <a:pt x="17" y="61"/>
                      <a:pt x="27" y="60"/>
                    </a:cubicBezTo>
                    <a:cubicBezTo>
                      <a:pt x="38" y="59"/>
                      <a:pt x="40" y="57"/>
                      <a:pt x="43" y="47"/>
                    </a:cubicBezTo>
                    <a:cubicBezTo>
                      <a:pt x="46" y="40"/>
                      <a:pt x="51" y="29"/>
                      <a:pt x="51" y="21"/>
                    </a:cubicBezTo>
                    <a:cubicBezTo>
                      <a:pt x="51" y="10"/>
                      <a:pt x="44" y="7"/>
                      <a:pt x="36" y="0"/>
                    </a:cubicBezTo>
                    <a:cubicBezTo>
                      <a:pt x="34" y="1"/>
                      <a:pt x="33" y="1"/>
                      <a:pt x="32" y="2"/>
                    </a:cubicBezTo>
                  </a:path>
                </a:pathLst>
              </a:custGeom>
              <a:solidFill>
                <a:srgbClr val="CF0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71" name="Freeform 2261">
                <a:extLst>
                  <a:ext uri="{FF2B5EF4-FFF2-40B4-BE49-F238E27FC236}">
                    <a16:creationId xmlns:a16="http://schemas.microsoft.com/office/drawing/2014/main" id="{4E1DA8E7-0EAA-4D3F-9B2E-5D80E5C7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611"/>
                <a:ext cx="81" cy="37"/>
              </a:xfrm>
              <a:custGeom>
                <a:avLst/>
                <a:gdLst>
                  <a:gd name="T0" fmla="*/ 0 w 65"/>
                  <a:gd name="T1" fmla="*/ 42 h 28"/>
                  <a:gd name="T2" fmla="*/ 74 w 65"/>
                  <a:gd name="T3" fmla="*/ 59 h 28"/>
                  <a:gd name="T4" fmla="*/ 126 w 6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8">
                    <a:moveTo>
                      <a:pt x="0" y="18"/>
                    </a:moveTo>
                    <a:cubicBezTo>
                      <a:pt x="8" y="26"/>
                      <a:pt x="27" y="28"/>
                      <a:pt x="38" y="26"/>
                    </a:cubicBezTo>
                    <a:cubicBezTo>
                      <a:pt x="60" y="22"/>
                      <a:pt x="64" y="15"/>
                      <a:pt x="65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72" name="Freeform 2262">
                <a:extLst>
                  <a:ext uri="{FF2B5EF4-FFF2-40B4-BE49-F238E27FC236}">
                    <a16:creationId xmlns:a16="http://schemas.microsoft.com/office/drawing/2014/main" id="{A525D5E9-5E7F-4D4C-85B6-35254E9B5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707"/>
                <a:ext cx="25" cy="62"/>
              </a:xfrm>
              <a:custGeom>
                <a:avLst/>
                <a:gdLst>
                  <a:gd name="T0" fmla="*/ 0 w 20"/>
                  <a:gd name="T1" fmla="*/ 108 h 47"/>
                  <a:gd name="T2" fmla="*/ 23 w 20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7">
                    <a:moveTo>
                      <a:pt x="0" y="47"/>
                    </a:moveTo>
                    <a:cubicBezTo>
                      <a:pt x="20" y="44"/>
                      <a:pt x="17" y="13"/>
                      <a:pt x="11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73" name="Freeform 2263">
                <a:extLst>
                  <a:ext uri="{FF2B5EF4-FFF2-40B4-BE49-F238E27FC236}">
                    <a16:creationId xmlns:a16="http://schemas.microsoft.com/office/drawing/2014/main" id="{8212264C-AAB0-40FA-A2E9-D4321F3C3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679"/>
                <a:ext cx="57" cy="68"/>
              </a:xfrm>
              <a:custGeom>
                <a:avLst/>
                <a:gdLst>
                  <a:gd name="T0" fmla="*/ 41 w 46"/>
                  <a:gd name="T1" fmla="*/ 0 h 51"/>
                  <a:gd name="T2" fmla="*/ 38 w 46"/>
                  <a:gd name="T3" fmla="*/ 101 h 51"/>
                  <a:gd name="T4" fmla="*/ 73 w 46"/>
                  <a:gd name="T5" fmla="*/ 2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1">
                    <a:moveTo>
                      <a:pt x="22" y="0"/>
                    </a:moveTo>
                    <a:cubicBezTo>
                      <a:pt x="17" y="15"/>
                      <a:pt x="0" y="31"/>
                      <a:pt x="20" y="43"/>
                    </a:cubicBezTo>
                    <a:cubicBezTo>
                      <a:pt x="34" y="51"/>
                      <a:pt x="46" y="23"/>
                      <a:pt x="39" y="12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74" name="Freeform 2264">
                <a:extLst>
                  <a:ext uri="{FF2B5EF4-FFF2-40B4-BE49-F238E27FC236}">
                    <a16:creationId xmlns:a16="http://schemas.microsoft.com/office/drawing/2014/main" id="{E6DF5944-7B08-4FBC-929F-48674995C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705"/>
                <a:ext cx="79" cy="64"/>
              </a:xfrm>
              <a:custGeom>
                <a:avLst/>
                <a:gdLst>
                  <a:gd name="T0" fmla="*/ 0 w 63"/>
                  <a:gd name="T1" fmla="*/ 91 h 48"/>
                  <a:gd name="T2" fmla="*/ 104 w 63"/>
                  <a:gd name="T3" fmla="*/ 59 h 48"/>
                  <a:gd name="T4" fmla="*/ 112 w 63"/>
                  <a:gd name="T5" fmla="*/ 23 h 48"/>
                  <a:gd name="T6" fmla="*/ 10 w 63"/>
                  <a:gd name="T7" fmla="*/ 4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48">
                    <a:moveTo>
                      <a:pt x="0" y="38"/>
                    </a:moveTo>
                    <a:cubicBezTo>
                      <a:pt x="22" y="41"/>
                      <a:pt x="40" y="48"/>
                      <a:pt x="53" y="25"/>
                    </a:cubicBezTo>
                    <a:cubicBezTo>
                      <a:pt x="57" y="20"/>
                      <a:pt x="63" y="15"/>
                      <a:pt x="57" y="10"/>
                    </a:cubicBezTo>
                    <a:cubicBezTo>
                      <a:pt x="48" y="0"/>
                      <a:pt x="17" y="20"/>
                      <a:pt x="5" y="19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75" name="Freeform 2265">
                <a:extLst>
                  <a:ext uri="{FF2B5EF4-FFF2-40B4-BE49-F238E27FC236}">
                    <a16:creationId xmlns:a16="http://schemas.microsoft.com/office/drawing/2014/main" id="{60FDE7BF-6D75-4755-9B2D-5DE0E69C7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883"/>
                <a:ext cx="39" cy="64"/>
              </a:xfrm>
              <a:custGeom>
                <a:avLst/>
                <a:gdLst>
                  <a:gd name="T0" fmla="*/ 0 w 31"/>
                  <a:gd name="T1" fmla="*/ 91 h 48"/>
                  <a:gd name="T2" fmla="*/ 25 w 31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8">
                    <a:moveTo>
                      <a:pt x="0" y="38"/>
                    </a:moveTo>
                    <a:cubicBezTo>
                      <a:pt x="21" y="48"/>
                      <a:pt x="31" y="11"/>
                      <a:pt x="13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76" name="Freeform 2266">
                <a:extLst>
                  <a:ext uri="{FF2B5EF4-FFF2-40B4-BE49-F238E27FC236}">
                    <a16:creationId xmlns:a16="http://schemas.microsoft.com/office/drawing/2014/main" id="{B341BB10-23AC-45CC-8A11-F4994D67F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019"/>
                <a:ext cx="34" cy="65"/>
              </a:xfrm>
              <a:custGeom>
                <a:avLst/>
                <a:gdLst>
                  <a:gd name="T0" fmla="*/ 20 w 27"/>
                  <a:gd name="T1" fmla="*/ 0 h 49"/>
                  <a:gd name="T2" fmla="*/ 0 w 27"/>
                  <a:gd name="T3" fmla="*/ 11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9">
                    <a:moveTo>
                      <a:pt x="10" y="0"/>
                    </a:moveTo>
                    <a:cubicBezTo>
                      <a:pt x="20" y="18"/>
                      <a:pt x="27" y="47"/>
                      <a:pt x="0" y="49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77" name="Freeform 2267">
                <a:extLst>
                  <a:ext uri="{FF2B5EF4-FFF2-40B4-BE49-F238E27FC236}">
                    <a16:creationId xmlns:a16="http://schemas.microsoft.com/office/drawing/2014/main" id="{DF52F0F0-4F5F-40DC-B036-9A59EC3AA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872"/>
                <a:ext cx="36" cy="64"/>
              </a:xfrm>
              <a:custGeom>
                <a:avLst/>
                <a:gdLst>
                  <a:gd name="T0" fmla="*/ 0 w 29"/>
                  <a:gd name="T1" fmla="*/ 92 h 48"/>
                  <a:gd name="T2" fmla="*/ 21 w 29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8">
                    <a:moveTo>
                      <a:pt x="0" y="39"/>
                    </a:moveTo>
                    <a:cubicBezTo>
                      <a:pt x="25" y="48"/>
                      <a:pt x="29" y="4"/>
                      <a:pt x="11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78" name="Freeform 2268">
                <a:extLst>
                  <a:ext uri="{FF2B5EF4-FFF2-40B4-BE49-F238E27FC236}">
                    <a16:creationId xmlns:a16="http://schemas.microsoft.com/office/drawing/2014/main" id="{BD8D229C-5A04-4137-A973-69D028809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156"/>
                <a:ext cx="31" cy="57"/>
              </a:xfrm>
              <a:custGeom>
                <a:avLst/>
                <a:gdLst>
                  <a:gd name="T0" fmla="*/ 0 w 25"/>
                  <a:gd name="T1" fmla="*/ 91 h 43"/>
                  <a:gd name="T2" fmla="*/ 47 w 25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3">
                    <a:moveTo>
                      <a:pt x="0" y="39"/>
                    </a:moveTo>
                    <a:cubicBezTo>
                      <a:pt x="23" y="43"/>
                      <a:pt x="21" y="12"/>
                      <a:pt x="25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79" name="Freeform 2269">
                <a:extLst>
                  <a:ext uri="{FF2B5EF4-FFF2-40B4-BE49-F238E27FC236}">
                    <a16:creationId xmlns:a16="http://schemas.microsoft.com/office/drawing/2014/main" id="{614B9D29-9D4D-4B06-90D1-797AD7F09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607"/>
                <a:ext cx="21" cy="25"/>
              </a:xfrm>
              <a:custGeom>
                <a:avLst/>
                <a:gdLst>
                  <a:gd name="T0" fmla="*/ 0 w 17"/>
                  <a:gd name="T1" fmla="*/ 32 h 19"/>
                  <a:gd name="T2" fmla="*/ 32 w 17"/>
                  <a:gd name="T3" fmla="*/ 0 h 19"/>
                  <a:gd name="T4" fmla="*/ 1 w 17"/>
                  <a:gd name="T5" fmla="*/ 3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9">
                    <a:moveTo>
                      <a:pt x="0" y="14"/>
                    </a:moveTo>
                    <a:cubicBezTo>
                      <a:pt x="7" y="12"/>
                      <a:pt x="13" y="6"/>
                      <a:pt x="17" y="0"/>
                    </a:cubicBezTo>
                    <a:cubicBezTo>
                      <a:pt x="15" y="11"/>
                      <a:pt x="14" y="19"/>
                      <a:pt x="1" y="14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80" name="Freeform 2270">
                <a:extLst>
                  <a:ext uri="{FF2B5EF4-FFF2-40B4-BE49-F238E27FC236}">
                    <a16:creationId xmlns:a16="http://schemas.microsoft.com/office/drawing/2014/main" id="{8C23BB64-C1E3-44E0-9D84-3BA687B03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723"/>
                <a:ext cx="33" cy="36"/>
              </a:xfrm>
              <a:custGeom>
                <a:avLst/>
                <a:gdLst>
                  <a:gd name="T0" fmla="*/ 0 w 26"/>
                  <a:gd name="T1" fmla="*/ 57 h 27"/>
                  <a:gd name="T2" fmla="*/ 53 w 26"/>
                  <a:gd name="T3" fmla="*/ 31 h 27"/>
                  <a:gd name="T4" fmla="*/ 29 w 26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7">
                    <a:moveTo>
                      <a:pt x="0" y="24"/>
                    </a:moveTo>
                    <a:cubicBezTo>
                      <a:pt x="12" y="27"/>
                      <a:pt x="16" y="14"/>
                      <a:pt x="26" y="13"/>
                    </a:cubicBezTo>
                    <a:cubicBezTo>
                      <a:pt x="24" y="7"/>
                      <a:pt x="17" y="6"/>
                      <a:pt x="14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81" name="Freeform 2271">
                <a:extLst>
                  <a:ext uri="{FF2B5EF4-FFF2-40B4-BE49-F238E27FC236}">
                    <a16:creationId xmlns:a16="http://schemas.microsoft.com/office/drawing/2014/main" id="{D8A3E1CC-A7E0-40D2-827D-0E827B118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747"/>
                <a:ext cx="54" cy="41"/>
              </a:xfrm>
              <a:custGeom>
                <a:avLst/>
                <a:gdLst>
                  <a:gd name="T0" fmla="*/ 0 w 43"/>
                  <a:gd name="T1" fmla="*/ 38 h 31"/>
                  <a:gd name="T2" fmla="*/ 79 w 43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1">
                    <a:moveTo>
                      <a:pt x="0" y="17"/>
                    </a:moveTo>
                    <a:cubicBezTo>
                      <a:pt x="10" y="31"/>
                      <a:pt x="43" y="17"/>
                      <a:pt x="40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82" name="Freeform 2272">
                <a:extLst>
                  <a:ext uri="{FF2B5EF4-FFF2-40B4-BE49-F238E27FC236}">
                    <a16:creationId xmlns:a16="http://schemas.microsoft.com/office/drawing/2014/main" id="{0F933F6E-9A71-4472-B30F-44DE54159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588"/>
                <a:ext cx="56" cy="79"/>
              </a:xfrm>
              <a:custGeom>
                <a:avLst/>
                <a:gdLst>
                  <a:gd name="T0" fmla="*/ 87 w 45"/>
                  <a:gd name="T1" fmla="*/ 0 h 59"/>
                  <a:gd name="T2" fmla="*/ 57 w 45"/>
                  <a:gd name="T3" fmla="*/ 37 h 59"/>
                  <a:gd name="T4" fmla="*/ 50 w 45"/>
                  <a:gd name="T5" fmla="*/ 111 h 59"/>
                  <a:gd name="T6" fmla="*/ 40 w 45"/>
                  <a:gd name="T7" fmla="*/ 94 h 59"/>
                  <a:gd name="T8" fmla="*/ 0 w 45"/>
                  <a:gd name="T9" fmla="*/ 72 h 59"/>
                  <a:gd name="T10" fmla="*/ 42 w 45"/>
                  <a:gd name="T11" fmla="*/ 50 h 59"/>
                  <a:gd name="T12" fmla="*/ 72 w 45"/>
                  <a:gd name="T13" fmla="*/ 5 h 59"/>
                  <a:gd name="T14" fmla="*/ 87 w 45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9">
                    <a:moveTo>
                      <a:pt x="45" y="0"/>
                    </a:moveTo>
                    <a:cubicBezTo>
                      <a:pt x="37" y="3"/>
                      <a:pt x="32" y="8"/>
                      <a:pt x="30" y="16"/>
                    </a:cubicBezTo>
                    <a:cubicBezTo>
                      <a:pt x="27" y="26"/>
                      <a:pt x="30" y="37"/>
                      <a:pt x="26" y="46"/>
                    </a:cubicBezTo>
                    <a:cubicBezTo>
                      <a:pt x="21" y="59"/>
                      <a:pt x="22" y="43"/>
                      <a:pt x="21" y="39"/>
                    </a:cubicBezTo>
                    <a:cubicBezTo>
                      <a:pt x="19" y="32"/>
                      <a:pt x="7" y="31"/>
                      <a:pt x="0" y="30"/>
                    </a:cubicBezTo>
                    <a:cubicBezTo>
                      <a:pt x="9" y="24"/>
                      <a:pt x="16" y="31"/>
                      <a:pt x="22" y="21"/>
                    </a:cubicBezTo>
                    <a:cubicBezTo>
                      <a:pt x="26" y="14"/>
                      <a:pt x="29" y="4"/>
                      <a:pt x="38" y="2"/>
                    </a:cubicBezTo>
                    <a:cubicBezTo>
                      <a:pt x="42" y="1"/>
                      <a:pt x="43" y="1"/>
                      <a:pt x="45" y="0"/>
                    </a:cubicBezTo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83" name="Freeform 2273">
                <a:extLst>
                  <a:ext uri="{FF2B5EF4-FFF2-40B4-BE49-F238E27FC236}">
                    <a16:creationId xmlns:a16="http://schemas.microsoft.com/office/drawing/2014/main" id="{970FCAD5-C888-4AED-AF4A-78B5B11B5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932"/>
                <a:ext cx="27" cy="55"/>
              </a:xfrm>
              <a:custGeom>
                <a:avLst/>
                <a:gdLst>
                  <a:gd name="T0" fmla="*/ 13 w 21"/>
                  <a:gd name="T1" fmla="*/ 0 h 41"/>
                  <a:gd name="T2" fmla="*/ 45 w 21"/>
                  <a:gd name="T3" fmla="*/ 34 h 41"/>
                  <a:gd name="T4" fmla="*/ 0 w 21"/>
                  <a:gd name="T5" fmla="*/ 99 h 41"/>
                  <a:gd name="T6" fmla="*/ 13 w 21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1">
                    <a:moveTo>
                      <a:pt x="6" y="0"/>
                    </a:moveTo>
                    <a:cubicBezTo>
                      <a:pt x="11" y="5"/>
                      <a:pt x="18" y="8"/>
                      <a:pt x="21" y="14"/>
                    </a:cubicBezTo>
                    <a:cubicBezTo>
                      <a:pt x="9" y="17"/>
                      <a:pt x="2" y="29"/>
                      <a:pt x="0" y="41"/>
                    </a:cubicBezTo>
                    <a:cubicBezTo>
                      <a:pt x="0" y="30"/>
                      <a:pt x="8" y="13"/>
                      <a:pt x="6" y="0"/>
                    </a:cubicBezTo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84" name="Freeform 2274">
                <a:extLst>
                  <a:ext uri="{FF2B5EF4-FFF2-40B4-BE49-F238E27FC236}">
                    <a16:creationId xmlns:a16="http://schemas.microsoft.com/office/drawing/2014/main" id="{B3DE0AED-6FD4-4898-B341-63D7D46F8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943"/>
                <a:ext cx="8" cy="14"/>
              </a:xfrm>
              <a:custGeom>
                <a:avLst/>
                <a:gdLst>
                  <a:gd name="T0" fmla="*/ 5 w 6"/>
                  <a:gd name="T1" fmla="*/ 0 h 11"/>
                  <a:gd name="T2" fmla="*/ 0 w 6"/>
                  <a:gd name="T3" fmla="*/ 23 h 11"/>
                  <a:gd name="T4" fmla="*/ 15 w 6"/>
                  <a:gd name="T5" fmla="*/ 10 h 11"/>
                  <a:gd name="T6" fmla="*/ 9 w 6"/>
                  <a:gd name="T7" fmla="*/ 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2" y="4"/>
                      <a:pt x="1" y="7"/>
                      <a:pt x="0" y="11"/>
                    </a:cubicBezTo>
                    <a:cubicBezTo>
                      <a:pt x="1" y="9"/>
                      <a:pt x="3" y="5"/>
                      <a:pt x="6" y="5"/>
                    </a:cubicBezTo>
                    <a:cubicBezTo>
                      <a:pt x="6" y="4"/>
                      <a:pt x="4" y="4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85" name="Freeform 2275">
                <a:extLst>
                  <a:ext uri="{FF2B5EF4-FFF2-40B4-BE49-F238E27FC236}">
                    <a16:creationId xmlns:a16="http://schemas.microsoft.com/office/drawing/2014/main" id="{15E82B56-DC5E-490E-A2C4-97C72823E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624"/>
                <a:ext cx="9" cy="13"/>
              </a:xfrm>
              <a:custGeom>
                <a:avLst/>
                <a:gdLst>
                  <a:gd name="T0" fmla="*/ 0 w 7"/>
                  <a:gd name="T1" fmla="*/ 7 h 10"/>
                  <a:gd name="T2" fmla="*/ 15 w 7"/>
                  <a:gd name="T3" fmla="*/ 22 h 10"/>
                  <a:gd name="T4" fmla="*/ 13 w 7"/>
                  <a:gd name="T5" fmla="*/ 0 h 10"/>
                  <a:gd name="T6" fmla="*/ 13 w 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0" y="3"/>
                    </a:moveTo>
                    <a:cubicBezTo>
                      <a:pt x="4" y="2"/>
                      <a:pt x="5" y="8"/>
                      <a:pt x="7" y="10"/>
                    </a:cubicBezTo>
                    <a:cubicBezTo>
                      <a:pt x="5" y="7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86" name="Freeform 2276">
                <a:extLst>
                  <a:ext uri="{FF2B5EF4-FFF2-40B4-BE49-F238E27FC236}">
                    <a16:creationId xmlns:a16="http://schemas.microsoft.com/office/drawing/2014/main" id="{F27411FE-957C-4CC6-A098-24BD62346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3288"/>
                <a:ext cx="180" cy="384"/>
              </a:xfrm>
              <a:custGeom>
                <a:avLst/>
                <a:gdLst>
                  <a:gd name="T0" fmla="*/ 75 w 144"/>
                  <a:gd name="T1" fmla="*/ 268 h 288"/>
                  <a:gd name="T2" fmla="*/ 1 w 144"/>
                  <a:gd name="T3" fmla="*/ 0 h 288"/>
                  <a:gd name="T4" fmla="*/ 1 w 144"/>
                  <a:gd name="T5" fmla="*/ 0 h 288"/>
                  <a:gd name="T6" fmla="*/ 14 w 144"/>
                  <a:gd name="T7" fmla="*/ 187 h 288"/>
                  <a:gd name="T8" fmla="*/ 249 w 144"/>
                  <a:gd name="T9" fmla="*/ 517 h 288"/>
                  <a:gd name="T10" fmla="*/ 274 w 144"/>
                  <a:gd name="T11" fmla="*/ 683 h 288"/>
                  <a:gd name="T12" fmla="*/ 274 w 144"/>
                  <a:gd name="T13" fmla="*/ 681 h 288"/>
                  <a:gd name="T14" fmla="*/ 220 w 144"/>
                  <a:gd name="T15" fmla="*/ 415 h 288"/>
                  <a:gd name="T16" fmla="*/ 75 w 144"/>
                  <a:gd name="T17" fmla="*/ 268 h 2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288">
                    <a:moveTo>
                      <a:pt x="38" y="113"/>
                    </a:moveTo>
                    <a:cubicBezTo>
                      <a:pt x="9" y="86"/>
                      <a:pt x="0" y="19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0"/>
                      <a:pt x="2" y="57"/>
                      <a:pt x="7" y="79"/>
                    </a:cubicBezTo>
                    <a:cubicBezTo>
                      <a:pt x="22" y="146"/>
                      <a:pt x="110" y="158"/>
                      <a:pt x="127" y="218"/>
                    </a:cubicBezTo>
                    <a:cubicBezTo>
                      <a:pt x="133" y="241"/>
                      <a:pt x="138" y="265"/>
                      <a:pt x="140" y="288"/>
                    </a:cubicBezTo>
                    <a:cubicBezTo>
                      <a:pt x="140" y="288"/>
                      <a:pt x="140" y="287"/>
                      <a:pt x="140" y="287"/>
                    </a:cubicBezTo>
                    <a:cubicBezTo>
                      <a:pt x="144" y="250"/>
                      <a:pt x="129" y="193"/>
                      <a:pt x="113" y="175"/>
                    </a:cubicBezTo>
                    <a:cubicBezTo>
                      <a:pt x="98" y="157"/>
                      <a:pt x="67" y="140"/>
                      <a:pt x="38" y="113"/>
                    </a:cubicBezTo>
                    <a:close/>
                  </a:path>
                </a:pathLst>
              </a:custGeom>
              <a:solidFill>
                <a:srgbClr val="A56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87" name="Freeform 2277">
                <a:extLst>
                  <a:ext uri="{FF2B5EF4-FFF2-40B4-BE49-F238E27FC236}">
                    <a16:creationId xmlns:a16="http://schemas.microsoft.com/office/drawing/2014/main" id="{55A4535B-AAED-43DA-A81F-49C7A4A23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588"/>
                <a:ext cx="12" cy="41"/>
              </a:xfrm>
              <a:custGeom>
                <a:avLst/>
                <a:gdLst>
                  <a:gd name="T0" fmla="*/ 7 w 10"/>
                  <a:gd name="T1" fmla="*/ 7 h 31"/>
                  <a:gd name="T2" fmla="*/ 14 w 10"/>
                  <a:gd name="T3" fmla="*/ 71 h 31"/>
                  <a:gd name="T4" fmla="*/ 16 w 10"/>
                  <a:gd name="T5" fmla="*/ 26 h 31"/>
                  <a:gd name="T6" fmla="*/ 10 w 10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1">
                    <a:moveTo>
                      <a:pt x="4" y="3"/>
                    </a:moveTo>
                    <a:cubicBezTo>
                      <a:pt x="5" y="12"/>
                      <a:pt x="0" y="24"/>
                      <a:pt x="8" y="31"/>
                    </a:cubicBezTo>
                    <a:cubicBezTo>
                      <a:pt x="10" y="26"/>
                      <a:pt x="9" y="16"/>
                      <a:pt x="9" y="11"/>
                    </a:cubicBezTo>
                    <a:cubicBezTo>
                      <a:pt x="9" y="6"/>
                      <a:pt x="6" y="5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88" name="Freeform 2278">
                <a:extLst>
                  <a:ext uri="{FF2B5EF4-FFF2-40B4-BE49-F238E27FC236}">
                    <a16:creationId xmlns:a16="http://schemas.microsoft.com/office/drawing/2014/main" id="{E9350810-1EDE-4AF7-881B-14E36001C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860"/>
                <a:ext cx="17" cy="93"/>
              </a:xfrm>
              <a:custGeom>
                <a:avLst/>
                <a:gdLst>
                  <a:gd name="T0" fmla="*/ 6 w 14"/>
                  <a:gd name="T1" fmla="*/ 28 h 70"/>
                  <a:gd name="T2" fmla="*/ 0 w 14"/>
                  <a:gd name="T3" fmla="*/ 165 h 70"/>
                  <a:gd name="T4" fmla="*/ 16 w 14"/>
                  <a:gd name="T5" fmla="*/ 58 h 70"/>
                  <a:gd name="T6" fmla="*/ 18 w 14"/>
                  <a:gd name="T7" fmla="*/ 31 h 70"/>
                  <a:gd name="T8" fmla="*/ 25 w 14"/>
                  <a:gd name="T9" fmla="*/ 12 h 70"/>
                  <a:gd name="T10" fmla="*/ 9 w 14"/>
                  <a:gd name="T11" fmla="*/ 27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70">
                    <a:moveTo>
                      <a:pt x="3" y="12"/>
                    </a:moveTo>
                    <a:cubicBezTo>
                      <a:pt x="8" y="30"/>
                      <a:pt x="4" y="52"/>
                      <a:pt x="0" y="70"/>
                    </a:cubicBezTo>
                    <a:cubicBezTo>
                      <a:pt x="9" y="54"/>
                      <a:pt x="10" y="43"/>
                      <a:pt x="9" y="25"/>
                    </a:cubicBezTo>
                    <a:cubicBezTo>
                      <a:pt x="9" y="21"/>
                      <a:pt x="9" y="17"/>
                      <a:pt x="10" y="13"/>
                    </a:cubicBezTo>
                    <a:cubicBezTo>
                      <a:pt x="10" y="12"/>
                      <a:pt x="14" y="5"/>
                      <a:pt x="14" y="5"/>
                    </a:cubicBezTo>
                    <a:cubicBezTo>
                      <a:pt x="11" y="0"/>
                      <a:pt x="5" y="8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89" name="Freeform 2279">
                <a:extLst>
                  <a:ext uri="{FF2B5EF4-FFF2-40B4-BE49-F238E27FC236}">
                    <a16:creationId xmlns:a16="http://schemas.microsoft.com/office/drawing/2014/main" id="{FF3A8D70-7EAC-4470-8B41-4F04864B0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884"/>
                <a:ext cx="21" cy="65"/>
              </a:xfrm>
              <a:custGeom>
                <a:avLst/>
                <a:gdLst>
                  <a:gd name="T0" fmla="*/ 2 w 17"/>
                  <a:gd name="T1" fmla="*/ 114 h 49"/>
                  <a:gd name="T2" fmla="*/ 2 w 17"/>
                  <a:gd name="T3" fmla="*/ 37 h 49"/>
                  <a:gd name="T4" fmla="*/ 32 w 17"/>
                  <a:gd name="T5" fmla="*/ 48 h 49"/>
                  <a:gd name="T6" fmla="*/ 6 w 17"/>
                  <a:gd name="T7" fmla="*/ 81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9">
                    <a:moveTo>
                      <a:pt x="2" y="49"/>
                    </a:moveTo>
                    <a:cubicBezTo>
                      <a:pt x="1" y="38"/>
                      <a:pt x="0" y="26"/>
                      <a:pt x="2" y="16"/>
                    </a:cubicBezTo>
                    <a:cubicBezTo>
                      <a:pt x="6" y="0"/>
                      <a:pt x="13" y="12"/>
                      <a:pt x="17" y="20"/>
                    </a:cubicBezTo>
                    <a:cubicBezTo>
                      <a:pt x="9" y="6"/>
                      <a:pt x="4" y="33"/>
                      <a:pt x="3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90" name="Freeform 2280">
                <a:extLst>
                  <a:ext uri="{FF2B5EF4-FFF2-40B4-BE49-F238E27FC236}">
                    <a16:creationId xmlns:a16="http://schemas.microsoft.com/office/drawing/2014/main" id="{7B309A80-56A5-463B-BA1B-3F06931CB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3052"/>
                <a:ext cx="19" cy="64"/>
              </a:xfrm>
              <a:custGeom>
                <a:avLst/>
                <a:gdLst>
                  <a:gd name="T0" fmla="*/ 14 w 15"/>
                  <a:gd name="T1" fmla="*/ 9 h 48"/>
                  <a:gd name="T2" fmla="*/ 1 w 15"/>
                  <a:gd name="T3" fmla="*/ 64 h 48"/>
                  <a:gd name="T4" fmla="*/ 13 w 15"/>
                  <a:gd name="T5" fmla="*/ 84 h 48"/>
                  <a:gd name="T6" fmla="*/ 29 w 15"/>
                  <a:gd name="T7" fmla="*/ 113 h 48"/>
                  <a:gd name="T8" fmla="*/ 20 w 15"/>
                  <a:gd name="T9" fmla="*/ 21 h 48"/>
                  <a:gd name="T10" fmla="*/ 30 w 15"/>
                  <a:gd name="T11" fmla="*/ 9 h 48"/>
                  <a:gd name="T12" fmla="*/ 20 w 15"/>
                  <a:gd name="T13" fmla="*/ 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8">
                    <a:moveTo>
                      <a:pt x="7" y="4"/>
                    </a:moveTo>
                    <a:cubicBezTo>
                      <a:pt x="5" y="10"/>
                      <a:pt x="0" y="20"/>
                      <a:pt x="1" y="27"/>
                    </a:cubicBezTo>
                    <a:cubicBezTo>
                      <a:pt x="2" y="31"/>
                      <a:pt x="4" y="32"/>
                      <a:pt x="6" y="35"/>
                    </a:cubicBezTo>
                    <a:cubicBezTo>
                      <a:pt x="10" y="39"/>
                      <a:pt x="12" y="43"/>
                      <a:pt x="14" y="48"/>
                    </a:cubicBezTo>
                    <a:cubicBezTo>
                      <a:pt x="11" y="36"/>
                      <a:pt x="5" y="22"/>
                      <a:pt x="10" y="9"/>
                    </a:cubicBezTo>
                    <a:cubicBezTo>
                      <a:pt x="11" y="8"/>
                      <a:pt x="15" y="5"/>
                      <a:pt x="15" y="4"/>
                    </a:cubicBezTo>
                    <a:cubicBezTo>
                      <a:pt x="15" y="1"/>
                      <a:pt x="12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91" name="Freeform 2281">
                <a:extLst>
                  <a:ext uri="{FF2B5EF4-FFF2-40B4-BE49-F238E27FC236}">
                    <a16:creationId xmlns:a16="http://schemas.microsoft.com/office/drawing/2014/main" id="{91C737A2-3B58-48F8-8886-9A3509FFF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3055"/>
                <a:ext cx="22" cy="50"/>
              </a:xfrm>
              <a:custGeom>
                <a:avLst/>
                <a:gdLst>
                  <a:gd name="T0" fmla="*/ 18 w 18"/>
                  <a:gd name="T1" fmla="*/ 7 h 38"/>
                  <a:gd name="T2" fmla="*/ 9 w 18"/>
                  <a:gd name="T3" fmla="*/ 87 h 38"/>
                  <a:gd name="T4" fmla="*/ 32 w 18"/>
                  <a:gd name="T5" fmla="*/ 16 h 38"/>
                  <a:gd name="T6" fmla="*/ 29 w 18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8">
                    <a:moveTo>
                      <a:pt x="10" y="3"/>
                    </a:moveTo>
                    <a:cubicBezTo>
                      <a:pt x="0" y="12"/>
                      <a:pt x="3" y="27"/>
                      <a:pt x="5" y="38"/>
                    </a:cubicBezTo>
                    <a:cubicBezTo>
                      <a:pt x="6" y="33"/>
                      <a:pt x="6" y="1"/>
                      <a:pt x="17" y="7"/>
                    </a:cubicBezTo>
                    <a:cubicBezTo>
                      <a:pt x="18" y="5"/>
                      <a:pt x="17" y="2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92" name="Freeform 2282">
                <a:extLst>
                  <a:ext uri="{FF2B5EF4-FFF2-40B4-BE49-F238E27FC236}">
                    <a16:creationId xmlns:a16="http://schemas.microsoft.com/office/drawing/2014/main" id="{1A73CCAE-5E10-4A46-A018-EE7EE3E6C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3319"/>
                <a:ext cx="28" cy="74"/>
              </a:xfrm>
              <a:custGeom>
                <a:avLst/>
                <a:gdLst>
                  <a:gd name="T0" fmla="*/ 15 w 23"/>
                  <a:gd name="T1" fmla="*/ 1 h 56"/>
                  <a:gd name="T2" fmla="*/ 1 w 23"/>
                  <a:gd name="T3" fmla="*/ 78 h 56"/>
                  <a:gd name="T4" fmla="*/ 2 w 23"/>
                  <a:gd name="T5" fmla="*/ 130 h 56"/>
                  <a:gd name="T6" fmla="*/ 27 w 23"/>
                  <a:gd name="T7" fmla="*/ 37 h 56"/>
                  <a:gd name="T8" fmla="*/ 40 w 23"/>
                  <a:gd name="T9" fmla="*/ 28 h 56"/>
                  <a:gd name="T10" fmla="*/ 22 w 23"/>
                  <a:gd name="T11" fmla="*/ 0 h 56"/>
                  <a:gd name="T12" fmla="*/ 22 w 23"/>
                  <a:gd name="T13" fmla="*/ 1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56">
                    <a:moveTo>
                      <a:pt x="8" y="1"/>
                    </a:moveTo>
                    <a:cubicBezTo>
                      <a:pt x="7" y="12"/>
                      <a:pt x="3" y="23"/>
                      <a:pt x="1" y="34"/>
                    </a:cubicBezTo>
                    <a:cubicBezTo>
                      <a:pt x="0" y="42"/>
                      <a:pt x="2" y="48"/>
                      <a:pt x="2" y="56"/>
                    </a:cubicBezTo>
                    <a:cubicBezTo>
                      <a:pt x="2" y="45"/>
                      <a:pt x="7" y="24"/>
                      <a:pt x="15" y="16"/>
                    </a:cubicBezTo>
                    <a:cubicBezTo>
                      <a:pt x="16" y="15"/>
                      <a:pt x="21" y="14"/>
                      <a:pt x="22" y="12"/>
                    </a:cubicBezTo>
                    <a:cubicBezTo>
                      <a:pt x="23" y="9"/>
                      <a:pt x="15" y="2"/>
                      <a:pt x="12" y="0"/>
                    </a:cubicBezTo>
                    <a:cubicBezTo>
                      <a:pt x="12" y="0"/>
                      <a:pt x="12" y="0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93" name="Freeform 2283">
                <a:extLst>
                  <a:ext uri="{FF2B5EF4-FFF2-40B4-BE49-F238E27FC236}">
                    <a16:creationId xmlns:a16="http://schemas.microsoft.com/office/drawing/2014/main" id="{79ABAC05-305C-4F9C-8440-7AE82FEB9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299"/>
                <a:ext cx="18" cy="44"/>
              </a:xfrm>
              <a:custGeom>
                <a:avLst/>
                <a:gdLst>
                  <a:gd name="T0" fmla="*/ 0 w 14"/>
                  <a:gd name="T1" fmla="*/ 20 h 33"/>
                  <a:gd name="T2" fmla="*/ 30 w 14"/>
                  <a:gd name="T3" fmla="*/ 79 h 33"/>
                  <a:gd name="T4" fmla="*/ 22 w 14"/>
                  <a:gd name="T5" fmla="*/ 63 h 33"/>
                  <a:gd name="T6" fmla="*/ 17 w 14"/>
                  <a:gd name="T7" fmla="*/ 41 h 33"/>
                  <a:gd name="T8" fmla="*/ 22 w 14"/>
                  <a:gd name="T9" fmla="*/ 20 h 33"/>
                  <a:gd name="T10" fmla="*/ 6 w 14"/>
                  <a:gd name="T11" fmla="*/ 1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3">
                    <a:moveTo>
                      <a:pt x="0" y="8"/>
                    </a:moveTo>
                    <a:cubicBezTo>
                      <a:pt x="4" y="17"/>
                      <a:pt x="9" y="25"/>
                      <a:pt x="14" y="33"/>
                    </a:cubicBezTo>
                    <a:cubicBezTo>
                      <a:pt x="12" y="31"/>
                      <a:pt x="11" y="29"/>
                      <a:pt x="10" y="26"/>
                    </a:cubicBezTo>
                    <a:cubicBezTo>
                      <a:pt x="9" y="23"/>
                      <a:pt x="8" y="20"/>
                      <a:pt x="8" y="17"/>
                    </a:cubicBezTo>
                    <a:cubicBezTo>
                      <a:pt x="8" y="15"/>
                      <a:pt x="10" y="10"/>
                      <a:pt x="10" y="8"/>
                    </a:cubicBezTo>
                    <a:cubicBezTo>
                      <a:pt x="9" y="2"/>
                      <a:pt x="0" y="0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94" name="Freeform 2284">
                <a:extLst>
                  <a:ext uri="{FF2B5EF4-FFF2-40B4-BE49-F238E27FC236}">
                    <a16:creationId xmlns:a16="http://schemas.microsoft.com/office/drawing/2014/main" id="{BE141D35-D40B-4E52-94C5-2F1FF4E30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284"/>
                <a:ext cx="15" cy="29"/>
              </a:xfrm>
              <a:custGeom>
                <a:avLst/>
                <a:gdLst>
                  <a:gd name="T0" fmla="*/ 6 w 12"/>
                  <a:gd name="T1" fmla="*/ 1 h 22"/>
                  <a:gd name="T2" fmla="*/ 24 w 12"/>
                  <a:gd name="T3" fmla="*/ 50 h 22"/>
                  <a:gd name="T4" fmla="*/ 20 w 1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3" y="1"/>
                    </a:moveTo>
                    <a:cubicBezTo>
                      <a:pt x="0" y="8"/>
                      <a:pt x="3" y="22"/>
                      <a:pt x="12" y="22"/>
                    </a:cubicBezTo>
                    <a:cubicBezTo>
                      <a:pt x="11" y="15"/>
                      <a:pt x="6" y="8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95" name="Freeform 2285">
                <a:extLst>
                  <a:ext uri="{FF2B5EF4-FFF2-40B4-BE49-F238E27FC236}">
                    <a16:creationId xmlns:a16="http://schemas.microsoft.com/office/drawing/2014/main" id="{6883891A-A80B-4C9C-A6E1-3C74BBA1E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237"/>
                <a:ext cx="26" cy="56"/>
              </a:xfrm>
              <a:custGeom>
                <a:avLst/>
                <a:gdLst>
                  <a:gd name="T0" fmla="*/ 24 w 21"/>
                  <a:gd name="T1" fmla="*/ 0 h 42"/>
                  <a:gd name="T2" fmla="*/ 11 w 21"/>
                  <a:gd name="T3" fmla="*/ 49 h 42"/>
                  <a:gd name="T4" fmla="*/ 1 w 21"/>
                  <a:gd name="T5" fmla="*/ 85 h 42"/>
                  <a:gd name="T6" fmla="*/ 21 w 21"/>
                  <a:gd name="T7" fmla="*/ 65 h 42"/>
                  <a:gd name="T8" fmla="*/ 40 w 21"/>
                  <a:gd name="T9" fmla="*/ 57 h 42"/>
                  <a:gd name="T10" fmla="*/ 32 w 21"/>
                  <a:gd name="T11" fmla="*/ 2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2">
                    <a:moveTo>
                      <a:pt x="12" y="0"/>
                    </a:moveTo>
                    <a:cubicBezTo>
                      <a:pt x="12" y="8"/>
                      <a:pt x="9" y="14"/>
                      <a:pt x="6" y="21"/>
                    </a:cubicBezTo>
                    <a:cubicBezTo>
                      <a:pt x="5" y="23"/>
                      <a:pt x="0" y="33"/>
                      <a:pt x="1" y="36"/>
                    </a:cubicBezTo>
                    <a:cubicBezTo>
                      <a:pt x="5" y="42"/>
                      <a:pt x="10" y="30"/>
                      <a:pt x="11" y="28"/>
                    </a:cubicBezTo>
                    <a:cubicBezTo>
                      <a:pt x="14" y="24"/>
                      <a:pt x="15" y="22"/>
                      <a:pt x="21" y="24"/>
                    </a:cubicBezTo>
                    <a:cubicBezTo>
                      <a:pt x="21" y="19"/>
                      <a:pt x="17" y="14"/>
                      <a:pt x="17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96" name="Freeform 2286">
                <a:extLst>
                  <a:ext uri="{FF2B5EF4-FFF2-40B4-BE49-F238E27FC236}">
                    <a16:creationId xmlns:a16="http://schemas.microsoft.com/office/drawing/2014/main" id="{13A97F27-FC49-4F18-A64F-B578D242C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3553"/>
                <a:ext cx="14" cy="39"/>
              </a:xfrm>
              <a:custGeom>
                <a:avLst/>
                <a:gdLst>
                  <a:gd name="T0" fmla="*/ 6 w 11"/>
                  <a:gd name="T1" fmla="*/ 0 h 29"/>
                  <a:gd name="T2" fmla="*/ 1 w 11"/>
                  <a:gd name="T3" fmla="*/ 47 h 29"/>
                  <a:gd name="T4" fmla="*/ 18 w 11"/>
                  <a:gd name="T5" fmla="*/ 70 h 29"/>
                  <a:gd name="T6" fmla="*/ 17 w 11"/>
                  <a:gd name="T7" fmla="*/ 22 h 29"/>
                  <a:gd name="T8" fmla="*/ 17 w 1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9">
                    <a:moveTo>
                      <a:pt x="3" y="0"/>
                    </a:moveTo>
                    <a:cubicBezTo>
                      <a:pt x="1" y="5"/>
                      <a:pt x="0" y="14"/>
                      <a:pt x="1" y="19"/>
                    </a:cubicBezTo>
                    <a:cubicBezTo>
                      <a:pt x="3" y="23"/>
                      <a:pt x="6" y="25"/>
                      <a:pt x="9" y="29"/>
                    </a:cubicBezTo>
                    <a:cubicBezTo>
                      <a:pt x="8" y="22"/>
                      <a:pt x="7" y="16"/>
                      <a:pt x="8" y="9"/>
                    </a:cubicBezTo>
                    <a:cubicBezTo>
                      <a:pt x="8" y="5"/>
                      <a:pt x="11" y="5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97" name="Freeform 2287">
                <a:extLst>
                  <a:ext uri="{FF2B5EF4-FFF2-40B4-BE49-F238E27FC236}">
                    <a16:creationId xmlns:a16="http://schemas.microsoft.com/office/drawing/2014/main" id="{9D2299CF-E629-4A00-B629-9A7954AD9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3404"/>
                <a:ext cx="21" cy="57"/>
              </a:xfrm>
              <a:custGeom>
                <a:avLst/>
                <a:gdLst>
                  <a:gd name="T0" fmla="*/ 0 w 17"/>
                  <a:gd name="T1" fmla="*/ 9 h 43"/>
                  <a:gd name="T2" fmla="*/ 11 w 17"/>
                  <a:gd name="T3" fmla="*/ 53 h 43"/>
                  <a:gd name="T4" fmla="*/ 31 w 17"/>
                  <a:gd name="T5" fmla="*/ 101 h 43"/>
                  <a:gd name="T6" fmla="*/ 17 w 17"/>
                  <a:gd name="T7" fmla="*/ 36 h 43"/>
                  <a:gd name="T8" fmla="*/ 19 w 17"/>
                  <a:gd name="T9" fmla="*/ 20 h 43"/>
                  <a:gd name="T10" fmla="*/ 2 w 17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3">
                    <a:moveTo>
                      <a:pt x="0" y="4"/>
                    </a:moveTo>
                    <a:cubicBezTo>
                      <a:pt x="0" y="11"/>
                      <a:pt x="3" y="17"/>
                      <a:pt x="6" y="23"/>
                    </a:cubicBezTo>
                    <a:cubicBezTo>
                      <a:pt x="9" y="29"/>
                      <a:pt x="17" y="35"/>
                      <a:pt x="16" y="43"/>
                    </a:cubicBezTo>
                    <a:cubicBezTo>
                      <a:pt x="12" y="35"/>
                      <a:pt x="9" y="24"/>
                      <a:pt x="9" y="15"/>
                    </a:cubicBezTo>
                    <a:cubicBezTo>
                      <a:pt x="9" y="12"/>
                      <a:pt x="11" y="13"/>
                      <a:pt x="10" y="8"/>
                    </a:cubicBezTo>
                    <a:cubicBezTo>
                      <a:pt x="9" y="6"/>
                      <a:pt x="5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98" name="Freeform 2288">
                <a:extLst>
                  <a:ext uri="{FF2B5EF4-FFF2-40B4-BE49-F238E27FC236}">
                    <a16:creationId xmlns:a16="http://schemas.microsoft.com/office/drawing/2014/main" id="{D2952C97-3931-422D-B188-437C54712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444"/>
                <a:ext cx="20" cy="35"/>
              </a:xfrm>
              <a:custGeom>
                <a:avLst/>
                <a:gdLst>
                  <a:gd name="T0" fmla="*/ 24 w 16"/>
                  <a:gd name="T1" fmla="*/ 0 h 26"/>
                  <a:gd name="T2" fmla="*/ 18 w 16"/>
                  <a:gd name="T3" fmla="*/ 63 h 26"/>
                  <a:gd name="T4" fmla="*/ 23 w 16"/>
                  <a:gd name="T5" fmla="*/ 22 h 26"/>
                  <a:gd name="T6" fmla="*/ 30 w 16"/>
                  <a:gd name="T7" fmla="*/ 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6">
                    <a:moveTo>
                      <a:pt x="12" y="0"/>
                    </a:moveTo>
                    <a:cubicBezTo>
                      <a:pt x="0" y="3"/>
                      <a:pt x="6" y="19"/>
                      <a:pt x="9" y="26"/>
                    </a:cubicBezTo>
                    <a:cubicBezTo>
                      <a:pt x="10" y="20"/>
                      <a:pt x="7" y="15"/>
                      <a:pt x="11" y="9"/>
                    </a:cubicBezTo>
                    <a:cubicBezTo>
                      <a:pt x="13" y="6"/>
                      <a:pt x="16" y="5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99" name="Freeform 2289">
                <a:extLst>
                  <a:ext uri="{FF2B5EF4-FFF2-40B4-BE49-F238E27FC236}">
                    <a16:creationId xmlns:a16="http://schemas.microsoft.com/office/drawing/2014/main" id="{1F87DBE6-4E2A-40C8-8511-2D9A175AC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3629"/>
                <a:ext cx="20" cy="44"/>
              </a:xfrm>
              <a:custGeom>
                <a:avLst/>
                <a:gdLst>
                  <a:gd name="T0" fmla="*/ 10 w 16"/>
                  <a:gd name="T1" fmla="*/ 1 h 33"/>
                  <a:gd name="T2" fmla="*/ 13 w 16"/>
                  <a:gd name="T3" fmla="*/ 79 h 33"/>
                  <a:gd name="T4" fmla="*/ 31 w 16"/>
                  <a:gd name="T5" fmla="*/ 12 h 33"/>
                  <a:gd name="T6" fmla="*/ 20 w 16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3">
                    <a:moveTo>
                      <a:pt x="5" y="1"/>
                    </a:moveTo>
                    <a:cubicBezTo>
                      <a:pt x="4" y="11"/>
                      <a:pt x="1" y="24"/>
                      <a:pt x="6" y="33"/>
                    </a:cubicBezTo>
                    <a:cubicBezTo>
                      <a:pt x="10" y="25"/>
                      <a:pt x="0" y="4"/>
                      <a:pt x="16" y="5"/>
                    </a:cubicBezTo>
                    <a:cubicBezTo>
                      <a:pt x="15" y="2"/>
                      <a:pt x="13" y="1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00" name="Freeform 2290">
                <a:extLst>
                  <a:ext uri="{FF2B5EF4-FFF2-40B4-BE49-F238E27FC236}">
                    <a16:creationId xmlns:a16="http://schemas.microsoft.com/office/drawing/2014/main" id="{9EC82717-3D12-4C50-BEA9-96E69C8F9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588"/>
                <a:ext cx="14" cy="43"/>
              </a:xfrm>
              <a:custGeom>
                <a:avLst/>
                <a:gdLst>
                  <a:gd name="T0" fmla="*/ 8 w 11"/>
                  <a:gd name="T1" fmla="*/ 7 h 32"/>
                  <a:gd name="T2" fmla="*/ 22 w 11"/>
                  <a:gd name="T3" fmla="*/ 78 h 32"/>
                  <a:gd name="T4" fmla="*/ 17 w 11"/>
                  <a:gd name="T5" fmla="*/ 30 h 32"/>
                  <a:gd name="T6" fmla="*/ 13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4" y="3"/>
                    </a:moveTo>
                    <a:cubicBezTo>
                      <a:pt x="0" y="11"/>
                      <a:pt x="3" y="27"/>
                      <a:pt x="10" y="32"/>
                    </a:cubicBezTo>
                    <a:cubicBezTo>
                      <a:pt x="10" y="25"/>
                      <a:pt x="7" y="19"/>
                      <a:pt x="8" y="12"/>
                    </a:cubicBezTo>
                    <a:cubicBezTo>
                      <a:pt x="9" y="8"/>
                      <a:pt x="11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01" name="Freeform 2291">
                <a:extLst>
                  <a:ext uri="{FF2B5EF4-FFF2-40B4-BE49-F238E27FC236}">
                    <a16:creationId xmlns:a16="http://schemas.microsoft.com/office/drawing/2014/main" id="{001E3948-1789-46F0-A857-C98A4B9E7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3513"/>
                <a:ext cx="17" cy="48"/>
              </a:xfrm>
              <a:custGeom>
                <a:avLst/>
                <a:gdLst>
                  <a:gd name="T0" fmla="*/ 1 w 13"/>
                  <a:gd name="T1" fmla="*/ 0 h 36"/>
                  <a:gd name="T2" fmla="*/ 1 w 13"/>
                  <a:gd name="T3" fmla="*/ 37 h 36"/>
                  <a:gd name="T4" fmla="*/ 16 w 13"/>
                  <a:gd name="T5" fmla="*/ 85 h 36"/>
                  <a:gd name="T6" fmla="*/ 29 w 13"/>
                  <a:gd name="T7" fmla="*/ 41 h 36"/>
                  <a:gd name="T8" fmla="*/ 13 w 13"/>
                  <a:gd name="T9" fmla="*/ 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6">
                    <a:moveTo>
                      <a:pt x="1" y="0"/>
                    </a:moveTo>
                    <a:cubicBezTo>
                      <a:pt x="2" y="6"/>
                      <a:pt x="0" y="11"/>
                      <a:pt x="1" y="16"/>
                    </a:cubicBezTo>
                    <a:cubicBezTo>
                      <a:pt x="1" y="23"/>
                      <a:pt x="5" y="29"/>
                      <a:pt x="7" y="36"/>
                    </a:cubicBezTo>
                    <a:cubicBezTo>
                      <a:pt x="5" y="30"/>
                      <a:pt x="4" y="15"/>
                      <a:pt x="13" y="17"/>
                    </a:cubicBezTo>
                    <a:cubicBezTo>
                      <a:pt x="13" y="12"/>
                      <a:pt x="7" y="2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02" name="Freeform 2292">
                <a:extLst>
                  <a:ext uri="{FF2B5EF4-FFF2-40B4-BE49-F238E27FC236}">
                    <a16:creationId xmlns:a16="http://schemas.microsoft.com/office/drawing/2014/main" id="{5EC373FF-D70E-45CE-9C66-9B09C5C01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324"/>
                <a:ext cx="12" cy="23"/>
              </a:xfrm>
              <a:custGeom>
                <a:avLst/>
                <a:gdLst>
                  <a:gd name="T0" fmla="*/ 1 w 10"/>
                  <a:gd name="T1" fmla="*/ 1 h 17"/>
                  <a:gd name="T2" fmla="*/ 6 w 10"/>
                  <a:gd name="T3" fmla="*/ 42 h 17"/>
                  <a:gd name="T4" fmla="*/ 1 w 10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7">
                    <a:moveTo>
                      <a:pt x="1" y="1"/>
                    </a:moveTo>
                    <a:cubicBezTo>
                      <a:pt x="1" y="7"/>
                      <a:pt x="0" y="13"/>
                      <a:pt x="3" y="17"/>
                    </a:cubicBezTo>
                    <a:cubicBezTo>
                      <a:pt x="5" y="9"/>
                      <a:pt x="10" y="5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03" name="Freeform 2293">
                <a:extLst>
                  <a:ext uri="{FF2B5EF4-FFF2-40B4-BE49-F238E27FC236}">
                    <a16:creationId xmlns:a16="http://schemas.microsoft.com/office/drawing/2014/main" id="{B645DB6D-4680-4E51-93D7-C3BD1ADED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3009"/>
                <a:ext cx="30" cy="51"/>
              </a:xfrm>
              <a:custGeom>
                <a:avLst/>
                <a:gdLst>
                  <a:gd name="T0" fmla="*/ 23 w 24"/>
                  <a:gd name="T1" fmla="*/ 0 h 38"/>
                  <a:gd name="T2" fmla="*/ 10 w 24"/>
                  <a:gd name="T3" fmla="*/ 43 h 38"/>
                  <a:gd name="T4" fmla="*/ 5 w 24"/>
                  <a:gd name="T5" fmla="*/ 91 h 38"/>
                  <a:gd name="T6" fmla="*/ 18 w 24"/>
                  <a:gd name="T7" fmla="*/ 47 h 38"/>
                  <a:gd name="T8" fmla="*/ 25 w 24"/>
                  <a:gd name="T9" fmla="*/ 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8">
                    <a:moveTo>
                      <a:pt x="11" y="0"/>
                    </a:moveTo>
                    <a:cubicBezTo>
                      <a:pt x="4" y="4"/>
                      <a:pt x="7" y="12"/>
                      <a:pt x="5" y="18"/>
                    </a:cubicBezTo>
                    <a:cubicBezTo>
                      <a:pt x="4" y="24"/>
                      <a:pt x="0" y="32"/>
                      <a:pt x="2" y="38"/>
                    </a:cubicBezTo>
                    <a:cubicBezTo>
                      <a:pt x="16" y="38"/>
                      <a:pt x="6" y="26"/>
                      <a:pt x="9" y="19"/>
                    </a:cubicBezTo>
                    <a:cubicBezTo>
                      <a:pt x="11" y="13"/>
                      <a:pt x="24" y="8"/>
                      <a:pt x="1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04" name="Freeform 2294">
                <a:extLst>
                  <a:ext uri="{FF2B5EF4-FFF2-40B4-BE49-F238E27FC236}">
                    <a16:creationId xmlns:a16="http://schemas.microsoft.com/office/drawing/2014/main" id="{5A33834E-8CE7-4E32-900D-1D4062EDB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125"/>
                <a:ext cx="19" cy="43"/>
              </a:xfrm>
              <a:custGeom>
                <a:avLst/>
                <a:gdLst>
                  <a:gd name="T0" fmla="*/ 10 w 15"/>
                  <a:gd name="T1" fmla="*/ 0 h 32"/>
                  <a:gd name="T2" fmla="*/ 18 w 15"/>
                  <a:gd name="T3" fmla="*/ 78 h 32"/>
                  <a:gd name="T4" fmla="*/ 16 w 15"/>
                  <a:gd name="T5" fmla="*/ 54 h 32"/>
                  <a:gd name="T6" fmla="*/ 29 w 15"/>
                  <a:gd name="T7" fmla="*/ 27 h 32"/>
                  <a:gd name="T8" fmla="*/ 16 w 15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2">
                    <a:moveTo>
                      <a:pt x="5" y="0"/>
                    </a:moveTo>
                    <a:cubicBezTo>
                      <a:pt x="0" y="7"/>
                      <a:pt x="4" y="26"/>
                      <a:pt x="9" y="32"/>
                    </a:cubicBezTo>
                    <a:cubicBezTo>
                      <a:pt x="8" y="29"/>
                      <a:pt x="8" y="25"/>
                      <a:pt x="8" y="22"/>
                    </a:cubicBezTo>
                    <a:cubicBezTo>
                      <a:pt x="8" y="16"/>
                      <a:pt x="14" y="15"/>
                      <a:pt x="14" y="11"/>
                    </a:cubicBezTo>
                    <a:cubicBezTo>
                      <a:pt x="15" y="7"/>
                      <a:pt x="11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05" name="Freeform 2295">
                <a:extLst>
                  <a:ext uri="{FF2B5EF4-FFF2-40B4-BE49-F238E27FC236}">
                    <a16:creationId xmlns:a16="http://schemas.microsoft.com/office/drawing/2014/main" id="{C1A44553-4EC8-4DAB-9483-9199A83EB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764"/>
                <a:ext cx="15" cy="21"/>
              </a:xfrm>
              <a:custGeom>
                <a:avLst/>
                <a:gdLst>
                  <a:gd name="T0" fmla="*/ 10 w 12"/>
                  <a:gd name="T1" fmla="*/ 0 h 16"/>
                  <a:gd name="T2" fmla="*/ 0 w 12"/>
                  <a:gd name="T3" fmla="*/ 37 h 16"/>
                  <a:gd name="T4" fmla="*/ 24 w 12"/>
                  <a:gd name="T5" fmla="*/ 16 h 16"/>
                  <a:gd name="T6" fmla="*/ 18 w 12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5" y="0"/>
                    </a:moveTo>
                    <a:cubicBezTo>
                      <a:pt x="1" y="4"/>
                      <a:pt x="0" y="11"/>
                      <a:pt x="0" y="16"/>
                    </a:cubicBezTo>
                    <a:cubicBezTo>
                      <a:pt x="5" y="14"/>
                      <a:pt x="5" y="6"/>
                      <a:pt x="12" y="7"/>
                    </a:cubicBezTo>
                    <a:cubicBezTo>
                      <a:pt x="12" y="5"/>
                      <a:pt x="11" y="3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06" name="Freeform 2296">
                <a:extLst>
                  <a:ext uri="{FF2B5EF4-FFF2-40B4-BE49-F238E27FC236}">
                    <a16:creationId xmlns:a16="http://schemas.microsoft.com/office/drawing/2014/main" id="{BE6925E0-13DE-43C2-9307-613680870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687"/>
                <a:ext cx="22" cy="49"/>
              </a:xfrm>
              <a:custGeom>
                <a:avLst/>
                <a:gdLst>
                  <a:gd name="T0" fmla="*/ 32 w 18"/>
                  <a:gd name="T1" fmla="*/ 0 h 37"/>
                  <a:gd name="T2" fmla="*/ 15 w 18"/>
                  <a:gd name="T3" fmla="*/ 42 h 37"/>
                  <a:gd name="T4" fmla="*/ 22 w 18"/>
                  <a:gd name="T5" fmla="*/ 86 h 37"/>
                  <a:gd name="T6" fmla="*/ 33 w 18"/>
                  <a:gd name="T7" fmla="*/ 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7">
                    <a:moveTo>
                      <a:pt x="17" y="0"/>
                    </a:moveTo>
                    <a:cubicBezTo>
                      <a:pt x="6" y="0"/>
                      <a:pt x="11" y="10"/>
                      <a:pt x="8" y="18"/>
                    </a:cubicBezTo>
                    <a:cubicBezTo>
                      <a:pt x="6" y="24"/>
                      <a:pt x="0" y="36"/>
                      <a:pt x="12" y="37"/>
                    </a:cubicBezTo>
                    <a:cubicBezTo>
                      <a:pt x="9" y="30"/>
                      <a:pt x="10" y="7"/>
                      <a:pt x="1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07" name="Freeform 2297">
                <a:extLst>
                  <a:ext uri="{FF2B5EF4-FFF2-40B4-BE49-F238E27FC236}">
                    <a16:creationId xmlns:a16="http://schemas.microsoft.com/office/drawing/2014/main" id="{080D4915-26F8-4087-B13D-4CA056D5D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643"/>
                <a:ext cx="14" cy="37"/>
              </a:xfrm>
              <a:custGeom>
                <a:avLst/>
                <a:gdLst>
                  <a:gd name="T0" fmla="*/ 13 w 11"/>
                  <a:gd name="T1" fmla="*/ 1 h 28"/>
                  <a:gd name="T2" fmla="*/ 1 w 11"/>
                  <a:gd name="T3" fmla="*/ 16 h 28"/>
                  <a:gd name="T4" fmla="*/ 8 w 11"/>
                  <a:gd name="T5" fmla="*/ 34 h 28"/>
                  <a:gd name="T6" fmla="*/ 13 w 11"/>
                  <a:gd name="T7" fmla="*/ 65 h 28"/>
                  <a:gd name="T8" fmla="*/ 14 w 11"/>
                  <a:gd name="T9" fmla="*/ 26 h 28"/>
                  <a:gd name="T10" fmla="*/ 17 w 11"/>
                  <a:gd name="T11" fmla="*/ 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8">
                    <a:moveTo>
                      <a:pt x="6" y="1"/>
                    </a:moveTo>
                    <a:cubicBezTo>
                      <a:pt x="0" y="0"/>
                      <a:pt x="1" y="4"/>
                      <a:pt x="1" y="7"/>
                    </a:cubicBezTo>
                    <a:cubicBezTo>
                      <a:pt x="1" y="8"/>
                      <a:pt x="4" y="13"/>
                      <a:pt x="4" y="15"/>
                    </a:cubicBezTo>
                    <a:cubicBezTo>
                      <a:pt x="5" y="19"/>
                      <a:pt x="5" y="23"/>
                      <a:pt x="6" y="28"/>
                    </a:cubicBezTo>
                    <a:cubicBezTo>
                      <a:pt x="7" y="23"/>
                      <a:pt x="6" y="17"/>
                      <a:pt x="7" y="11"/>
                    </a:cubicBezTo>
                    <a:cubicBezTo>
                      <a:pt x="8" y="8"/>
                      <a:pt x="11" y="8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08" name="Freeform 2298">
                <a:extLst>
                  <a:ext uri="{FF2B5EF4-FFF2-40B4-BE49-F238E27FC236}">
                    <a16:creationId xmlns:a16="http://schemas.microsoft.com/office/drawing/2014/main" id="{C6D6260C-1A9B-4316-9325-B2C532FD6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559"/>
                <a:ext cx="15" cy="24"/>
              </a:xfrm>
              <a:custGeom>
                <a:avLst/>
                <a:gdLst>
                  <a:gd name="T0" fmla="*/ 6 w 12"/>
                  <a:gd name="T1" fmla="*/ 0 h 18"/>
                  <a:gd name="T2" fmla="*/ 1 w 12"/>
                  <a:gd name="T3" fmla="*/ 43 h 18"/>
                  <a:gd name="T4" fmla="*/ 24 w 12"/>
                  <a:gd name="T5" fmla="*/ 16 h 18"/>
                  <a:gd name="T6" fmla="*/ 13 w 1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3" y="0"/>
                    </a:moveTo>
                    <a:cubicBezTo>
                      <a:pt x="3" y="6"/>
                      <a:pt x="0" y="12"/>
                      <a:pt x="1" y="18"/>
                    </a:cubicBezTo>
                    <a:cubicBezTo>
                      <a:pt x="5" y="14"/>
                      <a:pt x="5" y="8"/>
                      <a:pt x="12" y="7"/>
                    </a:cubicBezTo>
                    <a:cubicBezTo>
                      <a:pt x="12" y="4"/>
                      <a:pt x="8" y="1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09" name="Freeform 2299">
                <a:extLst>
                  <a:ext uri="{FF2B5EF4-FFF2-40B4-BE49-F238E27FC236}">
                    <a16:creationId xmlns:a16="http://schemas.microsoft.com/office/drawing/2014/main" id="{A6097B96-635A-48F1-AD49-160AEA474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748"/>
                <a:ext cx="16" cy="37"/>
              </a:xfrm>
              <a:custGeom>
                <a:avLst/>
                <a:gdLst>
                  <a:gd name="T0" fmla="*/ 18 w 13"/>
                  <a:gd name="T1" fmla="*/ 12 h 28"/>
                  <a:gd name="T2" fmla="*/ 9 w 13"/>
                  <a:gd name="T3" fmla="*/ 65 h 28"/>
                  <a:gd name="T4" fmla="*/ 11 w 13"/>
                  <a:gd name="T5" fmla="*/ 29 h 28"/>
                  <a:gd name="T6" fmla="*/ 22 w 13"/>
                  <a:gd name="T7" fmla="*/ 2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10" y="5"/>
                    </a:moveTo>
                    <a:cubicBezTo>
                      <a:pt x="0" y="0"/>
                      <a:pt x="3" y="25"/>
                      <a:pt x="5" y="28"/>
                    </a:cubicBezTo>
                    <a:cubicBezTo>
                      <a:pt x="5" y="24"/>
                      <a:pt x="4" y="17"/>
                      <a:pt x="6" y="13"/>
                    </a:cubicBezTo>
                    <a:cubicBezTo>
                      <a:pt x="8" y="10"/>
                      <a:pt x="13" y="10"/>
                      <a:pt x="1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10" name="Freeform 2300">
                <a:extLst>
                  <a:ext uri="{FF2B5EF4-FFF2-40B4-BE49-F238E27FC236}">
                    <a16:creationId xmlns:a16="http://schemas.microsoft.com/office/drawing/2014/main" id="{129F53C2-0442-4B10-BA02-FC5F4F3FF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745"/>
                <a:ext cx="12" cy="54"/>
              </a:xfrm>
              <a:custGeom>
                <a:avLst/>
                <a:gdLst>
                  <a:gd name="T0" fmla="*/ 8 w 10"/>
                  <a:gd name="T1" fmla="*/ 0 h 40"/>
                  <a:gd name="T2" fmla="*/ 10 w 10"/>
                  <a:gd name="T3" fmla="*/ 99 h 40"/>
                  <a:gd name="T4" fmla="*/ 16 w 10"/>
                  <a:gd name="T5" fmla="*/ 36 h 40"/>
                  <a:gd name="T6" fmla="*/ 12 w 10"/>
                  <a:gd name="T7" fmla="*/ 1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0">
                    <a:moveTo>
                      <a:pt x="5" y="0"/>
                    </a:moveTo>
                    <a:cubicBezTo>
                      <a:pt x="0" y="10"/>
                      <a:pt x="4" y="30"/>
                      <a:pt x="6" y="40"/>
                    </a:cubicBezTo>
                    <a:cubicBezTo>
                      <a:pt x="7" y="31"/>
                      <a:pt x="7" y="23"/>
                      <a:pt x="9" y="15"/>
                    </a:cubicBezTo>
                    <a:cubicBezTo>
                      <a:pt x="10" y="9"/>
                      <a:pt x="9" y="6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11" name="Freeform 2301">
                <a:extLst>
                  <a:ext uri="{FF2B5EF4-FFF2-40B4-BE49-F238E27FC236}">
                    <a16:creationId xmlns:a16="http://schemas.microsoft.com/office/drawing/2014/main" id="{13832AB0-CA27-4B87-8CC3-556F1DC95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755"/>
                <a:ext cx="20" cy="32"/>
              </a:xfrm>
              <a:custGeom>
                <a:avLst/>
                <a:gdLst>
                  <a:gd name="T0" fmla="*/ 18 w 16"/>
                  <a:gd name="T1" fmla="*/ 0 h 24"/>
                  <a:gd name="T2" fmla="*/ 8 w 16"/>
                  <a:gd name="T3" fmla="*/ 57 h 24"/>
                  <a:gd name="T4" fmla="*/ 31 w 16"/>
                  <a:gd name="T5" fmla="*/ 21 h 24"/>
                  <a:gd name="T6" fmla="*/ 25 w 16"/>
                  <a:gd name="T7" fmla="*/ 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9" y="0"/>
                    </a:moveTo>
                    <a:cubicBezTo>
                      <a:pt x="8" y="6"/>
                      <a:pt x="0" y="18"/>
                      <a:pt x="4" y="24"/>
                    </a:cubicBezTo>
                    <a:cubicBezTo>
                      <a:pt x="11" y="19"/>
                      <a:pt x="5" y="10"/>
                      <a:pt x="16" y="9"/>
                    </a:cubicBezTo>
                    <a:cubicBezTo>
                      <a:pt x="16" y="6"/>
                      <a:pt x="15" y="4"/>
                      <a:pt x="1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12" name="Freeform 2302">
                <a:extLst>
                  <a:ext uri="{FF2B5EF4-FFF2-40B4-BE49-F238E27FC236}">
                    <a16:creationId xmlns:a16="http://schemas.microsoft.com/office/drawing/2014/main" id="{9ABF0D26-BBC9-47E5-8006-62DA23DC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831"/>
                <a:ext cx="19" cy="32"/>
              </a:xfrm>
              <a:custGeom>
                <a:avLst/>
                <a:gdLst>
                  <a:gd name="T0" fmla="*/ 16 w 15"/>
                  <a:gd name="T1" fmla="*/ 1 h 24"/>
                  <a:gd name="T2" fmla="*/ 6 w 15"/>
                  <a:gd name="T3" fmla="*/ 57 h 24"/>
                  <a:gd name="T4" fmla="*/ 30 w 15"/>
                  <a:gd name="T5" fmla="*/ 23 h 24"/>
                  <a:gd name="T6" fmla="*/ 24 w 15"/>
                  <a:gd name="T7" fmla="*/ 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4">
                    <a:moveTo>
                      <a:pt x="8" y="1"/>
                    </a:moveTo>
                    <a:cubicBezTo>
                      <a:pt x="0" y="9"/>
                      <a:pt x="1" y="14"/>
                      <a:pt x="3" y="24"/>
                    </a:cubicBezTo>
                    <a:cubicBezTo>
                      <a:pt x="4" y="19"/>
                      <a:pt x="7" y="0"/>
                      <a:pt x="15" y="10"/>
                    </a:cubicBezTo>
                    <a:cubicBezTo>
                      <a:pt x="14" y="8"/>
                      <a:pt x="13" y="6"/>
                      <a:pt x="1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13" name="Freeform 2303">
                <a:extLst>
                  <a:ext uri="{FF2B5EF4-FFF2-40B4-BE49-F238E27FC236}">
                    <a16:creationId xmlns:a16="http://schemas.microsoft.com/office/drawing/2014/main" id="{C58225B4-321B-4924-AB77-1C1BE896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116"/>
                <a:ext cx="74" cy="96"/>
              </a:xfrm>
              <a:custGeom>
                <a:avLst/>
                <a:gdLst>
                  <a:gd name="T0" fmla="*/ 104 w 59"/>
                  <a:gd name="T1" fmla="*/ 105 h 72"/>
                  <a:gd name="T2" fmla="*/ 110 w 59"/>
                  <a:gd name="T3" fmla="*/ 48 h 72"/>
                  <a:gd name="T4" fmla="*/ 79 w 59"/>
                  <a:gd name="T5" fmla="*/ 12 h 72"/>
                  <a:gd name="T6" fmla="*/ 5 w 59"/>
                  <a:gd name="T7" fmla="*/ 87 h 72"/>
                  <a:gd name="T8" fmla="*/ 60 w 59"/>
                  <a:gd name="T9" fmla="*/ 164 h 72"/>
                  <a:gd name="T10" fmla="*/ 104 w 59"/>
                  <a:gd name="T11" fmla="*/ 105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72">
                    <a:moveTo>
                      <a:pt x="53" y="44"/>
                    </a:moveTo>
                    <a:cubicBezTo>
                      <a:pt x="57" y="35"/>
                      <a:pt x="59" y="28"/>
                      <a:pt x="56" y="20"/>
                    </a:cubicBezTo>
                    <a:cubicBezTo>
                      <a:pt x="53" y="13"/>
                      <a:pt x="48" y="7"/>
                      <a:pt x="40" y="5"/>
                    </a:cubicBezTo>
                    <a:cubicBezTo>
                      <a:pt x="23" y="0"/>
                      <a:pt x="4" y="16"/>
                      <a:pt x="2" y="37"/>
                    </a:cubicBezTo>
                    <a:cubicBezTo>
                      <a:pt x="0" y="58"/>
                      <a:pt x="17" y="72"/>
                      <a:pt x="30" y="69"/>
                    </a:cubicBezTo>
                    <a:cubicBezTo>
                      <a:pt x="41" y="65"/>
                      <a:pt x="45" y="60"/>
                      <a:pt x="53" y="44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14" name="Freeform 2304">
                <a:extLst>
                  <a:ext uri="{FF2B5EF4-FFF2-40B4-BE49-F238E27FC236}">
                    <a16:creationId xmlns:a16="http://schemas.microsoft.com/office/drawing/2014/main" id="{48EBDEB0-F6DA-4037-8934-618799AF4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139"/>
                <a:ext cx="41" cy="65"/>
              </a:xfrm>
              <a:custGeom>
                <a:avLst/>
                <a:gdLst>
                  <a:gd name="T0" fmla="*/ 50 w 33"/>
                  <a:gd name="T1" fmla="*/ 64 h 49"/>
                  <a:gd name="T2" fmla="*/ 42 w 33"/>
                  <a:gd name="T3" fmla="*/ 7 h 49"/>
                  <a:gd name="T4" fmla="*/ 2 w 33"/>
                  <a:gd name="T5" fmla="*/ 48 h 49"/>
                  <a:gd name="T6" fmla="*/ 50 w 33"/>
                  <a:gd name="T7" fmla="*/ 64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9">
                    <a:moveTo>
                      <a:pt x="26" y="27"/>
                    </a:moveTo>
                    <a:cubicBezTo>
                      <a:pt x="33" y="14"/>
                      <a:pt x="32" y="5"/>
                      <a:pt x="22" y="3"/>
                    </a:cubicBezTo>
                    <a:cubicBezTo>
                      <a:pt x="12" y="0"/>
                      <a:pt x="4" y="11"/>
                      <a:pt x="2" y="20"/>
                    </a:cubicBezTo>
                    <a:cubicBezTo>
                      <a:pt x="0" y="29"/>
                      <a:pt x="12" y="49"/>
                      <a:pt x="26" y="27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15" name="Freeform 2305">
                <a:extLst>
                  <a:ext uri="{FF2B5EF4-FFF2-40B4-BE49-F238E27FC236}">
                    <a16:creationId xmlns:a16="http://schemas.microsoft.com/office/drawing/2014/main" id="{5F1A62A0-7CD7-41C0-ADD9-703725BE1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137"/>
                <a:ext cx="35" cy="52"/>
              </a:xfrm>
              <a:custGeom>
                <a:avLst/>
                <a:gdLst>
                  <a:gd name="T0" fmla="*/ 55 w 28"/>
                  <a:gd name="T1" fmla="*/ 15 h 39"/>
                  <a:gd name="T2" fmla="*/ 10 w 28"/>
                  <a:gd name="T3" fmla="*/ 37 h 39"/>
                  <a:gd name="T4" fmla="*/ 23 w 28"/>
                  <a:gd name="T5" fmla="*/ 92 h 39"/>
                  <a:gd name="T6" fmla="*/ 55 w 28"/>
                  <a:gd name="T7" fmla="*/ 1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9">
                    <a:moveTo>
                      <a:pt x="28" y="6"/>
                    </a:moveTo>
                    <a:cubicBezTo>
                      <a:pt x="20" y="0"/>
                      <a:pt x="10" y="4"/>
                      <a:pt x="5" y="16"/>
                    </a:cubicBezTo>
                    <a:cubicBezTo>
                      <a:pt x="0" y="28"/>
                      <a:pt x="7" y="38"/>
                      <a:pt x="11" y="39"/>
                    </a:cubicBezTo>
                    <a:cubicBezTo>
                      <a:pt x="4" y="34"/>
                      <a:pt x="11" y="6"/>
                      <a:pt x="28" y="6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16" name="Freeform 2306">
                <a:extLst>
                  <a:ext uri="{FF2B5EF4-FFF2-40B4-BE49-F238E27FC236}">
                    <a16:creationId xmlns:a16="http://schemas.microsoft.com/office/drawing/2014/main" id="{41B6BBAC-AA4B-4885-A1F1-D96A5A753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140"/>
                <a:ext cx="37" cy="51"/>
              </a:xfrm>
              <a:custGeom>
                <a:avLst/>
                <a:gdLst>
                  <a:gd name="T0" fmla="*/ 38 w 30"/>
                  <a:gd name="T1" fmla="*/ 83 h 38"/>
                  <a:gd name="T2" fmla="*/ 14 w 30"/>
                  <a:gd name="T3" fmla="*/ 83 h 38"/>
                  <a:gd name="T4" fmla="*/ 11 w 30"/>
                  <a:gd name="T5" fmla="*/ 28 h 38"/>
                  <a:gd name="T6" fmla="*/ 38 w 30"/>
                  <a:gd name="T7" fmla="*/ 1 h 38"/>
                  <a:gd name="T8" fmla="*/ 57 w 30"/>
                  <a:gd name="T9" fmla="*/ 12 h 38"/>
                  <a:gd name="T10" fmla="*/ 57 w 30"/>
                  <a:gd name="T11" fmla="*/ 12 h 38"/>
                  <a:gd name="T12" fmla="*/ 38 w 30"/>
                  <a:gd name="T13" fmla="*/ 0 h 38"/>
                  <a:gd name="T14" fmla="*/ 11 w 30"/>
                  <a:gd name="T15" fmla="*/ 27 h 38"/>
                  <a:gd name="T16" fmla="*/ 14 w 30"/>
                  <a:gd name="T17" fmla="*/ 85 h 38"/>
                  <a:gd name="T18" fmla="*/ 38 w 30"/>
                  <a:gd name="T19" fmla="*/ 83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38">
                    <a:moveTo>
                      <a:pt x="20" y="34"/>
                    </a:moveTo>
                    <a:cubicBezTo>
                      <a:pt x="16" y="38"/>
                      <a:pt x="11" y="37"/>
                      <a:pt x="7" y="34"/>
                    </a:cubicBezTo>
                    <a:cubicBezTo>
                      <a:pt x="3" y="30"/>
                      <a:pt x="1" y="22"/>
                      <a:pt x="6" y="12"/>
                    </a:cubicBezTo>
                    <a:cubicBezTo>
                      <a:pt x="11" y="3"/>
                      <a:pt x="16" y="1"/>
                      <a:pt x="20" y="1"/>
                    </a:cubicBezTo>
                    <a:cubicBezTo>
                      <a:pt x="24" y="0"/>
                      <a:pt x="28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8" y="3"/>
                      <a:pt x="25" y="0"/>
                      <a:pt x="20" y="0"/>
                    </a:cubicBezTo>
                    <a:cubicBezTo>
                      <a:pt x="16" y="0"/>
                      <a:pt x="11" y="2"/>
                      <a:pt x="6" y="11"/>
                    </a:cubicBezTo>
                    <a:cubicBezTo>
                      <a:pt x="0" y="22"/>
                      <a:pt x="2" y="31"/>
                      <a:pt x="7" y="35"/>
                    </a:cubicBezTo>
                    <a:cubicBezTo>
                      <a:pt x="10" y="38"/>
                      <a:pt x="15" y="38"/>
                      <a:pt x="20" y="34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17" name="Freeform 2307">
                <a:extLst>
                  <a:ext uri="{FF2B5EF4-FFF2-40B4-BE49-F238E27FC236}">
                    <a16:creationId xmlns:a16="http://schemas.microsoft.com/office/drawing/2014/main" id="{B798FDC8-35BE-40FE-BEBF-7FC53A98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584"/>
                <a:ext cx="67" cy="133"/>
              </a:xfrm>
              <a:custGeom>
                <a:avLst/>
                <a:gdLst>
                  <a:gd name="T0" fmla="*/ 67 w 53"/>
                  <a:gd name="T1" fmla="*/ 27 h 100"/>
                  <a:gd name="T2" fmla="*/ 13 w 53"/>
                  <a:gd name="T3" fmla="*/ 43 h 100"/>
                  <a:gd name="T4" fmla="*/ 18 w 53"/>
                  <a:gd name="T5" fmla="*/ 173 h 100"/>
                  <a:gd name="T6" fmla="*/ 68 w 53"/>
                  <a:gd name="T7" fmla="*/ 234 h 100"/>
                  <a:gd name="T8" fmla="*/ 67 w 53"/>
                  <a:gd name="T9" fmla="*/ 27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00">
                    <a:moveTo>
                      <a:pt x="33" y="11"/>
                    </a:moveTo>
                    <a:cubicBezTo>
                      <a:pt x="22" y="0"/>
                      <a:pt x="12" y="4"/>
                      <a:pt x="6" y="18"/>
                    </a:cubicBezTo>
                    <a:cubicBezTo>
                      <a:pt x="0" y="32"/>
                      <a:pt x="2" y="55"/>
                      <a:pt x="9" y="74"/>
                    </a:cubicBezTo>
                    <a:cubicBezTo>
                      <a:pt x="16" y="96"/>
                      <a:pt x="26" y="100"/>
                      <a:pt x="34" y="99"/>
                    </a:cubicBezTo>
                    <a:cubicBezTo>
                      <a:pt x="53" y="96"/>
                      <a:pt x="53" y="34"/>
                      <a:pt x="33" y="11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18" name="Freeform 2308">
                <a:extLst>
                  <a:ext uri="{FF2B5EF4-FFF2-40B4-BE49-F238E27FC236}">
                    <a16:creationId xmlns:a16="http://schemas.microsoft.com/office/drawing/2014/main" id="{D596693F-A34E-4A36-A5DC-2C06BEA10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612"/>
                <a:ext cx="34" cy="81"/>
              </a:xfrm>
              <a:custGeom>
                <a:avLst/>
                <a:gdLst>
                  <a:gd name="T0" fmla="*/ 48 w 27"/>
                  <a:gd name="T1" fmla="*/ 72 h 61"/>
                  <a:gd name="T2" fmla="*/ 23 w 27"/>
                  <a:gd name="T3" fmla="*/ 5 h 61"/>
                  <a:gd name="T4" fmla="*/ 14 w 27"/>
                  <a:gd name="T5" fmla="*/ 98 h 61"/>
                  <a:gd name="T6" fmla="*/ 42 w 27"/>
                  <a:gd name="T7" fmla="*/ 138 h 61"/>
                  <a:gd name="T8" fmla="*/ 48 w 27"/>
                  <a:gd name="T9" fmla="*/ 7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1">
                    <a:moveTo>
                      <a:pt x="24" y="31"/>
                    </a:moveTo>
                    <a:cubicBezTo>
                      <a:pt x="23" y="12"/>
                      <a:pt x="21" y="0"/>
                      <a:pt x="11" y="2"/>
                    </a:cubicBezTo>
                    <a:cubicBezTo>
                      <a:pt x="0" y="3"/>
                      <a:pt x="3" y="29"/>
                      <a:pt x="7" y="42"/>
                    </a:cubicBezTo>
                    <a:cubicBezTo>
                      <a:pt x="11" y="56"/>
                      <a:pt x="16" y="61"/>
                      <a:pt x="21" y="59"/>
                    </a:cubicBezTo>
                    <a:cubicBezTo>
                      <a:pt x="27" y="57"/>
                      <a:pt x="25" y="45"/>
                      <a:pt x="24" y="31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19" name="Freeform 2309">
                <a:extLst>
                  <a:ext uri="{FF2B5EF4-FFF2-40B4-BE49-F238E27FC236}">
                    <a16:creationId xmlns:a16="http://schemas.microsoft.com/office/drawing/2014/main" id="{C7851F1A-AF57-4BC9-9680-7EDAAAF76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608"/>
                <a:ext cx="20" cy="72"/>
              </a:xfrm>
              <a:custGeom>
                <a:avLst/>
                <a:gdLst>
                  <a:gd name="T0" fmla="*/ 31 w 16"/>
                  <a:gd name="T1" fmla="*/ 16 h 54"/>
                  <a:gd name="T2" fmla="*/ 6 w 16"/>
                  <a:gd name="T3" fmla="*/ 36 h 54"/>
                  <a:gd name="T4" fmla="*/ 14 w 16"/>
                  <a:gd name="T5" fmla="*/ 128 h 54"/>
                  <a:gd name="T6" fmla="*/ 31 w 16"/>
                  <a:gd name="T7" fmla="*/ 16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4">
                    <a:moveTo>
                      <a:pt x="16" y="7"/>
                    </a:moveTo>
                    <a:cubicBezTo>
                      <a:pt x="13" y="3"/>
                      <a:pt x="7" y="0"/>
                      <a:pt x="3" y="15"/>
                    </a:cubicBezTo>
                    <a:cubicBezTo>
                      <a:pt x="0" y="29"/>
                      <a:pt x="7" y="54"/>
                      <a:pt x="7" y="54"/>
                    </a:cubicBezTo>
                    <a:cubicBezTo>
                      <a:pt x="6" y="40"/>
                      <a:pt x="7" y="6"/>
                      <a:pt x="16" y="7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20" name="Freeform 2310">
                <a:extLst>
                  <a:ext uri="{FF2B5EF4-FFF2-40B4-BE49-F238E27FC236}">
                    <a16:creationId xmlns:a16="http://schemas.microsoft.com/office/drawing/2014/main" id="{087886E1-C322-4320-B0A8-D98AA84E2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612"/>
                <a:ext cx="21" cy="79"/>
              </a:xfrm>
              <a:custGeom>
                <a:avLst/>
                <a:gdLst>
                  <a:gd name="T0" fmla="*/ 17 w 17"/>
                  <a:gd name="T1" fmla="*/ 0 h 59"/>
                  <a:gd name="T2" fmla="*/ 1 w 17"/>
                  <a:gd name="T3" fmla="*/ 43 h 59"/>
                  <a:gd name="T4" fmla="*/ 15 w 17"/>
                  <a:gd name="T5" fmla="*/ 127 h 59"/>
                  <a:gd name="T6" fmla="*/ 31 w 17"/>
                  <a:gd name="T7" fmla="*/ 142 h 59"/>
                  <a:gd name="T8" fmla="*/ 31 w 17"/>
                  <a:gd name="T9" fmla="*/ 142 h 59"/>
                  <a:gd name="T10" fmla="*/ 15 w 17"/>
                  <a:gd name="T11" fmla="*/ 127 h 59"/>
                  <a:gd name="T12" fmla="*/ 1 w 17"/>
                  <a:gd name="T13" fmla="*/ 43 h 59"/>
                  <a:gd name="T14" fmla="*/ 17 w 17"/>
                  <a:gd name="T15" fmla="*/ 1 h 59"/>
                  <a:gd name="T16" fmla="*/ 32 w 17"/>
                  <a:gd name="T17" fmla="*/ 15 h 59"/>
                  <a:gd name="T18" fmla="*/ 32 w 17"/>
                  <a:gd name="T19" fmla="*/ 15 h 59"/>
                  <a:gd name="T20" fmla="*/ 17 w 17"/>
                  <a:gd name="T21" fmla="*/ 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9">
                    <a:moveTo>
                      <a:pt x="9" y="0"/>
                    </a:moveTo>
                    <a:cubicBezTo>
                      <a:pt x="5" y="1"/>
                      <a:pt x="2" y="8"/>
                      <a:pt x="1" y="18"/>
                    </a:cubicBezTo>
                    <a:cubicBezTo>
                      <a:pt x="0" y="28"/>
                      <a:pt x="2" y="44"/>
                      <a:pt x="8" y="53"/>
                    </a:cubicBezTo>
                    <a:cubicBezTo>
                      <a:pt x="10" y="57"/>
                      <a:pt x="13" y="59"/>
                      <a:pt x="16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3" y="59"/>
                      <a:pt x="10" y="57"/>
                      <a:pt x="8" y="53"/>
                    </a:cubicBezTo>
                    <a:cubicBezTo>
                      <a:pt x="2" y="44"/>
                      <a:pt x="0" y="28"/>
                      <a:pt x="1" y="18"/>
                    </a:cubicBezTo>
                    <a:cubicBezTo>
                      <a:pt x="2" y="8"/>
                      <a:pt x="5" y="2"/>
                      <a:pt x="9" y="1"/>
                    </a:cubicBezTo>
                    <a:cubicBezTo>
                      <a:pt x="12" y="0"/>
                      <a:pt x="14" y="2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2"/>
                      <a:pt x="12" y="0"/>
                      <a:pt x="9" y="0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21" name="Freeform 2311">
                <a:extLst>
                  <a:ext uri="{FF2B5EF4-FFF2-40B4-BE49-F238E27FC236}">
                    <a16:creationId xmlns:a16="http://schemas.microsoft.com/office/drawing/2014/main" id="{7E2509F0-E78C-4F44-A084-EEE929C22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643"/>
                <a:ext cx="85" cy="88"/>
              </a:xfrm>
              <a:custGeom>
                <a:avLst/>
                <a:gdLst>
                  <a:gd name="T0" fmla="*/ 100 w 68"/>
                  <a:gd name="T1" fmla="*/ 27 h 66"/>
                  <a:gd name="T2" fmla="*/ 56 w 68"/>
                  <a:gd name="T3" fmla="*/ 1 h 66"/>
                  <a:gd name="T4" fmla="*/ 20 w 68"/>
                  <a:gd name="T5" fmla="*/ 27 h 66"/>
                  <a:gd name="T6" fmla="*/ 56 w 68"/>
                  <a:gd name="T7" fmla="*/ 135 h 66"/>
                  <a:gd name="T8" fmla="*/ 133 w 68"/>
                  <a:gd name="T9" fmla="*/ 97 h 66"/>
                  <a:gd name="T10" fmla="*/ 100 w 68"/>
                  <a:gd name="T11" fmla="*/ 27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66">
                    <a:moveTo>
                      <a:pt x="51" y="11"/>
                    </a:moveTo>
                    <a:cubicBezTo>
                      <a:pt x="44" y="5"/>
                      <a:pt x="38" y="0"/>
                      <a:pt x="29" y="1"/>
                    </a:cubicBezTo>
                    <a:cubicBezTo>
                      <a:pt x="22" y="2"/>
                      <a:pt x="15" y="4"/>
                      <a:pt x="10" y="11"/>
                    </a:cubicBezTo>
                    <a:cubicBezTo>
                      <a:pt x="0" y="25"/>
                      <a:pt x="9" y="49"/>
                      <a:pt x="29" y="57"/>
                    </a:cubicBezTo>
                    <a:cubicBezTo>
                      <a:pt x="48" y="66"/>
                      <a:pt x="66" y="54"/>
                      <a:pt x="68" y="41"/>
                    </a:cubicBezTo>
                    <a:cubicBezTo>
                      <a:pt x="68" y="29"/>
                      <a:pt x="64" y="24"/>
                      <a:pt x="51" y="11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22" name="Freeform 2312">
                <a:extLst>
                  <a:ext uri="{FF2B5EF4-FFF2-40B4-BE49-F238E27FC236}">
                    <a16:creationId xmlns:a16="http://schemas.microsoft.com/office/drawing/2014/main" id="{AFCF9835-B328-4FD4-A975-D31343951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55"/>
                <a:ext cx="45" cy="45"/>
              </a:xfrm>
              <a:custGeom>
                <a:avLst/>
                <a:gdLst>
                  <a:gd name="T0" fmla="*/ 70 w 36"/>
                  <a:gd name="T1" fmla="*/ 44 h 34"/>
                  <a:gd name="T2" fmla="*/ 16 w 36"/>
                  <a:gd name="T3" fmla="*/ 15 h 34"/>
                  <a:gd name="T4" fmla="*/ 8 w 36"/>
                  <a:gd name="T5" fmla="*/ 50 h 34"/>
                  <a:gd name="T6" fmla="*/ 39 w 36"/>
                  <a:gd name="T7" fmla="*/ 79 h 34"/>
                  <a:gd name="T8" fmla="*/ 54 w 36"/>
                  <a:gd name="T9" fmla="*/ 7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4">
                    <a:moveTo>
                      <a:pt x="36" y="19"/>
                    </a:moveTo>
                    <a:cubicBezTo>
                      <a:pt x="25" y="6"/>
                      <a:pt x="16" y="0"/>
                      <a:pt x="8" y="6"/>
                    </a:cubicBezTo>
                    <a:cubicBezTo>
                      <a:pt x="0" y="11"/>
                      <a:pt x="4" y="22"/>
                      <a:pt x="4" y="22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7" y="34"/>
                      <a:pt x="27" y="34"/>
                      <a:pt x="27" y="34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23" name="Freeform 2313">
                <a:extLst>
                  <a:ext uri="{FF2B5EF4-FFF2-40B4-BE49-F238E27FC236}">
                    <a16:creationId xmlns:a16="http://schemas.microsoft.com/office/drawing/2014/main" id="{538412FE-A756-4F8A-AF97-3C8065D94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56"/>
                <a:ext cx="31" cy="28"/>
              </a:xfrm>
              <a:custGeom>
                <a:avLst/>
                <a:gdLst>
                  <a:gd name="T0" fmla="*/ 47 w 25"/>
                  <a:gd name="T1" fmla="*/ 20 h 21"/>
                  <a:gd name="T2" fmla="*/ 7 w 25"/>
                  <a:gd name="T3" fmla="*/ 20 h 21"/>
                  <a:gd name="T4" fmla="*/ 9 w 25"/>
                  <a:gd name="T5" fmla="*/ 49 h 21"/>
                  <a:gd name="T6" fmla="*/ 25 w 25"/>
                  <a:gd name="T7" fmla="*/ 48 h 21"/>
                  <a:gd name="T8" fmla="*/ 47 w 25"/>
                  <a:gd name="T9" fmla="*/ 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25" y="8"/>
                    </a:moveTo>
                    <a:cubicBezTo>
                      <a:pt x="18" y="2"/>
                      <a:pt x="8" y="0"/>
                      <a:pt x="4" y="8"/>
                    </a:cubicBezTo>
                    <a:cubicBezTo>
                      <a:pt x="0" y="17"/>
                      <a:pt x="5" y="21"/>
                      <a:pt x="5" y="21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9" y="14"/>
                      <a:pt x="17" y="6"/>
                      <a:pt x="25" y="8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24" name="Freeform 2314">
                <a:extLst>
                  <a:ext uri="{FF2B5EF4-FFF2-40B4-BE49-F238E27FC236}">
                    <a16:creationId xmlns:a16="http://schemas.microsoft.com/office/drawing/2014/main" id="{FC4E397C-B0A9-4F76-BCF2-B4506524C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660"/>
                <a:ext cx="45" cy="45"/>
              </a:xfrm>
              <a:custGeom>
                <a:avLst/>
                <a:gdLst>
                  <a:gd name="T0" fmla="*/ 68 w 36"/>
                  <a:gd name="T1" fmla="*/ 42 h 34"/>
                  <a:gd name="T2" fmla="*/ 60 w 36"/>
                  <a:gd name="T3" fmla="*/ 71 h 34"/>
                  <a:gd name="T4" fmla="*/ 16 w 36"/>
                  <a:gd name="T5" fmla="*/ 58 h 34"/>
                  <a:gd name="T6" fmla="*/ 5 w 36"/>
                  <a:gd name="T7" fmla="*/ 20 h 34"/>
                  <a:gd name="T8" fmla="*/ 20 w 36"/>
                  <a:gd name="T9" fmla="*/ 0 h 34"/>
                  <a:gd name="T10" fmla="*/ 20 w 36"/>
                  <a:gd name="T11" fmla="*/ 0 h 34"/>
                  <a:gd name="T12" fmla="*/ 1 w 36"/>
                  <a:gd name="T13" fmla="*/ 20 h 34"/>
                  <a:gd name="T14" fmla="*/ 16 w 36"/>
                  <a:gd name="T15" fmla="*/ 58 h 34"/>
                  <a:gd name="T16" fmla="*/ 60 w 36"/>
                  <a:gd name="T17" fmla="*/ 71 h 34"/>
                  <a:gd name="T18" fmla="*/ 68 w 36"/>
                  <a:gd name="T19" fmla="*/ 42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4">
                    <a:moveTo>
                      <a:pt x="34" y="18"/>
                    </a:moveTo>
                    <a:cubicBezTo>
                      <a:pt x="36" y="24"/>
                      <a:pt x="34" y="29"/>
                      <a:pt x="30" y="31"/>
                    </a:cubicBezTo>
                    <a:cubicBezTo>
                      <a:pt x="25" y="34"/>
                      <a:pt x="16" y="33"/>
                      <a:pt x="8" y="25"/>
                    </a:cubicBezTo>
                    <a:cubicBezTo>
                      <a:pt x="1" y="17"/>
                      <a:pt x="1" y="12"/>
                      <a:pt x="2" y="8"/>
                    </a:cubicBezTo>
                    <a:cubicBezTo>
                      <a:pt x="3" y="4"/>
                      <a:pt x="7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1"/>
                      <a:pt x="3" y="4"/>
                      <a:pt x="1" y="8"/>
                    </a:cubicBezTo>
                    <a:cubicBezTo>
                      <a:pt x="0" y="12"/>
                      <a:pt x="1" y="18"/>
                      <a:pt x="8" y="25"/>
                    </a:cubicBezTo>
                    <a:cubicBezTo>
                      <a:pt x="16" y="34"/>
                      <a:pt x="25" y="34"/>
                      <a:pt x="30" y="31"/>
                    </a:cubicBezTo>
                    <a:cubicBezTo>
                      <a:pt x="34" y="29"/>
                      <a:pt x="36" y="24"/>
                      <a:pt x="34" y="18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25" name="Freeform 2315">
                <a:extLst>
                  <a:ext uri="{FF2B5EF4-FFF2-40B4-BE49-F238E27FC236}">
                    <a16:creationId xmlns:a16="http://schemas.microsoft.com/office/drawing/2014/main" id="{8DCA538A-7D0C-4087-A25D-DADB0BD9C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2888"/>
                <a:ext cx="31" cy="95"/>
              </a:xfrm>
              <a:custGeom>
                <a:avLst/>
                <a:gdLst>
                  <a:gd name="T0" fmla="*/ 47 w 25"/>
                  <a:gd name="T1" fmla="*/ 170 h 71"/>
                  <a:gd name="T2" fmla="*/ 47 w 25"/>
                  <a:gd name="T3" fmla="*/ 0 h 71"/>
                  <a:gd name="T4" fmla="*/ 38 w 25"/>
                  <a:gd name="T5" fmla="*/ 15 h 71"/>
                  <a:gd name="T6" fmla="*/ 15 w 25"/>
                  <a:gd name="T7" fmla="*/ 150 h 71"/>
                  <a:gd name="T8" fmla="*/ 47 w 25"/>
                  <a:gd name="T9" fmla="*/ 17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1">
                    <a:moveTo>
                      <a:pt x="25" y="71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2"/>
                      <a:pt x="21" y="4"/>
                      <a:pt x="20" y="6"/>
                    </a:cubicBezTo>
                    <a:cubicBezTo>
                      <a:pt x="1" y="26"/>
                      <a:pt x="0" y="54"/>
                      <a:pt x="8" y="63"/>
                    </a:cubicBezTo>
                    <a:cubicBezTo>
                      <a:pt x="14" y="69"/>
                      <a:pt x="19" y="71"/>
                      <a:pt x="25" y="71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26" name="Freeform 2316">
                <a:extLst>
                  <a:ext uri="{FF2B5EF4-FFF2-40B4-BE49-F238E27FC236}">
                    <a16:creationId xmlns:a16="http://schemas.microsoft.com/office/drawing/2014/main" id="{86F25A4D-CB62-4447-8427-4E766D546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925"/>
                <a:ext cx="6" cy="31"/>
              </a:xfrm>
              <a:custGeom>
                <a:avLst/>
                <a:gdLst>
                  <a:gd name="T0" fmla="*/ 8 w 5"/>
                  <a:gd name="T1" fmla="*/ 0 h 23"/>
                  <a:gd name="T2" fmla="*/ 0 w 5"/>
                  <a:gd name="T3" fmla="*/ 32 h 23"/>
                  <a:gd name="T4" fmla="*/ 7 w 5"/>
                  <a:gd name="T5" fmla="*/ 57 h 23"/>
                  <a:gd name="T6" fmla="*/ 1 w 5"/>
                  <a:gd name="T7" fmla="*/ 32 h 23"/>
                  <a:gd name="T8" fmla="*/ 8 w 5"/>
                  <a:gd name="T9" fmla="*/ 1 h 23"/>
                  <a:gd name="T10" fmla="*/ 8 w 5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2" y="5"/>
                      <a:pt x="0" y="9"/>
                      <a:pt x="0" y="13"/>
                    </a:cubicBezTo>
                    <a:cubicBezTo>
                      <a:pt x="0" y="18"/>
                      <a:pt x="1" y="21"/>
                      <a:pt x="4" y="23"/>
                    </a:cubicBezTo>
                    <a:cubicBezTo>
                      <a:pt x="1" y="21"/>
                      <a:pt x="0" y="17"/>
                      <a:pt x="1" y="13"/>
                    </a:cubicBezTo>
                    <a:cubicBezTo>
                      <a:pt x="1" y="10"/>
                      <a:pt x="3" y="5"/>
                      <a:pt x="5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27" name="Freeform 2317">
                <a:extLst>
                  <a:ext uri="{FF2B5EF4-FFF2-40B4-BE49-F238E27FC236}">
                    <a16:creationId xmlns:a16="http://schemas.microsoft.com/office/drawing/2014/main" id="{EB4DD8A3-CB2A-4AAC-956E-16FB0324A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555"/>
                <a:ext cx="130" cy="85"/>
              </a:xfrm>
              <a:custGeom>
                <a:avLst/>
                <a:gdLst>
                  <a:gd name="T0" fmla="*/ 141 w 104"/>
                  <a:gd name="T1" fmla="*/ 145 h 64"/>
                  <a:gd name="T2" fmla="*/ 179 w 104"/>
                  <a:gd name="T3" fmla="*/ 109 h 64"/>
                  <a:gd name="T4" fmla="*/ 108 w 104"/>
                  <a:gd name="T5" fmla="*/ 5 h 64"/>
                  <a:gd name="T6" fmla="*/ 5 w 104"/>
                  <a:gd name="T7" fmla="*/ 72 h 64"/>
                  <a:gd name="T8" fmla="*/ 36 w 104"/>
                  <a:gd name="T9" fmla="*/ 141 h 64"/>
                  <a:gd name="T10" fmla="*/ 95 w 104"/>
                  <a:gd name="T11" fmla="*/ 145 h 64"/>
                  <a:gd name="T12" fmla="*/ 141 w 104"/>
                  <a:gd name="T13" fmla="*/ 145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64">
                    <a:moveTo>
                      <a:pt x="72" y="62"/>
                    </a:moveTo>
                    <a:cubicBezTo>
                      <a:pt x="80" y="59"/>
                      <a:pt x="87" y="54"/>
                      <a:pt x="91" y="47"/>
                    </a:cubicBezTo>
                    <a:cubicBezTo>
                      <a:pt x="104" y="23"/>
                      <a:pt x="82" y="3"/>
                      <a:pt x="55" y="2"/>
                    </a:cubicBezTo>
                    <a:cubicBezTo>
                      <a:pt x="27" y="0"/>
                      <a:pt x="4" y="17"/>
                      <a:pt x="2" y="31"/>
                    </a:cubicBezTo>
                    <a:cubicBezTo>
                      <a:pt x="0" y="45"/>
                      <a:pt x="6" y="54"/>
                      <a:pt x="18" y="60"/>
                    </a:cubicBezTo>
                    <a:cubicBezTo>
                      <a:pt x="28" y="64"/>
                      <a:pt x="42" y="63"/>
                      <a:pt x="49" y="62"/>
                    </a:cubicBezTo>
                    <a:cubicBezTo>
                      <a:pt x="56" y="62"/>
                      <a:pt x="66" y="64"/>
                      <a:pt x="72" y="62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28" name="Freeform 2318">
                <a:extLst>
                  <a:ext uri="{FF2B5EF4-FFF2-40B4-BE49-F238E27FC236}">
                    <a16:creationId xmlns:a16="http://schemas.microsoft.com/office/drawing/2014/main" id="{D7421887-776A-410D-BEEB-FD1868A1C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581"/>
                <a:ext cx="78" cy="47"/>
              </a:xfrm>
              <a:custGeom>
                <a:avLst/>
                <a:gdLst>
                  <a:gd name="T0" fmla="*/ 14 w 62"/>
                  <a:gd name="T1" fmla="*/ 62 h 35"/>
                  <a:gd name="T2" fmla="*/ 62 w 62"/>
                  <a:gd name="T3" fmla="*/ 1 h 35"/>
                  <a:gd name="T4" fmla="*/ 102 w 62"/>
                  <a:gd name="T5" fmla="*/ 56 h 35"/>
                  <a:gd name="T6" fmla="*/ 14 w 62"/>
                  <a:gd name="T7" fmla="*/ 62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5">
                    <a:moveTo>
                      <a:pt x="7" y="25"/>
                    </a:moveTo>
                    <a:cubicBezTo>
                      <a:pt x="0" y="13"/>
                      <a:pt x="10" y="0"/>
                      <a:pt x="31" y="1"/>
                    </a:cubicBezTo>
                    <a:cubicBezTo>
                      <a:pt x="53" y="3"/>
                      <a:pt x="62" y="14"/>
                      <a:pt x="51" y="23"/>
                    </a:cubicBezTo>
                    <a:cubicBezTo>
                      <a:pt x="41" y="31"/>
                      <a:pt x="15" y="35"/>
                      <a:pt x="7" y="25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29" name="Freeform 2319">
                <a:extLst>
                  <a:ext uri="{FF2B5EF4-FFF2-40B4-BE49-F238E27FC236}">
                    <a16:creationId xmlns:a16="http://schemas.microsoft.com/office/drawing/2014/main" id="{01B6AFFB-17D6-4DFD-B79C-BF93224B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580"/>
                <a:ext cx="67" cy="35"/>
              </a:xfrm>
              <a:custGeom>
                <a:avLst/>
                <a:gdLst>
                  <a:gd name="T0" fmla="*/ 0 w 53"/>
                  <a:gd name="T1" fmla="*/ 40 h 26"/>
                  <a:gd name="T2" fmla="*/ 8 w 53"/>
                  <a:gd name="T3" fmla="*/ 48 h 26"/>
                  <a:gd name="T4" fmla="*/ 23 w 53"/>
                  <a:gd name="T5" fmla="*/ 35 h 26"/>
                  <a:gd name="T6" fmla="*/ 47 w 53"/>
                  <a:gd name="T7" fmla="*/ 27 h 26"/>
                  <a:gd name="T8" fmla="*/ 83 w 53"/>
                  <a:gd name="T9" fmla="*/ 42 h 26"/>
                  <a:gd name="T10" fmla="*/ 99 w 53"/>
                  <a:gd name="T11" fmla="*/ 54 h 26"/>
                  <a:gd name="T12" fmla="*/ 99 w 53"/>
                  <a:gd name="T13" fmla="*/ 20 h 26"/>
                  <a:gd name="T14" fmla="*/ 75 w 53"/>
                  <a:gd name="T15" fmla="*/ 5 h 26"/>
                  <a:gd name="T16" fmla="*/ 20 w 53"/>
                  <a:gd name="T17" fmla="*/ 1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26">
                    <a:moveTo>
                      <a:pt x="0" y="16"/>
                    </a:moveTo>
                    <a:cubicBezTo>
                      <a:pt x="0" y="20"/>
                      <a:pt x="0" y="26"/>
                      <a:pt x="4" y="20"/>
                    </a:cubicBezTo>
                    <a:cubicBezTo>
                      <a:pt x="7" y="18"/>
                      <a:pt x="7" y="15"/>
                      <a:pt x="11" y="14"/>
                    </a:cubicBezTo>
                    <a:cubicBezTo>
                      <a:pt x="15" y="12"/>
                      <a:pt x="20" y="12"/>
                      <a:pt x="23" y="11"/>
                    </a:cubicBezTo>
                    <a:cubicBezTo>
                      <a:pt x="31" y="11"/>
                      <a:pt x="36" y="12"/>
                      <a:pt x="41" y="17"/>
                    </a:cubicBezTo>
                    <a:cubicBezTo>
                      <a:pt x="43" y="19"/>
                      <a:pt x="46" y="24"/>
                      <a:pt x="49" y="22"/>
                    </a:cubicBezTo>
                    <a:cubicBezTo>
                      <a:pt x="53" y="19"/>
                      <a:pt x="51" y="11"/>
                      <a:pt x="49" y="8"/>
                    </a:cubicBezTo>
                    <a:cubicBezTo>
                      <a:pt x="46" y="4"/>
                      <a:pt x="42" y="2"/>
                      <a:pt x="37" y="2"/>
                    </a:cubicBezTo>
                    <a:cubicBezTo>
                      <a:pt x="30" y="1"/>
                      <a:pt x="14" y="0"/>
                      <a:pt x="10" y="7"/>
                    </a:cubicBezTo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30" name="Freeform 2320">
                <a:extLst>
                  <a:ext uri="{FF2B5EF4-FFF2-40B4-BE49-F238E27FC236}">
                    <a16:creationId xmlns:a16="http://schemas.microsoft.com/office/drawing/2014/main" id="{B33DDB9E-6862-44CF-861B-91FCEF678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580"/>
                <a:ext cx="67" cy="29"/>
              </a:xfrm>
              <a:custGeom>
                <a:avLst/>
                <a:gdLst>
                  <a:gd name="T0" fmla="*/ 105 w 53"/>
                  <a:gd name="T1" fmla="*/ 29 h 22"/>
                  <a:gd name="T2" fmla="*/ 75 w 53"/>
                  <a:gd name="T3" fmla="*/ 7 h 22"/>
                  <a:gd name="T4" fmla="*/ 13 w 53"/>
                  <a:gd name="T5" fmla="*/ 16 h 22"/>
                  <a:gd name="T6" fmla="*/ 0 w 53"/>
                  <a:gd name="T7" fmla="*/ 38 h 22"/>
                  <a:gd name="T8" fmla="*/ 0 w 53"/>
                  <a:gd name="T9" fmla="*/ 38 h 22"/>
                  <a:gd name="T10" fmla="*/ 13 w 53"/>
                  <a:gd name="T11" fmla="*/ 16 h 22"/>
                  <a:gd name="T12" fmla="*/ 75 w 53"/>
                  <a:gd name="T13" fmla="*/ 7 h 22"/>
                  <a:gd name="T14" fmla="*/ 102 w 53"/>
                  <a:gd name="T15" fmla="*/ 32 h 22"/>
                  <a:gd name="T16" fmla="*/ 97 w 53"/>
                  <a:gd name="T17" fmla="*/ 50 h 22"/>
                  <a:gd name="T18" fmla="*/ 97 w 53"/>
                  <a:gd name="T19" fmla="*/ 50 h 22"/>
                  <a:gd name="T20" fmla="*/ 105 w 53"/>
                  <a:gd name="T21" fmla="*/ 29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22">
                    <a:moveTo>
                      <a:pt x="52" y="13"/>
                    </a:moveTo>
                    <a:cubicBezTo>
                      <a:pt x="51" y="8"/>
                      <a:pt x="45" y="5"/>
                      <a:pt x="37" y="3"/>
                    </a:cubicBezTo>
                    <a:cubicBezTo>
                      <a:pt x="25" y="0"/>
                      <a:pt x="13" y="2"/>
                      <a:pt x="6" y="7"/>
                    </a:cubicBezTo>
                    <a:cubicBezTo>
                      <a:pt x="2" y="10"/>
                      <a:pt x="1" y="13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3"/>
                      <a:pt x="3" y="10"/>
                      <a:pt x="6" y="7"/>
                    </a:cubicBezTo>
                    <a:cubicBezTo>
                      <a:pt x="13" y="3"/>
                      <a:pt x="25" y="1"/>
                      <a:pt x="37" y="3"/>
                    </a:cubicBezTo>
                    <a:cubicBezTo>
                      <a:pt x="45" y="5"/>
                      <a:pt x="50" y="9"/>
                      <a:pt x="51" y="14"/>
                    </a:cubicBezTo>
                    <a:cubicBezTo>
                      <a:pt x="52" y="17"/>
                      <a:pt x="51" y="20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20"/>
                      <a:pt x="53" y="17"/>
                      <a:pt x="52" y="13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31" name="Freeform 2321">
                <a:extLst>
                  <a:ext uri="{FF2B5EF4-FFF2-40B4-BE49-F238E27FC236}">
                    <a16:creationId xmlns:a16="http://schemas.microsoft.com/office/drawing/2014/main" id="{56EFDE16-C649-4C41-B058-271AE3A5D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547"/>
                <a:ext cx="92" cy="85"/>
              </a:xfrm>
              <a:custGeom>
                <a:avLst/>
                <a:gdLst>
                  <a:gd name="T0" fmla="*/ 5 w 73"/>
                  <a:gd name="T1" fmla="*/ 1 h 64"/>
                  <a:gd name="T2" fmla="*/ 47 w 73"/>
                  <a:gd name="T3" fmla="*/ 114 h 64"/>
                  <a:gd name="T4" fmla="*/ 122 w 73"/>
                  <a:gd name="T5" fmla="*/ 128 h 64"/>
                  <a:gd name="T6" fmla="*/ 121 w 73"/>
                  <a:gd name="T7" fmla="*/ 0 h 64"/>
                  <a:gd name="T8" fmla="*/ 5 w 73"/>
                  <a:gd name="T9" fmla="*/ 0 h 64"/>
                  <a:gd name="T10" fmla="*/ 5 w 73"/>
                  <a:gd name="T11" fmla="*/ 1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64">
                    <a:moveTo>
                      <a:pt x="2" y="1"/>
                    </a:moveTo>
                    <a:cubicBezTo>
                      <a:pt x="0" y="17"/>
                      <a:pt x="10" y="37"/>
                      <a:pt x="23" y="49"/>
                    </a:cubicBezTo>
                    <a:cubicBezTo>
                      <a:pt x="39" y="64"/>
                      <a:pt x="51" y="61"/>
                      <a:pt x="61" y="54"/>
                    </a:cubicBezTo>
                    <a:cubicBezTo>
                      <a:pt x="73" y="44"/>
                      <a:pt x="70" y="20"/>
                      <a:pt x="6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32" name="Freeform 2322">
                <a:extLst>
                  <a:ext uri="{FF2B5EF4-FFF2-40B4-BE49-F238E27FC236}">
                    <a16:creationId xmlns:a16="http://schemas.microsoft.com/office/drawing/2014/main" id="{13996BD6-D0B3-4C45-AF7D-328EACA26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547"/>
                <a:ext cx="49" cy="57"/>
              </a:xfrm>
              <a:custGeom>
                <a:avLst/>
                <a:gdLst>
                  <a:gd name="T0" fmla="*/ 1 w 39"/>
                  <a:gd name="T1" fmla="*/ 1 h 43"/>
                  <a:gd name="T2" fmla="*/ 36 w 39"/>
                  <a:gd name="T3" fmla="*/ 86 h 43"/>
                  <a:gd name="T4" fmla="*/ 75 w 39"/>
                  <a:gd name="T5" fmla="*/ 72 h 43"/>
                  <a:gd name="T6" fmla="*/ 57 w 39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3">
                    <a:moveTo>
                      <a:pt x="1" y="1"/>
                    </a:moveTo>
                    <a:cubicBezTo>
                      <a:pt x="0" y="17"/>
                      <a:pt x="10" y="32"/>
                      <a:pt x="18" y="37"/>
                    </a:cubicBezTo>
                    <a:cubicBezTo>
                      <a:pt x="26" y="43"/>
                      <a:pt x="37" y="43"/>
                      <a:pt x="38" y="31"/>
                    </a:cubicBezTo>
                    <a:cubicBezTo>
                      <a:pt x="39" y="19"/>
                      <a:pt x="29" y="0"/>
                      <a:pt x="29" y="0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33" name="Freeform 2323">
                <a:extLst>
                  <a:ext uri="{FF2B5EF4-FFF2-40B4-BE49-F238E27FC236}">
                    <a16:creationId xmlns:a16="http://schemas.microsoft.com/office/drawing/2014/main" id="{1955D835-3D25-4357-92BA-2A014A213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548"/>
                <a:ext cx="25" cy="52"/>
              </a:xfrm>
              <a:custGeom>
                <a:avLst/>
                <a:gdLst>
                  <a:gd name="T0" fmla="*/ 1 w 20"/>
                  <a:gd name="T1" fmla="*/ 1 h 39"/>
                  <a:gd name="T2" fmla="*/ 39 w 20"/>
                  <a:gd name="T3" fmla="*/ 92 h 39"/>
                  <a:gd name="T4" fmla="*/ 29 w 20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" y="1"/>
                    </a:moveTo>
                    <a:cubicBezTo>
                      <a:pt x="0" y="9"/>
                      <a:pt x="8" y="34"/>
                      <a:pt x="20" y="39"/>
                    </a:cubicBezTo>
                    <a:cubicBezTo>
                      <a:pt x="9" y="29"/>
                      <a:pt x="5" y="6"/>
                      <a:pt x="14" y="0"/>
                    </a:cubicBezTo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34" name="Freeform 2324">
                <a:extLst>
                  <a:ext uri="{FF2B5EF4-FFF2-40B4-BE49-F238E27FC236}">
                    <a16:creationId xmlns:a16="http://schemas.microsoft.com/office/drawing/2014/main" id="{95C852A6-42C6-4F64-805E-19B668153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547"/>
                <a:ext cx="40" cy="56"/>
              </a:xfrm>
              <a:custGeom>
                <a:avLst/>
                <a:gdLst>
                  <a:gd name="T0" fmla="*/ 1 w 32"/>
                  <a:gd name="T1" fmla="*/ 0 h 42"/>
                  <a:gd name="T2" fmla="*/ 1 w 32"/>
                  <a:gd name="T3" fmla="*/ 28 h 42"/>
                  <a:gd name="T4" fmla="*/ 39 w 32"/>
                  <a:gd name="T5" fmla="*/ 95 h 42"/>
                  <a:gd name="T6" fmla="*/ 63 w 32"/>
                  <a:gd name="T7" fmla="*/ 92 h 42"/>
                  <a:gd name="T8" fmla="*/ 41 w 32"/>
                  <a:gd name="T9" fmla="*/ 92 h 42"/>
                  <a:gd name="T10" fmla="*/ 5 w 32"/>
                  <a:gd name="T11" fmla="*/ 28 h 42"/>
                  <a:gd name="T12" fmla="*/ 1 w 32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2">
                    <a:moveTo>
                      <a:pt x="1" y="0"/>
                    </a:moveTo>
                    <a:cubicBezTo>
                      <a:pt x="0" y="4"/>
                      <a:pt x="0" y="8"/>
                      <a:pt x="1" y="12"/>
                    </a:cubicBezTo>
                    <a:cubicBezTo>
                      <a:pt x="3" y="23"/>
                      <a:pt x="11" y="35"/>
                      <a:pt x="20" y="40"/>
                    </a:cubicBezTo>
                    <a:cubicBezTo>
                      <a:pt x="24" y="42"/>
                      <a:pt x="28" y="41"/>
                      <a:pt x="32" y="39"/>
                    </a:cubicBezTo>
                    <a:cubicBezTo>
                      <a:pt x="28" y="41"/>
                      <a:pt x="25" y="41"/>
                      <a:pt x="21" y="39"/>
                    </a:cubicBezTo>
                    <a:cubicBezTo>
                      <a:pt x="11" y="35"/>
                      <a:pt x="4" y="22"/>
                      <a:pt x="2" y="12"/>
                    </a:cubicBezTo>
                    <a:cubicBezTo>
                      <a:pt x="1" y="8"/>
                      <a:pt x="1" y="4"/>
                      <a:pt x="1" y="0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35" name="Freeform 2325">
                <a:extLst>
                  <a:ext uri="{FF2B5EF4-FFF2-40B4-BE49-F238E27FC236}">
                    <a16:creationId xmlns:a16="http://schemas.microsoft.com/office/drawing/2014/main" id="{A7754360-F5BF-4E8E-97C3-DAE90D370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668"/>
                <a:ext cx="24" cy="72"/>
              </a:xfrm>
              <a:custGeom>
                <a:avLst/>
                <a:gdLst>
                  <a:gd name="T0" fmla="*/ 38 w 19"/>
                  <a:gd name="T1" fmla="*/ 128 h 54"/>
                  <a:gd name="T2" fmla="*/ 38 w 19"/>
                  <a:gd name="T3" fmla="*/ 0 h 54"/>
                  <a:gd name="T4" fmla="*/ 38 w 19"/>
                  <a:gd name="T5" fmla="*/ 0 h 54"/>
                  <a:gd name="T6" fmla="*/ 1 w 19"/>
                  <a:gd name="T7" fmla="*/ 71 h 54"/>
                  <a:gd name="T8" fmla="*/ 38 w 19"/>
                  <a:gd name="T9" fmla="*/ 12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4">
                    <a:moveTo>
                      <a:pt x="19" y="54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7" y="5"/>
                      <a:pt x="0" y="15"/>
                      <a:pt x="1" y="30"/>
                    </a:cubicBezTo>
                    <a:cubicBezTo>
                      <a:pt x="2" y="42"/>
                      <a:pt x="9" y="50"/>
                      <a:pt x="19" y="54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36" name="Freeform 2326">
                <a:extLst>
                  <a:ext uri="{FF2B5EF4-FFF2-40B4-BE49-F238E27FC236}">
                    <a16:creationId xmlns:a16="http://schemas.microsoft.com/office/drawing/2014/main" id="{7B191B91-1CF6-4F56-8507-F6600DA20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691"/>
                <a:ext cx="4" cy="16"/>
              </a:xfrm>
              <a:custGeom>
                <a:avLst/>
                <a:gdLst>
                  <a:gd name="T0" fmla="*/ 7 w 3"/>
                  <a:gd name="T1" fmla="*/ 27 h 12"/>
                  <a:gd name="T2" fmla="*/ 1 w 3"/>
                  <a:gd name="T3" fmla="*/ 20 h 12"/>
                  <a:gd name="T4" fmla="*/ 7 w 3"/>
                  <a:gd name="T5" fmla="*/ 0 h 12"/>
                  <a:gd name="T6" fmla="*/ 7 w 3"/>
                  <a:gd name="T7" fmla="*/ 0 h 12"/>
                  <a:gd name="T8" fmla="*/ 1 w 3"/>
                  <a:gd name="T9" fmla="*/ 20 h 12"/>
                  <a:gd name="T10" fmla="*/ 7 w 3"/>
                  <a:gd name="T11" fmla="*/ 28 h 12"/>
                  <a:gd name="T12" fmla="*/ 7 w 3"/>
                  <a:gd name="T13" fmla="*/ 27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11"/>
                    </a:moveTo>
                    <a:cubicBezTo>
                      <a:pt x="2" y="10"/>
                      <a:pt x="2" y="9"/>
                      <a:pt x="1" y="8"/>
                    </a:cubicBezTo>
                    <a:cubicBezTo>
                      <a:pt x="1" y="5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2"/>
                      <a:pt x="0" y="5"/>
                      <a:pt x="1" y="8"/>
                    </a:cubicBezTo>
                    <a:cubicBezTo>
                      <a:pt x="1" y="9"/>
                      <a:pt x="2" y="11"/>
                      <a:pt x="3" y="12"/>
                    </a:cubicBez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37" name="Freeform 2327">
                <a:extLst>
                  <a:ext uri="{FF2B5EF4-FFF2-40B4-BE49-F238E27FC236}">
                    <a16:creationId xmlns:a16="http://schemas.microsoft.com/office/drawing/2014/main" id="{9F102E7B-B296-43F3-B054-823EB8D5E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2637"/>
                <a:ext cx="65" cy="134"/>
              </a:xfrm>
              <a:custGeom>
                <a:avLst/>
                <a:gdLst>
                  <a:gd name="T0" fmla="*/ 64 w 52"/>
                  <a:gd name="T1" fmla="*/ 27 h 100"/>
                  <a:gd name="T2" fmla="*/ 13 w 52"/>
                  <a:gd name="T3" fmla="*/ 43 h 100"/>
                  <a:gd name="T4" fmla="*/ 16 w 52"/>
                  <a:gd name="T5" fmla="*/ 178 h 100"/>
                  <a:gd name="T6" fmla="*/ 68 w 52"/>
                  <a:gd name="T7" fmla="*/ 239 h 100"/>
                  <a:gd name="T8" fmla="*/ 64 w 52"/>
                  <a:gd name="T9" fmla="*/ 27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00">
                    <a:moveTo>
                      <a:pt x="33" y="11"/>
                    </a:moveTo>
                    <a:cubicBezTo>
                      <a:pt x="22" y="0"/>
                      <a:pt x="12" y="4"/>
                      <a:pt x="6" y="18"/>
                    </a:cubicBezTo>
                    <a:cubicBezTo>
                      <a:pt x="0" y="32"/>
                      <a:pt x="2" y="55"/>
                      <a:pt x="8" y="74"/>
                    </a:cubicBezTo>
                    <a:cubicBezTo>
                      <a:pt x="16" y="96"/>
                      <a:pt x="25" y="100"/>
                      <a:pt x="34" y="99"/>
                    </a:cubicBezTo>
                    <a:cubicBezTo>
                      <a:pt x="52" y="96"/>
                      <a:pt x="52" y="34"/>
                      <a:pt x="33" y="11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38" name="Freeform 2328">
                <a:extLst>
                  <a:ext uri="{FF2B5EF4-FFF2-40B4-BE49-F238E27FC236}">
                    <a16:creationId xmlns:a16="http://schemas.microsoft.com/office/drawing/2014/main" id="{2C603C8B-ADC2-4BB0-AA2B-BFBCD730C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663"/>
                <a:ext cx="30" cy="102"/>
              </a:xfrm>
              <a:custGeom>
                <a:avLst/>
                <a:gdLst>
                  <a:gd name="T0" fmla="*/ 38 w 24"/>
                  <a:gd name="T1" fmla="*/ 37 h 77"/>
                  <a:gd name="T2" fmla="*/ 16 w 24"/>
                  <a:gd name="T3" fmla="*/ 7 h 77"/>
                  <a:gd name="T4" fmla="*/ 0 w 24"/>
                  <a:gd name="T5" fmla="*/ 70 h 77"/>
                  <a:gd name="T6" fmla="*/ 16 w 24"/>
                  <a:gd name="T7" fmla="*/ 130 h 77"/>
                  <a:gd name="T8" fmla="*/ 39 w 24"/>
                  <a:gd name="T9" fmla="*/ 4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77">
                    <a:moveTo>
                      <a:pt x="19" y="16"/>
                    </a:moveTo>
                    <a:cubicBezTo>
                      <a:pt x="17" y="12"/>
                      <a:pt x="14" y="0"/>
                      <a:pt x="8" y="3"/>
                    </a:cubicBezTo>
                    <a:cubicBezTo>
                      <a:pt x="1" y="5"/>
                      <a:pt x="0" y="24"/>
                      <a:pt x="0" y="30"/>
                    </a:cubicBezTo>
                    <a:cubicBezTo>
                      <a:pt x="0" y="39"/>
                      <a:pt x="2" y="49"/>
                      <a:pt x="8" y="56"/>
                    </a:cubicBezTo>
                    <a:cubicBezTo>
                      <a:pt x="24" y="77"/>
                      <a:pt x="20" y="29"/>
                      <a:pt x="20" y="21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39" name="Freeform 2329">
                <a:extLst>
                  <a:ext uri="{FF2B5EF4-FFF2-40B4-BE49-F238E27FC236}">
                    <a16:creationId xmlns:a16="http://schemas.microsoft.com/office/drawing/2014/main" id="{7AA10CE3-AD89-4F0E-A7CC-9826FED85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663"/>
                <a:ext cx="20" cy="76"/>
              </a:xfrm>
              <a:custGeom>
                <a:avLst/>
                <a:gdLst>
                  <a:gd name="T0" fmla="*/ 31 w 16"/>
                  <a:gd name="T1" fmla="*/ 16 h 57"/>
                  <a:gd name="T2" fmla="*/ 5 w 16"/>
                  <a:gd name="T3" fmla="*/ 37 h 57"/>
                  <a:gd name="T4" fmla="*/ 18 w 16"/>
                  <a:gd name="T5" fmla="*/ 135 h 57"/>
                  <a:gd name="T6" fmla="*/ 31 w 16"/>
                  <a:gd name="T7" fmla="*/ 16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7">
                    <a:moveTo>
                      <a:pt x="16" y="7"/>
                    </a:moveTo>
                    <a:cubicBezTo>
                      <a:pt x="11" y="2"/>
                      <a:pt x="5" y="0"/>
                      <a:pt x="2" y="16"/>
                    </a:cubicBezTo>
                    <a:cubicBezTo>
                      <a:pt x="0" y="32"/>
                      <a:pt x="7" y="53"/>
                      <a:pt x="9" y="57"/>
                    </a:cubicBezTo>
                    <a:cubicBezTo>
                      <a:pt x="5" y="44"/>
                      <a:pt x="9" y="5"/>
                      <a:pt x="16" y="7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40" name="Freeform 2330">
                <a:extLst>
                  <a:ext uri="{FF2B5EF4-FFF2-40B4-BE49-F238E27FC236}">
                    <a16:creationId xmlns:a16="http://schemas.microsoft.com/office/drawing/2014/main" id="{DF51A30B-FFFF-4DB0-A0FC-87653B249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665"/>
                <a:ext cx="21" cy="79"/>
              </a:xfrm>
              <a:custGeom>
                <a:avLst/>
                <a:gdLst>
                  <a:gd name="T0" fmla="*/ 17 w 17"/>
                  <a:gd name="T1" fmla="*/ 0 h 59"/>
                  <a:gd name="T2" fmla="*/ 1 w 17"/>
                  <a:gd name="T3" fmla="*/ 43 h 59"/>
                  <a:gd name="T4" fmla="*/ 14 w 17"/>
                  <a:gd name="T5" fmla="*/ 127 h 59"/>
                  <a:gd name="T6" fmla="*/ 31 w 17"/>
                  <a:gd name="T7" fmla="*/ 142 h 59"/>
                  <a:gd name="T8" fmla="*/ 31 w 17"/>
                  <a:gd name="T9" fmla="*/ 142 h 59"/>
                  <a:gd name="T10" fmla="*/ 15 w 17"/>
                  <a:gd name="T11" fmla="*/ 127 h 59"/>
                  <a:gd name="T12" fmla="*/ 1 w 17"/>
                  <a:gd name="T13" fmla="*/ 43 h 59"/>
                  <a:gd name="T14" fmla="*/ 17 w 17"/>
                  <a:gd name="T15" fmla="*/ 1 h 59"/>
                  <a:gd name="T16" fmla="*/ 32 w 17"/>
                  <a:gd name="T17" fmla="*/ 15 h 59"/>
                  <a:gd name="T18" fmla="*/ 32 w 17"/>
                  <a:gd name="T19" fmla="*/ 15 h 59"/>
                  <a:gd name="T20" fmla="*/ 17 w 17"/>
                  <a:gd name="T21" fmla="*/ 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9">
                    <a:moveTo>
                      <a:pt x="9" y="0"/>
                    </a:moveTo>
                    <a:cubicBezTo>
                      <a:pt x="5" y="1"/>
                      <a:pt x="2" y="8"/>
                      <a:pt x="1" y="18"/>
                    </a:cubicBezTo>
                    <a:cubicBezTo>
                      <a:pt x="0" y="28"/>
                      <a:pt x="2" y="44"/>
                      <a:pt x="7" y="53"/>
                    </a:cubicBezTo>
                    <a:cubicBezTo>
                      <a:pt x="10" y="57"/>
                      <a:pt x="13" y="59"/>
                      <a:pt x="16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3" y="59"/>
                      <a:pt x="10" y="57"/>
                      <a:pt x="8" y="53"/>
                    </a:cubicBezTo>
                    <a:cubicBezTo>
                      <a:pt x="2" y="44"/>
                      <a:pt x="0" y="28"/>
                      <a:pt x="1" y="18"/>
                    </a:cubicBezTo>
                    <a:cubicBezTo>
                      <a:pt x="2" y="8"/>
                      <a:pt x="5" y="2"/>
                      <a:pt x="9" y="1"/>
                    </a:cubicBezTo>
                    <a:cubicBezTo>
                      <a:pt x="11" y="1"/>
                      <a:pt x="14" y="2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2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41" name="Freeform 2331">
                <a:extLst>
                  <a:ext uri="{FF2B5EF4-FFF2-40B4-BE49-F238E27FC236}">
                    <a16:creationId xmlns:a16="http://schemas.microsoft.com/office/drawing/2014/main" id="{694C9C8C-40DE-494F-AF0D-0B36ECCAD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692"/>
                <a:ext cx="85" cy="88"/>
              </a:xfrm>
              <a:custGeom>
                <a:avLst/>
                <a:gdLst>
                  <a:gd name="T0" fmla="*/ 100 w 68"/>
                  <a:gd name="T1" fmla="*/ 27 h 66"/>
                  <a:gd name="T2" fmla="*/ 60 w 68"/>
                  <a:gd name="T3" fmla="*/ 1 h 66"/>
                  <a:gd name="T4" fmla="*/ 23 w 68"/>
                  <a:gd name="T5" fmla="*/ 27 h 66"/>
                  <a:gd name="T6" fmla="*/ 56 w 68"/>
                  <a:gd name="T7" fmla="*/ 137 h 66"/>
                  <a:gd name="T8" fmla="*/ 133 w 68"/>
                  <a:gd name="T9" fmla="*/ 100 h 66"/>
                  <a:gd name="T10" fmla="*/ 100 w 68"/>
                  <a:gd name="T11" fmla="*/ 27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66">
                    <a:moveTo>
                      <a:pt x="51" y="11"/>
                    </a:moveTo>
                    <a:cubicBezTo>
                      <a:pt x="44" y="5"/>
                      <a:pt x="38" y="0"/>
                      <a:pt x="30" y="1"/>
                    </a:cubicBezTo>
                    <a:cubicBezTo>
                      <a:pt x="23" y="2"/>
                      <a:pt x="15" y="5"/>
                      <a:pt x="11" y="11"/>
                    </a:cubicBezTo>
                    <a:cubicBezTo>
                      <a:pt x="0" y="26"/>
                      <a:pt x="10" y="49"/>
                      <a:pt x="29" y="58"/>
                    </a:cubicBezTo>
                    <a:cubicBezTo>
                      <a:pt x="49" y="66"/>
                      <a:pt x="67" y="55"/>
                      <a:pt x="68" y="42"/>
                    </a:cubicBezTo>
                    <a:cubicBezTo>
                      <a:pt x="68" y="29"/>
                      <a:pt x="65" y="24"/>
                      <a:pt x="51" y="11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42" name="Freeform 2332">
                <a:extLst>
                  <a:ext uri="{FF2B5EF4-FFF2-40B4-BE49-F238E27FC236}">
                    <a16:creationId xmlns:a16="http://schemas.microsoft.com/office/drawing/2014/main" id="{40B801FC-8FE5-48A4-9373-4ABC56576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708"/>
                <a:ext cx="44" cy="48"/>
              </a:xfrm>
              <a:custGeom>
                <a:avLst/>
                <a:gdLst>
                  <a:gd name="T0" fmla="*/ 31 w 35"/>
                  <a:gd name="T1" fmla="*/ 9 h 36"/>
                  <a:gd name="T2" fmla="*/ 1 w 35"/>
                  <a:gd name="T3" fmla="*/ 23 h 36"/>
                  <a:gd name="T4" fmla="*/ 36 w 35"/>
                  <a:gd name="T5" fmla="*/ 80 h 36"/>
                  <a:gd name="T6" fmla="*/ 63 w 35"/>
                  <a:gd name="T7" fmla="*/ 48 h 36"/>
                  <a:gd name="T8" fmla="*/ 31 w 35"/>
                  <a:gd name="T9" fmla="*/ 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16" y="4"/>
                    </a:moveTo>
                    <a:cubicBezTo>
                      <a:pt x="9" y="0"/>
                      <a:pt x="2" y="0"/>
                      <a:pt x="1" y="10"/>
                    </a:cubicBezTo>
                    <a:cubicBezTo>
                      <a:pt x="0" y="21"/>
                      <a:pt x="6" y="31"/>
                      <a:pt x="18" y="34"/>
                    </a:cubicBezTo>
                    <a:cubicBezTo>
                      <a:pt x="30" y="36"/>
                      <a:pt x="35" y="26"/>
                      <a:pt x="32" y="20"/>
                    </a:cubicBezTo>
                    <a:cubicBezTo>
                      <a:pt x="28" y="14"/>
                      <a:pt x="22" y="7"/>
                      <a:pt x="16" y="4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43" name="Freeform 2333">
                <a:extLst>
                  <a:ext uri="{FF2B5EF4-FFF2-40B4-BE49-F238E27FC236}">
                    <a16:creationId xmlns:a16="http://schemas.microsoft.com/office/drawing/2014/main" id="{ADFE8CCE-F106-40D7-BD29-05F9F8728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709"/>
                <a:ext cx="33" cy="44"/>
              </a:xfrm>
              <a:custGeom>
                <a:avLst/>
                <a:gdLst>
                  <a:gd name="T0" fmla="*/ 5 w 26"/>
                  <a:gd name="T1" fmla="*/ 21 h 33"/>
                  <a:gd name="T2" fmla="*/ 53 w 26"/>
                  <a:gd name="T3" fmla="*/ 21 h 33"/>
                  <a:gd name="T4" fmla="*/ 23 w 26"/>
                  <a:gd name="T5" fmla="*/ 64 h 33"/>
                  <a:gd name="T6" fmla="*/ 22 w 26"/>
                  <a:gd name="T7" fmla="*/ 63 h 33"/>
                  <a:gd name="T8" fmla="*/ 5 w 26"/>
                  <a:gd name="T9" fmla="*/ 2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2" y="9"/>
                    </a:moveTo>
                    <a:cubicBezTo>
                      <a:pt x="9" y="0"/>
                      <a:pt x="18" y="0"/>
                      <a:pt x="26" y="9"/>
                    </a:cubicBezTo>
                    <a:cubicBezTo>
                      <a:pt x="6" y="0"/>
                      <a:pt x="5" y="20"/>
                      <a:pt x="11" y="27"/>
                    </a:cubicBezTo>
                    <a:cubicBezTo>
                      <a:pt x="17" y="33"/>
                      <a:pt x="10" y="26"/>
                      <a:pt x="10" y="26"/>
                    </a:cubicBezTo>
                    <a:cubicBezTo>
                      <a:pt x="10" y="26"/>
                      <a:pt x="0" y="15"/>
                      <a:pt x="2" y="9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44" name="Freeform 2334">
                <a:extLst>
                  <a:ext uri="{FF2B5EF4-FFF2-40B4-BE49-F238E27FC236}">
                    <a16:creationId xmlns:a16="http://schemas.microsoft.com/office/drawing/2014/main" id="{1865F4AD-9FB1-499B-9C8F-EB1DA059F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711"/>
                <a:ext cx="43" cy="45"/>
              </a:xfrm>
              <a:custGeom>
                <a:avLst/>
                <a:gdLst>
                  <a:gd name="T0" fmla="*/ 64 w 35"/>
                  <a:gd name="T1" fmla="*/ 42 h 34"/>
                  <a:gd name="T2" fmla="*/ 54 w 35"/>
                  <a:gd name="T3" fmla="*/ 71 h 34"/>
                  <a:gd name="T4" fmla="*/ 15 w 35"/>
                  <a:gd name="T5" fmla="*/ 56 h 34"/>
                  <a:gd name="T6" fmla="*/ 1 w 35"/>
                  <a:gd name="T7" fmla="*/ 20 h 34"/>
                  <a:gd name="T8" fmla="*/ 17 w 35"/>
                  <a:gd name="T9" fmla="*/ 0 h 34"/>
                  <a:gd name="T10" fmla="*/ 17 w 35"/>
                  <a:gd name="T11" fmla="*/ 0 h 34"/>
                  <a:gd name="T12" fmla="*/ 1 w 35"/>
                  <a:gd name="T13" fmla="*/ 20 h 34"/>
                  <a:gd name="T14" fmla="*/ 14 w 35"/>
                  <a:gd name="T15" fmla="*/ 58 h 34"/>
                  <a:gd name="T16" fmla="*/ 55 w 35"/>
                  <a:gd name="T17" fmla="*/ 71 h 34"/>
                  <a:gd name="T18" fmla="*/ 64 w 35"/>
                  <a:gd name="T19" fmla="*/ 42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4">
                    <a:moveTo>
                      <a:pt x="34" y="18"/>
                    </a:moveTo>
                    <a:cubicBezTo>
                      <a:pt x="35" y="23"/>
                      <a:pt x="34" y="28"/>
                      <a:pt x="29" y="31"/>
                    </a:cubicBezTo>
                    <a:cubicBezTo>
                      <a:pt x="24" y="33"/>
                      <a:pt x="16" y="33"/>
                      <a:pt x="8" y="24"/>
                    </a:cubicBezTo>
                    <a:cubicBezTo>
                      <a:pt x="1" y="17"/>
                      <a:pt x="0" y="11"/>
                      <a:pt x="1" y="8"/>
                    </a:cubicBezTo>
                    <a:cubicBezTo>
                      <a:pt x="3" y="3"/>
                      <a:pt x="6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1"/>
                      <a:pt x="2" y="3"/>
                      <a:pt x="1" y="8"/>
                    </a:cubicBezTo>
                    <a:cubicBezTo>
                      <a:pt x="0" y="11"/>
                      <a:pt x="0" y="17"/>
                      <a:pt x="7" y="25"/>
                    </a:cubicBezTo>
                    <a:cubicBezTo>
                      <a:pt x="15" y="33"/>
                      <a:pt x="25" y="34"/>
                      <a:pt x="30" y="31"/>
                    </a:cubicBezTo>
                    <a:cubicBezTo>
                      <a:pt x="34" y="28"/>
                      <a:pt x="35" y="24"/>
                      <a:pt x="34" y="18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45" name="Freeform 2335">
                <a:extLst>
                  <a:ext uri="{FF2B5EF4-FFF2-40B4-BE49-F238E27FC236}">
                    <a16:creationId xmlns:a16="http://schemas.microsoft.com/office/drawing/2014/main" id="{27A5423F-B984-427D-BC05-3F89533E0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960"/>
                <a:ext cx="85" cy="127"/>
              </a:xfrm>
              <a:custGeom>
                <a:avLst/>
                <a:gdLst>
                  <a:gd name="T0" fmla="*/ 51 w 68"/>
                  <a:gd name="T1" fmla="*/ 20 h 95"/>
                  <a:gd name="T2" fmla="*/ 5 w 68"/>
                  <a:gd name="T3" fmla="*/ 52 h 95"/>
                  <a:gd name="T4" fmla="*/ 39 w 68"/>
                  <a:gd name="T5" fmla="*/ 179 h 95"/>
                  <a:gd name="T6" fmla="*/ 100 w 68"/>
                  <a:gd name="T7" fmla="*/ 219 h 95"/>
                  <a:gd name="T8" fmla="*/ 51 w 68"/>
                  <a:gd name="T9" fmla="*/ 20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5">
                    <a:moveTo>
                      <a:pt x="26" y="8"/>
                    </a:moveTo>
                    <a:cubicBezTo>
                      <a:pt x="12" y="0"/>
                      <a:pt x="3" y="7"/>
                      <a:pt x="2" y="22"/>
                    </a:cubicBezTo>
                    <a:cubicBezTo>
                      <a:pt x="0" y="36"/>
                      <a:pt x="8" y="58"/>
                      <a:pt x="20" y="75"/>
                    </a:cubicBezTo>
                    <a:cubicBezTo>
                      <a:pt x="33" y="94"/>
                      <a:pt x="44" y="95"/>
                      <a:pt x="51" y="92"/>
                    </a:cubicBezTo>
                    <a:cubicBezTo>
                      <a:pt x="68" y="83"/>
                      <a:pt x="51" y="24"/>
                      <a:pt x="26" y="8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46" name="Freeform 2336">
                <a:extLst>
                  <a:ext uri="{FF2B5EF4-FFF2-40B4-BE49-F238E27FC236}">
                    <a16:creationId xmlns:a16="http://schemas.microsoft.com/office/drawing/2014/main" id="{A12E122F-4C80-4CF0-962B-AAD3FF8FA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985"/>
                <a:ext cx="43" cy="80"/>
              </a:xfrm>
              <a:custGeom>
                <a:avLst/>
                <a:gdLst>
                  <a:gd name="T0" fmla="*/ 38 w 35"/>
                  <a:gd name="T1" fmla="*/ 36 h 60"/>
                  <a:gd name="T2" fmla="*/ 9 w 35"/>
                  <a:gd name="T3" fmla="*/ 9 h 60"/>
                  <a:gd name="T4" fmla="*/ 22 w 35"/>
                  <a:gd name="T5" fmla="*/ 105 h 60"/>
                  <a:gd name="T6" fmla="*/ 59 w 35"/>
                  <a:gd name="T7" fmla="*/ 119 h 60"/>
                  <a:gd name="T8" fmla="*/ 38 w 35"/>
                  <a:gd name="T9" fmla="*/ 3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0">
                    <a:moveTo>
                      <a:pt x="20" y="15"/>
                    </a:moveTo>
                    <a:cubicBezTo>
                      <a:pt x="16" y="4"/>
                      <a:pt x="10" y="0"/>
                      <a:pt x="5" y="4"/>
                    </a:cubicBezTo>
                    <a:cubicBezTo>
                      <a:pt x="0" y="8"/>
                      <a:pt x="4" y="29"/>
                      <a:pt x="12" y="44"/>
                    </a:cubicBezTo>
                    <a:cubicBezTo>
                      <a:pt x="21" y="60"/>
                      <a:pt x="30" y="60"/>
                      <a:pt x="32" y="50"/>
                    </a:cubicBezTo>
                    <a:cubicBezTo>
                      <a:pt x="35" y="41"/>
                      <a:pt x="22" y="19"/>
                      <a:pt x="20" y="15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47" name="Freeform 2337">
                <a:extLst>
                  <a:ext uri="{FF2B5EF4-FFF2-40B4-BE49-F238E27FC236}">
                    <a16:creationId xmlns:a16="http://schemas.microsoft.com/office/drawing/2014/main" id="{19BD22F5-A9A4-4427-A8C6-3B92359F2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981"/>
                <a:ext cx="20" cy="68"/>
              </a:xfrm>
              <a:custGeom>
                <a:avLst/>
                <a:gdLst>
                  <a:gd name="T0" fmla="*/ 31 w 16"/>
                  <a:gd name="T1" fmla="*/ 28 h 51"/>
                  <a:gd name="T2" fmla="*/ 8 w 16"/>
                  <a:gd name="T3" fmla="*/ 15 h 51"/>
                  <a:gd name="T4" fmla="*/ 30 w 16"/>
                  <a:gd name="T5" fmla="*/ 121 h 51"/>
                  <a:gd name="T6" fmla="*/ 31 w 16"/>
                  <a:gd name="T7" fmla="*/ 2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1">
                    <a:moveTo>
                      <a:pt x="16" y="12"/>
                    </a:moveTo>
                    <a:cubicBezTo>
                      <a:pt x="13" y="5"/>
                      <a:pt x="7" y="3"/>
                      <a:pt x="4" y="6"/>
                    </a:cubicBezTo>
                    <a:cubicBezTo>
                      <a:pt x="0" y="10"/>
                      <a:pt x="2" y="38"/>
                      <a:pt x="15" y="51"/>
                    </a:cubicBezTo>
                    <a:cubicBezTo>
                      <a:pt x="7" y="40"/>
                      <a:pt x="2" y="0"/>
                      <a:pt x="16" y="12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48" name="Freeform 2338">
                <a:extLst>
                  <a:ext uri="{FF2B5EF4-FFF2-40B4-BE49-F238E27FC236}">
                    <a16:creationId xmlns:a16="http://schemas.microsoft.com/office/drawing/2014/main" id="{FA9EAE0D-C0AC-4773-A93E-D5B8B10A8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985"/>
                <a:ext cx="35" cy="75"/>
              </a:xfrm>
              <a:custGeom>
                <a:avLst/>
                <a:gdLst>
                  <a:gd name="T0" fmla="*/ 10 w 28"/>
                  <a:gd name="T1" fmla="*/ 1 h 56"/>
                  <a:gd name="T2" fmla="*/ 5 w 28"/>
                  <a:gd name="T3" fmla="*/ 48 h 56"/>
                  <a:gd name="T4" fmla="*/ 36 w 28"/>
                  <a:gd name="T5" fmla="*/ 126 h 56"/>
                  <a:gd name="T6" fmla="*/ 55 w 28"/>
                  <a:gd name="T7" fmla="*/ 134 h 56"/>
                  <a:gd name="T8" fmla="*/ 55 w 28"/>
                  <a:gd name="T9" fmla="*/ 134 h 56"/>
                  <a:gd name="T10" fmla="*/ 36 w 28"/>
                  <a:gd name="T11" fmla="*/ 126 h 56"/>
                  <a:gd name="T12" fmla="*/ 5 w 28"/>
                  <a:gd name="T13" fmla="*/ 48 h 56"/>
                  <a:gd name="T14" fmla="*/ 10 w 28"/>
                  <a:gd name="T15" fmla="*/ 5 h 56"/>
                  <a:gd name="T16" fmla="*/ 29 w 28"/>
                  <a:gd name="T17" fmla="*/ 9 h 56"/>
                  <a:gd name="T18" fmla="*/ 29 w 28"/>
                  <a:gd name="T19" fmla="*/ 9 h 56"/>
                  <a:gd name="T20" fmla="*/ 10 w 28"/>
                  <a:gd name="T21" fmla="*/ 1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56">
                    <a:moveTo>
                      <a:pt x="5" y="1"/>
                    </a:moveTo>
                    <a:cubicBezTo>
                      <a:pt x="1" y="3"/>
                      <a:pt x="0" y="10"/>
                      <a:pt x="2" y="20"/>
                    </a:cubicBezTo>
                    <a:cubicBezTo>
                      <a:pt x="4" y="30"/>
                      <a:pt x="10" y="45"/>
                      <a:pt x="18" y="52"/>
                    </a:cubicBezTo>
                    <a:cubicBezTo>
                      <a:pt x="22" y="55"/>
                      <a:pt x="25" y="56"/>
                      <a:pt x="28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5" y="56"/>
                      <a:pt x="22" y="55"/>
                      <a:pt x="18" y="52"/>
                    </a:cubicBezTo>
                    <a:cubicBezTo>
                      <a:pt x="11" y="45"/>
                      <a:pt x="4" y="30"/>
                      <a:pt x="2" y="20"/>
                    </a:cubicBezTo>
                    <a:cubicBezTo>
                      <a:pt x="1" y="10"/>
                      <a:pt x="2" y="3"/>
                      <a:pt x="5" y="2"/>
                    </a:cubicBezTo>
                    <a:cubicBezTo>
                      <a:pt x="7" y="0"/>
                      <a:pt x="11" y="1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0" y="1"/>
                      <a:pt x="7" y="0"/>
                      <a:pt x="5" y="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49" name="Freeform 2339">
                <a:extLst>
                  <a:ext uri="{FF2B5EF4-FFF2-40B4-BE49-F238E27FC236}">
                    <a16:creationId xmlns:a16="http://schemas.microsoft.com/office/drawing/2014/main" id="{95FAB665-7AAB-46BC-9483-AC6F62E82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799"/>
                <a:ext cx="90" cy="128"/>
              </a:xfrm>
              <a:custGeom>
                <a:avLst/>
                <a:gdLst>
                  <a:gd name="T0" fmla="*/ 108 w 72"/>
                  <a:gd name="T1" fmla="*/ 43 h 96"/>
                  <a:gd name="T2" fmla="*/ 69 w 72"/>
                  <a:gd name="T3" fmla="*/ 12 h 96"/>
                  <a:gd name="T4" fmla="*/ 16 w 72"/>
                  <a:gd name="T5" fmla="*/ 128 h 96"/>
                  <a:gd name="T6" fmla="*/ 101 w 72"/>
                  <a:gd name="T7" fmla="*/ 220 h 96"/>
                  <a:gd name="T8" fmla="*/ 139 w 72"/>
                  <a:gd name="T9" fmla="*/ 164 h 96"/>
                  <a:gd name="T10" fmla="*/ 124 w 72"/>
                  <a:gd name="T11" fmla="*/ 95 h 96"/>
                  <a:gd name="T12" fmla="*/ 108 w 72"/>
                  <a:gd name="T13" fmla="*/ 43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96">
                    <a:moveTo>
                      <a:pt x="55" y="18"/>
                    </a:moveTo>
                    <a:cubicBezTo>
                      <a:pt x="49" y="11"/>
                      <a:pt x="43" y="6"/>
                      <a:pt x="35" y="5"/>
                    </a:cubicBezTo>
                    <a:cubicBezTo>
                      <a:pt x="10" y="0"/>
                      <a:pt x="0" y="27"/>
                      <a:pt x="8" y="54"/>
                    </a:cubicBezTo>
                    <a:cubicBezTo>
                      <a:pt x="16" y="80"/>
                      <a:pt x="39" y="96"/>
                      <a:pt x="52" y="93"/>
                    </a:cubicBezTo>
                    <a:cubicBezTo>
                      <a:pt x="65" y="91"/>
                      <a:pt x="71" y="82"/>
                      <a:pt x="71" y="69"/>
                    </a:cubicBezTo>
                    <a:cubicBezTo>
                      <a:pt x="72" y="58"/>
                      <a:pt x="66" y="46"/>
                      <a:pt x="63" y="40"/>
                    </a:cubicBezTo>
                    <a:cubicBezTo>
                      <a:pt x="60" y="33"/>
                      <a:pt x="59" y="23"/>
                      <a:pt x="55" y="18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50" name="Freeform 2340">
                <a:extLst>
                  <a:ext uri="{FF2B5EF4-FFF2-40B4-BE49-F238E27FC236}">
                    <a16:creationId xmlns:a16="http://schemas.microsoft.com/office/drawing/2014/main" id="{0BAB3FF5-6411-43ED-8145-8C0EAFE56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829"/>
                <a:ext cx="43" cy="72"/>
              </a:xfrm>
              <a:custGeom>
                <a:avLst/>
                <a:gdLst>
                  <a:gd name="T0" fmla="*/ 35 w 34"/>
                  <a:gd name="T1" fmla="*/ 23 h 54"/>
                  <a:gd name="T2" fmla="*/ 5 w 34"/>
                  <a:gd name="T3" fmla="*/ 21 h 54"/>
                  <a:gd name="T4" fmla="*/ 16 w 34"/>
                  <a:gd name="T5" fmla="*/ 97 h 54"/>
                  <a:gd name="T6" fmla="*/ 59 w 34"/>
                  <a:gd name="T7" fmla="*/ 112 h 54"/>
                  <a:gd name="T8" fmla="*/ 35 w 34"/>
                  <a:gd name="T9" fmla="*/ 2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54">
                    <a:moveTo>
                      <a:pt x="17" y="10"/>
                    </a:moveTo>
                    <a:cubicBezTo>
                      <a:pt x="11" y="0"/>
                      <a:pt x="2" y="3"/>
                      <a:pt x="2" y="9"/>
                    </a:cubicBezTo>
                    <a:cubicBezTo>
                      <a:pt x="1" y="15"/>
                      <a:pt x="0" y="30"/>
                      <a:pt x="8" y="41"/>
                    </a:cubicBezTo>
                    <a:cubicBezTo>
                      <a:pt x="17" y="53"/>
                      <a:pt x="26" y="54"/>
                      <a:pt x="29" y="47"/>
                    </a:cubicBezTo>
                    <a:cubicBezTo>
                      <a:pt x="34" y="33"/>
                      <a:pt x="17" y="10"/>
                      <a:pt x="17" y="10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51" name="Freeform 2341">
                <a:extLst>
                  <a:ext uri="{FF2B5EF4-FFF2-40B4-BE49-F238E27FC236}">
                    <a16:creationId xmlns:a16="http://schemas.microsoft.com/office/drawing/2014/main" id="{C06E4C91-8C45-4891-BDE6-8C25F51B1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827"/>
                <a:ext cx="28" cy="62"/>
              </a:xfrm>
              <a:custGeom>
                <a:avLst/>
                <a:gdLst>
                  <a:gd name="T0" fmla="*/ 46 w 22"/>
                  <a:gd name="T1" fmla="*/ 34 h 47"/>
                  <a:gd name="T2" fmla="*/ 13 w 22"/>
                  <a:gd name="T3" fmla="*/ 16 h 47"/>
                  <a:gd name="T4" fmla="*/ 29 w 22"/>
                  <a:gd name="T5" fmla="*/ 108 h 47"/>
                  <a:gd name="T6" fmla="*/ 46 w 22"/>
                  <a:gd name="T7" fmla="*/ 3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7">
                    <a:moveTo>
                      <a:pt x="22" y="15"/>
                    </a:moveTo>
                    <a:cubicBezTo>
                      <a:pt x="18" y="8"/>
                      <a:pt x="12" y="4"/>
                      <a:pt x="6" y="7"/>
                    </a:cubicBezTo>
                    <a:cubicBezTo>
                      <a:pt x="0" y="10"/>
                      <a:pt x="4" y="37"/>
                      <a:pt x="14" y="47"/>
                    </a:cubicBezTo>
                    <a:cubicBezTo>
                      <a:pt x="6" y="34"/>
                      <a:pt x="5" y="0"/>
                      <a:pt x="22" y="15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52" name="Freeform 2342">
                <a:extLst>
                  <a:ext uri="{FF2B5EF4-FFF2-40B4-BE49-F238E27FC236}">
                    <a16:creationId xmlns:a16="http://schemas.microsoft.com/office/drawing/2014/main" id="{C0F0E1B5-CA93-4F00-B5ED-540DE9E59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832"/>
                <a:ext cx="33" cy="67"/>
              </a:xfrm>
              <a:custGeom>
                <a:avLst/>
                <a:gdLst>
                  <a:gd name="T0" fmla="*/ 11 w 27"/>
                  <a:gd name="T1" fmla="*/ 5 h 50"/>
                  <a:gd name="T2" fmla="*/ 2 w 27"/>
                  <a:gd name="T3" fmla="*/ 46 h 50"/>
                  <a:gd name="T4" fmla="*/ 29 w 27"/>
                  <a:gd name="T5" fmla="*/ 113 h 50"/>
                  <a:gd name="T6" fmla="*/ 49 w 27"/>
                  <a:gd name="T7" fmla="*/ 118 h 50"/>
                  <a:gd name="T8" fmla="*/ 49 w 27"/>
                  <a:gd name="T9" fmla="*/ 118 h 50"/>
                  <a:gd name="T10" fmla="*/ 29 w 27"/>
                  <a:gd name="T11" fmla="*/ 111 h 50"/>
                  <a:gd name="T12" fmla="*/ 2 w 27"/>
                  <a:gd name="T13" fmla="*/ 46 h 50"/>
                  <a:gd name="T14" fmla="*/ 11 w 27"/>
                  <a:gd name="T15" fmla="*/ 5 h 50"/>
                  <a:gd name="T16" fmla="*/ 27 w 27"/>
                  <a:gd name="T17" fmla="*/ 7 h 50"/>
                  <a:gd name="T18" fmla="*/ 27 w 27"/>
                  <a:gd name="T19" fmla="*/ 7 h 50"/>
                  <a:gd name="T20" fmla="*/ 11 w 27"/>
                  <a:gd name="T21" fmla="*/ 5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50">
                    <a:moveTo>
                      <a:pt x="6" y="2"/>
                    </a:moveTo>
                    <a:cubicBezTo>
                      <a:pt x="2" y="4"/>
                      <a:pt x="0" y="11"/>
                      <a:pt x="2" y="19"/>
                    </a:cubicBezTo>
                    <a:cubicBezTo>
                      <a:pt x="4" y="31"/>
                      <a:pt x="9" y="42"/>
                      <a:pt x="16" y="47"/>
                    </a:cubicBezTo>
                    <a:cubicBezTo>
                      <a:pt x="19" y="49"/>
                      <a:pt x="23" y="50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3" y="50"/>
                      <a:pt x="20" y="49"/>
                      <a:pt x="16" y="46"/>
                    </a:cubicBezTo>
                    <a:cubicBezTo>
                      <a:pt x="10" y="42"/>
                      <a:pt x="4" y="31"/>
                      <a:pt x="2" y="19"/>
                    </a:cubicBezTo>
                    <a:cubicBezTo>
                      <a:pt x="1" y="11"/>
                      <a:pt x="2" y="5"/>
                      <a:pt x="6" y="2"/>
                    </a:cubicBezTo>
                    <a:cubicBezTo>
                      <a:pt x="9" y="1"/>
                      <a:pt x="12" y="1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1"/>
                      <a:pt x="8" y="0"/>
                      <a:pt x="6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53" name="Freeform 2343">
                <a:extLst>
                  <a:ext uri="{FF2B5EF4-FFF2-40B4-BE49-F238E27FC236}">
                    <a16:creationId xmlns:a16="http://schemas.microsoft.com/office/drawing/2014/main" id="{1C3B3634-10BB-4FA6-BB2C-84DAFA9A6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681"/>
                <a:ext cx="60" cy="76"/>
              </a:xfrm>
              <a:custGeom>
                <a:avLst/>
                <a:gdLst>
                  <a:gd name="T0" fmla="*/ 91 w 48"/>
                  <a:gd name="T1" fmla="*/ 80 h 57"/>
                  <a:gd name="T2" fmla="*/ 88 w 48"/>
                  <a:gd name="T3" fmla="*/ 101 h 57"/>
                  <a:gd name="T4" fmla="*/ 83 w 48"/>
                  <a:gd name="T5" fmla="*/ 105 h 57"/>
                  <a:gd name="T6" fmla="*/ 76 w 48"/>
                  <a:gd name="T7" fmla="*/ 119 h 57"/>
                  <a:gd name="T8" fmla="*/ 69 w 48"/>
                  <a:gd name="T9" fmla="*/ 116 h 57"/>
                  <a:gd name="T10" fmla="*/ 63 w 48"/>
                  <a:gd name="T11" fmla="*/ 127 h 57"/>
                  <a:gd name="T12" fmla="*/ 41 w 48"/>
                  <a:gd name="T13" fmla="*/ 129 h 57"/>
                  <a:gd name="T14" fmla="*/ 29 w 48"/>
                  <a:gd name="T15" fmla="*/ 119 h 57"/>
                  <a:gd name="T16" fmla="*/ 14 w 48"/>
                  <a:gd name="T17" fmla="*/ 105 h 57"/>
                  <a:gd name="T18" fmla="*/ 5 w 48"/>
                  <a:gd name="T19" fmla="*/ 87 h 57"/>
                  <a:gd name="T20" fmla="*/ 16 w 48"/>
                  <a:gd name="T21" fmla="*/ 69 h 57"/>
                  <a:gd name="T22" fmla="*/ 5 w 48"/>
                  <a:gd name="T23" fmla="*/ 52 h 57"/>
                  <a:gd name="T24" fmla="*/ 8 w 48"/>
                  <a:gd name="T25" fmla="*/ 31 h 57"/>
                  <a:gd name="T26" fmla="*/ 25 w 48"/>
                  <a:gd name="T27" fmla="*/ 16 h 57"/>
                  <a:gd name="T28" fmla="*/ 45 w 48"/>
                  <a:gd name="T29" fmla="*/ 1 h 57"/>
                  <a:gd name="T30" fmla="*/ 68 w 48"/>
                  <a:gd name="T31" fmla="*/ 5 h 57"/>
                  <a:gd name="T32" fmla="*/ 70 w 48"/>
                  <a:gd name="T33" fmla="*/ 20 h 57"/>
                  <a:gd name="T34" fmla="*/ 83 w 48"/>
                  <a:gd name="T35" fmla="*/ 21 h 57"/>
                  <a:gd name="T36" fmla="*/ 94 w 48"/>
                  <a:gd name="T37" fmla="*/ 37 h 57"/>
                  <a:gd name="T38" fmla="*/ 88 w 48"/>
                  <a:gd name="T39" fmla="*/ 59 h 57"/>
                  <a:gd name="T40" fmla="*/ 91 w 48"/>
                  <a:gd name="T41" fmla="*/ 8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" h="57">
                    <a:moveTo>
                      <a:pt x="46" y="34"/>
                    </a:moveTo>
                    <a:cubicBezTo>
                      <a:pt x="47" y="38"/>
                      <a:pt x="48" y="40"/>
                      <a:pt x="45" y="43"/>
                    </a:cubicBezTo>
                    <a:cubicBezTo>
                      <a:pt x="44" y="44"/>
                      <a:pt x="43" y="43"/>
                      <a:pt x="42" y="44"/>
                    </a:cubicBezTo>
                    <a:cubicBezTo>
                      <a:pt x="42" y="45"/>
                      <a:pt x="43" y="50"/>
                      <a:pt x="39" y="50"/>
                    </a:cubicBezTo>
                    <a:cubicBezTo>
                      <a:pt x="38" y="50"/>
                      <a:pt x="36" y="49"/>
                      <a:pt x="35" y="49"/>
                    </a:cubicBezTo>
                    <a:cubicBezTo>
                      <a:pt x="34" y="49"/>
                      <a:pt x="33" y="52"/>
                      <a:pt x="32" y="53"/>
                    </a:cubicBezTo>
                    <a:cubicBezTo>
                      <a:pt x="29" y="55"/>
                      <a:pt x="25" y="57"/>
                      <a:pt x="21" y="55"/>
                    </a:cubicBezTo>
                    <a:cubicBezTo>
                      <a:pt x="18" y="54"/>
                      <a:pt x="18" y="51"/>
                      <a:pt x="14" y="50"/>
                    </a:cubicBezTo>
                    <a:cubicBezTo>
                      <a:pt x="10" y="48"/>
                      <a:pt x="9" y="48"/>
                      <a:pt x="7" y="44"/>
                    </a:cubicBezTo>
                    <a:cubicBezTo>
                      <a:pt x="6" y="41"/>
                      <a:pt x="3" y="40"/>
                      <a:pt x="2" y="37"/>
                    </a:cubicBezTo>
                    <a:cubicBezTo>
                      <a:pt x="0" y="32"/>
                      <a:pt x="7" y="33"/>
                      <a:pt x="8" y="29"/>
                    </a:cubicBezTo>
                    <a:cubicBezTo>
                      <a:pt x="9" y="25"/>
                      <a:pt x="3" y="25"/>
                      <a:pt x="2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6" y="11"/>
                      <a:pt x="10" y="10"/>
                      <a:pt x="13" y="7"/>
                    </a:cubicBezTo>
                    <a:cubicBezTo>
                      <a:pt x="16" y="4"/>
                      <a:pt x="18" y="1"/>
                      <a:pt x="23" y="1"/>
                    </a:cubicBezTo>
                    <a:cubicBezTo>
                      <a:pt x="26" y="0"/>
                      <a:pt x="32" y="0"/>
                      <a:pt x="34" y="2"/>
                    </a:cubicBezTo>
                    <a:cubicBezTo>
                      <a:pt x="36" y="4"/>
                      <a:pt x="35" y="6"/>
                      <a:pt x="36" y="8"/>
                    </a:cubicBezTo>
                    <a:cubicBezTo>
                      <a:pt x="38" y="10"/>
                      <a:pt x="40" y="9"/>
                      <a:pt x="42" y="9"/>
                    </a:cubicBezTo>
                    <a:cubicBezTo>
                      <a:pt x="46" y="10"/>
                      <a:pt x="47" y="12"/>
                      <a:pt x="48" y="16"/>
                    </a:cubicBezTo>
                    <a:cubicBezTo>
                      <a:pt x="48" y="19"/>
                      <a:pt x="45" y="21"/>
                      <a:pt x="45" y="25"/>
                    </a:cubicBezTo>
                    <a:cubicBezTo>
                      <a:pt x="44" y="28"/>
                      <a:pt x="46" y="30"/>
                      <a:pt x="46" y="34"/>
                    </a:cubicBez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54" name="Freeform 2344">
                <a:extLst>
                  <a:ext uri="{FF2B5EF4-FFF2-40B4-BE49-F238E27FC236}">
                    <a16:creationId xmlns:a16="http://schemas.microsoft.com/office/drawing/2014/main" id="{30C01562-337D-4B9A-876A-D378FB134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691"/>
                <a:ext cx="16" cy="24"/>
              </a:xfrm>
              <a:custGeom>
                <a:avLst/>
                <a:gdLst>
                  <a:gd name="T0" fmla="*/ 25 w 13"/>
                  <a:gd name="T1" fmla="*/ 0 h 18"/>
                  <a:gd name="T2" fmla="*/ 2 w 13"/>
                  <a:gd name="T3" fmla="*/ 21 h 18"/>
                  <a:gd name="T4" fmla="*/ 14 w 13"/>
                  <a:gd name="T5" fmla="*/ 43 h 18"/>
                  <a:gd name="T6" fmla="*/ 11 w 13"/>
                  <a:gd name="T7" fmla="*/ 23 h 18"/>
                  <a:gd name="T8" fmla="*/ 22 w 13"/>
                  <a:gd name="T9" fmla="*/ 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10" y="4"/>
                      <a:pt x="5" y="5"/>
                      <a:pt x="2" y="9"/>
                    </a:cubicBezTo>
                    <a:cubicBezTo>
                      <a:pt x="0" y="13"/>
                      <a:pt x="4" y="15"/>
                      <a:pt x="7" y="18"/>
                    </a:cubicBezTo>
                    <a:cubicBezTo>
                      <a:pt x="5" y="15"/>
                      <a:pt x="3" y="13"/>
                      <a:pt x="6" y="10"/>
                    </a:cubicBezTo>
                    <a:cubicBezTo>
                      <a:pt x="8" y="7"/>
                      <a:pt x="10" y="5"/>
                      <a:pt x="12" y="2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55" name="Freeform 2345">
                <a:extLst>
                  <a:ext uri="{FF2B5EF4-FFF2-40B4-BE49-F238E27FC236}">
                    <a16:creationId xmlns:a16="http://schemas.microsoft.com/office/drawing/2014/main" id="{DE65EB44-B396-47DC-951F-7167F2C61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721"/>
                <a:ext cx="11" cy="20"/>
              </a:xfrm>
              <a:custGeom>
                <a:avLst/>
                <a:gdLst>
                  <a:gd name="T0" fmla="*/ 13 w 9"/>
                  <a:gd name="T1" fmla="*/ 0 h 15"/>
                  <a:gd name="T2" fmla="*/ 2 w 9"/>
                  <a:gd name="T3" fmla="*/ 16 h 15"/>
                  <a:gd name="T4" fmla="*/ 13 w 9"/>
                  <a:gd name="T5" fmla="*/ 36 h 15"/>
                  <a:gd name="T6" fmla="*/ 9 w 9"/>
                  <a:gd name="T7" fmla="*/ 16 h 15"/>
                  <a:gd name="T8" fmla="*/ 13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7" y="0"/>
                    </a:moveTo>
                    <a:cubicBezTo>
                      <a:pt x="5" y="3"/>
                      <a:pt x="0" y="3"/>
                      <a:pt x="2" y="7"/>
                    </a:cubicBezTo>
                    <a:cubicBezTo>
                      <a:pt x="3" y="10"/>
                      <a:pt x="6" y="12"/>
                      <a:pt x="7" y="15"/>
                    </a:cubicBezTo>
                    <a:cubicBezTo>
                      <a:pt x="7" y="12"/>
                      <a:pt x="5" y="10"/>
                      <a:pt x="5" y="7"/>
                    </a:cubicBezTo>
                    <a:cubicBezTo>
                      <a:pt x="5" y="4"/>
                      <a:pt x="9" y="2"/>
                      <a:pt x="7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56" name="Freeform 2346">
                <a:extLst>
                  <a:ext uri="{FF2B5EF4-FFF2-40B4-BE49-F238E27FC236}">
                    <a16:creationId xmlns:a16="http://schemas.microsoft.com/office/drawing/2014/main" id="{91F61135-817F-4D48-ADB9-350E51707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739"/>
                <a:ext cx="36" cy="20"/>
              </a:xfrm>
              <a:custGeom>
                <a:avLst/>
                <a:gdLst>
                  <a:gd name="T0" fmla="*/ 56 w 29"/>
                  <a:gd name="T1" fmla="*/ 9 h 15"/>
                  <a:gd name="T2" fmla="*/ 26 w 29"/>
                  <a:gd name="T3" fmla="*/ 27 h 15"/>
                  <a:gd name="T4" fmla="*/ 14 w 29"/>
                  <a:gd name="T5" fmla="*/ 15 h 15"/>
                  <a:gd name="T6" fmla="*/ 0 w 29"/>
                  <a:gd name="T7" fmla="*/ 0 h 15"/>
                  <a:gd name="T8" fmla="*/ 19 w 29"/>
                  <a:gd name="T9" fmla="*/ 12 h 15"/>
                  <a:gd name="T10" fmla="*/ 25 w 29"/>
                  <a:gd name="T11" fmla="*/ 12 h 15"/>
                  <a:gd name="T12" fmla="*/ 31 w 29"/>
                  <a:gd name="T13" fmla="*/ 16 h 15"/>
                  <a:gd name="T14" fmla="*/ 46 w 29"/>
                  <a:gd name="T15" fmla="*/ 9 h 15"/>
                  <a:gd name="T16" fmla="*/ 56 w 29"/>
                  <a:gd name="T17" fmla="*/ 9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4"/>
                    </a:moveTo>
                    <a:cubicBezTo>
                      <a:pt x="24" y="3"/>
                      <a:pt x="20" y="15"/>
                      <a:pt x="14" y="11"/>
                    </a:cubicBezTo>
                    <a:cubicBezTo>
                      <a:pt x="12" y="9"/>
                      <a:pt x="10" y="8"/>
                      <a:pt x="7" y="6"/>
                    </a:cubicBezTo>
                    <a:cubicBezTo>
                      <a:pt x="4" y="5"/>
                      <a:pt x="2" y="3"/>
                      <a:pt x="0" y="0"/>
                    </a:cubicBezTo>
                    <a:cubicBezTo>
                      <a:pt x="2" y="3"/>
                      <a:pt x="6" y="4"/>
                      <a:pt x="10" y="5"/>
                    </a:cubicBezTo>
                    <a:cubicBezTo>
                      <a:pt x="11" y="5"/>
                      <a:pt x="11" y="4"/>
                      <a:pt x="13" y="5"/>
                    </a:cubicBezTo>
                    <a:cubicBezTo>
                      <a:pt x="14" y="6"/>
                      <a:pt x="15" y="7"/>
                      <a:pt x="16" y="7"/>
                    </a:cubicBezTo>
                    <a:cubicBezTo>
                      <a:pt x="19" y="8"/>
                      <a:pt x="21" y="4"/>
                      <a:pt x="24" y="4"/>
                    </a:cubicBezTo>
                    <a:cubicBezTo>
                      <a:pt x="26" y="3"/>
                      <a:pt x="27" y="4"/>
                      <a:pt x="29" y="4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57" name="Freeform 2347">
                <a:extLst>
                  <a:ext uri="{FF2B5EF4-FFF2-40B4-BE49-F238E27FC236}">
                    <a16:creationId xmlns:a16="http://schemas.microsoft.com/office/drawing/2014/main" id="{D134147E-C47D-4816-BD06-A48BC5F48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699"/>
                <a:ext cx="9" cy="17"/>
              </a:xfrm>
              <a:custGeom>
                <a:avLst/>
                <a:gdLst>
                  <a:gd name="T0" fmla="*/ 13 w 7"/>
                  <a:gd name="T1" fmla="*/ 1 h 13"/>
                  <a:gd name="T2" fmla="*/ 10 w 7"/>
                  <a:gd name="T3" fmla="*/ 16 h 13"/>
                  <a:gd name="T4" fmla="*/ 8 w 7"/>
                  <a:gd name="T5" fmla="*/ 29 h 13"/>
                  <a:gd name="T6" fmla="*/ 5 w 7"/>
                  <a:gd name="T7" fmla="*/ 16 h 13"/>
                  <a:gd name="T8" fmla="*/ 10 w 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6" y="1"/>
                    </a:moveTo>
                    <a:cubicBezTo>
                      <a:pt x="7" y="3"/>
                      <a:pt x="5" y="5"/>
                      <a:pt x="5" y="7"/>
                    </a:cubicBezTo>
                    <a:cubicBezTo>
                      <a:pt x="4" y="8"/>
                      <a:pt x="3" y="11"/>
                      <a:pt x="4" y="13"/>
                    </a:cubicBezTo>
                    <a:cubicBezTo>
                      <a:pt x="2" y="11"/>
                      <a:pt x="0" y="10"/>
                      <a:pt x="2" y="7"/>
                    </a:cubicBezTo>
                    <a:cubicBezTo>
                      <a:pt x="4" y="4"/>
                      <a:pt x="5" y="3"/>
                      <a:pt x="5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58" name="Freeform 2348">
                <a:extLst>
                  <a:ext uri="{FF2B5EF4-FFF2-40B4-BE49-F238E27FC236}">
                    <a16:creationId xmlns:a16="http://schemas.microsoft.com/office/drawing/2014/main" id="{FF4F3561-FD30-41E5-89CB-6B04F8F3D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684"/>
                <a:ext cx="8" cy="7"/>
              </a:xfrm>
              <a:custGeom>
                <a:avLst/>
                <a:gdLst>
                  <a:gd name="T0" fmla="*/ 12 w 6"/>
                  <a:gd name="T1" fmla="*/ 8 h 5"/>
                  <a:gd name="T2" fmla="*/ 0 w 6"/>
                  <a:gd name="T3" fmla="*/ 1 h 5"/>
                  <a:gd name="T4" fmla="*/ 15 w 6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3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1" y="2"/>
                      <a:pt x="5" y="3"/>
                      <a:pt x="6" y="5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59" name="Freeform 2349">
                <a:extLst>
                  <a:ext uri="{FF2B5EF4-FFF2-40B4-BE49-F238E27FC236}">
                    <a16:creationId xmlns:a16="http://schemas.microsoft.com/office/drawing/2014/main" id="{5D1A1B41-F4EB-4605-817E-B3FF4255F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723"/>
                <a:ext cx="10" cy="10"/>
              </a:xfrm>
              <a:custGeom>
                <a:avLst/>
                <a:gdLst>
                  <a:gd name="T0" fmla="*/ 14 w 8"/>
                  <a:gd name="T1" fmla="*/ 1 h 8"/>
                  <a:gd name="T2" fmla="*/ 8 w 8"/>
                  <a:gd name="T3" fmla="*/ 8 h 8"/>
                  <a:gd name="T4" fmla="*/ 0 w 8"/>
                  <a:gd name="T5" fmla="*/ 16 h 8"/>
                  <a:gd name="T6" fmla="*/ 14 w 8"/>
                  <a:gd name="T7" fmla="*/ 10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6"/>
                      <a:pt x="1" y="7"/>
                      <a:pt x="0" y="8"/>
                    </a:cubicBezTo>
                    <a:cubicBezTo>
                      <a:pt x="2" y="8"/>
                      <a:pt x="5" y="6"/>
                      <a:pt x="7" y="5"/>
                    </a:cubicBezTo>
                    <a:cubicBezTo>
                      <a:pt x="8" y="3"/>
                      <a:pt x="8" y="2"/>
                      <a:pt x="7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60" name="Freeform 2350">
                <a:extLst>
                  <a:ext uri="{FF2B5EF4-FFF2-40B4-BE49-F238E27FC236}">
                    <a16:creationId xmlns:a16="http://schemas.microsoft.com/office/drawing/2014/main" id="{3AB400B9-594B-4A76-975C-C53AF219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748"/>
                <a:ext cx="20" cy="5"/>
              </a:xfrm>
              <a:custGeom>
                <a:avLst/>
                <a:gdLst>
                  <a:gd name="T0" fmla="*/ 30 w 16"/>
                  <a:gd name="T1" fmla="*/ 0 h 4"/>
                  <a:gd name="T2" fmla="*/ 14 w 16"/>
                  <a:gd name="T3" fmla="*/ 8 h 4"/>
                  <a:gd name="T4" fmla="*/ 8 w 16"/>
                  <a:gd name="T5" fmla="*/ 5 h 4"/>
                  <a:gd name="T6" fmla="*/ 0 w 16"/>
                  <a:gd name="T7" fmla="*/ 0 h 4"/>
                  <a:gd name="T8" fmla="*/ 18 w 16"/>
                  <a:gd name="T9" fmla="*/ 5 h 4"/>
                  <a:gd name="T10" fmla="*/ 31 w 16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">
                    <a:moveTo>
                      <a:pt x="15" y="0"/>
                    </a:moveTo>
                    <a:cubicBezTo>
                      <a:pt x="13" y="1"/>
                      <a:pt x="10" y="4"/>
                      <a:pt x="7" y="4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3" y="0"/>
                      <a:pt x="5" y="3"/>
                      <a:pt x="9" y="2"/>
                    </a:cubicBezTo>
                    <a:cubicBezTo>
                      <a:pt x="11" y="2"/>
                      <a:pt x="13" y="0"/>
                      <a:pt x="16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61" name="Freeform 2351">
                <a:extLst>
                  <a:ext uri="{FF2B5EF4-FFF2-40B4-BE49-F238E27FC236}">
                    <a16:creationId xmlns:a16="http://schemas.microsoft.com/office/drawing/2014/main" id="{CDA09DA5-EA07-414F-B7B5-AFF3FF770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720"/>
                <a:ext cx="11" cy="9"/>
              </a:xfrm>
              <a:custGeom>
                <a:avLst/>
                <a:gdLst>
                  <a:gd name="T0" fmla="*/ 11 w 9"/>
                  <a:gd name="T1" fmla="*/ 0 h 7"/>
                  <a:gd name="T2" fmla="*/ 2 w 9"/>
                  <a:gd name="T3" fmla="*/ 15 h 7"/>
                  <a:gd name="T4" fmla="*/ 2 w 9"/>
                  <a:gd name="T5" fmla="*/ 15 h 7"/>
                  <a:gd name="T6" fmla="*/ 2 w 9"/>
                  <a:gd name="T7" fmla="*/ 15 h 7"/>
                  <a:gd name="T8" fmla="*/ 13 w 9"/>
                  <a:gd name="T9" fmla="*/ 10 h 7"/>
                  <a:gd name="T10" fmla="*/ 13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9" y="3"/>
                      <a:pt x="0" y="4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6" y="6"/>
                      <a:pt x="7" y="5"/>
                    </a:cubicBezTo>
                    <a:cubicBezTo>
                      <a:pt x="8" y="4"/>
                      <a:pt x="8" y="1"/>
                      <a:pt x="7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62" name="Freeform 2352">
                <a:extLst>
                  <a:ext uri="{FF2B5EF4-FFF2-40B4-BE49-F238E27FC236}">
                    <a16:creationId xmlns:a16="http://schemas.microsoft.com/office/drawing/2014/main" id="{9BF60D7F-3B31-4AD7-9DEA-7075A1290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699"/>
                <a:ext cx="5" cy="14"/>
              </a:xfrm>
              <a:custGeom>
                <a:avLst/>
                <a:gdLst>
                  <a:gd name="T0" fmla="*/ 6 w 4"/>
                  <a:gd name="T1" fmla="*/ 0 h 11"/>
                  <a:gd name="T2" fmla="*/ 0 w 4"/>
                  <a:gd name="T3" fmla="*/ 13 h 11"/>
                  <a:gd name="T4" fmla="*/ 8 w 4"/>
                  <a:gd name="T5" fmla="*/ 23 h 11"/>
                  <a:gd name="T6" fmla="*/ 1 w 4"/>
                  <a:gd name="T7" fmla="*/ 14 h 11"/>
                  <a:gd name="T8" fmla="*/ 6 w 4"/>
                  <a:gd name="T9" fmla="*/ 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3" y="0"/>
                    </a:moveTo>
                    <a:cubicBezTo>
                      <a:pt x="2" y="2"/>
                      <a:pt x="0" y="3"/>
                      <a:pt x="0" y="6"/>
                    </a:cubicBezTo>
                    <a:cubicBezTo>
                      <a:pt x="0" y="8"/>
                      <a:pt x="2" y="9"/>
                      <a:pt x="4" y="11"/>
                    </a:cubicBezTo>
                    <a:cubicBezTo>
                      <a:pt x="3" y="9"/>
                      <a:pt x="2" y="9"/>
                      <a:pt x="1" y="7"/>
                    </a:cubicBezTo>
                    <a:cubicBezTo>
                      <a:pt x="1" y="5"/>
                      <a:pt x="2" y="3"/>
                      <a:pt x="3" y="1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63" name="Freeform 2353">
                <a:extLst>
                  <a:ext uri="{FF2B5EF4-FFF2-40B4-BE49-F238E27FC236}">
                    <a16:creationId xmlns:a16="http://schemas.microsoft.com/office/drawing/2014/main" id="{D37DB008-77C1-497D-8642-003A457FC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689"/>
                <a:ext cx="15" cy="10"/>
              </a:xfrm>
              <a:custGeom>
                <a:avLst/>
                <a:gdLst>
                  <a:gd name="T0" fmla="*/ 24 w 12"/>
                  <a:gd name="T1" fmla="*/ 19 h 7"/>
                  <a:gd name="T2" fmla="*/ 13 w 12"/>
                  <a:gd name="T3" fmla="*/ 14 h 7"/>
                  <a:gd name="T4" fmla="*/ 0 w 12"/>
                  <a:gd name="T5" fmla="*/ 0 h 7"/>
                  <a:gd name="T6" fmla="*/ 13 w 12"/>
                  <a:gd name="T7" fmla="*/ 20 h 7"/>
                  <a:gd name="T8" fmla="*/ 24 w 12"/>
                  <a:gd name="T9" fmla="*/ 1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6"/>
                    </a:moveTo>
                    <a:cubicBezTo>
                      <a:pt x="11" y="5"/>
                      <a:pt x="8" y="6"/>
                      <a:pt x="6" y="5"/>
                    </a:cubicBezTo>
                    <a:cubicBezTo>
                      <a:pt x="3" y="4"/>
                      <a:pt x="2" y="3"/>
                      <a:pt x="0" y="0"/>
                    </a:cubicBezTo>
                    <a:cubicBezTo>
                      <a:pt x="1" y="3"/>
                      <a:pt x="3" y="6"/>
                      <a:pt x="6" y="7"/>
                    </a:cubicBezTo>
                    <a:cubicBezTo>
                      <a:pt x="8" y="7"/>
                      <a:pt x="10" y="6"/>
                      <a:pt x="12" y="6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64" name="Freeform 2354">
                <a:extLst>
                  <a:ext uri="{FF2B5EF4-FFF2-40B4-BE49-F238E27FC236}">
                    <a16:creationId xmlns:a16="http://schemas.microsoft.com/office/drawing/2014/main" id="{7DE62981-5255-485F-B0FB-F0AD72656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681"/>
                <a:ext cx="60" cy="76"/>
              </a:xfrm>
              <a:custGeom>
                <a:avLst/>
                <a:gdLst>
                  <a:gd name="T0" fmla="*/ 91 w 48"/>
                  <a:gd name="T1" fmla="*/ 80 h 57"/>
                  <a:gd name="T2" fmla="*/ 88 w 48"/>
                  <a:gd name="T3" fmla="*/ 101 h 57"/>
                  <a:gd name="T4" fmla="*/ 83 w 48"/>
                  <a:gd name="T5" fmla="*/ 105 h 57"/>
                  <a:gd name="T6" fmla="*/ 76 w 48"/>
                  <a:gd name="T7" fmla="*/ 119 h 57"/>
                  <a:gd name="T8" fmla="*/ 69 w 48"/>
                  <a:gd name="T9" fmla="*/ 116 h 57"/>
                  <a:gd name="T10" fmla="*/ 63 w 48"/>
                  <a:gd name="T11" fmla="*/ 127 h 57"/>
                  <a:gd name="T12" fmla="*/ 41 w 48"/>
                  <a:gd name="T13" fmla="*/ 129 h 57"/>
                  <a:gd name="T14" fmla="*/ 29 w 48"/>
                  <a:gd name="T15" fmla="*/ 119 h 57"/>
                  <a:gd name="T16" fmla="*/ 14 w 48"/>
                  <a:gd name="T17" fmla="*/ 105 h 57"/>
                  <a:gd name="T18" fmla="*/ 5 w 48"/>
                  <a:gd name="T19" fmla="*/ 87 h 57"/>
                  <a:gd name="T20" fmla="*/ 16 w 48"/>
                  <a:gd name="T21" fmla="*/ 69 h 57"/>
                  <a:gd name="T22" fmla="*/ 5 w 48"/>
                  <a:gd name="T23" fmla="*/ 52 h 57"/>
                  <a:gd name="T24" fmla="*/ 8 w 48"/>
                  <a:gd name="T25" fmla="*/ 31 h 57"/>
                  <a:gd name="T26" fmla="*/ 25 w 48"/>
                  <a:gd name="T27" fmla="*/ 16 h 57"/>
                  <a:gd name="T28" fmla="*/ 45 w 48"/>
                  <a:gd name="T29" fmla="*/ 1 h 57"/>
                  <a:gd name="T30" fmla="*/ 68 w 48"/>
                  <a:gd name="T31" fmla="*/ 5 h 57"/>
                  <a:gd name="T32" fmla="*/ 70 w 48"/>
                  <a:gd name="T33" fmla="*/ 20 h 57"/>
                  <a:gd name="T34" fmla="*/ 83 w 48"/>
                  <a:gd name="T35" fmla="*/ 21 h 57"/>
                  <a:gd name="T36" fmla="*/ 94 w 48"/>
                  <a:gd name="T37" fmla="*/ 37 h 57"/>
                  <a:gd name="T38" fmla="*/ 88 w 48"/>
                  <a:gd name="T39" fmla="*/ 59 h 57"/>
                  <a:gd name="T40" fmla="*/ 91 w 48"/>
                  <a:gd name="T41" fmla="*/ 8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" h="57">
                    <a:moveTo>
                      <a:pt x="46" y="34"/>
                    </a:moveTo>
                    <a:cubicBezTo>
                      <a:pt x="47" y="38"/>
                      <a:pt x="48" y="40"/>
                      <a:pt x="45" y="43"/>
                    </a:cubicBezTo>
                    <a:cubicBezTo>
                      <a:pt x="44" y="44"/>
                      <a:pt x="43" y="43"/>
                      <a:pt x="42" y="44"/>
                    </a:cubicBezTo>
                    <a:cubicBezTo>
                      <a:pt x="42" y="45"/>
                      <a:pt x="43" y="50"/>
                      <a:pt x="39" y="50"/>
                    </a:cubicBezTo>
                    <a:cubicBezTo>
                      <a:pt x="38" y="50"/>
                      <a:pt x="36" y="49"/>
                      <a:pt x="35" y="49"/>
                    </a:cubicBezTo>
                    <a:cubicBezTo>
                      <a:pt x="34" y="49"/>
                      <a:pt x="33" y="52"/>
                      <a:pt x="32" y="53"/>
                    </a:cubicBezTo>
                    <a:cubicBezTo>
                      <a:pt x="29" y="55"/>
                      <a:pt x="25" y="57"/>
                      <a:pt x="21" y="55"/>
                    </a:cubicBezTo>
                    <a:cubicBezTo>
                      <a:pt x="18" y="54"/>
                      <a:pt x="18" y="51"/>
                      <a:pt x="14" y="50"/>
                    </a:cubicBezTo>
                    <a:cubicBezTo>
                      <a:pt x="10" y="48"/>
                      <a:pt x="9" y="48"/>
                      <a:pt x="7" y="44"/>
                    </a:cubicBezTo>
                    <a:cubicBezTo>
                      <a:pt x="6" y="41"/>
                      <a:pt x="3" y="40"/>
                      <a:pt x="2" y="37"/>
                    </a:cubicBezTo>
                    <a:cubicBezTo>
                      <a:pt x="0" y="32"/>
                      <a:pt x="7" y="33"/>
                      <a:pt x="8" y="29"/>
                    </a:cubicBezTo>
                    <a:cubicBezTo>
                      <a:pt x="9" y="25"/>
                      <a:pt x="3" y="25"/>
                      <a:pt x="2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6" y="11"/>
                      <a:pt x="10" y="10"/>
                      <a:pt x="13" y="7"/>
                    </a:cubicBezTo>
                    <a:cubicBezTo>
                      <a:pt x="16" y="4"/>
                      <a:pt x="18" y="1"/>
                      <a:pt x="23" y="1"/>
                    </a:cubicBezTo>
                    <a:cubicBezTo>
                      <a:pt x="26" y="0"/>
                      <a:pt x="32" y="0"/>
                      <a:pt x="34" y="2"/>
                    </a:cubicBezTo>
                    <a:cubicBezTo>
                      <a:pt x="36" y="4"/>
                      <a:pt x="35" y="6"/>
                      <a:pt x="36" y="8"/>
                    </a:cubicBezTo>
                    <a:cubicBezTo>
                      <a:pt x="38" y="10"/>
                      <a:pt x="40" y="9"/>
                      <a:pt x="42" y="9"/>
                    </a:cubicBezTo>
                    <a:cubicBezTo>
                      <a:pt x="46" y="10"/>
                      <a:pt x="47" y="12"/>
                      <a:pt x="48" y="16"/>
                    </a:cubicBezTo>
                    <a:cubicBezTo>
                      <a:pt x="48" y="19"/>
                      <a:pt x="45" y="21"/>
                      <a:pt x="45" y="25"/>
                    </a:cubicBezTo>
                    <a:cubicBezTo>
                      <a:pt x="44" y="28"/>
                      <a:pt x="46" y="30"/>
                      <a:pt x="46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65" name="Freeform 2355">
                <a:extLst>
                  <a:ext uri="{FF2B5EF4-FFF2-40B4-BE49-F238E27FC236}">
                    <a16:creationId xmlns:a16="http://schemas.microsoft.com/office/drawing/2014/main" id="{2A684CB6-221E-401E-B839-DD79052BF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716"/>
                <a:ext cx="5" cy="11"/>
              </a:xfrm>
              <a:custGeom>
                <a:avLst/>
                <a:gdLst>
                  <a:gd name="T0" fmla="*/ 6 w 4"/>
                  <a:gd name="T1" fmla="*/ 21 h 8"/>
                  <a:gd name="T2" fmla="*/ 0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3" y="8"/>
                    </a:moveTo>
                    <a:cubicBezTo>
                      <a:pt x="4" y="5"/>
                      <a:pt x="2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66" name="Freeform 2356">
                <a:extLst>
                  <a:ext uri="{FF2B5EF4-FFF2-40B4-BE49-F238E27FC236}">
                    <a16:creationId xmlns:a16="http://schemas.microsoft.com/office/drawing/2014/main" id="{1DE3FF08-6AAE-4D47-8EA3-CEED45759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721"/>
                <a:ext cx="10" cy="11"/>
              </a:xfrm>
              <a:custGeom>
                <a:avLst/>
                <a:gdLst>
                  <a:gd name="T0" fmla="*/ 0 w 8"/>
                  <a:gd name="T1" fmla="*/ 21 h 8"/>
                  <a:gd name="T2" fmla="*/ 16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4" y="6"/>
                      <a:pt x="7" y="4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67" name="Freeform 2357">
                <a:extLst>
                  <a:ext uri="{FF2B5EF4-FFF2-40B4-BE49-F238E27FC236}">
                    <a16:creationId xmlns:a16="http://schemas.microsoft.com/office/drawing/2014/main" id="{48A29C8F-73BB-4785-BA53-11B67281A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88"/>
                <a:ext cx="7" cy="5"/>
              </a:xfrm>
              <a:custGeom>
                <a:avLst/>
                <a:gdLst>
                  <a:gd name="T0" fmla="*/ 14 w 5"/>
                  <a:gd name="T1" fmla="*/ 8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4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68" name="Freeform 2358">
                <a:extLst>
                  <a:ext uri="{FF2B5EF4-FFF2-40B4-BE49-F238E27FC236}">
                    <a16:creationId xmlns:a16="http://schemas.microsoft.com/office/drawing/2014/main" id="{1A47FC6D-78E2-4A70-91A2-947DAAE4B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821"/>
                <a:ext cx="106" cy="115"/>
              </a:xfrm>
              <a:custGeom>
                <a:avLst/>
                <a:gdLst>
                  <a:gd name="T0" fmla="*/ 94 w 85"/>
                  <a:gd name="T1" fmla="*/ 20 h 86"/>
                  <a:gd name="T2" fmla="*/ 50 w 85"/>
                  <a:gd name="T3" fmla="*/ 5 h 86"/>
                  <a:gd name="T4" fmla="*/ 32 w 85"/>
                  <a:gd name="T5" fmla="*/ 136 h 86"/>
                  <a:gd name="T6" fmla="*/ 138 w 85"/>
                  <a:gd name="T7" fmla="*/ 191 h 86"/>
                  <a:gd name="T8" fmla="*/ 157 w 85"/>
                  <a:gd name="T9" fmla="*/ 120 h 86"/>
                  <a:gd name="T10" fmla="*/ 125 w 85"/>
                  <a:gd name="T11" fmla="*/ 59 h 86"/>
                  <a:gd name="T12" fmla="*/ 94 w 85"/>
                  <a:gd name="T13" fmla="*/ 20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86">
                    <a:moveTo>
                      <a:pt x="48" y="8"/>
                    </a:moveTo>
                    <a:cubicBezTo>
                      <a:pt x="41" y="3"/>
                      <a:pt x="33" y="0"/>
                      <a:pt x="26" y="2"/>
                    </a:cubicBezTo>
                    <a:cubicBezTo>
                      <a:pt x="0" y="6"/>
                      <a:pt x="0" y="35"/>
                      <a:pt x="17" y="57"/>
                    </a:cubicBezTo>
                    <a:cubicBezTo>
                      <a:pt x="33" y="79"/>
                      <a:pt x="59" y="86"/>
                      <a:pt x="71" y="80"/>
                    </a:cubicBezTo>
                    <a:cubicBezTo>
                      <a:pt x="82" y="73"/>
                      <a:pt x="85" y="62"/>
                      <a:pt x="81" y="50"/>
                    </a:cubicBezTo>
                    <a:cubicBezTo>
                      <a:pt x="78" y="40"/>
                      <a:pt x="68" y="31"/>
                      <a:pt x="64" y="25"/>
                    </a:cubicBezTo>
                    <a:cubicBezTo>
                      <a:pt x="59" y="19"/>
                      <a:pt x="54" y="11"/>
                      <a:pt x="48" y="8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69" name="Freeform 2359">
                <a:extLst>
                  <a:ext uri="{FF2B5EF4-FFF2-40B4-BE49-F238E27FC236}">
                    <a16:creationId xmlns:a16="http://schemas.microsoft.com/office/drawing/2014/main" id="{372067AC-C13A-4C7A-B44B-8DDDD114A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844"/>
                <a:ext cx="58" cy="67"/>
              </a:xfrm>
              <a:custGeom>
                <a:avLst/>
                <a:gdLst>
                  <a:gd name="T0" fmla="*/ 13 w 46"/>
                  <a:gd name="T1" fmla="*/ 16 h 50"/>
                  <a:gd name="T2" fmla="*/ 48 w 46"/>
                  <a:gd name="T3" fmla="*/ 105 h 50"/>
                  <a:gd name="T4" fmla="*/ 87 w 46"/>
                  <a:gd name="T5" fmla="*/ 99 h 50"/>
                  <a:gd name="T6" fmla="*/ 63 w 46"/>
                  <a:gd name="T7" fmla="*/ 38 h 50"/>
                  <a:gd name="T8" fmla="*/ 13 w 46"/>
                  <a:gd name="T9" fmla="*/ 16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0">
                    <a:moveTo>
                      <a:pt x="6" y="7"/>
                    </a:moveTo>
                    <a:cubicBezTo>
                      <a:pt x="0" y="20"/>
                      <a:pt x="13" y="36"/>
                      <a:pt x="24" y="43"/>
                    </a:cubicBezTo>
                    <a:cubicBezTo>
                      <a:pt x="34" y="50"/>
                      <a:pt x="42" y="48"/>
                      <a:pt x="44" y="41"/>
                    </a:cubicBezTo>
                    <a:cubicBezTo>
                      <a:pt x="46" y="34"/>
                      <a:pt x="36" y="24"/>
                      <a:pt x="32" y="16"/>
                    </a:cubicBezTo>
                    <a:cubicBezTo>
                      <a:pt x="27" y="8"/>
                      <a:pt x="14" y="0"/>
                      <a:pt x="6" y="7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70" name="Freeform 2360">
                <a:extLst>
                  <a:ext uri="{FF2B5EF4-FFF2-40B4-BE49-F238E27FC236}">
                    <a16:creationId xmlns:a16="http://schemas.microsoft.com/office/drawing/2014/main" id="{F0C8B9DC-A725-4EFD-9B3A-C7AFA0E98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845"/>
                <a:ext cx="32" cy="59"/>
              </a:xfrm>
              <a:custGeom>
                <a:avLst/>
                <a:gdLst>
                  <a:gd name="T0" fmla="*/ 42 w 26"/>
                  <a:gd name="T1" fmla="*/ 20 h 44"/>
                  <a:gd name="T2" fmla="*/ 11 w 26"/>
                  <a:gd name="T3" fmla="*/ 15 h 44"/>
                  <a:gd name="T4" fmla="*/ 48 w 26"/>
                  <a:gd name="T5" fmla="*/ 106 h 44"/>
                  <a:gd name="T6" fmla="*/ 42 w 26"/>
                  <a:gd name="T7" fmla="*/ 2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4">
                    <a:moveTo>
                      <a:pt x="23" y="8"/>
                    </a:moveTo>
                    <a:cubicBezTo>
                      <a:pt x="17" y="4"/>
                      <a:pt x="12" y="0"/>
                      <a:pt x="6" y="6"/>
                    </a:cubicBezTo>
                    <a:cubicBezTo>
                      <a:pt x="0" y="12"/>
                      <a:pt x="8" y="34"/>
                      <a:pt x="26" y="44"/>
                    </a:cubicBezTo>
                    <a:cubicBezTo>
                      <a:pt x="13" y="36"/>
                      <a:pt x="0" y="1"/>
                      <a:pt x="23" y="8"/>
                    </a:cubicBezTo>
                    <a:close/>
                  </a:path>
                </a:pathLst>
              </a:custGeom>
              <a:solidFill>
                <a:srgbClr val="CE5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71" name="Freeform 2361">
                <a:extLst>
                  <a:ext uri="{FF2B5EF4-FFF2-40B4-BE49-F238E27FC236}">
                    <a16:creationId xmlns:a16="http://schemas.microsoft.com/office/drawing/2014/main" id="{4C065743-A168-4595-912A-AF67D49CF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849"/>
                <a:ext cx="47" cy="59"/>
              </a:xfrm>
              <a:custGeom>
                <a:avLst/>
                <a:gdLst>
                  <a:gd name="T0" fmla="*/ 6 w 38"/>
                  <a:gd name="T1" fmla="*/ 7 h 44"/>
                  <a:gd name="T2" fmla="*/ 9 w 38"/>
                  <a:gd name="T3" fmla="*/ 51 h 44"/>
                  <a:gd name="T4" fmla="*/ 51 w 38"/>
                  <a:gd name="T5" fmla="*/ 105 h 44"/>
                  <a:gd name="T6" fmla="*/ 72 w 38"/>
                  <a:gd name="T7" fmla="*/ 99 h 44"/>
                  <a:gd name="T8" fmla="*/ 72 w 38"/>
                  <a:gd name="T9" fmla="*/ 99 h 44"/>
                  <a:gd name="T10" fmla="*/ 53 w 38"/>
                  <a:gd name="T11" fmla="*/ 101 h 44"/>
                  <a:gd name="T12" fmla="*/ 9 w 38"/>
                  <a:gd name="T13" fmla="*/ 51 h 44"/>
                  <a:gd name="T14" fmla="*/ 6 w 38"/>
                  <a:gd name="T15" fmla="*/ 9 h 44"/>
                  <a:gd name="T16" fmla="*/ 21 w 38"/>
                  <a:gd name="T17" fmla="*/ 1 h 44"/>
                  <a:gd name="T18" fmla="*/ 21 w 38"/>
                  <a:gd name="T19" fmla="*/ 1 h 44"/>
                  <a:gd name="T20" fmla="*/ 6 w 38"/>
                  <a:gd name="T21" fmla="*/ 7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44">
                    <a:moveTo>
                      <a:pt x="3" y="3"/>
                    </a:moveTo>
                    <a:cubicBezTo>
                      <a:pt x="0" y="7"/>
                      <a:pt x="1" y="14"/>
                      <a:pt x="5" y="21"/>
                    </a:cubicBezTo>
                    <a:cubicBezTo>
                      <a:pt x="11" y="32"/>
                      <a:pt x="20" y="40"/>
                      <a:pt x="27" y="43"/>
                    </a:cubicBezTo>
                    <a:cubicBezTo>
                      <a:pt x="32" y="44"/>
                      <a:pt x="35" y="43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5" y="43"/>
                      <a:pt x="32" y="43"/>
                      <a:pt x="28" y="42"/>
                    </a:cubicBezTo>
                    <a:cubicBezTo>
                      <a:pt x="20" y="40"/>
                      <a:pt x="11" y="31"/>
                      <a:pt x="5" y="21"/>
                    </a:cubicBezTo>
                    <a:cubicBezTo>
                      <a:pt x="1" y="14"/>
                      <a:pt x="1" y="7"/>
                      <a:pt x="3" y="4"/>
                    </a:cubicBezTo>
                    <a:cubicBezTo>
                      <a:pt x="5" y="1"/>
                      <a:pt x="8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5" y="1"/>
                      <a:pt x="3" y="3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72" name="Freeform 2362">
                <a:extLst>
                  <a:ext uri="{FF2B5EF4-FFF2-40B4-BE49-F238E27FC236}">
                    <a16:creationId xmlns:a16="http://schemas.microsoft.com/office/drawing/2014/main" id="{D0E21B18-14E2-4221-BDA6-817E12CD8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929"/>
                <a:ext cx="5" cy="27"/>
              </a:xfrm>
              <a:custGeom>
                <a:avLst/>
                <a:gdLst>
                  <a:gd name="T0" fmla="*/ 8 w 4"/>
                  <a:gd name="T1" fmla="*/ 0 h 20"/>
                  <a:gd name="T2" fmla="*/ 8 w 4"/>
                  <a:gd name="T3" fmla="*/ 4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0">
                    <a:moveTo>
                      <a:pt x="4" y="0"/>
                    </a:moveTo>
                    <a:cubicBezTo>
                      <a:pt x="0" y="6"/>
                      <a:pt x="0" y="16"/>
                      <a:pt x="4" y="20"/>
                    </a:cubicBezTo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73" name="Freeform 2363">
                <a:extLst>
                  <a:ext uri="{FF2B5EF4-FFF2-40B4-BE49-F238E27FC236}">
                    <a16:creationId xmlns:a16="http://schemas.microsoft.com/office/drawing/2014/main" id="{4A7F8D7C-EDF5-44CA-98C6-E09966E09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827"/>
                <a:ext cx="32" cy="57"/>
              </a:xfrm>
              <a:custGeom>
                <a:avLst/>
                <a:gdLst>
                  <a:gd name="T0" fmla="*/ 48 w 26"/>
                  <a:gd name="T1" fmla="*/ 7 h 43"/>
                  <a:gd name="T2" fmla="*/ 22 w 26"/>
                  <a:gd name="T3" fmla="*/ 101 h 43"/>
                  <a:gd name="T4" fmla="*/ 48 w 26"/>
                  <a:gd name="T5" fmla="*/ 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3">
                    <a:moveTo>
                      <a:pt x="26" y="3"/>
                    </a:moveTo>
                    <a:cubicBezTo>
                      <a:pt x="10" y="0"/>
                      <a:pt x="0" y="21"/>
                      <a:pt x="12" y="43"/>
                    </a:cubicBezTo>
                    <a:cubicBezTo>
                      <a:pt x="9" y="34"/>
                      <a:pt x="9" y="8"/>
                      <a:pt x="26" y="3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74" name="Freeform 2364">
                <a:extLst>
                  <a:ext uri="{FF2B5EF4-FFF2-40B4-BE49-F238E27FC236}">
                    <a16:creationId xmlns:a16="http://schemas.microsoft.com/office/drawing/2014/main" id="{27608CD3-DDA3-4E63-921D-65B1016F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807"/>
                <a:ext cx="34" cy="82"/>
              </a:xfrm>
              <a:custGeom>
                <a:avLst/>
                <a:gdLst>
                  <a:gd name="T0" fmla="*/ 54 w 27"/>
                  <a:gd name="T1" fmla="*/ 9 h 62"/>
                  <a:gd name="T2" fmla="*/ 5 w 27"/>
                  <a:gd name="T3" fmla="*/ 71 h 62"/>
                  <a:gd name="T4" fmla="*/ 24 w 27"/>
                  <a:gd name="T5" fmla="*/ 143 h 62"/>
                  <a:gd name="T6" fmla="*/ 54 w 27"/>
                  <a:gd name="T7" fmla="*/ 9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62">
                    <a:moveTo>
                      <a:pt x="27" y="4"/>
                    </a:moveTo>
                    <a:cubicBezTo>
                      <a:pt x="15" y="0"/>
                      <a:pt x="1" y="9"/>
                      <a:pt x="2" y="31"/>
                    </a:cubicBezTo>
                    <a:cubicBezTo>
                      <a:pt x="2" y="54"/>
                      <a:pt x="12" y="62"/>
                      <a:pt x="12" y="62"/>
                    </a:cubicBezTo>
                    <a:cubicBezTo>
                      <a:pt x="6" y="44"/>
                      <a:pt x="0" y="12"/>
                      <a:pt x="27" y="4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75" name="Freeform 2365">
                <a:extLst>
                  <a:ext uri="{FF2B5EF4-FFF2-40B4-BE49-F238E27FC236}">
                    <a16:creationId xmlns:a16="http://schemas.microsoft.com/office/drawing/2014/main" id="{7E9ABD69-05A9-4CF2-85F6-44B6D7957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969"/>
                <a:ext cx="33" cy="70"/>
              </a:xfrm>
              <a:custGeom>
                <a:avLst/>
                <a:gdLst>
                  <a:gd name="T0" fmla="*/ 30 w 26"/>
                  <a:gd name="T1" fmla="*/ 127 h 52"/>
                  <a:gd name="T2" fmla="*/ 28 w 26"/>
                  <a:gd name="T3" fmla="*/ 5 h 52"/>
                  <a:gd name="T4" fmla="*/ 53 w 26"/>
                  <a:gd name="T5" fmla="*/ 12 h 52"/>
                  <a:gd name="T6" fmla="*/ 18 w 26"/>
                  <a:gd name="T7" fmla="*/ 48 h 52"/>
                  <a:gd name="T8" fmla="*/ 30 w 26"/>
                  <a:gd name="T9" fmla="*/ 127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2">
                    <a:moveTo>
                      <a:pt x="15" y="52"/>
                    </a:moveTo>
                    <a:cubicBezTo>
                      <a:pt x="0" y="26"/>
                      <a:pt x="4" y="5"/>
                      <a:pt x="13" y="2"/>
                    </a:cubicBezTo>
                    <a:cubicBezTo>
                      <a:pt x="19" y="0"/>
                      <a:pt x="24" y="2"/>
                      <a:pt x="26" y="5"/>
                    </a:cubicBezTo>
                    <a:cubicBezTo>
                      <a:pt x="18" y="2"/>
                      <a:pt x="9" y="8"/>
                      <a:pt x="9" y="20"/>
                    </a:cubicBezTo>
                    <a:cubicBezTo>
                      <a:pt x="9" y="31"/>
                      <a:pt x="15" y="52"/>
                      <a:pt x="15" y="52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76" name="Freeform 2366">
                <a:extLst>
                  <a:ext uri="{FF2B5EF4-FFF2-40B4-BE49-F238E27FC236}">
                    <a16:creationId xmlns:a16="http://schemas.microsoft.com/office/drawing/2014/main" id="{0079F890-02F9-468F-9982-3EF4C2CB8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116"/>
                <a:ext cx="51" cy="43"/>
              </a:xfrm>
              <a:custGeom>
                <a:avLst/>
                <a:gdLst>
                  <a:gd name="T0" fmla="*/ 0 w 41"/>
                  <a:gd name="T1" fmla="*/ 78 h 32"/>
                  <a:gd name="T2" fmla="*/ 78 w 41"/>
                  <a:gd name="T3" fmla="*/ 35 h 32"/>
                  <a:gd name="T4" fmla="*/ 0 w 41"/>
                  <a:gd name="T5" fmla="*/ 78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2">
                    <a:moveTo>
                      <a:pt x="0" y="32"/>
                    </a:moveTo>
                    <a:cubicBezTo>
                      <a:pt x="6" y="11"/>
                      <a:pt x="26" y="0"/>
                      <a:pt x="41" y="14"/>
                    </a:cubicBezTo>
                    <a:cubicBezTo>
                      <a:pt x="25" y="8"/>
                      <a:pt x="8" y="19"/>
                      <a:pt x="0" y="32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77" name="Freeform 2367">
                <a:extLst>
                  <a:ext uri="{FF2B5EF4-FFF2-40B4-BE49-F238E27FC236}">
                    <a16:creationId xmlns:a16="http://schemas.microsoft.com/office/drawing/2014/main" id="{76C671BC-9533-4DE6-B9E3-8E66C2C88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899"/>
                <a:ext cx="28" cy="72"/>
              </a:xfrm>
              <a:custGeom>
                <a:avLst/>
                <a:gdLst>
                  <a:gd name="T0" fmla="*/ 46 w 22"/>
                  <a:gd name="T1" fmla="*/ 0 h 54"/>
                  <a:gd name="T2" fmla="*/ 23 w 22"/>
                  <a:gd name="T3" fmla="*/ 128 h 54"/>
                  <a:gd name="T4" fmla="*/ 43 w 22"/>
                  <a:gd name="T5" fmla="*/ 16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4">
                    <a:moveTo>
                      <a:pt x="22" y="0"/>
                    </a:moveTo>
                    <a:cubicBezTo>
                      <a:pt x="9" y="13"/>
                      <a:pt x="0" y="44"/>
                      <a:pt x="11" y="54"/>
                    </a:cubicBezTo>
                    <a:cubicBezTo>
                      <a:pt x="5" y="46"/>
                      <a:pt x="7" y="24"/>
                      <a:pt x="21" y="7"/>
                    </a:cubicBezTo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78" name="Freeform 2368">
                <a:extLst>
                  <a:ext uri="{FF2B5EF4-FFF2-40B4-BE49-F238E27FC236}">
                    <a16:creationId xmlns:a16="http://schemas.microsoft.com/office/drawing/2014/main" id="{C1D3B63E-84B2-4698-B458-ABF3E4E58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643"/>
                <a:ext cx="29" cy="94"/>
              </a:xfrm>
              <a:custGeom>
                <a:avLst/>
                <a:gdLst>
                  <a:gd name="T0" fmla="*/ 47 w 23"/>
                  <a:gd name="T1" fmla="*/ 20 h 71"/>
                  <a:gd name="T2" fmla="*/ 5 w 23"/>
                  <a:gd name="T3" fmla="*/ 60 h 71"/>
                  <a:gd name="T4" fmla="*/ 16 w 23"/>
                  <a:gd name="T5" fmla="*/ 164 h 71"/>
                  <a:gd name="T6" fmla="*/ 47 w 23"/>
                  <a:gd name="T7" fmla="*/ 2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1">
                    <a:moveTo>
                      <a:pt x="23" y="8"/>
                    </a:moveTo>
                    <a:cubicBezTo>
                      <a:pt x="16" y="0"/>
                      <a:pt x="5" y="9"/>
                      <a:pt x="2" y="26"/>
                    </a:cubicBezTo>
                    <a:cubicBezTo>
                      <a:pt x="0" y="42"/>
                      <a:pt x="5" y="64"/>
                      <a:pt x="8" y="71"/>
                    </a:cubicBezTo>
                    <a:cubicBezTo>
                      <a:pt x="4" y="57"/>
                      <a:pt x="1" y="7"/>
                      <a:pt x="23" y="8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79" name="Freeform 2369">
                <a:extLst>
                  <a:ext uri="{FF2B5EF4-FFF2-40B4-BE49-F238E27FC236}">
                    <a16:creationId xmlns:a16="http://schemas.microsoft.com/office/drawing/2014/main" id="{4DA15082-976C-4231-BA30-1FC16C6C6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552"/>
                <a:ext cx="81" cy="29"/>
              </a:xfrm>
              <a:custGeom>
                <a:avLst/>
                <a:gdLst>
                  <a:gd name="T0" fmla="*/ 0 w 65"/>
                  <a:gd name="T1" fmla="*/ 50 h 22"/>
                  <a:gd name="T2" fmla="*/ 126 w 65"/>
                  <a:gd name="T3" fmla="*/ 34 h 22"/>
                  <a:gd name="T4" fmla="*/ 0 w 65"/>
                  <a:gd name="T5" fmla="*/ 5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12" y="12"/>
                      <a:pt x="33" y="0"/>
                      <a:pt x="65" y="15"/>
                    </a:cubicBezTo>
                    <a:cubicBezTo>
                      <a:pt x="50" y="13"/>
                      <a:pt x="20" y="11"/>
                      <a:pt x="0" y="22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80" name="Freeform 2370">
                <a:extLst>
                  <a:ext uri="{FF2B5EF4-FFF2-40B4-BE49-F238E27FC236}">
                    <a16:creationId xmlns:a16="http://schemas.microsoft.com/office/drawing/2014/main" id="{9E68AF27-46E2-4B7B-A7DD-1D12B1606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596"/>
                <a:ext cx="28" cy="76"/>
              </a:xfrm>
              <a:custGeom>
                <a:avLst/>
                <a:gdLst>
                  <a:gd name="T0" fmla="*/ 46 w 22"/>
                  <a:gd name="T1" fmla="*/ 0 h 57"/>
                  <a:gd name="T2" fmla="*/ 24 w 22"/>
                  <a:gd name="T3" fmla="*/ 135 h 57"/>
                  <a:gd name="T4" fmla="*/ 46 w 22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7">
                    <a:moveTo>
                      <a:pt x="22" y="0"/>
                    </a:moveTo>
                    <a:cubicBezTo>
                      <a:pt x="12" y="0"/>
                      <a:pt x="0" y="22"/>
                      <a:pt x="12" y="57"/>
                    </a:cubicBezTo>
                    <a:cubicBezTo>
                      <a:pt x="10" y="48"/>
                      <a:pt x="10" y="8"/>
                      <a:pt x="22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81" name="Freeform 2371">
                <a:extLst>
                  <a:ext uri="{FF2B5EF4-FFF2-40B4-BE49-F238E27FC236}">
                    <a16:creationId xmlns:a16="http://schemas.microsoft.com/office/drawing/2014/main" id="{E964BFBC-CAFF-4BB4-9A30-43140F6BF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549"/>
                <a:ext cx="39" cy="68"/>
              </a:xfrm>
              <a:custGeom>
                <a:avLst/>
                <a:gdLst>
                  <a:gd name="T0" fmla="*/ 1 w 31"/>
                  <a:gd name="T1" fmla="*/ 0 h 51"/>
                  <a:gd name="T2" fmla="*/ 62 w 31"/>
                  <a:gd name="T3" fmla="*/ 121 h 51"/>
                  <a:gd name="T4" fmla="*/ 14 w 31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51">
                    <a:moveTo>
                      <a:pt x="1" y="0"/>
                    </a:moveTo>
                    <a:cubicBezTo>
                      <a:pt x="0" y="21"/>
                      <a:pt x="13" y="43"/>
                      <a:pt x="31" y="51"/>
                    </a:cubicBezTo>
                    <a:cubicBezTo>
                      <a:pt x="18" y="40"/>
                      <a:pt x="6" y="23"/>
                      <a:pt x="7" y="0"/>
                    </a:cubicBezTo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82" name="Freeform 2372">
                <a:extLst>
                  <a:ext uri="{FF2B5EF4-FFF2-40B4-BE49-F238E27FC236}">
                    <a16:creationId xmlns:a16="http://schemas.microsoft.com/office/drawing/2014/main" id="{8E48CAED-F316-4607-92B5-574F2D7B9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715"/>
                <a:ext cx="30" cy="50"/>
              </a:xfrm>
              <a:custGeom>
                <a:avLst/>
                <a:gdLst>
                  <a:gd name="T0" fmla="*/ 10 w 24"/>
                  <a:gd name="T1" fmla="*/ 0 h 38"/>
                  <a:gd name="T2" fmla="*/ 48 w 24"/>
                  <a:gd name="T3" fmla="*/ 87 h 38"/>
                  <a:gd name="T4" fmla="*/ 10 w 2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5" y="0"/>
                    </a:moveTo>
                    <a:cubicBezTo>
                      <a:pt x="1" y="7"/>
                      <a:pt x="0" y="26"/>
                      <a:pt x="24" y="38"/>
                    </a:cubicBezTo>
                    <a:cubicBezTo>
                      <a:pt x="16" y="33"/>
                      <a:pt x="3" y="16"/>
                      <a:pt x="5" y="0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83" name="Freeform 2373">
                <a:extLst>
                  <a:ext uri="{FF2B5EF4-FFF2-40B4-BE49-F238E27FC236}">
                    <a16:creationId xmlns:a16="http://schemas.microsoft.com/office/drawing/2014/main" id="{648E1DDD-1786-422C-BB09-FF42D732B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675"/>
                <a:ext cx="19" cy="32"/>
              </a:xfrm>
              <a:custGeom>
                <a:avLst/>
                <a:gdLst>
                  <a:gd name="T0" fmla="*/ 29 w 15"/>
                  <a:gd name="T1" fmla="*/ 0 h 24"/>
                  <a:gd name="T2" fmla="*/ 1 w 15"/>
                  <a:gd name="T3" fmla="*/ 57 h 24"/>
                  <a:gd name="T4" fmla="*/ 30 w 15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14" y="0"/>
                    </a:moveTo>
                    <a:cubicBezTo>
                      <a:pt x="6" y="1"/>
                      <a:pt x="0" y="14"/>
                      <a:pt x="1" y="24"/>
                    </a:cubicBezTo>
                    <a:cubicBezTo>
                      <a:pt x="4" y="14"/>
                      <a:pt x="9" y="8"/>
                      <a:pt x="15" y="6"/>
                    </a:cubicBezTo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84" name="Freeform 2374">
                <a:extLst>
                  <a:ext uri="{FF2B5EF4-FFF2-40B4-BE49-F238E27FC236}">
                    <a16:creationId xmlns:a16="http://schemas.microsoft.com/office/drawing/2014/main" id="{7ACDD49B-62EE-43EF-A7A6-4C7DDC51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647"/>
                <a:ext cx="33" cy="30"/>
              </a:xfrm>
              <a:custGeom>
                <a:avLst/>
                <a:gdLst>
                  <a:gd name="T0" fmla="*/ 5 w 26"/>
                  <a:gd name="T1" fmla="*/ 51 h 23"/>
                  <a:gd name="T2" fmla="*/ 53 w 26"/>
                  <a:gd name="T3" fmla="*/ 5 h 23"/>
                  <a:gd name="T4" fmla="*/ 5 w 26"/>
                  <a:gd name="T5" fmla="*/ 5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2" y="23"/>
                    </a:moveTo>
                    <a:cubicBezTo>
                      <a:pt x="0" y="8"/>
                      <a:pt x="13" y="0"/>
                      <a:pt x="26" y="2"/>
                    </a:cubicBezTo>
                    <a:cubicBezTo>
                      <a:pt x="18" y="3"/>
                      <a:pt x="5" y="11"/>
                      <a:pt x="2" y="23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85" name="Freeform 2375">
                <a:extLst>
                  <a:ext uri="{FF2B5EF4-FFF2-40B4-BE49-F238E27FC236}">
                    <a16:creationId xmlns:a16="http://schemas.microsoft.com/office/drawing/2014/main" id="{90122365-D4E6-440B-8997-541CFAA4B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95"/>
                <a:ext cx="7" cy="2"/>
              </a:xfrm>
              <a:custGeom>
                <a:avLst/>
                <a:gdLst>
                  <a:gd name="T0" fmla="*/ 0 w 5"/>
                  <a:gd name="T1" fmla="*/ 0 h 2"/>
                  <a:gd name="T2" fmla="*/ 14 w 5"/>
                  <a:gd name="T3" fmla="*/ 2 h 2"/>
                  <a:gd name="T4" fmla="*/ 6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2"/>
                      <a:pt x="3" y="1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86" name="Freeform 2376">
                <a:extLst>
                  <a:ext uri="{FF2B5EF4-FFF2-40B4-BE49-F238E27FC236}">
                    <a16:creationId xmlns:a16="http://schemas.microsoft.com/office/drawing/2014/main" id="{98F88E9C-6DF6-4B2F-8F6A-4D997391C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699"/>
                <a:ext cx="16" cy="13"/>
              </a:xfrm>
              <a:custGeom>
                <a:avLst/>
                <a:gdLst>
                  <a:gd name="T0" fmla="*/ 0 w 13"/>
                  <a:gd name="T1" fmla="*/ 9 h 10"/>
                  <a:gd name="T2" fmla="*/ 25 w 13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5" y="0"/>
                      <a:pt x="12" y="4"/>
                      <a:pt x="13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87" name="Freeform 2377">
                <a:extLst>
                  <a:ext uri="{FF2B5EF4-FFF2-40B4-BE49-F238E27FC236}">
                    <a16:creationId xmlns:a16="http://schemas.microsoft.com/office/drawing/2014/main" id="{88FB4CAB-332C-468F-A826-238D36363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708"/>
                <a:ext cx="8" cy="4"/>
              </a:xfrm>
              <a:custGeom>
                <a:avLst/>
                <a:gdLst>
                  <a:gd name="T0" fmla="*/ 0 w 7"/>
                  <a:gd name="T1" fmla="*/ 0 h 3"/>
                  <a:gd name="T2" fmla="*/ 10 w 7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3" y="0"/>
                      <a:pt x="4" y="2"/>
                      <a:pt x="7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88" name="Freeform 2378">
                <a:extLst>
                  <a:ext uri="{FF2B5EF4-FFF2-40B4-BE49-F238E27FC236}">
                    <a16:creationId xmlns:a16="http://schemas.microsoft.com/office/drawing/2014/main" id="{602DB282-9E0F-43D3-96A5-21826B383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27"/>
                <a:ext cx="12" cy="13"/>
              </a:xfrm>
              <a:custGeom>
                <a:avLst/>
                <a:gdLst>
                  <a:gd name="T0" fmla="*/ 12 w 10"/>
                  <a:gd name="T1" fmla="*/ 0 h 10"/>
                  <a:gd name="T2" fmla="*/ 0 w 10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7" y="0"/>
                    </a:moveTo>
                    <a:cubicBezTo>
                      <a:pt x="10" y="5"/>
                      <a:pt x="5" y="10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89" name="Freeform 2379">
                <a:extLst>
                  <a:ext uri="{FF2B5EF4-FFF2-40B4-BE49-F238E27FC236}">
                    <a16:creationId xmlns:a16="http://schemas.microsoft.com/office/drawing/2014/main" id="{FBF576AA-211B-42C5-A5EA-FAE3FF0AB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19"/>
                <a:ext cx="3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1"/>
                      <a:pt x="1" y="3"/>
                      <a:pt x="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90" name="Freeform 2380">
                <a:extLst>
                  <a:ext uri="{FF2B5EF4-FFF2-40B4-BE49-F238E27FC236}">
                    <a16:creationId xmlns:a16="http://schemas.microsoft.com/office/drawing/2014/main" id="{E1DE4D88-348B-4620-8CCA-5A5867E43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723"/>
                <a:ext cx="3" cy="6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91" name="Freeform 2381">
                <a:extLst>
                  <a:ext uri="{FF2B5EF4-FFF2-40B4-BE49-F238E27FC236}">
                    <a16:creationId xmlns:a16="http://schemas.microsoft.com/office/drawing/2014/main" id="{2B914356-18C4-4285-B6DB-B5461214A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727"/>
                <a:ext cx="19" cy="17"/>
              </a:xfrm>
              <a:custGeom>
                <a:avLst/>
                <a:gdLst>
                  <a:gd name="T0" fmla="*/ 0 w 15"/>
                  <a:gd name="T1" fmla="*/ 24 h 13"/>
                  <a:gd name="T2" fmla="*/ 8 w 15"/>
                  <a:gd name="T3" fmla="*/ 22 h 13"/>
                  <a:gd name="T4" fmla="*/ 14 w 15"/>
                  <a:gd name="T5" fmla="*/ 17 h 13"/>
                  <a:gd name="T6" fmla="*/ 14 w 15"/>
                  <a:gd name="T7" fmla="*/ 13 h 13"/>
                  <a:gd name="T8" fmla="*/ 20 w 15"/>
                  <a:gd name="T9" fmla="*/ 9 h 13"/>
                  <a:gd name="T10" fmla="*/ 30 w 15"/>
                  <a:gd name="T11" fmla="*/ 0 h 13"/>
                  <a:gd name="T12" fmla="*/ 25 w 15"/>
                  <a:gd name="T13" fmla="*/ 13 h 13"/>
                  <a:gd name="T14" fmla="*/ 24 w 15"/>
                  <a:gd name="T15" fmla="*/ 27 h 13"/>
                  <a:gd name="T16" fmla="*/ 16 w 15"/>
                  <a:gd name="T17" fmla="*/ 24 h 13"/>
                  <a:gd name="T18" fmla="*/ 6 w 15"/>
                  <a:gd name="T19" fmla="*/ 24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13">
                    <a:moveTo>
                      <a:pt x="0" y="11"/>
                    </a:moveTo>
                    <a:cubicBezTo>
                      <a:pt x="2" y="11"/>
                      <a:pt x="3" y="11"/>
                      <a:pt x="4" y="10"/>
                    </a:cubicBezTo>
                    <a:cubicBezTo>
                      <a:pt x="5" y="9"/>
                      <a:pt x="6" y="9"/>
                      <a:pt x="7" y="8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8" y="5"/>
                      <a:pt x="9" y="5"/>
                      <a:pt x="10" y="4"/>
                    </a:cubicBezTo>
                    <a:cubicBezTo>
                      <a:pt x="12" y="3"/>
                      <a:pt x="13" y="1"/>
                      <a:pt x="15" y="0"/>
                    </a:cubicBezTo>
                    <a:cubicBezTo>
                      <a:pt x="15" y="2"/>
                      <a:pt x="13" y="4"/>
                      <a:pt x="13" y="6"/>
                    </a:cubicBezTo>
                    <a:cubicBezTo>
                      <a:pt x="12" y="7"/>
                      <a:pt x="14" y="10"/>
                      <a:pt x="12" y="12"/>
                    </a:cubicBezTo>
                    <a:cubicBezTo>
                      <a:pt x="11" y="13"/>
                      <a:pt x="9" y="12"/>
                      <a:pt x="8" y="11"/>
                    </a:cubicBezTo>
                    <a:cubicBezTo>
                      <a:pt x="6" y="11"/>
                      <a:pt x="5" y="11"/>
                      <a:pt x="3" y="11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92" name="Freeform 2382">
                <a:extLst>
                  <a:ext uri="{FF2B5EF4-FFF2-40B4-BE49-F238E27FC236}">
                    <a16:creationId xmlns:a16="http://schemas.microsoft.com/office/drawing/2014/main" id="{573C07B4-4A3B-4F64-A5A7-7E7D9EE4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700"/>
                <a:ext cx="14" cy="11"/>
              </a:xfrm>
              <a:custGeom>
                <a:avLst/>
                <a:gdLst>
                  <a:gd name="T0" fmla="*/ 1 w 11"/>
                  <a:gd name="T1" fmla="*/ 6 h 8"/>
                  <a:gd name="T2" fmla="*/ 13 w 11"/>
                  <a:gd name="T3" fmla="*/ 14 h 8"/>
                  <a:gd name="T4" fmla="*/ 23 w 11"/>
                  <a:gd name="T5" fmla="*/ 21 h 8"/>
                  <a:gd name="T6" fmla="*/ 23 w 11"/>
                  <a:gd name="T7" fmla="*/ 8 h 8"/>
                  <a:gd name="T8" fmla="*/ 14 w 11"/>
                  <a:gd name="T9" fmla="*/ 8 h 8"/>
                  <a:gd name="T10" fmla="*/ 0 w 11"/>
                  <a:gd name="T11" fmla="*/ 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" y="2"/>
                    </a:moveTo>
                    <a:cubicBezTo>
                      <a:pt x="3" y="3"/>
                      <a:pt x="5" y="3"/>
                      <a:pt x="6" y="5"/>
                    </a:cubicBezTo>
                    <a:cubicBezTo>
                      <a:pt x="8" y="6"/>
                      <a:pt x="9" y="7"/>
                      <a:pt x="11" y="8"/>
                    </a:cubicBezTo>
                    <a:cubicBezTo>
                      <a:pt x="10" y="6"/>
                      <a:pt x="10" y="5"/>
                      <a:pt x="11" y="3"/>
                    </a:cubicBezTo>
                    <a:cubicBezTo>
                      <a:pt x="10" y="3"/>
                      <a:pt x="9" y="3"/>
                      <a:pt x="7" y="3"/>
                    </a:cubicBezTo>
                    <a:cubicBezTo>
                      <a:pt x="5" y="2"/>
                      <a:pt x="3" y="0"/>
                      <a:pt x="0" y="1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93" name="Freeform 2383">
                <a:extLst>
                  <a:ext uri="{FF2B5EF4-FFF2-40B4-BE49-F238E27FC236}">
                    <a16:creationId xmlns:a16="http://schemas.microsoft.com/office/drawing/2014/main" id="{9EFFA475-D574-4578-8ACF-FBAD0C0B9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719"/>
                <a:ext cx="5" cy="16"/>
              </a:xfrm>
              <a:custGeom>
                <a:avLst/>
                <a:gdLst>
                  <a:gd name="T0" fmla="*/ 1 w 4"/>
                  <a:gd name="T1" fmla="*/ 0 h 12"/>
                  <a:gd name="T2" fmla="*/ 8 w 4"/>
                  <a:gd name="T3" fmla="*/ 12 h 12"/>
                  <a:gd name="T4" fmla="*/ 5 w 4"/>
                  <a:gd name="T5" fmla="*/ 28 h 12"/>
                  <a:gd name="T6" fmla="*/ 0 w 4"/>
                  <a:gd name="T7" fmla="*/ 15 h 12"/>
                  <a:gd name="T8" fmla="*/ 1 w 4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1" y="0"/>
                    </a:moveTo>
                    <a:cubicBezTo>
                      <a:pt x="1" y="2"/>
                      <a:pt x="2" y="4"/>
                      <a:pt x="4" y="5"/>
                    </a:cubicBezTo>
                    <a:cubicBezTo>
                      <a:pt x="3" y="7"/>
                      <a:pt x="2" y="9"/>
                      <a:pt x="2" y="12"/>
                    </a:cubicBezTo>
                    <a:cubicBezTo>
                      <a:pt x="1" y="10"/>
                      <a:pt x="0" y="8"/>
                      <a:pt x="0" y="6"/>
                    </a:cubicBezTo>
                    <a:cubicBezTo>
                      <a:pt x="0" y="4"/>
                      <a:pt x="1" y="3"/>
                      <a:pt x="1" y="1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94" name="Freeform 2384">
                <a:extLst>
                  <a:ext uri="{FF2B5EF4-FFF2-40B4-BE49-F238E27FC236}">
                    <a16:creationId xmlns:a16="http://schemas.microsoft.com/office/drawing/2014/main" id="{AC0F6F02-9A80-4D21-8C94-6529BAA5A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21"/>
                <a:ext cx="2" cy="7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8 h 5"/>
                  <a:gd name="T4" fmla="*/ 0 w 2"/>
                  <a:gd name="T5" fmla="*/ 14 h 5"/>
                  <a:gd name="T6" fmla="*/ 0 w 2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1" y="4"/>
                      <a:pt x="1" y="5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95" name="Freeform 2385">
                <a:extLst>
                  <a:ext uri="{FF2B5EF4-FFF2-40B4-BE49-F238E27FC236}">
                    <a16:creationId xmlns:a16="http://schemas.microsoft.com/office/drawing/2014/main" id="{7555E7AE-7445-4BBC-B964-C2B17C4B2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704"/>
                <a:ext cx="7" cy="4"/>
              </a:xfrm>
              <a:custGeom>
                <a:avLst/>
                <a:gdLst>
                  <a:gd name="T0" fmla="*/ 0 w 5"/>
                  <a:gd name="T1" fmla="*/ 0 h 3"/>
                  <a:gd name="T2" fmla="*/ 6 w 5"/>
                  <a:gd name="T3" fmla="*/ 7 h 3"/>
                  <a:gd name="T4" fmla="*/ 14 w 5"/>
                  <a:gd name="T5" fmla="*/ 5 h 3"/>
                  <a:gd name="T6" fmla="*/ 1 w 5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4" y="2"/>
                      <a:pt x="2" y="0"/>
                      <a:pt x="1" y="1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96" name="Freeform 2386">
                <a:extLst>
                  <a:ext uri="{FF2B5EF4-FFF2-40B4-BE49-F238E27FC236}">
                    <a16:creationId xmlns:a16="http://schemas.microsoft.com/office/drawing/2014/main" id="{3C09ABA2-0E28-4282-95E2-D28A625FA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704"/>
                <a:ext cx="4" cy="11"/>
              </a:xfrm>
              <a:custGeom>
                <a:avLst/>
                <a:gdLst>
                  <a:gd name="T0" fmla="*/ 7 w 3"/>
                  <a:gd name="T1" fmla="*/ 0 h 8"/>
                  <a:gd name="T2" fmla="*/ 0 w 3"/>
                  <a:gd name="T3" fmla="*/ 21 h 8"/>
                  <a:gd name="T4" fmla="*/ 0 w 3"/>
                  <a:gd name="T5" fmla="*/ 8 h 8"/>
                  <a:gd name="T6" fmla="*/ 7 w 3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3"/>
                      <a:pt x="0" y="5"/>
                      <a:pt x="0" y="8"/>
                    </a:cubicBez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3" y="1"/>
                      <a:pt x="3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97" name="Freeform 2387">
                <a:extLst>
                  <a:ext uri="{FF2B5EF4-FFF2-40B4-BE49-F238E27FC236}">
                    <a16:creationId xmlns:a16="http://schemas.microsoft.com/office/drawing/2014/main" id="{2062F280-E5D9-400D-B58D-561C4852D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727"/>
                <a:ext cx="15" cy="13"/>
              </a:xfrm>
              <a:custGeom>
                <a:avLst/>
                <a:gdLst>
                  <a:gd name="T0" fmla="*/ 0 w 12"/>
                  <a:gd name="T1" fmla="*/ 22 h 10"/>
                  <a:gd name="T2" fmla="*/ 13 w 12"/>
                  <a:gd name="T3" fmla="*/ 12 h 10"/>
                  <a:gd name="T4" fmla="*/ 16 w 12"/>
                  <a:gd name="T5" fmla="*/ 9 h 10"/>
                  <a:gd name="T6" fmla="*/ 24 w 12"/>
                  <a:gd name="T7" fmla="*/ 0 h 10"/>
                  <a:gd name="T8" fmla="*/ 18 w 12"/>
                  <a:gd name="T9" fmla="*/ 13 h 10"/>
                  <a:gd name="T10" fmla="*/ 14 w 12"/>
                  <a:gd name="T11" fmla="*/ 17 h 10"/>
                  <a:gd name="T12" fmla="*/ 6 w 12"/>
                  <a:gd name="T13" fmla="*/ 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4" y="10"/>
                      <a:pt x="4" y="7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3"/>
                      <a:pt x="11" y="2"/>
                      <a:pt x="12" y="0"/>
                    </a:cubicBezTo>
                    <a:cubicBezTo>
                      <a:pt x="10" y="2"/>
                      <a:pt x="9" y="4"/>
                      <a:pt x="9" y="6"/>
                    </a:cubicBezTo>
                    <a:cubicBezTo>
                      <a:pt x="8" y="8"/>
                      <a:pt x="8" y="7"/>
                      <a:pt x="7" y="8"/>
                    </a:cubicBezTo>
                    <a:cubicBezTo>
                      <a:pt x="6" y="8"/>
                      <a:pt x="5" y="9"/>
                      <a:pt x="3" y="1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98" name="Freeform 2388">
                <a:extLst>
                  <a:ext uri="{FF2B5EF4-FFF2-40B4-BE49-F238E27FC236}">
                    <a16:creationId xmlns:a16="http://schemas.microsoft.com/office/drawing/2014/main" id="{0C69E6EF-3613-42C0-BF2E-AAFA40C7D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704"/>
                <a:ext cx="15" cy="9"/>
              </a:xfrm>
              <a:custGeom>
                <a:avLst/>
                <a:gdLst>
                  <a:gd name="T0" fmla="*/ 0 w 12"/>
                  <a:gd name="T1" fmla="*/ 6 h 7"/>
                  <a:gd name="T2" fmla="*/ 14 w 12"/>
                  <a:gd name="T3" fmla="*/ 1 h 7"/>
                  <a:gd name="T4" fmla="*/ 24 w 12"/>
                  <a:gd name="T5" fmla="*/ 15 h 7"/>
                  <a:gd name="T6" fmla="*/ 13 w 12"/>
                  <a:gd name="T7" fmla="*/ 8 h 7"/>
                  <a:gd name="T8" fmla="*/ 5 w 12"/>
                  <a:gd name="T9" fmla="*/ 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3"/>
                    </a:moveTo>
                    <a:cubicBezTo>
                      <a:pt x="1" y="1"/>
                      <a:pt x="5" y="0"/>
                      <a:pt x="7" y="1"/>
                    </a:cubicBezTo>
                    <a:cubicBezTo>
                      <a:pt x="10" y="1"/>
                      <a:pt x="12" y="4"/>
                      <a:pt x="12" y="7"/>
                    </a:cubicBezTo>
                    <a:cubicBezTo>
                      <a:pt x="11" y="5"/>
                      <a:pt x="9" y="3"/>
                      <a:pt x="6" y="4"/>
                    </a:cubicBezTo>
                    <a:cubicBezTo>
                      <a:pt x="5" y="4"/>
                      <a:pt x="3" y="4"/>
                      <a:pt x="2" y="3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99" name="Freeform 2389">
                <a:extLst>
                  <a:ext uri="{FF2B5EF4-FFF2-40B4-BE49-F238E27FC236}">
                    <a16:creationId xmlns:a16="http://schemas.microsoft.com/office/drawing/2014/main" id="{D5ED96CB-708D-4979-A8D7-8643A9117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721"/>
                <a:ext cx="9" cy="11"/>
              </a:xfrm>
              <a:custGeom>
                <a:avLst/>
                <a:gdLst>
                  <a:gd name="T0" fmla="*/ 13 w 7"/>
                  <a:gd name="T1" fmla="*/ 19 h 8"/>
                  <a:gd name="T2" fmla="*/ 8 w 7"/>
                  <a:gd name="T3" fmla="*/ 1 h 8"/>
                  <a:gd name="T4" fmla="*/ 1 w 7"/>
                  <a:gd name="T5" fmla="*/ 21 h 8"/>
                  <a:gd name="T6" fmla="*/ 6 w 7"/>
                  <a:gd name="T7" fmla="*/ 8 h 8"/>
                  <a:gd name="T8" fmla="*/ 13 w 7"/>
                  <a:gd name="T9" fmla="*/ 1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6" y="7"/>
                    </a:moveTo>
                    <a:cubicBezTo>
                      <a:pt x="7" y="5"/>
                      <a:pt x="7" y="1"/>
                      <a:pt x="4" y="1"/>
                    </a:cubicBezTo>
                    <a:cubicBezTo>
                      <a:pt x="0" y="0"/>
                      <a:pt x="0" y="6"/>
                      <a:pt x="1" y="8"/>
                    </a:cubicBezTo>
                    <a:cubicBezTo>
                      <a:pt x="1" y="7"/>
                      <a:pt x="2" y="3"/>
                      <a:pt x="3" y="3"/>
                    </a:cubicBezTo>
                    <a:cubicBezTo>
                      <a:pt x="5" y="3"/>
                      <a:pt x="5" y="5"/>
                      <a:pt x="6" y="6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00" name="Freeform 2390">
                <a:extLst>
                  <a:ext uri="{FF2B5EF4-FFF2-40B4-BE49-F238E27FC236}">
                    <a16:creationId xmlns:a16="http://schemas.microsoft.com/office/drawing/2014/main" id="{9E7C4EAD-1237-4FD4-B367-BF59914C3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705"/>
                <a:ext cx="8" cy="3"/>
              </a:xfrm>
              <a:custGeom>
                <a:avLst/>
                <a:gdLst>
                  <a:gd name="T0" fmla="*/ 7 w 7"/>
                  <a:gd name="T1" fmla="*/ 0 h 2"/>
                  <a:gd name="T2" fmla="*/ 10 w 7"/>
                  <a:gd name="T3" fmla="*/ 8 h 2"/>
                  <a:gd name="T4" fmla="*/ 7 w 7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4" y="0"/>
                    </a:moveTo>
                    <a:cubicBezTo>
                      <a:pt x="0" y="2"/>
                      <a:pt x="6" y="2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01" name="Freeform 2391">
                <a:extLst>
                  <a:ext uri="{FF2B5EF4-FFF2-40B4-BE49-F238E27FC236}">
                    <a16:creationId xmlns:a16="http://schemas.microsoft.com/office/drawing/2014/main" id="{437F9A77-AA2B-4797-9CD3-259FDC182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723"/>
                <a:ext cx="4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2 h 2"/>
                  <a:gd name="T4" fmla="*/ 7 w 3"/>
                  <a:gd name="T5" fmla="*/ 1 h 2"/>
                  <a:gd name="T6" fmla="*/ 5 w 3"/>
                  <a:gd name="T7" fmla="*/ 1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02" name="Freeform 2392">
                <a:extLst>
                  <a:ext uri="{FF2B5EF4-FFF2-40B4-BE49-F238E27FC236}">
                    <a16:creationId xmlns:a16="http://schemas.microsoft.com/office/drawing/2014/main" id="{6A5F8210-F915-4D4A-B261-C76221212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727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03" name="Freeform 2393">
                <a:extLst>
                  <a:ext uri="{FF2B5EF4-FFF2-40B4-BE49-F238E27FC236}">
                    <a16:creationId xmlns:a16="http://schemas.microsoft.com/office/drawing/2014/main" id="{8681FDFB-ED1D-4E74-B229-F6B833431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709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04" name="Freeform 2394">
                <a:extLst>
                  <a:ext uri="{FF2B5EF4-FFF2-40B4-BE49-F238E27FC236}">
                    <a16:creationId xmlns:a16="http://schemas.microsoft.com/office/drawing/2014/main" id="{62E7C2B3-4E60-4B06-91B6-997A83770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700"/>
                <a:ext cx="2" cy="4"/>
              </a:xfrm>
              <a:custGeom>
                <a:avLst/>
                <a:gdLst>
                  <a:gd name="T0" fmla="*/ 2 w 2"/>
                  <a:gd name="T1" fmla="*/ 7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05" name="Freeform 2395">
                <a:extLst>
                  <a:ext uri="{FF2B5EF4-FFF2-40B4-BE49-F238E27FC236}">
                    <a16:creationId xmlns:a16="http://schemas.microsoft.com/office/drawing/2014/main" id="{E80C3E5E-14FE-42CB-B911-B98BCB21E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72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06" name="Freeform 2396">
                <a:extLst>
                  <a:ext uri="{FF2B5EF4-FFF2-40B4-BE49-F238E27FC236}">
                    <a16:creationId xmlns:a16="http://schemas.microsoft.com/office/drawing/2014/main" id="{7BAC2B0A-D3F4-4B33-A384-4B768C1E7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719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07" name="Freeform 2397">
                <a:extLst>
                  <a:ext uri="{FF2B5EF4-FFF2-40B4-BE49-F238E27FC236}">
                    <a16:creationId xmlns:a16="http://schemas.microsoft.com/office/drawing/2014/main" id="{9347CFD8-D95B-4AA2-B0DA-C3869DBC7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72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08" name="Freeform 2398">
                <a:extLst>
                  <a:ext uri="{FF2B5EF4-FFF2-40B4-BE49-F238E27FC236}">
                    <a16:creationId xmlns:a16="http://schemas.microsoft.com/office/drawing/2014/main" id="{2F1EEF45-9853-4774-9CA5-EA8255343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736"/>
                <a:ext cx="1" cy="5"/>
              </a:xfrm>
              <a:custGeom>
                <a:avLst/>
                <a:gdLst>
                  <a:gd name="T0" fmla="*/ 0 w 1"/>
                  <a:gd name="T1" fmla="*/ 8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09" name="Freeform 2399">
                <a:extLst>
                  <a:ext uri="{FF2B5EF4-FFF2-40B4-BE49-F238E27FC236}">
                    <a16:creationId xmlns:a16="http://schemas.microsoft.com/office/drawing/2014/main" id="{8CCC2201-6F16-4492-B3CF-81289D972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721"/>
                <a:ext cx="3" cy="2"/>
              </a:xfrm>
              <a:custGeom>
                <a:avLst/>
                <a:gdLst>
                  <a:gd name="T0" fmla="*/ 8 w 2"/>
                  <a:gd name="T1" fmla="*/ 8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10" name="Freeform 2400">
                <a:extLst>
                  <a:ext uri="{FF2B5EF4-FFF2-40B4-BE49-F238E27FC236}">
                    <a16:creationId xmlns:a16="http://schemas.microsoft.com/office/drawing/2014/main" id="{BE9B7A91-378A-4FEF-B502-7C41E0720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52"/>
                <a:ext cx="15" cy="16"/>
              </a:xfrm>
              <a:custGeom>
                <a:avLst/>
                <a:gdLst>
                  <a:gd name="T0" fmla="*/ 10 w 12"/>
                  <a:gd name="T1" fmla="*/ 7 h 12"/>
                  <a:gd name="T2" fmla="*/ 0 w 12"/>
                  <a:gd name="T3" fmla="*/ 28 h 12"/>
                  <a:gd name="T4" fmla="*/ 24 w 12"/>
                  <a:gd name="T5" fmla="*/ 1 h 12"/>
                  <a:gd name="T6" fmla="*/ 14 w 12"/>
                  <a:gd name="T7" fmla="*/ 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5" y="3"/>
                    </a:moveTo>
                    <a:cubicBezTo>
                      <a:pt x="2" y="5"/>
                      <a:pt x="1" y="9"/>
                      <a:pt x="0" y="12"/>
                    </a:cubicBezTo>
                    <a:cubicBezTo>
                      <a:pt x="5" y="11"/>
                      <a:pt x="7" y="4"/>
                      <a:pt x="12" y="1"/>
                    </a:cubicBezTo>
                    <a:cubicBezTo>
                      <a:pt x="10" y="0"/>
                      <a:pt x="8" y="1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11" name="Freeform 2401">
                <a:extLst>
                  <a:ext uri="{FF2B5EF4-FFF2-40B4-BE49-F238E27FC236}">
                    <a16:creationId xmlns:a16="http://schemas.microsoft.com/office/drawing/2014/main" id="{A6FE7E75-360B-4D83-8592-4157BEDA6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615"/>
                <a:ext cx="5" cy="16"/>
              </a:xfrm>
              <a:custGeom>
                <a:avLst/>
                <a:gdLst>
                  <a:gd name="T0" fmla="*/ 5 w 4"/>
                  <a:gd name="T1" fmla="*/ 0 h 12"/>
                  <a:gd name="T2" fmla="*/ 0 w 4"/>
                  <a:gd name="T3" fmla="*/ 28 h 12"/>
                  <a:gd name="T4" fmla="*/ 8 w 4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2" y="0"/>
                    </a:moveTo>
                    <a:cubicBezTo>
                      <a:pt x="2" y="4"/>
                      <a:pt x="0" y="8"/>
                      <a:pt x="0" y="12"/>
                    </a:cubicBezTo>
                    <a:cubicBezTo>
                      <a:pt x="4" y="11"/>
                      <a:pt x="4" y="6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12" name="Freeform 2402">
                <a:extLst>
                  <a:ext uri="{FF2B5EF4-FFF2-40B4-BE49-F238E27FC236}">
                    <a16:creationId xmlns:a16="http://schemas.microsoft.com/office/drawing/2014/main" id="{08D96130-BF9E-4A7B-9265-8D418A9E2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564"/>
                <a:ext cx="11" cy="7"/>
              </a:xfrm>
              <a:custGeom>
                <a:avLst/>
                <a:gdLst>
                  <a:gd name="T0" fmla="*/ 0 w 9"/>
                  <a:gd name="T1" fmla="*/ 6 h 5"/>
                  <a:gd name="T2" fmla="*/ 16 w 9"/>
                  <a:gd name="T3" fmla="*/ 1 h 5"/>
                  <a:gd name="T4" fmla="*/ 6 w 9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0" y="2"/>
                    </a:moveTo>
                    <a:cubicBezTo>
                      <a:pt x="3" y="0"/>
                      <a:pt x="6" y="0"/>
                      <a:pt x="9" y="1"/>
                    </a:cubicBezTo>
                    <a:cubicBezTo>
                      <a:pt x="8" y="4"/>
                      <a:pt x="5" y="5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13" name="Freeform 2403">
                <a:extLst>
                  <a:ext uri="{FF2B5EF4-FFF2-40B4-BE49-F238E27FC236}">
                    <a16:creationId xmlns:a16="http://schemas.microsoft.com/office/drawing/2014/main" id="{E8B07A89-95BE-4069-80B9-F9F79CF7C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564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1 h 3"/>
                  <a:gd name="T4" fmla="*/ 0 w 4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2"/>
                      <a:pt x="3" y="3"/>
                      <a:pt x="4" y="1"/>
                    </a:cubicBezTo>
                    <a:cubicBezTo>
                      <a:pt x="3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14" name="Freeform 2404">
                <a:extLst>
                  <a:ext uri="{FF2B5EF4-FFF2-40B4-BE49-F238E27FC236}">
                    <a16:creationId xmlns:a16="http://schemas.microsoft.com/office/drawing/2014/main" id="{A7198720-8453-47C7-B6EE-E312D1148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820"/>
                <a:ext cx="11" cy="19"/>
              </a:xfrm>
              <a:custGeom>
                <a:avLst/>
                <a:gdLst>
                  <a:gd name="T0" fmla="*/ 9 w 9"/>
                  <a:gd name="T1" fmla="*/ 5 h 14"/>
                  <a:gd name="T2" fmla="*/ 1 w 9"/>
                  <a:gd name="T3" fmla="*/ 35 h 14"/>
                  <a:gd name="T4" fmla="*/ 16 w 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5" y="2"/>
                    </a:moveTo>
                    <a:cubicBezTo>
                      <a:pt x="3" y="5"/>
                      <a:pt x="0" y="10"/>
                      <a:pt x="1" y="14"/>
                    </a:cubicBezTo>
                    <a:cubicBezTo>
                      <a:pt x="5" y="11"/>
                      <a:pt x="5" y="4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15" name="Freeform 2405">
                <a:extLst>
                  <a:ext uri="{FF2B5EF4-FFF2-40B4-BE49-F238E27FC236}">
                    <a16:creationId xmlns:a16="http://schemas.microsoft.com/office/drawing/2014/main" id="{52806A08-6F7B-4A22-B66F-2F93ACB37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815"/>
                <a:ext cx="6" cy="2"/>
              </a:xfrm>
              <a:custGeom>
                <a:avLst/>
                <a:gdLst>
                  <a:gd name="T0" fmla="*/ 0 w 5"/>
                  <a:gd name="T1" fmla="*/ 2 h 2"/>
                  <a:gd name="T2" fmla="*/ 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16" name="Freeform 2406">
                <a:extLst>
                  <a:ext uri="{FF2B5EF4-FFF2-40B4-BE49-F238E27FC236}">
                    <a16:creationId xmlns:a16="http://schemas.microsoft.com/office/drawing/2014/main" id="{F0EDD355-A552-4D59-88E7-330FAE905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840"/>
                <a:ext cx="9" cy="13"/>
              </a:xfrm>
              <a:custGeom>
                <a:avLst/>
                <a:gdLst>
                  <a:gd name="T0" fmla="*/ 15 w 7"/>
                  <a:gd name="T1" fmla="*/ 0 h 10"/>
                  <a:gd name="T2" fmla="*/ 6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3" y="1"/>
                      <a:pt x="0" y="10"/>
                      <a:pt x="3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17" name="Freeform 2407">
                <a:extLst>
                  <a:ext uri="{FF2B5EF4-FFF2-40B4-BE49-F238E27FC236}">
                    <a16:creationId xmlns:a16="http://schemas.microsoft.com/office/drawing/2014/main" id="{5534ECAB-6425-4661-A67A-9953BA161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983"/>
                <a:ext cx="5" cy="18"/>
              </a:xfrm>
              <a:custGeom>
                <a:avLst/>
                <a:gdLst>
                  <a:gd name="T0" fmla="*/ 6 w 4"/>
                  <a:gd name="T1" fmla="*/ 0 h 14"/>
                  <a:gd name="T2" fmla="*/ 8 w 4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3" y="0"/>
                    </a:moveTo>
                    <a:cubicBezTo>
                      <a:pt x="1" y="5"/>
                      <a:pt x="0" y="11"/>
                      <a:pt x="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18" name="Freeform 2408">
                <a:extLst>
                  <a:ext uri="{FF2B5EF4-FFF2-40B4-BE49-F238E27FC236}">
                    <a16:creationId xmlns:a16="http://schemas.microsoft.com/office/drawing/2014/main" id="{588C6E66-921F-4A3A-B9E7-DAF64B1F1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977"/>
                <a:ext cx="3" cy="2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8 h 1"/>
                  <a:gd name="T4" fmla="*/ 1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1" y="0"/>
                      <a:pt x="2" y="1"/>
                    </a:cubicBezTo>
                    <a:cubicBezTo>
                      <a:pt x="3" y="0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19" name="Freeform 2409">
                <a:extLst>
                  <a:ext uri="{FF2B5EF4-FFF2-40B4-BE49-F238E27FC236}">
                    <a16:creationId xmlns:a16="http://schemas.microsoft.com/office/drawing/2014/main" id="{E8048D41-805F-4454-B1F6-AB67B932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129"/>
                <a:ext cx="13" cy="7"/>
              </a:xfrm>
              <a:custGeom>
                <a:avLst/>
                <a:gdLst>
                  <a:gd name="T0" fmla="*/ 0 w 10"/>
                  <a:gd name="T1" fmla="*/ 14 h 5"/>
                  <a:gd name="T2" fmla="*/ 22 w 10"/>
                  <a:gd name="T3" fmla="*/ 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2" y="2"/>
                      <a:pt x="7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20" name="Freeform 2410">
                <a:extLst>
                  <a:ext uri="{FF2B5EF4-FFF2-40B4-BE49-F238E27FC236}">
                    <a16:creationId xmlns:a16="http://schemas.microsoft.com/office/drawing/2014/main" id="{2250C501-A303-406D-A662-2D3F36B7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3128"/>
                <a:ext cx="3" cy="4"/>
              </a:xfrm>
              <a:custGeom>
                <a:avLst/>
                <a:gdLst>
                  <a:gd name="T0" fmla="*/ 0 w 3"/>
                  <a:gd name="T1" fmla="*/ 7 h 3"/>
                  <a:gd name="T2" fmla="*/ 3 w 3"/>
                  <a:gd name="T3" fmla="*/ 1 h 3"/>
                  <a:gd name="T4" fmla="*/ 1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2"/>
                      <a:pt x="3" y="3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21" name="Freeform 2411">
                <a:extLst>
                  <a:ext uri="{FF2B5EF4-FFF2-40B4-BE49-F238E27FC236}">
                    <a16:creationId xmlns:a16="http://schemas.microsoft.com/office/drawing/2014/main" id="{F3C8DFFD-4544-4213-AE4E-AF4FC1BD8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3659"/>
                <a:ext cx="39" cy="73"/>
              </a:xfrm>
              <a:custGeom>
                <a:avLst/>
                <a:gdLst>
                  <a:gd name="T0" fmla="*/ 14 w 31"/>
                  <a:gd name="T1" fmla="*/ 129 h 55"/>
                  <a:gd name="T2" fmla="*/ 13 w 31"/>
                  <a:gd name="T3" fmla="*/ 98 h 55"/>
                  <a:gd name="T4" fmla="*/ 8 w 31"/>
                  <a:gd name="T5" fmla="*/ 33 h 55"/>
                  <a:gd name="T6" fmla="*/ 62 w 31"/>
                  <a:gd name="T7" fmla="*/ 9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5">
                    <a:moveTo>
                      <a:pt x="7" y="55"/>
                    </a:moveTo>
                    <a:cubicBezTo>
                      <a:pt x="7" y="49"/>
                      <a:pt x="7" y="45"/>
                      <a:pt x="6" y="42"/>
                    </a:cubicBezTo>
                    <a:cubicBezTo>
                      <a:pt x="5" y="34"/>
                      <a:pt x="0" y="21"/>
                      <a:pt x="4" y="14"/>
                    </a:cubicBezTo>
                    <a:cubicBezTo>
                      <a:pt x="8" y="4"/>
                      <a:pt x="24" y="0"/>
                      <a:pt x="31" y="4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22" name="Freeform 2412">
                <a:extLst>
                  <a:ext uri="{FF2B5EF4-FFF2-40B4-BE49-F238E27FC236}">
                    <a16:creationId xmlns:a16="http://schemas.microsoft.com/office/drawing/2014/main" id="{DE37F30A-195B-43CE-BE86-1646A8A2E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548"/>
                <a:ext cx="42" cy="123"/>
              </a:xfrm>
              <a:custGeom>
                <a:avLst/>
                <a:gdLst>
                  <a:gd name="T0" fmla="*/ 64 w 33"/>
                  <a:gd name="T1" fmla="*/ 219 h 92"/>
                  <a:gd name="T2" fmla="*/ 6 w 33"/>
                  <a:gd name="T3" fmla="*/ 112 h 92"/>
                  <a:gd name="T4" fmla="*/ 22 w 33"/>
                  <a:gd name="T5" fmla="*/ 41 h 92"/>
                  <a:gd name="T6" fmla="*/ 67 w 33"/>
                  <a:gd name="T7" fmla="*/ 0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92">
                    <a:moveTo>
                      <a:pt x="31" y="92"/>
                    </a:moveTo>
                    <a:cubicBezTo>
                      <a:pt x="18" y="89"/>
                      <a:pt x="6" y="58"/>
                      <a:pt x="3" y="47"/>
                    </a:cubicBezTo>
                    <a:cubicBezTo>
                      <a:pt x="0" y="36"/>
                      <a:pt x="2" y="25"/>
                      <a:pt x="10" y="17"/>
                    </a:cubicBezTo>
                    <a:cubicBezTo>
                      <a:pt x="15" y="12"/>
                      <a:pt x="32" y="5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23" name="Freeform 2413">
                <a:extLst>
                  <a:ext uri="{FF2B5EF4-FFF2-40B4-BE49-F238E27FC236}">
                    <a16:creationId xmlns:a16="http://schemas.microsoft.com/office/drawing/2014/main" id="{CB78F353-ADD1-4B01-9E94-224021F90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455"/>
                <a:ext cx="105" cy="149"/>
              </a:xfrm>
              <a:custGeom>
                <a:avLst/>
                <a:gdLst>
                  <a:gd name="T0" fmla="*/ 164 w 84"/>
                  <a:gd name="T1" fmla="*/ 202 h 112"/>
                  <a:gd name="T2" fmla="*/ 63 w 84"/>
                  <a:gd name="T3" fmla="*/ 165 h 112"/>
                  <a:gd name="T4" fmla="*/ 14 w 84"/>
                  <a:gd name="T5" fmla="*/ 86 h 112"/>
                  <a:gd name="T6" fmla="*/ 44 w 84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12">
                    <a:moveTo>
                      <a:pt x="84" y="86"/>
                    </a:moveTo>
                    <a:cubicBezTo>
                      <a:pt x="61" y="112"/>
                      <a:pt x="48" y="90"/>
                      <a:pt x="32" y="70"/>
                    </a:cubicBezTo>
                    <a:cubicBezTo>
                      <a:pt x="23" y="61"/>
                      <a:pt x="12" y="49"/>
                      <a:pt x="7" y="37"/>
                    </a:cubicBezTo>
                    <a:cubicBezTo>
                      <a:pt x="0" y="21"/>
                      <a:pt x="17" y="8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24" name="Freeform 2414">
                <a:extLst>
                  <a:ext uri="{FF2B5EF4-FFF2-40B4-BE49-F238E27FC236}">
                    <a16:creationId xmlns:a16="http://schemas.microsoft.com/office/drawing/2014/main" id="{B3F3E900-E84D-422C-9955-864313939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3343"/>
                <a:ext cx="75" cy="148"/>
              </a:xfrm>
              <a:custGeom>
                <a:avLst/>
                <a:gdLst>
                  <a:gd name="T0" fmla="*/ 116 w 60"/>
                  <a:gd name="T1" fmla="*/ 193 h 111"/>
                  <a:gd name="T2" fmla="*/ 83 w 60"/>
                  <a:gd name="T3" fmla="*/ 249 h 111"/>
                  <a:gd name="T4" fmla="*/ 38 w 60"/>
                  <a:gd name="T5" fmla="*/ 201 h 111"/>
                  <a:gd name="T6" fmla="*/ 1 w 60"/>
                  <a:gd name="T7" fmla="*/ 52 h 111"/>
                  <a:gd name="T8" fmla="*/ 56 w 60"/>
                  <a:gd name="T9" fmla="*/ 1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11">
                    <a:moveTo>
                      <a:pt x="59" y="82"/>
                    </a:moveTo>
                    <a:cubicBezTo>
                      <a:pt x="60" y="87"/>
                      <a:pt x="47" y="103"/>
                      <a:pt x="42" y="105"/>
                    </a:cubicBezTo>
                    <a:cubicBezTo>
                      <a:pt x="31" y="111"/>
                      <a:pt x="23" y="93"/>
                      <a:pt x="19" y="85"/>
                    </a:cubicBezTo>
                    <a:cubicBezTo>
                      <a:pt x="9" y="66"/>
                      <a:pt x="2" y="43"/>
                      <a:pt x="1" y="22"/>
                    </a:cubicBezTo>
                    <a:cubicBezTo>
                      <a:pt x="0" y="0"/>
                      <a:pt x="14" y="5"/>
                      <a:pt x="29" y="1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25" name="Freeform 2415">
                <a:extLst>
                  <a:ext uri="{FF2B5EF4-FFF2-40B4-BE49-F238E27FC236}">
                    <a16:creationId xmlns:a16="http://schemas.microsoft.com/office/drawing/2014/main" id="{0F02C8A2-94EF-42FF-A0B9-245CCFE4F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213"/>
                <a:ext cx="43" cy="135"/>
              </a:xfrm>
              <a:custGeom>
                <a:avLst/>
                <a:gdLst>
                  <a:gd name="T0" fmla="*/ 23 w 34"/>
                  <a:gd name="T1" fmla="*/ 241 h 101"/>
                  <a:gd name="T2" fmla="*/ 13 w 34"/>
                  <a:gd name="T3" fmla="*/ 99 h 101"/>
                  <a:gd name="T4" fmla="*/ 24 w 34"/>
                  <a:gd name="T5" fmla="*/ 23 h 101"/>
                  <a:gd name="T6" fmla="*/ 68 w 34"/>
                  <a:gd name="T7" fmla="*/ 7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01">
                    <a:moveTo>
                      <a:pt x="11" y="101"/>
                    </a:moveTo>
                    <a:cubicBezTo>
                      <a:pt x="0" y="85"/>
                      <a:pt x="5" y="61"/>
                      <a:pt x="6" y="41"/>
                    </a:cubicBezTo>
                    <a:cubicBezTo>
                      <a:pt x="6" y="32"/>
                      <a:pt x="7" y="18"/>
                      <a:pt x="12" y="10"/>
                    </a:cubicBezTo>
                    <a:cubicBezTo>
                      <a:pt x="18" y="0"/>
                      <a:pt x="30" y="7"/>
                      <a:pt x="34" y="3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26" name="Freeform 2416">
                <a:extLst>
                  <a:ext uri="{FF2B5EF4-FFF2-40B4-BE49-F238E27FC236}">
                    <a16:creationId xmlns:a16="http://schemas.microsoft.com/office/drawing/2014/main" id="{E8C18D4B-F857-43EB-A054-E5EEE2E64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080"/>
                <a:ext cx="49" cy="144"/>
              </a:xfrm>
              <a:custGeom>
                <a:avLst/>
                <a:gdLst>
                  <a:gd name="T0" fmla="*/ 33 w 39"/>
                  <a:gd name="T1" fmla="*/ 256 h 108"/>
                  <a:gd name="T2" fmla="*/ 24 w 39"/>
                  <a:gd name="T3" fmla="*/ 100 h 108"/>
                  <a:gd name="T4" fmla="*/ 20 w 39"/>
                  <a:gd name="T5" fmla="*/ 21 h 108"/>
                  <a:gd name="T6" fmla="*/ 78 w 39"/>
                  <a:gd name="T7" fmla="*/ 7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08">
                    <a:moveTo>
                      <a:pt x="17" y="108"/>
                    </a:moveTo>
                    <a:cubicBezTo>
                      <a:pt x="0" y="100"/>
                      <a:pt x="12" y="55"/>
                      <a:pt x="12" y="42"/>
                    </a:cubicBezTo>
                    <a:cubicBezTo>
                      <a:pt x="13" y="32"/>
                      <a:pt x="7" y="17"/>
                      <a:pt x="10" y="9"/>
                    </a:cubicBezTo>
                    <a:cubicBezTo>
                      <a:pt x="13" y="0"/>
                      <a:pt x="34" y="1"/>
                      <a:pt x="39" y="3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27" name="Freeform 2417">
                <a:extLst>
                  <a:ext uri="{FF2B5EF4-FFF2-40B4-BE49-F238E27FC236}">
                    <a16:creationId xmlns:a16="http://schemas.microsoft.com/office/drawing/2014/main" id="{8878C22C-2434-4627-BE61-4128A22BF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943"/>
                <a:ext cx="38" cy="142"/>
              </a:xfrm>
              <a:custGeom>
                <a:avLst/>
                <a:gdLst>
                  <a:gd name="T0" fmla="*/ 61 w 30"/>
                  <a:gd name="T1" fmla="*/ 249 h 107"/>
                  <a:gd name="T2" fmla="*/ 29 w 30"/>
                  <a:gd name="T3" fmla="*/ 113 h 107"/>
                  <a:gd name="T4" fmla="*/ 60 w 30"/>
                  <a:gd name="T5" fmla="*/ 0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07">
                    <a:moveTo>
                      <a:pt x="30" y="107"/>
                    </a:moveTo>
                    <a:cubicBezTo>
                      <a:pt x="17" y="96"/>
                      <a:pt x="17" y="64"/>
                      <a:pt x="14" y="48"/>
                    </a:cubicBezTo>
                    <a:cubicBezTo>
                      <a:pt x="11" y="30"/>
                      <a:pt x="0" y="4"/>
                      <a:pt x="29" y="0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28" name="Freeform 2418">
                <a:extLst>
                  <a:ext uri="{FF2B5EF4-FFF2-40B4-BE49-F238E27FC236}">
                    <a16:creationId xmlns:a16="http://schemas.microsoft.com/office/drawing/2014/main" id="{135BA0ED-706A-4DF9-A932-44DBA61F4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828"/>
                <a:ext cx="45" cy="107"/>
              </a:xfrm>
              <a:custGeom>
                <a:avLst/>
                <a:gdLst>
                  <a:gd name="T0" fmla="*/ 49 w 36"/>
                  <a:gd name="T1" fmla="*/ 0 h 80"/>
                  <a:gd name="T2" fmla="*/ 45 w 36"/>
                  <a:gd name="T3" fmla="*/ 126 h 80"/>
                  <a:gd name="T4" fmla="*/ 70 w 36"/>
                  <a:gd name="T5" fmla="*/ 191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80">
                    <a:moveTo>
                      <a:pt x="25" y="0"/>
                    </a:moveTo>
                    <a:cubicBezTo>
                      <a:pt x="0" y="11"/>
                      <a:pt x="15" y="37"/>
                      <a:pt x="23" y="52"/>
                    </a:cubicBezTo>
                    <a:cubicBezTo>
                      <a:pt x="27" y="60"/>
                      <a:pt x="33" y="71"/>
                      <a:pt x="36" y="80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29" name="Freeform 2419">
                <a:extLst>
                  <a:ext uri="{FF2B5EF4-FFF2-40B4-BE49-F238E27FC236}">
                    <a16:creationId xmlns:a16="http://schemas.microsoft.com/office/drawing/2014/main" id="{9E42CBE3-BE30-4311-9296-4F333F717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723"/>
                <a:ext cx="50" cy="128"/>
              </a:xfrm>
              <a:custGeom>
                <a:avLst/>
                <a:gdLst>
                  <a:gd name="T0" fmla="*/ 39 w 40"/>
                  <a:gd name="T1" fmla="*/ 0 h 96"/>
                  <a:gd name="T2" fmla="*/ 5 w 40"/>
                  <a:gd name="T3" fmla="*/ 31 h 96"/>
                  <a:gd name="T4" fmla="*/ 20 w 40"/>
                  <a:gd name="T5" fmla="*/ 108 h 96"/>
                  <a:gd name="T6" fmla="*/ 60 w 40"/>
                  <a:gd name="T7" fmla="*/ 213 h 96"/>
                  <a:gd name="T8" fmla="*/ 79 w 40"/>
                  <a:gd name="T9" fmla="*/ 212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6">
                    <a:moveTo>
                      <a:pt x="20" y="0"/>
                    </a:moveTo>
                    <a:cubicBezTo>
                      <a:pt x="11" y="4"/>
                      <a:pt x="4" y="3"/>
                      <a:pt x="2" y="13"/>
                    </a:cubicBezTo>
                    <a:cubicBezTo>
                      <a:pt x="0" y="22"/>
                      <a:pt x="7" y="38"/>
                      <a:pt x="10" y="46"/>
                    </a:cubicBezTo>
                    <a:cubicBezTo>
                      <a:pt x="15" y="62"/>
                      <a:pt x="25" y="74"/>
                      <a:pt x="30" y="90"/>
                    </a:cubicBezTo>
                    <a:cubicBezTo>
                      <a:pt x="34" y="96"/>
                      <a:pt x="39" y="90"/>
                      <a:pt x="40" y="89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30" name="Freeform 2420">
                <a:extLst>
                  <a:ext uri="{FF2B5EF4-FFF2-40B4-BE49-F238E27FC236}">
                    <a16:creationId xmlns:a16="http://schemas.microsoft.com/office/drawing/2014/main" id="{6482FC69-AC75-4FE6-8C41-E392FA5B7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2937"/>
                <a:ext cx="24" cy="11"/>
              </a:xfrm>
              <a:custGeom>
                <a:avLst/>
                <a:gdLst>
                  <a:gd name="T0" fmla="*/ 0 w 19"/>
                  <a:gd name="T1" fmla="*/ 0 h 8"/>
                  <a:gd name="T2" fmla="*/ 38 w 19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0" y="0"/>
                    </a:moveTo>
                    <a:cubicBezTo>
                      <a:pt x="5" y="5"/>
                      <a:pt x="11" y="8"/>
                      <a:pt x="19" y="8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31" name="Freeform 2421">
                <a:extLst>
                  <a:ext uri="{FF2B5EF4-FFF2-40B4-BE49-F238E27FC236}">
                    <a16:creationId xmlns:a16="http://schemas.microsoft.com/office/drawing/2014/main" id="{FCC2F2F5-57EE-4215-B277-04385213B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592"/>
                <a:ext cx="57" cy="113"/>
              </a:xfrm>
              <a:custGeom>
                <a:avLst/>
                <a:gdLst>
                  <a:gd name="T0" fmla="*/ 41 w 46"/>
                  <a:gd name="T1" fmla="*/ 0 h 85"/>
                  <a:gd name="T2" fmla="*/ 19 w 46"/>
                  <a:gd name="T3" fmla="*/ 80 h 85"/>
                  <a:gd name="T4" fmla="*/ 63 w 46"/>
                  <a:gd name="T5" fmla="*/ 138 h 85"/>
                  <a:gd name="T6" fmla="*/ 88 w 46"/>
                  <a:gd name="T7" fmla="*/ 19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85">
                    <a:moveTo>
                      <a:pt x="22" y="0"/>
                    </a:moveTo>
                    <a:cubicBezTo>
                      <a:pt x="14" y="10"/>
                      <a:pt x="0" y="21"/>
                      <a:pt x="10" y="34"/>
                    </a:cubicBezTo>
                    <a:cubicBezTo>
                      <a:pt x="16" y="43"/>
                      <a:pt x="27" y="49"/>
                      <a:pt x="33" y="59"/>
                    </a:cubicBezTo>
                    <a:cubicBezTo>
                      <a:pt x="38" y="67"/>
                      <a:pt x="43" y="76"/>
                      <a:pt x="46" y="85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32" name="Freeform 2422">
                <a:extLst>
                  <a:ext uri="{FF2B5EF4-FFF2-40B4-BE49-F238E27FC236}">
                    <a16:creationId xmlns:a16="http://schemas.microsoft.com/office/drawing/2014/main" id="{925ACC4F-BDA6-4847-821A-60ACDAFB9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712"/>
                <a:ext cx="20" cy="16"/>
              </a:xfrm>
              <a:custGeom>
                <a:avLst/>
                <a:gdLst>
                  <a:gd name="T0" fmla="*/ 0 w 16"/>
                  <a:gd name="T1" fmla="*/ 0 h 12"/>
                  <a:gd name="T2" fmla="*/ 31 w 16"/>
                  <a:gd name="T3" fmla="*/ 2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0" y="0"/>
                    </a:moveTo>
                    <a:cubicBezTo>
                      <a:pt x="4" y="4"/>
                      <a:pt x="9" y="12"/>
                      <a:pt x="16" y="10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33" name="Freeform 2423">
                <a:extLst>
                  <a:ext uri="{FF2B5EF4-FFF2-40B4-BE49-F238E27FC236}">
                    <a16:creationId xmlns:a16="http://schemas.microsoft.com/office/drawing/2014/main" id="{F7748931-CB97-4F90-A05E-91F1E262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548"/>
                <a:ext cx="105" cy="83"/>
              </a:xfrm>
              <a:custGeom>
                <a:avLst/>
                <a:gdLst>
                  <a:gd name="T0" fmla="*/ 1 w 84"/>
                  <a:gd name="T1" fmla="*/ 0 h 62"/>
                  <a:gd name="T2" fmla="*/ 13 w 84"/>
                  <a:gd name="T3" fmla="*/ 52 h 62"/>
                  <a:gd name="T4" fmla="*/ 61 w 84"/>
                  <a:gd name="T5" fmla="*/ 90 h 62"/>
                  <a:gd name="T6" fmla="*/ 164 w 84"/>
                  <a:gd name="T7" fmla="*/ 134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62">
                    <a:moveTo>
                      <a:pt x="1" y="0"/>
                    </a:moveTo>
                    <a:cubicBezTo>
                      <a:pt x="0" y="7"/>
                      <a:pt x="0" y="15"/>
                      <a:pt x="6" y="22"/>
                    </a:cubicBezTo>
                    <a:cubicBezTo>
                      <a:pt x="12" y="28"/>
                      <a:pt x="24" y="33"/>
                      <a:pt x="31" y="37"/>
                    </a:cubicBezTo>
                    <a:cubicBezTo>
                      <a:pt x="38" y="41"/>
                      <a:pt x="79" y="62"/>
                      <a:pt x="84" y="56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34" name="Freeform 2424">
                <a:extLst>
                  <a:ext uri="{FF2B5EF4-FFF2-40B4-BE49-F238E27FC236}">
                    <a16:creationId xmlns:a16="http://schemas.microsoft.com/office/drawing/2014/main" id="{9E505228-822C-42D6-88F6-10B61665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549"/>
                <a:ext cx="42" cy="28"/>
              </a:xfrm>
              <a:custGeom>
                <a:avLst/>
                <a:gdLst>
                  <a:gd name="T0" fmla="*/ 0 w 33"/>
                  <a:gd name="T1" fmla="*/ 0 h 21"/>
                  <a:gd name="T2" fmla="*/ 67 w 33"/>
                  <a:gd name="T3" fmla="*/ 2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1">
                    <a:moveTo>
                      <a:pt x="0" y="0"/>
                    </a:moveTo>
                    <a:cubicBezTo>
                      <a:pt x="15" y="12"/>
                      <a:pt x="30" y="21"/>
                      <a:pt x="33" y="12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35" name="Freeform 2425">
                <a:extLst>
                  <a:ext uri="{FF2B5EF4-FFF2-40B4-BE49-F238E27FC236}">
                    <a16:creationId xmlns:a16="http://schemas.microsoft.com/office/drawing/2014/main" id="{E9C48217-7C06-4499-A475-FF55E1EDF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576"/>
                <a:ext cx="6" cy="31"/>
              </a:xfrm>
              <a:custGeom>
                <a:avLst/>
                <a:gdLst>
                  <a:gd name="T0" fmla="*/ 0 w 5"/>
                  <a:gd name="T1" fmla="*/ 0 h 23"/>
                  <a:gd name="T2" fmla="*/ 2 w 5"/>
                  <a:gd name="T3" fmla="*/ 5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0" y="0"/>
                    </a:moveTo>
                    <a:cubicBezTo>
                      <a:pt x="3" y="6"/>
                      <a:pt x="5" y="17"/>
                      <a:pt x="2" y="23"/>
                    </a:cubicBezTo>
                  </a:path>
                </a:pathLst>
              </a:custGeom>
              <a:noFill/>
              <a:ln w="6350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36" name="Freeform 2426">
                <a:extLst>
                  <a:ext uri="{FF2B5EF4-FFF2-40B4-BE49-F238E27FC236}">
                    <a16:creationId xmlns:a16="http://schemas.microsoft.com/office/drawing/2014/main" id="{BB3CCE0A-A3AF-4A76-9CA1-C4654A524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545"/>
                <a:ext cx="51" cy="96"/>
              </a:xfrm>
              <a:custGeom>
                <a:avLst/>
                <a:gdLst>
                  <a:gd name="T0" fmla="*/ 0 w 41"/>
                  <a:gd name="T1" fmla="*/ 7 h 72"/>
                  <a:gd name="T2" fmla="*/ 2 w 41"/>
                  <a:gd name="T3" fmla="*/ 44 h 72"/>
                  <a:gd name="T4" fmla="*/ 63 w 41"/>
                  <a:gd name="T5" fmla="*/ 171 h 72"/>
                  <a:gd name="T6" fmla="*/ 65 w 41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72">
                    <a:moveTo>
                      <a:pt x="0" y="3"/>
                    </a:moveTo>
                    <a:cubicBezTo>
                      <a:pt x="1" y="11"/>
                      <a:pt x="2" y="17"/>
                      <a:pt x="2" y="19"/>
                    </a:cubicBezTo>
                    <a:cubicBezTo>
                      <a:pt x="6" y="40"/>
                      <a:pt x="24" y="54"/>
                      <a:pt x="33" y="72"/>
                    </a:cubicBezTo>
                    <a:cubicBezTo>
                      <a:pt x="34" y="50"/>
                      <a:pt x="41" y="22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37" name="Freeform 2427">
                <a:extLst>
                  <a:ext uri="{FF2B5EF4-FFF2-40B4-BE49-F238E27FC236}">
                    <a16:creationId xmlns:a16="http://schemas.microsoft.com/office/drawing/2014/main" id="{477B281F-9917-4202-9B50-E93D9E04E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601"/>
                <a:ext cx="44" cy="194"/>
              </a:xfrm>
              <a:custGeom>
                <a:avLst/>
                <a:gdLst>
                  <a:gd name="T0" fmla="*/ 8 w 35"/>
                  <a:gd name="T1" fmla="*/ 70 h 145"/>
                  <a:gd name="T2" fmla="*/ 8 w 35"/>
                  <a:gd name="T3" fmla="*/ 182 h 145"/>
                  <a:gd name="T4" fmla="*/ 55 w 35"/>
                  <a:gd name="T5" fmla="*/ 340 h 145"/>
                  <a:gd name="T6" fmla="*/ 55 w 35"/>
                  <a:gd name="T7" fmla="*/ 258 h 145"/>
                  <a:gd name="T8" fmla="*/ 65 w 35"/>
                  <a:gd name="T9" fmla="*/ 213 h 145"/>
                  <a:gd name="T10" fmla="*/ 49 w 35"/>
                  <a:gd name="T11" fmla="*/ 91 h 145"/>
                  <a:gd name="T12" fmla="*/ 18 w 35"/>
                  <a:gd name="T13" fmla="*/ 0 h 1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45">
                    <a:moveTo>
                      <a:pt x="4" y="29"/>
                    </a:moveTo>
                    <a:cubicBezTo>
                      <a:pt x="2" y="41"/>
                      <a:pt x="0" y="65"/>
                      <a:pt x="4" y="76"/>
                    </a:cubicBezTo>
                    <a:cubicBezTo>
                      <a:pt x="6" y="85"/>
                      <a:pt x="24" y="133"/>
                      <a:pt x="28" y="142"/>
                    </a:cubicBezTo>
                    <a:cubicBezTo>
                      <a:pt x="29" y="145"/>
                      <a:pt x="25" y="106"/>
                      <a:pt x="28" y="108"/>
                    </a:cubicBezTo>
                    <a:cubicBezTo>
                      <a:pt x="29" y="102"/>
                      <a:pt x="32" y="96"/>
                      <a:pt x="33" y="89"/>
                    </a:cubicBezTo>
                    <a:cubicBezTo>
                      <a:pt x="35" y="73"/>
                      <a:pt x="29" y="54"/>
                      <a:pt x="25" y="38"/>
                    </a:cubicBezTo>
                    <a:cubicBezTo>
                      <a:pt x="22" y="24"/>
                      <a:pt x="15" y="13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38" name="Freeform 2428">
                <a:extLst>
                  <a:ext uri="{FF2B5EF4-FFF2-40B4-BE49-F238E27FC236}">
                    <a16:creationId xmlns:a16="http://schemas.microsoft.com/office/drawing/2014/main" id="{7268A1F0-69BC-462E-B8FF-7D593CBDF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547"/>
                <a:ext cx="19" cy="94"/>
              </a:xfrm>
              <a:custGeom>
                <a:avLst/>
                <a:gdLst>
                  <a:gd name="T0" fmla="*/ 0 w 15"/>
                  <a:gd name="T1" fmla="*/ 164 h 71"/>
                  <a:gd name="T2" fmla="*/ 8 w 15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1">
                    <a:moveTo>
                      <a:pt x="0" y="71"/>
                    </a:moveTo>
                    <a:cubicBezTo>
                      <a:pt x="7" y="48"/>
                      <a:pt x="15" y="23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39" name="Freeform 2429">
                <a:extLst>
                  <a:ext uri="{FF2B5EF4-FFF2-40B4-BE49-F238E27FC236}">
                    <a16:creationId xmlns:a16="http://schemas.microsoft.com/office/drawing/2014/main" id="{BC99DBA9-C220-46D4-B325-DD88038FD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545"/>
                <a:ext cx="33" cy="42"/>
              </a:xfrm>
              <a:custGeom>
                <a:avLst/>
                <a:gdLst>
                  <a:gd name="T0" fmla="*/ 49 w 27"/>
                  <a:gd name="T1" fmla="*/ 5 h 31"/>
                  <a:gd name="T2" fmla="*/ 43 w 27"/>
                  <a:gd name="T3" fmla="*/ 77 h 31"/>
                  <a:gd name="T4" fmla="*/ 0 w 27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1">
                    <a:moveTo>
                      <a:pt x="27" y="2"/>
                    </a:moveTo>
                    <a:cubicBezTo>
                      <a:pt x="26" y="12"/>
                      <a:pt x="24" y="22"/>
                      <a:pt x="24" y="31"/>
                    </a:cubicBezTo>
                    <a:cubicBezTo>
                      <a:pt x="15" y="22"/>
                      <a:pt x="8" y="1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40" name="Freeform 2430">
                <a:extLst>
                  <a:ext uri="{FF2B5EF4-FFF2-40B4-BE49-F238E27FC236}">
                    <a16:creationId xmlns:a16="http://schemas.microsoft.com/office/drawing/2014/main" id="{8F84B898-A002-4CB0-A453-F9605DF3D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64"/>
                <a:ext cx="68" cy="173"/>
              </a:xfrm>
              <a:custGeom>
                <a:avLst/>
                <a:gdLst>
                  <a:gd name="T0" fmla="*/ 0 w 54"/>
                  <a:gd name="T1" fmla="*/ 0 h 130"/>
                  <a:gd name="T2" fmla="*/ 0 w 54"/>
                  <a:gd name="T3" fmla="*/ 37 h 130"/>
                  <a:gd name="T4" fmla="*/ 18 w 54"/>
                  <a:gd name="T5" fmla="*/ 154 h 130"/>
                  <a:gd name="T6" fmla="*/ 72 w 54"/>
                  <a:gd name="T7" fmla="*/ 269 h 130"/>
                  <a:gd name="T8" fmla="*/ 106 w 54"/>
                  <a:gd name="T9" fmla="*/ 306 h 130"/>
                  <a:gd name="T10" fmla="*/ 106 w 54"/>
                  <a:gd name="T11" fmla="*/ 287 h 130"/>
                  <a:gd name="T12" fmla="*/ 91 w 54"/>
                  <a:gd name="T13" fmla="*/ 214 h 130"/>
                  <a:gd name="T14" fmla="*/ 79 w 54"/>
                  <a:gd name="T15" fmla="*/ 100 h 130"/>
                  <a:gd name="T16" fmla="*/ 62 w 54"/>
                  <a:gd name="T17" fmla="*/ 41 h 130"/>
                  <a:gd name="T18" fmla="*/ 37 w 54"/>
                  <a:gd name="T19" fmla="*/ 9 h 1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30">
                    <a:moveTo>
                      <a:pt x="0" y="0"/>
                    </a:moveTo>
                    <a:cubicBezTo>
                      <a:pt x="1" y="5"/>
                      <a:pt x="0" y="10"/>
                      <a:pt x="0" y="16"/>
                    </a:cubicBezTo>
                    <a:cubicBezTo>
                      <a:pt x="2" y="33"/>
                      <a:pt x="4" y="49"/>
                      <a:pt x="9" y="65"/>
                    </a:cubicBezTo>
                    <a:cubicBezTo>
                      <a:pt x="14" y="83"/>
                      <a:pt x="23" y="101"/>
                      <a:pt x="36" y="114"/>
                    </a:cubicBezTo>
                    <a:cubicBezTo>
                      <a:pt x="42" y="119"/>
                      <a:pt x="49" y="124"/>
                      <a:pt x="53" y="130"/>
                    </a:cubicBezTo>
                    <a:cubicBezTo>
                      <a:pt x="54" y="127"/>
                      <a:pt x="53" y="125"/>
                      <a:pt x="53" y="122"/>
                    </a:cubicBezTo>
                    <a:cubicBezTo>
                      <a:pt x="51" y="112"/>
                      <a:pt x="47" y="102"/>
                      <a:pt x="45" y="91"/>
                    </a:cubicBezTo>
                    <a:cubicBezTo>
                      <a:pt x="41" y="76"/>
                      <a:pt x="44" y="57"/>
                      <a:pt x="40" y="42"/>
                    </a:cubicBezTo>
                    <a:cubicBezTo>
                      <a:pt x="38" y="34"/>
                      <a:pt x="34" y="25"/>
                      <a:pt x="31" y="17"/>
                    </a:cubicBezTo>
                    <a:cubicBezTo>
                      <a:pt x="29" y="13"/>
                      <a:pt x="17" y="8"/>
                      <a:pt x="18" y="4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41" name="Freeform 2431">
                <a:extLst>
                  <a:ext uri="{FF2B5EF4-FFF2-40B4-BE49-F238E27FC236}">
                    <a16:creationId xmlns:a16="http://schemas.microsoft.com/office/drawing/2014/main" id="{ED38D01A-3C2F-4349-ADCF-49CDE151D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549"/>
                <a:ext cx="47" cy="79"/>
              </a:xfrm>
              <a:custGeom>
                <a:avLst/>
                <a:gdLst>
                  <a:gd name="T0" fmla="*/ 0 w 38"/>
                  <a:gd name="T1" fmla="*/ 0 h 59"/>
                  <a:gd name="T2" fmla="*/ 14 w 38"/>
                  <a:gd name="T3" fmla="*/ 36 h 59"/>
                  <a:gd name="T4" fmla="*/ 57 w 38"/>
                  <a:gd name="T5" fmla="*/ 112 h 59"/>
                  <a:gd name="T6" fmla="*/ 72 w 38"/>
                  <a:gd name="T7" fmla="*/ 142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9">
                    <a:moveTo>
                      <a:pt x="0" y="0"/>
                    </a:moveTo>
                    <a:cubicBezTo>
                      <a:pt x="2" y="5"/>
                      <a:pt x="4" y="10"/>
                      <a:pt x="7" y="15"/>
                    </a:cubicBezTo>
                    <a:cubicBezTo>
                      <a:pt x="14" y="26"/>
                      <a:pt x="23" y="36"/>
                      <a:pt x="30" y="47"/>
                    </a:cubicBezTo>
                    <a:cubicBezTo>
                      <a:pt x="32" y="50"/>
                      <a:pt x="38" y="58"/>
                      <a:pt x="38" y="59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42" name="Freeform 2432">
                <a:extLst>
                  <a:ext uri="{FF2B5EF4-FFF2-40B4-BE49-F238E27FC236}">
                    <a16:creationId xmlns:a16="http://schemas.microsoft.com/office/drawing/2014/main" id="{91BC0366-C509-4C3E-8369-511AE6FA6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548"/>
                <a:ext cx="27" cy="89"/>
              </a:xfrm>
              <a:custGeom>
                <a:avLst/>
                <a:gdLst>
                  <a:gd name="T0" fmla="*/ 0 w 21"/>
                  <a:gd name="T1" fmla="*/ 157 h 67"/>
                  <a:gd name="T2" fmla="*/ 13 w 21"/>
                  <a:gd name="T3" fmla="*/ 141 h 67"/>
                  <a:gd name="T4" fmla="*/ 31 w 21"/>
                  <a:gd name="T5" fmla="*/ 102 h 67"/>
                  <a:gd name="T6" fmla="*/ 39 w 21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67">
                    <a:moveTo>
                      <a:pt x="0" y="67"/>
                    </a:moveTo>
                    <a:cubicBezTo>
                      <a:pt x="1" y="64"/>
                      <a:pt x="4" y="62"/>
                      <a:pt x="6" y="60"/>
                    </a:cubicBezTo>
                    <a:cubicBezTo>
                      <a:pt x="10" y="55"/>
                      <a:pt x="12" y="49"/>
                      <a:pt x="15" y="44"/>
                    </a:cubicBezTo>
                    <a:cubicBezTo>
                      <a:pt x="21" y="31"/>
                      <a:pt x="19" y="15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43" name="Freeform 2433">
                <a:extLst>
                  <a:ext uri="{FF2B5EF4-FFF2-40B4-BE49-F238E27FC236}">
                    <a16:creationId xmlns:a16="http://schemas.microsoft.com/office/drawing/2014/main" id="{1CB5EBB8-9968-429D-AE12-75047CB13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585"/>
                <a:ext cx="88" cy="100"/>
              </a:xfrm>
              <a:custGeom>
                <a:avLst/>
                <a:gdLst>
                  <a:gd name="T0" fmla="*/ 0 w 70"/>
                  <a:gd name="T1" fmla="*/ 0 h 75"/>
                  <a:gd name="T2" fmla="*/ 98 w 70"/>
                  <a:gd name="T3" fmla="*/ 149 h 75"/>
                  <a:gd name="T4" fmla="*/ 140 w 70"/>
                  <a:gd name="T5" fmla="*/ 177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5">
                    <a:moveTo>
                      <a:pt x="0" y="0"/>
                    </a:moveTo>
                    <a:cubicBezTo>
                      <a:pt x="11" y="24"/>
                      <a:pt x="23" y="50"/>
                      <a:pt x="49" y="63"/>
                    </a:cubicBezTo>
                    <a:cubicBezTo>
                      <a:pt x="54" y="66"/>
                      <a:pt x="64" y="73"/>
                      <a:pt x="70" y="75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44" name="Freeform 2434">
                <a:extLst>
                  <a:ext uri="{FF2B5EF4-FFF2-40B4-BE49-F238E27FC236}">
                    <a16:creationId xmlns:a16="http://schemas.microsoft.com/office/drawing/2014/main" id="{DB6C5D0B-FCAE-43F1-969F-1E4BA7025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721"/>
                <a:ext cx="35" cy="87"/>
              </a:xfrm>
              <a:custGeom>
                <a:avLst/>
                <a:gdLst>
                  <a:gd name="T0" fmla="*/ 55 w 28"/>
                  <a:gd name="T1" fmla="*/ 155 h 65"/>
                  <a:gd name="T2" fmla="*/ 0 w 28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5">
                    <a:moveTo>
                      <a:pt x="28" y="65"/>
                    </a:moveTo>
                    <a:cubicBezTo>
                      <a:pt x="24" y="48"/>
                      <a:pt x="8" y="1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45" name="Freeform 2435">
                <a:extLst>
                  <a:ext uri="{FF2B5EF4-FFF2-40B4-BE49-F238E27FC236}">
                    <a16:creationId xmlns:a16="http://schemas.microsoft.com/office/drawing/2014/main" id="{4BCBFBC3-9ECA-41B2-8B19-B7C4AF19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743"/>
                <a:ext cx="10" cy="86"/>
              </a:xfrm>
              <a:custGeom>
                <a:avLst/>
                <a:gdLst>
                  <a:gd name="T0" fmla="*/ 1 w 8"/>
                  <a:gd name="T1" fmla="*/ 0 h 65"/>
                  <a:gd name="T2" fmla="*/ 8 w 8"/>
                  <a:gd name="T3" fmla="*/ 123 h 65"/>
                  <a:gd name="T4" fmla="*/ 16 w 8"/>
                  <a:gd name="T5" fmla="*/ 15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5">
                    <a:moveTo>
                      <a:pt x="1" y="0"/>
                    </a:moveTo>
                    <a:cubicBezTo>
                      <a:pt x="0" y="17"/>
                      <a:pt x="0" y="35"/>
                      <a:pt x="4" y="53"/>
                    </a:cubicBezTo>
                    <a:cubicBezTo>
                      <a:pt x="5" y="57"/>
                      <a:pt x="6" y="61"/>
                      <a:pt x="8" y="65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46" name="Freeform 2436">
                <a:extLst>
                  <a:ext uri="{FF2B5EF4-FFF2-40B4-BE49-F238E27FC236}">
                    <a16:creationId xmlns:a16="http://schemas.microsoft.com/office/drawing/2014/main" id="{A439DE2B-B03F-41D1-8A3F-46791BB37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628"/>
                <a:ext cx="50" cy="181"/>
              </a:xfrm>
              <a:custGeom>
                <a:avLst/>
                <a:gdLst>
                  <a:gd name="T0" fmla="*/ 51 w 40"/>
                  <a:gd name="T1" fmla="*/ 321 h 136"/>
                  <a:gd name="T2" fmla="*/ 0 w 40"/>
                  <a:gd name="T3" fmla="*/ 0 h 1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36">
                    <a:moveTo>
                      <a:pt x="26" y="136"/>
                    </a:moveTo>
                    <a:cubicBezTo>
                      <a:pt x="40" y="94"/>
                      <a:pt x="28" y="3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47" name="Freeform 2437">
                <a:extLst>
                  <a:ext uri="{FF2B5EF4-FFF2-40B4-BE49-F238E27FC236}">
                    <a16:creationId xmlns:a16="http://schemas.microsoft.com/office/drawing/2014/main" id="{F278868B-E9B5-449C-8A74-295DFB344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639"/>
                <a:ext cx="19" cy="130"/>
              </a:xfrm>
              <a:custGeom>
                <a:avLst/>
                <a:gdLst>
                  <a:gd name="T0" fmla="*/ 1 w 15"/>
                  <a:gd name="T1" fmla="*/ 0 h 98"/>
                  <a:gd name="T2" fmla="*/ 23 w 15"/>
                  <a:gd name="T3" fmla="*/ 135 h 98"/>
                  <a:gd name="T4" fmla="*/ 0 w 15"/>
                  <a:gd name="T5" fmla="*/ 228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8">
                    <a:moveTo>
                      <a:pt x="1" y="0"/>
                    </a:moveTo>
                    <a:cubicBezTo>
                      <a:pt x="15" y="14"/>
                      <a:pt x="14" y="39"/>
                      <a:pt x="11" y="58"/>
                    </a:cubicBezTo>
                    <a:cubicBezTo>
                      <a:pt x="10" y="65"/>
                      <a:pt x="5" y="94"/>
                      <a:pt x="0" y="98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48" name="Freeform 2438">
                <a:extLst>
                  <a:ext uri="{FF2B5EF4-FFF2-40B4-BE49-F238E27FC236}">
                    <a16:creationId xmlns:a16="http://schemas.microsoft.com/office/drawing/2014/main" id="{21397D0B-8FA6-40C1-B27D-3A0379A4A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728"/>
                <a:ext cx="46" cy="119"/>
              </a:xfrm>
              <a:custGeom>
                <a:avLst/>
                <a:gdLst>
                  <a:gd name="T0" fmla="*/ 26 w 37"/>
                  <a:gd name="T1" fmla="*/ 0 h 89"/>
                  <a:gd name="T2" fmla="*/ 71 w 37"/>
                  <a:gd name="T3" fmla="*/ 213 h 89"/>
                  <a:gd name="T4" fmla="*/ 0 w 37"/>
                  <a:gd name="T5" fmla="*/ 143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89">
                    <a:moveTo>
                      <a:pt x="14" y="0"/>
                    </a:moveTo>
                    <a:cubicBezTo>
                      <a:pt x="33" y="39"/>
                      <a:pt x="33" y="46"/>
                      <a:pt x="37" y="89"/>
                    </a:cubicBezTo>
                    <a:cubicBezTo>
                      <a:pt x="27" y="66"/>
                      <a:pt x="9" y="85"/>
                      <a:pt x="0" y="6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49" name="Freeform 2439">
                <a:extLst>
                  <a:ext uri="{FF2B5EF4-FFF2-40B4-BE49-F238E27FC236}">
                    <a16:creationId xmlns:a16="http://schemas.microsoft.com/office/drawing/2014/main" id="{E30EEB50-459B-46D9-A105-718F944CA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677"/>
                <a:ext cx="28" cy="176"/>
              </a:xfrm>
              <a:custGeom>
                <a:avLst/>
                <a:gdLst>
                  <a:gd name="T0" fmla="*/ 5 w 22"/>
                  <a:gd name="T1" fmla="*/ 0 h 132"/>
                  <a:gd name="T2" fmla="*/ 0 w 22"/>
                  <a:gd name="T3" fmla="*/ 313 h 1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32">
                    <a:moveTo>
                      <a:pt x="2" y="0"/>
                    </a:moveTo>
                    <a:cubicBezTo>
                      <a:pt x="22" y="24"/>
                      <a:pt x="6" y="104"/>
                      <a:pt x="0" y="132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50" name="Freeform 2440">
                <a:extLst>
                  <a:ext uri="{FF2B5EF4-FFF2-40B4-BE49-F238E27FC236}">
                    <a16:creationId xmlns:a16="http://schemas.microsoft.com/office/drawing/2014/main" id="{CA16BD10-9722-456D-A587-2EC73134B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736"/>
                <a:ext cx="42" cy="117"/>
              </a:xfrm>
              <a:custGeom>
                <a:avLst/>
                <a:gdLst>
                  <a:gd name="T0" fmla="*/ 64 w 34"/>
                  <a:gd name="T1" fmla="*/ 207 h 88"/>
                  <a:gd name="T2" fmla="*/ 47 w 34"/>
                  <a:gd name="T3" fmla="*/ 108 h 88"/>
                  <a:gd name="T4" fmla="*/ 0 w 34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88">
                    <a:moveTo>
                      <a:pt x="34" y="88"/>
                    </a:moveTo>
                    <a:cubicBezTo>
                      <a:pt x="30" y="66"/>
                      <a:pt x="32" y="67"/>
                      <a:pt x="25" y="46"/>
                    </a:cubicBezTo>
                    <a:cubicBezTo>
                      <a:pt x="18" y="28"/>
                      <a:pt x="7" y="1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51" name="Freeform 2441">
                <a:extLst>
                  <a:ext uri="{FF2B5EF4-FFF2-40B4-BE49-F238E27FC236}">
                    <a16:creationId xmlns:a16="http://schemas.microsoft.com/office/drawing/2014/main" id="{8A5D8D30-B69E-41A9-9859-58E618521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720"/>
                <a:ext cx="17" cy="125"/>
              </a:xfrm>
              <a:custGeom>
                <a:avLst/>
                <a:gdLst>
                  <a:gd name="T0" fmla="*/ 1 w 14"/>
                  <a:gd name="T1" fmla="*/ 0 h 94"/>
                  <a:gd name="T2" fmla="*/ 2 w 14"/>
                  <a:gd name="T3" fmla="*/ 93 h 94"/>
                  <a:gd name="T4" fmla="*/ 25 w 14"/>
                  <a:gd name="T5" fmla="*/ 221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4">
                    <a:moveTo>
                      <a:pt x="1" y="0"/>
                    </a:moveTo>
                    <a:cubicBezTo>
                      <a:pt x="3" y="15"/>
                      <a:pt x="0" y="25"/>
                      <a:pt x="2" y="40"/>
                    </a:cubicBezTo>
                    <a:cubicBezTo>
                      <a:pt x="5" y="58"/>
                      <a:pt x="8" y="77"/>
                      <a:pt x="14" y="94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52" name="Freeform 2442">
                <a:extLst>
                  <a:ext uri="{FF2B5EF4-FFF2-40B4-BE49-F238E27FC236}">
                    <a16:creationId xmlns:a16="http://schemas.microsoft.com/office/drawing/2014/main" id="{7B22D1DD-CF7B-43DC-BB4C-C1F943D88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548"/>
                <a:ext cx="18" cy="31"/>
              </a:xfrm>
              <a:custGeom>
                <a:avLst/>
                <a:gdLst>
                  <a:gd name="T0" fmla="*/ 0 w 14"/>
                  <a:gd name="T1" fmla="*/ 0 h 23"/>
                  <a:gd name="T2" fmla="*/ 30 w 14"/>
                  <a:gd name="T3" fmla="*/ 5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0"/>
                    </a:moveTo>
                    <a:cubicBezTo>
                      <a:pt x="4" y="9"/>
                      <a:pt x="9" y="18"/>
                      <a:pt x="14" y="23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53" name="Freeform 2443">
                <a:extLst>
                  <a:ext uri="{FF2B5EF4-FFF2-40B4-BE49-F238E27FC236}">
                    <a16:creationId xmlns:a16="http://schemas.microsoft.com/office/drawing/2014/main" id="{428672A6-CD44-49D5-8438-3C835A00F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576"/>
                <a:ext cx="38" cy="131"/>
              </a:xfrm>
              <a:custGeom>
                <a:avLst/>
                <a:gdLst>
                  <a:gd name="T0" fmla="*/ 1 w 30"/>
                  <a:gd name="T1" fmla="*/ 0 h 98"/>
                  <a:gd name="T2" fmla="*/ 0 w 30"/>
                  <a:gd name="T3" fmla="*/ 70 h 98"/>
                  <a:gd name="T4" fmla="*/ 8 w 30"/>
                  <a:gd name="T5" fmla="*/ 154 h 98"/>
                  <a:gd name="T6" fmla="*/ 61 w 30"/>
                  <a:gd name="T7" fmla="*/ 234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98">
                    <a:moveTo>
                      <a:pt x="1" y="0"/>
                    </a:moveTo>
                    <a:cubicBezTo>
                      <a:pt x="3" y="9"/>
                      <a:pt x="0" y="19"/>
                      <a:pt x="0" y="29"/>
                    </a:cubicBezTo>
                    <a:cubicBezTo>
                      <a:pt x="0" y="41"/>
                      <a:pt x="1" y="53"/>
                      <a:pt x="4" y="64"/>
                    </a:cubicBezTo>
                    <a:cubicBezTo>
                      <a:pt x="10" y="87"/>
                      <a:pt x="14" y="84"/>
                      <a:pt x="30" y="98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54" name="Freeform 2444">
                <a:extLst>
                  <a:ext uri="{FF2B5EF4-FFF2-40B4-BE49-F238E27FC236}">
                    <a16:creationId xmlns:a16="http://schemas.microsoft.com/office/drawing/2014/main" id="{702BAE74-18BB-4C50-9704-D926B5026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549"/>
                <a:ext cx="14" cy="142"/>
              </a:xfrm>
              <a:custGeom>
                <a:avLst/>
                <a:gdLst>
                  <a:gd name="T0" fmla="*/ 0 w 11"/>
                  <a:gd name="T1" fmla="*/ 0 h 106"/>
                  <a:gd name="T2" fmla="*/ 14 w 11"/>
                  <a:gd name="T3" fmla="*/ 63 h 106"/>
                  <a:gd name="T4" fmla="*/ 14 w 11"/>
                  <a:gd name="T5" fmla="*/ 202 h 106"/>
                  <a:gd name="T6" fmla="*/ 0 w 11"/>
                  <a:gd name="T7" fmla="*/ 255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6">
                    <a:moveTo>
                      <a:pt x="0" y="0"/>
                    </a:moveTo>
                    <a:cubicBezTo>
                      <a:pt x="4" y="8"/>
                      <a:pt x="6" y="17"/>
                      <a:pt x="7" y="26"/>
                    </a:cubicBezTo>
                    <a:cubicBezTo>
                      <a:pt x="8" y="44"/>
                      <a:pt x="11" y="66"/>
                      <a:pt x="7" y="84"/>
                    </a:cubicBezTo>
                    <a:cubicBezTo>
                      <a:pt x="6" y="92"/>
                      <a:pt x="2" y="98"/>
                      <a:pt x="0" y="106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55" name="Freeform 2445">
                <a:extLst>
                  <a:ext uri="{FF2B5EF4-FFF2-40B4-BE49-F238E27FC236}">
                    <a16:creationId xmlns:a16="http://schemas.microsoft.com/office/drawing/2014/main" id="{21B504AC-CA13-4E51-BFD7-74459C845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617"/>
                <a:ext cx="30" cy="162"/>
              </a:xfrm>
              <a:custGeom>
                <a:avLst/>
                <a:gdLst>
                  <a:gd name="T0" fmla="*/ 0 w 24"/>
                  <a:gd name="T1" fmla="*/ 0 h 121"/>
                  <a:gd name="T2" fmla="*/ 29 w 24"/>
                  <a:gd name="T3" fmla="*/ 59 h 121"/>
                  <a:gd name="T4" fmla="*/ 44 w 24"/>
                  <a:gd name="T5" fmla="*/ 165 h 121"/>
                  <a:gd name="T6" fmla="*/ 38 w 24"/>
                  <a:gd name="T7" fmla="*/ 291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1">
                    <a:moveTo>
                      <a:pt x="0" y="0"/>
                    </a:moveTo>
                    <a:cubicBezTo>
                      <a:pt x="1" y="9"/>
                      <a:pt x="11" y="17"/>
                      <a:pt x="14" y="25"/>
                    </a:cubicBezTo>
                    <a:cubicBezTo>
                      <a:pt x="20" y="39"/>
                      <a:pt x="23" y="54"/>
                      <a:pt x="22" y="69"/>
                    </a:cubicBezTo>
                    <a:cubicBezTo>
                      <a:pt x="22" y="84"/>
                      <a:pt x="24" y="107"/>
                      <a:pt x="19" y="12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56" name="Freeform 2446">
                <a:extLst>
                  <a:ext uri="{FF2B5EF4-FFF2-40B4-BE49-F238E27FC236}">
                    <a16:creationId xmlns:a16="http://schemas.microsoft.com/office/drawing/2014/main" id="{0C14231C-BE4B-4356-9FB6-D10505EAF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765"/>
                <a:ext cx="62" cy="235"/>
              </a:xfrm>
              <a:custGeom>
                <a:avLst/>
                <a:gdLst>
                  <a:gd name="T0" fmla="*/ 6 w 49"/>
                  <a:gd name="T1" fmla="*/ 0 h 176"/>
                  <a:gd name="T2" fmla="*/ 1 w 49"/>
                  <a:gd name="T3" fmla="*/ 107 h 176"/>
                  <a:gd name="T4" fmla="*/ 16 w 49"/>
                  <a:gd name="T5" fmla="*/ 240 h 176"/>
                  <a:gd name="T6" fmla="*/ 99 w 49"/>
                  <a:gd name="T7" fmla="*/ 419 h 176"/>
                  <a:gd name="T8" fmla="*/ 95 w 49"/>
                  <a:gd name="T9" fmla="*/ 328 h 176"/>
                  <a:gd name="T10" fmla="*/ 68 w 49"/>
                  <a:gd name="T11" fmla="*/ 176 h 176"/>
                  <a:gd name="T12" fmla="*/ 6 w 49"/>
                  <a:gd name="T13" fmla="*/ 36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76">
                    <a:moveTo>
                      <a:pt x="3" y="0"/>
                    </a:moveTo>
                    <a:cubicBezTo>
                      <a:pt x="3" y="15"/>
                      <a:pt x="0" y="31"/>
                      <a:pt x="1" y="45"/>
                    </a:cubicBezTo>
                    <a:cubicBezTo>
                      <a:pt x="2" y="64"/>
                      <a:pt x="4" y="83"/>
                      <a:pt x="8" y="101"/>
                    </a:cubicBezTo>
                    <a:cubicBezTo>
                      <a:pt x="14" y="126"/>
                      <a:pt x="31" y="157"/>
                      <a:pt x="49" y="176"/>
                    </a:cubicBezTo>
                    <a:cubicBezTo>
                      <a:pt x="46" y="165"/>
                      <a:pt x="48" y="150"/>
                      <a:pt x="47" y="138"/>
                    </a:cubicBezTo>
                    <a:cubicBezTo>
                      <a:pt x="45" y="117"/>
                      <a:pt x="40" y="95"/>
                      <a:pt x="34" y="74"/>
                    </a:cubicBezTo>
                    <a:cubicBezTo>
                      <a:pt x="29" y="55"/>
                      <a:pt x="8" y="34"/>
                      <a:pt x="3" y="15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57" name="Freeform 2447">
                <a:extLst>
                  <a:ext uri="{FF2B5EF4-FFF2-40B4-BE49-F238E27FC236}">
                    <a16:creationId xmlns:a16="http://schemas.microsoft.com/office/drawing/2014/main" id="{3BCC672C-330B-451C-8EFC-E1DFBB554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933"/>
                <a:ext cx="65" cy="166"/>
              </a:xfrm>
              <a:custGeom>
                <a:avLst/>
                <a:gdLst>
                  <a:gd name="T0" fmla="*/ 6 w 52"/>
                  <a:gd name="T1" fmla="*/ 52 h 124"/>
                  <a:gd name="T2" fmla="*/ 38 w 52"/>
                  <a:gd name="T3" fmla="*/ 297 h 124"/>
                  <a:gd name="T4" fmla="*/ 51 w 52"/>
                  <a:gd name="T5" fmla="*/ 234 h 124"/>
                  <a:gd name="T6" fmla="*/ 75 w 52"/>
                  <a:gd name="T7" fmla="*/ 120 h 124"/>
                  <a:gd name="T8" fmla="*/ 94 w 52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24">
                    <a:moveTo>
                      <a:pt x="3" y="22"/>
                    </a:moveTo>
                    <a:cubicBezTo>
                      <a:pt x="3" y="52"/>
                      <a:pt x="0" y="100"/>
                      <a:pt x="19" y="124"/>
                    </a:cubicBezTo>
                    <a:cubicBezTo>
                      <a:pt x="24" y="117"/>
                      <a:pt x="24" y="106"/>
                      <a:pt x="26" y="98"/>
                    </a:cubicBezTo>
                    <a:cubicBezTo>
                      <a:pt x="29" y="82"/>
                      <a:pt x="34" y="66"/>
                      <a:pt x="38" y="50"/>
                    </a:cubicBezTo>
                    <a:cubicBezTo>
                      <a:pt x="41" y="32"/>
                      <a:pt x="52" y="17"/>
                      <a:pt x="48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58" name="Freeform 2448">
                <a:extLst>
                  <a:ext uri="{FF2B5EF4-FFF2-40B4-BE49-F238E27FC236}">
                    <a16:creationId xmlns:a16="http://schemas.microsoft.com/office/drawing/2014/main" id="{853072C7-073C-4A1F-A8BA-E8AC57AEF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933"/>
                <a:ext cx="72" cy="138"/>
              </a:xfrm>
              <a:custGeom>
                <a:avLst/>
                <a:gdLst>
                  <a:gd name="T0" fmla="*/ 7 w 58"/>
                  <a:gd name="T1" fmla="*/ 0 h 103"/>
                  <a:gd name="T2" fmla="*/ 2 w 58"/>
                  <a:gd name="T3" fmla="*/ 107 h 103"/>
                  <a:gd name="T4" fmla="*/ 40 w 58"/>
                  <a:gd name="T5" fmla="*/ 248 h 103"/>
                  <a:gd name="T6" fmla="*/ 82 w 58"/>
                  <a:gd name="T7" fmla="*/ 142 h 103"/>
                  <a:gd name="T8" fmla="*/ 110 w 58"/>
                  <a:gd name="T9" fmla="*/ 12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03">
                    <a:moveTo>
                      <a:pt x="4" y="0"/>
                    </a:moveTo>
                    <a:cubicBezTo>
                      <a:pt x="3" y="15"/>
                      <a:pt x="0" y="31"/>
                      <a:pt x="2" y="45"/>
                    </a:cubicBezTo>
                    <a:cubicBezTo>
                      <a:pt x="6" y="62"/>
                      <a:pt x="8" y="90"/>
                      <a:pt x="21" y="103"/>
                    </a:cubicBezTo>
                    <a:cubicBezTo>
                      <a:pt x="22" y="87"/>
                      <a:pt x="39" y="75"/>
                      <a:pt x="43" y="59"/>
                    </a:cubicBezTo>
                    <a:cubicBezTo>
                      <a:pt x="46" y="45"/>
                      <a:pt x="40" y="10"/>
                      <a:pt x="58" y="5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59" name="Freeform 2449">
                <a:extLst>
                  <a:ext uri="{FF2B5EF4-FFF2-40B4-BE49-F238E27FC236}">
                    <a16:creationId xmlns:a16="http://schemas.microsoft.com/office/drawing/2014/main" id="{40F495C2-4D59-4FD1-B1A5-978FDDFAF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052"/>
                <a:ext cx="70" cy="215"/>
              </a:xfrm>
              <a:custGeom>
                <a:avLst/>
                <a:gdLst>
                  <a:gd name="T0" fmla="*/ 10 w 56"/>
                  <a:gd name="T1" fmla="*/ 0 h 161"/>
                  <a:gd name="T2" fmla="*/ 39 w 56"/>
                  <a:gd name="T3" fmla="*/ 243 h 161"/>
                  <a:gd name="T4" fmla="*/ 91 w 56"/>
                  <a:gd name="T5" fmla="*/ 383 h 161"/>
                  <a:gd name="T6" fmla="*/ 104 w 56"/>
                  <a:gd name="T7" fmla="*/ 329 h 161"/>
                  <a:gd name="T8" fmla="*/ 80 w 56"/>
                  <a:gd name="T9" fmla="*/ 174 h 161"/>
                  <a:gd name="T10" fmla="*/ 39 w 56"/>
                  <a:gd name="T11" fmla="*/ 73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61">
                    <a:moveTo>
                      <a:pt x="5" y="0"/>
                    </a:moveTo>
                    <a:cubicBezTo>
                      <a:pt x="0" y="35"/>
                      <a:pt x="14" y="79"/>
                      <a:pt x="20" y="102"/>
                    </a:cubicBezTo>
                    <a:cubicBezTo>
                      <a:pt x="26" y="122"/>
                      <a:pt x="33" y="144"/>
                      <a:pt x="46" y="161"/>
                    </a:cubicBezTo>
                    <a:cubicBezTo>
                      <a:pt x="48" y="153"/>
                      <a:pt x="51" y="146"/>
                      <a:pt x="53" y="138"/>
                    </a:cubicBezTo>
                    <a:cubicBezTo>
                      <a:pt x="56" y="117"/>
                      <a:pt x="48" y="92"/>
                      <a:pt x="41" y="73"/>
                    </a:cubicBezTo>
                    <a:cubicBezTo>
                      <a:pt x="37" y="60"/>
                      <a:pt x="21" y="44"/>
                      <a:pt x="20" y="3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60" name="Freeform 2450">
                <a:extLst>
                  <a:ext uri="{FF2B5EF4-FFF2-40B4-BE49-F238E27FC236}">
                    <a16:creationId xmlns:a16="http://schemas.microsoft.com/office/drawing/2014/main" id="{72133DCE-A27F-4F4A-AFC3-DFE2F7DBC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067"/>
                <a:ext cx="16" cy="157"/>
              </a:xfrm>
              <a:custGeom>
                <a:avLst/>
                <a:gdLst>
                  <a:gd name="T0" fmla="*/ 15 w 13"/>
                  <a:gd name="T1" fmla="*/ 0 h 118"/>
                  <a:gd name="T2" fmla="*/ 21 w 13"/>
                  <a:gd name="T3" fmla="*/ 194 h 118"/>
                  <a:gd name="T4" fmla="*/ 0 w 13"/>
                  <a:gd name="T5" fmla="*/ 278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8">
                    <a:moveTo>
                      <a:pt x="8" y="0"/>
                    </a:moveTo>
                    <a:cubicBezTo>
                      <a:pt x="8" y="28"/>
                      <a:pt x="13" y="55"/>
                      <a:pt x="11" y="83"/>
                    </a:cubicBezTo>
                    <a:cubicBezTo>
                      <a:pt x="10" y="92"/>
                      <a:pt x="10" y="114"/>
                      <a:pt x="0" y="118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61" name="Freeform 2451">
                <a:extLst>
                  <a:ext uri="{FF2B5EF4-FFF2-40B4-BE49-F238E27FC236}">
                    <a16:creationId xmlns:a16="http://schemas.microsoft.com/office/drawing/2014/main" id="{1B66A063-AA06-4957-AA7D-4E771A903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3011"/>
                <a:ext cx="40" cy="176"/>
              </a:xfrm>
              <a:custGeom>
                <a:avLst/>
                <a:gdLst>
                  <a:gd name="T0" fmla="*/ 0 w 32"/>
                  <a:gd name="T1" fmla="*/ 313 h 132"/>
                  <a:gd name="T2" fmla="*/ 55 w 32"/>
                  <a:gd name="T3" fmla="*/ 105 h 132"/>
                  <a:gd name="T4" fmla="*/ 44 w 32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32">
                    <a:moveTo>
                      <a:pt x="0" y="132"/>
                    </a:moveTo>
                    <a:cubicBezTo>
                      <a:pt x="19" y="108"/>
                      <a:pt x="32" y="74"/>
                      <a:pt x="28" y="44"/>
                    </a:cubicBezTo>
                    <a:cubicBezTo>
                      <a:pt x="26" y="29"/>
                      <a:pt x="20" y="14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493" name="Group 2452">
              <a:extLst>
                <a:ext uri="{FF2B5EF4-FFF2-40B4-BE49-F238E27FC236}">
                  <a16:creationId xmlns:a16="http://schemas.microsoft.com/office/drawing/2014/main" id="{5A81AC5C-DD84-4438-91A9-52FD502B85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6" y="2547"/>
              <a:ext cx="728" cy="1184"/>
              <a:chOff x="2376" y="2547"/>
              <a:chExt cx="728" cy="1184"/>
            </a:xfrm>
          </p:grpSpPr>
          <p:sp>
            <p:nvSpPr>
              <p:cNvPr id="121962" name="Freeform 2453">
                <a:extLst>
                  <a:ext uri="{FF2B5EF4-FFF2-40B4-BE49-F238E27FC236}">
                    <a16:creationId xmlns:a16="http://schemas.microsoft.com/office/drawing/2014/main" id="{FFB9E747-D010-4278-8FCE-CA62D9B36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960"/>
                <a:ext cx="68" cy="192"/>
              </a:xfrm>
              <a:custGeom>
                <a:avLst/>
                <a:gdLst>
                  <a:gd name="T0" fmla="*/ 0 w 54"/>
                  <a:gd name="T1" fmla="*/ 0 h 144"/>
                  <a:gd name="T2" fmla="*/ 1 w 54"/>
                  <a:gd name="T3" fmla="*/ 59 h 144"/>
                  <a:gd name="T4" fmla="*/ 24 w 54"/>
                  <a:gd name="T5" fmla="*/ 171 h 144"/>
                  <a:gd name="T6" fmla="*/ 102 w 54"/>
                  <a:gd name="T7" fmla="*/ 341 h 144"/>
                  <a:gd name="T8" fmla="*/ 98 w 54"/>
                  <a:gd name="T9" fmla="*/ 279 h 144"/>
                  <a:gd name="T10" fmla="*/ 82 w 54"/>
                  <a:gd name="T11" fmla="*/ 177 h 144"/>
                  <a:gd name="T12" fmla="*/ 44 w 54"/>
                  <a:gd name="T13" fmla="*/ 59 h 1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44">
                    <a:moveTo>
                      <a:pt x="0" y="0"/>
                    </a:moveTo>
                    <a:cubicBezTo>
                      <a:pt x="3" y="8"/>
                      <a:pt x="0" y="17"/>
                      <a:pt x="1" y="25"/>
                    </a:cubicBezTo>
                    <a:cubicBezTo>
                      <a:pt x="2" y="41"/>
                      <a:pt x="7" y="57"/>
                      <a:pt x="12" y="72"/>
                    </a:cubicBezTo>
                    <a:cubicBezTo>
                      <a:pt x="21" y="97"/>
                      <a:pt x="34" y="124"/>
                      <a:pt x="51" y="144"/>
                    </a:cubicBezTo>
                    <a:cubicBezTo>
                      <a:pt x="54" y="138"/>
                      <a:pt x="50" y="125"/>
                      <a:pt x="49" y="118"/>
                    </a:cubicBezTo>
                    <a:cubicBezTo>
                      <a:pt x="46" y="104"/>
                      <a:pt x="44" y="89"/>
                      <a:pt x="41" y="75"/>
                    </a:cubicBezTo>
                    <a:cubicBezTo>
                      <a:pt x="36" y="57"/>
                      <a:pt x="28" y="42"/>
                      <a:pt x="22" y="25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63" name="Freeform 2454">
                <a:extLst>
                  <a:ext uri="{FF2B5EF4-FFF2-40B4-BE49-F238E27FC236}">
                    <a16:creationId xmlns:a16="http://schemas.microsoft.com/office/drawing/2014/main" id="{C32EC490-6367-4A90-946B-9CB1D514E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3049"/>
                <a:ext cx="47" cy="108"/>
              </a:xfrm>
              <a:custGeom>
                <a:avLst/>
                <a:gdLst>
                  <a:gd name="T0" fmla="*/ 0 w 38"/>
                  <a:gd name="T1" fmla="*/ 0 h 81"/>
                  <a:gd name="T2" fmla="*/ 72 w 38"/>
                  <a:gd name="T3" fmla="*/ 192 h 81"/>
                  <a:gd name="T4" fmla="*/ 64 w 38"/>
                  <a:gd name="T5" fmla="*/ 44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81">
                    <a:moveTo>
                      <a:pt x="0" y="0"/>
                    </a:moveTo>
                    <a:cubicBezTo>
                      <a:pt x="4" y="26"/>
                      <a:pt x="13" y="67"/>
                      <a:pt x="38" y="81"/>
                    </a:cubicBezTo>
                    <a:cubicBezTo>
                      <a:pt x="32" y="65"/>
                      <a:pt x="33" y="36"/>
                      <a:pt x="34" y="19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64" name="Freeform 2455">
                <a:extLst>
                  <a:ext uri="{FF2B5EF4-FFF2-40B4-BE49-F238E27FC236}">
                    <a16:creationId xmlns:a16="http://schemas.microsoft.com/office/drawing/2014/main" id="{BE88A440-48FA-4333-81C0-39576BCF9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3219"/>
                <a:ext cx="62" cy="174"/>
              </a:xfrm>
              <a:custGeom>
                <a:avLst/>
                <a:gdLst>
                  <a:gd name="T0" fmla="*/ 10 w 49"/>
                  <a:gd name="T1" fmla="*/ 41 h 131"/>
                  <a:gd name="T2" fmla="*/ 65 w 49"/>
                  <a:gd name="T3" fmla="*/ 307 h 131"/>
                  <a:gd name="T4" fmla="*/ 75 w 49"/>
                  <a:gd name="T5" fmla="*/ 243 h 131"/>
                  <a:gd name="T6" fmla="*/ 92 w 49"/>
                  <a:gd name="T7" fmla="*/ 129 h 131"/>
                  <a:gd name="T8" fmla="*/ 56 w 49"/>
                  <a:gd name="T9" fmla="*/ 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31">
                    <a:moveTo>
                      <a:pt x="5" y="17"/>
                    </a:moveTo>
                    <a:cubicBezTo>
                      <a:pt x="0" y="43"/>
                      <a:pt x="12" y="107"/>
                      <a:pt x="32" y="131"/>
                    </a:cubicBezTo>
                    <a:cubicBezTo>
                      <a:pt x="36" y="124"/>
                      <a:pt x="36" y="112"/>
                      <a:pt x="37" y="104"/>
                    </a:cubicBezTo>
                    <a:cubicBezTo>
                      <a:pt x="39" y="88"/>
                      <a:pt x="44" y="72"/>
                      <a:pt x="46" y="55"/>
                    </a:cubicBezTo>
                    <a:cubicBezTo>
                      <a:pt x="49" y="38"/>
                      <a:pt x="33" y="16"/>
                      <a:pt x="28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65" name="Freeform 2456">
                <a:extLst>
                  <a:ext uri="{FF2B5EF4-FFF2-40B4-BE49-F238E27FC236}">
                    <a16:creationId xmlns:a16="http://schemas.microsoft.com/office/drawing/2014/main" id="{18F05007-2E47-4D12-8D6A-C85BB7BC2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387"/>
                <a:ext cx="57" cy="170"/>
              </a:xfrm>
              <a:custGeom>
                <a:avLst/>
                <a:gdLst>
                  <a:gd name="T0" fmla="*/ 1 w 46"/>
                  <a:gd name="T1" fmla="*/ 7 h 128"/>
                  <a:gd name="T2" fmla="*/ 15 w 46"/>
                  <a:gd name="T3" fmla="*/ 171 h 128"/>
                  <a:gd name="T4" fmla="*/ 72 w 46"/>
                  <a:gd name="T5" fmla="*/ 300 h 128"/>
                  <a:gd name="T6" fmla="*/ 84 w 46"/>
                  <a:gd name="T7" fmla="*/ 248 h 128"/>
                  <a:gd name="T8" fmla="*/ 53 w 46"/>
                  <a:gd name="T9" fmla="*/ 96 h 128"/>
                  <a:gd name="T10" fmla="*/ 9 w 46"/>
                  <a:gd name="T11" fmla="*/ 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128">
                    <a:moveTo>
                      <a:pt x="1" y="3"/>
                    </a:moveTo>
                    <a:cubicBezTo>
                      <a:pt x="2" y="26"/>
                      <a:pt x="0" y="50"/>
                      <a:pt x="8" y="73"/>
                    </a:cubicBezTo>
                    <a:cubicBezTo>
                      <a:pt x="14" y="92"/>
                      <a:pt x="24" y="113"/>
                      <a:pt x="38" y="128"/>
                    </a:cubicBezTo>
                    <a:cubicBezTo>
                      <a:pt x="39" y="121"/>
                      <a:pt x="43" y="113"/>
                      <a:pt x="44" y="106"/>
                    </a:cubicBezTo>
                    <a:cubicBezTo>
                      <a:pt x="46" y="85"/>
                      <a:pt x="36" y="60"/>
                      <a:pt x="28" y="41"/>
                    </a:cubicBezTo>
                    <a:cubicBezTo>
                      <a:pt x="23" y="28"/>
                      <a:pt x="6" y="14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66" name="Freeform 2457">
                <a:extLst>
                  <a:ext uri="{FF2B5EF4-FFF2-40B4-BE49-F238E27FC236}">
                    <a16:creationId xmlns:a16="http://schemas.microsoft.com/office/drawing/2014/main" id="{1F104912-BEA2-4636-B888-69EB1ACDA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361"/>
                <a:ext cx="12" cy="154"/>
              </a:xfrm>
              <a:custGeom>
                <a:avLst/>
                <a:gdLst>
                  <a:gd name="T0" fmla="*/ 2 w 10"/>
                  <a:gd name="T1" fmla="*/ 0 h 115"/>
                  <a:gd name="T2" fmla="*/ 16 w 10"/>
                  <a:gd name="T3" fmla="*/ 191 h 115"/>
                  <a:gd name="T4" fmla="*/ 0 w 10"/>
                  <a:gd name="T5" fmla="*/ 276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5">
                    <a:moveTo>
                      <a:pt x="2" y="0"/>
                    </a:moveTo>
                    <a:cubicBezTo>
                      <a:pt x="4" y="28"/>
                      <a:pt x="9" y="52"/>
                      <a:pt x="9" y="80"/>
                    </a:cubicBezTo>
                    <a:cubicBezTo>
                      <a:pt x="9" y="89"/>
                      <a:pt x="10" y="111"/>
                      <a:pt x="0" y="115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67" name="Freeform 2458">
                <a:extLst>
                  <a:ext uri="{FF2B5EF4-FFF2-40B4-BE49-F238E27FC236}">
                    <a16:creationId xmlns:a16="http://schemas.microsoft.com/office/drawing/2014/main" id="{DF7611B8-D133-4C4B-9D8D-4B75C2363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299"/>
                <a:ext cx="38" cy="178"/>
              </a:xfrm>
              <a:custGeom>
                <a:avLst/>
                <a:gdLst>
                  <a:gd name="T0" fmla="*/ 0 w 30"/>
                  <a:gd name="T1" fmla="*/ 313 h 134"/>
                  <a:gd name="T2" fmla="*/ 47 w 30"/>
                  <a:gd name="T3" fmla="*/ 102 h 134"/>
                  <a:gd name="T4" fmla="*/ 30 w 30"/>
                  <a:gd name="T5" fmla="*/ 0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34">
                    <a:moveTo>
                      <a:pt x="0" y="134"/>
                    </a:moveTo>
                    <a:cubicBezTo>
                      <a:pt x="18" y="108"/>
                      <a:pt x="30" y="74"/>
                      <a:pt x="23" y="44"/>
                    </a:cubicBezTo>
                    <a:cubicBezTo>
                      <a:pt x="21" y="29"/>
                      <a:pt x="14" y="15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68" name="Freeform 2459">
                <a:extLst>
                  <a:ext uri="{FF2B5EF4-FFF2-40B4-BE49-F238E27FC236}">
                    <a16:creationId xmlns:a16="http://schemas.microsoft.com/office/drawing/2014/main" id="{6F6A4FFA-1E67-40B4-88F9-037829377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3248"/>
                <a:ext cx="77" cy="188"/>
              </a:xfrm>
              <a:custGeom>
                <a:avLst/>
                <a:gdLst>
                  <a:gd name="T0" fmla="*/ 0 w 62"/>
                  <a:gd name="T1" fmla="*/ 0 h 141"/>
                  <a:gd name="T2" fmla="*/ 2 w 62"/>
                  <a:gd name="T3" fmla="*/ 59 h 141"/>
                  <a:gd name="T4" fmla="*/ 31 w 62"/>
                  <a:gd name="T5" fmla="*/ 165 h 141"/>
                  <a:gd name="T6" fmla="*/ 111 w 62"/>
                  <a:gd name="T7" fmla="*/ 335 h 141"/>
                  <a:gd name="T8" fmla="*/ 104 w 62"/>
                  <a:gd name="T9" fmla="*/ 272 h 141"/>
                  <a:gd name="T10" fmla="*/ 87 w 62"/>
                  <a:gd name="T11" fmla="*/ 171 h 141"/>
                  <a:gd name="T12" fmla="*/ 46 w 62"/>
                  <a:gd name="T13" fmla="*/ 55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41">
                    <a:moveTo>
                      <a:pt x="0" y="0"/>
                    </a:moveTo>
                    <a:cubicBezTo>
                      <a:pt x="3" y="8"/>
                      <a:pt x="1" y="17"/>
                      <a:pt x="2" y="25"/>
                    </a:cubicBezTo>
                    <a:cubicBezTo>
                      <a:pt x="4" y="40"/>
                      <a:pt x="10" y="56"/>
                      <a:pt x="16" y="70"/>
                    </a:cubicBezTo>
                    <a:cubicBezTo>
                      <a:pt x="26" y="95"/>
                      <a:pt x="41" y="121"/>
                      <a:pt x="58" y="141"/>
                    </a:cubicBezTo>
                    <a:cubicBezTo>
                      <a:pt x="62" y="134"/>
                      <a:pt x="57" y="122"/>
                      <a:pt x="55" y="115"/>
                    </a:cubicBezTo>
                    <a:cubicBezTo>
                      <a:pt x="52" y="100"/>
                      <a:pt x="49" y="86"/>
                      <a:pt x="45" y="72"/>
                    </a:cubicBezTo>
                    <a:cubicBezTo>
                      <a:pt x="39" y="54"/>
                      <a:pt x="30" y="39"/>
                      <a:pt x="24" y="23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69" name="Freeform 2460">
                <a:extLst>
                  <a:ext uri="{FF2B5EF4-FFF2-40B4-BE49-F238E27FC236}">
                    <a16:creationId xmlns:a16="http://schemas.microsoft.com/office/drawing/2014/main" id="{11B46AC5-434C-4E57-9873-5F6789CDC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3337"/>
                <a:ext cx="52" cy="106"/>
              </a:xfrm>
              <a:custGeom>
                <a:avLst/>
                <a:gdLst>
                  <a:gd name="T0" fmla="*/ 0 w 42"/>
                  <a:gd name="T1" fmla="*/ 0 h 79"/>
                  <a:gd name="T2" fmla="*/ 79 w 42"/>
                  <a:gd name="T3" fmla="*/ 191 h 79"/>
                  <a:gd name="T4" fmla="*/ 66 w 42"/>
                  <a:gd name="T5" fmla="*/ 42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79">
                    <a:moveTo>
                      <a:pt x="0" y="0"/>
                    </a:moveTo>
                    <a:cubicBezTo>
                      <a:pt x="5" y="26"/>
                      <a:pt x="16" y="67"/>
                      <a:pt x="42" y="79"/>
                    </a:cubicBezTo>
                    <a:cubicBezTo>
                      <a:pt x="35" y="64"/>
                      <a:pt x="35" y="34"/>
                      <a:pt x="35" y="17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70" name="Freeform 2461">
                <a:extLst>
                  <a:ext uri="{FF2B5EF4-FFF2-40B4-BE49-F238E27FC236}">
                    <a16:creationId xmlns:a16="http://schemas.microsoft.com/office/drawing/2014/main" id="{72D9BF12-1CD4-454A-9C7A-9BD954E41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3451"/>
                <a:ext cx="48" cy="186"/>
              </a:xfrm>
              <a:custGeom>
                <a:avLst/>
                <a:gdLst>
                  <a:gd name="T0" fmla="*/ 0 w 38"/>
                  <a:gd name="T1" fmla="*/ 205 h 140"/>
                  <a:gd name="T2" fmla="*/ 77 w 38"/>
                  <a:gd name="T3" fmla="*/ 328 h 140"/>
                  <a:gd name="T4" fmla="*/ 72 w 38"/>
                  <a:gd name="T5" fmla="*/ 187 h 140"/>
                  <a:gd name="T6" fmla="*/ 59 w 38"/>
                  <a:gd name="T7" fmla="*/ 0 h 1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40">
                    <a:moveTo>
                      <a:pt x="0" y="87"/>
                    </a:moveTo>
                    <a:cubicBezTo>
                      <a:pt x="6" y="108"/>
                      <a:pt x="19" y="131"/>
                      <a:pt x="38" y="140"/>
                    </a:cubicBezTo>
                    <a:cubicBezTo>
                      <a:pt x="36" y="120"/>
                      <a:pt x="32" y="101"/>
                      <a:pt x="36" y="80"/>
                    </a:cubicBezTo>
                    <a:cubicBezTo>
                      <a:pt x="36" y="35"/>
                      <a:pt x="29" y="0"/>
                      <a:pt x="29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71" name="Freeform 2462">
                <a:extLst>
                  <a:ext uri="{FF2B5EF4-FFF2-40B4-BE49-F238E27FC236}">
                    <a16:creationId xmlns:a16="http://schemas.microsoft.com/office/drawing/2014/main" id="{D78FE976-D965-4267-B896-80020A91E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560"/>
                <a:ext cx="63" cy="169"/>
              </a:xfrm>
              <a:custGeom>
                <a:avLst/>
                <a:gdLst>
                  <a:gd name="T0" fmla="*/ 6 w 50"/>
                  <a:gd name="T1" fmla="*/ 0 h 127"/>
                  <a:gd name="T2" fmla="*/ 23 w 50"/>
                  <a:gd name="T3" fmla="*/ 188 h 127"/>
                  <a:gd name="T4" fmla="*/ 84 w 50"/>
                  <a:gd name="T5" fmla="*/ 299 h 127"/>
                  <a:gd name="T6" fmla="*/ 83 w 50"/>
                  <a:gd name="T7" fmla="*/ 134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27">
                    <a:moveTo>
                      <a:pt x="3" y="0"/>
                    </a:moveTo>
                    <a:cubicBezTo>
                      <a:pt x="0" y="9"/>
                      <a:pt x="9" y="70"/>
                      <a:pt x="11" y="80"/>
                    </a:cubicBezTo>
                    <a:cubicBezTo>
                      <a:pt x="14" y="100"/>
                      <a:pt x="33" y="109"/>
                      <a:pt x="42" y="127"/>
                    </a:cubicBezTo>
                    <a:cubicBezTo>
                      <a:pt x="43" y="104"/>
                      <a:pt x="50" y="79"/>
                      <a:pt x="41" y="57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72" name="Freeform 2463">
                <a:extLst>
                  <a:ext uri="{FF2B5EF4-FFF2-40B4-BE49-F238E27FC236}">
                    <a16:creationId xmlns:a16="http://schemas.microsoft.com/office/drawing/2014/main" id="{13D1CDBB-DD94-441B-948C-31667F4E6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3696"/>
                <a:ext cx="16" cy="32"/>
              </a:xfrm>
              <a:custGeom>
                <a:avLst/>
                <a:gdLst>
                  <a:gd name="T0" fmla="*/ 25 w 13"/>
                  <a:gd name="T1" fmla="*/ 57 h 24"/>
                  <a:gd name="T2" fmla="*/ 0 w 13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13" y="24"/>
                    </a:moveTo>
                    <a:cubicBezTo>
                      <a:pt x="9" y="16"/>
                      <a:pt x="5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73" name="Freeform 2464">
                <a:extLst>
                  <a:ext uri="{FF2B5EF4-FFF2-40B4-BE49-F238E27FC236}">
                    <a16:creationId xmlns:a16="http://schemas.microsoft.com/office/drawing/2014/main" id="{199C920B-4C07-4A09-9738-FB5C2F2CA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599"/>
                <a:ext cx="49" cy="129"/>
              </a:xfrm>
              <a:custGeom>
                <a:avLst/>
                <a:gdLst>
                  <a:gd name="T0" fmla="*/ 52 w 39"/>
                  <a:gd name="T1" fmla="*/ 229 h 97"/>
                  <a:gd name="T2" fmla="*/ 54 w 39"/>
                  <a:gd name="T3" fmla="*/ 73 h 97"/>
                  <a:gd name="T4" fmla="*/ 0 w 39"/>
                  <a:gd name="T5" fmla="*/ 0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97">
                    <a:moveTo>
                      <a:pt x="26" y="97"/>
                    </a:moveTo>
                    <a:cubicBezTo>
                      <a:pt x="33" y="74"/>
                      <a:pt x="39" y="54"/>
                      <a:pt x="27" y="31"/>
                    </a:cubicBezTo>
                    <a:cubicBezTo>
                      <a:pt x="21" y="20"/>
                      <a:pt x="9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74" name="Freeform 2465">
                <a:extLst>
                  <a:ext uri="{FF2B5EF4-FFF2-40B4-BE49-F238E27FC236}">
                    <a16:creationId xmlns:a16="http://schemas.microsoft.com/office/drawing/2014/main" id="{03799437-6E8A-42F6-9720-A1876307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501"/>
                <a:ext cx="84" cy="178"/>
              </a:xfrm>
              <a:custGeom>
                <a:avLst/>
                <a:gdLst>
                  <a:gd name="T0" fmla="*/ 123 w 67"/>
                  <a:gd name="T1" fmla="*/ 179 h 133"/>
                  <a:gd name="T2" fmla="*/ 118 w 67"/>
                  <a:gd name="T3" fmla="*/ 319 h 133"/>
                  <a:gd name="T4" fmla="*/ 60 w 67"/>
                  <a:gd name="T5" fmla="*/ 229 h 133"/>
                  <a:gd name="T6" fmla="*/ 38 w 67"/>
                  <a:gd name="T7" fmla="*/ 190 h 133"/>
                  <a:gd name="T8" fmla="*/ 5 w 67"/>
                  <a:gd name="T9" fmla="*/ 0 h 133"/>
                  <a:gd name="T10" fmla="*/ 123 w 67"/>
                  <a:gd name="T11" fmla="*/ 179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133">
                    <a:moveTo>
                      <a:pt x="62" y="75"/>
                    </a:moveTo>
                    <a:cubicBezTo>
                      <a:pt x="67" y="92"/>
                      <a:pt x="58" y="115"/>
                      <a:pt x="60" y="133"/>
                    </a:cubicBezTo>
                    <a:cubicBezTo>
                      <a:pt x="49" y="121"/>
                      <a:pt x="40" y="108"/>
                      <a:pt x="30" y="96"/>
                    </a:cubicBezTo>
                    <a:cubicBezTo>
                      <a:pt x="25" y="91"/>
                      <a:pt x="23" y="85"/>
                      <a:pt x="19" y="79"/>
                    </a:cubicBezTo>
                    <a:cubicBezTo>
                      <a:pt x="0" y="50"/>
                      <a:pt x="2" y="0"/>
                      <a:pt x="2" y="0"/>
                    </a:cubicBezTo>
                    <a:cubicBezTo>
                      <a:pt x="2" y="0"/>
                      <a:pt x="61" y="67"/>
                      <a:pt x="62" y="7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75" name="Freeform 2466">
                <a:extLst>
                  <a:ext uri="{FF2B5EF4-FFF2-40B4-BE49-F238E27FC236}">
                    <a16:creationId xmlns:a16="http://schemas.microsoft.com/office/drawing/2014/main" id="{E573A44C-A69A-4BE9-9EBE-47F363A6F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3660"/>
                <a:ext cx="34" cy="65"/>
              </a:xfrm>
              <a:custGeom>
                <a:avLst/>
                <a:gdLst>
                  <a:gd name="T0" fmla="*/ 54 w 27"/>
                  <a:gd name="T1" fmla="*/ 114 h 49"/>
                  <a:gd name="T2" fmla="*/ 48 w 27"/>
                  <a:gd name="T3" fmla="*/ 88 h 49"/>
                  <a:gd name="T4" fmla="*/ 29 w 27"/>
                  <a:gd name="T5" fmla="*/ 31 h 49"/>
                  <a:gd name="T6" fmla="*/ 1 w 27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9">
                    <a:moveTo>
                      <a:pt x="27" y="49"/>
                    </a:moveTo>
                    <a:cubicBezTo>
                      <a:pt x="27" y="44"/>
                      <a:pt x="25" y="43"/>
                      <a:pt x="24" y="38"/>
                    </a:cubicBezTo>
                    <a:cubicBezTo>
                      <a:pt x="22" y="29"/>
                      <a:pt x="18" y="21"/>
                      <a:pt x="14" y="13"/>
                    </a:cubicBezTo>
                    <a:cubicBezTo>
                      <a:pt x="12" y="9"/>
                      <a:pt x="0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76" name="Freeform 2467">
                <a:extLst>
                  <a:ext uri="{FF2B5EF4-FFF2-40B4-BE49-F238E27FC236}">
                    <a16:creationId xmlns:a16="http://schemas.microsoft.com/office/drawing/2014/main" id="{063A2076-C5E2-4927-BF53-BFCAB7CFF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655"/>
                <a:ext cx="10" cy="74"/>
              </a:xfrm>
              <a:custGeom>
                <a:avLst/>
                <a:gdLst>
                  <a:gd name="T0" fmla="*/ 0 w 8"/>
                  <a:gd name="T1" fmla="*/ 0 h 56"/>
                  <a:gd name="T2" fmla="*/ 1 w 8"/>
                  <a:gd name="T3" fmla="*/ 37 h 56"/>
                  <a:gd name="T4" fmla="*/ 16 w 8"/>
                  <a:gd name="T5" fmla="*/ 13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6">
                    <a:moveTo>
                      <a:pt x="0" y="0"/>
                    </a:moveTo>
                    <a:cubicBezTo>
                      <a:pt x="1" y="5"/>
                      <a:pt x="0" y="11"/>
                      <a:pt x="1" y="16"/>
                    </a:cubicBezTo>
                    <a:cubicBezTo>
                      <a:pt x="2" y="30"/>
                      <a:pt x="4" y="43"/>
                      <a:pt x="8" y="56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77" name="Freeform 2468">
                <a:extLst>
                  <a:ext uri="{FF2B5EF4-FFF2-40B4-BE49-F238E27FC236}">
                    <a16:creationId xmlns:a16="http://schemas.microsoft.com/office/drawing/2014/main" id="{A46F3472-B5F2-4010-8D01-FC8DE719A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571"/>
                <a:ext cx="75" cy="149"/>
              </a:xfrm>
              <a:custGeom>
                <a:avLst/>
                <a:gdLst>
                  <a:gd name="T0" fmla="*/ 0 w 60"/>
                  <a:gd name="T1" fmla="*/ 0 h 112"/>
                  <a:gd name="T2" fmla="*/ 23 w 60"/>
                  <a:gd name="T3" fmla="*/ 57 h 112"/>
                  <a:gd name="T4" fmla="*/ 55 w 60"/>
                  <a:gd name="T5" fmla="*/ 160 h 112"/>
                  <a:gd name="T6" fmla="*/ 101 w 60"/>
                  <a:gd name="T7" fmla="*/ 235 h 112"/>
                  <a:gd name="T8" fmla="*/ 118 w 60"/>
                  <a:gd name="T9" fmla="*/ 26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12">
                    <a:moveTo>
                      <a:pt x="0" y="0"/>
                    </a:moveTo>
                    <a:cubicBezTo>
                      <a:pt x="3" y="6"/>
                      <a:pt x="10" y="18"/>
                      <a:pt x="11" y="24"/>
                    </a:cubicBezTo>
                    <a:cubicBezTo>
                      <a:pt x="14" y="40"/>
                      <a:pt x="20" y="55"/>
                      <a:pt x="28" y="68"/>
                    </a:cubicBezTo>
                    <a:cubicBezTo>
                      <a:pt x="35" y="80"/>
                      <a:pt x="45" y="89"/>
                      <a:pt x="52" y="100"/>
                    </a:cubicBezTo>
                    <a:cubicBezTo>
                      <a:pt x="54" y="102"/>
                      <a:pt x="60" y="111"/>
                      <a:pt x="60" y="112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78" name="Freeform 2469">
                <a:extLst>
                  <a:ext uri="{FF2B5EF4-FFF2-40B4-BE49-F238E27FC236}">
                    <a16:creationId xmlns:a16="http://schemas.microsoft.com/office/drawing/2014/main" id="{34D9BF82-BE26-4F5C-BDF7-8DB4EF2D1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3503"/>
                <a:ext cx="58" cy="225"/>
              </a:xfrm>
              <a:custGeom>
                <a:avLst/>
                <a:gdLst>
                  <a:gd name="T0" fmla="*/ 48 w 47"/>
                  <a:gd name="T1" fmla="*/ 399 h 169"/>
                  <a:gd name="T2" fmla="*/ 59 w 47"/>
                  <a:gd name="T3" fmla="*/ 386 h 169"/>
                  <a:gd name="T4" fmla="*/ 74 w 47"/>
                  <a:gd name="T5" fmla="*/ 349 h 169"/>
                  <a:gd name="T6" fmla="*/ 80 w 47"/>
                  <a:gd name="T7" fmla="*/ 220 h 169"/>
                  <a:gd name="T8" fmla="*/ 72 w 47"/>
                  <a:gd name="T9" fmla="*/ 107 h 169"/>
                  <a:gd name="T10" fmla="*/ 0 w 47"/>
                  <a:gd name="T11" fmla="*/ 0 h 1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169">
                    <a:moveTo>
                      <a:pt x="26" y="169"/>
                    </a:moveTo>
                    <a:cubicBezTo>
                      <a:pt x="28" y="166"/>
                      <a:pt x="30" y="166"/>
                      <a:pt x="32" y="164"/>
                    </a:cubicBezTo>
                    <a:cubicBezTo>
                      <a:pt x="36" y="159"/>
                      <a:pt x="38" y="153"/>
                      <a:pt x="40" y="148"/>
                    </a:cubicBezTo>
                    <a:cubicBezTo>
                      <a:pt x="47" y="132"/>
                      <a:pt x="43" y="111"/>
                      <a:pt x="43" y="93"/>
                    </a:cubicBezTo>
                    <a:cubicBezTo>
                      <a:pt x="43" y="76"/>
                      <a:pt x="42" y="61"/>
                      <a:pt x="38" y="45"/>
                    </a:cubicBezTo>
                    <a:cubicBezTo>
                      <a:pt x="29" y="17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79" name="Freeform 2470">
                <a:extLst>
                  <a:ext uri="{FF2B5EF4-FFF2-40B4-BE49-F238E27FC236}">
                    <a16:creationId xmlns:a16="http://schemas.microsoft.com/office/drawing/2014/main" id="{E83F1E7B-C91C-4E9D-B095-CC9CAAEE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3677"/>
                <a:ext cx="24" cy="48"/>
              </a:xfrm>
              <a:custGeom>
                <a:avLst/>
                <a:gdLst>
                  <a:gd name="T0" fmla="*/ 0 w 19"/>
                  <a:gd name="T1" fmla="*/ 0 h 36"/>
                  <a:gd name="T2" fmla="*/ 38 w 19"/>
                  <a:gd name="T3" fmla="*/ 8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6">
                    <a:moveTo>
                      <a:pt x="0" y="0"/>
                    </a:moveTo>
                    <a:cubicBezTo>
                      <a:pt x="5" y="13"/>
                      <a:pt x="11" y="25"/>
                      <a:pt x="19" y="36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80" name="Freeform 2471">
                <a:extLst>
                  <a:ext uri="{FF2B5EF4-FFF2-40B4-BE49-F238E27FC236}">
                    <a16:creationId xmlns:a16="http://schemas.microsoft.com/office/drawing/2014/main" id="{C6F1DA37-DBAE-412A-A2BF-912478982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3443"/>
                <a:ext cx="25" cy="66"/>
              </a:xfrm>
              <a:custGeom>
                <a:avLst/>
                <a:gdLst>
                  <a:gd name="T0" fmla="*/ 0 w 20"/>
                  <a:gd name="T1" fmla="*/ 0 h 50"/>
                  <a:gd name="T2" fmla="*/ 39 w 20"/>
                  <a:gd name="T3" fmla="*/ 115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0">
                    <a:moveTo>
                      <a:pt x="0" y="0"/>
                    </a:moveTo>
                    <a:cubicBezTo>
                      <a:pt x="8" y="26"/>
                      <a:pt x="20" y="50"/>
                      <a:pt x="20" y="5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81" name="Freeform 2472">
                <a:extLst>
                  <a:ext uri="{FF2B5EF4-FFF2-40B4-BE49-F238E27FC236}">
                    <a16:creationId xmlns:a16="http://schemas.microsoft.com/office/drawing/2014/main" id="{3D9DF716-B67A-4DB7-AA8C-150AB062F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433"/>
                <a:ext cx="55" cy="160"/>
              </a:xfrm>
              <a:custGeom>
                <a:avLst/>
                <a:gdLst>
                  <a:gd name="T0" fmla="*/ 0 w 44"/>
                  <a:gd name="T1" fmla="*/ 0 h 120"/>
                  <a:gd name="T2" fmla="*/ 86 w 44"/>
                  <a:gd name="T3" fmla="*/ 284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0">
                    <a:moveTo>
                      <a:pt x="0" y="0"/>
                    </a:moveTo>
                    <a:cubicBezTo>
                      <a:pt x="18" y="28"/>
                      <a:pt x="42" y="94"/>
                      <a:pt x="44" y="12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82" name="Freeform 2473">
                <a:extLst>
                  <a:ext uri="{FF2B5EF4-FFF2-40B4-BE49-F238E27FC236}">
                    <a16:creationId xmlns:a16="http://schemas.microsoft.com/office/drawing/2014/main" id="{5E6DE66F-D995-451C-90EB-4488AFEAA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437"/>
                <a:ext cx="16" cy="150"/>
              </a:xfrm>
              <a:custGeom>
                <a:avLst/>
                <a:gdLst>
                  <a:gd name="T0" fmla="*/ 18 w 13"/>
                  <a:gd name="T1" fmla="*/ 269 h 112"/>
                  <a:gd name="T2" fmla="*/ 0 w 13"/>
                  <a:gd name="T3" fmla="*/ 0 h 1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2">
                    <a:moveTo>
                      <a:pt x="10" y="112"/>
                    </a:moveTo>
                    <a:cubicBezTo>
                      <a:pt x="13" y="69"/>
                      <a:pt x="12" y="2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83" name="Freeform 2474">
                <a:extLst>
                  <a:ext uri="{FF2B5EF4-FFF2-40B4-BE49-F238E27FC236}">
                    <a16:creationId xmlns:a16="http://schemas.microsoft.com/office/drawing/2014/main" id="{3A83634F-35D5-4798-9C7C-8FB7EF80C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272"/>
                <a:ext cx="64" cy="91"/>
              </a:xfrm>
              <a:custGeom>
                <a:avLst/>
                <a:gdLst>
                  <a:gd name="T0" fmla="*/ 0 w 51"/>
                  <a:gd name="T1" fmla="*/ 23 h 68"/>
                  <a:gd name="T2" fmla="*/ 44 w 51"/>
                  <a:gd name="T3" fmla="*/ 118 h 68"/>
                  <a:gd name="T4" fmla="*/ 55 w 51"/>
                  <a:gd name="T5" fmla="*/ 163 h 68"/>
                  <a:gd name="T6" fmla="*/ 87 w 51"/>
                  <a:gd name="T7" fmla="*/ 0 h 68"/>
                  <a:gd name="T8" fmla="*/ 100 w 51"/>
                  <a:gd name="T9" fmla="*/ 6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8">
                    <a:moveTo>
                      <a:pt x="0" y="10"/>
                    </a:moveTo>
                    <a:cubicBezTo>
                      <a:pt x="4" y="24"/>
                      <a:pt x="18" y="34"/>
                      <a:pt x="22" y="49"/>
                    </a:cubicBezTo>
                    <a:cubicBezTo>
                      <a:pt x="24" y="55"/>
                      <a:pt x="26" y="62"/>
                      <a:pt x="28" y="68"/>
                    </a:cubicBezTo>
                    <a:cubicBezTo>
                      <a:pt x="21" y="50"/>
                      <a:pt x="36" y="15"/>
                      <a:pt x="44" y="0"/>
                    </a:cubicBezTo>
                    <a:cubicBezTo>
                      <a:pt x="46" y="7"/>
                      <a:pt x="49" y="21"/>
                      <a:pt x="51" y="28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84" name="Freeform 2475">
                <a:extLst>
                  <a:ext uri="{FF2B5EF4-FFF2-40B4-BE49-F238E27FC236}">
                    <a16:creationId xmlns:a16="http://schemas.microsoft.com/office/drawing/2014/main" id="{41FAD8F8-6B29-45A7-AF58-0EB96A59E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3247"/>
                <a:ext cx="28" cy="65"/>
              </a:xfrm>
              <a:custGeom>
                <a:avLst/>
                <a:gdLst>
                  <a:gd name="T0" fmla="*/ 8 w 22"/>
                  <a:gd name="T1" fmla="*/ 114 h 49"/>
                  <a:gd name="T2" fmla="*/ 46 w 22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9">
                    <a:moveTo>
                      <a:pt x="4" y="49"/>
                    </a:moveTo>
                    <a:cubicBezTo>
                      <a:pt x="0" y="38"/>
                      <a:pt x="14" y="8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85" name="Freeform 2476">
                <a:extLst>
                  <a:ext uri="{FF2B5EF4-FFF2-40B4-BE49-F238E27FC236}">
                    <a16:creationId xmlns:a16="http://schemas.microsoft.com/office/drawing/2014/main" id="{6D0ECA73-EBA4-4CFF-A86F-92BFFC206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3247"/>
                <a:ext cx="32" cy="36"/>
              </a:xfrm>
              <a:custGeom>
                <a:avLst/>
                <a:gdLst>
                  <a:gd name="T0" fmla="*/ 0 w 26"/>
                  <a:gd name="T1" fmla="*/ 0 h 27"/>
                  <a:gd name="T2" fmla="*/ 48 w 26"/>
                  <a:gd name="T3" fmla="*/ 6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9" y="1"/>
                      <a:pt x="22" y="19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86" name="Freeform 2477">
                <a:extLst>
                  <a:ext uri="{FF2B5EF4-FFF2-40B4-BE49-F238E27FC236}">
                    <a16:creationId xmlns:a16="http://schemas.microsoft.com/office/drawing/2014/main" id="{D3D09ECE-DD91-4BEE-9732-20ED1AE8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3155"/>
                <a:ext cx="37" cy="104"/>
              </a:xfrm>
              <a:custGeom>
                <a:avLst/>
                <a:gdLst>
                  <a:gd name="T0" fmla="*/ 0 w 30"/>
                  <a:gd name="T1" fmla="*/ 0 h 78"/>
                  <a:gd name="T2" fmla="*/ 33 w 30"/>
                  <a:gd name="T3" fmla="*/ 107 h 78"/>
                  <a:gd name="T4" fmla="*/ 57 w 30"/>
                  <a:gd name="T5" fmla="*/ 185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8">
                    <a:moveTo>
                      <a:pt x="0" y="0"/>
                    </a:moveTo>
                    <a:cubicBezTo>
                      <a:pt x="7" y="14"/>
                      <a:pt x="9" y="30"/>
                      <a:pt x="18" y="45"/>
                    </a:cubicBezTo>
                    <a:cubicBezTo>
                      <a:pt x="22" y="52"/>
                      <a:pt x="25" y="75"/>
                      <a:pt x="30" y="78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87" name="Freeform 2478">
                <a:extLst>
                  <a:ext uri="{FF2B5EF4-FFF2-40B4-BE49-F238E27FC236}">
                    <a16:creationId xmlns:a16="http://schemas.microsoft.com/office/drawing/2014/main" id="{CB0E554B-7834-41F6-B883-9A4D202D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36"/>
                <a:ext cx="18" cy="167"/>
              </a:xfrm>
              <a:custGeom>
                <a:avLst/>
                <a:gdLst>
                  <a:gd name="T0" fmla="*/ 10 w 14"/>
                  <a:gd name="T1" fmla="*/ 0 h 125"/>
                  <a:gd name="T2" fmla="*/ 17 w 14"/>
                  <a:gd name="T3" fmla="*/ 191 h 125"/>
                  <a:gd name="T4" fmla="*/ 0 w 14"/>
                  <a:gd name="T5" fmla="*/ 298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5">
                    <a:moveTo>
                      <a:pt x="5" y="0"/>
                    </a:moveTo>
                    <a:cubicBezTo>
                      <a:pt x="11" y="26"/>
                      <a:pt x="14" y="54"/>
                      <a:pt x="8" y="80"/>
                    </a:cubicBezTo>
                    <a:cubicBezTo>
                      <a:pt x="5" y="94"/>
                      <a:pt x="5" y="112"/>
                      <a:pt x="0" y="125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88" name="Freeform 2479">
                <a:extLst>
                  <a:ext uri="{FF2B5EF4-FFF2-40B4-BE49-F238E27FC236}">
                    <a16:creationId xmlns:a16="http://schemas.microsoft.com/office/drawing/2014/main" id="{E00280FF-F01C-4054-BC96-5626CAA44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137"/>
                <a:ext cx="37" cy="139"/>
              </a:xfrm>
              <a:custGeom>
                <a:avLst/>
                <a:gdLst>
                  <a:gd name="T0" fmla="*/ 0 w 30"/>
                  <a:gd name="T1" fmla="*/ 0 h 104"/>
                  <a:gd name="T2" fmla="*/ 57 w 30"/>
                  <a:gd name="T3" fmla="*/ 249 h 10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04">
                    <a:moveTo>
                      <a:pt x="0" y="0"/>
                    </a:moveTo>
                    <a:cubicBezTo>
                      <a:pt x="19" y="32"/>
                      <a:pt x="23" y="69"/>
                      <a:pt x="30" y="104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89" name="Freeform 2480">
                <a:extLst>
                  <a:ext uri="{FF2B5EF4-FFF2-40B4-BE49-F238E27FC236}">
                    <a16:creationId xmlns:a16="http://schemas.microsoft.com/office/drawing/2014/main" id="{75BFDFCD-922D-4387-BBF4-E93A2ADB0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153"/>
                <a:ext cx="24" cy="134"/>
              </a:xfrm>
              <a:custGeom>
                <a:avLst/>
                <a:gdLst>
                  <a:gd name="T0" fmla="*/ 0 w 19"/>
                  <a:gd name="T1" fmla="*/ 0 h 100"/>
                  <a:gd name="T2" fmla="*/ 20 w 19"/>
                  <a:gd name="T3" fmla="*/ 143 h 100"/>
                  <a:gd name="T4" fmla="*/ 34 w 19"/>
                  <a:gd name="T5" fmla="*/ 241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0">
                    <a:moveTo>
                      <a:pt x="0" y="0"/>
                    </a:moveTo>
                    <a:cubicBezTo>
                      <a:pt x="12" y="13"/>
                      <a:pt x="9" y="43"/>
                      <a:pt x="10" y="60"/>
                    </a:cubicBezTo>
                    <a:cubicBezTo>
                      <a:pt x="10" y="73"/>
                      <a:pt x="19" y="88"/>
                      <a:pt x="17" y="10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90" name="Freeform 2481">
                <a:extLst>
                  <a:ext uri="{FF2B5EF4-FFF2-40B4-BE49-F238E27FC236}">
                    <a16:creationId xmlns:a16="http://schemas.microsoft.com/office/drawing/2014/main" id="{5D64D6E3-5B15-4949-BDED-D4907CF97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519"/>
                <a:ext cx="37" cy="156"/>
              </a:xfrm>
              <a:custGeom>
                <a:avLst/>
                <a:gdLst>
                  <a:gd name="T0" fmla="*/ 2 w 30"/>
                  <a:gd name="T1" fmla="*/ 0 h 117"/>
                  <a:gd name="T2" fmla="*/ 0 w 30"/>
                  <a:gd name="T3" fmla="*/ 76 h 117"/>
                  <a:gd name="T4" fmla="*/ 15 w 30"/>
                  <a:gd name="T5" fmla="*/ 176 h 117"/>
                  <a:gd name="T6" fmla="*/ 57 w 30"/>
                  <a:gd name="T7" fmla="*/ 277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17">
                    <a:moveTo>
                      <a:pt x="2" y="0"/>
                    </a:moveTo>
                    <a:cubicBezTo>
                      <a:pt x="2" y="11"/>
                      <a:pt x="0" y="22"/>
                      <a:pt x="0" y="32"/>
                    </a:cubicBezTo>
                    <a:cubicBezTo>
                      <a:pt x="0" y="46"/>
                      <a:pt x="4" y="61"/>
                      <a:pt x="8" y="74"/>
                    </a:cubicBezTo>
                    <a:cubicBezTo>
                      <a:pt x="11" y="86"/>
                      <a:pt x="21" y="107"/>
                      <a:pt x="30" y="117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91" name="Freeform 2482">
                <a:extLst>
                  <a:ext uri="{FF2B5EF4-FFF2-40B4-BE49-F238E27FC236}">
                    <a16:creationId xmlns:a16="http://schemas.microsoft.com/office/drawing/2014/main" id="{251CF4C9-5EF1-43ED-960B-E44C650A3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672"/>
                <a:ext cx="3" cy="57"/>
              </a:xfrm>
              <a:custGeom>
                <a:avLst/>
                <a:gdLst>
                  <a:gd name="T0" fmla="*/ 1 w 3"/>
                  <a:gd name="T1" fmla="*/ 0 h 43"/>
                  <a:gd name="T2" fmla="*/ 1 w 3"/>
                  <a:gd name="T3" fmla="*/ 65 h 43"/>
                  <a:gd name="T4" fmla="*/ 2 w 3"/>
                  <a:gd name="T5" fmla="*/ 10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3">
                    <a:moveTo>
                      <a:pt x="1" y="0"/>
                    </a:moveTo>
                    <a:cubicBezTo>
                      <a:pt x="3" y="9"/>
                      <a:pt x="0" y="19"/>
                      <a:pt x="1" y="28"/>
                    </a:cubicBezTo>
                    <a:cubicBezTo>
                      <a:pt x="1" y="33"/>
                      <a:pt x="1" y="38"/>
                      <a:pt x="2" y="43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92" name="Freeform 2483">
                <a:extLst>
                  <a:ext uri="{FF2B5EF4-FFF2-40B4-BE49-F238E27FC236}">
                    <a16:creationId xmlns:a16="http://schemas.microsoft.com/office/drawing/2014/main" id="{66DCD3BF-0E97-4121-B28F-79856B1DD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3585"/>
                <a:ext cx="45" cy="142"/>
              </a:xfrm>
              <a:custGeom>
                <a:avLst/>
                <a:gdLst>
                  <a:gd name="T0" fmla="*/ 0 w 36"/>
                  <a:gd name="T1" fmla="*/ 0 h 106"/>
                  <a:gd name="T2" fmla="*/ 64 w 36"/>
                  <a:gd name="T3" fmla="*/ 162 h 106"/>
                  <a:gd name="T4" fmla="*/ 70 w 36"/>
                  <a:gd name="T5" fmla="*/ 255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06">
                    <a:moveTo>
                      <a:pt x="0" y="0"/>
                    </a:moveTo>
                    <a:cubicBezTo>
                      <a:pt x="14" y="22"/>
                      <a:pt x="31" y="39"/>
                      <a:pt x="33" y="67"/>
                    </a:cubicBezTo>
                    <a:cubicBezTo>
                      <a:pt x="35" y="79"/>
                      <a:pt x="36" y="92"/>
                      <a:pt x="36" y="106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93" name="Freeform 2484">
                <a:extLst>
                  <a:ext uri="{FF2B5EF4-FFF2-40B4-BE49-F238E27FC236}">
                    <a16:creationId xmlns:a16="http://schemas.microsoft.com/office/drawing/2014/main" id="{DDBBCB8A-BC9F-4876-BC0A-3BFF30759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3708"/>
                <a:ext cx="12" cy="21"/>
              </a:xfrm>
              <a:custGeom>
                <a:avLst/>
                <a:gdLst>
                  <a:gd name="T0" fmla="*/ 0 w 9"/>
                  <a:gd name="T1" fmla="*/ 0 h 16"/>
                  <a:gd name="T2" fmla="*/ 21 w 9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1" y="5"/>
                      <a:pt x="5" y="11"/>
                      <a:pt x="9" y="16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94" name="Freeform 2485">
                <a:extLst>
                  <a:ext uri="{FF2B5EF4-FFF2-40B4-BE49-F238E27FC236}">
                    <a16:creationId xmlns:a16="http://schemas.microsoft.com/office/drawing/2014/main" id="{E92889E7-4AE9-4854-8CC9-49041F946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3364"/>
                <a:ext cx="49" cy="149"/>
              </a:xfrm>
              <a:custGeom>
                <a:avLst/>
                <a:gdLst>
                  <a:gd name="T0" fmla="*/ 0 w 39"/>
                  <a:gd name="T1" fmla="*/ 0 h 112"/>
                  <a:gd name="T2" fmla="*/ 38 w 39"/>
                  <a:gd name="T3" fmla="*/ 44 h 112"/>
                  <a:gd name="T4" fmla="*/ 69 w 39"/>
                  <a:gd name="T5" fmla="*/ 125 h 112"/>
                  <a:gd name="T6" fmla="*/ 75 w 39"/>
                  <a:gd name="T7" fmla="*/ 263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12">
                    <a:moveTo>
                      <a:pt x="0" y="0"/>
                    </a:moveTo>
                    <a:cubicBezTo>
                      <a:pt x="3" y="6"/>
                      <a:pt x="14" y="14"/>
                      <a:pt x="19" y="19"/>
                    </a:cubicBezTo>
                    <a:cubicBezTo>
                      <a:pt x="27" y="29"/>
                      <a:pt x="32" y="40"/>
                      <a:pt x="35" y="53"/>
                    </a:cubicBezTo>
                    <a:cubicBezTo>
                      <a:pt x="39" y="74"/>
                      <a:pt x="34" y="91"/>
                      <a:pt x="38" y="112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95" name="Freeform 2486">
                <a:extLst>
                  <a:ext uri="{FF2B5EF4-FFF2-40B4-BE49-F238E27FC236}">
                    <a16:creationId xmlns:a16="http://schemas.microsoft.com/office/drawing/2014/main" id="{D7FA1946-B4CE-4953-A306-ACE3EC786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476"/>
                <a:ext cx="45" cy="144"/>
              </a:xfrm>
              <a:custGeom>
                <a:avLst/>
                <a:gdLst>
                  <a:gd name="T0" fmla="*/ 0 w 36"/>
                  <a:gd name="T1" fmla="*/ 0 h 108"/>
                  <a:gd name="T2" fmla="*/ 55 w 36"/>
                  <a:gd name="T3" fmla="*/ 135 h 108"/>
                  <a:gd name="T4" fmla="*/ 64 w 36"/>
                  <a:gd name="T5" fmla="*/ 213 h 108"/>
                  <a:gd name="T6" fmla="*/ 69 w 36"/>
                  <a:gd name="T7" fmla="*/ 247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08">
                    <a:moveTo>
                      <a:pt x="0" y="0"/>
                    </a:moveTo>
                    <a:cubicBezTo>
                      <a:pt x="16" y="11"/>
                      <a:pt x="23" y="39"/>
                      <a:pt x="28" y="57"/>
                    </a:cubicBezTo>
                    <a:cubicBezTo>
                      <a:pt x="31" y="68"/>
                      <a:pt x="32" y="79"/>
                      <a:pt x="33" y="90"/>
                    </a:cubicBezTo>
                    <a:cubicBezTo>
                      <a:pt x="34" y="93"/>
                      <a:pt x="36" y="108"/>
                      <a:pt x="35" y="104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96" name="Freeform 2487">
                <a:extLst>
                  <a:ext uri="{FF2B5EF4-FFF2-40B4-BE49-F238E27FC236}">
                    <a16:creationId xmlns:a16="http://schemas.microsoft.com/office/drawing/2014/main" id="{7A45EEA2-9018-4AB8-89D7-5FBA6A292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708"/>
                <a:ext cx="50" cy="216"/>
              </a:xfrm>
              <a:custGeom>
                <a:avLst/>
                <a:gdLst>
                  <a:gd name="T0" fmla="*/ 16 w 40"/>
                  <a:gd name="T1" fmla="*/ 0 h 162"/>
                  <a:gd name="T2" fmla="*/ 0 w 40"/>
                  <a:gd name="T3" fmla="*/ 91 h 162"/>
                  <a:gd name="T4" fmla="*/ 10 w 40"/>
                  <a:gd name="T5" fmla="*/ 197 h 162"/>
                  <a:gd name="T6" fmla="*/ 41 w 40"/>
                  <a:gd name="T7" fmla="*/ 311 h 162"/>
                  <a:gd name="T8" fmla="*/ 63 w 40"/>
                  <a:gd name="T9" fmla="*/ 384 h 162"/>
                  <a:gd name="T10" fmla="*/ 68 w 40"/>
                  <a:gd name="T11" fmla="*/ 335 h 162"/>
                  <a:gd name="T12" fmla="*/ 73 w 40"/>
                  <a:gd name="T13" fmla="*/ 276 h 162"/>
                  <a:gd name="T14" fmla="*/ 79 w 40"/>
                  <a:gd name="T15" fmla="*/ 212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62">
                    <a:moveTo>
                      <a:pt x="8" y="0"/>
                    </a:moveTo>
                    <a:cubicBezTo>
                      <a:pt x="0" y="9"/>
                      <a:pt x="1" y="27"/>
                      <a:pt x="0" y="38"/>
                    </a:cubicBezTo>
                    <a:cubicBezTo>
                      <a:pt x="0" y="53"/>
                      <a:pt x="1" y="68"/>
                      <a:pt x="5" y="83"/>
                    </a:cubicBezTo>
                    <a:cubicBezTo>
                      <a:pt x="9" y="99"/>
                      <a:pt x="15" y="115"/>
                      <a:pt x="21" y="131"/>
                    </a:cubicBezTo>
                    <a:cubicBezTo>
                      <a:pt x="25" y="141"/>
                      <a:pt x="27" y="153"/>
                      <a:pt x="32" y="162"/>
                    </a:cubicBezTo>
                    <a:cubicBezTo>
                      <a:pt x="35" y="156"/>
                      <a:pt x="34" y="147"/>
                      <a:pt x="34" y="141"/>
                    </a:cubicBezTo>
                    <a:cubicBezTo>
                      <a:pt x="35" y="132"/>
                      <a:pt x="37" y="125"/>
                      <a:pt x="37" y="116"/>
                    </a:cubicBezTo>
                    <a:cubicBezTo>
                      <a:pt x="38" y="107"/>
                      <a:pt x="37" y="98"/>
                      <a:pt x="40" y="89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97" name="Freeform 2488">
                <a:extLst>
                  <a:ext uri="{FF2B5EF4-FFF2-40B4-BE49-F238E27FC236}">
                    <a16:creationId xmlns:a16="http://schemas.microsoft.com/office/drawing/2014/main" id="{404294EE-2693-4890-B4CA-314E984FF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839"/>
                <a:ext cx="42" cy="186"/>
              </a:xfrm>
              <a:custGeom>
                <a:avLst/>
                <a:gdLst>
                  <a:gd name="T0" fmla="*/ 10 w 33"/>
                  <a:gd name="T1" fmla="*/ 0 h 140"/>
                  <a:gd name="T2" fmla="*/ 18 w 33"/>
                  <a:gd name="T3" fmla="*/ 173 h 140"/>
                  <a:gd name="T4" fmla="*/ 46 w 33"/>
                  <a:gd name="T5" fmla="*/ 286 h 140"/>
                  <a:gd name="T6" fmla="*/ 55 w 33"/>
                  <a:gd name="T7" fmla="*/ 319 h 140"/>
                  <a:gd name="T8" fmla="*/ 67 w 33"/>
                  <a:gd name="T9" fmla="*/ 328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40">
                    <a:moveTo>
                      <a:pt x="5" y="0"/>
                    </a:moveTo>
                    <a:cubicBezTo>
                      <a:pt x="0" y="22"/>
                      <a:pt x="4" y="52"/>
                      <a:pt x="9" y="74"/>
                    </a:cubicBezTo>
                    <a:cubicBezTo>
                      <a:pt x="12" y="90"/>
                      <a:pt x="17" y="107"/>
                      <a:pt x="22" y="122"/>
                    </a:cubicBezTo>
                    <a:cubicBezTo>
                      <a:pt x="23" y="126"/>
                      <a:pt x="25" y="133"/>
                      <a:pt x="27" y="136"/>
                    </a:cubicBezTo>
                    <a:cubicBezTo>
                      <a:pt x="29" y="138"/>
                      <a:pt x="32" y="136"/>
                      <a:pt x="33" y="14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98" name="Freeform 2489">
                <a:extLst>
                  <a:ext uri="{FF2B5EF4-FFF2-40B4-BE49-F238E27FC236}">
                    <a16:creationId xmlns:a16="http://schemas.microsoft.com/office/drawing/2014/main" id="{F4229C31-7BFF-4CB7-A757-F389FE617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916"/>
                <a:ext cx="6" cy="56"/>
              </a:xfrm>
              <a:custGeom>
                <a:avLst/>
                <a:gdLst>
                  <a:gd name="T0" fmla="*/ 8 w 5"/>
                  <a:gd name="T1" fmla="*/ 100 h 42"/>
                  <a:gd name="T2" fmla="*/ 8 w 5"/>
                  <a:gd name="T3" fmla="*/ 65 h 42"/>
                  <a:gd name="T4" fmla="*/ 6 w 5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2">
                    <a:moveTo>
                      <a:pt x="5" y="42"/>
                    </a:moveTo>
                    <a:cubicBezTo>
                      <a:pt x="3" y="37"/>
                      <a:pt x="5" y="33"/>
                      <a:pt x="5" y="28"/>
                    </a:cubicBezTo>
                    <a:cubicBezTo>
                      <a:pt x="5" y="19"/>
                      <a:pt x="0" y="9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99" name="Freeform 2490">
                <a:extLst>
                  <a:ext uri="{FF2B5EF4-FFF2-40B4-BE49-F238E27FC236}">
                    <a16:creationId xmlns:a16="http://schemas.microsoft.com/office/drawing/2014/main" id="{D22E5B2A-EDB4-4C8E-99C1-007D3990B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809"/>
                <a:ext cx="61" cy="134"/>
              </a:xfrm>
              <a:custGeom>
                <a:avLst/>
                <a:gdLst>
                  <a:gd name="T0" fmla="*/ 0 w 49"/>
                  <a:gd name="T1" fmla="*/ 34 h 100"/>
                  <a:gd name="T2" fmla="*/ 40 w 49"/>
                  <a:gd name="T3" fmla="*/ 121 h 100"/>
                  <a:gd name="T4" fmla="*/ 77 w 49"/>
                  <a:gd name="T5" fmla="*/ 241 h 100"/>
                  <a:gd name="T6" fmla="*/ 73 w 49"/>
                  <a:gd name="T7" fmla="*/ 83 h 100"/>
                  <a:gd name="T8" fmla="*/ 50 w 49"/>
                  <a:gd name="T9" fmla="*/ 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00">
                    <a:moveTo>
                      <a:pt x="0" y="14"/>
                    </a:moveTo>
                    <a:cubicBezTo>
                      <a:pt x="3" y="25"/>
                      <a:pt x="15" y="41"/>
                      <a:pt x="21" y="50"/>
                    </a:cubicBezTo>
                    <a:cubicBezTo>
                      <a:pt x="34" y="66"/>
                      <a:pt x="37" y="81"/>
                      <a:pt x="40" y="100"/>
                    </a:cubicBezTo>
                    <a:cubicBezTo>
                      <a:pt x="49" y="82"/>
                      <a:pt x="43" y="53"/>
                      <a:pt x="38" y="34"/>
                    </a:cubicBezTo>
                    <a:cubicBezTo>
                      <a:pt x="35" y="25"/>
                      <a:pt x="33" y="7"/>
                      <a:pt x="26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00" name="Freeform 2491">
                <a:extLst>
                  <a:ext uri="{FF2B5EF4-FFF2-40B4-BE49-F238E27FC236}">
                    <a16:creationId xmlns:a16="http://schemas.microsoft.com/office/drawing/2014/main" id="{80291183-34C2-48E2-8996-1E6D9FD4D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837"/>
                <a:ext cx="23" cy="146"/>
              </a:xfrm>
              <a:custGeom>
                <a:avLst/>
                <a:gdLst>
                  <a:gd name="T0" fmla="*/ 0 w 18"/>
                  <a:gd name="T1" fmla="*/ 0 h 109"/>
                  <a:gd name="T2" fmla="*/ 23 w 18"/>
                  <a:gd name="T3" fmla="*/ 139 h 109"/>
                  <a:gd name="T4" fmla="*/ 37 w 18"/>
                  <a:gd name="T5" fmla="*/ 263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9">
                    <a:moveTo>
                      <a:pt x="0" y="0"/>
                    </a:moveTo>
                    <a:cubicBezTo>
                      <a:pt x="7" y="19"/>
                      <a:pt x="8" y="37"/>
                      <a:pt x="11" y="58"/>
                    </a:cubicBezTo>
                    <a:cubicBezTo>
                      <a:pt x="14" y="72"/>
                      <a:pt x="18" y="94"/>
                      <a:pt x="18" y="109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01" name="Freeform 2492">
                <a:extLst>
                  <a:ext uri="{FF2B5EF4-FFF2-40B4-BE49-F238E27FC236}">
                    <a16:creationId xmlns:a16="http://schemas.microsoft.com/office/drawing/2014/main" id="{4761BA97-6C7A-482E-9914-AA49D52BE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847"/>
                <a:ext cx="33" cy="124"/>
              </a:xfrm>
              <a:custGeom>
                <a:avLst/>
                <a:gdLst>
                  <a:gd name="T0" fmla="*/ 53 w 26"/>
                  <a:gd name="T1" fmla="*/ 0 h 93"/>
                  <a:gd name="T2" fmla="*/ 46 w 26"/>
                  <a:gd name="T3" fmla="*/ 100 h 93"/>
                  <a:gd name="T4" fmla="*/ 0 w 26"/>
                  <a:gd name="T5" fmla="*/ 22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93">
                    <a:moveTo>
                      <a:pt x="26" y="0"/>
                    </a:moveTo>
                    <a:cubicBezTo>
                      <a:pt x="24" y="14"/>
                      <a:pt x="25" y="28"/>
                      <a:pt x="22" y="42"/>
                    </a:cubicBezTo>
                    <a:cubicBezTo>
                      <a:pt x="17" y="60"/>
                      <a:pt x="8" y="76"/>
                      <a:pt x="0" y="93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02" name="Freeform 2493">
                <a:extLst>
                  <a:ext uri="{FF2B5EF4-FFF2-40B4-BE49-F238E27FC236}">
                    <a16:creationId xmlns:a16="http://schemas.microsoft.com/office/drawing/2014/main" id="{1D97FCEE-773F-4280-869A-9A1736481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839"/>
                <a:ext cx="4" cy="56"/>
              </a:xfrm>
              <a:custGeom>
                <a:avLst/>
                <a:gdLst>
                  <a:gd name="T0" fmla="*/ 1 w 3"/>
                  <a:gd name="T1" fmla="*/ 0 h 42"/>
                  <a:gd name="T2" fmla="*/ 1 w 3"/>
                  <a:gd name="T3" fmla="*/ 10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2">
                    <a:moveTo>
                      <a:pt x="1" y="0"/>
                    </a:moveTo>
                    <a:cubicBezTo>
                      <a:pt x="0" y="14"/>
                      <a:pt x="3" y="29"/>
                      <a:pt x="1" y="42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03" name="Freeform 2494">
                <a:extLst>
                  <a:ext uri="{FF2B5EF4-FFF2-40B4-BE49-F238E27FC236}">
                    <a16:creationId xmlns:a16="http://schemas.microsoft.com/office/drawing/2014/main" id="{E7E97B25-7F49-4D1C-9DE0-609116359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868"/>
                <a:ext cx="15" cy="188"/>
              </a:xfrm>
              <a:custGeom>
                <a:avLst/>
                <a:gdLst>
                  <a:gd name="T0" fmla="*/ 6 w 12"/>
                  <a:gd name="T1" fmla="*/ 0 h 141"/>
                  <a:gd name="T2" fmla="*/ 16 w 12"/>
                  <a:gd name="T3" fmla="*/ 49 h 141"/>
                  <a:gd name="T4" fmla="*/ 14 w 12"/>
                  <a:gd name="T5" fmla="*/ 201 h 141"/>
                  <a:gd name="T6" fmla="*/ 0 w 12"/>
                  <a:gd name="T7" fmla="*/ 335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1">
                    <a:moveTo>
                      <a:pt x="3" y="0"/>
                    </a:moveTo>
                    <a:cubicBezTo>
                      <a:pt x="2" y="7"/>
                      <a:pt x="7" y="14"/>
                      <a:pt x="8" y="21"/>
                    </a:cubicBezTo>
                    <a:cubicBezTo>
                      <a:pt x="12" y="42"/>
                      <a:pt x="10" y="65"/>
                      <a:pt x="7" y="85"/>
                    </a:cubicBezTo>
                    <a:cubicBezTo>
                      <a:pt x="3" y="104"/>
                      <a:pt x="3" y="123"/>
                      <a:pt x="0" y="14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04" name="Freeform 2495">
                <a:extLst>
                  <a:ext uri="{FF2B5EF4-FFF2-40B4-BE49-F238E27FC236}">
                    <a16:creationId xmlns:a16="http://schemas.microsoft.com/office/drawing/2014/main" id="{F6BE0FF6-36A5-4523-A30A-B94D31CCF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932"/>
                <a:ext cx="68" cy="267"/>
              </a:xfrm>
              <a:custGeom>
                <a:avLst/>
                <a:gdLst>
                  <a:gd name="T0" fmla="*/ 30 w 54"/>
                  <a:gd name="T1" fmla="*/ 0 h 200"/>
                  <a:gd name="T2" fmla="*/ 53 w 54"/>
                  <a:gd name="T3" fmla="*/ 79 h 200"/>
                  <a:gd name="T4" fmla="*/ 76 w 54"/>
                  <a:gd name="T5" fmla="*/ 195 h 200"/>
                  <a:gd name="T6" fmla="*/ 96 w 54"/>
                  <a:gd name="T7" fmla="*/ 335 h 200"/>
                  <a:gd name="T8" fmla="*/ 108 w 54"/>
                  <a:gd name="T9" fmla="*/ 475 h 200"/>
                  <a:gd name="T10" fmla="*/ 39 w 54"/>
                  <a:gd name="T11" fmla="*/ 303 h 200"/>
                  <a:gd name="T12" fmla="*/ 10 w 54"/>
                  <a:gd name="T13" fmla="*/ 250 h 200"/>
                  <a:gd name="T14" fmla="*/ 0 w 54"/>
                  <a:gd name="T15" fmla="*/ 212 h 2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00">
                    <a:moveTo>
                      <a:pt x="15" y="0"/>
                    </a:moveTo>
                    <a:cubicBezTo>
                      <a:pt x="23" y="7"/>
                      <a:pt x="24" y="23"/>
                      <a:pt x="26" y="33"/>
                    </a:cubicBezTo>
                    <a:cubicBezTo>
                      <a:pt x="29" y="49"/>
                      <a:pt x="33" y="66"/>
                      <a:pt x="38" y="82"/>
                    </a:cubicBezTo>
                    <a:cubicBezTo>
                      <a:pt x="43" y="102"/>
                      <a:pt x="48" y="121"/>
                      <a:pt x="48" y="141"/>
                    </a:cubicBezTo>
                    <a:cubicBezTo>
                      <a:pt x="49" y="158"/>
                      <a:pt x="50" y="183"/>
                      <a:pt x="54" y="200"/>
                    </a:cubicBezTo>
                    <a:cubicBezTo>
                      <a:pt x="49" y="177"/>
                      <a:pt x="36" y="143"/>
                      <a:pt x="20" y="127"/>
                    </a:cubicBezTo>
                    <a:cubicBezTo>
                      <a:pt x="13" y="120"/>
                      <a:pt x="8" y="115"/>
                      <a:pt x="5" y="105"/>
                    </a:cubicBezTo>
                    <a:cubicBezTo>
                      <a:pt x="3" y="100"/>
                      <a:pt x="3" y="94"/>
                      <a:pt x="0" y="89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05" name="Freeform 2496">
                <a:extLst>
                  <a:ext uri="{FF2B5EF4-FFF2-40B4-BE49-F238E27FC236}">
                    <a16:creationId xmlns:a16="http://schemas.microsoft.com/office/drawing/2014/main" id="{F6A0ED49-5057-407E-9CE4-830E91E84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3187"/>
                <a:ext cx="28" cy="132"/>
              </a:xfrm>
              <a:custGeom>
                <a:avLst/>
                <a:gdLst>
                  <a:gd name="T0" fmla="*/ 0 w 22"/>
                  <a:gd name="T1" fmla="*/ 233 h 99"/>
                  <a:gd name="T2" fmla="*/ 6 w 22"/>
                  <a:gd name="T3" fmla="*/ 233 h 99"/>
                  <a:gd name="T4" fmla="*/ 17 w 22"/>
                  <a:gd name="T5" fmla="*/ 159 h 99"/>
                  <a:gd name="T6" fmla="*/ 37 w 22"/>
                  <a:gd name="T7" fmla="*/ 92 h 99"/>
                  <a:gd name="T8" fmla="*/ 36 w 22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9">
                    <a:moveTo>
                      <a:pt x="0" y="98"/>
                    </a:moveTo>
                    <a:cubicBezTo>
                      <a:pt x="1" y="99"/>
                      <a:pt x="2" y="99"/>
                      <a:pt x="3" y="98"/>
                    </a:cubicBezTo>
                    <a:cubicBezTo>
                      <a:pt x="4" y="88"/>
                      <a:pt x="4" y="77"/>
                      <a:pt x="8" y="67"/>
                    </a:cubicBezTo>
                    <a:cubicBezTo>
                      <a:pt x="12" y="57"/>
                      <a:pt x="16" y="49"/>
                      <a:pt x="18" y="39"/>
                    </a:cubicBezTo>
                    <a:cubicBezTo>
                      <a:pt x="19" y="32"/>
                      <a:pt x="22" y="5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06" name="Freeform 2497">
                <a:extLst>
                  <a:ext uri="{FF2B5EF4-FFF2-40B4-BE49-F238E27FC236}">
                    <a16:creationId xmlns:a16="http://schemas.microsoft.com/office/drawing/2014/main" id="{4247834E-8292-4FC6-8E2D-C96CD4628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199"/>
                <a:ext cx="35" cy="210"/>
              </a:xfrm>
              <a:custGeom>
                <a:avLst/>
                <a:gdLst>
                  <a:gd name="T0" fmla="*/ 0 w 28"/>
                  <a:gd name="T1" fmla="*/ 0 h 158"/>
                  <a:gd name="T2" fmla="*/ 14 w 28"/>
                  <a:gd name="T3" fmla="*/ 41 h 158"/>
                  <a:gd name="T4" fmla="*/ 36 w 28"/>
                  <a:gd name="T5" fmla="*/ 113 h 158"/>
                  <a:gd name="T6" fmla="*/ 49 w 28"/>
                  <a:gd name="T7" fmla="*/ 222 h 158"/>
                  <a:gd name="T8" fmla="*/ 39 w 28"/>
                  <a:gd name="T9" fmla="*/ 371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58">
                    <a:moveTo>
                      <a:pt x="0" y="0"/>
                    </a:moveTo>
                    <a:cubicBezTo>
                      <a:pt x="2" y="4"/>
                      <a:pt x="5" y="12"/>
                      <a:pt x="7" y="17"/>
                    </a:cubicBezTo>
                    <a:cubicBezTo>
                      <a:pt x="10" y="27"/>
                      <a:pt x="15" y="37"/>
                      <a:pt x="18" y="48"/>
                    </a:cubicBezTo>
                    <a:cubicBezTo>
                      <a:pt x="22" y="63"/>
                      <a:pt x="23" y="79"/>
                      <a:pt x="25" y="95"/>
                    </a:cubicBezTo>
                    <a:cubicBezTo>
                      <a:pt x="28" y="113"/>
                      <a:pt x="24" y="139"/>
                      <a:pt x="20" y="158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07" name="Freeform 2498">
                <a:extLst>
                  <a:ext uri="{FF2B5EF4-FFF2-40B4-BE49-F238E27FC236}">
                    <a16:creationId xmlns:a16="http://schemas.microsoft.com/office/drawing/2014/main" id="{D8EA3037-F308-4817-B9B5-E2F40005E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357"/>
                <a:ext cx="40" cy="167"/>
              </a:xfrm>
              <a:custGeom>
                <a:avLst/>
                <a:gdLst>
                  <a:gd name="T0" fmla="*/ 0 w 32"/>
                  <a:gd name="T1" fmla="*/ 0 h 125"/>
                  <a:gd name="T2" fmla="*/ 36 w 32"/>
                  <a:gd name="T3" fmla="*/ 59 h 125"/>
                  <a:gd name="T4" fmla="*/ 48 w 32"/>
                  <a:gd name="T5" fmla="*/ 150 h 125"/>
                  <a:gd name="T6" fmla="*/ 60 w 32"/>
                  <a:gd name="T7" fmla="*/ 239 h 125"/>
                  <a:gd name="T8" fmla="*/ 51 w 32"/>
                  <a:gd name="T9" fmla="*/ 293 h 125"/>
                  <a:gd name="T10" fmla="*/ 49 w 32"/>
                  <a:gd name="T11" fmla="*/ 291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25">
                    <a:moveTo>
                      <a:pt x="0" y="0"/>
                    </a:moveTo>
                    <a:cubicBezTo>
                      <a:pt x="7" y="8"/>
                      <a:pt x="15" y="16"/>
                      <a:pt x="18" y="25"/>
                    </a:cubicBezTo>
                    <a:cubicBezTo>
                      <a:pt x="22" y="37"/>
                      <a:pt x="21" y="50"/>
                      <a:pt x="24" y="63"/>
                    </a:cubicBezTo>
                    <a:cubicBezTo>
                      <a:pt x="27" y="74"/>
                      <a:pt x="32" y="88"/>
                      <a:pt x="30" y="100"/>
                    </a:cubicBezTo>
                    <a:cubicBezTo>
                      <a:pt x="29" y="108"/>
                      <a:pt x="26" y="115"/>
                      <a:pt x="26" y="123"/>
                    </a:cubicBezTo>
                    <a:cubicBezTo>
                      <a:pt x="25" y="125"/>
                      <a:pt x="25" y="123"/>
                      <a:pt x="25" y="122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08" name="Freeform 2499">
                <a:extLst>
                  <a:ext uri="{FF2B5EF4-FFF2-40B4-BE49-F238E27FC236}">
                    <a16:creationId xmlns:a16="http://schemas.microsoft.com/office/drawing/2014/main" id="{A548CE8B-7E5F-440B-ADFD-0A2EFC4D3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483"/>
                <a:ext cx="51" cy="238"/>
              </a:xfrm>
              <a:custGeom>
                <a:avLst/>
                <a:gdLst>
                  <a:gd name="T0" fmla="*/ 0 w 41"/>
                  <a:gd name="T1" fmla="*/ 0 h 179"/>
                  <a:gd name="T2" fmla="*/ 77 w 41"/>
                  <a:gd name="T3" fmla="*/ 254 h 179"/>
                  <a:gd name="T4" fmla="*/ 61 w 41"/>
                  <a:gd name="T5" fmla="*/ 420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79">
                    <a:moveTo>
                      <a:pt x="0" y="0"/>
                    </a:moveTo>
                    <a:cubicBezTo>
                      <a:pt x="19" y="32"/>
                      <a:pt x="39" y="71"/>
                      <a:pt x="40" y="108"/>
                    </a:cubicBezTo>
                    <a:cubicBezTo>
                      <a:pt x="41" y="129"/>
                      <a:pt x="33" y="158"/>
                      <a:pt x="31" y="179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09" name="Freeform 2500">
                <a:extLst>
                  <a:ext uri="{FF2B5EF4-FFF2-40B4-BE49-F238E27FC236}">
                    <a16:creationId xmlns:a16="http://schemas.microsoft.com/office/drawing/2014/main" id="{E925BEAC-C79C-4248-96D2-406DE78A4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621"/>
                <a:ext cx="40" cy="110"/>
              </a:xfrm>
              <a:custGeom>
                <a:avLst/>
                <a:gdLst>
                  <a:gd name="T0" fmla="*/ 63 w 32"/>
                  <a:gd name="T1" fmla="*/ 199 h 82"/>
                  <a:gd name="T2" fmla="*/ 23 w 32"/>
                  <a:gd name="T3" fmla="*/ 90 h 82"/>
                  <a:gd name="T4" fmla="*/ 1 w 32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82">
                    <a:moveTo>
                      <a:pt x="32" y="82"/>
                    </a:moveTo>
                    <a:cubicBezTo>
                      <a:pt x="22" y="68"/>
                      <a:pt x="14" y="53"/>
                      <a:pt x="11" y="37"/>
                    </a:cubicBezTo>
                    <a:cubicBezTo>
                      <a:pt x="9" y="25"/>
                      <a:pt x="0" y="1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10" name="Freeform 2501">
                <a:extLst>
                  <a:ext uri="{FF2B5EF4-FFF2-40B4-BE49-F238E27FC236}">
                    <a16:creationId xmlns:a16="http://schemas.microsoft.com/office/drawing/2014/main" id="{E92F95AA-BD53-4F0F-823A-A3658B26D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597"/>
                <a:ext cx="73" cy="132"/>
              </a:xfrm>
              <a:custGeom>
                <a:avLst/>
                <a:gdLst>
                  <a:gd name="T0" fmla="*/ 0 w 58"/>
                  <a:gd name="T1" fmla="*/ 0 h 99"/>
                  <a:gd name="T2" fmla="*/ 86 w 58"/>
                  <a:gd name="T3" fmla="*/ 140 h 99"/>
                  <a:gd name="T4" fmla="*/ 116 w 58"/>
                  <a:gd name="T5" fmla="*/ 235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99">
                    <a:moveTo>
                      <a:pt x="0" y="0"/>
                    </a:moveTo>
                    <a:cubicBezTo>
                      <a:pt x="14" y="20"/>
                      <a:pt x="33" y="36"/>
                      <a:pt x="43" y="59"/>
                    </a:cubicBezTo>
                    <a:cubicBezTo>
                      <a:pt x="48" y="72"/>
                      <a:pt x="53" y="85"/>
                      <a:pt x="58" y="99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11" name="Freeform 2502">
                <a:extLst>
                  <a:ext uri="{FF2B5EF4-FFF2-40B4-BE49-F238E27FC236}">
                    <a16:creationId xmlns:a16="http://schemas.microsoft.com/office/drawing/2014/main" id="{03FD7827-D28F-4E79-A21A-F9D06BE23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3697"/>
                <a:ext cx="8" cy="34"/>
              </a:xfrm>
              <a:custGeom>
                <a:avLst/>
                <a:gdLst>
                  <a:gd name="T0" fmla="*/ 0 w 6"/>
                  <a:gd name="T1" fmla="*/ 0 h 25"/>
                  <a:gd name="T2" fmla="*/ 12 w 6"/>
                  <a:gd name="T3" fmla="*/ 48 h 25"/>
                  <a:gd name="T4" fmla="*/ 15 w 6"/>
                  <a:gd name="T5" fmla="*/ 6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0" y="7"/>
                      <a:pt x="2" y="13"/>
                      <a:pt x="5" y="19"/>
                    </a:cubicBezTo>
                    <a:cubicBezTo>
                      <a:pt x="5" y="21"/>
                      <a:pt x="6" y="23"/>
                      <a:pt x="6" y="25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12" name="Freeform 2503">
                <a:extLst>
                  <a:ext uri="{FF2B5EF4-FFF2-40B4-BE49-F238E27FC236}">
                    <a16:creationId xmlns:a16="http://schemas.microsoft.com/office/drawing/2014/main" id="{4BD1393E-7E8E-4094-87A4-21BF4BCB1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423"/>
                <a:ext cx="6" cy="80"/>
              </a:xfrm>
              <a:custGeom>
                <a:avLst/>
                <a:gdLst>
                  <a:gd name="T0" fmla="*/ 2 w 5"/>
                  <a:gd name="T1" fmla="*/ 0 h 60"/>
                  <a:gd name="T2" fmla="*/ 8 w 5"/>
                  <a:gd name="T3" fmla="*/ 143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0">
                    <a:moveTo>
                      <a:pt x="2" y="0"/>
                    </a:moveTo>
                    <a:cubicBezTo>
                      <a:pt x="3" y="20"/>
                      <a:pt x="0" y="40"/>
                      <a:pt x="5" y="60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13" name="Freeform 2504">
                <a:extLst>
                  <a:ext uri="{FF2B5EF4-FFF2-40B4-BE49-F238E27FC236}">
                    <a16:creationId xmlns:a16="http://schemas.microsoft.com/office/drawing/2014/main" id="{6B9ED124-EEAD-46F5-95D7-107EC9326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3508"/>
                <a:ext cx="8" cy="95"/>
              </a:xfrm>
              <a:custGeom>
                <a:avLst/>
                <a:gdLst>
                  <a:gd name="T0" fmla="*/ 15 w 6"/>
                  <a:gd name="T1" fmla="*/ 0 h 71"/>
                  <a:gd name="T2" fmla="*/ 5 w 6"/>
                  <a:gd name="T3" fmla="*/ 120 h 71"/>
                  <a:gd name="T4" fmla="*/ 5 w 6"/>
                  <a:gd name="T5" fmla="*/ 17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1">
                    <a:moveTo>
                      <a:pt x="6" y="0"/>
                    </a:moveTo>
                    <a:cubicBezTo>
                      <a:pt x="4" y="17"/>
                      <a:pt x="4" y="34"/>
                      <a:pt x="2" y="50"/>
                    </a:cubicBezTo>
                    <a:cubicBezTo>
                      <a:pt x="2" y="55"/>
                      <a:pt x="0" y="67"/>
                      <a:pt x="2" y="71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14" name="Freeform 2505">
                <a:extLst>
                  <a:ext uri="{FF2B5EF4-FFF2-40B4-BE49-F238E27FC236}">
                    <a16:creationId xmlns:a16="http://schemas.microsoft.com/office/drawing/2014/main" id="{30A2D0D9-2C84-448F-8DA9-952645060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679"/>
                <a:ext cx="29" cy="170"/>
              </a:xfrm>
              <a:custGeom>
                <a:avLst/>
                <a:gdLst>
                  <a:gd name="T0" fmla="*/ 6 w 23"/>
                  <a:gd name="T1" fmla="*/ 0 h 128"/>
                  <a:gd name="T2" fmla="*/ 6 w 23"/>
                  <a:gd name="T3" fmla="*/ 70 h 128"/>
                  <a:gd name="T4" fmla="*/ 16 w 23"/>
                  <a:gd name="T5" fmla="*/ 135 h 128"/>
                  <a:gd name="T6" fmla="*/ 32 w 23"/>
                  <a:gd name="T7" fmla="*/ 227 h 128"/>
                  <a:gd name="T8" fmla="*/ 47 w 23"/>
                  <a:gd name="T9" fmla="*/ 300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8">
                    <a:moveTo>
                      <a:pt x="3" y="0"/>
                    </a:moveTo>
                    <a:cubicBezTo>
                      <a:pt x="0" y="9"/>
                      <a:pt x="3" y="21"/>
                      <a:pt x="3" y="30"/>
                    </a:cubicBezTo>
                    <a:cubicBezTo>
                      <a:pt x="4" y="40"/>
                      <a:pt x="5" y="49"/>
                      <a:pt x="8" y="58"/>
                    </a:cubicBezTo>
                    <a:cubicBezTo>
                      <a:pt x="12" y="71"/>
                      <a:pt x="13" y="84"/>
                      <a:pt x="16" y="97"/>
                    </a:cubicBezTo>
                    <a:cubicBezTo>
                      <a:pt x="17" y="107"/>
                      <a:pt x="22" y="120"/>
                      <a:pt x="23" y="128"/>
                    </a:cubicBezTo>
                  </a:path>
                </a:pathLst>
              </a:custGeom>
              <a:noFill/>
              <a:ln w="6350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15" name="Freeform 2506">
                <a:extLst>
                  <a:ext uri="{FF2B5EF4-FFF2-40B4-BE49-F238E27FC236}">
                    <a16:creationId xmlns:a16="http://schemas.microsoft.com/office/drawing/2014/main" id="{4544D6D9-21D6-4778-B8F6-0D290FA5B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547"/>
                <a:ext cx="45" cy="25"/>
              </a:xfrm>
              <a:custGeom>
                <a:avLst/>
                <a:gdLst>
                  <a:gd name="T0" fmla="*/ 70 w 36"/>
                  <a:gd name="T1" fmla="*/ 0 h 19"/>
                  <a:gd name="T2" fmla="*/ 69 w 36"/>
                  <a:gd name="T3" fmla="*/ 18 h 19"/>
                  <a:gd name="T4" fmla="*/ 0 w 36"/>
                  <a:gd name="T5" fmla="*/ 3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9">
                    <a:moveTo>
                      <a:pt x="36" y="0"/>
                    </a:moveTo>
                    <a:cubicBezTo>
                      <a:pt x="36" y="3"/>
                      <a:pt x="36" y="6"/>
                      <a:pt x="35" y="8"/>
                    </a:cubicBezTo>
                    <a:cubicBezTo>
                      <a:pt x="32" y="15"/>
                      <a:pt x="7" y="19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16" name="Freeform 2507">
                <a:extLst>
                  <a:ext uri="{FF2B5EF4-FFF2-40B4-BE49-F238E27FC236}">
                    <a16:creationId xmlns:a16="http://schemas.microsoft.com/office/drawing/2014/main" id="{89D0EC03-C523-4E96-AC0E-F26EAE592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657"/>
                <a:ext cx="41" cy="104"/>
              </a:xfrm>
              <a:custGeom>
                <a:avLst/>
                <a:gdLst>
                  <a:gd name="T0" fmla="*/ 48 w 33"/>
                  <a:gd name="T1" fmla="*/ 0 h 78"/>
                  <a:gd name="T2" fmla="*/ 56 w 33"/>
                  <a:gd name="T3" fmla="*/ 119 h 78"/>
                  <a:gd name="T4" fmla="*/ 56 w 33"/>
                  <a:gd name="T5" fmla="*/ 172 h 78"/>
                  <a:gd name="T6" fmla="*/ 0 w 33"/>
                  <a:gd name="T7" fmla="*/ 185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78">
                    <a:moveTo>
                      <a:pt x="25" y="0"/>
                    </a:moveTo>
                    <a:cubicBezTo>
                      <a:pt x="27" y="14"/>
                      <a:pt x="29" y="36"/>
                      <a:pt x="29" y="50"/>
                    </a:cubicBezTo>
                    <a:cubicBezTo>
                      <a:pt x="29" y="56"/>
                      <a:pt x="33" y="67"/>
                      <a:pt x="29" y="73"/>
                    </a:cubicBezTo>
                    <a:cubicBezTo>
                      <a:pt x="26" y="78"/>
                      <a:pt x="6" y="78"/>
                      <a:pt x="0" y="7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17" name="Freeform 2508">
                <a:extLst>
                  <a:ext uri="{FF2B5EF4-FFF2-40B4-BE49-F238E27FC236}">
                    <a16:creationId xmlns:a16="http://schemas.microsoft.com/office/drawing/2014/main" id="{D32CB812-EBEB-4704-A470-4DFD247B9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548"/>
                <a:ext cx="43" cy="47"/>
              </a:xfrm>
              <a:custGeom>
                <a:avLst/>
                <a:gdLst>
                  <a:gd name="T0" fmla="*/ 0 w 35"/>
                  <a:gd name="T1" fmla="*/ 0 h 35"/>
                  <a:gd name="T2" fmla="*/ 1 w 35"/>
                  <a:gd name="T3" fmla="*/ 16 h 35"/>
                  <a:gd name="T4" fmla="*/ 15 w 35"/>
                  <a:gd name="T5" fmla="*/ 79 h 35"/>
                  <a:gd name="T6" fmla="*/ 65 w 35"/>
                  <a:gd name="T7" fmla="*/ 6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5">
                    <a:moveTo>
                      <a:pt x="0" y="0"/>
                    </a:moveTo>
                    <a:cubicBezTo>
                      <a:pt x="0" y="2"/>
                      <a:pt x="1" y="5"/>
                      <a:pt x="1" y="7"/>
                    </a:cubicBezTo>
                    <a:cubicBezTo>
                      <a:pt x="2" y="13"/>
                      <a:pt x="2" y="30"/>
                      <a:pt x="8" y="33"/>
                    </a:cubicBezTo>
                    <a:cubicBezTo>
                      <a:pt x="13" y="35"/>
                      <a:pt x="32" y="30"/>
                      <a:pt x="35" y="2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18" name="Freeform 2509">
                <a:extLst>
                  <a:ext uri="{FF2B5EF4-FFF2-40B4-BE49-F238E27FC236}">
                    <a16:creationId xmlns:a16="http://schemas.microsoft.com/office/drawing/2014/main" id="{3E63C291-CD8F-4D10-AD70-8A68E7CA1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48"/>
                <a:ext cx="5" cy="35"/>
              </a:xfrm>
              <a:custGeom>
                <a:avLst/>
                <a:gdLst>
                  <a:gd name="T0" fmla="*/ 0 w 4"/>
                  <a:gd name="T1" fmla="*/ 0 h 26"/>
                  <a:gd name="T2" fmla="*/ 8 w 4"/>
                  <a:gd name="T3" fmla="*/ 6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0"/>
                    </a:moveTo>
                    <a:cubicBezTo>
                      <a:pt x="2" y="10"/>
                      <a:pt x="4" y="19"/>
                      <a:pt x="4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19" name="Freeform 2510">
                <a:extLst>
                  <a:ext uri="{FF2B5EF4-FFF2-40B4-BE49-F238E27FC236}">
                    <a16:creationId xmlns:a16="http://schemas.microsoft.com/office/drawing/2014/main" id="{154E842A-5AB0-427A-80C5-DB8736E15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696"/>
                <a:ext cx="55" cy="115"/>
              </a:xfrm>
              <a:custGeom>
                <a:avLst/>
                <a:gdLst>
                  <a:gd name="T0" fmla="*/ 56 w 44"/>
                  <a:gd name="T1" fmla="*/ 0 h 86"/>
                  <a:gd name="T2" fmla="*/ 83 w 44"/>
                  <a:gd name="T3" fmla="*/ 106 h 86"/>
                  <a:gd name="T4" fmla="*/ 44 w 44"/>
                  <a:gd name="T5" fmla="*/ 171 h 86"/>
                  <a:gd name="T6" fmla="*/ 1 w 44"/>
                  <a:gd name="T7" fmla="*/ 2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86">
                    <a:moveTo>
                      <a:pt x="29" y="0"/>
                    </a:moveTo>
                    <a:cubicBezTo>
                      <a:pt x="32" y="15"/>
                      <a:pt x="39" y="29"/>
                      <a:pt x="42" y="44"/>
                    </a:cubicBezTo>
                    <a:cubicBezTo>
                      <a:pt x="44" y="53"/>
                      <a:pt x="30" y="67"/>
                      <a:pt x="22" y="72"/>
                    </a:cubicBezTo>
                    <a:cubicBezTo>
                      <a:pt x="0" y="86"/>
                      <a:pt x="4" y="18"/>
                      <a:pt x="1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20" name="Freeform 2511">
                <a:extLst>
                  <a:ext uri="{FF2B5EF4-FFF2-40B4-BE49-F238E27FC236}">
                    <a16:creationId xmlns:a16="http://schemas.microsoft.com/office/drawing/2014/main" id="{40884ABB-5252-4991-9BDB-6A43C2CA2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2548"/>
                <a:ext cx="31" cy="9"/>
              </a:xfrm>
              <a:custGeom>
                <a:avLst/>
                <a:gdLst>
                  <a:gd name="T0" fmla="*/ 0 w 25"/>
                  <a:gd name="T1" fmla="*/ 0 h 7"/>
                  <a:gd name="T2" fmla="*/ 47 w 2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7">
                    <a:moveTo>
                      <a:pt x="0" y="0"/>
                    </a:moveTo>
                    <a:cubicBezTo>
                      <a:pt x="7" y="7"/>
                      <a:pt x="16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21" name="Freeform 2512">
                <a:extLst>
                  <a:ext uri="{FF2B5EF4-FFF2-40B4-BE49-F238E27FC236}">
                    <a16:creationId xmlns:a16="http://schemas.microsoft.com/office/drawing/2014/main" id="{A921AFBC-13FB-42A3-B648-5BEAD79F8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735"/>
                <a:ext cx="47" cy="21"/>
              </a:xfrm>
              <a:custGeom>
                <a:avLst/>
                <a:gdLst>
                  <a:gd name="T0" fmla="*/ 0 w 38"/>
                  <a:gd name="T1" fmla="*/ 12 h 16"/>
                  <a:gd name="T2" fmla="*/ 72 w 3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6">
                    <a:moveTo>
                      <a:pt x="0" y="5"/>
                    </a:moveTo>
                    <a:cubicBezTo>
                      <a:pt x="12" y="16"/>
                      <a:pt x="26" y="7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22" name="Freeform 2513">
                <a:extLst>
                  <a:ext uri="{FF2B5EF4-FFF2-40B4-BE49-F238E27FC236}">
                    <a16:creationId xmlns:a16="http://schemas.microsoft.com/office/drawing/2014/main" id="{8DC64498-3FFA-480C-B740-E4C0FD48C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753"/>
                <a:ext cx="31" cy="116"/>
              </a:xfrm>
              <a:custGeom>
                <a:avLst/>
                <a:gdLst>
                  <a:gd name="T0" fmla="*/ 17 w 25"/>
                  <a:gd name="T1" fmla="*/ 0 h 87"/>
                  <a:gd name="T2" fmla="*/ 47 w 25"/>
                  <a:gd name="T3" fmla="*/ 151 h 87"/>
                  <a:gd name="T4" fmla="*/ 37 w 25"/>
                  <a:gd name="T5" fmla="*/ 192 h 87"/>
                  <a:gd name="T6" fmla="*/ 0 w 25"/>
                  <a:gd name="T7" fmla="*/ 201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7">
                    <a:moveTo>
                      <a:pt x="9" y="0"/>
                    </a:moveTo>
                    <a:cubicBezTo>
                      <a:pt x="9" y="20"/>
                      <a:pt x="25" y="43"/>
                      <a:pt x="25" y="64"/>
                    </a:cubicBezTo>
                    <a:cubicBezTo>
                      <a:pt x="25" y="73"/>
                      <a:pt x="25" y="76"/>
                      <a:pt x="19" y="81"/>
                    </a:cubicBezTo>
                    <a:cubicBezTo>
                      <a:pt x="14" y="84"/>
                      <a:pt x="4" y="87"/>
                      <a:pt x="0" y="8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23" name="Freeform 2514">
                <a:extLst>
                  <a:ext uri="{FF2B5EF4-FFF2-40B4-BE49-F238E27FC236}">
                    <a16:creationId xmlns:a16="http://schemas.microsoft.com/office/drawing/2014/main" id="{02F9F14A-66A4-4890-B000-0F18B03BC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861"/>
                <a:ext cx="31" cy="102"/>
              </a:xfrm>
              <a:custGeom>
                <a:avLst/>
                <a:gdLst>
                  <a:gd name="T0" fmla="*/ 21 w 25"/>
                  <a:gd name="T1" fmla="*/ 0 h 76"/>
                  <a:gd name="T2" fmla="*/ 46 w 25"/>
                  <a:gd name="T3" fmla="*/ 142 h 76"/>
                  <a:gd name="T4" fmla="*/ 2 w 25"/>
                  <a:gd name="T5" fmla="*/ 184 h 76"/>
                  <a:gd name="T6" fmla="*/ 2 w 25"/>
                  <a:gd name="T7" fmla="*/ 179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76">
                    <a:moveTo>
                      <a:pt x="11" y="0"/>
                    </a:moveTo>
                    <a:cubicBezTo>
                      <a:pt x="21" y="18"/>
                      <a:pt x="25" y="39"/>
                      <a:pt x="24" y="59"/>
                    </a:cubicBezTo>
                    <a:cubicBezTo>
                      <a:pt x="23" y="72"/>
                      <a:pt x="15" y="74"/>
                      <a:pt x="2" y="76"/>
                    </a:cubicBezTo>
                    <a:cubicBezTo>
                      <a:pt x="0" y="75"/>
                      <a:pt x="2" y="75"/>
                      <a:pt x="2" y="7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24" name="Freeform 2515">
                <a:extLst>
                  <a:ext uri="{FF2B5EF4-FFF2-40B4-BE49-F238E27FC236}">
                    <a16:creationId xmlns:a16="http://schemas.microsoft.com/office/drawing/2014/main" id="{F189D109-83A9-43E2-9E18-A8ADABC1B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952"/>
                <a:ext cx="36" cy="96"/>
              </a:xfrm>
              <a:custGeom>
                <a:avLst/>
                <a:gdLst>
                  <a:gd name="T0" fmla="*/ 17 w 29"/>
                  <a:gd name="T1" fmla="*/ 0 h 72"/>
                  <a:gd name="T2" fmla="*/ 45 w 29"/>
                  <a:gd name="T3" fmla="*/ 140 h 72"/>
                  <a:gd name="T4" fmla="*/ 0 w 29"/>
                  <a:gd name="T5" fmla="*/ 16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2">
                    <a:moveTo>
                      <a:pt x="9" y="0"/>
                    </a:moveTo>
                    <a:cubicBezTo>
                      <a:pt x="10" y="17"/>
                      <a:pt x="29" y="41"/>
                      <a:pt x="23" y="59"/>
                    </a:cubicBezTo>
                    <a:cubicBezTo>
                      <a:pt x="20" y="67"/>
                      <a:pt x="7" y="72"/>
                      <a:pt x="0" y="7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25" name="Freeform 2516">
                <a:extLst>
                  <a:ext uri="{FF2B5EF4-FFF2-40B4-BE49-F238E27FC236}">
                    <a16:creationId xmlns:a16="http://schemas.microsoft.com/office/drawing/2014/main" id="{0258C4C0-DB79-417E-A371-6CFF4E5CF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036"/>
                <a:ext cx="39" cy="76"/>
              </a:xfrm>
              <a:custGeom>
                <a:avLst/>
                <a:gdLst>
                  <a:gd name="T0" fmla="*/ 29 w 31"/>
                  <a:gd name="T1" fmla="*/ 0 h 57"/>
                  <a:gd name="T2" fmla="*/ 53 w 31"/>
                  <a:gd name="T3" fmla="*/ 108 h 57"/>
                  <a:gd name="T4" fmla="*/ 0 w 31"/>
                  <a:gd name="T5" fmla="*/ 121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57">
                    <a:moveTo>
                      <a:pt x="14" y="0"/>
                    </a:moveTo>
                    <a:cubicBezTo>
                      <a:pt x="17" y="10"/>
                      <a:pt x="31" y="35"/>
                      <a:pt x="26" y="46"/>
                    </a:cubicBezTo>
                    <a:cubicBezTo>
                      <a:pt x="23" y="53"/>
                      <a:pt x="3" y="57"/>
                      <a:pt x="0" y="5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26" name="Freeform 2517">
                <a:extLst>
                  <a:ext uri="{FF2B5EF4-FFF2-40B4-BE49-F238E27FC236}">
                    <a16:creationId xmlns:a16="http://schemas.microsoft.com/office/drawing/2014/main" id="{D28AEBA2-7A07-42A6-B360-453FE8336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100"/>
                <a:ext cx="46" cy="89"/>
              </a:xfrm>
              <a:custGeom>
                <a:avLst/>
                <a:gdLst>
                  <a:gd name="T0" fmla="*/ 37 w 37"/>
                  <a:gd name="T1" fmla="*/ 0 h 67"/>
                  <a:gd name="T2" fmla="*/ 57 w 37"/>
                  <a:gd name="T3" fmla="*/ 61 h 67"/>
                  <a:gd name="T4" fmla="*/ 68 w 37"/>
                  <a:gd name="T5" fmla="*/ 129 h 67"/>
                  <a:gd name="T6" fmla="*/ 2 w 37"/>
                  <a:gd name="T7" fmla="*/ 150 h 67"/>
                  <a:gd name="T8" fmla="*/ 6 w 37"/>
                  <a:gd name="T9" fmla="*/ 15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67">
                    <a:moveTo>
                      <a:pt x="19" y="0"/>
                    </a:moveTo>
                    <a:cubicBezTo>
                      <a:pt x="24" y="8"/>
                      <a:pt x="28" y="16"/>
                      <a:pt x="30" y="26"/>
                    </a:cubicBezTo>
                    <a:cubicBezTo>
                      <a:pt x="32" y="33"/>
                      <a:pt x="37" y="47"/>
                      <a:pt x="35" y="55"/>
                    </a:cubicBezTo>
                    <a:cubicBezTo>
                      <a:pt x="33" y="67"/>
                      <a:pt x="13" y="66"/>
                      <a:pt x="2" y="64"/>
                    </a:cubicBezTo>
                    <a:cubicBezTo>
                      <a:pt x="0" y="63"/>
                      <a:pt x="2" y="64"/>
                      <a:pt x="3" y="6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27" name="Freeform 2518">
                <a:extLst>
                  <a:ext uri="{FF2B5EF4-FFF2-40B4-BE49-F238E27FC236}">
                    <a16:creationId xmlns:a16="http://schemas.microsoft.com/office/drawing/2014/main" id="{CD14E5A5-5B05-41C9-B8F8-44D42BF82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3176"/>
                <a:ext cx="46" cy="79"/>
              </a:xfrm>
              <a:custGeom>
                <a:avLst/>
                <a:gdLst>
                  <a:gd name="T0" fmla="*/ 45 w 37"/>
                  <a:gd name="T1" fmla="*/ 0 h 59"/>
                  <a:gd name="T2" fmla="*/ 56 w 37"/>
                  <a:gd name="T3" fmla="*/ 56 h 59"/>
                  <a:gd name="T4" fmla="*/ 71 w 37"/>
                  <a:gd name="T5" fmla="*/ 134 h 59"/>
                  <a:gd name="T6" fmla="*/ 48 w 37"/>
                  <a:gd name="T7" fmla="*/ 137 h 59"/>
                  <a:gd name="T8" fmla="*/ 0 w 37"/>
                  <a:gd name="T9" fmla="*/ 134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9">
                    <a:moveTo>
                      <a:pt x="23" y="0"/>
                    </a:moveTo>
                    <a:cubicBezTo>
                      <a:pt x="22" y="8"/>
                      <a:pt x="27" y="16"/>
                      <a:pt x="29" y="23"/>
                    </a:cubicBezTo>
                    <a:cubicBezTo>
                      <a:pt x="33" y="34"/>
                      <a:pt x="34" y="46"/>
                      <a:pt x="37" y="56"/>
                    </a:cubicBezTo>
                    <a:cubicBezTo>
                      <a:pt x="33" y="59"/>
                      <a:pt x="30" y="58"/>
                      <a:pt x="25" y="57"/>
                    </a:cubicBezTo>
                    <a:cubicBezTo>
                      <a:pt x="17" y="56"/>
                      <a:pt x="9" y="56"/>
                      <a:pt x="0" y="5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28" name="Freeform 2519">
                <a:extLst>
                  <a:ext uri="{FF2B5EF4-FFF2-40B4-BE49-F238E27FC236}">
                    <a16:creationId xmlns:a16="http://schemas.microsoft.com/office/drawing/2014/main" id="{39B0AFCD-A733-4428-872C-C55897CF4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795"/>
                <a:ext cx="48" cy="72"/>
              </a:xfrm>
              <a:custGeom>
                <a:avLst/>
                <a:gdLst>
                  <a:gd name="T0" fmla="*/ 0 w 38"/>
                  <a:gd name="T1" fmla="*/ 0 h 54"/>
                  <a:gd name="T2" fmla="*/ 30 w 38"/>
                  <a:gd name="T3" fmla="*/ 123 h 54"/>
                  <a:gd name="T4" fmla="*/ 77 w 38"/>
                  <a:gd name="T5" fmla="*/ 12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4">
                    <a:moveTo>
                      <a:pt x="0" y="0"/>
                    </a:moveTo>
                    <a:cubicBezTo>
                      <a:pt x="6" y="12"/>
                      <a:pt x="2" y="45"/>
                      <a:pt x="15" y="52"/>
                    </a:cubicBezTo>
                    <a:cubicBezTo>
                      <a:pt x="19" y="54"/>
                      <a:pt x="35" y="52"/>
                      <a:pt x="38" y="5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29" name="Freeform 2520">
                <a:extLst>
                  <a:ext uri="{FF2B5EF4-FFF2-40B4-BE49-F238E27FC236}">
                    <a16:creationId xmlns:a16="http://schemas.microsoft.com/office/drawing/2014/main" id="{2BF37D90-26EA-4F42-90B1-0661EBF32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863"/>
                <a:ext cx="38" cy="78"/>
              </a:xfrm>
              <a:custGeom>
                <a:avLst/>
                <a:gdLst>
                  <a:gd name="T0" fmla="*/ 0 w 30"/>
                  <a:gd name="T1" fmla="*/ 0 h 59"/>
                  <a:gd name="T2" fmla="*/ 10 w 30"/>
                  <a:gd name="T3" fmla="*/ 98 h 59"/>
                  <a:gd name="T4" fmla="*/ 18 w 30"/>
                  <a:gd name="T5" fmla="*/ 130 h 59"/>
                  <a:gd name="T6" fmla="*/ 61 w 30"/>
                  <a:gd name="T7" fmla="*/ 12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9">
                    <a:moveTo>
                      <a:pt x="0" y="0"/>
                    </a:moveTo>
                    <a:cubicBezTo>
                      <a:pt x="0" y="14"/>
                      <a:pt x="4" y="28"/>
                      <a:pt x="5" y="42"/>
                    </a:cubicBezTo>
                    <a:cubicBezTo>
                      <a:pt x="5" y="47"/>
                      <a:pt x="4" y="53"/>
                      <a:pt x="9" y="56"/>
                    </a:cubicBezTo>
                    <a:cubicBezTo>
                      <a:pt x="14" y="59"/>
                      <a:pt x="25" y="54"/>
                      <a:pt x="30" y="5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30" name="Freeform 2521">
                <a:extLst>
                  <a:ext uri="{FF2B5EF4-FFF2-40B4-BE49-F238E27FC236}">
                    <a16:creationId xmlns:a16="http://schemas.microsoft.com/office/drawing/2014/main" id="{BD90318D-B574-44D0-94E1-53972F301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765"/>
                <a:ext cx="25" cy="167"/>
              </a:xfrm>
              <a:custGeom>
                <a:avLst/>
                <a:gdLst>
                  <a:gd name="T0" fmla="*/ 0 w 20"/>
                  <a:gd name="T1" fmla="*/ 0 h 125"/>
                  <a:gd name="T2" fmla="*/ 38 w 20"/>
                  <a:gd name="T3" fmla="*/ 298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5">
                    <a:moveTo>
                      <a:pt x="0" y="0"/>
                    </a:moveTo>
                    <a:cubicBezTo>
                      <a:pt x="8" y="40"/>
                      <a:pt x="20" y="83"/>
                      <a:pt x="19" y="12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31" name="Freeform 2522">
                <a:extLst>
                  <a:ext uri="{FF2B5EF4-FFF2-40B4-BE49-F238E27FC236}">
                    <a16:creationId xmlns:a16="http://schemas.microsoft.com/office/drawing/2014/main" id="{FE0A36B1-0BEC-40DB-9A63-43FB5DF3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931"/>
                <a:ext cx="56" cy="90"/>
              </a:xfrm>
              <a:custGeom>
                <a:avLst/>
                <a:gdLst>
                  <a:gd name="T0" fmla="*/ 30 w 45"/>
                  <a:gd name="T1" fmla="*/ 12 h 68"/>
                  <a:gd name="T2" fmla="*/ 17 w 45"/>
                  <a:gd name="T3" fmla="*/ 81 h 68"/>
                  <a:gd name="T4" fmla="*/ 46 w 45"/>
                  <a:gd name="T5" fmla="*/ 152 h 68"/>
                  <a:gd name="T6" fmla="*/ 83 w 45"/>
                  <a:gd name="T7" fmla="*/ 135 h 68"/>
                  <a:gd name="T8" fmla="*/ 83 w 45"/>
                  <a:gd name="T9" fmla="*/ 56 h 68"/>
                  <a:gd name="T10" fmla="*/ 65 w 45"/>
                  <a:gd name="T11" fmla="*/ 0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15" y="5"/>
                    </a:moveTo>
                    <a:cubicBezTo>
                      <a:pt x="0" y="9"/>
                      <a:pt x="6" y="23"/>
                      <a:pt x="9" y="35"/>
                    </a:cubicBezTo>
                    <a:cubicBezTo>
                      <a:pt x="13" y="48"/>
                      <a:pt x="10" y="64"/>
                      <a:pt x="24" y="66"/>
                    </a:cubicBezTo>
                    <a:cubicBezTo>
                      <a:pt x="33" y="68"/>
                      <a:pt x="40" y="66"/>
                      <a:pt x="43" y="58"/>
                    </a:cubicBezTo>
                    <a:cubicBezTo>
                      <a:pt x="45" y="52"/>
                      <a:pt x="44" y="31"/>
                      <a:pt x="43" y="24"/>
                    </a:cubicBezTo>
                    <a:cubicBezTo>
                      <a:pt x="42" y="16"/>
                      <a:pt x="36" y="8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32" name="Freeform 2523">
                <a:extLst>
                  <a:ext uri="{FF2B5EF4-FFF2-40B4-BE49-F238E27FC236}">
                    <a16:creationId xmlns:a16="http://schemas.microsoft.com/office/drawing/2014/main" id="{FA35D3F5-1D1F-4910-8051-42A58978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3003"/>
                <a:ext cx="57" cy="105"/>
              </a:xfrm>
              <a:custGeom>
                <a:avLst/>
                <a:gdLst>
                  <a:gd name="T0" fmla="*/ 10 w 45"/>
                  <a:gd name="T1" fmla="*/ 28 h 79"/>
                  <a:gd name="T2" fmla="*/ 44 w 45"/>
                  <a:gd name="T3" fmla="*/ 183 h 79"/>
                  <a:gd name="T4" fmla="*/ 86 w 45"/>
                  <a:gd name="T5" fmla="*/ 166 h 79"/>
                  <a:gd name="T6" fmla="*/ 82 w 45"/>
                  <a:gd name="T7" fmla="*/ 62 h 79"/>
                  <a:gd name="T8" fmla="*/ 61 w 45"/>
                  <a:gd name="T9" fmla="*/ 0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79">
                    <a:moveTo>
                      <a:pt x="5" y="12"/>
                    </a:moveTo>
                    <a:cubicBezTo>
                      <a:pt x="0" y="36"/>
                      <a:pt x="14" y="57"/>
                      <a:pt x="22" y="78"/>
                    </a:cubicBezTo>
                    <a:cubicBezTo>
                      <a:pt x="30" y="75"/>
                      <a:pt x="42" y="79"/>
                      <a:pt x="43" y="71"/>
                    </a:cubicBezTo>
                    <a:cubicBezTo>
                      <a:pt x="45" y="61"/>
                      <a:pt x="42" y="36"/>
                      <a:pt x="40" y="26"/>
                    </a:cubicBezTo>
                    <a:cubicBezTo>
                      <a:pt x="39" y="19"/>
                      <a:pt x="34" y="4"/>
                      <a:pt x="3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33" name="Freeform 2524">
                <a:extLst>
                  <a:ext uri="{FF2B5EF4-FFF2-40B4-BE49-F238E27FC236}">
                    <a16:creationId xmlns:a16="http://schemas.microsoft.com/office/drawing/2014/main" id="{6930CF20-9068-4364-ADE6-92BC6059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096"/>
                <a:ext cx="64" cy="80"/>
              </a:xfrm>
              <a:custGeom>
                <a:avLst/>
                <a:gdLst>
                  <a:gd name="T0" fmla="*/ 30 w 51"/>
                  <a:gd name="T1" fmla="*/ 21 h 60"/>
                  <a:gd name="T2" fmla="*/ 20 w 51"/>
                  <a:gd name="T3" fmla="*/ 100 h 60"/>
                  <a:gd name="T4" fmla="*/ 64 w 51"/>
                  <a:gd name="T5" fmla="*/ 140 h 60"/>
                  <a:gd name="T6" fmla="*/ 97 w 51"/>
                  <a:gd name="T7" fmla="*/ 105 h 60"/>
                  <a:gd name="T8" fmla="*/ 70 w 51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0">
                    <a:moveTo>
                      <a:pt x="15" y="9"/>
                    </a:moveTo>
                    <a:cubicBezTo>
                      <a:pt x="0" y="14"/>
                      <a:pt x="6" y="29"/>
                      <a:pt x="10" y="42"/>
                    </a:cubicBezTo>
                    <a:cubicBezTo>
                      <a:pt x="15" y="58"/>
                      <a:pt x="17" y="60"/>
                      <a:pt x="33" y="59"/>
                    </a:cubicBezTo>
                    <a:cubicBezTo>
                      <a:pt x="45" y="58"/>
                      <a:pt x="51" y="57"/>
                      <a:pt x="49" y="44"/>
                    </a:cubicBezTo>
                    <a:cubicBezTo>
                      <a:pt x="47" y="30"/>
                      <a:pt x="47" y="8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34" name="Freeform 2525">
                <a:extLst>
                  <a:ext uri="{FF2B5EF4-FFF2-40B4-BE49-F238E27FC236}">
                    <a16:creationId xmlns:a16="http://schemas.microsoft.com/office/drawing/2014/main" id="{0560CD6B-239E-4390-88F6-4D2FB286E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168"/>
                <a:ext cx="52" cy="85"/>
              </a:xfrm>
              <a:custGeom>
                <a:avLst/>
                <a:gdLst>
                  <a:gd name="T0" fmla="*/ 0 w 41"/>
                  <a:gd name="T1" fmla="*/ 16 h 64"/>
                  <a:gd name="T2" fmla="*/ 70 w 41"/>
                  <a:gd name="T3" fmla="*/ 108 h 64"/>
                  <a:gd name="T4" fmla="*/ 79 w 41"/>
                  <a:gd name="T5" fmla="*/ 85 h 64"/>
                  <a:gd name="T6" fmla="*/ 61 w 41"/>
                  <a:gd name="T7" fmla="*/ 31 h 64"/>
                  <a:gd name="T8" fmla="*/ 60 w 41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64">
                    <a:moveTo>
                      <a:pt x="0" y="7"/>
                    </a:moveTo>
                    <a:cubicBezTo>
                      <a:pt x="1" y="27"/>
                      <a:pt x="8" y="64"/>
                      <a:pt x="34" y="46"/>
                    </a:cubicBezTo>
                    <a:cubicBezTo>
                      <a:pt x="41" y="42"/>
                      <a:pt x="40" y="45"/>
                      <a:pt x="39" y="36"/>
                    </a:cubicBezTo>
                    <a:cubicBezTo>
                      <a:pt x="38" y="28"/>
                      <a:pt x="31" y="21"/>
                      <a:pt x="30" y="13"/>
                    </a:cubicBezTo>
                    <a:cubicBezTo>
                      <a:pt x="29" y="8"/>
                      <a:pt x="31" y="4"/>
                      <a:pt x="2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35" name="Freeform 2526">
                <a:extLst>
                  <a:ext uri="{FF2B5EF4-FFF2-40B4-BE49-F238E27FC236}">
                    <a16:creationId xmlns:a16="http://schemas.microsoft.com/office/drawing/2014/main" id="{2A7DD163-A7F9-4E03-A2B0-0930B9EBB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239"/>
                <a:ext cx="10" cy="46"/>
              </a:xfrm>
              <a:custGeom>
                <a:avLst/>
                <a:gdLst>
                  <a:gd name="T0" fmla="*/ 0 w 8"/>
                  <a:gd name="T1" fmla="*/ 0 h 35"/>
                  <a:gd name="T2" fmla="*/ 10 w 8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5">
                    <a:moveTo>
                      <a:pt x="0" y="0"/>
                    </a:moveTo>
                    <a:cubicBezTo>
                      <a:pt x="2" y="14"/>
                      <a:pt x="8" y="20"/>
                      <a:pt x="5" y="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36" name="Freeform 2527">
                <a:extLst>
                  <a:ext uri="{FF2B5EF4-FFF2-40B4-BE49-F238E27FC236}">
                    <a16:creationId xmlns:a16="http://schemas.microsoft.com/office/drawing/2014/main" id="{6428AAD1-41D3-40DE-BBA6-2F427DA98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3211"/>
                <a:ext cx="45" cy="8"/>
              </a:xfrm>
              <a:custGeom>
                <a:avLst/>
                <a:gdLst>
                  <a:gd name="T0" fmla="*/ 0 w 36"/>
                  <a:gd name="T1" fmla="*/ 15 h 6"/>
                  <a:gd name="T2" fmla="*/ 70 w 36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6">
                    <a:moveTo>
                      <a:pt x="0" y="6"/>
                    </a:moveTo>
                    <a:cubicBezTo>
                      <a:pt x="10" y="5"/>
                      <a:pt x="29" y="0"/>
                      <a:pt x="36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37" name="Freeform 2528">
                <a:extLst>
                  <a:ext uri="{FF2B5EF4-FFF2-40B4-BE49-F238E27FC236}">
                    <a16:creationId xmlns:a16="http://schemas.microsoft.com/office/drawing/2014/main" id="{BC2EACCC-9586-4E13-82DB-F42367FD4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135"/>
                <a:ext cx="38" cy="5"/>
              </a:xfrm>
              <a:custGeom>
                <a:avLst/>
                <a:gdLst>
                  <a:gd name="T0" fmla="*/ 0 w 31"/>
                  <a:gd name="T1" fmla="*/ 8 h 4"/>
                  <a:gd name="T2" fmla="*/ 58 w 3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">
                    <a:moveTo>
                      <a:pt x="0" y="4"/>
                    </a:moveTo>
                    <a:cubicBezTo>
                      <a:pt x="9" y="2"/>
                      <a:pt x="22" y="1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38" name="Freeform 2529">
                <a:extLst>
                  <a:ext uri="{FF2B5EF4-FFF2-40B4-BE49-F238E27FC236}">
                    <a16:creationId xmlns:a16="http://schemas.microsoft.com/office/drawing/2014/main" id="{A9147BB8-CD17-46A4-B9AD-1755F86C6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3052"/>
                <a:ext cx="49" cy="13"/>
              </a:xfrm>
              <a:custGeom>
                <a:avLst/>
                <a:gdLst>
                  <a:gd name="T0" fmla="*/ 0 w 39"/>
                  <a:gd name="T1" fmla="*/ 22 h 10"/>
                  <a:gd name="T2" fmla="*/ 78 w 3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0">
                    <a:moveTo>
                      <a:pt x="0" y="10"/>
                    </a:moveTo>
                    <a:cubicBezTo>
                      <a:pt x="8" y="7"/>
                      <a:pt x="37" y="4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39" name="Freeform 2530">
                <a:extLst>
                  <a:ext uri="{FF2B5EF4-FFF2-40B4-BE49-F238E27FC236}">
                    <a16:creationId xmlns:a16="http://schemas.microsoft.com/office/drawing/2014/main" id="{1424354A-967F-40EC-B8F4-1DDC39115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977"/>
                <a:ext cx="46" cy="14"/>
              </a:xfrm>
              <a:custGeom>
                <a:avLst/>
                <a:gdLst>
                  <a:gd name="T0" fmla="*/ 0 w 37"/>
                  <a:gd name="T1" fmla="*/ 28 h 10"/>
                  <a:gd name="T2" fmla="*/ 71 w 37"/>
                  <a:gd name="T3" fmla="*/ 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0">
                    <a:moveTo>
                      <a:pt x="0" y="10"/>
                    </a:moveTo>
                    <a:cubicBezTo>
                      <a:pt x="12" y="7"/>
                      <a:pt x="24" y="0"/>
                      <a:pt x="37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40" name="Freeform 2531">
                <a:extLst>
                  <a:ext uri="{FF2B5EF4-FFF2-40B4-BE49-F238E27FC236}">
                    <a16:creationId xmlns:a16="http://schemas.microsoft.com/office/drawing/2014/main" id="{9439B4A6-5C26-47BF-A3B6-3513EAA3A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892"/>
                <a:ext cx="57" cy="17"/>
              </a:xfrm>
              <a:custGeom>
                <a:avLst/>
                <a:gdLst>
                  <a:gd name="T0" fmla="*/ 0 w 45"/>
                  <a:gd name="T1" fmla="*/ 29 h 13"/>
                  <a:gd name="T2" fmla="*/ 91 w 45"/>
                  <a:gd name="T3" fmla="*/ 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0" y="13"/>
                    </a:moveTo>
                    <a:cubicBezTo>
                      <a:pt x="14" y="5"/>
                      <a:pt x="31" y="0"/>
                      <a:pt x="45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41" name="Freeform 2532">
                <a:extLst>
                  <a:ext uri="{FF2B5EF4-FFF2-40B4-BE49-F238E27FC236}">
                    <a16:creationId xmlns:a16="http://schemas.microsoft.com/office/drawing/2014/main" id="{47C3242E-CD63-464C-B525-380732DEE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813"/>
                <a:ext cx="49" cy="12"/>
              </a:xfrm>
              <a:custGeom>
                <a:avLst/>
                <a:gdLst>
                  <a:gd name="T0" fmla="*/ 0 w 39"/>
                  <a:gd name="T1" fmla="*/ 21 h 9"/>
                  <a:gd name="T2" fmla="*/ 78 w 3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">
                    <a:moveTo>
                      <a:pt x="0" y="9"/>
                    </a:moveTo>
                    <a:cubicBezTo>
                      <a:pt x="13" y="3"/>
                      <a:pt x="25" y="0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42" name="Freeform 2533">
                <a:extLst>
                  <a:ext uri="{FF2B5EF4-FFF2-40B4-BE49-F238E27FC236}">
                    <a16:creationId xmlns:a16="http://schemas.microsoft.com/office/drawing/2014/main" id="{ACC04088-1DC0-4A9A-8D63-F44CDA305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80"/>
                <a:ext cx="7" cy="32"/>
              </a:xfrm>
              <a:custGeom>
                <a:avLst/>
                <a:gdLst>
                  <a:gd name="T0" fmla="*/ 0 w 6"/>
                  <a:gd name="T1" fmla="*/ 0 h 24"/>
                  <a:gd name="T2" fmla="*/ 2 w 6"/>
                  <a:gd name="T3" fmla="*/ 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0" y="0"/>
                    </a:moveTo>
                    <a:cubicBezTo>
                      <a:pt x="1" y="8"/>
                      <a:pt x="6" y="17"/>
                      <a:pt x="2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43" name="Freeform 2534">
                <a:extLst>
                  <a:ext uri="{FF2B5EF4-FFF2-40B4-BE49-F238E27FC236}">
                    <a16:creationId xmlns:a16="http://schemas.microsoft.com/office/drawing/2014/main" id="{347F21FB-7805-42EE-9FA4-AAFB7DC11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857"/>
                <a:ext cx="15" cy="35"/>
              </a:xfrm>
              <a:custGeom>
                <a:avLst/>
                <a:gdLst>
                  <a:gd name="T0" fmla="*/ 0 w 12"/>
                  <a:gd name="T1" fmla="*/ 63 h 26"/>
                  <a:gd name="T2" fmla="*/ 24 w 1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6">
                    <a:moveTo>
                      <a:pt x="0" y="26"/>
                    </a:moveTo>
                    <a:cubicBezTo>
                      <a:pt x="11" y="21"/>
                      <a:pt x="10" y="10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44" name="Freeform 2535">
                <a:extLst>
                  <a:ext uri="{FF2B5EF4-FFF2-40B4-BE49-F238E27FC236}">
                    <a16:creationId xmlns:a16="http://schemas.microsoft.com/office/drawing/2014/main" id="{806BD293-407B-413C-8CB4-BC7CB5A71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984"/>
                <a:ext cx="18" cy="39"/>
              </a:xfrm>
              <a:custGeom>
                <a:avLst/>
                <a:gdLst>
                  <a:gd name="T0" fmla="*/ 30 w 14"/>
                  <a:gd name="T1" fmla="*/ 0 h 29"/>
                  <a:gd name="T2" fmla="*/ 5 w 14"/>
                  <a:gd name="T3" fmla="*/ 7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9">
                    <a:moveTo>
                      <a:pt x="14" y="0"/>
                    </a:moveTo>
                    <a:cubicBezTo>
                      <a:pt x="7" y="6"/>
                      <a:pt x="0" y="20"/>
                      <a:pt x="2" y="2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45" name="Freeform 2536">
                <a:extLst>
                  <a:ext uri="{FF2B5EF4-FFF2-40B4-BE49-F238E27FC236}">
                    <a16:creationId xmlns:a16="http://schemas.microsoft.com/office/drawing/2014/main" id="{0390F797-16F9-44DD-B7A0-30F4C8EC5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059"/>
                <a:ext cx="32" cy="21"/>
              </a:xfrm>
              <a:custGeom>
                <a:avLst/>
                <a:gdLst>
                  <a:gd name="T0" fmla="*/ 0 w 25"/>
                  <a:gd name="T1" fmla="*/ 0 h 16"/>
                  <a:gd name="T2" fmla="*/ 52 w 25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6">
                    <a:moveTo>
                      <a:pt x="0" y="0"/>
                    </a:moveTo>
                    <a:cubicBezTo>
                      <a:pt x="15" y="0"/>
                      <a:pt x="19" y="3"/>
                      <a:pt x="25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46" name="Freeform 2537">
                <a:extLst>
                  <a:ext uri="{FF2B5EF4-FFF2-40B4-BE49-F238E27FC236}">
                    <a16:creationId xmlns:a16="http://schemas.microsoft.com/office/drawing/2014/main" id="{CA3C705B-EE0C-45D0-BA48-7F5DDB0C3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139"/>
                <a:ext cx="16" cy="38"/>
              </a:xfrm>
              <a:custGeom>
                <a:avLst/>
                <a:gdLst>
                  <a:gd name="T0" fmla="*/ 25 w 13"/>
                  <a:gd name="T1" fmla="*/ 0 h 29"/>
                  <a:gd name="T2" fmla="*/ 2 w 13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9">
                    <a:moveTo>
                      <a:pt x="13" y="0"/>
                    </a:moveTo>
                    <a:cubicBezTo>
                      <a:pt x="4" y="5"/>
                      <a:pt x="0" y="19"/>
                      <a:pt x="2" y="2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47" name="Freeform 2538">
                <a:extLst>
                  <a:ext uri="{FF2B5EF4-FFF2-40B4-BE49-F238E27FC236}">
                    <a16:creationId xmlns:a16="http://schemas.microsoft.com/office/drawing/2014/main" id="{C0DE58A1-C0C8-48A0-9590-F8DAD08C4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184"/>
                <a:ext cx="14" cy="31"/>
              </a:xfrm>
              <a:custGeom>
                <a:avLst/>
                <a:gdLst>
                  <a:gd name="T0" fmla="*/ 0 w 11"/>
                  <a:gd name="T1" fmla="*/ 57 h 23"/>
                  <a:gd name="T2" fmla="*/ 18 w 1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0" y="23"/>
                    </a:moveTo>
                    <a:cubicBezTo>
                      <a:pt x="11" y="19"/>
                      <a:pt x="6" y="8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48" name="Freeform 2539">
                <a:extLst>
                  <a:ext uri="{FF2B5EF4-FFF2-40B4-BE49-F238E27FC236}">
                    <a16:creationId xmlns:a16="http://schemas.microsoft.com/office/drawing/2014/main" id="{7BF62032-A3E1-4372-AA94-79EA336F3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749"/>
                <a:ext cx="15" cy="26"/>
              </a:xfrm>
              <a:custGeom>
                <a:avLst/>
                <a:gdLst>
                  <a:gd name="T0" fmla="*/ 5 w 12"/>
                  <a:gd name="T1" fmla="*/ 49 h 19"/>
                  <a:gd name="T2" fmla="*/ 24 w 12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2" y="19"/>
                    </a:moveTo>
                    <a:cubicBezTo>
                      <a:pt x="0" y="10"/>
                      <a:pt x="6" y="5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49" name="Freeform 2540">
                <a:extLst>
                  <a:ext uri="{FF2B5EF4-FFF2-40B4-BE49-F238E27FC236}">
                    <a16:creationId xmlns:a16="http://schemas.microsoft.com/office/drawing/2014/main" id="{D4EA3B70-399D-4A4F-B792-082FCB8BF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549"/>
                <a:ext cx="23" cy="16"/>
              </a:xfrm>
              <a:custGeom>
                <a:avLst/>
                <a:gdLst>
                  <a:gd name="T0" fmla="*/ 0 w 18"/>
                  <a:gd name="T1" fmla="*/ 0 h 12"/>
                  <a:gd name="T2" fmla="*/ 37 w 18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0"/>
                    </a:moveTo>
                    <a:cubicBezTo>
                      <a:pt x="7" y="4"/>
                      <a:pt x="16" y="4"/>
                      <a:pt x="18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50" name="Freeform 2541">
                <a:extLst>
                  <a:ext uri="{FF2B5EF4-FFF2-40B4-BE49-F238E27FC236}">
                    <a16:creationId xmlns:a16="http://schemas.microsoft.com/office/drawing/2014/main" id="{4F69FF3E-7295-49FF-8FF3-75039FDFD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591"/>
                <a:ext cx="14" cy="24"/>
              </a:xfrm>
              <a:custGeom>
                <a:avLst/>
                <a:gdLst>
                  <a:gd name="T0" fmla="*/ 23 w 11"/>
                  <a:gd name="T1" fmla="*/ 0 h 18"/>
                  <a:gd name="T2" fmla="*/ 0 w 11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11" y="0"/>
                    </a:moveTo>
                    <a:cubicBezTo>
                      <a:pt x="4" y="3"/>
                      <a:pt x="0" y="10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51" name="Freeform 2542">
                <a:extLst>
                  <a:ext uri="{FF2B5EF4-FFF2-40B4-BE49-F238E27FC236}">
                    <a16:creationId xmlns:a16="http://schemas.microsoft.com/office/drawing/2014/main" id="{FBEF42DA-DF8E-4246-91D6-BF8CF5FE7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864"/>
                <a:ext cx="20" cy="25"/>
              </a:xfrm>
              <a:custGeom>
                <a:avLst/>
                <a:gdLst>
                  <a:gd name="T0" fmla="*/ 0 w 16"/>
                  <a:gd name="T1" fmla="*/ 43 h 19"/>
                  <a:gd name="T2" fmla="*/ 31 w 1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1" y="10"/>
                      <a:pt x="10" y="6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52" name="Freeform 2543">
                <a:extLst>
                  <a:ext uri="{FF2B5EF4-FFF2-40B4-BE49-F238E27FC236}">
                    <a16:creationId xmlns:a16="http://schemas.microsoft.com/office/drawing/2014/main" id="{27FCE65F-070A-4058-ABA1-E6BFB9159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585"/>
                <a:ext cx="57" cy="120"/>
              </a:xfrm>
              <a:custGeom>
                <a:avLst/>
                <a:gdLst>
                  <a:gd name="T0" fmla="*/ 0 w 45"/>
                  <a:gd name="T1" fmla="*/ 9 h 90"/>
                  <a:gd name="T2" fmla="*/ 25 w 45"/>
                  <a:gd name="T3" fmla="*/ 213 h 90"/>
                  <a:gd name="T4" fmla="*/ 82 w 45"/>
                  <a:gd name="T5" fmla="*/ 199 h 90"/>
                  <a:gd name="T6" fmla="*/ 79 w 45"/>
                  <a:gd name="T7" fmla="*/ 105 h 90"/>
                  <a:gd name="T8" fmla="*/ 54 w 45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90">
                    <a:moveTo>
                      <a:pt x="0" y="4"/>
                    </a:moveTo>
                    <a:cubicBezTo>
                      <a:pt x="0" y="34"/>
                      <a:pt x="9" y="61"/>
                      <a:pt x="13" y="90"/>
                    </a:cubicBezTo>
                    <a:cubicBezTo>
                      <a:pt x="17" y="79"/>
                      <a:pt x="33" y="72"/>
                      <a:pt x="40" y="84"/>
                    </a:cubicBezTo>
                    <a:cubicBezTo>
                      <a:pt x="45" y="75"/>
                      <a:pt x="40" y="54"/>
                      <a:pt x="39" y="44"/>
                    </a:cubicBezTo>
                    <a:cubicBezTo>
                      <a:pt x="38" y="31"/>
                      <a:pt x="36" y="10"/>
                      <a:pt x="2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53" name="Freeform 2544">
                <a:extLst>
                  <a:ext uri="{FF2B5EF4-FFF2-40B4-BE49-F238E27FC236}">
                    <a16:creationId xmlns:a16="http://schemas.microsoft.com/office/drawing/2014/main" id="{AB755687-E2B8-4EC6-9EE9-E2C5D21AA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555"/>
                <a:ext cx="57" cy="112"/>
              </a:xfrm>
              <a:custGeom>
                <a:avLst/>
                <a:gdLst>
                  <a:gd name="T0" fmla="*/ 0 w 46"/>
                  <a:gd name="T1" fmla="*/ 0 h 84"/>
                  <a:gd name="T2" fmla="*/ 15 w 46"/>
                  <a:gd name="T3" fmla="*/ 165 h 84"/>
                  <a:gd name="T4" fmla="*/ 88 w 46"/>
                  <a:gd name="T5" fmla="*/ 185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4">
                    <a:moveTo>
                      <a:pt x="0" y="0"/>
                    </a:moveTo>
                    <a:cubicBezTo>
                      <a:pt x="6" y="22"/>
                      <a:pt x="2" y="48"/>
                      <a:pt x="8" y="70"/>
                    </a:cubicBezTo>
                    <a:cubicBezTo>
                      <a:pt x="13" y="84"/>
                      <a:pt x="34" y="84"/>
                      <a:pt x="46" y="7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54" name="Freeform 2545">
                <a:extLst>
                  <a:ext uri="{FF2B5EF4-FFF2-40B4-BE49-F238E27FC236}">
                    <a16:creationId xmlns:a16="http://schemas.microsoft.com/office/drawing/2014/main" id="{E193B37D-C376-49B0-AFFE-8E45DFEA5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669"/>
                <a:ext cx="42" cy="10"/>
              </a:xfrm>
              <a:custGeom>
                <a:avLst/>
                <a:gdLst>
                  <a:gd name="T0" fmla="*/ 0 w 34"/>
                  <a:gd name="T1" fmla="*/ 9 h 7"/>
                  <a:gd name="T2" fmla="*/ 64 w 3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7">
                    <a:moveTo>
                      <a:pt x="0" y="3"/>
                    </a:moveTo>
                    <a:cubicBezTo>
                      <a:pt x="11" y="6"/>
                      <a:pt x="25" y="7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55" name="Freeform 2546">
                <a:extLst>
                  <a:ext uri="{FF2B5EF4-FFF2-40B4-BE49-F238E27FC236}">
                    <a16:creationId xmlns:a16="http://schemas.microsoft.com/office/drawing/2014/main" id="{7DEE4061-CF1A-4E7A-80B1-60576C53A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625"/>
                <a:ext cx="23" cy="39"/>
              </a:xfrm>
              <a:custGeom>
                <a:avLst/>
                <a:gdLst>
                  <a:gd name="T0" fmla="*/ 0 w 18"/>
                  <a:gd name="T1" fmla="*/ 70 h 29"/>
                  <a:gd name="T2" fmla="*/ 37 w 18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9">
                    <a:moveTo>
                      <a:pt x="0" y="29"/>
                    </a:moveTo>
                    <a:cubicBezTo>
                      <a:pt x="16" y="25"/>
                      <a:pt x="9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56" name="Freeform 2547">
                <a:extLst>
                  <a:ext uri="{FF2B5EF4-FFF2-40B4-BE49-F238E27FC236}">
                    <a16:creationId xmlns:a16="http://schemas.microsoft.com/office/drawing/2014/main" id="{4B4D68E1-A852-4767-8E5F-64354E159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3329"/>
                <a:ext cx="40" cy="110"/>
              </a:xfrm>
              <a:custGeom>
                <a:avLst/>
                <a:gdLst>
                  <a:gd name="T0" fmla="*/ 39 w 32"/>
                  <a:gd name="T1" fmla="*/ 0 h 82"/>
                  <a:gd name="T2" fmla="*/ 54 w 32"/>
                  <a:gd name="T3" fmla="*/ 127 h 82"/>
                  <a:gd name="T4" fmla="*/ 56 w 32"/>
                  <a:gd name="T5" fmla="*/ 184 h 82"/>
                  <a:gd name="T6" fmla="*/ 0 w 32"/>
                  <a:gd name="T7" fmla="*/ 199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82">
                    <a:moveTo>
                      <a:pt x="20" y="0"/>
                    </a:moveTo>
                    <a:cubicBezTo>
                      <a:pt x="23" y="14"/>
                      <a:pt x="26" y="39"/>
                      <a:pt x="27" y="53"/>
                    </a:cubicBezTo>
                    <a:cubicBezTo>
                      <a:pt x="28" y="59"/>
                      <a:pt x="32" y="70"/>
                      <a:pt x="29" y="76"/>
                    </a:cubicBezTo>
                    <a:cubicBezTo>
                      <a:pt x="26" y="81"/>
                      <a:pt x="6" y="82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57" name="Freeform 2548">
                <a:extLst>
                  <a:ext uri="{FF2B5EF4-FFF2-40B4-BE49-F238E27FC236}">
                    <a16:creationId xmlns:a16="http://schemas.microsoft.com/office/drawing/2014/main" id="{5B36C4EF-406F-488D-BBA1-0EC77EA81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3367"/>
                <a:ext cx="59" cy="117"/>
              </a:xfrm>
              <a:custGeom>
                <a:avLst/>
                <a:gdLst>
                  <a:gd name="T0" fmla="*/ 56 w 47"/>
                  <a:gd name="T1" fmla="*/ 0 h 88"/>
                  <a:gd name="T2" fmla="*/ 88 w 47"/>
                  <a:gd name="T3" fmla="*/ 101 h 88"/>
                  <a:gd name="T4" fmla="*/ 51 w 47"/>
                  <a:gd name="T5" fmla="*/ 170 h 88"/>
                  <a:gd name="T6" fmla="*/ 0 w 47"/>
                  <a:gd name="T7" fmla="*/ 2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88">
                    <a:moveTo>
                      <a:pt x="29" y="0"/>
                    </a:moveTo>
                    <a:cubicBezTo>
                      <a:pt x="33" y="15"/>
                      <a:pt x="41" y="28"/>
                      <a:pt x="45" y="43"/>
                    </a:cubicBezTo>
                    <a:cubicBezTo>
                      <a:pt x="47" y="52"/>
                      <a:pt x="33" y="66"/>
                      <a:pt x="26" y="72"/>
                    </a:cubicBezTo>
                    <a:cubicBezTo>
                      <a:pt x="4" y="88"/>
                      <a:pt x="3" y="18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58" name="Freeform 2549">
                <a:extLst>
                  <a:ext uri="{FF2B5EF4-FFF2-40B4-BE49-F238E27FC236}">
                    <a16:creationId xmlns:a16="http://schemas.microsoft.com/office/drawing/2014/main" id="{582DA2F9-CB2F-460D-89D8-B718F9E4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3407"/>
                <a:ext cx="48" cy="24"/>
              </a:xfrm>
              <a:custGeom>
                <a:avLst/>
                <a:gdLst>
                  <a:gd name="T0" fmla="*/ 0 w 38"/>
                  <a:gd name="T1" fmla="*/ 20 h 18"/>
                  <a:gd name="T2" fmla="*/ 77 w 3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">
                    <a:moveTo>
                      <a:pt x="0" y="8"/>
                    </a:moveTo>
                    <a:cubicBezTo>
                      <a:pt x="12" y="18"/>
                      <a:pt x="26" y="8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59" name="Freeform 2550">
                <a:extLst>
                  <a:ext uri="{FF2B5EF4-FFF2-40B4-BE49-F238E27FC236}">
                    <a16:creationId xmlns:a16="http://schemas.microsoft.com/office/drawing/2014/main" id="{CE817A64-8232-4001-ADF2-26BF834CD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431"/>
                <a:ext cx="40" cy="116"/>
              </a:xfrm>
              <a:custGeom>
                <a:avLst/>
                <a:gdLst>
                  <a:gd name="T0" fmla="*/ 24 w 32"/>
                  <a:gd name="T1" fmla="*/ 0 h 87"/>
                  <a:gd name="T2" fmla="*/ 61 w 32"/>
                  <a:gd name="T3" fmla="*/ 144 h 87"/>
                  <a:gd name="T4" fmla="*/ 51 w 32"/>
                  <a:gd name="T5" fmla="*/ 187 h 87"/>
                  <a:gd name="T6" fmla="*/ 0 w 32"/>
                  <a:gd name="T7" fmla="*/ 201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87">
                    <a:moveTo>
                      <a:pt x="12" y="0"/>
                    </a:moveTo>
                    <a:cubicBezTo>
                      <a:pt x="12" y="21"/>
                      <a:pt x="30" y="40"/>
                      <a:pt x="31" y="61"/>
                    </a:cubicBezTo>
                    <a:cubicBezTo>
                      <a:pt x="31" y="71"/>
                      <a:pt x="32" y="74"/>
                      <a:pt x="26" y="79"/>
                    </a:cubicBezTo>
                    <a:cubicBezTo>
                      <a:pt x="21" y="82"/>
                      <a:pt x="4" y="87"/>
                      <a:pt x="0" y="8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60" name="Freeform 2551">
                <a:extLst>
                  <a:ext uri="{FF2B5EF4-FFF2-40B4-BE49-F238E27FC236}">
                    <a16:creationId xmlns:a16="http://schemas.microsoft.com/office/drawing/2014/main" id="{F68D7722-3E82-4BC1-BAD8-28D4FB806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536"/>
                <a:ext cx="39" cy="103"/>
              </a:xfrm>
              <a:custGeom>
                <a:avLst/>
                <a:gdLst>
                  <a:gd name="T0" fmla="*/ 30 w 31"/>
                  <a:gd name="T1" fmla="*/ 0 h 77"/>
                  <a:gd name="T2" fmla="*/ 62 w 31"/>
                  <a:gd name="T3" fmla="*/ 139 h 77"/>
                  <a:gd name="T4" fmla="*/ 6 w 31"/>
                  <a:gd name="T5" fmla="*/ 185 h 77"/>
                  <a:gd name="T6" fmla="*/ 6 w 31"/>
                  <a:gd name="T7" fmla="*/ 179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77">
                    <a:moveTo>
                      <a:pt x="15" y="0"/>
                    </a:moveTo>
                    <a:cubicBezTo>
                      <a:pt x="26" y="17"/>
                      <a:pt x="31" y="38"/>
                      <a:pt x="31" y="58"/>
                    </a:cubicBezTo>
                    <a:cubicBezTo>
                      <a:pt x="31" y="71"/>
                      <a:pt x="15" y="75"/>
                      <a:pt x="3" y="77"/>
                    </a:cubicBezTo>
                    <a:cubicBezTo>
                      <a:pt x="0" y="76"/>
                      <a:pt x="3" y="76"/>
                      <a:pt x="3" y="7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61" name="Freeform 2552">
                <a:extLst>
                  <a:ext uri="{FF2B5EF4-FFF2-40B4-BE49-F238E27FC236}">
                    <a16:creationId xmlns:a16="http://schemas.microsoft.com/office/drawing/2014/main" id="{3A4BF256-1D56-4F89-8BCE-C235C3042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625"/>
                <a:ext cx="42" cy="99"/>
              </a:xfrm>
              <a:custGeom>
                <a:avLst/>
                <a:gdLst>
                  <a:gd name="T0" fmla="*/ 21 w 34"/>
                  <a:gd name="T1" fmla="*/ 0 h 74"/>
                  <a:gd name="T2" fmla="*/ 54 w 34"/>
                  <a:gd name="T3" fmla="*/ 139 h 74"/>
                  <a:gd name="T4" fmla="*/ 0 w 34"/>
                  <a:gd name="T5" fmla="*/ 171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4">
                    <a:moveTo>
                      <a:pt x="11" y="0"/>
                    </a:moveTo>
                    <a:cubicBezTo>
                      <a:pt x="14" y="17"/>
                      <a:pt x="34" y="40"/>
                      <a:pt x="29" y="58"/>
                    </a:cubicBezTo>
                    <a:cubicBezTo>
                      <a:pt x="27" y="66"/>
                      <a:pt x="7" y="74"/>
                      <a:pt x="0" y="7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62" name="Freeform 2553">
                <a:extLst>
                  <a:ext uri="{FF2B5EF4-FFF2-40B4-BE49-F238E27FC236}">
                    <a16:creationId xmlns:a16="http://schemas.microsoft.com/office/drawing/2014/main" id="{C09EA2D4-6FC8-4571-9DC6-8E4657AFA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708"/>
                <a:ext cx="9" cy="19"/>
              </a:xfrm>
              <a:custGeom>
                <a:avLst/>
                <a:gdLst>
                  <a:gd name="T0" fmla="*/ 0 w 7"/>
                  <a:gd name="T1" fmla="*/ 0 h 14"/>
                  <a:gd name="T2" fmla="*/ 15 w 7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1" y="4"/>
                      <a:pt x="4" y="9"/>
                      <a:pt x="7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63" name="Freeform 2554">
                <a:extLst>
                  <a:ext uri="{FF2B5EF4-FFF2-40B4-BE49-F238E27FC236}">
                    <a16:creationId xmlns:a16="http://schemas.microsoft.com/office/drawing/2014/main" id="{723D90E6-751D-431C-A82C-08115EC16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3465"/>
                <a:ext cx="48" cy="71"/>
              </a:xfrm>
              <a:custGeom>
                <a:avLst/>
                <a:gdLst>
                  <a:gd name="T0" fmla="*/ 0 w 38"/>
                  <a:gd name="T1" fmla="*/ 0 h 53"/>
                  <a:gd name="T2" fmla="*/ 37 w 38"/>
                  <a:gd name="T3" fmla="*/ 126 h 53"/>
                  <a:gd name="T4" fmla="*/ 77 w 38"/>
                  <a:gd name="T5" fmla="*/ 126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3">
                    <a:moveTo>
                      <a:pt x="0" y="0"/>
                    </a:moveTo>
                    <a:cubicBezTo>
                      <a:pt x="7" y="12"/>
                      <a:pt x="4" y="45"/>
                      <a:pt x="18" y="52"/>
                    </a:cubicBezTo>
                    <a:cubicBezTo>
                      <a:pt x="22" y="53"/>
                      <a:pt x="35" y="51"/>
                      <a:pt x="38" y="5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64" name="Freeform 2555">
                <a:extLst>
                  <a:ext uri="{FF2B5EF4-FFF2-40B4-BE49-F238E27FC236}">
                    <a16:creationId xmlns:a16="http://schemas.microsoft.com/office/drawing/2014/main" id="{8ED990D3-E2F5-4CC3-ABF9-D42603BA7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3533"/>
                <a:ext cx="41" cy="78"/>
              </a:xfrm>
              <a:custGeom>
                <a:avLst/>
                <a:gdLst>
                  <a:gd name="T0" fmla="*/ 0 w 33"/>
                  <a:gd name="T1" fmla="*/ 0 h 58"/>
                  <a:gd name="T2" fmla="*/ 14 w 33"/>
                  <a:gd name="T3" fmla="*/ 100 h 58"/>
                  <a:gd name="T4" fmla="*/ 24 w 33"/>
                  <a:gd name="T5" fmla="*/ 134 h 58"/>
                  <a:gd name="T6" fmla="*/ 63 w 33"/>
                  <a:gd name="T7" fmla="*/ 121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58">
                    <a:moveTo>
                      <a:pt x="0" y="0"/>
                    </a:moveTo>
                    <a:cubicBezTo>
                      <a:pt x="1" y="14"/>
                      <a:pt x="5" y="27"/>
                      <a:pt x="7" y="41"/>
                    </a:cubicBezTo>
                    <a:cubicBezTo>
                      <a:pt x="8" y="47"/>
                      <a:pt x="6" y="52"/>
                      <a:pt x="12" y="55"/>
                    </a:cubicBezTo>
                    <a:cubicBezTo>
                      <a:pt x="17" y="58"/>
                      <a:pt x="28" y="52"/>
                      <a:pt x="33" y="5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65" name="Freeform 2556">
                <a:extLst>
                  <a:ext uri="{FF2B5EF4-FFF2-40B4-BE49-F238E27FC236}">
                    <a16:creationId xmlns:a16="http://schemas.microsoft.com/office/drawing/2014/main" id="{190F1BBA-087A-45EF-B8BA-35833FB00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435"/>
                <a:ext cx="30" cy="166"/>
              </a:xfrm>
              <a:custGeom>
                <a:avLst/>
                <a:gdLst>
                  <a:gd name="T0" fmla="*/ 0 w 24"/>
                  <a:gd name="T1" fmla="*/ 0 h 125"/>
                  <a:gd name="T2" fmla="*/ 48 w 24"/>
                  <a:gd name="T3" fmla="*/ 292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5">
                    <a:moveTo>
                      <a:pt x="0" y="0"/>
                    </a:moveTo>
                    <a:cubicBezTo>
                      <a:pt x="11" y="39"/>
                      <a:pt x="19" y="88"/>
                      <a:pt x="24" y="12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66" name="Freeform 2557">
                <a:extLst>
                  <a:ext uri="{FF2B5EF4-FFF2-40B4-BE49-F238E27FC236}">
                    <a16:creationId xmlns:a16="http://schemas.microsoft.com/office/drawing/2014/main" id="{4D731061-CE8D-40C1-B222-87F6A040A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3604"/>
                <a:ext cx="59" cy="85"/>
              </a:xfrm>
              <a:custGeom>
                <a:avLst/>
                <a:gdLst>
                  <a:gd name="T0" fmla="*/ 30 w 47"/>
                  <a:gd name="T1" fmla="*/ 5 h 64"/>
                  <a:gd name="T2" fmla="*/ 23 w 47"/>
                  <a:gd name="T3" fmla="*/ 76 h 64"/>
                  <a:gd name="T4" fmla="*/ 55 w 47"/>
                  <a:gd name="T5" fmla="*/ 149 h 64"/>
                  <a:gd name="T6" fmla="*/ 92 w 47"/>
                  <a:gd name="T7" fmla="*/ 128 h 64"/>
                  <a:gd name="T8" fmla="*/ 79 w 47"/>
                  <a:gd name="T9" fmla="*/ 54 h 64"/>
                  <a:gd name="T10" fmla="*/ 63 w 47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4">
                    <a:moveTo>
                      <a:pt x="15" y="2"/>
                    </a:moveTo>
                    <a:cubicBezTo>
                      <a:pt x="0" y="7"/>
                      <a:pt x="7" y="21"/>
                      <a:pt x="11" y="32"/>
                    </a:cubicBezTo>
                    <a:cubicBezTo>
                      <a:pt x="15" y="45"/>
                      <a:pt x="13" y="61"/>
                      <a:pt x="28" y="63"/>
                    </a:cubicBezTo>
                    <a:cubicBezTo>
                      <a:pt x="36" y="64"/>
                      <a:pt x="43" y="62"/>
                      <a:pt x="46" y="54"/>
                    </a:cubicBezTo>
                    <a:cubicBezTo>
                      <a:pt x="47" y="48"/>
                      <a:pt x="42" y="30"/>
                      <a:pt x="40" y="23"/>
                    </a:cubicBezTo>
                    <a:cubicBezTo>
                      <a:pt x="39" y="15"/>
                      <a:pt x="35" y="8"/>
                      <a:pt x="3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67" name="Freeform 2558">
                <a:extLst>
                  <a:ext uri="{FF2B5EF4-FFF2-40B4-BE49-F238E27FC236}">
                    <a16:creationId xmlns:a16="http://schemas.microsoft.com/office/drawing/2014/main" id="{AC038690-DCD4-46A8-BCF2-47B67CA94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683"/>
                <a:ext cx="17" cy="45"/>
              </a:xfrm>
              <a:custGeom>
                <a:avLst/>
                <a:gdLst>
                  <a:gd name="T0" fmla="*/ 29 w 13"/>
                  <a:gd name="T1" fmla="*/ 79 h 34"/>
                  <a:gd name="T2" fmla="*/ 16 w 13"/>
                  <a:gd name="T3" fmla="*/ 44 h 34"/>
                  <a:gd name="T4" fmla="*/ 0 w 13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4">
                    <a:moveTo>
                      <a:pt x="13" y="34"/>
                    </a:moveTo>
                    <a:cubicBezTo>
                      <a:pt x="10" y="29"/>
                      <a:pt x="8" y="23"/>
                      <a:pt x="7" y="19"/>
                    </a:cubicBezTo>
                    <a:cubicBezTo>
                      <a:pt x="5" y="13"/>
                      <a:pt x="4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68" name="Freeform 2559">
                <a:extLst>
                  <a:ext uri="{FF2B5EF4-FFF2-40B4-BE49-F238E27FC236}">
                    <a16:creationId xmlns:a16="http://schemas.microsoft.com/office/drawing/2014/main" id="{3E18301E-C7A1-4C43-8739-12B999F0F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688"/>
                <a:ext cx="7" cy="43"/>
              </a:xfrm>
              <a:custGeom>
                <a:avLst/>
                <a:gdLst>
                  <a:gd name="T0" fmla="*/ 2 w 6"/>
                  <a:gd name="T1" fmla="*/ 0 h 32"/>
                  <a:gd name="T2" fmla="*/ 9 w 6"/>
                  <a:gd name="T3" fmla="*/ 7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2">
                    <a:moveTo>
                      <a:pt x="2" y="0"/>
                    </a:moveTo>
                    <a:cubicBezTo>
                      <a:pt x="0" y="11"/>
                      <a:pt x="2" y="22"/>
                      <a:pt x="6" y="3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69" name="Freeform 2560">
                <a:extLst>
                  <a:ext uri="{FF2B5EF4-FFF2-40B4-BE49-F238E27FC236}">
                    <a16:creationId xmlns:a16="http://schemas.microsoft.com/office/drawing/2014/main" id="{23775BE0-C6AD-4CDF-8F64-F684C531F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3717"/>
                <a:ext cx="44" cy="14"/>
              </a:xfrm>
              <a:custGeom>
                <a:avLst/>
                <a:gdLst>
                  <a:gd name="T0" fmla="*/ 0 w 35"/>
                  <a:gd name="T1" fmla="*/ 28 h 10"/>
                  <a:gd name="T2" fmla="*/ 69 w 3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0">
                    <a:moveTo>
                      <a:pt x="0" y="10"/>
                    </a:moveTo>
                    <a:cubicBezTo>
                      <a:pt x="7" y="6"/>
                      <a:pt x="33" y="4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70" name="Freeform 2561">
                <a:extLst>
                  <a:ext uri="{FF2B5EF4-FFF2-40B4-BE49-F238E27FC236}">
                    <a16:creationId xmlns:a16="http://schemas.microsoft.com/office/drawing/2014/main" id="{82E2C61A-2833-42E6-864B-8D4A0AD9E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648"/>
                <a:ext cx="46" cy="16"/>
              </a:xfrm>
              <a:custGeom>
                <a:avLst/>
                <a:gdLst>
                  <a:gd name="T0" fmla="*/ 0 w 37"/>
                  <a:gd name="T1" fmla="*/ 28 h 12"/>
                  <a:gd name="T2" fmla="*/ 71 w 37"/>
                  <a:gd name="T3" fmla="*/ 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2">
                    <a:moveTo>
                      <a:pt x="0" y="12"/>
                    </a:moveTo>
                    <a:cubicBezTo>
                      <a:pt x="12" y="8"/>
                      <a:pt x="23" y="0"/>
                      <a:pt x="37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71" name="Freeform 2562">
                <a:extLst>
                  <a:ext uri="{FF2B5EF4-FFF2-40B4-BE49-F238E27FC236}">
                    <a16:creationId xmlns:a16="http://schemas.microsoft.com/office/drawing/2014/main" id="{E0C9FEF6-AAA7-4A3B-A542-940628277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563"/>
                <a:ext cx="55" cy="20"/>
              </a:xfrm>
              <a:custGeom>
                <a:avLst/>
                <a:gdLst>
                  <a:gd name="T0" fmla="*/ 0 w 44"/>
                  <a:gd name="T1" fmla="*/ 36 h 15"/>
                  <a:gd name="T2" fmla="*/ 86 w 44"/>
                  <a:gd name="T3" fmla="*/ 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5">
                    <a:moveTo>
                      <a:pt x="0" y="15"/>
                    </a:moveTo>
                    <a:cubicBezTo>
                      <a:pt x="13" y="7"/>
                      <a:pt x="30" y="0"/>
                      <a:pt x="44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72" name="Freeform 2563">
                <a:extLst>
                  <a:ext uri="{FF2B5EF4-FFF2-40B4-BE49-F238E27FC236}">
                    <a16:creationId xmlns:a16="http://schemas.microsoft.com/office/drawing/2014/main" id="{06185591-C3DF-4173-8690-0A292BD1F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3485"/>
                <a:ext cx="49" cy="15"/>
              </a:xfrm>
              <a:custGeom>
                <a:avLst/>
                <a:gdLst>
                  <a:gd name="T0" fmla="*/ 0 w 39"/>
                  <a:gd name="T1" fmla="*/ 27 h 11"/>
                  <a:gd name="T2" fmla="*/ 78 w 3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1">
                    <a:moveTo>
                      <a:pt x="0" y="11"/>
                    </a:moveTo>
                    <a:cubicBezTo>
                      <a:pt x="13" y="4"/>
                      <a:pt x="25" y="0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73" name="Freeform 2564">
                <a:extLst>
                  <a:ext uri="{FF2B5EF4-FFF2-40B4-BE49-F238E27FC236}">
                    <a16:creationId xmlns:a16="http://schemas.microsoft.com/office/drawing/2014/main" id="{F4EC4138-08B5-4A8C-98A1-D22EDEA94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453"/>
                <a:ext cx="9" cy="31"/>
              </a:xfrm>
              <a:custGeom>
                <a:avLst/>
                <a:gdLst>
                  <a:gd name="T0" fmla="*/ 0 w 7"/>
                  <a:gd name="T1" fmla="*/ 0 h 23"/>
                  <a:gd name="T2" fmla="*/ 6 w 7"/>
                  <a:gd name="T3" fmla="*/ 5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0" y="0"/>
                    </a:moveTo>
                    <a:cubicBezTo>
                      <a:pt x="1" y="7"/>
                      <a:pt x="7" y="17"/>
                      <a:pt x="3" y="2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74" name="Freeform 2565">
                <a:extLst>
                  <a:ext uri="{FF2B5EF4-FFF2-40B4-BE49-F238E27FC236}">
                    <a16:creationId xmlns:a16="http://schemas.microsoft.com/office/drawing/2014/main" id="{9C651443-B040-46C2-95FE-1EE040BEC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528"/>
                <a:ext cx="14" cy="36"/>
              </a:xfrm>
              <a:custGeom>
                <a:avLst/>
                <a:gdLst>
                  <a:gd name="T0" fmla="*/ 0 w 11"/>
                  <a:gd name="T1" fmla="*/ 64 h 27"/>
                  <a:gd name="T2" fmla="*/ 14 w 1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0" y="27"/>
                    </a:moveTo>
                    <a:cubicBezTo>
                      <a:pt x="11" y="21"/>
                      <a:pt x="6" y="10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75" name="Freeform 2566">
                <a:extLst>
                  <a:ext uri="{FF2B5EF4-FFF2-40B4-BE49-F238E27FC236}">
                    <a16:creationId xmlns:a16="http://schemas.microsoft.com/office/drawing/2014/main" id="{8620E7D2-A7EA-497D-8257-AED98A89F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656"/>
                <a:ext cx="19" cy="35"/>
              </a:xfrm>
              <a:custGeom>
                <a:avLst/>
                <a:gdLst>
                  <a:gd name="T0" fmla="*/ 30 w 15"/>
                  <a:gd name="T1" fmla="*/ 0 h 26"/>
                  <a:gd name="T2" fmla="*/ 6 w 15"/>
                  <a:gd name="T3" fmla="*/ 6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8" y="7"/>
                      <a:pt x="0" y="17"/>
                      <a:pt x="3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76" name="Freeform 2567">
                <a:extLst>
                  <a:ext uri="{FF2B5EF4-FFF2-40B4-BE49-F238E27FC236}">
                    <a16:creationId xmlns:a16="http://schemas.microsoft.com/office/drawing/2014/main" id="{666B3615-2934-46FD-A3E1-1EF5C1E45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421"/>
                <a:ext cx="16" cy="30"/>
              </a:xfrm>
              <a:custGeom>
                <a:avLst/>
                <a:gdLst>
                  <a:gd name="T0" fmla="*/ 2 w 13"/>
                  <a:gd name="T1" fmla="*/ 56 h 22"/>
                  <a:gd name="T2" fmla="*/ 25 w 13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2" y="22"/>
                    </a:moveTo>
                    <a:cubicBezTo>
                      <a:pt x="0" y="12"/>
                      <a:pt x="7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77" name="Freeform 2568">
                <a:extLst>
                  <a:ext uri="{FF2B5EF4-FFF2-40B4-BE49-F238E27FC236}">
                    <a16:creationId xmlns:a16="http://schemas.microsoft.com/office/drawing/2014/main" id="{0C6A86AA-310B-43D9-A3BA-EB36E241A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541"/>
                <a:ext cx="20" cy="26"/>
              </a:xfrm>
              <a:custGeom>
                <a:avLst/>
                <a:gdLst>
                  <a:gd name="T0" fmla="*/ 0 w 16"/>
                  <a:gd name="T1" fmla="*/ 49 h 19"/>
                  <a:gd name="T2" fmla="*/ 31 w 1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1" y="10"/>
                      <a:pt x="10" y="6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78" name="Freeform 2569">
                <a:extLst>
                  <a:ext uri="{FF2B5EF4-FFF2-40B4-BE49-F238E27FC236}">
                    <a16:creationId xmlns:a16="http://schemas.microsoft.com/office/drawing/2014/main" id="{B517DD6B-B79D-4A89-9D4C-44E41A26C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241"/>
                <a:ext cx="68" cy="102"/>
              </a:xfrm>
              <a:custGeom>
                <a:avLst/>
                <a:gdLst>
                  <a:gd name="T0" fmla="*/ 0 w 54"/>
                  <a:gd name="T1" fmla="*/ 0 h 76"/>
                  <a:gd name="T2" fmla="*/ 31 w 54"/>
                  <a:gd name="T3" fmla="*/ 149 h 76"/>
                  <a:gd name="T4" fmla="*/ 108 w 54"/>
                  <a:gd name="T5" fmla="*/ 164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76">
                    <a:moveTo>
                      <a:pt x="0" y="0"/>
                    </a:moveTo>
                    <a:cubicBezTo>
                      <a:pt x="7" y="22"/>
                      <a:pt x="8" y="41"/>
                      <a:pt x="16" y="62"/>
                    </a:cubicBezTo>
                    <a:cubicBezTo>
                      <a:pt x="21" y="76"/>
                      <a:pt x="42" y="74"/>
                      <a:pt x="54" y="6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79" name="Freeform 2570">
                <a:extLst>
                  <a:ext uri="{FF2B5EF4-FFF2-40B4-BE49-F238E27FC236}">
                    <a16:creationId xmlns:a16="http://schemas.microsoft.com/office/drawing/2014/main" id="{60887375-D5B1-42AB-9829-339A8B700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344"/>
                <a:ext cx="47" cy="9"/>
              </a:xfrm>
              <a:custGeom>
                <a:avLst/>
                <a:gdLst>
                  <a:gd name="T0" fmla="*/ 0 w 38"/>
                  <a:gd name="T1" fmla="*/ 8 h 7"/>
                  <a:gd name="T2" fmla="*/ 72 w 3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7">
                    <a:moveTo>
                      <a:pt x="0" y="4"/>
                    </a:moveTo>
                    <a:cubicBezTo>
                      <a:pt x="10" y="6"/>
                      <a:pt x="29" y="7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80" name="Freeform 2571">
                <a:extLst>
                  <a:ext uri="{FF2B5EF4-FFF2-40B4-BE49-F238E27FC236}">
                    <a16:creationId xmlns:a16="http://schemas.microsoft.com/office/drawing/2014/main" id="{64FABCC2-A1FE-4B07-B4C9-6D969AB98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299"/>
                <a:ext cx="20" cy="40"/>
              </a:xfrm>
              <a:custGeom>
                <a:avLst/>
                <a:gdLst>
                  <a:gd name="T0" fmla="*/ 0 w 16"/>
                  <a:gd name="T1" fmla="*/ 71 h 30"/>
                  <a:gd name="T2" fmla="*/ 31 w 16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30"/>
                    </a:moveTo>
                    <a:cubicBezTo>
                      <a:pt x="16" y="25"/>
                      <a:pt x="8" y="8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81" name="Freeform 2572">
                <a:extLst>
                  <a:ext uri="{FF2B5EF4-FFF2-40B4-BE49-F238E27FC236}">
                    <a16:creationId xmlns:a16="http://schemas.microsoft.com/office/drawing/2014/main" id="{80EC07EB-CDEC-4ECF-AB4E-65E9A6CC0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224"/>
                <a:ext cx="42" cy="76"/>
              </a:xfrm>
              <a:custGeom>
                <a:avLst/>
                <a:gdLst>
                  <a:gd name="T0" fmla="*/ 1 w 33"/>
                  <a:gd name="T1" fmla="*/ 97 h 57"/>
                  <a:gd name="T2" fmla="*/ 1 w 33"/>
                  <a:gd name="T3" fmla="*/ 135 h 57"/>
                  <a:gd name="T4" fmla="*/ 36 w 33"/>
                  <a:gd name="T5" fmla="*/ 123 h 57"/>
                  <a:gd name="T6" fmla="*/ 64 w 33"/>
                  <a:gd name="T7" fmla="*/ 121 h 57"/>
                  <a:gd name="T8" fmla="*/ 37 w 33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7">
                    <a:moveTo>
                      <a:pt x="1" y="41"/>
                    </a:moveTo>
                    <a:cubicBezTo>
                      <a:pt x="2" y="47"/>
                      <a:pt x="0" y="52"/>
                      <a:pt x="1" y="57"/>
                    </a:cubicBezTo>
                    <a:cubicBezTo>
                      <a:pt x="7" y="57"/>
                      <a:pt x="11" y="54"/>
                      <a:pt x="17" y="52"/>
                    </a:cubicBezTo>
                    <a:cubicBezTo>
                      <a:pt x="21" y="51"/>
                      <a:pt x="26" y="53"/>
                      <a:pt x="31" y="51"/>
                    </a:cubicBezTo>
                    <a:cubicBezTo>
                      <a:pt x="33" y="39"/>
                      <a:pt x="27" y="10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82" name="Freeform 2573">
                <a:extLst>
                  <a:ext uri="{FF2B5EF4-FFF2-40B4-BE49-F238E27FC236}">
                    <a16:creationId xmlns:a16="http://schemas.microsoft.com/office/drawing/2014/main" id="{7D015324-1CE5-464D-8D31-3B8EF256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296"/>
                <a:ext cx="15" cy="85"/>
              </a:xfrm>
              <a:custGeom>
                <a:avLst/>
                <a:gdLst>
                  <a:gd name="T0" fmla="*/ 0 w 12"/>
                  <a:gd name="T1" fmla="*/ 0 h 64"/>
                  <a:gd name="T2" fmla="*/ 10 w 12"/>
                  <a:gd name="T3" fmla="*/ 85 h 64"/>
                  <a:gd name="T4" fmla="*/ 24 w 12"/>
                  <a:gd name="T5" fmla="*/ 15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4">
                    <a:moveTo>
                      <a:pt x="0" y="0"/>
                    </a:moveTo>
                    <a:cubicBezTo>
                      <a:pt x="4" y="11"/>
                      <a:pt x="2" y="25"/>
                      <a:pt x="5" y="36"/>
                    </a:cubicBezTo>
                    <a:cubicBezTo>
                      <a:pt x="6" y="44"/>
                      <a:pt x="6" y="59"/>
                      <a:pt x="12" y="6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83" name="Freeform 2574">
                <a:extLst>
                  <a:ext uri="{FF2B5EF4-FFF2-40B4-BE49-F238E27FC236}">
                    <a16:creationId xmlns:a16="http://schemas.microsoft.com/office/drawing/2014/main" id="{F48774B8-B0D7-42E6-8514-8ADCB0611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291"/>
                <a:ext cx="41" cy="86"/>
              </a:xfrm>
              <a:custGeom>
                <a:avLst/>
                <a:gdLst>
                  <a:gd name="T0" fmla="*/ 0 w 33"/>
                  <a:gd name="T1" fmla="*/ 151 h 65"/>
                  <a:gd name="T2" fmla="*/ 50 w 33"/>
                  <a:gd name="T3" fmla="*/ 131 h 65"/>
                  <a:gd name="T4" fmla="*/ 37 w 33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5">
                    <a:moveTo>
                      <a:pt x="0" y="65"/>
                    </a:moveTo>
                    <a:cubicBezTo>
                      <a:pt x="7" y="61"/>
                      <a:pt x="18" y="55"/>
                      <a:pt x="26" y="57"/>
                    </a:cubicBezTo>
                    <a:cubicBezTo>
                      <a:pt x="33" y="44"/>
                      <a:pt x="21" y="14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84" name="Freeform 2575">
                <a:extLst>
                  <a:ext uri="{FF2B5EF4-FFF2-40B4-BE49-F238E27FC236}">
                    <a16:creationId xmlns:a16="http://schemas.microsoft.com/office/drawing/2014/main" id="{9AE96981-1A0C-4FC8-AD1F-CFCA2E5EB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541"/>
                <a:ext cx="20" cy="7"/>
              </a:xfrm>
              <a:custGeom>
                <a:avLst/>
                <a:gdLst>
                  <a:gd name="T0" fmla="*/ 0 w 16"/>
                  <a:gd name="T1" fmla="*/ 14 h 5"/>
                  <a:gd name="T2" fmla="*/ 31 w 16"/>
                  <a:gd name="T3" fmla="*/ 1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cubicBezTo>
                      <a:pt x="4" y="0"/>
                      <a:pt x="13" y="0"/>
                      <a:pt x="16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85" name="Freeform 2576">
                <a:extLst>
                  <a:ext uri="{FF2B5EF4-FFF2-40B4-BE49-F238E27FC236}">
                    <a16:creationId xmlns:a16="http://schemas.microsoft.com/office/drawing/2014/main" id="{9A81E4C8-CF97-4FAA-B8C1-713000789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564"/>
                <a:ext cx="18" cy="13"/>
              </a:xfrm>
              <a:custGeom>
                <a:avLst/>
                <a:gdLst>
                  <a:gd name="T0" fmla="*/ 0 w 15"/>
                  <a:gd name="T1" fmla="*/ 0 h 10"/>
                  <a:gd name="T2" fmla="*/ 26 w 15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cubicBezTo>
                      <a:pt x="5" y="4"/>
                      <a:pt x="9" y="8"/>
                      <a:pt x="15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86" name="Freeform 2577">
                <a:extLst>
                  <a:ext uri="{FF2B5EF4-FFF2-40B4-BE49-F238E27FC236}">
                    <a16:creationId xmlns:a16="http://schemas.microsoft.com/office/drawing/2014/main" id="{D5BD4B02-A8A9-438E-B719-CC0DA9AB8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3629"/>
                <a:ext cx="17" cy="12"/>
              </a:xfrm>
              <a:custGeom>
                <a:avLst/>
                <a:gdLst>
                  <a:gd name="T0" fmla="*/ 0 w 14"/>
                  <a:gd name="T1" fmla="*/ 5 h 9"/>
                  <a:gd name="T2" fmla="*/ 25 w 14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2"/>
                    </a:moveTo>
                    <a:cubicBezTo>
                      <a:pt x="6" y="0"/>
                      <a:pt x="12" y="4"/>
                      <a:pt x="14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87" name="Freeform 2578">
                <a:extLst>
                  <a:ext uri="{FF2B5EF4-FFF2-40B4-BE49-F238E27FC236}">
                    <a16:creationId xmlns:a16="http://schemas.microsoft.com/office/drawing/2014/main" id="{912B7BAF-6FCB-471C-8915-8EB84433A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436"/>
                <a:ext cx="23" cy="17"/>
              </a:xfrm>
              <a:custGeom>
                <a:avLst/>
                <a:gdLst>
                  <a:gd name="T0" fmla="*/ 0 w 18"/>
                  <a:gd name="T1" fmla="*/ 1 h 13"/>
                  <a:gd name="T2" fmla="*/ 37 w 18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"/>
                    </a:moveTo>
                    <a:cubicBezTo>
                      <a:pt x="7" y="0"/>
                      <a:pt x="18" y="8"/>
                      <a:pt x="18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88" name="Freeform 2579">
                <a:extLst>
                  <a:ext uri="{FF2B5EF4-FFF2-40B4-BE49-F238E27FC236}">
                    <a16:creationId xmlns:a16="http://schemas.microsoft.com/office/drawing/2014/main" id="{E7C081E1-DE27-4E20-A1D1-295625B49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351"/>
                <a:ext cx="18" cy="24"/>
              </a:xfrm>
              <a:custGeom>
                <a:avLst/>
                <a:gdLst>
                  <a:gd name="T0" fmla="*/ 0 w 14"/>
                  <a:gd name="T1" fmla="*/ 0 h 18"/>
                  <a:gd name="T2" fmla="*/ 30 w 14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cubicBezTo>
                      <a:pt x="10" y="4"/>
                      <a:pt x="10" y="10"/>
                      <a:pt x="14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89" name="Freeform 2580">
                <a:extLst>
                  <a:ext uri="{FF2B5EF4-FFF2-40B4-BE49-F238E27FC236}">
                    <a16:creationId xmlns:a16="http://schemas.microsoft.com/office/drawing/2014/main" id="{2A87F047-41B0-4C4F-ACDA-12B8ADD31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3217"/>
                <a:ext cx="13" cy="23"/>
              </a:xfrm>
              <a:custGeom>
                <a:avLst/>
                <a:gdLst>
                  <a:gd name="T0" fmla="*/ 0 w 11"/>
                  <a:gd name="T1" fmla="*/ 42 h 17"/>
                  <a:gd name="T2" fmla="*/ 18 w 1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0" y="17"/>
                    </a:moveTo>
                    <a:cubicBezTo>
                      <a:pt x="1" y="9"/>
                      <a:pt x="6" y="3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90" name="Freeform 2581">
                <a:extLst>
                  <a:ext uri="{FF2B5EF4-FFF2-40B4-BE49-F238E27FC236}">
                    <a16:creationId xmlns:a16="http://schemas.microsoft.com/office/drawing/2014/main" id="{13A960FB-A016-4E35-B7B7-83E5BEEA1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3188"/>
                <a:ext cx="11" cy="12"/>
              </a:xfrm>
              <a:custGeom>
                <a:avLst/>
                <a:gdLst>
                  <a:gd name="T0" fmla="*/ 16 w 9"/>
                  <a:gd name="T1" fmla="*/ 0 h 9"/>
                  <a:gd name="T2" fmla="*/ 0 w 9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4" y="0"/>
                      <a:pt x="1" y="4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91" name="Freeform 2582">
                <a:extLst>
                  <a:ext uri="{FF2B5EF4-FFF2-40B4-BE49-F238E27FC236}">
                    <a16:creationId xmlns:a16="http://schemas.microsoft.com/office/drawing/2014/main" id="{28E7F739-9257-4DB7-98CD-6CB03AA4C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3040"/>
                <a:ext cx="17" cy="9"/>
              </a:xfrm>
              <a:custGeom>
                <a:avLst/>
                <a:gdLst>
                  <a:gd name="T0" fmla="*/ 0 w 13"/>
                  <a:gd name="T1" fmla="*/ 6 h 7"/>
                  <a:gd name="T2" fmla="*/ 29 w 1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3"/>
                    </a:moveTo>
                    <a:cubicBezTo>
                      <a:pt x="8" y="0"/>
                      <a:pt x="10" y="6"/>
                      <a:pt x="13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92" name="Freeform 2583">
                <a:extLst>
                  <a:ext uri="{FF2B5EF4-FFF2-40B4-BE49-F238E27FC236}">
                    <a16:creationId xmlns:a16="http://schemas.microsoft.com/office/drawing/2014/main" id="{4EEE254A-B09A-491D-B9F6-5CB2C3517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957"/>
                <a:ext cx="17" cy="14"/>
              </a:xfrm>
              <a:custGeom>
                <a:avLst/>
                <a:gdLst>
                  <a:gd name="T0" fmla="*/ 0 w 13"/>
                  <a:gd name="T1" fmla="*/ 0 h 10"/>
                  <a:gd name="T2" fmla="*/ 29 w 13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7" y="1"/>
                      <a:pt x="11" y="3"/>
                      <a:pt x="13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93" name="Freeform 2584">
                <a:extLst>
                  <a:ext uri="{FF2B5EF4-FFF2-40B4-BE49-F238E27FC236}">
                    <a16:creationId xmlns:a16="http://schemas.microsoft.com/office/drawing/2014/main" id="{C5E0E8BB-BDF3-42E6-B0A9-3AC0826FC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676"/>
                <a:ext cx="18" cy="13"/>
              </a:xfrm>
              <a:custGeom>
                <a:avLst/>
                <a:gdLst>
                  <a:gd name="T0" fmla="*/ 0 w 14"/>
                  <a:gd name="T1" fmla="*/ 0 h 10"/>
                  <a:gd name="T2" fmla="*/ 30 w 1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8" y="0"/>
                      <a:pt x="10" y="5"/>
                      <a:pt x="14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94" name="Freeform 2585">
                <a:extLst>
                  <a:ext uri="{FF2B5EF4-FFF2-40B4-BE49-F238E27FC236}">
                    <a16:creationId xmlns:a16="http://schemas.microsoft.com/office/drawing/2014/main" id="{E11E3987-88D4-4D30-9B64-FF17DE74F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740"/>
                <a:ext cx="25" cy="23"/>
              </a:xfrm>
              <a:custGeom>
                <a:avLst/>
                <a:gdLst>
                  <a:gd name="T0" fmla="*/ 0 w 20"/>
                  <a:gd name="T1" fmla="*/ 9 h 17"/>
                  <a:gd name="T2" fmla="*/ 39 w 20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4"/>
                    </a:moveTo>
                    <a:cubicBezTo>
                      <a:pt x="14" y="0"/>
                      <a:pt x="14" y="7"/>
                      <a:pt x="20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95" name="Freeform 2586">
                <a:extLst>
                  <a:ext uri="{FF2B5EF4-FFF2-40B4-BE49-F238E27FC236}">
                    <a16:creationId xmlns:a16="http://schemas.microsoft.com/office/drawing/2014/main" id="{A27A6486-CB2E-475E-A969-D0A2CD9CB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961"/>
                <a:ext cx="24" cy="36"/>
              </a:xfrm>
              <a:custGeom>
                <a:avLst/>
                <a:gdLst>
                  <a:gd name="T0" fmla="*/ 0 w 19"/>
                  <a:gd name="T1" fmla="*/ 0 h 27"/>
                  <a:gd name="T2" fmla="*/ 38 w 19"/>
                  <a:gd name="T3" fmla="*/ 7 h 27"/>
                  <a:gd name="T4" fmla="*/ 16 w 19"/>
                  <a:gd name="T5" fmla="*/ 6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7">
                    <a:moveTo>
                      <a:pt x="0" y="0"/>
                    </a:moveTo>
                    <a:cubicBezTo>
                      <a:pt x="5" y="10"/>
                      <a:pt x="10" y="4"/>
                      <a:pt x="19" y="3"/>
                    </a:cubicBezTo>
                    <a:cubicBezTo>
                      <a:pt x="3" y="6"/>
                      <a:pt x="5" y="14"/>
                      <a:pt x="8" y="27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96" name="Freeform 2587">
                <a:extLst>
                  <a:ext uri="{FF2B5EF4-FFF2-40B4-BE49-F238E27FC236}">
                    <a16:creationId xmlns:a16="http://schemas.microsoft.com/office/drawing/2014/main" id="{2663BBEC-AD0A-4168-BAF9-FDE223A78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876"/>
                <a:ext cx="13" cy="28"/>
              </a:xfrm>
              <a:custGeom>
                <a:avLst/>
                <a:gdLst>
                  <a:gd name="T0" fmla="*/ 22 w 10"/>
                  <a:gd name="T1" fmla="*/ 0 h 21"/>
                  <a:gd name="T2" fmla="*/ 1 w 10"/>
                  <a:gd name="T3" fmla="*/ 5 h 21"/>
                  <a:gd name="T4" fmla="*/ 5 w 10"/>
                  <a:gd name="T5" fmla="*/ 4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1">
                    <a:moveTo>
                      <a:pt x="10" y="0"/>
                    </a:moveTo>
                    <a:cubicBezTo>
                      <a:pt x="7" y="0"/>
                      <a:pt x="4" y="1"/>
                      <a:pt x="1" y="2"/>
                    </a:cubicBezTo>
                    <a:cubicBezTo>
                      <a:pt x="0" y="8"/>
                      <a:pt x="1" y="15"/>
                      <a:pt x="2" y="21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97" name="Freeform 2588">
                <a:extLst>
                  <a:ext uri="{FF2B5EF4-FFF2-40B4-BE49-F238E27FC236}">
                    <a16:creationId xmlns:a16="http://schemas.microsoft.com/office/drawing/2014/main" id="{D17FF174-C1BE-43BA-9429-A75A2CD09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865"/>
                <a:ext cx="9" cy="15"/>
              </a:xfrm>
              <a:custGeom>
                <a:avLst/>
                <a:gdLst>
                  <a:gd name="T0" fmla="*/ 0 w 7"/>
                  <a:gd name="T1" fmla="*/ 0 h 11"/>
                  <a:gd name="T2" fmla="*/ 15 w 7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1" y="5"/>
                      <a:pt x="3" y="10"/>
                      <a:pt x="7" y="11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98" name="Freeform 2589">
                <a:extLst>
                  <a:ext uri="{FF2B5EF4-FFF2-40B4-BE49-F238E27FC236}">
                    <a16:creationId xmlns:a16="http://schemas.microsoft.com/office/drawing/2014/main" id="{03826D34-A02D-4B5C-BA31-8E26DAD46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36"/>
                <a:ext cx="12" cy="37"/>
              </a:xfrm>
              <a:custGeom>
                <a:avLst/>
                <a:gdLst>
                  <a:gd name="T0" fmla="*/ 0 w 9"/>
                  <a:gd name="T1" fmla="*/ 0 h 28"/>
                  <a:gd name="T2" fmla="*/ 21 w 9"/>
                  <a:gd name="T3" fmla="*/ 33 h 28"/>
                  <a:gd name="T4" fmla="*/ 7 w 9"/>
                  <a:gd name="T5" fmla="*/ 6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6"/>
                      <a:pt x="4" y="12"/>
                      <a:pt x="9" y="14"/>
                    </a:cubicBezTo>
                    <a:cubicBezTo>
                      <a:pt x="6" y="17"/>
                      <a:pt x="3" y="23"/>
                      <a:pt x="3" y="28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99" name="Freeform 2590">
                <a:extLst>
                  <a:ext uri="{FF2B5EF4-FFF2-40B4-BE49-F238E27FC236}">
                    <a16:creationId xmlns:a16="http://schemas.microsoft.com/office/drawing/2014/main" id="{0A5C89BC-9550-482A-AEB5-8173D05DF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645"/>
                <a:ext cx="10" cy="62"/>
              </a:xfrm>
              <a:custGeom>
                <a:avLst/>
                <a:gdLst>
                  <a:gd name="T0" fmla="*/ 0 w 8"/>
                  <a:gd name="T1" fmla="*/ 0 h 46"/>
                  <a:gd name="T2" fmla="*/ 13 w 8"/>
                  <a:gd name="T3" fmla="*/ 58 h 46"/>
                  <a:gd name="T4" fmla="*/ 10 w 8"/>
                  <a:gd name="T5" fmla="*/ 80 h 46"/>
                  <a:gd name="T6" fmla="*/ 16 w 8"/>
                  <a:gd name="T7" fmla="*/ 113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6">
                    <a:moveTo>
                      <a:pt x="0" y="0"/>
                    </a:moveTo>
                    <a:cubicBezTo>
                      <a:pt x="4" y="8"/>
                      <a:pt x="6" y="17"/>
                      <a:pt x="6" y="24"/>
                    </a:cubicBezTo>
                    <a:cubicBezTo>
                      <a:pt x="7" y="26"/>
                      <a:pt x="5" y="30"/>
                      <a:pt x="5" y="33"/>
                    </a:cubicBezTo>
                    <a:cubicBezTo>
                      <a:pt x="5" y="37"/>
                      <a:pt x="8" y="41"/>
                      <a:pt x="8" y="46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00" name="Freeform 2591">
                <a:extLst>
                  <a:ext uri="{FF2B5EF4-FFF2-40B4-BE49-F238E27FC236}">
                    <a16:creationId xmlns:a16="http://schemas.microsoft.com/office/drawing/2014/main" id="{A99DA98F-9D9F-4631-B9BD-95701B2E6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579"/>
                <a:ext cx="15" cy="21"/>
              </a:xfrm>
              <a:custGeom>
                <a:avLst/>
                <a:gdLst>
                  <a:gd name="T0" fmla="*/ 0 w 12"/>
                  <a:gd name="T1" fmla="*/ 0 h 16"/>
                  <a:gd name="T2" fmla="*/ 24 w 12"/>
                  <a:gd name="T3" fmla="*/ 0 h 16"/>
                  <a:gd name="T4" fmla="*/ 20 w 12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4" y="2"/>
                      <a:pt x="8" y="2"/>
                      <a:pt x="12" y="0"/>
                    </a:cubicBezTo>
                    <a:cubicBezTo>
                      <a:pt x="4" y="1"/>
                      <a:pt x="9" y="11"/>
                      <a:pt x="10" y="16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01" name="Freeform 2592">
                <a:extLst>
                  <a:ext uri="{FF2B5EF4-FFF2-40B4-BE49-F238E27FC236}">
                    <a16:creationId xmlns:a16="http://schemas.microsoft.com/office/drawing/2014/main" id="{77E0F5A5-C5AC-4C07-A3BF-69D605A5D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3029"/>
                <a:ext cx="12" cy="35"/>
              </a:xfrm>
              <a:custGeom>
                <a:avLst/>
                <a:gdLst>
                  <a:gd name="T0" fmla="*/ 0 w 10"/>
                  <a:gd name="T1" fmla="*/ 0 h 26"/>
                  <a:gd name="T2" fmla="*/ 17 w 10"/>
                  <a:gd name="T3" fmla="*/ 32 h 26"/>
                  <a:gd name="T4" fmla="*/ 1 w 10"/>
                  <a:gd name="T5" fmla="*/ 40 h 26"/>
                  <a:gd name="T6" fmla="*/ 2 w 10"/>
                  <a:gd name="T7" fmla="*/ 6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2" y="6"/>
                      <a:pt x="2" y="15"/>
                      <a:pt x="10" y="13"/>
                    </a:cubicBezTo>
                    <a:cubicBezTo>
                      <a:pt x="6" y="13"/>
                      <a:pt x="4" y="14"/>
                      <a:pt x="1" y="16"/>
                    </a:cubicBezTo>
                    <a:cubicBezTo>
                      <a:pt x="1" y="19"/>
                      <a:pt x="1" y="23"/>
                      <a:pt x="2" y="26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02" name="Freeform 2593">
                <a:extLst>
                  <a:ext uri="{FF2B5EF4-FFF2-40B4-BE49-F238E27FC236}">
                    <a16:creationId xmlns:a16="http://schemas.microsoft.com/office/drawing/2014/main" id="{2B67BC60-A50A-4222-82DC-7DB37B7FF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3100"/>
                <a:ext cx="18" cy="45"/>
              </a:xfrm>
              <a:custGeom>
                <a:avLst/>
                <a:gdLst>
                  <a:gd name="T0" fmla="*/ 6 w 14"/>
                  <a:gd name="T1" fmla="*/ 0 h 34"/>
                  <a:gd name="T2" fmla="*/ 0 w 14"/>
                  <a:gd name="T3" fmla="*/ 1 h 34"/>
                  <a:gd name="T4" fmla="*/ 30 w 14"/>
                  <a:gd name="T5" fmla="*/ 74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0"/>
                      <a:pt x="1" y="34"/>
                      <a:pt x="14" y="32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03" name="Freeform 2594">
                <a:extLst>
                  <a:ext uri="{FF2B5EF4-FFF2-40B4-BE49-F238E27FC236}">
                    <a16:creationId xmlns:a16="http://schemas.microsoft.com/office/drawing/2014/main" id="{047A5ACB-81EE-4BD3-8119-628210DFF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3143"/>
                <a:ext cx="6" cy="25"/>
              </a:xfrm>
              <a:custGeom>
                <a:avLst/>
                <a:gdLst>
                  <a:gd name="T0" fmla="*/ 0 w 5"/>
                  <a:gd name="T1" fmla="*/ 0 h 19"/>
                  <a:gd name="T2" fmla="*/ 8 w 5"/>
                  <a:gd name="T3" fmla="*/ 4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1" y="7"/>
                      <a:pt x="1" y="14"/>
                      <a:pt x="5" y="19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04" name="Freeform 2595">
                <a:extLst>
                  <a:ext uri="{FF2B5EF4-FFF2-40B4-BE49-F238E27FC236}">
                    <a16:creationId xmlns:a16="http://schemas.microsoft.com/office/drawing/2014/main" id="{C675DBEE-7982-47A6-84EB-5FD1C6A6A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216"/>
                <a:ext cx="35" cy="48"/>
              </a:xfrm>
              <a:custGeom>
                <a:avLst/>
                <a:gdLst>
                  <a:gd name="T0" fmla="*/ 30 w 28"/>
                  <a:gd name="T1" fmla="*/ 0 h 36"/>
                  <a:gd name="T2" fmla="*/ 33 w 28"/>
                  <a:gd name="T3" fmla="*/ 80 h 36"/>
                  <a:gd name="T4" fmla="*/ 55 w 28"/>
                  <a:gd name="T5" fmla="*/ 8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15" y="0"/>
                    </a:moveTo>
                    <a:cubicBezTo>
                      <a:pt x="0" y="4"/>
                      <a:pt x="18" y="25"/>
                      <a:pt x="17" y="34"/>
                    </a:cubicBezTo>
                    <a:cubicBezTo>
                      <a:pt x="21" y="35"/>
                      <a:pt x="24" y="36"/>
                      <a:pt x="28" y="36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05" name="Freeform 2596">
                <a:extLst>
                  <a:ext uri="{FF2B5EF4-FFF2-40B4-BE49-F238E27FC236}">
                    <a16:creationId xmlns:a16="http://schemas.microsoft.com/office/drawing/2014/main" id="{25FF5933-F3E7-4812-8B5F-57D269BF2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264"/>
                <a:ext cx="12" cy="41"/>
              </a:xfrm>
              <a:custGeom>
                <a:avLst/>
                <a:gdLst>
                  <a:gd name="T0" fmla="*/ 0 w 10"/>
                  <a:gd name="T1" fmla="*/ 0 h 31"/>
                  <a:gd name="T2" fmla="*/ 10 w 10"/>
                  <a:gd name="T3" fmla="*/ 70 h 31"/>
                  <a:gd name="T4" fmla="*/ 17 w 10"/>
                  <a:gd name="T5" fmla="*/ 7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1">
                    <a:moveTo>
                      <a:pt x="0" y="0"/>
                    </a:moveTo>
                    <a:cubicBezTo>
                      <a:pt x="2" y="11"/>
                      <a:pt x="2" y="21"/>
                      <a:pt x="6" y="30"/>
                    </a:cubicBezTo>
                    <a:cubicBezTo>
                      <a:pt x="8" y="31"/>
                      <a:pt x="9" y="31"/>
                      <a:pt x="10" y="31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06" name="Freeform 2597">
                <a:extLst>
                  <a:ext uri="{FF2B5EF4-FFF2-40B4-BE49-F238E27FC236}">
                    <a16:creationId xmlns:a16="http://schemas.microsoft.com/office/drawing/2014/main" id="{CD5797B3-28A8-4A66-BB21-1251583EE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345"/>
                <a:ext cx="20" cy="43"/>
              </a:xfrm>
              <a:custGeom>
                <a:avLst/>
                <a:gdLst>
                  <a:gd name="T0" fmla="*/ 23 w 16"/>
                  <a:gd name="T1" fmla="*/ 0 h 32"/>
                  <a:gd name="T2" fmla="*/ 31 w 16"/>
                  <a:gd name="T3" fmla="*/ 7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2">
                    <a:moveTo>
                      <a:pt x="11" y="0"/>
                    </a:moveTo>
                    <a:cubicBezTo>
                      <a:pt x="0" y="3"/>
                      <a:pt x="8" y="28"/>
                      <a:pt x="16" y="32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07" name="Freeform 2598">
                <a:extLst>
                  <a:ext uri="{FF2B5EF4-FFF2-40B4-BE49-F238E27FC236}">
                    <a16:creationId xmlns:a16="http://schemas.microsoft.com/office/drawing/2014/main" id="{4A62754C-A4EC-4D52-B534-5A28DC7AA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3331"/>
                <a:ext cx="6" cy="18"/>
              </a:xfrm>
              <a:custGeom>
                <a:avLst/>
                <a:gdLst>
                  <a:gd name="T0" fmla="*/ 8 w 5"/>
                  <a:gd name="T1" fmla="*/ 30 h 14"/>
                  <a:gd name="T2" fmla="*/ 0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2" y="10"/>
                      <a:pt x="0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08" name="Freeform 2599">
                <a:extLst>
                  <a:ext uri="{FF2B5EF4-FFF2-40B4-BE49-F238E27FC236}">
                    <a16:creationId xmlns:a16="http://schemas.microsoft.com/office/drawing/2014/main" id="{33228727-0F71-4EE1-B5D6-F70692922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3427"/>
                <a:ext cx="20" cy="36"/>
              </a:xfrm>
              <a:custGeom>
                <a:avLst/>
                <a:gdLst>
                  <a:gd name="T0" fmla="*/ 0 w 16"/>
                  <a:gd name="T1" fmla="*/ 0 h 27"/>
                  <a:gd name="T2" fmla="*/ 29 w 16"/>
                  <a:gd name="T3" fmla="*/ 63 h 27"/>
                  <a:gd name="T4" fmla="*/ 25 w 16"/>
                  <a:gd name="T5" fmla="*/ 6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7">
                    <a:moveTo>
                      <a:pt x="0" y="0"/>
                    </a:moveTo>
                    <a:cubicBezTo>
                      <a:pt x="4" y="10"/>
                      <a:pt x="1" y="26"/>
                      <a:pt x="14" y="26"/>
                    </a:cubicBezTo>
                    <a:cubicBezTo>
                      <a:pt x="16" y="27"/>
                      <a:pt x="13" y="26"/>
                      <a:pt x="13" y="26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09" name="Freeform 2600">
                <a:extLst>
                  <a:ext uri="{FF2B5EF4-FFF2-40B4-BE49-F238E27FC236}">
                    <a16:creationId xmlns:a16="http://schemas.microsoft.com/office/drawing/2014/main" id="{E0B2B5CF-3CF9-4F13-81BE-188CB52A4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456"/>
                <a:ext cx="6" cy="32"/>
              </a:xfrm>
              <a:custGeom>
                <a:avLst/>
                <a:gdLst>
                  <a:gd name="T0" fmla="*/ 1 w 5"/>
                  <a:gd name="T1" fmla="*/ 0 h 24"/>
                  <a:gd name="T2" fmla="*/ 8 w 5"/>
                  <a:gd name="T3" fmla="*/ 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1" y="0"/>
                    </a:moveTo>
                    <a:cubicBezTo>
                      <a:pt x="1" y="7"/>
                      <a:pt x="0" y="20"/>
                      <a:pt x="5" y="24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10" name="Freeform 2601">
                <a:extLst>
                  <a:ext uri="{FF2B5EF4-FFF2-40B4-BE49-F238E27FC236}">
                    <a16:creationId xmlns:a16="http://schemas.microsoft.com/office/drawing/2014/main" id="{AAFE8E90-6DA7-458A-9CEF-C78F345C2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517"/>
                <a:ext cx="23" cy="32"/>
              </a:xfrm>
              <a:custGeom>
                <a:avLst/>
                <a:gdLst>
                  <a:gd name="T0" fmla="*/ 0 w 18"/>
                  <a:gd name="T1" fmla="*/ 0 h 24"/>
                  <a:gd name="T2" fmla="*/ 37 w 18"/>
                  <a:gd name="T3" fmla="*/ 48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0" y="0"/>
                    </a:moveTo>
                    <a:cubicBezTo>
                      <a:pt x="5" y="10"/>
                      <a:pt x="7" y="24"/>
                      <a:pt x="18" y="20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11" name="Freeform 2602">
                <a:extLst>
                  <a:ext uri="{FF2B5EF4-FFF2-40B4-BE49-F238E27FC236}">
                    <a16:creationId xmlns:a16="http://schemas.microsoft.com/office/drawing/2014/main" id="{AF96D2FE-A5C9-4E27-8E40-5A87935E9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3545"/>
                <a:ext cx="7" cy="27"/>
              </a:xfrm>
              <a:custGeom>
                <a:avLst/>
                <a:gdLst>
                  <a:gd name="T0" fmla="*/ 14 w 5"/>
                  <a:gd name="T1" fmla="*/ 0 h 20"/>
                  <a:gd name="T2" fmla="*/ 0 w 5"/>
                  <a:gd name="T3" fmla="*/ 7 h 20"/>
                  <a:gd name="T4" fmla="*/ 14 w 5"/>
                  <a:gd name="T5" fmla="*/ 4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0">
                    <a:moveTo>
                      <a:pt x="5" y="0"/>
                    </a:moveTo>
                    <a:cubicBezTo>
                      <a:pt x="3" y="1"/>
                      <a:pt x="2" y="2"/>
                      <a:pt x="0" y="3"/>
                    </a:cubicBezTo>
                    <a:cubicBezTo>
                      <a:pt x="3" y="8"/>
                      <a:pt x="3" y="19"/>
                      <a:pt x="5" y="20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12" name="Freeform 2603">
                <a:extLst>
                  <a:ext uri="{FF2B5EF4-FFF2-40B4-BE49-F238E27FC236}">
                    <a16:creationId xmlns:a16="http://schemas.microsoft.com/office/drawing/2014/main" id="{1B3F2C98-9D1F-4D85-A075-F84091561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3609"/>
                <a:ext cx="10" cy="19"/>
              </a:xfrm>
              <a:custGeom>
                <a:avLst/>
                <a:gdLst>
                  <a:gd name="T0" fmla="*/ 0 w 8"/>
                  <a:gd name="T1" fmla="*/ 0 h 14"/>
                  <a:gd name="T2" fmla="*/ 16 w 8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7"/>
                      <a:pt x="1" y="13"/>
                      <a:pt x="8" y="14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13" name="Freeform 2604">
                <a:extLst>
                  <a:ext uri="{FF2B5EF4-FFF2-40B4-BE49-F238E27FC236}">
                    <a16:creationId xmlns:a16="http://schemas.microsoft.com/office/drawing/2014/main" id="{3394E132-8BBC-4DD2-B1DE-45DCE6B63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3625"/>
                <a:ext cx="5" cy="24"/>
              </a:xfrm>
              <a:custGeom>
                <a:avLst/>
                <a:gdLst>
                  <a:gd name="T0" fmla="*/ 0 w 4"/>
                  <a:gd name="T1" fmla="*/ 0 h 18"/>
                  <a:gd name="T2" fmla="*/ 8 w 4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cubicBezTo>
                      <a:pt x="0" y="7"/>
                      <a:pt x="0" y="14"/>
                      <a:pt x="4" y="18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14" name="Freeform 2605">
                <a:extLst>
                  <a:ext uri="{FF2B5EF4-FFF2-40B4-BE49-F238E27FC236}">
                    <a16:creationId xmlns:a16="http://schemas.microsoft.com/office/drawing/2014/main" id="{EA1D17B8-0DAF-47F0-8F2A-C7874C5B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3685"/>
                <a:ext cx="16" cy="43"/>
              </a:xfrm>
              <a:custGeom>
                <a:avLst/>
                <a:gdLst>
                  <a:gd name="T0" fmla="*/ 25 w 13"/>
                  <a:gd name="T1" fmla="*/ 78 h 32"/>
                  <a:gd name="T2" fmla="*/ 14 w 13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32"/>
                    </a:moveTo>
                    <a:cubicBezTo>
                      <a:pt x="10" y="25"/>
                      <a:pt x="0" y="7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15" name="Freeform 2606">
                <a:extLst>
                  <a:ext uri="{FF2B5EF4-FFF2-40B4-BE49-F238E27FC236}">
                    <a16:creationId xmlns:a16="http://schemas.microsoft.com/office/drawing/2014/main" id="{189D1948-387E-4AAA-A032-5C1602E94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3681"/>
                <a:ext cx="7" cy="11"/>
              </a:xfrm>
              <a:custGeom>
                <a:avLst/>
                <a:gdLst>
                  <a:gd name="T0" fmla="*/ 0 w 6"/>
                  <a:gd name="T1" fmla="*/ 0 h 8"/>
                  <a:gd name="T2" fmla="*/ 9 w 6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4"/>
                      <a:pt x="3" y="7"/>
                      <a:pt x="6" y="8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16" name="Freeform 2607">
                <a:extLst>
                  <a:ext uri="{FF2B5EF4-FFF2-40B4-BE49-F238E27FC236}">
                    <a16:creationId xmlns:a16="http://schemas.microsoft.com/office/drawing/2014/main" id="{31512B9D-9393-4BF7-8451-6725C5837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3584"/>
                <a:ext cx="9" cy="25"/>
              </a:xfrm>
              <a:custGeom>
                <a:avLst/>
                <a:gdLst>
                  <a:gd name="T0" fmla="*/ 0 w 7"/>
                  <a:gd name="T1" fmla="*/ 0 h 19"/>
                  <a:gd name="T2" fmla="*/ 6 w 7"/>
                  <a:gd name="T3" fmla="*/ 42 h 19"/>
                  <a:gd name="T4" fmla="*/ 15 w 7"/>
                  <a:gd name="T5" fmla="*/ 4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1" y="6"/>
                      <a:pt x="2" y="12"/>
                      <a:pt x="3" y="18"/>
                    </a:cubicBezTo>
                    <a:cubicBezTo>
                      <a:pt x="5" y="18"/>
                      <a:pt x="6" y="19"/>
                      <a:pt x="7" y="19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17" name="Freeform 2608">
                <a:extLst>
                  <a:ext uri="{FF2B5EF4-FFF2-40B4-BE49-F238E27FC236}">
                    <a16:creationId xmlns:a16="http://schemas.microsoft.com/office/drawing/2014/main" id="{6D5F36BB-1DF5-485B-9B42-573090FA9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609"/>
                <a:ext cx="6" cy="19"/>
              </a:xfrm>
              <a:custGeom>
                <a:avLst/>
                <a:gdLst>
                  <a:gd name="T0" fmla="*/ 1 w 5"/>
                  <a:gd name="T1" fmla="*/ 0 h 14"/>
                  <a:gd name="T2" fmla="*/ 8 w 5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1" y="0"/>
                    </a:moveTo>
                    <a:cubicBezTo>
                      <a:pt x="0" y="6"/>
                      <a:pt x="1" y="11"/>
                      <a:pt x="5" y="14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18" name="Freeform 2609">
                <a:extLst>
                  <a:ext uri="{FF2B5EF4-FFF2-40B4-BE49-F238E27FC236}">
                    <a16:creationId xmlns:a16="http://schemas.microsoft.com/office/drawing/2014/main" id="{2B298EB8-A97D-4D72-A057-ECD01A180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3393"/>
                <a:ext cx="9" cy="23"/>
              </a:xfrm>
              <a:custGeom>
                <a:avLst/>
                <a:gdLst>
                  <a:gd name="T0" fmla="*/ 0 w 7"/>
                  <a:gd name="T1" fmla="*/ 0 h 17"/>
                  <a:gd name="T2" fmla="*/ 15 w 7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1" y="6"/>
                      <a:pt x="4" y="16"/>
                      <a:pt x="7" y="17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19" name="Freeform 2610">
                <a:extLst>
                  <a:ext uri="{FF2B5EF4-FFF2-40B4-BE49-F238E27FC236}">
                    <a16:creationId xmlns:a16="http://schemas.microsoft.com/office/drawing/2014/main" id="{20B53859-FB19-4C60-8FCA-EB68A47A3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3416"/>
                <a:ext cx="5" cy="23"/>
              </a:xfrm>
              <a:custGeom>
                <a:avLst/>
                <a:gdLst>
                  <a:gd name="T0" fmla="*/ 0 w 4"/>
                  <a:gd name="T1" fmla="*/ 0 h 17"/>
                  <a:gd name="T2" fmla="*/ 8 w 4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0" y="0"/>
                    </a:moveTo>
                    <a:cubicBezTo>
                      <a:pt x="0" y="7"/>
                      <a:pt x="2" y="12"/>
                      <a:pt x="4" y="17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20" name="Freeform 2611">
                <a:extLst>
                  <a:ext uri="{FF2B5EF4-FFF2-40B4-BE49-F238E27FC236}">
                    <a16:creationId xmlns:a16="http://schemas.microsoft.com/office/drawing/2014/main" id="{D695E0D1-0017-44CD-845C-117B1C564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180"/>
                <a:ext cx="5" cy="21"/>
              </a:xfrm>
              <a:custGeom>
                <a:avLst/>
                <a:gdLst>
                  <a:gd name="T0" fmla="*/ 1 w 4"/>
                  <a:gd name="T1" fmla="*/ 0 h 16"/>
                  <a:gd name="T2" fmla="*/ 8 w 4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1" y="0"/>
                    </a:moveTo>
                    <a:cubicBezTo>
                      <a:pt x="0" y="6"/>
                      <a:pt x="1" y="12"/>
                      <a:pt x="4" y="16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21" name="Freeform 2612">
                <a:extLst>
                  <a:ext uri="{FF2B5EF4-FFF2-40B4-BE49-F238E27FC236}">
                    <a16:creationId xmlns:a16="http://schemas.microsoft.com/office/drawing/2014/main" id="{438B0580-2911-4CE5-ACA7-9E9DA2693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3197"/>
                <a:ext cx="4" cy="24"/>
              </a:xfrm>
              <a:custGeom>
                <a:avLst/>
                <a:gdLst>
                  <a:gd name="T0" fmla="*/ 5 w 3"/>
                  <a:gd name="T1" fmla="*/ 0 h 18"/>
                  <a:gd name="T2" fmla="*/ 7 w 3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2" y="0"/>
                    </a:moveTo>
                    <a:cubicBezTo>
                      <a:pt x="0" y="6"/>
                      <a:pt x="1" y="13"/>
                      <a:pt x="3" y="18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22" name="Freeform 2613">
                <a:extLst>
                  <a:ext uri="{FF2B5EF4-FFF2-40B4-BE49-F238E27FC236}">
                    <a16:creationId xmlns:a16="http://schemas.microsoft.com/office/drawing/2014/main" id="{DAB4D0F7-C2EB-46C2-BA10-DFDCDF0DD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803"/>
                <a:ext cx="10" cy="29"/>
              </a:xfrm>
              <a:custGeom>
                <a:avLst/>
                <a:gdLst>
                  <a:gd name="T0" fmla="*/ 6 w 8"/>
                  <a:gd name="T1" fmla="*/ 0 h 22"/>
                  <a:gd name="T2" fmla="*/ 10 w 8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3" y="0"/>
                    </a:moveTo>
                    <a:cubicBezTo>
                      <a:pt x="0" y="8"/>
                      <a:pt x="8" y="17"/>
                      <a:pt x="5" y="22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23" name="Freeform 2614">
                <a:extLst>
                  <a:ext uri="{FF2B5EF4-FFF2-40B4-BE49-F238E27FC236}">
                    <a16:creationId xmlns:a16="http://schemas.microsoft.com/office/drawing/2014/main" id="{D5DDE3AD-1BA5-43F7-8FA4-D2002550B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825"/>
                <a:ext cx="10" cy="31"/>
              </a:xfrm>
              <a:custGeom>
                <a:avLst/>
                <a:gdLst>
                  <a:gd name="T0" fmla="*/ 16 w 8"/>
                  <a:gd name="T1" fmla="*/ 0 h 23"/>
                  <a:gd name="T2" fmla="*/ 8 w 8"/>
                  <a:gd name="T3" fmla="*/ 5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8" y="0"/>
                    </a:moveTo>
                    <a:cubicBezTo>
                      <a:pt x="0" y="4"/>
                      <a:pt x="4" y="16"/>
                      <a:pt x="4" y="23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24" name="Freeform 2615">
                <a:extLst>
                  <a:ext uri="{FF2B5EF4-FFF2-40B4-BE49-F238E27FC236}">
                    <a16:creationId xmlns:a16="http://schemas.microsoft.com/office/drawing/2014/main" id="{0DCA8716-BF2E-4845-95CC-A5201F281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924"/>
                <a:ext cx="8" cy="35"/>
              </a:xfrm>
              <a:custGeom>
                <a:avLst/>
                <a:gdLst>
                  <a:gd name="T0" fmla="*/ 7 w 6"/>
                  <a:gd name="T1" fmla="*/ 0 h 26"/>
                  <a:gd name="T2" fmla="*/ 15 w 6"/>
                  <a:gd name="T3" fmla="*/ 6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6">
                    <a:moveTo>
                      <a:pt x="3" y="0"/>
                    </a:moveTo>
                    <a:cubicBezTo>
                      <a:pt x="0" y="9"/>
                      <a:pt x="6" y="18"/>
                      <a:pt x="6" y="26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25" name="Freeform 2616">
                <a:extLst>
                  <a:ext uri="{FF2B5EF4-FFF2-40B4-BE49-F238E27FC236}">
                    <a16:creationId xmlns:a16="http://schemas.microsoft.com/office/drawing/2014/main" id="{4FC7ED25-258E-44CC-8400-34A8E5581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953"/>
                <a:ext cx="7" cy="19"/>
              </a:xfrm>
              <a:custGeom>
                <a:avLst/>
                <a:gdLst>
                  <a:gd name="T0" fmla="*/ 8 w 5"/>
                  <a:gd name="T1" fmla="*/ 0 h 14"/>
                  <a:gd name="T2" fmla="*/ 14 w 5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3" y="0"/>
                    </a:moveTo>
                    <a:cubicBezTo>
                      <a:pt x="1" y="5"/>
                      <a:pt x="0" y="11"/>
                      <a:pt x="5" y="14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26" name="Freeform 2617">
                <a:extLst>
                  <a:ext uri="{FF2B5EF4-FFF2-40B4-BE49-F238E27FC236}">
                    <a16:creationId xmlns:a16="http://schemas.microsoft.com/office/drawing/2014/main" id="{9737CF82-1423-4AAA-A0D2-4A615074B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607"/>
                <a:ext cx="6" cy="30"/>
              </a:xfrm>
              <a:custGeom>
                <a:avLst/>
                <a:gdLst>
                  <a:gd name="T0" fmla="*/ 6 w 5"/>
                  <a:gd name="T1" fmla="*/ 0 h 23"/>
                  <a:gd name="T2" fmla="*/ 8 w 5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3" y="0"/>
                    </a:moveTo>
                    <a:cubicBezTo>
                      <a:pt x="0" y="5"/>
                      <a:pt x="2" y="21"/>
                      <a:pt x="5" y="23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27" name="Freeform 2618">
                <a:extLst>
                  <a:ext uri="{FF2B5EF4-FFF2-40B4-BE49-F238E27FC236}">
                    <a16:creationId xmlns:a16="http://schemas.microsoft.com/office/drawing/2014/main" id="{E1B29781-26B9-4C3E-B461-293248B81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632"/>
                <a:ext cx="6" cy="28"/>
              </a:xfrm>
              <a:custGeom>
                <a:avLst/>
                <a:gdLst>
                  <a:gd name="T0" fmla="*/ 8 w 5"/>
                  <a:gd name="T1" fmla="*/ 0 h 21"/>
                  <a:gd name="T2" fmla="*/ 7 w 5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5" y="0"/>
                    </a:moveTo>
                    <a:cubicBezTo>
                      <a:pt x="0" y="7"/>
                      <a:pt x="3" y="14"/>
                      <a:pt x="4" y="21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28" name="Freeform 2619">
                <a:extLst>
                  <a:ext uri="{FF2B5EF4-FFF2-40B4-BE49-F238E27FC236}">
                    <a16:creationId xmlns:a16="http://schemas.microsoft.com/office/drawing/2014/main" id="{8414A2DF-AC96-4524-99D7-8305E0152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715"/>
                <a:ext cx="8" cy="22"/>
              </a:xfrm>
              <a:custGeom>
                <a:avLst/>
                <a:gdLst>
                  <a:gd name="T0" fmla="*/ 0 w 6"/>
                  <a:gd name="T1" fmla="*/ 0 h 17"/>
                  <a:gd name="T2" fmla="*/ 15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1" y="6"/>
                      <a:pt x="4" y="12"/>
                      <a:pt x="6" y="17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29" name="Freeform 2620">
                <a:extLst>
                  <a:ext uri="{FF2B5EF4-FFF2-40B4-BE49-F238E27FC236}">
                    <a16:creationId xmlns:a16="http://schemas.microsoft.com/office/drawing/2014/main" id="{5C32DF72-62D1-47AB-8B0B-644FD5A77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733"/>
                <a:ext cx="4" cy="15"/>
              </a:xfrm>
              <a:custGeom>
                <a:avLst/>
                <a:gdLst>
                  <a:gd name="T0" fmla="*/ 7 w 3"/>
                  <a:gd name="T1" fmla="*/ 0 h 11"/>
                  <a:gd name="T2" fmla="*/ 5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1" y="4"/>
                      <a:pt x="0" y="8"/>
                      <a:pt x="2" y="11"/>
                    </a:cubicBezTo>
                  </a:path>
                </a:pathLst>
              </a:custGeom>
              <a:noFill/>
              <a:ln w="6350" cap="rnd">
                <a:solidFill>
                  <a:srgbClr val="E97B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30" name="Freeform 2621">
                <a:extLst>
                  <a:ext uri="{FF2B5EF4-FFF2-40B4-BE49-F238E27FC236}">
                    <a16:creationId xmlns:a16="http://schemas.microsoft.com/office/drawing/2014/main" id="{9929536E-4A02-4A36-812C-C6B70C5DB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645"/>
                <a:ext cx="13" cy="15"/>
              </a:xfrm>
              <a:custGeom>
                <a:avLst/>
                <a:gdLst>
                  <a:gd name="T0" fmla="*/ 1 w 11"/>
                  <a:gd name="T1" fmla="*/ 14 h 11"/>
                  <a:gd name="T2" fmla="*/ 17 w 11"/>
                  <a:gd name="T3" fmla="*/ 15 h 11"/>
                  <a:gd name="T4" fmla="*/ 0 w 11"/>
                  <a:gd name="T5" fmla="*/ 2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5"/>
                    </a:moveTo>
                    <a:cubicBezTo>
                      <a:pt x="3" y="2"/>
                      <a:pt x="10" y="0"/>
                      <a:pt x="10" y="6"/>
                    </a:cubicBezTo>
                    <a:cubicBezTo>
                      <a:pt x="11" y="11"/>
                      <a:pt x="4" y="10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31" name="Freeform 2622">
                <a:extLst>
                  <a:ext uri="{FF2B5EF4-FFF2-40B4-BE49-F238E27FC236}">
                    <a16:creationId xmlns:a16="http://schemas.microsoft.com/office/drawing/2014/main" id="{C9A666AD-41F7-4F78-9D4F-588FF8BA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685"/>
                <a:ext cx="28" cy="20"/>
              </a:xfrm>
              <a:custGeom>
                <a:avLst/>
                <a:gdLst>
                  <a:gd name="T0" fmla="*/ 10 w 22"/>
                  <a:gd name="T1" fmla="*/ 36 h 15"/>
                  <a:gd name="T2" fmla="*/ 0 w 22"/>
                  <a:gd name="T3" fmla="*/ 2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5" y="15"/>
                    </a:moveTo>
                    <a:cubicBezTo>
                      <a:pt x="22" y="15"/>
                      <a:pt x="8" y="0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32" name="Freeform 2623">
                <a:extLst>
                  <a:ext uri="{FF2B5EF4-FFF2-40B4-BE49-F238E27FC236}">
                    <a16:creationId xmlns:a16="http://schemas.microsoft.com/office/drawing/2014/main" id="{A7805F6B-F3A0-448A-B069-B361BEF78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739"/>
                <a:ext cx="12" cy="5"/>
              </a:xfrm>
              <a:custGeom>
                <a:avLst/>
                <a:gdLst>
                  <a:gd name="T0" fmla="*/ 0 w 9"/>
                  <a:gd name="T1" fmla="*/ 8 h 4"/>
                  <a:gd name="T2" fmla="*/ 2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0"/>
                      <a:pt x="6" y="0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33" name="Freeform 2624">
                <a:extLst>
                  <a:ext uri="{FF2B5EF4-FFF2-40B4-BE49-F238E27FC236}">
                    <a16:creationId xmlns:a16="http://schemas.microsoft.com/office/drawing/2014/main" id="{A20BAF78-58A2-457B-A2CB-D50611CBF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764"/>
                <a:ext cx="9" cy="8"/>
              </a:xfrm>
              <a:custGeom>
                <a:avLst/>
                <a:gdLst>
                  <a:gd name="T0" fmla="*/ 0 w 7"/>
                  <a:gd name="T1" fmla="*/ 0 h 6"/>
                  <a:gd name="T2" fmla="*/ 15 w 7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2"/>
                      <a:pt x="5" y="4"/>
                      <a:pt x="7" y="6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34" name="Freeform 2625">
                <a:extLst>
                  <a:ext uri="{FF2B5EF4-FFF2-40B4-BE49-F238E27FC236}">
                    <a16:creationId xmlns:a16="http://schemas.microsoft.com/office/drawing/2014/main" id="{39092B96-3D88-4DD3-81D2-9133E8B07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717"/>
                <a:ext cx="7" cy="4"/>
              </a:xfrm>
              <a:custGeom>
                <a:avLst/>
                <a:gdLst>
                  <a:gd name="T0" fmla="*/ 0 w 6"/>
                  <a:gd name="T1" fmla="*/ 7 h 3"/>
                  <a:gd name="T2" fmla="*/ 9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35" name="Freeform 2626">
                <a:extLst>
                  <a:ext uri="{FF2B5EF4-FFF2-40B4-BE49-F238E27FC236}">
                    <a16:creationId xmlns:a16="http://schemas.microsoft.com/office/drawing/2014/main" id="{018980E1-D478-4CBA-B2CD-C96770C8C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609"/>
                <a:ext cx="13" cy="4"/>
              </a:xfrm>
              <a:custGeom>
                <a:avLst/>
                <a:gdLst>
                  <a:gd name="T0" fmla="*/ 0 w 10"/>
                  <a:gd name="T1" fmla="*/ 0 h 3"/>
                  <a:gd name="T2" fmla="*/ 22 w 10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3" y="1"/>
                      <a:pt x="6" y="3"/>
                      <a:pt x="10" y="3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36" name="Freeform 2627">
                <a:extLst>
                  <a:ext uri="{FF2B5EF4-FFF2-40B4-BE49-F238E27FC236}">
                    <a16:creationId xmlns:a16="http://schemas.microsoft.com/office/drawing/2014/main" id="{86DAC85C-8B40-4C60-8199-6FDC69B1A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581"/>
                <a:ext cx="17" cy="15"/>
              </a:xfrm>
              <a:custGeom>
                <a:avLst/>
                <a:gdLst>
                  <a:gd name="T0" fmla="*/ 7 w 14"/>
                  <a:gd name="T1" fmla="*/ 27 h 11"/>
                  <a:gd name="T2" fmla="*/ 0 w 14"/>
                  <a:gd name="T3" fmla="*/ 1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4" y="11"/>
                    </a:moveTo>
                    <a:cubicBezTo>
                      <a:pt x="14" y="11"/>
                      <a:pt x="11" y="0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37" name="Freeform 2628">
                <a:extLst>
                  <a:ext uri="{FF2B5EF4-FFF2-40B4-BE49-F238E27FC236}">
                    <a16:creationId xmlns:a16="http://schemas.microsoft.com/office/drawing/2014/main" id="{FE8DA4E9-2DDC-4BC1-B6E4-DC642E591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655"/>
                <a:ext cx="11" cy="4"/>
              </a:xfrm>
              <a:custGeom>
                <a:avLst/>
                <a:gdLst>
                  <a:gd name="T0" fmla="*/ 0 w 9"/>
                  <a:gd name="T1" fmla="*/ 7 h 3"/>
                  <a:gd name="T2" fmla="*/ 16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1"/>
                      <a:pt x="6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38" name="Freeform 2629">
                <a:extLst>
                  <a:ext uri="{FF2B5EF4-FFF2-40B4-BE49-F238E27FC236}">
                    <a16:creationId xmlns:a16="http://schemas.microsoft.com/office/drawing/2014/main" id="{0F3D128B-1B34-4A62-96DB-3983444C2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807"/>
                <a:ext cx="11" cy="9"/>
              </a:xfrm>
              <a:custGeom>
                <a:avLst/>
                <a:gdLst>
                  <a:gd name="T0" fmla="*/ 0 w 9"/>
                  <a:gd name="T1" fmla="*/ 5 h 7"/>
                  <a:gd name="T2" fmla="*/ 16 w 9"/>
                  <a:gd name="T3" fmla="*/ 1 h 7"/>
                  <a:gd name="T4" fmla="*/ 0 w 9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2"/>
                    </a:moveTo>
                    <a:cubicBezTo>
                      <a:pt x="3" y="1"/>
                      <a:pt x="6" y="0"/>
                      <a:pt x="9" y="1"/>
                    </a:cubicBezTo>
                    <a:cubicBezTo>
                      <a:pt x="9" y="5"/>
                      <a:pt x="4" y="6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39" name="Freeform 2630">
                <a:extLst>
                  <a:ext uri="{FF2B5EF4-FFF2-40B4-BE49-F238E27FC236}">
                    <a16:creationId xmlns:a16="http://schemas.microsoft.com/office/drawing/2014/main" id="{F64355E7-694A-4DB6-AAFB-A7B0F056F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852"/>
                <a:ext cx="8" cy="1"/>
              </a:xfrm>
              <a:custGeom>
                <a:avLst/>
                <a:gdLst>
                  <a:gd name="T0" fmla="*/ 0 w 6"/>
                  <a:gd name="T1" fmla="*/ 0 h 1"/>
                  <a:gd name="T2" fmla="*/ 1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40" name="Freeform 2631">
                <a:extLst>
                  <a:ext uri="{FF2B5EF4-FFF2-40B4-BE49-F238E27FC236}">
                    <a16:creationId xmlns:a16="http://schemas.microsoft.com/office/drawing/2014/main" id="{E264B55C-57D5-4504-B118-5022A9DE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868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4" y="0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41" name="Freeform 2632">
                <a:extLst>
                  <a:ext uri="{FF2B5EF4-FFF2-40B4-BE49-F238E27FC236}">
                    <a16:creationId xmlns:a16="http://schemas.microsoft.com/office/drawing/2014/main" id="{F0493AD3-FD45-43A7-A80B-35A6DA071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871"/>
                <a:ext cx="1" cy="14"/>
              </a:xfrm>
              <a:custGeom>
                <a:avLst/>
                <a:gdLst>
                  <a:gd name="T0" fmla="*/ 1 w 1"/>
                  <a:gd name="T1" fmla="*/ 0 h 11"/>
                  <a:gd name="T2" fmla="*/ 1 w 1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1" y="3"/>
                      <a:pt x="0" y="7"/>
                      <a:pt x="1" y="11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42" name="Freeform 2633">
                <a:extLst>
                  <a:ext uri="{FF2B5EF4-FFF2-40B4-BE49-F238E27FC236}">
                    <a16:creationId xmlns:a16="http://schemas.microsoft.com/office/drawing/2014/main" id="{0B0B07DF-279D-444A-B51D-87A97292D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893"/>
                <a:ext cx="12" cy="3"/>
              </a:xfrm>
              <a:custGeom>
                <a:avLst/>
                <a:gdLst>
                  <a:gd name="T0" fmla="*/ 0 w 10"/>
                  <a:gd name="T1" fmla="*/ 8 h 2"/>
                  <a:gd name="T2" fmla="*/ 17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3" y="2"/>
                      <a:pt x="7" y="1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43" name="Freeform 2634">
                <a:extLst>
                  <a:ext uri="{FF2B5EF4-FFF2-40B4-BE49-F238E27FC236}">
                    <a16:creationId xmlns:a16="http://schemas.microsoft.com/office/drawing/2014/main" id="{04E290C5-C12D-480C-B7EC-19D42CCCA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929"/>
                <a:ext cx="9" cy="1"/>
              </a:xfrm>
              <a:custGeom>
                <a:avLst/>
                <a:gdLst>
                  <a:gd name="T0" fmla="*/ 0 w 7"/>
                  <a:gd name="T1" fmla="*/ 0 h 1"/>
                  <a:gd name="T2" fmla="*/ 15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0"/>
                      <a:pt x="4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44" name="Freeform 2635">
                <a:extLst>
                  <a:ext uri="{FF2B5EF4-FFF2-40B4-BE49-F238E27FC236}">
                    <a16:creationId xmlns:a16="http://schemas.microsoft.com/office/drawing/2014/main" id="{516C39C5-43B7-40C3-BAAD-4A648DFAB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961"/>
                <a:ext cx="4" cy="14"/>
              </a:xfrm>
              <a:custGeom>
                <a:avLst/>
                <a:gdLst>
                  <a:gd name="T0" fmla="*/ 0 w 3"/>
                  <a:gd name="T1" fmla="*/ 0 h 10"/>
                  <a:gd name="T2" fmla="*/ 7 w 3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1" y="3"/>
                      <a:pt x="2" y="6"/>
                      <a:pt x="3" y="1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45" name="Freeform 2636">
                <a:extLst>
                  <a:ext uri="{FF2B5EF4-FFF2-40B4-BE49-F238E27FC236}">
                    <a16:creationId xmlns:a16="http://schemas.microsoft.com/office/drawing/2014/main" id="{DC8E9172-9B12-4374-899D-EFADB34A6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985"/>
                <a:ext cx="10" cy="8"/>
              </a:xfrm>
              <a:custGeom>
                <a:avLst/>
                <a:gdLst>
                  <a:gd name="T0" fmla="*/ 0 w 8"/>
                  <a:gd name="T1" fmla="*/ 12 h 6"/>
                  <a:gd name="T2" fmla="*/ 16 w 8"/>
                  <a:gd name="T3" fmla="*/ 7 h 6"/>
                  <a:gd name="T4" fmla="*/ 0 w 8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5"/>
                    </a:moveTo>
                    <a:cubicBezTo>
                      <a:pt x="3" y="6"/>
                      <a:pt x="6" y="5"/>
                      <a:pt x="8" y="3"/>
                    </a:cubicBezTo>
                    <a:cubicBezTo>
                      <a:pt x="7" y="0"/>
                      <a:pt x="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46" name="Freeform 2637">
                <a:extLst>
                  <a:ext uri="{FF2B5EF4-FFF2-40B4-BE49-F238E27FC236}">
                    <a16:creationId xmlns:a16="http://schemas.microsoft.com/office/drawing/2014/main" id="{41071BE0-CB9B-408D-9763-34815DF2A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036"/>
                <a:ext cx="11" cy="3"/>
              </a:xfrm>
              <a:custGeom>
                <a:avLst/>
                <a:gdLst>
                  <a:gd name="T0" fmla="*/ 0 w 9"/>
                  <a:gd name="T1" fmla="*/ 8 h 2"/>
                  <a:gd name="T2" fmla="*/ 16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2"/>
                      <a:pt x="6" y="0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47" name="Freeform 2638">
                <a:extLst>
                  <a:ext uri="{FF2B5EF4-FFF2-40B4-BE49-F238E27FC236}">
                    <a16:creationId xmlns:a16="http://schemas.microsoft.com/office/drawing/2014/main" id="{9829CE69-D22D-45CF-A432-D41E4B1B1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3060"/>
                <a:ext cx="12" cy="3"/>
              </a:xfrm>
              <a:custGeom>
                <a:avLst/>
                <a:gdLst>
                  <a:gd name="T0" fmla="*/ 0 w 9"/>
                  <a:gd name="T1" fmla="*/ 8 h 2"/>
                  <a:gd name="T2" fmla="*/ 21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2" y="0"/>
                      <a:pt x="5" y="0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48" name="Freeform 2639">
                <a:extLst>
                  <a:ext uri="{FF2B5EF4-FFF2-40B4-BE49-F238E27FC236}">
                    <a16:creationId xmlns:a16="http://schemas.microsoft.com/office/drawing/2014/main" id="{9C04ADB3-8990-4497-BDE3-341CC0088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139"/>
                <a:ext cx="4" cy="9"/>
              </a:xfrm>
              <a:custGeom>
                <a:avLst/>
                <a:gdLst>
                  <a:gd name="T0" fmla="*/ 1 w 3"/>
                  <a:gd name="T1" fmla="*/ 0 h 7"/>
                  <a:gd name="T2" fmla="*/ 7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3"/>
                      <a:pt x="1" y="6"/>
                      <a:pt x="3" y="7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49" name="Freeform 2640">
                <a:extLst>
                  <a:ext uri="{FF2B5EF4-FFF2-40B4-BE49-F238E27FC236}">
                    <a16:creationId xmlns:a16="http://schemas.microsoft.com/office/drawing/2014/main" id="{9C3DA4DD-4551-4A5F-922F-55A95EE3B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157"/>
                <a:ext cx="13" cy="11"/>
              </a:xfrm>
              <a:custGeom>
                <a:avLst/>
                <a:gdLst>
                  <a:gd name="T0" fmla="*/ 8 w 11"/>
                  <a:gd name="T1" fmla="*/ 21 h 8"/>
                  <a:gd name="T2" fmla="*/ 18 w 11"/>
                  <a:gd name="T3" fmla="*/ 1 h 8"/>
                  <a:gd name="T4" fmla="*/ 0 w 11"/>
                  <a:gd name="T5" fmla="*/ 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5" y="8"/>
                    </a:moveTo>
                    <a:cubicBezTo>
                      <a:pt x="7" y="7"/>
                      <a:pt x="10" y="5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50" name="Freeform 2641">
                <a:extLst>
                  <a:ext uri="{FF2B5EF4-FFF2-40B4-BE49-F238E27FC236}">
                    <a16:creationId xmlns:a16="http://schemas.microsoft.com/office/drawing/2014/main" id="{11E766C6-08EB-40BC-B2B3-FA8247E49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3216"/>
                <a:ext cx="6" cy="3"/>
              </a:xfrm>
              <a:custGeom>
                <a:avLst/>
                <a:gdLst>
                  <a:gd name="T0" fmla="*/ 0 w 5"/>
                  <a:gd name="T1" fmla="*/ 8 h 2"/>
                  <a:gd name="T2" fmla="*/ 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51" name="Freeform 2642">
                <a:extLst>
                  <a:ext uri="{FF2B5EF4-FFF2-40B4-BE49-F238E27FC236}">
                    <a16:creationId xmlns:a16="http://schemas.microsoft.com/office/drawing/2014/main" id="{41993F29-2391-4C04-B6B3-339E8975D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211"/>
                <a:ext cx="16" cy="18"/>
              </a:xfrm>
              <a:custGeom>
                <a:avLst/>
                <a:gdLst>
                  <a:gd name="T0" fmla="*/ 21 w 13"/>
                  <a:gd name="T1" fmla="*/ 23 h 14"/>
                  <a:gd name="T2" fmla="*/ 9 w 13"/>
                  <a:gd name="T3" fmla="*/ 8 h 14"/>
                  <a:gd name="T4" fmla="*/ 25 w 13"/>
                  <a:gd name="T5" fmla="*/ 3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1" y="11"/>
                    </a:moveTo>
                    <a:cubicBezTo>
                      <a:pt x="11" y="8"/>
                      <a:pt x="8" y="0"/>
                      <a:pt x="5" y="4"/>
                    </a:cubicBezTo>
                    <a:cubicBezTo>
                      <a:pt x="0" y="9"/>
                      <a:pt x="10" y="13"/>
                      <a:pt x="13" y="14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52" name="Freeform 2643">
                <a:extLst>
                  <a:ext uri="{FF2B5EF4-FFF2-40B4-BE49-F238E27FC236}">
                    <a16:creationId xmlns:a16="http://schemas.microsoft.com/office/drawing/2014/main" id="{C9B8B209-5631-42E8-970E-E2A87E48F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260"/>
                <a:ext cx="7" cy="15"/>
              </a:xfrm>
              <a:custGeom>
                <a:avLst/>
                <a:gdLst>
                  <a:gd name="T0" fmla="*/ 1 w 5"/>
                  <a:gd name="T1" fmla="*/ 0 h 11"/>
                  <a:gd name="T2" fmla="*/ 14 w 5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0" y="4"/>
                      <a:pt x="2" y="8"/>
                      <a:pt x="5" y="11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53" name="Freeform 2644">
                <a:extLst>
                  <a:ext uri="{FF2B5EF4-FFF2-40B4-BE49-F238E27FC236}">
                    <a16:creationId xmlns:a16="http://schemas.microsoft.com/office/drawing/2014/main" id="{F23ED410-767D-4307-8A1F-663896A30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291"/>
                <a:ext cx="12" cy="14"/>
              </a:xfrm>
              <a:custGeom>
                <a:avLst/>
                <a:gdLst>
                  <a:gd name="T0" fmla="*/ 14 w 10"/>
                  <a:gd name="T1" fmla="*/ 10 h 11"/>
                  <a:gd name="T2" fmla="*/ 1 w 10"/>
                  <a:gd name="T3" fmla="*/ 22 h 11"/>
                  <a:gd name="T4" fmla="*/ 17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8" y="5"/>
                    </a:moveTo>
                    <a:cubicBezTo>
                      <a:pt x="8" y="8"/>
                      <a:pt x="5" y="11"/>
                      <a:pt x="1" y="10"/>
                    </a:cubicBezTo>
                    <a:cubicBezTo>
                      <a:pt x="0" y="4"/>
                      <a:pt x="5" y="2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54" name="Freeform 2645">
                <a:extLst>
                  <a:ext uri="{FF2B5EF4-FFF2-40B4-BE49-F238E27FC236}">
                    <a16:creationId xmlns:a16="http://schemas.microsoft.com/office/drawing/2014/main" id="{6EF4BB4C-6F91-440E-AA5B-842A5DC15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332"/>
                <a:ext cx="11" cy="7"/>
              </a:xfrm>
              <a:custGeom>
                <a:avLst/>
                <a:gdLst>
                  <a:gd name="T0" fmla="*/ 0 w 9"/>
                  <a:gd name="T1" fmla="*/ 14 h 5"/>
                  <a:gd name="T2" fmla="*/ 16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2"/>
                      <a:pt x="6" y="0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55" name="Freeform 2646">
                <a:extLst>
                  <a:ext uri="{FF2B5EF4-FFF2-40B4-BE49-F238E27FC236}">
                    <a16:creationId xmlns:a16="http://schemas.microsoft.com/office/drawing/2014/main" id="{F214EBF9-8D55-4E3B-A000-92D7D7CEC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373"/>
                <a:ext cx="10" cy="18"/>
              </a:xfrm>
              <a:custGeom>
                <a:avLst/>
                <a:gdLst>
                  <a:gd name="T0" fmla="*/ 16 w 8"/>
                  <a:gd name="T1" fmla="*/ 19 h 13"/>
                  <a:gd name="T2" fmla="*/ 1 w 8"/>
                  <a:gd name="T3" fmla="*/ 24 h 13"/>
                  <a:gd name="T4" fmla="*/ 16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7"/>
                    </a:moveTo>
                    <a:cubicBezTo>
                      <a:pt x="8" y="10"/>
                      <a:pt x="3" y="13"/>
                      <a:pt x="1" y="9"/>
                    </a:cubicBezTo>
                    <a:cubicBezTo>
                      <a:pt x="0" y="6"/>
                      <a:pt x="8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56" name="Freeform 2647">
                <a:extLst>
                  <a:ext uri="{FF2B5EF4-FFF2-40B4-BE49-F238E27FC236}">
                    <a16:creationId xmlns:a16="http://schemas.microsoft.com/office/drawing/2014/main" id="{45B3B2B9-B465-4DE7-8BD5-F24D13718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397"/>
                <a:ext cx="10" cy="10"/>
              </a:xfrm>
              <a:custGeom>
                <a:avLst/>
                <a:gdLst>
                  <a:gd name="T0" fmla="*/ 0 w 8"/>
                  <a:gd name="T1" fmla="*/ 1 h 7"/>
                  <a:gd name="T2" fmla="*/ 14 w 8"/>
                  <a:gd name="T3" fmla="*/ 0 h 7"/>
                  <a:gd name="T4" fmla="*/ 0 w 8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1"/>
                    </a:moveTo>
                    <a:cubicBezTo>
                      <a:pt x="2" y="1"/>
                      <a:pt x="5" y="0"/>
                      <a:pt x="7" y="0"/>
                    </a:cubicBezTo>
                    <a:cubicBezTo>
                      <a:pt x="8" y="5"/>
                      <a:pt x="4" y="6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57" name="Freeform 2648">
                <a:extLst>
                  <a:ext uri="{FF2B5EF4-FFF2-40B4-BE49-F238E27FC236}">
                    <a16:creationId xmlns:a16="http://schemas.microsoft.com/office/drawing/2014/main" id="{B6C09412-6FB6-488E-AA83-372E4A6EE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3429"/>
                <a:ext cx="14" cy="12"/>
              </a:xfrm>
              <a:custGeom>
                <a:avLst/>
                <a:gdLst>
                  <a:gd name="T0" fmla="*/ 0 w 11"/>
                  <a:gd name="T1" fmla="*/ 1 h 9"/>
                  <a:gd name="T2" fmla="*/ 23 w 11"/>
                  <a:gd name="T3" fmla="*/ 1 h 9"/>
                  <a:gd name="T4" fmla="*/ 1 w 11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1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11" y="6"/>
                      <a:pt x="5" y="9"/>
                      <a:pt x="1" y="8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58" name="Freeform 2649">
                <a:extLst>
                  <a:ext uri="{FF2B5EF4-FFF2-40B4-BE49-F238E27FC236}">
                    <a16:creationId xmlns:a16="http://schemas.microsoft.com/office/drawing/2014/main" id="{58583243-1C05-4159-8545-82E403082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3476"/>
                <a:ext cx="10" cy="9"/>
              </a:xfrm>
              <a:custGeom>
                <a:avLst/>
                <a:gdLst>
                  <a:gd name="T0" fmla="*/ 0 w 8"/>
                  <a:gd name="T1" fmla="*/ 15 h 7"/>
                  <a:gd name="T2" fmla="*/ 16 w 8"/>
                  <a:gd name="T3" fmla="*/ 1 h 7"/>
                  <a:gd name="T4" fmla="*/ 1 w 8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3" y="6"/>
                      <a:pt x="7" y="4"/>
                      <a:pt x="8" y="1"/>
                    </a:cubicBezTo>
                    <a:cubicBezTo>
                      <a:pt x="6" y="0"/>
                      <a:pt x="3" y="0"/>
                      <a:pt x="1" y="1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59" name="Freeform 2650">
                <a:extLst>
                  <a:ext uri="{FF2B5EF4-FFF2-40B4-BE49-F238E27FC236}">
                    <a16:creationId xmlns:a16="http://schemas.microsoft.com/office/drawing/2014/main" id="{CF1976B4-C186-4F47-8D9A-8BE623E61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3517"/>
                <a:ext cx="14" cy="18"/>
              </a:xfrm>
              <a:custGeom>
                <a:avLst/>
                <a:gdLst>
                  <a:gd name="T0" fmla="*/ 0 w 11"/>
                  <a:gd name="T1" fmla="*/ 15 h 13"/>
                  <a:gd name="T2" fmla="*/ 23 w 11"/>
                  <a:gd name="T3" fmla="*/ 14 h 13"/>
                  <a:gd name="T4" fmla="*/ 6 w 11"/>
                  <a:gd name="T5" fmla="*/ 3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6"/>
                    </a:moveTo>
                    <a:cubicBezTo>
                      <a:pt x="2" y="5"/>
                      <a:pt x="9" y="0"/>
                      <a:pt x="11" y="5"/>
                    </a:cubicBezTo>
                    <a:cubicBezTo>
                      <a:pt x="11" y="8"/>
                      <a:pt x="5" y="11"/>
                      <a:pt x="3" y="13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60" name="Freeform 2651">
                <a:extLst>
                  <a:ext uri="{FF2B5EF4-FFF2-40B4-BE49-F238E27FC236}">
                    <a16:creationId xmlns:a16="http://schemas.microsoft.com/office/drawing/2014/main" id="{4A40A725-DC1C-4155-9EC7-E233053EC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3567"/>
                <a:ext cx="12" cy="4"/>
              </a:xfrm>
              <a:custGeom>
                <a:avLst/>
                <a:gdLst>
                  <a:gd name="T0" fmla="*/ 0 w 9"/>
                  <a:gd name="T1" fmla="*/ 7 h 3"/>
                  <a:gd name="T2" fmla="*/ 21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2" y="0"/>
                      <a:pt x="6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61" name="Freeform 2652">
                <a:extLst>
                  <a:ext uri="{FF2B5EF4-FFF2-40B4-BE49-F238E27FC236}">
                    <a16:creationId xmlns:a16="http://schemas.microsoft.com/office/drawing/2014/main" id="{B94DF218-2631-488D-8D03-8075D79AB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3539"/>
                <a:ext cx="5" cy="16"/>
              </a:xfrm>
              <a:custGeom>
                <a:avLst/>
                <a:gdLst>
                  <a:gd name="T0" fmla="*/ 5 w 4"/>
                  <a:gd name="T1" fmla="*/ 0 h 12"/>
                  <a:gd name="T2" fmla="*/ 8 w 4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2" y="0"/>
                    </a:moveTo>
                    <a:cubicBezTo>
                      <a:pt x="0" y="4"/>
                      <a:pt x="1" y="9"/>
                      <a:pt x="4" y="12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494" name="Group 2653">
              <a:extLst>
                <a:ext uri="{FF2B5EF4-FFF2-40B4-BE49-F238E27FC236}">
                  <a16:creationId xmlns:a16="http://schemas.microsoft.com/office/drawing/2014/main" id="{85B9C3B2-E7CB-4BB1-A4E4-DE84BF3E3D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9" y="2552"/>
              <a:ext cx="1161" cy="1177"/>
              <a:chOff x="2439" y="2552"/>
              <a:chExt cx="1161" cy="1177"/>
            </a:xfrm>
          </p:grpSpPr>
          <p:sp>
            <p:nvSpPr>
              <p:cNvPr id="121762" name="Freeform 2654">
                <a:extLst>
                  <a:ext uri="{FF2B5EF4-FFF2-40B4-BE49-F238E27FC236}">
                    <a16:creationId xmlns:a16="http://schemas.microsoft.com/office/drawing/2014/main" id="{22EDCF9E-1688-4B85-ADEE-16052BEF0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3612"/>
                <a:ext cx="12" cy="5"/>
              </a:xfrm>
              <a:custGeom>
                <a:avLst/>
                <a:gdLst>
                  <a:gd name="T0" fmla="*/ 0 w 10"/>
                  <a:gd name="T1" fmla="*/ 8 h 4"/>
                  <a:gd name="T2" fmla="*/ 17 w 10"/>
                  <a:gd name="T3" fmla="*/ 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4"/>
                    </a:moveTo>
                    <a:cubicBezTo>
                      <a:pt x="3" y="2"/>
                      <a:pt x="7" y="0"/>
                      <a:pt x="10" y="1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63" name="Freeform 2655">
                <a:extLst>
                  <a:ext uri="{FF2B5EF4-FFF2-40B4-BE49-F238E27FC236}">
                    <a16:creationId xmlns:a16="http://schemas.microsoft.com/office/drawing/2014/main" id="{34553B5E-4FE7-486B-BF2E-1EDD78477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3587"/>
                <a:ext cx="9" cy="9"/>
              </a:xfrm>
              <a:custGeom>
                <a:avLst/>
                <a:gdLst>
                  <a:gd name="T0" fmla="*/ 0 w 7"/>
                  <a:gd name="T1" fmla="*/ 1 h 7"/>
                  <a:gd name="T2" fmla="*/ 5 w 7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1"/>
                    </a:moveTo>
                    <a:cubicBezTo>
                      <a:pt x="7" y="0"/>
                      <a:pt x="7" y="5"/>
                      <a:pt x="2" y="7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64" name="Freeform 2656">
                <a:extLst>
                  <a:ext uri="{FF2B5EF4-FFF2-40B4-BE49-F238E27FC236}">
                    <a16:creationId xmlns:a16="http://schemas.microsoft.com/office/drawing/2014/main" id="{DFD1EA0B-1AE9-417A-8E32-DA120400F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643"/>
                <a:ext cx="7" cy="5"/>
              </a:xfrm>
              <a:custGeom>
                <a:avLst/>
                <a:gdLst>
                  <a:gd name="T0" fmla="*/ 0 w 6"/>
                  <a:gd name="T1" fmla="*/ 8 h 4"/>
                  <a:gd name="T2" fmla="*/ 9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65" name="Freeform 2657">
                <a:extLst>
                  <a:ext uri="{FF2B5EF4-FFF2-40B4-BE49-F238E27FC236}">
                    <a16:creationId xmlns:a16="http://schemas.microsoft.com/office/drawing/2014/main" id="{3EB2266F-BD90-4DBB-A0B7-29F9AE13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683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3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66" name="Freeform 2658">
                <a:extLst>
                  <a:ext uri="{FF2B5EF4-FFF2-40B4-BE49-F238E27FC236}">
                    <a16:creationId xmlns:a16="http://schemas.microsoft.com/office/drawing/2014/main" id="{224F7A6E-A5D2-43EE-A226-B50403CB8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3455"/>
                <a:ext cx="5" cy="17"/>
              </a:xfrm>
              <a:custGeom>
                <a:avLst/>
                <a:gdLst>
                  <a:gd name="T0" fmla="*/ 8 w 4"/>
                  <a:gd name="T1" fmla="*/ 0 h 13"/>
                  <a:gd name="T2" fmla="*/ 5 w 4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2" y="4"/>
                      <a:pt x="0" y="9"/>
                      <a:pt x="2" y="13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67" name="Freeform 2659">
                <a:extLst>
                  <a:ext uri="{FF2B5EF4-FFF2-40B4-BE49-F238E27FC236}">
                    <a16:creationId xmlns:a16="http://schemas.microsoft.com/office/drawing/2014/main" id="{51DDD57B-CACE-4C0E-A1B1-19A93839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965"/>
                <a:ext cx="4" cy="8"/>
              </a:xfrm>
              <a:custGeom>
                <a:avLst/>
                <a:gdLst>
                  <a:gd name="T0" fmla="*/ 0 w 3"/>
                  <a:gd name="T1" fmla="*/ 15 h 6"/>
                  <a:gd name="T2" fmla="*/ 7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1AA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68" name="Freeform 2660">
                <a:extLst>
                  <a:ext uri="{FF2B5EF4-FFF2-40B4-BE49-F238E27FC236}">
                    <a16:creationId xmlns:a16="http://schemas.microsoft.com/office/drawing/2014/main" id="{DC4ACCCC-E60C-4EDF-AF11-8D7F5F4E5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575"/>
                <a:ext cx="9" cy="12"/>
              </a:xfrm>
              <a:custGeom>
                <a:avLst/>
                <a:gdLst>
                  <a:gd name="T0" fmla="*/ 1 w 7"/>
                  <a:gd name="T1" fmla="*/ 7 h 9"/>
                  <a:gd name="T2" fmla="*/ 1 w 7"/>
                  <a:gd name="T3" fmla="*/ 21 h 9"/>
                  <a:gd name="T4" fmla="*/ 6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1" y="3"/>
                    </a:moveTo>
                    <a:cubicBezTo>
                      <a:pt x="0" y="5"/>
                      <a:pt x="0" y="7"/>
                      <a:pt x="1" y="9"/>
                    </a:cubicBezTo>
                    <a:cubicBezTo>
                      <a:pt x="6" y="8"/>
                      <a:pt x="7" y="4"/>
                      <a:pt x="3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69" name="Freeform 2661">
                <a:extLst>
                  <a:ext uri="{FF2B5EF4-FFF2-40B4-BE49-F238E27FC236}">
                    <a16:creationId xmlns:a16="http://schemas.microsoft.com/office/drawing/2014/main" id="{FECA5F4C-1745-4CC8-ABCB-83DAD3F82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688"/>
                <a:ext cx="14" cy="23"/>
              </a:xfrm>
              <a:custGeom>
                <a:avLst/>
                <a:gdLst>
                  <a:gd name="T0" fmla="*/ 0 w 11"/>
                  <a:gd name="T1" fmla="*/ 20 h 17"/>
                  <a:gd name="T2" fmla="*/ 13 w 11"/>
                  <a:gd name="T3" fmla="*/ 42 h 17"/>
                  <a:gd name="T4" fmla="*/ 1 w 11"/>
                  <a:gd name="T5" fmla="*/ 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8"/>
                    </a:moveTo>
                    <a:cubicBezTo>
                      <a:pt x="0" y="13"/>
                      <a:pt x="2" y="16"/>
                      <a:pt x="6" y="17"/>
                    </a:cubicBezTo>
                    <a:cubicBezTo>
                      <a:pt x="11" y="12"/>
                      <a:pt x="9" y="0"/>
                      <a:pt x="1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70" name="Freeform 2662">
                <a:extLst>
                  <a:ext uri="{FF2B5EF4-FFF2-40B4-BE49-F238E27FC236}">
                    <a16:creationId xmlns:a16="http://schemas.microsoft.com/office/drawing/2014/main" id="{C902125F-6CCF-4948-999B-C6B0352D8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664"/>
                <a:ext cx="6" cy="11"/>
              </a:xfrm>
              <a:custGeom>
                <a:avLst/>
                <a:gdLst>
                  <a:gd name="T0" fmla="*/ 0 w 5"/>
                  <a:gd name="T1" fmla="*/ 11 h 8"/>
                  <a:gd name="T2" fmla="*/ 2 w 5"/>
                  <a:gd name="T3" fmla="*/ 21 h 8"/>
                  <a:gd name="T4" fmla="*/ 7 w 5"/>
                  <a:gd name="T5" fmla="*/ 1 h 8"/>
                  <a:gd name="T6" fmla="*/ 1 w 5"/>
                  <a:gd name="T7" fmla="*/ 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0" y="4"/>
                    </a:moveTo>
                    <a:cubicBezTo>
                      <a:pt x="0" y="6"/>
                      <a:pt x="0" y="7"/>
                      <a:pt x="2" y="8"/>
                    </a:cubicBezTo>
                    <a:cubicBezTo>
                      <a:pt x="5" y="7"/>
                      <a:pt x="5" y="5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71" name="Freeform 2663">
                <a:extLst>
                  <a:ext uri="{FF2B5EF4-FFF2-40B4-BE49-F238E27FC236}">
                    <a16:creationId xmlns:a16="http://schemas.microsoft.com/office/drawing/2014/main" id="{BF455264-B632-45A8-9CDD-35723CB3C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700"/>
                <a:ext cx="20" cy="25"/>
              </a:xfrm>
              <a:custGeom>
                <a:avLst/>
                <a:gdLst>
                  <a:gd name="T0" fmla="*/ 16 w 16"/>
                  <a:gd name="T1" fmla="*/ 0 h 19"/>
                  <a:gd name="T2" fmla="*/ 18 w 16"/>
                  <a:gd name="T3" fmla="*/ 42 h 19"/>
                  <a:gd name="T4" fmla="*/ 24 w 16"/>
                  <a:gd name="T5" fmla="*/ 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8" y="0"/>
                    </a:moveTo>
                    <a:cubicBezTo>
                      <a:pt x="5" y="3"/>
                      <a:pt x="0" y="19"/>
                      <a:pt x="9" y="18"/>
                    </a:cubicBezTo>
                    <a:cubicBezTo>
                      <a:pt x="16" y="17"/>
                      <a:pt x="16" y="7"/>
                      <a:pt x="12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72" name="Freeform 2664">
                <a:extLst>
                  <a:ext uri="{FF2B5EF4-FFF2-40B4-BE49-F238E27FC236}">
                    <a16:creationId xmlns:a16="http://schemas.microsoft.com/office/drawing/2014/main" id="{880EE6D3-08C3-4374-9F66-9ED9F6A23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641"/>
                <a:ext cx="11" cy="20"/>
              </a:xfrm>
              <a:custGeom>
                <a:avLst/>
                <a:gdLst>
                  <a:gd name="T0" fmla="*/ 6 w 9"/>
                  <a:gd name="T1" fmla="*/ 0 h 15"/>
                  <a:gd name="T2" fmla="*/ 15 w 9"/>
                  <a:gd name="T3" fmla="*/ 33 h 15"/>
                  <a:gd name="T4" fmla="*/ 11 w 9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3" y="0"/>
                    </a:moveTo>
                    <a:cubicBezTo>
                      <a:pt x="0" y="5"/>
                      <a:pt x="0" y="15"/>
                      <a:pt x="8" y="14"/>
                    </a:cubicBezTo>
                    <a:cubicBezTo>
                      <a:pt x="9" y="10"/>
                      <a:pt x="8" y="6"/>
                      <a:pt x="6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73" name="Freeform 2665">
                <a:extLst>
                  <a:ext uri="{FF2B5EF4-FFF2-40B4-BE49-F238E27FC236}">
                    <a16:creationId xmlns:a16="http://schemas.microsoft.com/office/drawing/2014/main" id="{DBECC0B3-4D7F-42C4-9F10-622C9D7B7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593"/>
                <a:ext cx="12" cy="15"/>
              </a:xfrm>
              <a:custGeom>
                <a:avLst/>
                <a:gdLst>
                  <a:gd name="T0" fmla="*/ 0 w 10"/>
                  <a:gd name="T1" fmla="*/ 10 h 11"/>
                  <a:gd name="T2" fmla="*/ 8 w 10"/>
                  <a:gd name="T3" fmla="*/ 27 h 11"/>
                  <a:gd name="T4" fmla="*/ 7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0" y="4"/>
                    </a:moveTo>
                    <a:cubicBezTo>
                      <a:pt x="0" y="8"/>
                      <a:pt x="2" y="10"/>
                      <a:pt x="5" y="11"/>
                    </a:cubicBezTo>
                    <a:cubicBezTo>
                      <a:pt x="10" y="9"/>
                      <a:pt x="8" y="3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74" name="Freeform 2666">
                <a:extLst>
                  <a:ext uri="{FF2B5EF4-FFF2-40B4-BE49-F238E27FC236}">
                    <a16:creationId xmlns:a16="http://schemas.microsoft.com/office/drawing/2014/main" id="{6FE4F823-ED51-487D-BECA-2EEF30C1C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552"/>
                <a:ext cx="11" cy="13"/>
              </a:xfrm>
              <a:custGeom>
                <a:avLst/>
                <a:gdLst>
                  <a:gd name="T0" fmla="*/ 0 w 9"/>
                  <a:gd name="T1" fmla="*/ 1 h 10"/>
                  <a:gd name="T2" fmla="*/ 9 w 9"/>
                  <a:gd name="T3" fmla="*/ 22 h 10"/>
                  <a:gd name="T4" fmla="*/ 9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1"/>
                    </a:moveTo>
                    <a:cubicBezTo>
                      <a:pt x="0" y="5"/>
                      <a:pt x="2" y="8"/>
                      <a:pt x="5" y="10"/>
                    </a:cubicBezTo>
                    <a:cubicBezTo>
                      <a:pt x="9" y="7"/>
                      <a:pt x="8" y="3"/>
                      <a:pt x="5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75" name="Freeform 2667">
                <a:extLst>
                  <a:ext uri="{FF2B5EF4-FFF2-40B4-BE49-F238E27FC236}">
                    <a16:creationId xmlns:a16="http://schemas.microsoft.com/office/drawing/2014/main" id="{BA7EFE44-69D0-4075-99D9-F47C840F2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796"/>
                <a:ext cx="23" cy="27"/>
              </a:xfrm>
              <a:custGeom>
                <a:avLst/>
                <a:gdLst>
                  <a:gd name="T0" fmla="*/ 1 w 18"/>
                  <a:gd name="T1" fmla="*/ 5 h 20"/>
                  <a:gd name="T2" fmla="*/ 8 w 18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1" y="2"/>
                    </a:moveTo>
                    <a:cubicBezTo>
                      <a:pt x="0" y="20"/>
                      <a:pt x="18" y="6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76" name="Freeform 2668">
                <a:extLst>
                  <a:ext uri="{FF2B5EF4-FFF2-40B4-BE49-F238E27FC236}">
                    <a16:creationId xmlns:a16="http://schemas.microsoft.com/office/drawing/2014/main" id="{62665A1F-0703-4D2A-B38D-53ADE36CB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789"/>
                <a:ext cx="14" cy="16"/>
              </a:xfrm>
              <a:custGeom>
                <a:avLst/>
                <a:gdLst>
                  <a:gd name="T0" fmla="*/ 8 w 11"/>
                  <a:gd name="T1" fmla="*/ 7 h 12"/>
                  <a:gd name="T2" fmla="*/ 14 w 11"/>
                  <a:gd name="T3" fmla="*/ 28 h 12"/>
                  <a:gd name="T4" fmla="*/ 8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4" y="3"/>
                    </a:moveTo>
                    <a:cubicBezTo>
                      <a:pt x="0" y="6"/>
                      <a:pt x="1" y="11"/>
                      <a:pt x="7" y="12"/>
                    </a:cubicBezTo>
                    <a:cubicBezTo>
                      <a:pt x="11" y="8"/>
                      <a:pt x="8" y="0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77" name="Freeform 2669">
                <a:extLst>
                  <a:ext uri="{FF2B5EF4-FFF2-40B4-BE49-F238E27FC236}">
                    <a16:creationId xmlns:a16="http://schemas.microsoft.com/office/drawing/2014/main" id="{6C2E9B9C-F94B-43C3-BF2E-F7FB69372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791"/>
                <a:ext cx="15" cy="17"/>
              </a:xfrm>
              <a:custGeom>
                <a:avLst/>
                <a:gdLst>
                  <a:gd name="T0" fmla="*/ 1 w 12"/>
                  <a:gd name="T1" fmla="*/ 12 h 13"/>
                  <a:gd name="T2" fmla="*/ 8 w 12"/>
                  <a:gd name="T3" fmla="*/ 29 h 13"/>
                  <a:gd name="T4" fmla="*/ 8 w 12"/>
                  <a:gd name="T5" fmla="*/ 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" y="5"/>
                    </a:moveTo>
                    <a:cubicBezTo>
                      <a:pt x="0" y="8"/>
                      <a:pt x="2" y="11"/>
                      <a:pt x="4" y="13"/>
                    </a:cubicBezTo>
                    <a:cubicBezTo>
                      <a:pt x="11" y="12"/>
                      <a:pt x="12" y="0"/>
                      <a:pt x="4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78" name="Freeform 2670">
                <a:extLst>
                  <a:ext uri="{FF2B5EF4-FFF2-40B4-BE49-F238E27FC236}">
                    <a16:creationId xmlns:a16="http://schemas.microsoft.com/office/drawing/2014/main" id="{A4908DC8-9D29-4218-ACE1-76A30593A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692"/>
                <a:ext cx="10" cy="20"/>
              </a:xfrm>
              <a:custGeom>
                <a:avLst/>
                <a:gdLst>
                  <a:gd name="T0" fmla="*/ 0 w 8"/>
                  <a:gd name="T1" fmla="*/ 16 h 15"/>
                  <a:gd name="T2" fmla="*/ 5 w 8"/>
                  <a:gd name="T3" fmla="*/ 36 h 15"/>
                  <a:gd name="T4" fmla="*/ 6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7"/>
                    </a:moveTo>
                    <a:cubicBezTo>
                      <a:pt x="0" y="10"/>
                      <a:pt x="0" y="13"/>
                      <a:pt x="2" y="15"/>
                    </a:cubicBezTo>
                    <a:cubicBezTo>
                      <a:pt x="8" y="12"/>
                      <a:pt x="8" y="2"/>
                      <a:pt x="3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79" name="Freeform 2671">
                <a:extLst>
                  <a:ext uri="{FF2B5EF4-FFF2-40B4-BE49-F238E27FC236}">
                    <a16:creationId xmlns:a16="http://schemas.microsoft.com/office/drawing/2014/main" id="{274145D0-C13C-479B-9E72-5B4FA871C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563"/>
                <a:ext cx="10" cy="9"/>
              </a:xfrm>
              <a:custGeom>
                <a:avLst/>
                <a:gdLst>
                  <a:gd name="T0" fmla="*/ 1 w 8"/>
                  <a:gd name="T1" fmla="*/ 0 h 7"/>
                  <a:gd name="T2" fmla="*/ 10 w 8"/>
                  <a:gd name="T3" fmla="*/ 15 h 7"/>
                  <a:gd name="T4" fmla="*/ 8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cubicBezTo>
                      <a:pt x="0" y="4"/>
                      <a:pt x="1" y="7"/>
                      <a:pt x="5" y="7"/>
                    </a:cubicBezTo>
                    <a:cubicBezTo>
                      <a:pt x="8" y="4"/>
                      <a:pt x="7" y="2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80" name="Freeform 2672">
                <a:extLst>
                  <a:ext uri="{FF2B5EF4-FFF2-40B4-BE49-F238E27FC236}">
                    <a16:creationId xmlns:a16="http://schemas.microsoft.com/office/drawing/2014/main" id="{6AEF393B-ED84-437F-83D9-ABBFDEF48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579"/>
                <a:ext cx="25" cy="29"/>
              </a:xfrm>
              <a:custGeom>
                <a:avLst/>
                <a:gdLst>
                  <a:gd name="T0" fmla="*/ 14 w 20"/>
                  <a:gd name="T1" fmla="*/ 0 h 22"/>
                  <a:gd name="T2" fmla="*/ 23 w 20"/>
                  <a:gd name="T3" fmla="*/ 44 h 22"/>
                  <a:gd name="T4" fmla="*/ 14 w 20"/>
                  <a:gd name="T5" fmla="*/ 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7" y="0"/>
                    </a:moveTo>
                    <a:cubicBezTo>
                      <a:pt x="1" y="5"/>
                      <a:pt x="0" y="22"/>
                      <a:pt x="11" y="19"/>
                    </a:cubicBezTo>
                    <a:cubicBezTo>
                      <a:pt x="20" y="17"/>
                      <a:pt x="16" y="1"/>
                      <a:pt x="7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81" name="Freeform 2673">
                <a:extLst>
                  <a:ext uri="{FF2B5EF4-FFF2-40B4-BE49-F238E27FC236}">
                    <a16:creationId xmlns:a16="http://schemas.microsoft.com/office/drawing/2014/main" id="{9B19E335-6A2E-4702-A211-1D3F5E0E6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553"/>
                <a:ext cx="13" cy="14"/>
              </a:xfrm>
              <a:custGeom>
                <a:avLst/>
                <a:gdLst>
                  <a:gd name="T0" fmla="*/ 0 w 10"/>
                  <a:gd name="T1" fmla="*/ 0 h 10"/>
                  <a:gd name="T2" fmla="*/ 9 w 10"/>
                  <a:gd name="T3" fmla="*/ 28 h 10"/>
                  <a:gd name="T4" fmla="*/ 12 w 10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0" y="4"/>
                      <a:pt x="1" y="8"/>
                      <a:pt x="4" y="10"/>
                    </a:cubicBezTo>
                    <a:cubicBezTo>
                      <a:pt x="10" y="7"/>
                      <a:pt x="8" y="4"/>
                      <a:pt x="5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82" name="Freeform 2674">
                <a:extLst>
                  <a:ext uri="{FF2B5EF4-FFF2-40B4-BE49-F238E27FC236}">
                    <a16:creationId xmlns:a16="http://schemas.microsoft.com/office/drawing/2014/main" id="{4F780F97-0EF0-451A-9927-9B6FC912C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735"/>
                <a:ext cx="25" cy="32"/>
              </a:xfrm>
              <a:custGeom>
                <a:avLst/>
                <a:gdLst>
                  <a:gd name="T0" fmla="*/ 25 w 20"/>
                  <a:gd name="T1" fmla="*/ 0 h 24"/>
                  <a:gd name="T2" fmla="*/ 38 w 20"/>
                  <a:gd name="T3" fmla="*/ 41 h 24"/>
                  <a:gd name="T4" fmla="*/ 30 w 20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13" y="0"/>
                    </a:moveTo>
                    <a:cubicBezTo>
                      <a:pt x="0" y="3"/>
                      <a:pt x="6" y="24"/>
                      <a:pt x="19" y="17"/>
                    </a:cubicBezTo>
                    <a:cubicBezTo>
                      <a:pt x="20" y="13"/>
                      <a:pt x="18" y="9"/>
                      <a:pt x="15" y="6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83" name="Freeform 2675">
                <a:extLst>
                  <a:ext uri="{FF2B5EF4-FFF2-40B4-BE49-F238E27FC236}">
                    <a16:creationId xmlns:a16="http://schemas.microsoft.com/office/drawing/2014/main" id="{D4A39B27-0BF9-49B7-A1E9-DE541914A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771"/>
                <a:ext cx="16" cy="20"/>
              </a:xfrm>
              <a:custGeom>
                <a:avLst/>
                <a:gdLst>
                  <a:gd name="T0" fmla="*/ 6 w 13"/>
                  <a:gd name="T1" fmla="*/ 0 h 15"/>
                  <a:gd name="T2" fmla="*/ 11 w 13"/>
                  <a:gd name="T3" fmla="*/ 36 h 15"/>
                  <a:gd name="T4" fmla="*/ 9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3" y="0"/>
                    </a:moveTo>
                    <a:cubicBezTo>
                      <a:pt x="0" y="6"/>
                      <a:pt x="1" y="11"/>
                      <a:pt x="6" y="15"/>
                    </a:cubicBezTo>
                    <a:cubicBezTo>
                      <a:pt x="13" y="12"/>
                      <a:pt x="12" y="5"/>
                      <a:pt x="5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84" name="Freeform 2676">
                <a:extLst>
                  <a:ext uri="{FF2B5EF4-FFF2-40B4-BE49-F238E27FC236}">
                    <a16:creationId xmlns:a16="http://schemas.microsoft.com/office/drawing/2014/main" id="{BE3041DF-25CF-49E9-B4CA-05A2C12B3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844"/>
                <a:ext cx="19" cy="23"/>
              </a:xfrm>
              <a:custGeom>
                <a:avLst/>
                <a:gdLst>
                  <a:gd name="T0" fmla="*/ 24 w 15"/>
                  <a:gd name="T1" fmla="*/ 0 h 17"/>
                  <a:gd name="T2" fmla="*/ 10 w 15"/>
                  <a:gd name="T3" fmla="*/ 42 h 17"/>
                  <a:gd name="T4" fmla="*/ 30 w 15"/>
                  <a:gd name="T5" fmla="*/ 16 h 17"/>
                  <a:gd name="T6" fmla="*/ 23 w 15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2" y="0"/>
                    </a:moveTo>
                    <a:cubicBezTo>
                      <a:pt x="5" y="3"/>
                      <a:pt x="0" y="10"/>
                      <a:pt x="5" y="17"/>
                    </a:cubicBezTo>
                    <a:cubicBezTo>
                      <a:pt x="10" y="16"/>
                      <a:pt x="14" y="12"/>
                      <a:pt x="15" y="7"/>
                    </a:cubicBezTo>
                    <a:cubicBezTo>
                      <a:pt x="14" y="6"/>
                      <a:pt x="13" y="5"/>
                      <a:pt x="11" y="5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85" name="Freeform 2677">
                <a:extLst>
                  <a:ext uri="{FF2B5EF4-FFF2-40B4-BE49-F238E27FC236}">
                    <a16:creationId xmlns:a16="http://schemas.microsoft.com/office/drawing/2014/main" id="{D812C5FD-CEE2-413B-9108-3C218FB8D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821"/>
                <a:ext cx="12" cy="15"/>
              </a:xfrm>
              <a:custGeom>
                <a:avLst/>
                <a:gdLst>
                  <a:gd name="T0" fmla="*/ 8 w 10"/>
                  <a:gd name="T1" fmla="*/ 0 h 11"/>
                  <a:gd name="T2" fmla="*/ 8 w 10"/>
                  <a:gd name="T3" fmla="*/ 27 h 11"/>
                  <a:gd name="T4" fmla="*/ 10 w 10"/>
                  <a:gd name="T5" fmla="*/ 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cubicBezTo>
                      <a:pt x="1" y="4"/>
                      <a:pt x="0" y="8"/>
                      <a:pt x="5" y="11"/>
                    </a:cubicBezTo>
                    <a:cubicBezTo>
                      <a:pt x="10" y="8"/>
                      <a:pt x="8" y="6"/>
                      <a:pt x="6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86" name="Freeform 2678">
                <a:extLst>
                  <a:ext uri="{FF2B5EF4-FFF2-40B4-BE49-F238E27FC236}">
                    <a16:creationId xmlns:a16="http://schemas.microsoft.com/office/drawing/2014/main" id="{047585D8-E178-40F3-A44C-129F32EE4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887"/>
                <a:ext cx="13" cy="16"/>
              </a:xfrm>
              <a:custGeom>
                <a:avLst/>
                <a:gdLst>
                  <a:gd name="T0" fmla="*/ 2 w 11"/>
                  <a:gd name="T1" fmla="*/ 0 h 12"/>
                  <a:gd name="T2" fmla="*/ 18 w 11"/>
                  <a:gd name="T3" fmla="*/ 23 h 12"/>
                  <a:gd name="T4" fmla="*/ 15 w 11"/>
                  <a:gd name="T5" fmla="*/ 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2" y="0"/>
                    </a:moveTo>
                    <a:cubicBezTo>
                      <a:pt x="0" y="8"/>
                      <a:pt x="4" y="12"/>
                      <a:pt x="11" y="10"/>
                    </a:cubicBezTo>
                    <a:cubicBezTo>
                      <a:pt x="11" y="7"/>
                      <a:pt x="10" y="6"/>
                      <a:pt x="9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87" name="Freeform 2679">
                <a:extLst>
                  <a:ext uri="{FF2B5EF4-FFF2-40B4-BE49-F238E27FC236}">
                    <a16:creationId xmlns:a16="http://schemas.microsoft.com/office/drawing/2014/main" id="{FD5B73E5-1A9D-46B8-8DB3-DAC410E39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919"/>
                <a:ext cx="17" cy="22"/>
              </a:xfrm>
              <a:custGeom>
                <a:avLst/>
                <a:gdLst>
                  <a:gd name="T0" fmla="*/ 7 w 13"/>
                  <a:gd name="T1" fmla="*/ 6 h 17"/>
                  <a:gd name="T2" fmla="*/ 12 w 13"/>
                  <a:gd name="T3" fmla="*/ 36 h 17"/>
                  <a:gd name="T4" fmla="*/ 5 w 13"/>
                  <a:gd name="T5" fmla="*/ 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3" y="3"/>
                    </a:moveTo>
                    <a:cubicBezTo>
                      <a:pt x="0" y="8"/>
                      <a:pt x="1" y="13"/>
                      <a:pt x="5" y="17"/>
                    </a:cubicBezTo>
                    <a:cubicBezTo>
                      <a:pt x="13" y="14"/>
                      <a:pt x="13" y="0"/>
                      <a:pt x="2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88" name="Freeform 2680">
                <a:extLst>
                  <a:ext uri="{FF2B5EF4-FFF2-40B4-BE49-F238E27FC236}">
                    <a16:creationId xmlns:a16="http://schemas.microsoft.com/office/drawing/2014/main" id="{E60F396F-89EC-451E-B3C9-16AFC798E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3000"/>
                <a:ext cx="15" cy="21"/>
              </a:xfrm>
              <a:custGeom>
                <a:avLst/>
                <a:gdLst>
                  <a:gd name="T0" fmla="*/ 14 w 12"/>
                  <a:gd name="T1" fmla="*/ 0 h 16"/>
                  <a:gd name="T2" fmla="*/ 13 w 12"/>
                  <a:gd name="T3" fmla="*/ 37 h 16"/>
                  <a:gd name="T4" fmla="*/ 18 w 12"/>
                  <a:gd name="T5" fmla="*/ 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7" y="0"/>
                    </a:moveTo>
                    <a:cubicBezTo>
                      <a:pt x="0" y="5"/>
                      <a:pt x="0" y="11"/>
                      <a:pt x="6" y="16"/>
                    </a:cubicBezTo>
                    <a:cubicBezTo>
                      <a:pt x="11" y="13"/>
                      <a:pt x="12" y="9"/>
                      <a:pt x="9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89" name="Freeform 2681">
                <a:extLst>
                  <a:ext uri="{FF2B5EF4-FFF2-40B4-BE49-F238E27FC236}">
                    <a16:creationId xmlns:a16="http://schemas.microsoft.com/office/drawing/2014/main" id="{F04C299C-D06B-439C-9D4A-1EB6C0DBD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991"/>
                <a:ext cx="12" cy="22"/>
              </a:xfrm>
              <a:custGeom>
                <a:avLst/>
                <a:gdLst>
                  <a:gd name="T0" fmla="*/ 1 w 9"/>
                  <a:gd name="T1" fmla="*/ 8 h 17"/>
                  <a:gd name="T2" fmla="*/ 7 w 9"/>
                  <a:gd name="T3" fmla="*/ 36 h 17"/>
                  <a:gd name="T4" fmla="*/ 0 w 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1" y="4"/>
                    </a:moveTo>
                    <a:cubicBezTo>
                      <a:pt x="0" y="9"/>
                      <a:pt x="0" y="13"/>
                      <a:pt x="3" y="17"/>
                    </a:cubicBezTo>
                    <a:cubicBezTo>
                      <a:pt x="9" y="11"/>
                      <a:pt x="8" y="2"/>
                      <a:pt x="0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90" name="Freeform 2682">
                <a:extLst>
                  <a:ext uri="{FF2B5EF4-FFF2-40B4-BE49-F238E27FC236}">
                    <a16:creationId xmlns:a16="http://schemas.microsoft.com/office/drawing/2014/main" id="{CEEEFB06-6ACF-49E0-9C10-C193DF92A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909"/>
                <a:ext cx="21" cy="38"/>
              </a:xfrm>
              <a:custGeom>
                <a:avLst/>
                <a:gdLst>
                  <a:gd name="T0" fmla="*/ 14 w 17"/>
                  <a:gd name="T1" fmla="*/ 10 h 28"/>
                  <a:gd name="T2" fmla="*/ 19 w 17"/>
                  <a:gd name="T3" fmla="*/ 50 h 28"/>
                  <a:gd name="T4" fmla="*/ 15 w 1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7" y="4"/>
                    </a:moveTo>
                    <a:cubicBezTo>
                      <a:pt x="2" y="9"/>
                      <a:pt x="0" y="28"/>
                      <a:pt x="10" y="20"/>
                    </a:cubicBezTo>
                    <a:cubicBezTo>
                      <a:pt x="17" y="14"/>
                      <a:pt x="14" y="6"/>
                      <a:pt x="8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91" name="Freeform 2683">
                <a:extLst>
                  <a:ext uri="{FF2B5EF4-FFF2-40B4-BE49-F238E27FC236}">
                    <a16:creationId xmlns:a16="http://schemas.microsoft.com/office/drawing/2014/main" id="{8C924DCA-A8E7-46E2-B16A-CDE0C28AC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805"/>
                <a:ext cx="19" cy="20"/>
              </a:xfrm>
              <a:custGeom>
                <a:avLst/>
                <a:gdLst>
                  <a:gd name="T0" fmla="*/ 18 w 15"/>
                  <a:gd name="T1" fmla="*/ 0 h 15"/>
                  <a:gd name="T2" fmla="*/ 13 w 15"/>
                  <a:gd name="T3" fmla="*/ 36 h 15"/>
                  <a:gd name="T4" fmla="*/ 24 w 15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cubicBezTo>
                      <a:pt x="2" y="2"/>
                      <a:pt x="0" y="9"/>
                      <a:pt x="6" y="15"/>
                    </a:cubicBezTo>
                    <a:cubicBezTo>
                      <a:pt x="13" y="14"/>
                      <a:pt x="15" y="7"/>
                      <a:pt x="12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92" name="Freeform 2684">
                <a:extLst>
                  <a:ext uri="{FF2B5EF4-FFF2-40B4-BE49-F238E27FC236}">
                    <a16:creationId xmlns:a16="http://schemas.microsoft.com/office/drawing/2014/main" id="{5F9DBF6C-B254-4A44-A60C-A3CD52B61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604"/>
                <a:ext cx="15" cy="19"/>
              </a:xfrm>
              <a:custGeom>
                <a:avLst/>
                <a:gdLst>
                  <a:gd name="T0" fmla="*/ 8 w 12"/>
                  <a:gd name="T1" fmla="*/ 0 h 14"/>
                  <a:gd name="T2" fmla="*/ 0 w 12"/>
                  <a:gd name="T3" fmla="*/ 30 h 14"/>
                  <a:gd name="T4" fmla="*/ 24 w 12"/>
                  <a:gd name="T5" fmla="*/ 1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4" y="0"/>
                    </a:moveTo>
                    <a:cubicBezTo>
                      <a:pt x="1" y="3"/>
                      <a:pt x="0" y="7"/>
                      <a:pt x="0" y="12"/>
                    </a:cubicBezTo>
                    <a:cubicBezTo>
                      <a:pt x="5" y="14"/>
                      <a:pt x="9" y="12"/>
                      <a:pt x="12" y="7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93" name="Freeform 2685">
                <a:extLst>
                  <a:ext uri="{FF2B5EF4-FFF2-40B4-BE49-F238E27FC236}">
                    <a16:creationId xmlns:a16="http://schemas.microsoft.com/office/drawing/2014/main" id="{A6657089-59FB-4966-8720-2CC206B1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3076"/>
                <a:ext cx="24" cy="29"/>
              </a:xfrm>
              <a:custGeom>
                <a:avLst/>
                <a:gdLst>
                  <a:gd name="T0" fmla="*/ 32 w 19"/>
                  <a:gd name="T1" fmla="*/ 22 h 22"/>
                  <a:gd name="T2" fmla="*/ 5 w 19"/>
                  <a:gd name="T3" fmla="*/ 29 h 22"/>
                  <a:gd name="T4" fmla="*/ 38 w 19"/>
                  <a:gd name="T5" fmla="*/ 2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16" y="10"/>
                    </a:moveTo>
                    <a:cubicBezTo>
                      <a:pt x="13" y="0"/>
                      <a:pt x="0" y="4"/>
                      <a:pt x="2" y="13"/>
                    </a:cubicBezTo>
                    <a:cubicBezTo>
                      <a:pt x="4" y="22"/>
                      <a:pt x="16" y="17"/>
                      <a:pt x="19" y="1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94" name="Freeform 2686">
                <a:extLst>
                  <a:ext uri="{FF2B5EF4-FFF2-40B4-BE49-F238E27FC236}">
                    <a16:creationId xmlns:a16="http://schemas.microsoft.com/office/drawing/2014/main" id="{721D40E3-0F11-4122-8A75-D0B075569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3043"/>
                <a:ext cx="13" cy="17"/>
              </a:xfrm>
              <a:custGeom>
                <a:avLst/>
                <a:gdLst>
                  <a:gd name="T0" fmla="*/ 7 w 10"/>
                  <a:gd name="T1" fmla="*/ 1 h 13"/>
                  <a:gd name="T2" fmla="*/ 17 w 10"/>
                  <a:gd name="T3" fmla="*/ 29 h 13"/>
                  <a:gd name="T4" fmla="*/ 16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1"/>
                    </a:moveTo>
                    <a:cubicBezTo>
                      <a:pt x="0" y="7"/>
                      <a:pt x="1" y="11"/>
                      <a:pt x="8" y="13"/>
                    </a:cubicBezTo>
                    <a:cubicBezTo>
                      <a:pt x="10" y="9"/>
                      <a:pt x="10" y="5"/>
                      <a:pt x="7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95" name="Freeform 2687">
                <a:extLst>
                  <a:ext uri="{FF2B5EF4-FFF2-40B4-BE49-F238E27FC236}">
                    <a16:creationId xmlns:a16="http://schemas.microsoft.com/office/drawing/2014/main" id="{0F96629A-2123-4AE3-BE68-8D056D7E4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968"/>
                <a:ext cx="10" cy="15"/>
              </a:xfrm>
              <a:custGeom>
                <a:avLst/>
                <a:gdLst>
                  <a:gd name="T0" fmla="*/ 6 w 8"/>
                  <a:gd name="T1" fmla="*/ 5 h 11"/>
                  <a:gd name="T2" fmla="*/ 0 w 8"/>
                  <a:gd name="T3" fmla="*/ 22 h 11"/>
                  <a:gd name="T4" fmla="*/ 14 w 8"/>
                  <a:gd name="T5" fmla="*/ 27 h 11"/>
                  <a:gd name="T6" fmla="*/ 14 w 8"/>
                  <a:gd name="T7" fmla="*/ 1 h 11"/>
                  <a:gd name="T8" fmla="*/ 6 w 8"/>
                  <a:gd name="T9" fmla="*/ 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3" y="2"/>
                    </a:moveTo>
                    <a:cubicBezTo>
                      <a:pt x="2" y="4"/>
                      <a:pt x="1" y="6"/>
                      <a:pt x="0" y="9"/>
                    </a:cubicBezTo>
                    <a:cubicBezTo>
                      <a:pt x="3" y="11"/>
                      <a:pt x="3" y="11"/>
                      <a:pt x="7" y="11"/>
                    </a:cubicBezTo>
                    <a:cubicBezTo>
                      <a:pt x="8" y="7"/>
                      <a:pt x="8" y="5"/>
                      <a:pt x="7" y="1"/>
                    </a:cubicBezTo>
                    <a:cubicBezTo>
                      <a:pt x="6" y="0"/>
                      <a:pt x="4" y="1"/>
                      <a:pt x="3" y="2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96" name="Freeform 2688">
                <a:extLst>
                  <a:ext uri="{FF2B5EF4-FFF2-40B4-BE49-F238E27FC236}">
                    <a16:creationId xmlns:a16="http://schemas.microsoft.com/office/drawing/2014/main" id="{391DE241-C612-4BFA-90AB-43BA04624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068"/>
                <a:ext cx="13" cy="16"/>
              </a:xfrm>
              <a:custGeom>
                <a:avLst/>
                <a:gdLst>
                  <a:gd name="T0" fmla="*/ 7 w 11"/>
                  <a:gd name="T1" fmla="*/ 0 h 12"/>
                  <a:gd name="T2" fmla="*/ 2 w 11"/>
                  <a:gd name="T3" fmla="*/ 28 h 12"/>
                  <a:gd name="T4" fmla="*/ 13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4" y="0"/>
                    </a:moveTo>
                    <a:cubicBezTo>
                      <a:pt x="1" y="4"/>
                      <a:pt x="0" y="8"/>
                      <a:pt x="2" y="12"/>
                    </a:cubicBezTo>
                    <a:cubicBezTo>
                      <a:pt x="9" y="11"/>
                      <a:pt x="11" y="7"/>
                      <a:pt x="8" y="2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97" name="Freeform 2689">
                <a:extLst>
                  <a:ext uri="{FF2B5EF4-FFF2-40B4-BE49-F238E27FC236}">
                    <a16:creationId xmlns:a16="http://schemas.microsoft.com/office/drawing/2014/main" id="{382C4B04-3C64-4282-99A0-77ABC461D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3144"/>
                <a:ext cx="23" cy="28"/>
              </a:xfrm>
              <a:custGeom>
                <a:avLst/>
                <a:gdLst>
                  <a:gd name="T0" fmla="*/ 17 w 18"/>
                  <a:gd name="T1" fmla="*/ 1 h 21"/>
                  <a:gd name="T2" fmla="*/ 23 w 18"/>
                  <a:gd name="T3" fmla="*/ 37 h 21"/>
                  <a:gd name="T4" fmla="*/ 22 w 1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8" y="1"/>
                    </a:moveTo>
                    <a:cubicBezTo>
                      <a:pt x="0" y="5"/>
                      <a:pt x="3" y="21"/>
                      <a:pt x="11" y="16"/>
                    </a:cubicBezTo>
                    <a:cubicBezTo>
                      <a:pt x="18" y="12"/>
                      <a:pt x="17" y="3"/>
                      <a:pt x="10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98" name="Freeform 2690">
                <a:extLst>
                  <a:ext uri="{FF2B5EF4-FFF2-40B4-BE49-F238E27FC236}">
                    <a16:creationId xmlns:a16="http://schemas.microsoft.com/office/drawing/2014/main" id="{E1F75F05-BEFC-43EC-9045-01DF6963D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175"/>
                <a:ext cx="20" cy="22"/>
              </a:xfrm>
              <a:custGeom>
                <a:avLst/>
                <a:gdLst>
                  <a:gd name="T0" fmla="*/ 13 w 16"/>
                  <a:gd name="T1" fmla="*/ 0 h 17"/>
                  <a:gd name="T2" fmla="*/ 6 w 16"/>
                  <a:gd name="T3" fmla="*/ 36 h 17"/>
                  <a:gd name="T4" fmla="*/ 10 w 1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6" y="0"/>
                    </a:moveTo>
                    <a:cubicBezTo>
                      <a:pt x="1" y="4"/>
                      <a:pt x="0" y="11"/>
                      <a:pt x="3" y="17"/>
                    </a:cubicBezTo>
                    <a:cubicBezTo>
                      <a:pt x="13" y="16"/>
                      <a:pt x="16" y="0"/>
                      <a:pt x="5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99" name="Freeform 2691">
                <a:extLst>
                  <a:ext uri="{FF2B5EF4-FFF2-40B4-BE49-F238E27FC236}">
                    <a16:creationId xmlns:a16="http://schemas.microsoft.com/office/drawing/2014/main" id="{DC9BEC51-0C12-41B8-BD6A-B3F0F7D5C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3140"/>
                <a:ext cx="18" cy="17"/>
              </a:xfrm>
              <a:custGeom>
                <a:avLst/>
                <a:gdLst>
                  <a:gd name="T0" fmla="*/ 6 w 14"/>
                  <a:gd name="T1" fmla="*/ 0 h 13"/>
                  <a:gd name="T2" fmla="*/ 6 w 14"/>
                  <a:gd name="T3" fmla="*/ 29 h 13"/>
                  <a:gd name="T4" fmla="*/ 13 w 14"/>
                  <a:gd name="T5" fmla="*/ 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3" y="0"/>
                    </a:moveTo>
                    <a:cubicBezTo>
                      <a:pt x="1" y="4"/>
                      <a:pt x="0" y="9"/>
                      <a:pt x="3" y="13"/>
                    </a:cubicBezTo>
                    <a:cubicBezTo>
                      <a:pt x="10" y="12"/>
                      <a:pt x="14" y="5"/>
                      <a:pt x="6" y="2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00" name="Freeform 2692">
                <a:extLst>
                  <a:ext uri="{FF2B5EF4-FFF2-40B4-BE49-F238E27FC236}">
                    <a16:creationId xmlns:a16="http://schemas.microsoft.com/office/drawing/2014/main" id="{7B2E89FA-BF15-4FB1-82CE-2F0060587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200"/>
                <a:ext cx="15" cy="17"/>
              </a:xfrm>
              <a:custGeom>
                <a:avLst/>
                <a:gdLst>
                  <a:gd name="T0" fmla="*/ 23 w 12"/>
                  <a:gd name="T1" fmla="*/ 0 h 13"/>
                  <a:gd name="T2" fmla="*/ 14 w 12"/>
                  <a:gd name="T3" fmla="*/ 29 h 13"/>
                  <a:gd name="T4" fmla="*/ 24 w 12"/>
                  <a:gd name="T5" fmla="*/ 1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1" y="0"/>
                    </a:moveTo>
                    <a:cubicBezTo>
                      <a:pt x="4" y="2"/>
                      <a:pt x="0" y="9"/>
                      <a:pt x="7" y="13"/>
                    </a:cubicBezTo>
                    <a:cubicBezTo>
                      <a:pt x="11" y="13"/>
                      <a:pt x="11" y="11"/>
                      <a:pt x="12" y="8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01" name="Freeform 2693">
                <a:extLst>
                  <a:ext uri="{FF2B5EF4-FFF2-40B4-BE49-F238E27FC236}">
                    <a16:creationId xmlns:a16="http://schemas.microsoft.com/office/drawing/2014/main" id="{36C4D4F6-6496-4936-AA8A-BF9506F80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248"/>
                <a:ext cx="11" cy="12"/>
              </a:xfrm>
              <a:custGeom>
                <a:avLst/>
                <a:gdLst>
                  <a:gd name="T0" fmla="*/ 7 w 9"/>
                  <a:gd name="T1" fmla="*/ 0 h 9"/>
                  <a:gd name="T2" fmla="*/ 9 w 9"/>
                  <a:gd name="T3" fmla="*/ 21 h 9"/>
                  <a:gd name="T4" fmla="*/ 16 w 9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1" y="4"/>
                      <a:pt x="0" y="6"/>
                      <a:pt x="5" y="9"/>
                    </a:cubicBezTo>
                    <a:cubicBezTo>
                      <a:pt x="8" y="7"/>
                      <a:pt x="8" y="5"/>
                      <a:pt x="9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02" name="Freeform 2694">
                <a:extLst>
                  <a:ext uri="{FF2B5EF4-FFF2-40B4-BE49-F238E27FC236}">
                    <a16:creationId xmlns:a16="http://schemas.microsoft.com/office/drawing/2014/main" id="{E71B67E5-3315-406F-9546-E16BE7DAF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213"/>
                <a:ext cx="11" cy="18"/>
              </a:xfrm>
              <a:custGeom>
                <a:avLst/>
                <a:gdLst>
                  <a:gd name="T0" fmla="*/ 6 w 9"/>
                  <a:gd name="T1" fmla="*/ 0 h 13"/>
                  <a:gd name="T2" fmla="*/ 6 w 9"/>
                  <a:gd name="T3" fmla="*/ 35 h 13"/>
                  <a:gd name="T4" fmla="*/ 6 w 9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cubicBezTo>
                      <a:pt x="0" y="4"/>
                      <a:pt x="0" y="9"/>
                      <a:pt x="3" y="13"/>
                    </a:cubicBezTo>
                    <a:cubicBezTo>
                      <a:pt x="9" y="11"/>
                      <a:pt x="9" y="5"/>
                      <a:pt x="3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03" name="Freeform 2695">
                <a:extLst>
                  <a:ext uri="{FF2B5EF4-FFF2-40B4-BE49-F238E27FC236}">
                    <a16:creationId xmlns:a16="http://schemas.microsoft.com/office/drawing/2014/main" id="{C7243FED-84A5-4D92-A0BA-CCABA4606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3251"/>
                <a:ext cx="16" cy="14"/>
              </a:xfrm>
              <a:custGeom>
                <a:avLst/>
                <a:gdLst>
                  <a:gd name="T0" fmla="*/ 6 w 13"/>
                  <a:gd name="T1" fmla="*/ 6 h 11"/>
                  <a:gd name="T2" fmla="*/ 2 w 13"/>
                  <a:gd name="T3" fmla="*/ 23 h 11"/>
                  <a:gd name="T4" fmla="*/ 15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3" y="3"/>
                    </a:moveTo>
                    <a:cubicBezTo>
                      <a:pt x="1" y="7"/>
                      <a:pt x="0" y="8"/>
                      <a:pt x="2" y="11"/>
                    </a:cubicBezTo>
                    <a:cubicBezTo>
                      <a:pt x="9" y="11"/>
                      <a:pt x="13" y="6"/>
                      <a:pt x="8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04" name="Freeform 2696">
                <a:extLst>
                  <a:ext uri="{FF2B5EF4-FFF2-40B4-BE49-F238E27FC236}">
                    <a16:creationId xmlns:a16="http://schemas.microsoft.com/office/drawing/2014/main" id="{9F1BB159-987E-4E05-A2F8-EFC12520E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716"/>
                <a:ext cx="16" cy="16"/>
              </a:xfrm>
              <a:custGeom>
                <a:avLst/>
                <a:gdLst>
                  <a:gd name="T0" fmla="*/ 1 w 13"/>
                  <a:gd name="T1" fmla="*/ 7 h 12"/>
                  <a:gd name="T2" fmla="*/ 9 w 13"/>
                  <a:gd name="T3" fmla="*/ 28 h 12"/>
                  <a:gd name="T4" fmla="*/ 11 w 13"/>
                  <a:gd name="T5" fmla="*/ 0 h 12"/>
                  <a:gd name="T6" fmla="*/ 7 w 13"/>
                  <a:gd name="T7" fmla="*/ 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" y="3"/>
                    </a:moveTo>
                    <a:cubicBezTo>
                      <a:pt x="0" y="7"/>
                      <a:pt x="1" y="11"/>
                      <a:pt x="5" y="12"/>
                    </a:cubicBezTo>
                    <a:cubicBezTo>
                      <a:pt x="10" y="9"/>
                      <a:pt x="13" y="2"/>
                      <a:pt x="6" y="0"/>
                    </a:cubicBezTo>
                    <a:cubicBezTo>
                      <a:pt x="4" y="1"/>
                      <a:pt x="5" y="2"/>
                      <a:pt x="4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05" name="Freeform 2697">
                <a:extLst>
                  <a:ext uri="{FF2B5EF4-FFF2-40B4-BE49-F238E27FC236}">
                    <a16:creationId xmlns:a16="http://schemas.microsoft.com/office/drawing/2014/main" id="{1D9B26DC-A08D-4A1F-9F3E-6A868695D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688"/>
                <a:ext cx="22" cy="41"/>
              </a:xfrm>
              <a:custGeom>
                <a:avLst/>
                <a:gdLst>
                  <a:gd name="T0" fmla="*/ 0 w 18"/>
                  <a:gd name="T1" fmla="*/ 15 h 31"/>
                  <a:gd name="T2" fmla="*/ 27 w 18"/>
                  <a:gd name="T3" fmla="*/ 42 h 31"/>
                  <a:gd name="T4" fmla="*/ 15 w 18"/>
                  <a:gd name="T5" fmla="*/ 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1">
                    <a:moveTo>
                      <a:pt x="0" y="6"/>
                    </a:moveTo>
                    <a:cubicBezTo>
                      <a:pt x="0" y="16"/>
                      <a:pt x="6" y="31"/>
                      <a:pt x="15" y="18"/>
                    </a:cubicBezTo>
                    <a:cubicBezTo>
                      <a:pt x="18" y="12"/>
                      <a:pt x="16" y="0"/>
                      <a:pt x="8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06" name="Freeform 2698">
                <a:extLst>
                  <a:ext uri="{FF2B5EF4-FFF2-40B4-BE49-F238E27FC236}">
                    <a16:creationId xmlns:a16="http://schemas.microsoft.com/office/drawing/2014/main" id="{1B939256-CC0D-4CE0-B98B-08C33E99D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640"/>
                <a:ext cx="20" cy="27"/>
              </a:xfrm>
              <a:custGeom>
                <a:avLst/>
                <a:gdLst>
                  <a:gd name="T0" fmla="*/ 0 w 16"/>
                  <a:gd name="T1" fmla="*/ 1 h 20"/>
                  <a:gd name="T2" fmla="*/ 6 w 16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1"/>
                    </a:moveTo>
                    <a:cubicBezTo>
                      <a:pt x="2" y="20"/>
                      <a:pt x="16" y="2"/>
                      <a:pt x="3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07" name="Freeform 2699">
                <a:extLst>
                  <a:ext uri="{FF2B5EF4-FFF2-40B4-BE49-F238E27FC236}">
                    <a16:creationId xmlns:a16="http://schemas.microsoft.com/office/drawing/2014/main" id="{27F0AC37-61FB-4D14-BEAD-5D9A96834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407"/>
                <a:ext cx="25" cy="32"/>
              </a:xfrm>
              <a:custGeom>
                <a:avLst/>
                <a:gdLst>
                  <a:gd name="T0" fmla="*/ 25 w 20"/>
                  <a:gd name="T1" fmla="*/ 0 h 24"/>
                  <a:gd name="T2" fmla="*/ 38 w 20"/>
                  <a:gd name="T3" fmla="*/ 37 h 24"/>
                  <a:gd name="T4" fmla="*/ 30 w 20"/>
                  <a:gd name="T5" fmla="*/ 1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13" y="0"/>
                    </a:moveTo>
                    <a:cubicBezTo>
                      <a:pt x="0" y="4"/>
                      <a:pt x="7" y="24"/>
                      <a:pt x="19" y="16"/>
                    </a:cubicBezTo>
                    <a:cubicBezTo>
                      <a:pt x="20" y="12"/>
                      <a:pt x="18" y="8"/>
                      <a:pt x="15" y="5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08" name="Freeform 2700">
                <a:extLst>
                  <a:ext uri="{FF2B5EF4-FFF2-40B4-BE49-F238E27FC236}">
                    <a16:creationId xmlns:a16="http://schemas.microsoft.com/office/drawing/2014/main" id="{5EDEE947-8AB0-4AD5-9080-AE7628B0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444"/>
                <a:ext cx="16" cy="20"/>
              </a:xfrm>
              <a:custGeom>
                <a:avLst/>
                <a:gdLst>
                  <a:gd name="T0" fmla="*/ 2 w 13"/>
                  <a:gd name="T1" fmla="*/ 0 h 15"/>
                  <a:gd name="T2" fmla="*/ 11 w 13"/>
                  <a:gd name="T3" fmla="*/ 36 h 15"/>
                  <a:gd name="T4" fmla="*/ 9 w 13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2" y="0"/>
                    </a:moveTo>
                    <a:cubicBezTo>
                      <a:pt x="0" y="6"/>
                      <a:pt x="1" y="12"/>
                      <a:pt x="6" y="15"/>
                    </a:cubicBezTo>
                    <a:cubicBezTo>
                      <a:pt x="13" y="12"/>
                      <a:pt x="11" y="5"/>
                      <a:pt x="5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09" name="Freeform 2701">
                <a:extLst>
                  <a:ext uri="{FF2B5EF4-FFF2-40B4-BE49-F238E27FC236}">
                    <a16:creationId xmlns:a16="http://schemas.microsoft.com/office/drawing/2014/main" id="{0CC87B8A-4B3B-4451-8AD6-E4CB098F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3516"/>
                <a:ext cx="20" cy="24"/>
              </a:xfrm>
              <a:custGeom>
                <a:avLst/>
                <a:gdLst>
                  <a:gd name="T0" fmla="*/ 24 w 16"/>
                  <a:gd name="T1" fmla="*/ 0 h 18"/>
                  <a:gd name="T2" fmla="*/ 13 w 16"/>
                  <a:gd name="T3" fmla="*/ 43 h 18"/>
                  <a:gd name="T4" fmla="*/ 31 w 16"/>
                  <a:gd name="T5" fmla="*/ 16 h 18"/>
                  <a:gd name="T6" fmla="*/ 23 w 16"/>
                  <a:gd name="T7" fmla="*/ 1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2" y="0"/>
                    </a:moveTo>
                    <a:cubicBezTo>
                      <a:pt x="5" y="3"/>
                      <a:pt x="0" y="11"/>
                      <a:pt x="6" y="18"/>
                    </a:cubicBezTo>
                    <a:cubicBezTo>
                      <a:pt x="11" y="17"/>
                      <a:pt x="15" y="13"/>
                      <a:pt x="16" y="7"/>
                    </a:cubicBezTo>
                    <a:cubicBezTo>
                      <a:pt x="15" y="6"/>
                      <a:pt x="13" y="5"/>
                      <a:pt x="11" y="5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10" name="Freeform 2702">
                <a:extLst>
                  <a:ext uri="{FF2B5EF4-FFF2-40B4-BE49-F238E27FC236}">
                    <a16:creationId xmlns:a16="http://schemas.microsoft.com/office/drawing/2014/main" id="{935A1F58-D989-483D-8FE9-9A24364F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491"/>
                <a:ext cx="12" cy="16"/>
              </a:xfrm>
              <a:custGeom>
                <a:avLst/>
                <a:gdLst>
                  <a:gd name="T0" fmla="*/ 9 w 9"/>
                  <a:gd name="T1" fmla="*/ 0 h 12"/>
                  <a:gd name="T2" fmla="*/ 9 w 9"/>
                  <a:gd name="T3" fmla="*/ 28 h 12"/>
                  <a:gd name="T4" fmla="*/ 12 w 9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4" y="0"/>
                    </a:moveTo>
                    <a:cubicBezTo>
                      <a:pt x="0" y="5"/>
                      <a:pt x="0" y="9"/>
                      <a:pt x="4" y="12"/>
                    </a:cubicBezTo>
                    <a:cubicBezTo>
                      <a:pt x="9" y="8"/>
                      <a:pt x="7" y="6"/>
                      <a:pt x="5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11" name="Freeform 2703">
                <a:extLst>
                  <a:ext uri="{FF2B5EF4-FFF2-40B4-BE49-F238E27FC236}">
                    <a16:creationId xmlns:a16="http://schemas.microsoft.com/office/drawing/2014/main" id="{554AACC7-35B5-49DA-AA69-B65B90E1C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563"/>
                <a:ext cx="13" cy="16"/>
              </a:xfrm>
              <a:custGeom>
                <a:avLst/>
                <a:gdLst>
                  <a:gd name="T0" fmla="*/ 2 w 11"/>
                  <a:gd name="T1" fmla="*/ 0 h 12"/>
                  <a:gd name="T2" fmla="*/ 17 w 11"/>
                  <a:gd name="T3" fmla="*/ 23 h 12"/>
                  <a:gd name="T4" fmla="*/ 13 w 11"/>
                  <a:gd name="T5" fmla="*/ 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2" y="0"/>
                    </a:moveTo>
                    <a:cubicBezTo>
                      <a:pt x="0" y="8"/>
                      <a:pt x="4" y="12"/>
                      <a:pt x="10" y="10"/>
                    </a:cubicBezTo>
                    <a:cubicBezTo>
                      <a:pt x="11" y="7"/>
                      <a:pt x="9" y="6"/>
                      <a:pt x="8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12" name="Freeform 2704">
                <a:extLst>
                  <a:ext uri="{FF2B5EF4-FFF2-40B4-BE49-F238E27FC236}">
                    <a16:creationId xmlns:a16="http://schemas.microsoft.com/office/drawing/2014/main" id="{F91D6543-3AC8-461A-9C03-6FB20EFB0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589"/>
                <a:ext cx="16" cy="24"/>
              </a:xfrm>
              <a:custGeom>
                <a:avLst/>
                <a:gdLst>
                  <a:gd name="T0" fmla="*/ 6 w 13"/>
                  <a:gd name="T1" fmla="*/ 9 h 18"/>
                  <a:gd name="T2" fmla="*/ 9 w 13"/>
                  <a:gd name="T3" fmla="*/ 43 h 18"/>
                  <a:gd name="T4" fmla="*/ 1 w 13"/>
                  <a:gd name="T5" fmla="*/ 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3" y="4"/>
                    </a:moveTo>
                    <a:cubicBezTo>
                      <a:pt x="0" y="9"/>
                      <a:pt x="1" y="14"/>
                      <a:pt x="5" y="18"/>
                    </a:cubicBezTo>
                    <a:cubicBezTo>
                      <a:pt x="13" y="14"/>
                      <a:pt x="12" y="0"/>
                      <a:pt x="1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13" name="Freeform 2705">
                <a:extLst>
                  <a:ext uri="{FF2B5EF4-FFF2-40B4-BE49-F238E27FC236}">
                    <a16:creationId xmlns:a16="http://schemas.microsoft.com/office/drawing/2014/main" id="{E8A97B12-A55E-41D9-9157-35DE6DC02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672"/>
                <a:ext cx="16" cy="20"/>
              </a:xfrm>
              <a:custGeom>
                <a:avLst/>
                <a:gdLst>
                  <a:gd name="T0" fmla="*/ 14 w 13"/>
                  <a:gd name="T1" fmla="*/ 0 h 15"/>
                  <a:gd name="T2" fmla="*/ 14 w 13"/>
                  <a:gd name="T3" fmla="*/ 36 h 15"/>
                  <a:gd name="T4" fmla="*/ 18 w 13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0" y="5"/>
                      <a:pt x="1" y="11"/>
                      <a:pt x="7" y="15"/>
                    </a:cubicBezTo>
                    <a:cubicBezTo>
                      <a:pt x="12" y="12"/>
                      <a:pt x="13" y="8"/>
                      <a:pt x="10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14" name="Freeform 2706">
                <a:extLst>
                  <a:ext uri="{FF2B5EF4-FFF2-40B4-BE49-F238E27FC236}">
                    <a16:creationId xmlns:a16="http://schemas.microsoft.com/office/drawing/2014/main" id="{29A91AB2-F51D-42F8-9220-39820438D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664"/>
                <a:ext cx="13" cy="23"/>
              </a:xfrm>
              <a:custGeom>
                <a:avLst/>
                <a:gdLst>
                  <a:gd name="T0" fmla="*/ 1 w 10"/>
                  <a:gd name="T1" fmla="*/ 12 h 17"/>
                  <a:gd name="T2" fmla="*/ 9 w 10"/>
                  <a:gd name="T3" fmla="*/ 42 h 17"/>
                  <a:gd name="T4" fmla="*/ 0 w 10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7">
                    <a:moveTo>
                      <a:pt x="1" y="5"/>
                    </a:moveTo>
                    <a:cubicBezTo>
                      <a:pt x="0" y="9"/>
                      <a:pt x="1" y="14"/>
                      <a:pt x="4" y="17"/>
                    </a:cubicBezTo>
                    <a:cubicBezTo>
                      <a:pt x="10" y="11"/>
                      <a:pt x="9" y="2"/>
                      <a:pt x="0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15" name="Freeform 2707">
                <a:extLst>
                  <a:ext uri="{FF2B5EF4-FFF2-40B4-BE49-F238E27FC236}">
                    <a16:creationId xmlns:a16="http://schemas.microsoft.com/office/drawing/2014/main" id="{F77B4B43-38C3-4D84-8842-5B3C13193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3584"/>
                <a:ext cx="21" cy="39"/>
              </a:xfrm>
              <a:custGeom>
                <a:avLst/>
                <a:gdLst>
                  <a:gd name="T0" fmla="*/ 11 w 17"/>
                  <a:gd name="T1" fmla="*/ 9 h 29"/>
                  <a:gd name="T2" fmla="*/ 19 w 17"/>
                  <a:gd name="T3" fmla="*/ 48 h 29"/>
                  <a:gd name="T4" fmla="*/ 11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6" y="4"/>
                    </a:moveTo>
                    <a:cubicBezTo>
                      <a:pt x="1" y="9"/>
                      <a:pt x="0" y="29"/>
                      <a:pt x="10" y="20"/>
                    </a:cubicBezTo>
                    <a:cubicBezTo>
                      <a:pt x="17" y="13"/>
                      <a:pt x="13" y="6"/>
                      <a:pt x="6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16" name="Freeform 2708">
                <a:extLst>
                  <a:ext uri="{FF2B5EF4-FFF2-40B4-BE49-F238E27FC236}">
                    <a16:creationId xmlns:a16="http://schemas.microsoft.com/office/drawing/2014/main" id="{04E6EDDC-8EC8-42F4-B45A-9C818F768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3481"/>
                <a:ext cx="19" cy="20"/>
              </a:xfrm>
              <a:custGeom>
                <a:avLst/>
                <a:gdLst>
                  <a:gd name="T0" fmla="*/ 18 w 15"/>
                  <a:gd name="T1" fmla="*/ 0 h 15"/>
                  <a:gd name="T2" fmla="*/ 13 w 15"/>
                  <a:gd name="T3" fmla="*/ 36 h 15"/>
                  <a:gd name="T4" fmla="*/ 24 w 1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cubicBezTo>
                      <a:pt x="2" y="3"/>
                      <a:pt x="0" y="10"/>
                      <a:pt x="6" y="15"/>
                    </a:cubicBezTo>
                    <a:cubicBezTo>
                      <a:pt x="13" y="13"/>
                      <a:pt x="15" y="7"/>
                      <a:pt x="12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17" name="Freeform 2709">
                <a:extLst>
                  <a:ext uri="{FF2B5EF4-FFF2-40B4-BE49-F238E27FC236}">
                    <a16:creationId xmlns:a16="http://schemas.microsoft.com/office/drawing/2014/main" id="{60F8CEDE-96DB-4608-9D3F-730BABB14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287"/>
                <a:ext cx="15" cy="20"/>
              </a:xfrm>
              <a:custGeom>
                <a:avLst/>
                <a:gdLst>
                  <a:gd name="T0" fmla="*/ 8 w 12"/>
                  <a:gd name="T1" fmla="*/ 0 h 15"/>
                  <a:gd name="T2" fmla="*/ 1 w 12"/>
                  <a:gd name="T3" fmla="*/ 31 h 15"/>
                  <a:gd name="T4" fmla="*/ 24 w 12"/>
                  <a:gd name="T5" fmla="*/ 1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4" y="0"/>
                    </a:moveTo>
                    <a:cubicBezTo>
                      <a:pt x="1" y="4"/>
                      <a:pt x="0" y="8"/>
                      <a:pt x="1" y="13"/>
                    </a:cubicBezTo>
                    <a:cubicBezTo>
                      <a:pt x="6" y="15"/>
                      <a:pt x="10" y="13"/>
                      <a:pt x="12" y="7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18" name="Freeform 2710">
                <a:extLst>
                  <a:ext uri="{FF2B5EF4-FFF2-40B4-BE49-F238E27FC236}">
                    <a16:creationId xmlns:a16="http://schemas.microsoft.com/office/drawing/2014/main" id="{571CA1D1-E6E8-40CE-A575-C689ECB84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712"/>
                <a:ext cx="13" cy="17"/>
              </a:xfrm>
              <a:custGeom>
                <a:avLst/>
                <a:gdLst>
                  <a:gd name="T0" fmla="*/ 2 w 11"/>
                  <a:gd name="T1" fmla="*/ 1 h 13"/>
                  <a:gd name="T2" fmla="*/ 13 w 11"/>
                  <a:gd name="T3" fmla="*/ 29 h 13"/>
                  <a:gd name="T4" fmla="*/ 11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2" y="1"/>
                    </a:moveTo>
                    <a:cubicBezTo>
                      <a:pt x="0" y="7"/>
                      <a:pt x="2" y="12"/>
                      <a:pt x="8" y="13"/>
                    </a:cubicBezTo>
                    <a:cubicBezTo>
                      <a:pt x="11" y="9"/>
                      <a:pt x="10" y="4"/>
                      <a:pt x="7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19" name="Freeform 2711">
                <a:extLst>
                  <a:ext uri="{FF2B5EF4-FFF2-40B4-BE49-F238E27FC236}">
                    <a16:creationId xmlns:a16="http://schemas.microsoft.com/office/drawing/2014/main" id="{396BAB72-FAD0-48D4-AEEE-678A9E674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3637"/>
                <a:ext cx="10" cy="15"/>
              </a:xfrm>
              <a:custGeom>
                <a:avLst/>
                <a:gdLst>
                  <a:gd name="T0" fmla="*/ 5 w 8"/>
                  <a:gd name="T1" fmla="*/ 1 h 11"/>
                  <a:gd name="T2" fmla="*/ 0 w 8"/>
                  <a:gd name="T3" fmla="*/ 20 h 11"/>
                  <a:gd name="T4" fmla="*/ 13 w 8"/>
                  <a:gd name="T5" fmla="*/ 26 h 11"/>
                  <a:gd name="T6" fmla="*/ 13 w 8"/>
                  <a:gd name="T7" fmla="*/ 1 h 11"/>
                  <a:gd name="T8" fmla="*/ 5 w 8"/>
                  <a:gd name="T9" fmla="*/ 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1"/>
                    </a:moveTo>
                    <a:cubicBezTo>
                      <a:pt x="1" y="4"/>
                      <a:pt x="0" y="6"/>
                      <a:pt x="0" y="8"/>
                    </a:cubicBezTo>
                    <a:cubicBezTo>
                      <a:pt x="3" y="10"/>
                      <a:pt x="3" y="11"/>
                      <a:pt x="6" y="10"/>
                    </a:cubicBezTo>
                    <a:cubicBezTo>
                      <a:pt x="8" y="6"/>
                      <a:pt x="8" y="4"/>
                      <a:pt x="6" y="1"/>
                    </a:cubicBezTo>
                    <a:cubicBezTo>
                      <a:pt x="5" y="0"/>
                      <a:pt x="3" y="0"/>
                      <a:pt x="2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20" name="Freeform 2712">
                <a:extLst>
                  <a:ext uri="{FF2B5EF4-FFF2-40B4-BE49-F238E27FC236}">
                    <a16:creationId xmlns:a16="http://schemas.microsoft.com/office/drawing/2014/main" id="{87080418-377C-45BA-9FDF-109F02E8C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3392"/>
                <a:ext cx="16" cy="17"/>
              </a:xfrm>
              <a:custGeom>
                <a:avLst/>
                <a:gdLst>
                  <a:gd name="T0" fmla="*/ 1 w 13"/>
                  <a:gd name="T1" fmla="*/ 9 h 13"/>
                  <a:gd name="T2" fmla="*/ 11 w 13"/>
                  <a:gd name="T3" fmla="*/ 29 h 13"/>
                  <a:gd name="T4" fmla="*/ 11 w 13"/>
                  <a:gd name="T5" fmla="*/ 0 h 13"/>
                  <a:gd name="T6" fmla="*/ 7 w 13"/>
                  <a:gd name="T7" fmla="*/ 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4"/>
                    </a:moveTo>
                    <a:cubicBezTo>
                      <a:pt x="0" y="8"/>
                      <a:pt x="2" y="11"/>
                      <a:pt x="6" y="13"/>
                    </a:cubicBezTo>
                    <a:cubicBezTo>
                      <a:pt x="10" y="10"/>
                      <a:pt x="13" y="2"/>
                      <a:pt x="6" y="0"/>
                    </a:cubicBezTo>
                    <a:cubicBezTo>
                      <a:pt x="4" y="1"/>
                      <a:pt x="5" y="2"/>
                      <a:pt x="4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21" name="Freeform 2713">
                <a:extLst>
                  <a:ext uri="{FF2B5EF4-FFF2-40B4-BE49-F238E27FC236}">
                    <a16:creationId xmlns:a16="http://schemas.microsoft.com/office/drawing/2014/main" id="{7890EB58-15D4-4C22-965F-1F5E74D90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3363"/>
                <a:ext cx="24" cy="41"/>
              </a:xfrm>
              <a:custGeom>
                <a:avLst/>
                <a:gdLst>
                  <a:gd name="T0" fmla="*/ 0 w 19"/>
                  <a:gd name="T1" fmla="*/ 16 h 31"/>
                  <a:gd name="T2" fmla="*/ 32 w 19"/>
                  <a:gd name="T3" fmla="*/ 38 h 31"/>
                  <a:gd name="T4" fmla="*/ 16 w 19"/>
                  <a:gd name="T5" fmla="*/ 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1">
                    <a:moveTo>
                      <a:pt x="0" y="7"/>
                    </a:moveTo>
                    <a:cubicBezTo>
                      <a:pt x="0" y="16"/>
                      <a:pt x="8" y="31"/>
                      <a:pt x="16" y="17"/>
                    </a:cubicBezTo>
                    <a:cubicBezTo>
                      <a:pt x="19" y="11"/>
                      <a:pt x="16" y="0"/>
                      <a:pt x="8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22" name="Freeform 2714">
                <a:extLst>
                  <a:ext uri="{FF2B5EF4-FFF2-40B4-BE49-F238E27FC236}">
                    <a16:creationId xmlns:a16="http://schemas.microsoft.com/office/drawing/2014/main" id="{29A54C39-B0D9-41CE-A8E1-4A0BC9FA5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3312"/>
                <a:ext cx="20" cy="28"/>
              </a:xfrm>
              <a:custGeom>
                <a:avLst/>
                <a:gdLst>
                  <a:gd name="T0" fmla="*/ 0 w 16"/>
                  <a:gd name="T1" fmla="*/ 5 h 21"/>
                  <a:gd name="T2" fmla="*/ 6 w 1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0" y="2"/>
                    </a:moveTo>
                    <a:cubicBezTo>
                      <a:pt x="3" y="21"/>
                      <a:pt x="16" y="1"/>
                      <a:pt x="3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23" name="Freeform 2715">
                <a:extLst>
                  <a:ext uri="{FF2B5EF4-FFF2-40B4-BE49-F238E27FC236}">
                    <a16:creationId xmlns:a16="http://schemas.microsoft.com/office/drawing/2014/main" id="{3C9BE45D-69F1-4A5E-9F44-B29A4E38D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699"/>
                <a:ext cx="31" cy="24"/>
              </a:xfrm>
              <a:custGeom>
                <a:avLst/>
                <a:gdLst>
                  <a:gd name="T0" fmla="*/ 15 w 25"/>
                  <a:gd name="T1" fmla="*/ 0 h 18"/>
                  <a:gd name="T2" fmla="*/ 17 w 25"/>
                  <a:gd name="T3" fmla="*/ 1 h 18"/>
                  <a:gd name="T4" fmla="*/ 15 w 25"/>
                  <a:gd name="T5" fmla="*/ 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8">
                    <a:moveTo>
                      <a:pt x="8" y="0"/>
                    </a:moveTo>
                    <a:cubicBezTo>
                      <a:pt x="0" y="18"/>
                      <a:pt x="25" y="5"/>
                      <a:pt x="9" y="1"/>
                    </a:cubicBezTo>
                    <a:cubicBezTo>
                      <a:pt x="8" y="2"/>
                      <a:pt x="7" y="3"/>
                      <a:pt x="8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24" name="Freeform 2716">
                <a:extLst>
                  <a:ext uri="{FF2B5EF4-FFF2-40B4-BE49-F238E27FC236}">
                    <a16:creationId xmlns:a16="http://schemas.microsoft.com/office/drawing/2014/main" id="{EFAAA25D-5306-42DE-BDEF-F23B08C5C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557"/>
                <a:ext cx="13" cy="12"/>
              </a:xfrm>
              <a:custGeom>
                <a:avLst/>
                <a:gdLst>
                  <a:gd name="T0" fmla="*/ 7 w 11"/>
                  <a:gd name="T1" fmla="*/ 9 h 9"/>
                  <a:gd name="T2" fmla="*/ 0 w 11"/>
                  <a:gd name="T3" fmla="*/ 5 h 9"/>
                  <a:gd name="T4" fmla="*/ 2 w 11"/>
                  <a:gd name="T5" fmla="*/ 21 h 9"/>
                  <a:gd name="T6" fmla="*/ 11 w 11"/>
                  <a:gd name="T7" fmla="*/ 0 h 9"/>
                  <a:gd name="T8" fmla="*/ 7 w 11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4" y="4"/>
                    </a:moveTo>
                    <a:cubicBezTo>
                      <a:pt x="4" y="2"/>
                      <a:pt x="2" y="1"/>
                      <a:pt x="0" y="2"/>
                    </a:cubicBezTo>
                    <a:cubicBezTo>
                      <a:pt x="0" y="5"/>
                      <a:pt x="1" y="6"/>
                      <a:pt x="2" y="9"/>
                    </a:cubicBezTo>
                    <a:cubicBezTo>
                      <a:pt x="8" y="9"/>
                      <a:pt x="11" y="5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25" name="Freeform 2717">
                <a:extLst>
                  <a:ext uri="{FF2B5EF4-FFF2-40B4-BE49-F238E27FC236}">
                    <a16:creationId xmlns:a16="http://schemas.microsoft.com/office/drawing/2014/main" id="{27FBFC7E-1961-4CD5-8F0E-80A2B7B7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628"/>
                <a:ext cx="23" cy="29"/>
              </a:xfrm>
              <a:custGeom>
                <a:avLst/>
                <a:gdLst>
                  <a:gd name="T0" fmla="*/ 6 w 18"/>
                  <a:gd name="T1" fmla="*/ 20 h 22"/>
                  <a:gd name="T2" fmla="*/ 15 w 18"/>
                  <a:gd name="T3" fmla="*/ 50 h 22"/>
                  <a:gd name="T4" fmla="*/ 13 w 18"/>
                  <a:gd name="T5" fmla="*/ 1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2">
                    <a:moveTo>
                      <a:pt x="3" y="8"/>
                    </a:moveTo>
                    <a:cubicBezTo>
                      <a:pt x="0" y="13"/>
                      <a:pt x="1" y="20"/>
                      <a:pt x="7" y="22"/>
                    </a:cubicBezTo>
                    <a:cubicBezTo>
                      <a:pt x="13" y="18"/>
                      <a:pt x="18" y="0"/>
                      <a:pt x="6" y="5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26" name="Freeform 2718">
                <a:extLst>
                  <a:ext uri="{FF2B5EF4-FFF2-40B4-BE49-F238E27FC236}">
                    <a16:creationId xmlns:a16="http://schemas.microsoft.com/office/drawing/2014/main" id="{DAE3A040-D220-49AB-9553-37E8ACEFE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963"/>
                <a:ext cx="27" cy="25"/>
              </a:xfrm>
              <a:custGeom>
                <a:avLst/>
                <a:gdLst>
                  <a:gd name="T0" fmla="*/ 25 w 22"/>
                  <a:gd name="T1" fmla="*/ 5 h 19"/>
                  <a:gd name="T2" fmla="*/ 17 w 22"/>
                  <a:gd name="T3" fmla="*/ 37 h 19"/>
                  <a:gd name="T4" fmla="*/ 32 w 2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3" y="2"/>
                    </a:moveTo>
                    <a:cubicBezTo>
                      <a:pt x="6" y="2"/>
                      <a:pt x="0" y="13"/>
                      <a:pt x="9" y="16"/>
                    </a:cubicBezTo>
                    <a:cubicBezTo>
                      <a:pt x="17" y="19"/>
                      <a:pt x="22" y="4"/>
                      <a:pt x="17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27" name="Freeform 2719">
                <a:extLst>
                  <a:ext uri="{FF2B5EF4-FFF2-40B4-BE49-F238E27FC236}">
                    <a16:creationId xmlns:a16="http://schemas.microsoft.com/office/drawing/2014/main" id="{5EF40AF7-31AA-4D22-BD0E-39481325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968"/>
                <a:ext cx="19" cy="25"/>
              </a:xfrm>
              <a:custGeom>
                <a:avLst/>
                <a:gdLst>
                  <a:gd name="T0" fmla="*/ 13 w 15"/>
                  <a:gd name="T1" fmla="*/ 0 h 19"/>
                  <a:gd name="T2" fmla="*/ 18 w 15"/>
                  <a:gd name="T3" fmla="*/ 43 h 19"/>
                  <a:gd name="T4" fmla="*/ 23 w 15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6" y="0"/>
                    </a:moveTo>
                    <a:cubicBezTo>
                      <a:pt x="0" y="4"/>
                      <a:pt x="1" y="17"/>
                      <a:pt x="9" y="19"/>
                    </a:cubicBezTo>
                    <a:cubicBezTo>
                      <a:pt x="15" y="14"/>
                      <a:pt x="14" y="7"/>
                      <a:pt x="11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28" name="Freeform 2720">
                <a:extLst>
                  <a:ext uri="{FF2B5EF4-FFF2-40B4-BE49-F238E27FC236}">
                    <a16:creationId xmlns:a16="http://schemas.microsoft.com/office/drawing/2014/main" id="{1B57A650-DF42-4AEA-8435-75C0DB12D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3028"/>
                <a:ext cx="9" cy="15"/>
              </a:xfrm>
              <a:custGeom>
                <a:avLst/>
                <a:gdLst>
                  <a:gd name="T0" fmla="*/ 10 w 7"/>
                  <a:gd name="T1" fmla="*/ 0 h 11"/>
                  <a:gd name="T2" fmla="*/ 8 w 7"/>
                  <a:gd name="T3" fmla="*/ 27 h 11"/>
                  <a:gd name="T4" fmla="*/ 13 w 7"/>
                  <a:gd name="T5" fmla="*/ 1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1" y="3"/>
                      <a:pt x="0" y="8"/>
                      <a:pt x="4" y="11"/>
                    </a:cubicBezTo>
                    <a:cubicBezTo>
                      <a:pt x="7" y="9"/>
                      <a:pt x="7" y="7"/>
                      <a:pt x="6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29" name="Freeform 2721">
                <a:extLst>
                  <a:ext uri="{FF2B5EF4-FFF2-40B4-BE49-F238E27FC236}">
                    <a16:creationId xmlns:a16="http://schemas.microsoft.com/office/drawing/2014/main" id="{2FC6ED81-3A9F-4B3D-BF45-FB733D9F5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031"/>
                <a:ext cx="20" cy="20"/>
              </a:xfrm>
              <a:custGeom>
                <a:avLst/>
                <a:gdLst>
                  <a:gd name="T0" fmla="*/ 20 w 16"/>
                  <a:gd name="T1" fmla="*/ 1 h 15"/>
                  <a:gd name="T2" fmla="*/ 24 w 16"/>
                  <a:gd name="T3" fmla="*/ 36 h 15"/>
                  <a:gd name="T4" fmla="*/ 24 w 16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10" y="1"/>
                    </a:moveTo>
                    <a:cubicBezTo>
                      <a:pt x="0" y="0"/>
                      <a:pt x="5" y="14"/>
                      <a:pt x="12" y="15"/>
                    </a:cubicBezTo>
                    <a:cubicBezTo>
                      <a:pt x="16" y="11"/>
                      <a:pt x="16" y="6"/>
                      <a:pt x="12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30" name="Freeform 2722">
                <a:extLst>
                  <a:ext uri="{FF2B5EF4-FFF2-40B4-BE49-F238E27FC236}">
                    <a16:creationId xmlns:a16="http://schemas.microsoft.com/office/drawing/2014/main" id="{A99769D8-C6BF-4C74-B0DA-123E5C34C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3085"/>
                <a:ext cx="14" cy="15"/>
              </a:xfrm>
              <a:custGeom>
                <a:avLst/>
                <a:gdLst>
                  <a:gd name="T0" fmla="*/ 1 w 11"/>
                  <a:gd name="T1" fmla="*/ 5 h 11"/>
                  <a:gd name="T2" fmla="*/ 8 w 11"/>
                  <a:gd name="T3" fmla="*/ 27 h 11"/>
                  <a:gd name="T4" fmla="*/ 8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2"/>
                    </a:moveTo>
                    <a:cubicBezTo>
                      <a:pt x="0" y="5"/>
                      <a:pt x="1" y="9"/>
                      <a:pt x="4" y="11"/>
                    </a:cubicBezTo>
                    <a:cubicBezTo>
                      <a:pt x="10" y="8"/>
                      <a:pt x="11" y="1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31" name="Freeform 2723">
                <a:extLst>
                  <a:ext uri="{FF2B5EF4-FFF2-40B4-BE49-F238E27FC236}">
                    <a16:creationId xmlns:a16="http://schemas.microsoft.com/office/drawing/2014/main" id="{F93BAA7A-E1DE-4E03-B8B2-F9A3A44FC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3071"/>
                <a:ext cx="15" cy="21"/>
              </a:xfrm>
              <a:custGeom>
                <a:avLst/>
                <a:gdLst>
                  <a:gd name="T0" fmla="*/ 5 w 12"/>
                  <a:gd name="T1" fmla="*/ 0 h 16"/>
                  <a:gd name="T2" fmla="*/ 8 w 12"/>
                  <a:gd name="T3" fmla="*/ 37 h 16"/>
                  <a:gd name="T4" fmla="*/ 8 w 12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2" y="0"/>
                    </a:moveTo>
                    <a:cubicBezTo>
                      <a:pt x="0" y="6"/>
                      <a:pt x="1" y="11"/>
                      <a:pt x="4" y="16"/>
                    </a:cubicBezTo>
                    <a:cubicBezTo>
                      <a:pt x="9" y="13"/>
                      <a:pt x="12" y="3"/>
                      <a:pt x="4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32" name="Freeform 2724">
                <a:extLst>
                  <a:ext uri="{FF2B5EF4-FFF2-40B4-BE49-F238E27FC236}">
                    <a16:creationId xmlns:a16="http://schemas.microsoft.com/office/drawing/2014/main" id="{823C580A-681D-4801-BA09-07F96E049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183"/>
                <a:ext cx="8" cy="10"/>
              </a:xfrm>
              <a:custGeom>
                <a:avLst/>
                <a:gdLst>
                  <a:gd name="T0" fmla="*/ 7 w 6"/>
                  <a:gd name="T1" fmla="*/ 16 h 8"/>
                  <a:gd name="T2" fmla="*/ 0 w 6"/>
                  <a:gd name="T3" fmla="*/ 0 h 8"/>
                  <a:gd name="T4" fmla="*/ 15 w 6"/>
                  <a:gd name="T5" fmla="*/ 13 h 8"/>
                  <a:gd name="T6" fmla="*/ 5 w 6"/>
                  <a:gd name="T7" fmla="*/ 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2" y="6"/>
                      <a:pt x="1" y="2"/>
                      <a:pt x="0" y="0"/>
                    </a:cubicBezTo>
                    <a:cubicBezTo>
                      <a:pt x="4" y="0"/>
                      <a:pt x="5" y="1"/>
                      <a:pt x="6" y="6"/>
                    </a:cubicBezTo>
                    <a:cubicBezTo>
                      <a:pt x="4" y="6"/>
                      <a:pt x="3" y="6"/>
                      <a:pt x="2" y="5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33" name="Freeform 2725">
                <a:extLst>
                  <a:ext uri="{FF2B5EF4-FFF2-40B4-BE49-F238E27FC236}">
                    <a16:creationId xmlns:a16="http://schemas.microsoft.com/office/drawing/2014/main" id="{FF07E4E3-E288-405D-B294-CA032C43B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203"/>
                <a:ext cx="18" cy="21"/>
              </a:xfrm>
              <a:custGeom>
                <a:avLst/>
                <a:gdLst>
                  <a:gd name="T0" fmla="*/ 17 w 14"/>
                  <a:gd name="T1" fmla="*/ 0 h 16"/>
                  <a:gd name="T2" fmla="*/ 0 w 14"/>
                  <a:gd name="T3" fmla="*/ 24 h 16"/>
                  <a:gd name="T4" fmla="*/ 23 w 14"/>
                  <a:gd name="T5" fmla="*/ 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8" y="0"/>
                    </a:moveTo>
                    <a:cubicBezTo>
                      <a:pt x="3" y="2"/>
                      <a:pt x="0" y="6"/>
                      <a:pt x="0" y="11"/>
                    </a:cubicBezTo>
                    <a:cubicBezTo>
                      <a:pt x="5" y="16"/>
                      <a:pt x="14" y="11"/>
                      <a:pt x="11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34" name="Freeform 2726">
                <a:extLst>
                  <a:ext uri="{FF2B5EF4-FFF2-40B4-BE49-F238E27FC236}">
                    <a16:creationId xmlns:a16="http://schemas.microsoft.com/office/drawing/2014/main" id="{DF5B5397-099C-433B-9DA0-348787ABA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197"/>
                <a:ext cx="15" cy="24"/>
              </a:xfrm>
              <a:custGeom>
                <a:avLst/>
                <a:gdLst>
                  <a:gd name="T0" fmla="*/ 0 w 12"/>
                  <a:gd name="T1" fmla="*/ 9 h 18"/>
                  <a:gd name="T2" fmla="*/ 16 w 12"/>
                  <a:gd name="T3" fmla="*/ 43 h 18"/>
                  <a:gd name="T4" fmla="*/ 13 w 1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4"/>
                    </a:moveTo>
                    <a:cubicBezTo>
                      <a:pt x="1" y="10"/>
                      <a:pt x="3" y="15"/>
                      <a:pt x="8" y="18"/>
                    </a:cubicBezTo>
                    <a:cubicBezTo>
                      <a:pt x="12" y="12"/>
                      <a:pt x="12" y="4"/>
                      <a:pt x="6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35" name="Freeform 2727">
                <a:extLst>
                  <a:ext uri="{FF2B5EF4-FFF2-40B4-BE49-F238E27FC236}">
                    <a16:creationId xmlns:a16="http://schemas.microsoft.com/office/drawing/2014/main" id="{23D3B9A0-9220-427B-8957-38292A945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155"/>
                <a:ext cx="10" cy="13"/>
              </a:xfrm>
              <a:custGeom>
                <a:avLst/>
                <a:gdLst>
                  <a:gd name="T0" fmla="*/ 1 w 8"/>
                  <a:gd name="T1" fmla="*/ 0 h 10"/>
                  <a:gd name="T2" fmla="*/ 6 w 8"/>
                  <a:gd name="T3" fmla="*/ 22 h 10"/>
                  <a:gd name="T4" fmla="*/ 6 w 8"/>
                  <a:gd name="T5" fmla="*/ 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1" y="0"/>
                    </a:moveTo>
                    <a:cubicBezTo>
                      <a:pt x="0" y="4"/>
                      <a:pt x="1" y="7"/>
                      <a:pt x="3" y="10"/>
                    </a:cubicBezTo>
                    <a:cubicBezTo>
                      <a:pt x="8" y="7"/>
                      <a:pt x="7" y="4"/>
                      <a:pt x="3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36" name="Freeform 2728">
                <a:extLst>
                  <a:ext uri="{FF2B5EF4-FFF2-40B4-BE49-F238E27FC236}">
                    <a16:creationId xmlns:a16="http://schemas.microsoft.com/office/drawing/2014/main" id="{511E6C27-1302-4CC8-837C-7860EA768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365"/>
                <a:ext cx="18" cy="23"/>
              </a:xfrm>
              <a:custGeom>
                <a:avLst/>
                <a:gdLst>
                  <a:gd name="T0" fmla="*/ 13 w 14"/>
                  <a:gd name="T1" fmla="*/ 5 h 17"/>
                  <a:gd name="T2" fmla="*/ 13 w 14"/>
                  <a:gd name="T3" fmla="*/ 37 h 17"/>
                  <a:gd name="T4" fmla="*/ 24 w 1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6" y="2"/>
                    </a:moveTo>
                    <a:cubicBezTo>
                      <a:pt x="0" y="4"/>
                      <a:pt x="0" y="14"/>
                      <a:pt x="6" y="15"/>
                    </a:cubicBezTo>
                    <a:cubicBezTo>
                      <a:pt x="13" y="17"/>
                      <a:pt x="14" y="4"/>
                      <a:pt x="12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37" name="Freeform 2729">
                <a:extLst>
                  <a:ext uri="{FF2B5EF4-FFF2-40B4-BE49-F238E27FC236}">
                    <a16:creationId xmlns:a16="http://schemas.microsoft.com/office/drawing/2014/main" id="{01845900-33F2-4541-8904-55235B3E4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364"/>
                <a:ext cx="11" cy="21"/>
              </a:xfrm>
              <a:custGeom>
                <a:avLst/>
                <a:gdLst>
                  <a:gd name="T0" fmla="*/ 1 w 9"/>
                  <a:gd name="T1" fmla="*/ 5 h 16"/>
                  <a:gd name="T2" fmla="*/ 7 w 9"/>
                  <a:gd name="T3" fmla="*/ 37 h 16"/>
                  <a:gd name="T4" fmla="*/ 6 w 9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1" y="2"/>
                    </a:moveTo>
                    <a:cubicBezTo>
                      <a:pt x="0" y="8"/>
                      <a:pt x="0" y="13"/>
                      <a:pt x="4" y="16"/>
                    </a:cubicBezTo>
                    <a:cubicBezTo>
                      <a:pt x="9" y="12"/>
                      <a:pt x="8" y="4"/>
                      <a:pt x="3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38" name="Freeform 2730">
                <a:extLst>
                  <a:ext uri="{FF2B5EF4-FFF2-40B4-BE49-F238E27FC236}">
                    <a16:creationId xmlns:a16="http://schemas.microsoft.com/office/drawing/2014/main" id="{35E54A1C-17ED-4628-B8E9-0251328C6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347"/>
                <a:ext cx="28" cy="32"/>
              </a:xfrm>
              <a:custGeom>
                <a:avLst/>
                <a:gdLst>
                  <a:gd name="T0" fmla="*/ 8 w 22"/>
                  <a:gd name="T1" fmla="*/ 1 h 24"/>
                  <a:gd name="T2" fmla="*/ 17 w 22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4">
                    <a:moveTo>
                      <a:pt x="4" y="1"/>
                    </a:moveTo>
                    <a:cubicBezTo>
                      <a:pt x="0" y="24"/>
                      <a:pt x="22" y="12"/>
                      <a:pt x="8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39" name="Freeform 2731">
                <a:extLst>
                  <a:ext uri="{FF2B5EF4-FFF2-40B4-BE49-F238E27FC236}">
                    <a16:creationId xmlns:a16="http://schemas.microsoft.com/office/drawing/2014/main" id="{6D62E06C-82E0-46D2-B1EC-F6F173667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323"/>
                <a:ext cx="28" cy="21"/>
              </a:xfrm>
              <a:custGeom>
                <a:avLst/>
                <a:gdLst>
                  <a:gd name="T0" fmla="*/ 14 w 22"/>
                  <a:gd name="T1" fmla="*/ 0 h 16"/>
                  <a:gd name="T2" fmla="*/ 24 w 22"/>
                  <a:gd name="T3" fmla="*/ 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6">
                    <a:moveTo>
                      <a:pt x="7" y="0"/>
                    </a:moveTo>
                    <a:cubicBezTo>
                      <a:pt x="0" y="16"/>
                      <a:pt x="22" y="11"/>
                      <a:pt x="12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40" name="Freeform 2732">
                <a:extLst>
                  <a:ext uri="{FF2B5EF4-FFF2-40B4-BE49-F238E27FC236}">
                    <a16:creationId xmlns:a16="http://schemas.microsoft.com/office/drawing/2014/main" id="{E414A888-7D0A-4AA7-A05A-FD886088F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3467"/>
                <a:ext cx="34" cy="30"/>
              </a:xfrm>
              <a:custGeom>
                <a:avLst/>
                <a:gdLst>
                  <a:gd name="T0" fmla="*/ 8 w 27"/>
                  <a:gd name="T1" fmla="*/ 1 h 23"/>
                  <a:gd name="T2" fmla="*/ 18 w 2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3">
                    <a:moveTo>
                      <a:pt x="4" y="1"/>
                    </a:moveTo>
                    <a:cubicBezTo>
                      <a:pt x="0" y="23"/>
                      <a:pt x="27" y="4"/>
                      <a:pt x="9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41" name="Freeform 2733">
                <a:extLst>
                  <a:ext uri="{FF2B5EF4-FFF2-40B4-BE49-F238E27FC236}">
                    <a16:creationId xmlns:a16="http://schemas.microsoft.com/office/drawing/2014/main" id="{8380A95F-89EC-4275-817F-A888609D6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3565"/>
                <a:ext cx="14" cy="20"/>
              </a:xfrm>
              <a:custGeom>
                <a:avLst/>
                <a:gdLst>
                  <a:gd name="T0" fmla="*/ 1 w 11"/>
                  <a:gd name="T1" fmla="*/ 7 h 15"/>
                  <a:gd name="T2" fmla="*/ 13 w 11"/>
                  <a:gd name="T3" fmla="*/ 36 h 15"/>
                  <a:gd name="T4" fmla="*/ 10 w 11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1" y="3"/>
                    </a:moveTo>
                    <a:cubicBezTo>
                      <a:pt x="0" y="7"/>
                      <a:pt x="1" y="13"/>
                      <a:pt x="6" y="15"/>
                    </a:cubicBezTo>
                    <a:cubicBezTo>
                      <a:pt x="11" y="11"/>
                      <a:pt x="11" y="3"/>
                      <a:pt x="5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42" name="Freeform 2734">
                <a:extLst>
                  <a:ext uri="{FF2B5EF4-FFF2-40B4-BE49-F238E27FC236}">
                    <a16:creationId xmlns:a16="http://schemas.microsoft.com/office/drawing/2014/main" id="{A9137654-4FA4-4B5B-8F93-4D73F18CB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3543"/>
                <a:ext cx="13" cy="24"/>
              </a:xfrm>
              <a:custGeom>
                <a:avLst/>
                <a:gdLst>
                  <a:gd name="T0" fmla="*/ 0 w 10"/>
                  <a:gd name="T1" fmla="*/ 27 h 18"/>
                  <a:gd name="T2" fmla="*/ 7 w 10"/>
                  <a:gd name="T3" fmla="*/ 43 h 18"/>
                  <a:gd name="T4" fmla="*/ 0 w 10"/>
                  <a:gd name="T5" fmla="*/ 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11"/>
                    </a:moveTo>
                    <a:cubicBezTo>
                      <a:pt x="0" y="14"/>
                      <a:pt x="0" y="16"/>
                      <a:pt x="3" y="18"/>
                    </a:cubicBezTo>
                    <a:cubicBezTo>
                      <a:pt x="10" y="15"/>
                      <a:pt x="8" y="0"/>
                      <a:pt x="0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43" name="Freeform 2735">
                <a:extLst>
                  <a:ext uri="{FF2B5EF4-FFF2-40B4-BE49-F238E27FC236}">
                    <a16:creationId xmlns:a16="http://schemas.microsoft.com/office/drawing/2014/main" id="{2C813EF7-29AB-4D48-9923-BDC63583C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483"/>
                <a:ext cx="7" cy="10"/>
              </a:xfrm>
              <a:custGeom>
                <a:avLst/>
                <a:gdLst>
                  <a:gd name="T0" fmla="*/ 0 w 6"/>
                  <a:gd name="T1" fmla="*/ 8 h 8"/>
                  <a:gd name="T2" fmla="*/ 6 w 6"/>
                  <a:gd name="T3" fmla="*/ 16 h 8"/>
                  <a:gd name="T4" fmla="*/ 2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1" y="6"/>
                      <a:pt x="1" y="7"/>
                      <a:pt x="3" y="8"/>
                    </a:cubicBezTo>
                    <a:cubicBezTo>
                      <a:pt x="6" y="5"/>
                      <a:pt x="4" y="3"/>
                      <a:pt x="2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44" name="Freeform 2736">
                <a:extLst>
                  <a:ext uri="{FF2B5EF4-FFF2-40B4-BE49-F238E27FC236}">
                    <a16:creationId xmlns:a16="http://schemas.microsoft.com/office/drawing/2014/main" id="{CB7C82A1-750D-4CD3-8ABD-C6806A0A0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3295"/>
                <a:ext cx="16" cy="14"/>
              </a:xfrm>
              <a:custGeom>
                <a:avLst/>
                <a:gdLst>
                  <a:gd name="T0" fmla="*/ 1 w 13"/>
                  <a:gd name="T1" fmla="*/ 10 h 11"/>
                  <a:gd name="T2" fmla="*/ 2 w 13"/>
                  <a:gd name="T3" fmla="*/ 23 h 11"/>
                  <a:gd name="T4" fmla="*/ 7 w 13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" y="5"/>
                    </a:moveTo>
                    <a:cubicBezTo>
                      <a:pt x="0" y="8"/>
                      <a:pt x="1" y="9"/>
                      <a:pt x="2" y="11"/>
                    </a:cubicBezTo>
                    <a:cubicBezTo>
                      <a:pt x="8" y="9"/>
                      <a:pt x="13" y="0"/>
                      <a:pt x="4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45" name="Freeform 2737">
                <a:extLst>
                  <a:ext uri="{FF2B5EF4-FFF2-40B4-BE49-F238E27FC236}">
                    <a16:creationId xmlns:a16="http://schemas.microsoft.com/office/drawing/2014/main" id="{24FC77C8-5B74-4C17-9E18-81E9E1884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3668"/>
                <a:ext cx="9" cy="12"/>
              </a:xfrm>
              <a:custGeom>
                <a:avLst/>
                <a:gdLst>
                  <a:gd name="T0" fmla="*/ 1 w 7"/>
                  <a:gd name="T1" fmla="*/ 7 h 9"/>
                  <a:gd name="T2" fmla="*/ 1 w 7"/>
                  <a:gd name="T3" fmla="*/ 21 h 9"/>
                  <a:gd name="T4" fmla="*/ 8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1" y="3"/>
                    </a:moveTo>
                    <a:cubicBezTo>
                      <a:pt x="0" y="5"/>
                      <a:pt x="0" y="7"/>
                      <a:pt x="1" y="9"/>
                    </a:cubicBezTo>
                    <a:cubicBezTo>
                      <a:pt x="6" y="9"/>
                      <a:pt x="7" y="4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46" name="Freeform 2738">
                <a:extLst>
                  <a:ext uri="{FF2B5EF4-FFF2-40B4-BE49-F238E27FC236}">
                    <a16:creationId xmlns:a16="http://schemas.microsoft.com/office/drawing/2014/main" id="{0A5573BB-5207-4951-AC76-04E0F9627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685"/>
                <a:ext cx="13" cy="16"/>
              </a:xfrm>
              <a:custGeom>
                <a:avLst/>
                <a:gdLst>
                  <a:gd name="T0" fmla="*/ 0 w 10"/>
                  <a:gd name="T1" fmla="*/ 9 h 12"/>
                  <a:gd name="T2" fmla="*/ 12 w 10"/>
                  <a:gd name="T3" fmla="*/ 28 h 12"/>
                  <a:gd name="T4" fmla="*/ 9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4"/>
                    </a:moveTo>
                    <a:cubicBezTo>
                      <a:pt x="0" y="8"/>
                      <a:pt x="2" y="11"/>
                      <a:pt x="5" y="12"/>
                    </a:cubicBezTo>
                    <a:cubicBezTo>
                      <a:pt x="10" y="9"/>
                      <a:pt x="8" y="3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47" name="Freeform 2739">
                <a:extLst>
                  <a:ext uri="{FF2B5EF4-FFF2-40B4-BE49-F238E27FC236}">
                    <a16:creationId xmlns:a16="http://schemas.microsoft.com/office/drawing/2014/main" id="{17D0ACD7-F23C-48E4-93B2-54E08B243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644"/>
                <a:ext cx="10" cy="13"/>
              </a:xfrm>
              <a:custGeom>
                <a:avLst/>
                <a:gdLst>
                  <a:gd name="T0" fmla="*/ 0 w 8"/>
                  <a:gd name="T1" fmla="*/ 1 h 10"/>
                  <a:gd name="T2" fmla="*/ 10 w 8"/>
                  <a:gd name="T3" fmla="*/ 22 h 10"/>
                  <a:gd name="T4" fmla="*/ 10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1"/>
                    </a:moveTo>
                    <a:cubicBezTo>
                      <a:pt x="0" y="5"/>
                      <a:pt x="2" y="8"/>
                      <a:pt x="5" y="10"/>
                    </a:cubicBezTo>
                    <a:cubicBezTo>
                      <a:pt x="8" y="7"/>
                      <a:pt x="8" y="3"/>
                      <a:pt x="5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48" name="Freeform 2740">
                <a:extLst>
                  <a:ext uri="{FF2B5EF4-FFF2-40B4-BE49-F238E27FC236}">
                    <a16:creationId xmlns:a16="http://schemas.microsoft.com/office/drawing/2014/main" id="{0E907596-4C39-4FF5-A8DD-485EDE5A0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559"/>
                <a:ext cx="27" cy="21"/>
              </a:xfrm>
              <a:custGeom>
                <a:avLst/>
                <a:gdLst>
                  <a:gd name="T0" fmla="*/ 17 w 21"/>
                  <a:gd name="T1" fmla="*/ 0 h 16"/>
                  <a:gd name="T2" fmla="*/ 35 w 21"/>
                  <a:gd name="T3" fmla="*/ 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8" y="0"/>
                    </a:moveTo>
                    <a:cubicBezTo>
                      <a:pt x="0" y="16"/>
                      <a:pt x="21" y="15"/>
                      <a:pt x="16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49" name="Freeform 2741">
                <a:extLst>
                  <a:ext uri="{FF2B5EF4-FFF2-40B4-BE49-F238E27FC236}">
                    <a16:creationId xmlns:a16="http://schemas.microsoft.com/office/drawing/2014/main" id="{EEA1D344-1194-4FF7-BE82-C57E8CBB9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461"/>
                <a:ext cx="33" cy="36"/>
              </a:xfrm>
              <a:custGeom>
                <a:avLst/>
                <a:gdLst>
                  <a:gd name="T0" fmla="*/ 10 w 26"/>
                  <a:gd name="T1" fmla="*/ 5 h 27"/>
                  <a:gd name="T2" fmla="*/ 14 w 26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5" y="2"/>
                    </a:moveTo>
                    <a:cubicBezTo>
                      <a:pt x="0" y="27"/>
                      <a:pt x="26" y="6"/>
                      <a:pt x="7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50" name="Freeform 2742">
                <a:extLst>
                  <a:ext uri="{FF2B5EF4-FFF2-40B4-BE49-F238E27FC236}">
                    <a16:creationId xmlns:a16="http://schemas.microsoft.com/office/drawing/2014/main" id="{95E745C7-3323-466B-9944-0DF9244F1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657"/>
                <a:ext cx="10" cy="10"/>
              </a:xfrm>
              <a:custGeom>
                <a:avLst/>
                <a:gdLst>
                  <a:gd name="T0" fmla="*/ 1 w 8"/>
                  <a:gd name="T1" fmla="*/ 0 h 7"/>
                  <a:gd name="T2" fmla="*/ 13 w 8"/>
                  <a:gd name="T3" fmla="*/ 20 h 7"/>
                  <a:gd name="T4" fmla="*/ 8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cubicBezTo>
                      <a:pt x="0" y="4"/>
                      <a:pt x="1" y="7"/>
                      <a:pt x="6" y="7"/>
                    </a:cubicBezTo>
                    <a:cubicBezTo>
                      <a:pt x="8" y="3"/>
                      <a:pt x="7" y="2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51" name="Freeform 2743">
                <a:extLst>
                  <a:ext uri="{FF2B5EF4-FFF2-40B4-BE49-F238E27FC236}">
                    <a16:creationId xmlns:a16="http://schemas.microsoft.com/office/drawing/2014/main" id="{01DEBDD1-1CDD-4F65-AB12-25E9E755F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648"/>
                <a:ext cx="14" cy="12"/>
              </a:xfrm>
              <a:custGeom>
                <a:avLst/>
                <a:gdLst>
                  <a:gd name="T0" fmla="*/ 8 w 11"/>
                  <a:gd name="T1" fmla="*/ 9 h 9"/>
                  <a:gd name="T2" fmla="*/ 0 w 11"/>
                  <a:gd name="T3" fmla="*/ 5 h 9"/>
                  <a:gd name="T4" fmla="*/ 5 w 11"/>
                  <a:gd name="T5" fmla="*/ 21 h 9"/>
                  <a:gd name="T6" fmla="*/ 14 w 11"/>
                  <a:gd name="T7" fmla="*/ 0 h 9"/>
                  <a:gd name="T8" fmla="*/ 8 w 11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4" y="4"/>
                    </a:moveTo>
                    <a:cubicBezTo>
                      <a:pt x="4" y="2"/>
                      <a:pt x="2" y="1"/>
                      <a:pt x="0" y="2"/>
                    </a:cubicBezTo>
                    <a:cubicBezTo>
                      <a:pt x="0" y="5"/>
                      <a:pt x="1" y="6"/>
                      <a:pt x="2" y="9"/>
                    </a:cubicBezTo>
                    <a:cubicBezTo>
                      <a:pt x="8" y="9"/>
                      <a:pt x="11" y="5"/>
                      <a:pt x="7" y="0"/>
                    </a:cubicBezTo>
                    <a:cubicBezTo>
                      <a:pt x="6" y="0"/>
                      <a:pt x="5" y="0"/>
                      <a:pt x="4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52" name="Freeform 2744">
                <a:extLst>
                  <a:ext uri="{FF2B5EF4-FFF2-40B4-BE49-F238E27FC236}">
                    <a16:creationId xmlns:a16="http://schemas.microsoft.com/office/drawing/2014/main" id="{986F6739-D2E9-4FC8-86D5-8DD137BC7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3684"/>
                <a:ext cx="11" cy="24"/>
              </a:xfrm>
              <a:custGeom>
                <a:avLst/>
                <a:gdLst>
                  <a:gd name="T0" fmla="*/ 1 w 9"/>
                  <a:gd name="T1" fmla="*/ 5 h 18"/>
                  <a:gd name="T2" fmla="*/ 13 w 9"/>
                  <a:gd name="T3" fmla="*/ 43 h 18"/>
                  <a:gd name="T4" fmla="*/ 7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1" y="2"/>
                    </a:moveTo>
                    <a:cubicBezTo>
                      <a:pt x="0" y="7"/>
                      <a:pt x="2" y="17"/>
                      <a:pt x="7" y="18"/>
                    </a:cubicBezTo>
                    <a:cubicBezTo>
                      <a:pt x="9" y="13"/>
                      <a:pt x="5" y="6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53" name="Freeform 2745">
                <a:extLst>
                  <a:ext uri="{FF2B5EF4-FFF2-40B4-BE49-F238E27FC236}">
                    <a16:creationId xmlns:a16="http://schemas.microsoft.com/office/drawing/2014/main" id="{573435C7-8A8D-410A-ACA4-95C38AB2C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575"/>
                <a:ext cx="13" cy="24"/>
              </a:xfrm>
              <a:custGeom>
                <a:avLst/>
                <a:gdLst>
                  <a:gd name="T0" fmla="*/ 2 w 11"/>
                  <a:gd name="T1" fmla="*/ 5 h 18"/>
                  <a:gd name="T2" fmla="*/ 9 w 11"/>
                  <a:gd name="T3" fmla="*/ 43 h 18"/>
                  <a:gd name="T4" fmla="*/ 7 w 1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2" y="2"/>
                    </a:moveTo>
                    <a:cubicBezTo>
                      <a:pt x="1" y="7"/>
                      <a:pt x="0" y="17"/>
                      <a:pt x="6" y="18"/>
                    </a:cubicBezTo>
                    <a:cubicBezTo>
                      <a:pt x="11" y="13"/>
                      <a:pt x="11" y="3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54" name="Freeform 2746">
                <a:extLst>
                  <a:ext uri="{FF2B5EF4-FFF2-40B4-BE49-F238E27FC236}">
                    <a16:creationId xmlns:a16="http://schemas.microsoft.com/office/drawing/2014/main" id="{A5E0A847-FD10-4DD1-BD3B-C17D89969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3711"/>
                <a:ext cx="14" cy="17"/>
              </a:xfrm>
              <a:custGeom>
                <a:avLst/>
                <a:gdLst>
                  <a:gd name="T0" fmla="*/ 5 w 11"/>
                  <a:gd name="T1" fmla="*/ 5 h 13"/>
                  <a:gd name="T2" fmla="*/ 8 w 11"/>
                  <a:gd name="T3" fmla="*/ 29 h 13"/>
                  <a:gd name="T4" fmla="*/ 10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2" y="2"/>
                    </a:moveTo>
                    <a:cubicBezTo>
                      <a:pt x="0" y="5"/>
                      <a:pt x="0" y="10"/>
                      <a:pt x="4" y="13"/>
                    </a:cubicBezTo>
                    <a:cubicBezTo>
                      <a:pt x="9" y="11"/>
                      <a:pt x="11" y="3"/>
                      <a:pt x="5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55" name="Freeform 2747">
                <a:extLst>
                  <a:ext uri="{FF2B5EF4-FFF2-40B4-BE49-F238E27FC236}">
                    <a16:creationId xmlns:a16="http://schemas.microsoft.com/office/drawing/2014/main" id="{70A10E3D-1FA3-446F-BE39-E2B122F50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3307"/>
                <a:ext cx="20" cy="29"/>
              </a:xfrm>
              <a:custGeom>
                <a:avLst/>
                <a:gdLst>
                  <a:gd name="T0" fmla="*/ 8 w 16"/>
                  <a:gd name="T1" fmla="*/ 5 h 22"/>
                  <a:gd name="T2" fmla="*/ 18 w 16"/>
                  <a:gd name="T3" fmla="*/ 44 h 22"/>
                  <a:gd name="T4" fmla="*/ 16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4" y="2"/>
                    </a:moveTo>
                    <a:cubicBezTo>
                      <a:pt x="2" y="6"/>
                      <a:pt x="0" y="22"/>
                      <a:pt x="9" y="19"/>
                    </a:cubicBezTo>
                    <a:cubicBezTo>
                      <a:pt x="16" y="16"/>
                      <a:pt x="16" y="2"/>
                      <a:pt x="8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56" name="Freeform 2748">
                <a:extLst>
                  <a:ext uri="{FF2B5EF4-FFF2-40B4-BE49-F238E27FC236}">
                    <a16:creationId xmlns:a16="http://schemas.microsoft.com/office/drawing/2014/main" id="{50F31A14-87A6-44AE-85A3-54251953B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183"/>
                <a:ext cx="15" cy="24"/>
              </a:xfrm>
              <a:custGeom>
                <a:avLst/>
                <a:gdLst>
                  <a:gd name="T0" fmla="*/ 8 w 12"/>
                  <a:gd name="T1" fmla="*/ 0 h 18"/>
                  <a:gd name="T2" fmla="*/ 10 w 12"/>
                  <a:gd name="T3" fmla="*/ 43 h 18"/>
                  <a:gd name="T4" fmla="*/ 8 w 12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4" y="0"/>
                    </a:moveTo>
                    <a:cubicBezTo>
                      <a:pt x="1" y="5"/>
                      <a:pt x="0" y="14"/>
                      <a:pt x="5" y="18"/>
                    </a:cubicBezTo>
                    <a:cubicBezTo>
                      <a:pt x="12" y="16"/>
                      <a:pt x="11" y="3"/>
                      <a:pt x="4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57" name="Freeform 2749">
                <a:extLst>
                  <a:ext uri="{FF2B5EF4-FFF2-40B4-BE49-F238E27FC236}">
                    <a16:creationId xmlns:a16="http://schemas.microsoft.com/office/drawing/2014/main" id="{D7829BE9-1CAA-499A-A5FA-2AAAC4344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045"/>
                <a:ext cx="20" cy="24"/>
              </a:xfrm>
              <a:custGeom>
                <a:avLst/>
                <a:gdLst>
                  <a:gd name="T0" fmla="*/ 8 w 16"/>
                  <a:gd name="T1" fmla="*/ 15 h 18"/>
                  <a:gd name="T2" fmla="*/ 8 w 16"/>
                  <a:gd name="T3" fmla="*/ 43 h 18"/>
                  <a:gd name="T4" fmla="*/ 0 w 16"/>
                  <a:gd name="T5" fmla="*/ 3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4" y="6"/>
                    </a:moveTo>
                    <a:cubicBezTo>
                      <a:pt x="3" y="10"/>
                      <a:pt x="0" y="15"/>
                      <a:pt x="4" y="18"/>
                    </a:cubicBezTo>
                    <a:cubicBezTo>
                      <a:pt x="16" y="12"/>
                      <a:pt x="1" y="0"/>
                      <a:pt x="0" y="1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58" name="Freeform 2750">
                <a:extLst>
                  <a:ext uri="{FF2B5EF4-FFF2-40B4-BE49-F238E27FC236}">
                    <a16:creationId xmlns:a16="http://schemas.microsoft.com/office/drawing/2014/main" id="{6FA54D53-C576-4463-BF5B-B63F5D72B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3412"/>
                <a:ext cx="11" cy="20"/>
              </a:xfrm>
              <a:custGeom>
                <a:avLst/>
                <a:gdLst>
                  <a:gd name="T0" fmla="*/ 7 w 9"/>
                  <a:gd name="T1" fmla="*/ 5 h 15"/>
                  <a:gd name="T2" fmla="*/ 9 w 9"/>
                  <a:gd name="T3" fmla="*/ 36 h 15"/>
                  <a:gd name="T4" fmla="*/ 2 w 9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4" y="2"/>
                    </a:moveTo>
                    <a:cubicBezTo>
                      <a:pt x="2" y="5"/>
                      <a:pt x="0" y="13"/>
                      <a:pt x="5" y="15"/>
                    </a:cubicBezTo>
                    <a:cubicBezTo>
                      <a:pt x="8" y="11"/>
                      <a:pt x="9" y="0"/>
                      <a:pt x="2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59" name="Freeform 2751">
                <a:extLst>
                  <a:ext uri="{FF2B5EF4-FFF2-40B4-BE49-F238E27FC236}">
                    <a16:creationId xmlns:a16="http://schemas.microsoft.com/office/drawing/2014/main" id="{AB7DD175-EC94-4AAB-BF15-3C5C5BBC1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788"/>
                <a:ext cx="21" cy="25"/>
              </a:xfrm>
              <a:custGeom>
                <a:avLst/>
                <a:gdLst>
                  <a:gd name="T0" fmla="*/ 0 w 17"/>
                  <a:gd name="T1" fmla="*/ 12 h 19"/>
                  <a:gd name="T2" fmla="*/ 15 w 17"/>
                  <a:gd name="T3" fmla="*/ 43 h 19"/>
                  <a:gd name="T4" fmla="*/ 11 w 1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9">
                    <a:moveTo>
                      <a:pt x="0" y="5"/>
                    </a:moveTo>
                    <a:cubicBezTo>
                      <a:pt x="0" y="9"/>
                      <a:pt x="3" y="19"/>
                      <a:pt x="8" y="19"/>
                    </a:cubicBezTo>
                    <a:cubicBezTo>
                      <a:pt x="17" y="18"/>
                      <a:pt x="9" y="3"/>
                      <a:pt x="6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60" name="Freeform 2752">
                <a:extLst>
                  <a:ext uri="{FF2B5EF4-FFF2-40B4-BE49-F238E27FC236}">
                    <a16:creationId xmlns:a16="http://schemas.microsoft.com/office/drawing/2014/main" id="{09426CD3-3578-4489-A5D5-C5A8865A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879"/>
                <a:ext cx="19" cy="24"/>
              </a:xfrm>
              <a:custGeom>
                <a:avLst/>
                <a:gdLst>
                  <a:gd name="T0" fmla="*/ 0 w 15"/>
                  <a:gd name="T1" fmla="*/ 1 h 18"/>
                  <a:gd name="T2" fmla="*/ 24 w 15"/>
                  <a:gd name="T3" fmla="*/ 21 h 18"/>
                  <a:gd name="T4" fmla="*/ 14 w 15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0" y="1"/>
                    </a:moveTo>
                    <a:cubicBezTo>
                      <a:pt x="1" y="6"/>
                      <a:pt x="6" y="18"/>
                      <a:pt x="12" y="9"/>
                    </a:cubicBezTo>
                    <a:cubicBezTo>
                      <a:pt x="15" y="4"/>
                      <a:pt x="10" y="0"/>
                      <a:pt x="7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61" name="Freeform 2753">
                <a:extLst>
                  <a:ext uri="{FF2B5EF4-FFF2-40B4-BE49-F238E27FC236}">
                    <a16:creationId xmlns:a16="http://schemas.microsoft.com/office/drawing/2014/main" id="{7C057E4F-44C1-4583-8306-DC8515C4D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952"/>
                <a:ext cx="15" cy="21"/>
              </a:xfrm>
              <a:custGeom>
                <a:avLst/>
                <a:gdLst>
                  <a:gd name="T0" fmla="*/ 5 w 12"/>
                  <a:gd name="T1" fmla="*/ 9 h 16"/>
                  <a:gd name="T2" fmla="*/ 13 w 12"/>
                  <a:gd name="T3" fmla="*/ 32 h 16"/>
                  <a:gd name="T4" fmla="*/ 10 w 1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2" y="4"/>
                    </a:moveTo>
                    <a:cubicBezTo>
                      <a:pt x="1" y="7"/>
                      <a:pt x="0" y="16"/>
                      <a:pt x="6" y="14"/>
                    </a:cubicBezTo>
                    <a:cubicBezTo>
                      <a:pt x="12" y="13"/>
                      <a:pt x="12" y="0"/>
                      <a:pt x="5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62" name="Freeform 2754">
                <a:extLst>
                  <a:ext uri="{FF2B5EF4-FFF2-40B4-BE49-F238E27FC236}">
                    <a16:creationId xmlns:a16="http://schemas.microsoft.com/office/drawing/2014/main" id="{B9D0CD5D-A382-4BB1-A267-FB699E008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757"/>
                <a:ext cx="10" cy="19"/>
              </a:xfrm>
              <a:custGeom>
                <a:avLst/>
                <a:gdLst>
                  <a:gd name="T0" fmla="*/ 5 w 8"/>
                  <a:gd name="T1" fmla="*/ 14 h 14"/>
                  <a:gd name="T2" fmla="*/ 5 w 8"/>
                  <a:gd name="T3" fmla="*/ 35 h 14"/>
                  <a:gd name="T4" fmla="*/ 10 w 8"/>
                  <a:gd name="T5" fmla="*/ 1 h 14"/>
                  <a:gd name="T6" fmla="*/ 5 w 8"/>
                  <a:gd name="T7" fmla="*/ 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2" y="5"/>
                    </a:moveTo>
                    <a:cubicBezTo>
                      <a:pt x="0" y="8"/>
                      <a:pt x="0" y="11"/>
                      <a:pt x="2" y="14"/>
                    </a:cubicBezTo>
                    <a:cubicBezTo>
                      <a:pt x="6" y="12"/>
                      <a:pt x="8" y="6"/>
                      <a:pt x="5" y="1"/>
                    </a:cubicBezTo>
                    <a:cubicBezTo>
                      <a:pt x="4" y="0"/>
                      <a:pt x="2" y="1"/>
                      <a:pt x="2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63" name="Freeform 2755">
                <a:extLst>
                  <a:ext uri="{FF2B5EF4-FFF2-40B4-BE49-F238E27FC236}">
                    <a16:creationId xmlns:a16="http://schemas.microsoft.com/office/drawing/2014/main" id="{1EEA98BF-09CB-4D4C-BCB8-B43F8CFA8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555"/>
                <a:ext cx="58" cy="30"/>
              </a:xfrm>
              <a:custGeom>
                <a:avLst/>
                <a:gdLst>
                  <a:gd name="T0" fmla="*/ 32 w 46"/>
                  <a:gd name="T1" fmla="*/ 7 h 23"/>
                  <a:gd name="T2" fmla="*/ 55 w 46"/>
                  <a:gd name="T3" fmla="*/ 50 h 23"/>
                  <a:gd name="T4" fmla="*/ 44 w 46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3">
                    <a:moveTo>
                      <a:pt x="16" y="3"/>
                    </a:moveTo>
                    <a:cubicBezTo>
                      <a:pt x="0" y="0"/>
                      <a:pt x="15" y="23"/>
                      <a:pt x="28" y="22"/>
                    </a:cubicBezTo>
                    <a:cubicBezTo>
                      <a:pt x="46" y="20"/>
                      <a:pt x="32" y="5"/>
                      <a:pt x="22" y="3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64" name="Freeform 2756">
                <a:extLst>
                  <a:ext uri="{FF2B5EF4-FFF2-40B4-BE49-F238E27FC236}">
                    <a16:creationId xmlns:a16="http://schemas.microsoft.com/office/drawing/2014/main" id="{D8497261-8B53-44E3-A763-59F07FB16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621"/>
                <a:ext cx="29" cy="39"/>
              </a:xfrm>
              <a:custGeom>
                <a:avLst/>
                <a:gdLst>
                  <a:gd name="T0" fmla="*/ 0 w 23"/>
                  <a:gd name="T1" fmla="*/ 16 h 29"/>
                  <a:gd name="T2" fmla="*/ 38 w 23"/>
                  <a:gd name="T3" fmla="*/ 47 h 29"/>
                  <a:gd name="T4" fmla="*/ 6 w 23"/>
                  <a:gd name="T5" fmla="*/ 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9">
                    <a:moveTo>
                      <a:pt x="0" y="7"/>
                    </a:moveTo>
                    <a:cubicBezTo>
                      <a:pt x="2" y="12"/>
                      <a:pt x="14" y="29"/>
                      <a:pt x="19" y="19"/>
                    </a:cubicBezTo>
                    <a:cubicBezTo>
                      <a:pt x="23" y="12"/>
                      <a:pt x="8" y="0"/>
                      <a:pt x="3" y="3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65" name="Freeform 2757">
                <a:extLst>
                  <a:ext uri="{FF2B5EF4-FFF2-40B4-BE49-F238E27FC236}">
                    <a16:creationId xmlns:a16="http://schemas.microsoft.com/office/drawing/2014/main" id="{E2F71D7F-B701-4B2C-B3B1-999760AFB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763"/>
                <a:ext cx="20" cy="25"/>
              </a:xfrm>
              <a:custGeom>
                <a:avLst/>
                <a:gdLst>
                  <a:gd name="T0" fmla="*/ 8 w 16"/>
                  <a:gd name="T1" fmla="*/ 5 h 19"/>
                  <a:gd name="T2" fmla="*/ 23 w 16"/>
                  <a:gd name="T3" fmla="*/ 43 h 19"/>
                  <a:gd name="T4" fmla="*/ 13 w 16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4" y="2"/>
                    </a:moveTo>
                    <a:cubicBezTo>
                      <a:pt x="0" y="9"/>
                      <a:pt x="4" y="17"/>
                      <a:pt x="11" y="19"/>
                    </a:cubicBezTo>
                    <a:cubicBezTo>
                      <a:pt x="16" y="14"/>
                      <a:pt x="16" y="0"/>
                      <a:pt x="6" y="1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66" name="Freeform 2758">
                <a:extLst>
                  <a:ext uri="{FF2B5EF4-FFF2-40B4-BE49-F238E27FC236}">
                    <a16:creationId xmlns:a16="http://schemas.microsoft.com/office/drawing/2014/main" id="{CEFCAE67-9089-4C7A-BF8F-0EECABF1C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860"/>
                <a:ext cx="32" cy="44"/>
              </a:xfrm>
              <a:custGeom>
                <a:avLst/>
                <a:gdLst>
                  <a:gd name="T0" fmla="*/ 0 w 26"/>
                  <a:gd name="T1" fmla="*/ 15 h 33"/>
                  <a:gd name="T2" fmla="*/ 32 w 26"/>
                  <a:gd name="T3" fmla="*/ 63 h 33"/>
                  <a:gd name="T4" fmla="*/ 6 w 26"/>
                  <a:gd name="T5" fmla="*/ 1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3">
                    <a:moveTo>
                      <a:pt x="0" y="6"/>
                    </a:moveTo>
                    <a:cubicBezTo>
                      <a:pt x="2" y="12"/>
                      <a:pt x="7" y="33"/>
                      <a:pt x="17" y="26"/>
                    </a:cubicBezTo>
                    <a:cubicBezTo>
                      <a:pt x="26" y="20"/>
                      <a:pt x="11" y="0"/>
                      <a:pt x="3" y="5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67" name="Freeform 2759">
                <a:extLst>
                  <a:ext uri="{FF2B5EF4-FFF2-40B4-BE49-F238E27FC236}">
                    <a16:creationId xmlns:a16="http://schemas.microsoft.com/office/drawing/2014/main" id="{03F29420-A89F-4E97-8A4B-A71117AFB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985"/>
                <a:ext cx="27" cy="50"/>
              </a:xfrm>
              <a:custGeom>
                <a:avLst/>
                <a:gdLst>
                  <a:gd name="T0" fmla="*/ 1 w 22"/>
                  <a:gd name="T1" fmla="*/ 15 h 37"/>
                  <a:gd name="T2" fmla="*/ 25 w 22"/>
                  <a:gd name="T3" fmla="*/ 92 h 37"/>
                  <a:gd name="T4" fmla="*/ 7 w 22"/>
                  <a:gd name="T5" fmla="*/ 1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7">
                    <a:moveTo>
                      <a:pt x="1" y="6"/>
                    </a:moveTo>
                    <a:cubicBezTo>
                      <a:pt x="0" y="17"/>
                      <a:pt x="3" y="32"/>
                      <a:pt x="13" y="37"/>
                    </a:cubicBezTo>
                    <a:cubicBezTo>
                      <a:pt x="22" y="30"/>
                      <a:pt x="15" y="0"/>
                      <a:pt x="4" y="7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68" name="Freeform 2760">
                <a:extLst>
                  <a:ext uri="{FF2B5EF4-FFF2-40B4-BE49-F238E27FC236}">
                    <a16:creationId xmlns:a16="http://schemas.microsoft.com/office/drawing/2014/main" id="{F6F881DA-1049-4A0E-8B63-626FFFD67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129"/>
                <a:ext cx="29" cy="46"/>
              </a:xfrm>
              <a:custGeom>
                <a:avLst/>
                <a:gdLst>
                  <a:gd name="T0" fmla="*/ 20 w 23"/>
                  <a:gd name="T1" fmla="*/ 0 h 34"/>
                  <a:gd name="T2" fmla="*/ 20 w 23"/>
                  <a:gd name="T3" fmla="*/ 84 h 34"/>
                  <a:gd name="T4" fmla="*/ 20 w 23"/>
                  <a:gd name="T5" fmla="*/ 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4">
                    <a:moveTo>
                      <a:pt x="10" y="0"/>
                    </a:moveTo>
                    <a:cubicBezTo>
                      <a:pt x="4" y="7"/>
                      <a:pt x="0" y="30"/>
                      <a:pt x="10" y="34"/>
                    </a:cubicBezTo>
                    <a:cubicBezTo>
                      <a:pt x="17" y="27"/>
                      <a:pt x="23" y="4"/>
                      <a:pt x="10" y="1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69" name="Freeform 2761">
                <a:extLst>
                  <a:ext uri="{FF2B5EF4-FFF2-40B4-BE49-F238E27FC236}">
                    <a16:creationId xmlns:a16="http://schemas.microsoft.com/office/drawing/2014/main" id="{17E9BCB5-9EB3-4195-94BA-24EA4B037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3247"/>
                <a:ext cx="30" cy="48"/>
              </a:xfrm>
              <a:custGeom>
                <a:avLst/>
                <a:gdLst>
                  <a:gd name="T0" fmla="*/ 29 w 24"/>
                  <a:gd name="T1" fmla="*/ 12 h 36"/>
                  <a:gd name="T2" fmla="*/ 25 w 24"/>
                  <a:gd name="T3" fmla="*/ 84 h 36"/>
                  <a:gd name="T4" fmla="*/ 31 w 2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14" y="5"/>
                    </a:moveTo>
                    <a:cubicBezTo>
                      <a:pt x="8" y="10"/>
                      <a:pt x="0" y="36"/>
                      <a:pt x="13" y="35"/>
                    </a:cubicBezTo>
                    <a:cubicBezTo>
                      <a:pt x="24" y="34"/>
                      <a:pt x="19" y="5"/>
                      <a:pt x="16" y="0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0" name="Freeform 2762">
                <a:extLst>
                  <a:ext uri="{FF2B5EF4-FFF2-40B4-BE49-F238E27FC236}">
                    <a16:creationId xmlns:a16="http://schemas.microsoft.com/office/drawing/2014/main" id="{DD1CC68D-D74D-44B6-B88F-3231E9236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375"/>
                <a:ext cx="32" cy="42"/>
              </a:xfrm>
              <a:custGeom>
                <a:avLst/>
                <a:gdLst>
                  <a:gd name="T0" fmla="*/ 6 w 26"/>
                  <a:gd name="T1" fmla="*/ 9 h 32"/>
                  <a:gd name="T2" fmla="*/ 21 w 26"/>
                  <a:gd name="T3" fmla="*/ 66 h 32"/>
                  <a:gd name="T4" fmla="*/ 6 w 26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2">
                    <a:moveTo>
                      <a:pt x="3" y="4"/>
                    </a:moveTo>
                    <a:cubicBezTo>
                      <a:pt x="0" y="9"/>
                      <a:pt x="1" y="32"/>
                      <a:pt x="11" y="29"/>
                    </a:cubicBezTo>
                    <a:cubicBezTo>
                      <a:pt x="26" y="26"/>
                      <a:pt x="8" y="3"/>
                      <a:pt x="3" y="0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1" name="Freeform 2763">
                <a:extLst>
                  <a:ext uri="{FF2B5EF4-FFF2-40B4-BE49-F238E27FC236}">
                    <a16:creationId xmlns:a16="http://schemas.microsoft.com/office/drawing/2014/main" id="{CB16EB71-5E0D-483D-9C84-6920253DA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3508"/>
                <a:ext cx="62" cy="47"/>
              </a:xfrm>
              <a:custGeom>
                <a:avLst/>
                <a:gdLst>
                  <a:gd name="T0" fmla="*/ 29 w 49"/>
                  <a:gd name="T1" fmla="*/ 5 h 35"/>
                  <a:gd name="T2" fmla="*/ 68 w 49"/>
                  <a:gd name="T3" fmla="*/ 68 h 35"/>
                  <a:gd name="T4" fmla="*/ 32 w 49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5">
                    <a:moveTo>
                      <a:pt x="14" y="2"/>
                    </a:moveTo>
                    <a:cubicBezTo>
                      <a:pt x="0" y="5"/>
                      <a:pt x="23" y="35"/>
                      <a:pt x="34" y="28"/>
                    </a:cubicBezTo>
                    <a:cubicBezTo>
                      <a:pt x="49" y="19"/>
                      <a:pt x="25" y="2"/>
                      <a:pt x="16" y="0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2" name="Freeform 2764">
                <a:extLst>
                  <a:ext uri="{FF2B5EF4-FFF2-40B4-BE49-F238E27FC236}">
                    <a16:creationId xmlns:a16="http://schemas.microsoft.com/office/drawing/2014/main" id="{FB7D8465-58A8-4905-A57E-3D37E2F4E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592"/>
                <a:ext cx="30" cy="45"/>
              </a:xfrm>
              <a:custGeom>
                <a:avLst/>
                <a:gdLst>
                  <a:gd name="T0" fmla="*/ 1 w 24"/>
                  <a:gd name="T1" fmla="*/ 20 h 34"/>
                  <a:gd name="T2" fmla="*/ 24 w 24"/>
                  <a:gd name="T3" fmla="*/ 71 h 34"/>
                  <a:gd name="T4" fmla="*/ 16 w 24"/>
                  <a:gd name="T5" fmla="*/ 0 h 34"/>
                  <a:gd name="T6" fmla="*/ 10 w 24"/>
                  <a:gd name="T7" fmla="*/ 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4">
                    <a:moveTo>
                      <a:pt x="1" y="8"/>
                    </a:moveTo>
                    <a:cubicBezTo>
                      <a:pt x="0" y="13"/>
                      <a:pt x="3" y="34"/>
                      <a:pt x="12" y="31"/>
                    </a:cubicBezTo>
                    <a:cubicBezTo>
                      <a:pt x="24" y="28"/>
                      <a:pt x="15" y="3"/>
                      <a:pt x="8" y="0"/>
                    </a:cubicBezTo>
                    <a:cubicBezTo>
                      <a:pt x="6" y="1"/>
                      <a:pt x="5" y="2"/>
                      <a:pt x="5" y="4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3" name="Freeform 2765">
                <a:extLst>
                  <a:ext uri="{FF2B5EF4-FFF2-40B4-BE49-F238E27FC236}">
                    <a16:creationId xmlns:a16="http://schemas.microsoft.com/office/drawing/2014/main" id="{759F5BE6-34A7-427B-AE12-681C6FC1A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699"/>
                <a:ext cx="20" cy="29"/>
              </a:xfrm>
              <a:custGeom>
                <a:avLst/>
                <a:gdLst>
                  <a:gd name="T0" fmla="*/ 14 w 16"/>
                  <a:gd name="T1" fmla="*/ 0 h 22"/>
                  <a:gd name="T2" fmla="*/ 6 w 16"/>
                  <a:gd name="T3" fmla="*/ 12 h 22"/>
                  <a:gd name="T4" fmla="*/ 1 w 16"/>
                  <a:gd name="T5" fmla="*/ 9 h 22"/>
                  <a:gd name="T6" fmla="*/ 5 w 16"/>
                  <a:gd name="T7" fmla="*/ 50 h 22"/>
                  <a:gd name="T8" fmla="*/ 31 w 16"/>
                  <a:gd name="T9" fmla="*/ 50 h 22"/>
                  <a:gd name="T10" fmla="*/ 14 w 16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2">
                    <a:moveTo>
                      <a:pt x="7" y="0"/>
                    </a:moveTo>
                    <a:cubicBezTo>
                      <a:pt x="5" y="1"/>
                      <a:pt x="3" y="3"/>
                      <a:pt x="3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7"/>
                      <a:pt x="0" y="16"/>
                      <a:pt x="2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14"/>
                      <a:pt x="11" y="2"/>
                      <a:pt x="7" y="0"/>
                    </a:cubicBezTo>
                    <a:close/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4" name="Freeform 2766">
                <a:extLst>
                  <a:ext uri="{FF2B5EF4-FFF2-40B4-BE49-F238E27FC236}">
                    <a16:creationId xmlns:a16="http://schemas.microsoft.com/office/drawing/2014/main" id="{26061C17-D4AA-43C1-9BC1-F54795CE8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047"/>
                <a:ext cx="12" cy="14"/>
              </a:xfrm>
              <a:custGeom>
                <a:avLst/>
                <a:gdLst>
                  <a:gd name="T0" fmla="*/ 0 w 10"/>
                  <a:gd name="T1" fmla="*/ 6 h 11"/>
                  <a:gd name="T2" fmla="*/ 7 w 10"/>
                  <a:gd name="T3" fmla="*/ 23 h 11"/>
                  <a:gd name="T4" fmla="*/ 17 w 10"/>
                  <a:gd name="T5" fmla="*/ 5 h 11"/>
                  <a:gd name="T6" fmla="*/ 0 w 10"/>
                  <a:gd name="T7" fmla="*/ 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0" y="3"/>
                    </a:moveTo>
                    <a:cubicBezTo>
                      <a:pt x="1" y="6"/>
                      <a:pt x="3" y="8"/>
                      <a:pt x="4" y="11"/>
                    </a:cubicBezTo>
                    <a:cubicBezTo>
                      <a:pt x="7" y="8"/>
                      <a:pt x="9" y="7"/>
                      <a:pt x="10" y="2"/>
                    </a:cubicBezTo>
                    <a:cubicBezTo>
                      <a:pt x="6" y="0"/>
                      <a:pt x="4" y="2"/>
                      <a:pt x="0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5" name="Freeform 2767">
                <a:extLst>
                  <a:ext uri="{FF2B5EF4-FFF2-40B4-BE49-F238E27FC236}">
                    <a16:creationId xmlns:a16="http://schemas.microsoft.com/office/drawing/2014/main" id="{A6DB01DD-EB30-4F64-95EF-48E746B49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3252"/>
                <a:ext cx="21" cy="25"/>
              </a:xfrm>
              <a:custGeom>
                <a:avLst/>
                <a:gdLst>
                  <a:gd name="T0" fmla="*/ 0 w 17"/>
                  <a:gd name="T1" fmla="*/ 9 h 19"/>
                  <a:gd name="T2" fmla="*/ 21 w 17"/>
                  <a:gd name="T3" fmla="*/ 43 h 19"/>
                  <a:gd name="T4" fmla="*/ 19 w 1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9">
                    <a:moveTo>
                      <a:pt x="0" y="4"/>
                    </a:moveTo>
                    <a:cubicBezTo>
                      <a:pt x="0" y="13"/>
                      <a:pt x="4" y="18"/>
                      <a:pt x="11" y="19"/>
                    </a:cubicBezTo>
                    <a:cubicBezTo>
                      <a:pt x="16" y="12"/>
                      <a:pt x="17" y="5"/>
                      <a:pt x="10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6" name="Freeform 2768">
                <a:extLst>
                  <a:ext uri="{FF2B5EF4-FFF2-40B4-BE49-F238E27FC236}">
                    <a16:creationId xmlns:a16="http://schemas.microsoft.com/office/drawing/2014/main" id="{8FFA7EA6-24F0-4096-B2CB-B3D55E098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360"/>
                <a:ext cx="12" cy="19"/>
              </a:xfrm>
              <a:custGeom>
                <a:avLst/>
                <a:gdLst>
                  <a:gd name="T0" fmla="*/ 0 w 9"/>
                  <a:gd name="T1" fmla="*/ 27 h 14"/>
                  <a:gd name="T2" fmla="*/ 21 w 9"/>
                  <a:gd name="T3" fmla="*/ 27 h 14"/>
                  <a:gd name="T4" fmla="*/ 15 w 9"/>
                  <a:gd name="T5" fmla="*/ 1 h 14"/>
                  <a:gd name="T6" fmla="*/ 0 w 9"/>
                  <a:gd name="T7" fmla="*/ 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11"/>
                    </a:moveTo>
                    <a:cubicBezTo>
                      <a:pt x="4" y="14"/>
                      <a:pt x="7" y="14"/>
                      <a:pt x="9" y="11"/>
                    </a:cubicBezTo>
                    <a:cubicBezTo>
                      <a:pt x="9" y="7"/>
                      <a:pt x="8" y="4"/>
                      <a:pt x="6" y="1"/>
                    </a:cubicBezTo>
                    <a:cubicBezTo>
                      <a:pt x="3" y="0"/>
                      <a:pt x="2" y="3"/>
                      <a:pt x="0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7" name="Freeform 2769">
                <a:extLst>
                  <a:ext uri="{FF2B5EF4-FFF2-40B4-BE49-F238E27FC236}">
                    <a16:creationId xmlns:a16="http://schemas.microsoft.com/office/drawing/2014/main" id="{8B99A333-184D-4E22-A324-6F9C9DED0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3427"/>
                <a:ext cx="16" cy="17"/>
              </a:xfrm>
              <a:custGeom>
                <a:avLst/>
                <a:gdLst>
                  <a:gd name="T0" fmla="*/ 0 w 13"/>
                  <a:gd name="T1" fmla="*/ 13 h 13"/>
                  <a:gd name="T2" fmla="*/ 18 w 13"/>
                  <a:gd name="T3" fmla="*/ 29 h 13"/>
                  <a:gd name="T4" fmla="*/ 7 w 1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2" y="11"/>
                      <a:pt x="6" y="13"/>
                      <a:pt x="10" y="13"/>
                    </a:cubicBezTo>
                    <a:cubicBezTo>
                      <a:pt x="13" y="3"/>
                      <a:pt x="8" y="4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8" name="Freeform 2770">
                <a:extLst>
                  <a:ext uri="{FF2B5EF4-FFF2-40B4-BE49-F238E27FC236}">
                    <a16:creationId xmlns:a16="http://schemas.microsoft.com/office/drawing/2014/main" id="{71A98A53-5913-4F52-87D4-3E10A6A96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3160"/>
                <a:ext cx="13" cy="17"/>
              </a:xfrm>
              <a:custGeom>
                <a:avLst/>
                <a:gdLst>
                  <a:gd name="T0" fmla="*/ 1 w 11"/>
                  <a:gd name="T1" fmla="*/ 0 h 13"/>
                  <a:gd name="T2" fmla="*/ 18 w 11"/>
                  <a:gd name="T3" fmla="*/ 13 h 13"/>
                  <a:gd name="T4" fmla="*/ 11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" y="0"/>
                    </a:moveTo>
                    <a:cubicBezTo>
                      <a:pt x="0" y="10"/>
                      <a:pt x="3" y="13"/>
                      <a:pt x="11" y="6"/>
                    </a:cubicBezTo>
                    <a:cubicBezTo>
                      <a:pt x="11" y="3"/>
                      <a:pt x="10" y="1"/>
                      <a:pt x="7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9" name="Freeform 2771">
                <a:extLst>
                  <a:ext uri="{FF2B5EF4-FFF2-40B4-BE49-F238E27FC236}">
                    <a16:creationId xmlns:a16="http://schemas.microsoft.com/office/drawing/2014/main" id="{FA4F9936-D938-42CC-978A-E6883C007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601"/>
                <a:ext cx="15" cy="24"/>
              </a:xfrm>
              <a:custGeom>
                <a:avLst/>
                <a:gdLst>
                  <a:gd name="T0" fmla="*/ 0 w 12"/>
                  <a:gd name="T1" fmla="*/ 23 h 18"/>
                  <a:gd name="T2" fmla="*/ 8 w 12"/>
                  <a:gd name="T3" fmla="*/ 43 h 18"/>
                  <a:gd name="T4" fmla="*/ 13 w 1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10"/>
                    </a:moveTo>
                    <a:cubicBezTo>
                      <a:pt x="1" y="13"/>
                      <a:pt x="2" y="16"/>
                      <a:pt x="4" y="18"/>
                    </a:cubicBezTo>
                    <a:cubicBezTo>
                      <a:pt x="11" y="13"/>
                      <a:pt x="12" y="6"/>
                      <a:pt x="6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0" name="Freeform 2772">
                <a:extLst>
                  <a:ext uri="{FF2B5EF4-FFF2-40B4-BE49-F238E27FC236}">
                    <a16:creationId xmlns:a16="http://schemas.microsoft.com/office/drawing/2014/main" id="{B833A355-4AA5-456D-AEC3-51A029DF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920"/>
                <a:ext cx="30" cy="23"/>
              </a:xfrm>
              <a:custGeom>
                <a:avLst/>
                <a:gdLst>
                  <a:gd name="T0" fmla="*/ 36 w 24"/>
                  <a:gd name="T1" fmla="*/ 0 h 17"/>
                  <a:gd name="T2" fmla="*/ 36 w 24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7">
                    <a:moveTo>
                      <a:pt x="18" y="0"/>
                    </a:moveTo>
                    <a:cubicBezTo>
                      <a:pt x="24" y="17"/>
                      <a:pt x="0" y="4"/>
                      <a:pt x="18" y="2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1" name="Freeform 2773">
                <a:extLst>
                  <a:ext uri="{FF2B5EF4-FFF2-40B4-BE49-F238E27FC236}">
                    <a16:creationId xmlns:a16="http://schemas.microsoft.com/office/drawing/2014/main" id="{55209503-F382-48F7-830C-8B42AB2DB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929"/>
                <a:ext cx="9" cy="11"/>
              </a:xfrm>
              <a:custGeom>
                <a:avLst/>
                <a:gdLst>
                  <a:gd name="T0" fmla="*/ 0 w 7"/>
                  <a:gd name="T1" fmla="*/ 11 h 8"/>
                  <a:gd name="T2" fmla="*/ 1 w 7"/>
                  <a:gd name="T3" fmla="*/ 21 h 8"/>
                  <a:gd name="T4" fmla="*/ 8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4"/>
                    </a:moveTo>
                    <a:cubicBezTo>
                      <a:pt x="0" y="5"/>
                      <a:pt x="0" y="7"/>
                      <a:pt x="1" y="8"/>
                    </a:cubicBezTo>
                    <a:cubicBezTo>
                      <a:pt x="5" y="8"/>
                      <a:pt x="7" y="3"/>
                      <a:pt x="4" y="0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2" name="Freeform 2774">
                <a:extLst>
                  <a:ext uri="{FF2B5EF4-FFF2-40B4-BE49-F238E27FC236}">
                    <a16:creationId xmlns:a16="http://schemas.microsoft.com/office/drawing/2014/main" id="{9A5B485F-1A6E-459E-88E5-CCE94E3C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3005"/>
                <a:ext cx="8" cy="16"/>
              </a:xfrm>
              <a:custGeom>
                <a:avLst/>
                <a:gdLst>
                  <a:gd name="T0" fmla="*/ 15 w 6"/>
                  <a:gd name="T1" fmla="*/ 0 h 12"/>
                  <a:gd name="T2" fmla="*/ 0 w 6"/>
                  <a:gd name="T3" fmla="*/ 2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6" y="4"/>
                      <a:pt x="5" y="12"/>
                      <a:pt x="0" y="8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3" name="Freeform 2775">
                <a:extLst>
                  <a:ext uri="{FF2B5EF4-FFF2-40B4-BE49-F238E27FC236}">
                    <a16:creationId xmlns:a16="http://schemas.microsoft.com/office/drawing/2014/main" id="{9631F9ED-7A0B-40CB-9919-1FE524644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3087"/>
                <a:ext cx="15" cy="10"/>
              </a:xfrm>
              <a:custGeom>
                <a:avLst/>
                <a:gdLst>
                  <a:gd name="T0" fmla="*/ 0 w 12"/>
                  <a:gd name="T1" fmla="*/ 8 h 8"/>
                  <a:gd name="T2" fmla="*/ 20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4"/>
                    </a:moveTo>
                    <a:cubicBezTo>
                      <a:pt x="4" y="8"/>
                      <a:pt x="12" y="5"/>
                      <a:pt x="10" y="0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4" name="Freeform 2776">
                <a:extLst>
                  <a:ext uri="{FF2B5EF4-FFF2-40B4-BE49-F238E27FC236}">
                    <a16:creationId xmlns:a16="http://schemas.microsoft.com/office/drawing/2014/main" id="{C7BF630E-FBC2-46A9-85CD-C3D778C09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3151"/>
                <a:ext cx="16" cy="14"/>
              </a:xfrm>
              <a:custGeom>
                <a:avLst/>
                <a:gdLst>
                  <a:gd name="T0" fmla="*/ 0 w 13"/>
                  <a:gd name="T1" fmla="*/ 22 h 11"/>
                  <a:gd name="T2" fmla="*/ 15 w 1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0" y="10"/>
                    </a:moveTo>
                    <a:cubicBezTo>
                      <a:pt x="6" y="11"/>
                      <a:pt x="13" y="5"/>
                      <a:pt x="8" y="0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5" name="Freeform 2777">
                <a:extLst>
                  <a:ext uri="{FF2B5EF4-FFF2-40B4-BE49-F238E27FC236}">
                    <a16:creationId xmlns:a16="http://schemas.microsoft.com/office/drawing/2014/main" id="{488CC155-8C5C-4D31-9FF9-4BA1465AB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179"/>
                <a:ext cx="9" cy="17"/>
              </a:xfrm>
              <a:custGeom>
                <a:avLst/>
                <a:gdLst>
                  <a:gd name="T0" fmla="*/ 15 w 7"/>
                  <a:gd name="T1" fmla="*/ 0 h 13"/>
                  <a:gd name="T2" fmla="*/ 0 w 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7" y="6"/>
                      <a:pt x="7" y="11"/>
                      <a:pt x="0" y="1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6" name="Freeform 2778">
                <a:extLst>
                  <a:ext uri="{FF2B5EF4-FFF2-40B4-BE49-F238E27FC236}">
                    <a16:creationId xmlns:a16="http://schemas.microsoft.com/office/drawing/2014/main" id="{D32233B5-2B8E-415F-9879-7D1D0C43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372"/>
                <a:ext cx="16" cy="28"/>
              </a:xfrm>
              <a:custGeom>
                <a:avLst/>
                <a:gdLst>
                  <a:gd name="T0" fmla="*/ 0 w 13"/>
                  <a:gd name="T1" fmla="*/ 28 h 21"/>
                  <a:gd name="T2" fmla="*/ 14 w 13"/>
                  <a:gd name="T3" fmla="*/ 0 h 21"/>
                  <a:gd name="T4" fmla="*/ 2 w 13"/>
                  <a:gd name="T5" fmla="*/ 3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0" y="12"/>
                    </a:moveTo>
                    <a:cubicBezTo>
                      <a:pt x="4" y="21"/>
                      <a:pt x="13" y="6"/>
                      <a:pt x="7" y="0"/>
                    </a:cubicBezTo>
                    <a:cubicBezTo>
                      <a:pt x="6" y="5"/>
                      <a:pt x="7" y="10"/>
                      <a:pt x="2" y="1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7" name="Freeform 2779">
                <a:extLst>
                  <a:ext uri="{FF2B5EF4-FFF2-40B4-BE49-F238E27FC236}">
                    <a16:creationId xmlns:a16="http://schemas.microsoft.com/office/drawing/2014/main" id="{FF02C1A8-6E8C-44AA-A6CF-88107699F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3413"/>
                <a:ext cx="14" cy="22"/>
              </a:xfrm>
              <a:custGeom>
                <a:avLst/>
                <a:gdLst>
                  <a:gd name="T0" fmla="*/ 0 w 11"/>
                  <a:gd name="T1" fmla="*/ 26 h 16"/>
                  <a:gd name="T2" fmla="*/ 8 w 11"/>
                  <a:gd name="T3" fmla="*/ 0 h 16"/>
                  <a:gd name="T4" fmla="*/ 6 w 11"/>
                  <a:gd name="T5" fmla="*/ 2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10"/>
                    </a:moveTo>
                    <a:cubicBezTo>
                      <a:pt x="8" y="16"/>
                      <a:pt x="11" y="1"/>
                      <a:pt x="4" y="0"/>
                    </a:cubicBezTo>
                    <a:cubicBezTo>
                      <a:pt x="8" y="3"/>
                      <a:pt x="7" y="8"/>
                      <a:pt x="3" y="10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8" name="Freeform 2780">
                <a:extLst>
                  <a:ext uri="{FF2B5EF4-FFF2-40B4-BE49-F238E27FC236}">
                    <a16:creationId xmlns:a16="http://schemas.microsoft.com/office/drawing/2014/main" id="{DF9F546A-4A40-4657-9858-934196CBB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484"/>
                <a:ext cx="12" cy="15"/>
              </a:xfrm>
              <a:custGeom>
                <a:avLst/>
                <a:gdLst>
                  <a:gd name="T0" fmla="*/ 0 w 10"/>
                  <a:gd name="T1" fmla="*/ 27 h 11"/>
                  <a:gd name="T2" fmla="*/ 10 w 1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5" y="10"/>
                      <a:pt x="10" y="4"/>
                      <a:pt x="6" y="0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9" name="Freeform 2781">
                <a:extLst>
                  <a:ext uri="{FF2B5EF4-FFF2-40B4-BE49-F238E27FC236}">
                    <a16:creationId xmlns:a16="http://schemas.microsoft.com/office/drawing/2014/main" id="{517BDA71-3A1C-49DE-B90A-D603B9AFA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3519"/>
                <a:ext cx="16" cy="22"/>
              </a:xfrm>
              <a:custGeom>
                <a:avLst/>
                <a:gdLst>
                  <a:gd name="T0" fmla="*/ 0 w 13"/>
                  <a:gd name="T1" fmla="*/ 30 h 17"/>
                  <a:gd name="T2" fmla="*/ 14 w 13"/>
                  <a:gd name="T3" fmla="*/ 0 h 17"/>
                  <a:gd name="T4" fmla="*/ 6 w 1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14"/>
                    </a:moveTo>
                    <a:cubicBezTo>
                      <a:pt x="7" y="17"/>
                      <a:pt x="10" y="5"/>
                      <a:pt x="7" y="0"/>
                    </a:cubicBezTo>
                    <a:cubicBezTo>
                      <a:pt x="4" y="2"/>
                      <a:pt x="13" y="9"/>
                      <a:pt x="3" y="11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0" name="Freeform 2782">
                <a:extLst>
                  <a:ext uri="{FF2B5EF4-FFF2-40B4-BE49-F238E27FC236}">
                    <a16:creationId xmlns:a16="http://schemas.microsoft.com/office/drawing/2014/main" id="{B3BE7992-F9FC-448C-9E2C-C80E9D876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3591"/>
                <a:ext cx="14" cy="21"/>
              </a:xfrm>
              <a:custGeom>
                <a:avLst/>
                <a:gdLst>
                  <a:gd name="T0" fmla="*/ 8 w 11"/>
                  <a:gd name="T1" fmla="*/ 0 h 16"/>
                  <a:gd name="T2" fmla="*/ 0 w 11"/>
                  <a:gd name="T3" fmla="*/ 37 h 16"/>
                  <a:gd name="T4" fmla="*/ 8 w 11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4" y="0"/>
                    </a:moveTo>
                    <a:cubicBezTo>
                      <a:pt x="11" y="5"/>
                      <a:pt x="7" y="15"/>
                      <a:pt x="0" y="16"/>
                    </a:cubicBezTo>
                    <a:cubicBezTo>
                      <a:pt x="2" y="12"/>
                      <a:pt x="4" y="8"/>
                      <a:pt x="4" y="2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1" name="Freeform 2783">
                <a:extLst>
                  <a:ext uri="{FF2B5EF4-FFF2-40B4-BE49-F238E27FC236}">
                    <a16:creationId xmlns:a16="http://schemas.microsoft.com/office/drawing/2014/main" id="{D6FDF5D7-3FE6-4ABD-9961-EE0189E5E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3595"/>
                <a:ext cx="10" cy="16"/>
              </a:xfrm>
              <a:custGeom>
                <a:avLst/>
                <a:gdLst>
                  <a:gd name="T0" fmla="*/ 5 w 8"/>
                  <a:gd name="T1" fmla="*/ 0 h 12"/>
                  <a:gd name="T2" fmla="*/ 0 w 8"/>
                  <a:gd name="T3" fmla="*/ 28 h 12"/>
                  <a:gd name="T4" fmla="*/ 6 w 8"/>
                  <a:gd name="T5" fmla="*/ 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2" y="0"/>
                    </a:moveTo>
                    <a:cubicBezTo>
                      <a:pt x="8" y="3"/>
                      <a:pt x="5" y="10"/>
                      <a:pt x="0" y="12"/>
                    </a:cubicBezTo>
                    <a:cubicBezTo>
                      <a:pt x="0" y="9"/>
                      <a:pt x="1" y="6"/>
                      <a:pt x="3" y="4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2" name="Freeform 2784">
                <a:extLst>
                  <a:ext uri="{FF2B5EF4-FFF2-40B4-BE49-F238E27FC236}">
                    <a16:creationId xmlns:a16="http://schemas.microsoft.com/office/drawing/2014/main" id="{C3303943-2640-44E9-B543-0FBD7F4A5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3676"/>
                <a:ext cx="9" cy="13"/>
              </a:xfrm>
              <a:custGeom>
                <a:avLst/>
                <a:gdLst>
                  <a:gd name="T0" fmla="*/ 5 w 7"/>
                  <a:gd name="T1" fmla="*/ 0 h 10"/>
                  <a:gd name="T2" fmla="*/ 5 w 7"/>
                  <a:gd name="T3" fmla="*/ 22 h 10"/>
                  <a:gd name="T4" fmla="*/ 0 w 7"/>
                  <a:gd name="T5" fmla="*/ 1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7" y="2"/>
                      <a:pt x="5" y="8"/>
                      <a:pt x="2" y="10"/>
                    </a:cubicBezTo>
                    <a:cubicBezTo>
                      <a:pt x="1" y="10"/>
                      <a:pt x="1" y="9"/>
                      <a:pt x="0" y="8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3" name="Freeform 2785">
                <a:extLst>
                  <a:ext uri="{FF2B5EF4-FFF2-40B4-BE49-F238E27FC236}">
                    <a16:creationId xmlns:a16="http://schemas.microsoft.com/office/drawing/2014/main" id="{334A0BD2-7DBE-4518-9207-F66C87A62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673"/>
                <a:ext cx="3" cy="12"/>
              </a:xfrm>
              <a:custGeom>
                <a:avLst/>
                <a:gdLst>
                  <a:gd name="T0" fmla="*/ 2 w 3"/>
                  <a:gd name="T1" fmla="*/ 0 h 9"/>
                  <a:gd name="T2" fmla="*/ 0 w 3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2" y="0"/>
                    </a:moveTo>
                    <a:cubicBezTo>
                      <a:pt x="3" y="3"/>
                      <a:pt x="2" y="7"/>
                      <a:pt x="0" y="9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4" name="Freeform 2786">
                <a:extLst>
                  <a:ext uri="{FF2B5EF4-FFF2-40B4-BE49-F238E27FC236}">
                    <a16:creationId xmlns:a16="http://schemas.microsoft.com/office/drawing/2014/main" id="{07681644-D3E0-4C48-9A8B-7EA735E01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3640"/>
                <a:ext cx="6" cy="15"/>
              </a:xfrm>
              <a:custGeom>
                <a:avLst/>
                <a:gdLst>
                  <a:gd name="T0" fmla="*/ 7 w 5"/>
                  <a:gd name="T1" fmla="*/ 0 h 11"/>
                  <a:gd name="T2" fmla="*/ 0 w 5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4" y="0"/>
                    </a:moveTo>
                    <a:cubicBezTo>
                      <a:pt x="5" y="4"/>
                      <a:pt x="4" y="9"/>
                      <a:pt x="0" y="11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5" name="Freeform 2787">
                <a:extLst>
                  <a:ext uri="{FF2B5EF4-FFF2-40B4-BE49-F238E27FC236}">
                    <a16:creationId xmlns:a16="http://schemas.microsoft.com/office/drawing/2014/main" id="{06F8BDF8-B85A-4DA6-B5A5-B365DF9FD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3284"/>
                <a:ext cx="12" cy="20"/>
              </a:xfrm>
              <a:custGeom>
                <a:avLst/>
                <a:gdLst>
                  <a:gd name="T0" fmla="*/ 2 w 10"/>
                  <a:gd name="T1" fmla="*/ 0 h 15"/>
                  <a:gd name="T2" fmla="*/ 1 w 10"/>
                  <a:gd name="T3" fmla="*/ 36 h 15"/>
                  <a:gd name="T4" fmla="*/ 0 w 10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2" y="0"/>
                    </a:moveTo>
                    <a:cubicBezTo>
                      <a:pt x="10" y="2"/>
                      <a:pt x="4" y="12"/>
                      <a:pt x="1" y="15"/>
                    </a:cubicBezTo>
                    <a:cubicBezTo>
                      <a:pt x="4" y="11"/>
                      <a:pt x="4" y="5"/>
                      <a:pt x="0" y="2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6" name="Freeform 2788">
                <a:extLst>
                  <a:ext uri="{FF2B5EF4-FFF2-40B4-BE49-F238E27FC236}">
                    <a16:creationId xmlns:a16="http://schemas.microsoft.com/office/drawing/2014/main" id="{27A58DA6-B3FE-42BE-B45C-D9470EA58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3255"/>
                <a:ext cx="5" cy="10"/>
              </a:xfrm>
              <a:custGeom>
                <a:avLst/>
                <a:gdLst>
                  <a:gd name="T0" fmla="*/ 6 w 4"/>
                  <a:gd name="T1" fmla="*/ 0 h 8"/>
                  <a:gd name="T2" fmla="*/ 0 w 4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cubicBezTo>
                      <a:pt x="4" y="3"/>
                      <a:pt x="3" y="7"/>
                      <a:pt x="0" y="8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7" name="Freeform 2789">
                <a:extLst>
                  <a:ext uri="{FF2B5EF4-FFF2-40B4-BE49-F238E27FC236}">
                    <a16:creationId xmlns:a16="http://schemas.microsoft.com/office/drawing/2014/main" id="{94F654AC-3312-48F8-BE09-A34D4CE68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207"/>
                <a:ext cx="6" cy="13"/>
              </a:xfrm>
              <a:custGeom>
                <a:avLst/>
                <a:gdLst>
                  <a:gd name="T0" fmla="*/ 8 w 5"/>
                  <a:gd name="T1" fmla="*/ 0 h 10"/>
                  <a:gd name="T2" fmla="*/ 0 w 5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5" y="5"/>
                      <a:pt x="5" y="9"/>
                      <a:pt x="0" y="10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8" name="Freeform 2790">
                <a:extLst>
                  <a:ext uri="{FF2B5EF4-FFF2-40B4-BE49-F238E27FC236}">
                    <a16:creationId xmlns:a16="http://schemas.microsoft.com/office/drawing/2014/main" id="{E3838E8D-211E-42DA-8C02-F6D481FC2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845"/>
                <a:ext cx="16" cy="22"/>
              </a:xfrm>
              <a:custGeom>
                <a:avLst/>
                <a:gdLst>
                  <a:gd name="T0" fmla="*/ 7 w 13"/>
                  <a:gd name="T1" fmla="*/ 0 h 16"/>
                  <a:gd name="T2" fmla="*/ 2 w 13"/>
                  <a:gd name="T3" fmla="*/ 41 h 16"/>
                  <a:gd name="T4" fmla="*/ 1 w 13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4" y="0"/>
                    </a:moveTo>
                    <a:cubicBezTo>
                      <a:pt x="5" y="5"/>
                      <a:pt x="13" y="13"/>
                      <a:pt x="2" y="16"/>
                    </a:cubicBezTo>
                    <a:cubicBezTo>
                      <a:pt x="0" y="11"/>
                      <a:pt x="5" y="7"/>
                      <a:pt x="1" y="1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9" name="Freeform 2791">
                <a:extLst>
                  <a:ext uri="{FF2B5EF4-FFF2-40B4-BE49-F238E27FC236}">
                    <a16:creationId xmlns:a16="http://schemas.microsoft.com/office/drawing/2014/main" id="{6B1ADD89-8793-450F-BA18-E43D12FB9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776"/>
                <a:ext cx="7" cy="15"/>
              </a:xfrm>
              <a:custGeom>
                <a:avLst/>
                <a:gdLst>
                  <a:gd name="T0" fmla="*/ 7 w 6"/>
                  <a:gd name="T1" fmla="*/ 0 h 11"/>
                  <a:gd name="T2" fmla="*/ 0 w 6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cubicBezTo>
                      <a:pt x="6" y="4"/>
                      <a:pt x="5" y="11"/>
                      <a:pt x="0" y="11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0" name="Freeform 2792">
                <a:extLst>
                  <a:ext uri="{FF2B5EF4-FFF2-40B4-BE49-F238E27FC236}">
                    <a16:creationId xmlns:a16="http://schemas.microsoft.com/office/drawing/2014/main" id="{01D1E07A-DE56-4355-8DFA-7EEFDA842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737"/>
                <a:ext cx="10" cy="22"/>
              </a:xfrm>
              <a:custGeom>
                <a:avLst/>
                <a:gdLst>
                  <a:gd name="T0" fmla="*/ 1 w 8"/>
                  <a:gd name="T1" fmla="*/ 0 h 16"/>
                  <a:gd name="T2" fmla="*/ 1 w 8"/>
                  <a:gd name="T3" fmla="*/ 41 h 16"/>
                  <a:gd name="T4" fmla="*/ 0 w 8"/>
                  <a:gd name="T5" fmla="*/ 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1" y="0"/>
                    </a:moveTo>
                    <a:cubicBezTo>
                      <a:pt x="5" y="5"/>
                      <a:pt x="8" y="13"/>
                      <a:pt x="1" y="16"/>
                    </a:cubicBezTo>
                    <a:cubicBezTo>
                      <a:pt x="0" y="12"/>
                      <a:pt x="2" y="8"/>
                      <a:pt x="0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1" name="Freeform 2793">
                <a:extLst>
                  <a:ext uri="{FF2B5EF4-FFF2-40B4-BE49-F238E27FC236}">
                    <a16:creationId xmlns:a16="http://schemas.microsoft.com/office/drawing/2014/main" id="{C3BD27B1-8A33-4C3E-A28E-5815A9B31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97"/>
                <a:ext cx="13" cy="19"/>
              </a:xfrm>
              <a:custGeom>
                <a:avLst/>
                <a:gdLst>
                  <a:gd name="T0" fmla="*/ 13 w 11"/>
                  <a:gd name="T1" fmla="*/ 0 h 14"/>
                  <a:gd name="T2" fmla="*/ 0 w 11"/>
                  <a:gd name="T3" fmla="*/ 35 h 14"/>
                  <a:gd name="T4" fmla="*/ 9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cubicBezTo>
                      <a:pt x="11" y="7"/>
                      <a:pt x="10" y="14"/>
                      <a:pt x="0" y="14"/>
                    </a:cubicBezTo>
                    <a:cubicBezTo>
                      <a:pt x="2" y="9"/>
                      <a:pt x="6" y="5"/>
                      <a:pt x="6" y="0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2" name="Freeform 2794">
                <a:extLst>
                  <a:ext uri="{FF2B5EF4-FFF2-40B4-BE49-F238E27FC236}">
                    <a16:creationId xmlns:a16="http://schemas.microsoft.com/office/drawing/2014/main" id="{383EEF22-4033-43BB-982A-E2E7C0D15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584"/>
                <a:ext cx="12" cy="24"/>
              </a:xfrm>
              <a:custGeom>
                <a:avLst/>
                <a:gdLst>
                  <a:gd name="T0" fmla="*/ 15 w 9"/>
                  <a:gd name="T1" fmla="*/ 0 h 18"/>
                  <a:gd name="T2" fmla="*/ 1 w 9"/>
                  <a:gd name="T3" fmla="*/ 41 h 18"/>
                  <a:gd name="T4" fmla="*/ 9 w 9"/>
                  <a:gd name="T5" fmla="*/ 2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6" y="0"/>
                    </a:moveTo>
                    <a:cubicBezTo>
                      <a:pt x="9" y="5"/>
                      <a:pt x="9" y="18"/>
                      <a:pt x="1" y="17"/>
                    </a:cubicBezTo>
                    <a:cubicBezTo>
                      <a:pt x="0" y="14"/>
                      <a:pt x="1" y="12"/>
                      <a:pt x="4" y="10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3" name="Freeform 2795">
                <a:extLst>
                  <a:ext uri="{FF2B5EF4-FFF2-40B4-BE49-F238E27FC236}">
                    <a16:creationId xmlns:a16="http://schemas.microsoft.com/office/drawing/2014/main" id="{BE58E606-923D-4148-9BAB-1642D60BA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807"/>
                <a:ext cx="8" cy="20"/>
              </a:xfrm>
              <a:custGeom>
                <a:avLst/>
                <a:gdLst>
                  <a:gd name="T0" fmla="*/ 7 w 7"/>
                  <a:gd name="T1" fmla="*/ 0 h 15"/>
                  <a:gd name="T2" fmla="*/ 0 w 7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4" y="0"/>
                    </a:moveTo>
                    <a:cubicBezTo>
                      <a:pt x="3" y="6"/>
                      <a:pt x="7" y="13"/>
                      <a:pt x="0" y="15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4" name="Freeform 2796">
                <a:extLst>
                  <a:ext uri="{FF2B5EF4-FFF2-40B4-BE49-F238E27FC236}">
                    <a16:creationId xmlns:a16="http://schemas.microsoft.com/office/drawing/2014/main" id="{58861880-4397-4575-BABD-2D1E71FD7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768"/>
                <a:ext cx="9" cy="9"/>
              </a:xfrm>
              <a:custGeom>
                <a:avLst/>
                <a:gdLst>
                  <a:gd name="T0" fmla="*/ 1 w 7"/>
                  <a:gd name="T1" fmla="*/ 5 h 7"/>
                  <a:gd name="T2" fmla="*/ 1 w 7"/>
                  <a:gd name="T3" fmla="*/ 15 h 7"/>
                  <a:gd name="T4" fmla="*/ 1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4"/>
                      <a:pt x="0" y="6"/>
                      <a:pt x="1" y="7"/>
                    </a:cubicBezTo>
                    <a:cubicBezTo>
                      <a:pt x="6" y="7"/>
                      <a:pt x="7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5" name="Freeform 2797">
                <a:extLst>
                  <a:ext uri="{FF2B5EF4-FFF2-40B4-BE49-F238E27FC236}">
                    <a16:creationId xmlns:a16="http://schemas.microsoft.com/office/drawing/2014/main" id="{778AB7D1-BC4F-4D02-9F33-CD258E41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691"/>
                <a:ext cx="11" cy="10"/>
              </a:xfrm>
              <a:custGeom>
                <a:avLst/>
                <a:gdLst>
                  <a:gd name="T0" fmla="*/ 9 w 9"/>
                  <a:gd name="T1" fmla="*/ 0 h 8"/>
                  <a:gd name="T2" fmla="*/ 9 w 9"/>
                  <a:gd name="T3" fmla="*/ 14 h 8"/>
                  <a:gd name="T4" fmla="*/ 11 w 9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2" y="2"/>
                      <a:pt x="0" y="8"/>
                      <a:pt x="5" y="7"/>
                    </a:cubicBezTo>
                    <a:cubicBezTo>
                      <a:pt x="9" y="6"/>
                      <a:pt x="8" y="2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6" name="Freeform 2798">
                <a:extLst>
                  <a:ext uri="{FF2B5EF4-FFF2-40B4-BE49-F238E27FC236}">
                    <a16:creationId xmlns:a16="http://schemas.microsoft.com/office/drawing/2014/main" id="{DF96EF05-9A8C-4F6E-B589-432254420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704"/>
                <a:ext cx="8" cy="9"/>
              </a:xfrm>
              <a:custGeom>
                <a:avLst/>
                <a:gdLst>
                  <a:gd name="T0" fmla="*/ 0 w 6"/>
                  <a:gd name="T1" fmla="*/ 6 h 7"/>
                  <a:gd name="T2" fmla="*/ 0 w 6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3" y="7"/>
                      <a:pt x="6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7" name="Freeform 2799">
                <a:extLst>
                  <a:ext uri="{FF2B5EF4-FFF2-40B4-BE49-F238E27FC236}">
                    <a16:creationId xmlns:a16="http://schemas.microsoft.com/office/drawing/2014/main" id="{75390B03-3208-4642-BDA4-29C1FBBF2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731"/>
                <a:ext cx="13" cy="14"/>
              </a:xfrm>
              <a:custGeom>
                <a:avLst/>
                <a:gdLst>
                  <a:gd name="T0" fmla="*/ 13 w 10"/>
                  <a:gd name="T1" fmla="*/ 1 h 11"/>
                  <a:gd name="T2" fmla="*/ 7 w 10"/>
                  <a:gd name="T3" fmla="*/ 14 h 11"/>
                  <a:gd name="T4" fmla="*/ 16 w 10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1"/>
                    </a:moveTo>
                    <a:cubicBezTo>
                      <a:pt x="3" y="0"/>
                      <a:pt x="0" y="5"/>
                      <a:pt x="3" y="7"/>
                    </a:cubicBezTo>
                    <a:cubicBezTo>
                      <a:pt x="7" y="11"/>
                      <a:pt x="10" y="5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8" name="Freeform 2800">
                <a:extLst>
                  <a:ext uri="{FF2B5EF4-FFF2-40B4-BE49-F238E27FC236}">
                    <a16:creationId xmlns:a16="http://schemas.microsoft.com/office/drawing/2014/main" id="{45BD7064-9936-4506-A57D-AA5FCDA65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580"/>
                <a:ext cx="10" cy="12"/>
              </a:xfrm>
              <a:custGeom>
                <a:avLst/>
                <a:gdLst>
                  <a:gd name="T0" fmla="*/ 5 w 8"/>
                  <a:gd name="T1" fmla="*/ 0 h 9"/>
                  <a:gd name="T2" fmla="*/ 8 w 8"/>
                  <a:gd name="T3" fmla="*/ 20 h 9"/>
                  <a:gd name="T4" fmla="*/ 6 w 8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2" y="0"/>
                    </a:moveTo>
                    <a:cubicBezTo>
                      <a:pt x="0" y="2"/>
                      <a:pt x="0" y="9"/>
                      <a:pt x="4" y="8"/>
                    </a:cubicBezTo>
                    <a:cubicBezTo>
                      <a:pt x="8" y="6"/>
                      <a:pt x="6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9" name="Freeform 2801">
                <a:extLst>
                  <a:ext uri="{FF2B5EF4-FFF2-40B4-BE49-F238E27FC236}">
                    <a16:creationId xmlns:a16="http://schemas.microsoft.com/office/drawing/2014/main" id="{B5DC62AE-D395-42BA-B1D2-A8CDCF18B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596"/>
                <a:ext cx="5" cy="4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7 h 3"/>
                  <a:gd name="T4" fmla="*/ 8 w 4"/>
                  <a:gd name="T5" fmla="*/ 1 h 3"/>
                  <a:gd name="T6" fmla="*/ 1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3" y="2"/>
                      <a:pt x="3" y="3"/>
                      <a:pt x="4" y="1"/>
                    </a:cubicBezTo>
                    <a:cubicBezTo>
                      <a:pt x="3" y="0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0" name="Freeform 2802">
                <a:extLst>
                  <a:ext uri="{FF2B5EF4-FFF2-40B4-BE49-F238E27FC236}">
                    <a16:creationId xmlns:a16="http://schemas.microsoft.com/office/drawing/2014/main" id="{A91AB8B8-5A8D-4918-9E45-C19154421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603"/>
                <a:ext cx="7" cy="9"/>
              </a:xfrm>
              <a:custGeom>
                <a:avLst/>
                <a:gdLst>
                  <a:gd name="T0" fmla="*/ 2 w 6"/>
                  <a:gd name="T1" fmla="*/ 0 h 7"/>
                  <a:gd name="T2" fmla="*/ 2 w 6"/>
                  <a:gd name="T3" fmla="*/ 15 h 7"/>
                  <a:gd name="T4" fmla="*/ 7 w 6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1" y="2"/>
                      <a:pt x="0" y="5"/>
                      <a:pt x="2" y="7"/>
                    </a:cubicBezTo>
                    <a:cubicBezTo>
                      <a:pt x="5" y="6"/>
                      <a:pt x="6" y="4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1" name="Freeform 2803">
                <a:extLst>
                  <a:ext uri="{FF2B5EF4-FFF2-40B4-BE49-F238E27FC236}">
                    <a16:creationId xmlns:a16="http://schemas.microsoft.com/office/drawing/2014/main" id="{DF0D9FBE-DB5D-47F0-BB49-70B7BC125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2805"/>
                <a:ext cx="25" cy="15"/>
              </a:xfrm>
              <a:custGeom>
                <a:avLst/>
                <a:gdLst>
                  <a:gd name="T0" fmla="*/ 14 w 20"/>
                  <a:gd name="T1" fmla="*/ 5 h 11"/>
                  <a:gd name="T2" fmla="*/ 23 w 2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1">
                    <a:moveTo>
                      <a:pt x="7" y="2"/>
                    </a:moveTo>
                    <a:cubicBezTo>
                      <a:pt x="0" y="11"/>
                      <a:pt x="20" y="6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2" name="Freeform 2804">
                <a:extLst>
                  <a:ext uri="{FF2B5EF4-FFF2-40B4-BE49-F238E27FC236}">
                    <a16:creationId xmlns:a16="http://schemas.microsoft.com/office/drawing/2014/main" id="{9DBC21B2-C9FD-42F7-B7FD-0A37977DC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908"/>
                <a:ext cx="17" cy="17"/>
              </a:xfrm>
              <a:custGeom>
                <a:avLst/>
                <a:gdLst>
                  <a:gd name="T0" fmla="*/ 1 w 14"/>
                  <a:gd name="T1" fmla="*/ 9 h 13"/>
                  <a:gd name="T2" fmla="*/ 7 w 14"/>
                  <a:gd name="T3" fmla="*/ 0 h 13"/>
                  <a:gd name="T4" fmla="*/ 6 w 14"/>
                  <a:gd name="T5" fmla="*/ 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" y="4"/>
                    </a:moveTo>
                    <a:cubicBezTo>
                      <a:pt x="0" y="13"/>
                      <a:pt x="14" y="4"/>
                      <a:pt x="4" y="0"/>
                    </a:cubicBezTo>
                    <a:cubicBezTo>
                      <a:pt x="3" y="1"/>
                      <a:pt x="3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3" name="Freeform 2805">
                <a:extLst>
                  <a:ext uri="{FF2B5EF4-FFF2-40B4-BE49-F238E27FC236}">
                    <a16:creationId xmlns:a16="http://schemas.microsoft.com/office/drawing/2014/main" id="{5BEC19B2-6F64-47D3-A860-C98D5BA8C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845"/>
                <a:ext cx="27" cy="12"/>
              </a:xfrm>
              <a:custGeom>
                <a:avLst/>
                <a:gdLst>
                  <a:gd name="T0" fmla="*/ 21 w 22"/>
                  <a:gd name="T1" fmla="*/ 0 h 9"/>
                  <a:gd name="T2" fmla="*/ 25 w 22"/>
                  <a:gd name="T3" fmla="*/ 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11" y="0"/>
                    </a:moveTo>
                    <a:cubicBezTo>
                      <a:pt x="0" y="9"/>
                      <a:pt x="22" y="8"/>
                      <a:pt x="1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4" name="Freeform 2806">
                <a:extLst>
                  <a:ext uri="{FF2B5EF4-FFF2-40B4-BE49-F238E27FC236}">
                    <a16:creationId xmlns:a16="http://schemas.microsoft.com/office/drawing/2014/main" id="{611F7955-9204-4570-A154-4463D9B23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923"/>
                <a:ext cx="16" cy="13"/>
              </a:xfrm>
              <a:custGeom>
                <a:avLst/>
                <a:gdLst>
                  <a:gd name="T0" fmla="*/ 15 w 13"/>
                  <a:gd name="T1" fmla="*/ 0 h 10"/>
                  <a:gd name="T2" fmla="*/ 21 w 13"/>
                  <a:gd name="T3" fmla="*/ 5 h 10"/>
                  <a:gd name="T4" fmla="*/ 17 w 13"/>
                  <a:gd name="T5" fmla="*/ 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0" y="3"/>
                      <a:pt x="13" y="10"/>
                      <a:pt x="11" y="2"/>
                    </a:cubicBezTo>
                    <a:cubicBezTo>
                      <a:pt x="11" y="1"/>
                      <a:pt x="10" y="1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5" name="Freeform 2807">
                <a:extLst>
                  <a:ext uri="{FF2B5EF4-FFF2-40B4-BE49-F238E27FC236}">
                    <a16:creationId xmlns:a16="http://schemas.microsoft.com/office/drawing/2014/main" id="{DB428B82-C9B0-4748-A067-428F007D0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989"/>
                <a:ext cx="8" cy="14"/>
              </a:xfrm>
              <a:custGeom>
                <a:avLst/>
                <a:gdLst>
                  <a:gd name="T0" fmla="*/ 5 w 6"/>
                  <a:gd name="T1" fmla="*/ 14 h 10"/>
                  <a:gd name="T2" fmla="*/ 0 w 6"/>
                  <a:gd name="T3" fmla="*/ 21 h 10"/>
                  <a:gd name="T4" fmla="*/ 0 w 6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2" y="5"/>
                    </a:moveTo>
                    <a:cubicBezTo>
                      <a:pt x="1" y="6"/>
                      <a:pt x="1" y="7"/>
                      <a:pt x="0" y="8"/>
                    </a:cubicBezTo>
                    <a:cubicBezTo>
                      <a:pt x="5" y="10"/>
                      <a:pt x="6" y="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6" name="Freeform 2808">
                <a:extLst>
                  <a:ext uri="{FF2B5EF4-FFF2-40B4-BE49-F238E27FC236}">
                    <a16:creationId xmlns:a16="http://schemas.microsoft.com/office/drawing/2014/main" id="{4BA2C254-F96B-429C-906F-679093BAC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081"/>
                <a:ext cx="14" cy="12"/>
              </a:xfrm>
              <a:custGeom>
                <a:avLst/>
                <a:gdLst>
                  <a:gd name="T0" fmla="*/ 8 w 11"/>
                  <a:gd name="T1" fmla="*/ 0 h 9"/>
                  <a:gd name="T2" fmla="*/ 14 w 11"/>
                  <a:gd name="T3" fmla="*/ 16 h 9"/>
                  <a:gd name="T4" fmla="*/ 17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0"/>
                    </a:moveTo>
                    <a:cubicBezTo>
                      <a:pt x="0" y="3"/>
                      <a:pt x="2" y="9"/>
                      <a:pt x="7" y="7"/>
                    </a:cubicBezTo>
                    <a:cubicBezTo>
                      <a:pt x="11" y="6"/>
                      <a:pt x="11" y="2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7" name="Freeform 2809">
                <a:extLst>
                  <a:ext uri="{FF2B5EF4-FFF2-40B4-BE49-F238E27FC236}">
                    <a16:creationId xmlns:a16="http://schemas.microsoft.com/office/drawing/2014/main" id="{A7B63FAC-43B5-428F-ACCB-B42988297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175"/>
                <a:ext cx="20" cy="12"/>
              </a:xfrm>
              <a:custGeom>
                <a:avLst/>
                <a:gdLst>
                  <a:gd name="T0" fmla="*/ 13 w 16"/>
                  <a:gd name="T1" fmla="*/ 0 h 9"/>
                  <a:gd name="T2" fmla="*/ 18 w 1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6" y="0"/>
                    </a:moveTo>
                    <a:cubicBezTo>
                      <a:pt x="0" y="9"/>
                      <a:pt x="16" y="7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8" name="Freeform 2810">
                <a:extLst>
                  <a:ext uri="{FF2B5EF4-FFF2-40B4-BE49-F238E27FC236}">
                    <a16:creationId xmlns:a16="http://schemas.microsoft.com/office/drawing/2014/main" id="{C161D6B8-9EC6-47F5-A3B4-557CD3D9E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144"/>
                <a:ext cx="14" cy="15"/>
              </a:xfrm>
              <a:custGeom>
                <a:avLst/>
                <a:gdLst>
                  <a:gd name="T0" fmla="*/ 8 w 11"/>
                  <a:gd name="T1" fmla="*/ 5 h 11"/>
                  <a:gd name="T2" fmla="*/ 0 w 11"/>
                  <a:gd name="T3" fmla="*/ 10 h 11"/>
                  <a:gd name="T4" fmla="*/ 8 w 11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4" y="2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4" y="11"/>
                      <a:pt x="11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9" name="Freeform 2811">
                <a:extLst>
                  <a:ext uri="{FF2B5EF4-FFF2-40B4-BE49-F238E27FC236}">
                    <a16:creationId xmlns:a16="http://schemas.microsoft.com/office/drawing/2014/main" id="{76FE7A1C-C913-42FF-AA69-36490E862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273"/>
                <a:ext cx="12" cy="35"/>
              </a:xfrm>
              <a:custGeom>
                <a:avLst/>
                <a:gdLst>
                  <a:gd name="T0" fmla="*/ 0 w 10"/>
                  <a:gd name="T1" fmla="*/ 32 h 26"/>
                  <a:gd name="T2" fmla="*/ 1 w 10"/>
                  <a:gd name="T3" fmla="*/ 2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13"/>
                    </a:moveTo>
                    <a:cubicBezTo>
                      <a:pt x="4" y="26"/>
                      <a:pt x="10" y="0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20" name="Freeform 2812">
                <a:extLst>
                  <a:ext uri="{FF2B5EF4-FFF2-40B4-BE49-F238E27FC236}">
                    <a16:creationId xmlns:a16="http://schemas.microsoft.com/office/drawing/2014/main" id="{0A3C3BBD-3C09-4827-81BF-C27572694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364"/>
                <a:ext cx="20" cy="16"/>
              </a:xfrm>
              <a:custGeom>
                <a:avLst/>
                <a:gdLst>
                  <a:gd name="T0" fmla="*/ 18 w 16"/>
                  <a:gd name="T1" fmla="*/ 0 h 12"/>
                  <a:gd name="T2" fmla="*/ 6 w 16"/>
                  <a:gd name="T3" fmla="*/ 27 h 12"/>
                  <a:gd name="T4" fmla="*/ 20 w 16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9" y="0"/>
                    </a:moveTo>
                    <a:cubicBezTo>
                      <a:pt x="4" y="1"/>
                      <a:pt x="0" y="6"/>
                      <a:pt x="3" y="11"/>
                    </a:cubicBezTo>
                    <a:cubicBezTo>
                      <a:pt x="8" y="12"/>
                      <a:pt x="16" y="5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21" name="Freeform 2813">
                <a:extLst>
                  <a:ext uri="{FF2B5EF4-FFF2-40B4-BE49-F238E27FC236}">
                    <a16:creationId xmlns:a16="http://schemas.microsoft.com/office/drawing/2014/main" id="{B41E5AD4-32AF-4902-B612-AB9403D16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364"/>
                <a:ext cx="8" cy="8"/>
              </a:xfrm>
              <a:custGeom>
                <a:avLst/>
                <a:gdLst>
                  <a:gd name="T0" fmla="*/ 1 w 6"/>
                  <a:gd name="T1" fmla="*/ 5 h 6"/>
                  <a:gd name="T2" fmla="*/ 1 w 6"/>
                  <a:gd name="T3" fmla="*/ 15 h 6"/>
                  <a:gd name="T4" fmla="*/ 12 w 6"/>
                  <a:gd name="T5" fmla="*/ 1 h 6"/>
                  <a:gd name="T6" fmla="*/ 7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3"/>
                      <a:pt x="0" y="5"/>
                      <a:pt x="1" y="6"/>
                    </a:cubicBezTo>
                    <a:cubicBezTo>
                      <a:pt x="4" y="5"/>
                      <a:pt x="6" y="3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22" name="Freeform 2814">
                <a:extLst>
                  <a:ext uri="{FF2B5EF4-FFF2-40B4-BE49-F238E27FC236}">
                    <a16:creationId xmlns:a16="http://schemas.microsoft.com/office/drawing/2014/main" id="{2DBBC938-08A6-4991-8762-6AE4C6BB7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405"/>
                <a:ext cx="12" cy="15"/>
              </a:xfrm>
              <a:custGeom>
                <a:avLst/>
                <a:gdLst>
                  <a:gd name="T0" fmla="*/ 12 w 10"/>
                  <a:gd name="T1" fmla="*/ 0 h 11"/>
                  <a:gd name="T2" fmla="*/ 8 w 10"/>
                  <a:gd name="T3" fmla="*/ 26 h 11"/>
                  <a:gd name="T4" fmla="*/ 14 w 10"/>
                  <a:gd name="T5" fmla="*/ 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7" y="0"/>
                    </a:moveTo>
                    <a:cubicBezTo>
                      <a:pt x="4" y="1"/>
                      <a:pt x="0" y="9"/>
                      <a:pt x="5" y="10"/>
                    </a:cubicBezTo>
                    <a:cubicBezTo>
                      <a:pt x="9" y="11"/>
                      <a:pt x="10" y="5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23" name="Freeform 2815">
                <a:extLst>
                  <a:ext uri="{FF2B5EF4-FFF2-40B4-BE49-F238E27FC236}">
                    <a16:creationId xmlns:a16="http://schemas.microsoft.com/office/drawing/2014/main" id="{A383755B-4244-4DDE-9DBA-B2C94314D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441"/>
                <a:ext cx="7" cy="10"/>
              </a:xfrm>
              <a:custGeom>
                <a:avLst/>
                <a:gdLst>
                  <a:gd name="T0" fmla="*/ 1 w 6"/>
                  <a:gd name="T1" fmla="*/ 1 h 7"/>
                  <a:gd name="T2" fmla="*/ 1 w 6"/>
                  <a:gd name="T3" fmla="*/ 20 h 7"/>
                  <a:gd name="T4" fmla="*/ 1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0" y="3"/>
                      <a:pt x="0" y="6"/>
                      <a:pt x="1" y="7"/>
                    </a:cubicBezTo>
                    <a:cubicBezTo>
                      <a:pt x="6" y="6"/>
                      <a:pt x="4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24" name="Freeform 2816">
                <a:extLst>
                  <a:ext uri="{FF2B5EF4-FFF2-40B4-BE49-F238E27FC236}">
                    <a16:creationId xmlns:a16="http://schemas.microsoft.com/office/drawing/2014/main" id="{2407E235-4A51-45F9-BEE4-94D560205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585"/>
                <a:ext cx="10" cy="11"/>
              </a:xfrm>
              <a:custGeom>
                <a:avLst/>
                <a:gdLst>
                  <a:gd name="T0" fmla="*/ 6 w 8"/>
                  <a:gd name="T1" fmla="*/ 1 h 8"/>
                  <a:gd name="T2" fmla="*/ 5 w 8"/>
                  <a:gd name="T3" fmla="*/ 21 h 8"/>
                  <a:gd name="T4" fmla="*/ 14 w 8"/>
                  <a:gd name="T5" fmla="*/ 1 h 8"/>
                  <a:gd name="T6" fmla="*/ 10 w 8"/>
                  <a:gd name="T7" fmla="*/ 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0" y="2"/>
                      <a:pt x="0" y="5"/>
                      <a:pt x="2" y="8"/>
                    </a:cubicBezTo>
                    <a:cubicBezTo>
                      <a:pt x="5" y="7"/>
                      <a:pt x="8" y="4"/>
                      <a:pt x="7" y="1"/>
                    </a:cubicBezTo>
                    <a:cubicBezTo>
                      <a:pt x="6" y="0"/>
                      <a:pt x="5" y="1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25" name="Freeform 2817">
                <a:extLst>
                  <a:ext uri="{FF2B5EF4-FFF2-40B4-BE49-F238E27FC236}">
                    <a16:creationId xmlns:a16="http://schemas.microsoft.com/office/drawing/2014/main" id="{9BCB9027-8769-433D-BBC7-BFB4F0205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3600"/>
                <a:ext cx="6" cy="5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8 h 4"/>
                  <a:gd name="T4" fmla="*/ 8 w 5"/>
                  <a:gd name="T5" fmla="*/ 6 h 4"/>
                  <a:gd name="T6" fmla="*/ 2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3" y="4"/>
                      <a:pt x="3" y="4"/>
                      <a:pt x="5" y="3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26" name="Freeform 2818">
                <a:extLst>
                  <a:ext uri="{FF2B5EF4-FFF2-40B4-BE49-F238E27FC236}">
                    <a16:creationId xmlns:a16="http://schemas.microsoft.com/office/drawing/2014/main" id="{F8773F61-2391-4F4F-92F5-E72BEB658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481"/>
                <a:ext cx="29" cy="11"/>
              </a:xfrm>
              <a:custGeom>
                <a:avLst/>
                <a:gdLst>
                  <a:gd name="T0" fmla="*/ 24 w 23"/>
                  <a:gd name="T1" fmla="*/ 0 h 8"/>
                  <a:gd name="T2" fmla="*/ 29 w 23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">
                    <a:moveTo>
                      <a:pt x="12" y="0"/>
                    </a:moveTo>
                    <a:cubicBezTo>
                      <a:pt x="0" y="8"/>
                      <a:pt x="23" y="8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27" name="Freeform 2819">
                <a:extLst>
                  <a:ext uri="{FF2B5EF4-FFF2-40B4-BE49-F238E27FC236}">
                    <a16:creationId xmlns:a16="http://schemas.microsoft.com/office/drawing/2014/main" id="{AA733A26-A131-462D-9A8D-6679F648E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3511"/>
                <a:ext cx="25" cy="18"/>
              </a:xfrm>
              <a:custGeom>
                <a:avLst/>
                <a:gdLst>
                  <a:gd name="T0" fmla="*/ 30 w 20"/>
                  <a:gd name="T1" fmla="*/ 0 h 14"/>
                  <a:gd name="T2" fmla="*/ 30 w 20"/>
                  <a:gd name="T3" fmla="*/ 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4">
                    <a:moveTo>
                      <a:pt x="15" y="0"/>
                    </a:moveTo>
                    <a:cubicBezTo>
                      <a:pt x="0" y="3"/>
                      <a:pt x="20" y="14"/>
                      <a:pt x="1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28" name="Freeform 2820">
                <a:extLst>
                  <a:ext uri="{FF2B5EF4-FFF2-40B4-BE49-F238E27FC236}">
                    <a16:creationId xmlns:a16="http://schemas.microsoft.com/office/drawing/2014/main" id="{CEB66686-132E-4D1D-9C24-5A697F003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588"/>
                <a:ext cx="7" cy="11"/>
              </a:xfrm>
              <a:custGeom>
                <a:avLst/>
                <a:gdLst>
                  <a:gd name="T0" fmla="*/ 6 w 6"/>
                  <a:gd name="T1" fmla="*/ 0 h 8"/>
                  <a:gd name="T2" fmla="*/ 8 w 6"/>
                  <a:gd name="T3" fmla="*/ 21 h 8"/>
                  <a:gd name="T4" fmla="*/ 8 w 6"/>
                  <a:gd name="T5" fmla="*/ 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0" y="3"/>
                      <a:pt x="1" y="7"/>
                      <a:pt x="5" y="8"/>
                    </a:cubicBezTo>
                    <a:cubicBezTo>
                      <a:pt x="6" y="6"/>
                      <a:pt x="6" y="4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29" name="Freeform 2821">
                <a:extLst>
                  <a:ext uri="{FF2B5EF4-FFF2-40B4-BE49-F238E27FC236}">
                    <a16:creationId xmlns:a16="http://schemas.microsoft.com/office/drawing/2014/main" id="{5B5D3F02-0938-4B2B-BDA8-F8DF00BE2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673"/>
                <a:ext cx="5" cy="7"/>
              </a:xfrm>
              <a:custGeom>
                <a:avLst/>
                <a:gdLst>
                  <a:gd name="T0" fmla="*/ 5 w 4"/>
                  <a:gd name="T1" fmla="*/ 0 h 5"/>
                  <a:gd name="T2" fmla="*/ 0 w 4"/>
                  <a:gd name="T3" fmla="*/ 11 h 5"/>
                  <a:gd name="T4" fmla="*/ 8 w 4"/>
                  <a:gd name="T5" fmla="*/ 1 h 5"/>
                  <a:gd name="T6" fmla="*/ 5 w 4"/>
                  <a:gd name="T7" fmla="*/ 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5"/>
                      <a:pt x="4" y="4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30" name="Freeform 2822">
                <a:extLst>
                  <a:ext uri="{FF2B5EF4-FFF2-40B4-BE49-F238E27FC236}">
                    <a16:creationId xmlns:a16="http://schemas.microsoft.com/office/drawing/2014/main" id="{558896E5-0064-49A1-BE3A-A6489C5D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661"/>
                <a:ext cx="8" cy="11"/>
              </a:xfrm>
              <a:custGeom>
                <a:avLst/>
                <a:gdLst>
                  <a:gd name="T0" fmla="*/ 1 w 6"/>
                  <a:gd name="T1" fmla="*/ 8 h 8"/>
                  <a:gd name="T2" fmla="*/ 0 w 6"/>
                  <a:gd name="T3" fmla="*/ 19 h 8"/>
                  <a:gd name="T4" fmla="*/ 7 w 6"/>
                  <a:gd name="T5" fmla="*/ 0 h 8"/>
                  <a:gd name="T6" fmla="*/ 1 w 6"/>
                  <a:gd name="T7" fmla="*/ 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3"/>
                    </a:moveTo>
                    <a:cubicBezTo>
                      <a:pt x="0" y="4"/>
                      <a:pt x="0" y="6"/>
                      <a:pt x="0" y="7"/>
                    </a:cubicBezTo>
                    <a:cubicBezTo>
                      <a:pt x="4" y="8"/>
                      <a:pt x="6" y="3"/>
                      <a:pt x="3" y="0"/>
                    </a:cubicBezTo>
                    <a:cubicBezTo>
                      <a:pt x="2" y="0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31" name="Freeform 2823">
                <a:extLst>
                  <a:ext uri="{FF2B5EF4-FFF2-40B4-BE49-F238E27FC236}">
                    <a16:creationId xmlns:a16="http://schemas.microsoft.com/office/drawing/2014/main" id="{E6985807-478D-4BA9-9A24-D407B9A2A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885"/>
                <a:ext cx="10" cy="11"/>
              </a:xfrm>
              <a:custGeom>
                <a:avLst/>
                <a:gdLst>
                  <a:gd name="T0" fmla="*/ 1 w 8"/>
                  <a:gd name="T1" fmla="*/ 8 h 8"/>
                  <a:gd name="T2" fmla="*/ 5 w 8"/>
                  <a:gd name="T3" fmla="*/ 21 h 8"/>
                  <a:gd name="T4" fmla="*/ 13 w 8"/>
                  <a:gd name="T5" fmla="*/ 0 h 8"/>
                  <a:gd name="T6" fmla="*/ 6 w 8"/>
                  <a:gd name="T7" fmla="*/ 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1" y="3"/>
                    </a:moveTo>
                    <a:cubicBezTo>
                      <a:pt x="1" y="5"/>
                      <a:pt x="0" y="6"/>
                      <a:pt x="2" y="8"/>
                    </a:cubicBezTo>
                    <a:cubicBezTo>
                      <a:pt x="6" y="7"/>
                      <a:pt x="8" y="4"/>
                      <a:pt x="6" y="0"/>
                    </a:cubicBezTo>
                    <a:cubicBezTo>
                      <a:pt x="5" y="0"/>
                      <a:pt x="4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32" name="Freeform 2824">
                <a:extLst>
                  <a:ext uri="{FF2B5EF4-FFF2-40B4-BE49-F238E27FC236}">
                    <a16:creationId xmlns:a16="http://schemas.microsoft.com/office/drawing/2014/main" id="{A3CBB8CD-E6C2-46DA-BB9C-6CB139791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965"/>
                <a:ext cx="7" cy="6"/>
              </a:xfrm>
              <a:custGeom>
                <a:avLst/>
                <a:gdLst>
                  <a:gd name="T0" fmla="*/ 2 w 6"/>
                  <a:gd name="T1" fmla="*/ 0 h 4"/>
                  <a:gd name="T2" fmla="*/ 1 w 6"/>
                  <a:gd name="T3" fmla="*/ 14 h 4"/>
                  <a:gd name="T4" fmla="*/ 2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1" y="2"/>
                      <a:pt x="0" y="3"/>
                      <a:pt x="1" y="4"/>
                    </a:cubicBezTo>
                    <a:cubicBezTo>
                      <a:pt x="5" y="3"/>
                      <a:pt x="6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33" name="Freeform 2825">
                <a:extLst>
                  <a:ext uri="{FF2B5EF4-FFF2-40B4-BE49-F238E27FC236}">
                    <a16:creationId xmlns:a16="http://schemas.microsoft.com/office/drawing/2014/main" id="{10BB6158-A200-4A25-AF59-1C02597E5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039"/>
                <a:ext cx="9" cy="13"/>
              </a:xfrm>
              <a:custGeom>
                <a:avLst/>
                <a:gdLst>
                  <a:gd name="T0" fmla="*/ 5 w 7"/>
                  <a:gd name="T1" fmla="*/ 0 h 10"/>
                  <a:gd name="T2" fmla="*/ 5 w 7"/>
                  <a:gd name="T3" fmla="*/ 22 h 10"/>
                  <a:gd name="T4" fmla="*/ 8 w 7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0" y="4"/>
                      <a:pt x="0" y="8"/>
                      <a:pt x="2" y="10"/>
                    </a:cubicBezTo>
                    <a:cubicBezTo>
                      <a:pt x="7" y="9"/>
                      <a:pt x="7" y="5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34" name="Freeform 2826">
                <a:extLst>
                  <a:ext uri="{FF2B5EF4-FFF2-40B4-BE49-F238E27FC236}">
                    <a16:creationId xmlns:a16="http://schemas.microsoft.com/office/drawing/2014/main" id="{7A3A5F81-60EB-4E4E-B12B-46D704182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133"/>
                <a:ext cx="11" cy="16"/>
              </a:xfrm>
              <a:custGeom>
                <a:avLst/>
                <a:gdLst>
                  <a:gd name="T0" fmla="*/ 0 w 9"/>
                  <a:gd name="T1" fmla="*/ 20 h 12"/>
                  <a:gd name="T2" fmla="*/ 2 w 9"/>
                  <a:gd name="T3" fmla="*/ 28 h 12"/>
                  <a:gd name="T4" fmla="*/ 1 w 9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8"/>
                    </a:moveTo>
                    <a:cubicBezTo>
                      <a:pt x="0" y="10"/>
                      <a:pt x="1" y="12"/>
                      <a:pt x="2" y="12"/>
                    </a:cubicBezTo>
                    <a:cubicBezTo>
                      <a:pt x="9" y="10"/>
                      <a:pt x="9" y="0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35" name="Freeform 2827">
                <a:extLst>
                  <a:ext uri="{FF2B5EF4-FFF2-40B4-BE49-F238E27FC236}">
                    <a16:creationId xmlns:a16="http://schemas.microsoft.com/office/drawing/2014/main" id="{8D9DFE94-5526-46AF-9754-9549AB4AE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243"/>
                <a:ext cx="8" cy="10"/>
              </a:xfrm>
              <a:custGeom>
                <a:avLst/>
                <a:gdLst>
                  <a:gd name="T0" fmla="*/ 0 w 6"/>
                  <a:gd name="T1" fmla="*/ 10 h 8"/>
                  <a:gd name="T2" fmla="*/ 1 w 6"/>
                  <a:gd name="T3" fmla="*/ 16 h 8"/>
                  <a:gd name="T4" fmla="*/ 9 w 6"/>
                  <a:gd name="T5" fmla="*/ 0 h 8"/>
                  <a:gd name="T6" fmla="*/ 1 w 6"/>
                  <a:gd name="T7" fmla="*/ 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5" y="6"/>
                      <a:pt x="6" y="4"/>
                      <a:pt x="4" y="0"/>
                    </a:cubicBezTo>
                    <a:cubicBezTo>
                      <a:pt x="2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36" name="Freeform 2828">
                <a:extLst>
                  <a:ext uri="{FF2B5EF4-FFF2-40B4-BE49-F238E27FC236}">
                    <a16:creationId xmlns:a16="http://schemas.microsoft.com/office/drawing/2014/main" id="{FC5F16A5-BEAC-4AA1-B57A-01BEBF49F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3252"/>
                <a:ext cx="11" cy="12"/>
              </a:xfrm>
              <a:custGeom>
                <a:avLst/>
                <a:gdLst>
                  <a:gd name="T0" fmla="*/ 6 w 9"/>
                  <a:gd name="T1" fmla="*/ 5 h 9"/>
                  <a:gd name="T2" fmla="*/ 2 w 9"/>
                  <a:gd name="T3" fmla="*/ 21 h 9"/>
                  <a:gd name="T4" fmla="*/ 1 w 9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2"/>
                    </a:moveTo>
                    <a:cubicBezTo>
                      <a:pt x="2" y="5"/>
                      <a:pt x="0" y="7"/>
                      <a:pt x="2" y="9"/>
                    </a:cubicBezTo>
                    <a:cubicBezTo>
                      <a:pt x="9" y="7"/>
                      <a:pt x="8" y="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37" name="Freeform 2829">
                <a:extLst>
                  <a:ext uri="{FF2B5EF4-FFF2-40B4-BE49-F238E27FC236}">
                    <a16:creationId xmlns:a16="http://schemas.microsoft.com/office/drawing/2014/main" id="{F892963B-447C-4FE5-880B-C2072D13A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312"/>
                <a:ext cx="10" cy="13"/>
              </a:xfrm>
              <a:custGeom>
                <a:avLst/>
                <a:gdLst>
                  <a:gd name="T0" fmla="*/ 5 w 8"/>
                  <a:gd name="T1" fmla="*/ 5 h 10"/>
                  <a:gd name="T2" fmla="*/ 0 w 8"/>
                  <a:gd name="T3" fmla="*/ 21 h 10"/>
                  <a:gd name="T4" fmla="*/ 6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2" y="2"/>
                    </a:moveTo>
                    <a:cubicBezTo>
                      <a:pt x="1" y="4"/>
                      <a:pt x="0" y="6"/>
                      <a:pt x="0" y="9"/>
                    </a:cubicBezTo>
                    <a:cubicBezTo>
                      <a:pt x="6" y="10"/>
                      <a:pt x="8" y="5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38" name="Freeform 2830">
                <a:extLst>
                  <a:ext uri="{FF2B5EF4-FFF2-40B4-BE49-F238E27FC236}">
                    <a16:creationId xmlns:a16="http://schemas.microsoft.com/office/drawing/2014/main" id="{BBF0C243-0949-41DD-AEF5-081742E17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816"/>
                <a:ext cx="7" cy="8"/>
              </a:xfrm>
              <a:custGeom>
                <a:avLst/>
                <a:gdLst>
                  <a:gd name="T0" fmla="*/ 1 w 6"/>
                  <a:gd name="T1" fmla="*/ 5 h 6"/>
                  <a:gd name="T2" fmla="*/ 0 w 6"/>
                  <a:gd name="T3" fmla="*/ 15 h 6"/>
                  <a:gd name="T4" fmla="*/ 9 w 6"/>
                  <a:gd name="T5" fmla="*/ 5 h 6"/>
                  <a:gd name="T6" fmla="*/ 7 w 6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3"/>
                      <a:pt x="0" y="4"/>
                      <a:pt x="0" y="6"/>
                    </a:cubicBezTo>
                    <a:cubicBezTo>
                      <a:pt x="5" y="6"/>
                      <a:pt x="4" y="5"/>
                      <a:pt x="6" y="2"/>
                    </a:cubicBezTo>
                    <a:cubicBezTo>
                      <a:pt x="4" y="0"/>
                      <a:pt x="4" y="3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39" name="Freeform 2831">
                <a:extLst>
                  <a:ext uri="{FF2B5EF4-FFF2-40B4-BE49-F238E27FC236}">
                    <a16:creationId xmlns:a16="http://schemas.microsoft.com/office/drawing/2014/main" id="{0E3E6C84-DC08-4E6E-A61E-FE7BF1DD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623"/>
                <a:ext cx="22" cy="10"/>
              </a:xfrm>
              <a:custGeom>
                <a:avLst/>
                <a:gdLst>
                  <a:gd name="T0" fmla="*/ 15 w 18"/>
                  <a:gd name="T1" fmla="*/ 1 h 8"/>
                  <a:gd name="T2" fmla="*/ 20 w 18"/>
                  <a:gd name="T3" fmla="*/ 0 h 8"/>
                  <a:gd name="T4" fmla="*/ 16 w 18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8" y="1"/>
                    </a:moveTo>
                    <a:cubicBezTo>
                      <a:pt x="0" y="8"/>
                      <a:pt x="18" y="8"/>
                      <a:pt x="11" y="0"/>
                    </a:cubicBezTo>
                    <a:cubicBezTo>
                      <a:pt x="10" y="1"/>
                      <a:pt x="10" y="1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40" name="Freeform 2832">
                <a:extLst>
                  <a:ext uri="{FF2B5EF4-FFF2-40B4-BE49-F238E27FC236}">
                    <a16:creationId xmlns:a16="http://schemas.microsoft.com/office/drawing/2014/main" id="{53EF6075-0FD8-4403-A069-59CF256C7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627"/>
                <a:ext cx="5" cy="2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2 h 2"/>
                  <a:gd name="T4" fmla="*/ 1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41" name="Freeform 2833">
                <a:extLst>
                  <a:ext uri="{FF2B5EF4-FFF2-40B4-BE49-F238E27FC236}">
                    <a16:creationId xmlns:a16="http://schemas.microsoft.com/office/drawing/2014/main" id="{59FAAB5A-D63B-485E-AD9E-99D507F4A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764"/>
                <a:ext cx="23" cy="8"/>
              </a:xfrm>
              <a:custGeom>
                <a:avLst/>
                <a:gdLst>
                  <a:gd name="T0" fmla="*/ 15 w 19"/>
                  <a:gd name="T1" fmla="*/ 0 h 6"/>
                  <a:gd name="T2" fmla="*/ 16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8" y="0"/>
                    </a:moveTo>
                    <a:cubicBezTo>
                      <a:pt x="0" y="6"/>
                      <a:pt x="19" y="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42" name="Freeform 2834">
                <a:extLst>
                  <a:ext uri="{FF2B5EF4-FFF2-40B4-BE49-F238E27FC236}">
                    <a16:creationId xmlns:a16="http://schemas.microsoft.com/office/drawing/2014/main" id="{8BC1FA30-CBE8-4877-800F-0222AB223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764"/>
                <a:ext cx="5" cy="5"/>
              </a:xfrm>
              <a:custGeom>
                <a:avLst/>
                <a:gdLst>
                  <a:gd name="T0" fmla="*/ 5 w 4"/>
                  <a:gd name="T1" fmla="*/ 0 h 4"/>
                  <a:gd name="T2" fmla="*/ 0 w 4"/>
                  <a:gd name="T3" fmla="*/ 6 h 4"/>
                  <a:gd name="T4" fmla="*/ 8 w 4"/>
                  <a:gd name="T5" fmla="*/ 6 h 4"/>
                  <a:gd name="T6" fmla="*/ 1 w 4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4"/>
                      <a:pt x="2" y="3"/>
                      <a:pt x="4" y="3"/>
                    </a:cubicBezTo>
                    <a:cubicBezTo>
                      <a:pt x="3" y="0"/>
                      <a:pt x="3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43" name="Freeform 2835">
                <a:extLst>
                  <a:ext uri="{FF2B5EF4-FFF2-40B4-BE49-F238E27FC236}">
                    <a16:creationId xmlns:a16="http://schemas.microsoft.com/office/drawing/2014/main" id="{BCA0FA5D-F91B-464E-95F9-C89F673C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861"/>
                <a:ext cx="13" cy="15"/>
              </a:xfrm>
              <a:custGeom>
                <a:avLst/>
                <a:gdLst>
                  <a:gd name="T0" fmla="*/ 16 w 10"/>
                  <a:gd name="T1" fmla="*/ 5 h 11"/>
                  <a:gd name="T2" fmla="*/ 7 w 10"/>
                  <a:gd name="T3" fmla="*/ 19 h 11"/>
                  <a:gd name="T4" fmla="*/ 17 w 10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7" y="2"/>
                    </a:moveTo>
                    <a:cubicBezTo>
                      <a:pt x="3" y="0"/>
                      <a:pt x="0" y="4"/>
                      <a:pt x="3" y="7"/>
                    </a:cubicBezTo>
                    <a:cubicBezTo>
                      <a:pt x="7" y="11"/>
                      <a:pt x="10" y="5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44" name="Freeform 2836">
                <a:extLst>
                  <a:ext uri="{FF2B5EF4-FFF2-40B4-BE49-F238E27FC236}">
                    <a16:creationId xmlns:a16="http://schemas.microsoft.com/office/drawing/2014/main" id="{F9DC0512-FCE4-4FFE-995E-BFB4F1BA9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865"/>
                <a:ext cx="4" cy="4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7 h 3"/>
                  <a:gd name="T4" fmla="*/ 7 w 3"/>
                  <a:gd name="T5" fmla="*/ 1 h 3"/>
                  <a:gd name="T6" fmla="*/ 1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3" y="3"/>
                      <a:pt x="2" y="3"/>
                      <a:pt x="3" y="1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45" name="Freeform 2837">
                <a:extLst>
                  <a:ext uri="{FF2B5EF4-FFF2-40B4-BE49-F238E27FC236}">
                    <a16:creationId xmlns:a16="http://schemas.microsoft.com/office/drawing/2014/main" id="{970A596F-EA63-462A-9A96-1FA575649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2992"/>
                <a:ext cx="13" cy="17"/>
              </a:xfrm>
              <a:custGeom>
                <a:avLst/>
                <a:gdLst>
                  <a:gd name="T0" fmla="*/ 11 w 11"/>
                  <a:gd name="T1" fmla="*/ 1 h 13"/>
                  <a:gd name="T2" fmla="*/ 15 w 11"/>
                  <a:gd name="T3" fmla="*/ 0 h 13"/>
                  <a:gd name="T4" fmla="*/ 11 w 11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7" y="1"/>
                    </a:moveTo>
                    <a:cubicBezTo>
                      <a:pt x="0" y="2"/>
                      <a:pt x="11" y="13"/>
                      <a:pt x="9" y="0"/>
                    </a:cubicBezTo>
                    <a:cubicBezTo>
                      <a:pt x="9" y="0"/>
                      <a:pt x="8" y="1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46" name="Freeform 2838">
                <a:extLst>
                  <a:ext uri="{FF2B5EF4-FFF2-40B4-BE49-F238E27FC236}">
                    <a16:creationId xmlns:a16="http://schemas.microsoft.com/office/drawing/2014/main" id="{98019BD5-184E-4B94-925C-01960C028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992"/>
                <a:ext cx="8" cy="9"/>
              </a:xfrm>
              <a:custGeom>
                <a:avLst/>
                <a:gdLst>
                  <a:gd name="T0" fmla="*/ 8 w 7"/>
                  <a:gd name="T1" fmla="*/ 0 h 7"/>
                  <a:gd name="T2" fmla="*/ 9 w 7"/>
                  <a:gd name="T3" fmla="*/ 5 h 7"/>
                  <a:gd name="T4" fmla="*/ 8 w 7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0" y="3"/>
                      <a:pt x="7" y="7"/>
                      <a:pt x="6" y="2"/>
                    </a:cubicBezTo>
                    <a:cubicBezTo>
                      <a:pt x="6" y="1"/>
                      <a:pt x="5" y="1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47" name="Freeform 2839">
                <a:extLst>
                  <a:ext uri="{FF2B5EF4-FFF2-40B4-BE49-F238E27FC236}">
                    <a16:creationId xmlns:a16="http://schemas.microsoft.com/office/drawing/2014/main" id="{6C2E5E65-98B9-4526-ADA9-5CEBAB44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128"/>
                <a:ext cx="10" cy="11"/>
              </a:xfrm>
              <a:custGeom>
                <a:avLst/>
                <a:gdLst>
                  <a:gd name="T0" fmla="*/ 8 w 8"/>
                  <a:gd name="T1" fmla="*/ 0 h 8"/>
                  <a:gd name="T2" fmla="*/ 6 w 8"/>
                  <a:gd name="T3" fmla="*/ 21 h 8"/>
                  <a:gd name="T4" fmla="*/ 14 w 8"/>
                  <a:gd name="T5" fmla="*/ 1 h 8"/>
                  <a:gd name="T6" fmla="*/ 10 w 8"/>
                  <a:gd name="T7" fmla="*/ 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0" y="1"/>
                      <a:pt x="1" y="5"/>
                      <a:pt x="3" y="8"/>
                    </a:cubicBezTo>
                    <a:cubicBezTo>
                      <a:pt x="7" y="8"/>
                      <a:pt x="8" y="4"/>
                      <a:pt x="7" y="1"/>
                    </a:cubicBezTo>
                    <a:cubicBezTo>
                      <a:pt x="6" y="0"/>
                      <a:pt x="5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48" name="Freeform 2840">
                <a:extLst>
                  <a:ext uri="{FF2B5EF4-FFF2-40B4-BE49-F238E27FC236}">
                    <a16:creationId xmlns:a16="http://schemas.microsoft.com/office/drawing/2014/main" id="{455AF8BB-76ED-47F5-BAEA-7A045EBEF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143"/>
                <a:ext cx="6" cy="5"/>
              </a:xfrm>
              <a:custGeom>
                <a:avLst/>
                <a:gdLst>
                  <a:gd name="T0" fmla="*/ 1 w 5"/>
                  <a:gd name="T1" fmla="*/ 0 h 4"/>
                  <a:gd name="T2" fmla="*/ 8 w 5"/>
                  <a:gd name="T3" fmla="*/ 1 h 4"/>
                  <a:gd name="T4" fmla="*/ 2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4"/>
                      <a:pt x="3" y="4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49" name="Freeform 2841">
                <a:extLst>
                  <a:ext uri="{FF2B5EF4-FFF2-40B4-BE49-F238E27FC236}">
                    <a16:creationId xmlns:a16="http://schemas.microsoft.com/office/drawing/2014/main" id="{30004439-8E94-47F7-A555-E3C825F48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251"/>
                <a:ext cx="19" cy="14"/>
              </a:xfrm>
              <a:custGeom>
                <a:avLst/>
                <a:gdLst>
                  <a:gd name="T0" fmla="*/ 20 w 15"/>
                  <a:gd name="T1" fmla="*/ 0 h 11"/>
                  <a:gd name="T2" fmla="*/ 14 w 15"/>
                  <a:gd name="T3" fmla="*/ 18 h 11"/>
                  <a:gd name="T4" fmla="*/ 20 w 1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0" y="0"/>
                    </a:moveTo>
                    <a:cubicBezTo>
                      <a:pt x="5" y="0"/>
                      <a:pt x="0" y="8"/>
                      <a:pt x="7" y="9"/>
                    </a:cubicBezTo>
                    <a:cubicBezTo>
                      <a:pt x="11" y="11"/>
                      <a:pt x="15" y="2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50" name="Freeform 2842">
                <a:extLst>
                  <a:ext uri="{FF2B5EF4-FFF2-40B4-BE49-F238E27FC236}">
                    <a16:creationId xmlns:a16="http://schemas.microsoft.com/office/drawing/2014/main" id="{38037B33-FEF4-485E-B42B-CB1599BAA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3268"/>
                <a:ext cx="5" cy="5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8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4" y="4"/>
                      <a:pt x="4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51" name="Freeform 2843">
                <a:extLst>
                  <a:ext uri="{FF2B5EF4-FFF2-40B4-BE49-F238E27FC236}">
                    <a16:creationId xmlns:a16="http://schemas.microsoft.com/office/drawing/2014/main" id="{AA93B06B-7A01-40F9-B7C6-CFD6A2E71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379"/>
                <a:ext cx="13" cy="13"/>
              </a:xfrm>
              <a:custGeom>
                <a:avLst/>
                <a:gdLst>
                  <a:gd name="T0" fmla="*/ 13 w 10"/>
                  <a:gd name="T1" fmla="*/ 1 h 10"/>
                  <a:gd name="T2" fmla="*/ 9 w 10"/>
                  <a:gd name="T3" fmla="*/ 17 h 10"/>
                  <a:gd name="T4" fmla="*/ 21 w 10"/>
                  <a:gd name="T5" fmla="*/ 0 h 10"/>
                  <a:gd name="T6" fmla="*/ 16 w 10"/>
                  <a:gd name="T7" fmla="*/ 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6" y="1"/>
                    </a:moveTo>
                    <a:cubicBezTo>
                      <a:pt x="2" y="1"/>
                      <a:pt x="0" y="6"/>
                      <a:pt x="4" y="8"/>
                    </a:cubicBezTo>
                    <a:cubicBezTo>
                      <a:pt x="8" y="10"/>
                      <a:pt x="10" y="2"/>
                      <a:pt x="9" y="0"/>
                    </a:cubicBezTo>
                    <a:cubicBezTo>
                      <a:pt x="8" y="0"/>
                      <a:pt x="8" y="0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52" name="Freeform 2844">
                <a:extLst>
                  <a:ext uri="{FF2B5EF4-FFF2-40B4-BE49-F238E27FC236}">
                    <a16:creationId xmlns:a16="http://schemas.microsoft.com/office/drawing/2014/main" id="{7F00B0B6-05F3-43A1-88CF-08E37937B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3385"/>
                <a:ext cx="5" cy="4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7 h 3"/>
                  <a:gd name="T4" fmla="*/ 6 w 4"/>
                  <a:gd name="T5" fmla="*/ 0 h 3"/>
                  <a:gd name="T6" fmla="*/ 5 w 4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3"/>
                      <a:pt x="4" y="2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53" name="Freeform 2845">
                <a:extLst>
                  <a:ext uri="{FF2B5EF4-FFF2-40B4-BE49-F238E27FC236}">
                    <a16:creationId xmlns:a16="http://schemas.microsoft.com/office/drawing/2014/main" id="{202A60CC-5E35-45F2-953B-2B5DF6601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3508"/>
                <a:ext cx="11" cy="11"/>
              </a:xfrm>
              <a:custGeom>
                <a:avLst/>
                <a:gdLst>
                  <a:gd name="T0" fmla="*/ 13 w 9"/>
                  <a:gd name="T1" fmla="*/ 0 h 8"/>
                  <a:gd name="T2" fmla="*/ 9 w 9"/>
                  <a:gd name="T3" fmla="*/ 19 h 8"/>
                  <a:gd name="T4" fmla="*/ 13 w 9"/>
                  <a:gd name="T5" fmla="*/ 6 h 8"/>
                  <a:gd name="T6" fmla="*/ 11 w 9"/>
                  <a:gd name="T7" fmla="*/ 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3" y="0"/>
                      <a:pt x="0" y="5"/>
                      <a:pt x="5" y="7"/>
                    </a:cubicBezTo>
                    <a:cubicBezTo>
                      <a:pt x="8" y="8"/>
                      <a:pt x="9" y="4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54" name="Freeform 2846">
                <a:extLst>
                  <a:ext uri="{FF2B5EF4-FFF2-40B4-BE49-F238E27FC236}">
                    <a16:creationId xmlns:a16="http://schemas.microsoft.com/office/drawing/2014/main" id="{5F3FA1D3-BEA8-4E69-B862-13453D7CC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3521"/>
                <a:ext cx="6" cy="7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11 h 5"/>
                  <a:gd name="T4" fmla="*/ 2 w 5"/>
                  <a:gd name="T5" fmla="*/ 0 h 5"/>
                  <a:gd name="T6" fmla="*/ 1 w 5"/>
                  <a:gd name="T7" fmla="*/ 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3" y="5"/>
                      <a:pt x="5" y="2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55" name="Freeform 2847">
                <a:extLst>
                  <a:ext uri="{FF2B5EF4-FFF2-40B4-BE49-F238E27FC236}">
                    <a16:creationId xmlns:a16="http://schemas.microsoft.com/office/drawing/2014/main" id="{E99CEE6A-4211-42C7-AF9B-152F47AE0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592"/>
                <a:ext cx="13" cy="16"/>
              </a:xfrm>
              <a:custGeom>
                <a:avLst/>
                <a:gdLst>
                  <a:gd name="T0" fmla="*/ 13 w 11"/>
                  <a:gd name="T1" fmla="*/ 1 h 12"/>
                  <a:gd name="T2" fmla="*/ 6 w 11"/>
                  <a:gd name="T3" fmla="*/ 21 h 12"/>
                  <a:gd name="T4" fmla="*/ 11 w 11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8" y="1"/>
                    </a:moveTo>
                    <a:cubicBezTo>
                      <a:pt x="4" y="0"/>
                      <a:pt x="0" y="6"/>
                      <a:pt x="3" y="9"/>
                    </a:cubicBezTo>
                    <a:cubicBezTo>
                      <a:pt x="7" y="12"/>
                      <a:pt x="11" y="6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56" name="Freeform 2848">
                <a:extLst>
                  <a:ext uri="{FF2B5EF4-FFF2-40B4-BE49-F238E27FC236}">
                    <a16:creationId xmlns:a16="http://schemas.microsoft.com/office/drawing/2014/main" id="{EC5E0C92-A315-4448-B03A-BB7B7CB32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3596"/>
                <a:ext cx="5" cy="5"/>
              </a:xfrm>
              <a:custGeom>
                <a:avLst/>
                <a:gdLst>
                  <a:gd name="T0" fmla="*/ 5 w 4"/>
                  <a:gd name="T1" fmla="*/ 0 h 4"/>
                  <a:gd name="T2" fmla="*/ 0 w 4"/>
                  <a:gd name="T3" fmla="*/ 6 h 4"/>
                  <a:gd name="T4" fmla="*/ 8 w 4"/>
                  <a:gd name="T5" fmla="*/ 6 h 4"/>
                  <a:gd name="T6" fmla="*/ 5 w 4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4"/>
                      <a:pt x="2" y="4"/>
                      <a:pt x="4" y="3"/>
                    </a:cubicBezTo>
                    <a:cubicBezTo>
                      <a:pt x="4" y="2"/>
                      <a:pt x="3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57" name="Freeform 2849">
                <a:extLst>
                  <a:ext uri="{FF2B5EF4-FFF2-40B4-BE49-F238E27FC236}">
                    <a16:creationId xmlns:a16="http://schemas.microsoft.com/office/drawing/2014/main" id="{9E908D35-EF8B-4265-A0D5-30C192365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696"/>
                <a:ext cx="10" cy="13"/>
              </a:xfrm>
              <a:custGeom>
                <a:avLst/>
                <a:gdLst>
                  <a:gd name="T0" fmla="*/ 5 w 8"/>
                  <a:gd name="T1" fmla="*/ 9 h 10"/>
                  <a:gd name="T2" fmla="*/ 14 w 8"/>
                  <a:gd name="T3" fmla="*/ 13 h 10"/>
                  <a:gd name="T4" fmla="*/ 6 w 8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2" y="4"/>
                    </a:moveTo>
                    <a:cubicBezTo>
                      <a:pt x="0" y="9"/>
                      <a:pt x="5" y="10"/>
                      <a:pt x="7" y="6"/>
                    </a:cubicBezTo>
                    <a:cubicBezTo>
                      <a:pt x="8" y="3"/>
                      <a:pt x="3" y="0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58" name="Freeform 2850">
                <a:extLst>
                  <a:ext uri="{FF2B5EF4-FFF2-40B4-BE49-F238E27FC236}">
                    <a16:creationId xmlns:a16="http://schemas.microsoft.com/office/drawing/2014/main" id="{C2290AF0-1054-49F1-B010-86A361BFC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704"/>
                <a:ext cx="4" cy="5"/>
              </a:xfrm>
              <a:custGeom>
                <a:avLst/>
                <a:gdLst>
                  <a:gd name="T0" fmla="*/ 1 w 3"/>
                  <a:gd name="T1" fmla="*/ 1 h 4"/>
                  <a:gd name="T2" fmla="*/ 1 w 3"/>
                  <a:gd name="T3" fmla="*/ 8 h 4"/>
                  <a:gd name="T4" fmla="*/ 7 w 3"/>
                  <a:gd name="T5" fmla="*/ 6 h 4"/>
                  <a:gd name="T6" fmla="*/ 1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59" name="Freeform 2851">
                <a:extLst>
                  <a:ext uri="{FF2B5EF4-FFF2-40B4-BE49-F238E27FC236}">
                    <a16:creationId xmlns:a16="http://schemas.microsoft.com/office/drawing/2014/main" id="{4208947D-AB28-4302-A81E-A539F8404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555"/>
                <a:ext cx="11" cy="10"/>
              </a:xfrm>
              <a:custGeom>
                <a:avLst/>
                <a:gdLst>
                  <a:gd name="T0" fmla="*/ 7 w 9"/>
                  <a:gd name="T1" fmla="*/ 0 h 8"/>
                  <a:gd name="T2" fmla="*/ 9 w 9"/>
                  <a:gd name="T3" fmla="*/ 14 h 8"/>
                  <a:gd name="T4" fmla="*/ 9 w 9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0" y="1"/>
                      <a:pt x="1" y="8"/>
                      <a:pt x="5" y="7"/>
                    </a:cubicBezTo>
                    <a:cubicBezTo>
                      <a:pt x="9" y="7"/>
                      <a:pt x="9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60" name="Freeform 2852">
                <a:extLst>
                  <a:ext uri="{FF2B5EF4-FFF2-40B4-BE49-F238E27FC236}">
                    <a16:creationId xmlns:a16="http://schemas.microsoft.com/office/drawing/2014/main" id="{2598E18D-10E1-4EF1-B42F-212C0FBF0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559"/>
                <a:ext cx="5" cy="4"/>
              </a:xfrm>
              <a:custGeom>
                <a:avLst/>
                <a:gdLst>
                  <a:gd name="T0" fmla="*/ 5 w 4"/>
                  <a:gd name="T1" fmla="*/ 0 h 3"/>
                  <a:gd name="T2" fmla="*/ 5 w 4"/>
                  <a:gd name="T3" fmla="*/ 7 h 3"/>
                  <a:gd name="T4" fmla="*/ 6 w 4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4" y="2"/>
                      <a:pt x="3" y="2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61" name="Freeform 2853">
                <a:extLst>
                  <a:ext uri="{FF2B5EF4-FFF2-40B4-BE49-F238E27FC236}">
                    <a16:creationId xmlns:a16="http://schemas.microsoft.com/office/drawing/2014/main" id="{ED277968-BB25-43AC-9B38-79808805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704"/>
                <a:ext cx="12" cy="24"/>
              </a:xfrm>
              <a:custGeom>
                <a:avLst/>
                <a:gdLst>
                  <a:gd name="T0" fmla="*/ 1 w 10"/>
                  <a:gd name="T1" fmla="*/ 12 h 18"/>
                  <a:gd name="T2" fmla="*/ 1 w 10"/>
                  <a:gd name="T3" fmla="*/ 43 h 18"/>
                  <a:gd name="T4" fmla="*/ 7 w 10"/>
                  <a:gd name="T5" fmla="*/ 0 h 18"/>
                  <a:gd name="T6" fmla="*/ 2 w 10"/>
                  <a:gd name="T7" fmla="*/ 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1" y="5"/>
                    </a:moveTo>
                    <a:cubicBezTo>
                      <a:pt x="1" y="9"/>
                      <a:pt x="0" y="14"/>
                      <a:pt x="1" y="18"/>
                    </a:cubicBezTo>
                    <a:cubicBezTo>
                      <a:pt x="10" y="18"/>
                      <a:pt x="9" y="5"/>
                      <a:pt x="4" y="0"/>
                    </a:cubicBezTo>
                    <a:cubicBezTo>
                      <a:pt x="3" y="1"/>
                      <a:pt x="2" y="1"/>
                      <a:pt x="2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495" name="Group 2854">
              <a:extLst>
                <a:ext uri="{FF2B5EF4-FFF2-40B4-BE49-F238E27FC236}">
                  <a16:creationId xmlns:a16="http://schemas.microsoft.com/office/drawing/2014/main" id="{5B39B5F0-3A3D-48B1-8F18-8249BC631F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59" y="2545"/>
              <a:ext cx="1309" cy="1184"/>
              <a:chOff x="2359" y="2545"/>
              <a:chExt cx="1309" cy="1184"/>
            </a:xfrm>
          </p:grpSpPr>
          <p:sp>
            <p:nvSpPr>
              <p:cNvPr id="121562" name="Freeform 2855">
                <a:extLst>
                  <a:ext uri="{FF2B5EF4-FFF2-40B4-BE49-F238E27FC236}">
                    <a16:creationId xmlns:a16="http://schemas.microsoft.com/office/drawing/2014/main" id="{621F158D-8462-48B8-A289-8F987DA92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925"/>
                <a:ext cx="14" cy="19"/>
              </a:xfrm>
              <a:custGeom>
                <a:avLst/>
                <a:gdLst>
                  <a:gd name="T0" fmla="*/ 0 w 11"/>
                  <a:gd name="T1" fmla="*/ 0 h 14"/>
                  <a:gd name="T2" fmla="*/ 10 w 11"/>
                  <a:gd name="T3" fmla="*/ 35 h 14"/>
                  <a:gd name="T4" fmla="*/ 5 w 11"/>
                  <a:gd name="T5" fmla="*/ 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0" y="5"/>
                      <a:pt x="2" y="10"/>
                      <a:pt x="5" y="14"/>
                    </a:cubicBezTo>
                    <a:cubicBezTo>
                      <a:pt x="11" y="12"/>
                      <a:pt x="6" y="3"/>
                      <a:pt x="2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63" name="Freeform 2856">
                <a:extLst>
                  <a:ext uri="{FF2B5EF4-FFF2-40B4-BE49-F238E27FC236}">
                    <a16:creationId xmlns:a16="http://schemas.microsoft.com/office/drawing/2014/main" id="{1A436111-4264-4872-8C42-CB8C7784B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3172"/>
                <a:ext cx="20" cy="28"/>
              </a:xfrm>
              <a:custGeom>
                <a:avLst/>
                <a:gdLst>
                  <a:gd name="T0" fmla="*/ 8 w 16"/>
                  <a:gd name="T1" fmla="*/ 0 h 21"/>
                  <a:gd name="T2" fmla="*/ 18 w 16"/>
                  <a:gd name="T3" fmla="*/ 44 h 21"/>
                  <a:gd name="T4" fmla="*/ 14 w 16"/>
                  <a:gd name="T5" fmla="*/ 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4" y="0"/>
                    </a:moveTo>
                    <a:cubicBezTo>
                      <a:pt x="1" y="4"/>
                      <a:pt x="0" y="21"/>
                      <a:pt x="9" y="19"/>
                    </a:cubicBezTo>
                    <a:cubicBezTo>
                      <a:pt x="16" y="16"/>
                      <a:pt x="10" y="6"/>
                      <a:pt x="7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64" name="Freeform 2857">
                <a:extLst>
                  <a:ext uri="{FF2B5EF4-FFF2-40B4-BE49-F238E27FC236}">
                    <a16:creationId xmlns:a16="http://schemas.microsoft.com/office/drawing/2014/main" id="{9109865A-5C05-406B-9491-387F80BB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481"/>
                <a:ext cx="15" cy="20"/>
              </a:xfrm>
              <a:custGeom>
                <a:avLst/>
                <a:gdLst>
                  <a:gd name="T0" fmla="*/ 8 w 12"/>
                  <a:gd name="T1" fmla="*/ 0 h 15"/>
                  <a:gd name="T2" fmla="*/ 14 w 12"/>
                  <a:gd name="T3" fmla="*/ 33 h 15"/>
                  <a:gd name="T4" fmla="*/ 14 w 12"/>
                  <a:gd name="T5" fmla="*/ 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4" y="0"/>
                    </a:moveTo>
                    <a:cubicBezTo>
                      <a:pt x="0" y="4"/>
                      <a:pt x="1" y="15"/>
                      <a:pt x="7" y="14"/>
                    </a:cubicBezTo>
                    <a:cubicBezTo>
                      <a:pt x="12" y="12"/>
                      <a:pt x="10" y="6"/>
                      <a:pt x="7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65" name="Freeform 2858">
                <a:extLst>
                  <a:ext uri="{FF2B5EF4-FFF2-40B4-BE49-F238E27FC236}">
                    <a16:creationId xmlns:a16="http://schemas.microsoft.com/office/drawing/2014/main" id="{5B0F4263-E880-4681-A7AA-63BA74C79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585"/>
                <a:ext cx="7" cy="11"/>
              </a:xfrm>
              <a:custGeom>
                <a:avLst/>
                <a:gdLst>
                  <a:gd name="T0" fmla="*/ 6 w 6"/>
                  <a:gd name="T1" fmla="*/ 0 h 8"/>
                  <a:gd name="T2" fmla="*/ 6 w 6"/>
                  <a:gd name="T3" fmla="*/ 21 h 8"/>
                  <a:gd name="T4" fmla="*/ 7 w 6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1" y="2"/>
                      <a:pt x="0" y="6"/>
                      <a:pt x="3" y="8"/>
                    </a:cubicBezTo>
                    <a:cubicBezTo>
                      <a:pt x="6" y="7"/>
                      <a:pt x="6" y="4"/>
                      <a:pt x="4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66" name="Freeform 2859">
                <a:extLst>
                  <a:ext uri="{FF2B5EF4-FFF2-40B4-BE49-F238E27FC236}">
                    <a16:creationId xmlns:a16="http://schemas.microsoft.com/office/drawing/2014/main" id="{92D49F7F-DCE5-4DE1-85A9-36EA1159F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255"/>
                <a:ext cx="15" cy="28"/>
              </a:xfrm>
              <a:custGeom>
                <a:avLst/>
                <a:gdLst>
                  <a:gd name="T0" fmla="*/ 5 w 12"/>
                  <a:gd name="T1" fmla="*/ 28 h 21"/>
                  <a:gd name="T2" fmla="*/ 0 w 12"/>
                  <a:gd name="T3" fmla="*/ 37 h 21"/>
                  <a:gd name="T4" fmla="*/ 5 w 12"/>
                  <a:gd name="T5" fmla="*/ 2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2" y="12"/>
                    </a:moveTo>
                    <a:cubicBezTo>
                      <a:pt x="1" y="13"/>
                      <a:pt x="0" y="15"/>
                      <a:pt x="0" y="16"/>
                    </a:cubicBezTo>
                    <a:cubicBezTo>
                      <a:pt x="12" y="21"/>
                      <a:pt x="4" y="0"/>
                      <a:pt x="2" y="1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67" name="Freeform 2860">
                <a:extLst>
                  <a:ext uri="{FF2B5EF4-FFF2-40B4-BE49-F238E27FC236}">
                    <a16:creationId xmlns:a16="http://schemas.microsoft.com/office/drawing/2014/main" id="{F158B53F-872D-4148-AF64-E6148BF8F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841"/>
                <a:ext cx="10" cy="12"/>
              </a:xfrm>
              <a:custGeom>
                <a:avLst/>
                <a:gdLst>
                  <a:gd name="T0" fmla="*/ 1 w 8"/>
                  <a:gd name="T1" fmla="*/ 5 h 9"/>
                  <a:gd name="T2" fmla="*/ 0 w 8"/>
                  <a:gd name="T3" fmla="*/ 15 h 9"/>
                  <a:gd name="T4" fmla="*/ 8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5" y="9"/>
                      <a:pt x="8" y="3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68" name="Freeform 2861">
                <a:extLst>
                  <a:ext uri="{FF2B5EF4-FFF2-40B4-BE49-F238E27FC236}">
                    <a16:creationId xmlns:a16="http://schemas.microsoft.com/office/drawing/2014/main" id="{D58ABC61-CF9C-48C5-ADD4-98178B5E2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801"/>
                <a:ext cx="6" cy="4"/>
              </a:xfrm>
              <a:custGeom>
                <a:avLst/>
                <a:gdLst>
                  <a:gd name="T0" fmla="*/ 0 w 5"/>
                  <a:gd name="T1" fmla="*/ 0 h 3"/>
                  <a:gd name="T2" fmla="*/ 1 w 5"/>
                  <a:gd name="T3" fmla="*/ 7 h 3"/>
                  <a:gd name="T4" fmla="*/ 2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5" y="3"/>
                      <a:pt x="3" y="2"/>
                      <a:pt x="2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69" name="Freeform 2862">
                <a:extLst>
                  <a:ext uri="{FF2B5EF4-FFF2-40B4-BE49-F238E27FC236}">
                    <a16:creationId xmlns:a16="http://schemas.microsoft.com/office/drawing/2014/main" id="{A56FB459-8159-4352-97E8-3F008BD11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936"/>
                <a:ext cx="26" cy="12"/>
              </a:xfrm>
              <a:custGeom>
                <a:avLst/>
                <a:gdLst>
                  <a:gd name="T0" fmla="*/ 19 w 21"/>
                  <a:gd name="T1" fmla="*/ 0 h 9"/>
                  <a:gd name="T2" fmla="*/ 19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10" y="0"/>
                    </a:moveTo>
                    <a:cubicBezTo>
                      <a:pt x="0" y="9"/>
                      <a:pt x="21" y="4"/>
                      <a:pt x="10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70" name="Freeform 2863">
                <a:extLst>
                  <a:ext uri="{FF2B5EF4-FFF2-40B4-BE49-F238E27FC236}">
                    <a16:creationId xmlns:a16="http://schemas.microsoft.com/office/drawing/2014/main" id="{35CD70BB-F560-4029-8BA1-ED03861A0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363"/>
                <a:ext cx="11" cy="10"/>
              </a:xfrm>
              <a:custGeom>
                <a:avLst/>
                <a:gdLst>
                  <a:gd name="T0" fmla="*/ 1 w 9"/>
                  <a:gd name="T1" fmla="*/ 5 h 8"/>
                  <a:gd name="T2" fmla="*/ 1 w 9"/>
                  <a:gd name="T3" fmla="*/ 10 h 8"/>
                  <a:gd name="T4" fmla="*/ 9 w 9"/>
                  <a:gd name="T5" fmla="*/ 0 h 8"/>
                  <a:gd name="T6" fmla="*/ 6 w 9"/>
                  <a:gd name="T7" fmla="*/ 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5" y="8"/>
                      <a:pt x="9" y="3"/>
                      <a:pt x="5" y="0"/>
                    </a:cubicBezTo>
                    <a:cubicBezTo>
                      <a:pt x="3" y="0"/>
                      <a:pt x="3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71" name="Freeform 2864">
                <a:extLst>
                  <a:ext uri="{FF2B5EF4-FFF2-40B4-BE49-F238E27FC236}">
                    <a16:creationId xmlns:a16="http://schemas.microsoft.com/office/drawing/2014/main" id="{18A1E4CD-61D1-44A4-B8E2-39FF621CA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3360"/>
                <a:ext cx="16" cy="12"/>
              </a:xfrm>
              <a:custGeom>
                <a:avLst/>
                <a:gdLst>
                  <a:gd name="T0" fmla="*/ 7 w 13"/>
                  <a:gd name="T1" fmla="*/ 1 h 9"/>
                  <a:gd name="T2" fmla="*/ 11 w 13"/>
                  <a:gd name="T3" fmla="*/ 20 h 9"/>
                  <a:gd name="T4" fmla="*/ 14 w 1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4" y="1"/>
                    </a:moveTo>
                    <a:cubicBezTo>
                      <a:pt x="0" y="4"/>
                      <a:pt x="1" y="9"/>
                      <a:pt x="6" y="8"/>
                    </a:cubicBezTo>
                    <a:cubicBezTo>
                      <a:pt x="11" y="7"/>
                      <a:pt x="13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72" name="Freeform 2865">
                <a:extLst>
                  <a:ext uri="{FF2B5EF4-FFF2-40B4-BE49-F238E27FC236}">
                    <a16:creationId xmlns:a16="http://schemas.microsoft.com/office/drawing/2014/main" id="{7D73BB00-7836-44F9-85CB-5E8E1AD95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343"/>
                <a:ext cx="17" cy="20"/>
              </a:xfrm>
              <a:custGeom>
                <a:avLst/>
                <a:gdLst>
                  <a:gd name="T0" fmla="*/ 5 w 13"/>
                  <a:gd name="T1" fmla="*/ 9 h 15"/>
                  <a:gd name="T2" fmla="*/ 0 w 13"/>
                  <a:gd name="T3" fmla="*/ 20 h 15"/>
                  <a:gd name="T4" fmla="*/ 7 w 13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2" y="4"/>
                    </a:moveTo>
                    <a:cubicBezTo>
                      <a:pt x="1" y="5"/>
                      <a:pt x="0" y="6"/>
                      <a:pt x="0" y="8"/>
                    </a:cubicBezTo>
                    <a:cubicBezTo>
                      <a:pt x="7" y="15"/>
                      <a:pt x="13" y="0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73" name="Freeform 2866">
                <a:extLst>
                  <a:ext uri="{FF2B5EF4-FFF2-40B4-BE49-F238E27FC236}">
                    <a16:creationId xmlns:a16="http://schemas.microsoft.com/office/drawing/2014/main" id="{D9B7ACFD-2EC2-44EA-9B43-9AD9C8D2C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320"/>
                <a:ext cx="8" cy="7"/>
              </a:xfrm>
              <a:custGeom>
                <a:avLst/>
                <a:gdLst>
                  <a:gd name="T0" fmla="*/ 5 w 6"/>
                  <a:gd name="T1" fmla="*/ 1 h 5"/>
                  <a:gd name="T2" fmla="*/ 0 w 6"/>
                  <a:gd name="T3" fmla="*/ 8 h 5"/>
                  <a:gd name="T4" fmla="*/ 15 w 6"/>
                  <a:gd name="T5" fmla="*/ 6 h 5"/>
                  <a:gd name="T6" fmla="*/ 7 w 6"/>
                  <a:gd name="T7" fmla="*/ 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3" y="5"/>
                      <a:pt x="5" y="4"/>
                      <a:pt x="6" y="2"/>
                    </a:cubicBezTo>
                    <a:cubicBezTo>
                      <a:pt x="5" y="0"/>
                      <a:pt x="5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74" name="Freeform 2867">
                <a:extLst>
                  <a:ext uri="{FF2B5EF4-FFF2-40B4-BE49-F238E27FC236}">
                    <a16:creationId xmlns:a16="http://schemas.microsoft.com/office/drawing/2014/main" id="{FEADD7A4-3D41-4007-90AA-606D8D7B8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301"/>
                <a:ext cx="15" cy="16"/>
              </a:xfrm>
              <a:custGeom>
                <a:avLst/>
                <a:gdLst>
                  <a:gd name="T0" fmla="*/ 10 w 12"/>
                  <a:gd name="T1" fmla="*/ 0 h 12"/>
                  <a:gd name="T2" fmla="*/ 24 w 12"/>
                  <a:gd name="T3" fmla="*/ 20 h 12"/>
                  <a:gd name="T4" fmla="*/ 16 w 12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5" y="0"/>
                    </a:moveTo>
                    <a:cubicBezTo>
                      <a:pt x="0" y="6"/>
                      <a:pt x="6" y="12"/>
                      <a:pt x="12" y="8"/>
                    </a:cubicBezTo>
                    <a:cubicBezTo>
                      <a:pt x="12" y="5"/>
                      <a:pt x="11" y="3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75" name="Freeform 2868">
                <a:extLst>
                  <a:ext uri="{FF2B5EF4-FFF2-40B4-BE49-F238E27FC236}">
                    <a16:creationId xmlns:a16="http://schemas.microsoft.com/office/drawing/2014/main" id="{8D498F7C-B2EB-4567-994D-65440D7DB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305"/>
                <a:ext cx="8" cy="7"/>
              </a:xfrm>
              <a:custGeom>
                <a:avLst/>
                <a:gdLst>
                  <a:gd name="T0" fmla="*/ 1 w 6"/>
                  <a:gd name="T1" fmla="*/ 0 h 5"/>
                  <a:gd name="T2" fmla="*/ 1 w 6"/>
                  <a:gd name="T3" fmla="*/ 11 h 5"/>
                  <a:gd name="T4" fmla="*/ 12 w 6"/>
                  <a:gd name="T5" fmla="*/ 14 h 5"/>
                  <a:gd name="T6" fmla="*/ 9 w 6"/>
                  <a:gd name="T7" fmla="*/ 0 h 5"/>
                  <a:gd name="T8" fmla="*/ 5 w 6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6" y="3"/>
                      <a:pt x="5" y="2"/>
                      <a:pt x="4" y="0"/>
                    </a:cubicBezTo>
                    <a:cubicBezTo>
                      <a:pt x="3" y="0"/>
                      <a:pt x="2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76" name="Freeform 2869">
                <a:extLst>
                  <a:ext uri="{FF2B5EF4-FFF2-40B4-BE49-F238E27FC236}">
                    <a16:creationId xmlns:a16="http://schemas.microsoft.com/office/drawing/2014/main" id="{D36382BE-F143-4835-A6DA-F0D97E319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3245"/>
                <a:ext cx="19" cy="20"/>
              </a:xfrm>
              <a:custGeom>
                <a:avLst/>
                <a:gdLst>
                  <a:gd name="T0" fmla="*/ 10 w 15"/>
                  <a:gd name="T1" fmla="*/ 12 h 15"/>
                  <a:gd name="T2" fmla="*/ 13 w 15"/>
                  <a:gd name="T3" fmla="*/ 28 h 15"/>
                  <a:gd name="T4" fmla="*/ 30 w 15"/>
                  <a:gd name="T5" fmla="*/ 27 h 15"/>
                  <a:gd name="T6" fmla="*/ 25 w 15"/>
                  <a:gd name="T7" fmla="*/ 36 h 15"/>
                  <a:gd name="T8" fmla="*/ 23 w 15"/>
                  <a:gd name="T9" fmla="*/ 15 h 15"/>
                  <a:gd name="T10" fmla="*/ 10 w 15"/>
                  <a:gd name="T11" fmla="*/ 1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5" y="5"/>
                    </a:moveTo>
                    <a:cubicBezTo>
                      <a:pt x="0" y="6"/>
                      <a:pt x="3" y="11"/>
                      <a:pt x="6" y="12"/>
                    </a:cubicBezTo>
                    <a:cubicBezTo>
                      <a:pt x="9" y="13"/>
                      <a:pt x="12" y="11"/>
                      <a:pt x="15" y="11"/>
                    </a:cubicBezTo>
                    <a:cubicBezTo>
                      <a:pt x="14" y="13"/>
                      <a:pt x="14" y="13"/>
                      <a:pt x="13" y="15"/>
                    </a:cubicBezTo>
                    <a:cubicBezTo>
                      <a:pt x="12" y="12"/>
                      <a:pt x="12" y="8"/>
                      <a:pt x="11" y="6"/>
                    </a:cubicBezTo>
                    <a:cubicBezTo>
                      <a:pt x="8" y="2"/>
                      <a:pt x="3" y="0"/>
                      <a:pt x="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77" name="Freeform 2870">
                <a:extLst>
                  <a:ext uri="{FF2B5EF4-FFF2-40B4-BE49-F238E27FC236}">
                    <a16:creationId xmlns:a16="http://schemas.microsoft.com/office/drawing/2014/main" id="{F078D92A-25CB-4DFE-8F64-A9A731BF8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359"/>
                <a:ext cx="15" cy="13"/>
              </a:xfrm>
              <a:custGeom>
                <a:avLst/>
                <a:gdLst>
                  <a:gd name="T0" fmla="*/ 14 w 12"/>
                  <a:gd name="T1" fmla="*/ 5 h 10"/>
                  <a:gd name="T2" fmla="*/ 8 w 12"/>
                  <a:gd name="T3" fmla="*/ 17 h 10"/>
                  <a:gd name="T4" fmla="*/ 16 w 12"/>
                  <a:gd name="T5" fmla="*/ 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7" y="2"/>
                    </a:moveTo>
                    <a:cubicBezTo>
                      <a:pt x="2" y="0"/>
                      <a:pt x="0" y="6"/>
                      <a:pt x="4" y="8"/>
                    </a:cubicBezTo>
                    <a:cubicBezTo>
                      <a:pt x="8" y="10"/>
                      <a:pt x="12" y="5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78" name="Freeform 2871">
                <a:extLst>
                  <a:ext uri="{FF2B5EF4-FFF2-40B4-BE49-F238E27FC236}">
                    <a16:creationId xmlns:a16="http://schemas.microsoft.com/office/drawing/2014/main" id="{0DBB9771-5D35-4661-A84A-967DB9783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3425"/>
                <a:ext cx="10" cy="14"/>
              </a:xfrm>
              <a:custGeom>
                <a:avLst/>
                <a:gdLst>
                  <a:gd name="T0" fmla="*/ 5 w 8"/>
                  <a:gd name="T1" fmla="*/ 0 h 10"/>
                  <a:gd name="T2" fmla="*/ 0 w 8"/>
                  <a:gd name="T3" fmla="*/ 20 h 10"/>
                  <a:gd name="T4" fmla="*/ 14 w 8"/>
                  <a:gd name="T5" fmla="*/ 1 h 10"/>
                  <a:gd name="T6" fmla="*/ 8 w 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cubicBezTo>
                      <a:pt x="1" y="2"/>
                      <a:pt x="0" y="5"/>
                      <a:pt x="0" y="7"/>
                    </a:cubicBezTo>
                    <a:cubicBezTo>
                      <a:pt x="4" y="10"/>
                      <a:pt x="8" y="5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79" name="Freeform 2872">
                <a:extLst>
                  <a:ext uri="{FF2B5EF4-FFF2-40B4-BE49-F238E27FC236}">
                    <a16:creationId xmlns:a16="http://schemas.microsoft.com/office/drawing/2014/main" id="{782B2253-31BF-475A-86E7-8F6B5115D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3600"/>
                <a:ext cx="14" cy="13"/>
              </a:xfrm>
              <a:custGeom>
                <a:avLst/>
                <a:gdLst>
                  <a:gd name="T0" fmla="*/ 13 w 11"/>
                  <a:gd name="T1" fmla="*/ 0 h 10"/>
                  <a:gd name="T2" fmla="*/ 8 w 11"/>
                  <a:gd name="T3" fmla="*/ 17 h 10"/>
                  <a:gd name="T4" fmla="*/ 17 w 11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cubicBezTo>
                      <a:pt x="2" y="0"/>
                      <a:pt x="0" y="6"/>
                      <a:pt x="4" y="8"/>
                    </a:cubicBezTo>
                    <a:cubicBezTo>
                      <a:pt x="9" y="10"/>
                      <a:pt x="11" y="4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80" name="Freeform 2873">
                <a:extLst>
                  <a:ext uri="{FF2B5EF4-FFF2-40B4-BE49-F238E27FC236}">
                    <a16:creationId xmlns:a16="http://schemas.microsoft.com/office/drawing/2014/main" id="{43D25B5F-77A0-4670-BD61-066FE54AB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3572"/>
                <a:ext cx="34" cy="13"/>
              </a:xfrm>
              <a:custGeom>
                <a:avLst/>
                <a:gdLst>
                  <a:gd name="T0" fmla="*/ 25 w 27"/>
                  <a:gd name="T1" fmla="*/ 0 h 10"/>
                  <a:gd name="T2" fmla="*/ 33 w 2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13" y="0"/>
                    </a:moveTo>
                    <a:cubicBezTo>
                      <a:pt x="0" y="7"/>
                      <a:pt x="27" y="10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81" name="Freeform 2874">
                <a:extLst>
                  <a:ext uri="{FF2B5EF4-FFF2-40B4-BE49-F238E27FC236}">
                    <a16:creationId xmlns:a16="http://schemas.microsoft.com/office/drawing/2014/main" id="{23435486-9EF7-4412-9E23-8CF1BDE99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3555"/>
                <a:ext cx="15" cy="13"/>
              </a:xfrm>
              <a:custGeom>
                <a:avLst/>
                <a:gdLst>
                  <a:gd name="T0" fmla="*/ 6 w 12"/>
                  <a:gd name="T1" fmla="*/ 7 h 10"/>
                  <a:gd name="T2" fmla="*/ 1 w 12"/>
                  <a:gd name="T3" fmla="*/ 16 h 10"/>
                  <a:gd name="T4" fmla="*/ 8 w 12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3" y="3"/>
                    </a:moveTo>
                    <a:cubicBezTo>
                      <a:pt x="1" y="4"/>
                      <a:pt x="0" y="5"/>
                      <a:pt x="1" y="7"/>
                    </a:cubicBezTo>
                    <a:cubicBezTo>
                      <a:pt x="8" y="10"/>
                      <a:pt x="12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82" name="Freeform 2875">
                <a:extLst>
                  <a:ext uri="{FF2B5EF4-FFF2-40B4-BE49-F238E27FC236}">
                    <a16:creationId xmlns:a16="http://schemas.microsoft.com/office/drawing/2014/main" id="{2B87502D-FB54-4153-A3AC-7B1EDF780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461"/>
                <a:ext cx="15" cy="11"/>
              </a:xfrm>
              <a:custGeom>
                <a:avLst/>
                <a:gdLst>
                  <a:gd name="T0" fmla="*/ 13 w 12"/>
                  <a:gd name="T1" fmla="*/ 0 h 8"/>
                  <a:gd name="T2" fmla="*/ 6 w 12"/>
                  <a:gd name="T3" fmla="*/ 0 h 8"/>
                  <a:gd name="T4" fmla="*/ 14 w 12"/>
                  <a:gd name="T5" fmla="*/ 0 h 8"/>
                  <a:gd name="T6" fmla="*/ 10 w 12"/>
                  <a:gd name="T7" fmla="*/ 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0" y="8"/>
                      <a:pt x="12" y="7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83" name="Freeform 2876">
                <a:extLst>
                  <a:ext uri="{FF2B5EF4-FFF2-40B4-BE49-F238E27FC236}">
                    <a16:creationId xmlns:a16="http://schemas.microsoft.com/office/drawing/2014/main" id="{4C55E63C-6735-43A0-AD94-CFBE3458F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3468"/>
                <a:ext cx="6" cy="7"/>
              </a:xfrm>
              <a:custGeom>
                <a:avLst/>
                <a:gdLst>
                  <a:gd name="T0" fmla="*/ 2 w 5"/>
                  <a:gd name="T1" fmla="*/ 0 h 5"/>
                  <a:gd name="T2" fmla="*/ 6 w 5"/>
                  <a:gd name="T3" fmla="*/ 14 h 5"/>
                  <a:gd name="T4" fmla="*/ 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5" y="1"/>
                      <a:pt x="5" y="3"/>
                      <a:pt x="3" y="5"/>
                    </a:cubicBezTo>
                    <a:cubicBezTo>
                      <a:pt x="0" y="5"/>
                      <a:pt x="0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84" name="Freeform 2877">
                <a:extLst>
                  <a:ext uri="{FF2B5EF4-FFF2-40B4-BE49-F238E27FC236}">
                    <a16:creationId xmlns:a16="http://schemas.microsoft.com/office/drawing/2014/main" id="{A88DB5A8-DB1A-41E4-8480-F9E1B7F93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3480"/>
                <a:ext cx="18" cy="13"/>
              </a:xfrm>
              <a:custGeom>
                <a:avLst/>
                <a:gdLst>
                  <a:gd name="T0" fmla="*/ 17 w 14"/>
                  <a:gd name="T1" fmla="*/ 0 h 10"/>
                  <a:gd name="T2" fmla="*/ 10 w 14"/>
                  <a:gd name="T3" fmla="*/ 17 h 10"/>
                  <a:gd name="T4" fmla="*/ 23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8" y="0"/>
                    </a:moveTo>
                    <a:cubicBezTo>
                      <a:pt x="4" y="0"/>
                      <a:pt x="0" y="6"/>
                      <a:pt x="5" y="8"/>
                    </a:cubicBezTo>
                    <a:cubicBezTo>
                      <a:pt x="10" y="10"/>
                      <a:pt x="14" y="4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85" name="Freeform 2878">
                <a:extLst>
                  <a:ext uri="{FF2B5EF4-FFF2-40B4-BE49-F238E27FC236}">
                    <a16:creationId xmlns:a16="http://schemas.microsoft.com/office/drawing/2014/main" id="{7847B63A-912D-4FF2-BCB9-C09C5A807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461"/>
                <a:ext cx="14" cy="12"/>
              </a:xfrm>
              <a:custGeom>
                <a:avLst/>
                <a:gdLst>
                  <a:gd name="T0" fmla="*/ 10 w 11"/>
                  <a:gd name="T1" fmla="*/ 7 h 9"/>
                  <a:gd name="T2" fmla="*/ 0 w 11"/>
                  <a:gd name="T3" fmla="*/ 15 h 9"/>
                  <a:gd name="T4" fmla="*/ 17 w 11"/>
                  <a:gd name="T5" fmla="*/ 16 h 9"/>
                  <a:gd name="T6" fmla="*/ 6 w 11"/>
                  <a:gd name="T7" fmla="*/ 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5" y="3"/>
                    </a:moveTo>
                    <a:cubicBezTo>
                      <a:pt x="3" y="3"/>
                      <a:pt x="1" y="5"/>
                      <a:pt x="0" y="6"/>
                    </a:cubicBezTo>
                    <a:cubicBezTo>
                      <a:pt x="1" y="9"/>
                      <a:pt x="5" y="9"/>
                      <a:pt x="8" y="7"/>
                    </a:cubicBezTo>
                    <a:cubicBezTo>
                      <a:pt x="11" y="3"/>
                      <a:pt x="6" y="0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86" name="Freeform 2879">
                <a:extLst>
                  <a:ext uri="{FF2B5EF4-FFF2-40B4-BE49-F238E27FC236}">
                    <a16:creationId xmlns:a16="http://schemas.microsoft.com/office/drawing/2014/main" id="{FF9D27CA-63B3-47E0-A516-E50C2B83C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3559"/>
                <a:ext cx="13" cy="17"/>
              </a:xfrm>
              <a:custGeom>
                <a:avLst/>
                <a:gdLst>
                  <a:gd name="T0" fmla="*/ 9 w 10"/>
                  <a:gd name="T1" fmla="*/ 0 h 13"/>
                  <a:gd name="T2" fmla="*/ 0 w 10"/>
                  <a:gd name="T3" fmla="*/ 17 h 13"/>
                  <a:gd name="T4" fmla="*/ 13 w 10"/>
                  <a:gd name="T5" fmla="*/ 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4" y="0"/>
                    </a:moveTo>
                    <a:cubicBezTo>
                      <a:pt x="2" y="3"/>
                      <a:pt x="1" y="5"/>
                      <a:pt x="0" y="8"/>
                    </a:cubicBezTo>
                    <a:cubicBezTo>
                      <a:pt x="3" y="13"/>
                      <a:pt x="10" y="6"/>
                      <a:pt x="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87" name="Freeform 2880">
                <a:extLst>
                  <a:ext uri="{FF2B5EF4-FFF2-40B4-BE49-F238E27FC236}">
                    <a16:creationId xmlns:a16="http://schemas.microsoft.com/office/drawing/2014/main" id="{EB95856A-DFB2-4B14-B2D7-084766D57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3547"/>
                <a:ext cx="23" cy="12"/>
              </a:xfrm>
              <a:custGeom>
                <a:avLst/>
                <a:gdLst>
                  <a:gd name="T0" fmla="*/ 15 w 19"/>
                  <a:gd name="T1" fmla="*/ 0 h 9"/>
                  <a:gd name="T2" fmla="*/ 22 w 19"/>
                  <a:gd name="T3" fmla="*/ 0 h 9"/>
                  <a:gd name="T4" fmla="*/ 16 w 19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8" y="0"/>
                    </a:moveTo>
                    <a:cubicBezTo>
                      <a:pt x="0" y="9"/>
                      <a:pt x="19" y="8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88" name="Freeform 2881">
                <a:extLst>
                  <a:ext uri="{FF2B5EF4-FFF2-40B4-BE49-F238E27FC236}">
                    <a16:creationId xmlns:a16="http://schemas.microsoft.com/office/drawing/2014/main" id="{FA3972A1-57F8-46E9-BA3E-0D2A50D46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584"/>
                <a:ext cx="5" cy="5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8 h 4"/>
                  <a:gd name="T4" fmla="*/ 8 w 4"/>
                  <a:gd name="T5" fmla="*/ 1 h 4"/>
                  <a:gd name="T6" fmla="*/ 5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2" y="3"/>
                      <a:pt x="2" y="3"/>
                      <a:pt x="4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89" name="Freeform 2882">
                <a:extLst>
                  <a:ext uri="{FF2B5EF4-FFF2-40B4-BE49-F238E27FC236}">
                    <a16:creationId xmlns:a16="http://schemas.microsoft.com/office/drawing/2014/main" id="{61850BAC-66E6-41AA-A473-A6ED2CFC5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3655"/>
                <a:ext cx="13" cy="12"/>
              </a:xfrm>
              <a:custGeom>
                <a:avLst/>
                <a:gdLst>
                  <a:gd name="T0" fmla="*/ 12 w 10"/>
                  <a:gd name="T1" fmla="*/ 0 h 9"/>
                  <a:gd name="T2" fmla="*/ 22 w 10"/>
                  <a:gd name="T3" fmla="*/ 5 h 9"/>
                  <a:gd name="T4" fmla="*/ 17 w 10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0" y="6"/>
                      <a:pt x="9" y="9"/>
                      <a:pt x="10" y="2"/>
                    </a:cubicBezTo>
                    <a:cubicBezTo>
                      <a:pt x="10" y="1"/>
                      <a:pt x="9" y="1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90" name="Freeform 2883">
                <a:extLst>
                  <a:ext uri="{FF2B5EF4-FFF2-40B4-BE49-F238E27FC236}">
                    <a16:creationId xmlns:a16="http://schemas.microsoft.com/office/drawing/2014/main" id="{E4B4C0C5-9480-4DB2-99D3-91C1E55B5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3665"/>
                <a:ext cx="8" cy="7"/>
              </a:xfrm>
              <a:custGeom>
                <a:avLst/>
                <a:gdLst>
                  <a:gd name="T0" fmla="*/ 9 w 6"/>
                  <a:gd name="T1" fmla="*/ 0 h 5"/>
                  <a:gd name="T2" fmla="*/ 0 w 6"/>
                  <a:gd name="T3" fmla="*/ 11 h 5"/>
                  <a:gd name="T4" fmla="*/ 15 w 6"/>
                  <a:gd name="T5" fmla="*/ 1 h 5"/>
                  <a:gd name="T6" fmla="*/ 7 w 6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2" y="1"/>
                      <a:pt x="0" y="1"/>
                      <a:pt x="0" y="4"/>
                    </a:cubicBezTo>
                    <a:cubicBezTo>
                      <a:pt x="3" y="5"/>
                      <a:pt x="6" y="4"/>
                      <a:pt x="6" y="1"/>
                    </a:cubicBezTo>
                    <a:cubicBezTo>
                      <a:pt x="4" y="0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91" name="Freeform 2884">
                <a:extLst>
                  <a:ext uri="{FF2B5EF4-FFF2-40B4-BE49-F238E27FC236}">
                    <a16:creationId xmlns:a16="http://schemas.microsoft.com/office/drawing/2014/main" id="{E12BFFBF-9109-4B29-8C8C-42FBD9BF6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676"/>
                <a:ext cx="17" cy="19"/>
              </a:xfrm>
              <a:custGeom>
                <a:avLst/>
                <a:gdLst>
                  <a:gd name="T0" fmla="*/ 2 w 14"/>
                  <a:gd name="T1" fmla="*/ 19 h 14"/>
                  <a:gd name="T2" fmla="*/ 0 w 14"/>
                  <a:gd name="T3" fmla="*/ 27 h 14"/>
                  <a:gd name="T4" fmla="*/ 1 w 14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2" y="7"/>
                    </a:moveTo>
                    <a:cubicBezTo>
                      <a:pt x="1" y="8"/>
                      <a:pt x="1" y="10"/>
                      <a:pt x="0" y="11"/>
                    </a:cubicBezTo>
                    <a:cubicBezTo>
                      <a:pt x="14" y="14"/>
                      <a:pt x="3" y="0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92" name="Freeform 2885">
                <a:extLst>
                  <a:ext uri="{FF2B5EF4-FFF2-40B4-BE49-F238E27FC236}">
                    <a16:creationId xmlns:a16="http://schemas.microsoft.com/office/drawing/2014/main" id="{4DC6D94F-2387-4CDA-BC88-72C4174CA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641"/>
                <a:ext cx="7" cy="8"/>
              </a:xfrm>
              <a:custGeom>
                <a:avLst/>
                <a:gdLst>
                  <a:gd name="T0" fmla="*/ 6 w 6"/>
                  <a:gd name="T1" fmla="*/ 1 h 6"/>
                  <a:gd name="T2" fmla="*/ 0 w 6"/>
                  <a:gd name="T3" fmla="*/ 9 h 6"/>
                  <a:gd name="T4" fmla="*/ 1 w 6"/>
                  <a:gd name="T5" fmla="*/ 15 h 6"/>
                  <a:gd name="T6" fmla="*/ 9 w 6"/>
                  <a:gd name="T7" fmla="*/ 1 h 6"/>
                  <a:gd name="T8" fmla="*/ 6 w 6"/>
                  <a:gd name="T9" fmla="*/ 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4" y="6"/>
                      <a:pt x="6" y="4"/>
                      <a:pt x="6" y="1"/>
                    </a:cubicBezTo>
                    <a:cubicBezTo>
                      <a:pt x="5" y="0"/>
                      <a:pt x="4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93" name="Freeform 2886">
                <a:extLst>
                  <a:ext uri="{FF2B5EF4-FFF2-40B4-BE49-F238E27FC236}">
                    <a16:creationId xmlns:a16="http://schemas.microsoft.com/office/drawing/2014/main" id="{EEA5807F-E669-46BC-ADFF-0AE74F13F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644"/>
                <a:ext cx="30" cy="13"/>
              </a:xfrm>
              <a:custGeom>
                <a:avLst/>
                <a:gdLst>
                  <a:gd name="T0" fmla="*/ 23 w 24"/>
                  <a:gd name="T1" fmla="*/ 1 h 10"/>
                  <a:gd name="T2" fmla="*/ 25 w 2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11" y="1"/>
                    </a:moveTo>
                    <a:cubicBezTo>
                      <a:pt x="0" y="10"/>
                      <a:pt x="24" y="7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94" name="Freeform 2887">
                <a:extLst>
                  <a:ext uri="{FF2B5EF4-FFF2-40B4-BE49-F238E27FC236}">
                    <a16:creationId xmlns:a16="http://schemas.microsoft.com/office/drawing/2014/main" id="{96F4175D-1099-4FFC-8141-53DBEE8F8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684"/>
                <a:ext cx="32" cy="11"/>
              </a:xfrm>
              <a:custGeom>
                <a:avLst/>
                <a:gdLst>
                  <a:gd name="T0" fmla="*/ 28 w 25"/>
                  <a:gd name="T1" fmla="*/ 0 h 8"/>
                  <a:gd name="T2" fmla="*/ 31 w 25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13" y="0"/>
                    </a:moveTo>
                    <a:cubicBezTo>
                      <a:pt x="0" y="5"/>
                      <a:pt x="25" y="8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95" name="Freeform 2888">
                <a:extLst>
                  <a:ext uri="{FF2B5EF4-FFF2-40B4-BE49-F238E27FC236}">
                    <a16:creationId xmlns:a16="http://schemas.microsoft.com/office/drawing/2014/main" id="{F7C1754E-9564-4213-AEE7-602C662D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711"/>
                <a:ext cx="9" cy="8"/>
              </a:xfrm>
              <a:custGeom>
                <a:avLst/>
                <a:gdLst>
                  <a:gd name="T0" fmla="*/ 1 w 7"/>
                  <a:gd name="T1" fmla="*/ 1 h 6"/>
                  <a:gd name="T2" fmla="*/ 0 w 7"/>
                  <a:gd name="T3" fmla="*/ 12 h 6"/>
                  <a:gd name="T4" fmla="*/ 15 w 7"/>
                  <a:gd name="T5" fmla="*/ 0 h 6"/>
                  <a:gd name="T6" fmla="*/ 6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3" y="6"/>
                      <a:pt x="7" y="4"/>
                      <a:pt x="7" y="0"/>
                    </a:cubicBezTo>
                    <a:cubicBezTo>
                      <a:pt x="6" y="0"/>
                      <a:pt x="5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96" name="Freeform 2889">
                <a:extLst>
                  <a:ext uri="{FF2B5EF4-FFF2-40B4-BE49-F238E27FC236}">
                    <a16:creationId xmlns:a16="http://schemas.microsoft.com/office/drawing/2014/main" id="{2ADBE33A-35CD-4CAB-9DE9-21825FC9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3201"/>
                <a:ext cx="13" cy="10"/>
              </a:xfrm>
              <a:custGeom>
                <a:avLst/>
                <a:gdLst>
                  <a:gd name="T0" fmla="*/ 9 w 11"/>
                  <a:gd name="T1" fmla="*/ 0 h 7"/>
                  <a:gd name="T2" fmla="*/ 8 w 11"/>
                  <a:gd name="T3" fmla="*/ 19 h 7"/>
                  <a:gd name="T4" fmla="*/ 13 w 11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3" y="1"/>
                      <a:pt x="0" y="5"/>
                      <a:pt x="5" y="6"/>
                    </a:cubicBezTo>
                    <a:cubicBezTo>
                      <a:pt x="9" y="7"/>
                      <a:pt x="11" y="3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97" name="Freeform 2890">
                <a:extLst>
                  <a:ext uri="{FF2B5EF4-FFF2-40B4-BE49-F238E27FC236}">
                    <a16:creationId xmlns:a16="http://schemas.microsoft.com/office/drawing/2014/main" id="{9E015812-90F9-4D3E-AD3B-790E6165D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3209"/>
                <a:ext cx="6" cy="4"/>
              </a:xfrm>
              <a:custGeom>
                <a:avLst/>
                <a:gdLst>
                  <a:gd name="T0" fmla="*/ 2 w 5"/>
                  <a:gd name="T1" fmla="*/ 0 h 3"/>
                  <a:gd name="T2" fmla="*/ 1 w 5"/>
                  <a:gd name="T3" fmla="*/ 7 h 3"/>
                  <a:gd name="T4" fmla="*/ 1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5" y="2"/>
                      <a:pt x="4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98" name="Freeform 2891">
                <a:extLst>
                  <a:ext uri="{FF2B5EF4-FFF2-40B4-BE49-F238E27FC236}">
                    <a16:creationId xmlns:a16="http://schemas.microsoft.com/office/drawing/2014/main" id="{D4112A1D-BE92-462A-90CA-05E1B94DF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181"/>
                <a:ext cx="19" cy="14"/>
              </a:xfrm>
              <a:custGeom>
                <a:avLst/>
                <a:gdLst>
                  <a:gd name="T0" fmla="*/ 14 w 15"/>
                  <a:gd name="T1" fmla="*/ 0 h 10"/>
                  <a:gd name="T2" fmla="*/ 13 w 15"/>
                  <a:gd name="T3" fmla="*/ 25 h 10"/>
                  <a:gd name="T4" fmla="*/ 18 w 15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7" y="0"/>
                    </a:moveTo>
                    <a:cubicBezTo>
                      <a:pt x="2" y="0"/>
                      <a:pt x="0" y="8"/>
                      <a:pt x="6" y="9"/>
                    </a:cubicBezTo>
                    <a:cubicBezTo>
                      <a:pt x="12" y="10"/>
                      <a:pt x="15" y="2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99" name="Freeform 2892">
                <a:extLst>
                  <a:ext uri="{FF2B5EF4-FFF2-40B4-BE49-F238E27FC236}">
                    <a16:creationId xmlns:a16="http://schemas.microsoft.com/office/drawing/2014/main" id="{3C79D7B1-DD34-4259-B6AB-8785F5564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3193"/>
                <a:ext cx="11" cy="15"/>
              </a:xfrm>
              <a:custGeom>
                <a:avLst/>
                <a:gdLst>
                  <a:gd name="T0" fmla="*/ 7 w 9"/>
                  <a:gd name="T1" fmla="*/ 0 h 11"/>
                  <a:gd name="T2" fmla="*/ 0 w 9"/>
                  <a:gd name="T3" fmla="*/ 22 h 11"/>
                  <a:gd name="T4" fmla="*/ 11 w 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2" y="2"/>
                      <a:pt x="0" y="5"/>
                      <a:pt x="0" y="9"/>
                    </a:cubicBezTo>
                    <a:cubicBezTo>
                      <a:pt x="5" y="11"/>
                      <a:pt x="9" y="5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00" name="Freeform 2893">
                <a:extLst>
                  <a:ext uri="{FF2B5EF4-FFF2-40B4-BE49-F238E27FC236}">
                    <a16:creationId xmlns:a16="http://schemas.microsoft.com/office/drawing/2014/main" id="{2E919D82-190D-4A4C-B3F5-1CA7EA506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3171"/>
                <a:ext cx="12" cy="12"/>
              </a:xfrm>
              <a:custGeom>
                <a:avLst/>
                <a:gdLst>
                  <a:gd name="T0" fmla="*/ 7 w 10"/>
                  <a:gd name="T1" fmla="*/ 0 h 9"/>
                  <a:gd name="T2" fmla="*/ 8 w 10"/>
                  <a:gd name="T3" fmla="*/ 21 h 9"/>
                  <a:gd name="T4" fmla="*/ 10 w 10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4" y="0"/>
                    </a:moveTo>
                    <a:cubicBezTo>
                      <a:pt x="2" y="2"/>
                      <a:pt x="0" y="9"/>
                      <a:pt x="5" y="9"/>
                    </a:cubicBezTo>
                    <a:cubicBezTo>
                      <a:pt x="10" y="9"/>
                      <a:pt x="10" y="3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01" name="Freeform 2894">
                <a:extLst>
                  <a:ext uri="{FF2B5EF4-FFF2-40B4-BE49-F238E27FC236}">
                    <a16:creationId xmlns:a16="http://schemas.microsoft.com/office/drawing/2014/main" id="{13F8A7B2-EE68-4E30-92B7-4EEA4D419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293"/>
                <a:ext cx="7" cy="10"/>
              </a:xfrm>
              <a:custGeom>
                <a:avLst/>
                <a:gdLst>
                  <a:gd name="T0" fmla="*/ 1 w 6"/>
                  <a:gd name="T1" fmla="*/ 1 h 7"/>
                  <a:gd name="T2" fmla="*/ 2 w 6"/>
                  <a:gd name="T3" fmla="*/ 20 h 7"/>
                  <a:gd name="T4" fmla="*/ 8 w 6"/>
                  <a:gd name="T5" fmla="*/ 1 h 7"/>
                  <a:gd name="T6" fmla="*/ 6 w 6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0" y="4"/>
                      <a:pt x="0" y="6"/>
                      <a:pt x="2" y="7"/>
                    </a:cubicBezTo>
                    <a:cubicBezTo>
                      <a:pt x="5" y="7"/>
                      <a:pt x="6" y="4"/>
                      <a:pt x="5" y="1"/>
                    </a:cubicBezTo>
                    <a:cubicBezTo>
                      <a:pt x="5" y="1"/>
                      <a:pt x="4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02" name="Freeform 2895">
                <a:extLst>
                  <a:ext uri="{FF2B5EF4-FFF2-40B4-BE49-F238E27FC236}">
                    <a16:creationId xmlns:a16="http://schemas.microsoft.com/office/drawing/2014/main" id="{DB5F611D-81EB-4BA2-8383-6A4A07145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957"/>
                <a:ext cx="14" cy="16"/>
              </a:xfrm>
              <a:custGeom>
                <a:avLst/>
                <a:gdLst>
                  <a:gd name="T0" fmla="*/ 6 w 11"/>
                  <a:gd name="T1" fmla="*/ 7 h 12"/>
                  <a:gd name="T2" fmla="*/ 14 w 11"/>
                  <a:gd name="T3" fmla="*/ 21 h 12"/>
                  <a:gd name="T4" fmla="*/ 6 w 11"/>
                  <a:gd name="T5" fmla="*/ 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3"/>
                    </a:moveTo>
                    <a:cubicBezTo>
                      <a:pt x="0" y="6"/>
                      <a:pt x="3" y="12"/>
                      <a:pt x="7" y="9"/>
                    </a:cubicBezTo>
                    <a:cubicBezTo>
                      <a:pt x="11" y="5"/>
                      <a:pt x="7" y="0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03" name="Freeform 2896">
                <a:extLst>
                  <a:ext uri="{FF2B5EF4-FFF2-40B4-BE49-F238E27FC236}">
                    <a16:creationId xmlns:a16="http://schemas.microsoft.com/office/drawing/2014/main" id="{E1A786BB-018F-450B-8F6A-75A9A8E04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965"/>
                <a:ext cx="16" cy="14"/>
              </a:xfrm>
              <a:custGeom>
                <a:avLst/>
                <a:gdLst>
                  <a:gd name="T0" fmla="*/ 9 w 13"/>
                  <a:gd name="T1" fmla="*/ 0 h 10"/>
                  <a:gd name="T2" fmla="*/ 17 w 13"/>
                  <a:gd name="T3" fmla="*/ 20 h 10"/>
                  <a:gd name="T4" fmla="*/ 14 w 1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5" y="0"/>
                    </a:moveTo>
                    <a:cubicBezTo>
                      <a:pt x="0" y="4"/>
                      <a:pt x="4" y="10"/>
                      <a:pt x="9" y="7"/>
                    </a:cubicBezTo>
                    <a:cubicBezTo>
                      <a:pt x="13" y="5"/>
                      <a:pt x="11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04" name="Freeform 2897">
                <a:extLst>
                  <a:ext uri="{FF2B5EF4-FFF2-40B4-BE49-F238E27FC236}">
                    <a16:creationId xmlns:a16="http://schemas.microsoft.com/office/drawing/2014/main" id="{E5EC470E-7A39-4351-8918-0024CEC45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972"/>
                <a:ext cx="10" cy="8"/>
              </a:xfrm>
              <a:custGeom>
                <a:avLst/>
                <a:gdLst>
                  <a:gd name="T0" fmla="*/ 1 w 8"/>
                  <a:gd name="T1" fmla="*/ 0 h 6"/>
                  <a:gd name="T2" fmla="*/ 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0" y="6"/>
                      <a:pt x="8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05" name="Freeform 2898">
                <a:extLst>
                  <a:ext uri="{FF2B5EF4-FFF2-40B4-BE49-F238E27FC236}">
                    <a16:creationId xmlns:a16="http://schemas.microsoft.com/office/drawing/2014/main" id="{DF0AE7DA-D886-4447-A5D7-33756042B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975"/>
                <a:ext cx="8" cy="8"/>
              </a:xfrm>
              <a:custGeom>
                <a:avLst/>
                <a:gdLst>
                  <a:gd name="T0" fmla="*/ 5 w 6"/>
                  <a:gd name="T1" fmla="*/ 0 h 6"/>
                  <a:gd name="T2" fmla="*/ 0 w 6"/>
                  <a:gd name="T3" fmla="*/ 9 h 6"/>
                  <a:gd name="T4" fmla="*/ 12 w 6"/>
                  <a:gd name="T5" fmla="*/ 1 h 6"/>
                  <a:gd name="T6" fmla="*/ 7 w 6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2" y="6"/>
                      <a:pt x="6" y="4"/>
                      <a:pt x="5" y="1"/>
                    </a:cubicBezTo>
                    <a:cubicBezTo>
                      <a:pt x="5" y="1"/>
                      <a:pt x="4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06" name="Freeform 2899">
                <a:extLst>
                  <a:ext uri="{FF2B5EF4-FFF2-40B4-BE49-F238E27FC236}">
                    <a16:creationId xmlns:a16="http://schemas.microsoft.com/office/drawing/2014/main" id="{433D267D-C54D-402B-85FF-619109A8D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949"/>
                <a:ext cx="23" cy="15"/>
              </a:xfrm>
              <a:custGeom>
                <a:avLst/>
                <a:gdLst>
                  <a:gd name="T0" fmla="*/ 10 w 18"/>
                  <a:gd name="T1" fmla="*/ 1 h 11"/>
                  <a:gd name="T2" fmla="*/ 17 w 1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5" y="1"/>
                    </a:moveTo>
                    <a:cubicBezTo>
                      <a:pt x="0" y="11"/>
                      <a:pt x="18" y="4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07" name="Freeform 2900">
                <a:extLst>
                  <a:ext uri="{FF2B5EF4-FFF2-40B4-BE49-F238E27FC236}">
                    <a16:creationId xmlns:a16="http://schemas.microsoft.com/office/drawing/2014/main" id="{23D58250-C75E-4BB4-9B70-548C091B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3031"/>
                <a:ext cx="31" cy="13"/>
              </a:xfrm>
              <a:custGeom>
                <a:avLst/>
                <a:gdLst>
                  <a:gd name="T0" fmla="*/ 24 w 25"/>
                  <a:gd name="T1" fmla="*/ 0 h 10"/>
                  <a:gd name="T2" fmla="*/ 25 w 2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12" y="0"/>
                    </a:moveTo>
                    <a:cubicBezTo>
                      <a:pt x="0" y="10"/>
                      <a:pt x="25" y="7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08" name="Freeform 2901">
                <a:extLst>
                  <a:ext uri="{FF2B5EF4-FFF2-40B4-BE49-F238E27FC236}">
                    <a16:creationId xmlns:a16="http://schemas.microsoft.com/office/drawing/2014/main" id="{33F94141-9B8D-4A13-BB78-A4B619852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025"/>
                <a:ext cx="6" cy="8"/>
              </a:xfrm>
              <a:custGeom>
                <a:avLst/>
                <a:gdLst>
                  <a:gd name="T0" fmla="*/ 0 w 5"/>
                  <a:gd name="T1" fmla="*/ 9 h 6"/>
                  <a:gd name="T2" fmla="*/ 1 w 5"/>
                  <a:gd name="T3" fmla="*/ 15 h 6"/>
                  <a:gd name="T4" fmla="*/ 7 w 5"/>
                  <a:gd name="T5" fmla="*/ 1 h 6"/>
                  <a:gd name="T6" fmla="*/ 2 w 5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5"/>
                      <a:pt x="0" y="6"/>
                      <a:pt x="1" y="6"/>
                    </a:cubicBezTo>
                    <a:cubicBezTo>
                      <a:pt x="4" y="5"/>
                      <a:pt x="5" y="3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09" name="Freeform 2902">
                <a:extLst>
                  <a:ext uri="{FF2B5EF4-FFF2-40B4-BE49-F238E27FC236}">
                    <a16:creationId xmlns:a16="http://schemas.microsoft.com/office/drawing/2014/main" id="{C363284C-9B57-495F-A1D7-44EE6D7FE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3081"/>
                <a:ext cx="10" cy="11"/>
              </a:xfrm>
              <a:custGeom>
                <a:avLst/>
                <a:gdLst>
                  <a:gd name="T0" fmla="*/ 5 w 8"/>
                  <a:gd name="T1" fmla="*/ 0 h 8"/>
                  <a:gd name="T2" fmla="*/ 6 w 8"/>
                  <a:gd name="T3" fmla="*/ 21 h 8"/>
                  <a:gd name="T4" fmla="*/ 10 w 8"/>
                  <a:gd name="T5" fmla="*/ 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0" y="3"/>
                      <a:pt x="0" y="6"/>
                      <a:pt x="3" y="8"/>
                    </a:cubicBezTo>
                    <a:cubicBezTo>
                      <a:pt x="6" y="7"/>
                      <a:pt x="8" y="4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10" name="Freeform 2903">
                <a:extLst>
                  <a:ext uri="{FF2B5EF4-FFF2-40B4-BE49-F238E27FC236}">
                    <a16:creationId xmlns:a16="http://schemas.microsoft.com/office/drawing/2014/main" id="{66DFE0B7-D17A-44FB-A731-FA1F10B3E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069"/>
                <a:ext cx="34" cy="20"/>
              </a:xfrm>
              <a:custGeom>
                <a:avLst/>
                <a:gdLst>
                  <a:gd name="T0" fmla="*/ 20 w 27"/>
                  <a:gd name="T1" fmla="*/ 1 h 15"/>
                  <a:gd name="T2" fmla="*/ 29 w 2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5">
                    <a:moveTo>
                      <a:pt x="10" y="1"/>
                    </a:moveTo>
                    <a:cubicBezTo>
                      <a:pt x="0" y="15"/>
                      <a:pt x="27" y="3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11" name="Freeform 2904">
                <a:extLst>
                  <a:ext uri="{FF2B5EF4-FFF2-40B4-BE49-F238E27FC236}">
                    <a16:creationId xmlns:a16="http://schemas.microsoft.com/office/drawing/2014/main" id="{39538A25-23DB-46A4-87CB-129129A2F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055"/>
                <a:ext cx="10" cy="9"/>
              </a:xfrm>
              <a:custGeom>
                <a:avLst/>
                <a:gdLst>
                  <a:gd name="T0" fmla="*/ 8 w 8"/>
                  <a:gd name="T1" fmla="*/ 1 h 7"/>
                  <a:gd name="T2" fmla="*/ 16 w 8"/>
                  <a:gd name="T3" fmla="*/ 6 h 7"/>
                  <a:gd name="T4" fmla="*/ 8 w 8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4" y="1"/>
                    </a:moveTo>
                    <a:cubicBezTo>
                      <a:pt x="0" y="5"/>
                      <a:pt x="5" y="7"/>
                      <a:pt x="8" y="3"/>
                    </a:cubicBezTo>
                    <a:cubicBezTo>
                      <a:pt x="7" y="0"/>
                      <a:pt x="6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12" name="Freeform 2905">
                <a:extLst>
                  <a:ext uri="{FF2B5EF4-FFF2-40B4-BE49-F238E27FC236}">
                    <a16:creationId xmlns:a16="http://schemas.microsoft.com/office/drawing/2014/main" id="{BC37A085-76F8-4EA8-BA67-B05609E31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3159"/>
                <a:ext cx="15" cy="10"/>
              </a:xfrm>
              <a:custGeom>
                <a:avLst/>
                <a:gdLst>
                  <a:gd name="T0" fmla="*/ 13 w 12"/>
                  <a:gd name="T1" fmla="*/ 0 h 8"/>
                  <a:gd name="T2" fmla="*/ 18 w 12"/>
                  <a:gd name="T3" fmla="*/ 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0" y="6"/>
                      <a:pt x="12" y="8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13" name="Freeform 2906">
                <a:extLst>
                  <a:ext uri="{FF2B5EF4-FFF2-40B4-BE49-F238E27FC236}">
                    <a16:creationId xmlns:a16="http://schemas.microsoft.com/office/drawing/2014/main" id="{007F4276-E702-4E15-A2F3-17760496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3153"/>
                <a:ext cx="5" cy="4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7 h 3"/>
                  <a:gd name="T4" fmla="*/ 8 w 4"/>
                  <a:gd name="T5" fmla="*/ 0 h 3"/>
                  <a:gd name="T6" fmla="*/ 1 w 4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14" name="Freeform 2907">
                <a:extLst>
                  <a:ext uri="{FF2B5EF4-FFF2-40B4-BE49-F238E27FC236}">
                    <a16:creationId xmlns:a16="http://schemas.microsoft.com/office/drawing/2014/main" id="{F8C362C3-12F5-4E44-A2EA-BF79577D2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047"/>
                <a:ext cx="12" cy="12"/>
              </a:xfrm>
              <a:custGeom>
                <a:avLst/>
                <a:gdLst>
                  <a:gd name="T0" fmla="*/ 12 w 9"/>
                  <a:gd name="T1" fmla="*/ 0 h 9"/>
                  <a:gd name="T2" fmla="*/ 12 w 9"/>
                  <a:gd name="T3" fmla="*/ 20 h 9"/>
                  <a:gd name="T4" fmla="*/ 16 w 9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3" y="2"/>
                      <a:pt x="0" y="9"/>
                      <a:pt x="5" y="8"/>
                    </a:cubicBezTo>
                    <a:cubicBezTo>
                      <a:pt x="8" y="7"/>
                      <a:pt x="9" y="3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15" name="Freeform 2908">
                <a:extLst>
                  <a:ext uri="{FF2B5EF4-FFF2-40B4-BE49-F238E27FC236}">
                    <a16:creationId xmlns:a16="http://schemas.microsoft.com/office/drawing/2014/main" id="{E9233F3D-FE77-4E4B-939D-06A840B92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787"/>
                <a:ext cx="14" cy="13"/>
              </a:xfrm>
              <a:custGeom>
                <a:avLst/>
                <a:gdLst>
                  <a:gd name="T0" fmla="*/ 8 w 11"/>
                  <a:gd name="T1" fmla="*/ 0 h 10"/>
                  <a:gd name="T2" fmla="*/ 13 w 11"/>
                  <a:gd name="T3" fmla="*/ 17 h 10"/>
                  <a:gd name="T4" fmla="*/ 14 w 11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1" y="2"/>
                      <a:pt x="0" y="10"/>
                      <a:pt x="6" y="8"/>
                    </a:cubicBezTo>
                    <a:cubicBezTo>
                      <a:pt x="10" y="7"/>
                      <a:pt x="11" y="3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16" name="Freeform 2909">
                <a:extLst>
                  <a:ext uri="{FF2B5EF4-FFF2-40B4-BE49-F238E27FC236}">
                    <a16:creationId xmlns:a16="http://schemas.microsoft.com/office/drawing/2014/main" id="{1652D7B5-8DD5-4A1B-B33A-8CC079401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701"/>
                <a:ext cx="25" cy="19"/>
              </a:xfrm>
              <a:custGeom>
                <a:avLst/>
                <a:gdLst>
                  <a:gd name="T0" fmla="*/ 29 w 20"/>
                  <a:gd name="T1" fmla="*/ 0 h 14"/>
                  <a:gd name="T2" fmla="*/ 31 w 20"/>
                  <a:gd name="T3" fmla="*/ 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4">
                    <a:moveTo>
                      <a:pt x="14" y="0"/>
                    </a:moveTo>
                    <a:cubicBezTo>
                      <a:pt x="0" y="0"/>
                      <a:pt x="20" y="14"/>
                      <a:pt x="1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17" name="Freeform 2910">
                <a:extLst>
                  <a:ext uri="{FF2B5EF4-FFF2-40B4-BE49-F238E27FC236}">
                    <a16:creationId xmlns:a16="http://schemas.microsoft.com/office/drawing/2014/main" id="{D97B4CC1-F811-41CF-AAC7-1C3C848D5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641"/>
                <a:ext cx="15" cy="12"/>
              </a:xfrm>
              <a:custGeom>
                <a:avLst/>
                <a:gdLst>
                  <a:gd name="T0" fmla="*/ 14 w 12"/>
                  <a:gd name="T1" fmla="*/ 0 h 9"/>
                  <a:gd name="T2" fmla="*/ 23 w 12"/>
                  <a:gd name="T3" fmla="*/ 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7" y="0"/>
                    </a:moveTo>
                    <a:cubicBezTo>
                      <a:pt x="0" y="5"/>
                      <a:pt x="12" y="9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18" name="Freeform 2911">
                <a:extLst>
                  <a:ext uri="{FF2B5EF4-FFF2-40B4-BE49-F238E27FC236}">
                    <a16:creationId xmlns:a16="http://schemas.microsoft.com/office/drawing/2014/main" id="{30241740-67E5-4378-8A9F-31CF7D19F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689"/>
                <a:ext cx="9" cy="14"/>
              </a:xfrm>
              <a:custGeom>
                <a:avLst/>
                <a:gdLst>
                  <a:gd name="T0" fmla="*/ 5 w 7"/>
                  <a:gd name="T1" fmla="*/ 0 h 10"/>
                  <a:gd name="T2" fmla="*/ 0 w 7"/>
                  <a:gd name="T3" fmla="*/ 20 h 10"/>
                  <a:gd name="T4" fmla="*/ 8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0" y="2"/>
                      <a:pt x="0" y="5"/>
                      <a:pt x="0" y="7"/>
                    </a:cubicBezTo>
                    <a:cubicBezTo>
                      <a:pt x="5" y="10"/>
                      <a:pt x="7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19" name="Freeform 2912">
                <a:extLst>
                  <a:ext uri="{FF2B5EF4-FFF2-40B4-BE49-F238E27FC236}">
                    <a16:creationId xmlns:a16="http://schemas.microsoft.com/office/drawing/2014/main" id="{5878AFBA-A1EF-4F68-B6C1-DF40514B2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716"/>
                <a:ext cx="6" cy="4"/>
              </a:xfrm>
              <a:custGeom>
                <a:avLst/>
                <a:gdLst>
                  <a:gd name="T0" fmla="*/ 1 w 5"/>
                  <a:gd name="T1" fmla="*/ 0 h 3"/>
                  <a:gd name="T2" fmla="*/ 0 w 5"/>
                  <a:gd name="T3" fmla="*/ 7 h 3"/>
                  <a:gd name="T4" fmla="*/ 1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4" y="3"/>
                      <a:pt x="5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20" name="Freeform 2913">
                <a:extLst>
                  <a:ext uri="{FF2B5EF4-FFF2-40B4-BE49-F238E27FC236}">
                    <a16:creationId xmlns:a16="http://schemas.microsoft.com/office/drawing/2014/main" id="{BB863115-618E-4BA8-909F-0167462F5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791"/>
                <a:ext cx="7" cy="9"/>
              </a:xfrm>
              <a:custGeom>
                <a:avLst/>
                <a:gdLst>
                  <a:gd name="T0" fmla="*/ 2 w 6"/>
                  <a:gd name="T1" fmla="*/ 0 h 7"/>
                  <a:gd name="T2" fmla="*/ 1 w 6"/>
                  <a:gd name="T3" fmla="*/ 13 h 7"/>
                  <a:gd name="T4" fmla="*/ 9 w 6"/>
                  <a:gd name="T5" fmla="*/ 5 h 7"/>
                  <a:gd name="T6" fmla="*/ 7 w 6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4" y="7"/>
                      <a:pt x="6" y="5"/>
                      <a:pt x="6" y="2"/>
                    </a:cubicBezTo>
                    <a:cubicBezTo>
                      <a:pt x="6" y="1"/>
                      <a:pt x="5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21" name="Freeform 2914">
                <a:extLst>
                  <a:ext uri="{FF2B5EF4-FFF2-40B4-BE49-F238E27FC236}">
                    <a16:creationId xmlns:a16="http://schemas.microsoft.com/office/drawing/2014/main" id="{688CF3EE-97FB-4764-B9B0-B776ADC39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756"/>
                <a:ext cx="7" cy="9"/>
              </a:xfrm>
              <a:custGeom>
                <a:avLst/>
                <a:gdLst>
                  <a:gd name="T0" fmla="*/ 1 w 6"/>
                  <a:gd name="T1" fmla="*/ 0 h 7"/>
                  <a:gd name="T2" fmla="*/ 0 w 6"/>
                  <a:gd name="T3" fmla="*/ 13 h 7"/>
                  <a:gd name="T4" fmla="*/ 6 w 6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3" y="7"/>
                      <a:pt x="6" y="4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22" name="Freeform 2915">
                <a:extLst>
                  <a:ext uri="{FF2B5EF4-FFF2-40B4-BE49-F238E27FC236}">
                    <a16:creationId xmlns:a16="http://schemas.microsoft.com/office/drawing/2014/main" id="{87364398-3604-401F-92CE-F55C2642D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796"/>
                <a:ext cx="8" cy="8"/>
              </a:xfrm>
              <a:custGeom>
                <a:avLst/>
                <a:gdLst>
                  <a:gd name="T0" fmla="*/ 9 w 6"/>
                  <a:gd name="T1" fmla="*/ 0 h 6"/>
                  <a:gd name="T2" fmla="*/ 0 w 6"/>
                  <a:gd name="T3" fmla="*/ 9 h 6"/>
                  <a:gd name="T4" fmla="*/ 15 w 6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4" y="6"/>
                      <a:pt x="6" y="4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23" name="Freeform 2916">
                <a:extLst>
                  <a:ext uri="{FF2B5EF4-FFF2-40B4-BE49-F238E27FC236}">
                    <a16:creationId xmlns:a16="http://schemas.microsoft.com/office/drawing/2014/main" id="{7B214066-24D2-417C-AE60-11C72880C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877"/>
                <a:ext cx="9" cy="8"/>
              </a:xfrm>
              <a:custGeom>
                <a:avLst/>
                <a:gdLst>
                  <a:gd name="T0" fmla="*/ 6 w 7"/>
                  <a:gd name="T1" fmla="*/ 1 h 6"/>
                  <a:gd name="T2" fmla="*/ 6 w 7"/>
                  <a:gd name="T3" fmla="*/ 15 h 6"/>
                  <a:gd name="T4" fmla="*/ 10 w 7"/>
                  <a:gd name="T5" fmla="*/ 0 h 6"/>
                  <a:gd name="T6" fmla="*/ 6 w 7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1"/>
                    </a:moveTo>
                    <a:cubicBezTo>
                      <a:pt x="0" y="2"/>
                      <a:pt x="0" y="4"/>
                      <a:pt x="3" y="6"/>
                    </a:cubicBezTo>
                    <a:cubicBezTo>
                      <a:pt x="6" y="5"/>
                      <a:pt x="7" y="2"/>
                      <a:pt x="5" y="0"/>
                    </a:cubicBezTo>
                    <a:cubicBezTo>
                      <a:pt x="4" y="0"/>
                      <a:pt x="4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24" name="Freeform 2917">
                <a:extLst>
                  <a:ext uri="{FF2B5EF4-FFF2-40B4-BE49-F238E27FC236}">
                    <a16:creationId xmlns:a16="http://schemas.microsoft.com/office/drawing/2014/main" id="{4875E1F7-5C29-4BE1-AAB8-6BC534FE2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881"/>
                <a:ext cx="6" cy="6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12 h 4"/>
                  <a:gd name="T4" fmla="*/ 1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3" y="4"/>
                      <a:pt x="5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25" name="Freeform 2918">
                <a:extLst>
                  <a:ext uri="{FF2B5EF4-FFF2-40B4-BE49-F238E27FC236}">
                    <a16:creationId xmlns:a16="http://schemas.microsoft.com/office/drawing/2014/main" id="{1612F7FD-08D4-485B-8E58-5E97C42D3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927"/>
                <a:ext cx="6" cy="8"/>
              </a:xfrm>
              <a:custGeom>
                <a:avLst/>
                <a:gdLst>
                  <a:gd name="T0" fmla="*/ 1 w 5"/>
                  <a:gd name="T1" fmla="*/ 5 h 6"/>
                  <a:gd name="T2" fmla="*/ 1 w 5"/>
                  <a:gd name="T3" fmla="*/ 12 h 6"/>
                  <a:gd name="T4" fmla="*/ 8 w 5"/>
                  <a:gd name="T5" fmla="*/ 5 h 6"/>
                  <a:gd name="T6" fmla="*/ 1 w 5"/>
                  <a:gd name="T7" fmla="*/ 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3" y="6"/>
                      <a:pt x="5" y="4"/>
                      <a:pt x="5" y="2"/>
                    </a:cubicBezTo>
                    <a:cubicBezTo>
                      <a:pt x="2" y="0"/>
                      <a:pt x="2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26" name="Freeform 2919">
                <a:extLst>
                  <a:ext uri="{FF2B5EF4-FFF2-40B4-BE49-F238E27FC236}">
                    <a16:creationId xmlns:a16="http://schemas.microsoft.com/office/drawing/2014/main" id="{C1A3946A-771A-4F15-9A41-A4926337D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33"/>
                <a:ext cx="22" cy="18"/>
              </a:xfrm>
              <a:custGeom>
                <a:avLst/>
                <a:gdLst>
                  <a:gd name="T0" fmla="*/ 11 w 18"/>
                  <a:gd name="T1" fmla="*/ 6 h 13"/>
                  <a:gd name="T2" fmla="*/ 15 w 18"/>
                  <a:gd name="T3" fmla="*/ 0 h 13"/>
                  <a:gd name="T4" fmla="*/ 15 w 18"/>
                  <a:gd name="T5" fmla="*/ 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6" y="2"/>
                    </a:moveTo>
                    <a:cubicBezTo>
                      <a:pt x="0" y="13"/>
                      <a:pt x="18" y="6"/>
                      <a:pt x="8" y="0"/>
                    </a:cubicBezTo>
                    <a:cubicBezTo>
                      <a:pt x="8" y="0"/>
                      <a:pt x="7" y="1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27" name="Freeform 2920">
                <a:extLst>
                  <a:ext uri="{FF2B5EF4-FFF2-40B4-BE49-F238E27FC236}">
                    <a16:creationId xmlns:a16="http://schemas.microsoft.com/office/drawing/2014/main" id="{84E52C50-38F0-44C8-8B1F-F29019BB3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636"/>
                <a:ext cx="6" cy="7"/>
              </a:xfrm>
              <a:custGeom>
                <a:avLst/>
                <a:gdLst>
                  <a:gd name="T0" fmla="*/ 1 w 5"/>
                  <a:gd name="T1" fmla="*/ 0 h 5"/>
                  <a:gd name="T2" fmla="*/ 2 w 5"/>
                  <a:gd name="T3" fmla="*/ 14 h 5"/>
                  <a:gd name="T4" fmla="*/ 7 w 5"/>
                  <a:gd name="T5" fmla="*/ 1 h 5"/>
                  <a:gd name="T6" fmla="*/ 2 w 5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2"/>
                      <a:pt x="0" y="3"/>
                      <a:pt x="2" y="5"/>
                    </a:cubicBezTo>
                    <a:cubicBezTo>
                      <a:pt x="4" y="4"/>
                      <a:pt x="5" y="4"/>
                      <a:pt x="4" y="1"/>
                    </a:cubicBezTo>
                    <a:cubicBezTo>
                      <a:pt x="3" y="0"/>
                      <a:pt x="3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28" name="Freeform 2921">
                <a:extLst>
                  <a:ext uri="{FF2B5EF4-FFF2-40B4-BE49-F238E27FC236}">
                    <a16:creationId xmlns:a16="http://schemas.microsoft.com/office/drawing/2014/main" id="{AE010BB8-D664-4C09-ABA8-45839B19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703"/>
                <a:ext cx="8" cy="10"/>
              </a:xfrm>
              <a:custGeom>
                <a:avLst/>
                <a:gdLst>
                  <a:gd name="T0" fmla="*/ 1 w 6"/>
                  <a:gd name="T1" fmla="*/ 0 h 8"/>
                  <a:gd name="T2" fmla="*/ 5 w 6"/>
                  <a:gd name="T3" fmla="*/ 16 h 8"/>
                  <a:gd name="T4" fmla="*/ 7 w 6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5" y="6"/>
                      <a:pt x="6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29" name="Freeform 2922">
                <a:extLst>
                  <a:ext uri="{FF2B5EF4-FFF2-40B4-BE49-F238E27FC236}">
                    <a16:creationId xmlns:a16="http://schemas.microsoft.com/office/drawing/2014/main" id="{0265C545-7A08-479C-BB76-D5A9FC0CB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692"/>
                <a:ext cx="8" cy="8"/>
              </a:xfrm>
              <a:custGeom>
                <a:avLst/>
                <a:gdLst>
                  <a:gd name="T0" fmla="*/ 2 w 7"/>
                  <a:gd name="T1" fmla="*/ 0 h 6"/>
                  <a:gd name="T2" fmla="*/ 1 w 7"/>
                  <a:gd name="T3" fmla="*/ 15 h 6"/>
                  <a:gd name="T4" fmla="*/ 7 w 7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5" y="6"/>
                      <a:pt x="7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30" name="Freeform 2923">
                <a:extLst>
                  <a:ext uri="{FF2B5EF4-FFF2-40B4-BE49-F238E27FC236}">
                    <a16:creationId xmlns:a16="http://schemas.microsoft.com/office/drawing/2014/main" id="{D4EAC8EB-9AD5-4759-820B-58BB171D8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697"/>
                <a:ext cx="8" cy="8"/>
              </a:xfrm>
              <a:custGeom>
                <a:avLst/>
                <a:gdLst>
                  <a:gd name="T0" fmla="*/ 2 w 7"/>
                  <a:gd name="T1" fmla="*/ 1 h 6"/>
                  <a:gd name="T2" fmla="*/ 0 w 7"/>
                  <a:gd name="T3" fmla="*/ 9 h 6"/>
                  <a:gd name="T4" fmla="*/ 3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4" y="6"/>
                      <a:pt x="7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31" name="Freeform 2924">
                <a:extLst>
                  <a:ext uri="{FF2B5EF4-FFF2-40B4-BE49-F238E27FC236}">
                    <a16:creationId xmlns:a16="http://schemas.microsoft.com/office/drawing/2014/main" id="{DCD2E8A8-68A4-4F9A-9745-730AAA29D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592"/>
                <a:ext cx="10" cy="11"/>
              </a:xfrm>
              <a:custGeom>
                <a:avLst/>
                <a:gdLst>
                  <a:gd name="T0" fmla="*/ 5 w 8"/>
                  <a:gd name="T1" fmla="*/ 1 h 8"/>
                  <a:gd name="T2" fmla="*/ 0 w 8"/>
                  <a:gd name="T3" fmla="*/ 14 h 8"/>
                  <a:gd name="T4" fmla="*/ 8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4" y="8"/>
                      <a:pt x="8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32" name="Freeform 2925">
                <a:extLst>
                  <a:ext uri="{FF2B5EF4-FFF2-40B4-BE49-F238E27FC236}">
                    <a16:creationId xmlns:a16="http://schemas.microsoft.com/office/drawing/2014/main" id="{01C383E8-63E8-44E9-A74A-C1F8FF76C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573"/>
                <a:ext cx="7" cy="7"/>
              </a:xfrm>
              <a:custGeom>
                <a:avLst/>
                <a:gdLst>
                  <a:gd name="T0" fmla="*/ 0 w 5"/>
                  <a:gd name="T1" fmla="*/ 8 h 5"/>
                  <a:gd name="T2" fmla="*/ 8 w 5"/>
                  <a:gd name="T3" fmla="*/ 14 h 5"/>
                  <a:gd name="T4" fmla="*/ 1 w 5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1" y="5"/>
                      <a:pt x="3" y="5"/>
                    </a:cubicBezTo>
                    <a:cubicBezTo>
                      <a:pt x="5" y="2"/>
                      <a:pt x="4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33" name="Freeform 2926">
                <a:extLst>
                  <a:ext uri="{FF2B5EF4-FFF2-40B4-BE49-F238E27FC236}">
                    <a16:creationId xmlns:a16="http://schemas.microsoft.com/office/drawing/2014/main" id="{63FD53C0-58BC-4A6F-84F2-9A61F2E83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840"/>
                <a:ext cx="8" cy="8"/>
              </a:xfrm>
              <a:custGeom>
                <a:avLst/>
                <a:gdLst>
                  <a:gd name="T0" fmla="*/ 0 w 6"/>
                  <a:gd name="T1" fmla="*/ 7 h 6"/>
                  <a:gd name="T2" fmla="*/ 5 w 6"/>
                  <a:gd name="T3" fmla="*/ 15 h 6"/>
                  <a:gd name="T4" fmla="*/ 5 w 6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4"/>
                      <a:pt x="1" y="5"/>
                      <a:pt x="2" y="6"/>
                    </a:cubicBezTo>
                    <a:cubicBezTo>
                      <a:pt x="6" y="4"/>
                      <a:pt x="6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34" name="Freeform 2927">
                <a:extLst>
                  <a:ext uri="{FF2B5EF4-FFF2-40B4-BE49-F238E27FC236}">
                    <a16:creationId xmlns:a16="http://schemas.microsoft.com/office/drawing/2014/main" id="{6E6EFE07-9B9A-4584-8BC2-49BF07897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689"/>
                <a:ext cx="9" cy="7"/>
              </a:xfrm>
              <a:custGeom>
                <a:avLst/>
                <a:gdLst>
                  <a:gd name="T0" fmla="*/ 5 w 7"/>
                  <a:gd name="T1" fmla="*/ 0 h 5"/>
                  <a:gd name="T2" fmla="*/ 1 w 7"/>
                  <a:gd name="T3" fmla="*/ 6 h 5"/>
                  <a:gd name="T4" fmla="*/ 8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0" y="2"/>
                      <a:pt x="1" y="0"/>
                      <a:pt x="1" y="2"/>
                    </a:cubicBezTo>
                    <a:cubicBezTo>
                      <a:pt x="6" y="5"/>
                      <a:pt x="7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35" name="Freeform 2928">
                <a:extLst>
                  <a:ext uri="{FF2B5EF4-FFF2-40B4-BE49-F238E27FC236}">
                    <a16:creationId xmlns:a16="http://schemas.microsoft.com/office/drawing/2014/main" id="{142F9609-64DC-43DE-AAF0-C410F0C88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547"/>
                <a:ext cx="224" cy="1181"/>
              </a:xfrm>
              <a:custGeom>
                <a:avLst/>
                <a:gdLst>
                  <a:gd name="T0" fmla="*/ 350 w 179"/>
                  <a:gd name="T1" fmla="*/ 2098 h 886"/>
                  <a:gd name="T2" fmla="*/ 0 w 179"/>
                  <a:gd name="T3" fmla="*/ 0 h 8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9" h="886">
                    <a:moveTo>
                      <a:pt x="179" y="886"/>
                    </a:moveTo>
                    <a:cubicBezTo>
                      <a:pt x="116" y="622"/>
                      <a:pt x="55" y="3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36" name="Freeform 2929">
                <a:extLst>
                  <a:ext uri="{FF2B5EF4-FFF2-40B4-BE49-F238E27FC236}">
                    <a16:creationId xmlns:a16="http://schemas.microsoft.com/office/drawing/2014/main" id="{C9B5EA21-0386-41CE-87C6-BAEBA2356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545"/>
                <a:ext cx="427" cy="1184"/>
              </a:xfrm>
              <a:custGeom>
                <a:avLst/>
                <a:gdLst>
                  <a:gd name="T0" fmla="*/ 0 w 342"/>
                  <a:gd name="T1" fmla="*/ 0 h 888"/>
                  <a:gd name="T2" fmla="*/ 190 w 342"/>
                  <a:gd name="T3" fmla="*/ 256 h 888"/>
                  <a:gd name="T4" fmla="*/ 377 w 342"/>
                  <a:gd name="T5" fmla="*/ 848 h 888"/>
                  <a:gd name="T6" fmla="*/ 401 w 342"/>
                  <a:gd name="T7" fmla="*/ 1508 h 888"/>
                  <a:gd name="T8" fmla="*/ 634 w 342"/>
                  <a:gd name="T9" fmla="*/ 1836 h 888"/>
                  <a:gd name="T10" fmla="*/ 665 w 342"/>
                  <a:gd name="T11" fmla="*/ 2105 h 8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2" h="888">
                    <a:moveTo>
                      <a:pt x="0" y="0"/>
                    </a:moveTo>
                    <a:cubicBezTo>
                      <a:pt x="43" y="22"/>
                      <a:pt x="84" y="47"/>
                      <a:pt x="98" y="108"/>
                    </a:cubicBezTo>
                    <a:cubicBezTo>
                      <a:pt x="120" y="207"/>
                      <a:pt x="173" y="269"/>
                      <a:pt x="194" y="358"/>
                    </a:cubicBezTo>
                    <a:cubicBezTo>
                      <a:pt x="213" y="442"/>
                      <a:pt x="189" y="565"/>
                      <a:pt x="206" y="636"/>
                    </a:cubicBezTo>
                    <a:cubicBezTo>
                      <a:pt x="221" y="703"/>
                      <a:pt x="309" y="715"/>
                      <a:pt x="326" y="775"/>
                    </a:cubicBezTo>
                    <a:cubicBezTo>
                      <a:pt x="336" y="812"/>
                      <a:pt x="341" y="851"/>
                      <a:pt x="342" y="88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37" name="Freeform 2930">
                <a:extLst>
                  <a:ext uri="{FF2B5EF4-FFF2-40B4-BE49-F238E27FC236}">
                    <a16:creationId xmlns:a16="http://schemas.microsoft.com/office/drawing/2014/main" id="{797C4D11-F8B5-4A34-A30C-577309954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008"/>
                <a:ext cx="244" cy="291"/>
              </a:xfrm>
              <a:custGeom>
                <a:avLst/>
                <a:gdLst>
                  <a:gd name="T0" fmla="*/ 382 w 195"/>
                  <a:gd name="T1" fmla="*/ 518 h 218"/>
                  <a:gd name="T2" fmla="*/ 0 w 195"/>
                  <a:gd name="T3" fmla="*/ 0 h 2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218">
                    <a:moveTo>
                      <a:pt x="195" y="218"/>
                    </a:moveTo>
                    <a:cubicBezTo>
                      <a:pt x="143" y="143"/>
                      <a:pt x="52" y="2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38" name="Freeform 2931">
                <a:extLst>
                  <a:ext uri="{FF2B5EF4-FFF2-40B4-BE49-F238E27FC236}">
                    <a16:creationId xmlns:a16="http://schemas.microsoft.com/office/drawing/2014/main" id="{92D3D900-8A65-46B7-8F84-22EC3F35E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208"/>
                <a:ext cx="68" cy="16"/>
              </a:xfrm>
              <a:custGeom>
                <a:avLst/>
                <a:gdLst>
                  <a:gd name="T0" fmla="*/ 0 w 55"/>
                  <a:gd name="T1" fmla="*/ 0 h 12"/>
                  <a:gd name="T2" fmla="*/ 104 w 55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2">
                    <a:moveTo>
                      <a:pt x="0" y="0"/>
                    </a:moveTo>
                    <a:cubicBezTo>
                      <a:pt x="16" y="8"/>
                      <a:pt x="36" y="4"/>
                      <a:pt x="55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39" name="Freeform 2932">
                <a:extLst>
                  <a:ext uri="{FF2B5EF4-FFF2-40B4-BE49-F238E27FC236}">
                    <a16:creationId xmlns:a16="http://schemas.microsoft.com/office/drawing/2014/main" id="{633843C1-6036-4D6F-88CE-E4D9FA0EF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3204"/>
                <a:ext cx="19" cy="24"/>
              </a:xfrm>
              <a:custGeom>
                <a:avLst/>
                <a:gdLst>
                  <a:gd name="T0" fmla="*/ 13 w 15"/>
                  <a:gd name="T1" fmla="*/ 0 h 18"/>
                  <a:gd name="T2" fmla="*/ 29 w 15"/>
                  <a:gd name="T3" fmla="*/ 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6" y="0"/>
                    </a:moveTo>
                    <a:cubicBezTo>
                      <a:pt x="0" y="18"/>
                      <a:pt x="15" y="17"/>
                      <a:pt x="14" y="1"/>
                    </a:cubicBezTo>
                  </a:path>
                </a:pathLst>
              </a:custGeom>
              <a:noFill/>
              <a:ln w="7938" cap="flat">
                <a:solidFill>
                  <a:srgbClr val="CDA4A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40" name="Freeform 2933">
                <a:extLst>
                  <a:ext uri="{FF2B5EF4-FFF2-40B4-BE49-F238E27FC236}">
                    <a16:creationId xmlns:a16="http://schemas.microsoft.com/office/drawing/2014/main" id="{9EF44EB6-E753-4C55-AD3F-E7472E8A9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547"/>
                <a:ext cx="222" cy="1181"/>
              </a:xfrm>
              <a:custGeom>
                <a:avLst/>
                <a:gdLst>
                  <a:gd name="T0" fmla="*/ 0 w 178"/>
                  <a:gd name="T1" fmla="*/ 0 h 886"/>
                  <a:gd name="T2" fmla="*/ 345 w 178"/>
                  <a:gd name="T3" fmla="*/ 2098 h 8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8" h="886">
                    <a:moveTo>
                      <a:pt x="0" y="0"/>
                    </a:moveTo>
                    <a:cubicBezTo>
                      <a:pt x="50" y="303"/>
                      <a:pt x="109" y="613"/>
                      <a:pt x="178" y="88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41" name="Freeform 2934">
                <a:extLst>
                  <a:ext uri="{FF2B5EF4-FFF2-40B4-BE49-F238E27FC236}">
                    <a16:creationId xmlns:a16="http://schemas.microsoft.com/office/drawing/2014/main" id="{2C4954A4-F038-4C31-B14B-5273F05CE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527"/>
                <a:ext cx="75" cy="126"/>
              </a:xfrm>
              <a:custGeom>
                <a:avLst/>
                <a:gdLst>
                  <a:gd name="T0" fmla="*/ 0 w 60"/>
                  <a:gd name="T1" fmla="*/ 7 h 95"/>
                  <a:gd name="T2" fmla="*/ 101 w 60"/>
                  <a:gd name="T3" fmla="*/ 221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95">
                    <a:moveTo>
                      <a:pt x="0" y="3"/>
                    </a:moveTo>
                    <a:cubicBezTo>
                      <a:pt x="36" y="0"/>
                      <a:pt x="60" y="67"/>
                      <a:pt x="52" y="95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42" name="Freeform 2935">
                <a:extLst>
                  <a:ext uri="{FF2B5EF4-FFF2-40B4-BE49-F238E27FC236}">
                    <a16:creationId xmlns:a16="http://schemas.microsoft.com/office/drawing/2014/main" id="{34C71E59-E7B5-41CE-8C0B-83BF6B17D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629"/>
                <a:ext cx="41" cy="98"/>
              </a:xfrm>
              <a:custGeom>
                <a:avLst/>
                <a:gdLst>
                  <a:gd name="T0" fmla="*/ 0 w 33"/>
                  <a:gd name="T1" fmla="*/ 0 h 73"/>
                  <a:gd name="T2" fmla="*/ 53 w 33"/>
                  <a:gd name="T3" fmla="*/ 177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73">
                    <a:moveTo>
                      <a:pt x="0" y="0"/>
                    </a:moveTo>
                    <a:cubicBezTo>
                      <a:pt x="28" y="16"/>
                      <a:pt x="33" y="45"/>
                      <a:pt x="28" y="73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43" name="Freeform 2936">
                <a:extLst>
                  <a:ext uri="{FF2B5EF4-FFF2-40B4-BE49-F238E27FC236}">
                    <a16:creationId xmlns:a16="http://schemas.microsoft.com/office/drawing/2014/main" id="{25601CFC-B331-4177-9D85-6E0757FBD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3579"/>
                <a:ext cx="50" cy="128"/>
              </a:xfrm>
              <a:custGeom>
                <a:avLst/>
                <a:gdLst>
                  <a:gd name="T0" fmla="*/ 51 w 40"/>
                  <a:gd name="T1" fmla="*/ 0 h 96"/>
                  <a:gd name="T2" fmla="*/ 79 w 40"/>
                  <a:gd name="T3" fmla="*/ 228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96">
                    <a:moveTo>
                      <a:pt x="26" y="0"/>
                    </a:moveTo>
                    <a:cubicBezTo>
                      <a:pt x="0" y="31"/>
                      <a:pt x="4" y="74"/>
                      <a:pt x="40" y="96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44" name="Freeform 2937">
                <a:extLst>
                  <a:ext uri="{FF2B5EF4-FFF2-40B4-BE49-F238E27FC236}">
                    <a16:creationId xmlns:a16="http://schemas.microsoft.com/office/drawing/2014/main" id="{DB11DE15-16D3-4870-A0D4-4D219D596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669"/>
                <a:ext cx="14" cy="59"/>
              </a:xfrm>
              <a:custGeom>
                <a:avLst/>
                <a:gdLst>
                  <a:gd name="T0" fmla="*/ 23 w 11"/>
                  <a:gd name="T1" fmla="*/ 0 h 44"/>
                  <a:gd name="T2" fmla="*/ 6 w 11"/>
                  <a:gd name="T3" fmla="*/ 10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cubicBezTo>
                      <a:pt x="2" y="10"/>
                      <a:pt x="0" y="27"/>
                      <a:pt x="3" y="44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45" name="Freeform 2938">
                <a:extLst>
                  <a:ext uri="{FF2B5EF4-FFF2-40B4-BE49-F238E27FC236}">
                    <a16:creationId xmlns:a16="http://schemas.microsoft.com/office/drawing/2014/main" id="{80487A6E-2B27-41BD-A818-5676DBD79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3584"/>
                <a:ext cx="30" cy="80"/>
              </a:xfrm>
              <a:custGeom>
                <a:avLst/>
                <a:gdLst>
                  <a:gd name="T0" fmla="*/ 0 w 24"/>
                  <a:gd name="T1" fmla="*/ 0 h 60"/>
                  <a:gd name="T2" fmla="*/ 48 w 24"/>
                  <a:gd name="T3" fmla="*/ 143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0">
                    <a:moveTo>
                      <a:pt x="0" y="0"/>
                    </a:moveTo>
                    <a:cubicBezTo>
                      <a:pt x="13" y="20"/>
                      <a:pt x="21" y="37"/>
                      <a:pt x="24" y="60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46" name="Freeform 2939">
                <a:extLst>
                  <a:ext uri="{FF2B5EF4-FFF2-40B4-BE49-F238E27FC236}">
                    <a16:creationId xmlns:a16="http://schemas.microsoft.com/office/drawing/2014/main" id="{F36F157F-9559-4FDB-A313-CF7BBCEE4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3625"/>
                <a:ext cx="27" cy="10"/>
              </a:xfrm>
              <a:custGeom>
                <a:avLst/>
                <a:gdLst>
                  <a:gd name="T0" fmla="*/ 0 w 22"/>
                  <a:gd name="T1" fmla="*/ 20 h 7"/>
                  <a:gd name="T2" fmla="*/ 41 w 22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">
                    <a:moveTo>
                      <a:pt x="0" y="7"/>
                    </a:moveTo>
                    <a:cubicBezTo>
                      <a:pt x="7" y="2"/>
                      <a:pt x="15" y="0"/>
                      <a:pt x="22" y="1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47" name="Freeform 2940">
                <a:extLst>
                  <a:ext uri="{FF2B5EF4-FFF2-40B4-BE49-F238E27FC236}">
                    <a16:creationId xmlns:a16="http://schemas.microsoft.com/office/drawing/2014/main" id="{7992E961-2361-44AD-BCE5-A578A910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3357"/>
                <a:ext cx="53" cy="134"/>
              </a:xfrm>
              <a:custGeom>
                <a:avLst/>
                <a:gdLst>
                  <a:gd name="T0" fmla="*/ 37 w 42"/>
                  <a:gd name="T1" fmla="*/ 0 h 100"/>
                  <a:gd name="T2" fmla="*/ 85 w 42"/>
                  <a:gd name="T3" fmla="*/ 241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00">
                    <a:moveTo>
                      <a:pt x="18" y="0"/>
                    </a:moveTo>
                    <a:cubicBezTo>
                      <a:pt x="0" y="31"/>
                      <a:pt x="5" y="85"/>
                      <a:pt x="42" y="100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48" name="Freeform 2941">
                <a:extLst>
                  <a:ext uri="{FF2B5EF4-FFF2-40B4-BE49-F238E27FC236}">
                    <a16:creationId xmlns:a16="http://schemas.microsoft.com/office/drawing/2014/main" id="{5EAC0697-7612-42E8-AFEA-109B618D5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288"/>
                <a:ext cx="70" cy="105"/>
              </a:xfrm>
              <a:custGeom>
                <a:avLst/>
                <a:gdLst>
                  <a:gd name="T0" fmla="*/ 0 w 56"/>
                  <a:gd name="T1" fmla="*/ 0 h 79"/>
                  <a:gd name="T2" fmla="*/ 110 w 56"/>
                  <a:gd name="T3" fmla="*/ 173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79">
                    <a:moveTo>
                      <a:pt x="0" y="0"/>
                    </a:moveTo>
                    <a:cubicBezTo>
                      <a:pt x="0" y="31"/>
                      <a:pt x="15" y="79"/>
                      <a:pt x="56" y="74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49" name="Freeform 2942">
                <a:extLst>
                  <a:ext uri="{FF2B5EF4-FFF2-40B4-BE49-F238E27FC236}">
                    <a16:creationId xmlns:a16="http://schemas.microsoft.com/office/drawing/2014/main" id="{6FAF1936-59BC-41A8-AB0D-D823A7ED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3096"/>
                <a:ext cx="67" cy="200"/>
              </a:xfrm>
              <a:custGeom>
                <a:avLst/>
                <a:gdLst>
                  <a:gd name="T0" fmla="*/ 38 w 54"/>
                  <a:gd name="T1" fmla="*/ 0 h 150"/>
                  <a:gd name="T2" fmla="*/ 0 w 54"/>
                  <a:gd name="T3" fmla="*/ 356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50">
                    <a:moveTo>
                      <a:pt x="20" y="0"/>
                    </a:moveTo>
                    <a:cubicBezTo>
                      <a:pt x="54" y="50"/>
                      <a:pt x="35" y="109"/>
                      <a:pt x="0" y="150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50" name="Freeform 2943">
                <a:extLst>
                  <a:ext uri="{FF2B5EF4-FFF2-40B4-BE49-F238E27FC236}">
                    <a16:creationId xmlns:a16="http://schemas.microsoft.com/office/drawing/2014/main" id="{9C603933-A5F9-47B2-9E63-BE4906077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3253"/>
                <a:ext cx="26" cy="144"/>
              </a:xfrm>
              <a:custGeom>
                <a:avLst/>
                <a:gdLst>
                  <a:gd name="T0" fmla="*/ 0 w 21"/>
                  <a:gd name="T1" fmla="*/ 0 h 108"/>
                  <a:gd name="T2" fmla="*/ 0 w 21"/>
                  <a:gd name="T3" fmla="*/ 256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8">
                    <a:moveTo>
                      <a:pt x="0" y="0"/>
                    </a:moveTo>
                    <a:cubicBezTo>
                      <a:pt x="20" y="31"/>
                      <a:pt x="21" y="76"/>
                      <a:pt x="0" y="108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51" name="Freeform 2944">
                <a:extLst>
                  <a:ext uri="{FF2B5EF4-FFF2-40B4-BE49-F238E27FC236}">
                    <a16:creationId xmlns:a16="http://schemas.microsoft.com/office/drawing/2014/main" id="{3496BF07-8A75-4993-8F07-B99561BD4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139"/>
                <a:ext cx="24" cy="66"/>
              </a:xfrm>
              <a:custGeom>
                <a:avLst/>
                <a:gdLst>
                  <a:gd name="T0" fmla="*/ 38 w 19"/>
                  <a:gd name="T1" fmla="*/ 0 h 50"/>
                  <a:gd name="T2" fmla="*/ 14 w 19"/>
                  <a:gd name="T3" fmla="*/ 115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0">
                    <a:moveTo>
                      <a:pt x="19" y="0"/>
                    </a:moveTo>
                    <a:cubicBezTo>
                      <a:pt x="4" y="13"/>
                      <a:pt x="0" y="32"/>
                      <a:pt x="7" y="50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52" name="Freeform 2945">
                <a:extLst>
                  <a:ext uri="{FF2B5EF4-FFF2-40B4-BE49-F238E27FC236}">
                    <a16:creationId xmlns:a16="http://schemas.microsoft.com/office/drawing/2014/main" id="{2251722C-00CC-4489-ABA6-7C02BDE5C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197"/>
                <a:ext cx="40" cy="54"/>
              </a:xfrm>
              <a:custGeom>
                <a:avLst/>
                <a:gdLst>
                  <a:gd name="T0" fmla="*/ 63 w 32"/>
                  <a:gd name="T1" fmla="*/ 0 h 40"/>
                  <a:gd name="T2" fmla="*/ 0 w 32"/>
                  <a:gd name="T3" fmla="*/ 99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0">
                    <a:moveTo>
                      <a:pt x="32" y="0"/>
                    </a:moveTo>
                    <a:cubicBezTo>
                      <a:pt x="15" y="7"/>
                      <a:pt x="3" y="23"/>
                      <a:pt x="0" y="40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53" name="Freeform 2946">
                <a:extLst>
                  <a:ext uri="{FF2B5EF4-FFF2-40B4-BE49-F238E27FC236}">
                    <a16:creationId xmlns:a16="http://schemas.microsoft.com/office/drawing/2014/main" id="{FB6726F4-8675-47B0-A943-2B43CD00E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035"/>
                <a:ext cx="72" cy="105"/>
              </a:xfrm>
              <a:custGeom>
                <a:avLst/>
                <a:gdLst>
                  <a:gd name="T0" fmla="*/ 1 w 57"/>
                  <a:gd name="T1" fmla="*/ 0 h 79"/>
                  <a:gd name="T2" fmla="*/ 115 w 57"/>
                  <a:gd name="T3" fmla="*/ 178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79">
                    <a:moveTo>
                      <a:pt x="1" y="0"/>
                    </a:moveTo>
                    <a:cubicBezTo>
                      <a:pt x="0" y="34"/>
                      <a:pt x="16" y="79"/>
                      <a:pt x="57" y="76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54" name="Freeform 2947">
                <a:extLst>
                  <a:ext uri="{FF2B5EF4-FFF2-40B4-BE49-F238E27FC236}">
                    <a16:creationId xmlns:a16="http://schemas.microsoft.com/office/drawing/2014/main" id="{99596DF2-0344-448A-917E-00BD9F26E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3104"/>
                <a:ext cx="40" cy="85"/>
              </a:xfrm>
              <a:custGeom>
                <a:avLst/>
                <a:gdLst>
                  <a:gd name="T0" fmla="*/ 0 w 32"/>
                  <a:gd name="T1" fmla="*/ 0 h 64"/>
                  <a:gd name="T2" fmla="*/ 63 w 32"/>
                  <a:gd name="T3" fmla="*/ 15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64">
                    <a:moveTo>
                      <a:pt x="0" y="0"/>
                    </a:moveTo>
                    <a:cubicBezTo>
                      <a:pt x="0" y="21"/>
                      <a:pt x="10" y="59"/>
                      <a:pt x="32" y="64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55" name="Freeform 2948">
                <a:extLst>
                  <a:ext uri="{FF2B5EF4-FFF2-40B4-BE49-F238E27FC236}">
                    <a16:creationId xmlns:a16="http://schemas.microsoft.com/office/drawing/2014/main" id="{4AF189C8-3604-4796-AF15-A4F2E39A0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853"/>
                <a:ext cx="33" cy="118"/>
              </a:xfrm>
              <a:custGeom>
                <a:avLst/>
                <a:gdLst>
                  <a:gd name="T0" fmla="*/ 53 w 26"/>
                  <a:gd name="T1" fmla="*/ 0 h 88"/>
                  <a:gd name="T2" fmla="*/ 29 w 26"/>
                  <a:gd name="T3" fmla="*/ 212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8">
                    <a:moveTo>
                      <a:pt x="26" y="0"/>
                    </a:moveTo>
                    <a:cubicBezTo>
                      <a:pt x="8" y="24"/>
                      <a:pt x="0" y="61"/>
                      <a:pt x="14" y="88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56" name="Freeform 2949">
                <a:extLst>
                  <a:ext uri="{FF2B5EF4-FFF2-40B4-BE49-F238E27FC236}">
                    <a16:creationId xmlns:a16="http://schemas.microsoft.com/office/drawing/2014/main" id="{7E32AB45-7387-4E99-8746-19C135C4C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941"/>
                <a:ext cx="34" cy="83"/>
              </a:xfrm>
              <a:custGeom>
                <a:avLst/>
                <a:gdLst>
                  <a:gd name="T0" fmla="*/ 54 w 27"/>
                  <a:gd name="T1" fmla="*/ 0 h 62"/>
                  <a:gd name="T2" fmla="*/ 18 w 27"/>
                  <a:gd name="T3" fmla="*/ 149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2">
                    <a:moveTo>
                      <a:pt x="27" y="0"/>
                    </a:moveTo>
                    <a:cubicBezTo>
                      <a:pt x="13" y="19"/>
                      <a:pt x="0" y="38"/>
                      <a:pt x="9" y="62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57" name="Freeform 2950">
                <a:extLst>
                  <a:ext uri="{FF2B5EF4-FFF2-40B4-BE49-F238E27FC236}">
                    <a16:creationId xmlns:a16="http://schemas.microsoft.com/office/drawing/2014/main" id="{0100E008-CD12-44C6-811F-08D0AA8EC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952"/>
                <a:ext cx="70" cy="91"/>
              </a:xfrm>
              <a:custGeom>
                <a:avLst/>
                <a:gdLst>
                  <a:gd name="T0" fmla="*/ 8 w 56"/>
                  <a:gd name="T1" fmla="*/ 0 h 68"/>
                  <a:gd name="T2" fmla="*/ 110 w 56"/>
                  <a:gd name="T3" fmla="*/ 16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8">
                    <a:moveTo>
                      <a:pt x="4" y="0"/>
                    </a:moveTo>
                    <a:cubicBezTo>
                      <a:pt x="0" y="31"/>
                      <a:pt x="27" y="64"/>
                      <a:pt x="56" y="68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58" name="Freeform 2951">
                <a:extLst>
                  <a:ext uri="{FF2B5EF4-FFF2-40B4-BE49-F238E27FC236}">
                    <a16:creationId xmlns:a16="http://schemas.microsoft.com/office/drawing/2014/main" id="{750DC037-F8C4-4943-AB59-0A9523CEE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3008"/>
                <a:ext cx="35" cy="109"/>
              </a:xfrm>
              <a:custGeom>
                <a:avLst/>
                <a:gdLst>
                  <a:gd name="T0" fmla="*/ 20 w 28"/>
                  <a:gd name="T1" fmla="*/ 0 h 82"/>
                  <a:gd name="T2" fmla="*/ 55 w 28"/>
                  <a:gd name="T3" fmla="*/ 193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2">
                    <a:moveTo>
                      <a:pt x="10" y="0"/>
                    </a:moveTo>
                    <a:cubicBezTo>
                      <a:pt x="0" y="26"/>
                      <a:pt x="3" y="65"/>
                      <a:pt x="28" y="82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59" name="Freeform 2952">
                <a:extLst>
                  <a:ext uri="{FF2B5EF4-FFF2-40B4-BE49-F238E27FC236}">
                    <a16:creationId xmlns:a16="http://schemas.microsoft.com/office/drawing/2014/main" id="{04BB7140-A8EA-4C24-B91C-D7727A90B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752"/>
                <a:ext cx="74" cy="163"/>
              </a:xfrm>
              <a:custGeom>
                <a:avLst/>
                <a:gdLst>
                  <a:gd name="T0" fmla="*/ 0 w 59"/>
                  <a:gd name="T1" fmla="*/ 0 h 122"/>
                  <a:gd name="T2" fmla="*/ 110 w 59"/>
                  <a:gd name="T3" fmla="*/ 291 h 1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22">
                    <a:moveTo>
                      <a:pt x="0" y="0"/>
                    </a:moveTo>
                    <a:cubicBezTo>
                      <a:pt x="49" y="23"/>
                      <a:pt x="59" y="74"/>
                      <a:pt x="56" y="122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60" name="Freeform 2953">
                <a:extLst>
                  <a:ext uri="{FF2B5EF4-FFF2-40B4-BE49-F238E27FC236}">
                    <a16:creationId xmlns:a16="http://schemas.microsoft.com/office/drawing/2014/main" id="{D0337F80-6BB5-41B4-9165-951DC8B97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891"/>
                <a:ext cx="46" cy="117"/>
              </a:xfrm>
              <a:custGeom>
                <a:avLst/>
                <a:gdLst>
                  <a:gd name="T0" fmla="*/ 0 w 37"/>
                  <a:gd name="T1" fmla="*/ 0 h 88"/>
                  <a:gd name="T2" fmla="*/ 65 w 37"/>
                  <a:gd name="T3" fmla="*/ 207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8">
                    <a:moveTo>
                      <a:pt x="0" y="0"/>
                    </a:moveTo>
                    <a:cubicBezTo>
                      <a:pt x="27" y="19"/>
                      <a:pt x="37" y="57"/>
                      <a:pt x="34" y="88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61" name="Freeform 2954">
                <a:extLst>
                  <a:ext uri="{FF2B5EF4-FFF2-40B4-BE49-F238E27FC236}">
                    <a16:creationId xmlns:a16="http://schemas.microsoft.com/office/drawing/2014/main" id="{F2F87A66-0CD7-4D4E-98B3-72AB9B4C9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776"/>
                <a:ext cx="29" cy="93"/>
              </a:xfrm>
              <a:custGeom>
                <a:avLst/>
                <a:gdLst>
                  <a:gd name="T0" fmla="*/ 1 w 23"/>
                  <a:gd name="T1" fmla="*/ 0 h 70"/>
                  <a:gd name="T2" fmla="*/ 47 w 23"/>
                  <a:gd name="T3" fmla="*/ 165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0">
                    <a:moveTo>
                      <a:pt x="1" y="0"/>
                    </a:moveTo>
                    <a:cubicBezTo>
                      <a:pt x="0" y="25"/>
                      <a:pt x="2" y="54"/>
                      <a:pt x="23" y="70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62" name="Freeform 2955">
                <a:extLst>
                  <a:ext uri="{FF2B5EF4-FFF2-40B4-BE49-F238E27FC236}">
                    <a16:creationId xmlns:a16="http://schemas.microsoft.com/office/drawing/2014/main" id="{421BE3A8-6205-4350-AE2E-258D389D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851"/>
                <a:ext cx="31" cy="69"/>
              </a:xfrm>
              <a:custGeom>
                <a:avLst/>
                <a:gdLst>
                  <a:gd name="T0" fmla="*/ 47 w 25"/>
                  <a:gd name="T1" fmla="*/ 0 h 52"/>
                  <a:gd name="T2" fmla="*/ 1 w 25"/>
                  <a:gd name="T3" fmla="*/ 122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2">
                    <a:moveTo>
                      <a:pt x="25" y="0"/>
                    </a:moveTo>
                    <a:cubicBezTo>
                      <a:pt x="8" y="11"/>
                      <a:pt x="0" y="33"/>
                      <a:pt x="1" y="52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63" name="Freeform 2956">
                <a:extLst>
                  <a:ext uri="{FF2B5EF4-FFF2-40B4-BE49-F238E27FC236}">
                    <a16:creationId xmlns:a16="http://schemas.microsoft.com/office/drawing/2014/main" id="{41169D4F-6F9C-4B69-8DCD-E6FEA415D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035"/>
                <a:ext cx="27" cy="40"/>
              </a:xfrm>
              <a:custGeom>
                <a:avLst/>
                <a:gdLst>
                  <a:gd name="T0" fmla="*/ 0 w 22"/>
                  <a:gd name="T1" fmla="*/ 0 h 30"/>
                  <a:gd name="T2" fmla="*/ 41 w 22"/>
                  <a:gd name="T3" fmla="*/ 7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cubicBezTo>
                      <a:pt x="10" y="8"/>
                      <a:pt x="18" y="18"/>
                      <a:pt x="22" y="30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64" name="Freeform 2957">
                <a:extLst>
                  <a:ext uri="{FF2B5EF4-FFF2-40B4-BE49-F238E27FC236}">
                    <a16:creationId xmlns:a16="http://schemas.microsoft.com/office/drawing/2014/main" id="{886C1E35-E613-4714-8927-5A0B9AB5E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3040"/>
                <a:ext cx="12" cy="27"/>
              </a:xfrm>
              <a:custGeom>
                <a:avLst/>
                <a:gdLst>
                  <a:gd name="T0" fmla="*/ 0 w 10"/>
                  <a:gd name="T1" fmla="*/ 49 h 20"/>
                  <a:gd name="T2" fmla="*/ 17 w 1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cubicBezTo>
                      <a:pt x="2" y="12"/>
                      <a:pt x="6" y="5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65" name="Freeform 2958">
                <a:extLst>
                  <a:ext uri="{FF2B5EF4-FFF2-40B4-BE49-F238E27FC236}">
                    <a16:creationId xmlns:a16="http://schemas.microsoft.com/office/drawing/2014/main" id="{83EDFCD4-230F-4C09-A42A-CB27CC1D6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437"/>
                <a:ext cx="55" cy="46"/>
              </a:xfrm>
              <a:custGeom>
                <a:avLst/>
                <a:gdLst>
                  <a:gd name="T0" fmla="*/ 0 w 44"/>
                  <a:gd name="T1" fmla="*/ 0 h 34"/>
                  <a:gd name="T2" fmla="*/ 86 w 44"/>
                  <a:gd name="T3" fmla="*/ 69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4">
                    <a:moveTo>
                      <a:pt x="0" y="0"/>
                    </a:moveTo>
                    <a:cubicBezTo>
                      <a:pt x="8" y="17"/>
                      <a:pt x="25" y="34"/>
                      <a:pt x="44" y="28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66" name="Freeform 2959">
                <a:extLst>
                  <a:ext uri="{FF2B5EF4-FFF2-40B4-BE49-F238E27FC236}">
                    <a16:creationId xmlns:a16="http://schemas.microsoft.com/office/drawing/2014/main" id="{5BDCE740-C734-49BD-8D5D-4CFC8F0E2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472"/>
                <a:ext cx="8" cy="27"/>
              </a:xfrm>
              <a:custGeom>
                <a:avLst/>
                <a:gdLst>
                  <a:gd name="T0" fmla="*/ 15 w 6"/>
                  <a:gd name="T1" fmla="*/ 0 h 20"/>
                  <a:gd name="T2" fmla="*/ 0 w 6"/>
                  <a:gd name="T3" fmla="*/ 4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6" y="0"/>
                    </a:moveTo>
                    <a:cubicBezTo>
                      <a:pt x="2" y="6"/>
                      <a:pt x="0" y="13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67" name="Freeform 2960">
                <a:extLst>
                  <a:ext uri="{FF2B5EF4-FFF2-40B4-BE49-F238E27FC236}">
                    <a16:creationId xmlns:a16="http://schemas.microsoft.com/office/drawing/2014/main" id="{1971666D-47E3-48A1-97E4-789EFD48B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576"/>
                <a:ext cx="69" cy="112"/>
              </a:xfrm>
              <a:custGeom>
                <a:avLst/>
                <a:gdLst>
                  <a:gd name="T0" fmla="*/ 18 w 55"/>
                  <a:gd name="T1" fmla="*/ 0 h 84"/>
                  <a:gd name="T2" fmla="*/ 109 w 55"/>
                  <a:gd name="T3" fmla="*/ 199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84">
                    <a:moveTo>
                      <a:pt x="9" y="0"/>
                    </a:moveTo>
                    <a:cubicBezTo>
                      <a:pt x="0" y="38"/>
                      <a:pt x="15" y="76"/>
                      <a:pt x="55" y="84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68" name="Freeform 2961">
                <a:extLst>
                  <a:ext uri="{FF2B5EF4-FFF2-40B4-BE49-F238E27FC236}">
                    <a16:creationId xmlns:a16="http://schemas.microsoft.com/office/drawing/2014/main" id="{937A18E9-5C76-4DC9-AC69-E9E88AC94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656"/>
                <a:ext cx="30" cy="77"/>
              </a:xfrm>
              <a:custGeom>
                <a:avLst/>
                <a:gdLst>
                  <a:gd name="T0" fmla="*/ 13 w 24"/>
                  <a:gd name="T1" fmla="*/ 0 h 58"/>
                  <a:gd name="T2" fmla="*/ 48 w 24"/>
                  <a:gd name="T3" fmla="*/ 135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8">
                    <a:moveTo>
                      <a:pt x="6" y="0"/>
                    </a:moveTo>
                    <a:cubicBezTo>
                      <a:pt x="0" y="20"/>
                      <a:pt x="4" y="49"/>
                      <a:pt x="24" y="58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69" name="Freeform 2962">
                <a:extLst>
                  <a:ext uri="{FF2B5EF4-FFF2-40B4-BE49-F238E27FC236}">
                    <a16:creationId xmlns:a16="http://schemas.microsoft.com/office/drawing/2014/main" id="{3E697298-9B8C-4BE6-AB05-54C87E3D2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548"/>
                <a:ext cx="1" cy="20"/>
              </a:xfrm>
              <a:custGeom>
                <a:avLst/>
                <a:gdLst>
                  <a:gd name="T0" fmla="*/ 1 w 1"/>
                  <a:gd name="T1" fmla="*/ 0 h 15"/>
                  <a:gd name="T2" fmla="*/ 0 w 1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70" name="Freeform 2963">
                <a:extLst>
                  <a:ext uri="{FF2B5EF4-FFF2-40B4-BE49-F238E27FC236}">
                    <a16:creationId xmlns:a16="http://schemas.microsoft.com/office/drawing/2014/main" id="{58652CBE-DAC2-4377-BB8A-ABBDF5562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553"/>
                <a:ext cx="60" cy="71"/>
              </a:xfrm>
              <a:custGeom>
                <a:avLst/>
                <a:gdLst>
                  <a:gd name="T0" fmla="*/ 0 w 48"/>
                  <a:gd name="T1" fmla="*/ 16 h 53"/>
                  <a:gd name="T2" fmla="*/ 94 w 48"/>
                  <a:gd name="T3" fmla="*/ 12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3">
                    <a:moveTo>
                      <a:pt x="0" y="7"/>
                    </a:moveTo>
                    <a:cubicBezTo>
                      <a:pt x="22" y="0"/>
                      <a:pt x="41" y="38"/>
                      <a:pt x="48" y="53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71" name="Freeform 2964">
                <a:extLst>
                  <a:ext uri="{FF2B5EF4-FFF2-40B4-BE49-F238E27FC236}">
                    <a16:creationId xmlns:a16="http://schemas.microsoft.com/office/drawing/2014/main" id="{782AE9F6-027D-4C98-AF2C-5F3AA844E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612"/>
                <a:ext cx="83" cy="25"/>
              </a:xfrm>
              <a:custGeom>
                <a:avLst/>
                <a:gdLst>
                  <a:gd name="T0" fmla="*/ 0 w 66"/>
                  <a:gd name="T1" fmla="*/ 43 h 19"/>
                  <a:gd name="T2" fmla="*/ 131 w 66"/>
                  <a:gd name="T3" fmla="*/ 1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9">
                    <a:moveTo>
                      <a:pt x="0" y="19"/>
                    </a:moveTo>
                    <a:cubicBezTo>
                      <a:pt x="18" y="4"/>
                      <a:pt x="44" y="0"/>
                      <a:pt x="66" y="5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72" name="Freeform 2965">
                <a:extLst>
                  <a:ext uri="{FF2B5EF4-FFF2-40B4-BE49-F238E27FC236}">
                    <a16:creationId xmlns:a16="http://schemas.microsoft.com/office/drawing/2014/main" id="{22130207-F106-4751-96A9-A43716842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712"/>
                <a:ext cx="37" cy="27"/>
              </a:xfrm>
              <a:custGeom>
                <a:avLst/>
                <a:gdLst>
                  <a:gd name="T0" fmla="*/ 0 w 30"/>
                  <a:gd name="T1" fmla="*/ 0 h 20"/>
                  <a:gd name="T2" fmla="*/ 57 w 30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0">
                    <a:moveTo>
                      <a:pt x="0" y="0"/>
                    </a:moveTo>
                    <a:cubicBezTo>
                      <a:pt x="6" y="12"/>
                      <a:pt x="17" y="20"/>
                      <a:pt x="30" y="18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73" name="Freeform 2966">
                <a:extLst>
                  <a:ext uri="{FF2B5EF4-FFF2-40B4-BE49-F238E27FC236}">
                    <a16:creationId xmlns:a16="http://schemas.microsoft.com/office/drawing/2014/main" id="{49FCAF28-F5AC-45ED-9CA6-7BF1AFD4F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733"/>
                <a:ext cx="10" cy="40"/>
              </a:xfrm>
              <a:custGeom>
                <a:avLst/>
                <a:gdLst>
                  <a:gd name="T0" fmla="*/ 16 w 8"/>
                  <a:gd name="T1" fmla="*/ 0 h 30"/>
                  <a:gd name="T2" fmla="*/ 0 w 8"/>
                  <a:gd name="T3" fmla="*/ 7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0">
                    <a:moveTo>
                      <a:pt x="8" y="0"/>
                    </a:moveTo>
                    <a:cubicBezTo>
                      <a:pt x="2" y="9"/>
                      <a:pt x="0" y="2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74" name="Freeform 2967">
                <a:extLst>
                  <a:ext uri="{FF2B5EF4-FFF2-40B4-BE49-F238E27FC236}">
                    <a16:creationId xmlns:a16="http://schemas.microsoft.com/office/drawing/2014/main" id="{D37C6287-EE12-4FD5-BF09-7D933BF21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469"/>
                <a:ext cx="34" cy="24"/>
              </a:xfrm>
              <a:custGeom>
                <a:avLst/>
                <a:gdLst>
                  <a:gd name="T0" fmla="*/ 44 w 27"/>
                  <a:gd name="T1" fmla="*/ 43 h 18"/>
                  <a:gd name="T2" fmla="*/ 53 w 27"/>
                  <a:gd name="T3" fmla="*/ 20 h 18"/>
                  <a:gd name="T4" fmla="*/ 24 w 27"/>
                  <a:gd name="T5" fmla="*/ 36 h 18"/>
                  <a:gd name="T6" fmla="*/ 44 w 27"/>
                  <a:gd name="T7" fmla="*/ 12 h 18"/>
                  <a:gd name="T8" fmla="*/ 0 w 27"/>
                  <a:gd name="T9" fmla="*/ 2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22" y="18"/>
                    </a:moveTo>
                    <a:cubicBezTo>
                      <a:pt x="25" y="16"/>
                      <a:pt x="27" y="12"/>
                      <a:pt x="26" y="8"/>
                    </a:cubicBezTo>
                    <a:cubicBezTo>
                      <a:pt x="21" y="7"/>
                      <a:pt x="15" y="11"/>
                      <a:pt x="12" y="15"/>
                    </a:cubicBezTo>
                    <a:cubicBezTo>
                      <a:pt x="16" y="14"/>
                      <a:pt x="24" y="10"/>
                      <a:pt x="22" y="5"/>
                    </a:cubicBezTo>
                    <a:cubicBezTo>
                      <a:pt x="20" y="0"/>
                      <a:pt x="3" y="10"/>
                      <a:pt x="0" y="11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75" name="Freeform 2968">
                <a:extLst>
                  <a:ext uri="{FF2B5EF4-FFF2-40B4-BE49-F238E27FC236}">
                    <a16:creationId xmlns:a16="http://schemas.microsoft.com/office/drawing/2014/main" id="{2DBC770C-7873-462B-8E61-254E1CB12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3375"/>
                <a:ext cx="18" cy="22"/>
              </a:xfrm>
              <a:custGeom>
                <a:avLst/>
                <a:gdLst>
                  <a:gd name="T0" fmla="*/ 22 w 14"/>
                  <a:gd name="T1" fmla="*/ 36 h 17"/>
                  <a:gd name="T2" fmla="*/ 22 w 14"/>
                  <a:gd name="T3" fmla="*/ 0 h 17"/>
                  <a:gd name="T4" fmla="*/ 0 w 14"/>
                  <a:gd name="T5" fmla="*/ 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10" y="17"/>
                    </a:moveTo>
                    <a:cubicBezTo>
                      <a:pt x="14" y="12"/>
                      <a:pt x="14" y="5"/>
                      <a:pt x="10" y="0"/>
                    </a:cubicBezTo>
                    <a:cubicBezTo>
                      <a:pt x="1" y="2"/>
                      <a:pt x="2" y="11"/>
                      <a:pt x="0" y="17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76" name="Freeform 2969">
                <a:extLst>
                  <a:ext uri="{FF2B5EF4-FFF2-40B4-BE49-F238E27FC236}">
                    <a16:creationId xmlns:a16="http://schemas.microsoft.com/office/drawing/2014/main" id="{69153F28-DE85-4B24-B55E-C5D3DBF2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3293"/>
                <a:ext cx="20" cy="19"/>
              </a:xfrm>
              <a:custGeom>
                <a:avLst/>
                <a:gdLst>
                  <a:gd name="T0" fmla="*/ 0 w 16"/>
                  <a:gd name="T1" fmla="*/ 5 h 14"/>
                  <a:gd name="T2" fmla="*/ 1 w 16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2"/>
                    </a:moveTo>
                    <a:cubicBezTo>
                      <a:pt x="16" y="0"/>
                      <a:pt x="14" y="14"/>
                      <a:pt x="1" y="14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77" name="Freeform 2970">
                <a:extLst>
                  <a:ext uri="{FF2B5EF4-FFF2-40B4-BE49-F238E27FC236}">
                    <a16:creationId xmlns:a16="http://schemas.microsoft.com/office/drawing/2014/main" id="{95BB9C52-029A-4ED9-AF3A-5E12C7811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3231"/>
                <a:ext cx="25" cy="16"/>
              </a:xfrm>
              <a:custGeom>
                <a:avLst/>
                <a:gdLst>
                  <a:gd name="T0" fmla="*/ 8 w 20"/>
                  <a:gd name="T1" fmla="*/ 23 h 12"/>
                  <a:gd name="T2" fmla="*/ 39 w 20"/>
                  <a:gd name="T3" fmla="*/ 27 h 12"/>
                  <a:gd name="T4" fmla="*/ 0 w 2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4" y="10"/>
                    </a:moveTo>
                    <a:cubicBezTo>
                      <a:pt x="9" y="12"/>
                      <a:pt x="15" y="12"/>
                      <a:pt x="20" y="11"/>
                    </a:cubicBezTo>
                    <a:cubicBezTo>
                      <a:pt x="20" y="2"/>
                      <a:pt x="7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78" name="Freeform 2971">
                <a:extLst>
                  <a:ext uri="{FF2B5EF4-FFF2-40B4-BE49-F238E27FC236}">
                    <a16:creationId xmlns:a16="http://schemas.microsoft.com/office/drawing/2014/main" id="{A7DCB0CB-F564-4BC2-B82D-DDC45C4C8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3140"/>
                <a:ext cx="17" cy="17"/>
              </a:xfrm>
              <a:custGeom>
                <a:avLst/>
                <a:gdLst>
                  <a:gd name="T0" fmla="*/ 0 w 13"/>
                  <a:gd name="T1" fmla="*/ 0 h 13"/>
                  <a:gd name="T2" fmla="*/ 29 w 13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2" y="7"/>
                      <a:pt x="8" y="10"/>
                      <a:pt x="13" y="13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79" name="Freeform 2972">
                <a:extLst>
                  <a:ext uri="{FF2B5EF4-FFF2-40B4-BE49-F238E27FC236}">
                    <a16:creationId xmlns:a16="http://schemas.microsoft.com/office/drawing/2014/main" id="{3C04BA10-8A87-4998-828E-A4E26127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3257"/>
                <a:ext cx="20" cy="18"/>
              </a:xfrm>
              <a:custGeom>
                <a:avLst/>
                <a:gdLst>
                  <a:gd name="T0" fmla="*/ 14 w 16"/>
                  <a:gd name="T1" fmla="*/ 0 h 13"/>
                  <a:gd name="T2" fmla="*/ 0 w 16"/>
                  <a:gd name="T3" fmla="*/ 33 h 13"/>
                  <a:gd name="T4" fmla="*/ 31 w 16"/>
                  <a:gd name="T5" fmla="*/ 1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7" y="0"/>
                    </a:moveTo>
                    <a:cubicBezTo>
                      <a:pt x="3" y="4"/>
                      <a:pt x="0" y="8"/>
                      <a:pt x="0" y="12"/>
                    </a:cubicBezTo>
                    <a:cubicBezTo>
                      <a:pt x="6" y="13"/>
                      <a:pt x="13" y="10"/>
                      <a:pt x="16" y="5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80" name="Freeform 2973">
                <a:extLst>
                  <a:ext uri="{FF2B5EF4-FFF2-40B4-BE49-F238E27FC236}">
                    <a16:creationId xmlns:a16="http://schemas.microsoft.com/office/drawing/2014/main" id="{E50E6644-844F-459D-8F50-7264A80AF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67"/>
                <a:ext cx="30" cy="26"/>
              </a:xfrm>
              <a:custGeom>
                <a:avLst/>
                <a:gdLst>
                  <a:gd name="T0" fmla="*/ 0 w 24"/>
                  <a:gd name="T1" fmla="*/ 27 h 20"/>
                  <a:gd name="T2" fmla="*/ 30 w 24"/>
                  <a:gd name="T3" fmla="*/ 43 h 20"/>
                  <a:gd name="T4" fmla="*/ 13 w 2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0" y="12"/>
                    </a:moveTo>
                    <a:cubicBezTo>
                      <a:pt x="3" y="13"/>
                      <a:pt x="13" y="20"/>
                      <a:pt x="15" y="19"/>
                    </a:cubicBezTo>
                    <a:cubicBezTo>
                      <a:pt x="24" y="15"/>
                      <a:pt x="9" y="4"/>
                      <a:pt x="6" y="0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81" name="Freeform 2974">
                <a:extLst>
                  <a:ext uri="{FF2B5EF4-FFF2-40B4-BE49-F238E27FC236}">
                    <a16:creationId xmlns:a16="http://schemas.microsoft.com/office/drawing/2014/main" id="{BFFC82D8-5E37-4093-BF95-6873791E3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3467"/>
                <a:ext cx="9" cy="37"/>
              </a:xfrm>
              <a:custGeom>
                <a:avLst/>
                <a:gdLst>
                  <a:gd name="T0" fmla="*/ 10 w 7"/>
                  <a:gd name="T1" fmla="*/ 0 h 28"/>
                  <a:gd name="T2" fmla="*/ 10 w 7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8">
                    <a:moveTo>
                      <a:pt x="5" y="0"/>
                    </a:moveTo>
                    <a:cubicBezTo>
                      <a:pt x="7" y="10"/>
                      <a:pt x="0" y="19"/>
                      <a:pt x="5" y="28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82" name="Freeform 2975">
                <a:extLst>
                  <a:ext uri="{FF2B5EF4-FFF2-40B4-BE49-F238E27FC236}">
                    <a16:creationId xmlns:a16="http://schemas.microsoft.com/office/drawing/2014/main" id="{27C73510-AD4F-4E28-A80D-0FED147DE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3436"/>
                <a:ext cx="21" cy="8"/>
              </a:xfrm>
              <a:custGeom>
                <a:avLst/>
                <a:gdLst>
                  <a:gd name="T0" fmla="*/ 0 w 17"/>
                  <a:gd name="T1" fmla="*/ 15 h 6"/>
                  <a:gd name="T2" fmla="*/ 32 w 1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6"/>
                    </a:moveTo>
                    <a:cubicBezTo>
                      <a:pt x="6" y="6"/>
                      <a:pt x="12" y="3"/>
                      <a:pt x="17" y="0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83" name="Freeform 2976">
                <a:extLst>
                  <a:ext uri="{FF2B5EF4-FFF2-40B4-BE49-F238E27FC236}">
                    <a16:creationId xmlns:a16="http://schemas.microsoft.com/office/drawing/2014/main" id="{43661CA7-5145-4D8D-8C1B-B752FB480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489"/>
                <a:ext cx="17" cy="8"/>
              </a:xfrm>
              <a:custGeom>
                <a:avLst/>
                <a:gdLst>
                  <a:gd name="T0" fmla="*/ 0 w 14"/>
                  <a:gd name="T1" fmla="*/ 0 h 6"/>
                  <a:gd name="T2" fmla="*/ 25 w 14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cubicBezTo>
                      <a:pt x="5" y="1"/>
                      <a:pt x="10" y="4"/>
                      <a:pt x="14" y="6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84" name="Freeform 2977">
                <a:extLst>
                  <a:ext uri="{FF2B5EF4-FFF2-40B4-BE49-F238E27FC236}">
                    <a16:creationId xmlns:a16="http://schemas.microsoft.com/office/drawing/2014/main" id="{B228D4C7-5039-49FB-A921-5D793EA3A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644"/>
                <a:ext cx="30" cy="17"/>
              </a:xfrm>
              <a:custGeom>
                <a:avLst/>
                <a:gdLst>
                  <a:gd name="T0" fmla="*/ 5 w 24"/>
                  <a:gd name="T1" fmla="*/ 21 h 13"/>
                  <a:gd name="T2" fmla="*/ 48 w 24"/>
                  <a:gd name="T3" fmla="*/ 9 h 13"/>
                  <a:gd name="T4" fmla="*/ 0 w 24"/>
                  <a:gd name="T5" fmla="*/ 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2" y="9"/>
                    </a:moveTo>
                    <a:cubicBezTo>
                      <a:pt x="8" y="11"/>
                      <a:pt x="22" y="13"/>
                      <a:pt x="24" y="4"/>
                    </a:cubicBezTo>
                    <a:cubicBezTo>
                      <a:pt x="17" y="0"/>
                      <a:pt x="8" y="3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85" name="Freeform 2978">
                <a:extLst>
                  <a:ext uri="{FF2B5EF4-FFF2-40B4-BE49-F238E27FC236}">
                    <a16:creationId xmlns:a16="http://schemas.microsoft.com/office/drawing/2014/main" id="{E860FF44-4739-4923-BD79-1DB07F989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627"/>
                <a:ext cx="9" cy="24"/>
              </a:xfrm>
              <a:custGeom>
                <a:avLst/>
                <a:gdLst>
                  <a:gd name="T0" fmla="*/ 10 w 7"/>
                  <a:gd name="T1" fmla="*/ 0 h 18"/>
                  <a:gd name="T2" fmla="*/ 0 w 7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5" y="0"/>
                    </a:moveTo>
                    <a:cubicBezTo>
                      <a:pt x="7" y="8"/>
                      <a:pt x="2" y="11"/>
                      <a:pt x="0" y="18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86" name="Freeform 2979">
                <a:extLst>
                  <a:ext uri="{FF2B5EF4-FFF2-40B4-BE49-F238E27FC236}">
                    <a16:creationId xmlns:a16="http://schemas.microsoft.com/office/drawing/2014/main" id="{6BFAD4E5-460C-461C-93A2-6C268A0A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520"/>
                <a:ext cx="18" cy="25"/>
              </a:xfrm>
              <a:custGeom>
                <a:avLst/>
                <a:gdLst>
                  <a:gd name="T0" fmla="*/ 5 w 14"/>
                  <a:gd name="T1" fmla="*/ 0 h 19"/>
                  <a:gd name="T2" fmla="*/ 13 w 14"/>
                  <a:gd name="T3" fmla="*/ 42 h 19"/>
                  <a:gd name="T4" fmla="*/ 24 w 14"/>
                  <a:gd name="T5" fmla="*/ 1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2" y="0"/>
                    </a:moveTo>
                    <a:cubicBezTo>
                      <a:pt x="2" y="5"/>
                      <a:pt x="0" y="16"/>
                      <a:pt x="6" y="18"/>
                    </a:cubicBezTo>
                    <a:cubicBezTo>
                      <a:pt x="12" y="19"/>
                      <a:pt x="14" y="10"/>
                      <a:pt x="12" y="6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87" name="Freeform 2980">
                <a:extLst>
                  <a:ext uri="{FF2B5EF4-FFF2-40B4-BE49-F238E27FC236}">
                    <a16:creationId xmlns:a16="http://schemas.microsoft.com/office/drawing/2014/main" id="{BF1E3289-F8C4-4F96-B930-50EB94C2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577"/>
                <a:ext cx="27" cy="28"/>
              </a:xfrm>
              <a:custGeom>
                <a:avLst/>
                <a:gdLst>
                  <a:gd name="T0" fmla="*/ 9 w 22"/>
                  <a:gd name="T1" fmla="*/ 0 h 21"/>
                  <a:gd name="T2" fmla="*/ 33 w 22"/>
                  <a:gd name="T3" fmla="*/ 37 h 21"/>
                  <a:gd name="T4" fmla="*/ 1 w 22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1">
                    <a:moveTo>
                      <a:pt x="5" y="0"/>
                    </a:moveTo>
                    <a:cubicBezTo>
                      <a:pt x="9" y="2"/>
                      <a:pt x="22" y="10"/>
                      <a:pt x="18" y="16"/>
                    </a:cubicBezTo>
                    <a:cubicBezTo>
                      <a:pt x="14" y="21"/>
                      <a:pt x="0" y="13"/>
                      <a:pt x="1" y="8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88" name="Freeform 2981">
                <a:extLst>
                  <a:ext uri="{FF2B5EF4-FFF2-40B4-BE49-F238E27FC236}">
                    <a16:creationId xmlns:a16="http://schemas.microsoft.com/office/drawing/2014/main" id="{82441BC3-0A45-426E-BD3E-914E2005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671"/>
                <a:ext cx="22" cy="17"/>
              </a:xfrm>
              <a:custGeom>
                <a:avLst/>
                <a:gdLst>
                  <a:gd name="T0" fmla="*/ 0 w 18"/>
                  <a:gd name="T1" fmla="*/ 0 h 13"/>
                  <a:gd name="T2" fmla="*/ 33 w 18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0"/>
                    </a:moveTo>
                    <a:cubicBezTo>
                      <a:pt x="5" y="6"/>
                      <a:pt x="13" y="9"/>
                      <a:pt x="18" y="13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89" name="Freeform 2982">
                <a:extLst>
                  <a:ext uri="{FF2B5EF4-FFF2-40B4-BE49-F238E27FC236}">
                    <a16:creationId xmlns:a16="http://schemas.microsoft.com/office/drawing/2014/main" id="{C5020814-41DD-4704-8AE5-20B598D80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09"/>
                <a:ext cx="19" cy="15"/>
              </a:xfrm>
              <a:custGeom>
                <a:avLst/>
                <a:gdLst>
                  <a:gd name="T0" fmla="*/ 6 w 15"/>
                  <a:gd name="T1" fmla="*/ 0 h 11"/>
                  <a:gd name="T2" fmla="*/ 30 w 15"/>
                  <a:gd name="T3" fmla="*/ 5 h 11"/>
                  <a:gd name="T4" fmla="*/ 0 w 15"/>
                  <a:gd name="T5" fmla="*/ 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3" y="0"/>
                    </a:moveTo>
                    <a:cubicBezTo>
                      <a:pt x="7" y="0"/>
                      <a:pt x="11" y="0"/>
                      <a:pt x="15" y="2"/>
                    </a:cubicBezTo>
                    <a:cubicBezTo>
                      <a:pt x="15" y="10"/>
                      <a:pt x="6" y="11"/>
                      <a:pt x="0" y="8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90" name="Freeform 2983">
                <a:extLst>
                  <a:ext uri="{FF2B5EF4-FFF2-40B4-BE49-F238E27FC236}">
                    <a16:creationId xmlns:a16="http://schemas.microsoft.com/office/drawing/2014/main" id="{D2E1CDD6-501E-4602-8D87-B00043961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3035"/>
                <a:ext cx="23" cy="28"/>
              </a:xfrm>
              <a:custGeom>
                <a:avLst/>
                <a:gdLst>
                  <a:gd name="T0" fmla="*/ 37 w 18"/>
                  <a:gd name="T1" fmla="*/ 7 h 21"/>
                  <a:gd name="T2" fmla="*/ 8 w 18"/>
                  <a:gd name="T3" fmla="*/ 15 h 21"/>
                  <a:gd name="T4" fmla="*/ 36 w 18"/>
                  <a:gd name="T5" fmla="*/ 28 h 21"/>
                  <a:gd name="T6" fmla="*/ 0 w 18"/>
                  <a:gd name="T7" fmla="*/ 4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1">
                    <a:moveTo>
                      <a:pt x="18" y="3"/>
                    </a:moveTo>
                    <a:cubicBezTo>
                      <a:pt x="15" y="1"/>
                      <a:pt x="4" y="0"/>
                      <a:pt x="4" y="6"/>
                    </a:cubicBezTo>
                    <a:cubicBezTo>
                      <a:pt x="4" y="11"/>
                      <a:pt x="14" y="10"/>
                      <a:pt x="17" y="12"/>
                    </a:cubicBezTo>
                    <a:cubicBezTo>
                      <a:pt x="17" y="19"/>
                      <a:pt x="6" y="21"/>
                      <a:pt x="0" y="18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91" name="Freeform 2984">
                <a:extLst>
                  <a:ext uri="{FF2B5EF4-FFF2-40B4-BE49-F238E27FC236}">
                    <a16:creationId xmlns:a16="http://schemas.microsoft.com/office/drawing/2014/main" id="{FDA35E96-36A2-46EC-B7F0-29652DE98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940"/>
                <a:ext cx="15" cy="21"/>
              </a:xfrm>
              <a:custGeom>
                <a:avLst/>
                <a:gdLst>
                  <a:gd name="T0" fmla="*/ 5 w 12"/>
                  <a:gd name="T1" fmla="*/ 0 h 16"/>
                  <a:gd name="T2" fmla="*/ 24 w 12"/>
                  <a:gd name="T3" fmla="*/ 34 h 16"/>
                  <a:gd name="T4" fmla="*/ 0 w 12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2" y="0"/>
                    </a:moveTo>
                    <a:cubicBezTo>
                      <a:pt x="5" y="6"/>
                      <a:pt x="11" y="9"/>
                      <a:pt x="12" y="15"/>
                    </a:cubicBezTo>
                    <a:cubicBezTo>
                      <a:pt x="7" y="16"/>
                      <a:pt x="2" y="16"/>
                      <a:pt x="0" y="11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92" name="Freeform 2985">
                <a:extLst>
                  <a:ext uri="{FF2B5EF4-FFF2-40B4-BE49-F238E27FC236}">
                    <a16:creationId xmlns:a16="http://schemas.microsoft.com/office/drawing/2014/main" id="{4B4A33E5-39BF-42A3-8688-6C0154E17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852"/>
                <a:ext cx="28" cy="28"/>
              </a:xfrm>
              <a:custGeom>
                <a:avLst/>
                <a:gdLst>
                  <a:gd name="T0" fmla="*/ 7 w 23"/>
                  <a:gd name="T1" fmla="*/ 0 h 21"/>
                  <a:gd name="T2" fmla="*/ 0 w 23"/>
                  <a:gd name="T3" fmla="*/ 1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1">
                    <a:moveTo>
                      <a:pt x="4" y="0"/>
                    </a:moveTo>
                    <a:cubicBezTo>
                      <a:pt x="23" y="9"/>
                      <a:pt x="6" y="21"/>
                      <a:pt x="0" y="6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93" name="Freeform 2986">
                <a:extLst>
                  <a:ext uri="{FF2B5EF4-FFF2-40B4-BE49-F238E27FC236}">
                    <a16:creationId xmlns:a16="http://schemas.microsoft.com/office/drawing/2014/main" id="{5E0E1CED-A83E-450D-943A-3930399A4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729"/>
                <a:ext cx="2" cy="23"/>
              </a:xfrm>
              <a:custGeom>
                <a:avLst/>
                <a:gdLst>
                  <a:gd name="T0" fmla="*/ 2 w 2"/>
                  <a:gd name="T1" fmla="*/ 0 h 17"/>
                  <a:gd name="T2" fmla="*/ 0 w 2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2" y="0"/>
                    </a:moveTo>
                    <a:cubicBezTo>
                      <a:pt x="1" y="6"/>
                      <a:pt x="1" y="12"/>
                      <a:pt x="0" y="17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94" name="Freeform 2987">
                <a:extLst>
                  <a:ext uri="{FF2B5EF4-FFF2-40B4-BE49-F238E27FC236}">
                    <a16:creationId xmlns:a16="http://schemas.microsoft.com/office/drawing/2014/main" id="{110FC03F-6235-4CF5-B90B-A68661820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780"/>
                <a:ext cx="24" cy="20"/>
              </a:xfrm>
              <a:custGeom>
                <a:avLst/>
                <a:gdLst>
                  <a:gd name="T0" fmla="*/ 1 w 19"/>
                  <a:gd name="T1" fmla="*/ 5 h 15"/>
                  <a:gd name="T2" fmla="*/ 37 w 19"/>
                  <a:gd name="T3" fmla="*/ 15 h 15"/>
                  <a:gd name="T4" fmla="*/ 0 w 19"/>
                  <a:gd name="T5" fmla="*/ 2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1" y="2"/>
                    </a:moveTo>
                    <a:cubicBezTo>
                      <a:pt x="5" y="2"/>
                      <a:pt x="18" y="0"/>
                      <a:pt x="18" y="6"/>
                    </a:cubicBezTo>
                    <a:cubicBezTo>
                      <a:pt x="19" y="15"/>
                      <a:pt x="5" y="11"/>
                      <a:pt x="0" y="10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95" name="Freeform 2988">
                <a:extLst>
                  <a:ext uri="{FF2B5EF4-FFF2-40B4-BE49-F238E27FC236}">
                    <a16:creationId xmlns:a16="http://schemas.microsoft.com/office/drawing/2014/main" id="{550B69AF-CAC7-46A6-97ED-3AD4AAE25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751"/>
                <a:ext cx="27" cy="29"/>
              </a:xfrm>
              <a:custGeom>
                <a:avLst/>
                <a:gdLst>
                  <a:gd name="T0" fmla="*/ 13 w 21"/>
                  <a:gd name="T1" fmla="*/ 0 h 22"/>
                  <a:gd name="T2" fmla="*/ 1 w 21"/>
                  <a:gd name="T3" fmla="*/ 26 h 22"/>
                  <a:gd name="T4" fmla="*/ 30 w 21"/>
                  <a:gd name="T5" fmla="*/ 9 h 22"/>
                  <a:gd name="T6" fmla="*/ 28 w 21"/>
                  <a:gd name="T7" fmla="*/ 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6" y="0"/>
                    </a:moveTo>
                    <a:cubicBezTo>
                      <a:pt x="1" y="1"/>
                      <a:pt x="0" y="7"/>
                      <a:pt x="1" y="11"/>
                    </a:cubicBezTo>
                    <a:cubicBezTo>
                      <a:pt x="8" y="13"/>
                      <a:pt x="10" y="8"/>
                      <a:pt x="14" y="4"/>
                    </a:cubicBezTo>
                    <a:cubicBezTo>
                      <a:pt x="21" y="9"/>
                      <a:pt x="18" y="17"/>
                      <a:pt x="13" y="22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96" name="Freeform 2989">
                <a:extLst>
                  <a:ext uri="{FF2B5EF4-FFF2-40B4-BE49-F238E27FC236}">
                    <a16:creationId xmlns:a16="http://schemas.microsoft.com/office/drawing/2014/main" id="{F97C5AAE-9E57-47D7-A1B0-4DA1092C6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893"/>
                <a:ext cx="7" cy="15"/>
              </a:xfrm>
              <a:custGeom>
                <a:avLst/>
                <a:gdLst>
                  <a:gd name="T0" fmla="*/ 9 w 6"/>
                  <a:gd name="T1" fmla="*/ 0 h 11"/>
                  <a:gd name="T2" fmla="*/ 0 w 6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5" y="5"/>
                      <a:pt x="3" y="8"/>
                      <a:pt x="0" y="11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97" name="Freeform 2990">
                <a:extLst>
                  <a:ext uri="{FF2B5EF4-FFF2-40B4-BE49-F238E27FC236}">
                    <a16:creationId xmlns:a16="http://schemas.microsoft.com/office/drawing/2014/main" id="{9D49550F-83AD-4D5F-9D19-4383C4EE4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845"/>
                <a:ext cx="11" cy="27"/>
              </a:xfrm>
              <a:custGeom>
                <a:avLst/>
                <a:gdLst>
                  <a:gd name="T0" fmla="*/ 0 w 9"/>
                  <a:gd name="T1" fmla="*/ 0 h 20"/>
                  <a:gd name="T2" fmla="*/ 16 w 9"/>
                  <a:gd name="T3" fmla="*/ 4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0" y="0"/>
                    </a:moveTo>
                    <a:cubicBezTo>
                      <a:pt x="1" y="8"/>
                      <a:pt x="6" y="14"/>
                      <a:pt x="9" y="20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98" name="Freeform 2991">
                <a:extLst>
                  <a:ext uri="{FF2B5EF4-FFF2-40B4-BE49-F238E27FC236}">
                    <a16:creationId xmlns:a16="http://schemas.microsoft.com/office/drawing/2014/main" id="{A88EC1E1-61B0-4965-9D76-D43024367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913"/>
                <a:ext cx="16" cy="1"/>
              </a:xfrm>
              <a:custGeom>
                <a:avLst/>
                <a:gdLst>
                  <a:gd name="T0" fmla="*/ 0 w 13"/>
                  <a:gd name="T1" fmla="*/ 0 h 1"/>
                  <a:gd name="T2" fmla="*/ 25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0"/>
                    </a:moveTo>
                    <a:cubicBezTo>
                      <a:pt x="4" y="0"/>
                      <a:pt x="9" y="0"/>
                      <a:pt x="13" y="0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99" name="Freeform 2992">
                <a:extLst>
                  <a:ext uri="{FF2B5EF4-FFF2-40B4-BE49-F238E27FC236}">
                    <a16:creationId xmlns:a16="http://schemas.microsoft.com/office/drawing/2014/main" id="{4F6F5391-7D21-42E8-8015-94B72F955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3005"/>
                <a:ext cx="30" cy="36"/>
              </a:xfrm>
              <a:custGeom>
                <a:avLst/>
                <a:gdLst>
                  <a:gd name="T0" fmla="*/ 10 w 24"/>
                  <a:gd name="T1" fmla="*/ 15 h 27"/>
                  <a:gd name="T2" fmla="*/ 0 w 24"/>
                  <a:gd name="T3" fmla="*/ 2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7">
                    <a:moveTo>
                      <a:pt x="5" y="6"/>
                    </a:moveTo>
                    <a:cubicBezTo>
                      <a:pt x="24" y="0"/>
                      <a:pt x="14" y="27"/>
                      <a:pt x="0" y="12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00" name="Freeform 2993">
                <a:extLst>
                  <a:ext uri="{FF2B5EF4-FFF2-40B4-BE49-F238E27FC236}">
                    <a16:creationId xmlns:a16="http://schemas.microsoft.com/office/drawing/2014/main" id="{A47E0F0C-6328-48CC-9E37-055D7C22B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955"/>
                <a:ext cx="34" cy="8"/>
              </a:xfrm>
              <a:custGeom>
                <a:avLst/>
                <a:gdLst>
                  <a:gd name="T0" fmla="*/ 1 w 27"/>
                  <a:gd name="T1" fmla="*/ 0 h 6"/>
                  <a:gd name="T2" fmla="*/ 0 w 27"/>
                  <a:gd name="T3" fmla="*/ 7 h 6"/>
                  <a:gd name="T4" fmla="*/ 54 w 27"/>
                  <a:gd name="T5" fmla="*/ 9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6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7" y="6"/>
                      <a:pt x="18" y="6"/>
                      <a:pt x="27" y="4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01" name="Freeform 2994">
                <a:extLst>
                  <a:ext uri="{FF2B5EF4-FFF2-40B4-BE49-F238E27FC236}">
                    <a16:creationId xmlns:a16="http://schemas.microsoft.com/office/drawing/2014/main" id="{60C70364-F405-4502-9725-B5ACE8173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097"/>
                <a:ext cx="36" cy="27"/>
              </a:xfrm>
              <a:custGeom>
                <a:avLst/>
                <a:gdLst>
                  <a:gd name="T0" fmla="*/ 26 w 29"/>
                  <a:gd name="T1" fmla="*/ 42 h 20"/>
                  <a:gd name="T2" fmla="*/ 25 w 29"/>
                  <a:gd name="T3" fmla="*/ 47 h 20"/>
                  <a:gd name="T4" fmla="*/ 0 w 29"/>
                  <a:gd name="T5" fmla="*/ 4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0">
                    <a:moveTo>
                      <a:pt x="14" y="17"/>
                    </a:moveTo>
                    <a:cubicBezTo>
                      <a:pt x="13" y="19"/>
                      <a:pt x="12" y="20"/>
                      <a:pt x="13" y="19"/>
                    </a:cubicBezTo>
                    <a:cubicBezTo>
                      <a:pt x="29" y="0"/>
                      <a:pt x="4" y="1"/>
                      <a:pt x="0" y="17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02" name="Freeform 2995">
                <a:extLst>
                  <a:ext uri="{FF2B5EF4-FFF2-40B4-BE49-F238E27FC236}">
                    <a16:creationId xmlns:a16="http://schemas.microsoft.com/office/drawing/2014/main" id="{4A3EFF9E-A3E9-4850-AF7B-6C7E56417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037"/>
                <a:ext cx="10" cy="15"/>
              </a:xfrm>
              <a:custGeom>
                <a:avLst/>
                <a:gdLst>
                  <a:gd name="T0" fmla="*/ 16 w 8"/>
                  <a:gd name="T1" fmla="*/ 0 h 11"/>
                  <a:gd name="T2" fmla="*/ 0 w 8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4" y="3"/>
                      <a:pt x="2" y="7"/>
                      <a:pt x="0" y="11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03" name="Freeform 2996">
                <a:extLst>
                  <a:ext uri="{FF2B5EF4-FFF2-40B4-BE49-F238E27FC236}">
                    <a16:creationId xmlns:a16="http://schemas.microsoft.com/office/drawing/2014/main" id="{40263B22-8A02-4A96-89CD-63611347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3040"/>
                <a:ext cx="12" cy="12"/>
              </a:xfrm>
              <a:custGeom>
                <a:avLst/>
                <a:gdLst>
                  <a:gd name="T0" fmla="*/ 0 w 10"/>
                  <a:gd name="T1" fmla="*/ 0 h 9"/>
                  <a:gd name="T2" fmla="*/ 17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3"/>
                      <a:pt x="7" y="6"/>
                      <a:pt x="10" y="9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04" name="Freeform 2997">
                <a:extLst>
                  <a:ext uri="{FF2B5EF4-FFF2-40B4-BE49-F238E27FC236}">
                    <a16:creationId xmlns:a16="http://schemas.microsoft.com/office/drawing/2014/main" id="{AF3C02F3-D551-4E2B-BBF7-81037C276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097"/>
                <a:ext cx="19" cy="20"/>
              </a:xfrm>
              <a:custGeom>
                <a:avLst/>
                <a:gdLst>
                  <a:gd name="T0" fmla="*/ 30 w 15"/>
                  <a:gd name="T1" fmla="*/ 0 h 15"/>
                  <a:gd name="T2" fmla="*/ 0 w 15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15" y="0"/>
                    </a:moveTo>
                    <a:cubicBezTo>
                      <a:pt x="9" y="5"/>
                      <a:pt x="5" y="10"/>
                      <a:pt x="0" y="15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05" name="Freeform 2998">
                <a:extLst>
                  <a:ext uri="{FF2B5EF4-FFF2-40B4-BE49-F238E27FC236}">
                    <a16:creationId xmlns:a16="http://schemas.microsoft.com/office/drawing/2014/main" id="{557958B0-8E87-49CF-B7A5-5DBDDEB59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3193"/>
                <a:ext cx="11" cy="22"/>
              </a:xfrm>
              <a:custGeom>
                <a:avLst/>
                <a:gdLst>
                  <a:gd name="T0" fmla="*/ 1 w 9"/>
                  <a:gd name="T1" fmla="*/ 0 h 16"/>
                  <a:gd name="T2" fmla="*/ 16 w 9"/>
                  <a:gd name="T3" fmla="*/ 4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1" y="0"/>
                    </a:moveTo>
                    <a:cubicBezTo>
                      <a:pt x="0" y="7"/>
                      <a:pt x="3" y="13"/>
                      <a:pt x="9" y="16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06" name="Freeform 2999">
                <a:extLst>
                  <a:ext uri="{FF2B5EF4-FFF2-40B4-BE49-F238E27FC236}">
                    <a16:creationId xmlns:a16="http://schemas.microsoft.com/office/drawing/2014/main" id="{B7A5F00C-6629-4778-85FB-EDE8C9E71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657"/>
                <a:ext cx="19" cy="15"/>
              </a:xfrm>
              <a:custGeom>
                <a:avLst/>
                <a:gdLst>
                  <a:gd name="T0" fmla="*/ 0 w 15"/>
                  <a:gd name="T1" fmla="*/ 0 h 11"/>
                  <a:gd name="T2" fmla="*/ 30 w 15"/>
                  <a:gd name="T3" fmla="*/ 10 h 11"/>
                  <a:gd name="T4" fmla="*/ 0 w 15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0" y="0"/>
                    </a:moveTo>
                    <a:cubicBezTo>
                      <a:pt x="5" y="2"/>
                      <a:pt x="10" y="2"/>
                      <a:pt x="15" y="4"/>
                    </a:cubicBezTo>
                    <a:cubicBezTo>
                      <a:pt x="14" y="11"/>
                      <a:pt x="5" y="10"/>
                      <a:pt x="0" y="9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07" name="Freeform 3000">
                <a:extLst>
                  <a:ext uri="{FF2B5EF4-FFF2-40B4-BE49-F238E27FC236}">
                    <a16:creationId xmlns:a16="http://schemas.microsoft.com/office/drawing/2014/main" id="{7377D93C-5432-4A04-A808-E6C334F1D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581"/>
                <a:ext cx="14" cy="7"/>
              </a:xfrm>
              <a:custGeom>
                <a:avLst/>
                <a:gdLst>
                  <a:gd name="T0" fmla="*/ 0 w 11"/>
                  <a:gd name="T1" fmla="*/ 0 h 5"/>
                  <a:gd name="T2" fmla="*/ 23 w 1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3" y="3"/>
                      <a:pt x="7" y="5"/>
                      <a:pt x="11" y="5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08" name="Freeform 3001">
                <a:extLst>
                  <a:ext uri="{FF2B5EF4-FFF2-40B4-BE49-F238E27FC236}">
                    <a16:creationId xmlns:a16="http://schemas.microsoft.com/office/drawing/2014/main" id="{9B7E7478-B0D1-4921-B86E-241322E2D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561"/>
                <a:ext cx="1" cy="11"/>
              </a:xfrm>
              <a:custGeom>
                <a:avLst/>
                <a:gdLst>
                  <a:gd name="T0" fmla="*/ 1 w 1"/>
                  <a:gd name="T1" fmla="*/ 0 h 8"/>
                  <a:gd name="T2" fmla="*/ 0 w 1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3"/>
                      <a:pt x="0" y="6"/>
                      <a:pt x="0" y="8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09" name="Freeform 3002">
                <a:extLst>
                  <a:ext uri="{FF2B5EF4-FFF2-40B4-BE49-F238E27FC236}">
                    <a16:creationId xmlns:a16="http://schemas.microsoft.com/office/drawing/2014/main" id="{4E51F1A1-4022-4B41-B5A0-57BB4B0E9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625"/>
                <a:ext cx="14" cy="19"/>
              </a:xfrm>
              <a:custGeom>
                <a:avLst/>
                <a:gdLst>
                  <a:gd name="T0" fmla="*/ 0 w 11"/>
                  <a:gd name="T1" fmla="*/ 0 h 14"/>
                  <a:gd name="T2" fmla="*/ 23 w 11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2" y="6"/>
                      <a:pt x="6" y="12"/>
                      <a:pt x="11" y="14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10" name="Freeform 3003">
                <a:extLst>
                  <a:ext uri="{FF2B5EF4-FFF2-40B4-BE49-F238E27FC236}">
                    <a16:creationId xmlns:a16="http://schemas.microsoft.com/office/drawing/2014/main" id="{34C294C2-85FC-4EAE-981B-444DEC6F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613"/>
                <a:ext cx="4" cy="16"/>
              </a:xfrm>
              <a:custGeom>
                <a:avLst/>
                <a:gdLst>
                  <a:gd name="T0" fmla="*/ 7 w 3"/>
                  <a:gd name="T1" fmla="*/ 0 h 12"/>
                  <a:gd name="T2" fmla="*/ 0 w 3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0" y="4"/>
                      <a:pt x="1" y="8"/>
                      <a:pt x="0" y="12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11" name="Freeform 3004">
                <a:extLst>
                  <a:ext uri="{FF2B5EF4-FFF2-40B4-BE49-F238E27FC236}">
                    <a16:creationId xmlns:a16="http://schemas.microsoft.com/office/drawing/2014/main" id="{CD3E861B-473C-4753-BF8D-1F54F730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712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4" y="1"/>
                      <a:pt x="6" y="0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12" name="Freeform 3005">
                <a:extLst>
                  <a:ext uri="{FF2B5EF4-FFF2-40B4-BE49-F238E27FC236}">
                    <a16:creationId xmlns:a16="http://schemas.microsoft.com/office/drawing/2014/main" id="{0C9A7DA6-A30D-4BDE-9038-55326D6A3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763"/>
                <a:ext cx="16" cy="5"/>
              </a:xfrm>
              <a:custGeom>
                <a:avLst/>
                <a:gdLst>
                  <a:gd name="T0" fmla="*/ 0 w 13"/>
                  <a:gd name="T1" fmla="*/ 0 h 4"/>
                  <a:gd name="T2" fmla="*/ 25 w 13"/>
                  <a:gd name="T3" fmla="*/ 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4" y="3"/>
                      <a:pt x="8" y="4"/>
                      <a:pt x="13" y="3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13" name="Freeform 3006">
                <a:extLst>
                  <a:ext uri="{FF2B5EF4-FFF2-40B4-BE49-F238E27FC236}">
                    <a16:creationId xmlns:a16="http://schemas.microsoft.com/office/drawing/2014/main" id="{205B078C-AA10-4262-930A-507EEC665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3001"/>
                <a:ext cx="7" cy="1"/>
              </a:xfrm>
              <a:custGeom>
                <a:avLst/>
                <a:gdLst>
                  <a:gd name="T0" fmla="*/ 0 w 6"/>
                  <a:gd name="T1" fmla="*/ 0 h 1"/>
                  <a:gd name="T2" fmla="*/ 9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14" name="Freeform 3007">
                <a:extLst>
                  <a:ext uri="{FF2B5EF4-FFF2-40B4-BE49-F238E27FC236}">
                    <a16:creationId xmlns:a16="http://schemas.microsoft.com/office/drawing/2014/main" id="{D3CA61EB-661F-4247-ADB5-A71A09856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3063"/>
                <a:ext cx="116" cy="216"/>
              </a:xfrm>
              <a:custGeom>
                <a:avLst/>
                <a:gdLst>
                  <a:gd name="T0" fmla="*/ 86 w 93"/>
                  <a:gd name="T1" fmla="*/ 228 h 162"/>
                  <a:gd name="T2" fmla="*/ 157 w 93"/>
                  <a:gd name="T3" fmla="*/ 364 h 162"/>
                  <a:gd name="T4" fmla="*/ 162 w 93"/>
                  <a:gd name="T5" fmla="*/ 251 h 162"/>
                  <a:gd name="T6" fmla="*/ 153 w 93"/>
                  <a:gd name="T7" fmla="*/ 169 h 162"/>
                  <a:gd name="T8" fmla="*/ 56 w 93"/>
                  <a:gd name="T9" fmla="*/ 36 h 162"/>
                  <a:gd name="T10" fmla="*/ 86 w 93"/>
                  <a:gd name="T11" fmla="*/ 228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162">
                    <a:moveTo>
                      <a:pt x="44" y="96"/>
                    </a:moveTo>
                    <a:cubicBezTo>
                      <a:pt x="50" y="114"/>
                      <a:pt x="68" y="162"/>
                      <a:pt x="81" y="154"/>
                    </a:cubicBezTo>
                    <a:cubicBezTo>
                      <a:pt x="93" y="146"/>
                      <a:pt x="83" y="120"/>
                      <a:pt x="83" y="106"/>
                    </a:cubicBezTo>
                    <a:cubicBezTo>
                      <a:pt x="83" y="92"/>
                      <a:pt x="85" y="86"/>
                      <a:pt x="79" y="71"/>
                    </a:cubicBezTo>
                    <a:cubicBezTo>
                      <a:pt x="73" y="57"/>
                      <a:pt x="45" y="0"/>
                      <a:pt x="29" y="15"/>
                    </a:cubicBezTo>
                    <a:cubicBezTo>
                      <a:pt x="0" y="45"/>
                      <a:pt x="39" y="78"/>
                      <a:pt x="44" y="96"/>
                    </a:cubicBezTo>
                    <a:close/>
                  </a:path>
                </a:pathLst>
              </a:custGeom>
              <a:solidFill>
                <a:srgbClr val="E9A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15" name="Freeform 3008">
                <a:extLst>
                  <a:ext uri="{FF2B5EF4-FFF2-40B4-BE49-F238E27FC236}">
                    <a16:creationId xmlns:a16="http://schemas.microsoft.com/office/drawing/2014/main" id="{AE62E0CE-9B67-4910-89D4-81750B97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727"/>
                <a:ext cx="102" cy="194"/>
              </a:xfrm>
              <a:custGeom>
                <a:avLst/>
                <a:gdLst>
                  <a:gd name="T0" fmla="*/ 11 w 82"/>
                  <a:gd name="T1" fmla="*/ 27 h 146"/>
                  <a:gd name="T2" fmla="*/ 24 w 82"/>
                  <a:gd name="T3" fmla="*/ 145 h 146"/>
                  <a:gd name="T4" fmla="*/ 55 w 82"/>
                  <a:gd name="T5" fmla="*/ 263 h 146"/>
                  <a:gd name="T6" fmla="*/ 93 w 82"/>
                  <a:gd name="T7" fmla="*/ 263 h 146"/>
                  <a:gd name="T8" fmla="*/ 154 w 82"/>
                  <a:gd name="T9" fmla="*/ 130 h 146"/>
                  <a:gd name="T10" fmla="*/ 81 w 82"/>
                  <a:gd name="T11" fmla="*/ 70 h 146"/>
                  <a:gd name="T12" fmla="*/ 11 w 82"/>
                  <a:gd name="T13" fmla="*/ 27 h 1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46">
                    <a:moveTo>
                      <a:pt x="6" y="11"/>
                    </a:moveTo>
                    <a:cubicBezTo>
                      <a:pt x="0" y="28"/>
                      <a:pt x="12" y="44"/>
                      <a:pt x="12" y="62"/>
                    </a:cubicBezTo>
                    <a:cubicBezTo>
                      <a:pt x="12" y="80"/>
                      <a:pt x="20" y="100"/>
                      <a:pt x="28" y="112"/>
                    </a:cubicBezTo>
                    <a:cubicBezTo>
                      <a:pt x="36" y="124"/>
                      <a:pt x="44" y="146"/>
                      <a:pt x="48" y="112"/>
                    </a:cubicBezTo>
                    <a:cubicBezTo>
                      <a:pt x="52" y="78"/>
                      <a:pt x="82" y="78"/>
                      <a:pt x="80" y="56"/>
                    </a:cubicBezTo>
                    <a:cubicBezTo>
                      <a:pt x="78" y="34"/>
                      <a:pt x="57" y="51"/>
                      <a:pt x="42" y="30"/>
                    </a:cubicBezTo>
                    <a:cubicBezTo>
                      <a:pt x="26" y="8"/>
                      <a:pt x="11" y="0"/>
                      <a:pt x="6" y="11"/>
                    </a:cubicBezTo>
                    <a:close/>
                  </a:path>
                </a:pathLst>
              </a:custGeom>
              <a:solidFill>
                <a:srgbClr val="E9A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16" name="Freeform 3009">
                <a:extLst>
                  <a:ext uri="{FF2B5EF4-FFF2-40B4-BE49-F238E27FC236}">
                    <a16:creationId xmlns:a16="http://schemas.microsoft.com/office/drawing/2014/main" id="{9C00CAD3-7D86-4E1C-97CF-F3558FAE5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843"/>
                <a:ext cx="125" cy="164"/>
              </a:xfrm>
              <a:custGeom>
                <a:avLst/>
                <a:gdLst>
                  <a:gd name="T0" fmla="*/ 36 w 100"/>
                  <a:gd name="T1" fmla="*/ 15 h 123"/>
                  <a:gd name="T2" fmla="*/ 18 w 100"/>
                  <a:gd name="T3" fmla="*/ 144 h 123"/>
                  <a:gd name="T4" fmla="*/ 38 w 100"/>
                  <a:gd name="T5" fmla="*/ 249 h 123"/>
                  <a:gd name="T6" fmla="*/ 138 w 100"/>
                  <a:gd name="T7" fmla="*/ 244 h 123"/>
                  <a:gd name="T8" fmla="*/ 118 w 100"/>
                  <a:gd name="T9" fmla="*/ 172 h 123"/>
                  <a:gd name="T10" fmla="*/ 79 w 100"/>
                  <a:gd name="T11" fmla="*/ 92 h 123"/>
                  <a:gd name="T12" fmla="*/ 36 w 100"/>
                  <a:gd name="T13" fmla="*/ 15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123">
                    <a:moveTo>
                      <a:pt x="18" y="6"/>
                    </a:moveTo>
                    <a:cubicBezTo>
                      <a:pt x="0" y="14"/>
                      <a:pt x="5" y="39"/>
                      <a:pt x="9" y="61"/>
                    </a:cubicBezTo>
                    <a:cubicBezTo>
                      <a:pt x="13" y="83"/>
                      <a:pt x="9" y="87"/>
                      <a:pt x="19" y="105"/>
                    </a:cubicBezTo>
                    <a:cubicBezTo>
                      <a:pt x="29" y="123"/>
                      <a:pt x="40" y="107"/>
                      <a:pt x="70" y="103"/>
                    </a:cubicBezTo>
                    <a:cubicBezTo>
                      <a:pt x="100" y="99"/>
                      <a:pt x="76" y="77"/>
                      <a:pt x="60" y="73"/>
                    </a:cubicBezTo>
                    <a:cubicBezTo>
                      <a:pt x="44" y="69"/>
                      <a:pt x="48" y="63"/>
                      <a:pt x="40" y="39"/>
                    </a:cubicBezTo>
                    <a:cubicBezTo>
                      <a:pt x="32" y="15"/>
                      <a:pt x="32" y="0"/>
                      <a:pt x="18" y="6"/>
                    </a:cubicBezTo>
                    <a:close/>
                  </a:path>
                </a:pathLst>
              </a:custGeom>
              <a:solidFill>
                <a:srgbClr val="E9A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17" name="Freeform 3010">
                <a:extLst>
                  <a:ext uri="{FF2B5EF4-FFF2-40B4-BE49-F238E27FC236}">
                    <a16:creationId xmlns:a16="http://schemas.microsoft.com/office/drawing/2014/main" id="{141C210C-96F5-4478-A898-B496AD220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3401"/>
                <a:ext cx="72" cy="158"/>
              </a:xfrm>
              <a:custGeom>
                <a:avLst/>
                <a:gdLst>
                  <a:gd name="T0" fmla="*/ 24 w 58"/>
                  <a:gd name="T1" fmla="*/ 20 h 118"/>
                  <a:gd name="T2" fmla="*/ 15 w 58"/>
                  <a:gd name="T3" fmla="*/ 129 h 118"/>
                  <a:gd name="T4" fmla="*/ 24 w 58"/>
                  <a:gd name="T5" fmla="*/ 279 h 118"/>
                  <a:gd name="T6" fmla="*/ 84 w 58"/>
                  <a:gd name="T7" fmla="*/ 249 h 118"/>
                  <a:gd name="T8" fmla="*/ 65 w 58"/>
                  <a:gd name="T9" fmla="*/ 149 h 118"/>
                  <a:gd name="T10" fmla="*/ 24 w 58"/>
                  <a:gd name="T11" fmla="*/ 20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18">
                    <a:moveTo>
                      <a:pt x="12" y="8"/>
                    </a:moveTo>
                    <a:cubicBezTo>
                      <a:pt x="0" y="20"/>
                      <a:pt x="4" y="34"/>
                      <a:pt x="8" y="54"/>
                    </a:cubicBezTo>
                    <a:cubicBezTo>
                      <a:pt x="12" y="74"/>
                      <a:pt x="4" y="114"/>
                      <a:pt x="12" y="116"/>
                    </a:cubicBezTo>
                    <a:cubicBezTo>
                      <a:pt x="20" y="118"/>
                      <a:pt x="30" y="100"/>
                      <a:pt x="44" y="104"/>
                    </a:cubicBezTo>
                    <a:cubicBezTo>
                      <a:pt x="58" y="108"/>
                      <a:pt x="42" y="78"/>
                      <a:pt x="34" y="62"/>
                    </a:cubicBezTo>
                    <a:cubicBezTo>
                      <a:pt x="26" y="46"/>
                      <a:pt x="24" y="0"/>
                      <a:pt x="12" y="8"/>
                    </a:cubicBezTo>
                    <a:close/>
                  </a:path>
                </a:pathLst>
              </a:custGeom>
              <a:solidFill>
                <a:srgbClr val="E9A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18" name="Freeform 3011">
                <a:extLst>
                  <a:ext uri="{FF2B5EF4-FFF2-40B4-BE49-F238E27FC236}">
                    <a16:creationId xmlns:a16="http://schemas.microsoft.com/office/drawing/2014/main" id="{0A312555-5244-4A31-8EFA-F7DA89105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649"/>
                <a:ext cx="85" cy="79"/>
              </a:xfrm>
              <a:custGeom>
                <a:avLst/>
                <a:gdLst>
                  <a:gd name="T0" fmla="*/ 20 w 68"/>
                  <a:gd name="T1" fmla="*/ 15 h 59"/>
                  <a:gd name="T2" fmla="*/ 36 w 68"/>
                  <a:gd name="T3" fmla="*/ 139 h 59"/>
                  <a:gd name="T4" fmla="*/ 39 w 68"/>
                  <a:gd name="T5" fmla="*/ 142 h 59"/>
                  <a:gd name="T6" fmla="*/ 133 w 68"/>
                  <a:gd name="T7" fmla="*/ 142 h 59"/>
                  <a:gd name="T8" fmla="*/ 91 w 68"/>
                  <a:gd name="T9" fmla="*/ 100 h 59"/>
                  <a:gd name="T10" fmla="*/ 20 w 68"/>
                  <a:gd name="T11" fmla="*/ 15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59">
                    <a:moveTo>
                      <a:pt x="10" y="6"/>
                    </a:moveTo>
                    <a:cubicBezTo>
                      <a:pt x="6" y="12"/>
                      <a:pt x="0" y="24"/>
                      <a:pt x="18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2" y="55"/>
                      <a:pt x="56" y="50"/>
                      <a:pt x="46" y="42"/>
                    </a:cubicBezTo>
                    <a:cubicBezTo>
                      <a:pt x="18" y="20"/>
                      <a:pt x="14" y="0"/>
                      <a:pt x="10" y="6"/>
                    </a:cubicBezTo>
                    <a:close/>
                  </a:path>
                </a:pathLst>
              </a:custGeom>
              <a:solidFill>
                <a:srgbClr val="E9A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19" name="Freeform 3012">
                <a:extLst>
                  <a:ext uri="{FF2B5EF4-FFF2-40B4-BE49-F238E27FC236}">
                    <a16:creationId xmlns:a16="http://schemas.microsoft.com/office/drawing/2014/main" id="{FE7194D3-7E38-451A-BDCC-11D7DE680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132"/>
                <a:ext cx="72" cy="184"/>
              </a:xfrm>
              <a:custGeom>
                <a:avLst/>
                <a:gdLst>
                  <a:gd name="T0" fmla="*/ 53 w 58"/>
                  <a:gd name="T1" fmla="*/ 15 h 138"/>
                  <a:gd name="T2" fmla="*/ 101 w 58"/>
                  <a:gd name="T3" fmla="*/ 113 h 138"/>
                  <a:gd name="T4" fmla="*/ 70 w 58"/>
                  <a:gd name="T5" fmla="*/ 289 h 138"/>
                  <a:gd name="T6" fmla="*/ 11 w 58"/>
                  <a:gd name="T7" fmla="*/ 213 h 138"/>
                  <a:gd name="T8" fmla="*/ 53 w 58"/>
                  <a:gd name="T9" fmla="*/ 15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38">
                    <a:moveTo>
                      <a:pt x="28" y="6"/>
                    </a:moveTo>
                    <a:cubicBezTo>
                      <a:pt x="58" y="0"/>
                      <a:pt x="48" y="26"/>
                      <a:pt x="52" y="48"/>
                    </a:cubicBezTo>
                    <a:cubicBezTo>
                      <a:pt x="56" y="70"/>
                      <a:pt x="38" y="106"/>
                      <a:pt x="36" y="122"/>
                    </a:cubicBezTo>
                    <a:cubicBezTo>
                      <a:pt x="34" y="138"/>
                      <a:pt x="12" y="126"/>
                      <a:pt x="6" y="90"/>
                    </a:cubicBezTo>
                    <a:cubicBezTo>
                      <a:pt x="0" y="54"/>
                      <a:pt x="12" y="12"/>
                      <a:pt x="28" y="6"/>
                    </a:cubicBezTo>
                    <a:close/>
                  </a:path>
                </a:pathLst>
              </a:custGeom>
              <a:solidFill>
                <a:srgbClr val="E9A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20" name="Freeform 3013">
                <a:extLst>
                  <a:ext uri="{FF2B5EF4-FFF2-40B4-BE49-F238E27FC236}">
                    <a16:creationId xmlns:a16="http://schemas.microsoft.com/office/drawing/2014/main" id="{12A5305C-6260-42DD-8F02-CA535EA1D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547"/>
                <a:ext cx="62" cy="76"/>
              </a:xfrm>
              <a:custGeom>
                <a:avLst/>
                <a:gdLst>
                  <a:gd name="T0" fmla="*/ 0 w 50"/>
                  <a:gd name="T1" fmla="*/ 0 h 57"/>
                  <a:gd name="T2" fmla="*/ 56 w 50"/>
                  <a:gd name="T3" fmla="*/ 127 h 57"/>
                  <a:gd name="T4" fmla="*/ 89 w 50"/>
                  <a:gd name="T5" fmla="*/ 36 h 57"/>
                  <a:gd name="T6" fmla="*/ 95 w 50"/>
                  <a:gd name="T7" fmla="*/ 0 h 57"/>
                  <a:gd name="T8" fmla="*/ 0 w 50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7">
                    <a:moveTo>
                      <a:pt x="0" y="0"/>
                    </a:moveTo>
                    <a:cubicBezTo>
                      <a:pt x="6" y="32"/>
                      <a:pt x="19" y="57"/>
                      <a:pt x="29" y="53"/>
                    </a:cubicBezTo>
                    <a:cubicBezTo>
                      <a:pt x="39" y="49"/>
                      <a:pt x="37" y="35"/>
                      <a:pt x="47" y="15"/>
                    </a:cubicBezTo>
                    <a:cubicBezTo>
                      <a:pt x="49" y="11"/>
                      <a:pt x="50" y="5"/>
                      <a:pt x="5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A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21" name="Freeform 3014">
                <a:extLst>
                  <a:ext uri="{FF2B5EF4-FFF2-40B4-BE49-F238E27FC236}">
                    <a16:creationId xmlns:a16="http://schemas.microsoft.com/office/drawing/2014/main" id="{07DCB792-AFCB-4CC5-9972-F26CD2DA9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660"/>
                <a:ext cx="142" cy="101"/>
              </a:xfrm>
              <a:custGeom>
                <a:avLst/>
                <a:gdLst>
                  <a:gd name="T0" fmla="*/ 24 w 114"/>
                  <a:gd name="T1" fmla="*/ 37 h 76"/>
                  <a:gd name="T2" fmla="*/ 46 w 114"/>
                  <a:gd name="T3" fmla="*/ 145 h 76"/>
                  <a:gd name="T4" fmla="*/ 147 w 114"/>
                  <a:gd name="T5" fmla="*/ 136 h 76"/>
                  <a:gd name="T6" fmla="*/ 197 w 114"/>
                  <a:gd name="T7" fmla="*/ 52 h 76"/>
                  <a:gd name="T8" fmla="*/ 120 w 114"/>
                  <a:gd name="T9" fmla="*/ 48 h 76"/>
                  <a:gd name="T10" fmla="*/ 24 w 114"/>
                  <a:gd name="T11" fmla="*/ 37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76">
                    <a:moveTo>
                      <a:pt x="12" y="16"/>
                    </a:moveTo>
                    <a:cubicBezTo>
                      <a:pt x="12" y="48"/>
                      <a:pt x="0" y="48"/>
                      <a:pt x="24" y="62"/>
                    </a:cubicBezTo>
                    <a:cubicBezTo>
                      <a:pt x="48" y="76"/>
                      <a:pt x="56" y="62"/>
                      <a:pt x="76" y="58"/>
                    </a:cubicBezTo>
                    <a:cubicBezTo>
                      <a:pt x="96" y="54"/>
                      <a:pt x="114" y="38"/>
                      <a:pt x="102" y="22"/>
                    </a:cubicBezTo>
                    <a:cubicBezTo>
                      <a:pt x="90" y="6"/>
                      <a:pt x="84" y="24"/>
                      <a:pt x="62" y="20"/>
                    </a:cubicBezTo>
                    <a:cubicBezTo>
                      <a:pt x="40" y="16"/>
                      <a:pt x="14" y="0"/>
                      <a:pt x="12" y="16"/>
                    </a:cubicBezTo>
                    <a:close/>
                  </a:path>
                </a:pathLst>
              </a:custGeom>
              <a:solidFill>
                <a:srgbClr val="E9A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22" name="Freeform 3015">
                <a:extLst>
                  <a:ext uri="{FF2B5EF4-FFF2-40B4-BE49-F238E27FC236}">
                    <a16:creationId xmlns:a16="http://schemas.microsoft.com/office/drawing/2014/main" id="{5DB2A9AD-00E7-4F7D-91D1-D9DD87050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3507"/>
                <a:ext cx="100" cy="114"/>
              </a:xfrm>
              <a:custGeom>
                <a:avLst/>
                <a:gdLst>
                  <a:gd name="T0" fmla="*/ 20 w 80"/>
                  <a:gd name="T1" fmla="*/ 27 h 86"/>
                  <a:gd name="T2" fmla="*/ 36 w 80"/>
                  <a:gd name="T3" fmla="*/ 114 h 86"/>
                  <a:gd name="T4" fmla="*/ 68 w 80"/>
                  <a:gd name="T5" fmla="*/ 179 h 86"/>
                  <a:gd name="T6" fmla="*/ 123 w 80"/>
                  <a:gd name="T7" fmla="*/ 184 h 86"/>
                  <a:gd name="T8" fmla="*/ 138 w 80"/>
                  <a:gd name="T9" fmla="*/ 129 h 86"/>
                  <a:gd name="T10" fmla="*/ 83 w 80"/>
                  <a:gd name="T11" fmla="*/ 60 h 86"/>
                  <a:gd name="T12" fmla="*/ 20 w 80"/>
                  <a:gd name="T13" fmla="*/ 27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86">
                    <a:moveTo>
                      <a:pt x="10" y="11"/>
                    </a:moveTo>
                    <a:cubicBezTo>
                      <a:pt x="0" y="25"/>
                      <a:pt x="15" y="36"/>
                      <a:pt x="18" y="49"/>
                    </a:cubicBezTo>
                    <a:cubicBezTo>
                      <a:pt x="20" y="63"/>
                      <a:pt x="23" y="75"/>
                      <a:pt x="34" y="77"/>
                    </a:cubicBezTo>
                    <a:cubicBezTo>
                      <a:pt x="46" y="78"/>
                      <a:pt x="52" y="86"/>
                      <a:pt x="62" y="79"/>
                    </a:cubicBezTo>
                    <a:cubicBezTo>
                      <a:pt x="72" y="73"/>
                      <a:pt x="80" y="71"/>
                      <a:pt x="70" y="55"/>
                    </a:cubicBezTo>
                    <a:cubicBezTo>
                      <a:pt x="59" y="39"/>
                      <a:pt x="50" y="40"/>
                      <a:pt x="42" y="26"/>
                    </a:cubicBezTo>
                    <a:cubicBezTo>
                      <a:pt x="34" y="12"/>
                      <a:pt x="20" y="0"/>
                      <a:pt x="10" y="11"/>
                    </a:cubicBezTo>
                    <a:close/>
                  </a:path>
                </a:pathLst>
              </a:custGeom>
              <a:solidFill>
                <a:srgbClr val="E9A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23" name="Freeform 3016">
                <a:extLst>
                  <a:ext uri="{FF2B5EF4-FFF2-40B4-BE49-F238E27FC236}">
                    <a16:creationId xmlns:a16="http://schemas.microsoft.com/office/drawing/2014/main" id="{8F654FB4-3B63-4DD0-8A11-1C046E0F4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3063"/>
                <a:ext cx="116" cy="216"/>
              </a:xfrm>
              <a:custGeom>
                <a:avLst/>
                <a:gdLst>
                  <a:gd name="T0" fmla="*/ 86 w 93"/>
                  <a:gd name="T1" fmla="*/ 228 h 162"/>
                  <a:gd name="T2" fmla="*/ 157 w 93"/>
                  <a:gd name="T3" fmla="*/ 364 h 162"/>
                  <a:gd name="T4" fmla="*/ 162 w 93"/>
                  <a:gd name="T5" fmla="*/ 251 h 162"/>
                  <a:gd name="T6" fmla="*/ 153 w 93"/>
                  <a:gd name="T7" fmla="*/ 169 h 162"/>
                  <a:gd name="T8" fmla="*/ 56 w 93"/>
                  <a:gd name="T9" fmla="*/ 36 h 162"/>
                  <a:gd name="T10" fmla="*/ 86 w 93"/>
                  <a:gd name="T11" fmla="*/ 228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162">
                    <a:moveTo>
                      <a:pt x="44" y="96"/>
                    </a:moveTo>
                    <a:cubicBezTo>
                      <a:pt x="50" y="114"/>
                      <a:pt x="68" y="162"/>
                      <a:pt x="81" y="154"/>
                    </a:cubicBezTo>
                    <a:cubicBezTo>
                      <a:pt x="93" y="146"/>
                      <a:pt x="83" y="120"/>
                      <a:pt x="83" y="106"/>
                    </a:cubicBezTo>
                    <a:cubicBezTo>
                      <a:pt x="83" y="92"/>
                      <a:pt x="85" y="86"/>
                      <a:pt x="79" y="71"/>
                    </a:cubicBezTo>
                    <a:cubicBezTo>
                      <a:pt x="73" y="57"/>
                      <a:pt x="45" y="0"/>
                      <a:pt x="29" y="15"/>
                    </a:cubicBezTo>
                    <a:cubicBezTo>
                      <a:pt x="0" y="45"/>
                      <a:pt x="39" y="78"/>
                      <a:pt x="44" y="9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24" name="Freeform 3017">
                <a:extLst>
                  <a:ext uri="{FF2B5EF4-FFF2-40B4-BE49-F238E27FC236}">
                    <a16:creationId xmlns:a16="http://schemas.microsoft.com/office/drawing/2014/main" id="{A93726E2-77F9-48C3-AF98-DDB9718CF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727"/>
                <a:ext cx="102" cy="194"/>
              </a:xfrm>
              <a:custGeom>
                <a:avLst/>
                <a:gdLst>
                  <a:gd name="T0" fmla="*/ 11 w 82"/>
                  <a:gd name="T1" fmla="*/ 27 h 146"/>
                  <a:gd name="T2" fmla="*/ 24 w 82"/>
                  <a:gd name="T3" fmla="*/ 145 h 146"/>
                  <a:gd name="T4" fmla="*/ 55 w 82"/>
                  <a:gd name="T5" fmla="*/ 263 h 146"/>
                  <a:gd name="T6" fmla="*/ 93 w 82"/>
                  <a:gd name="T7" fmla="*/ 263 h 146"/>
                  <a:gd name="T8" fmla="*/ 154 w 82"/>
                  <a:gd name="T9" fmla="*/ 130 h 146"/>
                  <a:gd name="T10" fmla="*/ 81 w 82"/>
                  <a:gd name="T11" fmla="*/ 70 h 146"/>
                  <a:gd name="T12" fmla="*/ 11 w 82"/>
                  <a:gd name="T13" fmla="*/ 27 h 1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46">
                    <a:moveTo>
                      <a:pt x="6" y="11"/>
                    </a:moveTo>
                    <a:cubicBezTo>
                      <a:pt x="0" y="28"/>
                      <a:pt x="12" y="44"/>
                      <a:pt x="12" y="62"/>
                    </a:cubicBezTo>
                    <a:cubicBezTo>
                      <a:pt x="12" y="80"/>
                      <a:pt x="20" y="100"/>
                      <a:pt x="28" y="112"/>
                    </a:cubicBezTo>
                    <a:cubicBezTo>
                      <a:pt x="36" y="124"/>
                      <a:pt x="44" y="146"/>
                      <a:pt x="48" y="112"/>
                    </a:cubicBezTo>
                    <a:cubicBezTo>
                      <a:pt x="52" y="78"/>
                      <a:pt x="82" y="78"/>
                      <a:pt x="80" y="56"/>
                    </a:cubicBezTo>
                    <a:cubicBezTo>
                      <a:pt x="78" y="34"/>
                      <a:pt x="57" y="51"/>
                      <a:pt x="42" y="30"/>
                    </a:cubicBezTo>
                    <a:cubicBezTo>
                      <a:pt x="26" y="8"/>
                      <a:pt x="11" y="0"/>
                      <a:pt x="6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25" name="Freeform 3018">
                <a:extLst>
                  <a:ext uri="{FF2B5EF4-FFF2-40B4-BE49-F238E27FC236}">
                    <a16:creationId xmlns:a16="http://schemas.microsoft.com/office/drawing/2014/main" id="{82A623B8-679F-4608-ABB7-6C36FE0A4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843"/>
                <a:ext cx="125" cy="164"/>
              </a:xfrm>
              <a:custGeom>
                <a:avLst/>
                <a:gdLst>
                  <a:gd name="T0" fmla="*/ 36 w 100"/>
                  <a:gd name="T1" fmla="*/ 15 h 123"/>
                  <a:gd name="T2" fmla="*/ 18 w 100"/>
                  <a:gd name="T3" fmla="*/ 144 h 123"/>
                  <a:gd name="T4" fmla="*/ 38 w 100"/>
                  <a:gd name="T5" fmla="*/ 249 h 123"/>
                  <a:gd name="T6" fmla="*/ 138 w 100"/>
                  <a:gd name="T7" fmla="*/ 244 h 123"/>
                  <a:gd name="T8" fmla="*/ 118 w 100"/>
                  <a:gd name="T9" fmla="*/ 172 h 123"/>
                  <a:gd name="T10" fmla="*/ 79 w 100"/>
                  <a:gd name="T11" fmla="*/ 92 h 123"/>
                  <a:gd name="T12" fmla="*/ 36 w 100"/>
                  <a:gd name="T13" fmla="*/ 15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123">
                    <a:moveTo>
                      <a:pt x="18" y="6"/>
                    </a:moveTo>
                    <a:cubicBezTo>
                      <a:pt x="0" y="14"/>
                      <a:pt x="5" y="39"/>
                      <a:pt x="9" y="61"/>
                    </a:cubicBezTo>
                    <a:cubicBezTo>
                      <a:pt x="13" y="83"/>
                      <a:pt x="9" y="87"/>
                      <a:pt x="19" y="105"/>
                    </a:cubicBezTo>
                    <a:cubicBezTo>
                      <a:pt x="29" y="123"/>
                      <a:pt x="40" y="107"/>
                      <a:pt x="70" y="103"/>
                    </a:cubicBezTo>
                    <a:cubicBezTo>
                      <a:pt x="100" y="99"/>
                      <a:pt x="76" y="77"/>
                      <a:pt x="60" y="73"/>
                    </a:cubicBezTo>
                    <a:cubicBezTo>
                      <a:pt x="44" y="69"/>
                      <a:pt x="48" y="63"/>
                      <a:pt x="40" y="39"/>
                    </a:cubicBezTo>
                    <a:cubicBezTo>
                      <a:pt x="32" y="15"/>
                      <a:pt x="32" y="0"/>
                      <a:pt x="18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26" name="Freeform 3019">
                <a:extLst>
                  <a:ext uri="{FF2B5EF4-FFF2-40B4-BE49-F238E27FC236}">
                    <a16:creationId xmlns:a16="http://schemas.microsoft.com/office/drawing/2014/main" id="{E465D60A-7A4B-4111-9F4B-A4BEC0DDE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3401"/>
                <a:ext cx="72" cy="158"/>
              </a:xfrm>
              <a:custGeom>
                <a:avLst/>
                <a:gdLst>
                  <a:gd name="T0" fmla="*/ 24 w 58"/>
                  <a:gd name="T1" fmla="*/ 20 h 118"/>
                  <a:gd name="T2" fmla="*/ 15 w 58"/>
                  <a:gd name="T3" fmla="*/ 129 h 118"/>
                  <a:gd name="T4" fmla="*/ 24 w 58"/>
                  <a:gd name="T5" fmla="*/ 279 h 118"/>
                  <a:gd name="T6" fmla="*/ 84 w 58"/>
                  <a:gd name="T7" fmla="*/ 249 h 118"/>
                  <a:gd name="T8" fmla="*/ 65 w 58"/>
                  <a:gd name="T9" fmla="*/ 149 h 118"/>
                  <a:gd name="T10" fmla="*/ 24 w 58"/>
                  <a:gd name="T11" fmla="*/ 20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18">
                    <a:moveTo>
                      <a:pt x="12" y="8"/>
                    </a:moveTo>
                    <a:cubicBezTo>
                      <a:pt x="0" y="20"/>
                      <a:pt x="4" y="34"/>
                      <a:pt x="8" y="54"/>
                    </a:cubicBezTo>
                    <a:cubicBezTo>
                      <a:pt x="12" y="74"/>
                      <a:pt x="4" y="114"/>
                      <a:pt x="12" y="116"/>
                    </a:cubicBezTo>
                    <a:cubicBezTo>
                      <a:pt x="20" y="118"/>
                      <a:pt x="30" y="100"/>
                      <a:pt x="44" y="104"/>
                    </a:cubicBezTo>
                    <a:cubicBezTo>
                      <a:pt x="58" y="108"/>
                      <a:pt x="42" y="78"/>
                      <a:pt x="34" y="62"/>
                    </a:cubicBezTo>
                    <a:cubicBezTo>
                      <a:pt x="26" y="46"/>
                      <a:pt x="24" y="0"/>
                      <a:pt x="12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27" name="Freeform 3020">
                <a:extLst>
                  <a:ext uri="{FF2B5EF4-FFF2-40B4-BE49-F238E27FC236}">
                    <a16:creationId xmlns:a16="http://schemas.microsoft.com/office/drawing/2014/main" id="{8E4247B1-5634-4055-8B71-C94AE73B6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649"/>
                <a:ext cx="85" cy="79"/>
              </a:xfrm>
              <a:custGeom>
                <a:avLst/>
                <a:gdLst>
                  <a:gd name="T0" fmla="*/ 20 w 68"/>
                  <a:gd name="T1" fmla="*/ 15 h 59"/>
                  <a:gd name="T2" fmla="*/ 36 w 68"/>
                  <a:gd name="T3" fmla="*/ 139 h 59"/>
                  <a:gd name="T4" fmla="*/ 39 w 68"/>
                  <a:gd name="T5" fmla="*/ 142 h 59"/>
                  <a:gd name="T6" fmla="*/ 133 w 68"/>
                  <a:gd name="T7" fmla="*/ 142 h 59"/>
                  <a:gd name="T8" fmla="*/ 91 w 68"/>
                  <a:gd name="T9" fmla="*/ 100 h 59"/>
                  <a:gd name="T10" fmla="*/ 20 w 68"/>
                  <a:gd name="T11" fmla="*/ 15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59">
                    <a:moveTo>
                      <a:pt x="10" y="6"/>
                    </a:moveTo>
                    <a:cubicBezTo>
                      <a:pt x="6" y="12"/>
                      <a:pt x="0" y="24"/>
                      <a:pt x="18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2" y="55"/>
                      <a:pt x="56" y="50"/>
                      <a:pt x="46" y="42"/>
                    </a:cubicBezTo>
                    <a:cubicBezTo>
                      <a:pt x="18" y="20"/>
                      <a:pt x="14" y="0"/>
                      <a:pt x="10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28" name="Freeform 3021">
                <a:extLst>
                  <a:ext uri="{FF2B5EF4-FFF2-40B4-BE49-F238E27FC236}">
                    <a16:creationId xmlns:a16="http://schemas.microsoft.com/office/drawing/2014/main" id="{CD59143E-CE1E-4832-AA2A-BCC5AF6C6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132"/>
                <a:ext cx="72" cy="184"/>
              </a:xfrm>
              <a:custGeom>
                <a:avLst/>
                <a:gdLst>
                  <a:gd name="T0" fmla="*/ 53 w 58"/>
                  <a:gd name="T1" fmla="*/ 15 h 138"/>
                  <a:gd name="T2" fmla="*/ 101 w 58"/>
                  <a:gd name="T3" fmla="*/ 113 h 138"/>
                  <a:gd name="T4" fmla="*/ 70 w 58"/>
                  <a:gd name="T5" fmla="*/ 289 h 138"/>
                  <a:gd name="T6" fmla="*/ 11 w 58"/>
                  <a:gd name="T7" fmla="*/ 213 h 138"/>
                  <a:gd name="T8" fmla="*/ 53 w 58"/>
                  <a:gd name="T9" fmla="*/ 15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38">
                    <a:moveTo>
                      <a:pt x="28" y="6"/>
                    </a:moveTo>
                    <a:cubicBezTo>
                      <a:pt x="58" y="0"/>
                      <a:pt x="48" y="26"/>
                      <a:pt x="52" y="48"/>
                    </a:cubicBezTo>
                    <a:cubicBezTo>
                      <a:pt x="56" y="70"/>
                      <a:pt x="38" y="106"/>
                      <a:pt x="36" y="122"/>
                    </a:cubicBezTo>
                    <a:cubicBezTo>
                      <a:pt x="34" y="138"/>
                      <a:pt x="12" y="126"/>
                      <a:pt x="6" y="90"/>
                    </a:cubicBezTo>
                    <a:cubicBezTo>
                      <a:pt x="0" y="54"/>
                      <a:pt x="12" y="12"/>
                      <a:pt x="28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29" name="Freeform 3022">
                <a:extLst>
                  <a:ext uri="{FF2B5EF4-FFF2-40B4-BE49-F238E27FC236}">
                    <a16:creationId xmlns:a16="http://schemas.microsoft.com/office/drawing/2014/main" id="{B8B958D7-C966-4122-8678-10372F437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547"/>
                <a:ext cx="62" cy="76"/>
              </a:xfrm>
              <a:custGeom>
                <a:avLst/>
                <a:gdLst>
                  <a:gd name="T0" fmla="*/ 0 w 50"/>
                  <a:gd name="T1" fmla="*/ 0 h 57"/>
                  <a:gd name="T2" fmla="*/ 56 w 50"/>
                  <a:gd name="T3" fmla="*/ 127 h 57"/>
                  <a:gd name="T4" fmla="*/ 89 w 50"/>
                  <a:gd name="T5" fmla="*/ 36 h 57"/>
                  <a:gd name="T6" fmla="*/ 95 w 50"/>
                  <a:gd name="T7" fmla="*/ 0 h 57"/>
                  <a:gd name="T8" fmla="*/ 0 w 50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7">
                    <a:moveTo>
                      <a:pt x="0" y="0"/>
                    </a:moveTo>
                    <a:cubicBezTo>
                      <a:pt x="6" y="32"/>
                      <a:pt x="19" y="57"/>
                      <a:pt x="29" y="53"/>
                    </a:cubicBezTo>
                    <a:cubicBezTo>
                      <a:pt x="39" y="49"/>
                      <a:pt x="37" y="35"/>
                      <a:pt x="47" y="15"/>
                    </a:cubicBezTo>
                    <a:cubicBezTo>
                      <a:pt x="49" y="11"/>
                      <a:pt x="50" y="5"/>
                      <a:pt x="5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30" name="Freeform 3023">
                <a:extLst>
                  <a:ext uri="{FF2B5EF4-FFF2-40B4-BE49-F238E27FC236}">
                    <a16:creationId xmlns:a16="http://schemas.microsoft.com/office/drawing/2014/main" id="{ABB58759-DF43-47E0-86D3-6524E3D3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660"/>
                <a:ext cx="142" cy="101"/>
              </a:xfrm>
              <a:custGeom>
                <a:avLst/>
                <a:gdLst>
                  <a:gd name="T0" fmla="*/ 24 w 114"/>
                  <a:gd name="T1" fmla="*/ 37 h 76"/>
                  <a:gd name="T2" fmla="*/ 46 w 114"/>
                  <a:gd name="T3" fmla="*/ 145 h 76"/>
                  <a:gd name="T4" fmla="*/ 147 w 114"/>
                  <a:gd name="T5" fmla="*/ 136 h 76"/>
                  <a:gd name="T6" fmla="*/ 197 w 114"/>
                  <a:gd name="T7" fmla="*/ 52 h 76"/>
                  <a:gd name="T8" fmla="*/ 120 w 114"/>
                  <a:gd name="T9" fmla="*/ 48 h 76"/>
                  <a:gd name="T10" fmla="*/ 24 w 114"/>
                  <a:gd name="T11" fmla="*/ 37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76">
                    <a:moveTo>
                      <a:pt x="12" y="16"/>
                    </a:moveTo>
                    <a:cubicBezTo>
                      <a:pt x="12" y="48"/>
                      <a:pt x="0" y="48"/>
                      <a:pt x="24" y="62"/>
                    </a:cubicBezTo>
                    <a:cubicBezTo>
                      <a:pt x="48" y="76"/>
                      <a:pt x="56" y="62"/>
                      <a:pt x="76" y="58"/>
                    </a:cubicBezTo>
                    <a:cubicBezTo>
                      <a:pt x="96" y="54"/>
                      <a:pt x="114" y="38"/>
                      <a:pt x="102" y="22"/>
                    </a:cubicBezTo>
                    <a:cubicBezTo>
                      <a:pt x="90" y="6"/>
                      <a:pt x="84" y="24"/>
                      <a:pt x="62" y="20"/>
                    </a:cubicBezTo>
                    <a:cubicBezTo>
                      <a:pt x="40" y="16"/>
                      <a:pt x="14" y="0"/>
                      <a:pt x="12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31" name="Freeform 3024">
                <a:extLst>
                  <a:ext uri="{FF2B5EF4-FFF2-40B4-BE49-F238E27FC236}">
                    <a16:creationId xmlns:a16="http://schemas.microsoft.com/office/drawing/2014/main" id="{1C2ADFDD-94BE-4D0D-8AC1-61918CB64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3507"/>
                <a:ext cx="100" cy="114"/>
              </a:xfrm>
              <a:custGeom>
                <a:avLst/>
                <a:gdLst>
                  <a:gd name="T0" fmla="*/ 20 w 80"/>
                  <a:gd name="T1" fmla="*/ 27 h 86"/>
                  <a:gd name="T2" fmla="*/ 36 w 80"/>
                  <a:gd name="T3" fmla="*/ 114 h 86"/>
                  <a:gd name="T4" fmla="*/ 68 w 80"/>
                  <a:gd name="T5" fmla="*/ 179 h 86"/>
                  <a:gd name="T6" fmla="*/ 123 w 80"/>
                  <a:gd name="T7" fmla="*/ 184 h 86"/>
                  <a:gd name="T8" fmla="*/ 138 w 80"/>
                  <a:gd name="T9" fmla="*/ 129 h 86"/>
                  <a:gd name="T10" fmla="*/ 83 w 80"/>
                  <a:gd name="T11" fmla="*/ 60 h 86"/>
                  <a:gd name="T12" fmla="*/ 20 w 80"/>
                  <a:gd name="T13" fmla="*/ 27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86">
                    <a:moveTo>
                      <a:pt x="10" y="11"/>
                    </a:moveTo>
                    <a:cubicBezTo>
                      <a:pt x="0" y="25"/>
                      <a:pt x="15" y="36"/>
                      <a:pt x="18" y="49"/>
                    </a:cubicBezTo>
                    <a:cubicBezTo>
                      <a:pt x="20" y="63"/>
                      <a:pt x="23" y="75"/>
                      <a:pt x="34" y="77"/>
                    </a:cubicBezTo>
                    <a:cubicBezTo>
                      <a:pt x="46" y="78"/>
                      <a:pt x="52" y="86"/>
                      <a:pt x="62" y="79"/>
                    </a:cubicBezTo>
                    <a:cubicBezTo>
                      <a:pt x="72" y="73"/>
                      <a:pt x="80" y="71"/>
                      <a:pt x="70" y="55"/>
                    </a:cubicBezTo>
                    <a:cubicBezTo>
                      <a:pt x="59" y="39"/>
                      <a:pt x="50" y="40"/>
                      <a:pt x="42" y="26"/>
                    </a:cubicBezTo>
                    <a:cubicBezTo>
                      <a:pt x="34" y="12"/>
                      <a:pt x="20" y="0"/>
                      <a:pt x="10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32" name="Freeform 3025">
                <a:extLst>
                  <a:ext uri="{FF2B5EF4-FFF2-40B4-BE49-F238E27FC236}">
                    <a16:creationId xmlns:a16="http://schemas.microsoft.com/office/drawing/2014/main" id="{ADACB6A0-7CBA-499C-9A9D-3FBEC2B5B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125"/>
                <a:ext cx="17" cy="42"/>
              </a:xfrm>
              <a:custGeom>
                <a:avLst/>
                <a:gdLst>
                  <a:gd name="T0" fmla="*/ 1 w 13"/>
                  <a:gd name="T1" fmla="*/ 0 h 31"/>
                  <a:gd name="T2" fmla="*/ 29 w 13"/>
                  <a:gd name="T3" fmla="*/ 7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1" y="0"/>
                    </a:moveTo>
                    <a:cubicBezTo>
                      <a:pt x="1" y="12"/>
                      <a:pt x="0" y="26"/>
                      <a:pt x="13" y="31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33" name="Freeform 3026">
                <a:extLst>
                  <a:ext uri="{FF2B5EF4-FFF2-40B4-BE49-F238E27FC236}">
                    <a16:creationId xmlns:a16="http://schemas.microsoft.com/office/drawing/2014/main" id="{99628917-D50F-4950-9CE1-51C55B640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3153"/>
                <a:ext cx="16" cy="43"/>
              </a:xfrm>
              <a:custGeom>
                <a:avLst/>
                <a:gdLst>
                  <a:gd name="T0" fmla="*/ 14 w 13"/>
                  <a:gd name="T1" fmla="*/ 0 h 32"/>
                  <a:gd name="T2" fmla="*/ 25 w 13"/>
                  <a:gd name="T3" fmla="*/ 7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7" y="0"/>
                    </a:moveTo>
                    <a:cubicBezTo>
                      <a:pt x="0" y="10"/>
                      <a:pt x="5" y="24"/>
                      <a:pt x="13" y="32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34" name="Freeform 3027">
                <a:extLst>
                  <a:ext uri="{FF2B5EF4-FFF2-40B4-BE49-F238E27FC236}">
                    <a16:creationId xmlns:a16="http://schemas.microsoft.com/office/drawing/2014/main" id="{F26E4A2A-7E6A-4221-987C-DDE5C828B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3175"/>
                <a:ext cx="17" cy="34"/>
              </a:xfrm>
              <a:custGeom>
                <a:avLst/>
                <a:gdLst>
                  <a:gd name="T0" fmla="*/ 25 w 14"/>
                  <a:gd name="T1" fmla="*/ 0 h 26"/>
                  <a:gd name="T2" fmla="*/ 11 w 14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14" y="0"/>
                    </a:moveTo>
                    <a:cubicBezTo>
                      <a:pt x="0" y="0"/>
                      <a:pt x="1" y="17"/>
                      <a:pt x="6" y="26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35" name="Freeform 3028">
                <a:extLst>
                  <a:ext uri="{FF2B5EF4-FFF2-40B4-BE49-F238E27FC236}">
                    <a16:creationId xmlns:a16="http://schemas.microsoft.com/office/drawing/2014/main" id="{99DA8083-A8E0-43EB-AD1E-31F9D7D39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200"/>
                <a:ext cx="15" cy="33"/>
              </a:xfrm>
              <a:custGeom>
                <a:avLst/>
                <a:gdLst>
                  <a:gd name="T0" fmla="*/ 24 w 12"/>
                  <a:gd name="T1" fmla="*/ 0 h 25"/>
                  <a:gd name="T2" fmla="*/ 5 w 12"/>
                  <a:gd name="T3" fmla="*/ 5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5">
                    <a:moveTo>
                      <a:pt x="12" y="0"/>
                    </a:moveTo>
                    <a:cubicBezTo>
                      <a:pt x="3" y="5"/>
                      <a:pt x="0" y="16"/>
                      <a:pt x="2" y="25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36" name="Freeform 3029">
                <a:extLst>
                  <a:ext uri="{FF2B5EF4-FFF2-40B4-BE49-F238E27FC236}">
                    <a16:creationId xmlns:a16="http://schemas.microsoft.com/office/drawing/2014/main" id="{3643516A-F728-4813-88B9-93BE2B575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3557"/>
                <a:ext cx="15" cy="31"/>
              </a:xfrm>
              <a:custGeom>
                <a:avLst/>
                <a:gdLst>
                  <a:gd name="T0" fmla="*/ 8 w 12"/>
                  <a:gd name="T1" fmla="*/ 0 h 23"/>
                  <a:gd name="T2" fmla="*/ 0 w 12"/>
                  <a:gd name="T3" fmla="*/ 5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4" y="0"/>
                    </a:moveTo>
                    <a:cubicBezTo>
                      <a:pt x="12" y="6"/>
                      <a:pt x="7" y="19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37" name="Freeform 3030">
                <a:extLst>
                  <a:ext uri="{FF2B5EF4-FFF2-40B4-BE49-F238E27FC236}">
                    <a16:creationId xmlns:a16="http://schemas.microsoft.com/office/drawing/2014/main" id="{945D336E-2154-4035-A8B4-1199B565A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575"/>
                <a:ext cx="19" cy="8"/>
              </a:xfrm>
              <a:custGeom>
                <a:avLst/>
                <a:gdLst>
                  <a:gd name="T0" fmla="*/ 0 w 15"/>
                  <a:gd name="T1" fmla="*/ 0 h 6"/>
                  <a:gd name="T2" fmla="*/ 30 w 15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">
                    <a:moveTo>
                      <a:pt x="0" y="0"/>
                    </a:moveTo>
                    <a:cubicBezTo>
                      <a:pt x="5" y="0"/>
                      <a:pt x="11" y="2"/>
                      <a:pt x="15" y="6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38" name="Freeform 3031">
                <a:extLst>
                  <a:ext uri="{FF2B5EF4-FFF2-40B4-BE49-F238E27FC236}">
                    <a16:creationId xmlns:a16="http://schemas.microsoft.com/office/drawing/2014/main" id="{139568D4-1C8C-48B0-8095-E5911E614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944"/>
                <a:ext cx="18" cy="12"/>
              </a:xfrm>
              <a:custGeom>
                <a:avLst/>
                <a:gdLst>
                  <a:gd name="T0" fmla="*/ 0 w 14"/>
                  <a:gd name="T1" fmla="*/ 16 h 9"/>
                  <a:gd name="T2" fmla="*/ 30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7"/>
                    </a:moveTo>
                    <a:cubicBezTo>
                      <a:pt x="6" y="9"/>
                      <a:pt x="11" y="6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39" name="Freeform 3032">
                <a:extLst>
                  <a:ext uri="{FF2B5EF4-FFF2-40B4-BE49-F238E27FC236}">
                    <a16:creationId xmlns:a16="http://schemas.microsoft.com/office/drawing/2014/main" id="{7E97F98F-A539-4A28-BC96-D1C2FC72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953"/>
                <a:ext cx="14" cy="16"/>
              </a:xfrm>
              <a:custGeom>
                <a:avLst/>
                <a:gdLst>
                  <a:gd name="T0" fmla="*/ 0 w 11"/>
                  <a:gd name="T1" fmla="*/ 0 h 12"/>
                  <a:gd name="T2" fmla="*/ 23 w 11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1" y="6"/>
                      <a:pt x="4" y="12"/>
                      <a:pt x="11" y="12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40" name="Freeform 3033">
                <a:extLst>
                  <a:ext uri="{FF2B5EF4-FFF2-40B4-BE49-F238E27FC236}">
                    <a16:creationId xmlns:a16="http://schemas.microsoft.com/office/drawing/2014/main" id="{F188A6C6-1F44-468E-B622-7B25C9BF8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869"/>
                <a:ext cx="13" cy="36"/>
              </a:xfrm>
              <a:custGeom>
                <a:avLst/>
                <a:gdLst>
                  <a:gd name="T0" fmla="*/ 9 w 11"/>
                  <a:gd name="T1" fmla="*/ 0 h 27"/>
                  <a:gd name="T2" fmla="*/ 18 w 11"/>
                  <a:gd name="T3" fmla="*/ 6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6" y="0"/>
                    </a:moveTo>
                    <a:cubicBezTo>
                      <a:pt x="3" y="8"/>
                      <a:pt x="0" y="24"/>
                      <a:pt x="11" y="27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41" name="Freeform 3034">
                <a:extLst>
                  <a:ext uri="{FF2B5EF4-FFF2-40B4-BE49-F238E27FC236}">
                    <a16:creationId xmlns:a16="http://schemas.microsoft.com/office/drawing/2014/main" id="{5BEF7254-AA0F-4D65-B53F-8A0765FF2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895"/>
                <a:ext cx="5" cy="34"/>
              </a:xfrm>
              <a:custGeom>
                <a:avLst/>
                <a:gdLst>
                  <a:gd name="T0" fmla="*/ 8 w 4"/>
                  <a:gd name="T1" fmla="*/ 0 h 26"/>
                  <a:gd name="T2" fmla="*/ 8 w 4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4" y="0"/>
                    </a:moveTo>
                    <a:cubicBezTo>
                      <a:pt x="0" y="9"/>
                      <a:pt x="0" y="18"/>
                      <a:pt x="4" y="26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42" name="Freeform 3035">
                <a:extLst>
                  <a:ext uri="{FF2B5EF4-FFF2-40B4-BE49-F238E27FC236}">
                    <a16:creationId xmlns:a16="http://schemas.microsoft.com/office/drawing/2014/main" id="{429E6C4B-5381-45D5-861F-972BECD5B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709"/>
                <a:ext cx="27" cy="11"/>
              </a:xfrm>
              <a:custGeom>
                <a:avLst/>
                <a:gdLst>
                  <a:gd name="T0" fmla="*/ 0 w 22"/>
                  <a:gd name="T1" fmla="*/ 0 h 8"/>
                  <a:gd name="T2" fmla="*/ 41 w 22"/>
                  <a:gd name="T3" fmla="*/ 1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">
                    <a:moveTo>
                      <a:pt x="0" y="0"/>
                    </a:moveTo>
                    <a:cubicBezTo>
                      <a:pt x="4" y="8"/>
                      <a:pt x="14" y="7"/>
                      <a:pt x="22" y="7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43" name="Freeform 3036">
                <a:extLst>
                  <a:ext uri="{FF2B5EF4-FFF2-40B4-BE49-F238E27FC236}">
                    <a16:creationId xmlns:a16="http://schemas.microsoft.com/office/drawing/2014/main" id="{14A1A156-0C7E-4044-A446-C77926C56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705"/>
                <a:ext cx="14" cy="30"/>
              </a:xfrm>
              <a:custGeom>
                <a:avLst/>
                <a:gdLst>
                  <a:gd name="T0" fmla="*/ 1 w 11"/>
                  <a:gd name="T1" fmla="*/ 0 h 22"/>
                  <a:gd name="T2" fmla="*/ 23 w 11"/>
                  <a:gd name="T3" fmla="*/ 5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2">
                    <a:moveTo>
                      <a:pt x="1" y="0"/>
                    </a:moveTo>
                    <a:cubicBezTo>
                      <a:pt x="0" y="9"/>
                      <a:pt x="3" y="19"/>
                      <a:pt x="11" y="22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44" name="Freeform 3037">
                <a:extLst>
                  <a:ext uri="{FF2B5EF4-FFF2-40B4-BE49-F238E27FC236}">
                    <a16:creationId xmlns:a16="http://schemas.microsoft.com/office/drawing/2014/main" id="{8848DB90-4343-42AF-81DD-5AA2ABE09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700"/>
                <a:ext cx="4" cy="24"/>
              </a:xfrm>
              <a:custGeom>
                <a:avLst/>
                <a:gdLst>
                  <a:gd name="T0" fmla="*/ 0 w 3"/>
                  <a:gd name="T1" fmla="*/ 0 h 18"/>
                  <a:gd name="T2" fmla="*/ 5 w 3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cubicBezTo>
                      <a:pt x="2" y="6"/>
                      <a:pt x="3" y="12"/>
                      <a:pt x="2" y="18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45" name="Freeform 3038">
                <a:extLst>
                  <a:ext uri="{FF2B5EF4-FFF2-40B4-BE49-F238E27FC236}">
                    <a16:creationId xmlns:a16="http://schemas.microsoft.com/office/drawing/2014/main" id="{889D7506-996F-4761-A3ED-365AFEF70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708"/>
                <a:ext cx="10" cy="3"/>
              </a:xfrm>
              <a:custGeom>
                <a:avLst/>
                <a:gdLst>
                  <a:gd name="T0" fmla="*/ 0 w 8"/>
                  <a:gd name="T1" fmla="*/ 8 h 2"/>
                  <a:gd name="T2" fmla="*/ 16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2" y="1"/>
                      <a:pt x="5" y="0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46" name="Freeform 3039">
                <a:extLst>
                  <a:ext uri="{FF2B5EF4-FFF2-40B4-BE49-F238E27FC236}">
                    <a16:creationId xmlns:a16="http://schemas.microsoft.com/office/drawing/2014/main" id="{DE3FD1D8-CCFA-4B2B-B72C-EB5A90386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793"/>
                <a:ext cx="23" cy="11"/>
              </a:xfrm>
              <a:custGeom>
                <a:avLst/>
                <a:gdLst>
                  <a:gd name="T0" fmla="*/ 0 w 19"/>
                  <a:gd name="T1" fmla="*/ 0 h 8"/>
                  <a:gd name="T2" fmla="*/ 34 w 19"/>
                  <a:gd name="T3" fmla="*/ 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0" y="0"/>
                    </a:moveTo>
                    <a:cubicBezTo>
                      <a:pt x="4" y="8"/>
                      <a:pt x="13" y="6"/>
                      <a:pt x="19" y="2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47" name="Freeform 3040">
                <a:extLst>
                  <a:ext uri="{FF2B5EF4-FFF2-40B4-BE49-F238E27FC236}">
                    <a16:creationId xmlns:a16="http://schemas.microsoft.com/office/drawing/2014/main" id="{58A3FB57-31C1-4B3E-B1CB-536EF8AC7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785"/>
                <a:ext cx="10" cy="22"/>
              </a:xfrm>
              <a:custGeom>
                <a:avLst/>
                <a:gdLst>
                  <a:gd name="T0" fmla="*/ 0 w 8"/>
                  <a:gd name="T1" fmla="*/ 0 h 16"/>
                  <a:gd name="T2" fmla="*/ 16 w 8"/>
                  <a:gd name="T3" fmla="*/ 4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0" y="7"/>
                      <a:pt x="1" y="15"/>
                      <a:pt x="8" y="16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48" name="Freeform 3041">
                <a:extLst>
                  <a:ext uri="{FF2B5EF4-FFF2-40B4-BE49-F238E27FC236}">
                    <a16:creationId xmlns:a16="http://schemas.microsoft.com/office/drawing/2014/main" id="{5C855988-0081-4EB4-9F01-F09B080B8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836"/>
                <a:ext cx="20" cy="5"/>
              </a:xfrm>
              <a:custGeom>
                <a:avLst/>
                <a:gdLst>
                  <a:gd name="T0" fmla="*/ 0 w 16"/>
                  <a:gd name="T1" fmla="*/ 8 h 4"/>
                  <a:gd name="T2" fmla="*/ 31 w 16"/>
                  <a:gd name="T3" fmla="*/ 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6" y="1"/>
                      <a:pt x="12" y="0"/>
                      <a:pt x="16" y="2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49" name="Freeform 3042">
                <a:extLst>
                  <a:ext uri="{FF2B5EF4-FFF2-40B4-BE49-F238E27FC236}">
                    <a16:creationId xmlns:a16="http://schemas.microsoft.com/office/drawing/2014/main" id="{6DD268A3-F0F5-48DA-B618-BCFD52E52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823"/>
                <a:ext cx="2" cy="14"/>
              </a:xfrm>
              <a:custGeom>
                <a:avLst/>
                <a:gdLst>
                  <a:gd name="T0" fmla="*/ 1 w 2"/>
                  <a:gd name="T1" fmla="*/ 23 h 11"/>
                  <a:gd name="T2" fmla="*/ 2 w 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11"/>
                    </a:moveTo>
                    <a:cubicBezTo>
                      <a:pt x="0" y="7"/>
                      <a:pt x="1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50" name="Freeform 3043">
                <a:extLst>
                  <a:ext uri="{FF2B5EF4-FFF2-40B4-BE49-F238E27FC236}">
                    <a16:creationId xmlns:a16="http://schemas.microsoft.com/office/drawing/2014/main" id="{8B3A7A5E-0C60-4A33-A633-72E53E801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805"/>
                <a:ext cx="6" cy="15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4" y="3"/>
                      <a:pt x="5" y="7"/>
                      <a:pt x="2" y="11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51" name="Freeform 3044">
                <a:extLst>
                  <a:ext uri="{FF2B5EF4-FFF2-40B4-BE49-F238E27FC236}">
                    <a16:creationId xmlns:a16="http://schemas.microsoft.com/office/drawing/2014/main" id="{AE302150-74AC-457E-BF08-F256D3413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560"/>
                <a:ext cx="18" cy="19"/>
              </a:xfrm>
              <a:custGeom>
                <a:avLst/>
                <a:gdLst>
                  <a:gd name="T0" fmla="*/ 0 w 15"/>
                  <a:gd name="T1" fmla="*/ 0 h 14"/>
                  <a:gd name="T2" fmla="*/ 26 w 15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0"/>
                    </a:moveTo>
                    <a:cubicBezTo>
                      <a:pt x="1" y="8"/>
                      <a:pt x="7" y="14"/>
                      <a:pt x="15" y="12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52" name="Freeform 3045">
                <a:extLst>
                  <a:ext uri="{FF2B5EF4-FFF2-40B4-BE49-F238E27FC236}">
                    <a16:creationId xmlns:a16="http://schemas.microsoft.com/office/drawing/2014/main" id="{B012FC4D-86C9-443D-8143-8523F354B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560"/>
                <a:ext cx="8" cy="31"/>
              </a:xfrm>
              <a:custGeom>
                <a:avLst/>
                <a:gdLst>
                  <a:gd name="T0" fmla="*/ 10 w 7"/>
                  <a:gd name="T1" fmla="*/ 0 h 23"/>
                  <a:gd name="T2" fmla="*/ 9 w 7"/>
                  <a:gd name="T3" fmla="*/ 5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7" y="0"/>
                    </a:moveTo>
                    <a:cubicBezTo>
                      <a:pt x="5" y="7"/>
                      <a:pt x="0" y="16"/>
                      <a:pt x="6" y="23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53" name="Freeform 3046">
                <a:extLst>
                  <a:ext uri="{FF2B5EF4-FFF2-40B4-BE49-F238E27FC236}">
                    <a16:creationId xmlns:a16="http://schemas.microsoft.com/office/drawing/2014/main" id="{67175F74-279F-4FA2-8F2C-79ED76B42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483"/>
                <a:ext cx="20" cy="26"/>
              </a:xfrm>
              <a:custGeom>
                <a:avLst/>
                <a:gdLst>
                  <a:gd name="T0" fmla="*/ 0 w 16"/>
                  <a:gd name="T1" fmla="*/ 0 h 20"/>
                  <a:gd name="T2" fmla="*/ 31 w 16"/>
                  <a:gd name="T3" fmla="*/ 2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cubicBezTo>
                      <a:pt x="2" y="7"/>
                      <a:pt x="8" y="20"/>
                      <a:pt x="16" y="13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54" name="Freeform 3047">
                <a:extLst>
                  <a:ext uri="{FF2B5EF4-FFF2-40B4-BE49-F238E27FC236}">
                    <a16:creationId xmlns:a16="http://schemas.microsoft.com/office/drawing/2014/main" id="{98729E24-E6DF-4533-9934-E541C3548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493"/>
                <a:ext cx="2" cy="20"/>
              </a:xfrm>
              <a:custGeom>
                <a:avLst/>
                <a:gdLst>
                  <a:gd name="T0" fmla="*/ 0 w 2"/>
                  <a:gd name="T1" fmla="*/ 0 h 15"/>
                  <a:gd name="T2" fmla="*/ 2 w 2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5"/>
                      <a:pt x="0" y="10"/>
                      <a:pt x="2" y="15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55" name="Freeform 3048">
                <a:extLst>
                  <a:ext uri="{FF2B5EF4-FFF2-40B4-BE49-F238E27FC236}">
                    <a16:creationId xmlns:a16="http://schemas.microsoft.com/office/drawing/2014/main" id="{55A3D752-6D50-40CD-BADC-E7D75E64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691"/>
                <a:ext cx="5" cy="20"/>
              </a:xfrm>
              <a:custGeom>
                <a:avLst/>
                <a:gdLst>
                  <a:gd name="T0" fmla="*/ 8 w 4"/>
                  <a:gd name="T1" fmla="*/ 36 h 15"/>
                  <a:gd name="T2" fmla="*/ 8 w 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4" y="15"/>
                    </a:moveTo>
                    <a:cubicBezTo>
                      <a:pt x="0" y="10"/>
                      <a:pt x="0" y="5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BE831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56" name="Freeform 3049">
                <a:extLst>
                  <a:ext uri="{FF2B5EF4-FFF2-40B4-BE49-F238E27FC236}">
                    <a16:creationId xmlns:a16="http://schemas.microsoft.com/office/drawing/2014/main" id="{EDAB965F-5A7A-48EC-A65A-DA6B96CAA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2959"/>
                <a:ext cx="13" cy="10"/>
              </a:xfrm>
              <a:custGeom>
                <a:avLst/>
                <a:gdLst>
                  <a:gd name="T0" fmla="*/ 0 w 10"/>
                  <a:gd name="T1" fmla="*/ 16 h 8"/>
                  <a:gd name="T2" fmla="*/ 22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3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E9AE6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57" name="Freeform 3050">
                <a:extLst>
                  <a:ext uri="{FF2B5EF4-FFF2-40B4-BE49-F238E27FC236}">
                    <a16:creationId xmlns:a16="http://schemas.microsoft.com/office/drawing/2014/main" id="{D1031E6D-9204-4CB9-92E2-DC02A2F0E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173"/>
                <a:ext cx="14" cy="20"/>
              </a:xfrm>
              <a:custGeom>
                <a:avLst/>
                <a:gdLst>
                  <a:gd name="T0" fmla="*/ 5 w 11"/>
                  <a:gd name="T1" fmla="*/ 36 h 15"/>
                  <a:gd name="T2" fmla="*/ 0 w 11"/>
                  <a:gd name="T3" fmla="*/ 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2" y="15"/>
                    </a:moveTo>
                    <a:cubicBezTo>
                      <a:pt x="11" y="12"/>
                      <a:pt x="8" y="0"/>
                      <a:pt x="0" y="8"/>
                    </a:cubicBezTo>
                  </a:path>
                </a:pathLst>
              </a:custGeom>
              <a:noFill/>
              <a:ln w="7938" cap="flat">
                <a:solidFill>
                  <a:srgbClr val="E9AE6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58" name="Freeform 3051">
                <a:extLst>
                  <a:ext uri="{FF2B5EF4-FFF2-40B4-BE49-F238E27FC236}">
                    <a16:creationId xmlns:a16="http://schemas.microsoft.com/office/drawing/2014/main" id="{4DCCF92C-2ACC-4DFC-AC04-8B598EB26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169"/>
                <a:ext cx="9" cy="14"/>
              </a:xfrm>
              <a:custGeom>
                <a:avLst/>
                <a:gdLst>
                  <a:gd name="T0" fmla="*/ 15 w 7"/>
                  <a:gd name="T1" fmla="*/ 28 h 10"/>
                  <a:gd name="T2" fmla="*/ 0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10"/>
                    </a:moveTo>
                    <a:cubicBezTo>
                      <a:pt x="6" y="7"/>
                      <a:pt x="3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E9AE6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59" name="Freeform 3052">
                <a:extLst>
                  <a:ext uri="{FF2B5EF4-FFF2-40B4-BE49-F238E27FC236}">
                    <a16:creationId xmlns:a16="http://schemas.microsoft.com/office/drawing/2014/main" id="{79BB9320-39ED-482E-BEB2-496A84268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3580"/>
                <a:ext cx="11" cy="9"/>
              </a:xfrm>
              <a:custGeom>
                <a:avLst/>
                <a:gdLst>
                  <a:gd name="T0" fmla="*/ 0 w 9"/>
                  <a:gd name="T1" fmla="*/ 0 h 7"/>
                  <a:gd name="T2" fmla="*/ 16 w 9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3"/>
                      <a:pt x="6" y="5"/>
                      <a:pt x="9" y="7"/>
                    </a:cubicBezTo>
                  </a:path>
                </a:pathLst>
              </a:custGeom>
              <a:noFill/>
              <a:ln w="7938" cap="flat">
                <a:solidFill>
                  <a:srgbClr val="E9AE6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60" name="Freeform 3053">
                <a:extLst>
                  <a:ext uri="{FF2B5EF4-FFF2-40B4-BE49-F238E27FC236}">
                    <a16:creationId xmlns:a16="http://schemas.microsoft.com/office/drawing/2014/main" id="{0124EEE4-91D8-4EDF-BFB8-42B9B2551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573"/>
                <a:ext cx="4" cy="16"/>
              </a:xfrm>
              <a:custGeom>
                <a:avLst/>
                <a:gdLst>
                  <a:gd name="T0" fmla="*/ 1 w 3"/>
                  <a:gd name="T1" fmla="*/ 28 h 12"/>
                  <a:gd name="T2" fmla="*/ 7 w 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7938" cap="flat">
                <a:solidFill>
                  <a:srgbClr val="E9AE6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61" name="Freeform 3054">
                <a:extLst>
                  <a:ext uri="{FF2B5EF4-FFF2-40B4-BE49-F238E27FC236}">
                    <a16:creationId xmlns:a16="http://schemas.microsoft.com/office/drawing/2014/main" id="{99CD0A4B-EDC6-4AB4-8485-BF26F700C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224"/>
                <a:ext cx="12" cy="1"/>
              </a:xfrm>
              <a:custGeom>
                <a:avLst/>
                <a:gdLst>
                  <a:gd name="T0" fmla="*/ 0 w 9"/>
                  <a:gd name="T1" fmla="*/ 1 h 1"/>
                  <a:gd name="T2" fmla="*/ 21 w 9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3" y="0"/>
                      <a:pt x="6" y="0"/>
                      <a:pt x="9" y="1"/>
                    </a:cubicBezTo>
                  </a:path>
                </a:pathLst>
              </a:custGeom>
              <a:noFill/>
              <a:ln w="7938" cap="flat">
                <a:solidFill>
                  <a:srgbClr val="E9AE6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1496" name="Freeform 3055">
              <a:extLst>
                <a:ext uri="{FF2B5EF4-FFF2-40B4-BE49-F238E27FC236}">
                  <a16:creationId xmlns:a16="http://schemas.microsoft.com/office/drawing/2014/main" id="{2B67D282-B8A3-462D-A35E-AB394D436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693"/>
              <a:ext cx="12" cy="4"/>
            </a:xfrm>
            <a:custGeom>
              <a:avLst/>
              <a:gdLst>
                <a:gd name="T0" fmla="*/ 0 w 10"/>
                <a:gd name="T1" fmla="*/ 0 h 3"/>
                <a:gd name="T2" fmla="*/ 17 w 10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1"/>
                    <a:pt x="7" y="2"/>
                    <a:pt x="10" y="3"/>
                  </a:cubicBezTo>
                </a:path>
              </a:pathLst>
            </a:custGeom>
            <a:noFill/>
            <a:ln w="7938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97" name="Freeform 3056">
              <a:extLst>
                <a:ext uri="{FF2B5EF4-FFF2-40B4-BE49-F238E27FC236}">
                  <a16:creationId xmlns:a16="http://schemas.microsoft.com/office/drawing/2014/main" id="{C353678E-5480-4527-BD15-EBA829AF6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505"/>
              <a:ext cx="12" cy="4"/>
            </a:xfrm>
            <a:custGeom>
              <a:avLst/>
              <a:gdLst>
                <a:gd name="T0" fmla="*/ 0 w 10"/>
                <a:gd name="T1" fmla="*/ 7 h 3"/>
                <a:gd name="T2" fmla="*/ 17 w 10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1"/>
                  </a:cubicBezTo>
                </a:path>
              </a:pathLst>
            </a:custGeom>
            <a:noFill/>
            <a:ln w="7938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98" name="Freeform 3057">
              <a:extLst>
                <a:ext uri="{FF2B5EF4-FFF2-40B4-BE49-F238E27FC236}">
                  <a16:creationId xmlns:a16="http://schemas.microsoft.com/office/drawing/2014/main" id="{21EF99DB-0D35-4710-A1BA-79C0EF4E0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3124"/>
              <a:ext cx="16" cy="20"/>
            </a:xfrm>
            <a:custGeom>
              <a:avLst/>
              <a:gdLst>
                <a:gd name="T0" fmla="*/ 0 w 13"/>
                <a:gd name="T1" fmla="*/ 15 h 15"/>
                <a:gd name="T2" fmla="*/ 2 w 13"/>
                <a:gd name="T3" fmla="*/ 36 h 15"/>
                <a:gd name="T4" fmla="*/ 1 w 13"/>
                <a:gd name="T5" fmla="*/ 2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6"/>
                  </a:moveTo>
                  <a:cubicBezTo>
                    <a:pt x="10" y="0"/>
                    <a:pt x="13" y="13"/>
                    <a:pt x="2" y="15"/>
                  </a:cubicBezTo>
                  <a:cubicBezTo>
                    <a:pt x="0" y="14"/>
                    <a:pt x="2" y="13"/>
                    <a:pt x="1" y="12"/>
                  </a:cubicBezTo>
                </a:path>
              </a:pathLst>
            </a:custGeom>
            <a:noFill/>
            <a:ln w="7938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99" name="Freeform 3058">
              <a:extLst>
                <a:ext uri="{FF2B5EF4-FFF2-40B4-BE49-F238E27FC236}">
                  <a16:creationId xmlns:a16="http://schemas.microsoft.com/office/drawing/2014/main" id="{B8C17ABB-78EB-4B4B-828A-CB585E704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867"/>
              <a:ext cx="17" cy="26"/>
            </a:xfrm>
            <a:custGeom>
              <a:avLst/>
              <a:gdLst>
                <a:gd name="T0" fmla="*/ 0 w 13"/>
                <a:gd name="T1" fmla="*/ 13 h 20"/>
                <a:gd name="T2" fmla="*/ 0 w 13"/>
                <a:gd name="T3" fmla="*/ 3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6"/>
                  </a:moveTo>
                  <a:cubicBezTo>
                    <a:pt x="13" y="0"/>
                    <a:pt x="9" y="20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00" name="Freeform 3059">
              <a:extLst>
                <a:ext uri="{FF2B5EF4-FFF2-40B4-BE49-F238E27FC236}">
                  <a16:creationId xmlns:a16="http://schemas.microsoft.com/office/drawing/2014/main" id="{96424A59-F8D9-4AE3-A62F-111B19B5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705"/>
              <a:ext cx="14" cy="19"/>
            </a:xfrm>
            <a:custGeom>
              <a:avLst/>
              <a:gdLst>
                <a:gd name="T0" fmla="*/ 6 w 11"/>
                <a:gd name="T1" fmla="*/ 30 h 14"/>
                <a:gd name="T2" fmla="*/ 18 w 11"/>
                <a:gd name="T3" fmla="*/ 0 h 14"/>
                <a:gd name="T4" fmla="*/ 18 w 11"/>
                <a:gd name="T5" fmla="*/ 3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12"/>
                  </a:moveTo>
                  <a:cubicBezTo>
                    <a:pt x="0" y="7"/>
                    <a:pt x="4" y="2"/>
                    <a:pt x="9" y="0"/>
                  </a:cubicBezTo>
                  <a:cubicBezTo>
                    <a:pt x="11" y="5"/>
                    <a:pt x="9" y="10"/>
                    <a:pt x="9" y="14"/>
                  </a:cubicBezTo>
                </a:path>
              </a:pathLst>
            </a:custGeom>
            <a:noFill/>
            <a:ln w="7938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01" name="Freeform 3060">
              <a:extLst>
                <a:ext uri="{FF2B5EF4-FFF2-40B4-BE49-F238E27FC236}">
                  <a16:creationId xmlns:a16="http://schemas.microsoft.com/office/drawing/2014/main" id="{5BD046FA-1483-4A00-BF51-6AF5359BE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719"/>
              <a:ext cx="18" cy="20"/>
            </a:xfrm>
            <a:custGeom>
              <a:avLst/>
              <a:gdLst>
                <a:gd name="T0" fmla="*/ 0 w 14"/>
                <a:gd name="T1" fmla="*/ 36 h 15"/>
                <a:gd name="T2" fmla="*/ 30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3" y="9"/>
                    <a:pt x="9" y="5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02" name="Freeform 3061">
              <a:extLst>
                <a:ext uri="{FF2B5EF4-FFF2-40B4-BE49-F238E27FC236}">
                  <a16:creationId xmlns:a16="http://schemas.microsoft.com/office/drawing/2014/main" id="{57453FF8-609B-4FC4-9B53-43F441A18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788"/>
              <a:ext cx="12" cy="17"/>
            </a:xfrm>
            <a:custGeom>
              <a:avLst/>
              <a:gdLst>
                <a:gd name="T0" fmla="*/ 7 w 9"/>
                <a:gd name="T1" fmla="*/ 1 h 13"/>
                <a:gd name="T2" fmla="*/ 9 w 9"/>
                <a:gd name="T3" fmla="*/ 29 h 13"/>
                <a:gd name="T4" fmla="*/ 16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3" y="1"/>
                  </a:moveTo>
                  <a:cubicBezTo>
                    <a:pt x="0" y="5"/>
                    <a:pt x="1" y="10"/>
                    <a:pt x="4" y="13"/>
                  </a:cubicBezTo>
                  <a:cubicBezTo>
                    <a:pt x="8" y="10"/>
                    <a:pt x="9" y="5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03" name="Freeform 3062">
              <a:extLst>
                <a:ext uri="{FF2B5EF4-FFF2-40B4-BE49-F238E27FC236}">
                  <a16:creationId xmlns:a16="http://schemas.microsoft.com/office/drawing/2014/main" id="{047927FE-B6BF-4B1E-9687-92AA0511C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805"/>
              <a:ext cx="12" cy="10"/>
            </a:xfrm>
            <a:custGeom>
              <a:avLst/>
              <a:gdLst>
                <a:gd name="T0" fmla="*/ 0 w 10"/>
                <a:gd name="T1" fmla="*/ 20 h 7"/>
                <a:gd name="T2" fmla="*/ 17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3" y="5"/>
                    <a:pt x="6" y="2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04" name="Freeform 3063">
              <a:extLst>
                <a:ext uri="{FF2B5EF4-FFF2-40B4-BE49-F238E27FC236}">
                  <a16:creationId xmlns:a16="http://schemas.microsoft.com/office/drawing/2014/main" id="{8AFAA407-C5EF-4AF2-A2DA-49BABE13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828"/>
              <a:ext cx="7" cy="16"/>
            </a:xfrm>
            <a:custGeom>
              <a:avLst/>
              <a:gdLst>
                <a:gd name="T0" fmla="*/ 0 w 6"/>
                <a:gd name="T1" fmla="*/ 0 h 12"/>
                <a:gd name="T2" fmla="*/ 9 w 6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2" y="5"/>
                    <a:pt x="4" y="9"/>
                    <a:pt x="6" y="12"/>
                  </a:cubicBezTo>
                </a:path>
              </a:pathLst>
            </a:custGeom>
            <a:noFill/>
            <a:ln w="7938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05" name="Freeform 3064">
              <a:extLst>
                <a:ext uri="{FF2B5EF4-FFF2-40B4-BE49-F238E27FC236}">
                  <a16:creationId xmlns:a16="http://schemas.microsoft.com/office/drawing/2014/main" id="{835A42B7-F9B1-4EBF-951F-B6AA0199A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555"/>
              <a:ext cx="17" cy="25"/>
            </a:xfrm>
            <a:custGeom>
              <a:avLst/>
              <a:gdLst>
                <a:gd name="T0" fmla="*/ 0 w 14"/>
                <a:gd name="T1" fmla="*/ 22 h 19"/>
                <a:gd name="T2" fmla="*/ 15 w 14"/>
                <a:gd name="T3" fmla="*/ 0 h 19"/>
                <a:gd name="T4" fmla="*/ 1 w 14"/>
                <a:gd name="T5" fmla="*/ 4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0" y="10"/>
                  </a:moveTo>
                  <a:cubicBezTo>
                    <a:pt x="1" y="6"/>
                    <a:pt x="3" y="2"/>
                    <a:pt x="8" y="0"/>
                  </a:cubicBezTo>
                  <a:cubicBezTo>
                    <a:pt x="14" y="7"/>
                    <a:pt x="6" y="15"/>
                    <a:pt x="1" y="19"/>
                  </a:cubicBezTo>
                </a:path>
              </a:pathLst>
            </a:custGeom>
            <a:noFill/>
            <a:ln w="7938" cap="flat">
              <a:solidFill>
                <a:srgbClr val="E9AE6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06" name="Freeform 3065">
              <a:extLst>
                <a:ext uri="{FF2B5EF4-FFF2-40B4-BE49-F238E27FC236}">
                  <a16:creationId xmlns:a16="http://schemas.microsoft.com/office/drawing/2014/main" id="{5050F738-9DD3-4EED-910C-C495F4AE2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751"/>
              <a:ext cx="34" cy="37"/>
            </a:xfrm>
            <a:custGeom>
              <a:avLst/>
              <a:gdLst>
                <a:gd name="T0" fmla="*/ 14 w 27"/>
                <a:gd name="T1" fmla="*/ 0 h 28"/>
                <a:gd name="T2" fmla="*/ 18 w 27"/>
                <a:gd name="T3" fmla="*/ 49 h 28"/>
                <a:gd name="T4" fmla="*/ 30 w 27"/>
                <a:gd name="T5" fmla="*/ 38 h 28"/>
                <a:gd name="T6" fmla="*/ 37 w 27"/>
                <a:gd name="T7" fmla="*/ 65 h 28"/>
                <a:gd name="T8" fmla="*/ 54 w 27"/>
                <a:gd name="T9" fmla="*/ 50 h 28"/>
                <a:gd name="T10" fmla="*/ 20 w 27"/>
                <a:gd name="T11" fmla="*/ 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7" y="0"/>
                  </a:moveTo>
                  <a:cubicBezTo>
                    <a:pt x="0" y="6"/>
                    <a:pt x="3" y="15"/>
                    <a:pt x="9" y="21"/>
                  </a:cubicBezTo>
                  <a:cubicBezTo>
                    <a:pt x="10" y="20"/>
                    <a:pt x="15" y="18"/>
                    <a:pt x="15" y="17"/>
                  </a:cubicBezTo>
                  <a:cubicBezTo>
                    <a:pt x="15" y="20"/>
                    <a:pt x="18" y="25"/>
                    <a:pt x="18" y="28"/>
                  </a:cubicBezTo>
                  <a:cubicBezTo>
                    <a:pt x="22" y="28"/>
                    <a:pt x="25" y="26"/>
                    <a:pt x="27" y="22"/>
                  </a:cubicBezTo>
                  <a:cubicBezTo>
                    <a:pt x="26" y="13"/>
                    <a:pt x="20" y="1"/>
                    <a:pt x="10" y="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07" name="Freeform 3066">
              <a:extLst>
                <a:ext uri="{FF2B5EF4-FFF2-40B4-BE49-F238E27FC236}">
                  <a16:creationId xmlns:a16="http://schemas.microsoft.com/office/drawing/2014/main" id="{5575AB7D-00D4-4427-920C-18F79E1BD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807"/>
              <a:ext cx="39" cy="24"/>
            </a:xfrm>
            <a:custGeom>
              <a:avLst/>
              <a:gdLst>
                <a:gd name="T0" fmla="*/ 1 w 31"/>
                <a:gd name="T1" fmla="*/ 5 h 18"/>
                <a:gd name="T2" fmla="*/ 8 w 31"/>
                <a:gd name="T3" fmla="*/ 43 h 18"/>
                <a:gd name="T4" fmla="*/ 25 w 31"/>
                <a:gd name="T5" fmla="*/ 23 h 18"/>
                <a:gd name="T6" fmla="*/ 45 w 31"/>
                <a:gd name="T7" fmla="*/ 43 h 18"/>
                <a:gd name="T8" fmla="*/ 53 w 31"/>
                <a:gd name="T9" fmla="*/ 9 h 18"/>
                <a:gd name="T10" fmla="*/ 13 w 31"/>
                <a:gd name="T11" fmla="*/ 1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8">
                  <a:moveTo>
                    <a:pt x="1" y="2"/>
                  </a:moveTo>
                  <a:cubicBezTo>
                    <a:pt x="0" y="8"/>
                    <a:pt x="1" y="13"/>
                    <a:pt x="4" y="18"/>
                  </a:cubicBezTo>
                  <a:cubicBezTo>
                    <a:pt x="8" y="16"/>
                    <a:pt x="10" y="15"/>
                    <a:pt x="13" y="10"/>
                  </a:cubicBezTo>
                  <a:cubicBezTo>
                    <a:pt x="16" y="11"/>
                    <a:pt x="21" y="18"/>
                    <a:pt x="23" y="18"/>
                  </a:cubicBezTo>
                  <a:cubicBezTo>
                    <a:pt x="29" y="17"/>
                    <a:pt x="31" y="9"/>
                    <a:pt x="26" y="4"/>
                  </a:cubicBezTo>
                  <a:cubicBezTo>
                    <a:pt x="23" y="0"/>
                    <a:pt x="8" y="0"/>
                    <a:pt x="6" y="6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08" name="Freeform 3067">
              <a:extLst>
                <a:ext uri="{FF2B5EF4-FFF2-40B4-BE49-F238E27FC236}">
                  <a16:creationId xmlns:a16="http://schemas.microsoft.com/office/drawing/2014/main" id="{4192126D-7741-44FB-9841-474BE1CA1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856"/>
              <a:ext cx="20" cy="23"/>
            </a:xfrm>
            <a:custGeom>
              <a:avLst/>
              <a:gdLst>
                <a:gd name="T0" fmla="*/ 18 w 16"/>
                <a:gd name="T1" fmla="*/ 5 h 17"/>
                <a:gd name="T2" fmla="*/ 18 w 16"/>
                <a:gd name="T3" fmla="*/ 42 h 17"/>
                <a:gd name="T4" fmla="*/ 18 w 16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9" y="2"/>
                  </a:moveTo>
                  <a:cubicBezTo>
                    <a:pt x="0" y="0"/>
                    <a:pt x="4" y="13"/>
                    <a:pt x="9" y="17"/>
                  </a:cubicBezTo>
                  <a:cubicBezTo>
                    <a:pt x="16" y="13"/>
                    <a:pt x="16" y="2"/>
                    <a:pt x="9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09" name="Freeform 3068">
              <a:extLst>
                <a:ext uri="{FF2B5EF4-FFF2-40B4-BE49-F238E27FC236}">
                  <a16:creationId xmlns:a16="http://schemas.microsoft.com/office/drawing/2014/main" id="{8A5300C3-31B4-4731-AACC-BC6CE6C8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899"/>
              <a:ext cx="35" cy="52"/>
            </a:xfrm>
            <a:custGeom>
              <a:avLst/>
              <a:gdLst>
                <a:gd name="T0" fmla="*/ 0 w 28"/>
                <a:gd name="T1" fmla="*/ 27 h 39"/>
                <a:gd name="T2" fmla="*/ 16 w 28"/>
                <a:gd name="T3" fmla="*/ 92 h 39"/>
                <a:gd name="T4" fmla="*/ 45 w 28"/>
                <a:gd name="T5" fmla="*/ 71 h 39"/>
                <a:gd name="T6" fmla="*/ 39 w 28"/>
                <a:gd name="T7" fmla="*/ 0 h 39"/>
                <a:gd name="T8" fmla="*/ 24 w 28"/>
                <a:gd name="T9" fmla="*/ 27 h 39"/>
                <a:gd name="T10" fmla="*/ 13 w 28"/>
                <a:gd name="T11" fmla="*/ 21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9">
                  <a:moveTo>
                    <a:pt x="0" y="11"/>
                  </a:moveTo>
                  <a:cubicBezTo>
                    <a:pt x="0" y="19"/>
                    <a:pt x="1" y="38"/>
                    <a:pt x="8" y="39"/>
                  </a:cubicBezTo>
                  <a:cubicBezTo>
                    <a:pt x="5" y="39"/>
                    <a:pt x="23" y="29"/>
                    <a:pt x="23" y="30"/>
                  </a:cubicBezTo>
                  <a:cubicBezTo>
                    <a:pt x="28" y="22"/>
                    <a:pt x="27" y="8"/>
                    <a:pt x="20" y="0"/>
                  </a:cubicBezTo>
                  <a:cubicBezTo>
                    <a:pt x="17" y="3"/>
                    <a:pt x="14" y="7"/>
                    <a:pt x="12" y="11"/>
                  </a:cubicBezTo>
                  <a:cubicBezTo>
                    <a:pt x="10" y="11"/>
                    <a:pt x="8" y="10"/>
                    <a:pt x="6" y="9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10" name="Freeform 3069">
              <a:extLst>
                <a:ext uri="{FF2B5EF4-FFF2-40B4-BE49-F238E27FC236}">
                  <a16:creationId xmlns:a16="http://schemas.microsoft.com/office/drawing/2014/main" id="{A8456582-77FA-43A5-9241-134E0352C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948"/>
              <a:ext cx="77" cy="29"/>
            </a:xfrm>
            <a:custGeom>
              <a:avLst/>
              <a:gdLst>
                <a:gd name="T0" fmla="*/ 52 w 62"/>
                <a:gd name="T1" fmla="*/ 0 h 22"/>
                <a:gd name="T2" fmla="*/ 63 w 62"/>
                <a:gd name="T3" fmla="*/ 0 h 22"/>
                <a:gd name="T4" fmla="*/ 60 w 62"/>
                <a:gd name="T5" fmla="*/ 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">
                  <a:moveTo>
                    <a:pt x="27" y="0"/>
                  </a:moveTo>
                  <a:cubicBezTo>
                    <a:pt x="0" y="22"/>
                    <a:pt x="62" y="11"/>
                    <a:pt x="33" y="0"/>
                  </a:cubicBezTo>
                  <a:cubicBezTo>
                    <a:pt x="31" y="1"/>
                    <a:pt x="30" y="2"/>
                    <a:pt x="31" y="4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11" name="Freeform 3070">
              <a:extLst>
                <a:ext uri="{FF2B5EF4-FFF2-40B4-BE49-F238E27FC236}">
                  <a16:creationId xmlns:a16="http://schemas.microsoft.com/office/drawing/2014/main" id="{B6170EFE-EB6E-4912-A6E0-7D8340396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949"/>
              <a:ext cx="18" cy="39"/>
            </a:xfrm>
            <a:custGeom>
              <a:avLst/>
              <a:gdLst>
                <a:gd name="T0" fmla="*/ 6 w 14"/>
                <a:gd name="T1" fmla="*/ 30 h 29"/>
                <a:gd name="T2" fmla="*/ 0 w 14"/>
                <a:gd name="T3" fmla="*/ 43 h 29"/>
                <a:gd name="T4" fmla="*/ 8 w 14"/>
                <a:gd name="T5" fmla="*/ 3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3" y="12"/>
                  </a:moveTo>
                  <a:cubicBezTo>
                    <a:pt x="1" y="14"/>
                    <a:pt x="0" y="16"/>
                    <a:pt x="0" y="18"/>
                  </a:cubicBezTo>
                  <a:cubicBezTo>
                    <a:pt x="14" y="29"/>
                    <a:pt x="8" y="0"/>
                    <a:pt x="4" y="12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12" name="Freeform 3071">
              <a:extLst>
                <a:ext uri="{FF2B5EF4-FFF2-40B4-BE49-F238E27FC236}">
                  <a16:creationId xmlns:a16="http://schemas.microsoft.com/office/drawing/2014/main" id="{4A72DF76-AD12-423E-BBE1-DD582B951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688"/>
              <a:ext cx="38" cy="35"/>
            </a:xfrm>
            <a:custGeom>
              <a:avLst/>
              <a:gdLst>
                <a:gd name="T0" fmla="*/ 16 w 30"/>
                <a:gd name="T1" fmla="*/ 7 h 26"/>
                <a:gd name="T2" fmla="*/ 8 w 30"/>
                <a:gd name="T3" fmla="*/ 1 h 26"/>
                <a:gd name="T4" fmla="*/ 20 w 30"/>
                <a:gd name="T5" fmla="*/ 0 h 26"/>
                <a:gd name="T6" fmla="*/ 20 w 30"/>
                <a:gd name="T7" fmla="*/ 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6">
                  <a:moveTo>
                    <a:pt x="8" y="3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0" y="26"/>
                    <a:pt x="30" y="3"/>
                    <a:pt x="10" y="0"/>
                  </a:cubicBezTo>
                  <a:cubicBezTo>
                    <a:pt x="7" y="1"/>
                    <a:pt x="10" y="1"/>
                    <a:pt x="10" y="3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13" name="Freeform 3072">
              <a:extLst>
                <a:ext uri="{FF2B5EF4-FFF2-40B4-BE49-F238E27FC236}">
                  <a16:creationId xmlns:a16="http://schemas.microsoft.com/office/drawing/2014/main" id="{B3524521-AF54-4C6B-A091-50C6E46F2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691"/>
              <a:ext cx="57" cy="38"/>
            </a:xfrm>
            <a:custGeom>
              <a:avLst/>
              <a:gdLst>
                <a:gd name="T0" fmla="*/ 53 w 46"/>
                <a:gd name="T1" fmla="*/ 13 h 29"/>
                <a:gd name="T2" fmla="*/ 46 w 46"/>
                <a:gd name="T3" fmla="*/ 63 h 29"/>
                <a:gd name="T4" fmla="*/ 69 w 46"/>
                <a:gd name="T5" fmla="*/ 16 h 29"/>
                <a:gd name="T6" fmla="*/ 53 w 46"/>
                <a:gd name="T7" fmla="*/ 2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9">
                  <a:moveTo>
                    <a:pt x="28" y="6"/>
                  </a:moveTo>
                  <a:cubicBezTo>
                    <a:pt x="0" y="0"/>
                    <a:pt x="26" y="22"/>
                    <a:pt x="24" y="28"/>
                  </a:cubicBezTo>
                  <a:cubicBezTo>
                    <a:pt x="35" y="29"/>
                    <a:pt x="46" y="17"/>
                    <a:pt x="36" y="7"/>
                  </a:cubicBezTo>
                  <a:cubicBezTo>
                    <a:pt x="33" y="7"/>
                    <a:pt x="30" y="9"/>
                    <a:pt x="28" y="1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14" name="Freeform 3073">
              <a:extLst>
                <a:ext uri="{FF2B5EF4-FFF2-40B4-BE49-F238E27FC236}">
                  <a16:creationId xmlns:a16="http://schemas.microsoft.com/office/drawing/2014/main" id="{48898CE5-6546-4D36-BB7B-7FBD40306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688"/>
              <a:ext cx="8" cy="11"/>
            </a:xfrm>
            <a:custGeom>
              <a:avLst/>
              <a:gdLst>
                <a:gd name="T0" fmla="*/ 7 w 7"/>
                <a:gd name="T1" fmla="*/ 0 h 8"/>
                <a:gd name="T2" fmla="*/ 0 w 7"/>
                <a:gd name="T3" fmla="*/ 15 h 8"/>
                <a:gd name="T4" fmla="*/ 10 w 7"/>
                <a:gd name="T5" fmla="*/ 6 h 8"/>
                <a:gd name="T6" fmla="*/ 3 w 7"/>
                <a:gd name="T7" fmla="*/ 1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2" y="2"/>
                    <a:pt x="1" y="3"/>
                    <a:pt x="0" y="6"/>
                  </a:cubicBezTo>
                  <a:cubicBezTo>
                    <a:pt x="5" y="6"/>
                    <a:pt x="5" y="8"/>
                    <a:pt x="7" y="2"/>
                  </a:cubicBezTo>
                  <a:cubicBezTo>
                    <a:pt x="5" y="2"/>
                    <a:pt x="5" y="3"/>
                    <a:pt x="3" y="4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15" name="Freeform 3074">
              <a:extLst>
                <a:ext uri="{FF2B5EF4-FFF2-40B4-BE49-F238E27FC236}">
                  <a16:creationId xmlns:a16="http://schemas.microsoft.com/office/drawing/2014/main" id="{86D8F5BF-6853-406C-9FF4-3B73F2ECB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728"/>
              <a:ext cx="19" cy="13"/>
            </a:xfrm>
            <a:custGeom>
              <a:avLst/>
              <a:gdLst>
                <a:gd name="T0" fmla="*/ 14 w 15"/>
                <a:gd name="T1" fmla="*/ 7 h 10"/>
                <a:gd name="T2" fmla="*/ 0 w 15"/>
                <a:gd name="T3" fmla="*/ 12 h 10"/>
                <a:gd name="T4" fmla="*/ 30 w 15"/>
                <a:gd name="T5" fmla="*/ 5 h 10"/>
                <a:gd name="T6" fmla="*/ 18 w 15"/>
                <a:gd name="T7" fmla="*/ 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7" y="3"/>
                  </a:moveTo>
                  <a:cubicBezTo>
                    <a:pt x="5" y="3"/>
                    <a:pt x="2" y="3"/>
                    <a:pt x="0" y="5"/>
                  </a:cubicBezTo>
                  <a:cubicBezTo>
                    <a:pt x="5" y="10"/>
                    <a:pt x="12" y="8"/>
                    <a:pt x="15" y="2"/>
                  </a:cubicBezTo>
                  <a:cubicBezTo>
                    <a:pt x="13" y="0"/>
                    <a:pt x="11" y="1"/>
                    <a:pt x="9" y="1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16" name="Freeform 3075">
              <a:extLst>
                <a:ext uri="{FF2B5EF4-FFF2-40B4-BE49-F238E27FC236}">
                  <a16:creationId xmlns:a16="http://schemas.microsoft.com/office/drawing/2014/main" id="{808DA8A2-27FD-4D8E-9E94-2A8D8FE3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549"/>
              <a:ext cx="13" cy="12"/>
            </a:xfrm>
            <a:custGeom>
              <a:avLst/>
              <a:gdLst>
                <a:gd name="T0" fmla="*/ 0 w 10"/>
                <a:gd name="T1" fmla="*/ 1 h 9"/>
                <a:gd name="T2" fmla="*/ 9 w 10"/>
                <a:gd name="T3" fmla="*/ 21 h 9"/>
                <a:gd name="T4" fmla="*/ 21 w 10"/>
                <a:gd name="T5" fmla="*/ 0 h 9"/>
                <a:gd name="T6" fmla="*/ 9 w 10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1"/>
                  </a:moveTo>
                  <a:cubicBezTo>
                    <a:pt x="0" y="5"/>
                    <a:pt x="1" y="7"/>
                    <a:pt x="4" y="9"/>
                  </a:cubicBezTo>
                  <a:cubicBezTo>
                    <a:pt x="8" y="6"/>
                    <a:pt x="10" y="6"/>
                    <a:pt x="9" y="0"/>
                  </a:cubicBezTo>
                  <a:cubicBezTo>
                    <a:pt x="6" y="0"/>
                    <a:pt x="6" y="2"/>
                    <a:pt x="4" y="4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17" name="Freeform 3076">
              <a:extLst>
                <a:ext uri="{FF2B5EF4-FFF2-40B4-BE49-F238E27FC236}">
                  <a16:creationId xmlns:a16="http://schemas.microsoft.com/office/drawing/2014/main" id="{96275E38-BD09-490E-AE8A-7943B6035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584"/>
              <a:ext cx="44" cy="37"/>
            </a:xfrm>
            <a:custGeom>
              <a:avLst/>
              <a:gdLst>
                <a:gd name="T0" fmla="*/ 16 w 35"/>
                <a:gd name="T1" fmla="*/ 7 h 28"/>
                <a:gd name="T2" fmla="*/ 24 w 35"/>
                <a:gd name="T3" fmla="*/ 0 h 28"/>
                <a:gd name="T4" fmla="*/ 24 w 35"/>
                <a:gd name="T5" fmla="*/ 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8" y="3"/>
                  </a:moveTo>
                  <a:cubicBezTo>
                    <a:pt x="0" y="28"/>
                    <a:pt x="35" y="1"/>
                    <a:pt x="12" y="0"/>
                  </a:cubicBezTo>
                  <a:cubicBezTo>
                    <a:pt x="10" y="1"/>
                    <a:pt x="12" y="2"/>
                    <a:pt x="12" y="3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18" name="Freeform 3077">
              <a:extLst>
                <a:ext uri="{FF2B5EF4-FFF2-40B4-BE49-F238E27FC236}">
                  <a16:creationId xmlns:a16="http://schemas.microsoft.com/office/drawing/2014/main" id="{2D2F5935-7C41-43CB-908A-9F4F8D68B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099"/>
              <a:ext cx="39" cy="53"/>
            </a:xfrm>
            <a:custGeom>
              <a:avLst/>
              <a:gdLst>
                <a:gd name="T0" fmla="*/ 14 w 31"/>
                <a:gd name="T1" fmla="*/ 0 h 40"/>
                <a:gd name="T2" fmla="*/ 0 w 31"/>
                <a:gd name="T3" fmla="*/ 37 h 40"/>
                <a:gd name="T4" fmla="*/ 16 w 31"/>
                <a:gd name="T5" fmla="*/ 27 h 40"/>
                <a:gd name="T6" fmla="*/ 54 w 31"/>
                <a:gd name="T7" fmla="*/ 65 h 40"/>
                <a:gd name="T8" fmla="*/ 24 w 3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0">
                  <a:moveTo>
                    <a:pt x="7" y="0"/>
                  </a:moveTo>
                  <a:cubicBezTo>
                    <a:pt x="2" y="4"/>
                    <a:pt x="0" y="10"/>
                    <a:pt x="0" y="16"/>
                  </a:cubicBezTo>
                  <a:cubicBezTo>
                    <a:pt x="1" y="15"/>
                    <a:pt x="6" y="13"/>
                    <a:pt x="8" y="11"/>
                  </a:cubicBezTo>
                  <a:cubicBezTo>
                    <a:pt x="13" y="13"/>
                    <a:pt x="20" y="40"/>
                    <a:pt x="27" y="28"/>
                  </a:cubicBezTo>
                  <a:cubicBezTo>
                    <a:pt x="31" y="21"/>
                    <a:pt x="16" y="3"/>
                    <a:pt x="12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19" name="Freeform 3078">
              <a:extLst>
                <a:ext uri="{FF2B5EF4-FFF2-40B4-BE49-F238E27FC236}">
                  <a16:creationId xmlns:a16="http://schemas.microsoft.com/office/drawing/2014/main" id="{2B7818F7-85D6-4BDA-B499-1F8D20D86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159"/>
              <a:ext cx="27" cy="78"/>
            </a:xfrm>
            <a:custGeom>
              <a:avLst/>
              <a:gdLst>
                <a:gd name="T0" fmla="*/ 15 w 22"/>
                <a:gd name="T1" fmla="*/ 0 h 59"/>
                <a:gd name="T2" fmla="*/ 15 w 22"/>
                <a:gd name="T3" fmla="*/ 71 h 59"/>
                <a:gd name="T4" fmla="*/ 7 w 22"/>
                <a:gd name="T5" fmla="*/ 66 h 59"/>
                <a:gd name="T6" fmla="*/ 34 w 22"/>
                <a:gd name="T7" fmla="*/ 136 h 59"/>
                <a:gd name="T8" fmla="*/ 21 w 22"/>
                <a:gd name="T9" fmla="*/ 2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9">
                  <a:moveTo>
                    <a:pt x="8" y="0"/>
                  </a:moveTo>
                  <a:cubicBezTo>
                    <a:pt x="0" y="7"/>
                    <a:pt x="12" y="20"/>
                    <a:pt x="8" y="31"/>
                  </a:cubicBezTo>
                  <a:cubicBezTo>
                    <a:pt x="7" y="31"/>
                    <a:pt x="6" y="30"/>
                    <a:pt x="4" y="29"/>
                  </a:cubicBezTo>
                  <a:cubicBezTo>
                    <a:pt x="0" y="41"/>
                    <a:pt x="14" y="50"/>
                    <a:pt x="19" y="59"/>
                  </a:cubicBezTo>
                  <a:cubicBezTo>
                    <a:pt x="22" y="52"/>
                    <a:pt x="16" y="8"/>
                    <a:pt x="11" y="1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20" name="Freeform 3079">
              <a:extLst>
                <a:ext uri="{FF2B5EF4-FFF2-40B4-BE49-F238E27FC236}">
                  <a16:creationId xmlns:a16="http://schemas.microsoft.com/office/drawing/2014/main" id="{22311303-C78D-4AAD-9B31-F9364A57B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3223"/>
              <a:ext cx="35" cy="52"/>
            </a:xfrm>
            <a:custGeom>
              <a:avLst/>
              <a:gdLst>
                <a:gd name="T0" fmla="*/ 20 w 28"/>
                <a:gd name="T1" fmla="*/ 44 h 39"/>
                <a:gd name="T2" fmla="*/ 39 w 28"/>
                <a:gd name="T3" fmla="*/ 64 h 39"/>
                <a:gd name="T4" fmla="*/ 48 w 28"/>
                <a:gd name="T5" fmla="*/ 0 h 39"/>
                <a:gd name="T6" fmla="*/ 23 w 28"/>
                <a:gd name="T7" fmla="*/ 3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9">
                  <a:moveTo>
                    <a:pt x="10" y="19"/>
                  </a:moveTo>
                  <a:cubicBezTo>
                    <a:pt x="0" y="32"/>
                    <a:pt x="12" y="39"/>
                    <a:pt x="20" y="27"/>
                  </a:cubicBezTo>
                  <a:cubicBezTo>
                    <a:pt x="24" y="21"/>
                    <a:pt x="28" y="8"/>
                    <a:pt x="24" y="0"/>
                  </a:cubicBezTo>
                  <a:cubicBezTo>
                    <a:pt x="19" y="4"/>
                    <a:pt x="15" y="14"/>
                    <a:pt x="11" y="16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21" name="Freeform 3080">
              <a:extLst>
                <a:ext uri="{FF2B5EF4-FFF2-40B4-BE49-F238E27FC236}">
                  <a16:creationId xmlns:a16="http://schemas.microsoft.com/office/drawing/2014/main" id="{67F206BD-2FAC-47E3-8299-683FE4B49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180"/>
              <a:ext cx="11" cy="12"/>
            </a:xfrm>
            <a:custGeom>
              <a:avLst/>
              <a:gdLst>
                <a:gd name="T0" fmla="*/ 6 w 9"/>
                <a:gd name="T1" fmla="*/ 0 h 9"/>
                <a:gd name="T2" fmla="*/ 2 w 9"/>
                <a:gd name="T3" fmla="*/ 21 h 9"/>
                <a:gd name="T4" fmla="*/ 16 w 9"/>
                <a:gd name="T5" fmla="*/ 5 h 9"/>
                <a:gd name="T6" fmla="*/ 15 w 9"/>
                <a:gd name="T7" fmla="*/ 1 h 9"/>
                <a:gd name="T8" fmla="*/ 7 w 9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3" y="0"/>
                  </a:moveTo>
                  <a:cubicBezTo>
                    <a:pt x="1" y="4"/>
                    <a:pt x="0" y="6"/>
                    <a:pt x="2" y="9"/>
                  </a:cubicBezTo>
                  <a:cubicBezTo>
                    <a:pt x="6" y="8"/>
                    <a:pt x="7" y="5"/>
                    <a:pt x="9" y="2"/>
                  </a:cubicBezTo>
                  <a:cubicBezTo>
                    <a:pt x="9" y="2"/>
                    <a:pt x="9" y="1"/>
                    <a:pt x="8" y="1"/>
                  </a:cubicBezTo>
                  <a:cubicBezTo>
                    <a:pt x="6" y="2"/>
                    <a:pt x="6" y="3"/>
                    <a:pt x="4" y="4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22" name="Freeform 3081">
              <a:extLst>
                <a:ext uri="{FF2B5EF4-FFF2-40B4-BE49-F238E27FC236}">
                  <a16:creationId xmlns:a16="http://schemas.microsoft.com/office/drawing/2014/main" id="{D149B12B-E1A5-4C61-B5DC-7128ED89E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152"/>
              <a:ext cx="18" cy="15"/>
            </a:xfrm>
            <a:custGeom>
              <a:avLst/>
              <a:gdLst>
                <a:gd name="T0" fmla="*/ 22 w 14"/>
                <a:gd name="T1" fmla="*/ 0 h 11"/>
                <a:gd name="T2" fmla="*/ 1 w 14"/>
                <a:gd name="T3" fmla="*/ 27 h 11"/>
                <a:gd name="T4" fmla="*/ 24 w 14"/>
                <a:gd name="T5" fmla="*/ 0 h 11"/>
                <a:gd name="T6" fmla="*/ 19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0" y="0"/>
                  </a:moveTo>
                  <a:cubicBezTo>
                    <a:pt x="3" y="0"/>
                    <a:pt x="0" y="4"/>
                    <a:pt x="1" y="11"/>
                  </a:cubicBezTo>
                  <a:cubicBezTo>
                    <a:pt x="7" y="10"/>
                    <a:pt x="14" y="6"/>
                    <a:pt x="12" y="0"/>
                  </a:cubicBezTo>
                  <a:cubicBezTo>
                    <a:pt x="8" y="0"/>
                    <a:pt x="10" y="2"/>
                    <a:pt x="9" y="4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23" name="Freeform 3082">
              <a:extLst>
                <a:ext uri="{FF2B5EF4-FFF2-40B4-BE49-F238E27FC236}">
                  <a16:creationId xmlns:a16="http://schemas.microsoft.com/office/drawing/2014/main" id="{485248C9-2AD6-43D9-ACDE-0C230CC14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515"/>
              <a:ext cx="49" cy="34"/>
            </a:xfrm>
            <a:custGeom>
              <a:avLst/>
              <a:gdLst>
                <a:gd name="T0" fmla="*/ 23 w 39"/>
                <a:gd name="T1" fmla="*/ 1 h 26"/>
                <a:gd name="T2" fmla="*/ 25 w 3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6">
                  <a:moveTo>
                    <a:pt x="11" y="1"/>
                  </a:moveTo>
                  <a:cubicBezTo>
                    <a:pt x="0" y="26"/>
                    <a:pt x="39" y="14"/>
                    <a:pt x="13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24" name="Freeform 3083">
              <a:extLst>
                <a:ext uri="{FF2B5EF4-FFF2-40B4-BE49-F238E27FC236}">
                  <a16:creationId xmlns:a16="http://schemas.microsoft.com/office/drawing/2014/main" id="{76F5D4D0-3575-4528-9FB0-F49F618E3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440"/>
              <a:ext cx="22" cy="43"/>
            </a:xfrm>
            <a:custGeom>
              <a:avLst/>
              <a:gdLst>
                <a:gd name="T0" fmla="*/ 10 w 17"/>
                <a:gd name="T1" fmla="*/ 7 h 32"/>
                <a:gd name="T2" fmla="*/ 17 w 17"/>
                <a:gd name="T3" fmla="*/ 78 h 32"/>
                <a:gd name="T4" fmla="*/ 10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5" y="3"/>
                  </a:moveTo>
                  <a:cubicBezTo>
                    <a:pt x="0" y="12"/>
                    <a:pt x="5" y="23"/>
                    <a:pt x="8" y="32"/>
                  </a:cubicBezTo>
                  <a:cubicBezTo>
                    <a:pt x="17" y="25"/>
                    <a:pt x="12" y="8"/>
                    <a:pt x="5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25" name="Freeform 3084">
              <a:extLst>
                <a:ext uri="{FF2B5EF4-FFF2-40B4-BE49-F238E27FC236}">
                  <a16:creationId xmlns:a16="http://schemas.microsoft.com/office/drawing/2014/main" id="{17B98D8E-9B4D-4545-9D67-D675D710F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579"/>
              <a:ext cx="30" cy="24"/>
            </a:xfrm>
            <a:custGeom>
              <a:avLst/>
              <a:gdLst>
                <a:gd name="T0" fmla="*/ 8 w 24"/>
                <a:gd name="T1" fmla="*/ 16 h 18"/>
                <a:gd name="T2" fmla="*/ 0 w 24"/>
                <a:gd name="T3" fmla="*/ 28 h 18"/>
                <a:gd name="T4" fmla="*/ 39 w 24"/>
                <a:gd name="T5" fmla="*/ 31 h 18"/>
                <a:gd name="T6" fmla="*/ 14 w 24"/>
                <a:gd name="T7" fmla="*/ 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4" y="7"/>
                  </a:moveTo>
                  <a:cubicBezTo>
                    <a:pt x="2" y="8"/>
                    <a:pt x="0" y="10"/>
                    <a:pt x="0" y="12"/>
                  </a:cubicBezTo>
                  <a:cubicBezTo>
                    <a:pt x="2" y="15"/>
                    <a:pt x="17" y="18"/>
                    <a:pt x="20" y="13"/>
                  </a:cubicBezTo>
                  <a:cubicBezTo>
                    <a:pt x="24" y="6"/>
                    <a:pt x="10" y="0"/>
                    <a:pt x="7" y="8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26" name="Freeform 3085">
              <a:extLst>
                <a:ext uri="{FF2B5EF4-FFF2-40B4-BE49-F238E27FC236}">
                  <a16:creationId xmlns:a16="http://schemas.microsoft.com/office/drawing/2014/main" id="{64802D68-A636-4995-BB87-9DE4C0AF9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528"/>
              <a:ext cx="40" cy="47"/>
            </a:xfrm>
            <a:custGeom>
              <a:avLst/>
              <a:gdLst>
                <a:gd name="T0" fmla="*/ 36 w 32"/>
                <a:gd name="T1" fmla="*/ 5 h 35"/>
                <a:gd name="T2" fmla="*/ 39 w 32"/>
                <a:gd name="T3" fmla="*/ 85 h 35"/>
                <a:gd name="T4" fmla="*/ 44 w 32"/>
                <a:gd name="T5" fmla="*/ 1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5">
                  <a:moveTo>
                    <a:pt x="18" y="2"/>
                  </a:moveTo>
                  <a:cubicBezTo>
                    <a:pt x="0" y="0"/>
                    <a:pt x="21" y="28"/>
                    <a:pt x="20" y="35"/>
                  </a:cubicBezTo>
                  <a:cubicBezTo>
                    <a:pt x="32" y="32"/>
                    <a:pt x="22" y="11"/>
                    <a:pt x="22" y="5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27" name="Freeform 3086">
              <a:extLst>
                <a:ext uri="{FF2B5EF4-FFF2-40B4-BE49-F238E27FC236}">
                  <a16:creationId xmlns:a16="http://schemas.microsoft.com/office/drawing/2014/main" id="{702C7139-5782-4273-ABDD-7F541DE9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703"/>
              <a:ext cx="25" cy="20"/>
            </a:xfrm>
            <a:custGeom>
              <a:avLst/>
              <a:gdLst>
                <a:gd name="T0" fmla="*/ 13 w 20"/>
                <a:gd name="T1" fmla="*/ 27 h 15"/>
                <a:gd name="T2" fmla="*/ 0 w 20"/>
                <a:gd name="T3" fmla="*/ 0 h 15"/>
                <a:gd name="T4" fmla="*/ 39 w 20"/>
                <a:gd name="T5" fmla="*/ 33 h 15"/>
                <a:gd name="T6" fmla="*/ 13 w 20"/>
                <a:gd name="T7" fmla="*/ 3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6" y="11"/>
                  </a:moveTo>
                  <a:cubicBezTo>
                    <a:pt x="3" y="8"/>
                    <a:pt x="1" y="4"/>
                    <a:pt x="0" y="0"/>
                  </a:cubicBezTo>
                  <a:cubicBezTo>
                    <a:pt x="5" y="7"/>
                    <a:pt x="19" y="4"/>
                    <a:pt x="20" y="14"/>
                  </a:cubicBezTo>
                  <a:cubicBezTo>
                    <a:pt x="15" y="13"/>
                    <a:pt x="10" y="14"/>
                    <a:pt x="6" y="15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28" name="Freeform 3087">
              <a:extLst>
                <a:ext uri="{FF2B5EF4-FFF2-40B4-BE49-F238E27FC236}">
                  <a16:creationId xmlns:a16="http://schemas.microsoft.com/office/drawing/2014/main" id="{7F04F804-D3BA-4242-A278-A9EC80AB6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204"/>
              <a:ext cx="37" cy="52"/>
            </a:xfrm>
            <a:custGeom>
              <a:avLst/>
              <a:gdLst>
                <a:gd name="T0" fmla="*/ 28 w 30"/>
                <a:gd name="T1" fmla="*/ 0 h 39"/>
                <a:gd name="T2" fmla="*/ 38 w 30"/>
                <a:gd name="T3" fmla="*/ 92 h 39"/>
                <a:gd name="T4" fmla="*/ 31 w 30"/>
                <a:gd name="T5" fmla="*/ 49 h 39"/>
                <a:gd name="T6" fmla="*/ 33 w 30"/>
                <a:gd name="T7" fmla="*/ 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9">
                  <a:moveTo>
                    <a:pt x="15" y="0"/>
                  </a:moveTo>
                  <a:cubicBezTo>
                    <a:pt x="0" y="10"/>
                    <a:pt x="16" y="29"/>
                    <a:pt x="20" y="39"/>
                  </a:cubicBezTo>
                  <a:cubicBezTo>
                    <a:pt x="30" y="35"/>
                    <a:pt x="20" y="25"/>
                    <a:pt x="16" y="21"/>
                  </a:cubicBezTo>
                  <a:cubicBezTo>
                    <a:pt x="19" y="16"/>
                    <a:pt x="21" y="9"/>
                    <a:pt x="18" y="3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29" name="Freeform 3088">
              <a:extLst>
                <a:ext uri="{FF2B5EF4-FFF2-40B4-BE49-F238E27FC236}">
                  <a16:creationId xmlns:a16="http://schemas.microsoft.com/office/drawing/2014/main" id="{3754994C-F4AB-4B63-B5D5-985AFBA51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263"/>
              <a:ext cx="45" cy="30"/>
            </a:xfrm>
            <a:custGeom>
              <a:avLst/>
              <a:gdLst>
                <a:gd name="T0" fmla="*/ 39 w 36"/>
                <a:gd name="T1" fmla="*/ 0 h 23"/>
                <a:gd name="T2" fmla="*/ 45 w 36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3">
                  <a:moveTo>
                    <a:pt x="20" y="0"/>
                  </a:moveTo>
                  <a:cubicBezTo>
                    <a:pt x="0" y="8"/>
                    <a:pt x="36" y="23"/>
                    <a:pt x="23" y="0"/>
                  </a:cubicBezTo>
                </a:path>
              </a:pathLst>
            </a:custGeom>
            <a:solidFill>
              <a:srgbClr val="FCCD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30" name="Freeform 3089">
              <a:extLst>
                <a:ext uri="{FF2B5EF4-FFF2-40B4-BE49-F238E27FC236}">
                  <a16:creationId xmlns:a16="http://schemas.microsoft.com/office/drawing/2014/main" id="{FFC99159-94F6-47BC-A635-EDB6139DF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21"/>
              <a:ext cx="64" cy="28"/>
            </a:xfrm>
            <a:custGeom>
              <a:avLst/>
              <a:gdLst>
                <a:gd name="T0" fmla="*/ 44 w 51"/>
                <a:gd name="T1" fmla="*/ 0 h 21"/>
                <a:gd name="T2" fmla="*/ 51 w 51"/>
                <a:gd name="T3" fmla="*/ 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22" y="0"/>
                  </a:moveTo>
                  <a:cubicBezTo>
                    <a:pt x="0" y="21"/>
                    <a:pt x="51" y="15"/>
                    <a:pt x="26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31" name="Freeform 3090">
              <a:extLst>
                <a:ext uri="{FF2B5EF4-FFF2-40B4-BE49-F238E27FC236}">
                  <a16:creationId xmlns:a16="http://schemas.microsoft.com/office/drawing/2014/main" id="{5C071907-87B3-4841-A5A8-FC0878561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189"/>
              <a:ext cx="11" cy="12"/>
            </a:xfrm>
            <a:custGeom>
              <a:avLst/>
              <a:gdLst>
                <a:gd name="T0" fmla="*/ 7 w 9"/>
                <a:gd name="T1" fmla="*/ 1 h 9"/>
                <a:gd name="T2" fmla="*/ 6 w 9"/>
                <a:gd name="T3" fmla="*/ 21 h 9"/>
                <a:gd name="T4" fmla="*/ 7 w 9"/>
                <a:gd name="T5" fmla="*/ 0 h 9"/>
                <a:gd name="T6" fmla="*/ 6 w 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0" y="4"/>
                    <a:pt x="0" y="7"/>
                    <a:pt x="3" y="9"/>
                  </a:cubicBezTo>
                  <a:cubicBezTo>
                    <a:pt x="7" y="7"/>
                    <a:pt x="9" y="2"/>
                    <a:pt x="4" y="0"/>
                  </a:cubicBezTo>
                  <a:cubicBezTo>
                    <a:pt x="2" y="1"/>
                    <a:pt x="3" y="2"/>
                    <a:pt x="3" y="4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32" name="Freeform 3091">
              <a:extLst>
                <a:ext uri="{FF2B5EF4-FFF2-40B4-BE49-F238E27FC236}">
                  <a16:creationId xmlns:a16="http://schemas.microsoft.com/office/drawing/2014/main" id="{88E360A6-006C-42EC-AF1F-E48DC4890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208"/>
              <a:ext cx="20" cy="28"/>
            </a:xfrm>
            <a:custGeom>
              <a:avLst/>
              <a:gdLst>
                <a:gd name="T0" fmla="*/ 10 w 16"/>
                <a:gd name="T1" fmla="*/ 7 h 21"/>
                <a:gd name="T2" fmla="*/ 23 w 16"/>
                <a:gd name="T3" fmla="*/ 36 h 21"/>
                <a:gd name="T4" fmla="*/ 13 w 16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5" y="3"/>
                  </a:moveTo>
                  <a:cubicBezTo>
                    <a:pt x="0" y="8"/>
                    <a:pt x="3" y="21"/>
                    <a:pt x="11" y="15"/>
                  </a:cubicBezTo>
                  <a:cubicBezTo>
                    <a:pt x="16" y="11"/>
                    <a:pt x="12" y="0"/>
                    <a:pt x="6" y="4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33" name="Freeform 3092">
              <a:extLst>
                <a:ext uri="{FF2B5EF4-FFF2-40B4-BE49-F238E27FC236}">
                  <a16:creationId xmlns:a16="http://schemas.microsoft.com/office/drawing/2014/main" id="{587323BB-6BDA-48C4-90E2-1628034BE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237"/>
              <a:ext cx="10" cy="12"/>
            </a:xfrm>
            <a:custGeom>
              <a:avLst/>
              <a:gdLst>
                <a:gd name="T0" fmla="*/ 0 w 8"/>
                <a:gd name="T1" fmla="*/ 5 h 9"/>
                <a:gd name="T2" fmla="*/ 6 w 8"/>
                <a:gd name="T3" fmla="*/ 21 h 9"/>
                <a:gd name="T4" fmla="*/ 13 w 8"/>
                <a:gd name="T5" fmla="*/ 0 h 9"/>
                <a:gd name="T6" fmla="*/ 8 w 8"/>
                <a:gd name="T7" fmla="*/ 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0" y="5"/>
                    <a:pt x="1" y="7"/>
                    <a:pt x="3" y="9"/>
                  </a:cubicBezTo>
                  <a:cubicBezTo>
                    <a:pt x="6" y="8"/>
                    <a:pt x="8" y="4"/>
                    <a:pt x="6" y="0"/>
                  </a:cubicBezTo>
                  <a:cubicBezTo>
                    <a:pt x="4" y="1"/>
                    <a:pt x="5" y="2"/>
                    <a:pt x="4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34" name="Freeform 3093">
              <a:extLst>
                <a:ext uri="{FF2B5EF4-FFF2-40B4-BE49-F238E27FC236}">
                  <a16:creationId xmlns:a16="http://schemas.microsoft.com/office/drawing/2014/main" id="{20D3BB7B-CCBB-4853-A11C-2A08115C7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467"/>
              <a:ext cx="16" cy="18"/>
            </a:xfrm>
            <a:custGeom>
              <a:avLst/>
              <a:gdLst>
                <a:gd name="T0" fmla="*/ 2 w 13"/>
                <a:gd name="T1" fmla="*/ 8 h 14"/>
                <a:gd name="T2" fmla="*/ 9 w 13"/>
                <a:gd name="T3" fmla="*/ 30 h 14"/>
                <a:gd name="T4" fmla="*/ 7 w 13"/>
                <a:gd name="T5" fmla="*/ 8 h 14"/>
                <a:gd name="T6" fmla="*/ 9 w 13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2" y="4"/>
                  </a:moveTo>
                  <a:cubicBezTo>
                    <a:pt x="0" y="9"/>
                    <a:pt x="1" y="12"/>
                    <a:pt x="5" y="14"/>
                  </a:cubicBezTo>
                  <a:cubicBezTo>
                    <a:pt x="12" y="12"/>
                    <a:pt x="13" y="0"/>
                    <a:pt x="4" y="4"/>
                  </a:cubicBezTo>
                  <a:cubicBezTo>
                    <a:pt x="4" y="5"/>
                    <a:pt x="4" y="6"/>
                    <a:pt x="5" y="6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35" name="Freeform 3094">
              <a:extLst>
                <a:ext uri="{FF2B5EF4-FFF2-40B4-BE49-F238E27FC236}">
                  <a16:creationId xmlns:a16="http://schemas.microsoft.com/office/drawing/2014/main" id="{D46F2371-AE0B-43D2-9048-D2E141E00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433"/>
              <a:ext cx="11" cy="12"/>
            </a:xfrm>
            <a:custGeom>
              <a:avLst/>
              <a:gdLst>
                <a:gd name="T0" fmla="*/ 2 w 9"/>
                <a:gd name="T1" fmla="*/ 5 h 9"/>
                <a:gd name="T2" fmla="*/ 6 w 9"/>
                <a:gd name="T3" fmla="*/ 21 h 9"/>
                <a:gd name="T4" fmla="*/ 7 w 9"/>
                <a:gd name="T5" fmla="*/ 0 h 9"/>
                <a:gd name="T6" fmla="*/ 6 w 9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1" y="5"/>
                    <a:pt x="0" y="7"/>
                    <a:pt x="3" y="9"/>
                  </a:cubicBezTo>
                  <a:cubicBezTo>
                    <a:pt x="8" y="8"/>
                    <a:pt x="9" y="3"/>
                    <a:pt x="4" y="0"/>
                  </a:cubicBezTo>
                  <a:cubicBezTo>
                    <a:pt x="2" y="2"/>
                    <a:pt x="2" y="5"/>
                    <a:pt x="3" y="7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36" name="Freeform 3095">
              <a:extLst>
                <a:ext uri="{FF2B5EF4-FFF2-40B4-BE49-F238E27FC236}">
                  <a16:creationId xmlns:a16="http://schemas.microsoft.com/office/drawing/2014/main" id="{3DFD33C8-2D11-439F-8D30-E11E55553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3547"/>
              <a:ext cx="34" cy="18"/>
            </a:xfrm>
            <a:custGeom>
              <a:avLst/>
              <a:gdLst>
                <a:gd name="T0" fmla="*/ 25 w 27"/>
                <a:gd name="T1" fmla="*/ 5 h 14"/>
                <a:gd name="T2" fmla="*/ 31 w 27"/>
                <a:gd name="T3" fmla="*/ 0 h 14"/>
                <a:gd name="T4" fmla="*/ 25 w 27"/>
                <a:gd name="T5" fmla="*/ 1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13" y="2"/>
                  </a:moveTo>
                  <a:cubicBezTo>
                    <a:pt x="0" y="14"/>
                    <a:pt x="27" y="11"/>
                    <a:pt x="16" y="0"/>
                  </a:cubicBezTo>
                  <a:cubicBezTo>
                    <a:pt x="13" y="1"/>
                    <a:pt x="13" y="2"/>
                    <a:pt x="13" y="5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37" name="Freeform 3096">
              <a:extLst>
                <a:ext uri="{FF2B5EF4-FFF2-40B4-BE49-F238E27FC236}">
                  <a16:creationId xmlns:a16="http://schemas.microsoft.com/office/drawing/2014/main" id="{09D9D903-0D8A-49AA-BEF9-549FB7EE0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589"/>
              <a:ext cx="14" cy="18"/>
            </a:xfrm>
            <a:custGeom>
              <a:avLst/>
              <a:gdLst>
                <a:gd name="T0" fmla="*/ 10 w 11"/>
                <a:gd name="T1" fmla="*/ 0 h 13"/>
                <a:gd name="T2" fmla="*/ 6 w 11"/>
                <a:gd name="T3" fmla="*/ 35 h 13"/>
                <a:gd name="T4" fmla="*/ 8 w 11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0" y="3"/>
                    <a:pt x="0" y="9"/>
                    <a:pt x="3" y="13"/>
                  </a:cubicBezTo>
                  <a:cubicBezTo>
                    <a:pt x="10" y="11"/>
                    <a:pt x="11" y="2"/>
                    <a:pt x="4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38" name="Freeform 3097">
              <a:extLst>
                <a:ext uri="{FF2B5EF4-FFF2-40B4-BE49-F238E27FC236}">
                  <a16:creationId xmlns:a16="http://schemas.microsoft.com/office/drawing/2014/main" id="{0ED96BAF-E50B-4BE6-AA67-DCF5B753F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703"/>
              <a:ext cx="7" cy="13"/>
            </a:xfrm>
            <a:custGeom>
              <a:avLst/>
              <a:gdLst>
                <a:gd name="T0" fmla="*/ 6 w 5"/>
                <a:gd name="T1" fmla="*/ 1 h 10"/>
                <a:gd name="T2" fmla="*/ 6 w 5"/>
                <a:gd name="T3" fmla="*/ 22 h 10"/>
                <a:gd name="T4" fmla="*/ 8 w 5"/>
                <a:gd name="T5" fmla="*/ 0 h 10"/>
                <a:gd name="T6" fmla="*/ 1 w 5"/>
                <a:gd name="T7" fmla="*/ 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1"/>
                  </a:moveTo>
                  <a:cubicBezTo>
                    <a:pt x="0" y="4"/>
                    <a:pt x="0" y="7"/>
                    <a:pt x="2" y="10"/>
                  </a:cubicBezTo>
                  <a:cubicBezTo>
                    <a:pt x="5" y="7"/>
                    <a:pt x="5" y="4"/>
                    <a:pt x="3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39" name="Freeform 3098">
              <a:extLst>
                <a:ext uri="{FF2B5EF4-FFF2-40B4-BE49-F238E27FC236}">
                  <a16:creationId xmlns:a16="http://schemas.microsoft.com/office/drawing/2014/main" id="{207AA2B0-278F-400F-90D1-06D1650D5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211"/>
              <a:ext cx="24" cy="30"/>
            </a:xfrm>
            <a:custGeom>
              <a:avLst/>
              <a:gdLst>
                <a:gd name="T0" fmla="*/ 10 w 19"/>
                <a:gd name="T1" fmla="*/ 22 h 23"/>
                <a:gd name="T2" fmla="*/ 5 w 19"/>
                <a:gd name="T3" fmla="*/ 51 h 23"/>
                <a:gd name="T4" fmla="*/ 6 w 19"/>
                <a:gd name="T5" fmla="*/ 2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5" y="10"/>
                  </a:moveTo>
                  <a:cubicBezTo>
                    <a:pt x="1" y="14"/>
                    <a:pt x="0" y="19"/>
                    <a:pt x="2" y="23"/>
                  </a:cubicBezTo>
                  <a:cubicBezTo>
                    <a:pt x="19" y="23"/>
                    <a:pt x="11" y="0"/>
                    <a:pt x="3" y="10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40" name="Freeform 3099">
              <a:extLst>
                <a:ext uri="{FF2B5EF4-FFF2-40B4-BE49-F238E27FC236}">
                  <a16:creationId xmlns:a16="http://schemas.microsoft.com/office/drawing/2014/main" id="{087A4BBC-328E-44AB-9D81-892394586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253"/>
              <a:ext cx="22" cy="16"/>
            </a:xfrm>
            <a:custGeom>
              <a:avLst/>
              <a:gdLst>
                <a:gd name="T0" fmla="*/ 17 w 17"/>
                <a:gd name="T1" fmla="*/ 5 h 12"/>
                <a:gd name="T2" fmla="*/ 17 w 17"/>
                <a:gd name="T3" fmla="*/ 28 h 12"/>
                <a:gd name="T4" fmla="*/ 23 w 17"/>
                <a:gd name="T5" fmla="*/ 0 h 12"/>
                <a:gd name="T6" fmla="*/ 17 w 17"/>
                <a:gd name="T7" fmla="*/ 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8" y="2"/>
                  </a:moveTo>
                  <a:cubicBezTo>
                    <a:pt x="3" y="4"/>
                    <a:pt x="0" y="12"/>
                    <a:pt x="8" y="12"/>
                  </a:cubicBezTo>
                  <a:cubicBezTo>
                    <a:pt x="14" y="12"/>
                    <a:pt x="17" y="2"/>
                    <a:pt x="11" y="0"/>
                  </a:cubicBezTo>
                  <a:cubicBezTo>
                    <a:pt x="8" y="0"/>
                    <a:pt x="8" y="2"/>
                    <a:pt x="8" y="4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41" name="Freeform 3100">
              <a:extLst>
                <a:ext uri="{FF2B5EF4-FFF2-40B4-BE49-F238E27FC236}">
                  <a16:creationId xmlns:a16="http://schemas.microsoft.com/office/drawing/2014/main" id="{DDDE0FED-DB8D-4FA2-B5B7-1597E67CA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271"/>
              <a:ext cx="10" cy="13"/>
            </a:xfrm>
            <a:custGeom>
              <a:avLst/>
              <a:gdLst>
                <a:gd name="T0" fmla="*/ 0 w 8"/>
                <a:gd name="T1" fmla="*/ 9 h 10"/>
                <a:gd name="T2" fmla="*/ 5 w 8"/>
                <a:gd name="T3" fmla="*/ 22 h 10"/>
                <a:gd name="T4" fmla="*/ 5 w 8"/>
                <a:gd name="T5" fmla="*/ 0 h 10"/>
                <a:gd name="T6" fmla="*/ 1 w 8"/>
                <a:gd name="T7" fmla="*/ 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4"/>
                  </a:moveTo>
                  <a:cubicBezTo>
                    <a:pt x="0" y="7"/>
                    <a:pt x="0" y="9"/>
                    <a:pt x="2" y="10"/>
                  </a:cubicBezTo>
                  <a:cubicBezTo>
                    <a:pt x="7" y="8"/>
                    <a:pt x="8" y="2"/>
                    <a:pt x="2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42" name="Freeform 3101">
              <a:extLst>
                <a:ext uri="{FF2B5EF4-FFF2-40B4-BE49-F238E27FC236}">
                  <a16:creationId xmlns:a16="http://schemas.microsoft.com/office/drawing/2014/main" id="{6CE2E4CD-E77E-42AB-81F4-A4E1AEAB1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911"/>
              <a:ext cx="19" cy="24"/>
            </a:xfrm>
            <a:custGeom>
              <a:avLst/>
              <a:gdLst>
                <a:gd name="T0" fmla="*/ 0 w 15"/>
                <a:gd name="T1" fmla="*/ 9 h 18"/>
                <a:gd name="T2" fmla="*/ 20 w 15"/>
                <a:gd name="T3" fmla="*/ 43 h 18"/>
                <a:gd name="T4" fmla="*/ 8 w 15"/>
                <a:gd name="T5" fmla="*/ 0 h 18"/>
                <a:gd name="T6" fmla="*/ 8 w 15"/>
                <a:gd name="T7" fmla="*/ 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0" y="4"/>
                  </a:moveTo>
                  <a:cubicBezTo>
                    <a:pt x="1" y="10"/>
                    <a:pt x="4" y="17"/>
                    <a:pt x="10" y="18"/>
                  </a:cubicBezTo>
                  <a:cubicBezTo>
                    <a:pt x="15" y="12"/>
                    <a:pt x="11" y="3"/>
                    <a:pt x="4" y="0"/>
                  </a:cubicBezTo>
                  <a:cubicBezTo>
                    <a:pt x="4" y="2"/>
                    <a:pt x="4" y="4"/>
                    <a:pt x="4" y="5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43" name="Freeform 3102">
              <a:extLst>
                <a:ext uri="{FF2B5EF4-FFF2-40B4-BE49-F238E27FC236}">
                  <a16:creationId xmlns:a16="http://schemas.microsoft.com/office/drawing/2014/main" id="{5884DF2B-0BED-4DA2-9793-9C8BB9652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923"/>
              <a:ext cx="14" cy="14"/>
            </a:xfrm>
            <a:custGeom>
              <a:avLst/>
              <a:gdLst>
                <a:gd name="T0" fmla="*/ 5 w 11"/>
                <a:gd name="T1" fmla="*/ 0 h 11"/>
                <a:gd name="T2" fmla="*/ 14 w 11"/>
                <a:gd name="T3" fmla="*/ 23 h 11"/>
                <a:gd name="T4" fmla="*/ 5 w 11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2" y="0"/>
                  </a:moveTo>
                  <a:cubicBezTo>
                    <a:pt x="0" y="6"/>
                    <a:pt x="1" y="10"/>
                    <a:pt x="7" y="11"/>
                  </a:cubicBezTo>
                  <a:cubicBezTo>
                    <a:pt x="11" y="7"/>
                    <a:pt x="7" y="2"/>
                    <a:pt x="2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44" name="Freeform 3103">
              <a:extLst>
                <a:ext uri="{FF2B5EF4-FFF2-40B4-BE49-F238E27FC236}">
                  <a16:creationId xmlns:a16="http://schemas.microsoft.com/office/drawing/2014/main" id="{E03CE0EB-BA77-4573-8FD0-34625D2F7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953"/>
              <a:ext cx="39" cy="23"/>
            </a:xfrm>
            <a:custGeom>
              <a:avLst/>
              <a:gdLst>
                <a:gd name="T0" fmla="*/ 23 w 31"/>
                <a:gd name="T1" fmla="*/ 5 h 17"/>
                <a:gd name="T2" fmla="*/ 29 w 31"/>
                <a:gd name="T3" fmla="*/ 0 h 17"/>
                <a:gd name="T4" fmla="*/ 25 w 31"/>
                <a:gd name="T5" fmla="*/ 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11" y="2"/>
                  </a:moveTo>
                  <a:cubicBezTo>
                    <a:pt x="0" y="17"/>
                    <a:pt x="31" y="10"/>
                    <a:pt x="14" y="0"/>
                  </a:cubicBezTo>
                  <a:cubicBezTo>
                    <a:pt x="13" y="1"/>
                    <a:pt x="13" y="2"/>
                    <a:pt x="13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45" name="Freeform 3104">
              <a:extLst>
                <a:ext uri="{FF2B5EF4-FFF2-40B4-BE49-F238E27FC236}">
                  <a16:creationId xmlns:a16="http://schemas.microsoft.com/office/drawing/2014/main" id="{2F57C210-D5E9-498C-807D-F7120F9F6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956"/>
              <a:ext cx="7" cy="11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21 h 8"/>
                <a:gd name="T4" fmla="*/ 6 w 6"/>
                <a:gd name="T5" fmla="*/ 1 h 8"/>
                <a:gd name="T6" fmla="*/ 1 w 6"/>
                <a:gd name="T7" fmla="*/ 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0" y="3"/>
                    <a:pt x="0" y="6"/>
                    <a:pt x="2" y="8"/>
                  </a:cubicBezTo>
                  <a:cubicBezTo>
                    <a:pt x="6" y="7"/>
                    <a:pt x="6" y="4"/>
                    <a:pt x="3" y="1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46" name="Freeform 3105">
              <a:extLst>
                <a:ext uri="{FF2B5EF4-FFF2-40B4-BE49-F238E27FC236}">
                  <a16:creationId xmlns:a16="http://schemas.microsoft.com/office/drawing/2014/main" id="{67C33C7D-A7B4-40C8-A631-2DF101711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712"/>
              <a:ext cx="17" cy="23"/>
            </a:xfrm>
            <a:custGeom>
              <a:avLst/>
              <a:gdLst>
                <a:gd name="T0" fmla="*/ 6 w 14"/>
                <a:gd name="T1" fmla="*/ 7 h 17"/>
                <a:gd name="T2" fmla="*/ 13 w 14"/>
                <a:gd name="T3" fmla="*/ 35 h 17"/>
                <a:gd name="T4" fmla="*/ 7 w 14"/>
                <a:gd name="T5" fmla="*/ 0 h 17"/>
                <a:gd name="T6" fmla="*/ 6 w 14"/>
                <a:gd name="T7" fmla="*/ 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3" y="3"/>
                  </a:moveTo>
                  <a:cubicBezTo>
                    <a:pt x="0" y="7"/>
                    <a:pt x="0" y="17"/>
                    <a:pt x="7" y="14"/>
                  </a:cubicBezTo>
                  <a:cubicBezTo>
                    <a:pt x="14" y="12"/>
                    <a:pt x="10" y="2"/>
                    <a:pt x="4" y="0"/>
                  </a:cubicBezTo>
                  <a:cubicBezTo>
                    <a:pt x="2" y="2"/>
                    <a:pt x="3" y="3"/>
                    <a:pt x="3" y="4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47" name="Freeform 3106">
              <a:extLst>
                <a:ext uri="{FF2B5EF4-FFF2-40B4-BE49-F238E27FC236}">
                  <a16:creationId xmlns:a16="http://schemas.microsoft.com/office/drawing/2014/main" id="{169CA760-142D-4B49-8DC1-2BBEA904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685"/>
              <a:ext cx="15" cy="22"/>
            </a:xfrm>
            <a:custGeom>
              <a:avLst/>
              <a:gdLst>
                <a:gd name="T0" fmla="*/ 1 w 12"/>
                <a:gd name="T1" fmla="*/ 21 h 16"/>
                <a:gd name="T2" fmla="*/ 18 w 12"/>
                <a:gd name="T3" fmla="*/ 36 h 16"/>
                <a:gd name="T4" fmla="*/ 1 w 12"/>
                <a:gd name="T5" fmla="*/ 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" y="8"/>
                  </a:moveTo>
                  <a:cubicBezTo>
                    <a:pt x="0" y="15"/>
                    <a:pt x="4" y="16"/>
                    <a:pt x="9" y="14"/>
                  </a:cubicBezTo>
                  <a:cubicBezTo>
                    <a:pt x="12" y="12"/>
                    <a:pt x="4" y="0"/>
                    <a:pt x="1" y="1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48" name="Freeform 3107">
              <a:extLst>
                <a:ext uri="{FF2B5EF4-FFF2-40B4-BE49-F238E27FC236}">
                  <a16:creationId xmlns:a16="http://schemas.microsoft.com/office/drawing/2014/main" id="{56B58364-51D0-4D6D-98A4-9784A6EC5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683"/>
              <a:ext cx="42" cy="28"/>
            </a:xfrm>
            <a:custGeom>
              <a:avLst/>
              <a:gdLst>
                <a:gd name="T0" fmla="*/ 23 w 33"/>
                <a:gd name="T1" fmla="*/ 12 h 21"/>
                <a:gd name="T2" fmla="*/ 29 w 33"/>
                <a:gd name="T3" fmla="*/ 0 h 21"/>
                <a:gd name="T4" fmla="*/ 22 w 33"/>
                <a:gd name="T5" fmla="*/ 2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1">
                  <a:moveTo>
                    <a:pt x="11" y="5"/>
                  </a:moveTo>
                  <a:cubicBezTo>
                    <a:pt x="0" y="21"/>
                    <a:pt x="33" y="9"/>
                    <a:pt x="14" y="0"/>
                  </a:cubicBezTo>
                  <a:cubicBezTo>
                    <a:pt x="11" y="2"/>
                    <a:pt x="10" y="5"/>
                    <a:pt x="10" y="8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49" name="Freeform 3108">
              <a:extLst>
                <a:ext uri="{FF2B5EF4-FFF2-40B4-BE49-F238E27FC236}">
                  <a16:creationId xmlns:a16="http://schemas.microsoft.com/office/drawing/2014/main" id="{9EF4601C-3897-48BD-A901-C81021F4D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811"/>
              <a:ext cx="11" cy="24"/>
            </a:xfrm>
            <a:custGeom>
              <a:avLst/>
              <a:gdLst>
                <a:gd name="T0" fmla="*/ 1 w 9"/>
                <a:gd name="T1" fmla="*/ 15 h 18"/>
                <a:gd name="T2" fmla="*/ 6 w 9"/>
                <a:gd name="T3" fmla="*/ 43 h 18"/>
                <a:gd name="T4" fmla="*/ 2 w 9"/>
                <a:gd name="T5" fmla="*/ 0 h 18"/>
                <a:gd name="T6" fmla="*/ 2 w 9"/>
                <a:gd name="T7" fmla="*/ 2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1" y="6"/>
                  </a:moveTo>
                  <a:cubicBezTo>
                    <a:pt x="0" y="11"/>
                    <a:pt x="0" y="15"/>
                    <a:pt x="3" y="18"/>
                  </a:cubicBezTo>
                  <a:cubicBezTo>
                    <a:pt x="9" y="14"/>
                    <a:pt x="8" y="4"/>
                    <a:pt x="2" y="0"/>
                  </a:cubicBezTo>
                  <a:cubicBezTo>
                    <a:pt x="0" y="4"/>
                    <a:pt x="0" y="8"/>
                    <a:pt x="2" y="1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50" name="Freeform 3109">
              <a:extLst>
                <a:ext uri="{FF2B5EF4-FFF2-40B4-BE49-F238E27FC236}">
                  <a16:creationId xmlns:a16="http://schemas.microsoft.com/office/drawing/2014/main" id="{8D05CD07-126B-4584-8F80-39C181198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819"/>
              <a:ext cx="12" cy="13"/>
            </a:xfrm>
            <a:custGeom>
              <a:avLst/>
              <a:gdLst>
                <a:gd name="T0" fmla="*/ 1 w 9"/>
                <a:gd name="T1" fmla="*/ 7 h 10"/>
                <a:gd name="T2" fmla="*/ 5 w 9"/>
                <a:gd name="T3" fmla="*/ 22 h 10"/>
                <a:gd name="T4" fmla="*/ 16 w 9"/>
                <a:gd name="T5" fmla="*/ 0 h 10"/>
                <a:gd name="T6" fmla="*/ 7 w 9"/>
                <a:gd name="T7" fmla="*/ 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3"/>
                  </a:moveTo>
                  <a:cubicBezTo>
                    <a:pt x="0" y="6"/>
                    <a:pt x="0" y="8"/>
                    <a:pt x="2" y="10"/>
                  </a:cubicBezTo>
                  <a:cubicBezTo>
                    <a:pt x="7" y="8"/>
                    <a:pt x="9" y="4"/>
                    <a:pt x="7" y="0"/>
                  </a:cubicBezTo>
                  <a:cubicBezTo>
                    <a:pt x="2" y="0"/>
                    <a:pt x="3" y="2"/>
                    <a:pt x="3" y="6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51" name="Freeform 3110">
              <a:extLst>
                <a:ext uri="{FF2B5EF4-FFF2-40B4-BE49-F238E27FC236}">
                  <a16:creationId xmlns:a16="http://schemas.microsoft.com/office/drawing/2014/main" id="{6211E258-98F4-4C31-9003-2C10036B2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799"/>
              <a:ext cx="6" cy="9"/>
            </a:xfrm>
            <a:custGeom>
              <a:avLst/>
              <a:gdLst>
                <a:gd name="T0" fmla="*/ 1 w 5"/>
                <a:gd name="T1" fmla="*/ 0 h 7"/>
                <a:gd name="T2" fmla="*/ 1 w 5"/>
                <a:gd name="T3" fmla="*/ 15 h 7"/>
                <a:gd name="T4" fmla="*/ 0 w 5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5" y="5"/>
                    <a:pt x="4" y="0"/>
                    <a:pt x="0" y="1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52" name="Freeform 3111">
              <a:extLst>
                <a:ext uri="{FF2B5EF4-FFF2-40B4-BE49-F238E27FC236}">
                  <a16:creationId xmlns:a16="http://schemas.microsoft.com/office/drawing/2014/main" id="{930376BA-6F5B-4CC4-8C0C-3AF64B71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751"/>
              <a:ext cx="19" cy="21"/>
            </a:xfrm>
            <a:custGeom>
              <a:avLst/>
              <a:gdLst>
                <a:gd name="T0" fmla="*/ 16 w 15"/>
                <a:gd name="T1" fmla="*/ 0 h 16"/>
                <a:gd name="T2" fmla="*/ 18 w 15"/>
                <a:gd name="T3" fmla="*/ 29 h 16"/>
                <a:gd name="T4" fmla="*/ 16 w 15"/>
                <a:gd name="T5" fmla="*/ 1 h 16"/>
                <a:gd name="T6" fmla="*/ 16 w 15"/>
                <a:gd name="T7" fmla="*/ 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8" y="0"/>
                  </a:moveTo>
                  <a:cubicBezTo>
                    <a:pt x="2" y="3"/>
                    <a:pt x="0" y="16"/>
                    <a:pt x="9" y="13"/>
                  </a:cubicBezTo>
                  <a:cubicBezTo>
                    <a:pt x="15" y="11"/>
                    <a:pt x="15" y="1"/>
                    <a:pt x="8" y="1"/>
                  </a:cubicBezTo>
                  <a:cubicBezTo>
                    <a:pt x="7" y="2"/>
                    <a:pt x="7" y="3"/>
                    <a:pt x="8" y="4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53" name="Freeform 3112">
              <a:extLst>
                <a:ext uri="{FF2B5EF4-FFF2-40B4-BE49-F238E27FC236}">
                  <a16:creationId xmlns:a16="http://schemas.microsoft.com/office/drawing/2014/main" id="{4EA4C0AE-F06E-4E51-BDC9-243B37252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771"/>
              <a:ext cx="10" cy="10"/>
            </a:xfrm>
            <a:custGeom>
              <a:avLst/>
              <a:gdLst>
                <a:gd name="T0" fmla="*/ 6 w 8"/>
                <a:gd name="T1" fmla="*/ 0 h 8"/>
                <a:gd name="T2" fmla="*/ 8 w 8"/>
                <a:gd name="T3" fmla="*/ 16 h 8"/>
                <a:gd name="T4" fmla="*/ 10 w 8"/>
                <a:gd name="T5" fmla="*/ 0 h 8"/>
                <a:gd name="T6" fmla="*/ 6 w 8"/>
                <a:gd name="T7" fmla="*/ 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0" y="4"/>
                    <a:pt x="0" y="7"/>
                    <a:pt x="4" y="8"/>
                  </a:cubicBezTo>
                  <a:cubicBezTo>
                    <a:pt x="7" y="5"/>
                    <a:pt x="8" y="4"/>
                    <a:pt x="5" y="0"/>
                  </a:cubicBezTo>
                  <a:cubicBezTo>
                    <a:pt x="4" y="1"/>
                    <a:pt x="3" y="2"/>
                    <a:pt x="3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54" name="Freeform 3113">
              <a:extLst>
                <a:ext uri="{FF2B5EF4-FFF2-40B4-BE49-F238E27FC236}">
                  <a16:creationId xmlns:a16="http://schemas.microsoft.com/office/drawing/2014/main" id="{28AE9F4C-45A9-4AC6-A996-E2351FF5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844"/>
              <a:ext cx="30" cy="17"/>
            </a:xfrm>
            <a:custGeom>
              <a:avLst/>
              <a:gdLst>
                <a:gd name="T0" fmla="*/ 25 w 24"/>
                <a:gd name="T1" fmla="*/ 0 h 13"/>
                <a:gd name="T2" fmla="*/ 29 w 24"/>
                <a:gd name="T3" fmla="*/ 5 h 13"/>
                <a:gd name="T4" fmla="*/ 24 w 24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13" y="0"/>
                  </a:moveTo>
                  <a:cubicBezTo>
                    <a:pt x="0" y="11"/>
                    <a:pt x="24" y="13"/>
                    <a:pt x="14" y="2"/>
                  </a:cubicBezTo>
                  <a:cubicBezTo>
                    <a:pt x="12" y="3"/>
                    <a:pt x="13" y="4"/>
                    <a:pt x="12" y="6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55" name="Freeform 3114">
              <a:extLst>
                <a:ext uri="{FF2B5EF4-FFF2-40B4-BE49-F238E27FC236}">
                  <a16:creationId xmlns:a16="http://schemas.microsoft.com/office/drawing/2014/main" id="{A8E1E12D-3673-4718-90F1-B7F096E92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575"/>
              <a:ext cx="17" cy="16"/>
            </a:xfrm>
            <a:custGeom>
              <a:avLst/>
              <a:gdLst>
                <a:gd name="T0" fmla="*/ 7 w 14"/>
                <a:gd name="T1" fmla="*/ 7 h 12"/>
                <a:gd name="T2" fmla="*/ 15 w 14"/>
                <a:gd name="T3" fmla="*/ 23 h 12"/>
                <a:gd name="T4" fmla="*/ 9 w 14"/>
                <a:gd name="T5" fmla="*/ 0 h 12"/>
                <a:gd name="T6" fmla="*/ 9 w 14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4" y="3"/>
                  </a:moveTo>
                  <a:cubicBezTo>
                    <a:pt x="0" y="5"/>
                    <a:pt x="4" y="12"/>
                    <a:pt x="8" y="10"/>
                  </a:cubicBezTo>
                  <a:cubicBezTo>
                    <a:pt x="14" y="8"/>
                    <a:pt x="10" y="0"/>
                    <a:pt x="5" y="0"/>
                  </a:cubicBezTo>
                  <a:cubicBezTo>
                    <a:pt x="3" y="2"/>
                    <a:pt x="4" y="3"/>
                    <a:pt x="5" y="5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56" name="Freeform 3115">
              <a:extLst>
                <a:ext uri="{FF2B5EF4-FFF2-40B4-BE49-F238E27FC236}">
                  <a16:creationId xmlns:a16="http://schemas.microsoft.com/office/drawing/2014/main" id="{BE81E7EB-07B1-4B9B-88EB-296CF7417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095"/>
              <a:ext cx="23" cy="25"/>
            </a:xfrm>
            <a:custGeom>
              <a:avLst/>
              <a:gdLst>
                <a:gd name="T0" fmla="*/ 17 w 18"/>
                <a:gd name="T1" fmla="*/ 7 h 19"/>
                <a:gd name="T2" fmla="*/ 23 w 18"/>
                <a:gd name="T3" fmla="*/ 34 h 19"/>
                <a:gd name="T4" fmla="*/ 23 w 18"/>
                <a:gd name="T5" fmla="*/ 0 h 19"/>
                <a:gd name="T6" fmla="*/ 22 w 18"/>
                <a:gd name="T7" fmla="*/ 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8" y="3"/>
                  </a:moveTo>
                  <a:cubicBezTo>
                    <a:pt x="0" y="5"/>
                    <a:pt x="5" y="19"/>
                    <a:pt x="11" y="15"/>
                  </a:cubicBezTo>
                  <a:cubicBezTo>
                    <a:pt x="18" y="12"/>
                    <a:pt x="17" y="2"/>
                    <a:pt x="11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57" name="Freeform 3116">
              <a:extLst>
                <a:ext uri="{FF2B5EF4-FFF2-40B4-BE49-F238E27FC236}">
                  <a16:creationId xmlns:a16="http://schemas.microsoft.com/office/drawing/2014/main" id="{C548C20E-798B-4ED7-97BA-EA1E2E902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967"/>
              <a:ext cx="12" cy="16"/>
            </a:xfrm>
            <a:custGeom>
              <a:avLst/>
              <a:gdLst>
                <a:gd name="T0" fmla="*/ 6 w 10"/>
                <a:gd name="T1" fmla="*/ 5 h 12"/>
                <a:gd name="T2" fmla="*/ 0 w 10"/>
                <a:gd name="T3" fmla="*/ 20 h 12"/>
                <a:gd name="T4" fmla="*/ 12 w 10"/>
                <a:gd name="T5" fmla="*/ 0 h 12"/>
                <a:gd name="T6" fmla="*/ 8 w 10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3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6" y="12"/>
                    <a:pt x="10" y="5"/>
                    <a:pt x="7" y="0"/>
                  </a:cubicBezTo>
                  <a:cubicBezTo>
                    <a:pt x="2" y="0"/>
                    <a:pt x="3" y="2"/>
                    <a:pt x="5" y="5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58" name="Freeform 3117">
              <a:extLst>
                <a:ext uri="{FF2B5EF4-FFF2-40B4-BE49-F238E27FC236}">
                  <a16:creationId xmlns:a16="http://schemas.microsoft.com/office/drawing/2014/main" id="{CB0B8652-A8B0-4B1E-BAEA-CB6827CBA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197"/>
              <a:ext cx="10" cy="14"/>
            </a:xfrm>
            <a:custGeom>
              <a:avLst/>
              <a:gdLst>
                <a:gd name="T0" fmla="*/ 1 w 8"/>
                <a:gd name="T1" fmla="*/ 1 h 10"/>
                <a:gd name="T2" fmla="*/ 5 w 8"/>
                <a:gd name="T3" fmla="*/ 28 h 10"/>
                <a:gd name="T4" fmla="*/ 8 w 8"/>
                <a:gd name="T5" fmla="*/ 0 h 10"/>
                <a:gd name="T6" fmla="*/ 1 w 8"/>
                <a:gd name="T7" fmla="*/ 1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1" y="1"/>
                  </a:moveTo>
                  <a:cubicBezTo>
                    <a:pt x="0" y="5"/>
                    <a:pt x="0" y="7"/>
                    <a:pt x="2" y="10"/>
                  </a:cubicBezTo>
                  <a:cubicBezTo>
                    <a:pt x="7" y="8"/>
                    <a:pt x="8" y="3"/>
                    <a:pt x="4" y="0"/>
                  </a:cubicBezTo>
                  <a:cubicBezTo>
                    <a:pt x="0" y="0"/>
                    <a:pt x="1" y="2"/>
                    <a:pt x="1" y="4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59" name="Freeform 3118">
              <a:extLst>
                <a:ext uri="{FF2B5EF4-FFF2-40B4-BE49-F238E27FC236}">
                  <a16:creationId xmlns:a16="http://schemas.microsoft.com/office/drawing/2014/main" id="{5C469828-1BDC-4C34-BE66-C1F95265A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155"/>
              <a:ext cx="39" cy="24"/>
            </a:xfrm>
            <a:custGeom>
              <a:avLst/>
              <a:gdLst>
                <a:gd name="T0" fmla="*/ 24 w 31"/>
                <a:gd name="T1" fmla="*/ 1 h 18"/>
                <a:gd name="T2" fmla="*/ 25 w 31"/>
                <a:gd name="T3" fmla="*/ 0 h 18"/>
                <a:gd name="T4" fmla="*/ 25 w 31"/>
                <a:gd name="T5" fmla="*/ 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8">
                  <a:moveTo>
                    <a:pt x="12" y="1"/>
                  </a:moveTo>
                  <a:cubicBezTo>
                    <a:pt x="0" y="18"/>
                    <a:pt x="31" y="3"/>
                    <a:pt x="13" y="0"/>
                  </a:cubicBezTo>
                  <a:cubicBezTo>
                    <a:pt x="11" y="2"/>
                    <a:pt x="12" y="3"/>
                    <a:pt x="13" y="5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60" name="Freeform 3119">
              <a:extLst>
                <a:ext uri="{FF2B5EF4-FFF2-40B4-BE49-F238E27FC236}">
                  <a16:creationId xmlns:a16="http://schemas.microsoft.com/office/drawing/2014/main" id="{7351FE29-37CB-45F6-9A5D-541581BA5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3516"/>
              <a:ext cx="20" cy="17"/>
            </a:xfrm>
            <a:custGeom>
              <a:avLst/>
              <a:gdLst>
                <a:gd name="T0" fmla="*/ 16 w 16"/>
                <a:gd name="T1" fmla="*/ 5 h 13"/>
                <a:gd name="T2" fmla="*/ 23 w 16"/>
                <a:gd name="T3" fmla="*/ 22 h 13"/>
                <a:gd name="T4" fmla="*/ 18 w 16"/>
                <a:gd name="T5" fmla="*/ 1 h 13"/>
                <a:gd name="T6" fmla="*/ 20 w 16"/>
                <a:gd name="T7" fmla="*/ 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8" y="2"/>
                  </a:moveTo>
                  <a:cubicBezTo>
                    <a:pt x="0" y="5"/>
                    <a:pt x="5" y="13"/>
                    <a:pt x="11" y="10"/>
                  </a:cubicBezTo>
                  <a:cubicBezTo>
                    <a:pt x="16" y="8"/>
                    <a:pt x="15" y="0"/>
                    <a:pt x="9" y="1"/>
                  </a:cubicBezTo>
                  <a:cubicBezTo>
                    <a:pt x="9" y="2"/>
                    <a:pt x="9" y="3"/>
                    <a:pt x="10" y="3"/>
                  </a:cubicBezTo>
                </a:path>
              </a:pathLst>
            </a:custGeom>
            <a:solidFill>
              <a:srgbClr val="FFE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61" name="Rectangle 3120">
              <a:extLst>
                <a:ext uri="{FF2B5EF4-FFF2-40B4-BE49-F238E27FC236}">
                  <a16:creationId xmlns:a16="http://schemas.microsoft.com/office/drawing/2014/main" id="{A4BB6D87-E684-4683-88E8-5C6F95B4B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547"/>
              <a:ext cx="1356" cy="1181"/>
            </a:xfrm>
            <a:prstGeom prst="rect">
              <a:avLst/>
            </a:prstGeom>
            <a:noFill/>
            <a:ln w="190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52231" name="ruptured-atherosclerotic-plaque-atherothrombosis-diagram">
            <a:extLst>
              <a:ext uri="{FF2B5EF4-FFF2-40B4-BE49-F238E27FC236}">
                <a16:creationId xmlns:a16="http://schemas.microsoft.com/office/drawing/2014/main" id="{AB27C31B-DF60-457A-8346-4D6DE0F13E7B}"/>
              </a:ext>
            </a:extLst>
          </p:cNvPr>
          <p:cNvGrpSpPr>
            <a:grpSpLocks/>
          </p:cNvGrpSpPr>
          <p:nvPr/>
        </p:nvGrpSpPr>
        <p:grpSpPr bwMode="auto">
          <a:xfrm>
            <a:off x="8229600" y="2519363"/>
            <a:ext cx="1893888" cy="3584575"/>
            <a:chOff x="4274" y="1587"/>
            <a:chExt cx="1193" cy="2258"/>
          </a:xfrm>
        </p:grpSpPr>
        <p:grpSp>
          <p:nvGrpSpPr>
            <p:cNvPr id="52236" name="Group 3122">
              <a:extLst>
                <a:ext uri="{FF2B5EF4-FFF2-40B4-BE49-F238E27FC236}">
                  <a16:creationId xmlns:a16="http://schemas.microsoft.com/office/drawing/2014/main" id="{E4172BF1-F1A8-497F-863E-22FC142C17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1" y="1587"/>
              <a:ext cx="1165" cy="2254"/>
              <a:chOff x="4291" y="1587"/>
              <a:chExt cx="1165" cy="2254"/>
            </a:xfrm>
          </p:grpSpPr>
          <p:sp>
            <p:nvSpPr>
              <p:cNvPr id="121289" name="Freeform 3123">
                <a:extLst>
                  <a:ext uri="{FF2B5EF4-FFF2-40B4-BE49-F238E27FC236}">
                    <a16:creationId xmlns:a16="http://schemas.microsoft.com/office/drawing/2014/main" id="{A1134954-653A-491D-AD35-C7DC81707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1587"/>
                <a:ext cx="1107" cy="1015"/>
              </a:xfrm>
              <a:custGeom>
                <a:avLst/>
                <a:gdLst>
                  <a:gd name="T0" fmla="*/ 2647 w 716"/>
                  <a:gd name="T1" fmla="*/ 2216 h 616"/>
                  <a:gd name="T2" fmla="*/ 787 w 716"/>
                  <a:gd name="T3" fmla="*/ 519 h 616"/>
                  <a:gd name="T4" fmla="*/ 461 w 716"/>
                  <a:gd name="T5" fmla="*/ 0 h 616"/>
                  <a:gd name="T6" fmla="*/ 0 w 716"/>
                  <a:gd name="T7" fmla="*/ 0 h 616"/>
                  <a:gd name="T8" fmla="*/ 2647 w 716"/>
                  <a:gd name="T9" fmla="*/ 2755 h 616"/>
                  <a:gd name="T10" fmla="*/ 2647 w 716"/>
                  <a:gd name="T11" fmla="*/ 2216 h 6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6" h="616">
                    <a:moveTo>
                      <a:pt x="716" y="495"/>
                    </a:moveTo>
                    <a:cubicBezTo>
                      <a:pt x="518" y="359"/>
                      <a:pt x="342" y="245"/>
                      <a:pt x="213" y="116"/>
                    </a:cubicBezTo>
                    <a:cubicBezTo>
                      <a:pt x="180" y="82"/>
                      <a:pt x="151" y="43"/>
                      <a:pt x="1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1" y="267"/>
                      <a:pt x="411" y="416"/>
                      <a:pt x="716" y="616"/>
                    </a:cubicBezTo>
                    <a:lnTo>
                      <a:pt x="716" y="495"/>
                    </a:lnTo>
                    <a:close/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90" name="Freeform 3124">
                <a:extLst>
                  <a:ext uri="{FF2B5EF4-FFF2-40B4-BE49-F238E27FC236}">
                    <a16:creationId xmlns:a16="http://schemas.microsoft.com/office/drawing/2014/main" id="{8538F7A7-6837-49C1-81D7-8ED2AFE31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07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91" name="Freeform 3125">
                <a:extLst>
                  <a:ext uri="{FF2B5EF4-FFF2-40B4-BE49-F238E27FC236}">
                    <a16:creationId xmlns:a16="http://schemas.microsoft.com/office/drawing/2014/main" id="{1DD85286-1222-40FB-A7B6-9F03B5A4A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07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92" name="Freeform 3126">
                <a:extLst>
                  <a:ext uri="{FF2B5EF4-FFF2-40B4-BE49-F238E27FC236}">
                    <a16:creationId xmlns:a16="http://schemas.microsoft.com/office/drawing/2014/main" id="{B70390DC-D5B6-45F7-BECA-3E1E7D2E4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07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93" name="Freeform 3127">
                <a:extLst>
                  <a:ext uri="{FF2B5EF4-FFF2-40B4-BE49-F238E27FC236}">
                    <a16:creationId xmlns:a16="http://schemas.microsoft.com/office/drawing/2014/main" id="{6C38312C-7565-4ABE-9C17-3D2638003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07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94" name="Freeform 3128">
                <a:extLst>
                  <a:ext uri="{FF2B5EF4-FFF2-40B4-BE49-F238E27FC236}">
                    <a16:creationId xmlns:a16="http://schemas.microsoft.com/office/drawing/2014/main" id="{5903FF6C-27DD-4F6A-BC25-6487C0A7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340"/>
                <a:ext cx="1164" cy="1501"/>
              </a:xfrm>
              <a:custGeom>
                <a:avLst/>
                <a:gdLst>
                  <a:gd name="T0" fmla="*/ 2781 w 753"/>
                  <a:gd name="T1" fmla="*/ 1982 h 911"/>
                  <a:gd name="T2" fmla="*/ 2483 w 753"/>
                  <a:gd name="T3" fmla="*/ 1807 h 911"/>
                  <a:gd name="T4" fmla="*/ 2013 w 753"/>
                  <a:gd name="T5" fmla="*/ 1429 h 911"/>
                  <a:gd name="T6" fmla="*/ 1550 w 753"/>
                  <a:gd name="T7" fmla="*/ 1216 h 911"/>
                  <a:gd name="T8" fmla="*/ 1102 w 753"/>
                  <a:gd name="T9" fmla="*/ 906 h 911"/>
                  <a:gd name="T10" fmla="*/ 485 w 753"/>
                  <a:gd name="T11" fmla="*/ 587 h 911"/>
                  <a:gd name="T12" fmla="*/ 224 w 753"/>
                  <a:gd name="T13" fmla="*/ 285 h 911"/>
                  <a:gd name="T14" fmla="*/ 210 w 753"/>
                  <a:gd name="T15" fmla="*/ 269 h 911"/>
                  <a:gd name="T16" fmla="*/ 196 w 753"/>
                  <a:gd name="T17" fmla="*/ 250 h 911"/>
                  <a:gd name="T18" fmla="*/ 170 w 753"/>
                  <a:gd name="T19" fmla="*/ 219 h 911"/>
                  <a:gd name="T20" fmla="*/ 158 w 753"/>
                  <a:gd name="T21" fmla="*/ 206 h 911"/>
                  <a:gd name="T22" fmla="*/ 128 w 753"/>
                  <a:gd name="T23" fmla="*/ 171 h 911"/>
                  <a:gd name="T24" fmla="*/ 127 w 753"/>
                  <a:gd name="T25" fmla="*/ 160 h 911"/>
                  <a:gd name="T26" fmla="*/ 93 w 753"/>
                  <a:gd name="T27" fmla="*/ 125 h 911"/>
                  <a:gd name="T28" fmla="*/ 88 w 753"/>
                  <a:gd name="T29" fmla="*/ 119 h 911"/>
                  <a:gd name="T30" fmla="*/ 60 w 753"/>
                  <a:gd name="T31" fmla="*/ 81 h 911"/>
                  <a:gd name="T32" fmla="*/ 56 w 753"/>
                  <a:gd name="T33" fmla="*/ 76 h 911"/>
                  <a:gd name="T34" fmla="*/ 26 w 753"/>
                  <a:gd name="T35" fmla="*/ 35 h 911"/>
                  <a:gd name="T36" fmla="*/ 22 w 753"/>
                  <a:gd name="T37" fmla="*/ 26 h 911"/>
                  <a:gd name="T38" fmla="*/ 0 w 753"/>
                  <a:gd name="T39" fmla="*/ 0 h 911"/>
                  <a:gd name="T40" fmla="*/ 0 w 753"/>
                  <a:gd name="T41" fmla="*/ 4075 h 911"/>
                  <a:gd name="T42" fmla="*/ 359 w 753"/>
                  <a:gd name="T43" fmla="*/ 4075 h 911"/>
                  <a:gd name="T44" fmla="*/ 359 w 753"/>
                  <a:gd name="T45" fmla="*/ 3093 h 911"/>
                  <a:gd name="T46" fmla="*/ 377 w 753"/>
                  <a:gd name="T47" fmla="*/ 3168 h 911"/>
                  <a:gd name="T48" fmla="*/ 366 w 753"/>
                  <a:gd name="T49" fmla="*/ 3032 h 911"/>
                  <a:gd name="T50" fmla="*/ 366 w 753"/>
                  <a:gd name="T51" fmla="*/ 2997 h 911"/>
                  <a:gd name="T52" fmla="*/ 476 w 753"/>
                  <a:gd name="T53" fmla="*/ 2956 h 911"/>
                  <a:gd name="T54" fmla="*/ 631 w 753"/>
                  <a:gd name="T55" fmla="*/ 2272 h 911"/>
                  <a:gd name="T56" fmla="*/ 631 w 753"/>
                  <a:gd name="T57" fmla="*/ 1990 h 911"/>
                  <a:gd name="T58" fmla="*/ 1002 w 753"/>
                  <a:gd name="T59" fmla="*/ 1580 h 911"/>
                  <a:gd name="T60" fmla="*/ 2132 w 753"/>
                  <a:gd name="T61" fmla="*/ 1883 h 911"/>
                  <a:gd name="T62" fmla="*/ 2671 w 753"/>
                  <a:gd name="T63" fmla="*/ 2214 h 911"/>
                  <a:gd name="T64" fmla="*/ 2781 w 753"/>
                  <a:gd name="T65" fmla="*/ 2285 h 911"/>
                  <a:gd name="T66" fmla="*/ 2781 w 753"/>
                  <a:gd name="T67" fmla="*/ 1982 h 91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53" h="911">
                    <a:moveTo>
                      <a:pt x="753" y="443"/>
                    </a:moveTo>
                    <a:cubicBezTo>
                      <a:pt x="726" y="430"/>
                      <a:pt x="700" y="417"/>
                      <a:pt x="672" y="404"/>
                    </a:cubicBezTo>
                    <a:cubicBezTo>
                      <a:pt x="624" y="382"/>
                      <a:pt x="590" y="344"/>
                      <a:pt x="545" y="319"/>
                    </a:cubicBezTo>
                    <a:cubicBezTo>
                      <a:pt x="507" y="299"/>
                      <a:pt x="459" y="294"/>
                      <a:pt x="420" y="272"/>
                    </a:cubicBezTo>
                    <a:cubicBezTo>
                      <a:pt x="381" y="250"/>
                      <a:pt x="338" y="236"/>
                      <a:pt x="298" y="203"/>
                    </a:cubicBezTo>
                    <a:cubicBezTo>
                      <a:pt x="254" y="165"/>
                      <a:pt x="176" y="177"/>
                      <a:pt x="131" y="131"/>
                    </a:cubicBezTo>
                    <a:cubicBezTo>
                      <a:pt x="103" y="103"/>
                      <a:pt x="81" y="82"/>
                      <a:pt x="61" y="64"/>
                    </a:cubicBezTo>
                    <a:cubicBezTo>
                      <a:pt x="60" y="62"/>
                      <a:pt x="59" y="61"/>
                      <a:pt x="57" y="60"/>
                    </a:cubicBezTo>
                    <a:cubicBezTo>
                      <a:pt x="56" y="59"/>
                      <a:pt x="55" y="57"/>
                      <a:pt x="53" y="56"/>
                    </a:cubicBezTo>
                    <a:cubicBezTo>
                      <a:pt x="51" y="54"/>
                      <a:pt x="48" y="51"/>
                      <a:pt x="46" y="49"/>
                    </a:cubicBezTo>
                    <a:cubicBezTo>
                      <a:pt x="45" y="48"/>
                      <a:pt x="44" y="47"/>
                      <a:pt x="43" y="46"/>
                    </a:cubicBezTo>
                    <a:cubicBezTo>
                      <a:pt x="41" y="44"/>
                      <a:pt x="38" y="41"/>
                      <a:pt x="35" y="38"/>
                    </a:cubicBezTo>
                    <a:cubicBezTo>
                      <a:pt x="35" y="38"/>
                      <a:pt x="34" y="37"/>
                      <a:pt x="34" y="36"/>
                    </a:cubicBezTo>
                    <a:cubicBezTo>
                      <a:pt x="31" y="34"/>
                      <a:pt x="28" y="31"/>
                      <a:pt x="25" y="28"/>
                    </a:cubicBezTo>
                    <a:cubicBezTo>
                      <a:pt x="25" y="28"/>
                      <a:pt x="25" y="27"/>
                      <a:pt x="24" y="27"/>
                    </a:cubicBezTo>
                    <a:cubicBezTo>
                      <a:pt x="22" y="24"/>
                      <a:pt x="19" y="21"/>
                      <a:pt x="16" y="18"/>
                    </a:cubicBezTo>
                    <a:cubicBezTo>
                      <a:pt x="16" y="18"/>
                      <a:pt x="16" y="18"/>
                      <a:pt x="15" y="17"/>
                    </a:cubicBezTo>
                    <a:cubicBezTo>
                      <a:pt x="13" y="14"/>
                      <a:pt x="10" y="11"/>
                      <a:pt x="7" y="8"/>
                    </a:cubicBezTo>
                    <a:cubicBezTo>
                      <a:pt x="7" y="7"/>
                      <a:pt x="6" y="7"/>
                      <a:pt x="6" y="6"/>
                    </a:cubicBezTo>
                    <a:cubicBezTo>
                      <a:pt x="4" y="4"/>
                      <a:pt x="2" y="2"/>
                      <a:pt x="0" y="0"/>
                    </a:cubicBezTo>
                    <a:cubicBezTo>
                      <a:pt x="0" y="911"/>
                      <a:pt x="0" y="911"/>
                      <a:pt x="0" y="911"/>
                    </a:cubicBezTo>
                    <a:cubicBezTo>
                      <a:pt x="97" y="911"/>
                      <a:pt x="97" y="911"/>
                      <a:pt x="97" y="911"/>
                    </a:cubicBezTo>
                    <a:cubicBezTo>
                      <a:pt x="116" y="861"/>
                      <a:pt x="83" y="854"/>
                      <a:pt x="97" y="691"/>
                    </a:cubicBezTo>
                    <a:cubicBezTo>
                      <a:pt x="102" y="708"/>
                      <a:pt x="102" y="708"/>
                      <a:pt x="102" y="708"/>
                    </a:cubicBezTo>
                    <a:cubicBezTo>
                      <a:pt x="100" y="698"/>
                      <a:pt x="99" y="688"/>
                      <a:pt x="99" y="678"/>
                    </a:cubicBezTo>
                    <a:cubicBezTo>
                      <a:pt x="99" y="675"/>
                      <a:pt x="99" y="673"/>
                      <a:pt x="99" y="670"/>
                    </a:cubicBezTo>
                    <a:cubicBezTo>
                      <a:pt x="129" y="661"/>
                      <a:pt x="129" y="661"/>
                      <a:pt x="129" y="661"/>
                    </a:cubicBezTo>
                    <a:cubicBezTo>
                      <a:pt x="136" y="606"/>
                      <a:pt x="151" y="553"/>
                      <a:pt x="171" y="508"/>
                    </a:cubicBezTo>
                    <a:cubicBezTo>
                      <a:pt x="171" y="487"/>
                      <a:pt x="171" y="466"/>
                      <a:pt x="171" y="445"/>
                    </a:cubicBezTo>
                    <a:cubicBezTo>
                      <a:pt x="200" y="395"/>
                      <a:pt x="235" y="359"/>
                      <a:pt x="271" y="353"/>
                    </a:cubicBezTo>
                    <a:cubicBezTo>
                      <a:pt x="340" y="342"/>
                      <a:pt x="415" y="319"/>
                      <a:pt x="577" y="421"/>
                    </a:cubicBezTo>
                    <a:cubicBezTo>
                      <a:pt x="630" y="444"/>
                      <a:pt x="672" y="457"/>
                      <a:pt x="723" y="495"/>
                    </a:cubicBezTo>
                    <a:cubicBezTo>
                      <a:pt x="733" y="503"/>
                      <a:pt x="743" y="508"/>
                      <a:pt x="753" y="511"/>
                    </a:cubicBezTo>
                    <a:lnTo>
                      <a:pt x="753" y="443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95" name="Freeform 3129">
                <a:extLst>
                  <a:ext uri="{FF2B5EF4-FFF2-40B4-BE49-F238E27FC236}">
                    <a16:creationId xmlns:a16="http://schemas.microsoft.com/office/drawing/2014/main" id="{AA2D902B-B964-4D8B-A310-8A13C9B58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340"/>
                <a:ext cx="1164" cy="1037"/>
              </a:xfrm>
              <a:custGeom>
                <a:avLst/>
                <a:gdLst>
                  <a:gd name="T0" fmla="*/ 2781 w 753"/>
                  <a:gd name="T1" fmla="*/ 1985 h 629"/>
                  <a:gd name="T2" fmla="*/ 2483 w 753"/>
                  <a:gd name="T3" fmla="*/ 1810 h 629"/>
                  <a:gd name="T4" fmla="*/ 2013 w 753"/>
                  <a:gd name="T5" fmla="*/ 1429 h 629"/>
                  <a:gd name="T6" fmla="*/ 1550 w 753"/>
                  <a:gd name="T7" fmla="*/ 1218 h 629"/>
                  <a:gd name="T8" fmla="*/ 1102 w 753"/>
                  <a:gd name="T9" fmla="*/ 910 h 629"/>
                  <a:gd name="T10" fmla="*/ 485 w 753"/>
                  <a:gd name="T11" fmla="*/ 587 h 629"/>
                  <a:gd name="T12" fmla="*/ 224 w 753"/>
                  <a:gd name="T13" fmla="*/ 289 h 629"/>
                  <a:gd name="T14" fmla="*/ 210 w 753"/>
                  <a:gd name="T15" fmla="*/ 269 h 629"/>
                  <a:gd name="T16" fmla="*/ 196 w 753"/>
                  <a:gd name="T17" fmla="*/ 251 h 629"/>
                  <a:gd name="T18" fmla="*/ 170 w 753"/>
                  <a:gd name="T19" fmla="*/ 221 h 629"/>
                  <a:gd name="T20" fmla="*/ 158 w 753"/>
                  <a:gd name="T21" fmla="*/ 206 h 629"/>
                  <a:gd name="T22" fmla="*/ 128 w 753"/>
                  <a:gd name="T23" fmla="*/ 171 h 629"/>
                  <a:gd name="T24" fmla="*/ 127 w 753"/>
                  <a:gd name="T25" fmla="*/ 160 h 629"/>
                  <a:gd name="T26" fmla="*/ 93 w 753"/>
                  <a:gd name="T27" fmla="*/ 125 h 629"/>
                  <a:gd name="T28" fmla="*/ 88 w 753"/>
                  <a:gd name="T29" fmla="*/ 122 h 629"/>
                  <a:gd name="T30" fmla="*/ 60 w 753"/>
                  <a:gd name="T31" fmla="*/ 81 h 629"/>
                  <a:gd name="T32" fmla="*/ 56 w 753"/>
                  <a:gd name="T33" fmla="*/ 76 h 629"/>
                  <a:gd name="T34" fmla="*/ 26 w 753"/>
                  <a:gd name="T35" fmla="*/ 35 h 629"/>
                  <a:gd name="T36" fmla="*/ 22 w 753"/>
                  <a:gd name="T37" fmla="*/ 26 h 629"/>
                  <a:gd name="T38" fmla="*/ 0 w 753"/>
                  <a:gd name="T39" fmla="*/ 0 h 629"/>
                  <a:gd name="T40" fmla="*/ 0 w 753"/>
                  <a:gd name="T41" fmla="*/ 2389 h 629"/>
                  <a:gd name="T42" fmla="*/ 19 w 753"/>
                  <a:gd name="T43" fmla="*/ 2397 h 629"/>
                  <a:gd name="T44" fmla="*/ 127 w 753"/>
                  <a:gd name="T45" fmla="*/ 2433 h 629"/>
                  <a:gd name="T46" fmla="*/ 158 w 753"/>
                  <a:gd name="T47" fmla="*/ 2639 h 629"/>
                  <a:gd name="T48" fmla="*/ 533 w 753"/>
                  <a:gd name="T49" fmla="*/ 2631 h 629"/>
                  <a:gd name="T50" fmla="*/ 631 w 753"/>
                  <a:gd name="T51" fmla="*/ 2278 h 629"/>
                  <a:gd name="T52" fmla="*/ 631 w 753"/>
                  <a:gd name="T53" fmla="*/ 1995 h 629"/>
                  <a:gd name="T54" fmla="*/ 1002 w 753"/>
                  <a:gd name="T55" fmla="*/ 1583 h 629"/>
                  <a:gd name="T56" fmla="*/ 2132 w 753"/>
                  <a:gd name="T57" fmla="*/ 1886 h 629"/>
                  <a:gd name="T58" fmla="*/ 2671 w 753"/>
                  <a:gd name="T59" fmla="*/ 2217 h 629"/>
                  <a:gd name="T60" fmla="*/ 2781 w 753"/>
                  <a:gd name="T61" fmla="*/ 2288 h 629"/>
                  <a:gd name="T62" fmla="*/ 2781 w 753"/>
                  <a:gd name="T63" fmla="*/ 1985 h 6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53" h="629">
                    <a:moveTo>
                      <a:pt x="753" y="443"/>
                    </a:moveTo>
                    <a:cubicBezTo>
                      <a:pt x="726" y="430"/>
                      <a:pt x="700" y="417"/>
                      <a:pt x="672" y="404"/>
                    </a:cubicBezTo>
                    <a:cubicBezTo>
                      <a:pt x="624" y="382"/>
                      <a:pt x="590" y="344"/>
                      <a:pt x="545" y="319"/>
                    </a:cubicBezTo>
                    <a:cubicBezTo>
                      <a:pt x="507" y="299"/>
                      <a:pt x="459" y="294"/>
                      <a:pt x="420" y="272"/>
                    </a:cubicBezTo>
                    <a:cubicBezTo>
                      <a:pt x="381" y="250"/>
                      <a:pt x="338" y="236"/>
                      <a:pt x="298" y="203"/>
                    </a:cubicBezTo>
                    <a:cubicBezTo>
                      <a:pt x="254" y="165"/>
                      <a:pt x="176" y="177"/>
                      <a:pt x="131" y="131"/>
                    </a:cubicBezTo>
                    <a:cubicBezTo>
                      <a:pt x="103" y="103"/>
                      <a:pt x="81" y="82"/>
                      <a:pt x="61" y="64"/>
                    </a:cubicBezTo>
                    <a:cubicBezTo>
                      <a:pt x="60" y="62"/>
                      <a:pt x="59" y="61"/>
                      <a:pt x="57" y="60"/>
                    </a:cubicBezTo>
                    <a:cubicBezTo>
                      <a:pt x="56" y="59"/>
                      <a:pt x="55" y="57"/>
                      <a:pt x="53" y="56"/>
                    </a:cubicBezTo>
                    <a:cubicBezTo>
                      <a:pt x="51" y="54"/>
                      <a:pt x="48" y="51"/>
                      <a:pt x="46" y="49"/>
                    </a:cubicBezTo>
                    <a:cubicBezTo>
                      <a:pt x="45" y="48"/>
                      <a:pt x="44" y="47"/>
                      <a:pt x="43" y="46"/>
                    </a:cubicBezTo>
                    <a:cubicBezTo>
                      <a:pt x="41" y="44"/>
                      <a:pt x="38" y="41"/>
                      <a:pt x="35" y="38"/>
                    </a:cubicBezTo>
                    <a:cubicBezTo>
                      <a:pt x="35" y="38"/>
                      <a:pt x="34" y="37"/>
                      <a:pt x="34" y="36"/>
                    </a:cubicBezTo>
                    <a:cubicBezTo>
                      <a:pt x="31" y="34"/>
                      <a:pt x="28" y="31"/>
                      <a:pt x="25" y="28"/>
                    </a:cubicBezTo>
                    <a:cubicBezTo>
                      <a:pt x="25" y="28"/>
                      <a:pt x="25" y="27"/>
                      <a:pt x="24" y="27"/>
                    </a:cubicBezTo>
                    <a:cubicBezTo>
                      <a:pt x="22" y="24"/>
                      <a:pt x="19" y="21"/>
                      <a:pt x="16" y="18"/>
                    </a:cubicBezTo>
                    <a:cubicBezTo>
                      <a:pt x="16" y="18"/>
                      <a:pt x="16" y="18"/>
                      <a:pt x="15" y="17"/>
                    </a:cubicBezTo>
                    <a:cubicBezTo>
                      <a:pt x="13" y="14"/>
                      <a:pt x="10" y="11"/>
                      <a:pt x="7" y="8"/>
                    </a:cubicBezTo>
                    <a:cubicBezTo>
                      <a:pt x="7" y="7"/>
                      <a:pt x="6" y="7"/>
                      <a:pt x="6" y="6"/>
                    </a:cubicBezTo>
                    <a:cubicBezTo>
                      <a:pt x="4" y="4"/>
                      <a:pt x="2" y="2"/>
                      <a:pt x="0" y="0"/>
                    </a:cubicBezTo>
                    <a:cubicBezTo>
                      <a:pt x="0" y="533"/>
                      <a:pt x="0" y="533"/>
                      <a:pt x="0" y="533"/>
                    </a:cubicBezTo>
                    <a:cubicBezTo>
                      <a:pt x="2" y="534"/>
                      <a:pt x="4" y="535"/>
                      <a:pt x="5" y="535"/>
                    </a:cubicBezTo>
                    <a:cubicBezTo>
                      <a:pt x="23" y="542"/>
                      <a:pt x="21" y="525"/>
                      <a:pt x="34" y="543"/>
                    </a:cubicBezTo>
                    <a:cubicBezTo>
                      <a:pt x="41" y="554"/>
                      <a:pt x="32" y="575"/>
                      <a:pt x="43" y="589"/>
                    </a:cubicBezTo>
                    <a:cubicBezTo>
                      <a:pt x="74" y="629"/>
                      <a:pt x="111" y="612"/>
                      <a:pt x="144" y="587"/>
                    </a:cubicBezTo>
                    <a:cubicBezTo>
                      <a:pt x="151" y="559"/>
                      <a:pt x="160" y="532"/>
                      <a:pt x="171" y="508"/>
                    </a:cubicBezTo>
                    <a:cubicBezTo>
                      <a:pt x="171" y="487"/>
                      <a:pt x="171" y="466"/>
                      <a:pt x="171" y="445"/>
                    </a:cubicBezTo>
                    <a:cubicBezTo>
                      <a:pt x="200" y="395"/>
                      <a:pt x="235" y="359"/>
                      <a:pt x="271" y="353"/>
                    </a:cubicBezTo>
                    <a:cubicBezTo>
                      <a:pt x="340" y="342"/>
                      <a:pt x="415" y="319"/>
                      <a:pt x="577" y="421"/>
                    </a:cubicBezTo>
                    <a:cubicBezTo>
                      <a:pt x="630" y="444"/>
                      <a:pt x="672" y="457"/>
                      <a:pt x="723" y="495"/>
                    </a:cubicBezTo>
                    <a:cubicBezTo>
                      <a:pt x="733" y="503"/>
                      <a:pt x="743" y="508"/>
                      <a:pt x="753" y="511"/>
                    </a:cubicBezTo>
                    <a:lnTo>
                      <a:pt x="753" y="443"/>
                    </a:lnTo>
                    <a:close/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96" name="Freeform 3130">
                <a:extLst>
                  <a:ext uri="{FF2B5EF4-FFF2-40B4-BE49-F238E27FC236}">
                    <a16:creationId xmlns:a16="http://schemas.microsoft.com/office/drawing/2014/main" id="{E54EE42E-97EA-4AFB-A2EB-66FA18BF2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07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97" name="Freeform 3131">
                <a:extLst>
                  <a:ext uri="{FF2B5EF4-FFF2-40B4-BE49-F238E27FC236}">
                    <a16:creationId xmlns:a16="http://schemas.microsoft.com/office/drawing/2014/main" id="{DDB2840F-3B8B-49EF-B026-920A50011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3458"/>
                <a:ext cx="320" cy="383"/>
              </a:xfrm>
              <a:custGeom>
                <a:avLst/>
                <a:gdLst>
                  <a:gd name="T0" fmla="*/ 366 w 207"/>
                  <a:gd name="T1" fmla="*/ 0 h 233"/>
                  <a:gd name="T2" fmla="*/ 0 w 207"/>
                  <a:gd name="T3" fmla="*/ 778 h 233"/>
                  <a:gd name="T4" fmla="*/ 0 w 207"/>
                  <a:gd name="T5" fmla="*/ 1036 h 233"/>
                  <a:gd name="T6" fmla="*/ 765 w 207"/>
                  <a:gd name="T7" fmla="*/ 1036 h 233"/>
                  <a:gd name="T8" fmla="*/ 731 w 207"/>
                  <a:gd name="T9" fmla="*/ 981 h 233"/>
                  <a:gd name="T10" fmla="*/ 366 w 207"/>
                  <a:gd name="T11" fmla="*/ 0 h 2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7" h="233">
                    <a:moveTo>
                      <a:pt x="99" y="0"/>
                    </a:moveTo>
                    <a:cubicBezTo>
                      <a:pt x="84" y="148"/>
                      <a:pt x="38" y="151"/>
                      <a:pt x="0" y="175"/>
                    </a:cubicBezTo>
                    <a:cubicBezTo>
                      <a:pt x="0" y="233"/>
                      <a:pt x="0" y="233"/>
                      <a:pt x="0" y="233"/>
                    </a:cubicBezTo>
                    <a:cubicBezTo>
                      <a:pt x="207" y="233"/>
                      <a:pt x="207" y="233"/>
                      <a:pt x="207" y="233"/>
                    </a:cubicBezTo>
                    <a:cubicBezTo>
                      <a:pt x="204" y="229"/>
                      <a:pt x="202" y="225"/>
                      <a:pt x="198" y="221"/>
                    </a:cubicBezTo>
                    <a:cubicBezTo>
                      <a:pt x="166" y="186"/>
                      <a:pt x="99" y="79"/>
                      <a:pt x="99" y="0"/>
                    </a:cubicBezTo>
                    <a:close/>
                  </a:path>
                </a:pathLst>
              </a:custGeom>
              <a:solidFill>
                <a:srgbClr val="CD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98" name="Freeform 3132">
                <a:extLst>
                  <a:ext uri="{FF2B5EF4-FFF2-40B4-BE49-F238E27FC236}">
                    <a16:creationId xmlns:a16="http://schemas.microsoft.com/office/drawing/2014/main" id="{8E09339F-556A-49D9-803B-8D775B435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50"/>
                <a:ext cx="1164" cy="820"/>
              </a:xfrm>
              <a:custGeom>
                <a:avLst/>
                <a:gdLst>
                  <a:gd name="T0" fmla="*/ 2781 w 753"/>
                  <a:gd name="T1" fmla="*/ 2063 h 498"/>
                  <a:gd name="T2" fmla="*/ 2526 w 753"/>
                  <a:gd name="T3" fmla="*/ 1907 h 498"/>
                  <a:gd name="T4" fmla="*/ 2028 w 753"/>
                  <a:gd name="T5" fmla="*/ 1492 h 498"/>
                  <a:gd name="T6" fmla="*/ 1611 w 753"/>
                  <a:gd name="T7" fmla="*/ 1326 h 498"/>
                  <a:gd name="T8" fmla="*/ 1159 w 753"/>
                  <a:gd name="T9" fmla="*/ 1016 h 498"/>
                  <a:gd name="T10" fmla="*/ 507 w 753"/>
                  <a:gd name="T11" fmla="*/ 642 h 498"/>
                  <a:gd name="T12" fmla="*/ 0 w 753"/>
                  <a:gd name="T13" fmla="*/ 0 h 498"/>
                  <a:gd name="T14" fmla="*/ 0 w 753"/>
                  <a:gd name="T15" fmla="*/ 247 h 498"/>
                  <a:gd name="T16" fmla="*/ 485 w 753"/>
                  <a:gd name="T17" fmla="*/ 830 h 498"/>
                  <a:gd name="T18" fmla="*/ 1102 w 753"/>
                  <a:gd name="T19" fmla="*/ 1153 h 498"/>
                  <a:gd name="T20" fmla="*/ 1550 w 753"/>
                  <a:gd name="T21" fmla="*/ 1459 h 498"/>
                  <a:gd name="T22" fmla="*/ 2013 w 753"/>
                  <a:gd name="T23" fmla="*/ 1670 h 498"/>
                  <a:gd name="T24" fmla="*/ 2483 w 753"/>
                  <a:gd name="T25" fmla="*/ 2050 h 498"/>
                  <a:gd name="T26" fmla="*/ 2781 w 753"/>
                  <a:gd name="T27" fmla="*/ 2223 h 498"/>
                  <a:gd name="T28" fmla="*/ 2781 w 753"/>
                  <a:gd name="T29" fmla="*/ 2063 h 4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3" h="498">
                    <a:moveTo>
                      <a:pt x="753" y="462"/>
                    </a:moveTo>
                    <a:cubicBezTo>
                      <a:pt x="730" y="449"/>
                      <a:pt x="707" y="437"/>
                      <a:pt x="684" y="427"/>
                    </a:cubicBezTo>
                    <a:cubicBezTo>
                      <a:pt x="633" y="404"/>
                      <a:pt x="596" y="360"/>
                      <a:pt x="549" y="334"/>
                    </a:cubicBezTo>
                    <a:cubicBezTo>
                      <a:pt x="515" y="316"/>
                      <a:pt x="471" y="317"/>
                      <a:pt x="436" y="297"/>
                    </a:cubicBezTo>
                    <a:cubicBezTo>
                      <a:pt x="397" y="275"/>
                      <a:pt x="353" y="261"/>
                      <a:pt x="314" y="228"/>
                    </a:cubicBezTo>
                    <a:cubicBezTo>
                      <a:pt x="270" y="190"/>
                      <a:pt x="182" y="190"/>
                      <a:pt x="137" y="144"/>
                    </a:cubicBezTo>
                    <a:cubicBezTo>
                      <a:pt x="66" y="72"/>
                      <a:pt x="42" y="59"/>
                      <a:pt x="0" y="0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37" y="100"/>
                      <a:pt x="70" y="125"/>
                      <a:pt x="131" y="186"/>
                    </a:cubicBezTo>
                    <a:cubicBezTo>
                      <a:pt x="176" y="232"/>
                      <a:pt x="254" y="220"/>
                      <a:pt x="298" y="258"/>
                    </a:cubicBezTo>
                    <a:cubicBezTo>
                      <a:pt x="338" y="291"/>
                      <a:pt x="381" y="305"/>
                      <a:pt x="420" y="327"/>
                    </a:cubicBezTo>
                    <a:cubicBezTo>
                      <a:pt x="459" y="349"/>
                      <a:pt x="507" y="354"/>
                      <a:pt x="545" y="374"/>
                    </a:cubicBezTo>
                    <a:cubicBezTo>
                      <a:pt x="590" y="399"/>
                      <a:pt x="624" y="437"/>
                      <a:pt x="672" y="459"/>
                    </a:cubicBezTo>
                    <a:cubicBezTo>
                      <a:pt x="700" y="472"/>
                      <a:pt x="726" y="485"/>
                      <a:pt x="753" y="498"/>
                    </a:cubicBezTo>
                    <a:lnTo>
                      <a:pt x="753" y="462"/>
                    </a:lnTo>
                    <a:close/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99" name="Freeform 3133">
                <a:extLst>
                  <a:ext uri="{FF2B5EF4-FFF2-40B4-BE49-F238E27FC236}">
                    <a16:creationId xmlns:a16="http://schemas.microsoft.com/office/drawing/2014/main" id="{2FFE5CAE-72C6-4AB0-811D-6F7FB85F8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3426"/>
                <a:ext cx="340" cy="415"/>
              </a:xfrm>
              <a:custGeom>
                <a:avLst/>
                <a:gdLst>
                  <a:gd name="T0" fmla="*/ 811 w 220"/>
                  <a:gd name="T1" fmla="*/ 662 h 252"/>
                  <a:gd name="T2" fmla="*/ 76 w 220"/>
                  <a:gd name="T3" fmla="*/ 260 h 252"/>
                  <a:gd name="T4" fmla="*/ 87 w 220"/>
                  <a:gd name="T5" fmla="*/ 1125 h 252"/>
                  <a:gd name="T6" fmla="*/ 476 w 220"/>
                  <a:gd name="T7" fmla="*/ 1125 h 252"/>
                  <a:gd name="T8" fmla="*/ 351 w 220"/>
                  <a:gd name="T9" fmla="*/ 713 h 252"/>
                  <a:gd name="T10" fmla="*/ 743 w 220"/>
                  <a:gd name="T11" fmla="*/ 1044 h 252"/>
                  <a:gd name="T12" fmla="*/ 805 w 220"/>
                  <a:gd name="T13" fmla="*/ 1125 h 252"/>
                  <a:gd name="T14" fmla="*/ 811 w 220"/>
                  <a:gd name="T15" fmla="*/ 1125 h 252"/>
                  <a:gd name="T16" fmla="*/ 811 w 220"/>
                  <a:gd name="T17" fmla="*/ 662 h 2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0" h="252">
                    <a:moveTo>
                      <a:pt x="220" y="148"/>
                    </a:moveTo>
                    <a:cubicBezTo>
                      <a:pt x="160" y="85"/>
                      <a:pt x="71" y="0"/>
                      <a:pt x="21" y="58"/>
                    </a:cubicBezTo>
                    <a:cubicBezTo>
                      <a:pt x="0" y="80"/>
                      <a:pt x="0" y="151"/>
                      <a:pt x="23" y="252"/>
                    </a:cubicBezTo>
                    <a:cubicBezTo>
                      <a:pt x="129" y="252"/>
                      <a:pt x="129" y="252"/>
                      <a:pt x="129" y="252"/>
                    </a:cubicBezTo>
                    <a:cubicBezTo>
                      <a:pt x="111" y="209"/>
                      <a:pt x="96" y="176"/>
                      <a:pt x="95" y="160"/>
                    </a:cubicBezTo>
                    <a:cubicBezTo>
                      <a:pt x="95" y="133"/>
                      <a:pt x="127" y="154"/>
                      <a:pt x="201" y="234"/>
                    </a:cubicBezTo>
                    <a:cubicBezTo>
                      <a:pt x="207" y="240"/>
                      <a:pt x="212" y="246"/>
                      <a:pt x="218" y="252"/>
                    </a:cubicBezTo>
                    <a:cubicBezTo>
                      <a:pt x="220" y="252"/>
                      <a:pt x="220" y="252"/>
                      <a:pt x="220" y="252"/>
                    </a:cubicBezTo>
                    <a:lnTo>
                      <a:pt x="220" y="148"/>
                    </a:lnTo>
                    <a:close/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00" name="Freeform 3134">
                <a:extLst>
                  <a:ext uri="{FF2B5EF4-FFF2-40B4-BE49-F238E27FC236}">
                    <a16:creationId xmlns:a16="http://schemas.microsoft.com/office/drawing/2014/main" id="{83F5116F-629A-40DA-B569-69944F62E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3691"/>
                <a:ext cx="9" cy="15"/>
              </a:xfrm>
              <a:custGeom>
                <a:avLst/>
                <a:gdLst>
                  <a:gd name="T0" fmla="*/ 8 w 6"/>
                  <a:gd name="T1" fmla="*/ 0 h 9"/>
                  <a:gd name="T2" fmla="*/ 0 w 6"/>
                  <a:gd name="T3" fmla="*/ 22 h 9"/>
                  <a:gd name="T4" fmla="*/ 21 w 6"/>
                  <a:gd name="T5" fmla="*/ 4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2" y="6"/>
                      <a:pt x="4" y="8"/>
                      <a:pt x="6" y="9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01" name="Freeform 3135">
                <a:extLst>
                  <a:ext uri="{FF2B5EF4-FFF2-40B4-BE49-F238E27FC236}">
                    <a16:creationId xmlns:a16="http://schemas.microsoft.com/office/drawing/2014/main" id="{0549C20E-8D3C-4951-B070-67999E460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3588"/>
                <a:ext cx="14" cy="16"/>
              </a:xfrm>
              <a:custGeom>
                <a:avLst/>
                <a:gdLst>
                  <a:gd name="T0" fmla="*/ 19 w 9"/>
                  <a:gd name="T1" fmla="*/ 0 h 10"/>
                  <a:gd name="T2" fmla="*/ 0 w 9"/>
                  <a:gd name="T3" fmla="*/ 34 h 10"/>
                  <a:gd name="T4" fmla="*/ 34 w 9"/>
                  <a:gd name="T5" fmla="*/ 3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2" y="2"/>
                      <a:pt x="0" y="5"/>
                      <a:pt x="0" y="8"/>
                    </a:cubicBezTo>
                    <a:cubicBezTo>
                      <a:pt x="3" y="10"/>
                      <a:pt x="6" y="8"/>
                      <a:pt x="9" y="9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02" name="Freeform 3136">
                <a:extLst>
                  <a:ext uri="{FF2B5EF4-FFF2-40B4-BE49-F238E27FC236}">
                    <a16:creationId xmlns:a16="http://schemas.microsoft.com/office/drawing/2014/main" id="{FED4172B-98B6-42CF-81DC-15E32830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915"/>
                <a:ext cx="981" cy="926"/>
              </a:xfrm>
              <a:custGeom>
                <a:avLst/>
                <a:gdLst>
                  <a:gd name="T0" fmla="*/ 2342 w 635"/>
                  <a:gd name="T1" fmla="*/ 872 h 562"/>
                  <a:gd name="T2" fmla="*/ 2194 w 635"/>
                  <a:gd name="T3" fmla="*/ 788 h 562"/>
                  <a:gd name="T4" fmla="*/ 1664 w 635"/>
                  <a:gd name="T5" fmla="*/ 451 h 562"/>
                  <a:gd name="T6" fmla="*/ 644 w 635"/>
                  <a:gd name="T7" fmla="*/ 143 h 562"/>
                  <a:gd name="T8" fmla="*/ 40 w 635"/>
                  <a:gd name="T9" fmla="*/ 1401 h 562"/>
                  <a:gd name="T10" fmla="*/ 394 w 635"/>
                  <a:gd name="T11" fmla="*/ 2361 h 562"/>
                  <a:gd name="T12" fmla="*/ 454 w 635"/>
                  <a:gd name="T13" fmla="*/ 2514 h 562"/>
                  <a:gd name="T14" fmla="*/ 1061 w 635"/>
                  <a:gd name="T15" fmla="*/ 2514 h 562"/>
                  <a:gd name="T16" fmla="*/ 976 w 635"/>
                  <a:gd name="T17" fmla="*/ 1526 h 562"/>
                  <a:gd name="T18" fmla="*/ 1832 w 635"/>
                  <a:gd name="T19" fmla="*/ 779 h 562"/>
                  <a:gd name="T20" fmla="*/ 2342 w 635"/>
                  <a:gd name="T21" fmla="*/ 1119 h 562"/>
                  <a:gd name="T22" fmla="*/ 2342 w 635"/>
                  <a:gd name="T23" fmla="*/ 872 h 5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5" h="562">
                    <a:moveTo>
                      <a:pt x="635" y="195"/>
                    </a:moveTo>
                    <a:cubicBezTo>
                      <a:pt x="621" y="191"/>
                      <a:pt x="608" y="186"/>
                      <a:pt x="595" y="176"/>
                    </a:cubicBezTo>
                    <a:cubicBezTo>
                      <a:pt x="546" y="139"/>
                      <a:pt x="505" y="125"/>
                      <a:pt x="451" y="101"/>
                    </a:cubicBezTo>
                    <a:cubicBezTo>
                      <a:pt x="289" y="0"/>
                      <a:pt x="244" y="21"/>
                      <a:pt x="175" y="32"/>
                    </a:cubicBezTo>
                    <a:cubicBezTo>
                      <a:pt x="96" y="45"/>
                      <a:pt x="29" y="172"/>
                      <a:pt x="11" y="313"/>
                    </a:cubicBezTo>
                    <a:cubicBezTo>
                      <a:pt x="0" y="391"/>
                      <a:pt x="63" y="467"/>
                      <a:pt x="107" y="528"/>
                    </a:cubicBezTo>
                    <a:cubicBezTo>
                      <a:pt x="115" y="539"/>
                      <a:pt x="120" y="550"/>
                      <a:pt x="123" y="562"/>
                    </a:cubicBezTo>
                    <a:cubicBezTo>
                      <a:pt x="288" y="562"/>
                      <a:pt x="288" y="562"/>
                      <a:pt x="288" y="562"/>
                    </a:cubicBezTo>
                    <a:cubicBezTo>
                      <a:pt x="271" y="477"/>
                      <a:pt x="257" y="394"/>
                      <a:pt x="265" y="341"/>
                    </a:cubicBezTo>
                    <a:cubicBezTo>
                      <a:pt x="292" y="145"/>
                      <a:pt x="383" y="131"/>
                      <a:pt x="497" y="174"/>
                    </a:cubicBezTo>
                    <a:cubicBezTo>
                      <a:pt x="531" y="187"/>
                      <a:pt x="582" y="214"/>
                      <a:pt x="635" y="250"/>
                    </a:cubicBezTo>
                    <a:lnTo>
                      <a:pt x="635" y="195"/>
                    </a:lnTo>
                    <a:close/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03" name="Freeform 3137">
                <a:extLst>
                  <a:ext uri="{FF2B5EF4-FFF2-40B4-BE49-F238E27FC236}">
                    <a16:creationId xmlns:a16="http://schemas.microsoft.com/office/drawing/2014/main" id="{FABEE31A-B324-45B8-8A6A-172F7B56B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3275"/>
                <a:ext cx="47" cy="183"/>
              </a:xfrm>
              <a:custGeom>
                <a:avLst/>
                <a:gdLst>
                  <a:gd name="T0" fmla="*/ 103 w 30"/>
                  <a:gd name="T1" fmla="*/ 0 h 111"/>
                  <a:gd name="T2" fmla="*/ 111 w 30"/>
                  <a:gd name="T3" fmla="*/ 112 h 111"/>
                  <a:gd name="T4" fmla="*/ 111 w 30"/>
                  <a:gd name="T5" fmla="*/ 247 h 111"/>
                  <a:gd name="T6" fmla="*/ 0 w 30"/>
                  <a:gd name="T7" fmla="*/ 498 h 111"/>
                  <a:gd name="T8" fmla="*/ 42 w 30"/>
                  <a:gd name="T9" fmla="*/ 313 h 111"/>
                  <a:gd name="T10" fmla="*/ 61 w 30"/>
                  <a:gd name="T11" fmla="*/ 68 h 1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11">
                    <a:moveTo>
                      <a:pt x="27" y="0"/>
                    </a:moveTo>
                    <a:cubicBezTo>
                      <a:pt x="23" y="8"/>
                      <a:pt x="27" y="17"/>
                      <a:pt x="29" y="25"/>
                    </a:cubicBezTo>
                    <a:cubicBezTo>
                      <a:pt x="30" y="35"/>
                      <a:pt x="30" y="44"/>
                      <a:pt x="29" y="55"/>
                    </a:cubicBezTo>
                    <a:cubicBezTo>
                      <a:pt x="27" y="71"/>
                      <a:pt x="20" y="107"/>
                      <a:pt x="0" y="111"/>
                    </a:cubicBezTo>
                    <a:cubicBezTo>
                      <a:pt x="4" y="97"/>
                      <a:pt x="10" y="85"/>
                      <a:pt x="11" y="70"/>
                    </a:cubicBezTo>
                    <a:cubicBezTo>
                      <a:pt x="13" y="55"/>
                      <a:pt x="7" y="29"/>
                      <a:pt x="16" y="15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04" name="Freeform 3138">
                <a:extLst>
                  <a:ext uri="{FF2B5EF4-FFF2-40B4-BE49-F238E27FC236}">
                    <a16:creationId xmlns:a16="http://schemas.microsoft.com/office/drawing/2014/main" id="{792BCBCF-FB15-4CD9-9943-08BB4B2A5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3560"/>
                <a:ext cx="48" cy="145"/>
              </a:xfrm>
              <a:custGeom>
                <a:avLst/>
                <a:gdLst>
                  <a:gd name="T0" fmla="*/ 40 w 31"/>
                  <a:gd name="T1" fmla="*/ 0 h 88"/>
                  <a:gd name="T2" fmla="*/ 26 w 31"/>
                  <a:gd name="T3" fmla="*/ 250 h 88"/>
                  <a:gd name="T4" fmla="*/ 110 w 31"/>
                  <a:gd name="T5" fmla="*/ 394 h 88"/>
                  <a:gd name="T6" fmla="*/ 108 w 31"/>
                  <a:gd name="T7" fmla="*/ 209 h 88"/>
                  <a:gd name="T8" fmla="*/ 82 w 31"/>
                  <a:gd name="T9" fmla="*/ 117 h 88"/>
                  <a:gd name="T10" fmla="*/ 74 w 31"/>
                  <a:gd name="T11" fmla="*/ 71 h 88"/>
                  <a:gd name="T12" fmla="*/ 48 w 31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8">
                    <a:moveTo>
                      <a:pt x="11" y="0"/>
                    </a:moveTo>
                    <a:cubicBezTo>
                      <a:pt x="0" y="11"/>
                      <a:pt x="3" y="43"/>
                      <a:pt x="7" y="56"/>
                    </a:cubicBezTo>
                    <a:cubicBezTo>
                      <a:pt x="11" y="68"/>
                      <a:pt x="19" y="82"/>
                      <a:pt x="30" y="88"/>
                    </a:cubicBezTo>
                    <a:cubicBezTo>
                      <a:pt x="31" y="74"/>
                      <a:pt x="26" y="61"/>
                      <a:pt x="29" y="47"/>
                    </a:cubicBezTo>
                    <a:cubicBezTo>
                      <a:pt x="19" y="47"/>
                      <a:pt x="22" y="32"/>
                      <a:pt x="22" y="26"/>
                    </a:cubicBezTo>
                    <a:cubicBezTo>
                      <a:pt x="21" y="20"/>
                      <a:pt x="23" y="21"/>
                      <a:pt x="20" y="16"/>
                    </a:cubicBezTo>
                    <a:cubicBezTo>
                      <a:pt x="18" y="10"/>
                      <a:pt x="13" y="8"/>
                      <a:pt x="13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05" name="Freeform 3139">
                <a:extLst>
                  <a:ext uri="{FF2B5EF4-FFF2-40B4-BE49-F238E27FC236}">
                    <a16:creationId xmlns:a16="http://schemas.microsoft.com/office/drawing/2014/main" id="{49A1D2F7-0E12-4852-BE9A-5B0ABDBF9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3308"/>
                <a:ext cx="50" cy="110"/>
              </a:xfrm>
              <a:custGeom>
                <a:avLst/>
                <a:gdLst>
                  <a:gd name="T0" fmla="*/ 88 w 32"/>
                  <a:gd name="T1" fmla="*/ 34 h 67"/>
                  <a:gd name="T2" fmla="*/ 75 w 32"/>
                  <a:gd name="T3" fmla="*/ 0 h 67"/>
                  <a:gd name="T4" fmla="*/ 14 w 32"/>
                  <a:gd name="T5" fmla="*/ 146 h 67"/>
                  <a:gd name="T6" fmla="*/ 47 w 32"/>
                  <a:gd name="T7" fmla="*/ 207 h 67"/>
                  <a:gd name="T8" fmla="*/ 61 w 32"/>
                  <a:gd name="T9" fmla="*/ 297 h 67"/>
                  <a:gd name="T10" fmla="*/ 114 w 32"/>
                  <a:gd name="T11" fmla="*/ 143 h 67"/>
                  <a:gd name="T12" fmla="*/ 122 w 32"/>
                  <a:gd name="T13" fmla="*/ 11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67">
                    <a:moveTo>
                      <a:pt x="23" y="8"/>
                    </a:moveTo>
                    <a:cubicBezTo>
                      <a:pt x="22" y="5"/>
                      <a:pt x="20" y="3"/>
                      <a:pt x="20" y="0"/>
                    </a:cubicBezTo>
                    <a:cubicBezTo>
                      <a:pt x="14" y="7"/>
                      <a:pt x="0" y="22"/>
                      <a:pt x="4" y="33"/>
                    </a:cubicBezTo>
                    <a:cubicBezTo>
                      <a:pt x="7" y="39"/>
                      <a:pt x="10" y="41"/>
                      <a:pt x="12" y="47"/>
                    </a:cubicBezTo>
                    <a:cubicBezTo>
                      <a:pt x="14" y="53"/>
                      <a:pt x="15" y="61"/>
                      <a:pt x="16" y="67"/>
                    </a:cubicBezTo>
                    <a:cubicBezTo>
                      <a:pt x="19" y="59"/>
                      <a:pt x="13" y="24"/>
                      <a:pt x="30" y="32"/>
                    </a:cubicBezTo>
                    <a:cubicBezTo>
                      <a:pt x="31" y="31"/>
                      <a:pt x="32" y="28"/>
                      <a:pt x="32" y="26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06" name="Freeform 3140">
                <a:extLst>
                  <a:ext uri="{FF2B5EF4-FFF2-40B4-BE49-F238E27FC236}">
                    <a16:creationId xmlns:a16="http://schemas.microsoft.com/office/drawing/2014/main" id="{26E80F1A-685D-42DF-9FF1-0025B04F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2953"/>
                <a:ext cx="213" cy="73"/>
              </a:xfrm>
              <a:custGeom>
                <a:avLst/>
                <a:gdLst>
                  <a:gd name="T0" fmla="*/ 5 w 138"/>
                  <a:gd name="T1" fmla="*/ 83 h 44"/>
                  <a:gd name="T2" fmla="*/ 202 w 138"/>
                  <a:gd name="T3" fmla="*/ 76 h 44"/>
                  <a:gd name="T4" fmla="*/ 333 w 138"/>
                  <a:gd name="T5" fmla="*/ 196 h 44"/>
                  <a:gd name="T6" fmla="*/ 482 w 138"/>
                  <a:gd name="T7" fmla="*/ 201 h 44"/>
                  <a:gd name="T8" fmla="*/ 508 w 138"/>
                  <a:gd name="T9" fmla="*/ 126 h 44"/>
                  <a:gd name="T10" fmla="*/ 412 w 138"/>
                  <a:gd name="T11" fmla="*/ 50 h 44"/>
                  <a:gd name="T12" fmla="*/ 364 w 138"/>
                  <a:gd name="T13" fmla="*/ 101 h 44"/>
                  <a:gd name="T14" fmla="*/ 290 w 138"/>
                  <a:gd name="T15" fmla="*/ 76 h 44"/>
                  <a:gd name="T16" fmla="*/ 136 w 138"/>
                  <a:gd name="T17" fmla="*/ 5 h 44"/>
                  <a:gd name="T18" fmla="*/ 0 w 138"/>
                  <a:gd name="T19" fmla="*/ 83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8" h="44">
                    <a:moveTo>
                      <a:pt x="1" y="18"/>
                    </a:moveTo>
                    <a:cubicBezTo>
                      <a:pt x="18" y="8"/>
                      <a:pt x="38" y="9"/>
                      <a:pt x="55" y="17"/>
                    </a:cubicBezTo>
                    <a:cubicBezTo>
                      <a:pt x="67" y="22"/>
                      <a:pt x="86" y="30"/>
                      <a:pt x="91" y="43"/>
                    </a:cubicBezTo>
                    <a:cubicBezTo>
                      <a:pt x="97" y="30"/>
                      <a:pt x="122" y="38"/>
                      <a:pt x="131" y="44"/>
                    </a:cubicBezTo>
                    <a:cubicBezTo>
                      <a:pt x="130" y="37"/>
                      <a:pt x="129" y="29"/>
                      <a:pt x="138" y="28"/>
                    </a:cubicBezTo>
                    <a:cubicBezTo>
                      <a:pt x="133" y="23"/>
                      <a:pt x="120" y="7"/>
                      <a:pt x="112" y="11"/>
                    </a:cubicBezTo>
                    <a:cubicBezTo>
                      <a:pt x="104" y="16"/>
                      <a:pt x="112" y="22"/>
                      <a:pt x="99" y="22"/>
                    </a:cubicBezTo>
                    <a:cubicBezTo>
                      <a:pt x="93" y="23"/>
                      <a:pt x="84" y="19"/>
                      <a:pt x="79" y="17"/>
                    </a:cubicBezTo>
                    <a:cubicBezTo>
                      <a:pt x="64" y="9"/>
                      <a:pt x="55" y="0"/>
                      <a:pt x="37" y="1"/>
                    </a:cubicBezTo>
                    <a:cubicBezTo>
                      <a:pt x="22" y="1"/>
                      <a:pt x="7" y="7"/>
                      <a:pt x="0" y="18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07" name="Freeform 3141">
                <a:extLst>
                  <a:ext uri="{FF2B5EF4-FFF2-40B4-BE49-F238E27FC236}">
                    <a16:creationId xmlns:a16="http://schemas.microsoft.com/office/drawing/2014/main" id="{C0149A76-61C6-45D4-A224-8BBE8E86D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" y="3110"/>
                <a:ext cx="150" cy="105"/>
              </a:xfrm>
              <a:custGeom>
                <a:avLst/>
                <a:gdLst>
                  <a:gd name="T0" fmla="*/ 26 w 97"/>
                  <a:gd name="T1" fmla="*/ 0 h 64"/>
                  <a:gd name="T2" fmla="*/ 127 w 97"/>
                  <a:gd name="T3" fmla="*/ 159 h 64"/>
                  <a:gd name="T4" fmla="*/ 277 w 97"/>
                  <a:gd name="T5" fmla="*/ 277 h 64"/>
                  <a:gd name="T6" fmla="*/ 359 w 97"/>
                  <a:gd name="T7" fmla="*/ 282 h 64"/>
                  <a:gd name="T8" fmla="*/ 224 w 97"/>
                  <a:gd name="T9" fmla="*/ 130 h 64"/>
                  <a:gd name="T10" fmla="*/ 88 w 97"/>
                  <a:gd name="T11" fmla="*/ 92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64">
                    <a:moveTo>
                      <a:pt x="7" y="0"/>
                    </a:moveTo>
                    <a:cubicBezTo>
                      <a:pt x="0" y="19"/>
                      <a:pt x="21" y="31"/>
                      <a:pt x="34" y="36"/>
                    </a:cubicBezTo>
                    <a:cubicBezTo>
                      <a:pt x="52" y="42"/>
                      <a:pt x="61" y="53"/>
                      <a:pt x="75" y="63"/>
                    </a:cubicBezTo>
                    <a:cubicBezTo>
                      <a:pt x="81" y="58"/>
                      <a:pt x="90" y="61"/>
                      <a:pt x="97" y="64"/>
                    </a:cubicBezTo>
                    <a:cubicBezTo>
                      <a:pt x="81" y="59"/>
                      <a:pt x="69" y="42"/>
                      <a:pt x="61" y="29"/>
                    </a:cubicBezTo>
                    <a:cubicBezTo>
                      <a:pt x="51" y="34"/>
                      <a:pt x="33" y="27"/>
                      <a:pt x="24" y="21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08" name="Freeform 3142">
                <a:extLst>
                  <a:ext uri="{FF2B5EF4-FFF2-40B4-BE49-F238E27FC236}">
                    <a16:creationId xmlns:a16="http://schemas.microsoft.com/office/drawing/2014/main" id="{C383FE57-25F2-47E3-9CF2-4867719FC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3131"/>
                <a:ext cx="123" cy="55"/>
              </a:xfrm>
              <a:custGeom>
                <a:avLst/>
                <a:gdLst>
                  <a:gd name="T0" fmla="*/ 0 w 79"/>
                  <a:gd name="T1" fmla="*/ 13 h 33"/>
                  <a:gd name="T2" fmla="*/ 40 w 79"/>
                  <a:gd name="T3" fmla="*/ 153 h 33"/>
                  <a:gd name="T4" fmla="*/ 299 w 79"/>
                  <a:gd name="T5" fmla="*/ 62 h 33"/>
                  <a:gd name="T6" fmla="*/ 226 w 79"/>
                  <a:gd name="T7" fmla="*/ 0 h 33"/>
                  <a:gd name="T8" fmla="*/ 157 w 79"/>
                  <a:gd name="T9" fmla="*/ 28 h 33"/>
                  <a:gd name="T10" fmla="*/ 61 w 79"/>
                  <a:gd name="T11" fmla="*/ 4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33">
                    <a:moveTo>
                      <a:pt x="0" y="3"/>
                    </a:moveTo>
                    <a:cubicBezTo>
                      <a:pt x="13" y="11"/>
                      <a:pt x="10" y="20"/>
                      <a:pt x="11" y="33"/>
                    </a:cubicBezTo>
                    <a:cubicBezTo>
                      <a:pt x="29" y="14"/>
                      <a:pt x="58" y="22"/>
                      <a:pt x="79" y="13"/>
                    </a:cubicBezTo>
                    <a:cubicBezTo>
                      <a:pt x="72" y="9"/>
                      <a:pt x="65" y="6"/>
                      <a:pt x="60" y="0"/>
                    </a:cubicBezTo>
                    <a:cubicBezTo>
                      <a:pt x="55" y="3"/>
                      <a:pt x="48" y="5"/>
                      <a:pt x="42" y="6"/>
                    </a:cubicBezTo>
                    <a:cubicBezTo>
                      <a:pt x="34" y="8"/>
                      <a:pt x="24" y="7"/>
                      <a:pt x="16" y="9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09" name="Freeform 3143">
                <a:extLst>
                  <a:ext uri="{FF2B5EF4-FFF2-40B4-BE49-F238E27FC236}">
                    <a16:creationId xmlns:a16="http://schemas.microsoft.com/office/drawing/2014/main" id="{5FDC4A7A-9879-4B7F-BF26-A93B950CF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3149"/>
                <a:ext cx="102" cy="114"/>
              </a:xfrm>
              <a:custGeom>
                <a:avLst/>
                <a:gdLst>
                  <a:gd name="T0" fmla="*/ 110 w 66"/>
                  <a:gd name="T1" fmla="*/ 0 h 69"/>
                  <a:gd name="T2" fmla="*/ 66 w 66"/>
                  <a:gd name="T3" fmla="*/ 112 h 69"/>
                  <a:gd name="T4" fmla="*/ 0 w 66"/>
                  <a:gd name="T5" fmla="*/ 311 h 69"/>
                  <a:gd name="T6" fmla="*/ 244 w 66"/>
                  <a:gd name="T7" fmla="*/ 46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69">
                    <a:moveTo>
                      <a:pt x="30" y="0"/>
                    </a:moveTo>
                    <a:cubicBezTo>
                      <a:pt x="33" y="9"/>
                      <a:pt x="22" y="18"/>
                      <a:pt x="18" y="25"/>
                    </a:cubicBezTo>
                    <a:cubicBezTo>
                      <a:pt x="11" y="39"/>
                      <a:pt x="3" y="53"/>
                      <a:pt x="0" y="69"/>
                    </a:cubicBezTo>
                    <a:cubicBezTo>
                      <a:pt x="18" y="42"/>
                      <a:pt x="34" y="19"/>
                      <a:pt x="66" y="1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10" name="Freeform 3144">
                <a:extLst>
                  <a:ext uri="{FF2B5EF4-FFF2-40B4-BE49-F238E27FC236}">
                    <a16:creationId xmlns:a16="http://schemas.microsoft.com/office/drawing/2014/main" id="{F3509323-0FC7-4A3F-95D0-4182F5E40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3143"/>
                <a:ext cx="111" cy="117"/>
              </a:xfrm>
              <a:custGeom>
                <a:avLst/>
                <a:gdLst>
                  <a:gd name="T0" fmla="*/ 0 w 72"/>
                  <a:gd name="T1" fmla="*/ 318 h 71"/>
                  <a:gd name="T2" fmla="*/ 123 w 72"/>
                  <a:gd name="T3" fmla="*/ 158 h 71"/>
                  <a:gd name="T4" fmla="*/ 264 w 72"/>
                  <a:gd name="T5" fmla="*/ 21 h 71"/>
                  <a:gd name="T6" fmla="*/ 168 w 72"/>
                  <a:gd name="T7" fmla="*/ 33 h 71"/>
                  <a:gd name="T8" fmla="*/ 34 w 72"/>
                  <a:gd name="T9" fmla="*/ 242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1">
                    <a:moveTo>
                      <a:pt x="0" y="71"/>
                    </a:moveTo>
                    <a:cubicBezTo>
                      <a:pt x="13" y="64"/>
                      <a:pt x="22" y="46"/>
                      <a:pt x="34" y="35"/>
                    </a:cubicBezTo>
                    <a:cubicBezTo>
                      <a:pt x="46" y="24"/>
                      <a:pt x="58" y="14"/>
                      <a:pt x="72" y="5"/>
                    </a:cubicBezTo>
                    <a:cubicBezTo>
                      <a:pt x="63" y="0"/>
                      <a:pt x="56" y="2"/>
                      <a:pt x="46" y="7"/>
                    </a:cubicBezTo>
                    <a:cubicBezTo>
                      <a:pt x="36" y="14"/>
                      <a:pt x="6" y="43"/>
                      <a:pt x="9" y="54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11" name="Freeform 3145">
                <a:extLst>
                  <a:ext uri="{FF2B5EF4-FFF2-40B4-BE49-F238E27FC236}">
                    <a16:creationId xmlns:a16="http://schemas.microsoft.com/office/drawing/2014/main" id="{D9C31D3B-45BE-4B63-9806-967B21BD8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3354"/>
                <a:ext cx="40" cy="112"/>
              </a:xfrm>
              <a:custGeom>
                <a:avLst/>
                <a:gdLst>
                  <a:gd name="T0" fmla="*/ 0 w 26"/>
                  <a:gd name="T1" fmla="*/ 0 h 68"/>
                  <a:gd name="T2" fmla="*/ 88 w 26"/>
                  <a:gd name="T3" fmla="*/ 152 h 68"/>
                  <a:gd name="T4" fmla="*/ 80 w 26"/>
                  <a:gd name="T5" fmla="*/ 303 h 68"/>
                  <a:gd name="T6" fmla="*/ 0 w 26"/>
                  <a:gd name="T7" fmla="*/ 21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68">
                    <a:moveTo>
                      <a:pt x="0" y="0"/>
                    </a:moveTo>
                    <a:cubicBezTo>
                      <a:pt x="13" y="3"/>
                      <a:pt x="23" y="22"/>
                      <a:pt x="24" y="34"/>
                    </a:cubicBezTo>
                    <a:cubicBezTo>
                      <a:pt x="26" y="45"/>
                      <a:pt x="22" y="57"/>
                      <a:pt x="22" y="68"/>
                    </a:cubicBezTo>
                    <a:cubicBezTo>
                      <a:pt x="15" y="55"/>
                      <a:pt x="16" y="11"/>
                      <a:pt x="0" y="5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12" name="Freeform 3146">
                <a:extLst>
                  <a:ext uri="{FF2B5EF4-FFF2-40B4-BE49-F238E27FC236}">
                    <a16:creationId xmlns:a16="http://schemas.microsoft.com/office/drawing/2014/main" id="{82885FE5-3DDC-42FD-A7E2-72D21165A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3270"/>
                <a:ext cx="25" cy="161"/>
              </a:xfrm>
              <a:custGeom>
                <a:avLst/>
                <a:gdLst>
                  <a:gd name="T0" fmla="*/ 48 w 16"/>
                  <a:gd name="T1" fmla="*/ 0 h 98"/>
                  <a:gd name="T2" fmla="*/ 48 w 16"/>
                  <a:gd name="T3" fmla="*/ 253 h 98"/>
                  <a:gd name="T4" fmla="*/ 14 w 16"/>
                  <a:gd name="T5" fmla="*/ 435 h 98"/>
                  <a:gd name="T6" fmla="*/ 13 w 16"/>
                  <a:gd name="T7" fmla="*/ 284 h 98"/>
                  <a:gd name="T8" fmla="*/ 27 w 16"/>
                  <a:gd name="T9" fmla="*/ 95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8">
                    <a:moveTo>
                      <a:pt x="13" y="0"/>
                    </a:moveTo>
                    <a:cubicBezTo>
                      <a:pt x="15" y="19"/>
                      <a:pt x="12" y="39"/>
                      <a:pt x="13" y="57"/>
                    </a:cubicBezTo>
                    <a:cubicBezTo>
                      <a:pt x="14" y="66"/>
                      <a:pt x="16" y="97"/>
                      <a:pt x="4" y="98"/>
                    </a:cubicBezTo>
                    <a:cubicBezTo>
                      <a:pt x="3" y="87"/>
                      <a:pt x="3" y="75"/>
                      <a:pt x="3" y="64"/>
                    </a:cubicBezTo>
                    <a:cubicBezTo>
                      <a:pt x="3" y="50"/>
                      <a:pt x="0" y="35"/>
                      <a:pt x="7" y="21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13" name="Freeform 3147">
                <a:extLst>
                  <a:ext uri="{FF2B5EF4-FFF2-40B4-BE49-F238E27FC236}">
                    <a16:creationId xmlns:a16="http://schemas.microsoft.com/office/drawing/2014/main" id="{11B8E65B-D06F-4051-B9D4-A53DDD9E4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3009"/>
                <a:ext cx="131" cy="280"/>
              </a:xfrm>
              <a:custGeom>
                <a:avLst/>
                <a:gdLst>
                  <a:gd name="T0" fmla="*/ 290 w 85"/>
                  <a:gd name="T1" fmla="*/ 26 h 170"/>
                  <a:gd name="T2" fmla="*/ 250 w 85"/>
                  <a:gd name="T3" fmla="*/ 119 h 170"/>
                  <a:gd name="T4" fmla="*/ 242 w 85"/>
                  <a:gd name="T5" fmla="*/ 206 h 170"/>
                  <a:gd name="T6" fmla="*/ 194 w 85"/>
                  <a:gd name="T7" fmla="*/ 242 h 170"/>
                  <a:gd name="T8" fmla="*/ 148 w 85"/>
                  <a:gd name="T9" fmla="*/ 296 h 170"/>
                  <a:gd name="T10" fmla="*/ 92 w 85"/>
                  <a:gd name="T11" fmla="*/ 575 h 170"/>
                  <a:gd name="T12" fmla="*/ 8 w 85"/>
                  <a:gd name="T13" fmla="*/ 759 h 170"/>
                  <a:gd name="T14" fmla="*/ 26 w 85"/>
                  <a:gd name="T15" fmla="*/ 595 h 170"/>
                  <a:gd name="T16" fmla="*/ 28 w 85"/>
                  <a:gd name="T17" fmla="*/ 435 h 170"/>
                  <a:gd name="T18" fmla="*/ 88 w 85"/>
                  <a:gd name="T19" fmla="*/ 331 h 170"/>
                  <a:gd name="T20" fmla="*/ 149 w 85"/>
                  <a:gd name="T21" fmla="*/ 209 h 170"/>
                  <a:gd name="T22" fmla="*/ 259 w 85"/>
                  <a:gd name="T23" fmla="*/ 0 h 170"/>
                  <a:gd name="T24" fmla="*/ 311 w 85"/>
                  <a:gd name="T25" fmla="*/ 5 h 1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" h="170">
                    <a:moveTo>
                      <a:pt x="79" y="6"/>
                    </a:moveTo>
                    <a:cubicBezTo>
                      <a:pt x="75" y="14"/>
                      <a:pt x="71" y="18"/>
                      <a:pt x="68" y="27"/>
                    </a:cubicBezTo>
                    <a:cubicBezTo>
                      <a:pt x="66" y="33"/>
                      <a:pt x="68" y="40"/>
                      <a:pt x="66" y="46"/>
                    </a:cubicBezTo>
                    <a:cubicBezTo>
                      <a:pt x="64" y="52"/>
                      <a:pt x="60" y="51"/>
                      <a:pt x="53" y="54"/>
                    </a:cubicBezTo>
                    <a:cubicBezTo>
                      <a:pt x="48" y="57"/>
                      <a:pt x="45" y="62"/>
                      <a:pt x="40" y="66"/>
                    </a:cubicBezTo>
                    <a:cubicBezTo>
                      <a:pt x="24" y="84"/>
                      <a:pt x="13" y="106"/>
                      <a:pt x="25" y="129"/>
                    </a:cubicBezTo>
                    <a:cubicBezTo>
                      <a:pt x="17" y="142"/>
                      <a:pt x="0" y="153"/>
                      <a:pt x="2" y="170"/>
                    </a:cubicBezTo>
                    <a:cubicBezTo>
                      <a:pt x="2" y="159"/>
                      <a:pt x="5" y="145"/>
                      <a:pt x="7" y="133"/>
                    </a:cubicBezTo>
                    <a:cubicBezTo>
                      <a:pt x="8" y="121"/>
                      <a:pt x="5" y="108"/>
                      <a:pt x="8" y="97"/>
                    </a:cubicBezTo>
                    <a:cubicBezTo>
                      <a:pt x="17" y="99"/>
                      <a:pt x="21" y="81"/>
                      <a:pt x="24" y="74"/>
                    </a:cubicBezTo>
                    <a:cubicBezTo>
                      <a:pt x="27" y="65"/>
                      <a:pt x="35" y="56"/>
                      <a:pt x="41" y="47"/>
                    </a:cubicBezTo>
                    <a:cubicBezTo>
                      <a:pt x="48" y="38"/>
                      <a:pt x="79" y="14"/>
                      <a:pt x="71" y="0"/>
                    </a:cubicBezTo>
                    <a:cubicBezTo>
                      <a:pt x="75" y="3"/>
                      <a:pt x="82" y="4"/>
                      <a:pt x="85" y="1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14" name="Freeform 3148">
                <a:extLst>
                  <a:ext uri="{FF2B5EF4-FFF2-40B4-BE49-F238E27FC236}">
                    <a16:creationId xmlns:a16="http://schemas.microsoft.com/office/drawing/2014/main" id="{BD6A3393-B464-4B29-9FD0-1B597F88F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867"/>
                <a:ext cx="1164" cy="1144"/>
              </a:xfrm>
              <a:custGeom>
                <a:avLst/>
                <a:gdLst>
                  <a:gd name="T0" fmla="*/ 2781 w 753"/>
                  <a:gd name="T1" fmla="*/ 2728 h 694"/>
                  <a:gd name="T2" fmla="*/ 2286 w 753"/>
                  <a:gd name="T3" fmla="*/ 2410 h 694"/>
                  <a:gd name="T4" fmla="*/ 1002 w 753"/>
                  <a:gd name="T5" fmla="*/ 1195 h 694"/>
                  <a:gd name="T6" fmla="*/ 224 w 753"/>
                  <a:gd name="T7" fmla="*/ 381 h 694"/>
                  <a:gd name="T8" fmla="*/ 0 w 753"/>
                  <a:gd name="T9" fmla="*/ 0 h 694"/>
                  <a:gd name="T10" fmla="*/ 0 w 753"/>
                  <a:gd name="T11" fmla="*/ 1039 h 694"/>
                  <a:gd name="T12" fmla="*/ 507 w 753"/>
                  <a:gd name="T13" fmla="*/ 1685 h 694"/>
                  <a:gd name="T14" fmla="*/ 1159 w 753"/>
                  <a:gd name="T15" fmla="*/ 2059 h 694"/>
                  <a:gd name="T16" fmla="*/ 1611 w 753"/>
                  <a:gd name="T17" fmla="*/ 2369 h 694"/>
                  <a:gd name="T18" fmla="*/ 2028 w 753"/>
                  <a:gd name="T19" fmla="*/ 2535 h 694"/>
                  <a:gd name="T20" fmla="*/ 2526 w 753"/>
                  <a:gd name="T21" fmla="*/ 2951 h 694"/>
                  <a:gd name="T22" fmla="*/ 2781 w 753"/>
                  <a:gd name="T23" fmla="*/ 3109 h 694"/>
                  <a:gd name="T24" fmla="*/ 2781 w 753"/>
                  <a:gd name="T25" fmla="*/ 2728 h 6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3" h="694">
                    <a:moveTo>
                      <a:pt x="753" y="609"/>
                    </a:moveTo>
                    <a:cubicBezTo>
                      <a:pt x="697" y="581"/>
                      <a:pt x="651" y="559"/>
                      <a:pt x="619" y="538"/>
                    </a:cubicBezTo>
                    <a:cubicBezTo>
                      <a:pt x="513" y="472"/>
                      <a:pt x="399" y="377"/>
                      <a:pt x="271" y="267"/>
                    </a:cubicBezTo>
                    <a:cubicBezTo>
                      <a:pt x="204" y="210"/>
                      <a:pt x="121" y="163"/>
                      <a:pt x="61" y="85"/>
                    </a:cubicBezTo>
                    <a:cubicBezTo>
                      <a:pt x="40" y="58"/>
                      <a:pt x="20" y="30"/>
                      <a:pt x="0" y="0"/>
                    </a:cubicBezTo>
                    <a:cubicBezTo>
                      <a:pt x="0" y="232"/>
                      <a:pt x="0" y="232"/>
                      <a:pt x="0" y="232"/>
                    </a:cubicBezTo>
                    <a:cubicBezTo>
                      <a:pt x="42" y="291"/>
                      <a:pt x="66" y="304"/>
                      <a:pt x="137" y="376"/>
                    </a:cubicBezTo>
                    <a:cubicBezTo>
                      <a:pt x="182" y="422"/>
                      <a:pt x="270" y="422"/>
                      <a:pt x="314" y="460"/>
                    </a:cubicBezTo>
                    <a:cubicBezTo>
                      <a:pt x="353" y="493"/>
                      <a:pt x="397" y="507"/>
                      <a:pt x="436" y="529"/>
                    </a:cubicBezTo>
                    <a:cubicBezTo>
                      <a:pt x="471" y="549"/>
                      <a:pt x="515" y="548"/>
                      <a:pt x="549" y="566"/>
                    </a:cubicBezTo>
                    <a:cubicBezTo>
                      <a:pt x="596" y="592"/>
                      <a:pt x="633" y="636"/>
                      <a:pt x="684" y="659"/>
                    </a:cubicBezTo>
                    <a:cubicBezTo>
                      <a:pt x="707" y="669"/>
                      <a:pt x="730" y="681"/>
                      <a:pt x="753" y="694"/>
                    </a:cubicBezTo>
                    <a:lnTo>
                      <a:pt x="753" y="609"/>
                    </a:lnTo>
                    <a:close/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15" name="Freeform 3149">
                <a:extLst>
                  <a:ext uri="{FF2B5EF4-FFF2-40B4-BE49-F238E27FC236}">
                    <a16:creationId xmlns:a16="http://schemas.microsoft.com/office/drawing/2014/main" id="{7552D058-0986-4FB1-9932-01C4A9D3A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3131"/>
                <a:ext cx="584" cy="710"/>
              </a:xfrm>
              <a:custGeom>
                <a:avLst/>
                <a:gdLst>
                  <a:gd name="T0" fmla="*/ 1394 w 378"/>
                  <a:gd name="T1" fmla="*/ 532 h 431"/>
                  <a:gd name="T2" fmla="*/ 885 w 378"/>
                  <a:gd name="T3" fmla="*/ 193 h 431"/>
                  <a:gd name="T4" fmla="*/ 29 w 378"/>
                  <a:gd name="T5" fmla="*/ 939 h 431"/>
                  <a:gd name="T6" fmla="*/ 114 w 378"/>
                  <a:gd name="T7" fmla="*/ 1927 h 431"/>
                  <a:gd name="T8" fmla="*/ 669 w 378"/>
                  <a:gd name="T9" fmla="*/ 1927 h 431"/>
                  <a:gd name="T10" fmla="*/ 661 w 378"/>
                  <a:gd name="T11" fmla="*/ 1058 h 431"/>
                  <a:gd name="T12" fmla="*/ 723 w 378"/>
                  <a:gd name="T13" fmla="*/ 993 h 431"/>
                  <a:gd name="T14" fmla="*/ 1394 w 378"/>
                  <a:gd name="T15" fmla="*/ 1463 h 431"/>
                  <a:gd name="T16" fmla="*/ 1394 w 378"/>
                  <a:gd name="T17" fmla="*/ 532 h 4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8" h="431">
                    <a:moveTo>
                      <a:pt x="378" y="119"/>
                    </a:moveTo>
                    <a:cubicBezTo>
                      <a:pt x="325" y="83"/>
                      <a:pt x="274" y="56"/>
                      <a:pt x="240" y="43"/>
                    </a:cubicBezTo>
                    <a:cubicBezTo>
                      <a:pt x="126" y="0"/>
                      <a:pt x="35" y="14"/>
                      <a:pt x="8" y="210"/>
                    </a:cubicBezTo>
                    <a:cubicBezTo>
                      <a:pt x="0" y="263"/>
                      <a:pt x="14" y="346"/>
                      <a:pt x="31" y="431"/>
                    </a:cubicBezTo>
                    <a:cubicBezTo>
                      <a:pt x="181" y="431"/>
                      <a:pt x="181" y="431"/>
                      <a:pt x="181" y="431"/>
                    </a:cubicBezTo>
                    <a:cubicBezTo>
                      <a:pt x="158" y="330"/>
                      <a:pt x="158" y="259"/>
                      <a:pt x="179" y="237"/>
                    </a:cubicBezTo>
                    <a:cubicBezTo>
                      <a:pt x="185" y="231"/>
                      <a:pt x="190" y="225"/>
                      <a:pt x="196" y="222"/>
                    </a:cubicBezTo>
                    <a:cubicBezTo>
                      <a:pt x="247" y="197"/>
                      <a:pt x="324" y="271"/>
                      <a:pt x="378" y="327"/>
                    </a:cubicBezTo>
                    <a:lnTo>
                      <a:pt x="378" y="119"/>
                    </a:lnTo>
                    <a:close/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16" name="Freeform 3150">
                <a:extLst>
                  <a:ext uri="{FF2B5EF4-FFF2-40B4-BE49-F238E27FC236}">
                    <a16:creationId xmlns:a16="http://schemas.microsoft.com/office/drawing/2014/main" id="{A59B1328-C057-4D3B-BB20-565A4FC0E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866"/>
                <a:ext cx="1026" cy="975"/>
              </a:xfrm>
              <a:custGeom>
                <a:avLst/>
                <a:gdLst>
                  <a:gd name="T0" fmla="*/ 2449 w 664"/>
                  <a:gd name="T1" fmla="*/ 856 h 592"/>
                  <a:gd name="T2" fmla="*/ 2339 w 664"/>
                  <a:gd name="T3" fmla="*/ 787 h 592"/>
                  <a:gd name="T4" fmla="*/ 1800 w 664"/>
                  <a:gd name="T5" fmla="*/ 456 h 592"/>
                  <a:gd name="T6" fmla="*/ 671 w 664"/>
                  <a:gd name="T7" fmla="*/ 152 h 592"/>
                  <a:gd name="T8" fmla="*/ 36 w 664"/>
                  <a:gd name="T9" fmla="*/ 1533 h 592"/>
                  <a:gd name="T10" fmla="*/ 402 w 664"/>
                  <a:gd name="T11" fmla="*/ 2591 h 592"/>
                  <a:gd name="T12" fmla="*/ 434 w 664"/>
                  <a:gd name="T13" fmla="*/ 2645 h 592"/>
                  <a:gd name="T14" fmla="*/ 561 w 664"/>
                  <a:gd name="T15" fmla="*/ 2645 h 592"/>
                  <a:gd name="T16" fmla="*/ 501 w 664"/>
                  <a:gd name="T17" fmla="*/ 2493 h 592"/>
                  <a:gd name="T18" fmla="*/ 148 w 664"/>
                  <a:gd name="T19" fmla="*/ 1533 h 592"/>
                  <a:gd name="T20" fmla="*/ 753 w 664"/>
                  <a:gd name="T21" fmla="*/ 277 h 592"/>
                  <a:gd name="T22" fmla="*/ 1772 w 664"/>
                  <a:gd name="T23" fmla="*/ 586 h 592"/>
                  <a:gd name="T24" fmla="*/ 2302 w 664"/>
                  <a:gd name="T25" fmla="*/ 919 h 592"/>
                  <a:gd name="T26" fmla="*/ 2449 w 664"/>
                  <a:gd name="T27" fmla="*/ 1006 h 592"/>
                  <a:gd name="T28" fmla="*/ 2449 w 664"/>
                  <a:gd name="T29" fmla="*/ 856 h 5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64" h="592">
                    <a:moveTo>
                      <a:pt x="664" y="192"/>
                    </a:moveTo>
                    <a:cubicBezTo>
                      <a:pt x="654" y="189"/>
                      <a:pt x="644" y="184"/>
                      <a:pt x="634" y="176"/>
                    </a:cubicBezTo>
                    <a:cubicBezTo>
                      <a:pt x="583" y="138"/>
                      <a:pt x="541" y="125"/>
                      <a:pt x="488" y="102"/>
                    </a:cubicBezTo>
                    <a:cubicBezTo>
                      <a:pt x="326" y="0"/>
                      <a:pt x="251" y="23"/>
                      <a:pt x="182" y="34"/>
                    </a:cubicBezTo>
                    <a:cubicBezTo>
                      <a:pt x="103" y="47"/>
                      <a:pt x="29" y="202"/>
                      <a:pt x="10" y="343"/>
                    </a:cubicBezTo>
                    <a:cubicBezTo>
                      <a:pt x="0" y="421"/>
                      <a:pt x="75" y="543"/>
                      <a:pt x="109" y="580"/>
                    </a:cubicBezTo>
                    <a:cubicBezTo>
                      <a:pt x="113" y="584"/>
                      <a:pt x="115" y="588"/>
                      <a:pt x="118" y="592"/>
                    </a:cubicBezTo>
                    <a:cubicBezTo>
                      <a:pt x="152" y="592"/>
                      <a:pt x="152" y="592"/>
                      <a:pt x="152" y="592"/>
                    </a:cubicBezTo>
                    <a:cubicBezTo>
                      <a:pt x="149" y="580"/>
                      <a:pt x="144" y="569"/>
                      <a:pt x="136" y="558"/>
                    </a:cubicBezTo>
                    <a:cubicBezTo>
                      <a:pt x="92" y="497"/>
                      <a:pt x="29" y="421"/>
                      <a:pt x="40" y="343"/>
                    </a:cubicBezTo>
                    <a:cubicBezTo>
                      <a:pt x="58" y="202"/>
                      <a:pt x="125" y="75"/>
                      <a:pt x="204" y="62"/>
                    </a:cubicBezTo>
                    <a:cubicBezTo>
                      <a:pt x="273" y="51"/>
                      <a:pt x="318" y="30"/>
                      <a:pt x="480" y="131"/>
                    </a:cubicBezTo>
                    <a:cubicBezTo>
                      <a:pt x="534" y="155"/>
                      <a:pt x="575" y="169"/>
                      <a:pt x="624" y="206"/>
                    </a:cubicBezTo>
                    <a:cubicBezTo>
                      <a:pt x="637" y="216"/>
                      <a:pt x="650" y="221"/>
                      <a:pt x="664" y="225"/>
                    </a:cubicBezTo>
                    <a:lnTo>
                      <a:pt x="664" y="192"/>
                    </a:lnTo>
                    <a:close/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17" name="Freeform 3151">
                <a:extLst>
                  <a:ext uri="{FF2B5EF4-FFF2-40B4-BE49-F238E27FC236}">
                    <a16:creationId xmlns:a16="http://schemas.microsoft.com/office/drawing/2014/main" id="{00FE55BB-DBAA-412B-B961-631EC8D78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587"/>
                <a:ext cx="1161" cy="1284"/>
              </a:xfrm>
              <a:custGeom>
                <a:avLst/>
                <a:gdLst>
                  <a:gd name="T0" fmla="*/ 2775 w 751"/>
                  <a:gd name="T1" fmla="*/ 2758 h 779"/>
                  <a:gd name="T2" fmla="*/ 128 w 751"/>
                  <a:gd name="T3" fmla="*/ 0 h 779"/>
                  <a:gd name="T4" fmla="*/ 0 w 751"/>
                  <a:gd name="T5" fmla="*/ 0 h 779"/>
                  <a:gd name="T6" fmla="*/ 0 w 751"/>
                  <a:gd name="T7" fmla="*/ 761 h 779"/>
                  <a:gd name="T8" fmla="*/ 223 w 751"/>
                  <a:gd name="T9" fmla="*/ 1141 h 779"/>
                  <a:gd name="T10" fmla="*/ 997 w 751"/>
                  <a:gd name="T11" fmla="*/ 1956 h 779"/>
                  <a:gd name="T12" fmla="*/ 2282 w 751"/>
                  <a:gd name="T13" fmla="*/ 3171 h 779"/>
                  <a:gd name="T14" fmla="*/ 2775 w 751"/>
                  <a:gd name="T15" fmla="*/ 3488 h 779"/>
                  <a:gd name="T16" fmla="*/ 2775 w 751"/>
                  <a:gd name="T17" fmla="*/ 2758 h 7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1" h="779">
                    <a:moveTo>
                      <a:pt x="751" y="616"/>
                    </a:moveTo>
                    <a:cubicBezTo>
                      <a:pt x="446" y="416"/>
                      <a:pt x="176" y="267"/>
                      <a:pt x="3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0"/>
                      <a:pt x="0" y="170"/>
                      <a:pt x="0" y="170"/>
                    </a:cubicBezTo>
                    <a:cubicBezTo>
                      <a:pt x="19" y="200"/>
                      <a:pt x="40" y="228"/>
                      <a:pt x="60" y="255"/>
                    </a:cubicBezTo>
                    <a:cubicBezTo>
                      <a:pt x="121" y="333"/>
                      <a:pt x="204" y="380"/>
                      <a:pt x="270" y="437"/>
                    </a:cubicBezTo>
                    <a:cubicBezTo>
                      <a:pt x="399" y="547"/>
                      <a:pt x="513" y="642"/>
                      <a:pt x="618" y="708"/>
                    </a:cubicBezTo>
                    <a:cubicBezTo>
                      <a:pt x="650" y="729"/>
                      <a:pt x="695" y="751"/>
                      <a:pt x="751" y="779"/>
                    </a:cubicBezTo>
                    <a:lnTo>
                      <a:pt x="751" y="616"/>
                    </a:lnTo>
                    <a:close/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18" name="Freeform 3152">
                <a:extLst>
                  <a:ext uri="{FF2B5EF4-FFF2-40B4-BE49-F238E27FC236}">
                    <a16:creationId xmlns:a16="http://schemas.microsoft.com/office/drawing/2014/main" id="{A40D284E-C64E-413F-AD98-D406B98C3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3716"/>
                <a:ext cx="44" cy="125"/>
              </a:xfrm>
              <a:custGeom>
                <a:avLst/>
                <a:gdLst>
                  <a:gd name="T0" fmla="*/ 13 w 28"/>
                  <a:gd name="T1" fmla="*/ 339 h 76"/>
                  <a:gd name="T2" fmla="*/ 108 w 28"/>
                  <a:gd name="T3" fmla="*/ 339 h 76"/>
                  <a:gd name="T4" fmla="*/ 49 w 28"/>
                  <a:gd name="T5" fmla="*/ 20 h 76"/>
                  <a:gd name="T6" fmla="*/ 49 w 28"/>
                  <a:gd name="T7" fmla="*/ 0 h 76"/>
                  <a:gd name="T8" fmla="*/ 13 w 28"/>
                  <a:gd name="T9" fmla="*/ 339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6">
                    <a:moveTo>
                      <a:pt x="3" y="76"/>
                    </a:moveTo>
                    <a:cubicBezTo>
                      <a:pt x="28" y="76"/>
                      <a:pt x="28" y="76"/>
                      <a:pt x="28" y="76"/>
                    </a:cubicBezTo>
                    <a:cubicBezTo>
                      <a:pt x="23" y="51"/>
                      <a:pt x="14" y="27"/>
                      <a:pt x="13" y="4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4" y="23"/>
                      <a:pt x="0" y="50"/>
                      <a:pt x="3" y="76"/>
                    </a:cubicBezTo>
                    <a:close/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19" name="Freeform 3153">
                <a:extLst>
                  <a:ext uri="{FF2B5EF4-FFF2-40B4-BE49-F238E27FC236}">
                    <a16:creationId xmlns:a16="http://schemas.microsoft.com/office/drawing/2014/main" id="{069C2280-FA26-4A99-8162-FCB352FEB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3263"/>
                <a:ext cx="95" cy="247"/>
              </a:xfrm>
              <a:custGeom>
                <a:avLst/>
                <a:gdLst>
                  <a:gd name="T0" fmla="*/ 224 w 62"/>
                  <a:gd name="T1" fmla="*/ 0 h 150"/>
                  <a:gd name="T2" fmla="*/ 190 w 62"/>
                  <a:gd name="T3" fmla="*/ 323 h 150"/>
                  <a:gd name="T4" fmla="*/ 75 w 62"/>
                  <a:gd name="T5" fmla="*/ 670 h 150"/>
                  <a:gd name="T6" fmla="*/ 211 w 62"/>
                  <a:gd name="T7" fmla="*/ 13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50">
                    <a:moveTo>
                      <a:pt x="62" y="0"/>
                    </a:moveTo>
                    <a:cubicBezTo>
                      <a:pt x="45" y="21"/>
                      <a:pt x="57" y="48"/>
                      <a:pt x="53" y="72"/>
                    </a:cubicBezTo>
                    <a:cubicBezTo>
                      <a:pt x="49" y="101"/>
                      <a:pt x="31" y="124"/>
                      <a:pt x="21" y="150"/>
                    </a:cubicBezTo>
                    <a:cubicBezTo>
                      <a:pt x="0" y="100"/>
                      <a:pt x="22" y="35"/>
                      <a:pt x="59" y="3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20" name="Freeform 3154">
                <a:extLst>
                  <a:ext uri="{FF2B5EF4-FFF2-40B4-BE49-F238E27FC236}">
                    <a16:creationId xmlns:a16="http://schemas.microsoft.com/office/drawing/2014/main" id="{50D27612-7D18-4151-83E4-44BAE6EC4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3263"/>
                <a:ext cx="95" cy="247"/>
              </a:xfrm>
              <a:custGeom>
                <a:avLst/>
                <a:gdLst>
                  <a:gd name="T0" fmla="*/ 224 w 62"/>
                  <a:gd name="T1" fmla="*/ 0 h 150"/>
                  <a:gd name="T2" fmla="*/ 190 w 62"/>
                  <a:gd name="T3" fmla="*/ 323 h 150"/>
                  <a:gd name="T4" fmla="*/ 75 w 62"/>
                  <a:gd name="T5" fmla="*/ 670 h 150"/>
                  <a:gd name="T6" fmla="*/ 211 w 62"/>
                  <a:gd name="T7" fmla="*/ 13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50">
                    <a:moveTo>
                      <a:pt x="62" y="0"/>
                    </a:moveTo>
                    <a:cubicBezTo>
                      <a:pt x="45" y="21"/>
                      <a:pt x="57" y="48"/>
                      <a:pt x="53" y="72"/>
                    </a:cubicBezTo>
                    <a:cubicBezTo>
                      <a:pt x="49" y="101"/>
                      <a:pt x="31" y="124"/>
                      <a:pt x="21" y="150"/>
                    </a:cubicBezTo>
                    <a:cubicBezTo>
                      <a:pt x="0" y="100"/>
                      <a:pt x="22" y="35"/>
                      <a:pt x="59" y="3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21" name="Freeform 3155">
                <a:extLst>
                  <a:ext uri="{FF2B5EF4-FFF2-40B4-BE49-F238E27FC236}">
                    <a16:creationId xmlns:a16="http://schemas.microsoft.com/office/drawing/2014/main" id="{58472D2D-0EB5-4AB2-97E0-EAFBFCE5A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146"/>
                <a:ext cx="190" cy="147"/>
              </a:xfrm>
              <a:custGeom>
                <a:avLst/>
                <a:gdLst>
                  <a:gd name="T0" fmla="*/ 0 w 123"/>
                  <a:gd name="T1" fmla="*/ 401 h 89"/>
                  <a:gd name="T2" fmla="*/ 453 w 123"/>
                  <a:gd name="T3" fmla="*/ 0 h 89"/>
                  <a:gd name="T4" fmla="*/ 12 w 123"/>
                  <a:gd name="T5" fmla="*/ 388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89">
                    <a:moveTo>
                      <a:pt x="0" y="89"/>
                    </a:moveTo>
                    <a:cubicBezTo>
                      <a:pt x="36" y="50"/>
                      <a:pt x="75" y="25"/>
                      <a:pt x="123" y="0"/>
                    </a:cubicBezTo>
                    <a:cubicBezTo>
                      <a:pt x="67" y="5"/>
                      <a:pt x="7" y="22"/>
                      <a:pt x="3" y="86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22" name="Freeform 3156">
                <a:extLst>
                  <a:ext uri="{FF2B5EF4-FFF2-40B4-BE49-F238E27FC236}">
                    <a16:creationId xmlns:a16="http://schemas.microsoft.com/office/drawing/2014/main" id="{D9435ACF-B4CB-47D1-86CD-F7ABAF27A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146"/>
                <a:ext cx="190" cy="147"/>
              </a:xfrm>
              <a:custGeom>
                <a:avLst/>
                <a:gdLst>
                  <a:gd name="T0" fmla="*/ 0 w 123"/>
                  <a:gd name="T1" fmla="*/ 401 h 89"/>
                  <a:gd name="T2" fmla="*/ 453 w 123"/>
                  <a:gd name="T3" fmla="*/ 0 h 89"/>
                  <a:gd name="T4" fmla="*/ 12 w 123"/>
                  <a:gd name="T5" fmla="*/ 388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89">
                    <a:moveTo>
                      <a:pt x="0" y="89"/>
                    </a:moveTo>
                    <a:cubicBezTo>
                      <a:pt x="36" y="50"/>
                      <a:pt x="75" y="25"/>
                      <a:pt x="123" y="0"/>
                    </a:cubicBezTo>
                    <a:cubicBezTo>
                      <a:pt x="67" y="5"/>
                      <a:pt x="7" y="22"/>
                      <a:pt x="3" y="8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23" name="Freeform 3157">
                <a:extLst>
                  <a:ext uri="{FF2B5EF4-FFF2-40B4-BE49-F238E27FC236}">
                    <a16:creationId xmlns:a16="http://schemas.microsoft.com/office/drawing/2014/main" id="{9F4F7D6E-D73F-497B-B439-68FB9281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253"/>
                <a:ext cx="84" cy="183"/>
              </a:xfrm>
              <a:custGeom>
                <a:avLst/>
                <a:gdLst>
                  <a:gd name="T0" fmla="*/ 204 w 54"/>
                  <a:gd name="T1" fmla="*/ 0 h 111"/>
                  <a:gd name="T2" fmla="*/ 162 w 54"/>
                  <a:gd name="T3" fmla="*/ 498 h 111"/>
                  <a:gd name="T4" fmla="*/ 191 w 54"/>
                  <a:gd name="T5" fmla="*/ 41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11">
                    <a:moveTo>
                      <a:pt x="54" y="0"/>
                    </a:moveTo>
                    <a:cubicBezTo>
                      <a:pt x="41" y="37"/>
                      <a:pt x="41" y="72"/>
                      <a:pt x="43" y="111"/>
                    </a:cubicBezTo>
                    <a:cubicBezTo>
                      <a:pt x="0" y="76"/>
                      <a:pt x="33" y="44"/>
                      <a:pt x="51" y="9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24" name="Freeform 3158">
                <a:extLst>
                  <a:ext uri="{FF2B5EF4-FFF2-40B4-BE49-F238E27FC236}">
                    <a16:creationId xmlns:a16="http://schemas.microsoft.com/office/drawing/2014/main" id="{E9A65FAC-504C-4137-B540-01D5EE51F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253"/>
                <a:ext cx="84" cy="183"/>
              </a:xfrm>
              <a:custGeom>
                <a:avLst/>
                <a:gdLst>
                  <a:gd name="T0" fmla="*/ 204 w 54"/>
                  <a:gd name="T1" fmla="*/ 0 h 111"/>
                  <a:gd name="T2" fmla="*/ 162 w 54"/>
                  <a:gd name="T3" fmla="*/ 498 h 111"/>
                  <a:gd name="T4" fmla="*/ 191 w 54"/>
                  <a:gd name="T5" fmla="*/ 41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11">
                    <a:moveTo>
                      <a:pt x="54" y="0"/>
                    </a:moveTo>
                    <a:cubicBezTo>
                      <a:pt x="41" y="37"/>
                      <a:pt x="41" y="72"/>
                      <a:pt x="43" y="111"/>
                    </a:cubicBezTo>
                    <a:cubicBezTo>
                      <a:pt x="0" y="76"/>
                      <a:pt x="33" y="44"/>
                      <a:pt x="51" y="9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25" name="Freeform 3159">
                <a:extLst>
                  <a:ext uri="{FF2B5EF4-FFF2-40B4-BE49-F238E27FC236}">
                    <a16:creationId xmlns:a16="http://schemas.microsoft.com/office/drawing/2014/main" id="{14F6AEF8-AB8F-474F-9C13-67C9940CF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3115"/>
                <a:ext cx="104" cy="148"/>
              </a:xfrm>
              <a:custGeom>
                <a:avLst/>
                <a:gdLst>
                  <a:gd name="T0" fmla="*/ 19 w 67"/>
                  <a:gd name="T1" fmla="*/ 386 h 90"/>
                  <a:gd name="T2" fmla="*/ 250 w 67"/>
                  <a:gd name="T3" fmla="*/ 81 h 90"/>
                  <a:gd name="T4" fmla="*/ 8 w 67"/>
                  <a:gd name="T5" fmla="*/ 40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90">
                    <a:moveTo>
                      <a:pt x="5" y="87"/>
                    </a:moveTo>
                    <a:cubicBezTo>
                      <a:pt x="18" y="55"/>
                      <a:pt x="37" y="35"/>
                      <a:pt x="67" y="18"/>
                    </a:cubicBezTo>
                    <a:cubicBezTo>
                      <a:pt x="26" y="0"/>
                      <a:pt x="0" y="57"/>
                      <a:pt x="2" y="90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26" name="Freeform 3160">
                <a:extLst>
                  <a:ext uri="{FF2B5EF4-FFF2-40B4-BE49-F238E27FC236}">
                    <a16:creationId xmlns:a16="http://schemas.microsoft.com/office/drawing/2014/main" id="{D422B933-DFB5-4688-82ED-25F714EC3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3115"/>
                <a:ext cx="104" cy="148"/>
              </a:xfrm>
              <a:custGeom>
                <a:avLst/>
                <a:gdLst>
                  <a:gd name="T0" fmla="*/ 19 w 67"/>
                  <a:gd name="T1" fmla="*/ 386 h 90"/>
                  <a:gd name="T2" fmla="*/ 250 w 67"/>
                  <a:gd name="T3" fmla="*/ 81 h 90"/>
                  <a:gd name="T4" fmla="*/ 8 w 67"/>
                  <a:gd name="T5" fmla="*/ 40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90">
                    <a:moveTo>
                      <a:pt x="5" y="87"/>
                    </a:moveTo>
                    <a:cubicBezTo>
                      <a:pt x="18" y="55"/>
                      <a:pt x="37" y="35"/>
                      <a:pt x="67" y="18"/>
                    </a:cubicBezTo>
                    <a:cubicBezTo>
                      <a:pt x="26" y="0"/>
                      <a:pt x="0" y="57"/>
                      <a:pt x="2" y="9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27" name="Freeform 3161">
                <a:extLst>
                  <a:ext uri="{FF2B5EF4-FFF2-40B4-BE49-F238E27FC236}">
                    <a16:creationId xmlns:a16="http://schemas.microsoft.com/office/drawing/2014/main" id="{C3DA05F9-994D-4CDE-AD38-9FE2BC703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3520"/>
                <a:ext cx="74" cy="183"/>
              </a:xfrm>
              <a:custGeom>
                <a:avLst/>
                <a:gdLst>
                  <a:gd name="T0" fmla="*/ 122 w 48"/>
                  <a:gd name="T1" fmla="*/ 13 h 111"/>
                  <a:gd name="T2" fmla="*/ 176 w 48"/>
                  <a:gd name="T3" fmla="*/ 498 h 111"/>
                  <a:gd name="T4" fmla="*/ 122 w 48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11">
                    <a:moveTo>
                      <a:pt x="33" y="3"/>
                    </a:moveTo>
                    <a:cubicBezTo>
                      <a:pt x="22" y="39"/>
                      <a:pt x="40" y="77"/>
                      <a:pt x="48" y="111"/>
                    </a:cubicBezTo>
                    <a:cubicBezTo>
                      <a:pt x="0" y="93"/>
                      <a:pt x="10" y="34"/>
                      <a:pt x="33" y="0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28" name="Freeform 3162">
                <a:extLst>
                  <a:ext uri="{FF2B5EF4-FFF2-40B4-BE49-F238E27FC236}">
                    <a16:creationId xmlns:a16="http://schemas.microsoft.com/office/drawing/2014/main" id="{048B3715-58C7-46FF-86AB-ABF891B47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3520"/>
                <a:ext cx="74" cy="183"/>
              </a:xfrm>
              <a:custGeom>
                <a:avLst/>
                <a:gdLst>
                  <a:gd name="T0" fmla="*/ 122 w 48"/>
                  <a:gd name="T1" fmla="*/ 13 h 111"/>
                  <a:gd name="T2" fmla="*/ 176 w 48"/>
                  <a:gd name="T3" fmla="*/ 498 h 111"/>
                  <a:gd name="T4" fmla="*/ 122 w 48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11">
                    <a:moveTo>
                      <a:pt x="33" y="3"/>
                    </a:moveTo>
                    <a:cubicBezTo>
                      <a:pt x="22" y="39"/>
                      <a:pt x="40" y="77"/>
                      <a:pt x="48" y="111"/>
                    </a:cubicBezTo>
                    <a:cubicBezTo>
                      <a:pt x="0" y="93"/>
                      <a:pt x="10" y="34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29" name="Freeform 3163">
                <a:extLst>
                  <a:ext uri="{FF2B5EF4-FFF2-40B4-BE49-F238E27FC236}">
                    <a16:creationId xmlns:a16="http://schemas.microsoft.com/office/drawing/2014/main" id="{C0966623-8C0A-41F4-93B1-E5BEADEAA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3352"/>
                <a:ext cx="52" cy="127"/>
              </a:xfrm>
              <a:custGeom>
                <a:avLst/>
                <a:gdLst>
                  <a:gd name="T0" fmla="*/ 21 w 34"/>
                  <a:gd name="T1" fmla="*/ 0 h 77"/>
                  <a:gd name="T2" fmla="*/ 122 w 34"/>
                  <a:gd name="T3" fmla="*/ 345 h 77"/>
                  <a:gd name="T4" fmla="*/ 21 w 34"/>
                  <a:gd name="T5" fmla="*/ 1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7">
                    <a:moveTo>
                      <a:pt x="6" y="0"/>
                    </a:moveTo>
                    <a:cubicBezTo>
                      <a:pt x="0" y="29"/>
                      <a:pt x="15" y="57"/>
                      <a:pt x="34" y="77"/>
                    </a:cubicBezTo>
                    <a:cubicBezTo>
                      <a:pt x="17" y="55"/>
                      <a:pt x="27" y="22"/>
                      <a:pt x="6" y="3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30" name="Freeform 3164">
                <a:extLst>
                  <a:ext uri="{FF2B5EF4-FFF2-40B4-BE49-F238E27FC236}">
                    <a16:creationId xmlns:a16="http://schemas.microsoft.com/office/drawing/2014/main" id="{D0ED545E-A63A-45E9-BBF1-B145EE43F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3352"/>
                <a:ext cx="52" cy="127"/>
              </a:xfrm>
              <a:custGeom>
                <a:avLst/>
                <a:gdLst>
                  <a:gd name="T0" fmla="*/ 21 w 34"/>
                  <a:gd name="T1" fmla="*/ 0 h 77"/>
                  <a:gd name="T2" fmla="*/ 122 w 34"/>
                  <a:gd name="T3" fmla="*/ 345 h 77"/>
                  <a:gd name="T4" fmla="*/ 21 w 34"/>
                  <a:gd name="T5" fmla="*/ 1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7">
                    <a:moveTo>
                      <a:pt x="6" y="0"/>
                    </a:moveTo>
                    <a:cubicBezTo>
                      <a:pt x="0" y="29"/>
                      <a:pt x="15" y="57"/>
                      <a:pt x="34" y="77"/>
                    </a:cubicBezTo>
                    <a:cubicBezTo>
                      <a:pt x="17" y="55"/>
                      <a:pt x="27" y="22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31" name="Freeform 3165">
                <a:extLst>
                  <a:ext uri="{FF2B5EF4-FFF2-40B4-BE49-F238E27FC236}">
                    <a16:creationId xmlns:a16="http://schemas.microsoft.com/office/drawing/2014/main" id="{EE790D1D-2B6B-4CD1-96DB-4699AC046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230"/>
                <a:ext cx="168" cy="163"/>
              </a:xfrm>
              <a:custGeom>
                <a:avLst/>
                <a:gdLst>
                  <a:gd name="T0" fmla="*/ 0 w 109"/>
                  <a:gd name="T1" fmla="*/ 0 h 99"/>
                  <a:gd name="T2" fmla="*/ 399 w 109"/>
                  <a:gd name="T3" fmla="*/ 441 h 99"/>
                  <a:gd name="T4" fmla="*/ 40 w 109"/>
                  <a:gd name="T5" fmla="*/ 35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99">
                    <a:moveTo>
                      <a:pt x="0" y="0"/>
                    </a:moveTo>
                    <a:cubicBezTo>
                      <a:pt x="13" y="42"/>
                      <a:pt x="68" y="86"/>
                      <a:pt x="109" y="99"/>
                    </a:cubicBezTo>
                    <a:cubicBezTo>
                      <a:pt x="81" y="72"/>
                      <a:pt x="51" y="17"/>
                      <a:pt x="11" y="8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32" name="Freeform 3166">
                <a:extLst>
                  <a:ext uri="{FF2B5EF4-FFF2-40B4-BE49-F238E27FC236}">
                    <a16:creationId xmlns:a16="http://schemas.microsoft.com/office/drawing/2014/main" id="{15126286-2A9F-4B30-9AED-B76307CB6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230"/>
                <a:ext cx="168" cy="163"/>
              </a:xfrm>
              <a:custGeom>
                <a:avLst/>
                <a:gdLst>
                  <a:gd name="T0" fmla="*/ 0 w 109"/>
                  <a:gd name="T1" fmla="*/ 0 h 99"/>
                  <a:gd name="T2" fmla="*/ 399 w 109"/>
                  <a:gd name="T3" fmla="*/ 441 h 99"/>
                  <a:gd name="T4" fmla="*/ 40 w 109"/>
                  <a:gd name="T5" fmla="*/ 35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99">
                    <a:moveTo>
                      <a:pt x="0" y="0"/>
                    </a:moveTo>
                    <a:cubicBezTo>
                      <a:pt x="13" y="42"/>
                      <a:pt x="68" y="86"/>
                      <a:pt x="109" y="99"/>
                    </a:cubicBezTo>
                    <a:cubicBezTo>
                      <a:pt x="81" y="72"/>
                      <a:pt x="51" y="17"/>
                      <a:pt x="11" y="8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33" name="Freeform 3167">
                <a:extLst>
                  <a:ext uri="{FF2B5EF4-FFF2-40B4-BE49-F238E27FC236}">
                    <a16:creationId xmlns:a16="http://schemas.microsoft.com/office/drawing/2014/main" id="{51A8DEB1-50DF-4242-872C-B195C49AB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433"/>
                <a:ext cx="147" cy="110"/>
              </a:xfrm>
              <a:custGeom>
                <a:avLst/>
                <a:gdLst>
                  <a:gd name="T0" fmla="*/ 0 w 95"/>
                  <a:gd name="T1" fmla="*/ 13 h 67"/>
                  <a:gd name="T2" fmla="*/ 351 w 95"/>
                  <a:gd name="T3" fmla="*/ 297 h 67"/>
                  <a:gd name="T4" fmla="*/ 12 w 95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67">
                    <a:moveTo>
                      <a:pt x="0" y="3"/>
                    </a:moveTo>
                    <a:cubicBezTo>
                      <a:pt x="14" y="49"/>
                      <a:pt x="53" y="58"/>
                      <a:pt x="95" y="67"/>
                    </a:cubicBezTo>
                    <a:cubicBezTo>
                      <a:pt x="64" y="50"/>
                      <a:pt x="30" y="21"/>
                      <a:pt x="3" y="0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34" name="Freeform 3168">
                <a:extLst>
                  <a:ext uri="{FF2B5EF4-FFF2-40B4-BE49-F238E27FC236}">
                    <a16:creationId xmlns:a16="http://schemas.microsoft.com/office/drawing/2014/main" id="{6503312D-2F80-4256-AE59-203A2C8A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433"/>
                <a:ext cx="147" cy="110"/>
              </a:xfrm>
              <a:custGeom>
                <a:avLst/>
                <a:gdLst>
                  <a:gd name="T0" fmla="*/ 0 w 95"/>
                  <a:gd name="T1" fmla="*/ 13 h 67"/>
                  <a:gd name="T2" fmla="*/ 351 w 95"/>
                  <a:gd name="T3" fmla="*/ 297 h 67"/>
                  <a:gd name="T4" fmla="*/ 12 w 95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67">
                    <a:moveTo>
                      <a:pt x="0" y="3"/>
                    </a:moveTo>
                    <a:cubicBezTo>
                      <a:pt x="14" y="49"/>
                      <a:pt x="53" y="58"/>
                      <a:pt x="95" y="67"/>
                    </a:cubicBezTo>
                    <a:cubicBezTo>
                      <a:pt x="64" y="50"/>
                      <a:pt x="30" y="2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35" name="Freeform 3169">
                <a:extLst>
                  <a:ext uri="{FF2B5EF4-FFF2-40B4-BE49-F238E27FC236}">
                    <a16:creationId xmlns:a16="http://schemas.microsoft.com/office/drawing/2014/main" id="{2D910279-71CB-47CF-906D-146A572E8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517"/>
                <a:ext cx="173" cy="130"/>
              </a:xfrm>
              <a:custGeom>
                <a:avLst/>
                <a:gdLst>
                  <a:gd name="T0" fmla="*/ 0 w 112"/>
                  <a:gd name="T1" fmla="*/ 13 h 79"/>
                  <a:gd name="T2" fmla="*/ 412 w 112"/>
                  <a:gd name="T3" fmla="*/ 352 h 79"/>
                  <a:gd name="T4" fmla="*/ 167 w 112"/>
                  <a:gd name="T5" fmla="*/ 89 h 79"/>
                  <a:gd name="T6" fmla="*/ 0 w 112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79">
                    <a:moveTo>
                      <a:pt x="0" y="3"/>
                    </a:moveTo>
                    <a:cubicBezTo>
                      <a:pt x="31" y="41"/>
                      <a:pt x="64" y="68"/>
                      <a:pt x="112" y="79"/>
                    </a:cubicBezTo>
                    <a:cubicBezTo>
                      <a:pt x="88" y="61"/>
                      <a:pt x="68" y="38"/>
                      <a:pt x="45" y="20"/>
                    </a:cubicBezTo>
                    <a:cubicBezTo>
                      <a:pt x="30" y="10"/>
                      <a:pt x="12" y="9"/>
                      <a:pt x="0" y="0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36" name="Freeform 3170">
                <a:extLst>
                  <a:ext uri="{FF2B5EF4-FFF2-40B4-BE49-F238E27FC236}">
                    <a16:creationId xmlns:a16="http://schemas.microsoft.com/office/drawing/2014/main" id="{FA390AC1-C186-48F3-AE7D-EB37403B4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517"/>
                <a:ext cx="173" cy="130"/>
              </a:xfrm>
              <a:custGeom>
                <a:avLst/>
                <a:gdLst>
                  <a:gd name="T0" fmla="*/ 0 w 112"/>
                  <a:gd name="T1" fmla="*/ 13 h 79"/>
                  <a:gd name="T2" fmla="*/ 412 w 112"/>
                  <a:gd name="T3" fmla="*/ 352 h 79"/>
                  <a:gd name="T4" fmla="*/ 167 w 112"/>
                  <a:gd name="T5" fmla="*/ 89 h 79"/>
                  <a:gd name="T6" fmla="*/ 0 w 112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79">
                    <a:moveTo>
                      <a:pt x="0" y="3"/>
                    </a:moveTo>
                    <a:cubicBezTo>
                      <a:pt x="31" y="41"/>
                      <a:pt x="64" y="68"/>
                      <a:pt x="112" y="79"/>
                    </a:cubicBezTo>
                    <a:cubicBezTo>
                      <a:pt x="88" y="61"/>
                      <a:pt x="68" y="38"/>
                      <a:pt x="45" y="20"/>
                    </a:cubicBezTo>
                    <a:cubicBezTo>
                      <a:pt x="30" y="10"/>
                      <a:pt x="12" y="9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37" name="Freeform 3171">
                <a:extLst>
                  <a:ext uri="{FF2B5EF4-FFF2-40B4-BE49-F238E27FC236}">
                    <a16:creationId xmlns:a16="http://schemas.microsoft.com/office/drawing/2014/main" id="{175EA627-901B-4CF1-8835-AEE365DB6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998"/>
                <a:ext cx="118" cy="166"/>
              </a:xfrm>
              <a:custGeom>
                <a:avLst/>
                <a:gdLst>
                  <a:gd name="T0" fmla="*/ 12 w 76"/>
                  <a:gd name="T1" fmla="*/ 21 h 101"/>
                  <a:gd name="T2" fmla="*/ 272 w 76"/>
                  <a:gd name="T3" fmla="*/ 449 h 101"/>
                  <a:gd name="T4" fmla="*/ 284 w 76"/>
                  <a:gd name="T5" fmla="*/ 436 h 101"/>
                  <a:gd name="T6" fmla="*/ 148 w 76"/>
                  <a:gd name="T7" fmla="*/ 138 h 101"/>
                  <a:gd name="T8" fmla="*/ 0 w 76"/>
                  <a:gd name="T9" fmla="*/ 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101">
                    <a:moveTo>
                      <a:pt x="3" y="5"/>
                    </a:moveTo>
                    <a:cubicBezTo>
                      <a:pt x="1" y="45"/>
                      <a:pt x="36" y="90"/>
                      <a:pt x="73" y="101"/>
                    </a:cubicBezTo>
                    <a:cubicBezTo>
                      <a:pt x="74" y="100"/>
                      <a:pt x="75" y="99"/>
                      <a:pt x="76" y="98"/>
                    </a:cubicBezTo>
                    <a:cubicBezTo>
                      <a:pt x="66" y="78"/>
                      <a:pt x="54" y="49"/>
                      <a:pt x="39" y="31"/>
                    </a:cubicBezTo>
                    <a:cubicBezTo>
                      <a:pt x="28" y="19"/>
                      <a:pt x="10" y="13"/>
                      <a:pt x="0" y="0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38" name="Freeform 3172">
                <a:extLst>
                  <a:ext uri="{FF2B5EF4-FFF2-40B4-BE49-F238E27FC236}">
                    <a16:creationId xmlns:a16="http://schemas.microsoft.com/office/drawing/2014/main" id="{6E0C0D07-A7D3-4B43-B8B4-B5E6DB9EB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998"/>
                <a:ext cx="118" cy="166"/>
              </a:xfrm>
              <a:custGeom>
                <a:avLst/>
                <a:gdLst>
                  <a:gd name="T0" fmla="*/ 12 w 76"/>
                  <a:gd name="T1" fmla="*/ 21 h 101"/>
                  <a:gd name="T2" fmla="*/ 272 w 76"/>
                  <a:gd name="T3" fmla="*/ 449 h 101"/>
                  <a:gd name="T4" fmla="*/ 284 w 76"/>
                  <a:gd name="T5" fmla="*/ 436 h 101"/>
                  <a:gd name="T6" fmla="*/ 148 w 76"/>
                  <a:gd name="T7" fmla="*/ 138 h 101"/>
                  <a:gd name="T8" fmla="*/ 0 w 76"/>
                  <a:gd name="T9" fmla="*/ 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101">
                    <a:moveTo>
                      <a:pt x="3" y="5"/>
                    </a:moveTo>
                    <a:cubicBezTo>
                      <a:pt x="1" y="45"/>
                      <a:pt x="36" y="90"/>
                      <a:pt x="73" y="101"/>
                    </a:cubicBezTo>
                    <a:cubicBezTo>
                      <a:pt x="74" y="100"/>
                      <a:pt x="75" y="99"/>
                      <a:pt x="76" y="98"/>
                    </a:cubicBezTo>
                    <a:cubicBezTo>
                      <a:pt x="66" y="78"/>
                      <a:pt x="54" y="49"/>
                      <a:pt x="39" y="31"/>
                    </a:cubicBezTo>
                    <a:cubicBezTo>
                      <a:pt x="28" y="19"/>
                      <a:pt x="10" y="1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39" name="Freeform 3173">
                <a:extLst>
                  <a:ext uri="{FF2B5EF4-FFF2-40B4-BE49-F238E27FC236}">
                    <a16:creationId xmlns:a16="http://schemas.microsoft.com/office/drawing/2014/main" id="{4B8B76F8-B628-4C19-8F9F-DC17A3608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3629"/>
                <a:ext cx="147" cy="212"/>
              </a:xfrm>
              <a:custGeom>
                <a:avLst/>
                <a:gdLst>
                  <a:gd name="T0" fmla="*/ 53 w 95"/>
                  <a:gd name="T1" fmla="*/ 0 h 129"/>
                  <a:gd name="T2" fmla="*/ 0 w 95"/>
                  <a:gd name="T3" fmla="*/ 13 h 129"/>
                  <a:gd name="T4" fmla="*/ 201 w 95"/>
                  <a:gd name="T5" fmla="*/ 491 h 129"/>
                  <a:gd name="T6" fmla="*/ 197 w 95"/>
                  <a:gd name="T7" fmla="*/ 572 h 129"/>
                  <a:gd name="T8" fmla="*/ 351 w 95"/>
                  <a:gd name="T9" fmla="*/ 572 h 129"/>
                  <a:gd name="T10" fmla="*/ 319 w 95"/>
                  <a:gd name="T11" fmla="*/ 519 h 129"/>
                  <a:gd name="T12" fmla="*/ 53 w 95"/>
                  <a:gd name="T13" fmla="*/ 0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29">
                    <a:moveTo>
                      <a:pt x="1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1" y="33"/>
                      <a:pt x="53" y="67"/>
                      <a:pt x="54" y="111"/>
                    </a:cubicBezTo>
                    <a:cubicBezTo>
                      <a:pt x="55" y="118"/>
                      <a:pt x="54" y="123"/>
                      <a:pt x="53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3" y="125"/>
                      <a:pt x="90" y="121"/>
                      <a:pt x="86" y="117"/>
                    </a:cubicBezTo>
                    <a:cubicBezTo>
                      <a:pt x="68" y="97"/>
                      <a:pt x="37" y="51"/>
                      <a:pt x="14" y="0"/>
                    </a:cubicBezTo>
                    <a:close/>
                  </a:path>
                </a:pathLst>
              </a:custGeom>
              <a:solidFill>
                <a:srgbClr val="C39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40" name="Freeform 3174">
                <a:extLst>
                  <a:ext uri="{FF2B5EF4-FFF2-40B4-BE49-F238E27FC236}">
                    <a16:creationId xmlns:a16="http://schemas.microsoft.com/office/drawing/2014/main" id="{8E532DC2-68CD-4B9F-AFE2-BD4316ACC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3555"/>
                <a:ext cx="286" cy="286"/>
              </a:xfrm>
              <a:custGeom>
                <a:avLst/>
                <a:gdLst>
                  <a:gd name="T0" fmla="*/ 526 w 185"/>
                  <a:gd name="T1" fmla="*/ 406 h 174"/>
                  <a:gd name="T2" fmla="*/ 373 w 185"/>
                  <a:gd name="T3" fmla="*/ 0 h 174"/>
                  <a:gd name="T4" fmla="*/ 320 w 185"/>
                  <a:gd name="T5" fmla="*/ 352 h 174"/>
                  <a:gd name="T6" fmla="*/ 0 w 185"/>
                  <a:gd name="T7" fmla="*/ 667 h 174"/>
                  <a:gd name="T8" fmla="*/ 0 w 185"/>
                  <a:gd name="T9" fmla="*/ 705 h 174"/>
                  <a:gd name="T10" fmla="*/ 377 w 185"/>
                  <a:gd name="T11" fmla="*/ 654 h 174"/>
                  <a:gd name="T12" fmla="*/ 461 w 185"/>
                  <a:gd name="T13" fmla="*/ 773 h 174"/>
                  <a:gd name="T14" fmla="*/ 683 w 185"/>
                  <a:gd name="T15" fmla="*/ 773 h 174"/>
                  <a:gd name="T16" fmla="*/ 526 w 185"/>
                  <a:gd name="T17" fmla="*/ 406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5" h="174">
                    <a:moveTo>
                      <a:pt x="142" y="91"/>
                    </a:moveTo>
                    <a:cubicBezTo>
                      <a:pt x="122" y="62"/>
                      <a:pt x="114" y="32"/>
                      <a:pt x="101" y="0"/>
                    </a:cubicBezTo>
                    <a:cubicBezTo>
                      <a:pt x="86" y="25"/>
                      <a:pt x="97" y="51"/>
                      <a:pt x="87" y="79"/>
                    </a:cubicBezTo>
                    <a:cubicBezTo>
                      <a:pt x="74" y="118"/>
                      <a:pt x="24" y="119"/>
                      <a:pt x="0" y="150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8" y="132"/>
                      <a:pt x="67" y="124"/>
                      <a:pt x="102" y="147"/>
                    </a:cubicBezTo>
                    <a:cubicBezTo>
                      <a:pt x="112" y="154"/>
                      <a:pt x="119" y="163"/>
                      <a:pt x="125" y="174"/>
                    </a:cubicBezTo>
                    <a:cubicBezTo>
                      <a:pt x="185" y="174"/>
                      <a:pt x="185" y="174"/>
                      <a:pt x="185" y="174"/>
                    </a:cubicBezTo>
                    <a:cubicBezTo>
                      <a:pt x="180" y="143"/>
                      <a:pt x="160" y="116"/>
                      <a:pt x="142" y="91"/>
                    </a:cubicBezTo>
                    <a:close/>
                  </a:path>
                </a:pathLst>
              </a:custGeom>
              <a:solidFill>
                <a:srgbClr val="C39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41" name="Freeform 3175">
                <a:extLst>
                  <a:ext uri="{FF2B5EF4-FFF2-40B4-BE49-F238E27FC236}">
                    <a16:creationId xmlns:a16="http://schemas.microsoft.com/office/drawing/2014/main" id="{A8D7372C-847D-403F-A86D-BFC196D40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515"/>
                <a:ext cx="104" cy="40"/>
              </a:xfrm>
              <a:custGeom>
                <a:avLst/>
                <a:gdLst>
                  <a:gd name="T0" fmla="*/ 75 w 67"/>
                  <a:gd name="T1" fmla="*/ 37 h 24"/>
                  <a:gd name="T2" fmla="*/ 202 w 67"/>
                  <a:gd name="T3" fmla="*/ 22 h 24"/>
                  <a:gd name="T4" fmla="*/ 250 w 67"/>
                  <a:gd name="T5" fmla="*/ 112 h 24"/>
                  <a:gd name="T6" fmla="*/ 137 w 67"/>
                  <a:gd name="T7" fmla="*/ 70 h 24"/>
                  <a:gd name="T8" fmla="*/ 0 w 6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24">
                    <a:moveTo>
                      <a:pt x="20" y="8"/>
                    </a:moveTo>
                    <a:cubicBezTo>
                      <a:pt x="32" y="11"/>
                      <a:pt x="43" y="9"/>
                      <a:pt x="54" y="5"/>
                    </a:cubicBezTo>
                    <a:cubicBezTo>
                      <a:pt x="60" y="10"/>
                      <a:pt x="63" y="17"/>
                      <a:pt x="67" y="24"/>
                    </a:cubicBezTo>
                    <a:cubicBezTo>
                      <a:pt x="60" y="15"/>
                      <a:pt x="48" y="16"/>
                      <a:pt x="37" y="15"/>
                    </a:cubicBezTo>
                    <a:cubicBezTo>
                      <a:pt x="21" y="14"/>
                      <a:pt x="14" y="7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42" name="Freeform 3176">
                <a:extLst>
                  <a:ext uri="{FF2B5EF4-FFF2-40B4-BE49-F238E27FC236}">
                    <a16:creationId xmlns:a16="http://schemas.microsoft.com/office/drawing/2014/main" id="{DEDA618F-CB9A-4EA9-9C70-1D3B0C11D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540"/>
                <a:ext cx="111" cy="64"/>
              </a:xfrm>
              <a:custGeom>
                <a:avLst/>
                <a:gdLst>
                  <a:gd name="T0" fmla="*/ 8 w 72"/>
                  <a:gd name="T1" fmla="*/ 18 h 39"/>
                  <a:gd name="T2" fmla="*/ 157 w 72"/>
                  <a:gd name="T3" fmla="*/ 138 h 39"/>
                  <a:gd name="T4" fmla="*/ 205 w 72"/>
                  <a:gd name="T5" fmla="*/ 167 h 39"/>
                  <a:gd name="T6" fmla="*/ 264 w 72"/>
                  <a:gd name="T7" fmla="*/ 164 h 39"/>
                  <a:gd name="T8" fmla="*/ 168 w 72"/>
                  <a:gd name="T9" fmla="*/ 41 h 39"/>
                  <a:gd name="T10" fmla="*/ 0 w 72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39">
                    <a:moveTo>
                      <a:pt x="2" y="4"/>
                    </a:moveTo>
                    <a:cubicBezTo>
                      <a:pt x="21" y="8"/>
                      <a:pt x="31" y="17"/>
                      <a:pt x="43" y="31"/>
                    </a:cubicBezTo>
                    <a:cubicBezTo>
                      <a:pt x="50" y="39"/>
                      <a:pt x="43" y="38"/>
                      <a:pt x="56" y="38"/>
                    </a:cubicBezTo>
                    <a:cubicBezTo>
                      <a:pt x="62" y="39"/>
                      <a:pt x="68" y="35"/>
                      <a:pt x="72" y="37"/>
                    </a:cubicBezTo>
                    <a:cubicBezTo>
                      <a:pt x="59" y="39"/>
                      <a:pt x="57" y="16"/>
                      <a:pt x="46" y="9"/>
                    </a:cubicBezTo>
                    <a:cubicBezTo>
                      <a:pt x="34" y="2"/>
                      <a:pt x="14" y="2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43" name="Freeform 3177">
                <a:extLst>
                  <a:ext uri="{FF2B5EF4-FFF2-40B4-BE49-F238E27FC236}">
                    <a16:creationId xmlns:a16="http://schemas.microsoft.com/office/drawing/2014/main" id="{8890490D-E4BC-4139-BD4A-0B2F4795A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2729"/>
                <a:ext cx="66" cy="22"/>
              </a:xfrm>
              <a:custGeom>
                <a:avLst/>
                <a:gdLst>
                  <a:gd name="T0" fmla="*/ 0 w 43"/>
                  <a:gd name="T1" fmla="*/ 41 h 13"/>
                  <a:gd name="T2" fmla="*/ 141 w 43"/>
                  <a:gd name="T3" fmla="*/ 0 h 13"/>
                  <a:gd name="T4" fmla="*/ 155 w 43"/>
                  <a:gd name="T5" fmla="*/ 58 h 13"/>
                  <a:gd name="T6" fmla="*/ 54 w 43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3">
                    <a:moveTo>
                      <a:pt x="0" y="8"/>
                    </a:moveTo>
                    <a:cubicBezTo>
                      <a:pt x="14" y="7"/>
                      <a:pt x="27" y="2"/>
                      <a:pt x="39" y="0"/>
                    </a:cubicBezTo>
                    <a:cubicBezTo>
                      <a:pt x="40" y="5"/>
                      <a:pt x="40" y="7"/>
                      <a:pt x="43" y="12"/>
                    </a:cubicBezTo>
                    <a:cubicBezTo>
                      <a:pt x="33" y="12"/>
                      <a:pt x="22" y="13"/>
                      <a:pt x="15" y="6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44" name="Freeform 3178">
                <a:extLst>
                  <a:ext uri="{FF2B5EF4-FFF2-40B4-BE49-F238E27FC236}">
                    <a16:creationId xmlns:a16="http://schemas.microsoft.com/office/drawing/2014/main" id="{EF8D6B38-6B91-48DC-95D1-C83F4F12B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2752"/>
                <a:ext cx="58" cy="53"/>
              </a:xfrm>
              <a:custGeom>
                <a:avLst/>
                <a:gdLst>
                  <a:gd name="T0" fmla="*/ 0 w 37"/>
                  <a:gd name="T1" fmla="*/ 0 h 32"/>
                  <a:gd name="T2" fmla="*/ 60 w 37"/>
                  <a:gd name="T3" fmla="*/ 146 h 32"/>
                  <a:gd name="T4" fmla="*/ 143 w 37"/>
                  <a:gd name="T5" fmla="*/ 68 h 32"/>
                  <a:gd name="T6" fmla="*/ 14 w 37"/>
                  <a:gd name="T7" fmla="*/ 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2">
                    <a:moveTo>
                      <a:pt x="0" y="0"/>
                    </a:moveTo>
                    <a:cubicBezTo>
                      <a:pt x="15" y="10"/>
                      <a:pt x="11" y="18"/>
                      <a:pt x="15" y="32"/>
                    </a:cubicBezTo>
                    <a:cubicBezTo>
                      <a:pt x="16" y="22"/>
                      <a:pt x="27" y="16"/>
                      <a:pt x="37" y="15"/>
                    </a:cubicBezTo>
                    <a:cubicBezTo>
                      <a:pt x="21" y="16"/>
                      <a:pt x="17" y="7"/>
                      <a:pt x="4" y="3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45" name="Freeform 3179">
                <a:extLst>
                  <a:ext uri="{FF2B5EF4-FFF2-40B4-BE49-F238E27FC236}">
                    <a16:creationId xmlns:a16="http://schemas.microsoft.com/office/drawing/2014/main" id="{81C0EE2E-A862-4E18-802D-22D35F5E8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2754"/>
                <a:ext cx="95" cy="86"/>
              </a:xfrm>
              <a:custGeom>
                <a:avLst/>
                <a:gdLst>
                  <a:gd name="T0" fmla="*/ 32 w 62"/>
                  <a:gd name="T1" fmla="*/ 83 h 52"/>
                  <a:gd name="T2" fmla="*/ 133 w 62"/>
                  <a:gd name="T3" fmla="*/ 126 h 52"/>
                  <a:gd name="T4" fmla="*/ 169 w 62"/>
                  <a:gd name="T5" fmla="*/ 235 h 52"/>
                  <a:gd name="T6" fmla="*/ 224 w 62"/>
                  <a:gd name="T7" fmla="*/ 151 h 52"/>
                  <a:gd name="T8" fmla="*/ 0 w 62"/>
                  <a:gd name="T9" fmla="*/ 0 h 52"/>
                  <a:gd name="T10" fmla="*/ 35 w 62"/>
                  <a:gd name="T11" fmla="*/ 76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52">
                    <a:moveTo>
                      <a:pt x="9" y="18"/>
                    </a:moveTo>
                    <a:cubicBezTo>
                      <a:pt x="18" y="18"/>
                      <a:pt x="30" y="21"/>
                      <a:pt x="37" y="28"/>
                    </a:cubicBezTo>
                    <a:cubicBezTo>
                      <a:pt x="44" y="35"/>
                      <a:pt x="41" y="44"/>
                      <a:pt x="47" y="52"/>
                    </a:cubicBezTo>
                    <a:cubicBezTo>
                      <a:pt x="48" y="41"/>
                      <a:pt x="58" y="42"/>
                      <a:pt x="62" y="33"/>
                    </a:cubicBezTo>
                    <a:cubicBezTo>
                      <a:pt x="43" y="21"/>
                      <a:pt x="20" y="11"/>
                      <a:pt x="0" y="0"/>
                    </a:cubicBezTo>
                    <a:cubicBezTo>
                      <a:pt x="4" y="5"/>
                      <a:pt x="9" y="12"/>
                      <a:pt x="10" y="17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46" name="Freeform 3180">
                <a:extLst>
                  <a:ext uri="{FF2B5EF4-FFF2-40B4-BE49-F238E27FC236}">
                    <a16:creationId xmlns:a16="http://schemas.microsoft.com/office/drawing/2014/main" id="{71BE2AD2-370E-48A7-8251-41169B87D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2843"/>
                <a:ext cx="65" cy="56"/>
              </a:xfrm>
              <a:custGeom>
                <a:avLst/>
                <a:gdLst>
                  <a:gd name="T0" fmla="*/ 0 w 42"/>
                  <a:gd name="T1" fmla="*/ 0 h 34"/>
                  <a:gd name="T2" fmla="*/ 156 w 42"/>
                  <a:gd name="T3" fmla="*/ 26 h 34"/>
                  <a:gd name="T4" fmla="*/ 136 w 42"/>
                  <a:gd name="T5" fmla="*/ 152 h 34"/>
                  <a:gd name="T6" fmla="*/ 29 w 42"/>
                  <a:gd name="T7" fmla="*/ 6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4">
                    <a:moveTo>
                      <a:pt x="0" y="0"/>
                    </a:moveTo>
                    <a:cubicBezTo>
                      <a:pt x="13" y="14"/>
                      <a:pt x="27" y="8"/>
                      <a:pt x="42" y="6"/>
                    </a:cubicBezTo>
                    <a:cubicBezTo>
                      <a:pt x="32" y="11"/>
                      <a:pt x="40" y="26"/>
                      <a:pt x="37" y="34"/>
                    </a:cubicBezTo>
                    <a:cubicBezTo>
                      <a:pt x="30" y="26"/>
                      <a:pt x="21" y="13"/>
                      <a:pt x="8" y="15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47" name="Freeform 3181">
                <a:extLst>
                  <a:ext uri="{FF2B5EF4-FFF2-40B4-BE49-F238E27FC236}">
                    <a16:creationId xmlns:a16="http://schemas.microsoft.com/office/drawing/2014/main" id="{EE0ABF33-029D-47AF-A0FE-32837D81F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2" y="2873"/>
                <a:ext cx="71" cy="84"/>
              </a:xfrm>
              <a:custGeom>
                <a:avLst/>
                <a:gdLst>
                  <a:gd name="T0" fmla="*/ 0 w 46"/>
                  <a:gd name="T1" fmla="*/ 158 h 51"/>
                  <a:gd name="T2" fmla="*/ 140 w 46"/>
                  <a:gd name="T3" fmla="*/ 227 h 51"/>
                  <a:gd name="T4" fmla="*/ 170 w 46"/>
                  <a:gd name="T5" fmla="*/ 0 h 51"/>
                  <a:gd name="T6" fmla="*/ 122 w 46"/>
                  <a:gd name="T7" fmla="*/ 133 h 51"/>
                  <a:gd name="T8" fmla="*/ 14 w 46"/>
                  <a:gd name="T9" fmla="*/ 173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1">
                    <a:moveTo>
                      <a:pt x="0" y="35"/>
                    </a:moveTo>
                    <a:cubicBezTo>
                      <a:pt x="9" y="43"/>
                      <a:pt x="26" y="49"/>
                      <a:pt x="38" y="51"/>
                    </a:cubicBezTo>
                    <a:cubicBezTo>
                      <a:pt x="28" y="38"/>
                      <a:pt x="38" y="11"/>
                      <a:pt x="46" y="0"/>
                    </a:cubicBezTo>
                    <a:cubicBezTo>
                      <a:pt x="29" y="7"/>
                      <a:pt x="38" y="17"/>
                      <a:pt x="33" y="30"/>
                    </a:cubicBezTo>
                    <a:cubicBezTo>
                      <a:pt x="28" y="41"/>
                      <a:pt x="15" y="40"/>
                      <a:pt x="4" y="39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48" name="Freeform 3182">
                <a:extLst>
                  <a:ext uri="{FF2B5EF4-FFF2-40B4-BE49-F238E27FC236}">
                    <a16:creationId xmlns:a16="http://schemas.microsoft.com/office/drawing/2014/main" id="{11CDCCA2-8DA1-47F8-9313-FA13966D5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63"/>
                <a:ext cx="109" cy="127"/>
              </a:xfrm>
              <a:custGeom>
                <a:avLst/>
                <a:gdLst>
                  <a:gd name="T0" fmla="*/ 47 w 70"/>
                  <a:gd name="T1" fmla="*/ 41 h 77"/>
                  <a:gd name="T2" fmla="*/ 117 w 70"/>
                  <a:gd name="T3" fmla="*/ 143 h 77"/>
                  <a:gd name="T4" fmla="*/ 216 w 70"/>
                  <a:gd name="T5" fmla="*/ 198 h 77"/>
                  <a:gd name="T6" fmla="*/ 265 w 70"/>
                  <a:gd name="T7" fmla="*/ 345 h 77"/>
                  <a:gd name="T8" fmla="*/ 117 w 70"/>
                  <a:gd name="T9" fmla="*/ 180 h 77"/>
                  <a:gd name="T10" fmla="*/ 40 w 70"/>
                  <a:gd name="T11" fmla="*/ 76 h 77"/>
                  <a:gd name="T12" fmla="*/ 0 w 70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7">
                    <a:moveTo>
                      <a:pt x="12" y="9"/>
                    </a:moveTo>
                    <a:cubicBezTo>
                      <a:pt x="17" y="20"/>
                      <a:pt x="21" y="25"/>
                      <a:pt x="31" y="32"/>
                    </a:cubicBezTo>
                    <a:cubicBezTo>
                      <a:pt x="37" y="37"/>
                      <a:pt x="53" y="39"/>
                      <a:pt x="57" y="44"/>
                    </a:cubicBezTo>
                    <a:cubicBezTo>
                      <a:pt x="64" y="50"/>
                      <a:pt x="64" y="67"/>
                      <a:pt x="70" y="77"/>
                    </a:cubicBezTo>
                    <a:cubicBezTo>
                      <a:pt x="58" y="72"/>
                      <a:pt x="42" y="51"/>
                      <a:pt x="31" y="40"/>
                    </a:cubicBezTo>
                    <a:cubicBezTo>
                      <a:pt x="24" y="34"/>
                      <a:pt x="16" y="25"/>
                      <a:pt x="11" y="17"/>
                    </a:cubicBezTo>
                    <a:cubicBezTo>
                      <a:pt x="6" y="11"/>
                      <a:pt x="5" y="5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49" name="Freeform 3183">
                <a:extLst>
                  <a:ext uri="{FF2B5EF4-FFF2-40B4-BE49-F238E27FC236}">
                    <a16:creationId xmlns:a16="http://schemas.microsoft.com/office/drawing/2014/main" id="{1C04BC23-5D7D-414F-AFD7-AC14D8979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215"/>
                <a:ext cx="84" cy="92"/>
              </a:xfrm>
              <a:custGeom>
                <a:avLst/>
                <a:gdLst>
                  <a:gd name="T0" fmla="*/ 0 w 54"/>
                  <a:gd name="T1" fmla="*/ 0 h 56"/>
                  <a:gd name="T2" fmla="*/ 79 w 54"/>
                  <a:gd name="T3" fmla="*/ 146 h 56"/>
                  <a:gd name="T4" fmla="*/ 204 w 54"/>
                  <a:gd name="T5" fmla="*/ 248 h 56"/>
                  <a:gd name="T6" fmla="*/ 123 w 54"/>
                  <a:gd name="T7" fmla="*/ 0 h 56"/>
                  <a:gd name="T8" fmla="*/ 34 w 54"/>
                  <a:gd name="T9" fmla="*/ 8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6">
                    <a:moveTo>
                      <a:pt x="0" y="0"/>
                    </a:moveTo>
                    <a:cubicBezTo>
                      <a:pt x="10" y="9"/>
                      <a:pt x="11" y="26"/>
                      <a:pt x="21" y="33"/>
                    </a:cubicBezTo>
                    <a:cubicBezTo>
                      <a:pt x="35" y="28"/>
                      <a:pt x="48" y="46"/>
                      <a:pt x="54" y="56"/>
                    </a:cubicBezTo>
                    <a:cubicBezTo>
                      <a:pt x="50" y="41"/>
                      <a:pt x="22" y="17"/>
                      <a:pt x="33" y="0"/>
                    </a:cubicBezTo>
                    <a:cubicBezTo>
                      <a:pt x="26" y="7"/>
                      <a:pt x="18" y="11"/>
                      <a:pt x="9" y="2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50" name="Freeform 3184">
                <a:extLst>
                  <a:ext uri="{FF2B5EF4-FFF2-40B4-BE49-F238E27FC236}">
                    <a16:creationId xmlns:a16="http://schemas.microsoft.com/office/drawing/2014/main" id="{39F4B67F-569C-45EE-8C84-E79074206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106"/>
                <a:ext cx="51" cy="119"/>
              </a:xfrm>
              <a:custGeom>
                <a:avLst/>
                <a:gdLst>
                  <a:gd name="T0" fmla="*/ 12 w 33"/>
                  <a:gd name="T1" fmla="*/ 35 h 72"/>
                  <a:gd name="T2" fmla="*/ 122 w 33"/>
                  <a:gd name="T3" fmla="*/ 188 h 72"/>
                  <a:gd name="T4" fmla="*/ 88 w 33"/>
                  <a:gd name="T5" fmla="*/ 326 h 72"/>
                  <a:gd name="T6" fmla="*/ 70 w 33"/>
                  <a:gd name="T7" fmla="*/ 217 h 72"/>
                  <a:gd name="T8" fmla="*/ 45 w 33"/>
                  <a:gd name="T9" fmla="*/ 164 h 72"/>
                  <a:gd name="T10" fmla="*/ 5 w 33"/>
                  <a:gd name="T11" fmla="*/ 68 h 72"/>
                  <a:gd name="T12" fmla="*/ 8 w 33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72">
                    <a:moveTo>
                      <a:pt x="3" y="8"/>
                    </a:moveTo>
                    <a:cubicBezTo>
                      <a:pt x="8" y="25"/>
                      <a:pt x="21" y="31"/>
                      <a:pt x="33" y="42"/>
                    </a:cubicBezTo>
                    <a:cubicBezTo>
                      <a:pt x="25" y="50"/>
                      <a:pt x="21" y="61"/>
                      <a:pt x="24" y="72"/>
                    </a:cubicBezTo>
                    <a:cubicBezTo>
                      <a:pt x="19" y="66"/>
                      <a:pt x="22" y="56"/>
                      <a:pt x="19" y="48"/>
                    </a:cubicBezTo>
                    <a:cubicBezTo>
                      <a:pt x="17" y="42"/>
                      <a:pt x="16" y="42"/>
                      <a:pt x="12" y="36"/>
                    </a:cubicBezTo>
                    <a:cubicBezTo>
                      <a:pt x="8" y="30"/>
                      <a:pt x="2" y="24"/>
                      <a:pt x="1" y="15"/>
                    </a:cubicBezTo>
                    <a:cubicBezTo>
                      <a:pt x="0" y="8"/>
                      <a:pt x="7" y="8"/>
                      <a:pt x="2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51" name="Freeform 3185">
                <a:extLst>
                  <a:ext uri="{FF2B5EF4-FFF2-40B4-BE49-F238E27FC236}">
                    <a16:creationId xmlns:a16="http://schemas.microsoft.com/office/drawing/2014/main" id="{DD01178D-033F-44F1-889B-E1FBD4D65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302"/>
                <a:ext cx="53" cy="65"/>
              </a:xfrm>
              <a:custGeom>
                <a:avLst/>
                <a:gdLst>
                  <a:gd name="T0" fmla="*/ 0 w 34"/>
                  <a:gd name="T1" fmla="*/ 0 h 39"/>
                  <a:gd name="T2" fmla="*/ 101 w 34"/>
                  <a:gd name="T3" fmla="*/ 180 h 39"/>
                  <a:gd name="T4" fmla="*/ 122 w 34"/>
                  <a:gd name="T5" fmla="*/ 75 h 39"/>
                  <a:gd name="T6" fmla="*/ 56 w 34"/>
                  <a:gd name="T7" fmla="*/ 22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9">
                    <a:moveTo>
                      <a:pt x="0" y="0"/>
                    </a:moveTo>
                    <a:cubicBezTo>
                      <a:pt x="20" y="8"/>
                      <a:pt x="25" y="18"/>
                      <a:pt x="27" y="39"/>
                    </a:cubicBezTo>
                    <a:cubicBezTo>
                      <a:pt x="26" y="32"/>
                      <a:pt x="34" y="19"/>
                      <a:pt x="32" y="16"/>
                    </a:cubicBezTo>
                    <a:cubicBezTo>
                      <a:pt x="30" y="10"/>
                      <a:pt x="19" y="10"/>
                      <a:pt x="15" y="5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52" name="Freeform 3186">
                <a:extLst>
                  <a:ext uri="{FF2B5EF4-FFF2-40B4-BE49-F238E27FC236}">
                    <a16:creationId xmlns:a16="http://schemas.microsoft.com/office/drawing/2014/main" id="{D0C36BFE-7362-4210-8D52-002487663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421"/>
                <a:ext cx="82" cy="78"/>
              </a:xfrm>
              <a:custGeom>
                <a:avLst/>
                <a:gdLst>
                  <a:gd name="T0" fmla="*/ 22 w 53"/>
                  <a:gd name="T1" fmla="*/ 37 h 47"/>
                  <a:gd name="T2" fmla="*/ 196 w 53"/>
                  <a:gd name="T3" fmla="*/ 214 h 47"/>
                  <a:gd name="T4" fmla="*/ 176 w 53"/>
                  <a:gd name="T5" fmla="*/ 0 h 47"/>
                  <a:gd name="T6" fmla="*/ 0 w 53"/>
                  <a:gd name="T7" fmla="*/ 2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7">
                    <a:moveTo>
                      <a:pt x="6" y="8"/>
                    </a:moveTo>
                    <a:cubicBezTo>
                      <a:pt x="16" y="27"/>
                      <a:pt x="35" y="38"/>
                      <a:pt x="53" y="47"/>
                    </a:cubicBezTo>
                    <a:cubicBezTo>
                      <a:pt x="32" y="33"/>
                      <a:pt x="38" y="19"/>
                      <a:pt x="48" y="0"/>
                    </a:cubicBezTo>
                    <a:cubicBezTo>
                      <a:pt x="28" y="22"/>
                      <a:pt x="22" y="6"/>
                      <a:pt x="0" y="4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53" name="Freeform 3187">
                <a:extLst>
                  <a:ext uri="{FF2B5EF4-FFF2-40B4-BE49-F238E27FC236}">
                    <a16:creationId xmlns:a16="http://schemas.microsoft.com/office/drawing/2014/main" id="{A4687EDB-72B2-4C5F-8CFB-450858920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393"/>
                <a:ext cx="66" cy="43"/>
              </a:xfrm>
              <a:custGeom>
                <a:avLst/>
                <a:gdLst>
                  <a:gd name="T0" fmla="*/ 12 w 43"/>
                  <a:gd name="T1" fmla="*/ 46 h 26"/>
                  <a:gd name="T2" fmla="*/ 144 w 43"/>
                  <a:gd name="T3" fmla="*/ 117 h 26"/>
                  <a:gd name="T4" fmla="*/ 89 w 43"/>
                  <a:gd name="T5" fmla="*/ 13 h 26"/>
                  <a:gd name="T6" fmla="*/ 0 w 43"/>
                  <a:gd name="T7" fmla="*/ 4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6">
                    <a:moveTo>
                      <a:pt x="3" y="10"/>
                    </a:moveTo>
                    <a:cubicBezTo>
                      <a:pt x="23" y="6"/>
                      <a:pt x="25" y="17"/>
                      <a:pt x="40" y="26"/>
                    </a:cubicBezTo>
                    <a:cubicBezTo>
                      <a:pt x="39" y="10"/>
                      <a:pt x="43" y="6"/>
                      <a:pt x="25" y="3"/>
                    </a:cubicBezTo>
                    <a:cubicBezTo>
                      <a:pt x="14" y="1"/>
                      <a:pt x="8" y="0"/>
                      <a:pt x="0" y="9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54" name="Freeform 3188">
                <a:extLst>
                  <a:ext uri="{FF2B5EF4-FFF2-40B4-BE49-F238E27FC236}">
                    <a16:creationId xmlns:a16="http://schemas.microsoft.com/office/drawing/2014/main" id="{A4710365-FEF8-490C-BC2F-9664E5F3A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378"/>
                <a:ext cx="33" cy="35"/>
              </a:xfrm>
              <a:custGeom>
                <a:avLst/>
                <a:gdLst>
                  <a:gd name="T0" fmla="*/ 31 w 21"/>
                  <a:gd name="T1" fmla="*/ 97 h 21"/>
                  <a:gd name="T2" fmla="*/ 82 w 21"/>
                  <a:gd name="T3" fmla="*/ 0 h 21"/>
                  <a:gd name="T4" fmla="*/ 0 w 21"/>
                  <a:gd name="T5" fmla="*/ 6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8" y="21"/>
                    </a:moveTo>
                    <a:cubicBezTo>
                      <a:pt x="8" y="12"/>
                      <a:pt x="15" y="1"/>
                      <a:pt x="21" y="0"/>
                    </a:cubicBezTo>
                    <a:cubicBezTo>
                      <a:pt x="13" y="1"/>
                      <a:pt x="1" y="5"/>
                      <a:pt x="0" y="14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55" name="Freeform 3189">
                <a:extLst>
                  <a:ext uri="{FF2B5EF4-FFF2-40B4-BE49-F238E27FC236}">
                    <a16:creationId xmlns:a16="http://schemas.microsoft.com/office/drawing/2014/main" id="{1A6D1AAF-3ED2-4D82-80D9-52EB0A21B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505"/>
                <a:ext cx="91" cy="56"/>
              </a:xfrm>
              <a:custGeom>
                <a:avLst/>
                <a:gdLst>
                  <a:gd name="T0" fmla="*/ 14 w 59"/>
                  <a:gd name="T1" fmla="*/ 21 h 34"/>
                  <a:gd name="T2" fmla="*/ 216 w 59"/>
                  <a:gd name="T3" fmla="*/ 104 h 34"/>
                  <a:gd name="T4" fmla="*/ 69 w 59"/>
                  <a:gd name="T5" fmla="*/ 152 h 34"/>
                  <a:gd name="T6" fmla="*/ 0 w 59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34">
                    <a:moveTo>
                      <a:pt x="4" y="5"/>
                    </a:moveTo>
                    <a:cubicBezTo>
                      <a:pt x="22" y="15"/>
                      <a:pt x="41" y="17"/>
                      <a:pt x="59" y="23"/>
                    </a:cubicBezTo>
                    <a:cubicBezTo>
                      <a:pt x="43" y="25"/>
                      <a:pt x="33" y="25"/>
                      <a:pt x="19" y="34"/>
                    </a:cubicBezTo>
                    <a:cubicBezTo>
                      <a:pt x="25" y="21"/>
                      <a:pt x="7" y="10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56" name="Freeform 3190">
                <a:extLst>
                  <a:ext uri="{FF2B5EF4-FFF2-40B4-BE49-F238E27FC236}">
                    <a16:creationId xmlns:a16="http://schemas.microsoft.com/office/drawing/2014/main" id="{587DBE02-4EE3-45CF-9423-456E0214F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41"/>
                <a:ext cx="139" cy="107"/>
              </a:xfrm>
              <a:custGeom>
                <a:avLst/>
                <a:gdLst>
                  <a:gd name="T0" fmla="*/ 0 w 90"/>
                  <a:gd name="T1" fmla="*/ 5 h 65"/>
                  <a:gd name="T2" fmla="*/ 332 w 90"/>
                  <a:gd name="T3" fmla="*/ 285 h 65"/>
                  <a:gd name="T4" fmla="*/ 218 w 90"/>
                  <a:gd name="T5" fmla="*/ 160 h 65"/>
                  <a:gd name="T6" fmla="*/ 148 w 90"/>
                  <a:gd name="T7" fmla="*/ 76 h 65"/>
                  <a:gd name="T8" fmla="*/ 14 w 90"/>
                  <a:gd name="T9" fmla="*/ 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65">
                    <a:moveTo>
                      <a:pt x="0" y="1"/>
                    </a:moveTo>
                    <a:cubicBezTo>
                      <a:pt x="29" y="22"/>
                      <a:pt x="55" y="57"/>
                      <a:pt x="90" y="64"/>
                    </a:cubicBezTo>
                    <a:cubicBezTo>
                      <a:pt x="77" y="65"/>
                      <a:pt x="67" y="44"/>
                      <a:pt x="59" y="36"/>
                    </a:cubicBezTo>
                    <a:cubicBezTo>
                      <a:pt x="54" y="30"/>
                      <a:pt x="48" y="22"/>
                      <a:pt x="40" y="17"/>
                    </a:cubicBezTo>
                    <a:cubicBezTo>
                      <a:pt x="28" y="11"/>
                      <a:pt x="15" y="10"/>
                      <a:pt x="4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57" name="Freeform 3191">
                <a:extLst>
                  <a:ext uri="{FF2B5EF4-FFF2-40B4-BE49-F238E27FC236}">
                    <a16:creationId xmlns:a16="http://schemas.microsoft.com/office/drawing/2014/main" id="{BE49D3AD-83F5-4E1F-9F4C-AA548C648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307"/>
                <a:ext cx="169" cy="136"/>
              </a:xfrm>
              <a:custGeom>
                <a:avLst/>
                <a:gdLst>
                  <a:gd name="T0" fmla="*/ 228 w 109"/>
                  <a:gd name="T1" fmla="*/ 172 h 82"/>
                  <a:gd name="T2" fmla="*/ 406 w 109"/>
                  <a:gd name="T3" fmla="*/ 375 h 82"/>
                  <a:gd name="T4" fmla="*/ 344 w 109"/>
                  <a:gd name="T5" fmla="*/ 355 h 82"/>
                  <a:gd name="T6" fmla="*/ 122 w 109"/>
                  <a:gd name="T7" fmla="*/ 192 h 82"/>
                  <a:gd name="T8" fmla="*/ 88 w 109"/>
                  <a:gd name="T9" fmla="*/ 109 h 82"/>
                  <a:gd name="T10" fmla="*/ 34 w 109"/>
                  <a:gd name="T11" fmla="*/ 55 h 82"/>
                  <a:gd name="T12" fmla="*/ 0 w 109"/>
                  <a:gd name="T13" fmla="*/ 0 h 82"/>
                  <a:gd name="T14" fmla="*/ 237 w 109"/>
                  <a:gd name="T15" fmla="*/ 181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82">
                    <a:moveTo>
                      <a:pt x="61" y="38"/>
                    </a:moveTo>
                    <a:cubicBezTo>
                      <a:pt x="75" y="40"/>
                      <a:pt x="103" y="71"/>
                      <a:pt x="109" y="82"/>
                    </a:cubicBezTo>
                    <a:cubicBezTo>
                      <a:pt x="104" y="81"/>
                      <a:pt x="98" y="79"/>
                      <a:pt x="92" y="78"/>
                    </a:cubicBezTo>
                    <a:cubicBezTo>
                      <a:pt x="86" y="52"/>
                      <a:pt x="59" y="34"/>
                      <a:pt x="33" y="42"/>
                    </a:cubicBezTo>
                    <a:cubicBezTo>
                      <a:pt x="36" y="34"/>
                      <a:pt x="30" y="29"/>
                      <a:pt x="24" y="24"/>
                    </a:cubicBezTo>
                    <a:cubicBezTo>
                      <a:pt x="19" y="19"/>
                      <a:pt x="13" y="17"/>
                      <a:pt x="9" y="12"/>
                    </a:cubicBezTo>
                    <a:cubicBezTo>
                      <a:pt x="5" y="8"/>
                      <a:pt x="7" y="3"/>
                      <a:pt x="0" y="0"/>
                    </a:cubicBezTo>
                    <a:cubicBezTo>
                      <a:pt x="18" y="18"/>
                      <a:pt x="44" y="26"/>
                      <a:pt x="64" y="4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58" name="Freeform 3192">
                <a:extLst>
                  <a:ext uri="{FF2B5EF4-FFF2-40B4-BE49-F238E27FC236}">
                    <a16:creationId xmlns:a16="http://schemas.microsoft.com/office/drawing/2014/main" id="{147FF828-5DEA-4EA7-AB70-C0BDB16E6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223"/>
                <a:ext cx="82" cy="76"/>
              </a:xfrm>
              <a:custGeom>
                <a:avLst/>
                <a:gdLst>
                  <a:gd name="T0" fmla="*/ 0 w 53"/>
                  <a:gd name="T1" fmla="*/ 0 h 46"/>
                  <a:gd name="T2" fmla="*/ 70 w 53"/>
                  <a:gd name="T3" fmla="*/ 71 h 46"/>
                  <a:gd name="T4" fmla="*/ 96 w 53"/>
                  <a:gd name="T5" fmla="*/ 104 h 46"/>
                  <a:gd name="T6" fmla="*/ 110 w 53"/>
                  <a:gd name="T7" fmla="*/ 159 h 46"/>
                  <a:gd name="T8" fmla="*/ 196 w 53"/>
                  <a:gd name="T9" fmla="*/ 208 h 46"/>
                  <a:gd name="T10" fmla="*/ 161 w 53"/>
                  <a:gd name="T11" fmla="*/ 112 h 46"/>
                  <a:gd name="T12" fmla="*/ 60 w 53"/>
                  <a:gd name="T13" fmla="*/ 21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46">
                    <a:moveTo>
                      <a:pt x="0" y="0"/>
                    </a:moveTo>
                    <a:cubicBezTo>
                      <a:pt x="7" y="5"/>
                      <a:pt x="14" y="10"/>
                      <a:pt x="19" y="16"/>
                    </a:cubicBezTo>
                    <a:cubicBezTo>
                      <a:pt x="22" y="19"/>
                      <a:pt x="24" y="19"/>
                      <a:pt x="26" y="23"/>
                    </a:cubicBezTo>
                    <a:cubicBezTo>
                      <a:pt x="28" y="26"/>
                      <a:pt x="26" y="32"/>
                      <a:pt x="30" y="35"/>
                    </a:cubicBezTo>
                    <a:cubicBezTo>
                      <a:pt x="35" y="40"/>
                      <a:pt x="45" y="40"/>
                      <a:pt x="53" y="46"/>
                    </a:cubicBezTo>
                    <a:cubicBezTo>
                      <a:pt x="45" y="41"/>
                      <a:pt x="47" y="32"/>
                      <a:pt x="43" y="25"/>
                    </a:cubicBezTo>
                    <a:cubicBezTo>
                      <a:pt x="38" y="17"/>
                      <a:pt x="25" y="8"/>
                      <a:pt x="16" y="5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59" name="Freeform 3193">
                <a:extLst>
                  <a:ext uri="{FF2B5EF4-FFF2-40B4-BE49-F238E27FC236}">
                    <a16:creationId xmlns:a16="http://schemas.microsoft.com/office/drawing/2014/main" id="{518D8530-5519-400B-B6CA-63CE6651B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480"/>
                <a:ext cx="222" cy="210"/>
              </a:xfrm>
              <a:custGeom>
                <a:avLst/>
                <a:gdLst>
                  <a:gd name="T0" fmla="*/ 60 w 144"/>
                  <a:gd name="T1" fmla="*/ 55 h 127"/>
                  <a:gd name="T2" fmla="*/ 202 w 144"/>
                  <a:gd name="T3" fmla="*/ 164 h 127"/>
                  <a:gd name="T4" fmla="*/ 311 w 144"/>
                  <a:gd name="T5" fmla="*/ 304 h 127"/>
                  <a:gd name="T6" fmla="*/ 444 w 144"/>
                  <a:gd name="T7" fmla="*/ 394 h 127"/>
                  <a:gd name="T8" fmla="*/ 527 w 144"/>
                  <a:gd name="T9" fmla="*/ 574 h 127"/>
                  <a:gd name="T10" fmla="*/ 372 w 144"/>
                  <a:gd name="T11" fmla="*/ 399 h 127"/>
                  <a:gd name="T12" fmla="*/ 210 w 144"/>
                  <a:gd name="T13" fmla="*/ 235 h 127"/>
                  <a:gd name="T14" fmla="*/ 0 w 144"/>
                  <a:gd name="T15" fmla="*/ 0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4" h="127">
                    <a:moveTo>
                      <a:pt x="16" y="12"/>
                    </a:moveTo>
                    <a:cubicBezTo>
                      <a:pt x="29" y="22"/>
                      <a:pt x="44" y="23"/>
                      <a:pt x="55" y="36"/>
                    </a:cubicBezTo>
                    <a:cubicBezTo>
                      <a:pt x="65" y="48"/>
                      <a:pt x="74" y="58"/>
                      <a:pt x="85" y="67"/>
                    </a:cubicBezTo>
                    <a:cubicBezTo>
                      <a:pt x="96" y="75"/>
                      <a:pt x="112" y="78"/>
                      <a:pt x="121" y="87"/>
                    </a:cubicBezTo>
                    <a:cubicBezTo>
                      <a:pt x="132" y="96"/>
                      <a:pt x="129" y="115"/>
                      <a:pt x="144" y="127"/>
                    </a:cubicBezTo>
                    <a:cubicBezTo>
                      <a:pt x="128" y="115"/>
                      <a:pt x="116" y="99"/>
                      <a:pt x="101" y="88"/>
                    </a:cubicBezTo>
                    <a:cubicBezTo>
                      <a:pt x="86" y="77"/>
                      <a:pt x="69" y="67"/>
                      <a:pt x="57" y="52"/>
                    </a:cubicBezTo>
                    <a:cubicBezTo>
                      <a:pt x="41" y="31"/>
                      <a:pt x="13" y="20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60" name="Freeform 3194">
                <a:extLst>
                  <a:ext uri="{FF2B5EF4-FFF2-40B4-BE49-F238E27FC236}">
                    <a16:creationId xmlns:a16="http://schemas.microsoft.com/office/drawing/2014/main" id="{79789632-F100-4A95-95A5-092F350A1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2" y="2737"/>
                <a:ext cx="196" cy="124"/>
              </a:xfrm>
              <a:custGeom>
                <a:avLst/>
                <a:gdLst>
                  <a:gd name="T0" fmla="*/ 14 w 127"/>
                  <a:gd name="T1" fmla="*/ 20 h 75"/>
                  <a:gd name="T2" fmla="*/ 150 w 127"/>
                  <a:gd name="T3" fmla="*/ 46 h 75"/>
                  <a:gd name="T4" fmla="*/ 276 w 127"/>
                  <a:gd name="T5" fmla="*/ 112 h 75"/>
                  <a:gd name="T6" fmla="*/ 338 w 127"/>
                  <a:gd name="T7" fmla="*/ 202 h 75"/>
                  <a:gd name="T8" fmla="*/ 466 w 127"/>
                  <a:gd name="T9" fmla="*/ 339 h 75"/>
                  <a:gd name="T10" fmla="*/ 293 w 127"/>
                  <a:gd name="T11" fmla="*/ 230 h 75"/>
                  <a:gd name="T12" fmla="*/ 196 w 127"/>
                  <a:gd name="T13" fmla="*/ 185 h 75"/>
                  <a:gd name="T14" fmla="*/ 136 w 127"/>
                  <a:gd name="T15" fmla="*/ 126 h 75"/>
                  <a:gd name="T16" fmla="*/ 66 w 127"/>
                  <a:gd name="T17" fmla="*/ 84 h 75"/>
                  <a:gd name="T18" fmla="*/ 0 w 127"/>
                  <a:gd name="T19" fmla="*/ 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7" h="75">
                    <a:moveTo>
                      <a:pt x="4" y="4"/>
                    </a:moveTo>
                    <a:cubicBezTo>
                      <a:pt x="13" y="11"/>
                      <a:pt x="30" y="6"/>
                      <a:pt x="41" y="10"/>
                    </a:cubicBezTo>
                    <a:cubicBezTo>
                      <a:pt x="51" y="14"/>
                      <a:pt x="65" y="19"/>
                      <a:pt x="75" y="25"/>
                    </a:cubicBezTo>
                    <a:cubicBezTo>
                      <a:pt x="83" y="30"/>
                      <a:pt x="86" y="37"/>
                      <a:pt x="92" y="45"/>
                    </a:cubicBezTo>
                    <a:cubicBezTo>
                      <a:pt x="101" y="58"/>
                      <a:pt x="114" y="65"/>
                      <a:pt x="127" y="75"/>
                    </a:cubicBezTo>
                    <a:cubicBezTo>
                      <a:pt x="112" y="67"/>
                      <a:pt x="95" y="59"/>
                      <a:pt x="80" y="51"/>
                    </a:cubicBezTo>
                    <a:cubicBezTo>
                      <a:pt x="72" y="47"/>
                      <a:pt x="60" y="46"/>
                      <a:pt x="53" y="41"/>
                    </a:cubicBezTo>
                    <a:cubicBezTo>
                      <a:pt x="48" y="37"/>
                      <a:pt x="44" y="32"/>
                      <a:pt x="37" y="28"/>
                    </a:cubicBezTo>
                    <a:cubicBezTo>
                      <a:pt x="31" y="25"/>
                      <a:pt x="23" y="23"/>
                      <a:pt x="18" y="19"/>
                    </a:cubicBezTo>
                    <a:cubicBezTo>
                      <a:pt x="11" y="13"/>
                      <a:pt x="8" y="4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61" name="Freeform 3195">
                <a:extLst>
                  <a:ext uri="{FF2B5EF4-FFF2-40B4-BE49-F238E27FC236}">
                    <a16:creationId xmlns:a16="http://schemas.microsoft.com/office/drawing/2014/main" id="{5C973AB2-E337-441A-8A26-824DA3F96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882"/>
                <a:ext cx="156" cy="224"/>
              </a:xfrm>
              <a:custGeom>
                <a:avLst/>
                <a:gdLst>
                  <a:gd name="T0" fmla="*/ 14 w 101"/>
                  <a:gd name="T1" fmla="*/ 0 h 136"/>
                  <a:gd name="T2" fmla="*/ 198 w 101"/>
                  <a:gd name="T3" fmla="*/ 352 h 136"/>
                  <a:gd name="T4" fmla="*/ 327 w 101"/>
                  <a:gd name="T5" fmla="*/ 456 h 136"/>
                  <a:gd name="T6" fmla="*/ 372 w 101"/>
                  <a:gd name="T7" fmla="*/ 608 h 136"/>
                  <a:gd name="T8" fmla="*/ 312 w 101"/>
                  <a:gd name="T9" fmla="*/ 512 h 136"/>
                  <a:gd name="T10" fmla="*/ 250 w 101"/>
                  <a:gd name="T11" fmla="*/ 469 h 136"/>
                  <a:gd name="T12" fmla="*/ 196 w 101"/>
                  <a:gd name="T13" fmla="*/ 389 h 136"/>
                  <a:gd name="T14" fmla="*/ 127 w 101"/>
                  <a:gd name="T15" fmla="*/ 357 h 136"/>
                  <a:gd name="T16" fmla="*/ 45 w 101"/>
                  <a:gd name="T17" fmla="*/ 193 h 136"/>
                  <a:gd name="T18" fmla="*/ 5 w 101"/>
                  <a:gd name="T19" fmla="*/ 13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136">
                    <a:moveTo>
                      <a:pt x="4" y="0"/>
                    </a:moveTo>
                    <a:cubicBezTo>
                      <a:pt x="17" y="29"/>
                      <a:pt x="28" y="59"/>
                      <a:pt x="54" y="79"/>
                    </a:cubicBezTo>
                    <a:cubicBezTo>
                      <a:pt x="64" y="87"/>
                      <a:pt x="80" y="93"/>
                      <a:pt x="89" y="102"/>
                    </a:cubicBezTo>
                    <a:cubicBezTo>
                      <a:pt x="99" y="111"/>
                      <a:pt x="96" y="123"/>
                      <a:pt x="101" y="136"/>
                    </a:cubicBezTo>
                    <a:cubicBezTo>
                      <a:pt x="95" y="130"/>
                      <a:pt x="92" y="121"/>
                      <a:pt x="85" y="115"/>
                    </a:cubicBezTo>
                    <a:cubicBezTo>
                      <a:pt x="80" y="111"/>
                      <a:pt x="73" y="109"/>
                      <a:pt x="68" y="105"/>
                    </a:cubicBezTo>
                    <a:cubicBezTo>
                      <a:pt x="62" y="100"/>
                      <a:pt x="59" y="91"/>
                      <a:pt x="53" y="87"/>
                    </a:cubicBezTo>
                    <a:cubicBezTo>
                      <a:pt x="48" y="83"/>
                      <a:pt x="40" y="83"/>
                      <a:pt x="34" y="80"/>
                    </a:cubicBezTo>
                    <a:cubicBezTo>
                      <a:pt x="15" y="71"/>
                      <a:pt x="17" y="62"/>
                      <a:pt x="12" y="43"/>
                    </a:cubicBezTo>
                    <a:cubicBezTo>
                      <a:pt x="8" y="30"/>
                      <a:pt x="0" y="17"/>
                      <a:pt x="1" y="3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62" name="Freeform 3196">
                <a:extLst>
                  <a:ext uri="{FF2B5EF4-FFF2-40B4-BE49-F238E27FC236}">
                    <a16:creationId xmlns:a16="http://schemas.microsoft.com/office/drawing/2014/main" id="{CE299784-5242-43C3-9CE6-0CF8A02F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052"/>
                <a:ext cx="36" cy="74"/>
              </a:xfrm>
              <a:custGeom>
                <a:avLst/>
                <a:gdLst>
                  <a:gd name="T0" fmla="*/ 88 w 23"/>
                  <a:gd name="T1" fmla="*/ 58 h 45"/>
                  <a:gd name="T2" fmla="*/ 61 w 23"/>
                  <a:gd name="T3" fmla="*/ 201 h 45"/>
                  <a:gd name="T4" fmla="*/ 0 w 23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5">
                    <a:moveTo>
                      <a:pt x="23" y="13"/>
                    </a:moveTo>
                    <a:cubicBezTo>
                      <a:pt x="12" y="18"/>
                      <a:pt x="16" y="35"/>
                      <a:pt x="16" y="45"/>
                    </a:cubicBezTo>
                    <a:cubicBezTo>
                      <a:pt x="13" y="31"/>
                      <a:pt x="7" y="13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63" name="Freeform 3197">
                <a:extLst>
                  <a:ext uri="{FF2B5EF4-FFF2-40B4-BE49-F238E27FC236}">
                    <a16:creationId xmlns:a16="http://schemas.microsoft.com/office/drawing/2014/main" id="{10E1F0CE-FBC9-4FFE-979C-E83F066E4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204"/>
                <a:ext cx="85" cy="39"/>
              </a:xfrm>
              <a:custGeom>
                <a:avLst/>
                <a:gdLst>
                  <a:gd name="T0" fmla="*/ 66 w 55"/>
                  <a:gd name="T1" fmla="*/ 75 h 24"/>
                  <a:gd name="T2" fmla="*/ 202 w 55"/>
                  <a:gd name="T3" fmla="*/ 102 h 24"/>
                  <a:gd name="T4" fmla="*/ 110 w 55"/>
                  <a:gd name="T5" fmla="*/ 13 h 24"/>
                  <a:gd name="T6" fmla="*/ 0 w 55"/>
                  <a:gd name="T7" fmla="*/ 4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4">
                    <a:moveTo>
                      <a:pt x="18" y="17"/>
                    </a:moveTo>
                    <a:cubicBezTo>
                      <a:pt x="25" y="8"/>
                      <a:pt x="47" y="18"/>
                      <a:pt x="55" y="24"/>
                    </a:cubicBezTo>
                    <a:cubicBezTo>
                      <a:pt x="44" y="18"/>
                      <a:pt x="42" y="5"/>
                      <a:pt x="30" y="3"/>
                    </a:cubicBezTo>
                    <a:cubicBezTo>
                      <a:pt x="18" y="0"/>
                      <a:pt x="12" y="10"/>
                      <a:pt x="0" y="11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64" name="Freeform 3198">
                <a:extLst>
                  <a:ext uri="{FF2B5EF4-FFF2-40B4-BE49-F238E27FC236}">
                    <a16:creationId xmlns:a16="http://schemas.microsoft.com/office/drawing/2014/main" id="{52D3D51B-B824-4999-8980-41B6A93B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172"/>
                <a:ext cx="37" cy="78"/>
              </a:xfrm>
              <a:custGeom>
                <a:avLst/>
                <a:gdLst>
                  <a:gd name="T0" fmla="*/ 8 w 24"/>
                  <a:gd name="T1" fmla="*/ 0 h 47"/>
                  <a:gd name="T2" fmla="*/ 88 w 24"/>
                  <a:gd name="T3" fmla="*/ 68 h 47"/>
                  <a:gd name="T4" fmla="*/ 62 w 24"/>
                  <a:gd name="T5" fmla="*/ 214 h 47"/>
                  <a:gd name="T6" fmla="*/ 29 w 24"/>
                  <a:gd name="T7" fmla="*/ 88 h 47"/>
                  <a:gd name="T8" fmla="*/ 0 w 24"/>
                  <a:gd name="T9" fmla="*/ 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7">
                    <a:moveTo>
                      <a:pt x="2" y="0"/>
                    </a:moveTo>
                    <a:cubicBezTo>
                      <a:pt x="7" y="9"/>
                      <a:pt x="17" y="9"/>
                      <a:pt x="24" y="15"/>
                    </a:cubicBezTo>
                    <a:cubicBezTo>
                      <a:pt x="16" y="24"/>
                      <a:pt x="17" y="35"/>
                      <a:pt x="17" y="47"/>
                    </a:cubicBezTo>
                    <a:cubicBezTo>
                      <a:pt x="14" y="37"/>
                      <a:pt x="12" y="28"/>
                      <a:pt x="8" y="19"/>
                    </a:cubicBezTo>
                    <a:cubicBezTo>
                      <a:pt x="5" y="13"/>
                      <a:pt x="1" y="9"/>
                      <a:pt x="0" y="2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65" name="Freeform 3199">
                <a:extLst>
                  <a:ext uri="{FF2B5EF4-FFF2-40B4-BE49-F238E27FC236}">
                    <a16:creationId xmlns:a16="http://schemas.microsoft.com/office/drawing/2014/main" id="{517A3ED4-49D9-4FA2-ACA6-13E6769BA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008"/>
                <a:ext cx="26" cy="69"/>
              </a:xfrm>
              <a:custGeom>
                <a:avLst/>
                <a:gdLst>
                  <a:gd name="T0" fmla="*/ 0 w 17"/>
                  <a:gd name="T1" fmla="*/ 0 h 42"/>
                  <a:gd name="T2" fmla="*/ 61 w 17"/>
                  <a:gd name="T3" fmla="*/ 151 h 42"/>
                  <a:gd name="T4" fmla="*/ 8 w 17"/>
                  <a:gd name="T5" fmla="*/ 186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2">
                    <a:moveTo>
                      <a:pt x="0" y="0"/>
                    </a:moveTo>
                    <a:cubicBezTo>
                      <a:pt x="6" y="11"/>
                      <a:pt x="11" y="23"/>
                      <a:pt x="17" y="34"/>
                    </a:cubicBezTo>
                    <a:cubicBezTo>
                      <a:pt x="10" y="32"/>
                      <a:pt x="5" y="35"/>
                      <a:pt x="2" y="42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66" name="Freeform 3200">
                <a:extLst>
                  <a:ext uri="{FF2B5EF4-FFF2-40B4-BE49-F238E27FC236}">
                    <a16:creationId xmlns:a16="http://schemas.microsoft.com/office/drawing/2014/main" id="{D4F09685-351D-4C13-9A7C-C29C471F7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630"/>
                <a:ext cx="192" cy="107"/>
              </a:xfrm>
              <a:custGeom>
                <a:avLst/>
                <a:gdLst>
                  <a:gd name="T0" fmla="*/ 5 w 124"/>
                  <a:gd name="T1" fmla="*/ 5 h 65"/>
                  <a:gd name="T2" fmla="*/ 184 w 124"/>
                  <a:gd name="T3" fmla="*/ 49 h 65"/>
                  <a:gd name="T4" fmla="*/ 341 w 124"/>
                  <a:gd name="T5" fmla="*/ 179 h 65"/>
                  <a:gd name="T6" fmla="*/ 460 w 124"/>
                  <a:gd name="T7" fmla="*/ 290 h 65"/>
                  <a:gd name="T8" fmla="*/ 290 w 124"/>
                  <a:gd name="T9" fmla="*/ 214 h 65"/>
                  <a:gd name="T10" fmla="*/ 183 w 124"/>
                  <a:gd name="T11" fmla="*/ 143 h 65"/>
                  <a:gd name="T12" fmla="*/ 163 w 124"/>
                  <a:gd name="T13" fmla="*/ 156 h 65"/>
                  <a:gd name="T14" fmla="*/ 0 w 124"/>
                  <a:gd name="T15" fmla="*/ 0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65">
                    <a:moveTo>
                      <a:pt x="1" y="1"/>
                    </a:moveTo>
                    <a:cubicBezTo>
                      <a:pt x="16" y="8"/>
                      <a:pt x="33" y="15"/>
                      <a:pt x="50" y="11"/>
                    </a:cubicBezTo>
                    <a:cubicBezTo>
                      <a:pt x="44" y="30"/>
                      <a:pt x="81" y="36"/>
                      <a:pt x="92" y="40"/>
                    </a:cubicBezTo>
                    <a:cubicBezTo>
                      <a:pt x="104" y="43"/>
                      <a:pt x="114" y="57"/>
                      <a:pt x="124" y="65"/>
                    </a:cubicBezTo>
                    <a:cubicBezTo>
                      <a:pt x="111" y="62"/>
                      <a:pt x="91" y="55"/>
                      <a:pt x="78" y="48"/>
                    </a:cubicBezTo>
                    <a:cubicBezTo>
                      <a:pt x="70" y="43"/>
                      <a:pt x="56" y="37"/>
                      <a:pt x="49" y="32"/>
                    </a:cubicBezTo>
                    <a:cubicBezTo>
                      <a:pt x="48" y="33"/>
                      <a:pt x="45" y="33"/>
                      <a:pt x="44" y="35"/>
                    </a:cubicBezTo>
                    <a:cubicBezTo>
                      <a:pt x="32" y="21"/>
                      <a:pt x="15" y="10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67" name="Freeform 3201">
                <a:extLst>
                  <a:ext uri="{FF2B5EF4-FFF2-40B4-BE49-F238E27FC236}">
                    <a16:creationId xmlns:a16="http://schemas.microsoft.com/office/drawing/2014/main" id="{2AB240D6-1379-45C5-9600-D075789E4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733"/>
                <a:ext cx="174" cy="79"/>
              </a:xfrm>
              <a:custGeom>
                <a:avLst/>
                <a:gdLst>
                  <a:gd name="T0" fmla="*/ 149 w 113"/>
                  <a:gd name="T1" fmla="*/ 13 h 48"/>
                  <a:gd name="T2" fmla="*/ 0 w 113"/>
                  <a:gd name="T3" fmla="*/ 0 h 48"/>
                  <a:gd name="T4" fmla="*/ 100 w 113"/>
                  <a:gd name="T5" fmla="*/ 58 h 48"/>
                  <a:gd name="T6" fmla="*/ 225 w 113"/>
                  <a:gd name="T7" fmla="*/ 97 h 48"/>
                  <a:gd name="T8" fmla="*/ 325 w 113"/>
                  <a:gd name="T9" fmla="*/ 188 h 48"/>
                  <a:gd name="T10" fmla="*/ 413 w 113"/>
                  <a:gd name="T11" fmla="*/ 206 h 48"/>
                  <a:gd name="T12" fmla="*/ 211 w 113"/>
                  <a:gd name="T13" fmla="*/ 13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48">
                    <a:moveTo>
                      <a:pt x="41" y="3"/>
                    </a:moveTo>
                    <a:cubicBezTo>
                      <a:pt x="27" y="2"/>
                      <a:pt x="13" y="2"/>
                      <a:pt x="0" y="0"/>
                    </a:cubicBezTo>
                    <a:cubicBezTo>
                      <a:pt x="10" y="2"/>
                      <a:pt x="16" y="10"/>
                      <a:pt x="27" y="13"/>
                    </a:cubicBezTo>
                    <a:cubicBezTo>
                      <a:pt x="39" y="15"/>
                      <a:pt x="52" y="15"/>
                      <a:pt x="62" y="22"/>
                    </a:cubicBezTo>
                    <a:cubicBezTo>
                      <a:pt x="71" y="27"/>
                      <a:pt x="80" y="37"/>
                      <a:pt x="89" y="42"/>
                    </a:cubicBezTo>
                    <a:cubicBezTo>
                      <a:pt x="97" y="45"/>
                      <a:pt x="105" y="44"/>
                      <a:pt x="113" y="46"/>
                    </a:cubicBezTo>
                    <a:cubicBezTo>
                      <a:pt x="89" y="48"/>
                      <a:pt x="72" y="21"/>
                      <a:pt x="58" y="3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68" name="Freeform 3202">
                <a:extLst>
                  <a:ext uri="{FF2B5EF4-FFF2-40B4-BE49-F238E27FC236}">
                    <a16:creationId xmlns:a16="http://schemas.microsoft.com/office/drawing/2014/main" id="{0004A0DC-0FB3-4D51-A233-7878F49C0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614"/>
                <a:ext cx="141" cy="59"/>
              </a:xfrm>
              <a:custGeom>
                <a:avLst/>
                <a:gdLst>
                  <a:gd name="T0" fmla="*/ 26 w 91"/>
                  <a:gd name="T1" fmla="*/ 18 h 36"/>
                  <a:gd name="T2" fmla="*/ 183 w 91"/>
                  <a:gd name="T3" fmla="*/ 80 h 36"/>
                  <a:gd name="T4" fmla="*/ 135 w 91"/>
                  <a:gd name="T5" fmla="*/ 0 h 36"/>
                  <a:gd name="T6" fmla="*/ 211 w 91"/>
                  <a:gd name="T7" fmla="*/ 151 h 36"/>
                  <a:gd name="T8" fmla="*/ 0 w 91"/>
                  <a:gd name="T9" fmla="*/ 1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36">
                    <a:moveTo>
                      <a:pt x="7" y="4"/>
                    </a:moveTo>
                    <a:cubicBezTo>
                      <a:pt x="20" y="10"/>
                      <a:pt x="34" y="19"/>
                      <a:pt x="49" y="18"/>
                    </a:cubicBezTo>
                    <a:cubicBezTo>
                      <a:pt x="49" y="10"/>
                      <a:pt x="41" y="5"/>
                      <a:pt x="36" y="0"/>
                    </a:cubicBezTo>
                    <a:cubicBezTo>
                      <a:pt x="43" y="6"/>
                      <a:pt x="91" y="31"/>
                      <a:pt x="57" y="34"/>
                    </a:cubicBezTo>
                    <a:cubicBezTo>
                      <a:pt x="34" y="36"/>
                      <a:pt x="20" y="10"/>
                      <a:pt x="0" y="4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69" name="Freeform 3203">
                <a:extLst>
                  <a:ext uri="{FF2B5EF4-FFF2-40B4-BE49-F238E27FC236}">
                    <a16:creationId xmlns:a16="http://schemas.microsoft.com/office/drawing/2014/main" id="{D6B68F30-54E4-44AD-B4E0-BACF694F2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2574"/>
                <a:ext cx="78" cy="70"/>
              </a:xfrm>
              <a:custGeom>
                <a:avLst/>
                <a:gdLst>
                  <a:gd name="T0" fmla="*/ 0 w 50"/>
                  <a:gd name="T1" fmla="*/ 0 h 42"/>
                  <a:gd name="T2" fmla="*/ 12 w 50"/>
                  <a:gd name="T3" fmla="*/ 145 h 42"/>
                  <a:gd name="T4" fmla="*/ 190 w 50"/>
                  <a:gd name="T5" fmla="*/ 195 h 42"/>
                  <a:gd name="T6" fmla="*/ 48 w 50"/>
                  <a:gd name="T7" fmla="*/ 7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2">
                    <a:moveTo>
                      <a:pt x="0" y="0"/>
                    </a:moveTo>
                    <a:cubicBezTo>
                      <a:pt x="4" y="11"/>
                      <a:pt x="8" y="20"/>
                      <a:pt x="3" y="31"/>
                    </a:cubicBezTo>
                    <a:cubicBezTo>
                      <a:pt x="13" y="20"/>
                      <a:pt x="39" y="36"/>
                      <a:pt x="50" y="42"/>
                    </a:cubicBezTo>
                    <a:cubicBezTo>
                      <a:pt x="37" y="34"/>
                      <a:pt x="30" y="20"/>
                      <a:pt x="13" y="16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70" name="Freeform 3204">
                <a:extLst>
                  <a:ext uri="{FF2B5EF4-FFF2-40B4-BE49-F238E27FC236}">
                    <a16:creationId xmlns:a16="http://schemas.microsoft.com/office/drawing/2014/main" id="{FDD69674-AB46-4D27-8482-E6B2D2BB4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327"/>
                <a:ext cx="33" cy="45"/>
              </a:xfrm>
              <a:custGeom>
                <a:avLst/>
                <a:gdLst>
                  <a:gd name="T0" fmla="*/ 0 w 21"/>
                  <a:gd name="T1" fmla="*/ 0 h 27"/>
                  <a:gd name="T2" fmla="*/ 82 w 21"/>
                  <a:gd name="T3" fmla="*/ 22 h 27"/>
                  <a:gd name="T4" fmla="*/ 77 w 21"/>
                  <a:gd name="T5" fmla="*/ 125 h 27"/>
                  <a:gd name="T6" fmla="*/ 14 w 21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0" y="0"/>
                    </a:moveTo>
                    <a:cubicBezTo>
                      <a:pt x="7" y="3"/>
                      <a:pt x="14" y="4"/>
                      <a:pt x="21" y="5"/>
                    </a:cubicBezTo>
                    <a:cubicBezTo>
                      <a:pt x="20" y="12"/>
                      <a:pt x="19" y="21"/>
                      <a:pt x="20" y="27"/>
                    </a:cubicBezTo>
                    <a:cubicBezTo>
                      <a:pt x="16" y="17"/>
                      <a:pt x="14" y="6"/>
                      <a:pt x="4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71" name="Freeform 3205">
                <a:extLst>
                  <a:ext uri="{FF2B5EF4-FFF2-40B4-BE49-F238E27FC236}">
                    <a16:creationId xmlns:a16="http://schemas.microsoft.com/office/drawing/2014/main" id="{71B6AA26-EE7E-426A-A591-CB7AB99F5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393"/>
                <a:ext cx="32" cy="25"/>
              </a:xfrm>
              <a:custGeom>
                <a:avLst/>
                <a:gdLst>
                  <a:gd name="T0" fmla="*/ 0 w 21"/>
                  <a:gd name="T1" fmla="*/ 28 h 15"/>
                  <a:gd name="T2" fmla="*/ 61 w 21"/>
                  <a:gd name="T3" fmla="*/ 70 h 15"/>
                  <a:gd name="T4" fmla="*/ 75 w 21"/>
                  <a:gd name="T5" fmla="*/ 0 h 15"/>
                  <a:gd name="T6" fmla="*/ 18 w 21"/>
                  <a:gd name="T7" fmla="*/ 2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5">
                    <a:moveTo>
                      <a:pt x="0" y="6"/>
                    </a:moveTo>
                    <a:cubicBezTo>
                      <a:pt x="6" y="8"/>
                      <a:pt x="14" y="9"/>
                      <a:pt x="17" y="15"/>
                    </a:cubicBezTo>
                    <a:cubicBezTo>
                      <a:pt x="17" y="10"/>
                      <a:pt x="19" y="5"/>
                      <a:pt x="21" y="0"/>
                    </a:cubicBezTo>
                    <a:cubicBezTo>
                      <a:pt x="18" y="7"/>
                      <a:pt x="10" y="10"/>
                      <a:pt x="5" y="6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72" name="Freeform 3206">
                <a:extLst>
                  <a:ext uri="{FF2B5EF4-FFF2-40B4-BE49-F238E27FC236}">
                    <a16:creationId xmlns:a16="http://schemas.microsoft.com/office/drawing/2014/main" id="{A34408FF-67B7-464C-8E33-C897C5D58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439"/>
                <a:ext cx="29" cy="36"/>
              </a:xfrm>
              <a:custGeom>
                <a:avLst/>
                <a:gdLst>
                  <a:gd name="T0" fmla="*/ 0 w 19"/>
                  <a:gd name="T1" fmla="*/ 0 h 22"/>
                  <a:gd name="T2" fmla="*/ 67 w 19"/>
                  <a:gd name="T3" fmla="*/ 88 h 22"/>
                  <a:gd name="T4" fmla="*/ 61 w 19"/>
                  <a:gd name="T5" fmla="*/ 18 h 22"/>
                  <a:gd name="T6" fmla="*/ 21 w 19"/>
                  <a:gd name="T7" fmla="*/ 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0" y="0"/>
                    </a:moveTo>
                    <a:cubicBezTo>
                      <a:pt x="6" y="7"/>
                      <a:pt x="8" y="22"/>
                      <a:pt x="19" y="20"/>
                    </a:cubicBezTo>
                    <a:cubicBezTo>
                      <a:pt x="14" y="16"/>
                      <a:pt x="12" y="8"/>
                      <a:pt x="17" y="4"/>
                    </a:cubicBezTo>
                    <a:cubicBezTo>
                      <a:pt x="13" y="4"/>
                      <a:pt x="10" y="2"/>
                      <a:pt x="6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73" name="Freeform 3207">
                <a:extLst>
                  <a:ext uri="{FF2B5EF4-FFF2-40B4-BE49-F238E27FC236}">
                    <a16:creationId xmlns:a16="http://schemas.microsoft.com/office/drawing/2014/main" id="{288D71CA-36CD-4050-95EE-EF17CE36F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228"/>
                <a:ext cx="27" cy="40"/>
              </a:xfrm>
              <a:custGeom>
                <a:avLst/>
                <a:gdLst>
                  <a:gd name="T0" fmla="*/ 0 w 18"/>
                  <a:gd name="T1" fmla="*/ 0 h 24"/>
                  <a:gd name="T2" fmla="*/ 14 w 18"/>
                  <a:gd name="T3" fmla="*/ 112 h 24"/>
                  <a:gd name="T4" fmla="*/ 62 w 18"/>
                  <a:gd name="T5" fmla="*/ 92 h 24"/>
                  <a:gd name="T6" fmla="*/ 5 w 18"/>
                  <a:gd name="T7" fmla="*/ 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0" y="0"/>
                    </a:moveTo>
                    <a:cubicBezTo>
                      <a:pt x="5" y="8"/>
                      <a:pt x="4" y="16"/>
                      <a:pt x="4" y="24"/>
                    </a:cubicBezTo>
                    <a:cubicBezTo>
                      <a:pt x="7" y="21"/>
                      <a:pt x="13" y="19"/>
                      <a:pt x="18" y="20"/>
                    </a:cubicBezTo>
                    <a:cubicBezTo>
                      <a:pt x="7" y="21"/>
                      <a:pt x="7" y="9"/>
                      <a:pt x="1" y="2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74" name="Freeform 3208">
                <a:extLst>
                  <a:ext uri="{FF2B5EF4-FFF2-40B4-BE49-F238E27FC236}">
                    <a16:creationId xmlns:a16="http://schemas.microsoft.com/office/drawing/2014/main" id="{F38ED9B2-47C9-4CFB-A7C5-A85932EDB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162"/>
                <a:ext cx="20" cy="35"/>
              </a:xfrm>
              <a:custGeom>
                <a:avLst/>
                <a:gdLst>
                  <a:gd name="T0" fmla="*/ 0 w 13"/>
                  <a:gd name="T1" fmla="*/ 0 h 21"/>
                  <a:gd name="T2" fmla="*/ 48 w 13"/>
                  <a:gd name="T3" fmla="*/ 42 h 21"/>
                  <a:gd name="T4" fmla="*/ 18 w 13"/>
                  <a:gd name="T5" fmla="*/ 97 h 21"/>
                  <a:gd name="T6" fmla="*/ 14 w 13"/>
                  <a:gd name="T7" fmla="*/ 2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0" y="0"/>
                    </a:moveTo>
                    <a:cubicBezTo>
                      <a:pt x="3" y="4"/>
                      <a:pt x="8" y="7"/>
                      <a:pt x="13" y="9"/>
                    </a:cubicBezTo>
                    <a:cubicBezTo>
                      <a:pt x="8" y="10"/>
                      <a:pt x="5" y="15"/>
                      <a:pt x="5" y="21"/>
                    </a:cubicBezTo>
                    <a:cubicBezTo>
                      <a:pt x="4" y="16"/>
                      <a:pt x="3" y="10"/>
                      <a:pt x="4" y="5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75" name="Freeform 3209">
                <a:extLst>
                  <a:ext uri="{FF2B5EF4-FFF2-40B4-BE49-F238E27FC236}">
                    <a16:creationId xmlns:a16="http://schemas.microsoft.com/office/drawing/2014/main" id="{4AFA5434-6111-4462-9444-EA1F8D1BA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001"/>
                <a:ext cx="77" cy="92"/>
              </a:xfrm>
              <a:custGeom>
                <a:avLst/>
                <a:gdLst>
                  <a:gd name="T0" fmla="*/ 5 w 50"/>
                  <a:gd name="T1" fmla="*/ 8 h 56"/>
                  <a:gd name="T2" fmla="*/ 128 w 50"/>
                  <a:gd name="T3" fmla="*/ 130 h 56"/>
                  <a:gd name="T4" fmla="*/ 171 w 50"/>
                  <a:gd name="T5" fmla="*/ 168 h 56"/>
                  <a:gd name="T6" fmla="*/ 183 w 50"/>
                  <a:gd name="T7" fmla="*/ 248 h 56"/>
                  <a:gd name="T8" fmla="*/ 100 w 50"/>
                  <a:gd name="T9" fmla="*/ 156 h 56"/>
                  <a:gd name="T10" fmla="*/ 0 w 50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1" y="2"/>
                    </a:moveTo>
                    <a:cubicBezTo>
                      <a:pt x="14" y="9"/>
                      <a:pt x="23" y="22"/>
                      <a:pt x="35" y="29"/>
                    </a:cubicBezTo>
                    <a:cubicBezTo>
                      <a:pt x="40" y="33"/>
                      <a:pt x="44" y="33"/>
                      <a:pt x="47" y="38"/>
                    </a:cubicBezTo>
                    <a:cubicBezTo>
                      <a:pt x="50" y="43"/>
                      <a:pt x="48" y="51"/>
                      <a:pt x="50" y="56"/>
                    </a:cubicBezTo>
                    <a:cubicBezTo>
                      <a:pt x="42" y="43"/>
                      <a:pt x="37" y="42"/>
                      <a:pt x="27" y="35"/>
                    </a:cubicBezTo>
                    <a:cubicBezTo>
                      <a:pt x="15" y="26"/>
                      <a:pt x="11" y="10"/>
                      <a:pt x="0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76" name="Freeform 3210">
                <a:extLst>
                  <a:ext uri="{FF2B5EF4-FFF2-40B4-BE49-F238E27FC236}">
                    <a16:creationId xmlns:a16="http://schemas.microsoft.com/office/drawing/2014/main" id="{3B31E673-60CB-41D6-9870-7184C65A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408"/>
                <a:ext cx="34" cy="31"/>
              </a:xfrm>
              <a:custGeom>
                <a:avLst/>
                <a:gdLst>
                  <a:gd name="T0" fmla="*/ 0 w 22"/>
                  <a:gd name="T1" fmla="*/ 0 h 19"/>
                  <a:gd name="T2" fmla="*/ 14 w 22"/>
                  <a:gd name="T3" fmla="*/ 83 h 19"/>
                  <a:gd name="T4" fmla="*/ 82 w 22"/>
                  <a:gd name="T5" fmla="*/ 69 h 19"/>
                  <a:gd name="T6" fmla="*/ 26 w 22"/>
                  <a:gd name="T7" fmla="*/ 2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0" y="0"/>
                    </a:moveTo>
                    <a:cubicBezTo>
                      <a:pt x="2" y="6"/>
                      <a:pt x="5" y="12"/>
                      <a:pt x="4" y="19"/>
                    </a:cubicBezTo>
                    <a:cubicBezTo>
                      <a:pt x="10" y="17"/>
                      <a:pt x="16" y="14"/>
                      <a:pt x="22" y="16"/>
                    </a:cubicBezTo>
                    <a:cubicBezTo>
                      <a:pt x="15" y="16"/>
                      <a:pt x="9" y="12"/>
                      <a:pt x="7" y="5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77" name="Freeform 3211">
                <a:extLst>
                  <a:ext uri="{FF2B5EF4-FFF2-40B4-BE49-F238E27FC236}">
                    <a16:creationId xmlns:a16="http://schemas.microsoft.com/office/drawing/2014/main" id="{2F910F3C-79A5-46DE-ACB5-75B1FE44C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548"/>
                <a:ext cx="78" cy="66"/>
              </a:xfrm>
              <a:custGeom>
                <a:avLst/>
                <a:gdLst>
                  <a:gd name="T0" fmla="*/ 87 w 51"/>
                  <a:gd name="T1" fmla="*/ 68 h 40"/>
                  <a:gd name="T2" fmla="*/ 127 w 51"/>
                  <a:gd name="T3" fmla="*/ 180 h 40"/>
                  <a:gd name="T4" fmla="*/ 182 w 51"/>
                  <a:gd name="T5" fmla="*/ 152 h 40"/>
                  <a:gd name="T6" fmla="*/ 128 w 51"/>
                  <a:gd name="T7" fmla="*/ 89 h 40"/>
                  <a:gd name="T8" fmla="*/ 0 w 51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24" y="15"/>
                    </a:moveTo>
                    <a:cubicBezTo>
                      <a:pt x="30" y="24"/>
                      <a:pt x="35" y="30"/>
                      <a:pt x="35" y="40"/>
                    </a:cubicBezTo>
                    <a:cubicBezTo>
                      <a:pt x="42" y="33"/>
                      <a:pt x="43" y="34"/>
                      <a:pt x="51" y="34"/>
                    </a:cubicBezTo>
                    <a:cubicBezTo>
                      <a:pt x="38" y="27"/>
                      <a:pt x="46" y="30"/>
                      <a:pt x="36" y="20"/>
                    </a:cubicBezTo>
                    <a:cubicBezTo>
                      <a:pt x="26" y="10"/>
                      <a:pt x="11" y="7"/>
                      <a:pt x="0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78" name="Freeform 3212">
                <a:extLst>
                  <a:ext uri="{FF2B5EF4-FFF2-40B4-BE49-F238E27FC236}">
                    <a16:creationId xmlns:a16="http://schemas.microsoft.com/office/drawing/2014/main" id="{B369B886-ABE7-446A-BA9B-9F8DA3537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538"/>
                <a:ext cx="40" cy="13"/>
              </a:xfrm>
              <a:custGeom>
                <a:avLst/>
                <a:gdLst>
                  <a:gd name="T0" fmla="*/ 0 w 26"/>
                  <a:gd name="T1" fmla="*/ 0 h 8"/>
                  <a:gd name="T2" fmla="*/ 22 w 26"/>
                  <a:gd name="T3" fmla="*/ 34 h 8"/>
                  <a:gd name="T4" fmla="*/ 95 w 26"/>
                  <a:gd name="T5" fmla="*/ 8 h 8"/>
                  <a:gd name="T6" fmla="*/ 0 w 2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cubicBezTo>
                      <a:pt x="3" y="4"/>
                      <a:pt x="7" y="3"/>
                      <a:pt x="6" y="8"/>
                    </a:cubicBezTo>
                    <a:cubicBezTo>
                      <a:pt x="11" y="2"/>
                      <a:pt x="19" y="1"/>
                      <a:pt x="26" y="2"/>
                    </a:cubicBezTo>
                    <a:cubicBezTo>
                      <a:pt x="17" y="2"/>
                      <a:pt x="9" y="0"/>
                      <a:pt x="0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79" name="Freeform 3213">
                <a:extLst>
                  <a:ext uri="{FF2B5EF4-FFF2-40B4-BE49-F238E27FC236}">
                    <a16:creationId xmlns:a16="http://schemas.microsoft.com/office/drawing/2014/main" id="{282C88A3-9FEA-4B3E-9BA9-29F47204C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604"/>
                <a:ext cx="43" cy="48"/>
              </a:xfrm>
              <a:custGeom>
                <a:avLst/>
                <a:gdLst>
                  <a:gd name="T0" fmla="*/ 0 w 28"/>
                  <a:gd name="T1" fmla="*/ 0 h 29"/>
                  <a:gd name="T2" fmla="*/ 48 w 28"/>
                  <a:gd name="T3" fmla="*/ 68 h 29"/>
                  <a:gd name="T4" fmla="*/ 101 w 28"/>
                  <a:gd name="T5" fmla="*/ 131 h 29"/>
                  <a:gd name="T6" fmla="*/ 88 w 28"/>
                  <a:gd name="T7" fmla="*/ 63 h 29"/>
                  <a:gd name="T8" fmla="*/ 8 w 28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9">
                    <a:moveTo>
                      <a:pt x="0" y="0"/>
                    </a:moveTo>
                    <a:cubicBezTo>
                      <a:pt x="5" y="6"/>
                      <a:pt x="8" y="10"/>
                      <a:pt x="13" y="15"/>
                    </a:cubicBezTo>
                    <a:cubicBezTo>
                      <a:pt x="19" y="20"/>
                      <a:pt x="24" y="22"/>
                      <a:pt x="28" y="29"/>
                    </a:cubicBezTo>
                    <a:cubicBezTo>
                      <a:pt x="24" y="24"/>
                      <a:pt x="26" y="18"/>
                      <a:pt x="24" y="14"/>
                    </a:cubicBezTo>
                    <a:cubicBezTo>
                      <a:pt x="20" y="10"/>
                      <a:pt x="7" y="3"/>
                      <a:pt x="2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80" name="Freeform 3214">
                <a:extLst>
                  <a:ext uri="{FF2B5EF4-FFF2-40B4-BE49-F238E27FC236}">
                    <a16:creationId xmlns:a16="http://schemas.microsoft.com/office/drawing/2014/main" id="{5555E85A-E030-4314-8E6C-2EC884511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751"/>
                <a:ext cx="114" cy="59"/>
              </a:xfrm>
              <a:custGeom>
                <a:avLst/>
                <a:gdLst>
                  <a:gd name="T0" fmla="*/ 0 w 74"/>
                  <a:gd name="T1" fmla="*/ 0 h 36"/>
                  <a:gd name="T2" fmla="*/ 149 w 74"/>
                  <a:gd name="T3" fmla="*/ 62 h 36"/>
                  <a:gd name="T4" fmla="*/ 223 w 74"/>
                  <a:gd name="T5" fmla="*/ 92 h 36"/>
                  <a:gd name="T6" fmla="*/ 271 w 74"/>
                  <a:gd name="T7" fmla="*/ 159 h 36"/>
                  <a:gd name="T8" fmla="*/ 140 w 74"/>
                  <a:gd name="T9" fmla="*/ 123 h 36"/>
                  <a:gd name="T10" fmla="*/ 48 w 74"/>
                  <a:gd name="T11" fmla="*/ 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36">
                    <a:moveTo>
                      <a:pt x="0" y="0"/>
                    </a:moveTo>
                    <a:cubicBezTo>
                      <a:pt x="17" y="2"/>
                      <a:pt x="24" y="8"/>
                      <a:pt x="41" y="14"/>
                    </a:cubicBezTo>
                    <a:cubicBezTo>
                      <a:pt x="47" y="17"/>
                      <a:pt x="56" y="18"/>
                      <a:pt x="61" y="21"/>
                    </a:cubicBezTo>
                    <a:cubicBezTo>
                      <a:pt x="66" y="25"/>
                      <a:pt x="68" y="32"/>
                      <a:pt x="74" y="36"/>
                    </a:cubicBezTo>
                    <a:cubicBezTo>
                      <a:pt x="65" y="34"/>
                      <a:pt x="46" y="16"/>
                      <a:pt x="38" y="28"/>
                    </a:cubicBezTo>
                    <a:cubicBezTo>
                      <a:pt x="39" y="18"/>
                      <a:pt x="18" y="2"/>
                      <a:pt x="13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81" name="Freeform 3215">
                <a:extLst>
                  <a:ext uri="{FF2B5EF4-FFF2-40B4-BE49-F238E27FC236}">
                    <a16:creationId xmlns:a16="http://schemas.microsoft.com/office/drawing/2014/main" id="{A9F38C03-FC8F-4980-9115-898B617C0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2863"/>
                <a:ext cx="28" cy="21"/>
              </a:xfrm>
              <a:custGeom>
                <a:avLst/>
                <a:gdLst>
                  <a:gd name="T0" fmla="*/ 0 w 18"/>
                  <a:gd name="T1" fmla="*/ 5 h 13"/>
                  <a:gd name="T2" fmla="*/ 68 w 18"/>
                  <a:gd name="T3" fmla="*/ 55 h 13"/>
                  <a:gd name="T4" fmla="*/ 62 w 1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"/>
                    </a:moveTo>
                    <a:cubicBezTo>
                      <a:pt x="7" y="3"/>
                      <a:pt x="14" y="8"/>
                      <a:pt x="18" y="13"/>
                    </a:cubicBezTo>
                    <a:cubicBezTo>
                      <a:pt x="16" y="8"/>
                      <a:pt x="15" y="1"/>
                      <a:pt x="17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82" name="Freeform 3216">
                <a:extLst>
                  <a:ext uri="{FF2B5EF4-FFF2-40B4-BE49-F238E27FC236}">
                    <a16:creationId xmlns:a16="http://schemas.microsoft.com/office/drawing/2014/main" id="{7B928705-4599-4E66-8763-B72101274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" y="2934"/>
                <a:ext cx="26" cy="18"/>
              </a:xfrm>
              <a:custGeom>
                <a:avLst/>
                <a:gdLst>
                  <a:gd name="T0" fmla="*/ 0 w 17"/>
                  <a:gd name="T1" fmla="*/ 41 h 11"/>
                  <a:gd name="T2" fmla="*/ 61 w 17"/>
                  <a:gd name="T3" fmla="*/ 47 h 11"/>
                  <a:gd name="T4" fmla="*/ 35 w 17"/>
                  <a:gd name="T5" fmla="*/ 0 h 11"/>
                  <a:gd name="T6" fmla="*/ 21 w 17"/>
                  <a:gd name="T7" fmla="*/ 2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0" y="9"/>
                    </a:moveTo>
                    <a:cubicBezTo>
                      <a:pt x="6" y="9"/>
                      <a:pt x="11" y="10"/>
                      <a:pt x="17" y="11"/>
                    </a:cubicBezTo>
                    <a:cubicBezTo>
                      <a:pt x="12" y="9"/>
                      <a:pt x="9" y="5"/>
                      <a:pt x="10" y="0"/>
                    </a:cubicBezTo>
                    <a:cubicBezTo>
                      <a:pt x="9" y="3"/>
                      <a:pt x="8" y="4"/>
                      <a:pt x="6" y="6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83" name="Freeform 3217">
                <a:extLst>
                  <a:ext uri="{FF2B5EF4-FFF2-40B4-BE49-F238E27FC236}">
                    <a16:creationId xmlns:a16="http://schemas.microsoft.com/office/drawing/2014/main" id="{EB9EDBD9-C3D0-49E1-AC34-41CD777C5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2769"/>
                <a:ext cx="15" cy="16"/>
              </a:xfrm>
              <a:custGeom>
                <a:avLst/>
                <a:gdLst>
                  <a:gd name="T0" fmla="*/ 0 w 10"/>
                  <a:gd name="T1" fmla="*/ 0 h 10"/>
                  <a:gd name="T2" fmla="*/ 8 w 10"/>
                  <a:gd name="T3" fmla="*/ 42 h 10"/>
                  <a:gd name="T4" fmla="*/ 35 w 10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0" y="3"/>
                      <a:pt x="2" y="7"/>
                      <a:pt x="2" y="10"/>
                    </a:cubicBezTo>
                    <a:cubicBezTo>
                      <a:pt x="4" y="9"/>
                      <a:pt x="8" y="7"/>
                      <a:pt x="10" y="5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84" name="Freeform 3218">
                <a:extLst>
                  <a:ext uri="{FF2B5EF4-FFF2-40B4-BE49-F238E27FC236}">
                    <a16:creationId xmlns:a16="http://schemas.microsoft.com/office/drawing/2014/main" id="{B0F385A7-C33B-4A11-B8BF-CBD7469F7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2734"/>
                <a:ext cx="43" cy="18"/>
              </a:xfrm>
              <a:custGeom>
                <a:avLst/>
                <a:gdLst>
                  <a:gd name="T0" fmla="*/ 0 w 28"/>
                  <a:gd name="T1" fmla="*/ 8 h 11"/>
                  <a:gd name="T2" fmla="*/ 89 w 28"/>
                  <a:gd name="T3" fmla="*/ 0 h 11"/>
                  <a:gd name="T4" fmla="*/ 101 w 28"/>
                  <a:gd name="T5" fmla="*/ 47 h 11"/>
                  <a:gd name="T6" fmla="*/ 22 w 28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1">
                    <a:moveTo>
                      <a:pt x="0" y="2"/>
                    </a:moveTo>
                    <a:cubicBezTo>
                      <a:pt x="8" y="6"/>
                      <a:pt x="17" y="1"/>
                      <a:pt x="25" y="0"/>
                    </a:cubicBezTo>
                    <a:cubicBezTo>
                      <a:pt x="26" y="3"/>
                      <a:pt x="27" y="8"/>
                      <a:pt x="28" y="11"/>
                    </a:cubicBezTo>
                    <a:cubicBezTo>
                      <a:pt x="21" y="9"/>
                      <a:pt x="14" y="5"/>
                      <a:pt x="6" y="5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85" name="Freeform 3219">
                <a:extLst>
                  <a:ext uri="{FF2B5EF4-FFF2-40B4-BE49-F238E27FC236}">
                    <a16:creationId xmlns:a16="http://schemas.microsoft.com/office/drawing/2014/main" id="{7347EF31-4FCB-4503-8922-B1F431178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2655"/>
                <a:ext cx="115" cy="71"/>
              </a:xfrm>
              <a:custGeom>
                <a:avLst/>
                <a:gdLst>
                  <a:gd name="T0" fmla="*/ 0 w 74"/>
                  <a:gd name="T1" fmla="*/ 8 h 43"/>
                  <a:gd name="T2" fmla="*/ 30 w 74"/>
                  <a:gd name="T3" fmla="*/ 104 h 43"/>
                  <a:gd name="T4" fmla="*/ 123 w 74"/>
                  <a:gd name="T5" fmla="*/ 125 h 43"/>
                  <a:gd name="T6" fmla="*/ 278 w 74"/>
                  <a:gd name="T7" fmla="*/ 188 h 43"/>
                  <a:gd name="T8" fmla="*/ 204 w 74"/>
                  <a:gd name="T9" fmla="*/ 137 h 43"/>
                  <a:gd name="T10" fmla="*/ 135 w 74"/>
                  <a:gd name="T11" fmla="*/ 104 h 43"/>
                  <a:gd name="T12" fmla="*/ 47 w 74"/>
                  <a:gd name="T13" fmla="*/ 0 h 43"/>
                  <a:gd name="T14" fmla="*/ 19 w 74"/>
                  <a:gd name="T15" fmla="*/ 1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43">
                    <a:moveTo>
                      <a:pt x="0" y="2"/>
                    </a:moveTo>
                    <a:cubicBezTo>
                      <a:pt x="6" y="8"/>
                      <a:pt x="12" y="15"/>
                      <a:pt x="8" y="23"/>
                    </a:cubicBezTo>
                    <a:cubicBezTo>
                      <a:pt x="17" y="20"/>
                      <a:pt x="25" y="24"/>
                      <a:pt x="33" y="28"/>
                    </a:cubicBezTo>
                    <a:cubicBezTo>
                      <a:pt x="47" y="35"/>
                      <a:pt x="58" y="39"/>
                      <a:pt x="74" y="42"/>
                    </a:cubicBezTo>
                    <a:cubicBezTo>
                      <a:pt x="64" y="43"/>
                      <a:pt x="61" y="35"/>
                      <a:pt x="54" y="30"/>
                    </a:cubicBezTo>
                    <a:cubicBezTo>
                      <a:pt x="48" y="27"/>
                      <a:pt x="41" y="26"/>
                      <a:pt x="36" y="23"/>
                    </a:cubicBezTo>
                    <a:cubicBezTo>
                      <a:pt x="27" y="18"/>
                      <a:pt x="14" y="10"/>
                      <a:pt x="12" y="0"/>
                    </a:cubicBezTo>
                    <a:cubicBezTo>
                      <a:pt x="9" y="0"/>
                      <a:pt x="7" y="1"/>
                      <a:pt x="5" y="3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86" name="Freeform 3220">
                <a:extLst>
                  <a:ext uri="{FF2B5EF4-FFF2-40B4-BE49-F238E27FC236}">
                    <a16:creationId xmlns:a16="http://schemas.microsoft.com/office/drawing/2014/main" id="{68272483-89A5-4850-B841-F20A827E4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192"/>
                <a:ext cx="11" cy="25"/>
              </a:xfrm>
              <a:custGeom>
                <a:avLst/>
                <a:gdLst>
                  <a:gd name="T0" fmla="*/ 0 w 7"/>
                  <a:gd name="T1" fmla="*/ 0 h 15"/>
                  <a:gd name="T2" fmla="*/ 27 w 7"/>
                  <a:gd name="T3" fmla="*/ 22 h 15"/>
                  <a:gd name="T4" fmla="*/ 20 w 7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3" y="1"/>
                      <a:pt x="4" y="4"/>
                      <a:pt x="7" y="5"/>
                    </a:cubicBezTo>
                    <a:cubicBezTo>
                      <a:pt x="5" y="8"/>
                      <a:pt x="5" y="14"/>
                      <a:pt x="5" y="15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87" name="Freeform 3221">
                <a:extLst>
                  <a:ext uri="{FF2B5EF4-FFF2-40B4-BE49-F238E27FC236}">
                    <a16:creationId xmlns:a16="http://schemas.microsoft.com/office/drawing/2014/main" id="{852D6885-DE7B-4AC4-9DC0-8E20C27D3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037"/>
                <a:ext cx="14" cy="30"/>
              </a:xfrm>
              <a:custGeom>
                <a:avLst/>
                <a:gdLst>
                  <a:gd name="T0" fmla="*/ 5 w 9"/>
                  <a:gd name="T1" fmla="*/ 0 h 18"/>
                  <a:gd name="T2" fmla="*/ 34 w 9"/>
                  <a:gd name="T3" fmla="*/ 62 h 18"/>
                  <a:gd name="T4" fmla="*/ 0 w 9"/>
                  <a:gd name="T5" fmla="*/ 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1" y="0"/>
                    </a:moveTo>
                    <a:cubicBezTo>
                      <a:pt x="2" y="5"/>
                      <a:pt x="7" y="9"/>
                      <a:pt x="9" y="13"/>
                    </a:cubicBezTo>
                    <a:cubicBezTo>
                      <a:pt x="4" y="13"/>
                      <a:pt x="3" y="16"/>
                      <a:pt x="0" y="18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88" name="Freeform 3222">
                <a:extLst>
                  <a:ext uri="{FF2B5EF4-FFF2-40B4-BE49-F238E27FC236}">
                    <a16:creationId xmlns:a16="http://schemas.microsoft.com/office/drawing/2014/main" id="{F8070F9E-2349-476A-9012-DA0D08788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45"/>
                <a:ext cx="23" cy="29"/>
              </a:xfrm>
              <a:custGeom>
                <a:avLst/>
                <a:gdLst>
                  <a:gd name="T0" fmla="*/ 0 w 15"/>
                  <a:gd name="T1" fmla="*/ 0 h 18"/>
                  <a:gd name="T2" fmla="*/ 28 w 15"/>
                  <a:gd name="T3" fmla="*/ 71 h 18"/>
                  <a:gd name="T4" fmla="*/ 54 w 15"/>
                  <a:gd name="T5" fmla="*/ 76 h 18"/>
                  <a:gd name="T6" fmla="*/ 26 w 15"/>
                  <a:gd name="T7" fmla="*/ 1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0" y="0"/>
                    </a:moveTo>
                    <a:cubicBezTo>
                      <a:pt x="3" y="6"/>
                      <a:pt x="6" y="11"/>
                      <a:pt x="8" y="17"/>
                    </a:cubicBezTo>
                    <a:cubicBezTo>
                      <a:pt x="9" y="17"/>
                      <a:pt x="15" y="18"/>
                      <a:pt x="15" y="18"/>
                    </a:cubicBezTo>
                    <a:cubicBezTo>
                      <a:pt x="14" y="13"/>
                      <a:pt x="11" y="7"/>
                      <a:pt x="7" y="4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89" name="Freeform 3223">
                <a:extLst>
                  <a:ext uri="{FF2B5EF4-FFF2-40B4-BE49-F238E27FC236}">
                    <a16:creationId xmlns:a16="http://schemas.microsoft.com/office/drawing/2014/main" id="{D0E57812-AEE6-4991-9BFC-CEBA6B454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520"/>
                <a:ext cx="25" cy="21"/>
              </a:xfrm>
              <a:custGeom>
                <a:avLst/>
                <a:gdLst>
                  <a:gd name="T0" fmla="*/ 0 w 16"/>
                  <a:gd name="T1" fmla="*/ 21 h 13"/>
                  <a:gd name="T2" fmla="*/ 48 w 16"/>
                  <a:gd name="T3" fmla="*/ 0 h 13"/>
                  <a:gd name="T4" fmla="*/ 61 w 16"/>
                  <a:gd name="T5" fmla="*/ 55 h 13"/>
                  <a:gd name="T6" fmla="*/ 14 w 16"/>
                  <a:gd name="T7" fmla="*/ 2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0" y="5"/>
                    </a:moveTo>
                    <a:cubicBezTo>
                      <a:pt x="4" y="4"/>
                      <a:pt x="9" y="2"/>
                      <a:pt x="13" y="0"/>
                    </a:cubicBezTo>
                    <a:cubicBezTo>
                      <a:pt x="12" y="5"/>
                      <a:pt x="16" y="8"/>
                      <a:pt x="16" y="13"/>
                    </a:cubicBezTo>
                    <a:cubicBezTo>
                      <a:pt x="13" y="10"/>
                      <a:pt x="9" y="5"/>
                      <a:pt x="4" y="6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90" name="Freeform 3224">
                <a:extLst>
                  <a:ext uri="{FF2B5EF4-FFF2-40B4-BE49-F238E27FC236}">
                    <a16:creationId xmlns:a16="http://schemas.microsoft.com/office/drawing/2014/main" id="{65F00DD5-A701-4C60-9A1D-5EB965035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329"/>
                <a:ext cx="64" cy="114"/>
              </a:xfrm>
              <a:custGeom>
                <a:avLst/>
                <a:gdLst>
                  <a:gd name="T0" fmla="*/ 8 w 41"/>
                  <a:gd name="T1" fmla="*/ 0 h 69"/>
                  <a:gd name="T2" fmla="*/ 87 w 41"/>
                  <a:gd name="T3" fmla="*/ 200 h 69"/>
                  <a:gd name="T4" fmla="*/ 156 w 41"/>
                  <a:gd name="T5" fmla="*/ 311 h 69"/>
                  <a:gd name="T6" fmla="*/ 134 w 41"/>
                  <a:gd name="T7" fmla="*/ 264 h 69"/>
                  <a:gd name="T8" fmla="*/ 126 w 41"/>
                  <a:gd name="T9" fmla="*/ 172 h 69"/>
                  <a:gd name="T10" fmla="*/ 109 w 41"/>
                  <a:gd name="T11" fmla="*/ 137 h 69"/>
                  <a:gd name="T12" fmla="*/ 69 w 41"/>
                  <a:gd name="T13" fmla="*/ 97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9">
                    <a:moveTo>
                      <a:pt x="2" y="0"/>
                    </a:moveTo>
                    <a:cubicBezTo>
                      <a:pt x="0" y="19"/>
                      <a:pt x="17" y="28"/>
                      <a:pt x="23" y="44"/>
                    </a:cubicBezTo>
                    <a:cubicBezTo>
                      <a:pt x="28" y="56"/>
                      <a:pt x="26" y="66"/>
                      <a:pt x="41" y="69"/>
                    </a:cubicBezTo>
                    <a:cubicBezTo>
                      <a:pt x="40" y="65"/>
                      <a:pt x="37" y="63"/>
                      <a:pt x="35" y="59"/>
                    </a:cubicBezTo>
                    <a:cubicBezTo>
                      <a:pt x="33" y="52"/>
                      <a:pt x="35" y="45"/>
                      <a:pt x="33" y="38"/>
                    </a:cubicBezTo>
                    <a:cubicBezTo>
                      <a:pt x="32" y="31"/>
                      <a:pt x="34" y="34"/>
                      <a:pt x="29" y="30"/>
                    </a:cubicBezTo>
                    <a:cubicBezTo>
                      <a:pt x="26" y="26"/>
                      <a:pt x="20" y="30"/>
                      <a:pt x="18" y="22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91" name="Freeform 3225">
                <a:extLst>
                  <a:ext uri="{FF2B5EF4-FFF2-40B4-BE49-F238E27FC236}">
                    <a16:creationId xmlns:a16="http://schemas.microsoft.com/office/drawing/2014/main" id="{2CD09FE2-FE46-465A-BDE6-D51FEBFDB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502"/>
                <a:ext cx="119" cy="193"/>
              </a:xfrm>
              <a:custGeom>
                <a:avLst/>
                <a:gdLst>
                  <a:gd name="T0" fmla="*/ 34 w 77"/>
                  <a:gd name="T1" fmla="*/ 0 h 117"/>
                  <a:gd name="T2" fmla="*/ 110 w 77"/>
                  <a:gd name="T3" fmla="*/ 351 h 117"/>
                  <a:gd name="T4" fmla="*/ 207 w 77"/>
                  <a:gd name="T5" fmla="*/ 407 h 117"/>
                  <a:gd name="T6" fmla="*/ 284 w 77"/>
                  <a:gd name="T7" fmla="*/ 525 h 117"/>
                  <a:gd name="T8" fmla="*/ 223 w 77"/>
                  <a:gd name="T9" fmla="*/ 351 h 117"/>
                  <a:gd name="T10" fmla="*/ 218 w 77"/>
                  <a:gd name="T11" fmla="*/ 277 h 117"/>
                  <a:gd name="T12" fmla="*/ 127 w 77"/>
                  <a:gd name="T13" fmla="*/ 221 h 117"/>
                  <a:gd name="T14" fmla="*/ 62 w 77"/>
                  <a:gd name="T15" fmla="*/ 122 h 1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117">
                    <a:moveTo>
                      <a:pt x="9" y="0"/>
                    </a:moveTo>
                    <a:cubicBezTo>
                      <a:pt x="0" y="26"/>
                      <a:pt x="35" y="52"/>
                      <a:pt x="30" y="78"/>
                    </a:cubicBezTo>
                    <a:cubicBezTo>
                      <a:pt x="40" y="78"/>
                      <a:pt x="49" y="83"/>
                      <a:pt x="56" y="91"/>
                    </a:cubicBezTo>
                    <a:cubicBezTo>
                      <a:pt x="63" y="101"/>
                      <a:pt x="68" y="109"/>
                      <a:pt x="77" y="117"/>
                    </a:cubicBezTo>
                    <a:cubicBezTo>
                      <a:pt x="68" y="107"/>
                      <a:pt x="62" y="92"/>
                      <a:pt x="60" y="78"/>
                    </a:cubicBezTo>
                    <a:cubicBezTo>
                      <a:pt x="59" y="70"/>
                      <a:pt x="66" y="68"/>
                      <a:pt x="59" y="62"/>
                    </a:cubicBezTo>
                    <a:cubicBezTo>
                      <a:pt x="53" y="57"/>
                      <a:pt x="41" y="55"/>
                      <a:pt x="34" y="49"/>
                    </a:cubicBezTo>
                    <a:cubicBezTo>
                      <a:pt x="28" y="44"/>
                      <a:pt x="20" y="35"/>
                      <a:pt x="17" y="27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92" name="Freeform 3226">
                <a:extLst>
                  <a:ext uri="{FF2B5EF4-FFF2-40B4-BE49-F238E27FC236}">
                    <a16:creationId xmlns:a16="http://schemas.microsoft.com/office/drawing/2014/main" id="{BD240497-7A11-40B1-90CC-261F3F20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3509"/>
                <a:ext cx="82" cy="61"/>
              </a:xfrm>
              <a:custGeom>
                <a:avLst/>
                <a:gdLst>
                  <a:gd name="T0" fmla="*/ 0 w 53"/>
                  <a:gd name="T1" fmla="*/ 0 h 37"/>
                  <a:gd name="T2" fmla="*/ 104 w 53"/>
                  <a:gd name="T3" fmla="*/ 167 h 37"/>
                  <a:gd name="T4" fmla="*/ 196 w 53"/>
                  <a:gd name="T5" fmla="*/ 5 h 37"/>
                  <a:gd name="T6" fmla="*/ 96 w 53"/>
                  <a:gd name="T7" fmla="*/ 63 h 37"/>
                  <a:gd name="T8" fmla="*/ 12 w 53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7">
                    <a:moveTo>
                      <a:pt x="0" y="0"/>
                    </a:moveTo>
                    <a:cubicBezTo>
                      <a:pt x="17" y="6"/>
                      <a:pt x="20" y="24"/>
                      <a:pt x="28" y="37"/>
                    </a:cubicBezTo>
                    <a:cubicBezTo>
                      <a:pt x="34" y="23"/>
                      <a:pt x="48" y="14"/>
                      <a:pt x="53" y="1"/>
                    </a:cubicBezTo>
                    <a:cubicBezTo>
                      <a:pt x="45" y="7"/>
                      <a:pt x="36" y="19"/>
                      <a:pt x="26" y="14"/>
                    </a:cubicBezTo>
                    <a:cubicBezTo>
                      <a:pt x="17" y="10"/>
                      <a:pt x="14" y="2"/>
                      <a:pt x="3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93" name="Freeform 3227">
                <a:extLst>
                  <a:ext uri="{FF2B5EF4-FFF2-40B4-BE49-F238E27FC236}">
                    <a16:creationId xmlns:a16="http://schemas.microsoft.com/office/drawing/2014/main" id="{470B0095-B177-421A-9571-13AAFBE92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640"/>
                <a:ext cx="35" cy="201"/>
              </a:xfrm>
              <a:custGeom>
                <a:avLst/>
                <a:gdLst>
                  <a:gd name="T0" fmla="*/ 14 w 23"/>
                  <a:gd name="T1" fmla="*/ 0 h 122"/>
                  <a:gd name="T2" fmla="*/ 12 w 23"/>
                  <a:gd name="T3" fmla="*/ 112 h 122"/>
                  <a:gd name="T4" fmla="*/ 5 w 23"/>
                  <a:gd name="T5" fmla="*/ 201 h 122"/>
                  <a:gd name="T6" fmla="*/ 41 w 23"/>
                  <a:gd name="T7" fmla="*/ 361 h 122"/>
                  <a:gd name="T8" fmla="*/ 0 w 23"/>
                  <a:gd name="T9" fmla="*/ 545 h 122"/>
                  <a:gd name="T10" fmla="*/ 75 w 23"/>
                  <a:gd name="T11" fmla="*/ 532 h 122"/>
                  <a:gd name="T12" fmla="*/ 76 w 23"/>
                  <a:gd name="T13" fmla="*/ 297 h 122"/>
                  <a:gd name="T14" fmla="*/ 21 w 23"/>
                  <a:gd name="T15" fmla="*/ 26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22">
                    <a:moveTo>
                      <a:pt x="4" y="0"/>
                    </a:moveTo>
                    <a:cubicBezTo>
                      <a:pt x="1" y="8"/>
                      <a:pt x="4" y="18"/>
                      <a:pt x="3" y="25"/>
                    </a:cubicBezTo>
                    <a:cubicBezTo>
                      <a:pt x="3" y="32"/>
                      <a:pt x="0" y="39"/>
                      <a:pt x="1" y="45"/>
                    </a:cubicBezTo>
                    <a:cubicBezTo>
                      <a:pt x="10" y="48"/>
                      <a:pt x="13" y="73"/>
                      <a:pt x="12" y="81"/>
                    </a:cubicBezTo>
                    <a:cubicBezTo>
                      <a:pt x="12" y="95"/>
                      <a:pt x="9" y="112"/>
                      <a:pt x="0" y="122"/>
                    </a:cubicBezTo>
                    <a:cubicBezTo>
                      <a:pt x="5" y="121"/>
                      <a:pt x="16" y="120"/>
                      <a:pt x="21" y="119"/>
                    </a:cubicBezTo>
                    <a:cubicBezTo>
                      <a:pt x="16" y="102"/>
                      <a:pt x="22" y="84"/>
                      <a:pt x="22" y="66"/>
                    </a:cubicBezTo>
                    <a:cubicBezTo>
                      <a:pt x="23" y="45"/>
                      <a:pt x="7" y="27"/>
                      <a:pt x="6" y="6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94" name="Freeform 3228">
                <a:extLst>
                  <a:ext uri="{FF2B5EF4-FFF2-40B4-BE49-F238E27FC236}">
                    <a16:creationId xmlns:a16="http://schemas.microsoft.com/office/drawing/2014/main" id="{958A1811-5DD4-426D-B940-BB3F722F3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748"/>
                <a:ext cx="59" cy="90"/>
              </a:xfrm>
              <a:custGeom>
                <a:avLst/>
                <a:gdLst>
                  <a:gd name="T0" fmla="*/ 5 w 38"/>
                  <a:gd name="T1" fmla="*/ 0 h 55"/>
                  <a:gd name="T2" fmla="*/ 56 w 38"/>
                  <a:gd name="T3" fmla="*/ 105 h 55"/>
                  <a:gd name="T4" fmla="*/ 104 w 38"/>
                  <a:gd name="T5" fmla="*/ 139 h 55"/>
                  <a:gd name="T6" fmla="*/ 143 w 38"/>
                  <a:gd name="T7" fmla="*/ 241 h 55"/>
                  <a:gd name="T8" fmla="*/ 53 w 38"/>
                  <a:gd name="T9" fmla="*/ 227 h 55"/>
                  <a:gd name="T10" fmla="*/ 40 w 38"/>
                  <a:gd name="T11" fmla="*/ 151 h 55"/>
                  <a:gd name="T12" fmla="*/ 5 w 38"/>
                  <a:gd name="T13" fmla="*/ 1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5">
                    <a:moveTo>
                      <a:pt x="1" y="0"/>
                    </a:moveTo>
                    <a:cubicBezTo>
                      <a:pt x="4" y="10"/>
                      <a:pt x="8" y="18"/>
                      <a:pt x="15" y="24"/>
                    </a:cubicBezTo>
                    <a:cubicBezTo>
                      <a:pt x="19" y="28"/>
                      <a:pt x="25" y="29"/>
                      <a:pt x="28" y="32"/>
                    </a:cubicBezTo>
                    <a:cubicBezTo>
                      <a:pt x="32" y="36"/>
                      <a:pt x="37" y="49"/>
                      <a:pt x="38" y="55"/>
                    </a:cubicBezTo>
                    <a:cubicBezTo>
                      <a:pt x="32" y="55"/>
                      <a:pt x="19" y="55"/>
                      <a:pt x="14" y="52"/>
                    </a:cubicBezTo>
                    <a:cubicBezTo>
                      <a:pt x="26" y="50"/>
                      <a:pt x="15" y="39"/>
                      <a:pt x="11" y="34"/>
                    </a:cubicBezTo>
                    <a:cubicBezTo>
                      <a:pt x="6" y="25"/>
                      <a:pt x="0" y="15"/>
                      <a:pt x="1" y="4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95" name="Freeform 3229">
                <a:extLst>
                  <a:ext uri="{FF2B5EF4-FFF2-40B4-BE49-F238E27FC236}">
                    <a16:creationId xmlns:a16="http://schemas.microsoft.com/office/drawing/2014/main" id="{AD20203A-8B41-4962-8435-0D8C9D2C0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993"/>
                <a:ext cx="42" cy="31"/>
              </a:xfrm>
              <a:custGeom>
                <a:avLst/>
                <a:gdLst>
                  <a:gd name="T0" fmla="*/ 0 w 27"/>
                  <a:gd name="T1" fmla="*/ 54 h 19"/>
                  <a:gd name="T2" fmla="*/ 12 w 27"/>
                  <a:gd name="T3" fmla="*/ 83 h 19"/>
                  <a:gd name="T4" fmla="*/ 101 w 27"/>
                  <a:gd name="T5" fmla="*/ 62 h 19"/>
                  <a:gd name="T6" fmla="*/ 26 w 2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9">
                    <a:moveTo>
                      <a:pt x="0" y="12"/>
                    </a:moveTo>
                    <a:cubicBezTo>
                      <a:pt x="1" y="14"/>
                      <a:pt x="3" y="18"/>
                      <a:pt x="3" y="19"/>
                    </a:cubicBezTo>
                    <a:cubicBezTo>
                      <a:pt x="7" y="11"/>
                      <a:pt x="19" y="15"/>
                      <a:pt x="27" y="14"/>
                    </a:cubicBezTo>
                    <a:cubicBezTo>
                      <a:pt x="22" y="8"/>
                      <a:pt x="15" y="3"/>
                      <a:pt x="7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96" name="Freeform 3230">
                <a:extLst>
                  <a:ext uri="{FF2B5EF4-FFF2-40B4-BE49-F238E27FC236}">
                    <a16:creationId xmlns:a16="http://schemas.microsoft.com/office/drawing/2014/main" id="{20BEEF1C-C729-46BA-80FD-11DA27234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3105"/>
                <a:ext cx="56" cy="41"/>
              </a:xfrm>
              <a:custGeom>
                <a:avLst/>
                <a:gdLst>
                  <a:gd name="T0" fmla="*/ 40 w 36"/>
                  <a:gd name="T1" fmla="*/ 13 h 25"/>
                  <a:gd name="T2" fmla="*/ 0 w 36"/>
                  <a:gd name="T3" fmla="*/ 110 h 25"/>
                  <a:gd name="T4" fmla="*/ 109 w 36"/>
                  <a:gd name="T5" fmla="*/ 97 h 25"/>
                  <a:gd name="T6" fmla="*/ 135 w 36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5">
                    <a:moveTo>
                      <a:pt x="11" y="3"/>
                    </a:moveTo>
                    <a:cubicBezTo>
                      <a:pt x="12" y="11"/>
                      <a:pt x="4" y="19"/>
                      <a:pt x="0" y="25"/>
                    </a:cubicBezTo>
                    <a:cubicBezTo>
                      <a:pt x="9" y="23"/>
                      <a:pt x="20" y="19"/>
                      <a:pt x="29" y="22"/>
                    </a:cubicBezTo>
                    <a:cubicBezTo>
                      <a:pt x="20" y="14"/>
                      <a:pt x="33" y="7"/>
                      <a:pt x="36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97" name="Freeform 3231">
                <a:extLst>
                  <a:ext uri="{FF2B5EF4-FFF2-40B4-BE49-F238E27FC236}">
                    <a16:creationId xmlns:a16="http://schemas.microsoft.com/office/drawing/2014/main" id="{511449A6-573A-4E1C-B20F-FF734BFDB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3350"/>
                <a:ext cx="68" cy="183"/>
              </a:xfrm>
              <a:custGeom>
                <a:avLst/>
                <a:gdLst>
                  <a:gd name="T0" fmla="*/ 144 w 44"/>
                  <a:gd name="T1" fmla="*/ 0 h 111"/>
                  <a:gd name="T2" fmla="*/ 136 w 44"/>
                  <a:gd name="T3" fmla="*/ 247 h 111"/>
                  <a:gd name="T4" fmla="*/ 48 w 44"/>
                  <a:gd name="T5" fmla="*/ 498 h 111"/>
                  <a:gd name="T6" fmla="*/ 0 w 44"/>
                  <a:gd name="T7" fmla="*/ 483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11">
                    <a:moveTo>
                      <a:pt x="39" y="0"/>
                    </a:moveTo>
                    <a:cubicBezTo>
                      <a:pt x="38" y="20"/>
                      <a:pt x="44" y="36"/>
                      <a:pt x="37" y="55"/>
                    </a:cubicBezTo>
                    <a:cubicBezTo>
                      <a:pt x="31" y="75"/>
                      <a:pt x="26" y="94"/>
                      <a:pt x="13" y="111"/>
                    </a:cubicBezTo>
                    <a:cubicBezTo>
                      <a:pt x="9" y="109"/>
                      <a:pt x="4" y="106"/>
                      <a:pt x="0" y="108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98" name="Freeform 3232">
                <a:extLst>
                  <a:ext uri="{FF2B5EF4-FFF2-40B4-BE49-F238E27FC236}">
                    <a16:creationId xmlns:a16="http://schemas.microsoft.com/office/drawing/2014/main" id="{3D345EA4-010D-458E-9EF7-C26A6290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3690"/>
                <a:ext cx="42" cy="146"/>
              </a:xfrm>
              <a:custGeom>
                <a:avLst/>
                <a:gdLst>
                  <a:gd name="T0" fmla="*/ 0 w 27"/>
                  <a:gd name="T1" fmla="*/ 0 h 89"/>
                  <a:gd name="T2" fmla="*/ 95 w 27"/>
                  <a:gd name="T3" fmla="*/ 194 h 89"/>
                  <a:gd name="T4" fmla="*/ 90 w 27"/>
                  <a:gd name="T5" fmla="*/ 289 h 89"/>
                  <a:gd name="T6" fmla="*/ 95 w 27"/>
                  <a:gd name="T7" fmla="*/ 387 h 89"/>
                  <a:gd name="T8" fmla="*/ 79 w 27"/>
                  <a:gd name="T9" fmla="*/ 394 h 89"/>
                  <a:gd name="T10" fmla="*/ 47 w 27"/>
                  <a:gd name="T11" fmla="*/ 215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9">
                    <a:moveTo>
                      <a:pt x="0" y="0"/>
                    </a:moveTo>
                    <a:cubicBezTo>
                      <a:pt x="11" y="6"/>
                      <a:pt x="22" y="33"/>
                      <a:pt x="25" y="44"/>
                    </a:cubicBezTo>
                    <a:cubicBezTo>
                      <a:pt x="27" y="53"/>
                      <a:pt x="26" y="56"/>
                      <a:pt x="24" y="65"/>
                    </a:cubicBezTo>
                    <a:cubicBezTo>
                      <a:pt x="23" y="73"/>
                      <a:pt x="25" y="80"/>
                      <a:pt x="25" y="88"/>
                    </a:cubicBezTo>
                    <a:cubicBezTo>
                      <a:pt x="24" y="89"/>
                      <a:pt x="22" y="89"/>
                      <a:pt x="21" y="89"/>
                    </a:cubicBezTo>
                    <a:cubicBezTo>
                      <a:pt x="17" y="76"/>
                      <a:pt x="16" y="62"/>
                      <a:pt x="12" y="49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99" name="Freeform 3233">
                <a:extLst>
                  <a:ext uri="{FF2B5EF4-FFF2-40B4-BE49-F238E27FC236}">
                    <a16:creationId xmlns:a16="http://schemas.microsoft.com/office/drawing/2014/main" id="{FAC13241-3646-477F-8CDF-7E63EBE12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182"/>
                <a:ext cx="120" cy="165"/>
              </a:xfrm>
              <a:custGeom>
                <a:avLst/>
                <a:gdLst>
                  <a:gd name="T0" fmla="*/ 0 w 78"/>
                  <a:gd name="T1" fmla="*/ 449 h 100"/>
                  <a:gd name="T2" fmla="*/ 102 w 78"/>
                  <a:gd name="T3" fmla="*/ 130 h 100"/>
                  <a:gd name="T4" fmla="*/ 285 w 78"/>
                  <a:gd name="T5" fmla="*/ 6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00">
                    <a:moveTo>
                      <a:pt x="0" y="100"/>
                    </a:moveTo>
                    <a:cubicBezTo>
                      <a:pt x="3" y="77"/>
                      <a:pt x="12" y="47"/>
                      <a:pt x="28" y="29"/>
                    </a:cubicBezTo>
                    <a:cubicBezTo>
                      <a:pt x="38" y="18"/>
                      <a:pt x="65" y="0"/>
                      <a:pt x="78" y="14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00" name="Freeform 3234">
                <a:extLst>
                  <a:ext uri="{FF2B5EF4-FFF2-40B4-BE49-F238E27FC236}">
                    <a16:creationId xmlns:a16="http://schemas.microsoft.com/office/drawing/2014/main" id="{2AC29D4F-39BF-4477-8921-E128D027D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1" y="3197"/>
                <a:ext cx="76" cy="15"/>
              </a:xfrm>
              <a:custGeom>
                <a:avLst/>
                <a:gdLst>
                  <a:gd name="T0" fmla="*/ 0 w 49"/>
                  <a:gd name="T1" fmla="*/ 0 h 9"/>
                  <a:gd name="T2" fmla="*/ 39 w 49"/>
                  <a:gd name="T3" fmla="*/ 33 h 9"/>
                  <a:gd name="T4" fmla="*/ 70 w 49"/>
                  <a:gd name="T5" fmla="*/ 28 h 9"/>
                  <a:gd name="T6" fmla="*/ 183 w 49"/>
                  <a:gd name="T7" fmla="*/ 2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9">
                    <a:moveTo>
                      <a:pt x="0" y="0"/>
                    </a:moveTo>
                    <a:cubicBezTo>
                      <a:pt x="4" y="2"/>
                      <a:pt x="7" y="7"/>
                      <a:pt x="10" y="7"/>
                    </a:cubicBezTo>
                    <a:cubicBezTo>
                      <a:pt x="15" y="9"/>
                      <a:pt x="14" y="7"/>
                      <a:pt x="19" y="6"/>
                    </a:cubicBezTo>
                    <a:cubicBezTo>
                      <a:pt x="28" y="6"/>
                      <a:pt x="40" y="3"/>
                      <a:pt x="49" y="6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01" name="Freeform 3235">
                <a:extLst>
                  <a:ext uri="{FF2B5EF4-FFF2-40B4-BE49-F238E27FC236}">
                    <a16:creationId xmlns:a16="http://schemas.microsoft.com/office/drawing/2014/main" id="{69A89973-DA34-46D4-863A-4CEF8B1DC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3161"/>
                <a:ext cx="179" cy="61"/>
              </a:xfrm>
              <a:custGeom>
                <a:avLst/>
                <a:gdLst>
                  <a:gd name="T0" fmla="*/ 0 w 116"/>
                  <a:gd name="T1" fmla="*/ 26 h 37"/>
                  <a:gd name="T2" fmla="*/ 231 w 116"/>
                  <a:gd name="T3" fmla="*/ 13 h 37"/>
                  <a:gd name="T4" fmla="*/ 426 w 116"/>
                  <a:gd name="T5" fmla="*/ 16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37">
                    <a:moveTo>
                      <a:pt x="0" y="6"/>
                    </a:moveTo>
                    <a:cubicBezTo>
                      <a:pt x="22" y="4"/>
                      <a:pt x="41" y="0"/>
                      <a:pt x="63" y="3"/>
                    </a:cubicBezTo>
                    <a:cubicBezTo>
                      <a:pt x="83" y="6"/>
                      <a:pt x="110" y="19"/>
                      <a:pt x="116" y="37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02" name="Freeform 3236">
                <a:extLst>
                  <a:ext uri="{FF2B5EF4-FFF2-40B4-BE49-F238E27FC236}">
                    <a16:creationId xmlns:a16="http://schemas.microsoft.com/office/drawing/2014/main" id="{12803A43-1F6F-4B5C-AD3C-1E3171871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3299"/>
                <a:ext cx="42" cy="43"/>
              </a:xfrm>
              <a:custGeom>
                <a:avLst/>
                <a:gdLst>
                  <a:gd name="T0" fmla="*/ 0 w 27"/>
                  <a:gd name="T1" fmla="*/ 8 h 26"/>
                  <a:gd name="T2" fmla="*/ 79 w 27"/>
                  <a:gd name="T3" fmla="*/ 33 h 26"/>
                  <a:gd name="T4" fmla="*/ 95 w 27"/>
                  <a:gd name="T5" fmla="*/ 1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0" y="2"/>
                    </a:moveTo>
                    <a:cubicBezTo>
                      <a:pt x="5" y="0"/>
                      <a:pt x="17" y="3"/>
                      <a:pt x="21" y="7"/>
                    </a:cubicBezTo>
                    <a:cubicBezTo>
                      <a:pt x="27" y="13"/>
                      <a:pt x="25" y="19"/>
                      <a:pt x="25" y="26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03" name="Freeform 3237">
                <a:extLst>
                  <a:ext uri="{FF2B5EF4-FFF2-40B4-BE49-F238E27FC236}">
                    <a16:creationId xmlns:a16="http://schemas.microsoft.com/office/drawing/2014/main" id="{C2238705-78D3-45CD-AC2D-E4E72B4CA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3092"/>
                <a:ext cx="85" cy="59"/>
              </a:xfrm>
              <a:custGeom>
                <a:avLst/>
                <a:gdLst>
                  <a:gd name="T0" fmla="*/ 0 w 55"/>
                  <a:gd name="T1" fmla="*/ 26 h 36"/>
                  <a:gd name="T2" fmla="*/ 96 w 55"/>
                  <a:gd name="T3" fmla="*/ 0 h 36"/>
                  <a:gd name="T4" fmla="*/ 202 w 55"/>
                  <a:gd name="T5" fmla="*/ 159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6">
                    <a:moveTo>
                      <a:pt x="0" y="6"/>
                    </a:moveTo>
                    <a:cubicBezTo>
                      <a:pt x="6" y="7"/>
                      <a:pt x="21" y="6"/>
                      <a:pt x="26" y="0"/>
                    </a:cubicBezTo>
                    <a:cubicBezTo>
                      <a:pt x="34" y="12"/>
                      <a:pt x="45" y="25"/>
                      <a:pt x="55" y="36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04" name="Freeform 3238">
                <a:extLst>
                  <a:ext uri="{FF2B5EF4-FFF2-40B4-BE49-F238E27FC236}">
                    <a16:creationId xmlns:a16="http://schemas.microsoft.com/office/drawing/2014/main" id="{98F6E1BF-42ED-4B64-B57A-784C89688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4" y="3141"/>
                <a:ext cx="71" cy="45"/>
              </a:xfrm>
              <a:custGeom>
                <a:avLst/>
                <a:gdLst>
                  <a:gd name="T0" fmla="*/ 170 w 46"/>
                  <a:gd name="T1" fmla="*/ 125 h 27"/>
                  <a:gd name="T2" fmla="*/ 136 w 46"/>
                  <a:gd name="T3" fmla="*/ 28 h 27"/>
                  <a:gd name="T4" fmla="*/ 0 w 46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7">
                    <a:moveTo>
                      <a:pt x="46" y="27"/>
                    </a:moveTo>
                    <a:cubicBezTo>
                      <a:pt x="40" y="22"/>
                      <a:pt x="37" y="14"/>
                      <a:pt x="37" y="6"/>
                    </a:cubicBezTo>
                    <a:cubicBezTo>
                      <a:pt x="29" y="15"/>
                      <a:pt x="10" y="5"/>
                      <a:pt x="0" y="0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05" name="Freeform 3239">
                <a:extLst>
                  <a:ext uri="{FF2B5EF4-FFF2-40B4-BE49-F238E27FC236}">
                    <a16:creationId xmlns:a16="http://schemas.microsoft.com/office/drawing/2014/main" id="{03C7B2B7-FDB0-4962-9AB3-C1CE19010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3023"/>
                <a:ext cx="33" cy="44"/>
              </a:xfrm>
              <a:custGeom>
                <a:avLst/>
                <a:gdLst>
                  <a:gd name="T0" fmla="*/ 0 w 21"/>
                  <a:gd name="T1" fmla="*/ 55 h 27"/>
                  <a:gd name="T2" fmla="*/ 49 w 21"/>
                  <a:gd name="T3" fmla="*/ 0 h 27"/>
                  <a:gd name="T4" fmla="*/ 82 w 21"/>
                  <a:gd name="T5" fmla="*/ 11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7">
                    <a:moveTo>
                      <a:pt x="0" y="13"/>
                    </a:moveTo>
                    <a:cubicBezTo>
                      <a:pt x="8" y="12"/>
                      <a:pt x="12" y="5"/>
                      <a:pt x="13" y="0"/>
                    </a:cubicBezTo>
                    <a:cubicBezTo>
                      <a:pt x="12" y="11"/>
                      <a:pt x="19" y="18"/>
                      <a:pt x="21" y="27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06" name="Freeform 3240">
                <a:extLst>
                  <a:ext uri="{FF2B5EF4-FFF2-40B4-BE49-F238E27FC236}">
                    <a16:creationId xmlns:a16="http://schemas.microsoft.com/office/drawing/2014/main" id="{AB9838F9-0CFD-4BB4-88DF-902BA32BE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2963"/>
                <a:ext cx="71" cy="32"/>
              </a:xfrm>
              <a:custGeom>
                <a:avLst/>
                <a:gdLst>
                  <a:gd name="T0" fmla="*/ 0 w 46"/>
                  <a:gd name="T1" fmla="*/ 5 h 19"/>
                  <a:gd name="T2" fmla="*/ 66 w 46"/>
                  <a:gd name="T3" fmla="*/ 5 h 19"/>
                  <a:gd name="T4" fmla="*/ 110 w 46"/>
                  <a:gd name="T5" fmla="*/ 37 h 19"/>
                  <a:gd name="T6" fmla="*/ 170 w 46"/>
                  <a:gd name="T7" fmla="*/ 91 h 19"/>
                  <a:gd name="T8" fmla="*/ 45 w 46"/>
                  <a:gd name="T9" fmla="*/ 76 h 19"/>
                  <a:gd name="T10" fmla="*/ 14 w 46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19">
                    <a:moveTo>
                      <a:pt x="0" y="1"/>
                    </a:moveTo>
                    <a:cubicBezTo>
                      <a:pt x="6" y="3"/>
                      <a:pt x="12" y="0"/>
                      <a:pt x="18" y="1"/>
                    </a:cubicBezTo>
                    <a:cubicBezTo>
                      <a:pt x="23" y="2"/>
                      <a:pt x="25" y="5"/>
                      <a:pt x="30" y="8"/>
                    </a:cubicBezTo>
                    <a:cubicBezTo>
                      <a:pt x="35" y="12"/>
                      <a:pt x="42" y="14"/>
                      <a:pt x="46" y="19"/>
                    </a:cubicBezTo>
                    <a:cubicBezTo>
                      <a:pt x="39" y="16"/>
                      <a:pt x="19" y="13"/>
                      <a:pt x="12" y="16"/>
                    </a:cubicBezTo>
                    <a:cubicBezTo>
                      <a:pt x="1" y="12"/>
                      <a:pt x="14" y="1"/>
                      <a:pt x="4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07" name="Freeform 3241">
                <a:extLst>
                  <a:ext uri="{FF2B5EF4-FFF2-40B4-BE49-F238E27FC236}">
                    <a16:creationId xmlns:a16="http://schemas.microsoft.com/office/drawing/2014/main" id="{F8F00392-0641-4AE2-922A-7B7EE09D6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935"/>
                <a:ext cx="44" cy="40"/>
              </a:xfrm>
              <a:custGeom>
                <a:avLst/>
                <a:gdLst>
                  <a:gd name="T0" fmla="*/ 0 w 28"/>
                  <a:gd name="T1" fmla="*/ 78 h 24"/>
                  <a:gd name="T2" fmla="*/ 47 w 28"/>
                  <a:gd name="T3" fmla="*/ 0 h 24"/>
                  <a:gd name="T4" fmla="*/ 108 w 28"/>
                  <a:gd name="T5" fmla="*/ 63 h 24"/>
                  <a:gd name="T6" fmla="*/ 39 w 28"/>
                  <a:gd name="T7" fmla="*/ 11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4">
                    <a:moveTo>
                      <a:pt x="0" y="17"/>
                    </a:moveTo>
                    <a:cubicBezTo>
                      <a:pt x="6" y="14"/>
                      <a:pt x="10" y="6"/>
                      <a:pt x="12" y="0"/>
                    </a:cubicBezTo>
                    <a:cubicBezTo>
                      <a:pt x="16" y="4"/>
                      <a:pt x="23" y="11"/>
                      <a:pt x="28" y="14"/>
                    </a:cubicBezTo>
                    <a:cubicBezTo>
                      <a:pt x="25" y="18"/>
                      <a:pt x="15" y="21"/>
                      <a:pt x="10" y="24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08" name="Freeform 3242">
                <a:extLst>
                  <a:ext uri="{FF2B5EF4-FFF2-40B4-BE49-F238E27FC236}">
                    <a16:creationId xmlns:a16="http://schemas.microsoft.com/office/drawing/2014/main" id="{F4F3C8D4-9978-4DEE-AE48-8A4719A8F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3009"/>
                <a:ext cx="20" cy="15"/>
              </a:xfrm>
              <a:custGeom>
                <a:avLst/>
                <a:gdLst>
                  <a:gd name="T0" fmla="*/ 5 w 13"/>
                  <a:gd name="T1" fmla="*/ 42 h 9"/>
                  <a:gd name="T2" fmla="*/ 0 w 13"/>
                  <a:gd name="T3" fmla="*/ 5 h 9"/>
                  <a:gd name="T4" fmla="*/ 48 w 1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" y="9"/>
                    </a:moveTo>
                    <a:cubicBezTo>
                      <a:pt x="1" y="7"/>
                      <a:pt x="1" y="4"/>
                      <a:pt x="0" y="1"/>
                    </a:cubicBezTo>
                    <a:cubicBezTo>
                      <a:pt x="4" y="2"/>
                      <a:pt x="9" y="2"/>
                      <a:pt x="13" y="0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09" name="Freeform 3243">
                <a:extLst>
                  <a:ext uri="{FF2B5EF4-FFF2-40B4-BE49-F238E27FC236}">
                    <a16:creationId xmlns:a16="http://schemas.microsoft.com/office/drawing/2014/main" id="{9D6AFE50-6075-4A24-8D48-62689F2FB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3018"/>
                <a:ext cx="54" cy="69"/>
              </a:xfrm>
              <a:custGeom>
                <a:avLst/>
                <a:gdLst>
                  <a:gd name="T0" fmla="*/ 0 w 35"/>
                  <a:gd name="T1" fmla="*/ 186 h 42"/>
                  <a:gd name="T2" fmla="*/ 88 w 35"/>
                  <a:gd name="T3" fmla="*/ 95 h 42"/>
                  <a:gd name="T4" fmla="*/ 80 w 35"/>
                  <a:gd name="T5" fmla="*/ 1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2">
                    <a:moveTo>
                      <a:pt x="0" y="42"/>
                    </a:moveTo>
                    <a:cubicBezTo>
                      <a:pt x="9" y="36"/>
                      <a:pt x="18" y="29"/>
                      <a:pt x="24" y="21"/>
                    </a:cubicBezTo>
                    <a:cubicBezTo>
                      <a:pt x="28" y="16"/>
                      <a:pt x="35" y="0"/>
                      <a:pt x="22" y="3"/>
                    </a:cubicBezTo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10" name="Freeform 3244">
                <a:extLst>
                  <a:ext uri="{FF2B5EF4-FFF2-40B4-BE49-F238E27FC236}">
                    <a16:creationId xmlns:a16="http://schemas.microsoft.com/office/drawing/2014/main" id="{C61755E7-FE73-4B99-B624-94D4A0480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3276"/>
                <a:ext cx="45" cy="94"/>
              </a:xfrm>
              <a:custGeom>
                <a:avLst/>
                <a:gdLst>
                  <a:gd name="T0" fmla="*/ 74 w 29"/>
                  <a:gd name="T1" fmla="*/ 0 h 57"/>
                  <a:gd name="T2" fmla="*/ 0 w 29"/>
                  <a:gd name="T3" fmla="*/ 97 h 57"/>
                  <a:gd name="T4" fmla="*/ 61 w 29"/>
                  <a:gd name="T5" fmla="*/ 256 h 57"/>
                  <a:gd name="T6" fmla="*/ 109 w 29"/>
                  <a:gd name="T7" fmla="*/ 35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7">
                    <a:moveTo>
                      <a:pt x="20" y="0"/>
                    </a:moveTo>
                    <a:cubicBezTo>
                      <a:pt x="14" y="10"/>
                      <a:pt x="13" y="22"/>
                      <a:pt x="0" y="22"/>
                    </a:cubicBezTo>
                    <a:cubicBezTo>
                      <a:pt x="14" y="29"/>
                      <a:pt x="10" y="45"/>
                      <a:pt x="16" y="57"/>
                    </a:cubicBezTo>
                    <a:cubicBezTo>
                      <a:pt x="23" y="45"/>
                      <a:pt x="24" y="23"/>
                      <a:pt x="29" y="8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11" name="Freeform 3245">
                <a:extLst>
                  <a:ext uri="{FF2B5EF4-FFF2-40B4-BE49-F238E27FC236}">
                    <a16:creationId xmlns:a16="http://schemas.microsoft.com/office/drawing/2014/main" id="{1F5F553D-9AD6-45BF-9BA7-06D78826C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3431"/>
                <a:ext cx="36" cy="69"/>
              </a:xfrm>
              <a:custGeom>
                <a:avLst/>
                <a:gdLst>
                  <a:gd name="T0" fmla="*/ 49 w 23"/>
                  <a:gd name="T1" fmla="*/ 62 h 42"/>
                  <a:gd name="T2" fmla="*/ 0 w 23"/>
                  <a:gd name="T3" fmla="*/ 138 h 42"/>
                  <a:gd name="T4" fmla="*/ 69 w 23"/>
                  <a:gd name="T5" fmla="*/ 186 h 42"/>
                  <a:gd name="T6" fmla="*/ 88 w 23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2">
                    <a:moveTo>
                      <a:pt x="13" y="14"/>
                    </a:moveTo>
                    <a:cubicBezTo>
                      <a:pt x="11" y="22"/>
                      <a:pt x="5" y="27"/>
                      <a:pt x="0" y="31"/>
                    </a:cubicBezTo>
                    <a:cubicBezTo>
                      <a:pt x="7" y="31"/>
                      <a:pt x="13" y="38"/>
                      <a:pt x="18" y="42"/>
                    </a:cubicBezTo>
                    <a:cubicBezTo>
                      <a:pt x="18" y="29"/>
                      <a:pt x="17" y="12"/>
                      <a:pt x="23" y="0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12" name="Freeform 3246">
                <a:extLst>
                  <a:ext uri="{FF2B5EF4-FFF2-40B4-BE49-F238E27FC236}">
                    <a16:creationId xmlns:a16="http://schemas.microsoft.com/office/drawing/2014/main" id="{D03A7815-01F7-489A-9C9A-DD0A74D3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3622"/>
                <a:ext cx="25" cy="20"/>
              </a:xfrm>
              <a:custGeom>
                <a:avLst/>
                <a:gdLst>
                  <a:gd name="T0" fmla="*/ 13 w 16"/>
                  <a:gd name="T1" fmla="*/ 0 h 12"/>
                  <a:gd name="T2" fmla="*/ 0 w 16"/>
                  <a:gd name="T3" fmla="*/ 37 h 12"/>
                  <a:gd name="T4" fmla="*/ 5 w 16"/>
                  <a:gd name="T5" fmla="*/ 42 h 12"/>
                  <a:gd name="T6" fmla="*/ 61 w 16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3" y="0"/>
                    </a:moveTo>
                    <a:cubicBezTo>
                      <a:pt x="2" y="2"/>
                      <a:pt x="1" y="6"/>
                      <a:pt x="0" y="8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6" y="7"/>
                      <a:pt x="11" y="12"/>
                      <a:pt x="16" y="11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13" name="Freeform 3247">
                <a:extLst>
                  <a:ext uri="{FF2B5EF4-FFF2-40B4-BE49-F238E27FC236}">
                    <a16:creationId xmlns:a16="http://schemas.microsoft.com/office/drawing/2014/main" id="{46A7D8E3-4F82-4509-B350-DF50E05A6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3741"/>
                <a:ext cx="42" cy="48"/>
              </a:xfrm>
              <a:custGeom>
                <a:avLst/>
                <a:gdLst>
                  <a:gd name="T0" fmla="*/ 8 w 27"/>
                  <a:gd name="T1" fmla="*/ 13 h 29"/>
                  <a:gd name="T2" fmla="*/ 5 w 27"/>
                  <a:gd name="T3" fmla="*/ 113 h 29"/>
                  <a:gd name="T4" fmla="*/ 101 w 27"/>
                  <a:gd name="T5" fmla="*/ 131 h 29"/>
                  <a:gd name="T6" fmla="*/ 75 w 27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9">
                    <a:moveTo>
                      <a:pt x="2" y="3"/>
                    </a:moveTo>
                    <a:cubicBezTo>
                      <a:pt x="0" y="10"/>
                      <a:pt x="1" y="18"/>
                      <a:pt x="1" y="25"/>
                    </a:cubicBezTo>
                    <a:cubicBezTo>
                      <a:pt x="10" y="22"/>
                      <a:pt x="18" y="25"/>
                      <a:pt x="27" y="29"/>
                    </a:cubicBezTo>
                    <a:cubicBezTo>
                      <a:pt x="22" y="20"/>
                      <a:pt x="20" y="11"/>
                      <a:pt x="20" y="0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14" name="Freeform 3248">
                <a:extLst>
                  <a:ext uri="{FF2B5EF4-FFF2-40B4-BE49-F238E27FC236}">
                    <a16:creationId xmlns:a16="http://schemas.microsoft.com/office/drawing/2014/main" id="{7C19490C-DC7E-4FC1-A93D-FFEDDE578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327"/>
                <a:ext cx="40" cy="61"/>
              </a:xfrm>
              <a:custGeom>
                <a:avLst/>
                <a:gdLst>
                  <a:gd name="T0" fmla="*/ 8 w 26"/>
                  <a:gd name="T1" fmla="*/ 41 h 37"/>
                  <a:gd name="T2" fmla="*/ 8 w 26"/>
                  <a:gd name="T3" fmla="*/ 104 h 37"/>
                  <a:gd name="T4" fmla="*/ 40 w 26"/>
                  <a:gd name="T5" fmla="*/ 167 h 37"/>
                  <a:gd name="T6" fmla="*/ 43 w 26"/>
                  <a:gd name="T7" fmla="*/ 54 h 37"/>
                  <a:gd name="T8" fmla="*/ 95 w 26"/>
                  <a:gd name="T9" fmla="*/ 104 h 37"/>
                  <a:gd name="T10" fmla="*/ 28 w 26"/>
                  <a:gd name="T11" fmla="*/ 33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7">
                    <a:moveTo>
                      <a:pt x="2" y="9"/>
                    </a:moveTo>
                    <a:cubicBezTo>
                      <a:pt x="1" y="14"/>
                      <a:pt x="0" y="19"/>
                      <a:pt x="2" y="23"/>
                    </a:cubicBezTo>
                    <a:cubicBezTo>
                      <a:pt x="5" y="28"/>
                      <a:pt x="9" y="31"/>
                      <a:pt x="11" y="37"/>
                    </a:cubicBezTo>
                    <a:cubicBezTo>
                      <a:pt x="9" y="31"/>
                      <a:pt x="6" y="16"/>
                      <a:pt x="12" y="12"/>
                    </a:cubicBezTo>
                    <a:cubicBezTo>
                      <a:pt x="19" y="8"/>
                      <a:pt x="23" y="19"/>
                      <a:pt x="26" y="23"/>
                    </a:cubicBezTo>
                    <a:cubicBezTo>
                      <a:pt x="25" y="16"/>
                      <a:pt x="16" y="0"/>
                      <a:pt x="8" y="7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15" name="Freeform 3249">
                <a:extLst>
                  <a:ext uri="{FF2B5EF4-FFF2-40B4-BE49-F238E27FC236}">
                    <a16:creationId xmlns:a16="http://schemas.microsoft.com/office/drawing/2014/main" id="{1CE4A7A2-2F96-4BF0-94F1-960CA5350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3370"/>
                <a:ext cx="23" cy="40"/>
              </a:xfrm>
              <a:custGeom>
                <a:avLst/>
                <a:gdLst>
                  <a:gd name="T0" fmla="*/ 0 w 15"/>
                  <a:gd name="T1" fmla="*/ 0 h 24"/>
                  <a:gd name="T2" fmla="*/ 54 w 15"/>
                  <a:gd name="T3" fmla="*/ 112 h 24"/>
                  <a:gd name="T4" fmla="*/ 49 w 15"/>
                  <a:gd name="T5" fmla="*/ 2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0" y="0"/>
                    </a:moveTo>
                    <a:cubicBezTo>
                      <a:pt x="1" y="9"/>
                      <a:pt x="8" y="20"/>
                      <a:pt x="15" y="24"/>
                    </a:cubicBezTo>
                    <a:cubicBezTo>
                      <a:pt x="11" y="20"/>
                      <a:pt x="13" y="11"/>
                      <a:pt x="14" y="5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16" name="Freeform 3250">
                <a:extLst>
                  <a:ext uri="{FF2B5EF4-FFF2-40B4-BE49-F238E27FC236}">
                    <a16:creationId xmlns:a16="http://schemas.microsoft.com/office/drawing/2014/main" id="{CFEFEC99-1F95-40BB-BC15-DB2DA7824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3107"/>
                <a:ext cx="36" cy="37"/>
              </a:xfrm>
              <a:custGeom>
                <a:avLst/>
                <a:gdLst>
                  <a:gd name="T0" fmla="*/ 34 w 23"/>
                  <a:gd name="T1" fmla="*/ 5 h 23"/>
                  <a:gd name="T2" fmla="*/ 0 w 23"/>
                  <a:gd name="T3" fmla="*/ 97 h 23"/>
                  <a:gd name="T4" fmla="*/ 42 w 23"/>
                  <a:gd name="T5" fmla="*/ 76 h 23"/>
                  <a:gd name="T6" fmla="*/ 88 w 23"/>
                  <a:gd name="T7" fmla="*/ 8 h 23"/>
                  <a:gd name="T8" fmla="*/ 42 w 23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9" y="1"/>
                    </a:moveTo>
                    <a:cubicBezTo>
                      <a:pt x="4" y="7"/>
                      <a:pt x="5" y="18"/>
                      <a:pt x="0" y="23"/>
                    </a:cubicBezTo>
                    <a:cubicBezTo>
                      <a:pt x="3" y="20"/>
                      <a:pt x="7" y="20"/>
                      <a:pt x="11" y="18"/>
                    </a:cubicBezTo>
                    <a:cubicBezTo>
                      <a:pt x="10" y="8"/>
                      <a:pt x="19" y="8"/>
                      <a:pt x="23" y="2"/>
                    </a:cubicBezTo>
                    <a:cubicBezTo>
                      <a:pt x="20" y="0"/>
                      <a:pt x="15" y="2"/>
                      <a:pt x="11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17" name="Freeform 3251">
                <a:extLst>
                  <a:ext uri="{FF2B5EF4-FFF2-40B4-BE49-F238E27FC236}">
                    <a16:creationId xmlns:a16="http://schemas.microsoft.com/office/drawing/2014/main" id="{D71F5612-BFE2-4CE4-B1E4-49CF8C03E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3133"/>
                <a:ext cx="81" cy="41"/>
              </a:xfrm>
              <a:custGeom>
                <a:avLst/>
                <a:gdLst>
                  <a:gd name="T0" fmla="*/ 21 w 53"/>
                  <a:gd name="T1" fmla="*/ 41 h 25"/>
                  <a:gd name="T2" fmla="*/ 0 w 53"/>
                  <a:gd name="T3" fmla="*/ 110 h 25"/>
                  <a:gd name="T4" fmla="*/ 101 w 53"/>
                  <a:gd name="T5" fmla="*/ 67 h 25"/>
                  <a:gd name="T6" fmla="*/ 190 w 53"/>
                  <a:gd name="T7" fmla="*/ 49 h 25"/>
                  <a:gd name="T8" fmla="*/ 124 w 53"/>
                  <a:gd name="T9" fmla="*/ 0 h 25"/>
                  <a:gd name="T10" fmla="*/ 116 w 53"/>
                  <a:gd name="T11" fmla="*/ 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25">
                    <a:moveTo>
                      <a:pt x="6" y="9"/>
                    </a:moveTo>
                    <a:cubicBezTo>
                      <a:pt x="16" y="11"/>
                      <a:pt x="3" y="23"/>
                      <a:pt x="0" y="25"/>
                    </a:cubicBezTo>
                    <a:cubicBezTo>
                      <a:pt x="8" y="20"/>
                      <a:pt x="19" y="18"/>
                      <a:pt x="28" y="15"/>
                    </a:cubicBezTo>
                    <a:cubicBezTo>
                      <a:pt x="36" y="14"/>
                      <a:pt x="45" y="10"/>
                      <a:pt x="53" y="11"/>
                    </a:cubicBezTo>
                    <a:cubicBezTo>
                      <a:pt x="46" y="9"/>
                      <a:pt x="39" y="6"/>
                      <a:pt x="35" y="0"/>
                    </a:cubicBezTo>
                    <a:cubicBezTo>
                      <a:pt x="34" y="1"/>
                      <a:pt x="33" y="1"/>
                      <a:pt x="33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18" name="Freeform 3252">
                <a:extLst>
                  <a:ext uri="{FF2B5EF4-FFF2-40B4-BE49-F238E27FC236}">
                    <a16:creationId xmlns:a16="http://schemas.microsoft.com/office/drawing/2014/main" id="{249A6E94-BC23-4C6C-9CEB-5646CBBE3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3051"/>
                <a:ext cx="36" cy="57"/>
              </a:xfrm>
              <a:custGeom>
                <a:avLst/>
                <a:gdLst>
                  <a:gd name="T0" fmla="*/ 88 w 23"/>
                  <a:gd name="T1" fmla="*/ 8 h 35"/>
                  <a:gd name="T2" fmla="*/ 69 w 23"/>
                  <a:gd name="T3" fmla="*/ 98 h 35"/>
                  <a:gd name="T4" fmla="*/ 0 w 23"/>
                  <a:gd name="T5" fmla="*/ 151 h 35"/>
                  <a:gd name="T6" fmla="*/ 88 w 23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5">
                    <a:moveTo>
                      <a:pt x="23" y="2"/>
                    </a:moveTo>
                    <a:cubicBezTo>
                      <a:pt x="19" y="8"/>
                      <a:pt x="18" y="16"/>
                      <a:pt x="18" y="23"/>
                    </a:cubicBezTo>
                    <a:cubicBezTo>
                      <a:pt x="11" y="24"/>
                      <a:pt x="5" y="31"/>
                      <a:pt x="0" y="35"/>
                    </a:cubicBezTo>
                    <a:cubicBezTo>
                      <a:pt x="4" y="22"/>
                      <a:pt x="15" y="11"/>
                      <a:pt x="23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19" name="Freeform 3253">
                <a:extLst>
                  <a:ext uri="{FF2B5EF4-FFF2-40B4-BE49-F238E27FC236}">
                    <a16:creationId xmlns:a16="http://schemas.microsoft.com/office/drawing/2014/main" id="{BB4C2B0A-DC9B-4B9F-B91E-42CDBCE3E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3158"/>
                <a:ext cx="25" cy="94"/>
              </a:xfrm>
              <a:custGeom>
                <a:avLst/>
                <a:gdLst>
                  <a:gd name="T0" fmla="*/ 48 w 16"/>
                  <a:gd name="T1" fmla="*/ 68 h 57"/>
                  <a:gd name="T2" fmla="*/ 61 w 16"/>
                  <a:gd name="T3" fmla="*/ 172 h 57"/>
                  <a:gd name="T4" fmla="*/ 0 w 16"/>
                  <a:gd name="T5" fmla="*/ 256 h 57"/>
                  <a:gd name="T6" fmla="*/ 14 w 16"/>
                  <a:gd name="T7" fmla="*/ 125 h 57"/>
                  <a:gd name="T8" fmla="*/ 61 w 16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7">
                    <a:moveTo>
                      <a:pt x="13" y="15"/>
                    </a:moveTo>
                    <a:cubicBezTo>
                      <a:pt x="11" y="21"/>
                      <a:pt x="12" y="34"/>
                      <a:pt x="16" y="38"/>
                    </a:cubicBezTo>
                    <a:cubicBezTo>
                      <a:pt x="9" y="42"/>
                      <a:pt x="4" y="50"/>
                      <a:pt x="0" y="57"/>
                    </a:cubicBezTo>
                    <a:cubicBezTo>
                      <a:pt x="3" y="48"/>
                      <a:pt x="2" y="37"/>
                      <a:pt x="4" y="28"/>
                    </a:cubicBezTo>
                    <a:cubicBezTo>
                      <a:pt x="7" y="18"/>
                      <a:pt x="13" y="9"/>
                      <a:pt x="16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20" name="Freeform 3254">
                <a:extLst>
                  <a:ext uri="{FF2B5EF4-FFF2-40B4-BE49-F238E27FC236}">
                    <a16:creationId xmlns:a16="http://schemas.microsoft.com/office/drawing/2014/main" id="{6DF91BD9-DD4C-4A0B-A107-2B6E1706C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3573"/>
                <a:ext cx="47" cy="84"/>
              </a:xfrm>
              <a:custGeom>
                <a:avLst/>
                <a:gdLst>
                  <a:gd name="T0" fmla="*/ 27 w 31"/>
                  <a:gd name="T1" fmla="*/ 26 h 51"/>
                  <a:gd name="T2" fmla="*/ 74 w 31"/>
                  <a:gd name="T3" fmla="*/ 71 h 51"/>
                  <a:gd name="T4" fmla="*/ 103 w 31"/>
                  <a:gd name="T5" fmla="*/ 89 h 51"/>
                  <a:gd name="T6" fmla="*/ 102 w 31"/>
                  <a:gd name="T7" fmla="*/ 147 h 51"/>
                  <a:gd name="T8" fmla="*/ 103 w 31"/>
                  <a:gd name="T9" fmla="*/ 227 h 51"/>
                  <a:gd name="T10" fmla="*/ 83 w 31"/>
                  <a:gd name="T11" fmla="*/ 173 h 51"/>
                  <a:gd name="T12" fmla="*/ 49 w 31"/>
                  <a:gd name="T13" fmla="*/ 119 h 51"/>
                  <a:gd name="T14" fmla="*/ 18 w 31"/>
                  <a:gd name="T15" fmla="*/ 49 h 51"/>
                  <a:gd name="T16" fmla="*/ 0 w 3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51">
                    <a:moveTo>
                      <a:pt x="8" y="6"/>
                    </a:moveTo>
                    <a:cubicBezTo>
                      <a:pt x="12" y="10"/>
                      <a:pt x="16" y="14"/>
                      <a:pt x="21" y="16"/>
                    </a:cubicBezTo>
                    <a:cubicBezTo>
                      <a:pt x="24" y="17"/>
                      <a:pt x="28" y="17"/>
                      <a:pt x="30" y="20"/>
                    </a:cubicBezTo>
                    <a:cubicBezTo>
                      <a:pt x="31" y="22"/>
                      <a:pt x="29" y="30"/>
                      <a:pt x="29" y="33"/>
                    </a:cubicBezTo>
                    <a:cubicBezTo>
                      <a:pt x="29" y="39"/>
                      <a:pt x="30" y="45"/>
                      <a:pt x="30" y="51"/>
                    </a:cubicBezTo>
                    <a:cubicBezTo>
                      <a:pt x="28" y="47"/>
                      <a:pt x="26" y="43"/>
                      <a:pt x="24" y="39"/>
                    </a:cubicBezTo>
                    <a:cubicBezTo>
                      <a:pt x="21" y="33"/>
                      <a:pt x="19" y="32"/>
                      <a:pt x="14" y="27"/>
                    </a:cubicBezTo>
                    <a:cubicBezTo>
                      <a:pt x="11" y="23"/>
                      <a:pt x="7" y="16"/>
                      <a:pt x="5" y="11"/>
                    </a:cubicBezTo>
                    <a:cubicBezTo>
                      <a:pt x="4" y="7"/>
                      <a:pt x="5" y="1"/>
                      <a:pt x="0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21" name="Freeform 3255">
                <a:extLst>
                  <a:ext uri="{FF2B5EF4-FFF2-40B4-BE49-F238E27FC236}">
                    <a16:creationId xmlns:a16="http://schemas.microsoft.com/office/drawing/2014/main" id="{41915AC6-7240-43BC-ABA1-4C73F98B1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3540"/>
                <a:ext cx="28" cy="28"/>
              </a:xfrm>
              <a:custGeom>
                <a:avLst/>
                <a:gdLst>
                  <a:gd name="T0" fmla="*/ 0 w 18"/>
                  <a:gd name="T1" fmla="*/ 20 h 17"/>
                  <a:gd name="T2" fmla="*/ 34 w 18"/>
                  <a:gd name="T3" fmla="*/ 76 h 17"/>
                  <a:gd name="T4" fmla="*/ 68 w 18"/>
                  <a:gd name="T5" fmla="*/ 0 h 17"/>
                  <a:gd name="T6" fmla="*/ 0 w 18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0" y="4"/>
                    </a:moveTo>
                    <a:cubicBezTo>
                      <a:pt x="2" y="8"/>
                      <a:pt x="6" y="14"/>
                      <a:pt x="9" y="17"/>
                    </a:cubicBezTo>
                    <a:cubicBezTo>
                      <a:pt x="11" y="11"/>
                      <a:pt x="16" y="6"/>
                      <a:pt x="18" y="0"/>
                    </a:cubicBezTo>
                    <a:cubicBezTo>
                      <a:pt x="12" y="7"/>
                      <a:pt x="8" y="7"/>
                      <a:pt x="0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22" name="Freeform 3256">
                <a:extLst>
                  <a:ext uri="{FF2B5EF4-FFF2-40B4-BE49-F238E27FC236}">
                    <a16:creationId xmlns:a16="http://schemas.microsoft.com/office/drawing/2014/main" id="{B32C06C5-C7F4-42BE-82FF-FD605C15A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571"/>
                <a:ext cx="15" cy="55"/>
              </a:xfrm>
              <a:custGeom>
                <a:avLst/>
                <a:gdLst>
                  <a:gd name="T0" fmla="*/ 8 w 10"/>
                  <a:gd name="T1" fmla="*/ 0 h 33"/>
                  <a:gd name="T2" fmla="*/ 26 w 10"/>
                  <a:gd name="T3" fmla="*/ 120 h 33"/>
                  <a:gd name="T4" fmla="*/ 35 w 10"/>
                  <a:gd name="T5" fmla="*/ 153 h 33"/>
                  <a:gd name="T6" fmla="*/ 35 w 10"/>
                  <a:gd name="T7" fmla="*/ 4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3">
                    <a:moveTo>
                      <a:pt x="2" y="0"/>
                    </a:moveTo>
                    <a:cubicBezTo>
                      <a:pt x="0" y="5"/>
                      <a:pt x="1" y="24"/>
                      <a:pt x="7" y="26"/>
                    </a:cubicBezTo>
                    <a:cubicBezTo>
                      <a:pt x="8" y="28"/>
                      <a:pt x="9" y="30"/>
                      <a:pt x="10" y="33"/>
                    </a:cubicBezTo>
                    <a:cubicBezTo>
                      <a:pt x="7" y="26"/>
                      <a:pt x="7" y="16"/>
                      <a:pt x="10" y="1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23" name="Freeform 3257">
                <a:extLst>
                  <a:ext uri="{FF2B5EF4-FFF2-40B4-BE49-F238E27FC236}">
                    <a16:creationId xmlns:a16="http://schemas.microsoft.com/office/drawing/2014/main" id="{01118033-38AF-42FE-9DF3-D576C8C19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3675"/>
                <a:ext cx="22" cy="77"/>
              </a:xfrm>
              <a:custGeom>
                <a:avLst/>
                <a:gdLst>
                  <a:gd name="T0" fmla="*/ 0 w 14"/>
                  <a:gd name="T1" fmla="*/ 97 h 47"/>
                  <a:gd name="T2" fmla="*/ 49 w 14"/>
                  <a:gd name="T3" fmla="*/ 206 h 47"/>
                  <a:gd name="T4" fmla="*/ 39 w 14"/>
                  <a:gd name="T5" fmla="*/ 75 h 47"/>
                  <a:gd name="T6" fmla="*/ 27 w 14"/>
                  <a:gd name="T7" fmla="*/ 29 h 47"/>
                  <a:gd name="T8" fmla="*/ 31 w 14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7">
                    <a:moveTo>
                      <a:pt x="0" y="22"/>
                    </a:moveTo>
                    <a:cubicBezTo>
                      <a:pt x="7" y="30"/>
                      <a:pt x="10" y="39"/>
                      <a:pt x="13" y="47"/>
                    </a:cubicBezTo>
                    <a:cubicBezTo>
                      <a:pt x="10" y="38"/>
                      <a:pt x="14" y="27"/>
                      <a:pt x="10" y="17"/>
                    </a:cubicBezTo>
                    <a:cubicBezTo>
                      <a:pt x="9" y="14"/>
                      <a:pt x="7" y="11"/>
                      <a:pt x="7" y="7"/>
                    </a:cubicBezTo>
                    <a:cubicBezTo>
                      <a:pt x="7" y="4"/>
                      <a:pt x="10" y="4"/>
                      <a:pt x="8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24" name="Freeform 3258">
                <a:extLst>
                  <a:ext uri="{FF2B5EF4-FFF2-40B4-BE49-F238E27FC236}">
                    <a16:creationId xmlns:a16="http://schemas.microsoft.com/office/drawing/2014/main" id="{5925A467-A3AB-45A4-897E-932ECE23E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3800"/>
                <a:ext cx="24" cy="35"/>
              </a:xfrm>
              <a:custGeom>
                <a:avLst/>
                <a:gdLst>
                  <a:gd name="T0" fmla="*/ 0 w 15"/>
                  <a:gd name="T1" fmla="*/ 0 h 21"/>
                  <a:gd name="T2" fmla="*/ 61 w 15"/>
                  <a:gd name="T3" fmla="*/ 97 h 21"/>
                  <a:gd name="T4" fmla="*/ 42 w 15"/>
                  <a:gd name="T5" fmla="*/ 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cubicBezTo>
                      <a:pt x="1" y="8"/>
                      <a:pt x="7" y="18"/>
                      <a:pt x="15" y="21"/>
                    </a:cubicBezTo>
                    <a:cubicBezTo>
                      <a:pt x="13" y="15"/>
                      <a:pt x="10" y="8"/>
                      <a:pt x="10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25" name="Freeform 3259">
                <a:extLst>
                  <a:ext uri="{FF2B5EF4-FFF2-40B4-BE49-F238E27FC236}">
                    <a16:creationId xmlns:a16="http://schemas.microsoft.com/office/drawing/2014/main" id="{65003779-1D6C-4BFC-8E4E-2E9D39626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3504"/>
                <a:ext cx="46" cy="138"/>
              </a:xfrm>
              <a:custGeom>
                <a:avLst/>
                <a:gdLst>
                  <a:gd name="T0" fmla="*/ 0 w 30"/>
                  <a:gd name="T1" fmla="*/ 0 h 84"/>
                  <a:gd name="T2" fmla="*/ 32 w 30"/>
                  <a:gd name="T3" fmla="*/ 105 h 84"/>
                  <a:gd name="T4" fmla="*/ 61 w 30"/>
                  <a:gd name="T5" fmla="*/ 192 h 84"/>
                  <a:gd name="T6" fmla="*/ 94 w 30"/>
                  <a:gd name="T7" fmla="*/ 269 h 84"/>
                  <a:gd name="T8" fmla="*/ 40 w 30"/>
                  <a:gd name="T9" fmla="*/ 353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4">
                    <a:moveTo>
                      <a:pt x="0" y="0"/>
                    </a:moveTo>
                    <a:cubicBezTo>
                      <a:pt x="5" y="5"/>
                      <a:pt x="7" y="17"/>
                      <a:pt x="9" y="24"/>
                    </a:cubicBezTo>
                    <a:cubicBezTo>
                      <a:pt x="11" y="30"/>
                      <a:pt x="14" y="37"/>
                      <a:pt x="17" y="43"/>
                    </a:cubicBezTo>
                    <a:cubicBezTo>
                      <a:pt x="19" y="49"/>
                      <a:pt x="24" y="55"/>
                      <a:pt x="26" y="61"/>
                    </a:cubicBezTo>
                    <a:cubicBezTo>
                      <a:pt x="30" y="72"/>
                      <a:pt x="24" y="84"/>
                      <a:pt x="11" y="80"/>
                    </a:cubicBezTo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26" name="Freeform 3260">
                <a:extLst>
                  <a:ext uri="{FF2B5EF4-FFF2-40B4-BE49-F238E27FC236}">
                    <a16:creationId xmlns:a16="http://schemas.microsoft.com/office/drawing/2014/main" id="{F7EF0947-5437-4349-919C-E3D81BEEA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952"/>
                <a:ext cx="15" cy="24"/>
              </a:xfrm>
              <a:custGeom>
                <a:avLst/>
                <a:gdLst>
                  <a:gd name="T0" fmla="*/ 0 w 10"/>
                  <a:gd name="T1" fmla="*/ 42 h 15"/>
                  <a:gd name="T2" fmla="*/ 27 w 10"/>
                  <a:gd name="T3" fmla="*/ 0 h 15"/>
                  <a:gd name="T4" fmla="*/ 35 w 10"/>
                  <a:gd name="T5" fmla="*/ 6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0" y="10"/>
                    </a:moveTo>
                    <a:cubicBezTo>
                      <a:pt x="3" y="7"/>
                      <a:pt x="6" y="4"/>
                      <a:pt x="8" y="0"/>
                    </a:cubicBezTo>
                    <a:cubicBezTo>
                      <a:pt x="8" y="4"/>
                      <a:pt x="9" y="12"/>
                      <a:pt x="10" y="15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27" name="Freeform 3261">
                <a:extLst>
                  <a:ext uri="{FF2B5EF4-FFF2-40B4-BE49-F238E27FC236}">
                    <a16:creationId xmlns:a16="http://schemas.microsoft.com/office/drawing/2014/main" id="{1F53FB56-B4C0-4129-9799-54DBF3B10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3006"/>
                <a:ext cx="62" cy="36"/>
              </a:xfrm>
              <a:custGeom>
                <a:avLst/>
                <a:gdLst>
                  <a:gd name="T0" fmla="*/ 0 w 40"/>
                  <a:gd name="T1" fmla="*/ 0 h 22"/>
                  <a:gd name="T2" fmla="*/ 82 w 40"/>
                  <a:gd name="T3" fmla="*/ 83 h 22"/>
                  <a:gd name="T4" fmla="*/ 127 w 40"/>
                  <a:gd name="T5" fmla="*/ 88 h 22"/>
                  <a:gd name="T6" fmla="*/ 144 w 40"/>
                  <a:gd name="T7" fmla="*/ 4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cubicBezTo>
                      <a:pt x="2" y="6"/>
                      <a:pt x="16" y="17"/>
                      <a:pt x="22" y="19"/>
                    </a:cubicBezTo>
                    <a:cubicBezTo>
                      <a:pt x="25" y="21"/>
                      <a:pt x="30" y="22"/>
                      <a:pt x="34" y="20"/>
                    </a:cubicBezTo>
                    <a:cubicBezTo>
                      <a:pt x="37" y="18"/>
                      <a:pt x="40" y="11"/>
                      <a:pt x="39" y="10"/>
                    </a:cubicBezTo>
                  </a:path>
                </a:pathLst>
              </a:custGeom>
              <a:solidFill>
                <a:srgbClr val="BD8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28" name="Freeform 3262">
                <a:extLst>
                  <a:ext uri="{FF2B5EF4-FFF2-40B4-BE49-F238E27FC236}">
                    <a16:creationId xmlns:a16="http://schemas.microsoft.com/office/drawing/2014/main" id="{ADABD03F-4EB6-4C42-A6F2-CF4E69ED7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428"/>
                <a:ext cx="48" cy="44"/>
              </a:xfrm>
              <a:custGeom>
                <a:avLst/>
                <a:gdLst>
                  <a:gd name="T0" fmla="*/ 0 w 31"/>
                  <a:gd name="T1" fmla="*/ 0 h 27"/>
                  <a:gd name="T2" fmla="*/ 36 w 31"/>
                  <a:gd name="T3" fmla="*/ 88 h 27"/>
                  <a:gd name="T4" fmla="*/ 67 w 31"/>
                  <a:gd name="T5" fmla="*/ 96 h 27"/>
                  <a:gd name="T6" fmla="*/ 115 w 31"/>
                  <a:gd name="T7" fmla="*/ 11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7">
                    <a:moveTo>
                      <a:pt x="0" y="0"/>
                    </a:moveTo>
                    <a:cubicBezTo>
                      <a:pt x="5" y="6"/>
                      <a:pt x="4" y="17"/>
                      <a:pt x="10" y="20"/>
                    </a:cubicBezTo>
                    <a:cubicBezTo>
                      <a:pt x="12" y="21"/>
                      <a:pt x="16" y="21"/>
                      <a:pt x="18" y="22"/>
                    </a:cubicBezTo>
                    <a:cubicBezTo>
                      <a:pt x="23" y="23"/>
                      <a:pt x="27" y="26"/>
                      <a:pt x="31" y="27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29" name="Freeform 3263">
                <a:extLst>
                  <a:ext uri="{FF2B5EF4-FFF2-40B4-BE49-F238E27FC236}">
                    <a16:creationId xmlns:a16="http://schemas.microsoft.com/office/drawing/2014/main" id="{7C094BE3-6655-4E46-AC2C-4ACC1B8CF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322"/>
                <a:ext cx="21" cy="22"/>
              </a:xfrm>
              <a:custGeom>
                <a:avLst/>
                <a:gdLst>
                  <a:gd name="T0" fmla="*/ 0 w 14"/>
                  <a:gd name="T1" fmla="*/ 0 h 13"/>
                  <a:gd name="T2" fmla="*/ 48 w 14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4" y="13"/>
                      <a:pt x="9" y="2"/>
                      <a:pt x="14" y="8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30" name="Freeform 3264">
                <a:extLst>
                  <a:ext uri="{FF2B5EF4-FFF2-40B4-BE49-F238E27FC236}">
                    <a16:creationId xmlns:a16="http://schemas.microsoft.com/office/drawing/2014/main" id="{8C88B604-E7E2-4C8D-87FD-DB2ECA1E4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579"/>
                <a:ext cx="41" cy="22"/>
              </a:xfrm>
              <a:custGeom>
                <a:avLst/>
                <a:gdLst>
                  <a:gd name="T0" fmla="*/ 0 w 27"/>
                  <a:gd name="T1" fmla="*/ 0 h 13"/>
                  <a:gd name="T2" fmla="*/ 26 w 27"/>
                  <a:gd name="T3" fmla="*/ 63 h 13"/>
                  <a:gd name="T4" fmla="*/ 55 w 27"/>
                  <a:gd name="T5" fmla="*/ 29 h 13"/>
                  <a:gd name="T6" fmla="*/ 94 w 27"/>
                  <a:gd name="T7" fmla="*/ 2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3">
                    <a:moveTo>
                      <a:pt x="0" y="0"/>
                    </a:moveTo>
                    <a:cubicBezTo>
                      <a:pt x="4" y="3"/>
                      <a:pt x="7" y="8"/>
                      <a:pt x="7" y="13"/>
                    </a:cubicBezTo>
                    <a:cubicBezTo>
                      <a:pt x="10" y="11"/>
                      <a:pt x="12" y="8"/>
                      <a:pt x="16" y="6"/>
                    </a:cubicBezTo>
                    <a:cubicBezTo>
                      <a:pt x="20" y="5"/>
                      <a:pt x="24" y="6"/>
                      <a:pt x="27" y="5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31" name="Freeform 3265">
                <a:extLst>
                  <a:ext uri="{FF2B5EF4-FFF2-40B4-BE49-F238E27FC236}">
                    <a16:creationId xmlns:a16="http://schemas.microsoft.com/office/drawing/2014/main" id="{BCA21151-83D4-4EF8-832C-9E86D9B68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2746"/>
                <a:ext cx="35" cy="19"/>
              </a:xfrm>
              <a:custGeom>
                <a:avLst/>
                <a:gdLst>
                  <a:gd name="T0" fmla="*/ 0 w 23"/>
                  <a:gd name="T1" fmla="*/ 0 h 12"/>
                  <a:gd name="T2" fmla="*/ 18 w 23"/>
                  <a:gd name="T3" fmla="*/ 48 h 12"/>
                  <a:gd name="T4" fmla="*/ 53 w 23"/>
                  <a:gd name="T5" fmla="*/ 27 h 12"/>
                  <a:gd name="T6" fmla="*/ 81 w 23"/>
                  <a:gd name="T7" fmla="*/ 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1" y="4"/>
                      <a:pt x="2" y="11"/>
                      <a:pt x="5" y="12"/>
                    </a:cubicBezTo>
                    <a:cubicBezTo>
                      <a:pt x="7" y="12"/>
                      <a:pt x="13" y="7"/>
                      <a:pt x="15" y="7"/>
                    </a:cubicBezTo>
                    <a:cubicBezTo>
                      <a:pt x="18" y="6"/>
                      <a:pt x="21" y="6"/>
                      <a:pt x="23" y="7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32" name="Freeform 3266">
                <a:extLst>
                  <a:ext uri="{FF2B5EF4-FFF2-40B4-BE49-F238E27FC236}">
                    <a16:creationId xmlns:a16="http://schemas.microsoft.com/office/drawing/2014/main" id="{F627B6C8-7184-4528-A8FE-40A562577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795"/>
                <a:ext cx="37" cy="17"/>
              </a:xfrm>
              <a:custGeom>
                <a:avLst/>
                <a:gdLst>
                  <a:gd name="T0" fmla="*/ 0 w 24"/>
                  <a:gd name="T1" fmla="*/ 0 h 10"/>
                  <a:gd name="T2" fmla="*/ 19 w 24"/>
                  <a:gd name="T3" fmla="*/ 49 h 10"/>
                  <a:gd name="T4" fmla="*/ 88 w 24"/>
                  <a:gd name="T5" fmla="*/ 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2" y="3"/>
                      <a:pt x="2" y="7"/>
                      <a:pt x="5" y="10"/>
                    </a:cubicBezTo>
                    <a:cubicBezTo>
                      <a:pt x="9" y="3"/>
                      <a:pt x="17" y="2"/>
                      <a:pt x="24" y="2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33" name="Freeform 3267">
                <a:extLst>
                  <a:ext uri="{FF2B5EF4-FFF2-40B4-BE49-F238E27FC236}">
                    <a16:creationId xmlns:a16="http://schemas.microsoft.com/office/drawing/2014/main" id="{B5EE4188-B768-402B-9722-A5F46C9DE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2884"/>
                <a:ext cx="49" cy="40"/>
              </a:xfrm>
              <a:custGeom>
                <a:avLst/>
                <a:gdLst>
                  <a:gd name="T0" fmla="*/ 0 w 32"/>
                  <a:gd name="T1" fmla="*/ 0 h 24"/>
                  <a:gd name="T2" fmla="*/ 32 w 32"/>
                  <a:gd name="T3" fmla="*/ 112 h 24"/>
                  <a:gd name="T4" fmla="*/ 115 w 32"/>
                  <a:gd name="T5" fmla="*/ 9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4">
                    <a:moveTo>
                      <a:pt x="0" y="0"/>
                    </a:moveTo>
                    <a:cubicBezTo>
                      <a:pt x="7" y="8"/>
                      <a:pt x="8" y="15"/>
                      <a:pt x="9" y="24"/>
                    </a:cubicBezTo>
                    <a:cubicBezTo>
                      <a:pt x="16" y="21"/>
                      <a:pt x="28" y="20"/>
                      <a:pt x="32" y="20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34" name="Freeform 3268">
                <a:extLst>
                  <a:ext uri="{FF2B5EF4-FFF2-40B4-BE49-F238E27FC236}">
                    <a16:creationId xmlns:a16="http://schemas.microsoft.com/office/drawing/2014/main" id="{4F183E0D-D593-4D05-911C-8F3EC300B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970"/>
                <a:ext cx="74" cy="44"/>
              </a:xfrm>
              <a:custGeom>
                <a:avLst/>
                <a:gdLst>
                  <a:gd name="T0" fmla="*/ 0 w 48"/>
                  <a:gd name="T1" fmla="*/ 0 h 27"/>
                  <a:gd name="T2" fmla="*/ 22 w 48"/>
                  <a:gd name="T3" fmla="*/ 68 h 27"/>
                  <a:gd name="T4" fmla="*/ 176 w 48"/>
                  <a:gd name="T5" fmla="*/ 117 h 27"/>
                  <a:gd name="T6" fmla="*/ 106 w 48"/>
                  <a:gd name="T7" fmla="*/ 55 h 27"/>
                  <a:gd name="T8" fmla="*/ 52 w 48"/>
                  <a:gd name="T9" fmla="*/ 1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7">
                    <a:moveTo>
                      <a:pt x="0" y="0"/>
                    </a:moveTo>
                    <a:cubicBezTo>
                      <a:pt x="3" y="5"/>
                      <a:pt x="3" y="12"/>
                      <a:pt x="6" y="16"/>
                    </a:cubicBezTo>
                    <a:cubicBezTo>
                      <a:pt x="18" y="11"/>
                      <a:pt x="37" y="22"/>
                      <a:pt x="48" y="27"/>
                    </a:cubicBezTo>
                    <a:cubicBezTo>
                      <a:pt x="44" y="22"/>
                      <a:pt x="35" y="17"/>
                      <a:pt x="29" y="13"/>
                    </a:cubicBezTo>
                    <a:cubicBezTo>
                      <a:pt x="25" y="10"/>
                      <a:pt x="16" y="7"/>
                      <a:pt x="14" y="4"/>
                    </a:cubicBezTo>
                  </a:path>
                </a:pathLst>
              </a:custGeom>
              <a:solidFill>
                <a:srgbClr val="FFE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35" name="Freeform 3269">
                <a:extLst>
                  <a:ext uri="{FF2B5EF4-FFF2-40B4-BE49-F238E27FC236}">
                    <a16:creationId xmlns:a16="http://schemas.microsoft.com/office/drawing/2014/main" id="{748CE31A-AFDE-4621-9F7D-62D1DF4D1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3517"/>
                <a:ext cx="23" cy="166"/>
              </a:xfrm>
              <a:custGeom>
                <a:avLst/>
                <a:gdLst>
                  <a:gd name="T0" fmla="*/ 28 w 15"/>
                  <a:gd name="T1" fmla="*/ 0 h 101"/>
                  <a:gd name="T2" fmla="*/ 54 w 15"/>
                  <a:gd name="T3" fmla="*/ 449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1">
                    <a:moveTo>
                      <a:pt x="8" y="0"/>
                    </a:moveTo>
                    <a:cubicBezTo>
                      <a:pt x="0" y="16"/>
                      <a:pt x="0" y="68"/>
                      <a:pt x="15" y="101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36" name="Freeform 3270">
                <a:extLst>
                  <a:ext uri="{FF2B5EF4-FFF2-40B4-BE49-F238E27FC236}">
                    <a16:creationId xmlns:a16="http://schemas.microsoft.com/office/drawing/2014/main" id="{735B4E47-E623-4A7E-A50A-605D80158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986"/>
                <a:ext cx="67" cy="30"/>
              </a:xfrm>
              <a:custGeom>
                <a:avLst/>
                <a:gdLst>
                  <a:gd name="T0" fmla="*/ 14 w 43"/>
                  <a:gd name="T1" fmla="*/ 8 h 18"/>
                  <a:gd name="T2" fmla="*/ 83 w 43"/>
                  <a:gd name="T3" fmla="*/ 78 h 18"/>
                  <a:gd name="T4" fmla="*/ 123 w 43"/>
                  <a:gd name="T5" fmla="*/ 62 h 18"/>
                  <a:gd name="T6" fmla="*/ 162 w 43"/>
                  <a:gd name="T7" fmla="*/ 50 h 18"/>
                  <a:gd name="T8" fmla="*/ 90 w 43"/>
                  <a:gd name="T9" fmla="*/ 47 h 18"/>
                  <a:gd name="T10" fmla="*/ 0 w 43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8">
                    <a:moveTo>
                      <a:pt x="4" y="2"/>
                    </a:moveTo>
                    <a:cubicBezTo>
                      <a:pt x="12" y="5"/>
                      <a:pt x="15" y="16"/>
                      <a:pt x="22" y="17"/>
                    </a:cubicBezTo>
                    <a:cubicBezTo>
                      <a:pt x="25" y="18"/>
                      <a:pt x="30" y="14"/>
                      <a:pt x="33" y="13"/>
                    </a:cubicBezTo>
                    <a:cubicBezTo>
                      <a:pt x="36" y="12"/>
                      <a:pt x="40" y="12"/>
                      <a:pt x="43" y="11"/>
                    </a:cubicBezTo>
                    <a:cubicBezTo>
                      <a:pt x="37" y="11"/>
                      <a:pt x="30" y="12"/>
                      <a:pt x="24" y="10"/>
                    </a:cubicBezTo>
                    <a:cubicBezTo>
                      <a:pt x="16" y="7"/>
                      <a:pt x="10" y="0"/>
                      <a:pt x="0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37" name="Freeform 3271">
                <a:extLst>
                  <a:ext uri="{FF2B5EF4-FFF2-40B4-BE49-F238E27FC236}">
                    <a16:creationId xmlns:a16="http://schemas.microsoft.com/office/drawing/2014/main" id="{4F8DB36E-E216-4C76-93C2-D6DD1FADD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3158"/>
                <a:ext cx="29" cy="21"/>
              </a:xfrm>
              <a:custGeom>
                <a:avLst/>
                <a:gdLst>
                  <a:gd name="T0" fmla="*/ 0 w 19"/>
                  <a:gd name="T1" fmla="*/ 0 h 13"/>
                  <a:gd name="T2" fmla="*/ 41 w 19"/>
                  <a:gd name="T3" fmla="*/ 5 h 13"/>
                  <a:gd name="T4" fmla="*/ 67 w 19"/>
                  <a:gd name="T5" fmla="*/ 55 h 13"/>
                  <a:gd name="T6" fmla="*/ 26 w 19"/>
                  <a:gd name="T7" fmla="*/ 2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3" y="1"/>
                      <a:pt x="9" y="0"/>
                      <a:pt x="12" y="1"/>
                    </a:cubicBezTo>
                    <a:cubicBezTo>
                      <a:pt x="15" y="3"/>
                      <a:pt x="18" y="10"/>
                      <a:pt x="19" y="13"/>
                    </a:cubicBezTo>
                    <a:cubicBezTo>
                      <a:pt x="15" y="10"/>
                      <a:pt x="10" y="8"/>
                      <a:pt x="7" y="5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38" name="Freeform 3272">
                <a:extLst>
                  <a:ext uri="{FF2B5EF4-FFF2-40B4-BE49-F238E27FC236}">
                    <a16:creationId xmlns:a16="http://schemas.microsoft.com/office/drawing/2014/main" id="{751A9CA2-3E97-4DDD-97D8-2315342F8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8" y="3149"/>
                <a:ext cx="51" cy="33"/>
              </a:xfrm>
              <a:custGeom>
                <a:avLst/>
                <a:gdLst>
                  <a:gd name="T0" fmla="*/ 0 w 33"/>
                  <a:gd name="T1" fmla="*/ 0 h 20"/>
                  <a:gd name="T2" fmla="*/ 60 w 33"/>
                  <a:gd name="T3" fmla="*/ 63 h 20"/>
                  <a:gd name="T4" fmla="*/ 122 w 33"/>
                  <a:gd name="T5" fmla="*/ 89 h 20"/>
                  <a:gd name="T6" fmla="*/ 102 w 33"/>
                  <a:gd name="T7" fmla="*/ 13 h 20"/>
                  <a:gd name="T8" fmla="*/ 29 w 33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0">
                    <a:moveTo>
                      <a:pt x="0" y="0"/>
                    </a:moveTo>
                    <a:cubicBezTo>
                      <a:pt x="4" y="4"/>
                      <a:pt x="12" y="11"/>
                      <a:pt x="16" y="14"/>
                    </a:cubicBezTo>
                    <a:cubicBezTo>
                      <a:pt x="21" y="17"/>
                      <a:pt x="29" y="18"/>
                      <a:pt x="33" y="20"/>
                    </a:cubicBezTo>
                    <a:cubicBezTo>
                      <a:pt x="27" y="17"/>
                      <a:pt x="30" y="9"/>
                      <a:pt x="28" y="3"/>
                    </a:cubicBezTo>
                    <a:cubicBezTo>
                      <a:pt x="23" y="8"/>
                      <a:pt x="13" y="3"/>
                      <a:pt x="8" y="1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39" name="Freeform 3273">
                <a:extLst>
                  <a:ext uri="{FF2B5EF4-FFF2-40B4-BE49-F238E27FC236}">
                    <a16:creationId xmlns:a16="http://schemas.microsoft.com/office/drawing/2014/main" id="{F56FE2BA-7A57-48D9-A9A4-28A9525FB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1" y="3103"/>
                <a:ext cx="31" cy="20"/>
              </a:xfrm>
              <a:custGeom>
                <a:avLst/>
                <a:gdLst>
                  <a:gd name="T0" fmla="*/ 0 w 20"/>
                  <a:gd name="T1" fmla="*/ 20 h 12"/>
                  <a:gd name="T2" fmla="*/ 48 w 20"/>
                  <a:gd name="T3" fmla="*/ 0 h 12"/>
                  <a:gd name="T4" fmla="*/ 74 w 20"/>
                  <a:gd name="T5" fmla="*/ 55 h 12"/>
                  <a:gd name="T6" fmla="*/ 22 w 20"/>
                  <a:gd name="T7" fmla="*/ 2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0" y="4"/>
                    </a:moveTo>
                    <a:cubicBezTo>
                      <a:pt x="4" y="6"/>
                      <a:pt x="10" y="2"/>
                      <a:pt x="13" y="0"/>
                    </a:cubicBezTo>
                    <a:cubicBezTo>
                      <a:pt x="16" y="3"/>
                      <a:pt x="19" y="8"/>
                      <a:pt x="20" y="12"/>
                    </a:cubicBezTo>
                    <a:cubicBezTo>
                      <a:pt x="16" y="9"/>
                      <a:pt x="11" y="5"/>
                      <a:pt x="6" y="5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40" name="Freeform 3274">
                <a:extLst>
                  <a:ext uri="{FF2B5EF4-FFF2-40B4-BE49-F238E27FC236}">
                    <a16:creationId xmlns:a16="http://schemas.microsoft.com/office/drawing/2014/main" id="{713A3236-8A1F-4825-BA1B-9FB97C699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3042"/>
                <a:ext cx="47" cy="37"/>
              </a:xfrm>
              <a:custGeom>
                <a:avLst/>
                <a:gdLst>
                  <a:gd name="T0" fmla="*/ 0 w 30"/>
                  <a:gd name="T1" fmla="*/ 8 h 22"/>
                  <a:gd name="T2" fmla="*/ 77 w 30"/>
                  <a:gd name="T3" fmla="*/ 0 h 22"/>
                  <a:gd name="T4" fmla="*/ 116 w 30"/>
                  <a:gd name="T5" fmla="*/ 71 h 22"/>
                  <a:gd name="T6" fmla="*/ 81 w 30"/>
                  <a:gd name="T7" fmla="*/ 104 h 22"/>
                  <a:gd name="T8" fmla="*/ 39 w 30"/>
                  <a:gd name="T9" fmla="*/ 2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2">
                    <a:moveTo>
                      <a:pt x="0" y="2"/>
                    </a:moveTo>
                    <a:cubicBezTo>
                      <a:pt x="6" y="5"/>
                      <a:pt x="15" y="5"/>
                      <a:pt x="20" y="0"/>
                    </a:cubicBezTo>
                    <a:cubicBezTo>
                      <a:pt x="20" y="6"/>
                      <a:pt x="25" y="11"/>
                      <a:pt x="30" y="15"/>
                    </a:cubicBezTo>
                    <a:cubicBezTo>
                      <a:pt x="23" y="12"/>
                      <a:pt x="22" y="16"/>
                      <a:pt x="21" y="22"/>
                    </a:cubicBezTo>
                    <a:cubicBezTo>
                      <a:pt x="21" y="12"/>
                      <a:pt x="18" y="10"/>
                      <a:pt x="10" y="6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41" name="Freeform 3275">
                <a:extLst>
                  <a:ext uri="{FF2B5EF4-FFF2-40B4-BE49-F238E27FC236}">
                    <a16:creationId xmlns:a16="http://schemas.microsoft.com/office/drawing/2014/main" id="{88C27090-3611-469F-83E3-2793ACEE0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3062"/>
                <a:ext cx="63" cy="40"/>
              </a:xfrm>
              <a:custGeom>
                <a:avLst/>
                <a:gdLst>
                  <a:gd name="T0" fmla="*/ 14 w 41"/>
                  <a:gd name="T1" fmla="*/ 28 h 24"/>
                  <a:gd name="T2" fmla="*/ 54 w 41"/>
                  <a:gd name="T3" fmla="*/ 112 h 24"/>
                  <a:gd name="T4" fmla="*/ 149 w 41"/>
                  <a:gd name="T5" fmla="*/ 50 h 24"/>
                  <a:gd name="T6" fmla="*/ 58 w 41"/>
                  <a:gd name="T7" fmla="*/ 28 h 24"/>
                  <a:gd name="T8" fmla="*/ 0 w 41"/>
                  <a:gd name="T9" fmla="*/ 1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4">
                    <a:moveTo>
                      <a:pt x="4" y="6"/>
                    </a:moveTo>
                    <a:cubicBezTo>
                      <a:pt x="11" y="10"/>
                      <a:pt x="15" y="16"/>
                      <a:pt x="15" y="24"/>
                    </a:cubicBezTo>
                    <a:cubicBezTo>
                      <a:pt x="20" y="13"/>
                      <a:pt x="29" y="13"/>
                      <a:pt x="41" y="11"/>
                    </a:cubicBezTo>
                    <a:cubicBezTo>
                      <a:pt x="33" y="10"/>
                      <a:pt x="23" y="10"/>
                      <a:pt x="16" y="6"/>
                    </a:cubicBezTo>
                    <a:cubicBezTo>
                      <a:pt x="10" y="3"/>
                      <a:pt x="8" y="0"/>
                      <a:pt x="0" y="3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42" name="Freeform 3276">
                <a:extLst>
                  <a:ext uri="{FF2B5EF4-FFF2-40B4-BE49-F238E27FC236}">
                    <a16:creationId xmlns:a16="http://schemas.microsoft.com/office/drawing/2014/main" id="{18F98B2B-372C-4E3D-8D21-5D154DF32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174"/>
                <a:ext cx="23" cy="45"/>
              </a:xfrm>
              <a:custGeom>
                <a:avLst/>
                <a:gdLst>
                  <a:gd name="T0" fmla="*/ 12 w 15"/>
                  <a:gd name="T1" fmla="*/ 5 h 27"/>
                  <a:gd name="T2" fmla="*/ 54 w 15"/>
                  <a:gd name="T3" fmla="*/ 5 h 27"/>
                  <a:gd name="T4" fmla="*/ 8 w 15"/>
                  <a:gd name="T5" fmla="*/ 125 h 27"/>
                  <a:gd name="T6" fmla="*/ 0 w 15"/>
                  <a:gd name="T7" fmla="*/ 1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3" y="1"/>
                    </a:moveTo>
                    <a:cubicBezTo>
                      <a:pt x="7" y="2"/>
                      <a:pt x="11" y="0"/>
                      <a:pt x="15" y="1"/>
                    </a:cubicBezTo>
                    <a:cubicBezTo>
                      <a:pt x="8" y="9"/>
                      <a:pt x="4" y="16"/>
                      <a:pt x="2" y="27"/>
                    </a:cubicBezTo>
                    <a:cubicBezTo>
                      <a:pt x="2" y="21"/>
                      <a:pt x="4" y="8"/>
                      <a:pt x="0" y="3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43" name="Freeform 3277">
                <a:extLst>
                  <a:ext uri="{FF2B5EF4-FFF2-40B4-BE49-F238E27FC236}">
                    <a16:creationId xmlns:a16="http://schemas.microsoft.com/office/drawing/2014/main" id="{8C2726EA-B1AC-4577-B6A9-A7189C327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3168"/>
                <a:ext cx="32" cy="54"/>
              </a:xfrm>
              <a:custGeom>
                <a:avLst/>
                <a:gdLst>
                  <a:gd name="T0" fmla="*/ 8 w 21"/>
                  <a:gd name="T1" fmla="*/ 26 h 33"/>
                  <a:gd name="T2" fmla="*/ 0 w 21"/>
                  <a:gd name="T3" fmla="*/ 144 h 33"/>
                  <a:gd name="T4" fmla="*/ 75 w 21"/>
                  <a:gd name="T5" fmla="*/ 110 h 33"/>
                  <a:gd name="T6" fmla="*/ 35 w 21"/>
                  <a:gd name="T7" fmla="*/ 70 h 33"/>
                  <a:gd name="T8" fmla="*/ 41 w 21"/>
                  <a:gd name="T9" fmla="*/ 5 h 33"/>
                  <a:gd name="T10" fmla="*/ 12 w 21"/>
                  <a:gd name="T11" fmla="*/ 8 h 33"/>
                  <a:gd name="T12" fmla="*/ 12 w 21"/>
                  <a:gd name="T13" fmla="*/ 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3">
                    <a:moveTo>
                      <a:pt x="2" y="6"/>
                    </a:moveTo>
                    <a:cubicBezTo>
                      <a:pt x="7" y="14"/>
                      <a:pt x="2" y="25"/>
                      <a:pt x="0" y="33"/>
                    </a:cubicBezTo>
                    <a:cubicBezTo>
                      <a:pt x="4" y="27"/>
                      <a:pt x="14" y="20"/>
                      <a:pt x="21" y="25"/>
                    </a:cubicBezTo>
                    <a:cubicBezTo>
                      <a:pt x="15" y="22"/>
                      <a:pt x="12" y="22"/>
                      <a:pt x="10" y="16"/>
                    </a:cubicBezTo>
                    <a:cubicBezTo>
                      <a:pt x="8" y="10"/>
                      <a:pt x="11" y="6"/>
                      <a:pt x="12" y="1"/>
                    </a:cubicBezTo>
                    <a:cubicBezTo>
                      <a:pt x="9" y="0"/>
                      <a:pt x="6" y="1"/>
                      <a:pt x="3" y="2"/>
                    </a:cubicBezTo>
                    <a:cubicBezTo>
                      <a:pt x="2" y="2"/>
                      <a:pt x="2" y="2"/>
                      <a:pt x="3" y="1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44" name="Freeform 3278">
                <a:extLst>
                  <a:ext uri="{FF2B5EF4-FFF2-40B4-BE49-F238E27FC236}">
                    <a16:creationId xmlns:a16="http://schemas.microsoft.com/office/drawing/2014/main" id="{BED888BE-81BB-46BB-8815-4B70CB1E6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3006"/>
                <a:ext cx="54" cy="46"/>
              </a:xfrm>
              <a:custGeom>
                <a:avLst/>
                <a:gdLst>
                  <a:gd name="T0" fmla="*/ 117 w 35"/>
                  <a:gd name="T1" fmla="*/ 20 h 28"/>
                  <a:gd name="T2" fmla="*/ 100 w 35"/>
                  <a:gd name="T3" fmla="*/ 125 h 28"/>
                  <a:gd name="T4" fmla="*/ 0 w 35"/>
                  <a:gd name="T5" fmla="*/ 13 h 28"/>
                  <a:gd name="T6" fmla="*/ 40 w 35"/>
                  <a:gd name="T7" fmla="*/ 21 h 28"/>
                  <a:gd name="T8" fmla="*/ 69 w 35"/>
                  <a:gd name="T9" fmla="*/ 41 h 28"/>
                  <a:gd name="T10" fmla="*/ 128 w 35"/>
                  <a:gd name="T11" fmla="*/ 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8">
                    <a:moveTo>
                      <a:pt x="32" y="4"/>
                    </a:moveTo>
                    <a:cubicBezTo>
                      <a:pt x="27" y="11"/>
                      <a:pt x="25" y="20"/>
                      <a:pt x="27" y="28"/>
                    </a:cubicBezTo>
                    <a:cubicBezTo>
                      <a:pt x="22" y="18"/>
                      <a:pt x="14" y="1"/>
                      <a:pt x="0" y="3"/>
                    </a:cubicBezTo>
                    <a:cubicBezTo>
                      <a:pt x="3" y="5"/>
                      <a:pt x="7" y="4"/>
                      <a:pt x="11" y="5"/>
                    </a:cubicBezTo>
                    <a:cubicBezTo>
                      <a:pt x="13" y="5"/>
                      <a:pt x="18" y="9"/>
                      <a:pt x="19" y="9"/>
                    </a:cubicBezTo>
                    <a:cubicBezTo>
                      <a:pt x="26" y="9"/>
                      <a:pt x="27" y="0"/>
                      <a:pt x="35" y="1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45" name="Freeform 3279">
                <a:extLst>
                  <a:ext uri="{FF2B5EF4-FFF2-40B4-BE49-F238E27FC236}">
                    <a16:creationId xmlns:a16="http://schemas.microsoft.com/office/drawing/2014/main" id="{D5491D83-6871-407C-8DD2-61A3ACAC9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3703"/>
                <a:ext cx="48" cy="51"/>
              </a:xfrm>
              <a:custGeom>
                <a:avLst/>
                <a:gdLst>
                  <a:gd name="T0" fmla="*/ 0 w 31"/>
                  <a:gd name="T1" fmla="*/ 54 h 31"/>
                  <a:gd name="T2" fmla="*/ 67 w 31"/>
                  <a:gd name="T3" fmla="*/ 49 h 31"/>
                  <a:gd name="T4" fmla="*/ 115 w 31"/>
                  <a:gd name="T5" fmla="*/ 0 h 31"/>
                  <a:gd name="T6" fmla="*/ 93 w 31"/>
                  <a:gd name="T7" fmla="*/ 54 h 31"/>
                  <a:gd name="T8" fmla="*/ 82 w 31"/>
                  <a:gd name="T9" fmla="*/ 138 h 31"/>
                  <a:gd name="T10" fmla="*/ 36 w 31"/>
                  <a:gd name="T11" fmla="*/ 8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1">
                    <a:moveTo>
                      <a:pt x="0" y="12"/>
                    </a:moveTo>
                    <a:cubicBezTo>
                      <a:pt x="5" y="15"/>
                      <a:pt x="12" y="13"/>
                      <a:pt x="18" y="11"/>
                    </a:cubicBezTo>
                    <a:cubicBezTo>
                      <a:pt x="24" y="9"/>
                      <a:pt x="25" y="3"/>
                      <a:pt x="31" y="0"/>
                    </a:cubicBezTo>
                    <a:cubicBezTo>
                      <a:pt x="30" y="5"/>
                      <a:pt x="27" y="8"/>
                      <a:pt x="25" y="12"/>
                    </a:cubicBezTo>
                    <a:cubicBezTo>
                      <a:pt x="21" y="19"/>
                      <a:pt x="22" y="24"/>
                      <a:pt x="22" y="31"/>
                    </a:cubicBezTo>
                    <a:cubicBezTo>
                      <a:pt x="19" y="27"/>
                      <a:pt x="17" y="18"/>
                      <a:pt x="10" y="19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46" name="Freeform 3280">
                <a:extLst>
                  <a:ext uri="{FF2B5EF4-FFF2-40B4-BE49-F238E27FC236}">
                    <a16:creationId xmlns:a16="http://schemas.microsoft.com/office/drawing/2014/main" id="{17E0B728-8CA7-4DEB-A1FB-6F71790B4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3380"/>
                <a:ext cx="36" cy="41"/>
              </a:xfrm>
              <a:custGeom>
                <a:avLst/>
                <a:gdLst>
                  <a:gd name="T0" fmla="*/ 14 w 23"/>
                  <a:gd name="T1" fmla="*/ 110 h 25"/>
                  <a:gd name="T2" fmla="*/ 61 w 23"/>
                  <a:gd name="T3" fmla="*/ 56 h 25"/>
                  <a:gd name="T4" fmla="*/ 88 w 23"/>
                  <a:gd name="T5" fmla="*/ 43 h 25"/>
                  <a:gd name="T6" fmla="*/ 31 w 23"/>
                  <a:gd name="T7" fmla="*/ 41 h 25"/>
                  <a:gd name="T8" fmla="*/ 20 w 23"/>
                  <a:gd name="T9" fmla="*/ 0 h 25"/>
                  <a:gd name="T10" fmla="*/ 22 w 23"/>
                  <a:gd name="T11" fmla="*/ 84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5">
                    <a:moveTo>
                      <a:pt x="4" y="25"/>
                    </a:moveTo>
                    <a:cubicBezTo>
                      <a:pt x="8" y="20"/>
                      <a:pt x="10" y="17"/>
                      <a:pt x="16" y="13"/>
                    </a:cubicBezTo>
                    <a:cubicBezTo>
                      <a:pt x="19" y="12"/>
                      <a:pt x="21" y="12"/>
                      <a:pt x="23" y="10"/>
                    </a:cubicBezTo>
                    <a:cubicBezTo>
                      <a:pt x="19" y="9"/>
                      <a:pt x="11" y="11"/>
                      <a:pt x="8" y="9"/>
                    </a:cubicBezTo>
                    <a:cubicBezTo>
                      <a:pt x="4" y="7"/>
                      <a:pt x="6" y="4"/>
                      <a:pt x="5" y="0"/>
                    </a:cubicBezTo>
                    <a:cubicBezTo>
                      <a:pt x="0" y="4"/>
                      <a:pt x="11" y="13"/>
                      <a:pt x="6" y="19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47" name="Freeform 3281">
                <a:extLst>
                  <a:ext uri="{FF2B5EF4-FFF2-40B4-BE49-F238E27FC236}">
                    <a16:creationId xmlns:a16="http://schemas.microsoft.com/office/drawing/2014/main" id="{75628CB1-F8B5-488D-B109-639AB770E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3398"/>
                <a:ext cx="11" cy="8"/>
              </a:xfrm>
              <a:custGeom>
                <a:avLst/>
                <a:gdLst>
                  <a:gd name="T0" fmla="*/ 0 w 7"/>
                  <a:gd name="T1" fmla="*/ 0 h 5"/>
                  <a:gd name="T2" fmla="*/ 5 w 7"/>
                  <a:gd name="T3" fmla="*/ 21 h 5"/>
                  <a:gd name="T4" fmla="*/ 27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2" y="4"/>
                      <a:pt x="5" y="1"/>
                      <a:pt x="7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48" name="Freeform 3282">
                <a:extLst>
                  <a:ext uri="{FF2B5EF4-FFF2-40B4-BE49-F238E27FC236}">
                    <a16:creationId xmlns:a16="http://schemas.microsoft.com/office/drawing/2014/main" id="{3A616CD4-5E27-488F-8FF4-9529E36C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3177"/>
                <a:ext cx="15" cy="28"/>
              </a:xfrm>
              <a:custGeom>
                <a:avLst/>
                <a:gdLst>
                  <a:gd name="T0" fmla="*/ 21 w 10"/>
                  <a:gd name="T1" fmla="*/ 0 h 17"/>
                  <a:gd name="T2" fmla="*/ 35 w 10"/>
                  <a:gd name="T3" fmla="*/ 68 h 17"/>
                  <a:gd name="T4" fmla="*/ 8 w 10"/>
                  <a:gd name="T5" fmla="*/ 76 h 17"/>
                  <a:gd name="T6" fmla="*/ 14 w 10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6" y="0"/>
                    </a:moveTo>
                    <a:cubicBezTo>
                      <a:pt x="4" y="5"/>
                      <a:pt x="7" y="11"/>
                      <a:pt x="10" y="15"/>
                    </a:cubicBezTo>
                    <a:cubicBezTo>
                      <a:pt x="7" y="14"/>
                      <a:pt x="4" y="15"/>
                      <a:pt x="2" y="17"/>
                    </a:cubicBezTo>
                    <a:cubicBezTo>
                      <a:pt x="4" y="12"/>
                      <a:pt x="0" y="2"/>
                      <a:pt x="4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49" name="Freeform 3283">
                <a:extLst>
                  <a:ext uri="{FF2B5EF4-FFF2-40B4-BE49-F238E27FC236}">
                    <a16:creationId xmlns:a16="http://schemas.microsoft.com/office/drawing/2014/main" id="{9FD6B34B-6C29-476B-8F0E-73D078AB8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3018"/>
                <a:ext cx="17" cy="18"/>
              </a:xfrm>
              <a:custGeom>
                <a:avLst/>
                <a:gdLst>
                  <a:gd name="T0" fmla="*/ 0 w 11"/>
                  <a:gd name="T1" fmla="*/ 21 h 11"/>
                  <a:gd name="T2" fmla="*/ 26 w 11"/>
                  <a:gd name="T3" fmla="*/ 47 h 11"/>
                  <a:gd name="T4" fmla="*/ 40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2" y="8"/>
                      <a:pt x="4" y="10"/>
                      <a:pt x="7" y="11"/>
                    </a:cubicBezTo>
                    <a:cubicBezTo>
                      <a:pt x="6" y="7"/>
                      <a:pt x="7" y="2"/>
                      <a:pt x="11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50" name="Freeform 3284">
                <a:extLst>
                  <a:ext uri="{FF2B5EF4-FFF2-40B4-BE49-F238E27FC236}">
                    <a16:creationId xmlns:a16="http://schemas.microsoft.com/office/drawing/2014/main" id="{2FAA6CB1-0F01-43AF-A50E-9947E5DAA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075"/>
                <a:ext cx="25" cy="13"/>
              </a:xfrm>
              <a:custGeom>
                <a:avLst/>
                <a:gdLst>
                  <a:gd name="T0" fmla="*/ 0 w 16"/>
                  <a:gd name="T1" fmla="*/ 0 h 8"/>
                  <a:gd name="T2" fmla="*/ 31 w 16"/>
                  <a:gd name="T3" fmla="*/ 34 h 8"/>
                  <a:gd name="T4" fmla="*/ 61 w 16"/>
                  <a:gd name="T5" fmla="*/ 8 h 8"/>
                  <a:gd name="T6" fmla="*/ 31 w 16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cubicBezTo>
                      <a:pt x="5" y="1"/>
                      <a:pt x="5" y="5"/>
                      <a:pt x="8" y="8"/>
                    </a:cubicBezTo>
                    <a:cubicBezTo>
                      <a:pt x="9" y="4"/>
                      <a:pt x="12" y="2"/>
                      <a:pt x="16" y="2"/>
                    </a:cubicBezTo>
                    <a:cubicBezTo>
                      <a:pt x="13" y="2"/>
                      <a:pt x="11" y="2"/>
                      <a:pt x="8" y="2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51" name="Freeform 3285">
                <a:extLst>
                  <a:ext uri="{FF2B5EF4-FFF2-40B4-BE49-F238E27FC236}">
                    <a16:creationId xmlns:a16="http://schemas.microsoft.com/office/drawing/2014/main" id="{40ECC82B-405B-4099-B7C8-56AD79ED1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3161"/>
                <a:ext cx="17" cy="10"/>
              </a:xfrm>
              <a:custGeom>
                <a:avLst/>
                <a:gdLst>
                  <a:gd name="T0" fmla="*/ 0 w 11"/>
                  <a:gd name="T1" fmla="*/ 0 h 6"/>
                  <a:gd name="T2" fmla="*/ 14 w 11"/>
                  <a:gd name="T3" fmla="*/ 28 h 6"/>
                  <a:gd name="T4" fmla="*/ 40 w 11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2" y="1"/>
                      <a:pt x="3" y="3"/>
                      <a:pt x="4" y="6"/>
                    </a:cubicBezTo>
                    <a:cubicBezTo>
                      <a:pt x="6" y="4"/>
                      <a:pt x="8" y="1"/>
                      <a:pt x="11" y="1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52" name="Freeform 3286">
                <a:extLst>
                  <a:ext uri="{FF2B5EF4-FFF2-40B4-BE49-F238E27FC236}">
                    <a16:creationId xmlns:a16="http://schemas.microsoft.com/office/drawing/2014/main" id="{B16A25EA-3855-4B9C-85E0-172E60D98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3721"/>
                <a:ext cx="17" cy="17"/>
              </a:xfrm>
              <a:custGeom>
                <a:avLst/>
                <a:gdLst>
                  <a:gd name="T0" fmla="*/ 0 w 11"/>
                  <a:gd name="T1" fmla="*/ 34 h 10"/>
                  <a:gd name="T2" fmla="*/ 26 w 11"/>
                  <a:gd name="T3" fmla="*/ 49 h 10"/>
                  <a:gd name="T4" fmla="*/ 40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4" y="9"/>
                      <a:pt x="7" y="10"/>
                    </a:cubicBezTo>
                    <a:cubicBezTo>
                      <a:pt x="8" y="7"/>
                      <a:pt x="8" y="2"/>
                      <a:pt x="11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53" name="Freeform 3287">
                <a:extLst>
                  <a:ext uri="{FF2B5EF4-FFF2-40B4-BE49-F238E27FC236}">
                    <a16:creationId xmlns:a16="http://schemas.microsoft.com/office/drawing/2014/main" id="{6587149F-CEF3-41EB-AFD9-3E09444AB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1" y="3238"/>
                <a:ext cx="115" cy="71"/>
              </a:xfrm>
              <a:custGeom>
                <a:avLst/>
                <a:gdLst>
                  <a:gd name="T0" fmla="*/ 96 w 74"/>
                  <a:gd name="T1" fmla="*/ 84 h 43"/>
                  <a:gd name="T2" fmla="*/ 135 w 74"/>
                  <a:gd name="T3" fmla="*/ 139 h 43"/>
                  <a:gd name="T4" fmla="*/ 278 w 74"/>
                  <a:gd name="T5" fmla="*/ 193 h 43"/>
                  <a:gd name="T6" fmla="*/ 258 w 74"/>
                  <a:gd name="T7" fmla="*/ 125 h 43"/>
                  <a:gd name="T8" fmla="*/ 123 w 74"/>
                  <a:gd name="T9" fmla="*/ 71 h 43"/>
                  <a:gd name="T10" fmla="*/ 62 w 74"/>
                  <a:gd name="T11" fmla="*/ 13 h 43"/>
                  <a:gd name="T12" fmla="*/ 0 w 74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3">
                    <a:moveTo>
                      <a:pt x="26" y="19"/>
                    </a:moveTo>
                    <a:cubicBezTo>
                      <a:pt x="30" y="22"/>
                      <a:pt x="33" y="26"/>
                      <a:pt x="36" y="31"/>
                    </a:cubicBezTo>
                    <a:cubicBezTo>
                      <a:pt x="49" y="28"/>
                      <a:pt x="63" y="38"/>
                      <a:pt x="74" y="43"/>
                    </a:cubicBezTo>
                    <a:cubicBezTo>
                      <a:pt x="69" y="39"/>
                      <a:pt x="70" y="34"/>
                      <a:pt x="69" y="28"/>
                    </a:cubicBezTo>
                    <a:cubicBezTo>
                      <a:pt x="55" y="31"/>
                      <a:pt x="43" y="28"/>
                      <a:pt x="33" y="16"/>
                    </a:cubicBezTo>
                    <a:cubicBezTo>
                      <a:pt x="28" y="9"/>
                      <a:pt x="26" y="5"/>
                      <a:pt x="17" y="3"/>
                    </a:cubicBezTo>
                    <a:cubicBezTo>
                      <a:pt x="12" y="2"/>
                      <a:pt x="3" y="2"/>
                      <a:pt x="0" y="0"/>
                    </a:cubicBezTo>
                  </a:path>
                </a:pathLst>
              </a:custGeom>
              <a:solidFill>
                <a:srgbClr val="FCC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54" name="Freeform 3288">
                <a:extLst>
                  <a:ext uri="{FF2B5EF4-FFF2-40B4-BE49-F238E27FC236}">
                    <a16:creationId xmlns:a16="http://schemas.microsoft.com/office/drawing/2014/main" id="{2784668B-A4AF-4695-8BFA-E2C1A9258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4" y="3266"/>
                <a:ext cx="22" cy="20"/>
              </a:xfrm>
              <a:custGeom>
                <a:avLst/>
                <a:gdLst>
                  <a:gd name="T0" fmla="*/ 0 w 14"/>
                  <a:gd name="T1" fmla="*/ 0 h 12"/>
                  <a:gd name="T2" fmla="*/ 31 w 14"/>
                  <a:gd name="T3" fmla="*/ 8 h 12"/>
                  <a:gd name="T4" fmla="*/ 55 w 14"/>
                  <a:gd name="T5" fmla="*/ 55 h 12"/>
                  <a:gd name="T6" fmla="*/ 22 w 14"/>
                  <a:gd name="T7" fmla="*/ 47 h 12"/>
                  <a:gd name="T8" fmla="*/ 0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2" y="1"/>
                      <a:pt x="5" y="2"/>
                      <a:pt x="8" y="2"/>
                    </a:cubicBezTo>
                    <a:cubicBezTo>
                      <a:pt x="7" y="7"/>
                      <a:pt x="10" y="10"/>
                      <a:pt x="14" y="12"/>
                    </a:cubicBezTo>
                    <a:cubicBezTo>
                      <a:pt x="12" y="12"/>
                      <a:pt x="7" y="11"/>
                      <a:pt x="6" y="10"/>
                    </a:cubicBezTo>
                    <a:cubicBezTo>
                      <a:pt x="3" y="7"/>
                      <a:pt x="5" y="3"/>
                      <a:pt x="0" y="0"/>
                    </a:cubicBezTo>
                  </a:path>
                </a:pathLst>
              </a:custGeom>
              <a:solidFill>
                <a:srgbClr val="F0B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55" name="Freeform 3289">
                <a:extLst>
                  <a:ext uri="{FF2B5EF4-FFF2-40B4-BE49-F238E27FC236}">
                    <a16:creationId xmlns:a16="http://schemas.microsoft.com/office/drawing/2014/main" id="{EA9D44DE-E3D4-4CCA-87CA-599ECE5B8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3027"/>
                <a:ext cx="67" cy="73"/>
              </a:xfrm>
              <a:custGeom>
                <a:avLst/>
                <a:gdLst>
                  <a:gd name="T0" fmla="*/ 12 w 43"/>
                  <a:gd name="T1" fmla="*/ 201 h 44"/>
                  <a:gd name="T2" fmla="*/ 47 w 43"/>
                  <a:gd name="T3" fmla="*/ 37 h 44"/>
                  <a:gd name="T4" fmla="*/ 162 w 43"/>
                  <a:gd name="T5" fmla="*/ 68 h 44"/>
                  <a:gd name="T6" fmla="*/ 108 w 43"/>
                  <a:gd name="T7" fmla="*/ 124 h 44"/>
                  <a:gd name="T8" fmla="*/ 47 w 43"/>
                  <a:gd name="T9" fmla="*/ 14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4">
                    <a:moveTo>
                      <a:pt x="3" y="44"/>
                    </a:moveTo>
                    <a:cubicBezTo>
                      <a:pt x="0" y="36"/>
                      <a:pt x="5" y="14"/>
                      <a:pt x="12" y="8"/>
                    </a:cubicBezTo>
                    <a:cubicBezTo>
                      <a:pt x="21" y="0"/>
                      <a:pt x="41" y="1"/>
                      <a:pt x="43" y="15"/>
                    </a:cubicBezTo>
                    <a:cubicBezTo>
                      <a:pt x="34" y="10"/>
                      <a:pt x="26" y="17"/>
                      <a:pt x="28" y="27"/>
                    </a:cubicBezTo>
                    <a:cubicBezTo>
                      <a:pt x="22" y="28"/>
                      <a:pt x="16" y="27"/>
                      <a:pt x="12" y="32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56" name="Freeform 3290">
                <a:extLst>
                  <a:ext uri="{FF2B5EF4-FFF2-40B4-BE49-F238E27FC236}">
                    <a16:creationId xmlns:a16="http://schemas.microsoft.com/office/drawing/2014/main" id="{31D482B8-EFDA-4946-A401-12CB60739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973"/>
                <a:ext cx="114" cy="99"/>
              </a:xfrm>
              <a:custGeom>
                <a:avLst/>
                <a:gdLst>
                  <a:gd name="T0" fmla="*/ 0 w 74"/>
                  <a:gd name="T1" fmla="*/ 167 h 60"/>
                  <a:gd name="T2" fmla="*/ 271 w 74"/>
                  <a:gd name="T3" fmla="*/ 137 h 60"/>
                  <a:gd name="T4" fmla="*/ 230 w 74"/>
                  <a:gd name="T5" fmla="*/ 109 h 60"/>
                  <a:gd name="T6" fmla="*/ 168 w 74"/>
                  <a:gd name="T7" fmla="*/ 117 h 60"/>
                  <a:gd name="T8" fmla="*/ 88 w 74"/>
                  <a:gd name="T9" fmla="*/ 117 h 60"/>
                  <a:gd name="T10" fmla="*/ 54 w 74"/>
                  <a:gd name="T11" fmla="*/ 198 h 60"/>
                  <a:gd name="T12" fmla="*/ 8 w 74"/>
                  <a:gd name="T13" fmla="*/ 198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60">
                    <a:moveTo>
                      <a:pt x="0" y="37"/>
                    </a:moveTo>
                    <a:cubicBezTo>
                      <a:pt x="14" y="8"/>
                      <a:pt x="56" y="0"/>
                      <a:pt x="74" y="30"/>
                    </a:cubicBezTo>
                    <a:cubicBezTo>
                      <a:pt x="71" y="29"/>
                      <a:pt x="66" y="25"/>
                      <a:pt x="63" y="24"/>
                    </a:cubicBezTo>
                    <a:cubicBezTo>
                      <a:pt x="55" y="22"/>
                      <a:pt x="53" y="26"/>
                      <a:pt x="46" y="26"/>
                    </a:cubicBezTo>
                    <a:cubicBezTo>
                      <a:pt x="38" y="26"/>
                      <a:pt x="32" y="23"/>
                      <a:pt x="24" y="26"/>
                    </a:cubicBezTo>
                    <a:cubicBezTo>
                      <a:pt x="13" y="31"/>
                      <a:pt x="18" y="36"/>
                      <a:pt x="15" y="44"/>
                    </a:cubicBezTo>
                    <a:cubicBezTo>
                      <a:pt x="11" y="51"/>
                      <a:pt x="7" y="60"/>
                      <a:pt x="2" y="44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57" name="Freeform 3291">
                <a:extLst>
                  <a:ext uri="{FF2B5EF4-FFF2-40B4-BE49-F238E27FC236}">
                    <a16:creationId xmlns:a16="http://schemas.microsoft.com/office/drawing/2014/main" id="{0CC296BB-F059-4458-BAA5-577827186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3031"/>
                <a:ext cx="40" cy="36"/>
              </a:xfrm>
              <a:custGeom>
                <a:avLst/>
                <a:gdLst>
                  <a:gd name="T0" fmla="*/ 0 w 26"/>
                  <a:gd name="T1" fmla="*/ 67 h 22"/>
                  <a:gd name="T2" fmla="*/ 95 w 26"/>
                  <a:gd name="T3" fmla="*/ 21 h 22"/>
                  <a:gd name="T4" fmla="*/ 69 w 26"/>
                  <a:gd name="T5" fmla="*/ 97 h 22"/>
                  <a:gd name="T6" fmla="*/ 26 w 26"/>
                  <a:gd name="T7" fmla="*/ 9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2">
                    <a:moveTo>
                      <a:pt x="0" y="15"/>
                    </a:moveTo>
                    <a:cubicBezTo>
                      <a:pt x="5" y="9"/>
                      <a:pt x="19" y="0"/>
                      <a:pt x="26" y="5"/>
                    </a:cubicBezTo>
                    <a:cubicBezTo>
                      <a:pt x="18" y="7"/>
                      <a:pt x="10" y="15"/>
                      <a:pt x="19" y="22"/>
                    </a:cubicBezTo>
                    <a:cubicBezTo>
                      <a:pt x="14" y="18"/>
                      <a:pt x="11" y="20"/>
                      <a:pt x="7" y="21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58" name="Freeform 3292">
                <a:extLst>
                  <a:ext uri="{FF2B5EF4-FFF2-40B4-BE49-F238E27FC236}">
                    <a16:creationId xmlns:a16="http://schemas.microsoft.com/office/drawing/2014/main" id="{FD15A973-1577-40C9-B73E-A3E9C6944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3080"/>
                <a:ext cx="51" cy="45"/>
              </a:xfrm>
              <a:custGeom>
                <a:avLst/>
                <a:gdLst>
                  <a:gd name="T0" fmla="*/ 0 w 33"/>
                  <a:gd name="T1" fmla="*/ 125 h 27"/>
                  <a:gd name="T2" fmla="*/ 122 w 33"/>
                  <a:gd name="T3" fmla="*/ 33 h 27"/>
                  <a:gd name="T4" fmla="*/ 45 w 33"/>
                  <a:gd name="T5" fmla="*/ 117 h 27"/>
                  <a:gd name="T6" fmla="*/ 22 w 33"/>
                  <a:gd name="T7" fmla="*/ 12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7">
                    <a:moveTo>
                      <a:pt x="0" y="27"/>
                    </a:moveTo>
                    <a:cubicBezTo>
                      <a:pt x="7" y="13"/>
                      <a:pt x="14" y="0"/>
                      <a:pt x="33" y="7"/>
                    </a:cubicBezTo>
                    <a:cubicBezTo>
                      <a:pt x="25" y="12"/>
                      <a:pt x="10" y="11"/>
                      <a:pt x="12" y="25"/>
                    </a:cubicBezTo>
                    <a:cubicBezTo>
                      <a:pt x="10" y="26"/>
                      <a:pt x="8" y="27"/>
                      <a:pt x="6" y="27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59" name="Freeform 3293">
                <a:extLst>
                  <a:ext uri="{FF2B5EF4-FFF2-40B4-BE49-F238E27FC236}">
                    <a16:creationId xmlns:a16="http://schemas.microsoft.com/office/drawing/2014/main" id="{69CCCCCB-775D-4C96-BA1B-C7CFCB2EE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3135"/>
                <a:ext cx="68" cy="42"/>
              </a:xfrm>
              <a:custGeom>
                <a:avLst/>
                <a:gdLst>
                  <a:gd name="T0" fmla="*/ 0 w 44"/>
                  <a:gd name="T1" fmla="*/ 8 h 26"/>
                  <a:gd name="T2" fmla="*/ 162 w 44"/>
                  <a:gd name="T3" fmla="*/ 110 h 26"/>
                  <a:gd name="T4" fmla="*/ 60 w 44"/>
                  <a:gd name="T5" fmla="*/ 63 h 26"/>
                  <a:gd name="T6" fmla="*/ 19 w 44"/>
                  <a:gd name="T7" fmla="*/ 1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6">
                    <a:moveTo>
                      <a:pt x="0" y="2"/>
                    </a:moveTo>
                    <a:cubicBezTo>
                      <a:pt x="17" y="0"/>
                      <a:pt x="40" y="7"/>
                      <a:pt x="44" y="26"/>
                    </a:cubicBezTo>
                    <a:cubicBezTo>
                      <a:pt x="36" y="19"/>
                      <a:pt x="24" y="9"/>
                      <a:pt x="16" y="15"/>
                    </a:cubicBezTo>
                    <a:cubicBezTo>
                      <a:pt x="15" y="9"/>
                      <a:pt x="11" y="5"/>
                      <a:pt x="5" y="4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60" name="Freeform 3294">
                <a:extLst>
                  <a:ext uri="{FF2B5EF4-FFF2-40B4-BE49-F238E27FC236}">
                    <a16:creationId xmlns:a16="http://schemas.microsoft.com/office/drawing/2014/main" id="{3029A957-A3A1-4902-BCA6-348E4F4D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3087"/>
                <a:ext cx="23" cy="29"/>
              </a:xfrm>
              <a:custGeom>
                <a:avLst/>
                <a:gdLst>
                  <a:gd name="T0" fmla="*/ 0 w 15"/>
                  <a:gd name="T1" fmla="*/ 0 h 18"/>
                  <a:gd name="T2" fmla="*/ 54 w 15"/>
                  <a:gd name="T3" fmla="*/ 76 h 18"/>
                  <a:gd name="T4" fmla="*/ 14 w 15"/>
                  <a:gd name="T5" fmla="*/ 29 h 18"/>
                  <a:gd name="T6" fmla="*/ 43 w 15"/>
                  <a:gd name="T7" fmla="*/ 21 h 18"/>
                  <a:gd name="T8" fmla="*/ 0 w 15"/>
                  <a:gd name="T9" fmla="*/ 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0" y="0"/>
                    </a:moveTo>
                    <a:cubicBezTo>
                      <a:pt x="0" y="9"/>
                      <a:pt x="6" y="17"/>
                      <a:pt x="15" y="18"/>
                    </a:cubicBezTo>
                    <a:cubicBezTo>
                      <a:pt x="10" y="16"/>
                      <a:pt x="6" y="12"/>
                      <a:pt x="4" y="7"/>
                    </a:cubicBezTo>
                    <a:cubicBezTo>
                      <a:pt x="7" y="7"/>
                      <a:pt x="10" y="5"/>
                      <a:pt x="12" y="5"/>
                    </a:cubicBezTo>
                    <a:cubicBezTo>
                      <a:pt x="8" y="5"/>
                      <a:pt x="4" y="3"/>
                      <a:pt x="0" y="1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61" name="Freeform 3295">
                <a:extLst>
                  <a:ext uri="{FF2B5EF4-FFF2-40B4-BE49-F238E27FC236}">
                    <a16:creationId xmlns:a16="http://schemas.microsoft.com/office/drawing/2014/main" id="{DA1230E4-7A60-4488-B6F8-3FC503945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3237"/>
                <a:ext cx="45" cy="49"/>
              </a:xfrm>
              <a:custGeom>
                <a:avLst/>
                <a:gdLst>
                  <a:gd name="T0" fmla="*/ 82 w 29"/>
                  <a:gd name="T1" fmla="*/ 0 h 30"/>
                  <a:gd name="T2" fmla="*/ 8 w 29"/>
                  <a:gd name="T3" fmla="*/ 131 h 30"/>
                  <a:gd name="T4" fmla="*/ 45 w 29"/>
                  <a:gd name="T5" fmla="*/ 54 h 30"/>
                  <a:gd name="T6" fmla="*/ 109 w 29"/>
                  <a:gd name="T7" fmla="*/ 18 h 30"/>
                  <a:gd name="T8" fmla="*/ 104 w 29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22" y="0"/>
                    </a:moveTo>
                    <a:cubicBezTo>
                      <a:pt x="9" y="2"/>
                      <a:pt x="0" y="18"/>
                      <a:pt x="2" y="30"/>
                    </a:cubicBezTo>
                    <a:cubicBezTo>
                      <a:pt x="9" y="28"/>
                      <a:pt x="7" y="18"/>
                      <a:pt x="12" y="12"/>
                    </a:cubicBezTo>
                    <a:cubicBezTo>
                      <a:pt x="16" y="8"/>
                      <a:pt x="24" y="5"/>
                      <a:pt x="29" y="4"/>
                    </a:cubicBezTo>
                    <a:cubicBezTo>
                      <a:pt x="28" y="3"/>
                      <a:pt x="29" y="2"/>
                      <a:pt x="28" y="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62" name="Freeform 3296">
                <a:extLst>
                  <a:ext uri="{FF2B5EF4-FFF2-40B4-BE49-F238E27FC236}">
                    <a16:creationId xmlns:a16="http://schemas.microsoft.com/office/drawing/2014/main" id="{F1FF35FB-C798-41FC-BBD0-FDF2DACC9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3214"/>
                <a:ext cx="61" cy="39"/>
              </a:xfrm>
              <a:custGeom>
                <a:avLst/>
                <a:gdLst>
                  <a:gd name="T0" fmla="*/ 0 w 40"/>
                  <a:gd name="T1" fmla="*/ 88 h 24"/>
                  <a:gd name="T2" fmla="*/ 88 w 40"/>
                  <a:gd name="T3" fmla="*/ 0 h 24"/>
                  <a:gd name="T4" fmla="*/ 137 w 40"/>
                  <a:gd name="T5" fmla="*/ 60 h 24"/>
                  <a:gd name="T6" fmla="*/ 85 w 40"/>
                  <a:gd name="T7" fmla="*/ 102 h 24"/>
                  <a:gd name="T8" fmla="*/ 41 w 40"/>
                  <a:gd name="T9" fmla="*/ 42 h 24"/>
                  <a:gd name="T10" fmla="*/ 35 w 40"/>
                  <a:gd name="T11" fmla="*/ 6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4">
                    <a:moveTo>
                      <a:pt x="0" y="20"/>
                    </a:moveTo>
                    <a:cubicBezTo>
                      <a:pt x="4" y="9"/>
                      <a:pt x="11" y="0"/>
                      <a:pt x="25" y="0"/>
                    </a:cubicBezTo>
                    <a:cubicBezTo>
                      <a:pt x="35" y="1"/>
                      <a:pt x="40" y="4"/>
                      <a:pt x="39" y="14"/>
                    </a:cubicBezTo>
                    <a:cubicBezTo>
                      <a:pt x="27" y="7"/>
                      <a:pt x="17" y="10"/>
                      <a:pt x="24" y="24"/>
                    </a:cubicBezTo>
                    <a:cubicBezTo>
                      <a:pt x="21" y="18"/>
                      <a:pt x="18" y="11"/>
                      <a:pt x="12" y="10"/>
                    </a:cubicBezTo>
                    <a:cubicBezTo>
                      <a:pt x="10" y="12"/>
                      <a:pt x="11" y="13"/>
                      <a:pt x="10" y="15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63" name="Freeform 3297">
                <a:extLst>
                  <a:ext uri="{FF2B5EF4-FFF2-40B4-BE49-F238E27FC236}">
                    <a16:creationId xmlns:a16="http://schemas.microsoft.com/office/drawing/2014/main" id="{DA6C4508-C06F-4D2F-97E4-DF27D6FD5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3426"/>
                <a:ext cx="63" cy="96"/>
              </a:xfrm>
              <a:custGeom>
                <a:avLst/>
                <a:gdLst>
                  <a:gd name="T0" fmla="*/ 106 w 41"/>
                  <a:gd name="T1" fmla="*/ 13 h 58"/>
                  <a:gd name="T2" fmla="*/ 18 w 41"/>
                  <a:gd name="T3" fmla="*/ 109 h 58"/>
                  <a:gd name="T4" fmla="*/ 66 w 41"/>
                  <a:gd name="T5" fmla="*/ 263 h 58"/>
                  <a:gd name="T6" fmla="*/ 48 w 41"/>
                  <a:gd name="T7" fmla="*/ 96 h 58"/>
                  <a:gd name="T8" fmla="*/ 149 w 41"/>
                  <a:gd name="T9" fmla="*/ 60 h 58"/>
                  <a:gd name="T10" fmla="*/ 135 w 41"/>
                  <a:gd name="T11" fmla="*/ 1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8">
                    <a:moveTo>
                      <a:pt x="29" y="3"/>
                    </a:moveTo>
                    <a:cubicBezTo>
                      <a:pt x="16" y="0"/>
                      <a:pt x="8" y="14"/>
                      <a:pt x="5" y="24"/>
                    </a:cubicBezTo>
                    <a:cubicBezTo>
                      <a:pt x="0" y="43"/>
                      <a:pt x="10" y="45"/>
                      <a:pt x="18" y="58"/>
                    </a:cubicBezTo>
                    <a:cubicBezTo>
                      <a:pt x="12" y="51"/>
                      <a:pt x="7" y="30"/>
                      <a:pt x="13" y="21"/>
                    </a:cubicBezTo>
                    <a:cubicBezTo>
                      <a:pt x="18" y="13"/>
                      <a:pt x="32" y="14"/>
                      <a:pt x="41" y="13"/>
                    </a:cubicBezTo>
                    <a:cubicBezTo>
                      <a:pt x="37" y="10"/>
                      <a:pt x="37" y="6"/>
                      <a:pt x="37" y="3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64" name="Freeform 3298">
                <a:extLst>
                  <a:ext uri="{FF2B5EF4-FFF2-40B4-BE49-F238E27FC236}">
                    <a16:creationId xmlns:a16="http://schemas.microsoft.com/office/drawing/2014/main" id="{2DB80A62-B930-415A-8B3C-9CDFA3DD8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3576"/>
                <a:ext cx="53" cy="78"/>
              </a:xfrm>
              <a:custGeom>
                <a:avLst/>
                <a:gdLst>
                  <a:gd name="T0" fmla="*/ 53 w 34"/>
                  <a:gd name="T1" fmla="*/ 0 h 47"/>
                  <a:gd name="T2" fmla="*/ 19 w 34"/>
                  <a:gd name="T3" fmla="*/ 214 h 47"/>
                  <a:gd name="T4" fmla="*/ 122 w 34"/>
                  <a:gd name="T5" fmla="*/ 75 h 47"/>
                  <a:gd name="T6" fmla="*/ 87 w 34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7">
                    <a:moveTo>
                      <a:pt x="14" y="0"/>
                    </a:moveTo>
                    <a:cubicBezTo>
                      <a:pt x="0" y="3"/>
                      <a:pt x="4" y="37"/>
                      <a:pt x="5" y="47"/>
                    </a:cubicBezTo>
                    <a:cubicBezTo>
                      <a:pt x="18" y="31"/>
                      <a:pt x="0" y="6"/>
                      <a:pt x="32" y="16"/>
                    </a:cubicBezTo>
                    <a:cubicBezTo>
                      <a:pt x="34" y="9"/>
                      <a:pt x="28" y="4"/>
                      <a:pt x="23" y="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65" name="Freeform 3299">
                <a:extLst>
                  <a:ext uri="{FF2B5EF4-FFF2-40B4-BE49-F238E27FC236}">
                    <a16:creationId xmlns:a16="http://schemas.microsoft.com/office/drawing/2014/main" id="{D7C4B9F1-3E31-4677-AE07-84ADAAA69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542"/>
                <a:ext cx="39" cy="62"/>
              </a:xfrm>
              <a:custGeom>
                <a:avLst/>
                <a:gdLst>
                  <a:gd name="T0" fmla="*/ 73 w 25"/>
                  <a:gd name="T1" fmla="*/ 5 h 38"/>
                  <a:gd name="T2" fmla="*/ 30 w 25"/>
                  <a:gd name="T3" fmla="*/ 165 h 38"/>
                  <a:gd name="T4" fmla="*/ 95 w 25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19" y="1"/>
                    </a:moveTo>
                    <a:cubicBezTo>
                      <a:pt x="10" y="8"/>
                      <a:pt x="0" y="29"/>
                      <a:pt x="8" y="38"/>
                    </a:cubicBezTo>
                    <a:cubicBezTo>
                      <a:pt x="17" y="27"/>
                      <a:pt x="10" y="9"/>
                      <a:pt x="25" y="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66" name="Freeform 3300">
                <a:extLst>
                  <a:ext uri="{FF2B5EF4-FFF2-40B4-BE49-F238E27FC236}">
                    <a16:creationId xmlns:a16="http://schemas.microsoft.com/office/drawing/2014/main" id="{9DAEB177-D97C-4CB5-86A3-52E6B4C80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3355"/>
                <a:ext cx="32" cy="78"/>
              </a:xfrm>
              <a:custGeom>
                <a:avLst/>
                <a:gdLst>
                  <a:gd name="T0" fmla="*/ 18 w 21"/>
                  <a:gd name="T1" fmla="*/ 22 h 47"/>
                  <a:gd name="T2" fmla="*/ 75 w 21"/>
                  <a:gd name="T3" fmla="*/ 214 h 47"/>
                  <a:gd name="T4" fmla="*/ 32 w 21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7">
                    <a:moveTo>
                      <a:pt x="5" y="5"/>
                    </a:moveTo>
                    <a:cubicBezTo>
                      <a:pt x="0" y="22"/>
                      <a:pt x="10" y="36"/>
                      <a:pt x="21" y="47"/>
                    </a:cubicBezTo>
                    <a:cubicBezTo>
                      <a:pt x="9" y="37"/>
                      <a:pt x="5" y="14"/>
                      <a:pt x="9" y="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67" name="Freeform 3301">
                <a:extLst>
                  <a:ext uri="{FF2B5EF4-FFF2-40B4-BE49-F238E27FC236}">
                    <a16:creationId xmlns:a16="http://schemas.microsoft.com/office/drawing/2014/main" id="{1157D4BD-1F4C-43F8-B524-854311F1E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266"/>
                <a:ext cx="33" cy="70"/>
              </a:xfrm>
              <a:custGeom>
                <a:avLst/>
                <a:gdLst>
                  <a:gd name="T0" fmla="*/ 61 w 21"/>
                  <a:gd name="T1" fmla="*/ 0 h 42"/>
                  <a:gd name="T2" fmla="*/ 74 w 21"/>
                  <a:gd name="T3" fmla="*/ 195 h 42"/>
                  <a:gd name="T4" fmla="*/ 47 w 21"/>
                  <a:gd name="T5" fmla="*/ 92 h 42"/>
                  <a:gd name="T6" fmla="*/ 66 w 21"/>
                  <a:gd name="T7" fmla="*/ 2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2">
                    <a:moveTo>
                      <a:pt x="16" y="0"/>
                    </a:moveTo>
                    <a:cubicBezTo>
                      <a:pt x="4" y="8"/>
                      <a:pt x="0" y="42"/>
                      <a:pt x="19" y="42"/>
                    </a:cubicBezTo>
                    <a:cubicBezTo>
                      <a:pt x="21" y="34"/>
                      <a:pt x="11" y="29"/>
                      <a:pt x="12" y="20"/>
                    </a:cubicBezTo>
                    <a:cubicBezTo>
                      <a:pt x="12" y="13"/>
                      <a:pt x="17" y="11"/>
                      <a:pt x="17" y="4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68" name="Freeform 3302">
                <a:extLst>
                  <a:ext uri="{FF2B5EF4-FFF2-40B4-BE49-F238E27FC236}">
                    <a16:creationId xmlns:a16="http://schemas.microsoft.com/office/drawing/2014/main" id="{84B45CF6-A711-4D2C-A58A-2332EEFA3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3125"/>
                <a:ext cx="28" cy="36"/>
              </a:xfrm>
              <a:custGeom>
                <a:avLst/>
                <a:gdLst>
                  <a:gd name="T0" fmla="*/ 56 w 18"/>
                  <a:gd name="T1" fmla="*/ 0 h 22"/>
                  <a:gd name="T2" fmla="*/ 68 w 18"/>
                  <a:gd name="T3" fmla="*/ 8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2">
                    <a:moveTo>
                      <a:pt x="15" y="0"/>
                    </a:moveTo>
                    <a:cubicBezTo>
                      <a:pt x="0" y="1"/>
                      <a:pt x="2" y="22"/>
                      <a:pt x="18" y="2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69" name="Freeform 3303">
                <a:extLst>
                  <a:ext uri="{FF2B5EF4-FFF2-40B4-BE49-F238E27FC236}">
                    <a16:creationId xmlns:a16="http://schemas.microsoft.com/office/drawing/2014/main" id="{421C8F05-7C14-4401-9389-D596F2466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3458"/>
                <a:ext cx="34" cy="46"/>
              </a:xfrm>
              <a:custGeom>
                <a:avLst/>
                <a:gdLst>
                  <a:gd name="T0" fmla="*/ 66 w 22"/>
                  <a:gd name="T1" fmla="*/ 0 h 28"/>
                  <a:gd name="T2" fmla="*/ 48 w 22"/>
                  <a:gd name="T3" fmla="*/ 125 h 28"/>
                  <a:gd name="T4" fmla="*/ 82 w 22"/>
                  <a:gd name="T5" fmla="*/ 2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18" y="0"/>
                    </a:moveTo>
                    <a:cubicBezTo>
                      <a:pt x="0" y="3"/>
                      <a:pt x="6" y="18"/>
                      <a:pt x="13" y="28"/>
                    </a:cubicBezTo>
                    <a:cubicBezTo>
                      <a:pt x="2" y="20"/>
                      <a:pt x="16" y="12"/>
                      <a:pt x="22" y="6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70" name="Freeform 3304">
                <a:extLst>
                  <a:ext uri="{FF2B5EF4-FFF2-40B4-BE49-F238E27FC236}">
                    <a16:creationId xmlns:a16="http://schemas.microsoft.com/office/drawing/2014/main" id="{63727797-1CE3-482D-B82B-FCA984A7D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3555"/>
                <a:ext cx="54" cy="71"/>
              </a:xfrm>
              <a:custGeom>
                <a:avLst/>
                <a:gdLst>
                  <a:gd name="T0" fmla="*/ 66 w 35"/>
                  <a:gd name="T1" fmla="*/ 33 h 43"/>
                  <a:gd name="T2" fmla="*/ 66 w 35"/>
                  <a:gd name="T3" fmla="*/ 193 h 43"/>
                  <a:gd name="T4" fmla="*/ 102 w 35"/>
                  <a:gd name="T5" fmla="*/ 50 h 43"/>
                  <a:gd name="T6" fmla="*/ 128 w 35"/>
                  <a:gd name="T7" fmla="*/ 13 h 43"/>
                  <a:gd name="T8" fmla="*/ 96 w 35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3">
                    <a:moveTo>
                      <a:pt x="18" y="7"/>
                    </a:moveTo>
                    <a:cubicBezTo>
                      <a:pt x="11" y="17"/>
                      <a:pt x="0" y="38"/>
                      <a:pt x="18" y="43"/>
                    </a:cubicBezTo>
                    <a:cubicBezTo>
                      <a:pt x="14" y="31"/>
                      <a:pt x="12" y="13"/>
                      <a:pt x="28" y="11"/>
                    </a:cubicBezTo>
                    <a:cubicBezTo>
                      <a:pt x="29" y="5"/>
                      <a:pt x="29" y="2"/>
                      <a:pt x="35" y="3"/>
                    </a:cubicBezTo>
                    <a:cubicBezTo>
                      <a:pt x="32" y="2"/>
                      <a:pt x="28" y="1"/>
                      <a:pt x="26" y="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71" name="Freeform 3305">
                <a:extLst>
                  <a:ext uri="{FF2B5EF4-FFF2-40B4-BE49-F238E27FC236}">
                    <a16:creationId xmlns:a16="http://schemas.microsoft.com/office/drawing/2014/main" id="{9AED171B-6FCC-4C15-8FF8-F0157943F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3477"/>
                <a:ext cx="32" cy="51"/>
              </a:xfrm>
              <a:custGeom>
                <a:avLst/>
                <a:gdLst>
                  <a:gd name="T0" fmla="*/ 75 w 21"/>
                  <a:gd name="T1" fmla="*/ 0 h 31"/>
                  <a:gd name="T2" fmla="*/ 35 w 21"/>
                  <a:gd name="T3" fmla="*/ 13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1">
                    <a:moveTo>
                      <a:pt x="21" y="0"/>
                    </a:moveTo>
                    <a:cubicBezTo>
                      <a:pt x="11" y="6"/>
                      <a:pt x="0" y="21"/>
                      <a:pt x="10" y="31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72" name="Freeform 3306">
                <a:extLst>
                  <a:ext uri="{FF2B5EF4-FFF2-40B4-BE49-F238E27FC236}">
                    <a16:creationId xmlns:a16="http://schemas.microsoft.com/office/drawing/2014/main" id="{0D81782E-96BD-4A7C-8F0B-EB0D84A64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3711"/>
                <a:ext cx="28" cy="55"/>
              </a:xfrm>
              <a:custGeom>
                <a:avLst/>
                <a:gdLst>
                  <a:gd name="T0" fmla="*/ 5 w 18"/>
                  <a:gd name="T1" fmla="*/ 28 h 33"/>
                  <a:gd name="T2" fmla="*/ 48 w 18"/>
                  <a:gd name="T3" fmla="*/ 153 h 33"/>
                  <a:gd name="T4" fmla="*/ 68 w 18"/>
                  <a:gd name="T5" fmla="*/ 8 h 33"/>
                  <a:gd name="T6" fmla="*/ 5 w 18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1" y="6"/>
                    </a:moveTo>
                    <a:cubicBezTo>
                      <a:pt x="1" y="15"/>
                      <a:pt x="1" y="33"/>
                      <a:pt x="13" y="33"/>
                    </a:cubicBezTo>
                    <a:cubicBezTo>
                      <a:pt x="10" y="19"/>
                      <a:pt x="0" y="10"/>
                      <a:pt x="18" y="2"/>
                    </a:cubicBezTo>
                    <a:cubicBezTo>
                      <a:pt x="12" y="1"/>
                      <a:pt x="7" y="0"/>
                      <a:pt x="1" y="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73" name="Freeform 3307">
                <a:extLst>
                  <a:ext uri="{FF2B5EF4-FFF2-40B4-BE49-F238E27FC236}">
                    <a16:creationId xmlns:a16="http://schemas.microsoft.com/office/drawing/2014/main" id="{BEED0599-993C-447F-BB89-F05BA79E9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192"/>
                <a:ext cx="56" cy="45"/>
              </a:xfrm>
              <a:custGeom>
                <a:avLst/>
                <a:gdLst>
                  <a:gd name="T0" fmla="*/ 48 w 36"/>
                  <a:gd name="T1" fmla="*/ 0 h 27"/>
                  <a:gd name="T2" fmla="*/ 5 w 36"/>
                  <a:gd name="T3" fmla="*/ 125 h 27"/>
                  <a:gd name="T4" fmla="*/ 53 w 36"/>
                  <a:gd name="T5" fmla="*/ 47 h 27"/>
                  <a:gd name="T6" fmla="*/ 135 w 36"/>
                  <a:gd name="T7" fmla="*/ 75 h 27"/>
                  <a:gd name="T8" fmla="*/ 95 w 36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7">
                    <a:moveTo>
                      <a:pt x="13" y="0"/>
                    </a:moveTo>
                    <a:cubicBezTo>
                      <a:pt x="3" y="4"/>
                      <a:pt x="0" y="17"/>
                      <a:pt x="1" y="27"/>
                    </a:cubicBezTo>
                    <a:cubicBezTo>
                      <a:pt x="6" y="22"/>
                      <a:pt x="6" y="12"/>
                      <a:pt x="14" y="10"/>
                    </a:cubicBezTo>
                    <a:cubicBezTo>
                      <a:pt x="22" y="8"/>
                      <a:pt x="29" y="16"/>
                      <a:pt x="36" y="16"/>
                    </a:cubicBezTo>
                    <a:cubicBezTo>
                      <a:pt x="34" y="11"/>
                      <a:pt x="30" y="5"/>
                      <a:pt x="25" y="3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74" name="Freeform 3308">
                <a:extLst>
                  <a:ext uri="{FF2B5EF4-FFF2-40B4-BE49-F238E27FC236}">
                    <a16:creationId xmlns:a16="http://schemas.microsoft.com/office/drawing/2014/main" id="{78C98320-A52B-484B-AC65-B27AD68F7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301"/>
                <a:ext cx="51" cy="44"/>
              </a:xfrm>
              <a:custGeom>
                <a:avLst/>
                <a:gdLst>
                  <a:gd name="T0" fmla="*/ 0 w 33"/>
                  <a:gd name="T1" fmla="*/ 42 h 27"/>
                  <a:gd name="T2" fmla="*/ 122 w 33"/>
                  <a:gd name="T3" fmla="*/ 117 h 27"/>
                  <a:gd name="T4" fmla="*/ 22 w 33"/>
                  <a:gd name="T5" fmla="*/ 109 h 27"/>
                  <a:gd name="T6" fmla="*/ 14 w 33"/>
                  <a:gd name="T7" fmla="*/ 6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7">
                    <a:moveTo>
                      <a:pt x="0" y="10"/>
                    </a:moveTo>
                    <a:cubicBezTo>
                      <a:pt x="15" y="0"/>
                      <a:pt x="24" y="19"/>
                      <a:pt x="33" y="27"/>
                    </a:cubicBezTo>
                    <a:cubicBezTo>
                      <a:pt x="26" y="23"/>
                      <a:pt x="9" y="10"/>
                      <a:pt x="6" y="25"/>
                    </a:cubicBezTo>
                    <a:cubicBezTo>
                      <a:pt x="7" y="21"/>
                      <a:pt x="4" y="19"/>
                      <a:pt x="4" y="16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75" name="Freeform 3309">
                <a:extLst>
                  <a:ext uri="{FF2B5EF4-FFF2-40B4-BE49-F238E27FC236}">
                    <a16:creationId xmlns:a16="http://schemas.microsoft.com/office/drawing/2014/main" id="{F68E3DAC-5E84-411A-A078-EA9C84396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393"/>
                <a:ext cx="48" cy="26"/>
              </a:xfrm>
              <a:custGeom>
                <a:avLst/>
                <a:gdLst>
                  <a:gd name="T0" fmla="*/ 40 w 31"/>
                  <a:gd name="T1" fmla="*/ 8 h 16"/>
                  <a:gd name="T2" fmla="*/ 5 w 31"/>
                  <a:gd name="T3" fmla="*/ 55 h 16"/>
                  <a:gd name="T4" fmla="*/ 53 w 31"/>
                  <a:gd name="T5" fmla="*/ 29 h 16"/>
                  <a:gd name="T6" fmla="*/ 115 w 31"/>
                  <a:gd name="T7" fmla="*/ 68 h 16"/>
                  <a:gd name="T8" fmla="*/ 115 w 31"/>
                  <a:gd name="T9" fmla="*/ 5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6">
                    <a:moveTo>
                      <a:pt x="11" y="2"/>
                    </a:moveTo>
                    <a:cubicBezTo>
                      <a:pt x="4" y="0"/>
                      <a:pt x="0" y="7"/>
                      <a:pt x="1" y="13"/>
                    </a:cubicBezTo>
                    <a:cubicBezTo>
                      <a:pt x="5" y="12"/>
                      <a:pt x="10" y="7"/>
                      <a:pt x="14" y="7"/>
                    </a:cubicBezTo>
                    <a:cubicBezTo>
                      <a:pt x="20" y="7"/>
                      <a:pt x="26" y="13"/>
                      <a:pt x="31" y="16"/>
                    </a:cubicBezTo>
                    <a:cubicBezTo>
                      <a:pt x="31" y="14"/>
                      <a:pt x="31" y="13"/>
                      <a:pt x="31" y="12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76" name="Freeform 3310">
                <a:extLst>
                  <a:ext uri="{FF2B5EF4-FFF2-40B4-BE49-F238E27FC236}">
                    <a16:creationId xmlns:a16="http://schemas.microsoft.com/office/drawing/2014/main" id="{8D0A401D-1397-4E84-8A52-1F146BB0A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393"/>
                <a:ext cx="54" cy="36"/>
              </a:xfrm>
              <a:custGeom>
                <a:avLst/>
                <a:gdLst>
                  <a:gd name="T0" fmla="*/ 0 w 35"/>
                  <a:gd name="T1" fmla="*/ 21 h 22"/>
                  <a:gd name="T2" fmla="*/ 128 w 35"/>
                  <a:gd name="T3" fmla="*/ 97 h 22"/>
                  <a:gd name="T4" fmla="*/ 83 w 35"/>
                  <a:gd name="T5" fmla="*/ 4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5"/>
                    </a:moveTo>
                    <a:cubicBezTo>
                      <a:pt x="16" y="7"/>
                      <a:pt x="32" y="0"/>
                      <a:pt x="35" y="22"/>
                    </a:cubicBezTo>
                    <a:cubicBezTo>
                      <a:pt x="30" y="19"/>
                      <a:pt x="26" y="14"/>
                      <a:pt x="23" y="10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77" name="Freeform 3311">
                <a:extLst>
                  <a:ext uri="{FF2B5EF4-FFF2-40B4-BE49-F238E27FC236}">
                    <a16:creationId xmlns:a16="http://schemas.microsoft.com/office/drawing/2014/main" id="{592331EB-38C0-4A7D-81CE-8C5379C0D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462"/>
                <a:ext cx="71" cy="30"/>
              </a:xfrm>
              <a:custGeom>
                <a:avLst/>
                <a:gdLst>
                  <a:gd name="T0" fmla="*/ 34 w 46"/>
                  <a:gd name="T1" fmla="*/ 50 h 18"/>
                  <a:gd name="T2" fmla="*/ 93 w 46"/>
                  <a:gd name="T3" fmla="*/ 8 h 18"/>
                  <a:gd name="T4" fmla="*/ 170 w 46"/>
                  <a:gd name="T5" fmla="*/ 83 h 18"/>
                  <a:gd name="T6" fmla="*/ 76 w 46"/>
                  <a:gd name="T7" fmla="*/ 63 h 18"/>
                  <a:gd name="T8" fmla="*/ 60 w 46"/>
                  <a:gd name="T9" fmla="*/ 5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8">
                    <a:moveTo>
                      <a:pt x="9" y="11"/>
                    </a:moveTo>
                    <a:cubicBezTo>
                      <a:pt x="0" y="0"/>
                      <a:pt x="18" y="0"/>
                      <a:pt x="25" y="2"/>
                    </a:cubicBezTo>
                    <a:cubicBezTo>
                      <a:pt x="35" y="5"/>
                      <a:pt x="37" y="14"/>
                      <a:pt x="46" y="18"/>
                    </a:cubicBezTo>
                    <a:cubicBezTo>
                      <a:pt x="39" y="14"/>
                      <a:pt x="24" y="3"/>
                      <a:pt x="21" y="14"/>
                    </a:cubicBezTo>
                    <a:cubicBezTo>
                      <a:pt x="19" y="13"/>
                      <a:pt x="17" y="12"/>
                      <a:pt x="16" y="11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78" name="Freeform 3312">
                <a:extLst>
                  <a:ext uri="{FF2B5EF4-FFF2-40B4-BE49-F238E27FC236}">
                    <a16:creationId xmlns:a16="http://schemas.microsoft.com/office/drawing/2014/main" id="{BAFBAF12-0C4A-4912-98B5-FA31735BE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606"/>
                <a:ext cx="62" cy="42"/>
              </a:xfrm>
              <a:custGeom>
                <a:avLst/>
                <a:gdLst>
                  <a:gd name="T0" fmla="*/ 0 w 40"/>
                  <a:gd name="T1" fmla="*/ 71 h 26"/>
                  <a:gd name="T2" fmla="*/ 149 w 40"/>
                  <a:gd name="T3" fmla="*/ 102 h 26"/>
                  <a:gd name="T4" fmla="*/ 60 w 40"/>
                  <a:gd name="T5" fmla="*/ 105 h 26"/>
                  <a:gd name="T6" fmla="*/ 56 w 40"/>
                  <a:gd name="T7" fmla="*/ 8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6">
                    <a:moveTo>
                      <a:pt x="0" y="17"/>
                    </a:moveTo>
                    <a:cubicBezTo>
                      <a:pt x="14" y="12"/>
                      <a:pt x="36" y="0"/>
                      <a:pt x="40" y="24"/>
                    </a:cubicBezTo>
                    <a:cubicBezTo>
                      <a:pt x="34" y="15"/>
                      <a:pt x="16" y="10"/>
                      <a:pt x="16" y="25"/>
                    </a:cubicBezTo>
                    <a:cubicBezTo>
                      <a:pt x="17" y="26"/>
                      <a:pt x="15" y="22"/>
                      <a:pt x="15" y="21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79" name="Freeform 3313">
                <a:extLst>
                  <a:ext uri="{FF2B5EF4-FFF2-40B4-BE49-F238E27FC236}">
                    <a16:creationId xmlns:a16="http://schemas.microsoft.com/office/drawing/2014/main" id="{1E33F663-BF0B-4EDA-A870-33E76766C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555"/>
                <a:ext cx="68" cy="46"/>
              </a:xfrm>
              <a:custGeom>
                <a:avLst/>
                <a:gdLst>
                  <a:gd name="T0" fmla="*/ 5 w 44"/>
                  <a:gd name="T1" fmla="*/ 67 h 28"/>
                  <a:gd name="T2" fmla="*/ 162 w 44"/>
                  <a:gd name="T3" fmla="*/ 71 h 28"/>
                  <a:gd name="T4" fmla="*/ 62 w 44"/>
                  <a:gd name="T5" fmla="*/ 125 h 28"/>
                  <a:gd name="T6" fmla="*/ 0 w 44"/>
                  <a:gd name="T7" fmla="*/ 102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8">
                    <a:moveTo>
                      <a:pt x="1" y="15"/>
                    </a:moveTo>
                    <a:cubicBezTo>
                      <a:pt x="9" y="0"/>
                      <a:pt x="35" y="5"/>
                      <a:pt x="44" y="16"/>
                    </a:cubicBezTo>
                    <a:cubicBezTo>
                      <a:pt x="34" y="7"/>
                      <a:pt x="9" y="12"/>
                      <a:pt x="17" y="28"/>
                    </a:cubicBezTo>
                    <a:cubicBezTo>
                      <a:pt x="11" y="28"/>
                      <a:pt x="6" y="24"/>
                      <a:pt x="0" y="23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80" name="Freeform 3314">
                <a:extLst>
                  <a:ext uri="{FF2B5EF4-FFF2-40B4-BE49-F238E27FC236}">
                    <a16:creationId xmlns:a16="http://schemas.microsoft.com/office/drawing/2014/main" id="{9D2DAEEB-9578-460D-B90C-566D5E6FB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436"/>
                <a:ext cx="37" cy="48"/>
              </a:xfrm>
              <a:custGeom>
                <a:avLst/>
                <a:gdLst>
                  <a:gd name="T0" fmla="*/ 5 w 24"/>
                  <a:gd name="T1" fmla="*/ 122 h 29"/>
                  <a:gd name="T2" fmla="*/ 88 w 24"/>
                  <a:gd name="T3" fmla="*/ 36 h 29"/>
                  <a:gd name="T4" fmla="*/ 35 w 24"/>
                  <a:gd name="T5" fmla="*/ 126 h 29"/>
                  <a:gd name="T6" fmla="*/ 5 w 24"/>
                  <a:gd name="T7" fmla="*/ 12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">
                    <a:moveTo>
                      <a:pt x="1" y="27"/>
                    </a:moveTo>
                    <a:cubicBezTo>
                      <a:pt x="0" y="18"/>
                      <a:pt x="16" y="0"/>
                      <a:pt x="24" y="8"/>
                    </a:cubicBezTo>
                    <a:cubicBezTo>
                      <a:pt x="14" y="9"/>
                      <a:pt x="3" y="19"/>
                      <a:pt x="10" y="28"/>
                    </a:cubicBezTo>
                    <a:cubicBezTo>
                      <a:pt x="8" y="28"/>
                      <a:pt x="4" y="29"/>
                      <a:pt x="1" y="28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81" name="Freeform 3315">
                <a:extLst>
                  <a:ext uri="{FF2B5EF4-FFF2-40B4-BE49-F238E27FC236}">
                    <a16:creationId xmlns:a16="http://schemas.microsoft.com/office/drawing/2014/main" id="{D4FBFF2E-4E04-4CF8-8ECF-32D9204D0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2652"/>
                <a:ext cx="54" cy="38"/>
              </a:xfrm>
              <a:custGeom>
                <a:avLst/>
                <a:gdLst>
                  <a:gd name="T0" fmla="*/ 0 w 35"/>
                  <a:gd name="T1" fmla="*/ 76 h 23"/>
                  <a:gd name="T2" fmla="*/ 54 w 35"/>
                  <a:gd name="T3" fmla="*/ 0 h 23"/>
                  <a:gd name="T4" fmla="*/ 122 w 35"/>
                  <a:gd name="T5" fmla="*/ 104 h 23"/>
                  <a:gd name="T6" fmla="*/ 60 w 35"/>
                  <a:gd name="T7" fmla="*/ 104 h 23"/>
                  <a:gd name="T8" fmla="*/ 29 w 35"/>
                  <a:gd name="T9" fmla="*/ 9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3">
                    <a:moveTo>
                      <a:pt x="0" y="17"/>
                    </a:moveTo>
                    <a:cubicBezTo>
                      <a:pt x="11" y="18"/>
                      <a:pt x="15" y="10"/>
                      <a:pt x="15" y="0"/>
                    </a:cubicBezTo>
                    <a:cubicBezTo>
                      <a:pt x="23" y="3"/>
                      <a:pt x="35" y="13"/>
                      <a:pt x="33" y="23"/>
                    </a:cubicBezTo>
                    <a:cubicBezTo>
                      <a:pt x="28" y="20"/>
                      <a:pt x="17" y="7"/>
                      <a:pt x="16" y="23"/>
                    </a:cubicBezTo>
                    <a:cubicBezTo>
                      <a:pt x="14" y="23"/>
                      <a:pt x="10" y="22"/>
                      <a:pt x="8" y="21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82" name="Freeform 3316">
                <a:extLst>
                  <a:ext uri="{FF2B5EF4-FFF2-40B4-BE49-F238E27FC236}">
                    <a16:creationId xmlns:a16="http://schemas.microsoft.com/office/drawing/2014/main" id="{9461CF5F-6785-47C2-A0D0-87AC1E89F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2793"/>
                <a:ext cx="54" cy="35"/>
              </a:xfrm>
              <a:custGeom>
                <a:avLst/>
                <a:gdLst>
                  <a:gd name="T0" fmla="*/ 0 w 35"/>
                  <a:gd name="T1" fmla="*/ 62 h 21"/>
                  <a:gd name="T2" fmla="*/ 110 w 35"/>
                  <a:gd name="T3" fmla="*/ 70 h 21"/>
                  <a:gd name="T4" fmla="*/ 29 w 35"/>
                  <a:gd name="T5" fmla="*/ 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1">
                    <a:moveTo>
                      <a:pt x="0" y="13"/>
                    </a:moveTo>
                    <a:cubicBezTo>
                      <a:pt x="3" y="0"/>
                      <a:pt x="35" y="0"/>
                      <a:pt x="30" y="15"/>
                    </a:cubicBezTo>
                    <a:cubicBezTo>
                      <a:pt x="20" y="4"/>
                      <a:pt x="10" y="11"/>
                      <a:pt x="8" y="21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83" name="Freeform 3317">
                <a:extLst>
                  <a:ext uri="{FF2B5EF4-FFF2-40B4-BE49-F238E27FC236}">
                    <a16:creationId xmlns:a16="http://schemas.microsoft.com/office/drawing/2014/main" id="{C22F4325-D8F6-4221-A436-294EDE787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2833"/>
                <a:ext cx="50" cy="68"/>
              </a:xfrm>
              <a:custGeom>
                <a:avLst/>
                <a:gdLst>
                  <a:gd name="T0" fmla="*/ 27 w 32"/>
                  <a:gd name="T1" fmla="*/ 88 h 41"/>
                  <a:gd name="T2" fmla="*/ 122 w 32"/>
                  <a:gd name="T3" fmla="*/ 55 h 41"/>
                  <a:gd name="T4" fmla="*/ 48 w 32"/>
                  <a:gd name="T5" fmla="*/ 88 h 41"/>
                  <a:gd name="T6" fmla="*/ 56 w 32"/>
                  <a:gd name="T7" fmla="*/ 187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7" y="19"/>
                    </a:moveTo>
                    <a:cubicBezTo>
                      <a:pt x="0" y="0"/>
                      <a:pt x="24" y="9"/>
                      <a:pt x="32" y="12"/>
                    </a:cubicBezTo>
                    <a:cubicBezTo>
                      <a:pt x="25" y="13"/>
                      <a:pt x="18" y="11"/>
                      <a:pt x="13" y="19"/>
                    </a:cubicBezTo>
                    <a:cubicBezTo>
                      <a:pt x="10" y="25"/>
                      <a:pt x="14" y="40"/>
                      <a:pt x="15" y="41"/>
                    </a:cubicBezTo>
                  </a:path>
                </a:pathLst>
              </a:custGeom>
              <a:solidFill>
                <a:srgbClr val="FFF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84" name="Freeform 3318">
                <a:extLst>
                  <a:ext uri="{FF2B5EF4-FFF2-40B4-BE49-F238E27FC236}">
                    <a16:creationId xmlns:a16="http://schemas.microsoft.com/office/drawing/2014/main" id="{2EDE25D2-7965-4D53-9648-E64089701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956"/>
                <a:ext cx="114" cy="94"/>
              </a:xfrm>
              <a:custGeom>
                <a:avLst/>
                <a:gdLst>
                  <a:gd name="T0" fmla="*/ 60 w 74"/>
                  <a:gd name="T1" fmla="*/ 0 h 57"/>
                  <a:gd name="T2" fmla="*/ 43 w 74"/>
                  <a:gd name="T3" fmla="*/ 134 h 57"/>
                  <a:gd name="T4" fmla="*/ 154 w 74"/>
                  <a:gd name="T5" fmla="*/ 223 h 57"/>
                  <a:gd name="T6" fmla="*/ 242 w 74"/>
                  <a:gd name="T7" fmla="*/ 167 h 57"/>
                  <a:gd name="T8" fmla="*/ 157 w 74"/>
                  <a:gd name="T9" fmla="*/ 76 h 57"/>
                  <a:gd name="T10" fmla="*/ 80 w 74"/>
                  <a:gd name="T11" fmla="*/ 5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57">
                    <a:moveTo>
                      <a:pt x="16" y="0"/>
                    </a:moveTo>
                    <a:cubicBezTo>
                      <a:pt x="0" y="4"/>
                      <a:pt x="3" y="22"/>
                      <a:pt x="12" y="30"/>
                    </a:cubicBezTo>
                    <a:cubicBezTo>
                      <a:pt x="20" y="38"/>
                      <a:pt x="32" y="45"/>
                      <a:pt x="42" y="50"/>
                    </a:cubicBezTo>
                    <a:cubicBezTo>
                      <a:pt x="55" y="57"/>
                      <a:pt x="74" y="57"/>
                      <a:pt x="66" y="37"/>
                    </a:cubicBezTo>
                    <a:cubicBezTo>
                      <a:pt x="62" y="27"/>
                      <a:pt x="52" y="22"/>
                      <a:pt x="43" y="17"/>
                    </a:cubicBezTo>
                    <a:cubicBezTo>
                      <a:pt x="36" y="12"/>
                      <a:pt x="30" y="6"/>
                      <a:pt x="22" y="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85" name="Freeform 3319">
                <a:extLst>
                  <a:ext uri="{FF2B5EF4-FFF2-40B4-BE49-F238E27FC236}">
                    <a16:creationId xmlns:a16="http://schemas.microsoft.com/office/drawing/2014/main" id="{E8AD2986-50BE-4134-B3B0-D31B4F766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041"/>
                <a:ext cx="73" cy="60"/>
              </a:xfrm>
              <a:custGeom>
                <a:avLst/>
                <a:gdLst>
                  <a:gd name="T0" fmla="*/ 47 w 47"/>
                  <a:gd name="T1" fmla="*/ 0 h 37"/>
                  <a:gd name="T2" fmla="*/ 5 w 47"/>
                  <a:gd name="T3" fmla="*/ 76 h 37"/>
                  <a:gd name="T4" fmla="*/ 87 w 47"/>
                  <a:gd name="T5" fmla="*/ 131 h 37"/>
                  <a:gd name="T6" fmla="*/ 162 w 47"/>
                  <a:gd name="T7" fmla="*/ 107 h 37"/>
                  <a:gd name="T8" fmla="*/ 53 w 47"/>
                  <a:gd name="T9" fmla="*/ 2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12" y="0"/>
                    </a:moveTo>
                    <a:cubicBezTo>
                      <a:pt x="10" y="6"/>
                      <a:pt x="0" y="12"/>
                      <a:pt x="1" y="18"/>
                    </a:cubicBezTo>
                    <a:cubicBezTo>
                      <a:pt x="3" y="26"/>
                      <a:pt x="17" y="29"/>
                      <a:pt x="23" y="31"/>
                    </a:cubicBezTo>
                    <a:cubicBezTo>
                      <a:pt x="29" y="33"/>
                      <a:pt x="47" y="37"/>
                      <a:pt x="43" y="25"/>
                    </a:cubicBezTo>
                    <a:cubicBezTo>
                      <a:pt x="41" y="18"/>
                      <a:pt x="21" y="11"/>
                      <a:pt x="14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86" name="Freeform 3320">
                <a:extLst>
                  <a:ext uri="{FF2B5EF4-FFF2-40B4-BE49-F238E27FC236}">
                    <a16:creationId xmlns:a16="http://schemas.microsoft.com/office/drawing/2014/main" id="{949E4227-B0D2-4A63-8E6F-CFD8AEC3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108"/>
                <a:ext cx="68" cy="53"/>
              </a:xfrm>
              <a:custGeom>
                <a:avLst/>
                <a:gdLst>
                  <a:gd name="T0" fmla="*/ 53 w 44"/>
                  <a:gd name="T1" fmla="*/ 0 h 32"/>
                  <a:gd name="T2" fmla="*/ 0 w 44"/>
                  <a:gd name="T3" fmla="*/ 41 h 32"/>
                  <a:gd name="T4" fmla="*/ 60 w 44"/>
                  <a:gd name="T5" fmla="*/ 84 h 32"/>
                  <a:gd name="T6" fmla="*/ 117 w 44"/>
                  <a:gd name="T7" fmla="*/ 146 h 32"/>
                  <a:gd name="T8" fmla="*/ 162 w 44"/>
                  <a:gd name="T9" fmla="*/ 99 h 32"/>
                  <a:gd name="T10" fmla="*/ 93 w 44"/>
                  <a:gd name="T11" fmla="*/ 3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2">
                    <a:moveTo>
                      <a:pt x="14" y="0"/>
                    </a:moveTo>
                    <a:cubicBezTo>
                      <a:pt x="10" y="5"/>
                      <a:pt x="5" y="7"/>
                      <a:pt x="0" y="9"/>
                    </a:cubicBezTo>
                    <a:cubicBezTo>
                      <a:pt x="1" y="16"/>
                      <a:pt x="11" y="16"/>
                      <a:pt x="16" y="19"/>
                    </a:cubicBezTo>
                    <a:cubicBezTo>
                      <a:pt x="22" y="23"/>
                      <a:pt x="25" y="32"/>
                      <a:pt x="32" y="32"/>
                    </a:cubicBezTo>
                    <a:cubicBezTo>
                      <a:pt x="36" y="32"/>
                      <a:pt x="44" y="27"/>
                      <a:pt x="44" y="22"/>
                    </a:cubicBezTo>
                    <a:cubicBezTo>
                      <a:pt x="44" y="14"/>
                      <a:pt x="30" y="12"/>
                      <a:pt x="25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87" name="Freeform 3321">
                <a:extLst>
                  <a:ext uri="{FF2B5EF4-FFF2-40B4-BE49-F238E27FC236}">
                    <a16:creationId xmlns:a16="http://schemas.microsoft.com/office/drawing/2014/main" id="{85EA4F45-BCBD-40A6-8C84-30DFDF6D9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2164"/>
                <a:ext cx="106" cy="68"/>
              </a:xfrm>
              <a:custGeom>
                <a:avLst/>
                <a:gdLst>
                  <a:gd name="T0" fmla="*/ 75 w 69"/>
                  <a:gd name="T1" fmla="*/ 5 h 41"/>
                  <a:gd name="T2" fmla="*/ 8 w 69"/>
                  <a:gd name="T3" fmla="*/ 68 h 41"/>
                  <a:gd name="T4" fmla="*/ 66 w 69"/>
                  <a:gd name="T5" fmla="*/ 126 h 41"/>
                  <a:gd name="T6" fmla="*/ 184 w 69"/>
                  <a:gd name="T7" fmla="*/ 159 h 41"/>
                  <a:gd name="T8" fmla="*/ 115 w 69"/>
                  <a:gd name="T9" fmla="*/ 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1">
                    <a:moveTo>
                      <a:pt x="21" y="1"/>
                    </a:moveTo>
                    <a:cubicBezTo>
                      <a:pt x="15" y="0"/>
                      <a:pt x="2" y="7"/>
                      <a:pt x="2" y="15"/>
                    </a:cubicBezTo>
                    <a:cubicBezTo>
                      <a:pt x="0" y="24"/>
                      <a:pt x="12" y="25"/>
                      <a:pt x="18" y="28"/>
                    </a:cubicBezTo>
                    <a:cubicBezTo>
                      <a:pt x="27" y="31"/>
                      <a:pt x="42" y="41"/>
                      <a:pt x="51" y="35"/>
                    </a:cubicBezTo>
                    <a:cubicBezTo>
                      <a:pt x="69" y="25"/>
                      <a:pt x="38" y="15"/>
                      <a:pt x="32" y="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88" name="Freeform 3322">
                <a:extLst>
                  <a:ext uri="{FF2B5EF4-FFF2-40B4-BE49-F238E27FC236}">
                    <a16:creationId xmlns:a16="http://schemas.microsoft.com/office/drawing/2014/main" id="{E88F019A-D79C-4A6A-B3ED-339FC869D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227"/>
                <a:ext cx="87" cy="61"/>
              </a:xfrm>
              <a:custGeom>
                <a:avLst/>
                <a:gdLst>
                  <a:gd name="T0" fmla="*/ 56 w 56"/>
                  <a:gd name="T1" fmla="*/ 0 h 37"/>
                  <a:gd name="T2" fmla="*/ 22 w 56"/>
                  <a:gd name="T3" fmla="*/ 68 h 37"/>
                  <a:gd name="T4" fmla="*/ 127 w 56"/>
                  <a:gd name="T5" fmla="*/ 158 h 37"/>
                  <a:gd name="T6" fmla="*/ 205 w 56"/>
                  <a:gd name="T7" fmla="*/ 122 h 37"/>
                  <a:gd name="T8" fmla="*/ 73 w 56"/>
                  <a:gd name="T9" fmla="*/ 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7">
                    <a:moveTo>
                      <a:pt x="15" y="0"/>
                    </a:moveTo>
                    <a:cubicBezTo>
                      <a:pt x="3" y="3"/>
                      <a:pt x="0" y="7"/>
                      <a:pt x="6" y="15"/>
                    </a:cubicBezTo>
                    <a:cubicBezTo>
                      <a:pt x="12" y="22"/>
                      <a:pt x="26" y="33"/>
                      <a:pt x="34" y="35"/>
                    </a:cubicBezTo>
                    <a:cubicBezTo>
                      <a:pt x="40" y="37"/>
                      <a:pt x="56" y="37"/>
                      <a:pt x="55" y="27"/>
                    </a:cubicBezTo>
                    <a:cubicBezTo>
                      <a:pt x="55" y="14"/>
                      <a:pt x="23" y="16"/>
                      <a:pt x="19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37" name="Group 3323">
              <a:extLst>
                <a:ext uri="{FF2B5EF4-FFF2-40B4-BE49-F238E27FC236}">
                  <a16:creationId xmlns:a16="http://schemas.microsoft.com/office/drawing/2014/main" id="{761FFB5B-9BD5-4B61-BF05-29CDC9EE9E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34" y="1587"/>
              <a:ext cx="1125" cy="2254"/>
              <a:chOff x="4334" y="1587"/>
              <a:chExt cx="1125" cy="2254"/>
            </a:xfrm>
          </p:grpSpPr>
          <p:sp>
            <p:nvSpPr>
              <p:cNvPr id="121089" name="Freeform 3324">
                <a:extLst>
                  <a:ext uri="{FF2B5EF4-FFF2-40B4-BE49-F238E27FC236}">
                    <a16:creationId xmlns:a16="http://schemas.microsoft.com/office/drawing/2014/main" id="{89DEF707-26B8-4A7E-AD14-69C5834CC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2293"/>
                <a:ext cx="76" cy="61"/>
              </a:xfrm>
              <a:custGeom>
                <a:avLst/>
                <a:gdLst>
                  <a:gd name="T0" fmla="*/ 60 w 49"/>
                  <a:gd name="T1" fmla="*/ 8 h 37"/>
                  <a:gd name="T2" fmla="*/ 0 w 49"/>
                  <a:gd name="T3" fmla="*/ 58 h 37"/>
                  <a:gd name="T4" fmla="*/ 53 w 49"/>
                  <a:gd name="T5" fmla="*/ 122 h 37"/>
                  <a:gd name="T6" fmla="*/ 183 w 49"/>
                  <a:gd name="T7" fmla="*/ 109 h 37"/>
                  <a:gd name="T8" fmla="*/ 53 w 49"/>
                  <a:gd name="T9" fmla="*/ 1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7">
                    <a:moveTo>
                      <a:pt x="16" y="2"/>
                    </a:moveTo>
                    <a:cubicBezTo>
                      <a:pt x="11" y="0"/>
                      <a:pt x="0" y="6"/>
                      <a:pt x="0" y="13"/>
                    </a:cubicBezTo>
                    <a:cubicBezTo>
                      <a:pt x="1" y="18"/>
                      <a:pt x="11" y="24"/>
                      <a:pt x="14" y="27"/>
                    </a:cubicBezTo>
                    <a:cubicBezTo>
                      <a:pt x="27" y="37"/>
                      <a:pt x="38" y="37"/>
                      <a:pt x="49" y="24"/>
                    </a:cubicBezTo>
                    <a:cubicBezTo>
                      <a:pt x="42" y="12"/>
                      <a:pt x="26" y="10"/>
                      <a:pt x="14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90" name="Freeform 3325">
                <a:extLst>
                  <a:ext uri="{FF2B5EF4-FFF2-40B4-BE49-F238E27FC236}">
                    <a16:creationId xmlns:a16="http://schemas.microsoft.com/office/drawing/2014/main" id="{AC1ECBAD-B4FB-439B-BB71-EAC114924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2" y="2355"/>
                <a:ext cx="80" cy="58"/>
              </a:xfrm>
              <a:custGeom>
                <a:avLst/>
                <a:gdLst>
                  <a:gd name="T0" fmla="*/ 52 w 52"/>
                  <a:gd name="T1" fmla="*/ 0 h 35"/>
                  <a:gd name="T2" fmla="*/ 5 w 52"/>
                  <a:gd name="T3" fmla="*/ 63 h 35"/>
                  <a:gd name="T4" fmla="*/ 83 w 52"/>
                  <a:gd name="T5" fmla="*/ 118 h 35"/>
                  <a:gd name="T6" fmla="*/ 189 w 52"/>
                  <a:gd name="T7" fmla="*/ 99 h 35"/>
                  <a:gd name="T8" fmla="*/ 89 w 52"/>
                  <a:gd name="T9" fmla="*/ 2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5">
                    <a:moveTo>
                      <a:pt x="14" y="0"/>
                    </a:moveTo>
                    <a:cubicBezTo>
                      <a:pt x="10" y="1"/>
                      <a:pt x="0" y="9"/>
                      <a:pt x="1" y="14"/>
                    </a:cubicBezTo>
                    <a:cubicBezTo>
                      <a:pt x="2" y="20"/>
                      <a:pt x="19" y="24"/>
                      <a:pt x="23" y="26"/>
                    </a:cubicBezTo>
                    <a:cubicBezTo>
                      <a:pt x="33" y="30"/>
                      <a:pt x="47" y="35"/>
                      <a:pt x="52" y="22"/>
                    </a:cubicBezTo>
                    <a:cubicBezTo>
                      <a:pt x="44" y="14"/>
                      <a:pt x="35" y="10"/>
                      <a:pt x="25" y="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91" name="Freeform 3326">
                <a:extLst>
                  <a:ext uri="{FF2B5EF4-FFF2-40B4-BE49-F238E27FC236}">
                    <a16:creationId xmlns:a16="http://schemas.microsoft.com/office/drawing/2014/main" id="{EBE3B296-3CE5-419D-BB1F-6A87F33FA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7" y="2433"/>
                <a:ext cx="93" cy="90"/>
              </a:xfrm>
              <a:custGeom>
                <a:avLst/>
                <a:gdLst>
                  <a:gd name="T0" fmla="*/ 53 w 60"/>
                  <a:gd name="T1" fmla="*/ 0 h 55"/>
                  <a:gd name="T2" fmla="*/ 5 w 60"/>
                  <a:gd name="T3" fmla="*/ 97 h 55"/>
                  <a:gd name="T4" fmla="*/ 67 w 60"/>
                  <a:gd name="T5" fmla="*/ 151 h 55"/>
                  <a:gd name="T6" fmla="*/ 195 w 60"/>
                  <a:gd name="T7" fmla="*/ 241 h 55"/>
                  <a:gd name="T8" fmla="*/ 195 w 60"/>
                  <a:gd name="T9" fmla="*/ 123 h 55"/>
                  <a:gd name="T10" fmla="*/ 48 w 60"/>
                  <a:gd name="T11" fmla="*/ 8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55">
                    <a:moveTo>
                      <a:pt x="14" y="0"/>
                    </a:moveTo>
                    <a:cubicBezTo>
                      <a:pt x="8" y="4"/>
                      <a:pt x="0" y="14"/>
                      <a:pt x="1" y="22"/>
                    </a:cubicBezTo>
                    <a:cubicBezTo>
                      <a:pt x="2" y="32"/>
                      <a:pt x="9" y="32"/>
                      <a:pt x="18" y="34"/>
                    </a:cubicBezTo>
                    <a:cubicBezTo>
                      <a:pt x="32" y="39"/>
                      <a:pt x="41" y="47"/>
                      <a:pt x="52" y="55"/>
                    </a:cubicBezTo>
                    <a:cubicBezTo>
                      <a:pt x="60" y="46"/>
                      <a:pt x="60" y="36"/>
                      <a:pt x="52" y="28"/>
                    </a:cubicBezTo>
                    <a:cubicBezTo>
                      <a:pt x="44" y="19"/>
                      <a:pt x="25" y="4"/>
                      <a:pt x="13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92" name="Freeform 3327">
                <a:extLst>
                  <a:ext uri="{FF2B5EF4-FFF2-40B4-BE49-F238E27FC236}">
                    <a16:creationId xmlns:a16="http://schemas.microsoft.com/office/drawing/2014/main" id="{C8B92AB7-678E-4843-BCD3-11A9AF8D8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370"/>
                <a:ext cx="121" cy="73"/>
              </a:xfrm>
              <a:custGeom>
                <a:avLst/>
                <a:gdLst>
                  <a:gd name="T0" fmla="*/ 101 w 78"/>
                  <a:gd name="T1" fmla="*/ 0 h 44"/>
                  <a:gd name="T2" fmla="*/ 147 w 78"/>
                  <a:gd name="T3" fmla="*/ 124 h 44"/>
                  <a:gd name="T4" fmla="*/ 258 w 78"/>
                  <a:gd name="T5" fmla="*/ 159 h 44"/>
                  <a:gd name="T6" fmla="*/ 239 w 78"/>
                  <a:gd name="T7" fmla="*/ 61 h 44"/>
                  <a:gd name="T8" fmla="*/ 123 w 78"/>
                  <a:gd name="T9" fmla="*/ 2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44">
                    <a:moveTo>
                      <a:pt x="27" y="0"/>
                    </a:moveTo>
                    <a:cubicBezTo>
                      <a:pt x="0" y="19"/>
                      <a:pt x="27" y="19"/>
                      <a:pt x="39" y="27"/>
                    </a:cubicBezTo>
                    <a:cubicBezTo>
                      <a:pt x="47" y="33"/>
                      <a:pt x="57" y="44"/>
                      <a:pt x="69" y="35"/>
                    </a:cubicBezTo>
                    <a:cubicBezTo>
                      <a:pt x="78" y="29"/>
                      <a:pt x="72" y="18"/>
                      <a:pt x="64" y="13"/>
                    </a:cubicBezTo>
                    <a:cubicBezTo>
                      <a:pt x="54" y="8"/>
                      <a:pt x="40" y="16"/>
                      <a:pt x="33" y="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93" name="Freeform 3328">
                <a:extLst>
                  <a:ext uri="{FF2B5EF4-FFF2-40B4-BE49-F238E27FC236}">
                    <a16:creationId xmlns:a16="http://schemas.microsoft.com/office/drawing/2014/main" id="{512B6522-F10A-4429-AC0D-F5231E4E3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283"/>
                <a:ext cx="86" cy="94"/>
              </a:xfrm>
              <a:custGeom>
                <a:avLst/>
                <a:gdLst>
                  <a:gd name="T0" fmla="*/ 61 w 56"/>
                  <a:gd name="T1" fmla="*/ 0 h 57"/>
                  <a:gd name="T2" fmla="*/ 5 w 56"/>
                  <a:gd name="T3" fmla="*/ 104 h 57"/>
                  <a:gd name="T4" fmla="*/ 106 w 56"/>
                  <a:gd name="T5" fmla="*/ 188 h 57"/>
                  <a:gd name="T6" fmla="*/ 198 w 56"/>
                  <a:gd name="T7" fmla="*/ 185 h 57"/>
                  <a:gd name="T8" fmla="*/ 69 w 56"/>
                  <a:gd name="T9" fmla="*/ 33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17" y="0"/>
                    </a:moveTo>
                    <a:cubicBezTo>
                      <a:pt x="14" y="5"/>
                      <a:pt x="0" y="15"/>
                      <a:pt x="1" y="23"/>
                    </a:cubicBezTo>
                    <a:cubicBezTo>
                      <a:pt x="1" y="34"/>
                      <a:pt x="20" y="40"/>
                      <a:pt x="29" y="42"/>
                    </a:cubicBezTo>
                    <a:cubicBezTo>
                      <a:pt x="40" y="45"/>
                      <a:pt x="55" y="57"/>
                      <a:pt x="55" y="41"/>
                    </a:cubicBezTo>
                    <a:cubicBezTo>
                      <a:pt x="56" y="18"/>
                      <a:pt x="23" y="25"/>
                      <a:pt x="19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94" name="Freeform 3329">
                <a:extLst>
                  <a:ext uri="{FF2B5EF4-FFF2-40B4-BE49-F238E27FC236}">
                    <a16:creationId xmlns:a16="http://schemas.microsoft.com/office/drawing/2014/main" id="{73C82D25-D7A6-46BA-92F0-41A4B7416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9"/>
                <a:ext cx="85" cy="67"/>
              </a:xfrm>
              <a:custGeom>
                <a:avLst/>
                <a:gdLst>
                  <a:gd name="T0" fmla="*/ 19 w 55"/>
                  <a:gd name="T1" fmla="*/ 47 h 41"/>
                  <a:gd name="T2" fmla="*/ 76 w 55"/>
                  <a:gd name="T3" fmla="*/ 109 h 41"/>
                  <a:gd name="T4" fmla="*/ 148 w 55"/>
                  <a:gd name="T5" fmla="*/ 165 h 41"/>
                  <a:gd name="T6" fmla="*/ 40 w 55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5" y="11"/>
                    </a:moveTo>
                    <a:cubicBezTo>
                      <a:pt x="0" y="22"/>
                      <a:pt x="15" y="22"/>
                      <a:pt x="21" y="25"/>
                    </a:cubicBezTo>
                    <a:cubicBezTo>
                      <a:pt x="25" y="27"/>
                      <a:pt x="35" y="41"/>
                      <a:pt x="40" y="38"/>
                    </a:cubicBezTo>
                    <a:cubicBezTo>
                      <a:pt x="55" y="30"/>
                      <a:pt x="22" y="0"/>
                      <a:pt x="11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95" name="Freeform 3330">
                <a:extLst>
                  <a:ext uri="{FF2B5EF4-FFF2-40B4-BE49-F238E27FC236}">
                    <a16:creationId xmlns:a16="http://schemas.microsoft.com/office/drawing/2014/main" id="{2FE16242-8F64-4F8B-83DC-DB0AC0C8D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2426"/>
                <a:ext cx="72" cy="66"/>
              </a:xfrm>
              <a:custGeom>
                <a:avLst/>
                <a:gdLst>
                  <a:gd name="T0" fmla="*/ 18 w 47"/>
                  <a:gd name="T1" fmla="*/ 0 h 40"/>
                  <a:gd name="T2" fmla="*/ 87 w 47"/>
                  <a:gd name="T3" fmla="*/ 112 h 40"/>
                  <a:gd name="T4" fmla="*/ 169 w 47"/>
                  <a:gd name="T5" fmla="*/ 172 h 40"/>
                  <a:gd name="T6" fmla="*/ 40 w 47"/>
                  <a:gd name="T7" fmla="*/ 21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0">
                    <a:moveTo>
                      <a:pt x="5" y="0"/>
                    </a:moveTo>
                    <a:cubicBezTo>
                      <a:pt x="0" y="15"/>
                      <a:pt x="15" y="17"/>
                      <a:pt x="24" y="25"/>
                    </a:cubicBezTo>
                    <a:cubicBezTo>
                      <a:pt x="30" y="32"/>
                      <a:pt x="37" y="40"/>
                      <a:pt x="47" y="38"/>
                    </a:cubicBezTo>
                    <a:cubicBezTo>
                      <a:pt x="47" y="23"/>
                      <a:pt x="27" y="4"/>
                      <a:pt x="11" y="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96" name="Freeform 3331">
                <a:extLst>
                  <a:ext uri="{FF2B5EF4-FFF2-40B4-BE49-F238E27FC236}">
                    <a16:creationId xmlns:a16="http://schemas.microsoft.com/office/drawing/2014/main" id="{0AA7D17B-52AF-4003-ADE3-5651F5ABB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0" y="2499"/>
                <a:ext cx="73" cy="56"/>
              </a:xfrm>
              <a:custGeom>
                <a:avLst/>
                <a:gdLst>
                  <a:gd name="T0" fmla="*/ 19 w 47"/>
                  <a:gd name="T1" fmla="*/ 0 h 34"/>
                  <a:gd name="T2" fmla="*/ 0 w 47"/>
                  <a:gd name="T3" fmla="*/ 35 h 34"/>
                  <a:gd name="T4" fmla="*/ 73 w 47"/>
                  <a:gd name="T5" fmla="*/ 97 h 34"/>
                  <a:gd name="T6" fmla="*/ 138 w 47"/>
                  <a:gd name="T7" fmla="*/ 147 h 34"/>
                  <a:gd name="T8" fmla="*/ 162 w 47"/>
                  <a:gd name="T9" fmla="*/ 96 h 34"/>
                  <a:gd name="T10" fmla="*/ 14 w 47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4">
                    <a:moveTo>
                      <a:pt x="5" y="0"/>
                    </a:moveTo>
                    <a:cubicBezTo>
                      <a:pt x="3" y="2"/>
                      <a:pt x="1" y="5"/>
                      <a:pt x="0" y="8"/>
                    </a:cubicBezTo>
                    <a:cubicBezTo>
                      <a:pt x="6" y="12"/>
                      <a:pt x="13" y="17"/>
                      <a:pt x="19" y="22"/>
                    </a:cubicBezTo>
                    <a:cubicBezTo>
                      <a:pt x="24" y="25"/>
                      <a:pt x="31" y="32"/>
                      <a:pt x="37" y="33"/>
                    </a:cubicBezTo>
                    <a:cubicBezTo>
                      <a:pt x="46" y="34"/>
                      <a:pt x="47" y="29"/>
                      <a:pt x="43" y="21"/>
                    </a:cubicBezTo>
                    <a:cubicBezTo>
                      <a:pt x="37" y="9"/>
                      <a:pt x="16" y="5"/>
                      <a:pt x="4" y="0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97" name="Freeform 3332">
                <a:extLst>
                  <a:ext uri="{FF2B5EF4-FFF2-40B4-BE49-F238E27FC236}">
                    <a16:creationId xmlns:a16="http://schemas.microsoft.com/office/drawing/2014/main" id="{D2973B67-AE92-4925-9485-4DCBAA841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218"/>
                <a:ext cx="92" cy="80"/>
              </a:xfrm>
              <a:custGeom>
                <a:avLst/>
                <a:gdLst>
                  <a:gd name="T0" fmla="*/ 35 w 60"/>
                  <a:gd name="T1" fmla="*/ 0 h 48"/>
                  <a:gd name="T2" fmla="*/ 83 w 60"/>
                  <a:gd name="T3" fmla="*/ 83 h 48"/>
                  <a:gd name="T4" fmla="*/ 158 w 60"/>
                  <a:gd name="T5" fmla="*/ 180 h 48"/>
                  <a:gd name="T6" fmla="*/ 189 w 60"/>
                  <a:gd name="T7" fmla="*/ 217 h 48"/>
                  <a:gd name="T8" fmla="*/ 198 w 60"/>
                  <a:gd name="T9" fmla="*/ 133 h 48"/>
                  <a:gd name="T10" fmla="*/ 80 w 60"/>
                  <a:gd name="T11" fmla="*/ 28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8">
                    <a:moveTo>
                      <a:pt x="10" y="0"/>
                    </a:moveTo>
                    <a:cubicBezTo>
                      <a:pt x="0" y="7"/>
                      <a:pt x="19" y="14"/>
                      <a:pt x="23" y="18"/>
                    </a:cubicBezTo>
                    <a:cubicBezTo>
                      <a:pt x="31" y="25"/>
                      <a:pt x="38" y="32"/>
                      <a:pt x="44" y="39"/>
                    </a:cubicBezTo>
                    <a:cubicBezTo>
                      <a:pt x="46" y="42"/>
                      <a:pt x="47" y="48"/>
                      <a:pt x="52" y="47"/>
                    </a:cubicBezTo>
                    <a:cubicBezTo>
                      <a:pt x="60" y="47"/>
                      <a:pt x="57" y="34"/>
                      <a:pt x="55" y="29"/>
                    </a:cubicBezTo>
                    <a:cubicBezTo>
                      <a:pt x="52" y="20"/>
                      <a:pt x="33" y="6"/>
                      <a:pt x="22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98" name="Freeform 3333">
                <a:extLst>
                  <a:ext uri="{FF2B5EF4-FFF2-40B4-BE49-F238E27FC236}">
                    <a16:creationId xmlns:a16="http://schemas.microsoft.com/office/drawing/2014/main" id="{3461F8BE-A6CE-4283-9921-E3137F0B3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6" y="2217"/>
                <a:ext cx="102" cy="71"/>
              </a:xfrm>
              <a:custGeom>
                <a:avLst/>
                <a:gdLst>
                  <a:gd name="T0" fmla="*/ 34 w 66"/>
                  <a:gd name="T1" fmla="*/ 0 h 43"/>
                  <a:gd name="T2" fmla="*/ 34 w 66"/>
                  <a:gd name="T3" fmla="*/ 112 h 43"/>
                  <a:gd name="T4" fmla="*/ 136 w 66"/>
                  <a:gd name="T5" fmla="*/ 172 h 43"/>
                  <a:gd name="T6" fmla="*/ 56 w 66"/>
                  <a:gd name="T7" fmla="*/ 2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43">
                    <a:moveTo>
                      <a:pt x="9" y="0"/>
                    </a:moveTo>
                    <a:cubicBezTo>
                      <a:pt x="8" y="15"/>
                      <a:pt x="0" y="14"/>
                      <a:pt x="9" y="25"/>
                    </a:cubicBezTo>
                    <a:cubicBezTo>
                      <a:pt x="17" y="32"/>
                      <a:pt x="27" y="36"/>
                      <a:pt x="37" y="38"/>
                    </a:cubicBezTo>
                    <a:cubicBezTo>
                      <a:pt x="66" y="43"/>
                      <a:pt x="26" y="8"/>
                      <a:pt x="15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99" name="Freeform 3334">
                <a:extLst>
                  <a:ext uri="{FF2B5EF4-FFF2-40B4-BE49-F238E27FC236}">
                    <a16:creationId xmlns:a16="http://schemas.microsoft.com/office/drawing/2014/main" id="{51AF5878-5A71-4D72-924D-EE9AE4D5C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6" y="2293"/>
                <a:ext cx="90" cy="70"/>
              </a:xfrm>
              <a:custGeom>
                <a:avLst/>
                <a:gdLst>
                  <a:gd name="T0" fmla="*/ 135 w 58"/>
                  <a:gd name="T1" fmla="*/ 60 h 43"/>
                  <a:gd name="T2" fmla="*/ 8 w 58"/>
                  <a:gd name="T3" fmla="*/ 0 h 43"/>
                  <a:gd name="T4" fmla="*/ 113 w 58"/>
                  <a:gd name="T5" fmla="*/ 138 h 43"/>
                  <a:gd name="T6" fmla="*/ 188 w 58"/>
                  <a:gd name="T7" fmla="*/ 156 h 43"/>
                  <a:gd name="T8" fmla="*/ 130 w 58"/>
                  <a:gd name="T9" fmla="*/ 3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3">
                    <a:moveTo>
                      <a:pt x="36" y="14"/>
                    </a:moveTo>
                    <a:cubicBezTo>
                      <a:pt x="26" y="7"/>
                      <a:pt x="15" y="1"/>
                      <a:pt x="2" y="0"/>
                    </a:cubicBezTo>
                    <a:cubicBezTo>
                      <a:pt x="0" y="17"/>
                      <a:pt x="18" y="24"/>
                      <a:pt x="30" y="32"/>
                    </a:cubicBezTo>
                    <a:cubicBezTo>
                      <a:pt x="35" y="36"/>
                      <a:pt x="45" y="43"/>
                      <a:pt x="50" y="36"/>
                    </a:cubicBezTo>
                    <a:cubicBezTo>
                      <a:pt x="58" y="27"/>
                      <a:pt x="41" y="13"/>
                      <a:pt x="35" y="8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00" name="Freeform 3335">
                <a:extLst>
                  <a:ext uri="{FF2B5EF4-FFF2-40B4-BE49-F238E27FC236}">
                    <a16:creationId xmlns:a16="http://schemas.microsoft.com/office/drawing/2014/main" id="{0EC68D27-6E27-46D6-94A3-F3570AE38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126"/>
                <a:ext cx="90" cy="99"/>
              </a:xfrm>
              <a:custGeom>
                <a:avLst/>
                <a:gdLst>
                  <a:gd name="T0" fmla="*/ 40 w 58"/>
                  <a:gd name="T1" fmla="*/ 0 h 60"/>
                  <a:gd name="T2" fmla="*/ 29 w 58"/>
                  <a:gd name="T3" fmla="*/ 147 h 60"/>
                  <a:gd name="T4" fmla="*/ 121 w 58"/>
                  <a:gd name="T5" fmla="*/ 234 h 60"/>
                  <a:gd name="T6" fmla="*/ 188 w 58"/>
                  <a:gd name="T7" fmla="*/ 261 h 60"/>
                  <a:gd name="T8" fmla="*/ 213 w 58"/>
                  <a:gd name="T9" fmla="*/ 175 h 60"/>
                  <a:gd name="T10" fmla="*/ 161 w 58"/>
                  <a:gd name="T11" fmla="*/ 97 h 60"/>
                  <a:gd name="T12" fmla="*/ 101 w 58"/>
                  <a:gd name="T13" fmla="*/ 58 h 60"/>
                  <a:gd name="T14" fmla="*/ 53 w 58"/>
                  <a:gd name="T15" fmla="*/ 13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1" y="0"/>
                    </a:moveTo>
                    <a:cubicBezTo>
                      <a:pt x="0" y="8"/>
                      <a:pt x="4" y="24"/>
                      <a:pt x="8" y="33"/>
                    </a:cubicBezTo>
                    <a:cubicBezTo>
                      <a:pt x="15" y="47"/>
                      <a:pt x="18" y="47"/>
                      <a:pt x="32" y="52"/>
                    </a:cubicBezTo>
                    <a:cubicBezTo>
                      <a:pt x="37" y="53"/>
                      <a:pt x="46" y="60"/>
                      <a:pt x="50" y="58"/>
                    </a:cubicBezTo>
                    <a:cubicBezTo>
                      <a:pt x="55" y="56"/>
                      <a:pt x="58" y="44"/>
                      <a:pt x="57" y="39"/>
                    </a:cubicBezTo>
                    <a:cubicBezTo>
                      <a:pt x="56" y="32"/>
                      <a:pt x="49" y="26"/>
                      <a:pt x="43" y="22"/>
                    </a:cubicBezTo>
                    <a:cubicBezTo>
                      <a:pt x="38" y="19"/>
                      <a:pt x="32" y="17"/>
                      <a:pt x="27" y="13"/>
                    </a:cubicBezTo>
                    <a:cubicBezTo>
                      <a:pt x="23" y="10"/>
                      <a:pt x="21" y="6"/>
                      <a:pt x="14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01" name="Freeform 3336">
                <a:extLst>
                  <a:ext uri="{FF2B5EF4-FFF2-40B4-BE49-F238E27FC236}">
                    <a16:creationId xmlns:a16="http://schemas.microsoft.com/office/drawing/2014/main" id="{641CF67E-559F-4A62-A734-B6246D821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060"/>
                <a:ext cx="113" cy="81"/>
              </a:xfrm>
              <a:custGeom>
                <a:avLst/>
                <a:gdLst>
                  <a:gd name="T0" fmla="*/ 67 w 73"/>
                  <a:gd name="T1" fmla="*/ 0 h 49"/>
                  <a:gd name="T2" fmla="*/ 29 w 73"/>
                  <a:gd name="T3" fmla="*/ 150 h 49"/>
                  <a:gd name="T4" fmla="*/ 93 w 73"/>
                  <a:gd name="T5" fmla="*/ 175 h 49"/>
                  <a:gd name="T6" fmla="*/ 163 w 73"/>
                  <a:gd name="T7" fmla="*/ 213 h 49"/>
                  <a:gd name="T8" fmla="*/ 245 w 73"/>
                  <a:gd name="T9" fmla="*/ 137 h 49"/>
                  <a:gd name="T10" fmla="*/ 178 w 73"/>
                  <a:gd name="T11" fmla="*/ 71 h 49"/>
                  <a:gd name="T12" fmla="*/ 79 w 73"/>
                  <a:gd name="T13" fmla="*/ 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9">
                    <a:moveTo>
                      <a:pt x="18" y="0"/>
                    </a:moveTo>
                    <a:cubicBezTo>
                      <a:pt x="9" y="6"/>
                      <a:pt x="0" y="24"/>
                      <a:pt x="8" y="33"/>
                    </a:cubicBezTo>
                    <a:cubicBezTo>
                      <a:pt x="13" y="39"/>
                      <a:pt x="18" y="37"/>
                      <a:pt x="25" y="39"/>
                    </a:cubicBezTo>
                    <a:cubicBezTo>
                      <a:pt x="32" y="40"/>
                      <a:pt x="37" y="45"/>
                      <a:pt x="44" y="47"/>
                    </a:cubicBezTo>
                    <a:cubicBezTo>
                      <a:pt x="53" y="49"/>
                      <a:pt x="73" y="46"/>
                      <a:pt x="66" y="30"/>
                    </a:cubicBezTo>
                    <a:cubicBezTo>
                      <a:pt x="64" y="26"/>
                      <a:pt x="53" y="19"/>
                      <a:pt x="48" y="16"/>
                    </a:cubicBezTo>
                    <a:cubicBezTo>
                      <a:pt x="40" y="9"/>
                      <a:pt x="31" y="7"/>
                      <a:pt x="21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02" name="Freeform 3337">
                <a:extLst>
                  <a:ext uri="{FF2B5EF4-FFF2-40B4-BE49-F238E27FC236}">
                    <a16:creationId xmlns:a16="http://schemas.microsoft.com/office/drawing/2014/main" id="{BDE6BCC3-5302-464F-BB0F-7A2C72EB2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2133"/>
                <a:ext cx="100" cy="76"/>
              </a:xfrm>
              <a:custGeom>
                <a:avLst/>
                <a:gdLst>
                  <a:gd name="T0" fmla="*/ 0 w 65"/>
                  <a:gd name="T1" fmla="*/ 71 h 46"/>
                  <a:gd name="T2" fmla="*/ 135 w 65"/>
                  <a:gd name="T3" fmla="*/ 91 h 46"/>
                  <a:gd name="T4" fmla="*/ 194 w 65"/>
                  <a:gd name="T5" fmla="*/ 208 h 46"/>
                  <a:gd name="T6" fmla="*/ 109 w 65"/>
                  <a:gd name="T7" fmla="*/ 139 h 46"/>
                  <a:gd name="T8" fmla="*/ 34 w 65"/>
                  <a:gd name="T9" fmla="*/ 9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6">
                    <a:moveTo>
                      <a:pt x="0" y="16"/>
                    </a:moveTo>
                    <a:cubicBezTo>
                      <a:pt x="14" y="0"/>
                      <a:pt x="23" y="12"/>
                      <a:pt x="37" y="20"/>
                    </a:cubicBezTo>
                    <a:cubicBezTo>
                      <a:pt x="45" y="25"/>
                      <a:pt x="65" y="34"/>
                      <a:pt x="53" y="46"/>
                    </a:cubicBezTo>
                    <a:cubicBezTo>
                      <a:pt x="45" y="41"/>
                      <a:pt x="41" y="34"/>
                      <a:pt x="30" y="31"/>
                    </a:cubicBezTo>
                    <a:cubicBezTo>
                      <a:pt x="22" y="28"/>
                      <a:pt x="16" y="27"/>
                      <a:pt x="9" y="2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03" name="Freeform 3338">
                <a:extLst>
                  <a:ext uri="{FF2B5EF4-FFF2-40B4-BE49-F238E27FC236}">
                    <a16:creationId xmlns:a16="http://schemas.microsoft.com/office/drawing/2014/main" id="{DE349CFB-7C90-4C2E-A2A8-15C85D331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078"/>
                <a:ext cx="61" cy="68"/>
              </a:xfrm>
              <a:custGeom>
                <a:avLst/>
                <a:gdLst>
                  <a:gd name="T0" fmla="*/ 0 w 39"/>
                  <a:gd name="T1" fmla="*/ 75 h 41"/>
                  <a:gd name="T2" fmla="*/ 122 w 39"/>
                  <a:gd name="T3" fmla="*/ 187 h 41"/>
                  <a:gd name="T4" fmla="*/ 69 w 39"/>
                  <a:gd name="T5" fmla="*/ 13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0" y="16"/>
                    </a:moveTo>
                    <a:cubicBezTo>
                      <a:pt x="12" y="0"/>
                      <a:pt x="39" y="29"/>
                      <a:pt x="32" y="41"/>
                    </a:cubicBezTo>
                    <a:cubicBezTo>
                      <a:pt x="27" y="41"/>
                      <a:pt x="21" y="35"/>
                      <a:pt x="18" y="30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04" name="Freeform 3339">
                <a:extLst>
                  <a:ext uri="{FF2B5EF4-FFF2-40B4-BE49-F238E27FC236}">
                    <a16:creationId xmlns:a16="http://schemas.microsoft.com/office/drawing/2014/main" id="{104B4782-87F0-4F7E-84A5-5D4DFC9B0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1993"/>
                <a:ext cx="86" cy="90"/>
              </a:xfrm>
              <a:custGeom>
                <a:avLst/>
                <a:gdLst>
                  <a:gd name="T0" fmla="*/ 66 w 56"/>
                  <a:gd name="T1" fmla="*/ 0 h 55"/>
                  <a:gd name="T2" fmla="*/ 8 w 56"/>
                  <a:gd name="T3" fmla="*/ 34 h 55"/>
                  <a:gd name="T4" fmla="*/ 26 w 56"/>
                  <a:gd name="T5" fmla="*/ 70 h 55"/>
                  <a:gd name="T6" fmla="*/ 94 w 56"/>
                  <a:gd name="T7" fmla="*/ 173 h 55"/>
                  <a:gd name="T8" fmla="*/ 189 w 56"/>
                  <a:gd name="T9" fmla="*/ 173 h 55"/>
                  <a:gd name="T10" fmla="*/ 83 w 56"/>
                  <a:gd name="T11" fmla="*/ 18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55">
                    <a:moveTo>
                      <a:pt x="18" y="0"/>
                    </a:moveTo>
                    <a:cubicBezTo>
                      <a:pt x="15" y="1"/>
                      <a:pt x="4" y="3"/>
                      <a:pt x="2" y="8"/>
                    </a:cubicBezTo>
                    <a:cubicBezTo>
                      <a:pt x="0" y="14"/>
                      <a:pt x="4" y="12"/>
                      <a:pt x="7" y="16"/>
                    </a:cubicBezTo>
                    <a:cubicBezTo>
                      <a:pt x="15" y="23"/>
                      <a:pt x="18" y="33"/>
                      <a:pt x="26" y="40"/>
                    </a:cubicBezTo>
                    <a:cubicBezTo>
                      <a:pt x="33" y="47"/>
                      <a:pt x="49" y="55"/>
                      <a:pt x="52" y="40"/>
                    </a:cubicBezTo>
                    <a:cubicBezTo>
                      <a:pt x="56" y="25"/>
                      <a:pt x="30" y="15"/>
                      <a:pt x="23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05" name="Freeform 3340">
                <a:extLst>
                  <a:ext uri="{FF2B5EF4-FFF2-40B4-BE49-F238E27FC236}">
                    <a16:creationId xmlns:a16="http://schemas.microsoft.com/office/drawing/2014/main" id="{9AB9606D-88B4-4620-8432-6B03FB3BF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904"/>
                <a:ext cx="89" cy="92"/>
              </a:xfrm>
              <a:custGeom>
                <a:avLst/>
                <a:gdLst>
                  <a:gd name="T0" fmla="*/ 43 w 58"/>
                  <a:gd name="T1" fmla="*/ 0 h 56"/>
                  <a:gd name="T2" fmla="*/ 35 w 58"/>
                  <a:gd name="T3" fmla="*/ 133 h 56"/>
                  <a:gd name="T4" fmla="*/ 134 w 58"/>
                  <a:gd name="T5" fmla="*/ 235 h 56"/>
                  <a:gd name="T6" fmla="*/ 190 w 58"/>
                  <a:gd name="T7" fmla="*/ 159 h 56"/>
                  <a:gd name="T8" fmla="*/ 75 w 58"/>
                  <a:gd name="T9" fmla="*/ 13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6">
                    <a:moveTo>
                      <a:pt x="12" y="0"/>
                    </a:moveTo>
                    <a:cubicBezTo>
                      <a:pt x="1" y="11"/>
                      <a:pt x="0" y="19"/>
                      <a:pt x="10" y="30"/>
                    </a:cubicBezTo>
                    <a:cubicBezTo>
                      <a:pt x="19" y="41"/>
                      <a:pt x="24" y="51"/>
                      <a:pt x="37" y="53"/>
                    </a:cubicBezTo>
                    <a:cubicBezTo>
                      <a:pt x="50" y="56"/>
                      <a:pt x="58" y="51"/>
                      <a:pt x="53" y="36"/>
                    </a:cubicBezTo>
                    <a:cubicBezTo>
                      <a:pt x="50" y="24"/>
                      <a:pt x="33" y="8"/>
                      <a:pt x="21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06" name="Freeform 3341">
                <a:extLst>
                  <a:ext uri="{FF2B5EF4-FFF2-40B4-BE49-F238E27FC236}">
                    <a16:creationId xmlns:a16="http://schemas.microsoft.com/office/drawing/2014/main" id="{D0E8C890-5B28-4AD4-8EDC-3EBB76B7C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830"/>
                <a:ext cx="69" cy="87"/>
              </a:xfrm>
              <a:custGeom>
                <a:avLst/>
                <a:gdLst>
                  <a:gd name="T0" fmla="*/ 83 w 45"/>
                  <a:gd name="T1" fmla="*/ 34 h 53"/>
                  <a:gd name="T2" fmla="*/ 49 w 45"/>
                  <a:gd name="T3" fmla="*/ 222 h 53"/>
                  <a:gd name="T4" fmla="*/ 129 w 45"/>
                  <a:gd name="T5" fmla="*/ 130 h 53"/>
                  <a:gd name="T6" fmla="*/ 109 w 45"/>
                  <a:gd name="T7" fmla="*/ 54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3">
                    <a:moveTo>
                      <a:pt x="23" y="8"/>
                    </a:moveTo>
                    <a:cubicBezTo>
                      <a:pt x="5" y="0"/>
                      <a:pt x="0" y="46"/>
                      <a:pt x="14" y="50"/>
                    </a:cubicBezTo>
                    <a:cubicBezTo>
                      <a:pt x="25" y="53"/>
                      <a:pt x="32" y="36"/>
                      <a:pt x="36" y="29"/>
                    </a:cubicBezTo>
                    <a:cubicBezTo>
                      <a:pt x="42" y="21"/>
                      <a:pt x="45" y="17"/>
                      <a:pt x="30" y="1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07" name="Freeform 3342">
                <a:extLst>
                  <a:ext uri="{FF2B5EF4-FFF2-40B4-BE49-F238E27FC236}">
                    <a16:creationId xmlns:a16="http://schemas.microsoft.com/office/drawing/2014/main" id="{D9D3890F-D7D9-4320-81FB-F10C9797A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1803"/>
                <a:ext cx="88" cy="63"/>
              </a:xfrm>
              <a:custGeom>
                <a:avLst/>
                <a:gdLst>
                  <a:gd name="T0" fmla="*/ 66 w 57"/>
                  <a:gd name="T1" fmla="*/ 0 h 38"/>
                  <a:gd name="T2" fmla="*/ 80 w 57"/>
                  <a:gd name="T3" fmla="*/ 113 h 38"/>
                  <a:gd name="T4" fmla="*/ 188 w 57"/>
                  <a:gd name="T5" fmla="*/ 172 h 38"/>
                  <a:gd name="T6" fmla="*/ 86 w 57"/>
                  <a:gd name="T7" fmla="*/ 3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38">
                    <a:moveTo>
                      <a:pt x="18" y="0"/>
                    </a:moveTo>
                    <a:cubicBezTo>
                      <a:pt x="0" y="6"/>
                      <a:pt x="11" y="16"/>
                      <a:pt x="22" y="25"/>
                    </a:cubicBezTo>
                    <a:cubicBezTo>
                      <a:pt x="30" y="32"/>
                      <a:pt x="41" y="34"/>
                      <a:pt x="51" y="38"/>
                    </a:cubicBezTo>
                    <a:cubicBezTo>
                      <a:pt x="57" y="26"/>
                      <a:pt x="32" y="14"/>
                      <a:pt x="23" y="8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08" name="Freeform 3343">
                <a:extLst>
                  <a:ext uri="{FF2B5EF4-FFF2-40B4-BE49-F238E27FC236}">
                    <a16:creationId xmlns:a16="http://schemas.microsoft.com/office/drawing/2014/main" id="{EF912A1E-7028-4265-A3CD-6CAB3BBB0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726"/>
                <a:ext cx="76" cy="72"/>
              </a:xfrm>
              <a:custGeom>
                <a:avLst/>
                <a:gdLst>
                  <a:gd name="T0" fmla="*/ 62 w 49"/>
                  <a:gd name="T1" fmla="*/ 0 h 44"/>
                  <a:gd name="T2" fmla="*/ 12 w 49"/>
                  <a:gd name="T3" fmla="*/ 18 h 44"/>
                  <a:gd name="T4" fmla="*/ 104 w 49"/>
                  <a:gd name="T5" fmla="*/ 159 h 44"/>
                  <a:gd name="T6" fmla="*/ 74 w 49"/>
                  <a:gd name="T7" fmla="*/ 4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4">
                    <a:moveTo>
                      <a:pt x="17" y="0"/>
                    </a:moveTo>
                    <a:cubicBezTo>
                      <a:pt x="13" y="2"/>
                      <a:pt x="8" y="3"/>
                      <a:pt x="3" y="4"/>
                    </a:cubicBezTo>
                    <a:cubicBezTo>
                      <a:pt x="0" y="11"/>
                      <a:pt x="20" y="34"/>
                      <a:pt x="28" y="36"/>
                    </a:cubicBezTo>
                    <a:cubicBezTo>
                      <a:pt x="49" y="44"/>
                      <a:pt x="22" y="14"/>
                      <a:pt x="20" y="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09" name="Freeform 3344">
                <a:extLst>
                  <a:ext uri="{FF2B5EF4-FFF2-40B4-BE49-F238E27FC236}">
                    <a16:creationId xmlns:a16="http://schemas.microsoft.com/office/drawing/2014/main" id="{72301F5D-654D-4C0F-885C-4D28E7217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1894"/>
                <a:ext cx="68" cy="61"/>
              </a:xfrm>
              <a:custGeom>
                <a:avLst/>
                <a:gdLst>
                  <a:gd name="T0" fmla="*/ 70 w 44"/>
                  <a:gd name="T1" fmla="*/ 0 h 37"/>
                  <a:gd name="T2" fmla="*/ 8 w 44"/>
                  <a:gd name="T3" fmla="*/ 58 h 37"/>
                  <a:gd name="T4" fmla="*/ 93 w 44"/>
                  <a:gd name="T5" fmla="*/ 152 h 37"/>
                  <a:gd name="T6" fmla="*/ 162 w 44"/>
                  <a:gd name="T7" fmla="*/ 112 h 37"/>
                  <a:gd name="T8" fmla="*/ 87 w 44"/>
                  <a:gd name="T9" fmla="*/ 1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7">
                    <a:moveTo>
                      <a:pt x="19" y="0"/>
                    </a:moveTo>
                    <a:cubicBezTo>
                      <a:pt x="13" y="2"/>
                      <a:pt x="0" y="3"/>
                      <a:pt x="2" y="13"/>
                    </a:cubicBezTo>
                    <a:cubicBezTo>
                      <a:pt x="3" y="17"/>
                      <a:pt x="21" y="32"/>
                      <a:pt x="25" y="34"/>
                    </a:cubicBezTo>
                    <a:cubicBezTo>
                      <a:pt x="32" y="37"/>
                      <a:pt x="44" y="35"/>
                      <a:pt x="44" y="25"/>
                    </a:cubicBezTo>
                    <a:cubicBezTo>
                      <a:pt x="44" y="18"/>
                      <a:pt x="30" y="5"/>
                      <a:pt x="23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10" name="Freeform 3345">
                <a:extLst>
                  <a:ext uri="{FF2B5EF4-FFF2-40B4-BE49-F238E27FC236}">
                    <a16:creationId xmlns:a16="http://schemas.microsoft.com/office/drawing/2014/main" id="{C728E8DD-8FE6-449F-9252-6AE4460BF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1940"/>
                <a:ext cx="40" cy="49"/>
              </a:xfrm>
              <a:custGeom>
                <a:avLst/>
                <a:gdLst>
                  <a:gd name="T0" fmla="*/ 0 w 26"/>
                  <a:gd name="T1" fmla="*/ 47 h 30"/>
                  <a:gd name="T2" fmla="*/ 12 w 26"/>
                  <a:gd name="T3" fmla="*/ 0 h 30"/>
                  <a:gd name="T4" fmla="*/ 89 w 26"/>
                  <a:gd name="T5" fmla="*/ 131 h 30"/>
                  <a:gd name="T6" fmla="*/ 22 w 26"/>
                  <a:gd name="T7" fmla="*/ 8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0">
                    <a:moveTo>
                      <a:pt x="0" y="11"/>
                    </a:moveTo>
                    <a:cubicBezTo>
                      <a:pt x="0" y="7"/>
                      <a:pt x="1" y="4"/>
                      <a:pt x="3" y="0"/>
                    </a:cubicBezTo>
                    <a:cubicBezTo>
                      <a:pt x="16" y="9"/>
                      <a:pt x="26" y="13"/>
                      <a:pt x="25" y="30"/>
                    </a:cubicBezTo>
                    <a:cubicBezTo>
                      <a:pt x="19" y="29"/>
                      <a:pt x="11" y="24"/>
                      <a:pt x="6" y="1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11" name="Freeform 3346">
                <a:extLst>
                  <a:ext uri="{FF2B5EF4-FFF2-40B4-BE49-F238E27FC236}">
                    <a16:creationId xmlns:a16="http://schemas.microsoft.com/office/drawing/2014/main" id="{57F1EE18-4722-4887-B2E7-8AC3E40C9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04"/>
                <a:ext cx="63" cy="71"/>
              </a:xfrm>
              <a:custGeom>
                <a:avLst/>
                <a:gdLst>
                  <a:gd name="T0" fmla="*/ 0 w 41"/>
                  <a:gd name="T1" fmla="*/ 63 h 43"/>
                  <a:gd name="T2" fmla="*/ 101 w 41"/>
                  <a:gd name="T3" fmla="*/ 76 h 43"/>
                  <a:gd name="T4" fmla="*/ 141 w 41"/>
                  <a:gd name="T5" fmla="*/ 193 h 43"/>
                  <a:gd name="T6" fmla="*/ 12 w 41"/>
                  <a:gd name="T7" fmla="*/ 68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43">
                    <a:moveTo>
                      <a:pt x="0" y="14"/>
                    </a:moveTo>
                    <a:cubicBezTo>
                      <a:pt x="3" y="0"/>
                      <a:pt x="22" y="12"/>
                      <a:pt x="28" y="17"/>
                    </a:cubicBezTo>
                    <a:cubicBezTo>
                      <a:pt x="37" y="24"/>
                      <a:pt x="41" y="31"/>
                      <a:pt x="39" y="43"/>
                    </a:cubicBezTo>
                    <a:cubicBezTo>
                      <a:pt x="25" y="39"/>
                      <a:pt x="18" y="19"/>
                      <a:pt x="3" y="1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12" name="Freeform 3347">
                <a:extLst>
                  <a:ext uri="{FF2B5EF4-FFF2-40B4-BE49-F238E27FC236}">
                    <a16:creationId xmlns:a16="http://schemas.microsoft.com/office/drawing/2014/main" id="{0EC1C61B-657A-44FE-946C-3199EDEEB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1828"/>
                <a:ext cx="62" cy="105"/>
              </a:xfrm>
              <a:custGeom>
                <a:avLst/>
                <a:gdLst>
                  <a:gd name="T0" fmla="*/ 0 w 40"/>
                  <a:gd name="T1" fmla="*/ 89 h 64"/>
                  <a:gd name="T2" fmla="*/ 45 w 40"/>
                  <a:gd name="T3" fmla="*/ 21 h 64"/>
                  <a:gd name="T4" fmla="*/ 109 w 40"/>
                  <a:gd name="T5" fmla="*/ 131 h 64"/>
                  <a:gd name="T6" fmla="*/ 135 w 40"/>
                  <a:gd name="T7" fmla="*/ 248 h 64"/>
                  <a:gd name="T8" fmla="*/ 93 w 40"/>
                  <a:gd name="T9" fmla="*/ 215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64">
                    <a:moveTo>
                      <a:pt x="0" y="20"/>
                    </a:moveTo>
                    <a:cubicBezTo>
                      <a:pt x="4" y="14"/>
                      <a:pt x="1" y="0"/>
                      <a:pt x="12" y="5"/>
                    </a:cubicBezTo>
                    <a:cubicBezTo>
                      <a:pt x="18" y="8"/>
                      <a:pt x="26" y="25"/>
                      <a:pt x="29" y="30"/>
                    </a:cubicBezTo>
                    <a:cubicBezTo>
                      <a:pt x="32" y="36"/>
                      <a:pt x="40" y="50"/>
                      <a:pt x="36" y="56"/>
                    </a:cubicBezTo>
                    <a:cubicBezTo>
                      <a:pt x="32" y="64"/>
                      <a:pt x="25" y="56"/>
                      <a:pt x="25" y="4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13" name="Freeform 3348">
                <a:extLst>
                  <a:ext uri="{FF2B5EF4-FFF2-40B4-BE49-F238E27FC236}">
                    <a16:creationId xmlns:a16="http://schemas.microsoft.com/office/drawing/2014/main" id="{00D66363-6535-4A2F-9653-51D778329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769"/>
                <a:ext cx="59" cy="74"/>
              </a:xfrm>
              <a:custGeom>
                <a:avLst/>
                <a:gdLst>
                  <a:gd name="T0" fmla="*/ 40 w 38"/>
                  <a:gd name="T1" fmla="*/ 13 h 45"/>
                  <a:gd name="T2" fmla="*/ 12 w 38"/>
                  <a:gd name="T3" fmla="*/ 95 h 45"/>
                  <a:gd name="T4" fmla="*/ 95 w 38"/>
                  <a:gd name="T5" fmla="*/ 181 h 45"/>
                  <a:gd name="T6" fmla="*/ 127 w 38"/>
                  <a:gd name="T7" fmla="*/ 84 h 45"/>
                  <a:gd name="T8" fmla="*/ 47 w 38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5">
                    <a:moveTo>
                      <a:pt x="11" y="3"/>
                    </a:moveTo>
                    <a:cubicBezTo>
                      <a:pt x="1" y="3"/>
                      <a:pt x="0" y="14"/>
                      <a:pt x="3" y="21"/>
                    </a:cubicBezTo>
                    <a:cubicBezTo>
                      <a:pt x="7" y="32"/>
                      <a:pt x="12" y="45"/>
                      <a:pt x="25" y="41"/>
                    </a:cubicBezTo>
                    <a:cubicBezTo>
                      <a:pt x="37" y="38"/>
                      <a:pt x="38" y="30"/>
                      <a:pt x="34" y="19"/>
                    </a:cubicBezTo>
                    <a:cubicBezTo>
                      <a:pt x="30" y="7"/>
                      <a:pt x="20" y="8"/>
                      <a:pt x="12" y="0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14" name="Freeform 3349">
                <a:extLst>
                  <a:ext uri="{FF2B5EF4-FFF2-40B4-BE49-F238E27FC236}">
                    <a16:creationId xmlns:a16="http://schemas.microsoft.com/office/drawing/2014/main" id="{2E95874E-5936-48E8-95FC-74CA8E101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655"/>
                <a:ext cx="113" cy="115"/>
              </a:xfrm>
              <a:custGeom>
                <a:avLst/>
                <a:gdLst>
                  <a:gd name="T0" fmla="*/ 96 w 73"/>
                  <a:gd name="T1" fmla="*/ 0 h 70"/>
                  <a:gd name="T2" fmla="*/ 70 w 73"/>
                  <a:gd name="T3" fmla="*/ 125 h 70"/>
                  <a:gd name="T4" fmla="*/ 192 w 73"/>
                  <a:gd name="T5" fmla="*/ 276 h 70"/>
                  <a:gd name="T6" fmla="*/ 252 w 73"/>
                  <a:gd name="T7" fmla="*/ 181 h 70"/>
                  <a:gd name="T8" fmla="*/ 175 w 73"/>
                  <a:gd name="T9" fmla="*/ 89 h 70"/>
                  <a:gd name="T10" fmla="*/ 119 w 73"/>
                  <a:gd name="T11" fmla="*/ 33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70">
                    <a:moveTo>
                      <a:pt x="26" y="0"/>
                    </a:moveTo>
                    <a:cubicBezTo>
                      <a:pt x="9" y="9"/>
                      <a:pt x="0" y="11"/>
                      <a:pt x="19" y="28"/>
                    </a:cubicBezTo>
                    <a:cubicBezTo>
                      <a:pt x="29" y="38"/>
                      <a:pt x="41" y="54"/>
                      <a:pt x="52" y="62"/>
                    </a:cubicBezTo>
                    <a:cubicBezTo>
                      <a:pt x="65" y="70"/>
                      <a:pt x="73" y="53"/>
                      <a:pt x="68" y="41"/>
                    </a:cubicBezTo>
                    <a:cubicBezTo>
                      <a:pt x="64" y="34"/>
                      <a:pt x="53" y="27"/>
                      <a:pt x="47" y="20"/>
                    </a:cubicBezTo>
                    <a:cubicBezTo>
                      <a:pt x="43" y="15"/>
                      <a:pt x="38" y="10"/>
                      <a:pt x="32" y="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15" name="Freeform 3350">
                <a:extLst>
                  <a:ext uri="{FF2B5EF4-FFF2-40B4-BE49-F238E27FC236}">
                    <a16:creationId xmlns:a16="http://schemas.microsoft.com/office/drawing/2014/main" id="{492103E5-C447-4570-AA18-E1E80995F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629"/>
                <a:ext cx="76" cy="84"/>
              </a:xfrm>
              <a:custGeom>
                <a:avLst/>
                <a:gdLst>
                  <a:gd name="T0" fmla="*/ 62 w 49"/>
                  <a:gd name="T1" fmla="*/ 0 h 51"/>
                  <a:gd name="T2" fmla="*/ 8 w 49"/>
                  <a:gd name="T3" fmla="*/ 41 h 51"/>
                  <a:gd name="T4" fmla="*/ 87 w 49"/>
                  <a:gd name="T5" fmla="*/ 165 h 51"/>
                  <a:gd name="T6" fmla="*/ 171 w 49"/>
                  <a:gd name="T7" fmla="*/ 188 h 51"/>
                  <a:gd name="T8" fmla="*/ 79 w 49"/>
                  <a:gd name="T9" fmla="*/ 2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1">
                    <a:moveTo>
                      <a:pt x="17" y="0"/>
                    </a:moveTo>
                    <a:cubicBezTo>
                      <a:pt x="10" y="4"/>
                      <a:pt x="4" y="0"/>
                      <a:pt x="2" y="9"/>
                    </a:cubicBezTo>
                    <a:cubicBezTo>
                      <a:pt x="0" y="18"/>
                      <a:pt x="17" y="32"/>
                      <a:pt x="23" y="37"/>
                    </a:cubicBezTo>
                    <a:cubicBezTo>
                      <a:pt x="28" y="40"/>
                      <a:pt x="43" y="51"/>
                      <a:pt x="46" y="42"/>
                    </a:cubicBezTo>
                    <a:cubicBezTo>
                      <a:pt x="49" y="35"/>
                      <a:pt x="27" y="12"/>
                      <a:pt x="21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16" name="Freeform 3351">
                <a:extLst>
                  <a:ext uri="{FF2B5EF4-FFF2-40B4-BE49-F238E27FC236}">
                    <a16:creationId xmlns:a16="http://schemas.microsoft.com/office/drawing/2014/main" id="{F2B100CE-30AB-42BD-826D-69E1E3EA9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591"/>
                <a:ext cx="72" cy="47"/>
              </a:xfrm>
              <a:custGeom>
                <a:avLst/>
                <a:gdLst>
                  <a:gd name="T0" fmla="*/ 0 w 47"/>
                  <a:gd name="T1" fmla="*/ 0 h 29"/>
                  <a:gd name="T2" fmla="*/ 110 w 47"/>
                  <a:gd name="T3" fmla="*/ 89 h 29"/>
                  <a:gd name="T4" fmla="*/ 119 w 47"/>
                  <a:gd name="T5" fmla="*/ 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9">
                    <a:moveTo>
                      <a:pt x="0" y="0"/>
                    </a:moveTo>
                    <a:cubicBezTo>
                      <a:pt x="9" y="11"/>
                      <a:pt x="16" y="29"/>
                      <a:pt x="31" y="21"/>
                    </a:cubicBezTo>
                    <a:cubicBezTo>
                      <a:pt x="47" y="14"/>
                      <a:pt x="36" y="12"/>
                      <a:pt x="33" y="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17" name="Freeform 3352">
                <a:extLst>
                  <a:ext uri="{FF2B5EF4-FFF2-40B4-BE49-F238E27FC236}">
                    <a16:creationId xmlns:a16="http://schemas.microsoft.com/office/drawing/2014/main" id="{18DF1D13-177E-4109-ACA5-144C5DAA2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607"/>
                <a:ext cx="65" cy="102"/>
              </a:xfrm>
              <a:custGeom>
                <a:avLst/>
                <a:gdLst>
                  <a:gd name="T0" fmla="*/ 5 w 42"/>
                  <a:gd name="T1" fmla="*/ 35 h 62"/>
                  <a:gd name="T2" fmla="*/ 0 w 42"/>
                  <a:gd name="T3" fmla="*/ 21 h 62"/>
                  <a:gd name="T4" fmla="*/ 136 w 42"/>
                  <a:gd name="T5" fmla="*/ 194 h 62"/>
                  <a:gd name="T6" fmla="*/ 88 w 42"/>
                  <a:gd name="T7" fmla="*/ 192 h 62"/>
                  <a:gd name="T8" fmla="*/ 8 w 42"/>
                  <a:gd name="T9" fmla="*/ 4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2">
                    <a:moveTo>
                      <a:pt x="1" y="8"/>
                    </a:moveTo>
                    <a:cubicBezTo>
                      <a:pt x="1" y="8"/>
                      <a:pt x="0" y="6"/>
                      <a:pt x="0" y="5"/>
                    </a:cubicBezTo>
                    <a:cubicBezTo>
                      <a:pt x="11" y="0"/>
                      <a:pt x="34" y="35"/>
                      <a:pt x="37" y="44"/>
                    </a:cubicBezTo>
                    <a:cubicBezTo>
                      <a:pt x="42" y="62"/>
                      <a:pt x="30" y="51"/>
                      <a:pt x="24" y="43"/>
                    </a:cubicBezTo>
                    <a:cubicBezTo>
                      <a:pt x="19" y="35"/>
                      <a:pt x="2" y="20"/>
                      <a:pt x="2" y="10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18" name="Freeform 3353">
                <a:extLst>
                  <a:ext uri="{FF2B5EF4-FFF2-40B4-BE49-F238E27FC236}">
                    <a16:creationId xmlns:a16="http://schemas.microsoft.com/office/drawing/2014/main" id="{42E9CBE8-6EF3-4C15-AC3C-60270D883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742"/>
                <a:ext cx="68" cy="83"/>
              </a:xfrm>
              <a:custGeom>
                <a:avLst/>
                <a:gdLst>
                  <a:gd name="T0" fmla="*/ 22 w 44"/>
                  <a:gd name="T1" fmla="*/ 0 h 50"/>
                  <a:gd name="T2" fmla="*/ 5 w 44"/>
                  <a:gd name="T3" fmla="*/ 5 h 50"/>
                  <a:gd name="T4" fmla="*/ 117 w 44"/>
                  <a:gd name="T5" fmla="*/ 209 h 50"/>
                  <a:gd name="T6" fmla="*/ 141 w 44"/>
                  <a:gd name="T7" fmla="*/ 110 h 50"/>
                  <a:gd name="T8" fmla="*/ 36 w 44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0">
                    <a:moveTo>
                      <a:pt x="6" y="0"/>
                    </a:moveTo>
                    <a:cubicBezTo>
                      <a:pt x="5" y="0"/>
                      <a:pt x="3" y="0"/>
                      <a:pt x="1" y="1"/>
                    </a:cubicBezTo>
                    <a:cubicBezTo>
                      <a:pt x="0" y="8"/>
                      <a:pt x="23" y="44"/>
                      <a:pt x="32" y="46"/>
                    </a:cubicBezTo>
                    <a:cubicBezTo>
                      <a:pt x="44" y="50"/>
                      <a:pt x="43" y="30"/>
                      <a:pt x="38" y="24"/>
                    </a:cubicBezTo>
                    <a:cubicBezTo>
                      <a:pt x="33" y="17"/>
                      <a:pt x="18" y="3"/>
                      <a:pt x="10" y="0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19" name="Freeform 3354">
                <a:extLst>
                  <a:ext uri="{FF2B5EF4-FFF2-40B4-BE49-F238E27FC236}">
                    <a16:creationId xmlns:a16="http://schemas.microsoft.com/office/drawing/2014/main" id="{4A1CAB69-1BC0-46FB-B82A-9EDB68518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591"/>
                <a:ext cx="42" cy="21"/>
              </a:xfrm>
              <a:custGeom>
                <a:avLst/>
                <a:gdLst>
                  <a:gd name="T0" fmla="*/ 0 w 27"/>
                  <a:gd name="T1" fmla="*/ 0 h 13"/>
                  <a:gd name="T2" fmla="*/ 101 w 27"/>
                  <a:gd name="T3" fmla="*/ 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0"/>
                    </a:moveTo>
                    <a:cubicBezTo>
                      <a:pt x="10" y="13"/>
                      <a:pt x="17" y="12"/>
                      <a:pt x="27" y="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20" name="Freeform 3355">
                <a:extLst>
                  <a:ext uri="{FF2B5EF4-FFF2-40B4-BE49-F238E27FC236}">
                    <a16:creationId xmlns:a16="http://schemas.microsoft.com/office/drawing/2014/main" id="{55CF534C-5353-44F9-8683-86CB479A0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256"/>
                <a:ext cx="37" cy="32"/>
              </a:xfrm>
              <a:custGeom>
                <a:avLst/>
                <a:gdLst>
                  <a:gd name="T0" fmla="*/ 0 w 24"/>
                  <a:gd name="T1" fmla="*/ 29 h 19"/>
                  <a:gd name="T2" fmla="*/ 34 w 2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9">
                    <a:moveTo>
                      <a:pt x="0" y="6"/>
                    </a:moveTo>
                    <a:cubicBezTo>
                      <a:pt x="4" y="19"/>
                      <a:pt x="24" y="0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21" name="Freeform 3356">
                <a:extLst>
                  <a:ext uri="{FF2B5EF4-FFF2-40B4-BE49-F238E27FC236}">
                    <a16:creationId xmlns:a16="http://schemas.microsoft.com/office/drawing/2014/main" id="{0CC5F714-95EA-401F-9B96-BAD1C4A01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2199"/>
                <a:ext cx="45" cy="43"/>
              </a:xfrm>
              <a:custGeom>
                <a:avLst/>
                <a:gdLst>
                  <a:gd name="T0" fmla="*/ 0 w 29"/>
                  <a:gd name="T1" fmla="*/ 33 h 26"/>
                  <a:gd name="T2" fmla="*/ 45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7"/>
                    </a:moveTo>
                    <a:cubicBezTo>
                      <a:pt x="4" y="26"/>
                      <a:pt x="29" y="6"/>
                      <a:pt x="12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22" name="Freeform 3357">
                <a:extLst>
                  <a:ext uri="{FF2B5EF4-FFF2-40B4-BE49-F238E27FC236}">
                    <a16:creationId xmlns:a16="http://schemas.microsoft.com/office/drawing/2014/main" id="{B80F8C61-0A2E-40A9-8D77-4405FDBC6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2258"/>
                <a:ext cx="27" cy="20"/>
              </a:xfrm>
              <a:custGeom>
                <a:avLst/>
                <a:gdLst>
                  <a:gd name="T0" fmla="*/ 5 w 18"/>
                  <a:gd name="T1" fmla="*/ 20 h 12"/>
                  <a:gd name="T2" fmla="*/ 5 w 18"/>
                  <a:gd name="T3" fmla="*/ 42 h 12"/>
                  <a:gd name="T4" fmla="*/ 32 w 18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1" y="4"/>
                    </a:moveTo>
                    <a:cubicBezTo>
                      <a:pt x="1" y="6"/>
                      <a:pt x="0" y="7"/>
                      <a:pt x="1" y="9"/>
                    </a:cubicBezTo>
                    <a:cubicBezTo>
                      <a:pt x="10" y="12"/>
                      <a:pt x="18" y="1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23" name="Freeform 3358">
                <a:extLst>
                  <a:ext uri="{FF2B5EF4-FFF2-40B4-BE49-F238E27FC236}">
                    <a16:creationId xmlns:a16="http://schemas.microsoft.com/office/drawing/2014/main" id="{E3013FDF-A471-4621-ABF6-954318CA8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2321"/>
                <a:ext cx="40" cy="28"/>
              </a:xfrm>
              <a:custGeom>
                <a:avLst/>
                <a:gdLst>
                  <a:gd name="T0" fmla="*/ 0 w 26"/>
                  <a:gd name="T1" fmla="*/ 21 h 17"/>
                  <a:gd name="T2" fmla="*/ 52 w 2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0" y="5"/>
                    </a:moveTo>
                    <a:cubicBezTo>
                      <a:pt x="2" y="17"/>
                      <a:pt x="26" y="11"/>
                      <a:pt x="14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24" name="Freeform 3359">
                <a:extLst>
                  <a:ext uri="{FF2B5EF4-FFF2-40B4-BE49-F238E27FC236}">
                    <a16:creationId xmlns:a16="http://schemas.microsoft.com/office/drawing/2014/main" id="{0DB02E0F-940C-41D1-BBD8-097887B89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2378"/>
                <a:ext cx="56" cy="40"/>
              </a:xfrm>
              <a:custGeom>
                <a:avLst/>
                <a:gdLst>
                  <a:gd name="T0" fmla="*/ 34 w 36"/>
                  <a:gd name="T1" fmla="*/ 22 h 24"/>
                  <a:gd name="T2" fmla="*/ 61 w 36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4">
                    <a:moveTo>
                      <a:pt x="9" y="5"/>
                    </a:moveTo>
                    <a:cubicBezTo>
                      <a:pt x="0" y="24"/>
                      <a:pt x="36" y="0"/>
                      <a:pt x="1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25" name="Freeform 3360">
                <a:extLst>
                  <a:ext uri="{FF2B5EF4-FFF2-40B4-BE49-F238E27FC236}">
                    <a16:creationId xmlns:a16="http://schemas.microsoft.com/office/drawing/2014/main" id="{033C4928-C5F4-4634-8F4F-090D37BC6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2410"/>
                <a:ext cx="43" cy="34"/>
              </a:xfrm>
              <a:custGeom>
                <a:avLst/>
                <a:gdLst>
                  <a:gd name="T0" fmla="*/ 12 w 28"/>
                  <a:gd name="T1" fmla="*/ 8 h 21"/>
                  <a:gd name="T2" fmla="*/ 52 w 2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1">
                    <a:moveTo>
                      <a:pt x="3" y="2"/>
                    </a:moveTo>
                    <a:cubicBezTo>
                      <a:pt x="0" y="21"/>
                      <a:pt x="28" y="3"/>
                      <a:pt x="14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26" name="Freeform 3361">
                <a:extLst>
                  <a:ext uri="{FF2B5EF4-FFF2-40B4-BE49-F238E27FC236}">
                    <a16:creationId xmlns:a16="http://schemas.microsoft.com/office/drawing/2014/main" id="{A42A9E4C-2257-4086-8723-4D801728E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4" y="2377"/>
                <a:ext cx="16" cy="24"/>
              </a:xfrm>
              <a:custGeom>
                <a:avLst/>
                <a:gdLst>
                  <a:gd name="T0" fmla="*/ 0 w 10"/>
                  <a:gd name="T1" fmla="*/ 0 h 15"/>
                  <a:gd name="T2" fmla="*/ 0 w 10"/>
                  <a:gd name="T3" fmla="*/ 5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cubicBezTo>
                      <a:pt x="9" y="2"/>
                      <a:pt x="10" y="15"/>
                      <a:pt x="0" y="14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27" name="Freeform 3362">
                <a:extLst>
                  <a:ext uri="{FF2B5EF4-FFF2-40B4-BE49-F238E27FC236}">
                    <a16:creationId xmlns:a16="http://schemas.microsoft.com/office/drawing/2014/main" id="{86D118F8-7D9D-479D-A10A-B10BA5636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8" y="2474"/>
                <a:ext cx="17" cy="23"/>
              </a:xfrm>
              <a:custGeom>
                <a:avLst/>
                <a:gdLst>
                  <a:gd name="T0" fmla="*/ 5 w 11"/>
                  <a:gd name="T1" fmla="*/ 0 h 14"/>
                  <a:gd name="T2" fmla="*/ 0 w 11"/>
                  <a:gd name="T3" fmla="*/ 5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1" y="0"/>
                    </a:moveTo>
                    <a:cubicBezTo>
                      <a:pt x="11" y="2"/>
                      <a:pt x="10" y="14"/>
                      <a:pt x="0" y="12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28" name="Freeform 3363">
                <a:extLst>
                  <a:ext uri="{FF2B5EF4-FFF2-40B4-BE49-F238E27FC236}">
                    <a16:creationId xmlns:a16="http://schemas.microsoft.com/office/drawing/2014/main" id="{5B233E1F-B710-47F9-9F07-AA5F46620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021"/>
                <a:ext cx="33" cy="31"/>
              </a:xfrm>
              <a:custGeom>
                <a:avLst/>
                <a:gdLst>
                  <a:gd name="T0" fmla="*/ 5 w 21"/>
                  <a:gd name="T1" fmla="*/ 29 h 19"/>
                  <a:gd name="T2" fmla="*/ 0 w 21"/>
                  <a:gd name="T3" fmla="*/ 54 h 19"/>
                  <a:gd name="T4" fmla="*/ 35 w 2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" y="7"/>
                    </a:moveTo>
                    <a:cubicBezTo>
                      <a:pt x="1" y="9"/>
                      <a:pt x="0" y="10"/>
                      <a:pt x="0" y="12"/>
                    </a:cubicBezTo>
                    <a:cubicBezTo>
                      <a:pt x="9" y="19"/>
                      <a:pt x="21" y="3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29" name="Freeform 3364">
                <a:extLst>
                  <a:ext uri="{FF2B5EF4-FFF2-40B4-BE49-F238E27FC236}">
                    <a16:creationId xmlns:a16="http://schemas.microsoft.com/office/drawing/2014/main" id="{6FA132A6-F79B-4F72-B716-32A1D3FDC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2103"/>
                <a:ext cx="60" cy="53"/>
              </a:xfrm>
              <a:custGeom>
                <a:avLst/>
                <a:gdLst>
                  <a:gd name="T0" fmla="*/ 14 w 39"/>
                  <a:gd name="T1" fmla="*/ 33 h 32"/>
                  <a:gd name="T2" fmla="*/ 58 w 39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2">
                    <a:moveTo>
                      <a:pt x="4" y="7"/>
                    </a:moveTo>
                    <a:cubicBezTo>
                      <a:pt x="0" y="32"/>
                      <a:pt x="39" y="5"/>
                      <a:pt x="1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30" name="Freeform 3365">
                <a:extLst>
                  <a:ext uri="{FF2B5EF4-FFF2-40B4-BE49-F238E27FC236}">
                    <a16:creationId xmlns:a16="http://schemas.microsoft.com/office/drawing/2014/main" id="{E61DC6D5-19D3-447E-9EA3-B2554850A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004"/>
                <a:ext cx="46" cy="38"/>
              </a:xfrm>
              <a:custGeom>
                <a:avLst/>
                <a:gdLst>
                  <a:gd name="T0" fmla="*/ 12 w 30"/>
                  <a:gd name="T1" fmla="*/ 13 h 23"/>
                  <a:gd name="T2" fmla="*/ 43 w 3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3">
                    <a:moveTo>
                      <a:pt x="3" y="3"/>
                    </a:moveTo>
                    <a:cubicBezTo>
                      <a:pt x="0" y="23"/>
                      <a:pt x="30" y="10"/>
                      <a:pt x="12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31" name="Freeform 3366">
                <a:extLst>
                  <a:ext uri="{FF2B5EF4-FFF2-40B4-BE49-F238E27FC236}">
                    <a16:creationId xmlns:a16="http://schemas.microsoft.com/office/drawing/2014/main" id="{8798CE94-E92C-4B92-A1AA-1BA2D5319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914"/>
                <a:ext cx="43" cy="39"/>
              </a:xfrm>
              <a:custGeom>
                <a:avLst/>
                <a:gdLst>
                  <a:gd name="T0" fmla="*/ 0 w 28"/>
                  <a:gd name="T1" fmla="*/ 21 h 24"/>
                  <a:gd name="T2" fmla="*/ 28 w 2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4">
                    <a:moveTo>
                      <a:pt x="0" y="5"/>
                    </a:moveTo>
                    <a:cubicBezTo>
                      <a:pt x="0" y="24"/>
                      <a:pt x="28" y="5"/>
                      <a:pt x="8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32" name="Freeform 3367">
                <a:extLst>
                  <a:ext uri="{FF2B5EF4-FFF2-40B4-BE49-F238E27FC236}">
                    <a16:creationId xmlns:a16="http://schemas.microsoft.com/office/drawing/2014/main" id="{D83399FF-D51E-4D89-9E5D-3C90CEAFF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948"/>
                <a:ext cx="43" cy="36"/>
              </a:xfrm>
              <a:custGeom>
                <a:avLst/>
                <a:gdLst>
                  <a:gd name="T0" fmla="*/ 12 w 28"/>
                  <a:gd name="T1" fmla="*/ 8 h 22"/>
                  <a:gd name="T2" fmla="*/ 48 w 28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2">
                    <a:moveTo>
                      <a:pt x="3" y="2"/>
                    </a:moveTo>
                    <a:cubicBezTo>
                      <a:pt x="0" y="22"/>
                      <a:pt x="28" y="7"/>
                      <a:pt x="13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33" name="Freeform 3368">
                <a:extLst>
                  <a:ext uri="{FF2B5EF4-FFF2-40B4-BE49-F238E27FC236}">
                    <a16:creationId xmlns:a16="http://schemas.microsoft.com/office/drawing/2014/main" id="{AD0047D0-CA5C-4885-B89A-33123C582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034"/>
                <a:ext cx="20" cy="21"/>
              </a:xfrm>
              <a:custGeom>
                <a:avLst/>
                <a:gdLst>
                  <a:gd name="T0" fmla="*/ 18 w 13"/>
                  <a:gd name="T1" fmla="*/ 0 h 13"/>
                  <a:gd name="T2" fmla="*/ 0 w 13"/>
                  <a:gd name="T3" fmla="*/ 4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5" y="0"/>
                    </a:moveTo>
                    <a:cubicBezTo>
                      <a:pt x="13" y="3"/>
                      <a:pt x="8" y="13"/>
                      <a:pt x="0" y="1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34" name="Freeform 3369">
                <a:extLst>
                  <a:ext uri="{FF2B5EF4-FFF2-40B4-BE49-F238E27FC236}">
                    <a16:creationId xmlns:a16="http://schemas.microsoft.com/office/drawing/2014/main" id="{7A0EFE8F-E010-408E-9AF1-3E6A0684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694"/>
                <a:ext cx="56" cy="35"/>
              </a:xfrm>
              <a:custGeom>
                <a:avLst/>
                <a:gdLst>
                  <a:gd name="T0" fmla="*/ 26 w 36"/>
                  <a:gd name="T1" fmla="*/ 13 h 21"/>
                  <a:gd name="T2" fmla="*/ 79 w 3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1">
                    <a:moveTo>
                      <a:pt x="7" y="3"/>
                    </a:moveTo>
                    <a:cubicBezTo>
                      <a:pt x="0" y="20"/>
                      <a:pt x="36" y="21"/>
                      <a:pt x="21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35" name="Freeform 3370">
                <a:extLst>
                  <a:ext uri="{FF2B5EF4-FFF2-40B4-BE49-F238E27FC236}">
                    <a16:creationId xmlns:a16="http://schemas.microsoft.com/office/drawing/2014/main" id="{637D52BA-B61A-46E8-B8AB-74037EF99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1650"/>
                <a:ext cx="40" cy="41"/>
              </a:xfrm>
              <a:custGeom>
                <a:avLst/>
                <a:gdLst>
                  <a:gd name="T0" fmla="*/ 0 w 26"/>
                  <a:gd name="T1" fmla="*/ 41 h 25"/>
                  <a:gd name="T2" fmla="*/ 18 w 26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5">
                    <a:moveTo>
                      <a:pt x="0" y="9"/>
                    </a:moveTo>
                    <a:cubicBezTo>
                      <a:pt x="4" y="25"/>
                      <a:pt x="26" y="1"/>
                      <a:pt x="5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36" name="Freeform 3371">
                <a:extLst>
                  <a:ext uri="{FF2B5EF4-FFF2-40B4-BE49-F238E27FC236}">
                    <a16:creationId xmlns:a16="http://schemas.microsoft.com/office/drawing/2014/main" id="{FD737049-CDF0-453E-8FBD-BD12B3597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797"/>
                <a:ext cx="44" cy="28"/>
              </a:xfrm>
              <a:custGeom>
                <a:avLst/>
                <a:gdLst>
                  <a:gd name="T0" fmla="*/ 27 w 28"/>
                  <a:gd name="T1" fmla="*/ 8 h 17"/>
                  <a:gd name="T2" fmla="*/ 77 w 2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7">
                    <a:moveTo>
                      <a:pt x="7" y="2"/>
                    </a:moveTo>
                    <a:cubicBezTo>
                      <a:pt x="0" y="17"/>
                      <a:pt x="28" y="15"/>
                      <a:pt x="20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37" name="Freeform 3372">
                <a:extLst>
                  <a:ext uri="{FF2B5EF4-FFF2-40B4-BE49-F238E27FC236}">
                    <a16:creationId xmlns:a16="http://schemas.microsoft.com/office/drawing/2014/main" id="{362CFBFA-FE96-41F1-B1E7-A2616DCEA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861"/>
                <a:ext cx="37" cy="46"/>
              </a:xfrm>
              <a:custGeom>
                <a:avLst/>
                <a:gdLst>
                  <a:gd name="T0" fmla="*/ 0 w 24"/>
                  <a:gd name="T1" fmla="*/ 43 h 28"/>
                  <a:gd name="T2" fmla="*/ 29 w 2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8">
                    <a:moveTo>
                      <a:pt x="0" y="10"/>
                    </a:moveTo>
                    <a:cubicBezTo>
                      <a:pt x="5" y="28"/>
                      <a:pt x="24" y="5"/>
                      <a:pt x="8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38" name="Freeform 3373">
                <a:extLst>
                  <a:ext uri="{FF2B5EF4-FFF2-40B4-BE49-F238E27FC236}">
                    <a16:creationId xmlns:a16="http://schemas.microsoft.com/office/drawing/2014/main" id="{18B791E0-A230-4E13-B835-0EDC86E10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1777"/>
                <a:ext cx="40" cy="33"/>
              </a:xfrm>
              <a:custGeom>
                <a:avLst/>
                <a:gdLst>
                  <a:gd name="T0" fmla="*/ 5 w 26"/>
                  <a:gd name="T1" fmla="*/ 5 h 20"/>
                  <a:gd name="T2" fmla="*/ 48 w 26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0">
                    <a:moveTo>
                      <a:pt x="1" y="1"/>
                    </a:moveTo>
                    <a:cubicBezTo>
                      <a:pt x="0" y="20"/>
                      <a:pt x="26" y="10"/>
                      <a:pt x="13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39" name="Freeform 3374">
                <a:extLst>
                  <a:ext uri="{FF2B5EF4-FFF2-40B4-BE49-F238E27FC236}">
                    <a16:creationId xmlns:a16="http://schemas.microsoft.com/office/drawing/2014/main" id="{C3E20F7E-F7A3-483E-8952-1473D7EFC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884"/>
                <a:ext cx="30" cy="23"/>
              </a:xfrm>
              <a:custGeom>
                <a:avLst/>
                <a:gdLst>
                  <a:gd name="T0" fmla="*/ 33 w 19"/>
                  <a:gd name="T1" fmla="*/ 0 h 14"/>
                  <a:gd name="T2" fmla="*/ 69 w 19"/>
                  <a:gd name="T3" fmla="*/ 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8" y="0"/>
                    </a:moveTo>
                    <a:cubicBezTo>
                      <a:pt x="0" y="12"/>
                      <a:pt x="19" y="14"/>
                      <a:pt x="18" y="1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40" name="Freeform 3375">
                <a:extLst>
                  <a:ext uri="{FF2B5EF4-FFF2-40B4-BE49-F238E27FC236}">
                    <a16:creationId xmlns:a16="http://schemas.microsoft.com/office/drawing/2014/main" id="{8CB27724-106C-4F18-AA58-FEBE7B14A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2312"/>
                <a:ext cx="31" cy="40"/>
              </a:xfrm>
              <a:custGeom>
                <a:avLst/>
                <a:gdLst>
                  <a:gd name="T0" fmla="*/ 0 w 20"/>
                  <a:gd name="T1" fmla="*/ 47 h 24"/>
                  <a:gd name="T2" fmla="*/ 22 w 20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4">
                    <a:moveTo>
                      <a:pt x="0" y="10"/>
                    </a:moveTo>
                    <a:cubicBezTo>
                      <a:pt x="10" y="24"/>
                      <a:pt x="20" y="2"/>
                      <a:pt x="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41" name="Freeform 3376">
                <a:extLst>
                  <a:ext uri="{FF2B5EF4-FFF2-40B4-BE49-F238E27FC236}">
                    <a16:creationId xmlns:a16="http://schemas.microsoft.com/office/drawing/2014/main" id="{436C94DB-E206-4D4B-8C7D-FCBEC483A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2263"/>
                <a:ext cx="20" cy="21"/>
              </a:xfrm>
              <a:custGeom>
                <a:avLst/>
                <a:gdLst>
                  <a:gd name="T0" fmla="*/ 48 w 13"/>
                  <a:gd name="T1" fmla="*/ 0 h 13"/>
                  <a:gd name="T2" fmla="*/ 8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3" y="0"/>
                    </a:moveTo>
                    <a:cubicBezTo>
                      <a:pt x="12" y="13"/>
                      <a:pt x="0" y="9"/>
                      <a:pt x="2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42" name="Freeform 3377">
                <a:extLst>
                  <a:ext uri="{FF2B5EF4-FFF2-40B4-BE49-F238E27FC236}">
                    <a16:creationId xmlns:a16="http://schemas.microsoft.com/office/drawing/2014/main" id="{80D6A8B2-BD60-42D2-9132-CAAC150C0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131"/>
                <a:ext cx="74" cy="59"/>
              </a:xfrm>
              <a:custGeom>
                <a:avLst/>
                <a:gdLst>
                  <a:gd name="T0" fmla="*/ 0 w 48"/>
                  <a:gd name="T1" fmla="*/ 0 h 36"/>
                  <a:gd name="T2" fmla="*/ 176 w 48"/>
                  <a:gd name="T3" fmla="*/ 11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6">
                    <a:moveTo>
                      <a:pt x="0" y="0"/>
                    </a:moveTo>
                    <a:cubicBezTo>
                      <a:pt x="3" y="10"/>
                      <a:pt x="40" y="36"/>
                      <a:pt x="48" y="26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43" name="Freeform 3378">
                <a:extLst>
                  <a:ext uri="{FF2B5EF4-FFF2-40B4-BE49-F238E27FC236}">
                    <a16:creationId xmlns:a16="http://schemas.microsoft.com/office/drawing/2014/main" id="{05C42916-1F3B-4373-A167-3A0185483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999"/>
                <a:ext cx="153" cy="140"/>
              </a:xfrm>
              <a:custGeom>
                <a:avLst/>
                <a:gdLst>
                  <a:gd name="T0" fmla="*/ 0 w 99"/>
                  <a:gd name="T1" fmla="*/ 0 h 85"/>
                  <a:gd name="T2" fmla="*/ 70 w 99"/>
                  <a:gd name="T3" fmla="*/ 117 h 85"/>
                  <a:gd name="T4" fmla="*/ 136 w 99"/>
                  <a:gd name="T5" fmla="*/ 184 h 85"/>
                  <a:gd name="T6" fmla="*/ 218 w 99"/>
                  <a:gd name="T7" fmla="*/ 272 h 85"/>
                  <a:gd name="T8" fmla="*/ 365 w 99"/>
                  <a:gd name="T9" fmla="*/ 380 h 85"/>
                  <a:gd name="T10" fmla="*/ 306 w 99"/>
                  <a:gd name="T11" fmla="*/ 290 h 85"/>
                  <a:gd name="T12" fmla="*/ 223 w 99"/>
                  <a:gd name="T13" fmla="*/ 180 h 85"/>
                  <a:gd name="T14" fmla="*/ 127 w 99"/>
                  <a:gd name="T15" fmla="*/ 109 h 85"/>
                  <a:gd name="T16" fmla="*/ 74 w 99"/>
                  <a:gd name="T17" fmla="*/ 54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9" h="85">
                    <a:moveTo>
                      <a:pt x="0" y="0"/>
                    </a:moveTo>
                    <a:cubicBezTo>
                      <a:pt x="10" y="6"/>
                      <a:pt x="11" y="19"/>
                      <a:pt x="19" y="26"/>
                    </a:cubicBezTo>
                    <a:cubicBezTo>
                      <a:pt x="27" y="33"/>
                      <a:pt x="30" y="33"/>
                      <a:pt x="37" y="41"/>
                    </a:cubicBezTo>
                    <a:cubicBezTo>
                      <a:pt x="43" y="48"/>
                      <a:pt x="49" y="56"/>
                      <a:pt x="59" y="61"/>
                    </a:cubicBezTo>
                    <a:cubicBezTo>
                      <a:pt x="70" y="67"/>
                      <a:pt x="88" y="77"/>
                      <a:pt x="99" y="85"/>
                    </a:cubicBezTo>
                    <a:cubicBezTo>
                      <a:pt x="95" y="78"/>
                      <a:pt x="89" y="69"/>
                      <a:pt x="83" y="65"/>
                    </a:cubicBezTo>
                    <a:cubicBezTo>
                      <a:pt x="75" y="57"/>
                      <a:pt x="69" y="47"/>
                      <a:pt x="60" y="40"/>
                    </a:cubicBezTo>
                    <a:cubicBezTo>
                      <a:pt x="52" y="33"/>
                      <a:pt x="42" y="30"/>
                      <a:pt x="34" y="24"/>
                    </a:cubicBezTo>
                    <a:cubicBezTo>
                      <a:pt x="29" y="21"/>
                      <a:pt x="25" y="15"/>
                      <a:pt x="20" y="12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44" name="Freeform 3379">
                <a:extLst>
                  <a:ext uri="{FF2B5EF4-FFF2-40B4-BE49-F238E27FC236}">
                    <a16:creationId xmlns:a16="http://schemas.microsoft.com/office/drawing/2014/main" id="{22BF6B4E-93E0-463A-936D-E0D2E77C9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2166"/>
                <a:ext cx="43" cy="18"/>
              </a:xfrm>
              <a:custGeom>
                <a:avLst/>
                <a:gdLst>
                  <a:gd name="T0" fmla="*/ 0 w 28"/>
                  <a:gd name="T1" fmla="*/ 0 h 11"/>
                  <a:gd name="T2" fmla="*/ 43 w 28"/>
                  <a:gd name="T3" fmla="*/ 29 h 11"/>
                  <a:gd name="T4" fmla="*/ 101 w 28"/>
                  <a:gd name="T5" fmla="*/ 4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1">
                    <a:moveTo>
                      <a:pt x="0" y="0"/>
                    </a:moveTo>
                    <a:cubicBezTo>
                      <a:pt x="3" y="9"/>
                      <a:pt x="4" y="7"/>
                      <a:pt x="12" y="7"/>
                    </a:cubicBezTo>
                    <a:cubicBezTo>
                      <a:pt x="16" y="7"/>
                      <a:pt x="28" y="11"/>
                      <a:pt x="28" y="1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45" name="Freeform 3380">
                <a:extLst>
                  <a:ext uri="{FF2B5EF4-FFF2-40B4-BE49-F238E27FC236}">
                    <a16:creationId xmlns:a16="http://schemas.microsoft.com/office/drawing/2014/main" id="{381956A5-EE28-4730-AE84-0075B7E7E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15"/>
                <a:ext cx="134" cy="144"/>
              </a:xfrm>
              <a:custGeom>
                <a:avLst/>
                <a:gdLst>
                  <a:gd name="T0" fmla="*/ 0 w 87"/>
                  <a:gd name="T1" fmla="*/ 0 h 87"/>
                  <a:gd name="T2" fmla="*/ 54 w 87"/>
                  <a:gd name="T3" fmla="*/ 109 h 87"/>
                  <a:gd name="T4" fmla="*/ 102 w 87"/>
                  <a:gd name="T5" fmla="*/ 164 h 87"/>
                  <a:gd name="T6" fmla="*/ 203 w 87"/>
                  <a:gd name="T7" fmla="*/ 281 h 87"/>
                  <a:gd name="T8" fmla="*/ 114 w 87"/>
                  <a:gd name="T9" fmla="*/ 290 h 87"/>
                  <a:gd name="T10" fmla="*/ 163 w 87"/>
                  <a:gd name="T11" fmla="*/ 298 h 87"/>
                  <a:gd name="T12" fmla="*/ 197 w 87"/>
                  <a:gd name="T13" fmla="*/ 331 h 87"/>
                  <a:gd name="T14" fmla="*/ 317 w 87"/>
                  <a:gd name="T15" fmla="*/ 394 h 87"/>
                  <a:gd name="T16" fmla="*/ 250 w 87"/>
                  <a:gd name="T17" fmla="*/ 310 h 87"/>
                  <a:gd name="T18" fmla="*/ 211 w 87"/>
                  <a:gd name="T19" fmla="*/ 22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87">
                    <a:moveTo>
                      <a:pt x="0" y="0"/>
                    </a:moveTo>
                    <a:cubicBezTo>
                      <a:pt x="4" y="9"/>
                      <a:pt x="10" y="16"/>
                      <a:pt x="15" y="24"/>
                    </a:cubicBezTo>
                    <a:cubicBezTo>
                      <a:pt x="18" y="29"/>
                      <a:pt x="22" y="32"/>
                      <a:pt x="28" y="36"/>
                    </a:cubicBezTo>
                    <a:cubicBezTo>
                      <a:pt x="38" y="43"/>
                      <a:pt x="51" y="49"/>
                      <a:pt x="56" y="62"/>
                    </a:cubicBezTo>
                    <a:cubicBezTo>
                      <a:pt x="47" y="62"/>
                      <a:pt x="38" y="63"/>
                      <a:pt x="31" y="64"/>
                    </a:cubicBezTo>
                    <a:cubicBezTo>
                      <a:pt x="35" y="64"/>
                      <a:pt x="41" y="64"/>
                      <a:pt x="45" y="66"/>
                    </a:cubicBezTo>
                    <a:cubicBezTo>
                      <a:pt x="49" y="68"/>
                      <a:pt x="50" y="71"/>
                      <a:pt x="54" y="73"/>
                    </a:cubicBezTo>
                    <a:cubicBezTo>
                      <a:pt x="64" y="78"/>
                      <a:pt x="75" y="83"/>
                      <a:pt x="87" y="87"/>
                    </a:cubicBezTo>
                    <a:cubicBezTo>
                      <a:pt x="78" y="82"/>
                      <a:pt x="73" y="76"/>
                      <a:pt x="68" y="68"/>
                    </a:cubicBezTo>
                    <a:cubicBezTo>
                      <a:pt x="65" y="62"/>
                      <a:pt x="63" y="55"/>
                      <a:pt x="58" y="5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46" name="Freeform 3381">
                <a:extLst>
                  <a:ext uri="{FF2B5EF4-FFF2-40B4-BE49-F238E27FC236}">
                    <a16:creationId xmlns:a16="http://schemas.microsoft.com/office/drawing/2014/main" id="{AFC46570-FDE9-43B1-8522-72CA421C0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1782"/>
                <a:ext cx="56" cy="67"/>
              </a:xfrm>
              <a:custGeom>
                <a:avLst/>
                <a:gdLst>
                  <a:gd name="T0" fmla="*/ 0 w 36"/>
                  <a:gd name="T1" fmla="*/ 0 h 41"/>
                  <a:gd name="T2" fmla="*/ 48 w 36"/>
                  <a:gd name="T3" fmla="*/ 109 h 41"/>
                  <a:gd name="T4" fmla="*/ 135 w 36"/>
                  <a:gd name="T5" fmla="*/ 178 h 41"/>
                  <a:gd name="T6" fmla="*/ 26 w 36"/>
                  <a:gd name="T7" fmla="*/ 42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1">
                    <a:moveTo>
                      <a:pt x="0" y="0"/>
                    </a:moveTo>
                    <a:cubicBezTo>
                      <a:pt x="1" y="12"/>
                      <a:pt x="5" y="16"/>
                      <a:pt x="13" y="25"/>
                    </a:cubicBezTo>
                    <a:cubicBezTo>
                      <a:pt x="19" y="32"/>
                      <a:pt x="27" y="38"/>
                      <a:pt x="36" y="41"/>
                    </a:cubicBezTo>
                    <a:cubicBezTo>
                      <a:pt x="30" y="28"/>
                      <a:pt x="20" y="17"/>
                      <a:pt x="7" y="1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47" name="Freeform 3382">
                <a:extLst>
                  <a:ext uri="{FF2B5EF4-FFF2-40B4-BE49-F238E27FC236}">
                    <a16:creationId xmlns:a16="http://schemas.microsoft.com/office/drawing/2014/main" id="{CAA7F15C-7CE6-4182-A061-95E404CE3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587"/>
                <a:ext cx="30" cy="33"/>
              </a:xfrm>
              <a:custGeom>
                <a:avLst/>
                <a:gdLst>
                  <a:gd name="T0" fmla="*/ 0 w 19"/>
                  <a:gd name="T1" fmla="*/ 0 h 20"/>
                  <a:gd name="T2" fmla="*/ 74 w 19"/>
                  <a:gd name="T3" fmla="*/ 89 h 20"/>
                  <a:gd name="T4" fmla="*/ 52 w 19"/>
                  <a:gd name="T5" fmla="*/ 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cubicBezTo>
                      <a:pt x="3" y="9"/>
                      <a:pt x="14" y="12"/>
                      <a:pt x="19" y="20"/>
                    </a:cubicBezTo>
                    <a:cubicBezTo>
                      <a:pt x="18" y="14"/>
                      <a:pt x="16" y="7"/>
                      <a:pt x="13" y="2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48" name="Freeform 3383">
                <a:extLst>
                  <a:ext uri="{FF2B5EF4-FFF2-40B4-BE49-F238E27FC236}">
                    <a16:creationId xmlns:a16="http://schemas.microsoft.com/office/drawing/2014/main" id="{3F44C5E1-B003-4631-90AD-24AF1C52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339"/>
                <a:ext cx="79" cy="59"/>
              </a:xfrm>
              <a:custGeom>
                <a:avLst/>
                <a:gdLst>
                  <a:gd name="T0" fmla="*/ 0 w 51"/>
                  <a:gd name="T1" fmla="*/ 0 h 36"/>
                  <a:gd name="T2" fmla="*/ 93 w 51"/>
                  <a:gd name="T3" fmla="*/ 89 h 36"/>
                  <a:gd name="T4" fmla="*/ 170 w 51"/>
                  <a:gd name="T5" fmla="*/ 159 h 36"/>
                  <a:gd name="T6" fmla="*/ 189 w 51"/>
                  <a:gd name="T7" fmla="*/ 146 h 36"/>
                  <a:gd name="T8" fmla="*/ 45 w 51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6">
                    <a:moveTo>
                      <a:pt x="0" y="0"/>
                    </a:moveTo>
                    <a:cubicBezTo>
                      <a:pt x="5" y="8"/>
                      <a:pt x="17" y="14"/>
                      <a:pt x="25" y="20"/>
                    </a:cubicBezTo>
                    <a:cubicBezTo>
                      <a:pt x="32" y="25"/>
                      <a:pt x="39" y="32"/>
                      <a:pt x="46" y="36"/>
                    </a:cubicBezTo>
                    <a:cubicBezTo>
                      <a:pt x="46" y="33"/>
                      <a:pt x="48" y="31"/>
                      <a:pt x="51" y="33"/>
                    </a:cubicBezTo>
                    <a:cubicBezTo>
                      <a:pt x="37" y="26"/>
                      <a:pt x="28" y="8"/>
                      <a:pt x="12" y="5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49" name="Freeform 3384">
                <a:extLst>
                  <a:ext uri="{FF2B5EF4-FFF2-40B4-BE49-F238E27FC236}">
                    <a16:creationId xmlns:a16="http://schemas.microsoft.com/office/drawing/2014/main" id="{FBF71F61-7AC1-4087-BAD0-720D6185E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2466"/>
                <a:ext cx="131" cy="92"/>
              </a:xfrm>
              <a:custGeom>
                <a:avLst/>
                <a:gdLst>
                  <a:gd name="T0" fmla="*/ 0 w 85"/>
                  <a:gd name="T1" fmla="*/ 0 h 56"/>
                  <a:gd name="T2" fmla="*/ 88 w 85"/>
                  <a:gd name="T3" fmla="*/ 89 h 56"/>
                  <a:gd name="T4" fmla="*/ 131 w 85"/>
                  <a:gd name="T5" fmla="*/ 143 h 56"/>
                  <a:gd name="T6" fmla="*/ 210 w 85"/>
                  <a:gd name="T7" fmla="*/ 186 h 56"/>
                  <a:gd name="T8" fmla="*/ 307 w 85"/>
                  <a:gd name="T9" fmla="*/ 248 h 56"/>
                  <a:gd name="T10" fmla="*/ 202 w 85"/>
                  <a:gd name="T11" fmla="*/ 143 h 56"/>
                  <a:gd name="T12" fmla="*/ 26 w 85"/>
                  <a:gd name="T13" fmla="*/ 8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56">
                    <a:moveTo>
                      <a:pt x="0" y="0"/>
                    </a:moveTo>
                    <a:cubicBezTo>
                      <a:pt x="8" y="6"/>
                      <a:pt x="16" y="13"/>
                      <a:pt x="24" y="20"/>
                    </a:cubicBezTo>
                    <a:cubicBezTo>
                      <a:pt x="28" y="23"/>
                      <a:pt x="32" y="30"/>
                      <a:pt x="36" y="32"/>
                    </a:cubicBezTo>
                    <a:cubicBezTo>
                      <a:pt x="43" y="36"/>
                      <a:pt x="50" y="38"/>
                      <a:pt x="57" y="42"/>
                    </a:cubicBezTo>
                    <a:cubicBezTo>
                      <a:pt x="65" y="46"/>
                      <a:pt x="77" y="51"/>
                      <a:pt x="84" y="56"/>
                    </a:cubicBezTo>
                    <a:cubicBezTo>
                      <a:pt x="85" y="46"/>
                      <a:pt x="63" y="37"/>
                      <a:pt x="55" y="32"/>
                    </a:cubicBezTo>
                    <a:cubicBezTo>
                      <a:pt x="45" y="24"/>
                      <a:pt x="19" y="8"/>
                      <a:pt x="7" y="2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50" name="Freeform 3385">
                <a:extLst>
                  <a:ext uri="{FF2B5EF4-FFF2-40B4-BE49-F238E27FC236}">
                    <a16:creationId xmlns:a16="http://schemas.microsoft.com/office/drawing/2014/main" id="{E837D7BB-C09D-44D2-AE5B-D03C9D326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8" y="2558"/>
                <a:ext cx="68" cy="51"/>
              </a:xfrm>
              <a:custGeom>
                <a:avLst/>
                <a:gdLst>
                  <a:gd name="T0" fmla="*/ 0 w 44"/>
                  <a:gd name="T1" fmla="*/ 0 h 31"/>
                  <a:gd name="T2" fmla="*/ 93 w 44"/>
                  <a:gd name="T3" fmla="*/ 95 h 31"/>
                  <a:gd name="T4" fmla="*/ 127 w 44"/>
                  <a:gd name="T5" fmla="*/ 133 h 31"/>
                  <a:gd name="T6" fmla="*/ 162 w 44"/>
                  <a:gd name="T7" fmla="*/ 118 h 31"/>
                  <a:gd name="T8" fmla="*/ 26 w 44"/>
                  <a:gd name="T9" fmla="*/ 2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0" y="0"/>
                    </a:moveTo>
                    <a:cubicBezTo>
                      <a:pt x="8" y="8"/>
                      <a:pt x="17" y="14"/>
                      <a:pt x="25" y="21"/>
                    </a:cubicBezTo>
                    <a:cubicBezTo>
                      <a:pt x="27" y="23"/>
                      <a:pt x="31" y="29"/>
                      <a:pt x="34" y="30"/>
                    </a:cubicBezTo>
                    <a:cubicBezTo>
                      <a:pt x="36" y="31"/>
                      <a:pt x="41" y="27"/>
                      <a:pt x="44" y="27"/>
                    </a:cubicBezTo>
                    <a:cubicBezTo>
                      <a:pt x="43" y="18"/>
                      <a:pt x="16" y="7"/>
                      <a:pt x="7" y="6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51" name="Freeform 3386">
                <a:extLst>
                  <a:ext uri="{FF2B5EF4-FFF2-40B4-BE49-F238E27FC236}">
                    <a16:creationId xmlns:a16="http://schemas.microsoft.com/office/drawing/2014/main" id="{C75D258C-1755-42D3-9D44-5F918D43B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190"/>
                <a:ext cx="152" cy="116"/>
              </a:xfrm>
              <a:custGeom>
                <a:avLst/>
                <a:gdLst>
                  <a:gd name="T0" fmla="*/ 0 w 98"/>
                  <a:gd name="T1" fmla="*/ 0 h 70"/>
                  <a:gd name="T2" fmla="*/ 149 w 98"/>
                  <a:gd name="T3" fmla="*/ 76 h 70"/>
                  <a:gd name="T4" fmla="*/ 245 w 98"/>
                  <a:gd name="T5" fmla="*/ 187 h 70"/>
                  <a:gd name="T6" fmla="*/ 340 w 98"/>
                  <a:gd name="T7" fmla="*/ 268 h 70"/>
                  <a:gd name="T8" fmla="*/ 340 w 98"/>
                  <a:gd name="T9" fmla="*/ 313 h 70"/>
                  <a:gd name="T10" fmla="*/ 236 w 98"/>
                  <a:gd name="T11" fmla="*/ 244 h 70"/>
                  <a:gd name="T12" fmla="*/ 113 w 98"/>
                  <a:gd name="T13" fmla="*/ 146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70">
                    <a:moveTo>
                      <a:pt x="0" y="0"/>
                    </a:moveTo>
                    <a:cubicBezTo>
                      <a:pt x="13" y="4"/>
                      <a:pt x="29" y="9"/>
                      <a:pt x="40" y="17"/>
                    </a:cubicBezTo>
                    <a:cubicBezTo>
                      <a:pt x="49" y="25"/>
                      <a:pt x="56" y="34"/>
                      <a:pt x="66" y="41"/>
                    </a:cubicBezTo>
                    <a:cubicBezTo>
                      <a:pt x="74" y="46"/>
                      <a:pt x="85" y="51"/>
                      <a:pt x="91" y="59"/>
                    </a:cubicBezTo>
                    <a:cubicBezTo>
                      <a:pt x="94" y="63"/>
                      <a:pt x="98" y="68"/>
                      <a:pt x="91" y="69"/>
                    </a:cubicBezTo>
                    <a:cubicBezTo>
                      <a:pt x="83" y="70"/>
                      <a:pt x="69" y="57"/>
                      <a:pt x="63" y="54"/>
                    </a:cubicBezTo>
                    <a:cubicBezTo>
                      <a:pt x="52" y="47"/>
                      <a:pt x="36" y="44"/>
                      <a:pt x="30" y="32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52" name="Freeform 3387">
                <a:extLst>
                  <a:ext uri="{FF2B5EF4-FFF2-40B4-BE49-F238E27FC236}">
                    <a16:creationId xmlns:a16="http://schemas.microsoft.com/office/drawing/2014/main" id="{0DD5B0DD-7337-47C3-8B02-CDF5787B4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2245"/>
                <a:ext cx="31" cy="29"/>
              </a:xfrm>
              <a:custGeom>
                <a:avLst/>
                <a:gdLst>
                  <a:gd name="T0" fmla="*/ 0 w 20"/>
                  <a:gd name="T1" fmla="*/ 5 h 18"/>
                  <a:gd name="T2" fmla="*/ 67 w 20"/>
                  <a:gd name="T3" fmla="*/ 76 h 18"/>
                  <a:gd name="T4" fmla="*/ 45 w 2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0" y="1"/>
                    </a:moveTo>
                    <a:cubicBezTo>
                      <a:pt x="4" y="7"/>
                      <a:pt x="9" y="18"/>
                      <a:pt x="18" y="18"/>
                    </a:cubicBezTo>
                    <a:cubicBezTo>
                      <a:pt x="20" y="11"/>
                      <a:pt x="16" y="6"/>
                      <a:pt x="12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53" name="Freeform 3388">
                <a:extLst>
                  <a:ext uri="{FF2B5EF4-FFF2-40B4-BE49-F238E27FC236}">
                    <a16:creationId xmlns:a16="http://schemas.microsoft.com/office/drawing/2014/main" id="{D4D1359B-C12A-4EA2-AD21-471EFA3C1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2307"/>
                <a:ext cx="33" cy="45"/>
              </a:xfrm>
              <a:custGeom>
                <a:avLst/>
                <a:gdLst>
                  <a:gd name="T0" fmla="*/ 0 w 21"/>
                  <a:gd name="T1" fmla="*/ 13 h 27"/>
                  <a:gd name="T2" fmla="*/ 82 w 21"/>
                  <a:gd name="T3" fmla="*/ 125 h 27"/>
                  <a:gd name="T4" fmla="*/ 55 w 21"/>
                  <a:gd name="T5" fmla="*/ 50 h 27"/>
                  <a:gd name="T6" fmla="*/ 14 w 21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0" y="3"/>
                    </a:moveTo>
                    <a:cubicBezTo>
                      <a:pt x="6" y="11"/>
                      <a:pt x="11" y="24"/>
                      <a:pt x="21" y="27"/>
                    </a:cubicBezTo>
                    <a:cubicBezTo>
                      <a:pt x="17" y="22"/>
                      <a:pt x="17" y="16"/>
                      <a:pt x="14" y="11"/>
                    </a:cubicBezTo>
                    <a:cubicBezTo>
                      <a:pt x="11" y="7"/>
                      <a:pt x="6" y="5"/>
                      <a:pt x="4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54" name="Freeform 3389">
                <a:extLst>
                  <a:ext uri="{FF2B5EF4-FFF2-40B4-BE49-F238E27FC236}">
                    <a16:creationId xmlns:a16="http://schemas.microsoft.com/office/drawing/2014/main" id="{204229D6-4DB3-4E1D-BD61-223296044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378"/>
                <a:ext cx="17" cy="22"/>
              </a:xfrm>
              <a:custGeom>
                <a:avLst/>
                <a:gdLst>
                  <a:gd name="T0" fmla="*/ 0 w 11"/>
                  <a:gd name="T1" fmla="*/ 20 h 13"/>
                  <a:gd name="T2" fmla="*/ 22 w 11"/>
                  <a:gd name="T3" fmla="*/ 63 h 13"/>
                  <a:gd name="T4" fmla="*/ 40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4"/>
                    </a:moveTo>
                    <a:cubicBezTo>
                      <a:pt x="2" y="7"/>
                      <a:pt x="3" y="11"/>
                      <a:pt x="6" y="13"/>
                    </a:cubicBezTo>
                    <a:cubicBezTo>
                      <a:pt x="7" y="9"/>
                      <a:pt x="5" y="2"/>
                      <a:pt x="11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55" name="Freeform 3390">
                <a:extLst>
                  <a:ext uri="{FF2B5EF4-FFF2-40B4-BE49-F238E27FC236}">
                    <a16:creationId xmlns:a16="http://schemas.microsoft.com/office/drawing/2014/main" id="{F34F40A1-16F7-44B7-B350-F67ED2610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347"/>
                <a:ext cx="17" cy="12"/>
              </a:xfrm>
              <a:custGeom>
                <a:avLst/>
                <a:gdLst>
                  <a:gd name="T0" fmla="*/ 8 w 11"/>
                  <a:gd name="T1" fmla="*/ 0 h 7"/>
                  <a:gd name="T2" fmla="*/ 0 w 11"/>
                  <a:gd name="T3" fmla="*/ 36 h 7"/>
                  <a:gd name="T4" fmla="*/ 40 w 11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2" y="0"/>
                    </a:moveTo>
                    <a:cubicBezTo>
                      <a:pt x="1" y="2"/>
                      <a:pt x="0" y="5"/>
                      <a:pt x="0" y="7"/>
                    </a:cubicBezTo>
                    <a:cubicBezTo>
                      <a:pt x="4" y="6"/>
                      <a:pt x="7" y="3"/>
                      <a:pt x="11" y="4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56" name="Freeform 3391">
                <a:extLst>
                  <a:ext uri="{FF2B5EF4-FFF2-40B4-BE49-F238E27FC236}">
                    <a16:creationId xmlns:a16="http://schemas.microsoft.com/office/drawing/2014/main" id="{B12E268C-FFEA-4E6E-BAF8-EE4354D7D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2230"/>
                <a:ext cx="18" cy="21"/>
              </a:xfrm>
              <a:custGeom>
                <a:avLst/>
                <a:gdLst>
                  <a:gd name="T0" fmla="*/ 41 w 12"/>
                  <a:gd name="T1" fmla="*/ 0 h 13"/>
                  <a:gd name="T2" fmla="*/ 35 w 12"/>
                  <a:gd name="T3" fmla="*/ 55 h 13"/>
                  <a:gd name="T4" fmla="*/ 0 w 12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9" y="3"/>
                      <a:pt x="9" y="9"/>
                      <a:pt x="10" y="13"/>
                    </a:cubicBezTo>
                    <a:cubicBezTo>
                      <a:pt x="7" y="10"/>
                      <a:pt x="4" y="5"/>
                      <a:pt x="0" y="3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57" name="Freeform 3392">
                <a:extLst>
                  <a:ext uri="{FF2B5EF4-FFF2-40B4-BE49-F238E27FC236}">
                    <a16:creationId xmlns:a16="http://schemas.microsoft.com/office/drawing/2014/main" id="{347B8B4C-4414-442D-B383-942A2B47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144"/>
                <a:ext cx="25" cy="28"/>
              </a:xfrm>
              <a:custGeom>
                <a:avLst/>
                <a:gdLst>
                  <a:gd name="T0" fmla="*/ 0 w 16"/>
                  <a:gd name="T1" fmla="*/ 43 h 17"/>
                  <a:gd name="T2" fmla="*/ 61 w 16"/>
                  <a:gd name="T3" fmla="*/ 0 h 17"/>
                  <a:gd name="T4" fmla="*/ 47 w 16"/>
                  <a:gd name="T5" fmla="*/ 7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0" y="10"/>
                    </a:moveTo>
                    <a:cubicBezTo>
                      <a:pt x="5" y="7"/>
                      <a:pt x="11" y="3"/>
                      <a:pt x="16" y="0"/>
                    </a:cubicBezTo>
                    <a:cubicBezTo>
                      <a:pt x="14" y="4"/>
                      <a:pt x="12" y="17"/>
                      <a:pt x="12" y="17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58" name="Freeform 3393">
                <a:extLst>
                  <a:ext uri="{FF2B5EF4-FFF2-40B4-BE49-F238E27FC236}">
                    <a16:creationId xmlns:a16="http://schemas.microsoft.com/office/drawing/2014/main" id="{5B302C76-900A-4258-ACAC-332476AE1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090"/>
                <a:ext cx="15" cy="23"/>
              </a:xfrm>
              <a:custGeom>
                <a:avLst/>
                <a:gdLst>
                  <a:gd name="T0" fmla="*/ 0 w 10"/>
                  <a:gd name="T1" fmla="*/ 21 h 14"/>
                  <a:gd name="T2" fmla="*/ 32 w 10"/>
                  <a:gd name="T3" fmla="*/ 62 h 14"/>
                  <a:gd name="T4" fmla="*/ 35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5"/>
                    </a:moveTo>
                    <a:cubicBezTo>
                      <a:pt x="3" y="8"/>
                      <a:pt x="5" y="12"/>
                      <a:pt x="9" y="14"/>
                    </a:cubicBezTo>
                    <a:cubicBezTo>
                      <a:pt x="10" y="9"/>
                      <a:pt x="8" y="5"/>
                      <a:pt x="1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59" name="Freeform 3394">
                <a:extLst>
                  <a:ext uri="{FF2B5EF4-FFF2-40B4-BE49-F238E27FC236}">
                    <a16:creationId xmlns:a16="http://schemas.microsoft.com/office/drawing/2014/main" id="{C63D9ACE-D068-4504-9FF1-03DAD4BDE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961"/>
                <a:ext cx="40" cy="27"/>
              </a:xfrm>
              <a:custGeom>
                <a:avLst/>
                <a:gdLst>
                  <a:gd name="T0" fmla="*/ 12 w 26"/>
                  <a:gd name="T1" fmla="*/ 0 h 16"/>
                  <a:gd name="T2" fmla="*/ 0 w 26"/>
                  <a:gd name="T3" fmla="*/ 54 h 16"/>
                  <a:gd name="T4" fmla="*/ 95 w 26"/>
                  <a:gd name="T5" fmla="*/ 78 h 16"/>
                  <a:gd name="T6" fmla="*/ 95 w 26"/>
                  <a:gd name="T7" fmla="*/ 34 h 16"/>
                  <a:gd name="T8" fmla="*/ 48 w 26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3" y="0"/>
                    </a:moveTo>
                    <a:cubicBezTo>
                      <a:pt x="2" y="4"/>
                      <a:pt x="1" y="8"/>
                      <a:pt x="0" y="11"/>
                    </a:cubicBezTo>
                    <a:cubicBezTo>
                      <a:pt x="9" y="12"/>
                      <a:pt x="17" y="13"/>
                      <a:pt x="26" y="16"/>
                    </a:cubicBezTo>
                    <a:cubicBezTo>
                      <a:pt x="26" y="13"/>
                      <a:pt x="26" y="9"/>
                      <a:pt x="26" y="7"/>
                    </a:cubicBezTo>
                    <a:cubicBezTo>
                      <a:pt x="22" y="7"/>
                      <a:pt x="17" y="4"/>
                      <a:pt x="13" y="2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60" name="Freeform 3395">
                <a:extLst>
                  <a:ext uri="{FF2B5EF4-FFF2-40B4-BE49-F238E27FC236}">
                    <a16:creationId xmlns:a16="http://schemas.microsoft.com/office/drawing/2014/main" id="{6EECE6AA-06E3-4F48-9C56-CA962B73E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1986"/>
                <a:ext cx="19" cy="17"/>
              </a:xfrm>
              <a:custGeom>
                <a:avLst/>
                <a:gdLst>
                  <a:gd name="T0" fmla="*/ 5 w 12"/>
                  <a:gd name="T1" fmla="*/ 0 h 10"/>
                  <a:gd name="T2" fmla="*/ 0 w 12"/>
                  <a:gd name="T3" fmla="*/ 41 h 10"/>
                  <a:gd name="T4" fmla="*/ 48 w 12"/>
                  <a:gd name="T5" fmla="*/ 3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3" y="10"/>
                      <a:pt x="8" y="7"/>
                      <a:pt x="12" y="7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61" name="Freeform 3396">
                <a:extLst>
                  <a:ext uri="{FF2B5EF4-FFF2-40B4-BE49-F238E27FC236}">
                    <a16:creationId xmlns:a16="http://schemas.microsoft.com/office/drawing/2014/main" id="{4D0F3E3A-4FFE-48A7-8FBE-D4643712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1867"/>
                <a:ext cx="49" cy="45"/>
              </a:xfrm>
              <a:custGeom>
                <a:avLst/>
                <a:gdLst>
                  <a:gd name="T0" fmla="*/ 49 w 32"/>
                  <a:gd name="T1" fmla="*/ 8 h 27"/>
                  <a:gd name="T2" fmla="*/ 0 w 32"/>
                  <a:gd name="T3" fmla="*/ 37 h 27"/>
                  <a:gd name="T4" fmla="*/ 58 w 32"/>
                  <a:gd name="T5" fmla="*/ 83 h 27"/>
                  <a:gd name="T6" fmla="*/ 107 w 32"/>
                  <a:gd name="T7" fmla="*/ 125 h 27"/>
                  <a:gd name="T8" fmla="*/ 101 w 32"/>
                  <a:gd name="T9" fmla="*/ 5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7">
                    <a:moveTo>
                      <a:pt x="14" y="2"/>
                    </a:moveTo>
                    <a:cubicBezTo>
                      <a:pt x="9" y="0"/>
                      <a:pt x="1" y="3"/>
                      <a:pt x="0" y="8"/>
                    </a:cubicBezTo>
                    <a:cubicBezTo>
                      <a:pt x="6" y="8"/>
                      <a:pt x="11" y="15"/>
                      <a:pt x="16" y="18"/>
                    </a:cubicBezTo>
                    <a:cubicBezTo>
                      <a:pt x="21" y="21"/>
                      <a:pt x="27" y="23"/>
                      <a:pt x="30" y="27"/>
                    </a:cubicBezTo>
                    <a:cubicBezTo>
                      <a:pt x="31" y="24"/>
                      <a:pt x="32" y="14"/>
                      <a:pt x="28" y="11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62" name="Freeform 3397">
                <a:extLst>
                  <a:ext uri="{FF2B5EF4-FFF2-40B4-BE49-F238E27FC236}">
                    <a16:creationId xmlns:a16="http://schemas.microsoft.com/office/drawing/2014/main" id="{F9F66D40-14F0-4E04-8856-6AE6F20E9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1803"/>
                <a:ext cx="24" cy="28"/>
              </a:xfrm>
              <a:custGeom>
                <a:avLst/>
                <a:gdLst>
                  <a:gd name="T0" fmla="*/ 12 w 16"/>
                  <a:gd name="T1" fmla="*/ 0 h 17"/>
                  <a:gd name="T2" fmla="*/ 0 w 16"/>
                  <a:gd name="T3" fmla="*/ 58 h 17"/>
                  <a:gd name="T4" fmla="*/ 48 w 16"/>
                  <a:gd name="T5" fmla="*/ 76 h 17"/>
                  <a:gd name="T6" fmla="*/ 41 w 1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3" y="0"/>
                    </a:moveTo>
                    <a:cubicBezTo>
                      <a:pt x="2" y="4"/>
                      <a:pt x="1" y="9"/>
                      <a:pt x="0" y="13"/>
                    </a:cubicBezTo>
                    <a:cubicBezTo>
                      <a:pt x="5" y="13"/>
                      <a:pt x="9" y="17"/>
                      <a:pt x="14" y="17"/>
                    </a:cubicBezTo>
                    <a:cubicBezTo>
                      <a:pt x="15" y="12"/>
                      <a:pt x="16" y="4"/>
                      <a:pt x="12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63" name="Freeform 3398">
                <a:extLst>
                  <a:ext uri="{FF2B5EF4-FFF2-40B4-BE49-F238E27FC236}">
                    <a16:creationId xmlns:a16="http://schemas.microsoft.com/office/drawing/2014/main" id="{B724023C-2DDB-4162-95FA-E5D8E888B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853"/>
                <a:ext cx="13" cy="21"/>
              </a:xfrm>
              <a:custGeom>
                <a:avLst/>
                <a:gdLst>
                  <a:gd name="T0" fmla="*/ 0 w 8"/>
                  <a:gd name="T1" fmla="*/ 26 h 13"/>
                  <a:gd name="T2" fmla="*/ 13 w 8"/>
                  <a:gd name="T3" fmla="*/ 55 h 13"/>
                  <a:gd name="T4" fmla="*/ 34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6"/>
                    </a:moveTo>
                    <a:cubicBezTo>
                      <a:pt x="1" y="9"/>
                      <a:pt x="2" y="11"/>
                      <a:pt x="3" y="13"/>
                    </a:cubicBezTo>
                    <a:cubicBezTo>
                      <a:pt x="6" y="9"/>
                      <a:pt x="5" y="4"/>
                      <a:pt x="8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64" name="Freeform 3399">
                <a:extLst>
                  <a:ext uri="{FF2B5EF4-FFF2-40B4-BE49-F238E27FC236}">
                    <a16:creationId xmlns:a16="http://schemas.microsoft.com/office/drawing/2014/main" id="{E87C11D7-35FA-49E7-AF5B-F5BC511C9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721"/>
                <a:ext cx="14" cy="28"/>
              </a:xfrm>
              <a:custGeom>
                <a:avLst/>
                <a:gdLst>
                  <a:gd name="T0" fmla="*/ 8 w 9"/>
                  <a:gd name="T1" fmla="*/ 0 h 17"/>
                  <a:gd name="T2" fmla="*/ 5 w 9"/>
                  <a:gd name="T3" fmla="*/ 76 h 17"/>
                  <a:gd name="T4" fmla="*/ 34 w 9"/>
                  <a:gd name="T5" fmla="*/ 4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2" y="0"/>
                    </a:moveTo>
                    <a:cubicBezTo>
                      <a:pt x="0" y="6"/>
                      <a:pt x="2" y="12"/>
                      <a:pt x="1" y="17"/>
                    </a:cubicBezTo>
                    <a:cubicBezTo>
                      <a:pt x="4" y="16"/>
                      <a:pt x="8" y="11"/>
                      <a:pt x="9" y="1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65" name="Freeform 3400">
                <a:extLst>
                  <a:ext uri="{FF2B5EF4-FFF2-40B4-BE49-F238E27FC236}">
                    <a16:creationId xmlns:a16="http://schemas.microsoft.com/office/drawing/2014/main" id="{43427A69-E611-4FF7-B3A5-510A6DFA4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1622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0 w 9"/>
                  <a:gd name="T3" fmla="*/ 33 h 9"/>
                  <a:gd name="T4" fmla="*/ 34 w 9"/>
                  <a:gd name="T5" fmla="*/ 4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3" y="8"/>
                      <a:pt x="6" y="8"/>
                      <a:pt x="9" y="9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66" name="Freeform 3401">
                <a:extLst>
                  <a:ext uri="{FF2B5EF4-FFF2-40B4-BE49-F238E27FC236}">
                    <a16:creationId xmlns:a16="http://schemas.microsoft.com/office/drawing/2014/main" id="{C80D62DC-0785-4686-8A54-B64F8BB5F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1696"/>
                <a:ext cx="20" cy="25"/>
              </a:xfrm>
              <a:custGeom>
                <a:avLst/>
                <a:gdLst>
                  <a:gd name="T0" fmla="*/ 14 w 13"/>
                  <a:gd name="T1" fmla="*/ 0 h 15"/>
                  <a:gd name="T2" fmla="*/ 43 w 13"/>
                  <a:gd name="T3" fmla="*/ 50 h 15"/>
                  <a:gd name="T4" fmla="*/ 0 w 13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4" y="0"/>
                    </a:moveTo>
                    <a:cubicBezTo>
                      <a:pt x="6" y="2"/>
                      <a:pt x="13" y="9"/>
                      <a:pt x="12" y="11"/>
                    </a:cubicBezTo>
                    <a:cubicBezTo>
                      <a:pt x="11" y="14"/>
                      <a:pt x="3" y="14"/>
                      <a:pt x="0" y="15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67" name="Freeform 3402">
                <a:extLst>
                  <a:ext uri="{FF2B5EF4-FFF2-40B4-BE49-F238E27FC236}">
                    <a16:creationId xmlns:a16="http://schemas.microsoft.com/office/drawing/2014/main" id="{6117693E-D45D-47D2-9AFE-854BEE08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1589"/>
                <a:ext cx="32" cy="12"/>
              </a:xfrm>
              <a:custGeom>
                <a:avLst/>
                <a:gdLst>
                  <a:gd name="T0" fmla="*/ 5 w 21"/>
                  <a:gd name="T1" fmla="*/ 5 h 7"/>
                  <a:gd name="T2" fmla="*/ 5 w 21"/>
                  <a:gd name="T3" fmla="*/ 26 h 7"/>
                  <a:gd name="T4" fmla="*/ 75 w 21"/>
                  <a:gd name="T5" fmla="*/ 29 h 7"/>
                  <a:gd name="T6" fmla="*/ 67 w 2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7">
                    <a:moveTo>
                      <a:pt x="1" y="1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7" y="2"/>
                      <a:pt x="14" y="7"/>
                      <a:pt x="21" y="6"/>
                    </a:cubicBezTo>
                    <a:cubicBezTo>
                      <a:pt x="21" y="5"/>
                      <a:pt x="19" y="1"/>
                      <a:pt x="19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68" name="Freeform 3403">
                <a:extLst>
                  <a:ext uri="{FF2B5EF4-FFF2-40B4-BE49-F238E27FC236}">
                    <a16:creationId xmlns:a16="http://schemas.microsoft.com/office/drawing/2014/main" id="{D73EB35F-1099-4C70-B3F4-DA358DD76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774"/>
                <a:ext cx="34" cy="49"/>
              </a:xfrm>
              <a:custGeom>
                <a:avLst/>
                <a:gdLst>
                  <a:gd name="T0" fmla="*/ 8 w 22"/>
                  <a:gd name="T1" fmla="*/ 18 h 30"/>
                  <a:gd name="T2" fmla="*/ 62 w 22"/>
                  <a:gd name="T3" fmla="*/ 0 h 30"/>
                  <a:gd name="T4" fmla="*/ 82 w 22"/>
                  <a:gd name="T5" fmla="*/ 131 h 30"/>
                  <a:gd name="T6" fmla="*/ 29 w 22"/>
                  <a:gd name="T7" fmla="*/ 113 h 30"/>
                  <a:gd name="T8" fmla="*/ 0 w 22"/>
                  <a:gd name="T9" fmla="*/ 2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2" y="4"/>
                    </a:moveTo>
                    <a:cubicBezTo>
                      <a:pt x="7" y="4"/>
                      <a:pt x="13" y="3"/>
                      <a:pt x="17" y="0"/>
                    </a:cubicBezTo>
                    <a:cubicBezTo>
                      <a:pt x="17" y="10"/>
                      <a:pt x="18" y="21"/>
                      <a:pt x="22" y="30"/>
                    </a:cubicBezTo>
                    <a:cubicBezTo>
                      <a:pt x="17" y="27"/>
                      <a:pt x="13" y="25"/>
                      <a:pt x="8" y="26"/>
                    </a:cubicBezTo>
                    <a:cubicBezTo>
                      <a:pt x="6" y="19"/>
                      <a:pt x="3" y="12"/>
                      <a:pt x="0" y="6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69" name="Freeform 3404">
                <a:extLst>
                  <a:ext uri="{FF2B5EF4-FFF2-40B4-BE49-F238E27FC236}">
                    <a16:creationId xmlns:a16="http://schemas.microsoft.com/office/drawing/2014/main" id="{BDE19A04-DCEC-472E-9DAA-3559281E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073"/>
                <a:ext cx="16" cy="10"/>
              </a:xfrm>
              <a:custGeom>
                <a:avLst/>
                <a:gdLst>
                  <a:gd name="T0" fmla="*/ 5 w 10"/>
                  <a:gd name="T1" fmla="*/ 0 h 6"/>
                  <a:gd name="T2" fmla="*/ 0 w 10"/>
                  <a:gd name="T3" fmla="*/ 28 h 6"/>
                  <a:gd name="T4" fmla="*/ 42 w 10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3" y="4"/>
                      <a:pt x="7" y="3"/>
                      <a:pt x="10" y="2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70" name="Freeform 3405">
                <a:extLst>
                  <a:ext uri="{FF2B5EF4-FFF2-40B4-BE49-F238E27FC236}">
                    <a16:creationId xmlns:a16="http://schemas.microsoft.com/office/drawing/2014/main" id="{B0662302-A8CA-4E45-9230-0F4484F18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4" y="2447"/>
                <a:ext cx="33" cy="19"/>
              </a:xfrm>
              <a:custGeom>
                <a:avLst/>
                <a:gdLst>
                  <a:gd name="T0" fmla="*/ 0 w 21"/>
                  <a:gd name="T1" fmla="*/ 0 h 11"/>
                  <a:gd name="T2" fmla="*/ 42 w 21"/>
                  <a:gd name="T3" fmla="*/ 57 h 11"/>
                  <a:gd name="T4" fmla="*/ 82 w 21"/>
                  <a:gd name="T5" fmla="*/ 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cubicBezTo>
                      <a:pt x="3" y="3"/>
                      <a:pt x="8" y="6"/>
                      <a:pt x="11" y="11"/>
                    </a:cubicBezTo>
                    <a:cubicBezTo>
                      <a:pt x="13" y="9"/>
                      <a:pt x="21" y="5"/>
                      <a:pt x="21" y="2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71" name="Freeform 3406">
                <a:extLst>
                  <a:ext uri="{FF2B5EF4-FFF2-40B4-BE49-F238E27FC236}">
                    <a16:creationId xmlns:a16="http://schemas.microsoft.com/office/drawing/2014/main" id="{15CD97DA-522E-4558-952A-6CA11E59B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8" y="2530"/>
                <a:ext cx="17" cy="23"/>
              </a:xfrm>
              <a:custGeom>
                <a:avLst/>
                <a:gdLst>
                  <a:gd name="T0" fmla="*/ 40 w 11"/>
                  <a:gd name="T1" fmla="*/ 0 h 14"/>
                  <a:gd name="T2" fmla="*/ 5 w 11"/>
                  <a:gd name="T3" fmla="*/ 41 h 14"/>
                  <a:gd name="T4" fmla="*/ 36 w 11"/>
                  <a:gd name="T5" fmla="*/ 6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1" y="0"/>
                    </a:moveTo>
                    <a:cubicBezTo>
                      <a:pt x="8" y="1"/>
                      <a:pt x="0" y="5"/>
                      <a:pt x="1" y="9"/>
                    </a:cubicBezTo>
                    <a:cubicBezTo>
                      <a:pt x="1" y="12"/>
                      <a:pt x="8" y="12"/>
                      <a:pt x="10" y="14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72" name="Freeform 3407">
                <a:extLst>
                  <a:ext uri="{FF2B5EF4-FFF2-40B4-BE49-F238E27FC236}">
                    <a16:creationId xmlns:a16="http://schemas.microsoft.com/office/drawing/2014/main" id="{71C3AB66-75C0-4130-A041-62680955B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418"/>
                <a:ext cx="16" cy="21"/>
              </a:xfrm>
              <a:custGeom>
                <a:avLst/>
                <a:gdLst>
                  <a:gd name="T0" fmla="*/ 42 w 10"/>
                  <a:gd name="T1" fmla="*/ 0 h 13"/>
                  <a:gd name="T2" fmla="*/ 42 w 10"/>
                  <a:gd name="T3" fmla="*/ 55 h 13"/>
                  <a:gd name="T4" fmla="*/ 0 w 10"/>
                  <a:gd name="T5" fmla="*/ 2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cubicBezTo>
                      <a:pt x="10" y="5"/>
                      <a:pt x="9" y="9"/>
                      <a:pt x="10" y="13"/>
                    </a:cubicBezTo>
                    <a:cubicBezTo>
                      <a:pt x="8" y="10"/>
                      <a:pt x="1" y="8"/>
                      <a:pt x="0" y="6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73" name="Freeform 3408">
                <a:extLst>
                  <a:ext uri="{FF2B5EF4-FFF2-40B4-BE49-F238E27FC236}">
                    <a16:creationId xmlns:a16="http://schemas.microsoft.com/office/drawing/2014/main" id="{8636F9B1-2D81-40F2-88A9-3B8264D3C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2263"/>
                <a:ext cx="18" cy="23"/>
              </a:xfrm>
              <a:custGeom>
                <a:avLst/>
                <a:gdLst>
                  <a:gd name="T0" fmla="*/ 0 w 12"/>
                  <a:gd name="T1" fmla="*/ 62 h 14"/>
                  <a:gd name="T2" fmla="*/ 41 w 12"/>
                  <a:gd name="T3" fmla="*/ 33 h 14"/>
                  <a:gd name="T4" fmla="*/ 8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3" y="10"/>
                      <a:pt x="7" y="9"/>
                      <a:pt x="12" y="7"/>
                    </a:cubicBezTo>
                    <a:cubicBezTo>
                      <a:pt x="10" y="4"/>
                      <a:pt x="7" y="0"/>
                      <a:pt x="2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74" name="Freeform 3409">
                <a:extLst>
                  <a:ext uri="{FF2B5EF4-FFF2-40B4-BE49-F238E27FC236}">
                    <a16:creationId xmlns:a16="http://schemas.microsoft.com/office/drawing/2014/main" id="{E5635635-A2C0-4CD5-BB33-9624BF6F8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2177"/>
                <a:ext cx="12" cy="22"/>
              </a:xfrm>
              <a:custGeom>
                <a:avLst/>
                <a:gdLst>
                  <a:gd name="T0" fmla="*/ 27 w 8"/>
                  <a:gd name="T1" fmla="*/ 0 h 13"/>
                  <a:gd name="T2" fmla="*/ 27 w 8"/>
                  <a:gd name="T3" fmla="*/ 63 h 13"/>
                  <a:gd name="T4" fmla="*/ 0 w 8"/>
                  <a:gd name="T5" fmla="*/ 5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6" y="4"/>
                      <a:pt x="7" y="9"/>
                      <a:pt x="8" y="13"/>
                    </a:cubicBezTo>
                    <a:cubicBezTo>
                      <a:pt x="6" y="12"/>
                      <a:pt x="3" y="11"/>
                      <a:pt x="0" y="11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75" name="Freeform 3410">
                <a:extLst>
                  <a:ext uri="{FF2B5EF4-FFF2-40B4-BE49-F238E27FC236}">
                    <a16:creationId xmlns:a16="http://schemas.microsoft.com/office/drawing/2014/main" id="{CAC7B534-2060-46F2-B331-57AA55915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110"/>
                <a:ext cx="35" cy="19"/>
              </a:xfrm>
              <a:custGeom>
                <a:avLst/>
                <a:gdLst>
                  <a:gd name="T0" fmla="*/ 81 w 23"/>
                  <a:gd name="T1" fmla="*/ 0 h 12"/>
                  <a:gd name="T2" fmla="*/ 67 w 23"/>
                  <a:gd name="T3" fmla="*/ 48 h 12"/>
                  <a:gd name="T4" fmla="*/ 0 w 23"/>
                  <a:gd name="T5" fmla="*/ 1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2">
                    <a:moveTo>
                      <a:pt x="23" y="0"/>
                    </a:moveTo>
                    <a:cubicBezTo>
                      <a:pt x="21" y="3"/>
                      <a:pt x="19" y="8"/>
                      <a:pt x="19" y="12"/>
                    </a:cubicBezTo>
                    <a:cubicBezTo>
                      <a:pt x="16" y="7"/>
                      <a:pt x="6" y="4"/>
                      <a:pt x="0" y="4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76" name="Freeform 3411">
                <a:extLst>
                  <a:ext uri="{FF2B5EF4-FFF2-40B4-BE49-F238E27FC236}">
                    <a16:creationId xmlns:a16="http://schemas.microsoft.com/office/drawing/2014/main" id="{48B6A56A-B83A-4545-ABCE-AE41D7460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59"/>
                <a:ext cx="17" cy="18"/>
              </a:xfrm>
              <a:custGeom>
                <a:avLst/>
                <a:gdLst>
                  <a:gd name="T0" fmla="*/ 40 w 11"/>
                  <a:gd name="T1" fmla="*/ 0 h 11"/>
                  <a:gd name="T2" fmla="*/ 36 w 11"/>
                  <a:gd name="T3" fmla="*/ 47 h 11"/>
                  <a:gd name="T4" fmla="*/ 0 w 11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cubicBezTo>
                      <a:pt x="10" y="3"/>
                      <a:pt x="10" y="7"/>
                      <a:pt x="10" y="11"/>
                    </a:cubicBezTo>
                    <a:cubicBezTo>
                      <a:pt x="7" y="8"/>
                      <a:pt x="4" y="5"/>
                      <a:pt x="0" y="3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77" name="Freeform 3412">
                <a:extLst>
                  <a:ext uri="{FF2B5EF4-FFF2-40B4-BE49-F238E27FC236}">
                    <a16:creationId xmlns:a16="http://schemas.microsoft.com/office/drawing/2014/main" id="{EC51728C-CE71-4916-BAA3-480F6E0BA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049"/>
                <a:ext cx="22" cy="16"/>
              </a:xfrm>
              <a:custGeom>
                <a:avLst/>
                <a:gdLst>
                  <a:gd name="T0" fmla="*/ 0 w 14"/>
                  <a:gd name="T1" fmla="*/ 42 h 10"/>
                  <a:gd name="T2" fmla="*/ 55 w 14"/>
                  <a:gd name="T3" fmla="*/ 29 h 10"/>
                  <a:gd name="T4" fmla="*/ 8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4" y="7"/>
                      <a:pt x="9" y="6"/>
                      <a:pt x="14" y="7"/>
                    </a:cubicBezTo>
                    <a:cubicBezTo>
                      <a:pt x="10" y="5"/>
                      <a:pt x="6" y="2"/>
                      <a:pt x="2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78" name="Freeform 3413">
                <a:extLst>
                  <a:ext uri="{FF2B5EF4-FFF2-40B4-BE49-F238E27FC236}">
                    <a16:creationId xmlns:a16="http://schemas.microsoft.com/office/drawing/2014/main" id="{79F2D489-C497-4C4F-A728-7D80EEBFF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1922"/>
                <a:ext cx="12" cy="26"/>
              </a:xfrm>
              <a:custGeom>
                <a:avLst/>
                <a:gdLst>
                  <a:gd name="T0" fmla="*/ 18 w 8"/>
                  <a:gd name="T1" fmla="*/ 0 h 16"/>
                  <a:gd name="T2" fmla="*/ 27 w 8"/>
                  <a:gd name="T3" fmla="*/ 68 h 16"/>
                  <a:gd name="T4" fmla="*/ 0 w 8"/>
                  <a:gd name="T5" fmla="*/ 4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5" y="0"/>
                    </a:moveTo>
                    <a:cubicBezTo>
                      <a:pt x="5" y="5"/>
                      <a:pt x="7" y="10"/>
                      <a:pt x="8" y="16"/>
                    </a:cubicBezTo>
                    <a:cubicBezTo>
                      <a:pt x="6" y="13"/>
                      <a:pt x="1" y="11"/>
                      <a:pt x="0" y="1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79" name="Freeform 3414">
                <a:extLst>
                  <a:ext uri="{FF2B5EF4-FFF2-40B4-BE49-F238E27FC236}">
                    <a16:creationId xmlns:a16="http://schemas.microsoft.com/office/drawing/2014/main" id="{E3986102-4861-4847-BC93-A73E48A7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713"/>
                <a:ext cx="16" cy="19"/>
              </a:xfrm>
              <a:custGeom>
                <a:avLst/>
                <a:gdLst>
                  <a:gd name="T0" fmla="*/ 42 w 10"/>
                  <a:gd name="T1" fmla="*/ 13 h 12"/>
                  <a:gd name="T2" fmla="*/ 26 w 10"/>
                  <a:gd name="T3" fmla="*/ 48 h 12"/>
                  <a:gd name="T4" fmla="*/ 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3"/>
                    </a:moveTo>
                    <a:cubicBezTo>
                      <a:pt x="7" y="5"/>
                      <a:pt x="5" y="8"/>
                      <a:pt x="6" y="12"/>
                    </a:cubicBezTo>
                    <a:cubicBezTo>
                      <a:pt x="5" y="7"/>
                      <a:pt x="3" y="3"/>
                      <a:pt x="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80" name="Freeform 3415">
                <a:extLst>
                  <a:ext uri="{FF2B5EF4-FFF2-40B4-BE49-F238E27FC236}">
                    <a16:creationId xmlns:a16="http://schemas.microsoft.com/office/drawing/2014/main" id="{1D54FBC3-58B9-42E1-BAD1-6842B20BF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1652"/>
                <a:ext cx="19" cy="23"/>
              </a:xfrm>
              <a:custGeom>
                <a:avLst/>
                <a:gdLst>
                  <a:gd name="T0" fmla="*/ 48 w 12"/>
                  <a:gd name="T1" fmla="*/ 0 h 14"/>
                  <a:gd name="T2" fmla="*/ 25 w 12"/>
                  <a:gd name="T3" fmla="*/ 62 h 14"/>
                  <a:gd name="T4" fmla="*/ 0 w 12"/>
                  <a:gd name="T5" fmla="*/ 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9" y="3"/>
                      <a:pt x="6" y="9"/>
                      <a:pt x="6" y="14"/>
                    </a:cubicBezTo>
                    <a:cubicBezTo>
                      <a:pt x="4" y="9"/>
                      <a:pt x="2" y="5"/>
                      <a:pt x="0" y="1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81" name="Freeform 3416">
                <a:extLst>
                  <a:ext uri="{FF2B5EF4-FFF2-40B4-BE49-F238E27FC236}">
                    <a16:creationId xmlns:a16="http://schemas.microsoft.com/office/drawing/2014/main" id="{5D0D02DE-5887-4294-8DEB-EF3D178BA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943"/>
                <a:ext cx="14" cy="32"/>
              </a:xfrm>
              <a:custGeom>
                <a:avLst/>
                <a:gdLst>
                  <a:gd name="T0" fmla="*/ 14 w 9"/>
                  <a:gd name="T1" fmla="*/ 22 h 19"/>
                  <a:gd name="T2" fmla="*/ 0 w 9"/>
                  <a:gd name="T3" fmla="*/ 54 h 19"/>
                  <a:gd name="T4" fmla="*/ 34 w 9"/>
                  <a:gd name="T5" fmla="*/ 91 h 19"/>
                  <a:gd name="T6" fmla="*/ 26 w 9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4" y="5"/>
                    </a:moveTo>
                    <a:cubicBezTo>
                      <a:pt x="3" y="7"/>
                      <a:pt x="1" y="9"/>
                      <a:pt x="0" y="11"/>
                    </a:cubicBezTo>
                    <a:cubicBezTo>
                      <a:pt x="4" y="12"/>
                      <a:pt x="5" y="17"/>
                      <a:pt x="9" y="19"/>
                    </a:cubicBezTo>
                    <a:cubicBezTo>
                      <a:pt x="7" y="13"/>
                      <a:pt x="4" y="6"/>
                      <a:pt x="7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82" name="Freeform 3417">
                <a:extLst>
                  <a:ext uri="{FF2B5EF4-FFF2-40B4-BE49-F238E27FC236}">
                    <a16:creationId xmlns:a16="http://schemas.microsoft.com/office/drawing/2014/main" id="{04B83F9F-248E-497B-AA9E-5086ED2DF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019"/>
                <a:ext cx="34" cy="23"/>
              </a:xfrm>
              <a:custGeom>
                <a:avLst/>
                <a:gdLst>
                  <a:gd name="T0" fmla="*/ 74 w 22"/>
                  <a:gd name="T1" fmla="*/ 5 h 14"/>
                  <a:gd name="T2" fmla="*/ 0 w 22"/>
                  <a:gd name="T3" fmla="*/ 8 h 14"/>
                  <a:gd name="T4" fmla="*/ 76 w 22"/>
                  <a:gd name="T5" fmla="*/ 62 h 14"/>
                  <a:gd name="T6" fmla="*/ 82 w 22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4">
                    <a:moveTo>
                      <a:pt x="20" y="1"/>
                    </a:moveTo>
                    <a:cubicBezTo>
                      <a:pt x="14" y="0"/>
                      <a:pt x="6" y="1"/>
                      <a:pt x="0" y="2"/>
                    </a:cubicBezTo>
                    <a:cubicBezTo>
                      <a:pt x="9" y="4"/>
                      <a:pt x="14" y="11"/>
                      <a:pt x="21" y="14"/>
                    </a:cubicBezTo>
                    <a:cubicBezTo>
                      <a:pt x="18" y="9"/>
                      <a:pt x="13" y="4"/>
                      <a:pt x="22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83" name="Freeform 3418">
                <a:extLst>
                  <a:ext uri="{FF2B5EF4-FFF2-40B4-BE49-F238E27FC236}">
                    <a16:creationId xmlns:a16="http://schemas.microsoft.com/office/drawing/2014/main" id="{DA52C386-5FC1-4E66-A871-39EBD0FA6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2228"/>
                <a:ext cx="37" cy="20"/>
              </a:xfrm>
              <a:custGeom>
                <a:avLst/>
                <a:gdLst>
                  <a:gd name="T0" fmla="*/ 26 w 24"/>
                  <a:gd name="T1" fmla="*/ 5 h 12"/>
                  <a:gd name="T2" fmla="*/ 8 w 24"/>
                  <a:gd name="T3" fmla="*/ 50 h 12"/>
                  <a:gd name="T4" fmla="*/ 35 w 24"/>
                  <a:gd name="T5" fmla="*/ 33 h 12"/>
                  <a:gd name="T6" fmla="*/ 88 w 24"/>
                  <a:gd name="T7" fmla="*/ 47 h 12"/>
                  <a:gd name="T8" fmla="*/ 26 w 24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7" y="1"/>
                    </a:moveTo>
                    <a:cubicBezTo>
                      <a:pt x="2" y="2"/>
                      <a:pt x="0" y="7"/>
                      <a:pt x="2" y="11"/>
                    </a:cubicBezTo>
                    <a:cubicBezTo>
                      <a:pt x="6" y="12"/>
                      <a:pt x="7" y="8"/>
                      <a:pt x="10" y="7"/>
                    </a:cubicBezTo>
                    <a:cubicBezTo>
                      <a:pt x="15" y="6"/>
                      <a:pt x="19" y="10"/>
                      <a:pt x="24" y="10"/>
                    </a:cubicBezTo>
                    <a:cubicBezTo>
                      <a:pt x="22" y="5"/>
                      <a:pt x="13" y="0"/>
                      <a:pt x="7" y="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84" name="Freeform 3419">
                <a:extLst>
                  <a:ext uri="{FF2B5EF4-FFF2-40B4-BE49-F238E27FC236}">
                    <a16:creationId xmlns:a16="http://schemas.microsoft.com/office/drawing/2014/main" id="{6CD3ED04-A739-4114-BA1F-5C0C69103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2293"/>
                <a:ext cx="47" cy="28"/>
              </a:xfrm>
              <a:custGeom>
                <a:avLst/>
                <a:gdLst>
                  <a:gd name="T0" fmla="*/ 49 w 30"/>
                  <a:gd name="T1" fmla="*/ 0 h 17"/>
                  <a:gd name="T2" fmla="*/ 8 w 30"/>
                  <a:gd name="T3" fmla="*/ 54 h 17"/>
                  <a:gd name="T4" fmla="*/ 66 w 30"/>
                  <a:gd name="T5" fmla="*/ 33 h 17"/>
                  <a:gd name="T6" fmla="*/ 116 w 30"/>
                  <a:gd name="T7" fmla="*/ 43 h 17"/>
                  <a:gd name="T8" fmla="*/ 60 w 30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13" y="0"/>
                    </a:moveTo>
                    <a:cubicBezTo>
                      <a:pt x="9" y="2"/>
                      <a:pt x="0" y="6"/>
                      <a:pt x="2" y="12"/>
                    </a:cubicBezTo>
                    <a:cubicBezTo>
                      <a:pt x="9" y="12"/>
                      <a:pt x="10" y="4"/>
                      <a:pt x="17" y="7"/>
                    </a:cubicBezTo>
                    <a:cubicBezTo>
                      <a:pt x="20" y="8"/>
                      <a:pt x="27" y="17"/>
                      <a:pt x="30" y="10"/>
                    </a:cubicBezTo>
                    <a:cubicBezTo>
                      <a:pt x="25" y="7"/>
                      <a:pt x="15" y="7"/>
                      <a:pt x="15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85" name="Freeform 3420">
                <a:extLst>
                  <a:ext uri="{FF2B5EF4-FFF2-40B4-BE49-F238E27FC236}">
                    <a16:creationId xmlns:a16="http://schemas.microsoft.com/office/drawing/2014/main" id="{E5EE607E-2305-47E4-BE45-55A0768E5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4" y="2291"/>
                <a:ext cx="42" cy="31"/>
              </a:xfrm>
              <a:custGeom>
                <a:avLst/>
                <a:gdLst>
                  <a:gd name="T0" fmla="*/ 61 w 27"/>
                  <a:gd name="T1" fmla="*/ 18 h 19"/>
                  <a:gd name="T2" fmla="*/ 40 w 27"/>
                  <a:gd name="T3" fmla="*/ 55 h 19"/>
                  <a:gd name="T4" fmla="*/ 61 w 27"/>
                  <a:gd name="T5" fmla="*/ 29 h 19"/>
                  <a:gd name="T6" fmla="*/ 101 w 27"/>
                  <a:gd name="T7" fmla="*/ 34 h 19"/>
                  <a:gd name="T8" fmla="*/ 53 w 27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16" y="4"/>
                    </a:moveTo>
                    <a:cubicBezTo>
                      <a:pt x="6" y="0"/>
                      <a:pt x="0" y="19"/>
                      <a:pt x="11" y="13"/>
                    </a:cubicBezTo>
                    <a:cubicBezTo>
                      <a:pt x="14" y="11"/>
                      <a:pt x="12" y="8"/>
                      <a:pt x="16" y="7"/>
                    </a:cubicBezTo>
                    <a:cubicBezTo>
                      <a:pt x="20" y="7"/>
                      <a:pt x="23" y="10"/>
                      <a:pt x="27" y="8"/>
                    </a:cubicBezTo>
                    <a:cubicBezTo>
                      <a:pt x="25" y="4"/>
                      <a:pt x="18" y="4"/>
                      <a:pt x="14" y="5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86" name="Freeform 3421">
                <a:extLst>
                  <a:ext uri="{FF2B5EF4-FFF2-40B4-BE49-F238E27FC236}">
                    <a16:creationId xmlns:a16="http://schemas.microsoft.com/office/drawing/2014/main" id="{AFED9019-C72F-4DE3-8435-EA664ED5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2368"/>
                <a:ext cx="36" cy="25"/>
              </a:xfrm>
              <a:custGeom>
                <a:avLst/>
                <a:gdLst>
                  <a:gd name="T0" fmla="*/ 31 w 23"/>
                  <a:gd name="T1" fmla="*/ 13 h 15"/>
                  <a:gd name="T2" fmla="*/ 0 w 23"/>
                  <a:gd name="T3" fmla="*/ 50 h 15"/>
                  <a:gd name="T4" fmla="*/ 42 w 23"/>
                  <a:gd name="T5" fmla="*/ 37 h 15"/>
                  <a:gd name="T6" fmla="*/ 88 w 23"/>
                  <a:gd name="T7" fmla="*/ 62 h 15"/>
                  <a:gd name="T8" fmla="*/ 56 w 23"/>
                  <a:gd name="T9" fmla="*/ 47 h 15"/>
                  <a:gd name="T10" fmla="*/ 22 w 23"/>
                  <a:gd name="T11" fmla="*/ 1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8" y="3"/>
                    </a:moveTo>
                    <a:cubicBezTo>
                      <a:pt x="5" y="4"/>
                      <a:pt x="1" y="7"/>
                      <a:pt x="0" y="11"/>
                    </a:cubicBezTo>
                    <a:cubicBezTo>
                      <a:pt x="4" y="10"/>
                      <a:pt x="7" y="7"/>
                      <a:pt x="11" y="8"/>
                    </a:cubicBezTo>
                    <a:cubicBezTo>
                      <a:pt x="15" y="9"/>
                      <a:pt x="17" y="15"/>
                      <a:pt x="23" y="13"/>
                    </a:cubicBezTo>
                    <a:cubicBezTo>
                      <a:pt x="21" y="12"/>
                      <a:pt x="17" y="11"/>
                      <a:pt x="15" y="10"/>
                    </a:cubicBezTo>
                    <a:cubicBezTo>
                      <a:pt x="12" y="7"/>
                      <a:pt x="12" y="0"/>
                      <a:pt x="6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87" name="Freeform 3422">
                <a:extLst>
                  <a:ext uri="{FF2B5EF4-FFF2-40B4-BE49-F238E27FC236}">
                    <a16:creationId xmlns:a16="http://schemas.microsoft.com/office/drawing/2014/main" id="{C0BD00FA-44AA-4115-A0B6-F4C12AD0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2222"/>
                <a:ext cx="31" cy="18"/>
              </a:xfrm>
              <a:custGeom>
                <a:avLst/>
                <a:gdLst>
                  <a:gd name="T0" fmla="*/ 22 w 20"/>
                  <a:gd name="T1" fmla="*/ 0 h 11"/>
                  <a:gd name="T2" fmla="*/ 0 w 20"/>
                  <a:gd name="T3" fmla="*/ 47 h 11"/>
                  <a:gd name="T4" fmla="*/ 29 w 20"/>
                  <a:gd name="T5" fmla="*/ 13 h 11"/>
                  <a:gd name="T6" fmla="*/ 74 w 20"/>
                  <a:gd name="T7" fmla="*/ 34 h 11"/>
                  <a:gd name="T8" fmla="*/ 22 w 2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">
                    <a:moveTo>
                      <a:pt x="6" y="0"/>
                    </a:moveTo>
                    <a:cubicBezTo>
                      <a:pt x="3" y="2"/>
                      <a:pt x="0" y="7"/>
                      <a:pt x="0" y="11"/>
                    </a:cubicBezTo>
                    <a:cubicBezTo>
                      <a:pt x="5" y="11"/>
                      <a:pt x="4" y="4"/>
                      <a:pt x="8" y="3"/>
                    </a:cubicBezTo>
                    <a:cubicBezTo>
                      <a:pt x="13" y="2"/>
                      <a:pt x="15" y="9"/>
                      <a:pt x="20" y="8"/>
                    </a:cubicBezTo>
                    <a:cubicBezTo>
                      <a:pt x="19" y="3"/>
                      <a:pt x="11" y="1"/>
                      <a:pt x="6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88" name="Freeform 3423">
                <a:extLst>
                  <a:ext uri="{FF2B5EF4-FFF2-40B4-BE49-F238E27FC236}">
                    <a16:creationId xmlns:a16="http://schemas.microsoft.com/office/drawing/2014/main" id="{A3D023DE-CC24-4904-8846-D0468BC50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118"/>
                <a:ext cx="46" cy="41"/>
              </a:xfrm>
              <a:custGeom>
                <a:avLst/>
                <a:gdLst>
                  <a:gd name="T0" fmla="*/ 49 w 30"/>
                  <a:gd name="T1" fmla="*/ 49 h 25"/>
                  <a:gd name="T2" fmla="*/ 18 w 30"/>
                  <a:gd name="T3" fmla="*/ 102 h 25"/>
                  <a:gd name="T4" fmla="*/ 61 w 30"/>
                  <a:gd name="T5" fmla="*/ 80 h 25"/>
                  <a:gd name="T6" fmla="*/ 89 w 30"/>
                  <a:gd name="T7" fmla="*/ 97 h 25"/>
                  <a:gd name="T8" fmla="*/ 109 w 30"/>
                  <a:gd name="T9" fmla="*/ 110 h 25"/>
                  <a:gd name="T10" fmla="*/ 35 w 30"/>
                  <a:gd name="T11" fmla="*/ 4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">
                    <a:moveTo>
                      <a:pt x="14" y="11"/>
                    </a:moveTo>
                    <a:cubicBezTo>
                      <a:pt x="3" y="0"/>
                      <a:pt x="0" y="15"/>
                      <a:pt x="5" y="23"/>
                    </a:cubicBezTo>
                    <a:cubicBezTo>
                      <a:pt x="1" y="13"/>
                      <a:pt x="12" y="16"/>
                      <a:pt x="17" y="18"/>
                    </a:cubicBezTo>
                    <a:cubicBezTo>
                      <a:pt x="20" y="19"/>
                      <a:pt x="22" y="20"/>
                      <a:pt x="25" y="22"/>
                    </a:cubicBezTo>
                    <a:cubicBezTo>
                      <a:pt x="27" y="23"/>
                      <a:pt x="27" y="25"/>
                      <a:pt x="30" y="25"/>
                    </a:cubicBezTo>
                    <a:cubicBezTo>
                      <a:pt x="25" y="19"/>
                      <a:pt x="18" y="14"/>
                      <a:pt x="10" y="11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89" name="Freeform 3424">
                <a:extLst>
                  <a:ext uri="{FF2B5EF4-FFF2-40B4-BE49-F238E27FC236}">
                    <a16:creationId xmlns:a16="http://schemas.microsoft.com/office/drawing/2014/main" id="{0B2A76C8-E024-4F54-9458-409E66134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069"/>
                <a:ext cx="36" cy="21"/>
              </a:xfrm>
              <a:custGeom>
                <a:avLst/>
                <a:gdLst>
                  <a:gd name="T0" fmla="*/ 34 w 23"/>
                  <a:gd name="T1" fmla="*/ 5 h 13"/>
                  <a:gd name="T2" fmla="*/ 8 w 23"/>
                  <a:gd name="T3" fmla="*/ 55 h 13"/>
                  <a:gd name="T4" fmla="*/ 39 w 23"/>
                  <a:gd name="T5" fmla="*/ 21 h 13"/>
                  <a:gd name="T6" fmla="*/ 88 w 23"/>
                  <a:gd name="T7" fmla="*/ 34 h 13"/>
                  <a:gd name="T8" fmla="*/ 34 w 23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3">
                    <a:moveTo>
                      <a:pt x="9" y="1"/>
                    </a:moveTo>
                    <a:cubicBezTo>
                      <a:pt x="4" y="1"/>
                      <a:pt x="0" y="8"/>
                      <a:pt x="2" y="13"/>
                    </a:cubicBezTo>
                    <a:cubicBezTo>
                      <a:pt x="6" y="12"/>
                      <a:pt x="6" y="7"/>
                      <a:pt x="10" y="5"/>
                    </a:cubicBezTo>
                    <a:cubicBezTo>
                      <a:pt x="14" y="4"/>
                      <a:pt x="19" y="8"/>
                      <a:pt x="23" y="8"/>
                    </a:cubicBezTo>
                    <a:cubicBezTo>
                      <a:pt x="19" y="4"/>
                      <a:pt x="14" y="2"/>
                      <a:pt x="9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90" name="Freeform 3425">
                <a:extLst>
                  <a:ext uri="{FF2B5EF4-FFF2-40B4-BE49-F238E27FC236}">
                    <a16:creationId xmlns:a16="http://schemas.microsoft.com/office/drawing/2014/main" id="{23E6E84E-AB08-4DC2-A402-F3AF51A52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960"/>
                <a:ext cx="38" cy="36"/>
              </a:xfrm>
              <a:custGeom>
                <a:avLst/>
                <a:gdLst>
                  <a:gd name="T0" fmla="*/ 41 w 25"/>
                  <a:gd name="T1" fmla="*/ 21 h 22"/>
                  <a:gd name="T2" fmla="*/ 5 w 25"/>
                  <a:gd name="T3" fmla="*/ 41 h 22"/>
                  <a:gd name="T4" fmla="*/ 40 w 25"/>
                  <a:gd name="T5" fmla="*/ 97 h 22"/>
                  <a:gd name="T6" fmla="*/ 41 w 25"/>
                  <a:gd name="T7" fmla="*/ 34 h 22"/>
                  <a:gd name="T8" fmla="*/ 88 w 25"/>
                  <a:gd name="T9" fmla="*/ 47 h 22"/>
                  <a:gd name="T10" fmla="*/ 41 w 25"/>
                  <a:gd name="T11" fmla="*/ 26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2">
                    <a:moveTo>
                      <a:pt x="12" y="5"/>
                    </a:moveTo>
                    <a:cubicBezTo>
                      <a:pt x="8" y="0"/>
                      <a:pt x="2" y="5"/>
                      <a:pt x="1" y="9"/>
                    </a:cubicBezTo>
                    <a:cubicBezTo>
                      <a:pt x="0" y="16"/>
                      <a:pt x="6" y="19"/>
                      <a:pt x="11" y="22"/>
                    </a:cubicBezTo>
                    <a:cubicBezTo>
                      <a:pt x="3" y="21"/>
                      <a:pt x="2" y="9"/>
                      <a:pt x="12" y="8"/>
                    </a:cubicBezTo>
                    <a:cubicBezTo>
                      <a:pt x="17" y="8"/>
                      <a:pt x="22" y="16"/>
                      <a:pt x="25" y="11"/>
                    </a:cubicBezTo>
                    <a:cubicBezTo>
                      <a:pt x="22" y="8"/>
                      <a:pt x="17" y="7"/>
                      <a:pt x="12" y="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91" name="Freeform 3426">
                <a:extLst>
                  <a:ext uri="{FF2B5EF4-FFF2-40B4-BE49-F238E27FC236}">
                    <a16:creationId xmlns:a16="http://schemas.microsoft.com/office/drawing/2014/main" id="{30C5C849-12A6-43B6-8743-024004A02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996"/>
                <a:ext cx="32" cy="20"/>
              </a:xfrm>
              <a:custGeom>
                <a:avLst/>
                <a:gdLst>
                  <a:gd name="T0" fmla="*/ 32 w 21"/>
                  <a:gd name="T1" fmla="*/ 5 h 12"/>
                  <a:gd name="T2" fmla="*/ 0 w 21"/>
                  <a:gd name="T3" fmla="*/ 33 h 12"/>
                  <a:gd name="T4" fmla="*/ 32 w 21"/>
                  <a:gd name="T5" fmla="*/ 13 h 12"/>
                  <a:gd name="T6" fmla="*/ 75 w 21"/>
                  <a:gd name="T7" fmla="*/ 55 h 12"/>
                  <a:gd name="T8" fmla="*/ 27 w 21"/>
                  <a:gd name="T9" fmla="*/ 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9" y="1"/>
                    </a:moveTo>
                    <a:cubicBezTo>
                      <a:pt x="5" y="1"/>
                      <a:pt x="0" y="3"/>
                      <a:pt x="0" y="7"/>
                    </a:cubicBezTo>
                    <a:cubicBezTo>
                      <a:pt x="3" y="6"/>
                      <a:pt x="5" y="2"/>
                      <a:pt x="9" y="3"/>
                    </a:cubicBezTo>
                    <a:cubicBezTo>
                      <a:pt x="13" y="3"/>
                      <a:pt x="18" y="10"/>
                      <a:pt x="21" y="12"/>
                    </a:cubicBezTo>
                    <a:cubicBezTo>
                      <a:pt x="20" y="7"/>
                      <a:pt x="14" y="0"/>
                      <a:pt x="8" y="1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92" name="Freeform 3427">
                <a:extLst>
                  <a:ext uri="{FF2B5EF4-FFF2-40B4-BE49-F238E27FC236}">
                    <a16:creationId xmlns:a16="http://schemas.microsoft.com/office/drawing/2014/main" id="{FE7F659F-357A-4865-B7ED-1063C988C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884"/>
                <a:ext cx="52" cy="43"/>
              </a:xfrm>
              <a:custGeom>
                <a:avLst/>
                <a:gdLst>
                  <a:gd name="T0" fmla="*/ 122 w 34"/>
                  <a:gd name="T1" fmla="*/ 117 h 26"/>
                  <a:gd name="T2" fmla="*/ 28 w 34"/>
                  <a:gd name="T3" fmla="*/ 117 h 26"/>
                  <a:gd name="T4" fmla="*/ 40 w 34"/>
                  <a:gd name="T5" fmla="*/ 91 h 26"/>
                  <a:gd name="T6" fmla="*/ 61 w 34"/>
                  <a:gd name="T7" fmla="*/ 99 h 26"/>
                  <a:gd name="T8" fmla="*/ 83 w 34"/>
                  <a:gd name="T9" fmla="*/ 99 h 26"/>
                  <a:gd name="T10" fmla="*/ 107 w 34"/>
                  <a:gd name="T11" fmla="*/ 11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6">
                    <a:moveTo>
                      <a:pt x="34" y="26"/>
                    </a:moveTo>
                    <a:cubicBezTo>
                      <a:pt x="25" y="19"/>
                      <a:pt x="0" y="0"/>
                      <a:pt x="8" y="26"/>
                    </a:cubicBezTo>
                    <a:cubicBezTo>
                      <a:pt x="9" y="25"/>
                      <a:pt x="9" y="21"/>
                      <a:pt x="11" y="20"/>
                    </a:cubicBezTo>
                    <a:cubicBezTo>
                      <a:pt x="14" y="17"/>
                      <a:pt x="14" y="21"/>
                      <a:pt x="17" y="22"/>
                    </a:cubicBezTo>
                    <a:cubicBezTo>
                      <a:pt x="19" y="22"/>
                      <a:pt x="22" y="21"/>
                      <a:pt x="23" y="22"/>
                    </a:cubicBezTo>
                    <a:cubicBezTo>
                      <a:pt x="26" y="22"/>
                      <a:pt x="27" y="24"/>
                      <a:pt x="30" y="25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93" name="Freeform 3428">
                <a:extLst>
                  <a:ext uri="{FF2B5EF4-FFF2-40B4-BE49-F238E27FC236}">
                    <a16:creationId xmlns:a16="http://schemas.microsoft.com/office/drawing/2014/main" id="{DA5CE744-0A60-4AB3-A986-79C35E6A0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841"/>
                <a:ext cx="42" cy="33"/>
              </a:xfrm>
              <a:custGeom>
                <a:avLst/>
                <a:gdLst>
                  <a:gd name="T0" fmla="*/ 101 w 27"/>
                  <a:gd name="T1" fmla="*/ 46 h 20"/>
                  <a:gd name="T2" fmla="*/ 39 w 27"/>
                  <a:gd name="T3" fmla="*/ 5 h 20"/>
                  <a:gd name="T4" fmla="*/ 12 w 27"/>
                  <a:gd name="T5" fmla="*/ 89 h 20"/>
                  <a:gd name="T6" fmla="*/ 34 w 27"/>
                  <a:gd name="T7" fmla="*/ 41 h 20"/>
                  <a:gd name="T8" fmla="*/ 68 w 27"/>
                  <a:gd name="T9" fmla="*/ 3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0">
                    <a:moveTo>
                      <a:pt x="27" y="10"/>
                    </a:moveTo>
                    <a:cubicBezTo>
                      <a:pt x="25" y="8"/>
                      <a:pt x="14" y="0"/>
                      <a:pt x="10" y="1"/>
                    </a:cubicBezTo>
                    <a:cubicBezTo>
                      <a:pt x="4" y="3"/>
                      <a:pt x="0" y="16"/>
                      <a:pt x="3" y="20"/>
                    </a:cubicBezTo>
                    <a:cubicBezTo>
                      <a:pt x="5" y="17"/>
                      <a:pt x="4" y="11"/>
                      <a:pt x="9" y="9"/>
                    </a:cubicBezTo>
                    <a:cubicBezTo>
                      <a:pt x="13" y="8"/>
                      <a:pt x="16" y="13"/>
                      <a:pt x="18" y="7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94" name="Freeform 3429">
                <a:extLst>
                  <a:ext uri="{FF2B5EF4-FFF2-40B4-BE49-F238E27FC236}">
                    <a16:creationId xmlns:a16="http://schemas.microsoft.com/office/drawing/2014/main" id="{BFE935F5-15D4-4386-A510-838FF373E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769"/>
                <a:ext cx="31" cy="28"/>
              </a:xfrm>
              <a:custGeom>
                <a:avLst/>
                <a:gdLst>
                  <a:gd name="T0" fmla="*/ 74 w 20"/>
                  <a:gd name="T1" fmla="*/ 26 h 17"/>
                  <a:gd name="T2" fmla="*/ 22 w 20"/>
                  <a:gd name="T3" fmla="*/ 8 h 17"/>
                  <a:gd name="T4" fmla="*/ 29 w 20"/>
                  <a:gd name="T5" fmla="*/ 76 h 17"/>
                  <a:gd name="T6" fmla="*/ 29 w 20"/>
                  <a:gd name="T7" fmla="*/ 26 h 17"/>
                  <a:gd name="T8" fmla="*/ 62 w 20"/>
                  <a:gd name="T9" fmla="*/ 2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20" y="6"/>
                    </a:moveTo>
                    <a:cubicBezTo>
                      <a:pt x="17" y="3"/>
                      <a:pt x="11" y="0"/>
                      <a:pt x="6" y="2"/>
                    </a:cubicBezTo>
                    <a:cubicBezTo>
                      <a:pt x="0" y="6"/>
                      <a:pt x="1" y="14"/>
                      <a:pt x="8" y="17"/>
                    </a:cubicBezTo>
                    <a:cubicBezTo>
                      <a:pt x="5" y="14"/>
                      <a:pt x="5" y="8"/>
                      <a:pt x="8" y="6"/>
                    </a:cubicBezTo>
                    <a:cubicBezTo>
                      <a:pt x="11" y="4"/>
                      <a:pt x="15" y="8"/>
                      <a:pt x="17" y="5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95" name="Freeform 3430">
                <a:extLst>
                  <a:ext uri="{FF2B5EF4-FFF2-40B4-BE49-F238E27FC236}">
                    <a16:creationId xmlns:a16="http://schemas.microsoft.com/office/drawing/2014/main" id="{A78487D6-ED5F-46A9-AB1E-ED33DB524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652"/>
                <a:ext cx="23" cy="29"/>
              </a:xfrm>
              <a:custGeom>
                <a:avLst/>
                <a:gdLst>
                  <a:gd name="T0" fmla="*/ 0 w 15"/>
                  <a:gd name="T1" fmla="*/ 60 h 18"/>
                  <a:gd name="T2" fmla="*/ 54 w 15"/>
                  <a:gd name="T3" fmla="*/ 42 h 18"/>
                  <a:gd name="T4" fmla="*/ 21 w 15"/>
                  <a:gd name="T5" fmla="*/ 76 h 18"/>
                  <a:gd name="T6" fmla="*/ 8 w 15"/>
                  <a:gd name="T7" fmla="*/ 6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0" y="14"/>
                    </a:moveTo>
                    <a:cubicBezTo>
                      <a:pt x="3" y="14"/>
                      <a:pt x="15" y="0"/>
                      <a:pt x="15" y="10"/>
                    </a:cubicBezTo>
                    <a:cubicBezTo>
                      <a:pt x="10" y="9"/>
                      <a:pt x="5" y="11"/>
                      <a:pt x="6" y="18"/>
                    </a:cubicBezTo>
                    <a:cubicBezTo>
                      <a:pt x="5" y="16"/>
                      <a:pt x="3" y="16"/>
                      <a:pt x="2" y="15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96" name="Freeform 3431">
                <a:extLst>
                  <a:ext uri="{FF2B5EF4-FFF2-40B4-BE49-F238E27FC236}">
                    <a16:creationId xmlns:a16="http://schemas.microsoft.com/office/drawing/2014/main" id="{88EB33E2-9C6A-4798-889E-B1711D2EA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831"/>
                <a:ext cx="27" cy="22"/>
              </a:xfrm>
              <a:custGeom>
                <a:avLst/>
                <a:gdLst>
                  <a:gd name="T0" fmla="*/ 21 w 17"/>
                  <a:gd name="T1" fmla="*/ 14 h 13"/>
                  <a:gd name="T2" fmla="*/ 68 w 17"/>
                  <a:gd name="T3" fmla="*/ 63 h 13"/>
                  <a:gd name="T4" fmla="*/ 0 w 17"/>
                  <a:gd name="T5" fmla="*/ 5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5" y="3"/>
                    </a:moveTo>
                    <a:cubicBezTo>
                      <a:pt x="12" y="0"/>
                      <a:pt x="14" y="9"/>
                      <a:pt x="17" y="13"/>
                    </a:cubicBezTo>
                    <a:cubicBezTo>
                      <a:pt x="12" y="7"/>
                      <a:pt x="4" y="3"/>
                      <a:pt x="0" y="1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97" name="Freeform 3432">
                <a:extLst>
                  <a:ext uri="{FF2B5EF4-FFF2-40B4-BE49-F238E27FC236}">
                    <a16:creationId xmlns:a16="http://schemas.microsoft.com/office/drawing/2014/main" id="{5A9C9AC2-AD8C-4CE9-BD7A-EBE54AF75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12"/>
                <a:ext cx="26" cy="15"/>
              </a:xfrm>
              <a:custGeom>
                <a:avLst/>
                <a:gdLst>
                  <a:gd name="T0" fmla="*/ 0 w 17"/>
                  <a:gd name="T1" fmla="*/ 28 h 9"/>
                  <a:gd name="T2" fmla="*/ 61 w 17"/>
                  <a:gd name="T3" fmla="*/ 42 h 9"/>
                  <a:gd name="T4" fmla="*/ 54 w 17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6"/>
                    </a:moveTo>
                    <a:cubicBezTo>
                      <a:pt x="7" y="5"/>
                      <a:pt x="13" y="0"/>
                      <a:pt x="17" y="9"/>
                    </a:cubicBezTo>
                    <a:cubicBezTo>
                      <a:pt x="17" y="8"/>
                      <a:pt x="16" y="8"/>
                      <a:pt x="15" y="7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98" name="Freeform 3433">
                <a:extLst>
                  <a:ext uri="{FF2B5EF4-FFF2-40B4-BE49-F238E27FC236}">
                    <a16:creationId xmlns:a16="http://schemas.microsoft.com/office/drawing/2014/main" id="{BF6D4FF7-F154-4D46-8178-C1B0D9452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223"/>
                <a:ext cx="40" cy="23"/>
              </a:xfrm>
              <a:custGeom>
                <a:avLst/>
                <a:gdLst>
                  <a:gd name="T0" fmla="*/ 5 w 26"/>
                  <a:gd name="T1" fmla="*/ 21 h 14"/>
                  <a:gd name="T2" fmla="*/ 0 w 26"/>
                  <a:gd name="T3" fmla="*/ 8 h 14"/>
                  <a:gd name="T4" fmla="*/ 66 w 26"/>
                  <a:gd name="T5" fmla="*/ 33 h 14"/>
                  <a:gd name="T6" fmla="*/ 95 w 26"/>
                  <a:gd name="T7" fmla="*/ 62 h 14"/>
                  <a:gd name="T8" fmla="*/ 26 w 26"/>
                  <a:gd name="T9" fmla="*/ 3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1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5" y="0"/>
                      <a:pt x="14" y="6"/>
                      <a:pt x="18" y="7"/>
                    </a:cubicBezTo>
                    <a:cubicBezTo>
                      <a:pt x="23" y="9"/>
                      <a:pt x="26" y="9"/>
                      <a:pt x="26" y="14"/>
                    </a:cubicBezTo>
                    <a:cubicBezTo>
                      <a:pt x="19" y="13"/>
                      <a:pt x="14" y="10"/>
                      <a:pt x="7" y="7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99" name="Freeform 3434">
                <a:extLst>
                  <a:ext uri="{FF2B5EF4-FFF2-40B4-BE49-F238E27FC236}">
                    <a16:creationId xmlns:a16="http://schemas.microsoft.com/office/drawing/2014/main" id="{DAC7E5E3-6CDC-4873-A8C6-78106C926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2298"/>
                <a:ext cx="24" cy="23"/>
              </a:xfrm>
              <a:custGeom>
                <a:avLst/>
                <a:gdLst>
                  <a:gd name="T0" fmla="*/ 48 w 16"/>
                  <a:gd name="T1" fmla="*/ 8 h 14"/>
                  <a:gd name="T2" fmla="*/ 18 w 16"/>
                  <a:gd name="T3" fmla="*/ 5 h 14"/>
                  <a:gd name="T4" fmla="*/ 32 w 16"/>
                  <a:gd name="T5" fmla="*/ 62 h 14"/>
                  <a:gd name="T6" fmla="*/ 54 w 16"/>
                  <a:gd name="T7" fmla="*/ 1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4" y="2"/>
                    </a:moveTo>
                    <a:cubicBezTo>
                      <a:pt x="13" y="2"/>
                      <a:pt x="6" y="0"/>
                      <a:pt x="5" y="1"/>
                    </a:cubicBezTo>
                    <a:cubicBezTo>
                      <a:pt x="0" y="4"/>
                      <a:pt x="7" y="10"/>
                      <a:pt x="9" y="14"/>
                    </a:cubicBezTo>
                    <a:cubicBezTo>
                      <a:pt x="6" y="2"/>
                      <a:pt x="8" y="7"/>
                      <a:pt x="16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00" name="Freeform 3435">
                <a:extLst>
                  <a:ext uri="{FF2B5EF4-FFF2-40B4-BE49-F238E27FC236}">
                    <a16:creationId xmlns:a16="http://schemas.microsoft.com/office/drawing/2014/main" id="{326D0FF3-F5CA-4F2E-94F2-9E0CC8143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428"/>
                <a:ext cx="45" cy="24"/>
              </a:xfrm>
              <a:custGeom>
                <a:avLst/>
                <a:gdLst>
                  <a:gd name="T0" fmla="*/ 26 w 29"/>
                  <a:gd name="T1" fmla="*/ 42 h 15"/>
                  <a:gd name="T2" fmla="*/ 14 w 29"/>
                  <a:gd name="T3" fmla="*/ 13 h 15"/>
                  <a:gd name="T4" fmla="*/ 48 w 29"/>
                  <a:gd name="T5" fmla="*/ 29 h 15"/>
                  <a:gd name="T6" fmla="*/ 96 w 29"/>
                  <a:gd name="T7" fmla="*/ 61 h 15"/>
                  <a:gd name="T8" fmla="*/ 48 w 29"/>
                  <a:gd name="T9" fmla="*/ 4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5">
                    <a:moveTo>
                      <a:pt x="7" y="10"/>
                    </a:moveTo>
                    <a:cubicBezTo>
                      <a:pt x="3" y="10"/>
                      <a:pt x="0" y="6"/>
                      <a:pt x="4" y="3"/>
                    </a:cubicBezTo>
                    <a:cubicBezTo>
                      <a:pt x="9" y="0"/>
                      <a:pt x="10" y="5"/>
                      <a:pt x="13" y="7"/>
                    </a:cubicBezTo>
                    <a:cubicBezTo>
                      <a:pt x="16" y="9"/>
                      <a:pt x="29" y="8"/>
                      <a:pt x="26" y="15"/>
                    </a:cubicBezTo>
                    <a:cubicBezTo>
                      <a:pt x="22" y="14"/>
                      <a:pt x="18" y="8"/>
                      <a:pt x="13" y="1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01" name="Freeform 3436">
                <a:extLst>
                  <a:ext uri="{FF2B5EF4-FFF2-40B4-BE49-F238E27FC236}">
                    <a16:creationId xmlns:a16="http://schemas.microsoft.com/office/drawing/2014/main" id="{1F7AED96-410A-494D-927D-FE19F251A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" y="2443"/>
                <a:ext cx="42" cy="18"/>
              </a:xfrm>
              <a:custGeom>
                <a:avLst/>
                <a:gdLst>
                  <a:gd name="T0" fmla="*/ 0 w 27"/>
                  <a:gd name="T1" fmla="*/ 41 h 11"/>
                  <a:gd name="T2" fmla="*/ 48 w 27"/>
                  <a:gd name="T3" fmla="*/ 5 h 11"/>
                  <a:gd name="T4" fmla="*/ 101 w 27"/>
                  <a:gd name="T5" fmla="*/ 43 h 11"/>
                  <a:gd name="T6" fmla="*/ 48 w 27"/>
                  <a:gd name="T7" fmla="*/ 47 h 11"/>
                  <a:gd name="T8" fmla="*/ 12 w 27"/>
                  <a:gd name="T9" fmla="*/ 2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">
                    <a:moveTo>
                      <a:pt x="0" y="9"/>
                    </a:moveTo>
                    <a:cubicBezTo>
                      <a:pt x="5" y="4"/>
                      <a:pt x="4" y="0"/>
                      <a:pt x="13" y="1"/>
                    </a:cubicBezTo>
                    <a:cubicBezTo>
                      <a:pt x="20" y="1"/>
                      <a:pt x="22" y="5"/>
                      <a:pt x="27" y="10"/>
                    </a:cubicBezTo>
                    <a:cubicBezTo>
                      <a:pt x="25" y="10"/>
                      <a:pt x="6" y="0"/>
                      <a:pt x="13" y="11"/>
                    </a:cubicBezTo>
                    <a:cubicBezTo>
                      <a:pt x="10" y="10"/>
                      <a:pt x="7" y="7"/>
                      <a:pt x="3" y="7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02" name="Freeform 3437">
                <a:extLst>
                  <a:ext uri="{FF2B5EF4-FFF2-40B4-BE49-F238E27FC236}">
                    <a16:creationId xmlns:a16="http://schemas.microsoft.com/office/drawing/2014/main" id="{65F199DC-BF45-413C-9B72-51292CEA1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050"/>
                <a:ext cx="34" cy="17"/>
              </a:xfrm>
              <a:custGeom>
                <a:avLst/>
                <a:gdLst>
                  <a:gd name="T0" fmla="*/ 0 w 22"/>
                  <a:gd name="T1" fmla="*/ 34 h 10"/>
                  <a:gd name="T2" fmla="*/ 40 w 22"/>
                  <a:gd name="T3" fmla="*/ 15 h 10"/>
                  <a:gd name="T4" fmla="*/ 82 w 22"/>
                  <a:gd name="T5" fmla="*/ 49 h 10"/>
                  <a:gd name="T6" fmla="*/ 26 w 22"/>
                  <a:gd name="T7" fmla="*/ 2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0">
                    <a:moveTo>
                      <a:pt x="0" y="7"/>
                    </a:moveTo>
                    <a:cubicBezTo>
                      <a:pt x="5" y="0"/>
                      <a:pt x="5" y="0"/>
                      <a:pt x="11" y="3"/>
                    </a:cubicBezTo>
                    <a:cubicBezTo>
                      <a:pt x="15" y="5"/>
                      <a:pt x="22" y="5"/>
                      <a:pt x="22" y="10"/>
                    </a:cubicBezTo>
                    <a:cubicBezTo>
                      <a:pt x="19" y="8"/>
                      <a:pt x="9" y="4"/>
                      <a:pt x="7" y="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03" name="Freeform 3438">
                <a:extLst>
                  <a:ext uri="{FF2B5EF4-FFF2-40B4-BE49-F238E27FC236}">
                    <a16:creationId xmlns:a16="http://schemas.microsoft.com/office/drawing/2014/main" id="{A5C4C0BC-3239-4E2D-A06C-F459367A4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2111"/>
                <a:ext cx="32" cy="15"/>
              </a:xfrm>
              <a:custGeom>
                <a:avLst/>
                <a:gdLst>
                  <a:gd name="T0" fmla="*/ 0 w 21"/>
                  <a:gd name="T1" fmla="*/ 33 h 9"/>
                  <a:gd name="T2" fmla="*/ 75 w 21"/>
                  <a:gd name="T3" fmla="*/ 42 h 9"/>
                  <a:gd name="T4" fmla="*/ 32 w 21"/>
                  <a:gd name="T5" fmla="*/ 2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7"/>
                    </a:moveTo>
                    <a:cubicBezTo>
                      <a:pt x="7" y="3"/>
                      <a:pt x="17" y="0"/>
                      <a:pt x="21" y="9"/>
                    </a:cubicBezTo>
                    <a:cubicBezTo>
                      <a:pt x="17" y="8"/>
                      <a:pt x="13" y="5"/>
                      <a:pt x="9" y="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04" name="Freeform 3439">
                <a:extLst>
                  <a:ext uri="{FF2B5EF4-FFF2-40B4-BE49-F238E27FC236}">
                    <a16:creationId xmlns:a16="http://schemas.microsoft.com/office/drawing/2014/main" id="{B9410752-75F5-4A5A-896E-D1D557673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162"/>
                <a:ext cx="37" cy="23"/>
              </a:xfrm>
              <a:custGeom>
                <a:avLst/>
                <a:gdLst>
                  <a:gd name="T0" fmla="*/ 0 w 24"/>
                  <a:gd name="T1" fmla="*/ 62 h 14"/>
                  <a:gd name="T2" fmla="*/ 88 w 24"/>
                  <a:gd name="T3" fmla="*/ 49 h 14"/>
                  <a:gd name="T4" fmla="*/ 45 w 24"/>
                  <a:gd name="T5" fmla="*/ 58 h 14"/>
                  <a:gd name="T6" fmla="*/ 22 w 24"/>
                  <a:gd name="T7" fmla="*/ 5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4">
                    <a:moveTo>
                      <a:pt x="0" y="14"/>
                    </a:moveTo>
                    <a:cubicBezTo>
                      <a:pt x="4" y="8"/>
                      <a:pt x="23" y="0"/>
                      <a:pt x="24" y="11"/>
                    </a:cubicBezTo>
                    <a:cubicBezTo>
                      <a:pt x="20" y="9"/>
                      <a:pt x="11" y="6"/>
                      <a:pt x="12" y="13"/>
                    </a:cubicBezTo>
                    <a:cubicBezTo>
                      <a:pt x="10" y="13"/>
                      <a:pt x="8" y="13"/>
                      <a:pt x="6" y="1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05" name="Freeform 3440">
                <a:extLst>
                  <a:ext uri="{FF2B5EF4-FFF2-40B4-BE49-F238E27FC236}">
                    <a16:creationId xmlns:a16="http://schemas.microsoft.com/office/drawing/2014/main" id="{59635045-9094-48FC-A109-25034BF0B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2" y="3509"/>
                <a:ext cx="63" cy="89"/>
              </a:xfrm>
              <a:custGeom>
                <a:avLst/>
                <a:gdLst>
                  <a:gd name="T0" fmla="*/ 97 w 41"/>
                  <a:gd name="T1" fmla="*/ 0 h 54"/>
                  <a:gd name="T2" fmla="*/ 61 w 41"/>
                  <a:gd name="T3" fmla="*/ 171 h 54"/>
                  <a:gd name="T4" fmla="*/ 144 w 41"/>
                  <a:gd name="T5" fmla="*/ 2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4">
                    <a:moveTo>
                      <a:pt x="27" y="0"/>
                    </a:moveTo>
                    <a:cubicBezTo>
                      <a:pt x="12" y="8"/>
                      <a:pt x="0" y="23"/>
                      <a:pt x="17" y="38"/>
                    </a:cubicBezTo>
                    <a:cubicBezTo>
                      <a:pt x="36" y="54"/>
                      <a:pt x="41" y="20"/>
                      <a:pt x="40" y="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06" name="Freeform 3441">
                <a:extLst>
                  <a:ext uri="{FF2B5EF4-FFF2-40B4-BE49-F238E27FC236}">
                    <a16:creationId xmlns:a16="http://schemas.microsoft.com/office/drawing/2014/main" id="{284FE7EA-66FF-4E69-A55C-5DA71C485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3556"/>
                <a:ext cx="74" cy="53"/>
              </a:xfrm>
              <a:custGeom>
                <a:avLst/>
                <a:gdLst>
                  <a:gd name="T0" fmla="*/ 154 w 48"/>
                  <a:gd name="T1" fmla="*/ 20 h 32"/>
                  <a:gd name="T2" fmla="*/ 29 w 48"/>
                  <a:gd name="T3" fmla="*/ 96 h 32"/>
                  <a:gd name="T4" fmla="*/ 176 w 48"/>
                  <a:gd name="T5" fmla="*/ 8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2">
                    <a:moveTo>
                      <a:pt x="42" y="4"/>
                    </a:moveTo>
                    <a:cubicBezTo>
                      <a:pt x="33" y="0"/>
                      <a:pt x="0" y="3"/>
                      <a:pt x="8" y="21"/>
                    </a:cubicBezTo>
                    <a:cubicBezTo>
                      <a:pt x="13" y="32"/>
                      <a:pt x="48" y="21"/>
                      <a:pt x="48" y="18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07" name="Freeform 3442">
                <a:extLst>
                  <a:ext uri="{FF2B5EF4-FFF2-40B4-BE49-F238E27FC236}">
                    <a16:creationId xmlns:a16="http://schemas.microsoft.com/office/drawing/2014/main" id="{8A1C4F7C-7A8C-45AA-B9C5-E6EE69916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3533"/>
                <a:ext cx="71" cy="83"/>
              </a:xfrm>
              <a:custGeom>
                <a:avLst/>
                <a:gdLst>
                  <a:gd name="T0" fmla="*/ 52 w 46"/>
                  <a:gd name="T1" fmla="*/ 28 h 50"/>
                  <a:gd name="T2" fmla="*/ 34 w 46"/>
                  <a:gd name="T3" fmla="*/ 166 h 50"/>
                  <a:gd name="T4" fmla="*/ 170 w 46"/>
                  <a:gd name="T5" fmla="*/ 201 h 50"/>
                  <a:gd name="T6" fmla="*/ 96 w 46"/>
                  <a:gd name="T7" fmla="*/ 5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50">
                    <a:moveTo>
                      <a:pt x="14" y="6"/>
                    </a:moveTo>
                    <a:cubicBezTo>
                      <a:pt x="0" y="0"/>
                      <a:pt x="6" y="30"/>
                      <a:pt x="9" y="36"/>
                    </a:cubicBezTo>
                    <a:cubicBezTo>
                      <a:pt x="16" y="50"/>
                      <a:pt x="32" y="45"/>
                      <a:pt x="46" y="44"/>
                    </a:cubicBezTo>
                    <a:cubicBezTo>
                      <a:pt x="45" y="32"/>
                      <a:pt x="34" y="22"/>
                      <a:pt x="26" y="1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08" name="Freeform 3443">
                <a:extLst>
                  <a:ext uri="{FF2B5EF4-FFF2-40B4-BE49-F238E27FC236}">
                    <a16:creationId xmlns:a16="http://schemas.microsoft.com/office/drawing/2014/main" id="{F26F0E2C-FC67-4B9C-AC8F-26ADCDBE8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0" y="3631"/>
                <a:ext cx="68" cy="62"/>
              </a:xfrm>
              <a:custGeom>
                <a:avLst/>
                <a:gdLst>
                  <a:gd name="T0" fmla="*/ 70 w 44"/>
                  <a:gd name="T1" fmla="*/ 0 h 38"/>
                  <a:gd name="T2" fmla="*/ 12 w 44"/>
                  <a:gd name="T3" fmla="*/ 47 h 38"/>
                  <a:gd name="T4" fmla="*/ 40 w 44"/>
                  <a:gd name="T5" fmla="*/ 117 h 38"/>
                  <a:gd name="T6" fmla="*/ 141 w 44"/>
                  <a:gd name="T7" fmla="*/ 139 h 38"/>
                  <a:gd name="T8" fmla="*/ 110 w 44"/>
                  <a:gd name="T9" fmla="*/ 4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8">
                    <a:moveTo>
                      <a:pt x="19" y="0"/>
                    </a:moveTo>
                    <a:cubicBezTo>
                      <a:pt x="13" y="0"/>
                      <a:pt x="5" y="5"/>
                      <a:pt x="3" y="11"/>
                    </a:cubicBezTo>
                    <a:cubicBezTo>
                      <a:pt x="0" y="19"/>
                      <a:pt x="5" y="22"/>
                      <a:pt x="11" y="27"/>
                    </a:cubicBezTo>
                    <a:cubicBezTo>
                      <a:pt x="16" y="30"/>
                      <a:pt x="33" y="38"/>
                      <a:pt x="38" y="32"/>
                    </a:cubicBezTo>
                    <a:cubicBezTo>
                      <a:pt x="44" y="26"/>
                      <a:pt x="36" y="15"/>
                      <a:pt x="30" y="1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09" name="Freeform 3444">
                <a:extLst>
                  <a:ext uri="{FF2B5EF4-FFF2-40B4-BE49-F238E27FC236}">
                    <a16:creationId xmlns:a16="http://schemas.microsoft.com/office/drawing/2014/main" id="{CCE8DEA5-2491-4890-A5A6-F1C21EFBC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6" y="3719"/>
                <a:ext cx="60" cy="71"/>
              </a:xfrm>
              <a:custGeom>
                <a:avLst/>
                <a:gdLst>
                  <a:gd name="T0" fmla="*/ 54 w 39"/>
                  <a:gd name="T1" fmla="*/ 21 h 43"/>
                  <a:gd name="T2" fmla="*/ 5 w 39"/>
                  <a:gd name="T3" fmla="*/ 50 h 43"/>
                  <a:gd name="T4" fmla="*/ 69 w 39"/>
                  <a:gd name="T5" fmla="*/ 130 h 43"/>
                  <a:gd name="T6" fmla="*/ 123 w 39"/>
                  <a:gd name="T7" fmla="*/ 167 h 43"/>
                  <a:gd name="T8" fmla="*/ 66 w 39"/>
                  <a:gd name="T9" fmla="*/ 2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3">
                    <a:moveTo>
                      <a:pt x="15" y="5"/>
                    </a:moveTo>
                    <a:cubicBezTo>
                      <a:pt x="11" y="0"/>
                      <a:pt x="1" y="4"/>
                      <a:pt x="1" y="11"/>
                    </a:cubicBezTo>
                    <a:cubicBezTo>
                      <a:pt x="0" y="18"/>
                      <a:pt x="14" y="24"/>
                      <a:pt x="19" y="29"/>
                    </a:cubicBezTo>
                    <a:cubicBezTo>
                      <a:pt x="22" y="32"/>
                      <a:pt x="29" y="43"/>
                      <a:pt x="34" y="37"/>
                    </a:cubicBezTo>
                    <a:cubicBezTo>
                      <a:pt x="39" y="30"/>
                      <a:pt x="21" y="12"/>
                      <a:pt x="18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10" name="Freeform 3445">
                <a:extLst>
                  <a:ext uri="{FF2B5EF4-FFF2-40B4-BE49-F238E27FC236}">
                    <a16:creationId xmlns:a16="http://schemas.microsoft.com/office/drawing/2014/main" id="{F6D93D24-4AA3-41B1-9234-A49A41577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0" y="3665"/>
                <a:ext cx="42" cy="40"/>
              </a:xfrm>
              <a:custGeom>
                <a:avLst/>
                <a:gdLst>
                  <a:gd name="T0" fmla="*/ 34 w 27"/>
                  <a:gd name="T1" fmla="*/ 0 h 24"/>
                  <a:gd name="T2" fmla="*/ 12 w 27"/>
                  <a:gd name="T3" fmla="*/ 83 h 24"/>
                  <a:gd name="T4" fmla="*/ 96 w 27"/>
                  <a:gd name="T5" fmla="*/ 105 h 24"/>
                  <a:gd name="T6" fmla="*/ 82 w 27"/>
                  <a:gd name="T7" fmla="*/ 4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4">
                    <a:moveTo>
                      <a:pt x="9" y="0"/>
                    </a:moveTo>
                    <a:cubicBezTo>
                      <a:pt x="3" y="2"/>
                      <a:pt x="0" y="12"/>
                      <a:pt x="3" y="18"/>
                    </a:cubicBezTo>
                    <a:cubicBezTo>
                      <a:pt x="7" y="24"/>
                      <a:pt x="20" y="23"/>
                      <a:pt x="26" y="23"/>
                    </a:cubicBezTo>
                    <a:cubicBezTo>
                      <a:pt x="27" y="18"/>
                      <a:pt x="25" y="14"/>
                      <a:pt x="22" y="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11" name="Freeform 3446">
                <a:extLst>
                  <a:ext uri="{FF2B5EF4-FFF2-40B4-BE49-F238E27FC236}">
                    <a16:creationId xmlns:a16="http://schemas.microsoft.com/office/drawing/2014/main" id="{43B26AE6-AA1F-4843-9A3A-42A4F56CC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3609"/>
                <a:ext cx="85" cy="46"/>
              </a:xfrm>
              <a:custGeom>
                <a:avLst/>
                <a:gdLst>
                  <a:gd name="T0" fmla="*/ 134 w 55"/>
                  <a:gd name="T1" fmla="*/ 0 h 28"/>
                  <a:gd name="T2" fmla="*/ 40 w 55"/>
                  <a:gd name="T3" fmla="*/ 33 h 28"/>
                  <a:gd name="T4" fmla="*/ 60 w 55"/>
                  <a:gd name="T5" fmla="*/ 125 h 28"/>
                  <a:gd name="T6" fmla="*/ 117 w 55"/>
                  <a:gd name="T7" fmla="*/ 105 h 28"/>
                  <a:gd name="T8" fmla="*/ 158 w 55"/>
                  <a:gd name="T9" fmla="*/ 125 h 28"/>
                  <a:gd name="T10" fmla="*/ 162 w 55"/>
                  <a:gd name="T11" fmla="*/ 54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28">
                    <a:moveTo>
                      <a:pt x="36" y="0"/>
                    </a:moveTo>
                    <a:cubicBezTo>
                      <a:pt x="28" y="2"/>
                      <a:pt x="18" y="2"/>
                      <a:pt x="11" y="7"/>
                    </a:cubicBezTo>
                    <a:cubicBezTo>
                      <a:pt x="0" y="16"/>
                      <a:pt x="1" y="28"/>
                      <a:pt x="16" y="28"/>
                    </a:cubicBezTo>
                    <a:cubicBezTo>
                      <a:pt x="21" y="28"/>
                      <a:pt x="27" y="24"/>
                      <a:pt x="32" y="24"/>
                    </a:cubicBezTo>
                    <a:cubicBezTo>
                      <a:pt x="36" y="24"/>
                      <a:pt x="40" y="28"/>
                      <a:pt x="43" y="28"/>
                    </a:cubicBezTo>
                    <a:cubicBezTo>
                      <a:pt x="55" y="28"/>
                      <a:pt x="51" y="22"/>
                      <a:pt x="44" y="12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12" name="Freeform 3447">
                <a:extLst>
                  <a:ext uri="{FF2B5EF4-FFF2-40B4-BE49-F238E27FC236}">
                    <a16:creationId xmlns:a16="http://schemas.microsoft.com/office/drawing/2014/main" id="{0D9A269A-6922-463E-83FB-1F86D5D84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3670"/>
                <a:ext cx="49" cy="81"/>
              </a:xfrm>
              <a:custGeom>
                <a:avLst/>
                <a:gdLst>
                  <a:gd name="T0" fmla="*/ 75 w 32"/>
                  <a:gd name="T1" fmla="*/ 50 h 49"/>
                  <a:gd name="T2" fmla="*/ 28 w 32"/>
                  <a:gd name="T3" fmla="*/ 175 h 49"/>
                  <a:gd name="T4" fmla="*/ 54 w 32"/>
                  <a:gd name="T5" fmla="*/ 217 h 49"/>
                  <a:gd name="T6" fmla="*/ 103 w 32"/>
                  <a:gd name="T7" fmla="*/ 200 h 49"/>
                  <a:gd name="T8" fmla="*/ 83 w 32"/>
                  <a:gd name="T9" fmla="*/ 68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9">
                    <a:moveTo>
                      <a:pt x="21" y="11"/>
                    </a:moveTo>
                    <a:cubicBezTo>
                      <a:pt x="0" y="0"/>
                      <a:pt x="2" y="28"/>
                      <a:pt x="8" y="39"/>
                    </a:cubicBezTo>
                    <a:cubicBezTo>
                      <a:pt x="11" y="45"/>
                      <a:pt x="7" y="46"/>
                      <a:pt x="15" y="48"/>
                    </a:cubicBezTo>
                    <a:cubicBezTo>
                      <a:pt x="19" y="49"/>
                      <a:pt x="28" y="48"/>
                      <a:pt x="29" y="44"/>
                    </a:cubicBezTo>
                    <a:cubicBezTo>
                      <a:pt x="32" y="37"/>
                      <a:pt x="20" y="25"/>
                      <a:pt x="23" y="15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13" name="Freeform 3448">
                <a:extLst>
                  <a:ext uri="{FF2B5EF4-FFF2-40B4-BE49-F238E27FC236}">
                    <a16:creationId xmlns:a16="http://schemas.microsoft.com/office/drawing/2014/main" id="{78846061-76BB-4869-A543-3BB7DB5F1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3774"/>
                <a:ext cx="45" cy="62"/>
              </a:xfrm>
              <a:custGeom>
                <a:avLst/>
                <a:gdLst>
                  <a:gd name="T0" fmla="*/ 61 w 29"/>
                  <a:gd name="T1" fmla="*/ 0 h 38"/>
                  <a:gd name="T2" fmla="*/ 26 w 29"/>
                  <a:gd name="T3" fmla="*/ 160 h 38"/>
                  <a:gd name="T4" fmla="*/ 109 w 29"/>
                  <a:gd name="T5" fmla="*/ 160 h 38"/>
                  <a:gd name="T6" fmla="*/ 62 w 29"/>
                  <a:gd name="T7" fmla="*/ 1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8">
                    <a:moveTo>
                      <a:pt x="16" y="0"/>
                    </a:moveTo>
                    <a:cubicBezTo>
                      <a:pt x="0" y="1"/>
                      <a:pt x="4" y="27"/>
                      <a:pt x="7" y="37"/>
                    </a:cubicBezTo>
                    <a:cubicBezTo>
                      <a:pt x="13" y="35"/>
                      <a:pt x="22" y="38"/>
                      <a:pt x="29" y="37"/>
                    </a:cubicBezTo>
                    <a:cubicBezTo>
                      <a:pt x="25" y="26"/>
                      <a:pt x="22" y="15"/>
                      <a:pt x="17" y="3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14" name="Freeform 3449">
                <a:extLst>
                  <a:ext uri="{FF2B5EF4-FFF2-40B4-BE49-F238E27FC236}">
                    <a16:creationId xmlns:a16="http://schemas.microsoft.com/office/drawing/2014/main" id="{BA32DA42-BB4E-43AA-9B81-D04181380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3721"/>
                <a:ext cx="56" cy="92"/>
              </a:xfrm>
              <a:custGeom>
                <a:avLst/>
                <a:gdLst>
                  <a:gd name="T0" fmla="*/ 56 w 36"/>
                  <a:gd name="T1" fmla="*/ 0 h 56"/>
                  <a:gd name="T2" fmla="*/ 8 w 36"/>
                  <a:gd name="T3" fmla="*/ 33 h 56"/>
                  <a:gd name="T4" fmla="*/ 30 w 36"/>
                  <a:gd name="T5" fmla="*/ 156 h 56"/>
                  <a:gd name="T6" fmla="*/ 135 w 36"/>
                  <a:gd name="T7" fmla="*/ 227 h 56"/>
                  <a:gd name="T8" fmla="*/ 82 w 36"/>
                  <a:gd name="T9" fmla="*/ 4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6">
                    <a:moveTo>
                      <a:pt x="15" y="0"/>
                    </a:moveTo>
                    <a:cubicBezTo>
                      <a:pt x="9" y="2"/>
                      <a:pt x="5" y="1"/>
                      <a:pt x="2" y="7"/>
                    </a:cubicBezTo>
                    <a:cubicBezTo>
                      <a:pt x="0" y="13"/>
                      <a:pt x="6" y="29"/>
                      <a:pt x="8" y="35"/>
                    </a:cubicBezTo>
                    <a:cubicBezTo>
                      <a:pt x="11" y="56"/>
                      <a:pt x="19" y="54"/>
                      <a:pt x="36" y="51"/>
                    </a:cubicBezTo>
                    <a:cubicBezTo>
                      <a:pt x="28" y="43"/>
                      <a:pt x="20" y="20"/>
                      <a:pt x="22" y="9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15" name="Freeform 3450">
                <a:extLst>
                  <a:ext uri="{FF2B5EF4-FFF2-40B4-BE49-F238E27FC236}">
                    <a16:creationId xmlns:a16="http://schemas.microsoft.com/office/drawing/2014/main" id="{5EEB9115-140D-4322-99D2-A1B33DD9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3711"/>
                <a:ext cx="34" cy="84"/>
              </a:xfrm>
              <a:custGeom>
                <a:avLst/>
                <a:gdLst>
                  <a:gd name="T0" fmla="*/ 0 w 22"/>
                  <a:gd name="T1" fmla="*/ 0 h 51"/>
                  <a:gd name="T2" fmla="*/ 48 w 22"/>
                  <a:gd name="T3" fmla="*/ 63 h 51"/>
                  <a:gd name="T4" fmla="*/ 60 w 22"/>
                  <a:gd name="T5" fmla="*/ 130 h 51"/>
                  <a:gd name="T6" fmla="*/ 74 w 22"/>
                  <a:gd name="T7" fmla="*/ 180 h 51"/>
                  <a:gd name="T8" fmla="*/ 48 w 22"/>
                  <a:gd name="T9" fmla="*/ 219 h 51"/>
                  <a:gd name="T10" fmla="*/ 22 w 22"/>
                  <a:gd name="T11" fmla="*/ 13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1">
                    <a:moveTo>
                      <a:pt x="0" y="0"/>
                    </a:moveTo>
                    <a:cubicBezTo>
                      <a:pt x="9" y="1"/>
                      <a:pt x="11" y="6"/>
                      <a:pt x="13" y="14"/>
                    </a:cubicBezTo>
                    <a:cubicBezTo>
                      <a:pt x="15" y="19"/>
                      <a:pt x="15" y="23"/>
                      <a:pt x="16" y="29"/>
                    </a:cubicBezTo>
                    <a:cubicBezTo>
                      <a:pt x="17" y="31"/>
                      <a:pt x="20" y="38"/>
                      <a:pt x="20" y="40"/>
                    </a:cubicBezTo>
                    <a:cubicBezTo>
                      <a:pt x="20" y="46"/>
                      <a:pt x="22" y="51"/>
                      <a:pt x="13" y="49"/>
                    </a:cubicBezTo>
                    <a:cubicBezTo>
                      <a:pt x="6" y="46"/>
                      <a:pt x="6" y="38"/>
                      <a:pt x="6" y="31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16" name="Freeform 3451">
                <a:extLst>
                  <a:ext uri="{FF2B5EF4-FFF2-40B4-BE49-F238E27FC236}">
                    <a16:creationId xmlns:a16="http://schemas.microsoft.com/office/drawing/2014/main" id="{28AC6CF7-0912-477F-82D8-C1C9E0363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3584"/>
                <a:ext cx="33" cy="114"/>
              </a:xfrm>
              <a:custGeom>
                <a:avLst/>
                <a:gdLst>
                  <a:gd name="T0" fmla="*/ 14 w 21"/>
                  <a:gd name="T1" fmla="*/ 0 h 69"/>
                  <a:gd name="T2" fmla="*/ 69 w 21"/>
                  <a:gd name="T3" fmla="*/ 91 h 69"/>
                  <a:gd name="T4" fmla="*/ 66 w 21"/>
                  <a:gd name="T5" fmla="*/ 235 h 69"/>
                  <a:gd name="T6" fmla="*/ 8 w 21"/>
                  <a:gd name="T7" fmla="*/ 28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69">
                    <a:moveTo>
                      <a:pt x="4" y="0"/>
                    </a:moveTo>
                    <a:cubicBezTo>
                      <a:pt x="13" y="5"/>
                      <a:pt x="16" y="11"/>
                      <a:pt x="18" y="20"/>
                    </a:cubicBezTo>
                    <a:cubicBezTo>
                      <a:pt x="19" y="27"/>
                      <a:pt x="21" y="46"/>
                      <a:pt x="17" y="52"/>
                    </a:cubicBezTo>
                    <a:cubicBezTo>
                      <a:pt x="6" y="69"/>
                      <a:pt x="0" y="15"/>
                      <a:pt x="2" y="6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17" name="Freeform 3452">
                <a:extLst>
                  <a:ext uri="{FF2B5EF4-FFF2-40B4-BE49-F238E27FC236}">
                    <a16:creationId xmlns:a16="http://schemas.microsoft.com/office/drawing/2014/main" id="{58A8B08D-F6D4-4252-9216-422BCB6C1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3621"/>
                <a:ext cx="45" cy="89"/>
              </a:xfrm>
              <a:custGeom>
                <a:avLst/>
                <a:gdLst>
                  <a:gd name="T0" fmla="*/ 82 w 29"/>
                  <a:gd name="T1" fmla="*/ 0 h 54"/>
                  <a:gd name="T2" fmla="*/ 22 w 29"/>
                  <a:gd name="T3" fmla="*/ 43 h 54"/>
                  <a:gd name="T4" fmla="*/ 14 w 29"/>
                  <a:gd name="T5" fmla="*/ 180 h 54"/>
                  <a:gd name="T6" fmla="*/ 109 w 29"/>
                  <a:gd name="T7" fmla="*/ 2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4">
                    <a:moveTo>
                      <a:pt x="22" y="0"/>
                    </a:moveTo>
                    <a:cubicBezTo>
                      <a:pt x="14" y="0"/>
                      <a:pt x="10" y="3"/>
                      <a:pt x="6" y="10"/>
                    </a:cubicBezTo>
                    <a:cubicBezTo>
                      <a:pt x="4" y="16"/>
                      <a:pt x="0" y="35"/>
                      <a:pt x="4" y="40"/>
                    </a:cubicBezTo>
                    <a:cubicBezTo>
                      <a:pt x="16" y="54"/>
                      <a:pt x="23" y="11"/>
                      <a:pt x="29" y="4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18" name="Freeform 3453">
                <a:extLst>
                  <a:ext uri="{FF2B5EF4-FFF2-40B4-BE49-F238E27FC236}">
                    <a16:creationId xmlns:a16="http://schemas.microsoft.com/office/drawing/2014/main" id="{F32B34D4-9C3C-4005-8B0F-F4612755E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9" y="3499"/>
                <a:ext cx="59" cy="44"/>
              </a:xfrm>
              <a:custGeom>
                <a:avLst/>
                <a:gdLst>
                  <a:gd name="T0" fmla="*/ 96 w 38"/>
                  <a:gd name="T1" fmla="*/ 21 h 27"/>
                  <a:gd name="T2" fmla="*/ 22 w 38"/>
                  <a:gd name="T3" fmla="*/ 8 h 27"/>
                  <a:gd name="T4" fmla="*/ 26 w 38"/>
                  <a:gd name="T5" fmla="*/ 60 h 27"/>
                  <a:gd name="T6" fmla="*/ 104 w 38"/>
                  <a:gd name="T7" fmla="*/ 104 h 27"/>
                  <a:gd name="T8" fmla="*/ 138 w 38"/>
                  <a:gd name="T9" fmla="*/ 7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7">
                    <a:moveTo>
                      <a:pt x="26" y="5"/>
                    </a:moveTo>
                    <a:cubicBezTo>
                      <a:pt x="23" y="3"/>
                      <a:pt x="10" y="0"/>
                      <a:pt x="6" y="2"/>
                    </a:cubicBezTo>
                    <a:cubicBezTo>
                      <a:pt x="0" y="6"/>
                      <a:pt x="3" y="7"/>
                      <a:pt x="7" y="14"/>
                    </a:cubicBezTo>
                    <a:cubicBezTo>
                      <a:pt x="13" y="25"/>
                      <a:pt x="15" y="27"/>
                      <a:pt x="28" y="24"/>
                    </a:cubicBezTo>
                    <a:cubicBezTo>
                      <a:pt x="33" y="22"/>
                      <a:pt x="38" y="25"/>
                      <a:pt x="37" y="17"/>
                    </a:cubicBezTo>
                  </a:path>
                </a:pathLst>
              </a:custGeom>
              <a:solidFill>
                <a:srgbClr val="FCE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19" name="Freeform 3454">
                <a:extLst>
                  <a:ext uri="{FF2B5EF4-FFF2-40B4-BE49-F238E27FC236}">
                    <a16:creationId xmlns:a16="http://schemas.microsoft.com/office/drawing/2014/main" id="{42824FEF-E2FA-487C-8E9D-9F52233E8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3486"/>
                <a:ext cx="261" cy="182"/>
              </a:xfrm>
              <a:custGeom>
                <a:avLst/>
                <a:gdLst>
                  <a:gd name="T0" fmla="*/ 40 w 169"/>
                  <a:gd name="T1" fmla="*/ 5 h 111"/>
                  <a:gd name="T2" fmla="*/ 141 w 169"/>
                  <a:gd name="T3" fmla="*/ 5 h 111"/>
                  <a:gd name="T4" fmla="*/ 236 w 169"/>
                  <a:gd name="T5" fmla="*/ 56 h 111"/>
                  <a:gd name="T6" fmla="*/ 408 w 169"/>
                  <a:gd name="T7" fmla="*/ 159 h 111"/>
                  <a:gd name="T8" fmla="*/ 372 w 169"/>
                  <a:gd name="T9" fmla="*/ 164 h 111"/>
                  <a:gd name="T10" fmla="*/ 400 w 169"/>
                  <a:gd name="T11" fmla="*/ 202 h 111"/>
                  <a:gd name="T12" fmla="*/ 482 w 169"/>
                  <a:gd name="T13" fmla="*/ 303 h 111"/>
                  <a:gd name="T14" fmla="*/ 575 w 169"/>
                  <a:gd name="T15" fmla="*/ 398 h 111"/>
                  <a:gd name="T16" fmla="*/ 608 w 169"/>
                  <a:gd name="T17" fmla="*/ 489 h 111"/>
                  <a:gd name="T18" fmla="*/ 548 w 169"/>
                  <a:gd name="T19" fmla="*/ 428 h 111"/>
                  <a:gd name="T20" fmla="*/ 442 w 169"/>
                  <a:gd name="T21" fmla="*/ 310 h 111"/>
                  <a:gd name="T22" fmla="*/ 324 w 169"/>
                  <a:gd name="T23" fmla="*/ 190 h 111"/>
                  <a:gd name="T24" fmla="*/ 114 w 169"/>
                  <a:gd name="T25" fmla="*/ 34 h 111"/>
                  <a:gd name="T26" fmla="*/ 0 w 169"/>
                  <a:gd name="T27" fmla="*/ 21 h 1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9" h="111">
                    <a:moveTo>
                      <a:pt x="11" y="1"/>
                    </a:moveTo>
                    <a:cubicBezTo>
                      <a:pt x="22" y="0"/>
                      <a:pt x="29" y="1"/>
                      <a:pt x="38" y="1"/>
                    </a:cubicBezTo>
                    <a:cubicBezTo>
                      <a:pt x="48" y="2"/>
                      <a:pt x="56" y="8"/>
                      <a:pt x="64" y="13"/>
                    </a:cubicBezTo>
                    <a:cubicBezTo>
                      <a:pt x="80" y="20"/>
                      <a:pt x="96" y="28"/>
                      <a:pt x="111" y="36"/>
                    </a:cubicBezTo>
                    <a:cubicBezTo>
                      <a:pt x="108" y="34"/>
                      <a:pt x="102" y="33"/>
                      <a:pt x="101" y="37"/>
                    </a:cubicBezTo>
                    <a:cubicBezTo>
                      <a:pt x="101" y="40"/>
                      <a:pt x="108" y="45"/>
                      <a:pt x="109" y="46"/>
                    </a:cubicBezTo>
                    <a:cubicBezTo>
                      <a:pt x="116" y="54"/>
                      <a:pt x="124" y="62"/>
                      <a:pt x="131" y="69"/>
                    </a:cubicBezTo>
                    <a:cubicBezTo>
                      <a:pt x="139" y="77"/>
                      <a:pt x="147" y="85"/>
                      <a:pt x="156" y="90"/>
                    </a:cubicBezTo>
                    <a:cubicBezTo>
                      <a:pt x="169" y="99"/>
                      <a:pt x="165" y="97"/>
                      <a:pt x="165" y="111"/>
                    </a:cubicBezTo>
                    <a:cubicBezTo>
                      <a:pt x="158" y="110"/>
                      <a:pt x="154" y="103"/>
                      <a:pt x="149" y="97"/>
                    </a:cubicBezTo>
                    <a:cubicBezTo>
                      <a:pt x="140" y="88"/>
                      <a:pt x="129" y="80"/>
                      <a:pt x="120" y="70"/>
                    </a:cubicBezTo>
                    <a:cubicBezTo>
                      <a:pt x="110" y="60"/>
                      <a:pt x="99" y="52"/>
                      <a:pt x="88" y="43"/>
                    </a:cubicBezTo>
                    <a:cubicBezTo>
                      <a:pt x="71" y="29"/>
                      <a:pt x="53" y="14"/>
                      <a:pt x="31" y="8"/>
                    </a:cubicBezTo>
                    <a:cubicBezTo>
                      <a:pt x="0" y="5"/>
                      <a:pt x="0" y="5"/>
                      <a:pt x="0" y="5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20" name="Freeform 3455">
                <a:extLst>
                  <a:ext uri="{FF2B5EF4-FFF2-40B4-BE49-F238E27FC236}">
                    <a16:creationId xmlns:a16="http://schemas.microsoft.com/office/drawing/2014/main" id="{0CE44A39-FF2D-40DE-B667-069F09724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3495"/>
                <a:ext cx="58" cy="119"/>
              </a:xfrm>
              <a:custGeom>
                <a:avLst/>
                <a:gdLst>
                  <a:gd name="T0" fmla="*/ 143 w 37"/>
                  <a:gd name="T1" fmla="*/ 0 h 72"/>
                  <a:gd name="T2" fmla="*/ 42 w 37"/>
                  <a:gd name="T3" fmla="*/ 109 h 72"/>
                  <a:gd name="T4" fmla="*/ 20 w 37"/>
                  <a:gd name="T5" fmla="*/ 326 h 72"/>
                  <a:gd name="T6" fmla="*/ 135 w 37"/>
                  <a:gd name="T7" fmla="*/ 63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2">
                    <a:moveTo>
                      <a:pt x="37" y="0"/>
                    </a:moveTo>
                    <a:cubicBezTo>
                      <a:pt x="25" y="4"/>
                      <a:pt x="17" y="14"/>
                      <a:pt x="11" y="24"/>
                    </a:cubicBezTo>
                    <a:cubicBezTo>
                      <a:pt x="3" y="39"/>
                      <a:pt x="0" y="55"/>
                      <a:pt x="5" y="72"/>
                    </a:cubicBezTo>
                    <a:cubicBezTo>
                      <a:pt x="10" y="47"/>
                      <a:pt x="15" y="31"/>
                      <a:pt x="35" y="14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21" name="Freeform 3456">
                <a:extLst>
                  <a:ext uri="{FF2B5EF4-FFF2-40B4-BE49-F238E27FC236}">
                    <a16:creationId xmlns:a16="http://schemas.microsoft.com/office/drawing/2014/main" id="{33D9DFA0-E015-4DE6-BA1C-6F5F25B1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3736"/>
                <a:ext cx="37" cy="102"/>
              </a:xfrm>
              <a:custGeom>
                <a:avLst/>
                <a:gdLst>
                  <a:gd name="T0" fmla="*/ 35 w 24"/>
                  <a:gd name="T1" fmla="*/ 0 h 62"/>
                  <a:gd name="T2" fmla="*/ 34 w 24"/>
                  <a:gd name="T3" fmla="*/ 271 h 62"/>
                  <a:gd name="T4" fmla="*/ 88 w 24"/>
                  <a:gd name="T5" fmla="*/ 276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2">
                    <a:moveTo>
                      <a:pt x="10" y="0"/>
                    </a:moveTo>
                    <a:cubicBezTo>
                      <a:pt x="0" y="18"/>
                      <a:pt x="9" y="43"/>
                      <a:pt x="9" y="61"/>
                    </a:cubicBezTo>
                    <a:cubicBezTo>
                      <a:pt x="13" y="62"/>
                      <a:pt x="22" y="62"/>
                      <a:pt x="24" y="62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22" name="Freeform 3457">
                <a:extLst>
                  <a:ext uri="{FF2B5EF4-FFF2-40B4-BE49-F238E27FC236}">
                    <a16:creationId xmlns:a16="http://schemas.microsoft.com/office/drawing/2014/main" id="{641CFF50-36E2-4D7D-BA3B-E965ABF74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3458"/>
                <a:ext cx="47" cy="46"/>
              </a:xfrm>
              <a:custGeom>
                <a:avLst/>
                <a:gdLst>
                  <a:gd name="T0" fmla="*/ 32 w 31"/>
                  <a:gd name="T1" fmla="*/ 89 h 28"/>
                  <a:gd name="T2" fmla="*/ 0 w 31"/>
                  <a:gd name="T3" fmla="*/ 0 h 28"/>
                  <a:gd name="T4" fmla="*/ 108 w 31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8">
                    <a:moveTo>
                      <a:pt x="9" y="20"/>
                    </a:moveTo>
                    <a:cubicBezTo>
                      <a:pt x="10" y="15"/>
                      <a:pt x="4" y="4"/>
                      <a:pt x="0" y="0"/>
                    </a:cubicBezTo>
                    <a:cubicBezTo>
                      <a:pt x="10" y="9"/>
                      <a:pt x="21" y="21"/>
                      <a:pt x="31" y="28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23" name="Freeform 3458">
                <a:extLst>
                  <a:ext uri="{FF2B5EF4-FFF2-40B4-BE49-F238E27FC236}">
                    <a16:creationId xmlns:a16="http://schemas.microsoft.com/office/drawing/2014/main" id="{56E2B5AB-BC60-40D9-BC5A-313BBBF09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3589"/>
                <a:ext cx="22" cy="182"/>
              </a:xfrm>
              <a:custGeom>
                <a:avLst/>
                <a:gdLst>
                  <a:gd name="T0" fmla="*/ 0 w 14"/>
                  <a:gd name="T1" fmla="*/ 0 h 110"/>
                  <a:gd name="T2" fmla="*/ 47 w 14"/>
                  <a:gd name="T3" fmla="*/ 296 h 110"/>
                  <a:gd name="T4" fmla="*/ 31 w 14"/>
                  <a:gd name="T5" fmla="*/ 498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0">
                    <a:moveTo>
                      <a:pt x="0" y="0"/>
                    </a:moveTo>
                    <a:cubicBezTo>
                      <a:pt x="9" y="14"/>
                      <a:pt x="14" y="41"/>
                      <a:pt x="12" y="65"/>
                    </a:cubicBezTo>
                    <a:cubicBezTo>
                      <a:pt x="11" y="80"/>
                      <a:pt x="14" y="102"/>
                      <a:pt x="8" y="110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24" name="Freeform 3459">
                <a:extLst>
                  <a:ext uri="{FF2B5EF4-FFF2-40B4-BE49-F238E27FC236}">
                    <a16:creationId xmlns:a16="http://schemas.microsoft.com/office/drawing/2014/main" id="{868A584B-8066-4B9E-A89B-BAE054C58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1" y="3436"/>
                <a:ext cx="66" cy="74"/>
              </a:xfrm>
              <a:custGeom>
                <a:avLst/>
                <a:gdLst>
                  <a:gd name="T0" fmla="*/ 80 w 43"/>
                  <a:gd name="T1" fmla="*/ 102 h 45"/>
                  <a:gd name="T2" fmla="*/ 0 w 43"/>
                  <a:gd name="T3" fmla="*/ 13 h 45"/>
                  <a:gd name="T4" fmla="*/ 21 w 43"/>
                  <a:gd name="T5" fmla="*/ 0 h 45"/>
                  <a:gd name="T6" fmla="*/ 74 w 43"/>
                  <a:gd name="T7" fmla="*/ 67 h 45"/>
                  <a:gd name="T8" fmla="*/ 114 w 43"/>
                  <a:gd name="T9" fmla="*/ 110 h 45"/>
                  <a:gd name="T10" fmla="*/ 155 w 43"/>
                  <a:gd name="T11" fmla="*/ 201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45">
                    <a:moveTo>
                      <a:pt x="22" y="23"/>
                    </a:moveTo>
                    <a:cubicBezTo>
                      <a:pt x="15" y="15"/>
                      <a:pt x="8" y="10"/>
                      <a:pt x="0" y="3"/>
                    </a:cubicBezTo>
                    <a:cubicBezTo>
                      <a:pt x="2" y="1"/>
                      <a:pt x="3" y="0"/>
                      <a:pt x="6" y="0"/>
                    </a:cubicBezTo>
                    <a:cubicBezTo>
                      <a:pt x="9" y="6"/>
                      <a:pt x="15" y="11"/>
                      <a:pt x="20" y="15"/>
                    </a:cubicBezTo>
                    <a:cubicBezTo>
                      <a:pt x="24" y="19"/>
                      <a:pt x="28" y="21"/>
                      <a:pt x="31" y="25"/>
                    </a:cubicBezTo>
                    <a:cubicBezTo>
                      <a:pt x="37" y="31"/>
                      <a:pt x="37" y="40"/>
                      <a:pt x="43" y="45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25" name="Freeform 3460">
                <a:extLst>
                  <a:ext uri="{FF2B5EF4-FFF2-40B4-BE49-F238E27FC236}">
                    <a16:creationId xmlns:a16="http://schemas.microsoft.com/office/drawing/2014/main" id="{514AC316-3370-425E-BBFD-AF5235341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3528"/>
                <a:ext cx="22" cy="25"/>
              </a:xfrm>
              <a:custGeom>
                <a:avLst/>
                <a:gdLst>
                  <a:gd name="T0" fmla="*/ 49 w 14"/>
                  <a:gd name="T1" fmla="*/ 0 h 15"/>
                  <a:gd name="T2" fmla="*/ 35 w 14"/>
                  <a:gd name="T3" fmla="*/ 70 h 15"/>
                  <a:gd name="T4" fmla="*/ 35 w 14"/>
                  <a:gd name="T5" fmla="*/ 33 h 15"/>
                  <a:gd name="T6" fmla="*/ 55 w 14"/>
                  <a:gd name="T7" fmla="*/ 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13" y="0"/>
                    </a:moveTo>
                    <a:cubicBezTo>
                      <a:pt x="8" y="1"/>
                      <a:pt x="0" y="13"/>
                      <a:pt x="9" y="15"/>
                    </a:cubicBezTo>
                    <a:cubicBezTo>
                      <a:pt x="9" y="12"/>
                      <a:pt x="8" y="10"/>
                      <a:pt x="9" y="7"/>
                    </a:cubicBezTo>
                    <a:cubicBezTo>
                      <a:pt x="11" y="5"/>
                      <a:pt x="14" y="4"/>
                      <a:pt x="14" y="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26" name="Freeform 3461">
                <a:extLst>
                  <a:ext uri="{FF2B5EF4-FFF2-40B4-BE49-F238E27FC236}">
                    <a16:creationId xmlns:a16="http://schemas.microsoft.com/office/drawing/2014/main" id="{2FA5F73B-123A-40C3-9C7C-C51CF774E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2" y="3504"/>
                <a:ext cx="30" cy="16"/>
              </a:xfrm>
              <a:custGeom>
                <a:avLst/>
                <a:gdLst>
                  <a:gd name="T0" fmla="*/ 43 w 19"/>
                  <a:gd name="T1" fmla="*/ 5 h 10"/>
                  <a:gd name="T2" fmla="*/ 14 w 19"/>
                  <a:gd name="T3" fmla="*/ 26 h 10"/>
                  <a:gd name="T4" fmla="*/ 35 w 19"/>
                  <a:gd name="T5" fmla="*/ 13 h 10"/>
                  <a:gd name="T6" fmla="*/ 74 w 19"/>
                  <a:gd name="T7" fmla="*/ 13 h 10"/>
                  <a:gd name="T8" fmla="*/ 74 w 19"/>
                  <a:gd name="T9" fmla="*/ 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0">
                    <a:moveTo>
                      <a:pt x="11" y="1"/>
                    </a:moveTo>
                    <a:cubicBezTo>
                      <a:pt x="8" y="0"/>
                      <a:pt x="0" y="2"/>
                      <a:pt x="4" y="6"/>
                    </a:cubicBezTo>
                    <a:cubicBezTo>
                      <a:pt x="8" y="10"/>
                      <a:pt x="10" y="7"/>
                      <a:pt x="9" y="3"/>
                    </a:cubicBezTo>
                    <a:cubicBezTo>
                      <a:pt x="11" y="2"/>
                      <a:pt x="16" y="4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27" name="Freeform 3462">
                <a:extLst>
                  <a:ext uri="{FF2B5EF4-FFF2-40B4-BE49-F238E27FC236}">
                    <a16:creationId xmlns:a16="http://schemas.microsoft.com/office/drawing/2014/main" id="{2234B8FF-C385-4607-A5B4-338F410DB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3" y="3545"/>
                <a:ext cx="27" cy="26"/>
              </a:xfrm>
              <a:custGeom>
                <a:avLst/>
                <a:gdLst>
                  <a:gd name="T0" fmla="*/ 18 w 18"/>
                  <a:gd name="T1" fmla="*/ 68 h 16"/>
                  <a:gd name="T2" fmla="*/ 14 w 18"/>
                  <a:gd name="T3" fmla="*/ 8 h 16"/>
                  <a:gd name="T4" fmla="*/ 62 w 18"/>
                  <a:gd name="T5" fmla="*/ 47 h 16"/>
                  <a:gd name="T6" fmla="*/ 39 w 18"/>
                  <a:gd name="T7" fmla="*/ 26 h 16"/>
                  <a:gd name="T8" fmla="*/ 27 w 18"/>
                  <a:gd name="T9" fmla="*/ 39 h 16"/>
                  <a:gd name="T10" fmla="*/ 26 w 18"/>
                  <a:gd name="T11" fmla="*/ 4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5" y="16"/>
                    </a:moveTo>
                    <a:cubicBezTo>
                      <a:pt x="2" y="14"/>
                      <a:pt x="0" y="4"/>
                      <a:pt x="4" y="2"/>
                    </a:cubicBezTo>
                    <a:cubicBezTo>
                      <a:pt x="8" y="0"/>
                      <a:pt x="18" y="7"/>
                      <a:pt x="18" y="11"/>
                    </a:cubicBezTo>
                    <a:cubicBezTo>
                      <a:pt x="16" y="9"/>
                      <a:pt x="13" y="6"/>
                      <a:pt x="11" y="6"/>
                    </a:cubicBezTo>
                    <a:cubicBezTo>
                      <a:pt x="8" y="5"/>
                      <a:pt x="5" y="7"/>
                      <a:pt x="8" y="9"/>
                    </a:cubicBezTo>
                    <a:cubicBezTo>
                      <a:pt x="8" y="10"/>
                      <a:pt x="8" y="10"/>
                      <a:pt x="7" y="1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28" name="Freeform 3463">
                <a:extLst>
                  <a:ext uri="{FF2B5EF4-FFF2-40B4-BE49-F238E27FC236}">
                    <a16:creationId xmlns:a16="http://schemas.microsoft.com/office/drawing/2014/main" id="{F6BE349F-E92E-4350-B548-E3DA9F2A7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3568"/>
                <a:ext cx="17" cy="20"/>
              </a:xfrm>
              <a:custGeom>
                <a:avLst/>
                <a:gdLst>
                  <a:gd name="T0" fmla="*/ 36 w 11"/>
                  <a:gd name="T1" fmla="*/ 0 h 12"/>
                  <a:gd name="T2" fmla="*/ 0 w 11"/>
                  <a:gd name="T3" fmla="*/ 28 h 12"/>
                  <a:gd name="T4" fmla="*/ 34 w 11"/>
                  <a:gd name="T5" fmla="*/ 55 h 12"/>
                  <a:gd name="T6" fmla="*/ 19 w 11"/>
                  <a:gd name="T7" fmla="*/ 33 h 12"/>
                  <a:gd name="T8" fmla="*/ 40 w 11"/>
                  <a:gd name="T9" fmla="*/ 8 h 12"/>
                  <a:gd name="T10" fmla="*/ 36 w 11"/>
                  <a:gd name="T11" fmla="*/ 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10" y="0"/>
                    </a:moveTo>
                    <a:cubicBezTo>
                      <a:pt x="7" y="0"/>
                      <a:pt x="0" y="1"/>
                      <a:pt x="0" y="6"/>
                    </a:cubicBezTo>
                    <a:cubicBezTo>
                      <a:pt x="0" y="9"/>
                      <a:pt x="6" y="11"/>
                      <a:pt x="9" y="12"/>
                    </a:cubicBezTo>
                    <a:cubicBezTo>
                      <a:pt x="8" y="10"/>
                      <a:pt x="5" y="9"/>
                      <a:pt x="5" y="7"/>
                    </a:cubicBezTo>
                    <a:cubicBezTo>
                      <a:pt x="6" y="4"/>
                      <a:pt x="9" y="3"/>
                      <a:pt x="11" y="2"/>
                    </a:cubicBezTo>
                    <a:cubicBezTo>
                      <a:pt x="10" y="2"/>
                      <a:pt x="10" y="1"/>
                      <a:pt x="10" y="1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29" name="Freeform 3464">
                <a:extLst>
                  <a:ext uri="{FF2B5EF4-FFF2-40B4-BE49-F238E27FC236}">
                    <a16:creationId xmlns:a16="http://schemas.microsoft.com/office/drawing/2014/main" id="{9AF19C6A-291E-4977-9847-78B0C4CEA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2" y="3589"/>
                <a:ext cx="12" cy="25"/>
              </a:xfrm>
              <a:custGeom>
                <a:avLst/>
                <a:gdLst>
                  <a:gd name="T0" fmla="*/ 27 w 8"/>
                  <a:gd name="T1" fmla="*/ 33 h 15"/>
                  <a:gd name="T2" fmla="*/ 8 w 8"/>
                  <a:gd name="T3" fmla="*/ 70 h 15"/>
                  <a:gd name="T4" fmla="*/ 27 w 8"/>
                  <a:gd name="T5" fmla="*/ 3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8" y="7"/>
                    </a:moveTo>
                    <a:cubicBezTo>
                      <a:pt x="3" y="0"/>
                      <a:pt x="0" y="10"/>
                      <a:pt x="2" y="15"/>
                    </a:cubicBezTo>
                    <a:cubicBezTo>
                      <a:pt x="4" y="12"/>
                      <a:pt x="3" y="6"/>
                      <a:pt x="8" y="7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30" name="Freeform 3465">
                <a:extLst>
                  <a:ext uri="{FF2B5EF4-FFF2-40B4-BE49-F238E27FC236}">
                    <a16:creationId xmlns:a16="http://schemas.microsoft.com/office/drawing/2014/main" id="{85A081E4-F98C-4268-B011-3F68EFEC7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3626"/>
                <a:ext cx="21" cy="24"/>
              </a:xfrm>
              <a:custGeom>
                <a:avLst/>
                <a:gdLst>
                  <a:gd name="T0" fmla="*/ 48 w 14"/>
                  <a:gd name="T1" fmla="*/ 8 h 15"/>
                  <a:gd name="T2" fmla="*/ 18 w 14"/>
                  <a:gd name="T3" fmla="*/ 8 h 15"/>
                  <a:gd name="T4" fmla="*/ 0 w 14"/>
                  <a:gd name="T5" fmla="*/ 61 h 15"/>
                  <a:gd name="T6" fmla="*/ 26 w 14"/>
                  <a:gd name="T7" fmla="*/ 13 h 15"/>
                  <a:gd name="T8" fmla="*/ 48 w 14"/>
                  <a:gd name="T9" fmla="*/ 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4" y="2"/>
                    </a:moveTo>
                    <a:cubicBezTo>
                      <a:pt x="11" y="1"/>
                      <a:pt x="8" y="0"/>
                      <a:pt x="5" y="2"/>
                    </a:cubicBezTo>
                    <a:cubicBezTo>
                      <a:pt x="2" y="4"/>
                      <a:pt x="0" y="12"/>
                      <a:pt x="0" y="15"/>
                    </a:cubicBezTo>
                    <a:cubicBezTo>
                      <a:pt x="5" y="13"/>
                      <a:pt x="3" y="6"/>
                      <a:pt x="7" y="3"/>
                    </a:cubicBezTo>
                    <a:cubicBezTo>
                      <a:pt x="9" y="1"/>
                      <a:pt x="13" y="3"/>
                      <a:pt x="14" y="1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31" name="Freeform 3466">
                <a:extLst>
                  <a:ext uri="{FF2B5EF4-FFF2-40B4-BE49-F238E27FC236}">
                    <a16:creationId xmlns:a16="http://schemas.microsoft.com/office/drawing/2014/main" id="{087A7684-8FC1-4C76-885D-FDA60D515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3617"/>
                <a:ext cx="28" cy="23"/>
              </a:xfrm>
              <a:custGeom>
                <a:avLst/>
                <a:gdLst>
                  <a:gd name="T0" fmla="*/ 0 w 18"/>
                  <a:gd name="T1" fmla="*/ 54 h 14"/>
                  <a:gd name="T2" fmla="*/ 40 w 18"/>
                  <a:gd name="T3" fmla="*/ 8 h 14"/>
                  <a:gd name="T4" fmla="*/ 68 w 18"/>
                  <a:gd name="T5" fmla="*/ 13 h 14"/>
                  <a:gd name="T6" fmla="*/ 22 w 18"/>
                  <a:gd name="T7" fmla="*/ 43 h 14"/>
                  <a:gd name="T8" fmla="*/ 22 w 18"/>
                  <a:gd name="T9" fmla="*/ 58 h 14"/>
                  <a:gd name="T10" fmla="*/ 5 w 18"/>
                  <a:gd name="T11" fmla="*/ 5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0" y="12"/>
                    </a:moveTo>
                    <a:cubicBezTo>
                      <a:pt x="3" y="6"/>
                      <a:pt x="5" y="4"/>
                      <a:pt x="11" y="2"/>
                    </a:cubicBezTo>
                    <a:cubicBezTo>
                      <a:pt x="13" y="2"/>
                      <a:pt x="18" y="0"/>
                      <a:pt x="18" y="3"/>
                    </a:cubicBezTo>
                    <a:cubicBezTo>
                      <a:pt x="13" y="4"/>
                      <a:pt x="8" y="4"/>
                      <a:pt x="6" y="10"/>
                    </a:cubicBezTo>
                    <a:cubicBezTo>
                      <a:pt x="6" y="11"/>
                      <a:pt x="8" y="12"/>
                      <a:pt x="6" y="13"/>
                    </a:cubicBezTo>
                    <a:cubicBezTo>
                      <a:pt x="5" y="14"/>
                      <a:pt x="3" y="14"/>
                      <a:pt x="1" y="1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32" name="Freeform 3467">
                <a:extLst>
                  <a:ext uri="{FF2B5EF4-FFF2-40B4-BE49-F238E27FC236}">
                    <a16:creationId xmlns:a16="http://schemas.microsoft.com/office/drawing/2014/main" id="{D0EBD12B-3F2D-4B0D-9287-C19F03E0A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7" y="3670"/>
                <a:ext cx="12" cy="13"/>
              </a:xfrm>
              <a:custGeom>
                <a:avLst/>
                <a:gdLst>
                  <a:gd name="T0" fmla="*/ 14 w 8"/>
                  <a:gd name="T1" fmla="*/ 5 h 8"/>
                  <a:gd name="T2" fmla="*/ 8 w 8"/>
                  <a:gd name="T3" fmla="*/ 34 h 8"/>
                  <a:gd name="T4" fmla="*/ 27 w 8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1"/>
                    </a:moveTo>
                    <a:cubicBezTo>
                      <a:pt x="2" y="2"/>
                      <a:pt x="0" y="6"/>
                      <a:pt x="2" y="8"/>
                    </a:cubicBezTo>
                    <a:cubicBezTo>
                      <a:pt x="3" y="5"/>
                      <a:pt x="4" y="0"/>
                      <a:pt x="8" y="1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33" name="Freeform 3468">
                <a:extLst>
                  <a:ext uri="{FF2B5EF4-FFF2-40B4-BE49-F238E27FC236}">
                    <a16:creationId xmlns:a16="http://schemas.microsoft.com/office/drawing/2014/main" id="{907BECE9-89AA-4498-9478-A79113A73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6" y="3639"/>
                <a:ext cx="28" cy="13"/>
              </a:xfrm>
              <a:custGeom>
                <a:avLst/>
                <a:gdLst>
                  <a:gd name="T0" fmla="*/ 48 w 18"/>
                  <a:gd name="T1" fmla="*/ 0 h 8"/>
                  <a:gd name="T2" fmla="*/ 8 w 18"/>
                  <a:gd name="T3" fmla="*/ 34 h 8"/>
                  <a:gd name="T4" fmla="*/ 40 w 18"/>
                  <a:gd name="T5" fmla="*/ 8 h 8"/>
                  <a:gd name="T6" fmla="*/ 68 w 18"/>
                  <a:gd name="T7" fmla="*/ 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8">
                    <a:moveTo>
                      <a:pt x="13" y="0"/>
                    </a:moveTo>
                    <a:cubicBezTo>
                      <a:pt x="10" y="0"/>
                      <a:pt x="0" y="3"/>
                      <a:pt x="2" y="8"/>
                    </a:cubicBezTo>
                    <a:cubicBezTo>
                      <a:pt x="5" y="7"/>
                      <a:pt x="7" y="3"/>
                      <a:pt x="11" y="2"/>
                    </a:cubicBezTo>
                    <a:cubicBezTo>
                      <a:pt x="13" y="2"/>
                      <a:pt x="16" y="4"/>
                      <a:pt x="18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34" name="Freeform 3469">
                <a:extLst>
                  <a:ext uri="{FF2B5EF4-FFF2-40B4-BE49-F238E27FC236}">
                    <a16:creationId xmlns:a16="http://schemas.microsoft.com/office/drawing/2014/main" id="{3AAEDE36-3E9E-415C-851D-6B558662B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3680"/>
                <a:ext cx="20" cy="33"/>
              </a:xfrm>
              <a:custGeom>
                <a:avLst/>
                <a:gdLst>
                  <a:gd name="T0" fmla="*/ 40 w 13"/>
                  <a:gd name="T1" fmla="*/ 33 h 20"/>
                  <a:gd name="T2" fmla="*/ 14 w 13"/>
                  <a:gd name="T3" fmla="*/ 89 h 20"/>
                  <a:gd name="T4" fmla="*/ 43 w 13"/>
                  <a:gd name="T5" fmla="*/ 50 h 20"/>
                  <a:gd name="T6" fmla="*/ 48 w 13"/>
                  <a:gd name="T7" fmla="*/ 4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11" y="7"/>
                    </a:moveTo>
                    <a:cubicBezTo>
                      <a:pt x="4" y="0"/>
                      <a:pt x="0" y="15"/>
                      <a:pt x="4" y="20"/>
                    </a:cubicBezTo>
                    <a:cubicBezTo>
                      <a:pt x="8" y="17"/>
                      <a:pt x="3" y="5"/>
                      <a:pt x="12" y="11"/>
                    </a:cubicBezTo>
                    <a:cubicBezTo>
                      <a:pt x="13" y="10"/>
                      <a:pt x="13" y="10"/>
                      <a:pt x="13" y="9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35" name="Freeform 3470">
                <a:extLst>
                  <a:ext uri="{FF2B5EF4-FFF2-40B4-BE49-F238E27FC236}">
                    <a16:creationId xmlns:a16="http://schemas.microsoft.com/office/drawing/2014/main" id="{E7FC2003-409E-45F5-B2FB-0EB188358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3721"/>
                <a:ext cx="28" cy="33"/>
              </a:xfrm>
              <a:custGeom>
                <a:avLst/>
                <a:gdLst>
                  <a:gd name="T0" fmla="*/ 53 w 18"/>
                  <a:gd name="T1" fmla="*/ 28 h 20"/>
                  <a:gd name="T2" fmla="*/ 47 w 18"/>
                  <a:gd name="T3" fmla="*/ 89 h 20"/>
                  <a:gd name="T4" fmla="*/ 40 w 18"/>
                  <a:gd name="T5" fmla="*/ 50 h 20"/>
                  <a:gd name="T6" fmla="*/ 68 w 18"/>
                  <a:gd name="T7" fmla="*/ 33 h 20"/>
                  <a:gd name="T8" fmla="*/ 62 w 18"/>
                  <a:gd name="T9" fmla="*/ 2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4" y="6"/>
                    </a:moveTo>
                    <a:cubicBezTo>
                      <a:pt x="9" y="0"/>
                      <a:pt x="0" y="19"/>
                      <a:pt x="12" y="20"/>
                    </a:cubicBezTo>
                    <a:cubicBezTo>
                      <a:pt x="12" y="18"/>
                      <a:pt x="10" y="14"/>
                      <a:pt x="11" y="11"/>
                    </a:cubicBezTo>
                    <a:cubicBezTo>
                      <a:pt x="12" y="9"/>
                      <a:pt x="16" y="9"/>
                      <a:pt x="18" y="7"/>
                    </a:cubicBezTo>
                    <a:cubicBezTo>
                      <a:pt x="17" y="7"/>
                      <a:pt x="17" y="7"/>
                      <a:pt x="17" y="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36" name="Freeform 3471">
                <a:extLst>
                  <a:ext uri="{FF2B5EF4-FFF2-40B4-BE49-F238E27FC236}">
                    <a16:creationId xmlns:a16="http://schemas.microsoft.com/office/drawing/2014/main" id="{C9BAB9B9-2710-4624-B8DE-17E748EBE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3719"/>
                <a:ext cx="7" cy="19"/>
              </a:xfrm>
              <a:custGeom>
                <a:avLst/>
                <a:gdLst>
                  <a:gd name="T0" fmla="*/ 6 w 5"/>
                  <a:gd name="T1" fmla="*/ 0 h 11"/>
                  <a:gd name="T2" fmla="*/ 8 w 5"/>
                  <a:gd name="T3" fmla="*/ 57 h 11"/>
                  <a:gd name="T4" fmla="*/ 14 w 5"/>
                  <a:gd name="T5" fmla="*/ 1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2" y="0"/>
                    </a:moveTo>
                    <a:cubicBezTo>
                      <a:pt x="1" y="4"/>
                      <a:pt x="0" y="9"/>
                      <a:pt x="3" y="11"/>
                    </a:cubicBezTo>
                    <a:cubicBezTo>
                      <a:pt x="4" y="9"/>
                      <a:pt x="1" y="3"/>
                      <a:pt x="5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37" name="Freeform 3472">
                <a:extLst>
                  <a:ext uri="{FF2B5EF4-FFF2-40B4-BE49-F238E27FC236}">
                    <a16:creationId xmlns:a16="http://schemas.microsoft.com/office/drawing/2014/main" id="{F4454B8C-1EDA-4782-9B1A-4946FB18E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3779"/>
                <a:ext cx="17" cy="28"/>
              </a:xfrm>
              <a:custGeom>
                <a:avLst/>
                <a:gdLst>
                  <a:gd name="T0" fmla="*/ 29 w 11"/>
                  <a:gd name="T1" fmla="*/ 20 h 17"/>
                  <a:gd name="T2" fmla="*/ 5 w 11"/>
                  <a:gd name="T3" fmla="*/ 76 h 17"/>
                  <a:gd name="T4" fmla="*/ 12 w 11"/>
                  <a:gd name="T5" fmla="*/ 41 h 17"/>
                  <a:gd name="T6" fmla="*/ 40 w 11"/>
                  <a:gd name="T7" fmla="*/ 2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8" y="4"/>
                    </a:moveTo>
                    <a:cubicBezTo>
                      <a:pt x="1" y="0"/>
                      <a:pt x="0" y="13"/>
                      <a:pt x="1" y="17"/>
                    </a:cubicBezTo>
                    <a:cubicBezTo>
                      <a:pt x="2" y="15"/>
                      <a:pt x="2" y="11"/>
                      <a:pt x="3" y="9"/>
                    </a:cubicBezTo>
                    <a:cubicBezTo>
                      <a:pt x="5" y="6"/>
                      <a:pt x="8" y="6"/>
                      <a:pt x="11" y="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38" name="Freeform 3473">
                <a:extLst>
                  <a:ext uri="{FF2B5EF4-FFF2-40B4-BE49-F238E27FC236}">
                    <a16:creationId xmlns:a16="http://schemas.microsoft.com/office/drawing/2014/main" id="{00C0077A-A213-4884-AC42-97ECDC284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3726"/>
                <a:ext cx="18" cy="13"/>
              </a:xfrm>
              <a:custGeom>
                <a:avLst/>
                <a:gdLst>
                  <a:gd name="T0" fmla="*/ 27 w 12"/>
                  <a:gd name="T1" fmla="*/ 8 h 8"/>
                  <a:gd name="T2" fmla="*/ 8 w 12"/>
                  <a:gd name="T3" fmla="*/ 29 h 8"/>
                  <a:gd name="T4" fmla="*/ 18 w 12"/>
                  <a:gd name="T5" fmla="*/ 18 h 8"/>
                  <a:gd name="T6" fmla="*/ 41 w 12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8" y="2"/>
                    </a:moveTo>
                    <a:cubicBezTo>
                      <a:pt x="4" y="0"/>
                      <a:pt x="0" y="4"/>
                      <a:pt x="2" y="7"/>
                    </a:cubicBezTo>
                    <a:cubicBezTo>
                      <a:pt x="5" y="8"/>
                      <a:pt x="4" y="5"/>
                      <a:pt x="5" y="4"/>
                    </a:cubicBezTo>
                    <a:cubicBezTo>
                      <a:pt x="7" y="2"/>
                      <a:pt x="10" y="3"/>
                      <a:pt x="12" y="4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39" name="Freeform 3474">
                <a:extLst>
                  <a:ext uri="{FF2B5EF4-FFF2-40B4-BE49-F238E27FC236}">
                    <a16:creationId xmlns:a16="http://schemas.microsoft.com/office/drawing/2014/main" id="{9666132B-43EE-4A17-8932-41E53BF50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3604"/>
                <a:ext cx="29" cy="23"/>
              </a:xfrm>
              <a:custGeom>
                <a:avLst/>
                <a:gdLst>
                  <a:gd name="T0" fmla="*/ 0 w 19"/>
                  <a:gd name="T1" fmla="*/ 13 h 14"/>
                  <a:gd name="T2" fmla="*/ 14 w 19"/>
                  <a:gd name="T3" fmla="*/ 62 h 14"/>
                  <a:gd name="T4" fmla="*/ 35 w 19"/>
                  <a:gd name="T5" fmla="*/ 26 h 14"/>
                  <a:gd name="T6" fmla="*/ 67 w 19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0" y="3"/>
                    </a:moveTo>
                    <a:cubicBezTo>
                      <a:pt x="2" y="7"/>
                      <a:pt x="1" y="11"/>
                      <a:pt x="4" y="14"/>
                    </a:cubicBezTo>
                    <a:cubicBezTo>
                      <a:pt x="7" y="12"/>
                      <a:pt x="7" y="8"/>
                      <a:pt x="10" y="6"/>
                    </a:cubicBezTo>
                    <a:cubicBezTo>
                      <a:pt x="13" y="4"/>
                      <a:pt x="18" y="3"/>
                      <a:pt x="19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40" name="Freeform 3475">
                <a:extLst>
                  <a:ext uri="{FF2B5EF4-FFF2-40B4-BE49-F238E27FC236}">
                    <a16:creationId xmlns:a16="http://schemas.microsoft.com/office/drawing/2014/main" id="{22F2F48E-AEDC-4E78-BA3B-51443388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6" y="3545"/>
                <a:ext cx="11" cy="15"/>
              </a:xfrm>
              <a:custGeom>
                <a:avLst/>
                <a:gdLst>
                  <a:gd name="T0" fmla="*/ 0 w 7"/>
                  <a:gd name="T1" fmla="*/ 20 h 9"/>
                  <a:gd name="T2" fmla="*/ 27 w 7"/>
                  <a:gd name="T3" fmla="*/ 22 h 9"/>
                  <a:gd name="T4" fmla="*/ 22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4"/>
                    </a:moveTo>
                    <a:cubicBezTo>
                      <a:pt x="2" y="7"/>
                      <a:pt x="5" y="9"/>
                      <a:pt x="7" y="5"/>
                    </a:cubicBezTo>
                    <a:cubicBezTo>
                      <a:pt x="7" y="4"/>
                      <a:pt x="6" y="2"/>
                      <a:pt x="6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41" name="Freeform 3476">
                <a:extLst>
                  <a:ext uri="{FF2B5EF4-FFF2-40B4-BE49-F238E27FC236}">
                    <a16:creationId xmlns:a16="http://schemas.microsoft.com/office/drawing/2014/main" id="{BEFD080F-C8B8-456D-8BC8-4DFE9535E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7" y="3631"/>
                <a:ext cx="47" cy="26"/>
              </a:xfrm>
              <a:custGeom>
                <a:avLst/>
                <a:gdLst>
                  <a:gd name="T0" fmla="*/ 0 w 30"/>
                  <a:gd name="T1" fmla="*/ 5 h 16"/>
                  <a:gd name="T2" fmla="*/ 47 w 30"/>
                  <a:gd name="T3" fmla="*/ 39 h 16"/>
                  <a:gd name="T4" fmla="*/ 94 w 30"/>
                  <a:gd name="T5" fmla="*/ 68 h 16"/>
                  <a:gd name="T6" fmla="*/ 100 w 30"/>
                  <a:gd name="T7" fmla="*/ 29 h 16"/>
                  <a:gd name="T8" fmla="*/ 116 w 30"/>
                  <a:gd name="T9" fmla="*/ 0 h 16"/>
                  <a:gd name="T10" fmla="*/ 34 w 30"/>
                  <a:gd name="T11" fmla="*/ 1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6">
                    <a:moveTo>
                      <a:pt x="0" y="1"/>
                    </a:moveTo>
                    <a:cubicBezTo>
                      <a:pt x="1" y="6"/>
                      <a:pt x="8" y="7"/>
                      <a:pt x="12" y="9"/>
                    </a:cubicBezTo>
                    <a:cubicBezTo>
                      <a:pt x="16" y="11"/>
                      <a:pt x="20" y="15"/>
                      <a:pt x="24" y="16"/>
                    </a:cubicBezTo>
                    <a:cubicBezTo>
                      <a:pt x="25" y="13"/>
                      <a:pt x="25" y="10"/>
                      <a:pt x="26" y="7"/>
                    </a:cubicBezTo>
                    <a:cubicBezTo>
                      <a:pt x="27" y="5"/>
                      <a:pt x="29" y="3"/>
                      <a:pt x="30" y="0"/>
                    </a:cubicBezTo>
                    <a:cubicBezTo>
                      <a:pt x="23" y="1"/>
                      <a:pt x="15" y="0"/>
                      <a:pt x="9" y="3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42" name="Freeform 3477">
                <a:extLst>
                  <a:ext uri="{FF2B5EF4-FFF2-40B4-BE49-F238E27FC236}">
                    <a16:creationId xmlns:a16="http://schemas.microsoft.com/office/drawing/2014/main" id="{E53C0912-0EDB-43E0-8963-62DD27095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3" y="3719"/>
                <a:ext cx="14" cy="19"/>
              </a:xfrm>
              <a:custGeom>
                <a:avLst/>
                <a:gdLst>
                  <a:gd name="T0" fmla="*/ 0 w 9"/>
                  <a:gd name="T1" fmla="*/ 28 h 11"/>
                  <a:gd name="T2" fmla="*/ 26 w 9"/>
                  <a:gd name="T3" fmla="*/ 50 h 11"/>
                  <a:gd name="T4" fmla="*/ 34 w 9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cubicBezTo>
                      <a:pt x="1" y="7"/>
                      <a:pt x="4" y="11"/>
                      <a:pt x="7" y="10"/>
                    </a:cubicBezTo>
                    <a:cubicBezTo>
                      <a:pt x="7" y="9"/>
                      <a:pt x="9" y="0"/>
                      <a:pt x="9" y="1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43" name="Freeform 3478">
                <a:extLst>
                  <a:ext uri="{FF2B5EF4-FFF2-40B4-BE49-F238E27FC236}">
                    <a16:creationId xmlns:a16="http://schemas.microsoft.com/office/drawing/2014/main" id="{38562BCC-D887-47A5-A5E0-949A9F23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4" y="3705"/>
                <a:ext cx="31" cy="19"/>
              </a:xfrm>
              <a:custGeom>
                <a:avLst/>
                <a:gdLst>
                  <a:gd name="T0" fmla="*/ 0 w 20"/>
                  <a:gd name="T1" fmla="*/ 5 h 12"/>
                  <a:gd name="T2" fmla="*/ 29 w 20"/>
                  <a:gd name="T3" fmla="*/ 33 h 12"/>
                  <a:gd name="T4" fmla="*/ 48 w 20"/>
                  <a:gd name="T5" fmla="*/ 48 h 12"/>
                  <a:gd name="T6" fmla="*/ 74 w 2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0" y="1"/>
                    </a:moveTo>
                    <a:cubicBezTo>
                      <a:pt x="1" y="5"/>
                      <a:pt x="5" y="6"/>
                      <a:pt x="8" y="8"/>
                    </a:cubicBezTo>
                    <a:cubicBezTo>
                      <a:pt x="9" y="9"/>
                      <a:pt x="12" y="12"/>
                      <a:pt x="13" y="12"/>
                    </a:cubicBezTo>
                    <a:cubicBezTo>
                      <a:pt x="17" y="11"/>
                      <a:pt x="17" y="1"/>
                      <a:pt x="20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44" name="Freeform 3479">
                <a:extLst>
                  <a:ext uri="{FF2B5EF4-FFF2-40B4-BE49-F238E27FC236}">
                    <a16:creationId xmlns:a16="http://schemas.microsoft.com/office/drawing/2014/main" id="{6A3AA774-6603-4658-8713-E6D658E56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6" y="3764"/>
                <a:ext cx="13" cy="16"/>
              </a:xfrm>
              <a:custGeom>
                <a:avLst/>
                <a:gdLst>
                  <a:gd name="T0" fmla="*/ 1 w 9"/>
                  <a:gd name="T1" fmla="*/ 0 h 10"/>
                  <a:gd name="T2" fmla="*/ 6 w 9"/>
                  <a:gd name="T3" fmla="*/ 42 h 10"/>
                  <a:gd name="T4" fmla="*/ 14 w 9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1" y="0"/>
                    </a:moveTo>
                    <a:cubicBezTo>
                      <a:pt x="0" y="3"/>
                      <a:pt x="1" y="7"/>
                      <a:pt x="2" y="10"/>
                    </a:cubicBezTo>
                    <a:cubicBezTo>
                      <a:pt x="5" y="9"/>
                      <a:pt x="9" y="4"/>
                      <a:pt x="5" y="2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45" name="Freeform 3480">
                <a:extLst>
                  <a:ext uri="{FF2B5EF4-FFF2-40B4-BE49-F238E27FC236}">
                    <a16:creationId xmlns:a16="http://schemas.microsoft.com/office/drawing/2014/main" id="{EC13D9EB-71B6-4EF3-B9EB-695D7079F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3767"/>
                <a:ext cx="19" cy="18"/>
              </a:xfrm>
              <a:custGeom>
                <a:avLst/>
                <a:gdLst>
                  <a:gd name="T0" fmla="*/ 0 w 12"/>
                  <a:gd name="T1" fmla="*/ 0 h 11"/>
                  <a:gd name="T2" fmla="*/ 33 w 12"/>
                  <a:gd name="T3" fmla="*/ 41 h 11"/>
                  <a:gd name="T4" fmla="*/ 48 w 12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1" y="2"/>
                      <a:pt x="4" y="11"/>
                      <a:pt x="8" y="9"/>
                    </a:cubicBezTo>
                    <a:cubicBezTo>
                      <a:pt x="10" y="8"/>
                      <a:pt x="8" y="3"/>
                      <a:pt x="12" y="3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46" name="Freeform 3481">
                <a:extLst>
                  <a:ext uri="{FF2B5EF4-FFF2-40B4-BE49-F238E27FC236}">
                    <a16:creationId xmlns:a16="http://schemas.microsoft.com/office/drawing/2014/main" id="{F0736119-876B-4266-8DFA-21630D532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3820"/>
                <a:ext cx="20" cy="16"/>
              </a:xfrm>
              <a:custGeom>
                <a:avLst/>
                <a:gdLst>
                  <a:gd name="T0" fmla="*/ 0 w 13"/>
                  <a:gd name="T1" fmla="*/ 0 h 10"/>
                  <a:gd name="T2" fmla="*/ 18 w 13"/>
                  <a:gd name="T3" fmla="*/ 42 h 10"/>
                  <a:gd name="T4" fmla="*/ 48 w 13"/>
                  <a:gd name="T5" fmla="*/ 2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1" y="4"/>
                      <a:pt x="2" y="7"/>
                      <a:pt x="5" y="10"/>
                    </a:cubicBezTo>
                    <a:cubicBezTo>
                      <a:pt x="8" y="8"/>
                      <a:pt x="11" y="8"/>
                      <a:pt x="13" y="6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47" name="Freeform 3482">
                <a:extLst>
                  <a:ext uri="{FF2B5EF4-FFF2-40B4-BE49-F238E27FC236}">
                    <a16:creationId xmlns:a16="http://schemas.microsoft.com/office/drawing/2014/main" id="{D1D1EA22-A527-432A-BBD8-FD3F7B409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3797"/>
                <a:ext cx="9" cy="13"/>
              </a:xfrm>
              <a:custGeom>
                <a:avLst/>
                <a:gdLst>
                  <a:gd name="T0" fmla="*/ 0 w 6"/>
                  <a:gd name="T1" fmla="*/ 13 h 8"/>
                  <a:gd name="T2" fmla="*/ 14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3"/>
                    </a:moveTo>
                    <a:cubicBezTo>
                      <a:pt x="2" y="8"/>
                      <a:pt x="6" y="5"/>
                      <a:pt x="4" y="0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48" name="Freeform 3483">
                <a:extLst>
                  <a:ext uri="{FF2B5EF4-FFF2-40B4-BE49-F238E27FC236}">
                    <a16:creationId xmlns:a16="http://schemas.microsoft.com/office/drawing/2014/main" id="{DD62A10D-9522-470C-9ABF-0786F6E76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9" y="3654"/>
                <a:ext cx="12" cy="28"/>
              </a:xfrm>
              <a:custGeom>
                <a:avLst/>
                <a:gdLst>
                  <a:gd name="T0" fmla="*/ 18 w 8"/>
                  <a:gd name="T1" fmla="*/ 0 h 17"/>
                  <a:gd name="T2" fmla="*/ 0 w 8"/>
                  <a:gd name="T3" fmla="*/ 76 h 17"/>
                  <a:gd name="T4" fmla="*/ 27 w 8"/>
                  <a:gd name="T5" fmla="*/ 4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5" y="0"/>
                    </a:moveTo>
                    <a:cubicBezTo>
                      <a:pt x="2" y="4"/>
                      <a:pt x="0" y="12"/>
                      <a:pt x="0" y="17"/>
                    </a:cubicBezTo>
                    <a:cubicBezTo>
                      <a:pt x="4" y="16"/>
                      <a:pt x="5" y="11"/>
                      <a:pt x="8" y="11"/>
                    </a:cubicBezTo>
                  </a:path>
                </a:pathLst>
              </a:custGeom>
              <a:solidFill>
                <a:srgbClr val="E8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49" name="Freeform 3484">
                <a:extLst>
                  <a:ext uri="{FF2B5EF4-FFF2-40B4-BE49-F238E27FC236}">
                    <a16:creationId xmlns:a16="http://schemas.microsoft.com/office/drawing/2014/main" id="{FD3F248F-C8D4-4551-BA9F-1FBCBE14F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2" y="3579"/>
                <a:ext cx="14" cy="19"/>
              </a:xfrm>
              <a:custGeom>
                <a:avLst/>
                <a:gdLst>
                  <a:gd name="T0" fmla="*/ 0 w 9"/>
                  <a:gd name="T1" fmla="*/ 36 h 11"/>
                  <a:gd name="T2" fmla="*/ 22 w 9"/>
                  <a:gd name="T3" fmla="*/ 48 h 11"/>
                  <a:gd name="T4" fmla="*/ 22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7"/>
                    </a:moveTo>
                    <a:cubicBezTo>
                      <a:pt x="0" y="10"/>
                      <a:pt x="4" y="11"/>
                      <a:pt x="6" y="9"/>
                    </a:cubicBezTo>
                    <a:cubicBezTo>
                      <a:pt x="9" y="7"/>
                      <a:pt x="7" y="3"/>
                      <a:pt x="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50" name="Freeform 3485">
                <a:extLst>
                  <a:ext uri="{FF2B5EF4-FFF2-40B4-BE49-F238E27FC236}">
                    <a16:creationId xmlns:a16="http://schemas.microsoft.com/office/drawing/2014/main" id="{BFCBF518-5CA3-4237-91A6-26B39D2D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3621"/>
                <a:ext cx="22" cy="24"/>
              </a:xfrm>
              <a:custGeom>
                <a:avLst/>
                <a:gdLst>
                  <a:gd name="T0" fmla="*/ 0 w 14"/>
                  <a:gd name="T1" fmla="*/ 29 h 15"/>
                  <a:gd name="T2" fmla="*/ 22 w 1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cubicBezTo>
                      <a:pt x="2" y="15"/>
                      <a:pt x="14" y="5"/>
                      <a:pt x="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51" name="Freeform 3486">
                <a:extLst>
                  <a:ext uri="{FF2B5EF4-FFF2-40B4-BE49-F238E27FC236}">
                    <a16:creationId xmlns:a16="http://schemas.microsoft.com/office/drawing/2014/main" id="{A114A648-8E43-4239-B6F1-C883FD6B8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3644"/>
                <a:ext cx="24" cy="23"/>
              </a:xfrm>
              <a:custGeom>
                <a:avLst/>
                <a:gdLst>
                  <a:gd name="T0" fmla="*/ 0 w 15"/>
                  <a:gd name="T1" fmla="*/ 21 h 14"/>
                  <a:gd name="T2" fmla="*/ 46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5"/>
                    </a:moveTo>
                    <a:cubicBezTo>
                      <a:pt x="0" y="14"/>
                      <a:pt x="15" y="8"/>
                      <a:pt x="11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52" name="Freeform 3487">
                <a:extLst>
                  <a:ext uri="{FF2B5EF4-FFF2-40B4-BE49-F238E27FC236}">
                    <a16:creationId xmlns:a16="http://schemas.microsoft.com/office/drawing/2014/main" id="{D62216DA-41CA-4424-99B2-E1625B161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3766"/>
                <a:ext cx="23" cy="28"/>
              </a:xfrm>
              <a:custGeom>
                <a:avLst/>
                <a:gdLst>
                  <a:gd name="T0" fmla="*/ 0 w 15"/>
                  <a:gd name="T1" fmla="*/ 33 h 17"/>
                  <a:gd name="T2" fmla="*/ 26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0" y="7"/>
                    </a:moveTo>
                    <a:cubicBezTo>
                      <a:pt x="2" y="17"/>
                      <a:pt x="15" y="6"/>
                      <a:pt x="7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53" name="Freeform 3488">
                <a:extLst>
                  <a:ext uri="{FF2B5EF4-FFF2-40B4-BE49-F238E27FC236}">
                    <a16:creationId xmlns:a16="http://schemas.microsoft.com/office/drawing/2014/main" id="{C3F5EBB7-7880-4003-9134-3A156CC31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4" y="3719"/>
                <a:ext cx="17" cy="17"/>
              </a:xfrm>
              <a:custGeom>
                <a:avLst/>
                <a:gdLst>
                  <a:gd name="T0" fmla="*/ 0 w 11"/>
                  <a:gd name="T1" fmla="*/ 34 h 10"/>
                  <a:gd name="T2" fmla="*/ 5 w 11"/>
                  <a:gd name="T3" fmla="*/ 49 h 10"/>
                  <a:gd name="T4" fmla="*/ 19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0" y="8"/>
                      <a:pt x="0" y="9"/>
                      <a:pt x="1" y="10"/>
                    </a:cubicBezTo>
                    <a:cubicBezTo>
                      <a:pt x="7" y="10"/>
                      <a:pt x="11" y="3"/>
                      <a:pt x="5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54" name="Freeform 3489">
                <a:extLst>
                  <a:ext uri="{FF2B5EF4-FFF2-40B4-BE49-F238E27FC236}">
                    <a16:creationId xmlns:a16="http://schemas.microsoft.com/office/drawing/2014/main" id="{4946CF79-8DB2-4B27-B26A-4BE243C5E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0" y="3741"/>
                <a:ext cx="23" cy="13"/>
              </a:xfrm>
              <a:custGeom>
                <a:avLst/>
                <a:gdLst>
                  <a:gd name="T0" fmla="*/ 0 w 15"/>
                  <a:gd name="T1" fmla="*/ 26 h 8"/>
                  <a:gd name="T2" fmla="*/ 35 w 1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0" y="6"/>
                    </a:moveTo>
                    <a:cubicBezTo>
                      <a:pt x="6" y="8"/>
                      <a:pt x="15" y="8"/>
                      <a:pt x="10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55" name="Freeform 3490">
                <a:extLst>
                  <a:ext uri="{FF2B5EF4-FFF2-40B4-BE49-F238E27FC236}">
                    <a16:creationId xmlns:a16="http://schemas.microsoft.com/office/drawing/2014/main" id="{D6414CA1-17EB-4B5F-B473-4C4CE9303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3649"/>
                <a:ext cx="28" cy="28"/>
              </a:xfrm>
              <a:custGeom>
                <a:avLst/>
                <a:gdLst>
                  <a:gd name="T0" fmla="*/ 0 w 18"/>
                  <a:gd name="T1" fmla="*/ 20 h 17"/>
                  <a:gd name="T2" fmla="*/ 40 w 1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0" y="4"/>
                    </a:moveTo>
                    <a:cubicBezTo>
                      <a:pt x="3" y="17"/>
                      <a:pt x="18" y="9"/>
                      <a:pt x="11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56" name="Freeform 3491">
                <a:extLst>
                  <a:ext uri="{FF2B5EF4-FFF2-40B4-BE49-F238E27FC236}">
                    <a16:creationId xmlns:a16="http://schemas.microsoft.com/office/drawing/2014/main" id="{C2818931-4C82-47C3-8283-571DFA9FC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9" y="3685"/>
                <a:ext cx="25" cy="26"/>
              </a:xfrm>
              <a:custGeom>
                <a:avLst/>
                <a:gdLst>
                  <a:gd name="T0" fmla="*/ 8 w 16"/>
                  <a:gd name="T1" fmla="*/ 18 h 16"/>
                  <a:gd name="T2" fmla="*/ 39 w 1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2" y="4"/>
                    </a:moveTo>
                    <a:cubicBezTo>
                      <a:pt x="0" y="16"/>
                      <a:pt x="16" y="8"/>
                      <a:pt x="10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57" name="Freeform 3492">
                <a:extLst>
                  <a:ext uri="{FF2B5EF4-FFF2-40B4-BE49-F238E27FC236}">
                    <a16:creationId xmlns:a16="http://schemas.microsoft.com/office/drawing/2014/main" id="{767E91A1-A3A8-4D86-87B3-3B97377B7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3805"/>
                <a:ext cx="23" cy="28"/>
              </a:xfrm>
              <a:custGeom>
                <a:avLst/>
                <a:gdLst>
                  <a:gd name="T0" fmla="*/ 0 w 15"/>
                  <a:gd name="T1" fmla="*/ 21 h 17"/>
                  <a:gd name="T2" fmla="*/ 26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0" y="5"/>
                    </a:moveTo>
                    <a:cubicBezTo>
                      <a:pt x="1" y="17"/>
                      <a:pt x="15" y="5"/>
                      <a:pt x="7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58" name="Freeform 3493">
                <a:extLst>
                  <a:ext uri="{FF2B5EF4-FFF2-40B4-BE49-F238E27FC236}">
                    <a16:creationId xmlns:a16="http://schemas.microsoft.com/office/drawing/2014/main" id="{03DDF368-46DE-4627-B76F-7C02298A1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3752"/>
                <a:ext cx="19" cy="25"/>
              </a:xfrm>
              <a:custGeom>
                <a:avLst/>
                <a:gdLst>
                  <a:gd name="T0" fmla="*/ 0 w 12"/>
                  <a:gd name="T1" fmla="*/ 22 h 15"/>
                  <a:gd name="T2" fmla="*/ 25 w 1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0" y="5"/>
                    </a:moveTo>
                    <a:cubicBezTo>
                      <a:pt x="1" y="15"/>
                      <a:pt x="12" y="7"/>
                      <a:pt x="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59" name="Freeform 3494">
                <a:extLst>
                  <a:ext uri="{FF2B5EF4-FFF2-40B4-BE49-F238E27FC236}">
                    <a16:creationId xmlns:a16="http://schemas.microsoft.com/office/drawing/2014/main" id="{7482B665-8809-4D9B-8D5F-975DBDA22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3629"/>
                <a:ext cx="25" cy="25"/>
              </a:xfrm>
              <a:custGeom>
                <a:avLst/>
                <a:gdLst>
                  <a:gd name="T0" fmla="*/ 0 w 16"/>
                  <a:gd name="T1" fmla="*/ 33 h 15"/>
                  <a:gd name="T2" fmla="*/ 27 w 1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0" y="7"/>
                    </a:moveTo>
                    <a:cubicBezTo>
                      <a:pt x="1" y="15"/>
                      <a:pt x="16" y="4"/>
                      <a:pt x="7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60" name="Freeform 3495">
                <a:extLst>
                  <a:ext uri="{FF2B5EF4-FFF2-40B4-BE49-F238E27FC236}">
                    <a16:creationId xmlns:a16="http://schemas.microsoft.com/office/drawing/2014/main" id="{1DEEA3D4-798D-4BD5-A8C9-949C9659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3538"/>
                <a:ext cx="21" cy="28"/>
              </a:xfrm>
              <a:custGeom>
                <a:avLst/>
                <a:gdLst>
                  <a:gd name="T0" fmla="*/ 0 w 13"/>
                  <a:gd name="T1" fmla="*/ 33 h 17"/>
                  <a:gd name="T2" fmla="*/ 26 w 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0" y="7"/>
                    </a:moveTo>
                    <a:cubicBezTo>
                      <a:pt x="3" y="17"/>
                      <a:pt x="13" y="6"/>
                      <a:pt x="6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61" name="Freeform 3496">
                <a:extLst>
                  <a:ext uri="{FF2B5EF4-FFF2-40B4-BE49-F238E27FC236}">
                    <a16:creationId xmlns:a16="http://schemas.microsoft.com/office/drawing/2014/main" id="{D65B3C57-7056-474B-94AB-25DA54E1B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3517"/>
                <a:ext cx="22" cy="23"/>
              </a:xfrm>
              <a:custGeom>
                <a:avLst/>
                <a:gdLst>
                  <a:gd name="T0" fmla="*/ 0 w 14"/>
                  <a:gd name="T1" fmla="*/ 26 h 14"/>
                  <a:gd name="T2" fmla="*/ 35 w 1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cubicBezTo>
                      <a:pt x="4" y="14"/>
                      <a:pt x="14" y="7"/>
                      <a:pt x="9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62" name="Freeform 3497">
                <a:extLst>
                  <a:ext uri="{FF2B5EF4-FFF2-40B4-BE49-F238E27FC236}">
                    <a16:creationId xmlns:a16="http://schemas.microsoft.com/office/drawing/2014/main" id="{37925890-0C61-45A6-8DDF-E94B1F461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3574"/>
                <a:ext cx="23" cy="25"/>
              </a:xfrm>
              <a:custGeom>
                <a:avLst/>
                <a:gdLst>
                  <a:gd name="T0" fmla="*/ 0 w 15"/>
                  <a:gd name="T1" fmla="*/ 28 h 15"/>
                  <a:gd name="T2" fmla="*/ 28 w 1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0" y="6"/>
                    </a:moveTo>
                    <a:cubicBezTo>
                      <a:pt x="1" y="15"/>
                      <a:pt x="15" y="4"/>
                      <a:pt x="8" y="0"/>
                    </a:cubicBezTo>
                  </a:path>
                </a:pathLst>
              </a:custGeom>
              <a:solidFill>
                <a:srgbClr val="F9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63" name="Freeform 3498">
                <a:extLst>
                  <a:ext uri="{FF2B5EF4-FFF2-40B4-BE49-F238E27FC236}">
                    <a16:creationId xmlns:a16="http://schemas.microsoft.com/office/drawing/2014/main" id="{7EF8CCB3-3C7D-4E41-BFB7-B25FDA753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3583"/>
                <a:ext cx="163" cy="253"/>
              </a:xfrm>
              <a:custGeom>
                <a:avLst/>
                <a:gdLst>
                  <a:gd name="T0" fmla="*/ 87 w 105"/>
                  <a:gd name="T1" fmla="*/ 0 h 154"/>
                  <a:gd name="T2" fmla="*/ 0 w 105"/>
                  <a:gd name="T3" fmla="*/ 453 h 154"/>
                  <a:gd name="T4" fmla="*/ 95 w 105"/>
                  <a:gd name="T5" fmla="*/ 457 h 154"/>
                  <a:gd name="T6" fmla="*/ 250 w 105"/>
                  <a:gd name="T7" fmla="*/ 516 h 154"/>
                  <a:gd name="T8" fmla="*/ 371 w 105"/>
                  <a:gd name="T9" fmla="*/ 683 h 154"/>
                  <a:gd name="T10" fmla="*/ 374 w 105"/>
                  <a:gd name="T11" fmla="*/ 578 h 154"/>
                  <a:gd name="T12" fmla="*/ 239 w 105"/>
                  <a:gd name="T13" fmla="*/ 365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154">
                    <a:moveTo>
                      <a:pt x="23" y="0"/>
                    </a:moveTo>
                    <a:cubicBezTo>
                      <a:pt x="24" y="51"/>
                      <a:pt x="8" y="77"/>
                      <a:pt x="0" y="102"/>
                    </a:cubicBezTo>
                    <a:cubicBezTo>
                      <a:pt x="11" y="106"/>
                      <a:pt x="14" y="102"/>
                      <a:pt x="25" y="103"/>
                    </a:cubicBezTo>
                    <a:cubicBezTo>
                      <a:pt x="39" y="103"/>
                      <a:pt x="56" y="107"/>
                      <a:pt x="67" y="116"/>
                    </a:cubicBezTo>
                    <a:cubicBezTo>
                      <a:pt x="80" y="126"/>
                      <a:pt x="101" y="134"/>
                      <a:pt x="99" y="154"/>
                    </a:cubicBezTo>
                    <a:cubicBezTo>
                      <a:pt x="95" y="144"/>
                      <a:pt x="105" y="139"/>
                      <a:pt x="100" y="130"/>
                    </a:cubicBezTo>
                    <a:cubicBezTo>
                      <a:pt x="91" y="112"/>
                      <a:pt x="69" y="103"/>
                      <a:pt x="64" y="82"/>
                    </a:cubicBezTo>
                  </a:path>
                </a:pathLst>
              </a:custGeom>
              <a:solidFill>
                <a:srgbClr val="B8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64" name="Freeform 3499">
                <a:extLst>
                  <a:ext uri="{FF2B5EF4-FFF2-40B4-BE49-F238E27FC236}">
                    <a16:creationId xmlns:a16="http://schemas.microsoft.com/office/drawing/2014/main" id="{2EB4EF54-F0DF-4A34-B57C-369DBD663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3495"/>
                <a:ext cx="170" cy="346"/>
              </a:xfrm>
              <a:custGeom>
                <a:avLst/>
                <a:gdLst>
                  <a:gd name="T0" fmla="*/ 5 w 110"/>
                  <a:gd name="T1" fmla="*/ 465 h 210"/>
                  <a:gd name="T2" fmla="*/ 12 w 110"/>
                  <a:gd name="T3" fmla="*/ 0 h 210"/>
                  <a:gd name="T4" fmla="*/ 56 w 110"/>
                  <a:gd name="T5" fmla="*/ 206 h 210"/>
                  <a:gd name="T6" fmla="*/ 175 w 110"/>
                  <a:gd name="T7" fmla="*/ 540 h 210"/>
                  <a:gd name="T8" fmla="*/ 345 w 110"/>
                  <a:gd name="T9" fmla="*/ 844 h 210"/>
                  <a:gd name="T10" fmla="*/ 406 w 110"/>
                  <a:gd name="T11" fmla="*/ 939 h 210"/>
                  <a:gd name="T12" fmla="*/ 312 w 110"/>
                  <a:gd name="T13" fmla="*/ 939 h 210"/>
                  <a:gd name="T14" fmla="*/ 162 w 110"/>
                  <a:gd name="T15" fmla="*/ 717 h 2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0" h="210">
                    <a:moveTo>
                      <a:pt x="1" y="104"/>
                    </a:moveTo>
                    <a:cubicBezTo>
                      <a:pt x="5" y="82"/>
                      <a:pt x="0" y="13"/>
                      <a:pt x="3" y="0"/>
                    </a:cubicBezTo>
                    <a:cubicBezTo>
                      <a:pt x="3" y="0"/>
                      <a:pt x="15" y="44"/>
                      <a:pt x="15" y="46"/>
                    </a:cubicBezTo>
                    <a:cubicBezTo>
                      <a:pt x="16" y="47"/>
                      <a:pt x="47" y="121"/>
                      <a:pt x="47" y="121"/>
                    </a:cubicBezTo>
                    <a:cubicBezTo>
                      <a:pt x="93" y="189"/>
                      <a:pt x="93" y="189"/>
                      <a:pt x="93" y="189"/>
                    </a:cubicBezTo>
                    <a:cubicBezTo>
                      <a:pt x="110" y="210"/>
                      <a:pt x="110" y="210"/>
                      <a:pt x="110" y="210"/>
                    </a:cubicBezTo>
                    <a:cubicBezTo>
                      <a:pt x="85" y="210"/>
                      <a:pt x="85" y="210"/>
                      <a:pt x="85" y="210"/>
                    </a:cubicBezTo>
                    <a:cubicBezTo>
                      <a:pt x="85" y="210"/>
                      <a:pt x="72" y="178"/>
                      <a:pt x="44" y="160"/>
                    </a:cubicBezTo>
                  </a:path>
                </a:pathLst>
              </a:custGeom>
              <a:solidFill>
                <a:srgbClr val="B8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65" name="Freeform 3500">
                <a:extLst>
                  <a:ext uri="{FF2B5EF4-FFF2-40B4-BE49-F238E27FC236}">
                    <a16:creationId xmlns:a16="http://schemas.microsoft.com/office/drawing/2014/main" id="{EAB82FF8-7E98-4315-9D3F-1C7BB6175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673"/>
                <a:ext cx="149" cy="93"/>
              </a:xfrm>
              <a:custGeom>
                <a:avLst/>
                <a:gdLst>
                  <a:gd name="T0" fmla="*/ 0 w 96"/>
                  <a:gd name="T1" fmla="*/ 256 h 56"/>
                  <a:gd name="T2" fmla="*/ 147 w 96"/>
                  <a:gd name="T3" fmla="*/ 133 h 56"/>
                  <a:gd name="T4" fmla="*/ 222 w 96"/>
                  <a:gd name="T5" fmla="*/ 0 h 56"/>
                  <a:gd name="T6" fmla="*/ 245 w 96"/>
                  <a:gd name="T7" fmla="*/ 88 h 56"/>
                  <a:gd name="T8" fmla="*/ 320 w 96"/>
                  <a:gd name="T9" fmla="*/ 174 h 56"/>
                  <a:gd name="T10" fmla="*/ 359 w 96"/>
                  <a:gd name="T11" fmla="*/ 221 h 56"/>
                  <a:gd name="T12" fmla="*/ 296 w 96"/>
                  <a:gd name="T13" fmla="*/ 209 h 56"/>
                  <a:gd name="T14" fmla="*/ 191 w 96"/>
                  <a:gd name="T15" fmla="*/ 221 h 56"/>
                  <a:gd name="T16" fmla="*/ 75 w 96"/>
                  <a:gd name="T17" fmla="*/ 224 h 56"/>
                  <a:gd name="T18" fmla="*/ 26 w 96"/>
                  <a:gd name="T19" fmla="*/ 251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56">
                    <a:moveTo>
                      <a:pt x="0" y="56"/>
                    </a:moveTo>
                    <a:cubicBezTo>
                      <a:pt x="14" y="49"/>
                      <a:pt x="28" y="42"/>
                      <a:pt x="39" y="29"/>
                    </a:cubicBezTo>
                    <a:cubicBezTo>
                      <a:pt x="46" y="21"/>
                      <a:pt x="57" y="12"/>
                      <a:pt x="59" y="0"/>
                    </a:cubicBezTo>
                    <a:cubicBezTo>
                      <a:pt x="60" y="6"/>
                      <a:pt x="64" y="14"/>
                      <a:pt x="66" y="19"/>
                    </a:cubicBezTo>
                    <a:cubicBezTo>
                      <a:pt x="71" y="28"/>
                      <a:pt x="79" y="31"/>
                      <a:pt x="86" y="38"/>
                    </a:cubicBezTo>
                    <a:cubicBezTo>
                      <a:pt x="89" y="42"/>
                      <a:pt x="93" y="45"/>
                      <a:pt x="96" y="48"/>
                    </a:cubicBezTo>
                    <a:cubicBezTo>
                      <a:pt x="94" y="51"/>
                      <a:pt x="82" y="47"/>
                      <a:pt x="79" y="46"/>
                    </a:cubicBezTo>
                    <a:cubicBezTo>
                      <a:pt x="69" y="46"/>
                      <a:pt x="60" y="47"/>
                      <a:pt x="51" y="48"/>
                    </a:cubicBezTo>
                    <a:cubicBezTo>
                      <a:pt x="41" y="48"/>
                      <a:pt x="30" y="46"/>
                      <a:pt x="20" y="49"/>
                    </a:cubicBezTo>
                    <a:cubicBezTo>
                      <a:pt x="16" y="50"/>
                      <a:pt x="9" y="55"/>
                      <a:pt x="7" y="55"/>
                    </a:cubicBezTo>
                  </a:path>
                </a:pathLst>
              </a:custGeom>
              <a:solidFill>
                <a:srgbClr val="B8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66" name="Freeform 3501">
                <a:extLst>
                  <a:ext uri="{FF2B5EF4-FFF2-40B4-BE49-F238E27FC236}">
                    <a16:creationId xmlns:a16="http://schemas.microsoft.com/office/drawing/2014/main" id="{BAB9ADF9-95EE-441C-B374-5BBD28340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3502"/>
                <a:ext cx="83" cy="196"/>
              </a:xfrm>
              <a:custGeom>
                <a:avLst/>
                <a:gdLst>
                  <a:gd name="T0" fmla="*/ 184 w 54"/>
                  <a:gd name="T1" fmla="*/ 0 h 119"/>
                  <a:gd name="T2" fmla="*/ 114 w 54"/>
                  <a:gd name="T3" fmla="*/ 326 h 119"/>
                  <a:gd name="T4" fmla="*/ 66 w 54"/>
                  <a:gd name="T5" fmla="*/ 436 h 119"/>
                  <a:gd name="T6" fmla="*/ 35 w 54"/>
                  <a:gd name="T7" fmla="*/ 488 h 119"/>
                  <a:gd name="T8" fmla="*/ 0 w 54"/>
                  <a:gd name="T9" fmla="*/ 527 h 119"/>
                  <a:gd name="T10" fmla="*/ 106 w 54"/>
                  <a:gd name="T11" fmla="*/ 456 h 119"/>
                  <a:gd name="T12" fmla="*/ 144 w 54"/>
                  <a:gd name="T13" fmla="*/ 385 h 119"/>
                  <a:gd name="T14" fmla="*/ 175 w 54"/>
                  <a:gd name="T15" fmla="*/ 423 h 119"/>
                  <a:gd name="T16" fmla="*/ 184 w 54"/>
                  <a:gd name="T17" fmla="*/ 282 h 119"/>
                  <a:gd name="T18" fmla="*/ 189 w 54"/>
                  <a:gd name="T19" fmla="*/ 138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19">
                    <a:moveTo>
                      <a:pt x="51" y="0"/>
                    </a:moveTo>
                    <a:cubicBezTo>
                      <a:pt x="51" y="21"/>
                      <a:pt x="41" y="55"/>
                      <a:pt x="31" y="73"/>
                    </a:cubicBezTo>
                    <a:cubicBezTo>
                      <a:pt x="27" y="82"/>
                      <a:pt x="24" y="90"/>
                      <a:pt x="18" y="98"/>
                    </a:cubicBezTo>
                    <a:cubicBezTo>
                      <a:pt x="15" y="102"/>
                      <a:pt x="13" y="105"/>
                      <a:pt x="10" y="109"/>
                    </a:cubicBezTo>
                    <a:cubicBezTo>
                      <a:pt x="7" y="111"/>
                      <a:pt x="1" y="115"/>
                      <a:pt x="0" y="118"/>
                    </a:cubicBezTo>
                    <a:cubicBezTo>
                      <a:pt x="11" y="119"/>
                      <a:pt x="23" y="111"/>
                      <a:pt x="29" y="102"/>
                    </a:cubicBezTo>
                    <a:cubicBezTo>
                      <a:pt x="32" y="99"/>
                      <a:pt x="35" y="88"/>
                      <a:pt x="40" y="86"/>
                    </a:cubicBezTo>
                    <a:cubicBezTo>
                      <a:pt x="45" y="84"/>
                      <a:pt x="46" y="92"/>
                      <a:pt x="48" y="95"/>
                    </a:cubicBezTo>
                    <a:cubicBezTo>
                      <a:pt x="52" y="84"/>
                      <a:pt x="50" y="74"/>
                      <a:pt x="51" y="63"/>
                    </a:cubicBezTo>
                    <a:cubicBezTo>
                      <a:pt x="51" y="52"/>
                      <a:pt x="54" y="42"/>
                      <a:pt x="52" y="31"/>
                    </a:cubicBezTo>
                  </a:path>
                </a:pathLst>
              </a:custGeom>
              <a:solidFill>
                <a:srgbClr val="C39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67" name="Freeform 3502">
                <a:extLst>
                  <a:ext uri="{FF2B5EF4-FFF2-40B4-BE49-F238E27FC236}">
                    <a16:creationId xmlns:a16="http://schemas.microsoft.com/office/drawing/2014/main" id="{4BA53697-688E-4D10-B59C-873693AB9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523"/>
                <a:ext cx="51" cy="126"/>
              </a:xfrm>
              <a:custGeom>
                <a:avLst/>
                <a:gdLst>
                  <a:gd name="T0" fmla="*/ 62 w 33"/>
                  <a:gd name="T1" fmla="*/ 0 h 76"/>
                  <a:gd name="T2" fmla="*/ 60 w 33"/>
                  <a:gd name="T3" fmla="*/ 126 h 76"/>
                  <a:gd name="T4" fmla="*/ 29 w 33"/>
                  <a:gd name="T5" fmla="*/ 250 h 76"/>
                  <a:gd name="T6" fmla="*/ 34 w 33"/>
                  <a:gd name="T7" fmla="*/ 285 h 76"/>
                  <a:gd name="T8" fmla="*/ 70 w 33"/>
                  <a:gd name="T9" fmla="*/ 300 h 76"/>
                  <a:gd name="T10" fmla="*/ 82 w 33"/>
                  <a:gd name="T11" fmla="*/ 347 h 76"/>
                  <a:gd name="T12" fmla="*/ 87 w 33"/>
                  <a:gd name="T13" fmla="*/ 109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76">
                    <a:moveTo>
                      <a:pt x="17" y="0"/>
                    </a:moveTo>
                    <a:cubicBezTo>
                      <a:pt x="21" y="9"/>
                      <a:pt x="18" y="20"/>
                      <a:pt x="16" y="28"/>
                    </a:cubicBezTo>
                    <a:cubicBezTo>
                      <a:pt x="15" y="38"/>
                      <a:pt x="12" y="46"/>
                      <a:pt x="8" y="55"/>
                    </a:cubicBezTo>
                    <a:cubicBezTo>
                      <a:pt x="5" y="61"/>
                      <a:pt x="0" y="65"/>
                      <a:pt x="9" y="63"/>
                    </a:cubicBezTo>
                    <a:cubicBezTo>
                      <a:pt x="14" y="63"/>
                      <a:pt x="15" y="62"/>
                      <a:pt x="19" y="66"/>
                    </a:cubicBezTo>
                    <a:cubicBezTo>
                      <a:pt x="21" y="70"/>
                      <a:pt x="21" y="73"/>
                      <a:pt x="22" y="76"/>
                    </a:cubicBezTo>
                    <a:cubicBezTo>
                      <a:pt x="33" y="60"/>
                      <a:pt x="20" y="41"/>
                      <a:pt x="23" y="24"/>
                    </a:cubicBezTo>
                  </a:path>
                </a:pathLst>
              </a:custGeom>
              <a:solidFill>
                <a:srgbClr val="B8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68" name="Freeform 3503">
                <a:extLst>
                  <a:ext uri="{FF2B5EF4-FFF2-40B4-BE49-F238E27FC236}">
                    <a16:creationId xmlns:a16="http://schemas.microsoft.com/office/drawing/2014/main" id="{F411DAF9-DC50-4979-A1F3-5339D6D82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518"/>
                <a:ext cx="136" cy="286"/>
              </a:xfrm>
              <a:custGeom>
                <a:avLst/>
                <a:gdLst>
                  <a:gd name="T0" fmla="*/ 19 w 88"/>
                  <a:gd name="T1" fmla="*/ 0 h 173"/>
                  <a:gd name="T2" fmla="*/ 34 w 88"/>
                  <a:gd name="T3" fmla="*/ 243 h 173"/>
                  <a:gd name="T4" fmla="*/ 108 w 88"/>
                  <a:gd name="T5" fmla="*/ 478 h 173"/>
                  <a:gd name="T6" fmla="*/ 218 w 88"/>
                  <a:gd name="T7" fmla="*/ 670 h 173"/>
                  <a:gd name="T8" fmla="*/ 325 w 88"/>
                  <a:gd name="T9" fmla="*/ 782 h 173"/>
                  <a:gd name="T10" fmla="*/ 224 w 88"/>
                  <a:gd name="T11" fmla="*/ 595 h 173"/>
                  <a:gd name="T12" fmla="*/ 155 w 88"/>
                  <a:gd name="T13" fmla="*/ 435 h 173"/>
                  <a:gd name="T14" fmla="*/ 93 w 88"/>
                  <a:gd name="T15" fmla="*/ 263 h 173"/>
                  <a:gd name="T16" fmla="*/ 26 w 88"/>
                  <a:gd name="T17" fmla="*/ 13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173">
                    <a:moveTo>
                      <a:pt x="5" y="0"/>
                    </a:moveTo>
                    <a:cubicBezTo>
                      <a:pt x="0" y="15"/>
                      <a:pt x="6" y="40"/>
                      <a:pt x="9" y="54"/>
                    </a:cubicBezTo>
                    <a:cubicBezTo>
                      <a:pt x="13" y="71"/>
                      <a:pt x="20" y="91"/>
                      <a:pt x="29" y="106"/>
                    </a:cubicBezTo>
                    <a:cubicBezTo>
                      <a:pt x="37" y="120"/>
                      <a:pt x="49" y="136"/>
                      <a:pt x="59" y="148"/>
                    </a:cubicBezTo>
                    <a:cubicBezTo>
                      <a:pt x="67" y="157"/>
                      <a:pt x="77" y="168"/>
                      <a:pt x="88" y="173"/>
                    </a:cubicBezTo>
                    <a:cubicBezTo>
                      <a:pt x="84" y="158"/>
                      <a:pt x="70" y="145"/>
                      <a:pt x="61" y="132"/>
                    </a:cubicBezTo>
                    <a:cubicBezTo>
                      <a:pt x="54" y="121"/>
                      <a:pt x="47" y="109"/>
                      <a:pt x="42" y="96"/>
                    </a:cubicBezTo>
                    <a:cubicBezTo>
                      <a:pt x="36" y="83"/>
                      <a:pt x="32" y="71"/>
                      <a:pt x="25" y="58"/>
                    </a:cubicBezTo>
                    <a:cubicBezTo>
                      <a:pt x="16" y="42"/>
                      <a:pt x="11" y="22"/>
                      <a:pt x="7" y="3"/>
                    </a:cubicBezTo>
                  </a:path>
                </a:pathLst>
              </a:custGeom>
              <a:solidFill>
                <a:srgbClr val="A56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69" name="Freeform 3504">
                <a:extLst>
                  <a:ext uri="{FF2B5EF4-FFF2-40B4-BE49-F238E27FC236}">
                    <a16:creationId xmlns:a16="http://schemas.microsoft.com/office/drawing/2014/main" id="{9E913FE0-DB2B-4D7F-BED4-E941D5906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2831"/>
                <a:ext cx="72" cy="42"/>
              </a:xfrm>
              <a:custGeom>
                <a:avLst/>
                <a:gdLst>
                  <a:gd name="T0" fmla="*/ 0 w 47"/>
                  <a:gd name="T1" fmla="*/ 0 h 25"/>
                  <a:gd name="T2" fmla="*/ 169 w 47"/>
                  <a:gd name="T3" fmla="*/ 113 h 25"/>
                  <a:gd name="T4" fmla="*/ 158 w 47"/>
                  <a:gd name="T5" fmla="*/ 9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5">
                    <a:moveTo>
                      <a:pt x="0" y="0"/>
                    </a:moveTo>
                    <a:cubicBezTo>
                      <a:pt x="10" y="13"/>
                      <a:pt x="31" y="25"/>
                      <a:pt x="47" y="24"/>
                    </a:cubicBezTo>
                    <a:cubicBezTo>
                      <a:pt x="45" y="22"/>
                      <a:pt x="45" y="21"/>
                      <a:pt x="44" y="19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70" name="Freeform 3505">
                <a:extLst>
                  <a:ext uri="{FF2B5EF4-FFF2-40B4-BE49-F238E27FC236}">
                    <a16:creationId xmlns:a16="http://schemas.microsoft.com/office/drawing/2014/main" id="{AFF36533-1E04-4A01-8937-2F053D5F0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3283"/>
                <a:ext cx="34" cy="31"/>
              </a:xfrm>
              <a:custGeom>
                <a:avLst/>
                <a:gdLst>
                  <a:gd name="T0" fmla="*/ 0 w 22"/>
                  <a:gd name="T1" fmla="*/ 8 h 19"/>
                  <a:gd name="T2" fmla="*/ 19 w 22"/>
                  <a:gd name="T3" fmla="*/ 83 h 19"/>
                  <a:gd name="T4" fmla="*/ 82 w 2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0" y="2"/>
                    </a:moveTo>
                    <a:cubicBezTo>
                      <a:pt x="5" y="6"/>
                      <a:pt x="6" y="15"/>
                      <a:pt x="5" y="19"/>
                    </a:cubicBezTo>
                    <a:cubicBezTo>
                      <a:pt x="6" y="10"/>
                      <a:pt x="14" y="2"/>
                      <a:pt x="2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71" name="Freeform 3506">
                <a:extLst>
                  <a:ext uri="{FF2B5EF4-FFF2-40B4-BE49-F238E27FC236}">
                    <a16:creationId xmlns:a16="http://schemas.microsoft.com/office/drawing/2014/main" id="{E63972B5-E635-4531-8527-E4359A6F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3456"/>
                <a:ext cx="15" cy="44"/>
              </a:xfrm>
              <a:custGeom>
                <a:avLst/>
                <a:gdLst>
                  <a:gd name="T0" fmla="*/ 0 w 10"/>
                  <a:gd name="T1" fmla="*/ 0 h 27"/>
                  <a:gd name="T2" fmla="*/ 35 w 10"/>
                  <a:gd name="T3" fmla="*/ 13 h 27"/>
                  <a:gd name="T4" fmla="*/ 21 w 10"/>
                  <a:gd name="T5" fmla="*/ 117 h 27"/>
                  <a:gd name="T6" fmla="*/ 8 w 10"/>
                  <a:gd name="T7" fmla="*/ 2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7">
                    <a:moveTo>
                      <a:pt x="0" y="0"/>
                    </a:moveTo>
                    <a:cubicBezTo>
                      <a:pt x="2" y="4"/>
                      <a:pt x="6" y="5"/>
                      <a:pt x="10" y="3"/>
                    </a:cubicBezTo>
                    <a:cubicBezTo>
                      <a:pt x="8" y="11"/>
                      <a:pt x="6" y="19"/>
                      <a:pt x="6" y="27"/>
                    </a:cubicBezTo>
                    <a:cubicBezTo>
                      <a:pt x="4" y="21"/>
                      <a:pt x="1" y="14"/>
                      <a:pt x="2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72" name="Freeform 3507">
                <a:extLst>
                  <a:ext uri="{FF2B5EF4-FFF2-40B4-BE49-F238E27FC236}">
                    <a16:creationId xmlns:a16="http://schemas.microsoft.com/office/drawing/2014/main" id="{49E750F4-70F7-451A-9354-BEDF23029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3405"/>
                <a:ext cx="28" cy="25"/>
              </a:xfrm>
              <a:custGeom>
                <a:avLst/>
                <a:gdLst>
                  <a:gd name="T0" fmla="*/ 68 w 18"/>
                  <a:gd name="T1" fmla="*/ 0 h 15"/>
                  <a:gd name="T2" fmla="*/ 61 w 18"/>
                  <a:gd name="T3" fmla="*/ 70 h 15"/>
                  <a:gd name="T4" fmla="*/ 0 w 18"/>
                  <a:gd name="T5" fmla="*/ 6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0"/>
                    </a:moveTo>
                    <a:cubicBezTo>
                      <a:pt x="16" y="5"/>
                      <a:pt x="14" y="10"/>
                      <a:pt x="16" y="15"/>
                    </a:cubicBezTo>
                    <a:cubicBezTo>
                      <a:pt x="10" y="13"/>
                      <a:pt x="6" y="12"/>
                      <a:pt x="0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73" name="Freeform 3508">
                <a:extLst>
                  <a:ext uri="{FF2B5EF4-FFF2-40B4-BE49-F238E27FC236}">
                    <a16:creationId xmlns:a16="http://schemas.microsoft.com/office/drawing/2014/main" id="{EEF71606-29AA-40CC-AB89-C4AE20D94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3344"/>
                <a:ext cx="27" cy="38"/>
              </a:xfrm>
              <a:custGeom>
                <a:avLst/>
                <a:gdLst>
                  <a:gd name="T0" fmla="*/ 25 w 17"/>
                  <a:gd name="T1" fmla="*/ 0 h 23"/>
                  <a:gd name="T2" fmla="*/ 0 w 17"/>
                  <a:gd name="T3" fmla="*/ 104 h 23"/>
                  <a:gd name="T4" fmla="*/ 68 w 17"/>
                  <a:gd name="T5" fmla="*/ 46 h 23"/>
                  <a:gd name="T6" fmla="*/ 40 w 17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cubicBezTo>
                      <a:pt x="4" y="8"/>
                      <a:pt x="0" y="15"/>
                      <a:pt x="0" y="23"/>
                    </a:cubicBezTo>
                    <a:cubicBezTo>
                      <a:pt x="2" y="14"/>
                      <a:pt x="8" y="13"/>
                      <a:pt x="17" y="10"/>
                    </a:cubicBezTo>
                    <a:cubicBezTo>
                      <a:pt x="10" y="12"/>
                      <a:pt x="7" y="7"/>
                      <a:pt x="10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74" name="Freeform 3509">
                <a:extLst>
                  <a:ext uri="{FF2B5EF4-FFF2-40B4-BE49-F238E27FC236}">
                    <a16:creationId xmlns:a16="http://schemas.microsoft.com/office/drawing/2014/main" id="{24675951-3379-47D0-8891-08D9D2FE4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3347"/>
                <a:ext cx="43" cy="35"/>
              </a:xfrm>
              <a:custGeom>
                <a:avLst/>
                <a:gdLst>
                  <a:gd name="T0" fmla="*/ 26 w 28"/>
                  <a:gd name="T1" fmla="*/ 0 h 21"/>
                  <a:gd name="T2" fmla="*/ 0 w 28"/>
                  <a:gd name="T3" fmla="*/ 88 h 21"/>
                  <a:gd name="T4" fmla="*/ 101 w 28"/>
                  <a:gd name="T5" fmla="*/ 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1">
                    <a:moveTo>
                      <a:pt x="7" y="0"/>
                    </a:moveTo>
                    <a:cubicBezTo>
                      <a:pt x="11" y="7"/>
                      <a:pt x="7" y="17"/>
                      <a:pt x="0" y="19"/>
                    </a:cubicBezTo>
                    <a:cubicBezTo>
                      <a:pt x="9" y="20"/>
                      <a:pt x="18" y="20"/>
                      <a:pt x="28" y="2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75" name="Freeform 3510">
                <a:extLst>
                  <a:ext uri="{FF2B5EF4-FFF2-40B4-BE49-F238E27FC236}">
                    <a16:creationId xmlns:a16="http://schemas.microsoft.com/office/drawing/2014/main" id="{B2502C85-3094-445B-8DF9-AA3FE99B1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4" y="3420"/>
                <a:ext cx="28" cy="18"/>
              </a:xfrm>
              <a:custGeom>
                <a:avLst/>
                <a:gdLst>
                  <a:gd name="T0" fmla="*/ 68 w 18"/>
                  <a:gd name="T1" fmla="*/ 0 h 11"/>
                  <a:gd name="T2" fmla="*/ 56 w 18"/>
                  <a:gd name="T3" fmla="*/ 47 h 11"/>
                  <a:gd name="T4" fmla="*/ 0 w 18"/>
                  <a:gd name="T5" fmla="*/ 2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18" y="0"/>
                    </a:moveTo>
                    <a:cubicBezTo>
                      <a:pt x="12" y="2"/>
                      <a:pt x="12" y="7"/>
                      <a:pt x="15" y="11"/>
                    </a:cubicBezTo>
                    <a:cubicBezTo>
                      <a:pt x="11" y="10"/>
                      <a:pt x="2" y="7"/>
                      <a:pt x="0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76" name="Freeform 3511">
                <a:extLst>
                  <a:ext uri="{FF2B5EF4-FFF2-40B4-BE49-F238E27FC236}">
                    <a16:creationId xmlns:a16="http://schemas.microsoft.com/office/drawing/2014/main" id="{951E286D-A92B-4F7B-9ED4-82475ACE8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3438"/>
                <a:ext cx="40" cy="39"/>
              </a:xfrm>
              <a:custGeom>
                <a:avLst/>
                <a:gdLst>
                  <a:gd name="T0" fmla="*/ 48 w 26"/>
                  <a:gd name="T1" fmla="*/ 47 h 24"/>
                  <a:gd name="T2" fmla="*/ 95 w 26"/>
                  <a:gd name="T3" fmla="*/ 102 h 24"/>
                  <a:gd name="T4" fmla="*/ 5 w 26"/>
                  <a:gd name="T5" fmla="*/ 98 h 24"/>
                  <a:gd name="T6" fmla="*/ 0 w 26"/>
                  <a:gd name="T7" fmla="*/ 2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4">
                    <a:moveTo>
                      <a:pt x="13" y="11"/>
                    </a:moveTo>
                    <a:cubicBezTo>
                      <a:pt x="17" y="16"/>
                      <a:pt x="22" y="19"/>
                      <a:pt x="26" y="24"/>
                    </a:cubicBezTo>
                    <a:cubicBezTo>
                      <a:pt x="18" y="22"/>
                      <a:pt x="9" y="21"/>
                      <a:pt x="1" y="23"/>
                    </a:cubicBezTo>
                    <a:cubicBezTo>
                      <a:pt x="12" y="22"/>
                      <a:pt x="9" y="0"/>
                      <a:pt x="0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77" name="Freeform 3512">
                <a:extLst>
                  <a:ext uri="{FF2B5EF4-FFF2-40B4-BE49-F238E27FC236}">
                    <a16:creationId xmlns:a16="http://schemas.microsoft.com/office/drawing/2014/main" id="{36C5D1D1-048E-4505-8E18-2FF2E650E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3535"/>
                <a:ext cx="28" cy="100"/>
              </a:xfrm>
              <a:custGeom>
                <a:avLst/>
                <a:gdLst>
                  <a:gd name="T0" fmla="*/ 0 w 18"/>
                  <a:gd name="T1" fmla="*/ 189 h 61"/>
                  <a:gd name="T2" fmla="*/ 30 w 18"/>
                  <a:gd name="T3" fmla="*/ 269 h 61"/>
                  <a:gd name="T4" fmla="*/ 22 w 18"/>
                  <a:gd name="T5" fmla="*/ 151 h 61"/>
                  <a:gd name="T6" fmla="*/ 68 w 18"/>
                  <a:gd name="T7" fmla="*/ 54 h 61"/>
                  <a:gd name="T8" fmla="*/ 39 w 18"/>
                  <a:gd name="T9" fmla="*/ 0 h 61"/>
                  <a:gd name="T10" fmla="*/ 5 w 18"/>
                  <a:gd name="T11" fmla="*/ 3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61">
                    <a:moveTo>
                      <a:pt x="0" y="43"/>
                    </a:moveTo>
                    <a:cubicBezTo>
                      <a:pt x="1" y="49"/>
                      <a:pt x="3" y="58"/>
                      <a:pt x="8" y="61"/>
                    </a:cubicBezTo>
                    <a:cubicBezTo>
                      <a:pt x="6" y="54"/>
                      <a:pt x="4" y="42"/>
                      <a:pt x="6" y="34"/>
                    </a:cubicBezTo>
                    <a:cubicBezTo>
                      <a:pt x="8" y="26"/>
                      <a:pt x="15" y="20"/>
                      <a:pt x="18" y="12"/>
                    </a:cubicBezTo>
                    <a:cubicBezTo>
                      <a:pt x="14" y="10"/>
                      <a:pt x="10" y="5"/>
                      <a:pt x="10" y="0"/>
                    </a:cubicBezTo>
                    <a:cubicBezTo>
                      <a:pt x="8" y="5"/>
                      <a:pt x="5" y="10"/>
                      <a:pt x="1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78" name="Freeform 3513">
                <a:extLst>
                  <a:ext uri="{FF2B5EF4-FFF2-40B4-BE49-F238E27FC236}">
                    <a16:creationId xmlns:a16="http://schemas.microsoft.com/office/drawing/2014/main" id="{B660DAD9-CD55-4074-8785-54FDACC7B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3528"/>
                <a:ext cx="41" cy="63"/>
              </a:xfrm>
              <a:custGeom>
                <a:avLst/>
                <a:gdLst>
                  <a:gd name="T0" fmla="*/ 0 w 27"/>
                  <a:gd name="T1" fmla="*/ 104 h 38"/>
                  <a:gd name="T2" fmla="*/ 80 w 27"/>
                  <a:gd name="T3" fmla="*/ 172 h 38"/>
                  <a:gd name="T4" fmla="*/ 55 w 27"/>
                  <a:gd name="T5" fmla="*/ 0 h 38"/>
                  <a:gd name="T6" fmla="*/ 39 w 27"/>
                  <a:gd name="T7" fmla="*/ 104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8">
                    <a:moveTo>
                      <a:pt x="0" y="23"/>
                    </a:moveTo>
                    <a:cubicBezTo>
                      <a:pt x="5" y="30"/>
                      <a:pt x="16" y="35"/>
                      <a:pt x="23" y="38"/>
                    </a:cubicBezTo>
                    <a:cubicBezTo>
                      <a:pt x="27" y="31"/>
                      <a:pt x="19" y="8"/>
                      <a:pt x="16" y="0"/>
                    </a:cubicBezTo>
                    <a:cubicBezTo>
                      <a:pt x="18" y="8"/>
                      <a:pt x="21" y="19"/>
                      <a:pt x="11" y="2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79" name="Freeform 3514">
                <a:extLst>
                  <a:ext uri="{FF2B5EF4-FFF2-40B4-BE49-F238E27FC236}">
                    <a16:creationId xmlns:a16="http://schemas.microsoft.com/office/drawing/2014/main" id="{554BB81F-500E-417A-AE9B-1585A92AE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6" y="3594"/>
                <a:ext cx="14" cy="48"/>
              </a:xfrm>
              <a:custGeom>
                <a:avLst/>
                <a:gdLst>
                  <a:gd name="T0" fmla="*/ 0 w 9"/>
                  <a:gd name="T1" fmla="*/ 0 h 29"/>
                  <a:gd name="T2" fmla="*/ 12 w 9"/>
                  <a:gd name="T3" fmla="*/ 131 h 29"/>
                  <a:gd name="T4" fmla="*/ 34 w 9"/>
                  <a:gd name="T5" fmla="*/ 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9">
                    <a:moveTo>
                      <a:pt x="0" y="0"/>
                    </a:moveTo>
                    <a:cubicBezTo>
                      <a:pt x="1" y="10"/>
                      <a:pt x="1" y="20"/>
                      <a:pt x="3" y="29"/>
                    </a:cubicBezTo>
                    <a:cubicBezTo>
                      <a:pt x="3" y="21"/>
                      <a:pt x="4" y="10"/>
                      <a:pt x="9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80" name="Freeform 3515">
                <a:extLst>
                  <a:ext uri="{FF2B5EF4-FFF2-40B4-BE49-F238E27FC236}">
                    <a16:creationId xmlns:a16="http://schemas.microsoft.com/office/drawing/2014/main" id="{F59FC179-A5BC-40DC-9BA8-C7AF3AFDD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3551"/>
                <a:ext cx="53" cy="137"/>
              </a:xfrm>
              <a:custGeom>
                <a:avLst/>
                <a:gdLst>
                  <a:gd name="T0" fmla="*/ 61 w 34"/>
                  <a:gd name="T1" fmla="*/ 0 h 83"/>
                  <a:gd name="T2" fmla="*/ 129 w 34"/>
                  <a:gd name="T3" fmla="*/ 83 h 83"/>
                  <a:gd name="T4" fmla="*/ 39 w 34"/>
                  <a:gd name="T5" fmla="*/ 373 h 83"/>
                  <a:gd name="T6" fmla="*/ 30 w 34"/>
                  <a:gd name="T7" fmla="*/ 269 h 83"/>
                  <a:gd name="T8" fmla="*/ 0 w 34"/>
                  <a:gd name="T9" fmla="*/ 152 h 83"/>
                  <a:gd name="T10" fmla="*/ 56 w 34"/>
                  <a:gd name="T11" fmla="*/ 137 h 83"/>
                  <a:gd name="T12" fmla="*/ 73 w 34"/>
                  <a:gd name="T13" fmla="*/ 35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3">
                    <a:moveTo>
                      <a:pt x="16" y="0"/>
                    </a:moveTo>
                    <a:cubicBezTo>
                      <a:pt x="20" y="8"/>
                      <a:pt x="28" y="12"/>
                      <a:pt x="34" y="18"/>
                    </a:cubicBezTo>
                    <a:cubicBezTo>
                      <a:pt x="21" y="39"/>
                      <a:pt x="11" y="59"/>
                      <a:pt x="10" y="83"/>
                    </a:cubicBezTo>
                    <a:cubicBezTo>
                      <a:pt x="3" y="76"/>
                      <a:pt x="8" y="69"/>
                      <a:pt x="8" y="60"/>
                    </a:cubicBezTo>
                    <a:cubicBezTo>
                      <a:pt x="7" y="52"/>
                      <a:pt x="4" y="41"/>
                      <a:pt x="0" y="34"/>
                    </a:cubicBezTo>
                    <a:cubicBezTo>
                      <a:pt x="8" y="39"/>
                      <a:pt x="9" y="41"/>
                      <a:pt x="15" y="30"/>
                    </a:cubicBezTo>
                    <a:cubicBezTo>
                      <a:pt x="19" y="23"/>
                      <a:pt x="18" y="16"/>
                      <a:pt x="19" y="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81" name="Freeform 3516">
                <a:extLst>
                  <a:ext uri="{FF2B5EF4-FFF2-40B4-BE49-F238E27FC236}">
                    <a16:creationId xmlns:a16="http://schemas.microsoft.com/office/drawing/2014/main" id="{383D3406-AE54-4021-9CD2-6584AD794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612"/>
                <a:ext cx="27" cy="43"/>
              </a:xfrm>
              <a:custGeom>
                <a:avLst/>
                <a:gdLst>
                  <a:gd name="T0" fmla="*/ 0 w 17"/>
                  <a:gd name="T1" fmla="*/ 28 h 26"/>
                  <a:gd name="T2" fmla="*/ 68 w 17"/>
                  <a:gd name="T3" fmla="*/ 117 h 26"/>
                  <a:gd name="T4" fmla="*/ 40 w 17"/>
                  <a:gd name="T5" fmla="*/ 0 h 26"/>
                  <a:gd name="T6" fmla="*/ 21 w 17"/>
                  <a:gd name="T7" fmla="*/ 4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6">
                    <a:moveTo>
                      <a:pt x="0" y="6"/>
                    </a:moveTo>
                    <a:cubicBezTo>
                      <a:pt x="5" y="13"/>
                      <a:pt x="12" y="20"/>
                      <a:pt x="17" y="26"/>
                    </a:cubicBezTo>
                    <a:cubicBezTo>
                      <a:pt x="17" y="17"/>
                      <a:pt x="12" y="8"/>
                      <a:pt x="10" y="0"/>
                    </a:cubicBezTo>
                    <a:cubicBezTo>
                      <a:pt x="12" y="5"/>
                      <a:pt x="12" y="11"/>
                      <a:pt x="5" y="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82" name="Freeform 3517">
                <a:extLst>
                  <a:ext uri="{FF2B5EF4-FFF2-40B4-BE49-F238E27FC236}">
                    <a16:creationId xmlns:a16="http://schemas.microsoft.com/office/drawing/2014/main" id="{D80000CB-03CB-447D-83FF-B758946F1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3385"/>
                <a:ext cx="24" cy="91"/>
              </a:xfrm>
              <a:custGeom>
                <a:avLst/>
                <a:gdLst>
                  <a:gd name="T0" fmla="*/ 48 w 16"/>
                  <a:gd name="T1" fmla="*/ 0 h 55"/>
                  <a:gd name="T2" fmla="*/ 0 w 16"/>
                  <a:gd name="T3" fmla="*/ 250 h 55"/>
                  <a:gd name="T4" fmla="*/ 26 w 16"/>
                  <a:gd name="T5" fmla="*/ 194 h 55"/>
                  <a:gd name="T6" fmla="*/ 32 w 16"/>
                  <a:gd name="T7" fmla="*/ 227 h 55"/>
                  <a:gd name="T8" fmla="*/ 54 w 16"/>
                  <a:gd name="T9" fmla="*/ 2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5">
                    <a:moveTo>
                      <a:pt x="14" y="0"/>
                    </a:moveTo>
                    <a:cubicBezTo>
                      <a:pt x="9" y="16"/>
                      <a:pt x="0" y="39"/>
                      <a:pt x="0" y="55"/>
                    </a:cubicBezTo>
                    <a:cubicBezTo>
                      <a:pt x="2" y="51"/>
                      <a:pt x="4" y="47"/>
                      <a:pt x="7" y="43"/>
                    </a:cubicBezTo>
                    <a:cubicBezTo>
                      <a:pt x="7" y="45"/>
                      <a:pt x="9" y="48"/>
                      <a:pt x="9" y="50"/>
                    </a:cubicBezTo>
                    <a:cubicBezTo>
                      <a:pt x="14" y="37"/>
                      <a:pt x="11" y="19"/>
                      <a:pt x="16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83" name="Freeform 3518">
                <a:extLst>
                  <a:ext uri="{FF2B5EF4-FFF2-40B4-BE49-F238E27FC236}">
                    <a16:creationId xmlns:a16="http://schemas.microsoft.com/office/drawing/2014/main" id="{AD2254D5-DEE7-48CB-9574-263EAEB6B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3319"/>
                <a:ext cx="43" cy="58"/>
              </a:xfrm>
              <a:custGeom>
                <a:avLst/>
                <a:gdLst>
                  <a:gd name="T0" fmla="*/ 0 w 28"/>
                  <a:gd name="T1" fmla="*/ 76 h 35"/>
                  <a:gd name="T2" fmla="*/ 26 w 28"/>
                  <a:gd name="T3" fmla="*/ 159 h 35"/>
                  <a:gd name="T4" fmla="*/ 101 w 28"/>
                  <a:gd name="T5" fmla="*/ 0 h 35"/>
                  <a:gd name="T6" fmla="*/ 18 w 28"/>
                  <a:gd name="T7" fmla="*/ 6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0" y="17"/>
                    </a:moveTo>
                    <a:cubicBezTo>
                      <a:pt x="2" y="24"/>
                      <a:pt x="8" y="28"/>
                      <a:pt x="7" y="35"/>
                    </a:cubicBezTo>
                    <a:cubicBezTo>
                      <a:pt x="10" y="21"/>
                      <a:pt x="25" y="15"/>
                      <a:pt x="28" y="0"/>
                    </a:cubicBezTo>
                    <a:cubicBezTo>
                      <a:pt x="25" y="8"/>
                      <a:pt x="15" y="23"/>
                      <a:pt x="5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84" name="Freeform 3519">
                <a:extLst>
                  <a:ext uri="{FF2B5EF4-FFF2-40B4-BE49-F238E27FC236}">
                    <a16:creationId xmlns:a16="http://schemas.microsoft.com/office/drawing/2014/main" id="{5096176F-552F-4065-B627-18482F504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3398"/>
                <a:ext cx="34" cy="55"/>
              </a:xfrm>
              <a:custGeom>
                <a:avLst/>
                <a:gdLst>
                  <a:gd name="T0" fmla="*/ 0 w 22"/>
                  <a:gd name="T1" fmla="*/ 75 h 33"/>
                  <a:gd name="T2" fmla="*/ 40 w 22"/>
                  <a:gd name="T3" fmla="*/ 153 h 33"/>
                  <a:gd name="T4" fmla="*/ 82 w 22"/>
                  <a:gd name="T5" fmla="*/ 0 h 33"/>
                  <a:gd name="T6" fmla="*/ 8 w 22"/>
                  <a:gd name="T7" fmla="*/ 6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3">
                    <a:moveTo>
                      <a:pt x="0" y="16"/>
                    </a:moveTo>
                    <a:cubicBezTo>
                      <a:pt x="2" y="22"/>
                      <a:pt x="8" y="28"/>
                      <a:pt x="11" y="33"/>
                    </a:cubicBezTo>
                    <a:cubicBezTo>
                      <a:pt x="14" y="23"/>
                      <a:pt x="17" y="11"/>
                      <a:pt x="22" y="0"/>
                    </a:cubicBezTo>
                    <a:cubicBezTo>
                      <a:pt x="16" y="4"/>
                      <a:pt x="10" y="19"/>
                      <a:pt x="2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85" name="Freeform 3520">
                <a:extLst>
                  <a:ext uri="{FF2B5EF4-FFF2-40B4-BE49-F238E27FC236}">
                    <a16:creationId xmlns:a16="http://schemas.microsoft.com/office/drawing/2014/main" id="{98F4F70B-D5EC-47FC-A35E-F557B9B1A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3248"/>
                <a:ext cx="30" cy="61"/>
              </a:xfrm>
              <a:custGeom>
                <a:avLst/>
                <a:gdLst>
                  <a:gd name="T0" fmla="*/ 0 w 20"/>
                  <a:gd name="T1" fmla="*/ 109 h 37"/>
                  <a:gd name="T2" fmla="*/ 26 w 20"/>
                  <a:gd name="T3" fmla="*/ 0 h 37"/>
                  <a:gd name="T4" fmla="*/ 54 w 20"/>
                  <a:gd name="T5" fmla="*/ 167 h 37"/>
                  <a:gd name="T6" fmla="*/ 26 w 20"/>
                  <a:gd name="T7" fmla="*/ 7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7">
                    <a:moveTo>
                      <a:pt x="0" y="24"/>
                    </a:moveTo>
                    <a:cubicBezTo>
                      <a:pt x="5" y="18"/>
                      <a:pt x="5" y="7"/>
                      <a:pt x="7" y="0"/>
                    </a:cubicBezTo>
                    <a:cubicBezTo>
                      <a:pt x="11" y="9"/>
                      <a:pt x="20" y="28"/>
                      <a:pt x="16" y="37"/>
                    </a:cubicBezTo>
                    <a:cubicBezTo>
                      <a:pt x="16" y="30"/>
                      <a:pt x="13" y="21"/>
                      <a:pt x="7" y="1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86" name="Freeform 3521">
                <a:extLst>
                  <a:ext uri="{FF2B5EF4-FFF2-40B4-BE49-F238E27FC236}">
                    <a16:creationId xmlns:a16="http://schemas.microsoft.com/office/drawing/2014/main" id="{A760E219-8970-456C-98F6-D79E0C5B3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3271"/>
                <a:ext cx="39" cy="33"/>
              </a:xfrm>
              <a:custGeom>
                <a:avLst/>
                <a:gdLst>
                  <a:gd name="T0" fmla="*/ 0 w 25"/>
                  <a:gd name="T1" fmla="*/ 0 h 20"/>
                  <a:gd name="T2" fmla="*/ 22 w 25"/>
                  <a:gd name="T3" fmla="*/ 89 h 20"/>
                  <a:gd name="T4" fmla="*/ 95 w 25"/>
                  <a:gd name="T5" fmla="*/ 35 h 20"/>
                  <a:gd name="T6" fmla="*/ 12 w 25"/>
                  <a:gd name="T7" fmla="*/ 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0" y="0"/>
                    </a:moveTo>
                    <a:cubicBezTo>
                      <a:pt x="2" y="7"/>
                      <a:pt x="2" y="15"/>
                      <a:pt x="6" y="20"/>
                    </a:cubicBezTo>
                    <a:cubicBezTo>
                      <a:pt x="8" y="12"/>
                      <a:pt x="18" y="10"/>
                      <a:pt x="25" y="8"/>
                    </a:cubicBezTo>
                    <a:cubicBezTo>
                      <a:pt x="16" y="7"/>
                      <a:pt x="9" y="9"/>
                      <a:pt x="3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87" name="Freeform 3522">
                <a:extLst>
                  <a:ext uri="{FF2B5EF4-FFF2-40B4-BE49-F238E27FC236}">
                    <a16:creationId xmlns:a16="http://schemas.microsoft.com/office/drawing/2014/main" id="{3C647807-074F-4675-9509-1D898B320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3258"/>
                <a:ext cx="46" cy="17"/>
              </a:xfrm>
              <a:custGeom>
                <a:avLst/>
                <a:gdLst>
                  <a:gd name="T0" fmla="*/ 0 w 30"/>
                  <a:gd name="T1" fmla="*/ 34 h 10"/>
                  <a:gd name="T2" fmla="*/ 18 w 30"/>
                  <a:gd name="T3" fmla="*/ 0 h 10"/>
                  <a:gd name="T4" fmla="*/ 109 w 30"/>
                  <a:gd name="T5" fmla="*/ 49 h 10"/>
                  <a:gd name="T6" fmla="*/ 61 w 30"/>
                  <a:gd name="T7" fmla="*/ 49 h 10"/>
                  <a:gd name="T8" fmla="*/ 40 w 30"/>
                  <a:gd name="T9" fmla="*/ 4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0">
                    <a:moveTo>
                      <a:pt x="0" y="7"/>
                    </a:moveTo>
                    <a:cubicBezTo>
                      <a:pt x="4" y="7"/>
                      <a:pt x="6" y="4"/>
                      <a:pt x="5" y="0"/>
                    </a:cubicBezTo>
                    <a:cubicBezTo>
                      <a:pt x="9" y="3"/>
                      <a:pt x="25" y="9"/>
                      <a:pt x="30" y="10"/>
                    </a:cubicBezTo>
                    <a:cubicBezTo>
                      <a:pt x="27" y="10"/>
                      <a:pt x="14" y="0"/>
                      <a:pt x="17" y="10"/>
                    </a:cubicBezTo>
                    <a:cubicBezTo>
                      <a:pt x="15" y="10"/>
                      <a:pt x="13" y="10"/>
                      <a:pt x="11" y="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88" name="Freeform 3523">
                <a:extLst>
                  <a:ext uri="{FF2B5EF4-FFF2-40B4-BE49-F238E27FC236}">
                    <a16:creationId xmlns:a16="http://schemas.microsoft.com/office/drawing/2014/main" id="{53B46B97-3AB1-4C0E-808C-E8E739C4B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" y="3291"/>
                <a:ext cx="29" cy="38"/>
              </a:xfrm>
              <a:custGeom>
                <a:avLst/>
                <a:gdLst>
                  <a:gd name="T0" fmla="*/ 0 w 19"/>
                  <a:gd name="T1" fmla="*/ 68 h 23"/>
                  <a:gd name="T2" fmla="*/ 67 w 19"/>
                  <a:gd name="T3" fmla="*/ 104 h 23"/>
                  <a:gd name="T4" fmla="*/ 21 w 19"/>
                  <a:gd name="T5" fmla="*/ 0 h 23"/>
                  <a:gd name="T6" fmla="*/ 27 w 19"/>
                  <a:gd name="T7" fmla="*/ 46 h 23"/>
                  <a:gd name="T8" fmla="*/ 12 w 19"/>
                  <a:gd name="T9" fmla="*/ 7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0" y="15"/>
                    </a:moveTo>
                    <a:cubicBezTo>
                      <a:pt x="7" y="17"/>
                      <a:pt x="14" y="18"/>
                      <a:pt x="19" y="23"/>
                    </a:cubicBezTo>
                    <a:cubicBezTo>
                      <a:pt x="16" y="16"/>
                      <a:pt x="9" y="8"/>
                      <a:pt x="6" y="0"/>
                    </a:cubicBezTo>
                    <a:cubicBezTo>
                      <a:pt x="7" y="3"/>
                      <a:pt x="9" y="7"/>
                      <a:pt x="8" y="10"/>
                    </a:cubicBezTo>
                    <a:cubicBezTo>
                      <a:pt x="7" y="15"/>
                      <a:pt x="1" y="14"/>
                      <a:pt x="3" y="1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38" name="Group 3524">
              <a:extLst>
                <a:ext uri="{FF2B5EF4-FFF2-40B4-BE49-F238E27FC236}">
                  <a16:creationId xmlns:a16="http://schemas.microsoft.com/office/drawing/2014/main" id="{83FF1740-64A8-4AC4-ABFE-8E88D8C342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8" y="1642"/>
              <a:ext cx="1165" cy="2196"/>
              <a:chOff x="4288" y="1642"/>
              <a:chExt cx="1165" cy="2196"/>
            </a:xfrm>
          </p:grpSpPr>
          <p:sp>
            <p:nvSpPr>
              <p:cNvPr id="120889" name="Freeform 3525">
                <a:extLst>
                  <a:ext uri="{FF2B5EF4-FFF2-40B4-BE49-F238E27FC236}">
                    <a16:creationId xmlns:a16="http://schemas.microsoft.com/office/drawing/2014/main" id="{53146DAB-7090-4948-869F-C156B00D9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6" y="3444"/>
                <a:ext cx="13" cy="38"/>
              </a:xfrm>
              <a:custGeom>
                <a:avLst/>
                <a:gdLst>
                  <a:gd name="T0" fmla="*/ 0 w 8"/>
                  <a:gd name="T1" fmla="*/ 0 h 23"/>
                  <a:gd name="T2" fmla="*/ 34 w 8"/>
                  <a:gd name="T3" fmla="*/ 104 h 23"/>
                  <a:gd name="T4" fmla="*/ 34 w 8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2" y="8"/>
                      <a:pt x="5" y="16"/>
                      <a:pt x="8" y="23"/>
                    </a:cubicBezTo>
                    <a:cubicBezTo>
                      <a:pt x="8" y="16"/>
                      <a:pt x="8" y="9"/>
                      <a:pt x="8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90" name="Freeform 3526">
                <a:extLst>
                  <a:ext uri="{FF2B5EF4-FFF2-40B4-BE49-F238E27FC236}">
                    <a16:creationId xmlns:a16="http://schemas.microsoft.com/office/drawing/2014/main" id="{76A9A669-ABCF-4BC2-879A-4E26CC1E8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3449"/>
                <a:ext cx="34" cy="25"/>
              </a:xfrm>
              <a:custGeom>
                <a:avLst/>
                <a:gdLst>
                  <a:gd name="T0" fmla="*/ 82 w 22"/>
                  <a:gd name="T1" fmla="*/ 13 h 15"/>
                  <a:gd name="T2" fmla="*/ 76 w 22"/>
                  <a:gd name="T3" fmla="*/ 70 h 15"/>
                  <a:gd name="T4" fmla="*/ 0 w 2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22" y="3"/>
                    </a:moveTo>
                    <a:cubicBezTo>
                      <a:pt x="18" y="6"/>
                      <a:pt x="19" y="11"/>
                      <a:pt x="21" y="15"/>
                    </a:cubicBezTo>
                    <a:cubicBezTo>
                      <a:pt x="15" y="8"/>
                      <a:pt x="8" y="2"/>
                      <a:pt x="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91" name="Freeform 3527">
                <a:extLst>
                  <a:ext uri="{FF2B5EF4-FFF2-40B4-BE49-F238E27FC236}">
                    <a16:creationId xmlns:a16="http://schemas.microsoft.com/office/drawing/2014/main" id="{0A5F79F7-51F5-4927-BF3B-1BA04000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3700"/>
                <a:ext cx="19" cy="52"/>
              </a:xfrm>
              <a:custGeom>
                <a:avLst/>
                <a:gdLst>
                  <a:gd name="T0" fmla="*/ 35 w 12"/>
                  <a:gd name="T1" fmla="*/ 0 h 32"/>
                  <a:gd name="T2" fmla="*/ 21 w 12"/>
                  <a:gd name="T3" fmla="*/ 138 h 32"/>
                  <a:gd name="T4" fmla="*/ 48 w 12"/>
                  <a:gd name="T5" fmla="*/ 8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2">
                    <a:moveTo>
                      <a:pt x="9" y="0"/>
                    </a:moveTo>
                    <a:cubicBezTo>
                      <a:pt x="5" y="9"/>
                      <a:pt x="0" y="24"/>
                      <a:pt x="5" y="32"/>
                    </a:cubicBezTo>
                    <a:cubicBezTo>
                      <a:pt x="5" y="27"/>
                      <a:pt x="8" y="14"/>
                      <a:pt x="12" y="2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92" name="Freeform 3528">
                <a:extLst>
                  <a:ext uri="{FF2B5EF4-FFF2-40B4-BE49-F238E27FC236}">
                    <a16:creationId xmlns:a16="http://schemas.microsoft.com/office/drawing/2014/main" id="{9AFAEB8C-A806-43C7-9459-08A9EA438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3471"/>
                <a:ext cx="16" cy="43"/>
              </a:xfrm>
              <a:custGeom>
                <a:avLst/>
                <a:gdLst>
                  <a:gd name="T0" fmla="*/ 5 w 10"/>
                  <a:gd name="T1" fmla="*/ 117 h 26"/>
                  <a:gd name="T2" fmla="*/ 42 w 10"/>
                  <a:gd name="T3" fmla="*/ 91 h 26"/>
                  <a:gd name="T4" fmla="*/ 26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" y="26"/>
                    </a:moveTo>
                    <a:cubicBezTo>
                      <a:pt x="0" y="21"/>
                      <a:pt x="5" y="19"/>
                      <a:pt x="10" y="20"/>
                    </a:cubicBezTo>
                    <a:cubicBezTo>
                      <a:pt x="5" y="16"/>
                      <a:pt x="6" y="5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93" name="Freeform 3529">
                <a:extLst>
                  <a:ext uri="{FF2B5EF4-FFF2-40B4-BE49-F238E27FC236}">
                    <a16:creationId xmlns:a16="http://schemas.microsoft.com/office/drawing/2014/main" id="{E15233E7-761A-4562-9DFA-7B76510A2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540"/>
                <a:ext cx="23" cy="61"/>
              </a:xfrm>
              <a:custGeom>
                <a:avLst/>
                <a:gdLst>
                  <a:gd name="T0" fmla="*/ 49 w 15"/>
                  <a:gd name="T1" fmla="*/ 0 h 37"/>
                  <a:gd name="T2" fmla="*/ 54 w 15"/>
                  <a:gd name="T3" fmla="*/ 167 h 37"/>
                  <a:gd name="T4" fmla="*/ 43 w 15"/>
                  <a:gd name="T5" fmla="*/ 3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7">
                    <a:moveTo>
                      <a:pt x="14" y="0"/>
                    </a:moveTo>
                    <a:cubicBezTo>
                      <a:pt x="11" y="13"/>
                      <a:pt x="14" y="25"/>
                      <a:pt x="15" y="37"/>
                    </a:cubicBezTo>
                    <a:cubicBezTo>
                      <a:pt x="0" y="33"/>
                      <a:pt x="8" y="17"/>
                      <a:pt x="12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94" name="Freeform 3530">
                <a:extLst>
                  <a:ext uri="{FF2B5EF4-FFF2-40B4-BE49-F238E27FC236}">
                    <a16:creationId xmlns:a16="http://schemas.microsoft.com/office/drawing/2014/main" id="{00E8FBF8-DBC4-491C-AEBD-84D7336FA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3696"/>
                <a:ext cx="14" cy="66"/>
              </a:xfrm>
              <a:custGeom>
                <a:avLst/>
                <a:gdLst>
                  <a:gd name="T0" fmla="*/ 8 w 9"/>
                  <a:gd name="T1" fmla="*/ 5 h 40"/>
                  <a:gd name="T2" fmla="*/ 34 w 9"/>
                  <a:gd name="T3" fmla="*/ 180 h 40"/>
                  <a:gd name="T4" fmla="*/ 0 w 9"/>
                  <a:gd name="T5" fmla="*/ 109 h 40"/>
                  <a:gd name="T6" fmla="*/ 8 w 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0">
                    <a:moveTo>
                      <a:pt x="2" y="1"/>
                    </a:moveTo>
                    <a:cubicBezTo>
                      <a:pt x="3" y="13"/>
                      <a:pt x="5" y="30"/>
                      <a:pt x="9" y="40"/>
                    </a:cubicBezTo>
                    <a:cubicBezTo>
                      <a:pt x="3" y="35"/>
                      <a:pt x="0" y="35"/>
                      <a:pt x="0" y="24"/>
                    </a:cubicBezTo>
                    <a:cubicBezTo>
                      <a:pt x="0" y="16"/>
                      <a:pt x="3" y="8"/>
                      <a:pt x="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95" name="Freeform 3531">
                <a:extLst>
                  <a:ext uri="{FF2B5EF4-FFF2-40B4-BE49-F238E27FC236}">
                    <a16:creationId xmlns:a16="http://schemas.microsoft.com/office/drawing/2014/main" id="{A0387B26-2C7D-413E-8E99-812B0D2AF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3649"/>
                <a:ext cx="23" cy="100"/>
              </a:xfrm>
              <a:custGeom>
                <a:avLst/>
                <a:gdLst>
                  <a:gd name="T0" fmla="*/ 0 w 15"/>
                  <a:gd name="T1" fmla="*/ 130 h 61"/>
                  <a:gd name="T2" fmla="*/ 40 w 15"/>
                  <a:gd name="T3" fmla="*/ 269 h 61"/>
                  <a:gd name="T4" fmla="*/ 48 w 15"/>
                  <a:gd name="T5" fmla="*/ 0 h 61"/>
                  <a:gd name="T6" fmla="*/ 14 w 15"/>
                  <a:gd name="T7" fmla="*/ 146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1">
                    <a:moveTo>
                      <a:pt x="0" y="29"/>
                    </a:moveTo>
                    <a:cubicBezTo>
                      <a:pt x="2" y="38"/>
                      <a:pt x="4" y="56"/>
                      <a:pt x="11" y="61"/>
                    </a:cubicBezTo>
                    <a:cubicBezTo>
                      <a:pt x="12" y="41"/>
                      <a:pt x="14" y="19"/>
                      <a:pt x="13" y="0"/>
                    </a:cubicBezTo>
                    <a:cubicBezTo>
                      <a:pt x="13" y="12"/>
                      <a:pt x="15" y="26"/>
                      <a:pt x="4" y="3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96" name="Freeform 3532">
                <a:extLst>
                  <a:ext uri="{FF2B5EF4-FFF2-40B4-BE49-F238E27FC236}">
                    <a16:creationId xmlns:a16="http://schemas.microsoft.com/office/drawing/2014/main" id="{8FC66D74-73F3-4813-A61B-9E97022DB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3466"/>
                <a:ext cx="22" cy="72"/>
              </a:xfrm>
              <a:custGeom>
                <a:avLst/>
                <a:gdLst>
                  <a:gd name="T0" fmla="*/ 35 w 14"/>
                  <a:gd name="T1" fmla="*/ 0 h 44"/>
                  <a:gd name="T2" fmla="*/ 55 w 14"/>
                  <a:gd name="T3" fmla="*/ 193 h 44"/>
                  <a:gd name="T4" fmla="*/ 0 w 14"/>
                  <a:gd name="T5" fmla="*/ 101 h 44"/>
                  <a:gd name="T6" fmla="*/ 35 w 14"/>
                  <a:gd name="T7" fmla="*/ 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4">
                    <a:moveTo>
                      <a:pt x="9" y="0"/>
                    </a:moveTo>
                    <a:cubicBezTo>
                      <a:pt x="8" y="15"/>
                      <a:pt x="13" y="30"/>
                      <a:pt x="14" y="44"/>
                    </a:cubicBezTo>
                    <a:cubicBezTo>
                      <a:pt x="11" y="38"/>
                      <a:pt x="10" y="23"/>
                      <a:pt x="0" y="23"/>
                    </a:cubicBezTo>
                    <a:cubicBezTo>
                      <a:pt x="5" y="16"/>
                      <a:pt x="4" y="7"/>
                      <a:pt x="9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97" name="Freeform 3533">
                <a:extLst>
                  <a:ext uri="{FF2B5EF4-FFF2-40B4-BE49-F238E27FC236}">
                    <a16:creationId xmlns:a16="http://schemas.microsoft.com/office/drawing/2014/main" id="{61EB972F-A00C-4382-B1D4-4E496E965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3502"/>
                <a:ext cx="19" cy="44"/>
              </a:xfrm>
              <a:custGeom>
                <a:avLst/>
                <a:gdLst>
                  <a:gd name="T0" fmla="*/ 0 w 12"/>
                  <a:gd name="T1" fmla="*/ 13 h 27"/>
                  <a:gd name="T2" fmla="*/ 13 w 12"/>
                  <a:gd name="T3" fmla="*/ 117 h 27"/>
                  <a:gd name="T4" fmla="*/ 48 w 12"/>
                  <a:gd name="T5" fmla="*/ 0 h 27"/>
                  <a:gd name="T6" fmla="*/ 8 w 12"/>
                  <a:gd name="T7" fmla="*/ 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7">
                    <a:moveTo>
                      <a:pt x="0" y="3"/>
                    </a:moveTo>
                    <a:cubicBezTo>
                      <a:pt x="1" y="11"/>
                      <a:pt x="2" y="20"/>
                      <a:pt x="3" y="27"/>
                    </a:cubicBezTo>
                    <a:cubicBezTo>
                      <a:pt x="4" y="17"/>
                      <a:pt x="6" y="9"/>
                      <a:pt x="12" y="0"/>
                    </a:cubicBezTo>
                    <a:cubicBezTo>
                      <a:pt x="9" y="4"/>
                      <a:pt x="5" y="6"/>
                      <a:pt x="2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98" name="Freeform 3534">
                <a:extLst>
                  <a:ext uri="{FF2B5EF4-FFF2-40B4-BE49-F238E27FC236}">
                    <a16:creationId xmlns:a16="http://schemas.microsoft.com/office/drawing/2014/main" id="{DE30E404-3523-4DDB-8EC4-2FA2257BD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3301"/>
                <a:ext cx="33" cy="68"/>
              </a:xfrm>
              <a:custGeom>
                <a:avLst/>
                <a:gdLst>
                  <a:gd name="T0" fmla="*/ 0 w 21"/>
                  <a:gd name="T1" fmla="*/ 109 h 41"/>
                  <a:gd name="T2" fmla="*/ 74 w 21"/>
                  <a:gd name="T3" fmla="*/ 5 h 41"/>
                  <a:gd name="T4" fmla="*/ 69 w 21"/>
                  <a:gd name="T5" fmla="*/ 187 h 41"/>
                  <a:gd name="T6" fmla="*/ 39 w 21"/>
                  <a:gd name="T7" fmla="*/ 5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1">
                    <a:moveTo>
                      <a:pt x="0" y="24"/>
                    </a:moveTo>
                    <a:cubicBezTo>
                      <a:pt x="1" y="17"/>
                      <a:pt x="11" y="0"/>
                      <a:pt x="19" y="1"/>
                    </a:cubicBezTo>
                    <a:cubicBezTo>
                      <a:pt x="15" y="13"/>
                      <a:pt x="19" y="28"/>
                      <a:pt x="18" y="41"/>
                    </a:cubicBezTo>
                    <a:cubicBezTo>
                      <a:pt x="12" y="35"/>
                      <a:pt x="21" y="12"/>
                      <a:pt x="10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99" name="Freeform 3535">
                <a:extLst>
                  <a:ext uri="{FF2B5EF4-FFF2-40B4-BE49-F238E27FC236}">
                    <a16:creationId xmlns:a16="http://schemas.microsoft.com/office/drawing/2014/main" id="{AD0AC1A4-5EB3-425A-A30C-63FA25745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385"/>
                <a:ext cx="48" cy="97"/>
              </a:xfrm>
              <a:custGeom>
                <a:avLst/>
                <a:gdLst>
                  <a:gd name="T0" fmla="*/ 0 w 31"/>
                  <a:gd name="T1" fmla="*/ 168 h 59"/>
                  <a:gd name="T2" fmla="*/ 14 w 31"/>
                  <a:gd name="T3" fmla="*/ 261 h 59"/>
                  <a:gd name="T4" fmla="*/ 115 w 31"/>
                  <a:gd name="T5" fmla="*/ 0 h 59"/>
                  <a:gd name="T6" fmla="*/ 19 w 31"/>
                  <a:gd name="T7" fmla="*/ 164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9">
                    <a:moveTo>
                      <a:pt x="0" y="38"/>
                    </a:moveTo>
                    <a:cubicBezTo>
                      <a:pt x="4" y="45"/>
                      <a:pt x="1" y="53"/>
                      <a:pt x="4" y="59"/>
                    </a:cubicBezTo>
                    <a:cubicBezTo>
                      <a:pt x="12" y="39"/>
                      <a:pt x="26" y="21"/>
                      <a:pt x="31" y="0"/>
                    </a:cubicBezTo>
                    <a:cubicBezTo>
                      <a:pt x="21" y="10"/>
                      <a:pt x="21" y="33"/>
                      <a:pt x="5" y="3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00" name="Freeform 3536">
                <a:extLst>
                  <a:ext uri="{FF2B5EF4-FFF2-40B4-BE49-F238E27FC236}">
                    <a16:creationId xmlns:a16="http://schemas.microsoft.com/office/drawing/2014/main" id="{3719334A-CD0D-4A25-81CB-8B06678AE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3649"/>
                <a:ext cx="24" cy="34"/>
              </a:xfrm>
              <a:custGeom>
                <a:avLst/>
                <a:gdLst>
                  <a:gd name="T0" fmla="*/ 0 w 15"/>
                  <a:gd name="T1" fmla="*/ 13 h 21"/>
                  <a:gd name="T2" fmla="*/ 61 w 15"/>
                  <a:gd name="T3" fmla="*/ 89 h 21"/>
                  <a:gd name="T4" fmla="*/ 26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3"/>
                    </a:moveTo>
                    <a:cubicBezTo>
                      <a:pt x="5" y="10"/>
                      <a:pt x="10" y="15"/>
                      <a:pt x="15" y="21"/>
                    </a:cubicBezTo>
                    <a:cubicBezTo>
                      <a:pt x="10" y="16"/>
                      <a:pt x="7" y="7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01" name="Freeform 3537">
                <a:extLst>
                  <a:ext uri="{FF2B5EF4-FFF2-40B4-BE49-F238E27FC236}">
                    <a16:creationId xmlns:a16="http://schemas.microsoft.com/office/drawing/2014/main" id="{850B3065-282C-476D-803A-448EEA3E0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3370"/>
                <a:ext cx="48" cy="41"/>
              </a:xfrm>
              <a:custGeom>
                <a:avLst/>
                <a:gdLst>
                  <a:gd name="T0" fmla="*/ 29 w 31"/>
                  <a:gd name="T1" fmla="*/ 41 h 25"/>
                  <a:gd name="T2" fmla="*/ 60 w 31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5">
                    <a:moveTo>
                      <a:pt x="8" y="9"/>
                    </a:moveTo>
                    <a:cubicBezTo>
                      <a:pt x="0" y="25"/>
                      <a:pt x="31" y="18"/>
                      <a:pt x="1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02" name="Freeform 3538">
                <a:extLst>
                  <a:ext uri="{FF2B5EF4-FFF2-40B4-BE49-F238E27FC236}">
                    <a16:creationId xmlns:a16="http://schemas.microsoft.com/office/drawing/2014/main" id="{D48FC384-1279-499B-9BA9-24C746614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3186"/>
                <a:ext cx="30" cy="26"/>
              </a:xfrm>
              <a:custGeom>
                <a:avLst/>
                <a:gdLst>
                  <a:gd name="T0" fmla="*/ 0 w 19"/>
                  <a:gd name="T1" fmla="*/ 47 h 16"/>
                  <a:gd name="T2" fmla="*/ 5 w 19"/>
                  <a:gd name="T3" fmla="*/ 68 h 16"/>
                  <a:gd name="T4" fmla="*/ 47 w 19"/>
                  <a:gd name="T5" fmla="*/ 0 h 16"/>
                  <a:gd name="T6" fmla="*/ 35 w 19"/>
                  <a:gd name="T7" fmla="*/ 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0" y="11"/>
                    </a:moveTo>
                    <a:cubicBezTo>
                      <a:pt x="0" y="13"/>
                      <a:pt x="0" y="15"/>
                      <a:pt x="1" y="16"/>
                    </a:cubicBezTo>
                    <a:cubicBezTo>
                      <a:pt x="9" y="16"/>
                      <a:pt x="19" y="8"/>
                      <a:pt x="12" y="0"/>
                    </a:cubicBezTo>
                    <a:cubicBezTo>
                      <a:pt x="10" y="1"/>
                      <a:pt x="10" y="1"/>
                      <a:pt x="9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03" name="Freeform 3539">
                <a:extLst>
                  <a:ext uri="{FF2B5EF4-FFF2-40B4-BE49-F238E27FC236}">
                    <a16:creationId xmlns:a16="http://schemas.microsoft.com/office/drawing/2014/main" id="{E3526468-02A8-4B87-80AA-55045A42F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3359"/>
                <a:ext cx="11" cy="19"/>
              </a:xfrm>
              <a:custGeom>
                <a:avLst/>
                <a:gdLst>
                  <a:gd name="T0" fmla="*/ 0 w 7"/>
                  <a:gd name="T1" fmla="*/ 27 h 12"/>
                  <a:gd name="T2" fmla="*/ 5 w 7"/>
                  <a:gd name="T3" fmla="*/ 48 h 12"/>
                  <a:gd name="T4" fmla="*/ 14 w 7"/>
                  <a:gd name="T5" fmla="*/ 5 h 12"/>
                  <a:gd name="T6" fmla="*/ 5 w 7"/>
                  <a:gd name="T7" fmla="*/ 1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0" y="7"/>
                    </a:moveTo>
                    <a:cubicBezTo>
                      <a:pt x="0" y="9"/>
                      <a:pt x="0" y="10"/>
                      <a:pt x="1" y="12"/>
                    </a:cubicBezTo>
                    <a:cubicBezTo>
                      <a:pt x="6" y="11"/>
                      <a:pt x="7" y="5"/>
                      <a:pt x="4" y="1"/>
                    </a:cubicBezTo>
                    <a:cubicBezTo>
                      <a:pt x="2" y="0"/>
                      <a:pt x="2" y="2"/>
                      <a:pt x="1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04" name="Freeform 3540">
                <a:extLst>
                  <a:ext uri="{FF2B5EF4-FFF2-40B4-BE49-F238E27FC236}">
                    <a16:creationId xmlns:a16="http://schemas.microsoft.com/office/drawing/2014/main" id="{75814FE2-335D-44C5-893E-164335973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3268"/>
                <a:ext cx="43" cy="49"/>
              </a:xfrm>
              <a:custGeom>
                <a:avLst/>
                <a:gdLst>
                  <a:gd name="T0" fmla="*/ 12 w 28"/>
                  <a:gd name="T1" fmla="*/ 13 h 30"/>
                  <a:gd name="T2" fmla="*/ 52 w 28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0">
                    <a:moveTo>
                      <a:pt x="3" y="3"/>
                    </a:moveTo>
                    <a:cubicBezTo>
                      <a:pt x="0" y="30"/>
                      <a:pt x="28" y="0"/>
                      <a:pt x="14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05" name="Freeform 3541">
                <a:extLst>
                  <a:ext uri="{FF2B5EF4-FFF2-40B4-BE49-F238E27FC236}">
                    <a16:creationId xmlns:a16="http://schemas.microsoft.com/office/drawing/2014/main" id="{FCAA6CFB-2870-4F06-83B7-3108C5140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3357"/>
                <a:ext cx="34" cy="33"/>
              </a:xfrm>
              <a:custGeom>
                <a:avLst/>
                <a:gdLst>
                  <a:gd name="T0" fmla="*/ 0 w 22"/>
                  <a:gd name="T1" fmla="*/ 41 h 20"/>
                  <a:gd name="T2" fmla="*/ 40 w 2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0">
                    <a:moveTo>
                      <a:pt x="0" y="9"/>
                    </a:moveTo>
                    <a:cubicBezTo>
                      <a:pt x="0" y="20"/>
                      <a:pt x="22" y="12"/>
                      <a:pt x="1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06" name="Freeform 3542">
                <a:extLst>
                  <a:ext uri="{FF2B5EF4-FFF2-40B4-BE49-F238E27FC236}">
                    <a16:creationId xmlns:a16="http://schemas.microsoft.com/office/drawing/2014/main" id="{33BEB824-9FD2-40F1-9A1A-E4FDD086E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3243"/>
                <a:ext cx="42" cy="53"/>
              </a:xfrm>
              <a:custGeom>
                <a:avLst/>
                <a:gdLst>
                  <a:gd name="T0" fmla="*/ 0 w 27"/>
                  <a:gd name="T1" fmla="*/ 63 h 32"/>
                  <a:gd name="T2" fmla="*/ 40 w 27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2">
                    <a:moveTo>
                      <a:pt x="0" y="14"/>
                    </a:moveTo>
                    <a:cubicBezTo>
                      <a:pt x="8" y="32"/>
                      <a:pt x="27" y="7"/>
                      <a:pt x="1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07" name="Freeform 3543">
                <a:extLst>
                  <a:ext uri="{FF2B5EF4-FFF2-40B4-BE49-F238E27FC236}">
                    <a16:creationId xmlns:a16="http://schemas.microsoft.com/office/drawing/2014/main" id="{F24FC098-1C21-4142-A4AD-1DE40FAA8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3191"/>
                <a:ext cx="57" cy="54"/>
              </a:xfrm>
              <a:custGeom>
                <a:avLst/>
                <a:gdLst>
                  <a:gd name="T0" fmla="*/ 0 w 37"/>
                  <a:gd name="T1" fmla="*/ 41 h 33"/>
                  <a:gd name="T2" fmla="*/ 54 w 37"/>
                  <a:gd name="T3" fmla="*/ 1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3">
                    <a:moveTo>
                      <a:pt x="0" y="9"/>
                    </a:moveTo>
                    <a:cubicBezTo>
                      <a:pt x="3" y="33"/>
                      <a:pt x="37" y="0"/>
                      <a:pt x="15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08" name="Freeform 3544">
                <a:extLst>
                  <a:ext uri="{FF2B5EF4-FFF2-40B4-BE49-F238E27FC236}">
                    <a16:creationId xmlns:a16="http://schemas.microsoft.com/office/drawing/2014/main" id="{25CC8007-14DF-4265-BEC9-D94B5210E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3332"/>
                <a:ext cx="30" cy="37"/>
              </a:xfrm>
              <a:custGeom>
                <a:avLst/>
                <a:gdLst>
                  <a:gd name="T0" fmla="*/ 14 w 20"/>
                  <a:gd name="T1" fmla="*/ 62 h 22"/>
                  <a:gd name="T2" fmla="*/ 45 w 20"/>
                  <a:gd name="T3" fmla="*/ 91 h 22"/>
                  <a:gd name="T4" fmla="*/ 32 w 20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4" y="13"/>
                    </a:moveTo>
                    <a:cubicBezTo>
                      <a:pt x="0" y="21"/>
                      <a:pt x="8" y="22"/>
                      <a:pt x="13" y="19"/>
                    </a:cubicBezTo>
                    <a:cubicBezTo>
                      <a:pt x="20" y="14"/>
                      <a:pt x="18" y="1"/>
                      <a:pt x="9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09" name="Freeform 3545">
                <a:extLst>
                  <a:ext uri="{FF2B5EF4-FFF2-40B4-BE49-F238E27FC236}">
                    <a16:creationId xmlns:a16="http://schemas.microsoft.com/office/drawing/2014/main" id="{E1383C9F-86D6-4148-A294-E2F6FD712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3309"/>
                <a:ext cx="34" cy="35"/>
              </a:xfrm>
              <a:custGeom>
                <a:avLst/>
                <a:gdLst>
                  <a:gd name="T0" fmla="*/ 19 w 22"/>
                  <a:gd name="T1" fmla="*/ 0 h 21"/>
                  <a:gd name="T2" fmla="*/ 62 w 22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5" y="0"/>
                    </a:moveTo>
                    <a:cubicBezTo>
                      <a:pt x="0" y="15"/>
                      <a:pt x="22" y="21"/>
                      <a:pt x="17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10" name="Freeform 3546">
                <a:extLst>
                  <a:ext uri="{FF2B5EF4-FFF2-40B4-BE49-F238E27FC236}">
                    <a16:creationId xmlns:a16="http://schemas.microsoft.com/office/drawing/2014/main" id="{342BE0B9-400F-4C54-B050-0E5F4E693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8" y="3266"/>
                <a:ext cx="25" cy="27"/>
              </a:xfrm>
              <a:custGeom>
                <a:avLst/>
                <a:gdLst>
                  <a:gd name="T0" fmla="*/ 22 w 16"/>
                  <a:gd name="T1" fmla="*/ 0 h 16"/>
                  <a:gd name="T2" fmla="*/ 31 w 16"/>
                  <a:gd name="T3" fmla="*/ 71 h 16"/>
                  <a:gd name="T4" fmla="*/ 42 w 16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3" y="4"/>
                      <a:pt x="0" y="14"/>
                      <a:pt x="8" y="15"/>
                    </a:cubicBezTo>
                    <a:cubicBezTo>
                      <a:pt x="16" y="16"/>
                      <a:pt x="16" y="4"/>
                      <a:pt x="11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11" name="Freeform 3547">
                <a:extLst>
                  <a:ext uri="{FF2B5EF4-FFF2-40B4-BE49-F238E27FC236}">
                    <a16:creationId xmlns:a16="http://schemas.microsoft.com/office/drawing/2014/main" id="{4FA06BC0-B91A-43D3-96D2-B5D2DEF3D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7" y="3370"/>
                <a:ext cx="49" cy="48"/>
              </a:xfrm>
              <a:custGeom>
                <a:avLst/>
                <a:gdLst>
                  <a:gd name="T0" fmla="*/ 14 w 32"/>
                  <a:gd name="T1" fmla="*/ 5 h 29"/>
                  <a:gd name="T2" fmla="*/ 54 w 32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9">
                    <a:moveTo>
                      <a:pt x="4" y="1"/>
                    </a:moveTo>
                    <a:cubicBezTo>
                      <a:pt x="0" y="29"/>
                      <a:pt x="32" y="4"/>
                      <a:pt x="1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12" name="Freeform 3548">
                <a:extLst>
                  <a:ext uri="{FF2B5EF4-FFF2-40B4-BE49-F238E27FC236}">
                    <a16:creationId xmlns:a16="http://schemas.microsoft.com/office/drawing/2014/main" id="{01832864-0345-4356-8A92-2D4C77741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3355"/>
                <a:ext cx="31" cy="27"/>
              </a:xfrm>
              <a:custGeom>
                <a:avLst/>
                <a:gdLst>
                  <a:gd name="T0" fmla="*/ 0 w 20"/>
                  <a:gd name="T1" fmla="*/ 8 h 16"/>
                  <a:gd name="T2" fmla="*/ 34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0" y="2"/>
                    </a:moveTo>
                    <a:cubicBezTo>
                      <a:pt x="1" y="16"/>
                      <a:pt x="20" y="7"/>
                      <a:pt x="9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13" name="Freeform 3549">
                <a:extLst>
                  <a:ext uri="{FF2B5EF4-FFF2-40B4-BE49-F238E27FC236}">
                    <a16:creationId xmlns:a16="http://schemas.microsoft.com/office/drawing/2014/main" id="{139EC291-BDC4-4530-B5B2-29811DB47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3415"/>
                <a:ext cx="24" cy="13"/>
              </a:xfrm>
              <a:custGeom>
                <a:avLst/>
                <a:gdLst>
                  <a:gd name="T0" fmla="*/ 0 w 15"/>
                  <a:gd name="T1" fmla="*/ 8 h 8"/>
                  <a:gd name="T2" fmla="*/ 54 w 1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0" y="2"/>
                    </a:moveTo>
                    <a:cubicBezTo>
                      <a:pt x="5" y="8"/>
                      <a:pt x="15" y="8"/>
                      <a:pt x="1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14" name="Freeform 3550">
                <a:extLst>
                  <a:ext uri="{FF2B5EF4-FFF2-40B4-BE49-F238E27FC236}">
                    <a16:creationId xmlns:a16="http://schemas.microsoft.com/office/drawing/2014/main" id="{F8AEF0BC-8A5D-4015-83D5-0E9B973CA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3509"/>
                <a:ext cx="45" cy="34"/>
              </a:xfrm>
              <a:custGeom>
                <a:avLst/>
                <a:gdLst>
                  <a:gd name="T0" fmla="*/ 29 w 29"/>
                  <a:gd name="T1" fmla="*/ 0 h 21"/>
                  <a:gd name="T2" fmla="*/ 70 w 29"/>
                  <a:gd name="T3" fmla="*/ 68 h 21"/>
                  <a:gd name="T4" fmla="*/ 82 w 29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1">
                    <a:moveTo>
                      <a:pt x="8" y="0"/>
                    </a:moveTo>
                    <a:cubicBezTo>
                      <a:pt x="0" y="8"/>
                      <a:pt x="9" y="21"/>
                      <a:pt x="19" y="16"/>
                    </a:cubicBezTo>
                    <a:cubicBezTo>
                      <a:pt x="25" y="14"/>
                      <a:pt x="29" y="4"/>
                      <a:pt x="2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15" name="Freeform 3551">
                <a:extLst>
                  <a:ext uri="{FF2B5EF4-FFF2-40B4-BE49-F238E27FC236}">
                    <a16:creationId xmlns:a16="http://schemas.microsoft.com/office/drawing/2014/main" id="{807A1D55-7682-47AD-97D6-86CD704B3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7" y="3598"/>
                <a:ext cx="26" cy="18"/>
              </a:xfrm>
              <a:custGeom>
                <a:avLst/>
                <a:gdLst>
                  <a:gd name="T0" fmla="*/ 5 w 17"/>
                  <a:gd name="T1" fmla="*/ 0 h 11"/>
                  <a:gd name="T2" fmla="*/ 54 w 17"/>
                  <a:gd name="T3" fmla="*/ 47 h 11"/>
                  <a:gd name="T4" fmla="*/ 61 w 17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1" y="0"/>
                    </a:moveTo>
                    <a:cubicBezTo>
                      <a:pt x="0" y="8"/>
                      <a:pt x="9" y="11"/>
                      <a:pt x="15" y="11"/>
                    </a:cubicBezTo>
                    <a:cubicBezTo>
                      <a:pt x="16" y="8"/>
                      <a:pt x="16" y="5"/>
                      <a:pt x="17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16" name="Freeform 3552">
                <a:extLst>
                  <a:ext uri="{FF2B5EF4-FFF2-40B4-BE49-F238E27FC236}">
                    <a16:creationId xmlns:a16="http://schemas.microsoft.com/office/drawing/2014/main" id="{1020C85D-8475-4FCA-B372-3EC4215B0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7" y="3471"/>
                <a:ext cx="37" cy="46"/>
              </a:xfrm>
              <a:custGeom>
                <a:avLst/>
                <a:gdLst>
                  <a:gd name="T0" fmla="*/ 5 w 24"/>
                  <a:gd name="T1" fmla="*/ 33 h 28"/>
                  <a:gd name="T2" fmla="*/ 22 w 24"/>
                  <a:gd name="T3" fmla="*/ 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8">
                    <a:moveTo>
                      <a:pt x="1" y="7"/>
                    </a:moveTo>
                    <a:cubicBezTo>
                      <a:pt x="0" y="28"/>
                      <a:pt x="24" y="0"/>
                      <a:pt x="6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17" name="Freeform 3553">
                <a:extLst>
                  <a:ext uri="{FF2B5EF4-FFF2-40B4-BE49-F238E27FC236}">
                    <a16:creationId xmlns:a16="http://schemas.microsoft.com/office/drawing/2014/main" id="{B5B2F38A-E719-4985-87BA-7E3CF7C24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3397"/>
                <a:ext cx="30" cy="33"/>
              </a:xfrm>
              <a:custGeom>
                <a:avLst/>
                <a:gdLst>
                  <a:gd name="T0" fmla="*/ 8 w 19"/>
                  <a:gd name="T1" fmla="*/ 50 h 20"/>
                  <a:gd name="T2" fmla="*/ 55 w 19"/>
                  <a:gd name="T3" fmla="*/ 68 h 20"/>
                  <a:gd name="T4" fmla="*/ 22 w 19"/>
                  <a:gd name="T5" fmla="*/ 2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2" y="11"/>
                    </a:moveTo>
                    <a:cubicBezTo>
                      <a:pt x="0" y="20"/>
                      <a:pt x="11" y="20"/>
                      <a:pt x="14" y="15"/>
                    </a:cubicBezTo>
                    <a:cubicBezTo>
                      <a:pt x="19" y="8"/>
                      <a:pt x="13" y="0"/>
                      <a:pt x="6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18" name="Freeform 3554">
                <a:extLst>
                  <a:ext uri="{FF2B5EF4-FFF2-40B4-BE49-F238E27FC236}">
                    <a16:creationId xmlns:a16="http://schemas.microsoft.com/office/drawing/2014/main" id="{30C80CA1-38D0-424F-985A-B7F23F006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3420"/>
                <a:ext cx="41" cy="39"/>
              </a:xfrm>
              <a:custGeom>
                <a:avLst/>
                <a:gdLst>
                  <a:gd name="T0" fmla="*/ 14 w 26"/>
                  <a:gd name="T1" fmla="*/ 39 h 24"/>
                  <a:gd name="T2" fmla="*/ 60 w 26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4">
                    <a:moveTo>
                      <a:pt x="4" y="9"/>
                    </a:moveTo>
                    <a:cubicBezTo>
                      <a:pt x="0" y="24"/>
                      <a:pt x="26" y="10"/>
                      <a:pt x="1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19" name="Freeform 3555">
                <a:extLst>
                  <a:ext uri="{FF2B5EF4-FFF2-40B4-BE49-F238E27FC236}">
                    <a16:creationId xmlns:a16="http://schemas.microsoft.com/office/drawing/2014/main" id="{CC3279EB-50B5-44A0-8C83-641E763FC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472"/>
                <a:ext cx="23" cy="35"/>
              </a:xfrm>
              <a:custGeom>
                <a:avLst/>
                <a:gdLst>
                  <a:gd name="T0" fmla="*/ 12 w 15"/>
                  <a:gd name="T1" fmla="*/ 37 h 21"/>
                  <a:gd name="T2" fmla="*/ 40 w 15"/>
                  <a:gd name="T3" fmla="*/ 63 h 21"/>
                  <a:gd name="T4" fmla="*/ 12 w 15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3" y="8"/>
                    </a:moveTo>
                    <a:cubicBezTo>
                      <a:pt x="0" y="15"/>
                      <a:pt x="7" y="21"/>
                      <a:pt x="11" y="14"/>
                    </a:cubicBezTo>
                    <a:cubicBezTo>
                      <a:pt x="15" y="9"/>
                      <a:pt x="9" y="0"/>
                      <a:pt x="3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20" name="Freeform 3556">
                <a:extLst>
                  <a:ext uri="{FF2B5EF4-FFF2-40B4-BE49-F238E27FC236}">
                    <a16:creationId xmlns:a16="http://schemas.microsoft.com/office/drawing/2014/main" id="{93BACECE-020E-44D5-B15A-352F0A93B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3611"/>
                <a:ext cx="22" cy="26"/>
              </a:xfrm>
              <a:custGeom>
                <a:avLst/>
                <a:gdLst>
                  <a:gd name="T0" fmla="*/ 14 w 14"/>
                  <a:gd name="T1" fmla="*/ 13 h 16"/>
                  <a:gd name="T2" fmla="*/ 39 w 14"/>
                  <a:gd name="T3" fmla="*/ 47 h 16"/>
                  <a:gd name="T4" fmla="*/ 35 w 1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4" y="3"/>
                    </a:moveTo>
                    <a:cubicBezTo>
                      <a:pt x="0" y="9"/>
                      <a:pt x="4" y="16"/>
                      <a:pt x="10" y="11"/>
                    </a:cubicBezTo>
                    <a:cubicBezTo>
                      <a:pt x="14" y="8"/>
                      <a:pt x="14" y="1"/>
                      <a:pt x="9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21" name="Freeform 3557">
                <a:extLst>
                  <a:ext uri="{FF2B5EF4-FFF2-40B4-BE49-F238E27FC236}">
                    <a16:creationId xmlns:a16="http://schemas.microsoft.com/office/drawing/2014/main" id="{549E2FD4-1860-4A8E-97ED-5F8197C3E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3705"/>
                <a:ext cx="48" cy="33"/>
              </a:xfrm>
              <a:custGeom>
                <a:avLst/>
                <a:gdLst>
                  <a:gd name="T0" fmla="*/ 26 w 31"/>
                  <a:gd name="T1" fmla="*/ 20 h 20"/>
                  <a:gd name="T2" fmla="*/ 67 w 3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0">
                    <a:moveTo>
                      <a:pt x="7" y="4"/>
                    </a:moveTo>
                    <a:cubicBezTo>
                      <a:pt x="0" y="20"/>
                      <a:pt x="31" y="16"/>
                      <a:pt x="18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22" name="Freeform 3558">
                <a:extLst>
                  <a:ext uri="{FF2B5EF4-FFF2-40B4-BE49-F238E27FC236}">
                    <a16:creationId xmlns:a16="http://schemas.microsoft.com/office/drawing/2014/main" id="{D146BE7E-D7F0-48C5-A97F-BFAB3B59E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3683"/>
                <a:ext cx="21" cy="25"/>
              </a:xfrm>
              <a:custGeom>
                <a:avLst/>
                <a:gdLst>
                  <a:gd name="T0" fmla="*/ 21 w 14"/>
                  <a:gd name="T1" fmla="*/ 8 h 15"/>
                  <a:gd name="T2" fmla="*/ 26 w 14"/>
                  <a:gd name="T3" fmla="*/ 62 h 15"/>
                  <a:gd name="T4" fmla="*/ 32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2"/>
                    </a:moveTo>
                    <a:cubicBezTo>
                      <a:pt x="0" y="5"/>
                      <a:pt x="0" y="15"/>
                      <a:pt x="7" y="13"/>
                    </a:cubicBezTo>
                    <a:cubicBezTo>
                      <a:pt x="14" y="12"/>
                      <a:pt x="14" y="3"/>
                      <a:pt x="9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23" name="Freeform 3559">
                <a:extLst>
                  <a:ext uri="{FF2B5EF4-FFF2-40B4-BE49-F238E27FC236}">
                    <a16:creationId xmlns:a16="http://schemas.microsoft.com/office/drawing/2014/main" id="{90F95B55-1A3E-4DF3-8CBC-16DD01CF8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3687"/>
                <a:ext cx="17" cy="28"/>
              </a:xfrm>
              <a:custGeom>
                <a:avLst/>
                <a:gdLst>
                  <a:gd name="T0" fmla="*/ 0 w 11"/>
                  <a:gd name="T1" fmla="*/ 54 h 17"/>
                  <a:gd name="T2" fmla="*/ 12 w 11"/>
                  <a:gd name="T3" fmla="*/ 76 h 17"/>
                  <a:gd name="T4" fmla="*/ 12 w 11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12"/>
                    </a:moveTo>
                    <a:cubicBezTo>
                      <a:pt x="0" y="14"/>
                      <a:pt x="2" y="16"/>
                      <a:pt x="3" y="17"/>
                    </a:cubicBezTo>
                    <a:cubicBezTo>
                      <a:pt x="11" y="15"/>
                      <a:pt x="11" y="0"/>
                      <a:pt x="3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24" name="Freeform 3560">
                <a:extLst>
                  <a:ext uri="{FF2B5EF4-FFF2-40B4-BE49-F238E27FC236}">
                    <a16:creationId xmlns:a16="http://schemas.microsoft.com/office/drawing/2014/main" id="{220B0D23-746E-4E58-AD96-2C9177309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3647"/>
                <a:ext cx="22" cy="36"/>
              </a:xfrm>
              <a:custGeom>
                <a:avLst/>
                <a:gdLst>
                  <a:gd name="T0" fmla="*/ 5 w 14"/>
                  <a:gd name="T1" fmla="*/ 29 h 22"/>
                  <a:gd name="T2" fmla="*/ 8 w 14"/>
                  <a:gd name="T3" fmla="*/ 77 h 22"/>
                  <a:gd name="T4" fmla="*/ 14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" y="7"/>
                    </a:moveTo>
                    <a:cubicBezTo>
                      <a:pt x="0" y="11"/>
                      <a:pt x="1" y="15"/>
                      <a:pt x="2" y="18"/>
                    </a:cubicBezTo>
                    <a:cubicBezTo>
                      <a:pt x="14" y="22"/>
                      <a:pt x="12" y="2"/>
                      <a:pt x="4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25" name="Freeform 3561">
                <a:extLst>
                  <a:ext uri="{FF2B5EF4-FFF2-40B4-BE49-F238E27FC236}">
                    <a16:creationId xmlns:a16="http://schemas.microsoft.com/office/drawing/2014/main" id="{39BCBF51-804F-4DBE-8039-AE0F81FF8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3800"/>
                <a:ext cx="29" cy="35"/>
              </a:xfrm>
              <a:custGeom>
                <a:avLst/>
                <a:gdLst>
                  <a:gd name="T0" fmla="*/ 14 w 19"/>
                  <a:gd name="T1" fmla="*/ 5 h 21"/>
                  <a:gd name="T2" fmla="*/ 0 w 19"/>
                  <a:gd name="T3" fmla="*/ 5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1">
                    <a:moveTo>
                      <a:pt x="4" y="1"/>
                    </a:moveTo>
                    <a:cubicBezTo>
                      <a:pt x="19" y="0"/>
                      <a:pt x="8" y="21"/>
                      <a:pt x="0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26" name="Freeform 3562">
                <a:extLst>
                  <a:ext uri="{FF2B5EF4-FFF2-40B4-BE49-F238E27FC236}">
                    <a16:creationId xmlns:a16="http://schemas.microsoft.com/office/drawing/2014/main" id="{0B90D578-F8C8-4CEE-879F-7ED56CE27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815"/>
                <a:ext cx="22" cy="23"/>
              </a:xfrm>
              <a:custGeom>
                <a:avLst/>
                <a:gdLst>
                  <a:gd name="T0" fmla="*/ 0 w 14"/>
                  <a:gd name="T1" fmla="*/ 62 h 14"/>
                  <a:gd name="T2" fmla="*/ 31 w 14"/>
                  <a:gd name="T3" fmla="*/ 0 h 14"/>
                  <a:gd name="T4" fmla="*/ 55 w 14"/>
                  <a:gd name="T5" fmla="*/ 4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0"/>
                      <a:pt x="6" y="5"/>
                      <a:pt x="8" y="0"/>
                    </a:cubicBezTo>
                    <a:cubicBezTo>
                      <a:pt x="9" y="3"/>
                      <a:pt x="14" y="8"/>
                      <a:pt x="14" y="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27" name="Freeform 3563">
                <a:extLst>
                  <a:ext uri="{FF2B5EF4-FFF2-40B4-BE49-F238E27FC236}">
                    <a16:creationId xmlns:a16="http://schemas.microsoft.com/office/drawing/2014/main" id="{220AB326-D00E-4535-B322-EAD2F2F7C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3746"/>
                <a:ext cx="19" cy="67"/>
              </a:xfrm>
              <a:custGeom>
                <a:avLst/>
                <a:gdLst>
                  <a:gd name="T0" fmla="*/ 0 w 12"/>
                  <a:gd name="T1" fmla="*/ 123 h 41"/>
                  <a:gd name="T2" fmla="*/ 13 w 12"/>
                  <a:gd name="T3" fmla="*/ 0 h 41"/>
                  <a:gd name="T4" fmla="*/ 33 w 12"/>
                  <a:gd name="T5" fmla="*/ 178 h 41"/>
                  <a:gd name="T6" fmla="*/ 8 w 12"/>
                  <a:gd name="T7" fmla="*/ 88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1">
                    <a:moveTo>
                      <a:pt x="0" y="28"/>
                    </a:moveTo>
                    <a:cubicBezTo>
                      <a:pt x="2" y="19"/>
                      <a:pt x="1" y="9"/>
                      <a:pt x="3" y="0"/>
                    </a:cubicBezTo>
                    <a:cubicBezTo>
                      <a:pt x="2" y="11"/>
                      <a:pt x="12" y="29"/>
                      <a:pt x="8" y="41"/>
                    </a:cubicBezTo>
                    <a:cubicBezTo>
                      <a:pt x="7" y="35"/>
                      <a:pt x="4" y="24"/>
                      <a:pt x="2" y="2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28" name="Freeform 3564">
                <a:extLst>
                  <a:ext uri="{FF2B5EF4-FFF2-40B4-BE49-F238E27FC236}">
                    <a16:creationId xmlns:a16="http://schemas.microsoft.com/office/drawing/2014/main" id="{0F024885-9110-4907-A7B6-6AB274B7C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3191"/>
                <a:ext cx="44" cy="28"/>
              </a:xfrm>
              <a:custGeom>
                <a:avLst/>
                <a:gdLst>
                  <a:gd name="T0" fmla="*/ 0 w 28"/>
                  <a:gd name="T1" fmla="*/ 76 h 17"/>
                  <a:gd name="T2" fmla="*/ 108 w 28"/>
                  <a:gd name="T3" fmla="*/ 20 h 17"/>
                  <a:gd name="T4" fmla="*/ 8 w 28"/>
                  <a:gd name="T5" fmla="*/ 20 h 17"/>
                  <a:gd name="T6" fmla="*/ 27 w 28"/>
                  <a:gd name="T7" fmla="*/ 5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7">
                    <a:moveTo>
                      <a:pt x="0" y="17"/>
                    </a:moveTo>
                    <a:cubicBezTo>
                      <a:pt x="5" y="8"/>
                      <a:pt x="19" y="9"/>
                      <a:pt x="28" y="4"/>
                    </a:cubicBezTo>
                    <a:cubicBezTo>
                      <a:pt x="20" y="0"/>
                      <a:pt x="11" y="2"/>
                      <a:pt x="2" y="4"/>
                    </a:cubicBezTo>
                    <a:cubicBezTo>
                      <a:pt x="10" y="3"/>
                      <a:pt x="9" y="10"/>
                      <a:pt x="7" y="1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29" name="Freeform 3565">
                <a:extLst>
                  <a:ext uri="{FF2B5EF4-FFF2-40B4-BE49-F238E27FC236}">
                    <a16:creationId xmlns:a16="http://schemas.microsoft.com/office/drawing/2014/main" id="{51D05802-9A57-463B-B96D-8D02C813E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4" y="3444"/>
                <a:ext cx="63" cy="56"/>
              </a:xfrm>
              <a:custGeom>
                <a:avLst/>
                <a:gdLst>
                  <a:gd name="T0" fmla="*/ 54 w 41"/>
                  <a:gd name="T1" fmla="*/ 41 h 34"/>
                  <a:gd name="T2" fmla="*/ 149 w 41"/>
                  <a:gd name="T3" fmla="*/ 152 h 34"/>
                  <a:gd name="T4" fmla="*/ 74 w 41"/>
                  <a:gd name="T5" fmla="*/ 89 h 34"/>
                  <a:gd name="T6" fmla="*/ 0 w 41"/>
                  <a:gd name="T7" fmla="*/ 58 h 34"/>
                  <a:gd name="T8" fmla="*/ 0 w 41"/>
                  <a:gd name="T9" fmla="*/ 0 h 34"/>
                  <a:gd name="T10" fmla="*/ 52 w 41"/>
                  <a:gd name="T11" fmla="*/ 4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4">
                    <a:moveTo>
                      <a:pt x="15" y="9"/>
                    </a:moveTo>
                    <a:cubicBezTo>
                      <a:pt x="28" y="13"/>
                      <a:pt x="40" y="19"/>
                      <a:pt x="41" y="34"/>
                    </a:cubicBezTo>
                    <a:cubicBezTo>
                      <a:pt x="33" y="30"/>
                      <a:pt x="29" y="23"/>
                      <a:pt x="20" y="20"/>
                    </a:cubicBezTo>
                    <a:cubicBezTo>
                      <a:pt x="14" y="17"/>
                      <a:pt x="6" y="16"/>
                      <a:pt x="0" y="13"/>
                    </a:cubicBezTo>
                    <a:cubicBezTo>
                      <a:pt x="11" y="14"/>
                      <a:pt x="2" y="4"/>
                      <a:pt x="0" y="0"/>
                    </a:cubicBezTo>
                    <a:cubicBezTo>
                      <a:pt x="4" y="4"/>
                      <a:pt x="8" y="8"/>
                      <a:pt x="14" y="9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30" name="Freeform 3566">
                <a:extLst>
                  <a:ext uri="{FF2B5EF4-FFF2-40B4-BE49-F238E27FC236}">
                    <a16:creationId xmlns:a16="http://schemas.microsoft.com/office/drawing/2014/main" id="{B90C53E3-F849-4363-A7C3-545095A74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1" y="2574"/>
                <a:ext cx="55" cy="33"/>
              </a:xfrm>
              <a:custGeom>
                <a:avLst/>
                <a:gdLst>
                  <a:gd name="T0" fmla="*/ 0 w 36"/>
                  <a:gd name="T1" fmla="*/ 0 h 20"/>
                  <a:gd name="T2" fmla="*/ 47 w 36"/>
                  <a:gd name="T3" fmla="*/ 84 h 20"/>
                  <a:gd name="T4" fmla="*/ 128 w 36"/>
                  <a:gd name="T5" fmla="*/ 89 h 20"/>
                  <a:gd name="T6" fmla="*/ 12 w 36"/>
                  <a:gd name="T7" fmla="*/ 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cubicBezTo>
                      <a:pt x="5" y="4"/>
                      <a:pt x="9" y="13"/>
                      <a:pt x="13" y="19"/>
                    </a:cubicBezTo>
                    <a:cubicBezTo>
                      <a:pt x="21" y="14"/>
                      <a:pt x="28" y="15"/>
                      <a:pt x="36" y="20"/>
                    </a:cubicBezTo>
                    <a:cubicBezTo>
                      <a:pt x="27" y="13"/>
                      <a:pt x="8" y="9"/>
                      <a:pt x="3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31" name="Freeform 3567">
                <a:extLst>
                  <a:ext uri="{FF2B5EF4-FFF2-40B4-BE49-F238E27FC236}">
                    <a16:creationId xmlns:a16="http://schemas.microsoft.com/office/drawing/2014/main" id="{B9D4108D-4CB0-4E54-BF5D-46673DD16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9" y="2614"/>
                <a:ext cx="51" cy="34"/>
              </a:xfrm>
              <a:custGeom>
                <a:avLst/>
                <a:gdLst>
                  <a:gd name="T0" fmla="*/ 5 w 33"/>
                  <a:gd name="T1" fmla="*/ 39 h 21"/>
                  <a:gd name="T2" fmla="*/ 122 w 33"/>
                  <a:gd name="T3" fmla="*/ 89 h 21"/>
                  <a:gd name="T4" fmla="*/ 29 w 33"/>
                  <a:gd name="T5" fmla="*/ 0 h 21"/>
                  <a:gd name="T6" fmla="*/ 0 w 33"/>
                  <a:gd name="T7" fmla="*/ 2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1">
                    <a:moveTo>
                      <a:pt x="1" y="9"/>
                    </a:moveTo>
                    <a:cubicBezTo>
                      <a:pt x="9" y="14"/>
                      <a:pt x="23" y="20"/>
                      <a:pt x="33" y="21"/>
                    </a:cubicBezTo>
                    <a:cubicBezTo>
                      <a:pt x="22" y="16"/>
                      <a:pt x="16" y="6"/>
                      <a:pt x="8" y="0"/>
                    </a:cubicBezTo>
                    <a:cubicBezTo>
                      <a:pt x="11" y="6"/>
                      <a:pt x="5" y="7"/>
                      <a:pt x="0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32" name="Freeform 3568">
                <a:extLst>
                  <a:ext uri="{FF2B5EF4-FFF2-40B4-BE49-F238E27FC236}">
                    <a16:creationId xmlns:a16="http://schemas.microsoft.com/office/drawing/2014/main" id="{35FECA56-C2E1-435F-AA8B-D15831144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0" y="2584"/>
                <a:ext cx="42" cy="35"/>
              </a:xfrm>
              <a:custGeom>
                <a:avLst/>
                <a:gdLst>
                  <a:gd name="T0" fmla="*/ 62 w 27"/>
                  <a:gd name="T1" fmla="*/ 78 h 21"/>
                  <a:gd name="T2" fmla="*/ 0 w 27"/>
                  <a:gd name="T3" fmla="*/ 0 h 21"/>
                  <a:gd name="T4" fmla="*/ 101 w 27"/>
                  <a:gd name="T5" fmla="*/ 47 h 21"/>
                  <a:gd name="T6" fmla="*/ 79 w 27"/>
                  <a:gd name="T7" fmla="*/ 9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1">
                    <a:moveTo>
                      <a:pt x="17" y="17"/>
                    </a:moveTo>
                    <a:cubicBezTo>
                      <a:pt x="12" y="10"/>
                      <a:pt x="5" y="6"/>
                      <a:pt x="0" y="0"/>
                    </a:cubicBezTo>
                    <a:cubicBezTo>
                      <a:pt x="7" y="4"/>
                      <a:pt x="19" y="11"/>
                      <a:pt x="27" y="10"/>
                    </a:cubicBezTo>
                    <a:cubicBezTo>
                      <a:pt x="21" y="10"/>
                      <a:pt x="18" y="15"/>
                      <a:pt x="21" y="2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33" name="Freeform 3569">
                <a:extLst>
                  <a:ext uri="{FF2B5EF4-FFF2-40B4-BE49-F238E27FC236}">
                    <a16:creationId xmlns:a16="http://schemas.microsoft.com/office/drawing/2014/main" id="{3CC942D1-5A57-4F2C-8AB6-71AA4F819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8" y="2749"/>
                <a:ext cx="37" cy="25"/>
              </a:xfrm>
              <a:custGeom>
                <a:avLst/>
                <a:gdLst>
                  <a:gd name="T0" fmla="*/ 0 w 24"/>
                  <a:gd name="T1" fmla="*/ 8 h 15"/>
                  <a:gd name="T2" fmla="*/ 83 w 24"/>
                  <a:gd name="T3" fmla="*/ 70 h 15"/>
                  <a:gd name="T4" fmla="*/ 88 w 24"/>
                  <a:gd name="T5" fmla="*/ 8 h 15"/>
                  <a:gd name="T6" fmla="*/ 8 w 24"/>
                  <a:gd name="T7" fmla="*/ 2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0" y="2"/>
                    </a:moveTo>
                    <a:cubicBezTo>
                      <a:pt x="6" y="7"/>
                      <a:pt x="15" y="15"/>
                      <a:pt x="23" y="15"/>
                    </a:cubicBezTo>
                    <a:cubicBezTo>
                      <a:pt x="17" y="14"/>
                      <a:pt x="17" y="4"/>
                      <a:pt x="24" y="2"/>
                    </a:cubicBezTo>
                    <a:cubicBezTo>
                      <a:pt x="19" y="1"/>
                      <a:pt x="3" y="0"/>
                      <a:pt x="2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34" name="Freeform 3570">
                <a:extLst>
                  <a:ext uri="{FF2B5EF4-FFF2-40B4-BE49-F238E27FC236}">
                    <a16:creationId xmlns:a16="http://schemas.microsoft.com/office/drawing/2014/main" id="{686D3D82-E92E-4BF0-8F7F-BE602D78F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0" y="2790"/>
                <a:ext cx="22" cy="23"/>
              </a:xfrm>
              <a:custGeom>
                <a:avLst/>
                <a:gdLst>
                  <a:gd name="T0" fmla="*/ 13 w 14"/>
                  <a:gd name="T1" fmla="*/ 8 h 14"/>
                  <a:gd name="T2" fmla="*/ 55 w 14"/>
                  <a:gd name="T3" fmla="*/ 62 h 14"/>
                  <a:gd name="T4" fmla="*/ 55 w 14"/>
                  <a:gd name="T5" fmla="*/ 8 h 14"/>
                  <a:gd name="T6" fmla="*/ 0 w 14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4">
                    <a:moveTo>
                      <a:pt x="3" y="2"/>
                    </a:moveTo>
                    <a:cubicBezTo>
                      <a:pt x="6" y="6"/>
                      <a:pt x="9" y="12"/>
                      <a:pt x="14" y="14"/>
                    </a:cubicBezTo>
                    <a:cubicBezTo>
                      <a:pt x="12" y="10"/>
                      <a:pt x="12" y="6"/>
                      <a:pt x="14" y="2"/>
                    </a:cubicBezTo>
                    <a:cubicBezTo>
                      <a:pt x="9" y="4"/>
                      <a:pt x="4" y="2"/>
                      <a:pt x="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35" name="Freeform 3571">
                <a:extLst>
                  <a:ext uri="{FF2B5EF4-FFF2-40B4-BE49-F238E27FC236}">
                    <a16:creationId xmlns:a16="http://schemas.microsoft.com/office/drawing/2014/main" id="{436DB604-0768-42EC-A106-537FFC40E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2741"/>
                <a:ext cx="42" cy="23"/>
              </a:xfrm>
              <a:custGeom>
                <a:avLst/>
                <a:gdLst>
                  <a:gd name="T0" fmla="*/ 0 w 27"/>
                  <a:gd name="T1" fmla="*/ 5 h 14"/>
                  <a:gd name="T2" fmla="*/ 101 w 27"/>
                  <a:gd name="T3" fmla="*/ 62 h 14"/>
                  <a:gd name="T4" fmla="*/ 61 w 27"/>
                  <a:gd name="T5" fmla="*/ 21 h 14"/>
                  <a:gd name="T6" fmla="*/ 79 w 27"/>
                  <a:gd name="T7" fmla="*/ 5 h 14"/>
                  <a:gd name="T8" fmla="*/ 12 w 2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4">
                    <a:moveTo>
                      <a:pt x="0" y="1"/>
                    </a:moveTo>
                    <a:cubicBezTo>
                      <a:pt x="6" y="6"/>
                      <a:pt x="18" y="13"/>
                      <a:pt x="27" y="14"/>
                    </a:cubicBezTo>
                    <a:cubicBezTo>
                      <a:pt x="22" y="14"/>
                      <a:pt x="18" y="9"/>
                      <a:pt x="16" y="5"/>
                    </a:cubicBezTo>
                    <a:cubicBezTo>
                      <a:pt x="17" y="4"/>
                      <a:pt x="19" y="2"/>
                      <a:pt x="21" y="1"/>
                    </a:cubicBezTo>
                    <a:cubicBezTo>
                      <a:pt x="15" y="0"/>
                      <a:pt x="9" y="0"/>
                      <a:pt x="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36" name="Freeform 3572">
                <a:extLst>
                  <a:ext uri="{FF2B5EF4-FFF2-40B4-BE49-F238E27FC236}">
                    <a16:creationId xmlns:a16="http://schemas.microsoft.com/office/drawing/2014/main" id="{D982B261-A975-4B16-94B3-86DB838B3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703"/>
                <a:ext cx="50" cy="30"/>
              </a:xfrm>
              <a:custGeom>
                <a:avLst/>
                <a:gdLst>
                  <a:gd name="T0" fmla="*/ 5 w 32"/>
                  <a:gd name="T1" fmla="*/ 13 h 18"/>
                  <a:gd name="T2" fmla="*/ 42 w 32"/>
                  <a:gd name="T3" fmla="*/ 83 h 18"/>
                  <a:gd name="T4" fmla="*/ 73 w 32"/>
                  <a:gd name="T5" fmla="*/ 70 h 18"/>
                  <a:gd name="T6" fmla="*/ 122 w 32"/>
                  <a:gd name="T7" fmla="*/ 63 h 18"/>
                  <a:gd name="T8" fmla="*/ 0 w 3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8">
                    <a:moveTo>
                      <a:pt x="1" y="3"/>
                    </a:moveTo>
                    <a:cubicBezTo>
                      <a:pt x="4" y="8"/>
                      <a:pt x="5" y="17"/>
                      <a:pt x="11" y="18"/>
                    </a:cubicBezTo>
                    <a:cubicBezTo>
                      <a:pt x="14" y="18"/>
                      <a:pt x="16" y="16"/>
                      <a:pt x="19" y="15"/>
                    </a:cubicBezTo>
                    <a:cubicBezTo>
                      <a:pt x="23" y="14"/>
                      <a:pt x="28" y="15"/>
                      <a:pt x="32" y="14"/>
                    </a:cubicBezTo>
                    <a:cubicBezTo>
                      <a:pt x="23" y="10"/>
                      <a:pt x="7" y="8"/>
                      <a:pt x="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37" name="Freeform 3573">
                <a:extLst>
                  <a:ext uri="{FF2B5EF4-FFF2-40B4-BE49-F238E27FC236}">
                    <a16:creationId xmlns:a16="http://schemas.microsoft.com/office/drawing/2014/main" id="{C9991D5B-6287-4CF0-85D2-00EF12D16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2703"/>
                <a:ext cx="29" cy="38"/>
              </a:xfrm>
              <a:custGeom>
                <a:avLst/>
                <a:gdLst>
                  <a:gd name="T0" fmla="*/ 0 w 19"/>
                  <a:gd name="T1" fmla="*/ 68 h 23"/>
                  <a:gd name="T2" fmla="*/ 67 w 19"/>
                  <a:gd name="T3" fmla="*/ 96 h 23"/>
                  <a:gd name="T4" fmla="*/ 27 w 19"/>
                  <a:gd name="T5" fmla="*/ 0 h 23"/>
                  <a:gd name="T6" fmla="*/ 14 w 19"/>
                  <a:gd name="T7" fmla="*/ 6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15"/>
                    </a:moveTo>
                    <a:cubicBezTo>
                      <a:pt x="6" y="16"/>
                      <a:pt x="11" y="23"/>
                      <a:pt x="19" y="21"/>
                    </a:cubicBezTo>
                    <a:cubicBezTo>
                      <a:pt x="12" y="17"/>
                      <a:pt x="10" y="7"/>
                      <a:pt x="8" y="0"/>
                    </a:cubicBezTo>
                    <a:cubicBezTo>
                      <a:pt x="7" y="5"/>
                      <a:pt x="11" y="13"/>
                      <a:pt x="4" y="1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38" name="Freeform 3574">
                <a:extLst>
                  <a:ext uri="{FF2B5EF4-FFF2-40B4-BE49-F238E27FC236}">
                    <a16:creationId xmlns:a16="http://schemas.microsoft.com/office/drawing/2014/main" id="{29E0531C-CBAE-4B15-BCD7-892C7D9D4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602"/>
                <a:ext cx="32" cy="30"/>
              </a:xfrm>
              <a:custGeom>
                <a:avLst/>
                <a:gdLst>
                  <a:gd name="T0" fmla="*/ 5 w 21"/>
                  <a:gd name="T1" fmla="*/ 0 h 18"/>
                  <a:gd name="T2" fmla="*/ 27 w 21"/>
                  <a:gd name="T3" fmla="*/ 78 h 18"/>
                  <a:gd name="T4" fmla="*/ 75 w 21"/>
                  <a:gd name="T5" fmla="*/ 83 h 18"/>
                  <a:gd name="T6" fmla="*/ 8 w 21"/>
                  <a:gd name="T7" fmla="*/ 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1" y="0"/>
                    </a:moveTo>
                    <a:cubicBezTo>
                      <a:pt x="0" y="4"/>
                      <a:pt x="5" y="15"/>
                      <a:pt x="8" y="17"/>
                    </a:cubicBezTo>
                    <a:cubicBezTo>
                      <a:pt x="10" y="13"/>
                      <a:pt x="17" y="17"/>
                      <a:pt x="21" y="18"/>
                    </a:cubicBezTo>
                    <a:cubicBezTo>
                      <a:pt x="15" y="15"/>
                      <a:pt x="2" y="6"/>
                      <a:pt x="2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39" name="Freeform 3575">
                <a:extLst>
                  <a:ext uri="{FF2B5EF4-FFF2-40B4-BE49-F238E27FC236}">
                    <a16:creationId xmlns:a16="http://schemas.microsoft.com/office/drawing/2014/main" id="{BB55C09E-AE77-498E-9AC6-ADF1EA2F8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620"/>
                <a:ext cx="37" cy="61"/>
              </a:xfrm>
              <a:custGeom>
                <a:avLst/>
                <a:gdLst>
                  <a:gd name="T0" fmla="*/ 0 w 24"/>
                  <a:gd name="T1" fmla="*/ 71 h 37"/>
                  <a:gd name="T2" fmla="*/ 83 w 24"/>
                  <a:gd name="T3" fmla="*/ 167 h 37"/>
                  <a:gd name="T4" fmla="*/ 88 w 24"/>
                  <a:gd name="T5" fmla="*/ 167 h 37"/>
                  <a:gd name="T6" fmla="*/ 35 w 24"/>
                  <a:gd name="T7" fmla="*/ 0 h 37"/>
                  <a:gd name="T8" fmla="*/ 26 w 24"/>
                  <a:gd name="T9" fmla="*/ 7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7">
                    <a:moveTo>
                      <a:pt x="0" y="16"/>
                    </a:moveTo>
                    <a:cubicBezTo>
                      <a:pt x="8" y="23"/>
                      <a:pt x="16" y="30"/>
                      <a:pt x="23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18" y="26"/>
                      <a:pt x="14" y="12"/>
                      <a:pt x="10" y="0"/>
                    </a:cubicBezTo>
                    <a:cubicBezTo>
                      <a:pt x="11" y="6"/>
                      <a:pt x="15" y="16"/>
                      <a:pt x="7" y="1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0" name="Freeform 3576">
                <a:extLst>
                  <a:ext uri="{FF2B5EF4-FFF2-40B4-BE49-F238E27FC236}">
                    <a16:creationId xmlns:a16="http://schemas.microsoft.com/office/drawing/2014/main" id="{2D434EF3-8786-4B9C-AD06-AD550913F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2561"/>
                <a:ext cx="24" cy="58"/>
              </a:xfrm>
              <a:custGeom>
                <a:avLst/>
                <a:gdLst>
                  <a:gd name="T0" fmla="*/ 0 w 16"/>
                  <a:gd name="T1" fmla="*/ 60 h 35"/>
                  <a:gd name="T2" fmla="*/ 14 w 16"/>
                  <a:gd name="T3" fmla="*/ 33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13"/>
                    </a:moveTo>
                    <a:cubicBezTo>
                      <a:pt x="6" y="35"/>
                      <a:pt x="16" y="0"/>
                      <a:pt x="4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1" name="Freeform 3577">
                <a:extLst>
                  <a:ext uri="{FF2B5EF4-FFF2-40B4-BE49-F238E27FC236}">
                    <a16:creationId xmlns:a16="http://schemas.microsoft.com/office/drawing/2014/main" id="{D0CD6030-C1BE-4DA8-9659-C14BCE1A5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2634"/>
                <a:ext cx="20" cy="28"/>
              </a:xfrm>
              <a:custGeom>
                <a:avLst/>
                <a:gdLst>
                  <a:gd name="T0" fmla="*/ 0 w 13"/>
                  <a:gd name="T1" fmla="*/ 20 h 17"/>
                  <a:gd name="T2" fmla="*/ 34 w 13"/>
                  <a:gd name="T3" fmla="*/ 49 h 17"/>
                  <a:gd name="T4" fmla="*/ 18 w 13"/>
                  <a:gd name="T5" fmla="*/ 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4"/>
                    </a:moveTo>
                    <a:cubicBezTo>
                      <a:pt x="0" y="9"/>
                      <a:pt x="4" y="17"/>
                      <a:pt x="9" y="11"/>
                    </a:cubicBezTo>
                    <a:cubicBezTo>
                      <a:pt x="13" y="7"/>
                      <a:pt x="9" y="0"/>
                      <a:pt x="5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2" name="Freeform 3578">
                <a:extLst>
                  <a:ext uri="{FF2B5EF4-FFF2-40B4-BE49-F238E27FC236}">
                    <a16:creationId xmlns:a16="http://schemas.microsoft.com/office/drawing/2014/main" id="{E2A16BC0-4DA3-4C28-82D9-54731582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677"/>
                <a:ext cx="43" cy="42"/>
              </a:xfrm>
              <a:custGeom>
                <a:avLst/>
                <a:gdLst>
                  <a:gd name="T0" fmla="*/ 26 w 28"/>
                  <a:gd name="T1" fmla="*/ 16 h 26"/>
                  <a:gd name="T2" fmla="*/ 40 w 28"/>
                  <a:gd name="T3" fmla="*/ 0 h 26"/>
                  <a:gd name="T4" fmla="*/ 35 w 28"/>
                  <a:gd name="T5" fmla="*/ 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7" y="4"/>
                    </a:moveTo>
                    <a:cubicBezTo>
                      <a:pt x="0" y="26"/>
                      <a:pt x="28" y="4"/>
                      <a:pt x="11" y="0"/>
                    </a:cubicBezTo>
                    <a:cubicBezTo>
                      <a:pt x="10" y="0"/>
                      <a:pt x="10" y="1"/>
                      <a:pt x="10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3" name="Freeform 3579">
                <a:extLst>
                  <a:ext uri="{FF2B5EF4-FFF2-40B4-BE49-F238E27FC236}">
                    <a16:creationId xmlns:a16="http://schemas.microsoft.com/office/drawing/2014/main" id="{4A278354-4911-4AB6-BB66-6CABAF352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0" y="2762"/>
                <a:ext cx="46" cy="55"/>
              </a:xfrm>
              <a:custGeom>
                <a:avLst/>
                <a:gdLst>
                  <a:gd name="T0" fmla="*/ 8 w 30"/>
                  <a:gd name="T1" fmla="*/ 22 h 33"/>
                  <a:gd name="T2" fmla="*/ 35 w 30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3">
                    <a:moveTo>
                      <a:pt x="2" y="5"/>
                    </a:moveTo>
                    <a:cubicBezTo>
                      <a:pt x="0" y="33"/>
                      <a:pt x="30" y="2"/>
                      <a:pt x="1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4" name="Freeform 3580">
                <a:extLst>
                  <a:ext uri="{FF2B5EF4-FFF2-40B4-BE49-F238E27FC236}">
                    <a16:creationId xmlns:a16="http://schemas.microsoft.com/office/drawing/2014/main" id="{81BCA492-6CA2-44BE-826B-D1E51B4BF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4" y="2546"/>
                <a:ext cx="26" cy="37"/>
              </a:xfrm>
              <a:custGeom>
                <a:avLst/>
                <a:gdLst>
                  <a:gd name="T0" fmla="*/ 0 w 17"/>
                  <a:gd name="T1" fmla="*/ 13 h 22"/>
                  <a:gd name="T2" fmla="*/ 57 w 17"/>
                  <a:gd name="T3" fmla="*/ 49 h 22"/>
                  <a:gd name="T4" fmla="*/ 43 w 1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0" y="3"/>
                    </a:moveTo>
                    <a:cubicBezTo>
                      <a:pt x="2" y="10"/>
                      <a:pt x="10" y="22"/>
                      <a:pt x="16" y="10"/>
                    </a:cubicBezTo>
                    <a:cubicBezTo>
                      <a:pt x="17" y="7"/>
                      <a:pt x="16" y="0"/>
                      <a:pt x="1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5" name="Freeform 3581">
                <a:extLst>
                  <a:ext uri="{FF2B5EF4-FFF2-40B4-BE49-F238E27FC236}">
                    <a16:creationId xmlns:a16="http://schemas.microsoft.com/office/drawing/2014/main" id="{A4014C0A-46F3-42EE-8D6F-DB092AE9A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545"/>
                <a:ext cx="26" cy="24"/>
              </a:xfrm>
              <a:custGeom>
                <a:avLst/>
                <a:gdLst>
                  <a:gd name="T0" fmla="*/ 14 w 17"/>
                  <a:gd name="T1" fmla="*/ 16 h 15"/>
                  <a:gd name="T2" fmla="*/ 43 w 17"/>
                  <a:gd name="T3" fmla="*/ 48 h 15"/>
                  <a:gd name="T4" fmla="*/ 32 w 17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4" y="4"/>
                    </a:moveTo>
                    <a:cubicBezTo>
                      <a:pt x="0" y="9"/>
                      <a:pt x="7" y="15"/>
                      <a:pt x="12" y="12"/>
                    </a:cubicBezTo>
                    <a:cubicBezTo>
                      <a:pt x="17" y="9"/>
                      <a:pt x="14" y="0"/>
                      <a:pt x="9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6" name="Freeform 3582">
                <a:extLst>
                  <a:ext uri="{FF2B5EF4-FFF2-40B4-BE49-F238E27FC236}">
                    <a16:creationId xmlns:a16="http://schemas.microsoft.com/office/drawing/2014/main" id="{6115CDF9-62EB-4D7F-98AA-7B821A802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5" y="2637"/>
                <a:ext cx="36" cy="40"/>
              </a:xfrm>
              <a:custGeom>
                <a:avLst/>
                <a:gdLst>
                  <a:gd name="T0" fmla="*/ 0 w 23"/>
                  <a:gd name="T1" fmla="*/ 28 h 24"/>
                  <a:gd name="T2" fmla="*/ 34 w 23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4">
                    <a:moveTo>
                      <a:pt x="0" y="6"/>
                    </a:moveTo>
                    <a:cubicBezTo>
                      <a:pt x="8" y="24"/>
                      <a:pt x="23" y="1"/>
                      <a:pt x="9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7" name="Freeform 3583">
                <a:extLst>
                  <a:ext uri="{FF2B5EF4-FFF2-40B4-BE49-F238E27FC236}">
                    <a16:creationId xmlns:a16="http://schemas.microsoft.com/office/drawing/2014/main" id="{3A338DA4-27B5-422E-9F03-37D4DED50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2471"/>
                <a:ext cx="57" cy="41"/>
              </a:xfrm>
              <a:custGeom>
                <a:avLst/>
                <a:gdLst>
                  <a:gd name="T0" fmla="*/ 0 w 37"/>
                  <a:gd name="T1" fmla="*/ 62 h 25"/>
                  <a:gd name="T2" fmla="*/ 136 w 37"/>
                  <a:gd name="T3" fmla="*/ 105 h 25"/>
                  <a:gd name="T4" fmla="*/ 26 w 37"/>
                  <a:gd name="T5" fmla="*/ 0 h 25"/>
                  <a:gd name="T6" fmla="*/ 5 w 37"/>
                  <a:gd name="T7" fmla="*/ 5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5">
                    <a:moveTo>
                      <a:pt x="0" y="14"/>
                    </a:moveTo>
                    <a:cubicBezTo>
                      <a:pt x="9" y="20"/>
                      <a:pt x="26" y="25"/>
                      <a:pt x="37" y="24"/>
                    </a:cubicBezTo>
                    <a:cubicBezTo>
                      <a:pt x="27" y="25"/>
                      <a:pt x="13" y="8"/>
                      <a:pt x="7" y="0"/>
                    </a:cubicBezTo>
                    <a:cubicBezTo>
                      <a:pt x="9" y="7"/>
                      <a:pt x="6" y="11"/>
                      <a:pt x="1" y="1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8" name="Freeform 3584">
                <a:extLst>
                  <a:ext uri="{FF2B5EF4-FFF2-40B4-BE49-F238E27FC236}">
                    <a16:creationId xmlns:a16="http://schemas.microsoft.com/office/drawing/2014/main" id="{EFE70DAB-C873-456F-A049-939023837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20"/>
                <a:ext cx="33" cy="25"/>
              </a:xfrm>
              <a:custGeom>
                <a:avLst/>
                <a:gdLst>
                  <a:gd name="T0" fmla="*/ 0 w 21"/>
                  <a:gd name="T1" fmla="*/ 13 h 15"/>
                  <a:gd name="T2" fmla="*/ 82 w 21"/>
                  <a:gd name="T3" fmla="*/ 0 h 15"/>
                  <a:gd name="T4" fmla="*/ 69 w 21"/>
                  <a:gd name="T5" fmla="*/ 70 h 15"/>
                  <a:gd name="T6" fmla="*/ 0 w 21"/>
                  <a:gd name="T7" fmla="*/ 2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5">
                    <a:moveTo>
                      <a:pt x="0" y="3"/>
                    </a:moveTo>
                    <a:cubicBezTo>
                      <a:pt x="7" y="3"/>
                      <a:pt x="14" y="3"/>
                      <a:pt x="21" y="0"/>
                    </a:cubicBezTo>
                    <a:cubicBezTo>
                      <a:pt x="15" y="3"/>
                      <a:pt x="17" y="10"/>
                      <a:pt x="18" y="15"/>
                    </a:cubicBezTo>
                    <a:cubicBezTo>
                      <a:pt x="11" y="14"/>
                      <a:pt x="8" y="7"/>
                      <a:pt x="0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9" name="Freeform 3585">
                <a:extLst>
                  <a:ext uri="{FF2B5EF4-FFF2-40B4-BE49-F238E27FC236}">
                    <a16:creationId xmlns:a16="http://schemas.microsoft.com/office/drawing/2014/main" id="{D4CA7322-A7AC-4225-91FD-5EFD86456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2515"/>
                <a:ext cx="79" cy="84"/>
              </a:xfrm>
              <a:custGeom>
                <a:avLst/>
                <a:gdLst>
                  <a:gd name="T0" fmla="*/ 0 w 51"/>
                  <a:gd name="T1" fmla="*/ 0 h 51"/>
                  <a:gd name="T2" fmla="*/ 108 w 51"/>
                  <a:gd name="T3" fmla="*/ 171 h 51"/>
                  <a:gd name="T4" fmla="*/ 119 w 51"/>
                  <a:gd name="T5" fmla="*/ 206 h 51"/>
                  <a:gd name="T6" fmla="*/ 189 w 51"/>
                  <a:gd name="T7" fmla="*/ 227 h 51"/>
                  <a:gd name="T8" fmla="*/ 127 w 51"/>
                  <a:gd name="T9" fmla="*/ 33 h 51"/>
                  <a:gd name="T10" fmla="*/ 22 w 51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1">
                    <a:moveTo>
                      <a:pt x="0" y="0"/>
                    </a:moveTo>
                    <a:cubicBezTo>
                      <a:pt x="12" y="4"/>
                      <a:pt x="24" y="27"/>
                      <a:pt x="29" y="38"/>
                    </a:cubicBezTo>
                    <a:cubicBezTo>
                      <a:pt x="29" y="40"/>
                      <a:pt x="30" y="45"/>
                      <a:pt x="32" y="46"/>
                    </a:cubicBezTo>
                    <a:cubicBezTo>
                      <a:pt x="36" y="50"/>
                      <a:pt x="46" y="48"/>
                      <a:pt x="51" y="51"/>
                    </a:cubicBezTo>
                    <a:cubicBezTo>
                      <a:pt x="40" y="47"/>
                      <a:pt x="19" y="17"/>
                      <a:pt x="34" y="7"/>
                    </a:cubicBezTo>
                    <a:cubicBezTo>
                      <a:pt x="26" y="6"/>
                      <a:pt x="14" y="4"/>
                      <a:pt x="6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0" name="Freeform 3586">
                <a:extLst>
                  <a:ext uri="{FF2B5EF4-FFF2-40B4-BE49-F238E27FC236}">
                    <a16:creationId xmlns:a16="http://schemas.microsoft.com/office/drawing/2014/main" id="{6737865F-8656-4CB8-826D-F28DB3F2D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429"/>
                <a:ext cx="79" cy="56"/>
              </a:xfrm>
              <a:custGeom>
                <a:avLst/>
                <a:gdLst>
                  <a:gd name="T0" fmla="*/ 0 w 51"/>
                  <a:gd name="T1" fmla="*/ 0 h 34"/>
                  <a:gd name="T2" fmla="*/ 74 w 51"/>
                  <a:gd name="T3" fmla="*/ 96 h 34"/>
                  <a:gd name="T4" fmla="*/ 189 w 51"/>
                  <a:gd name="T5" fmla="*/ 152 h 34"/>
                  <a:gd name="T6" fmla="*/ 189 w 51"/>
                  <a:gd name="T7" fmla="*/ 96 h 34"/>
                  <a:gd name="T8" fmla="*/ 122 w 51"/>
                  <a:gd name="T9" fmla="*/ 43 h 34"/>
                  <a:gd name="T10" fmla="*/ 36 w 51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4">
                    <a:moveTo>
                      <a:pt x="0" y="0"/>
                    </a:moveTo>
                    <a:cubicBezTo>
                      <a:pt x="9" y="5"/>
                      <a:pt x="12" y="15"/>
                      <a:pt x="20" y="21"/>
                    </a:cubicBezTo>
                    <a:cubicBezTo>
                      <a:pt x="27" y="28"/>
                      <a:pt x="46" y="25"/>
                      <a:pt x="51" y="34"/>
                    </a:cubicBezTo>
                    <a:cubicBezTo>
                      <a:pt x="38" y="30"/>
                      <a:pt x="41" y="23"/>
                      <a:pt x="51" y="21"/>
                    </a:cubicBezTo>
                    <a:cubicBezTo>
                      <a:pt x="44" y="18"/>
                      <a:pt x="40" y="12"/>
                      <a:pt x="33" y="10"/>
                    </a:cubicBezTo>
                    <a:cubicBezTo>
                      <a:pt x="38" y="25"/>
                      <a:pt x="13" y="9"/>
                      <a:pt x="10" y="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1" name="Freeform 3587">
                <a:extLst>
                  <a:ext uri="{FF2B5EF4-FFF2-40B4-BE49-F238E27FC236}">
                    <a16:creationId xmlns:a16="http://schemas.microsoft.com/office/drawing/2014/main" id="{9A30247E-8464-4659-8C70-015298E0A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456"/>
                <a:ext cx="50" cy="44"/>
              </a:xfrm>
              <a:custGeom>
                <a:avLst/>
                <a:gdLst>
                  <a:gd name="T0" fmla="*/ 0 w 32"/>
                  <a:gd name="T1" fmla="*/ 64 h 27"/>
                  <a:gd name="T2" fmla="*/ 122 w 32"/>
                  <a:gd name="T3" fmla="*/ 117 h 27"/>
                  <a:gd name="T4" fmla="*/ 39 w 32"/>
                  <a:gd name="T5" fmla="*/ 0 h 27"/>
                  <a:gd name="T6" fmla="*/ 14 w 32"/>
                  <a:gd name="T7" fmla="*/ 7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0" y="15"/>
                    </a:moveTo>
                    <a:cubicBezTo>
                      <a:pt x="10" y="20"/>
                      <a:pt x="21" y="25"/>
                      <a:pt x="32" y="27"/>
                    </a:cubicBezTo>
                    <a:cubicBezTo>
                      <a:pt x="21" y="24"/>
                      <a:pt x="16" y="8"/>
                      <a:pt x="10" y="0"/>
                    </a:cubicBezTo>
                    <a:cubicBezTo>
                      <a:pt x="14" y="9"/>
                      <a:pt x="12" y="13"/>
                      <a:pt x="4" y="1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2" name="Freeform 3588">
                <a:extLst>
                  <a:ext uri="{FF2B5EF4-FFF2-40B4-BE49-F238E27FC236}">
                    <a16:creationId xmlns:a16="http://schemas.microsoft.com/office/drawing/2014/main" id="{6908E556-A1B4-4E51-B8ED-5108C80FE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390"/>
                <a:ext cx="43" cy="36"/>
              </a:xfrm>
              <a:custGeom>
                <a:avLst/>
                <a:gdLst>
                  <a:gd name="T0" fmla="*/ 0 w 28"/>
                  <a:gd name="T1" fmla="*/ 67 h 22"/>
                  <a:gd name="T2" fmla="*/ 58 w 28"/>
                  <a:gd name="T3" fmla="*/ 75 h 22"/>
                  <a:gd name="T4" fmla="*/ 101 w 28"/>
                  <a:gd name="T5" fmla="*/ 97 h 22"/>
                  <a:gd name="T6" fmla="*/ 35 w 28"/>
                  <a:gd name="T7" fmla="*/ 0 h 22"/>
                  <a:gd name="T8" fmla="*/ 40 w 28"/>
                  <a:gd name="T9" fmla="*/ 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2">
                    <a:moveTo>
                      <a:pt x="0" y="15"/>
                    </a:moveTo>
                    <a:cubicBezTo>
                      <a:pt x="3" y="18"/>
                      <a:pt x="11" y="16"/>
                      <a:pt x="16" y="17"/>
                    </a:cubicBezTo>
                    <a:cubicBezTo>
                      <a:pt x="20" y="19"/>
                      <a:pt x="24" y="21"/>
                      <a:pt x="28" y="22"/>
                    </a:cubicBezTo>
                    <a:cubicBezTo>
                      <a:pt x="21" y="17"/>
                      <a:pt x="15" y="7"/>
                      <a:pt x="10" y="0"/>
                    </a:cubicBezTo>
                    <a:cubicBezTo>
                      <a:pt x="15" y="7"/>
                      <a:pt x="12" y="10"/>
                      <a:pt x="11" y="1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3" name="Freeform 3589">
                <a:extLst>
                  <a:ext uri="{FF2B5EF4-FFF2-40B4-BE49-F238E27FC236}">
                    <a16:creationId xmlns:a16="http://schemas.microsoft.com/office/drawing/2014/main" id="{3F939606-83D4-48F3-9439-05B66F311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347"/>
                <a:ext cx="77" cy="41"/>
              </a:xfrm>
              <a:custGeom>
                <a:avLst/>
                <a:gdLst>
                  <a:gd name="T0" fmla="*/ 0 w 50"/>
                  <a:gd name="T1" fmla="*/ 0 h 25"/>
                  <a:gd name="T2" fmla="*/ 54 w 50"/>
                  <a:gd name="T3" fmla="*/ 43 h 25"/>
                  <a:gd name="T4" fmla="*/ 114 w 50"/>
                  <a:gd name="T5" fmla="*/ 110 h 25"/>
                  <a:gd name="T6" fmla="*/ 183 w 50"/>
                  <a:gd name="T7" fmla="*/ 41 h 25"/>
                  <a:gd name="T8" fmla="*/ 122 w 50"/>
                  <a:gd name="T9" fmla="*/ 13 h 25"/>
                  <a:gd name="T10" fmla="*/ 18 w 50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25">
                    <a:moveTo>
                      <a:pt x="0" y="0"/>
                    </a:moveTo>
                    <a:cubicBezTo>
                      <a:pt x="5" y="3"/>
                      <a:pt x="10" y="6"/>
                      <a:pt x="15" y="10"/>
                    </a:cubicBezTo>
                    <a:cubicBezTo>
                      <a:pt x="22" y="14"/>
                      <a:pt x="25" y="21"/>
                      <a:pt x="31" y="25"/>
                    </a:cubicBezTo>
                    <a:cubicBezTo>
                      <a:pt x="22" y="11"/>
                      <a:pt x="39" y="7"/>
                      <a:pt x="50" y="9"/>
                    </a:cubicBezTo>
                    <a:cubicBezTo>
                      <a:pt x="43" y="6"/>
                      <a:pt x="40" y="3"/>
                      <a:pt x="33" y="3"/>
                    </a:cubicBezTo>
                    <a:cubicBezTo>
                      <a:pt x="23" y="2"/>
                      <a:pt x="15" y="3"/>
                      <a:pt x="5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4" name="Freeform 3590">
                <a:extLst>
                  <a:ext uri="{FF2B5EF4-FFF2-40B4-BE49-F238E27FC236}">
                    <a16:creationId xmlns:a16="http://schemas.microsoft.com/office/drawing/2014/main" id="{490D675A-A61D-4DEE-AF65-59D27F750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382"/>
                <a:ext cx="51" cy="23"/>
              </a:xfrm>
              <a:custGeom>
                <a:avLst/>
                <a:gdLst>
                  <a:gd name="T0" fmla="*/ 0 w 33"/>
                  <a:gd name="T1" fmla="*/ 0 h 14"/>
                  <a:gd name="T2" fmla="*/ 87 w 33"/>
                  <a:gd name="T3" fmla="*/ 62 h 14"/>
                  <a:gd name="T4" fmla="*/ 74 w 33"/>
                  <a:gd name="T5" fmla="*/ 33 h 14"/>
                  <a:gd name="T6" fmla="*/ 122 w 33"/>
                  <a:gd name="T7" fmla="*/ 21 h 14"/>
                  <a:gd name="T8" fmla="*/ 45 w 33"/>
                  <a:gd name="T9" fmla="*/ 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cubicBezTo>
                      <a:pt x="7" y="1"/>
                      <a:pt x="19" y="9"/>
                      <a:pt x="23" y="14"/>
                    </a:cubicBezTo>
                    <a:cubicBezTo>
                      <a:pt x="22" y="12"/>
                      <a:pt x="21" y="9"/>
                      <a:pt x="20" y="7"/>
                    </a:cubicBezTo>
                    <a:cubicBezTo>
                      <a:pt x="24" y="5"/>
                      <a:pt x="29" y="6"/>
                      <a:pt x="33" y="5"/>
                    </a:cubicBezTo>
                    <a:cubicBezTo>
                      <a:pt x="27" y="1"/>
                      <a:pt x="19" y="1"/>
                      <a:pt x="12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5" name="Freeform 3591">
                <a:extLst>
                  <a:ext uri="{FF2B5EF4-FFF2-40B4-BE49-F238E27FC236}">
                    <a16:creationId xmlns:a16="http://schemas.microsoft.com/office/drawing/2014/main" id="{EF6AB8DC-086B-403E-9DC8-4B75378D1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411"/>
                <a:ext cx="42" cy="38"/>
              </a:xfrm>
              <a:custGeom>
                <a:avLst/>
                <a:gdLst>
                  <a:gd name="T0" fmla="*/ 0 w 27"/>
                  <a:gd name="T1" fmla="*/ 104 h 23"/>
                  <a:gd name="T2" fmla="*/ 101 w 27"/>
                  <a:gd name="T3" fmla="*/ 96 h 23"/>
                  <a:gd name="T4" fmla="*/ 22 w 27"/>
                  <a:gd name="T5" fmla="*/ 0 h 23"/>
                  <a:gd name="T6" fmla="*/ 48 w 27"/>
                  <a:gd name="T7" fmla="*/ 46 h 23"/>
                  <a:gd name="T8" fmla="*/ 34 w 27"/>
                  <a:gd name="T9" fmla="*/ 8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0" y="23"/>
                    </a:moveTo>
                    <a:cubicBezTo>
                      <a:pt x="8" y="22"/>
                      <a:pt x="19" y="19"/>
                      <a:pt x="27" y="21"/>
                    </a:cubicBezTo>
                    <a:cubicBezTo>
                      <a:pt x="24" y="11"/>
                      <a:pt x="12" y="8"/>
                      <a:pt x="6" y="0"/>
                    </a:cubicBezTo>
                    <a:cubicBezTo>
                      <a:pt x="9" y="2"/>
                      <a:pt x="13" y="6"/>
                      <a:pt x="13" y="10"/>
                    </a:cubicBezTo>
                    <a:cubicBezTo>
                      <a:pt x="13" y="13"/>
                      <a:pt x="9" y="16"/>
                      <a:pt x="9" y="1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6" name="Freeform 3592">
                <a:extLst>
                  <a:ext uri="{FF2B5EF4-FFF2-40B4-BE49-F238E27FC236}">
                    <a16:creationId xmlns:a16="http://schemas.microsoft.com/office/drawing/2014/main" id="{6CBFAAFA-FC55-4735-83F5-F5938DC40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2215"/>
                <a:ext cx="54" cy="31"/>
              </a:xfrm>
              <a:custGeom>
                <a:avLst/>
                <a:gdLst>
                  <a:gd name="T0" fmla="*/ 0 w 35"/>
                  <a:gd name="T1" fmla="*/ 54 h 19"/>
                  <a:gd name="T2" fmla="*/ 54 w 35"/>
                  <a:gd name="T3" fmla="*/ 75 h 19"/>
                  <a:gd name="T4" fmla="*/ 128 w 35"/>
                  <a:gd name="T5" fmla="*/ 83 h 19"/>
                  <a:gd name="T6" fmla="*/ 40 w 35"/>
                  <a:gd name="T7" fmla="*/ 0 h 19"/>
                  <a:gd name="T8" fmla="*/ 52 w 35"/>
                  <a:gd name="T9" fmla="*/ 5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9">
                    <a:moveTo>
                      <a:pt x="0" y="12"/>
                    </a:moveTo>
                    <a:cubicBezTo>
                      <a:pt x="5" y="12"/>
                      <a:pt x="10" y="16"/>
                      <a:pt x="15" y="17"/>
                    </a:cubicBezTo>
                    <a:cubicBezTo>
                      <a:pt x="22" y="19"/>
                      <a:pt x="28" y="18"/>
                      <a:pt x="35" y="19"/>
                    </a:cubicBezTo>
                    <a:cubicBezTo>
                      <a:pt x="26" y="13"/>
                      <a:pt x="18" y="10"/>
                      <a:pt x="11" y="0"/>
                    </a:cubicBezTo>
                    <a:cubicBezTo>
                      <a:pt x="13" y="4"/>
                      <a:pt x="18" y="10"/>
                      <a:pt x="14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7" name="Freeform 3593">
                <a:extLst>
                  <a:ext uri="{FF2B5EF4-FFF2-40B4-BE49-F238E27FC236}">
                    <a16:creationId xmlns:a16="http://schemas.microsoft.com/office/drawing/2014/main" id="{5DA5A7D0-9A3D-4B57-98FC-E55A50114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258"/>
                <a:ext cx="48" cy="28"/>
              </a:xfrm>
              <a:custGeom>
                <a:avLst/>
                <a:gdLst>
                  <a:gd name="T0" fmla="*/ 0 w 31"/>
                  <a:gd name="T1" fmla="*/ 0 h 17"/>
                  <a:gd name="T2" fmla="*/ 82 w 31"/>
                  <a:gd name="T3" fmla="*/ 13 h 17"/>
                  <a:gd name="T4" fmla="*/ 115 w 31"/>
                  <a:gd name="T5" fmla="*/ 76 h 17"/>
                  <a:gd name="T6" fmla="*/ 48 w 31"/>
                  <a:gd name="T7" fmla="*/ 1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7">
                    <a:moveTo>
                      <a:pt x="0" y="0"/>
                    </a:moveTo>
                    <a:cubicBezTo>
                      <a:pt x="7" y="4"/>
                      <a:pt x="16" y="0"/>
                      <a:pt x="22" y="3"/>
                    </a:cubicBezTo>
                    <a:cubicBezTo>
                      <a:pt x="27" y="6"/>
                      <a:pt x="28" y="12"/>
                      <a:pt x="31" y="17"/>
                    </a:cubicBezTo>
                    <a:cubicBezTo>
                      <a:pt x="25" y="13"/>
                      <a:pt x="20" y="6"/>
                      <a:pt x="13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8" name="Freeform 3594">
                <a:extLst>
                  <a:ext uri="{FF2B5EF4-FFF2-40B4-BE49-F238E27FC236}">
                    <a16:creationId xmlns:a16="http://schemas.microsoft.com/office/drawing/2014/main" id="{5D03AB7D-D629-4511-A474-323CB7BD6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279"/>
                <a:ext cx="31" cy="42"/>
              </a:xfrm>
              <a:custGeom>
                <a:avLst/>
                <a:gdLst>
                  <a:gd name="T0" fmla="*/ 0 w 20"/>
                  <a:gd name="T1" fmla="*/ 0 h 25"/>
                  <a:gd name="T2" fmla="*/ 60 w 20"/>
                  <a:gd name="T3" fmla="*/ 119 h 25"/>
                  <a:gd name="T4" fmla="*/ 74 w 20"/>
                  <a:gd name="T5" fmla="*/ 49 h 25"/>
                  <a:gd name="T6" fmla="*/ 12 w 20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5">
                    <a:moveTo>
                      <a:pt x="0" y="0"/>
                    </a:moveTo>
                    <a:cubicBezTo>
                      <a:pt x="4" y="8"/>
                      <a:pt x="16" y="16"/>
                      <a:pt x="16" y="25"/>
                    </a:cubicBezTo>
                    <a:cubicBezTo>
                      <a:pt x="16" y="20"/>
                      <a:pt x="14" y="12"/>
                      <a:pt x="20" y="10"/>
                    </a:cubicBezTo>
                    <a:cubicBezTo>
                      <a:pt x="15" y="6"/>
                      <a:pt x="8" y="4"/>
                      <a:pt x="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9" name="Freeform 3595">
                <a:extLst>
                  <a:ext uri="{FF2B5EF4-FFF2-40B4-BE49-F238E27FC236}">
                    <a16:creationId xmlns:a16="http://schemas.microsoft.com/office/drawing/2014/main" id="{09AA63A9-043E-429A-8439-14F8A1070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349"/>
                <a:ext cx="51" cy="41"/>
              </a:xfrm>
              <a:custGeom>
                <a:avLst/>
                <a:gdLst>
                  <a:gd name="T0" fmla="*/ 0 w 33"/>
                  <a:gd name="T1" fmla="*/ 71 h 25"/>
                  <a:gd name="T2" fmla="*/ 122 w 33"/>
                  <a:gd name="T3" fmla="*/ 105 h 25"/>
                  <a:gd name="T4" fmla="*/ 22 w 33"/>
                  <a:gd name="T5" fmla="*/ 0 h 25"/>
                  <a:gd name="T6" fmla="*/ 56 w 33"/>
                  <a:gd name="T7" fmla="*/ 54 h 25"/>
                  <a:gd name="T8" fmla="*/ 45 w 33"/>
                  <a:gd name="T9" fmla="*/ 6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5">
                    <a:moveTo>
                      <a:pt x="0" y="16"/>
                    </a:moveTo>
                    <a:cubicBezTo>
                      <a:pt x="11" y="18"/>
                      <a:pt x="21" y="25"/>
                      <a:pt x="33" y="24"/>
                    </a:cubicBezTo>
                    <a:cubicBezTo>
                      <a:pt x="27" y="14"/>
                      <a:pt x="12" y="9"/>
                      <a:pt x="6" y="0"/>
                    </a:cubicBezTo>
                    <a:cubicBezTo>
                      <a:pt x="9" y="4"/>
                      <a:pt x="14" y="7"/>
                      <a:pt x="15" y="12"/>
                    </a:cubicBezTo>
                    <a:cubicBezTo>
                      <a:pt x="13" y="12"/>
                      <a:pt x="10" y="14"/>
                      <a:pt x="12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60" name="Freeform 3596">
                <a:extLst>
                  <a:ext uri="{FF2B5EF4-FFF2-40B4-BE49-F238E27FC236}">
                    <a16:creationId xmlns:a16="http://schemas.microsoft.com/office/drawing/2014/main" id="{8B1D1145-EA07-49EF-B733-3852DCD08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223"/>
                <a:ext cx="32" cy="50"/>
              </a:xfrm>
              <a:custGeom>
                <a:avLst/>
                <a:gdLst>
                  <a:gd name="T0" fmla="*/ 0 w 21"/>
                  <a:gd name="T1" fmla="*/ 75 h 30"/>
                  <a:gd name="T2" fmla="*/ 75 w 21"/>
                  <a:gd name="T3" fmla="*/ 138 h 30"/>
                  <a:gd name="T4" fmla="*/ 46 w 21"/>
                  <a:gd name="T5" fmla="*/ 0 h 30"/>
                  <a:gd name="T6" fmla="*/ 26 w 21"/>
                  <a:gd name="T7" fmla="*/ 8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0" y="16"/>
                    </a:moveTo>
                    <a:cubicBezTo>
                      <a:pt x="6" y="21"/>
                      <a:pt x="14" y="25"/>
                      <a:pt x="21" y="30"/>
                    </a:cubicBezTo>
                    <a:cubicBezTo>
                      <a:pt x="19" y="21"/>
                      <a:pt x="16" y="9"/>
                      <a:pt x="13" y="0"/>
                    </a:cubicBezTo>
                    <a:cubicBezTo>
                      <a:pt x="15" y="10"/>
                      <a:pt x="11" y="14"/>
                      <a:pt x="7" y="18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61" name="Freeform 3597">
                <a:extLst>
                  <a:ext uri="{FF2B5EF4-FFF2-40B4-BE49-F238E27FC236}">
                    <a16:creationId xmlns:a16="http://schemas.microsoft.com/office/drawing/2014/main" id="{5E18A2C1-5B06-4D6F-8980-C0B16E85F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237"/>
                <a:ext cx="23" cy="26"/>
              </a:xfrm>
              <a:custGeom>
                <a:avLst/>
                <a:gdLst>
                  <a:gd name="T0" fmla="*/ 0 w 15"/>
                  <a:gd name="T1" fmla="*/ 0 h 16"/>
                  <a:gd name="T2" fmla="*/ 21 w 15"/>
                  <a:gd name="T3" fmla="*/ 68 h 16"/>
                  <a:gd name="T4" fmla="*/ 54 w 15"/>
                  <a:gd name="T5" fmla="*/ 18 h 16"/>
                  <a:gd name="T6" fmla="*/ 43 w 15"/>
                  <a:gd name="T7" fmla="*/ 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4" y="3"/>
                      <a:pt x="9" y="10"/>
                      <a:pt x="6" y="16"/>
                    </a:cubicBezTo>
                    <a:cubicBezTo>
                      <a:pt x="10" y="12"/>
                      <a:pt x="10" y="7"/>
                      <a:pt x="15" y="4"/>
                    </a:cubicBezTo>
                    <a:cubicBezTo>
                      <a:pt x="14" y="3"/>
                      <a:pt x="13" y="2"/>
                      <a:pt x="12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62" name="Freeform 3598">
                <a:extLst>
                  <a:ext uri="{FF2B5EF4-FFF2-40B4-BE49-F238E27FC236}">
                    <a16:creationId xmlns:a16="http://schemas.microsoft.com/office/drawing/2014/main" id="{5A9B6457-DF3F-4307-8FF0-AD7439BA0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01"/>
                <a:ext cx="51" cy="38"/>
              </a:xfrm>
              <a:custGeom>
                <a:avLst/>
                <a:gdLst>
                  <a:gd name="T0" fmla="*/ 0 w 33"/>
                  <a:gd name="T1" fmla="*/ 0 h 23"/>
                  <a:gd name="T2" fmla="*/ 60 w 33"/>
                  <a:gd name="T3" fmla="*/ 97 h 23"/>
                  <a:gd name="T4" fmla="*/ 122 w 33"/>
                  <a:gd name="T5" fmla="*/ 83 h 23"/>
                  <a:gd name="T6" fmla="*/ 36 w 33"/>
                  <a:gd name="T7" fmla="*/ 3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6" y="5"/>
                      <a:pt x="10" y="20"/>
                      <a:pt x="16" y="22"/>
                    </a:cubicBezTo>
                    <a:cubicBezTo>
                      <a:pt x="19" y="23"/>
                      <a:pt x="31" y="19"/>
                      <a:pt x="33" y="18"/>
                    </a:cubicBezTo>
                    <a:cubicBezTo>
                      <a:pt x="27" y="14"/>
                      <a:pt x="15" y="13"/>
                      <a:pt x="10" y="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63" name="Freeform 3599">
                <a:extLst>
                  <a:ext uri="{FF2B5EF4-FFF2-40B4-BE49-F238E27FC236}">
                    <a16:creationId xmlns:a16="http://schemas.microsoft.com/office/drawing/2014/main" id="{D234E350-3C7C-4FB5-8848-56BBCEFAB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2237"/>
                <a:ext cx="31" cy="29"/>
              </a:xfrm>
              <a:custGeom>
                <a:avLst/>
                <a:gdLst>
                  <a:gd name="T0" fmla="*/ 0 w 20"/>
                  <a:gd name="T1" fmla="*/ 0 h 18"/>
                  <a:gd name="T2" fmla="*/ 56 w 20"/>
                  <a:gd name="T3" fmla="*/ 76 h 18"/>
                  <a:gd name="T4" fmla="*/ 74 w 20"/>
                  <a:gd name="T5" fmla="*/ 34 h 18"/>
                  <a:gd name="T6" fmla="*/ 14 w 20"/>
                  <a:gd name="T7" fmla="*/ 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cubicBezTo>
                      <a:pt x="5" y="7"/>
                      <a:pt x="11" y="12"/>
                      <a:pt x="15" y="18"/>
                    </a:cubicBezTo>
                    <a:cubicBezTo>
                      <a:pt x="15" y="14"/>
                      <a:pt x="16" y="10"/>
                      <a:pt x="20" y="8"/>
                    </a:cubicBezTo>
                    <a:cubicBezTo>
                      <a:pt x="14" y="6"/>
                      <a:pt x="9" y="4"/>
                      <a:pt x="4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64" name="Freeform 3600">
                <a:extLst>
                  <a:ext uri="{FF2B5EF4-FFF2-40B4-BE49-F238E27FC236}">
                    <a16:creationId xmlns:a16="http://schemas.microsoft.com/office/drawing/2014/main" id="{D145A3D4-DE02-45B9-8FE1-C9E7496CD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116"/>
                <a:ext cx="39" cy="33"/>
              </a:xfrm>
              <a:custGeom>
                <a:avLst/>
                <a:gdLst>
                  <a:gd name="T0" fmla="*/ 0 w 25"/>
                  <a:gd name="T1" fmla="*/ 0 h 20"/>
                  <a:gd name="T2" fmla="*/ 83 w 25"/>
                  <a:gd name="T3" fmla="*/ 89 h 20"/>
                  <a:gd name="T4" fmla="*/ 95 w 25"/>
                  <a:gd name="T5" fmla="*/ 33 h 20"/>
                  <a:gd name="T6" fmla="*/ 39 w 25"/>
                  <a:gd name="T7" fmla="*/ 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0" y="0"/>
                    </a:moveTo>
                    <a:cubicBezTo>
                      <a:pt x="5" y="8"/>
                      <a:pt x="16" y="13"/>
                      <a:pt x="22" y="20"/>
                    </a:cubicBezTo>
                    <a:cubicBezTo>
                      <a:pt x="20" y="15"/>
                      <a:pt x="17" y="7"/>
                      <a:pt x="25" y="7"/>
                    </a:cubicBezTo>
                    <a:cubicBezTo>
                      <a:pt x="21" y="4"/>
                      <a:pt x="15" y="4"/>
                      <a:pt x="10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65" name="Freeform 3601">
                <a:extLst>
                  <a:ext uri="{FF2B5EF4-FFF2-40B4-BE49-F238E27FC236}">
                    <a16:creationId xmlns:a16="http://schemas.microsoft.com/office/drawing/2014/main" id="{A7A79638-A8D9-4D06-88E3-4D3847B4A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034"/>
                <a:ext cx="19" cy="36"/>
              </a:xfrm>
              <a:custGeom>
                <a:avLst/>
                <a:gdLst>
                  <a:gd name="T0" fmla="*/ 0 w 12"/>
                  <a:gd name="T1" fmla="*/ 0 h 22"/>
                  <a:gd name="T2" fmla="*/ 27 w 12"/>
                  <a:gd name="T3" fmla="*/ 97 h 22"/>
                  <a:gd name="T4" fmla="*/ 48 w 12"/>
                  <a:gd name="T5" fmla="*/ 47 h 22"/>
                  <a:gd name="T6" fmla="*/ 43 w 12"/>
                  <a:gd name="T7" fmla="*/ 4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cubicBezTo>
                      <a:pt x="0" y="9"/>
                      <a:pt x="3" y="15"/>
                      <a:pt x="7" y="22"/>
                    </a:cubicBezTo>
                    <a:cubicBezTo>
                      <a:pt x="5" y="17"/>
                      <a:pt x="6" y="11"/>
                      <a:pt x="12" y="11"/>
                    </a:cubicBezTo>
                    <a:cubicBezTo>
                      <a:pt x="12" y="10"/>
                      <a:pt x="11" y="10"/>
                      <a:pt x="11" y="1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66" name="Freeform 3602">
                <a:extLst>
                  <a:ext uri="{FF2B5EF4-FFF2-40B4-BE49-F238E27FC236}">
                    <a16:creationId xmlns:a16="http://schemas.microsoft.com/office/drawing/2014/main" id="{BA7AE9E5-E13D-4F75-AA4E-ACCECEC99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022"/>
                <a:ext cx="23" cy="27"/>
              </a:xfrm>
              <a:custGeom>
                <a:avLst/>
                <a:gdLst>
                  <a:gd name="T0" fmla="*/ 0 w 15"/>
                  <a:gd name="T1" fmla="*/ 0 h 16"/>
                  <a:gd name="T2" fmla="*/ 54 w 15"/>
                  <a:gd name="T3" fmla="*/ 78 h 16"/>
                  <a:gd name="T4" fmla="*/ 28 w 15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5" y="4"/>
                      <a:pt x="10" y="11"/>
                      <a:pt x="15" y="16"/>
                    </a:cubicBezTo>
                    <a:cubicBezTo>
                      <a:pt x="12" y="11"/>
                      <a:pt x="10" y="6"/>
                      <a:pt x="8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67" name="Freeform 3603">
                <a:extLst>
                  <a:ext uri="{FF2B5EF4-FFF2-40B4-BE49-F238E27FC236}">
                    <a16:creationId xmlns:a16="http://schemas.microsoft.com/office/drawing/2014/main" id="{F000EB1A-8137-4DB1-B7A2-08D66DA54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116"/>
                <a:ext cx="37" cy="37"/>
              </a:xfrm>
              <a:custGeom>
                <a:avLst/>
                <a:gdLst>
                  <a:gd name="T0" fmla="*/ 5 w 24"/>
                  <a:gd name="T1" fmla="*/ 0 h 22"/>
                  <a:gd name="T2" fmla="*/ 35 w 24"/>
                  <a:gd name="T3" fmla="*/ 104 h 22"/>
                  <a:gd name="T4" fmla="*/ 29 w 24"/>
                  <a:gd name="T5" fmla="*/ 76 h 22"/>
                  <a:gd name="T6" fmla="*/ 88 w 24"/>
                  <a:gd name="T7" fmla="*/ 84 h 22"/>
                  <a:gd name="T8" fmla="*/ 5 w 24"/>
                  <a:gd name="T9" fmla="*/ 1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1" y="0"/>
                    </a:moveTo>
                    <a:cubicBezTo>
                      <a:pt x="0" y="10"/>
                      <a:pt x="3" y="14"/>
                      <a:pt x="10" y="22"/>
                    </a:cubicBezTo>
                    <a:cubicBezTo>
                      <a:pt x="8" y="20"/>
                      <a:pt x="8" y="18"/>
                      <a:pt x="8" y="16"/>
                    </a:cubicBezTo>
                    <a:cubicBezTo>
                      <a:pt x="13" y="14"/>
                      <a:pt x="19" y="17"/>
                      <a:pt x="24" y="18"/>
                    </a:cubicBezTo>
                    <a:cubicBezTo>
                      <a:pt x="18" y="11"/>
                      <a:pt x="8" y="9"/>
                      <a:pt x="1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68" name="Freeform 3604">
                <a:extLst>
                  <a:ext uri="{FF2B5EF4-FFF2-40B4-BE49-F238E27FC236}">
                    <a16:creationId xmlns:a16="http://schemas.microsoft.com/office/drawing/2014/main" id="{5FA06EE0-E7E5-4935-BEE5-04C12FD96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182"/>
                <a:ext cx="29" cy="23"/>
              </a:xfrm>
              <a:custGeom>
                <a:avLst/>
                <a:gdLst>
                  <a:gd name="T0" fmla="*/ 0 w 19"/>
                  <a:gd name="T1" fmla="*/ 13 h 14"/>
                  <a:gd name="T2" fmla="*/ 61 w 19"/>
                  <a:gd name="T3" fmla="*/ 62 h 14"/>
                  <a:gd name="T4" fmla="*/ 67 w 19"/>
                  <a:gd name="T5" fmla="*/ 26 h 14"/>
                  <a:gd name="T6" fmla="*/ 5 w 19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0" y="3"/>
                    </a:moveTo>
                    <a:cubicBezTo>
                      <a:pt x="3" y="7"/>
                      <a:pt x="11" y="11"/>
                      <a:pt x="17" y="14"/>
                    </a:cubicBezTo>
                    <a:cubicBezTo>
                      <a:pt x="9" y="12"/>
                      <a:pt x="11" y="5"/>
                      <a:pt x="19" y="6"/>
                    </a:cubicBezTo>
                    <a:cubicBezTo>
                      <a:pt x="17" y="2"/>
                      <a:pt x="6" y="1"/>
                      <a:pt x="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69" name="Freeform 3605">
                <a:extLst>
                  <a:ext uri="{FF2B5EF4-FFF2-40B4-BE49-F238E27FC236}">
                    <a16:creationId xmlns:a16="http://schemas.microsoft.com/office/drawing/2014/main" id="{1F9C01AB-C431-40C3-A260-904B481E1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881"/>
                <a:ext cx="31" cy="59"/>
              </a:xfrm>
              <a:custGeom>
                <a:avLst/>
                <a:gdLst>
                  <a:gd name="T0" fmla="*/ 0 w 20"/>
                  <a:gd name="T1" fmla="*/ 0 h 36"/>
                  <a:gd name="T2" fmla="*/ 22 w 20"/>
                  <a:gd name="T3" fmla="*/ 89 h 36"/>
                  <a:gd name="T4" fmla="*/ 60 w 20"/>
                  <a:gd name="T5" fmla="*/ 159 h 36"/>
                  <a:gd name="T6" fmla="*/ 74 w 20"/>
                  <a:gd name="T7" fmla="*/ 92 h 36"/>
                  <a:gd name="T8" fmla="*/ 34 w 20"/>
                  <a:gd name="T9" fmla="*/ 1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0" y="0"/>
                    </a:moveTo>
                    <a:cubicBezTo>
                      <a:pt x="3" y="6"/>
                      <a:pt x="4" y="13"/>
                      <a:pt x="6" y="20"/>
                    </a:cubicBezTo>
                    <a:cubicBezTo>
                      <a:pt x="9" y="26"/>
                      <a:pt x="14" y="30"/>
                      <a:pt x="16" y="36"/>
                    </a:cubicBezTo>
                    <a:cubicBezTo>
                      <a:pt x="16" y="30"/>
                      <a:pt x="14" y="24"/>
                      <a:pt x="20" y="21"/>
                    </a:cubicBezTo>
                    <a:cubicBezTo>
                      <a:pt x="12" y="17"/>
                      <a:pt x="13" y="11"/>
                      <a:pt x="9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0" name="Freeform 3606">
                <a:extLst>
                  <a:ext uri="{FF2B5EF4-FFF2-40B4-BE49-F238E27FC236}">
                    <a16:creationId xmlns:a16="http://schemas.microsoft.com/office/drawing/2014/main" id="{340D5622-9927-4C94-B020-705AA6391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978"/>
                <a:ext cx="44" cy="46"/>
              </a:xfrm>
              <a:custGeom>
                <a:avLst/>
                <a:gdLst>
                  <a:gd name="T0" fmla="*/ 0 w 29"/>
                  <a:gd name="T1" fmla="*/ 0 h 28"/>
                  <a:gd name="T2" fmla="*/ 76 w 29"/>
                  <a:gd name="T3" fmla="*/ 125 h 28"/>
                  <a:gd name="T4" fmla="*/ 102 w 29"/>
                  <a:gd name="T5" fmla="*/ 76 h 28"/>
                  <a:gd name="T6" fmla="*/ 12 w 29"/>
                  <a:gd name="T7" fmla="*/ 1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8">
                    <a:moveTo>
                      <a:pt x="0" y="0"/>
                    </a:moveTo>
                    <a:cubicBezTo>
                      <a:pt x="6" y="11"/>
                      <a:pt x="13" y="20"/>
                      <a:pt x="22" y="28"/>
                    </a:cubicBezTo>
                    <a:cubicBezTo>
                      <a:pt x="21" y="23"/>
                      <a:pt x="24" y="18"/>
                      <a:pt x="29" y="17"/>
                    </a:cubicBezTo>
                    <a:cubicBezTo>
                      <a:pt x="21" y="13"/>
                      <a:pt x="11" y="8"/>
                      <a:pt x="3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1" name="Freeform 3607">
                <a:extLst>
                  <a:ext uri="{FF2B5EF4-FFF2-40B4-BE49-F238E27FC236}">
                    <a16:creationId xmlns:a16="http://schemas.microsoft.com/office/drawing/2014/main" id="{00368235-4709-4C7D-864A-871CA4583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021"/>
                <a:ext cx="31" cy="28"/>
              </a:xfrm>
              <a:custGeom>
                <a:avLst/>
                <a:gdLst>
                  <a:gd name="T0" fmla="*/ 0 w 20"/>
                  <a:gd name="T1" fmla="*/ 0 h 17"/>
                  <a:gd name="T2" fmla="*/ 62 w 20"/>
                  <a:gd name="T3" fmla="*/ 76 h 17"/>
                  <a:gd name="T4" fmla="*/ 74 w 20"/>
                  <a:gd name="T5" fmla="*/ 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8" y="5"/>
                      <a:pt x="14" y="8"/>
                      <a:pt x="17" y="17"/>
                    </a:cubicBezTo>
                    <a:cubicBezTo>
                      <a:pt x="18" y="12"/>
                      <a:pt x="19" y="7"/>
                      <a:pt x="20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2" name="Freeform 3608">
                <a:extLst>
                  <a:ext uri="{FF2B5EF4-FFF2-40B4-BE49-F238E27FC236}">
                    <a16:creationId xmlns:a16="http://schemas.microsoft.com/office/drawing/2014/main" id="{48F33058-A70D-44C7-AF87-D8ED28014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050"/>
                <a:ext cx="33" cy="78"/>
              </a:xfrm>
              <a:custGeom>
                <a:avLst/>
                <a:gdLst>
                  <a:gd name="T0" fmla="*/ 5 w 21"/>
                  <a:gd name="T1" fmla="*/ 110 h 47"/>
                  <a:gd name="T2" fmla="*/ 74 w 21"/>
                  <a:gd name="T3" fmla="*/ 214 h 47"/>
                  <a:gd name="T4" fmla="*/ 55 w 21"/>
                  <a:gd name="T5" fmla="*/ 105 h 47"/>
                  <a:gd name="T6" fmla="*/ 55 w 21"/>
                  <a:gd name="T7" fmla="*/ 33 h 47"/>
                  <a:gd name="T8" fmla="*/ 42 w 21"/>
                  <a:gd name="T9" fmla="*/ 0 h 47"/>
                  <a:gd name="T10" fmla="*/ 31 w 21"/>
                  <a:gd name="T11" fmla="*/ 88 h 47"/>
                  <a:gd name="T12" fmla="*/ 0 w 21"/>
                  <a:gd name="T13" fmla="*/ 11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7">
                    <a:moveTo>
                      <a:pt x="1" y="24"/>
                    </a:moveTo>
                    <a:cubicBezTo>
                      <a:pt x="7" y="30"/>
                      <a:pt x="12" y="43"/>
                      <a:pt x="19" y="47"/>
                    </a:cubicBezTo>
                    <a:cubicBezTo>
                      <a:pt x="21" y="39"/>
                      <a:pt x="15" y="31"/>
                      <a:pt x="14" y="23"/>
                    </a:cubicBezTo>
                    <a:cubicBezTo>
                      <a:pt x="13" y="18"/>
                      <a:pt x="15" y="12"/>
                      <a:pt x="14" y="7"/>
                    </a:cubicBezTo>
                    <a:cubicBezTo>
                      <a:pt x="13" y="5"/>
                      <a:pt x="11" y="3"/>
                      <a:pt x="11" y="0"/>
                    </a:cubicBezTo>
                    <a:cubicBezTo>
                      <a:pt x="9" y="6"/>
                      <a:pt x="11" y="15"/>
                      <a:pt x="8" y="19"/>
                    </a:cubicBezTo>
                    <a:cubicBezTo>
                      <a:pt x="5" y="23"/>
                      <a:pt x="1" y="22"/>
                      <a:pt x="0" y="2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3" name="Freeform 3609">
                <a:extLst>
                  <a:ext uri="{FF2B5EF4-FFF2-40B4-BE49-F238E27FC236}">
                    <a16:creationId xmlns:a16="http://schemas.microsoft.com/office/drawing/2014/main" id="{B2FC2D39-CEEF-4623-9D17-0DF63049A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983"/>
                <a:ext cx="45" cy="38"/>
              </a:xfrm>
              <a:custGeom>
                <a:avLst/>
                <a:gdLst>
                  <a:gd name="T0" fmla="*/ 0 w 29"/>
                  <a:gd name="T1" fmla="*/ 71 h 23"/>
                  <a:gd name="T2" fmla="*/ 109 w 29"/>
                  <a:gd name="T3" fmla="*/ 83 h 23"/>
                  <a:gd name="T4" fmla="*/ 74 w 29"/>
                  <a:gd name="T5" fmla="*/ 50 h 23"/>
                  <a:gd name="T6" fmla="*/ 40 w 29"/>
                  <a:gd name="T7" fmla="*/ 0 h 23"/>
                  <a:gd name="T8" fmla="*/ 48 w 29"/>
                  <a:gd name="T9" fmla="*/ 7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0" y="16"/>
                    </a:moveTo>
                    <a:cubicBezTo>
                      <a:pt x="8" y="19"/>
                      <a:pt x="22" y="23"/>
                      <a:pt x="29" y="18"/>
                    </a:cubicBezTo>
                    <a:cubicBezTo>
                      <a:pt x="27" y="16"/>
                      <a:pt x="23" y="14"/>
                      <a:pt x="20" y="11"/>
                    </a:cubicBezTo>
                    <a:cubicBezTo>
                      <a:pt x="17" y="8"/>
                      <a:pt x="15" y="3"/>
                      <a:pt x="11" y="0"/>
                    </a:cubicBezTo>
                    <a:cubicBezTo>
                      <a:pt x="16" y="7"/>
                      <a:pt x="21" y="11"/>
                      <a:pt x="13" y="1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4" name="Freeform 3610">
                <a:extLst>
                  <a:ext uri="{FF2B5EF4-FFF2-40B4-BE49-F238E27FC236}">
                    <a16:creationId xmlns:a16="http://schemas.microsoft.com/office/drawing/2014/main" id="{887E85B7-2000-45E3-9A71-F16962661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899"/>
                <a:ext cx="35" cy="48"/>
              </a:xfrm>
              <a:custGeom>
                <a:avLst/>
                <a:gdLst>
                  <a:gd name="T0" fmla="*/ 0 w 23"/>
                  <a:gd name="T1" fmla="*/ 83 h 29"/>
                  <a:gd name="T2" fmla="*/ 81 w 23"/>
                  <a:gd name="T3" fmla="*/ 131 h 29"/>
                  <a:gd name="T4" fmla="*/ 49 w 23"/>
                  <a:gd name="T5" fmla="*/ 96 h 29"/>
                  <a:gd name="T6" fmla="*/ 18 w 23"/>
                  <a:gd name="T7" fmla="*/ 0 h 29"/>
                  <a:gd name="T8" fmla="*/ 8 w 23"/>
                  <a:gd name="T9" fmla="*/ 6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9">
                    <a:moveTo>
                      <a:pt x="0" y="18"/>
                    </a:moveTo>
                    <a:cubicBezTo>
                      <a:pt x="4" y="22"/>
                      <a:pt x="17" y="29"/>
                      <a:pt x="23" y="29"/>
                    </a:cubicBezTo>
                    <a:cubicBezTo>
                      <a:pt x="21" y="26"/>
                      <a:pt x="17" y="24"/>
                      <a:pt x="14" y="21"/>
                    </a:cubicBezTo>
                    <a:cubicBezTo>
                      <a:pt x="10" y="15"/>
                      <a:pt x="10" y="5"/>
                      <a:pt x="5" y="0"/>
                    </a:cubicBezTo>
                    <a:cubicBezTo>
                      <a:pt x="6" y="5"/>
                      <a:pt x="10" y="13"/>
                      <a:pt x="2" y="1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5" name="Freeform 3611">
                <a:extLst>
                  <a:ext uri="{FF2B5EF4-FFF2-40B4-BE49-F238E27FC236}">
                    <a16:creationId xmlns:a16="http://schemas.microsoft.com/office/drawing/2014/main" id="{0ED657CE-E682-4BCA-9310-67149FF63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749"/>
                <a:ext cx="35" cy="39"/>
              </a:xfrm>
              <a:custGeom>
                <a:avLst/>
                <a:gdLst>
                  <a:gd name="T0" fmla="*/ 0 w 23"/>
                  <a:gd name="T1" fmla="*/ 42 h 24"/>
                  <a:gd name="T2" fmla="*/ 81 w 23"/>
                  <a:gd name="T3" fmla="*/ 98 h 24"/>
                  <a:gd name="T4" fmla="*/ 27 w 23"/>
                  <a:gd name="T5" fmla="*/ 0 h 24"/>
                  <a:gd name="T6" fmla="*/ 21 w 23"/>
                  <a:gd name="T7" fmla="*/ 6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0" y="10"/>
                    </a:moveTo>
                    <a:cubicBezTo>
                      <a:pt x="6" y="14"/>
                      <a:pt x="14" y="24"/>
                      <a:pt x="23" y="23"/>
                    </a:cubicBezTo>
                    <a:cubicBezTo>
                      <a:pt x="16" y="16"/>
                      <a:pt x="11" y="9"/>
                      <a:pt x="8" y="0"/>
                    </a:cubicBezTo>
                    <a:cubicBezTo>
                      <a:pt x="8" y="5"/>
                      <a:pt x="8" y="10"/>
                      <a:pt x="6" y="1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6" name="Freeform 3612">
                <a:extLst>
                  <a:ext uri="{FF2B5EF4-FFF2-40B4-BE49-F238E27FC236}">
                    <a16:creationId xmlns:a16="http://schemas.microsoft.com/office/drawing/2014/main" id="{16758D21-F995-484B-99FD-A7E4BFE9A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808"/>
                <a:ext cx="37" cy="69"/>
              </a:xfrm>
              <a:custGeom>
                <a:avLst/>
                <a:gdLst>
                  <a:gd name="T0" fmla="*/ 0 w 24"/>
                  <a:gd name="T1" fmla="*/ 105 h 42"/>
                  <a:gd name="T2" fmla="*/ 88 w 24"/>
                  <a:gd name="T3" fmla="*/ 186 h 42"/>
                  <a:gd name="T4" fmla="*/ 40 w 24"/>
                  <a:gd name="T5" fmla="*/ 0 h 42"/>
                  <a:gd name="T6" fmla="*/ 22 w 24"/>
                  <a:gd name="T7" fmla="*/ 11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2">
                    <a:moveTo>
                      <a:pt x="0" y="24"/>
                    </a:moveTo>
                    <a:cubicBezTo>
                      <a:pt x="8" y="31"/>
                      <a:pt x="16" y="36"/>
                      <a:pt x="24" y="42"/>
                    </a:cubicBezTo>
                    <a:cubicBezTo>
                      <a:pt x="23" y="29"/>
                      <a:pt x="18" y="11"/>
                      <a:pt x="11" y="0"/>
                    </a:cubicBezTo>
                    <a:cubicBezTo>
                      <a:pt x="12" y="9"/>
                      <a:pt x="18" y="21"/>
                      <a:pt x="6" y="2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7" name="Freeform 3613">
                <a:extLst>
                  <a:ext uri="{FF2B5EF4-FFF2-40B4-BE49-F238E27FC236}">
                    <a16:creationId xmlns:a16="http://schemas.microsoft.com/office/drawing/2014/main" id="{1EB5BE53-13F8-4754-87E3-A6286AE7C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881"/>
                <a:ext cx="60" cy="123"/>
              </a:xfrm>
              <a:custGeom>
                <a:avLst/>
                <a:gdLst>
                  <a:gd name="T0" fmla="*/ 0 w 39"/>
                  <a:gd name="T1" fmla="*/ 0 h 75"/>
                  <a:gd name="T2" fmla="*/ 114 w 39"/>
                  <a:gd name="T3" fmla="*/ 331 h 75"/>
                  <a:gd name="T4" fmla="*/ 142 w 39"/>
                  <a:gd name="T5" fmla="*/ 251 h 75"/>
                  <a:gd name="T6" fmla="*/ 75 w 39"/>
                  <a:gd name="T7" fmla="*/ 80 h 75"/>
                  <a:gd name="T8" fmla="*/ 22 w 39"/>
                  <a:gd name="T9" fmla="*/ 26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75">
                    <a:moveTo>
                      <a:pt x="0" y="0"/>
                    </a:moveTo>
                    <a:cubicBezTo>
                      <a:pt x="15" y="23"/>
                      <a:pt x="27" y="47"/>
                      <a:pt x="31" y="75"/>
                    </a:cubicBezTo>
                    <a:cubicBezTo>
                      <a:pt x="32" y="69"/>
                      <a:pt x="29" y="55"/>
                      <a:pt x="39" y="57"/>
                    </a:cubicBezTo>
                    <a:cubicBezTo>
                      <a:pt x="33" y="44"/>
                      <a:pt x="26" y="32"/>
                      <a:pt x="21" y="18"/>
                    </a:cubicBezTo>
                    <a:cubicBezTo>
                      <a:pt x="17" y="8"/>
                      <a:pt x="16" y="9"/>
                      <a:pt x="6" y="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8" name="Freeform 3614">
                <a:extLst>
                  <a:ext uri="{FF2B5EF4-FFF2-40B4-BE49-F238E27FC236}">
                    <a16:creationId xmlns:a16="http://schemas.microsoft.com/office/drawing/2014/main" id="{E4FE5048-F713-49C4-8F36-9FE68A893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830"/>
                <a:ext cx="23" cy="37"/>
              </a:xfrm>
              <a:custGeom>
                <a:avLst/>
                <a:gdLst>
                  <a:gd name="T0" fmla="*/ 0 w 15"/>
                  <a:gd name="T1" fmla="*/ 0 h 23"/>
                  <a:gd name="T2" fmla="*/ 14 w 15"/>
                  <a:gd name="T3" fmla="*/ 97 h 23"/>
                  <a:gd name="T4" fmla="*/ 54 w 15"/>
                  <a:gd name="T5" fmla="*/ 63 h 23"/>
                  <a:gd name="T6" fmla="*/ 21 w 15"/>
                  <a:gd name="T7" fmla="*/ 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0" y="0"/>
                    </a:moveTo>
                    <a:cubicBezTo>
                      <a:pt x="3" y="6"/>
                      <a:pt x="4" y="16"/>
                      <a:pt x="4" y="23"/>
                    </a:cubicBezTo>
                    <a:cubicBezTo>
                      <a:pt x="4" y="16"/>
                      <a:pt x="10" y="15"/>
                      <a:pt x="15" y="15"/>
                    </a:cubicBezTo>
                    <a:cubicBezTo>
                      <a:pt x="10" y="14"/>
                      <a:pt x="7" y="8"/>
                      <a:pt x="6" y="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9" name="Freeform 3615">
                <a:extLst>
                  <a:ext uri="{FF2B5EF4-FFF2-40B4-BE49-F238E27FC236}">
                    <a16:creationId xmlns:a16="http://schemas.microsoft.com/office/drawing/2014/main" id="{BA854ED9-9DD4-4589-A453-DCA4DCA6D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22"/>
                <a:ext cx="39" cy="51"/>
              </a:xfrm>
              <a:custGeom>
                <a:avLst/>
                <a:gdLst>
                  <a:gd name="T0" fmla="*/ 0 w 25"/>
                  <a:gd name="T1" fmla="*/ 33 h 31"/>
                  <a:gd name="T2" fmla="*/ 95 w 25"/>
                  <a:gd name="T3" fmla="*/ 138 h 31"/>
                  <a:gd name="T4" fmla="*/ 66 w 25"/>
                  <a:gd name="T5" fmla="*/ 0 h 31"/>
                  <a:gd name="T6" fmla="*/ 14 w 25"/>
                  <a:gd name="T7" fmla="*/ 4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0" y="7"/>
                    </a:moveTo>
                    <a:cubicBezTo>
                      <a:pt x="8" y="16"/>
                      <a:pt x="17" y="23"/>
                      <a:pt x="25" y="31"/>
                    </a:cubicBezTo>
                    <a:cubicBezTo>
                      <a:pt x="23" y="21"/>
                      <a:pt x="20" y="10"/>
                      <a:pt x="17" y="0"/>
                    </a:cubicBezTo>
                    <a:cubicBezTo>
                      <a:pt x="15" y="9"/>
                      <a:pt x="14" y="11"/>
                      <a:pt x="4" y="1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0" name="Freeform 3616">
                <a:extLst>
                  <a:ext uri="{FF2B5EF4-FFF2-40B4-BE49-F238E27FC236}">
                    <a16:creationId xmlns:a16="http://schemas.microsoft.com/office/drawing/2014/main" id="{FA1C0ACE-0DD5-4824-A655-4529F626D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818"/>
                <a:ext cx="31" cy="49"/>
              </a:xfrm>
              <a:custGeom>
                <a:avLst/>
                <a:gdLst>
                  <a:gd name="T0" fmla="*/ 0 w 20"/>
                  <a:gd name="T1" fmla="*/ 83 h 30"/>
                  <a:gd name="T2" fmla="*/ 62 w 20"/>
                  <a:gd name="T3" fmla="*/ 131 h 30"/>
                  <a:gd name="T4" fmla="*/ 48 w 20"/>
                  <a:gd name="T5" fmla="*/ 0 h 30"/>
                  <a:gd name="T6" fmla="*/ 34 w 20"/>
                  <a:gd name="T7" fmla="*/ 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0">
                    <a:moveTo>
                      <a:pt x="0" y="19"/>
                    </a:moveTo>
                    <a:cubicBezTo>
                      <a:pt x="6" y="21"/>
                      <a:pt x="11" y="27"/>
                      <a:pt x="17" y="30"/>
                    </a:cubicBezTo>
                    <a:cubicBezTo>
                      <a:pt x="20" y="23"/>
                      <a:pt x="15" y="8"/>
                      <a:pt x="13" y="0"/>
                    </a:cubicBezTo>
                    <a:cubicBezTo>
                      <a:pt x="13" y="5"/>
                      <a:pt x="16" y="25"/>
                      <a:pt x="9" y="2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1" name="Freeform 3617">
                <a:extLst>
                  <a:ext uri="{FF2B5EF4-FFF2-40B4-BE49-F238E27FC236}">
                    <a16:creationId xmlns:a16="http://schemas.microsoft.com/office/drawing/2014/main" id="{96B3BCF3-BEC4-4A9B-8FA8-1FBF77F47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642"/>
                <a:ext cx="43" cy="76"/>
              </a:xfrm>
              <a:custGeom>
                <a:avLst/>
                <a:gdLst>
                  <a:gd name="T0" fmla="*/ 8 w 28"/>
                  <a:gd name="T1" fmla="*/ 104 h 46"/>
                  <a:gd name="T2" fmla="*/ 101 w 28"/>
                  <a:gd name="T3" fmla="*/ 208 h 46"/>
                  <a:gd name="T4" fmla="*/ 58 w 28"/>
                  <a:gd name="T5" fmla="*/ 91 h 46"/>
                  <a:gd name="T6" fmla="*/ 0 w 28"/>
                  <a:gd name="T7" fmla="*/ 0 h 46"/>
                  <a:gd name="T8" fmla="*/ 28 w 28"/>
                  <a:gd name="T9" fmla="*/ 112 h 46"/>
                  <a:gd name="T10" fmla="*/ 35 w 28"/>
                  <a:gd name="T11" fmla="*/ 117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6">
                    <a:moveTo>
                      <a:pt x="2" y="23"/>
                    </a:moveTo>
                    <a:cubicBezTo>
                      <a:pt x="9" y="32"/>
                      <a:pt x="18" y="42"/>
                      <a:pt x="28" y="46"/>
                    </a:cubicBezTo>
                    <a:cubicBezTo>
                      <a:pt x="22" y="38"/>
                      <a:pt x="20" y="29"/>
                      <a:pt x="16" y="20"/>
                    </a:cubicBezTo>
                    <a:cubicBezTo>
                      <a:pt x="12" y="12"/>
                      <a:pt x="7" y="6"/>
                      <a:pt x="0" y="0"/>
                    </a:cubicBezTo>
                    <a:cubicBezTo>
                      <a:pt x="7" y="8"/>
                      <a:pt x="12" y="15"/>
                      <a:pt x="8" y="25"/>
                    </a:cubicBezTo>
                    <a:cubicBezTo>
                      <a:pt x="9" y="26"/>
                      <a:pt x="9" y="25"/>
                      <a:pt x="10" y="26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2" name="Freeform 3618">
                <a:extLst>
                  <a:ext uri="{FF2B5EF4-FFF2-40B4-BE49-F238E27FC236}">
                    <a16:creationId xmlns:a16="http://schemas.microsoft.com/office/drawing/2014/main" id="{D9528EFA-224A-4CA1-8C78-A04648BE9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110"/>
                <a:ext cx="26" cy="39"/>
              </a:xfrm>
              <a:custGeom>
                <a:avLst/>
                <a:gdLst>
                  <a:gd name="T0" fmla="*/ 0 w 17"/>
                  <a:gd name="T1" fmla="*/ 63 h 24"/>
                  <a:gd name="T2" fmla="*/ 61 w 17"/>
                  <a:gd name="T3" fmla="*/ 96 h 24"/>
                  <a:gd name="T4" fmla="*/ 21 w 17"/>
                  <a:gd name="T5" fmla="*/ 0 h 24"/>
                  <a:gd name="T6" fmla="*/ 21 w 17"/>
                  <a:gd name="T7" fmla="*/ 5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0" y="15"/>
                    </a:moveTo>
                    <a:cubicBezTo>
                      <a:pt x="4" y="18"/>
                      <a:pt x="11" y="24"/>
                      <a:pt x="17" y="22"/>
                    </a:cubicBezTo>
                    <a:cubicBezTo>
                      <a:pt x="12" y="16"/>
                      <a:pt x="11" y="7"/>
                      <a:pt x="6" y="0"/>
                    </a:cubicBezTo>
                    <a:cubicBezTo>
                      <a:pt x="8" y="4"/>
                      <a:pt x="10" y="11"/>
                      <a:pt x="6" y="1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3" name="Freeform 3619">
                <a:extLst>
                  <a:ext uri="{FF2B5EF4-FFF2-40B4-BE49-F238E27FC236}">
                    <a16:creationId xmlns:a16="http://schemas.microsoft.com/office/drawing/2014/main" id="{6E72A8FC-F14D-4903-B24A-FB7F0BB59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080"/>
                <a:ext cx="46" cy="36"/>
              </a:xfrm>
              <a:custGeom>
                <a:avLst/>
                <a:gdLst>
                  <a:gd name="T0" fmla="*/ 8 w 30"/>
                  <a:gd name="T1" fmla="*/ 21 h 22"/>
                  <a:gd name="T2" fmla="*/ 40 w 3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2" y="5"/>
                    </a:moveTo>
                    <a:cubicBezTo>
                      <a:pt x="0" y="22"/>
                      <a:pt x="30" y="13"/>
                      <a:pt x="1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4" name="Freeform 3620">
                <a:extLst>
                  <a:ext uri="{FF2B5EF4-FFF2-40B4-BE49-F238E27FC236}">
                    <a16:creationId xmlns:a16="http://schemas.microsoft.com/office/drawing/2014/main" id="{3398BEC2-6074-420D-9C79-A8520C08A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286"/>
                <a:ext cx="21" cy="35"/>
              </a:xfrm>
              <a:custGeom>
                <a:avLst/>
                <a:gdLst>
                  <a:gd name="T0" fmla="*/ 0 w 14"/>
                  <a:gd name="T1" fmla="*/ 62 h 21"/>
                  <a:gd name="T2" fmla="*/ 48 w 14"/>
                  <a:gd name="T3" fmla="*/ 55 h 21"/>
                  <a:gd name="T4" fmla="*/ 14 w 14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0" y="13"/>
                    </a:moveTo>
                    <a:cubicBezTo>
                      <a:pt x="4" y="19"/>
                      <a:pt x="13" y="21"/>
                      <a:pt x="14" y="12"/>
                    </a:cubicBezTo>
                    <a:cubicBezTo>
                      <a:pt x="14" y="8"/>
                      <a:pt x="8" y="0"/>
                      <a:pt x="4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5" name="Freeform 3621">
                <a:extLst>
                  <a:ext uri="{FF2B5EF4-FFF2-40B4-BE49-F238E27FC236}">
                    <a16:creationId xmlns:a16="http://schemas.microsoft.com/office/drawing/2014/main" id="{F6C96C44-C68E-443B-AFA2-B3B7431CB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67"/>
                <a:ext cx="27" cy="60"/>
              </a:xfrm>
              <a:custGeom>
                <a:avLst/>
                <a:gdLst>
                  <a:gd name="T0" fmla="*/ 0 w 18"/>
                  <a:gd name="T1" fmla="*/ 78 h 36"/>
                  <a:gd name="T2" fmla="*/ 12 w 18"/>
                  <a:gd name="T3" fmla="*/ 5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6">
                    <a:moveTo>
                      <a:pt x="0" y="17"/>
                    </a:moveTo>
                    <a:cubicBezTo>
                      <a:pt x="18" y="36"/>
                      <a:pt x="15" y="0"/>
                      <a:pt x="3" y="1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6" name="Freeform 3622">
                <a:extLst>
                  <a:ext uri="{FF2B5EF4-FFF2-40B4-BE49-F238E27FC236}">
                    <a16:creationId xmlns:a16="http://schemas.microsoft.com/office/drawing/2014/main" id="{4DC2B38A-A018-46B0-9DCD-AC16C1224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564"/>
                <a:ext cx="36" cy="33"/>
              </a:xfrm>
              <a:custGeom>
                <a:avLst/>
                <a:gdLst>
                  <a:gd name="T0" fmla="*/ 27 w 23"/>
                  <a:gd name="T1" fmla="*/ 0 h 20"/>
                  <a:gd name="T2" fmla="*/ 69 w 23"/>
                  <a:gd name="T3" fmla="*/ 2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0" y="12"/>
                      <a:pt x="23" y="20"/>
                      <a:pt x="18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7" name="Freeform 3623">
                <a:extLst>
                  <a:ext uri="{FF2B5EF4-FFF2-40B4-BE49-F238E27FC236}">
                    <a16:creationId xmlns:a16="http://schemas.microsoft.com/office/drawing/2014/main" id="{8DBB8C20-7A95-4A65-AB7A-9695808CE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680"/>
                <a:ext cx="31" cy="25"/>
              </a:xfrm>
              <a:custGeom>
                <a:avLst/>
                <a:gdLst>
                  <a:gd name="T0" fmla="*/ 29 w 20"/>
                  <a:gd name="T1" fmla="*/ 5 h 15"/>
                  <a:gd name="T2" fmla="*/ 53 w 20"/>
                  <a:gd name="T3" fmla="*/ 55 h 15"/>
                  <a:gd name="T4" fmla="*/ 40 w 2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8" y="1"/>
                    </a:moveTo>
                    <a:cubicBezTo>
                      <a:pt x="0" y="6"/>
                      <a:pt x="8" y="15"/>
                      <a:pt x="14" y="12"/>
                    </a:cubicBezTo>
                    <a:cubicBezTo>
                      <a:pt x="20" y="9"/>
                      <a:pt x="17" y="1"/>
                      <a:pt x="1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8" name="Freeform 3624">
                <a:extLst>
                  <a:ext uri="{FF2B5EF4-FFF2-40B4-BE49-F238E27FC236}">
                    <a16:creationId xmlns:a16="http://schemas.microsoft.com/office/drawing/2014/main" id="{2470994A-11C6-4619-B939-584EFF9A6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2532"/>
                <a:ext cx="46" cy="34"/>
              </a:xfrm>
              <a:custGeom>
                <a:avLst/>
                <a:gdLst>
                  <a:gd name="T0" fmla="*/ 21 w 30"/>
                  <a:gd name="T1" fmla="*/ 21 h 21"/>
                  <a:gd name="T2" fmla="*/ 43 w 3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1">
                    <a:moveTo>
                      <a:pt x="6" y="5"/>
                    </a:moveTo>
                    <a:cubicBezTo>
                      <a:pt x="0" y="21"/>
                      <a:pt x="30" y="8"/>
                      <a:pt x="1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9" name="Freeform 3625">
                <a:extLst>
                  <a:ext uri="{FF2B5EF4-FFF2-40B4-BE49-F238E27FC236}">
                    <a16:creationId xmlns:a16="http://schemas.microsoft.com/office/drawing/2014/main" id="{1F94F9DB-1EBB-46FD-A9A6-C7BB9E474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360"/>
                <a:ext cx="128" cy="112"/>
              </a:xfrm>
              <a:custGeom>
                <a:avLst/>
                <a:gdLst>
                  <a:gd name="T0" fmla="*/ 8 w 83"/>
                  <a:gd name="T1" fmla="*/ 0 h 68"/>
                  <a:gd name="T2" fmla="*/ 136 w 83"/>
                  <a:gd name="T3" fmla="*/ 165 h 68"/>
                  <a:gd name="T4" fmla="*/ 304 w 83"/>
                  <a:gd name="T5" fmla="*/ 282 h 68"/>
                  <a:gd name="T6" fmla="*/ 298 w 83"/>
                  <a:gd name="T7" fmla="*/ 277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68">
                    <a:moveTo>
                      <a:pt x="2" y="0"/>
                    </a:moveTo>
                    <a:cubicBezTo>
                      <a:pt x="0" y="14"/>
                      <a:pt x="27" y="30"/>
                      <a:pt x="37" y="37"/>
                    </a:cubicBezTo>
                    <a:cubicBezTo>
                      <a:pt x="45" y="44"/>
                      <a:pt x="72" y="68"/>
                      <a:pt x="83" y="63"/>
                    </a:cubicBezTo>
                    <a:cubicBezTo>
                      <a:pt x="82" y="62"/>
                      <a:pt x="81" y="62"/>
                      <a:pt x="81" y="62"/>
                    </a:cubicBezTo>
                  </a:path>
                </a:pathLst>
              </a:custGeom>
              <a:solidFill>
                <a:srgbClr val="FD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90" name="Freeform 3626">
                <a:extLst>
                  <a:ext uri="{FF2B5EF4-FFF2-40B4-BE49-F238E27FC236}">
                    <a16:creationId xmlns:a16="http://schemas.microsoft.com/office/drawing/2014/main" id="{FDB5F833-4CE6-409E-9326-1C249E716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411"/>
                <a:ext cx="27" cy="28"/>
              </a:xfrm>
              <a:custGeom>
                <a:avLst/>
                <a:gdLst>
                  <a:gd name="T0" fmla="*/ 12 w 18"/>
                  <a:gd name="T1" fmla="*/ 20 h 17"/>
                  <a:gd name="T2" fmla="*/ 41 w 18"/>
                  <a:gd name="T3" fmla="*/ 63 h 17"/>
                  <a:gd name="T4" fmla="*/ 27 w 18"/>
                  <a:gd name="T5" fmla="*/ 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3" y="4"/>
                    </a:moveTo>
                    <a:cubicBezTo>
                      <a:pt x="0" y="10"/>
                      <a:pt x="5" y="17"/>
                      <a:pt x="12" y="14"/>
                    </a:cubicBezTo>
                    <a:cubicBezTo>
                      <a:pt x="18" y="10"/>
                      <a:pt x="14" y="0"/>
                      <a:pt x="8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91" name="Freeform 3627">
                <a:extLst>
                  <a:ext uri="{FF2B5EF4-FFF2-40B4-BE49-F238E27FC236}">
                    <a16:creationId xmlns:a16="http://schemas.microsoft.com/office/drawing/2014/main" id="{2F1A372B-DD55-499B-ADAD-68034EA5F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060"/>
                <a:ext cx="24" cy="25"/>
              </a:xfrm>
              <a:custGeom>
                <a:avLst/>
                <a:gdLst>
                  <a:gd name="T0" fmla="*/ 5 w 15"/>
                  <a:gd name="T1" fmla="*/ 0 h 15"/>
                  <a:gd name="T2" fmla="*/ 42 w 15"/>
                  <a:gd name="T3" fmla="*/ 55 h 15"/>
                  <a:gd name="T4" fmla="*/ 34 w 1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cubicBezTo>
                      <a:pt x="0" y="5"/>
                      <a:pt x="4" y="15"/>
                      <a:pt x="10" y="12"/>
                    </a:cubicBezTo>
                    <a:cubicBezTo>
                      <a:pt x="15" y="9"/>
                      <a:pt x="12" y="1"/>
                      <a:pt x="8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92" name="Freeform 3628">
                <a:extLst>
                  <a:ext uri="{FF2B5EF4-FFF2-40B4-BE49-F238E27FC236}">
                    <a16:creationId xmlns:a16="http://schemas.microsoft.com/office/drawing/2014/main" id="{798CF5B7-8713-4897-9CEB-427705847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45"/>
                <a:ext cx="52" cy="32"/>
              </a:xfrm>
              <a:custGeom>
                <a:avLst/>
                <a:gdLst>
                  <a:gd name="T0" fmla="*/ 35 w 34"/>
                  <a:gd name="T1" fmla="*/ 13 h 19"/>
                  <a:gd name="T2" fmla="*/ 49 w 3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9">
                    <a:moveTo>
                      <a:pt x="10" y="3"/>
                    </a:moveTo>
                    <a:cubicBezTo>
                      <a:pt x="0" y="19"/>
                      <a:pt x="34" y="10"/>
                      <a:pt x="14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93" name="Freeform 3629">
                <a:extLst>
                  <a:ext uri="{FF2B5EF4-FFF2-40B4-BE49-F238E27FC236}">
                    <a16:creationId xmlns:a16="http://schemas.microsoft.com/office/drawing/2014/main" id="{78291304-18A3-4275-95F9-F50ACB2C4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116"/>
                <a:ext cx="25" cy="23"/>
              </a:xfrm>
              <a:custGeom>
                <a:avLst/>
                <a:gdLst>
                  <a:gd name="T0" fmla="*/ 5 w 16"/>
                  <a:gd name="T1" fmla="*/ 0 h 14"/>
                  <a:gd name="T2" fmla="*/ 47 w 16"/>
                  <a:gd name="T3" fmla="*/ 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1" y="0"/>
                    </a:moveTo>
                    <a:cubicBezTo>
                      <a:pt x="0" y="12"/>
                      <a:pt x="16" y="14"/>
                      <a:pt x="12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94" name="Freeform 3630">
                <a:extLst>
                  <a:ext uri="{FF2B5EF4-FFF2-40B4-BE49-F238E27FC236}">
                    <a16:creationId xmlns:a16="http://schemas.microsoft.com/office/drawing/2014/main" id="{36D338A6-FF4D-4727-809A-6A4E36AD6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187"/>
                <a:ext cx="45" cy="45"/>
              </a:xfrm>
              <a:custGeom>
                <a:avLst/>
                <a:gdLst>
                  <a:gd name="T0" fmla="*/ 19 w 29"/>
                  <a:gd name="T1" fmla="*/ 8 h 27"/>
                  <a:gd name="T2" fmla="*/ 45 w 2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5" y="2"/>
                    </a:moveTo>
                    <a:cubicBezTo>
                      <a:pt x="0" y="27"/>
                      <a:pt x="29" y="4"/>
                      <a:pt x="1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95" name="Freeform 3631">
                <a:extLst>
                  <a:ext uri="{FF2B5EF4-FFF2-40B4-BE49-F238E27FC236}">
                    <a16:creationId xmlns:a16="http://schemas.microsoft.com/office/drawing/2014/main" id="{5FD12D11-DD84-434A-8DB7-59007DE37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200"/>
                <a:ext cx="46" cy="30"/>
              </a:xfrm>
              <a:custGeom>
                <a:avLst/>
                <a:gdLst>
                  <a:gd name="T0" fmla="*/ 32 w 30"/>
                  <a:gd name="T1" fmla="*/ 0 h 18"/>
                  <a:gd name="T2" fmla="*/ 49 w 3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9" y="0"/>
                    </a:moveTo>
                    <a:cubicBezTo>
                      <a:pt x="0" y="18"/>
                      <a:pt x="30" y="4"/>
                      <a:pt x="14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96" name="Freeform 3632">
                <a:extLst>
                  <a:ext uri="{FF2B5EF4-FFF2-40B4-BE49-F238E27FC236}">
                    <a16:creationId xmlns:a16="http://schemas.microsoft.com/office/drawing/2014/main" id="{E734173F-97BA-40C5-AE96-DA7C51DBC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181"/>
                <a:ext cx="32" cy="39"/>
              </a:xfrm>
              <a:custGeom>
                <a:avLst/>
                <a:gdLst>
                  <a:gd name="T0" fmla="*/ 14 w 21"/>
                  <a:gd name="T1" fmla="*/ 29 h 24"/>
                  <a:gd name="T2" fmla="*/ 56 w 21"/>
                  <a:gd name="T3" fmla="*/ 76 h 24"/>
                  <a:gd name="T4" fmla="*/ 41 w 21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4">
                    <a:moveTo>
                      <a:pt x="4" y="7"/>
                    </a:moveTo>
                    <a:cubicBezTo>
                      <a:pt x="0" y="15"/>
                      <a:pt x="8" y="24"/>
                      <a:pt x="16" y="18"/>
                    </a:cubicBezTo>
                    <a:cubicBezTo>
                      <a:pt x="21" y="14"/>
                      <a:pt x="19" y="2"/>
                      <a:pt x="12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97" name="Freeform 3633">
                <a:extLst>
                  <a:ext uri="{FF2B5EF4-FFF2-40B4-BE49-F238E27FC236}">
                    <a16:creationId xmlns:a16="http://schemas.microsoft.com/office/drawing/2014/main" id="{3310ADF6-B3A8-4700-A24E-D2688CA04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937"/>
                <a:ext cx="48" cy="33"/>
              </a:xfrm>
              <a:custGeom>
                <a:avLst/>
                <a:gdLst>
                  <a:gd name="T0" fmla="*/ 26 w 31"/>
                  <a:gd name="T1" fmla="*/ 20 h 20"/>
                  <a:gd name="T2" fmla="*/ 56 w 3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0">
                    <a:moveTo>
                      <a:pt x="7" y="4"/>
                    </a:moveTo>
                    <a:cubicBezTo>
                      <a:pt x="0" y="20"/>
                      <a:pt x="31" y="14"/>
                      <a:pt x="1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98" name="Freeform 3634">
                <a:extLst>
                  <a:ext uri="{FF2B5EF4-FFF2-40B4-BE49-F238E27FC236}">
                    <a16:creationId xmlns:a16="http://schemas.microsoft.com/office/drawing/2014/main" id="{24FD22D2-B647-48D3-8A1D-4CDF29CE7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1867"/>
                <a:ext cx="59" cy="33"/>
              </a:xfrm>
              <a:custGeom>
                <a:avLst/>
                <a:gdLst>
                  <a:gd name="T0" fmla="*/ 47 w 38"/>
                  <a:gd name="T1" fmla="*/ 20 h 20"/>
                  <a:gd name="T2" fmla="*/ 87 w 38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0">
                    <a:moveTo>
                      <a:pt x="12" y="4"/>
                    </a:moveTo>
                    <a:cubicBezTo>
                      <a:pt x="0" y="20"/>
                      <a:pt x="38" y="17"/>
                      <a:pt x="2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99" name="Freeform 3635">
                <a:extLst>
                  <a:ext uri="{FF2B5EF4-FFF2-40B4-BE49-F238E27FC236}">
                    <a16:creationId xmlns:a16="http://schemas.microsoft.com/office/drawing/2014/main" id="{EAD1A0CA-7722-45C2-AD80-9CF0B3CB1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65"/>
                <a:ext cx="26" cy="28"/>
              </a:xfrm>
              <a:custGeom>
                <a:avLst/>
                <a:gdLst>
                  <a:gd name="T0" fmla="*/ 18 w 17"/>
                  <a:gd name="T1" fmla="*/ 5 h 17"/>
                  <a:gd name="T2" fmla="*/ 28 w 17"/>
                  <a:gd name="T3" fmla="*/ 71 h 17"/>
                  <a:gd name="T4" fmla="*/ 32 w 1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5" y="1"/>
                    </a:moveTo>
                    <a:cubicBezTo>
                      <a:pt x="0" y="3"/>
                      <a:pt x="3" y="16"/>
                      <a:pt x="8" y="16"/>
                    </a:cubicBezTo>
                    <a:cubicBezTo>
                      <a:pt x="17" y="17"/>
                      <a:pt x="16" y="2"/>
                      <a:pt x="9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0" name="Freeform 3636">
                <a:extLst>
                  <a:ext uri="{FF2B5EF4-FFF2-40B4-BE49-F238E27FC236}">
                    <a16:creationId xmlns:a16="http://schemas.microsoft.com/office/drawing/2014/main" id="{89171CBF-94E0-4EFB-8E71-52EAE1178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757"/>
                <a:ext cx="29" cy="33"/>
              </a:xfrm>
              <a:custGeom>
                <a:avLst/>
                <a:gdLst>
                  <a:gd name="T0" fmla="*/ 0 w 19"/>
                  <a:gd name="T1" fmla="*/ 13 h 20"/>
                  <a:gd name="T2" fmla="*/ 40 w 1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0">
                    <a:moveTo>
                      <a:pt x="0" y="3"/>
                    </a:moveTo>
                    <a:cubicBezTo>
                      <a:pt x="3" y="20"/>
                      <a:pt x="19" y="6"/>
                      <a:pt x="11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1" name="Freeform 3637">
                <a:extLst>
                  <a:ext uri="{FF2B5EF4-FFF2-40B4-BE49-F238E27FC236}">
                    <a16:creationId xmlns:a16="http://schemas.microsoft.com/office/drawing/2014/main" id="{6E8330E9-59CB-47B2-8BF6-B29C77589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680"/>
                <a:ext cx="32" cy="33"/>
              </a:xfrm>
              <a:custGeom>
                <a:avLst/>
                <a:gdLst>
                  <a:gd name="T0" fmla="*/ 0 w 21"/>
                  <a:gd name="T1" fmla="*/ 35 h 20"/>
                  <a:gd name="T2" fmla="*/ 14 w 2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0">
                    <a:moveTo>
                      <a:pt x="0" y="8"/>
                    </a:moveTo>
                    <a:cubicBezTo>
                      <a:pt x="0" y="20"/>
                      <a:pt x="21" y="5"/>
                      <a:pt x="4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2" name="Freeform 3638">
                <a:extLst>
                  <a:ext uri="{FF2B5EF4-FFF2-40B4-BE49-F238E27FC236}">
                    <a16:creationId xmlns:a16="http://schemas.microsoft.com/office/drawing/2014/main" id="{D5B4B794-CC5A-48D3-B4EB-1821FB1F1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288"/>
                <a:ext cx="20" cy="16"/>
              </a:xfrm>
              <a:custGeom>
                <a:avLst/>
                <a:gdLst>
                  <a:gd name="T0" fmla="*/ 8 w 13"/>
                  <a:gd name="T1" fmla="*/ 8 h 10"/>
                  <a:gd name="T2" fmla="*/ 34 w 1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2" y="2"/>
                    </a:moveTo>
                    <a:cubicBezTo>
                      <a:pt x="0" y="10"/>
                      <a:pt x="13" y="8"/>
                      <a:pt x="9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3" name="Freeform 3639">
                <a:extLst>
                  <a:ext uri="{FF2B5EF4-FFF2-40B4-BE49-F238E27FC236}">
                    <a16:creationId xmlns:a16="http://schemas.microsoft.com/office/drawing/2014/main" id="{8BD0ADED-3D14-407C-B829-28E872367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329"/>
                <a:ext cx="29" cy="28"/>
              </a:xfrm>
              <a:custGeom>
                <a:avLst/>
                <a:gdLst>
                  <a:gd name="T0" fmla="*/ 5 w 19"/>
                  <a:gd name="T1" fmla="*/ 0 h 17"/>
                  <a:gd name="T2" fmla="*/ 49 w 19"/>
                  <a:gd name="T3" fmla="*/ 54 h 17"/>
                  <a:gd name="T4" fmla="*/ 40 w 19"/>
                  <a:gd name="T5" fmla="*/ 1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1" y="0"/>
                    </a:moveTo>
                    <a:cubicBezTo>
                      <a:pt x="0" y="7"/>
                      <a:pt x="6" y="17"/>
                      <a:pt x="14" y="12"/>
                    </a:cubicBezTo>
                    <a:cubicBezTo>
                      <a:pt x="19" y="10"/>
                      <a:pt x="18" y="0"/>
                      <a:pt x="11" y="3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4" name="Freeform 3640">
                <a:extLst>
                  <a:ext uri="{FF2B5EF4-FFF2-40B4-BE49-F238E27FC236}">
                    <a16:creationId xmlns:a16="http://schemas.microsoft.com/office/drawing/2014/main" id="{A397502E-CBD4-48FE-8B56-906D9CABF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391"/>
                <a:ext cx="28" cy="32"/>
              </a:xfrm>
              <a:custGeom>
                <a:avLst/>
                <a:gdLst>
                  <a:gd name="T0" fmla="*/ 22 w 18"/>
                  <a:gd name="T1" fmla="*/ 8 h 19"/>
                  <a:gd name="T2" fmla="*/ 48 w 18"/>
                  <a:gd name="T3" fmla="*/ 62 h 19"/>
                  <a:gd name="T4" fmla="*/ 30 w 18"/>
                  <a:gd name="T5" fmla="*/ 2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6" y="2"/>
                    </a:moveTo>
                    <a:cubicBezTo>
                      <a:pt x="0" y="9"/>
                      <a:pt x="5" y="19"/>
                      <a:pt x="13" y="13"/>
                    </a:cubicBezTo>
                    <a:cubicBezTo>
                      <a:pt x="18" y="9"/>
                      <a:pt x="14" y="0"/>
                      <a:pt x="8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5" name="Freeform 3641">
                <a:extLst>
                  <a:ext uri="{FF2B5EF4-FFF2-40B4-BE49-F238E27FC236}">
                    <a16:creationId xmlns:a16="http://schemas.microsoft.com/office/drawing/2014/main" id="{37FB1C93-EC11-4853-BE69-BF22686D1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373"/>
                <a:ext cx="15" cy="20"/>
              </a:xfrm>
              <a:custGeom>
                <a:avLst/>
                <a:gdLst>
                  <a:gd name="T0" fmla="*/ 0 w 10"/>
                  <a:gd name="T1" fmla="*/ 33 h 12"/>
                  <a:gd name="T2" fmla="*/ 26 w 10"/>
                  <a:gd name="T3" fmla="*/ 50 h 12"/>
                  <a:gd name="T4" fmla="*/ 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7"/>
                    </a:moveTo>
                    <a:cubicBezTo>
                      <a:pt x="1" y="10"/>
                      <a:pt x="4" y="12"/>
                      <a:pt x="7" y="11"/>
                    </a:cubicBezTo>
                    <a:cubicBezTo>
                      <a:pt x="10" y="6"/>
                      <a:pt x="5" y="1"/>
                      <a:pt x="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6" name="Freeform 3642">
                <a:extLst>
                  <a:ext uri="{FF2B5EF4-FFF2-40B4-BE49-F238E27FC236}">
                    <a16:creationId xmlns:a16="http://schemas.microsoft.com/office/drawing/2014/main" id="{E158ADC2-BCA8-42E1-A8C4-8C6E31D63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268"/>
                <a:ext cx="33" cy="25"/>
              </a:xfrm>
              <a:custGeom>
                <a:avLst/>
                <a:gdLst>
                  <a:gd name="T0" fmla="*/ 35 w 21"/>
                  <a:gd name="T1" fmla="*/ 0 h 15"/>
                  <a:gd name="T2" fmla="*/ 60 w 21"/>
                  <a:gd name="T3" fmla="*/ 2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9" y="0"/>
                    </a:moveTo>
                    <a:cubicBezTo>
                      <a:pt x="0" y="15"/>
                      <a:pt x="21" y="14"/>
                      <a:pt x="15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7" name="Freeform 3643">
                <a:extLst>
                  <a:ext uri="{FF2B5EF4-FFF2-40B4-BE49-F238E27FC236}">
                    <a16:creationId xmlns:a16="http://schemas.microsoft.com/office/drawing/2014/main" id="{97041ACC-0EFF-4055-B120-464B3D883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2424"/>
                <a:ext cx="31" cy="32"/>
              </a:xfrm>
              <a:custGeom>
                <a:avLst/>
                <a:gdLst>
                  <a:gd name="T0" fmla="*/ 26 w 20"/>
                  <a:gd name="T1" fmla="*/ 0 h 19"/>
                  <a:gd name="T2" fmla="*/ 60 w 20"/>
                  <a:gd name="T3" fmla="*/ 62 h 19"/>
                  <a:gd name="T4" fmla="*/ 48 w 20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cubicBezTo>
                      <a:pt x="0" y="5"/>
                      <a:pt x="10" y="19"/>
                      <a:pt x="16" y="13"/>
                    </a:cubicBezTo>
                    <a:cubicBezTo>
                      <a:pt x="20" y="10"/>
                      <a:pt x="17" y="5"/>
                      <a:pt x="13" y="5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8" name="Freeform 3644">
                <a:extLst>
                  <a:ext uri="{FF2B5EF4-FFF2-40B4-BE49-F238E27FC236}">
                    <a16:creationId xmlns:a16="http://schemas.microsoft.com/office/drawing/2014/main" id="{632A6A1E-4B19-4465-9612-8E1D49015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2475"/>
                <a:ext cx="25" cy="29"/>
              </a:xfrm>
              <a:custGeom>
                <a:avLst/>
                <a:gdLst>
                  <a:gd name="T0" fmla="*/ 14 w 16"/>
                  <a:gd name="T1" fmla="*/ 9 h 17"/>
                  <a:gd name="T2" fmla="*/ 53 w 16"/>
                  <a:gd name="T3" fmla="*/ 49 h 17"/>
                  <a:gd name="T4" fmla="*/ 39 w 1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4" y="2"/>
                    </a:moveTo>
                    <a:cubicBezTo>
                      <a:pt x="0" y="9"/>
                      <a:pt x="9" y="17"/>
                      <a:pt x="14" y="10"/>
                    </a:cubicBezTo>
                    <a:cubicBezTo>
                      <a:pt x="16" y="6"/>
                      <a:pt x="13" y="0"/>
                      <a:pt x="1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9" name="Freeform 3645">
                <a:extLst>
                  <a:ext uri="{FF2B5EF4-FFF2-40B4-BE49-F238E27FC236}">
                    <a16:creationId xmlns:a16="http://schemas.microsoft.com/office/drawing/2014/main" id="{A6AEADF0-B8AD-486B-9416-4D6A6D427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2518"/>
                <a:ext cx="21" cy="25"/>
              </a:xfrm>
              <a:custGeom>
                <a:avLst/>
                <a:gdLst>
                  <a:gd name="T0" fmla="*/ 8 w 14"/>
                  <a:gd name="T1" fmla="*/ 0 h 15"/>
                  <a:gd name="T2" fmla="*/ 14 w 14"/>
                  <a:gd name="T3" fmla="*/ 70 h 15"/>
                  <a:gd name="T4" fmla="*/ 35 w 14"/>
                  <a:gd name="T5" fmla="*/ 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2" y="0"/>
                    </a:moveTo>
                    <a:cubicBezTo>
                      <a:pt x="0" y="6"/>
                      <a:pt x="1" y="11"/>
                      <a:pt x="4" y="15"/>
                    </a:cubicBezTo>
                    <a:cubicBezTo>
                      <a:pt x="10" y="15"/>
                      <a:pt x="14" y="9"/>
                      <a:pt x="10" y="4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10" name="Freeform 3646">
                <a:extLst>
                  <a:ext uri="{FF2B5EF4-FFF2-40B4-BE49-F238E27FC236}">
                    <a16:creationId xmlns:a16="http://schemas.microsoft.com/office/drawing/2014/main" id="{BB579860-523E-4CF4-AA74-7F0448C8B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4" y="2685"/>
                <a:ext cx="23" cy="23"/>
              </a:xfrm>
              <a:custGeom>
                <a:avLst/>
                <a:gdLst>
                  <a:gd name="T0" fmla="*/ 14 w 15"/>
                  <a:gd name="T1" fmla="*/ 0 h 14"/>
                  <a:gd name="T2" fmla="*/ 40 w 15"/>
                  <a:gd name="T3" fmla="*/ 43 h 14"/>
                  <a:gd name="T4" fmla="*/ 35 w 15"/>
                  <a:gd name="T5" fmla="*/ 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4" y="0"/>
                    </a:moveTo>
                    <a:cubicBezTo>
                      <a:pt x="0" y="5"/>
                      <a:pt x="4" y="14"/>
                      <a:pt x="11" y="10"/>
                    </a:cubicBezTo>
                    <a:cubicBezTo>
                      <a:pt x="15" y="7"/>
                      <a:pt x="14" y="2"/>
                      <a:pt x="10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11" name="Freeform 3647">
                <a:extLst>
                  <a:ext uri="{FF2B5EF4-FFF2-40B4-BE49-F238E27FC236}">
                    <a16:creationId xmlns:a16="http://schemas.microsoft.com/office/drawing/2014/main" id="{6A0A83EC-BFF0-42D5-B78E-194ED10E5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8" y="2695"/>
                <a:ext cx="32" cy="29"/>
              </a:xfrm>
              <a:custGeom>
                <a:avLst/>
                <a:gdLst>
                  <a:gd name="T0" fmla="*/ 26 w 21"/>
                  <a:gd name="T1" fmla="*/ 8 h 18"/>
                  <a:gd name="T2" fmla="*/ 46 w 21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8">
                    <a:moveTo>
                      <a:pt x="7" y="2"/>
                    </a:moveTo>
                    <a:cubicBezTo>
                      <a:pt x="0" y="11"/>
                      <a:pt x="21" y="18"/>
                      <a:pt x="13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12" name="Freeform 3648">
                <a:extLst>
                  <a:ext uri="{FF2B5EF4-FFF2-40B4-BE49-F238E27FC236}">
                    <a16:creationId xmlns:a16="http://schemas.microsoft.com/office/drawing/2014/main" id="{AA8D3504-724E-43E3-81CA-6195527C4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255"/>
                <a:ext cx="74" cy="41"/>
              </a:xfrm>
              <a:custGeom>
                <a:avLst/>
                <a:gdLst>
                  <a:gd name="T0" fmla="*/ 0 w 48"/>
                  <a:gd name="T1" fmla="*/ 0 h 25"/>
                  <a:gd name="T2" fmla="*/ 93 w 48"/>
                  <a:gd name="T3" fmla="*/ 8 h 25"/>
                  <a:gd name="T4" fmla="*/ 176 w 48"/>
                  <a:gd name="T5" fmla="*/ 110 h 25"/>
                  <a:gd name="T6" fmla="*/ 74 w 48"/>
                  <a:gd name="T7" fmla="*/ 2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25">
                    <a:moveTo>
                      <a:pt x="0" y="0"/>
                    </a:moveTo>
                    <a:cubicBezTo>
                      <a:pt x="8" y="0"/>
                      <a:pt x="17" y="0"/>
                      <a:pt x="25" y="2"/>
                    </a:cubicBezTo>
                    <a:cubicBezTo>
                      <a:pt x="38" y="6"/>
                      <a:pt x="39" y="16"/>
                      <a:pt x="48" y="25"/>
                    </a:cubicBezTo>
                    <a:cubicBezTo>
                      <a:pt x="37" y="21"/>
                      <a:pt x="31" y="8"/>
                      <a:pt x="2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13" name="Freeform 3649">
                <a:extLst>
                  <a:ext uri="{FF2B5EF4-FFF2-40B4-BE49-F238E27FC236}">
                    <a16:creationId xmlns:a16="http://schemas.microsoft.com/office/drawing/2014/main" id="{95A1B951-EAB2-4439-8BC1-6E0E21408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153"/>
                <a:ext cx="29" cy="19"/>
              </a:xfrm>
              <a:custGeom>
                <a:avLst/>
                <a:gdLst>
                  <a:gd name="T0" fmla="*/ 0 w 19"/>
                  <a:gd name="T1" fmla="*/ 5 h 12"/>
                  <a:gd name="T2" fmla="*/ 67 w 19"/>
                  <a:gd name="T3" fmla="*/ 48 h 12"/>
                  <a:gd name="T4" fmla="*/ 14 w 19"/>
                  <a:gd name="T5" fmla="*/ 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0" y="1"/>
                    </a:moveTo>
                    <a:cubicBezTo>
                      <a:pt x="12" y="0"/>
                      <a:pt x="11" y="7"/>
                      <a:pt x="19" y="12"/>
                    </a:cubicBezTo>
                    <a:cubicBezTo>
                      <a:pt x="14" y="12"/>
                      <a:pt x="9" y="9"/>
                      <a:pt x="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14" name="Freeform 3650">
                <a:extLst>
                  <a:ext uri="{FF2B5EF4-FFF2-40B4-BE49-F238E27FC236}">
                    <a16:creationId xmlns:a16="http://schemas.microsoft.com/office/drawing/2014/main" id="{926C7650-D6B5-4FCF-A147-E604BF1AC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133"/>
                <a:ext cx="68" cy="54"/>
              </a:xfrm>
              <a:custGeom>
                <a:avLst/>
                <a:gdLst>
                  <a:gd name="T0" fmla="*/ 12 w 44"/>
                  <a:gd name="T1" fmla="*/ 5 h 33"/>
                  <a:gd name="T2" fmla="*/ 162 w 44"/>
                  <a:gd name="T3" fmla="*/ 144 h 33"/>
                  <a:gd name="T4" fmla="*/ 0 w 44"/>
                  <a:gd name="T5" fmla="*/ 26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3">
                    <a:moveTo>
                      <a:pt x="3" y="1"/>
                    </a:moveTo>
                    <a:cubicBezTo>
                      <a:pt x="19" y="6"/>
                      <a:pt x="40" y="15"/>
                      <a:pt x="44" y="33"/>
                    </a:cubicBezTo>
                    <a:cubicBezTo>
                      <a:pt x="37" y="23"/>
                      <a:pt x="14" y="0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15" name="Freeform 3651">
                <a:extLst>
                  <a:ext uri="{FF2B5EF4-FFF2-40B4-BE49-F238E27FC236}">
                    <a16:creationId xmlns:a16="http://schemas.microsoft.com/office/drawing/2014/main" id="{DACC3857-B381-4A70-9344-B37C46089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1849"/>
                <a:ext cx="45" cy="56"/>
              </a:xfrm>
              <a:custGeom>
                <a:avLst/>
                <a:gdLst>
                  <a:gd name="T0" fmla="*/ 8 w 29"/>
                  <a:gd name="T1" fmla="*/ 104 h 34"/>
                  <a:gd name="T2" fmla="*/ 109 w 29"/>
                  <a:gd name="T3" fmla="*/ 152 h 34"/>
                  <a:gd name="T4" fmla="*/ 26 w 29"/>
                  <a:gd name="T5" fmla="*/ 8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4">
                    <a:moveTo>
                      <a:pt x="2" y="23"/>
                    </a:moveTo>
                    <a:cubicBezTo>
                      <a:pt x="0" y="0"/>
                      <a:pt x="25" y="29"/>
                      <a:pt x="29" y="34"/>
                    </a:cubicBezTo>
                    <a:cubicBezTo>
                      <a:pt x="24" y="30"/>
                      <a:pt x="14" y="19"/>
                      <a:pt x="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16" name="Freeform 3652">
                <a:extLst>
                  <a:ext uri="{FF2B5EF4-FFF2-40B4-BE49-F238E27FC236}">
                    <a16:creationId xmlns:a16="http://schemas.microsoft.com/office/drawing/2014/main" id="{A7846AD7-64EE-4FE6-B7D6-9B403CE68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734"/>
                <a:ext cx="52" cy="64"/>
              </a:xfrm>
              <a:custGeom>
                <a:avLst/>
                <a:gdLst>
                  <a:gd name="T0" fmla="*/ 0 w 34"/>
                  <a:gd name="T1" fmla="*/ 0 h 39"/>
                  <a:gd name="T2" fmla="*/ 96 w 34"/>
                  <a:gd name="T3" fmla="*/ 56 h 39"/>
                  <a:gd name="T4" fmla="*/ 122 w 34"/>
                  <a:gd name="T5" fmla="*/ 172 h 39"/>
                  <a:gd name="T6" fmla="*/ 67 w 34"/>
                  <a:gd name="T7" fmla="*/ 4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9">
                    <a:moveTo>
                      <a:pt x="0" y="0"/>
                    </a:moveTo>
                    <a:cubicBezTo>
                      <a:pt x="8" y="6"/>
                      <a:pt x="19" y="6"/>
                      <a:pt x="27" y="13"/>
                    </a:cubicBezTo>
                    <a:cubicBezTo>
                      <a:pt x="34" y="20"/>
                      <a:pt x="34" y="30"/>
                      <a:pt x="34" y="39"/>
                    </a:cubicBezTo>
                    <a:cubicBezTo>
                      <a:pt x="30" y="29"/>
                      <a:pt x="23" y="20"/>
                      <a:pt x="1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17" name="Freeform 3653">
                <a:extLst>
                  <a:ext uri="{FF2B5EF4-FFF2-40B4-BE49-F238E27FC236}">
                    <a16:creationId xmlns:a16="http://schemas.microsoft.com/office/drawing/2014/main" id="{D022B2AB-22BF-41B3-A0D3-F3DB40412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215"/>
                <a:ext cx="51" cy="46"/>
              </a:xfrm>
              <a:custGeom>
                <a:avLst/>
                <a:gdLst>
                  <a:gd name="T0" fmla="*/ 0 w 33"/>
                  <a:gd name="T1" fmla="*/ 0 h 28"/>
                  <a:gd name="T2" fmla="*/ 87 w 33"/>
                  <a:gd name="T3" fmla="*/ 71 h 28"/>
                  <a:gd name="T4" fmla="*/ 122 w 33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8">
                    <a:moveTo>
                      <a:pt x="0" y="0"/>
                    </a:moveTo>
                    <a:cubicBezTo>
                      <a:pt x="8" y="5"/>
                      <a:pt x="17" y="9"/>
                      <a:pt x="23" y="16"/>
                    </a:cubicBezTo>
                    <a:cubicBezTo>
                      <a:pt x="27" y="20"/>
                      <a:pt x="29" y="26"/>
                      <a:pt x="33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18" name="Freeform 3654">
                <a:extLst>
                  <a:ext uri="{FF2B5EF4-FFF2-40B4-BE49-F238E27FC236}">
                    <a16:creationId xmlns:a16="http://schemas.microsoft.com/office/drawing/2014/main" id="{3661DD4C-8236-485E-9D55-6B99A6BD7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2314"/>
                <a:ext cx="51" cy="35"/>
              </a:xfrm>
              <a:custGeom>
                <a:avLst/>
                <a:gdLst>
                  <a:gd name="T0" fmla="*/ 0 w 33"/>
                  <a:gd name="T1" fmla="*/ 0 h 21"/>
                  <a:gd name="T2" fmla="*/ 122 w 33"/>
                  <a:gd name="T3" fmla="*/ 97 h 21"/>
                  <a:gd name="T4" fmla="*/ 40 w 33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1">
                    <a:moveTo>
                      <a:pt x="0" y="0"/>
                    </a:moveTo>
                    <a:cubicBezTo>
                      <a:pt x="14" y="6"/>
                      <a:pt x="27" y="4"/>
                      <a:pt x="33" y="21"/>
                    </a:cubicBezTo>
                    <a:cubicBezTo>
                      <a:pt x="25" y="16"/>
                      <a:pt x="19" y="9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19" name="Freeform 3655">
                <a:extLst>
                  <a:ext uri="{FF2B5EF4-FFF2-40B4-BE49-F238E27FC236}">
                    <a16:creationId xmlns:a16="http://schemas.microsoft.com/office/drawing/2014/main" id="{660EF407-C15D-4CCB-8393-D1888B93E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2400"/>
                <a:ext cx="49" cy="26"/>
              </a:xfrm>
              <a:custGeom>
                <a:avLst/>
                <a:gdLst>
                  <a:gd name="T0" fmla="*/ 5 w 32"/>
                  <a:gd name="T1" fmla="*/ 0 h 16"/>
                  <a:gd name="T2" fmla="*/ 115 w 32"/>
                  <a:gd name="T3" fmla="*/ 26 h 16"/>
                  <a:gd name="T4" fmla="*/ 40 w 32"/>
                  <a:gd name="T5" fmla="*/ 68 h 16"/>
                  <a:gd name="T6" fmla="*/ 0 w 32"/>
                  <a:gd name="T7" fmla="*/ 2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6">
                    <a:moveTo>
                      <a:pt x="1" y="0"/>
                    </a:moveTo>
                    <a:cubicBezTo>
                      <a:pt x="11" y="3"/>
                      <a:pt x="22" y="2"/>
                      <a:pt x="32" y="6"/>
                    </a:cubicBezTo>
                    <a:cubicBezTo>
                      <a:pt x="24" y="9"/>
                      <a:pt x="11" y="2"/>
                      <a:pt x="11" y="16"/>
                    </a:cubicBezTo>
                    <a:cubicBezTo>
                      <a:pt x="9" y="12"/>
                      <a:pt x="4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0" name="Freeform 3656">
                <a:extLst>
                  <a:ext uri="{FF2B5EF4-FFF2-40B4-BE49-F238E27FC236}">
                    <a16:creationId xmlns:a16="http://schemas.microsoft.com/office/drawing/2014/main" id="{0D20027F-D8D0-44B6-A984-6EBBAC57E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462"/>
                <a:ext cx="39" cy="23"/>
              </a:xfrm>
              <a:custGeom>
                <a:avLst/>
                <a:gdLst>
                  <a:gd name="T0" fmla="*/ 0 w 25"/>
                  <a:gd name="T1" fmla="*/ 20 h 14"/>
                  <a:gd name="T2" fmla="*/ 47 w 25"/>
                  <a:gd name="T3" fmla="*/ 62 h 14"/>
                  <a:gd name="T4" fmla="*/ 95 w 25"/>
                  <a:gd name="T5" fmla="*/ 8 h 14"/>
                  <a:gd name="T6" fmla="*/ 8 w 25"/>
                  <a:gd name="T7" fmla="*/ 2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4"/>
                    </a:moveTo>
                    <a:cubicBezTo>
                      <a:pt x="3" y="8"/>
                      <a:pt x="8" y="12"/>
                      <a:pt x="12" y="14"/>
                    </a:cubicBezTo>
                    <a:cubicBezTo>
                      <a:pt x="13" y="6"/>
                      <a:pt x="16" y="0"/>
                      <a:pt x="25" y="2"/>
                    </a:cubicBezTo>
                    <a:cubicBezTo>
                      <a:pt x="19" y="1"/>
                      <a:pt x="3" y="0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1" name="Freeform 3657">
                <a:extLst>
                  <a:ext uri="{FF2B5EF4-FFF2-40B4-BE49-F238E27FC236}">
                    <a16:creationId xmlns:a16="http://schemas.microsoft.com/office/drawing/2014/main" id="{B1EA63EC-2DBA-4CE8-90DD-00ECD30A0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2538"/>
                <a:ext cx="48" cy="40"/>
              </a:xfrm>
              <a:custGeom>
                <a:avLst/>
                <a:gdLst>
                  <a:gd name="T0" fmla="*/ 0 w 31"/>
                  <a:gd name="T1" fmla="*/ 0 h 24"/>
                  <a:gd name="T2" fmla="*/ 115 w 31"/>
                  <a:gd name="T3" fmla="*/ 112 h 24"/>
                  <a:gd name="T4" fmla="*/ 26 w 31"/>
                  <a:gd name="T5" fmla="*/ 2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4">
                    <a:moveTo>
                      <a:pt x="0" y="0"/>
                    </a:moveTo>
                    <a:cubicBezTo>
                      <a:pt x="16" y="5"/>
                      <a:pt x="24" y="7"/>
                      <a:pt x="31" y="24"/>
                    </a:cubicBezTo>
                    <a:cubicBezTo>
                      <a:pt x="26" y="19"/>
                      <a:pt x="14" y="3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2" name="Freeform 3658">
                <a:extLst>
                  <a:ext uri="{FF2B5EF4-FFF2-40B4-BE49-F238E27FC236}">
                    <a16:creationId xmlns:a16="http://schemas.microsoft.com/office/drawing/2014/main" id="{B75F882D-A8EB-4FCA-8033-C285B94F0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2644"/>
                <a:ext cx="53" cy="34"/>
              </a:xfrm>
              <a:custGeom>
                <a:avLst/>
                <a:gdLst>
                  <a:gd name="T0" fmla="*/ 0 w 34"/>
                  <a:gd name="T1" fmla="*/ 0 h 21"/>
                  <a:gd name="T2" fmla="*/ 129 w 34"/>
                  <a:gd name="T3" fmla="*/ 60 h 21"/>
                  <a:gd name="T4" fmla="*/ 69 w 34"/>
                  <a:gd name="T5" fmla="*/ 89 h 21"/>
                  <a:gd name="T6" fmla="*/ 5 w 34"/>
                  <a:gd name="T7" fmla="*/ 1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1">
                    <a:moveTo>
                      <a:pt x="0" y="0"/>
                    </a:moveTo>
                    <a:cubicBezTo>
                      <a:pt x="11" y="5"/>
                      <a:pt x="23" y="10"/>
                      <a:pt x="34" y="14"/>
                    </a:cubicBezTo>
                    <a:cubicBezTo>
                      <a:pt x="27" y="15"/>
                      <a:pt x="18" y="10"/>
                      <a:pt x="18" y="21"/>
                    </a:cubicBezTo>
                    <a:cubicBezTo>
                      <a:pt x="12" y="16"/>
                      <a:pt x="8" y="8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3" name="Freeform 3659">
                <a:extLst>
                  <a:ext uri="{FF2B5EF4-FFF2-40B4-BE49-F238E27FC236}">
                    <a16:creationId xmlns:a16="http://schemas.microsoft.com/office/drawing/2014/main" id="{4382F102-262D-4F71-B4DB-DF1DD6627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337"/>
                <a:ext cx="57" cy="33"/>
              </a:xfrm>
              <a:custGeom>
                <a:avLst/>
                <a:gdLst>
                  <a:gd name="T0" fmla="*/ 0 w 37"/>
                  <a:gd name="T1" fmla="*/ 20 h 20"/>
                  <a:gd name="T2" fmla="*/ 136 w 37"/>
                  <a:gd name="T3" fmla="*/ 89 h 20"/>
                  <a:gd name="T4" fmla="*/ 128 w 37"/>
                  <a:gd name="T5" fmla="*/ 28 h 20"/>
                  <a:gd name="T6" fmla="*/ 35 w 3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0">
                    <a:moveTo>
                      <a:pt x="0" y="4"/>
                    </a:moveTo>
                    <a:cubicBezTo>
                      <a:pt x="12" y="10"/>
                      <a:pt x="25" y="14"/>
                      <a:pt x="37" y="20"/>
                    </a:cubicBezTo>
                    <a:cubicBezTo>
                      <a:pt x="30" y="13"/>
                      <a:pt x="27" y="12"/>
                      <a:pt x="35" y="6"/>
                    </a:cubicBezTo>
                    <a:cubicBezTo>
                      <a:pt x="28" y="3"/>
                      <a:pt x="18" y="2"/>
                      <a:pt x="1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4" name="Freeform 3660">
                <a:extLst>
                  <a:ext uri="{FF2B5EF4-FFF2-40B4-BE49-F238E27FC236}">
                    <a16:creationId xmlns:a16="http://schemas.microsoft.com/office/drawing/2014/main" id="{605CED39-EF93-4D45-87D9-545752B60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2518"/>
                <a:ext cx="37" cy="15"/>
              </a:xfrm>
              <a:custGeom>
                <a:avLst/>
                <a:gdLst>
                  <a:gd name="T0" fmla="*/ 88 w 24"/>
                  <a:gd name="T1" fmla="*/ 0 h 9"/>
                  <a:gd name="T2" fmla="*/ 74 w 24"/>
                  <a:gd name="T3" fmla="*/ 42 h 9"/>
                  <a:gd name="T4" fmla="*/ 0 w 24"/>
                  <a:gd name="T5" fmla="*/ 1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">
                    <a:moveTo>
                      <a:pt x="24" y="0"/>
                    </a:moveTo>
                    <a:cubicBezTo>
                      <a:pt x="20" y="2"/>
                      <a:pt x="19" y="6"/>
                      <a:pt x="20" y="9"/>
                    </a:cubicBezTo>
                    <a:cubicBezTo>
                      <a:pt x="14" y="6"/>
                      <a:pt x="7" y="5"/>
                      <a:pt x="0" y="3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5" name="Freeform 3661">
                <a:extLst>
                  <a:ext uri="{FF2B5EF4-FFF2-40B4-BE49-F238E27FC236}">
                    <a16:creationId xmlns:a16="http://schemas.microsoft.com/office/drawing/2014/main" id="{3CAFB119-53EA-4075-A71A-6F5F7194A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" y="2629"/>
                <a:ext cx="43" cy="31"/>
              </a:xfrm>
              <a:custGeom>
                <a:avLst/>
                <a:gdLst>
                  <a:gd name="T0" fmla="*/ 26 w 28"/>
                  <a:gd name="T1" fmla="*/ 5 h 19"/>
                  <a:gd name="T2" fmla="*/ 0 w 28"/>
                  <a:gd name="T3" fmla="*/ 47 h 19"/>
                  <a:gd name="T4" fmla="*/ 101 w 28"/>
                  <a:gd name="T5" fmla="*/ 83 h 19"/>
                  <a:gd name="T6" fmla="*/ 14 w 28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9">
                    <a:moveTo>
                      <a:pt x="7" y="1"/>
                    </a:moveTo>
                    <a:cubicBezTo>
                      <a:pt x="8" y="6"/>
                      <a:pt x="5" y="13"/>
                      <a:pt x="0" y="11"/>
                    </a:cubicBezTo>
                    <a:cubicBezTo>
                      <a:pt x="9" y="14"/>
                      <a:pt x="18" y="17"/>
                      <a:pt x="28" y="19"/>
                    </a:cubicBezTo>
                    <a:cubicBezTo>
                      <a:pt x="22" y="13"/>
                      <a:pt x="12" y="5"/>
                      <a:pt x="4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6" name="Freeform 3662">
                <a:extLst>
                  <a:ext uri="{FF2B5EF4-FFF2-40B4-BE49-F238E27FC236}">
                    <a16:creationId xmlns:a16="http://schemas.microsoft.com/office/drawing/2014/main" id="{46D3BA04-F363-425E-8103-944BAF632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347"/>
                <a:ext cx="20" cy="13"/>
              </a:xfrm>
              <a:custGeom>
                <a:avLst/>
                <a:gdLst>
                  <a:gd name="T0" fmla="*/ 48 w 13"/>
                  <a:gd name="T1" fmla="*/ 13 h 8"/>
                  <a:gd name="T2" fmla="*/ 18 w 13"/>
                  <a:gd name="T3" fmla="*/ 34 h 8"/>
                  <a:gd name="T4" fmla="*/ 0 w 1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8" y="1"/>
                      <a:pt x="5" y="4"/>
                      <a:pt x="5" y="8"/>
                    </a:cubicBezTo>
                    <a:cubicBezTo>
                      <a:pt x="4" y="5"/>
                      <a:pt x="1" y="3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7" name="Freeform 3663">
                <a:extLst>
                  <a:ext uri="{FF2B5EF4-FFF2-40B4-BE49-F238E27FC236}">
                    <a16:creationId xmlns:a16="http://schemas.microsoft.com/office/drawing/2014/main" id="{375359D9-648A-4FDC-AC71-63332DE6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286"/>
                <a:ext cx="20" cy="25"/>
              </a:xfrm>
              <a:custGeom>
                <a:avLst/>
                <a:gdLst>
                  <a:gd name="T0" fmla="*/ 48 w 13"/>
                  <a:gd name="T1" fmla="*/ 47 h 15"/>
                  <a:gd name="T2" fmla="*/ 28 w 13"/>
                  <a:gd name="T3" fmla="*/ 70 h 15"/>
                  <a:gd name="T4" fmla="*/ 0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10"/>
                    </a:moveTo>
                    <a:cubicBezTo>
                      <a:pt x="9" y="10"/>
                      <a:pt x="7" y="12"/>
                      <a:pt x="8" y="15"/>
                    </a:cubicBezTo>
                    <a:cubicBezTo>
                      <a:pt x="3" y="10"/>
                      <a:pt x="1" y="6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8" name="Freeform 3664">
                <a:extLst>
                  <a:ext uri="{FF2B5EF4-FFF2-40B4-BE49-F238E27FC236}">
                    <a16:creationId xmlns:a16="http://schemas.microsoft.com/office/drawing/2014/main" id="{B80F90CF-112F-4E91-AE29-4825CE818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05"/>
                <a:ext cx="20" cy="28"/>
              </a:xfrm>
              <a:custGeom>
                <a:avLst/>
                <a:gdLst>
                  <a:gd name="T0" fmla="*/ 0 w 13"/>
                  <a:gd name="T1" fmla="*/ 43 h 17"/>
                  <a:gd name="T2" fmla="*/ 48 w 13"/>
                  <a:gd name="T3" fmla="*/ 71 h 17"/>
                  <a:gd name="T4" fmla="*/ 18 w 13"/>
                  <a:gd name="T5" fmla="*/ 0 h 17"/>
                  <a:gd name="T6" fmla="*/ 5 w 13"/>
                  <a:gd name="T7" fmla="*/ 3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0" y="10"/>
                    </a:moveTo>
                    <a:cubicBezTo>
                      <a:pt x="5" y="14"/>
                      <a:pt x="6" y="17"/>
                      <a:pt x="13" y="16"/>
                    </a:cubicBezTo>
                    <a:cubicBezTo>
                      <a:pt x="8" y="11"/>
                      <a:pt x="7" y="5"/>
                      <a:pt x="5" y="0"/>
                    </a:cubicBezTo>
                    <a:cubicBezTo>
                      <a:pt x="5" y="3"/>
                      <a:pt x="5" y="9"/>
                      <a:pt x="1" y="8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9" name="Freeform 3665">
                <a:extLst>
                  <a:ext uri="{FF2B5EF4-FFF2-40B4-BE49-F238E27FC236}">
                    <a16:creationId xmlns:a16="http://schemas.microsoft.com/office/drawing/2014/main" id="{4CD18FEA-026F-4539-8798-628E31229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101"/>
                <a:ext cx="14" cy="32"/>
              </a:xfrm>
              <a:custGeom>
                <a:avLst/>
                <a:gdLst>
                  <a:gd name="T0" fmla="*/ 0 w 9"/>
                  <a:gd name="T1" fmla="*/ 0 h 19"/>
                  <a:gd name="T2" fmla="*/ 14 w 9"/>
                  <a:gd name="T3" fmla="*/ 91 h 19"/>
                  <a:gd name="T4" fmla="*/ 34 w 9"/>
                  <a:gd name="T5" fmla="*/ 42 h 19"/>
                  <a:gd name="T6" fmla="*/ 14 w 9"/>
                  <a:gd name="T7" fmla="*/ 1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0" y="0"/>
                    </a:moveTo>
                    <a:cubicBezTo>
                      <a:pt x="0" y="6"/>
                      <a:pt x="1" y="14"/>
                      <a:pt x="4" y="19"/>
                    </a:cubicBezTo>
                    <a:cubicBezTo>
                      <a:pt x="5" y="14"/>
                      <a:pt x="1" y="8"/>
                      <a:pt x="9" y="9"/>
                    </a:cubicBezTo>
                    <a:cubicBezTo>
                      <a:pt x="7" y="8"/>
                      <a:pt x="6" y="5"/>
                      <a:pt x="4" y="3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30" name="Freeform 3666">
                <a:extLst>
                  <a:ext uri="{FF2B5EF4-FFF2-40B4-BE49-F238E27FC236}">
                    <a16:creationId xmlns:a16="http://schemas.microsoft.com/office/drawing/2014/main" id="{000E064A-33E7-4F35-AD7E-6D2466714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017"/>
                <a:ext cx="20" cy="24"/>
              </a:xfrm>
              <a:custGeom>
                <a:avLst/>
                <a:gdLst>
                  <a:gd name="T0" fmla="*/ 0 w 13"/>
                  <a:gd name="T1" fmla="*/ 0 h 14"/>
                  <a:gd name="T2" fmla="*/ 43 w 13"/>
                  <a:gd name="T3" fmla="*/ 70 h 14"/>
                  <a:gd name="T4" fmla="*/ 48 w 13"/>
                  <a:gd name="T5" fmla="*/ 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3" y="6"/>
                      <a:pt x="10" y="6"/>
                      <a:pt x="12" y="14"/>
                    </a:cubicBezTo>
                    <a:cubicBezTo>
                      <a:pt x="12" y="10"/>
                      <a:pt x="12" y="6"/>
                      <a:pt x="13" y="2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31" name="Freeform 3667">
                <a:extLst>
                  <a:ext uri="{FF2B5EF4-FFF2-40B4-BE49-F238E27FC236}">
                    <a16:creationId xmlns:a16="http://schemas.microsoft.com/office/drawing/2014/main" id="{80FAADF3-490A-4194-8CD1-12D983E5A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1876"/>
                <a:ext cx="14" cy="16"/>
              </a:xfrm>
              <a:custGeom>
                <a:avLst/>
                <a:gdLst>
                  <a:gd name="T0" fmla="*/ 0 w 9"/>
                  <a:gd name="T1" fmla="*/ 13 h 10"/>
                  <a:gd name="T2" fmla="*/ 26 w 9"/>
                  <a:gd name="T3" fmla="*/ 0 h 10"/>
                  <a:gd name="T4" fmla="*/ 34 w 9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3"/>
                    </a:moveTo>
                    <a:cubicBezTo>
                      <a:pt x="3" y="5"/>
                      <a:pt x="6" y="3"/>
                      <a:pt x="7" y="0"/>
                    </a:cubicBezTo>
                    <a:cubicBezTo>
                      <a:pt x="9" y="3"/>
                      <a:pt x="8" y="7"/>
                      <a:pt x="9" y="1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32" name="Freeform 3668">
                <a:extLst>
                  <a:ext uri="{FF2B5EF4-FFF2-40B4-BE49-F238E27FC236}">
                    <a16:creationId xmlns:a16="http://schemas.microsoft.com/office/drawing/2014/main" id="{BE3407CD-5A8D-481C-8BE1-4D4941893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963"/>
                <a:ext cx="17" cy="23"/>
              </a:xfrm>
              <a:custGeom>
                <a:avLst/>
                <a:gdLst>
                  <a:gd name="T0" fmla="*/ 40 w 11"/>
                  <a:gd name="T1" fmla="*/ 43 h 14"/>
                  <a:gd name="T2" fmla="*/ 14 w 11"/>
                  <a:gd name="T3" fmla="*/ 62 h 14"/>
                  <a:gd name="T4" fmla="*/ 5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1" y="10"/>
                    </a:moveTo>
                    <a:cubicBezTo>
                      <a:pt x="8" y="9"/>
                      <a:pt x="4" y="10"/>
                      <a:pt x="4" y="14"/>
                    </a:cubicBezTo>
                    <a:cubicBezTo>
                      <a:pt x="4" y="9"/>
                      <a:pt x="0" y="5"/>
                      <a:pt x="1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33" name="Freeform 3669">
                <a:extLst>
                  <a:ext uri="{FF2B5EF4-FFF2-40B4-BE49-F238E27FC236}">
                    <a16:creationId xmlns:a16="http://schemas.microsoft.com/office/drawing/2014/main" id="{6C9DFA0E-D56E-4F18-9F5D-C9168EFD0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803"/>
                <a:ext cx="15" cy="33"/>
              </a:xfrm>
              <a:custGeom>
                <a:avLst/>
                <a:gdLst>
                  <a:gd name="T0" fmla="*/ 21 w 10"/>
                  <a:gd name="T1" fmla="*/ 89 h 20"/>
                  <a:gd name="T2" fmla="*/ 35 w 10"/>
                  <a:gd name="T3" fmla="*/ 54 h 20"/>
                  <a:gd name="T4" fmla="*/ 0 w 1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6" y="20"/>
                    </a:moveTo>
                    <a:cubicBezTo>
                      <a:pt x="3" y="16"/>
                      <a:pt x="6" y="12"/>
                      <a:pt x="10" y="12"/>
                    </a:cubicBezTo>
                    <a:cubicBezTo>
                      <a:pt x="5" y="11"/>
                      <a:pt x="2" y="4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34" name="Freeform 3670">
                <a:extLst>
                  <a:ext uri="{FF2B5EF4-FFF2-40B4-BE49-F238E27FC236}">
                    <a16:creationId xmlns:a16="http://schemas.microsoft.com/office/drawing/2014/main" id="{42F202B3-6973-4334-84E9-DF26E2444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714"/>
                <a:ext cx="21" cy="18"/>
              </a:xfrm>
              <a:custGeom>
                <a:avLst/>
                <a:gdLst>
                  <a:gd name="T0" fmla="*/ 0 w 13"/>
                  <a:gd name="T1" fmla="*/ 18 h 11"/>
                  <a:gd name="T2" fmla="*/ 26 w 13"/>
                  <a:gd name="T3" fmla="*/ 0 h 11"/>
                  <a:gd name="T4" fmla="*/ 55 w 13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4"/>
                    </a:moveTo>
                    <a:cubicBezTo>
                      <a:pt x="2" y="5"/>
                      <a:pt x="7" y="3"/>
                      <a:pt x="6" y="0"/>
                    </a:cubicBezTo>
                    <a:cubicBezTo>
                      <a:pt x="9" y="3"/>
                      <a:pt x="10" y="9"/>
                      <a:pt x="13" y="11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35" name="Freeform 3671">
                <a:extLst>
                  <a:ext uri="{FF2B5EF4-FFF2-40B4-BE49-F238E27FC236}">
                    <a16:creationId xmlns:a16="http://schemas.microsoft.com/office/drawing/2014/main" id="{B798AB29-4F09-414D-A07E-2F11DB78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110"/>
                <a:ext cx="23" cy="13"/>
              </a:xfrm>
              <a:custGeom>
                <a:avLst/>
                <a:gdLst>
                  <a:gd name="T0" fmla="*/ 54 w 15"/>
                  <a:gd name="T1" fmla="*/ 13 h 8"/>
                  <a:gd name="T2" fmla="*/ 35 w 15"/>
                  <a:gd name="T3" fmla="*/ 34 h 8"/>
                  <a:gd name="T4" fmla="*/ 0 w 1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15" y="3"/>
                    </a:moveTo>
                    <a:cubicBezTo>
                      <a:pt x="12" y="3"/>
                      <a:pt x="10" y="5"/>
                      <a:pt x="10" y="8"/>
                    </a:cubicBezTo>
                    <a:cubicBezTo>
                      <a:pt x="9" y="3"/>
                      <a:pt x="4" y="1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36" name="Freeform 3672">
                <a:extLst>
                  <a:ext uri="{FF2B5EF4-FFF2-40B4-BE49-F238E27FC236}">
                    <a16:creationId xmlns:a16="http://schemas.microsoft.com/office/drawing/2014/main" id="{694AC67B-C546-4BE1-B5A2-DC9B73512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436"/>
                <a:ext cx="20" cy="10"/>
              </a:xfrm>
              <a:custGeom>
                <a:avLst/>
                <a:gdLst>
                  <a:gd name="T0" fmla="*/ 0 w 13"/>
                  <a:gd name="T1" fmla="*/ 28 h 6"/>
                  <a:gd name="T2" fmla="*/ 48 w 13"/>
                  <a:gd name="T3" fmla="*/ 28 h 6"/>
                  <a:gd name="T4" fmla="*/ 0 w 1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4" y="6"/>
                      <a:pt x="8" y="6"/>
                      <a:pt x="13" y="6"/>
                    </a:cubicBezTo>
                    <a:cubicBezTo>
                      <a:pt x="9" y="5"/>
                      <a:pt x="2" y="2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37" name="Freeform 3673">
                <a:extLst>
                  <a:ext uri="{FF2B5EF4-FFF2-40B4-BE49-F238E27FC236}">
                    <a16:creationId xmlns:a16="http://schemas.microsoft.com/office/drawing/2014/main" id="{3AE9A338-A503-43C0-B4BF-48B4D3AA1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2461"/>
                <a:ext cx="22" cy="11"/>
              </a:xfrm>
              <a:custGeom>
                <a:avLst/>
                <a:gdLst>
                  <a:gd name="T0" fmla="*/ 55 w 14"/>
                  <a:gd name="T1" fmla="*/ 0 h 7"/>
                  <a:gd name="T2" fmla="*/ 47 w 14"/>
                  <a:gd name="T3" fmla="*/ 27 h 7"/>
                  <a:gd name="T4" fmla="*/ 0 w 1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cubicBezTo>
                      <a:pt x="10" y="0"/>
                      <a:pt x="11" y="5"/>
                      <a:pt x="12" y="7"/>
                    </a:cubicBezTo>
                    <a:cubicBezTo>
                      <a:pt x="8" y="4"/>
                      <a:pt x="4" y="1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38" name="Freeform 3674">
                <a:extLst>
                  <a:ext uri="{FF2B5EF4-FFF2-40B4-BE49-F238E27FC236}">
                    <a16:creationId xmlns:a16="http://schemas.microsoft.com/office/drawing/2014/main" id="{BAD8B920-3659-405A-AC7F-C4A0BC3DE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624"/>
                <a:ext cx="17" cy="24"/>
              </a:xfrm>
              <a:custGeom>
                <a:avLst/>
                <a:gdLst>
                  <a:gd name="T0" fmla="*/ 19 w 11"/>
                  <a:gd name="T1" fmla="*/ 0 h 15"/>
                  <a:gd name="T2" fmla="*/ 0 w 11"/>
                  <a:gd name="T3" fmla="*/ 46 h 15"/>
                  <a:gd name="T4" fmla="*/ 40 w 11"/>
                  <a:gd name="T5" fmla="*/ 6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5" y="5"/>
                      <a:pt x="5" y="8"/>
                      <a:pt x="0" y="11"/>
                    </a:cubicBezTo>
                    <a:cubicBezTo>
                      <a:pt x="3" y="12"/>
                      <a:pt x="7" y="15"/>
                      <a:pt x="11" y="15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39" name="Freeform 3675">
                <a:extLst>
                  <a:ext uri="{FF2B5EF4-FFF2-40B4-BE49-F238E27FC236}">
                    <a16:creationId xmlns:a16="http://schemas.microsoft.com/office/drawing/2014/main" id="{C8DEBE95-90FA-4B47-9174-9D0106231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4" y="2724"/>
                <a:ext cx="22" cy="15"/>
              </a:xfrm>
              <a:custGeom>
                <a:avLst/>
                <a:gdLst>
                  <a:gd name="T0" fmla="*/ 0 w 14"/>
                  <a:gd name="T1" fmla="*/ 0 h 9"/>
                  <a:gd name="T2" fmla="*/ 55 w 14"/>
                  <a:gd name="T3" fmla="*/ 42 h 9"/>
                  <a:gd name="T4" fmla="*/ 5 w 14"/>
                  <a:gd name="T5" fmla="*/ 2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4" y="4"/>
                      <a:pt x="10" y="5"/>
                      <a:pt x="14" y="9"/>
                    </a:cubicBezTo>
                    <a:cubicBezTo>
                      <a:pt x="10" y="8"/>
                      <a:pt x="4" y="4"/>
                      <a:pt x="1" y="6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40" name="Freeform 3676">
                <a:extLst>
                  <a:ext uri="{FF2B5EF4-FFF2-40B4-BE49-F238E27FC236}">
                    <a16:creationId xmlns:a16="http://schemas.microsoft.com/office/drawing/2014/main" id="{547A98C6-4885-4749-B6CC-612ABF691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8" y="2729"/>
                <a:ext cx="25" cy="22"/>
              </a:xfrm>
              <a:custGeom>
                <a:avLst/>
                <a:gdLst>
                  <a:gd name="T0" fmla="*/ 13 w 16"/>
                  <a:gd name="T1" fmla="*/ 14 h 13"/>
                  <a:gd name="T2" fmla="*/ 61 w 16"/>
                  <a:gd name="T3" fmla="*/ 49 h 13"/>
                  <a:gd name="T4" fmla="*/ 0 w 1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3" y="3"/>
                    </a:moveTo>
                    <a:cubicBezTo>
                      <a:pt x="2" y="13"/>
                      <a:pt x="10" y="9"/>
                      <a:pt x="16" y="10"/>
                    </a:cubicBezTo>
                    <a:cubicBezTo>
                      <a:pt x="11" y="7"/>
                      <a:pt x="4" y="5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41" name="Freeform 3677">
                <a:extLst>
                  <a:ext uri="{FF2B5EF4-FFF2-40B4-BE49-F238E27FC236}">
                    <a16:creationId xmlns:a16="http://schemas.microsoft.com/office/drawing/2014/main" id="{61A230D1-0FA3-45D6-9D4B-C66ED4BBA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1" y="2780"/>
                <a:ext cx="25" cy="18"/>
              </a:xfrm>
              <a:custGeom>
                <a:avLst/>
                <a:gdLst>
                  <a:gd name="T0" fmla="*/ 61 w 16"/>
                  <a:gd name="T1" fmla="*/ 29 h 11"/>
                  <a:gd name="T2" fmla="*/ 39 w 16"/>
                  <a:gd name="T3" fmla="*/ 47 h 11"/>
                  <a:gd name="T4" fmla="*/ 0 w 16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6" y="7"/>
                    </a:moveTo>
                    <a:cubicBezTo>
                      <a:pt x="13" y="5"/>
                      <a:pt x="10" y="8"/>
                      <a:pt x="10" y="11"/>
                    </a:cubicBezTo>
                    <a:cubicBezTo>
                      <a:pt x="7" y="8"/>
                      <a:pt x="4" y="3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42" name="Freeform 3678">
                <a:extLst>
                  <a:ext uri="{FF2B5EF4-FFF2-40B4-BE49-F238E27FC236}">
                    <a16:creationId xmlns:a16="http://schemas.microsoft.com/office/drawing/2014/main" id="{6BCFA9E2-59C6-4808-A173-90EC472A5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975"/>
                <a:ext cx="19" cy="23"/>
              </a:xfrm>
              <a:custGeom>
                <a:avLst/>
                <a:gdLst>
                  <a:gd name="T0" fmla="*/ 48 w 12"/>
                  <a:gd name="T1" fmla="*/ 33 h 14"/>
                  <a:gd name="T2" fmla="*/ 25 w 12"/>
                  <a:gd name="T3" fmla="*/ 62 h 14"/>
                  <a:gd name="T4" fmla="*/ 0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7"/>
                    </a:moveTo>
                    <a:cubicBezTo>
                      <a:pt x="7" y="5"/>
                      <a:pt x="7" y="11"/>
                      <a:pt x="6" y="14"/>
                    </a:cubicBezTo>
                    <a:cubicBezTo>
                      <a:pt x="5" y="9"/>
                      <a:pt x="2" y="4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43" name="Freeform 3679">
                <a:extLst>
                  <a:ext uri="{FF2B5EF4-FFF2-40B4-BE49-F238E27FC236}">
                    <a16:creationId xmlns:a16="http://schemas.microsoft.com/office/drawing/2014/main" id="{14315039-067C-4626-9C90-2BC10EF5B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205"/>
                <a:ext cx="33" cy="27"/>
              </a:xfrm>
              <a:custGeom>
                <a:avLst/>
                <a:gdLst>
                  <a:gd name="T0" fmla="*/ 0 w 21"/>
                  <a:gd name="T1" fmla="*/ 0 h 16"/>
                  <a:gd name="T2" fmla="*/ 61 w 21"/>
                  <a:gd name="T3" fmla="*/ 54 h 16"/>
                  <a:gd name="T4" fmla="*/ 82 w 21"/>
                  <a:gd name="T5" fmla="*/ 78 h 16"/>
                  <a:gd name="T6" fmla="*/ 14 w 21"/>
                  <a:gd name="T7" fmla="*/ 5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0" y="0"/>
                    </a:moveTo>
                    <a:cubicBezTo>
                      <a:pt x="6" y="3"/>
                      <a:pt x="11" y="7"/>
                      <a:pt x="16" y="11"/>
                    </a:cubicBezTo>
                    <a:cubicBezTo>
                      <a:pt x="18" y="12"/>
                      <a:pt x="20" y="13"/>
                      <a:pt x="21" y="16"/>
                    </a:cubicBezTo>
                    <a:cubicBezTo>
                      <a:pt x="15" y="13"/>
                      <a:pt x="9" y="13"/>
                      <a:pt x="4" y="11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44" name="Freeform 3680">
                <a:extLst>
                  <a:ext uri="{FF2B5EF4-FFF2-40B4-BE49-F238E27FC236}">
                    <a16:creationId xmlns:a16="http://schemas.microsoft.com/office/drawing/2014/main" id="{87AB0E20-26FE-4C1D-89FC-56AE0675D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3294"/>
                <a:ext cx="15" cy="25"/>
              </a:xfrm>
              <a:custGeom>
                <a:avLst/>
                <a:gdLst>
                  <a:gd name="T0" fmla="*/ 0 w 10"/>
                  <a:gd name="T1" fmla="*/ 0 h 15"/>
                  <a:gd name="T2" fmla="*/ 35 w 10"/>
                  <a:gd name="T3" fmla="*/ 20 h 15"/>
                  <a:gd name="T4" fmla="*/ 5 w 10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cubicBezTo>
                      <a:pt x="1" y="5"/>
                      <a:pt x="6" y="5"/>
                      <a:pt x="10" y="4"/>
                    </a:cubicBezTo>
                    <a:cubicBezTo>
                      <a:pt x="7" y="7"/>
                      <a:pt x="2" y="10"/>
                      <a:pt x="1" y="15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45" name="Freeform 3681">
                <a:extLst>
                  <a:ext uri="{FF2B5EF4-FFF2-40B4-BE49-F238E27FC236}">
                    <a16:creationId xmlns:a16="http://schemas.microsoft.com/office/drawing/2014/main" id="{24D69086-CCCF-4F75-8465-687B2AA6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3360"/>
                <a:ext cx="22" cy="37"/>
              </a:xfrm>
              <a:custGeom>
                <a:avLst/>
                <a:gdLst>
                  <a:gd name="T0" fmla="*/ 27 w 14"/>
                  <a:gd name="T1" fmla="*/ 0 h 22"/>
                  <a:gd name="T2" fmla="*/ 55 w 14"/>
                  <a:gd name="T3" fmla="*/ 37 h 22"/>
                  <a:gd name="T4" fmla="*/ 0 w 14"/>
                  <a:gd name="T5" fmla="*/ 10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7" y="0"/>
                    </a:moveTo>
                    <a:cubicBezTo>
                      <a:pt x="8" y="3"/>
                      <a:pt x="11" y="7"/>
                      <a:pt x="14" y="8"/>
                    </a:cubicBezTo>
                    <a:cubicBezTo>
                      <a:pt x="9" y="12"/>
                      <a:pt x="6" y="18"/>
                      <a:pt x="0" y="22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46" name="Freeform 3682">
                <a:extLst>
                  <a:ext uri="{FF2B5EF4-FFF2-40B4-BE49-F238E27FC236}">
                    <a16:creationId xmlns:a16="http://schemas.microsoft.com/office/drawing/2014/main" id="{B7F6BB84-5474-4F4D-B11A-1F93CB3F5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3367"/>
                <a:ext cx="23" cy="23"/>
              </a:xfrm>
              <a:custGeom>
                <a:avLst/>
                <a:gdLst>
                  <a:gd name="T0" fmla="*/ 18 w 15"/>
                  <a:gd name="T1" fmla="*/ 0 h 14"/>
                  <a:gd name="T2" fmla="*/ 0 w 15"/>
                  <a:gd name="T3" fmla="*/ 54 h 14"/>
                  <a:gd name="T4" fmla="*/ 54 w 15"/>
                  <a:gd name="T5" fmla="*/ 5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5" y="0"/>
                    </a:moveTo>
                    <a:cubicBezTo>
                      <a:pt x="6" y="5"/>
                      <a:pt x="5" y="10"/>
                      <a:pt x="0" y="12"/>
                    </a:cubicBezTo>
                    <a:cubicBezTo>
                      <a:pt x="5" y="11"/>
                      <a:pt x="10" y="14"/>
                      <a:pt x="15" y="12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47" name="Freeform 3683">
                <a:extLst>
                  <a:ext uri="{FF2B5EF4-FFF2-40B4-BE49-F238E27FC236}">
                    <a16:creationId xmlns:a16="http://schemas.microsoft.com/office/drawing/2014/main" id="{F6594166-8979-4249-9917-638A4D4B6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3433"/>
                <a:ext cx="24" cy="23"/>
              </a:xfrm>
              <a:custGeom>
                <a:avLst/>
                <a:gdLst>
                  <a:gd name="T0" fmla="*/ 0 w 16"/>
                  <a:gd name="T1" fmla="*/ 26 h 14"/>
                  <a:gd name="T2" fmla="*/ 32 w 16"/>
                  <a:gd name="T3" fmla="*/ 0 h 14"/>
                  <a:gd name="T4" fmla="*/ 54 w 16"/>
                  <a:gd name="T5" fmla="*/ 62 h 14"/>
                  <a:gd name="T6" fmla="*/ 8 w 16"/>
                  <a:gd name="T7" fmla="*/ 3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6"/>
                    </a:moveTo>
                    <a:cubicBezTo>
                      <a:pt x="4" y="7"/>
                      <a:pt x="8" y="4"/>
                      <a:pt x="9" y="0"/>
                    </a:cubicBezTo>
                    <a:cubicBezTo>
                      <a:pt x="11" y="5"/>
                      <a:pt x="14" y="10"/>
                      <a:pt x="16" y="14"/>
                    </a:cubicBezTo>
                    <a:cubicBezTo>
                      <a:pt x="12" y="11"/>
                      <a:pt x="7" y="9"/>
                      <a:pt x="2" y="7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48" name="Freeform 3684">
                <a:extLst>
                  <a:ext uri="{FF2B5EF4-FFF2-40B4-BE49-F238E27FC236}">
                    <a16:creationId xmlns:a16="http://schemas.microsoft.com/office/drawing/2014/main" id="{1DB8FDDB-56E6-4811-96B1-C1B1EA3EB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" y="3433"/>
                <a:ext cx="17" cy="25"/>
              </a:xfrm>
              <a:custGeom>
                <a:avLst/>
                <a:gdLst>
                  <a:gd name="T0" fmla="*/ 40 w 11"/>
                  <a:gd name="T1" fmla="*/ 37 h 15"/>
                  <a:gd name="T2" fmla="*/ 19 w 11"/>
                  <a:gd name="T3" fmla="*/ 70 h 15"/>
                  <a:gd name="T4" fmla="*/ 0 w 11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11" y="8"/>
                    </a:moveTo>
                    <a:cubicBezTo>
                      <a:pt x="7" y="8"/>
                      <a:pt x="5" y="11"/>
                      <a:pt x="5" y="15"/>
                    </a:cubicBezTo>
                    <a:cubicBezTo>
                      <a:pt x="4" y="10"/>
                      <a:pt x="3" y="4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49" name="Freeform 3685">
                <a:extLst>
                  <a:ext uri="{FF2B5EF4-FFF2-40B4-BE49-F238E27FC236}">
                    <a16:creationId xmlns:a16="http://schemas.microsoft.com/office/drawing/2014/main" id="{50EDEFF9-0BC3-4556-890D-D8703351C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3313"/>
                <a:ext cx="24" cy="29"/>
              </a:xfrm>
              <a:custGeom>
                <a:avLst/>
                <a:gdLst>
                  <a:gd name="T0" fmla="*/ 34 w 15"/>
                  <a:gd name="T1" fmla="*/ 0 h 18"/>
                  <a:gd name="T2" fmla="*/ 0 w 15"/>
                  <a:gd name="T3" fmla="*/ 34 h 18"/>
                  <a:gd name="T4" fmla="*/ 61 w 15"/>
                  <a:gd name="T5" fmla="*/ 7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8" y="0"/>
                    </a:moveTo>
                    <a:cubicBezTo>
                      <a:pt x="8" y="5"/>
                      <a:pt x="5" y="9"/>
                      <a:pt x="0" y="8"/>
                    </a:cubicBezTo>
                    <a:cubicBezTo>
                      <a:pt x="3" y="11"/>
                      <a:pt x="14" y="14"/>
                      <a:pt x="15" y="18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50" name="Freeform 3686">
                <a:extLst>
                  <a:ext uri="{FF2B5EF4-FFF2-40B4-BE49-F238E27FC236}">
                    <a16:creationId xmlns:a16="http://schemas.microsoft.com/office/drawing/2014/main" id="{E96682FF-9502-444E-B2BA-922193CBD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3256"/>
                <a:ext cx="34" cy="29"/>
              </a:xfrm>
              <a:custGeom>
                <a:avLst/>
                <a:gdLst>
                  <a:gd name="T0" fmla="*/ 0 w 22"/>
                  <a:gd name="T1" fmla="*/ 0 h 17"/>
                  <a:gd name="T2" fmla="*/ 36 w 22"/>
                  <a:gd name="T3" fmla="*/ 49 h 17"/>
                  <a:gd name="T4" fmla="*/ 82 w 22"/>
                  <a:gd name="T5" fmla="*/ 75 h 17"/>
                  <a:gd name="T6" fmla="*/ 62 w 22"/>
                  <a:gd name="T7" fmla="*/ 55 h 17"/>
                  <a:gd name="T8" fmla="*/ 14 w 22"/>
                  <a:gd name="T9" fmla="*/ 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4" y="3"/>
                      <a:pt x="6" y="8"/>
                      <a:pt x="10" y="10"/>
                    </a:cubicBezTo>
                    <a:cubicBezTo>
                      <a:pt x="13" y="12"/>
                      <a:pt x="20" y="17"/>
                      <a:pt x="22" y="15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3" y="8"/>
                      <a:pt x="9" y="2"/>
                      <a:pt x="4" y="1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51" name="Freeform 3687">
                <a:extLst>
                  <a:ext uri="{FF2B5EF4-FFF2-40B4-BE49-F238E27FC236}">
                    <a16:creationId xmlns:a16="http://schemas.microsoft.com/office/drawing/2014/main" id="{782477D8-7BC6-457D-BFD6-8D90F29B4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3373"/>
                <a:ext cx="20" cy="25"/>
              </a:xfrm>
              <a:custGeom>
                <a:avLst/>
                <a:gdLst>
                  <a:gd name="T0" fmla="*/ 0 w 13"/>
                  <a:gd name="T1" fmla="*/ 5 h 15"/>
                  <a:gd name="T2" fmla="*/ 48 w 13"/>
                  <a:gd name="T3" fmla="*/ 0 h 15"/>
                  <a:gd name="T4" fmla="*/ 26 w 13"/>
                  <a:gd name="T5" fmla="*/ 22 h 15"/>
                  <a:gd name="T6" fmla="*/ 12 w 13"/>
                  <a:gd name="T7" fmla="*/ 7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0" y="1"/>
                    </a:moveTo>
                    <a:cubicBezTo>
                      <a:pt x="4" y="4"/>
                      <a:pt x="9" y="2"/>
                      <a:pt x="13" y="0"/>
                    </a:cubicBezTo>
                    <a:cubicBezTo>
                      <a:pt x="11" y="2"/>
                      <a:pt x="9" y="3"/>
                      <a:pt x="7" y="5"/>
                    </a:cubicBezTo>
                    <a:cubicBezTo>
                      <a:pt x="4" y="8"/>
                      <a:pt x="4" y="12"/>
                      <a:pt x="3" y="15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52" name="Freeform 3688">
                <a:extLst>
                  <a:ext uri="{FF2B5EF4-FFF2-40B4-BE49-F238E27FC236}">
                    <a16:creationId xmlns:a16="http://schemas.microsoft.com/office/drawing/2014/main" id="{F7EEC179-9D49-4306-8312-1A0D433AD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3459"/>
                <a:ext cx="13" cy="30"/>
              </a:xfrm>
              <a:custGeom>
                <a:avLst/>
                <a:gdLst>
                  <a:gd name="T0" fmla="*/ 0 w 9"/>
                  <a:gd name="T1" fmla="*/ 83 h 18"/>
                  <a:gd name="T2" fmla="*/ 27 w 9"/>
                  <a:gd name="T3" fmla="*/ 42 h 18"/>
                  <a:gd name="T4" fmla="*/ 25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0" y="18"/>
                    </a:moveTo>
                    <a:cubicBezTo>
                      <a:pt x="2" y="15"/>
                      <a:pt x="5" y="7"/>
                      <a:pt x="9" y="9"/>
                    </a:cubicBezTo>
                    <a:cubicBezTo>
                      <a:pt x="7" y="7"/>
                      <a:pt x="5" y="1"/>
                      <a:pt x="8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53" name="Freeform 3689">
                <a:extLst>
                  <a:ext uri="{FF2B5EF4-FFF2-40B4-BE49-F238E27FC236}">
                    <a16:creationId xmlns:a16="http://schemas.microsoft.com/office/drawing/2014/main" id="{3E14038C-36DE-4504-B70A-D372B4EE3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3540"/>
                <a:ext cx="21" cy="39"/>
              </a:xfrm>
              <a:custGeom>
                <a:avLst/>
                <a:gdLst>
                  <a:gd name="T0" fmla="*/ 0 w 13"/>
                  <a:gd name="T1" fmla="*/ 0 h 24"/>
                  <a:gd name="T2" fmla="*/ 55 w 13"/>
                  <a:gd name="T3" fmla="*/ 8 h 24"/>
                  <a:gd name="T4" fmla="*/ 5 w 13"/>
                  <a:gd name="T5" fmla="*/ 10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2" y="6"/>
                      <a:pt x="8" y="6"/>
                      <a:pt x="13" y="2"/>
                    </a:cubicBezTo>
                    <a:cubicBezTo>
                      <a:pt x="9" y="9"/>
                      <a:pt x="4" y="16"/>
                      <a:pt x="1" y="24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54" name="Freeform 3690">
                <a:extLst>
                  <a:ext uri="{FF2B5EF4-FFF2-40B4-BE49-F238E27FC236}">
                    <a16:creationId xmlns:a16="http://schemas.microsoft.com/office/drawing/2014/main" id="{EFF31594-8641-4985-AF12-4532CF20C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3665"/>
                <a:ext cx="17" cy="36"/>
              </a:xfrm>
              <a:custGeom>
                <a:avLst/>
                <a:gdLst>
                  <a:gd name="T0" fmla="*/ 14 w 11"/>
                  <a:gd name="T1" fmla="*/ 0 h 22"/>
                  <a:gd name="T2" fmla="*/ 36 w 11"/>
                  <a:gd name="T3" fmla="*/ 43 h 22"/>
                  <a:gd name="T4" fmla="*/ 34 w 11"/>
                  <a:gd name="T5" fmla="*/ 97 h 22"/>
                  <a:gd name="T6" fmla="*/ 0 w 11"/>
                  <a:gd name="T7" fmla="*/ 4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4" y="0"/>
                    </a:moveTo>
                    <a:cubicBezTo>
                      <a:pt x="3" y="5"/>
                      <a:pt x="8" y="6"/>
                      <a:pt x="10" y="10"/>
                    </a:cubicBezTo>
                    <a:cubicBezTo>
                      <a:pt x="11" y="13"/>
                      <a:pt x="10" y="20"/>
                      <a:pt x="9" y="22"/>
                    </a:cubicBezTo>
                    <a:cubicBezTo>
                      <a:pt x="6" y="18"/>
                      <a:pt x="3" y="14"/>
                      <a:pt x="0" y="1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55" name="Freeform 3691">
                <a:extLst>
                  <a:ext uri="{FF2B5EF4-FFF2-40B4-BE49-F238E27FC236}">
                    <a16:creationId xmlns:a16="http://schemas.microsoft.com/office/drawing/2014/main" id="{56BF071A-AC02-4B28-9B9A-85F931E2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3593"/>
                <a:ext cx="20" cy="75"/>
              </a:xfrm>
              <a:custGeom>
                <a:avLst/>
                <a:gdLst>
                  <a:gd name="T0" fmla="*/ 8 w 13"/>
                  <a:gd name="T1" fmla="*/ 0 h 46"/>
                  <a:gd name="T2" fmla="*/ 26 w 13"/>
                  <a:gd name="T3" fmla="*/ 96 h 46"/>
                  <a:gd name="T4" fmla="*/ 34 w 13"/>
                  <a:gd name="T5" fmla="*/ 165 h 46"/>
                  <a:gd name="T6" fmla="*/ 34 w 13"/>
                  <a:gd name="T7" fmla="*/ 199 h 46"/>
                  <a:gd name="T8" fmla="*/ 40 w 13"/>
                  <a:gd name="T9" fmla="*/ 101 h 46"/>
                  <a:gd name="T10" fmla="*/ 48 w 13"/>
                  <a:gd name="T11" fmla="*/ 34 h 46"/>
                  <a:gd name="T12" fmla="*/ 34 w 13"/>
                  <a:gd name="T13" fmla="*/ 75 h 46"/>
                  <a:gd name="T14" fmla="*/ 0 w 13"/>
                  <a:gd name="T15" fmla="*/ 18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6">
                    <a:moveTo>
                      <a:pt x="2" y="0"/>
                    </a:moveTo>
                    <a:cubicBezTo>
                      <a:pt x="7" y="5"/>
                      <a:pt x="6" y="16"/>
                      <a:pt x="7" y="22"/>
                    </a:cubicBezTo>
                    <a:cubicBezTo>
                      <a:pt x="8" y="27"/>
                      <a:pt x="9" y="33"/>
                      <a:pt x="9" y="38"/>
                    </a:cubicBezTo>
                    <a:cubicBezTo>
                      <a:pt x="9" y="40"/>
                      <a:pt x="8" y="44"/>
                      <a:pt x="9" y="46"/>
                    </a:cubicBezTo>
                    <a:cubicBezTo>
                      <a:pt x="11" y="39"/>
                      <a:pt x="10" y="31"/>
                      <a:pt x="11" y="23"/>
                    </a:cubicBezTo>
                    <a:cubicBezTo>
                      <a:pt x="11" y="18"/>
                      <a:pt x="13" y="13"/>
                      <a:pt x="13" y="8"/>
                    </a:cubicBezTo>
                    <a:cubicBezTo>
                      <a:pt x="12" y="10"/>
                      <a:pt x="12" y="17"/>
                      <a:pt x="9" y="17"/>
                    </a:cubicBezTo>
                    <a:cubicBezTo>
                      <a:pt x="7" y="17"/>
                      <a:pt x="3" y="6"/>
                      <a:pt x="0" y="4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56" name="Freeform 3692">
                <a:extLst>
                  <a:ext uri="{FF2B5EF4-FFF2-40B4-BE49-F238E27FC236}">
                    <a16:creationId xmlns:a16="http://schemas.microsoft.com/office/drawing/2014/main" id="{26CD4855-BB69-4645-B888-73665E6BD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3619"/>
                <a:ext cx="19" cy="36"/>
              </a:xfrm>
              <a:custGeom>
                <a:avLst/>
                <a:gdLst>
                  <a:gd name="T0" fmla="*/ 0 w 12"/>
                  <a:gd name="T1" fmla="*/ 8 h 22"/>
                  <a:gd name="T2" fmla="*/ 35 w 12"/>
                  <a:gd name="T3" fmla="*/ 97 h 22"/>
                  <a:gd name="T4" fmla="*/ 43 w 12"/>
                  <a:gd name="T5" fmla="*/ 34 h 22"/>
                  <a:gd name="T6" fmla="*/ 0 w 12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0" y="2"/>
                    </a:moveTo>
                    <a:cubicBezTo>
                      <a:pt x="3" y="9"/>
                      <a:pt x="9" y="14"/>
                      <a:pt x="9" y="22"/>
                    </a:cubicBezTo>
                    <a:cubicBezTo>
                      <a:pt x="12" y="18"/>
                      <a:pt x="10" y="12"/>
                      <a:pt x="11" y="8"/>
                    </a:cubicBezTo>
                    <a:cubicBezTo>
                      <a:pt x="8" y="10"/>
                      <a:pt x="2" y="3"/>
                      <a:pt x="0" y="0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57" name="Freeform 3693">
                <a:extLst>
                  <a:ext uri="{FF2B5EF4-FFF2-40B4-BE49-F238E27FC236}">
                    <a16:creationId xmlns:a16="http://schemas.microsoft.com/office/drawing/2014/main" id="{0E82BC55-8AFE-4E96-A39E-A21BC8CEF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3804"/>
                <a:ext cx="21" cy="29"/>
              </a:xfrm>
              <a:custGeom>
                <a:avLst/>
                <a:gdLst>
                  <a:gd name="T0" fmla="*/ 0 w 14"/>
                  <a:gd name="T1" fmla="*/ 71 h 18"/>
                  <a:gd name="T2" fmla="*/ 26 w 14"/>
                  <a:gd name="T3" fmla="*/ 0 h 18"/>
                  <a:gd name="T4" fmla="*/ 45 w 14"/>
                  <a:gd name="T5" fmla="*/ 63 h 18"/>
                  <a:gd name="T6" fmla="*/ 8 w 14"/>
                  <a:gd name="T7" fmla="*/ 7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0" y="17"/>
                    </a:moveTo>
                    <a:cubicBezTo>
                      <a:pt x="1" y="12"/>
                      <a:pt x="3" y="4"/>
                      <a:pt x="7" y="0"/>
                    </a:cubicBezTo>
                    <a:cubicBezTo>
                      <a:pt x="8" y="6"/>
                      <a:pt x="14" y="9"/>
                      <a:pt x="13" y="15"/>
                    </a:cubicBezTo>
                    <a:cubicBezTo>
                      <a:pt x="10" y="13"/>
                      <a:pt x="2" y="13"/>
                      <a:pt x="2" y="18"/>
                    </a:cubicBezTo>
                  </a:path>
                </a:pathLst>
              </a:custGeom>
              <a:solidFill>
                <a:srgbClr val="F0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58" name="Freeform 3694">
                <a:extLst>
                  <a:ext uri="{FF2B5EF4-FFF2-40B4-BE49-F238E27FC236}">
                    <a16:creationId xmlns:a16="http://schemas.microsoft.com/office/drawing/2014/main" id="{220752AF-901F-4771-905B-8A9BF5EB9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304"/>
                <a:ext cx="155" cy="420"/>
              </a:xfrm>
              <a:custGeom>
                <a:avLst/>
                <a:gdLst>
                  <a:gd name="T0" fmla="*/ 183 w 100"/>
                  <a:gd name="T1" fmla="*/ 89 h 255"/>
                  <a:gd name="T2" fmla="*/ 223 w 100"/>
                  <a:gd name="T3" fmla="*/ 675 h 255"/>
                  <a:gd name="T4" fmla="*/ 0 w 100"/>
                  <a:gd name="T5" fmla="*/ 1140 h 255"/>
                  <a:gd name="T6" fmla="*/ 205 w 100"/>
                  <a:gd name="T7" fmla="*/ 903 h 255"/>
                  <a:gd name="T8" fmla="*/ 291 w 100"/>
                  <a:gd name="T9" fmla="*/ 600 h 255"/>
                  <a:gd name="T10" fmla="*/ 313 w 100"/>
                  <a:gd name="T11" fmla="*/ 336 h 255"/>
                  <a:gd name="T12" fmla="*/ 332 w 100"/>
                  <a:gd name="T13" fmla="*/ 143 h 255"/>
                  <a:gd name="T14" fmla="*/ 367 w 100"/>
                  <a:gd name="T15" fmla="*/ 0 h 2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255">
                    <a:moveTo>
                      <a:pt x="49" y="20"/>
                    </a:moveTo>
                    <a:cubicBezTo>
                      <a:pt x="88" y="39"/>
                      <a:pt x="68" y="118"/>
                      <a:pt x="60" y="151"/>
                    </a:cubicBezTo>
                    <a:cubicBezTo>
                      <a:pt x="50" y="189"/>
                      <a:pt x="37" y="233"/>
                      <a:pt x="0" y="255"/>
                    </a:cubicBezTo>
                    <a:cubicBezTo>
                      <a:pt x="23" y="249"/>
                      <a:pt x="43" y="222"/>
                      <a:pt x="55" y="202"/>
                    </a:cubicBezTo>
                    <a:cubicBezTo>
                      <a:pt x="68" y="182"/>
                      <a:pt x="72" y="158"/>
                      <a:pt x="78" y="134"/>
                    </a:cubicBezTo>
                    <a:cubicBezTo>
                      <a:pt x="83" y="114"/>
                      <a:pt x="82" y="95"/>
                      <a:pt x="84" y="75"/>
                    </a:cubicBezTo>
                    <a:cubicBezTo>
                      <a:pt x="86" y="61"/>
                      <a:pt x="86" y="45"/>
                      <a:pt x="89" y="32"/>
                    </a:cubicBezTo>
                    <a:cubicBezTo>
                      <a:pt x="91" y="22"/>
                      <a:pt x="100" y="11"/>
                      <a:pt x="99" y="0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59" name="Freeform 3695">
                <a:extLst>
                  <a:ext uri="{FF2B5EF4-FFF2-40B4-BE49-F238E27FC236}">
                    <a16:creationId xmlns:a16="http://schemas.microsoft.com/office/drawing/2014/main" id="{9CDB3F78-2558-4296-B4D6-118DA3D5C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3410"/>
                <a:ext cx="110" cy="158"/>
              </a:xfrm>
              <a:custGeom>
                <a:avLst/>
                <a:gdLst>
                  <a:gd name="T0" fmla="*/ 211 w 71"/>
                  <a:gd name="T1" fmla="*/ 0 h 96"/>
                  <a:gd name="T2" fmla="*/ 259 w 71"/>
                  <a:gd name="T3" fmla="*/ 151 h 96"/>
                  <a:gd name="T4" fmla="*/ 183 w 71"/>
                  <a:gd name="T5" fmla="*/ 326 h 96"/>
                  <a:gd name="T6" fmla="*/ 88 w 71"/>
                  <a:gd name="T7" fmla="*/ 428 h 96"/>
                  <a:gd name="T8" fmla="*/ 22 w 71"/>
                  <a:gd name="T9" fmla="*/ 309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6">
                    <a:moveTo>
                      <a:pt x="57" y="0"/>
                    </a:moveTo>
                    <a:cubicBezTo>
                      <a:pt x="69" y="3"/>
                      <a:pt x="71" y="24"/>
                      <a:pt x="70" y="34"/>
                    </a:cubicBezTo>
                    <a:cubicBezTo>
                      <a:pt x="69" y="52"/>
                      <a:pt x="59" y="60"/>
                      <a:pt x="49" y="73"/>
                    </a:cubicBezTo>
                    <a:cubicBezTo>
                      <a:pt x="41" y="84"/>
                      <a:pt x="39" y="96"/>
                      <a:pt x="24" y="96"/>
                    </a:cubicBezTo>
                    <a:cubicBezTo>
                      <a:pt x="12" y="96"/>
                      <a:pt x="0" y="83"/>
                      <a:pt x="6" y="69"/>
                    </a:cubicBezTo>
                  </a:path>
                </a:pathLst>
              </a:custGeom>
              <a:solidFill>
                <a:srgbClr val="B50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60" name="Freeform 3696">
                <a:extLst>
                  <a:ext uri="{FF2B5EF4-FFF2-40B4-BE49-F238E27FC236}">
                    <a16:creationId xmlns:a16="http://schemas.microsoft.com/office/drawing/2014/main" id="{249BD0AD-D56C-4D5F-840E-6633741BF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770"/>
                <a:ext cx="91" cy="116"/>
              </a:xfrm>
              <a:custGeom>
                <a:avLst/>
                <a:gdLst>
                  <a:gd name="T0" fmla="*/ 69 w 59"/>
                  <a:gd name="T1" fmla="*/ 0 h 70"/>
                  <a:gd name="T2" fmla="*/ 110 w 59"/>
                  <a:gd name="T3" fmla="*/ 268 h 70"/>
                  <a:gd name="T4" fmla="*/ 216 w 59"/>
                  <a:gd name="T5" fmla="*/ 22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70">
                    <a:moveTo>
                      <a:pt x="19" y="0"/>
                    </a:moveTo>
                    <a:cubicBezTo>
                      <a:pt x="15" y="11"/>
                      <a:pt x="0" y="70"/>
                      <a:pt x="30" y="59"/>
                    </a:cubicBezTo>
                    <a:cubicBezTo>
                      <a:pt x="49" y="51"/>
                      <a:pt x="41" y="15"/>
                      <a:pt x="59" y="5"/>
                    </a:cubicBezTo>
                  </a:path>
                </a:pathLst>
              </a:custGeom>
              <a:solidFill>
                <a:srgbClr val="941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61" name="Freeform 3697">
                <a:extLst>
                  <a:ext uri="{FF2B5EF4-FFF2-40B4-BE49-F238E27FC236}">
                    <a16:creationId xmlns:a16="http://schemas.microsoft.com/office/drawing/2014/main" id="{E592F982-3CAE-49C9-9434-3F1FAE5C0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614"/>
                <a:ext cx="249" cy="349"/>
              </a:xfrm>
              <a:custGeom>
                <a:avLst/>
                <a:gdLst>
                  <a:gd name="T0" fmla="*/ 414 w 161"/>
                  <a:gd name="T1" fmla="*/ 54 h 212"/>
                  <a:gd name="T2" fmla="*/ 323 w 161"/>
                  <a:gd name="T3" fmla="*/ 0 h 212"/>
                  <a:gd name="T4" fmla="*/ 150 w 161"/>
                  <a:gd name="T5" fmla="*/ 81 h 212"/>
                  <a:gd name="T6" fmla="*/ 14 w 161"/>
                  <a:gd name="T7" fmla="*/ 263 h 212"/>
                  <a:gd name="T8" fmla="*/ 34 w 161"/>
                  <a:gd name="T9" fmla="*/ 491 h 212"/>
                  <a:gd name="T10" fmla="*/ 241 w 161"/>
                  <a:gd name="T11" fmla="*/ 889 h 212"/>
                  <a:gd name="T12" fmla="*/ 489 w 161"/>
                  <a:gd name="T13" fmla="*/ 764 h 212"/>
                  <a:gd name="T14" fmla="*/ 595 w 161"/>
                  <a:gd name="T15" fmla="*/ 509 h 2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1" h="212">
                    <a:moveTo>
                      <a:pt x="112" y="12"/>
                    </a:moveTo>
                    <a:cubicBezTo>
                      <a:pt x="103" y="9"/>
                      <a:pt x="96" y="1"/>
                      <a:pt x="87" y="0"/>
                    </a:cubicBezTo>
                    <a:cubicBezTo>
                      <a:pt x="72" y="0"/>
                      <a:pt x="53" y="10"/>
                      <a:pt x="41" y="18"/>
                    </a:cubicBezTo>
                    <a:cubicBezTo>
                      <a:pt x="27" y="27"/>
                      <a:pt x="8" y="41"/>
                      <a:pt x="4" y="59"/>
                    </a:cubicBezTo>
                    <a:cubicBezTo>
                      <a:pt x="0" y="75"/>
                      <a:pt x="7" y="94"/>
                      <a:pt x="9" y="110"/>
                    </a:cubicBezTo>
                    <a:cubicBezTo>
                      <a:pt x="13" y="142"/>
                      <a:pt x="34" y="185"/>
                      <a:pt x="65" y="199"/>
                    </a:cubicBezTo>
                    <a:cubicBezTo>
                      <a:pt x="92" y="212"/>
                      <a:pt x="121" y="196"/>
                      <a:pt x="132" y="171"/>
                    </a:cubicBezTo>
                    <a:cubicBezTo>
                      <a:pt x="141" y="151"/>
                      <a:pt x="141" y="127"/>
                      <a:pt x="161" y="114"/>
                    </a:cubicBezTo>
                  </a:path>
                </a:pathLst>
              </a:custGeom>
              <a:solidFill>
                <a:srgbClr val="941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62" name="Freeform 3698">
                <a:extLst>
                  <a:ext uri="{FF2B5EF4-FFF2-40B4-BE49-F238E27FC236}">
                    <a16:creationId xmlns:a16="http://schemas.microsoft.com/office/drawing/2014/main" id="{EDF7E58D-AE37-4765-8CDF-65424A35A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683"/>
                <a:ext cx="117" cy="106"/>
              </a:xfrm>
              <a:custGeom>
                <a:avLst/>
                <a:gdLst>
                  <a:gd name="T0" fmla="*/ 26 w 76"/>
                  <a:gd name="T1" fmla="*/ 0 h 64"/>
                  <a:gd name="T2" fmla="*/ 146 w 76"/>
                  <a:gd name="T3" fmla="*/ 91 h 64"/>
                  <a:gd name="T4" fmla="*/ 237 w 76"/>
                  <a:gd name="T5" fmla="*/ 292 h 64"/>
                  <a:gd name="T6" fmla="*/ 69 w 76"/>
                  <a:gd name="T7" fmla="*/ 146 h 64"/>
                  <a:gd name="T8" fmla="*/ 0 w 76"/>
                  <a:gd name="T9" fmla="*/ 83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64">
                    <a:moveTo>
                      <a:pt x="7" y="0"/>
                    </a:moveTo>
                    <a:cubicBezTo>
                      <a:pt x="19" y="7"/>
                      <a:pt x="28" y="13"/>
                      <a:pt x="40" y="20"/>
                    </a:cubicBezTo>
                    <a:cubicBezTo>
                      <a:pt x="57" y="28"/>
                      <a:pt x="76" y="43"/>
                      <a:pt x="65" y="64"/>
                    </a:cubicBezTo>
                    <a:cubicBezTo>
                      <a:pt x="54" y="48"/>
                      <a:pt x="36" y="39"/>
                      <a:pt x="19" y="32"/>
                    </a:cubicBezTo>
                    <a:cubicBezTo>
                      <a:pt x="10" y="28"/>
                      <a:pt x="5" y="27"/>
                      <a:pt x="0" y="18"/>
                    </a:cubicBezTo>
                  </a:path>
                </a:pathLst>
              </a:custGeom>
              <a:solidFill>
                <a:srgbClr val="941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63" name="Freeform 3699">
                <a:extLst>
                  <a:ext uri="{FF2B5EF4-FFF2-40B4-BE49-F238E27FC236}">
                    <a16:creationId xmlns:a16="http://schemas.microsoft.com/office/drawing/2014/main" id="{453A2673-2D8E-4BA4-92A4-AAFB4009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769"/>
                <a:ext cx="98" cy="81"/>
              </a:xfrm>
              <a:custGeom>
                <a:avLst/>
                <a:gdLst>
                  <a:gd name="T0" fmla="*/ 30 w 63"/>
                  <a:gd name="T1" fmla="*/ 0 h 49"/>
                  <a:gd name="T2" fmla="*/ 106 w 63"/>
                  <a:gd name="T3" fmla="*/ 58 h 49"/>
                  <a:gd name="T4" fmla="*/ 196 w 63"/>
                  <a:gd name="T5" fmla="*/ 83 h 49"/>
                  <a:gd name="T6" fmla="*/ 215 w 63"/>
                  <a:gd name="T7" fmla="*/ 180 h 49"/>
                  <a:gd name="T8" fmla="*/ 0 w 63"/>
                  <a:gd name="T9" fmla="*/ 17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9">
                    <a:moveTo>
                      <a:pt x="8" y="0"/>
                    </a:moveTo>
                    <a:cubicBezTo>
                      <a:pt x="20" y="1"/>
                      <a:pt x="20" y="9"/>
                      <a:pt x="28" y="13"/>
                    </a:cubicBezTo>
                    <a:cubicBezTo>
                      <a:pt x="35" y="17"/>
                      <a:pt x="45" y="12"/>
                      <a:pt x="52" y="18"/>
                    </a:cubicBezTo>
                    <a:cubicBezTo>
                      <a:pt x="58" y="23"/>
                      <a:pt x="63" y="33"/>
                      <a:pt x="57" y="40"/>
                    </a:cubicBezTo>
                    <a:cubicBezTo>
                      <a:pt x="48" y="49"/>
                      <a:pt x="10" y="43"/>
                      <a:pt x="0" y="38"/>
                    </a:cubicBezTo>
                  </a:path>
                </a:pathLst>
              </a:custGeom>
              <a:solidFill>
                <a:srgbClr val="941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64" name="Freeform 3700">
                <a:extLst>
                  <a:ext uri="{FF2B5EF4-FFF2-40B4-BE49-F238E27FC236}">
                    <a16:creationId xmlns:a16="http://schemas.microsoft.com/office/drawing/2014/main" id="{1904344F-18A9-47D5-9E59-BAAD87D2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836"/>
                <a:ext cx="199" cy="86"/>
              </a:xfrm>
              <a:custGeom>
                <a:avLst/>
                <a:gdLst>
                  <a:gd name="T0" fmla="*/ 29 w 129"/>
                  <a:gd name="T1" fmla="*/ 235 h 52"/>
                  <a:gd name="T2" fmla="*/ 180 w 129"/>
                  <a:gd name="T3" fmla="*/ 179 h 52"/>
                  <a:gd name="T4" fmla="*/ 304 w 129"/>
                  <a:gd name="T5" fmla="*/ 167 h 52"/>
                  <a:gd name="T6" fmla="*/ 447 w 129"/>
                  <a:gd name="T7" fmla="*/ 104 h 52"/>
                  <a:gd name="T8" fmla="*/ 346 w 129"/>
                  <a:gd name="T9" fmla="*/ 28 h 52"/>
                  <a:gd name="T10" fmla="*/ 0 w 129"/>
                  <a:gd name="T11" fmla="*/ 36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52">
                    <a:moveTo>
                      <a:pt x="8" y="52"/>
                    </a:moveTo>
                    <a:cubicBezTo>
                      <a:pt x="22" y="49"/>
                      <a:pt x="37" y="42"/>
                      <a:pt x="49" y="39"/>
                    </a:cubicBezTo>
                    <a:cubicBezTo>
                      <a:pt x="58" y="36"/>
                      <a:pt x="72" y="38"/>
                      <a:pt x="83" y="37"/>
                    </a:cubicBezTo>
                    <a:cubicBezTo>
                      <a:pt x="96" y="37"/>
                      <a:pt x="115" y="37"/>
                      <a:pt x="122" y="23"/>
                    </a:cubicBezTo>
                    <a:cubicBezTo>
                      <a:pt x="129" y="7"/>
                      <a:pt x="109" y="9"/>
                      <a:pt x="94" y="6"/>
                    </a:cubicBezTo>
                    <a:cubicBezTo>
                      <a:pt x="62" y="1"/>
                      <a:pt x="32" y="0"/>
                      <a:pt x="0" y="8"/>
                    </a:cubicBezTo>
                  </a:path>
                </a:pathLst>
              </a:custGeom>
              <a:solidFill>
                <a:srgbClr val="941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65" name="Freeform 3701">
                <a:extLst>
                  <a:ext uri="{FF2B5EF4-FFF2-40B4-BE49-F238E27FC236}">
                    <a16:creationId xmlns:a16="http://schemas.microsoft.com/office/drawing/2014/main" id="{2F49F975-0118-4138-902D-6A6CBB58E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957"/>
                <a:ext cx="217" cy="280"/>
              </a:xfrm>
              <a:custGeom>
                <a:avLst/>
                <a:gdLst>
                  <a:gd name="T0" fmla="*/ 521 w 140"/>
                  <a:gd name="T1" fmla="*/ 0 h 170"/>
                  <a:gd name="T2" fmla="*/ 485 w 140"/>
                  <a:gd name="T3" fmla="*/ 104 h 170"/>
                  <a:gd name="T4" fmla="*/ 420 w 140"/>
                  <a:gd name="T5" fmla="*/ 209 h 170"/>
                  <a:gd name="T6" fmla="*/ 327 w 140"/>
                  <a:gd name="T7" fmla="*/ 366 h 170"/>
                  <a:gd name="T8" fmla="*/ 223 w 140"/>
                  <a:gd name="T9" fmla="*/ 651 h 170"/>
                  <a:gd name="T10" fmla="*/ 149 w 140"/>
                  <a:gd name="T11" fmla="*/ 746 h 170"/>
                  <a:gd name="T12" fmla="*/ 228 w 140"/>
                  <a:gd name="T13" fmla="*/ 119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170">
                    <a:moveTo>
                      <a:pt x="140" y="0"/>
                    </a:moveTo>
                    <a:cubicBezTo>
                      <a:pt x="131" y="7"/>
                      <a:pt x="133" y="15"/>
                      <a:pt x="130" y="23"/>
                    </a:cubicBezTo>
                    <a:cubicBezTo>
                      <a:pt x="126" y="32"/>
                      <a:pt x="119" y="40"/>
                      <a:pt x="113" y="47"/>
                    </a:cubicBezTo>
                    <a:cubicBezTo>
                      <a:pt x="104" y="59"/>
                      <a:pt x="95" y="69"/>
                      <a:pt x="88" y="82"/>
                    </a:cubicBezTo>
                    <a:cubicBezTo>
                      <a:pt x="79" y="102"/>
                      <a:pt x="70" y="125"/>
                      <a:pt x="60" y="146"/>
                    </a:cubicBezTo>
                    <a:cubicBezTo>
                      <a:pt x="55" y="156"/>
                      <a:pt x="51" y="170"/>
                      <a:pt x="40" y="167"/>
                    </a:cubicBezTo>
                    <a:cubicBezTo>
                      <a:pt x="0" y="156"/>
                      <a:pt x="59" y="51"/>
                      <a:pt x="61" y="27"/>
                    </a:cubicBezTo>
                  </a:path>
                </a:pathLst>
              </a:custGeom>
              <a:solidFill>
                <a:srgbClr val="941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66" name="Freeform 3702">
                <a:extLst>
                  <a:ext uri="{FF2B5EF4-FFF2-40B4-BE49-F238E27FC236}">
                    <a16:creationId xmlns:a16="http://schemas.microsoft.com/office/drawing/2014/main" id="{08577AB8-A716-48B6-998B-C1A995B78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3098"/>
                <a:ext cx="111" cy="162"/>
              </a:xfrm>
              <a:custGeom>
                <a:avLst/>
                <a:gdLst>
                  <a:gd name="T0" fmla="*/ 176 w 72"/>
                  <a:gd name="T1" fmla="*/ 0 h 98"/>
                  <a:gd name="T2" fmla="*/ 0 w 72"/>
                  <a:gd name="T3" fmla="*/ 44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98">
                    <a:moveTo>
                      <a:pt x="48" y="0"/>
                    </a:moveTo>
                    <a:cubicBezTo>
                      <a:pt x="72" y="32"/>
                      <a:pt x="19" y="80"/>
                      <a:pt x="0" y="98"/>
                    </a:cubicBezTo>
                  </a:path>
                </a:pathLst>
              </a:custGeom>
              <a:solidFill>
                <a:srgbClr val="941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67" name="Freeform 3703">
                <a:extLst>
                  <a:ext uri="{FF2B5EF4-FFF2-40B4-BE49-F238E27FC236}">
                    <a16:creationId xmlns:a16="http://schemas.microsoft.com/office/drawing/2014/main" id="{1B554546-63A6-4CEB-841B-B27B747E5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069"/>
                <a:ext cx="117" cy="143"/>
              </a:xfrm>
              <a:custGeom>
                <a:avLst/>
                <a:gdLst>
                  <a:gd name="T0" fmla="*/ 0 w 76"/>
                  <a:gd name="T1" fmla="*/ 168 h 87"/>
                  <a:gd name="T2" fmla="*/ 114 w 76"/>
                  <a:gd name="T3" fmla="*/ 227 h 87"/>
                  <a:gd name="T4" fmla="*/ 140 w 76"/>
                  <a:gd name="T5" fmla="*/ 386 h 87"/>
                  <a:gd name="T6" fmla="*/ 245 w 76"/>
                  <a:gd name="T7" fmla="*/ 143 h 87"/>
                  <a:gd name="T8" fmla="*/ 69 w 76"/>
                  <a:gd name="T9" fmla="*/ 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7">
                    <a:moveTo>
                      <a:pt x="0" y="38"/>
                    </a:moveTo>
                    <a:cubicBezTo>
                      <a:pt x="13" y="46"/>
                      <a:pt x="22" y="31"/>
                      <a:pt x="31" y="51"/>
                    </a:cubicBezTo>
                    <a:cubicBezTo>
                      <a:pt x="35" y="61"/>
                      <a:pt x="37" y="77"/>
                      <a:pt x="38" y="87"/>
                    </a:cubicBezTo>
                    <a:cubicBezTo>
                      <a:pt x="52" y="76"/>
                      <a:pt x="76" y="52"/>
                      <a:pt x="67" y="32"/>
                    </a:cubicBezTo>
                    <a:cubicBezTo>
                      <a:pt x="62" y="20"/>
                      <a:pt x="14" y="9"/>
                      <a:pt x="19" y="0"/>
                    </a:cubicBezTo>
                  </a:path>
                </a:pathLst>
              </a:custGeom>
              <a:solidFill>
                <a:srgbClr val="941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68" name="Freeform 3704">
                <a:extLst>
                  <a:ext uri="{FF2B5EF4-FFF2-40B4-BE49-F238E27FC236}">
                    <a16:creationId xmlns:a16="http://schemas.microsoft.com/office/drawing/2014/main" id="{CFA9F872-2F4C-42B7-A6AF-519A46E30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217"/>
                <a:ext cx="155" cy="133"/>
              </a:xfrm>
              <a:custGeom>
                <a:avLst/>
                <a:gdLst>
                  <a:gd name="T0" fmla="*/ 12 w 100"/>
                  <a:gd name="T1" fmla="*/ 80 h 81"/>
                  <a:gd name="T2" fmla="*/ 219 w 100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81">
                    <a:moveTo>
                      <a:pt x="3" y="18"/>
                    </a:moveTo>
                    <a:cubicBezTo>
                      <a:pt x="0" y="81"/>
                      <a:pt x="100" y="39"/>
                      <a:pt x="59" y="0"/>
                    </a:cubicBezTo>
                  </a:path>
                </a:pathLst>
              </a:custGeom>
              <a:solidFill>
                <a:srgbClr val="941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69" name="Freeform 3705">
                <a:extLst>
                  <a:ext uri="{FF2B5EF4-FFF2-40B4-BE49-F238E27FC236}">
                    <a16:creationId xmlns:a16="http://schemas.microsoft.com/office/drawing/2014/main" id="{06254580-A735-400E-BA14-A59A24C6A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668"/>
                <a:ext cx="65" cy="37"/>
              </a:xfrm>
              <a:custGeom>
                <a:avLst/>
                <a:gdLst>
                  <a:gd name="T0" fmla="*/ 0 w 42"/>
                  <a:gd name="T1" fmla="*/ 42 h 22"/>
                  <a:gd name="T2" fmla="*/ 110 w 42"/>
                  <a:gd name="T3" fmla="*/ 82 h 22"/>
                  <a:gd name="T4" fmla="*/ 88 w 42"/>
                  <a:gd name="T5" fmla="*/ 0 h 22"/>
                  <a:gd name="T6" fmla="*/ 36 w 42"/>
                  <a:gd name="T7" fmla="*/ 6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2">
                    <a:moveTo>
                      <a:pt x="0" y="9"/>
                    </a:moveTo>
                    <a:cubicBezTo>
                      <a:pt x="9" y="15"/>
                      <a:pt x="19" y="22"/>
                      <a:pt x="30" y="17"/>
                    </a:cubicBezTo>
                    <a:cubicBezTo>
                      <a:pt x="42" y="13"/>
                      <a:pt x="36" y="0"/>
                      <a:pt x="24" y="0"/>
                    </a:cubicBezTo>
                    <a:cubicBezTo>
                      <a:pt x="36" y="11"/>
                      <a:pt x="18" y="14"/>
                      <a:pt x="10" y="13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70" name="Freeform 3706">
                <a:extLst>
                  <a:ext uri="{FF2B5EF4-FFF2-40B4-BE49-F238E27FC236}">
                    <a16:creationId xmlns:a16="http://schemas.microsoft.com/office/drawing/2014/main" id="{0B0DE230-3345-4E5C-BD02-AA00119C5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754"/>
                <a:ext cx="57" cy="33"/>
              </a:xfrm>
              <a:custGeom>
                <a:avLst/>
                <a:gdLst>
                  <a:gd name="T0" fmla="*/ 26 w 37"/>
                  <a:gd name="T1" fmla="*/ 54 h 20"/>
                  <a:gd name="T2" fmla="*/ 92 w 37"/>
                  <a:gd name="T3" fmla="*/ 84 h 20"/>
                  <a:gd name="T4" fmla="*/ 131 w 37"/>
                  <a:gd name="T5" fmla="*/ 5 h 20"/>
                  <a:gd name="T6" fmla="*/ 114 w 37"/>
                  <a:gd name="T7" fmla="*/ 5 h 20"/>
                  <a:gd name="T8" fmla="*/ 75 w 37"/>
                  <a:gd name="T9" fmla="*/ 13 h 20"/>
                  <a:gd name="T10" fmla="*/ 0 w 37"/>
                  <a:gd name="T11" fmla="*/ 5 h 20"/>
                  <a:gd name="T12" fmla="*/ 52 w 37"/>
                  <a:gd name="T13" fmla="*/ 8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0">
                    <a:moveTo>
                      <a:pt x="7" y="12"/>
                    </a:moveTo>
                    <a:cubicBezTo>
                      <a:pt x="11" y="14"/>
                      <a:pt x="20" y="20"/>
                      <a:pt x="25" y="19"/>
                    </a:cubicBezTo>
                    <a:cubicBezTo>
                      <a:pt x="31" y="17"/>
                      <a:pt x="37" y="7"/>
                      <a:pt x="36" y="1"/>
                    </a:cubicBezTo>
                    <a:cubicBezTo>
                      <a:pt x="34" y="1"/>
                      <a:pt x="32" y="2"/>
                      <a:pt x="31" y="1"/>
                    </a:cubicBezTo>
                    <a:cubicBezTo>
                      <a:pt x="26" y="0"/>
                      <a:pt x="25" y="3"/>
                      <a:pt x="21" y="3"/>
                    </a:cubicBezTo>
                    <a:cubicBezTo>
                      <a:pt x="14" y="4"/>
                      <a:pt x="8" y="0"/>
                      <a:pt x="0" y="1"/>
                    </a:cubicBezTo>
                    <a:cubicBezTo>
                      <a:pt x="4" y="11"/>
                      <a:pt x="18" y="4"/>
                      <a:pt x="14" y="18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71" name="Freeform 3707">
                <a:extLst>
                  <a:ext uri="{FF2B5EF4-FFF2-40B4-BE49-F238E27FC236}">
                    <a16:creationId xmlns:a16="http://schemas.microsoft.com/office/drawing/2014/main" id="{99023613-0B7A-4A18-8F51-861D0A83A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2798"/>
                <a:ext cx="61" cy="43"/>
              </a:xfrm>
              <a:custGeom>
                <a:avLst/>
                <a:gdLst>
                  <a:gd name="T0" fmla="*/ 0 w 39"/>
                  <a:gd name="T1" fmla="*/ 22 h 26"/>
                  <a:gd name="T2" fmla="*/ 92 w 3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6">
                    <a:moveTo>
                      <a:pt x="0" y="5"/>
                    </a:moveTo>
                    <a:cubicBezTo>
                      <a:pt x="11" y="26"/>
                      <a:pt x="39" y="9"/>
                      <a:pt x="24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72" name="Freeform 3708">
                <a:extLst>
                  <a:ext uri="{FF2B5EF4-FFF2-40B4-BE49-F238E27FC236}">
                    <a16:creationId xmlns:a16="http://schemas.microsoft.com/office/drawing/2014/main" id="{60765F11-63CD-45B0-A44D-9859BB3F4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2800"/>
                <a:ext cx="38" cy="50"/>
              </a:xfrm>
              <a:custGeom>
                <a:avLst/>
                <a:gdLst>
                  <a:gd name="T0" fmla="*/ 53 w 25"/>
                  <a:gd name="T1" fmla="*/ 0 h 30"/>
                  <a:gd name="T2" fmla="*/ 0 w 25"/>
                  <a:gd name="T3" fmla="*/ 92 h 30"/>
                  <a:gd name="T4" fmla="*/ 49 w 25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0">
                    <a:moveTo>
                      <a:pt x="15" y="0"/>
                    </a:moveTo>
                    <a:cubicBezTo>
                      <a:pt x="25" y="6"/>
                      <a:pt x="11" y="30"/>
                      <a:pt x="0" y="20"/>
                    </a:cubicBezTo>
                    <a:cubicBezTo>
                      <a:pt x="9" y="19"/>
                      <a:pt x="15" y="8"/>
                      <a:pt x="14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73" name="Freeform 3709">
                <a:extLst>
                  <a:ext uri="{FF2B5EF4-FFF2-40B4-BE49-F238E27FC236}">
                    <a16:creationId xmlns:a16="http://schemas.microsoft.com/office/drawing/2014/main" id="{01999C94-C1B8-4A22-B1BF-D0FDFC7C0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" y="2845"/>
                <a:ext cx="45" cy="42"/>
              </a:xfrm>
              <a:custGeom>
                <a:avLst/>
                <a:gdLst>
                  <a:gd name="T0" fmla="*/ 0 w 29"/>
                  <a:gd name="T1" fmla="*/ 26 h 26"/>
                  <a:gd name="T2" fmla="*/ 79 w 29"/>
                  <a:gd name="T3" fmla="*/ 81 h 26"/>
                  <a:gd name="T4" fmla="*/ 45 w 2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6">
                    <a:moveTo>
                      <a:pt x="0" y="6"/>
                    </a:moveTo>
                    <a:cubicBezTo>
                      <a:pt x="4" y="12"/>
                      <a:pt x="10" y="26"/>
                      <a:pt x="21" y="19"/>
                    </a:cubicBezTo>
                    <a:cubicBezTo>
                      <a:pt x="29" y="13"/>
                      <a:pt x="21" y="0"/>
                      <a:pt x="12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74" name="Freeform 3710">
                <a:extLst>
                  <a:ext uri="{FF2B5EF4-FFF2-40B4-BE49-F238E27FC236}">
                    <a16:creationId xmlns:a16="http://schemas.microsoft.com/office/drawing/2014/main" id="{BAFF6F92-AE8F-4FEA-BAF9-5E22CFD8A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884"/>
                <a:ext cx="40" cy="46"/>
              </a:xfrm>
              <a:custGeom>
                <a:avLst/>
                <a:gdLst>
                  <a:gd name="T0" fmla="*/ 0 w 26"/>
                  <a:gd name="T1" fmla="*/ 81 h 28"/>
                  <a:gd name="T2" fmla="*/ 69 w 26"/>
                  <a:gd name="T3" fmla="*/ 89 h 28"/>
                  <a:gd name="T4" fmla="*/ 8 w 26"/>
                  <a:gd name="T5" fmla="*/ 0 h 28"/>
                  <a:gd name="T6" fmla="*/ 22 w 26"/>
                  <a:gd name="T7" fmla="*/ 9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0" y="18"/>
                    </a:moveTo>
                    <a:cubicBezTo>
                      <a:pt x="6" y="20"/>
                      <a:pt x="13" y="28"/>
                      <a:pt x="19" y="20"/>
                    </a:cubicBezTo>
                    <a:cubicBezTo>
                      <a:pt x="26" y="9"/>
                      <a:pt x="9" y="3"/>
                      <a:pt x="2" y="0"/>
                    </a:cubicBezTo>
                    <a:cubicBezTo>
                      <a:pt x="12" y="4"/>
                      <a:pt x="16" y="15"/>
                      <a:pt x="6" y="21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75" name="Freeform 3711">
                <a:extLst>
                  <a:ext uri="{FF2B5EF4-FFF2-40B4-BE49-F238E27FC236}">
                    <a16:creationId xmlns:a16="http://schemas.microsoft.com/office/drawing/2014/main" id="{CAA3C537-2AA5-4DA0-9F65-50EE33141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8" y="2978"/>
                <a:ext cx="45" cy="28"/>
              </a:xfrm>
              <a:custGeom>
                <a:avLst/>
                <a:gdLst>
                  <a:gd name="T0" fmla="*/ 0 w 29"/>
                  <a:gd name="T1" fmla="*/ 5 h 17"/>
                  <a:gd name="T2" fmla="*/ 61 w 29"/>
                  <a:gd name="T3" fmla="*/ 71 h 17"/>
                  <a:gd name="T4" fmla="*/ 74 w 2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0" y="1"/>
                    </a:moveTo>
                    <a:cubicBezTo>
                      <a:pt x="0" y="9"/>
                      <a:pt x="8" y="17"/>
                      <a:pt x="16" y="16"/>
                    </a:cubicBezTo>
                    <a:cubicBezTo>
                      <a:pt x="24" y="15"/>
                      <a:pt x="29" y="5"/>
                      <a:pt x="20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76" name="Freeform 3712">
                <a:extLst>
                  <a:ext uri="{FF2B5EF4-FFF2-40B4-BE49-F238E27FC236}">
                    <a16:creationId xmlns:a16="http://schemas.microsoft.com/office/drawing/2014/main" id="{4FC3682B-3188-493D-B0A2-9FB83F81E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0" y="3023"/>
                <a:ext cx="34" cy="32"/>
              </a:xfrm>
              <a:custGeom>
                <a:avLst/>
                <a:gdLst>
                  <a:gd name="T0" fmla="*/ 12 w 22"/>
                  <a:gd name="T1" fmla="*/ 0 h 20"/>
                  <a:gd name="T2" fmla="*/ 74 w 22"/>
                  <a:gd name="T3" fmla="*/ 77 h 20"/>
                  <a:gd name="T4" fmla="*/ 76 w 22"/>
                  <a:gd name="T5" fmla="*/ 2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3" y="0"/>
                    </a:moveTo>
                    <a:cubicBezTo>
                      <a:pt x="0" y="9"/>
                      <a:pt x="11" y="20"/>
                      <a:pt x="20" y="19"/>
                    </a:cubicBezTo>
                    <a:cubicBezTo>
                      <a:pt x="21" y="15"/>
                      <a:pt x="22" y="9"/>
                      <a:pt x="21" y="5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77" name="Freeform 3713">
                <a:extLst>
                  <a:ext uri="{FF2B5EF4-FFF2-40B4-BE49-F238E27FC236}">
                    <a16:creationId xmlns:a16="http://schemas.microsoft.com/office/drawing/2014/main" id="{E7A3F293-E681-4660-BB59-7D2CE6E40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591"/>
                <a:ext cx="60" cy="51"/>
              </a:xfrm>
              <a:custGeom>
                <a:avLst/>
                <a:gdLst>
                  <a:gd name="T0" fmla="*/ 8 w 39"/>
                  <a:gd name="T1" fmla="*/ 21 h 31"/>
                  <a:gd name="T2" fmla="*/ 74 w 39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1">
                    <a:moveTo>
                      <a:pt x="2" y="5"/>
                    </a:moveTo>
                    <a:cubicBezTo>
                      <a:pt x="0" y="31"/>
                      <a:pt x="39" y="6"/>
                      <a:pt x="20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78" name="Freeform 3714">
                <a:extLst>
                  <a:ext uri="{FF2B5EF4-FFF2-40B4-BE49-F238E27FC236}">
                    <a16:creationId xmlns:a16="http://schemas.microsoft.com/office/drawing/2014/main" id="{1F5CCAAC-DE37-4800-80CE-2673C91C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536"/>
                <a:ext cx="53" cy="42"/>
              </a:xfrm>
              <a:custGeom>
                <a:avLst/>
                <a:gdLst>
                  <a:gd name="T0" fmla="*/ 14 w 34"/>
                  <a:gd name="T1" fmla="*/ 0 h 25"/>
                  <a:gd name="T2" fmla="*/ 95 w 34"/>
                  <a:gd name="T3" fmla="*/ 99 h 25"/>
                  <a:gd name="T4" fmla="*/ 90 w 34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5">
                    <a:moveTo>
                      <a:pt x="4" y="0"/>
                    </a:moveTo>
                    <a:cubicBezTo>
                      <a:pt x="0" y="10"/>
                      <a:pt x="14" y="25"/>
                      <a:pt x="25" y="21"/>
                    </a:cubicBezTo>
                    <a:cubicBezTo>
                      <a:pt x="33" y="19"/>
                      <a:pt x="34" y="2"/>
                      <a:pt x="24" y="3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79" name="Freeform 3715">
                <a:extLst>
                  <a:ext uri="{FF2B5EF4-FFF2-40B4-BE49-F238E27FC236}">
                    <a16:creationId xmlns:a16="http://schemas.microsoft.com/office/drawing/2014/main" id="{2E110606-32D6-46D9-8DE6-05B2D8A4F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545"/>
                <a:ext cx="34" cy="47"/>
              </a:xfrm>
              <a:custGeom>
                <a:avLst/>
                <a:gdLst>
                  <a:gd name="T0" fmla="*/ 0 w 22"/>
                  <a:gd name="T1" fmla="*/ 110 h 29"/>
                  <a:gd name="T2" fmla="*/ 70 w 22"/>
                  <a:gd name="T3" fmla="*/ 89 h 29"/>
                  <a:gd name="T4" fmla="*/ 36 w 22"/>
                  <a:gd name="T5" fmla="*/ 5 h 29"/>
                  <a:gd name="T6" fmla="*/ 19 w 22"/>
                  <a:gd name="T7" fmla="*/ 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9">
                    <a:moveTo>
                      <a:pt x="0" y="26"/>
                    </a:moveTo>
                    <a:cubicBezTo>
                      <a:pt x="8" y="28"/>
                      <a:pt x="15" y="29"/>
                      <a:pt x="19" y="21"/>
                    </a:cubicBezTo>
                    <a:cubicBezTo>
                      <a:pt x="22" y="14"/>
                      <a:pt x="20" y="0"/>
                      <a:pt x="10" y="1"/>
                    </a:cubicBezTo>
                    <a:cubicBezTo>
                      <a:pt x="17" y="10"/>
                      <a:pt x="17" y="18"/>
                      <a:pt x="5" y="23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80" name="Freeform 3716">
                <a:extLst>
                  <a:ext uri="{FF2B5EF4-FFF2-40B4-BE49-F238E27FC236}">
                    <a16:creationId xmlns:a16="http://schemas.microsoft.com/office/drawing/2014/main" id="{48173BFE-5698-497E-875E-E8BD7ABFD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413"/>
                <a:ext cx="37" cy="26"/>
              </a:xfrm>
              <a:custGeom>
                <a:avLst/>
                <a:gdLst>
                  <a:gd name="T0" fmla="*/ 5 w 24"/>
                  <a:gd name="T1" fmla="*/ 5 h 16"/>
                  <a:gd name="T2" fmla="*/ 52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1" y="1"/>
                    </a:moveTo>
                    <a:cubicBezTo>
                      <a:pt x="0" y="16"/>
                      <a:pt x="24" y="16"/>
                      <a:pt x="14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81" name="Freeform 3717">
                <a:extLst>
                  <a:ext uri="{FF2B5EF4-FFF2-40B4-BE49-F238E27FC236}">
                    <a16:creationId xmlns:a16="http://schemas.microsoft.com/office/drawing/2014/main" id="{724B08B4-0AB0-4BBE-952C-CDAE34D9A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433"/>
                <a:ext cx="48" cy="54"/>
              </a:xfrm>
              <a:custGeom>
                <a:avLst/>
                <a:gdLst>
                  <a:gd name="T0" fmla="*/ 0 w 31"/>
                  <a:gd name="T1" fmla="*/ 54 h 33"/>
                  <a:gd name="T2" fmla="*/ 53 w 31"/>
                  <a:gd name="T3" fmla="*/ 0 h 33"/>
                  <a:gd name="T4" fmla="*/ 22 w 31"/>
                  <a:gd name="T5" fmla="*/ 6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3">
                    <a:moveTo>
                      <a:pt x="0" y="12"/>
                    </a:moveTo>
                    <a:cubicBezTo>
                      <a:pt x="4" y="33"/>
                      <a:pt x="31" y="20"/>
                      <a:pt x="14" y="0"/>
                    </a:cubicBezTo>
                    <a:cubicBezTo>
                      <a:pt x="16" y="9"/>
                      <a:pt x="17" y="13"/>
                      <a:pt x="6" y="15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82" name="Freeform 3718">
                <a:extLst>
                  <a:ext uri="{FF2B5EF4-FFF2-40B4-BE49-F238E27FC236}">
                    <a16:creationId xmlns:a16="http://schemas.microsoft.com/office/drawing/2014/main" id="{3D13A8E0-BE30-4FF8-A4D4-4008937C7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304"/>
                <a:ext cx="28" cy="33"/>
              </a:xfrm>
              <a:custGeom>
                <a:avLst/>
                <a:gdLst>
                  <a:gd name="T0" fmla="*/ 0 w 18"/>
                  <a:gd name="T1" fmla="*/ 35 h 20"/>
                  <a:gd name="T2" fmla="*/ 48 w 18"/>
                  <a:gd name="T3" fmla="*/ 68 h 20"/>
                  <a:gd name="T4" fmla="*/ 30 w 1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0" y="8"/>
                    </a:moveTo>
                    <a:cubicBezTo>
                      <a:pt x="0" y="14"/>
                      <a:pt x="9" y="20"/>
                      <a:pt x="13" y="15"/>
                    </a:cubicBezTo>
                    <a:cubicBezTo>
                      <a:pt x="18" y="10"/>
                      <a:pt x="11" y="3"/>
                      <a:pt x="8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83" name="Freeform 3719">
                <a:extLst>
                  <a:ext uri="{FF2B5EF4-FFF2-40B4-BE49-F238E27FC236}">
                    <a16:creationId xmlns:a16="http://schemas.microsoft.com/office/drawing/2014/main" id="{E267A66B-5AB5-4196-999D-AC775B2A6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330"/>
                <a:ext cx="36" cy="38"/>
              </a:xfrm>
              <a:custGeom>
                <a:avLst/>
                <a:gdLst>
                  <a:gd name="T0" fmla="*/ 0 w 23"/>
                  <a:gd name="T1" fmla="*/ 58 h 23"/>
                  <a:gd name="T2" fmla="*/ 61 w 23"/>
                  <a:gd name="T3" fmla="*/ 0 h 23"/>
                  <a:gd name="T4" fmla="*/ 31 w 23"/>
                  <a:gd name="T5" fmla="*/ 8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3"/>
                    </a:moveTo>
                    <a:cubicBezTo>
                      <a:pt x="13" y="19"/>
                      <a:pt x="13" y="11"/>
                      <a:pt x="16" y="0"/>
                    </a:cubicBezTo>
                    <a:cubicBezTo>
                      <a:pt x="18" y="8"/>
                      <a:pt x="23" y="23"/>
                      <a:pt x="8" y="18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84" name="Freeform 3720">
                <a:extLst>
                  <a:ext uri="{FF2B5EF4-FFF2-40B4-BE49-F238E27FC236}">
                    <a16:creationId xmlns:a16="http://schemas.microsoft.com/office/drawing/2014/main" id="{F3ED5C6D-7DF3-491B-9DFE-E2C10209C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3039"/>
                <a:ext cx="30" cy="38"/>
              </a:xfrm>
              <a:custGeom>
                <a:avLst/>
                <a:gdLst>
                  <a:gd name="T0" fmla="*/ 47 w 19"/>
                  <a:gd name="T1" fmla="*/ 0 h 23"/>
                  <a:gd name="T2" fmla="*/ 62 w 19"/>
                  <a:gd name="T3" fmla="*/ 71 h 23"/>
                  <a:gd name="T4" fmla="*/ 0 w 19"/>
                  <a:gd name="T5" fmla="*/ 9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cubicBezTo>
                      <a:pt x="18" y="2"/>
                      <a:pt x="19" y="11"/>
                      <a:pt x="16" y="16"/>
                    </a:cubicBezTo>
                    <a:cubicBezTo>
                      <a:pt x="12" y="23"/>
                      <a:pt x="6" y="20"/>
                      <a:pt x="0" y="21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85" name="Freeform 3721">
                <a:extLst>
                  <a:ext uri="{FF2B5EF4-FFF2-40B4-BE49-F238E27FC236}">
                    <a16:creationId xmlns:a16="http://schemas.microsoft.com/office/drawing/2014/main" id="{ECA70DAD-9330-4794-8201-77EDD823D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3113"/>
                <a:ext cx="31" cy="50"/>
              </a:xfrm>
              <a:custGeom>
                <a:avLst/>
                <a:gdLst>
                  <a:gd name="T0" fmla="*/ 0 w 20"/>
                  <a:gd name="T1" fmla="*/ 83 h 30"/>
                  <a:gd name="T2" fmla="*/ 45 w 20"/>
                  <a:gd name="T3" fmla="*/ 112 h 30"/>
                  <a:gd name="T4" fmla="*/ 56 w 20"/>
                  <a:gd name="T5" fmla="*/ 42 h 30"/>
                  <a:gd name="T6" fmla="*/ 74 w 20"/>
                  <a:gd name="T7" fmla="*/ 0 h 30"/>
                  <a:gd name="T8" fmla="*/ 5 w 20"/>
                  <a:gd name="T9" fmla="*/ 7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0">
                    <a:moveTo>
                      <a:pt x="0" y="18"/>
                    </a:moveTo>
                    <a:cubicBezTo>
                      <a:pt x="2" y="23"/>
                      <a:pt x="7" y="30"/>
                      <a:pt x="12" y="24"/>
                    </a:cubicBezTo>
                    <a:cubicBezTo>
                      <a:pt x="14" y="21"/>
                      <a:pt x="13" y="13"/>
                      <a:pt x="15" y="9"/>
                    </a:cubicBezTo>
                    <a:cubicBezTo>
                      <a:pt x="16" y="6"/>
                      <a:pt x="19" y="3"/>
                      <a:pt x="20" y="0"/>
                    </a:cubicBezTo>
                    <a:cubicBezTo>
                      <a:pt x="13" y="2"/>
                      <a:pt x="10" y="18"/>
                      <a:pt x="1" y="17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86" name="Freeform 3722">
                <a:extLst>
                  <a:ext uri="{FF2B5EF4-FFF2-40B4-BE49-F238E27FC236}">
                    <a16:creationId xmlns:a16="http://schemas.microsoft.com/office/drawing/2014/main" id="{1AEA721C-8A46-4FC0-A112-17F6FD4A6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3248"/>
                <a:ext cx="24" cy="27"/>
              </a:xfrm>
              <a:custGeom>
                <a:avLst/>
                <a:gdLst>
                  <a:gd name="T0" fmla="*/ 14 w 16"/>
                  <a:gd name="T1" fmla="*/ 24 h 16"/>
                  <a:gd name="T2" fmla="*/ 53 w 1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4" y="5"/>
                    </a:moveTo>
                    <a:cubicBezTo>
                      <a:pt x="0" y="16"/>
                      <a:pt x="16" y="10"/>
                      <a:pt x="15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87" name="Freeform 3723">
                <a:extLst>
                  <a:ext uri="{FF2B5EF4-FFF2-40B4-BE49-F238E27FC236}">
                    <a16:creationId xmlns:a16="http://schemas.microsoft.com/office/drawing/2014/main" id="{2B5DEC2B-4161-4DAD-A924-67F491246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3273"/>
                <a:ext cx="30" cy="41"/>
              </a:xfrm>
              <a:custGeom>
                <a:avLst/>
                <a:gdLst>
                  <a:gd name="T0" fmla="*/ 0 w 19"/>
                  <a:gd name="T1" fmla="*/ 56 h 25"/>
                  <a:gd name="T2" fmla="*/ 69 w 19"/>
                  <a:gd name="T3" fmla="*/ 0 h 25"/>
                  <a:gd name="T4" fmla="*/ 8 w 19"/>
                  <a:gd name="T5" fmla="*/ 5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5">
                    <a:moveTo>
                      <a:pt x="0" y="13"/>
                    </a:moveTo>
                    <a:cubicBezTo>
                      <a:pt x="6" y="25"/>
                      <a:pt x="19" y="8"/>
                      <a:pt x="18" y="0"/>
                    </a:cubicBezTo>
                    <a:cubicBezTo>
                      <a:pt x="15" y="7"/>
                      <a:pt x="9" y="13"/>
                      <a:pt x="2" y="13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88" name="Freeform 3724">
                <a:extLst>
                  <a:ext uri="{FF2B5EF4-FFF2-40B4-BE49-F238E27FC236}">
                    <a16:creationId xmlns:a16="http://schemas.microsoft.com/office/drawing/2014/main" id="{583E057E-1BCC-4EFC-B152-C47229182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3401"/>
                <a:ext cx="23" cy="40"/>
              </a:xfrm>
              <a:custGeom>
                <a:avLst/>
                <a:gdLst>
                  <a:gd name="T0" fmla="*/ 8 w 15"/>
                  <a:gd name="T1" fmla="*/ 50 h 24"/>
                  <a:gd name="T2" fmla="*/ 32 w 15"/>
                  <a:gd name="T3" fmla="*/ 92 h 24"/>
                  <a:gd name="T4" fmla="*/ 43 w 15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2" y="11"/>
                    </a:moveTo>
                    <a:cubicBezTo>
                      <a:pt x="0" y="18"/>
                      <a:pt x="3" y="24"/>
                      <a:pt x="9" y="20"/>
                    </a:cubicBezTo>
                    <a:cubicBezTo>
                      <a:pt x="15" y="16"/>
                      <a:pt x="14" y="5"/>
                      <a:pt x="12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39" name="Group 3725">
              <a:extLst>
                <a:ext uri="{FF2B5EF4-FFF2-40B4-BE49-F238E27FC236}">
                  <a16:creationId xmlns:a16="http://schemas.microsoft.com/office/drawing/2014/main" id="{DB78D6FC-4C80-471D-8864-D801444211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7" y="2467"/>
              <a:ext cx="1172" cy="1320"/>
              <a:chOff x="4287" y="2467"/>
              <a:chExt cx="1172" cy="1320"/>
            </a:xfrm>
          </p:grpSpPr>
          <p:sp>
            <p:nvSpPr>
              <p:cNvPr id="53105" name="Freeform 3726">
                <a:extLst>
                  <a:ext uri="{FF2B5EF4-FFF2-40B4-BE49-F238E27FC236}">
                    <a16:creationId xmlns:a16="http://schemas.microsoft.com/office/drawing/2014/main" id="{BA8BED3B-8DA0-43C2-91C9-4E0DFEA68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3446"/>
                <a:ext cx="32" cy="26"/>
              </a:xfrm>
              <a:custGeom>
                <a:avLst/>
                <a:gdLst>
                  <a:gd name="T0" fmla="*/ 0 w 21"/>
                  <a:gd name="T1" fmla="*/ 55 h 16"/>
                  <a:gd name="T2" fmla="*/ 61 w 21"/>
                  <a:gd name="T3" fmla="*/ 0 h 16"/>
                  <a:gd name="T4" fmla="*/ 5 w 21"/>
                  <a:gd name="T5" fmla="*/ 5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6">
                    <a:moveTo>
                      <a:pt x="0" y="13"/>
                    </a:moveTo>
                    <a:cubicBezTo>
                      <a:pt x="10" y="16"/>
                      <a:pt x="21" y="12"/>
                      <a:pt x="17" y="0"/>
                    </a:cubicBezTo>
                    <a:cubicBezTo>
                      <a:pt x="16" y="8"/>
                      <a:pt x="8" y="12"/>
                      <a:pt x="1" y="12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6" name="Freeform 3727">
                <a:extLst>
                  <a:ext uri="{FF2B5EF4-FFF2-40B4-BE49-F238E27FC236}">
                    <a16:creationId xmlns:a16="http://schemas.microsoft.com/office/drawing/2014/main" id="{B4535599-1E90-4DFE-8125-18BD559F6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3561"/>
                <a:ext cx="34" cy="43"/>
              </a:xfrm>
              <a:custGeom>
                <a:avLst/>
                <a:gdLst>
                  <a:gd name="T0" fmla="*/ 0 w 22"/>
                  <a:gd name="T1" fmla="*/ 28 h 26"/>
                  <a:gd name="T2" fmla="*/ 40 w 22"/>
                  <a:gd name="T3" fmla="*/ 99 h 26"/>
                  <a:gd name="T4" fmla="*/ 26 w 2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6">
                    <a:moveTo>
                      <a:pt x="0" y="6"/>
                    </a:moveTo>
                    <a:cubicBezTo>
                      <a:pt x="0" y="13"/>
                      <a:pt x="2" y="26"/>
                      <a:pt x="11" y="22"/>
                    </a:cubicBezTo>
                    <a:cubicBezTo>
                      <a:pt x="22" y="17"/>
                      <a:pt x="9" y="6"/>
                      <a:pt x="7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7" name="Freeform 3728">
                <a:extLst>
                  <a:ext uri="{FF2B5EF4-FFF2-40B4-BE49-F238E27FC236}">
                    <a16:creationId xmlns:a16="http://schemas.microsoft.com/office/drawing/2014/main" id="{30C65728-F7FD-4A78-A13D-9AE4D52E5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3591"/>
                <a:ext cx="28" cy="54"/>
              </a:xfrm>
              <a:custGeom>
                <a:avLst/>
                <a:gdLst>
                  <a:gd name="T0" fmla="*/ 0 w 18"/>
                  <a:gd name="T1" fmla="*/ 144 h 33"/>
                  <a:gd name="T2" fmla="*/ 14 w 18"/>
                  <a:gd name="T3" fmla="*/ 0 h 33"/>
                  <a:gd name="T4" fmla="*/ 12 w 18"/>
                  <a:gd name="T5" fmla="*/ 11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3">
                    <a:moveTo>
                      <a:pt x="0" y="33"/>
                    </a:moveTo>
                    <a:cubicBezTo>
                      <a:pt x="18" y="28"/>
                      <a:pt x="7" y="11"/>
                      <a:pt x="4" y="0"/>
                    </a:cubicBezTo>
                    <a:cubicBezTo>
                      <a:pt x="5" y="9"/>
                      <a:pt x="7" y="16"/>
                      <a:pt x="3" y="25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8" name="Freeform 3729">
                <a:extLst>
                  <a:ext uri="{FF2B5EF4-FFF2-40B4-BE49-F238E27FC236}">
                    <a16:creationId xmlns:a16="http://schemas.microsoft.com/office/drawing/2014/main" id="{09A1EDE6-5FBC-40E6-8ED9-F43241F4A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3723"/>
                <a:ext cx="34" cy="34"/>
              </a:xfrm>
              <a:custGeom>
                <a:avLst/>
                <a:gdLst>
                  <a:gd name="T0" fmla="*/ 12 w 22"/>
                  <a:gd name="T1" fmla="*/ 5 h 21"/>
                  <a:gd name="T2" fmla="*/ 53 w 22"/>
                  <a:gd name="T3" fmla="*/ 81 h 21"/>
                  <a:gd name="T4" fmla="*/ 45 w 22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1">
                    <a:moveTo>
                      <a:pt x="3" y="1"/>
                    </a:moveTo>
                    <a:cubicBezTo>
                      <a:pt x="0" y="7"/>
                      <a:pt x="6" y="21"/>
                      <a:pt x="14" y="19"/>
                    </a:cubicBezTo>
                    <a:cubicBezTo>
                      <a:pt x="22" y="16"/>
                      <a:pt x="16" y="3"/>
                      <a:pt x="12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9" name="Freeform 3730">
                <a:extLst>
                  <a:ext uri="{FF2B5EF4-FFF2-40B4-BE49-F238E27FC236}">
                    <a16:creationId xmlns:a16="http://schemas.microsoft.com/office/drawing/2014/main" id="{5C38F5D6-5A64-4B0F-97AE-6C8D8409B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3738"/>
                <a:ext cx="24" cy="49"/>
              </a:xfrm>
              <a:custGeom>
                <a:avLst/>
                <a:gdLst>
                  <a:gd name="T0" fmla="*/ 0 w 16"/>
                  <a:gd name="T1" fmla="*/ 131 h 30"/>
                  <a:gd name="T2" fmla="*/ 26 w 16"/>
                  <a:gd name="T3" fmla="*/ 0 h 30"/>
                  <a:gd name="T4" fmla="*/ 14 w 16"/>
                  <a:gd name="T5" fmla="*/ 10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0" y="30"/>
                    </a:moveTo>
                    <a:cubicBezTo>
                      <a:pt x="16" y="29"/>
                      <a:pt x="14" y="10"/>
                      <a:pt x="7" y="0"/>
                    </a:cubicBezTo>
                    <a:cubicBezTo>
                      <a:pt x="9" y="9"/>
                      <a:pt x="12" y="17"/>
                      <a:pt x="4" y="25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0" name="Freeform 3731">
                <a:extLst>
                  <a:ext uri="{FF2B5EF4-FFF2-40B4-BE49-F238E27FC236}">
                    <a16:creationId xmlns:a16="http://schemas.microsoft.com/office/drawing/2014/main" id="{63E1935A-583A-49F9-BA99-98FBD2134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943"/>
                <a:ext cx="35" cy="28"/>
              </a:xfrm>
              <a:custGeom>
                <a:avLst/>
                <a:gdLst>
                  <a:gd name="T0" fmla="*/ 0 w 23"/>
                  <a:gd name="T1" fmla="*/ 76 h 17"/>
                  <a:gd name="T2" fmla="*/ 62 w 23"/>
                  <a:gd name="T3" fmla="*/ 63 h 17"/>
                  <a:gd name="T4" fmla="*/ 53 w 2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17"/>
                    </a:moveTo>
                    <a:cubicBezTo>
                      <a:pt x="4" y="17"/>
                      <a:pt x="15" y="17"/>
                      <a:pt x="18" y="14"/>
                    </a:cubicBezTo>
                    <a:cubicBezTo>
                      <a:pt x="23" y="9"/>
                      <a:pt x="21" y="2"/>
                      <a:pt x="15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1" name="Freeform 3732">
                <a:extLst>
                  <a:ext uri="{FF2B5EF4-FFF2-40B4-BE49-F238E27FC236}">
                    <a16:creationId xmlns:a16="http://schemas.microsoft.com/office/drawing/2014/main" id="{04C2E1EC-9052-4F6D-BB03-65C65F39E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919"/>
                <a:ext cx="32" cy="39"/>
              </a:xfrm>
              <a:custGeom>
                <a:avLst/>
                <a:gdLst>
                  <a:gd name="T0" fmla="*/ 0 w 21"/>
                  <a:gd name="T1" fmla="*/ 96 h 24"/>
                  <a:gd name="T2" fmla="*/ 56 w 21"/>
                  <a:gd name="T3" fmla="*/ 8 h 24"/>
                  <a:gd name="T4" fmla="*/ 35 w 21"/>
                  <a:gd name="T5" fmla="*/ 0 h 24"/>
                  <a:gd name="T6" fmla="*/ 27 w 21"/>
                  <a:gd name="T7" fmla="*/ 6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0" y="22"/>
                    </a:moveTo>
                    <a:cubicBezTo>
                      <a:pt x="13" y="24"/>
                      <a:pt x="21" y="13"/>
                      <a:pt x="16" y="2"/>
                    </a:cubicBezTo>
                    <a:cubicBezTo>
                      <a:pt x="15" y="1"/>
                      <a:pt x="11" y="0"/>
                      <a:pt x="10" y="0"/>
                    </a:cubicBezTo>
                    <a:cubicBezTo>
                      <a:pt x="12" y="6"/>
                      <a:pt x="15" y="13"/>
                      <a:pt x="8" y="16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2" name="Freeform 3733">
                <a:extLst>
                  <a:ext uri="{FF2B5EF4-FFF2-40B4-BE49-F238E27FC236}">
                    <a16:creationId xmlns:a16="http://schemas.microsoft.com/office/drawing/2014/main" id="{EBA98C5A-A5AE-4808-B0F6-7B3122FC0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934"/>
                <a:ext cx="30" cy="26"/>
              </a:xfrm>
              <a:custGeom>
                <a:avLst/>
                <a:gdLst>
                  <a:gd name="T0" fmla="*/ 0 w 20"/>
                  <a:gd name="T1" fmla="*/ 47 h 16"/>
                  <a:gd name="T2" fmla="*/ 68 w 20"/>
                  <a:gd name="T3" fmla="*/ 0 h 16"/>
                  <a:gd name="T4" fmla="*/ 54 w 20"/>
                  <a:gd name="T5" fmla="*/ 26 h 16"/>
                  <a:gd name="T6" fmla="*/ 21 w 20"/>
                  <a:gd name="T7" fmla="*/ 2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0" y="11"/>
                    </a:moveTo>
                    <a:cubicBezTo>
                      <a:pt x="13" y="13"/>
                      <a:pt x="20" y="16"/>
                      <a:pt x="20" y="0"/>
                    </a:cubicBezTo>
                    <a:cubicBezTo>
                      <a:pt x="18" y="1"/>
                      <a:pt x="16" y="5"/>
                      <a:pt x="16" y="6"/>
                    </a:cubicBezTo>
                    <a:cubicBezTo>
                      <a:pt x="13" y="7"/>
                      <a:pt x="8" y="6"/>
                      <a:pt x="6" y="7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3" name="Freeform 3734">
                <a:extLst>
                  <a:ext uri="{FF2B5EF4-FFF2-40B4-BE49-F238E27FC236}">
                    <a16:creationId xmlns:a16="http://schemas.microsoft.com/office/drawing/2014/main" id="{6654FB99-1D2F-46E9-AF14-D5EE84240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996"/>
                <a:ext cx="25" cy="41"/>
              </a:xfrm>
              <a:custGeom>
                <a:avLst/>
                <a:gdLst>
                  <a:gd name="T0" fmla="*/ 61 w 16"/>
                  <a:gd name="T1" fmla="*/ 8 h 25"/>
                  <a:gd name="T2" fmla="*/ 8 w 16"/>
                  <a:gd name="T3" fmla="*/ 80 h 25"/>
                  <a:gd name="T4" fmla="*/ 47 w 1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6" y="2"/>
                    </a:moveTo>
                    <a:cubicBezTo>
                      <a:pt x="15" y="3"/>
                      <a:pt x="5" y="25"/>
                      <a:pt x="2" y="18"/>
                    </a:cubicBezTo>
                    <a:cubicBezTo>
                      <a:pt x="0" y="15"/>
                      <a:pt x="12" y="6"/>
                      <a:pt x="12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4" name="Freeform 3735">
                <a:extLst>
                  <a:ext uri="{FF2B5EF4-FFF2-40B4-BE49-F238E27FC236}">
                    <a16:creationId xmlns:a16="http://schemas.microsoft.com/office/drawing/2014/main" id="{F6AAADB9-45D8-4822-87B4-230F8B4CD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3069"/>
                <a:ext cx="35" cy="29"/>
              </a:xfrm>
              <a:custGeom>
                <a:avLst/>
                <a:gdLst>
                  <a:gd name="T0" fmla="*/ 81 w 23"/>
                  <a:gd name="T1" fmla="*/ 0 h 18"/>
                  <a:gd name="T2" fmla="*/ 0 w 23"/>
                  <a:gd name="T3" fmla="*/ 55 h 18"/>
                  <a:gd name="T4" fmla="*/ 75 w 23"/>
                  <a:gd name="T5" fmla="*/ 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23" y="0"/>
                    </a:moveTo>
                    <a:cubicBezTo>
                      <a:pt x="21" y="18"/>
                      <a:pt x="14" y="14"/>
                      <a:pt x="0" y="13"/>
                    </a:cubicBezTo>
                    <a:cubicBezTo>
                      <a:pt x="6" y="14"/>
                      <a:pt x="22" y="7"/>
                      <a:pt x="21" y="1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5" name="Freeform 3736">
                <a:extLst>
                  <a:ext uri="{FF2B5EF4-FFF2-40B4-BE49-F238E27FC236}">
                    <a16:creationId xmlns:a16="http://schemas.microsoft.com/office/drawing/2014/main" id="{0119DB42-70E7-4CBF-AF63-CF6EED8FF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3064"/>
                <a:ext cx="26" cy="24"/>
              </a:xfrm>
              <a:custGeom>
                <a:avLst/>
                <a:gdLst>
                  <a:gd name="T0" fmla="*/ 47 w 17"/>
                  <a:gd name="T1" fmla="*/ 0 h 15"/>
                  <a:gd name="T2" fmla="*/ 49 w 17"/>
                  <a:gd name="T3" fmla="*/ 46 h 15"/>
                  <a:gd name="T4" fmla="*/ 0 w 17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13" y="0"/>
                    </a:moveTo>
                    <a:cubicBezTo>
                      <a:pt x="14" y="3"/>
                      <a:pt x="17" y="8"/>
                      <a:pt x="14" y="11"/>
                    </a:cubicBezTo>
                    <a:cubicBezTo>
                      <a:pt x="11" y="15"/>
                      <a:pt x="3" y="12"/>
                      <a:pt x="0" y="9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6" name="Freeform 3737">
                <a:extLst>
                  <a:ext uri="{FF2B5EF4-FFF2-40B4-BE49-F238E27FC236}">
                    <a16:creationId xmlns:a16="http://schemas.microsoft.com/office/drawing/2014/main" id="{EE55E98D-0AD3-41B2-A0C6-F96830086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930"/>
                <a:ext cx="26" cy="22"/>
              </a:xfrm>
              <a:custGeom>
                <a:avLst/>
                <a:gdLst>
                  <a:gd name="T0" fmla="*/ 0 w 17"/>
                  <a:gd name="T1" fmla="*/ 42 h 13"/>
                  <a:gd name="T2" fmla="*/ 54 w 17"/>
                  <a:gd name="T3" fmla="*/ 42 h 13"/>
                  <a:gd name="T4" fmla="*/ 26 w 1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0" y="9"/>
                    </a:moveTo>
                    <a:cubicBezTo>
                      <a:pt x="3" y="9"/>
                      <a:pt x="13" y="13"/>
                      <a:pt x="15" y="9"/>
                    </a:cubicBezTo>
                    <a:cubicBezTo>
                      <a:pt x="17" y="4"/>
                      <a:pt x="10" y="1"/>
                      <a:pt x="7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7" name="Freeform 3738">
                <a:extLst>
                  <a:ext uri="{FF2B5EF4-FFF2-40B4-BE49-F238E27FC236}">
                    <a16:creationId xmlns:a16="http://schemas.microsoft.com/office/drawing/2014/main" id="{1D58F8D0-013A-4572-B576-F3377BEC6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8" y="3116"/>
                <a:ext cx="28" cy="27"/>
              </a:xfrm>
              <a:custGeom>
                <a:avLst/>
                <a:gdLst>
                  <a:gd name="T0" fmla="*/ 0 w 18"/>
                  <a:gd name="T1" fmla="*/ 62 h 16"/>
                  <a:gd name="T2" fmla="*/ 53 w 18"/>
                  <a:gd name="T3" fmla="*/ 69 h 16"/>
                  <a:gd name="T4" fmla="*/ 30 w 1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13"/>
                    </a:moveTo>
                    <a:cubicBezTo>
                      <a:pt x="3" y="13"/>
                      <a:pt x="11" y="16"/>
                      <a:pt x="14" y="14"/>
                    </a:cubicBezTo>
                    <a:cubicBezTo>
                      <a:pt x="18" y="9"/>
                      <a:pt x="14" y="1"/>
                      <a:pt x="8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8" name="Freeform 3739">
                <a:extLst>
                  <a:ext uri="{FF2B5EF4-FFF2-40B4-BE49-F238E27FC236}">
                    <a16:creationId xmlns:a16="http://schemas.microsoft.com/office/drawing/2014/main" id="{6E49DF31-6FA1-40DE-A20E-CF53E08F4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5" y="3199"/>
                <a:ext cx="54" cy="31"/>
              </a:xfrm>
              <a:custGeom>
                <a:avLst/>
                <a:gdLst>
                  <a:gd name="T0" fmla="*/ 8 w 35"/>
                  <a:gd name="T1" fmla="*/ 21 h 19"/>
                  <a:gd name="T2" fmla="*/ 52 w 35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9">
                    <a:moveTo>
                      <a:pt x="2" y="5"/>
                    </a:moveTo>
                    <a:cubicBezTo>
                      <a:pt x="0" y="19"/>
                      <a:pt x="35" y="8"/>
                      <a:pt x="14" y="0"/>
                    </a:cubicBezTo>
                  </a:path>
                </a:pathLst>
              </a:custGeom>
              <a:solidFill>
                <a:srgbClr val="A85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9" name="Freeform 3740">
                <a:extLst>
                  <a:ext uri="{FF2B5EF4-FFF2-40B4-BE49-F238E27FC236}">
                    <a16:creationId xmlns:a16="http://schemas.microsoft.com/office/drawing/2014/main" id="{BB3AFE7C-ACB0-4A2A-9043-02C29890C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696"/>
                <a:ext cx="45" cy="30"/>
              </a:xfrm>
              <a:custGeom>
                <a:avLst/>
                <a:gdLst>
                  <a:gd name="T0" fmla="*/ 0 w 29"/>
                  <a:gd name="T1" fmla="*/ 83 h 18"/>
                  <a:gd name="T2" fmla="*/ 39 w 29"/>
                  <a:gd name="T3" fmla="*/ 8 h 18"/>
                  <a:gd name="T4" fmla="*/ 109 w 29"/>
                  <a:gd name="T5" fmla="*/ 63 h 18"/>
                  <a:gd name="T6" fmla="*/ 22 w 29"/>
                  <a:gd name="T7" fmla="*/ 5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8">
                    <a:moveTo>
                      <a:pt x="0" y="18"/>
                    </a:moveTo>
                    <a:cubicBezTo>
                      <a:pt x="1" y="11"/>
                      <a:pt x="1" y="4"/>
                      <a:pt x="10" y="2"/>
                    </a:cubicBezTo>
                    <a:cubicBezTo>
                      <a:pt x="21" y="0"/>
                      <a:pt x="21" y="12"/>
                      <a:pt x="29" y="14"/>
                    </a:cubicBezTo>
                    <a:cubicBezTo>
                      <a:pt x="25" y="17"/>
                      <a:pt x="13" y="9"/>
                      <a:pt x="6" y="12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0" name="Freeform 3741">
                <a:extLst>
                  <a:ext uri="{FF2B5EF4-FFF2-40B4-BE49-F238E27FC236}">
                    <a16:creationId xmlns:a16="http://schemas.microsoft.com/office/drawing/2014/main" id="{8E5054EC-7948-4AEB-8A0D-8A9CEEB25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2762"/>
                <a:ext cx="40" cy="31"/>
              </a:xfrm>
              <a:custGeom>
                <a:avLst/>
                <a:gdLst>
                  <a:gd name="T0" fmla="*/ 22 w 26"/>
                  <a:gd name="T1" fmla="*/ 83 h 19"/>
                  <a:gd name="T2" fmla="*/ 95 w 26"/>
                  <a:gd name="T3" fmla="*/ 54 h 19"/>
                  <a:gd name="T4" fmla="*/ 43 w 26"/>
                  <a:gd name="T5" fmla="*/ 6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9">
                    <a:moveTo>
                      <a:pt x="6" y="19"/>
                    </a:moveTo>
                    <a:cubicBezTo>
                      <a:pt x="0" y="6"/>
                      <a:pt x="21" y="0"/>
                      <a:pt x="26" y="12"/>
                    </a:cubicBezTo>
                    <a:cubicBezTo>
                      <a:pt x="21" y="9"/>
                      <a:pt x="14" y="9"/>
                      <a:pt x="12" y="15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1" name="Freeform 3742">
                <a:extLst>
                  <a:ext uri="{FF2B5EF4-FFF2-40B4-BE49-F238E27FC236}">
                    <a16:creationId xmlns:a16="http://schemas.microsoft.com/office/drawing/2014/main" id="{01271629-5BFC-404A-88F1-546D6528B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2927"/>
                <a:ext cx="41" cy="23"/>
              </a:xfrm>
              <a:custGeom>
                <a:avLst/>
                <a:gdLst>
                  <a:gd name="T0" fmla="*/ 0 w 27"/>
                  <a:gd name="T1" fmla="*/ 49 h 14"/>
                  <a:gd name="T2" fmla="*/ 94 w 27"/>
                  <a:gd name="T3" fmla="*/ 62 h 14"/>
                  <a:gd name="T4" fmla="*/ 35 w 27"/>
                  <a:gd name="T5" fmla="*/ 4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4">
                    <a:moveTo>
                      <a:pt x="0" y="11"/>
                    </a:moveTo>
                    <a:cubicBezTo>
                      <a:pt x="10" y="2"/>
                      <a:pt x="21" y="0"/>
                      <a:pt x="27" y="14"/>
                    </a:cubicBezTo>
                    <a:cubicBezTo>
                      <a:pt x="22" y="12"/>
                      <a:pt x="16" y="9"/>
                      <a:pt x="10" y="9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2" name="Freeform 3743">
                <a:extLst>
                  <a:ext uri="{FF2B5EF4-FFF2-40B4-BE49-F238E27FC236}">
                    <a16:creationId xmlns:a16="http://schemas.microsoft.com/office/drawing/2014/main" id="{609B37A0-0D9C-4A9F-BE6F-3F4E3EBDC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467"/>
                <a:ext cx="31" cy="32"/>
              </a:xfrm>
              <a:custGeom>
                <a:avLst/>
                <a:gdLst>
                  <a:gd name="T0" fmla="*/ 0 w 20"/>
                  <a:gd name="T1" fmla="*/ 91 h 19"/>
                  <a:gd name="T2" fmla="*/ 74 w 20"/>
                  <a:gd name="T3" fmla="*/ 83 h 19"/>
                  <a:gd name="T4" fmla="*/ 26 w 20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0" y="19"/>
                    </a:moveTo>
                    <a:cubicBezTo>
                      <a:pt x="4" y="0"/>
                      <a:pt x="10" y="8"/>
                      <a:pt x="20" y="17"/>
                    </a:cubicBezTo>
                    <a:cubicBezTo>
                      <a:pt x="15" y="17"/>
                      <a:pt x="11" y="15"/>
                      <a:pt x="7" y="14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3" name="Freeform 3744">
                <a:extLst>
                  <a:ext uri="{FF2B5EF4-FFF2-40B4-BE49-F238E27FC236}">
                    <a16:creationId xmlns:a16="http://schemas.microsoft.com/office/drawing/2014/main" id="{34F983D1-58A0-4ECA-9F77-1B9F71377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563"/>
                <a:ext cx="20" cy="31"/>
              </a:xfrm>
              <a:custGeom>
                <a:avLst/>
                <a:gdLst>
                  <a:gd name="T0" fmla="*/ 0 w 13"/>
                  <a:gd name="T1" fmla="*/ 83 h 19"/>
                  <a:gd name="T2" fmla="*/ 48 w 13"/>
                  <a:gd name="T3" fmla="*/ 18 h 19"/>
                  <a:gd name="T4" fmla="*/ 14 w 13"/>
                  <a:gd name="T5" fmla="*/ 4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19"/>
                    </a:moveTo>
                    <a:cubicBezTo>
                      <a:pt x="0" y="10"/>
                      <a:pt x="0" y="0"/>
                      <a:pt x="13" y="4"/>
                    </a:cubicBezTo>
                    <a:cubicBezTo>
                      <a:pt x="9" y="6"/>
                      <a:pt x="6" y="8"/>
                      <a:pt x="4" y="11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4" name="Freeform 3745">
                <a:extLst>
                  <a:ext uri="{FF2B5EF4-FFF2-40B4-BE49-F238E27FC236}">
                    <a16:creationId xmlns:a16="http://schemas.microsoft.com/office/drawing/2014/main" id="{E12AC0E9-8509-461C-AA53-EEDC512B3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915"/>
                <a:ext cx="27" cy="20"/>
              </a:xfrm>
              <a:custGeom>
                <a:avLst/>
                <a:gdLst>
                  <a:gd name="T0" fmla="*/ 14 w 18"/>
                  <a:gd name="T1" fmla="*/ 55 h 12"/>
                  <a:gd name="T2" fmla="*/ 62 w 18"/>
                  <a:gd name="T3" fmla="*/ 8 h 12"/>
                  <a:gd name="T4" fmla="*/ 21 w 18"/>
                  <a:gd name="T5" fmla="*/ 5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4" y="12"/>
                    </a:moveTo>
                    <a:cubicBezTo>
                      <a:pt x="0" y="0"/>
                      <a:pt x="9" y="1"/>
                      <a:pt x="18" y="2"/>
                    </a:cubicBezTo>
                    <a:cubicBezTo>
                      <a:pt x="15" y="4"/>
                      <a:pt x="3" y="5"/>
                      <a:pt x="6" y="11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5" name="Freeform 3746">
                <a:extLst>
                  <a:ext uri="{FF2B5EF4-FFF2-40B4-BE49-F238E27FC236}">
                    <a16:creationId xmlns:a16="http://schemas.microsoft.com/office/drawing/2014/main" id="{24908A87-6B25-4C4F-8086-FA1A3D6DC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940"/>
                <a:ext cx="21" cy="22"/>
              </a:xfrm>
              <a:custGeom>
                <a:avLst/>
                <a:gdLst>
                  <a:gd name="T0" fmla="*/ 0 w 14"/>
                  <a:gd name="T1" fmla="*/ 49 h 13"/>
                  <a:gd name="T2" fmla="*/ 48 w 14"/>
                  <a:gd name="T3" fmla="*/ 63 h 13"/>
                  <a:gd name="T4" fmla="*/ 12 w 14"/>
                  <a:gd name="T5" fmla="*/ 5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10"/>
                    </a:moveTo>
                    <a:cubicBezTo>
                      <a:pt x="0" y="0"/>
                      <a:pt x="11" y="9"/>
                      <a:pt x="14" y="13"/>
                    </a:cubicBezTo>
                    <a:cubicBezTo>
                      <a:pt x="10" y="11"/>
                      <a:pt x="6" y="11"/>
                      <a:pt x="3" y="12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6" name="Freeform 3747">
                <a:extLst>
                  <a:ext uri="{FF2B5EF4-FFF2-40B4-BE49-F238E27FC236}">
                    <a16:creationId xmlns:a16="http://schemas.microsoft.com/office/drawing/2014/main" id="{19E5E7A2-7B4D-4A8F-AD9F-C4E260B85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2960"/>
                <a:ext cx="47" cy="33"/>
              </a:xfrm>
              <a:custGeom>
                <a:avLst/>
                <a:gdLst>
                  <a:gd name="T0" fmla="*/ 47 w 30"/>
                  <a:gd name="T1" fmla="*/ 84 h 20"/>
                  <a:gd name="T2" fmla="*/ 116 w 30"/>
                  <a:gd name="T3" fmla="*/ 0 h 20"/>
                  <a:gd name="T4" fmla="*/ 61 w 30"/>
                  <a:gd name="T5" fmla="*/ 8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0">
                    <a:moveTo>
                      <a:pt x="12" y="19"/>
                    </a:moveTo>
                    <a:cubicBezTo>
                      <a:pt x="0" y="13"/>
                      <a:pt x="26" y="4"/>
                      <a:pt x="30" y="0"/>
                    </a:cubicBezTo>
                    <a:cubicBezTo>
                      <a:pt x="26" y="6"/>
                      <a:pt x="13" y="13"/>
                      <a:pt x="16" y="20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7" name="Freeform 3748">
                <a:extLst>
                  <a:ext uri="{FF2B5EF4-FFF2-40B4-BE49-F238E27FC236}">
                    <a16:creationId xmlns:a16="http://schemas.microsoft.com/office/drawing/2014/main" id="{2C859E0F-01B3-4AE6-8FE2-238045B30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3006"/>
                <a:ext cx="28" cy="28"/>
              </a:xfrm>
              <a:custGeom>
                <a:avLst/>
                <a:gdLst>
                  <a:gd name="T0" fmla="*/ 30 w 18"/>
                  <a:gd name="T1" fmla="*/ 76 h 17"/>
                  <a:gd name="T2" fmla="*/ 68 w 18"/>
                  <a:gd name="T3" fmla="*/ 68 h 17"/>
                  <a:gd name="T4" fmla="*/ 34 w 18"/>
                  <a:gd name="T5" fmla="*/ 6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8" y="17"/>
                    </a:moveTo>
                    <a:cubicBezTo>
                      <a:pt x="0" y="11"/>
                      <a:pt x="14" y="0"/>
                      <a:pt x="18" y="15"/>
                    </a:cubicBezTo>
                    <a:cubicBezTo>
                      <a:pt x="15" y="13"/>
                      <a:pt x="11" y="13"/>
                      <a:pt x="9" y="14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8" name="Freeform 3749">
                <a:extLst>
                  <a:ext uri="{FF2B5EF4-FFF2-40B4-BE49-F238E27FC236}">
                    <a16:creationId xmlns:a16="http://schemas.microsoft.com/office/drawing/2014/main" id="{F7367A86-C5EE-4B06-BEC9-AB23908FA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4" y="3083"/>
                <a:ext cx="25" cy="15"/>
              </a:xfrm>
              <a:custGeom>
                <a:avLst/>
                <a:gdLst>
                  <a:gd name="T0" fmla="*/ 8 w 16"/>
                  <a:gd name="T1" fmla="*/ 42 h 9"/>
                  <a:gd name="T2" fmla="*/ 0 w 16"/>
                  <a:gd name="T3" fmla="*/ 0 h 9"/>
                  <a:gd name="T4" fmla="*/ 61 w 16"/>
                  <a:gd name="T5" fmla="*/ 22 h 9"/>
                  <a:gd name="T6" fmla="*/ 14 w 16"/>
                  <a:gd name="T7" fmla="*/ 3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2" y="9"/>
                    </a:moveTo>
                    <a:cubicBezTo>
                      <a:pt x="0" y="7"/>
                      <a:pt x="0" y="4"/>
                      <a:pt x="0" y="0"/>
                    </a:cubicBezTo>
                    <a:cubicBezTo>
                      <a:pt x="6" y="1"/>
                      <a:pt x="11" y="2"/>
                      <a:pt x="16" y="5"/>
                    </a:cubicBezTo>
                    <a:cubicBezTo>
                      <a:pt x="12" y="4"/>
                      <a:pt x="6" y="4"/>
                      <a:pt x="4" y="8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9" name="Freeform 3750">
                <a:extLst>
                  <a:ext uri="{FF2B5EF4-FFF2-40B4-BE49-F238E27FC236}">
                    <a16:creationId xmlns:a16="http://schemas.microsoft.com/office/drawing/2014/main" id="{90B0313C-54D6-41AA-B46A-F720936AF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7" y="3143"/>
                <a:ext cx="28" cy="16"/>
              </a:xfrm>
              <a:custGeom>
                <a:avLst/>
                <a:gdLst>
                  <a:gd name="T0" fmla="*/ 26 w 18"/>
                  <a:gd name="T1" fmla="*/ 42 h 10"/>
                  <a:gd name="T2" fmla="*/ 22 w 18"/>
                  <a:gd name="T3" fmla="*/ 5 h 10"/>
                  <a:gd name="T4" fmla="*/ 68 w 18"/>
                  <a:gd name="T5" fmla="*/ 42 h 10"/>
                  <a:gd name="T6" fmla="*/ 22 w 18"/>
                  <a:gd name="T7" fmla="*/ 2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7" y="10"/>
                    </a:moveTo>
                    <a:cubicBezTo>
                      <a:pt x="4" y="9"/>
                      <a:pt x="0" y="1"/>
                      <a:pt x="6" y="1"/>
                    </a:cubicBezTo>
                    <a:cubicBezTo>
                      <a:pt x="10" y="0"/>
                      <a:pt x="15" y="8"/>
                      <a:pt x="18" y="10"/>
                    </a:cubicBezTo>
                    <a:cubicBezTo>
                      <a:pt x="14" y="10"/>
                      <a:pt x="10" y="8"/>
                      <a:pt x="6" y="7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0" name="Freeform 3751">
                <a:extLst>
                  <a:ext uri="{FF2B5EF4-FFF2-40B4-BE49-F238E27FC236}">
                    <a16:creationId xmlns:a16="http://schemas.microsoft.com/office/drawing/2014/main" id="{633688C8-95D0-4995-B4AE-305640423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499"/>
                <a:ext cx="22" cy="16"/>
              </a:xfrm>
              <a:custGeom>
                <a:avLst/>
                <a:gdLst>
                  <a:gd name="T0" fmla="*/ 14 w 14"/>
                  <a:gd name="T1" fmla="*/ 35 h 10"/>
                  <a:gd name="T2" fmla="*/ 55 w 14"/>
                  <a:gd name="T3" fmla="*/ 35 h 10"/>
                  <a:gd name="T4" fmla="*/ 14 w 14"/>
                  <a:gd name="T5" fmla="*/ 3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4" y="9"/>
                    </a:moveTo>
                    <a:cubicBezTo>
                      <a:pt x="0" y="0"/>
                      <a:pt x="12" y="0"/>
                      <a:pt x="14" y="9"/>
                    </a:cubicBezTo>
                    <a:cubicBezTo>
                      <a:pt x="11" y="10"/>
                      <a:pt x="7" y="9"/>
                      <a:pt x="4" y="8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1" name="Freeform 3752">
                <a:extLst>
                  <a:ext uri="{FF2B5EF4-FFF2-40B4-BE49-F238E27FC236}">
                    <a16:creationId xmlns:a16="http://schemas.microsoft.com/office/drawing/2014/main" id="{7E7F6566-833E-4F7A-9807-82EBA8DFF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3659"/>
                <a:ext cx="31" cy="24"/>
              </a:xfrm>
              <a:custGeom>
                <a:avLst/>
                <a:gdLst>
                  <a:gd name="T0" fmla="*/ 0 w 20"/>
                  <a:gd name="T1" fmla="*/ 34 h 15"/>
                  <a:gd name="T2" fmla="*/ 39 w 20"/>
                  <a:gd name="T3" fmla="*/ 0 h 15"/>
                  <a:gd name="T4" fmla="*/ 74 w 20"/>
                  <a:gd name="T5" fmla="*/ 61 h 15"/>
                  <a:gd name="T6" fmla="*/ 19 w 20"/>
                  <a:gd name="T7" fmla="*/ 29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0" y="8"/>
                    </a:moveTo>
                    <a:cubicBezTo>
                      <a:pt x="3" y="6"/>
                      <a:pt x="7" y="3"/>
                      <a:pt x="10" y="0"/>
                    </a:cubicBezTo>
                    <a:cubicBezTo>
                      <a:pt x="15" y="4"/>
                      <a:pt x="19" y="9"/>
                      <a:pt x="20" y="15"/>
                    </a:cubicBezTo>
                    <a:cubicBezTo>
                      <a:pt x="15" y="12"/>
                      <a:pt x="11" y="8"/>
                      <a:pt x="5" y="7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2" name="Freeform 3753">
                <a:extLst>
                  <a:ext uri="{FF2B5EF4-FFF2-40B4-BE49-F238E27FC236}">
                    <a16:creationId xmlns:a16="http://schemas.microsoft.com/office/drawing/2014/main" id="{9CD8193D-C3FF-4C87-B02D-1247197DD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3319"/>
                <a:ext cx="21" cy="26"/>
              </a:xfrm>
              <a:custGeom>
                <a:avLst/>
                <a:gdLst>
                  <a:gd name="T0" fmla="*/ 0 w 14"/>
                  <a:gd name="T1" fmla="*/ 68 h 16"/>
                  <a:gd name="T2" fmla="*/ 48 w 14"/>
                  <a:gd name="T3" fmla="*/ 68 h 16"/>
                  <a:gd name="T4" fmla="*/ 26 w 14"/>
                  <a:gd name="T5" fmla="*/ 4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6"/>
                    </a:moveTo>
                    <a:cubicBezTo>
                      <a:pt x="2" y="3"/>
                      <a:pt x="13" y="0"/>
                      <a:pt x="14" y="16"/>
                    </a:cubicBezTo>
                    <a:cubicBezTo>
                      <a:pt x="13" y="12"/>
                      <a:pt x="11" y="11"/>
                      <a:pt x="7" y="10"/>
                    </a:cubicBezTo>
                  </a:path>
                </a:pathLst>
              </a:custGeom>
              <a:solidFill>
                <a:srgbClr val="D5B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3" name="Freeform 3754">
                <a:extLst>
                  <a:ext uri="{FF2B5EF4-FFF2-40B4-BE49-F238E27FC236}">
                    <a16:creationId xmlns:a16="http://schemas.microsoft.com/office/drawing/2014/main" id="{AA6AC53A-915F-4EFB-9A74-57DE12657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3293"/>
                <a:ext cx="45" cy="69"/>
              </a:xfrm>
              <a:custGeom>
                <a:avLst/>
                <a:gdLst>
                  <a:gd name="T0" fmla="*/ 104 w 29"/>
                  <a:gd name="T1" fmla="*/ 0 h 42"/>
                  <a:gd name="T2" fmla="*/ 45 w 29"/>
                  <a:gd name="T3" fmla="*/ 41 h 42"/>
                  <a:gd name="T4" fmla="*/ 19 w 29"/>
                  <a:gd name="T5" fmla="*/ 186 h 42"/>
                  <a:gd name="T6" fmla="*/ 109 w 29"/>
                  <a:gd name="T7" fmla="*/ 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2">
                    <a:moveTo>
                      <a:pt x="28" y="0"/>
                    </a:moveTo>
                    <a:cubicBezTo>
                      <a:pt x="22" y="2"/>
                      <a:pt x="16" y="4"/>
                      <a:pt x="12" y="9"/>
                    </a:cubicBezTo>
                    <a:cubicBezTo>
                      <a:pt x="6" y="16"/>
                      <a:pt x="0" y="34"/>
                      <a:pt x="5" y="42"/>
                    </a:cubicBezTo>
                    <a:cubicBezTo>
                      <a:pt x="11" y="28"/>
                      <a:pt x="15" y="10"/>
                      <a:pt x="2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4" name="Freeform 3755">
                <a:extLst>
                  <a:ext uri="{FF2B5EF4-FFF2-40B4-BE49-F238E27FC236}">
                    <a16:creationId xmlns:a16="http://schemas.microsoft.com/office/drawing/2014/main" id="{6C488B2D-F123-4CD9-B09D-4B6113503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3220"/>
                <a:ext cx="39" cy="28"/>
              </a:xfrm>
              <a:custGeom>
                <a:avLst/>
                <a:gdLst>
                  <a:gd name="T0" fmla="*/ 0 w 25"/>
                  <a:gd name="T1" fmla="*/ 76 h 17"/>
                  <a:gd name="T2" fmla="*/ 95 w 2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7">
                    <a:moveTo>
                      <a:pt x="0" y="17"/>
                    </a:moveTo>
                    <a:cubicBezTo>
                      <a:pt x="7" y="10"/>
                      <a:pt x="16" y="3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5" name="Freeform 3756">
                <a:extLst>
                  <a:ext uri="{FF2B5EF4-FFF2-40B4-BE49-F238E27FC236}">
                    <a16:creationId xmlns:a16="http://schemas.microsoft.com/office/drawing/2014/main" id="{C91872F5-30A4-4637-A4BD-B0B1C1783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3174"/>
                <a:ext cx="68" cy="10"/>
              </a:xfrm>
              <a:custGeom>
                <a:avLst/>
                <a:gdLst>
                  <a:gd name="T0" fmla="*/ 0 w 44"/>
                  <a:gd name="T1" fmla="*/ 13 h 6"/>
                  <a:gd name="T2" fmla="*/ 82 w 44"/>
                  <a:gd name="T3" fmla="*/ 13 h 6"/>
                  <a:gd name="T4" fmla="*/ 162 w 44"/>
                  <a:gd name="T5" fmla="*/ 28 h 6"/>
                  <a:gd name="T6" fmla="*/ 45 w 44"/>
                  <a:gd name="T7" fmla="*/ 2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6">
                    <a:moveTo>
                      <a:pt x="0" y="3"/>
                    </a:moveTo>
                    <a:cubicBezTo>
                      <a:pt x="7" y="2"/>
                      <a:pt x="15" y="3"/>
                      <a:pt x="22" y="3"/>
                    </a:cubicBezTo>
                    <a:cubicBezTo>
                      <a:pt x="29" y="3"/>
                      <a:pt x="39" y="1"/>
                      <a:pt x="44" y="6"/>
                    </a:cubicBezTo>
                    <a:cubicBezTo>
                      <a:pt x="34" y="5"/>
                      <a:pt x="22" y="0"/>
                      <a:pt x="1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6" name="Freeform 3757">
                <a:extLst>
                  <a:ext uri="{FF2B5EF4-FFF2-40B4-BE49-F238E27FC236}">
                    <a16:creationId xmlns:a16="http://schemas.microsoft.com/office/drawing/2014/main" id="{CDC89CE9-FD38-4761-BCD9-864E119A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3301"/>
                <a:ext cx="43" cy="35"/>
              </a:xfrm>
              <a:custGeom>
                <a:avLst/>
                <a:gdLst>
                  <a:gd name="T0" fmla="*/ 28 w 28"/>
                  <a:gd name="T1" fmla="*/ 70 h 21"/>
                  <a:gd name="T2" fmla="*/ 0 w 28"/>
                  <a:gd name="T3" fmla="*/ 0 h 21"/>
                  <a:gd name="T4" fmla="*/ 101 w 28"/>
                  <a:gd name="T5" fmla="*/ 97 h 21"/>
                  <a:gd name="T6" fmla="*/ 48 w 28"/>
                  <a:gd name="T7" fmla="*/ 5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1">
                    <a:moveTo>
                      <a:pt x="8" y="15"/>
                    </a:moveTo>
                    <a:cubicBezTo>
                      <a:pt x="5" y="11"/>
                      <a:pt x="2" y="5"/>
                      <a:pt x="0" y="0"/>
                    </a:cubicBezTo>
                    <a:cubicBezTo>
                      <a:pt x="7" y="1"/>
                      <a:pt x="27" y="14"/>
                      <a:pt x="28" y="21"/>
                    </a:cubicBezTo>
                    <a:cubicBezTo>
                      <a:pt x="23" y="19"/>
                      <a:pt x="18" y="13"/>
                      <a:pt x="1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7" name="Freeform 3758">
                <a:extLst>
                  <a:ext uri="{FF2B5EF4-FFF2-40B4-BE49-F238E27FC236}">
                    <a16:creationId xmlns:a16="http://schemas.microsoft.com/office/drawing/2014/main" id="{2F9B8552-D89D-4C0A-B60D-5D60C50D7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0" y="3327"/>
                <a:ext cx="51" cy="20"/>
              </a:xfrm>
              <a:custGeom>
                <a:avLst/>
                <a:gdLst>
                  <a:gd name="T0" fmla="*/ 0 w 33"/>
                  <a:gd name="T1" fmla="*/ 0 h 12"/>
                  <a:gd name="T2" fmla="*/ 122 w 33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11" y="3"/>
                      <a:pt x="25" y="3"/>
                      <a:pt x="33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8" name="Freeform 3759">
                <a:extLst>
                  <a:ext uri="{FF2B5EF4-FFF2-40B4-BE49-F238E27FC236}">
                    <a16:creationId xmlns:a16="http://schemas.microsoft.com/office/drawing/2014/main" id="{7631C34C-DD89-4639-B9EA-AEDDE9CAA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3464"/>
                <a:ext cx="51" cy="23"/>
              </a:xfrm>
              <a:custGeom>
                <a:avLst/>
                <a:gdLst>
                  <a:gd name="T0" fmla="*/ 0 w 33"/>
                  <a:gd name="T1" fmla="*/ 0 h 14"/>
                  <a:gd name="T2" fmla="*/ 122 w 33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cubicBezTo>
                      <a:pt x="12" y="5"/>
                      <a:pt x="23" y="7"/>
                      <a:pt x="33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9" name="Freeform 3760">
                <a:extLst>
                  <a:ext uri="{FF2B5EF4-FFF2-40B4-BE49-F238E27FC236}">
                    <a16:creationId xmlns:a16="http://schemas.microsoft.com/office/drawing/2014/main" id="{28E4B805-8C98-49D2-80D0-6A7F0F3D2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3469"/>
                <a:ext cx="14" cy="43"/>
              </a:xfrm>
              <a:custGeom>
                <a:avLst/>
                <a:gdLst>
                  <a:gd name="T0" fmla="*/ 22 w 9"/>
                  <a:gd name="T1" fmla="*/ 5 h 26"/>
                  <a:gd name="T2" fmla="*/ 26 w 9"/>
                  <a:gd name="T3" fmla="*/ 117 h 26"/>
                  <a:gd name="T4" fmla="*/ 34 w 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6">
                    <a:moveTo>
                      <a:pt x="6" y="1"/>
                    </a:moveTo>
                    <a:cubicBezTo>
                      <a:pt x="4" y="10"/>
                      <a:pt x="0" y="18"/>
                      <a:pt x="7" y="26"/>
                    </a:cubicBezTo>
                    <a:cubicBezTo>
                      <a:pt x="7" y="18"/>
                      <a:pt x="6" y="8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0" name="Freeform 3761">
                <a:extLst>
                  <a:ext uri="{FF2B5EF4-FFF2-40B4-BE49-F238E27FC236}">
                    <a16:creationId xmlns:a16="http://schemas.microsoft.com/office/drawing/2014/main" id="{E48E420D-F306-4614-81BF-49B61BF64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3401"/>
                <a:ext cx="20" cy="58"/>
              </a:xfrm>
              <a:custGeom>
                <a:avLst/>
                <a:gdLst>
                  <a:gd name="T0" fmla="*/ 18 w 13"/>
                  <a:gd name="T1" fmla="*/ 8 h 35"/>
                  <a:gd name="T2" fmla="*/ 26 w 13"/>
                  <a:gd name="T3" fmla="*/ 159 h 35"/>
                  <a:gd name="T4" fmla="*/ 22 w 13"/>
                  <a:gd name="T5" fmla="*/ 113 h 35"/>
                  <a:gd name="T6" fmla="*/ 28 w 13"/>
                  <a:gd name="T7" fmla="*/ 33 h 35"/>
                  <a:gd name="T8" fmla="*/ 26 w 13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5">
                    <a:moveTo>
                      <a:pt x="5" y="2"/>
                    </a:moveTo>
                    <a:cubicBezTo>
                      <a:pt x="3" y="10"/>
                      <a:pt x="0" y="30"/>
                      <a:pt x="7" y="35"/>
                    </a:cubicBezTo>
                    <a:cubicBezTo>
                      <a:pt x="8" y="32"/>
                      <a:pt x="6" y="28"/>
                      <a:pt x="6" y="25"/>
                    </a:cubicBezTo>
                    <a:cubicBezTo>
                      <a:pt x="5" y="19"/>
                      <a:pt x="6" y="13"/>
                      <a:pt x="8" y="7"/>
                    </a:cubicBezTo>
                    <a:cubicBezTo>
                      <a:pt x="8" y="4"/>
                      <a:pt x="13" y="2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1" name="Freeform 3762">
                <a:extLst>
                  <a:ext uri="{FF2B5EF4-FFF2-40B4-BE49-F238E27FC236}">
                    <a16:creationId xmlns:a16="http://schemas.microsoft.com/office/drawing/2014/main" id="{BA3B3E29-36EE-4A0E-BE69-A0F476617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349"/>
                <a:ext cx="29" cy="61"/>
              </a:xfrm>
              <a:custGeom>
                <a:avLst/>
                <a:gdLst>
                  <a:gd name="T0" fmla="*/ 0 w 19"/>
                  <a:gd name="T1" fmla="*/ 167 h 37"/>
                  <a:gd name="T2" fmla="*/ 35 w 19"/>
                  <a:gd name="T3" fmla="*/ 41 h 37"/>
                  <a:gd name="T4" fmla="*/ 63 w 19"/>
                  <a:gd name="T5" fmla="*/ 54 h 37"/>
                  <a:gd name="T6" fmla="*/ 56 w 19"/>
                  <a:gd name="T7" fmla="*/ 43 h 37"/>
                  <a:gd name="T8" fmla="*/ 40 w 19"/>
                  <a:gd name="T9" fmla="*/ 7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7">
                    <a:moveTo>
                      <a:pt x="0" y="37"/>
                    </a:moveTo>
                    <a:cubicBezTo>
                      <a:pt x="4" y="28"/>
                      <a:pt x="5" y="17"/>
                      <a:pt x="10" y="9"/>
                    </a:cubicBezTo>
                    <a:cubicBezTo>
                      <a:pt x="15" y="0"/>
                      <a:pt x="19" y="3"/>
                      <a:pt x="18" y="12"/>
                    </a:cubicBezTo>
                    <a:cubicBezTo>
                      <a:pt x="17" y="11"/>
                      <a:pt x="16" y="10"/>
                      <a:pt x="16" y="10"/>
                    </a:cubicBezTo>
                    <a:cubicBezTo>
                      <a:pt x="13" y="10"/>
                      <a:pt x="11" y="13"/>
                      <a:pt x="1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2" name="Freeform 3763">
                <a:extLst>
                  <a:ext uri="{FF2B5EF4-FFF2-40B4-BE49-F238E27FC236}">
                    <a16:creationId xmlns:a16="http://schemas.microsoft.com/office/drawing/2014/main" id="{1B694A96-5270-4813-BA5A-303DF4CE9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3639"/>
                <a:ext cx="34" cy="38"/>
              </a:xfrm>
              <a:custGeom>
                <a:avLst/>
                <a:gdLst>
                  <a:gd name="T0" fmla="*/ 19 w 22"/>
                  <a:gd name="T1" fmla="*/ 68 h 23"/>
                  <a:gd name="T2" fmla="*/ 12 w 22"/>
                  <a:gd name="T3" fmla="*/ 0 h 23"/>
                  <a:gd name="T4" fmla="*/ 45 w 22"/>
                  <a:gd name="T5" fmla="*/ 50 h 23"/>
                  <a:gd name="T6" fmla="*/ 82 w 22"/>
                  <a:gd name="T7" fmla="*/ 104 h 23"/>
                  <a:gd name="T8" fmla="*/ 29 w 22"/>
                  <a:gd name="T9" fmla="*/ 5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5" y="15"/>
                    </a:moveTo>
                    <a:cubicBezTo>
                      <a:pt x="2" y="11"/>
                      <a:pt x="0" y="4"/>
                      <a:pt x="3" y="0"/>
                    </a:cubicBezTo>
                    <a:cubicBezTo>
                      <a:pt x="7" y="3"/>
                      <a:pt x="9" y="7"/>
                      <a:pt x="12" y="11"/>
                    </a:cubicBezTo>
                    <a:cubicBezTo>
                      <a:pt x="14" y="14"/>
                      <a:pt x="21" y="20"/>
                      <a:pt x="22" y="23"/>
                    </a:cubicBezTo>
                    <a:cubicBezTo>
                      <a:pt x="17" y="20"/>
                      <a:pt x="13" y="13"/>
                      <a:pt x="8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3" name="Freeform 3764">
                <a:extLst>
                  <a:ext uri="{FF2B5EF4-FFF2-40B4-BE49-F238E27FC236}">
                    <a16:creationId xmlns:a16="http://schemas.microsoft.com/office/drawing/2014/main" id="{DB9F77D4-4889-4C84-9318-197B9389A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3617"/>
                <a:ext cx="34" cy="45"/>
              </a:xfrm>
              <a:custGeom>
                <a:avLst/>
                <a:gdLst>
                  <a:gd name="T0" fmla="*/ 40 w 22"/>
                  <a:gd name="T1" fmla="*/ 5 h 27"/>
                  <a:gd name="T2" fmla="*/ 12 w 22"/>
                  <a:gd name="T3" fmla="*/ 125 h 27"/>
                  <a:gd name="T4" fmla="*/ 26 w 22"/>
                  <a:gd name="T5" fmla="*/ 92 h 27"/>
                  <a:gd name="T6" fmla="*/ 60 w 22"/>
                  <a:gd name="T7" fmla="*/ 42 h 27"/>
                  <a:gd name="T8" fmla="*/ 60 w 22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7">
                    <a:moveTo>
                      <a:pt x="11" y="1"/>
                    </a:moveTo>
                    <a:cubicBezTo>
                      <a:pt x="7" y="7"/>
                      <a:pt x="0" y="20"/>
                      <a:pt x="3" y="27"/>
                    </a:cubicBezTo>
                    <a:cubicBezTo>
                      <a:pt x="6" y="25"/>
                      <a:pt x="6" y="23"/>
                      <a:pt x="7" y="20"/>
                    </a:cubicBezTo>
                    <a:cubicBezTo>
                      <a:pt x="10" y="15"/>
                      <a:pt x="12" y="12"/>
                      <a:pt x="16" y="9"/>
                    </a:cubicBezTo>
                    <a:cubicBezTo>
                      <a:pt x="20" y="5"/>
                      <a:pt x="22" y="6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4" name="Freeform 3765">
                <a:extLst>
                  <a:ext uri="{FF2B5EF4-FFF2-40B4-BE49-F238E27FC236}">
                    <a16:creationId xmlns:a16="http://schemas.microsoft.com/office/drawing/2014/main" id="{AB729D98-5BCE-426A-9750-25DE4CC42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3369"/>
                <a:ext cx="37" cy="37"/>
              </a:xfrm>
              <a:custGeom>
                <a:avLst/>
                <a:gdLst>
                  <a:gd name="T0" fmla="*/ 8 w 24"/>
                  <a:gd name="T1" fmla="*/ 68 h 23"/>
                  <a:gd name="T2" fmla="*/ 88 w 24"/>
                  <a:gd name="T3" fmla="*/ 21 h 23"/>
                  <a:gd name="T4" fmla="*/ 14 w 24"/>
                  <a:gd name="T5" fmla="*/ 97 h 23"/>
                  <a:gd name="T6" fmla="*/ 0 w 24"/>
                  <a:gd name="T7" fmla="*/ 6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2" y="16"/>
                    </a:moveTo>
                    <a:cubicBezTo>
                      <a:pt x="8" y="10"/>
                      <a:pt x="14" y="0"/>
                      <a:pt x="24" y="5"/>
                    </a:cubicBezTo>
                    <a:cubicBezTo>
                      <a:pt x="14" y="11"/>
                      <a:pt x="9" y="14"/>
                      <a:pt x="4" y="23"/>
                    </a:cubicBezTo>
                    <a:cubicBezTo>
                      <a:pt x="3" y="22"/>
                      <a:pt x="1" y="19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5" name="Freeform 3766">
                <a:extLst>
                  <a:ext uri="{FF2B5EF4-FFF2-40B4-BE49-F238E27FC236}">
                    <a16:creationId xmlns:a16="http://schemas.microsoft.com/office/drawing/2014/main" id="{8856E94E-7233-44AD-8675-1D1365D2F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3341"/>
                <a:ext cx="50" cy="52"/>
              </a:xfrm>
              <a:custGeom>
                <a:avLst/>
                <a:gdLst>
                  <a:gd name="T0" fmla="*/ 95 w 32"/>
                  <a:gd name="T1" fmla="*/ 0 h 32"/>
                  <a:gd name="T2" fmla="*/ 117 w 32"/>
                  <a:gd name="T3" fmla="*/ 76 h 32"/>
                  <a:gd name="T4" fmla="*/ 0 w 32"/>
                  <a:gd name="T5" fmla="*/ 138 h 32"/>
                  <a:gd name="T6" fmla="*/ 95 w 32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2">
                    <a:moveTo>
                      <a:pt x="25" y="0"/>
                    </a:moveTo>
                    <a:cubicBezTo>
                      <a:pt x="27" y="6"/>
                      <a:pt x="32" y="12"/>
                      <a:pt x="31" y="18"/>
                    </a:cubicBezTo>
                    <a:cubicBezTo>
                      <a:pt x="19" y="16"/>
                      <a:pt x="7" y="22"/>
                      <a:pt x="0" y="32"/>
                    </a:cubicBezTo>
                    <a:cubicBezTo>
                      <a:pt x="5" y="22"/>
                      <a:pt x="21" y="11"/>
                      <a:pt x="25" y="0"/>
                    </a:cubicBezTo>
                  </a:path>
                </a:pathLst>
              </a:custGeom>
              <a:solidFill>
                <a:srgbClr val="F3B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6" name="Freeform 3767">
                <a:extLst>
                  <a:ext uri="{FF2B5EF4-FFF2-40B4-BE49-F238E27FC236}">
                    <a16:creationId xmlns:a16="http://schemas.microsoft.com/office/drawing/2014/main" id="{61B03B35-7F90-471F-A531-D16B6607C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354"/>
                <a:ext cx="14" cy="15"/>
              </a:xfrm>
              <a:custGeom>
                <a:avLst/>
                <a:gdLst>
                  <a:gd name="T0" fmla="*/ 30 w 9"/>
                  <a:gd name="T1" fmla="*/ 0 h 9"/>
                  <a:gd name="T2" fmla="*/ 0 w 9"/>
                  <a:gd name="T3" fmla="*/ 42 h 9"/>
                  <a:gd name="T4" fmla="*/ 34 w 9"/>
                  <a:gd name="T5" fmla="*/ 33 h 9"/>
                  <a:gd name="T6" fmla="*/ 30 w 9"/>
                  <a:gd name="T7" fmla="*/ 1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8" y="0"/>
                    </a:moveTo>
                    <a:cubicBezTo>
                      <a:pt x="6" y="3"/>
                      <a:pt x="3" y="6"/>
                      <a:pt x="0" y="9"/>
                    </a:cubicBezTo>
                    <a:cubicBezTo>
                      <a:pt x="3" y="8"/>
                      <a:pt x="6" y="6"/>
                      <a:pt x="9" y="7"/>
                    </a:cubicBezTo>
                    <a:cubicBezTo>
                      <a:pt x="9" y="6"/>
                      <a:pt x="8" y="5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7" name="Freeform 3768">
                <a:extLst>
                  <a:ext uri="{FF2B5EF4-FFF2-40B4-BE49-F238E27FC236}">
                    <a16:creationId xmlns:a16="http://schemas.microsoft.com/office/drawing/2014/main" id="{76D14450-B793-4202-96E0-33B2C7565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942"/>
                <a:ext cx="85" cy="137"/>
              </a:xfrm>
              <a:custGeom>
                <a:avLst/>
                <a:gdLst>
                  <a:gd name="T0" fmla="*/ 108 w 55"/>
                  <a:gd name="T1" fmla="*/ 71 h 83"/>
                  <a:gd name="T2" fmla="*/ 144 w 55"/>
                  <a:gd name="T3" fmla="*/ 63 h 83"/>
                  <a:gd name="T4" fmla="*/ 196 w 55"/>
                  <a:gd name="T5" fmla="*/ 68 h 83"/>
                  <a:gd name="T6" fmla="*/ 192 w 55"/>
                  <a:gd name="T7" fmla="*/ 125 h 83"/>
                  <a:gd name="T8" fmla="*/ 176 w 55"/>
                  <a:gd name="T9" fmla="*/ 160 h 83"/>
                  <a:gd name="T10" fmla="*/ 176 w 55"/>
                  <a:gd name="T11" fmla="*/ 213 h 83"/>
                  <a:gd name="T12" fmla="*/ 150 w 55"/>
                  <a:gd name="T13" fmla="*/ 256 h 83"/>
                  <a:gd name="T14" fmla="*/ 136 w 55"/>
                  <a:gd name="T15" fmla="*/ 292 h 83"/>
                  <a:gd name="T16" fmla="*/ 122 w 55"/>
                  <a:gd name="T17" fmla="*/ 355 h 83"/>
                  <a:gd name="T18" fmla="*/ 87 w 55"/>
                  <a:gd name="T19" fmla="*/ 355 h 83"/>
                  <a:gd name="T20" fmla="*/ 56 w 55"/>
                  <a:gd name="T21" fmla="*/ 315 h 83"/>
                  <a:gd name="T22" fmla="*/ 26 w 55"/>
                  <a:gd name="T23" fmla="*/ 305 h 83"/>
                  <a:gd name="T24" fmla="*/ 34 w 55"/>
                  <a:gd name="T25" fmla="*/ 276 h 83"/>
                  <a:gd name="T26" fmla="*/ 19 w 55"/>
                  <a:gd name="T27" fmla="*/ 261 h 83"/>
                  <a:gd name="T28" fmla="*/ 14 w 55"/>
                  <a:gd name="T29" fmla="*/ 213 h 83"/>
                  <a:gd name="T30" fmla="*/ 5 w 55"/>
                  <a:gd name="T31" fmla="*/ 188 h 83"/>
                  <a:gd name="T32" fmla="*/ 5 w 55"/>
                  <a:gd name="T33" fmla="*/ 147 h 83"/>
                  <a:gd name="T34" fmla="*/ 26 w 55"/>
                  <a:gd name="T35" fmla="*/ 109 h 83"/>
                  <a:gd name="T36" fmla="*/ 34 w 55"/>
                  <a:gd name="T37" fmla="*/ 33 h 83"/>
                  <a:gd name="T38" fmla="*/ 74 w 55"/>
                  <a:gd name="T39" fmla="*/ 35 h 83"/>
                  <a:gd name="T40" fmla="*/ 82 w 55"/>
                  <a:gd name="T41" fmla="*/ 68 h 83"/>
                  <a:gd name="T42" fmla="*/ 108 w 55"/>
                  <a:gd name="T43" fmla="*/ 71 h 8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83">
                    <a:moveTo>
                      <a:pt x="29" y="16"/>
                    </a:moveTo>
                    <a:cubicBezTo>
                      <a:pt x="35" y="20"/>
                      <a:pt x="34" y="20"/>
                      <a:pt x="39" y="14"/>
                    </a:cubicBezTo>
                    <a:cubicBezTo>
                      <a:pt x="43" y="8"/>
                      <a:pt x="49" y="8"/>
                      <a:pt x="53" y="15"/>
                    </a:cubicBezTo>
                    <a:cubicBezTo>
                      <a:pt x="55" y="19"/>
                      <a:pt x="55" y="24"/>
                      <a:pt x="52" y="28"/>
                    </a:cubicBezTo>
                    <a:cubicBezTo>
                      <a:pt x="49" y="32"/>
                      <a:pt x="45" y="29"/>
                      <a:pt x="48" y="36"/>
                    </a:cubicBezTo>
                    <a:cubicBezTo>
                      <a:pt x="49" y="40"/>
                      <a:pt x="52" y="42"/>
                      <a:pt x="48" y="47"/>
                    </a:cubicBezTo>
                    <a:cubicBezTo>
                      <a:pt x="45" y="51"/>
                      <a:pt x="43" y="48"/>
                      <a:pt x="41" y="57"/>
                    </a:cubicBezTo>
                    <a:cubicBezTo>
                      <a:pt x="41" y="64"/>
                      <a:pt x="41" y="62"/>
                      <a:pt x="37" y="65"/>
                    </a:cubicBezTo>
                    <a:cubicBezTo>
                      <a:pt x="32" y="69"/>
                      <a:pt x="36" y="74"/>
                      <a:pt x="33" y="79"/>
                    </a:cubicBezTo>
                    <a:cubicBezTo>
                      <a:pt x="31" y="83"/>
                      <a:pt x="25" y="81"/>
                      <a:pt x="23" y="79"/>
                    </a:cubicBezTo>
                    <a:cubicBezTo>
                      <a:pt x="19" y="76"/>
                      <a:pt x="19" y="71"/>
                      <a:pt x="15" y="70"/>
                    </a:cubicBezTo>
                    <a:cubicBezTo>
                      <a:pt x="12" y="70"/>
                      <a:pt x="8" y="73"/>
                      <a:pt x="7" y="68"/>
                    </a:cubicBezTo>
                    <a:cubicBezTo>
                      <a:pt x="7" y="66"/>
                      <a:pt x="9" y="63"/>
                      <a:pt x="9" y="61"/>
                    </a:cubicBezTo>
                    <a:cubicBezTo>
                      <a:pt x="8" y="57"/>
                      <a:pt x="7" y="60"/>
                      <a:pt x="5" y="58"/>
                    </a:cubicBezTo>
                    <a:cubicBezTo>
                      <a:pt x="2" y="54"/>
                      <a:pt x="5" y="52"/>
                      <a:pt x="4" y="47"/>
                    </a:cubicBezTo>
                    <a:cubicBezTo>
                      <a:pt x="3" y="44"/>
                      <a:pt x="1" y="44"/>
                      <a:pt x="1" y="42"/>
                    </a:cubicBezTo>
                    <a:cubicBezTo>
                      <a:pt x="0" y="40"/>
                      <a:pt x="0" y="35"/>
                      <a:pt x="1" y="33"/>
                    </a:cubicBezTo>
                    <a:cubicBezTo>
                      <a:pt x="2" y="28"/>
                      <a:pt x="5" y="28"/>
                      <a:pt x="7" y="24"/>
                    </a:cubicBezTo>
                    <a:cubicBezTo>
                      <a:pt x="9" y="20"/>
                      <a:pt x="7" y="12"/>
                      <a:pt x="9" y="7"/>
                    </a:cubicBezTo>
                    <a:cubicBezTo>
                      <a:pt x="12" y="0"/>
                      <a:pt x="18" y="1"/>
                      <a:pt x="20" y="8"/>
                    </a:cubicBezTo>
                    <a:cubicBezTo>
                      <a:pt x="21" y="11"/>
                      <a:pt x="20" y="12"/>
                      <a:pt x="22" y="15"/>
                    </a:cubicBezTo>
                    <a:cubicBezTo>
                      <a:pt x="25" y="18"/>
                      <a:pt x="26" y="15"/>
                      <a:pt x="29" y="16"/>
                    </a:cubicBez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8" name="Freeform 3769">
                <a:extLst>
                  <a:ext uri="{FF2B5EF4-FFF2-40B4-BE49-F238E27FC236}">
                    <a16:creationId xmlns:a16="http://schemas.microsoft.com/office/drawing/2014/main" id="{19A7F0A2-90CC-4FD5-A331-F7487245F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962"/>
                <a:ext cx="20" cy="37"/>
              </a:xfrm>
              <a:custGeom>
                <a:avLst/>
                <a:gdLst>
                  <a:gd name="T0" fmla="*/ 28 w 13"/>
                  <a:gd name="T1" fmla="*/ 8 h 23"/>
                  <a:gd name="T2" fmla="*/ 40 w 13"/>
                  <a:gd name="T3" fmla="*/ 60 h 23"/>
                  <a:gd name="T4" fmla="*/ 26 w 13"/>
                  <a:gd name="T5" fmla="*/ 69 h 23"/>
                  <a:gd name="T6" fmla="*/ 0 w 13"/>
                  <a:gd name="T7" fmla="*/ 97 h 23"/>
                  <a:gd name="T8" fmla="*/ 14 w 13"/>
                  <a:gd name="T9" fmla="*/ 63 h 23"/>
                  <a:gd name="T10" fmla="*/ 28 w 13"/>
                  <a:gd name="T11" fmla="*/ 34 h 23"/>
                  <a:gd name="T12" fmla="*/ 18 w 13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3">
                    <a:moveTo>
                      <a:pt x="8" y="2"/>
                    </a:moveTo>
                    <a:cubicBezTo>
                      <a:pt x="12" y="3"/>
                      <a:pt x="13" y="11"/>
                      <a:pt x="11" y="14"/>
                    </a:cubicBezTo>
                    <a:cubicBezTo>
                      <a:pt x="10" y="15"/>
                      <a:pt x="9" y="16"/>
                      <a:pt x="7" y="17"/>
                    </a:cubicBezTo>
                    <a:cubicBezTo>
                      <a:pt x="4" y="19"/>
                      <a:pt x="2" y="20"/>
                      <a:pt x="0" y="23"/>
                    </a:cubicBezTo>
                    <a:cubicBezTo>
                      <a:pt x="1" y="21"/>
                      <a:pt x="2" y="17"/>
                      <a:pt x="4" y="15"/>
                    </a:cubicBezTo>
                    <a:cubicBezTo>
                      <a:pt x="6" y="12"/>
                      <a:pt x="8" y="11"/>
                      <a:pt x="8" y="8"/>
                    </a:cubicBezTo>
                    <a:cubicBezTo>
                      <a:pt x="8" y="4"/>
                      <a:pt x="7" y="2"/>
                      <a:pt x="5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9" name="Freeform 3770">
                <a:extLst>
                  <a:ext uri="{FF2B5EF4-FFF2-40B4-BE49-F238E27FC236}">
                    <a16:creationId xmlns:a16="http://schemas.microsoft.com/office/drawing/2014/main" id="{513462F7-4659-4591-B035-65581123C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998"/>
                <a:ext cx="20" cy="51"/>
              </a:xfrm>
              <a:custGeom>
                <a:avLst/>
                <a:gdLst>
                  <a:gd name="T0" fmla="*/ 35 w 13"/>
                  <a:gd name="T1" fmla="*/ 5 h 31"/>
                  <a:gd name="T2" fmla="*/ 43 w 13"/>
                  <a:gd name="T3" fmla="*/ 35 h 31"/>
                  <a:gd name="T4" fmla="*/ 28 w 13"/>
                  <a:gd name="T5" fmla="*/ 63 h 31"/>
                  <a:gd name="T6" fmla="*/ 0 w 13"/>
                  <a:gd name="T7" fmla="*/ 138 h 31"/>
                  <a:gd name="T8" fmla="*/ 8 w 13"/>
                  <a:gd name="T9" fmla="*/ 104 h 31"/>
                  <a:gd name="T10" fmla="*/ 14 w 13"/>
                  <a:gd name="T11" fmla="*/ 63 h 31"/>
                  <a:gd name="T12" fmla="*/ 28 w 13"/>
                  <a:gd name="T13" fmla="*/ 20 h 31"/>
                  <a:gd name="T14" fmla="*/ 35 w 13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31">
                    <a:moveTo>
                      <a:pt x="10" y="1"/>
                    </a:moveTo>
                    <a:cubicBezTo>
                      <a:pt x="10" y="3"/>
                      <a:pt x="13" y="5"/>
                      <a:pt x="12" y="8"/>
                    </a:cubicBezTo>
                    <a:cubicBezTo>
                      <a:pt x="12" y="12"/>
                      <a:pt x="10" y="12"/>
                      <a:pt x="8" y="14"/>
                    </a:cubicBezTo>
                    <a:cubicBezTo>
                      <a:pt x="3" y="18"/>
                      <a:pt x="5" y="26"/>
                      <a:pt x="0" y="31"/>
                    </a:cubicBezTo>
                    <a:cubicBezTo>
                      <a:pt x="2" y="28"/>
                      <a:pt x="2" y="26"/>
                      <a:pt x="2" y="23"/>
                    </a:cubicBezTo>
                    <a:cubicBezTo>
                      <a:pt x="1" y="20"/>
                      <a:pt x="2" y="17"/>
                      <a:pt x="4" y="14"/>
                    </a:cubicBezTo>
                    <a:cubicBezTo>
                      <a:pt x="7" y="11"/>
                      <a:pt x="8" y="9"/>
                      <a:pt x="8" y="4"/>
                    </a:cubicBezTo>
                    <a:cubicBezTo>
                      <a:pt x="9" y="3"/>
                      <a:pt x="9" y="2"/>
                      <a:pt x="10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0" name="Freeform 3771">
                <a:extLst>
                  <a:ext uri="{FF2B5EF4-FFF2-40B4-BE49-F238E27FC236}">
                    <a16:creationId xmlns:a16="http://schemas.microsoft.com/office/drawing/2014/main" id="{FB59552E-C36E-4E8A-8236-A15399467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3044"/>
                <a:ext cx="15" cy="30"/>
              </a:xfrm>
              <a:custGeom>
                <a:avLst/>
                <a:gdLst>
                  <a:gd name="T0" fmla="*/ 35 w 10"/>
                  <a:gd name="T1" fmla="*/ 5 h 18"/>
                  <a:gd name="T2" fmla="*/ 32 w 10"/>
                  <a:gd name="T3" fmla="*/ 33 h 18"/>
                  <a:gd name="T4" fmla="*/ 26 w 10"/>
                  <a:gd name="T5" fmla="*/ 70 h 18"/>
                  <a:gd name="T6" fmla="*/ 0 w 10"/>
                  <a:gd name="T7" fmla="*/ 63 h 18"/>
                  <a:gd name="T8" fmla="*/ 21 w 10"/>
                  <a:gd name="T9" fmla="*/ 42 h 18"/>
                  <a:gd name="T10" fmla="*/ 26 w 10"/>
                  <a:gd name="T11" fmla="*/ 13 h 18"/>
                  <a:gd name="T12" fmla="*/ 35 w 10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10" y="1"/>
                    </a:moveTo>
                    <a:cubicBezTo>
                      <a:pt x="9" y="3"/>
                      <a:pt x="9" y="5"/>
                      <a:pt x="9" y="7"/>
                    </a:cubicBezTo>
                    <a:cubicBezTo>
                      <a:pt x="8" y="9"/>
                      <a:pt x="8" y="13"/>
                      <a:pt x="7" y="15"/>
                    </a:cubicBezTo>
                    <a:cubicBezTo>
                      <a:pt x="6" y="18"/>
                      <a:pt x="1" y="18"/>
                      <a:pt x="0" y="14"/>
                    </a:cubicBezTo>
                    <a:cubicBezTo>
                      <a:pt x="3" y="18"/>
                      <a:pt x="6" y="12"/>
                      <a:pt x="6" y="9"/>
                    </a:cubicBezTo>
                    <a:cubicBezTo>
                      <a:pt x="6" y="7"/>
                      <a:pt x="5" y="5"/>
                      <a:pt x="7" y="3"/>
                    </a:cubicBezTo>
                    <a:cubicBezTo>
                      <a:pt x="8" y="2"/>
                      <a:pt x="10" y="2"/>
                      <a:pt x="10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1" name="Freeform 3772">
                <a:extLst>
                  <a:ext uri="{FF2B5EF4-FFF2-40B4-BE49-F238E27FC236}">
                    <a16:creationId xmlns:a16="http://schemas.microsoft.com/office/drawing/2014/main" id="{9B3CA288-3AD8-417D-987A-4E0D37914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3023"/>
                <a:ext cx="19" cy="19"/>
              </a:xfrm>
              <a:custGeom>
                <a:avLst/>
                <a:gdLst>
                  <a:gd name="T0" fmla="*/ 13 w 12"/>
                  <a:gd name="T1" fmla="*/ 27 h 12"/>
                  <a:gd name="T2" fmla="*/ 43 w 12"/>
                  <a:gd name="T3" fmla="*/ 0 h 12"/>
                  <a:gd name="T4" fmla="*/ 33 w 12"/>
                  <a:gd name="T5" fmla="*/ 40 h 12"/>
                  <a:gd name="T6" fmla="*/ 0 w 12"/>
                  <a:gd name="T7" fmla="*/ 3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3" y="7"/>
                    </a:moveTo>
                    <a:cubicBezTo>
                      <a:pt x="7" y="6"/>
                      <a:pt x="10" y="4"/>
                      <a:pt x="11" y="0"/>
                    </a:cubicBezTo>
                    <a:cubicBezTo>
                      <a:pt x="9" y="3"/>
                      <a:pt x="12" y="8"/>
                      <a:pt x="8" y="10"/>
                    </a:cubicBezTo>
                    <a:cubicBezTo>
                      <a:pt x="6" y="12"/>
                      <a:pt x="2" y="10"/>
                      <a:pt x="0" y="8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2" name="Freeform 3773">
                <a:extLst>
                  <a:ext uri="{FF2B5EF4-FFF2-40B4-BE49-F238E27FC236}">
                    <a16:creationId xmlns:a16="http://schemas.microsoft.com/office/drawing/2014/main" id="{0E9E0A9E-0F83-4720-87EB-EB76DC9AA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945"/>
                <a:ext cx="23" cy="33"/>
              </a:xfrm>
              <a:custGeom>
                <a:avLst/>
                <a:gdLst>
                  <a:gd name="T0" fmla="*/ 12 w 15"/>
                  <a:gd name="T1" fmla="*/ 8 h 20"/>
                  <a:gd name="T2" fmla="*/ 54 w 15"/>
                  <a:gd name="T3" fmla="*/ 71 h 20"/>
                  <a:gd name="T4" fmla="*/ 21 w 15"/>
                  <a:gd name="T5" fmla="*/ 41 h 20"/>
                  <a:gd name="T6" fmla="*/ 0 w 15"/>
                  <a:gd name="T7" fmla="*/ 28 h 20"/>
                  <a:gd name="T8" fmla="*/ 12 w 15"/>
                  <a:gd name="T9" fmla="*/ 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3" y="2"/>
                    </a:moveTo>
                    <a:cubicBezTo>
                      <a:pt x="10" y="0"/>
                      <a:pt x="7" y="19"/>
                      <a:pt x="15" y="16"/>
                    </a:cubicBezTo>
                    <a:cubicBezTo>
                      <a:pt x="9" y="20"/>
                      <a:pt x="8" y="12"/>
                      <a:pt x="6" y="9"/>
                    </a:cubicBezTo>
                    <a:cubicBezTo>
                      <a:pt x="5" y="6"/>
                      <a:pt x="2" y="1"/>
                      <a:pt x="0" y="6"/>
                    </a:cubicBezTo>
                    <a:cubicBezTo>
                      <a:pt x="1" y="4"/>
                      <a:pt x="2" y="3"/>
                      <a:pt x="3" y="2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3" name="Freeform 3774">
                <a:extLst>
                  <a:ext uri="{FF2B5EF4-FFF2-40B4-BE49-F238E27FC236}">
                    <a16:creationId xmlns:a16="http://schemas.microsoft.com/office/drawing/2014/main" id="{EEBE6028-275F-4019-8167-49451D6E1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985"/>
                <a:ext cx="11" cy="19"/>
              </a:xfrm>
              <a:custGeom>
                <a:avLst/>
                <a:gdLst>
                  <a:gd name="T0" fmla="*/ 27 w 7"/>
                  <a:gd name="T1" fmla="*/ 0 h 12"/>
                  <a:gd name="T2" fmla="*/ 13 w 7"/>
                  <a:gd name="T3" fmla="*/ 48 h 12"/>
                  <a:gd name="T4" fmla="*/ 20 w 7"/>
                  <a:gd name="T5" fmla="*/ 21 h 12"/>
                  <a:gd name="T6" fmla="*/ 22 w 7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4" y="3"/>
                      <a:pt x="0" y="8"/>
                      <a:pt x="3" y="12"/>
                    </a:cubicBezTo>
                    <a:cubicBezTo>
                      <a:pt x="3" y="8"/>
                      <a:pt x="4" y="8"/>
                      <a:pt x="5" y="5"/>
                    </a:cubicBezTo>
                    <a:cubicBezTo>
                      <a:pt x="6" y="3"/>
                      <a:pt x="6" y="1"/>
                      <a:pt x="6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4" name="Freeform 3775">
                <a:extLst>
                  <a:ext uri="{FF2B5EF4-FFF2-40B4-BE49-F238E27FC236}">
                    <a16:creationId xmlns:a16="http://schemas.microsoft.com/office/drawing/2014/main" id="{94A62138-5045-4613-A173-904B07272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042"/>
                <a:ext cx="9" cy="15"/>
              </a:xfrm>
              <a:custGeom>
                <a:avLst/>
                <a:gdLst>
                  <a:gd name="T0" fmla="*/ 5 w 6"/>
                  <a:gd name="T1" fmla="*/ 0 h 9"/>
                  <a:gd name="T2" fmla="*/ 21 w 6"/>
                  <a:gd name="T3" fmla="*/ 37 h 9"/>
                  <a:gd name="T4" fmla="*/ 5 w 6"/>
                  <a:gd name="T5" fmla="*/ 42 h 9"/>
                  <a:gd name="T6" fmla="*/ 5 w 6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1" y="0"/>
                    </a:moveTo>
                    <a:cubicBezTo>
                      <a:pt x="2" y="3"/>
                      <a:pt x="3" y="6"/>
                      <a:pt x="6" y="8"/>
                    </a:cubicBezTo>
                    <a:cubicBezTo>
                      <a:pt x="5" y="9"/>
                      <a:pt x="2" y="9"/>
                      <a:pt x="1" y="9"/>
                    </a:cubicBezTo>
                    <a:cubicBezTo>
                      <a:pt x="1" y="7"/>
                      <a:pt x="0" y="4"/>
                      <a:pt x="1" y="2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5" name="Freeform 3776">
                <a:extLst>
                  <a:ext uri="{FF2B5EF4-FFF2-40B4-BE49-F238E27FC236}">
                    <a16:creationId xmlns:a16="http://schemas.microsoft.com/office/drawing/2014/main" id="{0AC3464E-3724-4CC1-82C4-E4A6405B2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3047"/>
                <a:ext cx="22" cy="23"/>
              </a:xfrm>
              <a:custGeom>
                <a:avLst/>
                <a:gdLst>
                  <a:gd name="T0" fmla="*/ 5 w 14"/>
                  <a:gd name="T1" fmla="*/ 20 h 14"/>
                  <a:gd name="T2" fmla="*/ 27 w 14"/>
                  <a:gd name="T3" fmla="*/ 43 h 14"/>
                  <a:gd name="T4" fmla="*/ 55 w 14"/>
                  <a:gd name="T5" fmla="*/ 62 h 14"/>
                  <a:gd name="T6" fmla="*/ 27 w 14"/>
                  <a:gd name="T7" fmla="*/ 8 h 14"/>
                  <a:gd name="T8" fmla="*/ 0 w 14"/>
                  <a:gd name="T9" fmla="*/ 2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" y="4"/>
                    </a:moveTo>
                    <a:cubicBezTo>
                      <a:pt x="5" y="3"/>
                      <a:pt x="5" y="9"/>
                      <a:pt x="7" y="10"/>
                    </a:cubicBezTo>
                    <a:cubicBezTo>
                      <a:pt x="8" y="14"/>
                      <a:pt x="11" y="14"/>
                      <a:pt x="14" y="14"/>
                    </a:cubicBezTo>
                    <a:cubicBezTo>
                      <a:pt x="7" y="13"/>
                      <a:pt x="11" y="4"/>
                      <a:pt x="7" y="2"/>
                    </a:cubicBezTo>
                    <a:cubicBezTo>
                      <a:pt x="5" y="0"/>
                      <a:pt x="1" y="2"/>
                      <a:pt x="0" y="5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6" name="Freeform 3777">
                <a:extLst>
                  <a:ext uri="{FF2B5EF4-FFF2-40B4-BE49-F238E27FC236}">
                    <a16:creationId xmlns:a16="http://schemas.microsoft.com/office/drawing/2014/main" id="{226E4EF9-A9D0-4187-AA6C-91EC7996A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985"/>
                <a:ext cx="25" cy="19"/>
              </a:xfrm>
              <a:custGeom>
                <a:avLst/>
                <a:gdLst>
                  <a:gd name="T0" fmla="*/ 27 w 16"/>
                  <a:gd name="T1" fmla="*/ 5 h 12"/>
                  <a:gd name="T2" fmla="*/ 47 w 16"/>
                  <a:gd name="T3" fmla="*/ 27 h 12"/>
                  <a:gd name="T4" fmla="*/ 61 w 16"/>
                  <a:gd name="T5" fmla="*/ 48 h 12"/>
                  <a:gd name="T6" fmla="*/ 56 w 16"/>
                  <a:gd name="T7" fmla="*/ 25 h 12"/>
                  <a:gd name="T8" fmla="*/ 34 w 16"/>
                  <a:gd name="T9" fmla="*/ 5 h 12"/>
                  <a:gd name="T10" fmla="*/ 20 w 16"/>
                  <a:gd name="T11" fmla="*/ 0 h 12"/>
                  <a:gd name="T12" fmla="*/ 5 w 16"/>
                  <a:gd name="T13" fmla="*/ 13 h 12"/>
                  <a:gd name="T14" fmla="*/ 0 w 16"/>
                  <a:gd name="T15" fmla="*/ 8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7" y="1"/>
                    </a:moveTo>
                    <a:cubicBezTo>
                      <a:pt x="10" y="2"/>
                      <a:pt x="10" y="5"/>
                      <a:pt x="12" y="7"/>
                    </a:cubicBezTo>
                    <a:cubicBezTo>
                      <a:pt x="14" y="9"/>
                      <a:pt x="15" y="10"/>
                      <a:pt x="16" y="12"/>
                    </a:cubicBezTo>
                    <a:cubicBezTo>
                      <a:pt x="16" y="10"/>
                      <a:pt x="16" y="7"/>
                      <a:pt x="15" y="6"/>
                    </a:cubicBezTo>
                    <a:cubicBezTo>
                      <a:pt x="14" y="4"/>
                      <a:pt x="11" y="3"/>
                      <a:pt x="9" y="1"/>
                    </a:cubicBezTo>
                    <a:cubicBezTo>
                      <a:pt x="8" y="0"/>
                      <a:pt x="8" y="0"/>
                      <a:pt x="5" y="0"/>
                    </a:cubicBezTo>
                    <a:cubicBezTo>
                      <a:pt x="3" y="0"/>
                      <a:pt x="2" y="1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7" name="Freeform 3778">
                <a:extLst>
                  <a:ext uri="{FF2B5EF4-FFF2-40B4-BE49-F238E27FC236}">
                    <a16:creationId xmlns:a16="http://schemas.microsoft.com/office/drawing/2014/main" id="{488CA424-85FF-4143-A293-B0916537B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052"/>
                <a:ext cx="13" cy="28"/>
              </a:xfrm>
              <a:custGeom>
                <a:avLst/>
                <a:gdLst>
                  <a:gd name="T0" fmla="*/ 34 w 8"/>
                  <a:gd name="T1" fmla="*/ 0 h 17"/>
                  <a:gd name="T2" fmla="*/ 0 w 8"/>
                  <a:gd name="T3" fmla="*/ 54 h 17"/>
                  <a:gd name="T4" fmla="*/ 18 w 8"/>
                  <a:gd name="T5" fmla="*/ 43 h 17"/>
                  <a:gd name="T6" fmla="*/ 34 w 8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7">
                    <a:moveTo>
                      <a:pt x="8" y="0"/>
                    </a:moveTo>
                    <a:cubicBezTo>
                      <a:pt x="7" y="2"/>
                      <a:pt x="6" y="17"/>
                      <a:pt x="0" y="12"/>
                    </a:cubicBezTo>
                    <a:cubicBezTo>
                      <a:pt x="2" y="11"/>
                      <a:pt x="3" y="11"/>
                      <a:pt x="4" y="10"/>
                    </a:cubicBezTo>
                    <a:cubicBezTo>
                      <a:pt x="6" y="7"/>
                      <a:pt x="5" y="4"/>
                      <a:pt x="8" y="1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8" name="Freeform 3779">
                <a:extLst>
                  <a:ext uri="{FF2B5EF4-FFF2-40B4-BE49-F238E27FC236}">
                    <a16:creationId xmlns:a16="http://schemas.microsoft.com/office/drawing/2014/main" id="{6144542E-C102-4692-A850-6FBEA2518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967"/>
                <a:ext cx="17" cy="29"/>
              </a:xfrm>
              <a:custGeom>
                <a:avLst/>
                <a:gdLst>
                  <a:gd name="T0" fmla="*/ 29 w 11"/>
                  <a:gd name="T1" fmla="*/ 5 h 18"/>
                  <a:gd name="T2" fmla="*/ 26 w 11"/>
                  <a:gd name="T3" fmla="*/ 50 h 18"/>
                  <a:gd name="T4" fmla="*/ 0 w 11"/>
                  <a:gd name="T5" fmla="*/ 76 h 18"/>
                  <a:gd name="T6" fmla="*/ 22 w 11"/>
                  <a:gd name="T7" fmla="*/ 39 h 18"/>
                  <a:gd name="T8" fmla="*/ 29 w 1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8" y="1"/>
                    </a:moveTo>
                    <a:cubicBezTo>
                      <a:pt x="11" y="3"/>
                      <a:pt x="8" y="9"/>
                      <a:pt x="7" y="12"/>
                    </a:cubicBezTo>
                    <a:cubicBezTo>
                      <a:pt x="5" y="14"/>
                      <a:pt x="0" y="15"/>
                      <a:pt x="0" y="18"/>
                    </a:cubicBezTo>
                    <a:cubicBezTo>
                      <a:pt x="1" y="14"/>
                      <a:pt x="4" y="12"/>
                      <a:pt x="6" y="9"/>
                    </a:cubicBezTo>
                    <a:cubicBezTo>
                      <a:pt x="8" y="6"/>
                      <a:pt x="8" y="3"/>
                      <a:pt x="8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9" name="Freeform 3780">
                <a:extLst>
                  <a:ext uri="{FF2B5EF4-FFF2-40B4-BE49-F238E27FC236}">
                    <a16:creationId xmlns:a16="http://schemas.microsoft.com/office/drawing/2014/main" id="{359DEEAB-CDAF-4B16-87BD-9A3FC0D25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998"/>
                <a:ext cx="11" cy="23"/>
              </a:xfrm>
              <a:custGeom>
                <a:avLst/>
                <a:gdLst>
                  <a:gd name="T0" fmla="*/ 8 w 7"/>
                  <a:gd name="T1" fmla="*/ 0 h 14"/>
                  <a:gd name="T2" fmla="*/ 0 w 7"/>
                  <a:gd name="T3" fmla="*/ 62 h 14"/>
                  <a:gd name="T4" fmla="*/ 5 w 7"/>
                  <a:gd name="T5" fmla="*/ 21 h 14"/>
                  <a:gd name="T6" fmla="*/ 8 w 7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3" y="5"/>
                      <a:pt x="7" y="10"/>
                      <a:pt x="0" y="14"/>
                    </a:cubicBezTo>
                    <a:cubicBezTo>
                      <a:pt x="3" y="11"/>
                      <a:pt x="2" y="8"/>
                      <a:pt x="1" y="5"/>
                    </a:cubicBezTo>
                    <a:cubicBezTo>
                      <a:pt x="0" y="2"/>
                      <a:pt x="0" y="2"/>
                      <a:pt x="2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0" name="Freeform 3781">
                <a:extLst>
                  <a:ext uri="{FF2B5EF4-FFF2-40B4-BE49-F238E27FC236}">
                    <a16:creationId xmlns:a16="http://schemas.microsoft.com/office/drawing/2014/main" id="{A322499B-40DB-43F8-9FB8-A86D1BA86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046"/>
                <a:ext cx="9" cy="13"/>
              </a:xfrm>
              <a:custGeom>
                <a:avLst/>
                <a:gdLst>
                  <a:gd name="T0" fmla="*/ 8 w 6"/>
                  <a:gd name="T1" fmla="*/ 5 h 8"/>
                  <a:gd name="T2" fmla="*/ 21 w 6"/>
                  <a:gd name="T3" fmla="*/ 26 h 8"/>
                  <a:gd name="T4" fmla="*/ 12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1"/>
                    </a:moveTo>
                    <a:cubicBezTo>
                      <a:pt x="0" y="4"/>
                      <a:pt x="2" y="8"/>
                      <a:pt x="6" y="6"/>
                    </a:cubicBezTo>
                    <a:cubicBezTo>
                      <a:pt x="4" y="7"/>
                      <a:pt x="2" y="1"/>
                      <a:pt x="3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1" name="Freeform 3782">
                <a:extLst>
                  <a:ext uri="{FF2B5EF4-FFF2-40B4-BE49-F238E27FC236}">
                    <a16:creationId xmlns:a16="http://schemas.microsoft.com/office/drawing/2014/main" id="{88357778-96D3-4BA2-A083-F10CA708E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962"/>
                <a:ext cx="6" cy="31"/>
              </a:xfrm>
              <a:custGeom>
                <a:avLst/>
                <a:gdLst>
                  <a:gd name="T0" fmla="*/ 8 w 4"/>
                  <a:gd name="T1" fmla="*/ 5 h 19"/>
                  <a:gd name="T2" fmla="*/ 8 w 4"/>
                  <a:gd name="T3" fmla="*/ 39 h 19"/>
                  <a:gd name="T4" fmla="*/ 5 w 4"/>
                  <a:gd name="T5" fmla="*/ 83 h 19"/>
                  <a:gd name="T6" fmla="*/ 14 w 4"/>
                  <a:gd name="T7" fmla="*/ 29 h 19"/>
                  <a:gd name="T8" fmla="*/ 8 w 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9">
                    <a:moveTo>
                      <a:pt x="2" y="1"/>
                    </a:moveTo>
                    <a:cubicBezTo>
                      <a:pt x="2" y="4"/>
                      <a:pt x="2" y="6"/>
                      <a:pt x="2" y="9"/>
                    </a:cubicBezTo>
                    <a:cubicBezTo>
                      <a:pt x="2" y="11"/>
                      <a:pt x="0" y="17"/>
                      <a:pt x="1" y="19"/>
                    </a:cubicBezTo>
                    <a:cubicBezTo>
                      <a:pt x="3" y="15"/>
                      <a:pt x="3" y="11"/>
                      <a:pt x="4" y="7"/>
                    </a:cubicBezTo>
                    <a:cubicBezTo>
                      <a:pt x="4" y="4"/>
                      <a:pt x="3" y="3"/>
                      <a:pt x="2" y="0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2" name="Freeform 3783">
                <a:extLst>
                  <a:ext uri="{FF2B5EF4-FFF2-40B4-BE49-F238E27FC236}">
                    <a16:creationId xmlns:a16="http://schemas.microsoft.com/office/drawing/2014/main" id="{1AD0EC33-C332-4943-97F4-1F7432D99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990"/>
                <a:ext cx="17" cy="11"/>
              </a:xfrm>
              <a:custGeom>
                <a:avLst/>
                <a:gdLst>
                  <a:gd name="T0" fmla="*/ 0 w 11"/>
                  <a:gd name="T1" fmla="*/ 8 h 7"/>
                  <a:gd name="T2" fmla="*/ 22 w 11"/>
                  <a:gd name="T3" fmla="*/ 5 h 7"/>
                  <a:gd name="T4" fmla="*/ 40 w 11"/>
                  <a:gd name="T5" fmla="*/ 27 h 7"/>
                  <a:gd name="T6" fmla="*/ 19 w 11"/>
                  <a:gd name="T7" fmla="*/ 13 h 7"/>
                  <a:gd name="T8" fmla="*/ 5 w 11"/>
                  <a:gd name="T9" fmla="*/ 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2" y="3"/>
                      <a:pt x="4" y="0"/>
                      <a:pt x="6" y="1"/>
                    </a:cubicBezTo>
                    <a:cubicBezTo>
                      <a:pt x="9" y="2"/>
                      <a:pt x="10" y="5"/>
                      <a:pt x="11" y="7"/>
                    </a:cubicBezTo>
                    <a:cubicBezTo>
                      <a:pt x="9" y="5"/>
                      <a:pt x="8" y="3"/>
                      <a:pt x="5" y="3"/>
                    </a:cubicBezTo>
                    <a:cubicBezTo>
                      <a:pt x="5" y="2"/>
                      <a:pt x="2" y="3"/>
                      <a:pt x="1" y="2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3" name="Freeform 3784">
                <a:extLst>
                  <a:ext uri="{FF2B5EF4-FFF2-40B4-BE49-F238E27FC236}">
                    <a16:creationId xmlns:a16="http://schemas.microsoft.com/office/drawing/2014/main" id="{5EE0C681-36A5-4994-BB47-91B02680D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963"/>
                <a:ext cx="20" cy="20"/>
              </a:xfrm>
              <a:custGeom>
                <a:avLst/>
                <a:gdLst>
                  <a:gd name="T0" fmla="*/ 0 w 13"/>
                  <a:gd name="T1" fmla="*/ 33 h 12"/>
                  <a:gd name="T2" fmla="*/ 48 w 13"/>
                  <a:gd name="T3" fmla="*/ 0 h 12"/>
                  <a:gd name="T4" fmla="*/ 8 w 13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0" y="7"/>
                    </a:moveTo>
                    <a:cubicBezTo>
                      <a:pt x="6" y="9"/>
                      <a:pt x="9" y="3"/>
                      <a:pt x="13" y="0"/>
                    </a:cubicBezTo>
                    <a:cubicBezTo>
                      <a:pt x="10" y="2"/>
                      <a:pt x="6" y="12"/>
                      <a:pt x="2" y="7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4" name="Freeform 3785">
                <a:extLst>
                  <a:ext uri="{FF2B5EF4-FFF2-40B4-BE49-F238E27FC236}">
                    <a16:creationId xmlns:a16="http://schemas.microsoft.com/office/drawing/2014/main" id="{C2C438A1-B32C-48FC-A388-8F4535AB8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942"/>
                <a:ext cx="85" cy="137"/>
              </a:xfrm>
              <a:custGeom>
                <a:avLst/>
                <a:gdLst>
                  <a:gd name="T0" fmla="*/ 108 w 55"/>
                  <a:gd name="T1" fmla="*/ 71 h 83"/>
                  <a:gd name="T2" fmla="*/ 144 w 55"/>
                  <a:gd name="T3" fmla="*/ 63 h 83"/>
                  <a:gd name="T4" fmla="*/ 196 w 55"/>
                  <a:gd name="T5" fmla="*/ 68 h 83"/>
                  <a:gd name="T6" fmla="*/ 192 w 55"/>
                  <a:gd name="T7" fmla="*/ 125 h 83"/>
                  <a:gd name="T8" fmla="*/ 176 w 55"/>
                  <a:gd name="T9" fmla="*/ 160 h 83"/>
                  <a:gd name="T10" fmla="*/ 176 w 55"/>
                  <a:gd name="T11" fmla="*/ 213 h 83"/>
                  <a:gd name="T12" fmla="*/ 150 w 55"/>
                  <a:gd name="T13" fmla="*/ 256 h 83"/>
                  <a:gd name="T14" fmla="*/ 136 w 55"/>
                  <a:gd name="T15" fmla="*/ 292 h 83"/>
                  <a:gd name="T16" fmla="*/ 122 w 55"/>
                  <a:gd name="T17" fmla="*/ 355 h 83"/>
                  <a:gd name="T18" fmla="*/ 87 w 55"/>
                  <a:gd name="T19" fmla="*/ 355 h 83"/>
                  <a:gd name="T20" fmla="*/ 56 w 55"/>
                  <a:gd name="T21" fmla="*/ 315 h 83"/>
                  <a:gd name="T22" fmla="*/ 26 w 55"/>
                  <a:gd name="T23" fmla="*/ 305 h 83"/>
                  <a:gd name="T24" fmla="*/ 34 w 55"/>
                  <a:gd name="T25" fmla="*/ 276 h 83"/>
                  <a:gd name="T26" fmla="*/ 19 w 55"/>
                  <a:gd name="T27" fmla="*/ 261 h 83"/>
                  <a:gd name="T28" fmla="*/ 14 w 55"/>
                  <a:gd name="T29" fmla="*/ 213 h 83"/>
                  <a:gd name="T30" fmla="*/ 5 w 55"/>
                  <a:gd name="T31" fmla="*/ 188 h 83"/>
                  <a:gd name="T32" fmla="*/ 5 w 55"/>
                  <a:gd name="T33" fmla="*/ 147 h 83"/>
                  <a:gd name="T34" fmla="*/ 26 w 55"/>
                  <a:gd name="T35" fmla="*/ 109 h 83"/>
                  <a:gd name="T36" fmla="*/ 34 w 55"/>
                  <a:gd name="T37" fmla="*/ 33 h 83"/>
                  <a:gd name="T38" fmla="*/ 74 w 55"/>
                  <a:gd name="T39" fmla="*/ 35 h 83"/>
                  <a:gd name="T40" fmla="*/ 82 w 55"/>
                  <a:gd name="T41" fmla="*/ 68 h 83"/>
                  <a:gd name="T42" fmla="*/ 108 w 55"/>
                  <a:gd name="T43" fmla="*/ 71 h 8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83">
                    <a:moveTo>
                      <a:pt x="29" y="16"/>
                    </a:moveTo>
                    <a:cubicBezTo>
                      <a:pt x="35" y="20"/>
                      <a:pt x="34" y="20"/>
                      <a:pt x="39" y="14"/>
                    </a:cubicBezTo>
                    <a:cubicBezTo>
                      <a:pt x="43" y="8"/>
                      <a:pt x="49" y="8"/>
                      <a:pt x="53" y="15"/>
                    </a:cubicBezTo>
                    <a:cubicBezTo>
                      <a:pt x="55" y="19"/>
                      <a:pt x="55" y="24"/>
                      <a:pt x="52" y="28"/>
                    </a:cubicBezTo>
                    <a:cubicBezTo>
                      <a:pt x="49" y="32"/>
                      <a:pt x="45" y="29"/>
                      <a:pt x="48" y="36"/>
                    </a:cubicBezTo>
                    <a:cubicBezTo>
                      <a:pt x="49" y="40"/>
                      <a:pt x="52" y="42"/>
                      <a:pt x="48" y="47"/>
                    </a:cubicBezTo>
                    <a:cubicBezTo>
                      <a:pt x="45" y="51"/>
                      <a:pt x="43" y="48"/>
                      <a:pt x="41" y="57"/>
                    </a:cubicBezTo>
                    <a:cubicBezTo>
                      <a:pt x="41" y="64"/>
                      <a:pt x="41" y="62"/>
                      <a:pt x="37" y="65"/>
                    </a:cubicBezTo>
                    <a:cubicBezTo>
                      <a:pt x="32" y="69"/>
                      <a:pt x="36" y="74"/>
                      <a:pt x="33" y="79"/>
                    </a:cubicBezTo>
                    <a:cubicBezTo>
                      <a:pt x="31" y="83"/>
                      <a:pt x="25" y="81"/>
                      <a:pt x="23" y="79"/>
                    </a:cubicBezTo>
                    <a:cubicBezTo>
                      <a:pt x="19" y="76"/>
                      <a:pt x="19" y="71"/>
                      <a:pt x="15" y="70"/>
                    </a:cubicBezTo>
                    <a:cubicBezTo>
                      <a:pt x="12" y="70"/>
                      <a:pt x="8" y="73"/>
                      <a:pt x="7" y="68"/>
                    </a:cubicBezTo>
                    <a:cubicBezTo>
                      <a:pt x="7" y="66"/>
                      <a:pt x="9" y="63"/>
                      <a:pt x="9" y="61"/>
                    </a:cubicBezTo>
                    <a:cubicBezTo>
                      <a:pt x="8" y="57"/>
                      <a:pt x="7" y="60"/>
                      <a:pt x="5" y="58"/>
                    </a:cubicBezTo>
                    <a:cubicBezTo>
                      <a:pt x="2" y="54"/>
                      <a:pt x="5" y="52"/>
                      <a:pt x="4" y="47"/>
                    </a:cubicBezTo>
                    <a:cubicBezTo>
                      <a:pt x="3" y="44"/>
                      <a:pt x="1" y="44"/>
                      <a:pt x="1" y="42"/>
                    </a:cubicBezTo>
                    <a:cubicBezTo>
                      <a:pt x="0" y="40"/>
                      <a:pt x="0" y="35"/>
                      <a:pt x="1" y="33"/>
                    </a:cubicBezTo>
                    <a:cubicBezTo>
                      <a:pt x="2" y="28"/>
                      <a:pt x="5" y="28"/>
                      <a:pt x="7" y="24"/>
                    </a:cubicBezTo>
                    <a:cubicBezTo>
                      <a:pt x="9" y="20"/>
                      <a:pt x="7" y="12"/>
                      <a:pt x="9" y="7"/>
                    </a:cubicBezTo>
                    <a:cubicBezTo>
                      <a:pt x="12" y="0"/>
                      <a:pt x="18" y="1"/>
                      <a:pt x="20" y="8"/>
                    </a:cubicBezTo>
                    <a:cubicBezTo>
                      <a:pt x="21" y="11"/>
                      <a:pt x="20" y="12"/>
                      <a:pt x="22" y="15"/>
                    </a:cubicBezTo>
                    <a:cubicBezTo>
                      <a:pt x="25" y="18"/>
                      <a:pt x="26" y="15"/>
                      <a:pt x="29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5" name="Freeform 3786">
                <a:extLst>
                  <a:ext uri="{FF2B5EF4-FFF2-40B4-BE49-F238E27FC236}">
                    <a16:creationId xmlns:a16="http://schemas.microsoft.com/office/drawing/2014/main" id="{D6C9C2F0-161C-4614-AA1F-46A92358B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993"/>
                <a:ext cx="8" cy="10"/>
              </a:xfrm>
              <a:custGeom>
                <a:avLst/>
                <a:gdLst>
                  <a:gd name="T0" fmla="*/ 21 w 5"/>
                  <a:gd name="T1" fmla="*/ 0 h 6"/>
                  <a:gd name="T2" fmla="*/ 0 w 5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6" name="Freeform 3787">
                <a:extLst>
                  <a:ext uri="{FF2B5EF4-FFF2-40B4-BE49-F238E27FC236}">
                    <a16:creationId xmlns:a16="http://schemas.microsoft.com/office/drawing/2014/main" id="{08A2343F-A608-43A7-8B96-AAD226CB0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976"/>
                <a:ext cx="3" cy="20"/>
              </a:xfrm>
              <a:custGeom>
                <a:avLst/>
                <a:gdLst>
                  <a:gd name="T0" fmla="*/ 8 w 2"/>
                  <a:gd name="T1" fmla="*/ 0 h 12"/>
                  <a:gd name="T2" fmla="*/ 0 w 2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1" y="4"/>
                      <a:pt x="1" y="8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7" name="Freeform 3788">
                <a:extLst>
                  <a:ext uri="{FF2B5EF4-FFF2-40B4-BE49-F238E27FC236}">
                    <a16:creationId xmlns:a16="http://schemas.microsoft.com/office/drawing/2014/main" id="{9B0BC479-76ED-4FE1-A53B-96390C123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3023"/>
                <a:ext cx="17" cy="14"/>
              </a:xfrm>
              <a:custGeom>
                <a:avLst/>
                <a:gdLst>
                  <a:gd name="T0" fmla="*/ 0 w 11"/>
                  <a:gd name="T1" fmla="*/ 22 h 9"/>
                  <a:gd name="T2" fmla="*/ 40 w 1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4" y="9"/>
                      <a:pt x="9" y="7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8" name="Freeform 3789">
                <a:extLst>
                  <a:ext uri="{FF2B5EF4-FFF2-40B4-BE49-F238E27FC236}">
                    <a16:creationId xmlns:a16="http://schemas.microsoft.com/office/drawing/2014/main" id="{2821762A-7F7D-45D0-B53B-5073F0F7D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986"/>
                <a:ext cx="26" cy="20"/>
              </a:xfrm>
              <a:custGeom>
                <a:avLst/>
                <a:gdLst>
                  <a:gd name="T0" fmla="*/ 0 w 17"/>
                  <a:gd name="T1" fmla="*/ 8 h 12"/>
                  <a:gd name="T2" fmla="*/ 18 w 17"/>
                  <a:gd name="T3" fmla="*/ 5 h 12"/>
                  <a:gd name="T4" fmla="*/ 40 w 17"/>
                  <a:gd name="T5" fmla="*/ 13 h 12"/>
                  <a:gd name="T6" fmla="*/ 54 w 17"/>
                  <a:gd name="T7" fmla="*/ 37 h 12"/>
                  <a:gd name="T8" fmla="*/ 61 w 17"/>
                  <a:gd name="T9" fmla="*/ 5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0" y="2"/>
                    </a:moveTo>
                    <a:cubicBezTo>
                      <a:pt x="2" y="4"/>
                      <a:pt x="3" y="2"/>
                      <a:pt x="5" y="1"/>
                    </a:cubicBezTo>
                    <a:cubicBezTo>
                      <a:pt x="7" y="0"/>
                      <a:pt x="9" y="1"/>
                      <a:pt x="11" y="3"/>
                    </a:cubicBezTo>
                    <a:cubicBezTo>
                      <a:pt x="12" y="4"/>
                      <a:pt x="13" y="7"/>
                      <a:pt x="15" y="8"/>
                    </a:cubicBezTo>
                    <a:cubicBezTo>
                      <a:pt x="16" y="9"/>
                      <a:pt x="17" y="10"/>
                      <a:pt x="17" y="12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9" name="Freeform 3790">
                <a:extLst>
                  <a:ext uri="{FF2B5EF4-FFF2-40B4-BE49-F238E27FC236}">
                    <a16:creationId xmlns:a16="http://schemas.microsoft.com/office/drawing/2014/main" id="{6C34E1EC-F0E7-4882-9629-8113DE29F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3042"/>
                <a:ext cx="5" cy="13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0" name="Freeform 3791">
                <a:extLst>
                  <a:ext uri="{FF2B5EF4-FFF2-40B4-BE49-F238E27FC236}">
                    <a16:creationId xmlns:a16="http://schemas.microsoft.com/office/drawing/2014/main" id="{3E37DC51-1969-48A8-9E1D-1886E543A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039"/>
                <a:ext cx="6" cy="12"/>
              </a:xfrm>
              <a:custGeom>
                <a:avLst/>
                <a:gdLst>
                  <a:gd name="T0" fmla="*/ 0 w 4"/>
                  <a:gd name="T1" fmla="*/ 0 h 7"/>
                  <a:gd name="T2" fmla="*/ 14 w 4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1" y="1"/>
                      <a:pt x="3" y="6"/>
                      <a:pt x="4" y="7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1" name="Freeform 3792">
                <a:extLst>
                  <a:ext uri="{FF2B5EF4-FFF2-40B4-BE49-F238E27FC236}">
                    <a16:creationId xmlns:a16="http://schemas.microsoft.com/office/drawing/2014/main" id="{A085FF7F-339F-48AD-9EAA-02A3B32CB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988"/>
                <a:ext cx="5" cy="7"/>
              </a:xfrm>
              <a:custGeom>
                <a:avLst/>
                <a:gdLst>
                  <a:gd name="T0" fmla="*/ 5 w 3"/>
                  <a:gd name="T1" fmla="*/ 0 h 4"/>
                  <a:gd name="T2" fmla="*/ 0 w 3"/>
                  <a:gd name="T3" fmla="*/ 16 h 4"/>
                  <a:gd name="T4" fmla="*/ 13 w 3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2" y="2"/>
                      <a:pt x="3" y="1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2" name="Freeform 3793">
                <a:extLst>
                  <a:ext uri="{FF2B5EF4-FFF2-40B4-BE49-F238E27FC236}">
                    <a16:creationId xmlns:a16="http://schemas.microsoft.com/office/drawing/2014/main" id="{450E43BE-BDC1-4A42-89DF-4BAFF192E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3003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3" name="Freeform 3794">
                <a:extLst>
                  <a:ext uri="{FF2B5EF4-FFF2-40B4-BE49-F238E27FC236}">
                    <a16:creationId xmlns:a16="http://schemas.microsoft.com/office/drawing/2014/main" id="{2F41F030-2CA1-4027-8D0F-52DD5DEDA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3021"/>
                <a:ext cx="7" cy="5"/>
              </a:xfrm>
              <a:custGeom>
                <a:avLst/>
                <a:gdLst>
                  <a:gd name="T0" fmla="*/ 21 w 4"/>
                  <a:gd name="T1" fmla="*/ 8 h 3"/>
                  <a:gd name="T2" fmla="*/ 0 w 4"/>
                  <a:gd name="T3" fmla="*/ 8 h 3"/>
                  <a:gd name="T4" fmla="*/ 16 w 4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2"/>
                      <a:pt x="1" y="0"/>
                      <a:pt x="0" y="2"/>
                    </a:cubicBezTo>
                    <a:cubicBezTo>
                      <a:pt x="1" y="3"/>
                      <a:pt x="3" y="2"/>
                      <a:pt x="3" y="3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4" name="Freeform 3795">
                <a:extLst>
                  <a:ext uri="{FF2B5EF4-FFF2-40B4-BE49-F238E27FC236}">
                    <a16:creationId xmlns:a16="http://schemas.microsoft.com/office/drawing/2014/main" id="{3ECDA9A4-4509-4FC0-97A0-DEE089943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300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5" name="Freeform 3796">
                <a:extLst>
                  <a:ext uri="{FF2B5EF4-FFF2-40B4-BE49-F238E27FC236}">
                    <a16:creationId xmlns:a16="http://schemas.microsoft.com/office/drawing/2014/main" id="{34B5D1E4-44C7-445C-AD51-76A3232B6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303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6" name="Freeform 3797">
                <a:extLst>
                  <a:ext uri="{FF2B5EF4-FFF2-40B4-BE49-F238E27FC236}">
                    <a16:creationId xmlns:a16="http://schemas.microsoft.com/office/drawing/2014/main" id="{F3C85639-5854-434F-BECD-2F8021E42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046"/>
                <a:ext cx="5" cy="5"/>
              </a:xfrm>
              <a:custGeom>
                <a:avLst/>
                <a:gdLst>
                  <a:gd name="T0" fmla="*/ 5 w 3"/>
                  <a:gd name="T1" fmla="*/ 13 h 3"/>
                  <a:gd name="T2" fmla="*/ 13 w 3"/>
                  <a:gd name="T3" fmla="*/ 0 h 3"/>
                  <a:gd name="T4" fmla="*/ 0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7" name="Freeform 3798">
                <a:extLst>
                  <a:ext uri="{FF2B5EF4-FFF2-40B4-BE49-F238E27FC236}">
                    <a16:creationId xmlns:a16="http://schemas.microsoft.com/office/drawing/2014/main" id="{20C7BB4A-7725-4B43-A43C-52160ADF1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993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8" name="Freeform 3799">
                <a:extLst>
                  <a:ext uri="{FF2B5EF4-FFF2-40B4-BE49-F238E27FC236}">
                    <a16:creationId xmlns:a16="http://schemas.microsoft.com/office/drawing/2014/main" id="{B00314D6-4291-45A1-92FD-22741150E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634"/>
                <a:ext cx="147" cy="115"/>
              </a:xfrm>
              <a:custGeom>
                <a:avLst/>
                <a:gdLst>
                  <a:gd name="T0" fmla="*/ 29 w 95"/>
                  <a:gd name="T1" fmla="*/ 117 h 70"/>
                  <a:gd name="T2" fmla="*/ 77 w 95"/>
                  <a:gd name="T3" fmla="*/ 276 h 70"/>
                  <a:gd name="T4" fmla="*/ 275 w 95"/>
                  <a:gd name="T5" fmla="*/ 268 h 70"/>
                  <a:gd name="T6" fmla="*/ 340 w 95"/>
                  <a:gd name="T7" fmla="*/ 117 h 70"/>
                  <a:gd name="T8" fmla="*/ 29 w 95"/>
                  <a:gd name="T9" fmla="*/ 117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70">
                    <a:moveTo>
                      <a:pt x="8" y="26"/>
                    </a:moveTo>
                    <a:cubicBezTo>
                      <a:pt x="0" y="40"/>
                      <a:pt x="7" y="54"/>
                      <a:pt x="21" y="62"/>
                    </a:cubicBezTo>
                    <a:cubicBezTo>
                      <a:pt x="36" y="70"/>
                      <a:pt x="58" y="68"/>
                      <a:pt x="74" y="60"/>
                    </a:cubicBezTo>
                    <a:cubicBezTo>
                      <a:pt x="94" y="50"/>
                      <a:pt x="95" y="37"/>
                      <a:pt x="92" y="26"/>
                    </a:cubicBezTo>
                    <a:cubicBezTo>
                      <a:pt x="83" y="1"/>
                      <a:pt x="24" y="0"/>
                      <a:pt x="8" y="26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9" name="Freeform 3800">
                <a:extLst>
                  <a:ext uri="{FF2B5EF4-FFF2-40B4-BE49-F238E27FC236}">
                    <a16:creationId xmlns:a16="http://schemas.microsoft.com/office/drawing/2014/main" id="{AE087BD1-05C4-4ABF-A910-E82534D5F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655"/>
                <a:ext cx="76" cy="58"/>
              </a:xfrm>
              <a:custGeom>
                <a:avLst/>
                <a:gdLst>
                  <a:gd name="T0" fmla="*/ 0 w 49"/>
                  <a:gd name="T1" fmla="*/ 60 h 35"/>
                  <a:gd name="T2" fmla="*/ 161 w 49"/>
                  <a:gd name="T3" fmla="*/ 55 h 35"/>
                  <a:gd name="T4" fmla="*/ 123 w 49"/>
                  <a:gd name="T5" fmla="*/ 138 h 35"/>
                  <a:gd name="T6" fmla="*/ 5 w 49"/>
                  <a:gd name="T7" fmla="*/ 15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5">
                    <a:moveTo>
                      <a:pt x="0" y="13"/>
                    </a:moveTo>
                    <a:cubicBezTo>
                      <a:pt x="23" y="3"/>
                      <a:pt x="37" y="0"/>
                      <a:pt x="43" y="12"/>
                    </a:cubicBezTo>
                    <a:cubicBezTo>
                      <a:pt x="49" y="24"/>
                      <a:pt x="33" y="30"/>
                      <a:pt x="33" y="30"/>
                    </a:cubicBezTo>
                    <a:cubicBezTo>
                      <a:pt x="1" y="35"/>
                      <a:pt x="1" y="35"/>
                      <a:pt x="1" y="35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0" name="Freeform 3801">
                <a:extLst>
                  <a:ext uri="{FF2B5EF4-FFF2-40B4-BE49-F238E27FC236}">
                    <a16:creationId xmlns:a16="http://schemas.microsoft.com/office/drawing/2014/main" id="{440FEB0B-59D9-4888-8B7F-CC5F499F1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680"/>
                <a:ext cx="87" cy="38"/>
              </a:xfrm>
              <a:custGeom>
                <a:avLst/>
                <a:gdLst>
                  <a:gd name="T0" fmla="*/ 5 w 56"/>
                  <a:gd name="T1" fmla="*/ 46 h 23"/>
                  <a:gd name="T2" fmla="*/ 75 w 56"/>
                  <a:gd name="T3" fmla="*/ 96 h 23"/>
                  <a:gd name="T4" fmla="*/ 196 w 56"/>
                  <a:gd name="T5" fmla="*/ 58 h 23"/>
                  <a:gd name="T6" fmla="*/ 210 w 56"/>
                  <a:gd name="T7" fmla="*/ 8 h 23"/>
                  <a:gd name="T8" fmla="*/ 210 w 56"/>
                  <a:gd name="T9" fmla="*/ 8 h 23"/>
                  <a:gd name="T10" fmla="*/ 191 w 56"/>
                  <a:gd name="T11" fmla="*/ 58 h 23"/>
                  <a:gd name="T12" fmla="*/ 75 w 56"/>
                  <a:gd name="T13" fmla="*/ 96 h 23"/>
                  <a:gd name="T14" fmla="*/ 5 w 56"/>
                  <a:gd name="T15" fmla="*/ 46 h 23"/>
                  <a:gd name="T16" fmla="*/ 14 w 56"/>
                  <a:gd name="T17" fmla="*/ 0 h 23"/>
                  <a:gd name="T18" fmla="*/ 14 w 56"/>
                  <a:gd name="T19" fmla="*/ 0 h 23"/>
                  <a:gd name="T20" fmla="*/ 5 w 56"/>
                  <a:gd name="T21" fmla="*/ 46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3">
                    <a:moveTo>
                      <a:pt x="1" y="10"/>
                    </a:moveTo>
                    <a:cubicBezTo>
                      <a:pt x="3" y="16"/>
                      <a:pt x="10" y="20"/>
                      <a:pt x="20" y="21"/>
                    </a:cubicBezTo>
                    <a:cubicBezTo>
                      <a:pt x="30" y="23"/>
                      <a:pt x="45" y="20"/>
                      <a:pt x="52" y="13"/>
                    </a:cubicBezTo>
                    <a:cubicBezTo>
                      <a:pt x="55" y="10"/>
                      <a:pt x="56" y="6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6"/>
                      <a:pt x="55" y="9"/>
                      <a:pt x="51" y="13"/>
                    </a:cubicBezTo>
                    <a:cubicBezTo>
                      <a:pt x="44" y="20"/>
                      <a:pt x="30" y="22"/>
                      <a:pt x="20" y="21"/>
                    </a:cubicBezTo>
                    <a:cubicBezTo>
                      <a:pt x="10" y="19"/>
                      <a:pt x="3" y="15"/>
                      <a:pt x="1" y="10"/>
                    </a:cubicBezTo>
                    <a:cubicBezTo>
                      <a:pt x="0" y="7"/>
                      <a:pt x="1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3"/>
                      <a:pt x="0" y="7"/>
                      <a:pt x="1" y="10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1" name="Freeform 3802">
                <a:extLst>
                  <a:ext uri="{FF2B5EF4-FFF2-40B4-BE49-F238E27FC236}">
                    <a16:creationId xmlns:a16="http://schemas.microsoft.com/office/drawing/2014/main" id="{3174083E-DB87-4AB3-93B7-7E803B2FD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843"/>
                <a:ext cx="147" cy="114"/>
              </a:xfrm>
              <a:custGeom>
                <a:avLst/>
                <a:gdLst>
                  <a:gd name="T0" fmla="*/ 26 w 95"/>
                  <a:gd name="T1" fmla="*/ 112 h 69"/>
                  <a:gd name="T2" fmla="*/ 77 w 95"/>
                  <a:gd name="T3" fmla="*/ 276 h 69"/>
                  <a:gd name="T4" fmla="*/ 275 w 95"/>
                  <a:gd name="T5" fmla="*/ 264 h 69"/>
                  <a:gd name="T6" fmla="*/ 337 w 95"/>
                  <a:gd name="T7" fmla="*/ 112 h 69"/>
                  <a:gd name="T8" fmla="*/ 26 w 95"/>
                  <a:gd name="T9" fmla="*/ 11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69">
                    <a:moveTo>
                      <a:pt x="7" y="25"/>
                    </a:moveTo>
                    <a:cubicBezTo>
                      <a:pt x="0" y="40"/>
                      <a:pt x="6" y="54"/>
                      <a:pt x="21" y="61"/>
                    </a:cubicBezTo>
                    <a:cubicBezTo>
                      <a:pt x="36" y="69"/>
                      <a:pt x="58" y="67"/>
                      <a:pt x="74" y="59"/>
                    </a:cubicBezTo>
                    <a:cubicBezTo>
                      <a:pt x="93" y="50"/>
                      <a:pt x="95" y="37"/>
                      <a:pt x="91" y="25"/>
                    </a:cubicBezTo>
                    <a:cubicBezTo>
                      <a:pt x="83" y="1"/>
                      <a:pt x="24" y="0"/>
                      <a:pt x="7" y="25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2" name="Freeform 3803">
                <a:extLst>
                  <a:ext uri="{FF2B5EF4-FFF2-40B4-BE49-F238E27FC236}">
                    <a16:creationId xmlns:a16="http://schemas.microsoft.com/office/drawing/2014/main" id="{FCE60985-EFD3-4097-B166-D29F3E1B9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878"/>
                <a:ext cx="31" cy="41"/>
              </a:xfrm>
              <a:custGeom>
                <a:avLst/>
                <a:gdLst>
                  <a:gd name="T0" fmla="*/ 29 w 20"/>
                  <a:gd name="T1" fmla="*/ 110 h 25"/>
                  <a:gd name="T2" fmla="*/ 74 w 20"/>
                  <a:gd name="T3" fmla="*/ 62 h 25"/>
                  <a:gd name="T4" fmla="*/ 22 w 20"/>
                  <a:gd name="T5" fmla="*/ 0 h 25"/>
                  <a:gd name="T6" fmla="*/ 0 w 20"/>
                  <a:gd name="T7" fmla="*/ 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5">
                    <a:moveTo>
                      <a:pt x="8" y="25"/>
                    </a:moveTo>
                    <a:cubicBezTo>
                      <a:pt x="16" y="22"/>
                      <a:pt x="20" y="14"/>
                      <a:pt x="20" y="1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3" name="Freeform 3804">
                <a:extLst>
                  <a:ext uri="{FF2B5EF4-FFF2-40B4-BE49-F238E27FC236}">
                    <a16:creationId xmlns:a16="http://schemas.microsoft.com/office/drawing/2014/main" id="{490A56D8-EA16-42B2-AF13-6C54B8A6D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887"/>
                <a:ext cx="88" cy="38"/>
              </a:xfrm>
              <a:custGeom>
                <a:avLst/>
                <a:gdLst>
                  <a:gd name="T0" fmla="*/ 5 w 57"/>
                  <a:gd name="T1" fmla="*/ 50 h 23"/>
                  <a:gd name="T2" fmla="*/ 74 w 57"/>
                  <a:gd name="T3" fmla="*/ 97 h 23"/>
                  <a:gd name="T4" fmla="*/ 196 w 57"/>
                  <a:gd name="T5" fmla="*/ 58 h 23"/>
                  <a:gd name="T6" fmla="*/ 205 w 57"/>
                  <a:gd name="T7" fmla="*/ 8 h 23"/>
                  <a:gd name="T8" fmla="*/ 205 w 57"/>
                  <a:gd name="T9" fmla="*/ 8 h 23"/>
                  <a:gd name="T10" fmla="*/ 191 w 57"/>
                  <a:gd name="T11" fmla="*/ 58 h 23"/>
                  <a:gd name="T12" fmla="*/ 74 w 57"/>
                  <a:gd name="T13" fmla="*/ 96 h 23"/>
                  <a:gd name="T14" fmla="*/ 8 w 57"/>
                  <a:gd name="T15" fmla="*/ 46 h 23"/>
                  <a:gd name="T16" fmla="*/ 19 w 57"/>
                  <a:gd name="T17" fmla="*/ 0 h 23"/>
                  <a:gd name="T18" fmla="*/ 19 w 57"/>
                  <a:gd name="T19" fmla="*/ 0 h 23"/>
                  <a:gd name="T20" fmla="*/ 5 w 57"/>
                  <a:gd name="T21" fmla="*/ 5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3">
                    <a:moveTo>
                      <a:pt x="1" y="11"/>
                    </a:moveTo>
                    <a:cubicBezTo>
                      <a:pt x="3" y="16"/>
                      <a:pt x="10" y="20"/>
                      <a:pt x="20" y="22"/>
                    </a:cubicBezTo>
                    <a:cubicBezTo>
                      <a:pt x="30" y="23"/>
                      <a:pt x="45" y="21"/>
                      <a:pt x="53" y="13"/>
                    </a:cubicBezTo>
                    <a:cubicBezTo>
                      <a:pt x="56" y="10"/>
                      <a:pt x="57" y="7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7" y="6"/>
                      <a:pt x="55" y="10"/>
                      <a:pt x="52" y="13"/>
                    </a:cubicBezTo>
                    <a:cubicBezTo>
                      <a:pt x="45" y="20"/>
                      <a:pt x="30" y="23"/>
                      <a:pt x="20" y="21"/>
                    </a:cubicBezTo>
                    <a:cubicBezTo>
                      <a:pt x="11" y="20"/>
                      <a:pt x="4" y="16"/>
                      <a:pt x="2" y="10"/>
                    </a:cubicBezTo>
                    <a:cubicBezTo>
                      <a:pt x="1" y="7"/>
                      <a:pt x="2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4"/>
                      <a:pt x="0" y="7"/>
                      <a:pt x="1" y="1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4" name="Freeform 3805">
                <a:extLst>
                  <a:ext uri="{FF2B5EF4-FFF2-40B4-BE49-F238E27FC236}">
                    <a16:creationId xmlns:a16="http://schemas.microsoft.com/office/drawing/2014/main" id="{94DF5EE1-82B0-4BD8-9268-DBBB04C92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826"/>
                <a:ext cx="127" cy="114"/>
              </a:xfrm>
              <a:custGeom>
                <a:avLst/>
                <a:gdLst>
                  <a:gd name="T0" fmla="*/ 0 w 82"/>
                  <a:gd name="T1" fmla="*/ 83 h 69"/>
                  <a:gd name="T2" fmla="*/ 0 w 82"/>
                  <a:gd name="T3" fmla="*/ 254 h 69"/>
                  <a:gd name="T4" fmla="*/ 29 w 82"/>
                  <a:gd name="T5" fmla="*/ 276 h 69"/>
                  <a:gd name="T6" fmla="*/ 226 w 82"/>
                  <a:gd name="T7" fmla="*/ 264 h 69"/>
                  <a:gd name="T8" fmla="*/ 290 w 82"/>
                  <a:gd name="T9" fmla="*/ 112 h 69"/>
                  <a:gd name="T10" fmla="*/ 0 w 82"/>
                  <a:gd name="T11" fmla="*/ 83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69">
                    <a:moveTo>
                      <a:pt x="0" y="18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3" y="58"/>
                      <a:pt x="5" y="60"/>
                      <a:pt x="8" y="61"/>
                    </a:cubicBezTo>
                    <a:cubicBezTo>
                      <a:pt x="23" y="69"/>
                      <a:pt x="45" y="67"/>
                      <a:pt x="61" y="59"/>
                    </a:cubicBezTo>
                    <a:cubicBezTo>
                      <a:pt x="80" y="50"/>
                      <a:pt x="82" y="37"/>
                      <a:pt x="78" y="25"/>
                    </a:cubicBezTo>
                    <a:cubicBezTo>
                      <a:pt x="71" y="3"/>
                      <a:pt x="22" y="0"/>
                      <a:pt x="0" y="18"/>
                    </a:cubicBezTo>
                    <a:close/>
                  </a:path>
                </a:pathLst>
              </a:custGeom>
              <a:solidFill>
                <a:srgbClr val="D24538"/>
              </a:solidFill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5" name="Freeform 3806">
                <a:extLst>
                  <a:ext uri="{FF2B5EF4-FFF2-40B4-BE49-F238E27FC236}">
                    <a16:creationId xmlns:a16="http://schemas.microsoft.com/office/drawing/2014/main" id="{4B648621-1CBA-49D7-B09E-F5615B2E9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850"/>
                <a:ext cx="53" cy="54"/>
              </a:xfrm>
              <a:custGeom>
                <a:avLst/>
                <a:gdLst>
                  <a:gd name="T0" fmla="*/ 53 w 34"/>
                  <a:gd name="T1" fmla="*/ 144 h 33"/>
                  <a:gd name="T2" fmla="*/ 125 w 34"/>
                  <a:gd name="T3" fmla="*/ 105 h 33"/>
                  <a:gd name="T4" fmla="*/ 90 w 34"/>
                  <a:gd name="T5" fmla="*/ 43 h 33"/>
                  <a:gd name="T6" fmla="*/ 42 w 34"/>
                  <a:gd name="T7" fmla="*/ 0 h 33"/>
                  <a:gd name="T8" fmla="*/ 0 w 34"/>
                  <a:gd name="T9" fmla="*/ 4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14" y="33"/>
                    </a:moveTo>
                    <a:cubicBezTo>
                      <a:pt x="30" y="33"/>
                      <a:pt x="32" y="30"/>
                      <a:pt x="33" y="24"/>
                    </a:cubicBezTo>
                    <a:cubicBezTo>
                      <a:pt x="34" y="18"/>
                      <a:pt x="24" y="10"/>
                      <a:pt x="24" y="1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11"/>
                      <a:pt x="0" y="11"/>
                      <a:pt x="0" y="11"/>
                    </a:cubicBezTo>
                  </a:path>
                </a:pathLst>
              </a:custGeom>
              <a:solidFill>
                <a:srgbClr val="B718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6" name="Freeform 3807">
                <a:extLst>
                  <a:ext uri="{FF2B5EF4-FFF2-40B4-BE49-F238E27FC236}">
                    <a16:creationId xmlns:a16="http://schemas.microsoft.com/office/drawing/2014/main" id="{5C795635-5962-493D-BAD1-64F4455B0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871"/>
                <a:ext cx="88" cy="38"/>
              </a:xfrm>
              <a:custGeom>
                <a:avLst/>
                <a:gdLst>
                  <a:gd name="T0" fmla="*/ 5 w 57"/>
                  <a:gd name="T1" fmla="*/ 46 h 23"/>
                  <a:gd name="T2" fmla="*/ 74 w 57"/>
                  <a:gd name="T3" fmla="*/ 97 h 23"/>
                  <a:gd name="T4" fmla="*/ 191 w 57"/>
                  <a:gd name="T5" fmla="*/ 58 h 23"/>
                  <a:gd name="T6" fmla="*/ 205 w 57"/>
                  <a:gd name="T7" fmla="*/ 8 h 23"/>
                  <a:gd name="T8" fmla="*/ 205 w 57"/>
                  <a:gd name="T9" fmla="*/ 8 h 23"/>
                  <a:gd name="T10" fmla="*/ 191 w 57"/>
                  <a:gd name="T11" fmla="*/ 58 h 23"/>
                  <a:gd name="T12" fmla="*/ 74 w 57"/>
                  <a:gd name="T13" fmla="*/ 96 h 23"/>
                  <a:gd name="T14" fmla="*/ 8 w 57"/>
                  <a:gd name="T15" fmla="*/ 46 h 23"/>
                  <a:gd name="T16" fmla="*/ 19 w 57"/>
                  <a:gd name="T17" fmla="*/ 0 h 23"/>
                  <a:gd name="T18" fmla="*/ 19 w 57"/>
                  <a:gd name="T19" fmla="*/ 0 h 23"/>
                  <a:gd name="T20" fmla="*/ 5 w 57"/>
                  <a:gd name="T21" fmla="*/ 46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3">
                    <a:moveTo>
                      <a:pt x="1" y="10"/>
                    </a:moveTo>
                    <a:cubicBezTo>
                      <a:pt x="3" y="16"/>
                      <a:pt x="10" y="20"/>
                      <a:pt x="20" y="22"/>
                    </a:cubicBezTo>
                    <a:cubicBezTo>
                      <a:pt x="30" y="23"/>
                      <a:pt x="45" y="21"/>
                      <a:pt x="52" y="13"/>
                    </a:cubicBezTo>
                    <a:cubicBezTo>
                      <a:pt x="56" y="10"/>
                      <a:pt x="57" y="6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7" y="6"/>
                      <a:pt x="55" y="10"/>
                      <a:pt x="52" y="13"/>
                    </a:cubicBezTo>
                    <a:cubicBezTo>
                      <a:pt x="45" y="20"/>
                      <a:pt x="30" y="23"/>
                      <a:pt x="20" y="21"/>
                    </a:cubicBezTo>
                    <a:cubicBezTo>
                      <a:pt x="11" y="20"/>
                      <a:pt x="4" y="15"/>
                      <a:pt x="2" y="10"/>
                    </a:cubicBezTo>
                    <a:cubicBezTo>
                      <a:pt x="1" y="7"/>
                      <a:pt x="2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4"/>
                      <a:pt x="0" y="7"/>
                      <a:pt x="1" y="10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7" name="Freeform 3808">
                <a:extLst>
                  <a:ext uri="{FF2B5EF4-FFF2-40B4-BE49-F238E27FC236}">
                    <a16:creationId xmlns:a16="http://schemas.microsoft.com/office/drawing/2014/main" id="{5FF6E560-D7A8-4E5B-AFFC-4BA51ED68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614"/>
                <a:ext cx="133" cy="142"/>
              </a:xfrm>
              <a:custGeom>
                <a:avLst/>
                <a:gdLst>
                  <a:gd name="T0" fmla="*/ 215 w 86"/>
                  <a:gd name="T1" fmla="*/ 332 h 86"/>
                  <a:gd name="T2" fmla="*/ 266 w 86"/>
                  <a:gd name="T3" fmla="*/ 112 h 86"/>
                  <a:gd name="T4" fmla="*/ 67 w 86"/>
                  <a:gd name="T5" fmla="*/ 76 h 86"/>
                  <a:gd name="T6" fmla="*/ 215 w 86"/>
                  <a:gd name="T7" fmla="*/ 33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86">
                    <a:moveTo>
                      <a:pt x="58" y="74"/>
                    </a:moveTo>
                    <a:cubicBezTo>
                      <a:pt x="79" y="68"/>
                      <a:pt x="86" y="45"/>
                      <a:pt x="72" y="25"/>
                    </a:cubicBezTo>
                    <a:cubicBezTo>
                      <a:pt x="57" y="5"/>
                      <a:pt x="35" y="0"/>
                      <a:pt x="18" y="17"/>
                    </a:cubicBezTo>
                    <a:cubicBezTo>
                      <a:pt x="0" y="34"/>
                      <a:pt x="23" y="86"/>
                      <a:pt x="58" y="74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8" name="Freeform 3809">
                <a:extLst>
                  <a:ext uri="{FF2B5EF4-FFF2-40B4-BE49-F238E27FC236}">
                    <a16:creationId xmlns:a16="http://schemas.microsoft.com/office/drawing/2014/main" id="{2ED22EF8-BE49-4DD9-A7AA-743F7FF54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637"/>
                <a:ext cx="63" cy="53"/>
              </a:xfrm>
              <a:custGeom>
                <a:avLst/>
                <a:gdLst>
                  <a:gd name="T0" fmla="*/ 0 w 41"/>
                  <a:gd name="T1" fmla="*/ 83 h 32"/>
                  <a:gd name="T2" fmla="*/ 88 w 41"/>
                  <a:gd name="T3" fmla="*/ 33 h 32"/>
                  <a:gd name="T4" fmla="*/ 141 w 41"/>
                  <a:gd name="T5" fmla="*/ 146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2">
                    <a:moveTo>
                      <a:pt x="0" y="18"/>
                    </a:moveTo>
                    <a:cubicBezTo>
                      <a:pt x="2" y="0"/>
                      <a:pt x="14" y="4"/>
                      <a:pt x="24" y="7"/>
                    </a:cubicBezTo>
                    <a:cubicBezTo>
                      <a:pt x="34" y="10"/>
                      <a:pt x="41" y="17"/>
                      <a:pt x="39" y="32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9" name="Freeform 3810">
                <a:extLst>
                  <a:ext uri="{FF2B5EF4-FFF2-40B4-BE49-F238E27FC236}">
                    <a16:creationId xmlns:a16="http://schemas.microsoft.com/office/drawing/2014/main" id="{1999CC78-FA63-4C90-BD54-D491CB6EA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658"/>
                <a:ext cx="68" cy="55"/>
              </a:xfrm>
              <a:custGeom>
                <a:avLst/>
                <a:gdLst>
                  <a:gd name="T0" fmla="*/ 141 w 44"/>
                  <a:gd name="T1" fmla="*/ 5 h 33"/>
                  <a:gd name="T2" fmla="*/ 150 w 44"/>
                  <a:gd name="T3" fmla="*/ 88 h 33"/>
                  <a:gd name="T4" fmla="*/ 96 w 44"/>
                  <a:gd name="T5" fmla="*/ 147 h 33"/>
                  <a:gd name="T6" fmla="*/ 26 w 44"/>
                  <a:gd name="T7" fmla="*/ 103 h 33"/>
                  <a:gd name="T8" fmla="*/ 14 w 44"/>
                  <a:gd name="T9" fmla="*/ 0 h 33"/>
                  <a:gd name="T10" fmla="*/ 14 w 44"/>
                  <a:gd name="T11" fmla="*/ 0 h 33"/>
                  <a:gd name="T12" fmla="*/ 22 w 44"/>
                  <a:gd name="T13" fmla="*/ 103 h 33"/>
                  <a:gd name="T14" fmla="*/ 96 w 44"/>
                  <a:gd name="T15" fmla="*/ 153 h 33"/>
                  <a:gd name="T16" fmla="*/ 155 w 44"/>
                  <a:gd name="T17" fmla="*/ 88 h 33"/>
                  <a:gd name="T18" fmla="*/ 141 w 44"/>
                  <a:gd name="T19" fmla="*/ 5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3">
                    <a:moveTo>
                      <a:pt x="38" y="1"/>
                    </a:moveTo>
                    <a:cubicBezTo>
                      <a:pt x="42" y="5"/>
                      <a:pt x="43" y="12"/>
                      <a:pt x="41" y="19"/>
                    </a:cubicBezTo>
                    <a:cubicBezTo>
                      <a:pt x="38" y="27"/>
                      <a:pt x="32" y="32"/>
                      <a:pt x="26" y="32"/>
                    </a:cubicBezTo>
                    <a:cubicBezTo>
                      <a:pt x="19" y="33"/>
                      <a:pt x="12" y="29"/>
                      <a:pt x="7" y="22"/>
                    </a:cubicBezTo>
                    <a:cubicBezTo>
                      <a:pt x="2" y="15"/>
                      <a:pt x="0" y="7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7"/>
                      <a:pt x="1" y="15"/>
                      <a:pt x="6" y="22"/>
                    </a:cubicBezTo>
                    <a:cubicBezTo>
                      <a:pt x="11" y="29"/>
                      <a:pt x="19" y="33"/>
                      <a:pt x="26" y="33"/>
                    </a:cubicBezTo>
                    <a:cubicBezTo>
                      <a:pt x="33" y="32"/>
                      <a:pt x="39" y="27"/>
                      <a:pt x="42" y="19"/>
                    </a:cubicBezTo>
                    <a:cubicBezTo>
                      <a:pt x="44" y="12"/>
                      <a:pt x="42" y="6"/>
                      <a:pt x="38" y="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0" name="Freeform 3811">
                <a:extLst>
                  <a:ext uri="{FF2B5EF4-FFF2-40B4-BE49-F238E27FC236}">
                    <a16:creationId xmlns:a16="http://schemas.microsoft.com/office/drawing/2014/main" id="{D768C172-FBB1-410C-928B-A3DF3D0A0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540"/>
                <a:ext cx="144" cy="105"/>
              </a:xfrm>
              <a:custGeom>
                <a:avLst/>
                <a:gdLst>
                  <a:gd name="T0" fmla="*/ 67 w 93"/>
                  <a:gd name="T1" fmla="*/ 21 h 64"/>
                  <a:gd name="T2" fmla="*/ 5 w 93"/>
                  <a:gd name="T3" fmla="*/ 159 h 64"/>
                  <a:gd name="T4" fmla="*/ 178 w 93"/>
                  <a:gd name="T5" fmla="*/ 264 h 64"/>
                  <a:gd name="T6" fmla="*/ 333 w 93"/>
                  <a:gd name="T7" fmla="*/ 118 h 64"/>
                  <a:gd name="T8" fmla="*/ 290 w 93"/>
                  <a:gd name="T9" fmla="*/ 18 h 64"/>
                  <a:gd name="T10" fmla="*/ 178 w 93"/>
                  <a:gd name="T11" fmla="*/ 21 h 64"/>
                  <a:gd name="T12" fmla="*/ 67 w 93"/>
                  <a:gd name="T13" fmla="*/ 2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64">
                    <a:moveTo>
                      <a:pt x="18" y="5"/>
                    </a:moveTo>
                    <a:cubicBezTo>
                      <a:pt x="7" y="10"/>
                      <a:pt x="0" y="20"/>
                      <a:pt x="1" y="36"/>
                    </a:cubicBezTo>
                    <a:cubicBezTo>
                      <a:pt x="3" y="56"/>
                      <a:pt x="22" y="64"/>
                      <a:pt x="48" y="60"/>
                    </a:cubicBezTo>
                    <a:cubicBezTo>
                      <a:pt x="73" y="56"/>
                      <a:pt x="86" y="49"/>
                      <a:pt x="90" y="27"/>
                    </a:cubicBezTo>
                    <a:cubicBezTo>
                      <a:pt x="93" y="17"/>
                      <a:pt x="88" y="8"/>
                      <a:pt x="78" y="4"/>
                    </a:cubicBezTo>
                    <a:cubicBezTo>
                      <a:pt x="68" y="0"/>
                      <a:pt x="61" y="4"/>
                      <a:pt x="48" y="5"/>
                    </a:cubicBezTo>
                    <a:cubicBezTo>
                      <a:pt x="41" y="5"/>
                      <a:pt x="29" y="0"/>
                      <a:pt x="18" y="5"/>
                    </a:cubicBezTo>
                    <a:close/>
                  </a:path>
                </a:pathLst>
              </a:custGeom>
              <a:solidFill>
                <a:srgbClr val="D24538"/>
              </a:solidFill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1" name="Freeform 3812">
                <a:extLst>
                  <a:ext uri="{FF2B5EF4-FFF2-40B4-BE49-F238E27FC236}">
                    <a16:creationId xmlns:a16="http://schemas.microsoft.com/office/drawing/2014/main" id="{C2292305-3D45-4382-8AB7-D239D94C8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564"/>
                <a:ext cx="42" cy="30"/>
              </a:xfrm>
              <a:custGeom>
                <a:avLst/>
                <a:gdLst>
                  <a:gd name="T0" fmla="*/ 0 w 27"/>
                  <a:gd name="T1" fmla="*/ 83 h 18"/>
                  <a:gd name="T2" fmla="*/ 8 w 2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11" y="16"/>
                      <a:pt x="27" y="3"/>
                      <a:pt x="2" y="0"/>
                    </a:cubicBezTo>
                  </a:path>
                </a:pathLst>
              </a:custGeom>
              <a:solidFill>
                <a:srgbClr val="B718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2" name="Freeform 3813">
                <a:extLst>
                  <a:ext uri="{FF2B5EF4-FFF2-40B4-BE49-F238E27FC236}">
                    <a16:creationId xmlns:a16="http://schemas.microsoft.com/office/drawing/2014/main" id="{9A685765-5B97-44E0-AB6B-8AD29B35B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571"/>
                <a:ext cx="86" cy="35"/>
              </a:xfrm>
              <a:custGeom>
                <a:avLst/>
                <a:gdLst>
                  <a:gd name="T0" fmla="*/ 190 w 56"/>
                  <a:gd name="T1" fmla="*/ 5 h 21"/>
                  <a:gd name="T2" fmla="*/ 198 w 56"/>
                  <a:gd name="T3" fmla="*/ 22 h 21"/>
                  <a:gd name="T4" fmla="*/ 88 w 56"/>
                  <a:gd name="T5" fmla="*/ 88 h 21"/>
                  <a:gd name="T6" fmla="*/ 5 w 56"/>
                  <a:gd name="T7" fmla="*/ 50 h 21"/>
                  <a:gd name="T8" fmla="*/ 26 w 56"/>
                  <a:gd name="T9" fmla="*/ 0 h 21"/>
                  <a:gd name="T10" fmla="*/ 26 w 56"/>
                  <a:gd name="T11" fmla="*/ 0 h 21"/>
                  <a:gd name="T12" fmla="*/ 5 w 56"/>
                  <a:gd name="T13" fmla="*/ 50 h 21"/>
                  <a:gd name="T14" fmla="*/ 89 w 56"/>
                  <a:gd name="T15" fmla="*/ 88 h 21"/>
                  <a:gd name="T16" fmla="*/ 198 w 56"/>
                  <a:gd name="T17" fmla="*/ 22 h 21"/>
                  <a:gd name="T18" fmla="*/ 190 w 56"/>
                  <a:gd name="T19" fmla="*/ 5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21">
                    <a:moveTo>
                      <a:pt x="53" y="1"/>
                    </a:moveTo>
                    <a:cubicBezTo>
                      <a:pt x="54" y="1"/>
                      <a:pt x="55" y="3"/>
                      <a:pt x="55" y="5"/>
                    </a:cubicBezTo>
                    <a:cubicBezTo>
                      <a:pt x="54" y="9"/>
                      <a:pt x="45" y="16"/>
                      <a:pt x="24" y="19"/>
                    </a:cubicBezTo>
                    <a:cubicBezTo>
                      <a:pt x="9" y="20"/>
                      <a:pt x="3" y="15"/>
                      <a:pt x="1" y="11"/>
                    </a:cubicBezTo>
                    <a:cubicBezTo>
                      <a:pt x="1" y="7"/>
                      <a:pt x="3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2"/>
                      <a:pt x="0" y="7"/>
                      <a:pt x="1" y="11"/>
                    </a:cubicBezTo>
                    <a:cubicBezTo>
                      <a:pt x="2" y="16"/>
                      <a:pt x="9" y="21"/>
                      <a:pt x="25" y="19"/>
                    </a:cubicBezTo>
                    <a:cubicBezTo>
                      <a:pt x="44" y="17"/>
                      <a:pt x="54" y="10"/>
                      <a:pt x="55" y="5"/>
                    </a:cubicBezTo>
                    <a:cubicBezTo>
                      <a:pt x="56" y="3"/>
                      <a:pt x="55" y="2"/>
                      <a:pt x="53" y="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3" name="Freeform 3814">
                <a:extLst>
                  <a:ext uri="{FF2B5EF4-FFF2-40B4-BE49-F238E27FC236}">
                    <a16:creationId xmlns:a16="http://schemas.microsoft.com/office/drawing/2014/main" id="{76F159CB-AE82-4A60-A254-1DDC92015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744"/>
                <a:ext cx="102" cy="112"/>
              </a:xfrm>
              <a:custGeom>
                <a:avLst/>
                <a:gdLst>
                  <a:gd name="T0" fmla="*/ 196 w 66"/>
                  <a:gd name="T1" fmla="*/ 68 h 68"/>
                  <a:gd name="T2" fmla="*/ 127 w 66"/>
                  <a:gd name="T3" fmla="*/ 5 h 68"/>
                  <a:gd name="T4" fmla="*/ 48 w 66"/>
                  <a:gd name="T5" fmla="*/ 26 h 68"/>
                  <a:gd name="T6" fmla="*/ 76 w 66"/>
                  <a:gd name="T7" fmla="*/ 247 h 68"/>
                  <a:gd name="T8" fmla="*/ 232 w 66"/>
                  <a:gd name="T9" fmla="*/ 214 h 68"/>
                  <a:gd name="T10" fmla="*/ 196 w 66"/>
                  <a:gd name="T11" fmla="*/ 6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68">
                    <a:moveTo>
                      <a:pt x="53" y="15"/>
                    </a:moveTo>
                    <a:cubicBezTo>
                      <a:pt x="48" y="8"/>
                      <a:pt x="43" y="2"/>
                      <a:pt x="34" y="1"/>
                    </a:cubicBezTo>
                    <a:cubicBezTo>
                      <a:pt x="27" y="0"/>
                      <a:pt x="19" y="1"/>
                      <a:pt x="13" y="6"/>
                    </a:cubicBezTo>
                    <a:cubicBezTo>
                      <a:pt x="0" y="18"/>
                      <a:pt x="4" y="43"/>
                      <a:pt x="21" y="55"/>
                    </a:cubicBezTo>
                    <a:cubicBezTo>
                      <a:pt x="38" y="68"/>
                      <a:pt x="58" y="61"/>
                      <a:pt x="63" y="48"/>
                    </a:cubicBezTo>
                    <a:cubicBezTo>
                      <a:pt x="66" y="36"/>
                      <a:pt x="63" y="30"/>
                      <a:pt x="53" y="15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4" name="Freeform 3815">
                <a:extLst>
                  <a:ext uri="{FF2B5EF4-FFF2-40B4-BE49-F238E27FC236}">
                    <a16:creationId xmlns:a16="http://schemas.microsoft.com/office/drawing/2014/main" id="{75D13524-4AA2-40C1-80D4-827B150C3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756"/>
                <a:ext cx="50" cy="62"/>
              </a:xfrm>
              <a:custGeom>
                <a:avLst/>
                <a:gdLst>
                  <a:gd name="T0" fmla="*/ 0 w 32"/>
                  <a:gd name="T1" fmla="*/ 64 h 38"/>
                  <a:gd name="T2" fmla="*/ 81 w 32"/>
                  <a:gd name="T3" fmla="*/ 54 h 38"/>
                  <a:gd name="T4" fmla="*/ 122 w 32"/>
                  <a:gd name="T5" fmla="*/ 165 h 38"/>
                  <a:gd name="T6" fmla="*/ 8 w 32"/>
                  <a:gd name="T7" fmla="*/ 139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8">
                    <a:moveTo>
                      <a:pt x="0" y="15"/>
                    </a:moveTo>
                    <a:cubicBezTo>
                      <a:pt x="10" y="0"/>
                      <a:pt x="12" y="4"/>
                      <a:pt x="21" y="12"/>
                    </a:cubicBezTo>
                    <a:cubicBezTo>
                      <a:pt x="30" y="21"/>
                      <a:pt x="32" y="38"/>
                      <a:pt x="32" y="38"/>
                    </a:cubicBezTo>
                    <a:cubicBezTo>
                      <a:pt x="2" y="32"/>
                      <a:pt x="2" y="32"/>
                      <a:pt x="2" y="32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5" name="Freeform 3816">
                <a:extLst>
                  <a:ext uri="{FF2B5EF4-FFF2-40B4-BE49-F238E27FC236}">
                    <a16:creationId xmlns:a16="http://schemas.microsoft.com/office/drawing/2014/main" id="{AAF9D82E-355A-4155-B772-C6F0605D6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2765"/>
                <a:ext cx="51" cy="60"/>
              </a:xfrm>
              <a:custGeom>
                <a:avLst/>
                <a:gdLst>
                  <a:gd name="T0" fmla="*/ 122 w 33"/>
                  <a:gd name="T1" fmla="*/ 105 h 36"/>
                  <a:gd name="T2" fmla="*/ 96 w 33"/>
                  <a:gd name="T3" fmla="*/ 158 h 36"/>
                  <a:gd name="T4" fmla="*/ 22 w 33"/>
                  <a:gd name="T5" fmla="*/ 105 h 36"/>
                  <a:gd name="T6" fmla="*/ 14 w 33"/>
                  <a:gd name="T7" fmla="*/ 28 h 36"/>
                  <a:gd name="T8" fmla="*/ 48 w 33"/>
                  <a:gd name="T9" fmla="*/ 0 h 36"/>
                  <a:gd name="T10" fmla="*/ 48 w 33"/>
                  <a:gd name="T11" fmla="*/ 0 h 36"/>
                  <a:gd name="T12" fmla="*/ 12 w 33"/>
                  <a:gd name="T13" fmla="*/ 22 h 36"/>
                  <a:gd name="T14" fmla="*/ 22 w 33"/>
                  <a:gd name="T15" fmla="*/ 105 h 36"/>
                  <a:gd name="T16" fmla="*/ 96 w 33"/>
                  <a:gd name="T17" fmla="*/ 162 h 36"/>
                  <a:gd name="T18" fmla="*/ 122 w 33"/>
                  <a:gd name="T19" fmla="*/ 105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36">
                    <a:moveTo>
                      <a:pt x="33" y="23"/>
                    </a:moveTo>
                    <a:cubicBezTo>
                      <a:pt x="33" y="28"/>
                      <a:pt x="30" y="33"/>
                      <a:pt x="26" y="34"/>
                    </a:cubicBezTo>
                    <a:cubicBezTo>
                      <a:pt x="20" y="36"/>
                      <a:pt x="12" y="33"/>
                      <a:pt x="6" y="23"/>
                    </a:cubicBezTo>
                    <a:cubicBezTo>
                      <a:pt x="1" y="14"/>
                      <a:pt x="2" y="9"/>
                      <a:pt x="4" y="6"/>
                    </a:cubicBezTo>
                    <a:cubicBezTo>
                      <a:pt x="6" y="2"/>
                      <a:pt x="10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6" y="1"/>
                      <a:pt x="3" y="5"/>
                    </a:cubicBezTo>
                    <a:cubicBezTo>
                      <a:pt x="1" y="9"/>
                      <a:pt x="0" y="14"/>
                      <a:pt x="6" y="23"/>
                    </a:cubicBezTo>
                    <a:cubicBezTo>
                      <a:pt x="12" y="34"/>
                      <a:pt x="20" y="36"/>
                      <a:pt x="26" y="35"/>
                    </a:cubicBezTo>
                    <a:cubicBezTo>
                      <a:pt x="31" y="33"/>
                      <a:pt x="33" y="29"/>
                      <a:pt x="33" y="23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6" name="Freeform 3817">
                <a:extLst>
                  <a:ext uri="{FF2B5EF4-FFF2-40B4-BE49-F238E27FC236}">
                    <a16:creationId xmlns:a16="http://schemas.microsoft.com/office/drawing/2014/main" id="{DE24E1E5-EA94-4234-ACD3-D5B93519C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673"/>
                <a:ext cx="102" cy="112"/>
              </a:xfrm>
              <a:custGeom>
                <a:avLst/>
                <a:gdLst>
                  <a:gd name="T0" fmla="*/ 196 w 66"/>
                  <a:gd name="T1" fmla="*/ 68 h 68"/>
                  <a:gd name="T2" fmla="*/ 128 w 66"/>
                  <a:gd name="T3" fmla="*/ 0 h 68"/>
                  <a:gd name="T4" fmla="*/ 53 w 66"/>
                  <a:gd name="T5" fmla="*/ 26 h 68"/>
                  <a:gd name="T6" fmla="*/ 76 w 66"/>
                  <a:gd name="T7" fmla="*/ 247 h 68"/>
                  <a:gd name="T8" fmla="*/ 232 w 66"/>
                  <a:gd name="T9" fmla="*/ 214 h 68"/>
                  <a:gd name="T10" fmla="*/ 196 w 66"/>
                  <a:gd name="T11" fmla="*/ 6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68">
                    <a:moveTo>
                      <a:pt x="53" y="15"/>
                    </a:moveTo>
                    <a:cubicBezTo>
                      <a:pt x="48" y="7"/>
                      <a:pt x="43" y="1"/>
                      <a:pt x="35" y="0"/>
                    </a:cubicBezTo>
                    <a:cubicBezTo>
                      <a:pt x="27" y="0"/>
                      <a:pt x="20" y="1"/>
                      <a:pt x="14" y="6"/>
                    </a:cubicBezTo>
                    <a:cubicBezTo>
                      <a:pt x="0" y="18"/>
                      <a:pt x="4" y="43"/>
                      <a:pt x="21" y="55"/>
                    </a:cubicBezTo>
                    <a:cubicBezTo>
                      <a:pt x="39" y="68"/>
                      <a:pt x="58" y="61"/>
                      <a:pt x="63" y="48"/>
                    </a:cubicBezTo>
                    <a:cubicBezTo>
                      <a:pt x="66" y="36"/>
                      <a:pt x="63" y="30"/>
                      <a:pt x="53" y="15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7" name="Freeform 3818">
                <a:extLst>
                  <a:ext uri="{FF2B5EF4-FFF2-40B4-BE49-F238E27FC236}">
                    <a16:creationId xmlns:a16="http://schemas.microsoft.com/office/drawing/2014/main" id="{9AD08EDA-1CAC-460C-BC33-F1D0A33DB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693"/>
                <a:ext cx="53" cy="58"/>
              </a:xfrm>
              <a:custGeom>
                <a:avLst/>
                <a:gdLst>
                  <a:gd name="T0" fmla="*/ 47 w 34"/>
                  <a:gd name="T1" fmla="*/ 0 h 35"/>
                  <a:gd name="T2" fmla="*/ 12 w 34"/>
                  <a:gd name="T3" fmla="*/ 68 h 35"/>
                  <a:gd name="T4" fmla="*/ 61 w 34"/>
                  <a:gd name="T5" fmla="*/ 146 h 35"/>
                  <a:gd name="T6" fmla="*/ 122 w 34"/>
                  <a:gd name="T7" fmla="*/ 104 h 35"/>
                  <a:gd name="T8" fmla="*/ 47 w 34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12" y="0"/>
                    </a:moveTo>
                    <a:cubicBezTo>
                      <a:pt x="5" y="0"/>
                      <a:pt x="0" y="5"/>
                      <a:pt x="3" y="15"/>
                    </a:cubicBezTo>
                    <a:cubicBezTo>
                      <a:pt x="6" y="25"/>
                      <a:pt x="7" y="29"/>
                      <a:pt x="16" y="32"/>
                    </a:cubicBezTo>
                    <a:cubicBezTo>
                      <a:pt x="26" y="35"/>
                      <a:pt x="31" y="32"/>
                      <a:pt x="32" y="23"/>
                    </a:cubicBezTo>
                    <a:cubicBezTo>
                      <a:pt x="34" y="14"/>
                      <a:pt x="20" y="1"/>
                      <a:pt x="12" y="0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8" name="Freeform 3819">
                <a:extLst>
                  <a:ext uri="{FF2B5EF4-FFF2-40B4-BE49-F238E27FC236}">
                    <a16:creationId xmlns:a16="http://schemas.microsoft.com/office/drawing/2014/main" id="{F5EE1BE0-3E18-4036-91AA-39567D67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693"/>
                <a:ext cx="50" cy="61"/>
              </a:xfrm>
              <a:custGeom>
                <a:avLst/>
                <a:gdLst>
                  <a:gd name="T0" fmla="*/ 122 w 32"/>
                  <a:gd name="T1" fmla="*/ 104 h 37"/>
                  <a:gd name="T2" fmla="*/ 95 w 32"/>
                  <a:gd name="T3" fmla="*/ 158 h 37"/>
                  <a:gd name="T4" fmla="*/ 20 w 32"/>
                  <a:gd name="T5" fmla="*/ 109 h 37"/>
                  <a:gd name="T6" fmla="*/ 13 w 32"/>
                  <a:gd name="T7" fmla="*/ 26 h 37"/>
                  <a:gd name="T8" fmla="*/ 47 w 32"/>
                  <a:gd name="T9" fmla="*/ 0 h 37"/>
                  <a:gd name="T10" fmla="*/ 47 w 32"/>
                  <a:gd name="T11" fmla="*/ 0 h 37"/>
                  <a:gd name="T12" fmla="*/ 13 w 32"/>
                  <a:gd name="T13" fmla="*/ 26 h 37"/>
                  <a:gd name="T14" fmla="*/ 20 w 32"/>
                  <a:gd name="T15" fmla="*/ 109 h 37"/>
                  <a:gd name="T16" fmla="*/ 95 w 32"/>
                  <a:gd name="T17" fmla="*/ 158 h 37"/>
                  <a:gd name="T18" fmla="*/ 122 w 32"/>
                  <a:gd name="T19" fmla="*/ 104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37">
                    <a:moveTo>
                      <a:pt x="32" y="23"/>
                    </a:moveTo>
                    <a:cubicBezTo>
                      <a:pt x="32" y="29"/>
                      <a:pt x="30" y="33"/>
                      <a:pt x="25" y="35"/>
                    </a:cubicBezTo>
                    <a:cubicBezTo>
                      <a:pt x="20" y="36"/>
                      <a:pt x="11" y="34"/>
                      <a:pt x="5" y="24"/>
                    </a:cubicBezTo>
                    <a:cubicBezTo>
                      <a:pt x="0" y="15"/>
                      <a:pt x="1" y="10"/>
                      <a:pt x="3" y="6"/>
                    </a:cubicBezTo>
                    <a:cubicBezTo>
                      <a:pt x="5" y="2"/>
                      <a:pt x="9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1"/>
                      <a:pt x="5" y="2"/>
                      <a:pt x="3" y="6"/>
                    </a:cubicBezTo>
                    <a:cubicBezTo>
                      <a:pt x="1" y="9"/>
                      <a:pt x="0" y="15"/>
                      <a:pt x="5" y="24"/>
                    </a:cubicBezTo>
                    <a:cubicBezTo>
                      <a:pt x="11" y="34"/>
                      <a:pt x="20" y="37"/>
                      <a:pt x="25" y="35"/>
                    </a:cubicBezTo>
                    <a:cubicBezTo>
                      <a:pt x="30" y="34"/>
                      <a:pt x="32" y="29"/>
                      <a:pt x="32" y="23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9" name="Freeform 3820">
                <a:extLst>
                  <a:ext uri="{FF2B5EF4-FFF2-40B4-BE49-F238E27FC236}">
                    <a16:creationId xmlns:a16="http://schemas.microsoft.com/office/drawing/2014/main" id="{14CDA1FB-AFC1-40B3-B6B3-D3C51B3EE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3031"/>
                <a:ext cx="100" cy="112"/>
              </a:xfrm>
              <a:custGeom>
                <a:avLst/>
                <a:gdLst>
                  <a:gd name="T0" fmla="*/ 194 w 65"/>
                  <a:gd name="T1" fmla="*/ 68 h 68"/>
                  <a:gd name="T2" fmla="*/ 123 w 65"/>
                  <a:gd name="T3" fmla="*/ 5 h 68"/>
                  <a:gd name="T4" fmla="*/ 48 w 65"/>
                  <a:gd name="T5" fmla="*/ 26 h 68"/>
                  <a:gd name="T6" fmla="*/ 75 w 65"/>
                  <a:gd name="T7" fmla="*/ 247 h 68"/>
                  <a:gd name="T8" fmla="*/ 225 w 65"/>
                  <a:gd name="T9" fmla="*/ 214 h 68"/>
                  <a:gd name="T10" fmla="*/ 194 w 65"/>
                  <a:gd name="T11" fmla="*/ 6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68">
                    <a:moveTo>
                      <a:pt x="53" y="15"/>
                    </a:moveTo>
                    <a:cubicBezTo>
                      <a:pt x="47" y="8"/>
                      <a:pt x="43" y="2"/>
                      <a:pt x="34" y="1"/>
                    </a:cubicBezTo>
                    <a:cubicBezTo>
                      <a:pt x="27" y="0"/>
                      <a:pt x="19" y="1"/>
                      <a:pt x="13" y="6"/>
                    </a:cubicBezTo>
                    <a:cubicBezTo>
                      <a:pt x="0" y="18"/>
                      <a:pt x="4" y="43"/>
                      <a:pt x="21" y="55"/>
                    </a:cubicBezTo>
                    <a:cubicBezTo>
                      <a:pt x="38" y="68"/>
                      <a:pt x="58" y="61"/>
                      <a:pt x="62" y="48"/>
                    </a:cubicBezTo>
                    <a:cubicBezTo>
                      <a:pt x="65" y="36"/>
                      <a:pt x="63" y="30"/>
                      <a:pt x="53" y="15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0" name="Freeform 3821">
                <a:extLst>
                  <a:ext uri="{FF2B5EF4-FFF2-40B4-BE49-F238E27FC236}">
                    <a16:creationId xmlns:a16="http://schemas.microsoft.com/office/drawing/2014/main" id="{62CFD11A-BB4D-4BB5-A7B6-8019EFE52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051"/>
                <a:ext cx="53" cy="64"/>
              </a:xfrm>
              <a:custGeom>
                <a:avLst/>
                <a:gdLst>
                  <a:gd name="T0" fmla="*/ 69 w 34"/>
                  <a:gd name="T1" fmla="*/ 21 h 39"/>
                  <a:gd name="T2" fmla="*/ 14 w 34"/>
                  <a:gd name="T3" fmla="*/ 56 h 39"/>
                  <a:gd name="T4" fmla="*/ 69 w 34"/>
                  <a:gd name="T5" fmla="*/ 151 h 39"/>
                  <a:gd name="T6" fmla="*/ 125 w 34"/>
                  <a:gd name="T7" fmla="*/ 105 h 39"/>
                  <a:gd name="T8" fmla="*/ 69 w 34"/>
                  <a:gd name="T9" fmla="*/ 2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9">
                    <a:moveTo>
                      <a:pt x="18" y="5"/>
                    </a:moveTo>
                    <a:cubicBezTo>
                      <a:pt x="12" y="0"/>
                      <a:pt x="0" y="1"/>
                      <a:pt x="4" y="13"/>
                    </a:cubicBezTo>
                    <a:cubicBezTo>
                      <a:pt x="7" y="26"/>
                      <a:pt x="8" y="29"/>
                      <a:pt x="18" y="34"/>
                    </a:cubicBezTo>
                    <a:cubicBezTo>
                      <a:pt x="27" y="39"/>
                      <a:pt x="34" y="30"/>
                      <a:pt x="33" y="24"/>
                    </a:cubicBezTo>
                    <a:cubicBezTo>
                      <a:pt x="33" y="17"/>
                      <a:pt x="18" y="5"/>
                      <a:pt x="18" y="5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1" name="Freeform 3822">
                <a:extLst>
                  <a:ext uri="{FF2B5EF4-FFF2-40B4-BE49-F238E27FC236}">
                    <a16:creationId xmlns:a16="http://schemas.microsoft.com/office/drawing/2014/main" id="{C531B09C-A132-42EB-971B-CEE934263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052"/>
                <a:ext cx="51" cy="59"/>
              </a:xfrm>
              <a:custGeom>
                <a:avLst/>
                <a:gdLst>
                  <a:gd name="T0" fmla="*/ 117 w 33"/>
                  <a:gd name="T1" fmla="*/ 102 h 36"/>
                  <a:gd name="T2" fmla="*/ 93 w 33"/>
                  <a:gd name="T3" fmla="*/ 151 h 36"/>
                  <a:gd name="T4" fmla="*/ 22 w 33"/>
                  <a:gd name="T5" fmla="*/ 102 h 36"/>
                  <a:gd name="T6" fmla="*/ 12 w 33"/>
                  <a:gd name="T7" fmla="*/ 26 h 36"/>
                  <a:gd name="T8" fmla="*/ 48 w 33"/>
                  <a:gd name="T9" fmla="*/ 0 h 36"/>
                  <a:gd name="T10" fmla="*/ 48 w 33"/>
                  <a:gd name="T11" fmla="*/ 0 h 36"/>
                  <a:gd name="T12" fmla="*/ 12 w 33"/>
                  <a:gd name="T13" fmla="*/ 21 h 36"/>
                  <a:gd name="T14" fmla="*/ 19 w 33"/>
                  <a:gd name="T15" fmla="*/ 102 h 36"/>
                  <a:gd name="T16" fmla="*/ 96 w 33"/>
                  <a:gd name="T17" fmla="*/ 152 h 36"/>
                  <a:gd name="T18" fmla="*/ 117 w 33"/>
                  <a:gd name="T19" fmla="*/ 102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36">
                    <a:moveTo>
                      <a:pt x="32" y="23"/>
                    </a:moveTo>
                    <a:cubicBezTo>
                      <a:pt x="33" y="28"/>
                      <a:pt x="30" y="33"/>
                      <a:pt x="25" y="34"/>
                    </a:cubicBezTo>
                    <a:cubicBezTo>
                      <a:pt x="20" y="36"/>
                      <a:pt x="12" y="33"/>
                      <a:pt x="6" y="23"/>
                    </a:cubicBezTo>
                    <a:cubicBezTo>
                      <a:pt x="1" y="14"/>
                      <a:pt x="2" y="9"/>
                      <a:pt x="3" y="6"/>
                    </a:cubicBezTo>
                    <a:cubicBezTo>
                      <a:pt x="6" y="2"/>
                      <a:pt x="10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0"/>
                      <a:pt x="5" y="1"/>
                      <a:pt x="3" y="5"/>
                    </a:cubicBezTo>
                    <a:cubicBezTo>
                      <a:pt x="1" y="9"/>
                      <a:pt x="0" y="14"/>
                      <a:pt x="5" y="23"/>
                    </a:cubicBezTo>
                    <a:cubicBezTo>
                      <a:pt x="11" y="33"/>
                      <a:pt x="20" y="36"/>
                      <a:pt x="26" y="35"/>
                    </a:cubicBezTo>
                    <a:cubicBezTo>
                      <a:pt x="30" y="33"/>
                      <a:pt x="33" y="29"/>
                      <a:pt x="32" y="23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2" name="Freeform 3823">
                <a:extLst>
                  <a:ext uri="{FF2B5EF4-FFF2-40B4-BE49-F238E27FC236}">
                    <a16:creationId xmlns:a16="http://schemas.microsoft.com/office/drawing/2014/main" id="{DFB6C420-1276-423D-A808-895E29FFF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667"/>
                <a:ext cx="101" cy="113"/>
              </a:xfrm>
              <a:custGeom>
                <a:avLst/>
                <a:gdLst>
                  <a:gd name="T0" fmla="*/ 197 w 65"/>
                  <a:gd name="T1" fmla="*/ 70 h 69"/>
                  <a:gd name="T2" fmla="*/ 127 w 65"/>
                  <a:gd name="T3" fmla="*/ 5 h 69"/>
                  <a:gd name="T4" fmla="*/ 48 w 65"/>
                  <a:gd name="T5" fmla="*/ 29 h 69"/>
                  <a:gd name="T6" fmla="*/ 79 w 65"/>
                  <a:gd name="T7" fmla="*/ 247 h 69"/>
                  <a:gd name="T8" fmla="*/ 232 w 65"/>
                  <a:gd name="T9" fmla="*/ 215 h 69"/>
                  <a:gd name="T10" fmla="*/ 197 w 65"/>
                  <a:gd name="T11" fmla="*/ 7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69">
                    <a:moveTo>
                      <a:pt x="53" y="16"/>
                    </a:moveTo>
                    <a:cubicBezTo>
                      <a:pt x="47" y="8"/>
                      <a:pt x="42" y="2"/>
                      <a:pt x="34" y="1"/>
                    </a:cubicBezTo>
                    <a:cubicBezTo>
                      <a:pt x="27" y="0"/>
                      <a:pt x="19" y="1"/>
                      <a:pt x="13" y="7"/>
                    </a:cubicBezTo>
                    <a:cubicBezTo>
                      <a:pt x="0" y="19"/>
                      <a:pt x="3" y="44"/>
                      <a:pt x="21" y="56"/>
                    </a:cubicBezTo>
                    <a:cubicBezTo>
                      <a:pt x="38" y="69"/>
                      <a:pt x="58" y="62"/>
                      <a:pt x="62" y="49"/>
                    </a:cubicBezTo>
                    <a:cubicBezTo>
                      <a:pt x="65" y="37"/>
                      <a:pt x="63" y="31"/>
                      <a:pt x="53" y="16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3" name="Freeform 3824">
                <a:extLst>
                  <a:ext uri="{FF2B5EF4-FFF2-40B4-BE49-F238E27FC236}">
                    <a16:creationId xmlns:a16="http://schemas.microsoft.com/office/drawing/2014/main" id="{92E61547-FC01-4061-A220-421B56D60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688"/>
                <a:ext cx="51" cy="61"/>
              </a:xfrm>
              <a:custGeom>
                <a:avLst/>
                <a:gdLst>
                  <a:gd name="T0" fmla="*/ 117 w 33"/>
                  <a:gd name="T1" fmla="*/ 104 h 37"/>
                  <a:gd name="T2" fmla="*/ 93 w 33"/>
                  <a:gd name="T3" fmla="*/ 158 h 37"/>
                  <a:gd name="T4" fmla="*/ 22 w 33"/>
                  <a:gd name="T5" fmla="*/ 109 h 37"/>
                  <a:gd name="T6" fmla="*/ 12 w 33"/>
                  <a:gd name="T7" fmla="*/ 26 h 37"/>
                  <a:gd name="T8" fmla="*/ 48 w 33"/>
                  <a:gd name="T9" fmla="*/ 0 h 37"/>
                  <a:gd name="T10" fmla="*/ 48 w 33"/>
                  <a:gd name="T11" fmla="*/ 0 h 37"/>
                  <a:gd name="T12" fmla="*/ 12 w 33"/>
                  <a:gd name="T13" fmla="*/ 26 h 37"/>
                  <a:gd name="T14" fmla="*/ 19 w 33"/>
                  <a:gd name="T15" fmla="*/ 109 h 37"/>
                  <a:gd name="T16" fmla="*/ 93 w 33"/>
                  <a:gd name="T17" fmla="*/ 158 h 37"/>
                  <a:gd name="T18" fmla="*/ 117 w 33"/>
                  <a:gd name="T19" fmla="*/ 104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37">
                    <a:moveTo>
                      <a:pt x="32" y="23"/>
                    </a:moveTo>
                    <a:cubicBezTo>
                      <a:pt x="33" y="29"/>
                      <a:pt x="30" y="33"/>
                      <a:pt x="25" y="35"/>
                    </a:cubicBezTo>
                    <a:cubicBezTo>
                      <a:pt x="20" y="36"/>
                      <a:pt x="11" y="34"/>
                      <a:pt x="6" y="24"/>
                    </a:cubicBezTo>
                    <a:cubicBezTo>
                      <a:pt x="0" y="15"/>
                      <a:pt x="1" y="9"/>
                      <a:pt x="3" y="6"/>
                    </a:cubicBezTo>
                    <a:cubicBezTo>
                      <a:pt x="5" y="2"/>
                      <a:pt x="9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0"/>
                      <a:pt x="5" y="2"/>
                      <a:pt x="3" y="6"/>
                    </a:cubicBezTo>
                    <a:cubicBezTo>
                      <a:pt x="1" y="9"/>
                      <a:pt x="0" y="15"/>
                      <a:pt x="5" y="24"/>
                    </a:cubicBezTo>
                    <a:cubicBezTo>
                      <a:pt x="11" y="34"/>
                      <a:pt x="20" y="37"/>
                      <a:pt x="25" y="35"/>
                    </a:cubicBezTo>
                    <a:cubicBezTo>
                      <a:pt x="30" y="34"/>
                      <a:pt x="33" y="29"/>
                      <a:pt x="32" y="23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4" name="Freeform 3825">
                <a:extLst>
                  <a:ext uri="{FF2B5EF4-FFF2-40B4-BE49-F238E27FC236}">
                    <a16:creationId xmlns:a16="http://schemas.microsoft.com/office/drawing/2014/main" id="{8DC9D6C7-B450-417D-B81B-472A958BA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668"/>
                <a:ext cx="107" cy="142"/>
              </a:xfrm>
              <a:custGeom>
                <a:avLst/>
                <a:gdLst>
                  <a:gd name="T0" fmla="*/ 197 w 69"/>
                  <a:gd name="T1" fmla="*/ 68 h 86"/>
                  <a:gd name="T2" fmla="*/ 127 w 69"/>
                  <a:gd name="T3" fmla="*/ 13 h 86"/>
                  <a:gd name="T4" fmla="*/ 26 w 69"/>
                  <a:gd name="T5" fmla="*/ 215 h 86"/>
                  <a:gd name="T6" fmla="*/ 183 w 69"/>
                  <a:gd name="T7" fmla="*/ 373 h 86"/>
                  <a:gd name="T8" fmla="*/ 253 w 69"/>
                  <a:gd name="T9" fmla="*/ 276 h 86"/>
                  <a:gd name="T10" fmla="*/ 228 w 69"/>
                  <a:gd name="T11" fmla="*/ 152 h 86"/>
                  <a:gd name="T12" fmla="*/ 197 w 69"/>
                  <a:gd name="T13" fmla="*/ 68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86">
                    <a:moveTo>
                      <a:pt x="53" y="15"/>
                    </a:moveTo>
                    <a:cubicBezTo>
                      <a:pt x="48" y="8"/>
                      <a:pt x="41" y="4"/>
                      <a:pt x="34" y="3"/>
                    </a:cubicBezTo>
                    <a:cubicBezTo>
                      <a:pt x="10" y="0"/>
                      <a:pt x="0" y="25"/>
                      <a:pt x="7" y="48"/>
                    </a:cubicBezTo>
                    <a:cubicBezTo>
                      <a:pt x="15" y="72"/>
                      <a:pt x="36" y="86"/>
                      <a:pt x="49" y="83"/>
                    </a:cubicBezTo>
                    <a:cubicBezTo>
                      <a:pt x="62" y="80"/>
                      <a:pt x="67" y="72"/>
                      <a:pt x="68" y="61"/>
                    </a:cubicBezTo>
                    <a:cubicBezTo>
                      <a:pt x="69" y="51"/>
                      <a:pt x="63" y="40"/>
                      <a:pt x="61" y="34"/>
                    </a:cubicBezTo>
                    <a:cubicBezTo>
                      <a:pt x="58" y="28"/>
                      <a:pt x="57" y="19"/>
                      <a:pt x="53" y="15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5" name="Freeform 3826">
                <a:extLst>
                  <a:ext uri="{FF2B5EF4-FFF2-40B4-BE49-F238E27FC236}">
                    <a16:creationId xmlns:a16="http://schemas.microsoft.com/office/drawing/2014/main" id="{7CDC66F0-CFBE-4CCA-9368-1C5B8A7FD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705"/>
                <a:ext cx="39" cy="72"/>
              </a:xfrm>
              <a:custGeom>
                <a:avLst/>
                <a:gdLst>
                  <a:gd name="T0" fmla="*/ 22 w 25"/>
                  <a:gd name="T1" fmla="*/ 5 h 44"/>
                  <a:gd name="T2" fmla="*/ 5 w 25"/>
                  <a:gd name="T3" fmla="*/ 75 h 44"/>
                  <a:gd name="T4" fmla="*/ 56 w 25"/>
                  <a:gd name="T5" fmla="*/ 185 h 44"/>
                  <a:gd name="T6" fmla="*/ 95 w 25"/>
                  <a:gd name="T7" fmla="*/ 193 h 44"/>
                  <a:gd name="T8" fmla="*/ 95 w 25"/>
                  <a:gd name="T9" fmla="*/ 193 h 44"/>
                  <a:gd name="T10" fmla="*/ 56 w 25"/>
                  <a:gd name="T11" fmla="*/ 180 h 44"/>
                  <a:gd name="T12" fmla="*/ 8 w 25"/>
                  <a:gd name="T13" fmla="*/ 75 h 44"/>
                  <a:gd name="T14" fmla="*/ 22 w 25"/>
                  <a:gd name="T15" fmla="*/ 8 h 44"/>
                  <a:gd name="T16" fmla="*/ 53 w 25"/>
                  <a:gd name="T17" fmla="*/ 8 h 44"/>
                  <a:gd name="T18" fmla="*/ 53 w 25"/>
                  <a:gd name="T19" fmla="*/ 8 h 44"/>
                  <a:gd name="T20" fmla="*/ 22 w 25"/>
                  <a:gd name="T21" fmla="*/ 5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44">
                    <a:moveTo>
                      <a:pt x="6" y="1"/>
                    </a:moveTo>
                    <a:cubicBezTo>
                      <a:pt x="2" y="4"/>
                      <a:pt x="0" y="10"/>
                      <a:pt x="1" y="17"/>
                    </a:cubicBezTo>
                    <a:cubicBezTo>
                      <a:pt x="3" y="28"/>
                      <a:pt x="9" y="38"/>
                      <a:pt x="15" y="42"/>
                    </a:cubicBezTo>
                    <a:cubicBezTo>
                      <a:pt x="18" y="44"/>
                      <a:pt x="22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2" y="44"/>
                      <a:pt x="18" y="44"/>
                      <a:pt x="15" y="41"/>
                    </a:cubicBezTo>
                    <a:cubicBezTo>
                      <a:pt x="9" y="37"/>
                      <a:pt x="4" y="28"/>
                      <a:pt x="2" y="17"/>
                    </a:cubicBezTo>
                    <a:cubicBezTo>
                      <a:pt x="1" y="10"/>
                      <a:pt x="2" y="4"/>
                      <a:pt x="6" y="2"/>
                    </a:cubicBezTo>
                    <a:cubicBezTo>
                      <a:pt x="8" y="0"/>
                      <a:pt x="11" y="0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1" y="0"/>
                      <a:pt x="8" y="0"/>
                      <a:pt x="6" y="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6" name="Freeform 3827">
                <a:extLst>
                  <a:ext uri="{FF2B5EF4-FFF2-40B4-BE49-F238E27FC236}">
                    <a16:creationId xmlns:a16="http://schemas.microsoft.com/office/drawing/2014/main" id="{6BF5295C-E775-4A27-BCBE-417B906C5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756"/>
                <a:ext cx="125" cy="145"/>
              </a:xfrm>
              <a:custGeom>
                <a:avLst/>
                <a:gdLst>
                  <a:gd name="T0" fmla="*/ 188 w 81"/>
                  <a:gd name="T1" fmla="*/ 41 h 88"/>
                  <a:gd name="T2" fmla="*/ 106 w 81"/>
                  <a:gd name="T3" fmla="*/ 0 h 88"/>
                  <a:gd name="T4" fmla="*/ 52 w 81"/>
                  <a:gd name="T5" fmla="*/ 242 h 88"/>
                  <a:gd name="T6" fmla="*/ 238 w 81"/>
                  <a:gd name="T7" fmla="*/ 366 h 88"/>
                  <a:gd name="T8" fmla="*/ 285 w 81"/>
                  <a:gd name="T9" fmla="*/ 242 h 88"/>
                  <a:gd name="T10" fmla="*/ 236 w 81"/>
                  <a:gd name="T11" fmla="*/ 120 h 88"/>
                  <a:gd name="T12" fmla="*/ 188 w 81"/>
                  <a:gd name="T13" fmla="*/ 41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88">
                    <a:moveTo>
                      <a:pt x="51" y="9"/>
                    </a:moveTo>
                    <a:cubicBezTo>
                      <a:pt x="44" y="3"/>
                      <a:pt x="36" y="0"/>
                      <a:pt x="29" y="0"/>
                    </a:cubicBezTo>
                    <a:cubicBezTo>
                      <a:pt x="3" y="1"/>
                      <a:pt x="0" y="30"/>
                      <a:pt x="14" y="54"/>
                    </a:cubicBezTo>
                    <a:cubicBezTo>
                      <a:pt x="28" y="78"/>
                      <a:pt x="53" y="88"/>
                      <a:pt x="65" y="82"/>
                    </a:cubicBezTo>
                    <a:cubicBezTo>
                      <a:pt x="77" y="77"/>
                      <a:pt x="81" y="67"/>
                      <a:pt x="78" y="54"/>
                    </a:cubicBezTo>
                    <a:cubicBezTo>
                      <a:pt x="76" y="44"/>
                      <a:pt x="68" y="33"/>
                      <a:pt x="64" y="27"/>
                    </a:cubicBezTo>
                    <a:cubicBezTo>
                      <a:pt x="60" y="21"/>
                      <a:pt x="56" y="13"/>
                      <a:pt x="51" y="9"/>
                    </a:cubicBezTo>
                    <a:close/>
                  </a:path>
                </a:pathLst>
              </a:custGeom>
              <a:solidFill>
                <a:srgbClr val="D24538"/>
              </a:solidFill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7" name="Freeform 3828">
                <a:extLst>
                  <a:ext uri="{FF2B5EF4-FFF2-40B4-BE49-F238E27FC236}">
                    <a16:creationId xmlns:a16="http://schemas.microsoft.com/office/drawing/2014/main" id="{A3466B5A-4842-4408-9E5E-16BCFAFF0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789"/>
                <a:ext cx="53" cy="75"/>
              </a:xfrm>
              <a:custGeom>
                <a:avLst/>
                <a:gdLst>
                  <a:gd name="T0" fmla="*/ 14 w 34"/>
                  <a:gd name="T1" fmla="*/ 13 h 46"/>
                  <a:gd name="T2" fmla="*/ 14 w 34"/>
                  <a:gd name="T3" fmla="*/ 90 h 46"/>
                  <a:gd name="T4" fmla="*/ 90 w 34"/>
                  <a:gd name="T5" fmla="*/ 191 h 46"/>
                  <a:gd name="T6" fmla="*/ 129 w 34"/>
                  <a:gd name="T7" fmla="*/ 191 h 46"/>
                  <a:gd name="T8" fmla="*/ 129 w 34"/>
                  <a:gd name="T9" fmla="*/ 191 h 46"/>
                  <a:gd name="T10" fmla="*/ 90 w 34"/>
                  <a:gd name="T11" fmla="*/ 191 h 46"/>
                  <a:gd name="T12" fmla="*/ 14 w 34"/>
                  <a:gd name="T13" fmla="*/ 88 h 46"/>
                  <a:gd name="T14" fmla="*/ 14 w 34"/>
                  <a:gd name="T15" fmla="*/ 13 h 46"/>
                  <a:gd name="T16" fmla="*/ 47 w 34"/>
                  <a:gd name="T17" fmla="*/ 8 h 46"/>
                  <a:gd name="T18" fmla="*/ 47 w 34"/>
                  <a:gd name="T19" fmla="*/ 8 h 46"/>
                  <a:gd name="T20" fmla="*/ 14 w 34"/>
                  <a:gd name="T21" fmla="*/ 13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46">
                    <a:moveTo>
                      <a:pt x="4" y="3"/>
                    </a:moveTo>
                    <a:cubicBezTo>
                      <a:pt x="0" y="6"/>
                      <a:pt x="0" y="13"/>
                      <a:pt x="4" y="21"/>
                    </a:cubicBezTo>
                    <a:cubicBezTo>
                      <a:pt x="8" y="32"/>
                      <a:pt x="16" y="41"/>
                      <a:pt x="24" y="44"/>
                    </a:cubicBezTo>
                    <a:cubicBezTo>
                      <a:pt x="28" y="46"/>
                      <a:pt x="31" y="46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1" y="46"/>
                      <a:pt x="28" y="45"/>
                      <a:pt x="24" y="44"/>
                    </a:cubicBezTo>
                    <a:cubicBezTo>
                      <a:pt x="17" y="41"/>
                      <a:pt x="9" y="31"/>
                      <a:pt x="4" y="20"/>
                    </a:cubicBezTo>
                    <a:cubicBezTo>
                      <a:pt x="1" y="13"/>
                      <a:pt x="1" y="6"/>
                      <a:pt x="4" y="3"/>
                    </a:cubicBezTo>
                    <a:cubicBezTo>
                      <a:pt x="6" y="1"/>
                      <a:pt x="9" y="0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0"/>
                      <a:pt x="6" y="0"/>
                      <a:pt x="4" y="3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8" name="Freeform 3829">
                <a:extLst>
                  <a:ext uri="{FF2B5EF4-FFF2-40B4-BE49-F238E27FC236}">
                    <a16:creationId xmlns:a16="http://schemas.microsoft.com/office/drawing/2014/main" id="{AC43DEA2-29EB-48B8-A2CD-3568567D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34"/>
                <a:ext cx="155" cy="89"/>
              </a:xfrm>
              <a:custGeom>
                <a:avLst/>
                <a:gdLst>
                  <a:gd name="T0" fmla="*/ 53 w 100"/>
                  <a:gd name="T1" fmla="*/ 54 h 54"/>
                  <a:gd name="T2" fmla="*/ 45 w 100"/>
                  <a:gd name="T3" fmla="*/ 180 h 54"/>
                  <a:gd name="T4" fmla="*/ 245 w 100"/>
                  <a:gd name="T5" fmla="*/ 242 h 54"/>
                  <a:gd name="T6" fmla="*/ 366 w 100"/>
                  <a:gd name="T7" fmla="*/ 166 h 54"/>
                  <a:gd name="T8" fmla="*/ 53 w 100"/>
                  <a:gd name="T9" fmla="*/ 5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54">
                    <a:moveTo>
                      <a:pt x="14" y="12"/>
                    </a:moveTo>
                    <a:cubicBezTo>
                      <a:pt x="0" y="19"/>
                      <a:pt x="1" y="30"/>
                      <a:pt x="12" y="40"/>
                    </a:cubicBezTo>
                    <a:cubicBezTo>
                      <a:pt x="24" y="49"/>
                      <a:pt x="47" y="54"/>
                      <a:pt x="66" y="54"/>
                    </a:cubicBezTo>
                    <a:cubicBezTo>
                      <a:pt x="90" y="53"/>
                      <a:pt x="97" y="45"/>
                      <a:pt x="98" y="37"/>
                    </a:cubicBezTo>
                    <a:cubicBezTo>
                      <a:pt x="100" y="18"/>
                      <a:pt x="41" y="0"/>
                      <a:pt x="14" y="12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9" name="Freeform 3830">
                <a:extLst>
                  <a:ext uri="{FF2B5EF4-FFF2-40B4-BE49-F238E27FC236}">
                    <a16:creationId xmlns:a16="http://schemas.microsoft.com/office/drawing/2014/main" id="{8C879CD0-882F-4A99-B5D6-A3C5101D4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3" y="3059"/>
                <a:ext cx="104" cy="43"/>
              </a:xfrm>
              <a:custGeom>
                <a:avLst/>
                <a:gdLst>
                  <a:gd name="T0" fmla="*/ 109 w 67"/>
                  <a:gd name="T1" fmla="*/ 8 h 26"/>
                  <a:gd name="T2" fmla="*/ 40 w 67"/>
                  <a:gd name="T3" fmla="*/ 60 h 26"/>
                  <a:gd name="T4" fmla="*/ 171 w 67"/>
                  <a:gd name="T5" fmla="*/ 117 h 26"/>
                  <a:gd name="T6" fmla="*/ 250 w 67"/>
                  <a:gd name="T7" fmla="*/ 50 h 26"/>
                  <a:gd name="T8" fmla="*/ 109 w 67"/>
                  <a:gd name="T9" fmla="*/ 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26">
                    <a:moveTo>
                      <a:pt x="29" y="2"/>
                    </a:moveTo>
                    <a:cubicBezTo>
                      <a:pt x="9" y="0"/>
                      <a:pt x="0" y="6"/>
                      <a:pt x="11" y="13"/>
                    </a:cubicBezTo>
                    <a:cubicBezTo>
                      <a:pt x="22" y="20"/>
                      <a:pt x="42" y="26"/>
                      <a:pt x="46" y="26"/>
                    </a:cubicBezTo>
                    <a:cubicBezTo>
                      <a:pt x="49" y="25"/>
                      <a:pt x="54" y="9"/>
                      <a:pt x="67" y="11"/>
                    </a:cubicBezTo>
                    <a:cubicBezTo>
                      <a:pt x="58" y="8"/>
                      <a:pt x="37" y="3"/>
                      <a:pt x="29" y="2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0" name="Freeform 3831">
                <a:extLst>
                  <a:ext uri="{FF2B5EF4-FFF2-40B4-BE49-F238E27FC236}">
                    <a16:creationId xmlns:a16="http://schemas.microsoft.com/office/drawing/2014/main" id="{F215CFBD-C98D-48D5-A691-E88F8E550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3064"/>
                <a:ext cx="91" cy="41"/>
              </a:xfrm>
              <a:custGeom>
                <a:avLst/>
                <a:gdLst>
                  <a:gd name="T0" fmla="*/ 5 w 59"/>
                  <a:gd name="T1" fmla="*/ 26 h 25"/>
                  <a:gd name="T2" fmla="*/ 54 w 59"/>
                  <a:gd name="T3" fmla="*/ 84 h 25"/>
                  <a:gd name="T4" fmla="*/ 188 w 59"/>
                  <a:gd name="T5" fmla="*/ 102 h 25"/>
                  <a:gd name="T6" fmla="*/ 216 w 59"/>
                  <a:gd name="T7" fmla="*/ 71 h 25"/>
                  <a:gd name="T8" fmla="*/ 216 w 59"/>
                  <a:gd name="T9" fmla="*/ 71 h 25"/>
                  <a:gd name="T10" fmla="*/ 188 w 59"/>
                  <a:gd name="T11" fmla="*/ 97 h 25"/>
                  <a:gd name="T12" fmla="*/ 54 w 59"/>
                  <a:gd name="T13" fmla="*/ 80 h 25"/>
                  <a:gd name="T14" fmla="*/ 5 w 59"/>
                  <a:gd name="T15" fmla="*/ 26 h 25"/>
                  <a:gd name="T16" fmla="*/ 34 w 59"/>
                  <a:gd name="T17" fmla="*/ 0 h 25"/>
                  <a:gd name="T18" fmla="*/ 34 w 59"/>
                  <a:gd name="T19" fmla="*/ 0 h 25"/>
                  <a:gd name="T20" fmla="*/ 5 w 59"/>
                  <a:gd name="T21" fmla="*/ 26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5">
                    <a:moveTo>
                      <a:pt x="1" y="6"/>
                    </a:moveTo>
                    <a:cubicBezTo>
                      <a:pt x="0" y="10"/>
                      <a:pt x="6" y="15"/>
                      <a:pt x="15" y="19"/>
                    </a:cubicBezTo>
                    <a:cubicBezTo>
                      <a:pt x="24" y="23"/>
                      <a:pt x="40" y="25"/>
                      <a:pt x="51" y="23"/>
                    </a:cubicBezTo>
                    <a:cubicBezTo>
                      <a:pt x="55" y="21"/>
                      <a:pt x="58" y="19"/>
                      <a:pt x="59" y="16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8" y="19"/>
                      <a:pt x="55" y="21"/>
                      <a:pt x="51" y="22"/>
                    </a:cubicBezTo>
                    <a:cubicBezTo>
                      <a:pt x="40" y="25"/>
                      <a:pt x="25" y="22"/>
                      <a:pt x="15" y="18"/>
                    </a:cubicBezTo>
                    <a:cubicBezTo>
                      <a:pt x="6" y="14"/>
                      <a:pt x="1" y="10"/>
                      <a:pt x="1" y="6"/>
                    </a:cubicBezTo>
                    <a:cubicBezTo>
                      <a:pt x="2" y="3"/>
                      <a:pt x="4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1"/>
                      <a:pt x="1" y="3"/>
                      <a:pt x="1" y="6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1" name="Freeform 3832">
                <a:extLst>
                  <a:ext uri="{FF2B5EF4-FFF2-40B4-BE49-F238E27FC236}">
                    <a16:creationId xmlns:a16="http://schemas.microsoft.com/office/drawing/2014/main" id="{55ADCC4F-CDD0-4F14-8C6E-C5C1821EF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592"/>
                <a:ext cx="105" cy="109"/>
              </a:xfrm>
              <a:custGeom>
                <a:avLst/>
                <a:gdLst>
                  <a:gd name="T0" fmla="*/ 188 w 68"/>
                  <a:gd name="T1" fmla="*/ 50 h 66"/>
                  <a:gd name="T2" fmla="*/ 107 w 68"/>
                  <a:gd name="T3" fmla="*/ 5 h 66"/>
                  <a:gd name="T4" fmla="*/ 36 w 68"/>
                  <a:gd name="T5" fmla="*/ 50 h 66"/>
                  <a:gd name="T6" fmla="*/ 107 w 68"/>
                  <a:gd name="T7" fmla="*/ 256 h 66"/>
                  <a:gd name="T8" fmla="*/ 250 w 68"/>
                  <a:gd name="T9" fmla="*/ 185 h 66"/>
                  <a:gd name="T10" fmla="*/ 188 w 68"/>
                  <a:gd name="T11" fmla="*/ 5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66">
                    <a:moveTo>
                      <a:pt x="51" y="11"/>
                    </a:moveTo>
                    <a:cubicBezTo>
                      <a:pt x="44" y="5"/>
                      <a:pt x="38" y="0"/>
                      <a:pt x="29" y="1"/>
                    </a:cubicBezTo>
                    <a:cubicBezTo>
                      <a:pt x="22" y="2"/>
                      <a:pt x="15" y="4"/>
                      <a:pt x="10" y="11"/>
                    </a:cubicBezTo>
                    <a:cubicBezTo>
                      <a:pt x="0" y="25"/>
                      <a:pt x="9" y="49"/>
                      <a:pt x="29" y="57"/>
                    </a:cubicBezTo>
                    <a:cubicBezTo>
                      <a:pt x="49" y="66"/>
                      <a:pt x="66" y="54"/>
                      <a:pt x="68" y="41"/>
                    </a:cubicBezTo>
                    <a:cubicBezTo>
                      <a:pt x="68" y="29"/>
                      <a:pt x="64" y="24"/>
                      <a:pt x="51" y="11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2" name="Freeform 3833">
                <a:extLst>
                  <a:ext uri="{FF2B5EF4-FFF2-40B4-BE49-F238E27FC236}">
                    <a16:creationId xmlns:a16="http://schemas.microsoft.com/office/drawing/2014/main" id="{0FFB5EB3-05E7-4D6F-9A19-678CA172C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607"/>
                <a:ext cx="57" cy="58"/>
              </a:xfrm>
              <a:custGeom>
                <a:avLst/>
                <a:gdLst>
                  <a:gd name="T0" fmla="*/ 0 w 37"/>
                  <a:gd name="T1" fmla="*/ 75 h 35"/>
                  <a:gd name="T2" fmla="*/ 74 w 37"/>
                  <a:gd name="T3" fmla="*/ 46 h 35"/>
                  <a:gd name="T4" fmla="*/ 114 w 37"/>
                  <a:gd name="T5" fmla="*/ 15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5">
                    <a:moveTo>
                      <a:pt x="0" y="16"/>
                    </a:moveTo>
                    <a:cubicBezTo>
                      <a:pt x="1" y="0"/>
                      <a:pt x="9" y="4"/>
                      <a:pt x="20" y="10"/>
                    </a:cubicBezTo>
                    <a:cubicBezTo>
                      <a:pt x="31" y="17"/>
                      <a:pt x="37" y="26"/>
                      <a:pt x="31" y="35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3" name="Freeform 3834">
                <a:extLst>
                  <a:ext uri="{FF2B5EF4-FFF2-40B4-BE49-F238E27FC236}">
                    <a16:creationId xmlns:a16="http://schemas.microsoft.com/office/drawing/2014/main" id="{71122E88-29C9-4A7A-865E-78841A96A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614"/>
                <a:ext cx="54" cy="56"/>
              </a:xfrm>
              <a:custGeom>
                <a:avLst/>
                <a:gdLst>
                  <a:gd name="T0" fmla="*/ 122 w 35"/>
                  <a:gd name="T1" fmla="*/ 81 h 34"/>
                  <a:gd name="T2" fmla="*/ 106 w 35"/>
                  <a:gd name="T3" fmla="*/ 138 h 34"/>
                  <a:gd name="T4" fmla="*/ 26 w 35"/>
                  <a:gd name="T5" fmla="*/ 112 h 34"/>
                  <a:gd name="T6" fmla="*/ 5 w 35"/>
                  <a:gd name="T7" fmla="*/ 35 h 34"/>
                  <a:gd name="T8" fmla="*/ 34 w 35"/>
                  <a:gd name="T9" fmla="*/ 0 h 34"/>
                  <a:gd name="T10" fmla="*/ 34 w 35"/>
                  <a:gd name="T11" fmla="*/ 0 h 34"/>
                  <a:gd name="T12" fmla="*/ 5 w 35"/>
                  <a:gd name="T13" fmla="*/ 35 h 34"/>
                  <a:gd name="T14" fmla="*/ 26 w 35"/>
                  <a:gd name="T15" fmla="*/ 112 h 34"/>
                  <a:gd name="T16" fmla="*/ 106 w 35"/>
                  <a:gd name="T17" fmla="*/ 143 h 34"/>
                  <a:gd name="T18" fmla="*/ 122 w 35"/>
                  <a:gd name="T19" fmla="*/ 81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4">
                    <a:moveTo>
                      <a:pt x="33" y="18"/>
                    </a:moveTo>
                    <a:cubicBezTo>
                      <a:pt x="35" y="24"/>
                      <a:pt x="33" y="29"/>
                      <a:pt x="29" y="31"/>
                    </a:cubicBezTo>
                    <a:cubicBezTo>
                      <a:pt x="24" y="34"/>
                      <a:pt x="15" y="33"/>
                      <a:pt x="7" y="25"/>
                    </a:cubicBezTo>
                    <a:cubicBezTo>
                      <a:pt x="0" y="18"/>
                      <a:pt x="0" y="12"/>
                      <a:pt x="1" y="8"/>
                    </a:cubicBezTo>
                    <a:cubicBezTo>
                      <a:pt x="2" y="4"/>
                      <a:pt x="6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1"/>
                      <a:pt x="2" y="4"/>
                      <a:pt x="1" y="8"/>
                    </a:cubicBezTo>
                    <a:cubicBezTo>
                      <a:pt x="0" y="12"/>
                      <a:pt x="0" y="18"/>
                      <a:pt x="7" y="25"/>
                    </a:cubicBezTo>
                    <a:cubicBezTo>
                      <a:pt x="15" y="34"/>
                      <a:pt x="24" y="34"/>
                      <a:pt x="29" y="32"/>
                    </a:cubicBezTo>
                    <a:cubicBezTo>
                      <a:pt x="34" y="29"/>
                      <a:pt x="35" y="24"/>
                      <a:pt x="33" y="18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4" name="Freeform 3835">
                <a:extLst>
                  <a:ext uri="{FF2B5EF4-FFF2-40B4-BE49-F238E27FC236}">
                    <a16:creationId xmlns:a16="http://schemas.microsoft.com/office/drawing/2014/main" id="{BE5964CE-303A-42A5-B072-A8A646D8B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3382"/>
                <a:ext cx="93" cy="163"/>
              </a:xfrm>
              <a:custGeom>
                <a:avLst/>
                <a:gdLst>
                  <a:gd name="T0" fmla="*/ 175 w 60"/>
                  <a:gd name="T1" fmla="*/ 298 h 99"/>
                  <a:gd name="T2" fmla="*/ 217 w 60"/>
                  <a:gd name="T3" fmla="*/ 209 h 99"/>
                  <a:gd name="T4" fmla="*/ 209 w 60"/>
                  <a:gd name="T5" fmla="*/ 104 h 99"/>
                  <a:gd name="T6" fmla="*/ 0 w 60"/>
                  <a:gd name="T7" fmla="*/ 119 h 99"/>
                  <a:gd name="T8" fmla="*/ 0 w 60"/>
                  <a:gd name="T9" fmla="*/ 415 h 99"/>
                  <a:gd name="T10" fmla="*/ 109 w 60"/>
                  <a:gd name="T11" fmla="*/ 410 h 99"/>
                  <a:gd name="T12" fmla="*/ 175 w 60"/>
                  <a:gd name="T13" fmla="*/ 298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99">
                    <a:moveTo>
                      <a:pt x="47" y="67"/>
                    </a:moveTo>
                    <a:cubicBezTo>
                      <a:pt x="51" y="60"/>
                      <a:pt x="57" y="54"/>
                      <a:pt x="58" y="47"/>
                    </a:cubicBezTo>
                    <a:cubicBezTo>
                      <a:pt x="60" y="38"/>
                      <a:pt x="60" y="30"/>
                      <a:pt x="56" y="23"/>
                    </a:cubicBezTo>
                    <a:cubicBezTo>
                      <a:pt x="43" y="0"/>
                      <a:pt x="16" y="7"/>
                      <a:pt x="0" y="27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10" y="99"/>
                      <a:pt x="20" y="98"/>
                      <a:pt x="29" y="92"/>
                    </a:cubicBezTo>
                    <a:cubicBezTo>
                      <a:pt x="38" y="85"/>
                      <a:pt x="43" y="73"/>
                      <a:pt x="47" y="67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5" name="Freeform 3836">
                <a:extLst>
                  <a:ext uri="{FF2B5EF4-FFF2-40B4-BE49-F238E27FC236}">
                    <a16:creationId xmlns:a16="http://schemas.microsoft.com/office/drawing/2014/main" id="{15AE1FD7-A9FE-410A-B667-013ED2C74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3431"/>
                <a:ext cx="62" cy="83"/>
              </a:xfrm>
              <a:custGeom>
                <a:avLst/>
                <a:gdLst>
                  <a:gd name="T0" fmla="*/ 115 w 40"/>
                  <a:gd name="T1" fmla="*/ 116 h 50"/>
                  <a:gd name="T2" fmla="*/ 115 w 40"/>
                  <a:gd name="T3" fmla="*/ 5 h 50"/>
                  <a:gd name="T4" fmla="*/ 26 w 40"/>
                  <a:gd name="T5" fmla="*/ 88 h 50"/>
                  <a:gd name="T6" fmla="*/ 39 w 40"/>
                  <a:gd name="T7" fmla="*/ 222 h 50"/>
                  <a:gd name="T8" fmla="*/ 115 w 40"/>
                  <a:gd name="T9" fmla="*/ 116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50">
                    <a:moveTo>
                      <a:pt x="31" y="25"/>
                    </a:moveTo>
                    <a:cubicBezTo>
                      <a:pt x="40" y="15"/>
                      <a:pt x="39" y="2"/>
                      <a:pt x="31" y="1"/>
                    </a:cubicBezTo>
                    <a:cubicBezTo>
                      <a:pt x="22" y="0"/>
                      <a:pt x="13" y="7"/>
                      <a:pt x="7" y="19"/>
                    </a:cubicBezTo>
                    <a:cubicBezTo>
                      <a:pt x="1" y="32"/>
                      <a:pt x="0" y="47"/>
                      <a:pt x="10" y="49"/>
                    </a:cubicBezTo>
                    <a:cubicBezTo>
                      <a:pt x="20" y="50"/>
                      <a:pt x="25" y="34"/>
                      <a:pt x="31" y="25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6" name="Freeform 3837">
                <a:extLst>
                  <a:ext uri="{FF2B5EF4-FFF2-40B4-BE49-F238E27FC236}">
                    <a16:creationId xmlns:a16="http://schemas.microsoft.com/office/drawing/2014/main" id="{8D708288-39B8-4D66-BF3F-ACC314E6C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3430"/>
                <a:ext cx="54" cy="79"/>
              </a:xfrm>
              <a:custGeom>
                <a:avLst/>
                <a:gdLst>
                  <a:gd name="T0" fmla="*/ 110 w 35"/>
                  <a:gd name="T1" fmla="*/ 8 h 48"/>
                  <a:gd name="T2" fmla="*/ 48 w 35"/>
                  <a:gd name="T3" fmla="*/ 41 h 48"/>
                  <a:gd name="T4" fmla="*/ 5 w 35"/>
                  <a:gd name="T5" fmla="*/ 171 h 48"/>
                  <a:gd name="T6" fmla="*/ 22 w 35"/>
                  <a:gd name="T7" fmla="*/ 214 h 48"/>
                  <a:gd name="T8" fmla="*/ 22 w 35"/>
                  <a:gd name="T9" fmla="*/ 214 h 48"/>
                  <a:gd name="T10" fmla="*/ 5 w 35"/>
                  <a:gd name="T11" fmla="*/ 171 h 48"/>
                  <a:gd name="T12" fmla="*/ 52 w 35"/>
                  <a:gd name="T13" fmla="*/ 43 h 48"/>
                  <a:gd name="T14" fmla="*/ 110 w 35"/>
                  <a:gd name="T15" fmla="*/ 13 h 48"/>
                  <a:gd name="T16" fmla="*/ 128 w 35"/>
                  <a:gd name="T17" fmla="*/ 43 h 48"/>
                  <a:gd name="T18" fmla="*/ 128 w 35"/>
                  <a:gd name="T19" fmla="*/ 43 h 48"/>
                  <a:gd name="T20" fmla="*/ 110 w 35"/>
                  <a:gd name="T21" fmla="*/ 8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8">
                    <a:moveTo>
                      <a:pt x="30" y="2"/>
                    </a:moveTo>
                    <a:cubicBezTo>
                      <a:pt x="25" y="0"/>
                      <a:pt x="19" y="3"/>
                      <a:pt x="13" y="9"/>
                    </a:cubicBezTo>
                    <a:cubicBezTo>
                      <a:pt x="5" y="18"/>
                      <a:pt x="0" y="29"/>
                      <a:pt x="1" y="38"/>
                    </a:cubicBezTo>
                    <a:cubicBezTo>
                      <a:pt x="1" y="42"/>
                      <a:pt x="3" y="45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3" y="45"/>
                      <a:pt x="2" y="42"/>
                      <a:pt x="1" y="38"/>
                    </a:cubicBezTo>
                    <a:cubicBezTo>
                      <a:pt x="0" y="30"/>
                      <a:pt x="5" y="18"/>
                      <a:pt x="14" y="10"/>
                    </a:cubicBezTo>
                    <a:cubicBezTo>
                      <a:pt x="19" y="4"/>
                      <a:pt x="25" y="1"/>
                      <a:pt x="30" y="3"/>
                    </a:cubicBezTo>
                    <a:cubicBezTo>
                      <a:pt x="33" y="4"/>
                      <a:pt x="35" y="6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6"/>
                      <a:pt x="33" y="3"/>
                      <a:pt x="30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7" name="Freeform 3838">
                <a:extLst>
                  <a:ext uri="{FF2B5EF4-FFF2-40B4-BE49-F238E27FC236}">
                    <a16:creationId xmlns:a16="http://schemas.microsoft.com/office/drawing/2014/main" id="{8855BD55-E850-4096-86E6-73F0BF246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3057"/>
                <a:ext cx="120" cy="165"/>
              </a:xfrm>
              <a:custGeom>
                <a:avLst/>
                <a:gdLst>
                  <a:gd name="T0" fmla="*/ 277 w 78"/>
                  <a:gd name="T1" fmla="*/ 215 h 100"/>
                  <a:gd name="T2" fmla="*/ 269 w 78"/>
                  <a:gd name="T3" fmla="*/ 109 h 100"/>
                  <a:gd name="T4" fmla="*/ 58 w 78"/>
                  <a:gd name="T5" fmla="*/ 139 h 100"/>
                  <a:gd name="T6" fmla="*/ 52 w 78"/>
                  <a:gd name="T7" fmla="*/ 409 h 100"/>
                  <a:gd name="T8" fmla="*/ 171 w 78"/>
                  <a:gd name="T9" fmla="*/ 416 h 100"/>
                  <a:gd name="T10" fmla="*/ 237 w 78"/>
                  <a:gd name="T11" fmla="*/ 305 h 100"/>
                  <a:gd name="T12" fmla="*/ 277 w 78"/>
                  <a:gd name="T13" fmla="*/ 215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100">
                    <a:moveTo>
                      <a:pt x="76" y="48"/>
                    </a:moveTo>
                    <a:cubicBezTo>
                      <a:pt x="78" y="39"/>
                      <a:pt x="78" y="31"/>
                      <a:pt x="74" y="24"/>
                    </a:cubicBezTo>
                    <a:cubicBezTo>
                      <a:pt x="60" y="0"/>
                      <a:pt x="32" y="9"/>
                      <a:pt x="16" y="31"/>
                    </a:cubicBezTo>
                    <a:cubicBezTo>
                      <a:pt x="0" y="54"/>
                      <a:pt x="3" y="82"/>
                      <a:pt x="14" y="91"/>
                    </a:cubicBezTo>
                    <a:cubicBezTo>
                      <a:pt x="25" y="100"/>
                      <a:pt x="36" y="100"/>
                      <a:pt x="47" y="93"/>
                    </a:cubicBezTo>
                    <a:cubicBezTo>
                      <a:pt x="56" y="86"/>
                      <a:pt x="61" y="74"/>
                      <a:pt x="65" y="68"/>
                    </a:cubicBezTo>
                    <a:cubicBezTo>
                      <a:pt x="69" y="61"/>
                      <a:pt x="75" y="55"/>
                      <a:pt x="76" y="48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8" name="Freeform 3839">
                <a:extLst>
                  <a:ext uri="{FF2B5EF4-FFF2-40B4-BE49-F238E27FC236}">
                    <a16:creationId xmlns:a16="http://schemas.microsoft.com/office/drawing/2014/main" id="{08C7515D-FA03-4184-8292-4968DE006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110"/>
                <a:ext cx="55" cy="79"/>
              </a:xfrm>
              <a:custGeom>
                <a:avLst/>
                <a:gdLst>
                  <a:gd name="T0" fmla="*/ 115 w 36"/>
                  <a:gd name="T1" fmla="*/ 81 h 48"/>
                  <a:gd name="T2" fmla="*/ 93 w 36"/>
                  <a:gd name="T3" fmla="*/ 5 h 48"/>
                  <a:gd name="T4" fmla="*/ 8 w 36"/>
                  <a:gd name="T5" fmla="*/ 110 h 48"/>
                  <a:gd name="T6" fmla="*/ 49 w 36"/>
                  <a:gd name="T7" fmla="*/ 206 h 48"/>
                  <a:gd name="T8" fmla="*/ 115 w 36"/>
                  <a:gd name="T9" fmla="*/ 8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8">
                    <a:moveTo>
                      <a:pt x="32" y="18"/>
                    </a:moveTo>
                    <a:cubicBezTo>
                      <a:pt x="36" y="7"/>
                      <a:pt x="33" y="1"/>
                      <a:pt x="26" y="1"/>
                    </a:cubicBezTo>
                    <a:cubicBezTo>
                      <a:pt x="18" y="0"/>
                      <a:pt x="4" y="16"/>
                      <a:pt x="2" y="25"/>
                    </a:cubicBezTo>
                    <a:cubicBezTo>
                      <a:pt x="0" y="35"/>
                      <a:pt x="4" y="48"/>
                      <a:pt x="14" y="46"/>
                    </a:cubicBezTo>
                    <a:cubicBezTo>
                      <a:pt x="23" y="44"/>
                      <a:pt x="29" y="23"/>
                      <a:pt x="32" y="18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9" name="Freeform 3840">
                <a:extLst>
                  <a:ext uri="{FF2B5EF4-FFF2-40B4-BE49-F238E27FC236}">
                    <a16:creationId xmlns:a16="http://schemas.microsoft.com/office/drawing/2014/main" id="{157CDB52-B7FD-4BF8-BE59-BA134678F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107"/>
                <a:ext cx="54" cy="79"/>
              </a:xfrm>
              <a:custGeom>
                <a:avLst/>
                <a:gdLst>
                  <a:gd name="T0" fmla="*/ 110 w 35"/>
                  <a:gd name="T1" fmla="*/ 8 h 48"/>
                  <a:gd name="T2" fmla="*/ 48 w 35"/>
                  <a:gd name="T3" fmla="*/ 41 h 48"/>
                  <a:gd name="T4" fmla="*/ 5 w 35"/>
                  <a:gd name="T5" fmla="*/ 171 h 48"/>
                  <a:gd name="T6" fmla="*/ 22 w 35"/>
                  <a:gd name="T7" fmla="*/ 214 h 48"/>
                  <a:gd name="T8" fmla="*/ 22 w 35"/>
                  <a:gd name="T9" fmla="*/ 214 h 48"/>
                  <a:gd name="T10" fmla="*/ 5 w 35"/>
                  <a:gd name="T11" fmla="*/ 171 h 48"/>
                  <a:gd name="T12" fmla="*/ 52 w 35"/>
                  <a:gd name="T13" fmla="*/ 43 h 48"/>
                  <a:gd name="T14" fmla="*/ 110 w 35"/>
                  <a:gd name="T15" fmla="*/ 13 h 48"/>
                  <a:gd name="T16" fmla="*/ 128 w 35"/>
                  <a:gd name="T17" fmla="*/ 43 h 48"/>
                  <a:gd name="T18" fmla="*/ 128 w 35"/>
                  <a:gd name="T19" fmla="*/ 43 h 48"/>
                  <a:gd name="T20" fmla="*/ 110 w 35"/>
                  <a:gd name="T21" fmla="*/ 8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8">
                    <a:moveTo>
                      <a:pt x="30" y="2"/>
                    </a:moveTo>
                    <a:cubicBezTo>
                      <a:pt x="25" y="0"/>
                      <a:pt x="19" y="3"/>
                      <a:pt x="13" y="9"/>
                    </a:cubicBezTo>
                    <a:cubicBezTo>
                      <a:pt x="5" y="18"/>
                      <a:pt x="0" y="29"/>
                      <a:pt x="1" y="38"/>
                    </a:cubicBezTo>
                    <a:cubicBezTo>
                      <a:pt x="1" y="42"/>
                      <a:pt x="3" y="45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3" y="45"/>
                      <a:pt x="2" y="42"/>
                      <a:pt x="1" y="38"/>
                    </a:cubicBezTo>
                    <a:cubicBezTo>
                      <a:pt x="0" y="30"/>
                      <a:pt x="5" y="18"/>
                      <a:pt x="14" y="10"/>
                    </a:cubicBezTo>
                    <a:cubicBezTo>
                      <a:pt x="19" y="4"/>
                      <a:pt x="25" y="1"/>
                      <a:pt x="30" y="3"/>
                    </a:cubicBezTo>
                    <a:cubicBezTo>
                      <a:pt x="33" y="4"/>
                      <a:pt x="35" y="6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6"/>
                      <a:pt x="33" y="3"/>
                      <a:pt x="30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0" name="Freeform 3841">
                <a:extLst>
                  <a:ext uri="{FF2B5EF4-FFF2-40B4-BE49-F238E27FC236}">
                    <a16:creationId xmlns:a16="http://schemas.microsoft.com/office/drawing/2014/main" id="{0E19044B-CFC6-4510-8D76-24D5FBDD5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40"/>
                <a:ext cx="50" cy="125"/>
              </a:xfrm>
              <a:custGeom>
                <a:avLst/>
                <a:gdLst>
                  <a:gd name="T0" fmla="*/ 0 w 32"/>
                  <a:gd name="T1" fmla="*/ 0 h 76"/>
                  <a:gd name="T2" fmla="*/ 0 w 32"/>
                  <a:gd name="T3" fmla="*/ 339 h 76"/>
                  <a:gd name="T4" fmla="*/ 92 w 32"/>
                  <a:gd name="T5" fmla="*/ 125 h 76"/>
                  <a:gd name="T6" fmla="*/ 0 w 32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76">
                    <a:moveTo>
                      <a:pt x="0" y="0"/>
                    </a:moveTo>
                    <a:cubicBezTo>
                      <a:pt x="0" y="76"/>
                      <a:pt x="0" y="76"/>
                      <a:pt x="0" y="76"/>
                    </a:cubicBezTo>
                    <a:cubicBezTo>
                      <a:pt x="21" y="73"/>
                      <a:pt x="32" y="52"/>
                      <a:pt x="24" y="28"/>
                    </a:cubicBezTo>
                    <a:cubicBezTo>
                      <a:pt x="19" y="14"/>
                      <a:pt x="11" y="4"/>
                      <a:pt x="0" y="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1" name="Freeform 3842">
                <a:extLst>
                  <a:ext uri="{FF2B5EF4-FFF2-40B4-BE49-F238E27FC236}">
                    <a16:creationId xmlns:a16="http://schemas.microsoft.com/office/drawing/2014/main" id="{F3192F20-49EE-4AAF-A3AE-9AD945A25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681"/>
                <a:ext cx="88" cy="122"/>
              </a:xfrm>
              <a:custGeom>
                <a:avLst/>
                <a:gdLst>
                  <a:gd name="T0" fmla="*/ 12 w 57"/>
                  <a:gd name="T1" fmla="*/ 54 h 74"/>
                  <a:gd name="T2" fmla="*/ 0 w 57"/>
                  <a:gd name="T3" fmla="*/ 58 h 74"/>
                  <a:gd name="T4" fmla="*/ 0 w 57"/>
                  <a:gd name="T5" fmla="*/ 282 h 74"/>
                  <a:gd name="T6" fmla="*/ 93 w 57"/>
                  <a:gd name="T7" fmla="*/ 331 h 74"/>
                  <a:gd name="T8" fmla="*/ 184 w 57"/>
                  <a:gd name="T9" fmla="*/ 147 h 74"/>
                  <a:gd name="T10" fmla="*/ 12 w 57"/>
                  <a:gd name="T11" fmla="*/ 54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74">
                    <a:moveTo>
                      <a:pt x="3" y="12"/>
                    </a:moveTo>
                    <a:cubicBezTo>
                      <a:pt x="2" y="12"/>
                      <a:pt x="1" y="13"/>
                      <a:pt x="0" y="1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6" y="70"/>
                      <a:pt x="14" y="74"/>
                      <a:pt x="25" y="74"/>
                    </a:cubicBezTo>
                    <a:cubicBezTo>
                      <a:pt x="45" y="74"/>
                      <a:pt x="57" y="55"/>
                      <a:pt x="50" y="33"/>
                    </a:cubicBezTo>
                    <a:cubicBezTo>
                      <a:pt x="42" y="11"/>
                      <a:pt x="23" y="0"/>
                      <a:pt x="3" y="12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2" name="Freeform 3843">
                <a:extLst>
                  <a:ext uri="{FF2B5EF4-FFF2-40B4-BE49-F238E27FC236}">
                    <a16:creationId xmlns:a16="http://schemas.microsoft.com/office/drawing/2014/main" id="{806FB08A-1206-4DE0-AF55-C73633A62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706"/>
                <a:ext cx="53" cy="73"/>
              </a:xfrm>
              <a:custGeom>
                <a:avLst/>
                <a:gdLst>
                  <a:gd name="T0" fmla="*/ 100 w 34"/>
                  <a:gd name="T1" fmla="*/ 75 h 44"/>
                  <a:gd name="T2" fmla="*/ 109 w 34"/>
                  <a:gd name="T3" fmla="*/ 133 h 44"/>
                  <a:gd name="T4" fmla="*/ 80 w 34"/>
                  <a:gd name="T5" fmla="*/ 201 h 44"/>
                  <a:gd name="T6" fmla="*/ 5 w 34"/>
                  <a:gd name="T7" fmla="*/ 174 h 44"/>
                  <a:gd name="T8" fmla="*/ 0 w 34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4">
                    <a:moveTo>
                      <a:pt x="26" y="16"/>
                    </a:moveTo>
                    <a:cubicBezTo>
                      <a:pt x="34" y="22"/>
                      <a:pt x="29" y="29"/>
                      <a:pt x="29" y="29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718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3" name="Freeform 3844">
                <a:extLst>
                  <a:ext uri="{FF2B5EF4-FFF2-40B4-BE49-F238E27FC236}">
                    <a16:creationId xmlns:a16="http://schemas.microsoft.com/office/drawing/2014/main" id="{4B1747F8-A1C1-4BF0-AF54-5DF36273F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718"/>
                <a:ext cx="62" cy="62"/>
              </a:xfrm>
              <a:custGeom>
                <a:avLst/>
                <a:gdLst>
                  <a:gd name="T0" fmla="*/ 136 w 40"/>
                  <a:gd name="T1" fmla="*/ 47 h 38"/>
                  <a:gd name="T2" fmla="*/ 130 w 40"/>
                  <a:gd name="T3" fmla="*/ 122 h 38"/>
                  <a:gd name="T4" fmla="*/ 67 w 40"/>
                  <a:gd name="T5" fmla="*/ 157 h 38"/>
                  <a:gd name="T6" fmla="*/ 14 w 40"/>
                  <a:gd name="T7" fmla="*/ 90 h 38"/>
                  <a:gd name="T8" fmla="*/ 26 w 40"/>
                  <a:gd name="T9" fmla="*/ 0 h 38"/>
                  <a:gd name="T10" fmla="*/ 26 w 40"/>
                  <a:gd name="T11" fmla="*/ 0 h 38"/>
                  <a:gd name="T12" fmla="*/ 12 w 40"/>
                  <a:gd name="T13" fmla="*/ 96 h 38"/>
                  <a:gd name="T14" fmla="*/ 67 w 40"/>
                  <a:gd name="T15" fmla="*/ 157 h 38"/>
                  <a:gd name="T16" fmla="*/ 135 w 40"/>
                  <a:gd name="T17" fmla="*/ 122 h 38"/>
                  <a:gd name="T18" fmla="*/ 136 w 40"/>
                  <a:gd name="T19" fmla="*/ 47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38">
                    <a:moveTo>
                      <a:pt x="37" y="11"/>
                    </a:moveTo>
                    <a:cubicBezTo>
                      <a:pt x="40" y="16"/>
                      <a:pt x="39" y="22"/>
                      <a:pt x="35" y="28"/>
                    </a:cubicBezTo>
                    <a:cubicBezTo>
                      <a:pt x="31" y="34"/>
                      <a:pt x="24" y="37"/>
                      <a:pt x="18" y="36"/>
                    </a:cubicBezTo>
                    <a:cubicBezTo>
                      <a:pt x="12" y="35"/>
                      <a:pt x="6" y="29"/>
                      <a:pt x="4" y="21"/>
                    </a:cubicBezTo>
                    <a:cubicBezTo>
                      <a:pt x="1" y="14"/>
                      <a:pt x="2" y="6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6"/>
                      <a:pt x="0" y="14"/>
                      <a:pt x="3" y="22"/>
                    </a:cubicBezTo>
                    <a:cubicBezTo>
                      <a:pt x="6" y="29"/>
                      <a:pt x="12" y="35"/>
                      <a:pt x="18" y="36"/>
                    </a:cubicBezTo>
                    <a:cubicBezTo>
                      <a:pt x="24" y="38"/>
                      <a:pt x="31" y="34"/>
                      <a:pt x="36" y="28"/>
                    </a:cubicBezTo>
                    <a:cubicBezTo>
                      <a:pt x="40" y="22"/>
                      <a:pt x="40" y="16"/>
                      <a:pt x="37" y="1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4" name="Freeform 3845">
                <a:extLst>
                  <a:ext uri="{FF2B5EF4-FFF2-40B4-BE49-F238E27FC236}">
                    <a16:creationId xmlns:a16="http://schemas.microsoft.com/office/drawing/2014/main" id="{DD09BCF9-A7B0-44A0-A3B2-1B73F4282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691"/>
                <a:ext cx="107" cy="107"/>
              </a:xfrm>
              <a:custGeom>
                <a:avLst/>
                <a:gdLst>
                  <a:gd name="T0" fmla="*/ 183 w 69"/>
                  <a:gd name="T1" fmla="*/ 43 h 65"/>
                  <a:gd name="T2" fmla="*/ 96 w 69"/>
                  <a:gd name="T3" fmla="*/ 8 h 65"/>
                  <a:gd name="T4" fmla="*/ 34 w 69"/>
                  <a:gd name="T5" fmla="*/ 63 h 65"/>
                  <a:gd name="T6" fmla="*/ 121 w 69"/>
                  <a:gd name="T7" fmla="*/ 257 h 65"/>
                  <a:gd name="T8" fmla="*/ 257 w 69"/>
                  <a:gd name="T9" fmla="*/ 171 h 65"/>
                  <a:gd name="T10" fmla="*/ 183 w 69"/>
                  <a:gd name="T11" fmla="*/ 43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65">
                    <a:moveTo>
                      <a:pt x="49" y="10"/>
                    </a:moveTo>
                    <a:cubicBezTo>
                      <a:pt x="42" y="4"/>
                      <a:pt x="35" y="0"/>
                      <a:pt x="26" y="2"/>
                    </a:cubicBezTo>
                    <a:cubicBezTo>
                      <a:pt x="19" y="4"/>
                      <a:pt x="12" y="7"/>
                      <a:pt x="9" y="14"/>
                    </a:cubicBezTo>
                    <a:cubicBezTo>
                      <a:pt x="0" y="30"/>
                      <a:pt x="12" y="52"/>
                      <a:pt x="32" y="58"/>
                    </a:cubicBezTo>
                    <a:cubicBezTo>
                      <a:pt x="53" y="65"/>
                      <a:pt x="69" y="51"/>
                      <a:pt x="69" y="38"/>
                    </a:cubicBezTo>
                    <a:cubicBezTo>
                      <a:pt x="68" y="25"/>
                      <a:pt x="64" y="21"/>
                      <a:pt x="49" y="1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5" name="Freeform 3846">
                <a:extLst>
                  <a:ext uri="{FF2B5EF4-FFF2-40B4-BE49-F238E27FC236}">
                    <a16:creationId xmlns:a16="http://schemas.microsoft.com/office/drawing/2014/main" id="{D78A006A-E377-4AB4-9FCC-749EB90C7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711"/>
                <a:ext cx="31" cy="43"/>
              </a:xfrm>
              <a:custGeom>
                <a:avLst/>
                <a:gdLst>
                  <a:gd name="T0" fmla="*/ 53 w 20"/>
                  <a:gd name="T1" fmla="*/ 8 h 26"/>
                  <a:gd name="T2" fmla="*/ 14 w 20"/>
                  <a:gd name="T3" fmla="*/ 84 h 26"/>
                  <a:gd name="T4" fmla="*/ 74 w 20"/>
                  <a:gd name="T5" fmla="*/ 8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14" y="2"/>
                    </a:moveTo>
                    <a:cubicBezTo>
                      <a:pt x="8" y="0"/>
                      <a:pt x="0" y="11"/>
                      <a:pt x="4" y="19"/>
                    </a:cubicBezTo>
                    <a:cubicBezTo>
                      <a:pt x="7" y="26"/>
                      <a:pt x="20" y="19"/>
                      <a:pt x="20" y="19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6" name="Freeform 3847">
                <a:extLst>
                  <a:ext uri="{FF2B5EF4-FFF2-40B4-BE49-F238E27FC236}">
                    <a16:creationId xmlns:a16="http://schemas.microsoft.com/office/drawing/2014/main" id="{1D2CA037-804E-4702-9D61-D753364A5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716"/>
                <a:ext cx="57" cy="53"/>
              </a:xfrm>
              <a:custGeom>
                <a:avLst/>
                <a:gdLst>
                  <a:gd name="T0" fmla="*/ 123 w 37"/>
                  <a:gd name="T1" fmla="*/ 68 h 32"/>
                  <a:gd name="T2" fmla="*/ 116 w 37"/>
                  <a:gd name="T3" fmla="*/ 126 h 32"/>
                  <a:gd name="T4" fmla="*/ 35 w 37"/>
                  <a:gd name="T5" fmla="*/ 109 h 32"/>
                  <a:gd name="T6" fmla="*/ 8 w 37"/>
                  <a:gd name="T7" fmla="*/ 36 h 32"/>
                  <a:gd name="T8" fmla="*/ 28 w 37"/>
                  <a:gd name="T9" fmla="*/ 0 h 32"/>
                  <a:gd name="T10" fmla="*/ 28 w 37"/>
                  <a:gd name="T11" fmla="*/ 0 h 32"/>
                  <a:gd name="T12" fmla="*/ 5 w 37"/>
                  <a:gd name="T13" fmla="*/ 36 h 32"/>
                  <a:gd name="T14" fmla="*/ 34 w 37"/>
                  <a:gd name="T15" fmla="*/ 109 h 32"/>
                  <a:gd name="T16" fmla="*/ 116 w 37"/>
                  <a:gd name="T17" fmla="*/ 126 h 32"/>
                  <a:gd name="T18" fmla="*/ 123 w 37"/>
                  <a:gd name="T19" fmla="*/ 68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2">
                    <a:moveTo>
                      <a:pt x="34" y="15"/>
                    </a:moveTo>
                    <a:cubicBezTo>
                      <a:pt x="37" y="20"/>
                      <a:pt x="36" y="25"/>
                      <a:pt x="32" y="28"/>
                    </a:cubicBezTo>
                    <a:cubicBezTo>
                      <a:pt x="27" y="31"/>
                      <a:pt x="18" y="31"/>
                      <a:pt x="10" y="24"/>
                    </a:cubicBezTo>
                    <a:cubicBezTo>
                      <a:pt x="2" y="17"/>
                      <a:pt x="1" y="12"/>
                      <a:pt x="2" y="8"/>
                    </a:cubicBezTo>
                    <a:cubicBezTo>
                      <a:pt x="2" y="4"/>
                      <a:pt x="5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1"/>
                      <a:pt x="2" y="4"/>
                      <a:pt x="1" y="8"/>
                    </a:cubicBezTo>
                    <a:cubicBezTo>
                      <a:pt x="0" y="12"/>
                      <a:pt x="1" y="18"/>
                      <a:pt x="9" y="24"/>
                    </a:cubicBezTo>
                    <a:cubicBezTo>
                      <a:pt x="18" y="32"/>
                      <a:pt x="27" y="32"/>
                      <a:pt x="32" y="28"/>
                    </a:cubicBezTo>
                    <a:cubicBezTo>
                      <a:pt x="36" y="25"/>
                      <a:pt x="37" y="20"/>
                      <a:pt x="34" y="15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7" name="Freeform 3848">
                <a:extLst>
                  <a:ext uri="{FF2B5EF4-FFF2-40B4-BE49-F238E27FC236}">
                    <a16:creationId xmlns:a16="http://schemas.microsoft.com/office/drawing/2014/main" id="{9782D06C-9FA4-4DBA-B821-E5E8144C9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614"/>
                <a:ext cx="142" cy="123"/>
              </a:xfrm>
              <a:custGeom>
                <a:avLst/>
                <a:gdLst>
                  <a:gd name="T0" fmla="*/ 202 w 92"/>
                  <a:gd name="T1" fmla="*/ 30 h 75"/>
                  <a:gd name="T2" fmla="*/ 93 w 92"/>
                  <a:gd name="T3" fmla="*/ 21 h 75"/>
                  <a:gd name="T4" fmla="*/ 22 w 92"/>
                  <a:gd name="T5" fmla="*/ 110 h 75"/>
                  <a:gd name="T6" fmla="*/ 181 w 92"/>
                  <a:gd name="T7" fmla="*/ 323 h 75"/>
                  <a:gd name="T8" fmla="*/ 326 w 92"/>
                  <a:gd name="T9" fmla="*/ 159 h 75"/>
                  <a:gd name="T10" fmla="*/ 202 w 92"/>
                  <a:gd name="T11" fmla="*/ 30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5">
                    <a:moveTo>
                      <a:pt x="55" y="7"/>
                    </a:moveTo>
                    <a:cubicBezTo>
                      <a:pt x="44" y="3"/>
                      <a:pt x="35" y="0"/>
                      <a:pt x="25" y="5"/>
                    </a:cubicBezTo>
                    <a:cubicBezTo>
                      <a:pt x="17" y="9"/>
                      <a:pt x="9" y="15"/>
                      <a:pt x="6" y="25"/>
                    </a:cubicBezTo>
                    <a:cubicBezTo>
                      <a:pt x="0" y="47"/>
                      <a:pt x="21" y="71"/>
                      <a:pt x="49" y="73"/>
                    </a:cubicBezTo>
                    <a:cubicBezTo>
                      <a:pt x="76" y="75"/>
                      <a:pt x="92" y="53"/>
                      <a:pt x="89" y="36"/>
                    </a:cubicBezTo>
                    <a:cubicBezTo>
                      <a:pt x="83" y="21"/>
                      <a:pt x="77" y="17"/>
                      <a:pt x="55" y="7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8" name="Freeform 3849">
                <a:extLst>
                  <a:ext uri="{FF2B5EF4-FFF2-40B4-BE49-F238E27FC236}">
                    <a16:creationId xmlns:a16="http://schemas.microsoft.com/office/drawing/2014/main" id="{40C9636D-FB3A-4742-AB60-FC0E8EFC9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637"/>
                <a:ext cx="70" cy="69"/>
              </a:xfrm>
              <a:custGeom>
                <a:avLst/>
                <a:gdLst>
                  <a:gd name="T0" fmla="*/ 68 w 45"/>
                  <a:gd name="T1" fmla="*/ 173 h 42"/>
                  <a:gd name="T2" fmla="*/ 157 w 45"/>
                  <a:gd name="T3" fmla="*/ 130 h 42"/>
                  <a:gd name="T4" fmla="*/ 53 w 45"/>
                  <a:gd name="T5" fmla="*/ 5 h 42"/>
                  <a:gd name="T6" fmla="*/ 8 w 45"/>
                  <a:gd name="T7" fmla="*/ 41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2">
                    <a:moveTo>
                      <a:pt x="18" y="39"/>
                    </a:moveTo>
                    <a:cubicBezTo>
                      <a:pt x="32" y="42"/>
                      <a:pt x="38" y="39"/>
                      <a:pt x="42" y="29"/>
                    </a:cubicBezTo>
                    <a:cubicBezTo>
                      <a:pt x="45" y="18"/>
                      <a:pt x="28" y="2"/>
                      <a:pt x="14" y="1"/>
                    </a:cubicBezTo>
                    <a:cubicBezTo>
                      <a:pt x="0" y="0"/>
                      <a:pt x="2" y="9"/>
                      <a:pt x="2" y="9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9" name="Freeform 3850">
                <a:extLst>
                  <a:ext uri="{FF2B5EF4-FFF2-40B4-BE49-F238E27FC236}">
                    <a16:creationId xmlns:a16="http://schemas.microsoft.com/office/drawing/2014/main" id="{B18FA8DC-C170-45BD-99EA-1E07B7033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647"/>
                <a:ext cx="76" cy="61"/>
              </a:xfrm>
              <a:custGeom>
                <a:avLst/>
                <a:gdLst>
                  <a:gd name="T0" fmla="*/ 163 w 49"/>
                  <a:gd name="T1" fmla="*/ 49 h 37"/>
                  <a:gd name="T2" fmla="*/ 163 w 49"/>
                  <a:gd name="T3" fmla="*/ 125 h 37"/>
                  <a:gd name="T4" fmla="*/ 60 w 49"/>
                  <a:gd name="T5" fmla="*/ 134 h 37"/>
                  <a:gd name="T6" fmla="*/ 5 w 49"/>
                  <a:gd name="T7" fmla="*/ 58 h 37"/>
                  <a:gd name="T8" fmla="*/ 26 w 49"/>
                  <a:gd name="T9" fmla="*/ 0 h 37"/>
                  <a:gd name="T10" fmla="*/ 26 w 49"/>
                  <a:gd name="T11" fmla="*/ 0 h 37"/>
                  <a:gd name="T12" fmla="*/ 0 w 49"/>
                  <a:gd name="T13" fmla="*/ 58 h 37"/>
                  <a:gd name="T14" fmla="*/ 56 w 49"/>
                  <a:gd name="T15" fmla="*/ 138 h 37"/>
                  <a:gd name="T16" fmla="*/ 169 w 49"/>
                  <a:gd name="T17" fmla="*/ 125 h 37"/>
                  <a:gd name="T18" fmla="*/ 163 w 49"/>
                  <a:gd name="T19" fmla="*/ 49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37">
                    <a:moveTo>
                      <a:pt x="44" y="11"/>
                    </a:moveTo>
                    <a:cubicBezTo>
                      <a:pt x="48" y="17"/>
                      <a:pt x="48" y="23"/>
                      <a:pt x="44" y="28"/>
                    </a:cubicBezTo>
                    <a:cubicBezTo>
                      <a:pt x="40" y="34"/>
                      <a:pt x="29" y="37"/>
                      <a:pt x="16" y="30"/>
                    </a:cubicBezTo>
                    <a:cubicBezTo>
                      <a:pt x="4" y="24"/>
                      <a:pt x="1" y="17"/>
                      <a:pt x="1" y="13"/>
                    </a:cubicBezTo>
                    <a:cubicBezTo>
                      <a:pt x="0" y="7"/>
                      <a:pt x="3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2"/>
                      <a:pt x="0" y="7"/>
                      <a:pt x="0" y="13"/>
                    </a:cubicBezTo>
                    <a:cubicBezTo>
                      <a:pt x="0" y="18"/>
                      <a:pt x="3" y="25"/>
                      <a:pt x="15" y="31"/>
                    </a:cubicBezTo>
                    <a:cubicBezTo>
                      <a:pt x="29" y="37"/>
                      <a:pt x="40" y="34"/>
                      <a:pt x="45" y="28"/>
                    </a:cubicBezTo>
                    <a:cubicBezTo>
                      <a:pt x="49" y="24"/>
                      <a:pt x="48" y="17"/>
                      <a:pt x="44" y="1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0" name="Freeform 3851">
                <a:extLst>
                  <a:ext uri="{FF2B5EF4-FFF2-40B4-BE49-F238E27FC236}">
                    <a16:creationId xmlns:a16="http://schemas.microsoft.com/office/drawing/2014/main" id="{213D4BC5-6EC1-48B0-AB77-0AD1A9AAB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622"/>
                <a:ext cx="128" cy="112"/>
              </a:xfrm>
              <a:custGeom>
                <a:avLst/>
                <a:gdLst>
                  <a:gd name="T0" fmla="*/ 100 w 83"/>
                  <a:gd name="T1" fmla="*/ 33 h 68"/>
                  <a:gd name="T2" fmla="*/ 236 w 83"/>
                  <a:gd name="T3" fmla="*/ 54 h 68"/>
                  <a:gd name="T4" fmla="*/ 250 w 83"/>
                  <a:gd name="T5" fmla="*/ 97 h 68"/>
                  <a:gd name="T6" fmla="*/ 290 w 83"/>
                  <a:gd name="T7" fmla="*/ 109 h 68"/>
                  <a:gd name="T8" fmla="*/ 285 w 83"/>
                  <a:gd name="T9" fmla="*/ 160 h 68"/>
                  <a:gd name="T10" fmla="*/ 264 w 83"/>
                  <a:gd name="T11" fmla="*/ 214 h 68"/>
                  <a:gd name="T12" fmla="*/ 184 w 83"/>
                  <a:gd name="T13" fmla="*/ 268 h 68"/>
                  <a:gd name="T14" fmla="*/ 168 w 83"/>
                  <a:gd name="T15" fmla="*/ 242 h 68"/>
                  <a:gd name="T16" fmla="*/ 157 w 83"/>
                  <a:gd name="T17" fmla="*/ 264 h 68"/>
                  <a:gd name="T18" fmla="*/ 109 w 83"/>
                  <a:gd name="T19" fmla="*/ 264 h 68"/>
                  <a:gd name="T20" fmla="*/ 106 w 83"/>
                  <a:gd name="T21" fmla="*/ 247 h 68"/>
                  <a:gd name="T22" fmla="*/ 80 w 83"/>
                  <a:gd name="T23" fmla="*/ 247 h 68"/>
                  <a:gd name="T24" fmla="*/ 48 w 83"/>
                  <a:gd name="T25" fmla="*/ 206 h 68"/>
                  <a:gd name="T26" fmla="*/ 34 w 83"/>
                  <a:gd name="T27" fmla="*/ 184 h 68"/>
                  <a:gd name="T28" fmla="*/ 12 w 83"/>
                  <a:gd name="T29" fmla="*/ 160 h 68"/>
                  <a:gd name="T30" fmla="*/ 29 w 83"/>
                  <a:gd name="T31" fmla="*/ 109 h 68"/>
                  <a:gd name="T32" fmla="*/ 100 w 83"/>
                  <a:gd name="T33" fmla="*/ 33 h 68"/>
                  <a:gd name="T34" fmla="*/ 100 w 83"/>
                  <a:gd name="T35" fmla="*/ 33 h 6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3" h="68">
                    <a:moveTo>
                      <a:pt x="27" y="7"/>
                    </a:moveTo>
                    <a:cubicBezTo>
                      <a:pt x="36" y="4"/>
                      <a:pt x="61" y="0"/>
                      <a:pt x="64" y="12"/>
                    </a:cubicBezTo>
                    <a:cubicBezTo>
                      <a:pt x="65" y="17"/>
                      <a:pt x="61" y="21"/>
                      <a:pt x="68" y="22"/>
                    </a:cubicBezTo>
                    <a:cubicBezTo>
                      <a:pt x="73" y="22"/>
                      <a:pt x="75" y="19"/>
                      <a:pt x="79" y="24"/>
                    </a:cubicBezTo>
                    <a:cubicBezTo>
                      <a:pt x="83" y="29"/>
                      <a:pt x="80" y="32"/>
                      <a:pt x="78" y="36"/>
                    </a:cubicBezTo>
                    <a:cubicBezTo>
                      <a:pt x="74" y="39"/>
                      <a:pt x="74" y="43"/>
                      <a:pt x="72" y="48"/>
                    </a:cubicBezTo>
                    <a:cubicBezTo>
                      <a:pt x="69" y="55"/>
                      <a:pt x="60" y="68"/>
                      <a:pt x="50" y="60"/>
                    </a:cubicBezTo>
                    <a:cubicBezTo>
                      <a:pt x="48" y="59"/>
                      <a:pt x="48" y="55"/>
                      <a:pt x="46" y="54"/>
                    </a:cubicBezTo>
                    <a:cubicBezTo>
                      <a:pt x="43" y="54"/>
                      <a:pt x="44" y="58"/>
                      <a:pt x="43" y="59"/>
                    </a:cubicBezTo>
                    <a:cubicBezTo>
                      <a:pt x="39" y="63"/>
                      <a:pt x="34" y="64"/>
                      <a:pt x="30" y="59"/>
                    </a:cubicBezTo>
                    <a:cubicBezTo>
                      <a:pt x="29" y="58"/>
                      <a:pt x="31" y="56"/>
                      <a:pt x="29" y="55"/>
                    </a:cubicBezTo>
                    <a:cubicBezTo>
                      <a:pt x="27" y="54"/>
                      <a:pt x="23" y="55"/>
                      <a:pt x="22" y="55"/>
                    </a:cubicBezTo>
                    <a:cubicBezTo>
                      <a:pt x="15" y="54"/>
                      <a:pt x="15" y="51"/>
                      <a:pt x="13" y="46"/>
                    </a:cubicBezTo>
                    <a:cubicBezTo>
                      <a:pt x="12" y="42"/>
                      <a:pt x="13" y="44"/>
                      <a:pt x="9" y="41"/>
                    </a:cubicBezTo>
                    <a:cubicBezTo>
                      <a:pt x="7" y="39"/>
                      <a:pt x="5" y="39"/>
                      <a:pt x="3" y="36"/>
                    </a:cubicBezTo>
                    <a:cubicBezTo>
                      <a:pt x="0" y="29"/>
                      <a:pt x="4" y="28"/>
                      <a:pt x="8" y="24"/>
                    </a:cubicBezTo>
                    <a:cubicBezTo>
                      <a:pt x="15" y="19"/>
                      <a:pt x="18" y="11"/>
                      <a:pt x="27" y="7"/>
                    </a:cubicBezTo>
                    <a:cubicBezTo>
                      <a:pt x="28" y="7"/>
                      <a:pt x="27" y="8"/>
                      <a:pt x="27" y="7"/>
                    </a:cubicBezTo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1" name="Freeform 3852">
                <a:extLst>
                  <a:ext uri="{FF2B5EF4-FFF2-40B4-BE49-F238E27FC236}">
                    <a16:creationId xmlns:a16="http://schemas.microsoft.com/office/drawing/2014/main" id="{BAE4690F-181F-4BE5-B4C8-44338ABF7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693"/>
                <a:ext cx="45" cy="30"/>
              </a:xfrm>
              <a:custGeom>
                <a:avLst/>
                <a:gdLst>
                  <a:gd name="T0" fmla="*/ 0 w 29"/>
                  <a:gd name="T1" fmla="*/ 0 h 18"/>
                  <a:gd name="T2" fmla="*/ 22 w 29"/>
                  <a:gd name="T3" fmla="*/ 42 h 18"/>
                  <a:gd name="T4" fmla="*/ 62 w 29"/>
                  <a:gd name="T5" fmla="*/ 55 h 18"/>
                  <a:gd name="T6" fmla="*/ 87 w 29"/>
                  <a:gd name="T7" fmla="*/ 75 h 18"/>
                  <a:gd name="T8" fmla="*/ 109 w 29"/>
                  <a:gd name="T9" fmla="*/ 37 h 18"/>
                  <a:gd name="T10" fmla="*/ 82 w 29"/>
                  <a:gd name="T11" fmla="*/ 42 h 18"/>
                  <a:gd name="T12" fmla="*/ 56 w 29"/>
                  <a:gd name="T13" fmla="*/ 8 h 18"/>
                  <a:gd name="T14" fmla="*/ 26 w 29"/>
                  <a:gd name="T15" fmla="*/ 8 h 18"/>
                  <a:gd name="T16" fmla="*/ 0 w 29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2" y="3"/>
                      <a:pt x="1" y="7"/>
                      <a:pt x="6" y="9"/>
                    </a:cubicBezTo>
                    <a:cubicBezTo>
                      <a:pt x="9" y="10"/>
                      <a:pt x="14" y="8"/>
                      <a:pt x="17" y="12"/>
                    </a:cubicBezTo>
                    <a:cubicBezTo>
                      <a:pt x="19" y="15"/>
                      <a:pt x="18" y="18"/>
                      <a:pt x="23" y="16"/>
                    </a:cubicBezTo>
                    <a:cubicBezTo>
                      <a:pt x="28" y="15"/>
                      <a:pt x="26" y="11"/>
                      <a:pt x="29" y="8"/>
                    </a:cubicBezTo>
                    <a:cubicBezTo>
                      <a:pt x="26" y="9"/>
                      <a:pt x="25" y="11"/>
                      <a:pt x="22" y="9"/>
                    </a:cubicBezTo>
                    <a:cubicBezTo>
                      <a:pt x="19" y="7"/>
                      <a:pt x="19" y="3"/>
                      <a:pt x="15" y="2"/>
                    </a:cubicBezTo>
                    <a:cubicBezTo>
                      <a:pt x="13" y="1"/>
                      <a:pt x="10" y="2"/>
                      <a:pt x="7" y="2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2" name="Freeform 3853">
                <a:extLst>
                  <a:ext uri="{FF2B5EF4-FFF2-40B4-BE49-F238E27FC236}">
                    <a16:creationId xmlns:a16="http://schemas.microsoft.com/office/drawing/2014/main" id="{7DE6596A-AD40-41E5-9865-2E5884F31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662"/>
                <a:ext cx="44" cy="64"/>
              </a:xfrm>
              <a:custGeom>
                <a:avLst/>
                <a:gdLst>
                  <a:gd name="T0" fmla="*/ 0 w 28"/>
                  <a:gd name="T1" fmla="*/ 151 h 39"/>
                  <a:gd name="T2" fmla="*/ 49 w 28"/>
                  <a:gd name="T3" fmla="*/ 143 h 39"/>
                  <a:gd name="T4" fmla="*/ 74 w 28"/>
                  <a:gd name="T5" fmla="*/ 84 h 39"/>
                  <a:gd name="T6" fmla="*/ 90 w 28"/>
                  <a:gd name="T7" fmla="*/ 54 h 39"/>
                  <a:gd name="T8" fmla="*/ 104 w 28"/>
                  <a:gd name="T9" fmla="*/ 26 h 39"/>
                  <a:gd name="T10" fmla="*/ 82 w 28"/>
                  <a:gd name="T11" fmla="*/ 0 h 39"/>
                  <a:gd name="T12" fmla="*/ 77 w 28"/>
                  <a:gd name="T13" fmla="*/ 41 h 39"/>
                  <a:gd name="T14" fmla="*/ 49 w 28"/>
                  <a:gd name="T15" fmla="*/ 89 h 39"/>
                  <a:gd name="T16" fmla="*/ 35 w 28"/>
                  <a:gd name="T17" fmla="*/ 146 h 39"/>
                  <a:gd name="T18" fmla="*/ 5 w 28"/>
                  <a:gd name="T19" fmla="*/ 154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39">
                    <a:moveTo>
                      <a:pt x="0" y="34"/>
                    </a:moveTo>
                    <a:cubicBezTo>
                      <a:pt x="2" y="39"/>
                      <a:pt x="11" y="35"/>
                      <a:pt x="13" y="32"/>
                    </a:cubicBezTo>
                    <a:cubicBezTo>
                      <a:pt x="16" y="28"/>
                      <a:pt x="17" y="24"/>
                      <a:pt x="19" y="19"/>
                    </a:cubicBezTo>
                    <a:cubicBezTo>
                      <a:pt x="20" y="17"/>
                      <a:pt x="22" y="15"/>
                      <a:pt x="23" y="12"/>
                    </a:cubicBezTo>
                    <a:cubicBezTo>
                      <a:pt x="24" y="10"/>
                      <a:pt x="26" y="8"/>
                      <a:pt x="27" y="6"/>
                    </a:cubicBezTo>
                    <a:cubicBezTo>
                      <a:pt x="28" y="1"/>
                      <a:pt x="25" y="1"/>
                      <a:pt x="21" y="0"/>
                    </a:cubicBezTo>
                    <a:cubicBezTo>
                      <a:pt x="26" y="1"/>
                      <a:pt x="23" y="6"/>
                      <a:pt x="20" y="9"/>
                    </a:cubicBezTo>
                    <a:cubicBezTo>
                      <a:pt x="17" y="13"/>
                      <a:pt x="14" y="14"/>
                      <a:pt x="13" y="20"/>
                    </a:cubicBezTo>
                    <a:cubicBezTo>
                      <a:pt x="12" y="24"/>
                      <a:pt x="12" y="29"/>
                      <a:pt x="9" y="33"/>
                    </a:cubicBezTo>
                    <a:cubicBezTo>
                      <a:pt x="7" y="35"/>
                      <a:pt x="5" y="35"/>
                      <a:pt x="1" y="35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3" name="Freeform 3854">
                <a:extLst>
                  <a:ext uri="{FF2B5EF4-FFF2-40B4-BE49-F238E27FC236}">
                    <a16:creationId xmlns:a16="http://schemas.microsoft.com/office/drawing/2014/main" id="{9E872D82-D98E-4C66-9546-AB00ECFD8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630"/>
                <a:ext cx="32" cy="23"/>
              </a:xfrm>
              <a:custGeom>
                <a:avLst/>
                <a:gdLst>
                  <a:gd name="T0" fmla="*/ 12 w 21"/>
                  <a:gd name="T1" fmla="*/ 5 h 14"/>
                  <a:gd name="T2" fmla="*/ 67 w 21"/>
                  <a:gd name="T3" fmla="*/ 62 h 14"/>
                  <a:gd name="T4" fmla="*/ 41 w 21"/>
                  <a:gd name="T5" fmla="*/ 13 h 14"/>
                  <a:gd name="T6" fmla="*/ 21 w 21"/>
                  <a:gd name="T7" fmla="*/ 13 h 14"/>
                  <a:gd name="T8" fmla="*/ 12 w 21"/>
                  <a:gd name="T9" fmla="*/ 8 h 14"/>
                  <a:gd name="T10" fmla="*/ 0 w 21"/>
                  <a:gd name="T11" fmla="*/ 1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4">
                    <a:moveTo>
                      <a:pt x="3" y="1"/>
                    </a:moveTo>
                    <a:cubicBezTo>
                      <a:pt x="12" y="0"/>
                      <a:pt x="21" y="3"/>
                      <a:pt x="19" y="14"/>
                    </a:cubicBezTo>
                    <a:cubicBezTo>
                      <a:pt x="19" y="9"/>
                      <a:pt x="16" y="5"/>
                      <a:pt x="12" y="3"/>
                    </a:cubicBezTo>
                    <a:cubicBezTo>
                      <a:pt x="10" y="3"/>
                      <a:pt x="8" y="3"/>
                      <a:pt x="6" y="3"/>
                    </a:cubicBezTo>
                    <a:cubicBezTo>
                      <a:pt x="5" y="3"/>
                      <a:pt x="5" y="2"/>
                      <a:pt x="3" y="2"/>
                    </a:cubicBez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4" name="Freeform 3855">
                <a:extLst>
                  <a:ext uri="{FF2B5EF4-FFF2-40B4-BE49-F238E27FC236}">
                    <a16:creationId xmlns:a16="http://schemas.microsoft.com/office/drawing/2014/main" id="{93EA2C34-A650-4093-AA98-4D5626ADF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653"/>
                <a:ext cx="42" cy="30"/>
              </a:xfrm>
              <a:custGeom>
                <a:avLst/>
                <a:gdLst>
                  <a:gd name="T0" fmla="*/ 0 w 27"/>
                  <a:gd name="T1" fmla="*/ 62 h 18"/>
                  <a:gd name="T2" fmla="*/ 62 w 27"/>
                  <a:gd name="T3" fmla="*/ 37 h 18"/>
                  <a:gd name="T4" fmla="*/ 101 w 27"/>
                  <a:gd name="T5" fmla="*/ 83 h 18"/>
                  <a:gd name="T6" fmla="*/ 87 w 27"/>
                  <a:gd name="T7" fmla="*/ 20 h 18"/>
                  <a:gd name="T8" fmla="*/ 56 w 27"/>
                  <a:gd name="T9" fmla="*/ 13 h 18"/>
                  <a:gd name="T10" fmla="*/ 26 w 27"/>
                  <a:gd name="T11" fmla="*/ 42 h 18"/>
                  <a:gd name="T12" fmla="*/ 8 w 27"/>
                  <a:gd name="T13" fmla="*/ 5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0" y="13"/>
                    </a:moveTo>
                    <a:cubicBezTo>
                      <a:pt x="6" y="15"/>
                      <a:pt x="11" y="7"/>
                      <a:pt x="17" y="8"/>
                    </a:cubicBezTo>
                    <a:cubicBezTo>
                      <a:pt x="20" y="9"/>
                      <a:pt x="26" y="15"/>
                      <a:pt x="27" y="18"/>
                    </a:cubicBezTo>
                    <a:cubicBezTo>
                      <a:pt x="26" y="14"/>
                      <a:pt x="26" y="7"/>
                      <a:pt x="23" y="4"/>
                    </a:cubicBezTo>
                    <a:cubicBezTo>
                      <a:pt x="20" y="0"/>
                      <a:pt x="19" y="2"/>
                      <a:pt x="15" y="3"/>
                    </a:cubicBezTo>
                    <a:cubicBezTo>
                      <a:pt x="11" y="5"/>
                      <a:pt x="10" y="7"/>
                      <a:pt x="7" y="9"/>
                    </a:cubicBezTo>
                    <a:cubicBezTo>
                      <a:pt x="5" y="10"/>
                      <a:pt x="4" y="12"/>
                      <a:pt x="2" y="12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5" name="Freeform 3856">
                <a:extLst>
                  <a:ext uri="{FF2B5EF4-FFF2-40B4-BE49-F238E27FC236}">
                    <a16:creationId xmlns:a16="http://schemas.microsoft.com/office/drawing/2014/main" id="{05C71D64-9B2D-4549-A3F8-AB5BF46DE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714"/>
                <a:ext cx="23" cy="10"/>
              </a:xfrm>
              <a:custGeom>
                <a:avLst/>
                <a:gdLst>
                  <a:gd name="T0" fmla="*/ 8 w 15"/>
                  <a:gd name="T1" fmla="*/ 0 h 6"/>
                  <a:gd name="T2" fmla="*/ 54 w 15"/>
                  <a:gd name="T3" fmla="*/ 0 h 6"/>
                  <a:gd name="T4" fmla="*/ 26 w 15"/>
                  <a:gd name="T5" fmla="*/ 8 h 6"/>
                  <a:gd name="T6" fmla="*/ 0 w 1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2" y="0"/>
                    </a:moveTo>
                    <a:cubicBezTo>
                      <a:pt x="4" y="6"/>
                      <a:pt x="13" y="5"/>
                      <a:pt x="15" y="0"/>
                    </a:cubicBezTo>
                    <a:cubicBezTo>
                      <a:pt x="12" y="2"/>
                      <a:pt x="11" y="4"/>
                      <a:pt x="7" y="2"/>
                    </a:cubicBezTo>
                    <a:cubicBezTo>
                      <a:pt x="4" y="1"/>
                      <a:pt x="3" y="0"/>
                      <a:pt x="0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6" name="Freeform 3857">
                <a:extLst>
                  <a:ext uri="{FF2B5EF4-FFF2-40B4-BE49-F238E27FC236}">
                    <a16:creationId xmlns:a16="http://schemas.microsoft.com/office/drawing/2014/main" id="{D0C27077-6225-4441-9AC2-070666C6E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705"/>
                <a:ext cx="23" cy="14"/>
              </a:xfrm>
              <a:custGeom>
                <a:avLst/>
                <a:gdLst>
                  <a:gd name="T0" fmla="*/ 0 w 15"/>
                  <a:gd name="T1" fmla="*/ 0 h 9"/>
                  <a:gd name="T2" fmla="*/ 43 w 15"/>
                  <a:gd name="T3" fmla="*/ 14 h 9"/>
                  <a:gd name="T4" fmla="*/ 54 w 15"/>
                  <a:gd name="T5" fmla="*/ 34 h 9"/>
                  <a:gd name="T6" fmla="*/ 43 w 15"/>
                  <a:gd name="T7" fmla="*/ 5 h 9"/>
                  <a:gd name="T8" fmla="*/ 26 w 15"/>
                  <a:gd name="T9" fmla="*/ 5 h 9"/>
                  <a:gd name="T10" fmla="*/ 0 w 1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1" y="3"/>
                      <a:pt x="9" y="2"/>
                      <a:pt x="12" y="4"/>
                    </a:cubicBezTo>
                    <a:cubicBezTo>
                      <a:pt x="13" y="6"/>
                      <a:pt x="13" y="9"/>
                      <a:pt x="15" y="9"/>
                    </a:cubicBezTo>
                    <a:cubicBezTo>
                      <a:pt x="14" y="7"/>
                      <a:pt x="14" y="2"/>
                      <a:pt x="12" y="1"/>
                    </a:cubicBezTo>
                    <a:cubicBezTo>
                      <a:pt x="11" y="0"/>
                      <a:pt x="8" y="1"/>
                      <a:pt x="7" y="1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7" name="Freeform 3858">
                <a:extLst>
                  <a:ext uri="{FF2B5EF4-FFF2-40B4-BE49-F238E27FC236}">
                    <a16:creationId xmlns:a16="http://schemas.microsoft.com/office/drawing/2014/main" id="{F3125AF9-82F2-40DA-9AF1-786A9ABBC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632"/>
                <a:ext cx="10" cy="23"/>
              </a:xfrm>
              <a:custGeom>
                <a:avLst/>
                <a:gdLst>
                  <a:gd name="T0" fmla="*/ 0 w 7"/>
                  <a:gd name="T1" fmla="*/ 5 h 14"/>
                  <a:gd name="T2" fmla="*/ 14 w 7"/>
                  <a:gd name="T3" fmla="*/ 62 h 14"/>
                  <a:gd name="T4" fmla="*/ 0 w 7"/>
                  <a:gd name="T5" fmla="*/ 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0" y="1"/>
                    </a:moveTo>
                    <a:cubicBezTo>
                      <a:pt x="6" y="0"/>
                      <a:pt x="7" y="10"/>
                      <a:pt x="5" y="14"/>
                    </a:cubicBezTo>
                    <a:cubicBezTo>
                      <a:pt x="5" y="11"/>
                      <a:pt x="4" y="1"/>
                      <a:pt x="0" y="1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8" name="Freeform 3859">
                <a:extLst>
                  <a:ext uri="{FF2B5EF4-FFF2-40B4-BE49-F238E27FC236}">
                    <a16:creationId xmlns:a16="http://schemas.microsoft.com/office/drawing/2014/main" id="{04DEB33F-E120-462F-93EF-99FB5814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630"/>
                <a:ext cx="40" cy="32"/>
              </a:xfrm>
              <a:custGeom>
                <a:avLst/>
                <a:gdLst>
                  <a:gd name="T0" fmla="*/ 0 w 26"/>
                  <a:gd name="T1" fmla="*/ 91 h 19"/>
                  <a:gd name="T2" fmla="*/ 35 w 26"/>
                  <a:gd name="T3" fmla="*/ 34 h 19"/>
                  <a:gd name="T4" fmla="*/ 95 w 26"/>
                  <a:gd name="T5" fmla="*/ 8 h 19"/>
                  <a:gd name="T6" fmla="*/ 62 w 26"/>
                  <a:gd name="T7" fmla="*/ 22 h 19"/>
                  <a:gd name="T8" fmla="*/ 40 w 26"/>
                  <a:gd name="T9" fmla="*/ 54 h 19"/>
                  <a:gd name="T10" fmla="*/ 22 w 26"/>
                  <a:gd name="T11" fmla="*/ 67 h 19"/>
                  <a:gd name="T12" fmla="*/ 0 w 26"/>
                  <a:gd name="T13" fmla="*/ 9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9">
                    <a:moveTo>
                      <a:pt x="0" y="19"/>
                    </a:moveTo>
                    <a:cubicBezTo>
                      <a:pt x="4" y="16"/>
                      <a:pt x="6" y="10"/>
                      <a:pt x="10" y="7"/>
                    </a:cubicBezTo>
                    <a:cubicBezTo>
                      <a:pt x="13" y="4"/>
                      <a:pt x="22" y="0"/>
                      <a:pt x="26" y="2"/>
                    </a:cubicBezTo>
                    <a:cubicBezTo>
                      <a:pt x="23" y="3"/>
                      <a:pt x="20" y="3"/>
                      <a:pt x="17" y="5"/>
                    </a:cubicBezTo>
                    <a:cubicBezTo>
                      <a:pt x="14" y="6"/>
                      <a:pt x="13" y="9"/>
                      <a:pt x="11" y="11"/>
                    </a:cubicBezTo>
                    <a:cubicBezTo>
                      <a:pt x="9" y="12"/>
                      <a:pt x="8" y="13"/>
                      <a:pt x="6" y="14"/>
                    </a:cubicBezTo>
                    <a:cubicBezTo>
                      <a:pt x="3" y="15"/>
                      <a:pt x="1" y="17"/>
                      <a:pt x="0" y="19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9" name="Freeform 3860">
                <a:extLst>
                  <a:ext uri="{FF2B5EF4-FFF2-40B4-BE49-F238E27FC236}">
                    <a16:creationId xmlns:a16="http://schemas.microsoft.com/office/drawing/2014/main" id="{50D84335-838F-4E02-81D7-9AA41CC51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665"/>
                <a:ext cx="28" cy="15"/>
              </a:xfrm>
              <a:custGeom>
                <a:avLst/>
                <a:gdLst>
                  <a:gd name="T0" fmla="*/ 0 w 18"/>
                  <a:gd name="T1" fmla="*/ 42 h 9"/>
                  <a:gd name="T2" fmla="*/ 68 w 18"/>
                  <a:gd name="T3" fmla="*/ 42 h 9"/>
                  <a:gd name="T4" fmla="*/ 39 w 18"/>
                  <a:gd name="T5" fmla="*/ 33 h 9"/>
                  <a:gd name="T6" fmla="*/ 12 w 18"/>
                  <a:gd name="T7" fmla="*/ 3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0" y="9"/>
                    </a:moveTo>
                    <a:cubicBezTo>
                      <a:pt x="5" y="8"/>
                      <a:pt x="15" y="0"/>
                      <a:pt x="18" y="9"/>
                    </a:cubicBezTo>
                    <a:cubicBezTo>
                      <a:pt x="16" y="6"/>
                      <a:pt x="13" y="6"/>
                      <a:pt x="10" y="7"/>
                    </a:cubicBezTo>
                    <a:cubicBezTo>
                      <a:pt x="8" y="8"/>
                      <a:pt x="6" y="8"/>
                      <a:pt x="3" y="8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0" name="Freeform 3861">
                <a:extLst>
                  <a:ext uri="{FF2B5EF4-FFF2-40B4-BE49-F238E27FC236}">
                    <a16:creationId xmlns:a16="http://schemas.microsoft.com/office/drawing/2014/main" id="{F1214F2D-93D1-47C8-9D56-551B66043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647"/>
                <a:ext cx="21" cy="16"/>
              </a:xfrm>
              <a:custGeom>
                <a:avLst/>
                <a:gdLst>
                  <a:gd name="T0" fmla="*/ 5 w 14"/>
                  <a:gd name="T1" fmla="*/ 5 h 10"/>
                  <a:gd name="T2" fmla="*/ 21 w 14"/>
                  <a:gd name="T3" fmla="*/ 21 h 10"/>
                  <a:gd name="T4" fmla="*/ 39 w 14"/>
                  <a:gd name="T5" fmla="*/ 34 h 10"/>
                  <a:gd name="T6" fmla="*/ 48 w 14"/>
                  <a:gd name="T7" fmla="*/ 35 h 10"/>
                  <a:gd name="T8" fmla="*/ 18 w 14"/>
                  <a:gd name="T9" fmla="*/ 26 h 10"/>
                  <a:gd name="T10" fmla="*/ 5 w 14"/>
                  <a:gd name="T11" fmla="*/ 13 h 10"/>
                  <a:gd name="T12" fmla="*/ 0 w 14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1" y="1"/>
                    </a:moveTo>
                    <a:cubicBezTo>
                      <a:pt x="2" y="3"/>
                      <a:pt x="4" y="4"/>
                      <a:pt x="6" y="5"/>
                    </a:cubicBezTo>
                    <a:cubicBezTo>
                      <a:pt x="8" y="7"/>
                      <a:pt x="8" y="7"/>
                      <a:pt x="11" y="8"/>
                    </a:cubicBezTo>
                    <a:cubicBezTo>
                      <a:pt x="12" y="8"/>
                      <a:pt x="13" y="8"/>
                      <a:pt x="14" y="9"/>
                    </a:cubicBezTo>
                    <a:cubicBezTo>
                      <a:pt x="10" y="10"/>
                      <a:pt x="8" y="9"/>
                      <a:pt x="5" y="6"/>
                    </a:cubicBezTo>
                    <a:cubicBezTo>
                      <a:pt x="4" y="5"/>
                      <a:pt x="2" y="4"/>
                      <a:pt x="1" y="3"/>
                    </a:cubicBezTo>
                    <a:cubicBezTo>
                      <a:pt x="1" y="1"/>
                      <a:pt x="2" y="0"/>
                      <a:pt x="0" y="0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1" name="Freeform 3862">
                <a:extLst>
                  <a:ext uri="{FF2B5EF4-FFF2-40B4-BE49-F238E27FC236}">
                    <a16:creationId xmlns:a16="http://schemas.microsoft.com/office/drawing/2014/main" id="{C8F29CC8-4283-4250-8266-E400C2363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622"/>
                <a:ext cx="128" cy="112"/>
              </a:xfrm>
              <a:custGeom>
                <a:avLst/>
                <a:gdLst>
                  <a:gd name="T0" fmla="*/ 100 w 83"/>
                  <a:gd name="T1" fmla="*/ 33 h 68"/>
                  <a:gd name="T2" fmla="*/ 236 w 83"/>
                  <a:gd name="T3" fmla="*/ 54 h 68"/>
                  <a:gd name="T4" fmla="*/ 250 w 83"/>
                  <a:gd name="T5" fmla="*/ 97 h 68"/>
                  <a:gd name="T6" fmla="*/ 290 w 83"/>
                  <a:gd name="T7" fmla="*/ 109 h 68"/>
                  <a:gd name="T8" fmla="*/ 285 w 83"/>
                  <a:gd name="T9" fmla="*/ 160 h 68"/>
                  <a:gd name="T10" fmla="*/ 264 w 83"/>
                  <a:gd name="T11" fmla="*/ 214 h 68"/>
                  <a:gd name="T12" fmla="*/ 184 w 83"/>
                  <a:gd name="T13" fmla="*/ 268 h 68"/>
                  <a:gd name="T14" fmla="*/ 168 w 83"/>
                  <a:gd name="T15" fmla="*/ 242 h 68"/>
                  <a:gd name="T16" fmla="*/ 157 w 83"/>
                  <a:gd name="T17" fmla="*/ 264 h 68"/>
                  <a:gd name="T18" fmla="*/ 109 w 83"/>
                  <a:gd name="T19" fmla="*/ 264 h 68"/>
                  <a:gd name="T20" fmla="*/ 106 w 83"/>
                  <a:gd name="T21" fmla="*/ 247 h 68"/>
                  <a:gd name="T22" fmla="*/ 80 w 83"/>
                  <a:gd name="T23" fmla="*/ 247 h 68"/>
                  <a:gd name="T24" fmla="*/ 48 w 83"/>
                  <a:gd name="T25" fmla="*/ 206 h 68"/>
                  <a:gd name="T26" fmla="*/ 34 w 83"/>
                  <a:gd name="T27" fmla="*/ 184 h 68"/>
                  <a:gd name="T28" fmla="*/ 12 w 83"/>
                  <a:gd name="T29" fmla="*/ 160 h 68"/>
                  <a:gd name="T30" fmla="*/ 29 w 83"/>
                  <a:gd name="T31" fmla="*/ 109 h 68"/>
                  <a:gd name="T32" fmla="*/ 100 w 83"/>
                  <a:gd name="T33" fmla="*/ 33 h 68"/>
                  <a:gd name="T34" fmla="*/ 100 w 83"/>
                  <a:gd name="T35" fmla="*/ 33 h 6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3" h="68">
                    <a:moveTo>
                      <a:pt x="27" y="7"/>
                    </a:moveTo>
                    <a:cubicBezTo>
                      <a:pt x="36" y="4"/>
                      <a:pt x="61" y="0"/>
                      <a:pt x="64" y="12"/>
                    </a:cubicBezTo>
                    <a:cubicBezTo>
                      <a:pt x="65" y="17"/>
                      <a:pt x="61" y="21"/>
                      <a:pt x="68" y="22"/>
                    </a:cubicBezTo>
                    <a:cubicBezTo>
                      <a:pt x="73" y="22"/>
                      <a:pt x="75" y="19"/>
                      <a:pt x="79" y="24"/>
                    </a:cubicBezTo>
                    <a:cubicBezTo>
                      <a:pt x="83" y="29"/>
                      <a:pt x="80" y="32"/>
                      <a:pt x="78" y="36"/>
                    </a:cubicBezTo>
                    <a:cubicBezTo>
                      <a:pt x="74" y="39"/>
                      <a:pt x="74" y="43"/>
                      <a:pt x="72" y="48"/>
                    </a:cubicBezTo>
                    <a:cubicBezTo>
                      <a:pt x="69" y="55"/>
                      <a:pt x="60" y="68"/>
                      <a:pt x="50" y="60"/>
                    </a:cubicBezTo>
                    <a:cubicBezTo>
                      <a:pt x="48" y="59"/>
                      <a:pt x="48" y="55"/>
                      <a:pt x="46" y="54"/>
                    </a:cubicBezTo>
                    <a:cubicBezTo>
                      <a:pt x="43" y="54"/>
                      <a:pt x="44" y="58"/>
                      <a:pt x="43" y="59"/>
                    </a:cubicBezTo>
                    <a:cubicBezTo>
                      <a:pt x="39" y="63"/>
                      <a:pt x="34" y="64"/>
                      <a:pt x="30" y="59"/>
                    </a:cubicBezTo>
                    <a:cubicBezTo>
                      <a:pt x="29" y="58"/>
                      <a:pt x="31" y="56"/>
                      <a:pt x="29" y="55"/>
                    </a:cubicBezTo>
                    <a:cubicBezTo>
                      <a:pt x="27" y="54"/>
                      <a:pt x="23" y="55"/>
                      <a:pt x="22" y="55"/>
                    </a:cubicBezTo>
                    <a:cubicBezTo>
                      <a:pt x="15" y="54"/>
                      <a:pt x="15" y="51"/>
                      <a:pt x="13" y="46"/>
                    </a:cubicBezTo>
                    <a:cubicBezTo>
                      <a:pt x="12" y="42"/>
                      <a:pt x="13" y="44"/>
                      <a:pt x="9" y="41"/>
                    </a:cubicBezTo>
                    <a:cubicBezTo>
                      <a:pt x="7" y="39"/>
                      <a:pt x="5" y="39"/>
                      <a:pt x="3" y="36"/>
                    </a:cubicBezTo>
                    <a:cubicBezTo>
                      <a:pt x="0" y="29"/>
                      <a:pt x="4" y="28"/>
                      <a:pt x="8" y="24"/>
                    </a:cubicBezTo>
                    <a:cubicBezTo>
                      <a:pt x="15" y="19"/>
                      <a:pt x="18" y="11"/>
                      <a:pt x="27" y="7"/>
                    </a:cubicBezTo>
                    <a:cubicBezTo>
                      <a:pt x="28" y="7"/>
                      <a:pt x="27" y="8"/>
                      <a:pt x="27" y="7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2" name="Freeform 3863">
                <a:extLst>
                  <a:ext uri="{FF2B5EF4-FFF2-40B4-BE49-F238E27FC236}">
                    <a16:creationId xmlns:a16="http://schemas.microsoft.com/office/drawing/2014/main" id="{38B8E42C-D350-4B49-A28D-BE0723260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644"/>
                <a:ext cx="11" cy="13"/>
              </a:xfrm>
              <a:custGeom>
                <a:avLst/>
                <a:gdLst>
                  <a:gd name="T0" fmla="*/ 0 w 7"/>
                  <a:gd name="T1" fmla="*/ 0 h 8"/>
                  <a:gd name="T2" fmla="*/ 27 w 7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3" y="4"/>
                      <a:pt x="2" y="6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3" name="Freeform 3864">
                <a:extLst>
                  <a:ext uri="{FF2B5EF4-FFF2-40B4-BE49-F238E27FC236}">
                    <a16:creationId xmlns:a16="http://schemas.microsoft.com/office/drawing/2014/main" id="{51FCCEF9-5E36-45AB-B191-656AF2205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667"/>
                <a:ext cx="42" cy="16"/>
              </a:xfrm>
              <a:custGeom>
                <a:avLst/>
                <a:gdLst>
                  <a:gd name="T0" fmla="*/ 0 w 27"/>
                  <a:gd name="T1" fmla="*/ 21 h 10"/>
                  <a:gd name="T2" fmla="*/ 56 w 27"/>
                  <a:gd name="T3" fmla="*/ 5 h 10"/>
                  <a:gd name="T4" fmla="*/ 101 w 27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0">
                    <a:moveTo>
                      <a:pt x="0" y="5"/>
                    </a:moveTo>
                    <a:cubicBezTo>
                      <a:pt x="8" y="7"/>
                      <a:pt x="8" y="1"/>
                      <a:pt x="15" y="1"/>
                    </a:cubicBezTo>
                    <a:cubicBezTo>
                      <a:pt x="20" y="0"/>
                      <a:pt x="25" y="5"/>
                      <a:pt x="27" y="1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4" name="Freeform 3865">
                <a:extLst>
                  <a:ext uri="{FF2B5EF4-FFF2-40B4-BE49-F238E27FC236}">
                    <a16:creationId xmlns:a16="http://schemas.microsoft.com/office/drawing/2014/main" id="{FDFB92DE-E31D-41E8-A889-489E3B5C2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711"/>
                <a:ext cx="12" cy="5"/>
              </a:xfrm>
              <a:custGeom>
                <a:avLst/>
                <a:gdLst>
                  <a:gd name="T0" fmla="*/ 0 w 8"/>
                  <a:gd name="T1" fmla="*/ 5 h 3"/>
                  <a:gd name="T2" fmla="*/ 27 w 8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3" y="0"/>
                      <a:pt x="6" y="1"/>
                      <a:pt x="8" y="3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5" name="Freeform 3866">
                <a:extLst>
                  <a:ext uri="{FF2B5EF4-FFF2-40B4-BE49-F238E27FC236}">
                    <a16:creationId xmlns:a16="http://schemas.microsoft.com/office/drawing/2014/main" id="{0122B6E8-75BE-413E-AD0C-1DE87946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677"/>
                <a:ext cx="6" cy="6"/>
              </a:xfrm>
              <a:custGeom>
                <a:avLst/>
                <a:gdLst>
                  <a:gd name="T0" fmla="*/ 8 w 4"/>
                  <a:gd name="T1" fmla="*/ 14 h 4"/>
                  <a:gd name="T2" fmla="*/ 14 w 4"/>
                  <a:gd name="T3" fmla="*/ 5 h 4"/>
                  <a:gd name="T4" fmla="*/ 0 w 4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3" y="3"/>
                      <a:pt x="3" y="2"/>
                      <a:pt x="4" y="1"/>
                    </a:cubicBezTo>
                    <a:cubicBezTo>
                      <a:pt x="2" y="0"/>
                      <a:pt x="0" y="2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6" name="Freeform 3867">
                <a:extLst>
                  <a:ext uri="{FF2B5EF4-FFF2-40B4-BE49-F238E27FC236}">
                    <a16:creationId xmlns:a16="http://schemas.microsoft.com/office/drawing/2014/main" id="{C3BA8820-65A4-4160-9333-9BA1BB8AD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642"/>
                <a:ext cx="6" cy="10"/>
              </a:xfrm>
              <a:custGeom>
                <a:avLst/>
                <a:gdLst>
                  <a:gd name="T0" fmla="*/ 12 w 4"/>
                  <a:gd name="T1" fmla="*/ 5 h 6"/>
                  <a:gd name="T2" fmla="*/ 14 w 4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0" y="0"/>
                      <a:pt x="1" y="6"/>
                      <a:pt x="4" y="2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7" name="Freeform 3868">
                <a:extLst>
                  <a:ext uri="{FF2B5EF4-FFF2-40B4-BE49-F238E27FC236}">
                    <a16:creationId xmlns:a16="http://schemas.microsoft.com/office/drawing/2014/main" id="{C22F545C-A221-4BCA-B7D2-33576E08C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673"/>
                <a:ext cx="5" cy="7"/>
              </a:xfrm>
              <a:custGeom>
                <a:avLst/>
                <a:gdLst>
                  <a:gd name="T0" fmla="*/ 0 w 3"/>
                  <a:gd name="T1" fmla="*/ 0 h 4"/>
                  <a:gd name="T2" fmla="*/ 5 w 3"/>
                  <a:gd name="T3" fmla="*/ 21 h 4"/>
                  <a:gd name="T4" fmla="*/ 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3" y="4"/>
                      <a:pt x="3" y="1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32" name="Freeform 3869">
                <a:extLst>
                  <a:ext uri="{FF2B5EF4-FFF2-40B4-BE49-F238E27FC236}">
                    <a16:creationId xmlns:a16="http://schemas.microsoft.com/office/drawing/2014/main" id="{E5F17FBB-1FFD-4E6D-91D1-1E96832F3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713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0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33" name="Freeform 3870">
                <a:extLst>
                  <a:ext uri="{FF2B5EF4-FFF2-40B4-BE49-F238E27FC236}">
                    <a16:creationId xmlns:a16="http://schemas.microsoft.com/office/drawing/2014/main" id="{5D9DD3F2-687E-439C-ABE3-9133F32D2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784"/>
                <a:ext cx="113" cy="135"/>
              </a:xfrm>
              <a:custGeom>
                <a:avLst/>
                <a:gdLst>
                  <a:gd name="T0" fmla="*/ 192 w 73"/>
                  <a:gd name="T1" fmla="*/ 43 h 82"/>
                  <a:gd name="T2" fmla="*/ 119 w 73"/>
                  <a:gd name="T3" fmla="*/ 0 h 82"/>
                  <a:gd name="T4" fmla="*/ 40 w 73"/>
                  <a:gd name="T5" fmla="*/ 214 h 82"/>
                  <a:gd name="T6" fmla="*/ 204 w 73"/>
                  <a:gd name="T7" fmla="*/ 347 h 82"/>
                  <a:gd name="T8" fmla="*/ 266 w 73"/>
                  <a:gd name="T9" fmla="*/ 242 h 82"/>
                  <a:gd name="T10" fmla="*/ 231 w 73"/>
                  <a:gd name="T11" fmla="*/ 125 h 82"/>
                  <a:gd name="T12" fmla="*/ 192 w 73"/>
                  <a:gd name="T13" fmla="*/ 43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82">
                    <a:moveTo>
                      <a:pt x="52" y="10"/>
                    </a:moveTo>
                    <a:cubicBezTo>
                      <a:pt x="46" y="4"/>
                      <a:pt x="39" y="1"/>
                      <a:pt x="32" y="0"/>
                    </a:cubicBezTo>
                    <a:cubicBezTo>
                      <a:pt x="7" y="0"/>
                      <a:pt x="0" y="25"/>
                      <a:pt x="11" y="48"/>
                    </a:cubicBezTo>
                    <a:cubicBezTo>
                      <a:pt x="21" y="71"/>
                      <a:pt x="43" y="82"/>
                      <a:pt x="55" y="78"/>
                    </a:cubicBezTo>
                    <a:cubicBezTo>
                      <a:pt x="68" y="74"/>
                      <a:pt x="73" y="65"/>
                      <a:pt x="72" y="54"/>
                    </a:cubicBezTo>
                    <a:cubicBezTo>
                      <a:pt x="72" y="44"/>
                      <a:pt x="65" y="34"/>
                      <a:pt x="62" y="28"/>
                    </a:cubicBezTo>
                    <a:cubicBezTo>
                      <a:pt x="59" y="22"/>
                      <a:pt x="56" y="14"/>
                      <a:pt x="52" y="1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34" name="Freeform 3871">
                <a:extLst>
                  <a:ext uri="{FF2B5EF4-FFF2-40B4-BE49-F238E27FC236}">
                    <a16:creationId xmlns:a16="http://schemas.microsoft.com/office/drawing/2014/main" id="{92470CEB-FE71-483B-82B9-1817044E0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815"/>
                <a:ext cx="44" cy="71"/>
              </a:xfrm>
              <a:custGeom>
                <a:avLst/>
                <a:gdLst>
                  <a:gd name="T0" fmla="*/ 14 w 28"/>
                  <a:gd name="T1" fmla="*/ 8 h 43"/>
                  <a:gd name="T2" fmla="*/ 5 w 28"/>
                  <a:gd name="T3" fmla="*/ 83 h 43"/>
                  <a:gd name="T4" fmla="*/ 66 w 28"/>
                  <a:gd name="T5" fmla="*/ 188 h 43"/>
                  <a:gd name="T6" fmla="*/ 108 w 28"/>
                  <a:gd name="T7" fmla="*/ 188 h 43"/>
                  <a:gd name="T8" fmla="*/ 108 w 28"/>
                  <a:gd name="T9" fmla="*/ 188 h 43"/>
                  <a:gd name="T10" fmla="*/ 69 w 28"/>
                  <a:gd name="T11" fmla="*/ 185 h 43"/>
                  <a:gd name="T12" fmla="*/ 8 w 28"/>
                  <a:gd name="T13" fmla="*/ 83 h 43"/>
                  <a:gd name="T14" fmla="*/ 14 w 28"/>
                  <a:gd name="T15" fmla="*/ 8 h 43"/>
                  <a:gd name="T16" fmla="*/ 47 w 28"/>
                  <a:gd name="T17" fmla="*/ 8 h 43"/>
                  <a:gd name="T18" fmla="*/ 47 w 28"/>
                  <a:gd name="T19" fmla="*/ 8 h 43"/>
                  <a:gd name="T20" fmla="*/ 14 w 28"/>
                  <a:gd name="T21" fmla="*/ 8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43">
                    <a:moveTo>
                      <a:pt x="4" y="2"/>
                    </a:moveTo>
                    <a:cubicBezTo>
                      <a:pt x="0" y="5"/>
                      <a:pt x="0" y="11"/>
                      <a:pt x="1" y="18"/>
                    </a:cubicBezTo>
                    <a:cubicBezTo>
                      <a:pt x="4" y="29"/>
                      <a:pt x="11" y="38"/>
                      <a:pt x="17" y="42"/>
                    </a:cubicBezTo>
                    <a:cubicBezTo>
                      <a:pt x="21" y="43"/>
                      <a:pt x="24" y="43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5" y="43"/>
                      <a:pt x="21" y="43"/>
                      <a:pt x="18" y="41"/>
                    </a:cubicBezTo>
                    <a:cubicBezTo>
                      <a:pt x="11" y="38"/>
                      <a:pt x="5" y="29"/>
                      <a:pt x="2" y="18"/>
                    </a:cubicBezTo>
                    <a:cubicBezTo>
                      <a:pt x="0" y="11"/>
                      <a:pt x="1" y="5"/>
                      <a:pt x="4" y="2"/>
                    </a:cubicBezTo>
                    <a:cubicBezTo>
                      <a:pt x="7" y="1"/>
                      <a:pt x="10" y="0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0"/>
                      <a:pt x="6" y="0"/>
                      <a:pt x="4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35" name="Freeform 3872">
                <a:extLst>
                  <a:ext uri="{FF2B5EF4-FFF2-40B4-BE49-F238E27FC236}">
                    <a16:creationId xmlns:a16="http://schemas.microsoft.com/office/drawing/2014/main" id="{E90F93ED-F838-4575-A4AB-6DF35513C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915"/>
                <a:ext cx="125" cy="109"/>
              </a:xfrm>
              <a:custGeom>
                <a:avLst/>
                <a:gdLst>
                  <a:gd name="T0" fmla="*/ 238 w 81"/>
                  <a:gd name="T1" fmla="*/ 20 h 66"/>
                  <a:gd name="T2" fmla="*/ 133 w 81"/>
                  <a:gd name="T3" fmla="*/ 33 h 66"/>
                  <a:gd name="T4" fmla="*/ 22 w 81"/>
                  <a:gd name="T5" fmla="*/ 46 h 66"/>
                  <a:gd name="T6" fmla="*/ 0 w 81"/>
                  <a:gd name="T7" fmla="*/ 58 h 66"/>
                  <a:gd name="T8" fmla="*/ 0 w 81"/>
                  <a:gd name="T9" fmla="*/ 263 h 66"/>
                  <a:gd name="T10" fmla="*/ 148 w 81"/>
                  <a:gd name="T11" fmla="*/ 277 h 66"/>
                  <a:gd name="T12" fmla="*/ 290 w 81"/>
                  <a:gd name="T13" fmla="*/ 117 h 66"/>
                  <a:gd name="T14" fmla="*/ 238 w 81"/>
                  <a:gd name="T15" fmla="*/ 20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66">
                    <a:moveTo>
                      <a:pt x="65" y="4"/>
                    </a:moveTo>
                    <a:cubicBezTo>
                      <a:pt x="55" y="0"/>
                      <a:pt x="48" y="4"/>
                      <a:pt x="36" y="7"/>
                    </a:cubicBezTo>
                    <a:cubicBezTo>
                      <a:pt x="28" y="8"/>
                      <a:pt x="16" y="4"/>
                      <a:pt x="6" y="10"/>
                    </a:cubicBezTo>
                    <a:cubicBezTo>
                      <a:pt x="4" y="11"/>
                      <a:pt x="2" y="12"/>
                      <a:pt x="0" y="13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9" y="65"/>
                      <a:pt x="23" y="66"/>
                      <a:pt x="40" y="62"/>
                    </a:cubicBezTo>
                    <a:cubicBezTo>
                      <a:pt x="65" y="55"/>
                      <a:pt x="77" y="47"/>
                      <a:pt x="79" y="26"/>
                    </a:cubicBezTo>
                    <a:cubicBezTo>
                      <a:pt x="81" y="15"/>
                      <a:pt x="75" y="7"/>
                      <a:pt x="65" y="4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36" name="Freeform 3873">
                <a:extLst>
                  <a:ext uri="{FF2B5EF4-FFF2-40B4-BE49-F238E27FC236}">
                    <a16:creationId xmlns:a16="http://schemas.microsoft.com/office/drawing/2014/main" id="{71E397B1-D3CC-433D-BB28-7289946AE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930"/>
                <a:ext cx="103" cy="55"/>
              </a:xfrm>
              <a:custGeom>
                <a:avLst/>
                <a:gdLst>
                  <a:gd name="T0" fmla="*/ 66 w 67"/>
                  <a:gd name="T1" fmla="*/ 55 h 33"/>
                  <a:gd name="T2" fmla="*/ 69 w 67"/>
                  <a:gd name="T3" fmla="*/ 145 h 33"/>
                  <a:gd name="T4" fmla="*/ 192 w 67"/>
                  <a:gd name="T5" fmla="*/ 117 h 33"/>
                  <a:gd name="T6" fmla="*/ 224 w 67"/>
                  <a:gd name="T7" fmla="*/ 70 h 33"/>
                  <a:gd name="T8" fmla="*/ 120 w 67"/>
                  <a:gd name="T9" fmla="*/ 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33">
                    <a:moveTo>
                      <a:pt x="18" y="12"/>
                    </a:moveTo>
                    <a:cubicBezTo>
                      <a:pt x="11" y="15"/>
                      <a:pt x="0" y="29"/>
                      <a:pt x="19" y="31"/>
                    </a:cubicBezTo>
                    <a:cubicBezTo>
                      <a:pt x="37" y="33"/>
                      <a:pt x="53" y="25"/>
                      <a:pt x="53" y="2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67" y="0"/>
                      <a:pt x="33" y="2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37" name="Freeform 3874">
                <a:extLst>
                  <a:ext uri="{FF2B5EF4-FFF2-40B4-BE49-F238E27FC236}">
                    <a16:creationId xmlns:a16="http://schemas.microsoft.com/office/drawing/2014/main" id="{4D34FC2E-8B0A-46DE-963F-DB1A84535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948"/>
                <a:ext cx="85" cy="40"/>
              </a:xfrm>
              <a:custGeom>
                <a:avLst/>
                <a:gdLst>
                  <a:gd name="T0" fmla="*/ 196 w 55"/>
                  <a:gd name="T1" fmla="*/ 0 h 24"/>
                  <a:gd name="T2" fmla="*/ 198 w 55"/>
                  <a:gd name="T3" fmla="*/ 20 h 24"/>
                  <a:gd name="T4" fmla="*/ 93 w 55"/>
                  <a:gd name="T5" fmla="*/ 92 h 24"/>
                  <a:gd name="T6" fmla="*/ 8 w 55"/>
                  <a:gd name="T7" fmla="*/ 63 h 24"/>
                  <a:gd name="T8" fmla="*/ 22 w 55"/>
                  <a:gd name="T9" fmla="*/ 13 h 24"/>
                  <a:gd name="T10" fmla="*/ 22 w 55"/>
                  <a:gd name="T11" fmla="*/ 13 h 24"/>
                  <a:gd name="T12" fmla="*/ 5 w 55"/>
                  <a:gd name="T13" fmla="*/ 63 h 24"/>
                  <a:gd name="T14" fmla="*/ 96 w 55"/>
                  <a:gd name="T15" fmla="*/ 97 h 24"/>
                  <a:gd name="T16" fmla="*/ 202 w 55"/>
                  <a:gd name="T17" fmla="*/ 20 h 24"/>
                  <a:gd name="T18" fmla="*/ 196 w 55"/>
                  <a:gd name="T19" fmla="*/ 0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24">
                    <a:moveTo>
                      <a:pt x="53" y="0"/>
                    </a:moveTo>
                    <a:cubicBezTo>
                      <a:pt x="54" y="0"/>
                      <a:pt x="55" y="2"/>
                      <a:pt x="54" y="4"/>
                    </a:cubicBezTo>
                    <a:cubicBezTo>
                      <a:pt x="54" y="8"/>
                      <a:pt x="46" y="16"/>
                      <a:pt x="25" y="20"/>
                    </a:cubicBezTo>
                    <a:cubicBezTo>
                      <a:pt x="10" y="23"/>
                      <a:pt x="3" y="19"/>
                      <a:pt x="2" y="14"/>
                    </a:cubicBezTo>
                    <a:cubicBezTo>
                      <a:pt x="1" y="10"/>
                      <a:pt x="2" y="6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2" y="6"/>
                      <a:pt x="0" y="10"/>
                      <a:pt x="1" y="14"/>
                    </a:cubicBezTo>
                    <a:cubicBezTo>
                      <a:pt x="3" y="20"/>
                      <a:pt x="10" y="24"/>
                      <a:pt x="26" y="21"/>
                    </a:cubicBezTo>
                    <a:cubicBezTo>
                      <a:pt x="45" y="17"/>
                      <a:pt x="54" y="9"/>
                      <a:pt x="55" y="4"/>
                    </a:cubicBezTo>
                    <a:cubicBezTo>
                      <a:pt x="55" y="2"/>
                      <a:pt x="54" y="1"/>
                      <a:pt x="53" y="0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38" name="Freeform 3875">
                <a:extLst>
                  <a:ext uri="{FF2B5EF4-FFF2-40B4-BE49-F238E27FC236}">
                    <a16:creationId xmlns:a16="http://schemas.microsoft.com/office/drawing/2014/main" id="{5A6F5E3E-161A-48A8-9B63-1C575FE0C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785"/>
                <a:ext cx="120" cy="104"/>
              </a:xfrm>
              <a:custGeom>
                <a:avLst/>
                <a:gdLst>
                  <a:gd name="T0" fmla="*/ 168 w 78"/>
                  <a:gd name="T1" fmla="*/ 28 h 63"/>
                  <a:gd name="T2" fmla="*/ 75 w 78"/>
                  <a:gd name="T3" fmla="*/ 20 h 63"/>
                  <a:gd name="T4" fmla="*/ 18 w 78"/>
                  <a:gd name="T5" fmla="*/ 96 h 63"/>
                  <a:gd name="T6" fmla="*/ 149 w 78"/>
                  <a:gd name="T7" fmla="*/ 276 h 63"/>
                  <a:gd name="T8" fmla="*/ 269 w 78"/>
                  <a:gd name="T9" fmla="*/ 139 h 63"/>
                  <a:gd name="T10" fmla="*/ 168 w 78"/>
                  <a:gd name="T11" fmla="*/ 2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63">
                    <a:moveTo>
                      <a:pt x="46" y="6"/>
                    </a:moveTo>
                    <a:cubicBezTo>
                      <a:pt x="37" y="2"/>
                      <a:pt x="29" y="0"/>
                      <a:pt x="21" y="4"/>
                    </a:cubicBezTo>
                    <a:cubicBezTo>
                      <a:pt x="14" y="7"/>
                      <a:pt x="8" y="13"/>
                      <a:pt x="5" y="21"/>
                    </a:cubicBezTo>
                    <a:cubicBezTo>
                      <a:pt x="0" y="39"/>
                      <a:pt x="18" y="60"/>
                      <a:pt x="41" y="61"/>
                    </a:cubicBezTo>
                    <a:cubicBezTo>
                      <a:pt x="64" y="63"/>
                      <a:pt x="78" y="45"/>
                      <a:pt x="74" y="31"/>
                    </a:cubicBezTo>
                    <a:cubicBezTo>
                      <a:pt x="70" y="18"/>
                      <a:pt x="64" y="14"/>
                      <a:pt x="46" y="6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39" name="Freeform 3876">
                <a:extLst>
                  <a:ext uri="{FF2B5EF4-FFF2-40B4-BE49-F238E27FC236}">
                    <a16:creationId xmlns:a16="http://schemas.microsoft.com/office/drawing/2014/main" id="{C7DBECB8-B588-407A-8CD3-73A1BB148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813"/>
                <a:ext cx="63" cy="51"/>
              </a:xfrm>
              <a:custGeom>
                <a:avLst/>
                <a:gdLst>
                  <a:gd name="T0" fmla="*/ 135 w 41"/>
                  <a:gd name="T1" fmla="*/ 41 h 31"/>
                  <a:gd name="T2" fmla="*/ 137 w 41"/>
                  <a:gd name="T3" fmla="*/ 104 h 31"/>
                  <a:gd name="T4" fmla="*/ 52 w 41"/>
                  <a:gd name="T5" fmla="*/ 110 h 31"/>
                  <a:gd name="T6" fmla="*/ 5 w 41"/>
                  <a:gd name="T7" fmla="*/ 43 h 31"/>
                  <a:gd name="T8" fmla="*/ 22 w 41"/>
                  <a:gd name="T9" fmla="*/ 0 h 31"/>
                  <a:gd name="T10" fmla="*/ 22 w 41"/>
                  <a:gd name="T11" fmla="*/ 0 h 31"/>
                  <a:gd name="T12" fmla="*/ 5 w 41"/>
                  <a:gd name="T13" fmla="*/ 43 h 31"/>
                  <a:gd name="T14" fmla="*/ 48 w 41"/>
                  <a:gd name="T15" fmla="*/ 117 h 31"/>
                  <a:gd name="T16" fmla="*/ 137 w 41"/>
                  <a:gd name="T17" fmla="*/ 105 h 31"/>
                  <a:gd name="T18" fmla="*/ 135 w 41"/>
                  <a:gd name="T19" fmla="*/ 41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31">
                    <a:moveTo>
                      <a:pt x="37" y="9"/>
                    </a:moveTo>
                    <a:cubicBezTo>
                      <a:pt x="41" y="14"/>
                      <a:pt x="41" y="19"/>
                      <a:pt x="38" y="23"/>
                    </a:cubicBezTo>
                    <a:cubicBezTo>
                      <a:pt x="34" y="28"/>
                      <a:pt x="24" y="30"/>
                      <a:pt x="14" y="25"/>
                    </a:cubicBezTo>
                    <a:cubicBezTo>
                      <a:pt x="4" y="20"/>
                      <a:pt x="1" y="14"/>
                      <a:pt x="1" y="10"/>
                    </a:cubicBezTo>
                    <a:cubicBezTo>
                      <a:pt x="1" y="6"/>
                      <a:pt x="3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0" y="6"/>
                      <a:pt x="1" y="10"/>
                    </a:cubicBezTo>
                    <a:cubicBezTo>
                      <a:pt x="1" y="15"/>
                      <a:pt x="3" y="21"/>
                      <a:pt x="13" y="26"/>
                    </a:cubicBezTo>
                    <a:cubicBezTo>
                      <a:pt x="24" y="31"/>
                      <a:pt x="34" y="28"/>
                      <a:pt x="38" y="24"/>
                    </a:cubicBezTo>
                    <a:cubicBezTo>
                      <a:pt x="41" y="20"/>
                      <a:pt x="41" y="14"/>
                      <a:pt x="37" y="9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40" name="Freeform 3877">
                <a:extLst>
                  <a:ext uri="{FF2B5EF4-FFF2-40B4-BE49-F238E27FC236}">
                    <a16:creationId xmlns:a16="http://schemas.microsoft.com/office/drawing/2014/main" id="{20328265-F9CE-4061-AB7A-462170B58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3179"/>
                <a:ext cx="119" cy="104"/>
              </a:xfrm>
              <a:custGeom>
                <a:avLst/>
                <a:gdLst>
                  <a:gd name="T0" fmla="*/ 170 w 77"/>
                  <a:gd name="T1" fmla="*/ 33 h 63"/>
                  <a:gd name="T2" fmla="*/ 76 w 77"/>
                  <a:gd name="T3" fmla="*/ 20 h 63"/>
                  <a:gd name="T4" fmla="*/ 19 w 77"/>
                  <a:gd name="T5" fmla="*/ 97 h 63"/>
                  <a:gd name="T6" fmla="*/ 150 w 77"/>
                  <a:gd name="T7" fmla="*/ 277 h 63"/>
                  <a:gd name="T8" fmla="*/ 272 w 77"/>
                  <a:gd name="T9" fmla="*/ 139 h 63"/>
                  <a:gd name="T10" fmla="*/ 170 w 77"/>
                  <a:gd name="T11" fmla="*/ 33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63">
                    <a:moveTo>
                      <a:pt x="46" y="7"/>
                    </a:moveTo>
                    <a:cubicBezTo>
                      <a:pt x="37" y="3"/>
                      <a:pt x="29" y="0"/>
                      <a:pt x="21" y="4"/>
                    </a:cubicBezTo>
                    <a:cubicBezTo>
                      <a:pt x="14" y="8"/>
                      <a:pt x="7" y="13"/>
                      <a:pt x="5" y="22"/>
                    </a:cubicBezTo>
                    <a:cubicBezTo>
                      <a:pt x="0" y="40"/>
                      <a:pt x="18" y="60"/>
                      <a:pt x="41" y="62"/>
                    </a:cubicBezTo>
                    <a:cubicBezTo>
                      <a:pt x="64" y="63"/>
                      <a:pt x="77" y="45"/>
                      <a:pt x="74" y="31"/>
                    </a:cubicBezTo>
                    <a:cubicBezTo>
                      <a:pt x="70" y="18"/>
                      <a:pt x="64" y="15"/>
                      <a:pt x="46" y="7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41" name="Freeform 3878">
                <a:extLst>
                  <a:ext uri="{FF2B5EF4-FFF2-40B4-BE49-F238E27FC236}">
                    <a16:creationId xmlns:a16="http://schemas.microsoft.com/office/drawing/2014/main" id="{2A195D48-8EB8-45DC-8A06-6D675E650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3200"/>
                <a:ext cx="70" cy="58"/>
              </a:xfrm>
              <a:custGeom>
                <a:avLst/>
                <a:gdLst>
                  <a:gd name="T0" fmla="*/ 56 w 45"/>
                  <a:gd name="T1" fmla="*/ 13 h 35"/>
                  <a:gd name="T2" fmla="*/ 19 w 45"/>
                  <a:gd name="T3" fmla="*/ 83 h 35"/>
                  <a:gd name="T4" fmla="*/ 128 w 45"/>
                  <a:gd name="T5" fmla="*/ 146 h 35"/>
                  <a:gd name="T6" fmla="*/ 149 w 45"/>
                  <a:gd name="T7" fmla="*/ 60 h 35"/>
                  <a:gd name="T8" fmla="*/ 56 w 45"/>
                  <a:gd name="T9" fmla="*/ 1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5">
                    <a:moveTo>
                      <a:pt x="15" y="3"/>
                    </a:moveTo>
                    <a:cubicBezTo>
                      <a:pt x="9" y="2"/>
                      <a:pt x="0" y="9"/>
                      <a:pt x="5" y="18"/>
                    </a:cubicBezTo>
                    <a:cubicBezTo>
                      <a:pt x="11" y="28"/>
                      <a:pt x="23" y="35"/>
                      <a:pt x="34" y="32"/>
                    </a:cubicBezTo>
                    <a:cubicBezTo>
                      <a:pt x="45" y="30"/>
                      <a:pt x="43" y="16"/>
                      <a:pt x="40" y="13"/>
                    </a:cubicBezTo>
                    <a:cubicBezTo>
                      <a:pt x="37" y="11"/>
                      <a:pt x="27" y="0"/>
                      <a:pt x="15" y="3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42" name="Freeform 3879">
                <a:extLst>
                  <a:ext uri="{FF2B5EF4-FFF2-40B4-BE49-F238E27FC236}">
                    <a16:creationId xmlns:a16="http://schemas.microsoft.com/office/drawing/2014/main" id="{BD073D0C-4461-43D1-A1F0-C3D2EB1F9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3207"/>
                <a:ext cx="63" cy="53"/>
              </a:xfrm>
              <a:custGeom>
                <a:avLst/>
                <a:gdLst>
                  <a:gd name="T0" fmla="*/ 135 w 41"/>
                  <a:gd name="T1" fmla="*/ 41 h 32"/>
                  <a:gd name="T2" fmla="*/ 135 w 41"/>
                  <a:gd name="T3" fmla="*/ 109 h 32"/>
                  <a:gd name="T4" fmla="*/ 48 w 41"/>
                  <a:gd name="T5" fmla="*/ 118 h 32"/>
                  <a:gd name="T6" fmla="*/ 5 w 41"/>
                  <a:gd name="T7" fmla="*/ 50 h 32"/>
                  <a:gd name="T8" fmla="*/ 22 w 41"/>
                  <a:gd name="T9" fmla="*/ 0 h 32"/>
                  <a:gd name="T10" fmla="*/ 22 w 41"/>
                  <a:gd name="T11" fmla="*/ 0 h 32"/>
                  <a:gd name="T12" fmla="*/ 0 w 41"/>
                  <a:gd name="T13" fmla="*/ 50 h 32"/>
                  <a:gd name="T14" fmla="*/ 48 w 41"/>
                  <a:gd name="T15" fmla="*/ 118 h 32"/>
                  <a:gd name="T16" fmla="*/ 137 w 41"/>
                  <a:gd name="T17" fmla="*/ 109 h 32"/>
                  <a:gd name="T18" fmla="*/ 135 w 41"/>
                  <a:gd name="T19" fmla="*/ 41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32">
                    <a:moveTo>
                      <a:pt x="37" y="9"/>
                    </a:moveTo>
                    <a:cubicBezTo>
                      <a:pt x="41" y="15"/>
                      <a:pt x="41" y="20"/>
                      <a:pt x="37" y="24"/>
                    </a:cubicBezTo>
                    <a:cubicBezTo>
                      <a:pt x="33" y="29"/>
                      <a:pt x="24" y="31"/>
                      <a:pt x="13" y="26"/>
                    </a:cubicBezTo>
                    <a:cubicBezTo>
                      <a:pt x="3" y="21"/>
                      <a:pt x="1" y="15"/>
                      <a:pt x="1" y="11"/>
                    </a:cubicBezTo>
                    <a:cubicBezTo>
                      <a:pt x="1" y="6"/>
                      <a:pt x="3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0" y="6"/>
                      <a:pt x="0" y="11"/>
                    </a:cubicBezTo>
                    <a:cubicBezTo>
                      <a:pt x="1" y="15"/>
                      <a:pt x="3" y="21"/>
                      <a:pt x="13" y="26"/>
                    </a:cubicBezTo>
                    <a:cubicBezTo>
                      <a:pt x="24" y="32"/>
                      <a:pt x="34" y="29"/>
                      <a:pt x="38" y="24"/>
                    </a:cubicBezTo>
                    <a:cubicBezTo>
                      <a:pt x="41" y="20"/>
                      <a:pt x="41" y="15"/>
                      <a:pt x="37" y="9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43" name="Freeform 3880">
                <a:extLst>
                  <a:ext uri="{FF2B5EF4-FFF2-40B4-BE49-F238E27FC236}">
                    <a16:creationId xmlns:a16="http://schemas.microsoft.com/office/drawing/2014/main" id="{48846530-3139-4333-8094-3AC962E2B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3008"/>
                <a:ext cx="73" cy="100"/>
              </a:xfrm>
              <a:custGeom>
                <a:avLst/>
                <a:gdLst>
                  <a:gd name="T0" fmla="*/ 162 w 47"/>
                  <a:gd name="T1" fmla="*/ 130 h 61"/>
                  <a:gd name="T2" fmla="*/ 56 w 47"/>
                  <a:gd name="T3" fmla="*/ 18 h 61"/>
                  <a:gd name="T4" fmla="*/ 0 w 47"/>
                  <a:gd name="T5" fmla="*/ 0 h 61"/>
                  <a:gd name="T6" fmla="*/ 0 w 47"/>
                  <a:gd name="T7" fmla="*/ 256 h 61"/>
                  <a:gd name="T8" fmla="*/ 39 w 47"/>
                  <a:gd name="T9" fmla="*/ 261 h 61"/>
                  <a:gd name="T10" fmla="*/ 162 w 47"/>
                  <a:gd name="T11" fmla="*/ 13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1">
                    <a:moveTo>
                      <a:pt x="43" y="29"/>
                    </a:moveTo>
                    <a:cubicBezTo>
                      <a:pt x="39" y="16"/>
                      <a:pt x="33" y="12"/>
                      <a:pt x="15" y="4"/>
                    </a:cubicBezTo>
                    <a:cubicBezTo>
                      <a:pt x="10" y="2"/>
                      <a:pt x="5" y="1"/>
                      <a:pt x="0" y="0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3" y="59"/>
                      <a:pt x="7" y="59"/>
                      <a:pt x="10" y="59"/>
                    </a:cubicBezTo>
                    <a:cubicBezTo>
                      <a:pt x="33" y="61"/>
                      <a:pt x="47" y="43"/>
                      <a:pt x="43" y="29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44" name="Freeform 3881">
                <a:extLst>
                  <a:ext uri="{FF2B5EF4-FFF2-40B4-BE49-F238E27FC236}">
                    <a16:creationId xmlns:a16="http://schemas.microsoft.com/office/drawing/2014/main" id="{AD639BB4-C579-4561-AC30-86ABDEDB2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029"/>
                <a:ext cx="49" cy="48"/>
              </a:xfrm>
              <a:custGeom>
                <a:avLst/>
                <a:gdLst>
                  <a:gd name="T0" fmla="*/ 61 w 32"/>
                  <a:gd name="T1" fmla="*/ 131 h 29"/>
                  <a:gd name="T2" fmla="*/ 96 w 32"/>
                  <a:gd name="T3" fmla="*/ 60 h 29"/>
                  <a:gd name="T4" fmla="*/ 12 w 32"/>
                  <a:gd name="T5" fmla="*/ 0 h 29"/>
                  <a:gd name="T6" fmla="*/ 0 w 32"/>
                  <a:gd name="T7" fmla="*/ 46 h 29"/>
                  <a:gd name="T8" fmla="*/ 5 w 32"/>
                  <a:gd name="T9" fmla="*/ 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9">
                    <a:moveTo>
                      <a:pt x="17" y="29"/>
                    </a:moveTo>
                    <a:cubicBezTo>
                      <a:pt x="26" y="28"/>
                      <a:pt x="32" y="20"/>
                      <a:pt x="27" y="13"/>
                    </a:cubicBezTo>
                    <a:cubicBezTo>
                      <a:pt x="23" y="6"/>
                      <a:pt x="5" y="1"/>
                      <a:pt x="3" y="0"/>
                    </a:cubicBezTo>
                    <a:cubicBezTo>
                      <a:pt x="0" y="0"/>
                      <a:pt x="0" y="10"/>
                      <a:pt x="0" y="10"/>
                    </a:cubicBezTo>
                    <a:cubicBezTo>
                      <a:pt x="1" y="21"/>
                      <a:pt x="1" y="21"/>
                      <a:pt x="1" y="21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45" name="Freeform 3882">
                <a:extLst>
                  <a:ext uri="{FF2B5EF4-FFF2-40B4-BE49-F238E27FC236}">
                    <a16:creationId xmlns:a16="http://schemas.microsoft.com/office/drawing/2014/main" id="{432047FF-AAB4-4383-AA08-D926E135A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3047"/>
                <a:ext cx="45" cy="36"/>
              </a:xfrm>
              <a:custGeom>
                <a:avLst/>
                <a:gdLst>
                  <a:gd name="T0" fmla="*/ 96 w 29"/>
                  <a:gd name="T1" fmla="*/ 67 h 22"/>
                  <a:gd name="T2" fmla="*/ 8 w 29"/>
                  <a:gd name="T3" fmla="*/ 70 h 22"/>
                  <a:gd name="T4" fmla="*/ 0 w 29"/>
                  <a:gd name="T5" fmla="*/ 70 h 22"/>
                  <a:gd name="T6" fmla="*/ 0 w 29"/>
                  <a:gd name="T7" fmla="*/ 70 h 22"/>
                  <a:gd name="T8" fmla="*/ 5 w 29"/>
                  <a:gd name="T9" fmla="*/ 75 h 22"/>
                  <a:gd name="T10" fmla="*/ 96 w 29"/>
                  <a:gd name="T11" fmla="*/ 67 h 22"/>
                  <a:gd name="T12" fmla="*/ 95 w 29"/>
                  <a:gd name="T13" fmla="*/ 0 h 22"/>
                  <a:gd name="T14" fmla="*/ 96 w 29"/>
                  <a:gd name="T15" fmla="*/ 6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2">
                    <a:moveTo>
                      <a:pt x="26" y="15"/>
                    </a:moveTo>
                    <a:cubicBezTo>
                      <a:pt x="22" y="19"/>
                      <a:pt x="12" y="22"/>
                      <a:pt x="2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2" y="22"/>
                      <a:pt x="22" y="20"/>
                      <a:pt x="26" y="15"/>
                    </a:cubicBezTo>
                    <a:cubicBezTo>
                      <a:pt x="29" y="11"/>
                      <a:pt x="29" y="5"/>
                      <a:pt x="25" y="0"/>
                    </a:cubicBezTo>
                    <a:cubicBezTo>
                      <a:pt x="29" y="5"/>
                      <a:pt x="29" y="11"/>
                      <a:pt x="26" y="15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46" name="Freeform 3883">
                <a:extLst>
                  <a:ext uri="{FF2B5EF4-FFF2-40B4-BE49-F238E27FC236}">
                    <a16:creationId xmlns:a16="http://schemas.microsoft.com/office/drawing/2014/main" id="{2F49410A-BB65-4A14-B040-F02F80CF8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632"/>
                <a:ext cx="131" cy="130"/>
              </a:xfrm>
              <a:custGeom>
                <a:avLst/>
                <a:gdLst>
                  <a:gd name="T0" fmla="*/ 219 w 85"/>
                  <a:gd name="T1" fmla="*/ 43 h 79"/>
                  <a:gd name="T2" fmla="*/ 122 w 85"/>
                  <a:gd name="T3" fmla="*/ 8 h 79"/>
                  <a:gd name="T4" fmla="*/ 40 w 85"/>
                  <a:gd name="T5" fmla="*/ 84 h 79"/>
                  <a:gd name="T6" fmla="*/ 148 w 85"/>
                  <a:gd name="T7" fmla="*/ 324 h 79"/>
                  <a:gd name="T8" fmla="*/ 311 w 85"/>
                  <a:gd name="T9" fmla="*/ 194 h 79"/>
                  <a:gd name="T10" fmla="*/ 219 w 85"/>
                  <a:gd name="T11" fmla="*/ 43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79">
                    <a:moveTo>
                      <a:pt x="60" y="10"/>
                    </a:moveTo>
                    <a:cubicBezTo>
                      <a:pt x="51" y="4"/>
                      <a:pt x="43" y="0"/>
                      <a:pt x="33" y="2"/>
                    </a:cubicBezTo>
                    <a:cubicBezTo>
                      <a:pt x="24" y="5"/>
                      <a:pt x="16" y="10"/>
                      <a:pt x="11" y="19"/>
                    </a:cubicBezTo>
                    <a:cubicBezTo>
                      <a:pt x="0" y="39"/>
                      <a:pt x="15" y="66"/>
                      <a:pt x="40" y="73"/>
                    </a:cubicBezTo>
                    <a:cubicBezTo>
                      <a:pt x="65" y="79"/>
                      <a:pt x="85" y="61"/>
                      <a:pt x="85" y="44"/>
                    </a:cubicBezTo>
                    <a:cubicBezTo>
                      <a:pt x="83" y="29"/>
                      <a:pt x="78" y="23"/>
                      <a:pt x="60" y="1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47" name="Freeform 3884">
                <a:extLst>
                  <a:ext uri="{FF2B5EF4-FFF2-40B4-BE49-F238E27FC236}">
                    <a16:creationId xmlns:a16="http://schemas.microsoft.com/office/drawing/2014/main" id="{1D021494-4553-486B-9185-FC16BF8C6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658"/>
                <a:ext cx="74" cy="70"/>
              </a:xfrm>
              <a:custGeom>
                <a:avLst/>
                <a:gdLst>
                  <a:gd name="T0" fmla="*/ 83 w 48"/>
                  <a:gd name="T1" fmla="*/ 28 h 42"/>
                  <a:gd name="T2" fmla="*/ 5 w 48"/>
                  <a:gd name="T3" fmla="*/ 55 h 42"/>
                  <a:gd name="T4" fmla="*/ 109 w 48"/>
                  <a:gd name="T5" fmla="*/ 180 h 42"/>
                  <a:gd name="T6" fmla="*/ 83 w 48"/>
                  <a:gd name="T7" fmla="*/ 2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2">
                    <a:moveTo>
                      <a:pt x="23" y="6"/>
                    </a:moveTo>
                    <a:cubicBezTo>
                      <a:pt x="12" y="0"/>
                      <a:pt x="1" y="1"/>
                      <a:pt x="1" y="12"/>
                    </a:cubicBezTo>
                    <a:cubicBezTo>
                      <a:pt x="0" y="24"/>
                      <a:pt x="12" y="42"/>
                      <a:pt x="30" y="39"/>
                    </a:cubicBezTo>
                    <a:cubicBezTo>
                      <a:pt x="48" y="36"/>
                      <a:pt x="47" y="14"/>
                      <a:pt x="23" y="6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48" name="Freeform 3885">
                <a:extLst>
                  <a:ext uri="{FF2B5EF4-FFF2-40B4-BE49-F238E27FC236}">
                    <a16:creationId xmlns:a16="http://schemas.microsoft.com/office/drawing/2014/main" id="{07663C1B-1B44-4A5E-99B2-003976558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662"/>
                <a:ext cx="70" cy="66"/>
              </a:xfrm>
              <a:custGeom>
                <a:avLst/>
                <a:gdLst>
                  <a:gd name="T0" fmla="*/ 157 w 45"/>
                  <a:gd name="T1" fmla="*/ 76 h 40"/>
                  <a:gd name="T2" fmla="*/ 143 w 45"/>
                  <a:gd name="T3" fmla="*/ 152 h 40"/>
                  <a:gd name="T4" fmla="*/ 40 w 45"/>
                  <a:gd name="T5" fmla="*/ 139 h 40"/>
                  <a:gd name="T6" fmla="*/ 5 w 45"/>
                  <a:gd name="T7" fmla="*/ 54 h 40"/>
                  <a:gd name="T8" fmla="*/ 39 w 45"/>
                  <a:gd name="T9" fmla="*/ 0 h 40"/>
                  <a:gd name="T10" fmla="*/ 39 w 45"/>
                  <a:gd name="T11" fmla="*/ 0 h 40"/>
                  <a:gd name="T12" fmla="*/ 5 w 45"/>
                  <a:gd name="T13" fmla="*/ 50 h 40"/>
                  <a:gd name="T14" fmla="*/ 40 w 45"/>
                  <a:gd name="T15" fmla="*/ 139 h 40"/>
                  <a:gd name="T16" fmla="*/ 148 w 45"/>
                  <a:gd name="T17" fmla="*/ 152 h 40"/>
                  <a:gd name="T18" fmla="*/ 157 w 45"/>
                  <a:gd name="T19" fmla="*/ 76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40">
                    <a:moveTo>
                      <a:pt x="42" y="17"/>
                    </a:moveTo>
                    <a:cubicBezTo>
                      <a:pt x="45" y="24"/>
                      <a:pt x="43" y="30"/>
                      <a:pt x="38" y="34"/>
                    </a:cubicBezTo>
                    <a:cubicBezTo>
                      <a:pt x="33" y="38"/>
                      <a:pt x="22" y="39"/>
                      <a:pt x="11" y="31"/>
                    </a:cubicBezTo>
                    <a:cubicBezTo>
                      <a:pt x="2" y="23"/>
                      <a:pt x="1" y="16"/>
                      <a:pt x="1" y="12"/>
                    </a:cubicBezTo>
                    <a:cubicBezTo>
                      <a:pt x="2" y="6"/>
                      <a:pt x="6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2"/>
                      <a:pt x="2" y="6"/>
                      <a:pt x="1" y="11"/>
                    </a:cubicBezTo>
                    <a:cubicBezTo>
                      <a:pt x="0" y="16"/>
                      <a:pt x="1" y="24"/>
                      <a:pt x="11" y="31"/>
                    </a:cubicBezTo>
                    <a:cubicBezTo>
                      <a:pt x="22" y="40"/>
                      <a:pt x="33" y="39"/>
                      <a:pt x="39" y="34"/>
                    </a:cubicBezTo>
                    <a:cubicBezTo>
                      <a:pt x="44" y="30"/>
                      <a:pt x="45" y="24"/>
                      <a:pt x="42" y="17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49" name="Freeform 3886">
                <a:extLst>
                  <a:ext uri="{FF2B5EF4-FFF2-40B4-BE49-F238E27FC236}">
                    <a16:creationId xmlns:a16="http://schemas.microsoft.com/office/drawing/2014/main" id="{5D1A2D39-C2C7-4433-ABE4-88546C6F9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497"/>
                <a:ext cx="120" cy="165"/>
              </a:xfrm>
              <a:custGeom>
                <a:avLst/>
                <a:gdLst>
                  <a:gd name="T0" fmla="*/ 277 w 78"/>
                  <a:gd name="T1" fmla="*/ 215 h 100"/>
                  <a:gd name="T2" fmla="*/ 269 w 78"/>
                  <a:gd name="T3" fmla="*/ 109 h 100"/>
                  <a:gd name="T4" fmla="*/ 58 w 78"/>
                  <a:gd name="T5" fmla="*/ 139 h 100"/>
                  <a:gd name="T6" fmla="*/ 52 w 78"/>
                  <a:gd name="T7" fmla="*/ 409 h 100"/>
                  <a:gd name="T8" fmla="*/ 171 w 78"/>
                  <a:gd name="T9" fmla="*/ 416 h 100"/>
                  <a:gd name="T10" fmla="*/ 237 w 78"/>
                  <a:gd name="T11" fmla="*/ 305 h 100"/>
                  <a:gd name="T12" fmla="*/ 277 w 78"/>
                  <a:gd name="T13" fmla="*/ 215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100">
                    <a:moveTo>
                      <a:pt x="76" y="48"/>
                    </a:moveTo>
                    <a:cubicBezTo>
                      <a:pt x="78" y="39"/>
                      <a:pt x="78" y="31"/>
                      <a:pt x="74" y="24"/>
                    </a:cubicBezTo>
                    <a:cubicBezTo>
                      <a:pt x="60" y="0"/>
                      <a:pt x="32" y="9"/>
                      <a:pt x="16" y="31"/>
                    </a:cubicBezTo>
                    <a:cubicBezTo>
                      <a:pt x="0" y="54"/>
                      <a:pt x="3" y="82"/>
                      <a:pt x="14" y="91"/>
                    </a:cubicBezTo>
                    <a:cubicBezTo>
                      <a:pt x="25" y="100"/>
                      <a:pt x="36" y="100"/>
                      <a:pt x="47" y="93"/>
                    </a:cubicBezTo>
                    <a:cubicBezTo>
                      <a:pt x="56" y="86"/>
                      <a:pt x="61" y="74"/>
                      <a:pt x="65" y="68"/>
                    </a:cubicBezTo>
                    <a:cubicBezTo>
                      <a:pt x="69" y="61"/>
                      <a:pt x="75" y="55"/>
                      <a:pt x="76" y="48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50" name="Freeform 3887">
                <a:extLst>
                  <a:ext uri="{FF2B5EF4-FFF2-40B4-BE49-F238E27FC236}">
                    <a16:creationId xmlns:a16="http://schemas.microsoft.com/office/drawing/2014/main" id="{C3B61022-78B2-4A3D-BFAB-421709E5F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576"/>
                <a:ext cx="53" cy="54"/>
              </a:xfrm>
              <a:custGeom>
                <a:avLst/>
                <a:gdLst>
                  <a:gd name="T0" fmla="*/ 129 w 34"/>
                  <a:gd name="T1" fmla="*/ 75 h 33"/>
                  <a:gd name="T2" fmla="*/ 75 w 34"/>
                  <a:gd name="T3" fmla="*/ 139 h 33"/>
                  <a:gd name="T4" fmla="*/ 42 w 34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3">
                    <a:moveTo>
                      <a:pt x="34" y="17"/>
                    </a:moveTo>
                    <a:cubicBezTo>
                      <a:pt x="34" y="25"/>
                      <a:pt x="26" y="33"/>
                      <a:pt x="20" y="32"/>
                    </a:cubicBezTo>
                    <a:cubicBezTo>
                      <a:pt x="13" y="31"/>
                      <a:pt x="0" y="15"/>
                      <a:pt x="11" y="0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51" name="Freeform 3888">
                <a:extLst>
                  <a:ext uri="{FF2B5EF4-FFF2-40B4-BE49-F238E27FC236}">
                    <a16:creationId xmlns:a16="http://schemas.microsoft.com/office/drawing/2014/main" id="{34214FF9-013F-448C-99F2-B653EC0CD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546"/>
                <a:ext cx="54" cy="79"/>
              </a:xfrm>
              <a:custGeom>
                <a:avLst/>
                <a:gdLst>
                  <a:gd name="T0" fmla="*/ 110 w 35"/>
                  <a:gd name="T1" fmla="*/ 8 h 48"/>
                  <a:gd name="T2" fmla="*/ 48 w 35"/>
                  <a:gd name="T3" fmla="*/ 41 h 48"/>
                  <a:gd name="T4" fmla="*/ 5 w 35"/>
                  <a:gd name="T5" fmla="*/ 171 h 48"/>
                  <a:gd name="T6" fmla="*/ 22 w 35"/>
                  <a:gd name="T7" fmla="*/ 214 h 48"/>
                  <a:gd name="T8" fmla="*/ 22 w 35"/>
                  <a:gd name="T9" fmla="*/ 214 h 48"/>
                  <a:gd name="T10" fmla="*/ 5 w 35"/>
                  <a:gd name="T11" fmla="*/ 171 h 48"/>
                  <a:gd name="T12" fmla="*/ 52 w 35"/>
                  <a:gd name="T13" fmla="*/ 43 h 48"/>
                  <a:gd name="T14" fmla="*/ 110 w 35"/>
                  <a:gd name="T15" fmla="*/ 13 h 48"/>
                  <a:gd name="T16" fmla="*/ 128 w 35"/>
                  <a:gd name="T17" fmla="*/ 43 h 48"/>
                  <a:gd name="T18" fmla="*/ 128 w 35"/>
                  <a:gd name="T19" fmla="*/ 43 h 48"/>
                  <a:gd name="T20" fmla="*/ 110 w 35"/>
                  <a:gd name="T21" fmla="*/ 8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8">
                    <a:moveTo>
                      <a:pt x="30" y="2"/>
                    </a:moveTo>
                    <a:cubicBezTo>
                      <a:pt x="25" y="0"/>
                      <a:pt x="19" y="3"/>
                      <a:pt x="13" y="9"/>
                    </a:cubicBezTo>
                    <a:cubicBezTo>
                      <a:pt x="5" y="18"/>
                      <a:pt x="0" y="29"/>
                      <a:pt x="1" y="38"/>
                    </a:cubicBezTo>
                    <a:cubicBezTo>
                      <a:pt x="1" y="42"/>
                      <a:pt x="3" y="45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3" y="45"/>
                      <a:pt x="2" y="42"/>
                      <a:pt x="1" y="38"/>
                    </a:cubicBezTo>
                    <a:cubicBezTo>
                      <a:pt x="0" y="30"/>
                      <a:pt x="5" y="18"/>
                      <a:pt x="14" y="10"/>
                    </a:cubicBezTo>
                    <a:cubicBezTo>
                      <a:pt x="19" y="4"/>
                      <a:pt x="25" y="1"/>
                      <a:pt x="30" y="3"/>
                    </a:cubicBezTo>
                    <a:cubicBezTo>
                      <a:pt x="33" y="4"/>
                      <a:pt x="35" y="6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6"/>
                      <a:pt x="33" y="3"/>
                      <a:pt x="30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52" name="Freeform 3889">
                <a:extLst>
                  <a:ext uri="{FF2B5EF4-FFF2-40B4-BE49-F238E27FC236}">
                    <a16:creationId xmlns:a16="http://schemas.microsoft.com/office/drawing/2014/main" id="{C36B3391-F378-47FE-99C7-EB446BF36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681"/>
                <a:ext cx="23" cy="94"/>
              </a:xfrm>
              <a:custGeom>
                <a:avLst/>
                <a:gdLst>
                  <a:gd name="T0" fmla="*/ 0 w 15"/>
                  <a:gd name="T1" fmla="*/ 0 h 57"/>
                  <a:gd name="T2" fmla="*/ 0 w 15"/>
                  <a:gd name="T3" fmla="*/ 256 h 57"/>
                  <a:gd name="T4" fmla="*/ 8 w 15"/>
                  <a:gd name="T5" fmla="*/ 251 h 57"/>
                  <a:gd name="T6" fmla="*/ 0 w 15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7">
                    <a:moveTo>
                      <a:pt x="0" y="0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1" y="57"/>
                      <a:pt x="2" y="56"/>
                      <a:pt x="2" y="56"/>
                    </a:cubicBezTo>
                    <a:cubicBezTo>
                      <a:pt x="15" y="45"/>
                      <a:pt x="12" y="20"/>
                      <a:pt x="0" y="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53" name="Freeform 3890">
                <a:extLst>
                  <a:ext uri="{FF2B5EF4-FFF2-40B4-BE49-F238E27FC236}">
                    <a16:creationId xmlns:a16="http://schemas.microsoft.com/office/drawing/2014/main" id="{07BE5E50-F6A5-4DD7-8A9D-87FAEE4B4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762"/>
                <a:ext cx="67" cy="117"/>
              </a:xfrm>
              <a:custGeom>
                <a:avLst/>
                <a:gdLst>
                  <a:gd name="T0" fmla="*/ 64 w 43"/>
                  <a:gd name="T1" fmla="*/ 8 h 71"/>
                  <a:gd name="T2" fmla="*/ 0 w 43"/>
                  <a:gd name="T3" fmla="*/ 5 h 71"/>
                  <a:gd name="T4" fmla="*/ 0 w 43"/>
                  <a:gd name="T5" fmla="*/ 282 h 71"/>
                  <a:gd name="T6" fmla="*/ 140 w 43"/>
                  <a:gd name="T7" fmla="*/ 255 h 71"/>
                  <a:gd name="T8" fmla="*/ 129 w 43"/>
                  <a:gd name="T9" fmla="*/ 96 h 71"/>
                  <a:gd name="T10" fmla="*/ 64 w 43"/>
                  <a:gd name="T11" fmla="*/ 8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71">
                    <a:moveTo>
                      <a:pt x="17" y="2"/>
                    </a:moveTo>
                    <a:cubicBezTo>
                      <a:pt x="11" y="1"/>
                      <a:pt x="6" y="0"/>
                      <a:pt x="0" y="1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5" y="71"/>
                      <a:pt x="31" y="67"/>
                      <a:pt x="37" y="57"/>
                    </a:cubicBezTo>
                    <a:cubicBezTo>
                      <a:pt x="43" y="46"/>
                      <a:pt x="41" y="39"/>
                      <a:pt x="34" y="21"/>
                    </a:cubicBezTo>
                    <a:cubicBezTo>
                      <a:pt x="29" y="12"/>
                      <a:pt x="25" y="5"/>
                      <a:pt x="17" y="2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54" name="Freeform 3891">
                <a:extLst>
                  <a:ext uri="{FF2B5EF4-FFF2-40B4-BE49-F238E27FC236}">
                    <a16:creationId xmlns:a16="http://schemas.microsoft.com/office/drawing/2014/main" id="{2DFC8D05-9FD4-41F0-99BA-AD60C8D77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774"/>
                <a:ext cx="34" cy="77"/>
              </a:xfrm>
              <a:custGeom>
                <a:avLst/>
                <a:gdLst>
                  <a:gd name="T0" fmla="*/ 14 w 22"/>
                  <a:gd name="T1" fmla="*/ 180 h 47"/>
                  <a:gd name="T2" fmla="*/ 82 w 22"/>
                  <a:gd name="T3" fmla="*/ 139 h 47"/>
                  <a:gd name="T4" fmla="*/ 0 w 22"/>
                  <a:gd name="T5" fmla="*/ 29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7">
                    <a:moveTo>
                      <a:pt x="4" y="41"/>
                    </a:moveTo>
                    <a:cubicBezTo>
                      <a:pt x="15" y="47"/>
                      <a:pt x="22" y="39"/>
                      <a:pt x="22" y="32"/>
                    </a:cubicBezTo>
                    <a:cubicBezTo>
                      <a:pt x="22" y="25"/>
                      <a:pt x="12" y="0"/>
                      <a:pt x="0" y="7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55" name="Freeform 3892">
                <a:extLst>
                  <a:ext uri="{FF2B5EF4-FFF2-40B4-BE49-F238E27FC236}">
                    <a16:creationId xmlns:a16="http://schemas.microsoft.com/office/drawing/2014/main" id="{5BE2A74E-78C5-418C-A2EB-7DD88330D3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91" y="2785"/>
                <a:ext cx="42" cy="65"/>
              </a:xfrm>
              <a:custGeom>
                <a:avLst/>
                <a:gdLst>
                  <a:gd name="T0" fmla="*/ 62 w 27"/>
                  <a:gd name="T1" fmla="*/ 175 h 39"/>
                  <a:gd name="T2" fmla="*/ 0 w 27"/>
                  <a:gd name="T3" fmla="*/ 125 h 39"/>
                  <a:gd name="T4" fmla="*/ 0 w 27"/>
                  <a:gd name="T5" fmla="*/ 130 h 39"/>
                  <a:gd name="T6" fmla="*/ 62 w 27"/>
                  <a:gd name="T7" fmla="*/ 180 h 39"/>
                  <a:gd name="T8" fmla="*/ 101 w 27"/>
                  <a:gd name="T9" fmla="*/ 130 h 39"/>
                  <a:gd name="T10" fmla="*/ 62 w 27"/>
                  <a:gd name="T11" fmla="*/ 175 h 39"/>
                  <a:gd name="T12" fmla="*/ 40 w 27"/>
                  <a:gd name="T13" fmla="*/ 0 h 39"/>
                  <a:gd name="T14" fmla="*/ 0 w 27"/>
                  <a:gd name="T15" fmla="*/ 13 h 39"/>
                  <a:gd name="T16" fmla="*/ 0 w 27"/>
                  <a:gd name="T17" fmla="*/ 20 h 39"/>
                  <a:gd name="T18" fmla="*/ 40 w 27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39">
                    <a:moveTo>
                      <a:pt x="17" y="38"/>
                    </a:moveTo>
                    <a:cubicBezTo>
                      <a:pt x="12" y="39"/>
                      <a:pt x="5" y="35"/>
                      <a:pt x="0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5" y="36"/>
                      <a:pt x="12" y="39"/>
                      <a:pt x="17" y="39"/>
                    </a:cubicBezTo>
                    <a:cubicBezTo>
                      <a:pt x="23" y="38"/>
                      <a:pt x="26" y="34"/>
                      <a:pt x="27" y="28"/>
                    </a:cubicBezTo>
                    <a:cubicBezTo>
                      <a:pt x="26" y="34"/>
                      <a:pt x="22" y="38"/>
                      <a:pt x="17" y="38"/>
                    </a:cubicBezTo>
                    <a:close/>
                    <a:moveTo>
                      <a:pt x="11" y="0"/>
                    </a:moveTo>
                    <a:cubicBezTo>
                      <a:pt x="8" y="0"/>
                      <a:pt x="4" y="0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"/>
                      <a:pt x="8" y="0"/>
                      <a:pt x="11" y="0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56" name="Freeform 3893">
                <a:extLst>
                  <a:ext uri="{FF2B5EF4-FFF2-40B4-BE49-F238E27FC236}">
                    <a16:creationId xmlns:a16="http://schemas.microsoft.com/office/drawing/2014/main" id="{E6414FDE-8486-473B-AB5B-D7A9724D6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780"/>
                <a:ext cx="84" cy="101"/>
              </a:xfrm>
              <a:custGeom>
                <a:avLst/>
                <a:gdLst>
                  <a:gd name="T0" fmla="*/ 0 w 54"/>
                  <a:gd name="T1" fmla="*/ 250 h 61"/>
                  <a:gd name="T2" fmla="*/ 5 w 54"/>
                  <a:gd name="T3" fmla="*/ 250 h 61"/>
                  <a:gd name="T4" fmla="*/ 62 w 54"/>
                  <a:gd name="T5" fmla="*/ 263 h 61"/>
                  <a:gd name="T6" fmla="*/ 68 w 54"/>
                  <a:gd name="T7" fmla="*/ 217 h 61"/>
                  <a:gd name="T8" fmla="*/ 101 w 54"/>
                  <a:gd name="T9" fmla="*/ 243 h 61"/>
                  <a:gd name="T10" fmla="*/ 148 w 54"/>
                  <a:gd name="T11" fmla="*/ 255 h 61"/>
                  <a:gd name="T12" fmla="*/ 177 w 54"/>
                  <a:gd name="T13" fmla="*/ 214 h 61"/>
                  <a:gd name="T14" fmla="*/ 148 w 54"/>
                  <a:gd name="T15" fmla="*/ 172 h 61"/>
                  <a:gd name="T16" fmla="*/ 170 w 54"/>
                  <a:gd name="T17" fmla="*/ 91 h 61"/>
                  <a:gd name="T18" fmla="*/ 123 w 54"/>
                  <a:gd name="T19" fmla="*/ 55 h 61"/>
                  <a:gd name="T20" fmla="*/ 87 w 54"/>
                  <a:gd name="T21" fmla="*/ 13 h 61"/>
                  <a:gd name="T22" fmla="*/ 34 w 54"/>
                  <a:gd name="T23" fmla="*/ 13 h 61"/>
                  <a:gd name="T24" fmla="*/ 0 w 54"/>
                  <a:gd name="T25" fmla="*/ 0 h 61"/>
                  <a:gd name="T26" fmla="*/ 0 w 54"/>
                  <a:gd name="T27" fmla="*/ 250 h 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4" h="61">
                    <a:moveTo>
                      <a:pt x="0" y="55"/>
                    </a:moveTo>
                    <a:cubicBezTo>
                      <a:pt x="1" y="55"/>
                      <a:pt x="1" y="55"/>
                      <a:pt x="1" y="55"/>
                    </a:cubicBezTo>
                    <a:cubicBezTo>
                      <a:pt x="4" y="59"/>
                      <a:pt x="14" y="61"/>
                      <a:pt x="17" y="58"/>
                    </a:cubicBezTo>
                    <a:cubicBezTo>
                      <a:pt x="21" y="55"/>
                      <a:pt x="15" y="50"/>
                      <a:pt x="18" y="48"/>
                    </a:cubicBezTo>
                    <a:cubicBezTo>
                      <a:pt x="20" y="46"/>
                      <a:pt x="24" y="53"/>
                      <a:pt x="27" y="54"/>
                    </a:cubicBezTo>
                    <a:cubicBezTo>
                      <a:pt x="33" y="57"/>
                      <a:pt x="36" y="57"/>
                      <a:pt x="39" y="56"/>
                    </a:cubicBezTo>
                    <a:cubicBezTo>
                      <a:pt x="43" y="55"/>
                      <a:pt x="48" y="50"/>
                      <a:pt x="47" y="47"/>
                    </a:cubicBezTo>
                    <a:cubicBezTo>
                      <a:pt x="47" y="42"/>
                      <a:pt x="42" y="41"/>
                      <a:pt x="39" y="38"/>
                    </a:cubicBezTo>
                    <a:cubicBezTo>
                      <a:pt x="32" y="30"/>
                      <a:pt x="54" y="31"/>
                      <a:pt x="45" y="20"/>
                    </a:cubicBezTo>
                    <a:cubicBezTo>
                      <a:pt x="42" y="16"/>
                      <a:pt x="36" y="15"/>
                      <a:pt x="33" y="12"/>
                    </a:cubicBezTo>
                    <a:cubicBezTo>
                      <a:pt x="29" y="9"/>
                      <a:pt x="28" y="4"/>
                      <a:pt x="23" y="3"/>
                    </a:cubicBezTo>
                    <a:cubicBezTo>
                      <a:pt x="18" y="1"/>
                      <a:pt x="14" y="3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57" name="Freeform 3894">
                <a:extLst>
                  <a:ext uri="{FF2B5EF4-FFF2-40B4-BE49-F238E27FC236}">
                    <a16:creationId xmlns:a16="http://schemas.microsoft.com/office/drawing/2014/main" id="{F3BA5EC9-D924-4D7C-A468-40B381F0C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780"/>
                <a:ext cx="84" cy="101"/>
              </a:xfrm>
              <a:custGeom>
                <a:avLst/>
                <a:gdLst>
                  <a:gd name="T0" fmla="*/ 0 w 54"/>
                  <a:gd name="T1" fmla="*/ 250 h 61"/>
                  <a:gd name="T2" fmla="*/ 5 w 54"/>
                  <a:gd name="T3" fmla="*/ 250 h 61"/>
                  <a:gd name="T4" fmla="*/ 62 w 54"/>
                  <a:gd name="T5" fmla="*/ 263 h 61"/>
                  <a:gd name="T6" fmla="*/ 68 w 54"/>
                  <a:gd name="T7" fmla="*/ 217 h 61"/>
                  <a:gd name="T8" fmla="*/ 101 w 54"/>
                  <a:gd name="T9" fmla="*/ 243 h 61"/>
                  <a:gd name="T10" fmla="*/ 148 w 54"/>
                  <a:gd name="T11" fmla="*/ 255 h 61"/>
                  <a:gd name="T12" fmla="*/ 177 w 54"/>
                  <a:gd name="T13" fmla="*/ 214 h 61"/>
                  <a:gd name="T14" fmla="*/ 148 w 54"/>
                  <a:gd name="T15" fmla="*/ 172 h 61"/>
                  <a:gd name="T16" fmla="*/ 170 w 54"/>
                  <a:gd name="T17" fmla="*/ 91 h 61"/>
                  <a:gd name="T18" fmla="*/ 123 w 54"/>
                  <a:gd name="T19" fmla="*/ 55 h 61"/>
                  <a:gd name="T20" fmla="*/ 87 w 54"/>
                  <a:gd name="T21" fmla="*/ 13 h 61"/>
                  <a:gd name="T22" fmla="*/ 34 w 54"/>
                  <a:gd name="T23" fmla="*/ 13 h 61"/>
                  <a:gd name="T24" fmla="*/ 0 w 54"/>
                  <a:gd name="T25" fmla="*/ 0 h 61"/>
                  <a:gd name="T26" fmla="*/ 0 w 54"/>
                  <a:gd name="T27" fmla="*/ 250 h 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4" h="61">
                    <a:moveTo>
                      <a:pt x="0" y="55"/>
                    </a:moveTo>
                    <a:cubicBezTo>
                      <a:pt x="1" y="55"/>
                      <a:pt x="1" y="55"/>
                      <a:pt x="1" y="55"/>
                    </a:cubicBezTo>
                    <a:cubicBezTo>
                      <a:pt x="4" y="59"/>
                      <a:pt x="14" y="61"/>
                      <a:pt x="17" y="58"/>
                    </a:cubicBezTo>
                    <a:cubicBezTo>
                      <a:pt x="21" y="55"/>
                      <a:pt x="15" y="50"/>
                      <a:pt x="18" y="48"/>
                    </a:cubicBezTo>
                    <a:cubicBezTo>
                      <a:pt x="20" y="46"/>
                      <a:pt x="24" y="53"/>
                      <a:pt x="27" y="54"/>
                    </a:cubicBezTo>
                    <a:cubicBezTo>
                      <a:pt x="33" y="57"/>
                      <a:pt x="36" y="57"/>
                      <a:pt x="39" y="56"/>
                    </a:cubicBezTo>
                    <a:cubicBezTo>
                      <a:pt x="43" y="55"/>
                      <a:pt x="48" y="50"/>
                      <a:pt x="47" y="47"/>
                    </a:cubicBezTo>
                    <a:cubicBezTo>
                      <a:pt x="47" y="42"/>
                      <a:pt x="42" y="41"/>
                      <a:pt x="39" y="38"/>
                    </a:cubicBezTo>
                    <a:cubicBezTo>
                      <a:pt x="32" y="30"/>
                      <a:pt x="54" y="31"/>
                      <a:pt x="45" y="20"/>
                    </a:cubicBezTo>
                    <a:cubicBezTo>
                      <a:pt x="42" y="16"/>
                      <a:pt x="36" y="15"/>
                      <a:pt x="33" y="12"/>
                    </a:cubicBezTo>
                    <a:cubicBezTo>
                      <a:pt x="29" y="9"/>
                      <a:pt x="28" y="4"/>
                      <a:pt x="23" y="3"/>
                    </a:cubicBezTo>
                    <a:cubicBezTo>
                      <a:pt x="18" y="1"/>
                      <a:pt x="14" y="3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  <a:lnTo>
                      <a:pt x="0" y="55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58" name="Freeform 3895">
                <a:extLst>
                  <a:ext uri="{FF2B5EF4-FFF2-40B4-BE49-F238E27FC236}">
                    <a16:creationId xmlns:a16="http://schemas.microsoft.com/office/drawing/2014/main" id="{D6173A02-CC37-498A-B198-9CF1F27CB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851"/>
                <a:ext cx="26" cy="25"/>
              </a:xfrm>
              <a:custGeom>
                <a:avLst/>
                <a:gdLst>
                  <a:gd name="T0" fmla="*/ 35 w 17"/>
                  <a:gd name="T1" fmla="*/ 70 h 15"/>
                  <a:gd name="T2" fmla="*/ 57 w 17"/>
                  <a:gd name="T3" fmla="*/ 62 h 15"/>
                  <a:gd name="T4" fmla="*/ 57 w 17"/>
                  <a:gd name="T5" fmla="*/ 22 h 15"/>
                  <a:gd name="T6" fmla="*/ 43 w 17"/>
                  <a:gd name="T7" fmla="*/ 47 h 15"/>
                  <a:gd name="T8" fmla="*/ 18 w 17"/>
                  <a:gd name="T9" fmla="*/ 13 h 15"/>
                  <a:gd name="T10" fmla="*/ 0 w 17"/>
                  <a:gd name="T11" fmla="*/ 0 h 15"/>
                  <a:gd name="T12" fmla="*/ 0 w 17"/>
                  <a:gd name="T13" fmla="*/ 33 h 15"/>
                  <a:gd name="T14" fmla="*/ 35 w 17"/>
                  <a:gd name="T15" fmla="*/ 7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10" y="15"/>
                    </a:moveTo>
                    <a:cubicBezTo>
                      <a:pt x="12" y="15"/>
                      <a:pt x="15" y="15"/>
                      <a:pt x="16" y="13"/>
                    </a:cubicBezTo>
                    <a:cubicBezTo>
                      <a:pt x="17" y="12"/>
                      <a:pt x="16" y="7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ubicBezTo>
                      <a:pt x="8" y="12"/>
                      <a:pt x="7" y="5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11"/>
                      <a:pt x="5" y="14"/>
                      <a:pt x="10" y="15"/>
                    </a:cubicBezTo>
                    <a:close/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59" name="Freeform 3896">
                <a:extLst>
                  <a:ext uri="{FF2B5EF4-FFF2-40B4-BE49-F238E27FC236}">
                    <a16:creationId xmlns:a16="http://schemas.microsoft.com/office/drawing/2014/main" id="{A7F8CCF6-863D-43C5-B9F5-3BA1B8BE7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848"/>
                <a:ext cx="52" cy="23"/>
              </a:xfrm>
              <a:custGeom>
                <a:avLst/>
                <a:gdLst>
                  <a:gd name="T0" fmla="*/ 40 w 34"/>
                  <a:gd name="T1" fmla="*/ 26 h 14"/>
                  <a:gd name="T2" fmla="*/ 87 w 34"/>
                  <a:gd name="T3" fmla="*/ 62 h 14"/>
                  <a:gd name="T4" fmla="*/ 116 w 34"/>
                  <a:gd name="T5" fmla="*/ 20 h 14"/>
                  <a:gd name="T6" fmla="*/ 89 w 34"/>
                  <a:gd name="T7" fmla="*/ 43 h 14"/>
                  <a:gd name="T8" fmla="*/ 57 w 34"/>
                  <a:gd name="T9" fmla="*/ 20 h 14"/>
                  <a:gd name="T10" fmla="*/ 21 w 34"/>
                  <a:gd name="T11" fmla="*/ 5 h 14"/>
                  <a:gd name="T12" fmla="*/ 5 w 34"/>
                  <a:gd name="T13" fmla="*/ 35 h 14"/>
                  <a:gd name="T14" fmla="*/ 40 w 34"/>
                  <a:gd name="T15" fmla="*/ 33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4">
                    <a:moveTo>
                      <a:pt x="11" y="6"/>
                    </a:moveTo>
                    <a:cubicBezTo>
                      <a:pt x="14" y="10"/>
                      <a:pt x="19" y="14"/>
                      <a:pt x="24" y="14"/>
                    </a:cubicBezTo>
                    <a:cubicBezTo>
                      <a:pt x="29" y="13"/>
                      <a:pt x="34" y="10"/>
                      <a:pt x="33" y="4"/>
                    </a:cubicBezTo>
                    <a:cubicBezTo>
                      <a:pt x="31" y="7"/>
                      <a:pt x="29" y="10"/>
                      <a:pt x="25" y="10"/>
                    </a:cubicBezTo>
                    <a:cubicBezTo>
                      <a:pt x="21" y="10"/>
                      <a:pt x="19" y="6"/>
                      <a:pt x="16" y="4"/>
                    </a:cubicBezTo>
                    <a:cubicBezTo>
                      <a:pt x="13" y="2"/>
                      <a:pt x="9" y="0"/>
                      <a:pt x="6" y="1"/>
                    </a:cubicBezTo>
                    <a:cubicBezTo>
                      <a:pt x="3" y="2"/>
                      <a:pt x="0" y="5"/>
                      <a:pt x="1" y="8"/>
                    </a:cubicBezTo>
                    <a:cubicBezTo>
                      <a:pt x="2" y="4"/>
                      <a:pt x="8" y="5"/>
                      <a:pt x="11" y="7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60" name="Freeform 3897">
                <a:extLst>
                  <a:ext uri="{FF2B5EF4-FFF2-40B4-BE49-F238E27FC236}">
                    <a16:creationId xmlns:a16="http://schemas.microsoft.com/office/drawing/2014/main" id="{AA0A4CD2-4F6F-47CB-89C5-453963EA5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798"/>
                <a:ext cx="26" cy="38"/>
              </a:xfrm>
              <a:custGeom>
                <a:avLst/>
                <a:gdLst>
                  <a:gd name="T0" fmla="*/ 26 w 17"/>
                  <a:gd name="T1" fmla="*/ 21 h 23"/>
                  <a:gd name="T2" fmla="*/ 49 w 17"/>
                  <a:gd name="T3" fmla="*/ 71 h 23"/>
                  <a:gd name="T4" fmla="*/ 21 w 17"/>
                  <a:gd name="T5" fmla="*/ 104 h 23"/>
                  <a:gd name="T6" fmla="*/ 8 w 17"/>
                  <a:gd name="T7" fmla="*/ 76 h 23"/>
                  <a:gd name="T8" fmla="*/ 26 w 17"/>
                  <a:gd name="T9" fmla="*/ 68 h 23"/>
                  <a:gd name="T10" fmla="*/ 18 w 17"/>
                  <a:gd name="T11" fmla="*/ 33 h 23"/>
                  <a:gd name="T12" fmla="*/ 0 w 17"/>
                  <a:gd name="T13" fmla="*/ 0 h 23"/>
                  <a:gd name="T14" fmla="*/ 32 w 17"/>
                  <a:gd name="T15" fmla="*/ 33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3">
                    <a:moveTo>
                      <a:pt x="7" y="5"/>
                    </a:moveTo>
                    <a:cubicBezTo>
                      <a:pt x="10" y="8"/>
                      <a:pt x="17" y="11"/>
                      <a:pt x="14" y="16"/>
                    </a:cubicBezTo>
                    <a:cubicBezTo>
                      <a:pt x="12" y="19"/>
                      <a:pt x="6" y="18"/>
                      <a:pt x="6" y="23"/>
                    </a:cubicBezTo>
                    <a:cubicBezTo>
                      <a:pt x="6" y="22"/>
                      <a:pt x="3" y="19"/>
                      <a:pt x="2" y="17"/>
                    </a:cubicBezTo>
                    <a:cubicBezTo>
                      <a:pt x="2" y="13"/>
                      <a:pt x="5" y="16"/>
                      <a:pt x="7" y="15"/>
                    </a:cubicBezTo>
                    <a:cubicBezTo>
                      <a:pt x="11" y="12"/>
                      <a:pt x="7" y="8"/>
                      <a:pt x="5" y="7"/>
                    </a:cubicBezTo>
                    <a:cubicBezTo>
                      <a:pt x="2" y="5"/>
                      <a:pt x="1" y="4"/>
                      <a:pt x="0" y="0"/>
                    </a:cubicBezTo>
                    <a:cubicBezTo>
                      <a:pt x="0" y="4"/>
                      <a:pt x="6" y="5"/>
                      <a:pt x="9" y="7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61" name="Freeform 3898">
                <a:extLst>
                  <a:ext uri="{FF2B5EF4-FFF2-40B4-BE49-F238E27FC236}">
                    <a16:creationId xmlns:a16="http://schemas.microsoft.com/office/drawing/2014/main" id="{FCBBF21D-3CE9-477F-8DEE-C13FB54BD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800"/>
                <a:ext cx="34" cy="25"/>
              </a:xfrm>
              <a:custGeom>
                <a:avLst/>
                <a:gdLst>
                  <a:gd name="T0" fmla="*/ 22 w 22"/>
                  <a:gd name="T1" fmla="*/ 37 h 15"/>
                  <a:gd name="T2" fmla="*/ 82 w 22"/>
                  <a:gd name="T3" fmla="*/ 0 h 15"/>
                  <a:gd name="T4" fmla="*/ 48 w 22"/>
                  <a:gd name="T5" fmla="*/ 63 h 15"/>
                  <a:gd name="T6" fmla="*/ 0 w 22"/>
                  <a:gd name="T7" fmla="*/ 3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">
                    <a:moveTo>
                      <a:pt x="6" y="8"/>
                    </a:moveTo>
                    <a:cubicBezTo>
                      <a:pt x="10" y="11"/>
                      <a:pt x="21" y="5"/>
                      <a:pt x="22" y="0"/>
                    </a:cubicBezTo>
                    <a:cubicBezTo>
                      <a:pt x="22" y="6"/>
                      <a:pt x="19" y="12"/>
                      <a:pt x="13" y="14"/>
                    </a:cubicBezTo>
                    <a:cubicBezTo>
                      <a:pt x="6" y="15"/>
                      <a:pt x="5" y="9"/>
                      <a:pt x="0" y="7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62" name="Freeform 3899">
                <a:extLst>
                  <a:ext uri="{FF2B5EF4-FFF2-40B4-BE49-F238E27FC236}">
                    <a16:creationId xmlns:a16="http://schemas.microsoft.com/office/drawing/2014/main" id="{6D636FAD-B310-4AED-B7DB-1B7F24EB2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823"/>
                <a:ext cx="16" cy="15"/>
              </a:xfrm>
              <a:custGeom>
                <a:avLst/>
                <a:gdLst>
                  <a:gd name="T0" fmla="*/ 0 w 10"/>
                  <a:gd name="T1" fmla="*/ 8 h 9"/>
                  <a:gd name="T2" fmla="*/ 16 w 10"/>
                  <a:gd name="T3" fmla="*/ 42 h 9"/>
                  <a:gd name="T4" fmla="*/ 21 w 10"/>
                  <a:gd name="T5" fmla="*/ 20 h 9"/>
                  <a:gd name="T6" fmla="*/ 42 w 10"/>
                  <a:gd name="T7" fmla="*/ 0 h 9"/>
                  <a:gd name="T8" fmla="*/ 21 w 10"/>
                  <a:gd name="T9" fmla="*/ 13 h 9"/>
                  <a:gd name="T10" fmla="*/ 0 w 10"/>
                  <a:gd name="T11" fmla="*/ 8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0" y="2"/>
                    </a:moveTo>
                    <a:cubicBezTo>
                      <a:pt x="1" y="5"/>
                      <a:pt x="2" y="7"/>
                      <a:pt x="4" y="9"/>
                    </a:cubicBezTo>
                    <a:cubicBezTo>
                      <a:pt x="3" y="7"/>
                      <a:pt x="4" y="5"/>
                      <a:pt x="5" y="4"/>
                    </a:cubicBezTo>
                    <a:cubicBezTo>
                      <a:pt x="6" y="2"/>
                      <a:pt x="10" y="2"/>
                      <a:pt x="10" y="0"/>
                    </a:cubicBezTo>
                    <a:cubicBezTo>
                      <a:pt x="9" y="1"/>
                      <a:pt x="7" y="2"/>
                      <a:pt x="5" y="3"/>
                    </a:cubicBezTo>
                    <a:cubicBezTo>
                      <a:pt x="2" y="3"/>
                      <a:pt x="2" y="2"/>
                      <a:pt x="0" y="2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63" name="Freeform 3900">
                <a:extLst>
                  <a:ext uri="{FF2B5EF4-FFF2-40B4-BE49-F238E27FC236}">
                    <a16:creationId xmlns:a16="http://schemas.microsoft.com/office/drawing/2014/main" id="{C598FCBB-B98E-459E-8CDB-EDBD2E4CB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858"/>
                <a:ext cx="28" cy="18"/>
              </a:xfrm>
              <a:custGeom>
                <a:avLst/>
                <a:gdLst>
                  <a:gd name="T0" fmla="*/ 19 w 18"/>
                  <a:gd name="T1" fmla="*/ 41 h 11"/>
                  <a:gd name="T2" fmla="*/ 56 w 18"/>
                  <a:gd name="T3" fmla="*/ 43 h 11"/>
                  <a:gd name="T4" fmla="*/ 61 w 18"/>
                  <a:gd name="T5" fmla="*/ 8 h 11"/>
                  <a:gd name="T6" fmla="*/ 22 w 18"/>
                  <a:gd name="T7" fmla="*/ 29 h 11"/>
                  <a:gd name="T8" fmla="*/ 0 w 18"/>
                  <a:gd name="T9" fmla="*/ 0 h 11"/>
                  <a:gd name="T10" fmla="*/ 26 w 18"/>
                  <a:gd name="T11" fmla="*/ 4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1">
                    <a:moveTo>
                      <a:pt x="5" y="9"/>
                    </a:moveTo>
                    <a:cubicBezTo>
                      <a:pt x="8" y="9"/>
                      <a:pt x="12" y="11"/>
                      <a:pt x="15" y="10"/>
                    </a:cubicBezTo>
                    <a:cubicBezTo>
                      <a:pt x="18" y="9"/>
                      <a:pt x="16" y="4"/>
                      <a:pt x="16" y="2"/>
                    </a:cubicBezTo>
                    <a:cubicBezTo>
                      <a:pt x="13" y="5"/>
                      <a:pt x="11" y="10"/>
                      <a:pt x="6" y="7"/>
                    </a:cubicBezTo>
                    <a:cubicBezTo>
                      <a:pt x="3" y="5"/>
                      <a:pt x="2" y="2"/>
                      <a:pt x="0" y="0"/>
                    </a:cubicBezTo>
                    <a:cubicBezTo>
                      <a:pt x="1" y="4"/>
                      <a:pt x="3" y="9"/>
                      <a:pt x="7" y="9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64" name="Freeform 3901">
                <a:extLst>
                  <a:ext uri="{FF2B5EF4-FFF2-40B4-BE49-F238E27FC236}">
                    <a16:creationId xmlns:a16="http://schemas.microsoft.com/office/drawing/2014/main" id="{393E7103-B497-4DCB-AC97-F98E40904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861"/>
                <a:ext cx="28" cy="10"/>
              </a:xfrm>
              <a:custGeom>
                <a:avLst/>
                <a:gdLst>
                  <a:gd name="T0" fmla="*/ 0 w 18"/>
                  <a:gd name="T1" fmla="*/ 0 h 6"/>
                  <a:gd name="T2" fmla="*/ 30 w 18"/>
                  <a:gd name="T3" fmla="*/ 22 h 6"/>
                  <a:gd name="T4" fmla="*/ 68 w 18"/>
                  <a:gd name="T5" fmla="*/ 8 h 6"/>
                  <a:gd name="T6" fmla="*/ 0 w 1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">
                    <a:moveTo>
                      <a:pt x="0" y="0"/>
                    </a:moveTo>
                    <a:cubicBezTo>
                      <a:pt x="2" y="3"/>
                      <a:pt x="5" y="5"/>
                      <a:pt x="8" y="5"/>
                    </a:cubicBezTo>
                    <a:cubicBezTo>
                      <a:pt x="11" y="6"/>
                      <a:pt x="17" y="6"/>
                      <a:pt x="18" y="2"/>
                    </a:cubicBezTo>
                    <a:cubicBezTo>
                      <a:pt x="12" y="6"/>
                      <a:pt x="5" y="4"/>
                      <a:pt x="0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65" name="Freeform 3902">
                <a:extLst>
                  <a:ext uri="{FF2B5EF4-FFF2-40B4-BE49-F238E27FC236}">
                    <a16:creationId xmlns:a16="http://schemas.microsoft.com/office/drawing/2014/main" id="{1354590D-B05E-4249-9664-C3DB5E0B8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823"/>
                <a:ext cx="17" cy="28"/>
              </a:xfrm>
              <a:custGeom>
                <a:avLst/>
                <a:gdLst>
                  <a:gd name="T0" fmla="*/ 0 w 11"/>
                  <a:gd name="T1" fmla="*/ 0 h 17"/>
                  <a:gd name="T2" fmla="*/ 14 w 11"/>
                  <a:gd name="T3" fmla="*/ 41 h 17"/>
                  <a:gd name="T4" fmla="*/ 40 w 11"/>
                  <a:gd name="T5" fmla="*/ 76 h 17"/>
                  <a:gd name="T6" fmla="*/ 12 w 11"/>
                  <a:gd name="T7" fmla="*/ 41 h 17"/>
                  <a:gd name="T8" fmla="*/ 5 w 11"/>
                  <a:gd name="T9" fmla="*/ 21 h 17"/>
                  <a:gd name="T10" fmla="*/ 0 w 11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0" y="0"/>
                    </a:moveTo>
                    <a:cubicBezTo>
                      <a:pt x="1" y="3"/>
                      <a:pt x="2" y="7"/>
                      <a:pt x="4" y="9"/>
                    </a:cubicBezTo>
                    <a:cubicBezTo>
                      <a:pt x="6" y="12"/>
                      <a:pt x="9" y="14"/>
                      <a:pt x="11" y="17"/>
                    </a:cubicBezTo>
                    <a:cubicBezTo>
                      <a:pt x="7" y="16"/>
                      <a:pt x="4" y="13"/>
                      <a:pt x="3" y="9"/>
                    </a:cubicBezTo>
                    <a:cubicBezTo>
                      <a:pt x="2" y="8"/>
                      <a:pt x="1" y="7"/>
                      <a:pt x="1" y="5"/>
                    </a:cubicBez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66" name="Freeform 3903">
                <a:extLst>
                  <a:ext uri="{FF2B5EF4-FFF2-40B4-BE49-F238E27FC236}">
                    <a16:creationId xmlns:a16="http://schemas.microsoft.com/office/drawing/2014/main" id="{4EC051C4-D600-4E38-A259-521D148CA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828"/>
                <a:ext cx="12" cy="17"/>
              </a:xfrm>
              <a:custGeom>
                <a:avLst/>
                <a:gdLst>
                  <a:gd name="T0" fmla="*/ 0 w 8"/>
                  <a:gd name="T1" fmla="*/ 0 h 10"/>
                  <a:gd name="T2" fmla="*/ 27 w 8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1" y="4"/>
                      <a:pt x="4" y="7"/>
                      <a:pt x="8" y="1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67" name="Freeform 3904">
                <a:extLst>
                  <a:ext uri="{FF2B5EF4-FFF2-40B4-BE49-F238E27FC236}">
                    <a16:creationId xmlns:a16="http://schemas.microsoft.com/office/drawing/2014/main" id="{87285998-1FA3-44A1-962F-6F94000FC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858"/>
                <a:ext cx="11" cy="11"/>
              </a:xfrm>
              <a:custGeom>
                <a:avLst/>
                <a:gdLst>
                  <a:gd name="T0" fmla="*/ 27 w 7"/>
                  <a:gd name="T1" fmla="*/ 0 h 7"/>
                  <a:gd name="T2" fmla="*/ 0 w 7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5" y="0"/>
                      <a:pt x="3" y="6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68" name="Freeform 3905">
                <a:extLst>
                  <a:ext uri="{FF2B5EF4-FFF2-40B4-BE49-F238E27FC236}">
                    <a16:creationId xmlns:a16="http://schemas.microsoft.com/office/drawing/2014/main" id="{A8E22682-7FE8-435F-BFE0-70712B9EB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793"/>
                <a:ext cx="8" cy="7"/>
              </a:xfrm>
              <a:custGeom>
                <a:avLst/>
                <a:gdLst>
                  <a:gd name="T0" fmla="*/ 16 w 5"/>
                  <a:gd name="T1" fmla="*/ 7 h 4"/>
                  <a:gd name="T2" fmla="*/ 0 w 5"/>
                  <a:gd name="T3" fmla="*/ 12 h 4"/>
                  <a:gd name="T4" fmla="*/ 21 w 5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3" y="1"/>
                      <a:pt x="0" y="0"/>
                      <a:pt x="0" y="2"/>
                    </a:cubicBezTo>
                    <a:cubicBezTo>
                      <a:pt x="1" y="4"/>
                      <a:pt x="4" y="2"/>
                      <a:pt x="5" y="4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69" name="Freeform 3906">
                <a:extLst>
                  <a:ext uri="{FF2B5EF4-FFF2-40B4-BE49-F238E27FC236}">
                    <a16:creationId xmlns:a16="http://schemas.microsoft.com/office/drawing/2014/main" id="{8B872C71-0D30-4601-8E3A-2D3136282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828"/>
                <a:ext cx="4" cy="7"/>
              </a:xfrm>
              <a:custGeom>
                <a:avLst/>
                <a:gdLst>
                  <a:gd name="T0" fmla="*/ 7 w 3"/>
                  <a:gd name="T1" fmla="*/ 0 h 4"/>
                  <a:gd name="T2" fmla="*/ 7 w 3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1"/>
                      <a:pt x="2" y="4"/>
                      <a:pt x="3" y="2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70" name="Freeform 3907">
                <a:extLst>
                  <a:ext uri="{FF2B5EF4-FFF2-40B4-BE49-F238E27FC236}">
                    <a16:creationId xmlns:a16="http://schemas.microsoft.com/office/drawing/2014/main" id="{3BD0542F-0DA5-416B-8BB0-5C4C79A3B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828"/>
                <a:ext cx="53" cy="127"/>
              </a:xfrm>
              <a:custGeom>
                <a:avLst/>
                <a:gdLst>
                  <a:gd name="T0" fmla="*/ 0 w 34"/>
                  <a:gd name="T1" fmla="*/ 340 h 77"/>
                  <a:gd name="T2" fmla="*/ 73 w 34"/>
                  <a:gd name="T3" fmla="*/ 332 h 77"/>
                  <a:gd name="T4" fmla="*/ 122 w 34"/>
                  <a:gd name="T5" fmla="*/ 234 h 77"/>
                  <a:gd name="T6" fmla="*/ 65 w 34"/>
                  <a:gd name="T7" fmla="*/ 117 h 77"/>
                  <a:gd name="T8" fmla="*/ 5 w 34"/>
                  <a:gd name="T9" fmla="*/ 0 h 77"/>
                  <a:gd name="T10" fmla="*/ 0 w 34"/>
                  <a:gd name="T11" fmla="*/ 0 h 77"/>
                  <a:gd name="T12" fmla="*/ 0 w 34"/>
                  <a:gd name="T13" fmla="*/ 34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77">
                    <a:moveTo>
                      <a:pt x="0" y="76"/>
                    </a:moveTo>
                    <a:cubicBezTo>
                      <a:pt x="6" y="77"/>
                      <a:pt x="12" y="76"/>
                      <a:pt x="19" y="74"/>
                    </a:cubicBezTo>
                    <a:cubicBezTo>
                      <a:pt x="29" y="70"/>
                      <a:pt x="34" y="62"/>
                      <a:pt x="32" y="52"/>
                    </a:cubicBezTo>
                    <a:cubicBezTo>
                      <a:pt x="31" y="41"/>
                      <a:pt x="24" y="37"/>
                      <a:pt x="17" y="26"/>
                    </a:cubicBezTo>
                    <a:cubicBezTo>
                      <a:pt x="13" y="20"/>
                      <a:pt x="11" y="7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71" name="Freeform 3908">
                <a:extLst>
                  <a:ext uri="{FF2B5EF4-FFF2-40B4-BE49-F238E27FC236}">
                    <a16:creationId xmlns:a16="http://schemas.microsoft.com/office/drawing/2014/main" id="{F2098554-31A8-4C90-B476-368F388BA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861"/>
                <a:ext cx="25" cy="61"/>
              </a:xfrm>
              <a:custGeom>
                <a:avLst/>
                <a:gdLst>
                  <a:gd name="T0" fmla="*/ 0 w 16"/>
                  <a:gd name="T1" fmla="*/ 138 h 37"/>
                  <a:gd name="T2" fmla="*/ 48 w 16"/>
                  <a:gd name="T3" fmla="*/ 143 h 37"/>
                  <a:gd name="T4" fmla="*/ 22 w 16"/>
                  <a:gd name="T5" fmla="*/ 54 h 37"/>
                  <a:gd name="T6" fmla="*/ 0 w 16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7">
                    <a:moveTo>
                      <a:pt x="0" y="31"/>
                    </a:moveTo>
                    <a:cubicBezTo>
                      <a:pt x="9" y="37"/>
                      <a:pt x="9" y="36"/>
                      <a:pt x="13" y="32"/>
                    </a:cubicBezTo>
                    <a:cubicBezTo>
                      <a:pt x="16" y="27"/>
                      <a:pt x="8" y="21"/>
                      <a:pt x="6" y="12"/>
                    </a:cubicBezTo>
                    <a:cubicBezTo>
                      <a:pt x="4" y="4"/>
                      <a:pt x="0" y="0"/>
                      <a:pt x="0" y="0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72" name="Freeform 3909">
                <a:extLst>
                  <a:ext uri="{FF2B5EF4-FFF2-40B4-BE49-F238E27FC236}">
                    <a16:creationId xmlns:a16="http://schemas.microsoft.com/office/drawing/2014/main" id="{EFDE15ED-92D4-4CFF-9F49-F100FFE6D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912"/>
                <a:ext cx="23" cy="8"/>
              </a:xfrm>
              <a:custGeom>
                <a:avLst/>
                <a:gdLst>
                  <a:gd name="T0" fmla="*/ 43 w 15"/>
                  <a:gd name="T1" fmla="*/ 16 h 5"/>
                  <a:gd name="T2" fmla="*/ 0 w 15"/>
                  <a:gd name="T3" fmla="*/ 0 h 5"/>
                  <a:gd name="T4" fmla="*/ 0 w 15"/>
                  <a:gd name="T5" fmla="*/ 5 h 5"/>
                  <a:gd name="T6" fmla="*/ 43 w 15"/>
                  <a:gd name="T7" fmla="*/ 16 h 5"/>
                  <a:gd name="T8" fmla="*/ 54 w 15"/>
                  <a:gd name="T9" fmla="*/ 5 h 5"/>
                  <a:gd name="T10" fmla="*/ 43 w 15"/>
                  <a:gd name="T11" fmla="*/ 16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2" y="4"/>
                    </a:moveTo>
                    <a:cubicBezTo>
                      <a:pt x="10" y="4"/>
                      <a:pt x="6" y="4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4"/>
                      <a:pt x="9" y="5"/>
                      <a:pt x="12" y="4"/>
                    </a:cubicBezTo>
                    <a:cubicBezTo>
                      <a:pt x="14" y="4"/>
                      <a:pt x="14" y="2"/>
                      <a:pt x="15" y="1"/>
                    </a:cubicBezTo>
                    <a:cubicBezTo>
                      <a:pt x="14" y="2"/>
                      <a:pt x="14" y="3"/>
                      <a:pt x="12" y="4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73" name="Freeform 3910">
                <a:extLst>
                  <a:ext uri="{FF2B5EF4-FFF2-40B4-BE49-F238E27FC236}">
                    <a16:creationId xmlns:a16="http://schemas.microsoft.com/office/drawing/2014/main" id="{8ECB2C43-E99C-41F6-83B4-7DBFBC56F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3098"/>
                <a:ext cx="88" cy="83"/>
              </a:xfrm>
              <a:custGeom>
                <a:avLst/>
                <a:gdLst>
                  <a:gd name="T0" fmla="*/ 96 w 57"/>
                  <a:gd name="T1" fmla="*/ 221 h 50"/>
                  <a:gd name="T2" fmla="*/ 60 w 57"/>
                  <a:gd name="T3" fmla="*/ 221 h 50"/>
                  <a:gd name="T4" fmla="*/ 56 w 57"/>
                  <a:gd name="T5" fmla="*/ 208 h 50"/>
                  <a:gd name="T6" fmla="*/ 29 w 57"/>
                  <a:gd name="T7" fmla="*/ 196 h 50"/>
                  <a:gd name="T8" fmla="*/ 34 w 57"/>
                  <a:gd name="T9" fmla="*/ 179 h 50"/>
                  <a:gd name="T10" fmla="*/ 19 w 57"/>
                  <a:gd name="T11" fmla="*/ 166 h 50"/>
                  <a:gd name="T12" fmla="*/ 5 w 57"/>
                  <a:gd name="T13" fmla="*/ 118 h 50"/>
                  <a:gd name="T14" fmla="*/ 19 w 57"/>
                  <a:gd name="T15" fmla="*/ 88 h 50"/>
                  <a:gd name="T16" fmla="*/ 36 w 57"/>
                  <a:gd name="T17" fmla="*/ 50 h 50"/>
                  <a:gd name="T18" fmla="*/ 60 w 57"/>
                  <a:gd name="T19" fmla="*/ 20 h 50"/>
                  <a:gd name="T20" fmla="*/ 93 w 57"/>
                  <a:gd name="T21" fmla="*/ 42 h 50"/>
                  <a:gd name="T22" fmla="*/ 114 w 57"/>
                  <a:gd name="T23" fmla="*/ 8 h 50"/>
                  <a:gd name="T24" fmla="*/ 148 w 57"/>
                  <a:gd name="T25" fmla="*/ 13 h 50"/>
                  <a:gd name="T26" fmla="*/ 174 w 57"/>
                  <a:gd name="T27" fmla="*/ 50 h 50"/>
                  <a:gd name="T28" fmla="*/ 202 w 57"/>
                  <a:gd name="T29" fmla="*/ 91 h 50"/>
                  <a:gd name="T30" fmla="*/ 202 w 57"/>
                  <a:gd name="T31" fmla="*/ 146 h 50"/>
                  <a:gd name="T32" fmla="*/ 184 w 57"/>
                  <a:gd name="T33" fmla="*/ 154 h 50"/>
                  <a:gd name="T34" fmla="*/ 181 w 57"/>
                  <a:gd name="T35" fmla="*/ 183 h 50"/>
                  <a:gd name="T36" fmla="*/ 162 w 57"/>
                  <a:gd name="T37" fmla="*/ 214 h 50"/>
                  <a:gd name="T38" fmla="*/ 124 w 57"/>
                  <a:gd name="T39" fmla="*/ 208 h 50"/>
                  <a:gd name="T40" fmla="*/ 96 w 57"/>
                  <a:gd name="T41" fmla="*/ 221 h 5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7" h="50">
                    <a:moveTo>
                      <a:pt x="26" y="48"/>
                    </a:moveTo>
                    <a:cubicBezTo>
                      <a:pt x="22" y="49"/>
                      <a:pt x="20" y="50"/>
                      <a:pt x="16" y="48"/>
                    </a:cubicBezTo>
                    <a:cubicBezTo>
                      <a:pt x="16" y="47"/>
                      <a:pt x="16" y="46"/>
                      <a:pt x="15" y="45"/>
                    </a:cubicBezTo>
                    <a:cubicBezTo>
                      <a:pt x="14" y="45"/>
                      <a:pt x="9" y="47"/>
                      <a:pt x="8" y="43"/>
                    </a:cubicBezTo>
                    <a:cubicBezTo>
                      <a:pt x="8" y="41"/>
                      <a:pt x="10" y="40"/>
                      <a:pt x="9" y="39"/>
                    </a:cubicBezTo>
                    <a:cubicBezTo>
                      <a:pt x="9" y="37"/>
                      <a:pt x="6" y="37"/>
                      <a:pt x="5" y="36"/>
                    </a:cubicBezTo>
                    <a:cubicBezTo>
                      <a:pt x="2" y="34"/>
                      <a:pt x="0" y="30"/>
                      <a:pt x="1" y="26"/>
                    </a:cubicBezTo>
                    <a:cubicBezTo>
                      <a:pt x="2" y="23"/>
                      <a:pt x="5" y="22"/>
                      <a:pt x="5" y="19"/>
                    </a:cubicBezTo>
                    <a:cubicBezTo>
                      <a:pt x="6" y="14"/>
                      <a:pt x="6" y="13"/>
                      <a:pt x="10" y="11"/>
                    </a:cubicBezTo>
                    <a:cubicBezTo>
                      <a:pt x="13" y="9"/>
                      <a:pt x="14" y="5"/>
                      <a:pt x="16" y="4"/>
                    </a:cubicBezTo>
                    <a:cubicBezTo>
                      <a:pt x="21" y="2"/>
                      <a:pt x="21" y="8"/>
                      <a:pt x="25" y="9"/>
                    </a:cubicBezTo>
                    <a:cubicBezTo>
                      <a:pt x="29" y="10"/>
                      <a:pt x="29" y="4"/>
                      <a:pt x="31" y="2"/>
                    </a:cubicBezTo>
                    <a:cubicBezTo>
                      <a:pt x="34" y="0"/>
                      <a:pt x="37" y="1"/>
                      <a:pt x="40" y="3"/>
                    </a:cubicBezTo>
                    <a:cubicBezTo>
                      <a:pt x="43" y="5"/>
                      <a:pt x="45" y="8"/>
                      <a:pt x="47" y="11"/>
                    </a:cubicBezTo>
                    <a:cubicBezTo>
                      <a:pt x="51" y="14"/>
                      <a:pt x="54" y="15"/>
                      <a:pt x="55" y="20"/>
                    </a:cubicBezTo>
                    <a:cubicBezTo>
                      <a:pt x="56" y="23"/>
                      <a:pt x="57" y="29"/>
                      <a:pt x="55" y="32"/>
                    </a:cubicBezTo>
                    <a:cubicBezTo>
                      <a:pt x="54" y="33"/>
                      <a:pt x="51" y="33"/>
                      <a:pt x="50" y="34"/>
                    </a:cubicBezTo>
                    <a:cubicBezTo>
                      <a:pt x="48" y="36"/>
                      <a:pt x="49" y="38"/>
                      <a:pt x="49" y="40"/>
                    </a:cubicBezTo>
                    <a:cubicBezTo>
                      <a:pt x="49" y="44"/>
                      <a:pt x="47" y="46"/>
                      <a:pt x="44" y="47"/>
                    </a:cubicBezTo>
                    <a:cubicBezTo>
                      <a:pt x="40" y="48"/>
                      <a:pt x="38" y="45"/>
                      <a:pt x="34" y="45"/>
                    </a:cubicBezTo>
                    <a:cubicBezTo>
                      <a:pt x="31" y="45"/>
                      <a:pt x="29" y="47"/>
                      <a:pt x="26" y="48"/>
                    </a:cubicBez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74" name="Freeform 3911">
                <a:extLst>
                  <a:ext uri="{FF2B5EF4-FFF2-40B4-BE49-F238E27FC236}">
                    <a16:creationId xmlns:a16="http://schemas.microsoft.com/office/drawing/2014/main" id="{3C5906F2-8E1F-4A7E-B9F5-DF652E13D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3102"/>
                <a:ext cx="27" cy="18"/>
              </a:xfrm>
              <a:custGeom>
                <a:avLst/>
                <a:gdLst>
                  <a:gd name="T0" fmla="*/ 62 w 18"/>
                  <a:gd name="T1" fmla="*/ 47 h 11"/>
                  <a:gd name="T2" fmla="*/ 32 w 18"/>
                  <a:gd name="T3" fmla="*/ 8 h 11"/>
                  <a:gd name="T4" fmla="*/ 0 w 18"/>
                  <a:gd name="T5" fmla="*/ 34 h 11"/>
                  <a:gd name="T6" fmla="*/ 27 w 18"/>
                  <a:gd name="T7" fmla="*/ 21 h 11"/>
                  <a:gd name="T8" fmla="*/ 54 w 18"/>
                  <a:gd name="T9" fmla="*/ 4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">
                    <a:moveTo>
                      <a:pt x="18" y="11"/>
                    </a:moveTo>
                    <a:cubicBezTo>
                      <a:pt x="14" y="9"/>
                      <a:pt x="13" y="4"/>
                      <a:pt x="9" y="2"/>
                    </a:cubicBezTo>
                    <a:cubicBezTo>
                      <a:pt x="4" y="0"/>
                      <a:pt x="2" y="4"/>
                      <a:pt x="0" y="8"/>
                    </a:cubicBezTo>
                    <a:cubicBezTo>
                      <a:pt x="3" y="5"/>
                      <a:pt x="5" y="3"/>
                      <a:pt x="8" y="5"/>
                    </a:cubicBezTo>
                    <a:cubicBezTo>
                      <a:pt x="11" y="7"/>
                      <a:pt x="14" y="9"/>
                      <a:pt x="16" y="1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75" name="Freeform 3912">
                <a:extLst>
                  <a:ext uri="{FF2B5EF4-FFF2-40B4-BE49-F238E27FC236}">
                    <a16:creationId xmlns:a16="http://schemas.microsoft.com/office/drawing/2014/main" id="{379E9570-D344-48AB-928D-E87A2E3A3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3105"/>
                <a:ext cx="22" cy="13"/>
              </a:xfrm>
              <a:custGeom>
                <a:avLst/>
                <a:gdLst>
                  <a:gd name="T0" fmla="*/ 55 w 14"/>
                  <a:gd name="T1" fmla="*/ 26 h 8"/>
                  <a:gd name="T2" fmla="*/ 22 w 14"/>
                  <a:gd name="T3" fmla="*/ 8 h 8"/>
                  <a:gd name="T4" fmla="*/ 0 w 14"/>
                  <a:gd name="T5" fmla="*/ 34 h 8"/>
                  <a:gd name="T6" fmla="*/ 27 w 14"/>
                  <a:gd name="T7" fmla="*/ 21 h 8"/>
                  <a:gd name="T8" fmla="*/ 55 w 14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6"/>
                    </a:moveTo>
                    <a:cubicBezTo>
                      <a:pt x="11" y="5"/>
                      <a:pt x="10" y="0"/>
                      <a:pt x="6" y="2"/>
                    </a:cubicBezTo>
                    <a:cubicBezTo>
                      <a:pt x="4" y="4"/>
                      <a:pt x="2" y="7"/>
                      <a:pt x="0" y="8"/>
                    </a:cubicBezTo>
                    <a:cubicBezTo>
                      <a:pt x="3" y="8"/>
                      <a:pt x="4" y="6"/>
                      <a:pt x="7" y="5"/>
                    </a:cubicBezTo>
                    <a:cubicBezTo>
                      <a:pt x="10" y="5"/>
                      <a:pt x="12" y="8"/>
                      <a:pt x="14" y="7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76" name="Freeform 3913">
                <a:extLst>
                  <a:ext uri="{FF2B5EF4-FFF2-40B4-BE49-F238E27FC236}">
                    <a16:creationId xmlns:a16="http://schemas.microsoft.com/office/drawing/2014/main" id="{28F5F219-9C20-4AE3-9635-B50B19516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3116"/>
                <a:ext cx="20" cy="50"/>
              </a:xfrm>
              <a:custGeom>
                <a:avLst/>
                <a:gdLst>
                  <a:gd name="T0" fmla="*/ 43 w 13"/>
                  <a:gd name="T1" fmla="*/ 138 h 30"/>
                  <a:gd name="T2" fmla="*/ 14 w 13"/>
                  <a:gd name="T3" fmla="*/ 70 h 30"/>
                  <a:gd name="T4" fmla="*/ 26 w 13"/>
                  <a:gd name="T5" fmla="*/ 37 h 30"/>
                  <a:gd name="T6" fmla="*/ 43 w 13"/>
                  <a:gd name="T7" fmla="*/ 0 h 30"/>
                  <a:gd name="T8" fmla="*/ 34 w 13"/>
                  <a:gd name="T9" fmla="*/ 47 h 30"/>
                  <a:gd name="T10" fmla="*/ 34 w 13"/>
                  <a:gd name="T11" fmla="*/ 62 h 30"/>
                  <a:gd name="T12" fmla="*/ 26 w 13"/>
                  <a:gd name="T13" fmla="*/ 78 h 30"/>
                  <a:gd name="T14" fmla="*/ 43 w 13"/>
                  <a:gd name="T15" fmla="*/ 112 h 30"/>
                  <a:gd name="T16" fmla="*/ 43 w 13"/>
                  <a:gd name="T17" fmla="*/ 133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30">
                    <a:moveTo>
                      <a:pt x="12" y="30"/>
                    </a:moveTo>
                    <a:cubicBezTo>
                      <a:pt x="13" y="24"/>
                      <a:pt x="0" y="22"/>
                      <a:pt x="4" y="15"/>
                    </a:cubicBezTo>
                    <a:cubicBezTo>
                      <a:pt x="5" y="13"/>
                      <a:pt x="6" y="11"/>
                      <a:pt x="7" y="8"/>
                    </a:cubicBezTo>
                    <a:cubicBezTo>
                      <a:pt x="8" y="5"/>
                      <a:pt x="9" y="2"/>
                      <a:pt x="12" y="0"/>
                    </a:cubicBezTo>
                    <a:cubicBezTo>
                      <a:pt x="10" y="3"/>
                      <a:pt x="9" y="7"/>
                      <a:pt x="9" y="10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8" y="15"/>
                      <a:pt x="7" y="16"/>
                      <a:pt x="7" y="17"/>
                    </a:cubicBezTo>
                    <a:cubicBezTo>
                      <a:pt x="7" y="20"/>
                      <a:pt x="11" y="21"/>
                      <a:pt x="12" y="24"/>
                    </a:cubicBezTo>
                    <a:cubicBezTo>
                      <a:pt x="12" y="26"/>
                      <a:pt x="12" y="27"/>
                      <a:pt x="12" y="29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77" name="Freeform 3914">
                <a:extLst>
                  <a:ext uri="{FF2B5EF4-FFF2-40B4-BE49-F238E27FC236}">
                    <a16:creationId xmlns:a16="http://schemas.microsoft.com/office/drawing/2014/main" id="{A37B1B3A-E671-4262-8B2B-64E75C210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3164"/>
                <a:ext cx="20" cy="10"/>
              </a:xfrm>
              <a:custGeom>
                <a:avLst/>
                <a:gdLst>
                  <a:gd name="T0" fmla="*/ 43 w 13"/>
                  <a:gd name="T1" fmla="*/ 22 h 6"/>
                  <a:gd name="T2" fmla="*/ 22 w 13"/>
                  <a:gd name="T3" fmla="*/ 20 h 6"/>
                  <a:gd name="T4" fmla="*/ 0 w 13"/>
                  <a:gd name="T5" fmla="*/ 20 h 6"/>
                  <a:gd name="T6" fmla="*/ 22 w 13"/>
                  <a:gd name="T7" fmla="*/ 8 h 6"/>
                  <a:gd name="T8" fmla="*/ 48 w 13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2" y="5"/>
                    </a:moveTo>
                    <a:cubicBezTo>
                      <a:pt x="10" y="6"/>
                      <a:pt x="8" y="5"/>
                      <a:pt x="6" y="4"/>
                    </a:cubicBezTo>
                    <a:cubicBezTo>
                      <a:pt x="5" y="4"/>
                      <a:pt x="2" y="3"/>
                      <a:pt x="0" y="4"/>
                    </a:cubicBezTo>
                    <a:cubicBezTo>
                      <a:pt x="2" y="2"/>
                      <a:pt x="3" y="0"/>
                      <a:pt x="6" y="2"/>
                    </a:cubicBezTo>
                    <a:cubicBezTo>
                      <a:pt x="9" y="3"/>
                      <a:pt x="10" y="4"/>
                      <a:pt x="13" y="4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78" name="Freeform 3915">
                <a:extLst>
                  <a:ext uri="{FF2B5EF4-FFF2-40B4-BE49-F238E27FC236}">
                    <a16:creationId xmlns:a16="http://schemas.microsoft.com/office/drawing/2014/main" id="{1135EE88-FB75-4E5F-8598-D736E32CD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3141"/>
                <a:ext cx="8" cy="12"/>
              </a:xfrm>
              <a:custGeom>
                <a:avLst/>
                <a:gdLst>
                  <a:gd name="T0" fmla="*/ 13 w 5"/>
                  <a:gd name="T1" fmla="*/ 29 h 7"/>
                  <a:gd name="T2" fmla="*/ 16 w 5"/>
                  <a:gd name="T3" fmla="*/ 0 h 7"/>
                  <a:gd name="T4" fmla="*/ 0 w 5"/>
                  <a:gd name="T5" fmla="*/ 3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6"/>
                    </a:moveTo>
                    <a:cubicBezTo>
                      <a:pt x="5" y="5"/>
                      <a:pt x="4" y="2"/>
                      <a:pt x="4" y="0"/>
                    </a:cubicBezTo>
                    <a:cubicBezTo>
                      <a:pt x="3" y="2"/>
                      <a:pt x="3" y="6"/>
                      <a:pt x="0" y="7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79" name="Freeform 3916">
                <a:extLst>
                  <a:ext uri="{FF2B5EF4-FFF2-40B4-BE49-F238E27FC236}">
                    <a16:creationId xmlns:a16="http://schemas.microsoft.com/office/drawing/2014/main" id="{43D491F7-EDA1-45BC-80F5-5471FD145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3159"/>
                <a:ext cx="14" cy="13"/>
              </a:xfrm>
              <a:custGeom>
                <a:avLst/>
                <a:gdLst>
                  <a:gd name="T0" fmla="*/ 30 w 9"/>
                  <a:gd name="T1" fmla="*/ 26 h 8"/>
                  <a:gd name="T2" fmla="*/ 14 w 9"/>
                  <a:gd name="T3" fmla="*/ 18 h 8"/>
                  <a:gd name="T4" fmla="*/ 0 w 9"/>
                  <a:gd name="T5" fmla="*/ 0 h 8"/>
                  <a:gd name="T6" fmla="*/ 14 w 9"/>
                  <a:gd name="T7" fmla="*/ 26 h 8"/>
                  <a:gd name="T8" fmla="*/ 34 w 9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5"/>
                      <a:pt x="5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ubicBezTo>
                      <a:pt x="0" y="2"/>
                      <a:pt x="2" y="5"/>
                      <a:pt x="4" y="6"/>
                    </a:cubicBezTo>
                    <a:cubicBezTo>
                      <a:pt x="6" y="8"/>
                      <a:pt x="7" y="7"/>
                      <a:pt x="9" y="6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80" name="Freeform 3917">
                <a:extLst>
                  <a:ext uri="{FF2B5EF4-FFF2-40B4-BE49-F238E27FC236}">
                    <a16:creationId xmlns:a16="http://schemas.microsoft.com/office/drawing/2014/main" id="{90E8F02E-8AE0-4BA4-BF5E-242807CDD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3133"/>
                <a:ext cx="9" cy="26"/>
              </a:xfrm>
              <a:custGeom>
                <a:avLst/>
                <a:gdLst>
                  <a:gd name="T0" fmla="*/ 21 w 6"/>
                  <a:gd name="T1" fmla="*/ 60 h 16"/>
                  <a:gd name="T2" fmla="*/ 0 w 6"/>
                  <a:gd name="T3" fmla="*/ 34 h 16"/>
                  <a:gd name="T4" fmla="*/ 8 w 6"/>
                  <a:gd name="T5" fmla="*/ 21 h 16"/>
                  <a:gd name="T6" fmla="*/ 14 w 6"/>
                  <a:gd name="T7" fmla="*/ 0 h 16"/>
                  <a:gd name="T8" fmla="*/ 8 w 6"/>
                  <a:gd name="T9" fmla="*/ 39 h 16"/>
                  <a:gd name="T10" fmla="*/ 21 w 6"/>
                  <a:gd name="T11" fmla="*/ 6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6">
                    <a:moveTo>
                      <a:pt x="6" y="14"/>
                    </a:moveTo>
                    <a:cubicBezTo>
                      <a:pt x="4" y="13"/>
                      <a:pt x="0" y="10"/>
                      <a:pt x="0" y="8"/>
                    </a:cubicBezTo>
                    <a:cubicBezTo>
                      <a:pt x="0" y="6"/>
                      <a:pt x="1" y="6"/>
                      <a:pt x="2" y="5"/>
                    </a:cubicBezTo>
                    <a:cubicBezTo>
                      <a:pt x="3" y="3"/>
                      <a:pt x="3" y="1"/>
                      <a:pt x="4" y="0"/>
                    </a:cubicBezTo>
                    <a:cubicBezTo>
                      <a:pt x="4" y="3"/>
                      <a:pt x="2" y="6"/>
                      <a:pt x="2" y="9"/>
                    </a:cubicBezTo>
                    <a:cubicBezTo>
                      <a:pt x="3" y="12"/>
                      <a:pt x="6" y="13"/>
                      <a:pt x="6" y="16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81" name="Freeform 3918">
                <a:extLst>
                  <a:ext uri="{FF2B5EF4-FFF2-40B4-BE49-F238E27FC236}">
                    <a16:creationId xmlns:a16="http://schemas.microsoft.com/office/drawing/2014/main" id="{41762F0C-E244-47FA-AF85-1848B343A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105"/>
                <a:ext cx="12" cy="13"/>
              </a:xfrm>
              <a:custGeom>
                <a:avLst/>
                <a:gdLst>
                  <a:gd name="T0" fmla="*/ 27 w 8"/>
                  <a:gd name="T1" fmla="*/ 26 h 8"/>
                  <a:gd name="T2" fmla="*/ 5 w 8"/>
                  <a:gd name="T3" fmla="*/ 8 h 8"/>
                  <a:gd name="T4" fmla="*/ 5 w 8"/>
                  <a:gd name="T5" fmla="*/ 8 h 8"/>
                  <a:gd name="T6" fmla="*/ 0 w 8"/>
                  <a:gd name="T7" fmla="*/ 8 h 8"/>
                  <a:gd name="T8" fmla="*/ 12 w 8"/>
                  <a:gd name="T9" fmla="*/ 29 h 8"/>
                  <a:gd name="T10" fmla="*/ 27 w 8"/>
                  <a:gd name="T11" fmla="*/ 26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8" y="6"/>
                    </a:moveTo>
                    <a:cubicBezTo>
                      <a:pt x="5" y="8"/>
                      <a:pt x="4" y="0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3" y="2"/>
                      <a:pt x="2" y="6"/>
                      <a:pt x="3" y="7"/>
                    </a:cubicBezTo>
                    <a:cubicBezTo>
                      <a:pt x="4" y="8"/>
                      <a:pt x="7" y="8"/>
                      <a:pt x="8" y="6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82" name="Freeform 3919">
                <a:extLst>
                  <a:ext uri="{FF2B5EF4-FFF2-40B4-BE49-F238E27FC236}">
                    <a16:creationId xmlns:a16="http://schemas.microsoft.com/office/drawing/2014/main" id="{BD2CBED8-8F04-4C9E-B389-D3D9FF4A7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3103"/>
                <a:ext cx="16" cy="7"/>
              </a:xfrm>
              <a:custGeom>
                <a:avLst/>
                <a:gdLst>
                  <a:gd name="T0" fmla="*/ 42 w 10"/>
                  <a:gd name="T1" fmla="*/ 16 h 4"/>
                  <a:gd name="T2" fmla="*/ 21 w 10"/>
                  <a:gd name="T3" fmla="*/ 0 h 4"/>
                  <a:gd name="T4" fmla="*/ 0 w 10"/>
                  <a:gd name="T5" fmla="*/ 21 h 4"/>
                  <a:gd name="T6" fmla="*/ 13 w 10"/>
                  <a:gd name="T7" fmla="*/ 7 h 4"/>
                  <a:gd name="T8" fmla="*/ 35 w 10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3"/>
                    </a:moveTo>
                    <a:cubicBezTo>
                      <a:pt x="8" y="2"/>
                      <a:pt x="7" y="0"/>
                      <a:pt x="5" y="0"/>
                    </a:cubicBezTo>
                    <a:cubicBezTo>
                      <a:pt x="2" y="1"/>
                      <a:pt x="1" y="2"/>
                      <a:pt x="0" y="4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5" y="0"/>
                      <a:pt x="8" y="2"/>
                      <a:pt x="9" y="2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83" name="Freeform 3920">
                <a:extLst>
                  <a:ext uri="{FF2B5EF4-FFF2-40B4-BE49-F238E27FC236}">
                    <a16:creationId xmlns:a16="http://schemas.microsoft.com/office/drawing/2014/main" id="{9B0147BD-A793-4601-A046-056BCA45C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3146"/>
                <a:ext cx="10" cy="22"/>
              </a:xfrm>
              <a:custGeom>
                <a:avLst/>
                <a:gdLst>
                  <a:gd name="T0" fmla="*/ 8 w 6"/>
                  <a:gd name="T1" fmla="*/ 63 h 13"/>
                  <a:gd name="T2" fmla="*/ 8 w 6"/>
                  <a:gd name="T3" fmla="*/ 34 h 13"/>
                  <a:gd name="T4" fmla="*/ 28 w 6"/>
                  <a:gd name="T5" fmla="*/ 0 h 13"/>
                  <a:gd name="T6" fmla="*/ 0 w 6"/>
                  <a:gd name="T7" fmla="*/ 29 h 13"/>
                  <a:gd name="T8" fmla="*/ 8 w 6"/>
                  <a:gd name="T9" fmla="*/ 5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2" y="13"/>
                    </a:moveTo>
                    <a:cubicBezTo>
                      <a:pt x="3" y="11"/>
                      <a:pt x="2" y="9"/>
                      <a:pt x="2" y="7"/>
                    </a:cubicBezTo>
                    <a:cubicBezTo>
                      <a:pt x="2" y="4"/>
                      <a:pt x="4" y="2"/>
                      <a:pt x="6" y="0"/>
                    </a:cubicBezTo>
                    <a:cubicBezTo>
                      <a:pt x="3" y="1"/>
                      <a:pt x="1" y="3"/>
                      <a:pt x="0" y="6"/>
                    </a:cubicBezTo>
                    <a:cubicBezTo>
                      <a:pt x="0" y="9"/>
                      <a:pt x="1" y="10"/>
                      <a:pt x="2" y="12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84" name="Freeform 3921">
                <a:extLst>
                  <a:ext uri="{FF2B5EF4-FFF2-40B4-BE49-F238E27FC236}">
                    <a16:creationId xmlns:a16="http://schemas.microsoft.com/office/drawing/2014/main" id="{EC6BF57E-A016-4BF0-9757-44660B14C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3098"/>
                <a:ext cx="88" cy="83"/>
              </a:xfrm>
              <a:custGeom>
                <a:avLst/>
                <a:gdLst>
                  <a:gd name="T0" fmla="*/ 96 w 57"/>
                  <a:gd name="T1" fmla="*/ 221 h 50"/>
                  <a:gd name="T2" fmla="*/ 60 w 57"/>
                  <a:gd name="T3" fmla="*/ 221 h 50"/>
                  <a:gd name="T4" fmla="*/ 56 w 57"/>
                  <a:gd name="T5" fmla="*/ 208 h 50"/>
                  <a:gd name="T6" fmla="*/ 29 w 57"/>
                  <a:gd name="T7" fmla="*/ 196 h 50"/>
                  <a:gd name="T8" fmla="*/ 34 w 57"/>
                  <a:gd name="T9" fmla="*/ 179 h 50"/>
                  <a:gd name="T10" fmla="*/ 19 w 57"/>
                  <a:gd name="T11" fmla="*/ 166 h 50"/>
                  <a:gd name="T12" fmla="*/ 5 w 57"/>
                  <a:gd name="T13" fmla="*/ 118 h 50"/>
                  <a:gd name="T14" fmla="*/ 19 w 57"/>
                  <a:gd name="T15" fmla="*/ 88 h 50"/>
                  <a:gd name="T16" fmla="*/ 36 w 57"/>
                  <a:gd name="T17" fmla="*/ 50 h 50"/>
                  <a:gd name="T18" fmla="*/ 60 w 57"/>
                  <a:gd name="T19" fmla="*/ 20 h 50"/>
                  <a:gd name="T20" fmla="*/ 93 w 57"/>
                  <a:gd name="T21" fmla="*/ 42 h 50"/>
                  <a:gd name="T22" fmla="*/ 114 w 57"/>
                  <a:gd name="T23" fmla="*/ 8 h 50"/>
                  <a:gd name="T24" fmla="*/ 148 w 57"/>
                  <a:gd name="T25" fmla="*/ 13 h 50"/>
                  <a:gd name="T26" fmla="*/ 174 w 57"/>
                  <a:gd name="T27" fmla="*/ 50 h 50"/>
                  <a:gd name="T28" fmla="*/ 202 w 57"/>
                  <a:gd name="T29" fmla="*/ 91 h 50"/>
                  <a:gd name="T30" fmla="*/ 202 w 57"/>
                  <a:gd name="T31" fmla="*/ 146 h 50"/>
                  <a:gd name="T32" fmla="*/ 184 w 57"/>
                  <a:gd name="T33" fmla="*/ 154 h 50"/>
                  <a:gd name="T34" fmla="*/ 181 w 57"/>
                  <a:gd name="T35" fmla="*/ 183 h 50"/>
                  <a:gd name="T36" fmla="*/ 162 w 57"/>
                  <a:gd name="T37" fmla="*/ 214 h 50"/>
                  <a:gd name="T38" fmla="*/ 124 w 57"/>
                  <a:gd name="T39" fmla="*/ 208 h 50"/>
                  <a:gd name="T40" fmla="*/ 96 w 57"/>
                  <a:gd name="T41" fmla="*/ 221 h 5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7" h="50">
                    <a:moveTo>
                      <a:pt x="26" y="48"/>
                    </a:moveTo>
                    <a:cubicBezTo>
                      <a:pt x="22" y="49"/>
                      <a:pt x="20" y="50"/>
                      <a:pt x="16" y="48"/>
                    </a:cubicBezTo>
                    <a:cubicBezTo>
                      <a:pt x="16" y="47"/>
                      <a:pt x="16" y="46"/>
                      <a:pt x="15" y="45"/>
                    </a:cubicBezTo>
                    <a:cubicBezTo>
                      <a:pt x="14" y="45"/>
                      <a:pt x="9" y="47"/>
                      <a:pt x="8" y="43"/>
                    </a:cubicBezTo>
                    <a:cubicBezTo>
                      <a:pt x="8" y="41"/>
                      <a:pt x="10" y="40"/>
                      <a:pt x="9" y="39"/>
                    </a:cubicBezTo>
                    <a:cubicBezTo>
                      <a:pt x="9" y="37"/>
                      <a:pt x="6" y="37"/>
                      <a:pt x="5" y="36"/>
                    </a:cubicBezTo>
                    <a:cubicBezTo>
                      <a:pt x="2" y="34"/>
                      <a:pt x="0" y="30"/>
                      <a:pt x="1" y="26"/>
                    </a:cubicBezTo>
                    <a:cubicBezTo>
                      <a:pt x="2" y="23"/>
                      <a:pt x="5" y="22"/>
                      <a:pt x="5" y="19"/>
                    </a:cubicBezTo>
                    <a:cubicBezTo>
                      <a:pt x="6" y="14"/>
                      <a:pt x="6" y="13"/>
                      <a:pt x="10" y="11"/>
                    </a:cubicBezTo>
                    <a:cubicBezTo>
                      <a:pt x="13" y="9"/>
                      <a:pt x="14" y="5"/>
                      <a:pt x="16" y="4"/>
                    </a:cubicBezTo>
                    <a:cubicBezTo>
                      <a:pt x="21" y="2"/>
                      <a:pt x="21" y="8"/>
                      <a:pt x="25" y="9"/>
                    </a:cubicBezTo>
                    <a:cubicBezTo>
                      <a:pt x="29" y="10"/>
                      <a:pt x="29" y="4"/>
                      <a:pt x="31" y="2"/>
                    </a:cubicBezTo>
                    <a:cubicBezTo>
                      <a:pt x="34" y="0"/>
                      <a:pt x="37" y="1"/>
                      <a:pt x="40" y="3"/>
                    </a:cubicBezTo>
                    <a:cubicBezTo>
                      <a:pt x="43" y="5"/>
                      <a:pt x="45" y="8"/>
                      <a:pt x="47" y="11"/>
                    </a:cubicBezTo>
                    <a:cubicBezTo>
                      <a:pt x="51" y="14"/>
                      <a:pt x="54" y="15"/>
                      <a:pt x="55" y="20"/>
                    </a:cubicBezTo>
                    <a:cubicBezTo>
                      <a:pt x="56" y="23"/>
                      <a:pt x="57" y="29"/>
                      <a:pt x="55" y="32"/>
                    </a:cubicBezTo>
                    <a:cubicBezTo>
                      <a:pt x="54" y="33"/>
                      <a:pt x="51" y="33"/>
                      <a:pt x="50" y="34"/>
                    </a:cubicBezTo>
                    <a:cubicBezTo>
                      <a:pt x="48" y="36"/>
                      <a:pt x="49" y="38"/>
                      <a:pt x="49" y="40"/>
                    </a:cubicBezTo>
                    <a:cubicBezTo>
                      <a:pt x="49" y="44"/>
                      <a:pt x="47" y="46"/>
                      <a:pt x="44" y="47"/>
                    </a:cubicBezTo>
                    <a:cubicBezTo>
                      <a:pt x="40" y="48"/>
                      <a:pt x="38" y="45"/>
                      <a:pt x="34" y="45"/>
                    </a:cubicBezTo>
                    <a:cubicBezTo>
                      <a:pt x="31" y="45"/>
                      <a:pt x="29" y="47"/>
                      <a:pt x="26" y="4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85" name="Freeform 3922">
                <a:extLst>
                  <a:ext uri="{FF2B5EF4-FFF2-40B4-BE49-F238E27FC236}">
                    <a16:creationId xmlns:a16="http://schemas.microsoft.com/office/drawing/2014/main" id="{11EE94CA-0D2A-4C3F-82B0-077EDB74F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3111"/>
                <a:ext cx="11" cy="9"/>
              </a:xfrm>
              <a:custGeom>
                <a:avLst/>
                <a:gdLst>
                  <a:gd name="T0" fmla="*/ 0 w 7"/>
                  <a:gd name="T1" fmla="*/ 23 h 5"/>
                  <a:gd name="T2" fmla="*/ 27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3" y="5"/>
                      <a:pt x="5" y="2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86" name="Freeform 3923">
                <a:extLst>
                  <a:ext uri="{FF2B5EF4-FFF2-40B4-BE49-F238E27FC236}">
                    <a16:creationId xmlns:a16="http://schemas.microsoft.com/office/drawing/2014/main" id="{342006F4-3E8E-42C2-9151-866EBAB1B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3158"/>
                <a:ext cx="16" cy="11"/>
              </a:xfrm>
              <a:custGeom>
                <a:avLst/>
                <a:gdLst>
                  <a:gd name="T0" fmla="*/ 0 w 10"/>
                  <a:gd name="T1" fmla="*/ 0 h 7"/>
                  <a:gd name="T2" fmla="*/ 42 w 10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3" y="4"/>
                      <a:pt x="6" y="6"/>
                      <a:pt x="10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87" name="Freeform 3924">
                <a:extLst>
                  <a:ext uri="{FF2B5EF4-FFF2-40B4-BE49-F238E27FC236}">
                    <a16:creationId xmlns:a16="http://schemas.microsoft.com/office/drawing/2014/main" id="{96ABEC46-C056-4693-9BC2-A7A7630E9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3148"/>
                <a:ext cx="4" cy="10"/>
              </a:xfrm>
              <a:custGeom>
                <a:avLst/>
                <a:gdLst>
                  <a:gd name="T0" fmla="*/ 0 w 3"/>
                  <a:gd name="T1" fmla="*/ 28 h 6"/>
                  <a:gd name="T2" fmla="*/ 7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4"/>
                      <a:pt x="2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88" name="Freeform 3925">
                <a:extLst>
                  <a:ext uri="{FF2B5EF4-FFF2-40B4-BE49-F238E27FC236}">
                    <a16:creationId xmlns:a16="http://schemas.microsoft.com/office/drawing/2014/main" id="{F9C23083-AD33-46D3-97AB-E995AFF6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3151"/>
                <a:ext cx="3" cy="8"/>
              </a:xfrm>
              <a:custGeom>
                <a:avLst/>
                <a:gdLst>
                  <a:gd name="T0" fmla="*/ 8 w 2"/>
                  <a:gd name="T1" fmla="*/ 0 h 5"/>
                  <a:gd name="T2" fmla="*/ 5 w 2"/>
                  <a:gd name="T3" fmla="*/ 21 h 5"/>
                  <a:gd name="T4" fmla="*/ 8 w 2"/>
                  <a:gd name="T5" fmla="*/ 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1"/>
                      <a:pt x="1" y="3"/>
                      <a:pt x="1" y="5"/>
                    </a:cubicBezTo>
                    <a:cubicBezTo>
                      <a:pt x="2" y="4"/>
                      <a:pt x="2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40" name="Group 3926">
              <a:extLst>
                <a:ext uri="{FF2B5EF4-FFF2-40B4-BE49-F238E27FC236}">
                  <a16:creationId xmlns:a16="http://schemas.microsoft.com/office/drawing/2014/main" id="{6FB6EB14-09F6-4D17-ADAC-B37DDB5AE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3" y="2251"/>
              <a:ext cx="1175" cy="1205"/>
              <a:chOff x="4283" y="2251"/>
              <a:chExt cx="1175" cy="1205"/>
            </a:xfrm>
          </p:grpSpPr>
          <p:sp>
            <p:nvSpPr>
              <p:cNvPr id="52905" name="Freeform 3927">
                <a:extLst>
                  <a:ext uri="{FF2B5EF4-FFF2-40B4-BE49-F238E27FC236}">
                    <a16:creationId xmlns:a16="http://schemas.microsoft.com/office/drawing/2014/main" id="{E770B136-8B9F-4ED0-92FF-6229B264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128"/>
                <a:ext cx="12" cy="21"/>
              </a:xfrm>
              <a:custGeom>
                <a:avLst/>
                <a:gdLst>
                  <a:gd name="T0" fmla="*/ 12 w 8"/>
                  <a:gd name="T1" fmla="*/ 0 h 13"/>
                  <a:gd name="T2" fmla="*/ 0 w 8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3" y="0"/>
                    </a:moveTo>
                    <a:cubicBezTo>
                      <a:pt x="8" y="3"/>
                      <a:pt x="5" y="11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6" name="Freeform 3928">
                <a:extLst>
                  <a:ext uri="{FF2B5EF4-FFF2-40B4-BE49-F238E27FC236}">
                    <a16:creationId xmlns:a16="http://schemas.microsoft.com/office/drawing/2014/main" id="{35C1249A-798D-4C44-A5E8-FCFB52C20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148"/>
                <a:ext cx="3" cy="11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3"/>
                      <a:pt x="0" y="4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7" name="Freeform 3929">
                <a:extLst>
                  <a:ext uri="{FF2B5EF4-FFF2-40B4-BE49-F238E27FC236}">
                    <a16:creationId xmlns:a16="http://schemas.microsoft.com/office/drawing/2014/main" id="{4DD2DE5E-EA03-46A4-B28C-CEDB9B63C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3146"/>
                <a:ext cx="17" cy="15"/>
              </a:xfrm>
              <a:custGeom>
                <a:avLst/>
                <a:gdLst>
                  <a:gd name="T0" fmla="*/ 40 w 11"/>
                  <a:gd name="T1" fmla="*/ 28 h 9"/>
                  <a:gd name="T2" fmla="*/ 0 w 1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6" y="9"/>
                      <a:pt x="1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8" name="Freeform 3930">
                <a:extLst>
                  <a:ext uri="{FF2B5EF4-FFF2-40B4-BE49-F238E27FC236}">
                    <a16:creationId xmlns:a16="http://schemas.microsoft.com/office/drawing/2014/main" id="{E3132FFB-D469-4A4F-AC99-8AF18A059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3135"/>
                <a:ext cx="6" cy="6"/>
              </a:xfrm>
              <a:custGeom>
                <a:avLst/>
                <a:gdLst>
                  <a:gd name="T0" fmla="*/ 14 w 4"/>
                  <a:gd name="T1" fmla="*/ 0 h 4"/>
                  <a:gd name="T2" fmla="*/ 0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1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9" name="Freeform 3931">
                <a:extLst>
                  <a:ext uri="{FF2B5EF4-FFF2-40B4-BE49-F238E27FC236}">
                    <a16:creationId xmlns:a16="http://schemas.microsoft.com/office/drawing/2014/main" id="{35CF888F-2B14-4C88-8866-BCAD65068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3141"/>
                <a:ext cx="8" cy="2"/>
              </a:xfrm>
              <a:custGeom>
                <a:avLst/>
                <a:gdLst>
                  <a:gd name="T0" fmla="*/ 21 w 5"/>
                  <a:gd name="T1" fmla="*/ 8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4" y="0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0" name="Freeform 3932">
                <a:extLst>
                  <a:ext uri="{FF2B5EF4-FFF2-40B4-BE49-F238E27FC236}">
                    <a16:creationId xmlns:a16="http://schemas.microsoft.com/office/drawing/2014/main" id="{3B079D47-2736-452C-8792-D38833E50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3148"/>
                <a:ext cx="21" cy="23"/>
              </a:xfrm>
              <a:custGeom>
                <a:avLst/>
                <a:gdLst>
                  <a:gd name="T0" fmla="*/ 5 w 14"/>
                  <a:gd name="T1" fmla="*/ 0 h 14"/>
                  <a:gd name="T2" fmla="*/ 12 w 14"/>
                  <a:gd name="T3" fmla="*/ 21 h 14"/>
                  <a:gd name="T4" fmla="*/ 18 w 14"/>
                  <a:gd name="T5" fmla="*/ 26 h 14"/>
                  <a:gd name="T6" fmla="*/ 26 w 14"/>
                  <a:gd name="T7" fmla="*/ 33 h 14"/>
                  <a:gd name="T8" fmla="*/ 32 w 14"/>
                  <a:gd name="T9" fmla="*/ 41 h 14"/>
                  <a:gd name="T10" fmla="*/ 48 w 14"/>
                  <a:gd name="T11" fmla="*/ 58 h 14"/>
                  <a:gd name="T12" fmla="*/ 27 w 14"/>
                  <a:gd name="T13" fmla="*/ 54 h 14"/>
                  <a:gd name="T14" fmla="*/ 8 w 14"/>
                  <a:gd name="T15" fmla="*/ 54 h 14"/>
                  <a:gd name="T16" fmla="*/ 8 w 14"/>
                  <a:gd name="T17" fmla="*/ 35 h 14"/>
                  <a:gd name="T18" fmla="*/ 8 w 14"/>
                  <a:gd name="T19" fmla="*/ 13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1" y="0"/>
                    </a:moveTo>
                    <a:cubicBezTo>
                      <a:pt x="1" y="2"/>
                      <a:pt x="2" y="3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8" y="7"/>
                      <a:pt x="8" y="8"/>
                      <a:pt x="9" y="9"/>
                    </a:cubicBezTo>
                    <a:cubicBezTo>
                      <a:pt x="11" y="11"/>
                      <a:pt x="13" y="12"/>
                      <a:pt x="14" y="13"/>
                    </a:cubicBezTo>
                    <a:cubicBezTo>
                      <a:pt x="12" y="13"/>
                      <a:pt x="10" y="12"/>
                      <a:pt x="8" y="12"/>
                    </a:cubicBezTo>
                    <a:cubicBezTo>
                      <a:pt x="6" y="12"/>
                      <a:pt x="4" y="14"/>
                      <a:pt x="2" y="12"/>
                    </a:cubicBezTo>
                    <a:cubicBezTo>
                      <a:pt x="0" y="11"/>
                      <a:pt x="2" y="10"/>
                      <a:pt x="2" y="8"/>
                    </a:cubicBezTo>
                    <a:cubicBezTo>
                      <a:pt x="2" y="6"/>
                      <a:pt x="1" y="5"/>
                      <a:pt x="2" y="3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1" name="Freeform 3933">
                <a:extLst>
                  <a:ext uri="{FF2B5EF4-FFF2-40B4-BE49-F238E27FC236}">
                    <a16:creationId xmlns:a16="http://schemas.microsoft.com/office/drawing/2014/main" id="{AD673407-AE77-47DB-8909-302D4025C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138"/>
                <a:ext cx="10" cy="20"/>
              </a:xfrm>
              <a:custGeom>
                <a:avLst/>
                <a:gdLst>
                  <a:gd name="T0" fmla="*/ 22 w 6"/>
                  <a:gd name="T1" fmla="*/ 5 h 12"/>
                  <a:gd name="T2" fmla="*/ 8 w 6"/>
                  <a:gd name="T3" fmla="*/ 28 h 12"/>
                  <a:gd name="T4" fmla="*/ 0 w 6"/>
                  <a:gd name="T5" fmla="*/ 55 h 12"/>
                  <a:gd name="T6" fmla="*/ 22 w 6"/>
                  <a:gd name="T7" fmla="*/ 55 h 12"/>
                  <a:gd name="T8" fmla="*/ 22 w 6"/>
                  <a:gd name="T9" fmla="*/ 37 h 12"/>
                  <a:gd name="T10" fmla="*/ 28 w 6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5" y="1"/>
                    </a:moveTo>
                    <a:cubicBezTo>
                      <a:pt x="4" y="3"/>
                      <a:pt x="4" y="5"/>
                      <a:pt x="2" y="6"/>
                    </a:cubicBezTo>
                    <a:cubicBezTo>
                      <a:pt x="2" y="8"/>
                      <a:pt x="1" y="10"/>
                      <a:pt x="0" y="12"/>
                    </a:cubicBezTo>
                    <a:cubicBezTo>
                      <a:pt x="1" y="11"/>
                      <a:pt x="3" y="11"/>
                      <a:pt x="5" y="12"/>
                    </a:cubicBezTo>
                    <a:cubicBezTo>
                      <a:pt x="5" y="10"/>
                      <a:pt x="4" y="9"/>
                      <a:pt x="5" y="8"/>
                    </a:cubicBezTo>
                    <a:cubicBezTo>
                      <a:pt x="5" y="5"/>
                      <a:pt x="6" y="3"/>
                      <a:pt x="6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2" name="Freeform 3934">
                <a:extLst>
                  <a:ext uri="{FF2B5EF4-FFF2-40B4-BE49-F238E27FC236}">
                    <a16:creationId xmlns:a16="http://schemas.microsoft.com/office/drawing/2014/main" id="{0FF99EFC-14E5-4A8D-8DD7-E1F28D79F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133"/>
                <a:ext cx="17" cy="7"/>
              </a:xfrm>
              <a:custGeom>
                <a:avLst/>
                <a:gdLst>
                  <a:gd name="T0" fmla="*/ 40 w 11"/>
                  <a:gd name="T1" fmla="*/ 7 h 4"/>
                  <a:gd name="T2" fmla="*/ 26 w 11"/>
                  <a:gd name="T3" fmla="*/ 21 h 4"/>
                  <a:gd name="T4" fmla="*/ 0 w 11"/>
                  <a:gd name="T5" fmla="*/ 16 h 4"/>
                  <a:gd name="T6" fmla="*/ 19 w 11"/>
                  <a:gd name="T7" fmla="*/ 0 h 4"/>
                  <a:gd name="T8" fmla="*/ 36 w 11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11" y="1"/>
                    </a:moveTo>
                    <a:cubicBezTo>
                      <a:pt x="9" y="1"/>
                      <a:pt x="8" y="3"/>
                      <a:pt x="7" y="4"/>
                    </a:cubicBezTo>
                    <a:cubicBezTo>
                      <a:pt x="5" y="3"/>
                      <a:pt x="2" y="3"/>
                      <a:pt x="0" y="3"/>
                    </a:cubicBezTo>
                    <a:cubicBezTo>
                      <a:pt x="1" y="3"/>
                      <a:pt x="3" y="1"/>
                      <a:pt x="5" y="0"/>
                    </a:cubicBezTo>
                    <a:cubicBezTo>
                      <a:pt x="7" y="0"/>
                      <a:pt x="8" y="1"/>
                      <a:pt x="10" y="1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3" name="Freeform 3935">
                <a:extLst>
                  <a:ext uri="{FF2B5EF4-FFF2-40B4-BE49-F238E27FC236}">
                    <a16:creationId xmlns:a16="http://schemas.microsoft.com/office/drawing/2014/main" id="{49F45A5A-3B17-49FE-AC83-3D9891813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3136"/>
                <a:ext cx="8" cy="5"/>
              </a:xfrm>
              <a:custGeom>
                <a:avLst/>
                <a:gdLst>
                  <a:gd name="T0" fmla="*/ 21 w 5"/>
                  <a:gd name="T1" fmla="*/ 0 h 3"/>
                  <a:gd name="T2" fmla="*/ 8 w 5"/>
                  <a:gd name="T3" fmla="*/ 13 h 3"/>
                  <a:gd name="T4" fmla="*/ 0 w 5"/>
                  <a:gd name="T5" fmla="*/ 5 h 3"/>
                  <a:gd name="T6" fmla="*/ 13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1"/>
                      <a:pt x="3" y="1"/>
                      <a:pt x="2" y="3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4" name="Freeform 3936">
                <a:extLst>
                  <a:ext uri="{FF2B5EF4-FFF2-40B4-BE49-F238E27FC236}">
                    <a16:creationId xmlns:a16="http://schemas.microsoft.com/office/drawing/2014/main" id="{2383F02E-4DE4-456F-867C-742ECB833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144"/>
                <a:ext cx="3" cy="10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13 h 6"/>
                  <a:gd name="T4" fmla="*/ 0 w 2"/>
                  <a:gd name="T5" fmla="*/ 28 h 6"/>
                  <a:gd name="T6" fmla="*/ 5 w 2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1" y="4"/>
                      <a:pt x="2" y="3"/>
                      <a:pt x="1" y="1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5" name="Freeform 3937">
                <a:extLst>
                  <a:ext uri="{FF2B5EF4-FFF2-40B4-BE49-F238E27FC236}">
                    <a16:creationId xmlns:a16="http://schemas.microsoft.com/office/drawing/2014/main" id="{A105A292-784A-40B6-9F29-1AC487EE9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3168"/>
                <a:ext cx="14" cy="4"/>
              </a:xfrm>
              <a:custGeom>
                <a:avLst/>
                <a:gdLst>
                  <a:gd name="T0" fmla="*/ 34 w 9"/>
                  <a:gd name="T1" fmla="*/ 7 h 3"/>
                  <a:gd name="T2" fmla="*/ 0 w 9"/>
                  <a:gd name="T3" fmla="*/ 5 h 3"/>
                  <a:gd name="T4" fmla="*/ 19 w 9"/>
                  <a:gd name="T5" fmla="*/ 1 h 3"/>
                  <a:gd name="T6" fmla="*/ 30 w 9"/>
                  <a:gd name="T7" fmla="*/ 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6" y="3"/>
                      <a:pt x="3" y="1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8" y="3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6" name="Freeform 3938">
                <a:extLst>
                  <a:ext uri="{FF2B5EF4-FFF2-40B4-BE49-F238E27FC236}">
                    <a16:creationId xmlns:a16="http://schemas.microsoft.com/office/drawing/2014/main" id="{FAC76144-809F-4F59-A7EA-694685B4C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3151"/>
                <a:ext cx="17" cy="15"/>
              </a:xfrm>
              <a:custGeom>
                <a:avLst/>
                <a:gdLst>
                  <a:gd name="T0" fmla="*/ 0 w 11"/>
                  <a:gd name="T1" fmla="*/ 0 h 9"/>
                  <a:gd name="T2" fmla="*/ 22 w 11"/>
                  <a:gd name="T3" fmla="*/ 20 h 9"/>
                  <a:gd name="T4" fmla="*/ 26 w 11"/>
                  <a:gd name="T5" fmla="*/ 28 h 9"/>
                  <a:gd name="T6" fmla="*/ 40 w 11"/>
                  <a:gd name="T7" fmla="*/ 42 h 9"/>
                  <a:gd name="T8" fmla="*/ 19 w 11"/>
                  <a:gd name="T9" fmla="*/ 33 h 9"/>
                  <a:gd name="T10" fmla="*/ 12 w 11"/>
                  <a:gd name="T11" fmla="*/ 28 h 9"/>
                  <a:gd name="T12" fmla="*/ 5 w 11"/>
                  <a:gd name="T13" fmla="*/ 8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3"/>
                      <a:pt x="4" y="3"/>
                      <a:pt x="6" y="4"/>
                    </a:cubicBezTo>
                    <a:cubicBezTo>
                      <a:pt x="6" y="5"/>
                      <a:pt x="7" y="6"/>
                      <a:pt x="7" y="6"/>
                    </a:cubicBezTo>
                    <a:cubicBezTo>
                      <a:pt x="8" y="8"/>
                      <a:pt x="10" y="9"/>
                      <a:pt x="11" y="9"/>
                    </a:cubicBezTo>
                    <a:cubicBezTo>
                      <a:pt x="9" y="8"/>
                      <a:pt x="7" y="8"/>
                      <a:pt x="5" y="7"/>
                    </a:cubicBezTo>
                    <a:cubicBezTo>
                      <a:pt x="4" y="7"/>
                      <a:pt x="4" y="7"/>
                      <a:pt x="3" y="6"/>
                    </a:cubicBezTo>
                    <a:cubicBezTo>
                      <a:pt x="2" y="4"/>
                      <a:pt x="2" y="4"/>
                      <a:pt x="1" y="2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7" name="Freeform 3939">
                <a:extLst>
                  <a:ext uri="{FF2B5EF4-FFF2-40B4-BE49-F238E27FC236}">
                    <a16:creationId xmlns:a16="http://schemas.microsoft.com/office/drawing/2014/main" id="{053A8094-16DF-421F-8588-4F09DD3DD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3126"/>
                <a:ext cx="9" cy="20"/>
              </a:xfrm>
              <a:custGeom>
                <a:avLst/>
                <a:gdLst>
                  <a:gd name="T0" fmla="*/ 8 w 6"/>
                  <a:gd name="T1" fmla="*/ 0 h 12"/>
                  <a:gd name="T2" fmla="*/ 21 w 6"/>
                  <a:gd name="T3" fmla="*/ 28 h 12"/>
                  <a:gd name="T4" fmla="*/ 0 w 6"/>
                  <a:gd name="T5" fmla="*/ 55 h 12"/>
                  <a:gd name="T6" fmla="*/ 8 w 6"/>
                  <a:gd name="T7" fmla="*/ 28 h 12"/>
                  <a:gd name="T8" fmla="*/ 12 w 6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5" y="0"/>
                      <a:pt x="6" y="4"/>
                      <a:pt x="6" y="6"/>
                    </a:cubicBezTo>
                    <a:cubicBezTo>
                      <a:pt x="5" y="9"/>
                      <a:pt x="3" y="12"/>
                      <a:pt x="0" y="12"/>
                    </a:cubicBezTo>
                    <a:cubicBezTo>
                      <a:pt x="2" y="11"/>
                      <a:pt x="4" y="9"/>
                      <a:pt x="2" y="6"/>
                    </a:cubicBezTo>
                    <a:cubicBezTo>
                      <a:pt x="2" y="5"/>
                      <a:pt x="1" y="3"/>
                      <a:pt x="3" y="2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8" name="Freeform 3940">
                <a:extLst>
                  <a:ext uri="{FF2B5EF4-FFF2-40B4-BE49-F238E27FC236}">
                    <a16:creationId xmlns:a16="http://schemas.microsoft.com/office/drawing/2014/main" id="{6D47A6B0-9A47-4FAA-9ACA-83372E0D2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3141"/>
                <a:ext cx="13" cy="13"/>
              </a:xfrm>
              <a:custGeom>
                <a:avLst/>
                <a:gdLst>
                  <a:gd name="T0" fmla="*/ 5 w 8"/>
                  <a:gd name="T1" fmla="*/ 34 h 8"/>
                  <a:gd name="T2" fmla="*/ 29 w 8"/>
                  <a:gd name="T3" fmla="*/ 18 h 8"/>
                  <a:gd name="T4" fmla="*/ 0 w 8"/>
                  <a:gd name="T5" fmla="*/ 8 h 8"/>
                  <a:gd name="T6" fmla="*/ 21 w 8"/>
                  <a:gd name="T7" fmla="*/ 18 h 8"/>
                  <a:gd name="T8" fmla="*/ 8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8"/>
                    </a:moveTo>
                    <a:cubicBezTo>
                      <a:pt x="3" y="8"/>
                      <a:pt x="7" y="7"/>
                      <a:pt x="7" y="4"/>
                    </a:cubicBezTo>
                    <a:cubicBezTo>
                      <a:pt x="8" y="0"/>
                      <a:pt x="2" y="1"/>
                      <a:pt x="0" y="2"/>
                    </a:cubicBezTo>
                    <a:cubicBezTo>
                      <a:pt x="1" y="2"/>
                      <a:pt x="4" y="2"/>
                      <a:pt x="5" y="4"/>
                    </a:cubicBezTo>
                    <a:cubicBezTo>
                      <a:pt x="5" y="5"/>
                      <a:pt x="3" y="6"/>
                      <a:pt x="2" y="7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9" name="Freeform 3941">
                <a:extLst>
                  <a:ext uri="{FF2B5EF4-FFF2-40B4-BE49-F238E27FC236}">
                    <a16:creationId xmlns:a16="http://schemas.microsoft.com/office/drawing/2014/main" id="{F4223594-A374-4FF9-A16D-31289FA46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128"/>
                <a:ext cx="4" cy="10"/>
              </a:xfrm>
              <a:custGeom>
                <a:avLst/>
                <a:gdLst>
                  <a:gd name="T0" fmla="*/ 16 w 2"/>
                  <a:gd name="T1" fmla="*/ 13 h 6"/>
                  <a:gd name="T2" fmla="*/ 0 w 2"/>
                  <a:gd name="T3" fmla="*/ 28 h 6"/>
                  <a:gd name="T4" fmla="*/ 16 w 2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3"/>
                    </a:moveTo>
                    <a:cubicBezTo>
                      <a:pt x="0" y="0"/>
                      <a:pt x="0" y="6"/>
                      <a:pt x="0" y="6"/>
                    </a:cubicBezTo>
                    <a:cubicBezTo>
                      <a:pt x="1" y="6"/>
                      <a:pt x="2" y="5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0" name="Freeform 3942">
                <a:extLst>
                  <a:ext uri="{FF2B5EF4-FFF2-40B4-BE49-F238E27FC236}">
                    <a16:creationId xmlns:a16="http://schemas.microsoft.com/office/drawing/2014/main" id="{F8E4F7E7-2C3C-493C-89F8-FD1F7722B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3144"/>
                <a:ext cx="3" cy="5"/>
              </a:xfrm>
              <a:custGeom>
                <a:avLst/>
                <a:gdLst>
                  <a:gd name="T0" fmla="*/ 8 w 2"/>
                  <a:gd name="T1" fmla="*/ 5 h 3"/>
                  <a:gd name="T2" fmla="*/ 0 w 2"/>
                  <a:gd name="T3" fmla="*/ 5 h 3"/>
                  <a:gd name="T4" fmla="*/ 5 w 2"/>
                  <a:gd name="T5" fmla="*/ 13 h 3"/>
                  <a:gd name="T6" fmla="*/ 8 w 2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1" name="Freeform 3943">
                <a:extLst>
                  <a:ext uri="{FF2B5EF4-FFF2-40B4-BE49-F238E27FC236}">
                    <a16:creationId xmlns:a16="http://schemas.microsoft.com/office/drawing/2014/main" id="{D2D9DD71-2F2E-44AC-9308-81B0B8E9F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3154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2" name="Freeform 3944">
                <a:extLst>
                  <a:ext uri="{FF2B5EF4-FFF2-40B4-BE49-F238E27FC236}">
                    <a16:creationId xmlns:a16="http://schemas.microsoft.com/office/drawing/2014/main" id="{A5ACA450-1C00-470D-B187-78BA1D76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3156"/>
                <a:ext cx="6" cy="1"/>
              </a:xfrm>
              <a:custGeom>
                <a:avLst/>
                <a:gdLst>
                  <a:gd name="T0" fmla="*/ 14 w 4"/>
                  <a:gd name="T1" fmla="*/ 0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3" name="Freeform 3945">
                <a:extLst>
                  <a:ext uri="{FF2B5EF4-FFF2-40B4-BE49-F238E27FC236}">
                    <a16:creationId xmlns:a16="http://schemas.microsoft.com/office/drawing/2014/main" id="{C2B003CC-117D-4655-BF4C-58FA1754F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126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4" name="Freeform 3946">
                <a:extLst>
                  <a:ext uri="{FF2B5EF4-FFF2-40B4-BE49-F238E27FC236}">
                    <a16:creationId xmlns:a16="http://schemas.microsoft.com/office/drawing/2014/main" id="{26222BA3-D37A-44C3-9D66-9FEC3334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3116"/>
                <a:ext cx="1" cy="5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5" name="Freeform 3947">
                <a:extLst>
                  <a:ext uri="{FF2B5EF4-FFF2-40B4-BE49-F238E27FC236}">
                    <a16:creationId xmlns:a16="http://schemas.microsoft.com/office/drawing/2014/main" id="{68EFCD02-FB88-47B7-A40C-243D21E8E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135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6" name="Freeform 3948">
                <a:extLst>
                  <a:ext uri="{FF2B5EF4-FFF2-40B4-BE49-F238E27FC236}">
                    <a16:creationId xmlns:a16="http://schemas.microsoft.com/office/drawing/2014/main" id="{7F267CB7-79B6-4CE5-9FD4-87F2D78A4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314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7" name="Freeform 3949">
                <a:extLst>
                  <a:ext uri="{FF2B5EF4-FFF2-40B4-BE49-F238E27FC236}">
                    <a16:creationId xmlns:a16="http://schemas.microsoft.com/office/drawing/2014/main" id="{35F145DF-F15F-410A-A71C-9E5D43D39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148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8" name="Freeform 3950">
                <a:extLst>
                  <a:ext uri="{FF2B5EF4-FFF2-40B4-BE49-F238E27FC236}">
                    <a16:creationId xmlns:a16="http://schemas.microsoft.com/office/drawing/2014/main" id="{32B4557C-8942-4756-A792-0B4A106A3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3166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9" name="Freeform 3951">
                <a:extLst>
                  <a:ext uri="{FF2B5EF4-FFF2-40B4-BE49-F238E27FC236}">
                    <a16:creationId xmlns:a16="http://schemas.microsoft.com/office/drawing/2014/main" id="{099AE38A-1D12-4BC6-8FC6-6A3B7F206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3054"/>
                <a:ext cx="48" cy="99"/>
              </a:xfrm>
              <a:custGeom>
                <a:avLst/>
                <a:gdLst>
                  <a:gd name="T0" fmla="*/ 101 w 31"/>
                  <a:gd name="T1" fmla="*/ 139 h 60"/>
                  <a:gd name="T2" fmla="*/ 22 w 31"/>
                  <a:gd name="T3" fmla="*/ 33 h 60"/>
                  <a:gd name="T4" fmla="*/ 0 w 31"/>
                  <a:gd name="T5" fmla="*/ 0 h 60"/>
                  <a:gd name="T6" fmla="*/ 0 w 31"/>
                  <a:gd name="T7" fmla="*/ 264 h 60"/>
                  <a:gd name="T8" fmla="*/ 79 w 31"/>
                  <a:gd name="T9" fmla="*/ 248 h 60"/>
                  <a:gd name="T10" fmla="*/ 101 w 31"/>
                  <a:gd name="T11" fmla="*/ 139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0">
                    <a:moveTo>
                      <a:pt x="27" y="31"/>
                    </a:moveTo>
                    <a:cubicBezTo>
                      <a:pt x="23" y="20"/>
                      <a:pt x="16" y="17"/>
                      <a:pt x="6" y="7"/>
                    </a:cubicBezTo>
                    <a:cubicBezTo>
                      <a:pt x="4" y="5"/>
                      <a:pt x="2" y="3"/>
                      <a:pt x="0" y="0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7" y="60"/>
                      <a:pt x="14" y="59"/>
                      <a:pt x="21" y="55"/>
                    </a:cubicBezTo>
                    <a:cubicBezTo>
                      <a:pt x="29" y="51"/>
                      <a:pt x="31" y="42"/>
                      <a:pt x="27" y="31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0" name="Freeform 3952">
                <a:extLst>
                  <a:ext uri="{FF2B5EF4-FFF2-40B4-BE49-F238E27FC236}">
                    <a16:creationId xmlns:a16="http://schemas.microsoft.com/office/drawing/2014/main" id="{923B9036-03EE-44C3-9A14-B8ECB3473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3085"/>
                <a:ext cx="17" cy="33"/>
              </a:xfrm>
              <a:custGeom>
                <a:avLst/>
                <a:gdLst>
                  <a:gd name="T0" fmla="*/ 0 w 11"/>
                  <a:gd name="T1" fmla="*/ 71 h 20"/>
                  <a:gd name="T2" fmla="*/ 36 w 11"/>
                  <a:gd name="T3" fmla="*/ 63 h 20"/>
                  <a:gd name="T4" fmla="*/ 5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16"/>
                    </a:moveTo>
                    <a:cubicBezTo>
                      <a:pt x="8" y="20"/>
                      <a:pt x="8" y="17"/>
                      <a:pt x="10" y="14"/>
                    </a:cubicBezTo>
                    <a:cubicBezTo>
                      <a:pt x="11" y="11"/>
                      <a:pt x="1" y="0"/>
                      <a:pt x="1" y="0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1" name="Freeform 3953">
                <a:extLst>
                  <a:ext uri="{FF2B5EF4-FFF2-40B4-BE49-F238E27FC236}">
                    <a16:creationId xmlns:a16="http://schemas.microsoft.com/office/drawing/2014/main" id="{E3299E2D-054F-43D1-A569-29D036156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3108"/>
                <a:ext cx="17" cy="8"/>
              </a:xfrm>
              <a:custGeom>
                <a:avLst/>
                <a:gdLst>
                  <a:gd name="T0" fmla="*/ 34 w 11"/>
                  <a:gd name="T1" fmla="*/ 16 h 5"/>
                  <a:gd name="T2" fmla="*/ 0 w 11"/>
                  <a:gd name="T3" fmla="*/ 13 h 5"/>
                  <a:gd name="T4" fmla="*/ 0 w 11"/>
                  <a:gd name="T5" fmla="*/ 13 h 5"/>
                  <a:gd name="T6" fmla="*/ 36 w 11"/>
                  <a:gd name="T7" fmla="*/ 16 h 5"/>
                  <a:gd name="T8" fmla="*/ 40 w 11"/>
                  <a:gd name="T9" fmla="*/ 0 h 5"/>
                  <a:gd name="T10" fmla="*/ 34 w 11"/>
                  <a:gd name="T11" fmla="*/ 16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9" y="4"/>
                    </a:moveTo>
                    <a:cubicBezTo>
                      <a:pt x="8" y="4"/>
                      <a:pt x="5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5"/>
                      <a:pt x="8" y="5"/>
                      <a:pt x="10" y="4"/>
                    </a:cubicBezTo>
                    <a:cubicBezTo>
                      <a:pt x="11" y="3"/>
                      <a:pt x="11" y="2"/>
                      <a:pt x="11" y="0"/>
                    </a:cubicBezTo>
                    <a:cubicBezTo>
                      <a:pt x="11" y="1"/>
                      <a:pt x="11" y="3"/>
                      <a:pt x="9" y="4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2" name="Freeform 3954">
                <a:extLst>
                  <a:ext uri="{FF2B5EF4-FFF2-40B4-BE49-F238E27FC236}">
                    <a16:creationId xmlns:a16="http://schemas.microsoft.com/office/drawing/2014/main" id="{D562B299-6057-4EC7-896C-EB59F95F8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477"/>
                <a:ext cx="124" cy="150"/>
              </a:xfrm>
              <a:custGeom>
                <a:avLst/>
                <a:gdLst>
                  <a:gd name="T0" fmla="*/ 115 w 80"/>
                  <a:gd name="T1" fmla="*/ 8 h 91"/>
                  <a:gd name="T2" fmla="*/ 8 w 80"/>
                  <a:gd name="T3" fmla="*/ 122 h 91"/>
                  <a:gd name="T4" fmla="*/ 87 w 80"/>
                  <a:gd name="T5" fmla="*/ 340 h 91"/>
                  <a:gd name="T6" fmla="*/ 223 w 80"/>
                  <a:gd name="T7" fmla="*/ 364 h 91"/>
                  <a:gd name="T8" fmla="*/ 115 w 80"/>
                  <a:gd name="T9" fmla="*/ 8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91">
                    <a:moveTo>
                      <a:pt x="31" y="2"/>
                    </a:moveTo>
                    <a:cubicBezTo>
                      <a:pt x="15" y="0"/>
                      <a:pt x="4" y="11"/>
                      <a:pt x="2" y="27"/>
                    </a:cubicBezTo>
                    <a:cubicBezTo>
                      <a:pt x="0" y="44"/>
                      <a:pt x="9" y="64"/>
                      <a:pt x="23" y="76"/>
                    </a:cubicBezTo>
                    <a:cubicBezTo>
                      <a:pt x="38" y="91"/>
                      <a:pt x="51" y="88"/>
                      <a:pt x="60" y="81"/>
                    </a:cubicBezTo>
                    <a:cubicBezTo>
                      <a:pt x="80" y="64"/>
                      <a:pt x="61" y="8"/>
                      <a:pt x="31" y="2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3" name="Freeform 3955">
                <a:extLst>
                  <a:ext uri="{FF2B5EF4-FFF2-40B4-BE49-F238E27FC236}">
                    <a16:creationId xmlns:a16="http://schemas.microsoft.com/office/drawing/2014/main" id="{EDFE8BC6-F6AB-4810-91CA-590C63A69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99"/>
                <a:ext cx="68" cy="97"/>
              </a:xfrm>
              <a:custGeom>
                <a:avLst/>
                <a:gdLst>
                  <a:gd name="T0" fmla="*/ 87 w 44"/>
                  <a:gd name="T1" fmla="*/ 26 h 59"/>
                  <a:gd name="T2" fmla="*/ 14 w 44"/>
                  <a:gd name="T3" fmla="*/ 102 h 59"/>
                  <a:gd name="T4" fmla="*/ 117 w 44"/>
                  <a:gd name="T5" fmla="*/ 248 h 59"/>
                  <a:gd name="T6" fmla="*/ 87 w 44"/>
                  <a:gd name="T7" fmla="*/ 26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9">
                    <a:moveTo>
                      <a:pt x="23" y="6"/>
                    </a:moveTo>
                    <a:cubicBezTo>
                      <a:pt x="12" y="0"/>
                      <a:pt x="0" y="4"/>
                      <a:pt x="4" y="23"/>
                    </a:cubicBezTo>
                    <a:cubicBezTo>
                      <a:pt x="8" y="42"/>
                      <a:pt x="21" y="59"/>
                      <a:pt x="32" y="56"/>
                    </a:cubicBezTo>
                    <a:cubicBezTo>
                      <a:pt x="44" y="52"/>
                      <a:pt x="34" y="16"/>
                      <a:pt x="23" y="6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4" name="Freeform 3956">
                <a:extLst>
                  <a:ext uri="{FF2B5EF4-FFF2-40B4-BE49-F238E27FC236}">
                    <a16:creationId xmlns:a16="http://schemas.microsoft.com/office/drawing/2014/main" id="{C7A1FA76-BE43-46B6-B333-094C001E7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502"/>
                <a:ext cx="50" cy="87"/>
              </a:xfrm>
              <a:custGeom>
                <a:avLst/>
                <a:gdLst>
                  <a:gd name="T0" fmla="*/ 22 w 32"/>
                  <a:gd name="T1" fmla="*/ 13 h 53"/>
                  <a:gd name="T2" fmla="*/ 8 w 32"/>
                  <a:gd name="T3" fmla="*/ 105 h 53"/>
                  <a:gd name="T4" fmla="*/ 81 w 32"/>
                  <a:gd name="T5" fmla="*/ 230 h 53"/>
                  <a:gd name="T6" fmla="*/ 122 w 32"/>
                  <a:gd name="T7" fmla="*/ 227 h 53"/>
                  <a:gd name="T8" fmla="*/ 122 w 32"/>
                  <a:gd name="T9" fmla="*/ 227 h 53"/>
                  <a:gd name="T10" fmla="*/ 81 w 32"/>
                  <a:gd name="T11" fmla="*/ 227 h 53"/>
                  <a:gd name="T12" fmla="*/ 8 w 32"/>
                  <a:gd name="T13" fmla="*/ 105 h 53"/>
                  <a:gd name="T14" fmla="*/ 22 w 32"/>
                  <a:gd name="T15" fmla="*/ 13 h 53"/>
                  <a:gd name="T16" fmla="*/ 66 w 32"/>
                  <a:gd name="T17" fmla="*/ 8 h 53"/>
                  <a:gd name="T18" fmla="*/ 66 w 32"/>
                  <a:gd name="T19" fmla="*/ 8 h 53"/>
                  <a:gd name="T20" fmla="*/ 22 w 32"/>
                  <a:gd name="T21" fmla="*/ 13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53">
                    <a:moveTo>
                      <a:pt x="6" y="3"/>
                    </a:moveTo>
                    <a:cubicBezTo>
                      <a:pt x="1" y="6"/>
                      <a:pt x="0" y="14"/>
                      <a:pt x="2" y="24"/>
                    </a:cubicBezTo>
                    <a:cubicBezTo>
                      <a:pt x="4" y="34"/>
                      <a:pt x="12" y="47"/>
                      <a:pt x="21" y="52"/>
                    </a:cubicBezTo>
                    <a:cubicBezTo>
                      <a:pt x="25" y="53"/>
                      <a:pt x="29" y="53"/>
                      <a:pt x="32" y="51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29" y="53"/>
                      <a:pt x="25" y="53"/>
                      <a:pt x="21" y="51"/>
                    </a:cubicBezTo>
                    <a:cubicBezTo>
                      <a:pt x="12" y="47"/>
                      <a:pt x="4" y="34"/>
                      <a:pt x="2" y="24"/>
                    </a:cubicBezTo>
                    <a:cubicBezTo>
                      <a:pt x="1" y="15"/>
                      <a:pt x="2" y="7"/>
                      <a:pt x="6" y="3"/>
                    </a:cubicBezTo>
                    <a:cubicBezTo>
                      <a:pt x="9" y="1"/>
                      <a:pt x="13" y="0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2" y="0"/>
                      <a:pt x="9" y="0"/>
                      <a:pt x="6" y="3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5" name="Freeform 3957">
                <a:extLst>
                  <a:ext uri="{FF2B5EF4-FFF2-40B4-BE49-F238E27FC236}">
                    <a16:creationId xmlns:a16="http://schemas.microsoft.com/office/drawing/2014/main" id="{D55A61F4-FE58-4911-AF61-FF647D744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840"/>
                <a:ext cx="120" cy="164"/>
              </a:xfrm>
              <a:custGeom>
                <a:avLst/>
                <a:gdLst>
                  <a:gd name="T0" fmla="*/ 277 w 78"/>
                  <a:gd name="T1" fmla="*/ 213 h 100"/>
                  <a:gd name="T2" fmla="*/ 269 w 78"/>
                  <a:gd name="T3" fmla="*/ 105 h 100"/>
                  <a:gd name="T4" fmla="*/ 58 w 78"/>
                  <a:gd name="T5" fmla="*/ 138 h 100"/>
                  <a:gd name="T6" fmla="*/ 52 w 78"/>
                  <a:gd name="T7" fmla="*/ 400 h 100"/>
                  <a:gd name="T8" fmla="*/ 171 w 78"/>
                  <a:gd name="T9" fmla="*/ 412 h 100"/>
                  <a:gd name="T10" fmla="*/ 237 w 78"/>
                  <a:gd name="T11" fmla="*/ 302 h 100"/>
                  <a:gd name="T12" fmla="*/ 277 w 78"/>
                  <a:gd name="T13" fmla="*/ 213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100">
                    <a:moveTo>
                      <a:pt x="76" y="48"/>
                    </a:moveTo>
                    <a:cubicBezTo>
                      <a:pt x="78" y="39"/>
                      <a:pt x="78" y="31"/>
                      <a:pt x="74" y="24"/>
                    </a:cubicBezTo>
                    <a:cubicBezTo>
                      <a:pt x="60" y="0"/>
                      <a:pt x="32" y="9"/>
                      <a:pt x="16" y="31"/>
                    </a:cubicBezTo>
                    <a:cubicBezTo>
                      <a:pt x="0" y="54"/>
                      <a:pt x="3" y="82"/>
                      <a:pt x="14" y="91"/>
                    </a:cubicBezTo>
                    <a:cubicBezTo>
                      <a:pt x="25" y="100"/>
                      <a:pt x="36" y="100"/>
                      <a:pt x="47" y="93"/>
                    </a:cubicBezTo>
                    <a:cubicBezTo>
                      <a:pt x="56" y="86"/>
                      <a:pt x="61" y="74"/>
                      <a:pt x="65" y="68"/>
                    </a:cubicBezTo>
                    <a:cubicBezTo>
                      <a:pt x="69" y="61"/>
                      <a:pt x="75" y="55"/>
                      <a:pt x="76" y="48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6" name="Freeform 3958">
                <a:extLst>
                  <a:ext uri="{FF2B5EF4-FFF2-40B4-BE49-F238E27FC236}">
                    <a16:creationId xmlns:a16="http://schemas.microsoft.com/office/drawing/2014/main" id="{12756C79-A21E-47D9-9C60-91DE8B57B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904"/>
                <a:ext cx="58" cy="49"/>
              </a:xfrm>
              <a:custGeom>
                <a:avLst/>
                <a:gdLst>
                  <a:gd name="T0" fmla="*/ 56 w 38"/>
                  <a:gd name="T1" fmla="*/ 0 h 30"/>
                  <a:gd name="T2" fmla="*/ 5 w 38"/>
                  <a:gd name="T3" fmla="*/ 123 h 30"/>
                  <a:gd name="T4" fmla="*/ 79 w 38"/>
                  <a:gd name="T5" fmla="*/ 91 h 30"/>
                  <a:gd name="T6" fmla="*/ 136 w 38"/>
                  <a:gd name="T7" fmla="*/ 4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0">
                    <a:moveTo>
                      <a:pt x="16" y="0"/>
                    </a:moveTo>
                    <a:cubicBezTo>
                      <a:pt x="5" y="8"/>
                      <a:pt x="0" y="26"/>
                      <a:pt x="1" y="28"/>
                    </a:cubicBezTo>
                    <a:cubicBezTo>
                      <a:pt x="2" y="30"/>
                      <a:pt x="22" y="21"/>
                      <a:pt x="22" y="21"/>
                    </a:cubicBezTo>
                    <a:cubicBezTo>
                      <a:pt x="38" y="10"/>
                      <a:pt x="38" y="10"/>
                      <a:pt x="38" y="10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7" name="Freeform 3959">
                <a:extLst>
                  <a:ext uri="{FF2B5EF4-FFF2-40B4-BE49-F238E27FC236}">
                    <a16:creationId xmlns:a16="http://schemas.microsoft.com/office/drawing/2014/main" id="{37F85407-1CB1-40AC-8855-3AF443069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889"/>
                <a:ext cx="54" cy="79"/>
              </a:xfrm>
              <a:custGeom>
                <a:avLst/>
                <a:gdLst>
                  <a:gd name="T0" fmla="*/ 110 w 35"/>
                  <a:gd name="T1" fmla="*/ 8 h 48"/>
                  <a:gd name="T2" fmla="*/ 48 w 35"/>
                  <a:gd name="T3" fmla="*/ 41 h 48"/>
                  <a:gd name="T4" fmla="*/ 5 w 35"/>
                  <a:gd name="T5" fmla="*/ 171 h 48"/>
                  <a:gd name="T6" fmla="*/ 22 w 35"/>
                  <a:gd name="T7" fmla="*/ 214 h 48"/>
                  <a:gd name="T8" fmla="*/ 22 w 35"/>
                  <a:gd name="T9" fmla="*/ 214 h 48"/>
                  <a:gd name="T10" fmla="*/ 5 w 35"/>
                  <a:gd name="T11" fmla="*/ 171 h 48"/>
                  <a:gd name="T12" fmla="*/ 52 w 35"/>
                  <a:gd name="T13" fmla="*/ 43 h 48"/>
                  <a:gd name="T14" fmla="*/ 110 w 35"/>
                  <a:gd name="T15" fmla="*/ 13 h 48"/>
                  <a:gd name="T16" fmla="*/ 128 w 35"/>
                  <a:gd name="T17" fmla="*/ 43 h 48"/>
                  <a:gd name="T18" fmla="*/ 128 w 35"/>
                  <a:gd name="T19" fmla="*/ 43 h 48"/>
                  <a:gd name="T20" fmla="*/ 110 w 35"/>
                  <a:gd name="T21" fmla="*/ 8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8">
                    <a:moveTo>
                      <a:pt x="30" y="2"/>
                    </a:moveTo>
                    <a:cubicBezTo>
                      <a:pt x="25" y="0"/>
                      <a:pt x="19" y="3"/>
                      <a:pt x="13" y="9"/>
                    </a:cubicBezTo>
                    <a:cubicBezTo>
                      <a:pt x="5" y="18"/>
                      <a:pt x="0" y="29"/>
                      <a:pt x="1" y="38"/>
                    </a:cubicBezTo>
                    <a:cubicBezTo>
                      <a:pt x="1" y="42"/>
                      <a:pt x="3" y="45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3" y="45"/>
                      <a:pt x="2" y="42"/>
                      <a:pt x="1" y="38"/>
                    </a:cubicBezTo>
                    <a:cubicBezTo>
                      <a:pt x="0" y="30"/>
                      <a:pt x="5" y="18"/>
                      <a:pt x="14" y="10"/>
                    </a:cubicBezTo>
                    <a:cubicBezTo>
                      <a:pt x="19" y="4"/>
                      <a:pt x="25" y="1"/>
                      <a:pt x="30" y="3"/>
                    </a:cubicBezTo>
                    <a:cubicBezTo>
                      <a:pt x="33" y="4"/>
                      <a:pt x="35" y="6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6"/>
                      <a:pt x="33" y="3"/>
                      <a:pt x="30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8" name="Freeform 3960">
                <a:extLst>
                  <a:ext uri="{FF2B5EF4-FFF2-40B4-BE49-F238E27FC236}">
                    <a16:creationId xmlns:a16="http://schemas.microsoft.com/office/drawing/2014/main" id="{0AB5654A-1FA1-4CD6-AE70-C080CD146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825"/>
                <a:ext cx="125" cy="150"/>
              </a:xfrm>
              <a:custGeom>
                <a:avLst/>
                <a:gdLst>
                  <a:gd name="T0" fmla="*/ 117 w 81"/>
                  <a:gd name="T1" fmla="*/ 8 h 91"/>
                  <a:gd name="T2" fmla="*/ 8 w 81"/>
                  <a:gd name="T3" fmla="*/ 125 h 91"/>
                  <a:gd name="T4" fmla="*/ 83 w 81"/>
                  <a:gd name="T5" fmla="*/ 340 h 91"/>
                  <a:gd name="T6" fmla="*/ 224 w 81"/>
                  <a:gd name="T7" fmla="*/ 364 h 91"/>
                  <a:gd name="T8" fmla="*/ 117 w 81"/>
                  <a:gd name="T9" fmla="*/ 8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1">
                    <a:moveTo>
                      <a:pt x="32" y="2"/>
                    </a:moveTo>
                    <a:cubicBezTo>
                      <a:pt x="15" y="0"/>
                      <a:pt x="5" y="11"/>
                      <a:pt x="2" y="28"/>
                    </a:cubicBezTo>
                    <a:cubicBezTo>
                      <a:pt x="0" y="44"/>
                      <a:pt x="10" y="64"/>
                      <a:pt x="23" y="76"/>
                    </a:cubicBezTo>
                    <a:cubicBezTo>
                      <a:pt x="39" y="91"/>
                      <a:pt x="51" y="88"/>
                      <a:pt x="61" y="81"/>
                    </a:cubicBezTo>
                    <a:cubicBezTo>
                      <a:pt x="81" y="65"/>
                      <a:pt x="61" y="9"/>
                      <a:pt x="32" y="2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9" name="Freeform 3961">
                <a:extLst>
                  <a:ext uri="{FF2B5EF4-FFF2-40B4-BE49-F238E27FC236}">
                    <a16:creationId xmlns:a16="http://schemas.microsoft.com/office/drawing/2014/main" id="{947CF636-EEF8-42D3-85C7-E14FF7360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858"/>
                <a:ext cx="43" cy="90"/>
              </a:xfrm>
              <a:custGeom>
                <a:avLst/>
                <a:gdLst>
                  <a:gd name="T0" fmla="*/ 28 w 28"/>
                  <a:gd name="T1" fmla="*/ 0 h 55"/>
                  <a:gd name="T2" fmla="*/ 88 w 28"/>
                  <a:gd name="T3" fmla="*/ 159 h 55"/>
                  <a:gd name="T4" fmla="*/ 0 w 28"/>
                  <a:gd name="T5" fmla="*/ 185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5">
                    <a:moveTo>
                      <a:pt x="8" y="0"/>
                    </a:moveTo>
                    <a:cubicBezTo>
                      <a:pt x="21" y="7"/>
                      <a:pt x="28" y="22"/>
                      <a:pt x="24" y="36"/>
                    </a:cubicBezTo>
                    <a:cubicBezTo>
                      <a:pt x="20" y="49"/>
                      <a:pt x="14" y="55"/>
                      <a:pt x="0" y="42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0" name="Freeform 3962">
                <a:extLst>
                  <a:ext uri="{FF2B5EF4-FFF2-40B4-BE49-F238E27FC236}">
                    <a16:creationId xmlns:a16="http://schemas.microsoft.com/office/drawing/2014/main" id="{818095AA-E431-4B03-86DA-F0FB5344A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851"/>
                <a:ext cx="51" cy="87"/>
              </a:xfrm>
              <a:custGeom>
                <a:avLst/>
                <a:gdLst>
                  <a:gd name="T0" fmla="*/ 22 w 33"/>
                  <a:gd name="T1" fmla="*/ 8 h 53"/>
                  <a:gd name="T2" fmla="*/ 8 w 33"/>
                  <a:gd name="T3" fmla="*/ 102 h 53"/>
                  <a:gd name="T4" fmla="*/ 76 w 33"/>
                  <a:gd name="T5" fmla="*/ 227 h 53"/>
                  <a:gd name="T6" fmla="*/ 122 w 33"/>
                  <a:gd name="T7" fmla="*/ 222 h 53"/>
                  <a:gd name="T8" fmla="*/ 122 w 33"/>
                  <a:gd name="T9" fmla="*/ 222 h 53"/>
                  <a:gd name="T10" fmla="*/ 82 w 33"/>
                  <a:gd name="T11" fmla="*/ 222 h 53"/>
                  <a:gd name="T12" fmla="*/ 12 w 33"/>
                  <a:gd name="T13" fmla="*/ 102 h 53"/>
                  <a:gd name="T14" fmla="*/ 26 w 33"/>
                  <a:gd name="T15" fmla="*/ 8 h 53"/>
                  <a:gd name="T16" fmla="*/ 62 w 33"/>
                  <a:gd name="T17" fmla="*/ 8 h 53"/>
                  <a:gd name="T18" fmla="*/ 62 w 33"/>
                  <a:gd name="T19" fmla="*/ 8 h 53"/>
                  <a:gd name="T20" fmla="*/ 22 w 33"/>
                  <a:gd name="T21" fmla="*/ 8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53">
                    <a:moveTo>
                      <a:pt x="6" y="2"/>
                    </a:moveTo>
                    <a:cubicBezTo>
                      <a:pt x="2" y="5"/>
                      <a:pt x="0" y="14"/>
                      <a:pt x="2" y="23"/>
                    </a:cubicBezTo>
                    <a:cubicBezTo>
                      <a:pt x="4" y="34"/>
                      <a:pt x="12" y="46"/>
                      <a:pt x="21" y="51"/>
                    </a:cubicBezTo>
                    <a:cubicBezTo>
                      <a:pt x="25" y="53"/>
                      <a:pt x="29" y="52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29" y="52"/>
                      <a:pt x="26" y="52"/>
                      <a:pt x="22" y="50"/>
                    </a:cubicBezTo>
                    <a:cubicBezTo>
                      <a:pt x="12" y="46"/>
                      <a:pt x="5" y="33"/>
                      <a:pt x="3" y="23"/>
                    </a:cubicBezTo>
                    <a:cubicBezTo>
                      <a:pt x="1" y="14"/>
                      <a:pt x="2" y="6"/>
                      <a:pt x="7" y="2"/>
                    </a:cubicBezTo>
                    <a:cubicBezTo>
                      <a:pt x="9" y="0"/>
                      <a:pt x="13" y="0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3" y="0"/>
                      <a:pt x="9" y="0"/>
                      <a:pt x="6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1" name="Freeform 3963">
                <a:extLst>
                  <a:ext uri="{FF2B5EF4-FFF2-40B4-BE49-F238E27FC236}">
                    <a16:creationId xmlns:a16="http://schemas.microsoft.com/office/drawing/2014/main" id="{14AED3F8-5F13-44EE-BE06-26C7A898A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31"/>
                <a:ext cx="100" cy="114"/>
              </a:xfrm>
              <a:custGeom>
                <a:avLst/>
                <a:gdLst>
                  <a:gd name="T0" fmla="*/ 202 w 65"/>
                  <a:gd name="T1" fmla="*/ 226 h 69"/>
                  <a:gd name="T2" fmla="*/ 229 w 65"/>
                  <a:gd name="T3" fmla="*/ 126 h 69"/>
                  <a:gd name="T4" fmla="*/ 185 w 65"/>
                  <a:gd name="T5" fmla="*/ 41 h 69"/>
                  <a:gd name="T6" fmla="*/ 26 w 65"/>
                  <a:gd name="T7" fmla="*/ 145 h 69"/>
                  <a:gd name="T8" fmla="*/ 95 w 65"/>
                  <a:gd name="T9" fmla="*/ 311 h 69"/>
                  <a:gd name="T10" fmla="*/ 202 w 65"/>
                  <a:gd name="T11" fmla="*/ 226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69">
                    <a:moveTo>
                      <a:pt x="55" y="50"/>
                    </a:moveTo>
                    <a:cubicBezTo>
                      <a:pt x="60" y="43"/>
                      <a:pt x="65" y="36"/>
                      <a:pt x="63" y="28"/>
                    </a:cubicBezTo>
                    <a:cubicBezTo>
                      <a:pt x="62" y="20"/>
                      <a:pt x="58" y="13"/>
                      <a:pt x="51" y="9"/>
                    </a:cubicBezTo>
                    <a:cubicBezTo>
                      <a:pt x="36" y="0"/>
                      <a:pt x="13" y="12"/>
                      <a:pt x="7" y="32"/>
                    </a:cubicBezTo>
                    <a:cubicBezTo>
                      <a:pt x="0" y="52"/>
                      <a:pt x="13" y="69"/>
                      <a:pt x="26" y="69"/>
                    </a:cubicBezTo>
                    <a:cubicBezTo>
                      <a:pt x="39" y="68"/>
                      <a:pt x="44" y="64"/>
                      <a:pt x="55" y="5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2" name="Freeform 3964">
                <a:extLst>
                  <a:ext uri="{FF2B5EF4-FFF2-40B4-BE49-F238E27FC236}">
                    <a16:creationId xmlns:a16="http://schemas.microsoft.com/office/drawing/2014/main" id="{BF42CB0C-162A-4948-809A-E6662CC46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764"/>
                <a:ext cx="53" cy="72"/>
              </a:xfrm>
              <a:custGeom>
                <a:avLst/>
                <a:gdLst>
                  <a:gd name="T0" fmla="*/ 114 w 34"/>
                  <a:gd name="T1" fmla="*/ 70 h 44"/>
                  <a:gd name="T2" fmla="*/ 87 w 34"/>
                  <a:gd name="T3" fmla="*/ 5 h 44"/>
                  <a:gd name="T4" fmla="*/ 12 w 34"/>
                  <a:gd name="T5" fmla="*/ 88 h 44"/>
                  <a:gd name="T6" fmla="*/ 80 w 34"/>
                  <a:gd name="T7" fmla="*/ 12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4">
                    <a:moveTo>
                      <a:pt x="30" y="16"/>
                    </a:moveTo>
                    <a:cubicBezTo>
                      <a:pt x="34" y="10"/>
                      <a:pt x="34" y="1"/>
                      <a:pt x="23" y="1"/>
                    </a:cubicBezTo>
                    <a:cubicBezTo>
                      <a:pt x="12" y="0"/>
                      <a:pt x="6" y="10"/>
                      <a:pt x="3" y="20"/>
                    </a:cubicBezTo>
                    <a:cubicBezTo>
                      <a:pt x="0" y="30"/>
                      <a:pt x="6" y="44"/>
                      <a:pt x="21" y="29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3" name="Freeform 3965">
                <a:extLst>
                  <a:ext uri="{FF2B5EF4-FFF2-40B4-BE49-F238E27FC236}">
                    <a16:creationId xmlns:a16="http://schemas.microsoft.com/office/drawing/2014/main" id="{597DD2D4-0229-445B-BC8F-E0115FED7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764"/>
                <a:ext cx="50" cy="59"/>
              </a:xfrm>
              <a:custGeom>
                <a:avLst/>
                <a:gdLst>
                  <a:gd name="T0" fmla="*/ 66 w 32"/>
                  <a:gd name="T1" fmla="*/ 151 h 36"/>
                  <a:gd name="T2" fmla="*/ 14 w 32"/>
                  <a:gd name="T3" fmla="*/ 138 h 36"/>
                  <a:gd name="T4" fmla="*/ 31 w 32"/>
                  <a:gd name="T5" fmla="*/ 41 h 36"/>
                  <a:gd name="T6" fmla="*/ 92 w 32"/>
                  <a:gd name="T7" fmla="*/ 5 h 36"/>
                  <a:gd name="T8" fmla="*/ 122 w 32"/>
                  <a:gd name="T9" fmla="*/ 34 h 36"/>
                  <a:gd name="T10" fmla="*/ 122 w 32"/>
                  <a:gd name="T11" fmla="*/ 34 h 36"/>
                  <a:gd name="T12" fmla="*/ 92 w 32"/>
                  <a:gd name="T13" fmla="*/ 5 h 36"/>
                  <a:gd name="T14" fmla="*/ 27 w 32"/>
                  <a:gd name="T15" fmla="*/ 41 h 36"/>
                  <a:gd name="T16" fmla="*/ 13 w 32"/>
                  <a:gd name="T17" fmla="*/ 138 h 36"/>
                  <a:gd name="T18" fmla="*/ 66 w 32"/>
                  <a:gd name="T19" fmla="*/ 151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36">
                    <a:moveTo>
                      <a:pt x="17" y="34"/>
                    </a:moveTo>
                    <a:cubicBezTo>
                      <a:pt x="11" y="36"/>
                      <a:pt x="6" y="35"/>
                      <a:pt x="4" y="31"/>
                    </a:cubicBezTo>
                    <a:cubicBezTo>
                      <a:pt x="1" y="26"/>
                      <a:pt x="0" y="17"/>
                      <a:pt x="8" y="9"/>
                    </a:cubicBezTo>
                    <a:cubicBezTo>
                      <a:pt x="15" y="1"/>
                      <a:pt x="20" y="0"/>
                      <a:pt x="24" y="1"/>
                    </a:cubicBezTo>
                    <a:cubicBezTo>
                      <a:pt x="28" y="2"/>
                      <a:pt x="31" y="5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5"/>
                      <a:pt x="29" y="2"/>
                      <a:pt x="24" y="1"/>
                    </a:cubicBezTo>
                    <a:cubicBezTo>
                      <a:pt x="20" y="0"/>
                      <a:pt x="14" y="1"/>
                      <a:pt x="7" y="9"/>
                    </a:cubicBezTo>
                    <a:cubicBezTo>
                      <a:pt x="0" y="17"/>
                      <a:pt x="0" y="27"/>
                      <a:pt x="3" y="31"/>
                    </a:cubicBezTo>
                    <a:cubicBezTo>
                      <a:pt x="6" y="35"/>
                      <a:pt x="11" y="36"/>
                      <a:pt x="17" y="34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4" name="Freeform 3966">
                <a:extLst>
                  <a:ext uri="{FF2B5EF4-FFF2-40B4-BE49-F238E27FC236}">
                    <a16:creationId xmlns:a16="http://schemas.microsoft.com/office/drawing/2014/main" id="{EC381F7A-ED99-4BEB-A9D6-29FD5C199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802"/>
                <a:ext cx="96" cy="115"/>
              </a:xfrm>
              <a:custGeom>
                <a:avLst/>
                <a:gdLst>
                  <a:gd name="T0" fmla="*/ 204 w 62"/>
                  <a:gd name="T1" fmla="*/ 97 h 70"/>
                  <a:gd name="T2" fmla="*/ 149 w 62"/>
                  <a:gd name="T3" fmla="*/ 20 h 70"/>
                  <a:gd name="T4" fmla="*/ 67 w 62"/>
                  <a:gd name="T5" fmla="*/ 20 h 70"/>
                  <a:gd name="T6" fmla="*/ 53 w 62"/>
                  <a:gd name="T7" fmla="*/ 240 h 70"/>
                  <a:gd name="T8" fmla="*/ 209 w 62"/>
                  <a:gd name="T9" fmla="*/ 253 h 70"/>
                  <a:gd name="T10" fmla="*/ 204 w 62"/>
                  <a:gd name="T11" fmla="*/ 97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70">
                    <a:moveTo>
                      <a:pt x="55" y="22"/>
                    </a:moveTo>
                    <a:cubicBezTo>
                      <a:pt x="51" y="14"/>
                      <a:pt x="48" y="7"/>
                      <a:pt x="40" y="4"/>
                    </a:cubicBezTo>
                    <a:cubicBezTo>
                      <a:pt x="33" y="1"/>
                      <a:pt x="25" y="0"/>
                      <a:pt x="18" y="4"/>
                    </a:cubicBezTo>
                    <a:cubicBezTo>
                      <a:pt x="3" y="13"/>
                      <a:pt x="0" y="38"/>
                      <a:pt x="14" y="54"/>
                    </a:cubicBezTo>
                    <a:cubicBezTo>
                      <a:pt x="28" y="70"/>
                      <a:pt x="49" y="68"/>
                      <a:pt x="56" y="57"/>
                    </a:cubicBezTo>
                    <a:cubicBezTo>
                      <a:pt x="62" y="46"/>
                      <a:pt x="61" y="39"/>
                      <a:pt x="55" y="22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5" name="Freeform 3967">
                <a:extLst>
                  <a:ext uri="{FF2B5EF4-FFF2-40B4-BE49-F238E27FC236}">
                    <a16:creationId xmlns:a16="http://schemas.microsoft.com/office/drawing/2014/main" id="{5419BD59-6F5C-4ECC-BEC8-424BF6F37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825"/>
                <a:ext cx="47" cy="62"/>
              </a:xfrm>
              <a:custGeom>
                <a:avLst/>
                <a:gdLst>
                  <a:gd name="T0" fmla="*/ 116 w 30"/>
                  <a:gd name="T1" fmla="*/ 122 h 38"/>
                  <a:gd name="T2" fmla="*/ 77 w 30"/>
                  <a:gd name="T3" fmla="*/ 160 h 38"/>
                  <a:gd name="T4" fmla="*/ 14 w 30"/>
                  <a:gd name="T5" fmla="*/ 96 h 38"/>
                  <a:gd name="T6" fmla="*/ 20 w 30"/>
                  <a:gd name="T7" fmla="*/ 18 h 38"/>
                  <a:gd name="T8" fmla="*/ 61 w 30"/>
                  <a:gd name="T9" fmla="*/ 5 h 38"/>
                  <a:gd name="T10" fmla="*/ 61 w 30"/>
                  <a:gd name="T11" fmla="*/ 5 h 38"/>
                  <a:gd name="T12" fmla="*/ 20 w 30"/>
                  <a:gd name="T13" fmla="*/ 18 h 38"/>
                  <a:gd name="T14" fmla="*/ 13 w 30"/>
                  <a:gd name="T15" fmla="*/ 96 h 38"/>
                  <a:gd name="T16" fmla="*/ 77 w 30"/>
                  <a:gd name="T17" fmla="*/ 165 h 38"/>
                  <a:gd name="T18" fmla="*/ 116 w 30"/>
                  <a:gd name="T19" fmla="*/ 122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38">
                    <a:moveTo>
                      <a:pt x="30" y="28"/>
                    </a:moveTo>
                    <a:cubicBezTo>
                      <a:pt x="29" y="33"/>
                      <a:pt x="25" y="37"/>
                      <a:pt x="20" y="37"/>
                    </a:cubicBezTo>
                    <a:cubicBezTo>
                      <a:pt x="15" y="38"/>
                      <a:pt x="7" y="33"/>
                      <a:pt x="4" y="22"/>
                    </a:cubicBezTo>
                    <a:cubicBezTo>
                      <a:pt x="1" y="12"/>
                      <a:pt x="3" y="7"/>
                      <a:pt x="5" y="4"/>
                    </a:cubicBezTo>
                    <a:cubicBezTo>
                      <a:pt x="8" y="1"/>
                      <a:pt x="13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0"/>
                      <a:pt x="8" y="1"/>
                      <a:pt x="5" y="4"/>
                    </a:cubicBezTo>
                    <a:cubicBezTo>
                      <a:pt x="2" y="7"/>
                      <a:pt x="0" y="12"/>
                      <a:pt x="3" y="22"/>
                    </a:cubicBezTo>
                    <a:cubicBezTo>
                      <a:pt x="7" y="33"/>
                      <a:pt x="14" y="38"/>
                      <a:pt x="20" y="38"/>
                    </a:cubicBezTo>
                    <a:cubicBezTo>
                      <a:pt x="25" y="37"/>
                      <a:pt x="29" y="34"/>
                      <a:pt x="30" y="28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6" name="Freeform 3968">
                <a:extLst>
                  <a:ext uri="{FF2B5EF4-FFF2-40B4-BE49-F238E27FC236}">
                    <a16:creationId xmlns:a16="http://schemas.microsoft.com/office/drawing/2014/main" id="{4E5B928D-5427-4862-8EDB-BF748CC93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798"/>
                <a:ext cx="104" cy="111"/>
              </a:xfrm>
              <a:custGeom>
                <a:avLst/>
                <a:gdLst>
                  <a:gd name="T0" fmla="*/ 196 w 67"/>
                  <a:gd name="T1" fmla="*/ 55 h 67"/>
                  <a:gd name="T2" fmla="*/ 121 w 67"/>
                  <a:gd name="T3" fmla="*/ 0 h 67"/>
                  <a:gd name="T4" fmla="*/ 45 w 67"/>
                  <a:gd name="T5" fmla="*/ 36 h 67"/>
                  <a:gd name="T6" fmla="*/ 95 w 67"/>
                  <a:gd name="T7" fmla="*/ 255 h 67"/>
                  <a:gd name="T8" fmla="*/ 244 w 67"/>
                  <a:gd name="T9" fmla="*/ 200 h 67"/>
                  <a:gd name="T10" fmla="*/ 196 w 67"/>
                  <a:gd name="T11" fmla="*/ 55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67">
                    <a:moveTo>
                      <a:pt x="52" y="12"/>
                    </a:moveTo>
                    <a:cubicBezTo>
                      <a:pt x="46" y="6"/>
                      <a:pt x="41" y="0"/>
                      <a:pt x="32" y="0"/>
                    </a:cubicBezTo>
                    <a:cubicBezTo>
                      <a:pt x="25" y="0"/>
                      <a:pt x="17" y="2"/>
                      <a:pt x="12" y="8"/>
                    </a:cubicBezTo>
                    <a:cubicBezTo>
                      <a:pt x="0" y="21"/>
                      <a:pt x="6" y="45"/>
                      <a:pt x="25" y="56"/>
                    </a:cubicBezTo>
                    <a:cubicBezTo>
                      <a:pt x="43" y="67"/>
                      <a:pt x="62" y="57"/>
                      <a:pt x="65" y="44"/>
                    </a:cubicBezTo>
                    <a:cubicBezTo>
                      <a:pt x="67" y="32"/>
                      <a:pt x="64" y="27"/>
                      <a:pt x="52" y="12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7" name="Freeform 3969">
                <a:extLst>
                  <a:ext uri="{FF2B5EF4-FFF2-40B4-BE49-F238E27FC236}">
                    <a16:creationId xmlns:a16="http://schemas.microsoft.com/office/drawing/2014/main" id="{CEF30966-C8C4-4C1B-9F60-F1EC3890B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820"/>
                <a:ext cx="48" cy="66"/>
              </a:xfrm>
              <a:custGeom>
                <a:avLst/>
                <a:gdLst>
                  <a:gd name="T0" fmla="*/ 115 w 31"/>
                  <a:gd name="T1" fmla="*/ 54 h 40"/>
                  <a:gd name="T2" fmla="*/ 36 w 31"/>
                  <a:gd name="T3" fmla="*/ 28 h 40"/>
                  <a:gd name="T4" fmla="*/ 115 w 31"/>
                  <a:gd name="T5" fmla="*/ 147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0">
                    <a:moveTo>
                      <a:pt x="31" y="12"/>
                    </a:moveTo>
                    <a:cubicBezTo>
                      <a:pt x="21" y="0"/>
                      <a:pt x="15" y="2"/>
                      <a:pt x="10" y="6"/>
                    </a:cubicBezTo>
                    <a:cubicBezTo>
                      <a:pt x="0" y="13"/>
                      <a:pt x="12" y="40"/>
                      <a:pt x="31" y="33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8" name="Freeform 3970">
                <a:extLst>
                  <a:ext uri="{FF2B5EF4-FFF2-40B4-BE49-F238E27FC236}">
                    <a16:creationId xmlns:a16="http://schemas.microsoft.com/office/drawing/2014/main" id="{BC085A10-F97D-4D17-B7AC-2AA495DCF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818"/>
                <a:ext cx="52" cy="60"/>
              </a:xfrm>
              <a:custGeom>
                <a:avLst/>
                <a:gdLst>
                  <a:gd name="T0" fmla="*/ 116 w 34"/>
                  <a:gd name="T1" fmla="*/ 97 h 36"/>
                  <a:gd name="T2" fmla="*/ 96 w 34"/>
                  <a:gd name="T3" fmla="*/ 153 h 36"/>
                  <a:gd name="T4" fmla="*/ 26 w 34"/>
                  <a:gd name="T5" fmla="*/ 117 h 36"/>
                  <a:gd name="T6" fmla="*/ 8 w 34"/>
                  <a:gd name="T7" fmla="*/ 33 h 36"/>
                  <a:gd name="T8" fmla="*/ 40 w 34"/>
                  <a:gd name="T9" fmla="*/ 0 h 36"/>
                  <a:gd name="T10" fmla="*/ 40 w 34"/>
                  <a:gd name="T11" fmla="*/ 0 h 36"/>
                  <a:gd name="T12" fmla="*/ 8 w 34"/>
                  <a:gd name="T13" fmla="*/ 33 h 36"/>
                  <a:gd name="T14" fmla="*/ 21 w 34"/>
                  <a:gd name="T15" fmla="*/ 117 h 36"/>
                  <a:gd name="T16" fmla="*/ 101 w 34"/>
                  <a:gd name="T17" fmla="*/ 158 h 36"/>
                  <a:gd name="T18" fmla="*/ 116 w 34"/>
                  <a:gd name="T19" fmla="*/ 97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36">
                    <a:moveTo>
                      <a:pt x="33" y="21"/>
                    </a:moveTo>
                    <a:cubicBezTo>
                      <a:pt x="34" y="27"/>
                      <a:pt x="32" y="31"/>
                      <a:pt x="27" y="33"/>
                    </a:cubicBezTo>
                    <a:cubicBezTo>
                      <a:pt x="22" y="35"/>
                      <a:pt x="14" y="34"/>
                      <a:pt x="7" y="25"/>
                    </a:cubicBezTo>
                    <a:cubicBezTo>
                      <a:pt x="1" y="16"/>
                      <a:pt x="1" y="11"/>
                      <a:pt x="2" y="7"/>
                    </a:cubicBezTo>
                    <a:cubicBezTo>
                      <a:pt x="4" y="3"/>
                      <a:pt x="8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1"/>
                      <a:pt x="4" y="3"/>
                      <a:pt x="2" y="7"/>
                    </a:cubicBezTo>
                    <a:cubicBezTo>
                      <a:pt x="0" y="11"/>
                      <a:pt x="0" y="17"/>
                      <a:pt x="6" y="25"/>
                    </a:cubicBezTo>
                    <a:cubicBezTo>
                      <a:pt x="13" y="34"/>
                      <a:pt x="22" y="36"/>
                      <a:pt x="28" y="34"/>
                    </a:cubicBezTo>
                    <a:cubicBezTo>
                      <a:pt x="32" y="32"/>
                      <a:pt x="34" y="27"/>
                      <a:pt x="33" y="2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9" name="Freeform 3971">
                <a:extLst>
                  <a:ext uri="{FF2B5EF4-FFF2-40B4-BE49-F238E27FC236}">
                    <a16:creationId xmlns:a16="http://schemas.microsoft.com/office/drawing/2014/main" id="{A9C0611E-A1C1-42E8-AA4F-50A57FE56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757"/>
                <a:ext cx="111" cy="137"/>
              </a:xfrm>
              <a:custGeom>
                <a:avLst/>
                <a:gdLst>
                  <a:gd name="T0" fmla="*/ 188 w 72"/>
                  <a:gd name="T1" fmla="*/ 46 h 83"/>
                  <a:gd name="T2" fmla="*/ 117 w 72"/>
                  <a:gd name="T3" fmla="*/ 5 h 83"/>
                  <a:gd name="T4" fmla="*/ 35 w 72"/>
                  <a:gd name="T5" fmla="*/ 221 h 83"/>
                  <a:gd name="T6" fmla="*/ 202 w 72"/>
                  <a:gd name="T7" fmla="*/ 355 h 83"/>
                  <a:gd name="T8" fmla="*/ 259 w 72"/>
                  <a:gd name="T9" fmla="*/ 243 h 83"/>
                  <a:gd name="T10" fmla="*/ 224 w 72"/>
                  <a:gd name="T11" fmla="*/ 130 h 83"/>
                  <a:gd name="T12" fmla="*/ 188 w 72"/>
                  <a:gd name="T13" fmla="*/ 46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83">
                    <a:moveTo>
                      <a:pt x="51" y="10"/>
                    </a:moveTo>
                    <a:cubicBezTo>
                      <a:pt x="45" y="5"/>
                      <a:pt x="39" y="1"/>
                      <a:pt x="32" y="1"/>
                    </a:cubicBezTo>
                    <a:cubicBezTo>
                      <a:pt x="7" y="0"/>
                      <a:pt x="0" y="26"/>
                      <a:pt x="10" y="49"/>
                    </a:cubicBezTo>
                    <a:cubicBezTo>
                      <a:pt x="20" y="72"/>
                      <a:pt x="43" y="83"/>
                      <a:pt x="55" y="79"/>
                    </a:cubicBezTo>
                    <a:cubicBezTo>
                      <a:pt x="67" y="75"/>
                      <a:pt x="72" y="66"/>
                      <a:pt x="71" y="54"/>
                    </a:cubicBezTo>
                    <a:cubicBezTo>
                      <a:pt x="71" y="44"/>
                      <a:pt x="64" y="34"/>
                      <a:pt x="61" y="29"/>
                    </a:cubicBezTo>
                    <a:cubicBezTo>
                      <a:pt x="58" y="22"/>
                      <a:pt x="56" y="14"/>
                      <a:pt x="51" y="1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0" name="Freeform 3972">
                <a:extLst>
                  <a:ext uri="{FF2B5EF4-FFF2-40B4-BE49-F238E27FC236}">
                    <a16:creationId xmlns:a16="http://schemas.microsoft.com/office/drawing/2014/main" id="{BBB37C49-30EC-414F-956A-290638C62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790"/>
                <a:ext cx="44" cy="71"/>
              </a:xfrm>
              <a:custGeom>
                <a:avLst/>
                <a:gdLst>
                  <a:gd name="T0" fmla="*/ 14 w 28"/>
                  <a:gd name="T1" fmla="*/ 5 h 43"/>
                  <a:gd name="T2" fmla="*/ 8 w 28"/>
                  <a:gd name="T3" fmla="*/ 83 h 43"/>
                  <a:gd name="T4" fmla="*/ 69 w 28"/>
                  <a:gd name="T5" fmla="*/ 185 h 43"/>
                  <a:gd name="T6" fmla="*/ 108 w 28"/>
                  <a:gd name="T7" fmla="*/ 185 h 43"/>
                  <a:gd name="T8" fmla="*/ 108 w 28"/>
                  <a:gd name="T9" fmla="*/ 185 h 43"/>
                  <a:gd name="T10" fmla="*/ 69 w 28"/>
                  <a:gd name="T11" fmla="*/ 185 h 43"/>
                  <a:gd name="T12" fmla="*/ 8 w 28"/>
                  <a:gd name="T13" fmla="*/ 83 h 43"/>
                  <a:gd name="T14" fmla="*/ 20 w 28"/>
                  <a:gd name="T15" fmla="*/ 8 h 43"/>
                  <a:gd name="T16" fmla="*/ 49 w 28"/>
                  <a:gd name="T17" fmla="*/ 5 h 43"/>
                  <a:gd name="T18" fmla="*/ 49 w 28"/>
                  <a:gd name="T19" fmla="*/ 5 h 43"/>
                  <a:gd name="T20" fmla="*/ 14 w 28"/>
                  <a:gd name="T21" fmla="*/ 5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43">
                    <a:moveTo>
                      <a:pt x="4" y="1"/>
                    </a:moveTo>
                    <a:cubicBezTo>
                      <a:pt x="1" y="4"/>
                      <a:pt x="0" y="10"/>
                      <a:pt x="2" y="18"/>
                    </a:cubicBezTo>
                    <a:cubicBezTo>
                      <a:pt x="5" y="28"/>
                      <a:pt x="11" y="38"/>
                      <a:pt x="18" y="41"/>
                    </a:cubicBezTo>
                    <a:cubicBezTo>
                      <a:pt x="21" y="43"/>
                      <a:pt x="25" y="43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5" y="43"/>
                      <a:pt x="21" y="42"/>
                      <a:pt x="18" y="41"/>
                    </a:cubicBezTo>
                    <a:cubicBezTo>
                      <a:pt x="11" y="37"/>
                      <a:pt x="5" y="28"/>
                      <a:pt x="2" y="18"/>
                    </a:cubicBezTo>
                    <a:cubicBezTo>
                      <a:pt x="0" y="11"/>
                      <a:pt x="1" y="5"/>
                      <a:pt x="5" y="2"/>
                    </a:cubicBezTo>
                    <a:cubicBezTo>
                      <a:pt x="7" y="0"/>
                      <a:pt x="10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0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1" name="Freeform 3973">
                <a:extLst>
                  <a:ext uri="{FF2B5EF4-FFF2-40B4-BE49-F238E27FC236}">
                    <a16:creationId xmlns:a16="http://schemas.microsoft.com/office/drawing/2014/main" id="{47817A46-4402-4FB6-B7BC-F576383ED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451"/>
                <a:ext cx="64" cy="110"/>
              </a:xfrm>
              <a:custGeom>
                <a:avLst/>
                <a:gdLst>
                  <a:gd name="T0" fmla="*/ 34 w 41"/>
                  <a:gd name="T1" fmla="*/ 5 h 67"/>
                  <a:gd name="T2" fmla="*/ 0 w 41"/>
                  <a:gd name="T3" fmla="*/ 5 h 67"/>
                  <a:gd name="T4" fmla="*/ 0 w 41"/>
                  <a:gd name="T5" fmla="*/ 256 h 67"/>
                  <a:gd name="T6" fmla="*/ 148 w 41"/>
                  <a:gd name="T7" fmla="*/ 213 h 67"/>
                  <a:gd name="T8" fmla="*/ 108 w 41"/>
                  <a:gd name="T9" fmla="*/ 67 h 67"/>
                  <a:gd name="T10" fmla="*/ 34 w 41"/>
                  <a:gd name="T11" fmla="*/ 5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67">
                    <a:moveTo>
                      <a:pt x="9" y="1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17" y="67"/>
                      <a:pt x="35" y="60"/>
                      <a:pt x="39" y="48"/>
                    </a:cubicBezTo>
                    <a:cubicBezTo>
                      <a:pt x="41" y="36"/>
                      <a:pt x="39" y="30"/>
                      <a:pt x="28" y="15"/>
                    </a:cubicBezTo>
                    <a:cubicBezTo>
                      <a:pt x="23" y="8"/>
                      <a:pt x="18" y="2"/>
                      <a:pt x="9" y="1"/>
                    </a:cubicBezTo>
                    <a:close/>
                  </a:path>
                </a:pathLst>
              </a:custGeom>
              <a:solidFill>
                <a:srgbClr val="D24538"/>
              </a:solidFill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2" name="Freeform 3974">
                <a:extLst>
                  <a:ext uri="{FF2B5EF4-FFF2-40B4-BE49-F238E27FC236}">
                    <a16:creationId xmlns:a16="http://schemas.microsoft.com/office/drawing/2014/main" id="{E580C39D-30E5-42A6-8EE3-21FD75900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652"/>
                <a:ext cx="83" cy="165"/>
              </a:xfrm>
              <a:custGeom>
                <a:avLst/>
                <a:gdLst>
                  <a:gd name="T0" fmla="*/ 120 w 54"/>
                  <a:gd name="T1" fmla="*/ 50 h 100"/>
                  <a:gd name="T2" fmla="*/ 22 w 54"/>
                  <a:gd name="T3" fmla="*/ 83 h 100"/>
                  <a:gd name="T4" fmla="*/ 35 w 54"/>
                  <a:gd name="T5" fmla="*/ 332 h 100"/>
                  <a:gd name="T6" fmla="*/ 131 w 54"/>
                  <a:gd name="T7" fmla="*/ 444 h 100"/>
                  <a:gd name="T8" fmla="*/ 120 w 54"/>
                  <a:gd name="T9" fmla="*/ 5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00">
                    <a:moveTo>
                      <a:pt x="33" y="11"/>
                    </a:moveTo>
                    <a:cubicBezTo>
                      <a:pt x="21" y="0"/>
                      <a:pt x="11" y="5"/>
                      <a:pt x="6" y="18"/>
                    </a:cubicBezTo>
                    <a:cubicBezTo>
                      <a:pt x="0" y="32"/>
                      <a:pt x="3" y="56"/>
                      <a:pt x="10" y="74"/>
                    </a:cubicBezTo>
                    <a:cubicBezTo>
                      <a:pt x="18" y="96"/>
                      <a:pt x="27" y="100"/>
                      <a:pt x="36" y="99"/>
                    </a:cubicBezTo>
                    <a:cubicBezTo>
                      <a:pt x="54" y="95"/>
                      <a:pt x="53" y="33"/>
                      <a:pt x="33" y="11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3" name="Freeform 3975">
                <a:extLst>
                  <a:ext uri="{FF2B5EF4-FFF2-40B4-BE49-F238E27FC236}">
                    <a16:creationId xmlns:a16="http://schemas.microsoft.com/office/drawing/2014/main" id="{3BD7A71D-943D-4CEF-BFAA-86CFCE61D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672"/>
                <a:ext cx="39" cy="61"/>
              </a:xfrm>
              <a:custGeom>
                <a:avLst/>
                <a:gdLst>
                  <a:gd name="T0" fmla="*/ 0 w 25"/>
                  <a:gd name="T1" fmla="*/ 147 h 37"/>
                  <a:gd name="T2" fmla="*/ 61 w 25"/>
                  <a:gd name="T3" fmla="*/ 81 h 37"/>
                  <a:gd name="T4" fmla="*/ 73 w 25"/>
                  <a:gd name="T5" fmla="*/ 1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7">
                    <a:moveTo>
                      <a:pt x="0" y="33"/>
                    </a:moveTo>
                    <a:cubicBezTo>
                      <a:pt x="0" y="15"/>
                      <a:pt x="7" y="0"/>
                      <a:pt x="16" y="18"/>
                    </a:cubicBezTo>
                    <a:cubicBezTo>
                      <a:pt x="25" y="37"/>
                      <a:pt x="19" y="32"/>
                      <a:pt x="19" y="32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4" name="Freeform 3976">
                <a:extLst>
                  <a:ext uri="{FF2B5EF4-FFF2-40B4-BE49-F238E27FC236}">
                    <a16:creationId xmlns:a16="http://schemas.microsoft.com/office/drawing/2014/main" id="{5AF994A5-A15D-4A05-A72D-439CAB5C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686"/>
                <a:ext cx="26" cy="98"/>
              </a:xfrm>
              <a:custGeom>
                <a:avLst/>
                <a:gdLst>
                  <a:gd name="T0" fmla="*/ 32 w 17"/>
                  <a:gd name="T1" fmla="*/ 0 h 59"/>
                  <a:gd name="T2" fmla="*/ 5 w 17"/>
                  <a:gd name="T3" fmla="*/ 83 h 59"/>
                  <a:gd name="T4" fmla="*/ 32 w 17"/>
                  <a:gd name="T5" fmla="*/ 243 h 59"/>
                  <a:gd name="T6" fmla="*/ 61 w 17"/>
                  <a:gd name="T7" fmla="*/ 271 h 59"/>
                  <a:gd name="T8" fmla="*/ 61 w 17"/>
                  <a:gd name="T9" fmla="*/ 271 h 59"/>
                  <a:gd name="T10" fmla="*/ 32 w 17"/>
                  <a:gd name="T11" fmla="*/ 243 h 59"/>
                  <a:gd name="T12" fmla="*/ 8 w 17"/>
                  <a:gd name="T13" fmla="*/ 83 h 59"/>
                  <a:gd name="T14" fmla="*/ 32 w 17"/>
                  <a:gd name="T15" fmla="*/ 5 h 59"/>
                  <a:gd name="T16" fmla="*/ 61 w 17"/>
                  <a:gd name="T17" fmla="*/ 28 h 59"/>
                  <a:gd name="T18" fmla="*/ 61 w 17"/>
                  <a:gd name="T19" fmla="*/ 28 h 59"/>
                  <a:gd name="T20" fmla="*/ 32 w 17"/>
                  <a:gd name="T21" fmla="*/ 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9">
                    <a:moveTo>
                      <a:pt x="9" y="0"/>
                    </a:moveTo>
                    <a:cubicBezTo>
                      <a:pt x="5" y="1"/>
                      <a:pt x="2" y="8"/>
                      <a:pt x="1" y="18"/>
                    </a:cubicBezTo>
                    <a:cubicBezTo>
                      <a:pt x="0" y="28"/>
                      <a:pt x="3" y="44"/>
                      <a:pt x="9" y="53"/>
                    </a:cubicBezTo>
                    <a:cubicBezTo>
                      <a:pt x="11" y="57"/>
                      <a:pt x="14" y="59"/>
                      <a:pt x="17" y="59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4" y="59"/>
                      <a:pt x="11" y="57"/>
                      <a:pt x="9" y="53"/>
                    </a:cubicBezTo>
                    <a:cubicBezTo>
                      <a:pt x="3" y="44"/>
                      <a:pt x="1" y="28"/>
                      <a:pt x="2" y="18"/>
                    </a:cubicBezTo>
                    <a:cubicBezTo>
                      <a:pt x="2" y="8"/>
                      <a:pt x="5" y="2"/>
                      <a:pt x="9" y="1"/>
                    </a:cubicBezTo>
                    <a:cubicBezTo>
                      <a:pt x="12" y="0"/>
                      <a:pt x="14" y="2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2"/>
                      <a:pt x="12" y="0"/>
                      <a:pt x="9" y="0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5" name="Freeform 3977">
                <a:extLst>
                  <a:ext uri="{FF2B5EF4-FFF2-40B4-BE49-F238E27FC236}">
                    <a16:creationId xmlns:a16="http://schemas.microsoft.com/office/drawing/2014/main" id="{7953953F-4603-438F-BA66-7DE2987F6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729"/>
                <a:ext cx="136" cy="152"/>
              </a:xfrm>
              <a:custGeom>
                <a:avLst/>
                <a:gdLst>
                  <a:gd name="T0" fmla="*/ 170 w 88"/>
                  <a:gd name="T1" fmla="*/ 35 h 92"/>
                  <a:gd name="T2" fmla="*/ 48 w 88"/>
                  <a:gd name="T3" fmla="*/ 46 h 92"/>
                  <a:gd name="T4" fmla="*/ 96 w 88"/>
                  <a:gd name="T5" fmla="*/ 289 h 92"/>
                  <a:gd name="T6" fmla="*/ 284 w 88"/>
                  <a:gd name="T7" fmla="*/ 380 h 92"/>
                  <a:gd name="T8" fmla="*/ 312 w 88"/>
                  <a:gd name="T9" fmla="*/ 271 h 92"/>
                  <a:gd name="T10" fmla="*/ 244 w 88"/>
                  <a:gd name="T11" fmla="*/ 154 h 92"/>
                  <a:gd name="T12" fmla="*/ 170 w 88"/>
                  <a:gd name="T13" fmla="*/ 35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92">
                    <a:moveTo>
                      <a:pt x="46" y="8"/>
                    </a:moveTo>
                    <a:cubicBezTo>
                      <a:pt x="35" y="0"/>
                      <a:pt x="23" y="0"/>
                      <a:pt x="13" y="10"/>
                    </a:cubicBezTo>
                    <a:cubicBezTo>
                      <a:pt x="0" y="23"/>
                      <a:pt x="6" y="44"/>
                      <a:pt x="26" y="64"/>
                    </a:cubicBezTo>
                    <a:cubicBezTo>
                      <a:pt x="46" y="84"/>
                      <a:pt x="59" y="92"/>
                      <a:pt x="77" y="84"/>
                    </a:cubicBezTo>
                    <a:cubicBezTo>
                      <a:pt x="85" y="80"/>
                      <a:pt x="88" y="71"/>
                      <a:pt x="85" y="60"/>
                    </a:cubicBezTo>
                    <a:cubicBezTo>
                      <a:pt x="82" y="49"/>
                      <a:pt x="75" y="45"/>
                      <a:pt x="66" y="34"/>
                    </a:cubicBezTo>
                    <a:cubicBezTo>
                      <a:pt x="61" y="28"/>
                      <a:pt x="56" y="14"/>
                      <a:pt x="46" y="8"/>
                    </a:cubicBezTo>
                    <a:close/>
                  </a:path>
                </a:pathLst>
              </a:custGeom>
              <a:solidFill>
                <a:srgbClr val="D24538"/>
              </a:solidFill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6" name="Freeform 3978">
                <a:extLst>
                  <a:ext uri="{FF2B5EF4-FFF2-40B4-BE49-F238E27FC236}">
                    <a16:creationId xmlns:a16="http://schemas.microsoft.com/office/drawing/2014/main" id="{BED91067-C8F7-4CAD-8E67-86069E26A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757"/>
                <a:ext cx="70" cy="83"/>
              </a:xfrm>
              <a:custGeom>
                <a:avLst/>
                <a:gdLst>
                  <a:gd name="T0" fmla="*/ 170 w 45"/>
                  <a:gd name="T1" fmla="*/ 201 h 50"/>
                  <a:gd name="T2" fmla="*/ 162 w 45"/>
                  <a:gd name="T3" fmla="*/ 214 h 50"/>
                  <a:gd name="T4" fmla="*/ 48 w 45"/>
                  <a:gd name="T5" fmla="*/ 126 h 50"/>
                  <a:gd name="T6" fmla="*/ 14 w 45"/>
                  <a:gd name="T7" fmla="*/ 20 h 50"/>
                  <a:gd name="T8" fmla="*/ 56 w 45"/>
                  <a:gd name="T9" fmla="*/ 8 h 50"/>
                  <a:gd name="T10" fmla="*/ 56 w 45"/>
                  <a:gd name="T11" fmla="*/ 8 h 50"/>
                  <a:gd name="T12" fmla="*/ 12 w 45"/>
                  <a:gd name="T13" fmla="*/ 13 h 50"/>
                  <a:gd name="T14" fmla="*/ 48 w 45"/>
                  <a:gd name="T15" fmla="*/ 133 h 50"/>
                  <a:gd name="T16" fmla="*/ 162 w 45"/>
                  <a:gd name="T17" fmla="*/ 221 h 50"/>
                  <a:gd name="T18" fmla="*/ 170 w 45"/>
                  <a:gd name="T19" fmla="*/ 201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50">
                    <a:moveTo>
                      <a:pt x="45" y="44"/>
                    </a:moveTo>
                    <a:cubicBezTo>
                      <a:pt x="45" y="45"/>
                      <a:pt x="44" y="46"/>
                      <a:pt x="43" y="47"/>
                    </a:cubicBezTo>
                    <a:cubicBezTo>
                      <a:pt x="39" y="49"/>
                      <a:pt x="28" y="45"/>
                      <a:pt x="13" y="28"/>
                    </a:cubicBezTo>
                    <a:cubicBezTo>
                      <a:pt x="2" y="16"/>
                      <a:pt x="1" y="7"/>
                      <a:pt x="4" y="4"/>
                    </a:cubicBezTo>
                    <a:cubicBezTo>
                      <a:pt x="6" y="1"/>
                      <a:pt x="11" y="0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0" y="0"/>
                      <a:pt x="6" y="0"/>
                      <a:pt x="3" y="3"/>
                    </a:cubicBezTo>
                    <a:cubicBezTo>
                      <a:pt x="0" y="7"/>
                      <a:pt x="1" y="16"/>
                      <a:pt x="13" y="29"/>
                    </a:cubicBezTo>
                    <a:cubicBezTo>
                      <a:pt x="27" y="45"/>
                      <a:pt x="38" y="50"/>
                      <a:pt x="43" y="48"/>
                    </a:cubicBezTo>
                    <a:cubicBezTo>
                      <a:pt x="44" y="47"/>
                      <a:pt x="45" y="46"/>
                      <a:pt x="45" y="44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7" name="Freeform 3979">
                <a:extLst>
                  <a:ext uri="{FF2B5EF4-FFF2-40B4-BE49-F238E27FC236}">
                    <a16:creationId xmlns:a16="http://schemas.microsoft.com/office/drawing/2014/main" id="{065F173E-887B-47C2-844D-DA97622F6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99"/>
                <a:ext cx="94" cy="138"/>
              </a:xfrm>
              <a:custGeom>
                <a:avLst/>
                <a:gdLst>
                  <a:gd name="T0" fmla="*/ 219 w 61"/>
                  <a:gd name="T1" fmla="*/ 256 h 84"/>
                  <a:gd name="T2" fmla="*/ 190 w 61"/>
                  <a:gd name="T3" fmla="*/ 143 h 84"/>
                  <a:gd name="T4" fmla="*/ 162 w 61"/>
                  <a:gd name="T5" fmla="*/ 58 h 84"/>
                  <a:gd name="T6" fmla="*/ 92 w 61"/>
                  <a:gd name="T7" fmla="*/ 8 h 84"/>
                  <a:gd name="T8" fmla="*/ 0 w 61"/>
                  <a:gd name="T9" fmla="*/ 62 h 84"/>
                  <a:gd name="T10" fmla="*/ 0 w 61"/>
                  <a:gd name="T11" fmla="*/ 222 h 84"/>
                  <a:gd name="T12" fmla="*/ 149 w 61"/>
                  <a:gd name="T13" fmla="*/ 360 h 84"/>
                  <a:gd name="T14" fmla="*/ 219 w 61"/>
                  <a:gd name="T15" fmla="*/ 256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84">
                    <a:moveTo>
                      <a:pt x="60" y="58"/>
                    </a:moveTo>
                    <a:cubicBezTo>
                      <a:pt x="61" y="48"/>
                      <a:pt x="55" y="38"/>
                      <a:pt x="52" y="32"/>
                    </a:cubicBezTo>
                    <a:cubicBezTo>
                      <a:pt x="50" y="25"/>
                      <a:pt x="48" y="17"/>
                      <a:pt x="44" y="13"/>
                    </a:cubicBezTo>
                    <a:cubicBezTo>
                      <a:pt x="39" y="6"/>
                      <a:pt x="32" y="2"/>
                      <a:pt x="25" y="2"/>
                    </a:cubicBezTo>
                    <a:cubicBezTo>
                      <a:pt x="13" y="0"/>
                      <a:pt x="5" y="5"/>
                      <a:pt x="0" y="14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9" y="72"/>
                      <a:pt x="30" y="84"/>
                      <a:pt x="41" y="81"/>
                    </a:cubicBezTo>
                    <a:cubicBezTo>
                      <a:pt x="54" y="78"/>
                      <a:pt x="60" y="70"/>
                      <a:pt x="60" y="58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8" name="Freeform 3980">
                <a:extLst>
                  <a:ext uri="{FF2B5EF4-FFF2-40B4-BE49-F238E27FC236}">
                    <a16:creationId xmlns:a16="http://schemas.microsoft.com/office/drawing/2014/main" id="{8EE2F9EF-EAE4-4386-8E83-300E2ECA0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629"/>
                <a:ext cx="51" cy="82"/>
              </a:xfrm>
              <a:custGeom>
                <a:avLst/>
                <a:gdLst>
                  <a:gd name="T0" fmla="*/ 87 w 33"/>
                  <a:gd name="T1" fmla="*/ 54 h 50"/>
                  <a:gd name="T2" fmla="*/ 26 w 33"/>
                  <a:gd name="T3" fmla="*/ 18 h 50"/>
                  <a:gd name="T4" fmla="*/ 36 w 33"/>
                  <a:gd name="T5" fmla="*/ 159 h 50"/>
                  <a:gd name="T6" fmla="*/ 114 w 33"/>
                  <a:gd name="T7" fmla="*/ 177 h 50"/>
                  <a:gd name="T8" fmla="*/ 87 w 33"/>
                  <a:gd name="T9" fmla="*/ 5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0">
                    <a:moveTo>
                      <a:pt x="23" y="12"/>
                    </a:moveTo>
                    <a:cubicBezTo>
                      <a:pt x="18" y="3"/>
                      <a:pt x="13" y="0"/>
                      <a:pt x="7" y="4"/>
                    </a:cubicBezTo>
                    <a:cubicBezTo>
                      <a:pt x="2" y="8"/>
                      <a:pt x="0" y="22"/>
                      <a:pt x="10" y="36"/>
                    </a:cubicBezTo>
                    <a:cubicBezTo>
                      <a:pt x="19" y="50"/>
                      <a:pt x="29" y="50"/>
                      <a:pt x="31" y="40"/>
                    </a:cubicBezTo>
                    <a:cubicBezTo>
                      <a:pt x="33" y="29"/>
                      <a:pt x="23" y="12"/>
                      <a:pt x="23" y="12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9" name="Freeform 3981">
                <a:extLst>
                  <a:ext uri="{FF2B5EF4-FFF2-40B4-BE49-F238E27FC236}">
                    <a16:creationId xmlns:a16="http://schemas.microsoft.com/office/drawing/2014/main" id="{BBCE7852-896F-4B35-85DC-891DBE0CE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632"/>
                <a:ext cx="38" cy="74"/>
              </a:xfrm>
              <a:custGeom>
                <a:avLst/>
                <a:gdLst>
                  <a:gd name="T0" fmla="*/ 18 w 25"/>
                  <a:gd name="T1" fmla="*/ 8 h 45"/>
                  <a:gd name="T2" fmla="*/ 5 w 25"/>
                  <a:gd name="T3" fmla="*/ 81 h 45"/>
                  <a:gd name="T4" fmla="*/ 53 w 25"/>
                  <a:gd name="T5" fmla="*/ 186 h 45"/>
                  <a:gd name="T6" fmla="*/ 88 w 25"/>
                  <a:gd name="T7" fmla="*/ 194 h 45"/>
                  <a:gd name="T8" fmla="*/ 88 w 25"/>
                  <a:gd name="T9" fmla="*/ 194 h 45"/>
                  <a:gd name="T10" fmla="*/ 53 w 25"/>
                  <a:gd name="T11" fmla="*/ 186 h 45"/>
                  <a:gd name="T12" fmla="*/ 8 w 25"/>
                  <a:gd name="T13" fmla="*/ 81 h 45"/>
                  <a:gd name="T14" fmla="*/ 18 w 25"/>
                  <a:gd name="T15" fmla="*/ 8 h 45"/>
                  <a:gd name="T16" fmla="*/ 46 w 25"/>
                  <a:gd name="T17" fmla="*/ 8 h 45"/>
                  <a:gd name="T18" fmla="*/ 46 w 25"/>
                  <a:gd name="T19" fmla="*/ 8 h 45"/>
                  <a:gd name="T20" fmla="*/ 18 w 25"/>
                  <a:gd name="T21" fmla="*/ 8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45">
                    <a:moveTo>
                      <a:pt x="5" y="2"/>
                    </a:moveTo>
                    <a:cubicBezTo>
                      <a:pt x="1" y="4"/>
                      <a:pt x="0" y="10"/>
                      <a:pt x="1" y="18"/>
                    </a:cubicBezTo>
                    <a:cubicBezTo>
                      <a:pt x="3" y="29"/>
                      <a:pt x="9" y="38"/>
                      <a:pt x="15" y="42"/>
                    </a:cubicBezTo>
                    <a:cubicBezTo>
                      <a:pt x="18" y="44"/>
                      <a:pt x="22" y="45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2" y="45"/>
                      <a:pt x="19" y="44"/>
                      <a:pt x="15" y="42"/>
                    </a:cubicBezTo>
                    <a:cubicBezTo>
                      <a:pt x="9" y="38"/>
                      <a:pt x="4" y="28"/>
                      <a:pt x="2" y="18"/>
                    </a:cubicBezTo>
                    <a:cubicBezTo>
                      <a:pt x="0" y="10"/>
                      <a:pt x="2" y="5"/>
                      <a:pt x="5" y="2"/>
                    </a:cubicBezTo>
                    <a:cubicBezTo>
                      <a:pt x="8" y="1"/>
                      <a:pt x="11" y="0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8" y="0"/>
                      <a:pt x="5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0" name="Freeform 3982">
                <a:extLst>
                  <a:ext uri="{FF2B5EF4-FFF2-40B4-BE49-F238E27FC236}">
                    <a16:creationId xmlns:a16="http://schemas.microsoft.com/office/drawing/2014/main" id="{55B27B91-459B-42B5-BB75-52145958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779"/>
                <a:ext cx="133" cy="141"/>
              </a:xfrm>
              <a:custGeom>
                <a:avLst/>
                <a:gdLst>
                  <a:gd name="T0" fmla="*/ 218 w 86"/>
                  <a:gd name="T1" fmla="*/ 325 h 86"/>
                  <a:gd name="T2" fmla="*/ 266 w 86"/>
                  <a:gd name="T3" fmla="*/ 110 h 86"/>
                  <a:gd name="T4" fmla="*/ 67 w 86"/>
                  <a:gd name="T5" fmla="*/ 75 h 86"/>
                  <a:gd name="T6" fmla="*/ 218 w 86"/>
                  <a:gd name="T7" fmla="*/ 325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86">
                    <a:moveTo>
                      <a:pt x="59" y="74"/>
                    </a:moveTo>
                    <a:cubicBezTo>
                      <a:pt x="80" y="69"/>
                      <a:pt x="86" y="46"/>
                      <a:pt x="72" y="25"/>
                    </a:cubicBezTo>
                    <a:cubicBezTo>
                      <a:pt x="58" y="5"/>
                      <a:pt x="35" y="0"/>
                      <a:pt x="18" y="17"/>
                    </a:cubicBezTo>
                    <a:cubicBezTo>
                      <a:pt x="0" y="34"/>
                      <a:pt x="24" y="86"/>
                      <a:pt x="59" y="74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1" name="Freeform 3983">
                <a:extLst>
                  <a:ext uri="{FF2B5EF4-FFF2-40B4-BE49-F238E27FC236}">
                    <a16:creationId xmlns:a16="http://schemas.microsoft.com/office/drawing/2014/main" id="{D2D193E8-BBB8-4886-9C13-890F610C9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820"/>
                <a:ext cx="75" cy="67"/>
              </a:xfrm>
              <a:custGeom>
                <a:avLst/>
                <a:gdLst>
                  <a:gd name="T0" fmla="*/ 22 w 48"/>
                  <a:gd name="T1" fmla="*/ 0 h 41"/>
                  <a:gd name="T2" fmla="*/ 108 w 48"/>
                  <a:gd name="T3" fmla="*/ 152 h 41"/>
                  <a:gd name="T4" fmla="*/ 161 w 48"/>
                  <a:gd name="T5" fmla="*/ 2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1">
                    <a:moveTo>
                      <a:pt x="6" y="0"/>
                    </a:moveTo>
                    <a:cubicBezTo>
                      <a:pt x="0" y="9"/>
                      <a:pt x="8" y="41"/>
                      <a:pt x="28" y="35"/>
                    </a:cubicBezTo>
                    <a:cubicBezTo>
                      <a:pt x="48" y="29"/>
                      <a:pt x="42" y="5"/>
                      <a:pt x="42" y="5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2" name="Freeform 3984">
                <a:extLst>
                  <a:ext uri="{FF2B5EF4-FFF2-40B4-BE49-F238E27FC236}">
                    <a16:creationId xmlns:a16="http://schemas.microsoft.com/office/drawing/2014/main" id="{63DD0E73-BDE3-4859-95F6-6972E33DA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823"/>
                <a:ext cx="66" cy="56"/>
              </a:xfrm>
              <a:custGeom>
                <a:avLst/>
                <a:gdLst>
                  <a:gd name="T0" fmla="*/ 134 w 43"/>
                  <a:gd name="T1" fmla="*/ 5 h 34"/>
                  <a:gd name="T2" fmla="*/ 144 w 43"/>
                  <a:gd name="T3" fmla="*/ 84 h 34"/>
                  <a:gd name="T4" fmla="*/ 89 w 43"/>
                  <a:gd name="T5" fmla="*/ 147 h 34"/>
                  <a:gd name="T6" fmla="*/ 21 w 43"/>
                  <a:gd name="T7" fmla="*/ 97 h 34"/>
                  <a:gd name="T8" fmla="*/ 12 w 43"/>
                  <a:gd name="T9" fmla="*/ 0 h 34"/>
                  <a:gd name="T10" fmla="*/ 12 w 43"/>
                  <a:gd name="T11" fmla="*/ 0 h 34"/>
                  <a:gd name="T12" fmla="*/ 21 w 43"/>
                  <a:gd name="T13" fmla="*/ 97 h 34"/>
                  <a:gd name="T14" fmla="*/ 89 w 43"/>
                  <a:gd name="T15" fmla="*/ 147 h 34"/>
                  <a:gd name="T16" fmla="*/ 149 w 43"/>
                  <a:gd name="T17" fmla="*/ 84 h 34"/>
                  <a:gd name="T18" fmla="*/ 134 w 43"/>
                  <a:gd name="T19" fmla="*/ 5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4">
                    <a:moveTo>
                      <a:pt x="37" y="1"/>
                    </a:moveTo>
                    <a:cubicBezTo>
                      <a:pt x="42" y="6"/>
                      <a:pt x="43" y="12"/>
                      <a:pt x="40" y="19"/>
                    </a:cubicBezTo>
                    <a:cubicBezTo>
                      <a:pt x="38" y="27"/>
                      <a:pt x="32" y="32"/>
                      <a:pt x="25" y="33"/>
                    </a:cubicBezTo>
                    <a:cubicBezTo>
                      <a:pt x="18" y="33"/>
                      <a:pt x="11" y="29"/>
                      <a:pt x="6" y="22"/>
                    </a:cubicBezTo>
                    <a:cubicBezTo>
                      <a:pt x="1" y="15"/>
                      <a:pt x="0" y="7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7"/>
                      <a:pt x="1" y="15"/>
                      <a:pt x="6" y="22"/>
                    </a:cubicBezTo>
                    <a:cubicBezTo>
                      <a:pt x="11" y="29"/>
                      <a:pt x="18" y="34"/>
                      <a:pt x="25" y="33"/>
                    </a:cubicBezTo>
                    <a:cubicBezTo>
                      <a:pt x="32" y="33"/>
                      <a:pt x="38" y="27"/>
                      <a:pt x="41" y="19"/>
                    </a:cubicBezTo>
                    <a:cubicBezTo>
                      <a:pt x="43" y="12"/>
                      <a:pt x="42" y="6"/>
                      <a:pt x="37" y="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3" name="Freeform 3985">
                <a:extLst>
                  <a:ext uri="{FF2B5EF4-FFF2-40B4-BE49-F238E27FC236}">
                    <a16:creationId xmlns:a16="http://schemas.microsoft.com/office/drawing/2014/main" id="{BF5498A0-4492-4479-8BC8-E6F06B6FD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726"/>
                <a:ext cx="111" cy="135"/>
              </a:xfrm>
              <a:custGeom>
                <a:avLst/>
                <a:gdLst>
                  <a:gd name="T0" fmla="*/ 190 w 72"/>
                  <a:gd name="T1" fmla="*/ 43 h 82"/>
                  <a:gd name="T2" fmla="*/ 117 w 72"/>
                  <a:gd name="T3" fmla="*/ 0 h 82"/>
                  <a:gd name="T4" fmla="*/ 35 w 72"/>
                  <a:gd name="T5" fmla="*/ 214 h 82"/>
                  <a:gd name="T6" fmla="*/ 202 w 72"/>
                  <a:gd name="T7" fmla="*/ 347 h 82"/>
                  <a:gd name="T8" fmla="*/ 264 w 72"/>
                  <a:gd name="T9" fmla="*/ 242 h 82"/>
                  <a:gd name="T10" fmla="*/ 228 w 72"/>
                  <a:gd name="T11" fmla="*/ 125 h 82"/>
                  <a:gd name="T12" fmla="*/ 190 w 72"/>
                  <a:gd name="T13" fmla="*/ 43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82">
                    <a:moveTo>
                      <a:pt x="52" y="10"/>
                    </a:moveTo>
                    <a:cubicBezTo>
                      <a:pt x="46" y="4"/>
                      <a:pt x="39" y="0"/>
                      <a:pt x="32" y="0"/>
                    </a:cubicBezTo>
                    <a:cubicBezTo>
                      <a:pt x="7" y="0"/>
                      <a:pt x="0" y="25"/>
                      <a:pt x="10" y="48"/>
                    </a:cubicBezTo>
                    <a:cubicBezTo>
                      <a:pt x="20" y="71"/>
                      <a:pt x="43" y="82"/>
                      <a:pt x="55" y="78"/>
                    </a:cubicBezTo>
                    <a:cubicBezTo>
                      <a:pt x="67" y="74"/>
                      <a:pt x="72" y="65"/>
                      <a:pt x="72" y="54"/>
                    </a:cubicBezTo>
                    <a:cubicBezTo>
                      <a:pt x="71" y="44"/>
                      <a:pt x="65" y="34"/>
                      <a:pt x="62" y="28"/>
                    </a:cubicBezTo>
                    <a:cubicBezTo>
                      <a:pt x="58" y="22"/>
                      <a:pt x="56" y="14"/>
                      <a:pt x="52" y="1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4" name="Freeform 3986">
                <a:extLst>
                  <a:ext uri="{FF2B5EF4-FFF2-40B4-BE49-F238E27FC236}">
                    <a16:creationId xmlns:a16="http://schemas.microsoft.com/office/drawing/2014/main" id="{7BA46B7D-E608-4CAE-9F9C-03DE8E168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752"/>
                <a:ext cx="48" cy="81"/>
              </a:xfrm>
              <a:custGeom>
                <a:avLst/>
                <a:gdLst>
                  <a:gd name="T0" fmla="*/ 0 w 31"/>
                  <a:gd name="T1" fmla="*/ 20 h 49"/>
                  <a:gd name="T2" fmla="*/ 48 w 31"/>
                  <a:gd name="T3" fmla="*/ 50 h 49"/>
                  <a:gd name="T4" fmla="*/ 96 w 31"/>
                  <a:gd name="T5" fmla="*/ 180 h 49"/>
                  <a:gd name="T6" fmla="*/ 19 w 31"/>
                  <a:gd name="T7" fmla="*/ 17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9">
                    <a:moveTo>
                      <a:pt x="0" y="4"/>
                    </a:moveTo>
                    <a:cubicBezTo>
                      <a:pt x="9" y="2"/>
                      <a:pt x="7" y="0"/>
                      <a:pt x="13" y="11"/>
                    </a:cubicBezTo>
                    <a:cubicBezTo>
                      <a:pt x="19" y="22"/>
                      <a:pt x="31" y="33"/>
                      <a:pt x="26" y="40"/>
                    </a:cubicBezTo>
                    <a:cubicBezTo>
                      <a:pt x="21" y="46"/>
                      <a:pt x="11" y="49"/>
                      <a:pt x="5" y="39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5" name="Freeform 3987">
                <a:extLst>
                  <a:ext uri="{FF2B5EF4-FFF2-40B4-BE49-F238E27FC236}">
                    <a16:creationId xmlns:a16="http://schemas.microsoft.com/office/drawing/2014/main" id="{0485244B-F60D-4FA2-9214-AB589D129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757"/>
                <a:ext cx="43" cy="71"/>
              </a:xfrm>
              <a:custGeom>
                <a:avLst/>
                <a:gdLst>
                  <a:gd name="T0" fmla="*/ 18 w 28"/>
                  <a:gd name="T1" fmla="*/ 8 h 43"/>
                  <a:gd name="T2" fmla="*/ 8 w 28"/>
                  <a:gd name="T3" fmla="*/ 83 h 43"/>
                  <a:gd name="T4" fmla="*/ 66 w 28"/>
                  <a:gd name="T5" fmla="*/ 185 h 43"/>
                  <a:gd name="T6" fmla="*/ 101 w 28"/>
                  <a:gd name="T7" fmla="*/ 188 h 43"/>
                  <a:gd name="T8" fmla="*/ 101 w 28"/>
                  <a:gd name="T9" fmla="*/ 188 h 43"/>
                  <a:gd name="T10" fmla="*/ 66 w 28"/>
                  <a:gd name="T11" fmla="*/ 185 h 43"/>
                  <a:gd name="T12" fmla="*/ 12 w 28"/>
                  <a:gd name="T13" fmla="*/ 83 h 43"/>
                  <a:gd name="T14" fmla="*/ 18 w 28"/>
                  <a:gd name="T15" fmla="*/ 8 h 43"/>
                  <a:gd name="T16" fmla="*/ 48 w 28"/>
                  <a:gd name="T17" fmla="*/ 8 h 43"/>
                  <a:gd name="T18" fmla="*/ 48 w 28"/>
                  <a:gd name="T19" fmla="*/ 8 h 43"/>
                  <a:gd name="T20" fmla="*/ 18 w 28"/>
                  <a:gd name="T21" fmla="*/ 8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43">
                    <a:moveTo>
                      <a:pt x="5" y="2"/>
                    </a:moveTo>
                    <a:cubicBezTo>
                      <a:pt x="1" y="5"/>
                      <a:pt x="0" y="11"/>
                      <a:pt x="2" y="18"/>
                    </a:cubicBezTo>
                    <a:cubicBezTo>
                      <a:pt x="5" y="29"/>
                      <a:pt x="11" y="38"/>
                      <a:pt x="18" y="41"/>
                    </a:cubicBezTo>
                    <a:cubicBezTo>
                      <a:pt x="22" y="43"/>
                      <a:pt x="25" y="43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5" y="43"/>
                      <a:pt x="22" y="43"/>
                      <a:pt x="18" y="41"/>
                    </a:cubicBezTo>
                    <a:cubicBezTo>
                      <a:pt x="12" y="38"/>
                      <a:pt x="5" y="28"/>
                      <a:pt x="3" y="18"/>
                    </a:cubicBezTo>
                    <a:cubicBezTo>
                      <a:pt x="1" y="11"/>
                      <a:pt x="2" y="5"/>
                      <a:pt x="5" y="2"/>
                    </a:cubicBezTo>
                    <a:cubicBezTo>
                      <a:pt x="7" y="1"/>
                      <a:pt x="10" y="0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0" y="0"/>
                      <a:pt x="7" y="0"/>
                      <a:pt x="5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6" name="Freeform 3988">
                <a:extLst>
                  <a:ext uri="{FF2B5EF4-FFF2-40B4-BE49-F238E27FC236}">
                    <a16:creationId xmlns:a16="http://schemas.microsoft.com/office/drawing/2014/main" id="{32E41A4B-682C-4187-9B75-97A7D29B6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708"/>
                <a:ext cx="140" cy="146"/>
              </a:xfrm>
              <a:custGeom>
                <a:avLst/>
                <a:gdLst>
                  <a:gd name="T0" fmla="*/ 191 w 90"/>
                  <a:gd name="T1" fmla="*/ 386 h 89"/>
                  <a:gd name="T2" fmla="*/ 305 w 90"/>
                  <a:gd name="T3" fmla="*/ 167 h 89"/>
                  <a:gd name="T4" fmla="*/ 95 w 90"/>
                  <a:gd name="T5" fmla="*/ 56 h 89"/>
                  <a:gd name="T6" fmla="*/ 191 w 90"/>
                  <a:gd name="T7" fmla="*/ 386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89">
                    <a:moveTo>
                      <a:pt x="51" y="87"/>
                    </a:moveTo>
                    <a:cubicBezTo>
                      <a:pt x="76" y="88"/>
                      <a:pt x="90" y="65"/>
                      <a:pt x="81" y="38"/>
                    </a:cubicBezTo>
                    <a:cubicBezTo>
                      <a:pt x="72" y="12"/>
                      <a:pt x="49" y="0"/>
                      <a:pt x="25" y="13"/>
                    </a:cubicBezTo>
                    <a:cubicBezTo>
                      <a:pt x="0" y="26"/>
                      <a:pt x="9" y="89"/>
                      <a:pt x="51" y="87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7" name="Freeform 3989">
                <a:extLst>
                  <a:ext uri="{FF2B5EF4-FFF2-40B4-BE49-F238E27FC236}">
                    <a16:creationId xmlns:a16="http://schemas.microsoft.com/office/drawing/2014/main" id="{0DB74F05-A284-4A72-9A8C-C92AC92A7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36"/>
                <a:ext cx="59" cy="92"/>
              </a:xfrm>
              <a:custGeom>
                <a:avLst/>
                <a:gdLst>
                  <a:gd name="T0" fmla="*/ 0 w 38"/>
                  <a:gd name="T1" fmla="*/ 41 h 56"/>
                  <a:gd name="T2" fmla="*/ 130 w 38"/>
                  <a:gd name="T3" fmla="*/ 133 h 56"/>
                  <a:gd name="T4" fmla="*/ 8 w 38"/>
                  <a:gd name="T5" fmla="*/ 209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6">
                    <a:moveTo>
                      <a:pt x="0" y="9"/>
                    </a:moveTo>
                    <a:cubicBezTo>
                      <a:pt x="8" y="0"/>
                      <a:pt x="32" y="5"/>
                      <a:pt x="35" y="30"/>
                    </a:cubicBezTo>
                    <a:cubicBezTo>
                      <a:pt x="38" y="50"/>
                      <a:pt x="1" y="56"/>
                      <a:pt x="2" y="47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8" name="Freeform 3990">
                <a:extLst>
                  <a:ext uri="{FF2B5EF4-FFF2-40B4-BE49-F238E27FC236}">
                    <a16:creationId xmlns:a16="http://schemas.microsoft.com/office/drawing/2014/main" id="{FE37A4CA-F07D-4FAA-B0F4-B8DE4923A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751"/>
                <a:ext cx="74" cy="72"/>
              </a:xfrm>
              <a:custGeom>
                <a:avLst/>
                <a:gdLst>
                  <a:gd name="T0" fmla="*/ 162 w 48"/>
                  <a:gd name="T1" fmla="*/ 54 h 44"/>
                  <a:gd name="T2" fmla="*/ 154 w 48"/>
                  <a:gd name="T3" fmla="*/ 144 h 44"/>
                  <a:gd name="T4" fmla="*/ 76 w 48"/>
                  <a:gd name="T5" fmla="*/ 185 h 44"/>
                  <a:gd name="T6" fmla="*/ 14 w 48"/>
                  <a:gd name="T7" fmla="*/ 110 h 44"/>
                  <a:gd name="T8" fmla="*/ 26 w 48"/>
                  <a:gd name="T9" fmla="*/ 0 h 44"/>
                  <a:gd name="T10" fmla="*/ 26 w 48"/>
                  <a:gd name="T11" fmla="*/ 0 h 44"/>
                  <a:gd name="T12" fmla="*/ 12 w 48"/>
                  <a:gd name="T13" fmla="*/ 110 h 44"/>
                  <a:gd name="T14" fmla="*/ 76 w 48"/>
                  <a:gd name="T15" fmla="*/ 188 h 44"/>
                  <a:gd name="T16" fmla="*/ 154 w 48"/>
                  <a:gd name="T17" fmla="*/ 144 h 44"/>
                  <a:gd name="T18" fmla="*/ 162 w 48"/>
                  <a:gd name="T19" fmla="*/ 54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44">
                    <a:moveTo>
                      <a:pt x="44" y="12"/>
                    </a:moveTo>
                    <a:cubicBezTo>
                      <a:pt x="47" y="18"/>
                      <a:pt x="46" y="26"/>
                      <a:pt x="42" y="33"/>
                    </a:cubicBezTo>
                    <a:cubicBezTo>
                      <a:pt x="37" y="40"/>
                      <a:pt x="28" y="44"/>
                      <a:pt x="21" y="42"/>
                    </a:cubicBezTo>
                    <a:cubicBezTo>
                      <a:pt x="14" y="41"/>
                      <a:pt x="7" y="34"/>
                      <a:pt x="4" y="25"/>
                    </a:cubicBezTo>
                    <a:cubicBezTo>
                      <a:pt x="1" y="16"/>
                      <a:pt x="2" y="6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6"/>
                      <a:pt x="0" y="16"/>
                      <a:pt x="3" y="25"/>
                    </a:cubicBezTo>
                    <a:cubicBezTo>
                      <a:pt x="6" y="34"/>
                      <a:pt x="13" y="41"/>
                      <a:pt x="21" y="43"/>
                    </a:cubicBezTo>
                    <a:cubicBezTo>
                      <a:pt x="28" y="44"/>
                      <a:pt x="37" y="40"/>
                      <a:pt x="42" y="33"/>
                    </a:cubicBezTo>
                    <a:cubicBezTo>
                      <a:pt x="47" y="26"/>
                      <a:pt x="48" y="18"/>
                      <a:pt x="44" y="1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9" name="Freeform 3991">
                <a:extLst>
                  <a:ext uri="{FF2B5EF4-FFF2-40B4-BE49-F238E27FC236}">
                    <a16:creationId xmlns:a16="http://schemas.microsoft.com/office/drawing/2014/main" id="{5264FB56-7523-44AD-A52C-9132936B0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912"/>
                <a:ext cx="130" cy="139"/>
              </a:xfrm>
              <a:custGeom>
                <a:avLst/>
                <a:gdLst>
                  <a:gd name="T0" fmla="*/ 70 w 84"/>
                  <a:gd name="T1" fmla="*/ 84 h 84"/>
                  <a:gd name="T2" fmla="*/ 249 w 84"/>
                  <a:gd name="T3" fmla="*/ 91 h 84"/>
                  <a:gd name="T4" fmla="*/ 237 w 84"/>
                  <a:gd name="T5" fmla="*/ 326 h 84"/>
                  <a:gd name="T6" fmla="*/ 70 w 84"/>
                  <a:gd name="T7" fmla="*/ 84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84">
                    <a:moveTo>
                      <a:pt x="19" y="19"/>
                    </a:moveTo>
                    <a:cubicBezTo>
                      <a:pt x="28" y="0"/>
                      <a:pt x="51" y="1"/>
                      <a:pt x="67" y="20"/>
                    </a:cubicBezTo>
                    <a:cubicBezTo>
                      <a:pt x="84" y="38"/>
                      <a:pt x="84" y="61"/>
                      <a:pt x="64" y="72"/>
                    </a:cubicBezTo>
                    <a:cubicBezTo>
                      <a:pt x="44" y="84"/>
                      <a:pt x="0" y="48"/>
                      <a:pt x="19" y="19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0" name="Freeform 3992">
                <a:extLst>
                  <a:ext uri="{FF2B5EF4-FFF2-40B4-BE49-F238E27FC236}">
                    <a16:creationId xmlns:a16="http://schemas.microsoft.com/office/drawing/2014/main" id="{1F852083-392F-4B5F-B80C-0A553D0FD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943"/>
                <a:ext cx="55" cy="83"/>
              </a:xfrm>
              <a:custGeom>
                <a:avLst/>
                <a:gdLst>
                  <a:gd name="T0" fmla="*/ 0 w 35"/>
                  <a:gd name="T1" fmla="*/ 33 h 50"/>
                  <a:gd name="T2" fmla="*/ 124 w 35"/>
                  <a:gd name="T3" fmla="*/ 116 h 50"/>
                  <a:gd name="T4" fmla="*/ 69 w 35"/>
                  <a:gd name="T5" fmla="*/ 1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50">
                    <a:moveTo>
                      <a:pt x="0" y="7"/>
                    </a:moveTo>
                    <a:cubicBezTo>
                      <a:pt x="10" y="0"/>
                      <a:pt x="28" y="0"/>
                      <a:pt x="32" y="25"/>
                    </a:cubicBezTo>
                    <a:cubicBezTo>
                      <a:pt x="35" y="50"/>
                      <a:pt x="18" y="40"/>
                      <a:pt x="18" y="40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1" name="Freeform 3993">
                <a:extLst>
                  <a:ext uri="{FF2B5EF4-FFF2-40B4-BE49-F238E27FC236}">
                    <a16:creationId xmlns:a16="http://schemas.microsoft.com/office/drawing/2014/main" id="{6F1D6D51-CA7A-4EF9-9203-8CCA60FD1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947"/>
                <a:ext cx="52" cy="69"/>
              </a:xfrm>
              <a:custGeom>
                <a:avLst/>
                <a:gdLst>
                  <a:gd name="T0" fmla="*/ 122 w 34"/>
                  <a:gd name="T1" fmla="*/ 41 h 42"/>
                  <a:gd name="T2" fmla="*/ 66 w 34"/>
                  <a:gd name="T3" fmla="*/ 5 h 42"/>
                  <a:gd name="T4" fmla="*/ 8 w 34"/>
                  <a:gd name="T5" fmla="*/ 54 h 42"/>
                  <a:gd name="T6" fmla="*/ 32 w 34"/>
                  <a:gd name="T7" fmla="*/ 143 h 42"/>
                  <a:gd name="T8" fmla="*/ 102 w 34"/>
                  <a:gd name="T9" fmla="*/ 181 h 42"/>
                  <a:gd name="T10" fmla="*/ 102 w 34"/>
                  <a:gd name="T11" fmla="*/ 181 h 42"/>
                  <a:gd name="T12" fmla="*/ 28 w 34"/>
                  <a:gd name="T13" fmla="*/ 146 h 42"/>
                  <a:gd name="T14" fmla="*/ 8 w 34"/>
                  <a:gd name="T15" fmla="*/ 49 h 42"/>
                  <a:gd name="T16" fmla="*/ 66 w 34"/>
                  <a:gd name="T17" fmla="*/ 0 h 42"/>
                  <a:gd name="T18" fmla="*/ 122 w 34"/>
                  <a:gd name="T19" fmla="*/ 41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42">
                    <a:moveTo>
                      <a:pt x="34" y="9"/>
                    </a:moveTo>
                    <a:cubicBezTo>
                      <a:pt x="31" y="3"/>
                      <a:pt x="25" y="0"/>
                      <a:pt x="18" y="1"/>
                    </a:cubicBezTo>
                    <a:cubicBezTo>
                      <a:pt x="11" y="1"/>
                      <a:pt x="4" y="6"/>
                      <a:pt x="2" y="12"/>
                    </a:cubicBezTo>
                    <a:cubicBezTo>
                      <a:pt x="1" y="18"/>
                      <a:pt x="3" y="26"/>
                      <a:pt x="9" y="32"/>
                    </a:cubicBezTo>
                    <a:cubicBezTo>
                      <a:pt x="14" y="39"/>
                      <a:pt x="22" y="42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1" y="42"/>
                      <a:pt x="14" y="39"/>
                      <a:pt x="8" y="33"/>
                    </a:cubicBezTo>
                    <a:cubicBezTo>
                      <a:pt x="2" y="26"/>
                      <a:pt x="0" y="18"/>
                      <a:pt x="2" y="11"/>
                    </a:cubicBezTo>
                    <a:cubicBezTo>
                      <a:pt x="4" y="5"/>
                      <a:pt x="10" y="1"/>
                      <a:pt x="18" y="0"/>
                    </a:cubicBezTo>
                    <a:cubicBezTo>
                      <a:pt x="25" y="0"/>
                      <a:pt x="31" y="3"/>
                      <a:pt x="34" y="9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2" name="Freeform 3994">
                <a:extLst>
                  <a:ext uri="{FF2B5EF4-FFF2-40B4-BE49-F238E27FC236}">
                    <a16:creationId xmlns:a16="http://schemas.microsoft.com/office/drawing/2014/main" id="{2F7AE4C1-0B2A-4145-AA35-E5A7A4C3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831"/>
                <a:ext cx="111" cy="136"/>
              </a:xfrm>
              <a:custGeom>
                <a:avLst/>
                <a:gdLst>
                  <a:gd name="T0" fmla="*/ 190 w 72"/>
                  <a:gd name="T1" fmla="*/ 46 h 82"/>
                  <a:gd name="T2" fmla="*/ 117 w 72"/>
                  <a:gd name="T3" fmla="*/ 0 h 82"/>
                  <a:gd name="T4" fmla="*/ 35 w 72"/>
                  <a:gd name="T5" fmla="*/ 221 h 82"/>
                  <a:gd name="T6" fmla="*/ 202 w 72"/>
                  <a:gd name="T7" fmla="*/ 355 h 82"/>
                  <a:gd name="T8" fmla="*/ 264 w 72"/>
                  <a:gd name="T9" fmla="*/ 247 h 82"/>
                  <a:gd name="T10" fmla="*/ 224 w 72"/>
                  <a:gd name="T11" fmla="*/ 126 h 82"/>
                  <a:gd name="T12" fmla="*/ 190 w 72"/>
                  <a:gd name="T13" fmla="*/ 46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82">
                    <a:moveTo>
                      <a:pt x="52" y="10"/>
                    </a:moveTo>
                    <a:cubicBezTo>
                      <a:pt x="46" y="4"/>
                      <a:pt x="39" y="1"/>
                      <a:pt x="32" y="0"/>
                    </a:cubicBezTo>
                    <a:cubicBezTo>
                      <a:pt x="7" y="0"/>
                      <a:pt x="0" y="25"/>
                      <a:pt x="10" y="48"/>
                    </a:cubicBezTo>
                    <a:cubicBezTo>
                      <a:pt x="20" y="71"/>
                      <a:pt x="43" y="82"/>
                      <a:pt x="55" y="78"/>
                    </a:cubicBezTo>
                    <a:cubicBezTo>
                      <a:pt x="67" y="74"/>
                      <a:pt x="72" y="65"/>
                      <a:pt x="72" y="54"/>
                    </a:cubicBezTo>
                    <a:cubicBezTo>
                      <a:pt x="71" y="44"/>
                      <a:pt x="65" y="34"/>
                      <a:pt x="61" y="28"/>
                    </a:cubicBezTo>
                    <a:cubicBezTo>
                      <a:pt x="58" y="22"/>
                      <a:pt x="56" y="14"/>
                      <a:pt x="52" y="1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3" name="Freeform 3995">
                <a:extLst>
                  <a:ext uri="{FF2B5EF4-FFF2-40B4-BE49-F238E27FC236}">
                    <a16:creationId xmlns:a16="http://schemas.microsoft.com/office/drawing/2014/main" id="{EF8A8183-0CD1-4227-9116-016A58FC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863"/>
                <a:ext cx="60" cy="77"/>
              </a:xfrm>
              <a:custGeom>
                <a:avLst/>
                <a:gdLst>
                  <a:gd name="T0" fmla="*/ 58 w 39"/>
                  <a:gd name="T1" fmla="*/ 8 h 47"/>
                  <a:gd name="T2" fmla="*/ 28 w 39"/>
                  <a:gd name="T3" fmla="*/ 97 h 47"/>
                  <a:gd name="T4" fmla="*/ 123 w 39"/>
                  <a:gd name="T5" fmla="*/ 180 h 47"/>
                  <a:gd name="T6" fmla="*/ 123 w 39"/>
                  <a:gd name="T7" fmla="*/ 88 h 47"/>
                  <a:gd name="T8" fmla="*/ 58 w 39"/>
                  <a:gd name="T9" fmla="*/ 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7">
                    <a:moveTo>
                      <a:pt x="16" y="2"/>
                    </a:moveTo>
                    <a:cubicBezTo>
                      <a:pt x="9" y="0"/>
                      <a:pt x="0" y="5"/>
                      <a:pt x="8" y="22"/>
                    </a:cubicBezTo>
                    <a:cubicBezTo>
                      <a:pt x="16" y="39"/>
                      <a:pt x="28" y="47"/>
                      <a:pt x="34" y="41"/>
                    </a:cubicBezTo>
                    <a:cubicBezTo>
                      <a:pt x="39" y="35"/>
                      <a:pt x="38" y="27"/>
                      <a:pt x="34" y="20"/>
                    </a:cubicBezTo>
                    <a:cubicBezTo>
                      <a:pt x="30" y="12"/>
                      <a:pt x="24" y="2"/>
                      <a:pt x="16" y="2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4" name="Freeform 3996">
                <a:extLst>
                  <a:ext uri="{FF2B5EF4-FFF2-40B4-BE49-F238E27FC236}">
                    <a16:creationId xmlns:a16="http://schemas.microsoft.com/office/drawing/2014/main" id="{0963D81D-7072-4B23-8EC5-9265C3A90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863"/>
                <a:ext cx="43" cy="71"/>
              </a:xfrm>
              <a:custGeom>
                <a:avLst/>
                <a:gdLst>
                  <a:gd name="T0" fmla="*/ 14 w 28"/>
                  <a:gd name="T1" fmla="*/ 8 h 43"/>
                  <a:gd name="T2" fmla="*/ 8 w 28"/>
                  <a:gd name="T3" fmla="*/ 83 h 43"/>
                  <a:gd name="T4" fmla="*/ 66 w 28"/>
                  <a:gd name="T5" fmla="*/ 188 h 43"/>
                  <a:gd name="T6" fmla="*/ 101 w 28"/>
                  <a:gd name="T7" fmla="*/ 188 h 43"/>
                  <a:gd name="T8" fmla="*/ 101 w 28"/>
                  <a:gd name="T9" fmla="*/ 188 h 43"/>
                  <a:gd name="T10" fmla="*/ 66 w 28"/>
                  <a:gd name="T11" fmla="*/ 185 h 43"/>
                  <a:gd name="T12" fmla="*/ 12 w 28"/>
                  <a:gd name="T13" fmla="*/ 83 h 43"/>
                  <a:gd name="T14" fmla="*/ 18 w 28"/>
                  <a:gd name="T15" fmla="*/ 8 h 43"/>
                  <a:gd name="T16" fmla="*/ 48 w 28"/>
                  <a:gd name="T17" fmla="*/ 8 h 43"/>
                  <a:gd name="T18" fmla="*/ 48 w 28"/>
                  <a:gd name="T19" fmla="*/ 8 h 43"/>
                  <a:gd name="T20" fmla="*/ 14 w 28"/>
                  <a:gd name="T21" fmla="*/ 8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43">
                    <a:moveTo>
                      <a:pt x="4" y="2"/>
                    </a:moveTo>
                    <a:cubicBezTo>
                      <a:pt x="1" y="5"/>
                      <a:pt x="0" y="11"/>
                      <a:pt x="2" y="18"/>
                    </a:cubicBezTo>
                    <a:cubicBezTo>
                      <a:pt x="5" y="29"/>
                      <a:pt x="11" y="38"/>
                      <a:pt x="18" y="42"/>
                    </a:cubicBezTo>
                    <a:cubicBezTo>
                      <a:pt x="21" y="43"/>
                      <a:pt x="25" y="43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5" y="43"/>
                      <a:pt x="22" y="43"/>
                      <a:pt x="18" y="41"/>
                    </a:cubicBezTo>
                    <a:cubicBezTo>
                      <a:pt x="12" y="38"/>
                      <a:pt x="5" y="28"/>
                      <a:pt x="3" y="18"/>
                    </a:cubicBezTo>
                    <a:cubicBezTo>
                      <a:pt x="1" y="11"/>
                      <a:pt x="1" y="5"/>
                      <a:pt x="5" y="2"/>
                    </a:cubicBezTo>
                    <a:cubicBezTo>
                      <a:pt x="7" y="1"/>
                      <a:pt x="10" y="0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0" y="0"/>
                      <a:pt x="7" y="0"/>
                      <a:pt x="4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5" name="Freeform 3997">
                <a:extLst>
                  <a:ext uri="{FF2B5EF4-FFF2-40B4-BE49-F238E27FC236}">
                    <a16:creationId xmlns:a16="http://schemas.microsoft.com/office/drawing/2014/main" id="{9256EC1E-B326-44A6-8A34-2A974A479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957"/>
                <a:ext cx="111" cy="135"/>
              </a:xfrm>
              <a:custGeom>
                <a:avLst/>
                <a:gdLst>
                  <a:gd name="T0" fmla="*/ 190 w 72"/>
                  <a:gd name="T1" fmla="*/ 43 h 82"/>
                  <a:gd name="T2" fmla="*/ 117 w 72"/>
                  <a:gd name="T3" fmla="*/ 0 h 82"/>
                  <a:gd name="T4" fmla="*/ 35 w 72"/>
                  <a:gd name="T5" fmla="*/ 214 h 82"/>
                  <a:gd name="T6" fmla="*/ 202 w 72"/>
                  <a:gd name="T7" fmla="*/ 347 h 82"/>
                  <a:gd name="T8" fmla="*/ 264 w 72"/>
                  <a:gd name="T9" fmla="*/ 242 h 82"/>
                  <a:gd name="T10" fmla="*/ 224 w 72"/>
                  <a:gd name="T11" fmla="*/ 125 h 82"/>
                  <a:gd name="T12" fmla="*/ 190 w 72"/>
                  <a:gd name="T13" fmla="*/ 43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82">
                    <a:moveTo>
                      <a:pt x="52" y="10"/>
                    </a:moveTo>
                    <a:cubicBezTo>
                      <a:pt x="46" y="4"/>
                      <a:pt x="39" y="1"/>
                      <a:pt x="32" y="0"/>
                    </a:cubicBezTo>
                    <a:cubicBezTo>
                      <a:pt x="7" y="0"/>
                      <a:pt x="0" y="25"/>
                      <a:pt x="10" y="48"/>
                    </a:cubicBezTo>
                    <a:cubicBezTo>
                      <a:pt x="20" y="71"/>
                      <a:pt x="43" y="82"/>
                      <a:pt x="55" y="78"/>
                    </a:cubicBezTo>
                    <a:cubicBezTo>
                      <a:pt x="67" y="74"/>
                      <a:pt x="72" y="65"/>
                      <a:pt x="72" y="54"/>
                    </a:cubicBezTo>
                    <a:cubicBezTo>
                      <a:pt x="71" y="44"/>
                      <a:pt x="65" y="34"/>
                      <a:pt x="61" y="28"/>
                    </a:cubicBezTo>
                    <a:cubicBezTo>
                      <a:pt x="58" y="22"/>
                      <a:pt x="56" y="14"/>
                      <a:pt x="52" y="1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6" name="Freeform 3998">
                <a:extLst>
                  <a:ext uri="{FF2B5EF4-FFF2-40B4-BE49-F238E27FC236}">
                    <a16:creationId xmlns:a16="http://schemas.microsoft.com/office/drawing/2014/main" id="{51895137-7A69-460D-94DF-FC86EFE1D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988"/>
                <a:ext cx="44" cy="71"/>
              </a:xfrm>
              <a:custGeom>
                <a:avLst/>
                <a:gdLst>
                  <a:gd name="T0" fmla="*/ 14 w 28"/>
                  <a:gd name="T1" fmla="*/ 8 h 43"/>
                  <a:gd name="T2" fmla="*/ 8 w 28"/>
                  <a:gd name="T3" fmla="*/ 83 h 43"/>
                  <a:gd name="T4" fmla="*/ 69 w 28"/>
                  <a:gd name="T5" fmla="*/ 188 h 43"/>
                  <a:gd name="T6" fmla="*/ 108 w 28"/>
                  <a:gd name="T7" fmla="*/ 188 h 43"/>
                  <a:gd name="T8" fmla="*/ 108 w 28"/>
                  <a:gd name="T9" fmla="*/ 188 h 43"/>
                  <a:gd name="T10" fmla="*/ 69 w 28"/>
                  <a:gd name="T11" fmla="*/ 185 h 43"/>
                  <a:gd name="T12" fmla="*/ 13 w 28"/>
                  <a:gd name="T13" fmla="*/ 83 h 43"/>
                  <a:gd name="T14" fmla="*/ 20 w 28"/>
                  <a:gd name="T15" fmla="*/ 8 h 43"/>
                  <a:gd name="T16" fmla="*/ 49 w 28"/>
                  <a:gd name="T17" fmla="*/ 8 h 43"/>
                  <a:gd name="T18" fmla="*/ 49 w 28"/>
                  <a:gd name="T19" fmla="*/ 8 h 43"/>
                  <a:gd name="T20" fmla="*/ 14 w 28"/>
                  <a:gd name="T21" fmla="*/ 8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43">
                    <a:moveTo>
                      <a:pt x="4" y="2"/>
                    </a:moveTo>
                    <a:cubicBezTo>
                      <a:pt x="1" y="5"/>
                      <a:pt x="0" y="11"/>
                      <a:pt x="2" y="18"/>
                    </a:cubicBezTo>
                    <a:cubicBezTo>
                      <a:pt x="5" y="29"/>
                      <a:pt x="11" y="38"/>
                      <a:pt x="18" y="42"/>
                    </a:cubicBezTo>
                    <a:cubicBezTo>
                      <a:pt x="21" y="43"/>
                      <a:pt x="25" y="43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5" y="43"/>
                      <a:pt x="22" y="43"/>
                      <a:pt x="18" y="41"/>
                    </a:cubicBezTo>
                    <a:cubicBezTo>
                      <a:pt x="12" y="38"/>
                      <a:pt x="5" y="28"/>
                      <a:pt x="3" y="18"/>
                    </a:cubicBezTo>
                    <a:cubicBezTo>
                      <a:pt x="1" y="11"/>
                      <a:pt x="1" y="5"/>
                      <a:pt x="5" y="2"/>
                    </a:cubicBezTo>
                    <a:cubicBezTo>
                      <a:pt x="7" y="1"/>
                      <a:pt x="10" y="0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0" y="0"/>
                      <a:pt x="7" y="0"/>
                      <a:pt x="4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7" name="Freeform 3999">
                <a:extLst>
                  <a:ext uri="{FF2B5EF4-FFF2-40B4-BE49-F238E27FC236}">
                    <a16:creationId xmlns:a16="http://schemas.microsoft.com/office/drawing/2014/main" id="{7853586B-1B26-4348-AAB4-807F3E5FD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737"/>
                <a:ext cx="124" cy="111"/>
              </a:xfrm>
              <a:custGeom>
                <a:avLst/>
                <a:gdLst>
                  <a:gd name="T0" fmla="*/ 270 w 80"/>
                  <a:gd name="T1" fmla="*/ 60 h 67"/>
                  <a:gd name="T2" fmla="*/ 291 w 80"/>
                  <a:gd name="T3" fmla="*/ 139 h 67"/>
                  <a:gd name="T4" fmla="*/ 271 w 80"/>
                  <a:gd name="T5" fmla="*/ 159 h 67"/>
                  <a:gd name="T6" fmla="*/ 270 w 80"/>
                  <a:gd name="T7" fmla="*/ 187 h 67"/>
                  <a:gd name="T8" fmla="*/ 245 w 80"/>
                  <a:gd name="T9" fmla="*/ 230 h 67"/>
                  <a:gd name="T10" fmla="*/ 217 w 80"/>
                  <a:gd name="T11" fmla="*/ 277 h 67"/>
                  <a:gd name="T12" fmla="*/ 171 w 80"/>
                  <a:gd name="T13" fmla="*/ 258 h 67"/>
                  <a:gd name="T14" fmla="*/ 130 w 80"/>
                  <a:gd name="T15" fmla="*/ 300 h 67"/>
                  <a:gd name="T16" fmla="*/ 93 w 80"/>
                  <a:gd name="T17" fmla="*/ 272 h 67"/>
                  <a:gd name="T18" fmla="*/ 45 w 80"/>
                  <a:gd name="T19" fmla="*/ 263 h 67"/>
                  <a:gd name="T20" fmla="*/ 34 w 80"/>
                  <a:gd name="T21" fmla="*/ 214 h 67"/>
                  <a:gd name="T22" fmla="*/ 14 w 80"/>
                  <a:gd name="T23" fmla="*/ 167 h 67"/>
                  <a:gd name="T24" fmla="*/ 40 w 80"/>
                  <a:gd name="T25" fmla="*/ 55 h 67"/>
                  <a:gd name="T26" fmla="*/ 87 w 80"/>
                  <a:gd name="T27" fmla="*/ 33 h 67"/>
                  <a:gd name="T28" fmla="*/ 130 w 80"/>
                  <a:gd name="T29" fmla="*/ 8 h 67"/>
                  <a:gd name="T30" fmla="*/ 157 w 80"/>
                  <a:gd name="T31" fmla="*/ 22 h 67"/>
                  <a:gd name="T32" fmla="*/ 183 w 80"/>
                  <a:gd name="T33" fmla="*/ 5 h 67"/>
                  <a:gd name="T34" fmla="*/ 231 w 80"/>
                  <a:gd name="T35" fmla="*/ 20 h 67"/>
                  <a:gd name="T36" fmla="*/ 270 w 80"/>
                  <a:gd name="T37" fmla="*/ 60 h 6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" h="67">
                    <a:moveTo>
                      <a:pt x="72" y="13"/>
                    </a:moveTo>
                    <a:cubicBezTo>
                      <a:pt x="74" y="17"/>
                      <a:pt x="80" y="26"/>
                      <a:pt x="78" y="31"/>
                    </a:cubicBezTo>
                    <a:cubicBezTo>
                      <a:pt x="77" y="34"/>
                      <a:pt x="75" y="33"/>
                      <a:pt x="73" y="35"/>
                    </a:cubicBezTo>
                    <a:cubicBezTo>
                      <a:pt x="70" y="38"/>
                      <a:pt x="72" y="37"/>
                      <a:pt x="72" y="41"/>
                    </a:cubicBezTo>
                    <a:cubicBezTo>
                      <a:pt x="71" y="45"/>
                      <a:pt x="69" y="47"/>
                      <a:pt x="66" y="51"/>
                    </a:cubicBezTo>
                    <a:cubicBezTo>
                      <a:pt x="64" y="55"/>
                      <a:pt x="65" y="60"/>
                      <a:pt x="58" y="61"/>
                    </a:cubicBezTo>
                    <a:cubicBezTo>
                      <a:pt x="52" y="61"/>
                      <a:pt x="52" y="56"/>
                      <a:pt x="46" y="57"/>
                    </a:cubicBezTo>
                    <a:cubicBezTo>
                      <a:pt x="41" y="58"/>
                      <a:pt x="40" y="65"/>
                      <a:pt x="35" y="66"/>
                    </a:cubicBezTo>
                    <a:cubicBezTo>
                      <a:pt x="29" y="67"/>
                      <a:pt x="28" y="63"/>
                      <a:pt x="25" y="60"/>
                    </a:cubicBezTo>
                    <a:cubicBezTo>
                      <a:pt x="20" y="56"/>
                      <a:pt x="16" y="59"/>
                      <a:pt x="12" y="58"/>
                    </a:cubicBezTo>
                    <a:cubicBezTo>
                      <a:pt x="8" y="56"/>
                      <a:pt x="9" y="51"/>
                      <a:pt x="9" y="47"/>
                    </a:cubicBezTo>
                    <a:cubicBezTo>
                      <a:pt x="9" y="42"/>
                      <a:pt x="6" y="41"/>
                      <a:pt x="4" y="37"/>
                    </a:cubicBezTo>
                    <a:cubicBezTo>
                      <a:pt x="0" y="29"/>
                      <a:pt x="4" y="17"/>
                      <a:pt x="11" y="12"/>
                    </a:cubicBezTo>
                    <a:cubicBezTo>
                      <a:pt x="15" y="9"/>
                      <a:pt x="19" y="9"/>
                      <a:pt x="23" y="7"/>
                    </a:cubicBezTo>
                    <a:cubicBezTo>
                      <a:pt x="27" y="4"/>
                      <a:pt x="30" y="1"/>
                      <a:pt x="35" y="2"/>
                    </a:cubicBezTo>
                    <a:cubicBezTo>
                      <a:pt x="38" y="3"/>
                      <a:pt x="38" y="5"/>
                      <a:pt x="42" y="5"/>
                    </a:cubicBezTo>
                    <a:cubicBezTo>
                      <a:pt x="44" y="5"/>
                      <a:pt x="46" y="2"/>
                      <a:pt x="49" y="1"/>
                    </a:cubicBezTo>
                    <a:cubicBezTo>
                      <a:pt x="54" y="0"/>
                      <a:pt x="58" y="0"/>
                      <a:pt x="62" y="4"/>
                    </a:cubicBezTo>
                    <a:cubicBezTo>
                      <a:pt x="65" y="7"/>
                      <a:pt x="69" y="10"/>
                      <a:pt x="72" y="13"/>
                    </a:cubicBez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8" name="Freeform 4000">
                <a:extLst>
                  <a:ext uri="{FF2B5EF4-FFF2-40B4-BE49-F238E27FC236}">
                    <a16:creationId xmlns:a16="http://schemas.microsoft.com/office/drawing/2014/main" id="{210CCED7-2156-47F3-9930-D16415CD0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787"/>
                <a:ext cx="48" cy="58"/>
              </a:xfrm>
              <a:custGeom>
                <a:avLst/>
                <a:gdLst>
                  <a:gd name="T0" fmla="*/ 5 w 31"/>
                  <a:gd name="T1" fmla="*/ 60 h 35"/>
                  <a:gd name="T2" fmla="*/ 8 w 31"/>
                  <a:gd name="T3" fmla="*/ 109 h 35"/>
                  <a:gd name="T4" fmla="*/ 48 w 31"/>
                  <a:gd name="T5" fmla="*/ 118 h 35"/>
                  <a:gd name="T6" fmla="*/ 74 w 31"/>
                  <a:gd name="T7" fmla="*/ 151 h 35"/>
                  <a:gd name="T8" fmla="*/ 115 w 31"/>
                  <a:gd name="T9" fmla="*/ 124 h 35"/>
                  <a:gd name="T10" fmla="*/ 74 w 31"/>
                  <a:gd name="T11" fmla="*/ 126 h 35"/>
                  <a:gd name="T12" fmla="*/ 62 w 31"/>
                  <a:gd name="T13" fmla="*/ 68 h 35"/>
                  <a:gd name="T14" fmla="*/ 45 w 31"/>
                  <a:gd name="T15" fmla="*/ 33 h 35"/>
                  <a:gd name="T16" fmla="*/ 56 w 31"/>
                  <a:gd name="T17" fmla="*/ 0 h 35"/>
                  <a:gd name="T18" fmla="*/ 29 w 31"/>
                  <a:gd name="T19" fmla="*/ 28 h 35"/>
                  <a:gd name="T20" fmla="*/ 22 w 31"/>
                  <a:gd name="T21" fmla="*/ 91 h 35"/>
                  <a:gd name="T22" fmla="*/ 5 w 31"/>
                  <a:gd name="T23" fmla="*/ 6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35">
                    <a:moveTo>
                      <a:pt x="1" y="13"/>
                    </a:moveTo>
                    <a:cubicBezTo>
                      <a:pt x="1" y="16"/>
                      <a:pt x="0" y="22"/>
                      <a:pt x="2" y="24"/>
                    </a:cubicBezTo>
                    <a:cubicBezTo>
                      <a:pt x="4" y="26"/>
                      <a:pt x="10" y="25"/>
                      <a:pt x="13" y="26"/>
                    </a:cubicBezTo>
                    <a:cubicBezTo>
                      <a:pt x="16" y="27"/>
                      <a:pt x="17" y="31"/>
                      <a:pt x="20" y="33"/>
                    </a:cubicBezTo>
                    <a:cubicBezTo>
                      <a:pt x="24" y="35"/>
                      <a:pt x="29" y="31"/>
                      <a:pt x="31" y="27"/>
                    </a:cubicBezTo>
                    <a:cubicBezTo>
                      <a:pt x="29" y="32"/>
                      <a:pt x="22" y="31"/>
                      <a:pt x="20" y="28"/>
                    </a:cubicBezTo>
                    <a:cubicBezTo>
                      <a:pt x="17" y="24"/>
                      <a:pt x="20" y="19"/>
                      <a:pt x="17" y="15"/>
                    </a:cubicBezTo>
                    <a:cubicBezTo>
                      <a:pt x="15" y="12"/>
                      <a:pt x="12" y="12"/>
                      <a:pt x="12" y="7"/>
                    </a:cubicBezTo>
                    <a:cubicBezTo>
                      <a:pt x="12" y="4"/>
                      <a:pt x="15" y="3"/>
                      <a:pt x="15" y="0"/>
                    </a:cubicBezTo>
                    <a:cubicBezTo>
                      <a:pt x="13" y="0"/>
                      <a:pt x="9" y="3"/>
                      <a:pt x="8" y="6"/>
                    </a:cubicBezTo>
                    <a:cubicBezTo>
                      <a:pt x="7" y="9"/>
                      <a:pt x="12" y="19"/>
                      <a:pt x="6" y="20"/>
                    </a:cubicBezTo>
                    <a:cubicBezTo>
                      <a:pt x="4" y="18"/>
                      <a:pt x="4" y="14"/>
                      <a:pt x="1" y="13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9" name="Freeform 4001">
                <a:extLst>
                  <a:ext uri="{FF2B5EF4-FFF2-40B4-BE49-F238E27FC236}">
                    <a16:creationId xmlns:a16="http://schemas.microsoft.com/office/drawing/2014/main" id="{0D724D95-0FED-479B-BE78-95B2DDCC6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800"/>
                <a:ext cx="32" cy="35"/>
              </a:xfrm>
              <a:custGeom>
                <a:avLst/>
                <a:gdLst>
                  <a:gd name="T0" fmla="*/ 5 w 21"/>
                  <a:gd name="T1" fmla="*/ 83 h 21"/>
                  <a:gd name="T2" fmla="*/ 32 w 21"/>
                  <a:gd name="T3" fmla="*/ 97 h 21"/>
                  <a:gd name="T4" fmla="*/ 49 w 21"/>
                  <a:gd name="T5" fmla="*/ 70 h 21"/>
                  <a:gd name="T6" fmla="*/ 70 w 21"/>
                  <a:gd name="T7" fmla="*/ 0 h 21"/>
                  <a:gd name="T8" fmla="*/ 56 w 21"/>
                  <a:gd name="T9" fmla="*/ 33 h 21"/>
                  <a:gd name="T10" fmla="*/ 41 w 21"/>
                  <a:gd name="T11" fmla="*/ 50 h 21"/>
                  <a:gd name="T12" fmla="*/ 21 w 21"/>
                  <a:gd name="T13" fmla="*/ 63 h 21"/>
                  <a:gd name="T14" fmla="*/ 0 w 21"/>
                  <a:gd name="T15" fmla="*/ 83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1">
                    <a:moveTo>
                      <a:pt x="1" y="18"/>
                    </a:moveTo>
                    <a:cubicBezTo>
                      <a:pt x="4" y="17"/>
                      <a:pt x="6" y="21"/>
                      <a:pt x="9" y="21"/>
                    </a:cubicBezTo>
                    <a:cubicBezTo>
                      <a:pt x="12" y="21"/>
                      <a:pt x="13" y="17"/>
                      <a:pt x="14" y="15"/>
                    </a:cubicBezTo>
                    <a:cubicBezTo>
                      <a:pt x="16" y="10"/>
                      <a:pt x="21" y="6"/>
                      <a:pt x="20" y="0"/>
                    </a:cubicBezTo>
                    <a:cubicBezTo>
                      <a:pt x="19" y="2"/>
                      <a:pt x="19" y="5"/>
                      <a:pt x="16" y="7"/>
                    </a:cubicBezTo>
                    <a:cubicBezTo>
                      <a:pt x="14" y="9"/>
                      <a:pt x="13" y="9"/>
                      <a:pt x="12" y="11"/>
                    </a:cubicBezTo>
                    <a:cubicBezTo>
                      <a:pt x="10" y="14"/>
                      <a:pt x="9" y="14"/>
                      <a:pt x="6" y="14"/>
                    </a:cubicBezTo>
                    <a:cubicBezTo>
                      <a:pt x="4" y="15"/>
                      <a:pt x="1" y="16"/>
                      <a:pt x="0" y="18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0" name="Freeform 4002">
                <a:extLst>
                  <a:ext uri="{FF2B5EF4-FFF2-40B4-BE49-F238E27FC236}">
                    <a16:creationId xmlns:a16="http://schemas.microsoft.com/office/drawing/2014/main" id="{2FEC5A3D-2C74-48BA-8DEF-F5D179650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749"/>
                <a:ext cx="21" cy="43"/>
              </a:xfrm>
              <a:custGeom>
                <a:avLst/>
                <a:gdLst>
                  <a:gd name="T0" fmla="*/ 18 w 14"/>
                  <a:gd name="T1" fmla="*/ 20 h 26"/>
                  <a:gd name="T2" fmla="*/ 39 w 14"/>
                  <a:gd name="T3" fmla="*/ 68 h 26"/>
                  <a:gd name="T4" fmla="*/ 45 w 14"/>
                  <a:gd name="T5" fmla="*/ 99 h 26"/>
                  <a:gd name="T6" fmla="*/ 26 w 14"/>
                  <a:gd name="T7" fmla="*/ 117 h 26"/>
                  <a:gd name="T8" fmla="*/ 26 w 14"/>
                  <a:gd name="T9" fmla="*/ 60 h 26"/>
                  <a:gd name="T10" fmla="*/ 14 w 14"/>
                  <a:gd name="T11" fmla="*/ 28 h 26"/>
                  <a:gd name="T12" fmla="*/ 0 w 14"/>
                  <a:gd name="T13" fmla="*/ 0 h 26"/>
                  <a:gd name="T14" fmla="*/ 14 w 14"/>
                  <a:gd name="T15" fmla="*/ 13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6">
                    <a:moveTo>
                      <a:pt x="5" y="4"/>
                    </a:moveTo>
                    <a:cubicBezTo>
                      <a:pt x="8" y="7"/>
                      <a:pt x="10" y="11"/>
                      <a:pt x="11" y="15"/>
                    </a:cubicBezTo>
                    <a:cubicBezTo>
                      <a:pt x="12" y="18"/>
                      <a:pt x="14" y="20"/>
                      <a:pt x="13" y="22"/>
                    </a:cubicBezTo>
                    <a:cubicBezTo>
                      <a:pt x="12" y="25"/>
                      <a:pt x="10" y="25"/>
                      <a:pt x="7" y="26"/>
                    </a:cubicBezTo>
                    <a:cubicBezTo>
                      <a:pt x="12" y="22"/>
                      <a:pt x="10" y="18"/>
                      <a:pt x="7" y="13"/>
                    </a:cubicBezTo>
                    <a:cubicBezTo>
                      <a:pt x="6" y="11"/>
                      <a:pt x="6" y="8"/>
                      <a:pt x="4" y="6"/>
                    </a:cubicBezTo>
                    <a:cubicBezTo>
                      <a:pt x="3" y="4"/>
                      <a:pt x="1" y="2"/>
                      <a:pt x="0" y="0"/>
                    </a:cubicBezTo>
                    <a:cubicBezTo>
                      <a:pt x="2" y="0"/>
                      <a:pt x="3" y="2"/>
                      <a:pt x="4" y="3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1" name="Freeform 4003">
                <a:extLst>
                  <a:ext uri="{FF2B5EF4-FFF2-40B4-BE49-F238E27FC236}">
                    <a16:creationId xmlns:a16="http://schemas.microsoft.com/office/drawing/2014/main" id="{5EA6F087-04BB-4752-B015-313A9F6CF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736"/>
                <a:ext cx="17" cy="11"/>
              </a:xfrm>
              <a:custGeom>
                <a:avLst/>
                <a:gdLst>
                  <a:gd name="T0" fmla="*/ 0 w 11"/>
                  <a:gd name="T1" fmla="*/ 27 h 7"/>
                  <a:gd name="T2" fmla="*/ 40 w 11"/>
                  <a:gd name="T3" fmla="*/ 14 h 7"/>
                  <a:gd name="T4" fmla="*/ 29 w 11"/>
                  <a:gd name="T5" fmla="*/ 14 h 7"/>
                  <a:gd name="T6" fmla="*/ 22 w 11"/>
                  <a:gd name="T7" fmla="*/ 27 h 7"/>
                  <a:gd name="T8" fmla="*/ 0 w 11"/>
                  <a:gd name="T9" fmla="*/ 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5"/>
                      <a:pt x="8" y="0"/>
                      <a:pt x="11" y="4"/>
                    </a:cubicBezTo>
                    <a:cubicBezTo>
                      <a:pt x="10" y="4"/>
                      <a:pt x="9" y="4"/>
                      <a:pt x="8" y="4"/>
                    </a:cubicBezTo>
                    <a:cubicBezTo>
                      <a:pt x="7" y="5"/>
                      <a:pt x="7" y="6"/>
                      <a:pt x="6" y="7"/>
                    </a:cubicBezTo>
                    <a:cubicBezTo>
                      <a:pt x="4" y="7"/>
                      <a:pt x="2" y="6"/>
                      <a:pt x="0" y="7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2" name="Freeform 4004">
                <a:extLst>
                  <a:ext uri="{FF2B5EF4-FFF2-40B4-BE49-F238E27FC236}">
                    <a16:creationId xmlns:a16="http://schemas.microsoft.com/office/drawing/2014/main" id="{082DDD08-DFD5-4B36-AE5A-DB454D2C3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761"/>
                <a:ext cx="20" cy="19"/>
              </a:xfrm>
              <a:custGeom>
                <a:avLst/>
                <a:gdLst>
                  <a:gd name="T0" fmla="*/ 14 w 13"/>
                  <a:gd name="T1" fmla="*/ 8 h 12"/>
                  <a:gd name="T2" fmla="*/ 26 w 13"/>
                  <a:gd name="T3" fmla="*/ 21 h 12"/>
                  <a:gd name="T4" fmla="*/ 26 w 13"/>
                  <a:gd name="T5" fmla="*/ 48 h 12"/>
                  <a:gd name="T6" fmla="*/ 0 w 1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4" y="2"/>
                    </a:moveTo>
                    <a:cubicBezTo>
                      <a:pt x="5" y="2"/>
                      <a:pt x="7" y="5"/>
                      <a:pt x="7" y="5"/>
                    </a:cubicBezTo>
                    <a:cubicBezTo>
                      <a:pt x="8" y="7"/>
                      <a:pt x="7" y="10"/>
                      <a:pt x="7" y="12"/>
                    </a:cubicBezTo>
                    <a:cubicBezTo>
                      <a:pt x="13" y="6"/>
                      <a:pt x="7" y="0"/>
                      <a:pt x="0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3" name="Freeform 4005">
                <a:extLst>
                  <a:ext uri="{FF2B5EF4-FFF2-40B4-BE49-F238E27FC236}">
                    <a16:creationId xmlns:a16="http://schemas.microsoft.com/office/drawing/2014/main" id="{6A405ACE-DA8A-4F8E-8A7A-8C025DE97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805"/>
                <a:ext cx="19" cy="18"/>
              </a:xfrm>
              <a:custGeom>
                <a:avLst/>
                <a:gdLst>
                  <a:gd name="T0" fmla="*/ 0 w 12"/>
                  <a:gd name="T1" fmla="*/ 5 h 11"/>
                  <a:gd name="T2" fmla="*/ 35 w 12"/>
                  <a:gd name="T3" fmla="*/ 8 h 11"/>
                  <a:gd name="T4" fmla="*/ 43 w 12"/>
                  <a:gd name="T5" fmla="*/ 47 h 11"/>
                  <a:gd name="T6" fmla="*/ 33 w 12"/>
                  <a:gd name="T7" fmla="*/ 26 h 11"/>
                  <a:gd name="T8" fmla="*/ 0 w 12"/>
                  <a:gd name="T9" fmla="*/ 2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1"/>
                    </a:moveTo>
                    <a:cubicBezTo>
                      <a:pt x="3" y="4"/>
                      <a:pt x="6" y="0"/>
                      <a:pt x="9" y="2"/>
                    </a:cubicBezTo>
                    <a:cubicBezTo>
                      <a:pt x="12" y="3"/>
                      <a:pt x="11" y="9"/>
                      <a:pt x="11" y="11"/>
                    </a:cubicBezTo>
                    <a:cubicBezTo>
                      <a:pt x="11" y="9"/>
                      <a:pt x="10" y="6"/>
                      <a:pt x="8" y="6"/>
                    </a:cubicBezTo>
                    <a:cubicBezTo>
                      <a:pt x="5" y="5"/>
                      <a:pt x="2" y="9"/>
                      <a:pt x="0" y="5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4" name="Freeform 4006">
                <a:extLst>
                  <a:ext uri="{FF2B5EF4-FFF2-40B4-BE49-F238E27FC236}">
                    <a16:creationId xmlns:a16="http://schemas.microsoft.com/office/drawing/2014/main" id="{E43325AD-EF84-4B4A-BD1E-8D785EF44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746"/>
                <a:ext cx="42" cy="39"/>
              </a:xfrm>
              <a:custGeom>
                <a:avLst/>
                <a:gdLst>
                  <a:gd name="T0" fmla="*/ 0 w 27"/>
                  <a:gd name="T1" fmla="*/ 102 h 24"/>
                  <a:gd name="T2" fmla="*/ 39 w 27"/>
                  <a:gd name="T3" fmla="*/ 29 h 24"/>
                  <a:gd name="T4" fmla="*/ 68 w 27"/>
                  <a:gd name="T5" fmla="*/ 18 h 24"/>
                  <a:gd name="T6" fmla="*/ 101 w 27"/>
                  <a:gd name="T7" fmla="*/ 0 h 24"/>
                  <a:gd name="T8" fmla="*/ 87 w 27"/>
                  <a:gd name="T9" fmla="*/ 8 h 24"/>
                  <a:gd name="T10" fmla="*/ 73 w 27"/>
                  <a:gd name="T11" fmla="*/ 29 h 24"/>
                  <a:gd name="T12" fmla="*/ 39 w 27"/>
                  <a:gd name="T13" fmla="*/ 42 h 24"/>
                  <a:gd name="T14" fmla="*/ 0 w 27"/>
                  <a:gd name="T15" fmla="*/ 102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1" y="17"/>
                      <a:pt x="2" y="11"/>
                      <a:pt x="10" y="7"/>
                    </a:cubicBezTo>
                    <a:cubicBezTo>
                      <a:pt x="12" y="6"/>
                      <a:pt x="15" y="6"/>
                      <a:pt x="18" y="4"/>
                    </a:cubicBezTo>
                    <a:cubicBezTo>
                      <a:pt x="21" y="3"/>
                      <a:pt x="23" y="0"/>
                      <a:pt x="27" y="0"/>
                    </a:cubicBezTo>
                    <a:cubicBezTo>
                      <a:pt x="26" y="1"/>
                      <a:pt x="24" y="1"/>
                      <a:pt x="23" y="2"/>
                    </a:cubicBezTo>
                    <a:cubicBezTo>
                      <a:pt x="21" y="4"/>
                      <a:pt x="21" y="5"/>
                      <a:pt x="19" y="7"/>
                    </a:cubicBezTo>
                    <a:cubicBezTo>
                      <a:pt x="17" y="9"/>
                      <a:pt x="13" y="9"/>
                      <a:pt x="10" y="10"/>
                    </a:cubicBezTo>
                    <a:cubicBezTo>
                      <a:pt x="6" y="13"/>
                      <a:pt x="0" y="19"/>
                      <a:pt x="0" y="24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5" name="Freeform 4007">
                <a:extLst>
                  <a:ext uri="{FF2B5EF4-FFF2-40B4-BE49-F238E27FC236}">
                    <a16:creationId xmlns:a16="http://schemas.microsoft.com/office/drawing/2014/main" id="{B6716B93-D257-4C55-9D41-8739C01A4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2777"/>
                <a:ext cx="15" cy="21"/>
              </a:xfrm>
              <a:custGeom>
                <a:avLst/>
                <a:gdLst>
                  <a:gd name="T0" fmla="*/ 32 w 10"/>
                  <a:gd name="T1" fmla="*/ 0 h 13"/>
                  <a:gd name="T2" fmla="*/ 26 w 10"/>
                  <a:gd name="T3" fmla="*/ 8 h 13"/>
                  <a:gd name="T4" fmla="*/ 18 w 10"/>
                  <a:gd name="T5" fmla="*/ 26 h 13"/>
                  <a:gd name="T6" fmla="*/ 14 w 10"/>
                  <a:gd name="T7" fmla="*/ 55 h 13"/>
                  <a:gd name="T8" fmla="*/ 26 w 10"/>
                  <a:gd name="T9" fmla="*/ 29 h 13"/>
                  <a:gd name="T10" fmla="*/ 35 w 10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3">
                    <a:moveTo>
                      <a:pt x="9" y="0"/>
                    </a:moveTo>
                    <a:cubicBezTo>
                      <a:pt x="9" y="0"/>
                      <a:pt x="7" y="1"/>
                      <a:pt x="7" y="2"/>
                    </a:cubicBezTo>
                    <a:cubicBezTo>
                      <a:pt x="6" y="3"/>
                      <a:pt x="6" y="4"/>
                      <a:pt x="5" y="6"/>
                    </a:cubicBezTo>
                    <a:cubicBezTo>
                      <a:pt x="4" y="7"/>
                      <a:pt x="0" y="12"/>
                      <a:pt x="4" y="13"/>
                    </a:cubicBezTo>
                    <a:cubicBezTo>
                      <a:pt x="2" y="11"/>
                      <a:pt x="6" y="9"/>
                      <a:pt x="7" y="7"/>
                    </a:cubicBezTo>
                    <a:cubicBezTo>
                      <a:pt x="8" y="4"/>
                      <a:pt x="7" y="2"/>
                      <a:pt x="10" y="0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6" name="Freeform 4008">
                <a:extLst>
                  <a:ext uri="{FF2B5EF4-FFF2-40B4-BE49-F238E27FC236}">
                    <a16:creationId xmlns:a16="http://schemas.microsoft.com/office/drawing/2014/main" id="{76AD6DF0-BD6D-442C-B8AD-A1786C6C3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764"/>
                <a:ext cx="11" cy="6"/>
              </a:xfrm>
              <a:custGeom>
                <a:avLst/>
                <a:gdLst>
                  <a:gd name="T0" fmla="*/ 0 w 7"/>
                  <a:gd name="T1" fmla="*/ 0 h 4"/>
                  <a:gd name="T2" fmla="*/ 20 w 7"/>
                  <a:gd name="T3" fmla="*/ 5 h 4"/>
                  <a:gd name="T4" fmla="*/ 27 w 7"/>
                  <a:gd name="T5" fmla="*/ 14 h 4"/>
                  <a:gd name="T6" fmla="*/ 0 w 7"/>
                  <a:gd name="T7" fmla="*/ 5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0"/>
                      <a:pt x="4" y="0"/>
                      <a:pt x="5" y="1"/>
                    </a:cubicBezTo>
                    <a:cubicBezTo>
                      <a:pt x="7" y="2"/>
                      <a:pt x="6" y="3"/>
                      <a:pt x="7" y="4"/>
                    </a:cubicBezTo>
                    <a:cubicBezTo>
                      <a:pt x="5" y="3"/>
                      <a:pt x="3" y="1"/>
                      <a:pt x="0" y="1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7" name="Freeform 4009">
                <a:extLst>
                  <a:ext uri="{FF2B5EF4-FFF2-40B4-BE49-F238E27FC236}">
                    <a16:creationId xmlns:a16="http://schemas.microsoft.com/office/drawing/2014/main" id="{7D3B1FD3-4529-4DAD-B7F2-1F3CF69FA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820"/>
                <a:ext cx="26" cy="18"/>
              </a:xfrm>
              <a:custGeom>
                <a:avLst/>
                <a:gdLst>
                  <a:gd name="T0" fmla="*/ 0 w 17"/>
                  <a:gd name="T1" fmla="*/ 8 h 11"/>
                  <a:gd name="T2" fmla="*/ 32 w 17"/>
                  <a:gd name="T3" fmla="*/ 26 h 11"/>
                  <a:gd name="T4" fmla="*/ 61 w 17"/>
                  <a:gd name="T5" fmla="*/ 47 h 11"/>
                  <a:gd name="T6" fmla="*/ 54 w 17"/>
                  <a:gd name="T7" fmla="*/ 21 h 11"/>
                  <a:gd name="T8" fmla="*/ 49 w 17"/>
                  <a:gd name="T9" fmla="*/ 5 h 11"/>
                  <a:gd name="T10" fmla="*/ 43 w 17"/>
                  <a:gd name="T11" fmla="*/ 5 h 11"/>
                  <a:gd name="T12" fmla="*/ 40 w 17"/>
                  <a:gd name="T13" fmla="*/ 13 h 11"/>
                  <a:gd name="T14" fmla="*/ 28 w 17"/>
                  <a:gd name="T15" fmla="*/ 18 h 11"/>
                  <a:gd name="T16" fmla="*/ 8 w 17"/>
                  <a:gd name="T17" fmla="*/ 1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11">
                    <a:moveTo>
                      <a:pt x="0" y="2"/>
                    </a:moveTo>
                    <a:cubicBezTo>
                      <a:pt x="1" y="7"/>
                      <a:pt x="6" y="6"/>
                      <a:pt x="9" y="6"/>
                    </a:cubicBezTo>
                    <a:cubicBezTo>
                      <a:pt x="13" y="6"/>
                      <a:pt x="14" y="8"/>
                      <a:pt x="17" y="11"/>
                    </a:cubicBezTo>
                    <a:cubicBezTo>
                      <a:pt x="15" y="9"/>
                      <a:pt x="15" y="7"/>
                      <a:pt x="15" y="5"/>
                    </a:cubicBezTo>
                    <a:cubicBezTo>
                      <a:pt x="14" y="4"/>
                      <a:pt x="14" y="3"/>
                      <a:pt x="14" y="1"/>
                    </a:cubicBezTo>
                    <a:cubicBezTo>
                      <a:pt x="13" y="0"/>
                      <a:pt x="13" y="0"/>
                      <a:pt x="12" y="1"/>
                    </a:cubicBezTo>
                    <a:cubicBezTo>
                      <a:pt x="12" y="1"/>
                      <a:pt x="11" y="2"/>
                      <a:pt x="11" y="3"/>
                    </a:cubicBezTo>
                    <a:cubicBezTo>
                      <a:pt x="10" y="3"/>
                      <a:pt x="9" y="4"/>
                      <a:pt x="8" y="4"/>
                    </a:cubicBezTo>
                    <a:cubicBezTo>
                      <a:pt x="6" y="5"/>
                      <a:pt x="4" y="5"/>
                      <a:pt x="2" y="4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8" name="Freeform 4010">
                <a:extLst>
                  <a:ext uri="{FF2B5EF4-FFF2-40B4-BE49-F238E27FC236}">
                    <a16:creationId xmlns:a16="http://schemas.microsoft.com/office/drawing/2014/main" id="{D403B708-AF9B-4283-929E-18210606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822"/>
                <a:ext cx="18" cy="13"/>
              </a:xfrm>
              <a:custGeom>
                <a:avLst/>
                <a:gdLst>
                  <a:gd name="T0" fmla="*/ 14 w 12"/>
                  <a:gd name="T1" fmla="*/ 21 h 8"/>
                  <a:gd name="T2" fmla="*/ 27 w 12"/>
                  <a:gd name="T3" fmla="*/ 34 h 8"/>
                  <a:gd name="T4" fmla="*/ 41 w 12"/>
                  <a:gd name="T5" fmla="*/ 21 h 8"/>
                  <a:gd name="T6" fmla="*/ 27 w 12"/>
                  <a:gd name="T7" fmla="*/ 0 h 8"/>
                  <a:gd name="T8" fmla="*/ 14 w 12"/>
                  <a:gd name="T9" fmla="*/ 8 h 8"/>
                  <a:gd name="T10" fmla="*/ 0 w 12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4" y="5"/>
                    </a:moveTo>
                    <a:cubicBezTo>
                      <a:pt x="5" y="6"/>
                      <a:pt x="6" y="7"/>
                      <a:pt x="8" y="8"/>
                    </a:cubicBezTo>
                    <a:cubicBezTo>
                      <a:pt x="10" y="8"/>
                      <a:pt x="11" y="7"/>
                      <a:pt x="12" y="5"/>
                    </a:cubicBezTo>
                    <a:cubicBezTo>
                      <a:pt x="8" y="6"/>
                      <a:pt x="6" y="4"/>
                      <a:pt x="8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3" y="3"/>
                      <a:pt x="1" y="4"/>
                      <a:pt x="0" y="5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9" name="Freeform 4011">
                <a:extLst>
                  <a:ext uri="{FF2B5EF4-FFF2-40B4-BE49-F238E27FC236}">
                    <a16:creationId xmlns:a16="http://schemas.microsoft.com/office/drawing/2014/main" id="{09EAE688-A90A-491E-8BD9-3CF08887E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762"/>
                <a:ext cx="9" cy="28"/>
              </a:xfrm>
              <a:custGeom>
                <a:avLst/>
                <a:gdLst>
                  <a:gd name="T0" fmla="*/ 0 w 6"/>
                  <a:gd name="T1" fmla="*/ 0 h 17"/>
                  <a:gd name="T2" fmla="*/ 12 w 6"/>
                  <a:gd name="T3" fmla="*/ 21 h 17"/>
                  <a:gd name="T4" fmla="*/ 21 w 6"/>
                  <a:gd name="T5" fmla="*/ 43 h 17"/>
                  <a:gd name="T6" fmla="*/ 21 w 6"/>
                  <a:gd name="T7" fmla="*/ 68 h 17"/>
                  <a:gd name="T8" fmla="*/ 5 w 6"/>
                  <a:gd name="T9" fmla="*/ 76 h 17"/>
                  <a:gd name="T10" fmla="*/ 14 w 6"/>
                  <a:gd name="T11" fmla="*/ 41 h 17"/>
                  <a:gd name="T12" fmla="*/ 8 w 6"/>
                  <a:gd name="T13" fmla="*/ 20 h 17"/>
                  <a:gd name="T14" fmla="*/ 0 w 6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1" y="1"/>
                      <a:pt x="3" y="3"/>
                      <a:pt x="3" y="5"/>
                    </a:cubicBezTo>
                    <a:cubicBezTo>
                      <a:pt x="4" y="6"/>
                      <a:pt x="5" y="8"/>
                      <a:pt x="6" y="10"/>
                    </a:cubicBezTo>
                    <a:cubicBezTo>
                      <a:pt x="6" y="11"/>
                      <a:pt x="6" y="14"/>
                      <a:pt x="6" y="15"/>
                    </a:cubicBezTo>
                    <a:cubicBezTo>
                      <a:pt x="5" y="16"/>
                      <a:pt x="3" y="17"/>
                      <a:pt x="1" y="17"/>
                    </a:cubicBezTo>
                    <a:cubicBezTo>
                      <a:pt x="5" y="15"/>
                      <a:pt x="5" y="12"/>
                      <a:pt x="4" y="9"/>
                    </a:cubicBezTo>
                    <a:cubicBezTo>
                      <a:pt x="3" y="8"/>
                      <a:pt x="3" y="6"/>
                      <a:pt x="2" y="4"/>
                    </a:cubicBez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0" name="Freeform 4012">
                <a:extLst>
                  <a:ext uri="{FF2B5EF4-FFF2-40B4-BE49-F238E27FC236}">
                    <a16:creationId xmlns:a16="http://schemas.microsoft.com/office/drawing/2014/main" id="{8BF73E95-5528-442D-AF7E-4483812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737"/>
                <a:ext cx="124" cy="111"/>
              </a:xfrm>
              <a:custGeom>
                <a:avLst/>
                <a:gdLst>
                  <a:gd name="T0" fmla="*/ 270 w 80"/>
                  <a:gd name="T1" fmla="*/ 60 h 67"/>
                  <a:gd name="T2" fmla="*/ 291 w 80"/>
                  <a:gd name="T3" fmla="*/ 139 h 67"/>
                  <a:gd name="T4" fmla="*/ 271 w 80"/>
                  <a:gd name="T5" fmla="*/ 159 h 67"/>
                  <a:gd name="T6" fmla="*/ 270 w 80"/>
                  <a:gd name="T7" fmla="*/ 187 h 67"/>
                  <a:gd name="T8" fmla="*/ 245 w 80"/>
                  <a:gd name="T9" fmla="*/ 230 h 67"/>
                  <a:gd name="T10" fmla="*/ 217 w 80"/>
                  <a:gd name="T11" fmla="*/ 277 h 67"/>
                  <a:gd name="T12" fmla="*/ 171 w 80"/>
                  <a:gd name="T13" fmla="*/ 258 h 67"/>
                  <a:gd name="T14" fmla="*/ 130 w 80"/>
                  <a:gd name="T15" fmla="*/ 300 h 67"/>
                  <a:gd name="T16" fmla="*/ 93 w 80"/>
                  <a:gd name="T17" fmla="*/ 272 h 67"/>
                  <a:gd name="T18" fmla="*/ 45 w 80"/>
                  <a:gd name="T19" fmla="*/ 263 h 67"/>
                  <a:gd name="T20" fmla="*/ 34 w 80"/>
                  <a:gd name="T21" fmla="*/ 214 h 67"/>
                  <a:gd name="T22" fmla="*/ 14 w 80"/>
                  <a:gd name="T23" fmla="*/ 167 h 67"/>
                  <a:gd name="T24" fmla="*/ 40 w 80"/>
                  <a:gd name="T25" fmla="*/ 55 h 67"/>
                  <a:gd name="T26" fmla="*/ 87 w 80"/>
                  <a:gd name="T27" fmla="*/ 33 h 67"/>
                  <a:gd name="T28" fmla="*/ 130 w 80"/>
                  <a:gd name="T29" fmla="*/ 8 h 67"/>
                  <a:gd name="T30" fmla="*/ 157 w 80"/>
                  <a:gd name="T31" fmla="*/ 22 h 67"/>
                  <a:gd name="T32" fmla="*/ 183 w 80"/>
                  <a:gd name="T33" fmla="*/ 5 h 67"/>
                  <a:gd name="T34" fmla="*/ 231 w 80"/>
                  <a:gd name="T35" fmla="*/ 20 h 67"/>
                  <a:gd name="T36" fmla="*/ 270 w 80"/>
                  <a:gd name="T37" fmla="*/ 60 h 6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" h="67">
                    <a:moveTo>
                      <a:pt x="72" y="13"/>
                    </a:moveTo>
                    <a:cubicBezTo>
                      <a:pt x="74" y="17"/>
                      <a:pt x="80" y="26"/>
                      <a:pt x="78" y="31"/>
                    </a:cubicBezTo>
                    <a:cubicBezTo>
                      <a:pt x="77" y="34"/>
                      <a:pt x="75" y="33"/>
                      <a:pt x="73" y="35"/>
                    </a:cubicBezTo>
                    <a:cubicBezTo>
                      <a:pt x="70" y="38"/>
                      <a:pt x="72" y="37"/>
                      <a:pt x="72" y="41"/>
                    </a:cubicBezTo>
                    <a:cubicBezTo>
                      <a:pt x="71" y="45"/>
                      <a:pt x="69" y="47"/>
                      <a:pt x="66" y="51"/>
                    </a:cubicBezTo>
                    <a:cubicBezTo>
                      <a:pt x="64" y="55"/>
                      <a:pt x="65" y="60"/>
                      <a:pt x="58" y="61"/>
                    </a:cubicBezTo>
                    <a:cubicBezTo>
                      <a:pt x="52" y="61"/>
                      <a:pt x="52" y="56"/>
                      <a:pt x="46" y="57"/>
                    </a:cubicBezTo>
                    <a:cubicBezTo>
                      <a:pt x="41" y="58"/>
                      <a:pt x="40" y="65"/>
                      <a:pt x="35" y="66"/>
                    </a:cubicBezTo>
                    <a:cubicBezTo>
                      <a:pt x="29" y="67"/>
                      <a:pt x="28" y="63"/>
                      <a:pt x="25" y="60"/>
                    </a:cubicBezTo>
                    <a:cubicBezTo>
                      <a:pt x="20" y="56"/>
                      <a:pt x="16" y="59"/>
                      <a:pt x="12" y="58"/>
                    </a:cubicBezTo>
                    <a:cubicBezTo>
                      <a:pt x="8" y="56"/>
                      <a:pt x="9" y="51"/>
                      <a:pt x="9" y="47"/>
                    </a:cubicBezTo>
                    <a:cubicBezTo>
                      <a:pt x="9" y="42"/>
                      <a:pt x="6" y="41"/>
                      <a:pt x="4" y="37"/>
                    </a:cubicBezTo>
                    <a:cubicBezTo>
                      <a:pt x="0" y="29"/>
                      <a:pt x="4" y="17"/>
                      <a:pt x="11" y="12"/>
                    </a:cubicBezTo>
                    <a:cubicBezTo>
                      <a:pt x="15" y="9"/>
                      <a:pt x="19" y="9"/>
                      <a:pt x="23" y="7"/>
                    </a:cubicBezTo>
                    <a:cubicBezTo>
                      <a:pt x="27" y="4"/>
                      <a:pt x="30" y="1"/>
                      <a:pt x="35" y="2"/>
                    </a:cubicBezTo>
                    <a:cubicBezTo>
                      <a:pt x="38" y="3"/>
                      <a:pt x="38" y="5"/>
                      <a:pt x="42" y="5"/>
                    </a:cubicBezTo>
                    <a:cubicBezTo>
                      <a:pt x="44" y="5"/>
                      <a:pt x="46" y="2"/>
                      <a:pt x="49" y="1"/>
                    </a:cubicBezTo>
                    <a:cubicBezTo>
                      <a:pt x="54" y="0"/>
                      <a:pt x="58" y="0"/>
                      <a:pt x="62" y="4"/>
                    </a:cubicBezTo>
                    <a:cubicBezTo>
                      <a:pt x="65" y="7"/>
                      <a:pt x="69" y="10"/>
                      <a:pt x="72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1" name="Freeform 4013">
                <a:extLst>
                  <a:ext uri="{FF2B5EF4-FFF2-40B4-BE49-F238E27FC236}">
                    <a16:creationId xmlns:a16="http://schemas.microsoft.com/office/drawing/2014/main" id="{2282FF7D-9E45-421F-8E6F-AF3085F6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818"/>
                <a:ext cx="22" cy="15"/>
              </a:xfrm>
              <a:custGeom>
                <a:avLst/>
                <a:gdLst>
                  <a:gd name="T0" fmla="*/ 0 w 14"/>
                  <a:gd name="T1" fmla="*/ 42 h 9"/>
                  <a:gd name="T2" fmla="*/ 55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6" y="5"/>
                      <a:pt x="8" y="2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2" name="Freeform 4014">
                <a:extLst>
                  <a:ext uri="{FF2B5EF4-FFF2-40B4-BE49-F238E27FC236}">
                    <a16:creationId xmlns:a16="http://schemas.microsoft.com/office/drawing/2014/main" id="{465E8E9B-31B0-4E57-8598-F1E1AC661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744"/>
                <a:ext cx="14" cy="7"/>
              </a:xfrm>
              <a:custGeom>
                <a:avLst/>
                <a:gdLst>
                  <a:gd name="T0" fmla="*/ 34 w 9"/>
                  <a:gd name="T1" fmla="*/ 16 h 4"/>
                  <a:gd name="T2" fmla="*/ 0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3"/>
                    </a:moveTo>
                    <a:cubicBezTo>
                      <a:pt x="6" y="4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3" name="Freeform 4015">
                <a:extLst>
                  <a:ext uri="{FF2B5EF4-FFF2-40B4-BE49-F238E27FC236}">
                    <a16:creationId xmlns:a16="http://schemas.microsoft.com/office/drawing/2014/main" id="{30DB14EF-4DA7-45B2-A14E-BC21BD0C3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772"/>
                <a:ext cx="26" cy="40"/>
              </a:xfrm>
              <a:custGeom>
                <a:avLst/>
                <a:gdLst>
                  <a:gd name="T0" fmla="*/ 61 w 17"/>
                  <a:gd name="T1" fmla="*/ 0 h 24"/>
                  <a:gd name="T2" fmla="*/ 28 w 17"/>
                  <a:gd name="T3" fmla="*/ 20 h 24"/>
                  <a:gd name="T4" fmla="*/ 26 w 17"/>
                  <a:gd name="T5" fmla="*/ 37 h 24"/>
                  <a:gd name="T6" fmla="*/ 14 w 17"/>
                  <a:gd name="T7" fmla="*/ 50 h 24"/>
                  <a:gd name="T8" fmla="*/ 12 w 17"/>
                  <a:gd name="T9" fmla="*/ 88 h 24"/>
                  <a:gd name="T10" fmla="*/ 43 w 17"/>
                  <a:gd name="T11" fmla="*/ 11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4">
                    <a:moveTo>
                      <a:pt x="17" y="0"/>
                    </a:moveTo>
                    <a:cubicBezTo>
                      <a:pt x="14" y="0"/>
                      <a:pt x="9" y="2"/>
                      <a:pt x="8" y="4"/>
                    </a:cubicBezTo>
                    <a:cubicBezTo>
                      <a:pt x="7" y="5"/>
                      <a:pt x="7" y="6"/>
                      <a:pt x="7" y="8"/>
                    </a:cubicBezTo>
                    <a:cubicBezTo>
                      <a:pt x="6" y="9"/>
                      <a:pt x="5" y="10"/>
                      <a:pt x="4" y="11"/>
                    </a:cubicBezTo>
                    <a:cubicBezTo>
                      <a:pt x="3" y="14"/>
                      <a:pt x="0" y="17"/>
                      <a:pt x="3" y="19"/>
                    </a:cubicBezTo>
                    <a:cubicBezTo>
                      <a:pt x="6" y="22"/>
                      <a:pt x="12" y="20"/>
                      <a:pt x="12" y="24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4" name="Freeform 4016">
                <a:extLst>
                  <a:ext uri="{FF2B5EF4-FFF2-40B4-BE49-F238E27FC236}">
                    <a16:creationId xmlns:a16="http://schemas.microsoft.com/office/drawing/2014/main" id="{CAEA194B-78E0-4661-8E33-5D990091F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759"/>
                <a:ext cx="27" cy="20"/>
              </a:xfrm>
              <a:custGeom>
                <a:avLst/>
                <a:gdLst>
                  <a:gd name="T0" fmla="*/ 48 w 17"/>
                  <a:gd name="T1" fmla="*/ 55 h 12"/>
                  <a:gd name="T2" fmla="*/ 33 w 17"/>
                  <a:gd name="T3" fmla="*/ 8 h 12"/>
                  <a:gd name="T4" fmla="*/ 0 w 17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12" y="12"/>
                    </a:moveTo>
                    <a:cubicBezTo>
                      <a:pt x="17" y="9"/>
                      <a:pt x="11" y="4"/>
                      <a:pt x="8" y="2"/>
                    </a:cubicBezTo>
                    <a:cubicBezTo>
                      <a:pt x="5" y="0"/>
                      <a:pt x="3" y="2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5" name="Freeform 4017">
                <a:extLst>
                  <a:ext uri="{FF2B5EF4-FFF2-40B4-BE49-F238E27FC236}">
                    <a16:creationId xmlns:a16="http://schemas.microsoft.com/office/drawing/2014/main" id="{7EBFF6C5-6813-4EC8-A7F0-F25F436A4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759"/>
                <a:ext cx="5" cy="6"/>
              </a:xfrm>
              <a:custGeom>
                <a:avLst/>
                <a:gdLst>
                  <a:gd name="T0" fmla="*/ 0 w 3"/>
                  <a:gd name="T1" fmla="*/ 12 h 4"/>
                  <a:gd name="T2" fmla="*/ 8 w 3"/>
                  <a:gd name="T3" fmla="*/ 0 h 4"/>
                  <a:gd name="T4" fmla="*/ 5 w 3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1"/>
                      <a:pt x="1" y="3"/>
                      <a:pt x="1" y="4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6" name="Freeform 4018">
                <a:extLst>
                  <a:ext uri="{FF2B5EF4-FFF2-40B4-BE49-F238E27FC236}">
                    <a16:creationId xmlns:a16="http://schemas.microsoft.com/office/drawing/2014/main" id="{4D751977-4147-453E-A2CD-BC1F66EAF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769"/>
                <a:ext cx="3" cy="6"/>
              </a:xfrm>
              <a:custGeom>
                <a:avLst/>
                <a:gdLst>
                  <a:gd name="T0" fmla="*/ 8 w 2"/>
                  <a:gd name="T1" fmla="*/ 12 h 4"/>
                  <a:gd name="T2" fmla="*/ 5 w 2"/>
                  <a:gd name="T3" fmla="*/ 0 h 4"/>
                  <a:gd name="T4" fmla="*/ 5 w 2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2"/>
                      <a:pt x="2" y="0"/>
                      <a:pt x="1" y="0"/>
                    </a:cubicBezTo>
                    <a:cubicBezTo>
                      <a:pt x="0" y="0"/>
                      <a:pt x="0" y="3"/>
                      <a:pt x="1" y="4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7" name="Freeform 4019">
                <a:extLst>
                  <a:ext uri="{FF2B5EF4-FFF2-40B4-BE49-F238E27FC236}">
                    <a16:creationId xmlns:a16="http://schemas.microsoft.com/office/drawing/2014/main" id="{EBE7180E-9BC9-44ED-871C-0111FED3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747"/>
                <a:ext cx="3" cy="5"/>
              </a:xfrm>
              <a:custGeom>
                <a:avLst/>
                <a:gdLst>
                  <a:gd name="T0" fmla="*/ 5 w 2"/>
                  <a:gd name="T1" fmla="*/ 0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2"/>
                      <a:pt x="0" y="3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8" name="Freeform 4020">
                <a:extLst>
                  <a:ext uri="{FF2B5EF4-FFF2-40B4-BE49-F238E27FC236}">
                    <a16:creationId xmlns:a16="http://schemas.microsoft.com/office/drawing/2014/main" id="{C12ACABB-BD47-445A-A357-65BEA3FE3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777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9" name="Freeform 4021">
                <a:extLst>
                  <a:ext uri="{FF2B5EF4-FFF2-40B4-BE49-F238E27FC236}">
                    <a16:creationId xmlns:a16="http://schemas.microsoft.com/office/drawing/2014/main" id="{DBA71097-BDC1-464F-BAEF-52AAE3730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805"/>
                <a:ext cx="5" cy="7"/>
              </a:xfrm>
              <a:custGeom>
                <a:avLst/>
                <a:gdLst>
                  <a:gd name="T0" fmla="*/ 0 w 3"/>
                  <a:gd name="T1" fmla="*/ 21 h 4"/>
                  <a:gd name="T2" fmla="*/ 0 w 3"/>
                  <a:gd name="T3" fmla="*/ 1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3" y="4"/>
                      <a:pt x="2" y="0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0" name="Freeform 4022">
                <a:extLst>
                  <a:ext uri="{FF2B5EF4-FFF2-40B4-BE49-F238E27FC236}">
                    <a16:creationId xmlns:a16="http://schemas.microsoft.com/office/drawing/2014/main" id="{2DE70625-CDF0-48C7-B076-C12F08677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817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1" name="Freeform 4023">
                <a:extLst>
                  <a:ext uri="{FF2B5EF4-FFF2-40B4-BE49-F238E27FC236}">
                    <a16:creationId xmlns:a16="http://schemas.microsoft.com/office/drawing/2014/main" id="{208E328D-3274-4072-BD0D-609270B37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810"/>
                <a:ext cx="133" cy="143"/>
              </a:xfrm>
              <a:custGeom>
                <a:avLst/>
                <a:gdLst>
                  <a:gd name="T0" fmla="*/ 218 w 86"/>
                  <a:gd name="T1" fmla="*/ 332 h 87"/>
                  <a:gd name="T2" fmla="*/ 266 w 86"/>
                  <a:gd name="T3" fmla="*/ 117 h 87"/>
                  <a:gd name="T4" fmla="*/ 67 w 86"/>
                  <a:gd name="T5" fmla="*/ 81 h 87"/>
                  <a:gd name="T6" fmla="*/ 218 w 86"/>
                  <a:gd name="T7" fmla="*/ 332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87">
                    <a:moveTo>
                      <a:pt x="59" y="75"/>
                    </a:moveTo>
                    <a:cubicBezTo>
                      <a:pt x="80" y="69"/>
                      <a:pt x="86" y="46"/>
                      <a:pt x="72" y="26"/>
                    </a:cubicBezTo>
                    <a:cubicBezTo>
                      <a:pt x="57" y="6"/>
                      <a:pt x="35" y="0"/>
                      <a:pt x="18" y="18"/>
                    </a:cubicBezTo>
                    <a:cubicBezTo>
                      <a:pt x="0" y="35"/>
                      <a:pt x="23" y="87"/>
                      <a:pt x="59" y="75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2" name="Freeform 4024">
                <a:extLst>
                  <a:ext uri="{FF2B5EF4-FFF2-40B4-BE49-F238E27FC236}">
                    <a16:creationId xmlns:a16="http://schemas.microsoft.com/office/drawing/2014/main" id="{38F60FD1-573A-4541-A7ED-BCA820236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843"/>
                <a:ext cx="79" cy="71"/>
              </a:xfrm>
              <a:custGeom>
                <a:avLst/>
                <a:gdLst>
                  <a:gd name="T0" fmla="*/ 87 w 51"/>
                  <a:gd name="T1" fmla="*/ 8 h 43"/>
                  <a:gd name="T2" fmla="*/ 26 w 51"/>
                  <a:gd name="T3" fmla="*/ 97 h 43"/>
                  <a:gd name="T4" fmla="*/ 127 w 51"/>
                  <a:gd name="T5" fmla="*/ 175 h 43"/>
                  <a:gd name="T6" fmla="*/ 156 w 51"/>
                  <a:gd name="T7" fmla="*/ 50 h 43"/>
                  <a:gd name="T8" fmla="*/ 87 w 51"/>
                  <a:gd name="T9" fmla="*/ 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3">
                    <a:moveTo>
                      <a:pt x="23" y="2"/>
                    </a:moveTo>
                    <a:cubicBezTo>
                      <a:pt x="14" y="0"/>
                      <a:pt x="0" y="6"/>
                      <a:pt x="7" y="22"/>
                    </a:cubicBezTo>
                    <a:cubicBezTo>
                      <a:pt x="14" y="39"/>
                      <a:pt x="23" y="43"/>
                      <a:pt x="34" y="39"/>
                    </a:cubicBezTo>
                    <a:cubicBezTo>
                      <a:pt x="45" y="35"/>
                      <a:pt x="51" y="19"/>
                      <a:pt x="42" y="11"/>
                    </a:cubicBezTo>
                    <a:cubicBezTo>
                      <a:pt x="33" y="2"/>
                      <a:pt x="23" y="2"/>
                      <a:pt x="23" y="2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3" name="Freeform 4025">
                <a:extLst>
                  <a:ext uri="{FF2B5EF4-FFF2-40B4-BE49-F238E27FC236}">
                    <a16:creationId xmlns:a16="http://schemas.microsoft.com/office/drawing/2014/main" id="{2BB7B127-6CEB-402B-8D56-17A8BF814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854"/>
                <a:ext cx="66" cy="56"/>
              </a:xfrm>
              <a:custGeom>
                <a:avLst/>
                <a:gdLst>
                  <a:gd name="T0" fmla="*/ 134 w 43"/>
                  <a:gd name="T1" fmla="*/ 8 h 34"/>
                  <a:gd name="T2" fmla="*/ 144 w 43"/>
                  <a:gd name="T3" fmla="*/ 89 h 34"/>
                  <a:gd name="T4" fmla="*/ 89 w 43"/>
                  <a:gd name="T5" fmla="*/ 147 h 34"/>
                  <a:gd name="T6" fmla="*/ 21 w 43"/>
                  <a:gd name="T7" fmla="*/ 104 h 34"/>
                  <a:gd name="T8" fmla="*/ 12 w 43"/>
                  <a:gd name="T9" fmla="*/ 0 h 34"/>
                  <a:gd name="T10" fmla="*/ 12 w 43"/>
                  <a:gd name="T11" fmla="*/ 0 h 34"/>
                  <a:gd name="T12" fmla="*/ 18 w 43"/>
                  <a:gd name="T13" fmla="*/ 104 h 34"/>
                  <a:gd name="T14" fmla="*/ 89 w 43"/>
                  <a:gd name="T15" fmla="*/ 152 h 34"/>
                  <a:gd name="T16" fmla="*/ 149 w 43"/>
                  <a:gd name="T17" fmla="*/ 89 h 34"/>
                  <a:gd name="T18" fmla="*/ 134 w 43"/>
                  <a:gd name="T19" fmla="*/ 8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4">
                    <a:moveTo>
                      <a:pt x="37" y="2"/>
                    </a:moveTo>
                    <a:cubicBezTo>
                      <a:pt x="41" y="6"/>
                      <a:pt x="43" y="13"/>
                      <a:pt x="40" y="20"/>
                    </a:cubicBezTo>
                    <a:cubicBezTo>
                      <a:pt x="38" y="27"/>
                      <a:pt x="31" y="33"/>
                      <a:pt x="25" y="33"/>
                    </a:cubicBezTo>
                    <a:cubicBezTo>
                      <a:pt x="18" y="34"/>
                      <a:pt x="11" y="30"/>
                      <a:pt x="6" y="23"/>
                    </a:cubicBezTo>
                    <a:cubicBezTo>
                      <a:pt x="1" y="15"/>
                      <a:pt x="0" y="7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7"/>
                      <a:pt x="0" y="16"/>
                      <a:pt x="5" y="23"/>
                    </a:cubicBezTo>
                    <a:cubicBezTo>
                      <a:pt x="10" y="30"/>
                      <a:pt x="18" y="34"/>
                      <a:pt x="25" y="34"/>
                    </a:cubicBezTo>
                    <a:cubicBezTo>
                      <a:pt x="32" y="33"/>
                      <a:pt x="38" y="28"/>
                      <a:pt x="41" y="20"/>
                    </a:cubicBezTo>
                    <a:cubicBezTo>
                      <a:pt x="43" y="13"/>
                      <a:pt x="42" y="6"/>
                      <a:pt x="37" y="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4" name="Freeform 4026">
                <a:extLst>
                  <a:ext uri="{FF2B5EF4-FFF2-40B4-BE49-F238E27FC236}">
                    <a16:creationId xmlns:a16="http://schemas.microsoft.com/office/drawing/2014/main" id="{9141E78E-63A9-4428-BF14-59FDEA5D0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934"/>
                <a:ext cx="137" cy="148"/>
              </a:xfrm>
              <a:custGeom>
                <a:avLst/>
                <a:gdLst>
                  <a:gd name="T0" fmla="*/ 183 w 89"/>
                  <a:gd name="T1" fmla="*/ 391 h 90"/>
                  <a:gd name="T2" fmla="*/ 291 w 89"/>
                  <a:gd name="T3" fmla="*/ 173 h 90"/>
                  <a:gd name="T4" fmla="*/ 88 w 89"/>
                  <a:gd name="T5" fmla="*/ 58 h 90"/>
                  <a:gd name="T6" fmla="*/ 183 w 89"/>
                  <a:gd name="T7" fmla="*/ 391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90">
                    <a:moveTo>
                      <a:pt x="50" y="88"/>
                    </a:moveTo>
                    <a:cubicBezTo>
                      <a:pt x="75" y="88"/>
                      <a:pt x="89" y="65"/>
                      <a:pt x="80" y="39"/>
                    </a:cubicBezTo>
                    <a:cubicBezTo>
                      <a:pt x="71" y="12"/>
                      <a:pt x="48" y="0"/>
                      <a:pt x="24" y="13"/>
                    </a:cubicBezTo>
                    <a:cubicBezTo>
                      <a:pt x="0" y="27"/>
                      <a:pt x="9" y="90"/>
                      <a:pt x="50" y="88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5" name="Freeform 4027">
                <a:extLst>
                  <a:ext uri="{FF2B5EF4-FFF2-40B4-BE49-F238E27FC236}">
                    <a16:creationId xmlns:a16="http://schemas.microsoft.com/office/drawing/2014/main" id="{A2F5BD11-D0E8-40E8-AE70-8E7EAAB7E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960"/>
                <a:ext cx="85" cy="95"/>
              </a:xfrm>
              <a:custGeom>
                <a:avLst/>
                <a:gdLst>
                  <a:gd name="T0" fmla="*/ 87 w 55"/>
                  <a:gd name="T1" fmla="*/ 29 h 58"/>
                  <a:gd name="T2" fmla="*/ 45 w 55"/>
                  <a:gd name="T3" fmla="*/ 185 h 58"/>
                  <a:gd name="T4" fmla="*/ 192 w 55"/>
                  <a:gd name="T5" fmla="*/ 123 h 58"/>
                  <a:gd name="T6" fmla="*/ 87 w 55"/>
                  <a:gd name="T7" fmla="*/ 29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58">
                    <a:moveTo>
                      <a:pt x="23" y="7"/>
                    </a:moveTo>
                    <a:cubicBezTo>
                      <a:pt x="12" y="8"/>
                      <a:pt x="0" y="25"/>
                      <a:pt x="12" y="42"/>
                    </a:cubicBezTo>
                    <a:cubicBezTo>
                      <a:pt x="24" y="58"/>
                      <a:pt x="55" y="57"/>
                      <a:pt x="52" y="28"/>
                    </a:cubicBezTo>
                    <a:cubicBezTo>
                      <a:pt x="50" y="0"/>
                      <a:pt x="30" y="6"/>
                      <a:pt x="23" y="7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6" name="Freeform 4028">
                <a:extLst>
                  <a:ext uri="{FF2B5EF4-FFF2-40B4-BE49-F238E27FC236}">
                    <a16:creationId xmlns:a16="http://schemas.microsoft.com/office/drawing/2014/main" id="{871A28AD-CF10-46D0-8D1A-74230E155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976"/>
                <a:ext cx="74" cy="75"/>
              </a:xfrm>
              <a:custGeom>
                <a:avLst/>
                <a:gdLst>
                  <a:gd name="T0" fmla="*/ 162 w 48"/>
                  <a:gd name="T1" fmla="*/ 62 h 45"/>
                  <a:gd name="T2" fmla="*/ 154 w 48"/>
                  <a:gd name="T3" fmla="*/ 153 h 45"/>
                  <a:gd name="T4" fmla="*/ 76 w 48"/>
                  <a:gd name="T5" fmla="*/ 200 h 45"/>
                  <a:gd name="T6" fmla="*/ 14 w 48"/>
                  <a:gd name="T7" fmla="*/ 117 h 45"/>
                  <a:gd name="T8" fmla="*/ 29 w 48"/>
                  <a:gd name="T9" fmla="*/ 0 h 45"/>
                  <a:gd name="T10" fmla="*/ 29 w 48"/>
                  <a:gd name="T11" fmla="*/ 0 h 45"/>
                  <a:gd name="T12" fmla="*/ 14 w 48"/>
                  <a:gd name="T13" fmla="*/ 117 h 45"/>
                  <a:gd name="T14" fmla="*/ 76 w 48"/>
                  <a:gd name="T15" fmla="*/ 200 h 45"/>
                  <a:gd name="T16" fmla="*/ 157 w 48"/>
                  <a:gd name="T17" fmla="*/ 153 h 45"/>
                  <a:gd name="T18" fmla="*/ 162 w 48"/>
                  <a:gd name="T19" fmla="*/ 62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45">
                    <a:moveTo>
                      <a:pt x="44" y="13"/>
                    </a:moveTo>
                    <a:cubicBezTo>
                      <a:pt x="48" y="19"/>
                      <a:pt x="47" y="26"/>
                      <a:pt x="42" y="33"/>
                    </a:cubicBezTo>
                    <a:cubicBezTo>
                      <a:pt x="37" y="40"/>
                      <a:pt x="29" y="44"/>
                      <a:pt x="21" y="43"/>
                    </a:cubicBezTo>
                    <a:cubicBezTo>
                      <a:pt x="14" y="41"/>
                      <a:pt x="7" y="34"/>
                      <a:pt x="4" y="25"/>
                    </a:cubicBezTo>
                    <a:cubicBezTo>
                      <a:pt x="1" y="16"/>
                      <a:pt x="2" y="7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2" y="7"/>
                      <a:pt x="0" y="16"/>
                      <a:pt x="4" y="25"/>
                    </a:cubicBezTo>
                    <a:cubicBezTo>
                      <a:pt x="7" y="35"/>
                      <a:pt x="14" y="42"/>
                      <a:pt x="21" y="43"/>
                    </a:cubicBezTo>
                    <a:cubicBezTo>
                      <a:pt x="29" y="45"/>
                      <a:pt x="37" y="41"/>
                      <a:pt x="43" y="33"/>
                    </a:cubicBezTo>
                    <a:cubicBezTo>
                      <a:pt x="47" y="27"/>
                      <a:pt x="48" y="19"/>
                      <a:pt x="44" y="13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7" name="Freeform 4029">
                <a:extLst>
                  <a:ext uri="{FF2B5EF4-FFF2-40B4-BE49-F238E27FC236}">
                    <a16:creationId xmlns:a16="http://schemas.microsoft.com/office/drawing/2014/main" id="{FF28198E-C32E-446D-9BFA-188088B68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683"/>
                <a:ext cx="103" cy="110"/>
              </a:xfrm>
              <a:custGeom>
                <a:avLst/>
                <a:gdLst>
                  <a:gd name="T0" fmla="*/ 192 w 67"/>
                  <a:gd name="T1" fmla="*/ 56 h 67"/>
                  <a:gd name="T2" fmla="*/ 115 w 67"/>
                  <a:gd name="T3" fmla="*/ 0 h 67"/>
                  <a:gd name="T4" fmla="*/ 43 w 67"/>
                  <a:gd name="T5" fmla="*/ 34 h 67"/>
                  <a:gd name="T6" fmla="*/ 89 w 67"/>
                  <a:gd name="T7" fmla="*/ 248 h 67"/>
                  <a:gd name="T8" fmla="*/ 238 w 67"/>
                  <a:gd name="T9" fmla="*/ 199 h 67"/>
                  <a:gd name="T10" fmla="*/ 192 w 67"/>
                  <a:gd name="T11" fmla="*/ 5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67">
                    <a:moveTo>
                      <a:pt x="53" y="13"/>
                    </a:moveTo>
                    <a:cubicBezTo>
                      <a:pt x="47" y="6"/>
                      <a:pt x="41" y="0"/>
                      <a:pt x="32" y="0"/>
                    </a:cubicBezTo>
                    <a:cubicBezTo>
                      <a:pt x="25" y="0"/>
                      <a:pt x="18" y="2"/>
                      <a:pt x="12" y="8"/>
                    </a:cubicBezTo>
                    <a:cubicBezTo>
                      <a:pt x="0" y="21"/>
                      <a:pt x="7" y="46"/>
                      <a:pt x="25" y="56"/>
                    </a:cubicBezTo>
                    <a:cubicBezTo>
                      <a:pt x="44" y="67"/>
                      <a:pt x="63" y="58"/>
                      <a:pt x="66" y="45"/>
                    </a:cubicBezTo>
                    <a:cubicBezTo>
                      <a:pt x="67" y="32"/>
                      <a:pt x="64" y="27"/>
                      <a:pt x="53" y="13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8" name="Freeform 4030">
                <a:extLst>
                  <a:ext uri="{FF2B5EF4-FFF2-40B4-BE49-F238E27FC236}">
                    <a16:creationId xmlns:a16="http://schemas.microsoft.com/office/drawing/2014/main" id="{862A79E5-C5D0-441F-9DA6-1C6631EC2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705"/>
                <a:ext cx="62" cy="57"/>
              </a:xfrm>
              <a:custGeom>
                <a:avLst/>
                <a:gdLst>
                  <a:gd name="T0" fmla="*/ 60 w 40"/>
                  <a:gd name="T1" fmla="*/ 0 h 35"/>
                  <a:gd name="T2" fmla="*/ 34 w 40"/>
                  <a:gd name="T3" fmla="*/ 90 h 35"/>
                  <a:gd name="T4" fmla="*/ 130 w 40"/>
                  <a:gd name="T5" fmla="*/ 130 h 35"/>
                  <a:gd name="T6" fmla="*/ 60 w 40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35">
                    <a:moveTo>
                      <a:pt x="16" y="0"/>
                    </a:moveTo>
                    <a:cubicBezTo>
                      <a:pt x="8" y="0"/>
                      <a:pt x="0" y="8"/>
                      <a:pt x="9" y="21"/>
                    </a:cubicBezTo>
                    <a:cubicBezTo>
                      <a:pt x="18" y="35"/>
                      <a:pt x="29" y="35"/>
                      <a:pt x="35" y="30"/>
                    </a:cubicBezTo>
                    <a:cubicBezTo>
                      <a:pt x="40" y="25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9" name="Freeform 4031">
                <a:extLst>
                  <a:ext uri="{FF2B5EF4-FFF2-40B4-BE49-F238E27FC236}">
                    <a16:creationId xmlns:a16="http://schemas.microsoft.com/office/drawing/2014/main" id="{79E737D3-2C44-4F6D-BFCA-D61815113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705"/>
                <a:ext cx="54" cy="57"/>
              </a:xfrm>
              <a:custGeom>
                <a:avLst/>
                <a:gdLst>
                  <a:gd name="T0" fmla="*/ 123 w 35"/>
                  <a:gd name="T1" fmla="*/ 88 h 35"/>
                  <a:gd name="T2" fmla="*/ 102 w 35"/>
                  <a:gd name="T3" fmla="*/ 138 h 35"/>
                  <a:gd name="T4" fmla="*/ 26 w 35"/>
                  <a:gd name="T5" fmla="*/ 104 h 35"/>
                  <a:gd name="T6" fmla="*/ 12 w 35"/>
                  <a:gd name="T7" fmla="*/ 29 h 35"/>
                  <a:gd name="T8" fmla="*/ 40 w 35"/>
                  <a:gd name="T9" fmla="*/ 0 h 35"/>
                  <a:gd name="T10" fmla="*/ 40 w 35"/>
                  <a:gd name="T11" fmla="*/ 0 h 35"/>
                  <a:gd name="T12" fmla="*/ 8 w 35"/>
                  <a:gd name="T13" fmla="*/ 26 h 35"/>
                  <a:gd name="T14" fmla="*/ 26 w 35"/>
                  <a:gd name="T15" fmla="*/ 104 h 35"/>
                  <a:gd name="T16" fmla="*/ 102 w 35"/>
                  <a:gd name="T17" fmla="*/ 143 h 35"/>
                  <a:gd name="T18" fmla="*/ 123 w 35"/>
                  <a:gd name="T19" fmla="*/ 88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5">
                    <a:moveTo>
                      <a:pt x="34" y="20"/>
                    </a:moveTo>
                    <a:cubicBezTo>
                      <a:pt x="35" y="26"/>
                      <a:pt x="32" y="31"/>
                      <a:pt x="28" y="32"/>
                    </a:cubicBezTo>
                    <a:cubicBezTo>
                      <a:pt x="23" y="35"/>
                      <a:pt x="14" y="33"/>
                      <a:pt x="7" y="24"/>
                    </a:cubicBezTo>
                    <a:cubicBezTo>
                      <a:pt x="1" y="16"/>
                      <a:pt x="1" y="10"/>
                      <a:pt x="3" y="7"/>
                    </a:cubicBezTo>
                    <a:cubicBezTo>
                      <a:pt x="5" y="2"/>
                      <a:pt x="8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4" y="2"/>
                      <a:pt x="2" y="6"/>
                    </a:cubicBezTo>
                    <a:cubicBezTo>
                      <a:pt x="1" y="10"/>
                      <a:pt x="0" y="16"/>
                      <a:pt x="7" y="24"/>
                    </a:cubicBezTo>
                    <a:cubicBezTo>
                      <a:pt x="14" y="33"/>
                      <a:pt x="23" y="35"/>
                      <a:pt x="28" y="33"/>
                    </a:cubicBezTo>
                    <a:cubicBezTo>
                      <a:pt x="33" y="31"/>
                      <a:pt x="35" y="26"/>
                      <a:pt x="34" y="20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0" name="Freeform 4032">
                <a:extLst>
                  <a:ext uri="{FF2B5EF4-FFF2-40B4-BE49-F238E27FC236}">
                    <a16:creationId xmlns:a16="http://schemas.microsoft.com/office/drawing/2014/main" id="{3420AE94-3F68-4720-B122-85ECB2D86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416"/>
                <a:ext cx="88" cy="111"/>
              </a:xfrm>
              <a:custGeom>
                <a:avLst/>
                <a:gdLst>
                  <a:gd name="T0" fmla="*/ 5 w 57"/>
                  <a:gd name="T1" fmla="*/ 36 h 67"/>
                  <a:gd name="T2" fmla="*/ 0 w 57"/>
                  <a:gd name="T3" fmla="*/ 41 h 67"/>
                  <a:gd name="T4" fmla="*/ 0 w 57"/>
                  <a:gd name="T5" fmla="*/ 192 h 67"/>
                  <a:gd name="T6" fmla="*/ 52 w 57"/>
                  <a:gd name="T7" fmla="*/ 255 h 67"/>
                  <a:gd name="T8" fmla="*/ 202 w 57"/>
                  <a:gd name="T9" fmla="*/ 205 h 67"/>
                  <a:gd name="T10" fmla="*/ 154 w 57"/>
                  <a:gd name="T11" fmla="*/ 60 h 67"/>
                  <a:gd name="T12" fmla="*/ 80 w 57"/>
                  <a:gd name="T13" fmla="*/ 0 h 67"/>
                  <a:gd name="T14" fmla="*/ 5 w 57"/>
                  <a:gd name="T15" fmla="*/ 36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7">
                    <a:moveTo>
                      <a:pt x="1" y="8"/>
                    </a:moveTo>
                    <a:cubicBezTo>
                      <a:pt x="1" y="9"/>
                      <a:pt x="1" y="9"/>
                      <a:pt x="0" y="9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4" y="48"/>
                      <a:pt x="8" y="53"/>
                      <a:pt x="14" y="56"/>
                    </a:cubicBezTo>
                    <a:cubicBezTo>
                      <a:pt x="33" y="67"/>
                      <a:pt x="52" y="58"/>
                      <a:pt x="55" y="45"/>
                    </a:cubicBezTo>
                    <a:cubicBezTo>
                      <a:pt x="57" y="33"/>
                      <a:pt x="53" y="27"/>
                      <a:pt x="42" y="13"/>
                    </a:cubicBezTo>
                    <a:cubicBezTo>
                      <a:pt x="36" y="6"/>
                      <a:pt x="30" y="0"/>
                      <a:pt x="22" y="0"/>
                    </a:cubicBezTo>
                    <a:cubicBezTo>
                      <a:pt x="14" y="0"/>
                      <a:pt x="7" y="2"/>
                      <a:pt x="1" y="8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1" name="Freeform 4033">
                <a:extLst>
                  <a:ext uri="{FF2B5EF4-FFF2-40B4-BE49-F238E27FC236}">
                    <a16:creationId xmlns:a16="http://schemas.microsoft.com/office/drawing/2014/main" id="{1D32BA45-3219-4328-BC65-D2110E12E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436"/>
                <a:ext cx="49" cy="61"/>
              </a:xfrm>
              <a:custGeom>
                <a:avLst/>
                <a:gdLst>
                  <a:gd name="T0" fmla="*/ 66 w 32"/>
                  <a:gd name="T1" fmla="*/ 26 h 37"/>
                  <a:gd name="T2" fmla="*/ 8 w 32"/>
                  <a:gd name="T3" fmla="*/ 26 h 37"/>
                  <a:gd name="T4" fmla="*/ 35 w 32"/>
                  <a:gd name="T5" fmla="*/ 134 h 37"/>
                  <a:gd name="T6" fmla="*/ 115 w 32"/>
                  <a:gd name="T7" fmla="*/ 112 h 37"/>
                  <a:gd name="T8" fmla="*/ 83 w 32"/>
                  <a:gd name="T9" fmla="*/ 4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18" y="6"/>
                    </a:moveTo>
                    <a:cubicBezTo>
                      <a:pt x="13" y="0"/>
                      <a:pt x="4" y="1"/>
                      <a:pt x="2" y="6"/>
                    </a:cubicBezTo>
                    <a:cubicBezTo>
                      <a:pt x="0" y="12"/>
                      <a:pt x="0" y="23"/>
                      <a:pt x="10" y="30"/>
                    </a:cubicBezTo>
                    <a:cubicBezTo>
                      <a:pt x="20" y="36"/>
                      <a:pt x="32" y="37"/>
                      <a:pt x="32" y="25"/>
                    </a:cubicBezTo>
                    <a:cubicBezTo>
                      <a:pt x="31" y="13"/>
                      <a:pt x="23" y="10"/>
                      <a:pt x="23" y="10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2" name="Freeform 4034">
                <a:extLst>
                  <a:ext uri="{FF2B5EF4-FFF2-40B4-BE49-F238E27FC236}">
                    <a16:creationId xmlns:a16="http://schemas.microsoft.com/office/drawing/2014/main" id="{B7365EED-BA1E-4A78-8552-AE5915BFF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438"/>
                <a:ext cx="53" cy="57"/>
              </a:xfrm>
              <a:custGeom>
                <a:avLst/>
                <a:gdLst>
                  <a:gd name="T0" fmla="*/ 125 w 34"/>
                  <a:gd name="T1" fmla="*/ 88 h 35"/>
                  <a:gd name="T2" fmla="*/ 101 w 34"/>
                  <a:gd name="T3" fmla="*/ 143 h 35"/>
                  <a:gd name="T4" fmla="*/ 22 w 34"/>
                  <a:gd name="T5" fmla="*/ 104 h 35"/>
                  <a:gd name="T6" fmla="*/ 8 w 34"/>
                  <a:gd name="T7" fmla="*/ 29 h 35"/>
                  <a:gd name="T8" fmla="*/ 42 w 34"/>
                  <a:gd name="T9" fmla="*/ 0 h 35"/>
                  <a:gd name="T10" fmla="*/ 42 w 34"/>
                  <a:gd name="T11" fmla="*/ 0 h 35"/>
                  <a:gd name="T12" fmla="*/ 8 w 34"/>
                  <a:gd name="T13" fmla="*/ 26 h 35"/>
                  <a:gd name="T14" fmla="*/ 22 w 34"/>
                  <a:gd name="T15" fmla="*/ 104 h 35"/>
                  <a:gd name="T16" fmla="*/ 101 w 34"/>
                  <a:gd name="T17" fmla="*/ 143 h 35"/>
                  <a:gd name="T18" fmla="*/ 125 w 34"/>
                  <a:gd name="T19" fmla="*/ 88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35">
                    <a:moveTo>
                      <a:pt x="33" y="20"/>
                    </a:moveTo>
                    <a:cubicBezTo>
                      <a:pt x="34" y="26"/>
                      <a:pt x="31" y="31"/>
                      <a:pt x="27" y="33"/>
                    </a:cubicBezTo>
                    <a:cubicBezTo>
                      <a:pt x="22" y="35"/>
                      <a:pt x="13" y="33"/>
                      <a:pt x="6" y="24"/>
                    </a:cubicBezTo>
                    <a:cubicBezTo>
                      <a:pt x="0" y="16"/>
                      <a:pt x="1" y="10"/>
                      <a:pt x="2" y="7"/>
                    </a:cubicBezTo>
                    <a:cubicBezTo>
                      <a:pt x="4" y="3"/>
                      <a:pt x="8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0"/>
                      <a:pt x="3" y="2"/>
                      <a:pt x="2" y="6"/>
                    </a:cubicBezTo>
                    <a:cubicBezTo>
                      <a:pt x="0" y="10"/>
                      <a:pt x="0" y="16"/>
                      <a:pt x="6" y="24"/>
                    </a:cubicBezTo>
                    <a:cubicBezTo>
                      <a:pt x="13" y="34"/>
                      <a:pt x="22" y="35"/>
                      <a:pt x="27" y="33"/>
                    </a:cubicBezTo>
                    <a:cubicBezTo>
                      <a:pt x="32" y="31"/>
                      <a:pt x="34" y="26"/>
                      <a:pt x="33" y="20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3" name="Freeform 4035">
                <a:extLst>
                  <a:ext uri="{FF2B5EF4-FFF2-40B4-BE49-F238E27FC236}">
                    <a16:creationId xmlns:a16="http://schemas.microsoft.com/office/drawing/2014/main" id="{45C0A245-1BF3-42B7-96C9-A3448C58B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357"/>
                <a:ext cx="33" cy="90"/>
              </a:xfrm>
              <a:custGeom>
                <a:avLst/>
                <a:gdLst>
                  <a:gd name="T0" fmla="*/ 0 w 21"/>
                  <a:gd name="T1" fmla="*/ 0 h 55"/>
                  <a:gd name="T2" fmla="*/ 0 w 21"/>
                  <a:gd name="T3" fmla="*/ 241 h 55"/>
                  <a:gd name="T4" fmla="*/ 69 w 21"/>
                  <a:gd name="T5" fmla="*/ 185 h 55"/>
                  <a:gd name="T6" fmla="*/ 31 w 21"/>
                  <a:gd name="T7" fmla="*/ 41 h 55"/>
                  <a:gd name="T8" fmla="*/ 0 w 21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5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9" y="54"/>
                      <a:pt x="16" y="49"/>
                      <a:pt x="18" y="42"/>
                    </a:cubicBezTo>
                    <a:cubicBezTo>
                      <a:pt x="21" y="30"/>
                      <a:pt x="18" y="24"/>
                      <a:pt x="8" y="9"/>
                    </a:cubicBezTo>
                    <a:cubicBezTo>
                      <a:pt x="6" y="5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4" name="Freeform 4036">
                <a:extLst>
                  <a:ext uri="{FF2B5EF4-FFF2-40B4-BE49-F238E27FC236}">
                    <a16:creationId xmlns:a16="http://schemas.microsoft.com/office/drawing/2014/main" id="{D575C0DC-F2F7-443B-B5C1-D803051E0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405"/>
                <a:ext cx="9" cy="19"/>
              </a:xfrm>
              <a:custGeom>
                <a:avLst/>
                <a:gdLst>
                  <a:gd name="T0" fmla="*/ 0 w 6"/>
                  <a:gd name="T1" fmla="*/ 43 h 12"/>
                  <a:gd name="T2" fmla="*/ 0 w 6"/>
                  <a:gd name="T3" fmla="*/ 48 h 12"/>
                  <a:gd name="T4" fmla="*/ 21 w 6"/>
                  <a:gd name="T5" fmla="*/ 0 h 12"/>
                  <a:gd name="T6" fmla="*/ 0 w 6"/>
                  <a:gd name="T7" fmla="*/ 4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0" y="11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4" y="10"/>
                      <a:pt x="6" y="6"/>
                      <a:pt x="6" y="0"/>
                    </a:cubicBezTo>
                    <a:cubicBezTo>
                      <a:pt x="6" y="6"/>
                      <a:pt x="4" y="10"/>
                      <a:pt x="0" y="1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5" name="Freeform 4037">
                <a:extLst>
                  <a:ext uri="{FF2B5EF4-FFF2-40B4-BE49-F238E27FC236}">
                    <a16:creationId xmlns:a16="http://schemas.microsoft.com/office/drawing/2014/main" id="{EC44A0BD-226F-4498-B2A1-BFDAE985F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772"/>
                <a:ext cx="19" cy="84"/>
              </a:xfrm>
              <a:custGeom>
                <a:avLst/>
                <a:gdLst>
                  <a:gd name="T0" fmla="*/ 0 w 12"/>
                  <a:gd name="T1" fmla="*/ 227 h 51"/>
                  <a:gd name="T2" fmla="*/ 0 w 12"/>
                  <a:gd name="T3" fmla="*/ 0 h 51"/>
                  <a:gd name="T4" fmla="*/ 0 w 12"/>
                  <a:gd name="T5" fmla="*/ 227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1">
                    <a:moveTo>
                      <a:pt x="0" y="51"/>
                    </a:moveTo>
                    <a:cubicBezTo>
                      <a:pt x="12" y="42"/>
                      <a:pt x="10" y="19"/>
                      <a:pt x="0" y="0"/>
                    </a:cubicBez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6" name="Freeform 4038">
                <a:extLst>
                  <a:ext uri="{FF2B5EF4-FFF2-40B4-BE49-F238E27FC236}">
                    <a16:creationId xmlns:a16="http://schemas.microsoft.com/office/drawing/2014/main" id="{4666E163-84D3-41C5-9436-86A4443C0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731"/>
                <a:ext cx="147" cy="114"/>
              </a:xfrm>
              <a:custGeom>
                <a:avLst/>
                <a:gdLst>
                  <a:gd name="T0" fmla="*/ 29 w 95"/>
                  <a:gd name="T1" fmla="*/ 117 h 69"/>
                  <a:gd name="T2" fmla="*/ 77 w 95"/>
                  <a:gd name="T3" fmla="*/ 279 h 69"/>
                  <a:gd name="T4" fmla="*/ 275 w 95"/>
                  <a:gd name="T5" fmla="*/ 264 h 69"/>
                  <a:gd name="T6" fmla="*/ 340 w 95"/>
                  <a:gd name="T7" fmla="*/ 117 h 69"/>
                  <a:gd name="T8" fmla="*/ 29 w 95"/>
                  <a:gd name="T9" fmla="*/ 117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69">
                    <a:moveTo>
                      <a:pt x="8" y="26"/>
                    </a:moveTo>
                    <a:cubicBezTo>
                      <a:pt x="0" y="40"/>
                      <a:pt x="7" y="54"/>
                      <a:pt x="21" y="62"/>
                    </a:cubicBezTo>
                    <a:cubicBezTo>
                      <a:pt x="36" y="69"/>
                      <a:pt x="58" y="67"/>
                      <a:pt x="74" y="59"/>
                    </a:cubicBezTo>
                    <a:cubicBezTo>
                      <a:pt x="94" y="50"/>
                      <a:pt x="95" y="37"/>
                      <a:pt x="92" y="26"/>
                    </a:cubicBezTo>
                    <a:cubicBezTo>
                      <a:pt x="83" y="1"/>
                      <a:pt x="24" y="0"/>
                      <a:pt x="8" y="26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7" name="Freeform 4039">
                <a:extLst>
                  <a:ext uri="{FF2B5EF4-FFF2-40B4-BE49-F238E27FC236}">
                    <a16:creationId xmlns:a16="http://schemas.microsoft.com/office/drawing/2014/main" id="{95E62BE6-0873-45E4-9CED-0B21C43D1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759"/>
                <a:ext cx="100" cy="61"/>
              </a:xfrm>
              <a:custGeom>
                <a:avLst/>
                <a:gdLst>
                  <a:gd name="T0" fmla="*/ 106 w 65"/>
                  <a:gd name="T1" fmla="*/ 8 h 37"/>
                  <a:gd name="T2" fmla="*/ 194 w 65"/>
                  <a:gd name="T3" fmla="*/ 96 h 37"/>
                  <a:gd name="T4" fmla="*/ 8 w 65"/>
                  <a:gd name="T5" fmla="*/ 84 h 37"/>
                  <a:gd name="T6" fmla="*/ 106 w 65"/>
                  <a:gd name="T7" fmla="*/ 8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37">
                    <a:moveTo>
                      <a:pt x="29" y="2"/>
                    </a:moveTo>
                    <a:cubicBezTo>
                      <a:pt x="43" y="0"/>
                      <a:pt x="65" y="10"/>
                      <a:pt x="53" y="21"/>
                    </a:cubicBezTo>
                    <a:cubicBezTo>
                      <a:pt x="40" y="33"/>
                      <a:pt x="5" y="37"/>
                      <a:pt x="2" y="19"/>
                    </a:cubicBezTo>
                    <a:cubicBezTo>
                      <a:pt x="0" y="7"/>
                      <a:pt x="20" y="3"/>
                      <a:pt x="29" y="2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8" name="Freeform 4040">
                <a:extLst>
                  <a:ext uri="{FF2B5EF4-FFF2-40B4-BE49-F238E27FC236}">
                    <a16:creationId xmlns:a16="http://schemas.microsoft.com/office/drawing/2014/main" id="{E55E5BB5-2696-451D-AEC5-FC9539E38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775"/>
                <a:ext cx="86" cy="40"/>
              </a:xfrm>
              <a:custGeom>
                <a:avLst/>
                <a:gdLst>
                  <a:gd name="T0" fmla="*/ 5 w 56"/>
                  <a:gd name="T1" fmla="*/ 50 h 24"/>
                  <a:gd name="T2" fmla="*/ 74 w 56"/>
                  <a:gd name="T3" fmla="*/ 103 h 24"/>
                  <a:gd name="T4" fmla="*/ 189 w 56"/>
                  <a:gd name="T5" fmla="*/ 63 h 24"/>
                  <a:gd name="T6" fmla="*/ 203 w 56"/>
                  <a:gd name="T7" fmla="*/ 13 h 24"/>
                  <a:gd name="T8" fmla="*/ 203 w 56"/>
                  <a:gd name="T9" fmla="*/ 13 h 24"/>
                  <a:gd name="T10" fmla="*/ 184 w 56"/>
                  <a:gd name="T11" fmla="*/ 62 h 24"/>
                  <a:gd name="T12" fmla="*/ 74 w 56"/>
                  <a:gd name="T13" fmla="*/ 97 h 24"/>
                  <a:gd name="T14" fmla="*/ 5 w 56"/>
                  <a:gd name="T15" fmla="*/ 50 h 24"/>
                  <a:gd name="T16" fmla="*/ 14 w 56"/>
                  <a:gd name="T17" fmla="*/ 0 h 24"/>
                  <a:gd name="T18" fmla="*/ 14 w 56"/>
                  <a:gd name="T19" fmla="*/ 0 h 24"/>
                  <a:gd name="T20" fmla="*/ 5 w 56"/>
                  <a:gd name="T21" fmla="*/ 5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4">
                    <a:moveTo>
                      <a:pt x="1" y="11"/>
                    </a:moveTo>
                    <a:cubicBezTo>
                      <a:pt x="3" y="16"/>
                      <a:pt x="10" y="21"/>
                      <a:pt x="20" y="22"/>
                    </a:cubicBezTo>
                    <a:cubicBezTo>
                      <a:pt x="30" y="24"/>
                      <a:pt x="45" y="21"/>
                      <a:pt x="52" y="14"/>
                    </a:cubicBezTo>
                    <a:cubicBezTo>
                      <a:pt x="55" y="10"/>
                      <a:pt x="56" y="7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7"/>
                      <a:pt x="55" y="10"/>
                      <a:pt x="51" y="13"/>
                    </a:cubicBezTo>
                    <a:cubicBezTo>
                      <a:pt x="44" y="20"/>
                      <a:pt x="30" y="23"/>
                      <a:pt x="20" y="21"/>
                    </a:cubicBezTo>
                    <a:cubicBezTo>
                      <a:pt x="10" y="20"/>
                      <a:pt x="3" y="16"/>
                      <a:pt x="1" y="11"/>
                    </a:cubicBezTo>
                    <a:cubicBezTo>
                      <a:pt x="0" y="7"/>
                      <a:pt x="1" y="4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4"/>
                      <a:pt x="0" y="7"/>
                      <a:pt x="1" y="1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9" name="Freeform 4041">
                <a:extLst>
                  <a:ext uri="{FF2B5EF4-FFF2-40B4-BE49-F238E27FC236}">
                    <a16:creationId xmlns:a16="http://schemas.microsoft.com/office/drawing/2014/main" id="{0832BB4A-29AE-47BA-94B8-EF8438B0E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734"/>
                <a:ext cx="146" cy="114"/>
              </a:xfrm>
              <a:custGeom>
                <a:avLst/>
                <a:gdLst>
                  <a:gd name="T0" fmla="*/ 28 w 95"/>
                  <a:gd name="T1" fmla="*/ 117 h 69"/>
                  <a:gd name="T2" fmla="*/ 75 w 95"/>
                  <a:gd name="T3" fmla="*/ 279 h 69"/>
                  <a:gd name="T4" fmla="*/ 269 w 95"/>
                  <a:gd name="T5" fmla="*/ 264 h 69"/>
                  <a:gd name="T6" fmla="*/ 333 w 95"/>
                  <a:gd name="T7" fmla="*/ 117 h 69"/>
                  <a:gd name="T8" fmla="*/ 28 w 95"/>
                  <a:gd name="T9" fmla="*/ 117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69">
                    <a:moveTo>
                      <a:pt x="8" y="26"/>
                    </a:moveTo>
                    <a:cubicBezTo>
                      <a:pt x="0" y="40"/>
                      <a:pt x="7" y="54"/>
                      <a:pt x="21" y="62"/>
                    </a:cubicBezTo>
                    <a:cubicBezTo>
                      <a:pt x="36" y="69"/>
                      <a:pt x="58" y="67"/>
                      <a:pt x="74" y="59"/>
                    </a:cubicBezTo>
                    <a:cubicBezTo>
                      <a:pt x="94" y="50"/>
                      <a:pt x="95" y="37"/>
                      <a:pt x="92" y="26"/>
                    </a:cubicBezTo>
                    <a:cubicBezTo>
                      <a:pt x="83" y="1"/>
                      <a:pt x="24" y="0"/>
                      <a:pt x="8" y="26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0" name="Freeform 4042">
                <a:extLst>
                  <a:ext uri="{FF2B5EF4-FFF2-40B4-BE49-F238E27FC236}">
                    <a16:creationId xmlns:a16="http://schemas.microsoft.com/office/drawing/2014/main" id="{5E3F8F0E-2E93-47BE-9FE0-D33C8893D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765"/>
                <a:ext cx="99" cy="53"/>
              </a:xfrm>
              <a:custGeom>
                <a:avLst/>
                <a:gdLst>
                  <a:gd name="T0" fmla="*/ 45 w 64"/>
                  <a:gd name="T1" fmla="*/ 28 h 32"/>
                  <a:gd name="T2" fmla="*/ 40 w 64"/>
                  <a:gd name="T3" fmla="*/ 124 h 32"/>
                  <a:gd name="T4" fmla="*/ 156 w 64"/>
                  <a:gd name="T5" fmla="*/ 137 h 32"/>
                  <a:gd name="T6" fmla="*/ 215 w 64"/>
                  <a:gd name="T7" fmla="*/ 41 h 32"/>
                  <a:gd name="T8" fmla="*/ 56 w 64"/>
                  <a:gd name="T9" fmla="*/ 2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32">
                    <a:moveTo>
                      <a:pt x="12" y="6"/>
                    </a:moveTo>
                    <a:cubicBezTo>
                      <a:pt x="0" y="7"/>
                      <a:pt x="4" y="23"/>
                      <a:pt x="11" y="27"/>
                    </a:cubicBezTo>
                    <a:cubicBezTo>
                      <a:pt x="19" y="31"/>
                      <a:pt x="34" y="32"/>
                      <a:pt x="42" y="30"/>
                    </a:cubicBezTo>
                    <a:cubicBezTo>
                      <a:pt x="49" y="28"/>
                      <a:pt x="64" y="19"/>
                      <a:pt x="58" y="9"/>
                    </a:cubicBezTo>
                    <a:cubicBezTo>
                      <a:pt x="54" y="3"/>
                      <a:pt x="31" y="0"/>
                      <a:pt x="15" y="6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1" name="Freeform 4043">
                <a:extLst>
                  <a:ext uri="{FF2B5EF4-FFF2-40B4-BE49-F238E27FC236}">
                    <a16:creationId xmlns:a16="http://schemas.microsoft.com/office/drawing/2014/main" id="{BC374662-8923-4A47-AF10-3BAAFED9B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779"/>
                <a:ext cx="87" cy="39"/>
              </a:xfrm>
              <a:custGeom>
                <a:avLst/>
                <a:gdLst>
                  <a:gd name="T0" fmla="*/ 5 w 56"/>
                  <a:gd name="T1" fmla="*/ 47 h 24"/>
                  <a:gd name="T2" fmla="*/ 75 w 56"/>
                  <a:gd name="T3" fmla="*/ 96 h 24"/>
                  <a:gd name="T4" fmla="*/ 196 w 56"/>
                  <a:gd name="T5" fmla="*/ 60 h 24"/>
                  <a:gd name="T6" fmla="*/ 210 w 56"/>
                  <a:gd name="T7" fmla="*/ 13 h 24"/>
                  <a:gd name="T8" fmla="*/ 210 w 56"/>
                  <a:gd name="T9" fmla="*/ 13 h 24"/>
                  <a:gd name="T10" fmla="*/ 191 w 56"/>
                  <a:gd name="T11" fmla="*/ 55 h 24"/>
                  <a:gd name="T12" fmla="*/ 75 w 56"/>
                  <a:gd name="T13" fmla="*/ 89 h 24"/>
                  <a:gd name="T14" fmla="*/ 5 w 56"/>
                  <a:gd name="T15" fmla="*/ 47 h 24"/>
                  <a:gd name="T16" fmla="*/ 14 w 56"/>
                  <a:gd name="T17" fmla="*/ 0 h 24"/>
                  <a:gd name="T18" fmla="*/ 14 w 56"/>
                  <a:gd name="T19" fmla="*/ 0 h 24"/>
                  <a:gd name="T20" fmla="*/ 5 w 56"/>
                  <a:gd name="T21" fmla="*/ 47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4">
                    <a:moveTo>
                      <a:pt x="1" y="11"/>
                    </a:moveTo>
                    <a:cubicBezTo>
                      <a:pt x="3" y="16"/>
                      <a:pt x="10" y="21"/>
                      <a:pt x="20" y="22"/>
                    </a:cubicBezTo>
                    <a:cubicBezTo>
                      <a:pt x="30" y="24"/>
                      <a:pt x="45" y="21"/>
                      <a:pt x="52" y="14"/>
                    </a:cubicBezTo>
                    <a:cubicBezTo>
                      <a:pt x="55" y="10"/>
                      <a:pt x="56" y="7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7"/>
                      <a:pt x="55" y="10"/>
                      <a:pt x="51" y="13"/>
                    </a:cubicBezTo>
                    <a:cubicBezTo>
                      <a:pt x="44" y="20"/>
                      <a:pt x="30" y="23"/>
                      <a:pt x="20" y="21"/>
                    </a:cubicBezTo>
                    <a:cubicBezTo>
                      <a:pt x="10" y="20"/>
                      <a:pt x="3" y="16"/>
                      <a:pt x="1" y="11"/>
                    </a:cubicBezTo>
                    <a:cubicBezTo>
                      <a:pt x="0" y="7"/>
                      <a:pt x="1" y="4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4"/>
                      <a:pt x="0" y="7"/>
                      <a:pt x="1" y="11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2" name="Freeform 4044">
                <a:extLst>
                  <a:ext uri="{FF2B5EF4-FFF2-40B4-BE49-F238E27FC236}">
                    <a16:creationId xmlns:a16="http://schemas.microsoft.com/office/drawing/2014/main" id="{05FE9EDF-412B-4B94-B06C-5CB14E0A7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759"/>
                <a:ext cx="142" cy="115"/>
              </a:xfrm>
              <a:custGeom>
                <a:avLst/>
                <a:gdLst>
                  <a:gd name="T0" fmla="*/ 272 w 92"/>
                  <a:gd name="T1" fmla="*/ 151 h 70"/>
                  <a:gd name="T2" fmla="*/ 332 w 92"/>
                  <a:gd name="T3" fmla="*/ 156 h 70"/>
                  <a:gd name="T4" fmla="*/ 332 w 92"/>
                  <a:gd name="T5" fmla="*/ 200 h 70"/>
                  <a:gd name="T6" fmla="*/ 306 w 92"/>
                  <a:gd name="T7" fmla="*/ 214 h 70"/>
                  <a:gd name="T8" fmla="*/ 303 w 92"/>
                  <a:gd name="T9" fmla="*/ 268 h 70"/>
                  <a:gd name="T10" fmla="*/ 264 w 92"/>
                  <a:gd name="T11" fmla="*/ 289 h 70"/>
                  <a:gd name="T12" fmla="*/ 202 w 92"/>
                  <a:gd name="T13" fmla="*/ 284 h 70"/>
                  <a:gd name="T14" fmla="*/ 170 w 92"/>
                  <a:gd name="T15" fmla="*/ 302 h 70"/>
                  <a:gd name="T16" fmla="*/ 122 w 92"/>
                  <a:gd name="T17" fmla="*/ 302 h 70"/>
                  <a:gd name="T18" fmla="*/ 88 w 92"/>
                  <a:gd name="T19" fmla="*/ 268 h 70"/>
                  <a:gd name="T20" fmla="*/ 40 w 92"/>
                  <a:gd name="T21" fmla="*/ 269 h 70"/>
                  <a:gd name="T22" fmla="*/ 8 w 92"/>
                  <a:gd name="T23" fmla="*/ 164 h 70"/>
                  <a:gd name="T24" fmla="*/ 5 w 92"/>
                  <a:gd name="T25" fmla="*/ 110 h 70"/>
                  <a:gd name="T26" fmla="*/ 40 w 92"/>
                  <a:gd name="T27" fmla="*/ 71 h 70"/>
                  <a:gd name="T28" fmla="*/ 48 w 92"/>
                  <a:gd name="T29" fmla="*/ 21 h 70"/>
                  <a:gd name="T30" fmla="*/ 80 w 92"/>
                  <a:gd name="T31" fmla="*/ 21 h 70"/>
                  <a:gd name="T32" fmla="*/ 80 w 92"/>
                  <a:gd name="T33" fmla="*/ 67 h 70"/>
                  <a:gd name="T34" fmla="*/ 117 w 92"/>
                  <a:gd name="T35" fmla="*/ 62 h 70"/>
                  <a:gd name="T36" fmla="*/ 140 w 92"/>
                  <a:gd name="T37" fmla="*/ 102 h 70"/>
                  <a:gd name="T38" fmla="*/ 181 w 92"/>
                  <a:gd name="T39" fmla="*/ 110 h 70"/>
                  <a:gd name="T40" fmla="*/ 210 w 92"/>
                  <a:gd name="T41" fmla="*/ 143 h 70"/>
                  <a:gd name="T42" fmla="*/ 272 w 92"/>
                  <a:gd name="T43" fmla="*/ 151 h 7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2" h="70">
                    <a:moveTo>
                      <a:pt x="74" y="34"/>
                    </a:moveTo>
                    <a:cubicBezTo>
                      <a:pt x="81" y="37"/>
                      <a:pt x="85" y="25"/>
                      <a:pt x="90" y="35"/>
                    </a:cubicBezTo>
                    <a:cubicBezTo>
                      <a:pt x="91" y="38"/>
                      <a:pt x="92" y="42"/>
                      <a:pt x="90" y="45"/>
                    </a:cubicBezTo>
                    <a:cubicBezTo>
                      <a:pt x="89" y="47"/>
                      <a:pt x="84" y="46"/>
                      <a:pt x="83" y="48"/>
                    </a:cubicBezTo>
                    <a:cubicBezTo>
                      <a:pt x="80" y="52"/>
                      <a:pt x="85" y="56"/>
                      <a:pt x="82" y="60"/>
                    </a:cubicBezTo>
                    <a:cubicBezTo>
                      <a:pt x="80" y="63"/>
                      <a:pt x="74" y="61"/>
                      <a:pt x="72" y="65"/>
                    </a:cubicBezTo>
                    <a:cubicBezTo>
                      <a:pt x="69" y="68"/>
                      <a:pt x="59" y="65"/>
                      <a:pt x="55" y="64"/>
                    </a:cubicBezTo>
                    <a:cubicBezTo>
                      <a:pt x="51" y="63"/>
                      <a:pt x="49" y="67"/>
                      <a:pt x="46" y="68"/>
                    </a:cubicBezTo>
                    <a:cubicBezTo>
                      <a:pt x="42" y="70"/>
                      <a:pt x="37" y="69"/>
                      <a:pt x="33" y="68"/>
                    </a:cubicBezTo>
                    <a:cubicBezTo>
                      <a:pt x="28" y="67"/>
                      <a:pt x="28" y="62"/>
                      <a:pt x="24" y="60"/>
                    </a:cubicBezTo>
                    <a:cubicBezTo>
                      <a:pt x="20" y="58"/>
                      <a:pt x="15" y="63"/>
                      <a:pt x="11" y="61"/>
                    </a:cubicBezTo>
                    <a:cubicBezTo>
                      <a:pt x="1" y="58"/>
                      <a:pt x="1" y="46"/>
                      <a:pt x="2" y="37"/>
                    </a:cubicBezTo>
                    <a:cubicBezTo>
                      <a:pt x="2" y="33"/>
                      <a:pt x="0" y="29"/>
                      <a:pt x="1" y="25"/>
                    </a:cubicBezTo>
                    <a:cubicBezTo>
                      <a:pt x="1" y="19"/>
                      <a:pt x="8" y="19"/>
                      <a:pt x="11" y="16"/>
                    </a:cubicBezTo>
                    <a:cubicBezTo>
                      <a:pt x="16" y="11"/>
                      <a:pt x="12" y="10"/>
                      <a:pt x="13" y="5"/>
                    </a:cubicBezTo>
                    <a:cubicBezTo>
                      <a:pt x="15" y="0"/>
                      <a:pt x="20" y="0"/>
                      <a:pt x="22" y="5"/>
                    </a:cubicBezTo>
                    <a:cubicBezTo>
                      <a:pt x="23" y="8"/>
                      <a:pt x="19" y="13"/>
                      <a:pt x="22" y="15"/>
                    </a:cubicBezTo>
                    <a:cubicBezTo>
                      <a:pt x="24" y="16"/>
                      <a:pt x="30" y="14"/>
                      <a:pt x="32" y="14"/>
                    </a:cubicBezTo>
                    <a:cubicBezTo>
                      <a:pt x="38" y="16"/>
                      <a:pt x="36" y="19"/>
                      <a:pt x="38" y="23"/>
                    </a:cubicBezTo>
                    <a:cubicBezTo>
                      <a:pt x="41" y="28"/>
                      <a:pt x="44" y="24"/>
                      <a:pt x="49" y="25"/>
                    </a:cubicBezTo>
                    <a:cubicBezTo>
                      <a:pt x="52" y="26"/>
                      <a:pt x="55" y="29"/>
                      <a:pt x="57" y="32"/>
                    </a:cubicBezTo>
                    <a:cubicBezTo>
                      <a:pt x="63" y="44"/>
                      <a:pt x="67" y="32"/>
                      <a:pt x="74" y="34"/>
                    </a:cubicBez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3" name="Freeform 4045">
                <a:extLst>
                  <a:ext uri="{FF2B5EF4-FFF2-40B4-BE49-F238E27FC236}">
                    <a16:creationId xmlns:a16="http://schemas.microsoft.com/office/drawing/2014/main" id="{2CDA20E9-1FA1-4EFD-ADD4-A97E4630D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817"/>
                <a:ext cx="34" cy="42"/>
              </a:xfrm>
              <a:custGeom>
                <a:avLst/>
                <a:gdLst>
                  <a:gd name="T0" fmla="*/ 5 w 22"/>
                  <a:gd name="T1" fmla="*/ 21 h 26"/>
                  <a:gd name="T2" fmla="*/ 26 w 22"/>
                  <a:gd name="T3" fmla="*/ 97 h 26"/>
                  <a:gd name="T4" fmla="*/ 82 w 22"/>
                  <a:gd name="T5" fmla="*/ 105 h 26"/>
                  <a:gd name="T6" fmla="*/ 60 w 22"/>
                  <a:gd name="T7" fmla="*/ 81 h 26"/>
                  <a:gd name="T8" fmla="*/ 40 w 22"/>
                  <a:gd name="T9" fmla="*/ 81 h 26"/>
                  <a:gd name="T10" fmla="*/ 26 w 22"/>
                  <a:gd name="T11" fmla="*/ 29 h 26"/>
                  <a:gd name="T12" fmla="*/ 0 w 22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6">
                    <a:moveTo>
                      <a:pt x="1" y="5"/>
                    </a:moveTo>
                    <a:cubicBezTo>
                      <a:pt x="1" y="11"/>
                      <a:pt x="2" y="18"/>
                      <a:pt x="7" y="23"/>
                    </a:cubicBezTo>
                    <a:cubicBezTo>
                      <a:pt x="11" y="26"/>
                      <a:pt x="19" y="21"/>
                      <a:pt x="22" y="25"/>
                    </a:cubicBezTo>
                    <a:cubicBezTo>
                      <a:pt x="21" y="23"/>
                      <a:pt x="19" y="20"/>
                      <a:pt x="16" y="19"/>
                    </a:cubicBezTo>
                    <a:cubicBezTo>
                      <a:pt x="15" y="18"/>
                      <a:pt x="13" y="20"/>
                      <a:pt x="11" y="19"/>
                    </a:cubicBezTo>
                    <a:cubicBezTo>
                      <a:pt x="5" y="17"/>
                      <a:pt x="9" y="11"/>
                      <a:pt x="7" y="7"/>
                    </a:cubicBezTo>
                    <a:cubicBezTo>
                      <a:pt x="5" y="5"/>
                      <a:pt x="0" y="5"/>
                      <a:pt x="0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4" name="Freeform 4046">
                <a:extLst>
                  <a:ext uri="{FF2B5EF4-FFF2-40B4-BE49-F238E27FC236}">
                    <a16:creationId xmlns:a16="http://schemas.microsoft.com/office/drawing/2014/main" id="{356F707B-6C09-4B95-B9E0-658545BA9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856"/>
                <a:ext cx="42" cy="15"/>
              </a:xfrm>
              <a:custGeom>
                <a:avLst/>
                <a:gdLst>
                  <a:gd name="T0" fmla="*/ 0 w 27"/>
                  <a:gd name="T1" fmla="*/ 8 h 9"/>
                  <a:gd name="T2" fmla="*/ 56 w 27"/>
                  <a:gd name="T3" fmla="*/ 33 h 9"/>
                  <a:gd name="T4" fmla="*/ 101 w 27"/>
                  <a:gd name="T5" fmla="*/ 13 h 9"/>
                  <a:gd name="T6" fmla="*/ 62 w 27"/>
                  <a:gd name="T7" fmla="*/ 5 h 9"/>
                  <a:gd name="T8" fmla="*/ 0 w 27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9">
                    <a:moveTo>
                      <a:pt x="0" y="2"/>
                    </a:moveTo>
                    <a:cubicBezTo>
                      <a:pt x="2" y="7"/>
                      <a:pt x="11" y="9"/>
                      <a:pt x="15" y="7"/>
                    </a:cubicBezTo>
                    <a:cubicBezTo>
                      <a:pt x="20" y="5"/>
                      <a:pt x="22" y="2"/>
                      <a:pt x="27" y="3"/>
                    </a:cubicBezTo>
                    <a:cubicBezTo>
                      <a:pt x="24" y="1"/>
                      <a:pt x="21" y="0"/>
                      <a:pt x="17" y="1"/>
                    </a:cubicBezTo>
                    <a:cubicBezTo>
                      <a:pt x="13" y="2"/>
                      <a:pt x="3" y="7"/>
                      <a:pt x="0" y="2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5" name="Freeform 4047">
                <a:extLst>
                  <a:ext uri="{FF2B5EF4-FFF2-40B4-BE49-F238E27FC236}">
                    <a16:creationId xmlns:a16="http://schemas.microsoft.com/office/drawing/2014/main" id="{6DB80B47-4A6D-47E1-82D5-7D9C8FE1B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831"/>
                <a:ext cx="30" cy="25"/>
              </a:xfrm>
              <a:custGeom>
                <a:avLst/>
                <a:gdLst>
                  <a:gd name="T0" fmla="*/ 8 w 19"/>
                  <a:gd name="T1" fmla="*/ 20 h 15"/>
                  <a:gd name="T2" fmla="*/ 22 w 19"/>
                  <a:gd name="T3" fmla="*/ 37 h 15"/>
                  <a:gd name="T4" fmla="*/ 35 w 19"/>
                  <a:gd name="T5" fmla="*/ 47 h 15"/>
                  <a:gd name="T6" fmla="*/ 74 w 19"/>
                  <a:gd name="T7" fmla="*/ 42 h 15"/>
                  <a:gd name="T8" fmla="*/ 22 w 19"/>
                  <a:gd name="T9" fmla="*/ 50 h 15"/>
                  <a:gd name="T10" fmla="*/ 5 w 19"/>
                  <a:gd name="T11" fmla="*/ 28 h 15"/>
                  <a:gd name="T12" fmla="*/ 0 w 19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2" y="4"/>
                    </a:moveTo>
                    <a:cubicBezTo>
                      <a:pt x="4" y="5"/>
                      <a:pt x="4" y="7"/>
                      <a:pt x="6" y="8"/>
                    </a:cubicBezTo>
                    <a:cubicBezTo>
                      <a:pt x="6" y="9"/>
                      <a:pt x="8" y="10"/>
                      <a:pt x="9" y="10"/>
                    </a:cubicBezTo>
                    <a:cubicBezTo>
                      <a:pt x="13" y="11"/>
                      <a:pt x="16" y="10"/>
                      <a:pt x="19" y="9"/>
                    </a:cubicBezTo>
                    <a:cubicBezTo>
                      <a:pt x="14" y="12"/>
                      <a:pt x="10" y="15"/>
                      <a:pt x="6" y="11"/>
                    </a:cubicBezTo>
                    <a:cubicBezTo>
                      <a:pt x="4" y="9"/>
                      <a:pt x="2" y="8"/>
                      <a:pt x="1" y="6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6" name="Freeform 4048">
                <a:extLst>
                  <a:ext uri="{FF2B5EF4-FFF2-40B4-BE49-F238E27FC236}">
                    <a16:creationId xmlns:a16="http://schemas.microsoft.com/office/drawing/2014/main" id="{5CC6ACE2-CA4A-4F99-9394-B4F20F31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838"/>
                <a:ext cx="37" cy="30"/>
              </a:xfrm>
              <a:custGeom>
                <a:avLst/>
                <a:gdLst>
                  <a:gd name="T0" fmla="*/ 5 w 24"/>
                  <a:gd name="T1" fmla="*/ 70 h 18"/>
                  <a:gd name="T2" fmla="*/ 35 w 24"/>
                  <a:gd name="T3" fmla="*/ 75 h 18"/>
                  <a:gd name="T4" fmla="*/ 48 w 24"/>
                  <a:gd name="T5" fmla="*/ 62 h 18"/>
                  <a:gd name="T6" fmla="*/ 62 w 24"/>
                  <a:gd name="T7" fmla="*/ 55 h 18"/>
                  <a:gd name="T8" fmla="*/ 76 w 24"/>
                  <a:gd name="T9" fmla="*/ 0 h 18"/>
                  <a:gd name="T10" fmla="*/ 66 w 24"/>
                  <a:gd name="T11" fmla="*/ 13 h 18"/>
                  <a:gd name="T12" fmla="*/ 45 w 24"/>
                  <a:gd name="T13" fmla="*/ 37 h 18"/>
                  <a:gd name="T14" fmla="*/ 26 w 24"/>
                  <a:gd name="T15" fmla="*/ 55 h 18"/>
                  <a:gd name="T16" fmla="*/ 0 w 24"/>
                  <a:gd name="T17" fmla="*/ 7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8">
                    <a:moveTo>
                      <a:pt x="1" y="15"/>
                    </a:moveTo>
                    <a:cubicBezTo>
                      <a:pt x="5" y="15"/>
                      <a:pt x="7" y="18"/>
                      <a:pt x="10" y="16"/>
                    </a:cubicBezTo>
                    <a:cubicBezTo>
                      <a:pt x="11" y="15"/>
                      <a:pt x="12" y="14"/>
                      <a:pt x="13" y="13"/>
                    </a:cubicBezTo>
                    <a:cubicBezTo>
                      <a:pt x="15" y="13"/>
                      <a:pt x="16" y="13"/>
                      <a:pt x="17" y="12"/>
                    </a:cubicBezTo>
                    <a:cubicBezTo>
                      <a:pt x="24" y="11"/>
                      <a:pt x="20" y="5"/>
                      <a:pt x="21" y="0"/>
                    </a:cubicBezTo>
                    <a:cubicBezTo>
                      <a:pt x="20" y="1"/>
                      <a:pt x="19" y="2"/>
                      <a:pt x="18" y="3"/>
                    </a:cubicBezTo>
                    <a:cubicBezTo>
                      <a:pt x="16" y="7"/>
                      <a:pt x="16" y="7"/>
                      <a:pt x="12" y="8"/>
                    </a:cubicBezTo>
                    <a:cubicBezTo>
                      <a:pt x="9" y="9"/>
                      <a:pt x="9" y="10"/>
                      <a:pt x="7" y="12"/>
                    </a:cubicBezTo>
                    <a:cubicBezTo>
                      <a:pt x="6" y="14"/>
                      <a:pt x="3" y="15"/>
                      <a:pt x="0" y="15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7" name="Freeform 4049">
                <a:extLst>
                  <a:ext uri="{FF2B5EF4-FFF2-40B4-BE49-F238E27FC236}">
                    <a16:creationId xmlns:a16="http://schemas.microsoft.com/office/drawing/2014/main" id="{04B4E43F-12C5-4E0A-BA46-5FCE17890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812"/>
                <a:ext cx="22" cy="26"/>
              </a:xfrm>
              <a:custGeom>
                <a:avLst/>
                <a:gdLst>
                  <a:gd name="T0" fmla="*/ 39 w 14"/>
                  <a:gd name="T1" fmla="*/ 5 h 16"/>
                  <a:gd name="T2" fmla="*/ 47 w 14"/>
                  <a:gd name="T3" fmla="*/ 47 h 16"/>
                  <a:gd name="T4" fmla="*/ 0 w 14"/>
                  <a:gd name="T5" fmla="*/ 68 h 16"/>
                  <a:gd name="T6" fmla="*/ 35 w 14"/>
                  <a:gd name="T7" fmla="*/ 29 h 16"/>
                  <a:gd name="T8" fmla="*/ 31 w 14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0" y="1"/>
                    </a:moveTo>
                    <a:cubicBezTo>
                      <a:pt x="11" y="4"/>
                      <a:pt x="14" y="8"/>
                      <a:pt x="12" y="11"/>
                    </a:cubicBezTo>
                    <a:cubicBezTo>
                      <a:pt x="9" y="14"/>
                      <a:pt x="3" y="15"/>
                      <a:pt x="0" y="16"/>
                    </a:cubicBezTo>
                    <a:cubicBezTo>
                      <a:pt x="3" y="15"/>
                      <a:pt x="8" y="11"/>
                      <a:pt x="9" y="7"/>
                    </a:cubicBezTo>
                    <a:cubicBezTo>
                      <a:pt x="9" y="5"/>
                      <a:pt x="8" y="1"/>
                      <a:pt x="8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8" name="Freeform 4050">
                <a:extLst>
                  <a:ext uri="{FF2B5EF4-FFF2-40B4-BE49-F238E27FC236}">
                    <a16:creationId xmlns:a16="http://schemas.microsoft.com/office/drawing/2014/main" id="{A75F4EC8-8F1D-4DB4-B8A6-C0DF14F0F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802"/>
                <a:ext cx="13" cy="10"/>
              </a:xfrm>
              <a:custGeom>
                <a:avLst/>
                <a:gdLst>
                  <a:gd name="T0" fmla="*/ 0 w 9"/>
                  <a:gd name="T1" fmla="*/ 0 h 6"/>
                  <a:gd name="T2" fmla="*/ 20 w 9"/>
                  <a:gd name="T3" fmla="*/ 5 h 6"/>
                  <a:gd name="T4" fmla="*/ 27 w 9"/>
                  <a:gd name="T5" fmla="*/ 22 h 6"/>
                  <a:gd name="T6" fmla="*/ 13 w 9"/>
                  <a:gd name="T7" fmla="*/ 22 h 6"/>
                  <a:gd name="T8" fmla="*/ 1 w 9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0"/>
                      <a:pt x="6" y="0"/>
                      <a:pt x="7" y="1"/>
                    </a:cubicBezTo>
                    <a:cubicBezTo>
                      <a:pt x="8" y="1"/>
                      <a:pt x="9" y="4"/>
                      <a:pt x="9" y="5"/>
                    </a:cubicBezTo>
                    <a:cubicBezTo>
                      <a:pt x="8" y="3"/>
                      <a:pt x="6" y="6"/>
                      <a:pt x="4" y="5"/>
                    </a:cubicBezTo>
                    <a:cubicBezTo>
                      <a:pt x="3" y="4"/>
                      <a:pt x="3" y="1"/>
                      <a:pt x="1" y="1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9" name="Freeform 4051">
                <a:extLst>
                  <a:ext uri="{FF2B5EF4-FFF2-40B4-BE49-F238E27FC236}">
                    <a16:creationId xmlns:a16="http://schemas.microsoft.com/office/drawing/2014/main" id="{C7E113C8-DE52-4F9B-96EF-3A300EE82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764"/>
                <a:ext cx="9" cy="18"/>
              </a:xfrm>
              <a:custGeom>
                <a:avLst/>
                <a:gdLst>
                  <a:gd name="T0" fmla="*/ 8 w 6"/>
                  <a:gd name="T1" fmla="*/ 0 h 11"/>
                  <a:gd name="T2" fmla="*/ 12 w 6"/>
                  <a:gd name="T3" fmla="*/ 47 h 11"/>
                  <a:gd name="T4" fmla="*/ 0 w 6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6" y="0"/>
                      <a:pt x="4" y="9"/>
                      <a:pt x="3" y="11"/>
                    </a:cubicBezTo>
                    <a:cubicBezTo>
                      <a:pt x="3" y="8"/>
                      <a:pt x="4" y="2"/>
                      <a:pt x="0" y="2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0" name="Freeform 4052">
                <a:extLst>
                  <a:ext uri="{FF2B5EF4-FFF2-40B4-BE49-F238E27FC236}">
                    <a16:creationId xmlns:a16="http://schemas.microsoft.com/office/drawing/2014/main" id="{552DC466-1A3A-4491-80EA-DF0F15C13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846"/>
                <a:ext cx="25" cy="10"/>
              </a:xfrm>
              <a:custGeom>
                <a:avLst/>
                <a:gdLst>
                  <a:gd name="T0" fmla="*/ 0 w 16"/>
                  <a:gd name="T1" fmla="*/ 0 h 6"/>
                  <a:gd name="T2" fmla="*/ 27 w 16"/>
                  <a:gd name="T3" fmla="*/ 28 h 6"/>
                  <a:gd name="T4" fmla="*/ 61 w 16"/>
                  <a:gd name="T5" fmla="*/ 22 h 6"/>
                  <a:gd name="T6" fmla="*/ 39 w 16"/>
                  <a:gd name="T7" fmla="*/ 8 h 6"/>
                  <a:gd name="T8" fmla="*/ 20 w 16"/>
                  <a:gd name="T9" fmla="*/ 13 h 6"/>
                  <a:gd name="T10" fmla="*/ 5 w 16"/>
                  <a:gd name="T11" fmla="*/ 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1" y="3"/>
                      <a:pt x="3" y="5"/>
                      <a:pt x="7" y="6"/>
                    </a:cubicBezTo>
                    <a:cubicBezTo>
                      <a:pt x="10" y="6"/>
                      <a:pt x="13" y="4"/>
                      <a:pt x="16" y="5"/>
                    </a:cubicBezTo>
                    <a:cubicBezTo>
                      <a:pt x="13" y="4"/>
                      <a:pt x="13" y="1"/>
                      <a:pt x="10" y="2"/>
                    </a:cubicBezTo>
                    <a:cubicBezTo>
                      <a:pt x="8" y="2"/>
                      <a:pt x="8" y="4"/>
                      <a:pt x="5" y="3"/>
                    </a:cubicBezTo>
                    <a:cubicBezTo>
                      <a:pt x="4" y="3"/>
                      <a:pt x="2" y="1"/>
                      <a:pt x="1" y="1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1" name="Freeform 4053">
                <a:extLst>
                  <a:ext uri="{FF2B5EF4-FFF2-40B4-BE49-F238E27FC236}">
                    <a16:creationId xmlns:a16="http://schemas.microsoft.com/office/drawing/2014/main" id="{561E6904-0AB5-4BA4-9C59-318D58E65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840"/>
                <a:ext cx="20" cy="24"/>
              </a:xfrm>
              <a:custGeom>
                <a:avLst/>
                <a:gdLst>
                  <a:gd name="T0" fmla="*/ 0 w 13"/>
                  <a:gd name="T1" fmla="*/ 61 h 15"/>
                  <a:gd name="T2" fmla="*/ 40 w 13"/>
                  <a:gd name="T3" fmla="*/ 42 h 15"/>
                  <a:gd name="T4" fmla="*/ 48 w 13"/>
                  <a:gd name="T5" fmla="*/ 0 h 15"/>
                  <a:gd name="T6" fmla="*/ 34 w 13"/>
                  <a:gd name="T7" fmla="*/ 26 h 15"/>
                  <a:gd name="T8" fmla="*/ 18 w 13"/>
                  <a:gd name="T9" fmla="*/ 35 h 15"/>
                  <a:gd name="T10" fmla="*/ 8 w 13"/>
                  <a:gd name="T11" fmla="*/ 46 h 15"/>
                  <a:gd name="T12" fmla="*/ 5 w 13"/>
                  <a:gd name="T13" fmla="*/ 6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3" y="11"/>
                      <a:pt x="7" y="13"/>
                      <a:pt x="11" y="10"/>
                    </a:cubicBezTo>
                    <a:cubicBezTo>
                      <a:pt x="13" y="7"/>
                      <a:pt x="12" y="3"/>
                      <a:pt x="13" y="0"/>
                    </a:cubicBezTo>
                    <a:cubicBezTo>
                      <a:pt x="8" y="1"/>
                      <a:pt x="10" y="4"/>
                      <a:pt x="9" y="6"/>
                    </a:cubicBezTo>
                    <a:cubicBezTo>
                      <a:pt x="9" y="8"/>
                      <a:pt x="7" y="8"/>
                      <a:pt x="5" y="9"/>
                    </a:cubicBezTo>
                    <a:cubicBezTo>
                      <a:pt x="4" y="10"/>
                      <a:pt x="3" y="11"/>
                      <a:pt x="2" y="11"/>
                    </a:cubicBezTo>
                    <a:cubicBezTo>
                      <a:pt x="1" y="12"/>
                      <a:pt x="2" y="14"/>
                      <a:pt x="1" y="15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2" name="Freeform 4054">
                <a:extLst>
                  <a:ext uri="{FF2B5EF4-FFF2-40B4-BE49-F238E27FC236}">
                    <a16:creationId xmlns:a16="http://schemas.microsoft.com/office/drawing/2014/main" id="{64BBF568-A743-41DA-A267-024808CB3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817"/>
                <a:ext cx="7" cy="16"/>
              </a:xfrm>
              <a:custGeom>
                <a:avLst/>
                <a:gdLst>
                  <a:gd name="T0" fmla="*/ 16 w 4"/>
                  <a:gd name="T1" fmla="*/ 5 h 10"/>
                  <a:gd name="T2" fmla="*/ 21 w 4"/>
                  <a:gd name="T3" fmla="*/ 26 h 10"/>
                  <a:gd name="T4" fmla="*/ 0 w 4"/>
                  <a:gd name="T5" fmla="*/ 42 h 10"/>
                  <a:gd name="T6" fmla="*/ 16 w 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3" y="1"/>
                    </a:moveTo>
                    <a:cubicBezTo>
                      <a:pt x="3" y="3"/>
                      <a:pt x="4" y="4"/>
                      <a:pt x="4" y="6"/>
                    </a:cubicBezTo>
                    <a:cubicBezTo>
                      <a:pt x="4" y="8"/>
                      <a:pt x="2" y="10"/>
                      <a:pt x="0" y="10"/>
                    </a:cubicBezTo>
                    <a:cubicBezTo>
                      <a:pt x="3" y="8"/>
                      <a:pt x="3" y="4"/>
                      <a:pt x="3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3" name="Freeform 4055">
                <a:extLst>
                  <a:ext uri="{FF2B5EF4-FFF2-40B4-BE49-F238E27FC236}">
                    <a16:creationId xmlns:a16="http://schemas.microsoft.com/office/drawing/2014/main" id="{ACC72ABB-A5F3-42C0-B1F2-03355B897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859"/>
                <a:ext cx="27" cy="10"/>
              </a:xfrm>
              <a:custGeom>
                <a:avLst/>
                <a:gdLst>
                  <a:gd name="T0" fmla="*/ 13 w 17"/>
                  <a:gd name="T1" fmla="*/ 28 h 6"/>
                  <a:gd name="T2" fmla="*/ 68 w 17"/>
                  <a:gd name="T3" fmla="*/ 8 h 6"/>
                  <a:gd name="T4" fmla="*/ 35 w 17"/>
                  <a:gd name="T5" fmla="*/ 5 h 6"/>
                  <a:gd name="T6" fmla="*/ 16 w 17"/>
                  <a:gd name="T7" fmla="*/ 22 h 6"/>
                  <a:gd name="T8" fmla="*/ 0 w 17"/>
                  <a:gd name="T9" fmla="*/ 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6">
                    <a:moveTo>
                      <a:pt x="3" y="6"/>
                    </a:moveTo>
                    <a:cubicBezTo>
                      <a:pt x="8" y="4"/>
                      <a:pt x="12" y="1"/>
                      <a:pt x="17" y="2"/>
                    </a:cubicBezTo>
                    <a:cubicBezTo>
                      <a:pt x="15" y="0"/>
                      <a:pt x="11" y="0"/>
                      <a:pt x="9" y="1"/>
                    </a:cubicBezTo>
                    <a:cubicBezTo>
                      <a:pt x="7" y="2"/>
                      <a:pt x="6" y="4"/>
                      <a:pt x="4" y="5"/>
                    </a:cubicBezTo>
                    <a:cubicBezTo>
                      <a:pt x="3" y="5"/>
                      <a:pt x="2" y="5"/>
                      <a:pt x="0" y="6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4" name="Freeform 4056">
                <a:extLst>
                  <a:ext uri="{FF2B5EF4-FFF2-40B4-BE49-F238E27FC236}">
                    <a16:creationId xmlns:a16="http://schemas.microsoft.com/office/drawing/2014/main" id="{A1105890-AC32-498D-94E2-2419CEC1E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2817"/>
                <a:ext cx="37" cy="11"/>
              </a:xfrm>
              <a:custGeom>
                <a:avLst/>
                <a:gdLst>
                  <a:gd name="T0" fmla="*/ 0 w 24"/>
                  <a:gd name="T1" fmla="*/ 5 h 7"/>
                  <a:gd name="T2" fmla="*/ 48 w 24"/>
                  <a:gd name="T3" fmla="*/ 8 h 7"/>
                  <a:gd name="T4" fmla="*/ 88 w 24"/>
                  <a:gd name="T5" fmla="*/ 0 h 7"/>
                  <a:gd name="T6" fmla="*/ 48 w 24"/>
                  <a:gd name="T7" fmla="*/ 20 h 7"/>
                  <a:gd name="T8" fmla="*/ 19 w 24"/>
                  <a:gd name="T9" fmla="*/ 22 h 7"/>
                  <a:gd name="T10" fmla="*/ 0 w 24"/>
                  <a:gd name="T11" fmla="*/ 8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">
                    <a:moveTo>
                      <a:pt x="0" y="1"/>
                    </a:moveTo>
                    <a:cubicBezTo>
                      <a:pt x="4" y="6"/>
                      <a:pt x="8" y="3"/>
                      <a:pt x="13" y="2"/>
                    </a:cubicBezTo>
                    <a:cubicBezTo>
                      <a:pt x="16" y="1"/>
                      <a:pt x="22" y="3"/>
                      <a:pt x="24" y="0"/>
                    </a:cubicBezTo>
                    <a:cubicBezTo>
                      <a:pt x="23" y="4"/>
                      <a:pt x="16" y="4"/>
                      <a:pt x="13" y="5"/>
                    </a:cubicBezTo>
                    <a:cubicBezTo>
                      <a:pt x="10" y="6"/>
                      <a:pt x="8" y="7"/>
                      <a:pt x="5" y="6"/>
                    </a:cubicBezTo>
                    <a:cubicBezTo>
                      <a:pt x="3" y="5"/>
                      <a:pt x="2" y="3"/>
                      <a:pt x="0" y="2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5" name="Freeform 4057">
                <a:extLst>
                  <a:ext uri="{FF2B5EF4-FFF2-40B4-BE49-F238E27FC236}">
                    <a16:creationId xmlns:a16="http://schemas.microsoft.com/office/drawing/2014/main" id="{D10210AD-CAA1-4804-AC66-CD882B8D0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780"/>
                <a:ext cx="25" cy="15"/>
              </a:xfrm>
              <a:custGeom>
                <a:avLst/>
                <a:gdLst>
                  <a:gd name="T0" fmla="*/ 0 w 16"/>
                  <a:gd name="T1" fmla="*/ 20 h 9"/>
                  <a:gd name="T2" fmla="*/ 61 w 16"/>
                  <a:gd name="T3" fmla="*/ 42 h 9"/>
                  <a:gd name="T4" fmla="*/ 42 w 16"/>
                  <a:gd name="T5" fmla="*/ 28 h 9"/>
                  <a:gd name="T6" fmla="*/ 34 w 16"/>
                  <a:gd name="T7" fmla="*/ 28 h 9"/>
                  <a:gd name="T8" fmla="*/ 20 w 16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0" y="4"/>
                    </a:moveTo>
                    <a:cubicBezTo>
                      <a:pt x="5" y="8"/>
                      <a:pt x="14" y="0"/>
                      <a:pt x="16" y="9"/>
                    </a:cubicBezTo>
                    <a:cubicBezTo>
                      <a:pt x="15" y="7"/>
                      <a:pt x="13" y="6"/>
                      <a:pt x="11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8" y="6"/>
                      <a:pt x="6" y="6"/>
                      <a:pt x="5" y="6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6" name="Freeform 4058">
                <a:extLst>
                  <a:ext uri="{FF2B5EF4-FFF2-40B4-BE49-F238E27FC236}">
                    <a16:creationId xmlns:a16="http://schemas.microsoft.com/office/drawing/2014/main" id="{C0CCEBD0-E143-41FC-9907-3E19667FD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789"/>
                <a:ext cx="17" cy="21"/>
              </a:xfrm>
              <a:custGeom>
                <a:avLst/>
                <a:gdLst>
                  <a:gd name="T0" fmla="*/ 40 w 11"/>
                  <a:gd name="T1" fmla="*/ 0 h 13"/>
                  <a:gd name="T2" fmla="*/ 14 w 11"/>
                  <a:gd name="T3" fmla="*/ 55 h 13"/>
                  <a:gd name="T4" fmla="*/ 22 w 11"/>
                  <a:gd name="T5" fmla="*/ 21 h 13"/>
                  <a:gd name="T6" fmla="*/ 40 w 11"/>
                  <a:gd name="T7" fmla="*/ 5 h 13"/>
                  <a:gd name="T8" fmla="*/ 36 w 11"/>
                  <a:gd name="T9" fmla="*/ 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1" y="0"/>
                    </a:moveTo>
                    <a:cubicBezTo>
                      <a:pt x="6" y="3"/>
                      <a:pt x="0" y="5"/>
                      <a:pt x="4" y="13"/>
                    </a:cubicBezTo>
                    <a:cubicBezTo>
                      <a:pt x="4" y="10"/>
                      <a:pt x="4" y="8"/>
                      <a:pt x="6" y="5"/>
                    </a:cubicBezTo>
                    <a:cubicBezTo>
                      <a:pt x="7" y="3"/>
                      <a:pt x="8" y="3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7" name="Freeform 4059">
                <a:extLst>
                  <a:ext uri="{FF2B5EF4-FFF2-40B4-BE49-F238E27FC236}">
                    <a16:creationId xmlns:a16="http://schemas.microsoft.com/office/drawing/2014/main" id="{659A2E0E-A175-47C2-855E-DEB49121F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759"/>
                <a:ext cx="142" cy="115"/>
              </a:xfrm>
              <a:custGeom>
                <a:avLst/>
                <a:gdLst>
                  <a:gd name="T0" fmla="*/ 272 w 92"/>
                  <a:gd name="T1" fmla="*/ 151 h 70"/>
                  <a:gd name="T2" fmla="*/ 332 w 92"/>
                  <a:gd name="T3" fmla="*/ 156 h 70"/>
                  <a:gd name="T4" fmla="*/ 332 w 92"/>
                  <a:gd name="T5" fmla="*/ 200 h 70"/>
                  <a:gd name="T6" fmla="*/ 306 w 92"/>
                  <a:gd name="T7" fmla="*/ 214 h 70"/>
                  <a:gd name="T8" fmla="*/ 303 w 92"/>
                  <a:gd name="T9" fmla="*/ 268 h 70"/>
                  <a:gd name="T10" fmla="*/ 264 w 92"/>
                  <a:gd name="T11" fmla="*/ 289 h 70"/>
                  <a:gd name="T12" fmla="*/ 202 w 92"/>
                  <a:gd name="T13" fmla="*/ 284 h 70"/>
                  <a:gd name="T14" fmla="*/ 170 w 92"/>
                  <a:gd name="T15" fmla="*/ 302 h 70"/>
                  <a:gd name="T16" fmla="*/ 122 w 92"/>
                  <a:gd name="T17" fmla="*/ 302 h 70"/>
                  <a:gd name="T18" fmla="*/ 88 w 92"/>
                  <a:gd name="T19" fmla="*/ 268 h 70"/>
                  <a:gd name="T20" fmla="*/ 40 w 92"/>
                  <a:gd name="T21" fmla="*/ 269 h 70"/>
                  <a:gd name="T22" fmla="*/ 8 w 92"/>
                  <a:gd name="T23" fmla="*/ 164 h 70"/>
                  <a:gd name="T24" fmla="*/ 5 w 92"/>
                  <a:gd name="T25" fmla="*/ 110 h 70"/>
                  <a:gd name="T26" fmla="*/ 40 w 92"/>
                  <a:gd name="T27" fmla="*/ 71 h 70"/>
                  <a:gd name="T28" fmla="*/ 48 w 92"/>
                  <a:gd name="T29" fmla="*/ 21 h 70"/>
                  <a:gd name="T30" fmla="*/ 80 w 92"/>
                  <a:gd name="T31" fmla="*/ 21 h 70"/>
                  <a:gd name="T32" fmla="*/ 80 w 92"/>
                  <a:gd name="T33" fmla="*/ 67 h 70"/>
                  <a:gd name="T34" fmla="*/ 117 w 92"/>
                  <a:gd name="T35" fmla="*/ 62 h 70"/>
                  <a:gd name="T36" fmla="*/ 140 w 92"/>
                  <a:gd name="T37" fmla="*/ 102 h 70"/>
                  <a:gd name="T38" fmla="*/ 181 w 92"/>
                  <a:gd name="T39" fmla="*/ 110 h 70"/>
                  <a:gd name="T40" fmla="*/ 210 w 92"/>
                  <a:gd name="T41" fmla="*/ 143 h 70"/>
                  <a:gd name="T42" fmla="*/ 272 w 92"/>
                  <a:gd name="T43" fmla="*/ 151 h 7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2" h="70">
                    <a:moveTo>
                      <a:pt x="74" y="34"/>
                    </a:moveTo>
                    <a:cubicBezTo>
                      <a:pt x="81" y="37"/>
                      <a:pt x="85" y="25"/>
                      <a:pt x="90" y="35"/>
                    </a:cubicBezTo>
                    <a:cubicBezTo>
                      <a:pt x="91" y="38"/>
                      <a:pt x="92" y="42"/>
                      <a:pt x="90" y="45"/>
                    </a:cubicBezTo>
                    <a:cubicBezTo>
                      <a:pt x="89" y="47"/>
                      <a:pt x="84" y="46"/>
                      <a:pt x="83" y="48"/>
                    </a:cubicBezTo>
                    <a:cubicBezTo>
                      <a:pt x="80" y="52"/>
                      <a:pt x="85" y="56"/>
                      <a:pt x="82" y="60"/>
                    </a:cubicBezTo>
                    <a:cubicBezTo>
                      <a:pt x="80" y="63"/>
                      <a:pt x="74" y="61"/>
                      <a:pt x="72" y="65"/>
                    </a:cubicBezTo>
                    <a:cubicBezTo>
                      <a:pt x="69" y="68"/>
                      <a:pt x="59" y="65"/>
                      <a:pt x="55" y="64"/>
                    </a:cubicBezTo>
                    <a:cubicBezTo>
                      <a:pt x="51" y="63"/>
                      <a:pt x="49" y="67"/>
                      <a:pt x="46" y="68"/>
                    </a:cubicBezTo>
                    <a:cubicBezTo>
                      <a:pt x="42" y="70"/>
                      <a:pt x="37" y="69"/>
                      <a:pt x="33" y="68"/>
                    </a:cubicBezTo>
                    <a:cubicBezTo>
                      <a:pt x="28" y="67"/>
                      <a:pt x="28" y="62"/>
                      <a:pt x="24" y="60"/>
                    </a:cubicBezTo>
                    <a:cubicBezTo>
                      <a:pt x="20" y="58"/>
                      <a:pt x="15" y="63"/>
                      <a:pt x="11" y="61"/>
                    </a:cubicBezTo>
                    <a:cubicBezTo>
                      <a:pt x="1" y="58"/>
                      <a:pt x="1" y="46"/>
                      <a:pt x="2" y="37"/>
                    </a:cubicBezTo>
                    <a:cubicBezTo>
                      <a:pt x="2" y="33"/>
                      <a:pt x="0" y="29"/>
                      <a:pt x="1" y="25"/>
                    </a:cubicBezTo>
                    <a:cubicBezTo>
                      <a:pt x="1" y="19"/>
                      <a:pt x="8" y="19"/>
                      <a:pt x="11" y="16"/>
                    </a:cubicBezTo>
                    <a:cubicBezTo>
                      <a:pt x="16" y="11"/>
                      <a:pt x="12" y="10"/>
                      <a:pt x="13" y="5"/>
                    </a:cubicBezTo>
                    <a:cubicBezTo>
                      <a:pt x="15" y="0"/>
                      <a:pt x="20" y="0"/>
                      <a:pt x="22" y="5"/>
                    </a:cubicBezTo>
                    <a:cubicBezTo>
                      <a:pt x="23" y="8"/>
                      <a:pt x="19" y="13"/>
                      <a:pt x="22" y="15"/>
                    </a:cubicBezTo>
                    <a:cubicBezTo>
                      <a:pt x="24" y="16"/>
                      <a:pt x="30" y="14"/>
                      <a:pt x="32" y="14"/>
                    </a:cubicBezTo>
                    <a:cubicBezTo>
                      <a:pt x="38" y="16"/>
                      <a:pt x="36" y="19"/>
                      <a:pt x="38" y="23"/>
                    </a:cubicBezTo>
                    <a:cubicBezTo>
                      <a:pt x="41" y="28"/>
                      <a:pt x="44" y="24"/>
                      <a:pt x="49" y="25"/>
                    </a:cubicBezTo>
                    <a:cubicBezTo>
                      <a:pt x="52" y="26"/>
                      <a:pt x="55" y="29"/>
                      <a:pt x="57" y="32"/>
                    </a:cubicBezTo>
                    <a:cubicBezTo>
                      <a:pt x="63" y="44"/>
                      <a:pt x="67" y="32"/>
                      <a:pt x="74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8" name="Freeform 4060">
                <a:extLst>
                  <a:ext uri="{FF2B5EF4-FFF2-40B4-BE49-F238E27FC236}">
                    <a16:creationId xmlns:a16="http://schemas.microsoft.com/office/drawing/2014/main" id="{C70FF3A1-C354-44E5-951B-57C924473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846"/>
                <a:ext cx="17" cy="17"/>
              </a:xfrm>
              <a:custGeom>
                <a:avLst/>
                <a:gdLst>
                  <a:gd name="T0" fmla="*/ 40 w 11"/>
                  <a:gd name="T1" fmla="*/ 49 h 10"/>
                  <a:gd name="T2" fmla="*/ 0 w 11"/>
                  <a:gd name="T3" fmla="*/ 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11" y="10"/>
                    </a:moveTo>
                    <a:cubicBezTo>
                      <a:pt x="10" y="7"/>
                      <a:pt x="4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9" name="Freeform 4061">
                <a:extLst>
                  <a:ext uri="{FF2B5EF4-FFF2-40B4-BE49-F238E27FC236}">
                    <a16:creationId xmlns:a16="http://schemas.microsoft.com/office/drawing/2014/main" id="{C8372720-BA6E-4C82-B426-C17DA0974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800"/>
                <a:ext cx="9" cy="12"/>
              </a:xfrm>
              <a:custGeom>
                <a:avLst/>
                <a:gdLst>
                  <a:gd name="T0" fmla="*/ 21 w 6"/>
                  <a:gd name="T1" fmla="*/ 36 h 7"/>
                  <a:gd name="T2" fmla="*/ 0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4" y="5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0" name="Freeform 4062">
                <a:extLst>
                  <a:ext uri="{FF2B5EF4-FFF2-40B4-BE49-F238E27FC236}">
                    <a16:creationId xmlns:a16="http://schemas.microsoft.com/office/drawing/2014/main" id="{5049BDDB-5691-4564-A4EF-4EF427D7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830"/>
                <a:ext cx="31" cy="20"/>
              </a:xfrm>
              <a:custGeom>
                <a:avLst/>
                <a:gdLst>
                  <a:gd name="T0" fmla="*/ 74 w 20"/>
                  <a:gd name="T1" fmla="*/ 37 h 12"/>
                  <a:gd name="T2" fmla="*/ 26 w 20"/>
                  <a:gd name="T3" fmla="*/ 42 h 12"/>
                  <a:gd name="T4" fmla="*/ 8 w 20"/>
                  <a:gd name="T5" fmla="*/ 13 h 12"/>
                  <a:gd name="T6" fmla="*/ 0 w 2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0" y="8"/>
                    </a:moveTo>
                    <a:cubicBezTo>
                      <a:pt x="16" y="11"/>
                      <a:pt x="12" y="12"/>
                      <a:pt x="7" y="9"/>
                    </a:cubicBezTo>
                    <a:cubicBezTo>
                      <a:pt x="4" y="7"/>
                      <a:pt x="4" y="6"/>
                      <a:pt x="2" y="3"/>
                    </a:cubicBez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1" name="Freeform 4063">
                <a:extLst>
                  <a:ext uri="{FF2B5EF4-FFF2-40B4-BE49-F238E27FC236}">
                    <a16:creationId xmlns:a16="http://schemas.microsoft.com/office/drawing/2014/main" id="{18D4334D-D84F-476C-8217-920F0ACDC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838"/>
                <a:ext cx="7" cy="7"/>
              </a:xfrm>
              <a:custGeom>
                <a:avLst/>
                <a:gdLst>
                  <a:gd name="T0" fmla="*/ 14 w 5"/>
                  <a:gd name="T1" fmla="*/ 0 h 4"/>
                  <a:gd name="T2" fmla="*/ 0 w 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0"/>
                      <a:pt x="1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2" name="Freeform 4064">
                <a:extLst>
                  <a:ext uri="{FF2B5EF4-FFF2-40B4-BE49-F238E27FC236}">
                    <a16:creationId xmlns:a16="http://schemas.microsoft.com/office/drawing/2014/main" id="{ADD6338A-1B8B-40FC-9BB7-086ED60A4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828"/>
                <a:ext cx="5" cy="7"/>
              </a:xfrm>
              <a:custGeom>
                <a:avLst/>
                <a:gdLst>
                  <a:gd name="T0" fmla="*/ 0 w 3"/>
                  <a:gd name="T1" fmla="*/ 12 h 4"/>
                  <a:gd name="T2" fmla="*/ 13 w 3"/>
                  <a:gd name="T3" fmla="*/ 0 h 4"/>
                  <a:gd name="T4" fmla="*/ 5 w 3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2" y="3"/>
                      <a:pt x="1" y="4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3" name="Freeform 4065">
                <a:extLst>
                  <a:ext uri="{FF2B5EF4-FFF2-40B4-BE49-F238E27FC236}">
                    <a16:creationId xmlns:a16="http://schemas.microsoft.com/office/drawing/2014/main" id="{CED2F157-1B1D-4834-92A0-E48940870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84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4" name="Freeform 4066">
                <a:extLst>
                  <a:ext uri="{FF2B5EF4-FFF2-40B4-BE49-F238E27FC236}">
                    <a16:creationId xmlns:a16="http://schemas.microsoft.com/office/drawing/2014/main" id="{8919C4EA-375A-4243-9769-0A0083B17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2807"/>
                <a:ext cx="8" cy="10"/>
              </a:xfrm>
              <a:custGeom>
                <a:avLst/>
                <a:gdLst>
                  <a:gd name="T0" fmla="*/ 21 w 5"/>
                  <a:gd name="T1" fmla="*/ 8 h 6"/>
                  <a:gd name="T2" fmla="*/ 16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3" y="6"/>
                      <a:pt x="0" y="2"/>
                      <a:pt x="4" y="0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5" name="Freeform 4067">
                <a:extLst>
                  <a:ext uri="{FF2B5EF4-FFF2-40B4-BE49-F238E27FC236}">
                    <a16:creationId xmlns:a16="http://schemas.microsoft.com/office/drawing/2014/main" id="{C9E845FC-F907-45A9-A0A8-40D1AB139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843"/>
                <a:ext cx="3" cy="7"/>
              </a:xfrm>
              <a:custGeom>
                <a:avLst/>
                <a:gdLst>
                  <a:gd name="T0" fmla="*/ 0 w 2"/>
                  <a:gd name="T1" fmla="*/ 16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0"/>
                      <a:pt x="2" y="3"/>
                      <a:pt x="2" y="4"/>
                    </a:cubicBezTo>
                  </a:path>
                </a:pathLst>
              </a:custGeom>
              <a:noFill/>
              <a:ln w="4763" cap="flat">
                <a:solidFill>
                  <a:srgbClr val="D9EFF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6" name="Freeform 4068">
                <a:extLst>
                  <a:ext uri="{FF2B5EF4-FFF2-40B4-BE49-F238E27FC236}">
                    <a16:creationId xmlns:a16="http://schemas.microsoft.com/office/drawing/2014/main" id="{FBC9E191-F7B3-4F7D-98CB-BA020F9F4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790"/>
                <a:ext cx="127" cy="112"/>
              </a:xfrm>
              <a:custGeom>
                <a:avLst/>
                <a:gdLst>
                  <a:gd name="T0" fmla="*/ 22 w 82"/>
                  <a:gd name="T1" fmla="*/ 112 h 68"/>
                  <a:gd name="T2" fmla="*/ 67 w 82"/>
                  <a:gd name="T3" fmla="*/ 268 h 68"/>
                  <a:gd name="T4" fmla="*/ 237 w 82"/>
                  <a:gd name="T5" fmla="*/ 260 h 68"/>
                  <a:gd name="T6" fmla="*/ 293 w 82"/>
                  <a:gd name="T7" fmla="*/ 112 h 68"/>
                  <a:gd name="T8" fmla="*/ 22 w 82"/>
                  <a:gd name="T9" fmla="*/ 11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68">
                    <a:moveTo>
                      <a:pt x="6" y="25"/>
                    </a:moveTo>
                    <a:cubicBezTo>
                      <a:pt x="0" y="39"/>
                      <a:pt x="5" y="53"/>
                      <a:pt x="18" y="60"/>
                    </a:cubicBezTo>
                    <a:cubicBezTo>
                      <a:pt x="31" y="68"/>
                      <a:pt x="50" y="66"/>
                      <a:pt x="64" y="58"/>
                    </a:cubicBezTo>
                    <a:cubicBezTo>
                      <a:pt x="81" y="49"/>
                      <a:pt x="82" y="36"/>
                      <a:pt x="79" y="25"/>
                    </a:cubicBezTo>
                    <a:cubicBezTo>
                      <a:pt x="72" y="1"/>
                      <a:pt x="20" y="0"/>
                      <a:pt x="6" y="25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7" name="Freeform 4069">
                <a:extLst>
                  <a:ext uri="{FF2B5EF4-FFF2-40B4-BE49-F238E27FC236}">
                    <a16:creationId xmlns:a16="http://schemas.microsoft.com/office/drawing/2014/main" id="{4DD75A76-E668-40C2-A8B7-75E04791C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818"/>
                <a:ext cx="61" cy="53"/>
              </a:xfrm>
              <a:custGeom>
                <a:avLst/>
                <a:gdLst>
                  <a:gd name="T0" fmla="*/ 149 w 39"/>
                  <a:gd name="T1" fmla="*/ 0 h 32"/>
                  <a:gd name="T2" fmla="*/ 27 w 39"/>
                  <a:gd name="T3" fmla="*/ 91 h 32"/>
                  <a:gd name="T4" fmla="*/ 142 w 39"/>
                  <a:gd name="T5" fmla="*/ 146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39" y="0"/>
                    </a:moveTo>
                    <a:cubicBezTo>
                      <a:pt x="20" y="1"/>
                      <a:pt x="0" y="9"/>
                      <a:pt x="7" y="20"/>
                    </a:cubicBezTo>
                    <a:cubicBezTo>
                      <a:pt x="14" y="31"/>
                      <a:pt x="37" y="32"/>
                      <a:pt x="37" y="32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8" name="Freeform 4070">
                <a:extLst>
                  <a:ext uri="{FF2B5EF4-FFF2-40B4-BE49-F238E27FC236}">
                    <a16:creationId xmlns:a16="http://schemas.microsoft.com/office/drawing/2014/main" id="{60174CF3-35F1-4E10-9548-6292860DA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835"/>
                <a:ext cx="75" cy="38"/>
              </a:xfrm>
              <a:custGeom>
                <a:avLst/>
                <a:gdLst>
                  <a:gd name="T0" fmla="*/ 5 w 49"/>
                  <a:gd name="T1" fmla="*/ 46 h 23"/>
                  <a:gd name="T2" fmla="*/ 61 w 49"/>
                  <a:gd name="T3" fmla="*/ 96 h 23"/>
                  <a:gd name="T4" fmla="*/ 162 w 49"/>
                  <a:gd name="T5" fmla="*/ 58 h 23"/>
                  <a:gd name="T6" fmla="*/ 171 w 49"/>
                  <a:gd name="T7" fmla="*/ 8 h 23"/>
                  <a:gd name="T8" fmla="*/ 171 w 49"/>
                  <a:gd name="T9" fmla="*/ 8 h 23"/>
                  <a:gd name="T10" fmla="*/ 162 w 49"/>
                  <a:gd name="T11" fmla="*/ 55 h 23"/>
                  <a:gd name="T12" fmla="*/ 61 w 49"/>
                  <a:gd name="T13" fmla="*/ 91 h 23"/>
                  <a:gd name="T14" fmla="*/ 5 w 49"/>
                  <a:gd name="T15" fmla="*/ 46 h 23"/>
                  <a:gd name="T16" fmla="*/ 14 w 49"/>
                  <a:gd name="T17" fmla="*/ 0 h 23"/>
                  <a:gd name="T18" fmla="*/ 14 w 49"/>
                  <a:gd name="T19" fmla="*/ 0 h 23"/>
                  <a:gd name="T20" fmla="*/ 5 w 49"/>
                  <a:gd name="T21" fmla="*/ 46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23">
                    <a:moveTo>
                      <a:pt x="1" y="10"/>
                    </a:moveTo>
                    <a:cubicBezTo>
                      <a:pt x="2" y="15"/>
                      <a:pt x="9" y="19"/>
                      <a:pt x="17" y="21"/>
                    </a:cubicBezTo>
                    <a:cubicBezTo>
                      <a:pt x="26" y="23"/>
                      <a:pt x="39" y="20"/>
                      <a:pt x="45" y="13"/>
                    </a:cubicBezTo>
                    <a:cubicBezTo>
                      <a:pt x="48" y="10"/>
                      <a:pt x="49" y="6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9" y="6"/>
                      <a:pt x="47" y="9"/>
                      <a:pt x="45" y="12"/>
                    </a:cubicBezTo>
                    <a:cubicBezTo>
                      <a:pt x="38" y="19"/>
                      <a:pt x="26" y="22"/>
                      <a:pt x="17" y="20"/>
                    </a:cubicBezTo>
                    <a:cubicBezTo>
                      <a:pt x="9" y="19"/>
                      <a:pt x="3" y="15"/>
                      <a:pt x="1" y="10"/>
                    </a:cubicBezTo>
                    <a:cubicBezTo>
                      <a:pt x="0" y="6"/>
                      <a:pt x="1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3"/>
                      <a:pt x="0" y="6"/>
                      <a:pt x="1" y="10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9" name="Freeform 4071">
                <a:extLst>
                  <a:ext uri="{FF2B5EF4-FFF2-40B4-BE49-F238E27FC236}">
                    <a16:creationId xmlns:a16="http://schemas.microsoft.com/office/drawing/2014/main" id="{B75FF4F6-9328-4728-B91E-2F97F8614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2861"/>
                <a:ext cx="130" cy="125"/>
              </a:xfrm>
              <a:custGeom>
                <a:avLst/>
                <a:gdLst>
                  <a:gd name="T0" fmla="*/ 67 w 84"/>
                  <a:gd name="T1" fmla="*/ 49 h 76"/>
                  <a:gd name="T2" fmla="*/ 19 w 84"/>
                  <a:gd name="T3" fmla="*/ 206 h 76"/>
                  <a:gd name="T4" fmla="*/ 161 w 84"/>
                  <a:gd name="T5" fmla="*/ 324 h 76"/>
                  <a:gd name="T6" fmla="*/ 279 w 84"/>
                  <a:gd name="T7" fmla="*/ 248 h 76"/>
                  <a:gd name="T8" fmla="*/ 67 w 84"/>
                  <a:gd name="T9" fmla="*/ 49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6">
                    <a:moveTo>
                      <a:pt x="18" y="11"/>
                    </a:moveTo>
                    <a:cubicBezTo>
                      <a:pt x="4" y="18"/>
                      <a:pt x="0" y="33"/>
                      <a:pt x="5" y="46"/>
                    </a:cubicBezTo>
                    <a:cubicBezTo>
                      <a:pt x="10" y="60"/>
                      <a:pt x="27" y="70"/>
                      <a:pt x="43" y="73"/>
                    </a:cubicBezTo>
                    <a:cubicBezTo>
                      <a:pt x="62" y="76"/>
                      <a:pt x="70" y="67"/>
                      <a:pt x="75" y="56"/>
                    </a:cubicBezTo>
                    <a:cubicBezTo>
                      <a:pt x="84" y="33"/>
                      <a:pt x="45" y="0"/>
                      <a:pt x="18" y="11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0" name="Freeform 4072">
                <a:extLst>
                  <a:ext uri="{FF2B5EF4-FFF2-40B4-BE49-F238E27FC236}">
                    <a16:creationId xmlns:a16="http://schemas.microsoft.com/office/drawing/2014/main" id="{6DC32585-AB7A-48B1-AD67-E29F2B338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2897"/>
                <a:ext cx="68" cy="70"/>
              </a:xfrm>
              <a:custGeom>
                <a:avLst/>
                <a:gdLst>
                  <a:gd name="T0" fmla="*/ 48 w 44"/>
                  <a:gd name="T1" fmla="*/ 0 h 42"/>
                  <a:gd name="T2" fmla="*/ 155 w 44"/>
                  <a:gd name="T3" fmla="*/ 103 h 42"/>
                  <a:gd name="T4" fmla="*/ 66 w 44"/>
                  <a:gd name="T5" fmla="*/ 147 h 42"/>
                  <a:gd name="T6" fmla="*/ 8 w 44"/>
                  <a:gd name="T7" fmla="*/ 3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2">
                    <a:moveTo>
                      <a:pt x="13" y="0"/>
                    </a:moveTo>
                    <a:cubicBezTo>
                      <a:pt x="28" y="2"/>
                      <a:pt x="44" y="14"/>
                      <a:pt x="42" y="22"/>
                    </a:cubicBezTo>
                    <a:cubicBezTo>
                      <a:pt x="40" y="29"/>
                      <a:pt x="37" y="42"/>
                      <a:pt x="18" y="32"/>
                    </a:cubicBezTo>
                    <a:cubicBezTo>
                      <a:pt x="0" y="23"/>
                      <a:pt x="0" y="12"/>
                      <a:pt x="2" y="8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1" name="Freeform 4073">
                <a:extLst>
                  <a:ext uri="{FF2B5EF4-FFF2-40B4-BE49-F238E27FC236}">
                    <a16:creationId xmlns:a16="http://schemas.microsoft.com/office/drawing/2014/main" id="{C97F78EF-D286-4903-9053-8F7350096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896"/>
                <a:ext cx="68" cy="61"/>
              </a:xfrm>
              <a:custGeom>
                <a:avLst/>
                <a:gdLst>
                  <a:gd name="T0" fmla="*/ 8 w 44"/>
                  <a:gd name="T1" fmla="*/ 26 h 37"/>
                  <a:gd name="T2" fmla="*/ 29 w 44"/>
                  <a:gd name="T3" fmla="*/ 112 h 37"/>
                  <a:gd name="T4" fmla="*/ 128 w 44"/>
                  <a:gd name="T5" fmla="*/ 160 h 37"/>
                  <a:gd name="T6" fmla="*/ 162 w 44"/>
                  <a:gd name="T7" fmla="*/ 130 h 37"/>
                  <a:gd name="T8" fmla="*/ 162 w 44"/>
                  <a:gd name="T9" fmla="*/ 130 h 37"/>
                  <a:gd name="T10" fmla="*/ 128 w 44"/>
                  <a:gd name="T11" fmla="*/ 158 h 37"/>
                  <a:gd name="T12" fmla="*/ 29 w 44"/>
                  <a:gd name="T13" fmla="*/ 109 h 37"/>
                  <a:gd name="T14" fmla="*/ 8 w 44"/>
                  <a:gd name="T15" fmla="*/ 26 h 37"/>
                  <a:gd name="T16" fmla="*/ 36 w 44"/>
                  <a:gd name="T17" fmla="*/ 0 h 37"/>
                  <a:gd name="T18" fmla="*/ 36 w 44"/>
                  <a:gd name="T19" fmla="*/ 0 h 37"/>
                  <a:gd name="T20" fmla="*/ 8 w 44"/>
                  <a:gd name="T21" fmla="*/ 26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37">
                    <a:moveTo>
                      <a:pt x="2" y="6"/>
                    </a:moveTo>
                    <a:cubicBezTo>
                      <a:pt x="0" y="11"/>
                      <a:pt x="2" y="18"/>
                      <a:pt x="8" y="25"/>
                    </a:cubicBezTo>
                    <a:cubicBezTo>
                      <a:pt x="14" y="32"/>
                      <a:pt x="25" y="37"/>
                      <a:pt x="35" y="36"/>
                    </a:cubicBezTo>
                    <a:cubicBezTo>
                      <a:pt x="39" y="35"/>
                      <a:pt x="42" y="33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2" y="32"/>
                      <a:pt x="39" y="34"/>
                      <a:pt x="35" y="35"/>
                    </a:cubicBezTo>
                    <a:cubicBezTo>
                      <a:pt x="25" y="37"/>
                      <a:pt x="14" y="31"/>
                      <a:pt x="8" y="24"/>
                    </a:cubicBezTo>
                    <a:cubicBezTo>
                      <a:pt x="3" y="18"/>
                      <a:pt x="0" y="11"/>
                      <a:pt x="2" y="6"/>
                    </a:cubicBezTo>
                    <a:cubicBezTo>
                      <a:pt x="3" y="3"/>
                      <a:pt x="6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1"/>
                      <a:pt x="3" y="3"/>
                      <a:pt x="2" y="6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2" name="Freeform 4074">
                <a:extLst>
                  <a:ext uri="{FF2B5EF4-FFF2-40B4-BE49-F238E27FC236}">
                    <a16:creationId xmlns:a16="http://schemas.microsoft.com/office/drawing/2014/main" id="{31D81FC8-ED42-472C-AB62-87E049637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909"/>
                <a:ext cx="130" cy="125"/>
              </a:xfrm>
              <a:custGeom>
                <a:avLst/>
                <a:gdLst>
                  <a:gd name="T0" fmla="*/ 67 w 84"/>
                  <a:gd name="T1" fmla="*/ 49 h 76"/>
                  <a:gd name="T2" fmla="*/ 19 w 84"/>
                  <a:gd name="T3" fmla="*/ 209 h 76"/>
                  <a:gd name="T4" fmla="*/ 161 w 84"/>
                  <a:gd name="T5" fmla="*/ 324 h 76"/>
                  <a:gd name="T6" fmla="*/ 279 w 84"/>
                  <a:gd name="T7" fmla="*/ 248 h 76"/>
                  <a:gd name="T8" fmla="*/ 67 w 84"/>
                  <a:gd name="T9" fmla="*/ 49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6">
                    <a:moveTo>
                      <a:pt x="18" y="11"/>
                    </a:moveTo>
                    <a:cubicBezTo>
                      <a:pt x="4" y="19"/>
                      <a:pt x="0" y="33"/>
                      <a:pt x="5" y="47"/>
                    </a:cubicBezTo>
                    <a:cubicBezTo>
                      <a:pt x="11" y="61"/>
                      <a:pt x="27" y="71"/>
                      <a:pt x="43" y="73"/>
                    </a:cubicBezTo>
                    <a:cubicBezTo>
                      <a:pt x="62" y="76"/>
                      <a:pt x="70" y="67"/>
                      <a:pt x="75" y="56"/>
                    </a:cubicBezTo>
                    <a:cubicBezTo>
                      <a:pt x="84" y="33"/>
                      <a:pt x="45" y="0"/>
                      <a:pt x="18" y="11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3" name="Freeform 4075">
                <a:extLst>
                  <a:ext uri="{FF2B5EF4-FFF2-40B4-BE49-F238E27FC236}">
                    <a16:creationId xmlns:a16="http://schemas.microsoft.com/office/drawing/2014/main" id="{3DBE2A11-88CB-4007-8B48-42D89C9C8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2940"/>
                <a:ext cx="98" cy="66"/>
              </a:xfrm>
              <a:custGeom>
                <a:avLst/>
                <a:gdLst>
                  <a:gd name="T0" fmla="*/ 114 w 63"/>
                  <a:gd name="T1" fmla="*/ 35 h 40"/>
                  <a:gd name="T2" fmla="*/ 5 w 63"/>
                  <a:gd name="T3" fmla="*/ 54 h 40"/>
                  <a:gd name="T4" fmla="*/ 87 w 63"/>
                  <a:gd name="T5" fmla="*/ 167 h 40"/>
                  <a:gd name="T6" fmla="*/ 114 w 63"/>
                  <a:gd name="T7" fmla="*/ 3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40">
                    <a:moveTo>
                      <a:pt x="30" y="8"/>
                    </a:moveTo>
                    <a:cubicBezTo>
                      <a:pt x="17" y="1"/>
                      <a:pt x="3" y="0"/>
                      <a:pt x="1" y="12"/>
                    </a:cubicBezTo>
                    <a:cubicBezTo>
                      <a:pt x="0" y="24"/>
                      <a:pt x="11" y="34"/>
                      <a:pt x="23" y="37"/>
                    </a:cubicBezTo>
                    <a:cubicBezTo>
                      <a:pt x="35" y="40"/>
                      <a:pt x="63" y="28"/>
                      <a:pt x="30" y="8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4" name="Freeform 4076">
                <a:extLst>
                  <a:ext uri="{FF2B5EF4-FFF2-40B4-BE49-F238E27FC236}">
                    <a16:creationId xmlns:a16="http://schemas.microsoft.com/office/drawing/2014/main" id="{AD225064-4367-45BB-833B-025B8DF78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2943"/>
                <a:ext cx="68" cy="63"/>
              </a:xfrm>
              <a:custGeom>
                <a:avLst/>
                <a:gdLst>
                  <a:gd name="T0" fmla="*/ 8 w 44"/>
                  <a:gd name="T1" fmla="*/ 28 h 38"/>
                  <a:gd name="T2" fmla="*/ 29 w 44"/>
                  <a:gd name="T3" fmla="*/ 113 h 38"/>
                  <a:gd name="T4" fmla="*/ 128 w 44"/>
                  <a:gd name="T5" fmla="*/ 164 h 38"/>
                  <a:gd name="T6" fmla="*/ 162 w 44"/>
                  <a:gd name="T7" fmla="*/ 133 h 38"/>
                  <a:gd name="T8" fmla="*/ 162 w 44"/>
                  <a:gd name="T9" fmla="*/ 133 h 38"/>
                  <a:gd name="T10" fmla="*/ 128 w 44"/>
                  <a:gd name="T11" fmla="*/ 159 h 38"/>
                  <a:gd name="T12" fmla="*/ 29 w 44"/>
                  <a:gd name="T13" fmla="*/ 113 h 38"/>
                  <a:gd name="T14" fmla="*/ 8 w 44"/>
                  <a:gd name="T15" fmla="*/ 33 h 38"/>
                  <a:gd name="T16" fmla="*/ 40 w 44"/>
                  <a:gd name="T17" fmla="*/ 0 h 38"/>
                  <a:gd name="T18" fmla="*/ 40 w 44"/>
                  <a:gd name="T19" fmla="*/ 0 h 38"/>
                  <a:gd name="T20" fmla="*/ 8 w 44"/>
                  <a:gd name="T21" fmla="*/ 28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38">
                    <a:moveTo>
                      <a:pt x="2" y="6"/>
                    </a:moveTo>
                    <a:cubicBezTo>
                      <a:pt x="0" y="12"/>
                      <a:pt x="2" y="19"/>
                      <a:pt x="8" y="25"/>
                    </a:cubicBezTo>
                    <a:cubicBezTo>
                      <a:pt x="14" y="32"/>
                      <a:pt x="25" y="38"/>
                      <a:pt x="35" y="36"/>
                    </a:cubicBezTo>
                    <a:cubicBezTo>
                      <a:pt x="39" y="35"/>
                      <a:pt x="42" y="33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2" y="33"/>
                      <a:pt x="39" y="35"/>
                      <a:pt x="35" y="35"/>
                    </a:cubicBezTo>
                    <a:cubicBezTo>
                      <a:pt x="26" y="37"/>
                      <a:pt x="14" y="31"/>
                      <a:pt x="8" y="25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4" y="3"/>
                      <a:pt x="6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1"/>
                      <a:pt x="3" y="3"/>
                      <a:pt x="2" y="6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5" name="Freeform 4077">
                <a:extLst>
                  <a:ext uri="{FF2B5EF4-FFF2-40B4-BE49-F238E27FC236}">
                    <a16:creationId xmlns:a16="http://schemas.microsoft.com/office/drawing/2014/main" id="{183521B6-F817-4AD8-BCDF-290972656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795"/>
                <a:ext cx="131" cy="124"/>
              </a:xfrm>
              <a:custGeom>
                <a:avLst/>
                <a:gdLst>
                  <a:gd name="T0" fmla="*/ 66 w 85"/>
                  <a:gd name="T1" fmla="*/ 50 h 75"/>
                  <a:gd name="T2" fmla="*/ 22 w 85"/>
                  <a:gd name="T3" fmla="*/ 208 h 75"/>
                  <a:gd name="T4" fmla="*/ 157 w 85"/>
                  <a:gd name="T5" fmla="*/ 326 h 75"/>
                  <a:gd name="T6" fmla="*/ 276 w 85"/>
                  <a:gd name="T7" fmla="*/ 248 h 75"/>
                  <a:gd name="T8" fmla="*/ 66 w 85"/>
                  <a:gd name="T9" fmla="*/ 5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75">
                    <a:moveTo>
                      <a:pt x="18" y="11"/>
                    </a:moveTo>
                    <a:cubicBezTo>
                      <a:pt x="4" y="18"/>
                      <a:pt x="0" y="32"/>
                      <a:pt x="6" y="46"/>
                    </a:cubicBezTo>
                    <a:cubicBezTo>
                      <a:pt x="11" y="60"/>
                      <a:pt x="27" y="70"/>
                      <a:pt x="43" y="72"/>
                    </a:cubicBezTo>
                    <a:cubicBezTo>
                      <a:pt x="62" y="75"/>
                      <a:pt x="71" y="66"/>
                      <a:pt x="75" y="55"/>
                    </a:cubicBezTo>
                    <a:cubicBezTo>
                      <a:pt x="85" y="32"/>
                      <a:pt x="45" y="0"/>
                      <a:pt x="18" y="11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6" name="Freeform 4078">
                <a:extLst>
                  <a:ext uri="{FF2B5EF4-FFF2-40B4-BE49-F238E27FC236}">
                    <a16:creationId xmlns:a16="http://schemas.microsoft.com/office/drawing/2014/main" id="{139B17A7-A3F5-453C-AA0E-2F926DCF1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815"/>
                <a:ext cx="65" cy="81"/>
              </a:xfrm>
              <a:custGeom>
                <a:avLst/>
                <a:gdLst>
                  <a:gd name="T0" fmla="*/ 156 w 42"/>
                  <a:gd name="T1" fmla="*/ 76 h 49"/>
                  <a:gd name="T2" fmla="*/ 8 w 42"/>
                  <a:gd name="T3" fmla="*/ 68 h 49"/>
                  <a:gd name="T4" fmla="*/ 141 w 42"/>
                  <a:gd name="T5" fmla="*/ 188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9">
                    <a:moveTo>
                      <a:pt x="42" y="17"/>
                    </a:moveTo>
                    <a:cubicBezTo>
                      <a:pt x="26" y="8"/>
                      <a:pt x="4" y="0"/>
                      <a:pt x="2" y="15"/>
                    </a:cubicBezTo>
                    <a:cubicBezTo>
                      <a:pt x="0" y="29"/>
                      <a:pt x="19" y="49"/>
                      <a:pt x="38" y="42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7" name="Freeform 4079">
                <a:extLst>
                  <a:ext uri="{FF2B5EF4-FFF2-40B4-BE49-F238E27FC236}">
                    <a16:creationId xmlns:a16="http://schemas.microsoft.com/office/drawing/2014/main" id="{B508E633-041D-40B2-A567-914337C15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828"/>
                <a:ext cx="68" cy="63"/>
              </a:xfrm>
              <a:custGeom>
                <a:avLst/>
                <a:gdLst>
                  <a:gd name="T0" fmla="*/ 8 w 44"/>
                  <a:gd name="T1" fmla="*/ 33 h 38"/>
                  <a:gd name="T2" fmla="*/ 29 w 44"/>
                  <a:gd name="T3" fmla="*/ 113 h 38"/>
                  <a:gd name="T4" fmla="*/ 128 w 44"/>
                  <a:gd name="T5" fmla="*/ 164 h 38"/>
                  <a:gd name="T6" fmla="*/ 162 w 44"/>
                  <a:gd name="T7" fmla="*/ 133 h 38"/>
                  <a:gd name="T8" fmla="*/ 162 w 44"/>
                  <a:gd name="T9" fmla="*/ 133 h 38"/>
                  <a:gd name="T10" fmla="*/ 128 w 44"/>
                  <a:gd name="T11" fmla="*/ 164 h 38"/>
                  <a:gd name="T12" fmla="*/ 29 w 44"/>
                  <a:gd name="T13" fmla="*/ 113 h 38"/>
                  <a:gd name="T14" fmla="*/ 12 w 44"/>
                  <a:gd name="T15" fmla="*/ 33 h 38"/>
                  <a:gd name="T16" fmla="*/ 40 w 44"/>
                  <a:gd name="T17" fmla="*/ 0 h 38"/>
                  <a:gd name="T18" fmla="*/ 40 w 44"/>
                  <a:gd name="T19" fmla="*/ 0 h 38"/>
                  <a:gd name="T20" fmla="*/ 8 w 44"/>
                  <a:gd name="T21" fmla="*/ 33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38">
                    <a:moveTo>
                      <a:pt x="2" y="7"/>
                    </a:moveTo>
                    <a:cubicBezTo>
                      <a:pt x="0" y="12"/>
                      <a:pt x="2" y="19"/>
                      <a:pt x="8" y="25"/>
                    </a:cubicBezTo>
                    <a:cubicBezTo>
                      <a:pt x="14" y="32"/>
                      <a:pt x="26" y="38"/>
                      <a:pt x="35" y="36"/>
                    </a:cubicBezTo>
                    <a:cubicBezTo>
                      <a:pt x="39" y="35"/>
                      <a:pt x="42" y="33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2" y="33"/>
                      <a:pt x="39" y="35"/>
                      <a:pt x="35" y="36"/>
                    </a:cubicBezTo>
                    <a:cubicBezTo>
                      <a:pt x="26" y="37"/>
                      <a:pt x="14" y="31"/>
                      <a:pt x="8" y="25"/>
                    </a:cubicBezTo>
                    <a:cubicBezTo>
                      <a:pt x="3" y="19"/>
                      <a:pt x="1" y="12"/>
                      <a:pt x="3" y="7"/>
                    </a:cubicBezTo>
                    <a:cubicBezTo>
                      <a:pt x="4" y="4"/>
                      <a:pt x="7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1"/>
                      <a:pt x="3" y="3"/>
                      <a:pt x="2" y="7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8" name="Freeform 4080">
                <a:extLst>
                  <a:ext uri="{FF2B5EF4-FFF2-40B4-BE49-F238E27FC236}">
                    <a16:creationId xmlns:a16="http://schemas.microsoft.com/office/drawing/2014/main" id="{D8C58A02-AD27-4C74-ABC3-657F4E9F5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495"/>
                <a:ext cx="71" cy="116"/>
              </a:xfrm>
              <a:custGeom>
                <a:avLst/>
                <a:gdLst>
                  <a:gd name="T0" fmla="*/ 0 w 46"/>
                  <a:gd name="T1" fmla="*/ 5 h 70"/>
                  <a:gd name="T2" fmla="*/ 0 w 46"/>
                  <a:gd name="T3" fmla="*/ 313 h 70"/>
                  <a:gd name="T4" fmla="*/ 69 w 46"/>
                  <a:gd name="T5" fmla="*/ 310 h 70"/>
                  <a:gd name="T6" fmla="*/ 117 w 46"/>
                  <a:gd name="T7" fmla="*/ 85 h 70"/>
                  <a:gd name="T8" fmla="*/ 0 w 46"/>
                  <a:gd name="T9" fmla="*/ 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70">
                    <a:moveTo>
                      <a:pt x="0" y="1"/>
                    </a:moveTo>
                    <a:cubicBezTo>
                      <a:pt x="0" y="69"/>
                      <a:pt x="0" y="69"/>
                      <a:pt x="0" y="69"/>
                    </a:cubicBezTo>
                    <a:cubicBezTo>
                      <a:pt x="6" y="70"/>
                      <a:pt x="12" y="70"/>
                      <a:pt x="19" y="68"/>
                    </a:cubicBezTo>
                    <a:cubicBezTo>
                      <a:pt x="40" y="63"/>
                      <a:pt x="46" y="40"/>
                      <a:pt x="32" y="19"/>
                    </a:cubicBezTo>
                    <a:cubicBezTo>
                      <a:pt x="23" y="7"/>
                      <a:pt x="12" y="0"/>
                      <a:pt x="0" y="1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9" name="Freeform 4081">
                <a:extLst>
                  <a:ext uri="{FF2B5EF4-FFF2-40B4-BE49-F238E27FC236}">
                    <a16:creationId xmlns:a16="http://schemas.microsoft.com/office/drawing/2014/main" id="{F99DAF4E-DA2C-4985-815C-DBFE95CFF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18"/>
                <a:ext cx="39" cy="81"/>
              </a:xfrm>
              <a:custGeom>
                <a:avLst/>
                <a:gdLst>
                  <a:gd name="T0" fmla="*/ 0 w 25"/>
                  <a:gd name="T1" fmla="*/ 13 h 49"/>
                  <a:gd name="T2" fmla="*/ 90 w 25"/>
                  <a:gd name="T3" fmla="*/ 83 h 49"/>
                  <a:gd name="T4" fmla="*/ 5 w 25"/>
                  <a:gd name="T5" fmla="*/ 172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9">
                    <a:moveTo>
                      <a:pt x="0" y="3"/>
                    </a:moveTo>
                    <a:cubicBezTo>
                      <a:pt x="10" y="0"/>
                      <a:pt x="24" y="2"/>
                      <a:pt x="24" y="18"/>
                    </a:cubicBezTo>
                    <a:cubicBezTo>
                      <a:pt x="25" y="33"/>
                      <a:pt x="10" y="49"/>
                      <a:pt x="1" y="38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0" name="Freeform 4082">
                <a:extLst>
                  <a:ext uri="{FF2B5EF4-FFF2-40B4-BE49-F238E27FC236}">
                    <a16:creationId xmlns:a16="http://schemas.microsoft.com/office/drawing/2014/main" id="{D2692478-7196-478C-8AFB-DE35A974D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32"/>
                <a:ext cx="40" cy="52"/>
              </a:xfrm>
              <a:custGeom>
                <a:avLst/>
                <a:gdLst>
                  <a:gd name="T0" fmla="*/ 28 w 26"/>
                  <a:gd name="T1" fmla="*/ 138 h 32"/>
                  <a:gd name="T2" fmla="*/ 0 w 26"/>
                  <a:gd name="T3" fmla="*/ 130 h 32"/>
                  <a:gd name="T4" fmla="*/ 0 w 26"/>
                  <a:gd name="T5" fmla="*/ 132 h 32"/>
                  <a:gd name="T6" fmla="*/ 28 w 26"/>
                  <a:gd name="T7" fmla="*/ 138 h 32"/>
                  <a:gd name="T8" fmla="*/ 88 w 26"/>
                  <a:gd name="T9" fmla="*/ 76 h 32"/>
                  <a:gd name="T10" fmla="*/ 74 w 26"/>
                  <a:gd name="T11" fmla="*/ 0 h 32"/>
                  <a:gd name="T12" fmla="*/ 83 w 26"/>
                  <a:gd name="T13" fmla="*/ 76 h 32"/>
                  <a:gd name="T14" fmla="*/ 28 w 26"/>
                  <a:gd name="T15" fmla="*/ 138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2">
                    <a:moveTo>
                      <a:pt x="8" y="32"/>
                    </a:moveTo>
                    <a:cubicBezTo>
                      <a:pt x="6" y="32"/>
                      <a:pt x="3" y="31"/>
                      <a:pt x="0" y="3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" y="32"/>
                      <a:pt x="6" y="32"/>
                      <a:pt x="8" y="32"/>
                    </a:cubicBezTo>
                    <a:cubicBezTo>
                      <a:pt x="15" y="32"/>
                      <a:pt x="21" y="26"/>
                      <a:pt x="24" y="18"/>
                    </a:cubicBezTo>
                    <a:cubicBezTo>
                      <a:pt x="26" y="11"/>
                      <a:pt x="25" y="5"/>
                      <a:pt x="20" y="0"/>
                    </a:cubicBezTo>
                    <a:cubicBezTo>
                      <a:pt x="25" y="5"/>
                      <a:pt x="26" y="11"/>
                      <a:pt x="23" y="18"/>
                    </a:cubicBezTo>
                    <a:cubicBezTo>
                      <a:pt x="21" y="26"/>
                      <a:pt x="15" y="31"/>
                      <a:pt x="8" y="32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1" name="Freeform 4083">
                <a:extLst>
                  <a:ext uri="{FF2B5EF4-FFF2-40B4-BE49-F238E27FC236}">
                    <a16:creationId xmlns:a16="http://schemas.microsoft.com/office/drawing/2014/main" id="{3ED40BB3-057E-41E6-BCAD-07A6D7CD5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947"/>
                <a:ext cx="104" cy="110"/>
              </a:xfrm>
              <a:custGeom>
                <a:avLst/>
                <a:gdLst>
                  <a:gd name="T0" fmla="*/ 197 w 67"/>
                  <a:gd name="T1" fmla="*/ 56 h 67"/>
                  <a:gd name="T2" fmla="*/ 121 w 67"/>
                  <a:gd name="T3" fmla="*/ 0 h 67"/>
                  <a:gd name="T4" fmla="*/ 45 w 67"/>
                  <a:gd name="T5" fmla="*/ 34 h 67"/>
                  <a:gd name="T6" fmla="*/ 95 w 67"/>
                  <a:gd name="T7" fmla="*/ 248 h 67"/>
                  <a:gd name="T8" fmla="*/ 245 w 67"/>
                  <a:gd name="T9" fmla="*/ 199 h 67"/>
                  <a:gd name="T10" fmla="*/ 197 w 67"/>
                  <a:gd name="T11" fmla="*/ 5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67">
                    <a:moveTo>
                      <a:pt x="53" y="13"/>
                    </a:moveTo>
                    <a:cubicBezTo>
                      <a:pt x="47" y="6"/>
                      <a:pt x="41" y="0"/>
                      <a:pt x="32" y="0"/>
                    </a:cubicBezTo>
                    <a:cubicBezTo>
                      <a:pt x="25" y="0"/>
                      <a:pt x="18" y="2"/>
                      <a:pt x="12" y="8"/>
                    </a:cubicBezTo>
                    <a:cubicBezTo>
                      <a:pt x="0" y="21"/>
                      <a:pt x="7" y="46"/>
                      <a:pt x="25" y="56"/>
                    </a:cubicBezTo>
                    <a:cubicBezTo>
                      <a:pt x="44" y="67"/>
                      <a:pt x="63" y="58"/>
                      <a:pt x="66" y="45"/>
                    </a:cubicBezTo>
                    <a:cubicBezTo>
                      <a:pt x="67" y="32"/>
                      <a:pt x="64" y="27"/>
                      <a:pt x="53" y="13"/>
                    </a:cubicBezTo>
                    <a:close/>
                  </a:path>
                </a:pathLst>
              </a:custGeom>
              <a:solidFill>
                <a:srgbClr val="ED9075"/>
              </a:solidFill>
              <a:ln w="4763" cap="flat">
                <a:solidFill>
                  <a:srgbClr val="9D0C15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2" name="Freeform 4084">
                <a:extLst>
                  <a:ext uri="{FF2B5EF4-FFF2-40B4-BE49-F238E27FC236}">
                    <a16:creationId xmlns:a16="http://schemas.microsoft.com/office/drawing/2014/main" id="{D418BFE6-6EFE-4690-9229-46D84D1F3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965"/>
                <a:ext cx="53" cy="59"/>
              </a:xfrm>
              <a:custGeom>
                <a:avLst/>
                <a:gdLst>
                  <a:gd name="T0" fmla="*/ 65 w 34"/>
                  <a:gd name="T1" fmla="*/ 18 h 36"/>
                  <a:gd name="T2" fmla="*/ 12 w 34"/>
                  <a:gd name="T3" fmla="*/ 62 h 36"/>
                  <a:gd name="T4" fmla="*/ 87 w 34"/>
                  <a:gd name="T5" fmla="*/ 152 h 36"/>
                  <a:gd name="T6" fmla="*/ 122 w 34"/>
                  <a:gd name="T7" fmla="*/ 84 h 36"/>
                  <a:gd name="T8" fmla="*/ 65 w 34"/>
                  <a:gd name="T9" fmla="*/ 1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17" y="4"/>
                    </a:moveTo>
                    <a:cubicBezTo>
                      <a:pt x="9" y="0"/>
                      <a:pt x="0" y="2"/>
                      <a:pt x="3" y="14"/>
                    </a:cubicBezTo>
                    <a:cubicBezTo>
                      <a:pt x="6" y="26"/>
                      <a:pt x="12" y="35"/>
                      <a:pt x="23" y="35"/>
                    </a:cubicBezTo>
                    <a:cubicBezTo>
                      <a:pt x="34" y="36"/>
                      <a:pt x="34" y="25"/>
                      <a:pt x="32" y="19"/>
                    </a:cubicBezTo>
                    <a:cubicBezTo>
                      <a:pt x="30" y="14"/>
                      <a:pt x="17" y="4"/>
                      <a:pt x="17" y="4"/>
                    </a:cubicBezTo>
                    <a:close/>
                  </a:path>
                </a:pathLst>
              </a:custGeom>
              <a:solidFill>
                <a:srgbClr val="DB5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3" name="Freeform 4085">
                <a:extLst>
                  <a:ext uri="{FF2B5EF4-FFF2-40B4-BE49-F238E27FC236}">
                    <a16:creationId xmlns:a16="http://schemas.microsoft.com/office/drawing/2014/main" id="{2EEEF739-8CFD-43FC-968C-04C3C77F8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968"/>
                <a:ext cx="54" cy="58"/>
              </a:xfrm>
              <a:custGeom>
                <a:avLst/>
                <a:gdLst>
                  <a:gd name="T0" fmla="*/ 123 w 35"/>
                  <a:gd name="T1" fmla="*/ 91 h 35"/>
                  <a:gd name="T2" fmla="*/ 102 w 35"/>
                  <a:gd name="T3" fmla="*/ 146 h 35"/>
                  <a:gd name="T4" fmla="*/ 26 w 35"/>
                  <a:gd name="T5" fmla="*/ 109 h 35"/>
                  <a:gd name="T6" fmla="*/ 12 w 35"/>
                  <a:gd name="T7" fmla="*/ 33 h 35"/>
                  <a:gd name="T8" fmla="*/ 40 w 35"/>
                  <a:gd name="T9" fmla="*/ 0 h 35"/>
                  <a:gd name="T10" fmla="*/ 40 w 35"/>
                  <a:gd name="T11" fmla="*/ 0 h 35"/>
                  <a:gd name="T12" fmla="*/ 8 w 35"/>
                  <a:gd name="T13" fmla="*/ 28 h 35"/>
                  <a:gd name="T14" fmla="*/ 26 w 35"/>
                  <a:gd name="T15" fmla="*/ 109 h 35"/>
                  <a:gd name="T16" fmla="*/ 102 w 35"/>
                  <a:gd name="T17" fmla="*/ 151 h 35"/>
                  <a:gd name="T18" fmla="*/ 123 w 35"/>
                  <a:gd name="T19" fmla="*/ 91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5">
                    <a:moveTo>
                      <a:pt x="34" y="20"/>
                    </a:moveTo>
                    <a:cubicBezTo>
                      <a:pt x="35" y="26"/>
                      <a:pt x="32" y="31"/>
                      <a:pt x="28" y="32"/>
                    </a:cubicBezTo>
                    <a:cubicBezTo>
                      <a:pt x="23" y="35"/>
                      <a:pt x="14" y="33"/>
                      <a:pt x="7" y="24"/>
                    </a:cubicBezTo>
                    <a:cubicBezTo>
                      <a:pt x="1" y="16"/>
                      <a:pt x="1" y="10"/>
                      <a:pt x="3" y="7"/>
                    </a:cubicBezTo>
                    <a:cubicBezTo>
                      <a:pt x="5" y="2"/>
                      <a:pt x="8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4" y="2"/>
                      <a:pt x="2" y="6"/>
                    </a:cubicBezTo>
                    <a:cubicBezTo>
                      <a:pt x="1" y="10"/>
                      <a:pt x="0" y="16"/>
                      <a:pt x="7" y="24"/>
                    </a:cubicBezTo>
                    <a:cubicBezTo>
                      <a:pt x="14" y="33"/>
                      <a:pt x="23" y="35"/>
                      <a:pt x="28" y="33"/>
                    </a:cubicBezTo>
                    <a:cubicBezTo>
                      <a:pt x="33" y="31"/>
                      <a:pt x="35" y="26"/>
                      <a:pt x="34" y="20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4" name="Freeform 4086">
                <a:extLst>
                  <a:ext uri="{FF2B5EF4-FFF2-40B4-BE49-F238E27FC236}">
                    <a16:creationId xmlns:a16="http://schemas.microsoft.com/office/drawing/2014/main" id="{73EEB46C-AD5A-44C7-B4BE-EAB94CD58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835"/>
                <a:ext cx="148" cy="107"/>
              </a:xfrm>
              <a:custGeom>
                <a:avLst/>
                <a:gdLst>
                  <a:gd name="T0" fmla="*/ 143 w 96"/>
                  <a:gd name="T1" fmla="*/ 0 h 65"/>
                  <a:gd name="T2" fmla="*/ 66 w 96"/>
                  <a:gd name="T3" fmla="*/ 33 h 65"/>
                  <a:gd name="T4" fmla="*/ 136 w 96"/>
                  <a:gd name="T5" fmla="*/ 249 h 65"/>
                  <a:gd name="T6" fmla="*/ 330 w 96"/>
                  <a:gd name="T7" fmla="*/ 206 h 65"/>
                  <a:gd name="T8" fmla="*/ 308 w 96"/>
                  <a:gd name="T9" fmla="*/ 76 h 65"/>
                  <a:gd name="T10" fmla="*/ 216 w 96"/>
                  <a:gd name="T11" fmla="*/ 26 h 65"/>
                  <a:gd name="T12" fmla="*/ 143 w 96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65">
                    <a:moveTo>
                      <a:pt x="39" y="0"/>
                    </a:moveTo>
                    <a:cubicBezTo>
                      <a:pt x="31" y="0"/>
                      <a:pt x="24" y="2"/>
                      <a:pt x="18" y="7"/>
                    </a:cubicBezTo>
                    <a:cubicBezTo>
                      <a:pt x="0" y="24"/>
                      <a:pt x="13" y="47"/>
                      <a:pt x="37" y="56"/>
                    </a:cubicBezTo>
                    <a:cubicBezTo>
                      <a:pt x="60" y="65"/>
                      <a:pt x="84" y="57"/>
                      <a:pt x="90" y="46"/>
                    </a:cubicBezTo>
                    <a:cubicBezTo>
                      <a:pt x="96" y="34"/>
                      <a:pt x="93" y="25"/>
                      <a:pt x="84" y="17"/>
                    </a:cubicBezTo>
                    <a:cubicBezTo>
                      <a:pt x="77" y="10"/>
                      <a:pt x="65" y="8"/>
                      <a:pt x="59" y="6"/>
                    </a:cubicBezTo>
                    <a:cubicBezTo>
                      <a:pt x="52" y="4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5" name="Freeform 4087">
                <a:extLst>
                  <a:ext uri="{FF2B5EF4-FFF2-40B4-BE49-F238E27FC236}">
                    <a16:creationId xmlns:a16="http://schemas.microsoft.com/office/drawing/2014/main" id="{2C72B559-900D-4DA2-BBD0-76E5A8EE4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2861"/>
                <a:ext cx="85" cy="63"/>
              </a:xfrm>
              <a:custGeom>
                <a:avLst/>
                <a:gdLst>
                  <a:gd name="T0" fmla="*/ 189 w 55"/>
                  <a:gd name="T1" fmla="*/ 88 h 38"/>
                  <a:gd name="T2" fmla="*/ 22 w 55"/>
                  <a:gd name="T3" fmla="*/ 68 h 38"/>
                  <a:gd name="T4" fmla="*/ 66 w 55"/>
                  <a:gd name="T5" fmla="*/ 5 h 38"/>
                  <a:gd name="T6" fmla="*/ 189 w 55"/>
                  <a:gd name="T7" fmla="*/ 8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38">
                    <a:moveTo>
                      <a:pt x="51" y="19"/>
                    </a:moveTo>
                    <a:cubicBezTo>
                      <a:pt x="42" y="38"/>
                      <a:pt x="11" y="24"/>
                      <a:pt x="6" y="15"/>
                    </a:cubicBezTo>
                    <a:cubicBezTo>
                      <a:pt x="0" y="6"/>
                      <a:pt x="7" y="0"/>
                      <a:pt x="18" y="1"/>
                    </a:cubicBezTo>
                    <a:cubicBezTo>
                      <a:pt x="32" y="2"/>
                      <a:pt x="55" y="10"/>
                      <a:pt x="51" y="19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6" name="Freeform 4088">
                <a:extLst>
                  <a:ext uri="{FF2B5EF4-FFF2-40B4-BE49-F238E27FC236}">
                    <a16:creationId xmlns:a16="http://schemas.microsoft.com/office/drawing/2014/main" id="{63B78C4D-B40D-4347-98E9-76C8F51B2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866"/>
                <a:ext cx="71" cy="44"/>
              </a:xfrm>
              <a:custGeom>
                <a:avLst/>
                <a:gdLst>
                  <a:gd name="T0" fmla="*/ 5 w 46"/>
                  <a:gd name="T1" fmla="*/ 26 h 27"/>
                  <a:gd name="T2" fmla="*/ 40 w 46"/>
                  <a:gd name="T3" fmla="*/ 83 h 27"/>
                  <a:gd name="T4" fmla="*/ 140 w 46"/>
                  <a:gd name="T5" fmla="*/ 104 h 27"/>
                  <a:gd name="T6" fmla="*/ 170 w 46"/>
                  <a:gd name="T7" fmla="*/ 75 h 27"/>
                  <a:gd name="T8" fmla="*/ 170 w 46"/>
                  <a:gd name="T9" fmla="*/ 75 h 27"/>
                  <a:gd name="T10" fmla="*/ 140 w 46"/>
                  <a:gd name="T11" fmla="*/ 104 h 27"/>
                  <a:gd name="T12" fmla="*/ 40 w 46"/>
                  <a:gd name="T13" fmla="*/ 83 h 27"/>
                  <a:gd name="T14" fmla="*/ 5 w 46"/>
                  <a:gd name="T15" fmla="*/ 26 h 27"/>
                  <a:gd name="T16" fmla="*/ 26 w 46"/>
                  <a:gd name="T17" fmla="*/ 0 h 27"/>
                  <a:gd name="T18" fmla="*/ 26 w 46"/>
                  <a:gd name="T19" fmla="*/ 0 h 27"/>
                  <a:gd name="T20" fmla="*/ 5 w 46"/>
                  <a:gd name="T21" fmla="*/ 26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27">
                    <a:moveTo>
                      <a:pt x="1" y="6"/>
                    </a:moveTo>
                    <a:cubicBezTo>
                      <a:pt x="0" y="10"/>
                      <a:pt x="4" y="15"/>
                      <a:pt x="11" y="19"/>
                    </a:cubicBezTo>
                    <a:cubicBezTo>
                      <a:pt x="20" y="24"/>
                      <a:pt x="31" y="27"/>
                      <a:pt x="38" y="24"/>
                    </a:cubicBezTo>
                    <a:cubicBezTo>
                      <a:pt x="42" y="23"/>
                      <a:pt x="44" y="21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5" y="20"/>
                      <a:pt x="42" y="23"/>
                      <a:pt x="38" y="24"/>
                    </a:cubicBezTo>
                    <a:cubicBezTo>
                      <a:pt x="31" y="26"/>
                      <a:pt x="20" y="24"/>
                      <a:pt x="11" y="19"/>
                    </a:cubicBezTo>
                    <a:cubicBezTo>
                      <a:pt x="4" y="15"/>
                      <a:pt x="1" y="10"/>
                      <a:pt x="1" y="6"/>
                    </a:cubicBezTo>
                    <a:cubicBezTo>
                      <a:pt x="2" y="3"/>
                      <a:pt x="4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1"/>
                      <a:pt x="1" y="3"/>
                      <a:pt x="1" y="6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7" name="Freeform 4089">
                <a:extLst>
                  <a:ext uri="{FF2B5EF4-FFF2-40B4-BE49-F238E27FC236}">
                    <a16:creationId xmlns:a16="http://schemas.microsoft.com/office/drawing/2014/main" id="{45D96914-01EA-4649-B81D-3DDC4513F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2983"/>
                <a:ext cx="126" cy="92"/>
              </a:xfrm>
              <a:custGeom>
                <a:avLst/>
                <a:gdLst>
                  <a:gd name="T0" fmla="*/ 123 w 82"/>
                  <a:gd name="T1" fmla="*/ 0 h 56"/>
                  <a:gd name="T2" fmla="*/ 58 w 82"/>
                  <a:gd name="T3" fmla="*/ 26 h 56"/>
                  <a:gd name="T4" fmla="*/ 115 w 82"/>
                  <a:gd name="T5" fmla="*/ 214 h 56"/>
                  <a:gd name="T6" fmla="*/ 278 w 82"/>
                  <a:gd name="T7" fmla="*/ 177 h 56"/>
                  <a:gd name="T8" fmla="*/ 263 w 82"/>
                  <a:gd name="T9" fmla="*/ 67 h 56"/>
                  <a:gd name="T10" fmla="*/ 184 w 82"/>
                  <a:gd name="T11" fmla="*/ 21 h 56"/>
                  <a:gd name="T12" fmla="*/ 123 w 82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56">
                    <a:moveTo>
                      <a:pt x="34" y="0"/>
                    </a:moveTo>
                    <a:cubicBezTo>
                      <a:pt x="26" y="0"/>
                      <a:pt x="20" y="2"/>
                      <a:pt x="16" y="6"/>
                    </a:cubicBezTo>
                    <a:cubicBezTo>
                      <a:pt x="0" y="21"/>
                      <a:pt x="12" y="41"/>
                      <a:pt x="32" y="48"/>
                    </a:cubicBezTo>
                    <a:cubicBezTo>
                      <a:pt x="51" y="56"/>
                      <a:pt x="72" y="49"/>
                      <a:pt x="77" y="40"/>
                    </a:cubicBezTo>
                    <a:cubicBezTo>
                      <a:pt x="82" y="30"/>
                      <a:pt x="79" y="21"/>
                      <a:pt x="72" y="15"/>
                    </a:cubicBezTo>
                    <a:cubicBezTo>
                      <a:pt x="66" y="9"/>
                      <a:pt x="56" y="7"/>
                      <a:pt x="51" y="5"/>
                    </a:cubicBezTo>
                    <a:cubicBezTo>
                      <a:pt x="45" y="4"/>
                      <a:pt x="39" y="0"/>
                      <a:pt x="34" y="0"/>
                    </a:cubicBez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8" name="Freeform 4090">
                <a:extLst>
                  <a:ext uri="{FF2B5EF4-FFF2-40B4-BE49-F238E27FC236}">
                    <a16:creationId xmlns:a16="http://schemas.microsoft.com/office/drawing/2014/main" id="{572F1CC5-2F9B-4793-A620-5C4FC7552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3006"/>
                <a:ext cx="74" cy="43"/>
              </a:xfrm>
              <a:custGeom>
                <a:avLst/>
                <a:gdLst>
                  <a:gd name="T0" fmla="*/ 154 w 48"/>
                  <a:gd name="T1" fmla="*/ 76 h 26"/>
                  <a:gd name="T2" fmla="*/ 19 w 48"/>
                  <a:gd name="T3" fmla="*/ 55 h 26"/>
                  <a:gd name="T4" fmla="*/ 62 w 48"/>
                  <a:gd name="T5" fmla="*/ 13 h 26"/>
                  <a:gd name="T6" fmla="*/ 154 w 48"/>
                  <a:gd name="T7" fmla="*/ 7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26">
                    <a:moveTo>
                      <a:pt x="42" y="17"/>
                    </a:moveTo>
                    <a:cubicBezTo>
                      <a:pt x="38" y="26"/>
                      <a:pt x="11" y="20"/>
                      <a:pt x="5" y="12"/>
                    </a:cubicBezTo>
                    <a:cubicBezTo>
                      <a:pt x="0" y="4"/>
                      <a:pt x="7" y="0"/>
                      <a:pt x="17" y="3"/>
                    </a:cubicBezTo>
                    <a:cubicBezTo>
                      <a:pt x="31" y="6"/>
                      <a:pt x="48" y="9"/>
                      <a:pt x="42" y="17"/>
                    </a:cubicBezTo>
                    <a:close/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9" name="Freeform 4091">
                <a:extLst>
                  <a:ext uri="{FF2B5EF4-FFF2-40B4-BE49-F238E27FC236}">
                    <a16:creationId xmlns:a16="http://schemas.microsoft.com/office/drawing/2014/main" id="{EBB42720-75AA-45F1-9C95-9F91B3BE8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3009"/>
                <a:ext cx="60" cy="38"/>
              </a:xfrm>
              <a:custGeom>
                <a:avLst/>
                <a:gdLst>
                  <a:gd name="T0" fmla="*/ 5 w 39"/>
                  <a:gd name="T1" fmla="*/ 21 h 23"/>
                  <a:gd name="T2" fmla="*/ 34 w 39"/>
                  <a:gd name="T3" fmla="*/ 76 h 23"/>
                  <a:gd name="T4" fmla="*/ 120 w 39"/>
                  <a:gd name="T5" fmla="*/ 96 h 23"/>
                  <a:gd name="T6" fmla="*/ 142 w 39"/>
                  <a:gd name="T7" fmla="*/ 68 h 23"/>
                  <a:gd name="T8" fmla="*/ 142 w 39"/>
                  <a:gd name="T9" fmla="*/ 68 h 23"/>
                  <a:gd name="T10" fmla="*/ 120 w 39"/>
                  <a:gd name="T11" fmla="*/ 96 h 23"/>
                  <a:gd name="T12" fmla="*/ 34 w 39"/>
                  <a:gd name="T13" fmla="*/ 71 h 23"/>
                  <a:gd name="T14" fmla="*/ 5 w 39"/>
                  <a:gd name="T15" fmla="*/ 21 h 23"/>
                  <a:gd name="T16" fmla="*/ 22 w 39"/>
                  <a:gd name="T17" fmla="*/ 0 h 23"/>
                  <a:gd name="T18" fmla="*/ 22 w 39"/>
                  <a:gd name="T19" fmla="*/ 0 h 23"/>
                  <a:gd name="T20" fmla="*/ 5 w 39"/>
                  <a:gd name="T21" fmla="*/ 21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23">
                    <a:moveTo>
                      <a:pt x="1" y="5"/>
                    </a:moveTo>
                    <a:cubicBezTo>
                      <a:pt x="0" y="9"/>
                      <a:pt x="3" y="13"/>
                      <a:pt x="9" y="17"/>
                    </a:cubicBezTo>
                    <a:cubicBezTo>
                      <a:pt x="17" y="21"/>
                      <a:pt x="27" y="23"/>
                      <a:pt x="33" y="21"/>
                    </a:cubicBezTo>
                    <a:cubicBezTo>
                      <a:pt x="36" y="20"/>
                      <a:pt x="38" y="18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8" y="18"/>
                      <a:pt x="36" y="20"/>
                      <a:pt x="33" y="21"/>
                    </a:cubicBezTo>
                    <a:cubicBezTo>
                      <a:pt x="27" y="23"/>
                      <a:pt x="17" y="21"/>
                      <a:pt x="9" y="16"/>
                    </a:cubicBezTo>
                    <a:cubicBezTo>
                      <a:pt x="4" y="13"/>
                      <a:pt x="1" y="9"/>
                      <a:pt x="1" y="5"/>
                    </a:cubicBezTo>
                    <a:cubicBezTo>
                      <a:pt x="1" y="3"/>
                      <a:pt x="3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3"/>
                      <a:pt x="1" y="5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0" name="Freeform 4092">
                <a:extLst>
                  <a:ext uri="{FF2B5EF4-FFF2-40B4-BE49-F238E27FC236}">
                    <a16:creationId xmlns:a16="http://schemas.microsoft.com/office/drawing/2014/main" id="{28D651A0-6643-491D-B0C5-2FF469942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4" y="3079"/>
                <a:ext cx="71" cy="102"/>
              </a:xfrm>
              <a:custGeom>
                <a:avLst/>
                <a:gdLst>
                  <a:gd name="T0" fmla="*/ 170 w 46"/>
                  <a:gd name="T1" fmla="*/ 26 h 62"/>
                  <a:gd name="T2" fmla="*/ 117 w 46"/>
                  <a:gd name="T3" fmla="*/ 0 h 62"/>
                  <a:gd name="T4" fmla="*/ 45 w 46"/>
                  <a:gd name="T5" fmla="*/ 35 h 62"/>
                  <a:gd name="T6" fmla="*/ 88 w 46"/>
                  <a:gd name="T7" fmla="*/ 248 h 62"/>
                  <a:gd name="T8" fmla="*/ 170 w 46"/>
                  <a:gd name="T9" fmla="*/ 271 h 62"/>
                  <a:gd name="T10" fmla="*/ 170 w 46"/>
                  <a:gd name="T11" fmla="*/ 26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62">
                    <a:moveTo>
                      <a:pt x="46" y="6"/>
                    </a:moveTo>
                    <a:cubicBezTo>
                      <a:pt x="42" y="3"/>
                      <a:pt x="38" y="0"/>
                      <a:pt x="32" y="0"/>
                    </a:cubicBezTo>
                    <a:cubicBezTo>
                      <a:pt x="25" y="0"/>
                      <a:pt x="17" y="2"/>
                      <a:pt x="12" y="8"/>
                    </a:cubicBezTo>
                    <a:cubicBezTo>
                      <a:pt x="0" y="21"/>
                      <a:pt x="6" y="45"/>
                      <a:pt x="24" y="56"/>
                    </a:cubicBezTo>
                    <a:cubicBezTo>
                      <a:pt x="32" y="61"/>
                      <a:pt x="39" y="62"/>
                      <a:pt x="46" y="61"/>
                    </a:cubicBezTo>
                    <a:lnTo>
                      <a:pt x="46" y="6"/>
                    </a:lnTo>
                    <a:close/>
                  </a:path>
                </a:pathLst>
              </a:custGeom>
              <a:solidFill>
                <a:srgbClr val="DB5B46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1" name="Freeform 4093">
                <a:extLst>
                  <a:ext uri="{FF2B5EF4-FFF2-40B4-BE49-F238E27FC236}">
                    <a16:creationId xmlns:a16="http://schemas.microsoft.com/office/drawing/2014/main" id="{DFFE3ECF-B84E-4842-8A99-44C102AC4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5" y="3095"/>
                <a:ext cx="38" cy="64"/>
              </a:xfrm>
              <a:custGeom>
                <a:avLst/>
                <a:gdLst>
                  <a:gd name="T0" fmla="*/ 88 w 25"/>
                  <a:gd name="T1" fmla="*/ 26 h 39"/>
                  <a:gd name="T2" fmla="*/ 5 w 25"/>
                  <a:gd name="T3" fmla="*/ 41 h 39"/>
                  <a:gd name="T4" fmla="*/ 81 w 25"/>
                  <a:gd name="T5" fmla="*/ 164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9">
                    <a:moveTo>
                      <a:pt x="25" y="6"/>
                    </a:moveTo>
                    <a:cubicBezTo>
                      <a:pt x="9" y="2"/>
                      <a:pt x="2" y="0"/>
                      <a:pt x="1" y="9"/>
                    </a:cubicBezTo>
                    <a:cubicBezTo>
                      <a:pt x="0" y="19"/>
                      <a:pt x="9" y="39"/>
                      <a:pt x="23" y="37"/>
                    </a:cubicBezTo>
                  </a:path>
                </a:pathLst>
              </a:custGeom>
              <a:solidFill>
                <a:srgbClr val="C818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2" name="Freeform 4094">
                <a:extLst>
                  <a:ext uri="{FF2B5EF4-FFF2-40B4-BE49-F238E27FC236}">
                    <a16:creationId xmlns:a16="http://schemas.microsoft.com/office/drawing/2014/main" id="{F25BFC90-D0AB-4277-BAEA-668BE01EE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3100"/>
                <a:ext cx="42" cy="58"/>
              </a:xfrm>
              <a:custGeom>
                <a:avLst/>
                <a:gdLst>
                  <a:gd name="T0" fmla="*/ 101 w 27"/>
                  <a:gd name="T1" fmla="*/ 151 h 35"/>
                  <a:gd name="T2" fmla="*/ 22 w 27"/>
                  <a:gd name="T3" fmla="*/ 109 h 35"/>
                  <a:gd name="T4" fmla="*/ 8 w 27"/>
                  <a:gd name="T5" fmla="*/ 28 h 35"/>
                  <a:gd name="T6" fmla="*/ 40 w 27"/>
                  <a:gd name="T7" fmla="*/ 0 h 35"/>
                  <a:gd name="T8" fmla="*/ 8 w 27"/>
                  <a:gd name="T9" fmla="*/ 28 h 35"/>
                  <a:gd name="T10" fmla="*/ 22 w 27"/>
                  <a:gd name="T11" fmla="*/ 109 h 35"/>
                  <a:gd name="T12" fmla="*/ 101 w 27"/>
                  <a:gd name="T13" fmla="*/ 15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5">
                    <a:moveTo>
                      <a:pt x="27" y="33"/>
                    </a:moveTo>
                    <a:cubicBezTo>
                      <a:pt x="22" y="35"/>
                      <a:pt x="13" y="33"/>
                      <a:pt x="6" y="24"/>
                    </a:cubicBezTo>
                    <a:cubicBezTo>
                      <a:pt x="0" y="16"/>
                      <a:pt x="1" y="10"/>
                      <a:pt x="2" y="6"/>
                    </a:cubicBezTo>
                    <a:cubicBezTo>
                      <a:pt x="4" y="2"/>
                      <a:pt x="8" y="0"/>
                      <a:pt x="11" y="0"/>
                    </a:cubicBezTo>
                    <a:cubicBezTo>
                      <a:pt x="8" y="0"/>
                      <a:pt x="4" y="2"/>
                      <a:pt x="2" y="6"/>
                    </a:cubicBezTo>
                    <a:cubicBezTo>
                      <a:pt x="0" y="10"/>
                      <a:pt x="0" y="16"/>
                      <a:pt x="6" y="24"/>
                    </a:cubicBezTo>
                    <a:cubicBezTo>
                      <a:pt x="13" y="33"/>
                      <a:pt x="21" y="35"/>
                      <a:pt x="27" y="33"/>
                    </a:cubicBezTo>
                    <a:close/>
                  </a:path>
                </a:pathLst>
              </a:custGeom>
              <a:solidFill>
                <a:srgbClr val="FEF6FA"/>
              </a:solidFill>
              <a:ln w="3175" cap="rnd">
                <a:solidFill>
                  <a:srgbClr val="FEF6F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3" name="Freeform 4095">
                <a:extLst>
                  <a:ext uri="{FF2B5EF4-FFF2-40B4-BE49-F238E27FC236}">
                    <a16:creationId xmlns:a16="http://schemas.microsoft.com/office/drawing/2014/main" id="{4D1C9DA4-39C2-4ABA-9DFB-BA73ADB40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3397"/>
                <a:ext cx="81" cy="59"/>
              </a:xfrm>
              <a:custGeom>
                <a:avLst/>
                <a:gdLst>
                  <a:gd name="T0" fmla="*/ 196 w 52"/>
                  <a:gd name="T1" fmla="*/ 67 h 36"/>
                  <a:gd name="T2" fmla="*/ 56 w 52"/>
                  <a:gd name="T3" fmla="*/ 70 h 36"/>
                  <a:gd name="T4" fmla="*/ 22 w 52"/>
                  <a:gd name="T5" fmla="*/ 159 h 36"/>
                  <a:gd name="T6" fmla="*/ 196 w 52"/>
                  <a:gd name="T7" fmla="*/ 67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6">
                    <a:moveTo>
                      <a:pt x="52" y="15"/>
                    </a:moveTo>
                    <a:cubicBezTo>
                      <a:pt x="47" y="4"/>
                      <a:pt x="31" y="0"/>
                      <a:pt x="15" y="16"/>
                    </a:cubicBezTo>
                    <a:cubicBezTo>
                      <a:pt x="0" y="32"/>
                      <a:pt x="6" y="36"/>
                      <a:pt x="6" y="36"/>
                    </a:cubicBezTo>
                    <a:cubicBezTo>
                      <a:pt x="15" y="19"/>
                      <a:pt x="28" y="1"/>
                      <a:pt x="52" y="15"/>
                    </a:cubicBezTo>
                    <a:close/>
                  </a:path>
                </a:pathLst>
              </a:custGeom>
              <a:solidFill>
                <a:srgbClr val="F6C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4" name="Freeform 4096">
                <a:extLst>
                  <a:ext uri="{FF2B5EF4-FFF2-40B4-BE49-F238E27FC236}">
                    <a16:creationId xmlns:a16="http://schemas.microsoft.com/office/drawing/2014/main" id="{0962B60D-743C-4EAE-87F3-18D496724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410"/>
                <a:ext cx="21" cy="10"/>
              </a:xfrm>
              <a:custGeom>
                <a:avLst/>
                <a:gdLst>
                  <a:gd name="T0" fmla="*/ 35 w 14"/>
                  <a:gd name="T1" fmla="*/ 0 h 6"/>
                  <a:gd name="T2" fmla="*/ 0 w 14"/>
                  <a:gd name="T3" fmla="*/ 22 h 6"/>
                  <a:gd name="T4" fmla="*/ 48 w 14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10" y="0"/>
                    </a:moveTo>
                    <a:cubicBezTo>
                      <a:pt x="7" y="1"/>
                      <a:pt x="1" y="2"/>
                      <a:pt x="0" y="5"/>
                    </a:cubicBezTo>
                    <a:cubicBezTo>
                      <a:pt x="4" y="6"/>
                      <a:pt x="9" y="1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5" name="Freeform 4097">
                <a:extLst>
                  <a:ext uri="{FF2B5EF4-FFF2-40B4-BE49-F238E27FC236}">
                    <a16:creationId xmlns:a16="http://schemas.microsoft.com/office/drawing/2014/main" id="{6680BC65-5FF3-4A33-9F10-4AD327B30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3415"/>
                <a:ext cx="10" cy="3"/>
              </a:xfrm>
              <a:custGeom>
                <a:avLst/>
                <a:gdLst>
                  <a:gd name="T0" fmla="*/ 0 w 6"/>
                  <a:gd name="T1" fmla="*/ 0 h 2"/>
                  <a:gd name="T2" fmla="*/ 28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3" y="0"/>
                      <a:pt x="4" y="0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6" name="Freeform 4098">
                <a:extLst>
                  <a:ext uri="{FF2B5EF4-FFF2-40B4-BE49-F238E27FC236}">
                    <a16:creationId xmlns:a16="http://schemas.microsoft.com/office/drawing/2014/main" id="{9EC06529-C118-485F-ADA3-80CD45000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891"/>
                <a:ext cx="92" cy="120"/>
              </a:xfrm>
              <a:custGeom>
                <a:avLst/>
                <a:gdLst>
                  <a:gd name="T0" fmla="*/ 209 w 59"/>
                  <a:gd name="T1" fmla="*/ 173 h 73"/>
                  <a:gd name="T2" fmla="*/ 201 w 59"/>
                  <a:gd name="T3" fmla="*/ 261 h 73"/>
                  <a:gd name="T4" fmla="*/ 190 w 59"/>
                  <a:gd name="T5" fmla="*/ 284 h 73"/>
                  <a:gd name="T6" fmla="*/ 178 w 59"/>
                  <a:gd name="T7" fmla="*/ 281 h 73"/>
                  <a:gd name="T8" fmla="*/ 125 w 59"/>
                  <a:gd name="T9" fmla="*/ 284 h 73"/>
                  <a:gd name="T10" fmla="*/ 101 w 59"/>
                  <a:gd name="T11" fmla="*/ 255 h 73"/>
                  <a:gd name="T12" fmla="*/ 75 w 59"/>
                  <a:gd name="T13" fmla="*/ 268 h 73"/>
                  <a:gd name="T14" fmla="*/ 56 w 59"/>
                  <a:gd name="T15" fmla="*/ 230 h 73"/>
                  <a:gd name="T16" fmla="*/ 39 w 59"/>
                  <a:gd name="T17" fmla="*/ 194 h 73"/>
                  <a:gd name="T18" fmla="*/ 5 w 59"/>
                  <a:gd name="T19" fmla="*/ 117 h 73"/>
                  <a:gd name="T20" fmla="*/ 27 w 59"/>
                  <a:gd name="T21" fmla="*/ 89 h 73"/>
                  <a:gd name="T22" fmla="*/ 48 w 59"/>
                  <a:gd name="T23" fmla="*/ 58 h 73"/>
                  <a:gd name="T24" fmla="*/ 108 w 59"/>
                  <a:gd name="T25" fmla="*/ 5 h 73"/>
                  <a:gd name="T26" fmla="*/ 170 w 59"/>
                  <a:gd name="T27" fmla="*/ 58 h 73"/>
                  <a:gd name="T28" fmla="*/ 209 w 59"/>
                  <a:gd name="T29" fmla="*/ 173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73">
                    <a:moveTo>
                      <a:pt x="55" y="39"/>
                    </a:moveTo>
                    <a:cubicBezTo>
                      <a:pt x="59" y="42"/>
                      <a:pt x="55" y="55"/>
                      <a:pt x="53" y="59"/>
                    </a:cubicBezTo>
                    <a:cubicBezTo>
                      <a:pt x="53" y="61"/>
                      <a:pt x="51" y="63"/>
                      <a:pt x="50" y="64"/>
                    </a:cubicBezTo>
                    <a:cubicBezTo>
                      <a:pt x="49" y="65"/>
                      <a:pt x="49" y="62"/>
                      <a:pt x="47" y="63"/>
                    </a:cubicBezTo>
                    <a:cubicBezTo>
                      <a:pt x="42" y="64"/>
                      <a:pt x="39" y="73"/>
                      <a:pt x="33" y="64"/>
                    </a:cubicBezTo>
                    <a:cubicBezTo>
                      <a:pt x="31" y="61"/>
                      <a:pt x="31" y="58"/>
                      <a:pt x="27" y="57"/>
                    </a:cubicBezTo>
                    <a:cubicBezTo>
                      <a:pt x="24" y="56"/>
                      <a:pt x="23" y="60"/>
                      <a:pt x="20" y="60"/>
                    </a:cubicBezTo>
                    <a:cubicBezTo>
                      <a:pt x="16" y="60"/>
                      <a:pt x="16" y="56"/>
                      <a:pt x="15" y="52"/>
                    </a:cubicBezTo>
                    <a:cubicBezTo>
                      <a:pt x="13" y="46"/>
                      <a:pt x="14" y="47"/>
                      <a:pt x="10" y="44"/>
                    </a:cubicBezTo>
                    <a:cubicBezTo>
                      <a:pt x="7" y="41"/>
                      <a:pt x="0" y="33"/>
                      <a:pt x="1" y="26"/>
                    </a:cubicBezTo>
                    <a:cubicBezTo>
                      <a:pt x="2" y="22"/>
                      <a:pt x="4" y="21"/>
                      <a:pt x="7" y="20"/>
                    </a:cubicBezTo>
                    <a:cubicBezTo>
                      <a:pt x="10" y="18"/>
                      <a:pt x="11" y="18"/>
                      <a:pt x="13" y="13"/>
                    </a:cubicBezTo>
                    <a:cubicBezTo>
                      <a:pt x="16" y="6"/>
                      <a:pt x="21" y="0"/>
                      <a:pt x="28" y="1"/>
                    </a:cubicBezTo>
                    <a:cubicBezTo>
                      <a:pt x="33" y="1"/>
                      <a:pt x="42" y="6"/>
                      <a:pt x="45" y="13"/>
                    </a:cubicBezTo>
                    <a:cubicBezTo>
                      <a:pt x="48" y="19"/>
                      <a:pt x="50" y="33"/>
                      <a:pt x="55" y="39"/>
                    </a:cubicBez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7" name="Freeform 4099">
                <a:extLst>
                  <a:ext uri="{FF2B5EF4-FFF2-40B4-BE49-F238E27FC236}">
                    <a16:creationId xmlns:a16="http://schemas.microsoft.com/office/drawing/2014/main" id="{0483C4E8-E34B-4E49-8B3E-9A5A1DAE8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924"/>
                <a:ext cx="17" cy="41"/>
              </a:xfrm>
              <a:custGeom>
                <a:avLst/>
                <a:gdLst>
                  <a:gd name="T0" fmla="*/ 26 w 11"/>
                  <a:gd name="T1" fmla="*/ 0 h 25"/>
                  <a:gd name="T2" fmla="*/ 5 w 11"/>
                  <a:gd name="T3" fmla="*/ 26 h 25"/>
                  <a:gd name="T4" fmla="*/ 5 w 11"/>
                  <a:gd name="T5" fmla="*/ 56 h 25"/>
                  <a:gd name="T6" fmla="*/ 40 w 11"/>
                  <a:gd name="T7" fmla="*/ 110 h 25"/>
                  <a:gd name="T8" fmla="*/ 34 w 11"/>
                  <a:gd name="T9" fmla="*/ 89 h 25"/>
                  <a:gd name="T10" fmla="*/ 29 w 11"/>
                  <a:gd name="T11" fmla="*/ 56 h 25"/>
                  <a:gd name="T12" fmla="*/ 19 w 11"/>
                  <a:gd name="T13" fmla="*/ 30 h 25"/>
                  <a:gd name="T14" fmla="*/ 26 w 11"/>
                  <a:gd name="T15" fmla="*/ 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5">
                    <a:moveTo>
                      <a:pt x="7" y="0"/>
                    </a:moveTo>
                    <a:cubicBezTo>
                      <a:pt x="5" y="2"/>
                      <a:pt x="2" y="2"/>
                      <a:pt x="1" y="6"/>
                    </a:cubicBezTo>
                    <a:cubicBezTo>
                      <a:pt x="0" y="8"/>
                      <a:pt x="0" y="11"/>
                      <a:pt x="1" y="13"/>
                    </a:cubicBezTo>
                    <a:cubicBezTo>
                      <a:pt x="2" y="18"/>
                      <a:pt x="7" y="22"/>
                      <a:pt x="11" y="25"/>
                    </a:cubicBezTo>
                    <a:cubicBezTo>
                      <a:pt x="10" y="23"/>
                      <a:pt x="10" y="21"/>
                      <a:pt x="9" y="20"/>
                    </a:cubicBezTo>
                    <a:cubicBezTo>
                      <a:pt x="8" y="17"/>
                      <a:pt x="8" y="16"/>
                      <a:pt x="8" y="13"/>
                    </a:cubicBezTo>
                    <a:cubicBezTo>
                      <a:pt x="8" y="10"/>
                      <a:pt x="6" y="9"/>
                      <a:pt x="5" y="7"/>
                    </a:cubicBezTo>
                    <a:cubicBezTo>
                      <a:pt x="4" y="4"/>
                      <a:pt x="6" y="3"/>
                      <a:pt x="7" y="1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8" name="Freeform 4100">
                <a:extLst>
                  <a:ext uri="{FF2B5EF4-FFF2-40B4-BE49-F238E27FC236}">
                    <a16:creationId xmlns:a16="http://schemas.microsoft.com/office/drawing/2014/main" id="{3B76D39F-53C6-4D58-ABE9-5FCB5D7EE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968"/>
                <a:ext cx="21" cy="20"/>
              </a:xfrm>
              <a:custGeom>
                <a:avLst/>
                <a:gdLst>
                  <a:gd name="T0" fmla="*/ 0 w 14"/>
                  <a:gd name="T1" fmla="*/ 0 h 12"/>
                  <a:gd name="T2" fmla="*/ 14 w 14"/>
                  <a:gd name="T3" fmla="*/ 55 h 12"/>
                  <a:gd name="T4" fmla="*/ 27 w 14"/>
                  <a:gd name="T5" fmla="*/ 37 h 12"/>
                  <a:gd name="T6" fmla="*/ 48 w 14"/>
                  <a:gd name="T7" fmla="*/ 22 h 12"/>
                  <a:gd name="T8" fmla="*/ 26 w 14"/>
                  <a:gd name="T9" fmla="*/ 33 h 12"/>
                  <a:gd name="T10" fmla="*/ 8 w 14"/>
                  <a:gd name="T11" fmla="*/ 13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1" y="2"/>
                      <a:pt x="1" y="11"/>
                      <a:pt x="4" y="12"/>
                    </a:cubicBezTo>
                    <a:cubicBezTo>
                      <a:pt x="5" y="12"/>
                      <a:pt x="7" y="9"/>
                      <a:pt x="8" y="8"/>
                    </a:cubicBezTo>
                    <a:cubicBezTo>
                      <a:pt x="10" y="7"/>
                      <a:pt x="12" y="6"/>
                      <a:pt x="14" y="5"/>
                    </a:cubicBezTo>
                    <a:cubicBezTo>
                      <a:pt x="12" y="6"/>
                      <a:pt x="9" y="7"/>
                      <a:pt x="7" y="7"/>
                    </a:cubicBezTo>
                    <a:cubicBezTo>
                      <a:pt x="4" y="7"/>
                      <a:pt x="3" y="5"/>
                      <a:pt x="2" y="3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9" name="Freeform 4101">
                <a:extLst>
                  <a:ext uri="{FF2B5EF4-FFF2-40B4-BE49-F238E27FC236}">
                    <a16:creationId xmlns:a16="http://schemas.microsoft.com/office/drawing/2014/main" id="{9E9A9AD8-A325-42CF-A3FC-7A0BB1CA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980"/>
                <a:ext cx="23" cy="21"/>
              </a:xfrm>
              <a:custGeom>
                <a:avLst/>
                <a:gdLst>
                  <a:gd name="T0" fmla="*/ 21 w 15"/>
                  <a:gd name="T1" fmla="*/ 8 h 13"/>
                  <a:gd name="T2" fmla="*/ 0 w 15"/>
                  <a:gd name="T3" fmla="*/ 8 h 13"/>
                  <a:gd name="T4" fmla="*/ 21 w 15"/>
                  <a:gd name="T5" fmla="*/ 47 h 13"/>
                  <a:gd name="T6" fmla="*/ 54 w 15"/>
                  <a:gd name="T7" fmla="*/ 34 h 13"/>
                  <a:gd name="T8" fmla="*/ 28 w 15"/>
                  <a:gd name="T9" fmla="*/ 34 h 13"/>
                  <a:gd name="T10" fmla="*/ 21 w 15"/>
                  <a:gd name="T11" fmla="*/ 8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3">
                    <a:moveTo>
                      <a:pt x="6" y="2"/>
                    </a:moveTo>
                    <a:cubicBezTo>
                      <a:pt x="4" y="2"/>
                      <a:pt x="2" y="0"/>
                      <a:pt x="0" y="2"/>
                    </a:cubicBezTo>
                    <a:cubicBezTo>
                      <a:pt x="4" y="3"/>
                      <a:pt x="4" y="9"/>
                      <a:pt x="6" y="11"/>
                    </a:cubicBezTo>
                    <a:cubicBezTo>
                      <a:pt x="9" y="13"/>
                      <a:pt x="13" y="10"/>
                      <a:pt x="15" y="8"/>
                    </a:cubicBezTo>
                    <a:cubicBezTo>
                      <a:pt x="13" y="9"/>
                      <a:pt x="10" y="10"/>
                      <a:pt x="8" y="8"/>
                    </a:cubicBezTo>
                    <a:cubicBezTo>
                      <a:pt x="7" y="6"/>
                      <a:pt x="8" y="2"/>
                      <a:pt x="6" y="2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0" name="Freeform 4102">
                <a:extLst>
                  <a:ext uri="{FF2B5EF4-FFF2-40B4-BE49-F238E27FC236}">
                    <a16:creationId xmlns:a16="http://schemas.microsoft.com/office/drawing/2014/main" id="{E03F4FC6-EF3C-4422-9723-A6EE5AFF9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968"/>
                <a:ext cx="21" cy="28"/>
              </a:xfrm>
              <a:custGeom>
                <a:avLst/>
                <a:gdLst>
                  <a:gd name="T0" fmla="*/ 45 w 14"/>
                  <a:gd name="T1" fmla="*/ 13 h 17"/>
                  <a:gd name="T2" fmla="*/ 35 w 14"/>
                  <a:gd name="T3" fmla="*/ 58 h 17"/>
                  <a:gd name="T4" fmla="*/ 18 w 14"/>
                  <a:gd name="T5" fmla="*/ 58 h 17"/>
                  <a:gd name="T6" fmla="*/ 0 w 14"/>
                  <a:gd name="T7" fmla="*/ 76 h 17"/>
                  <a:gd name="T8" fmla="*/ 32 w 14"/>
                  <a:gd name="T9" fmla="*/ 43 h 17"/>
                  <a:gd name="T10" fmla="*/ 48 w 14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13" y="3"/>
                    </a:moveTo>
                    <a:cubicBezTo>
                      <a:pt x="12" y="5"/>
                      <a:pt x="12" y="11"/>
                      <a:pt x="10" y="13"/>
                    </a:cubicBezTo>
                    <a:cubicBezTo>
                      <a:pt x="8" y="15"/>
                      <a:pt x="8" y="13"/>
                      <a:pt x="5" y="13"/>
                    </a:cubicBezTo>
                    <a:cubicBezTo>
                      <a:pt x="3" y="14"/>
                      <a:pt x="2" y="17"/>
                      <a:pt x="0" y="17"/>
                    </a:cubicBezTo>
                    <a:cubicBezTo>
                      <a:pt x="3" y="14"/>
                      <a:pt x="7" y="13"/>
                      <a:pt x="9" y="10"/>
                    </a:cubicBezTo>
                    <a:cubicBezTo>
                      <a:pt x="11" y="7"/>
                      <a:pt x="13" y="3"/>
                      <a:pt x="14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1" name="Freeform 4103">
                <a:extLst>
                  <a:ext uri="{FF2B5EF4-FFF2-40B4-BE49-F238E27FC236}">
                    <a16:creationId xmlns:a16="http://schemas.microsoft.com/office/drawing/2014/main" id="{4FC95B49-E097-421E-97BF-87F53DF82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910"/>
                <a:ext cx="10" cy="43"/>
              </a:xfrm>
              <a:custGeom>
                <a:avLst/>
                <a:gdLst>
                  <a:gd name="T0" fmla="*/ 6 w 7"/>
                  <a:gd name="T1" fmla="*/ 20 h 26"/>
                  <a:gd name="T2" fmla="*/ 0 w 7"/>
                  <a:gd name="T3" fmla="*/ 68 h 26"/>
                  <a:gd name="T4" fmla="*/ 20 w 7"/>
                  <a:gd name="T5" fmla="*/ 117 h 26"/>
                  <a:gd name="T6" fmla="*/ 14 w 7"/>
                  <a:gd name="T7" fmla="*/ 63 h 26"/>
                  <a:gd name="T8" fmla="*/ 13 w 7"/>
                  <a:gd name="T9" fmla="*/ 28 h 26"/>
                  <a:gd name="T10" fmla="*/ 6 w 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6">
                    <a:moveTo>
                      <a:pt x="2" y="4"/>
                    </a:moveTo>
                    <a:cubicBezTo>
                      <a:pt x="2" y="8"/>
                      <a:pt x="0" y="11"/>
                      <a:pt x="0" y="15"/>
                    </a:cubicBezTo>
                    <a:cubicBezTo>
                      <a:pt x="1" y="20"/>
                      <a:pt x="4" y="23"/>
                      <a:pt x="7" y="26"/>
                    </a:cubicBezTo>
                    <a:cubicBezTo>
                      <a:pt x="3" y="22"/>
                      <a:pt x="4" y="18"/>
                      <a:pt x="5" y="14"/>
                    </a:cubicBezTo>
                    <a:cubicBezTo>
                      <a:pt x="5" y="11"/>
                      <a:pt x="5" y="8"/>
                      <a:pt x="4" y="6"/>
                    </a:cubicBezTo>
                    <a:cubicBezTo>
                      <a:pt x="3" y="4"/>
                      <a:pt x="2" y="3"/>
                      <a:pt x="2" y="0"/>
                    </a:cubicBezTo>
                  </a:path>
                </a:pathLst>
              </a:custGeom>
              <a:solidFill>
                <a:srgbClr val="B5D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2" name="Freeform 4104">
                <a:extLst>
                  <a:ext uri="{FF2B5EF4-FFF2-40B4-BE49-F238E27FC236}">
                    <a16:creationId xmlns:a16="http://schemas.microsoft.com/office/drawing/2014/main" id="{5C96F62C-1E9D-413E-9817-7094AD7D4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938"/>
                <a:ext cx="14" cy="24"/>
              </a:xfrm>
              <a:custGeom>
                <a:avLst/>
                <a:gdLst>
                  <a:gd name="T0" fmla="*/ 0 w 9"/>
                  <a:gd name="T1" fmla="*/ 0 h 14"/>
                  <a:gd name="T2" fmla="*/ 0 w 9"/>
                  <a:gd name="T3" fmla="*/ 26 h 14"/>
                  <a:gd name="T4" fmla="*/ 12 w 9"/>
                  <a:gd name="T5" fmla="*/ 41 h 14"/>
                  <a:gd name="T6" fmla="*/ 30 w 9"/>
                  <a:gd name="T7" fmla="*/ 70 h 14"/>
                  <a:gd name="T8" fmla="*/ 22 w 9"/>
                  <a:gd name="T9" fmla="*/ 45 h 14"/>
                  <a:gd name="T10" fmla="*/ 0 w 9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6"/>
                      <a:pt x="2" y="7"/>
                      <a:pt x="3" y="8"/>
                    </a:cubicBezTo>
                    <a:cubicBezTo>
                      <a:pt x="4" y="11"/>
                      <a:pt x="6" y="13"/>
                      <a:pt x="8" y="14"/>
                    </a:cubicBezTo>
                    <a:cubicBezTo>
                      <a:pt x="9" y="12"/>
                      <a:pt x="7" y="10"/>
                      <a:pt x="6" y="9"/>
                    </a:cubicBezTo>
                    <a:cubicBezTo>
                      <a:pt x="4" y="6"/>
                      <a:pt x="0" y="4"/>
                      <a:pt x="0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3" name="Freeform 4105">
                <a:extLst>
                  <a:ext uri="{FF2B5EF4-FFF2-40B4-BE49-F238E27FC236}">
                    <a16:creationId xmlns:a16="http://schemas.microsoft.com/office/drawing/2014/main" id="{326F15AF-0411-4D37-9BB4-8A75A770E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981"/>
                <a:ext cx="13" cy="14"/>
              </a:xfrm>
              <a:custGeom>
                <a:avLst/>
                <a:gdLst>
                  <a:gd name="T0" fmla="*/ 26 w 8"/>
                  <a:gd name="T1" fmla="*/ 7 h 8"/>
                  <a:gd name="T2" fmla="*/ 0 w 8"/>
                  <a:gd name="T3" fmla="*/ 7 h 8"/>
                  <a:gd name="T4" fmla="*/ 34 w 8"/>
                  <a:gd name="T5" fmla="*/ 44 h 8"/>
                  <a:gd name="T6" fmla="*/ 26 w 8"/>
                  <a:gd name="T7" fmla="*/ 16 h 8"/>
                  <a:gd name="T8" fmla="*/ 21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4" y="2"/>
                      <a:pt x="4" y="7"/>
                      <a:pt x="8" y="8"/>
                    </a:cubicBezTo>
                    <a:cubicBezTo>
                      <a:pt x="6" y="7"/>
                      <a:pt x="5" y="6"/>
                      <a:pt x="6" y="3"/>
                    </a:cubicBezTo>
                    <a:cubicBezTo>
                      <a:pt x="6" y="2"/>
                      <a:pt x="8" y="0"/>
                      <a:pt x="5" y="0"/>
                    </a:cubicBezTo>
                  </a:path>
                </a:pathLst>
              </a:custGeom>
              <a:solidFill>
                <a:srgbClr val="8FC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4" name="Freeform 4106">
                <a:extLst>
                  <a:ext uri="{FF2B5EF4-FFF2-40B4-BE49-F238E27FC236}">
                    <a16:creationId xmlns:a16="http://schemas.microsoft.com/office/drawing/2014/main" id="{06C75C6D-97EA-4A34-834C-373C3A43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896"/>
                <a:ext cx="30" cy="18"/>
              </a:xfrm>
              <a:custGeom>
                <a:avLst/>
                <a:gdLst>
                  <a:gd name="T0" fmla="*/ 68 w 20"/>
                  <a:gd name="T1" fmla="*/ 13 h 11"/>
                  <a:gd name="T2" fmla="*/ 27 w 20"/>
                  <a:gd name="T3" fmla="*/ 5 h 11"/>
                  <a:gd name="T4" fmla="*/ 0 w 20"/>
                  <a:gd name="T5" fmla="*/ 47 h 11"/>
                  <a:gd name="T6" fmla="*/ 39 w 20"/>
                  <a:gd name="T7" fmla="*/ 13 h 11"/>
                  <a:gd name="T8" fmla="*/ 66 w 20"/>
                  <a:gd name="T9" fmla="*/ 1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">
                    <a:moveTo>
                      <a:pt x="20" y="3"/>
                    </a:moveTo>
                    <a:cubicBezTo>
                      <a:pt x="16" y="1"/>
                      <a:pt x="12" y="0"/>
                      <a:pt x="8" y="1"/>
                    </a:cubicBezTo>
                    <a:cubicBezTo>
                      <a:pt x="3" y="3"/>
                      <a:pt x="3" y="8"/>
                      <a:pt x="0" y="11"/>
                    </a:cubicBezTo>
                    <a:cubicBezTo>
                      <a:pt x="3" y="7"/>
                      <a:pt x="5" y="4"/>
                      <a:pt x="11" y="3"/>
                    </a:cubicBezTo>
                    <a:cubicBezTo>
                      <a:pt x="14" y="3"/>
                      <a:pt x="16" y="2"/>
                      <a:pt x="19" y="3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5" name="Freeform 4107">
                <a:extLst>
                  <a:ext uri="{FF2B5EF4-FFF2-40B4-BE49-F238E27FC236}">
                    <a16:creationId xmlns:a16="http://schemas.microsoft.com/office/drawing/2014/main" id="{F400BEA1-1430-4F06-AAD1-5A805A2F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2919"/>
                <a:ext cx="14" cy="36"/>
              </a:xfrm>
              <a:custGeom>
                <a:avLst/>
                <a:gdLst>
                  <a:gd name="T0" fmla="*/ 19 w 9"/>
                  <a:gd name="T1" fmla="*/ 0 h 22"/>
                  <a:gd name="T2" fmla="*/ 12 w 9"/>
                  <a:gd name="T3" fmla="*/ 43 h 22"/>
                  <a:gd name="T4" fmla="*/ 34 w 9"/>
                  <a:gd name="T5" fmla="*/ 97 h 22"/>
                  <a:gd name="T6" fmla="*/ 5 w 9"/>
                  <a:gd name="T7" fmla="*/ 47 h 22"/>
                  <a:gd name="T8" fmla="*/ 14 w 9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2">
                    <a:moveTo>
                      <a:pt x="5" y="0"/>
                    </a:moveTo>
                    <a:cubicBezTo>
                      <a:pt x="4" y="3"/>
                      <a:pt x="3" y="6"/>
                      <a:pt x="3" y="10"/>
                    </a:cubicBezTo>
                    <a:cubicBezTo>
                      <a:pt x="3" y="15"/>
                      <a:pt x="6" y="18"/>
                      <a:pt x="9" y="22"/>
                    </a:cubicBezTo>
                    <a:cubicBezTo>
                      <a:pt x="6" y="19"/>
                      <a:pt x="0" y="17"/>
                      <a:pt x="1" y="11"/>
                    </a:cubicBezTo>
                    <a:cubicBezTo>
                      <a:pt x="1" y="8"/>
                      <a:pt x="3" y="4"/>
                      <a:pt x="4" y="0"/>
                    </a:cubicBezTo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6" name="Freeform 4108">
                <a:extLst>
                  <a:ext uri="{FF2B5EF4-FFF2-40B4-BE49-F238E27FC236}">
                    <a16:creationId xmlns:a16="http://schemas.microsoft.com/office/drawing/2014/main" id="{C2F9AB7F-63C5-42B3-9BE6-6C98FA0C9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891"/>
                <a:ext cx="92" cy="120"/>
              </a:xfrm>
              <a:custGeom>
                <a:avLst/>
                <a:gdLst>
                  <a:gd name="T0" fmla="*/ 209 w 59"/>
                  <a:gd name="T1" fmla="*/ 173 h 73"/>
                  <a:gd name="T2" fmla="*/ 201 w 59"/>
                  <a:gd name="T3" fmla="*/ 261 h 73"/>
                  <a:gd name="T4" fmla="*/ 190 w 59"/>
                  <a:gd name="T5" fmla="*/ 284 h 73"/>
                  <a:gd name="T6" fmla="*/ 178 w 59"/>
                  <a:gd name="T7" fmla="*/ 281 h 73"/>
                  <a:gd name="T8" fmla="*/ 125 w 59"/>
                  <a:gd name="T9" fmla="*/ 284 h 73"/>
                  <a:gd name="T10" fmla="*/ 101 w 59"/>
                  <a:gd name="T11" fmla="*/ 255 h 73"/>
                  <a:gd name="T12" fmla="*/ 75 w 59"/>
                  <a:gd name="T13" fmla="*/ 268 h 73"/>
                  <a:gd name="T14" fmla="*/ 56 w 59"/>
                  <a:gd name="T15" fmla="*/ 230 h 73"/>
                  <a:gd name="T16" fmla="*/ 39 w 59"/>
                  <a:gd name="T17" fmla="*/ 194 h 73"/>
                  <a:gd name="T18" fmla="*/ 5 w 59"/>
                  <a:gd name="T19" fmla="*/ 117 h 73"/>
                  <a:gd name="T20" fmla="*/ 27 w 59"/>
                  <a:gd name="T21" fmla="*/ 89 h 73"/>
                  <a:gd name="T22" fmla="*/ 48 w 59"/>
                  <a:gd name="T23" fmla="*/ 58 h 73"/>
                  <a:gd name="T24" fmla="*/ 108 w 59"/>
                  <a:gd name="T25" fmla="*/ 5 h 73"/>
                  <a:gd name="T26" fmla="*/ 170 w 59"/>
                  <a:gd name="T27" fmla="*/ 58 h 73"/>
                  <a:gd name="T28" fmla="*/ 209 w 59"/>
                  <a:gd name="T29" fmla="*/ 173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73">
                    <a:moveTo>
                      <a:pt x="55" y="39"/>
                    </a:moveTo>
                    <a:cubicBezTo>
                      <a:pt x="59" y="42"/>
                      <a:pt x="55" y="55"/>
                      <a:pt x="53" y="59"/>
                    </a:cubicBezTo>
                    <a:cubicBezTo>
                      <a:pt x="53" y="61"/>
                      <a:pt x="51" y="63"/>
                      <a:pt x="50" y="64"/>
                    </a:cubicBezTo>
                    <a:cubicBezTo>
                      <a:pt x="49" y="65"/>
                      <a:pt x="49" y="62"/>
                      <a:pt x="47" y="63"/>
                    </a:cubicBezTo>
                    <a:cubicBezTo>
                      <a:pt x="42" y="64"/>
                      <a:pt x="39" y="73"/>
                      <a:pt x="33" y="64"/>
                    </a:cubicBezTo>
                    <a:cubicBezTo>
                      <a:pt x="31" y="61"/>
                      <a:pt x="31" y="58"/>
                      <a:pt x="27" y="57"/>
                    </a:cubicBezTo>
                    <a:cubicBezTo>
                      <a:pt x="24" y="56"/>
                      <a:pt x="23" y="60"/>
                      <a:pt x="20" y="60"/>
                    </a:cubicBezTo>
                    <a:cubicBezTo>
                      <a:pt x="16" y="60"/>
                      <a:pt x="16" y="56"/>
                      <a:pt x="15" y="52"/>
                    </a:cubicBezTo>
                    <a:cubicBezTo>
                      <a:pt x="13" y="46"/>
                      <a:pt x="14" y="47"/>
                      <a:pt x="10" y="44"/>
                    </a:cubicBezTo>
                    <a:cubicBezTo>
                      <a:pt x="7" y="41"/>
                      <a:pt x="0" y="33"/>
                      <a:pt x="1" y="26"/>
                    </a:cubicBezTo>
                    <a:cubicBezTo>
                      <a:pt x="2" y="22"/>
                      <a:pt x="4" y="21"/>
                      <a:pt x="7" y="20"/>
                    </a:cubicBezTo>
                    <a:cubicBezTo>
                      <a:pt x="10" y="18"/>
                      <a:pt x="11" y="18"/>
                      <a:pt x="13" y="13"/>
                    </a:cubicBezTo>
                    <a:cubicBezTo>
                      <a:pt x="16" y="6"/>
                      <a:pt x="21" y="0"/>
                      <a:pt x="28" y="1"/>
                    </a:cubicBezTo>
                    <a:cubicBezTo>
                      <a:pt x="33" y="1"/>
                      <a:pt x="42" y="6"/>
                      <a:pt x="45" y="13"/>
                    </a:cubicBezTo>
                    <a:cubicBezTo>
                      <a:pt x="48" y="19"/>
                      <a:pt x="50" y="33"/>
                      <a:pt x="55" y="3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7" name="Freeform 4109">
                <a:extLst>
                  <a:ext uri="{FF2B5EF4-FFF2-40B4-BE49-F238E27FC236}">
                    <a16:creationId xmlns:a16="http://schemas.microsoft.com/office/drawing/2014/main" id="{06BD1CA9-D55F-4D64-890D-3BB955B5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976"/>
                <a:ext cx="19" cy="9"/>
              </a:xfrm>
              <a:custGeom>
                <a:avLst/>
                <a:gdLst>
                  <a:gd name="T0" fmla="*/ 48 w 12"/>
                  <a:gd name="T1" fmla="*/ 16 h 5"/>
                  <a:gd name="T2" fmla="*/ 0 w 1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12" y="3"/>
                    </a:moveTo>
                    <a:cubicBezTo>
                      <a:pt x="7" y="0"/>
                      <a:pt x="3" y="3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8" name="Freeform 4110">
                <a:extLst>
                  <a:ext uri="{FF2B5EF4-FFF2-40B4-BE49-F238E27FC236}">
                    <a16:creationId xmlns:a16="http://schemas.microsoft.com/office/drawing/2014/main" id="{8CFF42C6-3591-4A28-B7B2-82A9A2BC5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909"/>
                <a:ext cx="12" cy="48"/>
              </a:xfrm>
              <a:custGeom>
                <a:avLst/>
                <a:gdLst>
                  <a:gd name="T0" fmla="*/ 27 w 8"/>
                  <a:gd name="T1" fmla="*/ 131 h 29"/>
                  <a:gd name="T2" fmla="*/ 0 w 8"/>
                  <a:gd name="T3" fmla="*/ 68 h 29"/>
                  <a:gd name="T4" fmla="*/ 5 w 8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9">
                    <a:moveTo>
                      <a:pt x="8" y="29"/>
                    </a:moveTo>
                    <a:cubicBezTo>
                      <a:pt x="5" y="25"/>
                      <a:pt x="1" y="22"/>
                      <a:pt x="0" y="15"/>
                    </a:cubicBezTo>
                    <a:cubicBezTo>
                      <a:pt x="0" y="10"/>
                      <a:pt x="4" y="3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9" name="Freeform 4111">
                <a:extLst>
                  <a:ext uri="{FF2B5EF4-FFF2-40B4-BE49-F238E27FC236}">
                    <a16:creationId xmlns:a16="http://schemas.microsoft.com/office/drawing/2014/main" id="{C5E8BF6B-521E-4045-8523-2A84D992D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953"/>
                <a:ext cx="4" cy="15"/>
              </a:xfrm>
              <a:custGeom>
                <a:avLst/>
                <a:gdLst>
                  <a:gd name="T0" fmla="*/ 7 w 3"/>
                  <a:gd name="T1" fmla="*/ 42 h 9"/>
                  <a:gd name="T2" fmla="*/ 0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3" y="6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0" name="Freeform 4112">
                <a:extLst>
                  <a:ext uri="{FF2B5EF4-FFF2-40B4-BE49-F238E27FC236}">
                    <a16:creationId xmlns:a16="http://schemas.microsoft.com/office/drawing/2014/main" id="{042487EE-DB0D-49E2-804C-1622AC5B2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251"/>
                <a:ext cx="83" cy="139"/>
              </a:xfrm>
              <a:custGeom>
                <a:avLst/>
                <a:gdLst>
                  <a:gd name="T0" fmla="*/ 0 w 54"/>
                  <a:gd name="T1" fmla="*/ 0 h 84"/>
                  <a:gd name="T2" fmla="*/ 106 w 54"/>
                  <a:gd name="T3" fmla="*/ 376 h 84"/>
                  <a:gd name="T4" fmla="*/ 89 w 54"/>
                  <a:gd name="T5" fmla="*/ 381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84">
                    <a:moveTo>
                      <a:pt x="0" y="0"/>
                    </a:moveTo>
                    <a:cubicBezTo>
                      <a:pt x="22" y="28"/>
                      <a:pt x="54" y="63"/>
                      <a:pt x="29" y="83"/>
                    </a:cubicBezTo>
                    <a:cubicBezTo>
                      <a:pt x="25" y="84"/>
                      <a:pt x="25" y="84"/>
                      <a:pt x="25" y="84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1" name="Freeform 4113">
                <a:extLst>
                  <a:ext uri="{FF2B5EF4-FFF2-40B4-BE49-F238E27FC236}">
                    <a16:creationId xmlns:a16="http://schemas.microsoft.com/office/drawing/2014/main" id="{F7520964-6F17-4215-A490-324AD20E0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334"/>
                <a:ext cx="111" cy="163"/>
              </a:xfrm>
              <a:custGeom>
                <a:avLst/>
                <a:gdLst>
                  <a:gd name="T0" fmla="*/ 0 w 72"/>
                  <a:gd name="T1" fmla="*/ 0 h 99"/>
                  <a:gd name="T2" fmla="*/ 109 w 72"/>
                  <a:gd name="T3" fmla="*/ 119 h 99"/>
                  <a:gd name="T4" fmla="*/ 188 w 72"/>
                  <a:gd name="T5" fmla="*/ 214 h 99"/>
                  <a:gd name="T6" fmla="*/ 251 w 72"/>
                  <a:gd name="T7" fmla="*/ 318 h 99"/>
                  <a:gd name="T8" fmla="*/ 211 w 72"/>
                  <a:gd name="T9" fmla="*/ 441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99">
                    <a:moveTo>
                      <a:pt x="0" y="0"/>
                    </a:moveTo>
                    <a:cubicBezTo>
                      <a:pt x="12" y="9"/>
                      <a:pt x="21" y="14"/>
                      <a:pt x="30" y="27"/>
                    </a:cubicBezTo>
                    <a:cubicBezTo>
                      <a:pt x="37" y="35"/>
                      <a:pt x="44" y="40"/>
                      <a:pt x="51" y="48"/>
                    </a:cubicBezTo>
                    <a:cubicBezTo>
                      <a:pt x="56" y="54"/>
                      <a:pt x="66" y="63"/>
                      <a:pt x="69" y="71"/>
                    </a:cubicBezTo>
                    <a:cubicBezTo>
                      <a:pt x="72" y="80"/>
                      <a:pt x="64" y="93"/>
                      <a:pt x="58" y="99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2" name="Freeform 4114">
                <a:extLst>
                  <a:ext uri="{FF2B5EF4-FFF2-40B4-BE49-F238E27FC236}">
                    <a16:creationId xmlns:a16="http://schemas.microsoft.com/office/drawing/2014/main" id="{2C550039-0E9B-4610-9DB2-B92CB260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355"/>
                <a:ext cx="37" cy="20"/>
              </a:xfrm>
              <a:custGeom>
                <a:avLst/>
                <a:gdLst>
                  <a:gd name="T0" fmla="*/ 0 w 24"/>
                  <a:gd name="T1" fmla="*/ 28 h 12"/>
                  <a:gd name="T2" fmla="*/ 88 w 2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6"/>
                    </a:moveTo>
                    <a:cubicBezTo>
                      <a:pt x="9" y="6"/>
                      <a:pt x="23" y="12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3" name="Freeform 4115">
                <a:extLst>
                  <a:ext uri="{FF2B5EF4-FFF2-40B4-BE49-F238E27FC236}">
                    <a16:creationId xmlns:a16="http://schemas.microsoft.com/office/drawing/2014/main" id="{679E917A-6BE4-4D0D-B947-1D72E9E89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457"/>
                <a:ext cx="145" cy="154"/>
              </a:xfrm>
              <a:custGeom>
                <a:avLst/>
                <a:gdLst>
                  <a:gd name="T0" fmla="*/ 0 w 94"/>
                  <a:gd name="T1" fmla="*/ 0 h 93"/>
                  <a:gd name="T2" fmla="*/ 238 w 94"/>
                  <a:gd name="T3" fmla="*/ 192 h 93"/>
                  <a:gd name="T4" fmla="*/ 324 w 94"/>
                  <a:gd name="T5" fmla="*/ 250 h 93"/>
                  <a:gd name="T6" fmla="*/ 310 w 94"/>
                  <a:gd name="T7" fmla="*/ 422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93">
                    <a:moveTo>
                      <a:pt x="0" y="0"/>
                    </a:moveTo>
                    <a:cubicBezTo>
                      <a:pt x="23" y="9"/>
                      <a:pt x="43" y="30"/>
                      <a:pt x="65" y="42"/>
                    </a:cubicBezTo>
                    <a:cubicBezTo>
                      <a:pt x="72" y="46"/>
                      <a:pt x="84" y="49"/>
                      <a:pt x="88" y="55"/>
                    </a:cubicBezTo>
                    <a:cubicBezTo>
                      <a:pt x="94" y="63"/>
                      <a:pt x="88" y="87"/>
                      <a:pt x="84" y="93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4" name="Freeform 4116">
                <a:extLst>
                  <a:ext uri="{FF2B5EF4-FFF2-40B4-BE49-F238E27FC236}">
                    <a16:creationId xmlns:a16="http://schemas.microsoft.com/office/drawing/2014/main" id="{5ACAC54F-3E7A-4EF7-894E-0D609ADBD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548"/>
                <a:ext cx="32" cy="58"/>
              </a:xfrm>
              <a:custGeom>
                <a:avLst/>
                <a:gdLst>
                  <a:gd name="T0" fmla="*/ 0 w 21"/>
                  <a:gd name="T1" fmla="*/ 151 h 35"/>
                  <a:gd name="T2" fmla="*/ 75 w 21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5">
                    <a:moveTo>
                      <a:pt x="0" y="33"/>
                    </a:moveTo>
                    <a:cubicBezTo>
                      <a:pt x="19" y="35"/>
                      <a:pt x="21" y="1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5" name="Freeform 4117">
                <a:extLst>
                  <a:ext uri="{FF2B5EF4-FFF2-40B4-BE49-F238E27FC236}">
                    <a16:creationId xmlns:a16="http://schemas.microsoft.com/office/drawing/2014/main" id="{270FE9B2-F76E-4615-9D0C-A5101B74D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546"/>
                <a:ext cx="108" cy="101"/>
              </a:xfrm>
              <a:custGeom>
                <a:avLst/>
                <a:gdLst>
                  <a:gd name="T0" fmla="*/ 0 w 70"/>
                  <a:gd name="T1" fmla="*/ 20 h 61"/>
                  <a:gd name="T2" fmla="*/ 174 w 70"/>
                  <a:gd name="T3" fmla="*/ 60 h 61"/>
                  <a:gd name="T4" fmla="*/ 245 w 70"/>
                  <a:gd name="T5" fmla="*/ 113 h 61"/>
                  <a:gd name="T6" fmla="*/ 250 w 70"/>
                  <a:gd name="T7" fmla="*/ 187 h 61"/>
                  <a:gd name="T8" fmla="*/ 238 w 70"/>
                  <a:gd name="T9" fmla="*/ 25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1">
                    <a:moveTo>
                      <a:pt x="0" y="4"/>
                    </a:moveTo>
                    <a:cubicBezTo>
                      <a:pt x="15" y="0"/>
                      <a:pt x="34" y="7"/>
                      <a:pt x="47" y="13"/>
                    </a:cubicBezTo>
                    <a:cubicBezTo>
                      <a:pt x="52" y="15"/>
                      <a:pt x="65" y="21"/>
                      <a:pt x="67" y="25"/>
                    </a:cubicBezTo>
                    <a:cubicBezTo>
                      <a:pt x="70" y="30"/>
                      <a:pt x="69" y="36"/>
                      <a:pt x="68" y="41"/>
                    </a:cubicBezTo>
                    <a:cubicBezTo>
                      <a:pt x="68" y="45"/>
                      <a:pt x="67" y="61"/>
                      <a:pt x="65" y="57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6" name="Freeform 4118">
                <a:extLst>
                  <a:ext uri="{FF2B5EF4-FFF2-40B4-BE49-F238E27FC236}">
                    <a16:creationId xmlns:a16="http://schemas.microsoft.com/office/drawing/2014/main" id="{F2D150E5-B293-46C4-B11E-351C0EAF1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457"/>
                <a:ext cx="42" cy="32"/>
              </a:xfrm>
              <a:custGeom>
                <a:avLst/>
                <a:gdLst>
                  <a:gd name="T0" fmla="*/ 0 w 27"/>
                  <a:gd name="T1" fmla="*/ 67 h 19"/>
                  <a:gd name="T2" fmla="*/ 101 w 27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0" y="14"/>
                    </a:moveTo>
                    <a:cubicBezTo>
                      <a:pt x="12" y="19"/>
                      <a:pt x="21" y="7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7" name="Freeform 4119">
                <a:extLst>
                  <a:ext uri="{FF2B5EF4-FFF2-40B4-BE49-F238E27FC236}">
                    <a16:creationId xmlns:a16="http://schemas.microsoft.com/office/drawing/2014/main" id="{4A3C3473-8465-4E38-B3C0-2A8FE4AF1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591"/>
                <a:ext cx="162" cy="123"/>
              </a:xfrm>
              <a:custGeom>
                <a:avLst/>
                <a:gdLst>
                  <a:gd name="T0" fmla="*/ 34 w 105"/>
                  <a:gd name="T1" fmla="*/ 146 h 75"/>
                  <a:gd name="T2" fmla="*/ 66 w 105"/>
                  <a:gd name="T3" fmla="*/ 5 h 75"/>
                  <a:gd name="T4" fmla="*/ 196 w 105"/>
                  <a:gd name="T5" fmla="*/ 110 h 75"/>
                  <a:gd name="T6" fmla="*/ 316 w 105"/>
                  <a:gd name="T7" fmla="*/ 202 h 75"/>
                  <a:gd name="T8" fmla="*/ 242 w 105"/>
                  <a:gd name="T9" fmla="*/ 318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75">
                    <a:moveTo>
                      <a:pt x="9" y="33"/>
                    </a:moveTo>
                    <a:cubicBezTo>
                      <a:pt x="2" y="22"/>
                      <a:pt x="0" y="0"/>
                      <a:pt x="18" y="1"/>
                    </a:cubicBezTo>
                    <a:cubicBezTo>
                      <a:pt x="31" y="2"/>
                      <a:pt x="44" y="18"/>
                      <a:pt x="53" y="25"/>
                    </a:cubicBezTo>
                    <a:cubicBezTo>
                      <a:pt x="63" y="34"/>
                      <a:pt x="77" y="37"/>
                      <a:pt x="86" y="46"/>
                    </a:cubicBezTo>
                    <a:cubicBezTo>
                      <a:pt x="105" y="64"/>
                      <a:pt x="84" y="75"/>
                      <a:pt x="66" y="72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8" name="Freeform 4120">
                <a:extLst>
                  <a:ext uri="{FF2B5EF4-FFF2-40B4-BE49-F238E27FC236}">
                    <a16:creationId xmlns:a16="http://schemas.microsoft.com/office/drawing/2014/main" id="{8094B360-8E1D-43F8-B74E-798DCBE6F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683"/>
                <a:ext cx="159" cy="114"/>
              </a:xfrm>
              <a:custGeom>
                <a:avLst/>
                <a:gdLst>
                  <a:gd name="T0" fmla="*/ 5 w 103"/>
                  <a:gd name="T1" fmla="*/ 137 h 69"/>
                  <a:gd name="T2" fmla="*/ 66 w 103"/>
                  <a:gd name="T3" fmla="*/ 20 h 69"/>
                  <a:gd name="T4" fmla="*/ 150 w 103"/>
                  <a:gd name="T5" fmla="*/ 76 h 69"/>
                  <a:gd name="T6" fmla="*/ 238 w 103"/>
                  <a:gd name="T7" fmla="*/ 112 h 69"/>
                  <a:gd name="T8" fmla="*/ 350 w 103"/>
                  <a:gd name="T9" fmla="*/ 254 h 69"/>
                  <a:gd name="T10" fmla="*/ 293 w 103"/>
                  <a:gd name="T11" fmla="*/ 311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69">
                    <a:moveTo>
                      <a:pt x="1" y="30"/>
                    </a:moveTo>
                    <a:cubicBezTo>
                      <a:pt x="0" y="17"/>
                      <a:pt x="0" y="0"/>
                      <a:pt x="18" y="4"/>
                    </a:cubicBezTo>
                    <a:cubicBezTo>
                      <a:pt x="27" y="5"/>
                      <a:pt x="33" y="13"/>
                      <a:pt x="41" y="17"/>
                    </a:cubicBezTo>
                    <a:cubicBezTo>
                      <a:pt x="49" y="21"/>
                      <a:pt x="57" y="23"/>
                      <a:pt x="65" y="25"/>
                    </a:cubicBezTo>
                    <a:cubicBezTo>
                      <a:pt x="80" y="30"/>
                      <a:pt x="103" y="35"/>
                      <a:pt x="95" y="56"/>
                    </a:cubicBezTo>
                    <a:cubicBezTo>
                      <a:pt x="93" y="61"/>
                      <a:pt x="87" y="67"/>
                      <a:pt x="80" y="69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9" name="Freeform 4121">
                <a:extLst>
                  <a:ext uri="{FF2B5EF4-FFF2-40B4-BE49-F238E27FC236}">
                    <a16:creationId xmlns:a16="http://schemas.microsoft.com/office/drawing/2014/main" id="{FD94AFE1-187C-429A-A62F-BAEF3130D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754"/>
                <a:ext cx="155" cy="94"/>
              </a:xfrm>
              <a:custGeom>
                <a:avLst/>
                <a:gdLst>
                  <a:gd name="T0" fmla="*/ 39 w 100"/>
                  <a:gd name="T1" fmla="*/ 152 h 57"/>
                  <a:gd name="T2" fmla="*/ 45 w 100"/>
                  <a:gd name="T3" fmla="*/ 21 h 57"/>
                  <a:gd name="T4" fmla="*/ 189 w 100"/>
                  <a:gd name="T5" fmla="*/ 49 h 57"/>
                  <a:gd name="T6" fmla="*/ 339 w 100"/>
                  <a:gd name="T7" fmla="*/ 112 h 57"/>
                  <a:gd name="T8" fmla="*/ 284 w 100"/>
                  <a:gd name="T9" fmla="*/ 256 h 57"/>
                  <a:gd name="T10" fmla="*/ 262 w 100"/>
                  <a:gd name="T11" fmla="*/ 24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57">
                    <a:moveTo>
                      <a:pt x="10" y="34"/>
                    </a:moveTo>
                    <a:cubicBezTo>
                      <a:pt x="0" y="32"/>
                      <a:pt x="5" y="9"/>
                      <a:pt x="12" y="5"/>
                    </a:cubicBezTo>
                    <a:cubicBezTo>
                      <a:pt x="22" y="0"/>
                      <a:pt x="41" y="9"/>
                      <a:pt x="51" y="11"/>
                    </a:cubicBezTo>
                    <a:cubicBezTo>
                      <a:pt x="63" y="12"/>
                      <a:pt x="84" y="14"/>
                      <a:pt x="91" y="25"/>
                    </a:cubicBezTo>
                    <a:cubicBezTo>
                      <a:pt x="100" y="39"/>
                      <a:pt x="91" y="54"/>
                      <a:pt x="76" y="57"/>
                    </a:cubicBezTo>
                    <a:cubicBezTo>
                      <a:pt x="74" y="56"/>
                      <a:pt x="71" y="56"/>
                      <a:pt x="70" y="55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0" name="Freeform 4122">
                <a:extLst>
                  <a:ext uri="{FF2B5EF4-FFF2-40B4-BE49-F238E27FC236}">
                    <a16:creationId xmlns:a16="http://schemas.microsoft.com/office/drawing/2014/main" id="{73B7075E-5241-479D-8897-007E81C81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2790"/>
                <a:ext cx="152" cy="155"/>
              </a:xfrm>
              <a:custGeom>
                <a:avLst/>
                <a:gdLst>
                  <a:gd name="T0" fmla="*/ 12 w 98"/>
                  <a:gd name="T1" fmla="*/ 188 h 94"/>
                  <a:gd name="T2" fmla="*/ 93 w 98"/>
                  <a:gd name="T3" fmla="*/ 41 h 94"/>
                  <a:gd name="T4" fmla="*/ 228 w 98"/>
                  <a:gd name="T5" fmla="*/ 167 h 94"/>
                  <a:gd name="T6" fmla="*/ 358 w 98"/>
                  <a:gd name="T7" fmla="*/ 336 h 94"/>
                  <a:gd name="T8" fmla="*/ 298 w 98"/>
                  <a:gd name="T9" fmla="*/ 422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94">
                    <a:moveTo>
                      <a:pt x="3" y="42"/>
                    </a:moveTo>
                    <a:cubicBezTo>
                      <a:pt x="0" y="26"/>
                      <a:pt x="3" y="0"/>
                      <a:pt x="25" y="9"/>
                    </a:cubicBezTo>
                    <a:cubicBezTo>
                      <a:pt x="39" y="15"/>
                      <a:pt x="49" y="29"/>
                      <a:pt x="61" y="37"/>
                    </a:cubicBezTo>
                    <a:cubicBezTo>
                      <a:pt x="75" y="48"/>
                      <a:pt x="93" y="56"/>
                      <a:pt x="96" y="75"/>
                    </a:cubicBezTo>
                    <a:cubicBezTo>
                      <a:pt x="98" y="85"/>
                      <a:pt x="89" y="94"/>
                      <a:pt x="80" y="94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1" name="Freeform 4123">
                <a:extLst>
                  <a:ext uri="{FF2B5EF4-FFF2-40B4-BE49-F238E27FC236}">
                    <a16:creationId xmlns:a16="http://schemas.microsoft.com/office/drawing/2014/main" id="{14E66C7C-EC1E-4140-B238-C70BACAC5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915"/>
                <a:ext cx="144" cy="106"/>
              </a:xfrm>
              <a:custGeom>
                <a:avLst/>
                <a:gdLst>
                  <a:gd name="T0" fmla="*/ 14 w 93"/>
                  <a:gd name="T1" fmla="*/ 133 h 64"/>
                  <a:gd name="T2" fmla="*/ 67 w 93"/>
                  <a:gd name="T3" fmla="*/ 13 h 64"/>
                  <a:gd name="T4" fmla="*/ 184 w 93"/>
                  <a:gd name="T5" fmla="*/ 76 h 64"/>
                  <a:gd name="T6" fmla="*/ 319 w 93"/>
                  <a:gd name="T7" fmla="*/ 159 h 64"/>
                  <a:gd name="T8" fmla="*/ 285 w 93"/>
                  <a:gd name="T9" fmla="*/ 292 h 64"/>
                  <a:gd name="T10" fmla="*/ 285 w 93"/>
                  <a:gd name="T11" fmla="*/ 277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64">
                    <a:moveTo>
                      <a:pt x="4" y="29"/>
                    </a:moveTo>
                    <a:cubicBezTo>
                      <a:pt x="0" y="16"/>
                      <a:pt x="4" y="6"/>
                      <a:pt x="18" y="3"/>
                    </a:cubicBezTo>
                    <a:cubicBezTo>
                      <a:pt x="32" y="0"/>
                      <a:pt x="37" y="11"/>
                      <a:pt x="50" y="17"/>
                    </a:cubicBezTo>
                    <a:cubicBezTo>
                      <a:pt x="60" y="21"/>
                      <a:pt x="78" y="25"/>
                      <a:pt x="86" y="35"/>
                    </a:cubicBezTo>
                    <a:cubicBezTo>
                      <a:pt x="93" y="45"/>
                      <a:pt x="86" y="57"/>
                      <a:pt x="77" y="64"/>
                    </a:cubicBezTo>
                    <a:cubicBezTo>
                      <a:pt x="77" y="63"/>
                      <a:pt x="77" y="62"/>
                      <a:pt x="77" y="61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2" name="Freeform 4124">
                <a:extLst>
                  <a:ext uri="{FF2B5EF4-FFF2-40B4-BE49-F238E27FC236}">
                    <a16:creationId xmlns:a16="http://schemas.microsoft.com/office/drawing/2014/main" id="{8B6EA25F-D9CB-4BAD-ACF3-8D44ECB69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2985"/>
                <a:ext cx="73" cy="33"/>
              </a:xfrm>
              <a:custGeom>
                <a:avLst/>
                <a:gdLst>
                  <a:gd name="T0" fmla="*/ 0 w 47"/>
                  <a:gd name="T1" fmla="*/ 33 h 20"/>
                  <a:gd name="T2" fmla="*/ 176 w 47"/>
                  <a:gd name="T3" fmla="*/ 8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0">
                    <a:moveTo>
                      <a:pt x="0" y="7"/>
                    </a:moveTo>
                    <a:cubicBezTo>
                      <a:pt x="13" y="0"/>
                      <a:pt x="32" y="12"/>
                      <a:pt x="47" y="20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3" name="Freeform 4125">
                <a:extLst>
                  <a:ext uri="{FF2B5EF4-FFF2-40B4-BE49-F238E27FC236}">
                    <a16:creationId xmlns:a16="http://schemas.microsoft.com/office/drawing/2014/main" id="{488C7CFD-ED58-4A67-93D7-37F823861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2922"/>
                <a:ext cx="42" cy="13"/>
              </a:xfrm>
              <a:custGeom>
                <a:avLst/>
                <a:gdLst>
                  <a:gd name="T0" fmla="*/ 0 w 27"/>
                  <a:gd name="T1" fmla="*/ 21 h 8"/>
                  <a:gd name="T2" fmla="*/ 101 w 2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5"/>
                    </a:moveTo>
                    <a:cubicBezTo>
                      <a:pt x="9" y="6"/>
                      <a:pt x="22" y="8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4" name="Freeform 4126">
                <a:extLst>
                  <a:ext uri="{FF2B5EF4-FFF2-40B4-BE49-F238E27FC236}">
                    <a16:creationId xmlns:a16="http://schemas.microsoft.com/office/drawing/2014/main" id="{56394557-E79B-407C-BE51-C40548174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6" y="3135"/>
                <a:ext cx="120" cy="102"/>
              </a:xfrm>
              <a:custGeom>
                <a:avLst/>
                <a:gdLst>
                  <a:gd name="T0" fmla="*/ 54 w 78"/>
                  <a:gd name="T1" fmla="*/ 0 h 62"/>
                  <a:gd name="T2" fmla="*/ 211 w 78"/>
                  <a:gd name="T3" fmla="*/ 248 h 62"/>
                  <a:gd name="T4" fmla="*/ 285 w 78"/>
                  <a:gd name="T5" fmla="*/ 276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62">
                    <a:moveTo>
                      <a:pt x="15" y="0"/>
                    </a:moveTo>
                    <a:cubicBezTo>
                      <a:pt x="0" y="25"/>
                      <a:pt x="38" y="51"/>
                      <a:pt x="58" y="56"/>
                    </a:cubicBezTo>
                    <a:cubicBezTo>
                      <a:pt x="64" y="57"/>
                      <a:pt x="72" y="62"/>
                      <a:pt x="78" y="62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41" name="Group 4127">
              <a:extLst>
                <a:ext uri="{FF2B5EF4-FFF2-40B4-BE49-F238E27FC236}">
                  <a16:creationId xmlns:a16="http://schemas.microsoft.com/office/drawing/2014/main" id="{2EBA5FD3-798E-4BF2-B5A2-44463B3639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1" y="1587"/>
              <a:ext cx="1176" cy="2256"/>
              <a:chOff x="4291" y="1587"/>
              <a:chExt cx="1176" cy="2256"/>
            </a:xfrm>
          </p:grpSpPr>
          <p:sp>
            <p:nvSpPr>
              <p:cNvPr id="52705" name="Freeform 4128">
                <a:extLst>
                  <a:ext uri="{FF2B5EF4-FFF2-40B4-BE49-F238E27FC236}">
                    <a16:creationId xmlns:a16="http://schemas.microsoft.com/office/drawing/2014/main" id="{FD3F20C6-D448-4F9A-8BA9-0BDC6EF9B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3069"/>
                <a:ext cx="130" cy="102"/>
              </a:xfrm>
              <a:custGeom>
                <a:avLst/>
                <a:gdLst>
                  <a:gd name="T0" fmla="*/ 40 w 84"/>
                  <a:gd name="T1" fmla="*/ 0 h 62"/>
                  <a:gd name="T2" fmla="*/ 163 w 84"/>
                  <a:gd name="T3" fmla="*/ 201 h 62"/>
                  <a:gd name="T4" fmla="*/ 297 w 84"/>
                  <a:gd name="T5" fmla="*/ 173 h 62"/>
                  <a:gd name="T6" fmla="*/ 305 w 84"/>
                  <a:gd name="T7" fmla="*/ 143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62">
                    <a:moveTo>
                      <a:pt x="11" y="0"/>
                    </a:moveTo>
                    <a:cubicBezTo>
                      <a:pt x="0" y="28"/>
                      <a:pt x="23" y="33"/>
                      <a:pt x="44" y="45"/>
                    </a:cubicBezTo>
                    <a:cubicBezTo>
                      <a:pt x="52" y="50"/>
                      <a:pt x="84" y="62"/>
                      <a:pt x="80" y="39"/>
                    </a:cubicBezTo>
                    <a:cubicBezTo>
                      <a:pt x="82" y="32"/>
                      <a:pt x="82" y="32"/>
                      <a:pt x="82" y="32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Freeform 4129">
                <a:extLst>
                  <a:ext uri="{FF2B5EF4-FFF2-40B4-BE49-F238E27FC236}">
                    <a16:creationId xmlns:a16="http://schemas.microsoft.com/office/drawing/2014/main" id="{8BA8816C-5B82-4605-A7A8-BBD36C5E4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2996"/>
                <a:ext cx="141" cy="107"/>
              </a:xfrm>
              <a:custGeom>
                <a:avLst/>
                <a:gdLst>
                  <a:gd name="T0" fmla="*/ 29 w 91"/>
                  <a:gd name="T1" fmla="*/ 0 h 65"/>
                  <a:gd name="T2" fmla="*/ 56 w 91"/>
                  <a:gd name="T3" fmla="*/ 173 h 65"/>
                  <a:gd name="T4" fmla="*/ 201 w 91"/>
                  <a:gd name="T5" fmla="*/ 272 h 65"/>
                  <a:gd name="T6" fmla="*/ 285 w 91"/>
                  <a:gd name="T7" fmla="*/ 285 h 65"/>
                  <a:gd name="T8" fmla="*/ 338 w 91"/>
                  <a:gd name="T9" fmla="*/ 19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5">
                    <a:moveTo>
                      <a:pt x="8" y="0"/>
                    </a:moveTo>
                    <a:cubicBezTo>
                      <a:pt x="2" y="17"/>
                      <a:pt x="0" y="27"/>
                      <a:pt x="15" y="39"/>
                    </a:cubicBezTo>
                    <a:cubicBezTo>
                      <a:pt x="26" y="49"/>
                      <a:pt x="40" y="57"/>
                      <a:pt x="54" y="61"/>
                    </a:cubicBezTo>
                    <a:cubicBezTo>
                      <a:pt x="60" y="62"/>
                      <a:pt x="71" y="65"/>
                      <a:pt x="77" y="64"/>
                    </a:cubicBezTo>
                    <a:cubicBezTo>
                      <a:pt x="91" y="62"/>
                      <a:pt x="87" y="53"/>
                      <a:pt x="91" y="43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7" name="Freeform 4130">
                <a:extLst>
                  <a:ext uri="{FF2B5EF4-FFF2-40B4-BE49-F238E27FC236}">
                    <a16:creationId xmlns:a16="http://schemas.microsoft.com/office/drawing/2014/main" id="{00515A71-F844-46EF-A3F7-9709D164A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937"/>
                <a:ext cx="143" cy="107"/>
              </a:xfrm>
              <a:custGeom>
                <a:avLst/>
                <a:gdLst>
                  <a:gd name="T0" fmla="*/ 22 w 93"/>
                  <a:gd name="T1" fmla="*/ 0 h 65"/>
                  <a:gd name="T2" fmla="*/ 66 w 93"/>
                  <a:gd name="T3" fmla="*/ 119 h 65"/>
                  <a:gd name="T4" fmla="*/ 185 w 93"/>
                  <a:gd name="T5" fmla="*/ 209 h 65"/>
                  <a:gd name="T6" fmla="*/ 286 w 93"/>
                  <a:gd name="T7" fmla="*/ 277 h 65"/>
                  <a:gd name="T8" fmla="*/ 338 w 93"/>
                  <a:gd name="T9" fmla="*/ 16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65">
                    <a:moveTo>
                      <a:pt x="6" y="0"/>
                    </a:moveTo>
                    <a:cubicBezTo>
                      <a:pt x="0" y="17"/>
                      <a:pt x="5" y="20"/>
                      <a:pt x="18" y="27"/>
                    </a:cubicBezTo>
                    <a:cubicBezTo>
                      <a:pt x="29" y="33"/>
                      <a:pt x="40" y="40"/>
                      <a:pt x="51" y="47"/>
                    </a:cubicBezTo>
                    <a:cubicBezTo>
                      <a:pt x="58" y="52"/>
                      <a:pt x="69" y="65"/>
                      <a:pt x="79" y="62"/>
                    </a:cubicBezTo>
                    <a:cubicBezTo>
                      <a:pt x="88" y="60"/>
                      <a:pt x="93" y="45"/>
                      <a:pt x="93" y="37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8" name="Freeform 4131">
                <a:extLst>
                  <a:ext uri="{FF2B5EF4-FFF2-40B4-BE49-F238E27FC236}">
                    <a16:creationId xmlns:a16="http://schemas.microsoft.com/office/drawing/2014/main" id="{6797D8A9-099D-4FC0-B169-2657B84DF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909"/>
                <a:ext cx="193" cy="61"/>
              </a:xfrm>
              <a:custGeom>
                <a:avLst/>
                <a:gdLst>
                  <a:gd name="T0" fmla="*/ 460 w 125"/>
                  <a:gd name="T1" fmla="*/ 76 h 37"/>
                  <a:gd name="T2" fmla="*/ 372 w 125"/>
                  <a:gd name="T3" fmla="*/ 147 h 37"/>
                  <a:gd name="T4" fmla="*/ 242 w 125"/>
                  <a:gd name="T5" fmla="*/ 130 h 37"/>
                  <a:gd name="T6" fmla="*/ 88 w 125"/>
                  <a:gd name="T7" fmla="*/ 125 h 37"/>
                  <a:gd name="T8" fmla="*/ 22 w 125"/>
                  <a:gd name="T9" fmla="*/ 71 h 37"/>
                  <a:gd name="T10" fmla="*/ 14 w 125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37">
                    <a:moveTo>
                      <a:pt x="125" y="17"/>
                    </a:moveTo>
                    <a:cubicBezTo>
                      <a:pt x="119" y="35"/>
                      <a:pt x="123" y="37"/>
                      <a:pt x="101" y="33"/>
                    </a:cubicBezTo>
                    <a:cubicBezTo>
                      <a:pt x="90" y="31"/>
                      <a:pt x="78" y="30"/>
                      <a:pt x="66" y="29"/>
                    </a:cubicBezTo>
                    <a:cubicBezTo>
                      <a:pt x="51" y="27"/>
                      <a:pt x="38" y="30"/>
                      <a:pt x="24" y="28"/>
                    </a:cubicBezTo>
                    <a:cubicBezTo>
                      <a:pt x="12" y="27"/>
                      <a:pt x="11" y="28"/>
                      <a:pt x="6" y="16"/>
                    </a:cubicBezTo>
                    <a:cubicBezTo>
                      <a:pt x="4" y="11"/>
                      <a:pt x="0" y="4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9" name="Freeform 4132">
                <a:extLst>
                  <a:ext uri="{FF2B5EF4-FFF2-40B4-BE49-F238E27FC236}">
                    <a16:creationId xmlns:a16="http://schemas.microsoft.com/office/drawing/2014/main" id="{A1EBAFEF-1BFF-40DA-859D-7F74BAF7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2935"/>
                <a:ext cx="176" cy="116"/>
              </a:xfrm>
              <a:custGeom>
                <a:avLst/>
                <a:gdLst>
                  <a:gd name="T0" fmla="*/ 0 w 114"/>
                  <a:gd name="T1" fmla="*/ 126 h 70"/>
                  <a:gd name="T2" fmla="*/ 269 w 114"/>
                  <a:gd name="T3" fmla="*/ 104 h 70"/>
                  <a:gd name="T4" fmla="*/ 374 w 114"/>
                  <a:gd name="T5" fmla="*/ 75 h 70"/>
                  <a:gd name="T6" fmla="*/ 420 w 114"/>
                  <a:gd name="T7" fmla="*/ 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70">
                    <a:moveTo>
                      <a:pt x="0" y="28"/>
                    </a:moveTo>
                    <a:cubicBezTo>
                      <a:pt x="15" y="70"/>
                      <a:pt x="49" y="32"/>
                      <a:pt x="73" y="23"/>
                    </a:cubicBezTo>
                    <a:cubicBezTo>
                      <a:pt x="79" y="21"/>
                      <a:pt x="92" y="21"/>
                      <a:pt x="102" y="16"/>
                    </a:cubicBezTo>
                    <a:cubicBezTo>
                      <a:pt x="109" y="13"/>
                      <a:pt x="114" y="6"/>
                      <a:pt x="114" y="0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Freeform 4133">
                <a:extLst>
                  <a:ext uri="{FF2B5EF4-FFF2-40B4-BE49-F238E27FC236}">
                    <a16:creationId xmlns:a16="http://schemas.microsoft.com/office/drawing/2014/main" id="{16CADDDB-158C-4388-9CC7-89A2E5DA0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011"/>
                <a:ext cx="149" cy="163"/>
              </a:xfrm>
              <a:custGeom>
                <a:avLst/>
                <a:gdLst>
                  <a:gd name="T0" fmla="*/ 292 w 96"/>
                  <a:gd name="T1" fmla="*/ 0 h 99"/>
                  <a:gd name="T2" fmla="*/ 169 w 96"/>
                  <a:gd name="T3" fmla="*/ 255 h 99"/>
                  <a:gd name="T4" fmla="*/ 123 w 96"/>
                  <a:gd name="T5" fmla="*/ 334 h 99"/>
                  <a:gd name="T6" fmla="*/ 96 w 96"/>
                  <a:gd name="T7" fmla="*/ 420 h 99"/>
                  <a:gd name="T8" fmla="*/ 0 w 96"/>
                  <a:gd name="T9" fmla="*/ 374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9">
                    <a:moveTo>
                      <a:pt x="78" y="0"/>
                    </a:moveTo>
                    <a:cubicBezTo>
                      <a:pt x="96" y="13"/>
                      <a:pt x="53" y="46"/>
                      <a:pt x="45" y="57"/>
                    </a:cubicBezTo>
                    <a:cubicBezTo>
                      <a:pt x="40" y="62"/>
                      <a:pt x="36" y="68"/>
                      <a:pt x="33" y="75"/>
                    </a:cubicBezTo>
                    <a:cubicBezTo>
                      <a:pt x="31" y="80"/>
                      <a:pt x="32" y="90"/>
                      <a:pt x="26" y="94"/>
                    </a:cubicBezTo>
                    <a:cubicBezTo>
                      <a:pt x="17" y="99"/>
                      <a:pt x="4" y="91"/>
                      <a:pt x="0" y="84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1" name="Freeform 4134">
                <a:extLst>
                  <a:ext uri="{FF2B5EF4-FFF2-40B4-BE49-F238E27FC236}">
                    <a16:creationId xmlns:a16="http://schemas.microsoft.com/office/drawing/2014/main" id="{B897E4BA-E66C-4DCD-A92E-2D0E4DE69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3169"/>
                <a:ext cx="85" cy="155"/>
              </a:xfrm>
              <a:custGeom>
                <a:avLst/>
                <a:gdLst>
                  <a:gd name="T0" fmla="*/ 202 w 55"/>
                  <a:gd name="T1" fmla="*/ 0 h 94"/>
                  <a:gd name="T2" fmla="*/ 127 w 55"/>
                  <a:gd name="T3" fmla="*/ 264 h 94"/>
                  <a:gd name="T4" fmla="*/ 0 w 55"/>
                  <a:gd name="T5" fmla="*/ 368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94">
                    <a:moveTo>
                      <a:pt x="55" y="0"/>
                    </a:moveTo>
                    <a:cubicBezTo>
                      <a:pt x="52" y="21"/>
                      <a:pt x="42" y="39"/>
                      <a:pt x="34" y="59"/>
                    </a:cubicBezTo>
                    <a:cubicBezTo>
                      <a:pt x="27" y="77"/>
                      <a:pt x="22" y="94"/>
                      <a:pt x="0" y="82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2" name="Freeform 4135">
                <a:extLst>
                  <a:ext uri="{FF2B5EF4-FFF2-40B4-BE49-F238E27FC236}">
                    <a16:creationId xmlns:a16="http://schemas.microsoft.com/office/drawing/2014/main" id="{D224E408-6EC6-408C-B9C4-4775A0B98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3309"/>
                <a:ext cx="67" cy="175"/>
              </a:xfrm>
              <a:custGeom>
                <a:avLst/>
                <a:gdLst>
                  <a:gd name="T0" fmla="*/ 95 w 43"/>
                  <a:gd name="T1" fmla="*/ 0 h 106"/>
                  <a:gd name="T2" fmla="*/ 117 w 43"/>
                  <a:gd name="T3" fmla="*/ 248 h 106"/>
                  <a:gd name="T4" fmla="*/ 101 w 43"/>
                  <a:gd name="T5" fmla="*/ 409 h 106"/>
                  <a:gd name="T6" fmla="*/ 0 w 43"/>
                  <a:gd name="T7" fmla="*/ 457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06">
                    <a:moveTo>
                      <a:pt x="25" y="0"/>
                    </a:moveTo>
                    <a:cubicBezTo>
                      <a:pt x="43" y="10"/>
                      <a:pt x="33" y="39"/>
                      <a:pt x="31" y="55"/>
                    </a:cubicBezTo>
                    <a:cubicBezTo>
                      <a:pt x="30" y="66"/>
                      <a:pt x="31" y="81"/>
                      <a:pt x="27" y="91"/>
                    </a:cubicBezTo>
                    <a:cubicBezTo>
                      <a:pt x="20" y="106"/>
                      <a:pt x="14" y="105"/>
                      <a:pt x="0" y="102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3" name="Freeform 4136">
                <a:extLst>
                  <a:ext uri="{FF2B5EF4-FFF2-40B4-BE49-F238E27FC236}">
                    <a16:creationId xmlns:a16="http://schemas.microsoft.com/office/drawing/2014/main" id="{63FFFAA9-6065-4B3F-A3BC-0EA5E4124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3481"/>
                <a:ext cx="90" cy="178"/>
              </a:xfrm>
              <a:custGeom>
                <a:avLst/>
                <a:gdLst>
                  <a:gd name="T0" fmla="*/ 135 w 58"/>
                  <a:gd name="T1" fmla="*/ 483 h 108"/>
                  <a:gd name="T2" fmla="*/ 213 w 58"/>
                  <a:gd name="T3" fmla="*/ 389 h 108"/>
                  <a:gd name="T4" fmla="*/ 161 w 58"/>
                  <a:gd name="T5" fmla="*/ 234 h 108"/>
                  <a:gd name="T6" fmla="*/ 115 w 58"/>
                  <a:gd name="T7" fmla="*/ 71 h 108"/>
                  <a:gd name="T8" fmla="*/ 22 w 58"/>
                  <a:gd name="T9" fmla="*/ 8 h 108"/>
                  <a:gd name="T10" fmla="*/ 0 w 58"/>
                  <a:gd name="T11" fmla="*/ 0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08">
                    <a:moveTo>
                      <a:pt x="36" y="108"/>
                    </a:moveTo>
                    <a:cubicBezTo>
                      <a:pt x="45" y="105"/>
                      <a:pt x="56" y="101"/>
                      <a:pt x="57" y="87"/>
                    </a:cubicBezTo>
                    <a:cubicBezTo>
                      <a:pt x="58" y="74"/>
                      <a:pt x="48" y="64"/>
                      <a:pt x="43" y="52"/>
                    </a:cubicBezTo>
                    <a:cubicBezTo>
                      <a:pt x="38" y="41"/>
                      <a:pt x="36" y="28"/>
                      <a:pt x="31" y="16"/>
                    </a:cubicBezTo>
                    <a:cubicBezTo>
                      <a:pt x="26" y="2"/>
                      <a:pt x="20" y="3"/>
                      <a:pt x="6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Freeform 4137">
                <a:extLst>
                  <a:ext uri="{FF2B5EF4-FFF2-40B4-BE49-F238E27FC236}">
                    <a16:creationId xmlns:a16="http://schemas.microsoft.com/office/drawing/2014/main" id="{6B1F059B-10CF-4DE9-AD26-19B83A86F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3637"/>
                <a:ext cx="85" cy="160"/>
              </a:xfrm>
              <a:custGeom>
                <a:avLst/>
                <a:gdLst>
                  <a:gd name="T0" fmla="*/ 0 w 55"/>
                  <a:gd name="T1" fmla="*/ 0 h 97"/>
                  <a:gd name="T2" fmla="*/ 88 w 55"/>
                  <a:gd name="T3" fmla="*/ 122 h 97"/>
                  <a:gd name="T4" fmla="*/ 167 w 55"/>
                  <a:gd name="T5" fmla="*/ 242 h 97"/>
                  <a:gd name="T6" fmla="*/ 122 w 55"/>
                  <a:gd name="T7" fmla="*/ 427 h 97"/>
                  <a:gd name="T8" fmla="*/ 108 w 55"/>
                  <a:gd name="T9" fmla="*/ 435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97">
                    <a:moveTo>
                      <a:pt x="0" y="0"/>
                    </a:moveTo>
                    <a:cubicBezTo>
                      <a:pt x="11" y="2"/>
                      <a:pt x="19" y="18"/>
                      <a:pt x="24" y="27"/>
                    </a:cubicBezTo>
                    <a:cubicBezTo>
                      <a:pt x="31" y="37"/>
                      <a:pt x="38" y="45"/>
                      <a:pt x="45" y="54"/>
                    </a:cubicBezTo>
                    <a:cubicBezTo>
                      <a:pt x="55" y="69"/>
                      <a:pt x="55" y="92"/>
                      <a:pt x="33" y="95"/>
                    </a:cubicBezTo>
                    <a:cubicBezTo>
                      <a:pt x="29" y="97"/>
                      <a:pt x="29" y="97"/>
                      <a:pt x="29" y="97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5" name="Freeform 4138">
                <a:extLst>
                  <a:ext uri="{FF2B5EF4-FFF2-40B4-BE49-F238E27FC236}">
                    <a16:creationId xmlns:a16="http://schemas.microsoft.com/office/drawing/2014/main" id="{3E3DBFC5-97D0-408F-989D-748E79FA1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3766"/>
                <a:ext cx="62" cy="69"/>
              </a:xfrm>
              <a:custGeom>
                <a:avLst/>
                <a:gdLst>
                  <a:gd name="T0" fmla="*/ 149 w 40"/>
                  <a:gd name="T1" fmla="*/ 186 h 42"/>
                  <a:gd name="T2" fmla="*/ 135 w 40"/>
                  <a:gd name="T3" fmla="*/ 143 h 42"/>
                  <a:gd name="T4" fmla="*/ 14 w 40"/>
                  <a:gd name="T5" fmla="*/ 43 h 42"/>
                  <a:gd name="T6" fmla="*/ 0 w 40"/>
                  <a:gd name="T7" fmla="*/ 54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40" y="42"/>
                    </a:moveTo>
                    <a:cubicBezTo>
                      <a:pt x="39" y="39"/>
                      <a:pt x="38" y="35"/>
                      <a:pt x="36" y="32"/>
                    </a:cubicBezTo>
                    <a:cubicBezTo>
                      <a:pt x="32" y="23"/>
                      <a:pt x="16" y="0"/>
                      <a:pt x="4" y="10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6EFF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6" name="Freeform 4139">
                <a:extLst>
                  <a:ext uri="{FF2B5EF4-FFF2-40B4-BE49-F238E27FC236}">
                    <a16:creationId xmlns:a16="http://schemas.microsoft.com/office/drawing/2014/main" id="{D9432764-8B0E-48FB-86CA-CF933EFAA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820"/>
                <a:ext cx="153" cy="240"/>
              </a:xfrm>
              <a:custGeom>
                <a:avLst/>
                <a:gdLst>
                  <a:gd name="T0" fmla="*/ 34 w 99"/>
                  <a:gd name="T1" fmla="*/ 159 h 146"/>
                  <a:gd name="T2" fmla="*/ 365 w 99"/>
                  <a:gd name="T3" fmla="*/ 649 h 146"/>
                  <a:gd name="T4" fmla="*/ 289 w 99"/>
                  <a:gd name="T5" fmla="*/ 429 h 146"/>
                  <a:gd name="T6" fmla="*/ 128 w 99"/>
                  <a:gd name="T7" fmla="*/ 133 h 146"/>
                  <a:gd name="T8" fmla="*/ 0 w 99"/>
                  <a:gd name="T9" fmla="*/ 0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6">
                    <a:moveTo>
                      <a:pt x="9" y="36"/>
                    </a:moveTo>
                    <a:cubicBezTo>
                      <a:pt x="22" y="84"/>
                      <a:pt x="57" y="121"/>
                      <a:pt x="99" y="146"/>
                    </a:cubicBezTo>
                    <a:cubicBezTo>
                      <a:pt x="96" y="129"/>
                      <a:pt x="85" y="112"/>
                      <a:pt x="78" y="97"/>
                    </a:cubicBezTo>
                    <a:cubicBezTo>
                      <a:pt x="67" y="72"/>
                      <a:pt x="56" y="47"/>
                      <a:pt x="35" y="30"/>
                    </a:cubicBezTo>
                    <a:cubicBezTo>
                      <a:pt x="23" y="21"/>
                      <a:pt x="9" y="12"/>
                      <a:pt x="0" y="0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7" name="Freeform 4140">
                <a:extLst>
                  <a:ext uri="{FF2B5EF4-FFF2-40B4-BE49-F238E27FC236}">
                    <a16:creationId xmlns:a16="http://schemas.microsoft.com/office/drawing/2014/main" id="{8B35A813-D441-4CD7-940B-0208B00E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820"/>
                <a:ext cx="153" cy="240"/>
              </a:xfrm>
              <a:custGeom>
                <a:avLst/>
                <a:gdLst>
                  <a:gd name="T0" fmla="*/ 34 w 99"/>
                  <a:gd name="T1" fmla="*/ 159 h 146"/>
                  <a:gd name="T2" fmla="*/ 365 w 99"/>
                  <a:gd name="T3" fmla="*/ 649 h 146"/>
                  <a:gd name="T4" fmla="*/ 289 w 99"/>
                  <a:gd name="T5" fmla="*/ 429 h 146"/>
                  <a:gd name="T6" fmla="*/ 128 w 99"/>
                  <a:gd name="T7" fmla="*/ 133 h 146"/>
                  <a:gd name="T8" fmla="*/ 0 w 99"/>
                  <a:gd name="T9" fmla="*/ 0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6">
                    <a:moveTo>
                      <a:pt x="9" y="36"/>
                    </a:moveTo>
                    <a:cubicBezTo>
                      <a:pt x="22" y="84"/>
                      <a:pt x="57" y="121"/>
                      <a:pt x="99" y="146"/>
                    </a:cubicBezTo>
                    <a:cubicBezTo>
                      <a:pt x="96" y="129"/>
                      <a:pt x="85" y="112"/>
                      <a:pt x="78" y="97"/>
                    </a:cubicBezTo>
                    <a:cubicBezTo>
                      <a:pt x="67" y="72"/>
                      <a:pt x="56" y="47"/>
                      <a:pt x="35" y="30"/>
                    </a:cubicBezTo>
                    <a:cubicBezTo>
                      <a:pt x="23" y="21"/>
                      <a:pt x="9" y="1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Freeform 4141">
                <a:extLst>
                  <a:ext uri="{FF2B5EF4-FFF2-40B4-BE49-F238E27FC236}">
                    <a16:creationId xmlns:a16="http://schemas.microsoft.com/office/drawing/2014/main" id="{A630CB54-1BBF-4CD7-8D1F-5AACFA86E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634"/>
                <a:ext cx="178" cy="117"/>
              </a:xfrm>
              <a:custGeom>
                <a:avLst/>
                <a:gdLst>
                  <a:gd name="T0" fmla="*/ 0 w 115"/>
                  <a:gd name="T1" fmla="*/ 0 h 71"/>
                  <a:gd name="T2" fmla="*/ 204 w 115"/>
                  <a:gd name="T3" fmla="*/ 236 h 71"/>
                  <a:gd name="T4" fmla="*/ 333 w 115"/>
                  <a:gd name="T5" fmla="*/ 305 h 71"/>
                  <a:gd name="T6" fmla="*/ 427 w 115"/>
                  <a:gd name="T7" fmla="*/ 318 h 71"/>
                  <a:gd name="T8" fmla="*/ 249 w 115"/>
                  <a:gd name="T9" fmla="*/ 109 h 71"/>
                  <a:gd name="T10" fmla="*/ 62 w 115"/>
                  <a:gd name="T11" fmla="*/ 8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71">
                    <a:moveTo>
                      <a:pt x="0" y="0"/>
                    </a:moveTo>
                    <a:cubicBezTo>
                      <a:pt x="5" y="24"/>
                      <a:pt x="37" y="42"/>
                      <a:pt x="55" y="53"/>
                    </a:cubicBezTo>
                    <a:cubicBezTo>
                      <a:pt x="66" y="60"/>
                      <a:pt x="77" y="66"/>
                      <a:pt x="90" y="68"/>
                    </a:cubicBezTo>
                    <a:cubicBezTo>
                      <a:pt x="99" y="70"/>
                      <a:pt x="107" y="69"/>
                      <a:pt x="115" y="71"/>
                    </a:cubicBezTo>
                    <a:cubicBezTo>
                      <a:pt x="87" y="69"/>
                      <a:pt x="86" y="43"/>
                      <a:pt x="67" y="24"/>
                    </a:cubicBezTo>
                    <a:cubicBezTo>
                      <a:pt x="54" y="10"/>
                      <a:pt x="36" y="5"/>
                      <a:pt x="17" y="2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9" name="Freeform 4142">
                <a:extLst>
                  <a:ext uri="{FF2B5EF4-FFF2-40B4-BE49-F238E27FC236}">
                    <a16:creationId xmlns:a16="http://schemas.microsoft.com/office/drawing/2014/main" id="{0B5C0631-8200-4D71-9591-C16172293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634"/>
                <a:ext cx="178" cy="117"/>
              </a:xfrm>
              <a:custGeom>
                <a:avLst/>
                <a:gdLst>
                  <a:gd name="T0" fmla="*/ 0 w 115"/>
                  <a:gd name="T1" fmla="*/ 0 h 71"/>
                  <a:gd name="T2" fmla="*/ 204 w 115"/>
                  <a:gd name="T3" fmla="*/ 236 h 71"/>
                  <a:gd name="T4" fmla="*/ 333 w 115"/>
                  <a:gd name="T5" fmla="*/ 305 h 71"/>
                  <a:gd name="T6" fmla="*/ 427 w 115"/>
                  <a:gd name="T7" fmla="*/ 318 h 71"/>
                  <a:gd name="T8" fmla="*/ 249 w 115"/>
                  <a:gd name="T9" fmla="*/ 109 h 71"/>
                  <a:gd name="T10" fmla="*/ 62 w 115"/>
                  <a:gd name="T11" fmla="*/ 8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71">
                    <a:moveTo>
                      <a:pt x="0" y="0"/>
                    </a:moveTo>
                    <a:cubicBezTo>
                      <a:pt x="5" y="24"/>
                      <a:pt x="37" y="42"/>
                      <a:pt x="55" y="53"/>
                    </a:cubicBezTo>
                    <a:cubicBezTo>
                      <a:pt x="66" y="60"/>
                      <a:pt x="77" y="66"/>
                      <a:pt x="90" y="68"/>
                    </a:cubicBezTo>
                    <a:cubicBezTo>
                      <a:pt x="99" y="70"/>
                      <a:pt x="107" y="69"/>
                      <a:pt x="115" y="71"/>
                    </a:cubicBezTo>
                    <a:cubicBezTo>
                      <a:pt x="87" y="69"/>
                      <a:pt x="86" y="43"/>
                      <a:pt x="67" y="24"/>
                    </a:cubicBezTo>
                    <a:cubicBezTo>
                      <a:pt x="54" y="10"/>
                      <a:pt x="36" y="5"/>
                      <a:pt x="17" y="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0" name="Freeform 4143">
                <a:extLst>
                  <a:ext uri="{FF2B5EF4-FFF2-40B4-BE49-F238E27FC236}">
                    <a16:creationId xmlns:a16="http://schemas.microsoft.com/office/drawing/2014/main" id="{6EF978DE-D56E-44E6-9842-A03FD5640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2681"/>
                <a:ext cx="27" cy="24"/>
              </a:xfrm>
              <a:custGeom>
                <a:avLst/>
                <a:gdLst>
                  <a:gd name="T0" fmla="*/ 25 w 17"/>
                  <a:gd name="T1" fmla="*/ 5 h 14"/>
                  <a:gd name="T2" fmla="*/ 48 w 17"/>
                  <a:gd name="T3" fmla="*/ 57 h 14"/>
                  <a:gd name="T4" fmla="*/ 40 w 1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6" y="1"/>
                    </a:moveTo>
                    <a:cubicBezTo>
                      <a:pt x="0" y="5"/>
                      <a:pt x="5" y="14"/>
                      <a:pt x="12" y="11"/>
                    </a:cubicBezTo>
                    <a:cubicBezTo>
                      <a:pt x="17" y="9"/>
                      <a:pt x="15" y="1"/>
                      <a:pt x="10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1" name="Freeform 4144">
                <a:extLst>
                  <a:ext uri="{FF2B5EF4-FFF2-40B4-BE49-F238E27FC236}">
                    <a16:creationId xmlns:a16="http://schemas.microsoft.com/office/drawing/2014/main" id="{F6AB1D82-852C-4C32-A0AB-956E22759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92"/>
                <a:ext cx="148" cy="85"/>
              </a:xfrm>
              <a:custGeom>
                <a:avLst/>
                <a:gdLst>
                  <a:gd name="T0" fmla="*/ 106 w 96"/>
                  <a:gd name="T1" fmla="*/ 21 h 52"/>
                  <a:gd name="T2" fmla="*/ 237 w 96"/>
                  <a:gd name="T3" fmla="*/ 105 h 52"/>
                  <a:gd name="T4" fmla="*/ 316 w 96"/>
                  <a:gd name="T5" fmla="*/ 180 h 52"/>
                  <a:gd name="T6" fmla="*/ 352 w 96"/>
                  <a:gd name="T7" fmla="*/ 227 h 52"/>
                  <a:gd name="T8" fmla="*/ 282 w 96"/>
                  <a:gd name="T9" fmla="*/ 219 h 52"/>
                  <a:gd name="T10" fmla="*/ 114 w 96"/>
                  <a:gd name="T11" fmla="*/ 118 h 52"/>
                  <a:gd name="T12" fmla="*/ 0 w 96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2">
                    <a:moveTo>
                      <a:pt x="29" y="5"/>
                    </a:moveTo>
                    <a:cubicBezTo>
                      <a:pt x="41" y="6"/>
                      <a:pt x="55" y="17"/>
                      <a:pt x="65" y="24"/>
                    </a:cubicBezTo>
                    <a:cubicBezTo>
                      <a:pt x="72" y="29"/>
                      <a:pt x="79" y="35"/>
                      <a:pt x="86" y="41"/>
                    </a:cubicBezTo>
                    <a:cubicBezTo>
                      <a:pt x="89" y="43"/>
                      <a:pt x="95" y="48"/>
                      <a:pt x="96" y="52"/>
                    </a:cubicBezTo>
                    <a:cubicBezTo>
                      <a:pt x="90" y="51"/>
                      <a:pt x="83" y="51"/>
                      <a:pt x="77" y="50"/>
                    </a:cubicBezTo>
                    <a:cubicBezTo>
                      <a:pt x="61" y="47"/>
                      <a:pt x="45" y="36"/>
                      <a:pt x="31" y="27"/>
                    </a:cubicBezTo>
                    <a:cubicBezTo>
                      <a:pt x="18" y="20"/>
                      <a:pt x="10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Freeform 4145">
                <a:extLst>
                  <a:ext uri="{FF2B5EF4-FFF2-40B4-BE49-F238E27FC236}">
                    <a16:creationId xmlns:a16="http://schemas.microsoft.com/office/drawing/2014/main" id="{01F606B0-5852-42E9-8BDB-44BB6F08C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218"/>
                <a:ext cx="169" cy="154"/>
              </a:xfrm>
              <a:custGeom>
                <a:avLst/>
                <a:gdLst>
                  <a:gd name="T0" fmla="*/ 8 w 109"/>
                  <a:gd name="T1" fmla="*/ 8 h 93"/>
                  <a:gd name="T2" fmla="*/ 62 w 109"/>
                  <a:gd name="T3" fmla="*/ 33 h 93"/>
                  <a:gd name="T4" fmla="*/ 231 w 109"/>
                  <a:gd name="T5" fmla="*/ 139 h 93"/>
                  <a:gd name="T6" fmla="*/ 372 w 109"/>
                  <a:gd name="T7" fmla="*/ 326 h 93"/>
                  <a:gd name="T8" fmla="*/ 406 w 109"/>
                  <a:gd name="T9" fmla="*/ 417 h 93"/>
                  <a:gd name="T10" fmla="*/ 380 w 109"/>
                  <a:gd name="T11" fmla="*/ 409 h 93"/>
                  <a:gd name="T12" fmla="*/ 279 w 109"/>
                  <a:gd name="T13" fmla="*/ 326 h 93"/>
                  <a:gd name="T14" fmla="*/ 130 w 109"/>
                  <a:gd name="T15" fmla="*/ 217 h 93"/>
                  <a:gd name="T16" fmla="*/ 87 w 109"/>
                  <a:gd name="T17" fmla="*/ 126 h 93"/>
                  <a:gd name="T18" fmla="*/ 0 w 109"/>
                  <a:gd name="T19" fmla="*/ 0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93">
                    <a:moveTo>
                      <a:pt x="2" y="2"/>
                    </a:moveTo>
                    <a:cubicBezTo>
                      <a:pt x="7" y="4"/>
                      <a:pt x="12" y="5"/>
                      <a:pt x="17" y="7"/>
                    </a:cubicBezTo>
                    <a:cubicBezTo>
                      <a:pt x="33" y="13"/>
                      <a:pt x="48" y="21"/>
                      <a:pt x="62" y="31"/>
                    </a:cubicBezTo>
                    <a:cubicBezTo>
                      <a:pt x="77" y="41"/>
                      <a:pt x="91" y="55"/>
                      <a:pt x="100" y="72"/>
                    </a:cubicBezTo>
                    <a:cubicBezTo>
                      <a:pt x="103" y="79"/>
                      <a:pt x="105" y="87"/>
                      <a:pt x="109" y="92"/>
                    </a:cubicBezTo>
                    <a:cubicBezTo>
                      <a:pt x="107" y="93"/>
                      <a:pt x="105" y="91"/>
                      <a:pt x="102" y="90"/>
                    </a:cubicBezTo>
                    <a:cubicBezTo>
                      <a:pt x="93" y="85"/>
                      <a:pt x="84" y="78"/>
                      <a:pt x="75" y="72"/>
                    </a:cubicBezTo>
                    <a:cubicBezTo>
                      <a:pt x="62" y="65"/>
                      <a:pt x="48" y="57"/>
                      <a:pt x="35" y="48"/>
                    </a:cubicBezTo>
                    <a:cubicBezTo>
                      <a:pt x="28" y="43"/>
                      <a:pt x="29" y="34"/>
                      <a:pt x="23" y="28"/>
                    </a:cubicBezTo>
                    <a:cubicBezTo>
                      <a:pt x="20" y="25"/>
                      <a:pt x="5" y="0"/>
                      <a:pt x="0" y="0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3" name="Freeform 4146">
                <a:extLst>
                  <a:ext uri="{FF2B5EF4-FFF2-40B4-BE49-F238E27FC236}">
                    <a16:creationId xmlns:a16="http://schemas.microsoft.com/office/drawing/2014/main" id="{566E2FED-864E-4A97-BE96-2A4997B1A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218"/>
                <a:ext cx="169" cy="154"/>
              </a:xfrm>
              <a:custGeom>
                <a:avLst/>
                <a:gdLst>
                  <a:gd name="T0" fmla="*/ 8 w 109"/>
                  <a:gd name="T1" fmla="*/ 8 h 93"/>
                  <a:gd name="T2" fmla="*/ 62 w 109"/>
                  <a:gd name="T3" fmla="*/ 33 h 93"/>
                  <a:gd name="T4" fmla="*/ 231 w 109"/>
                  <a:gd name="T5" fmla="*/ 139 h 93"/>
                  <a:gd name="T6" fmla="*/ 372 w 109"/>
                  <a:gd name="T7" fmla="*/ 326 h 93"/>
                  <a:gd name="T8" fmla="*/ 406 w 109"/>
                  <a:gd name="T9" fmla="*/ 417 h 93"/>
                  <a:gd name="T10" fmla="*/ 380 w 109"/>
                  <a:gd name="T11" fmla="*/ 409 h 93"/>
                  <a:gd name="T12" fmla="*/ 279 w 109"/>
                  <a:gd name="T13" fmla="*/ 326 h 93"/>
                  <a:gd name="T14" fmla="*/ 130 w 109"/>
                  <a:gd name="T15" fmla="*/ 217 h 93"/>
                  <a:gd name="T16" fmla="*/ 87 w 109"/>
                  <a:gd name="T17" fmla="*/ 126 h 93"/>
                  <a:gd name="T18" fmla="*/ 0 w 109"/>
                  <a:gd name="T19" fmla="*/ 0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93">
                    <a:moveTo>
                      <a:pt x="2" y="2"/>
                    </a:moveTo>
                    <a:cubicBezTo>
                      <a:pt x="7" y="4"/>
                      <a:pt x="12" y="5"/>
                      <a:pt x="17" y="7"/>
                    </a:cubicBezTo>
                    <a:cubicBezTo>
                      <a:pt x="33" y="13"/>
                      <a:pt x="48" y="21"/>
                      <a:pt x="62" y="31"/>
                    </a:cubicBezTo>
                    <a:cubicBezTo>
                      <a:pt x="77" y="41"/>
                      <a:pt x="91" y="55"/>
                      <a:pt x="100" y="72"/>
                    </a:cubicBezTo>
                    <a:cubicBezTo>
                      <a:pt x="103" y="79"/>
                      <a:pt x="105" y="87"/>
                      <a:pt x="109" y="92"/>
                    </a:cubicBezTo>
                    <a:cubicBezTo>
                      <a:pt x="107" y="93"/>
                      <a:pt x="105" y="91"/>
                      <a:pt x="102" y="90"/>
                    </a:cubicBezTo>
                    <a:cubicBezTo>
                      <a:pt x="93" y="85"/>
                      <a:pt x="84" y="78"/>
                      <a:pt x="75" y="72"/>
                    </a:cubicBezTo>
                    <a:cubicBezTo>
                      <a:pt x="62" y="65"/>
                      <a:pt x="48" y="57"/>
                      <a:pt x="35" y="48"/>
                    </a:cubicBezTo>
                    <a:cubicBezTo>
                      <a:pt x="28" y="43"/>
                      <a:pt x="29" y="34"/>
                      <a:pt x="23" y="28"/>
                    </a:cubicBezTo>
                    <a:cubicBezTo>
                      <a:pt x="20" y="25"/>
                      <a:pt x="5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4" name="Freeform 4147">
                <a:extLst>
                  <a:ext uri="{FF2B5EF4-FFF2-40B4-BE49-F238E27FC236}">
                    <a16:creationId xmlns:a16="http://schemas.microsoft.com/office/drawing/2014/main" id="{77D4E0B2-CF30-44F4-A007-D46F010C6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148"/>
                <a:ext cx="74" cy="146"/>
              </a:xfrm>
              <a:custGeom>
                <a:avLst/>
                <a:gdLst>
                  <a:gd name="T0" fmla="*/ 0 w 48"/>
                  <a:gd name="T1" fmla="*/ 0 h 89"/>
                  <a:gd name="T2" fmla="*/ 163 w 48"/>
                  <a:gd name="T3" fmla="*/ 289 h 89"/>
                  <a:gd name="T4" fmla="*/ 176 w 48"/>
                  <a:gd name="T5" fmla="*/ 394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89">
                    <a:moveTo>
                      <a:pt x="0" y="0"/>
                    </a:moveTo>
                    <a:cubicBezTo>
                      <a:pt x="20" y="17"/>
                      <a:pt x="41" y="37"/>
                      <a:pt x="45" y="65"/>
                    </a:cubicBezTo>
                    <a:cubicBezTo>
                      <a:pt x="46" y="72"/>
                      <a:pt x="48" y="83"/>
                      <a:pt x="48" y="89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5" name="Freeform 4148">
                <a:extLst>
                  <a:ext uri="{FF2B5EF4-FFF2-40B4-BE49-F238E27FC236}">
                    <a16:creationId xmlns:a16="http://schemas.microsoft.com/office/drawing/2014/main" id="{C50C592B-DB46-48C6-84F4-F8625B96F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174"/>
                <a:ext cx="209" cy="128"/>
              </a:xfrm>
              <a:custGeom>
                <a:avLst/>
                <a:gdLst>
                  <a:gd name="T0" fmla="*/ 62 w 135"/>
                  <a:gd name="T1" fmla="*/ 5 h 78"/>
                  <a:gd name="T2" fmla="*/ 249 w 135"/>
                  <a:gd name="T3" fmla="*/ 89 h 78"/>
                  <a:gd name="T4" fmla="*/ 407 w 135"/>
                  <a:gd name="T5" fmla="*/ 228 h 78"/>
                  <a:gd name="T6" fmla="*/ 502 w 135"/>
                  <a:gd name="T7" fmla="*/ 345 h 78"/>
                  <a:gd name="T8" fmla="*/ 144 w 135"/>
                  <a:gd name="T9" fmla="*/ 159 h 78"/>
                  <a:gd name="T10" fmla="*/ 14 w 135"/>
                  <a:gd name="T11" fmla="*/ 21 h 78"/>
                  <a:gd name="T12" fmla="*/ 0 w 135"/>
                  <a:gd name="T13" fmla="*/ 0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78">
                    <a:moveTo>
                      <a:pt x="17" y="1"/>
                    </a:moveTo>
                    <a:cubicBezTo>
                      <a:pt x="34" y="6"/>
                      <a:pt x="51" y="11"/>
                      <a:pt x="67" y="20"/>
                    </a:cubicBezTo>
                    <a:cubicBezTo>
                      <a:pt x="82" y="30"/>
                      <a:pt x="95" y="42"/>
                      <a:pt x="110" y="52"/>
                    </a:cubicBezTo>
                    <a:cubicBezTo>
                      <a:pt x="118" y="59"/>
                      <a:pt x="133" y="67"/>
                      <a:pt x="135" y="78"/>
                    </a:cubicBezTo>
                    <a:cubicBezTo>
                      <a:pt x="100" y="78"/>
                      <a:pt x="68" y="53"/>
                      <a:pt x="39" y="36"/>
                    </a:cubicBezTo>
                    <a:cubicBezTo>
                      <a:pt x="24" y="27"/>
                      <a:pt x="15" y="17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Freeform 4149">
                <a:extLst>
                  <a:ext uri="{FF2B5EF4-FFF2-40B4-BE49-F238E27FC236}">
                    <a16:creationId xmlns:a16="http://schemas.microsoft.com/office/drawing/2014/main" id="{2BBAED69-037C-4949-97D8-560423111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144"/>
                <a:ext cx="187" cy="111"/>
              </a:xfrm>
              <a:custGeom>
                <a:avLst/>
                <a:gdLst>
                  <a:gd name="T0" fmla="*/ 447 w 121"/>
                  <a:gd name="T1" fmla="*/ 305 h 67"/>
                  <a:gd name="T2" fmla="*/ 0 w 121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1" h="67">
                    <a:moveTo>
                      <a:pt x="121" y="67"/>
                    </a:moveTo>
                    <a:cubicBezTo>
                      <a:pt x="76" y="67"/>
                      <a:pt x="23" y="3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7" name="Freeform 4150">
                <a:extLst>
                  <a:ext uri="{FF2B5EF4-FFF2-40B4-BE49-F238E27FC236}">
                    <a16:creationId xmlns:a16="http://schemas.microsoft.com/office/drawing/2014/main" id="{FBDED2B3-9233-4365-9584-4ABE346F0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199"/>
                <a:ext cx="143" cy="57"/>
              </a:xfrm>
              <a:custGeom>
                <a:avLst/>
                <a:gdLst>
                  <a:gd name="T0" fmla="*/ 0 w 93"/>
                  <a:gd name="T1" fmla="*/ 0 h 35"/>
                  <a:gd name="T2" fmla="*/ 189 w 93"/>
                  <a:gd name="T3" fmla="*/ 122 h 35"/>
                  <a:gd name="T4" fmla="*/ 338 w 93"/>
                  <a:gd name="T5" fmla="*/ 13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35">
                    <a:moveTo>
                      <a:pt x="0" y="0"/>
                    </a:moveTo>
                    <a:cubicBezTo>
                      <a:pt x="10" y="18"/>
                      <a:pt x="34" y="26"/>
                      <a:pt x="52" y="28"/>
                    </a:cubicBezTo>
                    <a:cubicBezTo>
                      <a:pt x="60" y="29"/>
                      <a:pt x="88" y="35"/>
                      <a:pt x="93" y="31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8" name="Freeform 4151">
                <a:extLst>
                  <a:ext uri="{FF2B5EF4-FFF2-40B4-BE49-F238E27FC236}">
                    <a16:creationId xmlns:a16="http://schemas.microsoft.com/office/drawing/2014/main" id="{C03D53DA-D2DA-4C71-BBF9-BB7A885EB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248"/>
                <a:ext cx="170" cy="107"/>
              </a:xfrm>
              <a:custGeom>
                <a:avLst/>
                <a:gdLst>
                  <a:gd name="T0" fmla="*/ 0 w 110"/>
                  <a:gd name="T1" fmla="*/ 0 h 65"/>
                  <a:gd name="T2" fmla="*/ 406 w 110"/>
                  <a:gd name="T3" fmla="*/ 290 h 65"/>
                  <a:gd name="T4" fmla="*/ 236 w 110"/>
                  <a:gd name="T5" fmla="*/ 2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65">
                    <a:moveTo>
                      <a:pt x="0" y="0"/>
                    </a:moveTo>
                    <a:cubicBezTo>
                      <a:pt x="31" y="31"/>
                      <a:pt x="71" y="48"/>
                      <a:pt x="110" y="65"/>
                    </a:cubicBezTo>
                    <a:cubicBezTo>
                      <a:pt x="92" y="48"/>
                      <a:pt x="85" y="21"/>
                      <a:pt x="64" y="4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9" name="Freeform 4152">
                <a:extLst>
                  <a:ext uri="{FF2B5EF4-FFF2-40B4-BE49-F238E27FC236}">
                    <a16:creationId xmlns:a16="http://schemas.microsoft.com/office/drawing/2014/main" id="{FDE68295-68E1-4916-BCFA-88B609589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279"/>
                <a:ext cx="211" cy="68"/>
              </a:xfrm>
              <a:custGeom>
                <a:avLst/>
                <a:gdLst>
                  <a:gd name="T0" fmla="*/ 0 w 137"/>
                  <a:gd name="T1" fmla="*/ 0 h 41"/>
                  <a:gd name="T2" fmla="*/ 353 w 137"/>
                  <a:gd name="T3" fmla="*/ 168 h 41"/>
                  <a:gd name="T4" fmla="*/ 501 w 137"/>
                  <a:gd name="T5" fmla="*/ 18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41">
                    <a:moveTo>
                      <a:pt x="0" y="0"/>
                    </a:moveTo>
                    <a:cubicBezTo>
                      <a:pt x="16" y="27"/>
                      <a:pt x="68" y="34"/>
                      <a:pt x="97" y="37"/>
                    </a:cubicBezTo>
                    <a:cubicBezTo>
                      <a:pt x="111" y="39"/>
                      <a:pt x="123" y="41"/>
                      <a:pt x="137" y="4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Freeform 4153">
                <a:extLst>
                  <a:ext uri="{FF2B5EF4-FFF2-40B4-BE49-F238E27FC236}">
                    <a16:creationId xmlns:a16="http://schemas.microsoft.com/office/drawing/2014/main" id="{D83A5C48-8547-4614-A694-AA0354F82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342"/>
                <a:ext cx="215" cy="180"/>
              </a:xfrm>
              <a:custGeom>
                <a:avLst/>
                <a:gdLst>
                  <a:gd name="T0" fmla="*/ 0 w 139"/>
                  <a:gd name="T1" fmla="*/ 0 h 109"/>
                  <a:gd name="T2" fmla="*/ 141 w 139"/>
                  <a:gd name="T3" fmla="*/ 63 h 109"/>
                  <a:gd name="T4" fmla="*/ 319 w 139"/>
                  <a:gd name="T5" fmla="*/ 188 h 109"/>
                  <a:gd name="T6" fmla="*/ 515 w 139"/>
                  <a:gd name="T7" fmla="*/ 490 h 109"/>
                  <a:gd name="T8" fmla="*/ 393 w 139"/>
                  <a:gd name="T9" fmla="*/ 414 h 109"/>
                  <a:gd name="T10" fmla="*/ 189 w 139"/>
                  <a:gd name="T11" fmla="*/ 248 h 109"/>
                  <a:gd name="T12" fmla="*/ 26 w 139"/>
                  <a:gd name="T13" fmla="*/ 76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9" h="109">
                    <a:moveTo>
                      <a:pt x="0" y="0"/>
                    </a:moveTo>
                    <a:cubicBezTo>
                      <a:pt x="13" y="6"/>
                      <a:pt x="25" y="7"/>
                      <a:pt x="38" y="14"/>
                    </a:cubicBezTo>
                    <a:cubicBezTo>
                      <a:pt x="54" y="22"/>
                      <a:pt x="72" y="31"/>
                      <a:pt x="86" y="42"/>
                    </a:cubicBezTo>
                    <a:cubicBezTo>
                      <a:pt x="107" y="57"/>
                      <a:pt x="129" y="85"/>
                      <a:pt x="139" y="109"/>
                    </a:cubicBezTo>
                    <a:cubicBezTo>
                      <a:pt x="130" y="102"/>
                      <a:pt x="116" y="98"/>
                      <a:pt x="106" y="92"/>
                    </a:cubicBezTo>
                    <a:cubicBezTo>
                      <a:pt x="86" y="82"/>
                      <a:pt x="68" y="69"/>
                      <a:pt x="51" y="55"/>
                    </a:cubicBezTo>
                    <a:cubicBezTo>
                      <a:pt x="36" y="43"/>
                      <a:pt x="22" y="30"/>
                      <a:pt x="7" y="1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1" name="Freeform 4154">
                <a:extLst>
                  <a:ext uri="{FF2B5EF4-FFF2-40B4-BE49-F238E27FC236}">
                    <a16:creationId xmlns:a16="http://schemas.microsoft.com/office/drawing/2014/main" id="{47518AD6-9B1E-4C7E-88B9-88A253001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334"/>
                <a:ext cx="122" cy="112"/>
              </a:xfrm>
              <a:custGeom>
                <a:avLst/>
                <a:gdLst>
                  <a:gd name="T0" fmla="*/ 0 w 79"/>
                  <a:gd name="T1" fmla="*/ 0 h 68"/>
                  <a:gd name="T2" fmla="*/ 162 w 79"/>
                  <a:gd name="T3" fmla="*/ 104 h 68"/>
                  <a:gd name="T4" fmla="*/ 290 w 79"/>
                  <a:gd name="T5" fmla="*/ 303 h 68"/>
                  <a:gd name="T6" fmla="*/ 154 w 79"/>
                  <a:gd name="T7" fmla="*/ 247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68">
                    <a:moveTo>
                      <a:pt x="0" y="0"/>
                    </a:moveTo>
                    <a:cubicBezTo>
                      <a:pt x="16" y="7"/>
                      <a:pt x="30" y="12"/>
                      <a:pt x="44" y="23"/>
                    </a:cubicBezTo>
                    <a:cubicBezTo>
                      <a:pt x="61" y="34"/>
                      <a:pt x="67" y="53"/>
                      <a:pt x="79" y="68"/>
                    </a:cubicBezTo>
                    <a:cubicBezTo>
                      <a:pt x="70" y="64"/>
                      <a:pt x="52" y="52"/>
                      <a:pt x="42" y="55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2" name="Freeform 4155">
                <a:extLst>
                  <a:ext uri="{FF2B5EF4-FFF2-40B4-BE49-F238E27FC236}">
                    <a16:creationId xmlns:a16="http://schemas.microsoft.com/office/drawing/2014/main" id="{9DBC9C8D-8AFE-4C77-A9D7-D282C4D44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304"/>
                <a:ext cx="190" cy="96"/>
              </a:xfrm>
              <a:custGeom>
                <a:avLst/>
                <a:gdLst>
                  <a:gd name="T0" fmla="*/ 148 w 123"/>
                  <a:gd name="T1" fmla="*/ 0 h 58"/>
                  <a:gd name="T2" fmla="*/ 453 w 123"/>
                  <a:gd name="T3" fmla="*/ 258 h 58"/>
                  <a:gd name="T4" fmla="*/ 358 w 123"/>
                  <a:gd name="T5" fmla="*/ 235 h 58"/>
                  <a:gd name="T6" fmla="*/ 175 w 123"/>
                  <a:gd name="T7" fmla="*/ 200 h 58"/>
                  <a:gd name="T8" fmla="*/ 0 w 123"/>
                  <a:gd name="T9" fmla="*/ 109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58">
                    <a:moveTo>
                      <a:pt x="40" y="0"/>
                    </a:moveTo>
                    <a:cubicBezTo>
                      <a:pt x="58" y="7"/>
                      <a:pt x="95" y="41"/>
                      <a:pt x="123" y="57"/>
                    </a:cubicBezTo>
                    <a:cubicBezTo>
                      <a:pt x="115" y="58"/>
                      <a:pt x="105" y="54"/>
                      <a:pt x="97" y="52"/>
                    </a:cubicBezTo>
                    <a:cubicBezTo>
                      <a:pt x="80" y="49"/>
                      <a:pt x="64" y="48"/>
                      <a:pt x="47" y="44"/>
                    </a:cubicBezTo>
                    <a:cubicBezTo>
                      <a:pt x="30" y="41"/>
                      <a:pt x="14" y="34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3" name="Freeform 4156">
                <a:extLst>
                  <a:ext uri="{FF2B5EF4-FFF2-40B4-BE49-F238E27FC236}">
                    <a16:creationId xmlns:a16="http://schemas.microsoft.com/office/drawing/2014/main" id="{92BD70EC-B1F6-4695-8D29-757BE102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350"/>
                <a:ext cx="133" cy="112"/>
              </a:xfrm>
              <a:custGeom>
                <a:avLst/>
                <a:gdLst>
                  <a:gd name="T0" fmla="*/ 5 w 86"/>
                  <a:gd name="T1" fmla="*/ 0 h 68"/>
                  <a:gd name="T2" fmla="*/ 150 w 86"/>
                  <a:gd name="T3" fmla="*/ 109 h 68"/>
                  <a:gd name="T4" fmla="*/ 319 w 86"/>
                  <a:gd name="T5" fmla="*/ 282 h 68"/>
                  <a:gd name="T6" fmla="*/ 136 w 86"/>
                  <a:gd name="T7" fmla="*/ 296 h 68"/>
                  <a:gd name="T8" fmla="*/ 0 w 86"/>
                  <a:gd name="T9" fmla="*/ 23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68">
                    <a:moveTo>
                      <a:pt x="1" y="0"/>
                    </a:moveTo>
                    <a:cubicBezTo>
                      <a:pt x="15" y="5"/>
                      <a:pt x="28" y="15"/>
                      <a:pt x="41" y="24"/>
                    </a:cubicBezTo>
                    <a:cubicBezTo>
                      <a:pt x="55" y="33"/>
                      <a:pt x="80" y="47"/>
                      <a:pt x="86" y="63"/>
                    </a:cubicBezTo>
                    <a:cubicBezTo>
                      <a:pt x="71" y="58"/>
                      <a:pt x="53" y="68"/>
                      <a:pt x="37" y="66"/>
                    </a:cubicBezTo>
                    <a:cubicBezTo>
                      <a:pt x="23" y="64"/>
                      <a:pt x="13" y="54"/>
                      <a:pt x="0" y="5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Freeform 4157">
                <a:extLst>
                  <a:ext uri="{FF2B5EF4-FFF2-40B4-BE49-F238E27FC236}">
                    <a16:creationId xmlns:a16="http://schemas.microsoft.com/office/drawing/2014/main" id="{3337E028-4D4B-47D9-A9D1-38BE1A9A8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2393"/>
                <a:ext cx="170" cy="129"/>
              </a:xfrm>
              <a:custGeom>
                <a:avLst/>
                <a:gdLst>
                  <a:gd name="T0" fmla="*/ 14 w 110"/>
                  <a:gd name="T1" fmla="*/ 0 h 78"/>
                  <a:gd name="T2" fmla="*/ 236 w 110"/>
                  <a:gd name="T3" fmla="*/ 172 h 78"/>
                  <a:gd name="T4" fmla="*/ 406 w 110"/>
                  <a:gd name="T5" fmla="*/ 352 h 78"/>
                  <a:gd name="T6" fmla="*/ 318 w 110"/>
                  <a:gd name="T7" fmla="*/ 339 h 78"/>
                  <a:gd name="T8" fmla="*/ 114 w 110"/>
                  <a:gd name="T9" fmla="*/ 179 h 78"/>
                  <a:gd name="T10" fmla="*/ 0 w 110"/>
                  <a:gd name="T11" fmla="*/ 13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78">
                    <a:moveTo>
                      <a:pt x="4" y="0"/>
                    </a:moveTo>
                    <a:cubicBezTo>
                      <a:pt x="26" y="9"/>
                      <a:pt x="45" y="23"/>
                      <a:pt x="64" y="38"/>
                    </a:cubicBezTo>
                    <a:cubicBezTo>
                      <a:pt x="80" y="50"/>
                      <a:pt x="100" y="59"/>
                      <a:pt x="110" y="78"/>
                    </a:cubicBezTo>
                    <a:cubicBezTo>
                      <a:pt x="102" y="76"/>
                      <a:pt x="94" y="77"/>
                      <a:pt x="86" y="75"/>
                    </a:cubicBezTo>
                    <a:cubicBezTo>
                      <a:pt x="66" y="70"/>
                      <a:pt x="46" y="53"/>
                      <a:pt x="31" y="39"/>
                    </a:cubicBezTo>
                    <a:cubicBezTo>
                      <a:pt x="20" y="29"/>
                      <a:pt x="13" y="9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5" name="Freeform 4158">
                <a:extLst>
                  <a:ext uri="{FF2B5EF4-FFF2-40B4-BE49-F238E27FC236}">
                    <a16:creationId xmlns:a16="http://schemas.microsoft.com/office/drawing/2014/main" id="{DD44409E-EF7C-4A69-B6B3-ADB1E5C9E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2447"/>
                <a:ext cx="173" cy="78"/>
              </a:xfrm>
              <a:custGeom>
                <a:avLst/>
                <a:gdLst>
                  <a:gd name="T0" fmla="*/ 0 w 112"/>
                  <a:gd name="T1" fmla="*/ 0 h 47"/>
                  <a:gd name="T2" fmla="*/ 280 w 112"/>
                  <a:gd name="T3" fmla="*/ 166 h 47"/>
                  <a:gd name="T4" fmla="*/ 412 w 112"/>
                  <a:gd name="T5" fmla="*/ 18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47">
                    <a:moveTo>
                      <a:pt x="0" y="0"/>
                    </a:moveTo>
                    <a:cubicBezTo>
                      <a:pt x="26" y="11"/>
                      <a:pt x="49" y="26"/>
                      <a:pt x="76" y="36"/>
                    </a:cubicBezTo>
                    <a:cubicBezTo>
                      <a:pt x="84" y="39"/>
                      <a:pt x="105" y="47"/>
                      <a:pt x="112" y="4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6" name="Freeform 4159">
                <a:extLst>
                  <a:ext uri="{FF2B5EF4-FFF2-40B4-BE49-F238E27FC236}">
                    <a16:creationId xmlns:a16="http://schemas.microsoft.com/office/drawing/2014/main" id="{57C11182-B7BF-45AD-B67B-778F97EB6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461"/>
                <a:ext cx="203" cy="66"/>
              </a:xfrm>
              <a:custGeom>
                <a:avLst/>
                <a:gdLst>
                  <a:gd name="T0" fmla="*/ 488 w 131"/>
                  <a:gd name="T1" fmla="*/ 144 h 40"/>
                  <a:gd name="T2" fmla="*/ 141 w 131"/>
                  <a:gd name="T3" fmla="*/ 104 h 40"/>
                  <a:gd name="T4" fmla="*/ 0 w 13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1" h="40">
                    <a:moveTo>
                      <a:pt x="131" y="32"/>
                    </a:moveTo>
                    <a:cubicBezTo>
                      <a:pt x="101" y="40"/>
                      <a:pt x="65" y="40"/>
                      <a:pt x="38" y="23"/>
                    </a:cubicBezTo>
                    <a:cubicBezTo>
                      <a:pt x="26" y="16"/>
                      <a:pt x="14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7" name="Freeform 4160">
                <a:extLst>
                  <a:ext uri="{FF2B5EF4-FFF2-40B4-BE49-F238E27FC236}">
                    <a16:creationId xmlns:a16="http://schemas.microsoft.com/office/drawing/2014/main" id="{CBC126EC-AD7C-49C6-BC4A-51519705F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2469"/>
                <a:ext cx="173" cy="171"/>
              </a:xfrm>
              <a:custGeom>
                <a:avLst/>
                <a:gdLst>
                  <a:gd name="T0" fmla="*/ 0 w 112"/>
                  <a:gd name="T1" fmla="*/ 0 h 104"/>
                  <a:gd name="T2" fmla="*/ 82 w 112"/>
                  <a:gd name="T3" fmla="*/ 49 h 104"/>
                  <a:gd name="T4" fmla="*/ 222 w 112"/>
                  <a:gd name="T5" fmla="*/ 179 h 104"/>
                  <a:gd name="T6" fmla="*/ 412 w 112"/>
                  <a:gd name="T7" fmla="*/ 457 h 104"/>
                  <a:gd name="T8" fmla="*/ 327 w 112"/>
                  <a:gd name="T9" fmla="*/ 406 h 104"/>
                  <a:gd name="T10" fmla="*/ 192 w 112"/>
                  <a:gd name="T11" fmla="*/ 298 h 104"/>
                  <a:gd name="T12" fmla="*/ 48 w 112"/>
                  <a:gd name="T13" fmla="*/ 133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104">
                    <a:moveTo>
                      <a:pt x="0" y="0"/>
                    </a:moveTo>
                    <a:cubicBezTo>
                      <a:pt x="6" y="6"/>
                      <a:pt x="15" y="7"/>
                      <a:pt x="22" y="11"/>
                    </a:cubicBezTo>
                    <a:cubicBezTo>
                      <a:pt x="36" y="18"/>
                      <a:pt x="49" y="29"/>
                      <a:pt x="60" y="40"/>
                    </a:cubicBezTo>
                    <a:cubicBezTo>
                      <a:pt x="80" y="57"/>
                      <a:pt x="100" y="80"/>
                      <a:pt x="112" y="103"/>
                    </a:cubicBezTo>
                    <a:cubicBezTo>
                      <a:pt x="105" y="104"/>
                      <a:pt x="95" y="95"/>
                      <a:pt x="89" y="91"/>
                    </a:cubicBezTo>
                    <a:cubicBezTo>
                      <a:pt x="76" y="83"/>
                      <a:pt x="64" y="76"/>
                      <a:pt x="52" y="67"/>
                    </a:cubicBezTo>
                    <a:cubicBezTo>
                      <a:pt x="37" y="56"/>
                      <a:pt x="26" y="42"/>
                      <a:pt x="13" y="3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Freeform 4161">
                <a:extLst>
                  <a:ext uri="{FF2B5EF4-FFF2-40B4-BE49-F238E27FC236}">
                    <a16:creationId xmlns:a16="http://schemas.microsoft.com/office/drawing/2014/main" id="{BF0A16B1-BC2F-4D86-B965-A945FCE83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2487"/>
                <a:ext cx="93" cy="110"/>
              </a:xfrm>
              <a:custGeom>
                <a:avLst/>
                <a:gdLst>
                  <a:gd name="T0" fmla="*/ 0 w 60"/>
                  <a:gd name="T1" fmla="*/ 0 h 67"/>
                  <a:gd name="T2" fmla="*/ 223 w 60"/>
                  <a:gd name="T3" fmla="*/ 297 h 67"/>
                  <a:gd name="T4" fmla="*/ 14 w 60"/>
                  <a:gd name="T5" fmla="*/ 172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7">
                    <a:moveTo>
                      <a:pt x="0" y="0"/>
                    </a:moveTo>
                    <a:cubicBezTo>
                      <a:pt x="23" y="13"/>
                      <a:pt x="57" y="38"/>
                      <a:pt x="60" y="67"/>
                    </a:cubicBezTo>
                    <a:cubicBezTo>
                      <a:pt x="48" y="55"/>
                      <a:pt x="20" y="44"/>
                      <a:pt x="4" y="39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9" name="Freeform 4162">
                <a:extLst>
                  <a:ext uri="{FF2B5EF4-FFF2-40B4-BE49-F238E27FC236}">
                    <a16:creationId xmlns:a16="http://schemas.microsoft.com/office/drawing/2014/main" id="{679B9EFA-D5E1-4BB3-ADDD-0824C1B1A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589"/>
                <a:ext cx="51" cy="79"/>
              </a:xfrm>
              <a:custGeom>
                <a:avLst/>
                <a:gdLst>
                  <a:gd name="T0" fmla="*/ 96 w 33"/>
                  <a:gd name="T1" fmla="*/ 0 h 48"/>
                  <a:gd name="T2" fmla="*/ 122 w 33"/>
                  <a:gd name="T3" fmla="*/ 214 h 48"/>
                  <a:gd name="T4" fmla="*/ 0 w 33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26" y="0"/>
                    </a:moveTo>
                    <a:cubicBezTo>
                      <a:pt x="30" y="16"/>
                      <a:pt x="32" y="32"/>
                      <a:pt x="33" y="48"/>
                    </a:cubicBezTo>
                    <a:cubicBezTo>
                      <a:pt x="23" y="34"/>
                      <a:pt x="9" y="18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0" name="Freeform 4163">
                <a:extLst>
                  <a:ext uri="{FF2B5EF4-FFF2-40B4-BE49-F238E27FC236}">
                    <a16:creationId xmlns:a16="http://schemas.microsoft.com/office/drawing/2014/main" id="{4C746948-DE57-46CC-A40D-31FFD0620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665"/>
                <a:ext cx="20" cy="23"/>
              </a:xfrm>
              <a:custGeom>
                <a:avLst/>
                <a:gdLst>
                  <a:gd name="T0" fmla="*/ 48 w 13"/>
                  <a:gd name="T1" fmla="*/ 62 h 14"/>
                  <a:gd name="T2" fmla="*/ 0 w 1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9" y="11"/>
                      <a:pt x="4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1" name="Freeform 4164">
                <a:extLst>
                  <a:ext uri="{FF2B5EF4-FFF2-40B4-BE49-F238E27FC236}">
                    <a16:creationId xmlns:a16="http://schemas.microsoft.com/office/drawing/2014/main" id="{35B3CA8B-CF82-4D8A-A0D3-FAAF06F11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678"/>
                <a:ext cx="17" cy="7"/>
              </a:xfrm>
              <a:custGeom>
                <a:avLst/>
                <a:gdLst>
                  <a:gd name="T0" fmla="*/ 40 w 11"/>
                  <a:gd name="T1" fmla="*/ 21 h 4"/>
                  <a:gd name="T2" fmla="*/ 8 w 11"/>
                  <a:gd name="T3" fmla="*/ 7 h 4"/>
                  <a:gd name="T4" fmla="*/ 0 w 1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9" y="2"/>
                      <a:pt x="5" y="2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Freeform 4165">
                <a:extLst>
                  <a:ext uri="{FF2B5EF4-FFF2-40B4-BE49-F238E27FC236}">
                    <a16:creationId xmlns:a16="http://schemas.microsoft.com/office/drawing/2014/main" id="{986582FF-D7C8-4777-8147-DE745952C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811"/>
                <a:ext cx="16" cy="73"/>
              </a:xfrm>
              <a:custGeom>
                <a:avLst/>
                <a:gdLst>
                  <a:gd name="T0" fmla="*/ 0 w 10"/>
                  <a:gd name="T1" fmla="*/ 159 h 44"/>
                  <a:gd name="T2" fmla="*/ 42 w 10"/>
                  <a:gd name="T3" fmla="*/ 201 h 44"/>
                  <a:gd name="T4" fmla="*/ 5 w 10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4">
                    <a:moveTo>
                      <a:pt x="0" y="35"/>
                    </a:moveTo>
                    <a:cubicBezTo>
                      <a:pt x="3" y="38"/>
                      <a:pt x="7" y="41"/>
                      <a:pt x="10" y="44"/>
                    </a:cubicBezTo>
                    <a:cubicBezTo>
                      <a:pt x="7" y="30"/>
                      <a:pt x="4" y="15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3" name="Freeform 4166">
                <a:extLst>
                  <a:ext uri="{FF2B5EF4-FFF2-40B4-BE49-F238E27FC236}">
                    <a16:creationId xmlns:a16="http://schemas.microsoft.com/office/drawing/2014/main" id="{39155C2A-F67E-46B7-ACCF-C7763A360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680"/>
                <a:ext cx="82" cy="204"/>
              </a:xfrm>
              <a:custGeom>
                <a:avLst/>
                <a:gdLst>
                  <a:gd name="T0" fmla="*/ 175 w 53"/>
                  <a:gd name="T1" fmla="*/ 553 h 124"/>
                  <a:gd name="T2" fmla="*/ 62 w 53"/>
                  <a:gd name="T3" fmla="*/ 143 h 124"/>
                  <a:gd name="T4" fmla="*/ 0 w 53"/>
                  <a:gd name="T5" fmla="*/ 0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24">
                    <a:moveTo>
                      <a:pt x="47" y="124"/>
                    </a:moveTo>
                    <a:cubicBezTo>
                      <a:pt x="53" y="96"/>
                      <a:pt x="29" y="57"/>
                      <a:pt x="17" y="32"/>
                    </a:cubicBezTo>
                    <a:cubicBezTo>
                      <a:pt x="13" y="22"/>
                      <a:pt x="8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4" name="Freeform 4167">
                <a:extLst>
                  <a:ext uri="{FF2B5EF4-FFF2-40B4-BE49-F238E27FC236}">
                    <a16:creationId xmlns:a16="http://schemas.microsoft.com/office/drawing/2014/main" id="{A29B4E44-8445-4A29-AE09-8C5D8A3A3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665"/>
                <a:ext cx="68" cy="72"/>
              </a:xfrm>
              <a:custGeom>
                <a:avLst/>
                <a:gdLst>
                  <a:gd name="T0" fmla="*/ 0 w 44"/>
                  <a:gd name="T1" fmla="*/ 54 h 44"/>
                  <a:gd name="T2" fmla="*/ 162 w 44"/>
                  <a:gd name="T3" fmla="*/ 193 h 44"/>
                  <a:gd name="T4" fmla="*/ 76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0" y="12"/>
                    </a:moveTo>
                    <a:cubicBezTo>
                      <a:pt x="15" y="23"/>
                      <a:pt x="26" y="38"/>
                      <a:pt x="44" y="44"/>
                    </a:cubicBezTo>
                    <a:cubicBezTo>
                      <a:pt x="32" y="31"/>
                      <a:pt x="29" y="15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5" name="Freeform 4168">
                <a:extLst>
                  <a:ext uri="{FF2B5EF4-FFF2-40B4-BE49-F238E27FC236}">
                    <a16:creationId xmlns:a16="http://schemas.microsoft.com/office/drawing/2014/main" id="{3A774583-1B0F-4FF1-8AD5-EC2B1B00C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591"/>
                <a:ext cx="140" cy="207"/>
              </a:xfrm>
              <a:custGeom>
                <a:avLst/>
                <a:gdLst>
                  <a:gd name="T0" fmla="*/ 96 w 90"/>
                  <a:gd name="T1" fmla="*/ 391 h 126"/>
                  <a:gd name="T2" fmla="*/ 339 w 90"/>
                  <a:gd name="T3" fmla="*/ 559 h 126"/>
                  <a:gd name="T4" fmla="*/ 156 w 90"/>
                  <a:gd name="T5" fmla="*/ 240 h 126"/>
                  <a:gd name="T6" fmla="*/ 75 w 90"/>
                  <a:gd name="T7" fmla="*/ 95 h 126"/>
                  <a:gd name="T8" fmla="*/ 0 w 90"/>
                  <a:gd name="T9" fmla="*/ 0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26">
                    <a:moveTo>
                      <a:pt x="26" y="88"/>
                    </a:moveTo>
                    <a:cubicBezTo>
                      <a:pt x="45" y="104"/>
                      <a:pt x="64" y="123"/>
                      <a:pt x="90" y="126"/>
                    </a:cubicBezTo>
                    <a:cubicBezTo>
                      <a:pt x="74" y="101"/>
                      <a:pt x="56" y="79"/>
                      <a:pt x="41" y="54"/>
                    </a:cubicBezTo>
                    <a:cubicBezTo>
                      <a:pt x="34" y="43"/>
                      <a:pt x="27" y="31"/>
                      <a:pt x="20" y="21"/>
                    </a:cubicBezTo>
                    <a:cubicBezTo>
                      <a:pt x="14" y="13"/>
                      <a:pt x="5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Freeform 4169">
                <a:extLst>
                  <a:ext uri="{FF2B5EF4-FFF2-40B4-BE49-F238E27FC236}">
                    <a16:creationId xmlns:a16="http://schemas.microsoft.com/office/drawing/2014/main" id="{09ED5A4F-7379-439B-982D-B1B80EE85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1" y="2780"/>
                <a:ext cx="34" cy="45"/>
              </a:xfrm>
              <a:custGeom>
                <a:avLst/>
                <a:gdLst>
                  <a:gd name="T0" fmla="*/ 82 w 22"/>
                  <a:gd name="T1" fmla="*/ 125 h 27"/>
                  <a:gd name="T2" fmla="*/ 0 w 22"/>
                  <a:gd name="T3" fmla="*/ 0 h 27"/>
                  <a:gd name="T4" fmla="*/ 82 w 22"/>
                  <a:gd name="T5" fmla="*/ 4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7">
                    <a:moveTo>
                      <a:pt x="22" y="27"/>
                    </a:moveTo>
                    <a:cubicBezTo>
                      <a:pt x="14" y="19"/>
                      <a:pt x="7" y="9"/>
                      <a:pt x="0" y="0"/>
                    </a:cubicBezTo>
                    <a:cubicBezTo>
                      <a:pt x="7" y="3"/>
                      <a:pt x="14" y="6"/>
                      <a:pt x="22" y="9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7" name="Freeform 4170">
                <a:extLst>
                  <a:ext uri="{FF2B5EF4-FFF2-40B4-BE49-F238E27FC236}">
                    <a16:creationId xmlns:a16="http://schemas.microsoft.com/office/drawing/2014/main" id="{EF0AB1A1-AF06-4750-A5EA-121BD9717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9" y="2751"/>
                <a:ext cx="16" cy="1"/>
              </a:xfrm>
              <a:custGeom>
                <a:avLst/>
                <a:gdLst>
                  <a:gd name="T0" fmla="*/ 0 w 10"/>
                  <a:gd name="T1" fmla="*/ 0 h 1"/>
                  <a:gd name="T2" fmla="*/ 42 w 1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3" y="0"/>
                      <a:pt x="7" y="1"/>
                      <a:pt x="10" y="1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8" name="Freeform 4171">
                <a:extLst>
                  <a:ext uri="{FF2B5EF4-FFF2-40B4-BE49-F238E27FC236}">
                    <a16:creationId xmlns:a16="http://schemas.microsoft.com/office/drawing/2014/main" id="{6AC2D63C-0271-4558-886C-4D150F9CC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2" y="2744"/>
                <a:ext cx="11" cy="3"/>
              </a:xfrm>
              <a:custGeom>
                <a:avLst/>
                <a:gdLst>
                  <a:gd name="T0" fmla="*/ 0 w 7"/>
                  <a:gd name="T1" fmla="*/ 8 h 2"/>
                  <a:gd name="T2" fmla="*/ 27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2"/>
                      <a:pt x="4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9" name="Freeform 4172">
                <a:extLst>
                  <a:ext uri="{FF2B5EF4-FFF2-40B4-BE49-F238E27FC236}">
                    <a16:creationId xmlns:a16="http://schemas.microsoft.com/office/drawing/2014/main" id="{8A818128-68A8-473C-B453-4B3275646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2724"/>
                <a:ext cx="208" cy="112"/>
              </a:xfrm>
              <a:custGeom>
                <a:avLst/>
                <a:gdLst>
                  <a:gd name="T0" fmla="*/ 324 w 135"/>
                  <a:gd name="T1" fmla="*/ 58 h 68"/>
                  <a:gd name="T2" fmla="*/ 0 w 135"/>
                  <a:gd name="T3" fmla="*/ 49 h 68"/>
                  <a:gd name="T4" fmla="*/ 290 w 135"/>
                  <a:gd name="T5" fmla="*/ 206 h 68"/>
                  <a:gd name="T6" fmla="*/ 421 w 135"/>
                  <a:gd name="T7" fmla="*/ 282 h 68"/>
                  <a:gd name="T8" fmla="*/ 493 w 135"/>
                  <a:gd name="T9" fmla="*/ 30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68">
                    <a:moveTo>
                      <a:pt x="88" y="13"/>
                    </a:moveTo>
                    <a:cubicBezTo>
                      <a:pt x="64" y="11"/>
                      <a:pt x="23" y="0"/>
                      <a:pt x="0" y="11"/>
                    </a:cubicBezTo>
                    <a:cubicBezTo>
                      <a:pt x="26" y="23"/>
                      <a:pt x="53" y="33"/>
                      <a:pt x="79" y="46"/>
                    </a:cubicBezTo>
                    <a:cubicBezTo>
                      <a:pt x="91" y="52"/>
                      <a:pt x="103" y="58"/>
                      <a:pt x="115" y="63"/>
                    </a:cubicBezTo>
                    <a:cubicBezTo>
                      <a:pt x="121" y="66"/>
                      <a:pt x="128" y="67"/>
                      <a:pt x="135" y="68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Freeform 4173">
                <a:extLst>
                  <a:ext uri="{FF2B5EF4-FFF2-40B4-BE49-F238E27FC236}">
                    <a16:creationId xmlns:a16="http://schemas.microsoft.com/office/drawing/2014/main" id="{0A66EA17-8F5F-4845-9FF0-CA998D7D3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55"/>
                <a:ext cx="127" cy="139"/>
              </a:xfrm>
              <a:custGeom>
                <a:avLst/>
                <a:gdLst>
                  <a:gd name="T0" fmla="*/ 0 w 82"/>
                  <a:gd name="T1" fmla="*/ 0 h 84"/>
                  <a:gd name="T2" fmla="*/ 305 w 82"/>
                  <a:gd name="T3" fmla="*/ 381 h 84"/>
                  <a:gd name="T4" fmla="*/ 163 w 82"/>
                  <a:gd name="T5" fmla="*/ 8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84">
                    <a:moveTo>
                      <a:pt x="0" y="0"/>
                    </a:moveTo>
                    <a:cubicBezTo>
                      <a:pt x="10" y="41"/>
                      <a:pt x="49" y="64"/>
                      <a:pt x="82" y="84"/>
                    </a:cubicBezTo>
                    <a:cubicBezTo>
                      <a:pt x="75" y="63"/>
                      <a:pt x="61" y="18"/>
                      <a:pt x="44" y="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1" name="Freeform 4174">
                <a:extLst>
                  <a:ext uri="{FF2B5EF4-FFF2-40B4-BE49-F238E27FC236}">
                    <a16:creationId xmlns:a16="http://schemas.microsoft.com/office/drawing/2014/main" id="{E43737D1-CAC2-4220-B517-47554F092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759"/>
                <a:ext cx="204" cy="204"/>
              </a:xfrm>
              <a:custGeom>
                <a:avLst/>
                <a:gdLst>
                  <a:gd name="T0" fmla="*/ 0 w 132"/>
                  <a:gd name="T1" fmla="*/ 0 h 124"/>
                  <a:gd name="T2" fmla="*/ 198 w 132"/>
                  <a:gd name="T3" fmla="*/ 387 h 124"/>
                  <a:gd name="T4" fmla="*/ 487 w 132"/>
                  <a:gd name="T5" fmla="*/ 553 h 124"/>
                  <a:gd name="T6" fmla="*/ 318 w 132"/>
                  <a:gd name="T7" fmla="*/ 285 h 124"/>
                  <a:gd name="T8" fmla="*/ 162 w 132"/>
                  <a:gd name="T9" fmla="*/ 105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24">
                    <a:moveTo>
                      <a:pt x="0" y="0"/>
                    </a:moveTo>
                    <a:cubicBezTo>
                      <a:pt x="22" y="22"/>
                      <a:pt x="29" y="65"/>
                      <a:pt x="54" y="87"/>
                    </a:cubicBezTo>
                    <a:cubicBezTo>
                      <a:pt x="77" y="107"/>
                      <a:pt x="104" y="113"/>
                      <a:pt x="132" y="124"/>
                    </a:cubicBezTo>
                    <a:cubicBezTo>
                      <a:pt x="117" y="105"/>
                      <a:pt x="103" y="82"/>
                      <a:pt x="86" y="64"/>
                    </a:cubicBezTo>
                    <a:cubicBezTo>
                      <a:pt x="72" y="50"/>
                      <a:pt x="55" y="41"/>
                      <a:pt x="44" y="24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2" name="Freeform 4175">
                <a:extLst>
                  <a:ext uri="{FF2B5EF4-FFF2-40B4-BE49-F238E27FC236}">
                    <a16:creationId xmlns:a16="http://schemas.microsoft.com/office/drawing/2014/main" id="{26C08F14-922A-48C5-8699-9297746A7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1848"/>
                <a:ext cx="121" cy="249"/>
              </a:xfrm>
              <a:custGeom>
                <a:avLst/>
                <a:gdLst>
                  <a:gd name="T0" fmla="*/ 0 w 78"/>
                  <a:gd name="T1" fmla="*/ 0 h 151"/>
                  <a:gd name="T2" fmla="*/ 178 w 78"/>
                  <a:gd name="T3" fmla="*/ 289 h 151"/>
                  <a:gd name="T4" fmla="*/ 292 w 78"/>
                  <a:gd name="T5" fmla="*/ 678 h 151"/>
                  <a:gd name="T6" fmla="*/ 67 w 78"/>
                  <a:gd name="T7" fmla="*/ 389 h 1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151">
                    <a:moveTo>
                      <a:pt x="0" y="0"/>
                    </a:moveTo>
                    <a:cubicBezTo>
                      <a:pt x="20" y="21"/>
                      <a:pt x="37" y="36"/>
                      <a:pt x="48" y="64"/>
                    </a:cubicBezTo>
                    <a:cubicBezTo>
                      <a:pt x="59" y="92"/>
                      <a:pt x="72" y="121"/>
                      <a:pt x="78" y="151"/>
                    </a:cubicBezTo>
                    <a:cubicBezTo>
                      <a:pt x="62" y="131"/>
                      <a:pt x="30" y="110"/>
                      <a:pt x="18" y="8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3" name="Freeform 4176">
                <a:extLst>
                  <a:ext uri="{FF2B5EF4-FFF2-40B4-BE49-F238E27FC236}">
                    <a16:creationId xmlns:a16="http://schemas.microsoft.com/office/drawing/2014/main" id="{F6A2A315-A1C6-497B-9A09-21AAC1A4C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052"/>
                <a:ext cx="186" cy="203"/>
              </a:xfrm>
              <a:custGeom>
                <a:avLst/>
                <a:gdLst>
                  <a:gd name="T0" fmla="*/ 0 w 120"/>
                  <a:gd name="T1" fmla="*/ 0 h 123"/>
                  <a:gd name="T2" fmla="*/ 446 w 120"/>
                  <a:gd name="T3" fmla="*/ 553 h 123"/>
                  <a:gd name="T4" fmla="*/ 161 w 120"/>
                  <a:gd name="T5" fmla="*/ 104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23">
                    <a:moveTo>
                      <a:pt x="0" y="0"/>
                    </a:moveTo>
                    <a:cubicBezTo>
                      <a:pt x="10" y="54"/>
                      <a:pt x="77" y="95"/>
                      <a:pt x="120" y="123"/>
                    </a:cubicBezTo>
                    <a:cubicBezTo>
                      <a:pt x="103" y="86"/>
                      <a:pt x="76" y="47"/>
                      <a:pt x="43" y="23"/>
                    </a:cubicBezTo>
                  </a:path>
                </a:pathLst>
              </a:custGeom>
              <a:solidFill>
                <a:srgbClr val="FDF0EF"/>
              </a:solidFill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Freeform 4177">
                <a:extLst>
                  <a:ext uri="{FF2B5EF4-FFF2-40B4-BE49-F238E27FC236}">
                    <a16:creationId xmlns:a16="http://schemas.microsoft.com/office/drawing/2014/main" id="{08C2E882-2C2A-4B39-B831-DA2B436AB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052"/>
                <a:ext cx="186" cy="203"/>
              </a:xfrm>
              <a:custGeom>
                <a:avLst/>
                <a:gdLst>
                  <a:gd name="T0" fmla="*/ 0 w 120"/>
                  <a:gd name="T1" fmla="*/ 0 h 123"/>
                  <a:gd name="T2" fmla="*/ 446 w 120"/>
                  <a:gd name="T3" fmla="*/ 553 h 123"/>
                  <a:gd name="T4" fmla="*/ 161 w 120"/>
                  <a:gd name="T5" fmla="*/ 104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23">
                    <a:moveTo>
                      <a:pt x="0" y="0"/>
                    </a:moveTo>
                    <a:cubicBezTo>
                      <a:pt x="10" y="54"/>
                      <a:pt x="77" y="95"/>
                      <a:pt x="120" y="123"/>
                    </a:cubicBezTo>
                    <a:cubicBezTo>
                      <a:pt x="103" y="86"/>
                      <a:pt x="76" y="47"/>
                      <a:pt x="43" y="23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5" name="Freeform 4178">
                <a:extLst>
                  <a:ext uri="{FF2B5EF4-FFF2-40B4-BE49-F238E27FC236}">
                    <a16:creationId xmlns:a16="http://schemas.microsoft.com/office/drawing/2014/main" id="{29701D6D-5FFB-4F7A-A13B-89F8DDFF5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892"/>
                <a:ext cx="209" cy="130"/>
              </a:xfrm>
              <a:custGeom>
                <a:avLst/>
                <a:gdLst>
                  <a:gd name="T0" fmla="*/ 0 w 135"/>
                  <a:gd name="T1" fmla="*/ 0 h 79"/>
                  <a:gd name="T2" fmla="*/ 204 w 135"/>
                  <a:gd name="T3" fmla="*/ 295 h 79"/>
                  <a:gd name="T4" fmla="*/ 375 w 135"/>
                  <a:gd name="T5" fmla="*/ 347 h 79"/>
                  <a:gd name="T6" fmla="*/ 502 w 135"/>
                  <a:gd name="T7" fmla="*/ 344 h 79"/>
                  <a:gd name="T8" fmla="*/ 350 w 135"/>
                  <a:gd name="T9" fmla="*/ 188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79">
                    <a:moveTo>
                      <a:pt x="0" y="0"/>
                    </a:moveTo>
                    <a:cubicBezTo>
                      <a:pt x="10" y="29"/>
                      <a:pt x="27" y="52"/>
                      <a:pt x="55" y="66"/>
                    </a:cubicBezTo>
                    <a:cubicBezTo>
                      <a:pt x="69" y="72"/>
                      <a:pt x="86" y="76"/>
                      <a:pt x="101" y="78"/>
                    </a:cubicBezTo>
                    <a:cubicBezTo>
                      <a:pt x="112" y="79"/>
                      <a:pt x="124" y="74"/>
                      <a:pt x="135" y="77"/>
                    </a:cubicBezTo>
                    <a:cubicBezTo>
                      <a:pt x="124" y="64"/>
                      <a:pt x="108" y="50"/>
                      <a:pt x="94" y="4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6" name="Freeform 4179">
                <a:extLst>
                  <a:ext uri="{FF2B5EF4-FFF2-40B4-BE49-F238E27FC236}">
                    <a16:creationId xmlns:a16="http://schemas.microsoft.com/office/drawing/2014/main" id="{99E9FA77-406D-4D30-83DF-405A8B262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031"/>
                <a:ext cx="86" cy="69"/>
              </a:xfrm>
              <a:custGeom>
                <a:avLst/>
                <a:gdLst>
                  <a:gd name="T0" fmla="*/ 94 w 56"/>
                  <a:gd name="T1" fmla="*/ 173 h 42"/>
                  <a:gd name="T2" fmla="*/ 0 w 56"/>
                  <a:gd name="T3" fmla="*/ 0 h 42"/>
                  <a:gd name="T4" fmla="*/ 115 w 56"/>
                  <a:gd name="T5" fmla="*/ 89 h 42"/>
                  <a:gd name="T6" fmla="*/ 203 w 56"/>
                  <a:gd name="T7" fmla="*/ 186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2">
                    <a:moveTo>
                      <a:pt x="26" y="39"/>
                    </a:moveTo>
                    <a:cubicBezTo>
                      <a:pt x="11" y="30"/>
                      <a:pt x="10" y="12"/>
                      <a:pt x="0" y="0"/>
                    </a:cubicBezTo>
                    <a:cubicBezTo>
                      <a:pt x="9" y="7"/>
                      <a:pt x="22" y="11"/>
                      <a:pt x="32" y="20"/>
                    </a:cubicBezTo>
                    <a:cubicBezTo>
                      <a:pt x="40" y="27"/>
                      <a:pt x="48" y="36"/>
                      <a:pt x="56" y="4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7" name="Freeform 4180">
                <a:extLst>
                  <a:ext uri="{FF2B5EF4-FFF2-40B4-BE49-F238E27FC236}">
                    <a16:creationId xmlns:a16="http://schemas.microsoft.com/office/drawing/2014/main" id="{4E3DEAE2-5992-46E0-86C3-992D7B560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98"/>
                <a:ext cx="12" cy="43"/>
              </a:xfrm>
              <a:custGeom>
                <a:avLst/>
                <a:gdLst>
                  <a:gd name="T0" fmla="*/ 0 w 8"/>
                  <a:gd name="T1" fmla="*/ 0 h 26"/>
                  <a:gd name="T2" fmla="*/ 27 w 8"/>
                  <a:gd name="T3" fmla="*/ 117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cubicBezTo>
                      <a:pt x="3" y="9"/>
                      <a:pt x="3" y="19"/>
                      <a:pt x="8" y="2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Freeform 4181">
                <a:extLst>
                  <a:ext uri="{FF2B5EF4-FFF2-40B4-BE49-F238E27FC236}">
                    <a16:creationId xmlns:a16="http://schemas.microsoft.com/office/drawing/2014/main" id="{CB33F773-1AC9-466E-A471-CDAE45AA9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106"/>
                <a:ext cx="133" cy="40"/>
              </a:xfrm>
              <a:custGeom>
                <a:avLst/>
                <a:gdLst>
                  <a:gd name="T0" fmla="*/ 0 w 86"/>
                  <a:gd name="T1" fmla="*/ 0 h 24"/>
                  <a:gd name="T2" fmla="*/ 224 w 86"/>
                  <a:gd name="T3" fmla="*/ 62 h 24"/>
                  <a:gd name="T4" fmla="*/ 319 w 86"/>
                  <a:gd name="T5" fmla="*/ 11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24">
                    <a:moveTo>
                      <a:pt x="0" y="0"/>
                    </a:moveTo>
                    <a:cubicBezTo>
                      <a:pt x="19" y="7"/>
                      <a:pt x="41" y="5"/>
                      <a:pt x="61" y="13"/>
                    </a:cubicBezTo>
                    <a:cubicBezTo>
                      <a:pt x="69" y="16"/>
                      <a:pt x="77" y="21"/>
                      <a:pt x="86" y="24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9" name="Freeform 4182">
                <a:extLst>
                  <a:ext uri="{FF2B5EF4-FFF2-40B4-BE49-F238E27FC236}">
                    <a16:creationId xmlns:a16="http://schemas.microsoft.com/office/drawing/2014/main" id="{C8E8974B-BE97-43C3-88E0-4C4B0BDC2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2022"/>
                <a:ext cx="61" cy="124"/>
              </a:xfrm>
              <a:custGeom>
                <a:avLst/>
                <a:gdLst>
                  <a:gd name="T0" fmla="*/ 95 w 39"/>
                  <a:gd name="T1" fmla="*/ 339 h 75"/>
                  <a:gd name="T2" fmla="*/ 0 w 39"/>
                  <a:gd name="T3" fmla="*/ 0 h 75"/>
                  <a:gd name="T4" fmla="*/ 149 w 39"/>
                  <a:gd name="T5" fmla="*/ 145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5">
                    <a:moveTo>
                      <a:pt x="25" y="75"/>
                    </a:moveTo>
                    <a:cubicBezTo>
                      <a:pt x="7" y="54"/>
                      <a:pt x="2" y="27"/>
                      <a:pt x="0" y="0"/>
                    </a:cubicBezTo>
                    <a:cubicBezTo>
                      <a:pt x="19" y="9"/>
                      <a:pt x="24" y="22"/>
                      <a:pt x="39" y="3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0" name="Freeform 4183">
                <a:extLst>
                  <a:ext uri="{FF2B5EF4-FFF2-40B4-BE49-F238E27FC236}">
                    <a16:creationId xmlns:a16="http://schemas.microsoft.com/office/drawing/2014/main" id="{B3010132-EBC0-4375-9D1C-AFA03F208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955"/>
                <a:ext cx="148" cy="181"/>
              </a:xfrm>
              <a:custGeom>
                <a:avLst/>
                <a:gdLst>
                  <a:gd name="T0" fmla="*/ 0 w 96"/>
                  <a:gd name="T1" fmla="*/ 0 h 110"/>
                  <a:gd name="T2" fmla="*/ 194 w 96"/>
                  <a:gd name="T3" fmla="*/ 311 h 110"/>
                  <a:gd name="T4" fmla="*/ 304 w 96"/>
                  <a:gd name="T5" fmla="*/ 423 h 110"/>
                  <a:gd name="T6" fmla="*/ 352 w 96"/>
                  <a:gd name="T7" fmla="*/ 49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10">
                    <a:moveTo>
                      <a:pt x="0" y="0"/>
                    </a:moveTo>
                    <a:cubicBezTo>
                      <a:pt x="9" y="29"/>
                      <a:pt x="31" y="52"/>
                      <a:pt x="53" y="70"/>
                    </a:cubicBezTo>
                    <a:cubicBezTo>
                      <a:pt x="64" y="78"/>
                      <a:pt x="74" y="84"/>
                      <a:pt x="83" y="95"/>
                    </a:cubicBezTo>
                    <a:cubicBezTo>
                      <a:pt x="87" y="100"/>
                      <a:pt x="91" y="109"/>
                      <a:pt x="96" y="11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1" name="Freeform 4184">
                <a:extLst>
                  <a:ext uri="{FF2B5EF4-FFF2-40B4-BE49-F238E27FC236}">
                    <a16:creationId xmlns:a16="http://schemas.microsoft.com/office/drawing/2014/main" id="{D8AA145A-3A31-4410-A637-5702FA570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592"/>
                <a:ext cx="26" cy="58"/>
              </a:xfrm>
              <a:custGeom>
                <a:avLst/>
                <a:gdLst>
                  <a:gd name="T0" fmla="*/ 0 w 17"/>
                  <a:gd name="T1" fmla="*/ 0 h 35"/>
                  <a:gd name="T2" fmla="*/ 40 w 17"/>
                  <a:gd name="T3" fmla="*/ 85 h 35"/>
                  <a:gd name="T4" fmla="*/ 57 w 17"/>
                  <a:gd name="T5" fmla="*/ 14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5">
                    <a:moveTo>
                      <a:pt x="0" y="0"/>
                    </a:moveTo>
                    <a:cubicBezTo>
                      <a:pt x="3" y="7"/>
                      <a:pt x="8" y="13"/>
                      <a:pt x="11" y="19"/>
                    </a:cubicBezTo>
                    <a:cubicBezTo>
                      <a:pt x="12" y="21"/>
                      <a:pt x="17" y="35"/>
                      <a:pt x="16" y="31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Freeform 4185">
                <a:extLst>
                  <a:ext uri="{FF2B5EF4-FFF2-40B4-BE49-F238E27FC236}">
                    <a16:creationId xmlns:a16="http://schemas.microsoft.com/office/drawing/2014/main" id="{0CBE3AB9-4563-4542-86EB-DB9A0321F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5" y="2517"/>
                <a:ext cx="167" cy="113"/>
              </a:xfrm>
              <a:custGeom>
                <a:avLst/>
                <a:gdLst>
                  <a:gd name="T0" fmla="*/ 66 w 108"/>
                  <a:gd name="T1" fmla="*/ 0 h 69"/>
                  <a:gd name="T2" fmla="*/ 271 w 108"/>
                  <a:gd name="T3" fmla="*/ 131 h 69"/>
                  <a:gd name="T4" fmla="*/ 399 w 108"/>
                  <a:gd name="T5" fmla="*/ 303 h 69"/>
                  <a:gd name="T6" fmla="*/ 266 w 108"/>
                  <a:gd name="T7" fmla="*/ 228 h 69"/>
                  <a:gd name="T8" fmla="*/ 82 w 108"/>
                  <a:gd name="T9" fmla="*/ 126 h 69"/>
                  <a:gd name="T10" fmla="*/ 0 w 108"/>
                  <a:gd name="T11" fmla="*/ 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69">
                    <a:moveTo>
                      <a:pt x="18" y="0"/>
                    </a:moveTo>
                    <a:cubicBezTo>
                      <a:pt x="38" y="8"/>
                      <a:pt x="56" y="17"/>
                      <a:pt x="73" y="30"/>
                    </a:cubicBezTo>
                    <a:cubicBezTo>
                      <a:pt x="85" y="39"/>
                      <a:pt x="104" y="54"/>
                      <a:pt x="108" y="69"/>
                    </a:cubicBezTo>
                    <a:cubicBezTo>
                      <a:pt x="96" y="65"/>
                      <a:pt x="84" y="58"/>
                      <a:pt x="72" y="52"/>
                    </a:cubicBezTo>
                    <a:cubicBezTo>
                      <a:pt x="56" y="45"/>
                      <a:pt x="36" y="40"/>
                      <a:pt x="22" y="29"/>
                    </a:cubicBezTo>
                    <a:cubicBezTo>
                      <a:pt x="12" y="21"/>
                      <a:pt x="5" y="1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3" name="Freeform 4186">
                <a:extLst>
                  <a:ext uri="{FF2B5EF4-FFF2-40B4-BE49-F238E27FC236}">
                    <a16:creationId xmlns:a16="http://schemas.microsoft.com/office/drawing/2014/main" id="{AECF0F17-F7DF-4F63-B137-8C40E3CF0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2604"/>
                <a:ext cx="14" cy="1"/>
              </a:xfrm>
              <a:custGeom>
                <a:avLst/>
                <a:gdLst>
                  <a:gd name="T0" fmla="*/ 0 w 9"/>
                  <a:gd name="T1" fmla="*/ 0 h 1"/>
                  <a:gd name="T2" fmla="*/ 34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4" name="Freeform 4187">
                <a:extLst>
                  <a:ext uri="{FF2B5EF4-FFF2-40B4-BE49-F238E27FC236}">
                    <a16:creationId xmlns:a16="http://schemas.microsoft.com/office/drawing/2014/main" id="{53349E78-D1D2-4D00-9A90-E7D63A92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0" y="2625"/>
                <a:ext cx="5" cy="15"/>
              </a:xfrm>
              <a:custGeom>
                <a:avLst/>
                <a:gdLst>
                  <a:gd name="T0" fmla="*/ 0 w 3"/>
                  <a:gd name="T1" fmla="*/ 0 h 9"/>
                  <a:gd name="T2" fmla="*/ 13 w 3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3"/>
                      <a:pt x="2" y="6"/>
                      <a:pt x="3" y="9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5" name="Freeform 4188">
                <a:extLst>
                  <a:ext uri="{FF2B5EF4-FFF2-40B4-BE49-F238E27FC236}">
                    <a16:creationId xmlns:a16="http://schemas.microsoft.com/office/drawing/2014/main" id="{30C22744-7C37-42FB-8034-3A547449C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8" y="2573"/>
                <a:ext cx="127" cy="141"/>
              </a:xfrm>
              <a:custGeom>
                <a:avLst/>
                <a:gdLst>
                  <a:gd name="T0" fmla="*/ 0 w 82"/>
                  <a:gd name="T1" fmla="*/ 0 h 86"/>
                  <a:gd name="T2" fmla="*/ 252 w 82"/>
                  <a:gd name="T3" fmla="*/ 303 h 86"/>
                  <a:gd name="T4" fmla="*/ 305 w 82"/>
                  <a:gd name="T5" fmla="*/ 379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86">
                    <a:moveTo>
                      <a:pt x="0" y="0"/>
                    </a:moveTo>
                    <a:cubicBezTo>
                      <a:pt x="13" y="31"/>
                      <a:pt x="49" y="43"/>
                      <a:pt x="68" y="69"/>
                    </a:cubicBezTo>
                    <a:cubicBezTo>
                      <a:pt x="73" y="75"/>
                      <a:pt x="77" y="81"/>
                      <a:pt x="82" y="8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Freeform 4189">
                <a:extLst>
                  <a:ext uri="{FF2B5EF4-FFF2-40B4-BE49-F238E27FC236}">
                    <a16:creationId xmlns:a16="http://schemas.microsoft.com/office/drawing/2014/main" id="{F68EB8B6-E9E5-452C-BB1B-E273955F5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2742"/>
                <a:ext cx="61" cy="42"/>
              </a:xfrm>
              <a:custGeom>
                <a:avLst/>
                <a:gdLst>
                  <a:gd name="T0" fmla="*/ 142 w 40"/>
                  <a:gd name="T1" fmla="*/ 20 h 25"/>
                  <a:gd name="T2" fmla="*/ 0 w 40"/>
                  <a:gd name="T3" fmla="*/ 13 h 25"/>
                  <a:gd name="T4" fmla="*/ 101 w 40"/>
                  <a:gd name="T5" fmla="*/ 11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40" y="4"/>
                    </a:moveTo>
                    <a:cubicBezTo>
                      <a:pt x="31" y="2"/>
                      <a:pt x="8" y="0"/>
                      <a:pt x="0" y="3"/>
                    </a:cubicBezTo>
                    <a:cubicBezTo>
                      <a:pt x="10" y="10"/>
                      <a:pt x="19" y="20"/>
                      <a:pt x="28" y="25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7" name="Freeform 4190">
                <a:extLst>
                  <a:ext uri="{FF2B5EF4-FFF2-40B4-BE49-F238E27FC236}">
                    <a16:creationId xmlns:a16="http://schemas.microsoft.com/office/drawing/2014/main" id="{11C2A125-D253-4DE3-BF6F-D06EAAC72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2599"/>
                <a:ext cx="176" cy="143"/>
              </a:xfrm>
              <a:custGeom>
                <a:avLst/>
                <a:gdLst>
                  <a:gd name="T0" fmla="*/ 0 w 114"/>
                  <a:gd name="T1" fmla="*/ 0 h 87"/>
                  <a:gd name="T2" fmla="*/ 150 w 114"/>
                  <a:gd name="T3" fmla="*/ 71 h 87"/>
                  <a:gd name="T4" fmla="*/ 284 w 114"/>
                  <a:gd name="T5" fmla="*/ 230 h 87"/>
                  <a:gd name="T6" fmla="*/ 386 w 114"/>
                  <a:gd name="T7" fmla="*/ 330 h 87"/>
                  <a:gd name="T8" fmla="*/ 408 w 114"/>
                  <a:gd name="T9" fmla="*/ 368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87">
                    <a:moveTo>
                      <a:pt x="0" y="0"/>
                    </a:moveTo>
                    <a:cubicBezTo>
                      <a:pt x="14" y="6"/>
                      <a:pt x="28" y="7"/>
                      <a:pt x="41" y="16"/>
                    </a:cubicBezTo>
                    <a:cubicBezTo>
                      <a:pt x="55" y="27"/>
                      <a:pt x="62" y="42"/>
                      <a:pt x="77" y="52"/>
                    </a:cubicBezTo>
                    <a:cubicBezTo>
                      <a:pt x="88" y="59"/>
                      <a:pt x="97" y="65"/>
                      <a:pt x="105" y="74"/>
                    </a:cubicBezTo>
                    <a:cubicBezTo>
                      <a:pt x="107" y="76"/>
                      <a:pt x="114" y="87"/>
                      <a:pt x="111" y="83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8" name="Freeform 4191">
                <a:extLst>
                  <a:ext uri="{FF2B5EF4-FFF2-40B4-BE49-F238E27FC236}">
                    <a16:creationId xmlns:a16="http://schemas.microsoft.com/office/drawing/2014/main" id="{CAC1DEF9-5C6C-440D-AF54-B648C21A2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2523"/>
                <a:ext cx="126" cy="172"/>
              </a:xfrm>
              <a:custGeom>
                <a:avLst/>
                <a:gdLst>
                  <a:gd name="T0" fmla="*/ 0 w 82"/>
                  <a:gd name="T1" fmla="*/ 5 h 104"/>
                  <a:gd name="T2" fmla="*/ 207 w 82"/>
                  <a:gd name="T3" fmla="*/ 227 h 104"/>
                  <a:gd name="T4" fmla="*/ 283 w 82"/>
                  <a:gd name="T5" fmla="*/ 367 h 104"/>
                  <a:gd name="T6" fmla="*/ 298 w 82"/>
                  <a:gd name="T7" fmla="*/ 470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04">
                    <a:moveTo>
                      <a:pt x="0" y="1"/>
                    </a:moveTo>
                    <a:cubicBezTo>
                      <a:pt x="33" y="0"/>
                      <a:pt x="41" y="28"/>
                      <a:pt x="57" y="50"/>
                    </a:cubicBezTo>
                    <a:cubicBezTo>
                      <a:pt x="65" y="61"/>
                      <a:pt x="73" y="69"/>
                      <a:pt x="78" y="81"/>
                    </a:cubicBezTo>
                    <a:cubicBezTo>
                      <a:pt x="81" y="88"/>
                      <a:pt x="81" y="100"/>
                      <a:pt x="82" y="104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9" name="Freeform 4192">
                <a:extLst>
                  <a:ext uri="{FF2B5EF4-FFF2-40B4-BE49-F238E27FC236}">
                    <a16:creationId xmlns:a16="http://schemas.microsoft.com/office/drawing/2014/main" id="{A8114E78-0A0B-4F72-91FC-F1843C1B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9" y="2548"/>
                <a:ext cx="201" cy="115"/>
              </a:xfrm>
              <a:custGeom>
                <a:avLst/>
                <a:gdLst>
                  <a:gd name="T0" fmla="*/ 0 w 130"/>
                  <a:gd name="T1" fmla="*/ 0 h 70"/>
                  <a:gd name="T2" fmla="*/ 122 w 130"/>
                  <a:gd name="T3" fmla="*/ 102 h 70"/>
                  <a:gd name="T4" fmla="*/ 314 w 130"/>
                  <a:gd name="T5" fmla="*/ 240 h 70"/>
                  <a:gd name="T6" fmla="*/ 428 w 130"/>
                  <a:gd name="T7" fmla="*/ 297 h 70"/>
                  <a:gd name="T8" fmla="*/ 481 w 130"/>
                  <a:gd name="T9" fmla="*/ 311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70">
                    <a:moveTo>
                      <a:pt x="0" y="0"/>
                    </a:moveTo>
                    <a:cubicBezTo>
                      <a:pt x="12" y="8"/>
                      <a:pt x="20" y="17"/>
                      <a:pt x="33" y="23"/>
                    </a:cubicBezTo>
                    <a:cubicBezTo>
                      <a:pt x="53" y="31"/>
                      <a:pt x="66" y="47"/>
                      <a:pt x="85" y="54"/>
                    </a:cubicBezTo>
                    <a:cubicBezTo>
                      <a:pt x="95" y="58"/>
                      <a:pt x="106" y="64"/>
                      <a:pt x="116" y="67"/>
                    </a:cubicBezTo>
                    <a:cubicBezTo>
                      <a:pt x="121" y="69"/>
                      <a:pt x="126" y="68"/>
                      <a:pt x="130" y="7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Freeform 4193">
                <a:extLst>
                  <a:ext uri="{FF2B5EF4-FFF2-40B4-BE49-F238E27FC236}">
                    <a16:creationId xmlns:a16="http://schemas.microsoft.com/office/drawing/2014/main" id="{105670C1-4FA2-47E8-BDEE-A788094DB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3" y="2609"/>
                <a:ext cx="98" cy="127"/>
              </a:xfrm>
              <a:custGeom>
                <a:avLst/>
                <a:gdLst>
                  <a:gd name="T0" fmla="*/ 0 w 64"/>
                  <a:gd name="T1" fmla="*/ 0 h 77"/>
                  <a:gd name="T2" fmla="*/ 150 w 64"/>
                  <a:gd name="T3" fmla="*/ 229 h 77"/>
                  <a:gd name="T4" fmla="*/ 211 w 64"/>
                  <a:gd name="T5" fmla="*/ 310 h 77"/>
                  <a:gd name="T6" fmla="*/ 230 w 64"/>
                  <a:gd name="T7" fmla="*/ 345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77">
                    <a:moveTo>
                      <a:pt x="0" y="0"/>
                    </a:moveTo>
                    <a:cubicBezTo>
                      <a:pt x="13" y="21"/>
                      <a:pt x="22" y="37"/>
                      <a:pt x="42" y="51"/>
                    </a:cubicBezTo>
                    <a:cubicBezTo>
                      <a:pt x="50" y="56"/>
                      <a:pt x="55" y="61"/>
                      <a:pt x="59" y="69"/>
                    </a:cubicBezTo>
                    <a:cubicBezTo>
                      <a:pt x="61" y="72"/>
                      <a:pt x="64" y="77"/>
                      <a:pt x="64" y="7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1" name="Freeform 4194">
                <a:extLst>
                  <a:ext uri="{FF2B5EF4-FFF2-40B4-BE49-F238E27FC236}">
                    <a16:creationId xmlns:a16="http://schemas.microsoft.com/office/drawing/2014/main" id="{2A9A5EE7-F58B-42AE-89AA-10D5E2CFD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7" y="3688"/>
                <a:ext cx="59" cy="152"/>
              </a:xfrm>
              <a:custGeom>
                <a:avLst/>
                <a:gdLst>
                  <a:gd name="T0" fmla="*/ 143 w 38"/>
                  <a:gd name="T1" fmla="*/ 415 h 92"/>
                  <a:gd name="T2" fmla="*/ 121 w 38"/>
                  <a:gd name="T3" fmla="*/ 388 h 92"/>
                  <a:gd name="T4" fmla="*/ 30 w 38"/>
                  <a:gd name="T5" fmla="*/ 180 h 92"/>
                  <a:gd name="T6" fmla="*/ 0 w 38"/>
                  <a:gd name="T7" fmla="*/ 0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92">
                    <a:moveTo>
                      <a:pt x="38" y="92"/>
                    </a:moveTo>
                    <a:cubicBezTo>
                      <a:pt x="36" y="90"/>
                      <a:pt x="34" y="88"/>
                      <a:pt x="32" y="86"/>
                    </a:cubicBezTo>
                    <a:cubicBezTo>
                      <a:pt x="21" y="74"/>
                      <a:pt x="14" y="55"/>
                      <a:pt x="8" y="40"/>
                    </a:cubicBezTo>
                    <a:cubicBezTo>
                      <a:pt x="3" y="26"/>
                      <a:pt x="2" y="1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2" name="Freeform 4195">
                <a:extLst>
                  <a:ext uri="{FF2B5EF4-FFF2-40B4-BE49-F238E27FC236}">
                    <a16:creationId xmlns:a16="http://schemas.microsoft.com/office/drawing/2014/main" id="{BBE76917-ECB8-4B14-A100-831F3C638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3723"/>
                <a:ext cx="40" cy="115"/>
              </a:xfrm>
              <a:custGeom>
                <a:avLst/>
                <a:gdLst>
                  <a:gd name="T0" fmla="*/ 0 w 26"/>
                  <a:gd name="T1" fmla="*/ 0 h 70"/>
                  <a:gd name="T2" fmla="*/ 62 w 26"/>
                  <a:gd name="T3" fmla="*/ 159 h 70"/>
                  <a:gd name="T4" fmla="*/ 88 w 26"/>
                  <a:gd name="T5" fmla="*/ 276 h 70"/>
                  <a:gd name="T6" fmla="*/ 95 w 26"/>
                  <a:gd name="T7" fmla="*/ 311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70">
                    <a:moveTo>
                      <a:pt x="0" y="0"/>
                    </a:moveTo>
                    <a:cubicBezTo>
                      <a:pt x="9" y="8"/>
                      <a:pt x="14" y="25"/>
                      <a:pt x="17" y="36"/>
                    </a:cubicBezTo>
                    <a:cubicBezTo>
                      <a:pt x="20" y="45"/>
                      <a:pt x="22" y="53"/>
                      <a:pt x="24" y="62"/>
                    </a:cubicBezTo>
                    <a:cubicBezTo>
                      <a:pt x="24" y="64"/>
                      <a:pt x="25" y="67"/>
                      <a:pt x="26" y="7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3" name="Freeform 4196">
                <a:extLst>
                  <a:ext uri="{FF2B5EF4-FFF2-40B4-BE49-F238E27FC236}">
                    <a16:creationId xmlns:a16="http://schemas.microsoft.com/office/drawing/2014/main" id="{4FB9902F-5BA6-4BBA-A9B1-5B0064FF9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3731"/>
                <a:ext cx="10" cy="105"/>
              </a:xfrm>
              <a:custGeom>
                <a:avLst/>
                <a:gdLst>
                  <a:gd name="T0" fmla="*/ 13 w 7"/>
                  <a:gd name="T1" fmla="*/ 282 h 64"/>
                  <a:gd name="T2" fmla="*/ 9 w 7"/>
                  <a:gd name="T3" fmla="*/ 264 h 64"/>
                  <a:gd name="T4" fmla="*/ 9 w 7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4">
                    <a:moveTo>
                      <a:pt x="4" y="64"/>
                    </a:moveTo>
                    <a:cubicBezTo>
                      <a:pt x="4" y="63"/>
                      <a:pt x="3" y="62"/>
                      <a:pt x="3" y="60"/>
                    </a:cubicBezTo>
                    <a:cubicBezTo>
                      <a:pt x="0" y="52"/>
                      <a:pt x="7" y="3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4" name="Freeform 4197">
                <a:extLst>
                  <a:ext uri="{FF2B5EF4-FFF2-40B4-BE49-F238E27FC236}">
                    <a16:creationId xmlns:a16="http://schemas.microsoft.com/office/drawing/2014/main" id="{A83BC5B3-65D6-43FC-9530-D2B79D223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3738"/>
                <a:ext cx="46" cy="102"/>
              </a:xfrm>
              <a:custGeom>
                <a:avLst/>
                <a:gdLst>
                  <a:gd name="T0" fmla="*/ 0 w 30"/>
                  <a:gd name="T1" fmla="*/ 0 h 62"/>
                  <a:gd name="T2" fmla="*/ 26 w 30"/>
                  <a:gd name="T3" fmla="*/ 54 h 62"/>
                  <a:gd name="T4" fmla="*/ 101 w 30"/>
                  <a:gd name="T5" fmla="*/ 257 h 62"/>
                  <a:gd name="T6" fmla="*/ 109 w 30"/>
                  <a:gd name="T7" fmla="*/ 276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62">
                    <a:moveTo>
                      <a:pt x="0" y="0"/>
                    </a:moveTo>
                    <a:cubicBezTo>
                      <a:pt x="2" y="5"/>
                      <a:pt x="4" y="8"/>
                      <a:pt x="7" y="12"/>
                    </a:cubicBezTo>
                    <a:cubicBezTo>
                      <a:pt x="15" y="27"/>
                      <a:pt x="23" y="42"/>
                      <a:pt x="28" y="58"/>
                    </a:cubicBezTo>
                    <a:cubicBezTo>
                      <a:pt x="29" y="59"/>
                      <a:pt x="29" y="61"/>
                      <a:pt x="30" y="6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5" name="Freeform 4198">
                <a:extLst>
                  <a:ext uri="{FF2B5EF4-FFF2-40B4-BE49-F238E27FC236}">
                    <a16:creationId xmlns:a16="http://schemas.microsoft.com/office/drawing/2014/main" id="{BDF51A0E-5816-4EAD-A27D-B8F97563E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3713"/>
                <a:ext cx="22" cy="127"/>
              </a:xfrm>
              <a:custGeom>
                <a:avLst/>
                <a:gdLst>
                  <a:gd name="T0" fmla="*/ 22 w 14"/>
                  <a:gd name="T1" fmla="*/ 0 h 77"/>
                  <a:gd name="T2" fmla="*/ 0 w 14"/>
                  <a:gd name="T3" fmla="*/ 345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7">
                    <a:moveTo>
                      <a:pt x="6" y="0"/>
                    </a:moveTo>
                    <a:cubicBezTo>
                      <a:pt x="11" y="27"/>
                      <a:pt x="14" y="51"/>
                      <a:pt x="0" y="7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6" name="Freeform 4199">
                <a:extLst>
                  <a:ext uri="{FF2B5EF4-FFF2-40B4-BE49-F238E27FC236}">
                    <a16:creationId xmlns:a16="http://schemas.microsoft.com/office/drawing/2014/main" id="{357F4A08-4A05-4BAC-92F5-10CD3650A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3687"/>
                <a:ext cx="17" cy="153"/>
              </a:xfrm>
              <a:custGeom>
                <a:avLst/>
                <a:gdLst>
                  <a:gd name="T0" fmla="*/ 40 w 11"/>
                  <a:gd name="T1" fmla="*/ 415 h 93"/>
                  <a:gd name="T2" fmla="*/ 5 w 11"/>
                  <a:gd name="T3" fmla="*/ 143 h 93"/>
                  <a:gd name="T4" fmla="*/ 36 w 11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3">
                    <a:moveTo>
                      <a:pt x="11" y="93"/>
                    </a:moveTo>
                    <a:cubicBezTo>
                      <a:pt x="3" y="73"/>
                      <a:pt x="0" y="51"/>
                      <a:pt x="1" y="32"/>
                    </a:cubicBezTo>
                    <a:cubicBezTo>
                      <a:pt x="2" y="19"/>
                      <a:pt x="10" y="0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7" name="Freeform 4200">
                <a:extLst>
                  <a:ext uri="{FF2B5EF4-FFF2-40B4-BE49-F238E27FC236}">
                    <a16:creationId xmlns:a16="http://schemas.microsoft.com/office/drawing/2014/main" id="{2509487B-9435-4421-A999-DB010AB6E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777"/>
                <a:ext cx="18" cy="64"/>
              </a:xfrm>
              <a:custGeom>
                <a:avLst/>
                <a:gdLst>
                  <a:gd name="T0" fmla="*/ 8 w 12"/>
                  <a:gd name="T1" fmla="*/ 0 h 39"/>
                  <a:gd name="T2" fmla="*/ 41 w 12"/>
                  <a:gd name="T3" fmla="*/ 17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9">
                    <a:moveTo>
                      <a:pt x="2" y="0"/>
                    </a:moveTo>
                    <a:cubicBezTo>
                      <a:pt x="0" y="13"/>
                      <a:pt x="4" y="28"/>
                      <a:pt x="12" y="39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8" name="Freeform 4201">
                <a:extLst>
                  <a:ext uri="{FF2B5EF4-FFF2-40B4-BE49-F238E27FC236}">
                    <a16:creationId xmlns:a16="http://schemas.microsoft.com/office/drawing/2014/main" id="{4CCE9F90-9F4C-4A45-98CF-023BEB243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3291"/>
                <a:ext cx="76" cy="283"/>
              </a:xfrm>
              <a:custGeom>
                <a:avLst/>
                <a:gdLst>
                  <a:gd name="T0" fmla="*/ 154 w 49"/>
                  <a:gd name="T1" fmla="*/ 0 h 172"/>
                  <a:gd name="T2" fmla="*/ 149 w 49"/>
                  <a:gd name="T3" fmla="*/ 378 h 172"/>
                  <a:gd name="T4" fmla="*/ 48 w 49"/>
                  <a:gd name="T5" fmla="*/ 767 h 172"/>
                  <a:gd name="T6" fmla="*/ 14 w 49"/>
                  <a:gd name="T7" fmla="*/ 406 h 1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72">
                    <a:moveTo>
                      <a:pt x="41" y="0"/>
                    </a:moveTo>
                    <a:cubicBezTo>
                      <a:pt x="44" y="28"/>
                      <a:pt x="49" y="56"/>
                      <a:pt x="40" y="85"/>
                    </a:cubicBezTo>
                    <a:cubicBezTo>
                      <a:pt x="32" y="114"/>
                      <a:pt x="25" y="145"/>
                      <a:pt x="13" y="172"/>
                    </a:cubicBezTo>
                    <a:cubicBezTo>
                      <a:pt x="12" y="147"/>
                      <a:pt x="0" y="116"/>
                      <a:pt x="4" y="91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9" name="Freeform 4202">
                <a:extLst>
                  <a:ext uri="{FF2B5EF4-FFF2-40B4-BE49-F238E27FC236}">
                    <a16:creationId xmlns:a16="http://schemas.microsoft.com/office/drawing/2014/main" id="{398DC3DD-DE76-4DD2-940D-C857A9CFF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3495"/>
                <a:ext cx="88" cy="281"/>
              </a:xfrm>
              <a:custGeom>
                <a:avLst/>
                <a:gdLst>
                  <a:gd name="T0" fmla="*/ 93 w 57"/>
                  <a:gd name="T1" fmla="*/ 0 h 170"/>
                  <a:gd name="T2" fmla="*/ 174 w 57"/>
                  <a:gd name="T3" fmla="*/ 767 h 170"/>
                  <a:gd name="T4" fmla="*/ 162 w 57"/>
                  <a:gd name="T5" fmla="*/ 208 h 1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70">
                    <a:moveTo>
                      <a:pt x="25" y="0"/>
                    </a:moveTo>
                    <a:cubicBezTo>
                      <a:pt x="0" y="48"/>
                      <a:pt x="29" y="122"/>
                      <a:pt x="47" y="170"/>
                    </a:cubicBezTo>
                    <a:cubicBezTo>
                      <a:pt x="55" y="130"/>
                      <a:pt x="57" y="85"/>
                      <a:pt x="44" y="4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0" name="Freeform 4203">
                <a:extLst>
                  <a:ext uri="{FF2B5EF4-FFF2-40B4-BE49-F238E27FC236}">
                    <a16:creationId xmlns:a16="http://schemas.microsoft.com/office/drawing/2014/main" id="{D79758E3-3BB4-49C5-AC62-A16A3D253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3382"/>
                <a:ext cx="111" cy="230"/>
              </a:xfrm>
              <a:custGeom>
                <a:avLst/>
                <a:gdLst>
                  <a:gd name="T0" fmla="*/ 29 w 72"/>
                  <a:gd name="T1" fmla="*/ 0 h 140"/>
                  <a:gd name="T2" fmla="*/ 54 w 72"/>
                  <a:gd name="T3" fmla="*/ 366 h 140"/>
                  <a:gd name="T4" fmla="*/ 162 w 72"/>
                  <a:gd name="T5" fmla="*/ 532 h 140"/>
                  <a:gd name="T6" fmla="*/ 264 w 72"/>
                  <a:gd name="T7" fmla="*/ 621 h 140"/>
                  <a:gd name="T8" fmla="*/ 224 w 72"/>
                  <a:gd name="T9" fmla="*/ 391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40">
                    <a:moveTo>
                      <a:pt x="8" y="0"/>
                    </a:moveTo>
                    <a:cubicBezTo>
                      <a:pt x="0" y="30"/>
                      <a:pt x="1" y="56"/>
                      <a:pt x="15" y="83"/>
                    </a:cubicBezTo>
                    <a:cubicBezTo>
                      <a:pt x="23" y="97"/>
                      <a:pt x="33" y="110"/>
                      <a:pt x="44" y="120"/>
                    </a:cubicBezTo>
                    <a:cubicBezTo>
                      <a:pt x="53" y="128"/>
                      <a:pt x="65" y="131"/>
                      <a:pt x="72" y="140"/>
                    </a:cubicBezTo>
                    <a:cubicBezTo>
                      <a:pt x="72" y="123"/>
                      <a:pt x="67" y="102"/>
                      <a:pt x="61" y="88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1" name="Freeform 4204">
                <a:extLst>
                  <a:ext uri="{FF2B5EF4-FFF2-40B4-BE49-F238E27FC236}">
                    <a16:creationId xmlns:a16="http://schemas.microsoft.com/office/drawing/2014/main" id="{3B370099-51BB-49F3-8FCD-10B0370CD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6" y="3599"/>
                <a:ext cx="46" cy="127"/>
              </a:xfrm>
              <a:custGeom>
                <a:avLst/>
                <a:gdLst>
                  <a:gd name="T0" fmla="*/ 26 w 30"/>
                  <a:gd name="T1" fmla="*/ 251 h 77"/>
                  <a:gd name="T2" fmla="*/ 28 w 30"/>
                  <a:gd name="T3" fmla="*/ 0 h 77"/>
                  <a:gd name="T4" fmla="*/ 87 w 30"/>
                  <a:gd name="T5" fmla="*/ 198 h 77"/>
                  <a:gd name="T6" fmla="*/ 109 w 30"/>
                  <a:gd name="T7" fmla="*/ 345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77">
                    <a:moveTo>
                      <a:pt x="7" y="56"/>
                    </a:moveTo>
                    <a:cubicBezTo>
                      <a:pt x="0" y="40"/>
                      <a:pt x="9" y="16"/>
                      <a:pt x="8" y="0"/>
                    </a:cubicBezTo>
                    <a:cubicBezTo>
                      <a:pt x="12" y="11"/>
                      <a:pt x="21" y="32"/>
                      <a:pt x="24" y="44"/>
                    </a:cubicBezTo>
                    <a:cubicBezTo>
                      <a:pt x="26" y="55"/>
                      <a:pt x="27" y="67"/>
                      <a:pt x="30" y="7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2" name="Freeform 4205">
                <a:extLst>
                  <a:ext uri="{FF2B5EF4-FFF2-40B4-BE49-F238E27FC236}">
                    <a16:creationId xmlns:a16="http://schemas.microsoft.com/office/drawing/2014/main" id="{8CE57FDE-1F5A-4E99-9FFC-E889AC584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598"/>
                <a:ext cx="86" cy="113"/>
              </a:xfrm>
              <a:custGeom>
                <a:avLst/>
                <a:gdLst>
                  <a:gd name="T0" fmla="*/ 0 w 56"/>
                  <a:gd name="T1" fmla="*/ 0 h 69"/>
                  <a:gd name="T2" fmla="*/ 154 w 56"/>
                  <a:gd name="T3" fmla="*/ 198 h 69"/>
                  <a:gd name="T4" fmla="*/ 203 w 56"/>
                  <a:gd name="T5" fmla="*/ 303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69">
                    <a:moveTo>
                      <a:pt x="0" y="0"/>
                    </a:moveTo>
                    <a:cubicBezTo>
                      <a:pt x="11" y="16"/>
                      <a:pt x="31" y="27"/>
                      <a:pt x="42" y="45"/>
                    </a:cubicBezTo>
                    <a:cubicBezTo>
                      <a:pt x="47" y="52"/>
                      <a:pt x="51" y="61"/>
                      <a:pt x="56" y="69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3" name="Freeform 4206">
                <a:extLst>
                  <a:ext uri="{FF2B5EF4-FFF2-40B4-BE49-F238E27FC236}">
                    <a16:creationId xmlns:a16="http://schemas.microsoft.com/office/drawing/2014/main" id="{0927BF96-E02B-41DA-801F-3DA3FEB92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3584"/>
                <a:ext cx="55" cy="129"/>
              </a:xfrm>
              <a:custGeom>
                <a:avLst/>
                <a:gdLst>
                  <a:gd name="T0" fmla="*/ 8 w 36"/>
                  <a:gd name="T1" fmla="*/ 352 h 78"/>
                  <a:gd name="T2" fmla="*/ 89 w 36"/>
                  <a:gd name="T3" fmla="*/ 0 h 78"/>
                  <a:gd name="T4" fmla="*/ 128 w 36"/>
                  <a:gd name="T5" fmla="*/ 241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8">
                    <a:moveTo>
                      <a:pt x="2" y="78"/>
                    </a:moveTo>
                    <a:cubicBezTo>
                      <a:pt x="0" y="50"/>
                      <a:pt x="10" y="23"/>
                      <a:pt x="25" y="0"/>
                    </a:cubicBezTo>
                    <a:cubicBezTo>
                      <a:pt x="35" y="18"/>
                      <a:pt x="30" y="36"/>
                      <a:pt x="36" y="53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4" name="Freeform 4207">
                <a:extLst>
                  <a:ext uri="{FF2B5EF4-FFF2-40B4-BE49-F238E27FC236}">
                    <a16:creationId xmlns:a16="http://schemas.microsoft.com/office/drawing/2014/main" id="{1B6AF262-58E8-4F43-986B-B4E0736A8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458"/>
                <a:ext cx="36" cy="232"/>
              </a:xfrm>
              <a:custGeom>
                <a:avLst/>
                <a:gdLst>
                  <a:gd name="T0" fmla="*/ 34 w 23"/>
                  <a:gd name="T1" fmla="*/ 0 h 141"/>
                  <a:gd name="T2" fmla="*/ 49 w 23"/>
                  <a:gd name="T3" fmla="*/ 370 h 141"/>
                  <a:gd name="T4" fmla="*/ 83 w 23"/>
                  <a:gd name="T5" fmla="*/ 538 h 141"/>
                  <a:gd name="T6" fmla="*/ 88 w 23"/>
                  <a:gd name="T7" fmla="*/ 629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41">
                    <a:moveTo>
                      <a:pt x="9" y="0"/>
                    </a:moveTo>
                    <a:cubicBezTo>
                      <a:pt x="0" y="27"/>
                      <a:pt x="6" y="55"/>
                      <a:pt x="13" y="83"/>
                    </a:cubicBezTo>
                    <a:cubicBezTo>
                      <a:pt x="16" y="96"/>
                      <a:pt x="21" y="107"/>
                      <a:pt x="22" y="121"/>
                    </a:cubicBezTo>
                    <a:cubicBezTo>
                      <a:pt x="22" y="128"/>
                      <a:pt x="20" y="137"/>
                      <a:pt x="23" y="141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5" name="Freeform 4208">
                <a:extLst>
                  <a:ext uri="{FF2B5EF4-FFF2-40B4-BE49-F238E27FC236}">
                    <a16:creationId xmlns:a16="http://schemas.microsoft.com/office/drawing/2014/main" id="{FC5465C7-0706-465B-9C30-AB8180A9A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3" y="2780"/>
                <a:ext cx="122" cy="98"/>
              </a:xfrm>
              <a:custGeom>
                <a:avLst/>
                <a:gdLst>
                  <a:gd name="T0" fmla="*/ 0 w 79"/>
                  <a:gd name="T1" fmla="*/ 0 h 59"/>
                  <a:gd name="T2" fmla="*/ 122 w 79"/>
                  <a:gd name="T3" fmla="*/ 159 h 59"/>
                  <a:gd name="T4" fmla="*/ 290 w 79"/>
                  <a:gd name="T5" fmla="*/ 27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59">
                    <a:moveTo>
                      <a:pt x="0" y="0"/>
                    </a:moveTo>
                    <a:cubicBezTo>
                      <a:pt x="5" y="15"/>
                      <a:pt x="22" y="26"/>
                      <a:pt x="33" y="35"/>
                    </a:cubicBezTo>
                    <a:cubicBezTo>
                      <a:pt x="48" y="46"/>
                      <a:pt x="62" y="54"/>
                      <a:pt x="79" y="59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6" name="Freeform 4209">
                <a:extLst>
                  <a:ext uri="{FF2B5EF4-FFF2-40B4-BE49-F238E27FC236}">
                    <a16:creationId xmlns:a16="http://schemas.microsoft.com/office/drawing/2014/main" id="{FE1F9A94-70A8-4EBD-9478-EF1F25081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5" y="3433"/>
                <a:ext cx="30" cy="69"/>
              </a:xfrm>
              <a:custGeom>
                <a:avLst/>
                <a:gdLst>
                  <a:gd name="T0" fmla="*/ 74 w 19"/>
                  <a:gd name="T1" fmla="*/ 186 h 42"/>
                  <a:gd name="T2" fmla="*/ 35 w 19"/>
                  <a:gd name="T3" fmla="*/ 97 h 42"/>
                  <a:gd name="T4" fmla="*/ 0 w 19"/>
                  <a:gd name="T5" fmla="*/ 0 h 42"/>
                  <a:gd name="T6" fmla="*/ 27 w 19"/>
                  <a:gd name="T7" fmla="*/ 13 h 42"/>
                  <a:gd name="T8" fmla="*/ 74 w 19"/>
                  <a:gd name="T9" fmla="*/ 5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2">
                    <a:moveTo>
                      <a:pt x="19" y="42"/>
                    </a:moveTo>
                    <a:cubicBezTo>
                      <a:pt x="14" y="35"/>
                      <a:pt x="12" y="30"/>
                      <a:pt x="9" y="22"/>
                    </a:cubicBezTo>
                    <a:cubicBezTo>
                      <a:pt x="6" y="15"/>
                      <a:pt x="5" y="6"/>
                      <a:pt x="0" y="0"/>
                    </a:cubicBezTo>
                    <a:cubicBezTo>
                      <a:pt x="3" y="0"/>
                      <a:pt x="5" y="2"/>
                      <a:pt x="7" y="3"/>
                    </a:cubicBezTo>
                    <a:cubicBezTo>
                      <a:pt x="11" y="6"/>
                      <a:pt x="15" y="9"/>
                      <a:pt x="19" y="1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7" name="Freeform 4210">
                <a:extLst>
                  <a:ext uri="{FF2B5EF4-FFF2-40B4-BE49-F238E27FC236}">
                    <a16:creationId xmlns:a16="http://schemas.microsoft.com/office/drawing/2014/main" id="{F895F698-0CB5-4586-A342-3F882F5CD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8" y="3542"/>
                <a:ext cx="108" cy="32"/>
              </a:xfrm>
              <a:custGeom>
                <a:avLst/>
                <a:gdLst>
                  <a:gd name="T0" fmla="*/ 258 w 70"/>
                  <a:gd name="T1" fmla="*/ 82 h 20"/>
                  <a:gd name="T2" fmla="*/ 136 w 70"/>
                  <a:gd name="T3" fmla="*/ 42 h 20"/>
                  <a:gd name="T4" fmla="*/ 0 w 70"/>
                  <a:gd name="T5" fmla="*/ 1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cubicBezTo>
                      <a:pt x="59" y="13"/>
                      <a:pt x="47" y="12"/>
                      <a:pt x="37" y="10"/>
                    </a:cubicBezTo>
                    <a:cubicBezTo>
                      <a:pt x="29" y="8"/>
                      <a:pt x="6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8" name="Freeform 4211">
                <a:extLst>
                  <a:ext uri="{FF2B5EF4-FFF2-40B4-BE49-F238E27FC236}">
                    <a16:creationId xmlns:a16="http://schemas.microsoft.com/office/drawing/2014/main" id="{AD3A13FB-EE57-4537-A42A-611FF2BBF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3433"/>
                <a:ext cx="162" cy="120"/>
              </a:xfrm>
              <a:custGeom>
                <a:avLst/>
                <a:gdLst>
                  <a:gd name="T0" fmla="*/ 386 w 105"/>
                  <a:gd name="T1" fmla="*/ 324 h 73"/>
                  <a:gd name="T2" fmla="*/ 0 w 105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73">
                    <a:moveTo>
                      <a:pt x="105" y="73"/>
                    </a:moveTo>
                    <a:cubicBezTo>
                      <a:pt x="77" y="40"/>
                      <a:pt x="38" y="2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9" name="Freeform 4212">
                <a:extLst>
                  <a:ext uri="{FF2B5EF4-FFF2-40B4-BE49-F238E27FC236}">
                    <a16:creationId xmlns:a16="http://schemas.microsoft.com/office/drawing/2014/main" id="{79383CE2-D990-4DB2-B345-CE40632D8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" y="3446"/>
                <a:ext cx="198" cy="74"/>
              </a:xfrm>
              <a:custGeom>
                <a:avLst/>
                <a:gdLst>
                  <a:gd name="T0" fmla="*/ 473 w 128"/>
                  <a:gd name="T1" fmla="*/ 201 h 45"/>
                  <a:gd name="T2" fmla="*/ 149 w 128"/>
                  <a:gd name="T3" fmla="*/ 21 h 45"/>
                  <a:gd name="T4" fmla="*/ 0 w 128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45">
                    <a:moveTo>
                      <a:pt x="128" y="45"/>
                    </a:moveTo>
                    <a:cubicBezTo>
                      <a:pt x="109" y="22"/>
                      <a:pt x="66" y="10"/>
                      <a:pt x="40" y="5"/>
                    </a:cubicBezTo>
                    <a:cubicBezTo>
                      <a:pt x="26" y="3"/>
                      <a:pt x="14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0" name="Freeform 4213">
                <a:extLst>
                  <a:ext uri="{FF2B5EF4-FFF2-40B4-BE49-F238E27FC236}">
                    <a16:creationId xmlns:a16="http://schemas.microsoft.com/office/drawing/2014/main" id="{3FD32E9F-3273-444E-B54D-2F74C4D6C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3266"/>
                <a:ext cx="201" cy="198"/>
              </a:xfrm>
              <a:custGeom>
                <a:avLst/>
                <a:gdLst>
                  <a:gd name="T0" fmla="*/ 481 w 130"/>
                  <a:gd name="T1" fmla="*/ 540 h 120"/>
                  <a:gd name="T2" fmla="*/ 345 w 130"/>
                  <a:gd name="T3" fmla="*/ 464 h 120"/>
                  <a:gd name="T4" fmla="*/ 176 w 130"/>
                  <a:gd name="T5" fmla="*/ 318 h 120"/>
                  <a:gd name="T6" fmla="*/ 0 w 130"/>
                  <a:gd name="T7" fmla="*/ 0 h 120"/>
                  <a:gd name="T8" fmla="*/ 118 w 130"/>
                  <a:gd name="T9" fmla="*/ 84 h 120"/>
                  <a:gd name="T10" fmla="*/ 311 w 130"/>
                  <a:gd name="T11" fmla="*/ 269 h 120"/>
                  <a:gd name="T12" fmla="*/ 459 w 130"/>
                  <a:gd name="T13" fmla="*/ 457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120">
                    <a:moveTo>
                      <a:pt x="130" y="120"/>
                    </a:moveTo>
                    <a:cubicBezTo>
                      <a:pt x="117" y="113"/>
                      <a:pt x="106" y="111"/>
                      <a:pt x="93" y="103"/>
                    </a:cubicBezTo>
                    <a:cubicBezTo>
                      <a:pt x="78" y="93"/>
                      <a:pt x="61" y="83"/>
                      <a:pt x="48" y="71"/>
                    </a:cubicBezTo>
                    <a:cubicBezTo>
                      <a:pt x="28" y="54"/>
                      <a:pt x="8" y="25"/>
                      <a:pt x="0" y="0"/>
                    </a:cubicBezTo>
                    <a:cubicBezTo>
                      <a:pt x="8" y="7"/>
                      <a:pt x="22" y="13"/>
                      <a:pt x="32" y="19"/>
                    </a:cubicBezTo>
                    <a:cubicBezTo>
                      <a:pt x="50" y="31"/>
                      <a:pt x="67" y="46"/>
                      <a:pt x="84" y="60"/>
                    </a:cubicBezTo>
                    <a:cubicBezTo>
                      <a:pt x="98" y="74"/>
                      <a:pt x="111" y="88"/>
                      <a:pt x="124" y="10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1" name="Freeform 4214">
                <a:extLst>
                  <a:ext uri="{FF2B5EF4-FFF2-40B4-BE49-F238E27FC236}">
                    <a16:creationId xmlns:a16="http://schemas.microsoft.com/office/drawing/2014/main" id="{96F7973B-C716-48B5-BFB1-90B1A9D11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3426"/>
                <a:ext cx="163" cy="125"/>
              </a:xfrm>
              <a:custGeom>
                <a:avLst/>
                <a:gdLst>
                  <a:gd name="T0" fmla="*/ 0 w 105"/>
                  <a:gd name="T1" fmla="*/ 0 h 76"/>
                  <a:gd name="T2" fmla="*/ 88 w 105"/>
                  <a:gd name="T3" fmla="*/ 130 h 76"/>
                  <a:gd name="T4" fmla="*/ 236 w 105"/>
                  <a:gd name="T5" fmla="*/ 243 h 76"/>
                  <a:gd name="T6" fmla="*/ 393 w 105"/>
                  <a:gd name="T7" fmla="*/ 339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76">
                    <a:moveTo>
                      <a:pt x="0" y="0"/>
                    </a:moveTo>
                    <a:cubicBezTo>
                      <a:pt x="2" y="11"/>
                      <a:pt x="16" y="22"/>
                      <a:pt x="24" y="29"/>
                    </a:cubicBezTo>
                    <a:cubicBezTo>
                      <a:pt x="37" y="41"/>
                      <a:pt x="47" y="48"/>
                      <a:pt x="63" y="55"/>
                    </a:cubicBezTo>
                    <a:cubicBezTo>
                      <a:pt x="74" y="60"/>
                      <a:pt x="96" y="73"/>
                      <a:pt x="105" y="7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2" name="Freeform 4215">
                <a:extLst>
                  <a:ext uri="{FF2B5EF4-FFF2-40B4-BE49-F238E27FC236}">
                    <a16:creationId xmlns:a16="http://schemas.microsoft.com/office/drawing/2014/main" id="{B19CC51D-8819-477F-85D1-FFD725186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7" y="3548"/>
                <a:ext cx="105" cy="97"/>
              </a:xfrm>
              <a:custGeom>
                <a:avLst/>
                <a:gdLst>
                  <a:gd name="T0" fmla="*/ 0 w 68"/>
                  <a:gd name="T1" fmla="*/ 0 h 59"/>
                  <a:gd name="T2" fmla="*/ 184 w 68"/>
                  <a:gd name="T3" fmla="*/ 209 h 59"/>
                  <a:gd name="T4" fmla="*/ 250 w 68"/>
                  <a:gd name="T5" fmla="*/ 26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59">
                    <a:moveTo>
                      <a:pt x="0" y="0"/>
                    </a:moveTo>
                    <a:cubicBezTo>
                      <a:pt x="18" y="13"/>
                      <a:pt x="32" y="33"/>
                      <a:pt x="50" y="47"/>
                    </a:cubicBezTo>
                    <a:cubicBezTo>
                      <a:pt x="56" y="51"/>
                      <a:pt x="61" y="55"/>
                      <a:pt x="68" y="59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3" name="Freeform 4216">
                <a:extLst>
                  <a:ext uri="{FF2B5EF4-FFF2-40B4-BE49-F238E27FC236}">
                    <a16:creationId xmlns:a16="http://schemas.microsoft.com/office/drawing/2014/main" id="{8A220160-BBF8-4805-8DE9-BFD5532F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3555"/>
                <a:ext cx="57" cy="242"/>
              </a:xfrm>
              <a:custGeom>
                <a:avLst/>
                <a:gdLst>
                  <a:gd name="T0" fmla="*/ 26 w 37"/>
                  <a:gd name="T1" fmla="*/ 282 h 147"/>
                  <a:gd name="T2" fmla="*/ 100 w 37"/>
                  <a:gd name="T3" fmla="*/ 0 h 147"/>
                  <a:gd name="T4" fmla="*/ 128 w 37"/>
                  <a:gd name="T5" fmla="*/ 361 h 147"/>
                  <a:gd name="T6" fmla="*/ 123 w 37"/>
                  <a:gd name="T7" fmla="*/ 655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7">
                    <a:moveTo>
                      <a:pt x="7" y="63"/>
                    </a:moveTo>
                    <a:cubicBezTo>
                      <a:pt x="15" y="36"/>
                      <a:pt x="0" y="21"/>
                      <a:pt x="27" y="0"/>
                    </a:cubicBezTo>
                    <a:cubicBezTo>
                      <a:pt x="26" y="27"/>
                      <a:pt x="32" y="55"/>
                      <a:pt x="35" y="81"/>
                    </a:cubicBezTo>
                    <a:cubicBezTo>
                      <a:pt x="37" y="104"/>
                      <a:pt x="33" y="125"/>
                      <a:pt x="34" y="14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4" name="Freeform 4217">
                <a:extLst>
                  <a:ext uri="{FF2B5EF4-FFF2-40B4-BE49-F238E27FC236}">
                    <a16:creationId xmlns:a16="http://schemas.microsoft.com/office/drawing/2014/main" id="{FE52140F-6D56-4262-A469-09646502C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3434"/>
                <a:ext cx="176" cy="134"/>
              </a:xfrm>
              <a:custGeom>
                <a:avLst/>
                <a:gdLst>
                  <a:gd name="T0" fmla="*/ 69 w 114"/>
                  <a:gd name="T1" fmla="*/ 367 h 81"/>
                  <a:gd name="T2" fmla="*/ 222 w 114"/>
                  <a:gd name="T3" fmla="*/ 164 h 81"/>
                  <a:gd name="T4" fmla="*/ 420 w 114"/>
                  <a:gd name="T5" fmla="*/ 159 h 81"/>
                  <a:gd name="T6" fmla="*/ 312 w 114"/>
                  <a:gd name="T7" fmla="*/ 41 h 81"/>
                  <a:gd name="T8" fmla="*/ 157 w 114"/>
                  <a:gd name="T9" fmla="*/ 60 h 81"/>
                  <a:gd name="T10" fmla="*/ 56 w 114"/>
                  <a:gd name="T11" fmla="*/ 344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81">
                    <a:moveTo>
                      <a:pt x="19" y="81"/>
                    </a:moveTo>
                    <a:cubicBezTo>
                      <a:pt x="30" y="59"/>
                      <a:pt x="35" y="43"/>
                      <a:pt x="60" y="36"/>
                    </a:cubicBezTo>
                    <a:cubicBezTo>
                      <a:pt x="72" y="32"/>
                      <a:pt x="105" y="28"/>
                      <a:pt x="114" y="35"/>
                    </a:cubicBezTo>
                    <a:cubicBezTo>
                      <a:pt x="102" y="29"/>
                      <a:pt x="97" y="15"/>
                      <a:pt x="85" y="9"/>
                    </a:cubicBezTo>
                    <a:cubicBezTo>
                      <a:pt x="69" y="0"/>
                      <a:pt x="58" y="7"/>
                      <a:pt x="43" y="13"/>
                    </a:cubicBezTo>
                    <a:cubicBezTo>
                      <a:pt x="17" y="24"/>
                      <a:pt x="0" y="47"/>
                      <a:pt x="15" y="7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5" name="Freeform 4218">
                <a:extLst>
                  <a:ext uri="{FF2B5EF4-FFF2-40B4-BE49-F238E27FC236}">
                    <a16:creationId xmlns:a16="http://schemas.microsoft.com/office/drawing/2014/main" id="{77D776CB-102D-4015-B207-6F370756F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3380"/>
                <a:ext cx="75" cy="148"/>
              </a:xfrm>
              <a:custGeom>
                <a:avLst/>
                <a:gdLst>
                  <a:gd name="T0" fmla="*/ 171 w 49"/>
                  <a:gd name="T1" fmla="*/ 400 h 90"/>
                  <a:gd name="T2" fmla="*/ 57 w 49"/>
                  <a:gd name="T3" fmla="*/ 143 h 90"/>
                  <a:gd name="T4" fmla="*/ 0 w 49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90">
                    <a:moveTo>
                      <a:pt x="48" y="90"/>
                    </a:moveTo>
                    <a:cubicBezTo>
                      <a:pt x="49" y="70"/>
                      <a:pt x="27" y="47"/>
                      <a:pt x="16" y="32"/>
                    </a:cubicBezTo>
                    <a:cubicBezTo>
                      <a:pt x="8" y="21"/>
                      <a:pt x="6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6" name="Freeform 4219">
                <a:extLst>
                  <a:ext uri="{FF2B5EF4-FFF2-40B4-BE49-F238E27FC236}">
                    <a16:creationId xmlns:a16="http://schemas.microsoft.com/office/drawing/2014/main" id="{967B0955-927F-4FD3-918B-3BAE45978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3291"/>
                <a:ext cx="74" cy="204"/>
              </a:xfrm>
              <a:custGeom>
                <a:avLst/>
                <a:gdLst>
                  <a:gd name="T0" fmla="*/ 0 w 48"/>
                  <a:gd name="T1" fmla="*/ 553 h 124"/>
                  <a:gd name="T2" fmla="*/ 176 w 48"/>
                  <a:gd name="T3" fmla="*/ 0 h 1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24">
                    <a:moveTo>
                      <a:pt x="0" y="124"/>
                    </a:moveTo>
                    <a:cubicBezTo>
                      <a:pt x="16" y="84"/>
                      <a:pt x="10" y="30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7" name="Freeform 4220">
                <a:extLst>
                  <a:ext uri="{FF2B5EF4-FFF2-40B4-BE49-F238E27FC236}">
                    <a16:creationId xmlns:a16="http://schemas.microsoft.com/office/drawing/2014/main" id="{CE4E3F25-5A52-440D-9E8F-747CD52FB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3163"/>
                <a:ext cx="159" cy="222"/>
              </a:xfrm>
              <a:custGeom>
                <a:avLst/>
                <a:gdLst>
                  <a:gd name="T0" fmla="*/ 12 w 103"/>
                  <a:gd name="T1" fmla="*/ 600 h 135"/>
                  <a:gd name="T2" fmla="*/ 378 w 103"/>
                  <a:gd name="T3" fmla="*/ 84 h 135"/>
                  <a:gd name="T4" fmla="*/ 144 w 103"/>
                  <a:gd name="T5" fmla="*/ 345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35">
                    <a:moveTo>
                      <a:pt x="3" y="135"/>
                    </a:moveTo>
                    <a:cubicBezTo>
                      <a:pt x="0" y="83"/>
                      <a:pt x="40" y="0"/>
                      <a:pt x="103" y="19"/>
                    </a:cubicBezTo>
                    <a:cubicBezTo>
                      <a:pt x="75" y="25"/>
                      <a:pt x="47" y="51"/>
                      <a:pt x="39" y="78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8" name="Freeform 4221">
                <a:extLst>
                  <a:ext uri="{FF2B5EF4-FFF2-40B4-BE49-F238E27FC236}">
                    <a16:creationId xmlns:a16="http://schemas.microsoft.com/office/drawing/2014/main" id="{3A56894C-ECC6-44DE-9983-5C024DEB3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3360"/>
                <a:ext cx="14" cy="37"/>
              </a:xfrm>
              <a:custGeom>
                <a:avLst/>
                <a:gdLst>
                  <a:gd name="T0" fmla="*/ 0 w 9"/>
                  <a:gd name="T1" fmla="*/ 0 h 22"/>
                  <a:gd name="T2" fmla="*/ 34 w 9"/>
                  <a:gd name="T3" fmla="*/ 10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5" y="6"/>
                      <a:pt x="6" y="14"/>
                      <a:pt x="9" y="2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9" name="Freeform 4222">
                <a:extLst>
                  <a:ext uri="{FF2B5EF4-FFF2-40B4-BE49-F238E27FC236}">
                    <a16:creationId xmlns:a16="http://schemas.microsoft.com/office/drawing/2014/main" id="{B1C86131-F191-46F2-8E9C-B9D84606F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199"/>
                <a:ext cx="73" cy="186"/>
              </a:xfrm>
              <a:custGeom>
                <a:avLst/>
                <a:gdLst>
                  <a:gd name="T0" fmla="*/ 0 w 47"/>
                  <a:gd name="T1" fmla="*/ 504 h 113"/>
                  <a:gd name="T2" fmla="*/ 176 w 47"/>
                  <a:gd name="T3" fmla="*/ 0 h 1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13">
                    <a:moveTo>
                      <a:pt x="0" y="113"/>
                    </a:moveTo>
                    <a:cubicBezTo>
                      <a:pt x="30" y="82"/>
                      <a:pt x="36" y="40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0" name="Freeform 4223">
                <a:extLst>
                  <a:ext uri="{FF2B5EF4-FFF2-40B4-BE49-F238E27FC236}">
                    <a16:creationId xmlns:a16="http://schemas.microsoft.com/office/drawing/2014/main" id="{57A06ABD-CD32-407B-AC52-AB0E471CE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3149"/>
                <a:ext cx="238" cy="139"/>
              </a:xfrm>
              <a:custGeom>
                <a:avLst/>
                <a:gdLst>
                  <a:gd name="T0" fmla="*/ 0 w 154"/>
                  <a:gd name="T1" fmla="*/ 109 h 84"/>
                  <a:gd name="T2" fmla="*/ 447 w 154"/>
                  <a:gd name="T3" fmla="*/ 117 h 84"/>
                  <a:gd name="T4" fmla="*/ 561 w 154"/>
                  <a:gd name="T5" fmla="*/ 381 h 84"/>
                  <a:gd name="T6" fmla="*/ 325 w 154"/>
                  <a:gd name="T7" fmla="*/ 235 h 84"/>
                  <a:gd name="T8" fmla="*/ 56 w 154"/>
                  <a:gd name="T9" fmla="*/ 137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84">
                    <a:moveTo>
                      <a:pt x="0" y="24"/>
                    </a:moveTo>
                    <a:cubicBezTo>
                      <a:pt x="23" y="0"/>
                      <a:pt x="95" y="8"/>
                      <a:pt x="121" y="26"/>
                    </a:cubicBezTo>
                    <a:cubicBezTo>
                      <a:pt x="135" y="35"/>
                      <a:pt x="154" y="66"/>
                      <a:pt x="152" y="84"/>
                    </a:cubicBezTo>
                    <a:cubicBezTo>
                      <a:pt x="144" y="68"/>
                      <a:pt x="104" y="57"/>
                      <a:pt x="88" y="52"/>
                    </a:cubicBezTo>
                    <a:cubicBezTo>
                      <a:pt x="64" y="46"/>
                      <a:pt x="41" y="30"/>
                      <a:pt x="15" y="3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1" name="Freeform 4224">
                <a:extLst>
                  <a:ext uri="{FF2B5EF4-FFF2-40B4-BE49-F238E27FC236}">
                    <a16:creationId xmlns:a16="http://schemas.microsoft.com/office/drawing/2014/main" id="{08CBDEDB-A4C5-4345-8DD6-C09D38358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3232"/>
                <a:ext cx="51" cy="263"/>
              </a:xfrm>
              <a:custGeom>
                <a:avLst/>
                <a:gdLst>
                  <a:gd name="T0" fmla="*/ 66 w 33"/>
                  <a:gd name="T1" fmla="*/ 710 h 160"/>
                  <a:gd name="T2" fmla="*/ 96 w 33"/>
                  <a:gd name="T3" fmla="*/ 337 h 160"/>
                  <a:gd name="T4" fmla="*/ 40 w 33"/>
                  <a:gd name="T5" fmla="*/ 0 h 1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60">
                    <a:moveTo>
                      <a:pt x="18" y="160"/>
                    </a:moveTo>
                    <a:cubicBezTo>
                      <a:pt x="0" y="138"/>
                      <a:pt x="22" y="98"/>
                      <a:pt x="26" y="76"/>
                    </a:cubicBezTo>
                    <a:cubicBezTo>
                      <a:pt x="33" y="46"/>
                      <a:pt x="18" y="2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2" name="Freeform 4225">
                <a:extLst>
                  <a:ext uri="{FF2B5EF4-FFF2-40B4-BE49-F238E27FC236}">
                    <a16:creationId xmlns:a16="http://schemas.microsoft.com/office/drawing/2014/main" id="{8DE1BA23-6B9E-4F7F-80DC-545811F6B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3263"/>
                <a:ext cx="166" cy="54"/>
              </a:xfrm>
              <a:custGeom>
                <a:avLst/>
                <a:gdLst>
                  <a:gd name="T0" fmla="*/ 0 w 107"/>
                  <a:gd name="T1" fmla="*/ 144 h 33"/>
                  <a:gd name="T2" fmla="*/ 197 w 107"/>
                  <a:gd name="T3" fmla="*/ 47 h 33"/>
                  <a:gd name="T4" fmla="*/ 400 w 107"/>
                  <a:gd name="T5" fmla="*/ 56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33">
                    <a:moveTo>
                      <a:pt x="0" y="33"/>
                    </a:moveTo>
                    <a:cubicBezTo>
                      <a:pt x="14" y="11"/>
                      <a:pt x="28" y="9"/>
                      <a:pt x="53" y="11"/>
                    </a:cubicBezTo>
                    <a:cubicBezTo>
                      <a:pt x="72" y="12"/>
                      <a:pt x="91" y="0"/>
                      <a:pt x="107" y="13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3" name="Freeform 4226">
                <a:extLst>
                  <a:ext uri="{FF2B5EF4-FFF2-40B4-BE49-F238E27FC236}">
                    <a16:creationId xmlns:a16="http://schemas.microsoft.com/office/drawing/2014/main" id="{CD5BBE6A-803F-4530-8A7D-E3A474C47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3421"/>
                <a:ext cx="138" cy="127"/>
              </a:xfrm>
              <a:custGeom>
                <a:avLst/>
                <a:gdLst>
                  <a:gd name="T0" fmla="*/ 40 w 89"/>
                  <a:gd name="T1" fmla="*/ 345 h 77"/>
                  <a:gd name="T2" fmla="*/ 70 w 89"/>
                  <a:gd name="T3" fmla="*/ 58 h 77"/>
                  <a:gd name="T4" fmla="*/ 332 w 89"/>
                  <a:gd name="T5" fmla="*/ 6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77">
                    <a:moveTo>
                      <a:pt x="11" y="77"/>
                    </a:moveTo>
                    <a:cubicBezTo>
                      <a:pt x="3" y="55"/>
                      <a:pt x="0" y="30"/>
                      <a:pt x="19" y="13"/>
                    </a:cubicBezTo>
                    <a:cubicBezTo>
                      <a:pt x="33" y="0"/>
                      <a:pt x="73" y="6"/>
                      <a:pt x="89" y="14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4" name="Freeform 4227">
                <a:extLst>
                  <a:ext uri="{FF2B5EF4-FFF2-40B4-BE49-F238E27FC236}">
                    <a16:creationId xmlns:a16="http://schemas.microsoft.com/office/drawing/2014/main" id="{D520E09F-F219-402F-B021-EE8AA8387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3278"/>
                <a:ext cx="113" cy="176"/>
              </a:xfrm>
              <a:custGeom>
                <a:avLst/>
                <a:gdLst>
                  <a:gd name="T0" fmla="*/ 0 w 73"/>
                  <a:gd name="T1" fmla="*/ 475 h 107"/>
                  <a:gd name="T2" fmla="*/ 110 w 73"/>
                  <a:gd name="T3" fmla="*/ 360 h 107"/>
                  <a:gd name="T4" fmla="*/ 178 w 73"/>
                  <a:gd name="T5" fmla="*/ 173 h 107"/>
                  <a:gd name="T6" fmla="*/ 271 w 73"/>
                  <a:gd name="T7" fmla="*/ 0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07">
                    <a:moveTo>
                      <a:pt x="0" y="107"/>
                    </a:moveTo>
                    <a:cubicBezTo>
                      <a:pt x="7" y="95"/>
                      <a:pt x="20" y="91"/>
                      <a:pt x="30" y="81"/>
                    </a:cubicBezTo>
                    <a:cubicBezTo>
                      <a:pt x="41" y="69"/>
                      <a:pt x="41" y="54"/>
                      <a:pt x="48" y="39"/>
                    </a:cubicBezTo>
                    <a:cubicBezTo>
                      <a:pt x="54" y="26"/>
                      <a:pt x="59" y="7"/>
                      <a:pt x="73" y="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5" name="Freeform 4228">
                <a:extLst>
                  <a:ext uri="{FF2B5EF4-FFF2-40B4-BE49-F238E27FC236}">
                    <a16:creationId xmlns:a16="http://schemas.microsoft.com/office/drawing/2014/main" id="{C0EB79C7-B538-437D-B976-B9EAD1320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3360"/>
                <a:ext cx="181" cy="46"/>
              </a:xfrm>
              <a:custGeom>
                <a:avLst/>
                <a:gdLst>
                  <a:gd name="T0" fmla="*/ 0 w 117"/>
                  <a:gd name="T1" fmla="*/ 125 h 28"/>
                  <a:gd name="T2" fmla="*/ 96 w 117"/>
                  <a:gd name="T3" fmla="*/ 21 h 28"/>
                  <a:gd name="T4" fmla="*/ 232 w 117"/>
                  <a:gd name="T5" fmla="*/ 41 h 28"/>
                  <a:gd name="T6" fmla="*/ 433 w 117"/>
                  <a:gd name="T7" fmla="*/ 67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8">
                    <a:moveTo>
                      <a:pt x="0" y="28"/>
                    </a:moveTo>
                    <a:cubicBezTo>
                      <a:pt x="11" y="25"/>
                      <a:pt x="15" y="8"/>
                      <a:pt x="26" y="5"/>
                    </a:cubicBezTo>
                    <a:cubicBezTo>
                      <a:pt x="38" y="0"/>
                      <a:pt x="52" y="5"/>
                      <a:pt x="63" y="9"/>
                    </a:cubicBezTo>
                    <a:cubicBezTo>
                      <a:pt x="83" y="15"/>
                      <a:pt x="98" y="15"/>
                      <a:pt x="117" y="15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6" name="Freeform 4229">
                <a:extLst>
                  <a:ext uri="{FF2B5EF4-FFF2-40B4-BE49-F238E27FC236}">
                    <a16:creationId xmlns:a16="http://schemas.microsoft.com/office/drawing/2014/main" id="{20AC65F0-2CF2-464C-BF97-EF56C62F7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3393"/>
                <a:ext cx="111" cy="37"/>
              </a:xfrm>
              <a:custGeom>
                <a:avLst/>
                <a:gdLst>
                  <a:gd name="T0" fmla="*/ 0 w 72"/>
                  <a:gd name="T1" fmla="*/ 104 h 22"/>
                  <a:gd name="T2" fmla="*/ 264 w 72"/>
                  <a:gd name="T3" fmla="*/ 3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22">
                    <a:moveTo>
                      <a:pt x="0" y="22"/>
                    </a:moveTo>
                    <a:cubicBezTo>
                      <a:pt x="18" y="11"/>
                      <a:pt x="53" y="0"/>
                      <a:pt x="72" y="8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7" name="Freeform 4230">
                <a:extLst>
                  <a:ext uri="{FF2B5EF4-FFF2-40B4-BE49-F238E27FC236}">
                    <a16:creationId xmlns:a16="http://schemas.microsoft.com/office/drawing/2014/main" id="{BEC1676D-4744-4E6E-B64A-74C4623A5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314"/>
                <a:ext cx="152" cy="69"/>
              </a:xfrm>
              <a:custGeom>
                <a:avLst/>
                <a:gdLst>
                  <a:gd name="T0" fmla="*/ 0 w 98"/>
                  <a:gd name="T1" fmla="*/ 0 h 42"/>
                  <a:gd name="T2" fmla="*/ 222 w 98"/>
                  <a:gd name="T3" fmla="*/ 41 h 42"/>
                  <a:gd name="T4" fmla="*/ 366 w 98"/>
                  <a:gd name="T5" fmla="*/ 186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42">
                    <a:moveTo>
                      <a:pt x="0" y="0"/>
                    </a:moveTo>
                    <a:cubicBezTo>
                      <a:pt x="18" y="2"/>
                      <a:pt x="42" y="1"/>
                      <a:pt x="59" y="9"/>
                    </a:cubicBezTo>
                    <a:cubicBezTo>
                      <a:pt x="74" y="16"/>
                      <a:pt x="87" y="28"/>
                      <a:pt x="98" y="42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8" name="Freeform 4231">
                <a:extLst>
                  <a:ext uri="{FF2B5EF4-FFF2-40B4-BE49-F238E27FC236}">
                    <a16:creationId xmlns:a16="http://schemas.microsoft.com/office/drawing/2014/main" id="{5C773E28-9374-473F-ACDA-BF81A11EE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8" y="3360"/>
                <a:ext cx="14" cy="12"/>
              </a:xfrm>
              <a:custGeom>
                <a:avLst/>
                <a:gdLst>
                  <a:gd name="T0" fmla="*/ 0 w 9"/>
                  <a:gd name="T1" fmla="*/ 0 h 7"/>
                  <a:gd name="T2" fmla="*/ 34 w 9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2"/>
                      <a:pt x="6" y="5"/>
                      <a:pt x="9" y="7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9" name="Freeform 4232">
                <a:extLst>
                  <a:ext uri="{FF2B5EF4-FFF2-40B4-BE49-F238E27FC236}">
                    <a16:creationId xmlns:a16="http://schemas.microsoft.com/office/drawing/2014/main" id="{F0FF5DB6-6307-4A39-8793-D793528AF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3205"/>
                <a:ext cx="187" cy="145"/>
              </a:xfrm>
              <a:custGeom>
                <a:avLst/>
                <a:gdLst>
                  <a:gd name="T0" fmla="*/ 0 w 121"/>
                  <a:gd name="T1" fmla="*/ 0 h 88"/>
                  <a:gd name="T2" fmla="*/ 181 w 121"/>
                  <a:gd name="T3" fmla="*/ 68 h 88"/>
                  <a:gd name="T4" fmla="*/ 338 w 121"/>
                  <a:gd name="T5" fmla="*/ 198 h 88"/>
                  <a:gd name="T6" fmla="*/ 447 w 121"/>
                  <a:gd name="T7" fmla="*/ 394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88">
                    <a:moveTo>
                      <a:pt x="0" y="0"/>
                    </a:moveTo>
                    <a:cubicBezTo>
                      <a:pt x="16" y="4"/>
                      <a:pt x="34" y="8"/>
                      <a:pt x="49" y="15"/>
                    </a:cubicBezTo>
                    <a:cubicBezTo>
                      <a:pt x="65" y="23"/>
                      <a:pt x="80" y="31"/>
                      <a:pt x="92" y="44"/>
                    </a:cubicBezTo>
                    <a:cubicBezTo>
                      <a:pt x="105" y="57"/>
                      <a:pt x="112" y="73"/>
                      <a:pt x="121" y="88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0" name="Freeform 4233">
                <a:extLst>
                  <a:ext uri="{FF2B5EF4-FFF2-40B4-BE49-F238E27FC236}">
                    <a16:creationId xmlns:a16="http://schemas.microsoft.com/office/drawing/2014/main" id="{E66D1AF3-1963-4656-9AD7-B2EA0C458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7" y="3286"/>
                <a:ext cx="66" cy="27"/>
              </a:xfrm>
              <a:custGeom>
                <a:avLst/>
                <a:gdLst>
                  <a:gd name="T0" fmla="*/ 0 w 43"/>
                  <a:gd name="T1" fmla="*/ 0 h 16"/>
                  <a:gd name="T2" fmla="*/ 155 w 43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6">
                    <a:moveTo>
                      <a:pt x="0" y="0"/>
                    </a:moveTo>
                    <a:cubicBezTo>
                      <a:pt x="13" y="3"/>
                      <a:pt x="28" y="9"/>
                      <a:pt x="43" y="16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1" name="Freeform 4234">
                <a:extLst>
                  <a:ext uri="{FF2B5EF4-FFF2-40B4-BE49-F238E27FC236}">
                    <a16:creationId xmlns:a16="http://schemas.microsoft.com/office/drawing/2014/main" id="{CC6B6186-8375-479F-B82F-3448099D6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139"/>
                <a:ext cx="60" cy="17"/>
              </a:xfrm>
              <a:custGeom>
                <a:avLst/>
                <a:gdLst>
                  <a:gd name="T0" fmla="*/ 0 w 39"/>
                  <a:gd name="T1" fmla="*/ 9 h 10"/>
                  <a:gd name="T2" fmla="*/ 142 w 39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0">
                    <a:moveTo>
                      <a:pt x="0" y="2"/>
                    </a:moveTo>
                    <a:cubicBezTo>
                      <a:pt x="13" y="4"/>
                      <a:pt x="27" y="0"/>
                      <a:pt x="39" y="10"/>
                    </a:cubicBezTo>
                  </a:path>
                </a:pathLst>
              </a:custGeom>
              <a:noFill/>
              <a:ln w="7938" cap="rnd">
                <a:solidFill>
                  <a:srgbClr val="E6BFB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2" name="Freeform 4235">
                <a:extLst>
                  <a:ext uri="{FF2B5EF4-FFF2-40B4-BE49-F238E27FC236}">
                    <a16:creationId xmlns:a16="http://schemas.microsoft.com/office/drawing/2014/main" id="{7733C7F6-205E-4FB4-8FE7-0864C0CB6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705"/>
                <a:ext cx="35" cy="31"/>
              </a:xfrm>
              <a:custGeom>
                <a:avLst/>
                <a:gdLst>
                  <a:gd name="T0" fmla="*/ 0 w 23"/>
                  <a:gd name="T1" fmla="*/ 39 h 19"/>
                  <a:gd name="T2" fmla="*/ 81 w 23"/>
                  <a:gd name="T3" fmla="*/ 77 h 19"/>
                  <a:gd name="T4" fmla="*/ 53 w 23"/>
                  <a:gd name="T5" fmla="*/ 0 h 19"/>
                  <a:gd name="T6" fmla="*/ 18 w 23"/>
                  <a:gd name="T7" fmla="*/ 4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0" y="9"/>
                    </a:moveTo>
                    <a:cubicBezTo>
                      <a:pt x="5" y="13"/>
                      <a:pt x="17" y="19"/>
                      <a:pt x="23" y="18"/>
                    </a:cubicBezTo>
                    <a:cubicBezTo>
                      <a:pt x="16" y="14"/>
                      <a:pt x="19" y="5"/>
                      <a:pt x="15" y="0"/>
                    </a:cubicBezTo>
                    <a:cubicBezTo>
                      <a:pt x="14" y="7"/>
                      <a:pt x="15" y="11"/>
                      <a:pt x="5" y="1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3" name="Freeform 4236">
                <a:extLst>
                  <a:ext uri="{FF2B5EF4-FFF2-40B4-BE49-F238E27FC236}">
                    <a16:creationId xmlns:a16="http://schemas.microsoft.com/office/drawing/2014/main" id="{FAB5F187-B460-42FA-B6C1-720879968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284"/>
                <a:ext cx="16" cy="25"/>
              </a:xfrm>
              <a:custGeom>
                <a:avLst/>
                <a:gdLst>
                  <a:gd name="T0" fmla="*/ 0 w 10"/>
                  <a:gd name="T1" fmla="*/ 22 h 15"/>
                  <a:gd name="T2" fmla="*/ 35 w 10"/>
                  <a:gd name="T3" fmla="*/ 0 h 15"/>
                  <a:gd name="T4" fmla="*/ 13 w 10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0" y="5"/>
                    </a:moveTo>
                    <a:cubicBezTo>
                      <a:pt x="1" y="15"/>
                      <a:pt x="10" y="8"/>
                      <a:pt x="9" y="0"/>
                    </a:cubicBezTo>
                    <a:cubicBezTo>
                      <a:pt x="7" y="0"/>
                      <a:pt x="5" y="0"/>
                      <a:pt x="3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4" name="Freeform 4237">
                <a:extLst>
                  <a:ext uri="{FF2B5EF4-FFF2-40B4-BE49-F238E27FC236}">
                    <a16:creationId xmlns:a16="http://schemas.microsoft.com/office/drawing/2014/main" id="{123A79FE-30AA-4C4A-82EA-12CF928BB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09"/>
                <a:ext cx="35" cy="43"/>
              </a:xfrm>
              <a:custGeom>
                <a:avLst/>
                <a:gdLst>
                  <a:gd name="T0" fmla="*/ 0 w 23"/>
                  <a:gd name="T1" fmla="*/ 50 h 26"/>
                  <a:gd name="T2" fmla="*/ 81 w 23"/>
                  <a:gd name="T3" fmla="*/ 117 h 26"/>
                  <a:gd name="T4" fmla="*/ 40 w 23"/>
                  <a:gd name="T5" fmla="*/ 0 h 26"/>
                  <a:gd name="T6" fmla="*/ 32 w 23"/>
                  <a:gd name="T7" fmla="*/ 5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6">
                    <a:moveTo>
                      <a:pt x="0" y="11"/>
                    </a:moveTo>
                    <a:cubicBezTo>
                      <a:pt x="5" y="16"/>
                      <a:pt x="17" y="25"/>
                      <a:pt x="23" y="26"/>
                    </a:cubicBezTo>
                    <a:cubicBezTo>
                      <a:pt x="16" y="21"/>
                      <a:pt x="17" y="6"/>
                      <a:pt x="11" y="0"/>
                    </a:cubicBezTo>
                    <a:cubicBezTo>
                      <a:pt x="12" y="4"/>
                      <a:pt x="17" y="14"/>
                      <a:pt x="9" y="1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5" name="Freeform 4238">
                <a:extLst>
                  <a:ext uri="{FF2B5EF4-FFF2-40B4-BE49-F238E27FC236}">
                    <a16:creationId xmlns:a16="http://schemas.microsoft.com/office/drawing/2014/main" id="{5DBB6978-2336-4FA1-BF11-58245495A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238"/>
                <a:ext cx="25" cy="38"/>
              </a:xfrm>
              <a:custGeom>
                <a:avLst/>
                <a:gdLst>
                  <a:gd name="T0" fmla="*/ 0 w 16"/>
                  <a:gd name="T1" fmla="*/ 0 h 23"/>
                  <a:gd name="T2" fmla="*/ 48 w 16"/>
                  <a:gd name="T3" fmla="*/ 104 h 23"/>
                  <a:gd name="T4" fmla="*/ 61 w 16"/>
                  <a:gd name="T5" fmla="*/ 21 h 23"/>
                  <a:gd name="T6" fmla="*/ 27 w 16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0" y="0"/>
                    </a:moveTo>
                    <a:cubicBezTo>
                      <a:pt x="6" y="6"/>
                      <a:pt x="11" y="15"/>
                      <a:pt x="13" y="23"/>
                    </a:cubicBezTo>
                    <a:cubicBezTo>
                      <a:pt x="13" y="17"/>
                      <a:pt x="8" y="9"/>
                      <a:pt x="16" y="5"/>
                    </a:cubicBezTo>
                    <a:cubicBezTo>
                      <a:pt x="13" y="4"/>
                      <a:pt x="10" y="2"/>
                      <a:pt x="7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6" name="Freeform 4239">
                <a:extLst>
                  <a:ext uri="{FF2B5EF4-FFF2-40B4-BE49-F238E27FC236}">
                    <a16:creationId xmlns:a16="http://schemas.microsoft.com/office/drawing/2014/main" id="{3D5C23D1-5EA4-4A7F-9DEE-E61E494AE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133"/>
                <a:ext cx="44" cy="36"/>
              </a:xfrm>
              <a:custGeom>
                <a:avLst/>
                <a:gdLst>
                  <a:gd name="T0" fmla="*/ 0 w 29"/>
                  <a:gd name="T1" fmla="*/ 43 h 22"/>
                  <a:gd name="T2" fmla="*/ 18 w 29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2">
                    <a:moveTo>
                      <a:pt x="0" y="10"/>
                    </a:moveTo>
                    <a:cubicBezTo>
                      <a:pt x="2" y="22"/>
                      <a:pt x="29" y="10"/>
                      <a:pt x="5" y="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7" name="Freeform 4240">
                <a:extLst>
                  <a:ext uri="{FF2B5EF4-FFF2-40B4-BE49-F238E27FC236}">
                    <a16:creationId xmlns:a16="http://schemas.microsoft.com/office/drawing/2014/main" id="{0485974C-5465-4DF6-99E2-29B467F35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039"/>
                <a:ext cx="19" cy="44"/>
              </a:xfrm>
              <a:custGeom>
                <a:avLst/>
                <a:gdLst>
                  <a:gd name="T0" fmla="*/ 0 w 12"/>
                  <a:gd name="T1" fmla="*/ 0 h 27"/>
                  <a:gd name="T2" fmla="*/ 35 w 12"/>
                  <a:gd name="T3" fmla="*/ 117 h 27"/>
                  <a:gd name="T4" fmla="*/ 48 w 12"/>
                  <a:gd name="T5" fmla="*/ 55 h 27"/>
                  <a:gd name="T6" fmla="*/ 40 w 12"/>
                  <a:gd name="T7" fmla="*/ 4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1" y="8"/>
                      <a:pt x="5" y="19"/>
                      <a:pt x="9" y="27"/>
                    </a:cubicBezTo>
                    <a:cubicBezTo>
                      <a:pt x="8" y="22"/>
                      <a:pt x="5" y="12"/>
                      <a:pt x="12" y="13"/>
                    </a:cubicBezTo>
                    <a:cubicBezTo>
                      <a:pt x="12" y="12"/>
                      <a:pt x="11" y="11"/>
                      <a:pt x="10" y="10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8" name="Freeform 4241">
                <a:extLst>
                  <a:ext uri="{FF2B5EF4-FFF2-40B4-BE49-F238E27FC236}">
                    <a16:creationId xmlns:a16="http://schemas.microsoft.com/office/drawing/2014/main" id="{5CD4B1A0-CDBE-47D9-8699-AC02AE982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915"/>
                <a:ext cx="23" cy="33"/>
              </a:xfrm>
              <a:custGeom>
                <a:avLst/>
                <a:gdLst>
                  <a:gd name="T0" fmla="*/ 0 w 15"/>
                  <a:gd name="T1" fmla="*/ 35 h 20"/>
                  <a:gd name="T2" fmla="*/ 49 w 15"/>
                  <a:gd name="T3" fmla="*/ 54 h 20"/>
                  <a:gd name="T4" fmla="*/ 21 w 15"/>
                  <a:gd name="T5" fmla="*/ 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0" y="8"/>
                    </a:moveTo>
                    <a:cubicBezTo>
                      <a:pt x="1" y="16"/>
                      <a:pt x="11" y="20"/>
                      <a:pt x="14" y="12"/>
                    </a:cubicBezTo>
                    <a:cubicBezTo>
                      <a:pt x="15" y="7"/>
                      <a:pt x="10" y="0"/>
                      <a:pt x="6" y="1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9" name="Freeform 4242">
                <a:extLst>
                  <a:ext uri="{FF2B5EF4-FFF2-40B4-BE49-F238E27FC236}">
                    <a16:creationId xmlns:a16="http://schemas.microsoft.com/office/drawing/2014/main" id="{706297FB-CAB5-4622-9C50-CC9D8F6C8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963"/>
                <a:ext cx="31" cy="79"/>
              </a:xfrm>
              <a:custGeom>
                <a:avLst/>
                <a:gdLst>
                  <a:gd name="T0" fmla="*/ 26 w 20"/>
                  <a:gd name="T1" fmla="*/ 171 h 48"/>
                  <a:gd name="T2" fmla="*/ 74 w 20"/>
                  <a:gd name="T3" fmla="*/ 214 h 48"/>
                  <a:gd name="T4" fmla="*/ 0 w 20"/>
                  <a:gd name="T5" fmla="*/ 0 h 48"/>
                  <a:gd name="T6" fmla="*/ 34 w 20"/>
                  <a:gd name="T7" fmla="*/ 76 h 48"/>
                  <a:gd name="T8" fmla="*/ 39 w 20"/>
                  <a:gd name="T9" fmla="*/ 14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8">
                    <a:moveTo>
                      <a:pt x="7" y="38"/>
                    </a:moveTo>
                    <a:cubicBezTo>
                      <a:pt x="11" y="42"/>
                      <a:pt x="16" y="45"/>
                      <a:pt x="20" y="48"/>
                    </a:cubicBezTo>
                    <a:cubicBezTo>
                      <a:pt x="17" y="30"/>
                      <a:pt x="12" y="14"/>
                      <a:pt x="0" y="0"/>
                    </a:cubicBezTo>
                    <a:cubicBezTo>
                      <a:pt x="4" y="5"/>
                      <a:pt x="8" y="11"/>
                      <a:pt x="9" y="17"/>
                    </a:cubicBezTo>
                    <a:cubicBezTo>
                      <a:pt x="10" y="22"/>
                      <a:pt x="8" y="28"/>
                      <a:pt x="10" y="32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0" name="Freeform 4243">
                <a:extLst>
                  <a:ext uri="{FF2B5EF4-FFF2-40B4-BE49-F238E27FC236}">
                    <a16:creationId xmlns:a16="http://schemas.microsoft.com/office/drawing/2014/main" id="{5721A22D-F66B-4FA9-8ACD-6E0FC859A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181"/>
                <a:ext cx="47" cy="56"/>
              </a:xfrm>
              <a:custGeom>
                <a:avLst/>
                <a:gdLst>
                  <a:gd name="T0" fmla="*/ 0 w 30"/>
                  <a:gd name="T1" fmla="*/ 58 h 34"/>
                  <a:gd name="T2" fmla="*/ 116 w 30"/>
                  <a:gd name="T3" fmla="*/ 152 h 34"/>
                  <a:gd name="T4" fmla="*/ 34 w 30"/>
                  <a:gd name="T5" fmla="*/ 0 h 34"/>
                  <a:gd name="T6" fmla="*/ 31 w 30"/>
                  <a:gd name="T7" fmla="*/ 7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4">
                    <a:moveTo>
                      <a:pt x="0" y="13"/>
                    </a:moveTo>
                    <a:cubicBezTo>
                      <a:pt x="6" y="18"/>
                      <a:pt x="21" y="32"/>
                      <a:pt x="30" y="34"/>
                    </a:cubicBezTo>
                    <a:cubicBezTo>
                      <a:pt x="23" y="28"/>
                      <a:pt x="11" y="9"/>
                      <a:pt x="9" y="0"/>
                    </a:cubicBezTo>
                    <a:cubicBezTo>
                      <a:pt x="9" y="6"/>
                      <a:pt x="14" y="13"/>
                      <a:pt x="8" y="17"/>
                    </a:cubicBezTo>
                  </a:path>
                </a:pathLst>
              </a:custGeom>
              <a:solidFill>
                <a:srgbClr val="FA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1" name="Freeform 4244">
                <a:extLst>
                  <a:ext uri="{FF2B5EF4-FFF2-40B4-BE49-F238E27FC236}">
                    <a16:creationId xmlns:a16="http://schemas.microsoft.com/office/drawing/2014/main" id="{096FF60F-DDCA-4F7E-9EBC-ECB69E29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587"/>
                <a:ext cx="76" cy="43"/>
              </a:xfrm>
              <a:custGeom>
                <a:avLst/>
                <a:gdLst>
                  <a:gd name="T0" fmla="*/ 0 w 49"/>
                  <a:gd name="T1" fmla="*/ 0 h 26"/>
                  <a:gd name="T2" fmla="*/ 183 w 49"/>
                  <a:gd name="T3" fmla="*/ 5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6">
                    <a:moveTo>
                      <a:pt x="0" y="0"/>
                    </a:moveTo>
                    <a:cubicBezTo>
                      <a:pt x="10" y="16"/>
                      <a:pt x="22" y="26"/>
                      <a:pt x="49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2" name="Freeform 4245">
                <a:extLst>
                  <a:ext uri="{FF2B5EF4-FFF2-40B4-BE49-F238E27FC236}">
                    <a16:creationId xmlns:a16="http://schemas.microsoft.com/office/drawing/2014/main" id="{3F5AD2F8-B7D6-43EF-B1B8-96A063E84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87"/>
                <a:ext cx="12" cy="15"/>
              </a:xfrm>
              <a:custGeom>
                <a:avLst/>
                <a:gdLst>
                  <a:gd name="T0" fmla="*/ 27 w 8"/>
                  <a:gd name="T1" fmla="*/ 0 h 9"/>
                  <a:gd name="T2" fmla="*/ 0 w 8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5" y="4"/>
                      <a:pt x="2" y="7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3" name="Freeform 4246">
                <a:extLst>
                  <a:ext uri="{FF2B5EF4-FFF2-40B4-BE49-F238E27FC236}">
                    <a16:creationId xmlns:a16="http://schemas.microsoft.com/office/drawing/2014/main" id="{FE8C1DDE-0449-46EE-899E-72BACDDAF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1589"/>
                <a:ext cx="99" cy="147"/>
              </a:xfrm>
              <a:custGeom>
                <a:avLst/>
                <a:gdLst>
                  <a:gd name="T0" fmla="*/ 0 w 64"/>
                  <a:gd name="T1" fmla="*/ 0 h 89"/>
                  <a:gd name="T2" fmla="*/ 108 w 64"/>
                  <a:gd name="T3" fmla="*/ 401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89">
                    <a:moveTo>
                      <a:pt x="0" y="0"/>
                    </a:moveTo>
                    <a:cubicBezTo>
                      <a:pt x="21" y="26"/>
                      <a:pt x="64" y="70"/>
                      <a:pt x="29" y="8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4" name="Freeform 4247">
                <a:extLst>
                  <a:ext uri="{FF2B5EF4-FFF2-40B4-BE49-F238E27FC236}">
                    <a16:creationId xmlns:a16="http://schemas.microsoft.com/office/drawing/2014/main" id="{652E21DB-AEA0-489C-92E2-5E8EA84CF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1614"/>
                <a:ext cx="59" cy="39"/>
              </a:xfrm>
              <a:custGeom>
                <a:avLst/>
                <a:gdLst>
                  <a:gd name="T0" fmla="*/ 0 w 38"/>
                  <a:gd name="T1" fmla="*/ 98 h 24"/>
                  <a:gd name="T2" fmla="*/ 143 w 3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4">
                    <a:moveTo>
                      <a:pt x="0" y="23"/>
                    </a:moveTo>
                    <a:cubicBezTo>
                      <a:pt x="17" y="24"/>
                      <a:pt x="30" y="14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5" name="Freeform 4248">
                <a:extLst>
                  <a:ext uri="{FF2B5EF4-FFF2-40B4-BE49-F238E27FC236}">
                    <a16:creationId xmlns:a16="http://schemas.microsoft.com/office/drawing/2014/main" id="{8BCDD299-35B4-4B88-88DE-FA48C466B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622"/>
                <a:ext cx="121" cy="117"/>
              </a:xfrm>
              <a:custGeom>
                <a:avLst/>
                <a:gdLst>
                  <a:gd name="T0" fmla="*/ 0 w 78"/>
                  <a:gd name="T1" fmla="*/ 0 h 71"/>
                  <a:gd name="T2" fmla="*/ 292 w 78"/>
                  <a:gd name="T3" fmla="*/ 227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71">
                    <a:moveTo>
                      <a:pt x="0" y="0"/>
                    </a:moveTo>
                    <a:cubicBezTo>
                      <a:pt x="17" y="28"/>
                      <a:pt x="45" y="71"/>
                      <a:pt x="78" y="5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6" name="Freeform 4249">
                <a:extLst>
                  <a:ext uri="{FF2B5EF4-FFF2-40B4-BE49-F238E27FC236}">
                    <a16:creationId xmlns:a16="http://schemas.microsoft.com/office/drawing/2014/main" id="{C8DA3BEE-0DAB-47BD-A514-2873CDA08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1691"/>
                <a:ext cx="86" cy="158"/>
              </a:xfrm>
              <a:custGeom>
                <a:avLst/>
                <a:gdLst>
                  <a:gd name="T0" fmla="*/ 0 w 56"/>
                  <a:gd name="T1" fmla="*/ 0 h 96"/>
                  <a:gd name="T2" fmla="*/ 170 w 56"/>
                  <a:gd name="T3" fmla="*/ 247 h 96"/>
                  <a:gd name="T4" fmla="*/ 170 w 56"/>
                  <a:gd name="T5" fmla="*/ 428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96">
                    <a:moveTo>
                      <a:pt x="0" y="0"/>
                    </a:moveTo>
                    <a:cubicBezTo>
                      <a:pt x="10" y="21"/>
                      <a:pt x="38" y="34"/>
                      <a:pt x="47" y="55"/>
                    </a:cubicBezTo>
                    <a:cubicBezTo>
                      <a:pt x="56" y="74"/>
                      <a:pt x="52" y="76"/>
                      <a:pt x="47" y="9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7" name="Freeform 4250">
                <a:extLst>
                  <a:ext uri="{FF2B5EF4-FFF2-40B4-BE49-F238E27FC236}">
                    <a16:creationId xmlns:a16="http://schemas.microsoft.com/office/drawing/2014/main" id="{CE26B3CD-D0C7-4893-A2EF-36861EE1A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1815"/>
                <a:ext cx="102" cy="138"/>
              </a:xfrm>
              <a:custGeom>
                <a:avLst/>
                <a:gdLst>
                  <a:gd name="T0" fmla="*/ 0 w 66"/>
                  <a:gd name="T1" fmla="*/ 0 h 84"/>
                  <a:gd name="T2" fmla="*/ 189 w 66"/>
                  <a:gd name="T3" fmla="*/ 373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84">
                    <a:moveTo>
                      <a:pt x="0" y="0"/>
                    </a:moveTo>
                    <a:cubicBezTo>
                      <a:pt x="42" y="9"/>
                      <a:pt x="66" y="55"/>
                      <a:pt x="51" y="8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8" name="Freeform 4251">
                <a:extLst>
                  <a:ext uri="{FF2B5EF4-FFF2-40B4-BE49-F238E27FC236}">
                    <a16:creationId xmlns:a16="http://schemas.microsoft.com/office/drawing/2014/main" id="{3E9EFC53-7ACD-4DF8-A675-D142A4915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909"/>
                <a:ext cx="106" cy="128"/>
              </a:xfrm>
              <a:custGeom>
                <a:avLst/>
                <a:gdLst>
                  <a:gd name="T0" fmla="*/ 0 w 69"/>
                  <a:gd name="T1" fmla="*/ 0 h 78"/>
                  <a:gd name="T2" fmla="*/ 154 w 69"/>
                  <a:gd name="T3" fmla="*/ 304 h 78"/>
                  <a:gd name="T4" fmla="*/ 154 w 69"/>
                  <a:gd name="T5" fmla="*/ 345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78">
                    <a:moveTo>
                      <a:pt x="0" y="0"/>
                    </a:moveTo>
                    <a:cubicBezTo>
                      <a:pt x="23" y="15"/>
                      <a:pt x="69" y="45"/>
                      <a:pt x="42" y="69"/>
                    </a:cubicBezTo>
                    <a:cubicBezTo>
                      <a:pt x="42" y="78"/>
                      <a:pt x="42" y="78"/>
                      <a:pt x="42" y="7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9" name="Freeform 4252">
                <a:extLst>
                  <a:ext uri="{FF2B5EF4-FFF2-40B4-BE49-F238E27FC236}">
                    <a16:creationId xmlns:a16="http://schemas.microsoft.com/office/drawing/2014/main" id="{3BE906F6-64BA-468D-8EB0-B7AF65355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1983"/>
                <a:ext cx="115" cy="125"/>
              </a:xfrm>
              <a:custGeom>
                <a:avLst/>
                <a:gdLst>
                  <a:gd name="T0" fmla="*/ 0 w 74"/>
                  <a:gd name="T1" fmla="*/ 0 h 76"/>
                  <a:gd name="T2" fmla="*/ 182 w 74"/>
                  <a:gd name="T3" fmla="*/ 319 h 76"/>
                  <a:gd name="T4" fmla="*/ 171 w 74"/>
                  <a:gd name="T5" fmla="*/ 339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76">
                    <a:moveTo>
                      <a:pt x="0" y="0"/>
                    </a:moveTo>
                    <a:cubicBezTo>
                      <a:pt x="32" y="29"/>
                      <a:pt x="74" y="21"/>
                      <a:pt x="48" y="72"/>
                    </a:cubicBezTo>
                    <a:cubicBezTo>
                      <a:pt x="46" y="76"/>
                      <a:pt x="46" y="76"/>
                      <a:pt x="46" y="7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0" name="Freeform 4253">
                <a:extLst>
                  <a:ext uri="{FF2B5EF4-FFF2-40B4-BE49-F238E27FC236}">
                    <a16:creationId xmlns:a16="http://schemas.microsoft.com/office/drawing/2014/main" id="{9CE9079C-917A-4AA6-A091-C8026F956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711"/>
                <a:ext cx="107" cy="114"/>
              </a:xfrm>
              <a:custGeom>
                <a:avLst/>
                <a:gdLst>
                  <a:gd name="T0" fmla="*/ 0 w 69"/>
                  <a:gd name="T1" fmla="*/ 0 h 69"/>
                  <a:gd name="T2" fmla="*/ 257 w 69"/>
                  <a:gd name="T3" fmla="*/ 216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69">
                    <a:moveTo>
                      <a:pt x="0" y="0"/>
                    </a:moveTo>
                    <a:cubicBezTo>
                      <a:pt x="9" y="23"/>
                      <a:pt x="41" y="69"/>
                      <a:pt x="69" y="4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1" name="Freeform 4254">
                <a:extLst>
                  <a:ext uri="{FF2B5EF4-FFF2-40B4-BE49-F238E27FC236}">
                    <a16:creationId xmlns:a16="http://schemas.microsoft.com/office/drawing/2014/main" id="{895171C2-829A-486A-9237-14EC03931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1744"/>
                <a:ext cx="48" cy="36"/>
              </a:xfrm>
              <a:custGeom>
                <a:avLst/>
                <a:gdLst>
                  <a:gd name="T0" fmla="*/ 0 w 31"/>
                  <a:gd name="T1" fmla="*/ 97 h 22"/>
                  <a:gd name="T2" fmla="*/ 115 w 3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2">
                    <a:moveTo>
                      <a:pt x="0" y="22"/>
                    </a:moveTo>
                    <a:cubicBezTo>
                      <a:pt x="13" y="22"/>
                      <a:pt x="24" y="9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2" name="Freeform 4255">
                <a:extLst>
                  <a:ext uri="{FF2B5EF4-FFF2-40B4-BE49-F238E27FC236}">
                    <a16:creationId xmlns:a16="http://schemas.microsoft.com/office/drawing/2014/main" id="{8E80340E-5480-48D5-BB7C-A12428875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769"/>
                <a:ext cx="14" cy="59"/>
              </a:xfrm>
              <a:custGeom>
                <a:avLst/>
                <a:gdLst>
                  <a:gd name="T0" fmla="*/ 12 w 9"/>
                  <a:gd name="T1" fmla="*/ 0 h 36"/>
                  <a:gd name="T2" fmla="*/ 34 w 9"/>
                  <a:gd name="T3" fmla="*/ 159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6">
                    <a:moveTo>
                      <a:pt x="3" y="0"/>
                    </a:moveTo>
                    <a:cubicBezTo>
                      <a:pt x="3" y="12"/>
                      <a:pt x="0" y="27"/>
                      <a:pt x="9" y="3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3" name="Freeform 4256">
                <a:extLst>
                  <a:ext uri="{FF2B5EF4-FFF2-40B4-BE49-F238E27FC236}">
                    <a16:creationId xmlns:a16="http://schemas.microsoft.com/office/drawing/2014/main" id="{6D97C65A-2843-4006-9D47-85846BE19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800"/>
                <a:ext cx="119" cy="97"/>
              </a:xfrm>
              <a:custGeom>
                <a:avLst/>
                <a:gdLst>
                  <a:gd name="T0" fmla="*/ 0 w 77"/>
                  <a:gd name="T1" fmla="*/ 0 h 59"/>
                  <a:gd name="T2" fmla="*/ 29 w 77"/>
                  <a:gd name="T3" fmla="*/ 102 h 59"/>
                  <a:gd name="T4" fmla="*/ 158 w 77"/>
                  <a:gd name="T5" fmla="*/ 194 h 59"/>
                  <a:gd name="T6" fmla="*/ 284 w 77"/>
                  <a:gd name="T7" fmla="*/ 20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59">
                    <a:moveTo>
                      <a:pt x="0" y="0"/>
                    </a:moveTo>
                    <a:cubicBezTo>
                      <a:pt x="6" y="7"/>
                      <a:pt x="3" y="17"/>
                      <a:pt x="8" y="23"/>
                    </a:cubicBezTo>
                    <a:cubicBezTo>
                      <a:pt x="13" y="31"/>
                      <a:pt x="35" y="37"/>
                      <a:pt x="43" y="44"/>
                    </a:cubicBezTo>
                    <a:cubicBezTo>
                      <a:pt x="57" y="55"/>
                      <a:pt x="62" y="59"/>
                      <a:pt x="77" y="4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4" name="Freeform 4257">
                <a:extLst>
                  <a:ext uri="{FF2B5EF4-FFF2-40B4-BE49-F238E27FC236}">
                    <a16:creationId xmlns:a16="http://schemas.microsoft.com/office/drawing/2014/main" id="{A0F541BB-75FE-490C-84FB-F33840634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887"/>
                <a:ext cx="102" cy="88"/>
              </a:xfrm>
              <a:custGeom>
                <a:avLst/>
                <a:gdLst>
                  <a:gd name="T0" fmla="*/ 12 w 66"/>
                  <a:gd name="T1" fmla="*/ 0 h 53"/>
                  <a:gd name="T2" fmla="*/ 19 w 66"/>
                  <a:gd name="T3" fmla="*/ 105 h 53"/>
                  <a:gd name="T4" fmla="*/ 134 w 66"/>
                  <a:gd name="T5" fmla="*/ 221 h 53"/>
                  <a:gd name="T6" fmla="*/ 189 w 66"/>
                  <a:gd name="T7" fmla="*/ 221 h 53"/>
                  <a:gd name="T8" fmla="*/ 244 w 66"/>
                  <a:gd name="T9" fmla="*/ 14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53">
                    <a:moveTo>
                      <a:pt x="3" y="0"/>
                    </a:moveTo>
                    <a:cubicBezTo>
                      <a:pt x="3" y="10"/>
                      <a:pt x="0" y="15"/>
                      <a:pt x="5" y="23"/>
                    </a:cubicBezTo>
                    <a:cubicBezTo>
                      <a:pt x="10" y="31"/>
                      <a:pt x="28" y="46"/>
                      <a:pt x="36" y="48"/>
                    </a:cubicBezTo>
                    <a:cubicBezTo>
                      <a:pt x="46" y="51"/>
                      <a:pt x="41" y="53"/>
                      <a:pt x="51" y="48"/>
                    </a:cubicBezTo>
                    <a:cubicBezTo>
                      <a:pt x="56" y="45"/>
                      <a:pt x="63" y="36"/>
                      <a:pt x="66" y="3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5" name="Freeform 4258">
                <a:extLst>
                  <a:ext uri="{FF2B5EF4-FFF2-40B4-BE49-F238E27FC236}">
                    <a16:creationId xmlns:a16="http://schemas.microsoft.com/office/drawing/2014/main" id="{7CA71C0C-25A4-49EA-872F-F6CC67407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1958"/>
                <a:ext cx="35" cy="50"/>
              </a:xfrm>
              <a:custGeom>
                <a:avLst/>
                <a:gdLst>
                  <a:gd name="T0" fmla="*/ 0 w 23"/>
                  <a:gd name="T1" fmla="*/ 138 h 30"/>
                  <a:gd name="T2" fmla="*/ 81 w 23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0">
                    <a:moveTo>
                      <a:pt x="0" y="30"/>
                    </a:moveTo>
                    <a:cubicBezTo>
                      <a:pt x="13" y="26"/>
                      <a:pt x="19" y="12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6" name="Freeform 4259">
                <a:extLst>
                  <a:ext uri="{FF2B5EF4-FFF2-40B4-BE49-F238E27FC236}">
                    <a16:creationId xmlns:a16="http://schemas.microsoft.com/office/drawing/2014/main" id="{D4101DD0-0380-48AE-8115-CD9ACBBBF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869"/>
                <a:ext cx="51" cy="64"/>
              </a:xfrm>
              <a:custGeom>
                <a:avLst/>
                <a:gdLst>
                  <a:gd name="T0" fmla="*/ 0 w 33"/>
                  <a:gd name="T1" fmla="*/ 172 h 39"/>
                  <a:gd name="T2" fmla="*/ 122 w 33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9" y="27"/>
                      <a:pt x="17" y="5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7" name="Freeform 4260">
                <a:extLst>
                  <a:ext uri="{FF2B5EF4-FFF2-40B4-BE49-F238E27FC236}">
                    <a16:creationId xmlns:a16="http://schemas.microsoft.com/office/drawing/2014/main" id="{F1E7A56D-91AE-485A-8C62-96CEAC23B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803"/>
                <a:ext cx="37" cy="56"/>
              </a:xfrm>
              <a:custGeom>
                <a:avLst/>
                <a:gdLst>
                  <a:gd name="T0" fmla="*/ 0 w 24"/>
                  <a:gd name="T1" fmla="*/ 152 h 34"/>
                  <a:gd name="T2" fmla="*/ 88 w 24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4">
                    <a:moveTo>
                      <a:pt x="0" y="34"/>
                    </a:moveTo>
                    <a:cubicBezTo>
                      <a:pt x="16" y="28"/>
                      <a:pt x="19" y="14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8" name="Freeform 4261">
                <a:extLst>
                  <a:ext uri="{FF2B5EF4-FFF2-40B4-BE49-F238E27FC236}">
                    <a16:creationId xmlns:a16="http://schemas.microsoft.com/office/drawing/2014/main" id="{84D97E25-EDDA-44BC-A679-3C549F853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826"/>
                <a:ext cx="27" cy="9"/>
              </a:xfrm>
              <a:custGeom>
                <a:avLst/>
                <a:gdLst>
                  <a:gd name="T0" fmla="*/ 0 w 18"/>
                  <a:gd name="T1" fmla="*/ 7 h 5"/>
                  <a:gd name="T2" fmla="*/ 62 w 18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1"/>
                    </a:moveTo>
                    <a:cubicBezTo>
                      <a:pt x="6" y="0"/>
                      <a:pt x="13" y="0"/>
                      <a:pt x="18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9" name="Freeform 4262">
                <a:extLst>
                  <a:ext uri="{FF2B5EF4-FFF2-40B4-BE49-F238E27FC236}">
                    <a16:creationId xmlns:a16="http://schemas.microsoft.com/office/drawing/2014/main" id="{FFD018F3-7828-4384-907D-0517E92E9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884"/>
                <a:ext cx="53" cy="40"/>
              </a:xfrm>
              <a:custGeom>
                <a:avLst/>
                <a:gdLst>
                  <a:gd name="T0" fmla="*/ 0 w 34"/>
                  <a:gd name="T1" fmla="*/ 0 h 24"/>
                  <a:gd name="T2" fmla="*/ 129 w 34"/>
                  <a:gd name="T3" fmla="*/ 11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11" y="6"/>
                      <a:pt x="28" y="12"/>
                      <a:pt x="34" y="2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0" name="Freeform 4263">
                <a:extLst>
                  <a:ext uri="{FF2B5EF4-FFF2-40B4-BE49-F238E27FC236}">
                    <a16:creationId xmlns:a16="http://schemas.microsoft.com/office/drawing/2014/main" id="{EB35ABB2-2CB3-49A1-900A-7BBCD651A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92"/>
                <a:ext cx="44" cy="14"/>
              </a:xfrm>
              <a:custGeom>
                <a:avLst/>
                <a:gdLst>
                  <a:gd name="T0" fmla="*/ 0 w 29"/>
                  <a:gd name="T1" fmla="*/ 28 h 8"/>
                  <a:gd name="T2" fmla="*/ 102 w 29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8">
                    <a:moveTo>
                      <a:pt x="0" y="5"/>
                    </a:moveTo>
                    <a:cubicBezTo>
                      <a:pt x="9" y="0"/>
                      <a:pt x="21" y="5"/>
                      <a:pt x="29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1" name="Freeform 4264">
                <a:extLst>
                  <a:ext uri="{FF2B5EF4-FFF2-40B4-BE49-F238E27FC236}">
                    <a16:creationId xmlns:a16="http://schemas.microsoft.com/office/drawing/2014/main" id="{63D5C449-134F-41DB-8B06-2B8E030C4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1973"/>
                <a:ext cx="136" cy="97"/>
              </a:xfrm>
              <a:custGeom>
                <a:avLst/>
                <a:gdLst>
                  <a:gd name="T0" fmla="*/ 5 w 88"/>
                  <a:gd name="T1" fmla="*/ 0 h 59"/>
                  <a:gd name="T2" fmla="*/ 162 w 88"/>
                  <a:gd name="T3" fmla="*/ 206 h 59"/>
                  <a:gd name="T4" fmla="*/ 263 w 88"/>
                  <a:gd name="T5" fmla="*/ 240 h 59"/>
                  <a:gd name="T6" fmla="*/ 325 w 88"/>
                  <a:gd name="T7" fmla="*/ 156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59">
                    <a:moveTo>
                      <a:pt x="1" y="0"/>
                    </a:moveTo>
                    <a:cubicBezTo>
                      <a:pt x="0" y="19"/>
                      <a:pt x="31" y="36"/>
                      <a:pt x="44" y="46"/>
                    </a:cubicBezTo>
                    <a:cubicBezTo>
                      <a:pt x="55" y="53"/>
                      <a:pt x="59" y="59"/>
                      <a:pt x="71" y="54"/>
                    </a:cubicBezTo>
                    <a:cubicBezTo>
                      <a:pt x="76" y="52"/>
                      <a:pt x="85" y="41"/>
                      <a:pt x="88" y="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2" name="Freeform 4265">
                <a:extLst>
                  <a:ext uri="{FF2B5EF4-FFF2-40B4-BE49-F238E27FC236}">
                    <a16:creationId xmlns:a16="http://schemas.microsoft.com/office/drawing/2014/main" id="{799AFDB1-17E7-4748-88A6-5CDA4EB14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067"/>
                <a:ext cx="119" cy="74"/>
              </a:xfrm>
              <a:custGeom>
                <a:avLst/>
                <a:gdLst>
                  <a:gd name="T0" fmla="*/ 0 w 77"/>
                  <a:gd name="T1" fmla="*/ 0 h 45"/>
                  <a:gd name="T2" fmla="*/ 284 w 77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45">
                    <a:moveTo>
                      <a:pt x="0" y="0"/>
                    </a:moveTo>
                    <a:cubicBezTo>
                      <a:pt x="25" y="15"/>
                      <a:pt x="53" y="45"/>
                      <a:pt x="77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3" name="Freeform 4266">
                <a:extLst>
                  <a:ext uri="{FF2B5EF4-FFF2-40B4-BE49-F238E27FC236}">
                    <a16:creationId xmlns:a16="http://schemas.microsoft.com/office/drawing/2014/main" id="{92B87388-AC38-4EBF-B1D8-47E14E9E9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2113"/>
                <a:ext cx="119" cy="76"/>
              </a:xfrm>
              <a:custGeom>
                <a:avLst/>
                <a:gdLst>
                  <a:gd name="T0" fmla="*/ 284 w 77"/>
                  <a:gd name="T1" fmla="*/ 84 h 46"/>
                  <a:gd name="T2" fmla="*/ 127 w 77"/>
                  <a:gd name="T3" fmla="*/ 122 h 46"/>
                  <a:gd name="T4" fmla="*/ 0 w 77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6">
                    <a:moveTo>
                      <a:pt x="77" y="19"/>
                    </a:moveTo>
                    <a:cubicBezTo>
                      <a:pt x="59" y="43"/>
                      <a:pt x="55" y="46"/>
                      <a:pt x="34" y="27"/>
                    </a:cubicBezTo>
                    <a:cubicBezTo>
                      <a:pt x="24" y="18"/>
                      <a:pt x="9" y="9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4" name="Freeform 4267">
                <a:extLst>
                  <a:ext uri="{FF2B5EF4-FFF2-40B4-BE49-F238E27FC236}">
                    <a16:creationId xmlns:a16="http://schemas.microsoft.com/office/drawing/2014/main" id="{2A6C015C-5E63-4C7D-99F6-9CB2A51D7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067"/>
                <a:ext cx="76" cy="97"/>
              </a:xfrm>
              <a:custGeom>
                <a:avLst/>
                <a:gdLst>
                  <a:gd name="T0" fmla="*/ 0 w 49"/>
                  <a:gd name="T1" fmla="*/ 0 h 59"/>
                  <a:gd name="T2" fmla="*/ 161 w 49"/>
                  <a:gd name="T3" fmla="*/ 151 h 59"/>
                  <a:gd name="T4" fmla="*/ 157 w 49"/>
                  <a:gd name="T5" fmla="*/ 26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59">
                    <a:moveTo>
                      <a:pt x="0" y="0"/>
                    </a:moveTo>
                    <a:cubicBezTo>
                      <a:pt x="14" y="8"/>
                      <a:pt x="35" y="20"/>
                      <a:pt x="43" y="34"/>
                    </a:cubicBezTo>
                    <a:cubicBezTo>
                      <a:pt x="49" y="42"/>
                      <a:pt x="46" y="52"/>
                      <a:pt x="42" y="5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5" name="Freeform 4268">
                <a:extLst>
                  <a:ext uri="{FF2B5EF4-FFF2-40B4-BE49-F238E27FC236}">
                    <a16:creationId xmlns:a16="http://schemas.microsoft.com/office/drawing/2014/main" id="{BD52DA9D-4021-4D5B-BD5B-FC8EADE2A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2045"/>
                <a:ext cx="47" cy="50"/>
              </a:xfrm>
              <a:custGeom>
                <a:avLst/>
                <a:gdLst>
                  <a:gd name="T0" fmla="*/ 0 w 30"/>
                  <a:gd name="T1" fmla="*/ 138 h 30"/>
                  <a:gd name="T2" fmla="*/ 116 w 30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0">
                    <a:moveTo>
                      <a:pt x="0" y="30"/>
                    </a:moveTo>
                    <a:cubicBezTo>
                      <a:pt x="12" y="30"/>
                      <a:pt x="26" y="11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6" name="Freeform 4269">
                <a:extLst>
                  <a:ext uri="{FF2B5EF4-FFF2-40B4-BE49-F238E27FC236}">
                    <a16:creationId xmlns:a16="http://schemas.microsoft.com/office/drawing/2014/main" id="{D400D601-41D0-48D5-9CF6-ACFFAAB75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2123"/>
                <a:ext cx="117" cy="110"/>
              </a:xfrm>
              <a:custGeom>
                <a:avLst/>
                <a:gdLst>
                  <a:gd name="T0" fmla="*/ 0 w 76"/>
                  <a:gd name="T1" fmla="*/ 30 h 67"/>
                  <a:gd name="T2" fmla="*/ 189 w 76"/>
                  <a:gd name="T3" fmla="*/ 110 h 67"/>
                  <a:gd name="T4" fmla="*/ 216 w 76"/>
                  <a:gd name="T5" fmla="*/ 29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67">
                    <a:moveTo>
                      <a:pt x="0" y="7"/>
                    </a:moveTo>
                    <a:cubicBezTo>
                      <a:pt x="17" y="0"/>
                      <a:pt x="38" y="17"/>
                      <a:pt x="52" y="25"/>
                    </a:cubicBezTo>
                    <a:cubicBezTo>
                      <a:pt x="76" y="41"/>
                      <a:pt x="75" y="42"/>
                      <a:pt x="59" y="6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7" name="Freeform 4270">
                <a:extLst>
                  <a:ext uri="{FF2B5EF4-FFF2-40B4-BE49-F238E27FC236}">
                    <a16:creationId xmlns:a16="http://schemas.microsoft.com/office/drawing/2014/main" id="{B4143EE0-C5B1-458B-98B1-EAA69B3B6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111"/>
                <a:ext cx="37" cy="48"/>
              </a:xfrm>
              <a:custGeom>
                <a:avLst/>
                <a:gdLst>
                  <a:gd name="T0" fmla="*/ 0 w 24"/>
                  <a:gd name="T1" fmla="*/ 131 h 29"/>
                  <a:gd name="T2" fmla="*/ 88 w 24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9">
                    <a:moveTo>
                      <a:pt x="0" y="29"/>
                    </a:moveTo>
                    <a:cubicBezTo>
                      <a:pt x="10" y="23"/>
                      <a:pt x="20" y="12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8" name="Freeform 4271">
                <a:extLst>
                  <a:ext uri="{FF2B5EF4-FFF2-40B4-BE49-F238E27FC236}">
                    <a16:creationId xmlns:a16="http://schemas.microsoft.com/office/drawing/2014/main" id="{D937C72E-5F5B-477F-AF4B-2965761BE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1978"/>
                <a:ext cx="49" cy="15"/>
              </a:xfrm>
              <a:custGeom>
                <a:avLst/>
                <a:gdLst>
                  <a:gd name="T0" fmla="*/ 0 w 32"/>
                  <a:gd name="T1" fmla="*/ 13 h 9"/>
                  <a:gd name="T2" fmla="*/ 115 w 32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9">
                    <a:moveTo>
                      <a:pt x="0" y="3"/>
                    </a:moveTo>
                    <a:cubicBezTo>
                      <a:pt x="11" y="0"/>
                      <a:pt x="25" y="0"/>
                      <a:pt x="32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9" name="Freeform 4272">
                <a:extLst>
                  <a:ext uri="{FF2B5EF4-FFF2-40B4-BE49-F238E27FC236}">
                    <a16:creationId xmlns:a16="http://schemas.microsoft.com/office/drawing/2014/main" id="{33E46BC4-122D-4538-8C37-F8768A728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085"/>
                <a:ext cx="16" cy="46"/>
              </a:xfrm>
              <a:custGeom>
                <a:avLst/>
                <a:gdLst>
                  <a:gd name="T0" fmla="*/ 13 w 10"/>
                  <a:gd name="T1" fmla="*/ 0 h 28"/>
                  <a:gd name="T2" fmla="*/ 42 w 10"/>
                  <a:gd name="T3" fmla="*/ 12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8">
                    <a:moveTo>
                      <a:pt x="3" y="0"/>
                    </a:moveTo>
                    <a:cubicBezTo>
                      <a:pt x="0" y="9"/>
                      <a:pt x="0" y="24"/>
                      <a:pt x="10" y="2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0" name="Freeform 4273">
                <a:extLst>
                  <a:ext uri="{FF2B5EF4-FFF2-40B4-BE49-F238E27FC236}">
                    <a16:creationId xmlns:a16="http://schemas.microsoft.com/office/drawing/2014/main" id="{F0BD0C49-890A-4027-BB4B-A2CFAF1A2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2205"/>
                <a:ext cx="95" cy="99"/>
              </a:xfrm>
              <a:custGeom>
                <a:avLst/>
                <a:gdLst>
                  <a:gd name="T0" fmla="*/ 0 w 61"/>
                  <a:gd name="T1" fmla="*/ 0 h 60"/>
                  <a:gd name="T2" fmla="*/ 210 w 61"/>
                  <a:gd name="T3" fmla="*/ 130 h 60"/>
                  <a:gd name="T4" fmla="*/ 192 w 61"/>
                  <a:gd name="T5" fmla="*/ 269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60">
                    <a:moveTo>
                      <a:pt x="0" y="0"/>
                    </a:moveTo>
                    <a:cubicBezTo>
                      <a:pt x="14" y="4"/>
                      <a:pt x="48" y="16"/>
                      <a:pt x="56" y="29"/>
                    </a:cubicBezTo>
                    <a:cubicBezTo>
                      <a:pt x="61" y="37"/>
                      <a:pt x="55" y="58"/>
                      <a:pt x="51" y="6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1" name="Freeform 4274">
                <a:extLst>
                  <a:ext uri="{FF2B5EF4-FFF2-40B4-BE49-F238E27FC236}">
                    <a16:creationId xmlns:a16="http://schemas.microsoft.com/office/drawing/2014/main" id="{49629DD3-A918-49C0-95A9-05370DFDB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181"/>
                <a:ext cx="32" cy="54"/>
              </a:xfrm>
              <a:custGeom>
                <a:avLst/>
                <a:gdLst>
                  <a:gd name="T0" fmla="*/ 0 w 21"/>
                  <a:gd name="T1" fmla="*/ 144 h 33"/>
                  <a:gd name="T2" fmla="*/ 75 w 2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3">
                    <a:moveTo>
                      <a:pt x="0" y="33"/>
                    </a:moveTo>
                    <a:cubicBezTo>
                      <a:pt x="16" y="24"/>
                      <a:pt x="13" y="15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2" name="Freeform 4275">
                <a:extLst>
                  <a:ext uri="{FF2B5EF4-FFF2-40B4-BE49-F238E27FC236}">
                    <a16:creationId xmlns:a16="http://schemas.microsoft.com/office/drawing/2014/main" id="{76BA5295-7774-49FF-BCE9-4E5B2DD8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2136"/>
                <a:ext cx="16" cy="49"/>
              </a:xfrm>
              <a:custGeom>
                <a:avLst/>
                <a:gdLst>
                  <a:gd name="T0" fmla="*/ 34 w 10"/>
                  <a:gd name="T1" fmla="*/ 0 h 30"/>
                  <a:gd name="T2" fmla="*/ 42 w 10"/>
                  <a:gd name="T3" fmla="*/ 13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0">
                    <a:moveTo>
                      <a:pt x="8" y="0"/>
                    </a:moveTo>
                    <a:cubicBezTo>
                      <a:pt x="8" y="9"/>
                      <a:pt x="0" y="27"/>
                      <a:pt x="10" y="3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3" name="Freeform 4276">
                <a:extLst>
                  <a:ext uri="{FF2B5EF4-FFF2-40B4-BE49-F238E27FC236}">
                    <a16:creationId xmlns:a16="http://schemas.microsoft.com/office/drawing/2014/main" id="{5C7A929D-0F5D-4B06-9E38-3CBA608EC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6" y="2263"/>
                <a:ext cx="107" cy="124"/>
              </a:xfrm>
              <a:custGeom>
                <a:avLst/>
                <a:gdLst>
                  <a:gd name="T0" fmla="*/ 0 w 69"/>
                  <a:gd name="T1" fmla="*/ 0 h 75"/>
                  <a:gd name="T2" fmla="*/ 217 w 69"/>
                  <a:gd name="T3" fmla="*/ 167 h 75"/>
                  <a:gd name="T4" fmla="*/ 191 w 69"/>
                  <a:gd name="T5" fmla="*/ 339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75">
                    <a:moveTo>
                      <a:pt x="0" y="0"/>
                    </a:moveTo>
                    <a:cubicBezTo>
                      <a:pt x="17" y="14"/>
                      <a:pt x="45" y="21"/>
                      <a:pt x="58" y="37"/>
                    </a:cubicBezTo>
                    <a:cubicBezTo>
                      <a:pt x="69" y="49"/>
                      <a:pt x="60" y="63"/>
                      <a:pt x="51" y="7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4" name="Freeform 4277">
                <a:extLst>
                  <a:ext uri="{FF2B5EF4-FFF2-40B4-BE49-F238E27FC236}">
                    <a16:creationId xmlns:a16="http://schemas.microsoft.com/office/drawing/2014/main" id="{CA451E6D-F6BC-4A83-B848-7CA345E0F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347"/>
                <a:ext cx="97" cy="89"/>
              </a:xfrm>
              <a:custGeom>
                <a:avLst/>
                <a:gdLst>
                  <a:gd name="T0" fmla="*/ 0 w 63"/>
                  <a:gd name="T1" fmla="*/ 0 h 54"/>
                  <a:gd name="T2" fmla="*/ 168 w 63"/>
                  <a:gd name="T3" fmla="*/ 242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54">
                    <a:moveTo>
                      <a:pt x="0" y="0"/>
                    </a:moveTo>
                    <a:cubicBezTo>
                      <a:pt x="33" y="15"/>
                      <a:pt x="63" y="15"/>
                      <a:pt x="46" y="5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5" name="Freeform 4278">
                <a:extLst>
                  <a:ext uri="{FF2B5EF4-FFF2-40B4-BE49-F238E27FC236}">
                    <a16:creationId xmlns:a16="http://schemas.microsoft.com/office/drawing/2014/main" id="{2F2C58C0-56F4-4F61-86B1-AB8C323E6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398"/>
                <a:ext cx="97" cy="107"/>
              </a:xfrm>
              <a:custGeom>
                <a:avLst/>
                <a:gdLst>
                  <a:gd name="T0" fmla="*/ 0 w 63"/>
                  <a:gd name="T1" fmla="*/ 0 h 65"/>
                  <a:gd name="T2" fmla="*/ 211 w 63"/>
                  <a:gd name="T3" fmla="*/ 196 h 65"/>
                  <a:gd name="T4" fmla="*/ 211 w 63"/>
                  <a:gd name="T5" fmla="*/ 29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65">
                    <a:moveTo>
                      <a:pt x="0" y="0"/>
                    </a:moveTo>
                    <a:cubicBezTo>
                      <a:pt x="16" y="17"/>
                      <a:pt x="47" y="22"/>
                      <a:pt x="58" y="44"/>
                    </a:cubicBezTo>
                    <a:cubicBezTo>
                      <a:pt x="63" y="52"/>
                      <a:pt x="61" y="57"/>
                      <a:pt x="58" y="6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6" name="Freeform 4279">
                <a:extLst>
                  <a:ext uri="{FF2B5EF4-FFF2-40B4-BE49-F238E27FC236}">
                    <a16:creationId xmlns:a16="http://schemas.microsoft.com/office/drawing/2014/main" id="{35572E38-3210-426F-9CD5-9D2D0B46B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0" y="2471"/>
                <a:ext cx="102" cy="105"/>
              </a:xfrm>
              <a:custGeom>
                <a:avLst/>
                <a:gdLst>
                  <a:gd name="T0" fmla="*/ 0 w 66"/>
                  <a:gd name="T1" fmla="*/ 0 h 64"/>
                  <a:gd name="T2" fmla="*/ 223 w 66"/>
                  <a:gd name="T3" fmla="*/ 164 h 64"/>
                  <a:gd name="T4" fmla="*/ 223 w 66"/>
                  <a:gd name="T5" fmla="*/ 282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64">
                    <a:moveTo>
                      <a:pt x="0" y="0"/>
                    </a:moveTo>
                    <a:cubicBezTo>
                      <a:pt x="18" y="12"/>
                      <a:pt x="48" y="17"/>
                      <a:pt x="60" y="37"/>
                    </a:cubicBezTo>
                    <a:cubicBezTo>
                      <a:pt x="66" y="47"/>
                      <a:pt x="60" y="57"/>
                      <a:pt x="60" y="6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7" name="Freeform 4280">
                <a:extLst>
                  <a:ext uri="{FF2B5EF4-FFF2-40B4-BE49-F238E27FC236}">
                    <a16:creationId xmlns:a16="http://schemas.microsoft.com/office/drawing/2014/main" id="{E073C12B-EF11-4670-9016-8AC372140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7" y="2199"/>
                <a:ext cx="120" cy="47"/>
              </a:xfrm>
              <a:custGeom>
                <a:avLst/>
                <a:gdLst>
                  <a:gd name="T0" fmla="*/ 0 w 78"/>
                  <a:gd name="T1" fmla="*/ 0 h 29"/>
                  <a:gd name="T2" fmla="*/ 194 w 78"/>
                  <a:gd name="T3" fmla="*/ 118 h 29"/>
                  <a:gd name="T4" fmla="*/ 285 w 78"/>
                  <a:gd name="T5" fmla="*/ 2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9">
                    <a:moveTo>
                      <a:pt x="0" y="0"/>
                    </a:moveTo>
                    <a:cubicBezTo>
                      <a:pt x="13" y="7"/>
                      <a:pt x="39" y="29"/>
                      <a:pt x="53" y="28"/>
                    </a:cubicBezTo>
                    <a:cubicBezTo>
                      <a:pt x="61" y="28"/>
                      <a:pt x="71" y="13"/>
                      <a:pt x="78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8" name="Freeform 4281">
                <a:extLst>
                  <a:ext uri="{FF2B5EF4-FFF2-40B4-BE49-F238E27FC236}">
                    <a16:creationId xmlns:a16="http://schemas.microsoft.com/office/drawing/2014/main" id="{0C6F59C6-8760-4221-9946-A8B2F620B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242"/>
                <a:ext cx="113" cy="74"/>
              </a:xfrm>
              <a:custGeom>
                <a:avLst/>
                <a:gdLst>
                  <a:gd name="T0" fmla="*/ 0 w 73"/>
                  <a:gd name="T1" fmla="*/ 0 h 45"/>
                  <a:gd name="T2" fmla="*/ 192 w 73"/>
                  <a:gd name="T3" fmla="*/ 181 h 45"/>
                  <a:gd name="T4" fmla="*/ 271 w 73"/>
                  <a:gd name="T5" fmla="*/ 9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45">
                    <a:moveTo>
                      <a:pt x="0" y="0"/>
                    </a:moveTo>
                    <a:cubicBezTo>
                      <a:pt x="11" y="12"/>
                      <a:pt x="34" y="45"/>
                      <a:pt x="52" y="41"/>
                    </a:cubicBezTo>
                    <a:cubicBezTo>
                      <a:pt x="60" y="40"/>
                      <a:pt x="68" y="27"/>
                      <a:pt x="73" y="2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9" name="Freeform 4282">
                <a:extLst>
                  <a:ext uri="{FF2B5EF4-FFF2-40B4-BE49-F238E27FC236}">
                    <a16:creationId xmlns:a16="http://schemas.microsoft.com/office/drawing/2014/main" id="{708EFD4D-901D-4D1A-94DD-E6A5E7F4F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2312"/>
                <a:ext cx="115" cy="65"/>
              </a:xfrm>
              <a:custGeom>
                <a:avLst/>
                <a:gdLst>
                  <a:gd name="T0" fmla="*/ 0 w 75"/>
                  <a:gd name="T1" fmla="*/ 0 h 39"/>
                  <a:gd name="T2" fmla="*/ 173 w 75"/>
                  <a:gd name="T3" fmla="*/ 162 h 39"/>
                  <a:gd name="T4" fmla="*/ 270 w 75"/>
                  <a:gd name="T5" fmla="*/ 8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9">
                    <a:moveTo>
                      <a:pt x="0" y="0"/>
                    </a:moveTo>
                    <a:cubicBezTo>
                      <a:pt x="15" y="13"/>
                      <a:pt x="27" y="39"/>
                      <a:pt x="48" y="35"/>
                    </a:cubicBezTo>
                    <a:cubicBezTo>
                      <a:pt x="58" y="33"/>
                      <a:pt x="69" y="25"/>
                      <a:pt x="75" y="1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0" name="Freeform 4283">
                <a:extLst>
                  <a:ext uri="{FF2B5EF4-FFF2-40B4-BE49-F238E27FC236}">
                    <a16:creationId xmlns:a16="http://schemas.microsoft.com/office/drawing/2014/main" id="{280678AC-6407-4841-85C1-AC6B4907C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0" y="2370"/>
                <a:ext cx="121" cy="59"/>
              </a:xfrm>
              <a:custGeom>
                <a:avLst/>
                <a:gdLst>
                  <a:gd name="T0" fmla="*/ 0 w 78"/>
                  <a:gd name="T1" fmla="*/ 0 h 36"/>
                  <a:gd name="T2" fmla="*/ 217 w 78"/>
                  <a:gd name="T3" fmla="*/ 151 h 36"/>
                  <a:gd name="T4" fmla="*/ 292 w 78"/>
                  <a:gd name="T5" fmla="*/ 89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36">
                    <a:moveTo>
                      <a:pt x="0" y="0"/>
                    </a:moveTo>
                    <a:cubicBezTo>
                      <a:pt x="13" y="6"/>
                      <a:pt x="43" y="36"/>
                      <a:pt x="58" y="34"/>
                    </a:cubicBezTo>
                    <a:cubicBezTo>
                      <a:pt x="65" y="34"/>
                      <a:pt x="75" y="23"/>
                      <a:pt x="78" y="2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1" name="Freeform 4284">
                <a:extLst>
                  <a:ext uri="{FF2B5EF4-FFF2-40B4-BE49-F238E27FC236}">
                    <a16:creationId xmlns:a16="http://schemas.microsoft.com/office/drawing/2014/main" id="{61068EDD-1D06-46B6-9A57-76DDC5451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0" y="2426"/>
                <a:ext cx="45" cy="40"/>
              </a:xfrm>
              <a:custGeom>
                <a:avLst/>
                <a:gdLst>
                  <a:gd name="T0" fmla="*/ 0 w 29"/>
                  <a:gd name="T1" fmla="*/ 0 h 24"/>
                  <a:gd name="T2" fmla="*/ 109 w 29"/>
                  <a:gd name="T3" fmla="*/ 11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0" y="0"/>
                    </a:moveTo>
                    <a:cubicBezTo>
                      <a:pt x="7" y="10"/>
                      <a:pt x="19" y="16"/>
                      <a:pt x="29" y="2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2" name="Freeform 4285">
                <a:extLst>
                  <a:ext uri="{FF2B5EF4-FFF2-40B4-BE49-F238E27FC236}">
                    <a16:creationId xmlns:a16="http://schemas.microsoft.com/office/drawing/2014/main" id="{37D3ABDD-971F-4F72-AE1C-9311F404F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2" y="2546"/>
                <a:ext cx="23" cy="14"/>
              </a:xfrm>
              <a:custGeom>
                <a:avLst/>
                <a:gdLst>
                  <a:gd name="T0" fmla="*/ 0 w 15"/>
                  <a:gd name="T1" fmla="*/ 0 h 8"/>
                  <a:gd name="T2" fmla="*/ 54 w 15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5" y="3"/>
                      <a:pt x="10" y="5"/>
                      <a:pt x="15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3" name="Freeform 4286">
                <a:extLst>
                  <a:ext uri="{FF2B5EF4-FFF2-40B4-BE49-F238E27FC236}">
                    <a16:creationId xmlns:a16="http://schemas.microsoft.com/office/drawing/2014/main" id="{70A11367-C37E-499B-BC22-F0BC32518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268"/>
                <a:ext cx="32" cy="39"/>
              </a:xfrm>
              <a:custGeom>
                <a:avLst/>
                <a:gdLst>
                  <a:gd name="T0" fmla="*/ 0 w 21"/>
                  <a:gd name="T1" fmla="*/ 102 h 24"/>
                  <a:gd name="T2" fmla="*/ 75 w 21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0" y="24"/>
                    </a:moveTo>
                    <a:cubicBezTo>
                      <a:pt x="9" y="22"/>
                      <a:pt x="21" y="10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4" name="Freeform 4287">
                <a:extLst>
                  <a:ext uri="{FF2B5EF4-FFF2-40B4-BE49-F238E27FC236}">
                    <a16:creationId xmlns:a16="http://schemas.microsoft.com/office/drawing/2014/main" id="{4E66B532-8E59-4193-B37F-5C3876934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242"/>
                <a:ext cx="34" cy="42"/>
              </a:xfrm>
              <a:custGeom>
                <a:avLst/>
                <a:gdLst>
                  <a:gd name="T0" fmla="*/ 0 w 22"/>
                  <a:gd name="T1" fmla="*/ 0 h 26"/>
                  <a:gd name="T2" fmla="*/ 82 w 22"/>
                  <a:gd name="T3" fmla="*/ 11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0" y="0"/>
                    </a:moveTo>
                    <a:cubicBezTo>
                      <a:pt x="8" y="11"/>
                      <a:pt x="17" y="15"/>
                      <a:pt x="22" y="2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5" name="Freeform 4288">
                <a:extLst>
                  <a:ext uri="{FF2B5EF4-FFF2-40B4-BE49-F238E27FC236}">
                    <a16:creationId xmlns:a16="http://schemas.microsoft.com/office/drawing/2014/main" id="{C99DBF04-1510-4C07-8BA2-7DEABA08C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347"/>
                <a:ext cx="37" cy="35"/>
              </a:xfrm>
              <a:custGeom>
                <a:avLst/>
                <a:gdLst>
                  <a:gd name="T0" fmla="*/ 0 w 24"/>
                  <a:gd name="T1" fmla="*/ 97 h 21"/>
                  <a:gd name="T2" fmla="*/ 88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21"/>
                    </a:moveTo>
                    <a:cubicBezTo>
                      <a:pt x="11" y="20"/>
                      <a:pt x="19" y="8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6" name="Freeform 4289">
                <a:extLst>
                  <a:ext uri="{FF2B5EF4-FFF2-40B4-BE49-F238E27FC236}">
                    <a16:creationId xmlns:a16="http://schemas.microsoft.com/office/drawing/2014/main" id="{3915D122-FD73-4876-B0BE-3432CDD1E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2311"/>
                <a:ext cx="37" cy="44"/>
              </a:xfrm>
              <a:custGeom>
                <a:avLst/>
                <a:gdLst>
                  <a:gd name="T0" fmla="*/ 0 w 24"/>
                  <a:gd name="T1" fmla="*/ 0 h 27"/>
                  <a:gd name="T2" fmla="*/ 88 w 24"/>
                  <a:gd name="T3" fmla="*/ 11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7">
                    <a:moveTo>
                      <a:pt x="0" y="0"/>
                    </a:moveTo>
                    <a:cubicBezTo>
                      <a:pt x="9" y="7"/>
                      <a:pt x="20" y="20"/>
                      <a:pt x="24" y="2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7" name="Freeform 4290">
                <a:extLst>
                  <a:ext uri="{FF2B5EF4-FFF2-40B4-BE49-F238E27FC236}">
                    <a16:creationId xmlns:a16="http://schemas.microsoft.com/office/drawing/2014/main" id="{2CFDE099-38ED-4690-8CBC-678ABDD97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0" y="2413"/>
                <a:ext cx="38" cy="54"/>
              </a:xfrm>
              <a:custGeom>
                <a:avLst/>
                <a:gdLst>
                  <a:gd name="T0" fmla="*/ 0 w 25"/>
                  <a:gd name="T1" fmla="*/ 144 h 33"/>
                  <a:gd name="T2" fmla="*/ 88 w 25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3">
                    <a:moveTo>
                      <a:pt x="0" y="33"/>
                    </a:moveTo>
                    <a:cubicBezTo>
                      <a:pt x="16" y="28"/>
                      <a:pt x="18" y="6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8" name="Freeform 4291">
                <a:extLst>
                  <a:ext uri="{FF2B5EF4-FFF2-40B4-BE49-F238E27FC236}">
                    <a16:creationId xmlns:a16="http://schemas.microsoft.com/office/drawing/2014/main" id="{334EF3A9-1314-4533-A035-7C09378BE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2444"/>
                <a:ext cx="37" cy="10"/>
              </a:xfrm>
              <a:custGeom>
                <a:avLst/>
                <a:gdLst>
                  <a:gd name="T0" fmla="*/ 0 w 24"/>
                  <a:gd name="T1" fmla="*/ 5 h 6"/>
                  <a:gd name="T2" fmla="*/ 88 w 24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">
                    <a:moveTo>
                      <a:pt x="0" y="1"/>
                    </a:moveTo>
                    <a:cubicBezTo>
                      <a:pt x="9" y="0"/>
                      <a:pt x="16" y="6"/>
                      <a:pt x="24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9" name="Freeform 4292">
                <a:extLst>
                  <a:ext uri="{FF2B5EF4-FFF2-40B4-BE49-F238E27FC236}">
                    <a16:creationId xmlns:a16="http://schemas.microsoft.com/office/drawing/2014/main" id="{C1DB14CC-3231-4035-8959-DEC9CA57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2" y="2523"/>
                <a:ext cx="21" cy="22"/>
              </a:xfrm>
              <a:custGeom>
                <a:avLst/>
                <a:gdLst>
                  <a:gd name="T0" fmla="*/ 0 w 14"/>
                  <a:gd name="T1" fmla="*/ 63 h 13"/>
                  <a:gd name="T2" fmla="*/ 48 w 1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9"/>
                      <a:pt x="10" y="5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0" name="Freeform 4293">
                <a:extLst>
                  <a:ext uri="{FF2B5EF4-FFF2-40B4-BE49-F238E27FC236}">
                    <a16:creationId xmlns:a16="http://schemas.microsoft.com/office/drawing/2014/main" id="{5E066727-5527-4F46-B02C-5048C51FE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3799"/>
                <a:ext cx="64" cy="44"/>
              </a:xfrm>
              <a:custGeom>
                <a:avLst/>
                <a:gdLst>
                  <a:gd name="T0" fmla="*/ 156 w 41"/>
                  <a:gd name="T1" fmla="*/ 117 h 27"/>
                  <a:gd name="T2" fmla="*/ 148 w 41"/>
                  <a:gd name="T3" fmla="*/ 88 h 27"/>
                  <a:gd name="T4" fmla="*/ 34 w 41"/>
                  <a:gd name="T5" fmla="*/ 13 h 27"/>
                  <a:gd name="T6" fmla="*/ 0 w 41"/>
                  <a:gd name="T7" fmla="*/ 1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7">
                    <a:moveTo>
                      <a:pt x="41" y="27"/>
                    </a:moveTo>
                    <a:cubicBezTo>
                      <a:pt x="40" y="25"/>
                      <a:pt x="39" y="23"/>
                      <a:pt x="39" y="20"/>
                    </a:cubicBezTo>
                    <a:cubicBezTo>
                      <a:pt x="34" y="6"/>
                      <a:pt x="24" y="0"/>
                      <a:pt x="9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1" name="Freeform 4294">
                <a:extLst>
                  <a:ext uri="{FF2B5EF4-FFF2-40B4-BE49-F238E27FC236}">
                    <a16:creationId xmlns:a16="http://schemas.microsoft.com/office/drawing/2014/main" id="{638943E8-5CDE-4B0F-867C-1FBA2EAB7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3748"/>
                <a:ext cx="44" cy="93"/>
              </a:xfrm>
              <a:custGeom>
                <a:avLst/>
                <a:gdLst>
                  <a:gd name="T0" fmla="*/ 42 w 28"/>
                  <a:gd name="T1" fmla="*/ 248 h 57"/>
                  <a:gd name="T2" fmla="*/ 108 w 28"/>
                  <a:gd name="T3" fmla="*/ 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7">
                    <a:moveTo>
                      <a:pt x="11" y="57"/>
                    </a:moveTo>
                    <a:cubicBezTo>
                      <a:pt x="0" y="38"/>
                      <a:pt x="6" y="12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2" name="Freeform 4295">
                <a:extLst>
                  <a:ext uri="{FF2B5EF4-FFF2-40B4-BE49-F238E27FC236}">
                    <a16:creationId xmlns:a16="http://schemas.microsoft.com/office/drawing/2014/main" id="{3A594E5D-FED8-4348-AABC-AB551A5F2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3667"/>
                <a:ext cx="65" cy="120"/>
              </a:xfrm>
              <a:custGeom>
                <a:avLst/>
                <a:gdLst>
                  <a:gd name="T0" fmla="*/ 104 w 42"/>
                  <a:gd name="T1" fmla="*/ 324 h 73"/>
                  <a:gd name="T2" fmla="*/ 29 w 42"/>
                  <a:gd name="T3" fmla="*/ 41 h 73"/>
                  <a:gd name="T4" fmla="*/ 156 w 42"/>
                  <a:gd name="T5" fmla="*/ 2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73">
                    <a:moveTo>
                      <a:pt x="28" y="73"/>
                    </a:moveTo>
                    <a:cubicBezTo>
                      <a:pt x="20" y="63"/>
                      <a:pt x="0" y="22"/>
                      <a:pt x="8" y="9"/>
                    </a:cubicBezTo>
                    <a:cubicBezTo>
                      <a:pt x="14" y="0"/>
                      <a:pt x="34" y="0"/>
                      <a:pt x="42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3" name="Freeform 4296">
                <a:extLst>
                  <a:ext uri="{FF2B5EF4-FFF2-40B4-BE49-F238E27FC236}">
                    <a16:creationId xmlns:a16="http://schemas.microsoft.com/office/drawing/2014/main" id="{0BDB631B-1288-449D-A3C3-D68442682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3586"/>
                <a:ext cx="117" cy="97"/>
              </a:xfrm>
              <a:custGeom>
                <a:avLst/>
                <a:gdLst>
                  <a:gd name="T0" fmla="*/ 34 w 76"/>
                  <a:gd name="T1" fmla="*/ 235 h 59"/>
                  <a:gd name="T2" fmla="*/ 189 w 76"/>
                  <a:gd name="T3" fmla="*/ 43 h 59"/>
                  <a:gd name="T4" fmla="*/ 237 w 76"/>
                  <a:gd name="T5" fmla="*/ 248 h 59"/>
                  <a:gd name="T6" fmla="*/ 225 w 76"/>
                  <a:gd name="T7" fmla="*/ 26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59">
                    <a:moveTo>
                      <a:pt x="9" y="53"/>
                    </a:moveTo>
                    <a:cubicBezTo>
                      <a:pt x="0" y="28"/>
                      <a:pt x="27" y="0"/>
                      <a:pt x="52" y="10"/>
                    </a:cubicBezTo>
                    <a:cubicBezTo>
                      <a:pt x="76" y="20"/>
                      <a:pt x="74" y="39"/>
                      <a:pt x="65" y="56"/>
                    </a:cubicBezTo>
                    <a:cubicBezTo>
                      <a:pt x="62" y="59"/>
                      <a:pt x="62" y="59"/>
                      <a:pt x="62" y="5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4" name="Freeform 4297">
                <a:extLst>
                  <a:ext uri="{FF2B5EF4-FFF2-40B4-BE49-F238E27FC236}">
                    <a16:creationId xmlns:a16="http://schemas.microsoft.com/office/drawing/2014/main" id="{66BF7706-59D4-40DD-BC31-A4938C830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3637"/>
                <a:ext cx="66" cy="104"/>
              </a:xfrm>
              <a:custGeom>
                <a:avLst/>
                <a:gdLst>
                  <a:gd name="T0" fmla="*/ 0 w 43"/>
                  <a:gd name="T1" fmla="*/ 0 h 63"/>
                  <a:gd name="T2" fmla="*/ 155 w 43"/>
                  <a:gd name="T3" fmla="*/ 152 h 63"/>
                  <a:gd name="T4" fmla="*/ 120 w 43"/>
                  <a:gd name="T5" fmla="*/ 284 h 63"/>
                  <a:gd name="T6" fmla="*/ 114 w 43"/>
                  <a:gd name="T7" fmla="*/ 261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3">
                    <a:moveTo>
                      <a:pt x="0" y="0"/>
                    </a:moveTo>
                    <a:cubicBezTo>
                      <a:pt x="19" y="9"/>
                      <a:pt x="30" y="17"/>
                      <a:pt x="43" y="34"/>
                    </a:cubicBezTo>
                    <a:cubicBezTo>
                      <a:pt x="37" y="41"/>
                      <a:pt x="34" y="54"/>
                      <a:pt x="33" y="63"/>
                    </a:cubicBezTo>
                    <a:cubicBezTo>
                      <a:pt x="33" y="63"/>
                      <a:pt x="31" y="58"/>
                      <a:pt x="31" y="5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5" name="Freeform 4298">
                <a:extLst>
                  <a:ext uri="{FF2B5EF4-FFF2-40B4-BE49-F238E27FC236}">
                    <a16:creationId xmlns:a16="http://schemas.microsoft.com/office/drawing/2014/main" id="{BC64507F-CF84-475E-90C8-251C57362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3693"/>
                <a:ext cx="85" cy="122"/>
              </a:xfrm>
              <a:custGeom>
                <a:avLst/>
                <a:gdLst>
                  <a:gd name="T0" fmla="*/ 0 w 55"/>
                  <a:gd name="T1" fmla="*/ 0 h 74"/>
                  <a:gd name="T2" fmla="*/ 122 w 55"/>
                  <a:gd name="T3" fmla="*/ 318 h 74"/>
                  <a:gd name="T4" fmla="*/ 114 w 55"/>
                  <a:gd name="T5" fmla="*/ 331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74">
                    <a:moveTo>
                      <a:pt x="0" y="0"/>
                    </a:moveTo>
                    <a:cubicBezTo>
                      <a:pt x="24" y="16"/>
                      <a:pt x="55" y="49"/>
                      <a:pt x="33" y="71"/>
                    </a:cubicBezTo>
                    <a:cubicBezTo>
                      <a:pt x="31" y="74"/>
                      <a:pt x="31" y="74"/>
                      <a:pt x="31" y="7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6" name="Freeform 4299">
                <a:extLst>
                  <a:ext uri="{FF2B5EF4-FFF2-40B4-BE49-F238E27FC236}">
                    <a16:creationId xmlns:a16="http://schemas.microsoft.com/office/drawing/2014/main" id="{53B3207D-461F-4CF8-BCBC-11A892AED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4" y="3677"/>
                <a:ext cx="32" cy="49"/>
              </a:xfrm>
              <a:custGeom>
                <a:avLst/>
                <a:gdLst>
                  <a:gd name="T0" fmla="*/ 0 w 21"/>
                  <a:gd name="T1" fmla="*/ 131 h 30"/>
                  <a:gd name="T2" fmla="*/ 75 w 21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0">
                    <a:moveTo>
                      <a:pt x="0" y="30"/>
                    </a:moveTo>
                    <a:cubicBezTo>
                      <a:pt x="6" y="19"/>
                      <a:pt x="11" y="8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7" name="Freeform 4300">
                <a:extLst>
                  <a:ext uri="{FF2B5EF4-FFF2-40B4-BE49-F238E27FC236}">
                    <a16:creationId xmlns:a16="http://schemas.microsoft.com/office/drawing/2014/main" id="{2F776E5A-3607-455B-A3EC-6F5CA9F4B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3" y="3603"/>
                <a:ext cx="42" cy="54"/>
              </a:xfrm>
              <a:custGeom>
                <a:avLst/>
                <a:gdLst>
                  <a:gd name="T0" fmla="*/ 0 w 27"/>
                  <a:gd name="T1" fmla="*/ 144 h 33"/>
                  <a:gd name="T2" fmla="*/ 101 w 27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3">
                    <a:moveTo>
                      <a:pt x="0" y="33"/>
                    </a:moveTo>
                    <a:cubicBezTo>
                      <a:pt x="4" y="18"/>
                      <a:pt x="11" y="5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8" name="Freeform 4301">
                <a:extLst>
                  <a:ext uri="{FF2B5EF4-FFF2-40B4-BE49-F238E27FC236}">
                    <a16:creationId xmlns:a16="http://schemas.microsoft.com/office/drawing/2014/main" id="{A5A9713D-9F44-4077-BB41-E3BE2A0F1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9" y="3698"/>
                <a:ext cx="37" cy="10"/>
              </a:xfrm>
              <a:custGeom>
                <a:avLst/>
                <a:gdLst>
                  <a:gd name="T0" fmla="*/ 0 w 24"/>
                  <a:gd name="T1" fmla="*/ 22 h 6"/>
                  <a:gd name="T2" fmla="*/ 88 w 2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">
                    <a:moveTo>
                      <a:pt x="0" y="5"/>
                    </a:moveTo>
                    <a:cubicBezTo>
                      <a:pt x="9" y="2"/>
                      <a:pt x="17" y="6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9" name="Freeform 4302">
                <a:extLst>
                  <a:ext uri="{FF2B5EF4-FFF2-40B4-BE49-F238E27FC236}">
                    <a16:creationId xmlns:a16="http://schemas.microsoft.com/office/drawing/2014/main" id="{2E7E5786-D6F2-4AED-8EF9-D949B8409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3507"/>
                <a:ext cx="19" cy="91"/>
              </a:xfrm>
              <a:custGeom>
                <a:avLst/>
                <a:gdLst>
                  <a:gd name="T0" fmla="*/ 16 w 12"/>
                  <a:gd name="T1" fmla="*/ 250 h 55"/>
                  <a:gd name="T2" fmla="*/ 16 w 12"/>
                  <a:gd name="T3" fmla="*/ 36 h 55"/>
                  <a:gd name="T4" fmla="*/ 48 w 12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5">
                    <a:moveTo>
                      <a:pt x="4" y="55"/>
                    </a:moveTo>
                    <a:cubicBezTo>
                      <a:pt x="0" y="41"/>
                      <a:pt x="1" y="22"/>
                      <a:pt x="4" y="8"/>
                    </a:cubicBezTo>
                    <a:cubicBezTo>
                      <a:pt x="7" y="2"/>
                      <a:pt x="12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0" name="Freeform 4303">
                <a:extLst>
                  <a:ext uri="{FF2B5EF4-FFF2-40B4-BE49-F238E27FC236}">
                    <a16:creationId xmlns:a16="http://schemas.microsoft.com/office/drawing/2014/main" id="{8C4E844B-7DF5-42F8-9BFD-6A646C0FE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7" y="3622"/>
                <a:ext cx="51" cy="15"/>
              </a:xfrm>
              <a:custGeom>
                <a:avLst/>
                <a:gdLst>
                  <a:gd name="T0" fmla="*/ 0 w 33"/>
                  <a:gd name="T1" fmla="*/ 28 h 9"/>
                  <a:gd name="T2" fmla="*/ 122 w 3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9">
                    <a:moveTo>
                      <a:pt x="0" y="6"/>
                    </a:moveTo>
                    <a:cubicBezTo>
                      <a:pt x="11" y="6"/>
                      <a:pt x="26" y="9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1" name="Freeform 4304">
                <a:extLst>
                  <a:ext uri="{FF2B5EF4-FFF2-40B4-BE49-F238E27FC236}">
                    <a16:creationId xmlns:a16="http://schemas.microsoft.com/office/drawing/2014/main" id="{93C22A6B-2FA7-4B74-A73A-2109C152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3817"/>
                <a:ext cx="44" cy="19"/>
              </a:xfrm>
              <a:custGeom>
                <a:avLst/>
                <a:gdLst>
                  <a:gd name="T0" fmla="*/ 0 w 28"/>
                  <a:gd name="T1" fmla="*/ 48 h 12"/>
                  <a:gd name="T2" fmla="*/ 108 w 2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12"/>
                    </a:moveTo>
                    <a:cubicBezTo>
                      <a:pt x="10" y="7"/>
                      <a:pt x="16" y="2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2" name="Freeform 4305">
                <a:extLst>
                  <a:ext uri="{FF2B5EF4-FFF2-40B4-BE49-F238E27FC236}">
                    <a16:creationId xmlns:a16="http://schemas.microsoft.com/office/drawing/2014/main" id="{B1B34797-1375-4314-B99C-C62F006D3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3691"/>
                <a:ext cx="51" cy="116"/>
              </a:xfrm>
              <a:custGeom>
                <a:avLst/>
                <a:gdLst>
                  <a:gd name="T0" fmla="*/ 122 w 33"/>
                  <a:gd name="T1" fmla="*/ 318 h 70"/>
                  <a:gd name="T2" fmla="*/ 88 w 33"/>
                  <a:gd name="T3" fmla="*/ 75 h 70"/>
                  <a:gd name="T4" fmla="*/ 0 w 33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0">
                    <a:moveTo>
                      <a:pt x="33" y="70"/>
                    </a:moveTo>
                    <a:cubicBezTo>
                      <a:pt x="33" y="55"/>
                      <a:pt x="29" y="30"/>
                      <a:pt x="24" y="16"/>
                    </a:cubicBezTo>
                    <a:cubicBezTo>
                      <a:pt x="18" y="2"/>
                      <a:pt x="11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3" name="Freeform 4306">
                <a:extLst>
                  <a:ext uri="{FF2B5EF4-FFF2-40B4-BE49-F238E27FC236}">
                    <a16:creationId xmlns:a16="http://schemas.microsoft.com/office/drawing/2014/main" id="{81CBDCEB-D86E-4CFE-B287-803A1466A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3703"/>
                <a:ext cx="34" cy="18"/>
              </a:xfrm>
              <a:custGeom>
                <a:avLst/>
                <a:gdLst>
                  <a:gd name="T0" fmla="*/ 0 w 22"/>
                  <a:gd name="T1" fmla="*/ 47 h 11"/>
                  <a:gd name="T2" fmla="*/ 82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6" y="6"/>
                      <a:pt x="14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4" name="Freeform 4307">
                <a:extLst>
                  <a:ext uri="{FF2B5EF4-FFF2-40B4-BE49-F238E27FC236}">
                    <a16:creationId xmlns:a16="http://schemas.microsoft.com/office/drawing/2014/main" id="{78DF8A8F-9723-4270-B5E8-A70E4515B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3553"/>
                <a:ext cx="54" cy="143"/>
              </a:xfrm>
              <a:custGeom>
                <a:avLst/>
                <a:gdLst>
                  <a:gd name="T0" fmla="*/ 76 w 35"/>
                  <a:gd name="T1" fmla="*/ 386 h 87"/>
                  <a:gd name="T2" fmla="*/ 0 w 35"/>
                  <a:gd name="T3" fmla="*/ 0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87">
                    <a:moveTo>
                      <a:pt x="21" y="87"/>
                    </a:moveTo>
                    <a:cubicBezTo>
                      <a:pt x="35" y="55"/>
                      <a:pt x="27" y="1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5" name="Freeform 4308">
                <a:extLst>
                  <a:ext uri="{FF2B5EF4-FFF2-40B4-BE49-F238E27FC236}">
                    <a16:creationId xmlns:a16="http://schemas.microsoft.com/office/drawing/2014/main" id="{86F77823-459A-40C8-8CC7-E8102C209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3596"/>
                <a:ext cx="63" cy="23"/>
              </a:xfrm>
              <a:custGeom>
                <a:avLst/>
                <a:gdLst>
                  <a:gd name="T0" fmla="*/ 0 w 41"/>
                  <a:gd name="T1" fmla="*/ 33 h 14"/>
                  <a:gd name="T2" fmla="*/ 149 w 41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0" y="7"/>
                    </a:moveTo>
                    <a:cubicBezTo>
                      <a:pt x="13" y="0"/>
                      <a:pt x="32" y="5"/>
                      <a:pt x="41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6" name="Freeform 4309">
                <a:extLst>
                  <a:ext uri="{FF2B5EF4-FFF2-40B4-BE49-F238E27FC236}">
                    <a16:creationId xmlns:a16="http://schemas.microsoft.com/office/drawing/2014/main" id="{539062AF-C8E8-44FD-9BE0-DD2EA3CD1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3490"/>
                <a:ext cx="51" cy="117"/>
              </a:xfrm>
              <a:custGeom>
                <a:avLst/>
                <a:gdLst>
                  <a:gd name="T0" fmla="*/ 0 w 33"/>
                  <a:gd name="T1" fmla="*/ 297 h 71"/>
                  <a:gd name="T2" fmla="*/ 22 w 33"/>
                  <a:gd name="T3" fmla="*/ 310 h 71"/>
                  <a:gd name="T4" fmla="*/ 117 w 33"/>
                  <a:gd name="T5" fmla="*/ 158 h 71"/>
                  <a:gd name="T6" fmla="*/ 70 w 33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71">
                    <a:moveTo>
                      <a:pt x="0" y="66"/>
                    </a:moveTo>
                    <a:cubicBezTo>
                      <a:pt x="0" y="68"/>
                      <a:pt x="5" y="71"/>
                      <a:pt x="6" y="69"/>
                    </a:cubicBezTo>
                    <a:cubicBezTo>
                      <a:pt x="12" y="56"/>
                      <a:pt x="31" y="48"/>
                      <a:pt x="32" y="35"/>
                    </a:cubicBezTo>
                    <a:cubicBezTo>
                      <a:pt x="33" y="25"/>
                      <a:pt x="15" y="5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7" name="Freeform 4310">
                <a:extLst>
                  <a:ext uri="{FF2B5EF4-FFF2-40B4-BE49-F238E27FC236}">
                    <a16:creationId xmlns:a16="http://schemas.microsoft.com/office/drawing/2014/main" id="{4A02B9A2-4D5A-4D85-8D9A-A7814A52E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3548"/>
                <a:ext cx="56" cy="12"/>
              </a:xfrm>
              <a:custGeom>
                <a:avLst/>
                <a:gdLst>
                  <a:gd name="T0" fmla="*/ 0 w 36"/>
                  <a:gd name="T1" fmla="*/ 5 h 7"/>
                  <a:gd name="T2" fmla="*/ 135 w 36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1"/>
                    </a:moveTo>
                    <a:cubicBezTo>
                      <a:pt x="11" y="1"/>
                      <a:pt x="27" y="0"/>
                      <a:pt x="36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8" name="Freeform 4311">
                <a:extLst>
                  <a:ext uri="{FF2B5EF4-FFF2-40B4-BE49-F238E27FC236}">
                    <a16:creationId xmlns:a16="http://schemas.microsoft.com/office/drawing/2014/main" id="{5B0005C1-F4BC-4563-AED9-6F50907F9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3604"/>
                <a:ext cx="29" cy="28"/>
              </a:xfrm>
              <a:custGeom>
                <a:avLst/>
                <a:gdLst>
                  <a:gd name="T0" fmla="*/ 0 w 19"/>
                  <a:gd name="T1" fmla="*/ 76 h 17"/>
                  <a:gd name="T2" fmla="*/ 67 w 1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0" y="17"/>
                    </a:moveTo>
                    <a:cubicBezTo>
                      <a:pt x="4" y="8"/>
                      <a:pt x="10" y="2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9" name="Freeform 4312">
                <a:extLst>
                  <a:ext uri="{FF2B5EF4-FFF2-40B4-BE49-F238E27FC236}">
                    <a16:creationId xmlns:a16="http://schemas.microsoft.com/office/drawing/2014/main" id="{4F791CAA-A075-4A78-A363-98EBD3116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2350"/>
                <a:ext cx="29" cy="15"/>
              </a:xfrm>
              <a:custGeom>
                <a:avLst/>
                <a:gdLst>
                  <a:gd name="T0" fmla="*/ 0 w 19"/>
                  <a:gd name="T1" fmla="*/ 42 h 9"/>
                  <a:gd name="T2" fmla="*/ 67 w 19"/>
                  <a:gd name="T3" fmla="*/ 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9"/>
                    </a:moveTo>
                    <a:cubicBezTo>
                      <a:pt x="5" y="4"/>
                      <a:pt x="13" y="0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0" name="Freeform 4313">
                <a:extLst>
                  <a:ext uri="{FF2B5EF4-FFF2-40B4-BE49-F238E27FC236}">
                    <a16:creationId xmlns:a16="http://schemas.microsoft.com/office/drawing/2014/main" id="{2A241EE2-40C2-4A92-B1FB-D85B9680A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2375"/>
                <a:ext cx="8" cy="31"/>
              </a:xfrm>
              <a:custGeom>
                <a:avLst/>
                <a:gdLst>
                  <a:gd name="T0" fmla="*/ 21 w 5"/>
                  <a:gd name="T1" fmla="*/ 0 h 19"/>
                  <a:gd name="T2" fmla="*/ 16 w 5"/>
                  <a:gd name="T3" fmla="*/ 8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5" y="0"/>
                    </a:moveTo>
                    <a:cubicBezTo>
                      <a:pt x="3" y="5"/>
                      <a:pt x="0" y="15"/>
                      <a:pt x="4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1" name="Freeform 4314">
                <a:extLst>
                  <a:ext uri="{FF2B5EF4-FFF2-40B4-BE49-F238E27FC236}">
                    <a16:creationId xmlns:a16="http://schemas.microsoft.com/office/drawing/2014/main" id="{6E8CE402-88E6-45B8-BB63-018A9C16E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0" y="2504"/>
                <a:ext cx="7" cy="14"/>
              </a:xfrm>
              <a:custGeom>
                <a:avLst/>
                <a:gdLst>
                  <a:gd name="T0" fmla="*/ 21 w 4"/>
                  <a:gd name="T1" fmla="*/ 0 h 9"/>
                  <a:gd name="T2" fmla="*/ 0 w 4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3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2" name="Freeform 4315">
                <a:extLst>
                  <a:ext uri="{FF2B5EF4-FFF2-40B4-BE49-F238E27FC236}">
                    <a16:creationId xmlns:a16="http://schemas.microsoft.com/office/drawing/2014/main" id="{9DCA1B0F-BFE2-4129-B344-80064EBBA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1998"/>
                <a:ext cx="29" cy="8"/>
              </a:xfrm>
              <a:custGeom>
                <a:avLst/>
                <a:gdLst>
                  <a:gd name="T0" fmla="*/ 0 w 19"/>
                  <a:gd name="T1" fmla="*/ 21 h 5"/>
                  <a:gd name="T2" fmla="*/ 67 w 1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0" y="5"/>
                    </a:moveTo>
                    <a:cubicBezTo>
                      <a:pt x="5" y="0"/>
                      <a:pt x="12" y="2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3" name="Freeform 4316">
                <a:extLst>
                  <a:ext uri="{FF2B5EF4-FFF2-40B4-BE49-F238E27FC236}">
                    <a16:creationId xmlns:a16="http://schemas.microsoft.com/office/drawing/2014/main" id="{3088FFAE-A3EC-421B-B155-AEF27ACA0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077"/>
                <a:ext cx="27" cy="8"/>
              </a:xfrm>
              <a:custGeom>
                <a:avLst/>
                <a:gdLst>
                  <a:gd name="T0" fmla="*/ 0 w 17"/>
                  <a:gd name="T1" fmla="*/ 21 h 5"/>
                  <a:gd name="T2" fmla="*/ 68 w 17"/>
                  <a:gd name="T3" fmla="*/ 1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cubicBezTo>
                      <a:pt x="6" y="2"/>
                      <a:pt x="11" y="0"/>
                      <a:pt x="17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4" name="Freeform 4317">
                <a:extLst>
                  <a:ext uri="{FF2B5EF4-FFF2-40B4-BE49-F238E27FC236}">
                    <a16:creationId xmlns:a16="http://schemas.microsoft.com/office/drawing/2014/main" id="{9C758758-FD30-44CA-8BB1-3D07554C6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848"/>
                <a:ext cx="9" cy="39"/>
              </a:xfrm>
              <a:custGeom>
                <a:avLst/>
                <a:gdLst>
                  <a:gd name="T0" fmla="*/ 21 w 6"/>
                  <a:gd name="T1" fmla="*/ 0 h 24"/>
                  <a:gd name="T2" fmla="*/ 5 w 6"/>
                  <a:gd name="T3" fmla="*/ 10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6" y="0"/>
                    </a:moveTo>
                    <a:cubicBezTo>
                      <a:pt x="1" y="7"/>
                      <a:pt x="0" y="16"/>
                      <a:pt x="1" y="2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5" name="Freeform 4318">
                <a:extLst>
                  <a:ext uri="{FF2B5EF4-FFF2-40B4-BE49-F238E27FC236}">
                    <a16:creationId xmlns:a16="http://schemas.microsoft.com/office/drawing/2014/main" id="{2BFD0CB2-B0C2-417C-B512-B5F175B99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713"/>
                <a:ext cx="22" cy="11"/>
              </a:xfrm>
              <a:custGeom>
                <a:avLst/>
                <a:gdLst>
                  <a:gd name="T0" fmla="*/ 0 w 14"/>
                  <a:gd name="T1" fmla="*/ 27 h 7"/>
                  <a:gd name="T2" fmla="*/ 55 w 14"/>
                  <a:gd name="T3" fmla="*/ 1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5" y="5"/>
                      <a:pt x="9" y="0"/>
                      <a:pt x="14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6" name="Freeform 4319">
                <a:extLst>
                  <a:ext uri="{FF2B5EF4-FFF2-40B4-BE49-F238E27FC236}">
                    <a16:creationId xmlns:a16="http://schemas.microsoft.com/office/drawing/2014/main" id="{E4055D20-21CA-4908-9DFC-1F0606EAA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1635"/>
                <a:ext cx="34" cy="8"/>
              </a:xfrm>
              <a:custGeom>
                <a:avLst/>
                <a:gdLst>
                  <a:gd name="T0" fmla="*/ 0 w 22"/>
                  <a:gd name="T1" fmla="*/ 5 h 5"/>
                  <a:gd name="T2" fmla="*/ 82 w 2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">
                    <a:moveTo>
                      <a:pt x="0" y="1"/>
                    </a:moveTo>
                    <a:cubicBezTo>
                      <a:pt x="8" y="0"/>
                      <a:pt x="14" y="3"/>
                      <a:pt x="22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7" name="Freeform 4320">
                <a:extLst>
                  <a:ext uri="{FF2B5EF4-FFF2-40B4-BE49-F238E27FC236}">
                    <a16:creationId xmlns:a16="http://schemas.microsoft.com/office/drawing/2014/main" id="{30806449-608D-44BC-97B2-CF522C038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706"/>
                <a:ext cx="10" cy="53"/>
              </a:xfrm>
              <a:custGeom>
                <a:avLst/>
                <a:gdLst>
                  <a:gd name="T0" fmla="*/ 0 w 7"/>
                  <a:gd name="T1" fmla="*/ 0 h 32"/>
                  <a:gd name="T2" fmla="*/ 13 w 7"/>
                  <a:gd name="T3" fmla="*/ 14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2">
                    <a:moveTo>
                      <a:pt x="0" y="0"/>
                    </a:moveTo>
                    <a:cubicBezTo>
                      <a:pt x="7" y="10"/>
                      <a:pt x="7" y="21"/>
                      <a:pt x="4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8" name="Freeform 4321">
                <a:extLst>
                  <a:ext uri="{FF2B5EF4-FFF2-40B4-BE49-F238E27FC236}">
                    <a16:creationId xmlns:a16="http://schemas.microsoft.com/office/drawing/2014/main" id="{212561E0-5D81-45BD-87BD-516883184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3538"/>
                <a:ext cx="20" cy="13"/>
              </a:xfrm>
              <a:custGeom>
                <a:avLst/>
                <a:gdLst>
                  <a:gd name="T0" fmla="*/ 0 w 13"/>
                  <a:gd name="T1" fmla="*/ 34 h 8"/>
                  <a:gd name="T2" fmla="*/ 48 w 1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cubicBezTo>
                      <a:pt x="6" y="8"/>
                      <a:pt x="10" y="4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9" name="Freeform 4322">
                <a:extLst>
                  <a:ext uri="{FF2B5EF4-FFF2-40B4-BE49-F238E27FC236}">
                    <a16:creationId xmlns:a16="http://schemas.microsoft.com/office/drawing/2014/main" id="{08124DC2-F80B-42F6-9D71-88C30B311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0" y="3716"/>
                <a:ext cx="21" cy="10"/>
              </a:xfrm>
              <a:custGeom>
                <a:avLst/>
                <a:gdLst>
                  <a:gd name="T0" fmla="*/ 0 w 14"/>
                  <a:gd name="T1" fmla="*/ 28 h 6"/>
                  <a:gd name="T2" fmla="*/ 48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5" y="5"/>
                      <a:pt x="9" y="2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0" name="Freeform 4323">
                <a:extLst>
                  <a:ext uri="{FF2B5EF4-FFF2-40B4-BE49-F238E27FC236}">
                    <a16:creationId xmlns:a16="http://schemas.microsoft.com/office/drawing/2014/main" id="{382B76C7-3903-4BB4-B5FB-FCD606753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3579"/>
                <a:ext cx="8" cy="24"/>
              </a:xfrm>
              <a:custGeom>
                <a:avLst/>
                <a:gdLst>
                  <a:gd name="T0" fmla="*/ 16 w 5"/>
                  <a:gd name="T1" fmla="*/ 0 h 14"/>
                  <a:gd name="T2" fmla="*/ 21 w 5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4" y="0"/>
                    </a:moveTo>
                    <a:cubicBezTo>
                      <a:pt x="0" y="4"/>
                      <a:pt x="0" y="11"/>
                      <a:pt x="5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1" name="Freeform 4324">
                <a:extLst>
                  <a:ext uri="{FF2B5EF4-FFF2-40B4-BE49-F238E27FC236}">
                    <a16:creationId xmlns:a16="http://schemas.microsoft.com/office/drawing/2014/main" id="{9A05AC8E-11B9-40B8-AF8A-5DC22FF4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3682"/>
                <a:ext cx="11" cy="37"/>
              </a:xfrm>
              <a:custGeom>
                <a:avLst/>
                <a:gdLst>
                  <a:gd name="T0" fmla="*/ 13 w 7"/>
                  <a:gd name="T1" fmla="*/ 0 h 23"/>
                  <a:gd name="T2" fmla="*/ 27 w 7"/>
                  <a:gd name="T3" fmla="*/ 9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3" y="0"/>
                    </a:moveTo>
                    <a:cubicBezTo>
                      <a:pt x="0" y="7"/>
                      <a:pt x="4" y="17"/>
                      <a:pt x="7" y="2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2" name="Freeform 4325">
                <a:extLst>
                  <a:ext uri="{FF2B5EF4-FFF2-40B4-BE49-F238E27FC236}">
                    <a16:creationId xmlns:a16="http://schemas.microsoft.com/office/drawing/2014/main" id="{4C2E9AF4-FF40-41D2-AA35-76AAC5D19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3813"/>
                <a:ext cx="28" cy="15"/>
              </a:xfrm>
              <a:custGeom>
                <a:avLst/>
                <a:gdLst>
                  <a:gd name="T0" fmla="*/ 0 w 18"/>
                  <a:gd name="T1" fmla="*/ 0 h 9"/>
                  <a:gd name="T2" fmla="*/ 68 w 18"/>
                  <a:gd name="T3" fmla="*/ 3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0"/>
                    </a:moveTo>
                    <a:cubicBezTo>
                      <a:pt x="6" y="4"/>
                      <a:pt x="10" y="9"/>
                      <a:pt x="18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3" name="Freeform 4326">
                <a:extLst>
                  <a:ext uri="{FF2B5EF4-FFF2-40B4-BE49-F238E27FC236}">
                    <a16:creationId xmlns:a16="http://schemas.microsoft.com/office/drawing/2014/main" id="{3CE815D0-8CBE-4A3E-845F-E5BBC4AAA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1" y="3764"/>
                <a:ext cx="28" cy="5"/>
              </a:xfrm>
              <a:custGeom>
                <a:avLst/>
                <a:gdLst>
                  <a:gd name="T0" fmla="*/ 0 w 18"/>
                  <a:gd name="T1" fmla="*/ 0 h 3"/>
                  <a:gd name="T2" fmla="*/ 68 w 18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cubicBezTo>
                      <a:pt x="6" y="2"/>
                      <a:pt x="13" y="3"/>
                      <a:pt x="18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4" name="Freeform 4327">
                <a:extLst>
                  <a:ext uri="{FF2B5EF4-FFF2-40B4-BE49-F238E27FC236}">
                    <a16:creationId xmlns:a16="http://schemas.microsoft.com/office/drawing/2014/main" id="{BC8A85EC-5239-461A-99DD-6D75032A7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3794"/>
                <a:ext cx="12" cy="8"/>
              </a:xfrm>
              <a:custGeom>
                <a:avLst/>
                <a:gdLst>
                  <a:gd name="T0" fmla="*/ 0 w 8"/>
                  <a:gd name="T1" fmla="*/ 21 h 5"/>
                  <a:gd name="T2" fmla="*/ 27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7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42" name="Group 4328">
              <a:extLst>
                <a:ext uri="{FF2B5EF4-FFF2-40B4-BE49-F238E27FC236}">
                  <a16:creationId xmlns:a16="http://schemas.microsoft.com/office/drawing/2014/main" id="{C1F6CFB8-2F57-4B10-B5F2-2470D5EE4A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4" y="1587"/>
              <a:ext cx="1184" cy="2254"/>
              <a:chOff x="4274" y="1587"/>
              <a:chExt cx="1184" cy="2254"/>
            </a:xfrm>
          </p:grpSpPr>
          <p:sp>
            <p:nvSpPr>
              <p:cNvPr id="52505" name="Line 4329">
                <a:extLst>
                  <a:ext uri="{FF2B5EF4-FFF2-40B4-BE49-F238E27FC236}">
                    <a16:creationId xmlns:a16="http://schemas.microsoft.com/office/drawing/2014/main" id="{5BC092A1-328B-4B28-9F1B-953F00A153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67" y="2016"/>
                <a:ext cx="17" cy="1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6" name="Freeform 4330">
                <a:extLst>
                  <a:ext uri="{FF2B5EF4-FFF2-40B4-BE49-F238E27FC236}">
                    <a16:creationId xmlns:a16="http://schemas.microsoft.com/office/drawing/2014/main" id="{AB0DAEC3-594B-41A2-A340-8C948E172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749"/>
                <a:ext cx="64" cy="25"/>
              </a:xfrm>
              <a:custGeom>
                <a:avLst/>
                <a:gdLst>
                  <a:gd name="T0" fmla="*/ 73 w 41"/>
                  <a:gd name="T1" fmla="*/ 0 h 15"/>
                  <a:gd name="T2" fmla="*/ 83 w 41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5">
                    <a:moveTo>
                      <a:pt x="19" y="0"/>
                    </a:moveTo>
                    <a:cubicBezTo>
                      <a:pt x="0" y="15"/>
                      <a:pt x="41" y="14"/>
                      <a:pt x="22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7" name="Freeform 4331">
                <a:extLst>
                  <a:ext uri="{FF2B5EF4-FFF2-40B4-BE49-F238E27FC236}">
                    <a16:creationId xmlns:a16="http://schemas.microsoft.com/office/drawing/2014/main" id="{FC648E0F-161C-43F9-9748-C686BE7C2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1757"/>
                <a:ext cx="17" cy="26"/>
              </a:xfrm>
              <a:custGeom>
                <a:avLst/>
                <a:gdLst>
                  <a:gd name="T0" fmla="*/ 0 w 11"/>
                  <a:gd name="T1" fmla="*/ 39 h 16"/>
                  <a:gd name="T2" fmla="*/ 14 w 11"/>
                  <a:gd name="T3" fmla="*/ 68 h 16"/>
                  <a:gd name="T4" fmla="*/ 0 w 11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9"/>
                    </a:moveTo>
                    <a:cubicBezTo>
                      <a:pt x="1" y="12"/>
                      <a:pt x="1" y="15"/>
                      <a:pt x="4" y="16"/>
                    </a:cubicBezTo>
                    <a:cubicBezTo>
                      <a:pt x="11" y="11"/>
                      <a:pt x="8" y="3"/>
                      <a:pt x="0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8" name="Freeform 4332">
                <a:extLst>
                  <a:ext uri="{FF2B5EF4-FFF2-40B4-BE49-F238E27FC236}">
                    <a16:creationId xmlns:a16="http://schemas.microsoft.com/office/drawing/2014/main" id="{0E6593F7-E7D6-4151-80DF-5D033E8C6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675"/>
                <a:ext cx="17" cy="21"/>
              </a:xfrm>
              <a:custGeom>
                <a:avLst/>
                <a:gdLst>
                  <a:gd name="T0" fmla="*/ 14 w 11"/>
                  <a:gd name="T1" fmla="*/ 21 h 13"/>
                  <a:gd name="T2" fmla="*/ 14 w 11"/>
                  <a:gd name="T3" fmla="*/ 55 h 13"/>
                  <a:gd name="T4" fmla="*/ 19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4" y="5"/>
                    </a:moveTo>
                    <a:cubicBezTo>
                      <a:pt x="2" y="8"/>
                      <a:pt x="0" y="10"/>
                      <a:pt x="4" y="13"/>
                    </a:cubicBezTo>
                    <a:cubicBezTo>
                      <a:pt x="11" y="11"/>
                      <a:pt x="10" y="4"/>
                      <a:pt x="5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9" name="Freeform 4333">
                <a:extLst>
                  <a:ext uri="{FF2B5EF4-FFF2-40B4-BE49-F238E27FC236}">
                    <a16:creationId xmlns:a16="http://schemas.microsoft.com/office/drawing/2014/main" id="{2C69D6ED-891B-40E4-943E-A73C99D03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1861"/>
                <a:ext cx="24" cy="28"/>
              </a:xfrm>
              <a:custGeom>
                <a:avLst/>
                <a:gdLst>
                  <a:gd name="T0" fmla="*/ 18 w 16"/>
                  <a:gd name="T1" fmla="*/ 5 h 17"/>
                  <a:gd name="T2" fmla="*/ 12 w 16"/>
                  <a:gd name="T3" fmla="*/ 76 h 17"/>
                  <a:gd name="T4" fmla="*/ 54 w 16"/>
                  <a:gd name="T5" fmla="*/ 5 h 17"/>
                  <a:gd name="T6" fmla="*/ 26 w 16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5" y="1"/>
                    </a:moveTo>
                    <a:cubicBezTo>
                      <a:pt x="2" y="7"/>
                      <a:pt x="0" y="12"/>
                      <a:pt x="3" y="17"/>
                    </a:cubicBezTo>
                    <a:cubicBezTo>
                      <a:pt x="11" y="15"/>
                      <a:pt x="16" y="9"/>
                      <a:pt x="16" y="1"/>
                    </a:cubicBezTo>
                    <a:cubicBezTo>
                      <a:pt x="13" y="0"/>
                      <a:pt x="10" y="0"/>
                      <a:pt x="7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0" name="Freeform 4334">
                <a:extLst>
                  <a:ext uri="{FF2B5EF4-FFF2-40B4-BE49-F238E27FC236}">
                    <a16:creationId xmlns:a16="http://schemas.microsoft.com/office/drawing/2014/main" id="{6E6881E1-CEB3-464F-9A56-C7E4CCB12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1955"/>
                <a:ext cx="14" cy="16"/>
              </a:xfrm>
              <a:custGeom>
                <a:avLst/>
                <a:gdLst>
                  <a:gd name="T0" fmla="*/ 5 w 9"/>
                  <a:gd name="T1" fmla="*/ 21 h 10"/>
                  <a:gd name="T2" fmla="*/ 34 w 9"/>
                  <a:gd name="T3" fmla="*/ 29 h 10"/>
                  <a:gd name="T4" fmla="*/ 0 w 9"/>
                  <a:gd name="T5" fmla="*/ 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1" y="5"/>
                    </a:moveTo>
                    <a:cubicBezTo>
                      <a:pt x="3" y="8"/>
                      <a:pt x="5" y="10"/>
                      <a:pt x="9" y="7"/>
                    </a:cubicBezTo>
                    <a:cubicBezTo>
                      <a:pt x="8" y="1"/>
                      <a:pt x="4" y="0"/>
                      <a:pt x="0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1" name="Freeform 4335">
                <a:extLst>
                  <a:ext uri="{FF2B5EF4-FFF2-40B4-BE49-F238E27FC236}">
                    <a16:creationId xmlns:a16="http://schemas.microsoft.com/office/drawing/2014/main" id="{E31981AF-C962-4945-8F96-E000F0C19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037"/>
                <a:ext cx="14" cy="23"/>
              </a:xfrm>
              <a:custGeom>
                <a:avLst/>
                <a:gdLst>
                  <a:gd name="T0" fmla="*/ 0 w 9"/>
                  <a:gd name="T1" fmla="*/ 21 h 14"/>
                  <a:gd name="T2" fmla="*/ 14 w 9"/>
                  <a:gd name="T3" fmla="*/ 62 h 14"/>
                  <a:gd name="T4" fmla="*/ 0 w 9"/>
                  <a:gd name="T5" fmla="*/ 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5"/>
                    </a:moveTo>
                    <a:cubicBezTo>
                      <a:pt x="0" y="9"/>
                      <a:pt x="0" y="12"/>
                      <a:pt x="4" y="14"/>
                    </a:cubicBezTo>
                    <a:cubicBezTo>
                      <a:pt x="9" y="9"/>
                      <a:pt x="7" y="0"/>
                      <a:pt x="0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2" name="Freeform 4336">
                <a:extLst>
                  <a:ext uri="{FF2B5EF4-FFF2-40B4-BE49-F238E27FC236}">
                    <a16:creationId xmlns:a16="http://schemas.microsoft.com/office/drawing/2014/main" id="{7BC2CE7D-615F-4699-A6E3-7E67F0585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103"/>
                <a:ext cx="38" cy="30"/>
              </a:xfrm>
              <a:custGeom>
                <a:avLst/>
                <a:gdLst>
                  <a:gd name="T0" fmla="*/ 21 w 25"/>
                  <a:gd name="T1" fmla="*/ 0 h 18"/>
                  <a:gd name="T2" fmla="*/ 35 w 25"/>
                  <a:gd name="T3" fmla="*/ 2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8">
                    <a:moveTo>
                      <a:pt x="6" y="0"/>
                    </a:moveTo>
                    <a:cubicBezTo>
                      <a:pt x="0" y="18"/>
                      <a:pt x="25" y="11"/>
                      <a:pt x="10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3" name="Freeform 4337">
                <a:extLst>
                  <a:ext uri="{FF2B5EF4-FFF2-40B4-BE49-F238E27FC236}">
                    <a16:creationId xmlns:a16="http://schemas.microsoft.com/office/drawing/2014/main" id="{CB26A521-6F76-4CA8-A900-CC3AC5428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156"/>
                <a:ext cx="39" cy="90"/>
              </a:xfrm>
              <a:custGeom>
                <a:avLst/>
                <a:gdLst>
                  <a:gd name="T0" fmla="*/ 0 w 25"/>
                  <a:gd name="T1" fmla="*/ 83 h 55"/>
                  <a:gd name="T2" fmla="*/ 8 w 25"/>
                  <a:gd name="T3" fmla="*/ 62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5">
                    <a:moveTo>
                      <a:pt x="0" y="19"/>
                    </a:moveTo>
                    <a:cubicBezTo>
                      <a:pt x="7" y="55"/>
                      <a:pt x="25" y="0"/>
                      <a:pt x="2" y="1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4" name="Freeform 4338">
                <a:extLst>
                  <a:ext uri="{FF2B5EF4-FFF2-40B4-BE49-F238E27FC236}">
                    <a16:creationId xmlns:a16="http://schemas.microsoft.com/office/drawing/2014/main" id="{3094B5BE-8A8C-4B52-81D0-6FC70AE5A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263"/>
                <a:ext cx="19" cy="21"/>
              </a:xfrm>
              <a:custGeom>
                <a:avLst/>
                <a:gdLst>
                  <a:gd name="T0" fmla="*/ 13 w 12"/>
                  <a:gd name="T1" fmla="*/ 29 h 13"/>
                  <a:gd name="T2" fmla="*/ 27 w 12"/>
                  <a:gd name="T3" fmla="*/ 55 h 13"/>
                  <a:gd name="T4" fmla="*/ 0 w 12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7"/>
                    </a:moveTo>
                    <a:cubicBezTo>
                      <a:pt x="4" y="10"/>
                      <a:pt x="4" y="12"/>
                      <a:pt x="7" y="13"/>
                    </a:cubicBezTo>
                    <a:cubicBezTo>
                      <a:pt x="12" y="6"/>
                      <a:pt x="7" y="0"/>
                      <a:pt x="0" y="5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5" name="Freeform 4339">
                <a:extLst>
                  <a:ext uri="{FF2B5EF4-FFF2-40B4-BE49-F238E27FC236}">
                    <a16:creationId xmlns:a16="http://schemas.microsoft.com/office/drawing/2014/main" id="{4B003AB9-D0E2-41F9-9DF9-0D432FC3A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179"/>
                <a:ext cx="42" cy="33"/>
              </a:xfrm>
              <a:custGeom>
                <a:avLst/>
                <a:gdLst>
                  <a:gd name="T0" fmla="*/ 12 w 27"/>
                  <a:gd name="T1" fmla="*/ 0 h 20"/>
                  <a:gd name="T2" fmla="*/ 22 w 2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0">
                    <a:moveTo>
                      <a:pt x="3" y="0"/>
                    </a:moveTo>
                    <a:cubicBezTo>
                      <a:pt x="0" y="20"/>
                      <a:pt x="27" y="7"/>
                      <a:pt x="6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6" name="Freeform 4340">
                <a:extLst>
                  <a:ext uri="{FF2B5EF4-FFF2-40B4-BE49-F238E27FC236}">
                    <a16:creationId xmlns:a16="http://schemas.microsoft.com/office/drawing/2014/main" id="{B8114BB9-865F-4062-A814-1AF3807C2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129"/>
                <a:ext cx="12" cy="15"/>
              </a:xfrm>
              <a:custGeom>
                <a:avLst/>
                <a:gdLst>
                  <a:gd name="T0" fmla="*/ 0 w 8"/>
                  <a:gd name="T1" fmla="*/ 5 h 9"/>
                  <a:gd name="T2" fmla="*/ 12 w 8"/>
                  <a:gd name="T3" fmla="*/ 42 h 9"/>
                  <a:gd name="T4" fmla="*/ 8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1"/>
                    </a:moveTo>
                    <a:cubicBezTo>
                      <a:pt x="0" y="4"/>
                      <a:pt x="1" y="7"/>
                      <a:pt x="3" y="9"/>
                    </a:cubicBezTo>
                    <a:cubicBezTo>
                      <a:pt x="8" y="6"/>
                      <a:pt x="7" y="3"/>
                      <a:pt x="2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7" name="Freeform 4341">
                <a:extLst>
                  <a:ext uri="{FF2B5EF4-FFF2-40B4-BE49-F238E27FC236}">
                    <a16:creationId xmlns:a16="http://schemas.microsoft.com/office/drawing/2014/main" id="{1C32F759-FD9D-411B-9B3D-ADC8589EA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2210"/>
                <a:ext cx="19" cy="23"/>
              </a:xfrm>
              <a:custGeom>
                <a:avLst/>
                <a:gdLst>
                  <a:gd name="T0" fmla="*/ 8 w 12"/>
                  <a:gd name="T1" fmla="*/ 26 h 14"/>
                  <a:gd name="T2" fmla="*/ 5 w 12"/>
                  <a:gd name="T3" fmla="*/ 54 h 14"/>
                  <a:gd name="T4" fmla="*/ 5 w 12"/>
                  <a:gd name="T5" fmla="*/ 1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6"/>
                    </a:moveTo>
                    <a:cubicBezTo>
                      <a:pt x="0" y="8"/>
                      <a:pt x="0" y="10"/>
                      <a:pt x="1" y="12"/>
                    </a:cubicBezTo>
                    <a:cubicBezTo>
                      <a:pt x="12" y="14"/>
                      <a:pt x="11" y="0"/>
                      <a:pt x="1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8" name="Freeform 4342">
                <a:extLst>
                  <a:ext uri="{FF2B5EF4-FFF2-40B4-BE49-F238E27FC236}">
                    <a16:creationId xmlns:a16="http://schemas.microsoft.com/office/drawing/2014/main" id="{8E241808-FB7E-4A54-8512-E4BAAC05D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317"/>
                <a:ext cx="25" cy="30"/>
              </a:xfrm>
              <a:custGeom>
                <a:avLst/>
                <a:gdLst>
                  <a:gd name="T0" fmla="*/ 14 w 16"/>
                  <a:gd name="T1" fmla="*/ 0 h 18"/>
                  <a:gd name="T2" fmla="*/ 0 w 16"/>
                  <a:gd name="T3" fmla="*/ 13 h 18"/>
                  <a:gd name="T4" fmla="*/ 61 w 16"/>
                  <a:gd name="T5" fmla="*/ 37 h 18"/>
                  <a:gd name="T6" fmla="*/ 42 w 16"/>
                  <a:gd name="T7" fmla="*/ 2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4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1" y="13"/>
                      <a:pt x="12" y="18"/>
                      <a:pt x="16" y="8"/>
                    </a:cubicBezTo>
                    <a:cubicBezTo>
                      <a:pt x="15" y="5"/>
                      <a:pt x="13" y="4"/>
                      <a:pt x="11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9" name="Freeform 4343">
                <a:extLst>
                  <a:ext uri="{FF2B5EF4-FFF2-40B4-BE49-F238E27FC236}">
                    <a16:creationId xmlns:a16="http://schemas.microsoft.com/office/drawing/2014/main" id="{EF568736-3816-4BB3-A01C-7F0DA43C3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2388"/>
                <a:ext cx="23" cy="22"/>
              </a:xfrm>
              <a:custGeom>
                <a:avLst/>
                <a:gdLst>
                  <a:gd name="T0" fmla="*/ 8 w 15"/>
                  <a:gd name="T1" fmla="*/ 41 h 13"/>
                  <a:gd name="T2" fmla="*/ 21 w 15"/>
                  <a:gd name="T3" fmla="*/ 63 h 13"/>
                  <a:gd name="T4" fmla="*/ 0 w 15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2" y="8"/>
                    </a:moveTo>
                    <a:cubicBezTo>
                      <a:pt x="1" y="11"/>
                      <a:pt x="3" y="13"/>
                      <a:pt x="6" y="13"/>
                    </a:cubicBezTo>
                    <a:cubicBezTo>
                      <a:pt x="15" y="7"/>
                      <a:pt x="8" y="0"/>
                      <a:pt x="0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0" name="Freeform 4344">
                <a:extLst>
                  <a:ext uri="{FF2B5EF4-FFF2-40B4-BE49-F238E27FC236}">
                    <a16:creationId xmlns:a16="http://schemas.microsoft.com/office/drawing/2014/main" id="{59DC628F-CC52-4EB9-BA79-DE16DD438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2416"/>
                <a:ext cx="20" cy="25"/>
              </a:xfrm>
              <a:custGeom>
                <a:avLst/>
                <a:gdLst>
                  <a:gd name="T0" fmla="*/ 12 w 13"/>
                  <a:gd name="T1" fmla="*/ 42 h 15"/>
                  <a:gd name="T2" fmla="*/ 12 w 13"/>
                  <a:gd name="T3" fmla="*/ 70 h 15"/>
                  <a:gd name="T4" fmla="*/ 0 w 13"/>
                  <a:gd name="T5" fmla="*/ 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3" y="9"/>
                    </a:moveTo>
                    <a:cubicBezTo>
                      <a:pt x="1" y="11"/>
                      <a:pt x="1" y="13"/>
                      <a:pt x="3" y="15"/>
                    </a:cubicBezTo>
                    <a:cubicBezTo>
                      <a:pt x="13" y="15"/>
                      <a:pt x="9" y="0"/>
                      <a:pt x="0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1" name="Freeform 4345">
                <a:extLst>
                  <a:ext uri="{FF2B5EF4-FFF2-40B4-BE49-F238E27FC236}">
                    <a16:creationId xmlns:a16="http://schemas.microsoft.com/office/drawing/2014/main" id="{90DD7316-B8D5-4D86-A6DB-D2AA35B8B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2474"/>
                <a:ext cx="19" cy="13"/>
              </a:xfrm>
              <a:custGeom>
                <a:avLst/>
                <a:gdLst>
                  <a:gd name="T0" fmla="*/ 8 w 12"/>
                  <a:gd name="T1" fmla="*/ 0 h 8"/>
                  <a:gd name="T2" fmla="*/ 13 w 12"/>
                  <a:gd name="T3" fmla="*/ 34 h 8"/>
                  <a:gd name="T4" fmla="*/ 33 w 12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3"/>
                      <a:pt x="1" y="6"/>
                      <a:pt x="3" y="8"/>
                    </a:cubicBezTo>
                    <a:cubicBezTo>
                      <a:pt x="10" y="8"/>
                      <a:pt x="12" y="4"/>
                      <a:pt x="8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2" name="Freeform 4346">
                <a:extLst>
                  <a:ext uri="{FF2B5EF4-FFF2-40B4-BE49-F238E27FC236}">
                    <a16:creationId xmlns:a16="http://schemas.microsoft.com/office/drawing/2014/main" id="{F1174A6B-89D1-468B-AC7E-395F0A653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561"/>
                <a:ext cx="17" cy="27"/>
              </a:xfrm>
              <a:custGeom>
                <a:avLst/>
                <a:gdLst>
                  <a:gd name="T0" fmla="*/ 0 w 11"/>
                  <a:gd name="T1" fmla="*/ 42 h 16"/>
                  <a:gd name="T2" fmla="*/ 22 w 11"/>
                  <a:gd name="T3" fmla="*/ 78 h 16"/>
                  <a:gd name="T4" fmla="*/ 0 w 11"/>
                  <a:gd name="T5" fmla="*/ 1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9"/>
                    </a:moveTo>
                    <a:cubicBezTo>
                      <a:pt x="1" y="13"/>
                      <a:pt x="2" y="16"/>
                      <a:pt x="6" y="16"/>
                    </a:cubicBezTo>
                    <a:cubicBezTo>
                      <a:pt x="11" y="11"/>
                      <a:pt x="9" y="0"/>
                      <a:pt x="0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3" name="Freeform 4347">
                <a:extLst>
                  <a:ext uri="{FF2B5EF4-FFF2-40B4-BE49-F238E27FC236}">
                    <a16:creationId xmlns:a16="http://schemas.microsoft.com/office/drawing/2014/main" id="{83E0FC18-586A-41AE-8111-D6DEEF5F7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2630"/>
                <a:ext cx="12" cy="15"/>
              </a:xfrm>
              <a:custGeom>
                <a:avLst/>
                <a:gdLst>
                  <a:gd name="T0" fmla="*/ 0 w 8"/>
                  <a:gd name="T1" fmla="*/ 22 h 9"/>
                  <a:gd name="T2" fmla="*/ 18 w 8"/>
                  <a:gd name="T3" fmla="*/ 42 h 9"/>
                  <a:gd name="T4" fmla="*/ 27 w 8"/>
                  <a:gd name="T5" fmla="*/ 28 h 9"/>
                  <a:gd name="T6" fmla="*/ 8 w 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1" y="7"/>
                      <a:pt x="2" y="9"/>
                      <a:pt x="5" y="9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8" y="2"/>
                      <a:pt x="5" y="1"/>
                      <a:pt x="2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4" name="Freeform 4348">
                <a:extLst>
                  <a:ext uri="{FF2B5EF4-FFF2-40B4-BE49-F238E27FC236}">
                    <a16:creationId xmlns:a16="http://schemas.microsoft.com/office/drawing/2014/main" id="{B17E428A-740A-4C52-8C56-EBB7AE634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6" y="2515"/>
                <a:ext cx="26" cy="20"/>
              </a:xfrm>
              <a:custGeom>
                <a:avLst/>
                <a:gdLst>
                  <a:gd name="T0" fmla="*/ 21 w 17"/>
                  <a:gd name="T1" fmla="*/ 0 h 12"/>
                  <a:gd name="T2" fmla="*/ 28 w 17"/>
                  <a:gd name="T3" fmla="*/ 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6" y="0"/>
                    </a:moveTo>
                    <a:cubicBezTo>
                      <a:pt x="0" y="12"/>
                      <a:pt x="17" y="11"/>
                      <a:pt x="8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5" name="Freeform 4349">
                <a:extLst>
                  <a:ext uri="{FF2B5EF4-FFF2-40B4-BE49-F238E27FC236}">
                    <a16:creationId xmlns:a16="http://schemas.microsoft.com/office/drawing/2014/main" id="{F1CE5315-F2BC-4F72-8280-41327FAD3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400"/>
                <a:ext cx="23" cy="36"/>
              </a:xfrm>
              <a:custGeom>
                <a:avLst/>
                <a:gdLst>
                  <a:gd name="T0" fmla="*/ 5 w 15"/>
                  <a:gd name="T1" fmla="*/ 29 h 22"/>
                  <a:gd name="T2" fmla="*/ 43 w 15"/>
                  <a:gd name="T3" fmla="*/ 56 h 22"/>
                  <a:gd name="T4" fmla="*/ 0 w 15"/>
                  <a:gd name="T5" fmla="*/ 2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" y="7"/>
                    </a:moveTo>
                    <a:cubicBezTo>
                      <a:pt x="1" y="11"/>
                      <a:pt x="8" y="22"/>
                      <a:pt x="12" y="13"/>
                    </a:cubicBezTo>
                    <a:cubicBezTo>
                      <a:pt x="15" y="5"/>
                      <a:pt x="7" y="0"/>
                      <a:pt x="0" y="5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6" name="Freeform 4350">
                <a:extLst>
                  <a:ext uri="{FF2B5EF4-FFF2-40B4-BE49-F238E27FC236}">
                    <a16:creationId xmlns:a16="http://schemas.microsoft.com/office/drawing/2014/main" id="{51DD724A-D9E5-4585-8F83-11EB51B41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372"/>
                <a:ext cx="14" cy="16"/>
              </a:xfrm>
              <a:custGeom>
                <a:avLst/>
                <a:gdLst>
                  <a:gd name="T0" fmla="*/ 8 w 9"/>
                  <a:gd name="T1" fmla="*/ 26 h 10"/>
                  <a:gd name="T2" fmla="*/ 19 w 9"/>
                  <a:gd name="T3" fmla="*/ 42 h 10"/>
                  <a:gd name="T4" fmla="*/ 0 w 9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2" y="6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5"/>
                      <a:pt x="8" y="0"/>
                      <a:pt x="0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7" name="Freeform 4351">
                <a:extLst>
                  <a:ext uri="{FF2B5EF4-FFF2-40B4-BE49-F238E27FC236}">
                    <a16:creationId xmlns:a16="http://schemas.microsoft.com/office/drawing/2014/main" id="{B5E22680-4EC1-471E-8274-1C40D44A0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125"/>
                <a:ext cx="31" cy="29"/>
              </a:xfrm>
              <a:custGeom>
                <a:avLst/>
                <a:gdLst>
                  <a:gd name="T0" fmla="*/ 19 w 20"/>
                  <a:gd name="T1" fmla="*/ 21 h 18"/>
                  <a:gd name="T2" fmla="*/ 34 w 20"/>
                  <a:gd name="T3" fmla="*/ 68 h 18"/>
                  <a:gd name="T4" fmla="*/ 22 w 2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5" y="5"/>
                    </a:moveTo>
                    <a:cubicBezTo>
                      <a:pt x="0" y="9"/>
                      <a:pt x="1" y="18"/>
                      <a:pt x="9" y="16"/>
                    </a:cubicBezTo>
                    <a:cubicBezTo>
                      <a:pt x="20" y="14"/>
                      <a:pt x="17" y="1"/>
                      <a:pt x="6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8" name="Freeform 4352">
                <a:extLst>
                  <a:ext uri="{FF2B5EF4-FFF2-40B4-BE49-F238E27FC236}">
                    <a16:creationId xmlns:a16="http://schemas.microsoft.com/office/drawing/2014/main" id="{04B23912-5672-4945-904C-9AEFDAF65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894"/>
                <a:ext cx="44" cy="76"/>
              </a:xfrm>
              <a:custGeom>
                <a:avLst/>
                <a:gdLst>
                  <a:gd name="T0" fmla="*/ 13 w 28"/>
                  <a:gd name="T1" fmla="*/ 63 h 46"/>
                  <a:gd name="T2" fmla="*/ 13 w 28"/>
                  <a:gd name="T3" fmla="*/ 58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6">
                    <a:moveTo>
                      <a:pt x="3" y="14"/>
                    </a:moveTo>
                    <a:cubicBezTo>
                      <a:pt x="0" y="46"/>
                      <a:pt x="28" y="0"/>
                      <a:pt x="3" y="1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9" name="Freeform 4353">
                <a:extLst>
                  <a:ext uri="{FF2B5EF4-FFF2-40B4-BE49-F238E27FC236}">
                    <a16:creationId xmlns:a16="http://schemas.microsoft.com/office/drawing/2014/main" id="{CA030712-49BA-461A-94AB-13BEED8F4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1930"/>
                <a:ext cx="22" cy="23"/>
              </a:xfrm>
              <a:custGeom>
                <a:avLst/>
                <a:gdLst>
                  <a:gd name="T0" fmla="*/ 0 w 14"/>
                  <a:gd name="T1" fmla="*/ 35 h 14"/>
                  <a:gd name="T2" fmla="*/ 20 w 14"/>
                  <a:gd name="T3" fmla="*/ 62 h 14"/>
                  <a:gd name="T4" fmla="*/ 0 w 14"/>
                  <a:gd name="T5" fmla="*/ 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cubicBezTo>
                      <a:pt x="1" y="11"/>
                      <a:pt x="2" y="13"/>
                      <a:pt x="5" y="14"/>
                    </a:cubicBezTo>
                    <a:cubicBezTo>
                      <a:pt x="14" y="10"/>
                      <a:pt x="9" y="0"/>
                      <a:pt x="0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0" name="Freeform 4354">
                <a:extLst>
                  <a:ext uri="{FF2B5EF4-FFF2-40B4-BE49-F238E27FC236}">
                    <a16:creationId xmlns:a16="http://schemas.microsoft.com/office/drawing/2014/main" id="{C2FD5967-EFC7-4E6F-A452-C26DDD06D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2055"/>
                <a:ext cx="34" cy="25"/>
              </a:xfrm>
              <a:custGeom>
                <a:avLst/>
                <a:gdLst>
                  <a:gd name="T0" fmla="*/ 19 w 22"/>
                  <a:gd name="T1" fmla="*/ 8 h 15"/>
                  <a:gd name="T2" fmla="*/ 36 w 2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5" y="2"/>
                    </a:moveTo>
                    <a:cubicBezTo>
                      <a:pt x="0" y="15"/>
                      <a:pt x="22" y="10"/>
                      <a:pt x="10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1" name="Freeform 4355">
                <a:extLst>
                  <a:ext uri="{FF2B5EF4-FFF2-40B4-BE49-F238E27FC236}">
                    <a16:creationId xmlns:a16="http://schemas.microsoft.com/office/drawing/2014/main" id="{31449D99-D2E7-4C13-9D1B-383083F4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279"/>
                <a:ext cx="14" cy="14"/>
              </a:xfrm>
              <a:custGeom>
                <a:avLst/>
                <a:gdLst>
                  <a:gd name="T0" fmla="*/ 5 w 9"/>
                  <a:gd name="T1" fmla="*/ 0 h 8"/>
                  <a:gd name="T2" fmla="*/ 8 w 9"/>
                  <a:gd name="T3" fmla="*/ 44 h 8"/>
                  <a:gd name="T4" fmla="*/ 26 w 9"/>
                  <a:gd name="T5" fmla="*/ 0 h 8"/>
                  <a:gd name="T6" fmla="*/ 5 w 9"/>
                  <a:gd name="T7" fmla="*/ 1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7" y="6"/>
                      <a:pt x="9" y="5"/>
                      <a:pt x="7" y="0"/>
                    </a:cubicBezTo>
                    <a:cubicBezTo>
                      <a:pt x="5" y="1"/>
                      <a:pt x="3" y="1"/>
                      <a:pt x="1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2" name="Freeform 4356">
                <a:extLst>
                  <a:ext uri="{FF2B5EF4-FFF2-40B4-BE49-F238E27FC236}">
                    <a16:creationId xmlns:a16="http://schemas.microsoft.com/office/drawing/2014/main" id="{C1D3BCB8-456A-4CBA-866B-7C1774C73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276"/>
                <a:ext cx="20" cy="25"/>
              </a:xfrm>
              <a:custGeom>
                <a:avLst/>
                <a:gdLst>
                  <a:gd name="T0" fmla="*/ 12 w 13"/>
                  <a:gd name="T1" fmla="*/ 22 h 15"/>
                  <a:gd name="T2" fmla="*/ 43 w 13"/>
                  <a:gd name="T3" fmla="*/ 13 h 15"/>
                  <a:gd name="T4" fmla="*/ 0 w 13"/>
                  <a:gd name="T5" fmla="*/ 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3" y="5"/>
                    </a:moveTo>
                    <a:cubicBezTo>
                      <a:pt x="5" y="15"/>
                      <a:pt x="13" y="11"/>
                      <a:pt x="12" y="3"/>
                    </a:cubicBezTo>
                    <a:cubicBezTo>
                      <a:pt x="8" y="0"/>
                      <a:pt x="4" y="0"/>
                      <a:pt x="0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3" name="Freeform 4357">
                <a:extLst>
                  <a:ext uri="{FF2B5EF4-FFF2-40B4-BE49-F238E27FC236}">
                    <a16:creationId xmlns:a16="http://schemas.microsoft.com/office/drawing/2014/main" id="{91D71C48-C3D2-4A5A-AA4B-51FF44B0C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2462"/>
                <a:ext cx="22" cy="42"/>
              </a:xfrm>
              <a:custGeom>
                <a:avLst/>
                <a:gdLst>
                  <a:gd name="T0" fmla="*/ 0 w 14"/>
                  <a:gd name="T1" fmla="*/ 37 h 25"/>
                  <a:gd name="T2" fmla="*/ 0 w 14"/>
                  <a:gd name="T3" fmla="*/ 4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0" y="8"/>
                    </a:moveTo>
                    <a:cubicBezTo>
                      <a:pt x="8" y="25"/>
                      <a:pt x="14" y="0"/>
                      <a:pt x="0" y="1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4" name="Freeform 4358">
                <a:extLst>
                  <a:ext uri="{FF2B5EF4-FFF2-40B4-BE49-F238E27FC236}">
                    <a16:creationId xmlns:a16="http://schemas.microsoft.com/office/drawing/2014/main" id="{E9E937FB-8150-4F81-98E0-17C4F4594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2523"/>
                <a:ext cx="35" cy="41"/>
              </a:xfrm>
              <a:custGeom>
                <a:avLst/>
                <a:gdLst>
                  <a:gd name="T0" fmla="*/ 53 w 23"/>
                  <a:gd name="T1" fmla="*/ 43 h 25"/>
                  <a:gd name="T2" fmla="*/ 35 w 23"/>
                  <a:gd name="T3" fmla="*/ 97 h 25"/>
                  <a:gd name="T4" fmla="*/ 46 w 23"/>
                  <a:gd name="T5" fmla="*/ 4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5">
                    <a:moveTo>
                      <a:pt x="15" y="10"/>
                    </a:moveTo>
                    <a:cubicBezTo>
                      <a:pt x="3" y="0"/>
                      <a:pt x="0" y="20"/>
                      <a:pt x="10" y="22"/>
                    </a:cubicBezTo>
                    <a:cubicBezTo>
                      <a:pt x="20" y="25"/>
                      <a:pt x="23" y="11"/>
                      <a:pt x="13" y="9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5" name="Freeform 4359">
                <a:extLst>
                  <a:ext uri="{FF2B5EF4-FFF2-40B4-BE49-F238E27FC236}">
                    <a16:creationId xmlns:a16="http://schemas.microsoft.com/office/drawing/2014/main" id="{E68B77AF-B19D-40CA-B302-BA6424067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0" y="2541"/>
                <a:ext cx="26" cy="33"/>
              </a:xfrm>
              <a:custGeom>
                <a:avLst/>
                <a:gdLst>
                  <a:gd name="T0" fmla="*/ 0 w 17"/>
                  <a:gd name="T1" fmla="*/ 21 h 20"/>
                  <a:gd name="T2" fmla="*/ 5 w 1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0">
                    <a:moveTo>
                      <a:pt x="0" y="5"/>
                    </a:moveTo>
                    <a:cubicBezTo>
                      <a:pt x="5" y="20"/>
                      <a:pt x="17" y="1"/>
                      <a:pt x="1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6" name="Freeform 4360">
                <a:extLst>
                  <a:ext uri="{FF2B5EF4-FFF2-40B4-BE49-F238E27FC236}">
                    <a16:creationId xmlns:a16="http://schemas.microsoft.com/office/drawing/2014/main" id="{A6173AA1-7813-404A-9739-DB474888A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8" y="2637"/>
                <a:ext cx="44" cy="30"/>
              </a:xfrm>
              <a:custGeom>
                <a:avLst/>
                <a:gdLst>
                  <a:gd name="T0" fmla="*/ 26 w 29"/>
                  <a:gd name="T1" fmla="*/ 0 h 18"/>
                  <a:gd name="T2" fmla="*/ 35 w 2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7" y="0"/>
                    </a:moveTo>
                    <a:cubicBezTo>
                      <a:pt x="0" y="18"/>
                      <a:pt x="29" y="2"/>
                      <a:pt x="10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7" name="Freeform 4361">
                <a:extLst>
                  <a:ext uri="{FF2B5EF4-FFF2-40B4-BE49-F238E27FC236}">
                    <a16:creationId xmlns:a16="http://schemas.microsoft.com/office/drawing/2014/main" id="{CE09DEB3-E0C7-4552-872F-8BBEFFDBE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4" y="2685"/>
                <a:ext cx="17" cy="20"/>
              </a:xfrm>
              <a:custGeom>
                <a:avLst/>
                <a:gdLst>
                  <a:gd name="T0" fmla="*/ 5 w 11"/>
                  <a:gd name="T1" fmla="*/ 8 h 12"/>
                  <a:gd name="T2" fmla="*/ 26 w 11"/>
                  <a:gd name="T3" fmla="*/ 55 h 12"/>
                  <a:gd name="T4" fmla="*/ 8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2"/>
                    </a:moveTo>
                    <a:cubicBezTo>
                      <a:pt x="0" y="8"/>
                      <a:pt x="2" y="12"/>
                      <a:pt x="7" y="12"/>
                    </a:cubicBezTo>
                    <a:cubicBezTo>
                      <a:pt x="11" y="7"/>
                      <a:pt x="9" y="2"/>
                      <a:pt x="2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8" name="Freeform 4362">
                <a:extLst>
                  <a:ext uri="{FF2B5EF4-FFF2-40B4-BE49-F238E27FC236}">
                    <a16:creationId xmlns:a16="http://schemas.microsoft.com/office/drawing/2014/main" id="{01F924CC-2FAC-4D79-9E0C-A69D37367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2678"/>
                <a:ext cx="15" cy="18"/>
              </a:xfrm>
              <a:custGeom>
                <a:avLst/>
                <a:gdLst>
                  <a:gd name="T0" fmla="*/ 12 w 10"/>
                  <a:gd name="T1" fmla="*/ 34 h 11"/>
                  <a:gd name="T2" fmla="*/ 18 w 10"/>
                  <a:gd name="T3" fmla="*/ 47 h 11"/>
                  <a:gd name="T4" fmla="*/ 35 w 10"/>
                  <a:gd name="T5" fmla="*/ 18 h 11"/>
                  <a:gd name="T6" fmla="*/ 0 w 10"/>
                  <a:gd name="T7" fmla="*/ 1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3" y="8"/>
                    </a:moveTo>
                    <a:cubicBezTo>
                      <a:pt x="3" y="9"/>
                      <a:pt x="4" y="11"/>
                      <a:pt x="5" y="11"/>
                    </a:cubicBezTo>
                    <a:cubicBezTo>
                      <a:pt x="8" y="9"/>
                      <a:pt x="9" y="7"/>
                      <a:pt x="10" y="4"/>
                    </a:cubicBezTo>
                    <a:cubicBezTo>
                      <a:pt x="6" y="0"/>
                      <a:pt x="2" y="0"/>
                      <a:pt x="0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9" name="Freeform 4363">
                <a:extLst>
                  <a:ext uri="{FF2B5EF4-FFF2-40B4-BE49-F238E27FC236}">
                    <a16:creationId xmlns:a16="http://schemas.microsoft.com/office/drawing/2014/main" id="{48D52B71-5070-4B85-BD42-9C3963DD2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670"/>
                <a:ext cx="20" cy="20"/>
              </a:xfrm>
              <a:custGeom>
                <a:avLst/>
                <a:gdLst>
                  <a:gd name="T0" fmla="*/ 14 w 13"/>
                  <a:gd name="T1" fmla="*/ 20 h 12"/>
                  <a:gd name="T2" fmla="*/ 14 w 13"/>
                  <a:gd name="T3" fmla="*/ 55 h 12"/>
                  <a:gd name="T4" fmla="*/ 5 w 13"/>
                  <a:gd name="T5" fmla="*/ 2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4" y="4"/>
                    </a:moveTo>
                    <a:cubicBezTo>
                      <a:pt x="1" y="7"/>
                      <a:pt x="0" y="10"/>
                      <a:pt x="4" y="12"/>
                    </a:cubicBezTo>
                    <a:cubicBezTo>
                      <a:pt x="13" y="9"/>
                      <a:pt x="8" y="0"/>
                      <a:pt x="1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0" name="Freeform 4364">
                <a:extLst>
                  <a:ext uri="{FF2B5EF4-FFF2-40B4-BE49-F238E27FC236}">
                    <a16:creationId xmlns:a16="http://schemas.microsoft.com/office/drawing/2014/main" id="{93DD2C99-0DE4-4796-91B9-8598E8F0E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2520"/>
                <a:ext cx="20" cy="30"/>
              </a:xfrm>
              <a:custGeom>
                <a:avLst/>
                <a:gdLst>
                  <a:gd name="T0" fmla="*/ 14 w 13"/>
                  <a:gd name="T1" fmla="*/ 8 h 18"/>
                  <a:gd name="T2" fmla="*/ 28 w 13"/>
                  <a:gd name="T3" fmla="*/ 55 h 18"/>
                  <a:gd name="T4" fmla="*/ 0 w 13"/>
                  <a:gd name="T5" fmla="*/ 1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4" y="2"/>
                    </a:moveTo>
                    <a:cubicBezTo>
                      <a:pt x="1" y="6"/>
                      <a:pt x="2" y="18"/>
                      <a:pt x="8" y="12"/>
                    </a:cubicBezTo>
                    <a:cubicBezTo>
                      <a:pt x="13" y="6"/>
                      <a:pt x="6" y="0"/>
                      <a:pt x="0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1" name="Freeform 4365">
                <a:extLst>
                  <a:ext uri="{FF2B5EF4-FFF2-40B4-BE49-F238E27FC236}">
                    <a16:creationId xmlns:a16="http://schemas.microsoft.com/office/drawing/2014/main" id="{E754CE87-C53D-4598-8BFA-74E45D1BE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4" y="2754"/>
                <a:ext cx="35" cy="31"/>
              </a:xfrm>
              <a:custGeom>
                <a:avLst/>
                <a:gdLst>
                  <a:gd name="T0" fmla="*/ 35 w 23"/>
                  <a:gd name="T1" fmla="*/ 29 h 19"/>
                  <a:gd name="T2" fmla="*/ 21 w 23"/>
                  <a:gd name="T3" fmla="*/ 21 h 19"/>
                  <a:gd name="T4" fmla="*/ 81 w 23"/>
                  <a:gd name="T5" fmla="*/ 18 h 19"/>
                  <a:gd name="T6" fmla="*/ 46 w 23"/>
                  <a:gd name="T7" fmla="*/ 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10" y="7"/>
                    </a:moveTo>
                    <a:cubicBezTo>
                      <a:pt x="8" y="6"/>
                      <a:pt x="7" y="5"/>
                      <a:pt x="6" y="5"/>
                    </a:cubicBezTo>
                    <a:cubicBezTo>
                      <a:pt x="0" y="16"/>
                      <a:pt x="21" y="19"/>
                      <a:pt x="23" y="4"/>
                    </a:cubicBezTo>
                    <a:cubicBezTo>
                      <a:pt x="20" y="0"/>
                      <a:pt x="17" y="0"/>
                      <a:pt x="13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2" name="Freeform 4366">
                <a:extLst>
                  <a:ext uri="{FF2B5EF4-FFF2-40B4-BE49-F238E27FC236}">
                    <a16:creationId xmlns:a16="http://schemas.microsoft.com/office/drawing/2014/main" id="{8EE4EA15-7CE4-43D3-A699-C404EE1FE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6" y="3802"/>
                <a:ext cx="14" cy="13"/>
              </a:xfrm>
              <a:custGeom>
                <a:avLst/>
                <a:gdLst>
                  <a:gd name="T0" fmla="*/ 5 w 9"/>
                  <a:gd name="T1" fmla="*/ 34 h 8"/>
                  <a:gd name="T2" fmla="*/ 0 w 9"/>
                  <a:gd name="T3" fmla="*/ 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1" y="8"/>
                    </a:moveTo>
                    <a:cubicBezTo>
                      <a:pt x="9" y="7"/>
                      <a:pt x="8" y="0"/>
                      <a:pt x="0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3" name="Freeform 4367">
                <a:extLst>
                  <a:ext uri="{FF2B5EF4-FFF2-40B4-BE49-F238E27FC236}">
                    <a16:creationId xmlns:a16="http://schemas.microsoft.com/office/drawing/2014/main" id="{0122B5CB-5B27-496E-8CB7-715EBF75D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3741"/>
                <a:ext cx="16" cy="26"/>
              </a:xfrm>
              <a:custGeom>
                <a:avLst/>
                <a:gdLst>
                  <a:gd name="T0" fmla="*/ 0 w 10"/>
                  <a:gd name="T1" fmla="*/ 34 h 16"/>
                  <a:gd name="T2" fmla="*/ 0 w 10"/>
                  <a:gd name="T3" fmla="*/ 55 h 16"/>
                  <a:gd name="T4" fmla="*/ 8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8"/>
                    </a:moveTo>
                    <a:cubicBezTo>
                      <a:pt x="0" y="10"/>
                      <a:pt x="0" y="12"/>
                      <a:pt x="0" y="13"/>
                    </a:cubicBezTo>
                    <a:cubicBezTo>
                      <a:pt x="9" y="16"/>
                      <a:pt x="10" y="4"/>
                      <a:pt x="2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4" name="Freeform 4368">
                <a:extLst>
                  <a:ext uri="{FF2B5EF4-FFF2-40B4-BE49-F238E27FC236}">
                    <a16:creationId xmlns:a16="http://schemas.microsoft.com/office/drawing/2014/main" id="{9FE5C438-8CDA-41A3-B639-728BA73FD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3761"/>
                <a:ext cx="26" cy="29"/>
              </a:xfrm>
              <a:custGeom>
                <a:avLst/>
                <a:gdLst>
                  <a:gd name="T0" fmla="*/ 12 w 17"/>
                  <a:gd name="T1" fmla="*/ 26 h 18"/>
                  <a:gd name="T2" fmla="*/ 0 w 17"/>
                  <a:gd name="T3" fmla="*/ 26 h 18"/>
                  <a:gd name="T4" fmla="*/ 14 w 17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3" y="6"/>
                    </a:moveTo>
                    <a:cubicBezTo>
                      <a:pt x="2" y="5"/>
                      <a:pt x="1" y="5"/>
                      <a:pt x="0" y="6"/>
                    </a:cubicBezTo>
                    <a:cubicBezTo>
                      <a:pt x="4" y="18"/>
                      <a:pt x="17" y="2"/>
                      <a:pt x="4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5" name="Freeform 4369">
                <a:extLst>
                  <a:ext uri="{FF2B5EF4-FFF2-40B4-BE49-F238E27FC236}">
                    <a16:creationId xmlns:a16="http://schemas.microsoft.com/office/drawing/2014/main" id="{1B68E252-AB29-4334-BA97-B47D5EA27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1" y="3713"/>
                <a:ext cx="14" cy="21"/>
              </a:xfrm>
              <a:custGeom>
                <a:avLst/>
                <a:gdLst>
                  <a:gd name="T0" fmla="*/ 0 w 9"/>
                  <a:gd name="T1" fmla="*/ 34 h 13"/>
                  <a:gd name="T2" fmla="*/ 8 w 9"/>
                  <a:gd name="T3" fmla="*/ 55 h 13"/>
                  <a:gd name="T4" fmla="*/ 8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8"/>
                    </a:moveTo>
                    <a:cubicBezTo>
                      <a:pt x="0" y="10"/>
                      <a:pt x="1" y="11"/>
                      <a:pt x="2" y="13"/>
                    </a:cubicBezTo>
                    <a:cubicBezTo>
                      <a:pt x="9" y="10"/>
                      <a:pt x="7" y="4"/>
                      <a:pt x="2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6" name="Freeform 4370">
                <a:extLst>
                  <a:ext uri="{FF2B5EF4-FFF2-40B4-BE49-F238E27FC236}">
                    <a16:creationId xmlns:a16="http://schemas.microsoft.com/office/drawing/2014/main" id="{BBAE1081-6D6B-4D61-9235-D0BCD9940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3635"/>
                <a:ext cx="19" cy="19"/>
              </a:xfrm>
              <a:custGeom>
                <a:avLst/>
                <a:gdLst>
                  <a:gd name="T0" fmla="*/ 16 w 12"/>
                  <a:gd name="T1" fmla="*/ 16 h 11"/>
                  <a:gd name="T2" fmla="*/ 0 w 12"/>
                  <a:gd name="T3" fmla="*/ 50 h 11"/>
                  <a:gd name="T4" fmla="*/ 13 w 12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4" y="3"/>
                    </a:moveTo>
                    <a:cubicBezTo>
                      <a:pt x="1" y="6"/>
                      <a:pt x="0" y="7"/>
                      <a:pt x="0" y="10"/>
                    </a:cubicBezTo>
                    <a:cubicBezTo>
                      <a:pt x="7" y="11"/>
                      <a:pt x="12" y="2"/>
                      <a:pt x="3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7" name="Freeform 4371">
                <a:extLst>
                  <a:ext uri="{FF2B5EF4-FFF2-40B4-BE49-F238E27FC236}">
                    <a16:creationId xmlns:a16="http://schemas.microsoft.com/office/drawing/2014/main" id="{E75BB3FD-878C-4700-B954-3FD07B4AC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3621"/>
                <a:ext cx="44" cy="31"/>
              </a:xfrm>
              <a:custGeom>
                <a:avLst/>
                <a:gdLst>
                  <a:gd name="T0" fmla="*/ 32 w 29"/>
                  <a:gd name="T1" fmla="*/ 21 h 19"/>
                  <a:gd name="T2" fmla="*/ 39 w 29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9">
                    <a:moveTo>
                      <a:pt x="9" y="5"/>
                    </a:moveTo>
                    <a:cubicBezTo>
                      <a:pt x="0" y="19"/>
                      <a:pt x="29" y="3"/>
                      <a:pt x="11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8" name="Freeform 4372">
                <a:extLst>
                  <a:ext uri="{FF2B5EF4-FFF2-40B4-BE49-F238E27FC236}">
                    <a16:creationId xmlns:a16="http://schemas.microsoft.com/office/drawing/2014/main" id="{7B8640B8-B7D6-482E-853A-EDC951FAF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3537"/>
                <a:ext cx="15" cy="16"/>
              </a:xfrm>
              <a:custGeom>
                <a:avLst/>
                <a:gdLst>
                  <a:gd name="T0" fmla="*/ 12 w 10"/>
                  <a:gd name="T1" fmla="*/ 5 h 10"/>
                  <a:gd name="T2" fmla="*/ 12 w 10"/>
                  <a:gd name="T3" fmla="*/ 42 h 10"/>
                  <a:gd name="T4" fmla="*/ 14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3" y="1"/>
                    </a:moveTo>
                    <a:cubicBezTo>
                      <a:pt x="1" y="5"/>
                      <a:pt x="0" y="7"/>
                      <a:pt x="3" y="10"/>
                    </a:cubicBezTo>
                    <a:cubicBezTo>
                      <a:pt x="8" y="8"/>
                      <a:pt x="10" y="1"/>
                      <a:pt x="4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9" name="Freeform 4373">
                <a:extLst>
                  <a:ext uri="{FF2B5EF4-FFF2-40B4-BE49-F238E27FC236}">
                    <a16:creationId xmlns:a16="http://schemas.microsoft.com/office/drawing/2014/main" id="{95CB392A-94E2-4A1B-B968-A63A691E1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9" y="3571"/>
                <a:ext cx="9" cy="12"/>
              </a:xfrm>
              <a:custGeom>
                <a:avLst/>
                <a:gdLst>
                  <a:gd name="T0" fmla="*/ 0 w 6"/>
                  <a:gd name="T1" fmla="*/ 36 h 7"/>
                  <a:gd name="T2" fmla="*/ 21 w 6"/>
                  <a:gd name="T3" fmla="*/ 9 h 7"/>
                  <a:gd name="T4" fmla="*/ 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4" y="7"/>
                      <a:pt x="6" y="7"/>
                      <a:pt x="6" y="2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0" name="Freeform 4374">
                <a:extLst>
                  <a:ext uri="{FF2B5EF4-FFF2-40B4-BE49-F238E27FC236}">
                    <a16:creationId xmlns:a16="http://schemas.microsoft.com/office/drawing/2014/main" id="{01C824B6-83E3-4B84-8105-91A4EA686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3514"/>
                <a:ext cx="24" cy="24"/>
              </a:xfrm>
              <a:custGeom>
                <a:avLst/>
                <a:gdLst>
                  <a:gd name="T0" fmla="*/ 12 w 16"/>
                  <a:gd name="T1" fmla="*/ 8 h 15"/>
                  <a:gd name="T2" fmla="*/ 0 w 16"/>
                  <a:gd name="T3" fmla="*/ 29 h 15"/>
                  <a:gd name="T4" fmla="*/ 21 w 16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3" y="2"/>
                    </a:moveTo>
                    <a:cubicBezTo>
                      <a:pt x="1" y="3"/>
                      <a:pt x="1" y="4"/>
                      <a:pt x="0" y="7"/>
                    </a:cubicBezTo>
                    <a:cubicBezTo>
                      <a:pt x="7" y="15"/>
                      <a:pt x="16" y="2"/>
                      <a:pt x="6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1" name="Freeform 4375">
                <a:extLst>
                  <a:ext uri="{FF2B5EF4-FFF2-40B4-BE49-F238E27FC236}">
                    <a16:creationId xmlns:a16="http://schemas.microsoft.com/office/drawing/2014/main" id="{9B3AA34B-EB32-42F4-B49D-6F4751A1E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3574"/>
                <a:ext cx="40" cy="32"/>
              </a:xfrm>
              <a:custGeom>
                <a:avLst/>
                <a:gdLst>
                  <a:gd name="T0" fmla="*/ 18 w 26"/>
                  <a:gd name="T1" fmla="*/ 20 h 19"/>
                  <a:gd name="T2" fmla="*/ 22 w 2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9">
                    <a:moveTo>
                      <a:pt x="5" y="4"/>
                    </a:moveTo>
                    <a:cubicBezTo>
                      <a:pt x="0" y="19"/>
                      <a:pt x="26" y="2"/>
                      <a:pt x="6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2" name="Freeform 4376">
                <a:extLst>
                  <a:ext uri="{FF2B5EF4-FFF2-40B4-BE49-F238E27FC236}">
                    <a16:creationId xmlns:a16="http://schemas.microsoft.com/office/drawing/2014/main" id="{E388E0B1-B017-4F9C-B723-6EB8FD830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3616"/>
                <a:ext cx="21" cy="19"/>
              </a:xfrm>
              <a:custGeom>
                <a:avLst/>
                <a:gdLst>
                  <a:gd name="T0" fmla="*/ 18 w 14"/>
                  <a:gd name="T1" fmla="*/ 13 h 12"/>
                  <a:gd name="T2" fmla="*/ 8 w 14"/>
                  <a:gd name="T3" fmla="*/ 43 h 12"/>
                  <a:gd name="T4" fmla="*/ 21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5" y="3"/>
                    </a:moveTo>
                    <a:cubicBezTo>
                      <a:pt x="1" y="5"/>
                      <a:pt x="0" y="6"/>
                      <a:pt x="2" y="11"/>
                    </a:cubicBezTo>
                    <a:cubicBezTo>
                      <a:pt x="11" y="12"/>
                      <a:pt x="14" y="1"/>
                      <a:pt x="6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3" name="Freeform 4377">
                <a:extLst>
                  <a:ext uri="{FF2B5EF4-FFF2-40B4-BE49-F238E27FC236}">
                    <a16:creationId xmlns:a16="http://schemas.microsoft.com/office/drawing/2014/main" id="{6D1516B4-4A6B-4931-821E-BD1957213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2" y="3677"/>
                <a:ext cx="32" cy="31"/>
              </a:xfrm>
              <a:custGeom>
                <a:avLst/>
                <a:gdLst>
                  <a:gd name="T0" fmla="*/ 40 w 21"/>
                  <a:gd name="T1" fmla="*/ 0 h 19"/>
                  <a:gd name="T2" fmla="*/ 75 w 21"/>
                  <a:gd name="T3" fmla="*/ 1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9">
                    <a:moveTo>
                      <a:pt x="11" y="0"/>
                    </a:moveTo>
                    <a:cubicBezTo>
                      <a:pt x="0" y="7"/>
                      <a:pt x="20" y="19"/>
                      <a:pt x="21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4" name="Freeform 4378">
                <a:extLst>
                  <a:ext uri="{FF2B5EF4-FFF2-40B4-BE49-F238E27FC236}">
                    <a16:creationId xmlns:a16="http://schemas.microsoft.com/office/drawing/2014/main" id="{A0B83941-B5AE-4096-8F74-49C35748B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" y="3644"/>
                <a:ext cx="56" cy="31"/>
              </a:xfrm>
              <a:custGeom>
                <a:avLst/>
                <a:gdLst>
                  <a:gd name="T0" fmla="*/ 39 w 36"/>
                  <a:gd name="T1" fmla="*/ 8 h 19"/>
                  <a:gd name="T2" fmla="*/ 48 w 3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9">
                    <a:moveTo>
                      <a:pt x="10" y="2"/>
                    </a:moveTo>
                    <a:cubicBezTo>
                      <a:pt x="0" y="19"/>
                      <a:pt x="36" y="5"/>
                      <a:pt x="13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5" name="Freeform 4379">
                <a:extLst>
                  <a:ext uri="{FF2B5EF4-FFF2-40B4-BE49-F238E27FC236}">
                    <a16:creationId xmlns:a16="http://schemas.microsoft.com/office/drawing/2014/main" id="{25C1C309-C59F-40EB-8FB8-E921A9093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" y="3736"/>
                <a:ext cx="46" cy="26"/>
              </a:xfrm>
              <a:custGeom>
                <a:avLst/>
                <a:gdLst>
                  <a:gd name="T0" fmla="*/ 32 w 30"/>
                  <a:gd name="T1" fmla="*/ 8 h 16"/>
                  <a:gd name="T2" fmla="*/ 49 w 3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9" y="2"/>
                    </a:moveTo>
                    <a:cubicBezTo>
                      <a:pt x="0" y="16"/>
                      <a:pt x="30" y="4"/>
                      <a:pt x="14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6" name="Freeform 4380">
                <a:extLst>
                  <a:ext uri="{FF2B5EF4-FFF2-40B4-BE49-F238E27FC236}">
                    <a16:creationId xmlns:a16="http://schemas.microsoft.com/office/drawing/2014/main" id="{D9E1982E-F0C1-4DB2-A5C8-8CECC1471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7" y="2515"/>
                <a:ext cx="18" cy="20"/>
              </a:xfrm>
              <a:custGeom>
                <a:avLst/>
                <a:gdLst>
                  <a:gd name="T0" fmla="*/ 14 w 12"/>
                  <a:gd name="T1" fmla="*/ 20 h 12"/>
                  <a:gd name="T2" fmla="*/ 12 w 12"/>
                  <a:gd name="T3" fmla="*/ 50 h 12"/>
                  <a:gd name="T4" fmla="*/ 18 w 1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4" y="4"/>
                    </a:moveTo>
                    <a:cubicBezTo>
                      <a:pt x="1" y="5"/>
                      <a:pt x="0" y="6"/>
                      <a:pt x="3" y="11"/>
                    </a:cubicBezTo>
                    <a:cubicBezTo>
                      <a:pt x="10" y="12"/>
                      <a:pt x="12" y="4"/>
                      <a:pt x="5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7" name="Freeform 4381">
                <a:extLst>
                  <a:ext uri="{FF2B5EF4-FFF2-40B4-BE49-F238E27FC236}">
                    <a16:creationId xmlns:a16="http://schemas.microsoft.com/office/drawing/2014/main" id="{9806BD1A-7526-4D39-8B26-C05BAA28C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2469"/>
                <a:ext cx="27" cy="31"/>
              </a:xfrm>
              <a:custGeom>
                <a:avLst/>
                <a:gdLst>
                  <a:gd name="T0" fmla="*/ 26 w 18"/>
                  <a:gd name="T1" fmla="*/ 21 h 19"/>
                  <a:gd name="T2" fmla="*/ 48 w 18"/>
                  <a:gd name="T3" fmla="*/ 47 h 19"/>
                  <a:gd name="T4" fmla="*/ 26 w 18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7" y="5"/>
                    </a:moveTo>
                    <a:cubicBezTo>
                      <a:pt x="0" y="11"/>
                      <a:pt x="10" y="19"/>
                      <a:pt x="14" y="11"/>
                    </a:cubicBezTo>
                    <a:cubicBezTo>
                      <a:pt x="18" y="6"/>
                      <a:pt x="13" y="2"/>
                      <a:pt x="7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8" name="Freeform 4382">
                <a:extLst>
                  <a:ext uri="{FF2B5EF4-FFF2-40B4-BE49-F238E27FC236}">
                    <a16:creationId xmlns:a16="http://schemas.microsoft.com/office/drawing/2014/main" id="{D2DD3951-48C6-46AC-8D2E-6A82DA21C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370"/>
                <a:ext cx="37" cy="33"/>
              </a:xfrm>
              <a:custGeom>
                <a:avLst/>
                <a:gdLst>
                  <a:gd name="T0" fmla="*/ 48 w 24"/>
                  <a:gd name="T1" fmla="*/ 0 h 20"/>
                  <a:gd name="T2" fmla="*/ 26 w 24"/>
                  <a:gd name="T3" fmla="*/ 68 h 20"/>
                  <a:gd name="T4" fmla="*/ 35 w 24"/>
                  <a:gd name="T5" fmla="*/ 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13" y="0"/>
                    </a:moveTo>
                    <a:cubicBezTo>
                      <a:pt x="6" y="0"/>
                      <a:pt x="0" y="10"/>
                      <a:pt x="7" y="15"/>
                    </a:cubicBezTo>
                    <a:cubicBezTo>
                      <a:pt x="14" y="20"/>
                      <a:pt x="24" y="4"/>
                      <a:pt x="10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9" name="Freeform 4383">
                <a:extLst>
                  <a:ext uri="{FF2B5EF4-FFF2-40B4-BE49-F238E27FC236}">
                    <a16:creationId xmlns:a16="http://schemas.microsoft.com/office/drawing/2014/main" id="{881588AD-A608-407F-8D2F-03EAD6B82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4" y="2401"/>
                <a:ext cx="25" cy="23"/>
              </a:xfrm>
              <a:custGeom>
                <a:avLst/>
                <a:gdLst>
                  <a:gd name="T0" fmla="*/ 22 w 16"/>
                  <a:gd name="T1" fmla="*/ 8 h 14"/>
                  <a:gd name="T2" fmla="*/ 61 w 16"/>
                  <a:gd name="T3" fmla="*/ 21 h 14"/>
                  <a:gd name="T4" fmla="*/ 27 w 16"/>
                  <a:gd name="T5" fmla="*/ 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6" y="2"/>
                    </a:moveTo>
                    <a:cubicBezTo>
                      <a:pt x="0" y="12"/>
                      <a:pt x="13" y="14"/>
                      <a:pt x="16" y="5"/>
                    </a:cubicBezTo>
                    <a:cubicBezTo>
                      <a:pt x="14" y="1"/>
                      <a:pt x="11" y="0"/>
                      <a:pt x="7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0" name="Freeform 4384">
                <a:extLst>
                  <a:ext uri="{FF2B5EF4-FFF2-40B4-BE49-F238E27FC236}">
                    <a16:creationId xmlns:a16="http://schemas.microsoft.com/office/drawing/2014/main" id="{24DBE5A3-5C72-45C9-88F5-32137F777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57"/>
                <a:ext cx="27" cy="23"/>
              </a:xfrm>
              <a:custGeom>
                <a:avLst/>
                <a:gdLst>
                  <a:gd name="T0" fmla="*/ 25 w 17"/>
                  <a:gd name="T1" fmla="*/ 54 h 14"/>
                  <a:gd name="T2" fmla="*/ 52 w 17"/>
                  <a:gd name="T3" fmla="*/ 58 h 14"/>
                  <a:gd name="T4" fmla="*/ 8 w 17"/>
                  <a:gd name="T5" fmla="*/ 5 h 14"/>
                  <a:gd name="T6" fmla="*/ 5 w 17"/>
                  <a:gd name="T7" fmla="*/ 3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6" y="12"/>
                    </a:moveTo>
                    <a:cubicBezTo>
                      <a:pt x="8" y="13"/>
                      <a:pt x="11" y="14"/>
                      <a:pt x="13" y="13"/>
                    </a:cubicBezTo>
                    <a:cubicBezTo>
                      <a:pt x="17" y="5"/>
                      <a:pt x="9" y="0"/>
                      <a:pt x="2" y="1"/>
                    </a:cubicBezTo>
                    <a:cubicBezTo>
                      <a:pt x="0" y="3"/>
                      <a:pt x="0" y="5"/>
                      <a:pt x="1" y="8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1" name="Freeform 4385">
                <a:extLst>
                  <a:ext uri="{FF2B5EF4-FFF2-40B4-BE49-F238E27FC236}">
                    <a16:creationId xmlns:a16="http://schemas.microsoft.com/office/drawing/2014/main" id="{8C96AF53-E75D-48EA-9B82-E73B2C6E8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2370"/>
                <a:ext cx="52" cy="40"/>
              </a:xfrm>
              <a:custGeom>
                <a:avLst/>
                <a:gdLst>
                  <a:gd name="T0" fmla="*/ 32 w 34"/>
                  <a:gd name="T1" fmla="*/ 20 h 24"/>
                  <a:gd name="T2" fmla="*/ 40 w 3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9" y="4"/>
                    </a:moveTo>
                    <a:cubicBezTo>
                      <a:pt x="0" y="24"/>
                      <a:pt x="34" y="7"/>
                      <a:pt x="11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2" name="Freeform 4386">
                <a:extLst>
                  <a:ext uri="{FF2B5EF4-FFF2-40B4-BE49-F238E27FC236}">
                    <a16:creationId xmlns:a16="http://schemas.microsoft.com/office/drawing/2014/main" id="{31D05836-EA17-4403-AE22-BA899A524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314"/>
                <a:ext cx="37" cy="28"/>
              </a:xfrm>
              <a:custGeom>
                <a:avLst/>
                <a:gdLst>
                  <a:gd name="T0" fmla="*/ 34 w 24"/>
                  <a:gd name="T1" fmla="*/ 8 h 17"/>
                  <a:gd name="T2" fmla="*/ 54 w 24"/>
                  <a:gd name="T3" fmla="*/ 54 h 17"/>
                  <a:gd name="T4" fmla="*/ 40 w 24"/>
                  <a:gd name="T5" fmla="*/ 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7">
                    <a:moveTo>
                      <a:pt x="9" y="2"/>
                    </a:moveTo>
                    <a:cubicBezTo>
                      <a:pt x="0" y="3"/>
                      <a:pt x="6" y="17"/>
                      <a:pt x="15" y="12"/>
                    </a:cubicBezTo>
                    <a:cubicBezTo>
                      <a:pt x="24" y="8"/>
                      <a:pt x="19" y="0"/>
                      <a:pt x="11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3" name="Freeform 4387">
                <a:extLst>
                  <a:ext uri="{FF2B5EF4-FFF2-40B4-BE49-F238E27FC236}">
                    <a16:creationId xmlns:a16="http://schemas.microsoft.com/office/drawing/2014/main" id="{8D2F699C-423F-48F1-99A4-7264ACE88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" y="2321"/>
                <a:ext cx="33" cy="23"/>
              </a:xfrm>
              <a:custGeom>
                <a:avLst/>
                <a:gdLst>
                  <a:gd name="T0" fmla="*/ 27 w 21"/>
                  <a:gd name="T1" fmla="*/ 5 h 14"/>
                  <a:gd name="T2" fmla="*/ 42 w 21"/>
                  <a:gd name="T3" fmla="*/ 54 h 14"/>
                  <a:gd name="T4" fmla="*/ 31 w 2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7" y="1"/>
                    </a:moveTo>
                    <a:cubicBezTo>
                      <a:pt x="0" y="5"/>
                      <a:pt x="3" y="14"/>
                      <a:pt x="11" y="12"/>
                    </a:cubicBezTo>
                    <a:cubicBezTo>
                      <a:pt x="21" y="9"/>
                      <a:pt x="15" y="1"/>
                      <a:pt x="8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4" name="Freeform 4388">
                <a:extLst>
                  <a:ext uri="{FF2B5EF4-FFF2-40B4-BE49-F238E27FC236}">
                    <a16:creationId xmlns:a16="http://schemas.microsoft.com/office/drawing/2014/main" id="{F733A951-4E52-4BBA-B871-3C5352973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2092"/>
                <a:ext cx="37" cy="33"/>
              </a:xfrm>
              <a:custGeom>
                <a:avLst/>
                <a:gdLst>
                  <a:gd name="T0" fmla="*/ 26 w 24"/>
                  <a:gd name="T1" fmla="*/ 0 h 20"/>
                  <a:gd name="T2" fmla="*/ 35 w 24"/>
                  <a:gd name="T3" fmla="*/ 83 h 20"/>
                  <a:gd name="T4" fmla="*/ 54 w 24"/>
                  <a:gd name="T5" fmla="*/ 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7" y="0"/>
                    </a:moveTo>
                    <a:cubicBezTo>
                      <a:pt x="2" y="5"/>
                      <a:pt x="0" y="17"/>
                      <a:pt x="10" y="18"/>
                    </a:cubicBezTo>
                    <a:cubicBezTo>
                      <a:pt x="20" y="20"/>
                      <a:pt x="24" y="7"/>
                      <a:pt x="15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5" name="Freeform 4389">
                <a:extLst>
                  <a:ext uri="{FF2B5EF4-FFF2-40B4-BE49-F238E27FC236}">
                    <a16:creationId xmlns:a16="http://schemas.microsoft.com/office/drawing/2014/main" id="{FCFA4822-A676-4AFA-8B8B-9F1C9B928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1994"/>
                <a:ext cx="26" cy="32"/>
              </a:xfrm>
              <a:custGeom>
                <a:avLst/>
                <a:gdLst>
                  <a:gd name="T0" fmla="*/ 26 w 17"/>
                  <a:gd name="T1" fmla="*/ 0 h 19"/>
                  <a:gd name="T2" fmla="*/ 43 w 17"/>
                  <a:gd name="T3" fmla="*/ 67 h 19"/>
                  <a:gd name="T4" fmla="*/ 26 w 17"/>
                  <a:gd name="T5" fmla="*/ 2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cubicBezTo>
                      <a:pt x="0" y="4"/>
                      <a:pt x="5" y="19"/>
                      <a:pt x="12" y="14"/>
                    </a:cubicBezTo>
                    <a:cubicBezTo>
                      <a:pt x="17" y="10"/>
                      <a:pt x="13" y="3"/>
                      <a:pt x="7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6" name="Freeform 4390">
                <a:extLst>
                  <a:ext uri="{FF2B5EF4-FFF2-40B4-BE49-F238E27FC236}">
                    <a16:creationId xmlns:a16="http://schemas.microsoft.com/office/drawing/2014/main" id="{68E9D773-A2BF-4FB7-9B61-F44B37DD5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2075"/>
                <a:ext cx="40" cy="46"/>
              </a:xfrm>
              <a:custGeom>
                <a:avLst/>
                <a:gdLst>
                  <a:gd name="T0" fmla="*/ 34 w 26"/>
                  <a:gd name="T1" fmla="*/ 8 h 28"/>
                  <a:gd name="T2" fmla="*/ 22 w 26"/>
                  <a:gd name="T3" fmla="*/ 5 h 28"/>
                  <a:gd name="T4" fmla="*/ 26 w 26"/>
                  <a:gd name="T5" fmla="*/ 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9" y="2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0" y="28"/>
                      <a:pt x="26" y="0"/>
                      <a:pt x="7" y="2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7" name="Freeform 4391">
                <a:extLst>
                  <a:ext uri="{FF2B5EF4-FFF2-40B4-BE49-F238E27FC236}">
                    <a16:creationId xmlns:a16="http://schemas.microsoft.com/office/drawing/2014/main" id="{E6D67163-40B4-45D5-8C27-E7DC7DABB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2167"/>
                <a:ext cx="62" cy="63"/>
              </a:xfrm>
              <a:custGeom>
                <a:avLst/>
                <a:gdLst>
                  <a:gd name="T0" fmla="*/ 40 w 40"/>
                  <a:gd name="T1" fmla="*/ 36 h 38"/>
                  <a:gd name="T2" fmla="*/ 26 w 40"/>
                  <a:gd name="T3" fmla="*/ 22 h 38"/>
                  <a:gd name="T4" fmla="*/ 48 w 40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8">
                    <a:moveTo>
                      <a:pt x="11" y="8"/>
                    </a:moveTo>
                    <a:cubicBezTo>
                      <a:pt x="10" y="7"/>
                      <a:pt x="9" y="6"/>
                      <a:pt x="7" y="5"/>
                    </a:cubicBezTo>
                    <a:cubicBezTo>
                      <a:pt x="0" y="38"/>
                      <a:pt x="40" y="7"/>
                      <a:pt x="13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8" name="Freeform 4392">
                <a:extLst>
                  <a:ext uri="{FF2B5EF4-FFF2-40B4-BE49-F238E27FC236}">
                    <a16:creationId xmlns:a16="http://schemas.microsoft.com/office/drawing/2014/main" id="{D1F5FF97-CD1C-49BB-BA29-F6E6C39AC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134"/>
                <a:ext cx="56" cy="22"/>
              </a:xfrm>
              <a:custGeom>
                <a:avLst/>
                <a:gdLst>
                  <a:gd name="T0" fmla="*/ 62 w 36"/>
                  <a:gd name="T1" fmla="*/ 5 h 13"/>
                  <a:gd name="T2" fmla="*/ 61 w 3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3">
                    <a:moveTo>
                      <a:pt x="17" y="1"/>
                    </a:moveTo>
                    <a:cubicBezTo>
                      <a:pt x="0" y="13"/>
                      <a:pt x="36" y="11"/>
                      <a:pt x="16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9" name="Freeform 4393">
                <a:extLst>
                  <a:ext uri="{FF2B5EF4-FFF2-40B4-BE49-F238E27FC236}">
                    <a16:creationId xmlns:a16="http://schemas.microsoft.com/office/drawing/2014/main" id="{AD470F60-1136-4478-9CB0-808C851B4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187"/>
                <a:ext cx="52" cy="35"/>
              </a:xfrm>
              <a:custGeom>
                <a:avLst/>
                <a:gdLst>
                  <a:gd name="T0" fmla="*/ 72 w 34"/>
                  <a:gd name="T1" fmla="*/ 8 h 21"/>
                  <a:gd name="T2" fmla="*/ 57 w 34"/>
                  <a:gd name="T3" fmla="*/ 0 h 21"/>
                  <a:gd name="T4" fmla="*/ 93 w 34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1">
                    <a:moveTo>
                      <a:pt x="20" y="2"/>
                    </a:moveTo>
                    <a:cubicBezTo>
                      <a:pt x="19" y="1"/>
                      <a:pt x="18" y="0"/>
                      <a:pt x="16" y="0"/>
                    </a:cubicBezTo>
                    <a:cubicBezTo>
                      <a:pt x="0" y="21"/>
                      <a:pt x="34" y="20"/>
                      <a:pt x="26" y="6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0" name="Freeform 4394">
                <a:extLst>
                  <a:ext uri="{FF2B5EF4-FFF2-40B4-BE49-F238E27FC236}">
                    <a16:creationId xmlns:a16="http://schemas.microsoft.com/office/drawing/2014/main" id="{905295F4-6B6D-40F1-B8A0-5249F4308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2253"/>
                <a:ext cx="54" cy="23"/>
              </a:xfrm>
              <a:custGeom>
                <a:avLst/>
                <a:gdLst>
                  <a:gd name="T0" fmla="*/ 54 w 35"/>
                  <a:gd name="T1" fmla="*/ 0 h 14"/>
                  <a:gd name="T2" fmla="*/ 62 w 3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4">
                    <a:moveTo>
                      <a:pt x="15" y="0"/>
                    </a:moveTo>
                    <a:cubicBezTo>
                      <a:pt x="0" y="14"/>
                      <a:pt x="35" y="9"/>
                      <a:pt x="17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1" name="Freeform 4395">
                <a:extLst>
                  <a:ext uri="{FF2B5EF4-FFF2-40B4-BE49-F238E27FC236}">
                    <a16:creationId xmlns:a16="http://schemas.microsoft.com/office/drawing/2014/main" id="{2866E01E-DA66-49AE-8870-0FEE01685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250"/>
                <a:ext cx="63" cy="36"/>
              </a:xfrm>
              <a:custGeom>
                <a:avLst/>
                <a:gdLst>
                  <a:gd name="T0" fmla="*/ 43 w 41"/>
                  <a:gd name="T1" fmla="*/ 8 h 22"/>
                  <a:gd name="T2" fmla="*/ 69 w 4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2">
                    <a:moveTo>
                      <a:pt x="12" y="2"/>
                    </a:moveTo>
                    <a:cubicBezTo>
                      <a:pt x="0" y="22"/>
                      <a:pt x="41" y="2"/>
                      <a:pt x="19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2" name="Freeform 4396">
                <a:extLst>
                  <a:ext uri="{FF2B5EF4-FFF2-40B4-BE49-F238E27FC236}">
                    <a16:creationId xmlns:a16="http://schemas.microsoft.com/office/drawing/2014/main" id="{7743C630-3638-4805-90B5-BB72AF2F4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2301"/>
                <a:ext cx="21" cy="38"/>
              </a:xfrm>
              <a:custGeom>
                <a:avLst/>
                <a:gdLst>
                  <a:gd name="T0" fmla="*/ 13 w 13"/>
                  <a:gd name="T1" fmla="*/ 41 h 23"/>
                  <a:gd name="T2" fmla="*/ 42 w 13"/>
                  <a:gd name="T3" fmla="*/ 63 h 23"/>
                  <a:gd name="T4" fmla="*/ 8 w 13"/>
                  <a:gd name="T5" fmla="*/ 1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3" y="9"/>
                    </a:moveTo>
                    <a:cubicBezTo>
                      <a:pt x="0" y="15"/>
                      <a:pt x="6" y="23"/>
                      <a:pt x="10" y="14"/>
                    </a:cubicBezTo>
                    <a:cubicBezTo>
                      <a:pt x="13" y="8"/>
                      <a:pt x="10" y="0"/>
                      <a:pt x="2" y="3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3" name="Freeform 4397">
                <a:extLst>
                  <a:ext uri="{FF2B5EF4-FFF2-40B4-BE49-F238E27FC236}">
                    <a16:creationId xmlns:a16="http://schemas.microsoft.com/office/drawing/2014/main" id="{A63DD00A-4A04-4886-A5F0-2E0506271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2251"/>
                <a:ext cx="18" cy="22"/>
              </a:xfrm>
              <a:custGeom>
                <a:avLst/>
                <a:gdLst>
                  <a:gd name="T0" fmla="*/ 8 w 12"/>
                  <a:gd name="T1" fmla="*/ 8 h 13"/>
                  <a:gd name="T2" fmla="*/ 0 w 12"/>
                  <a:gd name="T3" fmla="*/ 34 h 13"/>
                  <a:gd name="T4" fmla="*/ 18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2" y="2"/>
                    </a:moveTo>
                    <a:cubicBezTo>
                      <a:pt x="0" y="4"/>
                      <a:pt x="0" y="5"/>
                      <a:pt x="0" y="7"/>
                    </a:cubicBezTo>
                    <a:cubicBezTo>
                      <a:pt x="6" y="13"/>
                      <a:pt x="12" y="6"/>
                      <a:pt x="5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Freeform 4398">
                <a:extLst>
                  <a:ext uri="{FF2B5EF4-FFF2-40B4-BE49-F238E27FC236}">
                    <a16:creationId xmlns:a16="http://schemas.microsoft.com/office/drawing/2014/main" id="{706AC6C5-BA7C-4B2F-8E98-6A702B102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2161"/>
                <a:ext cx="19" cy="21"/>
              </a:xfrm>
              <a:custGeom>
                <a:avLst/>
                <a:gdLst>
                  <a:gd name="T0" fmla="*/ 0 w 12"/>
                  <a:gd name="T1" fmla="*/ 26 h 13"/>
                  <a:gd name="T2" fmla="*/ 8 w 12"/>
                  <a:gd name="T3" fmla="*/ 47 h 13"/>
                  <a:gd name="T4" fmla="*/ 0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cubicBezTo>
                      <a:pt x="0" y="8"/>
                      <a:pt x="0" y="9"/>
                      <a:pt x="2" y="11"/>
                    </a:cubicBezTo>
                    <a:cubicBezTo>
                      <a:pt x="12" y="13"/>
                      <a:pt x="9" y="1"/>
                      <a:pt x="0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5" name="Freeform 4399">
                <a:extLst>
                  <a:ext uri="{FF2B5EF4-FFF2-40B4-BE49-F238E27FC236}">
                    <a16:creationId xmlns:a16="http://schemas.microsoft.com/office/drawing/2014/main" id="{351501D4-2221-437D-9892-306D6FF92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108"/>
                <a:ext cx="14" cy="20"/>
              </a:xfrm>
              <a:custGeom>
                <a:avLst/>
                <a:gdLst>
                  <a:gd name="T0" fmla="*/ 8 w 9"/>
                  <a:gd name="T1" fmla="*/ 13 h 12"/>
                  <a:gd name="T2" fmla="*/ 14 w 9"/>
                  <a:gd name="T3" fmla="*/ 55 h 12"/>
                  <a:gd name="T4" fmla="*/ 14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2" y="3"/>
                    </a:moveTo>
                    <a:cubicBezTo>
                      <a:pt x="0" y="7"/>
                      <a:pt x="0" y="10"/>
                      <a:pt x="4" y="12"/>
                    </a:cubicBezTo>
                    <a:cubicBezTo>
                      <a:pt x="8" y="9"/>
                      <a:pt x="9" y="4"/>
                      <a:pt x="4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6" name="Freeform 4400">
                <a:extLst>
                  <a:ext uri="{FF2B5EF4-FFF2-40B4-BE49-F238E27FC236}">
                    <a16:creationId xmlns:a16="http://schemas.microsoft.com/office/drawing/2014/main" id="{43D81001-7A99-4A37-8B0B-1409938B9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014"/>
                <a:ext cx="29" cy="25"/>
              </a:xfrm>
              <a:custGeom>
                <a:avLst/>
                <a:gdLst>
                  <a:gd name="T0" fmla="*/ 21 w 19"/>
                  <a:gd name="T1" fmla="*/ 8 h 15"/>
                  <a:gd name="T2" fmla="*/ 12 w 19"/>
                  <a:gd name="T3" fmla="*/ 63 h 15"/>
                  <a:gd name="T4" fmla="*/ 21 w 1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6" y="2"/>
                    </a:moveTo>
                    <a:cubicBezTo>
                      <a:pt x="1" y="5"/>
                      <a:pt x="0" y="10"/>
                      <a:pt x="3" y="14"/>
                    </a:cubicBezTo>
                    <a:cubicBezTo>
                      <a:pt x="14" y="15"/>
                      <a:pt x="19" y="2"/>
                      <a:pt x="6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7" name="Freeform 4401">
                <a:extLst>
                  <a:ext uri="{FF2B5EF4-FFF2-40B4-BE49-F238E27FC236}">
                    <a16:creationId xmlns:a16="http://schemas.microsoft.com/office/drawing/2014/main" id="{A1BC5ADE-EE99-4895-8023-2680C2C25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904"/>
                <a:ext cx="57" cy="41"/>
              </a:xfrm>
              <a:custGeom>
                <a:avLst/>
                <a:gdLst>
                  <a:gd name="T0" fmla="*/ 43 w 37"/>
                  <a:gd name="T1" fmla="*/ 0 h 25"/>
                  <a:gd name="T2" fmla="*/ 52 w 37"/>
                  <a:gd name="T3" fmla="*/ 1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5">
                    <a:moveTo>
                      <a:pt x="12" y="0"/>
                    </a:moveTo>
                    <a:cubicBezTo>
                      <a:pt x="0" y="25"/>
                      <a:pt x="37" y="10"/>
                      <a:pt x="14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Freeform 4402">
                <a:extLst>
                  <a:ext uri="{FF2B5EF4-FFF2-40B4-BE49-F238E27FC236}">
                    <a16:creationId xmlns:a16="http://schemas.microsoft.com/office/drawing/2014/main" id="{5A795B42-729E-4239-AFB8-01A5720C1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937"/>
                <a:ext cx="26" cy="24"/>
              </a:xfrm>
              <a:custGeom>
                <a:avLst/>
                <a:gdLst>
                  <a:gd name="T0" fmla="*/ 32 w 17"/>
                  <a:gd name="T1" fmla="*/ 0 h 15"/>
                  <a:gd name="T2" fmla="*/ 32 w 17"/>
                  <a:gd name="T3" fmla="*/ 61 h 15"/>
                  <a:gd name="T4" fmla="*/ 35 w 17"/>
                  <a:gd name="T5" fmla="*/ 1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9" y="0"/>
                    </a:moveTo>
                    <a:cubicBezTo>
                      <a:pt x="6" y="2"/>
                      <a:pt x="0" y="15"/>
                      <a:pt x="9" y="15"/>
                    </a:cubicBezTo>
                    <a:cubicBezTo>
                      <a:pt x="17" y="15"/>
                      <a:pt x="17" y="6"/>
                      <a:pt x="10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9" name="Freeform 4403">
                <a:extLst>
                  <a:ext uri="{FF2B5EF4-FFF2-40B4-BE49-F238E27FC236}">
                    <a16:creationId xmlns:a16="http://schemas.microsoft.com/office/drawing/2014/main" id="{2C6B7814-1C16-4C99-AC41-8478EFF27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956"/>
                <a:ext cx="25" cy="28"/>
              </a:xfrm>
              <a:custGeom>
                <a:avLst/>
                <a:gdLst>
                  <a:gd name="T0" fmla="*/ 0 w 16"/>
                  <a:gd name="T1" fmla="*/ 20 h 17"/>
                  <a:gd name="T2" fmla="*/ 47 w 16"/>
                  <a:gd name="T3" fmla="*/ 41 h 17"/>
                  <a:gd name="T4" fmla="*/ 0 w 16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0" y="4"/>
                    </a:moveTo>
                    <a:cubicBezTo>
                      <a:pt x="0" y="11"/>
                      <a:pt x="9" y="17"/>
                      <a:pt x="12" y="9"/>
                    </a:cubicBezTo>
                    <a:cubicBezTo>
                      <a:pt x="16" y="1"/>
                      <a:pt x="4" y="0"/>
                      <a:pt x="0" y="4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0" name="Freeform 4404">
                <a:extLst>
                  <a:ext uri="{FF2B5EF4-FFF2-40B4-BE49-F238E27FC236}">
                    <a16:creationId xmlns:a16="http://schemas.microsoft.com/office/drawing/2014/main" id="{C372CDD6-8A42-479A-87FC-2FF1F61D2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29"/>
                <a:ext cx="62" cy="41"/>
              </a:xfrm>
              <a:custGeom>
                <a:avLst/>
                <a:gdLst>
                  <a:gd name="T0" fmla="*/ 53 w 40"/>
                  <a:gd name="T1" fmla="*/ 13 h 25"/>
                  <a:gd name="T2" fmla="*/ 56 w 40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5">
                    <a:moveTo>
                      <a:pt x="14" y="3"/>
                    </a:moveTo>
                    <a:cubicBezTo>
                      <a:pt x="0" y="25"/>
                      <a:pt x="40" y="5"/>
                      <a:pt x="15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1" name="Freeform 4405">
                <a:extLst>
                  <a:ext uri="{FF2B5EF4-FFF2-40B4-BE49-F238E27FC236}">
                    <a16:creationId xmlns:a16="http://schemas.microsoft.com/office/drawing/2014/main" id="{A3198C9B-EC7C-4402-9136-89E3BCDA6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1872"/>
                <a:ext cx="25" cy="24"/>
              </a:xfrm>
              <a:custGeom>
                <a:avLst/>
                <a:gdLst>
                  <a:gd name="T0" fmla="*/ 34 w 16"/>
                  <a:gd name="T1" fmla="*/ 9 h 14"/>
                  <a:gd name="T2" fmla="*/ 22 w 16"/>
                  <a:gd name="T3" fmla="*/ 65 h 14"/>
                  <a:gd name="T4" fmla="*/ 22 w 1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9" y="2"/>
                    </a:moveTo>
                    <a:cubicBezTo>
                      <a:pt x="0" y="0"/>
                      <a:pt x="0" y="11"/>
                      <a:pt x="6" y="13"/>
                    </a:cubicBezTo>
                    <a:cubicBezTo>
                      <a:pt x="15" y="14"/>
                      <a:pt x="16" y="1"/>
                      <a:pt x="6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Freeform 4406">
                <a:extLst>
                  <a:ext uri="{FF2B5EF4-FFF2-40B4-BE49-F238E27FC236}">
                    <a16:creationId xmlns:a16="http://schemas.microsoft.com/office/drawing/2014/main" id="{258C7520-B09F-4002-AC4D-B4AAC3D9E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821"/>
                <a:ext cx="15" cy="18"/>
              </a:xfrm>
              <a:custGeom>
                <a:avLst/>
                <a:gdLst>
                  <a:gd name="T0" fmla="*/ 5 w 10"/>
                  <a:gd name="T1" fmla="*/ 0 h 11"/>
                  <a:gd name="T2" fmla="*/ 12 w 10"/>
                  <a:gd name="T3" fmla="*/ 47 h 11"/>
                  <a:gd name="T4" fmla="*/ 8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" y="0"/>
                    </a:moveTo>
                    <a:cubicBezTo>
                      <a:pt x="0" y="4"/>
                      <a:pt x="1" y="8"/>
                      <a:pt x="3" y="11"/>
                    </a:cubicBezTo>
                    <a:cubicBezTo>
                      <a:pt x="10" y="9"/>
                      <a:pt x="10" y="2"/>
                      <a:pt x="2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3" name="Freeform 4407">
                <a:extLst>
                  <a:ext uri="{FF2B5EF4-FFF2-40B4-BE49-F238E27FC236}">
                    <a16:creationId xmlns:a16="http://schemas.microsoft.com/office/drawing/2014/main" id="{32D84A76-38C4-4A7D-AB34-C7FAF0DF8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792"/>
                <a:ext cx="74" cy="44"/>
              </a:xfrm>
              <a:custGeom>
                <a:avLst/>
                <a:gdLst>
                  <a:gd name="T0" fmla="*/ 66 w 48"/>
                  <a:gd name="T1" fmla="*/ 0 h 27"/>
                  <a:gd name="T2" fmla="*/ 76 w 4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7">
                    <a:moveTo>
                      <a:pt x="18" y="0"/>
                    </a:moveTo>
                    <a:cubicBezTo>
                      <a:pt x="0" y="27"/>
                      <a:pt x="48" y="2"/>
                      <a:pt x="21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4" name="Freeform 4408">
                <a:extLst>
                  <a:ext uri="{FF2B5EF4-FFF2-40B4-BE49-F238E27FC236}">
                    <a16:creationId xmlns:a16="http://schemas.microsoft.com/office/drawing/2014/main" id="{2ECF5BF8-ABC1-4A4F-BBED-1A5E8AF85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739"/>
                <a:ext cx="18" cy="18"/>
              </a:xfrm>
              <a:custGeom>
                <a:avLst/>
                <a:gdLst>
                  <a:gd name="T0" fmla="*/ 21 w 12"/>
                  <a:gd name="T1" fmla="*/ 0 h 11"/>
                  <a:gd name="T2" fmla="*/ 18 w 12"/>
                  <a:gd name="T3" fmla="*/ 47 h 11"/>
                  <a:gd name="T4" fmla="*/ 41 w 12"/>
                  <a:gd name="T5" fmla="*/ 21 h 11"/>
                  <a:gd name="T6" fmla="*/ 27 w 12"/>
                  <a:gd name="T7" fmla="*/ 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1" y="2"/>
                      <a:pt x="0" y="8"/>
                      <a:pt x="5" y="11"/>
                    </a:cubicBezTo>
                    <a:cubicBezTo>
                      <a:pt x="9" y="10"/>
                      <a:pt x="11" y="9"/>
                      <a:pt x="12" y="5"/>
                    </a:cubicBezTo>
                    <a:cubicBezTo>
                      <a:pt x="11" y="4"/>
                      <a:pt x="9" y="3"/>
                      <a:pt x="8" y="2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5" name="Freeform 4409">
                <a:extLst>
                  <a:ext uri="{FF2B5EF4-FFF2-40B4-BE49-F238E27FC236}">
                    <a16:creationId xmlns:a16="http://schemas.microsoft.com/office/drawing/2014/main" id="{14ED5092-0F36-4CD1-87C7-0D6BDE574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1854"/>
                <a:ext cx="43" cy="40"/>
              </a:xfrm>
              <a:custGeom>
                <a:avLst/>
                <a:gdLst>
                  <a:gd name="T0" fmla="*/ 34 w 28"/>
                  <a:gd name="T1" fmla="*/ 47 h 24"/>
                  <a:gd name="T2" fmla="*/ 18 w 28"/>
                  <a:gd name="T3" fmla="*/ 47 h 24"/>
                  <a:gd name="T4" fmla="*/ 26 w 28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4">
                    <a:moveTo>
                      <a:pt x="9" y="10"/>
                    </a:moveTo>
                    <a:cubicBezTo>
                      <a:pt x="8" y="9"/>
                      <a:pt x="6" y="9"/>
                      <a:pt x="5" y="10"/>
                    </a:cubicBezTo>
                    <a:cubicBezTo>
                      <a:pt x="0" y="24"/>
                      <a:pt x="28" y="10"/>
                      <a:pt x="7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Freeform 4410">
                <a:extLst>
                  <a:ext uri="{FF2B5EF4-FFF2-40B4-BE49-F238E27FC236}">
                    <a16:creationId xmlns:a16="http://schemas.microsoft.com/office/drawing/2014/main" id="{F02BFD67-07FC-48AB-8876-EE554522B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769"/>
                <a:ext cx="42" cy="28"/>
              </a:xfrm>
              <a:custGeom>
                <a:avLst/>
                <a:gdLst>
                  <a:gd name="T0" fmla="*/ 47 w 27"/>
                  <a:gd name="T1" fmla="*/ 0 h 17"/>
                  <a:gd name="T2" fmla="*/ 82 w 27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7">
                    <a:moveTo>
                      <a:pt x="12" y="0"/>
                    </a:moveTo>
                    <a:cubicBezTo>
                      <a:pt x="0" y="14"/>
                      <a:pt x="27" y="17"/>
                      <a:pt x="22" y="1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7" name="Freeform 4411">
                <a:extLst>
                  <a:ext uri="{FF2B5EF4-FFF2-40B4-BE49-F238E27FC236}">
                    <a16:creationId xmlns:a16="http://schemas.microsoft.com/office/drawing/2014/main" id="{369E5612-D16D-4AF2-A92E-F898E81BA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587"/>
                <a:ext cx="17" cy="10"/>
              </a:xfrm>
              <a:custGeom>
                <a:avLst/>
                <a:gdLst>
                  <a:gd name="T0" fmla="*/ 34 w 11"/>
                  <a:gd name="T1" fmla="*/ 28 h 6"/>
                  <a:gd name="T2" fmla="*/ 40 w 11"/>
                  <a:gd name="T3" fmla="*/ 0 h 6"/>
                  <a:gd name="T4" fmla="*/ 0 w 11"/>
                  <a:gd name="T5" fmla="*/ 0 h 6"/>
                  <a:gd name="T6" fmla="*/ 34 w 11"/>
                  <a:gd name="T7" fmla="*/ 2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9" y="6"/>
                    </a:moveTo>
                    <a:cubicBezTo>
                      <a:pt x="11" y="4"/>
                      <a:pt x="11" y="2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5" y="6"/>
                      <a:pt x="9" y="6"/>
                    </a:cubicBezTo>
                    <a:close/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8" name="Freeform 4412">
                <a:extLst>
                  <a:ext uri="{FF2B5EF4-FFF2-40B4-BE49-F238E27FC236}">
                    <a16:creationId xmlns:a16="http://schemas.microsoft.com/office/drawing/2014/main" id="{A762057D-08DF-4B6A-B065-4995A4786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1675"/>
                <a:ext cx="39" cy="39"/>
              </a:xfrm>
              <a:custGeom>
                <a:avLst/>
                <a:gdLst>
                  <a:gd name="T0" fmla="*/ 48 w 25"/>
                  <a:gd name="T1" fmla="*/ 13 h 24"/>
                  <a:gd name="T2" fmla="*/ 48 w 25"/>
                  <a:gd name="T3" fmla="*/ 98 h 24"/>
                  <a:gd name="T4" fmla="*/ 48 w 25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13" y="3"/>
                    </a:moveTo>
                    <a:cubicBezTo>
                      <a:pt x="0" y="4"/>
                      <a:pt x="4" y="24"/>
                      <a:pt x="13" y="23"/>
                    </a:cubicBezTo>
                    <a:cubicBezTo>
                      <a:pt x="25" y="21"/>
                      <a:pt x="25" y="1"/>
                      <a:pt x="13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9" name="Freeform 4413">
                <a:extLst>
                  <a:ext uri="{FF2B5EF4-FFF2-40B4-BE49-F238E27FC236}">
                    <a16:creationId xmlns:a16="http://schemas.microsoft.com/office/drawing/2014/main" id="{15FE60C0-7475-452D-8424-36E8E6603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647"/>
                <a:ext cx="21" cy="23"/>
              </a:xfrm>
              <a:custGeom>
                <a:avLst/>
                <a:gdLst>
                  <a:gd name="T0" fmla="*/ 14 w 14"/>
                  <a:gd name="T1" fmla="*/ 8 h 14"/>
                  <a:gd name="T2" fmla="*/ 26 w 14"/>
                  <a:gd name="T3" fmla="*/ 54 h 14"/>
                  <a:gd name="T4" fmla="*/ 18 w 14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4" y="2"/>
                    </a:moveTo>
                    <a:cubicBezTo>
                      <a:pt x="1" y="5"/>
                      <a:pt x="0" y="14"/>
                      <a:pt x="7" y="12"/>
                    </a:cubicBezTo>
                    <a:cubicBezTo>
                      <a:pt x="14" y="10"/>
                      <a:pt x="10" y="1"/>
                      <a:pt x="5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Freeform 4414">
                <a:extLst>
                  <a:ext uri="{FF2B5EF4-FFF2-40B4-BE49-F238E27FC236}">
                    <a16:creationId xmlns:a16="http://schemas.microsoft.com/office/drawing/2014/main" id="{21C566A2-85E6-48EC-9A0C-211CD946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655"/>
                <a:ext cx="46" cy="44"/>
              </a:xfrm>
              <a:custGeom>
                <a:avLst/>
                <a:gdLst>
                  <a:gd name="T0" fmla="*/ 14 w 30"/>
                  <a:gd name="T1" fmla="*/ 13 h 27"/>
                  <a:gd name="T2" fmla="*/ 40 w 30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7">
                    <a:moveTo>
                      <a:pt x="4" y="3"/>
                    </a:moveTo>
                    <a:cubicBezTo>
                      <a:pt x="0" y="27"/>
                      <a:pt x="30" y="8"/>
                      <a:pt x="11" y="0"/>
                    </a:cubicBezTo>
                  </a:path>
                </a:pathLst>
              </a:custGeom>
              <a:solidFill>
                <a:srgbClr val="F19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1" name="Freeform 4415">
                <a:extLst>
                  <a:ext uri="{FF2B5EF4-FFF2-40B4-BE49-F238E27FC236}">
                    <a16:creationId xmlns:a16="http://schemas.microsoft.com/office/drawing/2014/main" id="{30BE3463-E4C6-4ADA-A0F5-F70380A22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2" y="3014"/>
                <a:ext cx="46" cy="35"/>
              </a:xfrm>
              <a:custGeom>
                <a:avLst/>
                <a:gdLst>
                  <a:gd name="T0" fmla="*/ 28 w 30"/>
                  <a:gd name="T1" fmla="*/ 0 h 21"/>
                  <a:gd name="T2" fmla="*/ 0 w 30"/>
                  <a:gd name="T3" fmla="*/ 8 h 21"/>
                  <a:gd name="T4" fmla="*/ 74 w 30"/>
                  <a:gd name="T5" fmla="*/ 75 h 21"/>
                  <a:gd name="T6" fmla="*/ 35 w 30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1">
                    <a:moveTo>
                      <a:pt x="8" y="0"/>
                    </a:moveTo>
                    <a:cubicBezTo>
                      <a:pt x="5" y="0"/>
                      <a:pt x="2" y="1"/>
                      <a:pt x="0" y="2"/>
                    </a:cubicBezTo>
                    <a:cubicBezTo>
                      <a:pt x="2" y="9"/>
                      <a:pt x="12" y="21"/>
                      <a:pt x="20" y="16"/>
                    </a:cubicBezTo>
                    <a:cubicBezTo>
                      <a:pt x="30" y="11"/>
                      <a:pt x="17" y="1"/>
                      <a:pt x="10" y="2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2" name="Freeform 4416">
                <a:extLst>
                  <a:ext uri="{FF2B5EF4-FFF2-40B4-BE49-F238E27FC236}">
                    <a16:creationId xmlns:a16="http://schemas.microsoft.com/office/drawing/2014/main" id="{4CABAFAB-4498-4CF5-9BD9-0D89D1C82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2962"/>
                <a:ext cx="68" cy="37"/>
              </a:xfrm>
              <a:custGeom>
                <a:avLst/>
                <a:gdLst>
                  <a:gd name="T0" fmla="*/ 36 w 44"/>
                  <a:gd name="T1" fmla="*/ 13 h 23"/>
                  <a:gd name="T2" fmla="*/ 100 w 44"/>
                  <a:gd name="T3" fmla="*/ 82 h 23"/>
                  <a:gd name="T4" fmla="*/ 70 w 44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3">
                    <a:moveTo>
                      <a:pt x="10" y="3"/>
                    </a:moveTo>
                    <a:cubicBezTo>
                      <a:pt x="0" y="8"/>
                      <a:pt x="19" y="23"/>
                      <a:pt x="27" y="20"/>
                    </a:cubicBezTo>
                    <a:cubicBezTo>
                      <a:pt x="44" y="15"/>
                      <a:pt x="31" y="0"/>
                      <a:pt x="19" y="1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3" name="Freeform 4417">
                <a:extLst>
                  <a:ext uri="{FF2B5EF4-FFF2-40B4-BE49-F238E27FC236}">
                    <a16:creationId xmlns:a16="http://schemas.microsoft.com/office/drawing/2014/main" id="{5E5E2B77-C74A-444B-BA9D-1F619219B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2820"/>
                <a:ext cx="49" cy="59"/>
              </a:xfrm>
              <a:custGeom>
                <a:avLst/>
                <a:gdLst>
                  <a:gd name="T0" fmla="*/ 21 w 32"/>
                  <a:gd name="T1" fmla="*/ 49 h 36"/>
                  <a:gd name="T2" fmla="*/ 93 w 32"/>
                  <a:gd name="T3" fmla="*/ 118 h 36"/>
                  <a:gd name="T4" fmla="*/ 21 w 32"/>
                  <a:gd name="T5" fmla="*/ 2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6">
                    <a:moveTo>
                      <a:pt x="6" y="11"/>
                    </a:moveTo>
                    <a:cubicBezTo>
                      <a:pt x="0" y="19"/>
                      <a:pt x="19" y="36"/>
                      <a:pt x="26" y="27"/>
                    </a:cubicBezTo>
                    <a:cubicBezTo>
                      <a:pt x="32" y="19"/>
                      <a:pt x="15" y="0"/>
                      <a:pt x="6" y="6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Freeform 4418">
                <a:extLst>
                  <a:ext uri="{FF2B5EF4-FFF2-40B4-BE49-F238E27FC236}">
                    <a16:creationId xmlns:a16="http://schemas.microsoft.com/office/drawing/2014/main" id="{7CFC2E71-C56C-42C6-9453-A107130BE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378"/>
                <a:ext cx="37" cy="61"/>
              </a:xfrm>
              <a:custGeom>
                <a:avLst/>
                <a:gdLst>
                  <a:gd name="T0" fmla="*/ 12 w 24"/>
                  <a:gd name="T1" fmla="*/ 63 h 37"/>
                  <a:gd name="T2" fmla="*/ 69 w 24"/>
                  <a:gd name="T3" fmla="*/ 122 h 37"/>
                  <a:gd name="T4" fmla="*/ 5 w 24"/>
                  <a:gd name="T5" fmla="*/ 5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3" y="14"/>
                    </a:moveTo>
                    <a:cubicBezTo>
                      <a:pt x="3" y="22"/>
                      <a:pt x="13" y="37"/>
                      <a:pt x="19" y="27"/>
                    </a:cubicBezTo>
                    <a:cubicBezTo>
                      <a:pt x="24" y="18"/>
                      <a:pt x="0" y="0"/>
                      <a:pt x="1" y="13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5" name="Freeform 4419">
                <a:extLst>
                  <a:ext uri="{FF2B5EF4-FFF2-40B4-BE49-F238E27FC236}">
                    <a16:creationId xmlns:a16="http://schemas.microsoft.com/office/drawing/2014/main" id="{DF096199-28D5-4079-849D-25FD3BB28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513"/>
                <a:ext cx="60" cy="55"/>
              </a:xfrm>
              <a:custGeom>
                <a:avLst/>
                <a:gdLst>
                  <a:gd name="T0" fmla="*/ 80 w 39"/>
                  <a:gd name="T1" fmla="*/ 28 h 33"/>
                  <a:gd name="T2" fmla="*/ 34 w 39"/>
                  <a:gd name="T3" fmla="*/ 5 h 33"/>
                  <a:gd name="T4" fmla="*/ 52 w 39"/>
                  <a:gd name="T5" fmla="*/ 112 h 33"/>
                  <a:gd name="T6" fmla="*/ 137 w 39"/>
                  <a:gd name="T7" fmla="*/ 103 h 33"/>
                  <a:gd name="T8" fmla="*/ 88 w 39"/>
                  <a:gd name="T9" fmla="*/ 2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3">
                    <a:moveTo>
                      <a:pt x="22" y="6"/>
                    </a:moveTo>
                    <a:cubicBezTo>
                      <a:pt x="20" y="4"/>
                      <a:pt x="13" y="0"/>
                      <a:pt x="9" y="1"/>
                    </a:cubicBezTo>
                    <a:cubicBezTo>
                      <a:pt x="0" y="5"/>
                      <a:pt x="9" y="20"/>
                      <a:pt x="14" y="24"/>
                    </a:cubicBezTo>
                    <a:cubicBezTo>
                      <a:pt x="19" y="28"/>
                      <a:pt x="36" y="33"/>
                      <a:pt x="38" y="22"/>
                    </a:cubicBezTo>
                    <a:cubicBezTo>
                      <a:pt x="39" y="16"/>
                      <a:pt x="28" y="9"/>
                      <a:pt x="24" y="6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6" name="Freeform 4420">
                <a:extLst>
                  <a:ext uri="{FF2B5EF4-FFF2-40B4-BE49-F238E27FC236}">
                    <a16:creationId xmlns:a16="http://schemas.microsoft.com/office/drawing/2014/main" id="{C72CA86A-F5CD-4AB0-AB6F-243492533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578"/>
                <a:ext cx="66" cy="38"/>
              </a:xfrm>
              <a:custGeom>
                <a:avLst/>
                <a:gdLst>
                  <a:gd name="T0" fmla="*/ 87 w 43"/>
                  <a:gd name="T1" fmla="*/ 21 h 23"/>
                  <a:gd name="T2" fmla="*/ 49 w 43"/>
                  <a:gd name="T3" fmla="*/ 76 h 23"/>
                  <a:gd name="T4" fmla="*/ 101 w 43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3">
                    <a:moveTo>
                      <a:pt x="24" y="5"/>
                    </a:moveTo>
                    <a:cubicBezTo>
                      <a:pt x="13" y="0"/>
                      <a:pt x="0" y="9"/>
                      <a:pt x="14" y="17"/>
                    </a:cubicBezTo>
                    <a:cubicBezTo>
                      <a:pt x="25" y="23"/>
                      <a:pt x="43" y="9"/>
                      <a:pt x="28" y="5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7" name="Freeform 4421">
                <a:extLst>
                  <a:ext uri="{FF2B5EF4-FFF2-40B4-BE49-F238E27FC236}">
                    <a16:creationId xmlns:a16="http://schemas.microsoft.com/office/drawing/2014/main" id="{E8337CEA-A3D4-40FD-920F-362B77BC3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611"/>
                <a:ext cx="49" cy="42"/>
              </a:xfrm>
              <a:custGeom>
                <a:avLst/>
                <a:gdLst>
                  <a:gd name="T0" fmla="*/ 35 w 32"/>
                  <a:gd name="T1" fmla="*/ 34 h 26"/>
                  <a:gd name="T2" fmla="*/ 58 w 32"/>
                  <a:gd name="T3" fmla="*/ 110 h 26"/>
                  <a:gd name="T4" fmla="*/ 35 w 32"/>
                  <a:gd name="T5" fmla="*/ 2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6">
                    <a:moveTo>
                      <a:pt x="10" y="8"/>
                    </a:moveTo>
                    <a:cubicBezTo>
                      <a:pt x="0" y="0"/>
                      <a:pt x="0" y="25"/>
                      <a:pt x="16" y="26"/>
                    </a:cubicBezTo>
                    <a:cubicBezTo>
                      <a:pt x="32" y="26"/>
                      <a:pt x="18" y="10"/>
                      <a:pt x="10" y="7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Freeform 4422">
                <a:extLst>
                  <a:ext uri="{FF2B5EF4-FFF2-40B4-BE49-F238E27FC236}">
                    <a16:creationId xmlns:a16="http://schemas.microsoft.com/office/drawing/2014/main" id="{125C90E8-7E6C-4509-9AA9-67362ED71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733"/>
                <a:ext cx="65" cy="34"/>
              </a:xfrm>
              <a:custGeom>
                <a:avLst/>
                <a:gdLst>
                  <a:gd name="T0" fmla="*/ 101 w 42"/>
                  <a:gd name="T1" fmla="*/ 29 h 21"/>
                  <a:gd name="T2" fmla="*/ 60 w 42"/>
                  <a:gd name="T3" fmla="*/ 73 h 21"/>
                  <a:gd name="T4" fmla="*/ 108 w 42"/>
                  <a:gd name="T5" fmla="*/ 3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1">
                    <a:moveTo>
                      <a:pt x="27" y="7"/>
                    </a:moveTo>
                    <a:cubicBezTo>
                      <a:pt x="16" y="0"/>
                      <a:pt x="0" y="9"/>
                      <a:pt x="16" y="17"/>
                    </a:cubicBezTo>
                    <a:cubicBezTo>
                      <a:pt x="25" y="21"/>
                      <a:pt x="42" y="15"/>
                      <a:pt x="29" y="9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9" name="Freeform 4423">
                <a:extLst>
                  <a:ext uri="{FF2B5EF4-FFF2-40B4-BE49-F238E27FC236}">
                    <a16:creationId xmlns:a16="http://schemas.microsoft.com/office/drawing/2014/main" id="{C58EB272-A97F-47F1-9B3E-BA7E3EA40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2785"/>
                <a:ext cx="74" cy="37"/>
              </a:xfrm>
              <a:custGeom>
                <a:avLst/>
                <a:gdLst>
                  <a:gd name="T0" fmla="*/ 109 w 48"/>
                  <a:gd name="T1" fmla="*/ 34 h 22"/>
                  <a:gd name="T2" fmla="*/ 40 w 48"/>
                  <a:gd name="T3" fmla="*/ 67 h 22"/>
                  <a:gd name="T4" fmla="*/ 123 w 48"/>
                  <a:gd name="T5" fmla="*/ 2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2">
                    <a:moveTo>
                      <a:pt x="30" y="7"/>
                    </a:moveTo>
                    <a:cubicBezTo>
                      <a:pt x="22" y="0"/>
                      <a:pt x="0" y="1"/>
                      <a:pt x="11" y="14"/>
                    </a:cubicBezTo>
                    <a:cubicBezTo>
                      <a:pt x="19" y="22"/>
                      <a:pt x="48" y="16"/>
                      <a:pt x="34" y="5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0" name="Freeform 4424">
                <a:extLst>
                  <a:ext uri="{FF2B5EF4-FFF2-40B4-BE49-F238E27FC236}">
                    <a16:creationId xmlns:a16="http://schemas.microsoft.com/office/drawing/2014/main" id="{D2CE8CA5-040B-4760-86F3-421372AB8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76"/>
                <a:ext cx="25" cy="46"/>
              </a:xfrm>
              <a:custGeom>
                <a:avLst/>
                <a:gdLst>
                  <a:gd name="T0" fmla="*/ 0 w 16"/>
                  <a:gd name="T1" fmla="*/ 0 h 28"/>
                  <a:gd name="T2" fmla="*/ 0 w 16"/>
                  <a:gd name="T3" fmla="*/ 97 h 28"/>
                  <a:gd name="T4" fmla="*/ 47 w 16"/>
                  <a:gd name="T5" fmla="*/ 102 h 28"/>
                  <a:gd name="T6" fmla="*/ 0 w 16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4" y="26"/>
                      <a:pt x="9" y="28"/>
                      <a:pt x="12" y="23"/>
                    </a:cubicBezTo>
                    <a:cubicBezTo>
                      <a:pt x="16" y="15"/>
                      <a:pt x="9" y="3"/>
                      <a:pt x="0" y="0"/>
                    </a:cubicBezTo>
                    <a:close/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1" name="Freeform 4425">
                <a:extLst>
                  <a:ext uri="{FF2B5EF4-FFF2-40B4-BE49-F238E27FC236}">
                    <a16:creationId xmlns:a16="http://schemas.microsoft.com/office/drawing/2014/main" id="{F2663AA6-624B-452F-84F3-76D1B0706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3169"/>
                <a:ext cx="58" cy="50"/>
              </a:xfrm>
              <a:custGeom>
                <a:avLst/>
                <a:gdLst>
                  <a:gd name="T0" fmla="*/ 79 w 38"/>
                  <a:gd name="T1" fmla="*/ 42 h 30"/>
                  <a:gd name="T2" fmla="*/ 40 w 38"/>
                  <a:gd name="T3" fmla="*/ 83 h 30"/>
                  <a:gd name="T4" fmla="*/ 121 w 38"/>
                  <a:gd name="T5" fmla="*/ 105 h 30"/>
                  <a:gd name="T6" fmla="*/ 96 w 38"/>
                  <a:gd name="T7" fmla="*/ 5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0">
                    <a:moveTo>
                      <a:pt x="22" y="9"/>
                    </a:moveTo>
                    <a:cubicBezTo>
                      <a:pt x="18" y="0"/>
                      <a:pt x="0" y="4"/>
                      <a:pt x="11" y="18"/>
                    </a:cubicBezTo>
                    <a:cubicBezTo>
                      <a:pt x="15" y="23"/>
                      <a:pt x="28" y="30"/>
                      <a:pt x="34" y="23"/>
                    </a:cubicBezTo>
                    <a:cubicBezTo>
                      <a:pt x="38" y="19"/>
                      <a:pt x="33" y="13"/>
                      <a:pt x="27" y="11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Freeform 4426">
                <a:extLst>
                  <a:ext uri="{FF2B5EF4-FFF2-40B4-BE49-F238E27FC236}">
                    <a16:creationId xmlns:a16="http://schemas.microsoft.com/office/drawing/2014/main" id="{AA9DEC69-7A43-4849-B1BE-0D2A5AED4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7" y="3103"/>
                <a:ext cx="53" cy="40"/>
              </a:xfrm>
              <a:custGeom>
                <a:avLst/>
                <a:gdLst>
                  <a:gd name="T0" fmla="*/ 61 w 34"/>
                  <a:gd name="T1" fmla="*/ 20 h 24"/>
                  <a:gd name="T2" fmla="*/ 19 w 34"/>
                  <a:gd name="T3" fmla="*/ 8 h 24"/>
                  <a:gd name="T4" fmla="*/ 34 w 34"/>
                  <a:gd name="T5" fmla="*/ 63 h 24"/>
                  <a:gd name="T6" fmla="*/ 109 w 34"/>
                  <a:gd name="T7" fmla="*/ 83 h 24"/>
                  <a:gd name="T8" fmla="*/ 75 w 34"/>
                  <a:gd name="T9" fmla="*/ 2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4">
                    <a:moveTo>
                      <a:pt x="16" y="4"/>
                    </a:moveTo>
                    <a:cubicBezTo>
                      <a:pt x="14" y="2"/>
                      <a:pt x="8" y="0"/>
                      <a:pt x="5" y="2"/>
                    </a:cubicBezTo>
                    <a:cubicBezTo>
                      <a:pt x="0" y="5"/>
                      <a:pt x="6" y="11"/>
                      <a:pt x="9" y="14"/>
                    </a:cubicBezTo>
                    <a:cubicBezTo>
                      <a:pt x="13" y="17"/>
                      <a:pt x="24" y="24"/>
                      <a:pt x="29" y="18"/>
                    </a:cubicBezTo>
                    <a:cubicBezTo>
                      <a:pt x="34" y="12"/>
                      <a:pt x="25" y="5"/>
                      <a:pt x="20" y="4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3" name="Freeform 4427">
                <a:extLst>
                  <a:ext uri="{FF2B5EF4-FFF2-40B4-BE49-F238E27FC236}">
                    <a16:creationId xmlns:a16="http://schemas.microsoft.com/office/drawing/2014/main" id="{BD27B0A8-8C10-4107-A3AB-61AF6D173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3046"/>
                <a:ext cx="51" cy="34"/>
              </a:xfrm>
              <a:custGeom>
                <a:avLst/>
                <a:gdLst>
                  <a:gd name="T0" fmla="*/ 76 w 33"/>
                  <a:gd name="T1" fmla="*/ 8 h 21"/>
                  <a:gd name="T2" fmla="*/ 22 w 33"/>
                  <a:gd name="T3" fmla="*/ 8 h 21"/>
                  <a:gd name="T4" fmla="*/ 48 w 33"/>
                  <a:gd name="T5" fmla="*/ 73 h 21"/>
                  <a:gd name="T6" fmla="*/ 117 w 33"/>
                  <a:gd name="T7" fmla="*/ 60 h 21"/>
                  <a:gd name="T8" fmla="*/ 82 w 33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1">
                    <a:moveTo>
                      <a:pt x="21" y="2"/>
                    </a:moveTo>
                    <a:cubicBezTo>
                      <a:pt x="18" y="0"/>
                      <a:pt x="10" y="0"/>
                      <a:pt x="6" y="2"/>
                    </a:cubicBezTo>
                    <a:cubicBezTo>
                      <a:pt x="0" y="5"/>
                      <a:pt x="10" y="15"/>
                      <a:pt x="13" y="17"/>
                    </a:cubicBezTo>
                    <a:cubicBezTo>
                      <a:pt x="17" y="19"/>
                      <a:pt x="30" y="21"/>
                      <a:pt x="32" y="14"/>
                    </a:cubicBezTo>
                    <a:cubicBezTo>
                      <a:pt x="33" y="9"/>
                      <a:pt x="25" y="4"/>
                      <a:pt x="22" y="2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4" name="Freeform 4428">
                <a:extLst>
                  <a:ext uri="{FF2B5EF4-FFF2-40B4-BE49-F238E27FC236}">
                    <a16:creationId xmlns:a16="http://schemas.microsoft.com/office/drawing/2014/main" id="{050FDF8B-80CF-4F4A-8790-AAE08FA7D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2978"/>
                <a:ext cx="58" cy="48"/>
              </a:xfrm>
              <a:custGeom>
                <a:avLst/>
                <a:gdLst>
                  <a:gd name="T0" fmla="*/ 49 w 37"/>
                  <a:gd name="T1" fmla="*/ 13 h 29"/>
                  <a:gd name="T2" fmla="*/ 22 w 37"/>
                  <a:gd name="T3" fmla="*/ 8 h 29"/>
                  <a:gd name="T4" fmla="*/ 53 w 37"/>
                  <a:gd name="T5" fmla="*/ 83 h 29"/>
                  <a:gd name="T6" fmla="*/ 129 w 37"/>
                  <a:gd name="T7" fmla="*/ 96 h 29"/>
                  <a:gd name="T8" fmla="*/ 74 w 37"/>
                  <a:gd name="T9" fmla="*/ 2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13" y="3"/>
                    </a:moveTo>
                    <a:cubicBezTo>
                      <a:pt x="13" y="0"/>
                      <a:pt x="8" y="0"/>
                      <a:pt x="6" y="2"/>
                    </a:cubicBezTo>
                    <a:cubicBezTo>
                      <a:pt x="0" y="7"/>
                      <a:pt x="11" y="15"/>
                      <a:pt x="14" y="18"/>
                    </a:cubicBezTo>
                    <a:cubicBezTo>
                      <a:pt x="19" y="21"/>
                      <a:pt x="29" y="29"/>
                      <a:pt x="33" y="21"/>
                    </a:cubicBezTo>
                    <a:cubicBezTo>
                      <a:pt x="37" y="14"/>
                      <a:pt x="26" y="4"/>
                      <a:pt x="19" y="4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5" name="Freeform 4429">
                <a:extLst>
                  <a:ext uri="{FF2B5EF4-FFF2-40B4-BE49-F238E27FC236}">
                    <a16:creationId xmlns:a16="http://schemas.microsoft.com/office/drawing/2014/main" id="{F2866229-E5D1-47AB-BB1B-90FE530E0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924"/>
                <a:ext cx="62" cy="23"/>
              </a:xfrm>
              <a:custGeom>
                <a:avLst/>
                <a:gdLst>
                  <a:gd name="T0" fmla="*/ 79 w 40"/>
                  <a:gd name="T1" fmla="*/ 0 h 14"/>
                  <a:gd name="T2" fmla="*/ 39 w 40"/>
                  <a:gd name="T3" fmla="*/ 8 h 14"/>
                  <a:gd name="T4" fmla="*/ 56 w 40"/>
                  <a:gd name="T5" fmla="*/ 54 h 14"/>
                  <a:gd name="T6" fmla="*/ 135 w 40"/>
                  <a:gd name="T7" fmla="*/ 43 h 14"/>
                  <a:gd name="T8" fmla="*/ 87 w 40"/>
                  <a:gd name="T9" fmla="*/ 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21" y="0"/>
                    </a:moveTo>
                    <a:cubicBezTo>
                      <a:pt x="17" y="0"/>
                      <a:pt x="13" y="0"/>
                      <a:pt x="10" y="2"/>
                    </a:cubicBezTo>
                    <a:cubicBezTo>
                      <a:pt x="0" y="6"/>
                      <a:pt x="9" y="11"/>
                      <a:pt x="15" y="12"/>
                    </a:cubicBezTo>
                    <a:cubicBezTo>
                      <a:pt x="19" y="12"/>
                      <a:pt x="34" y="14"/>
                      <a:pt x="36" y="10"/>
                    </a:cubicBezTo>
                    <a:cubicBezTo>
                      <a:pt x="40" y="5"/>
                      <a:pt x="27" y="0"/>
                      <a:pt x="23" y="1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Freeform 4430">
                <a:extLst>
                  <a:ext uri="{FF2B5EF4-FFF2-40B4-BE49-F238E27FC236}">
                    <a16:creationId xmlns:a16="http://schemas.microsoft.com/office/drawing/2014/main" id="{AC84C600-C763-417E-A4E9-E001F2978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942"/>
                <a:ext cx="64" cy="38"/>
              </a:xfrm>
              <a:custGeom>
                <a:avLst/>
                <a:gdLst>
                  <a:gd name="T0" fmla="*/ 103 w 41"/>
                  <a:gd name="T1" fmla="*/ 0 h 23"/>
                  <a:gd name="T2" fmla="*/ 27 w 41"/>
                  <a:gd name="T3" fmla="*/ 83 h 23"/>
                  <a:gd name="T4" fmla="*/ 134 w 41"/>
                  <a:gd name="T5" fmla="*/ 35 h 23"/>
                  <a:gd name="T6" fmla="*/ 130 w 4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3">
                    <a:moveTo>
                      <a:pt x="27" y="0"/>
                    </a:moveTo>
                    <a:cubicBezTo>
                      <a:pt x="21" y="0"/>
                      <a:pt x="0" y="11"/>
                      <a:pt x="7" y="18"/>
                    </a:cubicBezTo>
                    <a:cubicBezTo>
                      <a:pt x="13" y="23"/>
                      <a:pt x="31" y="12"/>
                      <a:pt x="35" y="8"/>
                    </a:cubicBezTo>
                    <a:cubicBezTo>
                      <a:pt x="39" y="6"/>
                      <a:pt x="41" y="0"/>
                      <a:pt x="34" y="0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7" name="Freeform 4431">
                <a:extLst>
                  <a:ext uri="{FF2B5EF4-FFF2-40B4-BE49-F238E27FC236}">
                    <a16:creationId xmlns:a16="http://schemas.microsoft.com/office/drawing/2014/main" id="{B8D288A6-823E-413A-A6B6-A6C0A0303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3032"/>
                <a:ext cx="42" cy="56"/>
              </a:xfrm>
              <a:custGeom>
                <a:avLst/>
                <a:gdLst>
                  <a:gd name="T0" fmla="*/ 61 w 27"/>
                  <a:gd name="T1" fmla="*/ 21 h 34"/>
                  <a:gd name="T2" fmla="*/ 12 w 27"/>
                  <a:gd name="T3" fmla="*/ 84 h 34"/>
                  <a:gd name="T4" fmla="*/ 40 w 27"/>
                  <a:gd name="T5" fmla="*/ 138 h 34"/>
                  <a:gd name="T6" fmla="*/ 101 w 27"/>
                  <a:gd name="T7" fmla="*/ 41 h 34"/>
                  <a:gd name="T8" fmla="*/ 68 w 27"/>
                  <a:gd name="T9" fmla="*/ 1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4">
                    <a:moveTo>
                      <a:pt x="16" y="5"/>
                    </a:moveTo>
                    <a:cubicBezTo>
                      <a:pt x="10" y="7"/>
                      <a:pt x="5" y="13"/>
                      <a:pt x="3" y="19"/>
                    </a:cubicBezTo>
                    <a:cubicBezTo>
                      <a:pt x="0" y="26"/>
                      <a:pt x="2" y="34"/>
                      <a:pt x="11" y="31"/>
                    </a:cubicBezTo>
                    <a:cubicBezTo>
                      <a:pt x="19" y="28"/>
                      <a:pt x="26" y="18"/>
                      <a:pt x="27" y="9"/>
                    </a:cubicBezTo>
                    <a:cubicBezTo>
                      <a:pt x="27" y="2"/>
                      <a:pt x="24" y="0"/>
                      <a:pt x="18" y="3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8" name="Freeform 4432">
                <a:extLst>
                  <a:ext uri="{FF2B5EF4-FFF2-40B4-BE49-F238E27FC236}">
                    <a16:creationId xmlns:a16="http://schemas.microsoft.com/office/drawing/2014/main" id="{7D41F1C0-63D4-4892-9355-2957F1D5B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3200"/>
                <a:ext cx="28" cy="66"/>
              </a:xfrm>
              <a:custGeom>
                <a:avLst/>
                <a:gdLst>
                  <a:gd name="T0" fmla="*/ 47 w 18"/>
                  <a:gd name="T1" fmla="*/ 35 h 40"/>
                  <a:gd name="T2" fmla="*/ 8 w 18"/>
                  <a:gd name="T3" fmla="*/ 97 h 40"/>
                  <a:gd name="T4" fmla="*/ 39 w 18"/>
                  <a:gd name="T5" fmla="*/ 147 h 40"/>
                  <a:gd name="T6" fmla="*/ 62 w 18"/>
                  <a:gd name="T7" fmla="*/ 58 h 40"/>
                  <a:gd name="T8" fmla="*/ 40 w 18"/>
                  <a:gd name="T9" fmla="*/ 3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0">
                    <a:moveTo>
                      <a:pt x="12" y="8"/>
                    </a:moveTo>
                    <a:cubicBezTo>
                      <a:pt x="7" y="11"/>
                      <a:pt x="3" y="16"/>
                      <a:pt x="2" y="22"/>
                    </a:cubicBezTo>
                    <a:cubicBezTo>
                      <a:pt x="0" y="28"/>
                      <a:pt x="2" y="40"/>
                      <a:pt x="10" y="33"/>
                    </a:cubicBezTo>
                    <a:cubicBezTo>
                      <a:pt x="16" y="28"/>
                      <a:pt x="18" y="19"/>
                      <a:pt x="17" y="13"/>
                    </a:cubicBezTo>
                    <a:cubicBezTo>
                      <a:pt x="17" y="10"/>
                      <a:pt x="14" y="0"/>
                      <a:pt x="11" y="8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9" name="Freeform 4433">
                <a:extLst>
                  <a:ext uri="{FF2B5EF4-FFF2-40B4-BE49-F238E27FC236}">
                    <a16:creationId xmlns:a16="http://schemas.microsoft.com/office/drawing/2014/main" id="{817789D1-2705-444F-99CA-542CA8945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3364"/>
                <a:ext cx="30" cy="70"/>
              </a:xfrm>
              <a:custGeom>
                <a:avLst/>
                <a:gdLst>
                  <a:gd name="T0" fmla="*/ 41 w 20"/>
                  <a:gd name="T1" fmla="*/ 39 h 43"/>
                  <a:gd name="T2" fmla="*/ 41 w 20"/>
                  <a:gd name="T3" fmla="*/ 168 h 43"/>
                  <a:gd name="T4" fmla="*/ 68 w 20"/>
                  <a:gd name="T5" fmla="*/ 68 h 43"/>
                  <a:gd name="T6" fmla="*/ 45 w 20"/>
                  <a:gd name="T7" fmla="*/ 39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3">
                    <a:moveTo>
                      <a:pt x="12" y="9"/>
                    </a:moveTo>
                    <a:cubicBezTo>
                      <a:pt x="10" y="15"/>
                      <a:pt x="0" y="43"/>
                      <a:pt x="12" y="39"/>
                    </a:cubicBezTo>
                    <a:cubicBezTo>
                      <a:pt x="17" y="37"/>
                      <a:pt x="19" y="20"/>
                      <a:pt x="20" y="16"/>
                    </a:cubicBezTo>
                    <a:cubicBezTo>
                      <a:pt x="20" y="12"/>
                      <a:pt x="19" y="0"/>
                      <a:pt x="13" y="9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Freeform 4434">
                <a:extLst>
                  <a:ext uri="{FF2B5EF4-FFF2-40B4-BE49-F238E27FC236}">
                    <a16:creationId xmlns:a16="http://schemas.microsoft.com/office/drawing/2014/main" id="{DBF33B9F-5730-4D0A-854A-8FF677523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3523"/>
                <a:ext cx="30" cy="65"/>
              </a:xfrm>
              <a:custGeom>
                <a:avLst/>
                <a:gdLst>
                  <a:gd name="T0" fmla="*/ 5 w 19"/>
                  <a:gd name="T1" fmla="*/ 47 h 39"/>
                  <a:gd name="T2" fmla="*/ 52 w 19"/>
                  <a:gd name="T3" fmla="*/ 180 h 39"/>
                  <a:gd name="T4" fmla="*/ 60 w 19"/>
                  <a:gd name="T5" fmla="*/ 83 h 39"/>
                  <a:gd name="T6" fmla="*/ 8 w 19"/>
                  <a:gd name="T7" fmla="*/ 4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1" y="10"/>
                    </a:moveTo>
                    <a:cubicBezTo>
                      <a:pt x="0" y="17"/>
                      <a:pt x="7" y="36"/>
                      <a:pt x="13" y="39"/>
                    </a:cubicBezTo>
                    <a:cubicBezTo>
                      <a:pt x="19" y="36"/>
                      <a:pt x="17" y="23"/>
                      <a:pt x="15" y="18"/>
                    </a:cubicBezTo>
                    <a:cubicBezTo>
                      <a:pt x="13" y="15"/>
                      <a:pt x="5" y="0"/>
                      <a:pt x="2" y="10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1" name="Freeform 4435">
                <a:extLst>
                  <a:ext uri="{FF2B5EF4-FFF2-40B4-BE49-F238E27FC236}">
                    <a16:creationId xmlns:a16="http://schemas.microsoft.com/office/drawing/2014/main" id="{AF689E3B-484B-4043-A862-1C6AEB319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3688"/>
                <a:ext cx="43" cy="63"/>
              </a:xfrm>
              <a:custGeom>
                <a:avLst/>
                <a:gdLst>
                  <a:gd name="T0" fmla="*/ 0 w 28"/>
                  <a:gd name="T1" fmla="*/ 36 h 38"/>
                  <a:gd name="T2" fmla="*/ 74 w 28"/>
                  <a:gd name="T3" fmla="*/ 146 h 38"/>
                  <a:gd name="T4" fmla="*/ 14 w 28"/>
                  <a:gd name="T5" fmla="*/ 33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0" y="8"/>
                    </a:moveTo>
                    <a:cubicBezTo>
                      <a:pt x="0" y="14"/>
                      <a:pt x="12" y="38"/>
                      <a:pt x="20" y="32"/>
                    </a:cubicBezTo>
                    <a:cubicBezTo>
                      <a:pt x="28" y="27"/>
                      <a:pt x="10" y="0"/>
                      <a:pt x="4" y="7"/>
                    </a:cubicBezTo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2" name="Freeform 4436">
                <a:extLst>
                  <a:ext uri="{FF2B5EF4-FFF2-40B4-BE49-F238E27FC236}">
                    <a16:creationId xmlns:a16="http://schemas.microsoft.com/office/drawing/2014/main" id="{D5DA3336-9F21-4BBD-B9D1-72ED9F816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3799"/>
                <a:ext cx="32" cy="42"/>
              </a:xfrm>
              <a:custGeom>
                <a:avLst/>
                <a:gdLst>
                  <a:gd name="T0" fmla="*/ 40 w 21"/>
                  <a:gd name="T1" fmla="*/ 29 h 26"/>
                  <a:gd name="T2" fmla="*/ 27 w 21"/>
                  <a:gd name="T3" fmla="*/ 26 h 26"/>
                  <a:gd name="T4" fmla="*/ 8 w 21"/>
                  <a:gd name="T5" fmla="*/ 63 h 26"/>
                  <a:gd name="T6" fmla="*/ 27 w 21"/>
                  <a:gd name="T7" fmla="*/ 110 h 26"/>
                  <a:gd name="T8" fmla="*/ 75 w 21"/>
                  <a:gd name="T9" fmla="*/ 110 h 26"/>
                  <a:gd name="T10" fmla="*/ 40 w 21"/>
                  <a:gd name="T11" fmla="*/ 29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6">
                    <a:moveTo>
                      <a:pt x="11" y="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3" y="0"/>
                      <a:pt x="0" y="11"/>
                      <a:pt x="2" y="15"/>
                    </a:cubicBezTo>
                    <a:cubicBezTo>
                      <a:pt x="3" y="19"/>
                      <a:pt x="6" y="22"/>
                      <a:pt x="8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19"/>
                      <a:pt x="15" y="13"/>
                      <a:pt x="11" y="7"/>
                    </a:cubicBezTo>
                    <a:close/>
                  </a:path>
                </a:pathLst>
              </a:custGeom>
              <a:solidFill>
                <a:srgbClr val="DBA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3" name="Freeform 4437">
                <a:extLst>
                  <a:ext uri="{FF2B5EF4-FFF2-40B4-BE49-F238E27FC236}">
                    <a16:creationId xmlns:a16="http://schemas.microsoft.com/office/drawing/2014/main" id="{DBF35533-6FD2-44CF-8628-DCA87C5A3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698"/>
                <a:ext cx="42" cy="36"/>
              </a:xfrm>
              <a:custGeom>
                <a:avLst/>
                <a:gdLst>
                  <a:gd name="T0" fmla="*/ 8 w 27"/>
                  <a:gd name="T1" fmla="*/ 21 h 22"/>
                  <a:gd name="T2" fmla="*/ 48 w 27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2">
                    <a:moveTo>
                      <a:pt x="2" y="5"/>
                    </a:moveTo>
                    <a:cubicBezTo>
                      <a:pt x="0" y="22"/>
                      <a:pt x="27" y="12"/>
                      <a:pt x="13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Freeform 4438">
                <a:extLst>
                  <a:ext uri="{FF2B5EF4-FFF2-40B4-BE49-F238E27FC236}">
                    <a16:creationId xmlns:a16="http://schemas.microsoft.com/office/drawing/2014/main" id="{7A4F2218-67BC-458D-8FDF-5ECA2857D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3596"/>
                <a:ext cx="46" cy="43"/>
              </a:xfrm>
              <a:custGeom>
                <a:avLst/>
                <a:gdLst>
                  <a:gd name="T0" fmla="*/ 32 w 30"/>
                  <a:gd name="T1" fmla="*/ 13 h 26"/>
                  <a:gd name="T2" fmla="*/ 58 w 30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6">
                    <a:moveTo>
                      <a:pt x="9" y="3"/>
                    </a:moveTo>
                    <a:cubicBezTo>
                      <a:pt x="0" y="26"/>
                      <a:pt x="30" y="17"/>
                      <a:pt x="16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5" name="Freeform 4439">
                <a:extLst>
                  <a:ext uri="{FF2B5EF4-FFF2-40B4-BE49-F238E27FC236}">
                    <a16:creationId xmlns:a16="http://schemas.microsoft.com/office/drawing/2014/main" id="{1447AFC3-2AB5-4BDD-A18F-EC0348E84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558"/>
                <a:ext cx="11" cy="21"/>
              </a:xfrm>
              <a:custGeom>
                <a:avLst/>
                <a:gdLst>
                  <a:gd name="T0" fmla="*/ 14 w 7"/>
                  <a:gd name="T1" fmla="*/ 13 h 13"/>
                  <a:gd name="T2" fmla="*/ 14 w 7"/>
                  <a:gd name="T3" fmla="*/ 55 h 13"/>
                  <a:gd name="T4" fmla="*/ 14 w 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4" y="3"/>
                    </a:moveTo>
                    <a:cubicBezTo>
                      <a:pt x="1" y="7"/>
                      <a:pt x="0" y="9"/>
                      <a:pt x="4" y="13"/>
                    </a:cubicBezTo>
                    <a:cubicBezTo>
                      <a:pt x="7" y="9"/>
                      <a:pt x="7" y="4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6" name="Freeform 4440">
                <a:extLst>
                  <a:ext uri="{FF2B5EF4-FFF2-40B4-BE49-F238E27FC236}">
                    <a16:creationId xmlns:a16="http://schemas.microsoft.com/office/drawing/2014/main" id="{BE218954-ED08-4F98-A6E2-0A4B3138A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408"/>
                <a:ext cx="31" cy="33"/>
              </a:xfrm>
              <a:custGeom>
                <a:avLst/>
                <a:gdLst>
                  <a:gd name="T0" fmla="*/ 8 w 20"/>
                  <a:gd name="T1" fmla="*/ 35 h 20"/>
                  <a:gd name="T2" fmla="*/ 5 w 20"/>
                  <a:gd name="T3" fmla="*/ 84 h 20"/>
                  <a:gd name="T4" fmla="*/ 34 w 2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0">
                    <a:moveTo>
                      <a:pt x="2" y="8"/>
                    </a:moveTo>
                    <a:cubicBezTo>
                      <a:pt x="0" y="11"/>
                      <a:pt x="0" y="16"/>
                      <a:pt x="1" y="19"/>
                    </a:cubicBezTo>
                    <a:cubicBezTo>
                      <a:pt x="9" y="20"/>
                      <a:pt x="20" y="3"/>
                      <a:pt x="9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7" name="Freeform 4441">
                <a:extLst>
                  <a:ext uri="{FF2B5EF4-FFF2-40B4-BE49-F238E27FC236}">
                    <a16:creationId xmlns:a16="http://schemas.microsoft.com/office/drawing/2014/main" id="{9BC56153-C524-44D0-ADCC-475E2E244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474"/>
                <a:ext cx="16" cy="21"/>
              </a:xfrm>
              <a:custGeom>
                <a:avLst/>
                <a:gdLst>
                  <a:gd name="T0" fmla="*/ 8 w 10"/>
                  <a:gd name="T1" fmla="*/ 0 h 13"/>
                  <a:gd name="T2" fmla="*/ 16 w 10"/>
                  <a:gd name="T3" fmla="*/ 55 h 13"/>
                  <a:gd name="T4" fmla="*/ 42 w 10"/>
                  <a:gd name="T5" fmla="*/ 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2" y="0"/>
                    </a:moveTo>
                    <a:cubicBezTo>
                      <a:pt x="0" y="5"/>
                      <a:pt x="1" y="10"/>
                      <a:pt x="4" y="13"/>
                    </a:cubicBezTo>
                    <a:cubicBezTo>
                      <a:pt x="8" y="11"/>
                      <a:pt x="10" y="7"/>
                      <a:pt x="10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Freeform 4442">
                <a:extLst>
                  <a:ext uri="{FF2B5EF4-FFF2-40B4-BE49-F238E27FC236}">
                    <a16:creationId xmlns:a16="http://schemas.microsoft.com/office/drawing/2014/main" id="{3BE9E869-BBA3-416A-B940-B667A0FF6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3349"/>
                <a:ext cx="23" cy="29"/>
              </a:xfrm>
              <a:custGeom>
                <a:avLst/>
                <a:gdLst>
                  <a:gd name="T0" fmla="*/ 18 w 15"/>
                  <a:gd name="T1" fmla="*/ 16 h 18"/>
                  <a:gd name="T2" fmla="*/ 8 w 15"/>
                  <a:gd name="T3" fmla="*/ 63 h 18"/>
                  <a:gd name="T4" fmla="*/ 28 w 15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5" y="4"/>
                    </a:moveTo>
                    <a:cubicBezTo>
                      <a:pt x="2" y="7"/>
                      <a:pt x="0" y="11"/>
                      <a:pt x="2" y="15"/>
                    </a:cubicBezTo>
                    <a:cubicBezTo>
                      <a:pt x="10" y="18"/>
                      <a:pt x="15" y="5"/>
                      <a:pt x="8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9" name="Freeform 4443">
                <a:extLst>
                  <a:ext uri="{FF2B5EF4-FFF2-40B4-BE49-F238E27FC236}">
                    <a16:creationId xmlns:a16="http://schemas.microsoft.com/office/drawing/2014/main" id="{9CE8C1A3-7F78-4B0D-BBFF-BAA334C35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3324"/>
                <a:ext cx="25" cy="35"/>
              </a:xfrm>
              <a:custGeom>
                <a:avLst/>
                <a:gdLst>
                  <a:gd name="T0" fmla="*/ 8 w 16"/>
                  <a:gd name="T1" fmla="*/ 42 h 21"/>
                  <a:gd name="T2" fmla="*/ 5 w 16"/>
                  <a:gd name="T3" fmla="*/ 97 h 21"/>
                  <a:gd name="T4" fmla="*/ 22 w 1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2" y="9"/>
                    </a:moveTo>
                    <a:cubicBezTo>
                      <a:pt x="1" y="13"/>
                      <a:pt x="0" y="18"/>
                      <a:pt x="1" y="21"/>
                    </a:cubicBezTo>
                    <a:cubicBezTo>
                      <a:pt x="14" y="20"/>
                      <a:pt x="16" y="8"/>
                      <a:pt x="6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0" name="Freeform 4444">
                <a:extLst>
                  <a:ext uri="{FF2B5EF4-FFF2-40B4-BE49-F238E27FC236}">
                    <a16:creationId xmlns:a16="http://schemas.microsoft.com/office/drawing/2014/main" id="{EBFC39B0-5C13-4324-8CED-B5B33EE3E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3233"/>
                <a:ext cx="34" cy="37"/>
              </a:xfrm>
              <a:custGeom>
                <a:avLst/>
                <a:gdLst>
                  <a:gd name="T0" fmla="*/ 34 w 22"/>
                  <a:gd name="T1" fmla="*/ 0 h 22"/>
                  <a:gd name="T2" fmla="*/ 45 w 22"/>
                  <a:gd name="T3" fmla="*/ 99 h 22"/>
                  <a:gd name="T4" fmla="*/ 56 w 22"/>
                  <a:gd name="T5" fmla="*/ 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9" y="0"/>
                    </a:moveTo>
                    <a:cubicBezTo>
                      <a:pt x="3" y="5"/>
                      <a:pt x="0" y="22"/>
                      <a:pt x="12" y="21"/>
                    </a:cubicBezTo>
                    <a:cubicBezTo>
                      <a:pt x="22" y="21"/>
                      <a:pt x="21" y="7"/>
                      <a:pt x="15" y="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1" name="Freeform 4445">
                <a:extLst>
                  <a:ext uri="{FF2B5EF4-FFF2-40B4-BE49-F238E27FC236}">
                    <a16:creationId xmlns:a16="http://schemas.microsoft.com/office/drawing/2014/main" id="{56EB59C2-AFDA-4B55-9134-0ABA93762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3298"/>
                <a:ext cx="46" cy="46"/>
              </a:xfrm>
              <a:custGeom>
                <a:avLst/>
                <a:gdLst>
                  <a:gd name="T0" fmla="*/ 80 w 30"/>
                  <a:gd name="T1" fmla="*/ 0 h 28"/>
                  <a:gd name="T2" fmla="*/ 101 w 30"/>
                  <a:gd name="T3" fmla="*/ 26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8">
                    <a:moveTo>
                      <a:pt x="22" y="0"/>
                    </a:moveTo>
                    <a:cubicBezTo>
                      <a:pt x="0" y="6"/>
                      <a:pt x="30" y="28"/>
                      <a:pt x="28" y="6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Freeform 4446">
                <a:extLst>
                  <a:ext uri="{FF2B5EF4-FFF2-40B4-BE49-F238E27FC236}">
                    <a16:creationId xmlns:a16="http://schemas.microsoft.com/office/drawing/2014/main" id="{A1035407-E98C-4632-866F-32DC68304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3" y="3347"/>
                <a:ext cx="34" cy="30"/>
              </a:xfrm>
              <a:custGeom>
                <a:avLst/>
                <a:gdLst>
                  <a:gd name="T0" fmla="*/ 45 w 22"/>
                  <a:gd name="T1" fmla="*/ 0 h 18"/>
                  <a:gd name="T2" fmla="*/ 82 w 22"/>
                  <a:gd name="T3" fmla="*/ 2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8">
                    <a:moveTo>
                      <a:pt x="12" y="0"/>
                    </a:moveTo>
                    <a:cubicBezTo>
                      <a:pt x="0" y="6"/>
                      <a:pt x="15" y="18"/>
                      <a:pt x="22" y="5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3" name="Freeform 4447">
                <a:extLst>
                  <a:ext uri="{FF2B5EF4-FFF2-40B4-BE49-F238E27FC236}">
                    <a16:creationId xmlns:a16="http://schemas.microsoft.com/office/drawing/2014/main" id="{21C5C3E7-A436-4677-9F58-A16940DBF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3258"/>
                <a:ext cx="17" cy="22"/>
              </a:xfrm>
              <a:custGeom>
                <a:avLst/>
                <a:gdLst>
                  <a:gd name="T0" fmla="*/ 0 w 11"/>
                  <a:gd name="T1" fmla="*/ 14 h 13"/>
                  <a:gd name="T2" fmla="*/ 19 w 11"/>
                  <a:gd name="T3" fmla="*/ 63 h 13"/>
                  <a:gd name="T4" fmla="*/ 19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3"/>
                    </a:moveTo>
                    <a:cubicBezTo>
                      <a:pt x="0" y="7"/>
                      <a:pt x="2" y="11"/>
                      <a:pt x="5" y="13"/>
                    </a:cubicBezTo>
                    <a:cubicBezTo>
                      <a:pt x="11" y="9"/>
                      <a:pt x="11" y="4"/>
                      <a:pt x="5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4" name="Freeform 4448">
                <a:extLst>
                  <a:ext uri="{FF2B5EF4-FFF2-40B4-BE49-F238E27FC236}">
                    <a16:creationId xmlns:a16="http://schemas.microsoft.com/office/drawing/2014/main" id="{825AEA02-B805-47C5-860A-CBF78D27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3497"/>
                <a:ext cx="59" cy="41"/>
              </a:xfrm>
              <a:custGeom>
                <a:avLst/>
                <a:gdLst>
                  <a:gd name="T0" fmla="*/ 101 w 38"/>
                  <a:gd name="T1" fmla="*/ 21 h 25"/>
                  <a:gd name="T2" fmla="*/ 73 w 38"/>
                  <a:gd name="T3" fmla="*/ 0 h 25"/>
                  <a:gd name="T4" fmla="*/ 127 w 38"/>
                  <a:gd name="T5" fmla="*/ 3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5">
                    <a:moveTo>
                      <a:pt x="27" y="5"/>
                    </a:moveTo>
                    <a:cubicBezTo>
                      <a:pt x="25" y="2"/>
                      <a:pt x="22" y="1"/>
                      <a:pt x="19" y="0"/>
                    </a:cubicBezTo>
                    <a:cubicBezTo>
                      <a:pt x="0" y="15"/>
                      <a:pt x="38" y="25"/>
                      <a:pt x="34" y="7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5" name="Freeform 4449">
                <a:extLst>
                  <a:ext uri="{FF2B5EF4-FFF2-40B4-BE49-F238E27FC236}">
                    <a16:creationId xmlns:a16="http://schemas.microsoft.com/office/drawing/2014/main" id="{3C3A6856-A0F2-48EF-8A3A-C8B9CD142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3364"/>
                <a:ext cx="44" cy="36"/>
              </a:xfrm>
              <a:custGeom>
                <a:avLst/>
                <a:gdLst>
                  <a:gd name="T0" fmla="*/ 0 w 28"/>
                  <a:gd name="T1" fmla="*/ 5 h 22"/>
                  <a:gd name="T2" fmla="*/ 39 w 28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2">
                    <a:moveTo>
                      <a:pt x="0" y="1"/>
                    </a:moveTo>
                    <a:cubicBezTo>
                      <a:pt x="0" y="22"/>
                      <a:pt x="28" y="7"/>
                      <a:pt x="10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Freeform 4450">
                <a:extLst>
                  <a:ext uri="{FF2B5EF4-FFF2-40B4-BE49-F238E27FC236}">
                    <a16:creationId xmlns:a16="http://schemas.microsoft.com/office/drawing/2014/main" id="{B636DF7E-6D3E-429B-8341-F68DB8EE6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3397"/>
                <a:ext cx="30" cy="28"/>
              </a:xfrm>
              <a:custGeom>
                <a:avLst/>
                <a:gdLst>
                  <a:gd name="T0" fmla="*/ 33 w 19"/>
                  <a:gd name="T1" fmla="*/ 0 h 17"/>
                  <a:gd name="T2" fmla="*/ 8 w 19"/>
                  <a:gd name="T3" fmla="*/ 68 h 17"/>
                  <a:gd name="T4" fmla="*/ 62 w 19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8" y="0"/>
                    </a:moveTo>
                    <a:cubicBezTo>
                      <a:pt x="3" y="4"/>
                      <a:pt x="0" y="9"/>
                      <a:pt x="2" y="15"/>
                    </a:cubicBezTo>
                    <a:cubicBezTo>
                      <a:pt x="9" y="17"/>
                      <a:pt x="19" y="11"/>
                      <a:pt x="16" y="4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7" name="Freeform 4451">
                <a:extLst>
                  <a:ext uri="{FF2B5EF4-FFF2-40B4-BE49-F238E27FC236}">
                    <a16:creationId xmlns:a16="http://schemas.microsoft.com/office/drawing/2014/main" id="{BA619EFA-DDF7-4877-AE4B-C960DE0D3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3454"/>
                <a:ext cx="17" cy="18"/>
              </a:xfrm>
              <a:custGeom>
                <a:avLst/>
                <a:gdLst>
                  <a:gd name="T0" fmla="*/ 19 w 11"/>
                  <a:gd name="T1" fmla="*/ 0 h 11"/>
                  <a:gd name="T2" fmla="*/ 14 w 11"/>
                  <a:gd name="T3" fmla="*/ 47 h 11"/>
                  <a:gd name="T4" fmla="*/ 34 w 11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1" y="3"/>
                      <a:pt x="0" y="7"/>
                      <a:pt x="4" y="11"/>
                    </a:cubicBezTo>
                    <a:cubicBezTo>
                      <a:pt x="9" y="10"/>
                      <a:pt x="11" y="5"/>
                      <a:pt x="9" y="1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8" name="Freeform 4452">
                <a:extLst>
                  <a:ext uri="{FF2B5EF4-FFF2-40B4-BE49-F238E27FC236}">
                    <a16:creationId xmlns:a16="http://schemas.microsoft.com/office/drawing/2014/main" id="{750B7060-B9BF-4E09-9008-258D93750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" y="3462"/>
                <a:ext cx="24" cy="20"/>
              </a:xfrm>
              <a:custGeom>
                <a:avLst/>
                <a:gdLst>
                  <a:gd name="T0" fmla="*/ 26 w 16"/>
                  <a:gd name="T1" fmla="*/ 8 h 12"/>
                  <a:gd name="T2" fmla="*/ 8 w 16"/>
                  <a:gd name="T3" fmla="*/ 50 h 12"/>
                  <a:gd name="T4" fmla="*/ 54 w 16"/>
                  <a:gd name="T5" fmla="*/ 13 h 12"/>
                  <a:gd name="T6" fmla="*/ 35 w 1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7" y="2"/>
                    </a:moveTo>
                    <a:cubicBezTo>
                      <a:pt x="3" y="4"/>
                      <a:pt x="0" y="6"/>
                      <a:pt x="2" y="11"/>
                    </a:cubicBezTo>
                    <a:cubicBezTo>
                      <a:pt x="8" y="12"/>
                      <a:pt x="14" y="9"/>
                      <a:pt x="16" y="3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9" name="Freeform 4453">
                <a:extLst>
                  <a:ext uri="{FF2B5EF4-FFF2-40B4-BE49-F238E27FC236}">
                    <a16:creationId xmlns:a16="http://schemas.microsoft.com/office/drawing/2014/main" id="{6DBEEB60-A82F-49C6-86EF-14DF1593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3408"/>
                <a:ext cx="26" cy="15"/>
              </a:xfrm>
              <a:custGeom>
                <a:avLst/>
                <a:gdLst>
                  <a:gd name="T0" fmla="*/ 35 w 17"/>
                  <a:gd name="T1" fmla="*/ 0 h 9"/>
                  <a:gd name="T2" fmla="*/ 0 w 17"/>
                  <a:gd name="T3" fmla="*/ 33 h 9"/>
                  <a:gd name="T4" fmla="*/ 61 w 17"/>
                  <a:gd name="T5" fmla="*/ 20 h 9"/>
                  <a:gd name="T6" fmla="*/ 35 w 17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10" y="0"/>
                    </a:moveTo>
                    <a:cubicBezTo>
                      <a:pt x="5" y="0"/>
                      <a:pt x="1" y="2"/>
                      <a:pt x="0" y="7"/>
                    </a:cubicBezTo>
                    <a:cubicBezTo>
                      <a:pt x="6" y="9"/>
                      <a:pt x="12" y="9"/>
                      <a:pt x="17" y="4"/>
                    </a:cubicBezTo>
                    <a:cubicBezTo>
                      <a:pt x="16" y="1"/>
                      <a:pt x="13" y="1"/>
                      <a:pt x="10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0" name="Freeform 4454">
                <a:extLst>
                  <a:ext uri="{FF2B5EF4-FFF2-40B4-BE49-F238E27FC236}">
                    <a16:creationId xmlns:a16="http://schemas.microsoft.com/office/drawing/2014/main" id="{B0E5353A-ECD1-423D-B587-23CAE2214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9" y="3471"/>
                <a:ext cx="27" cy="19"/>
              </a:xfrm>
              <a:custGeom>
                <a:avLst/>
                <a:gdLst>
                  <a:gd name="T0" fmla="*/ 13 w 17"/>
                  <a:gd name="T1" fmla="*/ 5 h 12"/>
                  <a:gd name="T2" fmla="*/ 68 w 17"/>
                  <a:gd name="T3" fmla="*/ 21 h 12"/>
                  <a:gd name="T4" fmla="*/ 35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3" y="1"/>
                    </a:moveTo>
                    <a:cubicBezTo>
                      <a:pt x="0" y="11"/>
                      <a:pt x="13" y="12"/>
                      <a:pt x="17" y="5"/>
                    </a:cubicBezTo>
                    <a:cubicBezTo>
                      <a:pt x="15" y="2"/>
                      <a:pt x="13" y="1"/>
                      <a:pt x="9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1" name="Freeform 4455">
                <a:extLst>
                  <a:ext uri="{FF2B5EF4-FFF2-40B4-BE49-F238E27FC236}">
                    <a16:creationId xmlns:a16="http://schemas.microsoft.com/office/drawing/2014/main" id="{0782A355-164F-4F5D-A279-2166960F1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9" y="3583"/>
                <a:ext cx="31" cy="31"/>
              </a:xfrm>
              <a:custGeom>
                <a:avLst/>
                <a:gdLst>
                  <a:gd name="T0" fmla="*/ 48 w 20"/>
                  <a:gd name="T1" fmla="*/ 0 h 19"/>
                  <a:gd name="T2" fmla="*/ 14 w 20"/>
                  <a:gd name="T3" fmla="*/ 0 h 19"/>
                  <a:gd name="T4" fmla="*/ 74 w 20"/>
                  <a:gd name="T5" fmla="*/ 42 h 19"/>
                  <a:gd name="T6" fmla="*/ 62 w 20"/>
                  <a:gd name="T7" fmla="*/ 2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13" y="0"/>
                    </a:moveTo>
                    <a:cubicBezTo>
                      <a:pt x="11" y="0"/>
                      <a:pt x="7" y="0"/>
                      <a:pt x="4" y="0"/>
                    </a:cubicBezTo>
                    <a:cubicBezTo>
                      <a:pt x="0" y="11"/>
                      <a:pt x="13" y="19"/>
                      <a:pt x="20" y="10"/>
                    </a:cubicBezTo>
                    <a:cubicBezTo>
                      <a:pt x="20" y="8"/>
                      <a:pt x="19" y="6"/>
                      <a:pt x="17" y="5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4456">
                <a:extLst>
                  <a:ext uri="{FF2B5EF4-FFF2-40B4-BE49-F238E27FC236}">
                    <a16:creationId xmlns:a16="http://schemas.microsoft.com/office/drawing/2014/main" id="{FB48AD4D-C69D-4BC1-BBF8-29EF82B2E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3667"/>
                <a:ext cx="22" cy="34"/>
              </a:xfrm>
              <a:custGeom>
                <a:avLst/>
                <a:gdLst>
                  <a:gd name="T0" fmla="*/ 8 w 14"/>
                  <a:gd name="T1" fmla="*/ 39 h 21"/>
                  <a:gd name="T2" fmla="*/ 13 w 14"/>
                  <a:gd name="T3" fmla="*/ 89 h 21"/>
                  <a:gd name="T4" fmla="*/ 0 w 14"/>
                  <a:gd name="T5" fmla="*/ 5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2" y="9"/>
                    </a:moveTo>
                    <a:cubicBezTo>
                      <a:pt x="1" y="12"/>
                      <a:pt x="2" y="17"/>
                      <a:pt x="3" y="21"/>
                    </a:cubicBezTo>
                    <a:cubicBezTo>
                      <a:pt x="14" y="19"/>
                      <a:pt x="10" y="0"/>
                      <a:pt x="0" y="12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4457">
                <a:extLst>
                  <a:ext uri="{FF2B5EF4-FFF2-40B4-BE49-F238E27FC236}">
                    <a16:creationId xmlns:a16="http://schemas.microsoft.com/office/drawing/2014/main" id="{6545A7DD-3153-4DC5-93D7-B1261AFA7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3688"/>
                <a:ext cx="15" cy="22"/>
              </a:xfrm>
              <a:custGeom>
                <a:avLst/>
                <a:gdLst>
                  <a:gd name="T0" fmla="*/ 18 w 10"/>
                  <a:gd name="T1" fmla="*/ 0 h 13"/>
                  <a:gd name="T2" fmla="*/ 21 w 10"/>
                  <a:gd name="T3" fmla="*/ 63 h 13"/>
                  <a:gd name="T4" fmla="*/ 27 w 10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5" y="0"/>
                    </a:moveTo>
                    <a:cubicBezTo>
                      <a:pt x="0" y="5"/>
                      <a:pt x="1" y="10"/>
                      <a:pt x="6" y="13"/>
                    </a:cubicBezTo>
                    <a:cubicBezTo>
                      <a:pt x="10" y="11"/>
                      <a:pt x="8" y="9"/>
                      <a:pt x="8" y="5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4458">
                <a:extLst>
                  <a:ext uri="{FF2B5EF4-FFF2-40B4-BE49-F238E27FC236}">
                    <a16:creationId xmlns:a16="http://schemas.microsoft.com/office/drawing/2014/main" id="{E4151543-9ACD-4B46-88BC-30CFE72CA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640"/>
                <a:ext cx="20" cy="28"/>
              </a:xfrm>
              <a:custGeom>
                <a:avLst/>
                <a:gdLst>
                  <a:gd name="T0" fmla="*/ 18 w 13"/>
                  <a:gd name="T1" fmla="*/ 5 h 17"/>
                  <a:gd name="T2" fmla="*/ 22 w 13"/>
                  <a:gd name="T3" fmla="*/ 76 h 17"/>
                  <a:gd name="T4" fmla="*/ 22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5" y="1"/>
                    </a:moveTo>
                    <a:cubicBezTo>
                      <a:pt x="0" y="6"/>
                      <a:pt x="0" y="14"/>
                      <a:pt x="6" y="17"/>
                    </a:cubicBezTo>
                    <a:cubicBezTo>
                      <a:pt x="13" y="13"/>
                      <a:pt x="10" y="6"/>
                      <a:pt x="6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4459">
                <a:extLst>
                  <a:ext uri="{FF2B5EF4-FFF2-40B4-BE49-F238E27FC236}">
                    <a16:creationId xmlns:a16="http://schemas.microsoft.com/office/drawing/2014/main" id="{FBB4ECB4-2852-4F36-A9EA-603364E70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3799"/>
                <a:ext cx="25" cy="28"/>
              </a:xfrm>
              <a:custGeom>
                <a:avLst/>
                <a:gdLst>
                  <a:gd name="T0" fmla="*/ 8 w 16"/>
                  <a:gd name="T1" fmla="*/ 0 h 17"/>
                  <a:gd name="T2" fmla="*/ 14 w 16"/>
                  <a:gd name="T3" fmla="*/ 76 h 17"/>
                  <a:gd name="T4" fmla="*/ 27 w 1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2" y="0"/>
                    </a:moveTo>
                    <a:cubicBezTo>
                      <a:pt x="0" y="6"/>
                      <a:pt x="1" y="12"/>
                      <a:pt x="4" y="17"/>
                    </a:cubicBezTo>
                    <a:cubicBezTo>
                      <a:pt x="14" y="17"/>
                      <a:pt x="16" y="4"/>
                      <a:pt x="7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4460">
                <a:extLst>
                  <a:ext uri="{FF2B5EF4-FFF2-40B4-BE49-F238E27FC236}">
                    <a16:creationId xmlns:a16="http://schemas.microsoft.com/office/drawing/2014/main" id="{18C0EB48-99E3-43E9-BF68-56D3F81B9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" y="3256"/>
                <a:ext cx="28" cy="29"/>
              </a:xfrm>
              <a:custGeom>
                <a:avLst/>
                <a:gdLst>
                  <a:gd name="T0" fmla="*/ 5 w 18"/>
                  <a:gd name="T1" fmla="*/ 20 h 17"/>
                  <a:gd name="T2" fmla="*/ 8 w 18"/>
                  <a:gd name="T3" fmla="*/ 84 h 17"/>
                  <a:gd name="T4" fmla="*/ 14 w 1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1" y="4"/>
                    </a:moveTo>
                    <a:cubicBezTo>
                      <a:pt x="0" y="8"/>
                      <a:pt x="0" y="13"/>
                      <a:pt x="2" y="17"/>
                    </a:cubicBezTo>
                    <a:cubicBezTo>
                      <a:pt x="12" y="15"/>
                      <a:pt x="18" y="3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4461">
                <a:extLst>
                  <a:ext uri="{FF2B5EF4-FFF2-40B4-BE49-F238E27FC236}">
                    <a16:creationId xmlns:a16="http://schemas.microsoft.com/office/drawing/2014/main" id="{2B50DE68-7838-45AA-A826-EB1E815B6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3233"/>
                <a:ext cx="20" cy="22"/>
              </a:xfrm>
              <a:custGeom>
                <a:avLst/>
                <a:gdLst>
                  <a:gd name="T0" fmla="*/ 14 w 13"/>
                  <a:gd name="T1" fmla="*/ 0 h 13"/>
                  <a:gd name="T2" fmla="*/ 8 w 13"/>
                  <a:gd name="T3" fmla="*/ 63 h 13"/>
                  <a:gd name="T4" fmla="*/ 28 w 13"/>
                  <a:gd name="T5" fmla="*/ 1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4" y="0"/>
                    </a:moveTo>
                    <a:cubicBezTo>
                      <a:pt x="1" y="4"/>
                      <a:pt x="0" y="9"/>
                      <a:pt x="2" y="13"/>
                    </a:cubicBezTo>
                    <a:cubicBezTo>
                      <a:pt x="8" y="13"/>
                      <a:pt x="13" y="8"/>
                      <a:pt x="8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4462">
                <a:extLst>
                  <a:ext uri="{FF2B5EF4-FFF2-40B4-BE49-F238E27FC236}">
                    <a16:creationId xmlns:a16="http://schemas.microsoft.com/office/drawing/2014/main" id="{ECFB8B14-1F3D-44E4-8579-3A8D61E89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2" y="3192"/>
                <a:ext cx="40" cy="30"/>
              </a:xfrm>
              <a:custGeom>
                <a:avLst/>
                <a:gdLst>
                  <a:gd name="T0" fmla="*/ 58 w 26"/>
                  <a:gd name="T1" fmla="*/ 13 h 18"/>
                  <a:gd name="T2" fmla="*/ 8 w 26"/>
                  <a:gd name="T3" fmla="*/ 42 h 18"/>
                  <a:gd name="T4" fmla="*/ 95 w 26"/>
                  <a:gd name="T5" fmla="*/ 22 h 18"/>
                  <a:gd name="T6" fmla="*/ 74 w 2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16" y="3"/>
                    </a:moveTo>
                    <a:cubicBezTo>
                      <a:pt x="11" y="0"/>
                      <a:pt x="0" y="1"/>
                      <a:pt x="2" y="9"/>
                    </a:cubicBezTo>
                    <a:cubicBezTo>
                      <a:pt x="5" y="18"/>
                      <a:pt x="23" y="11"/>
                      <a:pt x="26" y="5"/>
                    </a:cubicBezTo>
                    <a:cubicBezTo>
                      <a:pt x="24" y="3"/>
                      <a:pt x="22" y="2"/>
                      <a:pt x="20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Freeform 4463">
                <a:extLst>
                  <a:ext uri="{FF2B5EF4-FFF2-40B4-BE49-F238E27FC236}">
                    <a16:creationId xmlns:a16="http://schemas.microsoft.com/office/drawing/2014/main" id="{C08413F5-8D85-4E05-9D69-9B143F84D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3621"/>
                <a:ext cx="20" cy="18"/>
              </a:xfrm>
              <a:custGeom>
                <a:avLst/>
                <a:gdLst>
                  <a:gd name="T0" fmla="*/ 0 w 13"/>
                  <a:gd name="T1" fmla="*/ 8 h 11"/>
                  <a:gd name="T2" fmla="*/ 14 w 13"/>
                  <a:gd name="T3" fmla="*/ 47 h 11"/>
                  <a:gd name="T4" fmla="*/ 14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2"/>
                    </a:moveTo>
                    <a:cubicBezTo>
                      <a:pt x="0" y="6"/>
                      <a:pt x="2" y="9"/>
                      <a:pt x="4" y="11"/>
                    </a:cubicBezTo>
                    <a:cubicBezTo>
                      <a:pt x="13" y="6"/>
                      <a:pt x="10" y="4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0" name="Freeform 4464">
                <a:extLst>
                  <a:ext uri="{FF2B5EF4-FFF2-40B4-BE49-F238E27FC236}">
                    <a16:creationId xmlns:a16="http://schemas.microsoft.com/office/drawing/2014/main" id="{2E1A6629-5F8D-4864-BF59-3082C2E1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3362"/>
                <a:ext cx="22" cy="33"/>
              </a:xfrm>
              <a:custGeom>
                <a:avLst/>
                <a:gdLst>
                  <a:gd name="T0" fmla="*/ 5 w 14"/>
                  <a:gd name="T1" fmla="*/ 20 h 20"/>
                  <a:gd name="T2" fmla="*/ 5 w 14"/>
                  <a:gd name="T3" fmla="*/ 89 h 20"/>
                  <a:gd name="T4" fmla="*/ 27 w 1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1" y="4"/>
                    </a:moveTo>
                    <a:cubicBezTo>
                      <a:pt x="0" y="9"/>
                      <a:pt x="0" y="15"/>
                      <a:pt x="1" y="20"/>
                    </a:cubicBezTo>
                    <a:cubicBezTo>
                      <a:pt x="11" y="19"/>
                      <a:pt x="14" y="7"/>
                      <a:pt x="7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1" name="Freeform 4465">
                <a:extLst>
                  <a:ext uri="{FF2B5EF4-FFF2-40B4-BE49-F238E27FC236}">
                    <a16:creationId xmlns:a16="http://schemas.microsoft.com/office/drawing/2014/main" id="{72C204D8-C63D-47AC-A57C-58AB5330A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3184"/>
                <a:ext cx="20" cy="26"/>
              </a:xfrm>
              <a:custGeom>
                <a:avLst/>
                <a:gdLst>
                  <a:gd name="T0" fmla="*/ 8 w 13"/>
                  <a:gd name="T1" fmla="*/ 54 h 16"/>
                  <a:gd name="T2" fmla="*/ 18 w 13"/>
                  <a:gd name="T3" fmla="*/ 68 h 16"/>
                  <a:gd name="T4" fmla="*/ 48 w 13"/>
                  <a:gd name="T5" fmla="*/ 13 h 16"/>
                  <a:gd name="T6" fmla="*/ 0 w 13"/>
                  <a:gd name="T7" fmla="*/ 3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2" y="12"/>
                    </a:moveTo>
                    <a:cubicBezTo>
                      <a:pt x="1" y="15"/>
                      <a:pt x="2" y="16"/>
                      <a:pt x="5" y="16"/>
                    </a:cubicBezTo>
                    <a:cubicBezTo>
                      <a:pt x="10" y="12"/>
                      <a:pt x="11" y="9"/>
                      <a:pt x="13" y="3"/>
                    </a:cubicBezTo>
                    <a:cubicBezTo>
                      <a:pt x="7" y="0"/>
                      <a:pt x="5" y="4"/>
                      <a:pt x="0" y="8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Freeform 4466">
                <a:extLst>
                  <a:ext uri="{FF2B5EF4-FFF2-40B4-BE49-F238E27FC236}">
                    <a16:creationId xmlns:a16="http://schemas.microsoft.com/office/drawing/2014/main" id="{71B8DCDA-66D3-4E56-A4C3-7DAE8C9E3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3359"/>
                <a:ext cx="8" cy="13"/>
              </a:xfrm>
              <a:custGeom>
                <a:avLst/>
                <a:gdLst>
                  <a:gd name="T0" fmla="*/ 8 w 5"/>
                  <a:gd name="T1" fmla="*/ 8 h 8"/>
                  <a:gd name="T2" fmla="*/ 8 w 5"/>
                  <a:gd name="T3" fmla="*/ 34 h 8"/>
                  <a:gd name="T4" fmla="*/ 21 w 5"/>
                  <a:gd name="T5" fmla="*/ 0 h 8"/>
                  <a:gd name="T6" fmla="*/ 8 w 5"/>
                  <a:gd name="T7" fmla="*/ 2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2" y="2"/>
                    </a:moveTo>
                    <a:cubicBezTo>
                      <a:pt x="1" y="4"/>
                      <a:pt x="1" y="6"/>
                      <a:pt x="2" y="8"/>
                    </a:cubicBezTo>
                    <a:cubicBezTo>
                      <a:pt x="4" y="4"/>
                      <a:pt x="5" y="5"/>
                      <a:pt x="5" y="0"/>
                    </a:cubicBezTo>
                    <a:cubicBezTo>
                      <a:pt x="0" y="0"/>
                      <a:pt x="4" y="3"/>
                      <a:pt x="2" y="6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3" name="Freeform 4467">
                <a:extLst>
                  <a:ext uri="{FF2B5EF4-FFF2-40B4-BE49-F238E27FC236}">
                    <a16:creationId xmlns:a16="http://schemas.microsoft.com/office/drawing/2014/main" id="{9C1828F8-5776-4625-A6B4-FD19CE5E1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284"/>
                <a:ext cx="26" cy="25"/>
              </a:xfrm>
              <a:custGeom>
                <a:avLst/>
                <a:gdLst>
                  <a:gd name="T0" fmla="*/ 0 w 17"/>
                  <a:gd name="T1" fmla="*/ 0 h 15"/>
                  <a:gd name="T2" fmla="*/ 21 w 17"/>
                  <a:gd name="T3" fmla="*/ 70 h 15"/>
                  <a:gd name="T4" fmla="*/ 43 w 17"/>
                  <a:gd name="T5" fmla="*/ 63 h 15"/>
                  <a:gd name="T6" fmla="*/ 32 w 17"/>
                  <a:gd name="T7" fmla="*/ 1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0" y="0"/>
                    </a:moveTo>
                    <a:cubicBezTo>
                      <a:pt x="1" y="6"/>
                      <a:pt x="3" y="10"/>
                      <a:pt x="6" y="15"/>
                    </a:cubicBezTo>
                    <a:cubicBezTo>
                      <a:pt x="8" y="15"/>
                      <a:pt x="10" y="15"/>
                      <a:pt x="12" y="14"/>
                    </a:cubicBezTo>
                    <a:cubicBezTo>
                      <a:pt x="17" y="3"/>
                      <a:pt x="10" y="4"/>
                      <a:pt x="9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4" name="Freeform 4468">
                <a:extLst>
                  <a:ext uri="{FF2B5EF4-FFF2-40B4-BE49-F238E27FC236}">
                    <a16:creationId xmlns:a16="http://schemas.microsoft.com/office/drawing/2014/main" id="{1991247A-67C3-4168-857A-310EE4C9C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2555"/>
                <a:ext cx="20" cy="23"/>
              </a:xfrm>
              <a:custGeom>
                <a:avLst/>
                <a:gdLst>
                  <a:gd name="T0" fmla="*/ 0 w 13"/>
                  <a:gd name="T1" fmla="*/ 35 h 14"/>
                  <a:gd name="T2" fmla="*/ 43 w 13"/>
                  <a:gd name="T3" fmla="*/ 62 h 14"/>
                  <a:gd name="T4" fmla="*/ 0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cubicBezTo>
                      <a:pt x="4" y="11"/>
                      <a:pt x="7" y="13"/>
                      <a:pt x="12" y="14"/>
                    </a:cubicBezTo>
                    <a:cubicBezTo>
                      <a:pt x="13" y="2"/>
                      <a:pt x="7" y="4"/>
                      <a:pt x="0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5" name="Freeform 4469">
                <a:extLst>
                  <a:ext uri="{FF2B5EF4-FFF2-40B4-BE49-F238E27FC236}">
                    <a16:creationId xmlns:a16="http://schemas.microsoft.com/office/drawing/2014/main" id="{7E575BA3-DA27-4737-B367-54B3956AE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052"/>
                <a:ext cx="45" cy="79"/>
              </a:xfrm>
              <a:custGeom>
                <a:avLst/>
                <a:gdLst>
                  <a:gd name="T0" fmla="*/ 0 w 29"/>
                  <a:gd name="T1" fmla="*/ 67 h 48"/>
                  <a:gd name="T2" fmla="*/ 22 w 29"/>
                  <a:gd name="T3" fmla="*/ 76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8">
                    <a:moveTo>
                      <a:pt x="0" y="15"/>
                    </a:moveTo>
                    <a:cubicBezTo>
                      <a:pt x="17" y="48"/>
                      <a:pt x="29" y="0"/>
                      <a:pt x="6" y="17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Freeform 4470">
                <a:extLst>
                  <a:ext uri="{FF2B5EF4-FFF2-40B4-BE49-F238E27FC236}">
                    <a16:creationId xmlns:a16="http://schemas.microsoft.com/office/drawing/2014/main" id="{DD47D73E-6C8B-46EE-B959-65B74D44E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2087"/>
                <a:ext cx="27" cy="19"/>
              </a:xfrm>
              <a:custGeom>
                <a:avLst/>
                <a:gdLst>
                  <a:gd name="T0" fmla="*/ 33 w 17"/>
                  <a:gd name="T1" fmla="*/ 0 h 12"/>
                  <a:gd name="T2" fmla="*/ 35 w 17"/>
                  <a:gd name="T3" fmla="*/ 43 h 12"/>
                  <a:gd name="T4" fmla="*/ 40 w 17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8" y="0"/>
                    </a:moveTo>
                    <a:cubicBezTo>
                      <a:pt x="1" y="2"/>
                      <a:pt x="0" y="12"/>
                      <a:pt x="9" y="11"/>
                    </a:cubicBezTo>
                    <a:cubicBezTo>
                      <a:pt x="15" y="10"/>
                      <a:pt x="17" y="2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7" name="Freeform 4471">
                <a:extLst>
                  <a:ext uri="{FF2B5EF4-FFF2-40B4-BE49-F238E27FC236}">
                    <a16:creationId xmlns:a16="http://schemas.microsoft.com/office/drawing/2014/main" id="{7B61DE78-9B78-45C6-877B-4FF59A66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101"/>
                <a:ext cx="8" cy="10"/>
              </a:xfrm>
              <a:custGeom>
                <a:avLst/>
                <a:gdLst>
                  <a:gd name="T0" fmla="*/ 8 w 5"/>
                  <a:gd name="T1" fmla="*/ 5 h 6"/>
                  <a:gd name="T2" fmla="*/ 21 w 5"/>
                  <a:gd name="T3" fmla="*/ 8 h 6"/>
                  <a:gd name="T4" fmla="*/ 13 w 5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0" y="6"/>
                      <a:pt x="4" y="6"/>
                      <a:pt x="5" y="2"/>
                    </a:cubicBezTo>
                    <a:cubicBezTo>
                      <a:pt x="4" y="0"/>
                      <a:pt x="4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8" name="Freeform 4472">
                <a:extLst>
                  <a:ext uri="{FF2B5EF4-FFF2-40B4-BE49-F238E27FC236}">
                    <a16:creationId xmlns:a16="http://schemas.microsoft.com/office/drawing/2014/main" id="{7E36AC81-E0F3-4AEB-BE91-3A4D9C0B9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2161"/>
                <a:ext cx="30" cy="39"/>
              </a:xfrm>
              <a:custGeom>
                <a:avLst/>
                <a:gdLst>
                  <a:gd name="T0" fmla="*/ 62 w 19"/>
                  <a:gd name="T1" fmla="*/ 18 h 24"/>
                  <a:gd name="T2" fmla="*/ 74 w 19"/>
                  <a:gd name="T3" fmla="*/ 26 h 24"/>
                  <a:gd name="T4" fmla="*/ 69 w 19"/>
                  <a:gd name="T5" fmla="*/ 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4">
                    <a:moveTo>
                      <a:pt x="16" y="4"/>
                    </a:moveTo>
                    <a:cubicBezTo>
                      <a:pt x="0" y="0"/>
                      <a:pt x="16" y="24"/>
                      <a:pt x="19" y="6"/>
                    </a:cubicBezTo>
                    <a:cubicBezTo>
                      <a:pt x="19" y="5"/>
                      <a:pt x="19" y="6"/>
                      <a:pt x="1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9" name="Freeform 4473">
                <a:extLst>
                  <a:ext uri="{FF2B5EF4-FFF2-40B4-BE49-F238E27FC236}">
                    <a16:creationId xmlns:a16="http://schemas.microsoft.com/office/drawing/2014/main" id="{B043F7DE-DE2B-4AAE-BBD4-E04DBFA82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2172"/>
                <a:ext cx="14" cy="12"/>
              </a:xfrm>
              <a:custGeom>
                <a:avLst/>
                <a:gdLst>
                  <a:gd name="T0" fmla="*/ 12 w 9"/>
                  <a:gd name="T1" fmla="*/ 0 h 7"/>
                  <a:gd name="T2" fmla="*/ 5 w 9"/>
                  <a:gd name="T3" fmla="*/ 29 h 7"/>
                  <a:gd name="T4" fmla="*/ 12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6" y="7"/>
                      <a:pt x="9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Freeform 4474">
                <a:extLst>
                  <a:ext uri="{FF2B5EF4-FFF2-40B4-BE49-F238E27FC236}">
                    <a16:creationId xmlns:a16="http://schemas.microsoft.com/office/drawing/2014/main" id="{5929CFB6-CD37-47D5-A683-DDAFA14D1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2131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0 w 6"/>
                  <a:gd name="T3" fmla="*/ 13 h 6"/>
                  <a:gd name="T4" fmla="*/ 21 w 6"/>
                  <a:gd name="T5" fmla="*/ 8 h 6"/>
                  <a:gd name="T6" fmla="*/ 14 w 6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2" y="6"/>
                      <a:pt x="5" y="5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1" name="Freeform 4475">
                <a:extLst>
                  <a:ext uri="{FF2B5EF4-FFF2-40B4-BE49-F238E27FC236}">
                    <a16:creationId xmlns:a16="http://schemas.microsoft.com/office/drawing/2014/main" id="{03694C0F-78DE-4BEB-ACEE-CA63DF8C1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2182"/>
                <a:ext cx="27" cy="15"/>
              </a:xfrm>
              <a:custGeom>
                <a:avLst/>
                <a:gdLst>
                  <a:gd name="T0" fmla="*/ 33 w 17"/>
                  <a:gd name="T1" fmla="*/ 0 h 9"/>
                  <a:gd name="T2" fmla="*/ 35 w 17"/>
                  <a:gd name="T3" fmla="*/ 37 h 9"/>
                  <a:gd name="T4" fmla="*/ 40 w 17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8" y="0"/>
                    </a:moveTo>
                    <a:cubicBezTo>
                      <a:pt x="0" y="1"/>
                      <a:pt x="2" y="9"/>
                      <a:pt x="9" y="8"/>
                    </a:cubicBezTo>
                    <a:cubicBezTo>
                      <a:pt x="15" y="7"/>
                      <a:pt x="17" y="1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2" name="Freeform 4476">
                <a:extLst>
                  <a:ext uri="{FF2B5EF4-FFF2-40B4-BE49-F238E27FC236}">
                    <a16:creationId xmlns:a16="http://schemas.microsoft.com/office/drawing/2014/main" id="{EBD4C778-EE0E-408A-A840-3F53A6BEA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2248"/>
                <a:ext cx="12" cy="10"/>
              </a:xfrm>
              <a:custGeom>
                <a:avLst/>
                <a:gdLst>
                  <a:gd name="T0" fmla="*/ 14 w 8"/>
                  <a:gd name="T1" fmla="*/ 0 h 6"/>
                  <a:gd name="T2" fmla="*/ 0 w 8"/>
                  <a:gd name="T3" fmla="*/ 20 h 6"/>
                  <a:gd name="T4" fmla="*/ 27 w 8"/>
                  <a:gd name="T5" fmla="*/ 8 h 6"/>
                  <a:gd name="T6" fmla="*/ 12 w 8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6"/>
                      <a:pt x="6" y="5"/>
                      <a:pt x="8" y="2"/>
                    </a:cubicBezTo>
                    <a:cubicBezTo>
                      <a:pt x="7" y="0"/>
                      <a:pt x="5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3" name="Freeform 4477">
                <a:extLst>
                  <a:ext uri="{FF2B5EF4-FFF2-40B4-BE49-F238E27FC236}">
                    <a16:creationId xmlns:a16="http://schemas.microsoft.com/office/drawing/2014/main" id="{28EA337A-3441-4D03-9496-6CC8F74C1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2253"/>
                <a:ext cx="8" cy="8"/>
              </a:xfrm>
              <a:custGeom>
                <a:avLst/>
                <a:gdLst>
                  <a:gd name="T0" fmla="*/ 8 w 5"/>
                  <a:gd name="T1" fmla="*/ 0 h 5"/>
                  <a:gd name="T2" fmla="*/ 5 w 5"/>
                  <a:gd name="T3" fmla="*/ 21 h 5"/>
                  <a:gd name="T4" fmla="*/ 21 w 5"/>
                  <a:gd name="T5" fmla="*/ 5 h 5"/>
                  <a:gd name="T6" fmla="*/ 8 w 5"/>
                  <a:gd name="T7" fmla="*/ 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4"/>
                      <a:pt x="4" y="4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4" name="Freeform 4478">
                <a:extLst>
                  <a:ext uri="{FF2B5EF4-FFF2-40B4-BE49-F238E27FC236}">
                    <a16:creationId xmlns:a16="http://schemas.microsoft.com/office/drawing/2014/main" id="{827E944D-333A-4B6F-96D7-2BA96C5B5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011"/>
                <a:ext cx="19" cy="15"/>
              </a:xfrm>
              <a:custGeom>
                <a:avLst/>
                <a:gdLst>
                  <a:gd name="T0" fmla="*/ 40 w 12"/>
                  <a:gd name="T1" fmla="*/ 8 h 9"/>
                  <a:gd name="T2" fmla="*/ 16 w 12"/>
                  <a:gd name="T3" fmla="*/ 28 h 9"/>
                  <a:gd name="T4" fmla="*/ 40 w 12"/>
                  <a:gd name="T5" fmla="*/ 1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10" y="2"/>
                    </a:moveTo>
                    <a:cubicBezTo>
                      <a:pt x="7" y="0"/>
                      <a:pt x="0" y="3"/>
                      <a:pt x="4" y="6"/>
                    </a:cubicBezTo>
                    <a:cubicBezTo>
                      <a:pt x="8" y="9"/>
                      <a:pt x="12" y="7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5" name="Freeform 4479">
                <a:extLst>
                  <a:ext uri="{FF2B5EF4-FFF2-40B4-BE49-F238E27FC236}">
                    <a16:creationId xmlns:a16="http://schemas.microsoft.com/office/drawing/2014/main" id="{D9343963-C63F-4AB1-9A2D-4905DC6E1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1932"/>
                <a:ext cx="31" cy="21"/>
              </a:xfrm>
              <a:custGeom>
                <a:avLst/>
                <a:gdLst>
                  <a:gd name="T0" fmla="*/ 48 w 20"/>
                  <a:gd name="T1" fmla="*/ 0 h 13"/>
                  <a:gd name="T2" fmla="*/ 53 w 20"/>
                  <a:gd name="T3" fmla="*/ 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13" y="0"/>
                    </a:moveTo>
                    <a:cubicBezTo>
                      <a:pt x="0" y="5"/>
                      <a:pt x="20" y="13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6" name="Freeform 4480">
                <a:extLst>
                  <a:ext uri="{FF2B5EF4-FFF2-40B4-BE49-F238E27FC236}">
                    <a16:creationId xmlns:a16="http://schemas.microsoft.com/office/drawing/2014/main" id="{B0D10861-A14C-4FAC-8EDA-2977602C0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945"/>
                <a:ext cx="5" cy="7"/>
              </a:xfrm>
              <a:custGeom>
                <a:avLst/>
                <a:gdLst>
                  <a:gd name="T0" fmla="*/ 8 w 3"/>
                  <a:gd name="T1" fmla="*/ 0 h 4"/>
                  <a:gd name="T2" fmla="*/ 0 w 3"/>
                  <a:gd name="T3" fmla="*/ 16 h 4"/>
                  <a:gd name="T4" fmla="*/ 13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3" y="4"/>
                      <a:pt x="3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7" name="Freeform 4481">
                <a:extLst>
                  <a:ext uri="{FF2B5EF4-FFF2-40B4-BE49-F238E27FC236}">
                    <a16:creationId xmlns:a16="http://schemas.microsoft.com/office/drawing/2014/main" id="{38ACA230-924B-428F-87DD-720B3EDAA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905"/>
                <a:ext cx="11" cy="7"/>
              </a:xfrm>
              <a:custGeom>
                <a:avLst/>
                <a:gdLst>
                  <a:gd name="T0" fmla="*/ 22 w 7"/>
                  <a:gd name="T1" fmla="*/ 0 h 4"/>
                  <a:gd name="T2" fmla="*/ 0 w 7"/>
                  <a:gd name="T3" fmla="*/ 12 h 4"/>
                  <a:gd name="T4" fmla="*/ 27 w 7"/>
                  <a:gd name="T5" fmla="*/ 12 h 4"/>
                  <a:gd name="T6" fmla="*/ 22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2" y="4"/>
                      <a:pt x="5" y="4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8" name="Freeform 4482">
                <a:extLst>
                  <a:ext uri="{FF2B5EF4-FFF2-40B4-BE49-F238E27FC236}">
                    <a16:creationId xmlns:a16="http://schemas.microsoft.com/office/drawing/2014/main" id="{C4A0D33B-D6B5-429C-92BB-DF828D40A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1910"/>
                <a:ext cx="22" cy="17"/>
              </a:xfrm>
              <a:custGeom>
                <a:avLst/>
                <a:gdLst>
                  <a:gd name="T0" fmla="*/ 14 w 14"/>
                  <a:gd name="T1" fmla="*/ 0 h 10"/>
                  <a:gd name="T2" fmla="*/ 20 w 1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4" y="0"/>
                    </a:moveTo>
                    <a:cubicBezTo>
                      <a:pt x="0" y="10"/>
                      <a:pt x="14" y="3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9" name="Freeform 4483">
                <a:extLst>
                  <a:ext uri="{FF2B5EF4-FFF2-40B4-BE49-F238E27FC236}">
                    <a16:creationId xmlns:a16="http://schemas.microsoft.com/office/drawing/2014/main" id="{028F8DA7-EF68-4832-BE18-5D30B5D54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854"/>
                <a:ext cx="18" cy="15"/>
              </a:xfrm>
              <a:custGeom>
                <a:avLst/>
                <a:gdLst>
                  <a:gd name="T0" fmla="*/ 27 w 12"/>
                  <a:gd name="T1" fmla="*/ 5 h 9"/>
                  <a:gd name="T2" fmla="*/ 21 w 12"/>
                  <a:gd name="T3" fmla="*/ 37 h 9"/>
                  <a:gd name="T4" fmla="*/ 27 w 12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8" y="1"/>
                    </a:moveTo>
                    <a:cubicBezTo>
                      <a:pt x="3" y="0"/>
                      <a:pt x="0" y="9"/>
                      <a:pt x="6" y="8"/>
                    </a:cubicBezTo>
                    <a:cubicBezTo>
                      <a:pt x="10" y="8"/>
                      <a:pt x="12" y="3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0" name="Freeform 4484">
                <a:extLst>
                  <a:ext uri="{FF2B5EF4-FFF2-40B4-BE49-F238E27FC236}">
                    <a16:creationId xmlns:a16="http://schemas.microsoft.com/office/drawing/2014/main" id="{FAC92ABE-5F2B-43D8-BED5-368A956A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859"/>
                <a:ext cx="5" cy="5"/>
              </a:xfrm>
              <a:custGeom>
                <a:avLst/>
                <a:gdLst>
                  <a:gd name="T0" fmla="*/ 0 w 3"/>
                  <a:gd name="T1" fmla="*/ 5 h 3"/>
                  <a:gd name="T2" fmla="*/ 5 w 3"/>
                  <a:gd name="T3" fmla="*/ 13 h 3"/>
                  <a:gd name="T4" fmla="*/ 13 w 3"/>
                  <a:gd name="T5" fmla="*/ 8 h 3"/>
                  <a:gd name="T6" fmla="*/ 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1" name="Freeform 4485">
                <a:extLst>
                  <a:ext uri="{FF2B5EF4-FFF2-40B4-BE49-F238E27FC236}">
                    <a16:creationId xmlns:a16="http://schemas.microsoft.com/office/drawing/2014/main" id="{A2246C82-DDED-4F7A-8413-F4F2856E9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673"/>
                <a:ext cx="32" cy="15"/>
              </a:xfrm>
              <a:custGeom>
                <a:avLst/>
                <a:gdLst>
                  <a:gd name="T0" fmla="*/ 49 w 21"/>
                  <a:gd name="T1" fmla="*/ 8 h 9"/>
                  <a:gd name="T2" fmla="*/ 27 w 21"/>
                  <a:gd name="T3" fmla="*/ 0 h 9"/>
                  <a:gd name="T4" fmla="*/ 41 w 21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14" y="2"/>
                    </a:moveTo>
                    <a:cubicBezTo>
                      <a:pt x="12" y="1"/>
                      <a:pt x="10" y="0"/>
                      <a:pt x="8" y="0"/>
                    </a:cubicBezTo>
                    <a:cubicBezTo>
                      <a:pt x="0" y="9"/>
                      <a:pt x="21" y="7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2" name="Freeform 4486">
                <a:extLst>
                  <a:ext uri="{FF2B5EF4-FFF2-40B4-BE49-F238E27FC236}">
                    <a16:creationId xmlns:a16="http://schemas.microsoft.com/office/drawing/2014/main" id="{1DF7E57F-D1DC-4552-8EDB-9BC00824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686"/>
                <a:ext cx="15" cy="12"/>
              </a:xfrm>
              <a:custGeom>
                <a:avLst/>
                <a:gdLst>
                  <a:gd name="T0" fmla="*/ 8 w 10"/>
                  <a:gd name="T1" fmla="*/ 0 h 7"/>
                  <a:gd name="T2" fmla="*/ 18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2" y="0"/>
                    </a:moveTo>
                    <a:cubicBezTo>
                      <a:pt x="0" y="7"/>
                      <a:pt x="10" y="6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3" name="Freeform 4487">
                <a:extLst>
                  <a:ext uri="{FF2B5EF4-FFF2-40B4-BE49-F238E27FC236}">
                    <a16:creationId xmlns:a16="http://schemas.microsoft.com/office/drawing/2014/main" id="{86CACC5D-3AEE-4C7D-AB11-6B210FC0D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642"/>
                <a:ext cx="11" cy="8"/>
              </a:xfrm>
              <a:custGeom>
                <a:avLst/>
                <a:gdLst>
                  <a:gd name="T0" fmla="*/ 20 w 7"/>
                  <a:gd name="T1" fmla="*/ 5 h 5"/>
                  <a:gd name="T2" fmla="*/ 0 w 7"/>
                  <a:gd name="T3" fmla="*/ 5 h 5"/>
                  <a:gd name="T4" fmla="*/ 27 w 7"/>
                  <a:gd name="T5" fmla="*/ 13 h 5"/>
                  <a:gd name="T6" fmla="*/ 20 w 7"/>
                  <a:gd name="T7" fmla="*/ 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5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5"/>
                      <a:pt x="4" y="5"/>
                      <a:pt x="7" y="3"/>
                    </a:cubicBezTo>
                    <a:cubicBezTo>
                      <a:pt x="7" y="2"/>
                      <a:pt x="6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4" name="Freeform 4488">
                <a:extLst>
                  <a:ext uri="{FF2B5EF4-FFF2-40B4-BE49-F238E27FC236}">
                    <a16:creationId xmlns:a16="http://schemas.microsoft.com/office/drawing/2014/main" id="{D29F730A-A968-4620-8048-ABA03A5A6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1788"/>
                <a:ext cx="12" cy="14"/>
              </a:xfrm>
              <a:custGeom>
                <a:avLst/>
                <a:gdLst>
                  <a:gd name="T0" fmla="*/ 14 w 8"/>
                  <a:gd name="T1" fmla="*/ 7 h 8"/>
                  <a:gd name="T2" fmla="*/ 0 w 8"/>
                  <a:gd name="T3" fmla="*/ 21 h 8"/>
                  <a:gd name="T4" fmla="*/ 27 w 8"/>
                  <a:gd name="T5" fmla="*/ 12 h 8"/>
                  <a:gd name="T6" fmla="*/ 14 w 8"/>
                  <a:gd name="T7" fmla="*/ 1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4" y="1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2" y="8"/>
                      <a:pt x="6" y="6"/>
                      <a:pt x="8" y="2"/>
                    </a:cubicBezTo>
                    <a:cubicBezTo>
                      <a:pt x="7" y="0"/>
                      <a:pt x="6" y="1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5" name="Freeform 4489">
                <a:extLst>
                  <a:ext uri="{FF2B5EF4-FFF2-40B4-BE49-F238E27FC236}">
                    <a16:creationId xmlns:a16="http://schemas.microsoft.com/office/drawing/2014/main" id="{F5F2DA39-61B2-46CA-8122-52521BDCC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739"/>
                <a:ext cx="8" cy="7"/>
              </a:xfrm>
              <a:custGeom>
                <a:avLst/>
                <a:gdLst>
                  <a:gd name="T0" fmla="*/ 0 w 5"/>
                  <a:gd name="T1" fmla="*/ 7 h 4"/>
                  <a:gd name="T2" fmla="*/ 5 w 5"/>
                  <a:gd name="T3" fmla="*/ 21 h 4"/>
                  <a:gd name="T4" fmla="*/ 21 w 5"/>
                  <a:gd name="T5" fmla="*/ 7 h 4"/>
                  <a:gd name="T6" fmla="*/ 8 w 5"/>
                  <a:gd name="T7" fmla="*/ 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" y="4"/>
                      <a:pt x="4" y="3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6" name="Freeform 4490">
                <a:extLst>
                  <a:ext uri="{FF2B5EF4-FFF2-40B4-BE49-F238E27FC236}">
                    <a16:creationId xmlns:a16="http://schemas.microsoft.com/office/drawing/2014/main" id="{8705D93C-9B12-40D2-B386-E5A7F70FC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869"/>
                <a:ext cx="11" cy="13"/>
              </a:xfrm>
              <a:custGeom>
                <a:avLst/>
                <a:gdLst>
                  <a:gd name="T0" fmla="*/ 5 w 7"/>
                  <a:gd name="T1" fmla="*/ 0 h 8"/>
                  <a:gd name="T2" fmla="*/ 8 w 7"/>
                  <a:gd name="T3" fmla="*/ 34 h 8"/>
                  <a:gd name="T4" fmla="*/ 13 w 7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7" y="6"/>
                      <a:pt x="7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7" name="Freeform 4491">
                <a:extLst>
                  <a:ext uri="{FF2B5EF4-FFF2-40B4-BE49-F238E27FC236}">
                    <a16:creationId xmlns:a16="http://schemas.microsoft.com/office/drawing/2014/main" id="{1DB2ABCA-0AFE-4D85-B9ED-26D1F6852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754"/>
                <a:ext cx="17" cy="26"/>
              </a:xfrm>
              <a:custGeom>
                <a:avLst/>
                <a:gdLst>
                  <a:gd name="T0" fmla="*/ 12 w 11"/>
                  <a:gd name="T1" fmla="*/ 39 h 16"/>
                  <a:gd name="T2" fmla="*/ 5 w 11"/>
                  <a:gd name="T3" fmla="*/ 54 h 16"/>
                  <a:gd name="T4" fmla="*/ 0 w 11"/>
                  <a:gd name="T5" fmla="*/ 3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3" y="9"/>
                    </a:moveTo>
                    <a:cubicBezTo>
                      <a:pt x="2" y="10"/>
                      <a:pt x="2" y="11"/>
                      <a:pt x="1" y="12"/>
                    </a:cubicBezTo>
                    <a:cubicBezTo>
                      <a:pt x="11" y="16"/>
                      <a:pt x="4" y="0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8" name="Freeform 4492">
                <a:extLst>
                  <a:ext uri="{FF2B5EF4-FFF2-40B4-BE49-F238E27FC236}">
                    <a16:creationId xmlns:a16="http://schemas.microsoft.com/office/drawing/2014/main" id="{356E2FE5-E850-414D-8E92-80835A7D8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1770"/>
                <a:ext cx="7" cy="9"/>
              </a:xfrm>
              <a:custGeom>
                <a:avLst/>
                <a:gdLst>
                  <a:gd name="T0" fmla="*/ 6 w 5"/>
                  <a:gd name="T1" fmla="*/ 0 h 5"/>
                  <a:gd name="T2" fmla="*/ 0 w 5"/>
                  <a:gd name="T3" fmla="*/ 23 h 5"/>
                  <a:gd name="T4" fmla="*/ 14 w 5"/>
                  <a:gd name="T5" fmla="*/ 16 h 5"/>
                  <a:gd name="T6" fmla="*/ 6 w 5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5"/>
                      <a:pt x="3" y="5"/>
                      <a:pt x="5" y="3"/>
                    </a:cubicBezTo>
                    <a:cubicBezTo>
                      <a:pt x="4" y="2"/>
                      <a:pt x="3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9" name="Freeform 4493">
                <a:extLst>
                  <a:ext uri="{FF2B5EF4-FFF2-40B4-BE49-F238E27FC236}">
                    <a16:creationId xmlns:a16="http://schemas.microsoft.com/office/drawing/2014/main" id="{867FE2A8-04E9-43E5-B8C5-4A293AFF6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655"/>
                <a:ext cx="17" cy="13"/>
              </a:xfrm>
              <a:custGeom>
                <a:avLst/>
                <a:gdLst>
                  <a:gd name="T0" fmla="*/ 26 w 11"/>
                  <a:gd name="T1" fmla="*/ 0 h 8"/>
                  <a:gd name="T2" fmla="*/ 40 w 11"/>
                  <a:gd name="T3" fmla="*/ 21 h 8"/>
                  <a:gd name="T4" fmla="*/ 19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cubicBezTo>
                      <a:pt x="0" y="2"/>
                      <a:pt x="6" y="8"/>
                      <a:pt x="11" y="5"/>
                    </a:cubicBezTo>
                    <a:cubicBezTo>
                      <a:pt x="10" y="2"/>
                      <a:pt x="8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0" name="Freeform 4494">
                <a:extLst>
                  <a:ext uri="{FF2B5EF4-FFF2-40B4-BE49-F238E27FC236}">
                    <a16:creationId xmlns:a16="http://schemas.microsoft.com/office/drawing/2014/main" id="{022285A6-7FD1-440A-91AF-AD53414C1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994"/>
                <a:ext cx="14" cy="14"/>
              </a:xfrm>
              <a:custGeom>
                <a:avLst/>
                <a:gdLst>
                  <a:gd name="T0" fmla="*/ 26 w 9"/>
                  <a:gd name="T1" fmla="*/ 7 h 8"/>
                  <a:gd name="T2" fmla="*/ 12 w 9"/>
                  <a:gd name="T3" fmla="*/ 21 h 8"/>
                  <a:gd name="T4" fmla="*/ 30 w 9"/>
                  <a:gd name="T5" fmla="*/ 7 h 8"/>
                  <a:gd name="T6" fmla="*/ 22 w 9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5" y="1"/>
                      <a:pt x="0" y="1"/>
                      <a:pt x="3" y="4"/>
                    </a:cubicBezTo>
                    <a:cubicBezTo>
                      <a:pt x="6" y="8"/>
                      <a:pt x="9" y="4"/>
                      <a:pt x="8" y="1"/>
                    </a:cubicBezTo>
                    <a:cubicBezTo>
                      <a:pt x="6" y="0"/>
                      <a:pt x="7" y="1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1" name="Freeform 4495">
                <a:extLst>
                  <a:ext uri="{FF2B5EF4-FFF2-40B4-BE49-F238E27FC236}">
                    <a16:creationId xmlns:a16="http://schemas.microsoft.com/office/drawing/2014/main" id="{A5D1C9E6-B7B7-4290-996F-B8DD28DA8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003"/>
                <a:ext cx="8" cy="6"/>
              </a:xfrm>
              <a:custGeom>
                <a:avLst/>
                <a:gdLst>
                  <a:gd name="T0" fmla="*/ 8 w 5"/>
                  <a:gd name="T1" fmla="*/ 0 h 4"/>
                  <a:gd name="T2" fmla="*/ 5 w 5"/>
                  <a:gd name="T3" fmla="*/ 14 h 4"/>
                  <a:gd name="T4" fmla="*/ 16 w 5"/>
                  <a:gd name="T5" fmla="*/ 12 h 4"/>
                  <a:gd name="T6" fmla="*/ 13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2"/>
                      <a:pt x="0" y="2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5" y="1"/>
                      <a:pt x="3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2" name="Freeform 4496">
                <a:extLst>
                  <a:ext uri="{FF2B5EF4-FFF2-40B4-BE49-F238E27FC236}">
                    <a16:creationId xmlns:a16="http://schemas.microsoft.com/office/drawing/2014/main" id="{C815D62C-D004-4CCD-8176-0DB8CD632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027"/>
                <a:ext cx="8" cy="10"/>
              </a:xfrm>
              <a:custGeom>
                <a:avLst/>
                <a:gdLst>
                  <a:gd name="T0" fmla="*/ 5 w 5"/>
                  <a:gd name="T1" fmla="*/ 13 h 6"/>
                  <a:gd name="T2" fmla="*/ 0 w 5"/>
                  <a:gd name="T3" fmla="*/ 28 h 6"/>
                  <a:gd name="T4" fmla="*/ 21 w 5"/>
                  <a:gd name="T5" fmla="*/ 8 h 6"/>
                  <a:gd name="T6" fmla="*/ 0 w 5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3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3" y="6"/>
                      <a:pt x="5" y="4"/>
                      <a:pt x="5" y="2"/>
                    </a:cubicBezTo>
                    <a:cubicBezTo>
                      <a:pt x="2" y="0"/>
                      <a:pt x="2" y="1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3" name="Freeform 4497">
                <a:extLst>
                  <a:ext uri="{FF2B5EF4-FFF2-40B4-BE49-F238E27FC236}">
                    <a16:creationId xmlns:a16="http://schemas.microsoft.com/office/drawing/2014/main" id="{70D49CC4-F3BA-4BD0-AE9D-D7985A756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956"/>
                <a:ext cx="16" cy="12"/>
              </a:xfrm>
              <a:custGeom>
                <a:avLst/>
                <a:gdLst>
                  <a:gd name="T0" fmla="*/ 26 w 10"/>
                  <a:gd name="T1" fmla="*/ 0 h 7"/>
                  <a:gd name="T2" fmla="*/ 26 w 10"/>
                  <a:gd name="T3" fmla="*/ 29 h 7"/>
                  <a:gd name="T4" fmla="*/ 29 w 10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cubicBezTo>
                      <a:pt x="0" y="0"/>
                      <a:pt x="1" y="6"/>
                      <a:pt x="6" y="6"/>
                    </a:cubicBezTo>
                    <a:cubicBezTo>
                      <a:pt x="10" y="7"/>
                      <a:pt x="9" y="3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4" name="Freeform 4498">
                <a:extLst>
                  <a:ext uri="{FF2B5EF4-FFF2-40B4-BE49-F238E27FC236}">
                    <a16:creationId xmlns:a16="http://schemas.microsoft.com/office/drawing/2014/main" id="{B6798EA8-1B48-455B-AA67-158FF802A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311"/>
                <a:ext cx="20" cy="16"/>
              </a:xfrm>
              <a:custGeom>
                <a:avLst/>
                <a:gdLst>
                  <a:gd name="T0" fmla="*/ 14 w 13"/>
                  <a:gd name="T1" fmla="*/ 0 h 10"/>
                  <a:gd name="T2" fmla="*/ 14 w 13"/>
                  <a:gd name="T3" fmla="*/ 34 h 10"/>
                  <a:gd name="T4" fmla="*/ 26 w 13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cubicBezTo>
                      <a:pt x="1" y="2"/>
                      <a:pt x="0" y="7"/>
                      <a:pt x="4" y="8"/>
                    </a:cubicBezTo>
                    <a:cubicBezTo>
                      <a:pt x="9" y="10"/>
                      <a:pt x="13" y="4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5" name="Freeform 4499">
                <a:extLst>
                  <a:ext uri="{FF2B5EF4-FFF2-40B4-BE49-F238E27FC236}">
                    <a16:creationId xmlns:a16="http://schemas.microsoft.com/office/drawing/2014/main" id="{2994F966-482B-4112-B846-A1231AD00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4" y="2250"/>
                <a:ext cx="13" cy="11"/>
              </a:xfrm>
              <a:custGeom>
                <a:avLst/>
                <a:gdLst>
                  <a:gd name="T0" fmla="*/ 26 w 8"/>
                  <a:gd name="T1" fmla="*/ 0 h 7"/>
                  <a:gd name="T2" fmla="*/ 29 w 8"/>
                  <a:gd name="T3" fmla="*/ 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0" y="4"/>
                      <a:pt x="8" y="7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6" name="Freeform 4500">
                <a:extLst>
                  <a:ext uri="{FF2B5EF4-FFF2-40B4-BE49-F238E27FC236}">
                    <a16:creationId xmlns:a16="http://schemas.microsoft.com/office/drawing/2014/main" id="{49494069-EA84-4114-AF32-B2605D330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2314"/>
                <a:ext cx="39" cy="15"/>
              </a:xfrm>
              <a:custGeom>
                <a:avLst/>
                <a:gdLst>
                  <a:gd name="T0" fmla="*/ 48 w 25"/>
                  <a:gd name="T1" fmla="*/ 0 h 9"/>
                  <a:gd name="T2" fmla="*/ 56 w 25"/>
                  <a:gd name="T3" fmla="*/ 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9">
                    <a:moveTo>
                      <a:pt x="13" y="0"/>
                    </a:moveTo>
                    <a:cubicBezTo>
                      <a:pt x="0" y="6"/>
                      <a:pt x="25" y="9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7" name="Freeform 4501">
                <a:extLst>
                  <a:ext uri="{FF2B5EF4-FFF2-40B4-BE49-F238E27FC236}">
                    <a16:creationId xmlns:a16="http://schemas.microsoft.com/office/drawing/2014/main" id="{8A216206-B88E-40F5-8761-AD634CE57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2368"/>
                <a:ext cx="19" cy="15"/>
              </a:xfrm>
              <a:custGeom>
                <a:avLst/>
                <a:gdLst>
                  <a:gd name="T0" fmla="*/ 27 w 12"/>
                  <a:gd name="T1" fmla="*/ 0 h 9"/>
                  <a:gd name="T2" fmla="*/ 40 w 12"/>
                  <a:gd name="T3" fmla="*/ 1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7" y="0"/>
                    </a:moveTo>
                    <a:cubicBezTo>
                      <a:pt x="0" y="6"/>
                      <a:pt x="12" y="9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8" name="Freeform 4502">
                <a:extLst>
                  <a:ext uri="{FF2B5EF4-FFF2-40B4-BE49-F238E27FC236}">
                    <a16:creationId xmlns:a16="http://schemas.microsoft.com/office/drawing/2014/main" id="{38068C96-0F92-4526-B662-2ACBD6882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9" y="2378"/>
                <a:ext cx="8" cy="7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12 h 4"/>
                  <a:gd name="T4" fmla="*/ 16 w 5"/>
                  <a:gd name="T5" fmla="*/ 16 h 4"/>
                  <a:gd name="T6" fmla="*/ 13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2" y="4"/>
                      <a:pt x="2" y="4"/>
                      <a:pt x="4" y="3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9" name="Freeform 4503">
                <a:extLst>
                  <a:ext uri="{FF2B5EF4-FFF2-40B4-BE49-F238E27FC236}">
                    <a16:creationId xmlns:a16="http://schemas.microsoft.com/office/drawing/2014/main" id="{580E9F1A-8EE6-47F6-ADE7-C8B3F5FC5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2456"/>
                <a:ext cx="11" cy="10"/>
              </a:xfrm>
              <a:custGeom>
                <a:avLst/>
                <a:gdLst>
                  <a:gd name="T0" fmla="*/ 14 w 7"/>
                  <a:gd name="T1" fmla="*/ 5 h 6"/>
                  <a:gd name="T2" fmla="*/ 0 w 7"/>
                  <a:gd name="T3" fmla="*/ 22 h 6"/>
                  <a:gd name="T4" fmla="*/ 27 w 7"/>
                  <a:gd name="T5" fmla="*/ 8 h 6"/>
                  <a:gd name="T6" fmla="*/ 14 w 7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3" y="6"/>
                      <a:pt x="7" y="5"/>
                      <a:pt x="7" y="2"/>
                    </a:cubicBezTo>
                    <a:cubicBezTo>
                      <a:pt x="6" y="0"/>
                      <a:pt x="5" y="1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0" name="Freeform 4504">
                <a:extLst>
                  <a:ext uri="{FF2B5EF4-FFF2-40B4-BE49-F238E27FC236}">
                    <a16:creationId xmlns:a16="http://schemas.microsoft.com/office/drawing/2014/main" id="{42A382DE-3654-4669-8B78-C18267C21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2467"/>
                <a:ext cx="11" cy="10"/>
              </a:xfrm>
              <a:custGeom>
                <a:avLst/>
                <a:gdLst>
                  <a:gd name="T0" fmla="*/ 20 w 7"/>
                  <a:gd name="T1" fmla="*/ 5 h 6"/>
                  <a:gd name="T2" fmla="*/ 0 w 7"/>
                  <a:gd name="T3" fmla="*/ 13 h 6"/>
                  <a:gd name="T4" fmla="*/ 27 w 7"/>
                  <a:gd name="T5" fmla="*/ 20 h 6"/>
                  <a:gd name="T6" fmla="*/ 20 w 7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1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1" y="6"/>
                      <a:pt x="5" y="6"/>
                      <a:pt x="7" y="4"/>
                    </a:cubicBezTo>
                    <a:cubicBezTo>
                      <a:pt x="7" y="2"/>
                      <a:pt x="6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1" name="Freeform 4505">
                <a:extLst>
                  <a:ext uri="{FF2B5EF4-FFF2-40B4-BE49-F238E27FC236}">
                    <a16:creationId xmlns:a16="http://schemas.microsoft.com/office/drawing/2014/main" id="{17E964DC-926D-418C-8CA9-7AD7C80F1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469"/>
                <a:ext cx="5" cy="5"/>
              </a:xfrm>
              <a:custGeom>
                <a:avLst/>
                <a:gdLst>
                  <a:gd name="T0" fmla="*/ 5 w 3"/>
                  <a:gd name="T1" fmla="*/ 0 h 3"/>
                  <a:gd name="T2" fmla="*/ 0 w 3"/>
                  <a:gd name="T3" fmla="*/ 13 h 3"/>
                  <a:gd name="T4" fmla="*/ 13 w 3"/>
                  <a:gd name="T5" fmla="*/ 8 h 3"/>
                  <a:gd name="T6" fmla="*/ 0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2" y="3"/>
                      <a:pt x="1" y="3"/>
                      <a:pt x="3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2" name="Freeform 4506">
                <a:extLst>
                  <a:ext uri="{FF2B5EF4-FFF2-40B4-BE49-F238E27FC236}">
                    <a16:creationId xmlns:a16="http://schemas.microsoft.com/office/drawing/2014/main" id="{BB756DBF-FF11-4159-A969-4532670B8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2373"/>
                <a:ext cx="17" cy="12"/>
              </a:xfrm>
              <a:custGeom>
                <a:avLst/>
                <a:gdLst>
                  <a:gd name="T0" fmla="*/ 36 w 11"/>
                  <a:gd name="T1" fmla="*/ 0 h 7"/>
                  <a:gd name="T2" fmla="*/ 40 w 11"/>
                  <a:gd name="T3" fmla="*/ 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0" y="0"/>
                    </a:moveTo>
                    <a:cubicBezTo>
                      <a:pt x="0" y="1"/>
                      <a:pt x="11" y="7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3" name="Freeform 4507">
                <a:extLst>
                  <a:ext uri="{FF2B5EF4-FFF2-40B4-BE49-F238E27FC236}">
                    <a16:creationId xmlns:a16="http://schemas.microsoft.com/office/drawing/2014/main" id="{5CB04DB9-F80B-423A-BFCD-87168A4CA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2301"/>
                <a:ext cx="24" cy="18"/>
              </a:xfrm>
              <a:custGeom>
                <a:avLst/>
                <a:gdLst>
                  <a:gd name="T0" fmla="*/ 32 w 16"/>
                  <a:gd name="T1" fmla="*/ 5 h 11"/>
                  <a:gd name="T2" fmla="*/ 18 w 16"/>
                  <a:gd name="T3" fmla="*/ 5 h 11"/>
                  <a:gd name="T4" fmla="*/ 35 w 16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9" y="1"/>
                    </a:moveTo>
                    <a:cubicBezTo>
                      <a:pt x="8" y="0"/>
                      <a:pt x="6" y="0"/>
                      <a:pt x="5" y="1"/>
                    </a:cubicBezTo>
                    <a:cubicBezTo>
                      <a:pt x="0" y="11"/>
                      <a:pt x="16" y="8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4" name="Freeform 4508">
                <a:extLst>
                  <a:ext uri="{FF2B5EF4-FFF2-40B4-BE49-F238E27FC236}">
                    <a16:creationId xmlns:a16="http://schemas.microsoft.com/office/drawing/2014/main" id="{02076D83-5907-4255-B363-141458E86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159"/>
                <a:ext cx="7" cy="8"/>
              </a:xfrm>
              <a:custGeom>
                <a:avLst/>
                <a:gdLst>
                  <a:gd name="T0" fmla="*/ 8 w 5"/>
                  <a:gd name="T1" fmla="*/ 0 h 5"/>
                  <a:gd name="T2" fmla="*/ 6 w 5"/>
                  <a:gd name="T3" fmla="*/ 16 h 5"/>
                  <a:gd name="T4" fmla="*/ 11 w 5"/>
                  <a:gd name="T5" fmla="*/ 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0"/>
                      <a:pt x="0" y="3"/>
                      <a:pt x="2" y="4"/>
                    </a:cubicBezTo>
                    <a:cubicBezTo>
                      <a:pt x="5" y="5"/>
                      <a:pt x="5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5" name="Freeform 4509">
                <a:extLst>
                  <a:ext uri="{FF2B5EF4-FFF2-40B4-BE49-F238E27FC236}">
                    <a16:creationId xmlns:a16="http://schemas.microsoft.com/office/drawing/2014/main" id="{D55FE781-D8D1-4D00-ACB9-43CAEF268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113"/>
                <a:ext cx="12" cy="8"/>
              </a:xfrm>
              <a:custGeom>
                <a:avLst/>
                <a:gdLst>
                  <a:gd name="T0" fmla="*/ 5 w 8"/>
                  <a:gd name="T1" fmla="*/ 5 h 5"/>
                  <a:gd name="T2" fmla="*/ 27 w 8"/>
                  <a:gd name="T3" fmla="*/ 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1" y="1"/>
                    </a:moveTo>
                    <a:cubicBezTo>
                      <a:pt x="2" y="5"/>
                      <a:pt x="8" y="3"/>
                      <a:pt x="8" y="0"/>
                    </a:cubicBezTo>
                    <a:cubicBezTo>
                      <a:pt x="6" y="2"/>
                      <a:pt x="2" y="1"/>
                      <a:pt x="0" y="0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6" name="Freeform 4510">
                <a:extLst>
                  <a:ext uri="{FF2B5EF4-FFF2-40B4-BE49-F238E27FC236}">
                    <a16:creationId xmlns:a16="http://schemas.microsoft.com/office/drawing/2014/main" id="{5A119F65-7653-40B6-B82D-084584287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2187"/>
                <a:ext cx="18" cy="15"/>
              </a:xfrm>
              <a:custGeom>
                <a:avLst/>
                <a:gdLst>
                  <a:gd name="T0" fmla="*/ 0 w 12"/>
                  <a:gd name="T1" fmla="*/ 8 h 9"/>
                  <a:gd name="T2" fmla="*/ 41 w 12"/>
                  <a:gd name="T3" fmla="*/ 0 h 9"/>
                  <a:gd name="T4" fmla="*/ 0 w 12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2"/>
                    </a:moveTo>
                    <a:cubicBezTo>
                      <a:pt x="1" y="9"/>
                      <a:pt x="11" y="4"/>
                      <a:pt x="12" y="0"/>
                    </a:cubicBezTo>
                    <a:cubicBezTo>
                      <a:pt x="8" y="2"/>
                      <a:pt x="4" y="2"/>
                      <a:pt x="0" y="2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7" name="Freeform 4511">
                <a:extLst>
                  <a:ext uri="{FF2B5EF4-FFF2-40B4-BE49-F238E27FC236}">
                    <a16:creationId xmlns:a16="http://schemas.microsoft.com/office/drawing/2014/main" id="{512A8674-0D87-40B5-9BA9-00201F5DE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202"/>
                <a:ext cx="28" cy="16"/>
              </a:xfrm>
              <a:custGeom>
                <a:avLst/>
                <a:gdLst>
                  <a:gd name="T0" fmla="*/ 0 w 18"/>
                  <a:gd name="T1" fmla="*/ 13 h 10"/>
                  <a:gd name="T2" fmla="*/ 19 w 18"/>
                  <a:gd name="T3" fmla="*/ 0 h 10"/>
                  <a:gd name="T4" fmla="*/ 12 w 18"/>
                  <a:gd name="T5" fmla="*/ 1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0" y="3"/>
                    </a:moveTo>
                    <a:cubicBezTo>
                      <a:pt x="4" y="10"/>
                      <a:pt x="18" y="0"/>
                      <a:pt x="5" y="0"/>
                    </a:cubicBezTo>
                    <a:cubicBezTo>
                      <a:pt x="5" y="1"/>
                      <a:pt x="4" y="3"/>
                      <a:pt x="3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8" name="Freeform 4512">
                <a:extLst>
                  <a:ext uri="{FF2B5EF4-FFF2-40B4-BE49-F238E27FC236}">
                    <a16:creationId xmlns:a16="http://schemas.microsoft.com/office/drawing/2014/main" id="{74A84027-9EA0-4406-B79D-6C20C0681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2" y="2260"/>
                <a:ext cx="9" cy="8"/>
              </a:xfrm>
              <a:custGeom>
                <a:avLst/>
                <a:gdLst>
                  <a:gd name="T0" fmla="*/ 0 w 6"/>
                  <a:gd name="T1" fmla="*/ 13 h 5"/>
                  <a:gd name="T2" fmla="*/ 21 w 6"/>
                  <a:gd name="T3" fmla="*/ 5 h 5"/>
                  <a:gd name="T4" fmla="*/ 0 w 6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2" y="5"/>
                      <a:pt x="6" y="4"/>
                      <a:pt x="6" y="1"/>
                    </a:cubicBezTo>
                    <a:cubicBezTo>
                      <a:pt x="3" y="0"/>
                      <a:pt x="1" y="1"/>
                      <a:pt x="0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9" name="Freeform 4513">
                <a:extLst>
                  <a:ext uri="{FF2B5EF4-FFF2-40B4-BE49-F238E27FC236}">
                    <a16:creationId xmlns:a16="http://schemas.microsoft.com/office/drawing/2014/main" id="{DC161B11-91B6-4BB2-AE6C-75618B904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319"/>
                <a:ext cx="12" cy="16"/>
              </a:xfrm>
              <a:custGeom>
                <a:avLst/>
                <a:gdLst>
                  <a:gd name="T0" fmla="*/ 21 w 8"/>
                  <a:gd name="T1" fmla="*/ 0 h 10"/>
                  <a:gd name="T2" fmla="*/ 0 w 8"/>
                  <a:gd name="T3" fmla="*/ 35 h 10"/>
                  <a:gd name="T4" fmla="*/ 21 w 8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6" y="0"/>
                    </a:moveTo>
                    <a:cubicBezTo>
                      <a:pt x="8" y="5"/>
                      <a:pt x="6" y="10"/>
                      <a:pt x="0" y="9"/>
                    </a:cubicBezTo>
                    <a:cubicBezTo>
                      <a:pt x="2" y="7"/>
                      <a:pt x="7" y="5"/>
                      <a:pt x="6" y="2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Freeform 4514">
                <a:extLst>
                  <a:ext uri="{FF2B5EF4-FFF2-40B4-BE49-F238E27FC236}">
                    <a16:creationId xmlns:a16="http://schemas.microsoft.com/office/drawing/2014/main" id="{82FBA632-0ACF-46E1-B3F2-A140D0C66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2316"/>
                <a:ext cx="9" cy="13"/>
              </a:xfrm>
              <a:custGeom>
                <a:avLst/>
                <a:gdLst>
                  <a:gd name="T0" fmla="*/ 21 w 6"/>
                  <a:gd name="T1" fmla="*/ 0 h 8"/>
                  <a:gd name="T2" fmla="*/ 8 w 6"/>
                  <a:gd name="T3" fmla="*/ 34 h 8"/>
                  <a:gd name="T4" fmla="*/ 21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3"/>
                      <a:pt x="5" y="7"/>
                      <a:pt x="2" y="8"/>
                    </a:cubicBezTo>
                    <a:cubicBezTo>
                      <a:pt x="0" y="5"/>
                      <a:pt x="3" y="2"/>
                      <a:pt x="6" y="2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1" name="Freeform 4515">
                <a:extLst>
                  <a:ext uri="{FF2B5EF4-FFF2-40B4-BE49-F238E27FC236}">
                    <a16:creationId xmlns:a16="http://schemas.microsoft.com/office/drawing/2014/main" id="{279F2C2B-58F9-45A0-B986-FB367F776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380"/>
                <a:ext cx="9" cy="10"/>
              </a:xfrm>
              <a:custGeom>
                <a:avLst/>
                <a:gdLst>
                  <a:gd name="T0" fmla="*/ 18 w 6"/>
                  <a:gd name="T1" fmla="*/ 0 h 6"/>
                  <a:gd name="T2" fmla="*/ 0 w 6"/>
                  <a:gd name="T3" fmla="*/ 20 h 6"/>
                  <a:gd name="T4" fmla="*/ 21 w 6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6" y="3"/>
                      <a:pt x="2" y="6"/>
                      <a:pt x="0" y="4"/>
                    </a:cubicBezTo>
                    <a:cubicBezTo>
                      <a:pt x="1" y="2"/>
                      <a:pt x="3" y="1"/>
                      <a:pt x="6" y="1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2" name="Freeform 4516">
                <a:extLst>
                  <a:ext uri="{FF2B5EF4-FFF2-40B4-BE49-F238E27FC236}">
                    <a16:creationId xmlns:a16="http://schemas.microsoft.com/office/drawing/2014/main" id="{7551671C-2EFD-4BC3-B468-698FC31B5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2387"/>
                <a:ext cx="19" cy="8"/>
              </a:xfrm>
              <a:custGeom>
                <a:avLst/>
                <a:gdLst>
                  <a:gd name="T0" fmla="*/ 8 w 12"/>
                  <a:gd name="T1" fmla="*/ 0 h 5"/>
                  <a:gd name="T2" fmla="*/ 27 w 12"/>
                  <a:gd name="T3" fmla="*/ 21 h 5"/>
                  <a:gd name="T4" fmla="*/ 43 w 12"/>
                  <a:gd name="T5" fmla="*/ 0 h 5"/>
                  <a:gd name="T6" fmla="*/ 35 w 12"/>
                  <a:gd name="T7" fmla="*/ 8 h 5"/>
                  <a:gd name="T8" fmla="*/ 0 w 1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">
                    <a:moveTo>
                      <a:pt x="2" y="0"/>
                    </a:moveTo>
                    <a:cubicBezTo>
                      <a:pt x="4" y="2"/>
                      <a:pt x="5" y="4"/>
                      <a:pt x="7" y="5"/>
                    </a:cubicBezTo>
                    <a:cubicBezTo>
                      <a:pt x="9" y="5"/>
                      <a:pt x="12" y="2"/>
                      <a:pt x="11" y="0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6" y="2"/>
                      <a:pt x="3" y="2"/>
                      <a:pt x="0" y="0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3" name="Freeform 4517">
                <a:extLst>
                  <a:ext uri="{FF2B5EF4-FFF2-40B4-BE49-F238E27FC236}">
                    <a16:creationId xmlns:a16="http://schemas.microsoft.com/office/drawing/2014/main" id="{A4EAF542-D76E-483B-B595-87A24E05B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3" y="2329"/>
                <a:ext cx="12" cy="8"/>
              </a:xfrm>
              <a:custGeom>
                <a:avLst/>
                <a:gdLst>
                  <a:gd name="T0" fmla="*/ 0 w 8"/>
                  <a:gd name="T1" fmla="*/ 16 h 5"/>
                  <a:gd name="T2" fmla="*/ 27 w 8"/>
                  <a:gd name="T3" fmla="*/ 8 h 5"/>
                  <a:gd name="T4" fmla="*/ 12 w 8"/>
                  <a:gd name="T5" fmla="*/ 5 h 5"/>
                  <a:gd name="T6" fmla="*/ 0 w 8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0" y="4"/>
                    </a:moveTo>
                    <a:cubicBezTo>
                      <a:pt x="1" y="5"/>
                      <a:pt x="8" y="5"/>
                      <a:pt x="8" y="2"/>
                    </a:cubicBezTo>
                    <a:cubicBezTo>
                      <a:pt x="8" y="0"/>
                      <a:pt x="4" y="0"/>
                      <a:pt x="3" y="1"/>
                    </a:cubicBezTo>
                    <a:cubicBezTo>
                      <a:pt x="4" y="3"/>
                      <a:pt x="2" y="4"/>
                      <a:pt x="0" y="4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Freeform 4518">
                <a:extLst>
                  <a:ext uri="{FF2B5EF4-FFF2-40B4-BE49-F238E27FC236}">
                    <a16:creationId xmlns:a16="http://schemas.microsoft.com/office/drawing/2014/main" id="{DE07D728-C4CA-4EF6-98FB-CE8252C70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5" y="2406"/>
                <a:ext cx="14" cy="12"/>
              </a:xfrm>
              <a:custGeom>
                <a:avLst/>
                <a:gdLst>
                  <a:gd name="T0" fmla="*/ 0 w 9"/>
                  <a:gd name="T1" fmla="*/ 26 h 7"/>
                  <a:gd name="T2" fmla="*/ 19 w 9"/>
                  <a:gd name="T3" fmla="*/ 0 h 7"/>
                  <a:gd name="T4" fmla="*/ 5 w 9"/>
                  <a:gd name="T5" fmla="*/ 2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3" y="7"/>
                      <a:pt x="9" y="5"/>
                      <a:pt x="5" y="0"/>
                    </a:cubicBezTo>
                    <a:cubicBezTo>
                      <a:pt x="2" y="1"/>
                      <a:pt x="4" y="5"/>
                      <a:pt x="1" y="5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5" name="Freeform 4519">
                <a:extLst>
                  <a:ext uri="{FF2B5EF4-FFF2-40B4-BE49-F238E27FC236}">
                    <a16:creationId xmlns:a16="http://schemas.microsoft.com/office/drawing/2014/main" id="{039E0C1F-4A78-498F-89AE-74C1A9E86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4" y="2467"/>
                <a:ext cx="14" cy="12"/>
              </a:xfrm>
              <a:custGeom>
                <a:avLst/>
                <a:gdLst>
                  <a:gd name="T0" fmla="*/ 0 w 9"/>
                  <a:gd name="T1" fmla="*/ 15 h 7"/>
                  <a:gd name="T2" fmla="*/ 26 w 9"/>
                  <a:gd name="T3" fmla="*/ 26 h 7"/>
                  <a:gd name="T4" fmla="*/ 19 w 9"/>
                  <a:gd name="T5" fmla="*/ 0 h 7"/>
                  <a:gd name="T6" fmla="*/ 5 w 9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3"/>
                    </a:moveTo>
                    <a:cubicBezTo>
                      <a:pt x="2" y="4"/>
                      <a:pt x="5" y="7"/>
                      <a:pt x="7" y="5"/>
                    </a:cubicBezTo>
                    <a:cubicBezTo>
                      <a:pt x="9" y="4"/>
                      <a:pt x="7" y="0"/>
                      <a:pt x="5" y="0"/>
                    </a:cubicBezTo>
                    <a:cubicBezTo>
                      <a:pt x="6" y="3"/>
                      <a:pt x="4" y="4"/>
                      <a:pt x="1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6" name="Freeform 4520">
                <a:extLst>
                  <a:ext uri="{FF2B5EF4-FFF2-40B4-BE49-F238E27FC236}">
                    <a16:creationId xmlns:a16="http://schemas.microsoft.com/office/drawing/2014/main" id="{DAFDAEB0-5C79-47EF-99CC-D427BD25E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480"/>
                <a:ext cx="17" cy="17"/>
              </a:xfrm>
              <a:custGeom>
                <a:avLst/>
                <a:gdLst>
                  <a:gd name="T0" fmla="*/ 0 w 11"/>
                  <a:gd name="T1" fmla="*/ 15 h 10"/>
                  <a:gd name="T2" fmla="*/ 19 w 11"/>
                  <a:gd name="T3" fmla="*/ 0 h 10"/>
                  <a:gd name="T4" fmla="*/ 0 w 11"/>
                  <a:gd name="T5" fmla="*/ 1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3"/>
                    </a:moveTo>
                    <a:cubicBezTo>
                      <a:pt x="3" y="10"/>
                      <a:pt x="11" y="0"/>
                      <a:pt x="5" y="0"/>
                    </a:cubicBezTo>
                    <a:cubicBezTo>
                      <a:pt x="4" y="2"/>
                      <a:pt x="3" y="4"/>
                      <a:pt x="0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7" name="Freeform 4521">
                <a:extLst>
                  <a:ext uri="{FF2B5EF4-FFF2-40B4-BE49-F238E27FC236}">
                    <a16:creationId xmlns:a16="http://schemas.microsoft.com/office/drawing/2014/main" id="{3E09E700-5809-46C8-8614-D3A1F2AC1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083"/>
                <a:ext cx="8" cy="9"/>
              </a:xfrm>
              <a:custGeom>
                <a:avLst/>
                <a:gdLst>
                  <a:gd name="T0" fmla="*/ 5 w 5"/>
                  <a:gd name="T1" fmla="*/ 13 h 5"/>
                  <a:gd name="T2" fmla="*/ 0 w 5"/>
                  <a:gd name="T3" fmla="*/ 29 h 5"/>
                  <a:gd name="T4" fmla="*/ 21 w 5"/>
                  <a:gd name="T5" fmla="*/ 0 h 5"/>
                  <a:gd name="T6" fmla="*/ 8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3" y="5"/>
                      <a:pt x="5" y="3"/>
                      <a:pt x="5" y="0"/>
                    </a:cubicBezTo>
                    <a:cubicBezTo>
                      <a:pt x="3" y="1"/>
                      <a:pt x="2" y="2"/>
                      <a:pt x="2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Freeform 4522">
                <a:extLst>
                  <a:ext uri="{FF2B5EF4-FFF2-40B4-BE49-F238E27FC236}">
                    <a16:creationId xmlns:a16="http://schemas.microsoft.com/office/drawing/2014/main" id="{24A5D09C-4DFF-4295-9351-D29B69F9F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021"/>
                <a:ext cx="15" cy="13"/>
              </a:xfrm>
              <a:custGeom>
                <a:avLst/>
                <a:gdLst>
                  <a:gd name="T0" fmla="*/ 5 w 10"/>
                  <a:gd name="T1" fmla="*/ 21 h 8"/>
                  <a:gd name="T2" fmla="*/ 18 w 10"/>
                  <a:gd name="T3" fmla="*/ 34 h 8"/>
                  <a:gd name="T4" fmla="*/ 35 w 10"/>
                  <a:gd name="T5" fmla="*/ 0 h 8"/>
                  <a:gd name="T6" fmla="*/ 5 w 10"/>
                  <a:gd name="T7" fmla="*/ 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" y="5"/>
                    </a:moveTo>
                    <a:cubicBezTo>
                      <a:pt x="0" y="8"/>
                      <a:pt x="3" y="8"/>
                      <a:pt x="5" y="8"/>
                    </a:cubicBezTo>
                    <a:cubicBezTo>
                      <a:pt x="8" y="7"/>
                      <a:pt x="10" y="4"/>
                      <a:pt x="10" y="0"/>
                    </a:cubicBezTo>
                    <a:cubicBezTo>
                      <a:pt x="7" y="3"/>
                      <a:pt x="5" y="6"/>
                      <a:pt x="1" y="7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9" name="Freeform 4523">
                <a:extLst>
                  <a:ext uri="{FF2B5EF4-FFF2-40B4-BE49-F238E27FC236}">
                    <a16:creationId xmlns:a16="http://schemas.microsoft.com/office/drawing/2014/main" id="{B451760C-E772-458C-964D-85452FDC9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950"/>
                <a:ext cx="11" cy="10"/>
              </a:xfrm>
              <a:custGeom>
                <a:avLst/>
                <a:gdLst>
                  <a:gd name="T0" fmla="*/ 0 w 7"/>
                  <a:gd name="T1" fmla="*/ 8 h 6"/>
                  <a:gd name="T2" fmla="*/ 22 w 7"/>
                  <a:gd name="T3" fmla="*/ 13 h 6"/>
                  <a:gd name="T4" fmla="*/ 8 w 7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0" y="5"/>
                      <a:pt x="5" y="6"/>
                      <a:pt x="6" y="3"/>
                    </a:cubicBezTo>
                    <a:cubicBezTo>
                      <a:pt x="7" y="0"/>
                      <a:pt x="3" y="1"/>
                      <a:pt x="2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0" name="Freeform 4524">
                <a:extLst>
                  <a:ext uri="{FF2B5EF4-FFF2-40B4-BE49-F238E27FC236}">
                    <a16:creationId xmlns:a16="http://schemas.microsoft.com/office/drawing/2014/main" id="{111B6536-BC91-4CCF-B3E4-0C8904AEB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965"/>
                <a:ext cx="11" cy="10"/>
              </a:xfrm>
              <a:custGeom>
                <a:avLst/>
                <a:gdLst>
                  <a:gd name="T0" fmla="*/ 5 w 7"/>
                  <a:gd name="T1" fmla="*/ 20 h 6"/>
                  <a:gd name="T2" fmla="*/ 5 w 7"/>
                  <a:gd name="T3" fmla="*/ 28 h 6"/>
                  <a:gd name="T4" fmla="*/ 14 w 7"/>
                  <a:gd name="T5" fmla="*/ 0 h 6"/>
                  <a:gd name="T6" fmla="*/ 0 w 7"/>
                  <a:gd name="T7" fmla="*/ 2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1" y="5"/>
                      <a:pt x="1" y="5"/>
                      <a:pt x="1" y="6"/>
                    </a:cubicBezTo>
                    <a:cubicBezTo>
                      <a:pt x="4" y="6"/>
                      <a:pt x="7" y="2"/>
                      <a:pt x="4" y="0"/>
                    </a:cubicBezTo>
                    <a:cubicBezTo>
                      <a:pt x="3" y="2"/>
                      <a:pt x="2" y="4"/>
                      <a:pt x="0" y="5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1" name="Freeform 4525">
                <a:extLst>
                  <a:ext uri="{FF2B5EF4-FFF2-40B4-BE49-F238E27FC236}">
                    <a16:creationId xmlns:a16="http://schemas.microsoft.com/office/drawing/2014/main" id="{FB1FA817-FD1A-482E-A52B-68A0EBAE3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036"/>
                <a:ext cx="15" cy="11"/>
              </a:xfrm>
              <a:custGeom>
                <a:avLst/>
                <a:gdLst>
                  <a:gd name="T0" fmla="*/ 5 w 10"/>
                  <a:gd name="T1" fmla="*/ 22 h 7"/>
                  <a:gd name="T2" fmla="*/ 35 w 10"/>
                  <a:gd name="T3" fmla="*/ 8 h 7"/>
                  <a:gd name="T4" fmla="*/ 0 w 10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" y="6"/>
                    </a:moveTo>
                    <a:cubicBezTo>
                      <a:pt x="4" y="7"/>
                      <a:pt x="9" y="5"/>
                      <a:pt x="10" y="2"/>
                    </a:cubicBezTo>
                    <a:cubicBezTo>
                      <a:pt x="7" y="0"/>
                      <a:pt x="3" y="5"/>
                      <a:pt x="0" y="7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Freeform 4526">
                <a:extLst>
                  <a:ext uri="{FF2B5EF4-FFF2-40B4-BE49-F238E27FC236}">
                    <a16:creationId xmlns:a16="http://schemas.microsoft.com/office/drawing/2014/main" id="{3D7EE0F1-DFF7-40F3-BE40-C9355F202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882"/>
                <a:ext cx="19" cy="14"/>
              </a:xfrm>
              <a:custGeom>
                <a:avLst/>
                <a:gdLst>
                  <a:gd name="T0" fmla="*/ 0 w 12"/>
                  <a:gd name="T1" fmla="*/ 12 h 8"/>
                  <a:gd name="T2" fmla="*/ 33 w 12"/>
                  <a:gd name="T3" fmla="*/ 0 h 8"/>
                  <a:gd name="T4" fmla="*/ 8 w 12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2"/>
                    </a:moveTo>
                    <a:cubicBezTo>
                      <a:pt x="3" y="8"/>
                      <a:pt x="12" y="4"/>
                      <a:pt x="8" y="0"/>
                    </a:cubicBezTo>
                    <a:cubicBezTo>
                      <a:pt x="6" y="2"/>
                      <a:pt x="5" y="5"/>
                      <a:pt x="2" y="4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3" name="Freeform 4527">
                <a:extLst>
                  <a:ext uri="{FF2B5EF4-FFF2-40B4-BE49-F238E27FC236}">
                    <a16:creationId xmlns:a16="http://schemas.microsoft.com/office/drawing/2014/main" id="{C9BCFAA6-6BB7-45B9-A05A-CCE4BC63F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792"/>
                <a:ext cx="19" cy="15"/>
              </a:xfrm>
              <a:custGeom>
                <a:avLst/>
                <a:gdLst>
                  <a:gd name="T0" fmla="*/ 0 w 12"/>
                  <a:gd name="T1" fmla="*/ 42 h 9"/>
                  <a:gd name="T2" fmla="*/ 35 w 12"/>
                  <a:gd name="T3" fmla="*/ 28 h 9"/>
                  <a:gd name="T4" fmla="*/ 16 w 12"/>
                  <a:gd name="T5" fmla="*/ 13 h 9"/>
                  <a:gd name="T6" fmla="*/ 16 w 12"/>
                  <a:gd name="T7" fmla="*/ 3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0" y="9"/>
                    </a:moveTo>
                    <a:cubicBezTo>
                      <a:pt x="3" y="9"/>
                      <a:pt x="8" y="8"/>
                      <a:pt x="9" y="6"/>
                    </a:cubicBezTo>
                    <a:cubicBezTo>
                      <a:pt x="12" y="2"/>
                      <a:pt x="7" y="0"/>
                      <a:pt x="4" y="3"/>
                    </a:cubicBezTo>
                    <a:cubicBezTo>
                      <a:pt x="6" y="5"/>
                      <a:pt x="7" y="7"/>
                      <a:pt x="4" y="8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4" name="Freeform 4528">
                <a:extLst>
                  <a:ext uri="{FF2B5EF4-FFF2-40B4-BE49-F238E27FC236}">
                    <a16:creationId xmlns:a16="http://schemas.microsoft.com/office/drawing/2014/main" id="{606D05C9-17DF-4491-AF75-ED038C0B7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1690"/>
                <a:ext cx="21" cy="24"/>
              </a:xfrm>
              <a:custGeom>
                <a:avLst/>
                <a:gdLst>
                  <a:gd name="T0" fmla="*/ 0 w 14"/>
                  <a:gd name="T1" fmla="*/ 35 h 15"/>
                  <a:gd name="T2" fmla="*/ 26 w 14"/>
                  <a:gd name="T3" fmla="*/ 0 h 15"/>
                  <a:gd name="T4" fmla="*/ 5 w 14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0" y="9"/>
                    </a:moveTo>
                    <a:cubicBezTo>
                      <a:pt x="1" y="15"/>
                      <a:pt x="14" y="4"/>
                      <a:pt x="7" y="0"/>
                    </a:cubicBezTo>
                    <a:cubicBezTo>
                      <a:pt x="6" y="3"/>
                      <a:pt x="5" y="9"/>
                      <a:pt x="1" y="9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43" name="Group 4529">
              <a:extLst>
                <a:ext uri="{FF2B5EF4-FFF2-40B4-BE49-F238E27FC236}">
                  <a16:creationId xmlns:a16="http://schemas.microsoft.com/office/drawing/2014/main" id="{E88C5C88-C841-4254-BA6F-26C566291F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1" y="1653"/>
              <a:ext cx="1164" cy="2190"/>
              <a:chOff x="4291" y="1653"/>
              <a:chExt cx="1164" cy="2190"/>
            </a:xfrm>
          </p:grpSpPr>
          <p:sp>
            <p:nvSpPr>
              <p:cNvPr id="52305" name="Freeform 4530">
                <a:extLst>
                  <a:ext uri="{FF2B5EF4-FFF2-40B4-BE49-F238E27FC236}">
                    <a16:creationId xmlns:a16="http://schemas.microsoft.com/office/drawing/2014/main" id="{4C50C719-4DDA-4BA8-BEEA-BA1FB56D7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1782"/>
                <a:ext cx="8" cy="5"/>
              </a:xfrm>
              <a:custGeom>
                <a:avLst/>
                <a:gdLst>
                  <a:gd name="T0" fmla="*/ 5 w 5"/>
                  <a:gd name="T1" fmla="*/ 5 h 3"/>
                  <a:gd name="T2" fmla="*/ 21 w 5"/>
                  <a:gd name="T3" fmla="*/ 0 h 3"/>
                  <a:gd name="T4" fmla="*/ 0 w 5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2" y="3"/>
                      <a:pt x="5" y="2"/>
                      <a:pt x="5" y="0"/>
                    </a:cubicBezTo>
                    <a:cubicBezTo>
                      <a:pt x="4" y="0"/>
                      <a:pt x="2" y="1"/>
                      <a:pt x="0" y="1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6" name="Freeform 4531">
                <a:extLst>
                  <a:ext uri="{FF2B5EF4-FFF2-40B4-BE49-F238E27FC236}">
                    <a16:creationId xmlns:a16="http://schemas.microsoft.com/office/drawing/2014/main" id="{75679227-CA63-4DD9-8E35-E66297576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665"/>
                <a:ext cx="15" cy="16"/>
              </a:xfrm>
              <a:custGeom>
                <a:avLst/>
                <a:gdLst>
                  <a:gd name="T0" fmla="*/ 5 w 10"/>
                  <a:gd name="T1" fmla="*/ 16 h 10"/>
                  <a:gd name="T2" fmla="*/ 27 w 10"/>
                  <a:gd name="T3" fmla="*/ 0 h 10"/>
                  <a:gd name="T4" fmla="*/ 0 w 10"/>
                  <a:gd name="T5" fmla="*/ 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" y="4"/>
                    </a:moveTo>
                    <a:cubicBezTo>
                      <a:pt x="3" y="10"/>
                      <a:pt x="10" y="4"/>
                      <a:pt x="8" y="0"/>
                    </a:cubicBezTo>
                    <a:cubicBezTo>
                      <a:pt x="7" y="3"/>
                      <a:pt x="4" y="5"/>
                      <a:pt x="0" y="4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7" name="Freeform 4532">
                <a:extLst>
                  <a:ext uri="{FF2B5EF4-FFF2-40B4-BE49-F238E27FC236}">
                    <a16:creationId xmlns:a16="http://schemas.microsoft.com/office/drawing/2014/main" id="{EAE19AB6-89AC-47BC-AB4F-0A82C1FBA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1653"/>
                <a:ext cx="11" cy="12"/>
              </a:xfrm>
              <a:custGeom>
                <a:avLst/>
                <a:gdLst>
                  <a:gd name="T0" fmla="*/ 0 w 7"/>
                  <a:gd name="T1" fmla="*/ 29 h 7"/>
                  <a:gd name="T2" fmla="*/ 13 w 7"/>
                  <a:gd name="T3" fmla="*/ 0 h 7"/>
                  <a:gd name="T4" fmla="*/ 0 w 7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4" y="7"/>
                      <a:pt x="7" y="3"/>
                      <a:pt x="3" y="0"/>
                    </a:cubicBezTo>
                    <a:cubicBezTo>
                      <a:pt x="2" y="2"/>
                      <a:pt x="3" y="6"/>
                      <a:pt x="0" y="6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8" name="Freeform 4533">
                <a:extLst>
                  <a:ext uri="{FF2B5EF4-FFF2-40B4-BE49-F238E27FC236}">
                    <a16:creationId xmlns:a16="http://schemas.microsoft.com/office/drawing/2014/main" id="{CCF07AAB-4236-43AA-B988-EE605540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747"/>
                <a:ext cx="13" cy="12"/>
              </a:xfrm>
              <a:custGeom>
                <a:avLst/>
                <a:gdLst>
                  <a:gd name="T0" fmla="*/ 6 w 9"/>
                  <a:gd name="T1" fmla="*/ 15 h 7"/>
                  <a:gd name="T2" fmla="*/ 20 w 9"/>
                  <a:gd name="T3" fmla="*/ 0 h 7"/>
                  <a:gd name="T4" fmla="*/ 0 w 9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2" y="3"/>
                    </a:moveTo>
                    <a:cubicBezTo>
                      <a:pt x="4" y="7"/>
                      <a:pt x="9" y="3"/>
                      <a:pt x="7" y="0"/>
                    </a:cubicBezTo>
                    <a:cubicBezTo>
                      <a:pt x="4" y="2"/>
                      <a:pt x="4" y="5"/>
                      <a:pt x="0" y="3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9" name="Freeform 4534">
                <a:extLst>
                  <a:ext uri="{FF2B5EF4-FFF2-40B4-BE49-F238E27FC236}">
                    <a16:creationId xmlns:a16="http://schemas.microsoft.com/office/drawing/2014/main" id="{A749CF2F-AF30-4A82-8A23-796D38CCE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828"/>
                <a:ext cx="18" cy="15"/>
              </a:xfrm>
              <a:custGeom>
                <a:avLst/>
                <a:gdLst>
                  <a:gd name="T0" fmla="*/ 12 w 12"/>
                  <a:gd name="T1" fmla="*/ 0 h 9"/>
                  <a:gd name="T2" fmla="*/ 27 w 12"/>
                  <a:gd name="T3" fmla="*/ 5 h 9"/>
                  <a:gd name="T4" fmla="*/ 14 w 12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9"/>
                      <a:pt x="12" y="7"/>
                      <a:pt x="8" y="1"/>
                    </a:cubicBezTo>
                    <a:cubicBezTo>
                      <a:pt x="8" y="4"/>
                      <a:pt x="5" y="5"/>
                      <a:pt x="4" y="2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0" name="Freeform 4535">
                <a:extLst>
                  <a:ext uri="{FF2B5EF4-FFF2-40B4-BE49-F238E27FC236}">
                    <a16:creationId xmlns:a16="http://schemas.microsoft.com/office/drawing/2014/main" id="{86D6819F-29F4-4CD6-84D7-3B391CF4D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011"/>
                <a:ext cx="11" cy="8"/>
              </a:xfrm>
              <a:custGeom>
                <a:avLst/>
                <a:gdLst>
                  <a:gd name="T0" fmla="*/ 0 w 7"/>
                  <a:gd name="T1" fmla="*/ 5 h 5"/>
                  <a:gd name="T2" fmla="*/ 22 w 7"/>
                  <a:gd name="T3" fmla="*/ 5 h 5"/>
                  <a:gd name="T4" fmla="*/ 0 w 7"/>
                  <a:gd name="T5" fmla="*/ 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1"/>
                    </a:moveTo>
                    <a:cubicBezTo>
                      <a:pt x="1" y="4"/>
                      <a:pt x="7" y="5"/>
                      <a:pt x="6" y="1"/>
                    </a:cubicBez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1" name="Freeform 4536">
                <a:extLst>
                  <a:ext uri="{FF2B5EF4-FFF2-40B4-BE49-F238E27FC236}">
                    <a16:creationId xmlns:a16="http://schemas.microsoft.com/office/drawing/2014/main" id="{C9A75F2F-6F67-4268-88D3-9BD111924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914"/>
                <a:ext cx="20" cy="21"/>
              </a:xfrm>
              <a:custGeom>
                <a:avLst/>
                <a:gdLst>
                  <a:gd name="T0" fmla="*/ 5 w 13"/>
                  <a:gd name="T1" fmla="*/ 13 h 13"/>
                  <a:gd name="T2" fmla="*/ 8 w 13"/>
                  <a:gd name="T3" fmla="*/ 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" y="3"/>
                    </a:moveTo>
                    <a:cubicBezTo>
                      <a:pt x="0" y="13"/>
                      <a:pt x="13" y="0"/>
                      <a:pt x="2" y="4"/>
                    </a:cubicBezTo>
                  </a:path>
                </a:pathLst>
              </a:custGeom>
              <a:solidFill>
                <a:srgbClr val="DE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2" name="Freeform 4537">
                <a:extLst>
                  <a:ext uri="{FF2B5EF4-FFF2-40B4-BE49-F238E27FC236}">
                    <a16:creationId xmlns:a16="http://schemas.microsoft.com/office/drawing/2014/main" id="{30F2361C-BBB6-4745-882B-3EE93AD9C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80"/>
                <a:ext cx="28" cy="30"/>
              </a:xfrm>
              <a:custGeom>
                <a:avLst/>
                <a:gdLst>
                  <a:gd name="T0" fmla="*/ 5 w 18"/>
                  <a:gd name="T1" fmla="*/ 8 h 18"/>
                  <a:gd name="T2" fmla="*/ 14 w 1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8">
                    <a:moveTo>
                      <a:pt x="1" y="2"/>
                    </a:moveTo>
                    <a:cubicBezTo>
                      <a:pt x="0" y="18"/>
                      <a:pt x="18" y="0"/>
                      <a:pt x="4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3" name="Freeform 4538">
                <a:extLst>
                  <a:ext uri="{FF2B5EF4-FFF2-40B4-BE49-F238E27FC236}">
                    <a16:creationId xmlns:a16="http://schemas.microsoft.com/office/drawing/2014/main" id="{606EB0B0-0BF5-4A44-9F46-AEE38673F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190"/>
                <a:ext cx="34" cy="27"/>
              </a:xfrm>
              <a:custGeom>
                <a:avLst/>
                <a:gdLst>
                  <a:gd name="T0" fmla="*/ 14 w 22"/>
                  <a:gd name="T1" fmla="*/ 8 h 16"/>
                  <a:gd name="T2" fmla="*/ 26 w 22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6">
                    <a:moveTo>
                      <a:pt x="4" y="2"/>
                    </a:moveTo>
                    <a:cubicBezTo>
                      <a:pt x="0" y="16"/>
                      <a:pt x="22" y="13"/>
                      <a:pt x="7" y="0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4" name="Freeform 4539">
                <a:extLst>
                  <a:ext uri="{FF2B5EF4-FFF2-40B4-BE49-F238E27FC236}">
                    <a16:creationId xmlns:a16="http://schemas.microsoft.com/office/drawing/2014/main" id="{11F33598-8F5A-4F0A-8DD8-CD6B855D1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3168"/>
                <a:ext cx="12" cy="13"/>
              </a:xfrm>
              <a:custGeom>
                <a:avLst/>
                <a:gdLst>
                  <a:gd name="T0" fmla="*/ 0 w 8"/>
                  <a:gd name="T1" fmla="*/ 26 h 8"/>
                  <a:gd name="T2" fmla="*/ 12 w 8"/>
                  <a:gd name="T3" fmla="*/ 0 h 8"/>
                  <a:gd name="T4" fmla="*/ 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4" y="8"/>
                      <a:pt x="8" y="3"/>
                      <a:pt x="3" y="0"/>
                    </a:cubicBezTo>
                    <a:cubicBezTo>
                      <a:pt x="2" y="2"/>
                      <a:pt x="0" y="3"/>
                      <a:pt x="0" y="5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5" name="Freeform 4540">
                <a:extLst>
                  <a:ext uri="{FF2B5EF4-FFF2-40B4-BE49-F238E27FC236}">
                    <a16:creationId xmlns:a16="http://schemas.microsoft.com/office/drawing/2014/main" id="{1D89E628-A5AF-40F7-9FBB-5571566C8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3395"/>
                <a:ext cx="6" cy="10"/>
              </a:xfrm>
              <a:custGeom>
                <a:avLst/>
                <a:gdLst>
                  <a:gd name="T0" fmla="*/ 0 w 4"/>
                  <a:gd name="T1" fmla="*/ 22 h 6"/>
                  <a:gd name="T2" fmla="*/ 12 w 4"/>
                  <a:gd name="T3" fmla="*/ 28 h 6"/>
                  <a:gd name="T4" fmla="*/ 8 w 4"/>
                  <a:gd name="T5" fmla="*/ 0 h 6"/>
                  <a:gd name="T6" fmla="*/ 5 w 4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4" y="2"/>
                      <a:pt x="4" y="3"/>
                      <a:pt x="2" y="0"/>
                    </a:cubicBezTo>
                    <a:cubicBezTo>
                      <a:pt x="1" y="1"/>
                      <a:pt x="2" y="2"/>
                      <a:pt x="1" y="3"/>
                    </a:cubicBezTo>
                  </a:path>
                </a:pathLst>
              </a:custGeom>
              <a:solidFill>
                <a:srgbClr val="B28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6" name="Freeform 4541">
                <a:extLst>
                  <a:ext uri="{FF2B5EF4-FFF2-40B4-BE49-F238E27FC236}">
                    <a16:creationId xmlns:a16="http://schemas.microsoft.com/office/drawing/2014/main" id="{2501D755-E316-44BF-88F7-1757D8ECA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312"/>
                <a:ext cx="22" cy="22"/>
              </a:xfrm>
              <a:custGeom>
                <a:avLst/>
                <a:gdLst>
                  <a:gd name="T0" fmla="*/ 31 w 14"/>
                  <a:gd name="T1" fmla="*/ 0 h 13"/>
                  <a:gd name="T2" fmla="*/ 27 w 14"/>
                  <a:gd name="T3" fmla="*/ 54 h 13"/>
                  <a:gd name="T4" fmla="*/ 31 w 14"/>
                  <a:gd name="T5" fmla="*/ 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3" y="2"/>
                      <a:pt x="0" y="10"/>
                      <a:pt x="7" y="11"/>
                    </a:cubicBezTo>
                    <a:cubicBezTo>
                      <a:pt x="13" y="13"/>
                      <a:pt x="14" y="3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7" name="Freeform 4542">
                <a:extLst>
                  <a:ext uri="{FF2B5EF4-FFF2-40B4-BE49-F238E27FC236}">
                    <a16:creationId xmlns:a16="http://schemas.microsoft.com/office/drawing/2014/main" id="{1A123A80-D521-4151-850A-7E22E0C4D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383"/>
                <a:ext cx="21" cy="20"/>
              </a:xfrm>
              <a:custGeom>
                <a:avLst/>
                <a:gdLst>
                  <a:gd name="T0" fmla="*/ 29 w 13"/>
                  <a:gd name="T1" fmla="*/ 0 h 12"/>
                  <a:gd name="T2" fmla="*/ 50 w 13"/>
                  <a:gd name="T3" fmla="*/ 13 h 12"/>
                  <a:gd name="T4" fmla="*/ 39 w 13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7" y="0"/>
                    </a:moveTo>
                    <a:cubicBezTo>
                      <a:pt x="0" y="9"/>
                      <a:pt x="13" y="12"/>
                      <a:pt x="12" y="3"/>
                    </a:cubicBezTo>
                    <a:cubicBezTo>
                      <a:pt x="11" y="2"/>
                      <a:pt x="10" y="2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8" name="Freeform 4543">
                <a:extLst>
                  <a:ext uri="{FF2B5EF4-FFF2-40B4-BE49-F238E27FC236}">
                    <a16:creationId xmlns:a16="http://schemas.microsoft.com/office/drawing/2014/main" id="{20A93356-77E5-488E-8A85-6AF8DE03B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2418"/>
                <a:ext cx="28" cy="20"/>
              </a:xfrm>
              <a:custGeom>
                <a:avLst/>
                <a:gdLst>
                  <a:gd name="T0" fmla="*/ 47 w 18"/>
                  <a:gd name="T1" fmla="*/ 0 h 12"/>
                  <a:gd name="T2" fmla="*/ 53 w 18"/>
                  <a:gd name="T3" fmla="*/ 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2" y="0"/>
                    </a:moveTo>
                    <a:cubicBezTo>
                      <a:pt x="0" y="7"/>
                      <a:pt x="18" y="12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9" name="Freeform 4544">
                <a:extLst>
                  <a:ext uri="{FF2B5EF4-FFF2-40B4-BE49-F238E27FC236}">
                    <a16:creationId xmlns:a16="http://schemas.microsoft.com/office/drawing/2014/main" id="{5AC413C3-54CC-4D3D-9B5C-EF8D5D70F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2530"/>
                <a:ext cx="21" cy="21"/>
              </a:xfrm>
              <a:custGeom>
                <a:avLst/>
                <a:gdLst>
                  <a:gd name="T0" fmla="*/ 16 w 13"/>
                  <a:gd name="T1" fmla="*/ 8 h 13"/>
                  <a:gd name="T2" fmla="*/ 0 w 13"/>
                  <a:gd name="T3" fmla="*/ 16 h 13"/>
                  <a:gd name="T4" fmla="*/ 39 w 13"/>
                  <a:gd name="T5" fmla="*/ 5 h 13"/>
                  <a:gd name="T6" fmla="*/ 16 w 13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4" y="2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1" y="13"/>
                      <a:pt x="13" y="10"/>
                      <a:pt x="9" y="1"/>
                    </a:cubicBezTo>
                    <a:cubicBezTo>
                      <a:pt x="7" y="0"/>
                      <a:pt x="6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0" name="Freeform 4545">
                <a:extLst>
                  <a:ext uri="{FF2B5EF4-FFF2-40B4-BE49-F238E27FC236}">
                    <a16:creationId xmlns:a16="http://schemas.microsoft.com/office/drawing/2014/main" id="{0A018066-04DC-4CB2-8C8F-00D938001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7" y="2536"/>
                <a:ext cx="9" cy="12"/>
              </a:xfrm>
              <a:custGeom>
                <a:avLst/>
                <a:gdLst>
                  <a:gd name="T0" fmla="*/ 8 w 6"/>
                  <a:gd name="T1" fmla="*/ 0 h 7"/>
                  <a:gd name="T2" fmla="*/ 18 w 6"/>
                  <a:gd name="T3" fmla="*/ 36 h 7"/>
                  <a:gd name="T4" fmla="*/ 18 w 6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0" y="5"/>
                      <a:pt x="0" y="7"/>
                      <a:pt x="5" y="7"/>
                    </a:cubicBezTo>
                    <a:cubicBezTo>
                      <a:pt x="6" y="5"/>
                      <a:pt x="6" y="4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1" name="Freeform 4546">
                <a:extLst>
                  <a:ext uri="{FF2B5EF4-FFF2-40B4-BE49-F238E27FC236}">
                    <a16:creationId xmlns:a16="http://schemas.microsoft.com/office/drawing/2014/main" id="{5A174B6F-3B48-476C-913B-129541BFE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7" y="2751"/>
                <a:ext cx="32" cy="24"/>
              </a:xfrm>
              <a:custGeom>
                <a:avLst/>
                <a:gdLst>
                  <a:gd name="T0" fmla="*/ 35 w 21"/>
                  <a:gd name="T1" fmla="*/ 5 h 15"/>
                  <a:gd name="T2" fmla="*/ 0 w 21"/>
                  <a:gd name="T3" fmla="*/ 26 h 15"/>
                  <a:gd name="T4" fmla="*/ 35 w 21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10" y="1"/>
                    </a:moveTo>
                    <a:cubicBezTo>
                      <a:pt x="6" y="0"/>
                      <a:pt x="1" y="2"/>
                      <a:pt x="0" y="6"/>
                    </a:cubicBezTo>
                    <a:cubicBezTo>
                      <a:pt x="6" y="15"/>
                      <a:pt x="21" y="5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2" name="Freeform 4547">
                <a:extLst>
                  <a:ext uri="{FF2B5EF4-FFF2-40B4-BE49-F238E27FC236}">
                    <a16:creationId xmlns:a16="http://schemas.microsoft.com/office/drawing/2014/main" id="{20426B38-FDE6-44BE-A8A8-9218B1B8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560"/>
                <a:ext cx="23" cy="21"/>
              </a:xfrm>
              <a:custGeom>
                <a:avLst/>
                <a:gdLst>
                  <a:gd name="T0" fmla="*/ 14 w 15"/>
                  <a:gd name="T1" fmla="*/ 8 h 13"/>
                  <a:gd name="T2" fmla="*/ 0 w 15"/>
                  <a:gd name="T3" fmla="*/ 16 h 13"/>
                  <a:gd name="T4" fmla="*/ 8 w 15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4" y="2"/>
                    </a:moveTo>
                    <a:cubicBezTo>
                      <a:pt x="3" y="3"/>
                      <a:pt x="1" y="3"/>
                      <a:pt x="0" y="4"/>
                    </a:cubicBezTo>
                    <a:cubicBezTo>
                      <a:pt x="1" y="13"/>
                      <a:pt x="15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3" name="Freeform 4548">
                <a:extLst>
                  <a:ext uri="{FF2B5EF4-FFF2-40B4-BE49-F238E27FC236}">
                    <a16:creationId xmlns:a16="http://schemas.microsoft.com/office/drawing/2014/main" id="{47698826-4C95-40C6-B2DD-EA64D4965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510"/>
                <a:ext cx="10" cy="7"/>
              </a:xfrm>
              <a:custGeom>
                <a:avLst/>
                <a:gdLst>
                  <a:gd name="T0" fmla="*/ 6 w 7"/>
                  <a:gd name="T1" fmla="*/ 16 h 4"/>
                  <a:gd name="T2" fmla="*/ 20 w 7"/>
                  <a:gd name="T3" fmla="*/ 21 h 4"/>
                  <a:gd name="T4" fmla="*/ 20 w 7"/>
                  <a:gd name="T5" fmla="*/ 7 h 4"/>
                  <a:gd name="T6" fmla="*/ 0 w 7"/>
                  <a:gd name="T7" fmla="*/ 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2" y="3"/>
                    </a:moveTo>
                    <a:cubicBezTo>
                      <a:pt x="4" y="4"/>
                      <a:pt x="5" y="4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4" y="0"/>
                      <a:pt x="3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4" name="Freeform 4549">
                <a:extLst>
                  <a:ext uri="{FF2B5EF4-FFF2-40B4-BE49-F238E27FC236}">
                    <a16:creationId xmlns:a16="http://schemas.microsoft.com/office/drawing/2014/main" id="{C142342D-A9A9-4727-AB9A-FED8112BF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2469"/>
                <a:ext cx="10" cy="8"/>
              </a:xfrm>
              <a:custGeom>
                <a:avLst/>
                <a:gdLst>
                  <a:gd name="T0" fmla="*/ 8 w 6"/>
                  <a:gd name="T1" fmla="*/ 5 h 5"/>
                  <a:gd name="T2" fmla="*/ 5 w 6"/>
                  <a:gd name="T3" fmla="*/ 21 h 5"/>
                  <a:gd name="T4" fmla="*/ 28 w 6"/>
                  <a:gd name="T5" fmla="*/ 13 h 5"/>
                  <a:gd name="T6" fmla="*/ 0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5"/>
                      <a:pt x="3" y="5"/>
                      <a:pt x="6" y="3"/>
                    </a:cubicBezTo>
                    <a:cubicBezTo>
                      <a:pt x="5" y="0"/>
                      <a:pt x="3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5" name="Freeform 4550">
                <a:extLst>
                  <a:ext uri="{FF2B5EF4-FFF2-40B4-BE49-F238E27FC236}">
                    <a16:creationId xmlns:a16="http://schemas.microsoft.com/office/drawing/2014/main" id="{80C76E17-35BA-4FE5-894B-ADF82B3E4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396"/>
                <a:ext cx="25" cy="25"/>
              </a:xfrm>
              <a:custGeom>
                <a:avLst/>
                <a:gdLst>
                  <a:gd name="T0" fmla="*/ 8 w 16"/>
                  <a:gd name="T1" fmla="*/ 8 h 15"/>
                  <a:gd name="T2" fmla="*/ 22 w 1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2" y="2"/>
                    </a:moveTo>
                    <a:cubicBezTo>
                      <a:pt x="0" y="15"/>
                      <a:pt x="16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6" name="Freeform 4551">
                <a:extLst>
                  <a:ext uri="{FF2B5EF4-FFF2-40B4-BE49-F238E27FC236}">
                    <a16:creationId xmlns:a16="http://schemas.microsoft.com/office/drawing/2014/main" id="{1A23B964-7347-457B-B4A7-6B74DDE4C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162"/>
                <a:ext cx="13" cy="20"/>
              </a:xfrm>
              <a:custGeom>
                <a:avLst/>
                <a:gdLst>
                  <a:gd name="T0" fmla="*/ 18 w 8"/>
                  <a:gd name="T1" fmla="*/ 0 h 12"/>
                  <a:gd name="T2" fmla="*/ 0 w 8"/>
                  <a:gd name="T3" fmla="*/ 50 h 12"/>
                  <a:gd name="T4" fmla="*/ 34 w 8"/>
                  <a:gd name="T5" fmla="*/ 47 h 12"/>
                  <a:gd name="T6" fmla="*/ 18 w 8"/>
                  <a:gd name="T7" fmla="*/ 2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4" y="0"/>
                    </a:moveTo>
                    <a:cubicBezTo>
                      <a:pt x="2" y="4"/>
                      <a:pt x="0" y="7"/>
                      <a:pt x="0" y="11"/>
                    </a:cubicBezTo>
                    <a:cubicBezTo>
                      <a:pt x="3" y="12"/>
                      <a:pt x="5" y="12"/>
                      <a:pt x="8" y="10"/>
                    </a:cubicBezTo>
                    <a:cubicBezTo>
                      <a:pt x="8" y="7"/>
                      <a:pt x="6" y="6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7" name="Freeform 4552">
                <a:extLst>
                  <a:ext uri="{FF2B5EF4-FFF2-40B4-BE49-F238E27FC236}">
                    <a16:creationId xmlns:a16="http://schemas.microsoft.com/office/drawing/2014/main" id="{49EC0768-F938-482A-8D2F-E88B58F32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187"/>
                <a:ext cx="8" cy="8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21 h 5"/>
                  <a:gd name="T4" fmla="*/ 13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5" y="4"/>
                      <a:pt x="3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8" name="Freeform 4553">
                <a:extLst>
                  <a:ext uri="{FF2B5EF4-FFF2-40B4-BE49-F238E27FC236}">
                    <a16:creationId xmlns:a16="http://schemas.microsoft.com/office/drawing/2014/main" id="{073A687F-76AF-4DA5-96E6-3261CD948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125"/>
                <a:ext cx="29" cy="19"/>
              </a:xfrm>
              <a:custGeom>
                <a:avLst/>
                <a:gdLst>
                  <a:gd name="T0" fmla="*/ 21 w 19"/>
                  <a:gd name="T1" fmla="*/ 0 h 12"/>
                  <a:gd name="T2" fmla="*/ 32 w 19"/>
                  <a:gd name="T3" fmla="*/ 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6" y="0"/>
                    </a:moveTo>
                    <a:cubicBezTo>
                      <a:pt x="0" y="12"/>
                      <a:pt x="19" y="4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9" name="Freeform 4554">
                <a:extLst>
                  <a:ext uri="{FF2B5EF4-FFF2-40B4-BE49-F238E27FC236}">
                    <a16:creationId xmlns:a16="http://schemas.microsoft.com/office/drawing/2014/main" id="{56DE9625-135D-46C9-B649-E30272E1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067"/>
                <a:ext cx="15" cy="20"/>
              </a:xfrm>
              <a:custGeom>
                <a:avLst/>
                <a:gdLst>
                  <a:gd name="T0" fmla="*/ 8 w 10"/>
                  <a:gd name="T1" fmla="*/ 0 h 12"/>
                  <a:gd name="T2" fmla="*/ 12 w 10"/>
                  <a:gd name="T3" fmla="*/ 55 h 12"/>
                  <a:gd name="T4" fmla="*/ 12 w 10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cubicBezTo>
                      <a:pt x="0" y="5"/>
                      <a:pt x="0" y="9"/>
                      <a:pt x="3" y="12"/>
                    </a:cubicBezTo>
                    <a:cubicBezTo>
                      <a:pt x="10" y="10"/>
                      <a:pt x="10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0" name="Freeform 4555">
                <a:extLst>
                  <a:ext uri="{FF2B5EF4-FFF2-40B4-BE49-F238E27FC236}">
                    <a16:creationId xmlns:a16="http://schemas.microsoft.com/office/drawing/2014/main" id="{55F135B3-29EC-4C7E-A068-6108281C0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1856"/>
                <a:ext cx="20" cy="23"/>
              </a:xfrm>
              <a:custGeom>
                <a:avLst/>
                <a:gdLst>
                  <a:gd name="T0" fmla="*/ 22 w 13"/>
                  <a:gd name="T1" fmla="*/ 0 h 14"/>
                  <a:gd name="T2" fmla="*/ 35 w 13"/>
                  <a:gd name="T3" fmla="*/ 41 h 14"/>
                  <a:gd name="T4" fmla="*/ 18 w 13"/>
                  <a:gd name="T5" fmla="*/ 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6" y="0"/>
                    </a:moveTo>
                    <a:cubicBezTo>
                      <a:pt x="0" y="6"/>
                      <a:pt x="6" y="14"/>
                      <a:pt x="10" y="9"/>
                    </a:cubicBezTo>
                    <a:cubicBezTo>
                      <a:pt x="13" y="5"/>
                      <a:pt x="10" y="0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1" name="Freeform 4556">
                <a:extLst>
                  <a:ext uri="{FF2B5EF4-FFF2-40B4-BE49-F238E27FC236}">
                    <a16:creationId xmlns:a16="http://schemas.microsoft.com/office/drawing/2014/main" id="{39E93ECD-FFC2-4B5C-A81A-07D8A8C30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872"/>
                <a:ext cx="7" cy="9"/>
              </a:xfrm>
              <a:custGeom>
                <a:avLst/>
                <a:gdLst>
                  <a:gd name="T0" fmla="*/ 7 w 4"/>
                  <a:gd name="T1" fmla="*/ 0 h 5"/>
                  <a:gd name="T2" fmla="*/ 0 w 4"/>
                  <a:gd name="T3" fmla="*/ 29 h 5"/>
                  <a:gd name="T4" fmla="*/ 21 w 4"/>
                  <a:gd name="T5" fmla="*/ 16 h 5"/>
                  <a:gd name="T6" fmla="*/ 12 w 4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2" y="5"/>
                      <a:pt x="2" y="5"/>
                      <a:pt x="4" y="3"/>
                    </a:cubicBezTo>
                    <a:cubicBezTo>
                      <a:pt x="4" y="2"/>
                      <a:pt x="2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2" name="Freeform 4557">
                <a:extLst>
                  <a:ext uri="{FF2B5EF4-FFF2-40B4-BE49-F238E27FC236}">
                    <a16:creationId xmlns:a16="http://schemas.microsoft.com/office/drawing/2014/main" id="{C9618036-17BA-43DC-8DF7-D1A358281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925"/>
                <a:ext cx="9" cy="15"/>
              </a:xfrm>
              <a:custGeom>
                <a:avLst/>
                <a:gdLst>
                  <a:gd name="T0" fmla="*/ 5 w 6"/>
                  <a:gd name="T1" fmla="*/ 0 h 9"/>
                  <a:gd name="T2" fmla="*/ 8 w 6"/>
                  <a:gd name="T3" fmla="*/ 42 h 9"/>
                  <a:gd name="T4" fmla="*/ 18 w 6"/>
                  <a:gd name="T5" fmla="*/ 1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1" y="0"/>
                    </a:moveTo>
                    <a:cubicBezTo>
                      <a:pt x="0" y="3"/>
                      <a:pt x="0" y="6"/>
                      <a:pt x="2" y="9"/>
                    </a:cubicBezTo>
                    <a:cubicBezTo>
                      <a:pt x="6" y="9"/>
                      <a:pt x="6" y="7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3" name="Freeform 4558">
                <a:extLst>
                  <a:ext uri="{FF2B5EF4-FFF2-40B4-BE49-F238E27FC236}">
                    <a16:creationId xmlns:a16="http://schemas.microsoft.com/office/drawing/2014/main" id="{8B1B8F2D-94F2-479E-B37E-973845FF8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904"/>
                <a:ext cx="28" cy="23"/>
              </a:xfrm>
              <a:custGeom>
                <a:avLst/>
                <a:gdLst>
                  <a:gd name="T0" fmla="*/ 39 w 18"/>
                  <a:gd name="T1" fmla="*/ 0 h 14"/>
                  <a:gd name="T2" fmla="*/ 48 w 18"/>
                  <a:gd name="T3" fmla="*/ 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10" y="0"/>
                    </a:moveTo>
                    <a:cubicBezTo>
                      <a:pt x="0" y="8"/>
                      <a:pt x="18" y="14"/>
                      <a:pt x="1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4" name="Freeform 4559">
                <a:extLst>
                  <a:ext uri="{FF2B5EF4-FFF2-40B4-BE49-F238E27FC236}">
                    <a16:creationId xmlns:a16="http://schemas.microsoft.com/office/drawing/2014/main" id="{7C60E761-E797-45F8-995D-D6DA72406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037"/>
                <a:ext cx="20" cy="17"/>
              </a:xfrm>
              <a:custGeom>
                <a:avLst/>
                <a:gdLst>
                  <a:gd name="T0" fmla="*/ 35 w 13"/>
                  <a:gd name="T1" fmla="*/ 0 h 10"/>
                  <a:gd name="T2" fmla="*/ 43 w 1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10" y="0"/>
                    </a:moveTo>
                    <a:cubicBezTo>
                      <a:pt x="0" y="2"/>
                      <a:pt x="13" y="10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5" name="Freeform 4560">
                <a:extLst>
                  <a:ext uri="{FF2B5EF4-FFF2-40B4-BE49-F238E27FC236}">
                    <a16:creationId xmlns:a16="http://schemas.microsoft.com/office/drawing/2014/main" id="{A6BD2DE6-227C-4822-89EF-431D93A06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174"/>
                <a:ext cx="15" cy="13"/>
              </a:xfrm>
              <a:custGeom>
                <a:avLst/>
                <a:gdLst>
                  <a:gd name="T0" fmla="*/ 14 w 10"/>
                  <a:gd name="T1" fmla="*/ 8 h 8"/>
                  <a:gd name="T2" fmla="*/ 5 w 10"/>
                  <a:gd name="T3" fmla="*/ 13 h 8"/>
                  <a:gd name="T4" fmla="*/ 0 w 10"/>
                  <a:gd name="T5" fmla="*/ 18 h 8"/>
                  <a:gd name="T6" fmla="*/ 26 w 10"/>
                  <a:gd name="T7" fmla="*/ 0 h 8"/>
                  <a:gd name="T8" fmla="*/ 14 w 10"/>
                  <a:gd name="T9" fmla="*/ 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4" y="2"/>
                    </a:move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4" y="8"/>
                      <a:pt x="10" y="7"/>
                      <a:pt x="7" y="0"/>
                    </a:cubicBezTo>
                    <a:cubicBezTo>
                      <a:pt x="6" y="0"/>
                      <a:pt x="5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6" name="Freeform 4561">
                <a:extLst>
                  <a:ext uri="{FF2B5EF4-FFF2-40B4-BE49-F238E27FC236}">
                    <a16:creationId xmlns:a16="http://schemas.microsoft.com/office/drawing/2014/main" id="{2AFE442F-2FD3-4BB8-A507-733B707C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212"/>
                <a:ext cx="9" cy="10"/>
              </a:xfrm>
              <a:custGeom>
                <a:avLst/>
                <a:gdLst>
                  <a:gd name="T0" fmla="*/ 0 w 6"/>
                  <a:gd name="T1" fmla="*/ 0 h 6"/>
                  <a:gd name="T2" fmla="*/ 12 w 6"/>
                  <a:gd name="T3" fmla="*/ 28 h 6"/>
                  <a:gd name="T4" fmla="*/ 5 w 6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3"/>
                      <a:pt x="1" y="5"/>
                      <a:pt x="3" y="6"/>
                    </a:cubicBezTo>
                    <a:cubicBezTo>
                      <a:pt x="6" y="2"/>
                      <a:pt x="2" y="4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7" name="Freeform 4562">
                <a:extLst>
                  <a:ext uri="{FF2B5EF4-FFF2-40B4-BE49-F238E27FC236}">
                    <a16:creationId xmlns:a16="http://schemas.microsoft.com/office/drawing/2014/main" id="{2E27819B-00C6-4E27-9B06-A6A1C54EC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273"/>
                <a:ext cx="37" cy="16"/>
              </a:xfrm>
              <a:custGeom>
                <a:avLst/>
                <a:gdLst>
                  <a:gd name="T0" fmla="*/ 45 w 24"/>
                  <a:gd name="T1" fmla="*/ 0 h 10"/>
                  <a:gd name="T2" fmla="*/ 54 w 2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12" y="0"/>
                    </a:moveTo>
                    <a:cubicBezTo>
                      <a:pt x="0" y="10"/>
                      <a:pt x="24" y="1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8" name="Freeform 4563">
                <a:extLst>
                  <a:ext uri="{FF2B5EF4-FFF2-40B4-BE49-F238E27FC236}">
                    <a16:creationId xmlns:a16="http://schemas.microsoft.com/office/drawing/2014/main" id="{441D51BC-9ED3-4F67-82E3-A9A8F9DA7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281"/>
                <a:ext cx="18" cy="17"/>
              </a:xfrm>
              <a:custGeom>
                <a:avLst/>
                <a:gdLst>
                  <a:gd name="T0" fmla="*/ 27 w 12"/>
                  <a:gd name="T1" fmla="*/ 0 h 10"/>
                  <a:gd name="T2" fmla="*/ 41 w 12"/>
                  <a:gd name="T3" fmla="*/ 26 h 10"/>
                  <a:gd name="T4" fmla="*/ 32 w 12"/>
                  <a:gd name="T5" fmla="*/ 1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8" y="0"/>
                    </a:moveTo>
                    <a:cubicBezTo>
                      <a:pt x="0" y="4"/>
                      <a:pt x="6" y="10"/>
                      <a:pt x="12" y="5"/>
                    </a:cubicBezTo>
                    <a:cubicBezTo>
                      <a:pt x="12" y="3"/>
                      <a:pt x="10" y="4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9" name="Freeform 4564">
                <a:extLst>
                  <a:ext uri="{FF2B5EF4-FFF2-40B4-BE49-F238E27FC236}">
                    <a16:creationId xmlns:a16="http://schemas.microsoft.com/office/drawing/2014/main" id="{94200F02-0C78-4FE1-8472-AFADF288F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2560"/>
                <a:ext cx="9" cy="9"/>
              </a:xfrm>
              <a:custGeom>
                <a:avLst/>
                <a:gdLst>
                  <a:gd name="T0" fmla="*/ 12 w 6"/>
                  <a:gd name="T1" fmla="*/ 0 h 6"/>
                  <a:gd name="T2" fmla="*/ 0 w 6"/>
                  <a:gd name="T3" fmla="*/ 18 h 6"/>
                  <a:gd name="T4" fmla="*/ 21 w 6"/>
                  <a:gd name="T5" fmla="*/ 14 h 6"/>
                  <a:gd name="T6" fmla="*/ 12 w 6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3" y="6"/>
                      <a:pt x="3" y="6"/>
                      <a:pt x="6" y="4"/>
                    </a:cubicBezTo>
                    <a:cubicBezTo>
                      <a:pt x="5" y="3"/>
                      <a:pt x="4" y="3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0" name="Freeform 4565">
                <a:extLst>
                  <a:ext uri="{FF2B5EF4-FFF2-40B4-BE49-F238E27FC236}">
                    <a16:creationId xmlns:a16="http://schemas.microsoft.com/office/drawing/2014/main" id="{39E3F7D9-9D20-400F-9AEC-8FA1AB40C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2523"/>
                <a:ext cx="13" cy="12"/>
              </a:xfrm>
              <a:custGeom>
                <a:avLst/>
                <a:gdLst>
                  <a:gd name="T0" fmla="*/ 8 w 8"/>
                  <a:gd name="T1" fmla="*/ 0 h 7"/>
                  <a:gd name="T2" fmla="*/ 34 w 8"/>
                  <a:gd name="T3" fmla="*/ 9 h 7"/>
                  <a:gd name="T4" fmla="*/ 26 w 8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cubicBezTo>
                      <a:pt x="0" y="7"/>
                      <a:pt x="5" y="7"/>
                      <a:pt x="8" y="2"/>
                    </a:cubicBezTo>
                    <a:cubicBezTo>
                      <a:pt x="8" y="1"/>
                      <a:pt x="7" y="2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1" name="Freeform 4566">
                <a:extLst>
                  <a:ext uri="{FF2B5EF4-FFF2-40B4-BE49-F238E27FC236}">
                    <a16:creationId xmlns:a16="http://schemas.microsoft.com/office/drawing/2014/main" id="{4897CC15-156B-4869-87E4-C62E7973D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3393"/>
                <a:ext cx="18" cy="20"/>
              </a:xfrm>
              <a:custGeom>
                <a:avLst/>
                <a:gdLst>
                  <a:gd name="T0" fmla="*/ 14 w 12"/>
                  <a:gd name="T1" fmla="*/ 5 h 12"/>
                  <a:gd name="T2" fmla="*/ 26 w 12"/>
                  <a:gd name="T3" fmla="*/ 42 h 12"/>
                  <a:gd name="T4" fmla="*/ 26 w 12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4" y="1"/>
                    </a:moveTo>
                    <a:cubicBezTo>
                      <a:pt x="0" y="4"/>
                      <a:pt x="0" y="12"/>
                      <a:pt x="7" y="9"/>
                    </a:cubicBezTo>
                    <a:cubicBezTo>
                      <a:pt x="10" y="8"/>
                      <a:pt x="12" y="0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2" name="Freeform 4567">
                <a:extLst>
                  <a:ext uri="{FF2B5EF4-FFF2-40B4-BE49-F238E27FC236}">
                    <a16:creationId xmlns:a16="http://schemas.microsoft.com/office/drawing/2014/main" id="{9F41E86E-D927-4DA4-97B1-391F6B182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3401"/>
                <a:ext cx="9" cy="9"/>
              </a:xfrm>
              <a:custGeom>
                <a:avLst/>
                <a:gdLst>
                  <a:gd name="T0" fmla="*/ 5 w 6"/>
                  <a:gd name="T1" fmla="*/ 7 h 5"/>
                  <a:gd name="T2" fmla="*/ 0 w 6"/>
                  <a:gd name="T3" fmla="*/ 23 h 5"/>
                  <a:gd name="T4" fmla="*/ 8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4" y="5"/>
                      <a:pt x="6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3" name="Freeform 4568">
                <a:extLst>
                  <a:ext uri="{FF2B5EF4-FFF2-40B4-BE49-F238E27FC236}">
                    <a16:creationId xmlns:a16="http://schemas.microsoft.com/office/drawing/2014/main" id="{A937EB96-2636-4ED8-951B-B3A15DB05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3294"/>
                <a:ext cx="25" cy="19"/>
              </a:xfrm>
              <a:custGeom>
                <a:avLst/>
                <a:gdLst>
                  <a:gd name="T0" fmla="*/ 27 w 16"/>
                  <a:gd name="T1" fmla="*/ 5 h 11"/>
                  <a:gd name="T2" fmla="*/ 27 w 16"/>
                  <a:gd name="T3" fmla="*/ 50 h 11"/>
                  <a:gd name="T4" fmla="*/ 27 w 16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7" y="1"/>
                    </a:moveTo>
                    <a:cubicBezTo>
                      <a:pt x="0" y="1"/>
                      <a:pt x="2" y="9"/>
                      <a:pt x="7" y="10"/>
                    </a:cubicBezTo>
                    <a:cubicBezTo>
                      <a:pt x="16" y="11"/>
                      <a:pt x="14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4" name="Freeform 4569">
                <a:extLst>
                  <a:ext uri="{FF2B5EF4-FFF2-40B4-BE49-F238E27FC236}">
                    <a16:creationId xmlns:a16="http://schemas.microsoft.com/office/drawing/2014/main" id="{B07DDD6B-C213-40F3-BF0F-3F4649D3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3228"/>
                <a:ext cx="19" cy="15"/>
              </a:xfrm>
              <a:custGeom>
                <a:avLst/>
                <a:gdLst>
                  <a:gd name="T0" fmla="*/ 25 w 12"/>
                  <a:gd name="T1" fmla="*/ 0 h 9"/>
                  <a:gd name="T2" fmla="*/ 27 w 12"/>
                  <a:gd name="T3" fmla="*/ 42 h 9"/>
                  <a:gd name="T4" fmla="*/ 33 w 12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6" y="0"/>
                    </a:moveTo>
                    <a:cubicBezTo>
                      <a:pt x="3" y="3"/>
                      <a:pt x="0" y="9"/>
                      <a:pt x="7" y="9"/>
                    </a:cubicBezTo>
                    <a:cubicBezTo>
                      <a:pt x="12" y="9"/>
                      <a:pt x="12" y="3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5" name="Freeform 4570">
                <a:extLst>
                  <a:ext uri="{FF2B5EF4-FFF2-40B4-BE49-F238E27FC236}">
                    <a16:creationId xmlns:a16="http://schemas.microsoft.com/office/drawing/2014/main" id="{C41C8E91-1F58-4415-9D7C-EC3108AB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3250"/>
                <a:ext cx="14" cy="13"/>
              </a:xfrm>
              <a:custGeom>
                <a:avLst/>
                <a:gdLst>
                  <a:gd name="T0" fmla="*/ 22 w 9"/>
                  <a:gd name="T1" fmla="*/ 0 h 8"/>
                  <a:gd name="T2" fmla="*/ 34 w 9"/>
                  <a:gd name="T3" fmla="*/ 13 h 8"/>
                  <a:gd name="T4" fmla="*/ 22 w 9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6" y="0"/>
                    </a:moveTo>
                    <a:cubicBezTo>
                      <a:pt x="0" y="3"/>
                      <a:pt x="7" y="8"/>
                      <a:pt x="9" y="3"/>
                    </a:cubicBezTo>
                    <a:cubicBezTo>
                      <a:pt x="8" y="2"/>
                      <a:pt x="7" y="1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6" name="Freeform 4571">
                <a:extLst>
                  <a:ext uri="{FF2B5EF4-FFF2-40B4-BE49-F238E27FC236}">
                    <a16:creationId xmlns:a16="http://schemas.microsoft.com/office/drawing/2014/main" id="{A5012BC3-C2CD-4B3D-BB15-08B536C71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3189"/>
                <a:ext cx="15" cy="20"/>
              </a:xfrm>
              <a:custGeom>
                <a:avLst/>
                <a:gdLst>
                  <a:gd name="T0" fmla="*/ 21 w 10"/>
                  <a:gd name="T1" fmla="*/ 5 h 12"/>
                  <a:gd name="T2" fmla="*/ 14 w 10"/>
                  <a:gd name="T3" fmla="*/ 42 h 12"/>
                  <a:gd name="T4" fmla="*/ 27 w 10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6" y="1"/>
                    </a:moveTo>
                    <a:cubicBezTo>
                      <a:pt x="1" y="0"/>
                      <a:pt x="0" y="7"/>
                      <a:pt x="4" y="9"/>
                    </a:cubicBezTo>
                    <a:cubicBezTo>
                      <a:pt x="10" y="12"/>
                      <a:pt x="10" y="5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7" name="Freeform 4572">
                <a:extLst>
                  <a:ext uri="{FF2B5EF4-FFF2-40B4-BE49-F238E27FC236}">
                    <a16:creationId xmlns:a16="http://schemas.microsoft.com/office/drawing/2014/main" id="{A7CA3F11-0B3C-4E78-AE68-57949B8FD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3191"/>
                <a:ext cx="9" cy="11"/>
              </a:xfrm>
              <a:custGeom>
                <a:avLst/>
                <a:gdLst>
                  <a:gd name="T0" fmla="*/ 21 w 6"/>
                  <a:gd name="T1" fmla="*/ 0 h 7"/>
                  <a:gd name="T2" fmla="*/ 21 w 6"/>
                  <a:gd name="T3" fmla="*/ 22 h 7"/>
                  <a:gd name="T4" fmla="*/ 14 w 6"/>
                  <a:gd name="T5" fmla="*/ 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0" y="0"/>
                      <a:pt x="1" y="7"/>
                      <a:pt x="6" y="6"/>
                    </a:cubicBezTo>
                    <a:cubicBezTo>
                      <a:pt x="6" y="4"/>
                      <a:pt x="5" y="4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8" name="Freeform 4573">
                <a:extLst>
                  <a:ext uri="{FF2B5EF4-FFF2-40B4-BE49-F238E27FC236}">
                    <a16:creationId xmlns:a16="http://schemas.microsoft.com/office/drawing/2014/main" id="{7CCDC256-E3D0-445D-8DA6-ABD404AD8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3258"/>
                <a:ext cx="12" cy="10"/>
              </a:xfrm>
              <a:custGeom>
                <a:avLst/>
                <a:gdLst>
                  <a:gd name="T0" fmla="*/ 18 w 8"/>
                  <a:gd name="T1" fmla="*/ 0 h 6"/>
                  <a:gd name="T2" fmla="*/ 14 w 8"/>
                  <a:gd name="T3" fmla="*/ 28 h 6"/>
                  <a:gd name="T4" fmla="*/ 18 w 8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2" y="1"/>
                      <a:pt x="0" y="5"/>
                      <a:pt x="4" y="6"/>
                    </a:cubicBezTo>
                    <a:cubicBezTo>
                      <a:pt x="8" y="6"/>
                      <a:pt x="8" y="3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9" name="Freeform 4574">
                <a:extLst>
                  <a:ext uri="{FF2B5EF4-FFF2-40B4-BE49-F238E27FC236}">
                    <a16:creationId xmlns:a16="http://schemas.microsoft.com/office/drawing/2014/main" id="{D96765E4-6A28-40E9-9BC3-3BBC4FF8A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263"/>
                <a:ext cx="5" cy="5"/>
              </a:xfrm>
              <a:custGeom>
                <a:avLst/>
                <a:gdLst>
                  <a:gd name="T0" fmla="*/ 5 w 3"/>
                  <a:gd name="T1" fmla="*/ 5 h 3"/>
                  <a:gd name="T2" fmla="*/ 5 w 3"/>
                  <a:gd name="T3" fmla="*/ 13 h 3"/>
                  <a:gd name="T4" fmla="*/ 13 w 3"/>
                  <a:gd name="T5" fmla="*/ 8 h 3"/>
                  <a:gd name="T6" fmla="*/ 5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0" y="3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0" name="Freeform 4575">
                <a:extLst>
                  <a:ext uri="{FF2B5EF4-FFF2-40B4-BE49-F238E27FC236}">
                    <a16:creationId xmlns:a16="http://schemas.microsoft.com/office/drawing/2014/main" id="{DE7B7E58-7906-4ED3-BC37-6EE5B55FE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3410"/>
                <a:ext cx="15" cy="16"/>
              </a:xfrm>
              <a:custGeom>
                <a:avLst/>
                <a:gdLst>
                  <a:gd name="T0" fmla="*/ 27 w 10"/>
                  <a:gd name="T1" fmla="*/ 0 h 10"/>
                  <a:gd name="T2" fmla="*/ 35 w 10"/>
                  <a:gd name="T3" fmla="*/ 8 h 10"/>
                  <a:gd name="T4" fmla="*/ 26 w 10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0"/>
                    </a:moveTo>
                    <a:cubicBezTo>
                      <a:pt x="0" y="1"/>
                      <a:pt x="9" y="10"/>
                      <a:pt x="10" y="2"/>
                    </a:cubicBezTo>
                    <a:cubicBezTo>
                      <a:pt x="8" y="0"/>
                      <a:pt x="8" y="1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1" name="Freeform 4576">
                <a:extLst>
                  <a:ext uri="{FF2B5EF4-FFF2-40B4-BE49-F238E27FC236}">
                    <a16:creationId xmlns:a16="http://schemas.microsoft.com/office/drawing/2014/main" id="{2CA1E670-D807-429B-9CDC-86600BACD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425"/>
                <a:ext cx="6" cy="5"/>
              </a:xfrm>
              <a:custGeom>
                <a:avLst/>
                <a:gdLst>
                  <a:gd name="T0" fmla="*/ 0 w 4"/>
                  <a:gd name="T1" fmla="*/ 5 h 3"/>
                  <a:gd name="T2" fmla="*/ 8 w 4"/>
                  <a:gd name="T3" fmla="*/ 13 h 3"/>
                  <a:gd name="T4" fmla="*/ 14 w 4"/>
                  <a:gd name="T5" fmla="*/ 5 h 3"/>
                  <a:gd name="T6" fmla="*/ 12 w 4"/>
                  <a:gd name="T7" fmla="*/ 0 h 3"/>
                  <a:gd name="T8" fmla="*/ 5 w 4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1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2" name="Freeform 4577">
                <a:extLst>
                  <a:ext uri="{FF2B5EF4-FFF2-40B4-BE49-F238E27FC236}">
                    <a16:creationId xmlns:a16="http://schemas.microsoft.com/office/drawing/2014/main" id="{B4F91C11-7603-4B1D-BC93-C39D56402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3365"/>
                <a:ext cx="13" cy="13"/>
              </a:xfrm>
              <a:custGeom>
                <a:avLst/>
                <a:gdLst>
                  <a:gd name="T0" fmla="*/ 8 w 8"/>
                  <a:gd name="T1" fmla="*/ 5 h 8"/>
                  <a:gd name="T2" fmla="*/ 21 w 8"/>
                  <a:gd name="T3" fmla="*/ 26 h 8"/>
                  <a:gd name="T4" fmla="*/ 13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3"/>
                      <a:pt x="1" y="8"/>
                      <a:pt x="5" y="6"/>
                    </a:cubicBezTo>
                    <a:cubicBezTo>
                      <a:pt x="8" y="4"/>
                      <a:pt x="6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3" name="Freeform 4578">
                <a:extLst>
                  <a:ext uri="{FF2B5EF4-FFF2-40B4-BE49-F238E27FC236}">
                    <a16:creationId xmlns:a16="http://schemas.microsoft.com/office/drawing/2014/main" id="{59680127-43D6-4F35-A929-F909B1763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3591"/>
                <a:ext cx="16" cy="18"/>
              </a:xfrm>
              <a:custGeom>
                <a:avLst/>
                <a:gdLst>
                  <a:gd name="T0" fmla="*/ 13 w 10"/>
                  <a:gd name="T1" fmla="*/ 8 h 11"/>
                  <a:gd name="T2" fmla="*/ 34 w 10"/>
                  <a:gd name="T3" fmla="*/ 26 h 11"/>
                  <a:gd name="T4" fmla="*/ 21 w 10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3" y="2"/>
                    </a:moveTo>
                    <a:cubicBezTo>
                      <a:pt x="0" y="7"/>
                      <a:pt x="6" y="11"/>
                      <a:pt x="8" y="6"/>
                    </a:cubicBezTo>
                    <a:cubicBezTo>
                      <a:pt x="10" y="3"/>
                      <a:pt x="7" y="0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4" name="Freeform 4579">
                <a:extLst>
                  <a:ext uri="{FF2B5EF4-FFF2-40B4-BE49-F238E27FC236}">
                    <a16:creationId xmlns:a16="http://schemas.microsoft.com/office/drawing/2014/main" id="{06CE4E6C-58CC-4377-8B7C-39B835A36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611"/>
                <a:ext cx="14" cy="8"/>
              </a:xfrm>
              <a:custGeom>
                <a:avLst/>
                <a:gdLst>
                  <a:gd name="T0" fmla="*/ 12 w 9"/>
                  <a:gd name="T1" fmla="*/ 0 h 5"/>
                  <a:gd name="T2" fmla="*/ 19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3" y="0"/>
                    </a:moveTo>
                    <a:cubicBezTo>
                      <a:pt x="0" y="5"/>
                      <a:pt x="9" y="4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5" name="Freeform 4580">
                <a:extLst>
                  <a:ext uri="{FF2B5EF4-FFF2-40B4-BE49-F238E27FC236}">
                    <a16:creationId xmlns:a16="http://schemas.microsoft.com/office/drawing/2014/main" id="{3D8DBD07-6220-45A6-AF1B-0B3A9ABD1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3695"/>
                <a:ext cx="15" cy="11"/>
              </a:xfrm>
              <a:custGeom>
                <a:avLst/>
                <a:gdLst>
                  <a:gd name="T0" fmla="*/ 18 w 10"/>
                  <a:gd name="T1" fmla="*/ 5 h 7"/>
                  <a:gd name="T2" fmla="*/ 18 w 10"/>
                  <a:gd name="T3" fmla="*/ 27 h 7"/>
                  <a:gd name="T4" fmla="*/ 21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5" y="1"/>
                    </a:moveTo>
                    <a:cubicBezTo>
                      <a:pt x="1" y="0"/>
                      <a:pt x="0" y="7"/>
                      <a:pt x="5" y="7"/>
                    </a:cubicBezTo>
                    <a:cubicBezTo>
                      <a:pt x="10" y="7"/>
                      <a:pt x="10" y="1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6" name="Freeform 4581">
                <a:extLst>
                  <a:ext uri="{FF2B5EF4-FFF2-40B4-BE49-F238E27FC236}">
                    <a16:creationId xmlns:a16="http://schemas.microsoft.com/office/drawing/2014/main" id="{15108C06-05B0-4725-AB4A-4F8CCB7D1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3703"/>
                <a:ext cx="6" cy="7"/>
              </a:xfrm>
              <a:custGeom>
                <a:avLst/>
                <a:gdLst>
                  <a:gd name="T0" fmla="*/ 5 w 4"/>
                  <a:gd name="T1" fmla="*/ 12 h 4"/>
                  <a:gd name="T2" fmla="*/ 0 w 4"/>
                  <a:gd name="T3" fmla="*/ 21 h 4"/>
                  <a:gd name="T4" fmla="*/ 8 w 4"/>
                  <a:gd name="T5" fmla="*/ 0 h 4"/>
                  <a:gd name="T6" fmla="*/ 0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3" y="4"/>
                      <a:pt x="4" y="2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7" name="Freeform 4582">
                <a:extLst>
                  <a:ext uri="{FF2B5EF4-FFF2-40B4-BE49-F238E27FC236}">
                    <a16:creationId xmlns:a16="http://schemas.microsoft.com/office/drawing/2014/main" id="{2683CB79-5999-47F9-A4BB-B2A2A5897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3680"/>
                <a:ext cx="11" cy="10"/>
              </a:xfrm>
              <a:custGeom>
                <a:avLst/>
                <a:gdLst>
                  <a:gd name="T0" fmla="*/ 20 w 7"/>
                  <a:gd name="T1" fmla="*/ 0 h 6"/>
                  <a:gd name="T2" fmla="*/ 5 w 7"/>
                  <a:gd name="T3" fmla="*/ 28 h 6"/>
                  <a:gd name="T4" fmla="*/ 2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1" y="0"/>
                      <a:pt x="0" y="4"/>
                      <a:pt x="1" y="6"/>
                    </a:cubicBezTo>
                    <a:cubicBezTo>
                      <a:pt x="4" y="6"/>
                      <a:pt x="7" y="3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8" name="Freeform 4583">
                <a:extLst>
                  <a:ext uri="{FF2B5EF4-FFF2-40B4-BE49-F238E27FC236}">
                    <a16:creationId xmlns:a16="http://schemas.microsoft.com/office/drawing/2014/main" id="{D23FFF23-D116-425F-931B-30CDB7820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3640"/>
                <a:ext cx="14" cy="12"/>
              </a:xfrm>
              <a:custGeom>
                <a:avLst/>
                <a:gdLst>
                  <a:gd name="T0" fmla="*/ 22 w 9"/>
                  <a:gd name="T1" fmla="*/ 9 h 7"/>
                  <a:gd name="T2" fmla="*/ 8 w 9"/>
                  <a:gd name="T3" fmla="*/ 36 h 7"/>
                  <a:gd name="T4" fmla="*/ 22 w 9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2" y="0"/>
                      <a:pt x="0" y="4"/>
                      <a:pt x="2" y="7"/>
                    </a:cubicBezTo>
                    <a:cubicBezTo>
                      <a:pt x="5" y="7"/>
                      <a:pt x="9" y="3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9" name="Freeform 4584">
                <a:extLst>
                  <a:ext uri="{FF2B5EF4-FFF2-40B4-BE49-F238E27FC236}">
                    <a16:creationId xmlns:a16="http://schemas.microsoft.com/office/drawing/2014/main" id="{4806E42F-42D0-434F-9F8C-E048F062A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3799"/>
                <a:ext cx="16" cy="13"/>
              </a:xfrm>
              <a:custGeom>
                <a:avLst/>
                <a:gdLst>
                  <a:gd name="T0" fmla="*/ 26 w 10"/>
                  <a:gd name="T1" fmla="*/ 5 h 8"/>
                  <a:gd name="T2" fmla="*/ 13 w 10"/>
                  <a:gd name="T3" fmla="*/ 26 h 8"/>
                  <a:gd name="T4" fmla="*/ 29 w 10"/>
                  <a:gd name="T5" fmla="*/ 0 h 8"/>
                  <a:gd name="T6" fmla="*/ 26 w 10"/>
                  <a:gd name="T7" fmla="*/ 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6" y="1"/>
                    </a:moveTo>
                    <a:cubicBezTo>
                      <a:pt x="2" y="0"/>
                      <a:pt x="0" y="4"/>
                      <a:pt x="3" y="6"/>
                    </a:cubicBezTo>
                    <a:cubicBezTo>
                      <a:pt x="6" y="8"/>
                      <a:pt x="10" y="2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0" name="Freeform 4585">
                <a:extLst>
                  <a:ext uri="{FF2B5EF4-FFF2-40B4-BE49-F238E27FC236}">
                    <a16:creationId xmlns:a16="http://schemas.microsoft.com/office/drawing/2014/main" id="{E5F0F8CB-9453-4569-AE3E-F9AD9B2B6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3812"/>
                <a:ext cx="5" cy="6"/>
              </a:xfrm>
              <a:custGeom>
                <a:avLst/>
                <a:gdLst>
                  <a:gd name="T0" fmla="*/ 0 w 3"/>
                  <a:gd name="T1" fmla="*/ 8 h 4"/>
                  <a:gd name="T2" fmla="*/ 0 w 3"/>
                  <a:gd name="T3" fmla="*/ 14 h 4"/>
                  <a:gd name="T4" fmla="*/ 13 w 3"/>
                  <a:gd name="T5" fmla="*/ 0 h 4"/>
                  <a:gd name="T6" fmla="*/ 5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1" name="Freeform 4586">
                <a:extLst>
                  <a:ext uri="{FF2B5EF4-FFF2-40B4-BE49-F238E27FC236}">
                    <a16:creationId xmlns:a16="http://schemas.microsoft.com/office/drawing/2014/main" id="{797C1ED1-3E88-4385-A341-FD41B7001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" y="3494"/>
                <a:ext cx="25" cy="20"/>
              </a:xfrm>
              <a:custGeom>
                <a:avLst/>
                <a:gdLst>
                  <a:gd name="T0" fmla="*/ 31 w 16"/>
                  <a:gd name="T1" fmla="*/ 8 h 12"/>
                  <a:gd name="T2" fmla="*/ 48 w 16"/>
                  <a:gd name="T3" fmla="*/ 33 h 12"/>
                  <a:gd name="T4" fmla="*/ 34 w 16"/>
                  <a:gd name="T5" fmla="*/ 1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8" y="2"/>
                    </a:moveTo>
                    <a:cubicBezTo>
                      <a:pt x="0" y="4"/>
                      <a:pt x="8" y="12"/>
                      <a:pt x="13" y="7"/>
                    </a:cubicBezTo>
                    <a:cubicBezTo>
                      <a:pt x="16" y="3"/>
                      <a:pt x="12" y="0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2" name="Freeform 4587">
                <a:extLst>
                  <a:ext uri="{FF2B5EF4-FFF2-40B4-BE49-F238E27FC236}">
                    <a16:creationId xmlns:a16="http://schemas.microsoft.com/office/drawing/2014/main" id="{E2E7A71E-8C37-4850-A931-34098E8A9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3505"/>
                <a:ext cx="10" cy="9"/>
              </a:xfrm>
              <a:custGeom>
                <a:avLst/>
                <a:gdLst>
                  <a:gd name="T0" fmla="*/ 14 w 7"/>
                  <a:gd name="T1" fmla="*/ 7 h 5"/>
                  <a:gd name="T2" fmla="*/ 0 w 7"/>
                  <a:gd name="T3" fmla="*/ 23 h 5"/>
                  <a:gd name="T4" fmla="*/ 20 w 7"/>
                  <a:gd name="T5" fmla="*/ 7 h 5"/>
                  <a:gd name="T6" fmla="*/ 9 w 7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5" y="1"/>
                    </a:moveTo>
                    <a:cubicBezTo>
                      <a:pt x="3" y="0"/>
                      <a:pt x="1" y="1"/>
                      <a:pt x="0" y="4"/>
                    </a:cubicBezTo>
                    <a:cubicBezTo>
                      <a:pt x="3" y="5"/>
                      <a:pt x="6" y="3"/>
                      <a:pt x="7" y="1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3" name="Freeform 4588">
                <a:extLst>
                  <a:ext uri="{FF2B5EF4-FFF2-40B4-BE49-F238E27FC236}">
                    <a16:creationId xmlns:a16="http://schemas.microsoft.com/office/drawing/2014/main" id="{178BF266-1C68-46EF-9260-2C891757F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" y="3578"/>
                <a:ext cx="12" cy="13"/>
              </a:xfrm>
              <a:custGeom>
                <a:avLst/>
                <a:gdLst>
                  <a:gd name="T0" fmla="*/ 21 w 8"/>
                  <a:gd name="T1" fmla="*/ 8 h 8"/>
                  <a:gd name="T2" fmla="*/ 0 w 8"/>
                  <a:gd name="T3" fmla="*/ 26 h 8"/>
                  <a:gd name="T4" fmla="*/ 27 w 8"/>
                  <a:gd name="T5" fmla="*/ 13 h 8"/>
                  <a:gd name="T6" fmla="*/ 21 w 8"/>
                  <a:gd name="T7" fmla="*/ 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3" y="8"/>
                      <a:pt x="8" y="7"/>
                      <a:pt x="8" y="3"/>
                    </a:cubicBezTo>
                    <a:cubicBezTo>
                      <a:pt x="7" y="3"/>
                      <a:pt x="7" y="2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4" name="Freeform 4589">
                <a:extLst>
                  <a:ext uri="{FF2B5EF4-FFF2-40B4-BE49-F238E27FC236}">
                    <a16:creationId xmlns:a16="http://schemas.microsoft.com/office/drawing/2014/main" id="{631F51AD-B220-4EC7-850C-1E69D28C6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" y="3591"/>
                <a:ext cx="6" cy="7"/>
              </a:xfrm>
              <a:custGeom>
                <a:avLst/>
                <a:gdLst>
                  <a:gd name="T0" fmla="*/ 5 w 4"/>
                  <a:gd name="T1" fmla="*/ 0 h 4"/>
                  <a:gd name="T2" fmla="*/ 0 w 4"/>
                  <a:gd name="T3" fmla="*/ 16 h 4"/>
                  <a:gd name="T4" fmla="*/ 14 w 4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3" y="4"/>
                      <a:pt x="4" y="3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5" name="Freeform 4590">
                <a:extLst>
                  <a:ext uri="{FF2B5EF4-FFF2-40B4-BE49-F238E27FC236}">
                    <a16:creationId xmlns:a16="http://schemas.microsoft.com/office/drawing/2014/main" id="{01D69EA9-C2D8-4BA2-98F8-856C15D52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3471"/>
                <a:ext cx="10" cy="8"/>
              </a:xfrm>
              <a:custGeom>
                <a:avLst/>
                <a:gdLst>
                  <a:gd name="T0" fmla="*/ 28 w 6"/>
                  <a:gd name="T1" fmla="*/ 0 h 5"/>
                  <a:gd name="T2" fmla="*/ 0 w 6"/>
                  <a:gd name="T3" fmla="*/ 13 h 5"/>
                  <a:gd name="T4" fmla="*/ 28 w 6"/>
                  <a:gd name="T5" fmla="*/ 8 h 5"/>
                  <a:gd name="T6" fmla="*/ 20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3" y="0"/>
                      <a:pt x="0" y="0"/>
                      <a:pt x="0" y="3"/>
                    </a:cubicBezTo>
                    <a:cubicBezTo>
                      <a:pt x="2" y="5"/>
                      <a:pt x="5" y="4"/>
                      <a:pt x="6" y="2"/>
                    </a:cubicBezTo>
                    <a:cubicBezTo>
                      <a:pt x="5" y="1"/>
                      <a:pt x="5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6" name="Freeform 4591">
                <a:extLst>
                  <a:ext uri="{FF2B5EF4-FFF2-40B4-BE49-F238E27FC236}">
                    <a16:creationId xmlns:a16="http://schemas.microsoft.com/office/drawing/2014/main" id="{1FE40498-9C67-4BDA-B121-86F3C77E7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3408"/>
                <a:ext cx="7" cy="7"/>
              </a:xfrm>
              <a:custGeom>
                <a:avLst/>
                <a:gdLst>
                  <a:gd name="T0" fmla="*/ 16 w 4"/>
                  <a:gd name="T1" fmla="*/ 0 h 4"/>
                  <a:gd name="T2" fmla="*/ 0 w 4"/>
                  <a:gd name="T3" fmla="*/ 16 h 4"/>
                  <a:gd name="T4" fmla="*/ 21 w 4"/>
                  <a:gd name="T5" fmla="*/ 7 h 4"/>
                  <a:gd name="T6" fmla="*/ 12 w 4"/>
                  <a:gd name="T7" fmla="*/ 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1" y="1"/>
                      <a:pt x="0" y="1"/>
                      <a:pt x="0" y="3"/>
                    </a:cubicBezTo>
                    <a:cubicBezTo>
                      <a:pt x="2" y="4"/>
                      <a:pt x="4" y="3"/>
                      <a:pt x="4" y="1"/>
                    </a:cubicBezTo>
                    <a:cubicBezTo>
                      <a:pt x="3" y="0"/>
                      <a:pt x="3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7" name="Freeform 4592">
                <a:extLst>
                  <a:ext uri="{FF2B5EF4-FFF2-40B4-BE49-F238E27FC236}">
                    <a16:creationId xmlns:a16="http://schemas.microsoft.com/office/drawing/2014/main" id="{B3DC498F-6ED2-4FE9-83A3-2862B302E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347"/>
                <a:ext cx="14" cy="13"/>
              </a:xfrm>
              <a:custGeom>
                <a:avLst/>
                <a:gdLst>
                  <a:gd name="T0" fmla="*/ 14 w 9"/>
                  <a:gd name="T1" fmla="*/ 8 h 8"/>
                  <a:gd name="T2" fmla="*/ 12 w 9"/>
                  <a:gd name="T3" fmla="*/ 5 h 8"/>
                  <a:gd name="T4" fmla="*/ 19 w 9"/>
                  <a:gd name="T5" fmla="*/ 34 h 8"/>
                  <a:gd name="T6" fmla="*/ 19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4" y="2"/>
                    </a:moveTo>
                    <a:cubicBezTo>
                      <a:pt x="4" y="2"/>
                      <a:pt x="3" y="1"/>
                      <a:pt x="3" y="1"/>
                    </a:cubicBezTo>
                    <a:cubicBezTo>
                      <a:pt x="0" y="3"/>
                      <a:pt x="1" y="8"/>
                      <a:pt x="5" y="8"/>
                    </a:cubicBezTo>
                    <a:cubicBezTo>
                      <a:pt x="9" y="7"/>
                      <a:pt x="8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8" name="Freeform 4593">
                <a:extLst>
                  <a:ext uri="{FF2B5EF4-FFF2-40B4-BE49-F238E27FC236}">
                    <a16:creationId xmlns:a16="http://schemas.microsoft.com/office/drawing/2014/main" id="{182B70F3-DC6B-4160-BD21-9095CA70F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3360"/>
                <a:ext cx="19" cy="18"/>
              </a:xfrm>
              <a:custGeom>
                <a:avLst/>
                <a:gdLst>
                  <a:gd name="T0" fmla="*/ 35 w 12"/>
                  <a:gd name="T1" fmla="*/ 0 h 11"/>
                  <a:gd name="T2" fmla="*/ 25 w 12"/>
                  <a:gd name="T3" fmla="*/ 34 h 11"/>
                  <a:gd name="T4" fmla="*/ 35 w 12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9" y="0"/>
                    </a:moveTo>
                    <a:cubicBezTo>
                      <a:pt x="6" y="2"/>
                      <a:pt x="0" y="6"/>
                      <a:pt x="6" y="8"/>
                    </a:cubicBezTo>
                    <a:cubicBezTo>
                      <a:pt x="12" y="11"/>
                      <a:pt x="12" y="4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9" name="Freeform 4594">
                <a:extLst>
                  <a:ext uri="{FF2B5EF4-FFF2-40B4-BE49-F238E27FC236}">
                    <a16:creationId xmlns:a16="http://schemas.microsoft.com/office/drawing/2014/main" id="{F3D8BB42-4AE2-405B-8D0B-C04D78465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5" y="3369"/>
                <a:ext cx="8" cy="8"/>
              </a:xfrm>
              <a:custGeom>
                <a:avLst/>
                <a:gdLst>
                  <a:gd name="T0" fmla="*/ 13 w 5"/>
                  <a:gd name="T1" fmla="*/ 5 h 5"/>
                  <a:gd name="T2" fmla="*/ 0 w 5"/>
                  <a:gd name="T3" fmla="*/ 13 h 5"/>
                  <a:gd name="T4" fmla="*/ 13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3" y="5"/>
                      <a:pt x="5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0" name="Freeform 4595">
                <a:extLst>
                  <a:ext uri="{FF2B5EF4-FFF2-40B4-BE49-F238E27FC236}">
                    <a16:creationId xmlns:a16="http://schemas.microsoft.com/office/drawing/2014/main" id="{A5B5B767-7F06-4674-82D7-5474EC1E3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3258"/>
                <a:ext cx="11" cy="10"/>
              </a:xfrm>
              <a:custGeom>
                <a:avLst/>
                <a:gdLst>
                  <a:gd name="T0" fmla="*/ 20 w 7"/>
                  <a:gd name="T1" fmla="*/ 0 h 6"/>
                  <a:gd name="T2" fmla="*/ 27 w 7"/>
                  <a:gd name="T3" fmla="*/ 22 h 6"/>
                  <a:gd name="T4" fmla="*/ 20 w 7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0" y="1"/>
                      <a:pt x="3" y="6"/>
                      <a:pt x="7" y="5"/>
                    </a:cubicBezTo>
                    <a:cubicBezTo>
                      <a:pt x="7" y="3"/>
                      <a:pt x="6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1" name="Freeform 4596">
                <a:extLst>
                  <a:ext uri="{FF2B5EF4-FFF2-40B4-BE49-F238E27FC236}">
                    <a16:creationId xmlns:a16="http://schemas.microsoft.com/office/drawing/2014/main" id="{BF9D5311-93B1-4932-BAFB-74894188B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3327"/>
                <a:ext cx="15" cy="22"/>
              </a:xfrm>
              <a:custGeom>
                <a:avLst/>
                <a:gdLst>
                  <a:gd name="T0" fmla="*/ 27 w 10"/>
                  <a:gd name="T1" fmla="*/ 5 h 13"/>
                  <a:gd name="T2" fmla="*/ 21 w 10"/>
                  <a:gd name="T3" fmla="*/ 49 h 13"/>
                  <a:gd name="T4" fmla="*/ 21 w 10"/>
                  <a:gd name="T5" fmla="*/ 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8" y="1"/>
                    </a:moveTo>
                    <a:cubicBezTo>
                      <a:pt x="3" y="2"/>
                      <a:pt x="0" y="13"/>
                      <a:pt x="6" y="10"/>
                    </a:cubicBezTo>
                    <a:cubicBezTo>
                      <a:pt x="10" y="8"/>
                      <a:pt x="9" y="0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2" name="Freeform 4597">
                <a:extLst>
                  <a:ext uri="{FF2B5EF4-FFF2-40B4-BE49-F238E27FC236}">
                    <a16:creationId xmlns:a16="http://schemas.microsoft.com/office/drawing/2014/main" id="{BB844404-4141-425B-A005-7EC5BE9E0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3352"/>
                <a:ext cx="3" cy="5"/>
              </a:xfrm>
              <a:custGeom>
                <a:avLst/>
                <a:gdLst>
                  <a:gd name="T0" fmla="*/ 0 w 2"/>
                  <a:gd name="T1" fmla="*/ 5 h 3"/>
                  <a:gd name="T2" fmla="*/ 0 w 2"/>
                  <a:gd name="T3" fmla="*/ 8 h 3"/>
                  <a:gd name="T4" fmla="*/ 8 w 2"/>
                  <a:gd name="T5" fmla="*/ 0 h 3"/>
                  <a:gd name="T6" fmla="*/ 5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3" name="Freeform 4598">
                <a:extLst>
                  <a:ext uri="{FF2B5EF4-FFF2-40B4-BE49-F238E27FC236}">
                    <a16:creationId xmlns:a16="http://schemas.microsoft.com/office/drawing/2014/main" id="{8B0059B6-E779-475E-987F-37D1D2B91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3349"/>
                <a:ext cx="9" cy="11"/>
              </a:xfrm>
              <a:custGeom>
                <a:avLst/>
                <a:gdLst>
                  <a:gd name="T0" fmla="*/ 18 w 6"/>
                  <a:gd name="T1" fmla="*/ 5 h 7"/>
                  <a:gd name="T2" fmla="*/ 0 w 6"/>
                  <a:gd name="T3" fmla="*/ 27 h 7"/>
                  <a:gd name="T4" fmla="*/ 21 w 6"/>
                  <a:gd name="T5" fmla="*/ 14 h 7"/>
                  <a:gd name="T6" fmla="*/ 18 w 6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5" y="1"/>
                    </a:moveTo>
                    <a:cubicBezTo>
                      <a:pt x="2" y="0"/>
                      <a:pt x="0" y="4"/>
                      <a:pt x="0" y="7"/>
                    </a:cubicBezTo>
                    <a:cubicBezTo>
                      <a:pt x="3" y="7"/>
                      <a:pt x="5" y="6"/>
                      <a:pt x="6" y="4"/>
                    </a:cubicBezTo>
                    <a:cubicBezTo>
                      <a:pt x="6" y="3"/>
                      <a:pt x="5" y="4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4" name="Freeform 4599">
                <a:extLst>
                  <a:ext uri="{FF2B5EF4-FFF2-40B4-BE49-F238E27FC236}">
                    <a16:creationId xmlns:a16="http://schemas.microsoft.com/office/drawing/2014/main" id="{742FB442-3977-4E77-BAB2-33E1A7013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3369"/>
                <a:ext cx="5" cy="3"/>
              </a:xfrm>
              <a:custGeom>
                <a:avLst/>
                <a:gdLst>
                  <a:gd name="T0" fmla="*/ 5 w 3"/>
                  <a:gd name="T1" fmla="*/ 0 h 2"/>
                  <a:gd name="T2" fmla="*/ 0 w 3"/>
                  <a:gd name="T3" fmla="*/ 8 h 2"/>
                  <a:gd name="T4" fmla="*/ 13 w 3"/>
                  <a:gd name="T5" fmla="*/ 5 h 2"/>
                  <a:gd name="T6" fmla="*/ 5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3" y="0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5" name="Freeform 4600">
                <a:extLst>
                  <a:ext uri="{FF2B5EF4-FFF2-40B4-BE49-F238E27FC236}">
                    <a16:creationId xmlns:a16="http://schemas.microsoft.com/office/drawing/2014/main" id="{7C1EA022-B554-4D2D-B7E0-C37E8C1ED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3466"/>
                <a:ext cx="13" cy="23"/>
              </a:xfrm>
              <a:custGeom>
                <a:avLst/>
                <a:gdLst>
                  <a:gd name="T0" fmla="*/ 14 w 9"/>
                  <a:gd name="T1" fmla="*/ 20 h 14"/>
                  <a:gd name="T2" fmla="*/ 27 w 9"/>
                  <a:gd name="T3" fmla="*/ 33 h 14"/>
                  <a:gd name="T4" fmla="*/ 14 w 9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5" y="4"/>
                    </a:moveTo>
                    <a:cubicBezTo>
                      <a:pt x="0" y="0"/>
                      <a:pt x="3" y="14"/>
                      <a:pt x="9" y="7"/>
                    </a:cubicBezTo>
                    <a:cubicBezTo>
                      <a:pt x="8" y="5"/>
                      <a:pt x="7" y="5"/>
                      <a:pt x="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6" name="Freeform 4601">
                <a:extLst>
                  <a:ext uri="{FF2B5EF4-FFF2-40B4-BE49-F238E27FC236}">
                    <a16:creationId xmlns:a16="http://schemas.microsoft.com/office/drawing/2014/main" id="{45A0D13F-5303-4D6B-852A-65F8ACF33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484"/>
                <a:ext cx="3" cy="5"/>
              </a:xfrm>
              <a:custGeom>
                <a:avLst/>
                <a:gdLst>
                  <a:gd name="T0" fmla="*/ 0 w 2"/>
                  <a:gd name="T1" fmla="*/ 8 h 3"/>
                  <a:gd name="T2" fmla="*/ 0 w 2"/>
                  <a:gd name="T3" fmla="*/ 13 h 3"/>
                  <a:gd name="T4" fmla="*/ 8 w 2"/>
                  <a:gd name="T5" fmla="*/ 8 h 3"/>
                  <a:gd name="T6" fmla="*/ 5 w 2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7" name="Freeform 4602">
                <a:extLst>
                  <a:ext uri="{FF2B5EF4-FFF2-40B4-BE49-F238E27FC236}">
                    <a16:creationId xmlns:a16="http://schemas.microsoft.com/office/drawing/2014/main" id="{1D0B30B3-1737-4250-BF4B-EB1DA050A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3454"/>
                <a:ext cx="12" cy="12"/>
              </a:xfrm>
              <a:custGeom>
                <a:avLst/>
                <a:gdLst>
                  <a:gd name="T0" fmla="*/ 12 w 8"/>
                  <a:gd name="T1" fmla="*/ 0 h 7"/>
                  <a:gd name="T2" fmla="*/ 0 w 8"/>
                  <a:gd name="T3" fmla="*/ 26 h 7"/>
                  <a:gd name="T4" fmla="*/ 14 w 8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4" y="7"/>
                      <a:pt x="8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8" name="Freeform 4603">
                <a:extLst>
                  <a:ext uri="{FF2B5EF4-FFF2-40B4-BE49-F238E27FC236}">
                    <a16:creationId xmlns:a16="http://schemas.microsoft.com/office/drawing/2014/main" id="{15A94DA7-4D08-4915-B544-E177D2013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3462"/>
                <a:ext cx="12" cy="15"/>
              </a:xfrm>
              <a:custGeom>
                <a:avLst/>
                <a:gdLst>
                  <a:gd name="T0" fmla="*/ 27 w 8"/>
                  <a:gd name="T1" fmla="*/ 5 h 9"/>
                  <a:gd name="T2" fmla="*/ 5 w 8"/>
                  <a:gd name="T3" fmla="*/ 22 h 9"/>
                  <a:gd name="T4" fmla="*/ 26 w 8"/>
                  <a:gd name="T5" fmla="*/ 5 h 9"/>
                  <a:gd name="T6" fmla="*/ 21 w 8"/>
                  <a:gd name="T7" fmla="*/ 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1"/>
                    </a:moveTo>
                    <a:cubicBezTo>
                      <a:pt x="6" y="0"/>
                      <a:pt x="0" y="1"/>
                      <a:pt x="1" y="5"/>
                    </a:cubicBezTo>
                    <a:cubicBezTo>
                      <a:pt x="2" y="9"/>
                      <a:pt x="8" y="5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9" name="Freeform 4604">
                <a:extLst>
                  <a:ext uri="{FF2B5EF4-FFF2-40B4-BE49-F238E27FC236}">
                    <a16:creationId xmlns:a16="http://schemas.microsoft.com/office/drawing/2014/main" id="{D00C8D0C-F05F-4A3D-AE96-B2C1DDE29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3476"/>
                <a:ext cx="5" cy="5"/>
              </a:xfrm>
              <a:custGeom>
                <a:avLst/>
                <a:gdLst>
                  <a:gd name="T0" fmla="*/ 5 w 3"/>
                  <a:gd name="T1" fmla="*/ 8 h 3"/>
                  <a:gd name="T2" fmla="*/ 13 w 3"/>
                  <a:gd name="T3" fmla="*/ 8 h 3"/>
                  <a:gd name="T4" fmla="*/ 0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3" y="0"/>
                      <a:pt x="2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0" name="Freeform 4605">
                <a:extLst>
                  <a:ext uri="{FF2B5EF4-FFF2-40B4-BE49-F238E27FC236}">
                    <a16:creationId xmlns:a16="http://schemas.microsoft.com/office/drawing/2014/main" id="{F3ED1E84-11F3-4DC3-A859-98A234987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560"/>
                <a:ext cx="8" cy="6"/>
              </a:xfrm>
              <a:custGeom>
                <a:avLst/>
                <a:gdLst>
                  <a:gd name="T0" fmla="*/ 13 w 5"/>
                  <a:gd name="T1" fmla="*/ 0 h 4"/>
                  <a:gd name="T2" fmla="*/ 0 w 5"/>
                  <a:gd name="T3" fmla="*/ 14 h 4"/>
                  <a:gd name="T4" fmla="*/ 13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4"/>
                      <a:pt x="5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1" name="Freeform 4606">
                <a:extLst>
                  <a:ext uri="{FF2B5EF4-FFF2-40B4-BE49-F238E27FC236}">
                    <a16:creationId xmlns:a16="http://schemas.microsoft.com/office/drawing/2014/main" id="{4039C577-7C55-4F04-8AD2-54CAF0F25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3688"/>
                <a:ext cx="7" cy="8"/>
              </a:xfrm>
              <a:custGeom>
                <a:avLst/>
                <a:gdLst>
                  <a:gd name="T0" fmla="*/ 0 w 5"/>
                  <a:gd name="T1" fmla="*/ 8 h 5"/>
                  <a:gd name="T2" fmla="*/ 0 w 5"/>
                  <a:gd name="T3" fmla="*/ 21 h 5"/>
                  <a:gd name="T4" fmla="*/ 14 w 5"/>
                  <a:gd name="T5" fmla="*/ 5 h 5"/>
                  <a:gd name="T6" fmla="*/ 6 w 5"/>
                  <a:gd name="T7" fmla="*/ 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3" y="5"/>
                      <a:pt x="5" y="3"/>
                      <a:pt x="5" y="1"/>
                    </a:cubicBezTo>
                    <a:cubicBezTo>
                      <a:pt x="3" y="0"/>
                      <a:pt x="3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2" name="Freeform 4607">
                <a:extLst>
                  <a:ext uri="{FF2B5EF4-FFF2-40B4-BE49-F238E27FC236}">
                    <a16:creationId xmlns:a16="http://schemas.microsoft.com/office/drawing/2014/main" id="{04C10069-63DD-4A45-AE35-02D8D823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3238"/>
                <a:ext cx="7" cy="9"/>
              </a:xfrm>
              <a:custGeom>
                <a:avLst/>
                <a:gdLst>
                  <a:gd name="T0" fmla="*/ 8 w 5"/>
                  <a:gd name="T1" fmla="*/ 0 h 5"/>
                  <a:gd name="T2" fmla="*/ 0 w 5"/>
                  <a:gd name="T3" fmla="*/ 7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5"/>
                      <a:pt x="5" y="4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3" name="Freeform 4608">
                <a:extLst>
                  <a:ext uri="{FF2B5EF4-FFF2-40B4-BE49-F238E27FC236}">
                    <a16:creationId xmlns:a16="http://schemas.microsoft.com/office/drawing/2014/main" id="{CF359694-73FD-4061-976E-0541E305E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194"/>
                <a:ext cx="7" cy="6"/>
              </a:xfrm>
              <a:custGeom>
                <a:avLst/>
                <a:gdLst>
                  <a:gd name="T0" fmla="*/ 6 w 5"/>
                  <a:gd name="T1" fmla="*/ 0 h 4"/>
                  <a:gd name="T2" fmla="*/ 0 w 5"/>
                  <a:gd name="T3" fmla="*/ 12 h 4"/>
                  <a:gd name="T4" fmla="*/ 6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1"/>
                      <a:pt x="0" y="1"/>
                      <a:pt x="0" y="3"/>
                    </a:cubicBezTo>
                    <a:cubicBezTo>
                      <a:pt x="4" y="4"/>
                      <a:pt x="5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4" name="Freeform 4609">
                <a:extLst>
                  <a:ext uri="{FF2B5EF4-FFF2-40B4-BE49-F238E27FC236}">
                    <a16:creationId xmlns:a16="http://schemas.microsoft.com/office/drawing/2014/main" id="{3163DA61-9DA4-4766-805D-30615FF2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3624"/>
                <a:ext cx="5" cy="7"/>
              </a:xfrm>
              <a:custGeom>
                <a:avLst/>
                <a:gdLst>
                  <a:gd name="T0" fmla="*/ 5 w 3"/>
                  <a:gd name="T1" fmla="*/ 12 h 4"/>
                  <a:gd name="T2" fmla="*/ 0 w 3"/>
                  <a:gd name="T3" fmla="*/ 21 h 4"/>
                  <a:gd name="T4" fmla="*/ 8 w 3"/>
                  <a:gd name="T5" fmla="*/ 0 h 4"/>
                  <a:gd name="T6" fmla="*/ 0 w 3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3" y="3"/>
                      <a:pt x="3" y="2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5" name="Freeform 4610">
                <a:extLst>
                  <a:ext uri="{FF2B5EF4-FFF2-40B4-BE49-F238E27FC236}">
                    <a16:creationId xmlns:a16="http://schemas.microsoft.com/office/drawing/2014/main" id="{A6D65291-3F74-41E1-977D-01F9A5154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616"/>
                <a:ext cx="19" cy="23"/>
              </a:xfrm>
              <a:custGeom>
                <a:avLst/>
                <a:gdLst>
                  <a:gd name="T0" fmla="*/ 0 w 12"/>
                  <a:gd name="T1" fmla="*/ 21 h 14"/>
                  <a:gd name="T2" fmla="*/ 35 w 12"/>
                  <a:gd name="T3" fmla="*/ 41 h 14"/>
                  <a:gd name="T4" fmla="*/ 13 w 12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0" y="5"/>
                    </a:moveTo>
                    <a:cubicBezTo>
                      <a:pt x="0" y="9"/>
                      <a:pt x="6" y="14"/>
                      <a:pt x="9" y="9"/>
                    </a:cubicBezTo>
                    <a:cubicBezTo>
                      <a:pt x="12" y="5"/>
                      <a:pt x="7" y="0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6" name="Freeform 4611">
                <a:extLst>
                  <a:ext uri="{FF2B5EF4-FFF2-40B4-BE49-F238E27FC236}">
                    <a16:creationId xmlns:a16="http://schemas.microsoft.com/office/drawing/2014/main" id="{9BFA4446-4083-4BE6-9870-2CB8C32B5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632"/>
                <a:ext cx="9" cy="7"/>
              </a:xfrm>
              <a:custGeom>
                <a:avLst/>
                <a:gdLst>
                  <a:gd name="T0" fmla="*/ 5 w 6"/>
                  <a:gd name="T1" fmla="*/ 7 h 4"/>
                  <a:gd name="T2" fmla="*/ 5 w 6"/>
                  <a:gd name="T3" fmla="*/ 21 h 4"/>
                  <a:gd name="T4" fmla="*/ 18 w 6"/>
                  <a:gd name="T5" fmla="*/ 16 h 4"/>
                  <a:gd name="T6" fmla="*/ 14 w 6"/>
                  <a:gd name="T7" fmla="*/ 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" y="4"/>
                      <a:pt x="3" y="4"/>
                      <a:pt x="5" y="3"/>
                    </a:cubicBezTo>
                    <a:cubicBezTo>
                      <a:pt x="6" y="0"/>
                      <a:pt x="4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7" name="Freeform 4612">
                <a:extLst>
                  <a:ext uri="{FF2B5EF4-FFF2-40B4-BE49-F238E27FC236}">
                    <a16:creationId xmlns:a16="http://schemas.microsoft.com/office/drawing/2014/main" id="{723934F5-97E7-4961-BF22-77D327097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736"/>
                <a:ext cx="16" cy="13"/>
              </a:xfrm>
              <a:custGeom>
                <a:avLst/>
                <a:gdLst>
                  <a:gd name="T0" fmla="*/ 13 w 10"/>
                  <a:gd name="T1" fmla="*/ 0 h 8"/>
                  <a:gd name="T2" fmla="*/ 8 w 10"/>
                  <a:gd name="T3" fmla="*/ 29 h 8"/>
                  <a:gd name="T4" fmla="*/ 42 w 10"/>
                  <a:gd name="T5" fmla="*/ 21 h 8"/>
                  <a:gd name="T6" fmla="*/ 29 w 10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3" y="0"/>
                    </a:moveTo>
                    <a:cubicBezTo>
                      <a:pt x="1" y="3"/>
                      <a:pt x="0" y="4"/>
                      <a:pt x="2" y="7"/>
                    </a:cubicBezTo>
                    <a:cubicBezTo>
                      <a:pt x="4" y="8"/>
                      <a:pt x="7" y="7"/>
                      <a:pt x="10" y="5"/>
                    </a:cubicBezTo>
                    <a:cubicBezTo>
                      <a:pt x="10" y="2"/>
                      <a:pt x="9" y="3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8" name="Freeform 4613">
                <a:extLst>
                  <a:ext uri="{FF2B5EF4-FFF2-40B4-BE49-F238E27FC236}">
                    <a16:creationId xmlns:a16="http://schemas.microsoft.com/office/drawing/2014/main" id="{9240B807-7A85-4A26-BF60-49789282C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744"/>
                <a:ext cx="8" cy="7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21 h 4"/>
                  <a:gd name="T4" fmla="*/ 21 w 5"/>
                  <a:gd name="T5" fmla="*/ 12 h 4"/>
                  <a:gd name="T6" fmla="*/ 13 w 5"/>
                  <a:gd name="T7" fmla="*/ 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3" y="4"/>
                      <a:pt x="3" y="4"/>
                      <a:pt x="5" y="2"/>
                    </a:cubicBezTo>
                    <a:cubicBezTo>
                      <a:pt x="5" y="1"/>
                      <a:pt x="4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9" name="Freeform 4614">
                <a:extLst>
                  <a:ext uri="{FF2B5EF4-FFF2-40B4-BE49-F238E27FC236}">
                    <a16:creationId xmlns:a16="http://schemas.microsoft.com/office/drawing/2014/main" id="{06E75FE7-439F-425A-815F-E323950CB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787"/>
                <a:ext cx="26" cy="16"/>
              </a:xfrm>
              <a:custGeom>
                <a:avLst/>
                <a:gdLst>
                  <a:gd name="T0" fmla="*/ 28 w 17"/>
                  <a:gd name="T1" fmla="*/ 0 h 10"/>
                  <a:gd name="T2" fmla="*/ 28 w 17"/>
                  <a:gd name="T3" fmla="*/ 35 h 10"/>
                  <a:gd name="T4" fmla="*/ 47 w 17"/>
                  <a:gd name="T5" fmla="*/ 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0">
                    <a:moveTo>
                      <a:pt x="8" y="0"/>
                    </a:moveTo>
                    <a:cubicBezTo>
                      <a:pt x="0" y="0"/>
                      <a:pt x="2" y="8"/>
                      <a:pt x="8" y="9"/>
                    </a:cubicBezTo>
                    <a:cubicBezTo>
                      <a:pt x="14" y="10"/>
                      <a:pt x="17" y="5"/>
                      <a:pt x="1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0" name="Freeform 4615">
                <a:extLst>
                  <a:ext uri="{FF2B5EF4-FFF2-40B4-BE49-F238E27FC236}">
                    <a16:creationId xmlns:a16="http://schemas.microsoft.com/office/drawing/2014/main" id="{E5935A68-50E8-4927-BEAE-63A290EAC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2828"/>
                <a:ext cx="20" cy="13"/>
              </a:xfrm>
              <a:custGeom>
                <a:avLst/>
                <a:gdLst>
                  <a:gd name="T0" fmla="*/ 18 w 13"/>
                  <a:gd name="T1" fmla="*/ 0 h 8"/>
                  <a:gd name="T2" fmla="*/ 26 w 13"/>
                  <a:gd name="T3" fmla="*/ 34 h 8"/>
                  <a:gd name="T4" fmla="*/ 26 w 13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0" y="2"/>
                      <a:pt x="1" y="8"/>
                      <a:pt x="7" y="8"/>
                    </a:cubicBezTo>
                    <a:cubicBezTo>
                      <a:pt x="13" y="7"/>
                      <a:pt x="12" y="2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1" name="Freeform 4616">
                <a:extLst>
                  <a:ext uri="{FF2B5EF4-FFF2-40B4-BE49-F238E27FC236}">
                    <a16:creationId xmlns:a16="http://schemas.microsoft.com/office/drawing/2014/main" id="{90AD9FE3-6BAA-4FA5-87A4-2469CE00D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7" y="2973"/>
                <a:ext cx="6" cy="7"/>
              </a:xfrm>
              <a:custGeom>
                <a:avLst/>
                <a:gdLst>
                  <a:gd name="T0" fmla="*/ 8 w 4"/>
                  <a:gd name="T1" fmla="*/ 0 h 4"/>
                  <a:gd name="T2" fmla="*/ 14 w 4"/>
                  <a:gd name="T3" fmla="*/ 7 h 4"/>
                  <a:gd name="T4" fmla="*/ 14 w 4"/>
                  <a:gd name="T5" fmla="*/ 16 h 4"/>
                  <a:gd name="T6" fmla="*/ 5 w 4"/>
                  <a:gd name="T7" fmla="*/ 16 h 4"/>
                  <a:gd name="T8" fmla="*/ 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2" name="Freeform 4617">
                <a:extLst>
                  <a:ext uri="{FF2B5EF4-FFF2-40B4-BE49-F238E27FC236}">
                    <a16:creationId xmlns:a16="http://schemas.microsoft.com/office/drawing/2014/main" id="{92C50C6C-97D0-4541-80B7-282778C4E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5" y="2963"/>
                <a:ext cx="59" cy="18"/>
              </a:xfrm>
              <a:custGeom>
                <a:avLst/>
                <a:gdLst>
                  <a:gd name="T0" fmla="*/ 62 w 38"/>
                  <a:gd name="T1" fmla="*/ 0 h 11"/>
                  <a:gd name="T2" fmla="*/ 82 w 38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17" y="0"/>
                    </a:moveTo>
                    <a:cubicBezTo>
                      <a:pt x="0" y="8"/>
                      <a:pt x="38" y="11"/>
                      <a:pt x="2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3" name="Freeform 4618">
                <a:extLst>
                  <a:ext uri="{FF2B5EF4-FFF2-40B4-BE49-F238E27FC236}">
                    <a16:creationId xmlns:a16="http://schemas.microsoft.com/office/drawing/2014/main" id="{B71B4012-C04E-43CC-B8DE-2EF3975F7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3046"/>
                <a:ext cx="49" cy="19"/>
              </a:xfrm>
              <a:custGeom>
                <a:avLst/>
                <a:gdLst>
                  <a:gd name="T0" fmla="*/ 58 w 32"/>
                  <a:gd name="T1" fmla="*/ 0 h 12"/>
                  <a:gd name="T2" fmla="*/ 75 w 32"/>
                  <a:gd name="T3" fmla="*/ 0 h 12"/>
                  <a:gd name="T4" fmla="*/ 72 w 32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16" y="0"/>
                    </a:moveTo>
                    <a:cubicBezTo>
                      <a:pt x="0" y="8"/>
                      <a:pt x="32" y="12"/>
                      <a:pt x="21" y="0"/>
                    </a:cubicBezTo>
                    <a:cubicBezTo>
                      <a:pt x="21" y="0"/>
                      <a:pt x="20" y="0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4" name="Freeform 4619">
                <a:extLst>
                  <a:ext uri="{FF2B5EF4-FFF2-40B4-BE49-F238E27FC236}">
                    <a16:creationId xmlns:a16="http://schemas.microsoft.com/office/drawing/2014/main" id="{0C1B81DA-B515-42D8-89AF-97D76C9F7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3100"/>
                <a:ext cx="23" cy="18"/>
              </a:xfrm>
              <a:custGeom>
                <a:avLst/>
                <a:gdLst>
                  <a:gd name="T0" fmla="*/ 35 w 15"/>
                  <a:gd name="T1" fmla="*/ 13 h 11"/>
                  <a:gd name="T2" fmla="*/ 26 w 15"/>
                  <a:gd name="T3" fmla="*/ 41 h 11"/>
                  <a:gd name="T4" fmla="*/ 43 w 15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0" y="3"/>
                    </a:moveTo>
                    <a:cubicBezTo>
                      <a:pt x="4" y="0"/>
                      <a:pt x="0" y="7"/>
                      <a:pt x="7" y="9"/>
                    </a:cubicBezTo>
                    <a:cubicBezTo>
                      <a:pt x="12" y="11"/>
                      <a:pt x="15" y="6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5" name="Freeform 4620">
                <a:extLst>
                  <a:ext uri="{FF2B5EF4-FFF2-40B4-BE49-F238E27FC236}">
                    <a16:creationId xmlns:a16="http://schemas.microsoft.com/office/drawing/2014/main" id="{DD29DF3F-8FBF-45DF-9204-79FA1CC1F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3062"/>
                <a:ext cx="8" cy="8"/>
              </a:xfrm>
              <a:custGeom>
                <a:avLst/>
                <a:gdLst>
                  <a:gd name="T0" fmla="*/ 8 w 5"/>
                  <a:gd name="T1" fmla="*/ 8 h 5"/>
                  <a:gd name="T2" fmla="*/ 5 w 5"/>
                  <a:gd name="T3" fmla="*/ 21 h 5"/>
                  <a:gd name="T4" fmla="*/ 21 w 5"/>
                  <a:gd name="T5" fmla="*/ 13 h 5"/>
                  <a:gd name="T6" fmla="*/ 8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3" y="4"/>
                      <a:pt x="3" y="4"/>
                      <a:pt x="5" y="3"/>
                    </a:cubicBezTo>
                    <a:cubicBezTo>
                      <a:pt x="4" y="0"/>
                      <a:pt x="3" y="2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6" name="Freeform 4621">
                <a:extLst>
                  <a:ext uri="{FF2B5EF4-FFF2-40B4-BE49-F238E27FC236}">
                    <a16:creationId xmlns:a16="http://schemas.microsoft.com/office/drawing/2014/main" id="{923825E1-4927-4536-9849-882E3A706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975"/>
                <a:ext cx="29" cy="18"/>
              </a:xfrm>
              <a:custGeom>
                <a:avLst/>
                <a:gdLst>
                  <a:gd name="T0" fmla="*/ 27 w 19"/>
                  <a:gd name="T1" fmla="*/ 5 h 11"/>
                  <a:gd name="T2" fmla="*/ 32 w 19"/>
                  <a:gd name="T3" fmla="*/ 43 h 11"/>
                  <a:gd name="T4" fmla="*/ 40 w 1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8" y="1"/>
                    </a:moveTo>
                    <a:cubicBezTo>
                      <a:pt x="0" y="1"/>
                      <a:pt x="2" y="9"/>
                      <a:pt x="9" y="10"/>
                    </a:cubicBezTo>
                    <a:cubicBezTo>
                      <a:pt x="17" y="11"/>
                      <a:pt x="19" y="2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7" name="Freeform 4622">
                <a:extLst>
                  <a:ext uri="{FF2B5EF4-FFF2-40B4-BE49-F238E27FC236}">
                    <a16:creationId xmlns:a16="http://schemas.microsoft.com/office/drawing/2014/main" id="{51E8D80D-CA57-4E04-AFBA-FF894E47C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920"/>
                <a:ext cx="13" cy="14"/>
              </a:xfrm>
              <a:custGeom>
                <a:avLst/>
                <a:gdLst>
                  <a:gd name="T0" fmla="*/ 13 w 8"/>
                  <a:gd name="T1" fmla="*/ 0 h 8"/>
                  <a:gd name="T2" fmla="*/ 0 w 8"/>
                  <a:gd name="T3" fmla="*/ 12 h 8"/>
                  <a:gd name="T4" fmla="*/ 34 w 8"/>
                  <a:gd name="T5" fmla="*/ 0 h 8"/>
                  <a:gd name="T6" fmla="*/ 21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1" y="8"/>
                      <a:pt x="7" y="6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8" name="Freeform 4623">
                <a:extLst>
                  <a:ext uri="{FF2B5EF4-FFF2-40B4-BE49-F238E27FC236}">
                    <a16:creationId xmlns:a16="http://schemas.microsoft.com/office/drawing/2014/main" id="{D1D3B387-D132-4357-9E42-CA12AA35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938"/>
                <a:ext cx="20" cy="17"/>
              </a:xfrm>
              <a:custGeom>
                <a:avLst/>
                <a:gdLst>
                  <a:gd name="T0" fmla="*/ 14 w 13"/>
                  <a:gd name="T1" fmla="*/ 9 h 10"/>
                  <a:gd name="T2" fmla="*/ 5 w 13"/>
                  <a:gd name="T3" fmla="*/ 41 h 10"/>
                  <a:gd name="T4" fmla="*/ 48 w 13"/>
                  <a:gd name="T5" fmla="*/ 20 h 10"/>
                  <a:gd name="T6" fmla="*/ 22 w 13"/>
                  <a:gd name="T7" fmla="*/ 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4" y="2"/>
                    </a:moveTo>
                    <a:cubicBezTo>
                      <a:pt x="2" y="3"/>
                      <a:pt x="0" y="5"/>
                      <a:pt x="1" y="8"/>
                    </a:cubicBezTo>
                    <a:cubicBezTo>
                      <a:pt x="5" y="10"/>
                      <a:pt x="11" y="7"/>
                      <a:pt x="13" y="4"/>
                    </a:cubicBezTo>
                    <a:cubicBezTo>
                      <a:pt x="12" y="0"/>
                      <a:pt x="10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9" name="Freeform 4624">
                <a:extLst>
                  <a:ext uri="{FF2B5EF4-FFF2-40B4-BE49-F238E27FC236}">
                    <a16:creationId xmlns:a16="http://schemas.microsoft.com/office/drawing/2014/main" id="{4EE2E1B6-4641-45E4-9F20-38D067A48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2922"/>
                <a:ext cx="8" cy="8"/>
              </a:xfrm>
              <a:custGeom>
                <a:avLst/>
                <a:gdLst>
                  <a:gd name="T0" fmla="*/ 0 w 5"/>
                  <a:gd name="T1" fmla="*/ 5 h 5"/>
                  <a:gd name="T2" fmla="*/ 21 w 5"/>
                  <a:gd name="T3" fmla="*/ 5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2" y="5"/>
                      <a:pt x="4" y="5"/>
                      <a:pt x="5" y="1"/>
                    </a:cubicBezTo>
                    <a:cubicBezTo>
                      <a:pt x="4" y="0"/>
                      <a:pt x="3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0" name="Freeform 4625">
                <a:extLst>
                  <a:ext uri="{FF2B5EF4-FFF2-40B4-BE49-F238E27FC236}">
                    <a16:creationId xmlns:a16="http://schemas.microsoft.com/office/drawing/2014/main" id="{DF278853-BF1C-4094-A24A-B9C60247A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937"/>
                <a:ext cx="7" cy="8"/>
              </a:xfrm>
              <a:custGeom>
                <a:avLst/>
                <a:gdLst>
                  <a:gd name="T0" fmla="*/ 1 w 5"/>
                  <a:gd name="T1" fmla="*/ 5 h 5"/>
                  <a:gd name="T2" fmla="*/ 0 w 5"/>
                  <a:gd name="T3" fmla="*/ 21 h 5"/>
                  <a:gd name="T4" fmla="*/ 14 w 5"/>
                  <a:gd name="T5" fmla="*/ 13 h 5"/>
                  <a:gd name="T6" fmla="*/ 0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3" y="5"/>
                      <a:pt x="3" y="5"/>
                      <a:pt x="5" y="3"/>
                    </a:cubicBezTo>
                    <a:cubicBezTo>
                      <a:pt x="4" y="0"/>
                      <a:pt x="3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1" name="Freeform 4626">
                <a:extLst>
                  <a:ext uri="{FF2B5EF4-FFF2-40B4-BE49-F238E27FC236}">
                    <a16:creationId xmlns:a16="http://schemas.microsoft.com/office/drawing/2014/main" id="{88FAC02A-85B6-4697-8978-DC9A7D6A3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3037"/>
                <a:ext cx="18" cy="23"/>
              </a:xfrm>
              <a:custGeom>
                <a:avLst/>
                <a:gdLst>
                  <a:gd name="T0" fmla="*/ 12 w 12"/>
                  <a:gd name="T1" fmla="*/ 21 h 14"/>
                  <a:gd name="T2" fmla="*/ 27 w 12"/>
                  <a:gd name="T3" fmla="*/ 49 h 14"/>
                  <a:gd name="T4" fmla="*/ 21 w 12"/>
                  <a:gd name="T5" fmla="*/ 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3" y="5"/>
                    </a:moveTo>
                    <a:cubicBezTo>
                      <a:pt x="0" y="9"/>
                      <a:pt x="3" y="14"/>
                      <a:pt x="8" y="11"/>
                    </a:cubicBezTo>
                    <a:cubicBezTo>
                      <a:pt x="12" y="8"/>
                      <a:pt x="12" y="0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2" name="Freeform 4627">
                <a:extLst>
                  <a:ext uri="{FF2B5EF4-FFF2-40B4-BE49-F238E27FC236}">
                    <a16:creationId xmlns:a16="http://schemas.microsoft.com/office/drawing/2014/main" id="{A8E39AFE-5EE6-4329-9228-32D1BDF9B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3039"/>
                <a:ext cx="6" cy="5"/>
              </a:xfrm>
              <a:custGeom>
                <a:avLst/>
                <a:gdLst>
                  <a:gd name="T0" fmla="*/ 0 w 4"/>
                  <a:gd name="T1" fmla="*/ 5 h 3"/>
                  <a:gd name="T2" fmla="*/ 12 w 4"/>
                  <a:gd name="T3" fmla="*/ 13 h 3"/>
                  <a:gd name="T4" fmla="*/ 0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2"/>
                      <a:pt x="1" y="3"/>
                      <a:pt x="3" y="3"/>
                    </a:cubicBezTo>
                    <a:cubicBezTo>
                      <a:pt x="4" y="0"/>
                      <a:pt x="1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3" name="Freeform 4628">
                <a:extLst>
                  <a:ext uri="{FF2B5EF4-FFF2-40B4-BE49-F238E27FC236}">
                    <a16:creationId xmlns:a16="http://schemas.microsoft.com/office/drawing/2014/main" id="{F7DB6656-88B1-4D02-AD53-1E72F0592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205"/>
                <a:ext cx="17" cy="19"/>
              </a:xfrm>
              <a:custGeom>
                <a:avLst/>
                <a:gdLst>
                  <a:gd name="T0" fmla="*/ 5 w 11"/>
                  <a:gd name="T1" fmla="*/ 9 h 11"/>
                  <a:gd name="T2" fmla="*/ 8 w 11"/>
                  <a:gd name="T3" fmla="*/ 50 h 11"/>
                  <a:gd name="T4" fmla="*/ 12 w 11"/>
                  <a:gd name="T5" fmla="*/ 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2"/>
                    </a:moveTo>
                    <a:cubicBezTo>
                      <a:pt x="0" y="5"/>
                      <a:pt x="0" y="8"/>
                      <a:pt x="2" y="10"/>
                    </a:cubicBezTo>
                    <a:cubicBezTo>
                      <a:pt x="9" y="11"/>
                      <a:pt x="11" y="0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4" name="Freeform 4629">
                <a:extLst>
                  <a:ext uri="{FF2B5EF4-FFF2-40B4-BE49-F238E27FC236}">
                    <a16:creationId xmlns:a16="http://schemas.microsoft.com/office/drawing/2014/main" id="{85060967-C5D2-4431-A35F-E345CD1F0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3230"/>
                <a:ext cx="9" cy="8"/>
              </a:xfrm>
              <a:custGeom>
                <a:avLst/>
                <a:gdLst>
                  <a:gd name="T0" fmla="*/ 5 w 6"/>
                  <a:gd name="T1" fmla="*/ 5 h 5"/>
                  <a:gd name="T2" fmla="*/ 5 w 6"/>
                  <a:gd name="T3" fmla="*/ 21 h 5"/>
                  <a:gd name="T4" fmla="*/ 14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5" y="5"/>
                      <a:pt x="6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5" name="Freeform 4630">
                <a:extLst>
                  <a:ext uri="{FF2B5EF4-FFF2-40B4-BE49-F238E27FC236}">
                    <a16:creationId xmlns:a16="http://schemas.microsoft.com/office/drawing/2014/main" id="{7665D796-0AF0-4C67-9EDE-4D5259056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3367"/>
                <a:ext cx="37" cy="36"/>
              </a:xfrm>
              <a:custGeom>
                <a:avLst/>
                <a:gdLst>
                  <a:gd name="T0" fmla="*/ 12 w 24"/>
                  <a:gd name="T1" fmla="*/ 26 h 22"/>
                  <a:gd name="T2" fmla="*/ 29 w 24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2">
                    <a:moveTo>
                      <a:pt x="3" y="6"/>
                    </a:moveTo>
                    <a:cubicBezTo>
                      <a:pt x="0" y="22"/>
                      <a:pt x="24" y="1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6" name="Freeform 4631">
                <a:extLst>
                  <a:ext uri="{FF2B5EF4-FFF2-40B4-BE49-F238E27FC236}">
                    <a16:creationId xmlns:a16="http://schemas.microsoft.com/office/drawing/2014/main" id="{50E362BB-C468-4CCE-9099-28EBB6E9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7" y="3174"/>
                <a:ext cx="28" cy="18"/>
              </a:xfrm>
              <a:custGeom>
                <a:avLst/>
                <a:gdLst>
                  <a:gd name="T0" fmla="*/ 26 w 18"/>
                  <a:gd name="T1" fmla="*/ 13 h 11"/>
                  <a:gd name="T2" fmla="*/ 68 w 18"/>
                  <a:gd name="T3" fmla="*/ 8 h 11"/>
                  <a:gd name="T4" fmla="*/ 40 w 18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7" y="3"/>
                    </a:moveTo>
                    <a:cubicBezTo>
                      <a:pt x="0" y="9"/>
                      <a:pt x="15" y="11"/>
                      <a:pt x="18" y="2"/>
                    </a:cubicBezTo>
                    <a:cubicBezTo>
                      <a:pt x="16" y="0"/>
                      <a:pt x="14" y="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7" name="Freeform 4632">
                <a:extLst>
                  <a:ext uri="{FF2B5EF4-FFF2-40B4-BE49-F238E27FC236}">
                    <a16:creationId xmlns:a16="http://schemas.microsoft.com/office/drawing/2014/main" id="{D7CEC24A-F4F3-49DD-A8B0-E2C3F393C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8" y="3182"/>
                <a:ext cx="6" cy="7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21 h 4"/>
                  <a:gd name="T4" fmla="*/ 12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4" y="4"/>
                      <a:pt x="2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8" name="Freeform 4633">
                <a:extLst>
                  <a:ext uri="{FF2B5EF4-FFF2-40B4-BE49-F238E27FC236}">
                    <a16:creationId xmlns:a16="http://schemas.microsoft.com/office/drawing/2014/main" id="{CF58BCB8-772F-49CC-B287-20E75E063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3016"/>
                <a:ext cx="16" cy="11"/>
              </a:xfrm>
              <a:custGeom>
                <a:avLst/>
                <a:gdLst>
                  <a:gd name="T0" fmla="*/ 21 w 10"/>
                  <a:gd name="T1" fmla="*/ 0 h 7"/>
                  <a:gd name="T2" fmla="*/ 8 w 10"/>
                  <a:gd name="T3" fmla="*/ 22 h 7"/>
                  <a:gd name="T4" fmla="*/ 29 w 10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5" y="0"/>
                    </a:moveTo>
                    <a:cubicBezTo>
                      <a:pt x="2" y="1"/>
                      <a:pt x="0" y="3"/>
                      <a:pt x="2" y="6"/>
                    </a:cubicBezTo>
                    <a:cubicBezTo>
                      <a:pt x="6" y="7"/>
                      <a:pt x="10" y="4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9" name="Freeform 4634">
                <a:extLst>
                  <a:ext uri="{FF2B5EF4-FFF2-40B4-BE49-F238E27FC236}">
                    <a16:creationId xmlns:a16="http://schemas.microsoft.com/office/drawing/2014/main" id="{49E9482C-6837-43E6-8773-FC7D48A2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2" y="3023"/>
                <a:ext cx="6" cy="4"/>
              </a:xfrm>
              <a:custGeom>
                <a:avLst/>
                <a:gdLst>
                  <a:gd name="T0" fmla="*/ 5 w 4"/>
                  <a:gd name="T1" fmla="*/ 0 h 3"/>
                  <a:gd name="T2" fmla="*/ 0 w 4"/>
                  <a:gd name="T3" fmla="*/ 5 h 3"/>
                  <a:gd name="T4" fmla="*/ 8 w 4"/>
                  <a:gd name="T5" fmla="*/ 7 h 3"/>
                  <a:gd name="T6" fmla="*/ 5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4" y="1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0" name="Freeform 4635">
                <a:extLst>
                  <a:ext uri="{FF2B5EF4-FFF2-40B4-BE49-F238E27FC236}">
                    <a16:creationId xmlns:a16="http://schemas.microsoft.com/office/drawing/2014/main" id="{55907A32-8C91-4CB7-8FA1-A7193D6C1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3535"/>
                <a:ext cx="17" cy="23"/>
              </a:xfrm>
              <a:custGeom>
                <a:avLst/>
                <a:gdLst>
                  <a:gd name="T0" fmla="*/ 8 w 11"/>
                  <a:gd name="T1" fmla="*/ 43 h 14"/>
                  <a:gd name="T2" fmla="*/ 5 w 11"/>
                  <a:gd name="T3" fmla="*/ 58 h 14"/>
                  <a:gd name="T4" fmla="*/ 0 w 11"/>
                  <a:gd name="T5" fmla="*/ 3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2" y="10"/>
                    </a:moveTo>
                    <a:cubicBezTo>
                      <a:pt x="1" y="11"/>
                      <a:pt x="1" y="12"/>
                      <a:pt x="1" y="13"/>
                    </a:cubicBezTo>
                    <a:cubicBezTo>
                      <a:pt x="11" y="14"/>
                      <a:pt x="6" y="0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1" name="Freeform 4636">
                <a:extLst>
                  <a:ext uri="{FF2B5EF4-FFF2-40B4-BE49-F238E27FC236}">
                    <a16:creationId xmlns:a16="http://schemas.microsoft.com/office/drawing/2014/main" id="{3E06AD89-7653-4810-A78D-914B63BF5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3691"/>
                <a:ext cx="21" cy="17"/>
              </a:xfrm>
              <a:custGeom>
                <a:avLst/>
                <a:gdLst>
                  <a:gd name="T0" fmla="*/ 18 w 14"/>
                  <a:gd name="T1" fmla="*/ 15 h 10"/>
                  <a:gd name="T2" fmla="*/ 5 w 14"/>
                  <a:gd name="T3" fmla="*/ 44 h 10"/>
                  <a:gd name="T4" fmla="*/ 14 w 14"/>
                  <a:gd name="T5" fmla="*/ 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5" y="3"/>
                    </a:moveTo>
                    <a:cubicBezTo>
                      <a:pt x="1" y="4"/>
                      <a:pt x="0" y="6"/>
                      <a:pt x="1" y="9"/>
                    </a:cubicBezTo>
                    <a:cubicBezTo>
                      <a:pt x="9" y="10"/>
                      <a:pt x="14" y="0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2" name="Freeform 4637">
                <a:extLst>
                  <a:ext uri="{FF2B5EF4-FFF2-40B4-BE49-F238E27FC236}">
                    <a16:creationId xmlns:a16="http://schemas.microsoft.com/office/drawing/2014/main" id="{7CCC1EE8-4544-4EFF-935D-0C723885D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3706"/>
                <a:ext cx="7" cy="9"/>
              </a:xfrm>
              <a:custGeom>
                <a:avLst/>
                <a:gdLst>
                  <a:gd name="T0" fmla="*/ 0 w 4"/>
                  <a:gd name="T1" fmla="*/ 16 h 5"/>
                  <a:gd name="T2" fmla="*/ 12 w 4"/>
                  <a:gd name="T3" fmla="*/ 29 h 5"/>
                  <a:gd name="T4" fmla="*/ 16 w 4"/>
                  <a:gd name="T5" fmla="*/ 0 h 5"/>
                  <a:gd name="T6" fmla="*/ 0 w 4"/>
                  <a:gd name="T7" fmla="*/ 2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4"/>
                      <a:pt x="1" y="5"/>
                      <a:pt x="2" y="5"/>
                    </a:cubicBezTo>
                    <a:cubicBezTo>
                      <a:pt x="4" y="2"/>
                      <a:pt x="4" y="3"/>
                      <a:pt x="3" y="0"/>
                    </a:cubicBezTo>
                    <a:cubicBezTo>
                      <a:pt x="1" y="0"/>
                      <a:pt x="0" y="2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3" name="Freeform 4638">
                <a:extLst>
                  <a:ext uri="{FF2B5EF4-FFF2-40B4-BE49-F238E27FC236}">
                    <a16:creationId xmlns:a16="http://schemas.microsoft.com/office/drawing/2014/main" id="{C1C4ACD6-14C3-46C5-B4E1-22E46AF83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3800"/>
                <a:ext cx="16" cy="17"/>
              </a:xfrm>
              <a:custGeom>
                <a:avLst/>
                <a:gdLst>
                  <a:gd name="T0" fmla="*/ 16 w 10"/>
                  <a:gd name="T1" fmla="*/ 15 h 10"/>
                  <a:gd name="T2" fmla="*/ 0 w 10"/>
                  <a:gd name="T3" fmla="*/ 20 h 10"/>
                  <a:gd name="T4" fmla="*/ 42 w 10"/>
                  <a:gd name="T5" fmla="*/ 26 h 10"/>
                  <a:gd name="T6" fmla="*/ 13 w 10"/>
                  <a:gd name="T7" fmla="*/ 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4" y="3"/>
                    </a:moveTo>
                    <a:cubicBezTo>
                      <a:pt x="2" y="3"/>
                      <a:pt x="1" y="3"/>
                      <a:pt x="0" y="4"/>
                    </a:cubicBezTo>
                    <a:cubicBezTo>
                      <a:pt x="0" y="10"/>
                      <a:pt x="7" y="8"/>
                      <a:pt x="10" y="5"/>
                    </a:cubicBezTo>
                    <a:cubicBezTo>
                      <a:pt x="9" y="2"/>
                      <a:pt x="6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4" name="Freeform 4639">
                <a:extLst>
                  <a:ext uri="{FF2B5EF4-FFF2-40B4-BE49-F238E27FC236}">
                    <a16:creationId xmlns:a16="http://schemas.microsoft.com/office/drawing/2014/main" id="{0EA8E5A1-A4F0-42E5-AE13-369844E74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520"/>
                <a:ext cx="20" cy="16"/>
              </a:xfrm>
              <a:custGeom>
                <a:avLst/>
                <a:gdLst>
                  <a:gd name="T0" fmla="*/ 26 w 13"/>
                  <a:gd name="T1" fmla="*/ 5 h 10"/>
                  <a:gd name="T2" fmla="*/ 28 w 13"/>
                  <a:gd name="T3" fmla="*/ 34 h 10"/>
                  <a:gd name="T4" fmla="*/ 26 w 13"/>
                  <a:gd name="T5" fmla="*/ 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7" y="1"/>
                    </a:moveTo>
                    <a:cubicBezTo>
                      <a:pt x="0" y="0"/>
                      <a:pt x="2" y="10"/>
                      <a:pt x="8" y="8"/>
                    </a:cubicBezTo>
                    <a:cubicBezTo>
                      <a:pt x="13" y="7"/>
                      <a:pt x="12" y="0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5" name="Freeform 4640">
                <a:extLst>
                  <a:ext uri="{FF2B5EF4-FFF2-40B4-BE49-F238E27FC236}">
                    <a16:creationId xmlns:a16="http://schemas.microsoft.com/office/drawing/2014/main" id="{4914319C-3630-4E5F-85FB-7BB0EE175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2532"/>
                <a:ext cx="38" cy="9"/>
              </a:xfrm>
              <a:custGeom>
                <a:avLst/>
                <a:gdLst>
                  <a:gd name="T0" fmla="*/ 49 w 25"/>
                  <a:gd name="T1" fmla="*/ 0 h 6"/>
                  <a:gd name="T2" fmla="*/ 46 w 2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">
                    <a:moveTo>
                      <a:pt x="14" y="0"/>
                    </a:moveTo>
                    <a:cubicBezTo>
                      <a:pt x="0" y="2"/>
                      <a:pt x="25" y="6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6" name="Freeform 4641">
                <a:extLst>
                  <a:ext uri="{FF2B5EF4-FFF2-40B4-BE49-F238E27FC236}">
                    <a16:creationId xmlns:a16="http://schemas.microsoft.com/office/drawing/2014/main" id="{BB3E18F6-D270-4FEB-A010-1C173812A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583"/>
                <a:ext cx="17" cy="13"/>
              </a:xfrm>
              <a:custGeom>
                <a:avLst/>
                <a:gdLst>
                  <a:gd name="T0" fmla="*/ 19 w 11"/>
                  <a:gd name="T1" fmla="*/ 0 h 8"/>
                  <a:gd name="T2" fmla="*/ 5 w 11"/>
                  <a:gd name="T3" fmla="*/ 26 h 8"/>
                  <a:gd name="T4" fmla="*/ 22 w 11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5" y="0"/>
                    </a:moveTo>
                    <a:cubicBezTo>
                      <a:pt x="2" y="0"/>
                      <a:pt x="0" y="2"/>
                      <a:pt x="1" y="6"/>
                    </a:cubicBezTo>
                    <a:cubicBezTo>
                      <a:pt x="5" y="8"/>
                      <a:pt x="11" y="5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7" name="Freeform 4642">
                <a:extLst>
                  <a:ext uri="{FF2B5EF4-FFF2-40B4-BE49-F238E27FC236}">
                    <a16:creationId xmlns:a16="http://schemas.microsoft.com/office/drawing/2014/main" id="{C5D30A67-729D-428F-B370-448B3D106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391"/>
                <a:ext cx="20" cy="19"/>
              </a:xfrm>
              <a:custGeom>
                <a:avLst/>
                <a:gdLst>
                  <a:gd name="T0" fmla="*/ 18 w 13"/>
                  <a:gd name="T1" fmla="*/ 0 h 11"/>
                  <a:gd name="T2" fmla="*/ 18 w 13"/>
                  <a:gd name="T3" fmla="*/ 48 h 11"/>
                  <a:gd name="T4" fmla="*/ 22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5" y="0"/>
                    </a:moveTo>
                    <a:cubicBezTo>
                      <a:pt x="0" y="2"/>
                      <a:pt x="0" y="7"/>
                      <a:pt x="5" y="9"/>
                    </a:cubicBezTo>
                    <a:cubicBezTo>
                      <a:pt x="12" y="11"/>
                      <a:pt x="13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8" name="Freeform 4643">
                <a:extLst>
                  <a:ext uri="{FF2B5EF4-FFF2-40B4-BE49-F238E27FC236}">
                    <a16:creationId xmlns:a16="http://schemas.microsoft.com/office/drawing/2014/main" id="{1C0DD01A-816B-4060-A47A-8917CC730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403"/>
                <a:ext cx="6" cy="7"/>
              </a:xfrm>
              <a:custGeom>
                <a:avLst/>
                <a:gdLst>
                  <a:gd name="T0" fmla="*/ 5 w 4"/>
                  <a:gd name="T1" fmla="*/ 0 h 4"/>
                  <a:gd name="T2" fmla="*/ 5 w 4"/>
                  <a:gd name="T3" fmla="*/ 21 h 4"/>
                  <a:gd name="T4" fmla="*/ 14 w 4"/>
                  <a:gd name="T5" fmla="*/ 16 h 4"/>
                  <a:gd name="T6" fmla="*/ 8 w 4"/>
                  <a:gd name="T7" fmla="*/ 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3" y="4"/>
                      <a:pt x="2" y="4"/>
                      <a:pt x="4" y="3"/>
                    </a:cubicBezTo>
                    <a:cubicBezTo>
                      <a:pt x="4" y="2"/>
                      <a:pt x="3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9" name="Freeform 4644">
                <a:extLst>
                  <a:ext uri="{FF2B5EF4-FFF2-40B4-BE49-F238E27FC236}">
                    <a16:creationId xmlns:a16="http://schemas.microsoft.com/office/drawing/2014/main" id="{68D7DB92-A65F-497A-A4B7-1B75D8FDA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3663"/>
                <a:ext cx="82" cy="56"/>
              </a:xfrm>
              <a:custGeom>
                <a:avLst/>
                <a:gdLst>
                  <a:gd name="T0" fmla="*/ 0 w 53"/>
                  <a:gd name="T1" fmla="*/ 152 h 34"/>
                  <a:gd name="T2" fmla="*/ 196 w 53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34">
                    <a:moveTo>
                      <a:pt x="0" y="34"/>
                    </a:moveTo>
                    <a:cubicBezTo>
                      <a:pt x="19" y="23"/>
                      <a:pt x="41" y="19"/>
                      <a:pt x="53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0" name="Freeform 4645">
                <a:extLst>
                  <a:ext uri="{FF2B5EF4-FFF2-40B4-BE49-F238E27FC236}">
                    <a16:creationId xmlns:a16="http://schemas.microsoft.com/office/drawing/2014/main" id="{A8A71491-4DD2-4386-956A-C878BB30C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3458"/>
                <a:ext cx="153" cy="288"/>
              </a:xfrm>
              <a:custGeom>
                <a:avLst/>
                <a:gdLst>
                  <a:gd name="T0" fmla="*/ 365 w 99"/>
                  <a:gd name="T1" fmla="*/ 0 h 175"/>
                  <a:gd name="T2" fmla="*/ 0 w 99"/>
                  <a:gd name="T3" fmla="*/ 780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175">
                    <a:moveTo>
                      <a:pt x="99" y="0"/>
                    </a:moveTo>
                    <a:cubicBezTo>
                      <a:pt x="84" y="148"/>
                      <a:pt x="38" y="151"/>
                      <a:pt x="0" y="175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1" name="Freeform 4646">
                <a:extLst>
                  <a:ext uri="{FF2B5EF4-FFF2-40B4-BE49-F238E27FC236}">
                    <a16:creationId xmlns:a16="http://schemas.microsoft.com/office/drawing/2014/main" id="{823FF51D-C3B4-4EF5-A5CB-A5FB7D76E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3667"/>
                <a:ext cx="9" cy="10"/>
              </a:xfrm>
              <a:custGeom>
                <a:avLst/>
                <a:gdLst>
                  <a:gd name="T0" fmla="*/ 0 w 6"/>
                  <a:gd name="T1" fmla="*/ 0 h 6"/>
                  <a:gd name="T2" fmla="*/ 21 w 6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2" y="1"/>
                      <a:pt x="5" y="3"/>
                      <a:pt x="6" y="6"/>
                    </a:cubicBezTo>
                  </a:path>
                </a:pathLst>
              </a:custGeom>
              <a:noFill/>
              <a:ln w="9525" cap="flat">
                <a:solidFill>
                  <a:srgbClr val="CDA4A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2" name="Freeform 4647">
                <a:extLst>
                  <a:ext uri="{FF2B5EF4-FFF2-40B4-BE49-F238E27FC236}">
                    <a16:creationId xmlns:a16="http://schemas.microsoft.com/office/drawing/2014/main" id="{C8CFE76A-40AE-4724-A1FB-E291D0CE9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27"/>
                <a:ext cx="82" cy="105"/>
              </a:xfrm>
              <a:custGeom>
                <a:avLst/>
                <a:gdLst>
                  <a:gd name="T0" fmla="*/ 12 w 53"/>
                  <a:gd name="T1" fmla="*/ 0 h 64"/>
                  <a:gd name="T2" fmla="*/ 196 w 53"/>
                  <a:gd name="T3" fmla="*/ 282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4">
                    <a:moveTo>
                      <a:pt x="3" y="0"/>
                    </a:moveTo>
                    <a:cubicBezTo>
                      <a:pt x="0" y="35"/>
                      <a:pt x="20" y="58"/>
                      <a:pt x="53" y="64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3" name="Freeform 4648">
                <a:extLst>
                  <a:ext uri="{FF2B5EF4-FFF2-40B4-BE49-F238E27FC236}">
                    <a16:creationId xmlns:a16="http://schemas.microsoft.com/office/drawing/2014/main" id="{69F8EF6D-5CB3-4FBA-AD2A-0DFC6E91C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302"/>
                <a:ext cx="68" cy="113"/>
              </a:xfrm>
              <a:custGeom>
                <a:avLst/>
                <a:gdLst>
                  <a:gd name="T0" fmla="*/ 45 w 44"/>
                  <a:gd name="T1" fmla="*/ 0 h 68"/>
                  <a:gd name="T2" fmla="*/ 162 w 44"/>
                  <a:gd name="T3" fmla="*/ 312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68">
                    <a:moveTo>
                      <a:pt x="12" y="0"/>
                    </a:moveTo>
                    <a:cubicBezTo>
                      <a:pt x="0" y="24"/>
                      <a:pt x="19" y="63"/>
                      <a:pt x="44" y="68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4" name="Freeform 4649">
                <a:extLst>
                  <a:ext uri="{FF2B5EF4-FFF2-40B4-BE49-F238E27FC236}">
                    <a16:creationId xmlns:a16="http://schemas.microsoft.com/office/drawing/2014/main" id="{50626733-60ED-4EED-9DCA-A171D0D83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230"/>
                <a:ext cx="34" cy="66"/>
              </a:xfrm>
              <a:custGeom>
                <a:avLst/>
                <a:gdLst>
                  <a:gd name="T0" fmla="*/ 0 w 22"/>
                  <a:gd name="T1" fmla="*/ 0 h 40"/>
                  <a:gd name="T2" fmla="*/ 82 w 22"/>
                  <a:gd name="T3" fmla="*/ 18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0">
                    <a:moveTo>
                      <a:pt x="0" y="0"/>
                    </a:moveTo>
                    <a:cubicBezTo>
                      <a:pt x="13" y="9"/>
                      <a:pt x="19" y="26"/>
                      <a:pt x="22" y="40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5" name="Freeform 4650">
                <a:extLst>
                  <a:ext uri="{FF2B5EF4-FFF2-40B4-BE49-F238E27FC236}">
                    <a16:creationId xmlns:a16="http://schemas.microsoft.com/office/drawing/2014/main" id="{D6A6F7FF-B26B-4BC7-A749-A7718F93E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270"/>
                <a:ext cx="22" cy="3"/>
              </a:xfrm>
              <a:custGeom>
                <a:avLst/>
                <a:gdLst>
                  <a:gd name="T0" fmla="*/ 0 w 14"/>
                  <a:gd name="T1" fmla="*/ 8 h 2"/>
                  <a:gd name="T2" fmla="*/ 55 w 1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0" y="2"/>
                    </a:moveTo>
                    <a:cubicBezTo>
                      <a:pt x="5" y="1"/>
                      <a:pt x="10" y="0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6" name="Freeform 4651">
                <a:extLst>
                  <a:ext uri="{FF2B5EF4-FFF2-40B4-BE49-F238E27FC236}">
                    <a16:creationId xmlns:a16="http://schemas.microsoft.com/office/drawing/2014/main" id="{9573F3FC-0560-49E5-A819-C580A5D65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464"/>
                <a:ext cx="136" cy="84"/>
              </a:xfrm>
              <a:custGeom>
                <a:avLst/>
                <a:gdLst>
                  <a:gd name="T0" fmla="*/ 0 w 88"/>
                  <a:gd name="T1" fmla="*/ 0 h 51"/>
                  <a:gd name="T2" fmla="*/ 325 w 88"/>
                  <a:gd name="T3" fmla="*/ 152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51">
                    <a:moveTo>
                      <a:pt x="0" y="0"/>
                    </a:moveTo>
                    <a:cubicBezTo>
                      <a:pt x="21" y="30"/>
                      <a:pt x="50" y="51"/>
                      <a:pt x="88" y="34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7" name="Freeform 4652">
                <a:extLst>
                  <a:ext uri="{FF2B5EF4-FFF2-40B4-BE49-F238E27FC236}">
                    <a16:creationId xmlns:a16="http://schemas.microsoft.com/office/drawing/2014/main" id="{D9F0128F-105F-4841-8085-F16338DF3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497"/>
                <a:ext cx="44" cy="72"/>
              </a:xfrm>
              <a:custGeom>
                <a:avLst/>
                <a:gdLst>
                  <a:gd name="T0" fmla="*/ 0 w 28"/>
                  <a:gd name="T1" fmla="*/ 0 h 44"/>
                  <a:gd name="T2" fmla="*/ 108 w 28"/>
                  <a:gd name="T3" fmla="*/ 19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4">
                    <a:moveTo>
                      <a:pt x="0" y="0"/>
                    </a:moveTo>
                    <a:cubicBezTo>
                      <a:pt x="4" y="17"/>
                      <a:pt x="9" y="40"/>
                      <a:pt x="28" y="44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8" name="Freeform 4653">
                <a:extLst>
                  <a:ext uri="{FF2B5EF4-FFF2-40B4-BE49-F238E27FC236}">
                    <a16:creationId xmlns:a16="http://schemas.microsoft.com/office/drawing/2014/main" id="{19192CA8-8BBB-4AC6-AA9F-76FF4128D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535"/>
                <a:ext cx="115" cy="67"/>
              </a:xfrm>
              <a:custGeom>
                <a:avLst/>
                <a:gdLst>
                  <a:gd name="T0" fmla="*/ 0 w 74"/>
                  <a:gd name="T1" fmla="*/ 47 h 41"/>
                  <a:gd name="T2" fmla="*/ 278 w 74"/>
                  <a:gd name="T3" fmla="*/ 178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41">
                    <a:moveTo>
                      <a:pt x="0" y="11"/>
                    </a:moveTo>
                    <a:cubicBezTo>
                      <a:pt x="35" y="0"/>
                      <a:pt x="56" y="8"/>
                      <a:pt x="74" y="41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9" name="Freeform 4654">
                <a:extLst>
                  <a:ext uri="{FF2B5EF4-FFF2-40B4-BE49-F238E27FC236}">
                    <a16:creationId xmlns:a16="http://schemas.microsoft.com/office/drawing/2014/main" id="{13181565-9EFA-435D-AFD7-4C17A1B76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594"/>
                <a:ext cx="56" cy="25"/>
              </a:xfrm>
              <a:custGeom>
                <a:avLst/>
                <a:gdLst>
                  <a:gd name="T0" fmla="*/ 0 w 36"/>
                  <a:gd name="T1" fmla="*/ 70 h 15"/>
                  <a:gd name="T2" fmla="*/ 135 w 36"/>
                  <a:gd name="T3" fmla="*/ 4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0" y="15"/>
                    </a:moveTo>
                    <a:cubicBezTo>
                      <a:pt x="11" y="8"/>
                      <a:pt x="25" y="0"/>
                      <a:pt x="36" y="9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Freeform 4655">
                <a:extLst>
                  <a:ext uri="{FF2B5EF4-FFF2-40B4-BE49-F238E27FC236}">
                    <a16:creationId xmlns:a16="http://schemas.microsoft.com/office/drawing/2014/main" id="{E022EA65-ED18-4153-9111-31FE1D8E4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691"/>
                <a:ext cx="142" cy="55"/>
              </a:xfrm>
              <a:custGeom>
                <a:avLst/>
                <a:gdLst>
                  <a:gd name="T0" fmla="*/ 0 w 92"/>
                  <a:gd name="T1" fmla="*/ 0 h 33"/>
                  <a:gd name="T2" fmla="*/ 338 w 92"/>
                  <a:gd name="T3" fmla="*/ 10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33">
                    <a:moveTo>
                      <a:pt x="0" y="0"/>
                    </a:moveTo>
                    <a:cubicBezTo>
                      <a:pt x="13" y="29"/>
                      <a:pt x="67" y="33"/>
                      <a:pt x="92" y="22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1" name="Freeform 4656">
                <a:extLst>
                  <a:ext uri="{FF2B5EF4-FFF2-40B4-BE49-F238E27FC236}">
                    <a16:creationId xmlns:a16="http://schemas.microsoft.com/office/drawing/2014/main" id="{EF111888-F835-4198-AE37-B62C2A04B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2705"/>
                <a:ext cx="44" cy="59"/>
              </a:xfrm>
              <a:custGeom>
                <a:avLst/>
                <a:gdLst>
                  <a:gd name="T0" fmla="*/ 0 w 28"/>
                  <a:gd name="T1" fmla="*/ 0 h 36"/>
                  <a:gd name="T2" fmla="*/ 108 w 28"/>
                  <a:gd name="T3" fmla="*/ 159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6">
                    <a:moveTo>
                      <a:pt x="0" y="0"/>
                    </a:moveTo>
                    <a:cubicBezTo>
                      <a:pt x="1" y="16"/>
                      <a:pt x="11" y="35"/>
                      <a:pt x="28" y="36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2" name="Freeform 4657">
                <a:extLst>
                  <a:ext uri="{FF2B5EF4-FFF2-40B4-BE49-F238E27FC236}">
                    <a16:creationId xmlns:a16="http://schemas.microsoft.com/office/drawing/2014/main" id="{DE917430-6A40-4CDB-8C7F-8EE4FB54A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4" y="2873"/>
                <a:ext cx="121" cy="97"/>
              </a:xfrm>
              <a:custGeom>
                <a:avLst/>
                <a:gdLst>
                  <a:gd name="T0" fmla="*/ 5 w 78"/>
                  <a:gd name="T1" fmla="*/ 0 h 59"/>
                  <a:gd name="T2" fmla="*/ 292 w 78"/>
                  <a:gd name="T3" fmla="*/ 25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59">
                    <a:moveTo>
                      <a:pt x="1" y="0"/>
                    </a:moveTo>
                    <a:cubicBezTo>
                      <a:pt x="0" y="33"/>
                      <a:pt x="49" y="59"/>
                      <a:pt x="78" y="58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3" name="Freeform 4658">
                <a:extLst>
                  <a:ext uri="{FF2B5EF4-FFF2-40B4-BE49-F238E27FC236}">
                    <a16:creationId xmlns:a16="http://schemas.microsoft.com/office/drawing/2014/main" id="{D245A387-C702-4F92-904D-3D796D059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915"/>
                <a:ext cx="53" cy="81"/>
              </a:xfrm>
              <a:custGeom>
                <a:avLst/>
                <a:gdLst>
                  <a:gd name="T0" fmla="*/ 5 w 34"/>
                  <a:gd name="T1" fmla="*/ 0 h 49"/>
                  <a:gd name="T2" fmla="*/ 129 w 34"/>
                  <a:gd name="T3" fmla="*/ 222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9">
                    <a:moveTo>
                      <a:pt x="1" y="0"/>
                    </a:moveTo>
                    <a:cubicBezTo>
                      <a:pt x="0" y="25"/>
                      <a:pt x="14" y="42"/>
                      <a:pt x="34" y="49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Freeform 4659">
                <a:extLst>
                  <a:ext uri="{FF2B5EF4-FFF2-40B4-BE49-F238E27FC236}">
                    <a16:creationId xmlns:a16="http://schemas.microsoft.com/office/drawing/2014/main" id="{70DBC1CC-B84B-4888-A61C-AA2B17B60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3090"/>
                <a:ext cx="86" cy="129"/>
              </a:xfrm>
              <a:custGeom>
                <a:avLst/>
                <a:gdLst>
                  <a:gd name="T0" fmla="*/ 203 w 56"/>
                  <a:gd name="T1" fmla="*/ 0 h 78"/>
                  <a:gd name="T2" fmla="*/ 66 w 56"/>
                  <a:gd name="T3" fmla="*/ 352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78">
                    <a:moveTo>
                      <a:pt x="56" y="0"/>
                    </a:moveTo>
                    <a:cubicBezTo>
                      <a:pt x="32" y="13"/>
                      <a:pt x="0" y="50"/>
                      <a:pt x="18" y="78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5" name="Freeform 4660">
                <a:extLst>
                  <a:ext uri="{FF2B5EF4-FFF2-40B4-BE49-F238E27FC236}">
                    <a16:creationId xmlns:a16="http://schemas.microsoft.com/office/drawing/2014/main" id="{108DA916-1E26-42CC-A1ED-5805FEFE3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3212"/>
                <a:ext cx="63" cy="109"/>
              </a:xfrm>
              <a:custGeom>
                <a:avLst/>
                <a:gdLst>
                  <a:gd name="T0" fmla="*/ 149 w 41"/>
                  <a:gd name="T1" fmla="*/ 0 h 66"/>
                  <a:gd name="T2" fmla="*/ 5 w 41"/>
                  <a:gd name="T3" fmla="*/ 297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6">
                    <a:moveTo>
                      <a:pt x="41" y="0"/>
                    </a:moveTo>
                    <a:cubicBezTo>
                      <a:pt x="14" y="2"/>
                      <a:pt x="0" y="44"/>
                      <a:pt x="1" y="66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6" name="Freeform 4661">
                <a:extLst>
                  <a:ext uri="{FF2B5EF4-FFF2-40B4-BE49-F238E27FC236}">
                    <a16:creationId xmlns:a16="http://schemas.microsoft.com/office/drawing/2014/main" id="{158CD751-B359-4A19-83E0-B30445686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3011"/>
                <a:ext cx="45" cy="122"/>
              </a:xfrm>
              <a:custGeom>
                <a:avLst/>
                <a:gdLst>
                  <a:gd name="T0" fmla="*/ 34 w 29"/>
                  <a:gd name="T1" fmla="*/ 331 h 74"/>
                  <a:gd name="T2" fmla="*/ 109 w 29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4">
                    <a:moveTo>
                      <a:pt x="9" y="74"/>
                    </a:moveTo>
                    <a:cubicBezTo>
                      <a:pt x="0" y="50"/>
                      <a:pt x="5" y="14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7" name="Freeform 4662">
                <a:extLst>
                  <a:ext uri="{FF2B5EF4-FFF2-40B4-BE49-F238E27FC236}">
                    <a16:creationId xmlns:a16="http://schemas.microsoft.com/office/drawing/2014/main" id="{B4C9669C-983D-449F-A796-BCEAA6791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311"/>
                <a:ext cx="44" cy="66"/>
              </a:xfrm>
              <a:custGeom>
                <a:avLst/>
                <a:gdLst>
                  <a:gd name="T0" fmla="*/ 0 w 28"/>
                  <a:gd name="T1" fmla="*/ 0 h 40"/>
                  <a:gd name="T2" fmla="*/ 108 w 28"/>
                  <a:gd name="T3" fmla="*/ 18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0">
                    <a:moveTo>
                      <a:pt x="0" y="0"/>
                    </a:moveTo>
                    <a:cubicBezTo>
                      <a:pt x="0" y="17"/>
                      <a:pt x="11" y="37"/>
                      <a:pt x="28" y="40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Freeform 4663">
                <a:extLst>
                  <a:ext uri="{FF2B5EF4-FFF2-40B4-BE49-F238E27FC236}">
                    <a16:creationId xmlns:a16="http://schemas.microsoft.com/office/drawing/2014/main" id="{8536EF11-EABC-42DC-BCCC-FE188C8CF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3354"/>
                <a:ext cx="15" cy="76"/>
              </a:xfrm>
              <a:custGeom>
                <a:avLst/>
                <a:gdLst>
                  <a:gd name="T0" fmla="*/ 21 w 10"/>
                  <a:gd name="T1" fmla="*/ 0 h 46"/>
                  <a:gd name="T2" fmla="*/ 35 w 10"/>
                  <a:gd name="T3" fmla="*/ 208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6">
                    <a:moveTo>
                      <a:pt x="6" y="0"/>
                    </a:moveTo>
                    <a:cubicBezTo>
                      <a:pt x="0" y="16"/>
                      <a:pt x="5" y="32"/>
                      <a:pt x="10" y="46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9" name="Freeform 4664">
                <a:extLst>
                  <a:ext uri="{FF2B5EF4-FFF2-40B4-BE49-F238E27FC236}">
                    <a16:creationId xmlns:a16="http://schemas.microsoft.com/office/drawing/2014/main" id="{DB39A17A-7F02-42D8-8EEE-B1194B96D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3449"/>
                <a:ext cx="97" cy="155"/>
              </a:xfrm>
              <a:custGeom>
                <a:avLst/>
                <a:gdLst>
                  <a:gd name="T0" fmla="*/ 62 w 63"/>
                  <a:gd name="T1" fmla="*/ 0 h 94"/>
                  <a:gd name="T2" fmla="*/ 229 w 63"/>
                  <a:gd name="T3" fmla="*/ 422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94">
                    <a:moveTo>
                      <a:pt x="17" y="0"/>
                    </a:moveTo>
                    <a:cubicBezTo>
                      <a:pt x="0" y="35"/>
                      <a:pt x="28" y="85"/>
                      <a:pt x="63" y="94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0" name="Freeform 4665">
                <a:extLst>
                  <a:ext uri="{FF2B5EF4-FFF2-40B4-BE49-F238E27FC236}">
                    <a16:creationId xmlns:a16="http://schemas.microsoft.com/office/drawing/2014/main" id="{CE4325D1-2775-43C9-8D6E-2AFD2B241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3574"/>
                <a:ext cx="44" cy="129"/>
              </a:xfrm>
              <a:custGeom>
                <a:avLst/>
                <a:gdLst>
                  <a:gd name="T0" fmla="*/ 39 w 29"/>
                  <a:gd name="T1" fmla="*/ 0 h 78"/>
                  <a:gd name="T2" fmla="*/ 102 w 29"/>
                  <a:gd name="T3" fmla="*/ 352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8">
                    <a:moveTo>
                      <a:pt x="11" y="0"/>
                    </a:moveTo>
                    <a:cubicBezTo>
                      <a:pt x="0" y="25"/>
                      <a:pt x="5" y="63"/>
                      <a:pt x="29" y="78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1" name="Freeform 4666">
                <a:extLst>
                  <a:ext uri="{FF2B5EF4-FFF2-40B4-BE49-F238E27FC236}">
                    <a16:creationId xmlns:a16="http://schemas.microsoft.com/office/drawing/2014/main" id="{92818C60-9DF7-4F60-A78A-A6B37030E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3525"/>
                <a:ext cx="32" cy="73"/>
              </a:xfrm>
              <a:custGeom>
                <a:avLst/>
                <a:gdLst>
                  <a:gd name="T0" fmla="*/ 0 w 21"/>
                  <a:gd name="T1" fmla="*/ 0 h 44"/>
                  <a:gd name="T2" fmla="*/ 70 w 21"/>
                  <a:gd name="T3" fmla="*/ 20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4">
                    <a:moveTo>
                      <a:pt x="0" y="0"/>
                    </a:moveTo>
                    <a:cubicBezTo>
                      <a:pt x="11" y="13"/>
                      <a:pt x="21" y="27"/>
                      <a:pt x="20" y="44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Freeform 4667">
                <a:extLst>
                  <a:ext uri="{FF2B5EF4-FFF2-40B4-BE49-F238E27FC236}">
                    <a16:creationId xmlns:a16="http://schemas.microsoft.com/office/drawing/2014/main" id="{6B598FAA-6EE8-41E5-8C67-02BF607C6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3532"/>
                <a:ext cx="24" cy="39"/>
              </a:xfrm>
              <a:custGeom>
                <a:avLst/>
                <a:gdLst>
                  <a:gd name="T0" fmla="*/ 0 w 16"/>
                  <a:gd name="T1" fmla="*/ 102 h 24"/>
                  <a:gd name="T2" fmla="*/ 54 w 16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4">
                    <a:moveTo>
                      <a:pt x="0" y="24"/>
                    </a:moveTo>
                    <a:cubicBezTo>
                      <a:pt x="5" y="16"/>
                      <a:pt x="9" y="7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3" name="Freeform 4668">
                <a:extLst>
                  <a:ext uri="{FF2B5EF4-FFF2-40B4-BE49-F238E27FC236}">
                    <a16:creationId xmlns:a16="http://schemas.microsoft.com/office/drawing/2014/main" id="{85516F1E-C15C-4EAB-8C7E-F8F425F7A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3713"/>
                <a:ext cx="34" cy="130"/>
              </a:xfrm>
              <a:custGeom>
                <a:avLst/>
                <a:gdLst>
                  <a:gd name="T0" fmla="*/ 14 w 22"/>
                  <a:gd name="T1" fmla="*/ 0 h 79"/>
                  <a:gd name="T2" fmla="*/ 0 w 22"/>
                  <a:gd name="T3" fmla="*/ 352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9">
                    <a:moveTo>
                      <a:pt x="4" y="0"/>
                    </a:moveTo>
                    <a:cubicBezTo>
                      <a:pt x="19" y="25"/>
                      <a:pt x="22" y="59"/>
                      <a:pt x="0" y="79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4" name="Freeform 4669">
                <a:extLst>
                  <a:ext uri="{FF2B5EF4-FFF2-40B4-BE49-F238E27FC236}">
                    <a16:creationId xmlns:a16="http://schemas.microsoft.com/office/drawing/2014/main" id="{CA2DCB3F-243B-4127-8FEB-845BBA001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3637"/>
                <a:ext cx="54" cy="132"/>
              </a:xfrm>
              <a:custGeom>
                <a:avLst/>
                <a:gdLst>
                  <a:gd name="T0" fmla="*/ 80 w 35"/>
                  <a:gd name="T1" fmla="*/ 0 h 80"/>
                  <a:gd name="T2" fmla="*/ 0 w 35"/>
                  <a:gd name="T3" fmla="*/ 36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80">
                    <a:moveTo>
                      <a:pt x="22" y="0"/>
                    </a:moveTo>
                    <a:cubicBezTo>
                      <a:pt x="35" y="34"/>
                      <a:pt x="21" y="53"/>
                      <a:pt x="0" y="80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5" name="Freeform 4670">
                <a:extLst>
                  <a:ext uri="{FF2B5EF4-FFF2-40B4-BE49-F238E27FC236}">
                    <a16:creationId xmlns:a16="http://schemas.microsoft.com/office/drawing/2014/main" id="{13B931AA-A50F-4B77-A478-1DA803457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3746"/>
                <a:ext cx="46" cy="56"/>
              </a:xfrm>
              <a:custGeom>
                <a:avLst/>
                <a:gdLst>
                  <a:gd name="T0" fmla="*/ 0 w 30"/>
                  <a:gd name="T1" fmla="*/ 0 h 34"/>
                  <a:gd name="T2" fmla="*/ 109 w 30"/>
                  <a:gd name="T3" fmla="*/ 15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4">
                    <a:moveTo>
                      <a:pt x="0" y="0"/>
                    </a:moveTo>
                    <a:cubicBezTo>
                      <a:pt x="2" y="17"/>
                      <a:pt x="11" y="34"/>
                      <a:pt x="30" y="34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Freeform 4671">
                <a:extLst>
                  <a:ext uri="{FF2B5EF4-FFF2-40B4-BE49-F238E27FC236}">
                    <a16:creationId xmlns:a16="http://schemas.microsoft.com/office/drawing/2014/main" id="{05FEABD4-CDEA-43A2-8B8F-DE62F77B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782"/>
                <a:ext cx="17" cy="54"/>
              </a:xfrm>
              <a:custGeom>
                <a:avLst/>
                <a:gdLst>
                  <a:gd name="T0" fmla="*/ 36 w 11"/>
                  <a:gd name="T1" fmla="*/ 0 h 33"/>
                  <a:gd name="T2" fmla="*/ 40 w 11"/>
                  <a:gd name="T3" fmla="*/ 14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10" y="0"/>
                    </a:moveTo>
                    <a:cubicBezTo>
                      <a:pt x="0" y="12"/>
                      <a:pt x="3" y="22"/>
                      <a:pt x="11" y="33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7" name="Freeform 4672">
                <a:extLst>
                  <a:ext uri="{FF2B5EF4-FFF2-40B4-BE49-F238E27FC236}">
                    <a16:creationId xmlns:a16="http://schemas.microsoft.com/office/drawing/2014/main" id="{81D852E8-959E-417B-9558-89E5AC6EE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948"/>
                <a:ext cx="154" cy="73"/>
              </a:xfrm>
              <a:custGeom>
                <a:avLst/>
                <a:gdLst>
                  <a:gd name="T0" fmla="*/ 0 w 100"/>
                  <a:gd name="T1" fmla="*/ 166 h 44"/>
                  <a:gd name="T2" fmla="*/ 365 w 100"/>
                  <a:gd name="T3" fmla="*/ 20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44">
                    <a:moveTo>
                      <a:pt x="0" y="36"/>
                    </a:moveTo>
                    <a:cubicBezTo>
                      <a:pt x="24" y="0"/>
                      <a:pt x="79" y="11"/>
                      <a:pt x="100" y="44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8" name="Freeform 4673">
                <a:extLst>
                  <a:ext uri="{FF2B5EF4-FFF2-40B4-BE49-F238E27FC236}">
                    <a16:creationId xmlns:a16="http://schemas.microsoft.com/office/drawing/2014/main" id="{C03EF43D-D590-455A-B285-226CA64ED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993"/>
                <a:ext cx="83" cy="54"/>
              </a:xfrm>
              <a:custGeom>
                <a:avLst/>
                <a:gdLst>
                  <a:gd name="T0" fmla="*/ 0 w 54"/>
                  <a:gd name="T1" fmla="*/ 144 h 33"/>
                  <a:gd name="T2" fmla="*/ 197 w 54"/>
                  <a:gd name="T3" fmla="*/ 75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33">
                    <a:moveTo>
                      <a:pt x="0" y="33"/>
                    </a:moveTo>
                    <a:cubicBezTo>
                      <a:pt x="14" y="13"/>
                      <a:pt x="33" y="0"/>
                      <a:pt x="54" y="17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9" name="Freeform 4674">
                <a:extLst>
                  <a:ext uri="{FF2B5EF4-FFF2-40B4-BE49-F238E27FC236}">
                    <a16:creationId xmlns:a16="http://schemas.microsoft.com/office/drawing/2014/main" id="{12F19544-0282-4B74-BFCD-5DE854B75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3116"/>
                <a:ext cx="97" cy="40"/>
              </a:xfrm>
              <a:custGeom>
                <a:avLst/>
                <a:gdLst>
                  <a:gd name="T0" fmla="*/ 0 w 63"/>
                  <a:gd name="T1" fmla="*/ 0 h 24"/>
                  <a:gd name="T2" fmla="*/ 229 w 63"/>
                  <a:gd name="T3" fmla="*/ 4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4">
                    <a:moveTo>
                      <a:pt x="0" y="0"/>
                    </a:moveTo>
                    <a:cubicBezTo>
                      <a:pt x="12" y="24"/>
                      <a:pt x="42" y="19"/>
                      <a:pt x="63" y="10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Freeform 4675">
                <a:extLst>
                  <a:ext uri="{FF2B5EF4-FFF2-40B4-BE49-F238E27FC236}">
                    <a16:creationId xmlns:a16="http://schemas.microsoft.com/office/drawing/2014/main" id="{36645ED9-BBC6-4A12-83D8-27E42EFCC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3113"/>
                <a:ext cx="40" cy="35"/>
              </a:xfrm>
              <a:custGeom>
                <a:avLst/>
                <a:gdLst>
                  <a:gd name="T0" fmla="*/ 0 w 26"/>
                  <a:gd name="T1" fmla="*/ 0 h 21"/>
                  <a:gd name="T2" fmla="*/ 95 w 26"/>
                  <a:gd name="T3" fmla="*/ 9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0"/>
                    </a:moveTo>
                    <a:cubicBezTo>
                      <a:pt x="6" y="11"/>
                      <a:pt x="14" y="21"/>
                      <a:pt x="26" y="20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1" name="Freeform 4676">
                <a:extLst>
                  <a:ext uri="{FF2B5EF4-FFF2-40B4-BE49-F238E27FC236}">
                    <a16:creationId xmlns:a16="http://schemas.microsoft.com/office/drawing/2014/main" id="{CAA6F727-F067-49E9-A941-B02D77C63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3103"/>
                <a:ext cx="85" cy="60"/>
              </a:xfrm>
              <a:custGeom>
                <a:avLst/>
                <a:gdLst>
                  <a:gd name="T0" fmla="*/ 12 w 55"/>
                  <a:gd name="T1" fmla="*/ 0 h 36"/>
                  <a:gd name="T2" fmla="*/ 202 w 55"/>
                  <a:gd name="T3" fmla="*/ 158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36">
                    <a:moveTo>
                      <a:pt x="3" y="0"/>
                    </a:moveTo>
                    <a:cubicBezTo>
                      <a:pt x="0" y="26"/>
                      <a:pt x="35" y="36"/>
                      <a:pt x="55" y="34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2" name="Freeform 4677">
                <a:extLst>
                  <a:ext uri="{FF2B5EF4-FFF2-40B4-BE49-F238E27FC236}">
                    <a16:creationId xmlns:a16="http://schemas.microsoft.com/office/drawing/2014/main" id="{48524AA4-2C87-4A0D-A57F-EF50C2ED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3140"/>
                <a:ext cx="35" cy="52"/>
              </a:xfrm>
              <a:custGeom>
                <a:avLst/>
                <a:gdLst>
                  <a:gd name="T0" fmla="*/ 18 w 23"/>
                  <a:gd name="T1" fmla="*/ 0 h 32"/>
                  <a:gd name="T2" fmla="*/ 81 w 23"/>
                  <a:gd name="T3" fmla="*/ 13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2">
                    <a:moveTo>
                      <a:pt x="5" y="0"/>
                    </a:moveTo>
                    <a:cubicBezTo>
                      <a:pt x="0" y="14"/>
                      <a:pt x="10" y="28"/>
                      <a:pt x="23" y="32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3" name="Freeform 4678">
                <a:extLst>
                  <a:ext uri="{FF2B5EF4-FFF2-40B4-BE49-F238E27FC236}">
                    <a16:creationId xmlns:a16="http://schemas.microsoft.com/office/drawing/2014/main" id="{47BB957A-108B-407B-9536-66018E86B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370"/>
                <a:ext cx="77" cy="73"/>
              </a:xfrm>
              <a:custGeom>
                <a:avLst/>
                <a:gdLst>
                  <a:gd name="T0" fmla="*/ 0 w 50"/>
                  <a:gd name="T1" fmla="*/ 50 h 44"/>
                  <a:gd name="T2" fmla="*/ 183 w 50"/>
                  <a:gd name="T3" fmla="*/ 20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4">
                    <a:moveTo>
                      <a:pt x="0" y="11"/>
                    </a:moveTo>
                    <a:cubicBezTo>
                      <a:pt x="27" y="0"/>
                      <a:pt x="43" y="19"/>
                      <a:pt x="50" y="44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Freeform 4679">
                <a:extLst>
                  <a:ext uri="{FF2B5EF4-FFF2-40B4-BE49-F238E27FC236}">
                    <a16:creationId xmlns:a16="http://schemas.microsoft.com/office/drawing/2014/main" id="{E5688C89-15AA-419E-BA37-308205704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438"/>
                <a:ext cx="46" cy="16"/>
              </a:xfrm>
              <a:custGeom>
                <a:avLst/>
                <a:gdLst>
                  <a:gd name="T0" fmla="*/ 0 w 30"/>
                  <a:gd name="T1" fmla="*/ 42 h 10"/>
                  <a:gd name="T2" fmla="*/ 109 w 30"/>
                  <a:gd name="T3" fmla="*/ 1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0">
                    <a:moveTo>
                      <a:pt x="0" y="10"/>
                    </a:moveTo>
                    <a:cubicBezTo>
                      <a:pt x="7" y="0"/>
                      <a:pt x="19" y="1"/>
                      <a:pt x="30" y="4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5" name="Freeform 4680">
                <a:extLst>
                  <a:ext uri="{FF2B5EF4-FFF2-40B4-BE49-F238E27FC236}">
                    <a16:creationId xmlns:a16="http://schemas.microsoft.com/office/drawing/2014/main" id="{8D679CE9-0916-47A9-93C8-9D74385B3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3110"/>
                <a:ext cx="60" cy="58"/>
              </a:xfrm>
              <a:custGeom>
                <a:avLst/>
                <a:gdLst>
                  <a:gd name="T0" fmla="*/ 0 w 39"/>
                  <a:gd name="T1" fmla="*/ 159 h 35"/>
                  <a:gd name="T2" fmla="*/ 142 w 39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5">
                    <a:moveTo>
                      <a:pt x="0" y="35"/>
                    </a:moveTo>
                    <a:cubicBezTo>
                      <a:pt x="21" y="34"/>
                      <a:pt x="33" y="17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6" name="Freeform 4681">
                <a:extLst>
                  <a:ext uri="{FF2B5EF4-FFF2-40B4-BE49-F238E27FC236}">
                    <a16:creationId xmlns:a16="http://schemas.microsoft.com/office/drawing/2014/main" id="{FF245382-0239-46AA-A01A-D9C80BEE6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3087"/>
                <a:ext cx="53" cy="29"/>
              </a:xfrm>
              <a:custGeom>
                <a:avLst/>
                <a:gdLst>
                  <a:gd name="T0" fmla="*/ 0 w 34"/>
                  <a:gd name="T1" fmla="*/ 0 h 18"/>
                  <a:gd name="T2" fmla="*/ 129 w 34"/>
                  <a:gd name="T3" fmla="*/ 3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8">
                    <a:moveTo>
                      <a:pt x="0" y="0"/>
                    </a:moveTo>
                    <a:cubicBezTo>
                      <a:pt x="7" y="12"/>
                      <a:pt x="22" y="18"/>
                      <a:pt x="34" y="9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7" name="Freeform 4682">
                <a:extLst>
                  <a:ext uri="{FF2B5EF4-FFF2-40B4-BE49-F238E27FC236}">
                    <a16:creationId xmlns:a16="http://schemas.microsoft.com/office/drawing/2014/main" id="{1AB28A59-585A-4C8C-97E2-CEB5C61AD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3365"/>
                <a:ext cx="20" cy="63"/>
              </a:xfrm>
              <a:custGeom>
                <a:avLst/>
                <a:gdLst>
                  <a:gd name="T0" fmla="*/ 0 w 13"/>
                  <a:gd name="T1" fmla="*/ 0 h 38"/>
                  <a:gd name="T2" fmla="*/ 28 w 13"/>
                  <a:gd name="T3" fmla="*/ 17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10" y="8"/>
                      <a:pt x="13" y="27"/>
                      <a:pt x="8" y="38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Freeform 4683">
                <a:extLst>
                  <a:ext uri="{FF2B5EF4-FFF2-40B4-BE49-F238E27FC236}">
                    <a16:creationId xmlns:a16="http://schemas.microsoft.com/office/drawing/2014/main" id="{A9DCDC6A-01B0-4485-AE52-3DD6613B4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3341"/>
                <a:ext cx="25" cy="57"/>
              </a:xfrm>
              <a:custGeom>
                <a:avLst/>
                <a:gdLst>
                  <a:gd name="T0" fmla="*/ 47 w 16"/>
                  <a:gd name="T1" fmla="*/ 0 h 35"/>
                  <a:gd name="T2" fmla="*/ 0 w 16"/>
                  <a:gd name="T3" fmla="*/ 15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2" y="0"/>
                    </a:moveTo>
                    <a:cubicBezTo>
                      <a:pt x="16" y="10"/>
                      <a:pt x="6" y="28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9" name="Freeform 4684">
                <a:extLst>
                  <a:ext uri="{FF2B5EF4-FFF2-40B4-BE49-F238E27FC236}">
                    <a16:creationId xmlns:a16="http://schemas.microsoft.com/office/drawing/2014/main" id="{6F9D8F09-5E17-4439-AA6E-A4F55685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3527"/>
                <a:ext cx="21" cy="64"/>
              </a:xfrm>
              <a:custGeom>
                <a:avLst/>
                <a:gdLst>
                  <a:gd name="T0" fmla="*/ 35 w 14"/>
                  <a:gd name="T1" fmla="*/ 0 h 39"/>
                  <a:gd name="T2" fmla="*/ 48 w 14"/>
                  <a:gd name="T3" fmla="*/ 17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9">
                    <a:moveTo>
                      <a:pt x="10" y="0"/>
                    </a:moveTo>
                    <a:cubicBezTo>
                      <a:pt x="0" y="14"/>
                      <a:pt x="4" y="28"/>
                      <a:pt x="14" y="39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0" name="Freeform 4685">
                <a:extLst>
                  <a:ext uri="{FF2B5EF4-FFF2-40B4-BE49-F238E27FC236}">
                    <a16:creationId xmlns:a16="http://schemas.microsoft.com/office/drawing/2014/main" id="{0E531E51-13BD-4B02-AAB0-366F7CC7A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3571"/>
                <a:ext cx="20" cy="66"/>
              </a:xfrm>
              <a:custGeom>
                <a:avLst/>
                <a:gdLst>
                  <a:gd name="T0" fmla="*/ 48 w 13"/>
                  <a:gd name="T1" fmla="*/ 0 h 40"/>
                  <a:gd name="T2" fmla="*/ 43 w 13"/>
                  <a:gd name="T3" fmla="*/ 18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0">
                    <a:moveTo>
                      <a:pt x="13" y="0"/>
                    </a:moveTo>
                    <a:cubicBezTo>
                      <a:pt x="3" y="12"/>
                      <a:pt x="0" y="29"/>
                      <a:pt x="12" y="40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1" name="Freeform 4686">
                <a:extLst>
                  <a:ext uri="{FF2B5EF4-FFF2-40B4-BE49-F238E27FC236}">
                    <a16:creationId xmlns:a16="http://schemas.microsoft.com/office/drawing/2014/main" id="{3A5B2E86-D93C-42C5-83FD-A3F1B78E1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1" y="3181"/>
                <a:ext cx="64" cy="41"/>
              </a:xfrm>
              <a:custGeom>
                <a:avLst/>
                <a:gdLst>
                  <a:gd name="T0" fmla="*/ 0 w 41"/>
                  <a:gd name="T1" fmla="*/ 0 h 25"/>
                  <a:gd name="T2" fmla="*/ 156 w 41"/>
                  <a:gd name="T3" fmla="*/ 11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5">
                    <a:moveTo>
                      <a:pt x="0" y="0"/>
                    </a:moveTo>
                    <a:cubicBezTo>
                      <a:pt x="18" y="3"/>
                      <a:pt x="31" y="10"/>
                      <a:pt x="41" y="25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Freeform 4687">
                <a:extLst>
                  <a:ext uri="{FF2B5EF4-FFF2-40B4-BE49-F238E27FC236}">
                    <a16:creationId xmlns:a16="http://schemas.microsoft.com/office/drawing/2014/main" id="{5A252E3A-CC32-490D-8C09-41F3F3FD9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4" y="3222"/>
                <a:ext cx="44" cy="11"/>
              </a:xfrm>
              <a:custGeom>
                <a:avLst/>
                <a:gdLst>
                  <a:gd name="T0" fmla="*/ 0 w 28"/>
                  <a:gd name="T1" fmla="*/ 8 h 7"/>
                  <a:gd name="T2" fmla="*/ 108 w 28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">
                    <a:moveTo>
                      <a:pt x="0" y="2"/>
                    </a:moveTo>
                    <a:cubicBezTo>
                      <a:pt x="9" y="0"/>
                      <a:pt x="21" y="1"/>
                      <a:pt x="28" y="7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3" name="Freeform 4688">
                <a:extLst>
                  <a:ext uri="{FF2B5EF4-FFF2-40B4-BE49-F238E27FC236}">
                    <a16:creationId xmlns:a16="http://schemas.microsoft.com/office/drawing/2014/main" id="{37984C69-C36C-4140-AF95-74BD5116D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3014"/>
                <a:ext cx="24" cy="25"/>
              </a:xfrm>
              <a:custGeom>
                <a:avLst/>
                <a:gdLst>
                  <a:gd name="T0" fmla="*/ 0 w 15"/>
                  <a:gd name="T1" fmla="*/ 70 h 15"/>
                  <a:gd name="T2" fmla="*/ 61 w 15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0" y="15"/>
                    </a:moveTo>
                    <a:cubicBezTo>
                      <a:pt x="2" y="9"/>
                      <a:pt x="8" y="0"/>
                      <a:pt x="15" y="1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4" name="Freeform 4689">
                <a:extLst>
                  <a:ext uri="{FF2B5EF4-FFF2-40B4-BE49-F238E27FC236}">
                    <a16:creationId xmlns:a16="http://schemas.microsoft.com/office/drawing/2014/main" id="{6CF84845-10C8-46A1-A551-A68994CF6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469"/>
                <a:ext cx="35" cy="44"/>
              </a:xfrm>
              <a:custGeom>
                <a:avLst/>
                <a:gdLst>
                  <a:gd name="T0" fmla="*/ 0 w 23"/>
                  <a:gd name="T1" fmla="*/ 21 h 27"/>
                  <a:gd name="T2" fmla="*/ 40 w 23"/>
                  <a:gd name="T3" fmla="*/ 0 h 27"/>
                  <a:gd name="T4" fmla="*/ 8 w 23"/>
                  <a:gd name="T5" fmla="*/ 55 h 27"/>
                  <a:gd name="T6" fmla="*/ 70 w 23"/>
                  <a:gd name="T7" fmla="*/ 55 h 27"/>
                  <a:gd name="T8" fmla="*/ 40 w 23"/>
                  <a:gd name="T9" fmla="*/ 11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7">
                    <a:moveTo>
                      <a:pt x="0" y="5"/>
                    </a:moveTo>
                    <a:cubicBezTo>
                      <a:pt x="3" y="2"/>
                      <a:pt x="7" y="0"/>
                      <a:pt x="11" y="0"/>
                    </a:cubicBezTo>
                    <a:cubicBezTo>
                      <a:pt x="10" y="5"/>
                      <a:pt x="6" y="9"/>
                      <a:pt x="2" y="13"/>
                    </a:cubicBezTo>
                    <a:cubicBezTo>
                      <a:pt x="6" y="12"/>
                      <a:pt x="18" y="7"/>
                      <a:pt x="20" y="13"/>
                    </a:cubicBezTo>
                    <a:cubicBezTo>
                      <a:pt x="23" y="17"/>
                      <a:pt x="15" y="25"/>
                      <a:pt x="11" y="27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5" name="Freeform 4690">
                <a:extLst>
                  <a:ext uri="{FF2B5EF4-FFF2-40B4-BE49-F238E27FC236}">
                    <a16:creationId xmlns:a16="http://schemas.microsoft.com/office/drawing/2014/main" id="{39F71586-7BCB-4194-A424-73D9BF63A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398"/>
                <a:ext cx="17" cy="20"/>
              </a:xfrm>
              <a:custGeom>
                <a:avLst/>
                <a:gdLst>
                  <a:gd name="T0" fmla="*/ 29 w 11"/>
                  <a:gd name="T1" fmla="*/ 55 h 12"/>
                  <a:gd name="T2" fmla="*/ 29 w 11"/>
                  <a:gd name="T3" fmla="*/ 0 h 12"/>
                  <a:gd name="T4" fmla="*/ 0 w 11"/>
                  <a:gd name="T5" fmla="*/ 3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8" y="12"/>
                    </a:moveTo>
                    <a:cubicBezTo>
                      <a:pt x="11" y="9"/>
                      <a:pt x="11" y="4"/>
                      <a:pt x="8" y="0"/>
                    </a:cubicBezTo>
                    <a:cubicBezTo>
                      <a:pt x="3" y="1"/>
                      <a:pt x="1" y="4"/>
                      <a:pt x="0" y="8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Freeform 4691">
                <a:extLst>
                  <a:ext uri="{FF2B5EF4-FFF2-40B4-BE49-F238E27FC236}">
                    <a16:creationId xmlns:a16="http://schemas.microsoft.com/office/drawing/2014/main" id="{F427597F-0C03-49C7-814F-4EAADC982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302"/>
                <a:ext cx="21" cy="9"/>
              </a:xfrm>
              <a:custGeom>
                <a:avLst/>
                <a:gdLst>
                  <a:gd name="T0" fmla="*/ 0 w 14"/>
                  <a:gd name="T1" fmla="*/ 0 h 5"/>
                  <a:gd name="T2" fmla="*/ 48 w 14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4" y="4"/>
                      <a:pt x="9" y="4"/>
                      <a:pt x="14" y="5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7" name="Freeform 4692">
                <a:extLst>
                  <a:ext uri="{FF2B5EF4-FFF2-40B4-BE49-F238E27FC236}">
                    <a16:creationId xmlns:a16="http://schemas.microsoft.com/office/drawing/2014/main" id="{96D8A2D2-2546-4E78-BBD5-2FDCAE0D2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32"/>
                <a:ext cx="23" cy="52"/>
              </a:xfrm>
              <a:custGeom>
                <a:avLst/>
                <a:gdLst>
                  <a:gd name="T0" fmla="*/ 0 w 15"/>
                  <a:gd name="T1" fmla="*/ 5 h 32"/>
                  <a:gd name="T2" fmla="*/ 43 w 15"/>
                  <a:gd name="T3" fmla="*/ 0 h 32"/>
                  <a:gd name="T4" fmla="*/ 12 w 15"/>
                  <a:gd name="T5" fmla="*/ 47 h 32"/>
                  <a:gd name="T6" fmla="*/ 12 w 15"/>
                  <a:gd name="T7" fmla="*/ 96 h 32"/>
                  <a:gd name="T8" fmla="*/ 54 w 15"/>
                  <a:gd name="T9" fmla="*/ 98 h 32"/>
                  <a:gd name="T10" fmla="*/ 21 w 15"/>
                  <a:gd name="T11" fmla="*/ 13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2">
                    <a:moveTo>
                      <a:pt x="0" y="1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1" y="4"/>
                      <a:pt x="7" y="7"/>
                      <a:pt x="3" y="11"/>
                    </a:cubicBezTo>
                    <a:cubicBezTo>
                      <a:pt x="15" y="12"/>
                      <a:pt x="15" y="19"/>
                      <a:pt x="3" y="22"/>
                    </a:cubicBezTo>
                    <a:cubicBezTo>
                      <a:pt x="7" y="21"/>
                      <a:pt x="11" y="21"/>
                      <a:pt x="15" y="23"/>
                    </a:cubicBezTo>
                    <a:cubicBezTo>
                      <a:pt x="14" y="27"/>
                      <a:pt x="9" y="30"/>
                      <a:pt x="6" y="32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8" name="Freeform 4693">
                <a:extLst>
                  <a:ext uri="{FF2B5EF4-FFF2-40B4-BE49-F238E27FC236}">
                    <a16:creationId xmlns:a16="http://schemas.microsoft.com/office/drawing/2014/main" id="{7A1D582B-6ED7-47F0-B30A-07F38CA19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232"/>
                <a:ext cx="8" cy="14"/>
              </a:xfrm>
              <a:custGeom>
                <a:avLst/>
                <a:gdLst>
                  <a:gd name="T0" fmla="*/ 21 w 5"/>
                  <a:gd name="T1" fmla="*/ 0 h 9"/>
                  <a:gd name="T2" fmla="*/ 0 w 5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2" y="2"/>
                      <a:pt x="0" y="5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9" name="Freeform 4694">
                <a:extLst>
                  <a:ext uri="{FF2B5EF4-FFF2-40B4-BE49-F238E27FC236}">
                    <a16:creationId xmlns:a16="http://schemas.microsoft.com/office/drawing/2014/main" id="{3D6F4CCC-8BD3-4289-965B-5250593FA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288"/>
                <a:ext cx="28" cy="6"/>
              </a:xfrm>
              <a:custGeom>
                <a:avLst/>
                <a:gdLst>
                  <a:gd name="T0" fmla="*/ 0 w 18"/>
                  <a:gd name="T1" fmla="*/ 14 h 4"/>
                  <a:gd name="T2" fmla="*/ 68 w 18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6" y="0"/>
                      <a:pt x="12" y="1"/>
                      <a:pt x="18" y="3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0" name="Freeform 4695">
                <a:extLst>
                  <a:ext uri="{FF2B5EF4-FFF2-40B4-BE49-F238E27FC236}">
                    <a16:creationId xmlns:a16="http://schemas.microsoft.com/office/drawing/2014/main" id="{6873AAD2-36D2-45DE-8E89-E2E1A2B55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380"/>
                <a:ext cx="9" cy="18"/>
              </a:xfrm>
              <a:custGeom>
                <a:avLst/>
                <a:gdLst>
                  <a:gd name="T0" fmla="*/ 0 w 6"/>
                  <a:gd name="T1" fmla="*/ 0 h 11"/>
                  <a:gd name="T2" fmla="*/ 21 w 6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1" y="5"/>
                      <a:pt x="2" y="8"/>
                      <a:pt x="6" y="11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1" name="Freeform 4696">
                <a:extLst>
                  <a:ext uri="{FF2B5EF4-FFF2-40B4-BE49-F238E27FC236}">
                    <a16:creationId xmlns:a16="http://schemas.microsoft.com/office/drawing/2014/main" id="{48456D24-B354-4524-87EA-3B9067EB9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439"/>
                <a:ext cx="5" cy="17"/>
              </a:xfrm>
              <a:custGeom>
                <a:avLst/>
                <a:gdLst>
                  <a:gd name="T0" fmla="*/ 13 w 3"/>
                  <a:gd name="T1" fmla="*/ 0 h 10"/>
                  <a:gd name="T2" fmla="*/ 5 w 3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3"/>
                      <a:pt x="0" y="6"/>
                      <a:pt x="1" y="10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2" name="Freeform 4697">
                <a:extLst>
                  <a:ext uri="{FF2B5EF4-FFF2-40B4-BE49-F238E27FC236}">
                    <a16:creationId xmlns:a16="http://schemas.microsoft.com/office/drawing/2014/main" id="{45BB28EB-4E47-4F10-AE01-B7D5034BD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550"/>
                <a:ext cx="3" cy="11"/>
              </a:xfrm>
              <a:custGeom>
                <a:avLst/>
                <a:gdLst>
                  <a:gd name="T0" fmla="*/ 0 w 2"/>
                  <a:gd name="T1" fmla="*/ 0 h 7"/>
                  <a:gd name="T2" fmla="*/ 8 w 2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0" y="5"/>
                      <a:pt x="2" y="7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3" name="Freeform 4698">
                <a:extLst>
                  <a:ext uri="{FF2B5EF4-FFF2-40B4-BE49-F238E27FC236}">
                    <a16:creationId xmlns:a16="http://schemas.microsoft.com/office/drawing/2014/main" id="{67D620F3-9DA9-431A-8697-B1994A4E9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504"/>
                <a:ext cx="39" cy="3"/>
              </a:xfrm>
              <a:custGeom>
                <a:avLst/>
                <a:gdLst>
                  <a:gd name="T0" fmla="*/ 0 w 25"/>
                  <a:gd name="T1" fmla="*/ 0 h 2"/>
                  <a:gd name="T2" fmla="*/ 95 w 2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">
                    <a:moveTo>
                      <a:pt x="0" y="0"/>
                    </a:moveTo>
                    <a:cubicBezTo>
                      <a:pt x="9" y="2"/>
                      <a:pt x="17" y="0"/>
                      <a:pt x="25" y="2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Freeform 4699">
                <a:extLst>
                  <a:ext uri="{FF2B5EF4-FFF2-40B4-BE49-F238E27FC236}">
                    <a16:creationId xmlns:a16="http://schemas.microsoft.com/office/drawing/2014/main" id="{AC27A1A5-9E15-4C53-A128-183D45E2C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551"/>
                <a:ext cx="22" cy="20"/>
              </a:xfrm>
              <a:custGeom>
                <a:avLst/>
                <a:gdLst>
                  <a:gd name="T0" fmla="*/ 35 w 14"/>
                  <a:gd name="T1" fmla="*/ 55 h 12"/>
                  <a:gd name="T2" fmla="*/ 0 w 14"/>
                  <a:gd name="T3" fmla="*/ 4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14" y="1"/>
                      <a:pt x="2" y="0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5" name="Freeform 4700">
                <a:extLst>
                  <a:ext uri="{FF2B5EF4-FFF2-40B4-BE49-F238E27FC236}">
                    <a16:creationId xmlns:a16="http://schemas.microsoft.com/office/drawing/2014/main" id="{98004383-7CC1-4586-9059-02AF8585C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612"/>
                <a:ext cx="22" cy="13"/>
              </a:xfrm>
              <a:custGeom>
                <a:avLst/>
                <a:gdLst>
                  <a:gd name="T0" fmla="*/ 0 w 14"/>
                  <a:gd name="T1" fmla="*/ 0 h 8"/>
                  <a:gd name="T2" fmla="*/ 55 w 14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5" y="2"/>
                      <a:pt x="11" y="4"/>
                      <a:pt x="14" y="8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6" name="Freeform 4701">
                <a:extLst>
                  <a:ext uri="{FF2B5EF4-FFF2-40B4-BE49-F238E27FC236}">
                    <a16:creationId xmlns:a16="http://schemas.microsoft.com/office/drawing/2014/main" id="{07993158-E538-41C7-8220-0C8F80447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2701"/>
                <a:ext cx="24" cy="15"/>
              </a:xfrm>
              <a:custGeom>
                <a:avLst/>
                <a:gdLst>
                  <a:gd name="T0" fmla="*/ 0 w 15"/>
                  <a:gd name="T1" fmla="*/ 0 h 9"/>
                  <a:gd name="T2" fmla="*/ 61 w 15"/>
                  <a:gd name="T3" fmla="*/ 0 h 9"/>
                  <a:gd name="T4" fmla="*/ 46 w 15"/>
                  <a:gd name="T5" fmla="*/ 4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5" y="1"/>
                      <a:pt x="10" y="1"/>
                      <a:pt x="15" y="0"/>
                    </a:cubicBezTo>
                    <a:cubicBezTo>
                      <a:pt x="15" y="4"/>
                      <a:pt x="12" y="8"/>
                      <a:pt x="11" y="9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7" name="Freeform 4702">
                <a:extLst>
                  <a:ext uri="{FF2B5EF4-FFF2-40B4-BE49-F238E27FC236}">
                    <a16:creationId xmlns:a16="http://schemas.microsoft.com/office/drawing/2014/main" id="{EBD1A6FE-8B64-48F1-AA89-CAAA37566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713"/>
                <a:ext cx="26" cy="1"/>
              </a:xfrm>
              <a:custGeom>
                <a:avLst/>
                <a:gdLst>
                  <a:gd name="T0" fmla="*/ 0 w 17"/>
                  <a:gd name="T1" fmla="*/ 1 h 1"/>
                  <a:gd name="T2" fmla="*/ 61 w 1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">
                    <a:moveTo>
                      <a:pt x="0" y="1"/>
                    </a:moveTo>
                    <a:cubicBezTo>
                      <a:pt x="5" y="1"/>
                      <a:pt x="11" y="1"/>
                      <a:pt x="17" y="0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Freeform 4703">
                <a:extLst>
                  <a:ext uri="{FF2B5EF4-FFF2-40B4-BE49-F238E27FC236}">
                    <a16:creationId xmlns:a16="http://schemas.microsoft.com/office/drawing/2014/main" id="{F458D7FF-5A2B-49DC-8EA9-697EE32F2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2752"/>
                <a:ext cx="13" cy="15"/>
              </a:xfrm>
              <a:custGeom>
                <a:avLst/>
                <a:gdLst>
                  <a:gd name="T0" fmla="*/ 25 w 9"/>
                  <a:gd name="T1" fmla="*/ 42 h 9"/>
                  <a:gd name="T2" fmla="*/ 27 w 9"/>
                  <a:gd name="T3" fmla="*/ 0 h 9"/>
                  <a:gd name="T4" fmla="*/ 6 w 9"/>
                  <a:gd name="T5" fmla="*/ 4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8" y="9"/>
                    </a:moveTo>
                    <a:cubicBezTo>
                      <a:pt x="9" y="7"/>
                      <a:pt x="9" y="2"/>
                      <a:pt x="9" y="0"/>
                    </a:cubicBezTo>
                    <a:cubicBezTo>
                      <a:pt x="3" y="0"/>
                      <a:pt x="0" y="4"/>
                      <a:pt x="2" y="9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9" name="Freeform 4704">
                <a:extLst>
                  <a:ext uri="{FF2B5EF4-FFF2-40B4-BE49-F238E27FC236}">
                    <a16:creationId xmlns:a16="http://schemas.microsoft.com/office/drawing/2014/main" id="{31269E22-E7FB-4D73-86B4-92A501A05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2879"/>
                <a:ext cx="24" cy="38"/>
              </a:xfrm>
              <a:custGeom>
                <a:avLst/>
                <a:gdLst>
                  <a:gd name="T0" fmla="*/ 0 w 15"/>
                  <a:gd name="T1" fmla="*/ 0 h 23"/>
                  <a:gd name="T2" fmla="*/ 42 w 15"/>
                  <a:gd name="T3" fmla="*/ 21 h 23"/>
                  <a:gd name="T4" fmla="*/ 0 w 15"/>
                  <a:gd name="T5" fmla="*/ 55 h 23"/>
                  <a:gd name="T6" fmla="*/ 61 w 15"/>
                  <a:gd name="T7" fmla="*/ 71 h 23"/>
                  <a:gd name="T8" fmla="*/ 29 w 15"/>
                  <a:gd name="T9" fmla="*/ 10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0" y="0"/>
                    </a:moveTo>
                    <a:cubicBezTo>
                      <a:pt x="0" y="3"/>
                      <a:pt x="6" y="2"/>
                      <a:pt x="10" y="5"/>
                    </a:cubicBezTo>
                    <a:cubicBezTo>
                      <a:pt x="7" y="7"/>
                      <a:pt x="3" y="9"/>
                      <a:pt x="0" y="12"/>
                    </a:cubicBezTo>
                    <a:cubicBezTo>
                      <a:pt x="5" y="12"/>
                      <a:pt x="11" y="12"/>
                      <a:pt x="15" y="16"/>
                    </a:cubicBezTo>
                    <a:cubicBezTo>
                      <a:pt x="13" y="18"/>
                      <a:pt x="10" y="22"/>
                      <a:pt x="7" y="23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0" name="Freeform 4705">
                <a:extLst>
                  <a:ext uri="{FF2B5EF4-FFF2-40B4-BE49-F238E27FC236}">
                    <a16:creationId xmlns:a16="http://schemas.microsoft.com/office/drawing/2014/main" id="{55206C3E-9279-479F-8B0A-25DC7E577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922"/>
                <a:ext cx="19" cy="3"/>
              </a:xfrm>
              <a:custGeom>
                <a:avLst/>
                <a:gdLst>
                  <a:gd name="T0" fmla="*/ 0 w 12"/>
                  <a:gd name="T1" fmla="*/ 0 h 2"/>
                  <a:gd name="T2" fmla="*/ 48 w 1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0"/>
                      <a:pt x="8" y="0"/>
                      <a:pt x="12" y="2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1" name="Freeform 4706">
                <a:extLst>
                  <a:ext uri="{FF2B5EF4-FFF2-40B4-BE49-F238E27FC236}">
                    <a16:creationId xmlns:a16="http://schemas.microsoft.com/office/drawing/2014/main" id="{BC3A0C07-6F53-481E-9659-9C17883FB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67"/>
                <a:ext cx="56" cy="71"/>
              </a:xfrm>
              <a:custGeom>
                <a:avLst/>
                <a:gdLst>
                  <a:gd name="T0" fmla="*/ 14 w 36"/>
                  <a:gd name="T1" fmla="*/ 193 h 43"/>
                  <a:gd name="T2" fmla="*/ 135 w 36"/>
                  <a:gd name="T3" fmla="*/ 5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3">
                    <a:moveTo>
                      <a:pt x="4" y="43"/>
                    </a:moveTo>
                    <a:cubicBezTo>
                      <a:pt x="0" y="21"/>
                      <a:pt x="14" y="0"/>
                      <a:pt x="36" y="12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Freeform 4707">
                <a:extLst>
                  <a:ext uri="{FF2B5EF4-FFF2-40B4-BE49-F238E27FC236}">
                    <a16:creationId xmlns:a16="http://schemas.microsoft.com/office/drawing/2014/main" id="{32613B42-6C46-487C-9D0D-0C7558661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431"/>
                <a:ext cx="22" cy="25"/>
              </a:xfrm>
              <a:custGeom>
                <a:avLst/>
                <a:gdLst>
                  <a:gd name="T0" fmla="*/ 55 w 14"/>
                  <a:gd name="T1" fmla="*/ 0 h 15"/>
                  <a:gd name="T2" fmla="*/ 0 w 14"/>
                  <a:gd name="T3" fmla="*/ 7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cubicBezTo>
                      <a:pt x="7" y="1"/>
                      <a:pt x="1" y="8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3" name="Freeform 4708">
                <a:extLst>
                  <a:ext uri="{FF2B5EF4-FFF2-40B4-BE49-F238E27FC236}">
                    <a16:creationId xmlns:a16="http://schemas.microsoft.com/office/drawing/2014/main" id="{47741C48-ABDD-4746-8B1A-2AB3032FF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326"/>
                <a:ext cx="11" cy="31"/>
              </a:xfrm>
              <a:custGeom>
                <a:avLst/>
                <a:gdLst>
                  <a:gd name="T0" fmla="*/ 0 w 7"/>
                  <a:gd name="T1" fmla="*/ 0 h 19"/>
                  <a:gd name="T2" fmla="*/ 22 w 7"/>
                  <a:gd name="T3" fmla="*/ 8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7" y="5"/>
                      <a:pt x="4" y="13"/>
                      <a:pt x="6" y="19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4" name="Freeform 4709">
                <a:extLst>
                  <a:ext uri="{FF2B5EF4-FFF2-40B4-BE49-F238E27FC236}">
                    <a16:creationId xmlns:a16="http://schemas.microsoft.com/office/drawing/2014/main" id="{6348FE32-DE54-4D98-BACB-70A0DFB53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337"/>
                <a:ext cx="26" cy="31"/>
              </a:xfrm>
              <a:custGeom>
                <a:avLst/>
                <a:gdLst>
                  <a:gd name="T0" fmla="*/ 61 w 17"/>
                  <a:gd name="T1" fmla="*/ 0 h 19"/>
                  <a:gd name="T2" fmla="*/ 0 w 17"/>
                  <a:gd name="T3" fmla="*/ 8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9">
                    <a:moveTo>
                      <a:pt x="17" y="0"/>
                    </a:moveTo>
                    <a:cubicBezTo>
                      <a:pt x="11" y="7"/>
                      <a:pt x="8" y="15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5" name="Freeform 4710">
                <a:extLst>
                  <a:ext uri="{FF2B5EF4-FFF2-40B4-BE49-F238E27FC236}">
                    <a16:creationId xmlns:a16="http://schemas.microsoft.com/office/drawing/2014/main" id="{DCF1B947-FC65-4960-81CA-DF9F0685F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136"/>
                <a:ext cx="57" cy="40"/>
              </a:xfrm>
              <a:custGeom>
                <a:avLst/>
                <a:gdLst>
                  <a:gd name="T0" fmla="*/ 0 w 37"/>
                  <a:gd name="T1" fmla="*/ 0 h 24"/>
                  <a:gd name="T2" fmla="*/ 136 w 37"/>
                  <a:gd name="T3" fmla="*/ 103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4">
                    <a:moveTo>
                      <a:pt x="0" y="0"/>
                    </a:moveTo>
                    <a:cubicBezTo>
                      <a:pt x="12" y="9"/>
                      <a:pt x="20" y="24"/>
                      <a:pt x="37" y="22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Freeform 4711">
                <a:extLst>
                  <a:ext uri="{FF2B5EF4-FFF2-40B4-BE49-F238E27FC236}">
                    <a16:creationId xmlns:a16="http://schemas.microsoft.com/office/drawing/2014/main" id="{91B8078F-66E5-40F9-B89A-3FA511F49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172"/>
                <a:ext cx="27" cy="73"/>
              </a:xfrm>
              <a:custGeom>
                <a:avLst/>
                <a:gdLst>
                  <a:gd name="T0" fmla="*/ 68 w 17"/>
                  <a:gd name="T1" fmla="*/ 0 h 44"/>
                  <a:gd name="T2" fmla="*/ 5 w 17"/>
                  <a:gd name="T3" fmla="*/ 20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3" y="9"/>
                      <a:pt x="0" y="29"/>
                      <a:pt x="1" y="44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7" name="Freeform 4712">
                <a:extLst>
                  <a:ext uri="{FF2B5EF4-FFF2-40B4-BE49-F238E27FC236}">
                    <a16:creationId xmlns:a16="http://schemas.microsoft.com/office/drawing/2014/main" id="{6D205264-B30D-498A-824E-7B9AFBE3A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2785"/>
                <a:ext cx="55" cy="58"/>
              </a:xfrm>
              <a:custGeom>
                <a:avLst/>
                <a:gdLst>
                  <a:gd name="T0" fmla="*/ 0 w 36"/>
                  <a:gd name="T1" fmla="*/ 0 h 35"/>
                  <a:gd name="T2" fmla="*/ 128 w 36"/>
                  <a:gd name="T3" fmla="*/ 146 h 35"/>
                  <a:gd name="T4" fmla="*/ 128 w 36"/>
                  <a:gd name="T5" fmla="*/ 15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0" y="0"/>
                    </a:moveTo>
                    <a:cubicBezTo>
                      <a:pt x="22" y="2"/>
                      <a:pt x="25" y="17"/>
                      <a:pt x="36" y="32"/>
                    </a:cubicBezTo>
                    <a:cubicBezTo>
                      <a:pt x="34" y="34"/>
                      <a:pt x="36" y="34"/>
                      <a:pt x="36" y="35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8" name="Freeform 4713">
                <a:extLst>
                  <a:ext uri="{FF2B5EF4-FFF2-40B4-BE49-F238E27FC236}">
                    <a16:creationId xmlns:a16="http://schemas.microsoft.com/office/drawing/2014/main" id="{6C52051A-49F6-43EB-B0AA-06FFFBD34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2815"/>
                <a:ext cx="63" cy="23"/>
              </a:xfrm>
              <a:custGeom>
                <a:avLst/>
                <a:gdLst>
                  <a:gd name="T0" fmla="*/ 0 w 41"/>
                  <a:gd name="T1" fmla="*/ 62 h 14"/>
                  <a:gd name="T2" fmla="*/ 149 w 41"/>
                  <a:gd name="T3" fmla="*/ 5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9" y="0"/>
                      <a:pt x="32" y="1"/>
                      <a:pt x="41" y="13"/>
                    </a:cubicBezTo>
                  </a:path>
                </a:pathLst>
              </a:custGeom>
              <a:noFill/>
              <a:ln w="7938" cap="rnd">
                <a:solidFill>
                  <a:srgbClr val="F5A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9" name="Freeform 4714">
                <a:extLst>
                  <a:ext uri="{FF2B5EF4-FFF2-40B4-BE49-F238E27FC236}">
                    <a16:creationId xmlns:a16="http://schemas.microsoft.com/office/drawing/2014/main" id="{1AE7A539-E51F-453A-8284-6119AF0B0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378"/>
                <a:ext cx="1" cy="18"/>
              </a:xfrm>
              <a:custGeom>
                <a:avLst/>
                <a:gdLst>
                  <a:gd name="T0" fmla="*/ 1 w 1"/>
                  <a:gd name="T1" fmla="*/ 0 h 11"/>
                  <a:gd name="T2" fmla="*/ 1 w 1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8"/>
                      <a:pt x="1" y="11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Freeform 4715">
                <a:extLst>
                  <a:ext uri="{FF2B5EF4-FFF2-40B4-BE49-F238E27FC236}">
                    <a16:creationId xmlns:a16="http://schemas.microsoft.com/office/drawing/2014/main" id="{F62CB720-CC0D-45DA-BE39-43DAF77D9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446"/>
                <a:ext cx="17" cy="6"/>
              </a:xfrm>
              <a:custGeom>
                <a:avLst/>
                <a:gdLst>
                  <a:gd name="T0" fmla="*/ 0 w 11"/>
                  <a:gd name="T1" fmla="*/ 0 h 4"/>
                  <a:gd name="T2" fmla="*/ 40 w 1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4" y="3"/>
                      <a:pt x="8" y="4"/>
                      <a:pt x="11" y="4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1" name="Freeform 4716">
                <a:extLst>
                  <a:ext uri="{FF2B5EF4-FFF2-40B4-BE49-F238E27FC236}">
                    <a16:creationId xmlns:a16="http://schemas.microsoft.com/office/drawing/2014/main" id="{79F55973-F734-4F95-A7DF-1A2B3F210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355"/>
                <a:ext cx="19" cy="22"/>
              </a:xfrm>
              <a:custGeom>
                <a:avLst/>
                <a:gdLst>
                  <a:gd name="T0" fmla="*/ 0 w 12"/>
                  <a:gd name="T1" fmla="*/ 0 h 13"/>
                  <a:gd name="T2" fmla="*/ 48 w 12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5" y="5"/>
                      <a:pt x="11" y="8"/>
                      <a:pt x="12" y="13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2" name="Freeform 4717">
                <a:extLst>
                  <a:ext uri="{FF2B5EF4-FFF2-40B4-BE49-F238E27FC236}">
                    <a16:creationId xmlns:a16="http://schemas.microsoft.com/office/drawing/2014/main" id="{EA80E4C1-3B18-4F53-BF32-ED36D352C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222"/>
                <a:ext cx="20" cy="18"/>
              </a:xfrm>
              <a:custGeom>
                <a:avLst/>
                <a:gdLst>
                  <a:gd name="T0" fmla="*/ 0 w 13"/>
                  <a:gd name="T1" fmla="*/ 26 h 11"/>
                  <a:gd name="T2" fmla="*/ 48 w 13"/>
                  <a:gd name="T3" fmla="*/ 29 h 11"/>
                  <a:gd name="T4" fmla="*/ 8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6"/>
                    </a:moveTo>
                    <a:cubicBezTo>
                      <a:pt x="4" y="11"/>
                      <a:pt x="9" y="11"/>
                      <a:pt x="13" y="7"/>
                    </a:cubicBezTo>
                    <a:cubicBezTo>
                      <a:pt x="11" y="4"/>
                      <a:pt x="6" y="0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3" name="Freeform 4718">
                <a:extLst>
                  <a:ext uri="{FF2B5EF4-FFF2-40B4-BE49-F238E27FC236}">
                    <a16:creationId xmlns:a16="http://schemas.microsoft.com/office/drawing/2014/main" id="{F34FED51-22C9-4FED-ACE7-BA310F1F3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167"/>
                <a:ext cx="3" cy="22"/>
              </a:xfrm>
              <a:custGeom>
                <a:avLst/>
                <a:gdLst>
                  <a:gd name="T0" fmla="*/ 8 w 2"/>
                  <a:gd name="T1" fmla="*/ 0 h 13"/>
                  <a:gd name="T2" fmla="*/ 0 w 2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2" y="0"/>
                    </a:moveTo>
                    <a:cubicBezTo>
                      <a:pt x="1" y="5"/>
                      <a:pt x="1" y="9"/>
                      <a:pt x="0" y="13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Freeform 4719">
                <a:extLst>
                  <a:ext uri="{FF2B5EF4-FFF2-40B4-BE49-F238E27FC236}">
                    <a16:creationId xmlns:a16="http://schemas.microsoft.com/office/drawing/2014/main" id="{1B3873F1-34CB-4778-8E02-840AB3799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2785"/>
                <a:ext cx="5" cy="12"/>
              </a:xfrm>
              <a:custGeom>
                <a:avLst/>
                <a:gdLst>
                  <a:gd name="T0" fmla="*/ 13 w 3"/>
                  <a:gd name="T1" fmla="*/ 0 h 7"/>
                  <a:gd name="T2" fmla="*/ 0 w 3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3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5" name="Freeform 4720">
                <a:extLst>
                  <a:ext uri="{FF2B5EF4-FFF2-40B4-BE49-F238E27FC236}">
                    <a16:creationId xmlns:a16="http://schemas.microsoft.com/office/drawing/2014/main" id="{27F3413D-50AB-4DA1-AAC1-AA840AA33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8" y="2830"/>
                <a:ext cx="6" cy="11"/>
              </a:xfrm>
              <a:custGeom>
                <a:avLst/>
                <a:gdLst>
                  <a:gd name="T0" fmla="*/ 14 w 4"/>
                  <a:gd name="T1" fmla="*/ 0 h 7"/>
                  <a:gd name="T2" fmla="*/ 0 w 4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6" name="Freeform 4721">
                <a:extLst>
                  <a:ext uri="{FF2B5EF4-FFF2-40B4-BE49-F238E27FC236}">
                    <a16:creationId xmlns:a16="http://schemas.microsoft.com/office/drawing/2014/main" id="{9008BEC4-0548-435E-9FFA-9908A1C74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4" y="2833"/>
                <a:ext cx="22" cy="7"/>
              </a:xfrm>
              <a:custGeom>
                <a:avLst/>
                <a:gdLst>
                  <a:gd name="T0" fmla="*/ 0 w 14"/>
                  <a:gd name="T1" fmla="*/ 12 h 4"/>
                  <a:gd name="T2" fmla="*/ 55 w 1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2"/>
                    </a:moveTo>
                    <a:cubicBezTo>
                      <a:pt x="5" y="0"/>
                      <a:pt x="11" y="3"/>
                      <a:pt x="14" y="4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7" name="Freeform 4722">
                <a:extLst>
                  <a:ext uri="{FF2B5EF4-FFF2-40B4-BE49-F238E27FC236}">
                    <a16:creationId xmlns:a16="http://schemas.microsoft.com/office/drawing/2014/main" id="{259CC56D-B94A-4A29-B189-43F375397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986"/>
                <a:ext cx="26" cy="27"/>
              </a:xfrm>
              <a:custGeom>
                <a:avLst/>
                <a:gdLst>
                  <a:gd name="T0" fmla="*/ 0 w 17"/>
                  <a:gd name="T1" fmla="*/ 29 h 16"/>
                  <a:gd name="T2" fmla="*/ 43 w 17"/>
                  <a:gd name="T3" fmla="*/ 54 h 16"/>
                  <a:gd name="T4" fmla="*/ 14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0" y="6"/>
                    </a:moveTo>
                    <a:cubicBezTo>
                      <a:pt x="3" y="10"/>
                      <a:pt x="8" y="16"/>
                      <a:pt x="12" y="11"/>
                    </a:cubicBezTo>
                    <a:cubicBezTo>
                      <a:pt x="17" y="7"/>
                      <a:pt x="8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Freeform 4723">
                <a:extLst>
                  <a:ext uri="{FF2B5EF4-FFF2-40B4-BE49-F238E27FC236}">
                    <a16:creationId xmlns:a16="http://schemas.microsoft.com/office/drawing/2014/main" id="{F84B4CA6-1171-40EF-B330-22CB0A5BE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023"/>
                <a:ext cx="15" cy="19"/>
              </a:xfrm>
              <a:custGeom>
                <a:avLst/>
                <a:gdLst>
                  <a:gd name="T0" fmla="*/ 0 w 10"/>
                  <a:gd name="T1" fmla="*/ 27 h 12"/>
                  <a:gd name="T2" fmla="*/ 35 w 10"/>
                  <a:gd name="T3" fmla="*/ 40 h 12"/>
                  <a:gd name="T4" fmla="*/ 8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7"/>
                    </a:moveTo>
                    <a:cubicBezTo>
                      <a:pt x="2" y="11"/>
                      <a:pt x="7" y="12"/>
                      <a:pt x="10" y="10"/>
                    </a:cubicBezTo>
                    <a:cubicBezTo>
                      <a:pt x="10" y="6"/>
                      <a:pt x="5" y="2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9" name="Freeform 4724">
                <a:extLst>
                  <a:ext uri="{FF2B5EF4-FFF2-40B4-BE49-F238E27FC236}">
                    <a16:creationId xmlns:a16="http://schemas.microsoft.com/office/drawing/2014/main" id="{E19AC09E-3E3D-44C5-99F8-8C9BD3AF3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3029"/>
                <a:ext cx="21" cy="8"/>
              </a:xfrm>
              <a:custGeom>
                <a:avLst/>
                <a:gdLst>
                  <a:gd name="T0" fmla="*/ 0 w 14"/>
                  <a:gd name="T1" fmla="*/ 5 h 5"/>
                  <a:gd name="T2" fmla="*/ 48 w 14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1"/>
                    </a:moveTo>
                    <a:cubicBezTo>
                      <a:pt x="5" y="0"/>
                      <a:pt x="11" y="2"/>
                      <a:pt x="14" y="5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0" name="Freeform 4725">
                <a:extLst>
                  <a:ext uri="{FF2B5EF4-FFF2-40B4-BE49-F238E27FC236}">
                    <a16:creationId xmlns:a16="http://schemas.microsoft.com/office/drawing/2014/main" id="{103B7759-B7BA-4284-8D9E-060A10F7D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3111"/>
                <a:ext cx="22" cy="10"/>
              </a:xfrm>
              <a:custGeom>
                <a:avLst/>
                <a:gdLst>
                  <a:gd name="T0" fmla="*/ 0 w 14"/>
                  <a:gd name="T1" fmla="*/ 28 h 6"/>
                  <a:gd name="T2" fmla="*/ 55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5" y="5"/>
                      <a:pt x="9" y="2"/>
                      <a:pt x="14" y="0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1" name="Freeform 4726">
                <a:extLst>
                  <a:ext uri="{FF2B5EF4-FFF2-40B4-BE49-F238E27FC236}">
                    <a16:creationId xmlns:a16="http://schemas.microsoft.com/office/drawing/2014/main" id="{298C069D-CEC0-4EAB-974C-01DCD8BD0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3115"/>
                <a:ext cx="17" cy="25"/>
              </a:xfrm>
              <a:custGeom>
                <a:avLst/>
                <a:gdLst>
                  <a:gd name="T0" fmla="*/ 0 w 11"/>
                  <a:gd name="T1" fmla="*/ 37 h 15"/>
                  <a:gd name="T2" fmla="*/ 40 w 11"/>
                  <a:gd name="T3" fmla="*/ 8 h 15"/>
                  <a:gd name="T4" fmla="*/ 5 w 11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8"/>
                    </a:moveTo>
                    <a:cubicBezTo>
                      <a:pt x="3" y="5"/>
                      <a:pt x="7" y="0"/>
                      <a:pt x="11" y="2"/>
                    </a:cubicBezTo>
                    <a:cubicBezTo>
                      <a:pt x="11" y="9"/>
                      <a:pt x="6" y="12"/>
                      <a:pt x="1" y="15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2" name="Freeform 4727">
                <a:extLst>
                  <a:ext uri="{FF2B5EF4-FFF2-40B4-BE49-F238E27FC236}">
                    <a16:creationId xmlns:a16="http://schemas.microsoft.com/office/drawing/2014/main" id="{7691B92B-B2BD-4A6E-AE14-C6976CAAD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3075"/>
                <a:ext cx="20" cy="23"/>
              </a:xfrm>
              <a:custGeom>
                <a:avLst/>
                <a:gdLst>
                  <a:gd name="T0" fmla="*/ 0 w 13"/>
                  <a:gd name="T1" fmla="*/ 62 h 14"/>
                  <a:gd name="T2" fmla="*/ 48 w 1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6" y="12"/>
                      <a:pt x="11" y="5"/>
                      <a:pt x="13" y="0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3" name="Freeform 4728">
                <a:extLst>
                  <a:ext uri="{FF2B5EF4-FFF2-40B4-BE49-F238E27FC236}">
                    <a16:creationId xmlns:a16="http://schemas.microsoft.com/office/drawing/2014/main" id="{9473E9ED-E4EC-49F3-ABDE-D1B94B281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151"/>
                <a:ext cx="4" cy="26"/>
              </a:xfrm>
              <a:custGeom>
                <a:avLst/>
                <a:gdLst>
                  <a:gd name="T0" fmla="*/ 1 w 3"/>
                  <a:gd name="T1" fmla="*/ 68 h 16"/>
                  <a:gd name="T2" fmla="*/ 7 w 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1" y="16"/>
                    </a:moveTo>
                    <a:cubicBezTo>
                      <a:pt x="2" y="11"/>
                      <a:pt x="0" y="5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4" name="Freeform 4729">
                <a:extLst>
                  <a:ext uri="{FF2B5EF4-FFF2-40B4-BE49-F238E27FC236}">
                    <a16:creationId xmlns:a16="http://schemas.microsoft.com/office/drawing/2014/main" id="{B313A6CD-BB94-4022-A072-0818F1623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108"/>
                <a:ext cx="24" cy="20"/>
              </a:xfrm>
              <a:custGeom>
                <a:avLst/>
                <a:gdLst>
                  <a:gd name="T0" fmla="*/ 13 w 15"/>
                  <a:gd name="T1" fmla="*/ 55 h 12"/>
                  <a:gd name="T2" fmla="*/ 0 w 15"/>
                  <a:gd name="T3" fmla="*/ 28 h 12"/>
                  <a:gd name="T4" fmla="*/ 16 w 15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3" y="12"/>
                    </a:moveTo>
                    <a:cubicBezTo>
                      <a:pt x="15" y="11"/>
                      <a:pt x="14" y="0"/>
                      <a:pt x="0" y="6"/>
                    </a:cubicBezTo>
                    <a:cubicBezTo>
                      <a:pt x="1" y="4"/>
                      <a:pt x="3" y="2"/>
                      <a:pt x="4" y="1"/>
                    </a:cubicBezTo>
                  </a:path>
                </a:pathLst>
              </a:custGeom>
              <a:noFill/>
              <a:ln w="9525" cap="flat">
                <a:solidFill>
                  <a:srgbClr val="FFE48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2244" name="Freeform 4730">
              <a:extLst>
                <a:ext uri="{FF2B5EF4-FFF2-40B4-BE49-F238E27FC236}">
                  <a16:creationId xmlns:a16="http://schemas.microsoft.com/office/drawing/2014/main" id="{2E26B831-5D45-4B1A-AB3E-0C22222CD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011"/>
              <a:ext cx="5" cy="8"/>
            </a:xfrm>
            <a:custGeom>
              <a:avLst/>
              <a:gdLst>
                <a:gd name="T0" fmla="*/ 0 w 3"/>
                <a:gd name="T1" fmla="*/ 0 h 5"/>
                <a:gd name="T2" fmla="*/ 13 w 3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1" y="4"/>
                    <a:pt x="3" y="5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5" name="Freeform 4731">
              <a:extLst>
                <a:ext uri="{FF2B5EF4-FFF2-40B4-BE49-F238E27FC236}">
                  <a16:creationId xmlns:a16="http://schemas.microsoft.com/office/drawing/2014/main" id="{6BA12A17-B85F-4B03-853A-9202046A3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205"/>
              <a:ext cx="13" cy="23"/>
            </a:xfrm>
            <a:custGeom>
              <a:avLst/>
              <a:gdLst>
                <a:gd name="T0" fmla="*/ 34 w 8"/>
                <a:gd name="T1" fmla="*/ 0 h 14"/>
                <a:gd name="T2" fmla="*/ 29 w 8"/>
                <a:gd name="T3" fmla="*/ 62 h 14"/>
                <a:gd name="T4" fmla="*/ 0 w 8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7" y="5"/>
                    <a:pt x="8" y="10"/>
                    <a:pt x="7" y="14"/>
                  </a:cubicBezTo>
                  <a:cubicBezTo>
                    <a:pt x="1" y="13"/>
                    <a:pt x="0" y="6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6" name="Freeform 4732">
              <a:extLst>
                <a:ext uri="{FF2B5EF4-FFF2-40B4-BE49-F238E27FC236}">
                  <a16:creationId xmlns:a16="http://schemas.microsoft.com/office/drawing/2014/main" id="{BBF4228D-949D-4519-91F8-B10370678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3285"/>
              <a:ext cx="22" cy="34"/>
            </a:xfrm>
            <a:custGeom>
              <a:avLst/>
              <a:gdLst>
                <a:gd name="T0" fmla="*/ 8 w 14"/>
                <a:gd name="T1" fmla="*/ 73 h 21"/>
                <a:gd name="T2" fmla="*/ 0 w 14"/>
                <a:gd name="T3" fmla="*/ 50 h 21"/>
                <a:gd name="T4" fmla="*/ 55 w 14"/>
                <a:gd name="T5" fmla="*/ 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2" y="17"/>
                  </a:moveTo>
                  <a:cubicBezTo>
                    <a:pt x="11" y="21"/>
                    <a:pt x="13" y="10"/>
                    <a:pt x="0" y="12"/>
                  </a:cubicBezTo>
                  <a:cubicBezTo>
                    <a:pt x="2" y="0"/>
                    <a:pt x="5" y="7"/>
                    <a:pt x="14" y="7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7" name="Freeform 4733">
              <a:extLst>
                <a:ext uri="{FF2B5EF4-FFF2-40B4-BE49-F238E27FC236}">
                  <a16:creationId xmlns:a16="http://schemas.microsoft.com/office/drawing/2014/main" id="{70FC66C7-A083-41AF-9B02-632F6CE3D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377"/>
              <a:ext cx="17" cy="26"/>
            </a:xfrm>
            <a:custGeom>
              <a:avLst/>
              <a:gdLst>
                <a:gd name="T0" fmla="*/ 0 w 11"/>
                <a:gd name="T1" fmla="*/ 29 h 16"/>
                <a:gd name="T2" fmla="*/ 29 w 11"/>
                <a:gd name="T3" fmla="*/ 54 h 16"/>
                <a:gd name="T4" fmla="*/ 5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0" y="7"/>
                  </a:moveTo>
                  <a:cubicBezTo>
                    <a:pt x="1" y="10"/>
                    <a:pt x="5" y="16"/>
                    <a:pt x="8" y="12"/>
                  </a:cubicBezTo>
                  <a:cubicBezTo>
                    <a:pt x="11" y="8"/>
                    <a:pt x="3" y="2"/>
                    <a:pt x="1" y="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8" name="Freeform 4734">
              <a:extLst>
                <a:ext uri="{FF2B5EF4-FFF2-40B4-BE49-F238E27FC236}">
                  <a16:creationId xmlns:a16="http://schemas.microsoft.com/office/drawing/2014/main" id="{359E1B92-1FAA-4157-825A-2EF8C6775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418"/>
              <a:ext cx="9" cy="8"/>
            </a:xfrm>
            <a:custGeom>
              <a:avLst/>
              <a:gdLst>
                <a:gd name="T0" fmla="*/ 21 w 6"/>
                <a:gd name="T1" fmla="*/ 21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5" y="2"/>
                    <a:pt x="1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9" name="Freeform 4735">
              <a:extLst>
                <a:ext uri="{FF2B5EF4-FFF2-40B4-BE49-F238E27FC236}">
                  <a16:creationId xmlns:a16="http://schemas.microsoft.com/office/drawing/2014/main" id="{F3C55142-4314-4E08-AFB0-C6916D20A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3313"/>
              <a:ext cx="7" cy="3"/>
            </a:xfrm>
            <a:custGeom>
              <a:avLst/>
              <a:gdLst>
                <a:gd name="T0" fmla="*/ 0 w 4"/>
                <a:gd name="T1" fmla="*/ 8 h 2"/>
                <a:gd name="T2" fmla="*/ 21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0" name="Freeform 4736">
              <a:extLst>
                <a:ext uri="{FF2B5EF4-FFF2-40B4-BE49-F238E27FC236}">
                  <a16:creationId xmlns:a16="http://schemas.microsoft.com/office/drawing/2014/main" id="{15C6B0C0-CFF9-4DDF-A36E-B788F2DE3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3416"/>
              <a:ext cx="15" cy="10"/>
            </a:xfrm>
            <a:custGeom>
              <a:avLst/>
              <a:gdLst>
                <a:gd name="T0" fmla="*/ 0 w 10"/>
                <a:gd name="T1" fmla="*/ 28 h 6"/>
                <a:gd name="T2" fmla="*/ 35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4" y="4"/>
                    <a:pt x="7" y="2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1" name="Freeform 4737">
              <a:extLst>
                <a:ext uri="{FF2B5EF4-FFF2-40B4-BE49-F238E27FC236}">
                  <a16:creationId xmlns:a16="http://schemas.microsoft.com/office/drawing/2014/main" id="{08EBD73D-73F5-40AC-887B-55678578A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3355"/>
              <a:ext cx="16" cy="9"/>
            </a:xfrm>
            <a:custGeom>
              <a:avLst/>
              <a:gdLst>
                <a:gd name="T0" fmla="*/ 0 w 10"/>
                <a:gd name="T1" fmla="*/ 0 h 5"/>
                <a:gd name="T2" fmla="*/ 42 w 10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1" y="5"/>
                    <a:pt x="6" y="4"/>
                    <a:pt x="10" y="5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2" name="Freeform 4738">
              <a:extLst>
                <a:ext uri="{FF2B5EF4-FFF2-40B4-BE49-F238E27FC236}">
                  <a16:creationId xmlns:a16="http://schemas.microsoft.com/office/drawing/2014/main" id="{72AC68E8-7F27-46C3-B52A-EFA25731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3528"/>
              <a:ext cx="9" cy="10"/>
            </a:xfrm>
            <a:custGeom>
              <a:avLst/>
              <a:gdLst>
                <a:gd name="T0" fmla="*/ 0 w 6"/>
                <a:gd name="T1" fmla="*/ 28 h 6"/>
                <a:gd name="T2" fmla="*/ 2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5" y="1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3" name="Freeform 4739">
              <a:extLst>
                <a:ext uri="{FF2B5EF4-FFF2-40B4-BE49-F238E27FC236}">
                  <a16:creationId xmlns:a16="http://schemas.microsoft.com/office/drawing/2014/main" id="{98AA2E27-3A60-4E5A-AD33-862CF8EB8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451"/>
              <a:ext cx="33" cy="41"/>
            </a:xfrm>
            <a:custGeom>
              <a:avLst/>
              <a:gdLst>
                <a:gd name="T0" fmla="*/ 35 w 21"/>
                <a:gd name="T1" fmla="*/ 0 h 25"/>
                <a:gd name="T2" fmla="*/ 61 w 21"/>
                <a:gd name="T3" fmla="*/ 34 h 25"/>
                <a:gd name="T4" fmla="*/ 8 w 21"/>
                <a:gd name="T5" fmla="*/ 34 h 25"/>
                <a:gd name="T6" fmla="*/ 49 w 21"/>
                <a:gd name="T7" fmla="*/ 89 h 25"/>
                <a:gd name="T8" fmla="*/ 8 w 21"/>
                <a:gd name="T9" fmla="*/ 8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0"/>
                  </a:moveTo>
                  <a:cubicBezTo>
                    <a:pt x="12" y="0"/>
                    <a:pt x="21" y="5"/>
                    <a:pt x="16" y="8"/>
                  </a:cubicBezTo>
                  <a:cubicBezTo>
                    <a:pt x="13" y="9"/>
                    <a:pt x="3" y="0"/>
                    <a:pt x="2" y="8"/>
                  </a:cubicBezTo>
                  <a:cubicBezTo>
                    <a:pt x="0" y="15"/>
                    <a:pt x="13" y="13"/>
                    <a:pt x="13" y="20"/>
                  </a:cubicBezTo>
                  <a:cubicBezTo>
                    <a:pt x="13" y="25"/>
                    <a:pt x="1" y="24"/>
                    <a:pt x="2" y="2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4" name="Freeform 4740">
              <a:extLst>
                <a:ext uri="{FF2B5EF4-FFF2-40B4-BE49-F238E27FC236}">
                  <a16:creationId xmlns:a16="http://schemas.microsoft.com/office/drawing/2014/main" id="{6C5D3C23-F07D-4FA6-A22E-E7778C642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576"/>
              <a:ext cx="20" cy="17"/>
            </a:xfrm>
            <a:custGeom>
              <a:avLst/>
              <a:gdLst>
                <a:gd name="T0" fmla="*/ 0 w 13"/>
                <a:gd name="T1" fmla="*/ 0 h 10"/>
                <a:gd name="T2" fmla="*/ 48 w 1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5" y="3"/>
                    <a:pt x="9" y="7"/>
                    <a:pt x="13" y="1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5" name="Freeform 4741">
              <a:extLst>
                <a:ext uri="{FF2B5EF4-FFF2-40B4-BE49-F238E27FC236}">
                  <a16:creationId xmlns:a16="http://schemas.microsoft.com/office/drawing/2014/main" id="{D2218D06-4AB7-4D48-AD37-D7206C918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3685"/>
              <a:ext cx="23" cy="21"/>
            </a:xfrm>
            <a:custGeom>
              <a:avLst/>
              <a:gdLst>
                <a:gd name="T0" fmla="*/ 35 w 15"/>
                <a:gd name="T1" fmla="*/ 55 h 13"/>
                <a:gd name="T2" fmla="*/ 40 w 15"/>
                <a:gd name="T3" fmla="*/ 0 h 13"/>
                <a:gd name="T4" fmla="*/ 0 w 15"/>
                <a:gd name="T5" fmla="*/ 4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0" y="13"/>
                  </a:moveTo>
                  <a:cubicBezTo>
                    <a:pt x="14" y="11"/>
                    <a:pt x="15" y="2"/>
                    <a:pt x="11" y="0"/>
                  </a:cubicBezTo>
                  <a:cubicBezTo>
                    <a:pt x="6" y="2"/>
                    <a:pt x="3" y="7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6" name="Freeform 4742">
              <a:extLst>
                <a:ext uri="{FF2B5EF4-FFF2-40B4-BE49-F238E27FC236}">
                  <a16:creationId xmlns:a16="http://schemas.microsoft.com/office/drawing/2014/main" id="{B9C2C148-BFD7-4B81-8F82-FFB12D7A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588"/>
              <a:ext cx="16" cy="6"/>
            </a:xfrm>
            <a:custGeom>
              <a:avLst/>
              <a:gdLst>
                <a:gd name="T0" fmla="*/ 0 w 10"/>
                <a:gd name="T1" fmla="*/ 14 h 4"/>
                <a:gd name="T2" fmla="*/ 42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4" y="3"/>
                    <a:pt x="6" y="1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7" name="Freeform 4743">
              <a:extLst>
                <a:ext uri="{FF2B5EF4-FFF2-40B4-BE49-F238E27FC236}">
                  <a16:creationId xmlns:a16="http://schemas.microsoft.com/office/drawing/2014/main" id="{01C53A03-0141-4562-9BE6-B69F7DA6D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571"/>
              <a:ext cx="16" cy="13"/>
            </a:xfrm>
            <a:custGeom>
              <a:avLst/>
              <a:gdLst>
                <a:gd name="T0" fmla="*/ 0 w 10"/>
                <a:gd name="T1" fmla="*/ 0 h 8"/>
                <a:gd name="T2" fmla="*/ 42 w 10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2" y="4"/>
                    <a:pt x="6" y="6"/>
                    <a:pt x="10" y="8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8" name="Freeform 4744">
              <a:extLst>
                <a:ext uri="{FF2B5EF4-FFF2-40B4-BE49-F238E27FC236}">
                  <a16:creationId xmlns:a16="http://schemas.microsoft.com/office/drawing/2014/main" id="{46CC4633-F3E1-413A-9EC2-516405DB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3523"/>
              <a:ext cx="12" cy="17"/>
            </a:xfrm>
            <a:custGeom>
              <a:avLst/>
              <a:gdLst>
                <a:gd name="T0" fmla="*/ 0 w 8"/>
                <a:gd name="T1" fmla="*/ 0 h 10"/>
                <a:gd name="T2" fmla="*/ 27 w 8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5"/>
                    <a:pt x="3" y="8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9" name="Freeform 4745">
              <a:extLst>
                <a:ext uri="{FF2B5EF4-FFF2-40B4-BE49-F238E27FC236}">
                  <a16:creationId xmlns:a16="http://schemas.microsoft.com/office/drawing/2014/main" id="{9505EB00-3F19-499C-A1B4-38E65A921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3728"/>
              <a:ext cx="43" cy="48"/>
            </a:xfrm>
            <a:custGeom>
              <a:avLst/>
              <a:gdLst>
                <a:gd name="T0" fmla="*/ 0 w 28"/>
                <a:gd name="T1" fmla="*/ 91 h 29"/>
                <a:gd name="T2" fmla="*/ 35 w 28"/>
                <a:gd name="T3" fmla="*/ 118 h 29"/>
                <a:gd name="T4" fmla="*/ 8 w 28"/>
                <a:gd name="T5" fmla="*/ 68 h 29"/>
                <a:gd name="T6" fmla="*/ 74 w 28"/>
                <a:gd name="T7" fmla="*/ 96 h 29"/>
                <a:gd name="T8" fmla="*/ 43 w 2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0" y="20"/>
                  </a:moveTo>
                  <a:cubicBezTo>
                    <a:pt x="2" y="24"/>
                    <a:pt x="6" y="29"/>
                    <a:pt x="10" y="26"/>
                  </a:cubicBezTo>
                  <a:cubicBezTo>
                    <a:pt x="8" y="22"/>
                    <a:pt x="4" y="19"/>
                    <a:pt x="2" y="15"/>
                  </a:cubicBezTo>
                  <a:cubicBezTo>
                    <a:pt x="9" y="8"/>
                    <a:pt x="15" y="23"/>
                    <a:pt x="20" y="21"/>
                  </a:cubicBezTo>
                  <a:cubicBezTo>
                    <a:pt x="28" y="18"/>
                    <a:pt x="15" y="4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0" name="Freeform 4746">
              <a:extLst>
                <a:ext uri="{FF2B5EF4-FFF2-40B4-BE49-F238E27FC236}">
                  <a16:creationId xmlns:a16="http://schemas.microsoft.com/office/drawing/2014/main" id="{9A0935B6-7CD4-4AC3-9B15-EE9ABBE14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3639"/>
              <a:ext cx="26" cy="10"/>
            </a:xfrm>
            <a:custGeom>
              <a:avLst/>
              <a:gdLst>
                <a:gd name="T0" fmla="*/ 0 w 17"/>
                <a:gd name="T1" fmla="*/ 28 h 6"/>
                <a:gd name="T2" fmla="*/ 61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5" y="2"/>
                    <a:pt x="11" y="0"/>
                    <a:pt x="17" y="0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1" name="Freeform 4747">
              <a:extLst>
                <a:ext uri="{FF2B5EF4-FFF2-40B4-BE49-F238E27FC236}">
                  <a16:creationId xmlns:a16="http://schemas.microsoft.com/office/drawing/2014/main" id="{28DE2DF9-AFF7-4746-AB78-DE5BDBF1F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782"/>
              <a:ext cx="15" cy="15"/>
            </a:xfrm>
            <a:custGeom>
              <a:avLst/>
              <a:gdLst>
                <a:gd name="T0" fmla="*/ 0 w 10"/>
                <a:gd name="T1" fmla="*/ 0 h 9"/>
                <a:gd name="T2" fmla="*/ 35 w 10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3" y="4"/>
                    <a:pt x="7" y="7"/>
                    <a:pt x="10" y="9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2" name="Freeform 4748">
              <a:extLst>
                <a:ext uri="{FF2B5EF4-FFF2-40B4-BE49-F238E27FC236}">
                  <a16:creationId xmlns:a16="http://schemas.microsoft.com/office/drawing/2014/main" id="{F950A117-8DDE-4B20-9235-11B7AAA09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3749"/>
              <a:ext cx="24" cy="22"/>
            </a:xfrm>
            <a:custGeom>
              <a:avLst/>
              <a:gdLst>
                <a:gd name="T0" fmla="*/ 0 w 15"/>
                <a:gd name="T1" fmla="*/ 14 h 13"/>
                <a:gd name="T2" fmla="*/ 48 w 15"/>
                <a:gd name="T3" fmla="*/ 5 h 13"/>
                <a:gd name="T4" fmla="*/ 0 w 15"/>
                <a:gd name="T5" fmla="*/ 6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0" y="3"/>
                  </a:moveTo>
                  <a:cubicBezTo>
                    <a:pt x="5" y="3"/>
                    <a:pt x="7" y="0"/>
                    <a:pt x="12" y="1"/>
                  </a:cubicBezTo>
                  <a:cubicBezTo>
                    <a:pt x="15" y="8"/>
                    <a:pt x="6" y="13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3" name="Freeform 4749">
              <a:extLst>
                <a:ext uri="{FF2B5EF4-FFF2-40B4-BE49-F238E27FC236}">
                  <a16:creationId xmlns:a16="http://schemas.microsoft.com/office/drawing/2014/main" id="{AA0EDBB7-089A-4560-A1B8-10E4669ED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3102"/>
              <a:ext cx="28" cy="9"/>
            </a:xfrm>
            <a:custGeom>
              <a:avLst/>
              <a:gdLst>
                <a:gd name="T0" fmla="*/ 0 w 18"/>
                <a:gd name="T1" fmla="*/ 21 h 6"/>
                <a:gd name="T2" fmla="*/ 68 w 18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4" y="0"/>
                    <a:pt x="12" y="4"/>
                    <a:pt x="18" y="2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4" name="Freeform 4750">
              <a:extLst>
                <a:ext uri="{FF2B5EF4-FFF2-40B4-BE49-F238E27FC236}">
                  <a16:creationId xmlns:a16="http://schemas.microsoft.com/office/drawing/2014/main" id="{FE8EBF49-978E-4452-ADCA-E7E3499E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" y="3141"/>
              <a:ext cx="17" cy="10"/>
            </a:xfrm>
            <a:custGeom>
              <a:avLst/>
              <a:gdLst>
                <a:gd name="T0" fmla="*/ 0 w 11"/>
                <a:gd name="T1" fmla="*/ 0 h 6"/>
                <a:gd name="T2" fmla="*/ 40 w 1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3" y="4"/>
                    <a:pt x="7" y="5"/>
                    <a:pt x="11" y="6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5" name="Freeform 4751">
              <a:extLst>
                <a:ext uri="{FF2B5EF4-FFF2-40B4-BE49-F238E27FC236}">
                  <a16:creationId xmlns:a16="http://schemas.microsoft.com/office/drawing/2014/main" id="{B24F547D-5D16-42BC-A139-E8006E4AC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3" y="3174"/>
              <a:ext cx="24" cy="26"/>
            </a:xfrm>
            <a:custGeom>
              <a:avLst/>
              <a:gdLst>
                <a:gd name="T0" fmla="*/ 8 w 16"/>
                <a:gd name="T1" fmla="*/ 8 h 16"/>
                <a:gd name="T2" fmla="*/ 12 w 16"/>
                <a:gd name="T3" fmla="*/ 39 h 16"/>
                <a:gd name="T4" fmla="*/ 32 w 16"/>
                <a:gd name="T5" fmla="*/ 8 h 16"/>
                <a:gd name="T6" fmla="*/ 41 w 16"/>
                <a:gd name="T7" fmla="*/ 6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cubicBezTo>
                    <a:pt x="1" y="5"/>
                    <a:pt x="0" y="9"/>
                    <a:pt x="3" y="9"/>
                  </a:cubicBezTo>
                  <a:cubicBezTo>
                    <a:pt x="8" y="10"/>
                    <a:pt x="7" y="3"/>
                    <a:pt x="9" y="2"/>
                  </a:cubicBezTo>
                  <a:cubicBezTo>
                    <a:pt x="16" y="0"/>
                    <a:pt x="14" y="12"/>
                    <a:pt x="12" y="16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6" name="Freeform 4752">
              <a:extLst>
                <a:ext uri="{FF2B5EF4-FFF2-40B4-BE49-F238E27FC236}">
                  <a16:creationId xmlns:a16="http://schemas.microsoft.com/office/drawing/2014/main" id="{BBC2FCA6-5891-44B9-9955-6F6B905B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" y="3215"/>
              <a:ext cx="9" cy="18"/>
            </a:xfrm>
            <a:custGeom>
              <a:avLst/>
              <a:gdLst>
                <a:gd name="T0" fmla="*/ 0 w 6"/>
                <a:gd name="T1" fmla="*/ 0 h 11"/>
                <a:gd name="T2" fmla="*/ 21 w 6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4" y="3"/>
                    <a:pt x="3" y="8"/>
                    <a:pt x="6" y="11"/>
                  </a:cubicBezTo>
                </a:path>
              </a:pathLst>
            </a:custGeom>
            <a:noFill/>
            <a:ln w="9525" cap="flat">
              <a:solidFill>
                <a:srgbClr val="FFE48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7" name="Line 4753">
              <a:extLst>
                <a:ext uri="{FF2B5EF4-FFF2-40B4-BE49-F238E27FC236}">
                  <a16:creationId xmlns:a16="http://schemas.microsoft.com/office/drawing/2014/main" id="{F9C2162C-9CE0-42C3-8CB4-0E806E71A2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44" y="3762"/>
              <a:ext cx="9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8" name="Freeform 4754">
              <a:extLst>
                <a:ext uri="{FF2B5EF4-FFF2-40B4-BE49-F238E27FC236}">
                  <a16:creationId xmlns:a16="http://schemas.microsoft.com/office/drawing/2014/main" id="{1574B70B-266E-46FB-88A2-D4FDE1D68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4" y="3520"/>
              <a:ext cx="34" cy="28"/>
            </a:xfrm>
            <a:custGeom>
              <a:avLst/>
              <a:gdLst>
                <a:gd name="T0" fmla="*/ 0 w 22"/>
                <a:gd name="T1" fmla="*/ 0 h 17"/>
                <a:gd name="T2" fmla="*/ 82 w 22"/>
                <a:gd name="T3" fmla="*/ 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7" y="4"/>
                    <a:pt x="22" y="17"/>
                    <a:pt x="22" y="17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9" name="Freeform 4755">
              <a:extLst>
                <a:ext uri="{FF2B5EF4-FFF2-40B4-BE49-F238E27FC236}">
                  <a16:creationId xmlns:a16="http://schemas.microsoft.com/office/drawing/2014/main" id="{21B79640-B516-4777-9900-6F4A366A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3622"/>
              <a:ext cx="6" cy="10"/>
            </a:xfrm>
            <a:custGeom>
              <a:avLst/>
              <a:gdLst>
                <a:gd name="T0" fmla="*/ 0 w 4"/>
                <a:gd name="T1" fmla="*/ 28 h 6"/>
                <a:gd name="T2" fmla="*/ 12 w 4"/>
                <a:gd name="T3" fmla="*/ 0 h 6"/>
                <a:gd name="T4" fmla="*/ 0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5"/>
                    <a:pt x="4" y="3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0" name="Freeform 4756">
              <a:extLst>
                <a:ext uri="{FF2B5EF4-FFF2-40B4-BE49-F238E27FC236}">
                  <a16:creationId xmlns:a16="http://schemas.microsoft.com/office/drawing/2014/main" id="{0A45A92F-C748-4F6A-B689-1C3EDF1D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0" y="3677"/>
              <a:ext cx="16" cy="21"/>
            </a:xfrm>
            <a:custGeom>
              <a:avLst/>
              <a:gdLst>
                <a:gd name="T0" fmla="*/ 0 w 10"/>
                <a:gd name="T1" fmla="*/ 26 h 13"/>
                <a:gd name="T2" fmla="*/ 8 w 10"/>
                <a:gd name="T3" fmla="*/ 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6"/>
                  </a:moveTo>
                  <a:cubicBezTo>
                    <a:pt x="4" y="13"/>
                    <a:pt x="10" y="0"/>
                    <a:pt x="2" y="4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1" name="Freeform 4757">
              <a:extLst>
                <a:ext uri="{FF2B5EF4-FFF2-40B4-BE49-F238E27FC236}">
                  <a16:creationId xmlns:a16="http://schemas.microsoft.com/office/drawing/2014/main" id="{2510C66B-0230-4354-9CA5-8327E8C4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3650"/>
              <a:ext cx="11" cy="9"/>
            </a:xfrm>
            <a:custGeom>
              <a:avLst/>
              <a:gdLst>
                <a:gd name="T0" fmla="*/ 0 w 7"/>
                <a:gd name="T1" fmla="*/ 23 h 5"/>
                <a:gd name="T2" fmla="*/ 27 w 7"/>
                <a:gd name="T3" fmla="*/ 0 h 5"/>
                <a:gd name="T4" fmla="*/ 8 w 7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4"/>
                  </a:moveTo>
                  <a:cubicBezTo>
                    <a:pt x="2" y="5"/>
                    <a:pt x="7" y="3"/>
                    <a:pt x="7" y="0"/>
                  </a:cubicBezTo>
                  <a:cubicBezTo>
                    <a:pt x="4" y="0"/>
                    <a:pt x="2" y="1"/>
                    <a:pt x="2" y="3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2" name="Freeform 4758">
              <a:extLst>
                <a:ext uri="{FF2B5EF4-FFF2-40B4-BE49-F238E27FC236}">
                  <a16:creationId xmlns:a16="http://schemas.microsoft.com/office/drawing/2014/main" id="{5A542DA4-4CDB-4426-8868-22D7ACBEC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3743"/>
              <a:ext cx="11" cy="8"/>
            </a:xfrm>
            <a:custGeom>
              <a:avLst/>
              <a:gdLst>
                <a:gd name="T0" fmla="*/ 0 w 7"/>
                <a:gd name="T1" fmla="*/ 13 h 5"/>
                <a:gd name="T2" fmla="*/ 27 w 7"/>
                <a:gd name="T3" fmla="*/ 0 h 5"/>
                <a:gd name="T4" fmla="*/ 0 w 7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3"/>
                  </a:moveTo>
                  <a:cubicBezTo>
                    <a:pt x="2" y="5"/>
                    <a:pt x="6" y="3"/>
                    <a:pt x="7" y="0"/>
                  </a:cubicBez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3" name="Freeform 4759">
              <a:extLst>
                <a:ext uri="{FF2B5EF4-FFF2-40B4-BE49-F238E27FC236}">
                  <a16:creationId xmlns:a16="http://schemas.microsoft.com/office/drawing/2014/main" id="{CB4FE347-C859-49EF-B8F7-F68DF6A8E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" y="3807"/>
              <a:ext cx="12" cy="8"/>
            </a:xfrm>
            <a:custGeom>
              <a:avLst/>
              <a:gdLst>
                <a:gd name="T0" fmla="*/ 12 w 8"/>
                <a:gd name="T1" fmla="*/ 21 h 5"/>
                <a:gd name="T2" fmla="*/ 26 w 8"/>
                <a:gd name="T3" fmla="*/ 0 h 5"/>
                <a:gd name="T4" fmla="*/ 0 w 8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5"/>
                  </a:moveTo>
                  <a:cubicBezTo>
                    <a:pt x="5" y="5"/>
                    <a:pt x="8" y="3"/>
                    <a:pt x="7" y="0"/>
                  </a:cubicBezTo>
                  <a:cubicBezTo>
                    <a:pt x="5" y="2"/>
                    <a:pt x="4" y="5"/>
                    <a:pt x="0" y="3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4" name="Freeform 4760">
              <a:extLst>
                <a:ext uri="{FF2B5EF4-FFF2-40B4-BE49-F238E27FC236}">
                  <a16:creationId xmlns:a16="http://schemas.microsoft.com/office/drawing/2014/main" id="{D75762B0-A737-47D3-A3CC-AB1655998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4" y="3721"/>
              <a:ext cx="8" cy="12"/>
            </a:xfrm>
            <a:custGeom>
              <a:avLst/>
              <a:gdLst>
                <a:gd name="T0" fmla="*/ 0 w 5"/>
                <a:gd name="T1" fmla="*/ 36 h 7"/>
                <a:gd name="T2" fmla="*/ 16 w 5"/>
                <a:gd name="T3" fmla="*/ 0 h 7"/>
                <a:gd name="T4" fmla="*/ 5 w 5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3" y="6"/>
                    <a:pt x="5" y="3"/>
                    <a:pt x="4" y="0"/>
                  </a:cubicBezTo>
                  <a:cubicBezTo>
                    <a:pt x="2" y="0"/>
                    <a:pt x="1" y="2"/>
                    <a:pt x="1" y="4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5" name="Freeform 4761">
              <a:extLst>
                <a:ext uri="{FF2B5EF4-FFF2-40B4-BE49-F238E27FC236}">
                  <a16:creationId xmlns:a16="http://schemas.microsoft.com/office/drawing/2014/main" id="{2A0B01E7-71D5-457F-B1BD-4A1C1FDCA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3764"/>
              <a:ext cx="14" cy="18"/>
            </a:xfrm>
            <a:custGeom>
              <a:avLst/>
              <a:gdLst>
                <a:gd name="T0" fmla="*/ 5 w 9"/>
                <a:gd name="T1" fmla="*/ 29 h 11"/>
                <a:gd name="T2" fmla="*/ 22 w 9"/>
                <a:gd name="T3" fmla="*/ 0 h 11"/>
                <a:gd name="T4" fmla="*/ 0 w 9"/>
                <a:gd name="T5" fmla="*/ 2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7"/>
                  </a:moveTo>
                  <a:cubicBezTo>
                    <a:pt x="5" y="11"/>
                    <a:pt x="9" y="4"/>
                    <a:pt x="6" y="0"/>
                  </a:cubicBezTo>
                  <a:cubicBezTo>
                    <a:pt x="7" y="4"/>
                    <a:pt x="4" y="6"/>
                    <a:pt x="0" y="6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6" name="Freeform 4762">
              <a:extLst>
                <a:ext uri="{FF2B5EF4-FFF2-40B4-BE49-F238E27FC236}">
                  <a16:creationId xmlns:a16="http://schemas.microsoft.com/office/drawing/2014/main" id="{429C66E5-4146-4D01-82C2-CFE88B28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3752"/>
              <a:ext cx="13" cy="17"/>
            </a:xfrm>
            <a:custGeom>
              <a:avLst/>
              <a:gdLst>
                <a:gd name="T0" fmla="*/ 5 w 8"/>
                <a:gd name="T1" fmla="*/ 26 h 10"/>
                <a:gd name="T2" fmla="*/ 21 w 8"/>
                <a:gd name="T3" fmla="*/ 0 h 10"/>
                <a:gd name="T4" fmla="*/ 0 w 8"/>
                <a:gd name="T5" fmla="*/ 1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5"/>
                  </a:moveTo>
                  <a:cubicBezTo>
                    <a:pt x="3" y="10"/>
                    <a:pt x="8" y="3"/>
                    <a:pt x="5" y="0"/>
                  </a:cubicBezTo>
                  <a:cubicBezTo>
                    <a:pt x="4" y="3"/>
                    <a:pt x="2" y="5"/>
                    <a:pt x="0" y="3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7" name="Freeform 4763">
              <a:extLst>
                <a:ext uri="{FF2B5EF4-FFF2-40B4-BE49-F238E27FC236}">
                  <a16:creationId xmlns:a16="http://schemas.microsoft.com/office/drawing/2014/main" id="{4CBB3723-6D53-441D-9707-263ECC0A8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3627"/>
              <a:ext cx="11" cy="17"/>
            </a:xfrm>
            <a:custGeom>
              <a:avLst/>
              <a:gdLst>
                <a:gd name="T0" fmla="*/ 0 w 7"/>
                <a:gd name="T1" fmla="*/ 34 h 10"/>
                <a:gd name="T2" fmla="*/ 22 w 7"/>
                <a:gd name="T3" fmla="*/ 0 h 10"/>
                <a:gd name="T4" fmla="*/ 5 w 7"/>
                <a:gd name="T5" fmla="*/ 2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7"/>
                  </a:moveTo>
                  <a:cubicBezTo>
                    <a:pt x="3" y="10"/>
                    <a:pt x="7" y="4"/>
                    <a:pt x="6" y="0"/>
                  </a:cubicBezTo>
                  <a:cubicBezTo>
                    <a:pt x="6" y="4"/>
                    <a:pt x="2" y="4"/>
                    <a:pt x="1" y="5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8" name="Freeform 4764">
              <a:extLst>
                <a:ext uri="{FF2B5EF4-FFF2-40B4-BE49-F238E27FC236}">
                  <a16:creationId xmlns:a16="http://schemas.microsoft.com/office/drawing/2014/main" id="{324A622C-BC8D-48DA-906B-6507A60A9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3546"/>
              <a:ext cx="11" cy="9"/>
            </a:xfrm>
            <a:custGeom>
              <a:avLst/>
              <a:gdLst>
                <a:gd name="T0" fmla="*/ 0 w 7"/>
                <a:gd name="T1" fmla="*/ 23 h 5"/>
                <a:gd name="T2" fmla="*/ 14 w 7"/>
                <a:gd name="T3" fmla="*/ 0 h 5"/>
                <a:gd name="T4" fmla="*/ 1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4"/>
                  </a:moveTo>
                  <a:cubicBezTo>
                    <a:pt x="2" y="5"/>
                    <a:pt x="7" y="2"/>
                    <a:pt x="4" y="0"/>
                  </a:cubicBezTo>
                  <a:cubicBezTo>
                    <a:pt x="3" y="0"/>
                    <a:pt x="4" y="1"/>
                    <a:pt x="4" y="0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9" name="Freeform 4765">
              <a:extLst>
                <a:ext uri="{FF2B5EF4-FFF2-40B4-BE49-F238E27FC236}">
                  <a16:creationId xmlns:a16="http://schemas.microsoft.com/office/drawing/2014/main" id="{8310EB74-247D-4027-90F1-46299A91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3520"/>
              <a:ext cx="11" cy="12"/>
            </a:xfrm>
            <a:custGeom>
              <a:avLst/>
              <a:gdLst>
                <a:gd name="T0" fmla="*/ 0 w 7"/>
                <a:gd name="T1" fmla="*/ 15 h 7"/>
                <a:gd name="T2" fmla="*/ 20 w 7"/>
                <a:gd name="T3" fmla="*/ 0 h 7"/>
                <a:gd name="T4" fmla="*/ 0 w 7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7"/>
                    <a:pt x="7" y="4"/>
                    <a:pt x="5" y="0"/>
                  </a:cubicBezTo>
                  <a:cubicBezTo>
                    <a:pt x="5" y="3"/>
                    <a:pt x="2" y="4"/>
                    <a:pt x="0" y="3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0" name="Freeform 4766">
              <a:extLst>
                <a:ext uri="{FF2B5EF4-FFF2-40B4-BE49-F238E27FC236}">
                  <a16:creationId xmlns:a16="http://schemas.microsoft.com/office/drawing/2014/main" id="{FF102254-7C0C-488A-A9C7-B8718E32E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3573"/>
              <a:ext cx="11" cy="10"/>
            </a:xfrm>
            <a:custGeom>
              <a:avLst/>
              <a:gdLst>
                <a:gd name="T0" fmla="*/ 5 w 7"/>
                <a:gd name="T1" fmla="*/ 28 h 6"/>
                <a:gd name="T2" fmla="*/ 20 w 7"/>
                <a:gd name="T3" fmla="*/ 0 h 6"/>
                <a:gd name="T4" fmla="*/ 0 w 7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4" y="6"/>
                    <a:pt x="7" y="3"/>
                    <a:pt x="5" y="0"/>
                  </a:cubicBezTo>
                  <a:cubicBezTo>
                    <a:pt x="5" y="3"/>
                    <a:pt x="2" y="4"/>
                    <a:pt x="0" y="5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1" name="Freeform 4767">
              <a:extLst>
                <a:ext uri="{FF2B5EF4-FFF2-40B4-BE49-F238E27FC236}">
                  <a16:creationId xmlns:a16="http://schemas.microsoft.com/office/drawing/2014/main" id="{186E574A-D1F8-4ECF-8CBB-E8B3BC882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3578"/>
              <a:ext cx="17" cy="13"/>
            </a:xfrm>
            <a:custGeom>
              <a:avLst/>
              <a:gdLst>
                <a:gd name="T0" fmla="*/ 14 w 11"/>
                <a:gd name="T1" fmla="*/ 0 h 8"/>
                <a:gd name="T2" fmla="*/ 0 w 11"/>
                <a:gd name="T3" fmla="*/ 34 h 8"/>
                <a:gd name="T4" fmla="*/ 0 w 11"/>
                <a:gd name="T5" fmla="*/ 29 h 8"/>
                <a:gd name="T6" fmla="*/ 19 w 11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11" y="2"/>
                    <a:pt x="3" y="7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3" y="6"/>
                    <a:pt x="4" y="3"/>
                    <a:pt x="5" y="1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2" name="Freeform 4768">
              <a:extLst>
                <a:ext uri="{FF2B5EF4-FFF2-40B4-BE49-F238E27FC236}">
                  <a16:creationId xmlns:a16="http://schemas.microsoft.com/office/drawing/2014/main" id="{B10C4E46-B60D-4500-AFC9-BFFBC4F4D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9" y="3571"/>
              <a:ext cx="8" cy="10"/>
            </a:xfrm>
            <a:custGeom>
              <a:avLst/>
              <a:gdLst>
                <a:gd name="T0" fmla="*/ 8 w 5"/>
                <a:gd name="T1" fmla="*/ 5 h 6"/>
                <a:gd name="T2" fmla="*/ 0 w 5"/>
                <a:gd name="T3" fmla="*/ 22 h 6"/>
                <a:gd name="T4" fmla="*/ 13 w 5"/>
                <a:gd name="T5" fmla="*/ 0 h 6"/>
                <a:gd name="T6" fmla="*/ 8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2" y="6"/>
                    <a:pt x="5" y="3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3" name="Freeform 4769">
              <a:extLst>
                <a:ext uri="{FF2B5EF4-FFF2-40B4-BE49-F238E27FC236}">
                  <a16:creationId xmlns:a16="http://schemas.microsoft.com/office/drawing/2014/main" id="{4A5FC608-324D-4A97-A2AF-24BB1AC92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4" y="3644"/>
              <a:ext cx="15" cy="8"/>
            </a:xfrm>
            <a:custGeom>
              <a:avLst/>
              <a:gdLst>
                <a:gd name="T0" fmla="*/ 21 w 10"/>
                <a:gd name="T1" fmla="*/ 0 h 5"/>
                <a:gd name="T2" fmla="*/ 14 w 10"/>
                <a:gd name="T3" fmla="*/ 21 h 5"/>
                <a:gd name="T4" fmla="*/ 26 w 10"/>
                <a:gd name="T5" fmla="*/ 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6" y="0"/>
                  </a:moveTo>
                  <a:cubicBezTo>
                    <a:pt x="4" y="1"/>
                    <a:pt x="0" y="4"/>
                    <a:pt x="4" y="5"/>
                  </a:cubicBezTo>
                  <a:cubicBezTo>
                    <a:pt x="7" y="5"/>
                    <a:pt x="10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4" name="Freeform 4770">
              <a:extLst>
                <a:ext uri="{FF2B5EF4-FFF2-40B4-BE49-F238E27FC236}">
                  <a16:creationId xmlns:a16="http://schemas.microsoft.com/office/drawing/2014/main" id="{3A66E3C8-BDAE-4958-8A0B-C85DF0AF3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" y="3675"/>
              <a:ext cx="10" cy="8"/>
            </a:xfrm>
            <a:custGeom>
              <a:avLst/>
              <a:gdLst>
                <a:gd name="T0" fmla="*/ 8 w 6"/>
                <a:gd name="T1" fmla="*/ 0 h 5"/>
                <a:gd name="T2" fmla="*/ 5 w 6"/>
                <a:gd name="T3" fmla="*/ 16 h 5"/>
                <a:gd name="T4" fmla="*/ 8 w 6"/>
                <a:gd name="T5" fmla="*/ 0 h 5"/>
                <a:gd name="T6" fmla="*/ 8 w 6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5"/>
                    <a:pt x="6" y="1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5" name="Freeform 4771">
              <a:extLst>
                <a:ext uri="{FF2B5EF4-FFF2-40B4-BE49-F238E27FC236}">
                  <a16:creationId xmlns:a16="http://schemas.microsoft.com/office/drawing/2014/main" id="{A4ABE6BB-58D8-49F0-8A71-37725715F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0" y="3734"/>
              <a:ext cx="8" cy="9"/>
            </a:xfrm>
            <a:custGeom>
              <a:avLst/>
              <a:gdLst>
                <a:gd name="T0" fmla="*/ 13 w 5"/>
                <a:gd name="T1" fmla="*/ 7 h 5"/>
                <a:gd name="T2" fmla="*/ 0 w 5"/>
                <a:gd name="T3" fmla="*/ 16 h 5"/>
                <a:gd name="T4" fmla="*/ 21 w 5"/>
                <a:gd name="T5" fmla="*/ 16 h 5"/>
                <a:gd name="T6" fmla="*/ 5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1" y="5"/>
                    <a:pt x="4" y="4"/>
                    <a:pt x="5" y="3"/>
                  </a:cubicBezTo>
                  <a:cubicBezTo>
                    <a:pt x="4" y="1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6" name="Freeform 4772">
              <a:extLst>
                <a:ext uri="{FF2B5EF4-FFF2-40B4-BE49-F238E27FC236}">
                  <a16:creationId xmlns:a16="http://schemas.microsoft.com/office/drawing/2014/main" id="{7F096B71-7753-44A9-ADE4-0438A1F8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3616"/>
              <a:ext cx="17" cy="16"/>
            </a:xfrm>
            <a:custGeom>
              <a:avLst/>
              <a:gdLst>
                <a:gd name="T0" fmla="*/ 34 w 11"/>
                <a:gd name="T1" fmla="*/ 0 h 10"/>
                <a:gd name="T2" fmla="*/ 36 w 11"/>
                <a:gd name="T3" fmla="*/ 5 h 10"/>
                <a:gd name="T4" fmla="*/ 34 w 11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9" y="0"/>
                  </a:moveTo>
                  <a:cubicBezTo>
                    <a:pt x="0" y="5"/>
                    <a:pt x="11" y="10"/>
                    <a:pt x="10" y="1"/>
                  </a:cubicBezTo>
                  <a:cubicBezTo>
                    <a:pt x="10" y="1"/>
                    <a:pt x="9" y="1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7" name="Freeform 4773">
              <a:extLst>
                <a:ext uri="{FF2B5EF4-FFF2-40B4-BE49-F238E27FC236}">
                  <a16:creationId xmlns:a16="http://schemas.microsoft.com/office/drawing/2014/main" id="{B98BB44A-20F6-4E69-ADA3-71B0EB3C9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3568"/>
              <a:ext cx="17" cy="11"/>
            </a:xfrm>
            <a:custGeom>
              <a:avLst/>
              <a:gdLst>
                <a:gd name="T0" fmla="*/ 22 w 11"/>
                <a:gd name="T1" fmla="*/ 0 h 7"/>
                <a:gd name="T2" fmla="*/ 14 w 11"/>
                <a:gd name="T3" fmla="*/ 22 h 7"/>
                <a:gd name="T4" fmla="*/ 34 w 11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6" y="0"/>
                  </a:moveTo>
                  <a:cubicBezTo>
                    <a:pt x="4" y="1"/>
                    <a:pt x="0" y="5"/>
                    <a:pt x="4" y="6"/>
                  </a:cubicBezTo>
                  <a:cubicBezTo>
                    <a:pt x="7" y="7"/>
                    <a:pt x="11" y="3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8" name="Freeform 4774">
              <a:extLst>
                <a:ext uri="{FF2B5EF4-FFF2-40B4-BE49-F238E27FC236}">
                  <a16:creationId xmlns:a16="http://schemas.microsoft.com/office/drawing/2014/main" id="{39AD78C4-A179-45BE-B3D8-2074C5FBD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3533"/>
              <a:ext cx="25" cy="13"/>
            </a:xfrm>
            <a:custGeom>
              <a:avLst/>
              <a:gdLst>
                <a:gd name="T0" fmla="*/ 42 w 16"/>
                <a:gd name="T1" fmla="*/ 0 h 8"/>
                <a:gd name="T2" fmla="*/ 48 w 16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11" y="0"/>
                  </a:moveTo>
                  <a:cubicBezTo>
                    <a:pt x="0" y="4"/>
                    <a:pt x="16" y="8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9" name="Freeform 4775">
              <a:extLst>
                <a:ext uri="{FF2B5EF4-FFF2-40B4-BE49-F238E27FC236}">
                  <a16:creationId xmlns:a16="http://schemas.microsoft.com/office/drawing/2014/main" id="{4476C9AC-A4DD-47F8-B81C-EB4BD9D80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3512"/>
              <a:ext cx="11" cy="15"/>
            </a:xfrm>
            <a:custGeom>
              <a:avLst/>
              <a:gdLst>
                <a:gd name="T0" fmla="*/ 14 w 7"/>
                <a:gd name="T1" fmla="*/ 8 h 9"/>
                <a:gd name="T2" fmla="*/ 0 w 7"/>
                <a:gd name="T3" fmla="*/ 28 h 9"/>
                <a:gd name="T4" fmla="*/ 13 w 7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2"/>
                  </a:moveTo>
                  <a:cubicBezTo>
                    <a:pt x="2" y="3"/>
                    <a:pt x="1" y="4"/>
                    <a:pt x="0" y="6"/>
                  </a:cubicBezTo>
                  <a:cubicBezTo>
                    <a:pt x="5" y="9"/>
                    <a:pt x="7" y="0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0" name="Freeform 4776">
              <a:extLst>
                <a:ext uri="{FF2B5EF4-FFF2-40B4-BE49-F238E27FC236}">
                  <a16:creationId xmlns:a16="http://schemas.microsoft.com/office/drawing/2014/main" id="{E59D7EDB-2F88-44AD-AD53-8CA633AA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3512"/>
              <a:ext cx="3" cy="6"/>
            </a:xfrm>
            <a:custGeom>
              <a:avLst/>
              <a:gdLst>
                <a:gd name="T0" fmla="*/ 5 w 2"/>
                <a:gd name="T1" fmla="*/ 8 h 4"/>
                <a:gd name="T2" fmla="*/ 0 w 2"/>
                <a:gd name="T3" fmla="*/ 14 h 4"/>
                <a:gd name="T4" fmla="*/ 8 w 2"/>
                <a:gd name="T5" fmla="*/ 5 h 4"/>
                <a:gd name="T6" fmla="*/ 5 w 2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3"/>
                    <a:pt x="1" y="3"/>
                    <a:pt x="2" y="1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1" name="Freeform 4777">
              <a:extLst>
                <a:ext uri="{FF2B5EF4-FFF2-40B4-BE49-F238E27FC236}">
                  <a16:creationId xmlns:a16="http://schemas.microsoft.com/office/drawing/2014/main" id="{D3AA7727-41D6-4054-9982-4710CA0C2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3619"/>
              <a:ext cx="13" cy="13"/>
            </a:xfrm>
            <a:custGeom>
              <a:avLst/>
              <a:gdLst>
                <a:gd name="T0" fmla="*/ 18 w 8"/>
                <a:gd name="T1" fmla="*/ 0 h 8"/>
                <a:gd name="T2" fmla="*/ 5 w 8"/>
                <a:gd name="T3" fmla="*/ 26 h 8"/>
                <a:gd name="T4" fmla="*/ 18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1"/>
                    <a:pt x="0" y="3"/>
                    <a:pt x="1" y="6"/>
                  </a:cubicBezTo>
                  <a:cubicBezTo>
                    <a:pt x="4" y="8"/>
                    <a:pt x="8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2" name="Freeform 4778">
              <a:extLst>
                <a:ext uri="{FF2B5EF4-FFF2-40B4-BE49-F238E27FC236}">
                  <a16:creationId xmlns:a16="http://schemas.microsoft.com/office/drawing/2014/main" id="{EA4C86D7-9E55-412A-9F77-BE2577314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3637"/>
              <a:ext cx="5" cy="7"/>
            </a:xfrm>
            <a:custGeom>
              <a:avLst/>
              <a:gdLst>
                <a:gd name="T0" fmla="*/ 8 w 3"/>
                <a:gd name="T1" fmla="*/ 7 h 4"/>
                <a:gd name="T2" fmla="*/ 0 w 3"/>
                <a:gd name="T3" fmla="*/ 21 h 4"/>
                <a:gd name="T4" fmla="*/ 13 w 3"/>
                <a:gd name="T5" fmla="*/ 0 h 4"/>
                <a:gd name="T6" fmla="*/ 5 w 3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3" y="2"/>
                    <a:pt x="3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3" name="Freeform 4779">
              <a:extLst>
                <a:ext uri="{FF2B5EF4-FFF2-40B4-BE49-F238E27FC236}">
                  <a16:creationId xmlns:a16="http://schemas.microsoft.com/office/drawing/2014/main" id="{C587D752-4740-4932-820E-A49470716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3759"/>
              <a:ext cx="8" cy="10"/>
            </a:xfrm>
            <a:custGeom>
              <a:avLst/>
              <a:gdLst>
                <a:gd name="T0" fmla="*/ 21 w 5"/>
                <a:gd name="T1" fmla="*/ 0 h 6"/>
                <a:gd name="T2" fmla="*/ 5 w 5"/>
                <a:gd name="T3" fmla="*/ 28 h 6"/>
                <a:gd name="T4" fmla="*/ 16 w 5"/>
                <a:gd name="T5" fmla="*/ 5 h 6"/>
                <a:gd name="T6" fmla="*/ 13 w 5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0" y="3"/>
                    <a:pt x="1" y="6"/>
                  </a:cubicBezTo>
                  <a:cubicBezTo>
                    <a:pt x="3" y="5"/>
                    <a:pt x="5" y="3"/>
                    <a:pt x="4" y="1"/>
                  </a:cubicBezTo>
                  <a:cubicBezTo>
                    <a:pt x="3" y="1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4" name="Freeform 4780">
              <a:extLst>
                <a:ext uri="{FF2B5EF4-FFF2-40B4-BE49-F238E27FC236}">
                  <a16:creationId xmlns:a16="http://schemas.microsoft.com/office/drawing/2014/main" id="{9CEEFE2E-6DF2-4180-A261-F69421CCC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3711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0 w 7"/>
                <a:gd name="T3" fmla="*/ 22 h 6"/>
                <a:gd name="T4" fmla="*/ 2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4" y="6"/>
                    <a:pt x="7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5" name="Freeform 4781">
              <a:extLst>
                <a:ext uri="{FF2B5EF4-FFF2-40B4-BE49-F238E27FC236}">
                  <a16:creationId xmlns:a16="http://schemas.microsoft.com/office/drawing/2014/main" id="{7BCC834A-9DC8-4EB3-9CCB-1A95F81BE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3739"/>
              <a:ext cx="10" cy="10"/>
            </a:xfrm>
            <a:custGeom>
              <a:avLst/>
              <a:gdLst>
                <a:gd name="T0" fmla="*/ 19 w 7"/>
                <a:gd name="T1" fmla="*/ 0 h 6"/>
                <a:gd name="T2" fmla="*/ 1 w 7"/>
                <a:gd name="T3" fmla="*/ 28 h 6"/>
                <a:gd name="T4" fmla="*/ 20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3" y="2"/>
                    <a:pt x="0" y="3"/>
                    <a:pt x="1" y="6"/>
                  </a:cubicBezTo>
                  <a:cubicBezTo>
                    <a:pt x="4" y="6"/>
                    <a:pt x="7" y="4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6" name="Freeform 4782">
              <a:extLst>
                <a:ext uri="{FF2B5EF4-FFF2-40B4-BE49-F238E27FC236}">
                  <a16:creationId xmlns:a16="http://schemas.microsoft.com/office/drawing/2014/main" id="{68A025F3-2387-4723-BE2F-5898F4267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3800"/>
              <a:ext cx="10" cy="10"/>
            </a:xfrm>
            <a:custGeom>
              <a:avLst/>
              <a:gdLst>
                <a:gd name="T0" fmla="*/ 14 w 7"/>
                <a:gd name="T1" fmla="*/ 5 h 6"/>
                <a:gd name="T2" fmla="*/ 1 w 7"/>
                <a:gd name="T3" fmla="*/ 28 h 6"/>
                <a:gd name="T4" fmla="*/ 1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4" y="6"/>
                    <a:pt x="7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7" name="Freeform 4783">
              <a:extLst>
                <a:ext uri="{FF2B5EF4-FFF2-40B4-BE49-F238E27FC236}">
                  <a16:creationId xmlns:a16="http://schemas.microsoft.com/office/drawing/2014/main" id="{FB71C767-D394-4B79-A34D-7E3544597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" y="3757"/>
              <a:ext cx="6" cy="5"/>
            </a:xfrm>
            <a:custGeom>
              <a:avLst/>
              <a:gdLst>
                <a:gd name="T0" fmla="*/ 8 w 4"/>
                <a:gd name="T1" fmla="*/ 0 h 3"/>
                <a:gd name="T2" fmla="*/ 5 w 4"/>
                <a:gd name="T3" fmla="*/ 13 h 3"/>
                <a:gd name="T4" fmla="*/ 12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8" name="Freeform 4784">
              <a:extLst>
                <a:ext uri="{FF2B5EF4-FFF2-40B4-BE49-F238E27FC236}">
                  <a16:creationId xmlns:a16="http://schemas.microsoft.com/office/drawing/2014/main" id="{3C05BE57-400B-4E12-8477-DB447E6BC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" y="3677"/>
              <a:ext cx="6" cy="5"/>
            </a:xfrm>
            <a:custGeom>
              <a:avLst/>
              <a:gdLst>
                <a:gd name="T0" fmla="*/ 14 w 4"/>
                <a:gd name="T1" fmla="*/ 0 h 3"/>
                <a:gd name="T2" fmla="*/ 5 w 4"/>
                <a:gd name="T3" fmla="*/ 8 h 3"/>
                <a:gd name="T4" fmla="*/ 1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0" y="0"/>
                    <a:pt x="1" y="2"/>
                  </a:cubicBezTo>
                  <a:cubicBezTo>
                    <a:pt x="3" y="3"/>
                    <a:pt x="4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9" name="Freeform 4785">
              <a:extLst>
                <a:ext uri="{FF2B5EF4-FFF2-40B4-BE49-F238E27FC236}">
                  <a16:creationId xmlns:a16="http://schemas.microsoft.com/office/drawing/2014/main" id="{12B54D6B-A8D0-4864-8971-CBAD419CB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3644"/>
              <a:ext cx="12" cy="11"/>
            </a:xfrm>
            <a:custGeom>
              <a:avLst/>
              <a:gdLst>
                <a:gd name="T0" fmla="*/ 5 w 8"/>
                <a:gd name="T1" fmla="*/ 20 h 7"/>
                <a:gd name="T2" fmla="*/ 26 w 8"/>
                <a:gd name="T3" fmla="*/ 0 h 7"/>
                <a:gd name="T4" fmla="*/ 0 w 8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4" y="7"/>
                    <a:pt x="8" y="4"/>
                    <a:pt x="7" y="0"/>
                  </a:cubicBezTo>
                  <a:cubicBezTo>
                    <a:pt x="5" y="1"/>
                    <a:pt x="1" y="3"/>
                    <a:pt x="0" y="3"/>
                  </a:cubicBezTo>
                </a:path>
              </a:pathLst>
            </a:custGeom>
            <a:solidFill>
              <a:srgbClr val="DE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0" name="Freeform 4786">
              <a:extLst>
                <a:ext uri="{FF2B5EF4-FFF2-40B4-BE49-F238E27FC236}">
                  <a16:creationId xmlns:a16="http://schemas.microsoft.com/office/drawing/2014/main" id="{98D6CFE8-2454-40EF-931D-D4C2513CE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1587"/>
              <a:ext cx="915" cy="814"/>
            </a:xfrm>
            <a:custGeom>
              <a:avLst/>
              <a:gdLst>
                <a:gd name="T0" fmla="*/ 2185 w 592"/>
                <a:gd name="T1" fmla="*/ 2210 h 494"/>
                <a:gd name="T2" fmla="*/ 329 w 592"/>
                <a:gd name="T3" fmla="*/ 519 h 494"/>
                <a:gd name="T4" fmla="*/ 0 w 592"/>
                <a:gd name="T5" fmla="*/ 0 h 4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2" h="494">
                  <a:moveTo>
                    <a:pt x="592" y="494"/>
                  </a:moveTo>
                  <a:cubicBezTo>
                    <a:pt x="394" y="358"/>
                    <a:pt x="217" y="245"/>
                    <a:pt x="89" y="116"/>
                  </a:cubicBezTo>
                  <a:cubicBezTo>
                    <a:pt x="55" y="82"/>
                    <a:pt x="26" y="4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1" name="Freeform 4787">
              <a:extLst>
                <a:ext uri="{FF2B5EF4-FFF2-40B4-BE49-F238E27FC236}">
                  <a16:creationId xmlns:a16="http://schemas.microsoft.com/office/drawing/2014/main" id="{F423DA06-6104-49C7-A804-7DCB90821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647"/>
              <a:ext cx="195" cy="198"/>
            </a:xfrm>
            <a:custGeom>
              <a:avLst/>
              <a:gdLst>
                <a:gd name="T0" fmla="*/ 467 w 126"/>
                <a:gd name="T1" fmla="*/ 540 h 120"/>
                <a:gd name="T2" fmla="*/ 398 w 126"/>
                <a:gd name="T3" fmla="*/ 449 h 120"/>
                <a:gd name="T4" fmla="*/ 5 w 126"/>
                <a:gd name="T5" fmla="*/ 137 h 120"/>
                <a:gd name="T6" fmla="*/ 130 w 126"/>
                <a:gd name="T7" fmla="*/ 518 h 1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20">
                  <a:moveTo>
                    <a:pt x="126" y="120"/>
                  </a:moveTo>
                  <a:cubicBezTo>
                    <a:pt x="120" y="113"/>
                    <a:pt x="113" y="106"/>
                    <a:pt x="107" y="100"/>
                  </a:cubicBezTo>
                  <a:cubicBezTo>
                    <a:pt x="32" y="18"/>
                    <a:pt x="0" y="0"/>
                    <a:pt x="1" y="30"/>
                  </a:cubicBezTo>
                  <a:cubicBezTo>
                    <a:pt x="1" y="41"/>
                    <a:pt x="35" y="115"/>
                    <a:pt x="35" y="11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2" name="Freeform 4788">
              <a:extLst>
                <a:ext uri="{FF2B5EF4-FFF2-40B4-BE49-F238E27FC236}">
                  <a16:creationId xmlns:a16="http://schemas.microsoft.com/office/drawing/2014/main" id="{B31C6F7A-DC66-4E5D-9178-2DD3A58D2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344"/>
              <a:ext cx="1163" cy="730"/>
            </a:xfrm>
            <a:custGeom>
              <a:avLst/>
              <a:gdLst>
                <a:gd name="T0" fmla="*/ 0 w 753"/>
                <a:gd name="T1" fmla="*/ 0 h 443"/>
                <a:gd name="T2" fmla="*/ 473 w 753"/>
                <a:gd name="T3" fmla="*/ 578 h 443"/>
                <a:gd name="T4" fmla="*/ 1087 w 753"/>
                <a:gd name="T5" fmla="*/ 898 h 443"/>
                <a:gd name="T6" fmla="*/ 1537 w 753"/>
                <a:gd name="T7" fmla="*/ 1208 h 443"/>
                <a:gd name="T8" fmla="*/ 1997 w 753"/>
                <a:gd name="T9" fmla="*/ 1417 h 443"/>
                <a:gd name="T10" fmla="*/ 2463 w 753"/>
                <a:gd name="T11" fmla="*/ 1798 h 443"/>
                <a:gd name="T12" fmla="*/ 2774 w 753"/>
                <a:gd name="T13" fmla="*/ 1982 h 4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3" h="443">
                  <a:moveTo>
                    <a:pt x="0" y="0"/>
                  </a:moveTo>
                  <a:cubicBezTo>
                    <a:pt x="35" y="44"/>
                    <a:pt x="69" y="69"/>
                    <a:pt x="128" y="129"/>
                  </a:cubicBezTo>
                  <a:cubicBezTo>
                    <a:pt x="173" y="175"/>
                    <a:pt x="251" y="163"/>
                    <a:pt x="295" y="201"/>
                  </a:cubicBezTo>
                  <a:cubicBezTo>
                    <a:pt x="335" y="234"/>
                    <a:pt x="378" y="248"/>
                    <a:pt x="417" y="270"/>
                  </a:cubicBezTo>
                  <a:cubicBezTo>
                    <a:pt x="456" y="292"/>
                    <a:pt x="504" y="297"/>
                    <a:pt x="542" y="317"/>
                  </a:cubicBezTo>
                  <a:cubicBezTo>
                    <a:pt x="587" y="342"/>
                    <a:pt x="621" y="380"/>
                    <a:pt x="669" y="402"/>
                  </a:cubicBezTo>
                  <a:cubicBezTo>
                    <a:pt x="697" y="415"/>
                    <a:pt x="725" y="429"/>
                    <a:pt x="753" y="44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3" name="Freeform 4789">
              <a:extLst>
                <a:ext uri="{FF2B5EF4-FFF2-40B4-BE49-F238E27FC236}">
                  <a16:creationId xmlns:a16="http://schemas.microsoft.com/office/drawing/2014/main" id="{F7FC3AFE-DE95-415C-802E-30D05FB6B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866"/>
              <a:ext cx="1024" cy="972"/>
            </a:xfrm>
            <a:custGeom>
              <a:avLst/>
              <a:gdLst>
                <a:gd name="T0" fmla="*/ 432 w 663"/>
                <a:gd name="T1" fmla="*/ 2638 h 590"/>
                <a:gd name="T2" fmla="*/ 400 w 663"/>
                <a:gd name="T3" fmla="*/ 2595 h 590"/>
                <a:gd name="T4" fmla="*/ 36 w 663"/>
                <a:gd name="T5" fmla="*/ 1534 h 590"/>
                <a:gd name="T6" fmla="*/ 670 w 663"/>
                <a:gd name="T7" fmla="*/ 152 h 590"/>
                <a:gd name="T8" fmla="*/ 1799 w 663"/>
                <a:gd name="T9" fmla="*/ 456 h 590"/>
                <a:gd name="T10" fmla="*/ 2335 w 663"/>
                <a:gd name="T11" fmla="*/ 787 h 590"/>
                <a:gd name="T12" fmla="*/ 2443 w 663"/>
                <a:gd name="T13" fmla="*/ 858 h 5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3" h="590">
                  <a:moveTo>
                    <a:pt x="117" y="590"/>
                  </a:moveTo>
                  <a:cubicBezTo>
                    <a:pt x="115" y="587"/>
                    <a:pt x="112" y="584"/>
                    <a:pt x="109" y="580"/>
                  </a:cubicBezTo>
                  <a:cubicBezTo>
                    <a:pt x="75" y="543"/>
                    <a:pt x="0" y="421"/>
                    <a:pt x="10" y="343"/>
                  </a:cubicBezTo>
                  <a:cubicBezTo>
                    <a:pt x="29" y="202"/>
                    <a:pt x="103" y="47"/>
                    <a:pt x="182" y="34"/>
                  </a:cubicBezTo>
                  <a:cubicBezTo>
                    <a:pt x="251" y="23"/>
                    <a:pt x="326" y="0"/>
                    <a:pt x="488" y="102"/>
                  </a:cubicBezTo>
                  <a:cubicBezTo>
                    <a:pt x="541" y="125"/>
                    <a:pt x="583" y="138"/>
                    <a:pt x="634" y="176"/>
                  </a:cubicBezTo>
                  <a:cubicBezTo>
                    <a:pt x="644" y="184"/>
                    <a:pt x="653" y="188"/>
                    <a:pt x="663" y="19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4" name="Rectangle 4790">
              <a:extLst>
                <a:ext uri="{FF2B5EF4-FFF2-40B4-BE49-F238E27FC236}">
                  <a16:creationId xmlns:a16="http://schemas.microsoft.com/office/drawing/2014/main" id="{D7452B1B-EB66-4286-AE94-4536FA16C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1" y="1587"/>
              <a:ext cx="1164" cy="2254"/>
            </a:xfrm>
            <a:prstGeom prst="rect">
              <a:avLst/>
            </a:prstGeom>
            <a:noFill/>
            <a:ln w="190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43017" name="Text Box 4791">
            <a:extLst>
              <a:ext uri="{FF2B5EF4-FFF2-40B4-BE49-F238E27FC236}">
                <a16:creationId xmlns:a16="http://schemas.microsoft.com/office/drawing/2014/main" id="{2ECEBFF7-6265-4310-A933-500EBFC6C7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5675" y="1978025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b</a:t>
            </a:r>
          </a:p>
        </p:txBody>
      </p:sp>
      <p:sp>
        <p:nvSpPr>
          <p:cNvPr id="43018" name="Text Box 4792">
            <a:extLst>
              <a:ext uri="{FF2B5EF4-FFF2-40B4-BE49-F238E27FC236}">
                <a16:creationId xmlns:a16="http://schemas.microsoft.com/office/drawing/2014/main" id="{1288214F-E847-4DF8-BE56-089AB115D1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6425" y="4876800"/>
            <a:ext cx="298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</a:t>
            </a:r>
          </a:p>
        </p:txBody>
      </p:sp>
      <p:sp>
        <p:nvSpPr>
          <p:cNvPr id="43019" name="Text Box 4793">
            <a:extLst>
              <a:ext uri="{FF2B5EF4-FFF2-40B4-BE49-F238E27FC236}">
                <a16:creationId xmlns:a16="http://schemas.microsoft.com/office/drawing/2014/main" id="{7C8D3222-5717-489C-9EFF-BB04EEDDC7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472281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d</a:t>
            </a:r>
          </a:p>
        </p:txBody>
      </p:sp>
      <p:sp>
        <p:nvSpPr>
          <p:cNvPr id="43020" name="Text Box 4794">
            <a:extLst>
              <a:ext uri="{FF2B5EF4-FFF2-40B4-BE49-F238E27FC236}">
                <a16:creationId xmlns:a16="http://schemas.microsoft.com/office/drawing/2014/main" id="{965294C4-3F30-4E00-A362-EB2D76FF0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98025" y="2133600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>
            <a:extLst>
              <a:ext uri="{FF2B5EF4-FFF2-40B4-BE49-F238E27FC236}">
                <a16:creationId xmlns:a16="http://schemas.microsoft.com/office/drawing/2014/main" id="{D5541E92-D7F2-408C-BC23-1F93E34F3DA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Thrombus position</a:t>
            </a:r>
            <a:br>
              <a:rPr lang="fr-FR" altLang="x-none" sz="2800"/>
            </a:br>
            <a:r>
              <a:rPr lang="fr-FR" altLang="x-none" sz="2800"/>
              <a:t>and consequences</a:t>
            </a:r>
          </a:p>
        </p:txBody>
      </p:sp>
      <p:sp>
        <p:nvSpPr>
          <p:cNvPr id="48131" name="Text Box 3">
            <a:extLst>
              <a:ext uri="{FF2B5EF4-FFF2-40B4-BE49-F238E27FC236}">
                <a16:creationId xmlns:a16="http://schemas.microsoft.com/office/drawing/2014/main" id="{0EC50A50-3773-4091-B8CE-CEC40A9EBF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86825" y="1447800"/>
            <a:ext cx="7508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chemeClr val="bg1"/>
                </a:solidFill>
              </a:rPr>
              <a:t>Infarct</a:t>
            </a:r>
          </a:p>
        </p:txBody>
      </p:sp>
      <p:sp>
        <p:nvSpPr>
          <p:cNvPr id="48132" name="Line 4">
            <a:extLst>
              <a:ext uri="{FF2B5EF4-FFF2-40B4-BE49-F238E27FC236}">
                <a16:creationId xmlns:a16="http://schemas.microsoft.com/office/drawing/2014/main" id="{628CEA50-E3AF-4996-BD10-59C070E14AD6}"/>
              </a:ext>
            </a:extLst>
          </p:cNvPr>
          <p:cNvSpPr>
            <a:spLocks noChangeShapeType="1"/>
          </p:cNvSpPr>
          <p:nvPr/>
        </p:nvSpPr>
        <p:spPr bwMode="auto">
          <a:xfrm>
            <a:off x="9594850" y="1609725"/>
            <a:ext cx="206375" cy="0"/>
          </a:xfrm>
          <a:prstGeom prst="line">
            <a:avLst/>
          </a:prstGeom>
          <a:noFill/>
          <a:ln w="9525">
            <a:solidFill>
              <a:schemeClr val="bg1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</a:endParaRPr>
          </a:p>
        </p:txBody>
      </p:sp>
      <p:sp>
        <p:nvSpPr>
          <p:cNvPr id="48133" name="Line 5">
            <a:extLst>
              <a:ext uri="{FF2B5EF4-FFF2-40B4-BE49-F238E27FC236}">
                <a16:creationId xmlns:a16="http://schemas.microsoft.com/office/drawing/2014/main" id="{A790989A-AF11-49B6-886D-2EF50134E7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24900" y="1600200"/>
            <a:ext cx="223838" cy="0"/>
          </a:xfrm>
          <a:prstGeom prst="line">
            <a:avLst/>
          </a:prstGeom>
          <a:noFill/>
          <a:ln w="9525">
            <a:solidFill>
              <a:schemeClr val="bg1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</a:endParaRPr>
          </a:p>
        </p:txBody>
      </p:sp>
      <p:grpSp>
        <p:nvGrpSpPr>
          <p:cNvPr id="53253" name="Arterial-thrombosis-collateral-circulation">
            <a:extLst>
              <a:ext uri="{FF2B5EF4-FFF2-40B4-BE49-F238E27FC236}">
                <a16:creationId xmlns:a16="http://schemas.microsoft.com/office/drawing/2014/main" id="{21827A54-AC57-4410-B81D-4092C135DB35}"/>
              </a:ext>
            </a:extLst>
          </p:cNvPr>
          <p:cNvGrpSpPr>
            <a:grpSpLocks/>
          </p:cNvGrpSpPr>
          <p:nvPr/>
        </p:nvGrpSpPr>
        <p:grpSpPr bwMode="auto">
          <a:xfrm>
            <a:off x="2287588" y="1784350"/>
            <a:ext cx="3587750" cy="4248150"/>
            <a:chOff x="481" y="1124"/>
            <a:chExt cx="2260" cy="2676"/>
          </a:xfrm>
        </p:grpSpPr>
        <p:grpSp>
          <p:nvGrpSpPr>
            <p:cNvPr id="53595" name="Group 7">
              <a:extLst>
                <a:ext uri="{FF2B5EF4-FFF2-40B4-BE49-F238E27FC236}">
                  <a16:creationId xmlns:a16="http://schemas.microsoft.com/office/drawing/2014/main" id="{79B43699-7444-47E9-B352-9B46C09D1C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" y="1124"/>
              <a:ext cx="2260" cy="2676"/>
              <a:chOff x="481" y="1124"/>
              <a:chExt cx="2260" cy="2676"/>
            </a:xfrm>
          </p:grpSpPr>
          <p:sp>
            <p:nvSpPr>
              <p:cNvPr id="53705" name="Freeform 8">
                <a:extLst>
                  <a:ext uri="{FF2B5EF4-FFF2-40B4-BE49-F238E27FC236}">
                    <a16:creationId xmlns:a16="http://schemas.microsoft.com/office/drawing/2014/main" id="{16E4334D-FFC4-474D-A933-86DB453946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" y="1124"/>
                <a:ext cx="2258" cy="2605"/>
              </a:xfrm>
              <a:custGeom>
                <a:avLst/>
                <a:gdLst>
                  <a:gd name="T0" fmla="*/ 4594 w 1532"/>
                  <a:gd name="T1" fmla="*/ 121 h 1771"/>
                  <a:gd name="T2" fmla="*/ 4326 w 1532"/>
                  <a:gd name="T3" fmla="*/ 796 h 1771"/>
                  <a:gd name="T4" fmla="*/ 4236 w 1532"/>
                  <a:gd name="T5" fmla="*/ 128 h 1771"/>
                  <a:gd name="T6" fmla="*/ 3635 w 1532"/>
                  <a:gd name="T7" fmla="*/ 1327 h 1771"/>
                  <a:gd name="T8" fmla="*/ 4049 w 1532"/>
                  <a:gd name="T9" fmla="*/ 121 h 1771"/>
                  <a:gd name="T10" fmla="*/ 3539 w 1532"/>
                  <a:gd name="T11" fmla="*/ 534 h 1771"/>
                  <a:gd name="T12" fmla="*/ 3318 w 1532"/>
                  <a:gd name="T13" fmla="*/ 116 h 1771"/>
                  <a:gd name="T14" fmla="*/ 3430 w 1532"/>
                  <a:gd name="T15" fmla="*/ 2059 h 1771"/>
                  <a:gd name="T16" fmla="*/ 2912 w 1532"/>
                  <a:gd name="T17" fmla="*/ 718 h 1771"/>
                  <a:gd name="T18" fmla="*/ 2805 w 1532"/>
                  <a:gd name="T19" fmla="*/ 116 h 1771"/>
                  <a:gd name="T20" fmla="*/ 2479 w 1532"/>
                  <a:gd name="T21" fmla="*/ 124 h 1771"/>
                  <a:gd name="T22" fmla="*/ 2311 w 1532"/>
                  <a:gd name="T23" fmla="*/ 634 h 1771"/>
                  <a:gd name="T24" fmla="*/ 2000 w 1532"/>
                  <a:gd name="T25" fmla="*/ 1724 h 1771"/>
                  <a:gd name="T26" fmla="*/ 1798 w 1532"/>
                  <a:gd name="T27" fmla="*/ 562 h 1771"/>
                  <a:gd name="T28" fmla="*/ 1601 w 1532"/>
                  <a:gd name="T29" fmla="*/ 121 h 1771"/>
                  <a:gd name="T30" fmla="*/ 1384 w 1532"/>
                  <a:gd name="T31" fmla="*/ 658 h 1771"/>
                  <a:gd name="T32" fmla="*/ 1095 w 1532"/>
                  <a:gd name="T33" fmla="*/ 124 h 1771"/>
                  <a:gd name="T34" fmla="*/ 899 w 1532"/>
                  <a:gd name="T35" fmla="*/ 129 h 1771"/>
                  <a:gd name="T36" fmla="*/ 491 w 1532"/>
                  <a:gd name="T37" fmla="*/ 1122 h 1771"/>
                  <a:gd name="T38" fmla="*/ 122 w 1532"/>
                  <a:gd name="T39" fmla="*/ 128 h 1771"/>
                  <a:gd name="T40" fmla="*/ 1707 w 1532"/>
                  <a:gd name="T41" fmla="*/ 4582 h 1771"/>
                  <a:gd name="T42" fmla="*/ 2371 w 1532"/>
                  <a:gd name="T43" fmla="*/ 5637 h 1771"/>
                  <a:gd name="T44" fmla="*/ 3722 w 1532"/>
                  <a:gd name="T45" fmla="*/ 2546 h 1771"/>
                  <a:gd name="T46" fmla="*/ 4870 w 1532"/>
                  <a:gd name="T47" fmla="*/ 121 h 1771"/>
                  <a:gd name="T48" fmla="*/ 738 w 1532"/>
                  <a:gd name="T49" fmla="*/ 1177 h 1771"/>
                  <a:gd name="T50" fmla="*/ 1316 w 1532"/>
                  <a:gd name="T51" fmla="*/ 1393 h 1771"/>
                  <a:gd name="T52" fmla="*/ 551 w 1532"/>
                  <a:gd name="T53" fmla="*/ 1737 h 1771"/>
                  <a:gd name="T54" fmla="*/ 1067 w 1532"/>
                  <a:gd name="T55" fmla="*/ 2861 h 1771"/>
                  <a:gd name="T56" fmla="*/ 1042 w 1532"/>
                  <a:gd name="T57" fmla="*/ 2349 h 1771"/>
                  <a:gd name="T58" fmla="*/ 1775 w 1532"/>
                  <a:gd name="T59" fmla="*/ 1947 h 1771"/>
                  <a:gd name="T60" fmla="*/ 1237 w 1532"/>
                  <a:gd name="T61" fmla="*/ 2836 h 1771"/>
                  <a:gd name="T62" fmla="*/ 1907 w 1532"/>
                  <a:gd name="T63" fmla="*/ 3838 h 1771"/>
                  <a:gd name="T64" fmla="*/ 2053 w 1532"/>
                  <a:gd name="T65" fmla="*/ 2946 h 1771"/>
                  <a:gd name="T66" fmla="*/ 2820 w 1532"/>
                  <a:gd name="T67" fmla="*/ 3074 h 1771"/>
                  <a:gd name="T68" fmla="*/ 2170 w 1532"/>
                  <a:gd name="T69" fmla="*/ 2252 h 1771"/>
                  <a:gd name="T70" fmla="*/ 2703 w 1532"/>
                  <a:gd name="T71" fmla="*/ 1699 h 1771"/>
                  <a:gd name="T72" fmla="*/ 2820 w 1532"/>
                  <a:gd name="T73" fmla="*/ 3074 h 177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32" h="1771">
                    <a:moveTo>
                      <a:pt x="1521" y="38"/>
                    </a:moveTo>
                    <a:cubicBezTo>
                      <a:pt x="1485" y="2"/>
                      <a:pt x="1435" y="38"/>
                      <a:pt x="1435" y="38"/>
                    </a:cubicBezTo>
                    <a:cubicBezTo>
                      <a:pt x="1426" y="395"/>
                      <a:pt x="1291" y="580"/>
                      <a:pt x="1258" y="565"/>
                    </a:cubicBezTo>
                    <a:cubicBezTo>
                      <a:pt x="1225" y="551"/>
                      <a:pt x="1315" y="347"/>
                      <a:pt x="1351" y="250"/>
                    </a:cubicBezTo>
                    <a:cubicBezTo>
                      <a:pt x="1387" y="154"/>
                      <a:pt x="1403" y="40"/>
                      <a:pt x="1403" y="40"/>
                    </a:cubicBezTo>
                    <a:cubicBezTo>
                      <a:pt x="1366" y="3"/>
                      <a:pt x="1323" y="40"/>
                      <a:pt x="1323" y="40"/>
                    </a:cubicBezTo>
                    <a:cubicBezTo>
                      <a:pt x="1323" y="148"/>
                      <a:pt x="1214" y="335"/>
                      <a:pt x="1197" y="432"/>
                    </a:cubicBezTo>
                    <a:cubicBezTo>
                      <a:pt x="1179" y="530"/>
                      <a:pt x="1159" y="526"/>
                      <a:pt x="1135" y="417"/>
                    </a:cubicBezTo>
                    <a:cubicBezTo>
                      <a:pt x="1111" y="307"/>
                      <a:pt x="1191" y="192"/>
                      <a:pt x="1213" y="146"/>
                    </a:cubicBezTo>
                    <a:cubicBezTo>
                      <a:pt x="1235" y="99"/>
                      <a:pt x="1265" y="38"/>
                      <a:pt x="1265" y="38"/>
                    </a:cubicBezTo>
                    <a:cubicBezTo>
                      <a:pt x="1227" y="0"/>
                      <a:pt x="1181" y="38"/>
                      <a:pt x="1181" y="38"/>
                    </a:cubicBezTo>
                    <a:cubicBezTo>
                      <a:pt x="1181" y="38"/>
                      <a:pt x="1124" y="173"/>
                      <a:pt x="1105" y="168"/>
                    </a:cubicBezTo>
                    <a:cubicBezTo>
                      <a:pt x="1085" y="162"/>
                      <a:pt x="1115" y="37"/>
                      <a:pt x="1115" y="37"/>
                    </a:cubicBezTo>
                    <a:cubicBezTo>
                      <a:pt x="1082" y="4"/>
                      <a:pt x="1036" y="37"/>
                      <a:pt x="1036" y="37"/>
                    </a:cubicBezTo>
                    <a:cubicBezTo>
                      <a:pt x="1036" y="37"/>
                      <a:pt x="1015" y="172"/>
                      <a:pt x="1016" y="259"/>
                    </a:cubicBezTo>
                    <a:cubicBezTo>
                      <a:pt x="1018" y="347"/>
                      <a:pt x="1135" y="602"/>
                      <a:pt x="1071" y="647"/>
                    </a:cubicBezTo>
                    <a:cubicBezTo>
                      <a:pt x="1006" y="692"/>
                      <a:pt x="910" y="499"/>
                      <a:pt x="887" y="432"/>
                    </a:cubicBezTo>
                    <a:cubicBezTo>
                      <a:pt x="864" y="365"/>
                      <a:pt x="875" y="313"/>
                      <a:pt x="910" y="226"/>
                    </a:cubicBezTo>
                    <a:cubicBezTo>
                      <a:pt x="945" y="140"/>
                      <a:pt x="949" y="37"/>
                      <a:pt x="949" y="37"/>
                    </a:cubicBezTo>
                    <a:cubicBezTo>
                      <a:pt x="913" y="9"/>
                      <a:pt x="876" y="37"/>
                      <a:pt x="876" y="37"/>
                    </a:cubicBezTo>
                    <a:cubicBezTo>
                      <a:pt x="876" y="37"/>
                      <a:pt x="855" y="228"/>
                      <a:pt x="813" y="218"/>
                    </a:cubicBezTo>
                    <a:cubicBezTo>
                      <a:pt x="772" y="208"/>
                      <a:pt x="774" y="39"/>
                      <a:pt x="774" y="39"/>
                    </a:cubicBezTo>
                    <a:cubicBezTo>
                      <a:pt x="740" y="5"/>
                      <a:pt x="699" y="39"/>
                      <a:pt x="699" y="39"/>
                    </a:cubicBezTo>
                    <a:cubicBezTo>
                      <a:pt x="699" y="88"/>
                      <a:pt x="708" y="153"/>
                      <a:pt x="722" y="199"/>
                    </a:cubicBezTo>
                    <a:cubicBezTo>
                      <a:pt x="737" y="245"/>
                      <a:pt x="740" y="316"/>
                      <a:pt x="718" y="355"/>
                    </a:cubicBezTo>
                    <a:cubicBezTo>
                      <a:pt x="641" y="490"/>
                      <a:pt x="646" y="546"/>
                      <a:pt x="625" y="542"/>
                    </a:cubicBezTo>
                    <a:cubicBezTo>
                      <a:pt x="578" y="534"/>
                      <a:pt x="565" y="441"/>
                      <a:pt x="552" y="366"/>
                    </a:cubicBezTo>
                    <a:cubicBezTo>
                      <a:pt x="540" y="291"/>
                      <a:pt x="556" y="230"/>
                      <a:pt x="562" y="177"/>
                    </a:cubicBezTo>
                    <a:cubicBezTo>
                      <a:pt x="569" y="123"/>
                      <a:pt x="564" y="38"/>
                      <a:pt x="564" y="38"/>
                    </a:cubicBezTo>
                    <a:cubicBezTo>
                      <a:pt x="537" y="11"/>
                      <a:pt x="500" y="38"/>
                      <a:pt x="500" y="38"/>
                    </a:cubicBezTo>
                    <a:cubicBezTo>
                      <a:pt x="501" y="105"/>
                      <a:pt x="465" y="233"/>
                      <a:pt x="473" y="333"/>
                    </a:cubicBezTo>
                    <a:cubicBezTo>
                      <a:pt x="478" y="394"/>
                      <a:pt x="447" y="254"/>
                      <a:pt x="432" y="207"/>
                    </a:cubicBezTo>
                    <a:cubicBezTo>
                      <a:pt x="417" y="160"/>
                      <a:pt x="417" y="40"/>
                      <a:pt x="417" y="40"/>
                    </a:cubicBezTo>
                    <a:cubicBezTo>
                      <a:pt x="381" y="10"/>
                      <a:pt x="342" y="39"/>
                      <a:pt x="342" y="39"/>
                    </a:cubicBezTo>
                    <a:cubicBezTo>
                      <a:pt x="342" y="272"/>
                      <a:pt x="423" y="371"/>
                      <a:pt x="344" y="296"/>
                    </a:cubicBezTo>
                    <a:cubicBezTo>
                      <a:pt x="265" y="222"/>
                      <a:pt x="281" y="41"/>
                      <a:pt x="281" y="41"/>
                    </a:cubicBezTo>
                    <a:cubicBezTo>
                      <a:pt x="241" y="9"/>
                      <a:pt x="201" y="41"/>
                      <a:pt x="201" y="41"/>
                    </a:cubicBezTo>
                    <a:cubicBezTo>
                      <a:pt x="201" y="41"/>
                      <a:pt x="203" y="353"/>
                      <a:pt x="153" y="353"/>
                    </a:cubicBezTo>
                    <a:cubicBezTo>
                      <a:pt x="103" y="353"/>
                      <a:pt x="104" y="40"/>
                      <a:pt x="104" y="40"/>
                    </a:cubicBezTo>
                    <a:cubicBezTo>
                      <a:pt x="72" y="9"/>
                      <a:pt x="38" y="40"/>
                      <a:pt x="38" y="40"/>
                    </a:cubicBezTo>
                    <a:cubicBezTo>
                      <a:pt x="0" y="792"/>
                      <a:pt x="300" y="1038"/>
                      <a:pt x="421" y="1175"/>
                    </a:cubicBezTo>
                    <a:cubicBezTo>
                      <a:pt x="542" y="1312"/>
                      <a:pt x="533" y="1440"/>
                      <a:pt x="533" y="1440"/>
                    </a:cubicBezTo>
                    <a:cubicBezTo>
                      <a:pt x="533" y="1771"/>
                      <a:pt x="533" y="1771"/>
                      <a:pt x="533" y="1771"/>
                    </a:cubicBezTo>
                    <a:cubicBezTo>
                      <a:pt x="741" y="1771"/>
                      <a:pt x="741" y="1771"/>
                      <a:pt x="741" y="1771"/>
                    </a:cubicBezTo>
                    <a:cubicBezTo>
                      <a:pt x="721" y="1312"/>
                      <a:pt x="765" y="1279"/>
                      <a:pt x="889" y="1158"/>
                    </a:cubicBezTo>
                    <a:cubicBezTo>
                      <a:pt x="1013" y="1036"/>
                      <a:pt x="1105" y="892"/>
                      <a:pt x="1162" y="800"/>
                    </a:cubicBezTo>
                    <a:cubicBezTo>
                      <a:pt x="1220" y="708"/>
                      <a:pt x="1308" y="688"/>
                      <a:pt x="1420" y="487"/>
                    </a:cubicBezTo>
                    <a:cubicBezTo>
                      <a:pt x="1532" y="286"/>
                      <a:pt x="1521" y="38"/>
                      <a:pt x="1521" y="38"/>
                    </a:cubicBezTo>
                    <a:close/>
                    <a:moveTo>
                      <a:pt x="172" y="546"/>
                    </a:moveTo>
                    <a:cubicBezTo>
                      <a:pt x="158" y="468"/>
                      <a:pt x="217" y="390"/>
                      <a:pt x="231" y="370"/>
                    </a:cubicBezTo>
                    <a:cubicBezTo>
                      <a:pt x="259" y="331"/>
                      <a:pt x="290" y="352"/>
                      <a:pt x="302" y="377"/>
                    </a:cubicBezTo>
                    <a:cubicBezTo>
                      <a:pt x="314" y="403"/>
                      <a:pt x="345" y="416"/>
                      <a:pt x="411" y="438"/>
                    </a:cubicBezTo>
                    <a:cubicBezTo>
                      <a:pt x="477" y="461"/>
                      <a:pt x="401" y="593"/>
                      <a:pt x="300" y="656"/>
                    </a:cubicBezTo>
                    <a:cubicBezTo>
                      <a:pt x="200" y="719"/>
                      <a:pt x="185" y="619"/>
                      <a:pt x="172" y="546"/>
                    </a:cubicBezTo>
                    <a:close/>
                    <a:moveTo>
                      <a:pt x="386" y="891"/>
                    </a:moveTo>
                    <a:cubicBezTo>
                      <a:pt x="369" y="923"/>
                      <a:pt x="352" y="922"/>
                      <a:pt x="333" y="899"/>
                    </a:cubicBezTo>
                    <a:cubicBezTo>
                      <a:pt x="333" y="899"/>
                      <a:pt x="289" y="842"/>
                      <a:pt x="272" y="806"/>
                    </a:cubicBezTo>
                    <a:cubicBezTo>
                      <a:pt x="254" y="770"/>
                      <a:pt x="268" y="766"/>
                      <a:pt x="326" y="738"/>
                    </a:cubicBezTo>
                    <a:cubicBezTo>
                      <a:pt x="385" y="710"/>
                      <a:pt x="461" y="642"/>
                      <a:pt x="489" y="596"/>
                    </a:cubicBezTo>
                    <a:cubicBezTo>
                      <a:pt x="517" y="551"/>
                      <a:pt x="552" y="552"/>
                      <a:pt x="554" y="612"/>
                    </a:cubicBezTo>
                    <a:cubicBezTo>
                      <a:pt x="557" y="672"/>
                      <a:pt x="561" y="806"/>
                      <a:pt x="526" y="815"/>
                    </a:cubicBezTo>
                    <a:cubicBezTo>
                      <a:pt x="492" y="824"/>
                      <a:pt x="404" y="859"/>
                      <a:pt x="386" y="891"/>
                    </a:cubicBezTo>
                    <a:close/>
                    <a:moveTo>
                      <a:pt x="750" y="1148"/>
                    </a:moveTo>
                    <a:cubicBezTo>
                      <a:pt x="688" y="1231"/>
                      <a:pt x="642" y="1298"/>
                      <a:pt x="596" y="1206"/>
                    </a:cubicBezTo>
                    <a:cubicBezTo>
                      <a:pt x="549" y="1114"/>
                      <a:pt x="376" y="1015"/>
                      <a:pt x="456" y="954"/>
                    </a:cubicBezTo>
                    <a:cubicBezTo>
                      <a:pt x="456" y="954"/>
                      <a:pt x="544" y="886"/>
                      <a:pt x="641" y="926"/>
                    </a:cubicBezTo>
                    <a:cubicBezTo>
                      <a:pt x="738" y="966"/>
                      <a:pt x="813" y="1066"/>
                      <a:pt x="750" y="1148"/>
                    </a:cubicBezTo>
                    <a:close/>
                    <a:moveTo>
                      <a:pt x="881" y="966"/>
                    </a:moveTo>
                    <a:cubicBezTo>
                      <a:pt x="846" y="1010"/>
                      <a:pt x="777" y="880"/>
                      <a:pt x="745" y="856"/>
                    </a:cubicBezTo>
                    <a:cubicBezTo>
                      <a:pt x="713" y="832"/>
                      <a:pt x="664" y="811"/>
                      <a:pt x="678" y="708"/>
                    </a:cubicBezTo>
                    <a:cubicBezTo>
                      <a:pt x="697" y="578"/>
                      <a:pt x="780" y="427"/>
                      <a:pt x="800" y="418"/>
                    </a:cubicBezTo>
                    <a:cubicBezTo>
                      <a:pt x="813" y="411"/>
                      <a:pt x="809" y="475"/>
                      <a:pt x="844" y="534"/>
                    </a:cubicBezTo>
                    <a:cubicBezTo>
                      <a:pt x="863" y="566"/>
                      <a:pt x="860" y="571"/>
                      <a:pt x="950" y="684"/>
                    </a:cubicBezTo>
                    <a:cubicBezTo>
                      <a:pt x="1041" y="798"/>
                      <a:pt x="916" y="922"/>
                      <a:pt x="881" y="966"/>
                    </a:cubicBezTo>
                    <a:close/>
                  </a:path>
                </a:pathLst>
              </a:custGeom>
              <a:solidFill>
                <a:srgbClr val="F19C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6" name="Freeform 9">
                <a:extLst>
                  <a:ext uri="{FF2B5EF4-FFF2-40B4-BE49-F238E27FC236}">
                    <a16:creationId xmlns:a16="http://schemas.microsoft.com/office/drawing/2014/main" id="{E802154C-2625-4376-A267-79191BC55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270"/>
                <a:ext cx="603" cy="816"/>
              </a:xfrm>
              <a:custGeom>
                <a:avLst/>
                <a:gdLst>
                  <a:gd name="T0" fmla="*/ 904 w 409"/>
                  <a:gd name="T1" fmla="*/ 254 h 555"/>
                  <a:gd name="T2" fmla="*/ 862 w 409"/>
                  <a:gd name="T3" fmla="*/ 423 h 555"/>
                  <a:gd name="T4" fmla="*/ 718 w 409"/>
                  <a:gd name="T5" fmla="*/ 616 h 555"/>
                  <a:gd name="T6" fmla="*/ 924 w 409"/>
                  <a:gd name="T7" fmla="*/ 1047 h 555"/>
                  <a:gd name="T8" fmla="*/ 1263 w 409"/>
                  <a:gd name="T9" fmla="*/ 1438 h 555"/>
                  <a:gd name="T10" fmla="*/ 1265 w 409"/>
                  <a:gd name="T11" fmla="*/ 1654 h 555"/>
                  <a:gd name="T12" fmla="*/ 1067 w 409"/>
                  <a:gd name="T13" fmla="*/ 1623 h 555"/>
                  <a:gd name="T14" fmla="*/ 843 w 409"/>
                  <a:gd name="T15" fmla="*/ 1311 h 555"/>
                  <a:gd name="T16" fmla="*/ 637 w 409"/>
                  <a:gd name="T17" fmla="*/ 1089 h 555"/>
                  <a:gd name="T18" fmla="*/ 270 w 409"/>
                  <a:gd name="T19" fmla="*/ 644 h 555"/>
                  <a:gd name="T20" fmla="*/ 0 w 409"/>
                  <a:gd name="T21" fmla="*/ 175 h 555"/>
                  <a:gd name="T22" fmla="*/ 106 w 409"/>
                  <a:gd name="T23" fmla="*/ 1 h 555"/>
                  <a:gd name="T24" fmla="*/ 285 w 409"/>
                  <a:gd name="T25" fmla="*/ 235 h 555"/>
                  <a:gd name="T26" fmla="*/ 441 w 409"/>
                  <a:gd name="T27" fmla="*/ 423 h 555"/>
                  <a:gd name="T28" fmla="*/ 643 w 409"/>
                  <a:gd name="T29" fmla="*/ 472 h 555"/>
                  <a:gd name="T30" fmla="*/ 924 w 409"/>
                  <a:gd name="T31" fmla="*/ 254 h 5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9" h="555">
                    <a:moveTo>
                      <a:pt x="282" y="80"/>
                    </a:moveTo>
                    <a:cubicBezTo>
                      <a:pt x="319" y="97"/>
                      <a:pt x="287" y="121"/>
                      <a:pt x="269" y="133"/>
                    </a:cubicBezTo>
                    <a:cubicBezTo>
                      <a:pt x="242" y="150"/>
                      <a:pt x="229" y="162"/>
                      <a:pt x="224" y="194"/>
                    </a:cubicBezTo>
                    <a:cubicBezTo>
                      <a:pt x="213" y="261"/>
                      <a:pt x="250" y="283"/>
                      <a:pt x="288" y="329"/>
                    </a:cubicBezTo>
                    <a:cubicBezTo>
                      <a:pt x="321" y="368"/>
                      <a:pt x="366" y="408"/>
                      <a:pt x="394" y="452"/>
                    </a:cubicBezTo>
                    <a:cubicBezTo>
                      <a:pt x="409" y="474"/>
                      <a:pt x="408" y="499"/>
                      <a:pt x="395" y="520"/>
                    </a:cubicBezTo>
                    <a:cubicBezTo>
                      <a:pt x="373" y="555"/>
                      <a:pt x="355" y="536"/>
                      <a:pt x="333" y="511"/>
                    </a:cubicBezTo>
                    <a:cubicBezTo>
                      <a:pt x="306" y="479"/>
                      <a:pt x="290" y="442"/>
                      <a:pt x="263" y="413"/>
                    </a:cubicBezTo>
                    <a:cubicBezTo>
                      <a:pt x="241" y="390"/>
                      <a:pt x="220" y="366"/>
                      <a:pt x="199" y="343"/>
                    </a:cubicBezTo>
                    <a:cubicBezTo>
                      <a:pt x="157" y="298"/>
                      <a:pt x="124" y="247"/>
                      <a:pt x="84" y="203"/>
                    </a:cubicBezTo>
                    <a:cubicBezTo>
                      <a:pt x="45" y="160"/>
                      <a:pt x="1" y="117"/>
                      <a:pt x="0" y="55"/>
                    </a:cubicBezTo>
                    <a:cubicBezTo>
                      <a:pt x="0" y="37"/>
                      <a:pt x="9" y="0"/>
                      <a:pt x="33" y="1"/>
                    </a:cubicBezTo>
                    <a:cubicBezTo>
                      <a:pt x="50" y="2"/>
                      <a:pt x="78" y="60"/>
                      <a:pt x="89" y="74"/>
                    </a:cubicBezTo>
                    <a:cubicBezTo>
                      <a:pt x="106" y="94"/>
                      <a:pt x="122" y="113"/>
                      <a:pt x="138" y="133"/>
                    </a:cubicBezTo>
                    <a:cubicBezTo>
                      <a:pt x="162" y="163"/>
                      <a:pt x="171" y="175"/>
                      <a:pt x="201" y="148"/>
                    </a:cubicBezTo>
                    <a:cubicBezTo>
                      <a:pt x="213" y="137"/>
                      <a:pt x="276" y="55"/>
                      <a:pt x="288" y="80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7" name="Freeform 10">
                <a:extLst>
                  <a:ext uri="{FF2B5EF4-FFF2-40B4-BE49-F238E27FC236}">
                    <a16:creationId xmlns:a16="http://schemas.microsoft.com/office/drawing/2014/main" id="{DAABAC7B-7F21-4F26-8D02-F233CD953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" y="1593"/>
                <a:ext cx="327" cy="898"/>
              </a:xfrm>
              <a:custGeom>
                <a:avLst/>
                <a:gdLst>
                  <a:gd name="T0" fmla="*/ 569 w 222"/>
                  <a:gd name="T1" fmla="*/ 1546 h 610"/>
                  <a:gd name="T2" fmla="*/ 508 w 222"/>
                  <a:gd name="T3" fmla="*/ 1378 h 610"/>
                  <a:gd name="T4" fmla="*/ 409 w 222"/>
                  <a:gd name="T5" fmla="*/ 1162 h 610"/>
                  <a:gd name="T6" fmla="*/ 295 w 222"/>
                  <a:gd name="T7" fmla="*/ 782 h 610"/>
                  <a:gd name="T8" fmla="*/ 211 w 222"/>
                  <a:gd name="T9" fmla="*/ 233 h 610"/>
                  <a:gd name="T10" fmla="*/ 63 w 222"/>
                  <a:gd name="T11" fmla="*/ 38 h 610"/>
                  <a:gd name="T12" fmla="*/ 59 w 222"/>
                  <a:gd name="T13" fmla="*/ 318 h 610"/>
                  <a:gd name="T14" fmla="*/ 121 w 222"/>
                  <a:gd name="T15" fmla="*/ 593 h 610"/>
                  <a:gd name="T16" fmla="*/ 166 w 222"/>
                  <a:gd name="T17" fmla="*/ 894 h 610"/>
                  <a:gd name="T18" fmla="*/ 326 w 222"/>
                  <a:gd name="T19" fmla="*/ 1454 h 610"/>
                  <a:gd name="T20" fmla="*/ 440 w 222"/>
                  <a:gd name="T21" fmla="*/ 1684 h 610"/>
                  <a:gd name="T22" fmla="*/ 536 w 222"/>
                  <a:gd name="T23" fmla="*/ 1831 h 610"/>
                  <a:gd name="T24" fmla="*/ 710 w 222"/>
                  <a:gd name="T25" fmla="*/ 1946 h 6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610">
                    <a:moveTo>
                      <a:pt x="178" y="484"/>
                    </a:moveTo>
                    <a:cubicBezTo>
                      <a:pt x="180" y="464"/>
                      <a:pt x="168" y="449"/>
                      <a:pt x="159" y="432"/>
                    </a:cubicBezTo>
                    <a:cubicBezTo>
                      <a:pt x="148" y="410"/>
                      <a:pt x="139" y="387"/>
                      <a:pt x="128" y="364"/>
                    </a:cubicBezTo>
                    <a:cubicBezTo>
                      <a:pt x="109" y="328"/>
                      <a:pt x="102" y="286"/>
                      <a:pt x="92" y="245"/>
                    </a:cubicBezTo>
                    <a:cubicBezTo>
                      <a:pt x="79" y="189"/>
                      <a:pt x="90" y="125"/>
                      <a:pt x="66" y="73"/>
                    </a:cubicBezTo>
                    <a:cubicBezTo>
                      <a:pt x="60" y="58"/>
                      <a:pt x="47" y="0"/>
                      <a:pt x="20" y="12"/>
                    </a:cubicBezTo>
                    <a:cubicBezTo>
                      <a:pt x="0" y="20"/>
                      <a:pt x="15" y="84"/>
                      <a:pt x="18" y="100"/>
                    </a:cubicBezTo>
                    <a:cubicBezTo>
                      <a:pt x="22" y="130"/>
                      <a:pt x="32" y="157"/>
                      <a:pt x="38" y="186"/>
                    </a:cubicBezTo>
                    <a:cubicBezTo>
                      <a:pt x="43" y="217"/>
                      <a:pt x="46" y="249"/>
                      <a:pt x="52" y="280"/>
                    </a:cubicBezTo>
                    <a:cubicBezTo>
                      <a:pt x="63" y="342"/>
                      <a:pt x="85" y="397"/>
                      <a:pt x="102" y="456"/>
                    </a:cubicBezTo>
                    <a:cubicBezTo>
                      <a:pt x="111" y="483"/>
                      <a:pt x="122" y="504"/>
                      <a:pt x="138" y="528"/>
                    </a:cubicBezTo>
                    <a:cubicBezTo>
                      <a:pt x="149" y="543"/>
                      <a:pt x="157" y="559"/>
                      <a:pt x="168" y="574"/>
                    </a:cubicBezTo>
                    <a:cubicBezTo>
                      <a:pt x="183" y="596"/>
                      <a:pt x="199" y="600"/>
                      <a:pt x="222" y="610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8" name="Freeform 11">
                <a:extLst>
                  <a:ext uri="{FF2B5EF4-FFF2-40B4-BE49-F238E27FC236}">
                    <a16:creationId xmlns:a16="http://schemas.microsoft.com/office/drawing/2014/main" id="{6778D4A3-D73C-4B41-B282-28E9FAB8B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1683"/>
                <a:ext cx="529" cy="710"/>
              </a:xfrm>
              <a:custGeom>
                <a:avLst/>
                <a:gdLst>
                  <a:gd name="T0" fmla="*/ 13 w 359"/>
                  <a:gd name="T1" fmla="*/ 961 h 483"/>
                  <a:gd name="T2" fmla="*/ 306 w 359"/>
                  <a:gd name="T3" fmla="*/ 980 h 483"/>
                  <a:gd name="T4" fmla="*/ 563 w 359"/>
                  <a:gd name="T5" fmla="*/ 836 h 483"/>
                  <a:gd name="T6" fmla="*/ 939 w 359"/>
                  <a:gd name="T7" fmla="*/ 372 h 483"/>
                  <a:gd name="T8" fmla="*/ 999 w 359"/>
                  <a:gd name="T9" fmla="*/ 229 h 483"/>
                  <a:gd name="T10" fmla="*/ 1042 w 359"/>
                  <a:gd name="T11" fmla="*/ 73 h 483"/>
                  <a:gd name="T12" fmla="*/ 1141 w 359"/>
                  <a:gd name="T13" fmla="*/ 298 h 483"/>
                  <a:gd name="T14" fmla="*/ 877 w 359"/>
                  <a:gd name="T15" fmla="*/ 769 h 483"/>
                  <a:gd name="T16" fmla="*/ 616 w 359"/>
                  <a:gd name="T17" fmla="*/ 975 h 483"/>
                  <a:gd name="T18" fmla="*/ 332 w 359"/>
                  <a:gd name="T19" fmla="*/ 1164 h 483"/>
                  <a:gd name="T20" fmla="*/ 230 w 359"/>
                  <a:gd name="T21" fmla="*/ 1379 h 483"/>
                  <a:gd name="T22" fmla="*/ 161 w 359"/>
                  <a:gd name="T23" fmla="*/ 1502 h 483"/>
                  <a:gd name="T24" fmla="*/ 0 w 359"/>
                  <a:gd name="T25" fmla="*/ 1255 h 4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9" h="483">
                    <a:moveTo>
                      <a:pt x="4" y="303"/>
                    </a:moveTo>
                    <a:cubicBezTo>
                      <a:pt x="37" y="328"/>
                      <a:pt x="59" y="327"/>
                      <a:pt x="96" y="309"/>
                    </a:cubicBezTo>
                    <a:cubicBezTo>
                      <a:pt x="125" y="296"/>
                      <a:pt x="152" y="281"/>
                      <a:pt x="176" y="263"/>
                    </a:cubicBezTo>
                    <a:cubicBezTo>
                      <a:pt x="234" y="221"/>
                      <a:pt x="267" y="183"/>
                      <a:pt x="293" y="117"/>
                    </a:cubicBezTo>
                    <a:cubicBezTo>
                      <a:pt x="299" y="102"/>
                      <a:pt x="307" y="88"/>
                      <a:pt x="312" y="72"/>
                    </a:cubicBezTo>
                    <a:cubicBezTo>
                      <a:pt x="315" y="60"/>
                      <a:pt x="315" y="31"/>
                      <a:pt x="326" y="23"/>
                    </a:cubicBezTo>
                    <a:cubicBezTo>
                      <a:pt x="359" y="0"/>
                      <a:pt x="358" y="76"/>
                      <a:pt x="356" y="94"/>
                    </a:cubicBezTo>
                    <a:cubicBezTo>
                      <a:pt x="350" y="153"/>
                      <a:pt x="309" y="196"/>
                      <a:pt x="274" y="242"/>
                    </a:cubicBezTo>
                    <a:cubicBezTo>
                      <a:pt x="253" y="269"/>
                      <a:pt x="221" y="289"/>
                      <a:pt x="193" y="307"/>
                    </a:cubicBezTo>
                    <a:cubicBezTo>
                      <a:pt x="163" y="327"/>
                      <a:pt x="134" y="347"/>
                      <a:pt x="104" y="367"/>
                    </a:cubicBezTo>
                    <a:cubicBezTo>
                      <a:pt x="74" y="386"/>
                      <a:pt x="72" y="399"/>
                      <a:pt x="72" y="434"/>
                    </a:cubicBezTo>
                    <a:cubicBezTo>
                      <a:pt x="72" y="454"/>
                      <a:pt x="76" y="483"/>
                      <a:pt x="50" y="473"/>
                    </a:cubicBezTo>
                    <a:cubicBezTo>
                      <a:pt x="29" y="464"/>
                      <a:pt x="0" y="416"/>
                      <a:pt x="0" y="395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9" name="Freeform 12">
                <a:extLst>
                  <a:ext uri="{FF2B5EF4-FFF2-40B4-BE49-F238E27FC236}">
                    <a16:creationId xmlns:a16="http://schemas.microsoft.com/office/drawing/2014/main" id="{D4CC7F85-2C68-420B-8185-4F089C83E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637"/>
                <a:ext cx="420" cy="574"/>
              </a:xfrm>
              <a:custGeom>
                <a:avLst/>
                <a:gdLst>
                  <a:gd name="T0" fmla="*/ 109 w 285"/>
                  <a:gd name="T1" fmla="*/ 293 h 390"/>
                  <a:gd name="T2" fmla="*/ 271 w 285"/>
                  <a:gd name="T3" fmla="*/ 160 h 390"/>
                  <a:gd name="T4" fmla="*/ 363 w 285"/>
                  <a:gd name="T5" fmla="*/ 499 h 390"/>
                  <a:gd name="T6" fmla="*/ 569 w 285"/>
                  <a:gd name="T7" fmla="*/ 729 h 390"/>
                  <a:gd name="T8" fmla="*/ 825 w 285"/>
                  <a:gd name="T9" fmla="*/ 318 h 390"/>
                  <a:gd name="T10" fmla="*/ 744 w 285"/>
                  <a:gd name="T11" fmla="*/ 692 h 390"/>
                  <a:gd name="T12" fmla="*/ 634 w 285"/>
                  <a:gd name="T13" fmla="*/ 1102 h 390"/>
                  <a:gd name="T14" fmla="*/ 550 w 285"/>
                  <a:gd name="T15" fmla="*/ 1225 h 390"/>
                  <a:gd name="T16" fmla="*/ 411 w 285"/>
                  <a:gd name="T17" fmla="*/ 1230 h 390"/>
                  <a:gd name="T18" fmla="*/ 371 w 285"/>
                  <a:gd name="T19" fmla="*/ 1001 h 390"/>
                  <a:gd name="T20" fmla="*/ 345 w 285"/>
                  <a:gd name="T21" fmla="*/ 836 h 390"/>
                  <a:gd name="T22" fmla="*/ 271 w 285"/>
                  <a:gd name="T23" fmla="*/ 615 h 390"/>
                  <a:gd name="T24" fmla="*/ 40 w 285"/>
                  <a:gd name="T25" fmla="*/ 651 h 390"/>
                  <a:gd name="T26" fmla="*/ 88 w 285"/>
                  <a:gd name="T27" fmla="*/ 400 h 39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5" h="390">
                    <a:moveTo>
                      <a:pt x="34" y="92"/>
                    </a:moveTo>
                    <a:cubicBezTo>
                      <a:pt x="22" y="59"/>
                      <a:pt x="63" y="0"/>
                      <a:pt x="85" y="50"/>
                    </a:cubicBezTo>
                    <a:cubicBezTo>
                      <a:pt x="98" y="82"/>
                      <a:pt x="100" y="122"/>
                      <a:pt x="113" y="156"/>
                    </a:cubicBezTo>
                    <a:cubicBezTo>
                      <a:pt x="123" y="183"/>
                      <a:pt x="141" y="235"/>
                      <a:pt x="178" y="228"/>
                    </a:cubicBezTo>
                    <a:cubicBezTo>
                      <a:pt x="230" y="218"/>
                      <a:pt x="208" y="116"/>
                      <a:pt x="258" y="100"/>
                    </a:cubicBezTo>
                    <a:cubicBezTo>
                      <a:pt x="285" y="128"/>
                      <a:pt x="243" y="189"/>
                      <a:pt x="233" y="217"/>
                    </a:cubicBezTo>
                    <a:cubicBezTo>
                      <a:pt x="216" y="260"/>
                      <a:pt x="208" y="302"/>
                      <a:pt x="198" y="346"/>
                    </a:cubicBezTo>
                    <a:cubicBezTo>
                      <a:pt x="193" y="367"/>
                      <a:pt x="193" y="383"/>
                      <a:pt x="172" y="384"/>
                    </a:cubicBezTo>
                    <a:cubicBezTo>
                      <a:pt x="164" y="385"/>
                      <a:pt x="132" y="390"/>
                      <a:pt x="128" y="386"/>
                    </a:cubicBezTo>
                    <a:cubicBezTo>
                      <a:pt x="115" y="377"/>
                      <a:pt x="118" y="329"/>
                      <a:pt x="116" y="314"/>
                    </a:cubicBezTo>
                    <a:cubicBezTo>
                      <a:pt x="114" y="296"/>
                      <a:pt x="111" y="279"/>
                      <a:pt x="108" y="262"/>
                    </a:cubicBezTo>
                    <a:cubicBezTo>
                      <a:pt x="105" y="242"/>
                      <a:pt x="103" y="206"/>
                      <a:pt x="85" y="193"/>
                    </a:cubicBezTo>
                    <a:cubicBezTo>
                      <a:pt x="64" y="179"/>
                      <a:pt x="31" y="197"/>
                      <a:pt x="12" y="204"/>
                    </a:cubicBezTo>
                    <a:cubicBezTo>
                      <a:pt x="0" y="181"/>
                      <a:pt x="19" y="148"/>
                      <a:pt x="28" y="126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0" name="Freeform 13">
                <a:extLst>
                  <a:ext uri="{FF2B5EF4-FFF2-40B4-BE49-F238E27FC236}">
                    <a16:creationId xmlns:a16="http://schemas.microsoft.com/office/drawing/2014/main" id="{A12FC00F-2CA8-427A-B2D0-85AD96BE7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255"/>
                <a:ext cx="360" cy="653"/>
              </a:xfrm>
              <a:custGeom>
                <a:avLst/>
                <a:gdLst>
                  <a:gd name="T0" fmla="*/ 46 w 244"/>
                  <a:gd name="T1" fmla="*/ 1318 h 444"/>
                  <a:gd name="T2" fmla="*/ 193 w 244"/>
                  <a:gd name="T3" fmla="*/ 885 h 444"/>
                  <a:gd name="T4" fmla="*/ 235 w 244"/>
                  <a:gd name="T5" fmla="*/ 431 h 444"/>
                  <a:gd name="T6" fmla="*/ 180 w 244"/>
                  <a:gd name="T7" fmla="*/ 222 h 444"/>
                  <a:gd name="T8" fmla="*/ 238 w 244"/>
                  <a:gd name="T9" fmla="*/ 121 h 444"/>
                  <a:gd name="T10" fmla="*/ 326 w 244"/>
                  <a:gd name="T11" fmla="*/ 357 h 444"/>
                  <a:gd name="T12" fmla="*/ 400 w 244"/>
                  <a:gd name="T13" fmla="*/ 547 h 444"/>
                  <a:gd name="T14" fmla="*/ 757 w 244"/>
                  <a:gd name="T15" fmla="*/ 38 h 444"/>
                  <a:gd name="T16" fmla="*/ 732 w 244"/>
                  <a:gd name="T17" fmla="*/ 318 h 444"/>
                  <a:gd name="T18" fmla="*/ 649 w 244"/>
                  <a:gd name="T19" fmla="*/ 593 h 444"/>
                  <a:gd name="T20" fmla="*/ 590 w 244"/>
                  <a:gd name="T21" fmla="*/ 947 h 444"/>
                  <a:gd name="T22" fmla="*/ 629 w 244"/>
                  <a:gd name="T23" fmla="*/ 1157 h 444"/>
                  <a:gd name="T24" fmla="*/ 674 w 244"/>
                  <a:gd name="T25" fmla="*/ 1343 h 444"/>
                  <a:gd name="T26" fmla="*/ 462 w 244"/>
                  <a:gd name="T27" fmla="*/ 1019 h 444"/>
                  <a:gd name="T28" fmla="*/ 270 w 244"/>
                  <a:gd name="T29" fmla="*/ 1069 h 444"/>
                  <a:gd name="T30" fmla="*/ 77 w 244"/>
                  <a:gd name="T31" fmla="*/ 1412 h 44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4" h="444">
                    <a:moveTo>
                      <a:pt x="14" y="414"/>
                    </a:moveTo>
                    <a:cubicBezTo>
                      <a:pt x="0" y="383"/>
                      <a:pt x="45" y="305"/>
                      <a:pt x="60" y="278"/>
                    </a:cubicBezTo>
                    <a:cubicBezTo>
                      <a:pt x="87" y="231"/>
                      <a:pt x="94" y="186"/>
                      <a:pt x="73" y="135"/>
                    </a:cubicBezTo>
                    <a:cubicBezTo>
                      <a:pt x="65" y="115"/>
                      <a:pt x="61" y="92"/>
                      <a:pt x="56" y="70"/>
                    </a:cubicBezTo>
                    <a:cubicBezTo>
                      <a:pt x="53" y="53"/>
                      <a:pt x="51" y="0"/>
                      <a:pt x="74" y="38"/>
                    </a:cubicBezTo>
                    <a:cubicBezTo>
                      <a:pt x="87" y="58"/>
                      <a:pt x="95" y="89"/>
                      <a:pt x="102" y="112"/>
                    </a:cubicBezTo>
                    <a:cubicBezTo>
                      <a:pt x="108" y="130"/>
                      <a:pt x="110" y="159"/>
                      <a:pt x="125" y="172"/>
                    </a:cubicBezTo>
                    <a:cubicBezTo>
                      <a:pt x="167" y="212"/>
                      <a:pt x="209" y="20"/>
                      <a:pt x="236" y="12"/>
                    </a:cubicBezTo>
                    <a:cubicBezTo>
                      <a:pt x="244" y="37"/>
                      <a:pt x="234" y="75"/>
                      <a:pt x="228" y="100"/>
                    </a:cubicBezTo>
                    <a:cubicBezTo>
                      <a:pt x="220" y="129"/>
                      <a:pt x="210" y="157"/>
                      <a:pt x="202" y="186"/>
                    </a:cubicBezTo>
                    <a:cubicBezTo>
                      <a:pt x="191" y="223"/>
                      <a:pt x="179" y="259"/>
                      <a:pt x="184" y="298"/>
                    </a:cubicBezTo>
                    <a:cubicBezTo>
                      <a:pt x="187" y="320"/>
                      <a:pt x="191" y="342"/>
                      <a:pt x="196" y="364"/>
                    </a:cubicBezTo>
                    <a:cubicBezTo>
                      <a:pt x="199" y="374"/>
                      <a:pt x="218" y="412"/>
                      <a:pt x="210" y="422"/>
                    </a:cubicBezTo>
                    <a:cubicBezTo>
                      <a:pt x="198" y="439"/>
                      <a:pt x="150" y="332"/>
                      <a:pt x="144" y="320"/>
                    </a:cubicBezTo>
                    <a:cubicBezTo>
                      <a:pt x="124" y="268"/>
                      <a:pt x="103" y="303"/>
                      <a:pt x="84" y="336"/>
                    </a:cubicBezTo>
                    <a:cubicBezTo>
                      <a:pt x="64" y="372"/>
                      <a:pt x="45" y="408"/>
                      <a:pt x="24" y="444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1" name="Freeform 14">
                <a:extLst>
                  <a:ext uri="{FF2B5EF4-FFF2-40B4-BE49-F238E27FC236}">
                    <a16:creationId xmlns:a16="http://schemas.microsoft.com/office/drawing/2014/main" id="{20BCB426-4B93-441C-9447-DE5398185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258"/>
                <a:ext cx="389" cy="696"/>
              </a:xfrm>
              <a:custGeom>
                <a:avLst/>
                <a:gdLst>
                  <a:gd name="T0" fmla="*/ 844 w 264"/>
                  <a:gd name="T1" fmla="*/ 1059 h 473"/>
                  <a:gd name="T2" fmla="*/ 769 w 264"/>
                  <a:gd name="T3" fmla="*/ 509 h 473"/>
                  <a:gd name="T4" fmla="*/ 775 w 264"/>
                  <a:gd name="T5" fmla="*/ 141 h 473"/>
                  <a:gd name="T6" fmla="*/ 703 w 264"/>
                  <a:gd name="T7" fmla="*/ 160 h 473"/>
                  <a:gd name="T8" fmla="*/ 678 w 264"/>
                  <a:gd name="T9" fmla="*/ 671 h 473"/>
                  <a:gd name="T10" fmla="*/ 665 w 264"/>
                  <a:gd name="T11" fmla="*/ 905 h 473"/>
                  <a:gd name="T12" fmla="*/ 532 w 264"/>
                  <a:gd name="T13" fmla="*/ 817 h 473"/>
                  <a:gd name="T14" fmla="*/ 407 w 264"/>
                  <a:gd name="T15" fmla="*/ 400 h 473"/>
                  <a:gd name="T16" fmla="*/ 358 w 264"/>
                  <a:gd name="T17" fmla="*/ 184 h 473"/>
                  <a:gd name="T18" fmla="*/ 312 w 264"/>
                  <a:gd name="T19" fmla="*/ 26 h 473"/>
                  <a:gd name="T20" fmla="*/ 306 w 264"/>
                  <a:gd name="T21" fmla="*/ 284 h 473"/>
                  <a:gd name="T22" fmla="*/ 373 w 264"/>
                  <a:gd name="T23" fmla="*/ 574 h 473"/>
                  <a:gd name="T24" fmla="*/ 358 w 264"/>
                  <a:gd name="T25" fmla="*/ 790 h 473"/>
                  <a:gd name="T26" fmla="*/ 197 w 264"/>
                  <a:gd name="T27" fmla="*/ 752 h 473"/>
                  <a:gd name="T28" fmla="*/ 77 w 264"/>
                  <a:gd name="T29" fmla="*/ 796 h 473"/>
                  <a:gd name="T30" fmla="*/ 270 w 264"/>
                  <a:gd name="T31" fmla="*/ 945 h 473"/>
                  <a:gd name="T32" fmla="*/ 532 w 264"/>
                  <a:gd name="T33" fmla="*/ 1190 h 473"/>
                  <a:gd name="T34" fmla="*/ 569 w 264"/>
                  <a:gd name="T35" fmla="*/ 1460 h 473"/>
                  <a:gd name="T36" fmla="*/ 785 w 264"/>
                  <a:gd name="T37" fmla="*/ 1177 h 47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4" h="473">
                    <a:moveTo>
                      <a:pt x="264" y="332"/>
                    </a:moveTo>
                    <a:cubicBezTo>
                      <a:pt x="253" y="275"/>
                      <a:pt x="242" y="219"/>
                      <a:pt x="240" y="160"/>
                    </a:cubicBezTo>
                    <a:cubicBezTo>
                      <a:pt x="239" y="121"/>
                      <a:pt x="242" y="83"/>
                      <a:pt x="242" y="44"/>
                    </a:cubicBezTo>
                    <a:cubicBezTo>
                      <a:pt x="242" y="0"/>
                      <a:pt x="225" y="17"/>
                      <a:pt x="220" y="50"/>
                    </a:cubicBezTo>
                    <a:cubicBezTo>
                      <a:pt x="213" y="103"/>
                      <a:pt x="211" y="158"/>
                      <a:pt x="212" y="211"/>
                    </a:cubicBezTo>
                    <a:cubicBezTo>
                      <a:pt x="212" y="230"/>
                      <a:pt x="219" y="268"/>
                      <a:pt x="208" y="284"/>
                    </a:cubicBezTo>
                    <a:cubicBezTo>
                      <a:pt x="189" y="310"/>
                      <a:pt x="172" y="273"/>
                      <a:pt x="166" y="256"/>
                    </a:cubicBezTo>
                    <a:cubicBezTo>
                      <a:pt x="151" y="213"/>
                      <a:pt x="136" y="169"/>
                      <a:pt x="127" y="126"/>
                    </a:cubicBezTo>
                    <a:cubicBezTo>
                      <a:pt x="122" y="103"/>
                      <a:pt x="116" y="81"/>
                      <a:pt x="112" y="58"/>
                    </a:cubicBezTo>
                    <a:cubicBezTo>
                      <a:pt x="109" y="41"/>
                      <a:pt x="109" y="21"/>
                      <a:pt x="98" y="8"/>
                    </a:cubicBezTo>
                    <a:cubicBezTo>
                      <a:pt x="82" y="19"/>
                      <a:pt x="94" y="72"/>
                      <a:pt x="96" y="89"/>
                    </a:cubicBezTo>
                    <a:cubicBezTo>
                      <a:pt x="101" y="120"/>
                      <a:pt x="111" y="150"/>
                      <a:pt x="117" y="180"/>
                    </a:cubicBezTo>
                    <a:cubicBezTo>
                      <a:pt x="120" y="201"/>
                      <a:pt x="128" y="230"/>
                      <a:pt x="112" y="248"/>
                    </a:cubicBezTo>
                    <a:cubicBezTo>
                      <a:pt x="93" y="270"/>
                      <a:pt x="79" y="247"/>
                      <a:pt x="62" y="236"/>
                    </a:cubicBezTo>
                    <a:cubicBezTo>
                      <a:pt x="43" y="223"/>
                      <a:pt x="0" y="212"/>
                      <a:pt x="24" y="250"/>
                    </a:cubicBezTo>
                    <a:cubicBezTo>
                      <a:pt x="37" y="269"/>
                      <a:pt x="64" y="285"/>
                      <a:pt x="84" y="296"/>
                    </a:cubicBezTo>
                    <a:cubicBezTo>
                      <a:pt x="117" y="316"/>
                      <a:pt x="157" y="333"/>
                      <a:pt x="166" y="374"/>
                    </a:cubicBezTo>
                    <a:cubicBezTo>
                      <a:pt x="170" y="393"/>
                      <a:pt x="159" y="447"/>
                      <a:pt x="178" y="458"/>
                    </a:cubicBezTo>
                    <a:cubicBezTo>
                      <a:pt x="205" y="473"/>
                      <a:pt x="234" y="384"/>
                      <a:pt x="246" y="370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2" name="Freeform 15">
                <a:extLst>
                  <a:ext uri="{FF2B5EF4-FFF2-40B4-BE49-F238E27FC236}">
                    <a16:creationId xmlns:a16="http://schemas.microsoft.com/office/drawing/2014/main" id="{924DBADD-CA5D-4AD3-B3ED-A34F81A13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246"/>
                <a:ext cx="342" cy="724"/>
              </a:xfrm>
              <a:custGeom>
                <a:avLst/>
                <a:gdLst>
                  <a:gd name="T0" fmla="*/ 96 w 232"/>
                  <a:gd name="T1" fmla="*/ 951 h 492"/>
                  <a:gd name="T2" fmla="*/ 63 w 232"/>
                  <a:gd name="T3" fmla="*/ 758 h 492"/>
                  <a:gd name="T4" fmla="*/ 46 w 232"/>
                  <a:gd name="T5" fmla="*/ 486 h 492"/>
                  <a:gd name="T6" fmla="*/ 40 w 232"/>
                  <a:gd name="T7" fmla="*/ 88 h 492"/>
                  <a:gd name="T8" fmla="*/ 102 w 232"/>
                  <a:gd name="T9" fmla="*/ 6 h 492"/>
                  <a:gd name="T10" fmla="*/ 142 w 232"/>
                  <a:gd name="T11" fmla="*/ 162 h 492"/>
                  <a:gd name="T12" fmla="*/ 205 w 232"/>
                  <a:gd name="T13" fmla="*/ 528 h 492"/>
                  <a:gd name="T14" fmla="*/ 252 w 232"/>
                  <a:gd name="T15" fmla="*/ 784 h 492"/>
                  <a:gd name="T16" fmla="*/ 326 w 232"/>
                  <a:gd name="T17" fmla="*/ 955 h 492"/>
                  <a:gd name="T18" fmla="*/ 473 w 232"/>
                  <a:gd name="T19" fmla="*/ 873 h 492"/>
                  <a:gd name="T20" fmla="*/ 545 w 232"/>
                  <a:gd name="T21" fmla="*/ 612 h 492"/>
                  <a:gd name="T22" fmla="*/ 569 w 232"/>
                  <a:gd name="T23" fmla="*/ 230 h 492"/>
                  <a:gd name="T24" fmla="*/ 615 w 232"/>
                  <a:gd name="T25" fmla="*/ 109 h 492"/>
                  <a:gd name="T26" fmla="*/ 674 w 232"/>
                  <a:gd name="T27" fmla="*/ 210 h 492"/>
                  <a:gd name="T28" fmla="*/ 697 w 232"/>
                  <a:gd name="T29" fmla="*/ 624 h 492"/>
                  <a:gd name="T30" fmla="*/ 481 w 232"/>
                  <a:gd name="T31" fmla="*/ 961 h 492"/>
                  <a:gd name="T32" fmla="*/ 308 w 232"/>
                  <a:gd name="T33" fmla="*/ 1401 h 492"/>
                  <a:gd name="T34" fmla="*/ 270 w 232"/>
                  <a:gd name="T35" fmla="*/ 1567 h 492"/>
                  <a:gd name="T36" fmla="*/ 205 w 232"/>
                  <a:gd name="T37" fmla="*/ 1313 h 492"/>
                  <a:gd name="T38" fmla="*/ 187 w 232"/>
                  <a:gd name="T39" fmla="*/ 1052 h 49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32" h="492">
                    <a:moveTo>
                      <a:pt x="30" y="298"/>
                    </a:moveTo>
                    <a:cubicBezTo>
                      <a:pt x="22" y="281"/>
                      <a:pt x="23" y="256"/>
                      <a:pt x="20" y="238"/>
                    </a:cubicBezTo>
                    <a:cubicBezTo>
                      <a:pt x="16" y="209"/>
                      <a:pt x="14" y="181"/>
                      <a:pt x="14" y="152"/>
                    </a:cubicBezTo>
                    <a:cubicBezTo>
                      <a:pt x="14" y="114"/>
                      <a:pt x="0" y="64"/>
                      <a:pt x="12" y="28"/>
                    </a:cubicBezTo>
                    <a:cubicBezTo>
                      <a:pt x="15" y="20"/>
                      <a:pt x="21" y="0"/>
                      <a:pt x="32" y="2"/>
                    </a:cubicBezTo>
                    <a:cubicBezTo>
                      <a:pt x="46" y="5"/>
                      <a:pt x="43" y="40"/>
                      <a:pt x="44" y="51"/>
                    </a:cubicBezTo>
                    <a:cubicBezTo>
                      <a:pt x="48" y="90"/>
                      <a:pt x="56" y="128"/>
                      <a:pt x="64" y="166"/>
                    </a:cubicBezTo>
                    <a:cubicBezTo>
                      <a:pt x="69" y="193"/>
                      <a:pt x="72" y="220"/>
                      <a:pt x="79" y="246"/>
                    </a:cubicBezTo>
                    <a:cubicBezTo>
                      <a:pt x="83" y="259"/>
                      <a:pt x="88" y="294"/>
                      <a:pt x="102" y="300"/>
                    </a:cubicBezTo>
                    <a:cubicBezTo>
                      <a:pt x="117" y="305"/>
                      <a:pt x="140" y="284"/>
                      <a:pt x="148" y="274"/>
                    </a:cubicBezTo>
                    <a:cubicBezTo>
                      <a:pt x="164" y="252"/>
                      <a:pt x="167" y="218"/>
                      <a:pt x="170" y="192"/>
                    </a:cubicBezTo>
                    <a:cubicBezTo>
                      <a:pt x="176" y="152"/>
                      <a:pt x="173" y="112"/>
                      <a:pt x="178" y="72"/>
                    </a:cubicBezTo>
                    <a:cubicBezTo>
                      <a:pt x="179" y="63"/>
                      <a:pt x="179" y="33"/>
                      <a:pt x="192" y="34"/>
                    </a:cubicBezTo>
                    <a:cubicBezTo>
                      <a:pt x="201" y="34"/>
                      <a:pt x="208" y="59"/>
                      <a:pt x="210" y="66"/>
                    </a:cubicBezTo>
                    <a:cubicBezTo>
                      <a:pt x="220" y="105"/>
                      <a:pt x="232" y="157"/>
                      <a:pt x="218" y="196"/>
                    </a:cubicBezTo>
                    <a:cubicBezTo>
                      <a:pt x="205" y="233"/>
                      <a:pt x="172" y="269"/>
                      <a:pt x="150" y="302"/>
                    </a:cubicBezTo>
                    <a:cubicBezTo>
                      <a:pt x="121" y="345"/>
                      <a:pt x="105" y="388"/>
                      <a:pt x="96" y="440"/>
                    </a:cubicBezTo>
                    <a:cubicBezTo>
                      <a:pt x="93" y="455"/>
                      <a:pt x="96" y="480"/>
                      <a:pt x="84" y="492"/>
                    </a:cubicBezTo>
                    <a:cubicBezTo>
                      <a:pt x="67" y="478"/>
                      <a:pt x="65" y="434"/>
                      <a:pt x="64" y="412"/>
                    </a:cubicBezTo>
                    <a:cubicBezTo>
                      <a:pt x="62" y="387"/>
                      <a:pt x="57" y="351"/>
                      <a:pt x="58" y="330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3" name="Freeform 16">
                <a:extLst>
                  <a:ext uri="{FF2B5EF4-FFF2-40B4-BE49-F238E27FC236}">
                    <a16:creationId xmlns:a16="http://schemas.microsoft.com/office/drawing/2014/main" id="{7FC43289-2C7A-4843-8D5E-2DA5EA562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155"/>
                <a:ext cx="290" cy="852"/>
              </a:xfrm>
              <a:custGeom>
                <a:avLst/>
                <a:gdLst>
                  <a:gd name="T0" fmla="*/ 56 w 197"/>
                  <a:gd name="T1" fmla="*/ 230 h 579"/>
                  <a:gd name="T2" fmla="*/ 134 w 197"/>
                  <a:gd name="T3" fmla="*/ 109 h 579"/>
                  <a:gd name="T4" fmla="*/ 128 w 197"/>
                  <a:gd name="T5" fmla="*/ 293 h 579"/>
                  <a:gd name="T6" fmla="*/ 243 w 197"/>
                  <a:gd name="T7" fmla="*/ 617 h 579"/>
                  <a:gd name="T8" fmla="*/ 390 w 197"/>
                  <a:gd name="T9" fmla="*/ 413 h 579"/>
                  <a:gd name="T10" fmla="*/ 505 w 197"/>
                  <a:gd name="T11" fmla="*/ 216 h 579"/>
                  <a:gd name="T12" fmla="*/ 601 w 197"/>
                  <a:gd name="T13" fmla="*/ 230 h 579"/>
                  <a:gd name="T14" fmla="*/ 473 w 197"/>
                  <a:gd name="T15" fmla="*/ 459 h 579"/>
                  <a:gd name="T16" fmla="*/ 224 w 197"/>
                  <a:gd name="T17" fmla="*/ 1174 h 579"/>
                  <a:gd name="T18" fmla="*/ 312 w 197"/>
                  <a:gd name="T19" fmla="*/ 1555 h 579"/>
                  <a:gd name="T20" fmla="*/ 344 w 197"/>
                  <a:gd name="T21" fmla="*/ 1823 h 579"/>
                  <a:gd name="T22" fmla="*/ 52 w 197"/>
                  <a:gd name="T23" fmla="*/ 992 h 579"/>
                  <a:gd name="T24" fmla="*/ 56 w 197"/>
                  <a:gd name="T25" fmla="*/ 216 h 5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7" h="579">
                    <a:moveTo>
                      <a:pt x="18" y="72"/>
                    </a:moveTo>
                    <a:cubicBezTo>
                      <a:pt x="17" y="58"/>
                      <a:pt x="26" y="0"/>
                      <a:pt x="42" y="34"/>
                    </a:cubicBezTo>
                    <a:cubicBezTo>
                      <a:pt x="48" y="48"/>
                      <a:pt x="40" y="76"/>
                      <a:pt x="40" y="92"/>
                    </a:cubicBezTo>
                    <a:cubicBezTo>
                      <a:pt x="40" y="113"/>
                      <a:pt x="35" y="209"/>
                      <a:pt x="76" y="194"/>
                    </a:cubicBezTo>
                    <a:cubicBezTo>
                      <a:pt x="95" y="187"/>
                      <a:pt x="113" y="146"/>
                      <a:pt x="122" y="130"/>
                    </a:cubicBezTo>
                    <a:cubicBezTo>
                      <a:pt x="133" y="108"/>
                      <a:pt x="142" y="87"/>
                      <a:pt x="158" y="68"/>
                    </a:cubicBezTo>
                    <a:cubicBezTo>
                      <a:pt x="174" y="50"/>
                      <a:pt x="197" y="38"/>
                      <a:pt x="188" y="72"/>
                    </a:cubicBezTo>
                    <a:cubicBezTo>
                      <a:pt x="182" y="98"/>
                      <a:pt x="162" y="123"/>
                      <a:pt x="148" y="144"/>
                    </a:cubicBezTo>
                    <a:cubicBezTo>
                      <a:pt x="105" y="209"/>
                      <a:pt x="72" y="290"/>
                      <a:pt x="70" y="368"/>
                    </a:cubicBezTo>
                    <a:cubicBezTo>
                      <a:pt x="68" y="412"/>
                      <a:pt x="81" y="449"/>
                      <a:pt x="98" y="488"/>
                    </a:cubicBezTo>
                    <a:cubicBezTo>
                      <a:pt x="103" y="499"/>
                      <a:pt x="138" y="579"/>
                      <a:pt x="108" y="572"/>
                    </a:cubicBezTo>
                    <a:cubicBezTo>
                      <a:pt x="72" y="490"/>
                      <a:pt x="34" y="398"/>
                      <a:pt x="16" y="311"/>
                    </a:cubicBezTo>
                    <a:cubicBezTo>
                      <a:pt x="0" y="229"/>
                      <a:pt x="18" y="149"/>
                      <a:pt x="18" y="68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4" name="Freeform 17">
                <a:extLst>
                  <a:ext uri="{FF2B5EF4-FFF2-40B4-BE49-F238E27FC236}">
                    <a16:creationId xmlns:a16="http://schemas.microsoft.com/office/drawing/2014/main" id="{5CDB7AE6-B084-423D-BDEB-77CB38D59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614"/>
                <a:ext cx="758" cy="1038"/>
              </a:xfrm>
              <a:custGeom>
                <a:avLst/>
                <a:gdLst>
                  <a:gd name="T0" fmla="*/ 221 w 514"/>
                  <a:gd name="T1" fmla="*/ 1094 h 706"/>
                  <a:gd name="T2" fmla="*/ 106 w 514"/>
                  <a:gd name="T3" fmla="*/ 832 h 706"/>
                  <a:gd name="T4" fmla="*/ 230 w 514"/>
                  <a:gd name="T5" fmla="*/ 962 h 706"/>
                  <a:gd name="T6" fmla="*/ 363 w 514"/>
                  <a:gd name="T7" fmla="*/ 1081 h 706"/>
                  <a:gd name="T8" fmla="*/ 637 w 514"/>
                  <a:gd name="T9" fmla="*/ 1067 h 706"/>
                  <a:gd name="T10" fmla="*/ 633 w 514"/>
                  <a:gd name="T11" fmla="*/ 662 h 706"/>
                  <a:gd name="T12" fmla="*/ 554 w 514"/>
                  <a:gd name="T13" fmla="*/ 148 h 706"/>
                  <a:gd name="T14" fmla="*/ 581 w 514"/>
                  <a:gd name="T15" fmla="*/ 19 h 706"/>
                  <a:gd name="T16" fmla="*/ 619 w 514"/>
                  <a:gd name="T17" fmla="*/ 235 h 706"/>
                  <a:gd name="T18" fmla="*/ 674 w 514"/>
                  <a:gd name="T19" fmla="*/ 400 h 706"/>
                  <a:gd name="T20" fmla="*/ 851 w 514"/>
                  <a:gd name="T21" fmla="*/ 654 h 706"/>
                  <a:gd name="T22" fmla="*/ 991 w 514"/>
                  <a:gd name="T23" fmla="*/ 346 h 706"/>
                  <a:gd name="T24" fmla="*/ 1158 w 514"/>
                  <a:gd name="T25" fmla="*/ 0 h 706"/>
                  <a:gd name="T26" fmla="*/ 1158 w 514"/>
                  <a:gd name="T27" fmla="*/ 819 h 706"/>
                  <a:gd name="T28" fmla="*/ 1433 w 514"/>
                  <a:gd name="T29" fmla="*/ 488 h 706"/>
                  <a:gd name="T30" fmla="*/ 1562 w 514"/>
                  <a:gd name="T31" fmla="*/ 325 h 706"/>
                  <a:gd name="T32" fmla="*/ 1562 w 514"/>
                  <a:gd name="T33" fmla="*/ 532 h 706"/>
                  <a:gd name="T34" fmla="*/ 1401 w 514"/>
                  <a:gd name="T35" fmla="*/ 763 h 706"/>
                  <a:gd name="T36" fmla="*/ 1149 w 514"/>
                  <a:gd name="T37" fmla="*/ 953 h 706"/>
                  <a:gd name="T38" fmla="*/ 715 w 514"/>
                  <a:gd name="T39" fmla="*/ 1488 h 706"/>
                  <a:gd name="T40" fmla="*/ 265 w 514"/>
                  <a:gd name="T41" fmla="*/ 2035 h 706"/>
                  <a:gd name="T42" fmla="*/ 119 w 514"/>
                  <a:gd name="T43" fmla="*/ 2224 h 706"/>
                  <a:gd name="T44" fmla="*/ 1 w 514"/>
                  <a:gd name="T45" fmla="*/ 2116 h 706"/>
                  <a:gd name="T46" fmla="*/ 68 w 514"/>
                  <a:gd name="T47" fmla="*/ 2000 h 706"/>
                  <a:gd name="T48" fmla="*/ 156 w 514"/>
                  <a:gd name="T49" fmla="*/ 1810 h 706"/>
                  <a:gd name="T50" fmla="*/ 285 w 514"/>
                  <a:gd name="T51" fmla="*/ 1475 h 706"/>
                  <a:gd name="T52" fmla="*/ 221 w 514"/>
                  <a:gd name="T53" fmla="*/ 1067 h 7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14" h="706">
                    <a:moveTo>
                      <a:pt x="69" y="344"/>
                    </a:moveTo>
                    <a:cubicBezTo>
                      <a:pt x="64" y="313"/>
                      <a:pt x="28" y="297"/>
                      <a:pt x="33" y="262"/>
                    </a:cubicBezTo>
                    <a:cubicBezTo>
                      <a:pt x="49" y="268"/>
                      <a:pt x="60" y="290"/>
                      <a:pt x="72" y="303"/>
                    </a:cubicBezTo>
                    <a:cubicBezTo>
                      <a:pt x="85" y="315"/>
                      <a:pt x="99" y="328"/>
                      <a:pt x="113" y="340"/>
                    </a:cubicBezTo>
                    <a:cubicBezTo>
                      <a:pt x="146" y="367"/>
                      <a:pt x="177" y="381"/>
                      <a:pt x="199" y="336"/>
                    </a:cubicBezTo>
                    <a:cubicBezTo>
                      <a:pt x="222" y="290"/>
                      <a:pt x="213" y="253"/>
                      <a:pt x="197" y="208"/>
                    </a:cubicBezTo>
                    <a:cubicBezTo>
                      <a:pt x="181" y="160"/>
                      <a:pt x="169" y="97"/>
                      <a:pt x="173" y="47"/>
                    </a:cubicBezTo>
                    <a:cubicBezTo>
                      <a:pt x="174" y="36"/>
                      <a:pt x="175" y="14"/>
                      <a:pt x="181" y="6"/>
                    </a:cubicBezTo>
                    <a:cubicBezTo>
                      <a:pt x="191" y="25"/>
                      <a:pt x="188" y="53"/>
                      <a:pt x="193" y="74"/>
                    </a:cubicBezTo>
                    <a:cubicBezTo>
                      <a:pt x="197" y="91"/>
                      <a:pt x="203" y="109"/>
                      <a:pt x="210" y="126"/>
                    </a:cubicBezTo>
                    <a:cubicBezTo>
                      <a:pt x="217" y="147"/>
                      <a:pt x="234" y="210"/>
                      <a:pt x="265" y="206"/>
                    </a:cubicBezTo>
                    <a:cubicBezTo>
                      <a:pt x="294" y="202"/>
                      <a:pt x="305" y="132"/>
                      <a:pt x="309" y="109"/>
                    </a:cubicBezTo>
                    <a:cubicBezTo>
                      <a:pt x="316" y="79"/>
                      <a:pt x="326" y="10"/>
                      <a:pt x="361" y="0"/>
                    </a:cubicBezTo>
                    <a:cubicBezTo>
                      <a:pt x="366" y="32"/>
                      <a:pt x="256" y="288"/>
                      <a:pt x="361" y="258"/>
                    </a:cubicBezTo>
                    <a:cubicBezTo>
                      <a:pt x="400" y="247"/>
                      <a:pt x="432" y="188"/>
                      <a:pt x="447" y="154"/>
                    </a:cubicBezTo>
                    <a:cubicBezTo>
                      <a:pt x="453" y="140"/>
                      <a:pt x="467" y="100"/>
                      <a:pt x="487" y="102"/>
                    </a:cubicBezTo>
                    <a:cubicBezTo>
                      <a:pt x="514" y="106"/>
                      <a:pt x="494" y="155"/>
                      <a:pt x="487" y="167"/>
                    </a:cubicBezTo>
                    <a:cubicBezTo>
                      <a:pt x="473" y="192"/>
                      <a:pt x="456" y="219"/>
                      <a:pt x="437" y="240"/>
                    </a:cubicBezTo>
                    <a:cubicBezTo>
                      <a:pt x="416" y="264"/>
                      <a:pt x="383" y="280"/>
                      <a:pt x="358" y="300"/>
                    </a:cubicBezTo>
                    <a:cubicBezTo>
                      <a:pt x="301" y="344"/>
                      <a:pt x="263" y="410"/>
                      <a:pt x="223" y="468"/>
                    </a:cubicBezTo>
                    <a:cubicBezTo>
                      <a:pt x="181" y="530"/>
                      <a:pt x="129" y="582"/>
                      <a:pt x="83" y="640"/>
                    </a:cubicBezTo>
                    <a:cubicBezTo>
                      <a:pt x="71" y="657"/>
                      <a:pt x="59" y="693"/>
                      <a:pt x="37" y="700"/>
                    </a:cubicBezTo>
                    <a:cubicBezTo>
                      <a:pt x="17" y="706"/>
                      <a:pt x="0" y="684"/>
                      <a:pt x="1" y="666"/>
                    </a:cubicBezTo>
                    <a:cubicBezTo>
                      <a:pt x="2" y="650"/>
                      <a:pt x="14" y="641"/>
                      <a:pt x="21" y="629"/>
                    </a:cubicBezTo>
                    <a:cubicBezTo>
                      <a:pt x="32" y="610"/>
                      <a:pt x="41" y="588"/>
                      <a:pt x="49" y="569"/>
                    </a:cubicBezTo>
                    <a:cubicBezTo>
                      <a:pt x="63" y="535"/>
                      <a:pt x="81" y="499"/>
                      <a:pt x="89" y="464"/>
                    </a:cubicBezTo>
                    <a:cubicBezTo>
                      <a:pt x="99" y="423"/>
                      <a:pt x="87" y="372"/>
                      <a:pt x="69" y="336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5" name="Freeform 18">
                <a:extLst>
                  <a:ext uri="{FF2B5EF4-FFF2-40B4-BE49-F238E27FC236}">
                    <a16:creationId xmlns:a16="http://schemas.microsoft.com/office/drawing/2014/main" id="{1F08ACC6-2AE8-4426-8FF8-ADE342469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227"/>
                <a:ext cx="187" cy="687"/>
              </a:xfrm>
              <a:custGeom>
                <a:avLst/>
                <a:gdLst>
                  <a:gd name="T0" fmla="*/ 19 w 127"/>
                  <a:gd name="T1" fmla="*/ 1315 h 467"/>
                  <a:gd name="T2" fmla="*/ 82 w 127"/>
                  <a:gd name="T3" fmla="*/ 1111 h 467"/>
                  <a:gd name="T4" fmla="*/ 174 w 127"/>
                  <a:gd name="T5" fmla="*/ 831 h 467"/>
                  <a:gd name="T6" fmla="*/ 299 w 127"/>
                  <a:gd name="T7" fmla="*/ 252 h 467"/>
                  <a:gd name="T8" fmla="*/ 345 w 127"/>
                  <a:gd name="T9" fmla="*/ 22 h 467"/>
                  <a:gd name="T10" fmla="*/ 390 w 127"/>
                  <a:gd name="T11" fmla="*/ 207 h 467"/>
                  <a:gd name="T12" fmla="*/ 289 w 127"/>
                  <a:gd name="T13" fmla="*/ 786 h 467"/>
                  <a:gd name="T14" fmla="*/ 0 w 127"/>
                  <a:gd name="T15" fmla="*/ 1487 h 4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467">
                    <a:moveTo>
                      <a:pt x="6" y="413"/>
                    </a:moveTo>
                    <a:cubicBezTo>
                      <a:pt x="0" y="394"/>
                      <a:pt x="19" y="367"/>
                      <a:pt x="26" y="349"/>
                    </a:cubicBezTo>
                    <a:cubicBezTo>
                      <a:pt x="37" y="320"/>
                      <a:pt x="45" y="291"/>
                      <a:pt x="54" y="261"/>
                    </a:cubicBezTo>
                    <a:cubicBezTo>
                      <a:pt x="72" y="202"/>
                      <a:pt x="90" y="141"/>
                      <a:pt x="94" y="79"/>
                    </a:cubicBezTo>
                    <a:cubicBezTo>
                      <a:pt x="94" y="65"/>
                      <a:pt x="89" y="13"/>
                      <a:pt x="108" y="7"/>
                    </a:cubicBezTo>
                    <a:cubicBezTo>
                      <a:pt x="127" y="0"/>
                      <a:pt x="123" y="54"/>
                      <a:pt x="122" y="65"/>
                    </a:cubicBezTo>
                    <a:cubicBezTo>
                      <a:pt x="119" y="127"/>
                      <a:pt x="104" y="188"/>
                      <a:pt x="90" y="247"/>
                    </a:cubicBezTo>
                    <a:cubicBezTo>
                      <a:pt x="71" y="329"/>
                      <a:pt x="53" y="400"/>
                      <a:pt x="0" y="467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6" name="Freeform 19">
                <a:extLst>
                  <a:ext uri="{FF2B5EF4-FFF2-40B4-BE49-F238E27FC236}">
                    <a16:creationId xmlns:a16="http://schemas.microsoft.com/office/drawing/2014/main" id="{01B52A40-23B6-4A81-9073-B333F1965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320"/>
                <a:ext cx="560" cy="831"/>
              </a:xfrm>
              <a:custGeom>
                <a:avLst/>
                <a:gdLst>
                  <a:gd name="T0" fmla="*/ 228 w 380"/>
                  <a:gd name="T1" fmla="*/ 478 h 565"/>
                  <a:gd name="T2" fmla="*/ 175 w 380"/>
                  <a:gd name="T3" fmla="*/ 318 h 565"/>
                  <a:gd name="T4" fmla="*/ 380 w 380"/>
                  <a:gd name="T5" fmla="*/ 478 h 565"/>
                  <a:gd name="T6" fmla="*/ 600 w 380"/>
                  <a:gd name="T7" fmla="*/ 587 h 565"/>
                  <a:gd name="T8" fmla="*/ 871 w 380"/>
                  <a:gd name="T9" fmla="*/ 316 h 565"/>
                  <a:gd name="T10" fmla="*/ 1188 w 380"/>
                  <a:gd name="T11" fmla="*/ 0 h 565"/>
                  <a:gd name="T12" fmla="*/ 1136 w 380"/>
                  <a:gd name="T13" fmla="*/ 229 h 565"/>
                  <a:gd name="T14" fmla="*/ 1014 w 380"/>
                  <a:gd name="T15" fmla="*/ 452 h 565"/>
                  <a:gd name="T16" fmla="*/ 811 w 380"/>
                  <a:gd name="T17" fmla="*/ 803 h 565"/>
                  <a:gd name="T18" fmla="*/ 419 w 380"/>
                  <a:gd name="T19" fmla="*/ 1241 h 565"/>
                  <a:gd name="T20" fmla="*/ 271 w 380"/>
                  <a:gd name="T21" fmla="*/ 1412 h 565"/>
                  <a:gd name="T22" fmla="*/ 164 w 380"/>
                  <a:gd name="T23" fmla="*/ 1636 h 565"/>
                  <a:gd name="T24" fmla="*/ 60 w 380"/>
                  <a:gd name="T25" fmla="*/ 1796 h 565"/>
                  <a:gd name="T26" fmla="*/ 1 w 380"/>
                  <a:gd name="T27" fmla="*/ 1616 h 565"/>
                  <a:gd name="T28" fmla="*/ 215 w 380"/>
                  <a:gd name="T29" fmla="*/ 1149 h 565"/>
                  <a:gd name="T30" fmla="*/ 349 w 380"/>
                  <a:gd name="T31" fmla="*/ 790 h 565"/>
                  <a:gd name="T32" fmla="*/ 221 w 380"/>
                  <a:gd name="T33" fmla="*/ 491 h 5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0" h="565">
                    <a:moveTo>
                      <a:pt x="71" y="150"/>
                    </a:moveTo>
                    <a:cubicBezTo>
                      <a:pt x="61" y="132"/>
                      <a:pt x="54" y="121"/>
                      <a:pt x="55" y="100"/>
                    </a:cubicBezTo>
                    <a:cubicBezTo>
                      <a:pt x="79" y="97"/>
                      <a:pt x="103" y="137"/>
                      <a:pt x="119" y="150"/>
                    </a:cubicBezTo>
                    <a:cubicBezTo>
                      <a:pt x="136" y="162"/>
                      <a:pt x="165" y="184"/>
                      <a:pt x="187" y="184"/>
                    </a:cubicBezTo>
                    <a:cubicBezTo>
                      <a:pt x="218" y="183"/>
                      <a:pt x="255" y="122"/>
                      <a:pt x="272" y="99"/>
                    </a:cubicBezTo>
                    <a:cubicBezTo>
                      <a:pt x="296" y="66"/>
                      <a:pt x="327" y="12"/>
                      <a:pt x="371" y="0"/>
                    </a:cubicBezTo>
                    <a:cubicBezTo>
                      <a:pt x="380" y="21"/>
                      <a:pt x="364" y="52"/>
                      <a:pt x="355" y="72"/>
                    </a:cubicBezTo>
                    <a:cubicBezTo>
                      <a:pt x="345" y="97"/>
                      <a:pt x="330" y="118"/>
                      <a:pt x="317" y="142"/>
                    </a:cubicBezTo>
                    <a:cubicBezTo>
                      <a:pt x="297" y="180"/>
                      <a:pt x="280" y="219"/>
                      <a:pt x="253" y="252"/>
                    </a:cubicBezTo>
                    <a:cubicBezTo>
                      <a:pt x="214" y="299"/>
                      <a:pt x="170" y="343"/>
                      <a:pt x="131" y="390"/>
                    </a:cubicBezTo>
                    <a:cubicBezTo>
                      <a:pt x="116" y="409"/>
                      <a:pt x="98" y="425"/>
                      <a:pt x="85" y="444"/>
                    </a:cubicBezTo>
                    <a:cubicBezTo>
                      <a:pt x="71" y="465"/>
                      <a:pt x="62" y="492"/>
                      <a:pt x="51" y="514"/>
                    </a:cubicBezTo>
                    <a:cubicBezTo>
                      <a:pt x="46" y="525"/>
                      <a:pt x="32" y="565"/>
                      <a:pt x="19" y="564"/>
                    </a:cubicBezTo>
                    <a:cubicBezTo>
                      <a:pt x="2" y="563"/>
                      <a:pt x="0" y="520"/>
                      <a:pt x="1" y="508"/>
                    </a:cubicBezTo>
                    <a:cubicBezTo>
                      <a:pt x="7" y="451"/>
                      <a:pt x="37" y="410"/>
                      <a:pt x="67" y="361"/>
                    </a:cubicBezTo>
                    <a:cubicBezTo>
                      <a:pt x="90" y="324"/>
                      <a:pt x="114" y="294"/>
                      <a:pt x="109" y="248"/>
                    </a:cubicBezTo>
                    <a:cubicBezTo>
                      <a:pt x="106" y="221"/>
                      <a:pt x="89" y="174"/>
                      <a:pt x="69" y="154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7" name="Freeform 20">
                <a:extLst>
                  <a:ext uri="{FF2B5EF4-FFF2-40B4-BE49-F238E27FC236}">
                    <a16:creationId xmlns:a16="http://schemas.microsoft.com/office/drawing/2014/main" id="{C2A2A8F6-62DF-4D7F-9AF8-2F92D265C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882"/>
                <a:ext cx="362" cy="738"/>
              </a:xfrm>
              <a:custGeom>
                <a:avLst/>
                <a:gdLst>
                  <a:gd name="T0" fmla="*/ 214 w 245"/>
                  <a:gd name="T1" fmla="*/ 51 h 502"/>
                  <a:gd name="T2" fmla="*/ 412 w 245"/>
                  <a:gd name="T3" fmla="*/ 229 h 502"/>
                  <a:gd name="T4" fmla="*/ 613 w 245"/>
                  <a:gd name="T5" fmla="*/ 218 h 502"/>
                  <a:gd name="T6" fmla="*/ 776 w 245"/>
                  <a:gd name="T7" fmla="*/ 184 h 502"/>
                  <a:gd name="T8" fmla="*/ 755 w 245"/>
                  <a:gd name="T9" fmla="*/ 344 h 502"/>
                  <a:gd name="T10" fmla="*/ 663 w 245"/>
                  <a:gd name="T11" fmla="*/ 1392 h 502"/>
                  <a:gd name="T12" fmla="*/ 646 w 245"/>
                  <a:gd name="T13" fmla="*/ 1560 h 502"/>
                  <a:gd name="T14" fmla="*/ 479 w 245"/>
                  <a:gd name="T15" fmla="*/ 1569 h 502"/>
                  <a:gd name="T16" fmla="*/ 358 w 245"/>
                  <a:gd name="T17" fmla="*/ 1555 h 502"/>
                  <a:gd name="T18" fmla="*/ 284 w 245"/>
                  <a:gd name="T19" fmla="*/ 1586 h 502"/>
                  <a:gd name="T20" fmla="*/ 219 w 245"/>
                  <a:gd name="T21" fmla="*/ 1401 h 502"/>
                  <a:gd name="T22" fmla="*/ 195 w 245"/>
                  <a:gd name="T23" fmla="*/ 769 h 502"/>
                  <a:gd name="T24" fmla="*/ 174 w 245"/>
                  <a:gd name="T25" fmla="*/ 482 h 502"/>
                  <a:gd name="T26" fmla="*/ 83 w 245"/>
                  <a:gd name="T27" fmla="*/ 303 h 502"/>
                  <a:gd name="T28" fmla="*/ 6 w 245"/>
                  <a:gd name="T29" fmla="*/ 0 h 50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5" h="502">
                    <a:moveTo>
                      <a:pt x="66" y="16"/>
                    </a:moveTo>
                    <a:cubicBezTo>
                      <a:pt x="85" y="35"/>
                      <a:pt x="100" y="64"/>
                      <a:pt x="128" y="72"/>
                    </a:cubicBezTo>
                    <a:cubicBezTo>
                      <a:pt x="146" y="77"/>
                      <a:pt x="173" y="76"/>
                      <a:pt x="190" y="69"/>
                    </a:cubicBezTo>
                    <a:cubicBezTo>
                      <a:pt x="209" y="62"/>
                      <a:pt x="231" y="32"/>
                      <a:pt x="240" y="58"/>
                    </a:cubicBezTo>
                    <a:cubicBezTo>
                      <a:pt x="245" y="72"/>
                      <a:pt x="237" y="95"/>
                      <a:pt x="234" y="108"/>
                    </a:cubicBezTo>
                    <a:cubicBezTo>
                      <a:pt x="212" y="215"/>
                      <a:pt x="187" y="330"/>
                      <a:pt x="206" y="438"/>
                    </a:cubicBezTo>
                    <a:cubicBezTo>
                      <a:pt x="209" y="458"/>
                      <a:pt x="216" y="479"/>
                      <a:pt x="200" y="491"/>
                    </a:cubicBezTo>
                    <a:cubicBezTo>
                      <a:pt x="185" y="502"/>
                      <a:pt x="165" y="497"/>
                      <a:pt x="148" y="494"/>
                    </a:cubicBezTo>
                    <a:cubicBezTo>
                      <a:pt x="136" y="492"/>
                      <a:pt x="124" y="488"/>
                      <a:pt x="111" y="490"/>
                    </a:cubicBezTo>
                    <a:cubicBezTo>
                      <a:pt x="104" y="491"/>
                      <a:pt x="96" y="499"/>
                      <a:pt x="88" y="499"/>
                    </a:cubicBezTo>
                    <a:cubicBezTo>
                      <a:pt x="65" y="497"/>
                      <a:pt x="70" y="459"/>
                      <a:pt x="68" y="441"/>
                    </a:cubicBezTo>
                    <a:cubicBezTo>
                      <a:pt x="62" y="375"/>
                      <a:pt x="63" y="308"/>
                      <a:pt x="60" y="242"/>
                    </a:cubicBezTo>
                    <a:cubicBezTo>
                      <a:pt x="59" y="211"/>
                      <a:pt x="60" y="182"/>
                      <a:pt x="54" y="152"/>
                    </a:cubicBezTo>
                    <a:cubicBezTo>
                      <a:pt x="49" y="129"/>
                      <a:pt x="37" y="116"/>
                      <a:pt x="26" y="95"/>
                    </a:cubicBezTo>
                    <a:cubicBezTo>
                      <a:pt x="12" y="66"/>
                      <a:pt x="0" y="33"/>
                      <a:pt x="2" y="0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8" name="Freeform 21">
                <a:extLst>
                  <a:ext uri="{FF2B5EF4-FFF2-40B4-BE49-F238E27FC236}">
                    <a16:creationId xmlns:a16="http://schemas.microsoft.com/office/drawing/2014/main" id="{921A38DA-246B-439B-96CE-2200AEE30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629"/>
                <a:ext cx="277" cy="316"/>
              </a:xfrm>
              <a:custGeom>
                <a:avLst/>
                <a:gdLst>
                  <a:gd name="T0" fmla="*/ 0 w 188"/>
                  <a:gd name="T1" fmla="*/ 56 h 215"/>
                  <a:gd name="T2" fmla="*/ 106 w 188"/>
                  <a:gd name="T3" fmla="*/ 82 h 215"/>
                  <a:gd name="T4" fmla="*/ 150 w 188"/>
                  <a:gd name="T5" fmla="*/ 0 h 215"/>
                  <a:gd name="T6" fmla="*/ 290 w 188"/>
                  <a:gd name="T7" fmla="*/ 170 h 215"/>
                  <a:gd name="T8" fmla="*/ 377 w 188"/>
                  <a:gd name="T9" fmla="*/ 235 h 215"/>
                  <a:gd name="T10" fmla="*/ 464 w 188"/>
                  <a:gd name="T11" fmla="*/ 201 h 215"/>
                  <a:gd name="T12" fmla="*/ 547 w 188"/>
                  <a:gd name="T13" fmla="*/ 406 h 215"/>
                  <a:gd name="T14" fmla="*/ 592 w 188"/>
                  <a:gd name="T15" fmla="*/ 594 h 215"/>
                  <a:gd name="T16" fmla="*/ 473 w 188"/>
                  <a:gd name="T17" fmla="*/ 547 h 215"/>
                  <a:gd name="T18" fmla="*/ 306 w 188"/>
                  <a:gd name="T19" fmla="*/ 675 h 215"/>
                  <a:gd name="T20" fmla="*/ 373 w 188"/>
                  <a:gd name="T21" fmla="*/ 445 h 215"/>
                  <a:gd name="T22" fmla="*/ 312 w 188"/>
                  <a:gd name="T23" fmla="*/ 272 h 215"/>
                  <a:gd name="T24" fmla="*/ 6 w 188"/>
                  <a:gd name="T25" fmla="*/ 87 h 2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8" h="215">
                    <a:moveTo>
                      <a:pt x="0" y="18"/>
                    </a:moveTo>
                    <a:cubicBezTo>
                      <a:pt x="8" y="27"/>
                      <a:pt x="22" y="32"/>
                      <a:pt x="33" y="26"/>
                    </a:cubicBezTo>
                    <a:cubicBezTo>
                      <a:pt x="43" y="19"/>
                      <a:pt x="39" y="8"/>
                      <a:pt x="47" y="0"/>
                    </a:cubicBezTo>
                    <a:cubicBezTo>
                      <a:pt x="65" y="4"/>
                      <a:pt x="79" y="41"/>
                      <a:pt x="91" y="54"/>
                    </a:cubicBezTo>
                    <a:cubicBezTo>
                      <a:pt x="97" y="61"/>
                      <a:pt x="106" y="75"/>
                      <a:pt x="118" y="74"/>
                    </a:cubicBezTo>
                    <a:cubicBezTo>
                      <a:pt x="129" y="74"/>
                      <a:pt x="132" y="60"/>
                      <a:pt x="145" y="63"/>
                    </a:cubicBezTo>
                    <a:cubicBezTo>
                      <a:pt x="163" y="68"/>
                      <a:pt x="167" y="112"/>
                      <a:pt x="171" y="128"/>
                    </a:cubicBezTo>
                    <a:cubicBezTo>
                      <a:pt x="174" y="143"/>
                      <a:pt x="188" y="172"/>
                      <a:pt x="185" y="187"/>
                    </a:cubicBezTo>
                    <a:cubicBezTo>
                      <a:pt x="167" y="181"/>
                      <a:pt x="168" y="163"/>
                      <a:pt x="148" y="172"/>
                    </a:cubicBezTo>
                    <a:cubicBezTo>
                      <a:pt x="131" y="180"/>
                      <a:pt x="116" y="215"/>
                      <a:pt x="96" y="212"/>
                    </a:cubicBezTo>
                    <a:cubicBezTo>
                      <a:pt x="94" y="193"/>
                      <a:pt x="114" y="161"/>
                      <a:pt x="117" y="140"/>
                    </a:cubicBezTo>
                    <a:cubicBezTo>
                      <a:pt x="119" y="120"/>
                      <a:pt x="113" y="100"/>
                      <a:pt x="98" y="86"/>
                    </a:cubicBezTo>
                    <a:cubicBezTo>
                      <a:pt x="74" y="63"/>
                      <a:pt x="32" y="41"/>
                      <a:pt x="2" y="27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9" name="Freeform 22">
                <a:extLst>
                  <a:ext uri="{FF2B5EF4-FFF2-40B4-BE49-F238E27FC236}">
                    <a16:creationId xmlns:a16="http://schemas.microsoft.com/office/drawing/2014/main" id="{D8891D65-7BF0-4B04-89EF-D7E1D70F4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1558"/>
                <a:ext cx="124" cy="329"/>
              </a:xfrm>
              <a:custGeom>
                <a:avLst/>
                <a:gdLst>
                  <a:gd name="T0" fmla="*/ 59 w 84"/>
                  <a:gd name="T1" fmla="*/ 0 h 224"/>
                  <a:gd name="T2" fmla="*/ 151 w 84"/>
                  <a:gd name="T3" fmla="*/ 266 h 224"/>
                  <a:gd name="T4" fmla="*/ 202 w 84"/>
                  <a:gd name="T5" fmla="*/ 350 h 224"/>
                  <a:gd name="T6" fmla="*/ 264 w 84"/>
                  <a:gd name="T7" fmla="*/ 339 h 224"/>
                  <a:gd name="T8" fmla="*/ 205 w 84"/>
                  <a:gd name="T9" fmla="*/ 485 h 224"/>
                  <a:gd name="T10" fmla="*/ 183 w 84"/>
                  <a:gd name="T11" fmla="*/ 580 h 224"/>
                  <a:gd name="T12" fmla="*/ 161 w 84"/>
                  <a:gd name="T13" fmla="*/ 709 h 224"/>
                  <a:gd name="T14" fmla="*/ 106 w 84"/>
                  <a:gd name="T15" fmla="*/ 526 h 224"/>
                  <a:gd name="T16" fmla="*/ 74 w 84"/>
                  <a:gd name="T17" fmla="*/ 350 h 224"/>
                  <a:gd name="T18" fmla="*/ 32 w 84"/>
                  <a:gd name="T19" fmla="*/ 175 h 224"/>
                  <a:gd name="T20" fmla="*/ 35 w 84"/>
                  <a:gd name="T21" fmla="*/ 19 h 2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224">
                    <a:moveTo>
                      <a:pt x="18" y="0"/>
                    </a:moveTo>
                    <a:cubicBezTo>
                      <a:pt x="28" y="28"/>
                      <a:pt x="37" y="57"/>
                      <a:pt x="47" y="84"/>
                    </a:cubicBezTo>
                    <a:cubicBezTo>
                      <a:pt x="51" y="93"/>
                      <a:pt x="53" y="105"/>
                      <a:pt x="63" y="110"/>
                    </a:cubicBezTo>
                    <a:cubicBezTo>
                      <a:pt x="72" y="115"/>
                      <a:pt x="74" y="109"/>
                      <a:pt x="82" y="107"/>
                    </a:cubicBezTo>
                    <a:cubicBezTo>
                      <a:pt x="84" y="125"/>
                      <a:pt x="70" y="137"/>
                      <a:pt x="64" y="153"/>
                    </a:cubicBezTo>
                    <a:cubicBezTo>
                      <a:pt x="60" y="163"/>
                      <a:pt x="58" y="173"/>
                      <a:pt x="57" y="183"/>
                    </a:cubicBezTo>
                    <a:cubicBezTo>
                      <a:pt x="55" y="194"/>
                      <a:pt x="58" y="216"/>
                      <a:pt x="50" y="224"/>
                    </a:cubicBezTo>
                    <a:cubicBezTo>
                      <a:pt x="38" y="213"/>
                      <a:pt x="37" y="182"/>
                      <a:pt x="33" y="166"/>
                    </a:cubicBezTo>
                    <a:cubicBezTo>
                      <a:pt x="29" y="148"/>
                      <a:pt x="27" y="129"/>
                      <a:pt x="23" y="110"/>
                    </a:cubicBezTo>
                    <a:cubicBezTo>
                      <a:pt x="19" y="92"/>
                      <a:pt x="14" y="73"/>
                      <a:pt x="10" y="55"/>
                    </a:cubicBezTo>
                    <a:cubicBezTo>
                      <a:pt x="6" y="42"/>
                      <a:pt x="0" y="16"/>
                      <a:pt x="11" y="6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0" name="Freeform 23">
                <a:extLst>
                  <a:ext uri="{FF2B5EF4-FFF2-40B4-BE49-F238E27FC236}">
                    <a16:creationId xmlns:a16="http://schemas.microsoft.com/office/drawing/2014/main" id="{1ADA93C8-24BB-43C1-869B-B7354EC4F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071"/>
                <a:ext cx="223" cy="403"/>
              </a:xfrm>
              <a:custGeom>
                <a:avLst/>
                <a:gdLst>
                  <a:gd name="T0" fmla="*/ 46 w 151"/>
                  <a:gd name="T1" fmla="*/ 0 h 274"/>
                  <a:gd name="T2" fmla="*/ 128 w 151"/>
                  <a:gd name="T3" fmla="*/ 162 h 274"/>
                  <a:gd name="T4" fmla="*/ 219 w 151"/>
                  <a:gd name="T5" fmla="*/ 231 h 274"/>
                  <a:gd name="T6" fmla="*/ 357 w 151"/>
                  <a:gd name="T7" fmla="*/ 207 h 274"/>
                  <a:gd name="T8" fmla="*/ 486 w 151"/>
                  <a:gd name="T9" fmla="*/ 171 h 274"/>
                  <a:gd name="T10" fmla="*/ 365 w 151"/>
                  <a:gd name="T11" fmla="*/ 299 h 274"/>
                  <a:gd name="T12" fmla="*/ 319 w 151"/>
                  <a:gd name="T13" fmla="*/ 474 h 274"/>
                  <a:gd name="T14" fmla="*/ 419 w 151"/>
                  <a:gd name="T15" fmla="*/ 702 h 274"/>
                  <a:gd name="T16" fmla="*/ 393 w 151"/>
                  <a:gd name="T17" fmla="*/ 805 h 274"/>
                  <a:gd name="T18" fmla="*/ 136 w 151"/>
                  <a:gd name="T19" fmla="*/ 394 h 274"/>
                  <a:gd name="T20" fmla="*/ 13 w 151"/>
                  <a:gd name="T21" fmla="*/ 35 h 274"/>
                  <a:gd name="T22" fmla="*/ 35 w 151"/>
                  <a:gd name="T23" fmla="*/ 38 h 2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1" h="274">
                    <a:moveTo>
                      <a:pt x="14" y="0"/>
                    </a:moveTo>
                    <a:cubicBezTo>
                      <a:pt x="17" y="15"/>
                      <a:pt x="31" y="38"/>
                      <a:pt x="40" y="51"/>
                    </a:cubicBezTo>
                    <a:cubicBezTo>
                      <a:pt x="47" y="61"/>
                      <a:pt x="57" y="70"/>
                      <a:pt x="68" y="73"/>
                    </a:cubicBezTo>
                    <a:cubicBezTo>
                      <a:pt x="83" y="76"/>
                      <a:pt x="98" y="70"/>
                      <a:pt x="111" y="65"/>
                    </a:cubicBezTo>
                    <a:cubicBezTo>
                      <a:pt x="124" y="62"/>
                      <a:pt x="137" y="52"/>
                      <a:pt x="151" y="54"/>
                    </a:cubicBezTo>
                    <a:cubicBezTo>
                      <a:pt x="147" y="70"/>
                      <a:pt x="124" y="83"/>
                      <a:pt x="113" y="94"/>
                    </a:cubicBezTo>
                    <a:cubicBezTo>
                      <a:pt x="96" y="109"/>
                      <a:pt x="94" y="128"/>
                      <a:pt x="99" y="149"/>
                    </a:cubicBezTo>
                    <a:cubicBezTo>
                      <a:pt x="104" y="174"/>
                      <a:pt x="119" y="197"/>
                      <a:pt x="130" y="220"/>
                    </a:cubicBezTo>
                    <a:cubicBezTo>
                      <a:pt x="136" y="232"/>
                      <a:pt x="149" y="274"/>
                      <a:pt x="122" y="253"/>
                    </a:cubicBezTo>
                    <a:cubicBezTo>
                      <a:pt x="81" y="219"/>
                      <a:pt x="66" y="169"/>
                      <a:pt x="42" y="124"/>
                    </a:cubicBezTo>
                    <a:cubicBezTo>
                      <a:pt x="25" y="91"/>
                      <a:pt x="0" y="48"/>
                      <a:pt x="4" y="11"/>
                    </a:cubicBezTo>
                    <a:cubicBezTo>
                      <a:pt x="6" y="10"/>
                      <a:pt x="8" y="11"/>
                      <a:pt x="11" y="12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1" name="Freeform 24">
                <a:extLst>
                  <a:ext uri="{FF2B5EF4-FFF2-40B4-BE49-F238E27FC236}">
                    <a16:creationId xmlns:a16="http://schemas.microsoft.com/office/drawing/2014/main" id="{582DDFC4-A07B-44CB-B0F7-8151B3B35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466"/>
                <a:ext cx="205" cy="319"/>
              </a:xfrm>
              <a:custGeom>
                <a:avLst/>
                <a:gdLst>
                  <a:gd name="T0" fmla="*/ 385 w 139"/>
                  <a:gd name="T1" fmla="*/ 0 h 217"/>
                  <a:gd name="T2" fmla="*/ 161 w 139"/>
                  <a:gd name="T3" fmla="*/ 109 h 217"/>
                  <a:gd name="T4" fmla="*/ 46 w 139"/>
                  <a:gd name="T5" fmla="*/ 82 h 217"/>
                  <a:gd name="T6" fmla="*/ 69 w 139"/>
                  <a:gd name="T7" fmla="*/ 244 h 217"/>
                  <a:gd name="T8" fmla="*/ 248 w 139"/>
                  <a:gd name="T9" fmla="*/ 520 h 217"/>
                  <a:gd name="T10" fmla="*/ 444 w 139"/>
                  <a:gd name="T11" fmla="*/ 689 h 217"/>
                  <a:gd name="T12" fmla="*/ 376 w 139"/>
                  <a:gd name="T13" fmla="*/ 506 h 217"/>
                  <a:gd name="T14" fmla="*/ 289 w 139"/>
                  <a:gd name="T15" fmla="*/ 276 h 217"/>
                  <a:gd name="T16" fmla="*/ 330 w 139"/>
                  <a:gd name="T17" fmla="*/ 101 h 217"/>
                  <a:gd name="T18" fmla="*/ 366 w 139"/>
                  <a:gd name="T19" fmla="*/ 0 h 2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9" h="217">
                    <a:moveTo>
                      <a:pt x="120" y="0"/>
                    </a:moveTo>
                    <a:cubicBezTo>
                      <a:pt x="105" y="21"/>
                      <a:pt x="77" y="46"/>
                      <a:pt x="50" y="34"/>
                    </a:cubicBezTo>
                    <a:cubicBezTo>
                      <a:pt x="41" y="29"/>
                      <a:pt x="25" y="16"/>
                      <a:pt x="14" y="26"/>
                    </a:cubicBezTo>
                    <a:cubicBezTo>
                      <a:pt x="0" y="39"/>
                      <a:pt x="15" y="65"/>
                      <a:pt x="22" y="77"/>
                    </a:cubicBezTo>
                    <a:cubicBezTo>
                      <a:pt x="40" y="106"/>
                      <a:pt x="58" y="135"/>
                      <a:pt x="77" y="164"/>
                    </a:cubicBezTo>
                    <a:cubicBezTo>
                      <a:pt x="90" y="184"/>
                      <a:pt x="113" y="212"/>
                      <a:pt x="138" y="217"/>
                    </a:cubicBezTo>
                    <a:cubicBezTo>
                      <a:pt x="139" y="196"/>
                      <a:pt x="127" y="178"/>
                      <a:pt x="117" y="159"/>
                    </a:cubicBezTo>
                    <a:cubicBezTo>
                      <a:pt x="104" y="136"/>
                      <a:pt x="92" y="114"/>
                      <a:pt x="90" y="87"/>
                    </a:cubicBezTo>
                    <a:cubicBezTo>
                      <a:pt x="88" y="67"/>
                      <a:pt x="97" y="50"/>
                      <a:pt x="103" y="32"/>
                    </a:cubicBezTo>
                    <a:cubicBezTo>
                      <a:pt x="106" y="26"/>
                      <a:pt x="119" y="3"/>
                      <a:pt x="114" y="0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2" name="Freeform 25">
                <a:extLst>
                  <a:ext uri="{FF2B5EF4-FFF2-40B4-BE49-F238E27FC236}">
                    <a16:creationId xmlns:a16="http://schemas.microsoft.com/office/drawing/2014/main" id="{CA569B9C-5C83-4C02-89DD-1F5A1D51A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441"/>
                <a:ext cx="362" cy="428"/>
              </a:xfrm>
              <a:custGeom>
                <a:avLst/>
                <a:gdLst>
                  <a:gd name="T0" fmla="*/ 41 w 245"/>
                  <a:gd name="T1" fmla="*/ 249 h 291"/>
                  <a:gd name="T2" fmla="*/ 174 w 245"/>
                  <a:gd name="T3" fmla="*/ 538 h 291"/>
                  <a:gd name="T4" fmla="*/ 136 w 245"/>
                  <a:gd name="T5" fmla="*/ 718 h 291"/>
                  <a:gd name="T6" fmla="*/ 65 w 245"/>
                  <a:gd name="T7" fmla="*/ 910 h 291"/>
                  <a:gd name="T8" fmla="*/ 174 w 245"/>
                  <a:gd name="T9" fmla="*/ 832 h 291"/>
                  <a:gd name="T10" fmla="*/ 312 w 245"/>
                  <a:gd name="T11" fmla="*/ 662 h 291"/>
                  <a:gd name="T12" fmla="*/ 539 w 245"/>
                  <a:gd name="T13" fmla="*/ 407 h 291"/>
                  <a:gd name="T14" fmla="*/ 723 w 245"/>
                  <a:gd name="T15" fmla="*/ 124 h 291"/>
                  <a:gd name="T16" fmla="*/ 762 w 245"/>
                  <a:gd name="T17" fmla="*/ 13 h 291"/>
                  <a:gd name="T18" fmla="*/ 658 w 245"/>
                  <a:gd name="T19" fmla="*/ 96 h 291"/>
                  <a:gd name="T20" fmla="*/ 440 w 245"/>
                  <a:gd name="T21" fmla="*/ 340 h 291"/>
                  <a:gd name="T22" fmla="*/ 28 w 245"/>
                  <a:gd name="T23" fmla="*/ 225 h 2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5" h="291">
                    <a:moveTo>
                      <a:pt x="13" y="78"/>
                    </a:moveTo>
                    <a:cubicBezTo>
                      <a:pt x="25" y="105"/>
                      <a:pt x="52" y="135"/>
                      <a:pt x="54" y="169"/>
                    </a:cubicBezTo>
                    <a:cubicBezTo>
                      <a:pt x="55" y="188"/>
                      <a:pt x="52" y="209"/>
                      <a:pt x="42" y="226"/>
                    </a:cubicBezTo>
                    <a:cubicBezTo>
                      <a:pt x="37" y="235"/>
                      <a:pt x="0" y="278"/>
                      <a:pt x="20" y="286"/>
                    </a:cubicBezTo>
                    <a:cubicBezTo>
                      <a:pt x="31" y="291"/>
                      <a:pt x="49" y="268"/>
                      <a:pt x="54" y="262"/>
                    </a:cubicBezTo>
                    <a:cubicBezTo>
                      <a:pt x="69" y="244"/>
                      <a:pt x="82" y="225"/>
                      <a:pt x="97" y="208"/>
                    </a:cubicBezTo>
                    <a:cubicBezTo>
                      <a:pt x="121" y="182"/>
                      <a:pt x="145" y="156"/>
                      <a:pt x="167" y="128"/>
                    </a:cubicBezTo>
                    <a:cubicBezTo>
                      <a:pt x="189" y="101"/>
                      <a:pt x="205" y="68"/>
                      <a:pt x="224" y="39"/>
                    </a:cubicBezTo>
                    <a:cubicBezTo>
                      <a:pt x="227" y="35"/>
                      <a:pt x="245" y="9"/>
                      <a:pt x="236" y="4"/>
                    </a:cubicBezTo>
                    <a:cubicBezTo>
                      <a:pt x="229" y="0"/>
                      <a:pt x="208" y="25"/>
                      <a:pt x="204" y="30"/>
                    </a:cubicBezTo>
                    <a:cubicBezTo>
                      <a:pt x="181" y="56"/>
                      <a:pt x="162" y="83"/>
                      <a:pt x="137" y="107"/>
                    </a:cubicBezTo>
                    <a:cubicBezTo>
                      <a:pt x="89" y="153"/>
                      <a:pt x="41" y="118"/>
                      <a:pt x="9" y="71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3" name="Freeform 26">
                <a:extLst>
                  <a:ext uri="{FF2B5EF4-FFF2-40B4-BE49-F238E27FC236}">
                    <a16:creationId xmlns:a16="http://schemas.microsoft.com/office/drawing/2014/main" id="{64AEF1F1-FE17-41E5-91B3-1EA5F351D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910"/>
                <a:ext cx="295" cy="616"/>
              </a:xfrm>
              <a:custGeom>
                <a:avLst/>
                <a:gdLst>
                  <a:gd name="T0" fmla="*/ 22 w 200"/>
                  <a:gd name="T1" fmla="*/ 0 h 419"/>
                  <a:gd name="T2" fmla="*/ 198 w 200"/>
                  <a:gd name="T3" fmla="*/ 235 h 419"/>
                  <a:gd name="T4" fmla="*/ 437 w 200"/>
                  <a:gd name="T5" fmla="*/ 225 h 419"/>
                  <a:gd name="T6" fmla="*/ 562 w 200"/>
                  <a:gd name="T7" fmla="*/ 110 h 419"/>
                  <a:gd name="T8" fmla="*/ 622 w 200"/>
                  <a:gd name="T9" fmla="*/ 79 h 419"/>
                  <a:gd name="T10" fmla="*/ 642 w 200"/>
                  <a:gd name="T11" fmla="*/ 143 h 419"/>
                  <a:gd name="T12" fmla="*/ 572 w 200"/>
                  <a:gd name="T13" fmla="*/ 303 h 419"/>
                  <a:gd name="T14" fmla="*/ 499 w 200"/>
                  <a:gd name="T15" fmla="*/ 493 h 419"/>
                  <a:gd name="T16" fmla="*/ 407 w 200"/>
                  <a:gd name="T17" fmla="*/ 1123 h 419"/>
                  <a:gd name="T18" fmla="*/ 296 w 200"/>
                  <a:gd name="T19" fmla="*/ 1310 h 419"/>
                  <a:gd name="T20" fmla="*/ 211 w 200"/>
                  <a:gd name="T21" fmla="*/ 1204 h 419"/>
                  <a:gd name="T22" fmla="*/ 183 w 200"/>
                  <a:gd name="T23" fmla="*/ 1034 h 419"/>
                  <a:gd name="T24" fmla="*/ 155 w 200"/>
                  <a:gd name="T25" fmla="*/ 445 h 419"/>
                  <a:gd name="T26" fmla="*/ 69 w 200"/>
                  <a:gd name="T27" fmla="*/ 222 h 419"/>
                  <a:gd name="T28" fmla="*/ 6 w 200"/>
                  <a:gd name="T29" fmla="*/ 15 h 4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0" h="419">
                    <a:moveTo>
                      <a:pt x="7" y="0"/>
                    </a:moveTo>
                    <a:cubicBezTo>
                      <a:pt x="5" y="28"/>
                      <a:pt x="39" y="62"/>
                      <a:pt x="62" y="74"/>
                    </a:cubicBezTo>
                    <a:cubicBezTo>
                      <a:pt x="87" y="86"/>
                      <a:pt x="113" y="89"/>
                      <a:pt x="136" y="71"/>
                    </a:cubicBezTo>
                    <a:cubicBezTo>
                      <a:pt x="150" y="60"/>
                      <a:pt x="162" y="46"/>
                      <a:pt x="175" y="35"/>
                    </a:cubicBezTo>
                    <a:cubicBezTo>
                      <a:pt x="181" y="30"/>
                      <a:pt x="186" y="22"/>
                      <a:pt x="194" y="25"/>
                    </a:cubicBezTo>
                    <a:cubicBezTo>
                      <a:pt x="199" y="28"/>
                      <a:pt x="200" y="41"/>
                      <a:pt x="200" y="45"/>
                    </a:cubicBezTo>
                    <a:cubicBezTo>
                      <a:pt x="200" y="63"/>
                      <a:pt x="184" y="79"/>
                      <a:pt x="178" y="95"/>
                    </a:cubicBezTo>
                    <a:cubicBezTo>
                      <a:pt x="170" y="115"/>
                      <a:pt x="161" y="134"/>
                      <a:pt x="155" y="155"/>
                    </a:cubicBezTo>
                    <a:cubicBezTo>
                      <a:pt x="139" y="220"/>
                      <a:pt x="132" y="288"/>
                      <a:pt x="127" y="354"/>
                    </a:cubicBezTo>
                    <a:cubicBezTo>
                      <a:pt x="126" y="372"/>
                      <a:pt x="122" y="419"/>
                      <a:pt x="92" y="412"/>
                    </a:cubicBezTo>
                    <a:cubicBezTo>
                      <a:pt x="79" y="409"/>
                      <a:pt x="71" y="390"/>
                      <a:pt x="66" y="379"/>
                    </a:cubicBezTo>
                    <a:cubicBezTo>
                      <a:pt x="58" y="363"/>
                      <a:pt x="58" y="343"/>
                      <a:pt x="57" y="325"/>
                    </a:cubicBezTo>
                    <a:cubicBezTo>
                      <a:pt x="53" y="263"/>
                      <a:pt x="59" y="201"/>
                      <a:pt x="48" y="140"/>
                    </a:cubicBezTo>
                    <a:cubicBezTo>
                      <a:pt x="43" y="115"/>
                      <a:pt x="32" y="93"/>
                      <a:pt x="22" y="70"/>
                    </a:cubicBezTo>
                    <a:cubicBezTo>
                      <a:pt x="14" y="50"/>
                      <a:pt x="0" y="27"/>
                      <a:pt x="2" y="5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4" name="Freeform 27">
                <a:extLst>
                  <a:ext uri="{FF2B5EF4-FFF2-40B4-BE49-F238E27FC236}">
                    <a16:creationId xmlns:a16="http://schemas.microsoft.com/office/drawing/2014/main" id="{5461853F-F4B5-43BF-80DF-F0DD940F8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883"/>
                <a:ext cx="179" cy="303"/>
              </a:xfrm>
              <a:custGeom>
                <a:avLst/>
                <a:gdLst>
                  <a:gd name="T0" fmla="*/ 9 w 121"/>
                  <a:gd name="T1" fmla="*/ 153 h 206"/>
                  <a:gd name="T2" fmla="*/ 195 w 121"/>
                  <a:gd name="T3" fmla="*/ 235 h 206"/>
                  <a:gd name="T4" fmla="*/ 284 w 121"/>
                  <a:gd name="T5" fmla="*/ 109 h 206"/>
                  <a:gd name="T6" fmla="*/ 357 w 121"/>
                  <a:gd name="T7" fmla="*/ 0 h 206"/>
                  <a:gd name="T8" fmla="*/ 271 w 121"/>
                  <a:gd name="T9" fmla="*/ 272 h 206"/>
                  <a:gd name="T10" fmla="*/ 197 w 121"/>
                  <a:gd name="T11" fmla="*/ 593 h 206"/>
                  <a:gd name="T12" fmla="*/ 78 w 121"/>
                  <a:gd name="T13" fmla="*/ 616 h 206"/>
                  <a:gd name="T14" fmla="*/ 33 w 121"/>
                  <a:gd name="T15" fmla="*/ 465 h 206"/>
                  <a:gd name="T16" fmla="*/ 36 w 121"/>
                  <a:gd name="T17" fmla="*/ 293 h 206"/>
                  <a:gd name="T18" fmla="*/ 9 w 121"/>
                  <a:gd name="T19" fmla="*/ 153 h 2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1" h="206">
                    <a:moveTo>
                      <a:pt x="3" y="48"/>
                    </a:moveTo>
                    <a:cubicBezTo>
                      <a:pt x="5" y="69"/>
                      <a:pt x="41" y="95"/>
                      <a:pt x="60" y="74"/>
                    </a:cubicBezTo>
                    <a:cubicBezTo>
                      <a:pt x="71" y="62"/>
                      <a:pt x="80" y="49"/>
                      <a:pt x="88" y="34"/>
                    </a:cubicBezTo>
                    <a:cubicBezTo>
                      <a:pt x="92" y="25"/>
                      <a:pt x="99" y="2"/>
                      <a:pt x="110" y="0"/>
                    </a:cubicBezTo>
                    <a:cubicBezTo>
                      <a:pt x="121" y="25"/>
                      <a:pt x="91" y="62"/>
                      <a:pt x="84" y="86"/>
                    </a:cubicBezTo>
                    <a:cubicBezTo>
                      <a:pt x="74" y="118"/>
                      <a:pt x="77" y="156"/>
                      <a:pt x="61" y="186"/>
                    </a:cubicBezTo>
                    <a:cubicBezTo>
                      <a:pt x="54" y="200"/>
                      <a:pt x="37" y="206"/>
                      <a:pt x="24" y="194"/>
                    </a:cubicBezTo>
                    <a:cubicBezTo>
                      <a:pt x="12" y="183"/>
                      <a:pt x="11" y="162"/>
                      <a:pt x="10" y="146"/>
                    </a:cubicBezTo>
                    <a:cubicBezTo>
                      <a:pt x="10" y="128"/>
                      <a:pt x="13" y="110"/>
                      <a:pt x="11" y="92"/>
                    </a:cubicBezTo>
                    <a:cubicBezTo>
                      <a:pt x="10" y="80"/>
                      <a:pt x="0" y="59"/>
                      <a:pt x="3" y="48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5" name="Freeform 28">
                <a:extLst>
                  <a:ext uri="{FF2B5EF4-FFF2-40B4-BE49-F238E27FC236}">
                    <a16:creationId xmlns:a16="http://schemas.microsoft.com/office/drawing/2014/main" id="{023C6AA8-D460-4197-8AEA-B7C694E70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455"/>
                <a:ext cx="188" cy="282"/>
              </a:xfrm>
              <a:custGeom>
                <a:avLst/>
                <a:gdLst>
                  <a:gd name="T0" fmla="*/ 15 w 128"/>
                  <a:gd name="T1" fmla="*/ 552 h 192"/>
                  <a:gd name="T2" fmla="*/ 69 w 128"/>
                  <a:gd name="T3" fmla="*/ 461 h 192"/>
                  <a:gd name="T4" fmla="*/ 169 w 128"/>
                  <a:gd name="T5" fmla="*/ 424 h 192"/>
                  <a:gd name="T6" fmla="*/ 259 w 128"/>
                  <a:gd name="T7" fmla="*/ 505 h 192"/>
                  <a:gd name="T8" fmla="*/ 330 w 128"/>
                  <a:gd name="T9" fmla="*/ 607 h 192"/>
                  <a:gd name="T10" fmla="*/ 344 w 128"/>
                  <a:gd name="T11" fmla="*/ 535 h 192"/>
                  <a:gd name="T12" fmla="*/ 345 w 128"/>
                  <a:gd name="T13" fmla="*/ 351 h 192"/>
                  <a:gd name="T14" fmla="*/ 377 w 128"/>
                  <a:gd name="T15" fmla="*/ 201 h 192"/>
                  <a:gd name="T16" fmla="*/ 383 w 128"/>
                  <a:gd name="T17" fmla="*/ 100 h 192"/>
                  <a:gd name="T18" fmla="*/ 278 w 128"/>
                  <a:gd name="T19" fmla="*/ 229 h 192"/>
                  <a:gd name="T20" fmla="*/ 87 w 128"/>
                  <a:gd name="T21" fmla="*/ 0 h 192"/>
                  <a:gd name="T22" fmla="*/ 107 w 128"/>
                  <a:gd name="T23" fmla="*/ 128 h 192"/>
                  <a:gd name="T24" fmla="*/ 134 w 128"/>
                  <a:gd name="T25" fmla="*/ 266 h 192"/>
                  <a:gd name="T26" fmla="*/ 9 w 128"/>
                  <a:gd name="T27" fmla="*/ 539 h 1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8" h="192">
                    <a:moveTo>
                      <a:pt x="5" y="174"/>
                    </a:moveTo>
                    <a:cubicBezTo>
                      <a:pt x="2" y="167"/>
                      <a:pt x="17" y="151"/>
                      <a:pt x="22" y="146"/>
                    </a:cubicBezTo>
                    <a:cubicBezTo>
                      <a:pt x="30" y="139"/>
                      <a:pt x="41" y="132"/>
                      <a:pt x="53" y="134"/>
                    </a:cubicBezTo>
                    <a:cubicBezTo>
                      <a:pt x="67" y="136"/>
                      <a:pt x="75" y="148"/>
                      <a:pt x="82" y="159"/>
                    </a:cubicBezTo>
                    <a:cubicBezTo>
                      <a:pt x="85" y="166"/>
                      <a:pt x="95" y="192"/>
                      <a:pt x="104" y="191"/>
                    </a:cubicBezTo>
                    <a:cubicBezTo>
                      <a:pt x="112" y="190"/>
                      <a:pt x="108" y="174"/>
                      <a:pt x="108" y="169"/>
                    </a:cubicBezTo>
                    <a:cubicBezTo>
                      <a:pt x="106" y="149"/>
                      <a:pt x="106" y="130"/>
                      <a:pt x="109" y="111"/>
                    </a:cubicBezTo>
                    <a:cubicBezTo>
                      <a:pt x="111" y="94"/>
                      <a:pt x="115" y="79"/>
                      <a:pt x="119" y="63"/>
                    </a:cubicBezTo>
                    <a:cubicBezTo>
                      <a:pt x="121" y="58"/>
                      <a:pt x="128" y="35"/>
                      <a:pt x="121" y="31"/>
                    </a:cubicBezTo>
                    <a:cubicBezTo>
                      <a:pt x="115" y="28"/>
                      <a:pt x="97" y="68"/>
                      <a:pt x="88" y="72"/>
                    </a:cubicBezTo>
                    <a:cubicBezTo>
                      <a:pt x="55" y="85"/>
                      <a:pt x="45" y="13"/>
                      <a:pt x="27" y="0"/>
                    </a:cubicBezTo>
                    <a:cubicBezTo>
                      <a:pt x="18" y="10"/>
                      <a:pt x="30" y="31"/>
                      <a:pt x="34" y="40"/>
                    </a:cubicBezTo>
                    <a:cubicBezTo>
                      <a:pt x="39" y="53"/>
                      <a:pt x="43" y="70"/>
                      <a:pt x="42" y="84"/>
                    </a:cubicBezTo>
                    <a:cubicBezTo>
                      <a:pt x="39" y="116"/>
                      <a:pt x="0" y="136"/>
                      <a:pt x="3" y="170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6" name="Freeform 29">
                <a:extLst>
                  <a:ext uri="{FF2B5EF4-FFF2-40B4-BE49-F238E27FC236}">
                    <a16:creationId xmlns:a16="http://schemas.microsoft.com/office/drawing/2014/main" id="{2DF77444-CC1A-4D79-A6A4-A225147FE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920"/>
                <a:ext cx="303" cy="419"/>
              </a:xfrm>
              <a:custGeom>
                <a:avLst/>
                <a:gdLst>
                  <a:gd name="T0" fmla="*/ 178 w 206"/>
                  <a:gd name="T1" fmla="*/ 0 h 285"/>
                  <a:gd name="T2" fmla="*/ 256 w 206"/>
                  <a:gd name="T3" fmla="*/ 79 h 285"/>
                  <a:gd name="T4" fmla="*/ 353 w 206"/>
                  <a:gd name="T5" fmla="*/ 41 h 285"/>
                  <a:gd name="T6" fmla="*/ 387 w 206"/>
                  <a:gd name="T7" fmla="*/ 46 h 285"/>
                  <a:gd name="T8" fmla="*/ 419 w 206"/>
                  <a:gd name="T9" fmla="*/ 156 h 285"/>
                  <a:gd name="T10" fmla="*/ 491 w 206"/>
                  <a:gd name="T11" fmla="*/ 197 h 285"/>
                  <a:gd name="T12" fmla="*/ 582 w 206"/>
                  <a:gd name="T13" fmla="*/ 188 h 285"/>
                  <a:gd name="T14" fmla="*/ 465 w 206"/>
                  <a:gd name="T15" fmla="*/ 337 h 285"/>
                  <a:gd name="T16" fmla="*/ 285 w 206"/>
                  <a:gd name="T17" fmla="*/ 585 h 285"/>
                  <a:gd name="T18" fmla="*/ 175 w 206"/>
                  <a:gd name="T19" fmla="*/ 764 h 285"/>
                  <a:gd name="T20" fmla="*/ 79 w 206"/>
                  <a:gd name="T21" fmla="*/ 891 h 285"/>
                  <a:gd name="T22" fmla="*/ 93 w 206"/>
                  <a:gd name="T23" fmla="*/ 667 h 285"/>
                  <a:gd name="T24" fmla="*/ 203 w 206"/>
                  <a:gd name="T25" fmla="*/ 381 h 285"/>
                  <a:gd name="T26" fmla="*/ 225 w 206"/>
                  <a:gd name="T27" fmla="*/ 165 h 285"/>
                  <a:gd name="T28" fmla="*/ 188 w 206"/>
                  <a:gd name="T29" fmla="*/ 13 h 2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6" h="285">
                    <a:moveTo>
                      <a:pt x="56" y="0"/>
                    </a:moveTo>
                    <a:cubicBezTo>
                      <a:pt x="64" y="9"/>
                      <a:pt x="68" y="20"/>
                      <a:pt x="80" y="25"/>
                    </a:cubicBezTo>
                    <a:cubicBezTo>
                      <a:pt x="96" y="32"/>
                      <a:pt x="100" y="23"/>
                      <a:pt x="111" y="13"/>
                    </a:cubicBezTo>
                    <a:cubicBezTo>
                      <a:pt x="119" y="5"/>
                      <a:pt x="118" y="6"/>
                      <a:pt x="122" y="14"/>
                    </a:cubicBezTo>
                    <a:cubicBezTo>
                      <a:pt x="127" y="25"/>
                      <a:pt x="126" y="38"/>
                      <a:pt x="132" y="49"/>
                    </a:cubicBezTo>
                    <a:cubicBezTo>
                      <a:pt x="136" y="58"/>
                      <a:pt x="144" y="61"/>
                      <a:pt x="154" y="62"/>
                    </a:cubicBezTo>
                    <a:cubicBezTo>
                      <a:pt x="163" y="62"/>
                      <a:pt x="175" y="54"/>
                      <a:pt x="183" y="59"/>
                    </a:cubicBezTo>
                    <a:cubicBezTo>
                      <a:pt x="206" y="72"/>
                      <a:pt x="153" y="100"/>
                      <a:pt x="146" y="106"/>
                    </a:cubicBezTo>
                    <a:cubicBezTo>
                      <a:pt x="123" y="127"/>
                      <a:pt x="105" y="157"/>
                      <a:pt x="90" y="184"/>
                    </a:cubicBezTo>
                    <a:cubicBezTo>
                      <a:pt x="78" y="203"/>
                      <a:pt x="68" y="223"/>
                      <a:pt x="55" y="241"/>
                    </a:cubicBezTo>
                    <a:cubicBezTo>
                      <a:pt x="49" y="250"/>
                      <a:pt x="37" y="277"/>
                      <a:pt x="25" y="280"/>
                    </a:cubicBezTo>
                    <a:cubicBezTo>
                      <a:pt x="0" y="285"/>
                      <a:pt x="26" y="218"/>
                      <a:pt x="29" y="210"/>
                    </a:cubicBezTo>
                    <a:cubicBezTo>
                      <a:pt x="42" y="181"/>
                      <a:pt x="56" y="151"/>
                      <a:pt x="64" y="120"/>
                    </a:cubicBezTo>
                    <a:cubicBezTo>
                      <a:pt x="70" y="98"/>
                      <a:pt x="76" y="75"/>
                      <a:pt x="71" y="52"/>
                    </a:cubicBezTo>
                    <a:cubicBezTo>
                      <a:pt x="68" y="35"/>
                      <a:pt x="61" y="21"/>
                      <a:pt x="59" y="4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7" name="Freeform 30">
                <a:extLst>
                  <a:ext uri="{FF2B5EF4-FFF2-40B4-BE49-F238E27FC236}">
                    <a16:creationId xmlns:a16="http://schemas.microsoft.com/office/drawing/2014/main" id="{B0194B59-9C72-4804-AA62-2A192BB33C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" y="1124"/>
                <a:ext cx="2258" cy="2605"/>
              </a:xfrm>
              <a:custGeom>
                <a:avLst/>
                <a:gdLst>
                  <a:gd name="T0" fmla="*/ 4594 w 1532"/>
                  <a:gd name="T1" fmla="*/ 121 h 1771"/>
                  <a:gd name="T2" fmla="*/ 4326 w 1532"/>
                  <a:gd name="T3" fmla="*/ 796 h 1771"/>
                  <a:gd name="T4" fmla="*/ 4236 w 1532"/>
                  <a:gd name="T5" fmla="*/ 128 h 1771"/>
                  <a:gd name="T6" fmla="*/ 3635 w 1532"/>
                  <a:gd name="T7" fmla="*/ 1327 h 1771"/>
                  <a:gd name="T8" fmla="*/ 4049 w 1532"/>
                  <a:gd name="T9" fmla="*/ 121 h 1771"/>
                  <a:gd name="T10" fmla="*/ 3539 w 1532"/>
                  <a:gd name="T11" fmla="*/ 534 h 1771"/>
                  <a:gd name="T12" fmla="*/ 3318 w 1532"/>
                  <a:gd name="T13" fmla="*/ 116 h 1771"/>
                  <a:gd name="T14" fmla="*/ 3430 w 1532"/>
                  <a:gd name="T15" fmla="*/ 2059 h 1771"/>
                  <a:gd name="T16" fmla="*/ 2912 w 1532"/>
                  <a:gd name="T17" fmla="*/ 718 h 1771"/>
                  <a:gd name="T18" fmla="*/ 2805 w 1532"/>
                  <a:gd name="T19" fmla="*/ 116 h 1771"/>
                  <a:gd name="T20" fmla="*/ 2479 w 1532"/>
                  <a:gd name="T21" fmla="*/ 124 h 1771"/>
                  <a:gd name="T22" fmla="*/ 2311 w 1532"/>
                  <a:gd name="T23" fmla="*/ 634 h 1771"/>
                  <a:gd name="T24" fmla="*/ 2000 w 1532"/>
                  <a:gd name="T25" fmla="*/ 1724 h 1771"/>
                  <a:gd name="T26" fmla="*/ 1798 w 1532"/>
                  <a:gd name="T27" fmla="*/ 562 h 1771"/>
                  <a:gd name="T28" fmla="*/ 1601 w 1532"/>
                  <a:gd name="T29" fmla="*/ 121 h 1771"/>
                  <a:gd name="T30" fmla="*/ 1384 w 1532"/>
                  <a:gd name="T31" fmla="*/ 658 h 1771"/>
                  <a:gd name="T32" fmla="*/ 1095 w 1532"/>
                  <a:gd name="T33" fmla="*/ 124 h 1771"/>
                  <a:gd name="T34" fmla="*/ 899 w 1532"/>
                  <a:gd name="T35" fmla="*/ 129 h 1771"/>
                  <a:gd name="T36" fmla="*/ 491 w 1532"/>
                  <a:gd name="T37" fmla="*/ 1122 h 1771"/>
                  <a:gd name="T38" fmla="*/ 122 w 1532"/>
                  <a:gd name="T39" fmla="*/ 128 h 1771"/>
                  <a:gd name="T40" fmla="*/ 1707 w 1532"/>
                  <a:gd name="T41" fmla="*/ 4582 h 1771"/>
                  <a:gd name="T42" fmla="*/ 2371 w 1532"/>
                  <a:gd name="T43" fmla="*/ 5637 h 1771"/>
                  <a:gd name="T44" fmla="*/ 3722 w 1532"/>
                  <a:gd name="T45" fmla="*/ 2546 h 1771"/>
                  <a:gd name="T46" fmla="*/ 4870 w 1532"/>
                  <a:gd name="T47" fmla="*/ 121 h 1771"/>
                  <a:gd name="T48" fmla="*/ 738 w 1532"/>
                  <a:gd name="T49" fmla="*/ 1177 h 1771"/>
                  <a:gd name="T50" fmla="*/ 1316 w 1532"/>
                  <a:gd name="T51" fmla="*/ 1393 h 1771"/>
                  <a:gd name="T52" fmla="*/ 551 w 1532"/>
                  <a:gd name="T53" fmla="*/ 1737 h 1771"/>
                  <a:gd name="T54" fmla="*/ 1067 w 1532"/>
                  <a:gd name="T55" fmla="*/ 2861 h 1771"/>
                  <a:gd name="T56" fmla="*/ 1042 w 1532"/>
                  <a:gd name="T57" fmla="*/ 2349 h 1771"/>
                  <a:gd name="T58" fmla="*/ 1775 w 1532"/>
                  <a:gd name="T59" fmla="*/ 1947 h 1771"/>
                  <a:gd name="T60" fmla="*/ 1237 w 1532"/>
                  <a:gd name="T61" fmla="*/ 2836 h 1771"/>
                  <a:gd name="T62" fmla="*/ 1907 w 1532"/>
                  <a:gd name="T63" fmla="*/ 3838 h 1771"/>
                  <a:gd name="T64" fmla="*/ 2053 w 1532"/>
                  <a:gd name="T65" fmla="*/ 2946 h 1771"/>
                  <a:gd name="T66" fmla="*/ 2820 w 1532"/>
                  <a:gd name="T67" fmla="*/ 3074 h 1771"/>
                  <a:gd name="T68" fmla="*/ 2170 w 1532"/>
                  <a:gd name="T69" fmla="*/ 2252 h 1771"/>
                  <a:gd name="T70" fmla="*/ 2703 w 1532"/>
                  <a:gd name="T71" fmla="*/ 1699 h 1771"/>
                  <a:gd name="T72" fmla="*/ 2820 w 1532"/>
                  <a:gd name="T73" fmla="*/ 3074 h 177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32" h="1771">
                    <a:moveTo>
                      <a:pt x="1521" y="38"/>
                    </a:moveTo>
                    <a:cubicBezTo>
                      <a:pt x="1485" y="2"/>
                      <a:pt x="1435" y="38"/>
                      <a:pt x="1435" y="38"/>
                    </a:cubicBezTo>
                    <a:cubicBezTo>
                      <a:pt x="1426" y="395"/>
                      <a:pt x="1291" y="580"/>
                      <a:pt x="1258" y="565"/>
                    </a:cubicBezTo>
                    <a:cubicBezTo>
                      <a:pt x="1225" y="551"/>
                      <a:pt x="1315" y="347"/>
                      <a:pt x="1351" y="250"/>
                    </a:cubicBezTo>
                    <a:cubicBezTo>
                      <a:pt x="1387" y="154"/>
                      <a:pt x="1403" y="40"/>
                      <a:pt x="1403" y="40"/>
                    </a:cubicBezTo>
                    <a:cubicBezTo>
                      <a:pt x="1366" y="3"/>
                      <a:pt x="1323" y="40"/>
                      <a:pt x="1323" y="40"/>
                    </a:cubicBezTo>
                    <a:cubicBezTo>
                      <a:pt x="1323" y="148"/>
                      <a:pt x="1214" y="335"/>
                      <a:pt x="1197" y="432"/>
                    </a:cubicBezTo>
                    <a:cubicBezTo>
                      <a:pt x="1179" y="530"/>
                      <a:pt x="1159" y="526"/>
                      <a:pt x="1135" y="417"/>
                    </a:cubicBezTo>
                    <a:cubicBezTo>
                      <a:pt x="1111" y="307"/>
                      <a:pt x="1191" y="192"/>
                      <a:pt x="1213" y="146"/>
                    </a:cubicBezTo>
                    <a:cubicBezTo>
                      <a:pt x="1235" y="99"/>
                      <a:pt x="1265" y="38"/>
                      <a:pt x="1265" y="38"/>
                    </a:cubicBezTo>
                    <a:cubicBezTo>
                      <a:pt x="1227" y="0"/>
                      <a:pt x="1181" y="38"/>
                      <a:pt x="1181" y="38"/>
                    </a:cubicBezTo>
                    <a:cubicBezTo>
                      <a:pt x="1181" y="38"/>
                      <a:pt x="1124" y="173"/>
                      <a:pt x="1105" y="168"/>
                    </a:cubicBezTo>
                    <a:cubicBezTo>
                      <a:pt x="1085" y="162"/>
                      <a:pt x="1115" y="37"/>
                      <a:pt x="1115" y="37"/>
                    </a:cubicBezTo>
                    <a:cubicBezTo>
                      <a:pt x="1082" y="4"/>
                      <a:pt x="1036" y="37"/>
                      <a:pt x="1036" y="37"/>
                    </a:cubicBezTo>
                    <a:cubicBezTo>
                      <a:pt x="1036" y="37"/>
                      <a:pt x="1015" y="172"/>
                      <a:pt x="1016" y="259"/>
                    </a:cubicBezTo>
                    <a:cubicBezTo>
                      <a:pt x="1018" y="347"/>
                      <a:pt x="1135" y="602"/>
                      <a:pt x="1071" y="647"/>
                    </a:cubicBezTo>
                    <a:cubicBezTo>
                      <a:pt x="1006" y="692"/>
                      <a:pt x="910" y="499"/>
                      <a:pt x="887" y="432"/>
                    </a:cubicBezTo>
                    <a:cubicBezTo>
                      <a:pt x="864" y="365"/>
                      <a:pt x="875" y="313"/>
                      <a:pt x="910" y="226"/>
                    </a:cubicBezTo>
                    <a:cubicBezTo>
                      <a:pt x="945" y="140"/>
                      <a:pt x="949" y="37"/>
                      <a:pt x="949" y="37"/>
                    </a:cubicBezTo>
                    <a:cubicBezTo>
                      <a:pt x="913" y="9"/>
                      <a:pt x="876" y="37"/>
                      <a:pt x="876" y="37"/>
                    </a:cubicBezTo>
                    <a:cubicBezTo>
                      <a:pt x="876" y="37"/>
                      <a:pt x="855" y="228"/>
                      <a:pt x="813" y="218"/>
                    </a:cubicBezTo>
                    <a:cubicBezTo>
                      <a:pt x="772" y="208"/>
                      <a:pt x="774" y="39"/>
                      <a:pt x="774" y="39"/>
                    </a:cubicBezTo>
                    <a:cubicBezTo>
                      <a:pt x="740" y="5"/>
                      <a:pt x="699" y="39"/>
                      <a:pt x="699" y="39"/>
                    </a:cubicBezTo>
                    <a:cubicBezTo>
                      <a:pt x="699" y="88"/>
                      <a:pt x="708" y="153"/>
                      <a:pt x="722" y="199"/>
                    </a:cubicBezTo>
                    <a:cubicBezTo>
                      <a:pt x="737" y="245"/>
                      <a:pt x="740" y="316"/>
                      <a:pt x="718" y="355"/>
                    </a:cubicBezTo>
                    <a:cubicBezTo>
                      <a:pt x="641" y="490"/>
                      <a:pt x="646" y="546"/>
                      <a:pt x="625" y="542"/>
                    </a:cubicBezTo>
                    <a:cubicBezTo>
                      <a:pt x="578" y="534"/>
                      <a:pt x="565" y="441"/>
                      <a:pt x="552" y="366"/>
                    </a:cubicBezTo>
                    <a:cubicBezTo>
                      <a:pt x="540" y="291"/>
                      <a:pt x="556" y="230"/>
                      <a:pt x="562" y="177"/>
                    </a:cubicBezTo>
                    <a:cubicBezTo>
                      <a:pt x="569" y="123"/>
                      <a:pt x="564" y="38"/>
                      <a:pt x="564" y="38"/>
                    </a:cubicBezTo>
                    <a:cubicBezTo>
                      <a:pt x="537" y="11"/>
                      <a:pt x="500" y="38"/>
                      <a:pt x="500" y="38"/>
                    </a:cubicBezTo>
                    <a:cubicBezTo>
                      <a:pt x="501" y="105"/>
                      <a:pt x="465" y="233"/>
                      <a:pt x="473" y="333"/>
                    </a:cubicBezTo>
                    <a:cubicBezTo>
                      <a:pt x="478" y="394"/>
                      <a:pt x="447" y="254"/>
                      <a:pt x="432" y="207"/>
                    </a:cubicBezTo>
                    <a:cubicBezTo>
                      <a:pt x="417" y="160"/>
                      <a:pt x="417" y="40"/>
                      <a:pt x="417" y="40"/>
                    </a:cubicBezTo>
                    <a:cubicBezTo>
                      <a:pt x="381" y="10"/>
                      <a:pt x="342" y="39"/>
                      <a:pt x="342" y="39"/>
                    </a:cubicBezTo>
                    <a:cubicBezTo>
                      <a:pt x="342" y="272"/>
                      <a:pt x="423" y="371"/>
                      <a:pt x="344" y="296"/>
                    </a:cubicBezTo>
                    <a:cubicBezTo>
                      <a:pt x="265" y="222"/>
                      <a:pt x="281" y="41"/>
                      <a:pt x="281" y="41"/>
                    </a:cubicBezTo>
                    <a:cubicBezTo>
                      <a:pt x="241" y="9"/>
                      <a:pt x="201" y="41"/>
                      <a:pt x="201" y="41"/>
                    </a:cubicBezTo>
                    <a:cubicBezTo>
                      <a:pt x="201" y="41"/>
                      <a:pt x="203" y="353"/>
                      <a:pt x="153" y="353"/>
                    </a:cubicBezTo>
                    <a:cubicBezTo>
                      <a:pt x="103" y="353"/>
                      <a:pt x="104" y="40"/>
                      <a:pt x="104" y="40"/>
                    </a:cubicBezTo>
                    <a:cubicBezTo>
                      <a:pt x="72" y="9"/>
                      <a:pt x="38" y="40"/>
                      <a:pt x="38" y="40"/>
                    </a:cubicBezTo>
                    <a:cubicBezTo>
                      <a:pt x="0" y="792"/>
                      <a:pt x="300" y="1038"/>
                      <a:pt x="421" y="1175"/>
                    </a:cubicBezTo>
                    <a:cubicBezTo>
                      <a:pt x="542" y="1312"/>
                      <a:pt x="533" y="1440"/>
                      <a:pt x="533" y="1440"/>
                    </a:cubicBezTo>
                    <a:cubicBezTo>
                      <a:pt x="533" y="1771"/>
                      <a:pt x="533" y="1771"/>
                      <a:pt x="533" y="1771"/>
                    </a:cubicBezTo>
                    <a:cubicBezTo>
                      <a:pt x="741" y="1771"/>
                      <a:pt x="741" y="1771"/>
                      <a:pt x="741" y="1771"/>
                    </a:cubicBezTo>
                    <a:cubicBezTo>
                      <a:pt x="721" y="1312"/>
                      <a:pt x="765" y="1279"/>
                      <a:pt x="889" y="1158"/>
                    </a:cubicBezTo>
                    <a:cubicBezTo>
                      <a:pt x="1013" y="1036"/>
                      <a:pt x="1105" y="892"/>
                      <a:pt x="1162" y="800"/>
                    </a:cubicBezTo>
                    <a:cubicBezTo>
                      <a:pt x="1220" y="708"/>
                      <a:pt x="1308" y="688"/>
                      <a:pt x="1420" y="487"/>
                    </a:cubicBezTo>
                    <a:cubicBezTo>
                      <a:pt x="1532" y="286"/>
                      <a:pt x="1521" y="38"/>
                      <a:pt x="1521" y="38"/>
                    </a:cubicBezTo>
                    <a:close/>
                    <a:moveTo>
                      <a:pt x="172" y="546"/>
                    </a:moveTo>
                    <a:cubicBezTo>
                      <a:pt x="158" y="468"/>
                      <a:pt x="217" y="390"/>
                      <a:pt x="231" y="370"/>
                    </a:cubicBezTo>
                    <a:cubicBezTo>
                      <a:pt x="259" y="331"/>
                      <a:pt x="290" y="352"/>
                      <a:pt x="302" y="377"/>
                    </a:cubicBezTo>
                    <a:cubicBezTo>
                      <a:pt x="314" y="403"/>
                      <a:pt x="345" y="416"/>
                      <a:pt x="411" y="438"/>
                    </a:cubicBezTo>
                    <a:cubicBezTo>
                      <a:pt x="477" y="461"/>
                      <a:pt x="401" y="593"/>
                      <a:pt x="300" y="656"/>
                    </a:cubicBezTo>
                    <a:cubicBezTo>
                      <a:pt x="200" y="719"/>
                      <a:pt x="185" y="619"/>
                      <a:pt x="172" y="546"/>
                    </a:cubicBezTo>
                    <a:close/>
                    <a:moveTo>
                      <a:pt x="386" y="891"/>
                    </a:moveTo>
                    <a:cubicBezTo>
                      <a:pt x="369" y="923"/>
                      <a:pt x="352" y="922"/>
                      <a:pt x="333" y="899"/>
                    </a:cubicBezTo>
                    <a:cubicBezTo>
                      <a:pt x="333" y="899"/>
                      <a:pt x="289" y="842"/>
                      <a:pt x="272" y="806"/>
                    </a:cubicBezTo>
                    <a:cubicBezTo>
                      <a:pt x="254" y="770"/>
                      <a:pt x="268" y="766"/>
                      <a:pt x="326" y="738"/>
                    </a:cubicBezTo>
                    <a:cubicBezTo>
                      <a:pt x="385" y="710"/>
                      <a:pt x="461" y="642"/>
                      <a:pt x="489" y="596"/>
                    </a:cubicBezTo>
                    <a:cubicBezTo>
                      <a:pt x="517" y="551"/>
                      <a:pt x="552" y="552"/>
                      <a:pt x="554" y="612"/>
                    </a:cubicBezTo>
                    <a:cubicBezTo>
                      <a:pt x="557" y="672"/>
                      <a:pt x="561" y="806"/>
                      <a:pt x="526" y="815"/>
                    </a:cubicBezTo>
                    <a:cubicBezTo>
                      <a:pt x="492" y="824"/>
                      <a:pt x="404" y="859"/>
                      <a:pt x="386" y="891"/>
                    </a:cubicBezTo>
                    <a:close/>
                    <a:moveTo>
                      <a:pt x="750" y="1148"/>
                    </a:moveTo>
                    <a:cubicBezTo>
                      <a:pt x="688" y="1231"/>
                      <a:pt x="642" y="1298"/>
                      <a:pt x="596" y="1206"/>
                    </a:cubicBezTo>
                    <a:cubicBezTo>
                      <a:pt x="549" y="1114"/>
                      <a:pt x="376" y="1015"/>
                      <a:pt x="456" y="954"/>
                    </a:cubicBezTo>
                    <a:cubicBezTo>
                      <a:pt x="456" y="954"/>
                      <a:pt x="544" y="886"/>
                      <a:pt x="641" y="926"/>
                    </a:cubicBezTo>
                    <a:cubicBezTo>
                      <a:pt x="738" y="966"/>
                      <a:pt x="813" y="1066"/>
                      <a:pt x="750" y="1148"/>
                    </a:cubicBezTo>
                    <a:close/>
                    <a:moveTo>
                      <a:pt x="881" y="966"/>
                    </a:moveTo>
                    <a:cubicBezTo>
                      <a:pt x="846" y="1010"/>
                      <a:pt x="777" y="880"/>
                      <a:pt x="745" y="856"/>
                    </a:cubicBezTo>
                    <a:cubicBezTo>
                      <a:pt x="713" y="832"/>
                      <a:pt x="664" y="811"/>
                      <a:pt x="678" y="708"/>
                    </a:cubicBezTo>
                    <a:cubicBezTo>
                      <a:pt x="697" y="578"/>
                      <a:pt x="780" y="427"/>
                      <a:pt x="800" y="418"/>
                    </a:cubicBezTo>
                    <a:cubicBezTo>
                      <a:pt x="813" y="411"/>
                      <a:pt x="809" y="475"/>
                      <a:pt x="844" y="534"/>
                    </a:cubicBezTo>
                    <a:cubicBezTo>
                      <a:pt x="863" y="566"/>
                      <a:pt x="860" y="571"/>
                      <a:pt x="950" y="684"/>
                    </a:cubicBezTo>
                    <a:cubicBezTo>
                      <a:pt x="1041" y="798"/>
                      <a:pt x="916" y="922"/>
                      <a:pt x="881" y="966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8" name="Oval 31">
                <a:extLst>
                  <a:ext uri="{FF2B5EF4-FFF2-40B4-BE49-F238E27FC236}">
                    <a16:creationId xmlns:a16="http://schemas.microsoft.com/office/drawing/2014/main" id="{C72AB48B-B98D-4AFF-9DD6-D64E31FC9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7" y="3664"/>
                <a:ext cx="308" cy="136"/>
              </a:xfrm>
              <a:prstGeom prst="ellipse">
                <a:avLst/>
              </a:prstGeom>
              <a:solidFill>
                <a:srgbClr val="F7C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729" name="Oval 32">
                <a:extLst>
                  <a:ext uri="{FF2B5EF4-FFF2-40B4-BE49-F238E27FC236}">
                    <a16:creationId xmlns:a16="http://schemas.microsoft.com/office/drawing/2014/main" id="{8F00F953-C15B-4563-A5AB-A3C208399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3666"/>
                <a:ext cx="310" cy="134"/>
              </a:xfrm>
              <a:prstGeom prst="ellipse">
                <a:avLst/>
              </a:prstGeom>
              <a:noFill/>
              <a:ln w="142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730" name="Oval 33">
                <a:extLst>
                  <a:ext uri="{FF2B5EF4-FFF2-40B4-BE49-F238E27FC236}">
                    <a16:creationId xmlns:a16="http://schemas.microsoft.com/office/drawing/2014/main" id="{73DEC1FF-0479-48B0-9F46-740024CAE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3682"/>
                <a:ext cx="231" cy="100"/>
              </a:xfrm>
              <a:prstGeom prst="ellipse">
                <a:avLst/>
              </a:prstGeom>
              <a:solidFill>
                <a:srgbClr val="F19C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731" name="Freeform 34">
                <a:extLst>
                  <a:ext uri="{FF2B5EF4-FFF2-40B4-BE49-F238E27FC236}">
                    <a16:creationId xmlns:a16="http://schemas.microsoft.com/office/drawing/2014/main" id="{88E6E817-AC50-4B66-8192-C01CECF57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3682"/>
                <a:ext cx="217" cy="66"/>
              </a:xfrm>
              <a:custGeom>
                <a:avLst/>
                <a:gdLst>
                  <a:gd name="T0" fmla="*/ 235 w 147"/>
                  <a:gd name="T1" fmla="*/ 0 h 45"/>
                  <a:gd name="T2" fmla="*/ 0 w 147"/>
                  <a:gd name="T3" fmla="*/ 69 h 45"/>
                  <a:gd name="T4" fmla="*/ 235 w 147"/>
                  <a:gd name="T5" fmla="*/ 142 h 45"/>
                  <a:gd name="T6" fmla="*/ 472 w 147"/>
                  <a:gd name="T7" fmla="*/ 69 h 45"/>
                  <a:gd name="T8" fmla="*/ 235 w 14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45">
                    <a:moveTo>
                      <a:pt x="73" y="0"/>
                    </a:moveTo>
                    <a:cubicBezTo>
                      <a:pt x="40" y="0"/>
                      <a:pt x="11" y="9"/>
                      <a:pt x="0" y="22"/>
                    </a:cubicBezTo>
                    <a:cubicBezTo>
                      <a:pt x="11" y="35"/>
                      <a:pt x="40" y="45"/>
                      <a:pt x="73" y="45"/>
                    </a:cubicBezTo>
                    <a:cubicBezTo>
                      <a:pt x="107" y="45"/>
                      <a:pt x="136" y="35"/>
                      <a:pt x="147" y="22"/>
                    </a:cubicBezTo>
                    <a:cubicBezTo>
                      <a:pt x="136" y="9"/>
                      <a:pt x="107" y="0"/>
                      <a:pt x="73" y="0"/>
                    </a:cubicBezTo>
                    <a:close/>
                  </a:path>
                </a:pathLst>
              </a:custGeom>
              <a:solidFill>
                <a:srgbClr val="DD7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2" name="Oval 35">
                <a:extLst>
                  <a:ext uri="{FF2B5EF4-FFF2-40B4-BE49-F238E27FC236}">
                    <a16:creationId xmlns:a16="http://schemas.microsoft.com/office/drawing/2014/main" id="{498C6AA8-BB15-4752-BF44-B0620D27D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3682"/>
                <a:ext cx="231" cy="100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733" name="Freeform 36">
                <a:extLst>
                  <a:ext uri="{FF2B5EF4-FFF2-40B4-BE49-F238E27FC236}">
                    <a16:creationId xmlns:a16="http://schemas.microsoft.com/office/drawing/2014/main" id="{644B6D06-D99E-46A9-8D48-B0FA9DF38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771"/>
                <a:ext cx="140" cy="190"/>
              </a:xfrm>
              <a:custGeom>
                <a:avLst/>
                <a:gdLst>
                  <a:gd name="T0" fmla="*/ 196 w 95"/>
                  <a:gd name="T1" fmla="*/ 9 h 129"/>
                  <a:gd name="T2" fmla="*/ 74 w 95"/>
                  <a:gd name="T3" fmla="*/ 196 h 129"/>
                  <a:gd name="T4" fmla="*/ 102 w 95"/>
                  <a:gd name="T5" fmla="*/ 409 h 129"/>
                  <a:gd name="T6" fmla="*/ 196 w 95"/>
                  <a:gd name="T7" fmla="*/ 9 h 1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29">
                    <a:moveTo>
                      <a:pt x="61" y="3"/>
                    </a:moveTo>
                    <a:cubicBezTo>
                      <a:pt x="45" y="0"/>
                      <a:pt x="35" y="46"/>
                      <a:pt x="23" y="61"/>
                    </a:cubicBezTo>
                    <a:cubicBezTo>
                      <a:pt x="2" y="87"/>
                      <a:pt x="0" y="127"/>
                      <a:pt x="32" y="128"/>
                    </a:cubicBezTo>
                    <a:cubicBezTo>
                      <a:pt x="64" y="129"/>
                      <a:pt x="95" y="10"/>
                      <a:pt x="61" y="3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4" name="Freeform 37">
                <a:extLst>
                  <a:ext uri="{FF2B5EF4-FFF2-40B4-BE49-F238E27FC236}">
                    <a16:creationId xmlns:a16="http://schemas.microsoft.com/office/drawing/2014/main" id="{7CC7897E-C027-428F-87C9-13F019022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771"/>
                <a:ext cx="141" cy="191"/>
              </a:xfrm>
              <a:custGeom>
                <a:avLst/>
                <a:gdLst>
                  <a:gd name="T0" fmla="*/ 197 w 96"/>
                  <a:gd name="T1" fmla="*/ 9 h 130"/>
                  <a:gd name="T2" fmla="*/ 75 w 96"/>
                  <a:gd name="T3" fmla="*/ 194 h 130"/>
                  <a:gd name="T4" fmla="*/ 104 w 96"/>
                  <a:gd name="T5" fmla="*/ 406 h 130"/>
                  <a:gd name="T6" fmla="*/ 197 w 96"/>
                  <a:gd name="T7" fmla="*/ 9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30">
                    <a:moveTo>
                      <a:pt x="62" y="3"/>
                    </a:moveTo>
                    <a:cubicBezTo>
                      <a:pt x="46" y="0"/>
                      <a:pt x="36" y="46"/>
                      <a:pt x="24" y="61"/>
                    </a:cubicBezTo>
                    <a:cubicBezTo>
                      <a:pt x="3" y="87"/>
                      <a:pt x="0" y="127"/>
                      <a:pt x="33" y="128"/>
                    </a:cubicBezTo>
                    <a:cubicBezTo>
                      <a:pt x="65" y="130"/>
                      <a:pt x="96" y="10"/>
                      <a:pt x="62" y="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5" name="Freeform 38">
                <a:extLst>
                  <a:ext uri="{FF2B5EF4-FFF2-40B4-BE49-F238E27FC236}">
                    <a16:creationId xmlns:a16="http://schemas.microsoft.com/office/drawing/2014/main" id="{DCC13AD7-35F1-4FEB-BF3A-BA298FD43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817"/>
                <a:ext cx="67" cy="106"/>
              </a:xfrm>
              <a:custGeom>
                <a:avLst/>
                <a:gdLst>
                  <a:gd name="T0" fmla="*/ 106 w 45"/>
                  <a:gd name="T1" fmla="*/ 22 h 72"/>
                  <a:gd name="T2" fmla="*/ 122 w 45"/>
                  <a:gd name="T3" fmla="*/ 19 h 72"/>
                  <a:gd name="T4" fmla="*/ 113 w 45"/>
                  <a:gd name="T5" fmla="*/ 141 h 72"/>
                  <a:gd name="T6" fmla="*/ 73 w 45"/>
                  <a:gd name="T7" fmla="*/ 183 h 72"/>
                  <a:gd name="T8" fmla="*/ 15 w 45"/>
                  <a:gd name="T9" fmla="*/ 188 h 72"/>
                  <a:gd name="T10" fmla="*/ 54 w 45"/>
                  <a:gd name="T11" fmla="*/ 230 h 72"/>
                  <a:gd name="T12" fmla="*/ 115 w 45"/>
                  <a:gd name="T13" fmla="*/ 174 h 72"/>
                  <a:gd name="T14" fmla="*/ 141 w 45"/>
                  <a:gd name="T15" fmla="*/ 41 h 72"/>
                  <a:gd name="T16" fmla="*/ 113 w 45"/>
                  <a:gd name="T17" fmla="*/ 22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72">
                    <a:moveTo>
                      <a:pt x="32" y="7"/>
                    </a:moveTo>
                    <a:cubicBezTo>
                      <a:pt x="34" y="6"/>
                      <a:pt x="36" y="6"/>
                      <a:pt x="37" y="6"/>
                    </a:cubicBezTo>
                    <a:cubicBezTo>
                      <a:pt x="43" y="16"/>
                      <a:pt x="38" y="35"/>
                      <a:pt x="34" y="44"/>
                    </a:cubicBezTo>
                    <a:cubicBezTo>
                      <a:pt x="31" y="50"/>
                      <a:pt x="27" y="55"/>
                      <a:pt x="22" y="57"/>
                    </a:cubicBezTo>
                    <a:cubicBezTo>
                      <a:pt x="15" y="58"/>
                      <a:pt x="9" y="53"/>
                      <a:pt x="5" y="59"/>
                    </a:cubicBezTo>
                    <a:cubicBezTo>
                      <a:pt x="0" y="67"/>
                      <a:pt x="9" y="72"/>
                      <a:pt x="16" y="72"/>
                    </a:cubicBezTo>
                    <a:cubicBezTo>
                      <a:pt x="25" y="71"/>
                      <a:pt x="31" y="62"/>
                      <a:pt x="35" y="54"/>
                    </a:cubicBezTo>
                    <a:cubicBezTo>
                      <a:pt x="40" y="43"/>
                      <a:pt x="45" y="25"/>
                      <a:pt x="43" y="13"/>
                    </a:cubicBezTo>
                    <a:cubicBezTo>
                      <a:pt x="43" y="9"/>
                      <a:pt x="37" y="0"/>
                      <a:pt x="34" y="7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6" name="Freeform 39">
                <a:extLst>
                  <a:ext uri="{FF2B5EF4-FFF2-40B4-BE49-F238E27FC236}">
                    <a16:creationId xmlns:a16="http://schemas.microsoft.com/office/drawing/2014/main" id="{E3F1794B-C118-42D2-8951-71C3CF127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827"/>
                <a:ext cx="36" cy="52"/>
              </a:xfrm>
              <a:custGeom>
                <a:avLst/>
                <a:gdLst>
                  <a:gd name="T0" fmla="*/ 80 w 24"/>
                  <a:gd name="T1" fmla="*/ 33 h 35"/>
                  <a:gd name="T2" fmla="*/ 68 w 24"/>
                  <a:gd name="T3" fmla="*/ 1 h 35"/>
                  <a:gd name="T4" fmla="*/ 32 w 24"/>
                  <a:gd name="T5" fmla="*/ 28 h 35"/>
                  <a:gd name="T6" fmla="*/ 0 w 24"/>
                  <a:gd name="T7" fmla="*/ 114 h 35"/>
                  <a:gd name="T8" fmla="*/ 32 w 24"/>
                  <a:gd name="T9" fmla="*/ 53 h 35"/>
                  <a:gd name="T10" fmla="*/ 48 w 24"/>
                  <a:gd name="T11" fmla="*/ 46 h 35"/>
                  <a:gd name="T12" fmla="*/ 48 w 24"/>
                  <a:gd name="T13" fmla="*/ 73 h 35"/>
                  <a:gd name="T14" fmla="*/ 72 w 24"/>
                  <a:gd name="T15" fmla="*/ 79 h 35"/>
                  <a:gd name="T16" fmla="*/ 80 w 24"/>
                  <a:gd name="T17" fmla="*/ 33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5">
                    <a:moveTo>
                      <a:pt x="23" y="10"/>
                    </a:moveTo>
                    <a:cubicBezTo>
                      <a:pt x="24" y="7"/>
                      <a:pt x="23" y="2"/>
                      <a:pt x="20" y="1"/>
                    </a:cubicBezTo>
                    <a:cubicBezTo>
                      <a:pt x="16" y="0"/>
                      <a:pt x="11" y="6"/>
                      <a:pt x="9" y="9"/>
                    </a:cubicBezTo>
                    <a:cubicBezTo>
                      <a:pt x="4" y="16"/>
                      <a:pt x="2" y="27"/>
                      <a:pt x="0" y="35"/>
                    </a:cubicBezTo>
                    <a:cubicBezTo>
                      <a:pt x="2" y="29"/>
                      <a:pt x="5" y="21"/>
                      <a:pt x="9" y="16"/>
                    </a:cubicBezTo>
                    <a:cubicBezTo>
                      <a:pt x="11" y="14"/>
                      <a:pt x="13" y="11"/>
                      <a:pt x="14" y="14"/>
                    </a:cubicBezTo>
                    <a:cubicBezTo>
                      <a:pt x="15" y="16"/>
                      <a:pt x="14" y="20"/>
                      <a:pt x="14" y="22"/>
                    </a:cubicBezTo>
                    <a:cubicBezTo>
                      <a:pt x="15" y="28"/>
                      <a:pt x="18" y="30"/>
                      <a:pt x="21" y="24"/>
                    </a:cubicBezTo>
                    <a:cubicBezTo>
                      <a:pt x="23" y="19"/>
                      <a:pt x="23" y="14"/>
                      <a:pt x="23" y="10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7" name="Freeform 40">
                <a:extLst>
                  <a:ext uri="{FF2B5EF4-FFF2-40B4-BE49-F238E27FC236}">
                    <a16:creationId xmlns:a16="http://schemas.microsoft.com/office/drawing/2014/main" id="{178F4F6F-8E20-4198-9802-658E73906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892"/>
                <a:ext cx="35" cy="23"/>
              </a:xfrm>
              <a:custGeom>
                <a:avLst/>
                <a:gdLst>
                  <a:gd name="T0" fmla="*/ 6 w 24"/>
                  <a:gd name="T1" fmla="*/ 29 h 16"/>
                  <a:gd name="T2" fmla="*/ 53 w 24"/>
                  <a:gd name="T3" fmla="*/ 24 h 16"/>
                  <a:gd name="T4" fmla="*/ 61 w 24"/>
                  <a:gd name="T5" fmla="*/ 13 h 16"/>
                  <a:gd name="T6" fmla="*/ 73 w 24"/>
                  <a:gd name="T7" fmla="*/ 0 h 16"/>
                  <a:gd name="T8" fmla="*/ 60 w 24"/>
                  <a:gd name="T9" fmla="*/ 24 h 16"/>
                  <a:gd name="T10" fmla="*/ 34 w 24"/>
                  <a:gd name="T11" fmla="*/ 42 h 16"/>
                  <a:gd name="T12" fmla="*/ 13 w 24"/>
                  <a:gd name="T13" fmla="*/ 46 h 16"/>
                  <a:gd name="T14" fmla="*/ 6 w 24"/>
                  <a:gd name="T15" fmla="*/ 29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6">
                    <a:moveTo>
                      <a:pt x="2" y="10"/>
                    </a:moveTo>
                    <a:cubicBezTo>
                      <a:pt x="7" y="13"/>
                      <a:pt x="13" y="11"/>
                      <a:pt x="17" y="8"/>
                    </a:cubicBezTo>
                    <a:cubicBezTo>
                      <a:pt x="18" y="7"/>
                      <a:pt x="19" y="6"/>
                      <a:pt x="20" y="4"/>
                    </a:cubicBezTo>
                    <a:cubicBezTo>
                      <a:pt x="21" y="3"/>
                      <a:pt x="22" y="1"/>
                      <a:pt x="23" y="0"/>
                    </a:cubicBezTo>
                    <a:cubicBezTo>
                      <a:pt x="24" y="2"/>
                      <a:pt x="21" y="7"/>
                      <a:pt x="19" y="8"/>
                    </a:cubicBezTo>
                    <a:cubicBezTo>
                      <a:pt x="17" y="11"/>
                      <a:pt x="15" y="13"/>
                      <a:pt x="11" y="14"/>
                    </a:cubicBezTo>
                    <a:cubicBezTo>
                      <a:pt x="9" y="15"/>
                      <a:pt x="6" y="16"/>
                      <a:pt x="4" y="15"/>
                    </a:cubicBezTo>
                    <a:cubicBezTo>
                      <a:pt x="2" y="14"/>
                      <a:pt x="0" y="12"/>
                      <a:pt x="2" y="10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8" name="Freeform 41">
                <a:extLst>
                  <a:ext uri="{FF2B5EF4-FFF2-40B4-BE49-F238E27FC236}">
                    <a16:creationId xmlns:a16="http://schemas.microsoft.com/office/drawing/2014/main" id="{5AADD480-A68F-4CDE-93D0-D6C5CECB4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582"/>
                <a:ext cx="124" cy="164"/>
              </a:xfrm>
              <a:custGeom>
                <a:avLst/>
                <a:gdLst>
                  <a:gd name="T0" fmla="*/ 109 w 84"/>
                  <a:gd name="T1" fmla="*/ 350 h 112"/>
                  <a:gd name="T2" fmla="*/ 211 w 84"/>
                  <a:gd name="T3" fmla="*/ 182 h 112"/>
                  <a:gd name="T4" fmla="*/ 161 w 84"/>
                  <a:gd name="T5" fmla="*/ 9 h 112"/>
                  <a:gd name="T6" fmla="*/ 109 w 84"/>
                  <a:gd name="T7" fmla="*/ 35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12">
                    <a:moveTo>
                      <a:pt x="34" y="111"/>
                    </a:moveTo>
                    <a:cubicBezTo>
                      <a:pt x="50" y="112"/>
                      <a:pt x="55" y="72"/>
                      <a:pt x="66" y="58"/>
                    </a:cubicBezTo>
                    <a:cubicBezTo>
                      <a:pt x="84" y="34"/>
                      <a:pt x="83" y="0"/>
                      <a:pt x="50" y="3"/>
                    </a:cubicBezTo>
                    <a:cubicBezTo>
                      <a:pt x="18" y="6"/>
                      <a:pt x="0" y="109"/>
                      <a:pt x="34" y="111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9" name="Freeform 42">
                <a:extLst>
                  <a:ext uri="{FF2B5EF4-FFF2-40B4-BE49-F238E27FC236}">
                    <a16:creationId xmlns:a16="http://schemas.microsoft.com/office/drawing/2014/main" id="{10742F4F-ABCF-4DBD-B635-83D42EBF0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582"/>
                <a:ext cx="125" cy="164"/>
              </a:xfrm>
              <a:custGeom>
                <a:avLst/>
                <a:gdLst>
                  <a:gd name="T0" fmla="*/ 109 w 85"/>
                  <a:gd name="T1" fmla="*/ 350 h 112"/>
                  <a:gd name="T2" fmla="*/ 210 w 85"/>
                  <a:gd name="T3" fmla="*/ 182 h 112"/>
                  <a:gd name="T4" fmla="*/ 162 w 85"/>
                  <a:gd name="T5" fmla="*/ 9 h 112"/>
                  <a:gd name="T6" fmla="*/ 109 w 85"/>
                  <a:gd name="T7" fmla="*/ 35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112">
                    <a:moveTo>
                      <a:pt x="34" y="111"/>
                    </a:moveTo>
                    <a:cubicBezTo>
                      <a:pt x="50" y="112"/>
                      <a:pt x="56" y="72"/>
                      <a:pt x="66" y="58"/>
                    </a:cubicBezTo>
                    <a:cubicBezTo>
                      <a:pt x="85" y="34"/>
                      <a:pt x="83" y="0"/>
                      <a:pt x="51" y="3"/>
                    </a:cubicBezTo>
                    <a:cubicBezTo>
                      <a:pt x="19" y="6"/>
                      <a:pt x="0" y="109"/>
                      <a:pt x="34" y="11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0" name="Freeform 43">
                <a:extLst>
                  <a:ext uri="{FF2B5EF4-FFF2-40B4-BE49-F238E27FC236}">
                    <a16:creationId xmlns:a16="http://schemas.microsoft.com/office/drawing/2014/main" id="{7D630D96-0ADA-4125-B491-D47618936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615"/>
                <a:ext cx="59" cy="94"/>
              </a:xfrm>
              <a:custGeom>
                <a:avLst/>
                <a:gdLst>
                  <a:gd name="T0" fmla="*/ 46 w 40"/>
                  <a:gd name="T1" fmla="*/ 184 h 64"/>
                  <a:gd name="T2" fmla="*/ 28 w 40"/>
                  <a:gd name="T3" fmla="*/ 188 h 64"/>
                  <a:gd name="T4" fmla="*/ 28 w 40"/>
                  <a:gd name="T5" fmla="*/ 82 h 64"/>
                  <a:gd name="T6" fmla="*/ 65 w 40"/>
                  <a:gd name="T7" fmla="*/ 47 h 64"/>
                  <a:gd name="T8" fmla="*/ 115 w 40"/>
                  <a:gd name="T9" fmla="*/ 35 h 64"/>
                  <a:gd name="T10" fmla="*/ 77 w 40"/>
                  <a:gd name="T11" fmla="*/ 6 h 64"/>
                  <a:gd name="T12" fmla="*/ 22 w 40"/>
                  <a:gd name="T13" fmla="*/ 60 h 64"/>
                  <a:gd name="T14" fmla="*/ 9 w 40"/>
                  <a:gd name="T15" fmla="*/ 170 h 64"/>
                  <a:gd name="T16" fmla="*/ 40 w 40"/>
                  <a:gd name="T17" fmla="*/ 18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64">
                    <a:moveTo>
                      <a:pt x="14" y="58"/>
                    </a:moveTo>
                    <a:cubicBezTo>
                      <a:pt x="13" y="59"/>
                      <a:pt x="11" y="59"/>
                      <a:pt x="9" y="59"/>
                    </a:cubicBezTo>
                    <a:cubicBezTo>
                      <a:pt x="3" y="51"/>
                      <a:pt x="6" y="35"/>
                      <a:pt x="9" y="26"/>
                    </a:cubicBezTo>
                    <a:cubicBezTo>
                      <a:pt x="11" y="22"/>
                      <a:pt x="14" y="17"/>
                      <a:pt x="20" y="15"/>
                    </a:cubicBezTo>
                    <a:cubicBezTo>
                      <a:pt x="26" y="13"/>
                      <a:pt x="33" y="17"/>
                      <a:pt x="36" y="11"/>
                    </a:cubicBezTo>
                    <a:cubicBezTo>
                      <a:pt x="40" y="4"/>
                      <a:pt x="31" y="0"/>
                      <a:pt x="24" y="2"/>
                    </a:cubicBezTo>
                    <a:cubicBezTo>
                      <a:pt x="15" y="4"/>
                      <a:pt x="10" y="12"/>
                      <a:pt x="7" y="19"/>
                    </a:cubicBezTo>
                    <a:cubicBezTo>
                      <a:pt x="3" y="29"/>
                      <a:pt x="0" y="44"/>
                      <a:pt x="3" y="54"/>
                    </a:cubicBezTo>
                    <a:cubicBezTo>
                      <a:pt x="4" y="57"/>
                      <a:pt x="11" y="64"/>
                      <a:pt x="12" y="58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1" name="Freeform 44">
                <a:extLst>
                  <a:ext uri="{FF2B5EF4-FFF2-40B4-BE49-F238E27FC236}">
                    <a16:creationId xmlns:a16="http://schemas.microsoft.com/office/drawing/2014/main" id="{2C748599-55E1-4735-9A48-18CF97EE4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654"/>
                <a:ext cx="30" cy="45"/>
              </a:xfrm>
              <a:custGeom>
                <a:avLst/>
                <a:gdLst>
                  <a:gd name="T0" fmla="*/ 0 w 21"/>
                  <a:gd name="T1" fmla="*/ 74 h 31"/>
                  <a:gd name="T2" fmla="*/ 14 w 21"/>
                  <a:gd name="T3" fmla="*/ 94 h 31"/>
                  <a:gd name="T4" fmla="*/ 41 w 21"/>
                  <a:gd name="T5" fmla="*/ 70 h 31"/>
                  <a:gd name="T6" fmla="*/ 61 w 21"/>
                  <a:gd name="T7" fmla="*/ 0 h 31"/>
                  <a:gd name="T8" fmla="*/ 41 w 21"/>
                  <a:gd name="T9" fmla="*/ 52 h 31"/>
                  <a:gd name="T10" fmla="*/ 27 w 21"/>
                  <a:gd name="T11" fmla="*/ 61 h 31"/>
                  <a:gd name="T12" fmla="*/ 23 w 21"/>
                  <a:gd name="T13" fmla="*/ 41 h 31"/>
                  <a:gd name="T14" fmla="*/ 1 w 21"/>
                  <a:gd name="T15" fmla="*/ 36 h 31"/>
                  <a:gd name="T16" fmla="*/ 0 w 21"/>
                  <a:gd name="T17" fmla="*/ 74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1">
                    <a:moveTo>
                      <a:pt x="0" y="24"/>
                    </a:moveTo>
                    <a:cubicBezTo>
                      <a:pt x="0" y="26"/>
                      <a:pt x="2" y="30"/>
                      <a:pt x="5" y="31"/>
                    </a:cubicBezTo>
                    <a:cubicBezTo>
                      <a:pt x="9" y="31"/>
                      <a:pt x="13" y="26"/>
                      <a:pt x="14" y="23"/>
                    </a:cubicBezTo>
                    <a:cubicBezTo>
                      <a:pt x="19" y="16"/>
                      <a:pt x="20" y="8"/>
                      <a:pt x="21" y="0"/>
                    </a:cubicBezTo>
                    <a:cubicBezTo>
                      <a:pt x="19" y="6"/>
                      <a:pt x="17" y="12"/>
                      <a:pt x="14" y="17"/>
                    </a:cubicBezTo>
                    <a:cubicBezTo>
                      <a:pt x="12" y="19"/>
                      <a:pt x="11" y="22"/>
                      <a:pt x="9" y="20"/>
                    </a:cubicBezTo>
                    <a:cubicBezTo>
                      <a:pt x="8" y="18"/>
                      <a:pt x="9" y="15"/>
                      <a:pt x="8" y="13"/>
                    </a:cubicBezTo>
                    <a:cubicBezTo>
                      <a:pt x="7" y="8"/>
                      <a:pt x="3" y="7"/>
                      <a:pt x="1" y="12"/>
                    </a:cubicBezTo>
                    <a:cubicBezTo>
                      <a:pt x="0" y="16"/>
                      <a:pt x="0" y="20"/>
                      <a:pt x="0" y="24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2" name="Freeform 45">
                <a:extLst>
                  <a:ext uri="{FF2B5EF4-FFF2-40B4-BE49-F238E27FC236}">
                    <a16:creationId xmlns:a16="http://schemas.microsoft.com/office/drawing/2014/main" id="{1208C418-2872-49A8-B287-F0D5B7562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624"/>
                <a:ext cx="34" cy="21"/>
              </a:xfrm>
              <a:custGeom>
                <a:avLst/>
                <a:gdLst>
                  <a:gd name="T0" fmla="*/ 68 w 23"/>
                  <a:gd name="T1" fmla="*/ 14 h 14"/>
                  <a:gd name="T2" fmla="*/ 19 w 23"/>
                  <a:gd name="T3" fmla="*/ 26 h 14"/>
                  <a:gd name="T4" fmla="*/ 13 w 23"/>
                  <a:gd name="T5" fmla="*/ 39 h 14"/>
                  <a:gd name="T6" fmla="*/ 1 w 23"/>
                  <a:gd name="T7" fmla="*/ 48 h 14"/>
                  <a:gd name="T8" fmla="*/ 13 w 23"/>
                  <a:gd name="T9" fmla="*/ 27 h 14"/>
                  <a:gd name="T10" fmla="*/ 35 w 23"/>
                  <a:gd name="T11" fmla="*/ 5 h 14"/>
                  <a:gd name="T12" fmla="*/ 61 w 23"/>
                  <a:gd name="T13" fmla="*/ 0 h 14"/>
                  <a:gd name="T14" fmla="*/ 68 w 23"/>
                  <a:gd name="T15" fmla="*/ 14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4">
                    <a:moveTo>
                      <a:pt x="21" y="4"/>
                    </a:moveTo>
                    <a:cubicBezTo>
                      <a:pt x="16" y="2"/>
                      <a:pt x="10" y="4"/>
                      <a:pt x="6" y="7"/>
                    </a:cubicBezTo>
                    <a:cubicBezTo>
                      <a:pt x="5" y="8"/>
                      <a:pt x="4" y="9"/>
                      <a:pt x="4" y="11"/>
                    </a:cubicBezTo>
                    <a:cubicBezTo>
                      <a:pt x="3" y="12"/>
                      <a:pt x="2" y="14"/>
                      <a:pt x="1" y="14"/>
                    </a:cubicBezTo>
                    <a:cubicBezTo>
                      <a:pt x="0" y="13"/>
                      <a:pt x="3" y="9"/>
                      <a:pt x="4" y="8"/>
                    </a:cubicBezTo>
                    <a:cubicBezTo>
                      <a:pt x="6" y="5"/>
                      <a:pt x="8" y="3"/>
                      <a:pt x="11" y="1"/>
                    </a:cubicBezTo>
                    <a:cubicBezTo>
                      <a:pt x="14" y="1"/>
                      <a:pt x="16" y="0"/>
                      <a:pt x="19" y="0"/>
                    </a:cubicBezTo>
                    <a:cubicBezTo>
                      <a:pt x="21" y="1"/>
                      <a:pt x="23" y="2"/>
                      <a:pt x="21" y="4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3" name="Freeform 46">
                <a:extLst>
                  <a:ext uri="{FF2B5EF4-FFF2-40B4-BE49-F238E27FC236}">
                    <a16:creationId xmlns:a16="http://schemas.microsoft.com/office/drawing/2014/main" id="{05B000B3-0704-4DEF-9E66-F2E030E9D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1454"/>
                <a:ext cx="174" cy="158"/>
              </a:xfrm>
              <a:custGeom>
                <a:avLst/>
                <a:gdLst>
                  <a:gd name="T0" fmla="*/ 134 w 118"/>
                  <a:gd name="T1" fmla="*/ 332 h 108"/>
                  <a:gd name="T2" fmla="*/ 285 w 118"/>
                  <a:gd name="T3" fmla="*/ 177 h 108"/>
                  <a:gd name="T4" fmla="*/ 251 w 118"/>
                  <a:gd name="T5" fmla="*/ 0 h 108"/>
                  <a:gd name="T6" fmla="*/ 134 w 118"/>
                  <a:gd name="T7" fmla="*/ 332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108">
                    <a:moveTo>
                      <a:pt x="42" y="106"/>
                    </a:moveTo>
                    <a:cubicBezTo>
                      <a:pt x="62" y="108"/>
                      <a:pt x="74" y="69"/>
                      <a:pt x="89" y="57"/>
                    </a:cubicBezTo>
                    <a:cubicBezTo>
                      <a:pt x="116" y="34"/>
                      <a:pt x="118" y="1"/>
                      <a:pt x="78" y="0"/>
                    </a:cubicBezTo>
                    <a:cubicBezTo>
                      <a:pt x="37" y="0"/>
                      <a:pt x="0" y="101"/>
                      <a:pt x="42" y="106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4" name="Freeform 47">
                <a:extLst>
                  <a:ext uri="{FF2B5EF4-FFF2-40B4-BE49-F238E27FC236}">
                    <a16:creationId xmlns:a16="http://schemas.microsoft.com/office/drawing/2014/main" id="{E3012536-8BF1-4E85-9802-BA9FE2C91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1454"/>
                <a:ext cx="174" cy="158"/>
              </a:xfrm>
              <a:custGeom>
                <a:avLst/>
                <a:gdLst>
                  <a:gd name="T0" fmla="*/ 134 w 118"/>
                  <a:gd name="T1" fmla="*/ 332 h 108"/>
                  <a:gd name="T2" fmla="*/ 285 w 118"/>
                  <a:gd name="T3" fmla="*/ 177 h 108"/>
                  <a:gd name="T4" fmla="*/ 248 w 118"/>
                  <a:gd name="T5" fmla="*/ 0 h 108"/>
                  <a:gd name="T6" fmla="*/ 134 w 118"/>
                  <a:gd name="T7" fmla="*/ 332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108">
                    <a:moveTo>
                      <a:pt x="42" y="106"/>
                    </a:moveTo>
                    <a:cubicBezTo>
                      <a:pt x="62" y="108"/>
                      <a:pt x="74" y="69"/>
                      <a:pt x="89" y="57"/>
                    </a:cubicBezTo>
                    <a:cubicBezTo>
                      <a:pt x="115" y="34"/>
                      <a:pt x="118" y="1"/>
                      <a:pt x="77" y="0"/>
                    </a:cubicBezTo>
                    <a:cubicBezTo>
                      <a:pt x="37" y="0"/>
                      <a:pt x="0" y="100"/>
                      <a:pt x="42" y="10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5" name="Freeform 48">
                <a:extLst>
                  <a:ext uri="{FF2B5EF4-FFF2-40B4-BE49-F238E27FC236}">
                    <a16:creationId xmlns:a16="http://schemas.microsoft.com/office/drawing/2014/main" id="{E64278FE-F8E4-4790-A298-A02D4D7AA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484"/>
                <a:ext cx="82" cy="90"/>
              </a:xfrm>
              <a:custGeom>
                <a:avLst/>
                <a:gdLst>
                  <a:gd name="T0" fmla="*/ 50 w 56"/>
                  <a:gd name="T1" fmla="*/ 180 h 61"/>
                  <a:gd name="T2" fmla="*/ 32 w 56"/>
                  <a:gd name="T3" fmla="*/ 180 h 61"/>
                  <a:gd name="T4" fmla="*/ 45 w 56"/>
                  <a:gd name="T5" fmla="*/ 77 h 61"/>
                  <a:gd name="T6" fmla="*/ 89 w 56"/>
                  <a:gd name="T7" fmla="*/ 41 h 61"/>
                  <a:gd name="T8" fmla="*/ 157 w 56"/>
                  <a:gd name="T9" fmla="*/ 35 h 61"/>
                  <a:gd name="T10" fmla="*/ 114 w 56"/>
                  <a:gd name="T11" fmla="*/ 1 h 61"/>
                  <a:gd name="T12" fmla="*/ 38 w 56"/>
                  <a:gd name="T13" fmla="*/ 52 h 61"/>
                  <a:gd name="T14" fmla="*/ 6 w 56"/>
                  <a:gd name="T15" fmla="*/ 164 h 61"/>
                  <a:gd name="T16" fmla="*/ 45 w 56"/>
                  <a:gd name="T17" fmla="*/ 177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61">
                    <a:moveTo>
                      <a:pt x="16" y="56"/>
                    </a:moveTo>
                    <a:cubicBezTo>
                      <a:pt x="14" y="56"/>
                      <a:pt x="12" y="56"/>
                      <a:pt x="10" y="56"/>
                    </a:cubicBezTo>
                    <a:cubicBezTo>
                      <a:pt x="3" y="48"/>
                      <a:pt x="9" y="31"/>
                      <a:pt x="14" y="24"/>
                    </a:cubicBezTo>
                    <a:cubicBezTo>
                      <a:pt x="17" y="19"/>
                      <a:pt x="22" y="15"/>
                      <a:pt x="29" y="13"/>
                    </a:cubicBezTo>
                    <a:cubicBezTo>
                      <a:pt x="37" y="12"/>
                      <a:pt x="45" y="17"/>
                      <a:pt x="50" y="11"/>
                    </a:cubicBezTo>
                    <a:cubicBezTo>
                      <a:pt x="56" y="4"/>
                      <a:pt x="45" y="0"/>
                      <a:pt x="36" y="1"/>
                    </a:cubicBezTo>
                    <a:cubicBezTo>
                      <a:pt x="24" y="2"/>
                      <a:pt x="17" y="9"/>
                      <a:pt x="12" y="16"/>
                    </a:cubicBezTo>
                    <a:cubicBezTo>
                      <a:pt x="6" y="25"/>
                      <a:pt x="0" y="40"/>
                      <a:pt x="2" y="51"/>
                    </a:cubicBezTo>
                    <a:cubicBezTo>
                      <a:pt x="3" y="54"/>
                      <a:pt x="11" y="61"/>
                      <a:pt x="14" y="55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6" name="Freeform 49">
                <a:extLst>
                  <a:ext uri="{FF2B5EF4-FFF2-40B4-BE49-F238E27FC236}">
                    <a16:creationId xmlns:a16="http://schemas.microsoft.com/office/drawing/2014/main" id="{54E77997-538D-4478-83B6-B95F806AB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" y="1523"/>
                <a:ext cx="46" cy="42"/>
              </a:xfrm>
              <a:custGeom>
                <a:avLst/>
                <a:gdLst>
                  <a:gd name="T0" fmla="*/ 1 w 31"/>
                  <a:gd name="T1" fmla="*/ 62 h 29"/>
                  <a:gd name="T2" fmla="*/ 19 w 31"/>
                  <a:gd name="T3" fmla="*/ 85 h 29"/>
                  <a:gd name="T4" fmla="*/ 62 w 31"/>
                  <a:gd name="T5" fmla="*/ 67 h 29"/>
                  <a:gd name="T6" fmla="*/ 101 w 31"/>
                  <a:gd name="T7" fmla="*/ 0 h 29"/>
                  <a:gd name="T8" fmla="*/ 62 w 31"/>
                  <a:gd name="T9" fmla="*/ 48 h 29"/>
                  <a:gd name="T10" fmla="*/ 42 w 31"/>
                  <a:gd name="T11" fmla="*/ 52 h 29"/>
                  <a:gd name="T12" fmla="*/ 42 w 31"/>
                  <a:gd name="T13" fmla="*/ 33 h 29"/>
                  <a:gd name="T14" fmla="*/ 13 w 31"/>
                  <a:gd name="T15" fmla="*/ 28 h 29"/>
                  <a:gd name="T16" fmla="*/ 1 w 31"/>
                  <a:gd name="T17" fmla="*/ 62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29">
                    <a:moveTo>
                      <a:pt x="1" y="21"/>
                    </a:moveTo>
                    <a:cubicBezTo>
                      <a:pt x="0" y="23"/>
                      <a:pt x="2" y="28"/>
                      <a:pt x="6" y="28"/>
                    </a:cubicBezTo>
                    <a:cubicBezTo>
                      <a:pt x="11" y="29"/>
                      <a:pt x="17" y="24"/>
                      <a:pt x="19" y="22"/>
                    </a:cubicBezTo>
                    <a:cubicBezTo>
                      <a:pt x="26" y="15"/>
                      <a:pt x="28" y="7"/>
                      <a:pt x="31" y="0"/>
                    </a:cubicBezTo>
                    <a:cubicBezTo>
                      <a:pt x="28" y="5"/>
                      <a:pt x="24" y="11"/>
                      <a:pt x="19" y="16"/>
                    </a:cubicBezTo>
                    <a:cubicBezTo>
                      <a:pt x="17" y="18"/>
                      <a:pt x="15" y="20"/>
                      <a:pt x="13" y="17"/>
                    </a:cubicBezTo>
                    <a:cubicBezTo>
                      <a:pt x="12" y="16"/>
                      <a:pt x="13" y="13"/>
                      <a:pt x="13" y="11"/>
                    </a:cubicBezTo>
                    <a:cubicBezTo>
                      <a:pt x="12" y="6"/>
                      <a:pt x="7" y="4"/>
                      <a:pt x="4" y="9"/>
                    </a:cubicBezTo>
                    <a:cubicBezTo>
                      <a:pt x="2" y="13"/>
                      <a:pt x="1" y="17"/>
                      <a:pt x="1" y="21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7" name="Freeform 50">
                <a:extLst>
                  <a:ext uri="{FF2B5EF4-FFF2-40B4-BE49-F238E27FC236}">
                    <a16:creationId xmlns:a16="http://schemas.microsoft.com/office/drawing/2014/main" id="{ACDF0F8E-114B-461C-8E8D-ABA00EF2C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492"/>
                <a:ext cx="44" cy="19"/>
              </a:xfrm>
              <a:custGeom>
                <a:avLst/>
                <a:gdLst>
                  <a:gd name="T0" fmla="*/ 87 w 30"/>
                  <a:gd name="T1" fmla="*/ 15 h 13"/>
                  <a:gd name="T2" fmla="*/ 28 w 30"/>
                  <a:gd name="T3" fmla="*/ 19 h 13"/>
                  <a:gd name="T4" fmla="*/ 15 w 30"/>
                  <a:gd name="T5" fmla="*/ 32 h 13"/>
                  <a:gd name="T6" fmla="*/ 1 w 30"/>
                  <a:gd name="T7" fmla="*/ 41 h 13"/>
                  <a:gd name="T8" fmla="*/ 15 w 30"/>
                  <a:gd name="T9" fmla="*/ 19 h 13"/>
                  <a:gd name="T10" fmla="*/ 50 w 30"/>
                  <a:gd name="T11" fmla="*/ 1 h 13"/>
                  <a:gd name="T12" fmla="*/ 79 w 30"/>
                  <a:gd name="T13" fmla="*/ 1 h 13"/>
                  <a:gd name="T14" fmla="*/ 87 w 30"/>
                  <a:gd name="T15" fmla="*/ 13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13">
                    <a:moveTo>
                      <a:pt x="27" y="5"/>
                    </a:moveTo>
                    <a:cubicBezTo>
                      <a:pt x="21" y="3"/>
                      <a:pt x="14" y="4"/>
                      <a:pt x="9" y="6"/>
                    </a:cubicBezTo>
                    <a:cubicBezTo>
                      <a:pt x="7" y="7"/>
                      <a:pt x="6" y="8"/>
                      <a:pt x="5" y="10"/>
                    </a:cubicBezTo>
                    <a:cubicBezTo>
                      <a:pt x="4" y="11"/>
                      <a:pt x="3" y="12"/>
                      <a:pt x="1" y="13"/>
                    </a:cubicBezTo>
                    <a:cubicBezTo>
                      <a:pt x="0" y="11"/>
                      <a:pt x="4" y="8"/>
                      <a:pt x="5" y="6"/>
                    </a:cubicBezTo>
                    <a:cubicBezTo>
                      <a:pt x="8" y="4"/>
                      <a:pt x="11" y="2"/>
                      <a:pt x="16" y="1"/>
                    </a:cubicBezTo>
                    <a:cubicBezTo>
                      <a:pt x="19" y="0"/>
                      <a:pt x="22" y="0"/>
                      <a:pt x="25" y="1"/>
                    </a:cubicBezTo>
                    <a:cubicBezTo>
                      <a:pt x="27" y="1"/>
                      <a:pt x="30" y="3"/>
                      <a:pt x="27" y="4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8" name="Freeform 51">
                <a:extLst>
                  <a:ext uri="{FF2B5EF4-FFF2-40B4-BE49-F238E27FC236}">
                    <a16:creationId xmlns:a16="http://schemas.microsoft.com/office/drawing/2014/main" id="{B4474BD7-D8C9-44F3-87B3-ABA0C8FF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617"/>
                <a:ext cx="213" cy="147"/>
              </a:xfrm>
              <a:custGeom>
                <a:avLst/>
                <a:gdLst>
                  <a:gd name="T0" fmla="*/ 400 w 145"/>
                  <a:gd name="T1" fmla="*/ 41 h 100"/>
                  <a:gd name="T2" fmla="*/ 194 w 145"/>
                  <a:gd name="T3" fmla="*/ 79 h 100"/>
                  <a:gd name="T4" fmla="*/ 69 w 145"/>
                  <a:gd name="T5" fmla="*/ 243 h 100"/>
                  <a:gd name="T6" fmla="*/ 400 w 145"/>
                  <a:gd name="T7" fmla="*/ 41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00">
                    <a:moveTo>
                      <a:pt x="126" y="13"/>
                    </a:moveTo>
                    <a:cubicBezTo>
                      <a:pt x="117" y="0"/>
                      <a:pt x="79" y="24"/>
                      <a:pt x="61" y="25"/>
                    </a:cubicBezTo>
                    <a:cubicBezTo>
                      <a:pt x="28" y="28"/>
                      <a:pt x="0" y="53"/>
                      <a:pt x="22" y="76"/>
                    </a:cubicBezTo>
                    <a:cubicBezTo>
                      <a:pt x="44" y="100"/>
                      <a:pt x="145" y="42"/>
                      <a:pt x="126" y="13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9" name="Freeform 52">
                <a:extLst>
                  <a:ext uri="{FF2B5EF4-FFF2-40B4-BE49-F238E27FC236}">
                    <a16:creationId xmlns:a16="http://schemas.microsoft.com/office/drawing/2014/main" id="{3A4E6C68-368C-4783-BEBA-988361765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617"/>
                <a:ext cx="213" cy="147"/>
              </a:xfrm>
              <a:custGeom>
                <a:avLst/>
                <a:gdLst>
                  <a:gd name="T0" fmla="*/ 400 w 145"/>
                  <a:gd name="T1" fmla="*/ 41 h 100"/>
                  <a:gd name="T2" fmla="*/ 189 w 145"/>
                  <a:gd name="T3" fmla="*/ 79 h 100"/>
                  <a:gd name="T4" fmla="*/ 69 w 145"/>
                  <a:gd name="T5" fmla="*/ 243 h 100"/>
                  <a:gd name="T6" fmla="*/ 400 w 145"/>
                  <a:gd name="T7" fmla="*/ 41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00">
                    <a:moveTo>
                      <a:pt x="126" y="13"/>
                    </a:moveTo>
                    <a:cubicBezTo>
                      <a:pt x="116" y="0"/>
                      <a:pt x="79" y="24"/>
                      <a:pt x="60" y="25"/>
                    </a:cubicBezTo>
                    <a:cubicBezTo>
                      <a:pt x="28" y="27"/>
                      <a:pt x="0" y="52"/>
                      <a:pt x="22" y="76"/>
                    </a:cubicBezTo>
                    <a:cubicBezTo>
                      <a:pt x="44" y="100"/>
                      <a:pt x="145" y="41"/>
                      <a:pt x="126" y="1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0" name="Freeform 53">
                <a:extLst>
                  <a:ext uri="{FF2B5EF4-FFF2-40B4-BE49-F238E27FC236}">
                    <a16:creationId xmlns:a16="http://schemas.microsoft.com/office/drawing/2014/main" id="{3D5D8DBA-220E-4AF9-8BD7-1702101F1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657"/>
                <a:ext cx="105" cy="57"/>
              </a:xfrm>
              <a:custGeom>
                <a:avLst/>
                <a:gdLst>
                  <a:gd name="T0" fmla="*/ 204 w 71"/>
                  <a:gd name="T1" fmla="*/ 1 h 39"/>
                  <a:gd name="T2" fmla="*/ 216 w 71"/>
                  <a:gd name="T3" fmla="*/ 13 h 39"/>
                  <a:gd name="T4" fmla="*/ 127 w 71"/>
                  <a:gd name="T5" fmla="*/ 83 h 39"/>
                  <a:gd name="T6" fmla="*/ 74 w 71"/>
                  <a:gd name="T7" fmla="*/ 83 h 39"/>
                  <a:gd name="T8" fmla="*/ 28 w 71"/>
                  <a:gd name="T9" fmla="*/ 54 h 39"/>
                  <a:gd name="T10" fmla="*/ 28 w 71"/>
                  <a:gd name="T11" fmla="*/ 102 h 39"/>
                  <a:gd name="T12" fmla="*/ 109 w 71"/>
                  <a:gd name="T13" fmla="*/ 107 h 39"/>
                  <a:gd name="T14" fmla="*/ 216 w 71"/>
                  <a:gd name="T15" fmla="*/ 41 h 39"/>
                  <a:gd name="T16" fmla="*/ 207 w 71"/>
                  <a:gd name="T17" fmla="*/ 9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39">
                    <a:moveTo>
                      <a:pt x="63" y="1"/>
                    </a:moveTo>
                    <a:cubicBezTo>
                      <a:pt x="65" y="1"/>
                      <a:pt x="66" y="3"/>
                      <a:pt x="67" y="4"/>
                    </a:cubicBezTo>
                    <a:cubicBezTo>
                      <a:pt x="65" y="15"/>
                      <a:pt x="48" y="24"/>
                      <a:pt x="39" y="27"/>
                    </a:cubicBezTo>
                    <a:cubicBezTo>
                      <a:pt x="34" y="29"/>
                      <a:pt x="28" y="30"/>
                      <a:pt x="23" y="27"/>
                    </a:cubicBezTo>
                    <a:cubicBezTo>
                      <a:pt x="17" y="23"/>
                      <a:pt x="16" y="15"/>
                      <a:pt x="9" y="17"/>
                    </a:cubicBezTo>
                    <a:cubicBezTo>
                      <a:pt x="0" y="19"/>
                      <a:pt x="3" y="28"/>
                      <a:pt x="9" y="33"/>
                    </a:cubicBezTo>
                    <a:cubicBezTo>
                      <a:pt x="16" y="39"/>
                      <a:pt x="26" y="37"/>
                      <a:pt x="34" y="34"/>
                    </a:cubicBezTo>
                    <a:cubicBezTo>
                      <a:pt x="45" y="31"/>
                      <a:pt x="60" y="22"/>
                      <a:pt x="67" y="13"/>
                    </a:cubicBezTo>
                    <a:cubicBezTo>
                      <a:pt x="69" y="10"/>
                      <a:pt x="71" y="0"/>
                      <a:pt x="64" y="3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1" name="Freeform 54">
                <a:extLst>
                  <a:ext uri="{FF2B5EF4-FFF2-40B4-BE49-F238E27FC236}">
                    <a16:creationId xmlns:a16="http://schemas.microsoft.com/office/drawing/2014/main" id="{ADDA6769-E25D-4DBB-9D7F-2973BC4CC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657"/>
                <a:ext cx="56" cy="32"/>
              </a:xfrm>
              <a:custGeom>
                <a:avLst/>
                <a:gdLst>
                  <a:gd name="T0" fmla="*/ 106 w 38"/>
                  <a:gd name="T1" fmla="*/ 36 h 22"/>
                  <a:gd name="T2" fmla="*/ 115 w 38"/>
                  <a:gd name="T3" fmla="*/ 13 h 22"/>
                  <a:gd name="T4" fmla="*/ 74 w 38"/>
                  <a:gd name="T5" fmla="*/ 6 h 22"/>
                  <a:gd name="T6" fmla="*/ 0 w 38"/>
                  <a:gd name="T7" fmla="*/ 36 h 22"/>
                  <a:gd name="T8" fmla="*/ 60 w 38"/>
                  <a:gd name="T9" fmla="*/ 19 h 22"/>
                  <a:gd name="T10" fmla="*/ 77 w 38"/>
                  <a:gd name="T11" fmla="*/ 25 h 22"/>
                  <a:gd name="T12" fmla="*/ 60 w 38"/>
                  <a:gd name="T13" fmla="*/ 42 h 22"/>
                  <a:gd name="T14" fmla="*/ 69 w 38"/>
                  <a:gd name="T15" fmla="*/ 61 h 22"/>
                  <a:gd name="T16" fmla="*/ 106 w 38"/>
                  <a:gd name="T17" fmla="*/ 36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22">
                    <a:moveTo>
                      <a:pt x="33" y="12"/>
                    </a:moveTo>
                    <a:cubicBezTo>
                      <a:pt x="35" y="11"/>
                      <a:pt x="38" y="7"/>
                      <a:pt x="36" y="4"/>
                    </a:cubicBezTo>
                    <a:cubicBezTo>
                      <a:pt x="34" y="0"/>
                      <a:pt x="27" y="1"/>
                      <a:pt x="23" y="2"/>
                    </a:cubicBezTo>
                    <a:cubicBezTo>
                      <a:pt x="15" y="3"/>
                      <a:pt x="7" y="8"/>
                      <a:pt x="0" y="12"/>
                    </a:cubicBezTo>
                    <a:cubicBezTo>
                      <a:pt x="5" y="10"/>
                      <a:pt x="13" y="7"/>
                      <a:pt x="19" y="6"/>
                    </a:cubicBezTo>
                    <a:cubicBezTo>
                      <a:pt x="21" y="6"/>
                      <a:pt x="25" y="5"/>
                      <a:pt x="24" y="8"/>
                    </a:cubicBezTo>
                    <a:cubicBezTo>
                      <a:pt x="23" y="10"/>
                      <a:pt x="20" y="12"/>
                      <a:pt x="19" y="14"/>
                    </a:cubicBezTo>
                    <a:cubicBezTo>
                      <a:pt x="15" y="18"/>
                      <a:pt x="16" y="22"/>
                      <a:pt x="22" y="20"/>
                    </a:cubicBezTo>
                    <a:cubicBezTo>
                      <a:pt x="26" y="18"/>
                      <a:pt x="30" y="15"/>
                      <a:pt x="33" y="12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2" name="Freeform 55">
                <a:extLst>
                  <a:ext uri="{FF2B5EF4-FFF2-40B4-BE49-F238E27FC236}">
                    <a16:creationId xmlns:a16="http://schemas.microsoft.com/office/drawing/2014/main" id="{CA7C3DD0-245E-4077-8D1F-9DD9BF884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689"/>
                <a:ext cx="35" cy="18"/>
              </a:xfrm>
              <a:custGeom>
                <a:avLst/>
                <a:gdLst>
                  <a:gd name="T0" fmla="*/ 13 w 24"/>
                  <a:gd name="T1" fmla="*/ 5 h 12"/>
                  <a:gd name="T2" fmla="*/ 47 w 24"/>
                  <a:gd name="T3" fmla="*/ 32 h 12"/>
                  <a:gd name="T4" fmla="*/ 61 w 24"/>
                  <a:gd name="T5" fmla="*/ 32 h 12"/>
                  <a:gd name="T6" fmla="*/ 74 w 24"/>
                  <a:gd name="T7" fmla="*/ 32 h 12"/>
                  <a:gd name="T8" fmla="*/ 53 w 24"/>
                  <a:gd name="T9" fmla="*/ 39 h 12"/>
                  <a:gd name="T10" fmla="*/ 22 w 24"/>
                  <a:gd name="T11" fmla="*/ 35 h 12"/>
                  <a:gd name="T12" fmla="*/ 1 w 24"/>
                  <a:gd name="T13" fmla="*/ 18 h 12"/>
                  <a:gd name="T14" fmla="*/ 9 w 24"/>
                  <a:gd name="T15" fmla="*/ 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2">
                    <a:moveTo>
                      <a:pt x="4" y="1"/>
                    </a:moveTo>
                    <a:cubicBezTo>
                      <a:pt x="5" y="6"/>
                      <a:pt x="10" y="9"/>
                      <a:pt x="15" y="9"/>
                    </a:cubicBezTo>
                    <a:cubicBezTo>
                      <a:pt x="17" y="10"/>
                      <a:pt x="18" y="10"/>
                      <a:pt x="20" y="9"/>
                    </a:cubicBezTo>
                    <a:cubicBezTo>
                      <a:pt x="21" y="9"/>
                      <a:pt x="23" y="8"/>
                      <a:pt x="24" y="9"/>
                    </a:cubicBezTo>
                    <a:cubicBezTo>
                      <a:pt x="24" y="11"/>
                      <a:pt x="19" y="11"/>
                      <a:pt x="17" y="11"/>
                    </a:cubicBezTo>
                    <a:cubicBezTo>
                      <a:pt x="14" y="12"/>
                      <a:pt x="10" y="12"/>
                      <a:pt x="7" y="10"/>
                    </a:cubicBezTo>
                    <a:cubicBezTo>
                      <a:pt x="5" y="9"/>
                      <a:pt x="2" y="7"/>
                      <a:pt x="1" y="5"/>
                    </a:cubicBezTo>
                    <a:cubicBezTo>
                      <a:pt x="1" y="3"/>
                      <a:pt x="0" y="0"/>
                      <a:pt x="3" y="1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3" name="Freeform 56">
                <a:extLst>
                  <a:ext uri="{FF2B5EF4-FFF2-40B4-BE49-F238E27FC236}">
                    <a16:creationId xmlns:a16="http://schemas.microsoft.com/office/drawing/2014/main" id="{A1A37E08-6378-4632-8BFE-2D40E7F66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561"/>
                <a:ext cx="127" cy="147"/>
              </a:xfrm>
              <a:custGeom>
                <a:avLst/>
                <a:gdLst>
                  <a:gd name="T0" fmla="*/ 182 w 86"/>
                  <a:gd name="T1" fmla="*/ 9 h 100"/>
                  <a:gd name="T2" fmla="*/ 68 w 86"/>
                  <a:gd name="T3" fmla="*/ 148 h 100"/>
                  <a:gd name="T4" fmla="*/ 95 w 86"/>
                  <a:gd name="T5" fmla="*/ 316 h 100"/>
                  <a:gd name="T6" fmla="*/ 182 w 86"/>
                  <a:gd name="T7" fmla="*/ 9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00">
                    <a:moveTo>
                      <a:pt x="56" y="3"/>
                    </a:moveTo>
                    <a:cubicBezTo>
                      <a:pt x="41" y="0"/>
                      <a:pt x="32" y="35"/>
                      <a:pt x="21" y="47"/>
                    </a:cubicBezTo>
                    <a:cubicBezTo>
                      <a:pt x="2" y="67"/>
                      <a:pt x="0" y="98"/>
                      <a:pt x="29" y="99"/>
                    </a:cubicBezTo>
                    <a:cubicBezTo>
                      <a:pt x="58" y="100"/>
                      <a:pt x="86" y="8"/>
                      <a:pt x="56" y="3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4" name="Freeform 57">
                <a:extLst>
                  <a:ext uri="{FF2B5EF4-FFF2-40B4-BE49-F238E27FC236}">
                    <a16:creationId xmlns:a16="http://schemas.microsoft.com/office/drawing/2014/main" id="{D7AA93D3-2526-49A9-AF31-3EB42C573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561"/>
                <a:ext cx="127" cy="147"/>
              </a:xfrm>
              <a:custGeom>
                <a:avLst/>
                <a:gdLst>
                  <a:gd name="T0" fmla="*/ 177 w 86"/>
                  <a:gd name="T1" fmla="*/ 9 h 100"/>
                  <a:gd name="T2" fmla="*/ 68 w 86"/>
                  <a:gd name="T3" fmla="*/ 148 h 100"/>
                  <a:gd name="T4" fmla="*/ 95 w 86"/>
                  <a:gd name="T5" fmla="*/ 316 h 100"/>
                  <a:gd name="T6" fmla="*/ 177 w 86"/>
                  <a:gd name="T7" fmla="*/ 9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00">
                    <a:moveTo>
                      <a:pt x="55" y="3"/>
                    </a:moveTo>
                    <a:cubicBezTo>
                      <a:pt x="41" y="0"/>
                      <a:pt x="32" y="35"/>
                      <a:pt x="21" y="47"/>
                    </a:cubicBezTo>
                    <a:cubicBezTo>
                      <a:pt x="2" y="67"/>
                      <a:pt x="0" y="98"/>
                      <a:pt x="29" y="99"/>
                    </a:cubicBezTo>
                    <a:cubicBezTo>
                      <a:pt x="58" y="100"/>
                      <a:pt x="86" y="8"/>
                      <a:pt x="55" y="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5" name="Freeform 58">
                <a:extLst>
                  <a:ext uri="{FF2B5EF4-FFF2-40B4-BE49-F238E27FC236}">
                    <a16:creationId xmlns:a16="http://schemas.microsoft.com/office/drawing/2014/main" id="{647502F8-86A8-4EA9-A9BB-B8CC1A8A6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596"/>
                <a:ext cx="59" cy="81"/>
              </a:xfrm>
              <a:custGeom>
                <a:avLst/>
                <a:gdLst>
                  <a:gd name="T0" fmla="*/ 93 w 40"/>
                  <a:gd name="T1" fmla="*/ 15 h 55"/>
                  <a:gd name="T2" fmla="*/ 106 w 40"/>
                  <a:gd name="T3" fmla="*/ 15 h 55"/>
                  <a:gd name="T4" fmla="*/ 96 w 40"/>
                  <a:gd name="T5" fmla="*/ 109 h 55"/>
                  <a:gd name="T6" fmla="*/ 60 w 40"/>
                  <a:gd name="T7" fmla="*/ 137 h 55"/>
                  <a:gd name="T8" fmla="*/ 13 w 40"/>
                  <a:gd name="T9" fmla="*/ 143 h 55"/>
                  <a:gd name="T10" fmla="*/ 46 w 40"/>
                  <a:gd name="T11" fmla="*/ 175 h 55"/>
                  <a:gd name="T12" fmla="*/ 100 w 40"/>
                  <a:gd name="T13" fmla="*/ 130 h 55"/>
                  <a:gd name="T14" fmla="*/ 127 w 40"/>
                  <a:gd name="T15" fmla="*/ 32 h 55"/>
                  <a:gd name="T16" fmla="*/ 96 w 40"/>
                  <a:gd name="T17" fmla="*/ 19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55">
                    <a:moveTo>
                      <a:pt x="29" y="5"/>
                    </a:moveTo>
                    <a:cubicBezTo>
                      <a:pt x="30" y="4"/>
                      <a:pt x="32" y="4"/>
                      <a:pt x="33" y="5"/>
                    </a:cubicBezTo>
                    <a:cubicBezTo>
                      <a:pt x="38" y="12"/>
                      <a:pt x="34" y="27"/>
                      <a:pt x="30" y="34"/>
                    </a:cubicBezTo>
                    <a:cubicBezTo>
                      <a:pt x="28" y="38"/>
                      <a:pt x="24" y="42"/>
                      <a:pt x="19" y="43"/>
                    </a:cubicBezTo>
                    <a:cubicBezTo>
                      <a:pt x="13" y="45"/>
                      <a:pt x="8" y="40"/>
                      <a:pt x="4" y="45"/>
                    </a:cubicBezTo>
                    <a:cubicBezTo>
                      <a:pt x="0" y="52"/>
                      <a:pt x="8" y="55"/>
                      <a:pt x="14" y="55"/>
                    </a:cubicBezTo>
                    <a:cubicBezTo>
                      <a:pt x="23" y="54"/>
                      <a:pt x="28" y="47"/>
                      <a:pt x="31" y="41"/>
                    </a:cubicBezTo>
                    <a:cubicBezTo>
                      <a:pt x="36" y="33"/>
                      <a:pt x="40" y="19"/>
                      <a:pt x="39" y="10"/>
                    </a:cubicBezTo>
                    <a:cubicBezTo>
                      <a:pt x="38" y="7"/>
                      <a:pt x="33" y="0"/>
                      <a:pt x="30" y="6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6" name="Freeform 59">
                <a:extLst>
                  <a:ext uri="{FF2B5EF4-FFF2-40B4-BE49-F238E27FC236}">
                    <a16:creationId xmlns:a16="http://schemas.microsoft.com/office/drawing/2014/main" id="{C0F6CE01-892C-4405-8411-9A2CC8E60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604"/>
                <a:ext cx="32" cy="39"/>
              </a:xfrm>
              <a:custGeom>
                <a:avLst/>
                <a:gdLst>
                  <a:gd name="T0" fmla="*/ 65 w 22"/>
                  <a:gd name="T1" fmla="*/ 25 h 27"/>
                  <a:gd name="T2" fmla="*/ 55 w 22"/>
                  <a:gd name="T3" fmla="*/ 1 h 27"/>
                  <a:gd name="T4" fmla="*/ 28 w 22"/>
                  <a:gd name="T5" fmla="*/ 20 h 27"/>
                  <a:gd name="T6" fmla="*/ 0 w 22"/>
                  <a:gd name="T7" fmla="*/ 81 h 27"/>
                  <a:gd name="T8" fmla="*/ 28 w 22"/>
                  <a:gd name="T9" fmla="*/ 36 h 27"/>
                  <a:gd name="T10" fmla="*/ 41 w 22"/>
                  <a:gd name="T11" fmla="*/ 33 h 27"/>
                  <a:gd name="T12" fmla="*/ 41 w 22"/>
                  <a:gd name="T13" fmla="*/ 52 h 27"/>
                  <a:gd name="T14" fmla="*/ 60 w 22"/>
                  <a:gd name="T15" fmla="*/ 55 h 27"/>
                  <a:gd name="T16" fmla="*/ 65 w 22"/>
                  <a:gd name="T17" fmla="*/ 25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27">
                    <a:moveTo>
                      <a:pt x="21" y="8"/>
                    </a:moveTo>
                    <a:cubicBezTo>
                      <a:pt x="22" y="6"/>
                      <a:pt x="21" y="2"/>
                      <a:pt x="18" y="1"/>
                    </a:cubicBezTo>
                    <a:cubicBezTo>
                      <a:pt x="15" y="0"/>
                      <a:pt x="10" y="5"/>
                      <a:pt x="9" y="7"/>
                    </a:cubicBezTo>
                    <a:cubicBezTo>
                      <a:pt x="4" y="13"/>
                      <a:pt x="2" y="21"/>
                      <a:pt x="0" y="27"/>
                    </a:cubicBezTo>
                    <a:cubicBezTo>
                      <a:pt x="2" y="23"/>
                      <a:pt x="5" y="17"/>
                      <a:pt x="9" y="12"/>
                    </a:cubicBezTo>
                    <a:cubicBezTo>
                      <a:pt x="10" y="11"/>
                      <a:pt x="12" y="9"/>
                      <a:pt x="13" y="11"/>
                    </a:cubicBezTo>
                    <a:cubicBezTo>
                      <a:pt x="14" y="13"/>
                      <a:pt x="13" y="15"/>
                      <a:pt x="13" y="17"/>
                    </a:cubicBezTo>
                    <a:cubicBezTo>
                      <a:pt x="14" y="22"/>
                      <a:pt x="17" y="23"/>
                      <a:pt x="19" y="18"/>
                    </a:cubicBezTo>
                    <a:cubicBezTo>
                      <a:pt x="21" y="15"/>
                      <a:pt x="21" y="11"/>
                      <a:pt x="21" y="8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7" name="Freeform 60">
                <a:extLst>
                  <a:ext uri="{FF2B5EF4-FFF2-40B4-BE49-F238E27FC236}">
                    <a16:creationId xmlns:a16="http://schemas.microsoft.com/office/drawing/2014/main" id="{7852EC02-B293-407F-88EB-1BD851B5E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654"/>
                <a:ext cx="32" cy="17"/>
              </a:xfrm>
              <a:custGeom>
                <a:avLst/>
                <a:gdLst>
                  <a:gd name="T0" fmla="*/ 9 w 22"/>
                  <a:gd name="T1" fmla="*/ 23 h 12"/>
                  <a:gd name="T2" fmla="*/ 48 w 22"/>
                  <a:gd name="T3" fmla="*/ 18 h 12"/>
                  <a:gd name="T4" fmla="*/ 60 w 22"/>
                  <a:gd name="T5" fmla="*/ 9 h 12"/>
                  <a:gd name="T6" fmla="*/ 65 w 22"/>
                  <a:gd name="T7" fmla="*/ 0 h 12"/>
                  <a:gd name="T8" fmla="*/ 55 w 22"/>
                  <a:gd name="T9" fmla="*/ 18 h 12"/>
                  <a:gd name="T10" fmla="*/ 33 w 22"/>
                  <a:gd name="T11" fmla="*/ 33 h 12"/>
                  <a:gd name="T12" fmla="*/ 13 w 22"/>
                  <a:gd name="T13" fmla="*/ 33 h 12"/>
                  <a:gd name="T14" fmla="*/ 9 w 22"/>
                  <a:gd name="T15" fmla="*/ 23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2">
                    <a:moveTo>
                      <a:pt x="3" y="8"/>
                    </a:moveTo>
                    <a:cubicBezTo>
                      <a:pt x="7" y="10"/>
                      <a:pt x="13" y="9"/>
                      <a:pt x="16" y="6"/>
                    </a:cubicBezTo>
                    <a:cubicBezTo>
                      <a:pt x="17" y="5"/>
                      <a:pt x="18" y="5"/>
                      <a:pt x="19" y="3"/>
                    </a:cubicBezTo>
                    <a:cubicBezTo>
                      <a:pt x="20" y="3"/>
                      <a:pt x="20" y="1"/>
                      <a:pt x="21" y="0"/>
                    </a:cubicBezTo>
                    <a:cubicBezTo>
                      <a:pt x="22" y="2"/>
                      <a:pt x="20" y="5"/>
                      <a:pt x="18" y="6"/>
                    </a:cubicBezTo>
                    <a:cubicBezTo>
                      <a:pt x="17" y="8"/>
                      <a:pt x="14" y="10"/>
                      <a:pt x="11" y="11"/>
                    </a:cubicBezTo>
                    <a:cubicBezTo>
                      <a:pt x="9" y="12"/>
                      <a:pt x="6" y="12"/>
                      <a:pt x="4" y="11"/>
                    </a:cubicBezTo>
                    <a:cubicBezTo>
                      <a:pt x="3" y="11"/>
                      <a:pt x="0" y="9"/>
                      <a:pt x="3" y="8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8" name="Freeform 61">
                <a:extLst>
                  <a:ext uri="{FF2B5EF4-FFF2-40B4-BE49-F238E27FC236}">
                    <a16:creationId xmlns:a16="http://schemas.microsoft.com/office/drawing/2014/main" id="{045F4303-5DB2-4274-86AD-56FA9460A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289"/>
                <a:ext cx="118" cy="160"/>
              </a:xfrm>
              <a:custGeom>
                <a:avLst/>
                <a:gdLst>
                  <a:gd name="T0" fmla="*/ 229 w 80"/>
                  <a:gd name="T1" fmla="*/ 282 h 109"/>
                  <a:gd name="T2" fmla="*/ 183 w 80"/>
                  <a:gd name="T3" fmla="*/ 129 h 109"/>
                  <a:gd name="T4" fmla="*/ 52 w 80"/>
                  <a:gd name="T5" fmla="*/ 68 h 109"/>
                  <a:gd name="T6" fmla="*/ 229 w 80"/>
                  <a:gd name="T7" fmla="*/ 282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09">
                    <a:moveTo>
                      <a:pt x="71" y="89"/>
                    </a:moveTo>
                    <a:cubicBezTo>
                      <a:pt x="80" y="79"/>
                      <a:pt x="59" y="55"/>
                      <a:pt x="57" y="41"/>
                    </a:cubicBezTo>
                    <a:cubicBezTo>
                      <a:pt x="52" y="17"/>
                      <a:pt x="32" y="0"/>
                      <a:pt x="16" y="21"/>
                    </a:cubicBezTo>
                    <a:cubicBezTo>
                      <a:pt x="0" y="42"/>
                      <a:pt x="51" y="109"/>
                      <a:pt x="71" y="89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9" name="Freeform 62">
                <a:extLst>
                  <a:ext uri="{FF2B5EF4-FFF2-40B4-BE49-F238E27FC236}">
                    <a16:creationId xmlns:a16="http://schemas.microsoft.com/office/drawing/2014/main" id="{7BBC8B81-D8A3-4F3C-9EC1-3BC058FD3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287"/>
                <a:ext cx="118" cy="161"/>
              </a:xfrm>
              <a:custGeom>
                <a:avLst/>
                <a:gdLst>
                  <a:gd name="T0" fmla="*/ 229 w 80"/>
                  <a:gd name="T1" fmla="*/ 285 h 109"/>
                  <a:gd name="T2" fmla="*/ 183 w 80"/>
                  <a:gd name="T3" fmla="*/ 136 h 109"/>
                  <a:gd name="T4" fmla="*/ 52 w 80"/>
                  <a:gd name="T5" fmla="*/ 69 h 109"/>
                  <a:gd name="T6" fmla="*/ 229 w 80"/>
                  <a:gd name="T7" fmla="*/ 285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09">
                    <a:moveTo>
                      <a:pt x="71" y="89"/>
                    </a:moveTo>
                    <a:cubicBezTo>
                      <a:pt x="80" y="80"/>
                      <a:pt x="59" y="56"/>
                      <a:pt x="57" y="42"/>
                    </a:cubicBezTo>
                    <a:cubicBezTo>
                      <a:pt x="53" y="17"/>
                      <a:pt x="32" y="0"/>
                      <a:pt x="16" y="22"/>
                    </a:cubicBezTo>
                    <a:cubicBezTo>
                      <a:pt x="0" y="43"/>
                      <a:pt x="51" y="109"/>
                      <a:pt x="71" y="8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0" name="Freeform 63">
                <a:extLst>
                  <a:ext uri="{FF2B5EF4-FFF2-40B4-BE49-F238E27FC236}">
                    <a16:creationId xmlns:a16="http://schemas.microsoft.com/office/drawing/2014/main" id="{6449E70D-E218-45A7-BF84-FC4A831F1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321"/>
                <a:ext cx="50" cy="77"/>
              </a:xfrm>
              <a:custGeom>
                <a:avLst/>
                <a:gdLst>
                  <a:gd name="T0" fmla="*/ 101 w 34"/>
                  <a:gd name="T1" fmla="*/ 147 h 52"/>
                  <a:gd name="T2" fmla="*/ 96 w 34"/>
                  <a:gd name="T3" fmla="*/ 160 h 52"/>
                  <a:gd name="T4" fmla="*/ 35 w 34"/>
                  <a:gd name="T5" fmla="*/ 104 h 52"/>
                  <a:gd name="T6" fmla="*/ 32 w 34"/>
                  <a:gd name="T7" fmla="*/ 61 h 52"/>
                  <a:gd name="T8" fmla="*/ 51 w 34"/>
                  <a:gd name="T9" fmla="*/ 22 h 52"/>
                  <a:gd name="T10" fmla="*/ 13 w 34"/>
                  <a:gd name="T11" fmla="*/ 33 h 52"/>
                  <a:gd name="T12" fmla="*/ 15 w 34"/>
                  <a:gd name="T13" fmla="*/ 95 h 52"/>
                  <a:gd name="T14" fmla="*/ 75 w 34"/>
                  <a:gd name="T15" fmla="*/ 167 h 52"/>
                  <a:gd name="T16" fmla="*/ 100 w 34"/>
                  <a:gd name="T17" fmla="*/ 15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52">
                    <a:moveTo>
                      <a:pt x="32" y="45"/>
                    </a:moveTo>
                    <a:cubicBezTo>
                      <a:pt x="32" y="47"/>
                      <a:pt x="31" y="48"/>
                      <a:pt x="30" y="49"/>
                    </a:cubicBezTo>
                    <a:cubicBezTo>
                      <a:pt x="22" y="49"/>
                      <a:pt x="14" y="38"/>
                      <a:pt x="11" y="32"/>
                    </a:cubicBezTo>
                    <a:cubicBezTo>
                      <a:pt x="9" y="28"/>
                      <a:pt x="8" y="24"/>
                      <a:pt x="10" y="19"/>
                    </a:cubicBezTo>
                    <a:cubicBezTo>
                      <a:pt x="12" y="14"/>
                      <a:pt x="18" y="12"/>
                      <a:pt x="16" y="7"/>
                    </a:cubicBezTo>
                    <a:cubicBezTo>
                      <a:pt x="14" y="0"/>
                      <a:pt x="7" y="4"/>
                      <a:pt x="4" y="10"/>
                    </a:cubicBezTo>
                    <a:cubicBezTo>
                      <a:pt x="0" y="16"/>
                      <a:pt x="3" y="24"/>
                      <a:pt x="5" y="29"/>
                    </a:cubicBezTo>
                    <a:cubicBezTo>
                      <a:pt x="9" y="37"/>
                      <a:pt x="16" y="47"/>
                      <a:pt x="24" y="51"/>
                    </a:cubicBezTo>
                    <a:cubicBezTo>
                      <a:pt x="26" y="52"/>
                      <a:pt x="34" y="51"/>
                      <a:pt x="31" y="46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1" name="Freeform 64">
                <a:extLst>
                  <a:ext uri="{FF2B5EF4-FFF2-40B4-BE49-F238E27FC236}">
                    <a16:creationId xmlns:a16="http://schemas.microsoft.com/office/drawing/2014/main" id="{A79B29D4-5D65-4537-AD0F-A7FA7B91A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351"/>
                <a:ext cx="27" cy="41"/>
              </a:xfrm>
              <a:custGeom>
                <a:avLst/>
                <a:gdLst>
                  <a:gd name="T0" fmla="*/ 32 w 18"/>
                  <a:gd name="T1" fmla="*/ 79 h 28"/>
                  <a:gd name="T2" fmla="*/ 53 w 18"/>
                  <a:gd name="T3" fmla="*/ 82 h 28"/>
                  <a:gd name="T4" fmla="*/ 54 w 18"/>
                  <a:gd name="T5" fmla="*/ 50 h 28"/>
                  <a:gd name="T6" fmla="*/ 21 w 18"/>
                  <a:gd name="T7" fmla="*/ 0 h 28"/>
                  <a:gd name="T8" fmla="*/ 41 w 18"/>
                  <a:gd name="T9" fmla="*/ 45 h 28"/>
                  <a:gd name="T10" fmla="*/ 39 w 18"/>
                  <a:gd name="T11" fmla="*/ 56 h 28"/>
                  <a:gd name="T12" fmla="*/ 26 w 18"/>
                  <a:gd name="T13" fmla="*/ 47 h 28"/>
                  <a:gd name="T14" fmla="*/ 8 w 18"/>
                  <a:gd name="T15" fmla="*/ 60 h 28"/>
                  <a:gd name="T16" fmla="*/ 32 w 18"/>
                  <a:gd name="T17" fmla="*/ 82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28">
                    <a:moveTo>
                      <a:pt x="9" y="25"/>
                    </a:moveTo>
                    <a:cubicBezTo>
                      <a:pt x="10" y="27"/>
                      <a:pt x="13" y="28"/>
                      <a:pt x="15" y="26"/>
                    </a:cubicBezTo>
                    <a:cubicBezTo>
                      <a:pt x="18" y="24"/>
                      <a:pt x="16" y="19"/>
                      <a:pt x="16" y="16"/>
                    </a:cubicBezTo>
                    <a:cubicBezTo>
                      <a:pt x="14" y="10"/>
                      <a:pt x="10" y="5"/>
                      <a:pt x="6" y="0"/>
                    </a:cubicBezTo>
                    <a:cubicBezTo>
                      <a:pt x="8" y="4"/>
                      <a:pt x="11" y="9"/>
                      <a:pt x="12" y="14"/>
                    </a:cubicBezTo>
                    <a:cubicBezTo>
                      <a:pt x="13" y="16"/>
                      <a:pt x="13" y="18"/>
                      <a:pt x="11" y="18"/>
                    </a:cubicBezTo>
                    <a:cubicBezTo>
                      <a:pt x="9" y="18"/>
                      <a:pt x="8" y="16"/>
                      <a:pt x="7" y="15"/>
                    </a:cubicBezTo>
                    <a:cubicBezTo>
                      <a:pt x="3" y="13"/>
                      <a:pt x="0" y="15"/>
                      <a:pt x="2" y="19"/>
                    </a:cubicBezTo>
                    <a:cubicBezTo>
                      <a:pt x="4" y="22"/>
                      <a:pt x="6" y="24"/>
                      <a:pt x="9" y="26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2" name="Freeform 65">
                <a:extLst>
                  <a:ext uri="{FF2B5EF4-FFF2-40B4-BE49-F238E27FC236}">
                    <a16:creationId xmlns:a16="http://schemas.microsoft.com/office/drawing/2014/main" id="{8D63BE13-CB03-4754-9E25-C99AE0645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333"/>
                <a:ext cx="12" cy="29"/>
              </a:xfrm>
              <a:custGeom>
                <a:avLst/>
                <a:gdLst>
                  <a:gd name="T0" fmla="*/ 26 w 8"/>
                  <a:gd name="T1" fmla="*/ 9 h 20"/>
                  <a:gd name="T2" fmla="*/ 8 w 8"/>
                  <a:gd name="T3" fmla="*/ 41 h 20"/>
                  <a:gd name="T4" fmla="*/ 8 w 8"/>
                  <a:gd name="T5" fmla="*/ 52 h 20"/>
                  <a:gd name="T6" fmla="*/ 12 w 8"/>
                  <a:gd name="T7" fmla="*/ 61 h 20"/>
                  <a:gd name="T8" fmla="*/ 0 w 8"/>
                  <a:gd name="T9" fmla="*/ 46 h 20"/>
                  <a:gd name="T10" fmla="*/ 5 w 8"/>
                  <a:gd name="T11" fmla="*/ 22 h 20"/>
                  <a:gd name="T12" fmla="*/ 14 w 8"/>
                  <a:gd name="T13" fmla="*/ 6 h 20"/>
                  <a:gd name="T14" fmla="*/ 26 w 8"/>
                  <a:gd name="T15" fmla="*/ 6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20">
                    <a:moveTo>
                      <a:pt x="7" y="3"/>
                    </a:moveTo>
                    <a:cubicBezTo>
                      <a:pt x="4" y="5"/>
                      <a:pt x="2" y="9"/>
                      <a:pt x="2" y="13"/>
                    </a:cubicBezTo>
                    <a:cubicBezTo>
                      <a:pt x="2" y="14"/>
                      <a:pt x="2" y="15"/>
                      <a:pt x="2" y="17"/>
                    </a:cubicBezTo>
                    <a:cubicBezTo>
                      <a:pt x="2" y="18"/>
                      <a:pt x="3" y="19"/>
                      <a:pt x="3" y="20"/>
                    </a:cubicBezTo>
                    <a:cubicBezTo>
                      <a:pt x="1" y="20"/>
                      <a:pt x="1" y="16"/>
                      <a:pt x="0" y="15"/>
                    </a:cubicBezTo>
                    <a:cubicBezTo>
                      <a:pt x="0" y="12"/>
                      <a:pt x="0" y="10"/>
                      <a:pt x="1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5" y="1"/>
                      <a:pt x="8" y="0"/>
                      <a:pt x="7" y="2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3" name="Freeform 66">
                <a:extLst>
                  <a:ext uri="{FF2B5EF4-FFF2-40B4-BE49-F238E27FC236}">
                    <a16:creationId xmlns:a16="http://schemas.microsoft.com/office/drawing/2014/main" id="{CAF5011A-C78C-461F-A808-94350489A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455"/>
                <a:ext cx="112" cy="143"/>
              </a:xfrm>
              <a:custGeom>
                <a:avLst/>
                <a:gdLst>
                  <a:gd name="T0" fmla="*/ 161 w 76"/>
                  <a:gd name="T1" fmla="*/ 6 h 97"/>
                  <a:gd name="T2" fmla="*/ 60 w 76"/>
                  <a:gd name="T3" fmla="*/ 147 h 97"/>
                  <a:gd name="T4" fmla="*/ 83 w 76"/>
                  <a:gd name="T5" fmla="*/ 308 h 97"/>
                  <a:gd name="T6" fmla="*/ 161 w 76"/>
                  <a:gd name="T7" fmla="*/ 6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97">
                    <a:moveTo>
                      <a:pt x="50" y="2"/>
                    </a:moveTo>
                    <a:cubicBezTo>
                      <a:pt x="37" y="0"/>
                      <a:pt x="29" y="34"/>
                      <a:pt x="19" y="46"/>
                    </a:cubicBezTo>
                    <a:cubicBezTo>
                      <a:pt x="2" y="65"/>
                      <a:pt x="0" y="95"/>
                      <a:pt x="26" y="96"/>
                    </a:cubicBezTo>
                    <a:cubicBezTo>
                      <a:pt x="52" y="97"/>
                      <a:pt x="76" y="7"/>
                      <a:pt x="50" y="2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4" name="Freeform 67">
                <a:extLst>
                  <a:ext uri="{FF2B5EF4-FFF2-40B4-BE49-F238E27FC236}">
                    <a16:creationId xmlns:a16="http://schemas.microsoft.com/office/drawing/2014/main" id="{C446A7F6-25E2-4DE3-B897-F5AAD8256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455"/>
                <a:ext cx="112" cy="143"/>
              </a:xfrm>
              <a:custGeom>
                <a:avLst/>
                <a:gdLst>
                  <a:gd name="T0" fmla="*/ 156 w 76"/>
                  <a:gd name="T1" fmla="*/ 6 h 97"/>
                  <a:gd name="T2" fmla="*/ 60 w 76"/>
                  <a:gd name="T3" fmla="*/ 147 h 97"/>
                  <a:gd name="T4" fmla="*/ 83 w 76"/>
                  <a:gd name="T5" fmla="*/ 308 h 97"/>
                  <a:gd name="T6" fmla="*/ 156 w 76"/>
                  <a:gd name="T7" fmla="*/ 6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97">
                    <a:moveTo>
                      <a:pt x="49" y="2"/>
                    </a:moveTo>
                    <a:cubicBezTo>
                      <a:pt x="37" y="0"/>
                      <a:pt x="29" y="34"/>
                      <a:pt x="19" y="46"/>
                    </a:cubicBezTo>
                    <a:cubicBezTo>
                      <a:pt x="2" y="65"/>
                      <a:pt x="0" y="95"/>
                      <a:pt x="26" y="96"/>
                    </a:cubicBezTo>
                    <a:cubicBezTo>
                      <a:pt x="52" y="97"/>
                      <a:pt x="76" y="7"/>
                      <a:pt x="49" y="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5" name="Freeform 68">
                <a:extLst>
                  <a:ext uri="{FF2B5EF4-FFF2-40B4-BE49-F238E27FC236}">
                    <a16:creationId xmlns:a16="http://schemas.microsoft.com/office/drawing/2014/main" id="{9EE13693-74A6-49E1-B995-805C76786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489"/>
                <a:ext cx="53" cy="79"/>
              </a:xfrm>
              <a:custGeom>
                <a:avLst/>
                <a:gdLst>
                  <a:gd name="T0" fmla="*/ 82 w 36"/>
                  <a:gd name="T1" fmla="*/ 15 h 54"/>
                  <a:gd name="T2" fmla="*/ 96 w 36"/>
                  <a:gd name="T3" fmla="*/ 15 h 54"/>
                  <a:gd name="T4" fmla="*/ 87 w 36"/>
                  <a:gd name="T5" fmla="*/ 102 h 54"/>
                  <a:gd name="T6" fmla="*/ 54 w 36"/>
                  <a:gd name="T7" fmla="*/ 130 h 54"/>
                  <a:gd name="T8" fmla="*/ 13 w 36"/>
                  <a:gd name="T9" fmla="*/ 138 h 54"/>
                  <a:gd name="T10" fmla="*/ 41 w 36"/>
                  <a:gd name="T11" fmla="*/ 170 h 54"/>
                  <a:gd name="T12" fmla="*/ 88 w 36"/>
                  <a:gd name="T13" fmla="*/ 126 h 54"/>
                  <a:gd name="T14" fmla="*/ 113 w 36"/>
                  <a:gd name="T15" fmla="*/ 32 h 54"/>
                  <a:gd name="T16" fmla="*/ 87 w 36"/>
                  <a:gd name="T17" fmla="*/ 19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4">
                    <a:moveTo>
                      <a:pt x="26" y="5"/>
                    </a:moveTo>
                    <a:cubicBezTo>
                      <a:pt x="27" y="5"/>
                      <a:pt x="29" y="4"/>
                      <a:pt x="30" y="5"/>
                    </a:cubicBezTo>
                    <a:cubicBezTo>
                      <a:pt x="34" y="12"/>
                      <a:pt x="31" y="27"/>
                      <a:pt x="27" y="33"/>
                    </a:cubicBezTo>
                    <a:cubicBezTo>
                      <a:pt x="25" y="37"/>
                      <a:pt x="22" y="41"/>
                      <a:pt x="17" y="42"/>
                    </a:cubicBezTo>
                    <a:cubicBezTo>
                      <a:pt x="12" y="44"/>
                      <a:pt x="7" y="39"/>
                      <a:pt x="4" y="44"/>
                    </a:cubicBezTo>
                    <a:cubicBezTo>
                      <a:pt x="0" y="50"/>
                      <a:pt x="7" y="54"/>
                      <a:pt x="13" y="54"/>
                    </a:cubicBezTo>
                    <a:cubicBezTo>
                      <a:pt x="21" y="53"/>
                      <a:pt x="25" y="46"/>
                      <a:pt x="28" y="40"/>
                    </a:cubicBezTo>
                    <a:cubicBezTo>
                      <a:pt x="32" y="32"/>
                      <a:pt x="36" y="19"/>
                      <a:pt x="35" y="10"/>
                    </a:cubicBezTo>
                    <a:cubicBezTo>
                      <a:pt x="34" y="7"/>
                      <a:pt x="29" y="0"/>
                      <a:pt x="27" y="6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6" name="Freeform 69">
                <a:extLst>
                  <a:ext uri="{FF2B5EF4-FFF2-40B4-BE49-F238E27FC236}">
                    <a16:creationId xmlns:a16="http://schemas.microsoft.com/office/drawing/2014/main" id="{B3D3A442-CF7C-4108-BB90-FC4128DBF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498"/>
                <a:ext cx="30" cy="38"/>
              </a:xfrm>
              <a:custGeom>
                <a:avLst/>
                <a:gdLst>
                  <a:gd name="T0" fmla="*/ 66 w 20"/>
                  <a:gd name="T1" fmla="*/ 22 h 26"/>
                  <a:gd name="T2" fmla="*/ 54 w 20"/>
                  <a:gd name="T3" fmla="*/ 0 h 26"/>
                  <a:gd name="T4" fmla="*/ 27 w 20"/>
                  <a:gd name="T5" fmla="*/ 19 h 26"/>
                  <a:gd name="T6" fmla="*/ 0 w 20"/>
                  <a:gd name="T7" fmla="*/ 82 h 26"/>
                  <a:gd name="T8" fmla="*/ 27 w 20"/>
                  <a:gd name="T9" fmla="*/ 34 h 26"/>
                  <a:gd name="T10" fmla="*/ 41 w 20"/>
                  <a:gd name="T11" fmla="*/ 32 h 26"/>
                  <a:gd name="T12" fmla="*/ 41 w 20"/>
                  <a:gd name="T13" fmla="*/ 50 h 26"/>
                  <a:gd name="T14" fmla="*/ 59 w 20"/>
                  <a:gd name="T15" fmla="*/ 54 h 26"/>
                  <a:gd name="T16" fmla="*/ 66 w 20"/>
                  <a:gd name="T17" fmla="*/ 22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19" y="7"/>
                    </a:moveTo>
                    <a:cubicBezTo>
                      <a:pt x="20" y="5"/>
                      <a:pt x="18" y="1"/>
                      <a:pt x="16" y="0"/>
                    </a:cubicBezTo>
                    <a:cubicBezTo>
                      <a:pt x="13" y="0"/>
                      <a:pt x="9" y="4"/>
                      <a:pt x="8" y="6"/>
                    </a:cubicBezTo>
                    <a:cubicBezTo>
                      <a:pt x="3" y="12"/>
                      <a:pt x="2" y="19"/>
                      <a:pt x="0" y="26"/>
                    </a:cubicBezTo>
                    <a:cubicBezTo>
                      <a:pt x="2" y="21"/>
                      <a:pt x="4" y="15"/>
                      <a:pt x="8" y="11"/>
                    </a:cubicBezTo>
                    <a:cubicBezTo>
                      <a:pt x="9" y="10"/>
                      <a:pt x="10" y="7"/>
                      <a:pt x="12" y="10"/>
                    </a:cubicBezTo>
                    <a:cubicBezTo>
                      <a:pt x="12" y="11"/>
                      <a:pt x="11" y="14"/>
                      <a:pt x="12" y="16"/>
                    </a:cubicBezTo>
                    <a:cubicBezTo>
                      <a:pt x="12" y="20"/>
                      <a:pt x="15" y="22"/>
                      <a:pt x="17" y="17"/>
                    </a:cubicBezTo>
                    <a:cubicBezTo>
                      <a:pt x="18" y="14"/>
                      <a:pt x="19" y="10"/>
                      <a:pt x="19" y="7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7" name="Freeform 70">
                <a:extLst>
                  <a:ext uri="{FF2B5EF4-FFF2-40B4-BE49-F238E27FC236}">
                    <a16:creationId xmlns:a16="http://schemas.microsoft.com/office/drawing/2014/main" id="{FDFEBC2D-CE5E-444B-9B96-78A553D26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546"/>
                <a:ext cx="28" cy="17"/>
              </a:xfrm>
              <a:custGeom>
                <a:avLst/>
                <a:gdLst>
                  <a:gd name="T0" fmla="*/ 6 w 19"/>
                  <a:gd name="T1" fmla="*/ 26 h 11"/>
                  <a:gd name="T2" fmla="*/ 46 w 19"/>
                  <a:gd name="T3" fmla="*/ 19 h 11"/>
                  <a:gd name="T4" fmla="*/ 55 w 19"/>
                  <a:gd name="T5" fmla="*/ 8 h 11"/>
                  <a:gd name="T6" fmla="*/ 60 w 19"/>
                  <a:gd name="T7" fmla="*/ 0 h 11"/>
                  <a:gd name="T8" fmla="*/ 52 w 19"/>
                  <a:gd name="T9" fmla="*/ 19 h 11"/>
                  <a:gd name="T10" fmla="*/ 28 w 19"/>
                  <a:gd name="T11" fmla="*/ 36 h 11"/>
                  <a:gd name="T12" fmla="*/ 9 w 19"/>
                  <a:gd name="T13" fmla="*/ 36 h 11"/>
                  <a:gd name="T14" fmla="*/ 6 w 19"/>
                  <a:gd name="T15" fmla="*/ 26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2" y="7"/>
                    </a:moveTo>
                    <a:cubicBezTo>
                      <a:pt x="6" y="9"/>
                      <a:pt x="11" y="8"/>
                      <a:pt x="14" y="5"/>
                    </a:cubicBezTo>
                    <a:cubicBezTo>
                      <a:pt x="15" y="4"/>
                      <a:pt x="16" y="4"/>
                      <a:pt x="17" y="2"/>
                    </a:cubicBezTo>
                    <a:cubicBezTo>
                      <a:pt x="17" y="2"/>
                      <a:pt x="18" y="0"/>
                      <a:pt x="19" y="0"/>
                    </a:cubicBezTo>
                    <a:cubicBezTo>
                      <a:pt x="19" y="1"/>
                      <a:pt x="17" y="4"/>
                      <a:pt x="16" y="5"/>
                    </a:cubicBezTo>
                    <a:cubicBezTo>
                      <a:pt x="14" y="7"/>
                      <a:pt x="12" y="9"/>
                      <a:pt x="9" y="10"/>
                    </a:cubicBezTo>
                    <a:cubicBezTo>
                      <a:pt x="8" y="10"/>
                      <a:pt x="5" y="11"/>
                      <a:pt x="3" y="10"/>
                    </a:cubicBezTo>
                    <a:cubicBezTo>
                      <a:pt x="2" y="10"/>
                      <a:pt x="0" y="8"/>
                      <a:pt x="2" y="7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8" name="Freeform 71">
                <a:extLst>
                  <a:ext uri="{FF2B5EF4-FFF2-40B4-BE49-F238E27FC236}">
                    <a16:creationId xmlns:a16="http://schemas.microsoft.com/office/drawing/2014/main" id="{5D5BDB09-5AB1-4BF2-9BD8-85DC53F56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1807"/>
                <a:ext cx="143" cy="167"/>
              </a:xfrm>
              <a:custGeom>
                <a:avLst/>
                <a:gdLst>
                  <a:gd name="T0" fmla="*/ 115 w 97"/>
                  <a:gd name="T1" fmla="*/ 19 h 114"/>
                  <a:gd name="T2" fmla="*/ 156 w 97"/>
                  <a:gd name="T3" fmla="*/ 346 h 114"/>
                  <a:gd name="T4" fmla="*/ 115 w 97"/>
                  <a:gd name="T5" fmla="*/ 19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4">
                    <a:moveTo>
                      <a:pt x="36" y="6"/>
                    </a:moveTo>
                    <a:cubicBezTo>
                      <a:pt x="8" y="9"/>
                      <a:pt x="0" y="114"/>
                      <a:pt x="49" y="110"/>
                    </a:cubicBezTo>
                    <a:cubicBezTo>
                      <a:pt x="97" y="105"/>
                      <a:pt x="78" y="0"/>
                      <a:pt x="36" y="6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9" name="Freeform 72">
                <a:extLst>
                  <a:ext uri="{FF2B5EF4-FFF2-40B4-BE49-F238E27FC236}">
                    <a16:creationId xmlns:a16="http://schemas.microsoft.com/office/drawing/2014/main" id="{CD679DAC-36A9-4735-8DFC-8F7AA2AB7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1807"/>
                <a:ext cx="143" cy="167"/>
              </a:xfrm>
              <a:custGeom>
                <a:avLst/>
                <a:gdLst>
                  <a:gd name="T0" fmla="*/ 115 w 97"/>
                  <a:gd name="T1" fmla="*/ 19 h 114"/>
                  <a:gd name="T2" fmla="*/ 156 w 97"/>
                  <a:gd name="T3" fmla="*/ 346 h 114"/>
                  <a:gd name="T4" fmla="*/ 115 w 97"/>
                  <a:gd name="T5" fmla="*/ 19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4">
                    <a:moveTo>
                      <a:pt x="36" y="6"/>
                    </a:moveTo>
                    <a:cubicBezTo>
                      <a:pt x="8" y="9"/>
                      <a:pt x="0" y="114"/>
                      <a:pt x="49" y="110"/>
                    </a:cubicBezTo>
                    <a:cubicBezTo>
                      <a:pt x="97" y="105"/>
                      <a:pt x="78" y="0"/>
                      <a:pt x="36" y="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0" name="Freeform 73">
                <a:extLst>
                  <a:ext uri="{FF2B5EF4-FFF2-40B4-BE49-F238E27FC236}">
                    <a16:creationId xmlns:a16="http://schemas.microsoft.com/office/drawing/2014/main" id="{49F1191B-E3FE-4CAA-AB37-4C2B9B604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1830"/>
                <a:ext cx="56" cy="94"/>
              </a:xfrm>
              <a:custGeom>
                <a:avLst/>
                <a:gdLst>
                  <a:gd name="T0" fmla="*/ 13 w 38"/>
                  <a:gd name="T1" fmla="*/ 110 h 64"/>
                  <a:gd name="T2" fmla="*/ 47 w 38"/>
                  <a:gd name="T3" fmla="*/ 69 h 64"/>
                  <a:gd name="T4" fmla="*/ 96 w 38"/>
                  <a:gd name="T5" fmla="*/ 104 h 64"/>
                  <a:gd name="T6" fmla="*/ 115 w 38"/>
                  <a:gd name="T7" fmla="*/ 162 h 64"/>
                  <a:gd name="T8" fmla="*/ 115 w 38"/>
                  <a:gd name="T9" fmla="*/ 203 h 64"/>
                  <a:gd name="T10" fmla="*/ 115 w 38"/>
                  <a:gd name="T11" fmla="*/ 153 h 64"/>
                  <a:gd name="T12" fmla="*/ 102 w 38"/>
                  <a:gd name="T13" fmla="*/ 104 h 64"/>
                  <a:gd name="T14" fmla="*/ 63 w 38"/>
                  <a:gd name="T15" fmla="*/ 32 h 64"/>
                  <a:gd name="T16" fmla="*/ 1 w 38"/>
                  <a:gd name="T17" fmla="*/ 95 h 64"/>
                  <a:gd name="T18" fmla="*/ 13 w 38"/>
                  <a:gd name="T19" fmla="*/ 11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64">
                    <a:moveTo>
                      <a:pt x="4" y="35"/>
                    </a:moveTo>
                    <a:cubicBezTo>
                      <a:pt x="2" y="30"/>
                      <a:pt x="10" y="23"/>
                      <a:pt x="15" y="22"/>
                    </a:cubicBezTo>
                    <a:cubicBezTo>
                      <a:pt x="22" y="21"/>
                      <a:pt x="27" y="28"/>
                      <a:pt x="30" y="33"/>
                    </a:cubicBezTo>
                    <a:cubicBezTo>
                      <a:pt x="32" y="38"/>
                      <a:pt x="35" y="45"/>
                      <a:pt x="36" y="51"/>
                    </a:cubicBezTo>
                    <a:cubicBezTo>
                      <a:pt x="36" y="54"/>
                      <a:pt x="34" y="62"/>
                      <a:pt x="36" y="64"/>
                    </a:cubicBezTo>
                    <a:cubicBezTo>
                      <a:pt x="38" y="60"/>
                      <a:pt x="37" y="53"/>
                      <a:pt x="36" y="48"/>
                    </a:cubicBezTo>
                    <a:cubicBezTo>
                      <a:pt x="35" y="43"/>
                      <a:pt x="34" y="38"/>
                      <a:pt x="32" y="33"/>
                    </a:cubicBezTo>
                    <a:cubicBezTo>
                      <a:pt x="30" y="25"/>
                      <a:pt x="27" y="15"/>
                      <a:pt x="20" y="10"/>
                    </a:cubicBezTo>
                    <a:cubicBezTo>
                      <a:pt x="7" y="0"/>
                      <a:pt x="0" y="19"/>
                      <a:pt x="1" y="30"/>
                    </a:cubicBezTo>
                    <a:cubicBezTo>
                      <a:pt x="1" y="32"/>
                      <a:pt x="2" y="34"/>
                      <a:pt x="4" y="35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1" name="Freeform 74">
                <a:extLst>
                  <a:ext uri="{FF2B5EF4-FFF2-40B4-BE49-F238E27FC236}">
                    <a16:creationId xmlns:a16="http://schemas.microsoft.com/office/drawing/2014/main" id="{BACB0531-A7D4-43F1-8439-BD9BE218A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1865"/>
                <a:ext cx="44" cy="68"/>
              </a:xfrm>
              <a:custGeom>
                <a:avLst/>
                <a:gdLst>
                  <a:gd name="T0" fmla="*/ 28 w 30"/>
                  <a:gd name="T1" fmla="*/ 6 h 46"/>
                  <a:gd name="T2" fmla="*/ 6 w 30"/>
                  <a:gd name="T3" fmla="*/ 52 h 46"/>
                  <a:gd name="T4" fmla="*/ 28 w 30"/>
                  <a:gd name="T5" fmla="*/ 123 h 46"/>
                  <a:gd name="T6" fmla="*/ 75 w 30"/>
                  <a:gd name="T7" fmla="*/ 142 h 46"/>
                  <a:gd name="T8" fmla="*/ 92 w 30"/>
                  <a:gd name="T9" fmla="*/ 96 h 46"/>
                  <a:gd name="T10" fmla="*/ 56 w 30"/>
                  <a:gd name="T11" fmla="*/ 101 h 46"/>
                  <a:gd name="T12" fmla="*/ 26 w 30"/>
                  <a:gd name="T13" fmla="*/ 81 h 46"/>
                  <a:gd name="T14" fmla="*/ 28 w 30"/>
                  <a:gd name="T15" fmla="*/ 6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6">
                    <a:moveTo>
                      <a:pt x="9" y="2"/>
                    </a:moveTo>
                    <a:cubicBezTo>
                      <a:pt x="2" y="0"/>
                      <a:pt x="2" y="12"/>
                      <a:pt x="2" y="16"/>
                    </a:cubicBezTo>
                    <a:cubicBezTo>
                      <a:pt x="3" y="23"/>
                      <a:pt x="4" y="31"/>
                      <a:pt x="9" y="38"/>
                    </a:cubicBezTo>
                    <a:cubicBezTo>
                      <a:pt x="12" y="42"/>
                      <a:pt x="18" y="46"/>
                      <a:pt x="24" y="44"/>
                    </a:cubicBezTo>
                    <a:cubicBezTo>
                      <a:pt x="27" y="42"/>
                      <a:pt x="30" y="33"/>
                      <a:pt x="29" y="30"/>
                    </a:cubicBezTo>
                    <a:cubicBezTo>
                      <a:pt x="26" y="25"/>
                      <a:pt x="21" y="30"/>
                      <a:pt x="18" y="31"/>
                    </a:cubicBezTo>
                    <a:cubicBezTo>
                      <a:pt x="13" y="33"/>
                      <a:pt x="10" y="29"/>
                      <a:pt x="8" y="25"/>
                    </a:cubicBezTo>
                    <a:cubicBezTo>
                      <a:pt x="5" y="19"/>
                      <a:pt x="0" y="6"/>
                      <a:pt x="9" y="2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2" name="Freeform 75">
                <a:extLst>
                  <a:ext uri="{FF2B5EF4-FFF2-40B4-BE49-F238E27FC236}">
                    <a16:creationId xmlns:a16="http://schemas.microsoft.com/office/drawing/2014/main" id="{65B70437-6992-496E-9E8C-D4B77CDB1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" y="1845"/>
                <a:ext cx="32" cy="22"/>
              </a:xfrm>
              <a:custGeom>
                <a:avLst/>
                <a:gdLst>
                  <a:gd name="T0" fmla="*/ 0 w 22"/>
                  <a:gd name="T1" fmla="*/ 28 h 15"/>
                  <a:gd name="T2" fmla="*/ 6 w 22"/>
                  <a:gd name="T3" fmla="*/ 15 h 15"/>
                  <a:gd name="T4" fmla="*/ 15 w 22"/>
                  <a:gd name="T5" fmla="*/ 6 h 15"/>
                  <a:gd name="T6" fmla="*/ 41 w 22"/>
                  <a:gd name="T7" fmla="*/ 9 h 15"/>
                  <a:gd name="T8" fmla="*/ 68 w 22"/>
                  <a:gd name="T9" fmla="*/ 47 h 15"/>
                  <a:gd name="T10" fmla="*/ 1 w 22"/>
                  <a:gd name="T11" fmla="*/ 2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0" y="9"/>
                    </a:moveTo>
                    <a:cubicBezTo>
                      <a:pt x="0" y="8"/>
                      <a:pt x="1" y="6"/>
                      <a:pt x="2" y="5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8" y="1"/>
                      <a:pt x="10" y="1"/>
                      <a:pt x="13" y="3"/>
                    </a:cubicBezTo>
                    <a:cubicBezTo>
                      <a:pt x="18" y="5"/>
                      <a:pt x="21" y="10"/>
                      <a:pt x="22" y="15"/>
                    </a:cubicBezTo>
                    <a:cubicBezTo>
                      <a:pt x="19" y="9"/>
                      <a:pt x="7" y="0"/>
                      <a:pt x="1" y="8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3" name="Freeform 76">
                <a:extLst>
                  <a:ext uri="{FF2B5EF4-FFF2-40B4-BE49-F238E27FC236}">
                    <a16:creationId xmlns:a16="http://schemas.microsoft.com/office/drawing/2014/main" id="{C15F6F5D-B2D5-4CFF-BC99-B70F1D608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113"/>
                <a:ext cx="180" cy="157"/>
              </a:xfrm>
              <a:custGeom>
                <a:avLst/>
                <a:gdLst>
                  <a:gd name="T0" fmla="*/ 344 w 122"/>
                  <a:gd name="T1" fmla="*/ 82 h 107"/>
                  <a:gd name="T2" fmla="*/ 52 w 122"/>
                  <a:gd name="T3" fmla="*/ 194 h 107"/>
                  <a:gd name="T4" fmla="*/ 344 w 122"/>
                  <a:gd name="T5" fmla="*/ 82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07">
                    <a:moveTo>
                      <a:pt x="107" y="26"/>
                    </a:moveTo>
                    <a:cubicBezTo>
                      <a:pt x="97" y="0"/>
                      <a:pt x="0" y="15"/>
                      <a:pt x="16" y="61"/>
                    </a:cubicBezTo>
                    <a:cubicBezTo>
                      <a:pt x="31" y="107"/>
                      <a:pt x="122" y="65"/>
                      <a:pt x="107" y="26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4" name="Freeform 77">
                <a:extLst>
                  <a:ext uri="{FF2B5EF4-FFF2-40B4-BE49-F238E27FC236}">
                    <a16:creationId xmlns:a16="http://schemas.microsoft.com/office/drawing/2014/main" id="{185046AA-2035-4DA0-9566-348F00B8E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113"/>
                <a:ext cx="180" cy="157"/>
              </a:xfrm>
              <a:custGeom>
                <a:avLst/>
                <a:gdLst>
                  <a:gd name="T0" fmla="*/ 344 w 122"/>
                  <a:gd name="T1" fmla="*/ 82 h 107"/>
                  <a:gd name="T2" fmla="*/ 52 w 122"/>
                  <a:gd name="T3" fmla="*/ 194 h 107"/>
                  <a:gd name="T4" fmla="*/ 344 w 122"/>
                  <a:gd name="T5" fmla="*/ 82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07">
                    <a:moveTo>
                      <a:pt x="107" y="26"/>
                    </a:moveTo>
                    <a:cubicBezTo>
                      <a:pt x="97" y="0"/>
                      <a:pt x="0" y="15"/>
                      <a:pt x="16" y="61"/>
                    </a:cubicBezTo>
                    <a:cubicBezTo>
                      <a:pt x="31" y="107"/>
                      <a:pt x="122" y="65"/>
                      <a:pt x="107" y="2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5" name="Freeform 78">
                <a:extLst>
                  <a:ext uri="{FF2B5EF4-FFF2-40B4-BE49-F238E27FC236}">
                    <a16:creationId xmlns:a16="http://schemas.microsoft.com/office/drawing/2014/main" id="{57789B07-91EB-4E6F-BAF0-EBBDF4D5F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2148"/>
                <a:ext cx="75" cy="66"/>
              </a:xfrm>
              <a:custGeom>
                <a:avLst/>
                <a:gdLst>
                  <a:gd name="T0" fmla="*/ 60 w 51"/>
                  <a:gd name="T1" fmla="*/ 22 h 45"/>
                  <a:gd name="T2" fmla="*/ 106 w 51"/>
                  <a:gd name="T3" fmla="*/ 45 h 45"/>
                  <a:gd name="T4" fmla="*/ 82 w 51"/>
                  <a:gd name="T5" fmla="*/ 101 h 45"/>
                  <a:gd name="T6" fmla="*/ 38 w 51"/>
                  <a:gd name="T7" fmla="*/ 129 h 45"/>
                  <a:gd name="T8" fmla="*/ 0 w 51"/>
                  <a:gd name="T9" fmla="*/ 142 h 45"/>
                  <a:gd name="T10" fmla="*/ 46 w 51"/>
                  <a:gd name="T11" fmla="*/ 129 h 45"/>
                  <a:gd name="T12" fmla="*/ 87 w 51"/>
                  <a:gd name="T13" fmla="*/ 107 h 45"/>
                  <a:gd name="T14" fmla="*/ 143 w 51"/>
                  <a:gd name="T15" fmla="*/ 54 h 45"/>
                  <a:gd name="T16" fmla="*/ 74 w 51"/>
                  <a:gd name="T17" fmla="*/ 9 h 45"/>
                  <a:gd name="T18" fmla="*/ 60 w 51"/>
                  <a:gd name="T19" fmla="*/ 19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45">
                    <a:moveTo>
                      <a:pt x="19" y="7"/>
                    </a:moveTo>
                    <a:cubicBezTo>
                      <a:pt x="23" y="3"/>
                      <a:pt x="31" y="10"/>
                      <a:pt x="33" y="14"/>
                    </a:cubicBezTo>
                    <a:cubicBezTo>
                      <a:pt x="36" y="21"/>
                      <a:pt x="31" y="28"/>
                      <a:pt x="26" y="32"/>
                    </a:cubicBezTo>
                    <a:cubicBezTo>
                      <a:pt x="23" y="35"/>
                      <a:pt x="17" y="39"/>
                      <a:pt x="12" y="41"/>
                    </a:cubicBezTo>
                    <a:cubicBezTo>
                      <a:pt x="9" y="42"/>
                      <a:pt x="1" y="42"/>
                      <a:pt x="0" y="45"/>
                    </a:cubicBezTo>
                    <a:cubicBezTo>
                      <a:pt x="4" y="45"/>
                      <a:pt x="10" y="42"/>
                      <a:pt x="14" y="41"/>
                    </a:cubicBezTo>
                    <a:cubicBezTo>
                      <a:pt x="19" y="39"/>
                      <a:pt x="23" y="37"/>
                      <a:pt x="27" y="34"/>
                    </a:cubicBezTo>
                    <a:cubicBezTo>
                      <a:pt x="34" y="30"/>
                      <a:pt x="42" y="25"/>
                      <a:pt x="45" y="17"/>
                    </a:cubicBezTo>
                    <a:cubicBezTo>
                      <a:pt x="51" y="2"/>
                      <a:pt x="32" y="0"/>
                      <a:pt x="23" y="3"/>
                    </a:cubicBezTo>
                    <a:cubicBezTo>
                      <a:pt x="21" y="3"/>
                      <a:pt x="19" y="5"/>
                      <a:pt x="19" y="6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6" name="Freeform 79">
                <a:extLst>
                  <a:ext uri="{FF2B5EF4-FFF2-40B4-BE49-F238E27FC236}">
                    <a16:creationId xmlns:a16="http://schemas.microsoft.com/office/drawing/2014/main" id="{348921FF-6835-4039-8FF6-0D5839E34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2157"/>
                <a:ext cx="58" cy="53"/>
              </a:xfrm>
              <a:custGeom>
                <a:avLst/>
                <a:gdLst>
                  <a:gd name="T0" fmla="*/ 126 w 39"/>
                  <a:gd name="T1" fmla="*/ 28 h 36"/>
                  <a:gd name="T2" fmla="*/ 80 w 39"/>
                  <a:gd name="T3" fmla="*/ 15 h 36"/>
                  <a:gd name="T4" fmla="*/ 19 w 39"/>
                  <a:gd name="T5" fmla="*/ 52 h 36"/>
                  <a:gd name="T6" fmla="*/ 13 w 39"/>
                  <a:gd name="T7" fmla="*/ 102 h 36"/>
                  <a:gd name="T8" fmla="*/ 59 w 39"/>
                  <a:gd name="T9" fmla="*/ 109 h 36"/>
                  <a:gd name="T10" fmla="*/ 46 w 39"/>
                  <a:gd name="T11" fmla="*/ 77 h 36"/>
                  <a:gd name="T12" fmla="*/ 55 w 39"/>
                  <a:gd name="T13" fmla="*/ 41 h 36"/>
                  <a:gd name="T14" fmla="*/ 126 w 39"/>
                  <a:gd name="T15" fmla="*/ 27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6">
                    <a:moveTo>
                      <a:pt x="38" y="9"/>
                    </a:moveTo>
                    <a:cubicBezTo>
                      <a:pt x="39" y="1"/>
                      <a:pt x="28" y="4"/>
                      <a:pt x="24" y="5"/>
                    </a:cubicBezTo>
                    <a:cubicBezTo>
                      <a:pt x="18" y="7"/>
                      <a:pt x="10" y="10"/>
                      <a:pt x="6" y="16"/>
                    </a:cubicBezTo>
                    <a:cubicBezTo>
                      <a:pt x="3" y="20"/>
                      <a:pt x="0" y="27"/>
                      <a:pt x="4" y="32"/>
                    </a:cubicBezTo>
                    <a:cubicBezTo>
                      <a:pt x="6" y="35"/>
                      <a:pt x="15" y="36"/>
                      <a:pt x="18" y="34"/>
                    </a:cubicBezTo>
                    <a:cubicBezTo>
                      <a:pt x="21" y="31"/>
                      <a:pt x="16" y="27"/>
                      <a:pt x="14" y="24"/>
                    </a:cubicBezTo>
                    <a:cubicBezTo>
                      <a:pt x="11" y="19"/>
                      <a:pt x="14" y="16"/>
                      <a:pt x="17" y="13"/>
                    </a:cubicBezTo>
                    <a:cubicBezTo>
                      <a:pt x="22" y="8"/>
                      <a:pt x="33" y="0"/>
                      <a:pt x="38" y="8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7" name="Freeform 80">
                <a:extLst>
                  <a:ext uri="{FF2B5EF4-FFF2-40B4-BE49-F238E27FC236}">
                    <a16:creationId xmlns:a16="http://schemas.microsoft.com/office/drawing/2014/main" id="{23149063-62EA-419B-AD7E-5FF45C53B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155"/>
                <a:ext cx="15" cy="34"/>
              </a:xfrm>
              <a:custGeom>
                <a:avLst/>
                <a:gdLst>
                  <a:gd name="T0" fmla="*/ 5 w 10"/>
                  <a:gd name="T1" fmla="*/ 0 h 23"/>
                  <a:gd name="T2" fmla="*/ 18 w 10"/>
                  <a:gd name="T3" fmla="*/ 1 h 23"/>
                  <a:gd name="T4" fmla="*/ 27 w 10"/>
                  <a:gd name="T5" fmla="*/ 13 h 23"/>
                  <a:gd name="T6" fmla="*/ 35 w 10"/>
                  <a:gd name="T7" fmla="*/ 35 h 23"/>
                  <a:gd name="T8" fmla="*/ 0 w 10"/>
                  <a:gd name="T9" fmla="*/ 74 h 23"/>
                  <a:gd name="T10" fmla="*/ 8 w 10"/>
                  <a:gd name="T11" fmla="*/ 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3">
                    <a:moveTo>
                      <a:pt x="1" y="0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2"/>
                      <a:pt x="8" y="4"/>
                    </a:cubicBezTo>
                    <a:cubicBezTo>
                      <a:pt x="10" y="6"/>
                      <a:pt x="10" y="9"/>
                      <a:pt x="10" y="11"/>
                    </a:cubicBezTo>
                    <a:cubicBezTo>
                      <a:pt x="8" y="17"/>
                      <a:pt x="5" y="20"/>
                      <a:pt x="0" y="23"/>
                    </a:cubicBezTo>
                    <a:cubicBezTo>
                      <a:pt x="5" y="19"/>
                      <a:pt x="10" y="5"/>
                      <a:pt x="2" y="1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8" name="Freeform 81">
                <a:extLst>
                  <a:ext uri="{FF2B5EF4-FFF2-40B4-BE49-F238E27FC236}">
                    <a16:creationId xmlns:a16="http://schemas.microsoft.com/office/drawing/2014/main" id="{EAB234F2-232B-4037-A284-E2806E0D0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926"/>
                <a:ext cx="140" cy="185"/>
              </a:xfrm>
              <a:custGeom>
                <a:avLst/>
                <a:gdLst>
                  <a:gd name="T0" fmla="*/ 47 w 95"/>
                  <a:gd name="T1" fmla="*/ 56 h 126"/>
                  <a:gd name="T2" fmla="*/ 217 w 95"/>
                  <a:gd name="T3" fmla="*/ 342 h 126"/>
                  <a:gd name="T4" fmla="*/ 47 w 95"/>
                  <a:gd name="T5" fmla="*/ 56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26">
                    <a:moveTo>
                      <a:pt x="15" y="18"/>
                    </a:moveTo>
                    <a:cubicBezTo>
                      <a:pt x="0" y="29"/>
                      <a:pt x="40" y="126"/>
                      <a:pt x="68" y="108"/>
                    </a:cubicBezTo>
                    <a:cubicBezTo>
                      <a:pt x="95" y="89"/>
                      <a:pt x="38" y="0"/>
                      <a:pt x="15" y="18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9" name="Freeform 82">
                <a:extLst>
                  <a:ext uri="{FF2B5EF4-FFF2-40B4-BE49-F238E27FC236}">
                    <a16:creationId xmlns:a16="http://schemas.microsoft.com/office/drawing/2014/main" id="{E3719A06-35D4-420A-8205-7127E6A92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926"/>
                <a:ext cx="140" cy="185"/>
              </a:xfrm>
              <a:custGeom>
                <a:avLst/>
                <a:gdLst>
                  <a:gd name="T0" fmla="*/ 47 w 95"/>
                  <a:gd name="T1" fmla="*/ 56 h 126"/>
                  <a:gd name="T2" fmla="*/ 217 w 95"/>
                  <a:gd name="T3" fmla="*/ 342 h 126"/>
                  <a:gd name="T4" fmla="*/ 47 w 95"/>
                  <a:gd name="T5" fmla="*/ 56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26">
                    <a:moveTo>
                      <a:pt x="15" y="18"/>
                    </a:moveTo>
                    <a:cubicBezTo>
                      <a:pt x="0" y="29"/>
                      <a:pt x="40" y="126"/>
                      <a:pt x="68" y="108"/>
                    </a:cubicBezTo>
                    <a:cubicBezTo>
                      <a:pt x="95" y="89"/>
                      <a:pt x="38" y="0"/>
                      <a:pt x="15" y="1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0" name="Freeform 83">
                <a:extLst>
                  <a:ext uri="{FF2B5EF4-FFF2-40B4-BE49-F238E27FC236}">
                    <a16:creationId xmlns:a16="http://schemas.microsoft.com/office/drawing/2014/main" id="{5B00089C-F5D7-440B-A982-2E0B91191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967"/>
                <a:ext cx="68" cy="72"/>
              </a:xfrm>
              <a:custGeom>
                <a:avLst/>
                <a:gdLst>
                  <a:gd name="T0" fmla="*/ 46 w 46"/>
                  <a:gd name="T1" fmla="*/ 101 h 49"/>
                  <a:gd name="T2" fmla="*/ 49 w 46"/>
                  <a:gd name="T3" fmla="*/ 54 h 49"/>
                  <a:gd name="T4" fmla="*/ 95 w 46"/>
                  <a:gd name="T5" fmla="*/ 73 h 49"/>
                  <a:gd name="T6" fmla="*/ 129 w 46"/>
                  <a:gd name="T7" fmla="*/ 116 h 49"/>
                  <a:gd name="T8" fmla="*/ 149 w 46"/>
                  <a:gd name="T9" fmla="*/ 156 h 49"/>
                  <a:gd name="T10" fmla="*/ 127 w 46"/>
                  <a:gd name="T11" fmla="*/ 110 h 49"/>
                  <a:gd name="T12" fmla="*/ 96 w 46"/>
                  <a:gd name="T13" fmla="*/ 69 h 49"/>
                  <a:gd name="T14" fmla="*/ 41 w 46"/>
                  <a:gd name="T15" fmla="*/ 15 h 49"/>
                  <a:gd name="T16" fmla="*/ 33 w 46"/>
                  <a:gd name="T17" fmla="*/ 88 h 49"/>
                  <a:gd name="T18" fmla="*/ 41 w 46"/>
                  <a:gd name="T19" fmla="*/ 101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9">
                    <a:moveTo>
                      <a:pt x="14" y="32"/>
                    </a:moveTo>
                    <a:cubicBezTo>
                      <a:pt x="10" y="28"/>
                      <a:pt x="12" y="20"/>
                      <a:pt x="15" y="17"/>
                    </a:cubicBezTo>
                    <a:cubicBezTo>
                      <a:pt x="18" y="14"/>
                      <a:pt x="24" y="19"/>
                      <a:pt x="29" y="23"/>
                    </a:cubicBezTo>
                    <a:cubicBezTo>
                      <a:pt x="32" y="27"/>
                      <a:pt x="37" y="32"/>
                      <a:pt x="40" y="37"/>
                    </a:cubicBezTo>
                    <a:cubicBezTo>
                      <a:pt x="41" y="40"/>
                      <a:pt x="44" y="48"/>
                      <a:pt x="46" y="49"/>
                    </a:cubicBezTo>
                    <a:cubicBezTo>
                      <a:pt x="45" y="44"/>
                      <a:pt x="41" y="39"/>
                      <a:pt x="39" y="35"/>
                    </a:cubicBezTo>
                    <a:cubicBezTo>
                      <a:pt x="36" y="30"/>
                      <a:pt x="33" y="26"/>
                      <a:pt x="30" y="22"/>
                    </a:cubicBezTo>
                    <a:cubicBezTo>
                      <a:pt x="25" y="15"/>
                      <a:pt x="19" y="8"/>
                      <a:pt x="13" y="5"/>
                    </a:cubicBezTo>
                    <a:cubicBezTo>
                      <a:pt x="0" y="0"/>
                      <a:pt x="5" y="19"/>
                      <a:pt x="10" y="28"/>
                    </a:cubicBezTo>
                    <a:cubicBezTo>
                      <a:pt x="11" y="30"/>
                      <a:pt x="12" y="32"/>
                      <a:pt x="13" y="32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1" name="Freeform 84">
                <a:extLst>
                  <a:ext uri="{FF2B5EF4-FFF2-40B4-BE49-F238E27FC236}">
                    <a16:creationId xmlns:a16="http://schemas.microsoft.com/office/drawing/2014/main" id="{1EB81FCB-26A8-4080-B6EE-F343CA01F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1998"/>
                <a:ext cx="48" cy="56"/>
              </a:xfrm>
              <a:custGeom>
                <a:avLst/>
                <a:gdLst>
                  <a:gd name="T0" fmla="*/ 15 w 33"/>
                  <a:gd name="T1" fmla="*/ 0 h 38"/>
                  <a:gd name="T2" fmla="*/ 22 w 33"/>
                  <a:gd name="T3" fmla="*/ 47 h 38"/>
                  <a:gd name="T4" fmla="*/ 61 w 33"/>
                  <a:gd name="T5" fmla="*/ 102 h 38"/>
                  <a:gd name="T6" fmla="*/ 99 w 33"/>
                  <a:gd name="T7" fmla="*/ 106 h 38"/>
                  <a:gd name="T8" fmla="*/ 89 w 33"/>
                  <a:gd name="T9" fmla="*/ 60 h 38"/>
                  <a:gd name="T10" fmla="*/ 70 w 33"/>
                  <a:gd name="T11" fmla="*/ 77 h 38"/>
                  <a:gd name="T12" fmla="*/ 42 w 33"/>
                  <a:gd name="T13" fmla="*/ 68 h 38"/>
                  <a:gd name="T14" fmla="*/ 15 w 33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8">
                    <a:moveTo>
                      <a:pt x="5" y="0"/>
                    </a:moveTo>
                    <a:cubicBezTo>
                      <a:pt x="0" y="0"/>
                      <a:pt x="5" y="11"/>
                      <a:pt x="7" y="15"/>
                    </a:cubicBezTo>
                    <a:cubicBezTo>
                      <a:pt x="10" y="21"/>
                      <a:pt x="14" y="28"/>
                      <a:pt x="20" y="32"/>
                    </a:cubicBezTo>
                    <a:cubicBezTo>
                      <a:pt x="24" y="35"/>
                      <a:pt x="29" y="38"/>
                      <a:pt x="32" y="33"/>
                    </a:cubicBezTo>
                    <a:cubicBezTo>
                      <a:pt x="33" y="31"/>
                      <a:pt x="31" y="22"/>
                      <a:pt x="29" y="19"/>
                    </a:cubicBezTo>
                    <a:cubicBezTo>
                      <a:pt x="25" y="16"/>
                      <a:pt x="24" y="22"/>
                      <a:pt x="23" y="24"/>
                    </a:cubicBezTo>
                    <a:cubicBezTo>
                      <a:pt x="21" y="27"/>
                      <a:pt x="17" y="24"/>
                      <a:pt x="14" y="21"/>
                    </a:cubicBezTo>
                    <a:cubicBezTo>
                      <a:pt x="10" y="17"/>
                      <a:pt x="1" y="6"/>
                      <a:pt x="5" y="0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2" name="Freeform 85">
                <a:extLst>
                  <a:ext uri="{FF2B5EF4-FFF2-40B4-BE49-F238E27FC236}">
                    <a16:creationId xmlns:a16="http://schemas.microsoft.com/office/drawing/2014/main" id="{F15D6D8E-4127-4367-BE7B-FAFD96B8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1977"/>
                <a:ext cx="25" cy="15"/>
              </a:xfrm>
              <a:custGeom>
                <a:avLst/>
                <a:gdLst>
                  <a:gd name="T0" fmla="*/ 0 w 17"/>
                  <a:gd name="T1" fmla="*/ 35 h 10"/>
                  <a:gd name="T2" fmla="*/ 0 w 17"/>
                  <a:gd name="T3" fmla="*/ 21 h 10"/>
                  <a:gd name="T4" fmla="*/ 1 w 17"/>
                  <a:gd name="T5" fmla="*/ 8 h 10"/>
                  <a:gd name="T6" fmla="*/ 19 w 17"/>
                  <a:gd name="T7" fmla="*/ 0 h 10"/>
                  <a:gd name="T8" fmla="*/ 54 w 17"/>
                  <a:gd name="T9" fmla="*/ 32 h 10"/>
                  <a:gd name="T10" fmla="*/ 1 w 17"/>
                  <a:gd name="T11" fmla="*/ 3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0">
                    <a:moveTo>
                      <a:pt x="0" y="10"/>
                    </a:moveTo>
                    <a:cubicBezTo>
                      <a:pt x="1" y="9"/>
                      <a:pt x="0" y="7"/>
                      <a:pt x="0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10" y="1"/>
                      <a:pt x="14" y="5"/>
                      <a:pt x="17" y="9"/>
                    </a:cubicBezTo>
                    <a:cubicBezTo>
                      <a:pt x="13" y="5"/>
                      <a:pt x="1" y="0"/>
                      <a:pt x="1" y="9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3" name="Freeform 86">
                <a:extLst>
                  <a:ext uri="{FF2B5EF4-FFF2-40B4-BE49-F238E27FC236}">
                    <a16:creationId xmlns:a16="http://schemas.microsoft.com/office/drawing/2014/main" id="{DDECAA84-7B17-478C-A462-4AED698C5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826"/>
                <a:ext cx="137" cy="185"/>
              </a:xfrm>
              <a:custGeom>
                <a:avLst/>
                <a:gdLst>
                  <a:gd name="T0" fmla="*/ 69 w 93"/>
                  <a:gd name="T1" fmla="*/ 41 h 126"/>
                  <a:gd name="T2" fmla="*/ 175 w 93"/>
                  <a:gd name="T3" fmla="*/ 354 h 126"/>
                  <a:gd name="T4" fmla="*/ 69 w 93"/>
                  <a:gd name="T5" fmla="*/ 41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26">
                    <a:moveTo>
                      <a:pt x="22" y="13"/>
                    </a:moveTo>
                    <a:cubicBezTo>
                      <a:pt x="0" y="22"/>
                      <a:pt x="17" y="126"/>
                      <a:pt x="55" y="112"/>
                    </a:cubicBezTo>
                    <a:cubicBezTo>
                      <a:pt x="93" y="99"/>
                      <a:pt x="54" y="0"/>
                      <a:pt x="22" y="13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4" name="Freeform 87">
                <a:extLst>
                  <a:ext uri="{FF2B5EF4-FFF2-40B4-BE49-F238E27FC236}">
                    <a16:creationId xmlns:a16="http://schemas.microsoft.com/office/drawing/2014/main" id="{FCD0964F-603E-4C98-A699-9B489C082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826"/>
                <a:ext cx="137" cy="185"/>
              </a:xfrm>
              <a:custGeom>
                <a:avLst/>
                <a:gdLst>
                  <a:gd name="T0" fmla="*/ 69 w 93"/>
                  <a:gd name="T1" fmla="*/ 41 h 126"/>
                  <a:gd name="T2" fmla="*/ 175 w 93"/>
                  <a:gd name="T3" fmla="*/ 354 h 126"/>
                  <a:gd name="T4" fmla="*/ 69 w 93"/>
                  <a:gd name="T5" fmla="*/ 41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26">
                    <a:moveTo>
                      <a:pt x="22" y="13"/>
                    </a:moveTo>
                    <a:cubicBezTo>
                      <a:pt x="0" y="22"/>
                      <a:pt x="17" y="126"/>
                      <a:pt x="55" y="112"/>
                    </a:cubicBezTo>
                    <a:cubicBezTo>
                      <a:pt x="93" y="99"/>
                      <a:pt x="54" y="0"/>
                      <a:pt x="22" y="1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5" name="Freeform 88">
                <a:extLst>
                  <a:ext uri="{FF2B5EF4-FFF2-40B4-BE49-F238E27FC236}">
                    <a16:creationId xmlns:a16="http://schemas.microsoft.com/office/drawing/2014/main" id="{3C7493CE-31AB-4499-BC3C-601485CC3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861"/>
                <a:ext cx="59" cy="84"/>
              </a:xfrm>
              <a:custGeom>
                <a:avLst/>
                <a:gdLst>
                  <a:gd name="T0" fmla="*/ 22 w 40"/>
                  <a:gd name="T1" fmla="*/ 113 h 57"/>
                  <a:gd name="T2" fmla="*/ 40 w 40"/>
                  <a:gd name="T3" fmla="*/ 63 h 57"/>
                  <a:gd name="T4" fmla="*/ 87 w 40"/>
                  <a:gd name="T5" fmla="*/ 88 h 57"/>
                  <a:gd name="T6" fmla="*/ 115 w 40"/>
                  <a:gd name="T7" fmla="*/ 141 h 57"/>
                  <a:gd name="T8" fmla="*/ 127 w 40"/>
                  <a:gd name="T9" fmla="*/ 183 h 57"/>
                  <a:gd name="T10" fmla="*/ 114 w 40"/>
                  <a:gd name="T11" fmla="*/ 134 h 57"/>
                  <a:gd name="T12" fmla="*/ 93 w 40"/>
                  <a:gd name="T13" fmla="*/ 88 h 57"/>
                  <a:gd name="T14" fmla="*/ 46 w 40"/>
                  <a:gd name="T15" fmla="*/ 22 h 57"/>
                  <a:gd name="T16" fmla="*/ 9 w 40"/>
                  <a:gd name="T17" fmla="*/ 96 h 57"/>
                  <a:gd name="T18" fmla="*/ 19 w 40"/>
                  <a:gd name="T19" fmla="*/ 113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57">
                    <a:moveTo>
                      <a:pt x="7" y="35"/>
                    </a:moveTo>
                    <a:cubicBezTo>
                      <a:pt x="4" y="30"/>
                      <a:pt x="9" y="22"/>
                      <a:pt x="12" y="20"/>
                    </a:cubicBezTo>
                    <a:cubicBezTo>
                      <a:pt x="18" y="17"/>
                      <a:pt x="23" y="23"/>
                      <a:pt x="27" y="28"/>
                    </a:cubicBezTo>
                    <a:cubicBezTo>
                      <a:pt x="30" y="32"/>
                      <a:pt x="34" y="39"/>
                      <a:pt x="36" y="44"/>
                    </a:cubicBezTo>
                    <a:cubicBezTo>
                      <a:pt x="36" y="47"/>
                      <a:pt x="37" y="55"/>
                      <a:pt x="39" y="57"/>
                    </a:cubicBezTo>
                    <a:cubicBezTo>
                      <a:pt x="40" y="52"/>
                      <a:pt x="37" y="46"/>
                      <a:pt x="35" y="42"/>
                    </a:cubicBezTo>
                    <a:cubicBezTo>
                      <a:pt x="33" y="37"/>
                      <a:pt x="31" y="32"/>
                      <a:pt x="29" y="28"/>
                    </a:cubicBezTo>
                    <a:cubicBezTo>
                      <a:pt x="25" y="20"/>
                      <a:pt x="21" y="11"/>
                      <a:pt x="14" y="7"/>
                    </a:cubicBezTo>
                    <a:cubicBezTo>
                      <a:pt x="1" y="0"/>
                      <a:pt x="0" y="20"/>
                      <a:pt x="3" y="30"/>
                    </a:cubicBezTo>
                    <a:cubicBezTo>
                      <a:pt x="4" y="32"/>
                      <a:pt x="5" y="34"/>
                      <a:pt x="6" y="35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6" name="Freeform 89">
                <a:extLst>
                  <a:ext uri="{FF2B5EF4-FFF2-40B4-BE49-F238E27FC236}">
                    <a16:creationId xmlns:a16="http://schemas.microsoft.com/office/drawing/2014/main" id="{C0F7F534-901A-43CB-9587-635D5E922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895"/>
                <a:ext cx="46" cy="63"/>
              </a:xfrm>
              <a:custGeom>
                <a:avLst/>
                <a:gdLst>
                  <a:gd name="T0" fmla="*/ 22 w 31"/>
                  <a:gd name="T1" fmla="*/ 1 h 43"/>
                  <a:gd name="T2" fmla="*/ 13 w 31"/>
                  <a:gd name="T3" fmla="*/ 50 h 43"/>
                  <a:gd name="T4" fmla="*/ 46 w 31"/>
                  <a:gd name="T5" fmla="*/ 114 h 43"/>
                  <a:gd name="T6" fmla="*/ 92 w 31"/>
                  <a:gd name="T7" fmla="*/ 123 h 43"/>
                  <a:gd name="T8" fmla="*/ 95 w 31"/>
                  <a:gd name="T9" fmla="*/ 75 h 43"/>
                  <a:gd name="T10" fmla="*/ 68 w 31"/>
                  <a:gd name="T11" fmla="*/ 88 h 43"/>
                  <a:gd name="T12" fmla="*/ 36 w 31"/>
                  <a:gd name="T13" fmla="*/ 75 h 43"/>
                  <a:gd name="T14" fmla="*/ 19 w 31"/>
                  <a:gd name="T15" fmla="*/ 1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43">
                    <a:moveTo>
                      <a:pt x="7" y="1"/>
                    </a:moveTo>
                    <a:cubicBezTo>
                      <a:pt x="1" y="0"/>
                      <a:pt x="3" y="12"/>
                      <a:pt x="4" y="16"/>
                    </a:cubicBezTo>
                    <a:cubicBezTo>
                      <a:pt x="6" y="23"/>
                      <a:pt x="9" y="31"/>
                      <a:pt x="14" y="36"/>
                    </a:cubicBezTo>
                    <a:cubicBezTo>
                      <a:pt x="18" y="39"/>
                      <a:pt x="24" y="43"/>
                      <a:pt x="28" y="39"/>
                    </a:cubicBezTo>
                    <a:cubicBezTo>
                      <a:pt x="30" y="36"/>
                      <a:pt x="31" y="27"/>
                      <a:pt x="29" y="24"/>
                    </a:cubicBezTo>
                    <a:cubicBezTo>
                      <a:pt x="26" y="20"/>
                      <a:pt x="23" y="26"/>
                      <a:pt x="21" y="28"/>
                    </a:cubicBezTo>
                    <a:cubicBezTo>
                      <a:pt x="17" y="30"/>
                      <a:pt x="14" y="27"/>
                      <a:pt x="11" y="24"/>
                    </a:cubicBezTo>
                    <a:cubicBezTo>
                      <a:pt x="7" y="18"/>
                      <a:pt x="0" y="6"/>
                      <a:pt x="6" y="1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7" name="Freeform 90">
                <a:extLst>
                  <a:ext uri="{FF2B5EF4-FFF2-40B4-BE49-F238E27FC236}">
                    <a16:creationId xmlns:a16="http://schemas.microsoft.com/office/drawing/2014/main" id="{EDC3CE45-490B-4294-9596-9694F445E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74"/>
                <a:ext cx="30" cy="18"/>
              </a:xfrm>
              <a:custGeom>
                <a:avLst/>
                <a:gdLst>
                  <a:gd name="T0" fmla="*/ 0 w 20"/>
                  <a:gd name="T1" fmla="*/ 32 h 12"/>
                  <a:gd name="T2" fmla="*/ 5 w 20"/>
                  <a:gd name="T3" fmla="*/ 18 h 12"/>
                  <a:gd name="T4" fmla="*/ 12 w 20"/>
                  <a:gd name="T5" fmla="*/ 8 h 12"/>
                  <a:gd name="T6" fmla="*/ 32 w 20"/>
                  <a:gd name="T7" fmla="*/ 5 h 12"/>
                  <a:gd name="T8" fmla="*/ 68 w 20"/>
                  <a:gd name="T9" fmla="*/ 41 h 12"/>
                  <a:gd name="T10" fmla="*/ 5 w 20"/>
                  <a:gd name="T11" fmla="*/ 27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2">
                    <a:moveTo>
                      <a:pt x="0" y="9"/>
                    </a:moveTo>
                    <a:cubicBezTo>
                      <a:pt x="1" y="8"/>
                      <a:pt x="1" y="6"/>
                      <a:pt x="1" y="5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4" y="3"/>
                      <a:pt x="17" y="7"/>
                      <a:pt x="20" y="12"/>
                    </a:cubicBezTo>
                    <a:cubicBezTo>
                      <a:pt x="16" y="6"/>
                      <a:pt x="4" y="0"/>
                      <a:pt x="1" y="8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8" name="Freeform 91">
                <a:extLst>
                  <a:ext uri="{FF2B5EF4-FFF2-40B4-BE49-F238E27FC236}">
                    <a16:creationId xmlns:a16="http://schemas.microsoft.com/office/drawing/2014/main" id="{D00F400D-C3D6-4B5F-9EAD-946F05201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280"/>
                <a:ext cx="180" cy="211"/>
              </a:xfrm>
              <a:custGeom>
                <a:avLst/>
                <a:gdLst>
                  <a:gd name="T0" fmla="*/ 143 w 122"/>
                  <a:gd name="T1" fmla="*/ 22 h 143"/>
                  <a:gd name="T2" fmla="*/ 196 w 122"/>
                  <a:gd name="T3" fmla="*/ 440 h 143"/>
                  <a:gd name="T4" fmla="*/ 143 w 122"/>
                  <a:gd name="T5" fmla="*/ 22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3">
                    <a:moveTo>
                      <a:pt x="45" y="7"/>
                    </a:moveTo>
                    <a:cubicBezTo>
                      <a:pt x="10" y="12"/>
                      <a:pt x="0" y="143"/>
                      <a:pt x="61" y="137"/>
                    </a:cubicBezTo>
                    <a:cubicBezTo>
                      <a:pt x="122" y="131"/>
                      <a:pt x="98" y="0"/>
                      <a:pt x="45" y="7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9" name="Freeform 92">
                <a:extLst>
                  <a:ext uri="{FF2B5EF4-FFF2-40B4-BE49-F238E27FC236}">
                    <a16:creationId xmlns:a16="http://schemas.microsoft.com/office/drawing/2014/main" id="{31A1A235-CE86-4FC1-9076-1C081F98E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280"/>
                <a:ext cx="180" cy="211"/>
              </a:xfrm>
              <a:custGeom>
                <a:avLst/>
                <a:gdLst>
                  <a:gd name="T0" fmla="*/ 143 w 122"/>
                  <a:gd name="T1" fmla="*/ 22 h 143"/>
                  <a:gd name="T2" fmla="*/ 196 w 122"/>
                  <a:gd name="T3" fmla="*/ 440 h 143"/>
                  <a:gd name="T4" fmla="*/ 143 w 122"/>
                  <a:gd name="T5" fmla="*/ 22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3">
                    <a:moveTo>
                      <a:pt x="45" y="7"/>
                    </a:moveTo>
                    <a:cubicBezTo>
                      <a:pt x="10" y="12"/>
                      <a:pt x="0" y="143"/>
                      <a:pt x="61" y="137"/>
                    </a:cubicBezTo>
                    <a:cubicBezTo>
                      <a:pt x="122" y="131"/>
                      <a:pt x="98" y="0"/>
                      <a:pt x="45" y="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0" name="Freeform 93">
                <a:extLst>
                  <a:ext uri="{FF2B5EF4-FFF2-40B4-BE49-F238E27FC236}">
                    <a16:creationId xmlns:a16="http://schemas.microsoft.com/office/drawing/2014/main" id="{66BFBDEB-9275-4F60-9CA9-6DE6C19A9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310"/>
                <a:ext cx="71" cy="117"/>
              </a:xfrm>
              <a:custGeom>
                <a:avLst/>
                <a:gdLst>
                  <a:gd name="T0" fmla="*/ 15 w 48"/>
                  <a:gd name="T1" fmla="*/ 137 h 80"/>
                  <a:gd name="T2" fmla="*/ 59 w 48"/>
                  <a:gd name="T3" fmla="*/ 88 h 80"/>
                  <a:gd name="T4" fmla="*/ 120 w 48"/>
                  <a:gd name="T5" fmla="*/ 129 h 80"/>
                  <a:gd name="T6" fmla="*/ 142 w 48"/>
                  <a:gd name="T7" fmla="*/ 197 h 80"/>
                  <a:gd name="T8" fmla="*/ 146 w 48"/>
                  <a:gd name="T9" fmla="*/ 250 h 80"/>
                  <a:gd name="T10" fmla="*/ 146 w 48"/>
                  <a:gd name="T11" fmla="*/ 189 h 80"/>
                  <a:gd name="T12" fmla="*/ 133 w 48"/>
                  <a:gd name="T13" fmla="*/ 129 h 80"/>
                  <a:gd name="T14" fmla="*/ 81 w 48"/>
                  <a:gd name="T15" fmla="*/ 38 h 80"/>
                  <a:gd name="T16" fmla="*/ 1 w 48"/>
                  <a:gd name="T17" fmla="*/ 116 h 80"/>
                  <a:gd name="T18" fmla="*/ 13 w 48"/>
                  <a:gd name="T19" fmla="*/ 137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80">
                    <a:moveTo>
                      <a:pt x="5" y="44"/>
                    </a:moveTo>
                    <a:cubicBezTo>
                      <a:pt x="2" y="37"/>
                      <a:pt x="13" y="29"/>
                      <a:pt x="18" y="28"/>
                    </a:cubicBezTo>
                    <a:cubicBezTo>
                      <a:pt x="27" y="26"/>
                      <a:pt x="34" y="34"/>
                      <a:pt x="37" y="41"/>
                    </a:cubicBezTo>
                    <a:cubicBezTo>
                      <a:pt x="41" y="48"/>
                      <a:pt x="44" y="56"/>
                      <a:pt x="44" y="63"/>
                    </a:cubicBezTo>
                    <a:cubicBezTo>
                      <a:pt x="45" y="67"/>
                      <a:pt x="42" y="78"/>
                      <a:pt x="45" y="80"/>
                    </a:cubicBezTo>
                    <a:cubicBezTo>
                      <a:pt x="48" y="74"/>
                      <a:pt x="46" y="66"/>
                      <a:pt x="45" y="60"/>
                    </a:cubicBezTo>
                    <a:cubicBezTo>
                      <a:pt x="44" y="54"/>
                      <a:pt x="42" y="48"/>
                      <a:pt x="41" y="41"/>
                    </a:cubicBezTo>
                    <a:cubicBezTo>
                      <a:pt x="37" y="31"/>
                      <a:pt x="34" y="19"/>
                      <a:pt x="25" y="12"/>
                    </a:cubicBezTo>
                    <a:cubicBezTo>
                      <a:pt x="8" y="0"/>
                      <a:pt x="0" y="24"/>
                      <a:pt x="1" y="37"/>
                    </a:cubicBezTo>
                    <a:cubicBezTo>
                      <a:pt x="2" y="39"/>
                      <a:pt x="2" y="43"/>
                      <a:pt x="4" y="44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1" name="Freeform 94">
                <a:extLst>
                  <a:ext uri="{FF2B5EF4-FFF2-40B4-BE49-F238E27FC236}">
                    <a16:creationId xmlns:a16="http://schemas.microsoft.com/office/drawing/2014/main" id="{FA192C9D-2386-4497-92AB-249A307CB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352"/>
                <a:ext cx="58" cy="87"/>
              </a:xfrm>
              <a:custGeom>
                <a:avLst/>
                <a:gdLst>
                  <a:gd name="T0" fmla="*/ 42 w 39"/>
                  <a:gd name="T1" fmla="*/ 13 h 59"/>
                  <a:gd name="T2" fmla="*/ 13 w 39"/>
                  <a:gd name="T3" fmla="*/ 68 h 59"/>
                  <a:gd name="T4" fmla="*/ 40 w 39"/>
                  <a:gd name="T5" fmla="*/ 155 h 59"/>
                  <a:gd name="T6" fmla="*/ 101 w 39"/>
                  <a:gd name="T7" fmla="*/ 175 h 59"/>
                  <a:gd name="T8" fmla="*/ 122 w 39"/>
                  <a:gd name="T9" fmla="*/ 122 h 59"/>
                  <a:gd name="T10" fmla="*/ 80 w 39"/>
                  <a:gd name="T11" fmla="*/ 128 h 59"/>
                  <a:gd name="T12" fmla="*/ 36 w 39"/>
                  <a:gd name="T13" fmla="*/ 102 h 59"/>
                  <a:gd name="T14" fmla="*/ 40 w 39"/>
                  <a:gd name="T15" fmla="*/ 13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59">
                    <a:moveTo>
                      <a:pt x="13" y="4"/>
                    </a:moveTo>
                    <a:cubicBezTo>
                      <a:pt x="4" y="0"/>
                      <a:pt x="3" y="16"/>
                      <a:pt x="4" y="21"/>
                    </a:cubicBezTo>
                    <a:cubicBezTo>
                      <a:pt x="5" y="30"/>
                      <a:pt x="6" y="40"/>
                      <a:pt x="12" y="48"/>
                    </a:cubicBezTo>
                    <a:cubicBezTo>
                      <a:pt x="16" y="53"/>
                      <a:pt x="23" y="59"/>
                      <a:pt x="31" y="55"/>
                    </a:cubicBezTo>
                    <a:cubicBezTo>
                      <a:pt x="35" y="53"/>
                      <a:pt x="39" y="42"/>
                      <a:pt x="37" y="38"/>
                    </a:cubicBezTo>
                    <a:cubicBezTo>
                      <a:pt x="34" y="32"/>
                      <a:pt x="28" y="39"/>
                      <a:pt x="24" y="40"/>
                    </a:cubicBezTo>
                    <a:cubicBezTo>
                      <a:pt x="18" y="42"/>
                      <a:pt x="14" y="37"/>
                      <a:pt x="11" y="32"/>
                    </a:cubicBezTo>
                    <a:cubicBezTo>
                      <a:pt x="7" y="25"/>
                      <a:pt x="0" y="8"/>
                      <a:pt x="12" y="4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2" name="Freeform 95">
                <a:extLst>
                  <a:ext uri="{FF2B5EF4-FFF2-40B4-BE49-F238E27FC236}">
                    <a16:creationId xmlns:a16="http://schemas.microsoft.com/office/drawing/2014/main" id="{AFD41E6D-1CF1-440D-9B59-1FFEC1331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329"/>
                <a:ext cx="42" cy="28"/>
              </a:xfrm>
              <a:custGeom>
                <a:avLst/>
                <a:gdLst>
                  <a:gd name="T0" fmla="*/ 0 w 28"/>
                  <a:gd name="T1" fmla="*/ 32 h 19"/>
                  <a:gd name="T2" fmla="*/ 8 w 28"/>
                  <a:gd name="T3" fmla="*/ 15 h 19"/>
                  <a:gd name="T4" fmla="*/ 26 w 28"/>
                  <a:gd name="T5" fmla="*/ 6 h 19"/>
                  <a:gd name="T6" fmla="*/ 54 w 28"/>
                  <a:gd name="T7" fmla="*/ 6 h 19"/>
                  <a:gd name="T8" fmla="*/ 95 w 28"/>
                  <a:gd name="T9" fmla="*/ 60 h 19"/>
                  <a:gd name="T10" fmla="*/ 8 w 28"/>
                  <a:gd name="T11" fmla="*/ 2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9">
                    <a:moveTo>
                      <a:pt x="0" y="10"/>
                    </a:moveTo>
                    <a:cubicBezTo>
                      <a:pt x="1" y="9"/>
                      <a:pt x="1" y="7"/>
                      <a:pt x="2" y="5"/>
                    </a:cubicBezTo>
                    <a:cubicBezTo>
                      <a:pt x="3" y="4"/>
                      <a:pt x="5" y="3"/>
                      <a:pt x="7" y="2"/>
                    </a:cubicBezTo>
                    <a:cubicBezTo>
                      <a:pt x="10" y="0"/>
                      <a:pt x="13" y="1"/>
                      <a:pt x="16" y="2"/>
                    </a:cubicBezTo>
                    <a:cubicBezTo>
                      <a:pt x="23" y="6"/>
                      <a:pt x="26" y="12"/>
                      <a:pt x="28" y="19"/>
                    </a:cubicBezTo>
                    <a:cubicBezTo>
                      <a:pt x="24" y="11"/>
                      <a:pt x="9" y="0"/>
                      <a:pt x="2" y="9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3" name="Freeform 96">
                <a:extLst>
                  <a:ext uri="{FF2B5EF4-FFF2-40B4-BE49-F238E27FC236}">
                    <a16:creationId xmlns:a16="http://schemas.microsoft.com/office/drawing/2014/main" id="{26EF62FC-CCED-4D5D-B369-B6EB2D7A3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190"/>
                <a:ext cx="182" cy="173"/>
              </a:xfrm>
              <a:custGeom>
                <a:avLst/>
                <a:gdLst>
                  <a:gd name="T0" fmla="*/ 230 w 124"/>
                  <a:gd name="T1" fmla="*/ 22 h 117"/>
                  <a:gd name="T2" fmla="*/ 188 w 124"/>
                  <a:gd name="T3" fmla="*/ 333 h 117"/>
                  <a:gd name="T4" fmla="*/ 230 w 124"/>
                  <a:gd name="T5" fmla="*/ 22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117">
                    <a:moveTo>
                      <a:pt x="73" y="7"/>
                    </a:moveTo>
                    <a:cubicBezTo>
                      <a:pt x="39" y="0"/>
                      <a:pt x="0" y="88"/>
                      <a:pt x="59" y="103"/>
                    </a:cubicBezTo>
                    <a:cubicBezTo>
                      <a:pt x="118" y="117"/>
                      <a:pt x="124" y="18"/>
                      <a:pt x="73" y="7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4" name="Freeform 97">
                <a:extLst>
                  <a:ext uri="{FF2B5EF4-FFF2-40B4-BE49-F238E27FC236}">
                    <a16:creationId xmlns:a16="http://schemas.microsoft.com/office/drawing/2014/main" id="{26348B35-2E8A-4421-8949-610F6777E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190"/>
                <a:ext cx="182" cy="173"/>
              </a:xfrm>
              <a:custGeom>
                <a:avLst/>
                <a:gdLst>
                  <a:gd name="T0" fmla="*/ 230 w 124"/>
                  <a:gd name="T1" fmla="*/ 22 h 117"/>
                  <a:gd name="T2" fmla="*/ 188 w 124"/>
                  <a:gd name="T3" fmla="*/ 333 h 117"/>
                  <a:gd name="T4" fmla="*/ 230 w 124"/>
                  <a:gd name="T5" fmla="*/ 22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117">
                    <a:moveTo>
                      <a:pt x="73" y="7"/>
                    </a:moveTo>
                    <a:cubicBezTo>
                      <a:pt x="39" y="0"/>
                      <a:pt x="0" y="88"/>
                      <a:pt x="59" y="103"/>
                    </a:cubicBezTo>
                    <a:cubicBezTo>
                      <a:pt x="118" y="117"/>
                      <a:pt x="124" y="18"/>
                      <a:pt x="73" y="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5" name="Freeform 98">
                <a:extLst>
                  <a:ext uri="{FF2B5EF4-FFF2-40B4-BE49-F238E27FC236}">
                    <a16:creationId xmlns:a16="http://schemas.microsoft.com/office/drawing/2014/main" id="{67E0F449-7052-4C0F-A8E8-8B13F9DFA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213"/>
                <a:ext cx="55" cy="98"/>
              </a:xfrm>
              <a:custGeom>
                <a:avLst/>
                <a:gdLst>
                  <a:gd name="T0" fmla="*/ 6 w 37"/>
                  <a:gd name="T1" fmla="*/ 94 h 67"/>
                  <a:gd name="T2" fmla="*/ 62 w 37"/>
                  <a:gd name="T3" fmla="*/ 73 h 67"/>
                  <a:gd name="T4" fmla="*/ 113 w 37"/>
                  <a:gd name="T5" fmla="*/ 120 h 67"/>
                  <a:gd name="T6" fmla="*/ 119 w 37"/>
                  <a:gd name="T7" fmla="*/ 176 h 67"/>
                  <a:gd name="T8" fmla="*/ 109 w 37"/>
                  <a:gd name="T9" fmla="*/ 209 h 67"/>
                  <a:gd name="T10" fmla="*/ 122 w 37"/>
                  <a:gd name="T11" fmla="*/ 170 h 67"/>
                  <a:gd name="T12" fmla="*/ 122 w 37"/>
                  <a:gd name="T13" fmla="*/ 121 h 67"/>
                  <a:gd name="T14" fmla="*/ 92 w 37"/>
                  <a:gd name="T15" fmla="*/ 42 h 67"/>
                  <a:gd name="T16" fmla="*/ 0 w 37"/>
                  <a:gd name="T17" fmla="*/ 75 h 67"/>
                  <a:gd name="T18" fmla="*/ 6 w 37"/>
                  <a:gd name="T19" fmla="*/ 94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67">
                    <a:moveTo>
                      <a:pt x="2" y="30"/>
                    </a:moveTo>
                    <a:cubicBezTo>
                      <a:pt x="1" y="24"/>
                      <a:pt x="13" y="22"/>
                      <a:pt x="19" y="23"/>
                    </a:cubicBezTo>
                    <a:cubicBezTo>
                      <a:pt x="28" y="24"/>
                      <a:pt x="32" y="32"/>
                      <a:pt x="34" y="38"/>
                    </a:cubicBezTo>
                    <a:cubicBezTo>
                      <a:pt x="35" y="43"/>
                      <a:pt x="36" y="51"/>
                      <a:pt x="36" y="56"/>
                    </a:cubicBezTo>
                    <a:cubicBezTo>
                      <a:pt x="35" y="58"/>
                      <a:pt x="30" y="65"/>
                      <a:pt x="33" y="67"/>
                    </a:cubicBezTo>
                    <a:cubicBezTo>
                      <a:pt x="36" y="64"/>
                      <a:pt x="36" y="58"/>
                      <a:pt x="37" y="54"/>
                    </a:cubicBezTo>
                    <a:cubicBezTo>
                      <a:pt x="37" y="49"/>
                      <a:pt x="37" y="44"/>
                      <a:pt x="37" y="39"/>
                    </a:cubicBezTo>
                    <a:cubicBezTo>
                      <a:pt x="36" y="31"/>
                      <a:pt x="35" y="22"/>
                      <a:pt x="28" y="14"/>
                    </a:cubicBezTo>
                    <a:cubicBezTo>
                      <a:pt x="15" y="0"/>
                      <a:pt x="2" y="15"/>
                      <a:pt x="0" y="24"/>
                    </a:cubicBezTo>
                    <a:cubicBezTo>
                      <a:pt x="0" y="26"/>
                      <a:pt x="0" y="28"/>
                      <a:pt x="2" y="30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6" name="Freeform 99">
                <a:extLst>
                  <a:ext uri="{FF2B5EF4-FFF2-40B4-BE49-F238E27FC236}">
                    <a16:creationId xmlns:a16="http://schemas.microsoft.com/office/drawing/2014/main" id="{753F495D-9599-412B-A070-9B0224FD6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243"/>
                <a:ext cx="46" cy="70"/>
              </a:xfrm>
              <a:custGeom>
                <a:avLst/>
                <a:gdLst>
                  <a:gd name="T0" fmla="*/ 49 w 31"/>
                  <a:gd name="T1" fmla="*/ 15 h 47"/>
                  <a:gd name="T2" fmla="*/ 6 w 31"/>
                  <a:gd name="T3" fmla="*/ 46 h 47"/>
                  <a:gd name="T4" fmla="*/ 13 w 31"/>
                  <a:gd name="T5" fmla="*/ 115 h 47"/>
                  <a:gd name="T6" fmla="*/ 68 w 31"/>
                  <a:gd name="T7" fmla="*/ 155 h 47"/>
                  <a:gd name="T8" fmla="*/ 99 w 31"/>
                  <a:gd name="T9" fmla="*/ 119 h 47"/>
                  <a:gd name="T10" fmla="*/ 59 w 31"/>
                  <a:gd name="T11" fmla="*/ 113 h 47"/>
                  <a:gd name="T12" fmla="*/ 22 w 31"/>
                  <a:gd name="T13" fmla="*/ 82 h 47"/>
                  <a:gd name="T14" fmla="*/ 46 w 31"/>
                  <a:gd name="T15" fmla="*/ 15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47">
                    <a:moveTo>
                      <a:pt x="15" y="5"/>
                    </a:moveTo>
                    <a:cubicBezTo>
                      <a:pt x="7" y="0"/>
                      <a:pt x="3" y="11"/>
                      <a:pt x="2" y="14"/>
                    </a:cubicBezTo>
                    <a:cubicBezTo>
                      <a:pt x="1" y="21"/>
                      <a:pt x="0" y="28"/>
                      <a:pt x="4" y="35"/>
                    </a:cubicBezTo>
                    <a:cubicBezTo>
                      <a:pt x="7" y="41"/>
                      <a:pt x="13" y="47"/>
                      <a:pt x="21" y="47"/>
                    </a:cubicBezTo>
                    <a:cubicBezTo>
                      <a:pt x="25" y="46"/>
                      <a:pt x="31" y="40"/>
                      <a:pt x="30" y="36"/>
                    </a:cubicBezTo>
                    <a:cubicBezTo>
                      <a:pt x="29" y="32"/>
                      <a:pt x="21" y="34"/>
                      <a:pt x="18" y="34"/>
                    </a:cubicBezTo>
                    <a:cubicBezTo>
                      <a:pt x="11" y="33"/>
                      <a:pt x="9" y="29"/>
                      <a:pt x="7" y="25"/>
                    </a:cubicBezTo>
                    <a:cubicBezTo>
                      <a:pt x="5" y="18"/>
                      <a:pt x="2" y="4"/>
                      <a:pt x="14" y="5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7" name="Freeform 100">
                <a:extLst>
                  <a:ext uri="{FF2B5EF4-FFF2-40B4-BE49-F238E27FC236}">
                    <a16:creationId xmlns:a16="http://schemas.microsoft.com/office/drawing/2014/main" id="{20CBDA7B-482C-4D4E-9B8E-9C568351F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230"/>
                <a:ext cx="36" cy="28"/>
              </a:xfrm>
              <a:custGeom>
                <a:avLst/>
                <a:gdLst>
                  <a:gd name="T0" fmla="*/ 0 w 25"/>
                  <a:gd name="T1" fmla="*/ 13 h 19"/>
                  <a:gd name="T2" fmla="*/ 9 w 25"/>
                  <a:gd name="T3" fmla="*/ 6 h 19"/>
                  <a:gd name="T4" fmla="*/ 24 w 25"/>
                  <a:gd name="T5" fmla="*/ 0 h 19"/>
                  <a:gd name="T6" fmla="*/ 50 w 25"/>
                  <a:gd name="T7" fmla="*/ 13 h 19"/>
                  <a:gd name="T8" fmla="*/ 75 w 25"/>
                  <a:gd name="T9" fmla="*/ 60 h 19"/>
                  <a:gd name="T10" fmla="*/ 6 w 25"/>
                  <a:gd name="T11" fmla="*/ 1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9">
                    <a:moveTo>
                      <a:pt x="0" y="4"/>
                    </a:moveTo>
                    <a:cubicBezTo>
                      <a:pt x="1" y="4"/>
                      <a:pt x="2" y="2"/>
                      <a:pt x="3" y="2"/>
                    </a:cubicBezTo>
                    <a:cubicBezTo>
                      <a:pt x="5" y="1"/>
                      <a:pt x="6" y="1"/>
                      <a:pt x="8" y="0"/>
                    </a:cubicBezTo>
                    <a:cubicBezTo>
                      <a:pt x="12" y="0"/>
                      <a:pt x="15" y="2"/>
                      <a:pt x="17" y="4"/>
                    </a:cubicBezTo>
                    <a:cubicBezTo>
                      <a:pt x="22" y="8"/>
                      <a:pt x="24" y="13"/>
                      <a:pt x="25" y="19"/>
                    </a:cubicBezTo>
                    <a:cubicBezTo>
                      <a:pt x="22" y="12"/>
                      <a:pt x="11" y="0"/>
                      <a:pt x="2" y="4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8" name="Freeform 101">
                <a:extLst>
                  <a:ext uri="{FF2B5EF4-FFF2-40B4-BE49-F238E27FC236}">
                    <a16:creationId xmlns:a16="http://schemas.microsoft.com/office/drawing/2014/main" id="{6494EC86-B817-4183-AA6E-2527C4C87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29"/>
                <a:ext cx="178" cy="165"/>
              </a:xfrm>
              <a:custGeom>
                <a:avLst/>
                <a:gdLst>
                  <a:gd name="T0" fmla="*/ 225 w 121"/>
                  <a:gd name="T1" fmla="*/ 22 h 112"/>
                  <a:gd name="T2" fmla="*/ 184 w 121"/>
                  <a:gd name="T3" fmla="*/ 312 h 112"/>
                  <a:gd name="T4" fmla="*/ 225 w 121"/>
                  <a:gd name="T5" fmla="*/ 22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12">
                    <a:moveTo>
                      <a:pt x="71" y="7"/>
                    </a:moveTo>
                    <a:cubicBezTo>
                      <a:pt x="38" y="0"/>
                      <a:pt x="0" y="83"/>
                      <a:pt x="58" y="98"/>
                    </a:cubicBezTo>
                    <a:cubicBezTo>
                      <a:pt x="115" y="112"/>
                      <a:pt x="121" y="18"/>
                      <a:pt x="71" y="7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9" name="Freeform 102">
                <a:extLst>
                  <a:ext uri="{FF2B5EF4-FFF2-40B4-BE49-F238E27FC236}">
                    <a16:creationId xmlns:a16="http://schemas.microsoft.com/office/drawing/2014/main" id="{D1DF269B-B3B9-4A60-9F3A-09054F2AC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29"/>
                <a:ext cx="178" cy="165"/>
              </a:xfrm>
              <a:custGeom>
                <a:avLst/>
                <a:gdLst>
                  <a:gd name="T0" fmla="*/ 225 w 121"/>
                  <a:gd name="T1" fmla="*/ 22 h 112"/>
                  <a:gd name="T2" fmla="*/ 184 w 121"/>
                  <a:gd name="T3" fmla="*/ 312 h 112"/>
                  <a:gd name="T4" fmla="*/ 225 w 121"/>
                  <a:gd name="T5" fmla="*/ 22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12">
                    <a:moveTo>
                      <a:pt x="71" y="7"/>
                    </a:moveTo>
                    <a:cubicBezTo>
                      <a:pt x="38" y="0"/>
                      <a:pt x="0" y="83"/>
                      <a:pt x="58" y="98"/>
                    </a:cubicBezTo>
                    <a:cubicBezTo>
                      <a:pt x="115" y="112"/>
                      <a:pt x="121" y="18"/>
                      <a:pt x="71" y="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0" name="Freeform 103">
                <a:extLst>
                  <a:ext uri="{FF2B5EF4-FFF2-40B4-BE49-F238E27FC236}">
                    <a16:creationId xmlns:a16="http://schemas.microsoft.com/office/drawing/2014/main" id="{9792892A-114A-4429-8FF2-71A46B6F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551"/>
                <a:ext cx="53" cy="94"/>
              </a:xfrm>
              <a:custGeom>
                <a:avLst/>
                <a:gdLst>
                  <a:gd name="T0" fmla="*/ 6 w 36"/>
                  <a:gd name="T1" fmla="*/ 88 h 64"/>
                  <a:gd name="T2" fmla="*/ 59 w 36"/>
                  <a:gd name="T3" fmla="*/ 68 h 64"/>
                  <a:gd name="T4" fmla="*/ 102 w 36"/>
                  <a:gd name="T5" fmla="*/ 115 h 64"/>
                  <a:gd name="T6" fmla="*/ 109 w 36"/>
                  <a:gd name="T7" fmla="*/ 165 h 64"/>
                  <a:gd name="T8" fmla="*/ 102 w 36"/>
                  <a:gd name="T9" fmla="*/ 203 h 64"/>
                  <a:gd name="T10" fmla="*/ 113 w 36"/>
                  <a:gd name="T11" fmla="*/ 157 h 64"/>
                  <a:gd name="T12" fmla="*/ 113 w 36"/>
                  <a:gd name="T13" fmla="*/ 116 h 64"/>
                  <a:gd name="T14" fmla="*/ 87 w 36"/>
                  <a:gd name="T15" fmla="*/ 41 h 64"/>
                  <a:gd name="T16" fmla="*/ 0 w 36"/>
                  <a:gd name="T17" fmla="*/ 69 h 64"/>
                  <a:gd name="T18" fmla="*/ 1 w 36"/>
                  <a:gd name="T19" fmla="*/ 87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64">
                    <a:moveTo>
                      <a:pt x="2" y="28"/>
                    </a:moveTo>
                    <a:cubicBezTo>
                      <a:pt x="0" y="22"/>
                      <a:pt x="12" y="20"/>
                      <a:pt x="18" y="21"/>
                    </a:cubicBezTo>
                    <a:cubicBezTo>
                      <a:pt x="26" y="22"/>
                      <a:pt x="30" y="30"/>
                      <a:pt x="32" y="36"/>
                    </a:cubicBezTo>
                    <a:cubicBezTo>
                      <a:pt x="34" y="41"/>
                      <a:pt x="35" y="48"/>
                      <a:pt x="34" y="52"/>
                    </a:cubicBezTo>
                    <a:cubicBezTo>
                      <a:pt x="34" y="55"/>
                      <a:pt x="29" y="61"/>
                      <a:pt x="32" y="64"/>
                    </a:cubicBezTo>
                    <a:cubicBezTo>
                      <a:pt x="35" y="61"/>
                      <a:pt x="35" y="54"/>
                      <a:pt x="35" y="50"/>
                    </a:cubicBezTo>
                    <a:cubicBezTo>
                      <a:pt x="36" y="46"/>
                      <a:pt x="36" y="41"/>
                      <a:pt x="35" y="37"/>
                    </a:cubicBezTo>
                    <a:cubicBezTo>
                      <a:pt x="35" y="29"/>
                      <a:pt x="34" y="20"/>
                      <a:pt x="27" y="13"/>
                    </a:cubicBezTo>
                    <a:cubicBezTo>
                      <a:pt x="14" y="0"/>
                      <a:pt x="2" y="13"/>
                      <a:pt x="0" y="22"/>
                    </a:cubicBezTo>
                    <a:cubicBezTo>
                      <a:pt x="0" y="24"/>
                      <a:pt x="0" y="26"/>
                      <a:pt x="1" y="27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1" name="Freeform 104">
                <a:extLst>
                  <a:ext uri="{FF2B5EF4-FFF2-40B4-BE49-F238E27FC236}">
                    <a16:creationId xmlns:a16="http://schemas.microsoft.com/office/drawing/2014/main" id="{AB1CC246-4952-453E-AA01-0B21AB42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579"/>
                <a:ext cx="44" cy="66"/>
              </a:xfrm>
              <a:custGeom>
                <a:avLst/>
                <a:gdLst>
                  <a:gd name="T0" fmla="*/ 45 w 30"/>
                  <a:gd name="T1" fmla="*/ 15 h 45"/>
                  <a:gd name="T2" fmla="*/ 6 w 30"/>
                  <a:gd name="T3" fmla="*/ 45 h 45"/>
                  <a:gd name="T4" fmla="*/ 13 w 30"/>
                  <a:gd name="T5" fmla="*/ 107 h 45"/>
                  <a:gd name="T6" fmla="*/ 63 w 30"/>
                  <a:gd name="T7" fmla="*/ 142 h 45"/>
                  <a:gd name="T8" fmla="*/ 92 w 30"/>
                  <a:gd name="T9" fmla="*/ 110 h 45"/>
                  <a:gd name="T10" fmla="*/ 54 w 30"/>
                  <a:gd name="T11" fmla="*/ 101 h 45"/>
                  <a:gd name="T12" fmla="*/ 19 w 30"/>
                  <a:gd name="T13" fmla="*/ 75 h 45"/>
                  <a:gd name="T14" fmla="*/ 41 w 30"/>
                  <a:gd name="T15" fmla="*/ 1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5">
                    <a:moveTo>
                      <a:pt x="14" y="5"/>
                    </a:moveTo>
                    <a:cubicBezTo>
                      <a:pt x="7" y="0"/>
                      <a:pt x="3" y="10"/>
                      <a:pt x="2" y="14"/>
                    </a:cubicBezTo>
                    <a:cubicBezTo>
                      <a:pt x="1" y="20"/>
                      <a:pt x="0" y="27"/>
                      <a:pt x="4" y="34"/>
                    </a:cubicBezTo>
                    <a:cubicBezTo>
                      <a:pt x="7" y="39"/>
                      <a:pt x="12" y="45"/>
                      <a:pt x="20" y="45"/>
                    </a:cubicBezTo>
                    <a:cubicBezTo>
                      <a:pt x="24" y="44"/>
                      <a:pt x="30" y="39"/>
                      <a:pt x="29" y="35"/>
                    </a:cubicBezTo>
                    <a:cubicBezTo>
                      <a:pt x="28" y="30"/>
                      <a:pt x="20" y="33"/>
                      <a:pt x="17" y="32"/>
                    </a:cubicBezTo>
                    <a:cubicBezTo>
                      <a:pt x="10" y="32"/>
                      <a:pt x="8" y="28"/>
                      <a:pt x="6" y="24"/>
                    </a:cubicBezTo>
                    <a:cubicBezTo>
                      <a:pt x="4" y="17"/>
                      <a:pt x="2" y="5"/>
                      <a:pt x="13" y="5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2" name="Freeform 105">
                <a:extLst>
                  <a:ext uri="{FF2B5EF4-FFF2-40B4-BE49-F238E27FC236}">
                    <a16:creationId xmlns:a16="http://schemas.microsoft.com/office/drawing/2014/main" id="{F83B2A14-D526-400C-B697-A7C27092F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566"/>
                <a:ext cx="35" cy="28"/>
              </a:xfrm>
              <a:custGeom>
                <a:avLst/>
                <a:gdLst>
                  <a:gd name="T0" fmla="*/ 0 w 24"/>
                  <a:gd name="T1" fmla="*/ 15 h 19"/>
                  <a:gd name="T2" fmla="*/ 9 w 24"/>
                  <a:gd name="T3" fmla="*/ 6 h 19"/>
                  <a:gd name="T4" fmla="*/ 26 w 24"/>
                  <a:gd name="T5" fmla="*/ 1 h 19"/>
                  <a:gd name="T6" fmla="*/ 53 w 24"/>
                  <a:gd name="T7" fmla="*/ 13 h 19"/>
                  <a:gd name="T8" fmla="*/ 74 w 24"/>
                  <a:gd name="T9" fmla="*/ 60 h 19"/>
                  <a:gd name="T10" fmla="*/ 6 w 24"/>
                  <a:gd name="T11" fmla="*/ 1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0" y="5"/>
                    </a:moveTo>
                    <a:cubicBezTo>
                      <a:pt x="1" y="4"/>
                      <a:pt x="2" y="3"/>
                      <a:pt x="3" y="2"/>
                    </a:cubicBezTo>
                    <a:cubicBezTo>
                      <a:pt x="5" y="2"/>
                      <a:pt x="6" y="1"/>
                      <a:pt x="8" y="1"/>
                    </a:cubicBezTo>
                    <a:cubicBezTo>
                      <a:pt x="11" y="1"/>
                      <a:pt x="14" y="2"/>
                      <a:pt x="17" y="4"/>
                    </a:cubicBezTo>
                    <a:cubicBezTo>
                      <a:pt x="22" y="9"/>
                      <a:pt x="24" y="14"/>
                      <a:pt x="24" y="19"/>
                    </a:cubicBezTo>
                    <a:cubicBezTo>
                      <a:pt x="22" y="12"/>
                      <a:pt x="10" y="0"/>
                      <a:pt x="2" y="4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3" name="Freeform 106">
                <a:extLst>
                  <a:ext uri="{FF2B5EF4-FFF2-40B4-BE49-F238E27FC236}">
                    <a16:creationId xmlns:a16="http://schemas.microsoft.com/office/drawing/2014/main" id="{591C6D64-E7BB-4764-971B-5F7472C22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949"/>
                <a:ext cx="266" cy="262"/>
              </a:xfrm>
              <a:custGeom>
                <a:avLst/>
                <a:gdLst>
                  <a:gd name="T0" fmla="*/ 417 w 181"/>
                  <a:gd name="T1" fmla="*/ 79 h 178"/>
                  <a:gd name="T2" fmla="*/ 181 w 181"/>
                  <a:gd name="T3" fmla="*/ 424 h 178"/>
                  <a:gd name="T4" fmla="*/ 417 w 181"/>
                  <a:gd name="T5" fmla="*/ 79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178">
                    <a:moveTo>
                      <a:pt x="131" y="25"/>
                    </a:moveTo>
                    <a:cubicBezTo>
                      <a:pt x="97" y="0"/>
                      <a:pt x="0" y="88"/>
                      <a:pt x="57" y="133"/>
                    </a:cubicBezTo>
                    <a:cubicBezTo>
                      <a:pt x="114" y="178"/>
                      <a:pt x="181" y="61"/>
                      <a:pt x="131" y="25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4" name="Freeform 107">
                <a:extLst>
                  <a:ext uri="{FF2B5EF4-FFF2-40B4-BE49-F238E27FC236}">
                    <a16:creationId xmlns:a16="http://schemas.microsoft.com/office/drawing/2014/main" id="{2ACFB5C4-CEEE-43EC-B810-1433F0007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949"/>
                <a:ext cx="266" cy="262"/>
              </a:xfrm>
              <a:custGeom>
                <a:avLst/>
                <a:gdLst>
                  <a:gd name="T0" fmla="*/ 417 w 181"/>
                  <a:gd name="T1" fmla="*/ 79 h 178"/>
                  <a:gd name="T2" fmla="*/ 181 w 181"/>
                  <a:gd name="T3" fmla="*/ 424 h 178"/>
                  <a:gd name="T4" fmla="*/ 417 w 181"/>
                  <a:gd name="T5" fmla="*/ 79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178">
                    <a:moveTo>
                      <a:pt x="131" y="25"/>
                    </a:moveTo>
                    <a:cubicBezTo>
                      <a:pt x="97" y="0"/>
                      <a:pt x="0" y="88"/>
                      <a:pt x="57" y="133"/>
                    </a:cubicBezTo>
                    <a:cubicBezTo>
                      <a:pt x="114" y="178"/>
                      <a:pt x="181" y="61"/>
                      <a:pt x="131" y="2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5" name="Freeform 108">
                <a:extLst>
                  <a:ext uri="{FF2B5EF4-FFF2-40B4-BE49-F238E27FC236}">
                    <a16:creationId xmlns:a16="http://schemas.microsoft.com/office/drawing/2014/main" id="{8C1E6FF9-16DF-46FD-A1AD-7FCE6A619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996"/>
                <a:ext cx="65" cy="131"/>
              </a:xfrm>
              <a:custGeom>
                <a:avLst/>
                <a:gdLst>
                  <a:gd name="T0" fmla="*/ 6 w 44"/>
                  <a:gd name="T1" fmla="*/ 93 h 89"/>
                  <a:gd name="T2" fmla="*/ 77 w 44"/>
                  <a:gd name="T3" fmla="*/ 88 h 89"/>
                  <a:gd name="T4" fmla="*/ 102 w 44"/>
                  <a:gd name="T5" fmla="*/ 171 h 89"/>
                  <a:gd name="T6" fmla="*/ 74 w 44"/>
                  <a:gd name="T7" fmla="*/ 243 h 89"/>
                  <a:gd name="T8" fmla="*/ 41 w 44"/>
                  <a:gd name="T9" fmla="*/ 284 h 89"/>
                  <a:gd name="T10" fmla="*/ 83 w 44"/>
                  <a:gd name="T11" fmla="*/ 236 h 89"/>
                  <a:gd name="T12" fmla="*/ 114 w 44"/>
                  <a:gd name="T13" fmla="*/ 178 h 89"/>
                  <a:gd name="T14" fmla="*/ 129 w 44"/>
                  <a:gd name="T15" fmla="*/ 69 h 89"/>
                  <a:gd name="T16" fmla="*/ 9 w 44"/>
                  <a:gd name="T17" fmla="*/ 69 h 89"/>
                  <a:gd name="T18" fmla="*/ 1 w 44"/>
                  <a:gd name="T19" fmla="*/ 93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89">
                    <a:moveTo>
                      <a:pt x="2" y="29"/>
                    </a:moveTo>
                    <a:cubicBezTo>
                      <a:pt x="4" y="22"/>
                      <a:pt x="19" y="25"/>
                      <a:pt x="24" y="28"/>
                    </a:cubicBezTo>
                    <a:cubicBezTo>
                      <a:pt x="34" y="34"/>
                      <a:pt x="33" y="46"/>
                      <a:pt x="32" y="54"/>
                    </a:cubicBezTo>
                    <a:cubicBezTo>
                      <a:pt x="31" y="61"/>
                      <a:pt x="27" y="70"/>
                      <a:pt x="23" y="76"/>
                    </a:cubicBezTo>
                    <a:cubicBezTo>
                      <a:pt x="21" y="79"/>
                      <a:pt x="12" y="85"/>
                      <a:pt x="13" y="89"/>
                    </a:cubicBezTo>
                    <a:cubicBezTo>
                      <a:pt x="19" y="86"/>
                      <a:pt x="23" y="79"/>
                      <a:pt x="26" y="74"/>
                    </a:cubicBezTo>
                    <a:cubicBezTo>
                      <a:pt x="29" y="68"/>
                      <a:pt x="32" y="62"/>
                      <a:pt x="35" y="56"/>
                    </a:cubicBezTo>
                    <a:cubicBezTo>
                      <a:pt x="39" y="46"/>
                      <a:pt x="44" y="34"/>
                      <a:pt x="40" y="22"/>
                    </a:cubicBezTo>
                    <a:cubicBezTo>
                      <a:pt x="34" y="0"/>
                      <a:pt x="11" y="11"/>
                      <a:pt x="3" y="22"/>
                    </a:cubicBezTo>
                    <a:cubicBezTo>
                      <a:pt x="2" y="23"/>
                      <a:pt x="0" y="27"/>
                      <a:pt x="1" y="29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6" name="Freeform 109">
                <a:extLst>
                  <a:ext uri="{FF2B5EF4-FFF2-40B4-BE49-F238E27FC236}">
                    <a16:creationId xmlns:a16="http://schemas.microsoft.com/office/drawing/2014/main" id="{CAB7A2FA-0294-45F1-B580-5B8666858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029"/>
                <a:ext cx="44" cy="94"/>
              </a:xfrm>
              <a:custGeom>
                <a:avLst/>
                <a:gdLst>
                  <a:gd name="T0" fmla="*/ 95 w 30"/>
                  <a:gd name="T1" fmla="*/ 28 h 64"/>
                  <a:gd name="T2" fmla="*/ 34 w 30"/>
                  <a:gd name="T3" fmla="*/ 47 h 64"/>
                  <a:gd name="T4" fmla="*/ 0 w 30"/>
                  <a:gd name="T5" fmla="*/ 129 h 64"/>
                  <a:gd name="T6" fmla="*/ 38 w 30"/>
                  <a:gd name="T7" fmla="*/ 197 h 64"/>
                  <a:gd name="T8" fmla="*/ 92 w 30"/>
                  <a:gd name="T9" fmla="*/ 170 h 64"/>
                  <a:gd name="T10" fmla="*/ 50 w 30"/>
                  <a:gd name="T11" fmla="*/ 142 h 64"/>
                  <a:gd name="T12" fmla="*/ 32 w 30"/>
                  <a:gd name="T13" fmla="*/ 93 h 64"/>
                  <a:gd name="T14" fmla="*/ 95 w 30"/>
                  <a:gd name="T15" fmla="*/ 28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64">
                    <a:moveTo>
                      <a:pt x="30" y="9"/>
                    </a:moveTo>
                    <a:cubicBezTo>
                      <a:pt x="25" y="0"/>
                      <a:pt x="14" y="11"/>
                      <a:pt x="11" y="15"/>
                    </a:cubicBezTo>
                    <a:cubicBezTo>
                      <a:pt x="6" y="22"/>
                      <a:pt x="0" y="31"/>
                      <a:pt x="0" y="41"/>
                    </a:cubicBezTo>
                    <a:cubicBezTo>
                      <a:pt x="0" y="49"/>
                      <a:pt x="3" y="59"/>
                      <a:pt x="12" y="62"/>
                    </a:cubicBezTo>
                    <a:cubicBezTo>
                      <a:pt x="17" y="64"/>
                      <a:pt x="27" y="59"/>
                      <a:pt x="29" y="54"/>
                    </a:cubicBezTo>
                    <a:cubicBezTo>
                      <a:pt x="30" y="48"/>
                      <a:pt x="20" y="47"/>
                      <a:pt x="16" y="45"/>
                    </a:cubicBezTo>
                    <a:cubicBezTo>
                      <a:pt x="9" y="42"/>
                      <a:pt x="9" y="36"/>
                      <a:pt x="10" y="29"/>
                    </a:cubicBezTo>
                    <a:cubicBezTo>
                      <a:pt x="11" y="20"/>
                      <a:pt x="17" y="3"/>
                      <a:pt x="30" y="9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7" name="Freeform 110">
                <a:extLst>
                  <a:ext uri="{FF2B5EF4-FFF2-40B4-BE49-F238E27FC236}">
                    <a16:creationId xmlns:a16="http://schemas.microsoft.com/office/drawing/2014/main" id="{C7D6C6E5-F3E0-4BEE-8AE1-F8AB75769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017"/>
                <a:ext cx="34" cy="46"/>
              </a:xfrm>
              <a:custGeom>
                <a:avLst/>
                <a:gdLst>
                  <a:gd name="T0" fmla="*/ 0 w 23"/>
                  <a:gd name="T1" fmla="*/ 6 h 31"/>
                  <a:gd name="T2" fmla="*/ 19 w 23"/>
                  <a:gd name="T3" fmla="*/ 0 h 31"/>
                  <a:gd name="T4" fmla="*/ 40 w 23"/>
                  <a:gd name="T5" fmla="*/ 1 h 31"/>
                  <a:gd name="T6" fmla="*/ 65 w 23"/>
                  <a:gd name="T7" fmla="*/ 28 h 31"/>
                  <a:gd name="T8" fmla="*/ 65 w 23"/>
                  <a:gd name="T9" fmla="*/ 101 h 31"/>
                  <a:gd name="T10" fmla="*/ 9 w 23"/>
                  <a:gd name="T11" fmla="*/ 9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1">
                    <a:moveTo>
                      <a:pt x="0" y="2"/>
                    </a:moveTo>
                    <a:cubicBezTo>
                      <a:pt x="2" y="2"/>
                      <a:pt x="4" y="0"/>
                      <a:pt x="6" y="0"/>
                    </a:cubicBezTo>
                    <a:cubicBezTo>
                      <a:pt x="8" y="0"/>
                      <a:pt x="10" y="0"/>
                      <a:pt x="12" y="1"/>
                    </a:cubicBezTo>
                    <a:cubicBezTo>
                      <a:pt x="16" y="2"/>
                      <a:pt x="18" y="6"/>
                      <a:pt x="20" y="9"/>
                    </a:cubicBezTo>
                    <a:cubicBezTo>
                      <a:pt x="23" y="17"/>
                      <a:pt x="22" y="24"/>
                      <a:pt x="20" y="31"/>
                    </a:cubicBezTo>
                    <a:cubicBezTo>
                      <a:pt x="21" y="22"/>
                      <a:pt x="15" y="1"/>
                      <a:pt x="3" y="3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8" name="Freeform 111">
                <a:extLst>
                  <a:ext uri="{FF2B5EF4-FFF2-40B4-BE49-F238E27FC236}">
                    <a16:creationId xmlns:a16="http://schemas.microsoft.com/office/drawing/2014/main" id="{1FAB4906-B1FA-4EF6-9F04-C99E4BBB9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645"/>
                <a:ext cx="145" cy="163"/>
              </a:xfrm>
              <a:custGeom>
                <a:avLst/>
                <a:gdLst>
                  <a:gd name="T0" fmla="*/ 74 w 98"/>
                  <a:gd name="T1" fmla="*/ 46 h 111"/>
                  <a:gd name="T2" fmla="*/ 183 w 98"/>
                  <a:gd name="T3" fmla="*/ 304 h 111"/>
                  <a:gd name="T4" fmla="*/ 74 w 98"/>
                  <a:gd name="T5" fmla="*/ 46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11">
                    <a:moveTo>
                      <a:pt x="23" y="14"/>
                    </a:moveTo>
                    <a:cubicBezTo>
                      <a:pt x="0" y="24"/>
                      <a:pt x="15" y="111"/>
                      <a:pt x="57" y="96"/>
                    </a:cubicBezTo>
                    <a:cubicBezTo>
                      <a:pt x="98" y="82"/>
                      <a:pt x="59" y="0"/>
                      <a:pt x="23" y="14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9" name="Freeform 112">
                <a:extLst>
                  <a:ext uri="{FF2B5EF4-FFF2-40B4-BE49-F238E27FC236}">
                    <a16:creationId xmlns:a16="http://schemas.microsoft.com/office/drawing/2014/main" id="{A134A896-5B6B-49FE-B9E4-43384134D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645"/>
                <a:ext cx="145" cy="163"/>
              </a:xfrm>
              <a:custGeom>
                <a:avLst/>
                <a:gdLst>
                  <a:gd name="T0" fmla="*/ 74 w 98"/>
                  <a:gd name="T1" fmla="*/ 46 h 111"/>
                  <a:gd name="T2" fmla="*/ 183 w 98"/>
                  <a:gd name="T3" fmla="*/ 304 h 111"/>
                  <a:gd name="T4" fmla="*/ 74 w 98"/>
                  <a:gd name="T5" fmla="*/ 46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11">
                    <a:moveTo>
                      <a:pt x="23" y="14"/>
                    </a:moveTo>
                    <a:cubicBezTo>
                      <a:pt x="0" y="24"/>
                      <a:pt x="15" y="111"/>
                      <a:pt x="57" y="96"/>
                    </a:cubicBezTo>
                    <a:cubicBezTo>
                      <a:pt x="98" y="82"/>
                      <a:pt x="59" y="0"/>
                      <a:pt x="23" y="1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0" name="Freeform 113">
                <a:extLst>
                  <a:ext uri="{FF2B5EF4-FFF2-40B4-BE49-F238E27FC236}">
                    <a16:creationId xmlns:a16="http://schemas.microsoft.com/office/drawing/2014/main" id="{925C85C2-B973-40A6-9A4C-C8D264A1E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680"/>
                <a:ext cx="62" cy="66"/>
              </a:xfrm>
              <a:custGeom>
                <a:avLst/>
                <a:gdLst>
                  <a:gd name="T0" fmla="*/ 22 w 42"/>
                  <a:gd name="T1" fmla="*/ 92 h 45"/>
                  <a:gd name="T2" fmla="*/ 41 w 42"/>
                  <a:gd name="T3" fmla="*/ 50 h 45"/>
                  <a:gd name="T4" fmla="*/ 93 w 42"/>
                  <a:gd name="T5" fmla="*/ 66 h 45"/>
                  <a:gd name="T6" fmla="*/ 120 w 42"/>
                  <a:gd name="T7" fmla="*/ 107 h 45"/>
                  <a:gd name="T8" fmla="*/ 133 w 42"/>
                  <a:gd name="T9" fmla="*/ 142 h 45"/>
                  <a:gd name="T10" fmla="*/ 120 w 42"/>
                  <a:gd name="T11" fmla="*/ 101 h 45"/>
                  <a:gd name="T12" fmla="*/ 100 w 42"/>
                  <a:gd name="T13" fmla="*/ 66 h 45"/>
                  <a:gd name="T14" fmla="*/ 47 w 42"/>
                  <a:gd name="T15" fmla="*/ 15 h 45"/>
                  <a:gd name="T16" fmla="*/ 9 w 42"/>
                  <a:gd name="T17" fmla="*/ 79 h 45"/>
                  <a:gd name="T18" fmla="*/ 19 w 42"/>
                  <a:gd name="T19" fmla="*/ 92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5">
                    <a:moveTo>
                      <a:pt x="7" y="29"/>
                    </a:moveTo>
                    <a:cubicBezTo>
                      <a:pt x="3" y="25"/>
                      <a:pt x="9" y="18"/>
                      <a:pt x="13" y="16"/>
                    </a:cubicBezTo>
                    <a:cubicBezTo>
                      <a:pt x="19" y="13"/>
                      <a:pt x="25" y="17"/>
                      <a:pt x="29" y="21"/>
                    </a:cubicBezTo>
                    <a:cubicBezTo>
                      <a:pt x="32" y="25"/>
                      <a:pt x="36" y="30"/>
                      <a:pt x="37" y="34"/>
                    </a:cubicBezTo>
                    <a:cubicBezTo>
                      <a:pt x="38" y="37"/>
                      <a:pt x="38" y="44"/>
                      <a:pt x="41" y="45"/>
                    </a:cubicBezTo>
                    <a:cubicBezTo>
                      <a:pt x="42" y="41"/>
                      <a:pt x="39" y="36"/>
                      <a:pt x="37" y="32"/>
                    </a:cubicBezTo>
                    <a:cubicBezTo>
                      <a:pt x="35" y="28"/>
                      <a:pt x="33" y="25"/>
                      <a:pt x="31" y="21"/>
                    </a:cubicBezTo>
                    <a:cubicBezTo>
                      <a:pt x="27" y="15"/>
                      <a:pt x="22" y="7"/>
                      <a:pt x="15" y="5"/>
                    </a:cubicBezTo>
                    <a:cubicBezTo>
                      <a:pt x="1" y="0"/>
                      <a:pt x="0" y="17"/>
                      <a:pt x="3" y="25"/>
                    </a:cubicBezTo>
                    <a:cubicBezTo>
                      <a:pt x="3" y="26"/>
                      <a:pt x="4" y="29"/>
                      <a:pt x="6" y="29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1" name="Freeform 114">
                <a:extLst>
                  <a:ext uri="{FF2B5EF4-FFF2-40B4-BE49-F238E27FC236}">
                    <a16:creationId xmlns:a16="http://schemas.microsoft.com/office/drawing/2014/main" id="{9AC71D56-B86D-4FF6-B582-FFF6A68AC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708"/>
                <a:ext cx="49" cy="50"/>
              </a:xfrm>
              <a:custGeom>
                <a:avLst/>
                <a:gdLst>
                  <a:gd name="T0" fmla="*/ 22 w 33"/>
                  <a:gd name="T1" fmla="*/ 0 h 34"/>
                  <a:gd name="T2" fmla="*/ 13 w 33"/>
                  <a:gd name="T3" fmla="*/ 41 h 34"/>
                  <a:gd name="T4" fmla="*/ 46 w 33"/>
                  <a:gd name="T5" fmla="*/ 93 h 34"/>
                  <a:gd name="T6" fmla="*/ 95 w 33"/>
                  <a:gd name="T7" fmla="*/ 100 h 34"/>
                  <a:gd name="T8" fmla="*/ 99 w 33"/>
                  <a:gd name="T9" fmla="*/ 56 h 34"/>
                  <a:gd name="T10" fmla="*/ 73 w 33"/>
                  <a:gd name="T11" fmla="*/ 69 h 34"/>
                  <a:gd name="T12" fmla="*/ 36 w 33"/>
                  <a:gd name="T13" fmla="*/ 60 h 34"/>
                  <a:gd name="T14" fmla="*/ 22 w 33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4">
                    <a:moveTo>
                      <a:pt x="7" y="0"/>
                    </a:moveTo>
                    <a:cubicBezTo>
                      <a:pt x="1" y="0"/>
                      <a:pt x="3" y="10"/>
                      <a:pt x="4" y="13"/>
                    </a:cubicBezTo>
                    <a:cubicBezTo>
                      <a:pt x="6" y="19"/>
                      <a:pt x="9" y="25"/>
                      <a:pt x="14" y="29"/>
                    </a:cubicBezTo>
                    <a:cubicBezTo>
                      <a:pt x="18" y="32"/>
                      <a:pt x="24" y="34"/>
                      <a:pt x="29" y="31"/>
                    </a:cubicBezTo>
                    <a:cubicBezTo>
                      <a:pt x="32" y="28"/>
                      <a:pt x="33" y="21"/>
                      <a:pt x="30" y="18"/>
                    </a:cubicBezTo>
                    <a:cubicBezTo>
                      <a:pt x="27" y="15"/>
                      <a:pt x="24" y="20"/>
                      <a:pt x="22" y="22"/>
                    </a:cubicBezTo>
                    <a:cubicBezTo>
                      <a:pt x="18" y="24"/>
                      <a:pt x="14" y="22"/>
                      <a:pt x="11" y="19"/>
                    </a:cubicBezTo>
                    <a:cubicBezTo>
                      <a:pt x="7" y="15"/>
                      <a:pt x="0" y="5"/>
                      <a:pt x="7" y="0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2" name="Freeform 115">
                <a:extLst>
                  <a:ext uri="{FF2B5EF4-FFF2-40B4-BE49-F238E27FC236}">
                    <a16:creationId xmlns:a16="http://schemas.microsoft.com/office/drawing/2014/main" id="{55272671-5283-4129-B306-74DAE57EF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689"/>
                <a:ext cx="32" cy="13"/>
              </a:xfrm>
              <a:custGeom>
                <a:avLst/>
                <a:gdLst>
                  <a:gd name="T0" fmla="*/ 0 w 22"/>
                  <a:gd name="T1" fmla="*/ 27 h 9"/>
                  <a:gd name="T2" fmla="*/ 1 w 22"/>
                  <a:gd name="T3" fmla="*/ 14 h 9"/>
                  <a:gd name="T4" fmla="*/ 13 w 22"/>
                  <a:gd name="T5" fmla="*/ 6 h 9"/>
                  <a:gd name="T6" fmla="*/ 33 w 22"/>
                  <a:gd name="T7" fmla="*/ 1 h 9"/>
                  <a:gd name="T8" fmla="*/ 68 w 22"/>
                  <a:gd name="T9" fmla="*/ 27 h 9"/>
                  <a:gd name="T10" fmla="*/ 6 w 22"/>
                  <a:gd name="T11" fmla="*/ 25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9">
                    <a:moveTo>
                      <a:pt x="0" y="9"/>
                    </a:moveTo>
                    <a:cubicBezTo>
                      <a:pt x="1" y="8"/>
                      <a:pt x="1" y="6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6" y="1"/>
                      <a:pt x="8" y="0"/>
                      <a:pt x="11" y="1"/>
                    </a:cubicBezTo>
                    <a:cubicBezTo>
                      <a:pt x="16" y="2"/>
                      <a:pt x="19" y="5"/>
                      <a:pt x="22" y="9"/>
                    </a:cubicBezTo>
                    <a:cubicBezTo>
                      <a:pt x="17" y="5"/>
                      <a:pt x="5" y="1"/>
                      <a:pt x="2" y="8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3" name="Freeform 116">
                <a:extLst>
                  <a:ext uri="{FF2B5EF4-FFF2-40B4-BE49-F238E27FC236}">
                    <a16:creationId xmlns:a16="http://schemas.microsoft.com/office/drawing/2014/main" id="{9D3520CB-D725-4328-9CF0-A84B3ED77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605"/>
                <a:ext cx="117" cy="182"/>
              </a:xfrm>
              <a:custGeom>
                <a:avLst/>
                <a:gdLst>
                  <a:gd name="T0" fmla="*/ 59 w 79"/>
                  <a:gd name="T1" fmla="*/ 32 h 124"/>
                  <a:gd name="T2" fmla="*/ 150 w 79"/>
                  <a:gd name="T3" fmla="*/ 358 h 124"/>
                  <a:gd name="T4" fmla="*/ 59 w 79"/>
                  <a:gd name="T5" fmla="*/ 32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24">
                    <a:moveTo>
                      <a:pt x="18" y="10"/>
                    </a:moveTo>
                    <a:cubicBezTo>
                      <a:pt x="0" y="18"/>
                      <a:pt x="12" y="124"/>
                      <a:pt x="46" y="113"/>
                    </a:cubicBezTo>
                    <a:cubicBezTo>
                      <a:pt x="79" y="103"/>
                      <a:pt x="46" y="0"/>
                      <a:pt x="18" y="10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4" name="Freeform 117">
                <a:extLst>
                  <a:ext uri="{FF2B5EF4-FFF2-40B4-BE49-F238E27FC236}">
                    <a16:creationId xmlns:a16="http://schemas.microsoft.com/office/drawing/2014/main" id="{1EC37AE7-375F-4A4F-82E2-688F254CB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605"/>
                <a:ext cx="117" cy="182"/>
              </a:xfrm>
              <a:custGeom>
                <a:avLst/>
                <a:gdLst>
                  <a:gd name="T0" fmla="*/ 59 w 79"/>
                  <a:gd name="T1" fmla="*/ 32 h 124"/>
                  <a:gd name="T2" fmla="*/ 150 w 79"/>
                  <a:gd name="T3" fmla="*/ 358 h 124"/>
                  <a:gd name="T4" fmla="*/ 59 w 79"/>
                  <a:gd name="T5" fmla="*/ 32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24">
                    <a:moveTo>
                      <a:pt x="18" y="10"/>
                    </a:moveTo>
                    <a:cubicBezTo>
                      <a:pt x="0" y="18"/>
                      <a:pt x="12" y="124"/>
                      <a:pt x="46" y="113"/>
                    </a:cubicBezTo>
                    <a:cubicBezTo>
                      <a:pt x="79" y="103"/>
                      <a:pt x="46" y="0"/>
                      <a:pt x="18" y="1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5" name="Freeform 118">
                <a:extLst>
                  <a:ext uri="{FF2B5EF4-FFF2-40B4-BE49-F238E27FC236}">
                    <a16:creationId xmlns:a16="http://schemas.microsoft.com/office/drawing/2014/main" id="{55DCB8C2-9BFE-43F9-A3EE-079B37524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636"/>
                <a:ext cx="51" cy="90"/>
              </a:xfrm>
              <a:custGeom>
                <a:avLst/>
                <a:gdLst>
                  <a:gd name="T0" fmla="*/ 21 w 34"/>
                  <a:gd name="T1" fmla="*/ 115 h 61"/>
                  <a:gd name="T2" fmla="*/ 39 w 34"/>
                  <a:gd name="T3" fmla="*/ 69 h 61"/>
                  <a:gd name="T4" fmla="*/ 81 w 34"/>
                  <a:gd name="T5" fmla="*/ 100 h 61"/>
                  <a:gd name="T6" fmla="*/ 107 w 34"/>
                  <a:gd name="T7" fmla="*/ 155 h 61"/>
                  <a:gd name="T8" fmla="*/ 113 w 34"/>
                  <a:gd name="T9" fmla="*/ 196 h 61"/>
                  <a:gd name="T10" fmla="*/ 102 w 34"/>
                  <a:gd name="T11" fmla="*/ 143 h 61"/>
                  <a:gd name="T12" fmla="*/ 86 w 34"/>
                  <a:gd name="T13" fmla="*/ 96 h 61"/>
                  <a:gd name="T14" fmla="*/ 41 w 34"/>
                  <a:gd name="T15" fmla="*/ 28 h 61"/>
                  <a:gd name="T16" fmla="*/ 12 w 34"/>
                  <a:gd name="T17" fmla="*/ 100 h 61"/>
                  <a:gd name="T18" fmla="*/ 18 w 34"/>
                  <a:gd name="T19" fmla="*/ 115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61">
                    <a:moveTo>
                      <a:pt x="6" y="36"/>
                    </a:moveTo>
                    <a:cubicBezTo>
                      <a:pt x="3" y="31"/>
                      <a:pt x="8" y="23"/>
                      <a:pt x="11" y="22"/>
                    </a:cubicBezTo>
                    <a:cubicBezTo>
                      <a:pt x="16" y="19"/>
                      <a:pt x="21" y="25"/>
                      <a:pt x="24" y="31"/>
                    </a:cubicBezTo>
                    <a:cubicBezTo>
                      <a:pt x="26" y="35"/>
                      <a:pt x="29" y="42"/>
                      <a:pt x="31" y="48"/>
                    </a:cubicBezTo>
                    <a:cubicBezTo>
                      <a:pt x="31" y="51"/>
                      <a:pt x="31" y="59"/>
                      <a:pt x="33" y="61"/>
                    </a:cubicBezTo>
                    <a:cubicBezTo>
                      <a:pt x="34" y="56"/>
                      <a:pt x="32" y="50"/>
                      <a:pt x="30" y="45"/>
                    </a:cubicBezTo>
                    <a:cubicBezTo>
                      <a:pt x="29" y="40"/>
                      <a:pt x="27" y="35"/>
                      <a:pt x="25" y="30"/>
                    </a:cubicBezTo>
                    <a:cubicBezTo>
                      <a:pt x="22" y="22"/>
                      <a:pt x="18" y="13"/>
                      <a:pt x="12" y="9"/>
                    </a:cubicBezTo>
                    <a:cubicBezTo>
                      <a:pt x="1" y="0"/>
                      <a:pt x="0" y="20"/>
                      <a:pt x="3" y="31"/>
                    </a:cubicBezTo>
                    <a:cubicBezTo>
                      <a:pt x="3" y="32"/>
                      <a:pt x="4" y="35"/>
                      <a:pt x="5" y="36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6" name="Freeform 119">
                <a:extLst>
                  <a:ext uri="{FF2B5EF4-FFF2-40B4-BE49-F238E27FC236}">
                    <a16:creationId xmlns:a16="http://schemas.microsoft.com/office/drawing/2014/main" id="{C709D52C-6569-47E4-8739-1646632BB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671"/>
                <a:ext cx="38" cy="66"/>
              </a:xfrm>
              <a:custGeom>
                <a:avLst/>
                <a:gdLst>
                  <a:gd name="T0" fmla="*/ 19 w 26"/>
                  <a:gd name="T1" fmla="*/ 6 h 45"/>
                  <a:gd name="T2" fmla="*/ 13 w 26"/>
                  <a:gd name="T3" fmla="*/ 50 h 45"/>
                  <a:gd name="T4" fmla="*/ 38 w 26"/>
                  <a:gd name="T5" fmla="*/ 116 h 45"/>
                  <a:gd name="T6" fmla="*/ 75 w 26"/>
                  <a:gd name="T7" fmla="*/ 129 h 45"/>
                  <a:gd name="T8" fmla="*/ 79 w 26"/>
                  <a:gd name="T9" fmla="*/ 87 h 45"/>
                  <a:gd name="T10" fmla="*/ 56 w 26"/>
                  <a:gd name="T11" fmla="*/ 95 h 45"/>
                  <a:gd name="T12" fmla="*/ 32 w 26"/>
                  <a:gd name="T13" fmla="*/ 79 h 45"/>
                  <a:gd name="T14" fmla="*/ 19 w 26"/>
                  <a:gd name="T15" fmla="*/ 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5">
                    <a:moveTo>
                      <a:pt x="6" y="2"/>
                    </a:moveTo>
                    <a:cubicBezTo>
                      <a:pt x="1" y="0"/>
                      <a:pt x="3" y="12"/>
                      <a:pt x="4" y="16"/>
                    </a:cubicBezTo>
                    <a:cubicBezTo>
                      <a:pt x="6" y="23"/>
                      <a:pt x="8" y="32"/>
                      <a:pt x="12" y="37"/>
                    </a:cubicBezTo>
                    <a:cubicBezTo>
                      <a:pt x="15" y="41"/>
                      <a:pt x="20" y="45"/>
                      <a:pt x="24" y="41"/>
                    </a:cubicBezTo>
                    <a:cubicBezTo>
                      <a:pt x="26" y="39"/>
                      <a:pt x="26" y="30"/>
                      <a:pt x="25" y="27"/>
                    </a:cubicBezTo>
                    <a:cubicBezTo>
                      <a:pt x="22" y="23"/>
                      <a:pt x="20" y="28"/>
                      <a:pt x="18" y="30"/>
                    </a:cubicBezTo>
                    <a:cubicBezTo>
                      <a:pt x="15" y="32"/>
                      <a:pt x="12" y="29"/>
                      <a:pt x="10" y="25"/>
                    </a:cubicBezTo>
                    <a:cubicBezTo>
                      <a:pt x="6" y="19"/>
                      <a:pt x="0" y="7"/>
                      <a:pt x="6" y="2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7" name="Freeform 120">
                <a:extLst>
                  <a:ext uri="{FF2B5EF4-FFF2-40B4-BE49-F238E27FC236}">
                    <a16:creationId xmlns:a16="http://schemas.microsoft.com/office/drawing/2014/main" id="{7BF56AC0-20EA-4C7D-9F62-DEAF6803C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651"/>
                <a:ext cx="25" cy="19"/>
              </a:xfrm>
              <a:custGeom>
                <a:avLst/>
                <a:gdLst>
                  <a:gd name="T0" fmla="*/ 0 w 17"/>
                  <a:gd name="T1" fmla="*/ 28 h 13"/>
                  <a:gd name="T2" fmla="*/ 1 w 17"/>
                  <a:gd name="T3" fmla="*/ 15 h 13"/>
                  <a:gd name="T4" fmla="*/ 9 w 17"/>
                  <a:gd name="T5" fmla="*/ 6 h 13"/>
                  <a:gd name="T6" fmla="*/ 26 w 17"/>
                  <a:gd name="T7" fmla="*/ 1 h 13"/>
                  <a:gd name="T8" fmla="*/ 54 w 17"/>
                  <a:gd name="T9" fmla="*/ 41 h 13"/>
                  <a:gd name="T10" fmla="*/ 1 w 17"/>
                  <a:gd name="T11" fmla="*/ 26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3">
                    <a:moveTo>
                      <a:pt x="0" y="9"/>
                    </a:moveTo>
                    <a:cubicBezTo>
                      <a:pt x="0" y="8"/>
                      <a:pt x="0" y="6"/>
                      <a:pt x="1" y="5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12" y="3"/>
                      <a:pt x="15" y="8"/>
                      <a:pt x="17" y="13"/>
                    </a:cubicBezTo>
                    <a:cubicBezTo>
                      <a:pt x="13" y="7"/>
                      <a:pt x="3" y="0"/>
                      <a:pt x="1" y="8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8" name="Freeform 121">
                <a:extLst>
                  <a:ext uri="{FF2B5EF4-FFF2-40B4-BE49-F238E27FC236}">
                    <a16:creationId xmlns:a16="http://schemas.microsoft.com/office/drawing/2014/main" id="{B6141110-4A31-4C45-8AA7-2A4BC06A8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291"/>
                <a:ext cx="162" cy="213"/>
              </a:xfrm>
              <a:custGeom>
                <a:avLst/>
                <a:gdLst>
                  <a:gd name="T0" fmla="*/ 130 w 110"/>
                  <a:gd name="T1" fmla="*/ 22 h 145"/>
                  <a:gd name="T2" fmla="*/ 175 w 110"/>
                  <a:gd name="T3" fmla="*/ 441 h 145"/>
                  <a:gd name="T4" fmla="*/ 130 w 110"/>
                  <a:gd name="T5" fmla="*/ 22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145">
                    <a:moveTo>
                      <a:pt x="41" y="7"/>
                    </a:moveTo>
                    <a:cubicBezTo>
                      <a:pt x="9" y="12"/>
                      <a:pt x="0" y="145"/>
                      <a:pt x="55" y="139"/>
                    </a:cubicBezTo>
                    <a:cubicBezTo>
                      <a:pt x="110" y="133"/>
                      <a:pt x="88" y="0"/>
                      <a:pt x="41" y="7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9" name="Freeform 122">
                <a:extLst>
                  <a:ext uri="{FF2B5EF4-FFF2-40B4-BE49-F238E27FC236}">
                    <a16:creationId xmlns:a16="http://schemas.microsoft.com/office/drawing/2014/main" id="{E1F58EDB-E454-4357-BDCE-30B199775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291"/>
                <a:ext cx="162" cy="213"/>
              </a:xfrm>
              <a:custGeom>
                <a:avLst/>
                <a:gdLst>
                  <a:gd name="T0" fmla="*/ 130 w 110"/>
                  <a:gd name="T1" fmla="*/ 22 h 145"/>
                  <a:gd name="T2" fmla="*/ 175 w 110"/>
                  <a:gd name="T3" fmla="*/ 441 h 145"/>
                  <a:gd name="T4" fmla="*/ 130 w 110"/>
                  <a:gd name="T5" fmla="*/ 22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145">
                    <a:moveTo>
                      <a:pt x="41" y="7"/>
                    </a:moveTo>
                    <a:cubicBezTo>
                      <a:pt x="9" y="12"/>
                      <a:pt x="0" y="145"/>
                      <a:pt x="55" y="139"/>
                    </a:cubicBezTo>
                    <a:cubicBezTo>
                      <a:pt x="110" y="133"/>
                      <a:pt x="88" y="0"/>
                      <a:pt x="41" y="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0" name="Freeform 123">
                <a:extLst>
                  <a:ext uri="{FF2B5EF4-FFF2-40B4-BE49-F238E27FC236}">
                    <a16:creationId xmlns:a16="http://schemas.microsoft.com/office/drawing/2014/main" id="{BA6CDBEE-A41E-4AB1-9D93-B105B4BC9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3320"/>
                <a:ext cx="65" cy="119"/>
              </a:xfrm>
              <a:custGeom>
                <a:avLst/>
                <a:gdLst>
                  <a:gd name="T0" fmla="*/ 15 w 44"/>
                  <a:gd name="T1" fmla="*/ 143 h 81"/>
                  <a:gd name="T2" fmla="*/ 55 w 44"/>
                  <a:gd name="T3" fmla="*/ 88 h 81"/>
                  <a:gd name="T4" fmla="*/ 109 w 44"/>
                  <a:gd name="T5" fmla="*/ 134 h 81"/>
                  <a:gd name="T6" fmla="*/ 133 w 44"/>
                  <a:gd name="T7" fmla="*/ 206 h 81"/>
                  <a:gd name="T8" fmla="*/ 136 w 44"/>
                  <a:gd name="T9" fmla="*/ 257 h 81"/>
                  <a:gd name="T10" fmla="*/ 133 w 44"/>
                  <a:gd name="T11" fmla="*/ 194 h 81"/>
                  <a:gd name="T12" fmla="*/ 120 w 44"/>
                  <a:gd name="T13" fmla="*/ 134 h 81"/>
                  <a:gd name="T14" fmla="*/ 74 w 44"/>
                  <a:gd name="T15" fmla="*/ 41 h 81"/>
                  <a:gd name="T16" fmla="*/ 6 w 44"/>
                  <a:gd name="T17" fmla="*/ 120 h 81"/>
                  <a:gd name="T18" fmla="*/ 13 w 44"/>
                  <a:gd name="T19" fmla="*/ 143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81">
                    <a:moveTo>
                      <a:pt x="5" y="45"/>
                    </a:moveTo>
                    <a:cubicBezTo>
                      <a:pt x="2" y="38"/>
                      <a:pt x="12" y="30"/>
                      <a:pt x="17" y="28"/>
                    </a:cubicBezTo>
                    <a:cubicBezTo>
                      <a:pt x="25" y="26"/>
                      <a:pt x="31" y="35"/>
                      <a:pt x="34" y="42"/>
                    </a:cubicBezTo>
                    <a:cubicBezTo>
                      <a:pt x="37" y="48"/>
                      <a:pt x="40" y="57"/>
                      <a:pt x="41" y="65"/>
                    </a:cubicBezTo>
                    <a:cubicBezTo>
                      <a:pt x="41" y="68"/>
                      <a:pt x="39" y="79"/>
                      <a:pt x="42" y="81"/>
                    </a:cubicBezTo>
                    <a:cubicBezTo>
                      <a:pt x="44" y="76"/>
                      <a:pt x="42" y="67"/>
                      <a:pt x="41" y="61"/>
                    </a:cubicBezTo>
                    <a:cubicBezTo>
                      <a:pt x="40" y="55"/>
                      <a:pt x="39" y="49"/>
                      <a:pt x="37" y="42"/>
                    </a:cubicBezTo>
                    <a:cubicBezTo>
                      <a:pt x="34" y="32"/>
                      <a:pt x="31" y="20"/>
                      <a:pt x="23" y="13"/>
                    </a:cubicBezTo>
                    <a:cubicBezTo>
                      <a:pt x="8" y="0"/>
                      <a:pt x="0" y="25"/>
                      <a:pt x="2" y="38"/>
                    </a:cubicBezTo>
                    <a:cubicBezTo>
                      <a:pt x="2" y="40"/>
                      <a:pt x="2" y="44"/>
                      <a:pt x="4" y="45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1" name="Freeform 124">
                <a:extLst>
                  <a:ext uri="{FF2B5EF4-FFF2-40B4-BE49-F238E27FC236}">
                    <a16:creationId xmlns:a16="http://schemas.microsoft.com/office/drawing/2014/main" id="{E4F9ADEF-098F-43B9-92D3-F66013FD3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364"/>
                <a:ext cx="51" cy="87"/>
              </a:xfrm>
              <a:custGeom>
                <a:avLst/>
                <a:gdLst>
                  <a:gd name="T0" fmla="*/ 34 w 35"/>
                  <a:gd name="T1" fmla="*/ 13 h 59"/>
                  <a:gd name="T2" fmla="*/ 9 w 35"/>
                  <a:gd name="T3" fmla="*/ 68 h 59"/>
                  <a:gd name="T4" fmla="*/ 34 w 35"/>
                  <a:gd name="T5" fmla="*/ 155 h 59"/>
                  <a:gd name="T6" fmla="*/ 87 w 35"/>
                  <a:gd name="T7" fmla="*/ 180 h 59"/>
                  <a:gd name="T8" fmla="*/ 102 w 35"/>
                  <a:gd name="T9" fmla="*/ 122 h 59"/>
                  <a:gd name="T10" fmla="*/ 68 w 35"/>
                  <a:gd name="T11" fmla="*/ 128 h 59"/>
                  <a:gd name="T12" fmla="*/ 32 w 35"/>
                  <a:gd name="T13" fmla="*/ 106 h 59"/>
                  <a:gd name="T14" fmla="*/ 34 w 35"/>
                  <a:gd name="T15" fmla="*/ 13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59">
                    <a:moveTo>
                      <a:pt x="11" y="4"/>
                    </a:moveTo>
                    <a:cubicBezTo>
                      <a:pt x="3" y="0"/>
                      <a:pt x="3" y="16"/>
                      <a:pt x="3" y="21"/>
                    </a:cubicBezTo>
                    <a:cubicBezTo>
                      <a:pt x="4" y="30"/>
                      <a:pt x="5" y="40"/>
                      <a:pt x="11" y="48"/>
                    </a:cubicBezTo>
                    <a:cubicBezTo>
                      <a:pt x="14" y="54"/>
                      <a:pt x="21" y="59"/>
                      <a:pt x="28" y="56"/>
                    </a:cubicBezTo>
                    <a:cubicBezTo>
                      <a:pt x="32" y="53"/>
                      <a:pt x="35" y="43"/>
                      <a:pt x="33" y="38"/>
                    </a:cubicBezTo>
                    <a:cubicBezTo>
                      <a:pt x="31" y="32"/>
                      <a:pt x="25" y="39"/>
                      <a:pt x="22" y="40"/>
                    </a:cubicBezTo>
                    <a:cubicBezTo>
                      <a:pt x="16" y="42"/>
                      <a:pt x="13" y="38"/>
                      <a:pt x="10" y="33"/>
                    </a:cubicBezTo>
                    <a:cubicBezTo>
                      <a:pt x="6" y="25"/>
                      <a:pt x="0" y="8"/>
                      <a:pt x="11" y="4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2" name="Freeform 125">
                <a:extLst>
                  <a:ext uri="{FF2B5EF4-FFF2-40B4-BE49-F238E27FC236}">
                    <a16:creationId xmlns:a16="http://schemas.microsoft.com/office/drawing/2014/main" id="{E1487E28-DFC9-42FF-86C3-55A833AFA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3339"/>
                <a:ext cx="37" cy="28"/>
              </a:xfrm>
              <a:custGeom>
                <a:avLst/>
                <a:gdLst>
                  <a:gd name="T0" fmla="*/ 0 w 25"/>
                  <a:gd name="T1" fmla="*/ 35 h 19"/>
                  <a:gd name="T2" fmla="*/ 6 w 25"/>
                  <a:gd name="T3" fmla="*/ 19 h 19"/>
                  <a:gd name="T4" fmla="*/ 19 w 25"/>
                  <a:gd name="T5" fmla="*/ 9 h 19"/>
                  <a:gd name="T6" fmla="*/ 49 w 25"/>
                  <a:gd name="T7" fmla="*/ 9 h 19"/>
                  <a:gd name="T8" fmla="*/ 81 w 25"/>
                  <a:gd name="T9" fmla="*/ 60 h 19"/>
                  <a:gd name="T10" fmla="*/ 1 w 25"/>
                  <a:gd name="T11" fmla="*/ 3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9">
                    <a:moveTo>
                      <a:pt x="0" y="11"/>
                    </a:moveTo>
                    <a:cubicBezTo>
                      <a:pt x="1" y="10"/>
                      <a:pt x="1" y="7"/>
                      <a:pt x="2" y="6"/>
                    </a:cubicBezTo>
                    <a:cubicBezTo>
                      <a:pt x="3" y="5"/>
                      <a:pt x="4" y="3"/>
                      <a:pt x="6" y="3"/>
                    </a:cubicBezTo>
                    <a:cubicBezTo>
                      <a:pt x="9" y="1"/>
                      <a:pt x="12" y="1"/>
                      <a:pt x="15" y="3"/>
                    </a:cubicBezTo>
                    <a:cubicBezTo>
                      <a:pt x="20" y="6"/>
                      <a:pt x="23" y="13"/>
                      <a:pt x="25" y="19"/>
                    </a:cubicBezTo>
                    <a:cubicBezTo>
                      <a:pt x="21" y="12"/>
                      <a:pt x="8" y="0"/>
                      <a:pt x="1" y="10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3" name="Freeform 126">
                <a:extLst>
                  <a:ext uri="{FF2B5EF4-FFF2-40B4-BE49-F238E27FC236}">
                    <a16:creationId xmlns:a16="http://schemas.microsoft.com/office/drawing/2014/main" id="{C576BD68-CB88-44EF-8EBC-B038B227C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783"/>
                <a:ext cx="218" cy="249"/>
              </a:xfrm>
              <a:custGeom>
                <a:avLst/>
                <a:gdLst>
                  <a:gd name="T0" fmla="*/ 81 w 148"/>
                  <a:gd name="T1" fmla="*/ 93 h 169"/>
                  <a:gd name="T2" fmla="*/ 326 w 148"/>
                  <a:gd name="T3" fmla="*/ 439 h 169"/>
                  <a:gd name="T4" fmla="*/ 81 w 148"/>
                  <a:gd name="T5" fmla="*/ 93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169">
                    <a:moveTo>
                      <a:pt x="25" y="29"/>
                    </a:moveTo>
                    <a:cubicBezTo>
                      <a:pt x="0" y="49"/>
                      <a:pt x="57" y="169"/>
                      <a:pt x="102" y="137"/>
                    </a:cubicBezTo>
                    <a:cubicBezTo>
                      <a:pt x="148" y="105"/>
                      <a:pt x="63" y="0"/>
                      <a:pt x="25" y="29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4" name="Freeform 127">
                <a:extLst>
                  <a:ext uri="{FF2B5EF4-FFF2-40B4-BE49-F238E27FC236}">
                    <a16:creationId xmlns:a16="http://schemas.microsoft.com/office/drawing/2014/main" id="{149A8364-3DFC-4938-88EC-4A83BFC41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783"/>
                <a:ext cx="218" cy="249"/>
              </a:xfrm>
              <a:custGeom>
                <a:avLst/>
                <a:gdLst>
                  <a:gd name="T0" fmla="*/ 81 w 148"/>
                  <a:gd name="T1" fmla="*/ 93 h 169"/>
                  <a:gd name="T2" fmla="*/ 326 w 148"/>
                  <a:gd name="T3" fmla="*/ 439 h 169"/>
                  <a:gd name="T4" fmla="*/ 81 w 148"/>
                  <a:gd name="T5" fmla="*/ 93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169">
                    <a:moveTo>
                      <a:pt x="25" y="29"/>
                    </a:moveTo>
                    <a:cubicBezTo>
                      <a:pt x="0" y="49"/>
                      <a:pt x="57" y="169"/>
                      <a:pt x="102" y="137"/>
                    </a:cubicBezTo>
                    <a:cubicBezTo>
                      <a:pt x="148" y="105"/>
                      <a:pt x="63" y="0"/>
                      <a:pt x="25" y="2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5" name="Freeform 128">
                <a:extLst>
                  <a:ext uri="{FF2B5EF4-FFF2-40B4-BE49-F238E27FC236}">
                    <a16:creationId xmlns:a16="http://schemas.microsoft.com/office/drawing/2014/main" id="{7F5BC42B-55DC-4C59-BC00-D9FC86817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845"/>
                <a:ext cx="102" cy="79"/>
              </a:xfrm>
              <a:custGeom>
                <a:avLst/>
                <a:gdLst>
                  <a:gd name="T0" fmla="*/ 61 w 69"/>
                  <a:gd name="T1" fmla="*/ 126 h 54"/>
                  <a:gd name="T2" fmla="*/ 72 w 69"/>
                  <a:gd name="T3" fmla="*/ 61 h 54"/>
                  <a:gd name="T4" fmla="*/ 142 w 69"/>
                  <a:gd name="T5" fmla="*/ 75 h 54"/>
                  <a:gd name="T6" fmla="*/ 195 w 69"/>
                  <a:gd name="T7" fmla="*/ 126 h 54"/>
                  <a:gd name="T8" fmla="*/ 223 w 69"/>
                  <a:gd name="T9" fmla="*/ 170 h 54"/>
                  <a:gd name="T10" fmla="*/ 191 w 69"/>
                  <a:gd name="T11" fmla="*/ 116 h 54"/>
                  <a:gd name="T12" fmla="*/ 149 w 69"/>
                  <a:gd name="T13" fmla="*/ 69 h 54"/>
                  <a:gd name="T14" fmla="*/ 65 w 69"/>
                  <a:gd name="T15" fmla="*/ 13 h 54"/>
                  <a:gd name="T16" fmla="*/ 41 w 69"/>
                  <a:gd name="T17" fmla="*/ 114 h 54"/>
                  <a:gd name="T18" fmla="*/ 61 w 69"/>
                  <a:gd name="T19" fmla="*/ 129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54">
                    <a:moveTo>
                      <a:pt x="19" y="40"/>
                    </a:moveTo>
                    <a:cubicBezTo>
                      <a:pt x="14" y="36"/>
                      <a:pt x="18" y="24"/>
                      <a:pt x="22" y="20"/>
                    </a:cubicBezTo>
                    <a:cubicBezTo>
                      <a:pt x="28" y="14"/>
                      <a:pt x="38" y="19"/>
                      <a:pt x="44" y="24"/>
                    </a:cubicBezTo>
                    <a:cubicBezTo>
                      <a:pt x="50" y="28"/>
                      <a:pt x="56" y="34"/>
                      <a:pt x="60" y="40"/>
                    </a:cubicBezTo>
                    <a:cubicBezTo>
                      <a:pt x="63" y="43"/>
                      <a:pt x="66" y="54"/>
                      <a:pt x="69" y="54"/>
                    </a:cubicBezTo>
                    <a:cubicBezTo>
                      <a:pt x="68" y="48"/>
                      <a:pt x="63" y="42"/>
                      <a:pt x="59" y="37"/>
                    </a:cubicBezTo>
                    <a:cubicBezTo>
                      <a:pt x="55" y="32"/>
                      <a:pt x="51" y="27"/>
                      <a:pt x="46" y="22"/>
                    </a:cubicBezTo>
                    <a:cubicBezTo>
                      <a:pt x="39" y="15"/>
                      <a:pt x="30" y="6"/>
                      <a:pt x="20" y="4"/>
                    </a:cubicBezTo>
                    <a:cubicBezTo>
                      <a:pt x="0" y="0"/>
                      <a:pt x="6" y="25"/>
                      <a:pt x="13" y="36"/>
                    </a:cubicBezTo>
                    <a:cubicBezTo>
                      <a:pt x="15" y="38"/>
                      <a:pt x="17" y="41"/>
                      <a:pt x="19" y="41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6" name="Freeform 129">
                <a:extLst>
                  <a:ext uri="{FF2B5EF4-FFF2-40B4-BE49-F238E27FC236}">
                    <a16:creationId xmlns:a16="http://schemas.microsoft.com/office/drawing/2014/main" id="{FB15C841-7CB9-40E0-A3F8-1212FF31E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882"/>
                <a:ext cx="75" cy="65"/>
              </a:xfrm>
              <a:custGeom>
                <a:avLst/>
                <a:gdLst>
                  <a:gd name="T0" fmla="*/ 28 w 51"/>
                  <a:gd name="T1" fmla="*/ 0 h 44"/>
                  <a:gd name="T2" fmla="*/ 32 w 51"/>
                  <a:gd name="T3" fmla="*/ 61 h 44"/>
                  <a:gd name="T4" fmla="*/ 96 w 51"/>
                  <a:gd name="T5" fmla="*/ 127 h 44"/>
                  <a:gd name="T6" fmla="*/ 156 w 51"/>
                  <a:gd name="T7" fmla="*/ 120 h 44"/>
                  <a:gd name="T8" fmla="*/ 143 w 51"/>
                  <a:gd name="T9" fmla="*/ 61 h 44"/>
                  <a:gd name="T10" fmla="*/ 115 w 51"/>
                  <a:gd name="T11" fmla="*/ 87 h 44"/>
                  <a:gd name="T12" fmla="*/ 69 w 51"/>
                  <a:gd name="T13" fmla="*/ 83 h 44"/>
                  <a:gd name="T14" fmla="*/ 26 w 51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44">
                    <a:moveTo>
                      <a:pt x="9" y="0"/>
                    </a:moveTo>
                    <a:cubicBezTo>
                      <a:pt x="0" y="1"/>
                      <a:pt x="7" y="15"/>
                      <a:pt x="10" y="19"/>
                    </a:cubicBezTo>
                    <a:cubicBezTo>
                      <a:pt x="16" y="26"/>
                      <a:pt x="22" y="35"/>
                      <a:pt x="30" y="39"/>
                    </a:cubicBezTo>
                    <a:cubicBezTo>
                      <a:pt x="36" y="42"/>
                      <a:pt x="45" y="44"/>
                      <a:pt x="49" y="37"/>
                    </a:cubicBezTo>
                    <a:cubicBezTo>
                      <a:pt x="51" y="34"/>
                      <a:pt x="49" y="22"/>
                      <a:pt x="45" y="19"/>
                    </a:cubicBezTo>
                    <a:cubicBezTo>
                      <a:pt x="40" y="15"/>
                      <a:pt x="38" y="24"/>
                      <a:pt x="36" y="27"/>
                    </a:cubicBezTo>
                    <a:cubicBezTo>
                      <a:pt x="32" y="31"/>
                      <a:pt x="27" y="29"/>
                      <a:pt x="22" y="26"/>
                    </a:cubicBezTo>
                    <a:cubicBezTo>
                      <a:pt x="15" y="21"/>
                      <a:pt x="2" y="9"/>
                      <a:pt x="8" y="0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7" name="Freeform 130">
                <a:extLst>
                  <a:ext uri="{FF2B5EF4-FFF2-40B4-BE49-F238E27FC236}">
                    <a16:creationId xmlns:a16="http://schemas.microsoft.com/office/drawing/2014/main" id="{508BB920-D9C9-4E81-9603-9FB89B4FE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855"/>
                <a:ext cx="40" cy="21"/>
              </a:xfrm>
              <a:custGeom>
                <a:avLst/>
                <a:gdLst>
                  <a:gd name="T0" fmla="*/ 1 w 27"/>
                  <a:gd name="T1" fmla="*/ 48 h 14"/>
                  <a:gd name="T2" fmla="*/ 0 w 27"/>
                  <a:gd name="T3" fmla="*/ 32 h 14"/>
                  <a:gd name="T4" fmla="*/ 6 w 27"/>
                  <a:gd name="T5" fmla="*/ 14 h 14"/>
                  <a:gd name="T6" fmla="*/ 33 w 27"/>
                  <a:gd name="T7" fmla="*/ 0 h 14"/>
                  <a:gd name="T8" fmla="*/ 87 w 27"/>
                  <a:gd name="T9" fmla="*/ 32 h 14"/>
                  <a:gd name="T10" fmla="*/ 6 w 27"/>
                  <a:gd name="T11" fmla="*/ 4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4">
                    <a:moveTo>
                      <a:pt x="1" y="14"/>
                    </a:moveTo>
                    <a:cubicBezTo>
                      <a:pt x="1" y="13"/>
                      <a:pt x="0" y="11"/>
                      <a:pt x="0" y="9"/>
                    </a:cubicBezTo>
                    <a:cubicBezTo>
                      <a:pt x="1" y="7"/>
                      <a:pt x="1" y="6"/>
                      <a:pt x="2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7" y="0"/>
                      <a:pt x="22" y="4"/>
                      <a:pt x="27" y="9"/>
                    </a:cubicBezTo>
                    <a:cubicBezTo>
                      <a:pt x="20" y="4"/>
                      <a:pt x="3" y="1"/>
                      <a:pt x="2" y="12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8" name="Freeform 131">
                <a:extLst>
                  <a:ext uri="{FF2B5EF4-FFF2-40B4-BE49-F238E27FC236}">
                    <a16:creationId xmlns:a16="http://schemas.microsoft.com/office/drawing/2014/main" id="{ADF00AC8-75CB-4DFF-9B41-7B171C23F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860"/>
                <a:ext cx="203" cy="185"/>
              </a:xfrm>
              <a:custGeom>
                <a:avLst/>
                <a:gdLst>
                  <a:gd name="T0" fmla="*/ 353 w 138"/>
                  <a:gd name="T1" fmla="*/ 50 h 126"/>
                  <a:gd name="T2" fmla="*/ 100 w 138"/>
                  <a:gd name="T3" fmla="*/ 310 h 126"/>
                  <a:gd name="T4" fmla="*/ 353 w 138"/>
                  <a:gd name="T5" fmla="*/ 5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126">
                    <a:moveTo>
                      <a:pt x="111" y="16"/>
                    </a:moveTo>
                    <a:cubicBezTo>
                      <a:pt x="92" y="0"/>
                      <a:pt x="0" y="71"/>
                      <a:pt x="31" y="98"/>
                    </a:cubicBezTo>
                    <a:cubicBezTo>
                      <a:pt x="62" y="126"/>
                      <a:pt x="138" y="38"/>
                      <a:pt x="111" y="16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9" name="Freeform 132">
                <a:extLst>
                  <a:ext uri="{FF2B5EF4-FFF2-40B4-BE49-F238E27FC236}">
                    <a16:creationId xmlns:a16="http://schemas.microsoft.com/office/drawing/2014/main" id="{81FAAA8F-1C0B-4D61-B97F-0F79B6582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860"/>
                <a:ext cx="203" cy="185"/>
              </a:xfrm>
              <a:custGeom>
                <a:avLst/>
                <a:gdLst>
                  <a:gd name="T0" fmla="*/ 353 w 138"/>
                  <a:gd name="T1" fmla="*/ 50 h 126"/>
                  <a:gd name="T2" fmla="*/ 100 w 138"/>
                  <a:gd name="T3" fmla="*/ 310 h 126"/>
                  <a:gd name="T4" fmla="*/ 353 w 138"/>
                  <a:gd name="T5" fmla="*/ 5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126">
                    <a:moveTo>
                      <a:pt x="111" y="16"/>
                    </a:moveTo>
                    <a:cubicBezTo>
                      <a:pt x="92" y="0"/>
                      <a:pt x="0" y="71"/>
                      <a:pt x="31" y="98"/>
                    </a:cubicBezTo>
                    <a:cubicBezTo>
                      <a:pt x="62" y="126"/>
                      <a:pt x="138" y="38"/>
                      <a:pt x="111" y="1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0" name="Freeform 133">
                <a:extLst>
                  <a:ext uri="{FF2B5EF4-FFF2-40B4-BE49-F238E27FC236}">
                    <a16:creationId xmlns:a16="http://schemas.microsoft.com/office/drawing/2014/main" id="{C587DFA9-395A-4B6C-94FC-169178E72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892"/>
                <a:ext cx="53" cy="94"/>
              </a:xfrm>
              <a:custGeom>
                <a:avLst/>
                <a:gdLst>
                  <a:gd name="T0" fmla="*/ 19 w 36"/>
                  <a:gd name="T1" fmla="*/ 73 h 64"/>
                  <a:gd name="T2" fmla="*/ 69 w 36"/>
                  <a:gd name="T3" fmla="*/ 68 h 64"/>
                  <a:gd name="T4" fmla="*/ 69 w 36"/>
                  <a:gd name="T5" fmla="*/ 120 h 64"/>
                  <a:gd name="T6" fmla="*/ 32 w 36"/>
                  <a:gd name="T7" fmla="*/ 175 h 64"/>
                  <a:gd name="T8" fmla="*/ 0 w 36"/>
                  <a:gd name="T9" fmla="*/ 203 h 64"/>
                  <a:gd name="T10" fmla="*/ 40 w 36"/>
                  <a:gd name="T11" fmla="*/ 169 h 64"/>
                  <a:gd name="T12" fmla="*/ 74 w 36"/>
                  <a:gd name="T13" fmla="*/ 128 h 64"/>
                  <a:gd name="T14" fmla="*/ 113 w 36"/>
                  <a:gd name="T15" fmla="*/ 47 h 64"/>
                  <a:gd name="T16" fmla="*/ 28 w 36"/>
                  <a:gd name="T17" fmla="*/ 54 h 64"/>
                  <a:gd name="T18" fmla="*/ 19 w 36"/>
                  <a:gd name="T19" fmla="*/ 73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64">
                    <a:moveTo>
                      <a:pt x="6" y="23"/>
                    </a:moveTo>
                    <a:cubicBezTo>
                      <a:pt x="9" y="18"/>
                      <a:pt x="19" y="18"/>
                      <a:pt x="22" y="21"/>
                    </a:cubicBezTo>
                    <a:cubicBezTo>
                      <a:pt x="28" y="24"/>
                      <a:pt x="25" y="32"/>
                      <a:pt x="22" y="38"/>
                    </a:cubicBezTo>
                    <a:cubicBezTo>
                      <a:pt x="19" y="43"/>
                      <a:pt x="14" y="50"/>
                      <a:pt x="10" y="55"/>
                    </a:cubicBezTo>
                    <a:cubicBezTo>
                      <a:pt x="8" y="57"/>
                      <a:pt x="0" y="62"/>
                      <a:pt x="0" y="64"/>
                    </a:cubicBezTo>
                    <a:cubicBezTo>
                      <a:pt x="4" y="62"/>
                      <a:pt x="9" y="57"/>
                      <a:pt x="12" y="53"/>
                    </a:cubicBezTo>
                    <a:cubicBezTo>
                      <a:pt x="16" y="49"/>
                      <a:pt x="20" y="44"/>
                      <a:pt x="23" y="40"/>
                    </a:cubicBezTo>
                    <a:cubicBezTo>
                      <a:pt x="29" y="32"/>
                      <a:pt x="35" y="24"/>
                      <a:pt x="35" y="15"/>
                    </a:cubicBezTo>
                    <a:cubicBezTo>
                      <a:pt x="36" y="0"/>
                      <a:pt x="17" y="9"/>
                      <a:pt x="9" y="17"/>
                    </a:cubicBezTo>
                    <a:cubicBezTo>
                      <a:pt x="7" y="19"/>
                      <a:pt x="5" y="21"/>
                      <a:pt x="6" y="23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1" name="Freeform 134">
                <a:extLst>
                  <a:ext uri="{FF2B5EF4-FFF2-40B4-BE49-F238E27FC236}">
                    <a16:creationId xmlns:a16="http://schemas.microsoft.com/office/drawing/2014/main" id="{FC577275-9281-42C4-B68F-59F9551E6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917"/>
                <a:ext cx="47" cy="68"/>
              </a:xfrm>
              <a:custGeom>
                <a:avLst/>
                <a:gdLst>
                  <a:gd name="T0" fmla="*/ 101 w 32"/>
                  <a:gd name="T1" fmla="*/ 19 h 46"/>
                  <a:gd name="T2" fmla="*/ 54 w 32"/>
                  <a:gd name="T3" fmla="*/ 35 h 46"/>
                  <a:gd name="T4" fmla="*/ 6 w 32"/>
                  <a:gd name="T5" fmla="*/ 101 h 46"/>
                  <a:gd name="T6" fmla="*/ 15 w 32"/>
                  <a:gd name="T7" fmla="*/ 146 h 46"/>
                  <a:gd name="T8" fmla="*/ 63 w 32"/>
                  <a:gd name="T9" fmla="*/ 123 h 46"/>
                  <a:gd name="T10" fmla="*/ 41 w 32"/>
                  <a:gd name="T11" fmla="*/ 106 h 46"/>
                  <a:gd name="T12" fmla="*/ 38 w 32"/>
                  <a:gd name="T13" fmla="*/ 72 h 46"/>
                  <a:gd name="T14" fmla="*/ 100 w 32"/>
                  <a:gd name="T15" fmla="*/ 19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6">
                    <a:moveTo>
                      <a:pt x="32" y="6"/>
                    </a:moveTo>
                    <a:cubicBezTo>
                      <a:pt x="30" y="0"/>
                      <a:pt x="20" y="8"/>
                      <a:pt x="17" y="11"/>
                    </a:cubicBezTo>
                    <a:cubicBezTo>
                      <a:pt x="11" y="17"/>
                      <a:pt x="5" y="24"/>
                      <a:pt x="2" y="31"/>
                    </a:cubicBezTo>
                    <a:cubicBezTo>
                      <a:pt x="0" y="36"/>
                      <a:pt x="0" y="43"/>
                      <a:pt x="5" y="45"/>
                    </a:cubicBezTo>
                    <a:cubicBezTo>
                      <a:pt x="9" y="46"/>
                      <a:pt x="18" y="42"/>
                      <a:pt x="20" y="38"/>
                    </a:cubicBezTo>
                    <a:cubicBezTo>
                      <a:pt x="22" y="34"/>
                      <a:pt x="15" y="34"/>
                      <a:pt x="13" y="33"/>
                    </a:cubicBezTo>
                    <a:cubicBezTo>
                      <a:pt x="9" y="31"/>
                      <a:pt x="10" y="26"/>
                      <a:pt x="12" y="22"/>
                    </a:cubicBezTo>
                    <a:cubicBezTo>
                      <a:pt x="15" y="15"/>
                      <a:pt x="23" y="3"/>
                      <a:pt x="31" y="6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2" name="Freeform 135">
                <a:extLst>
                  <a:ext uri="{FF2B5EF4-FFF2-40B4-BE49-F238E27FC236}">
                    <a16:creationId xmlns:a16="http://schemas.microsoft.com/office/drawing/2014/main" id="{CB98DA81-475B-4758-8EB7-E03A57B06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908"/>
                <a:ext cx="20" cy="30"/>
              </a:xfrm>
              <a:custGeom>
                <a:avLst/>
                <a:gdLst>
                  <a:gd name="T0" fmla="*/ 0 w 13"/>
                  <a:gd name="T1" fmla="*/ 5 h 20"/>
                  <a:gd name="T2" fmla="*/ 18 w 13"/>
                  <a:gd name="T3" fmla="*/ 0 h 20"/>
                  <a:gd name="T4" fmla="*/ 34 w 13"/>
                  <a:gd name="T5" fmla="*/ 0 h 20"/>
                  <a:gd name="T6" fmla="*/ 48 w 13"/>
                  <a:gd name="T7" fmla="*/ 18 h 20"/>
                  <a:gd name="T8" fmla="*/ 26 w 13"/>
                  <a:gd name="T9" fmla="*/ 68 h 20"/>
                  <a:gd name="T10" fmla="*/ 8 w 13"/>
                  <a:gd name="T11" fmla="*/ 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0">
                    <a:moveTo>
                      <a:pt x="0" y="1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10"/>
                      <a:pt x="11" y="16"/>
                      <a:pt x="7" y="20"/>
                    </a:cubicBezTo>
                    <a:cubicBezTo>
                      <a:pt x="11" y="14"/>
                      <a:pt x="11" y="0"/>
                      <a:pt x="2" y="2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3" name="Freeform 136">
                <a:extLst>
                  <a:ext uri="{FF2B5EF4-FFF2-40B4-BE49-F238E27FC236}">
                    <a16:creationId xmlns:a16="http://schemas.microsoft.com/office/drawing/2014/main" id="{9939B69E-B1A0-4247-8EB7-5CF21A222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256"/>
                <a:ext cx="192" cy="227"/>
              </a:xfrm>
              <a:custGeom>
                <a:avLst/>
                <a:gdLst>
                  <a:gd name="T0" fmla="*/ 279 w 130"/>
                  <a:gd name="T1" fmla="*/ 19 h 154"/>
                  <a:gd name="T2" fmla="*/ 157 w 130"/>
                  <a:gd name="T3" fmla="*/ 453 h 154"/>
                  <a:gd name="T4" fmla="*/ 279 w 130"/>
                  <a:gd name="T5" fmla="*/ 19 h 1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154">
                    <a:moveTo>
                      <a:pt x="87" y="6"/>
                    </a:moveTo>
                    <a:cubicBezTo>
                      <a:pt x="58" y="0"/>
                      <a:pt x="0" y="129"/>
                      <a:pt x="49" y="141"/>
                    </a:cubicBezTo>
                    <a:cubicBezTo>
                      <a:pt x="98" y="154"/>
                      <a:pt x="130" y="15"/>
                      <a:pt x="87" y="6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4" name="Freeform 137">
                <a:extLst>
                  <a:ext uri="{FF2B5EF4-FFF2-40B4-BE49-F238E27FC236}">
                    <a16:creationId xmlns:a16="http://schemas.microsoft.com/office/drawing/2014/main" id="{D0D40201-FA1D-44D7-A3A3-30E72D5DC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256"/>
                <a:ext cx="192" cy="227"/>
              </a:xfrm>
              <a:custGeom>
                <a:avLst/>
                <a:gdLst>
                  <a:gd name="T0" fmla="*/ 279 w 130"/>
                  <a:gd name="T1" fmla="*/ 19 h 154"/>
                  <a:gd name="T2" fmla="*/ 157 w 130"/>
                  <a:gd name="T3" fmla="*/ 453 h 154"/>
                  <a:gd name="T4" fmla="*/ 279 w 130"/>
                  <a:gd name="T5" fmla="*/ 19 h 1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154">
                    <a:moveTo>
                      <a:pt x="87" y="6"/>
                    </a:moveTo>
                    <a:cubicBezTo>
                      <a:pt x="58" y="0"/>
                      <a:pt x="0" y="129"/>
                      <a:pt x="49" y="141"/>
                    </a:cubicBezTo>
                    <a:cubicBezTo>
                      <a:pt x="98" y="154"/>
                      <a:pt x="130" y="15"/>
                      <a:pt x="87" y="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5" name="Freeform 138">
                <a:extLst>
                  <a:ext uri="{FF2B5EF4-FFF2-40B4-BE49-F238E27FC236}">
                    <a16:creationId xmlns:a16="http://schemas.microsoft.com/office/drawing/2014/main" id="{7A7A9A21-F2FF-4913-92A9-3648542F9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283"/>
                <a:ext cx="50" cy="135"/>
              </a:xfrm>
              <a:custGeom>
                <a:avLst/>
                <a:gdLst>
                  <a:gd name="T0" fmla="*/ 6 w 34"/>
                  <a:gd name="T1" fmla="*/ 135 h 92"/>
                  <a:gd name="T2" fmla="*/ 60 w 34"/>
                  <a:gd name="T3" fmla="*/ 97 h 92"/>
                  <a:gd name="T4" fmla="*/ 88 w 34"/>
                  <a:gd name="T5" fmla="*/ 157 h 92"/>
                  <a:gd name="T6" fmla="*/ 79 w 34"/>
                  <a:gd name="T7" fmla="*/ 236 h 92"/>
                  <a:gd name="T8" fmla="*/ 60 w 34"/>
                  <a:gd name="T9" fmla="*/ 291 h 92"/>
                  <a:gd name="T10" fmla="*/ 87 w 34"/>
                  <a:gd name="T11" fmla="*/ 229 h 92"/>
                  <a:gd name="T12" fmla="*/ 100 w 34"/>
                  <a:gd name="T13" fmla="*/ 161 h 92"/>
                  <a:gd name="T14" fmla="*/ 96 w 34"/>
                  <a:gd name="T15" fmla="*/ 56 h 92"/>
                  <a:gd name="T16" fmla="*/ 6 w 34"/>
                  <a:gd name="T17" fmla="*/ 110 h 92"/>
                  <a:gd name="T18" fmla="*/ 6 w 34"/>
                  <a:gd name="T19" fmla="*/ 135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92">
                    <a:moveTo>
                      <a:pt x="2" y="43"/>
                    </a:moveTo>
                    <a:cubicBezTo>
                      <a:pt x="2" y="36"/>
                      <a:pt x="14" y="31"/>
                      <a:pt x="19" y="31"/>
                    </a:cubicBezTo>
                    <a:cubicBezTo>
                      <a:pt x="26" y="32"/>
                      <a:pt x="28" y="42"/>
                      <a:pt x="28" y="50"/>
                    </a:cubicBezTo>
                    <a:cubicBezTo>
                      <a:pt x="28" y="58"/>
                      <a:pt x="27" y="67"/>
                      <a:pt x="25" y="75"/>
                    </a:cubicBezTo>
                    <a:cubicBezTo>
                      <a:pt x="24" y="79"/>
                      <a:pt x="18" y="88"/>
                      <a:pt x="19" y="92"/>
                    </a:cubicBezTo>
                    <a:cubicBezTo>
                      <a:pt x="23" y="87"/>
                      <a:pt x="25" y="78"/>
                      <a:pt x="27" y="72"/>
                    </a:cubicBezTo>
                    <a:cubicBezTo>
                      <a:pt x="28" y="65"/>
                      <a:pt x="30" y="58"/>
                      <a:pt x="31" y="51"/>
                    </a:cubicBezTo>
                    <a:cubicBezTo>
                      <a:pt x="32" y="40"/>
                      <a:pt x="34" y="27"/>
                      <a:pt x="30" y="18"/>
                    </a:cubicBezTo>
                    <a:cubicBezTo>
                      <a:pt x="22" y="0"/>
                      <a:pt x="6" y="22"/>
                      <a:pt x="2" y="35"/>
                    </a:cubicBezTo>
                    <a:cubicBezTo>
                      <a:pt x="1" y="38"/>
                      <a:pt x="0" y="42"/>
                      <a:pt x="2" y="43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6" name="Freeform 139">
                <a:extLst>
                  <a:ext uri="{FF2B5EF4-FFF2-40B4-BE49-F238E27FC236}">
                    <a16:creationId xmlns:a16="http://schemas.microsoft.com/office/drawing/2014/main" id="{EBBB43DD-E4DE-46E9-BB2F-68485DD63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327"/>
                <a:ext cx="37" cy="94"/>
              </a:xfrm>
              <a:custGeom>
                <a:avLst/>
                <a:gdLst>
                  <a:gd name="T0" fmla="*/ 61 w 25"/>
                  <a:gd name="T1" fmla="*/ 19 h 64"/>
                  <a:gd name="T2" fmla="*/ 19 w 25"/>
                  <a:gd name="T3" fmla="*/ 63 h 64"/>
                  <a:gd name="T4" fmla="*/ 6 w 25"/>
                  <a:gd name="T5" fmla="*/ 157 h 64"/>
                  <a:gd name="T6" fmla="*/ 41 w 25"/>
                  <a:gd name="T7" fmla="*/ 201 h 64"/>
                  <a:gd name="T8" fmla="*/ 81 w 25"/>
                  <a:gd name="T9" fmla="*/ 153 h 64"/>
                  <a:gd name="T10" fmla="*/ 46 w 25"/>
                  <a:gd name="T11" fmla="*/ 147 h 64"/>
                  <a:gd name="T12" fmla="*/ 22 w 25"/>
                  <a:gd name="T13" fmla="*/ 107 h 64"/>
                  <a:gd name="T14" fmla="*/ 61 w 25"/>
                  <a:gd name="T15" fmla="*/ 19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64">
                    <a:moveTo>
                      <a:pt x="19" y="6"/>
                    </a:moveTo>
                    <a:cubicBezTo>
                      <a:pt x="14" y="0"/>
                      <a:pt x="7" y="15"/>
                      <a:pt x="6" y="20"/>
                    </a:cubicBezTo>
                    <a:cubicBezTo>
                      <a:pt x="3" y="30"/>
                      <a:pt x="0" y="41"/>
                      <a:pt x="2" y="50"/>
                    </a:cubicBezTo>
                    <a:cubicBezTo>
                      <a:pt x="3" y="57"/>
                      <a:pt x="6" y="64"/>
                      <a:pt x="13" y="63"/>
                    </a:cubicBezTo>
                    <a:cubicBezTo>
                      <a:pt x="17" y="62"/>
                      <a:pt x="25" y="53"/>
                      <a:pt x="25" y="48"/>
                    </a:cubicBezTo>
                    <a:cubicBezTo>
                      <a:pt x="25" y="41"/>
                      <a:pt x="17" y="45"/>
                      <a:pt x="14" y="46"/>
                    </a:cubicBezTo>
                    <a:cubicBezTo>
                      <a:pt x="8" y="46"/>
                      <a:pt x="7" y="40"/>
                      <a:pt x="7" y="34"/>
                    </a:cubicBezTo>
                    <a:cubicBezTo>
                      <a:pt x="7" y="25"/>
                      <a:pt x="8" y="7"/>
                      <a:pt x="19" y="6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7" name="Freeform 140">
                <a:extLst>
                  <a:ext uri="{FF2B5EF4-FFF2-40B4-BE49-F238E27FC236}">
                    <a16:creationId xmlns:a16="http://schemas.microsoft.com/office/drawing/2014/main" id="{532C3143-D341-4040-9205-DC78AC86E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305"/>
                <a:ext cx="28" cy="37"/>
              </a:xfrm>
              <a:custGeom>
                <a:avLst/>
                <a:gdLst>
                  <a:gd name="T0" fmla="*/ 0 w 19"/>
                  <a:gd name="T1" fmla="*/ 27 h 25"/>
                  <a:gd name="T2" fmla="*/ 9 w 19"/>
                  <a:gd name="T3" fmla="*/ 13 h 25"/>
                  <a:gd name="T4" fmla="*/ 27 w 19"/>
                  <a:gd name="T5" fmla="*/ 6 h 25"/>
                  <a:gd name="T6" fmla="*/ 47 w 19"/>
                  <a:gd name="T7" fmla="*/ 15 h 25"/>
                  <a:gd name="T8" fmla="*/ 59 w 19"/>
                  <a:gd name="T9" fmla="*/ 81 h 25"/>
                  <a:gd name="T10" fmla="*/ 6 w 19"/>
                  <a:gd name="T11" fmla="*/ 27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5">
                    <a:moveTo>
                      <a:pt x="0" y="8"/>
                    </a:moveTo>
                    <a:cubicBezTo>
                      <a:pt x="1" y="8"/>
                      <a:pt x="2" y="5"/>
                      <a:pt x="3" y="4"/>
                    </a:cubicBezTo>
                    <a:cubicBezTo>
                      <a:pt x="5" y="3"/>
                      <a:pt x="6" y="2"/>
                      <a:pt x="8" y="2"/>
                    </a:cubicBezTo>
                    <a:cubicBezTo>
                      <a:pt x="11" y="1"/>
                      <a:pt x="14" y="3"/>
                      <a:pt x="15" y="5"/>
                    </a:cubicBezTo>
                    <a:cubicBezTo>
                      <a:pt x="19" y="11"/>
                      <a:pt x="19" y="18"/>
                      <a:pt x="18" y="25"/>
                    </a:cubicBezTo>
                    <a:cubicBezTo>
                      <a:pt x="18" y="16"/>
                      <a:pt x="11" y="0"/>
                      <a:pt x="2" y="8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8" name="Freeform 141">
                <a:extLst>
                  <a:ext uri="{FF2B5EF4-FFF2-40B4-BE49-F238E27FC236}">
                    <a16:creationId xmlns:a16="http://schemas.microsoft.com/office/drawing/2014/main" id="{C9C1A187-58C4-4B5D-BB95-ADA0CCCB8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447"/>
                <a:ext cx="199" cy="206"/>
              </a:xfrm>
              <a:custGeom>
                <a:avLst/>
                <a:gdLst>
                  <a:gd name="T0" fmla="*/ 289 w 135"/>
                  <a:gd name="T1" fmla="*/ 32 h 140"/>
                  <a:gd name="T2" fmla="*/ 168 w 135"/>
                  <a:gd name="T3" fmla="*/ 386 h 140"/>
                  <a:gd name="T4" fmla="*/ 289 w 135"/>
                  <a:gd name="T5" fmla="*/ 32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5" h="140">
                    <a:moveTo>
                      <a:pt x="90" y="10"/>
                    </a:moveTo>
                    <a:cubicBezTo>
                      <a:pt x="61" y="0"/>
                      <a:pt x="0" y="102"/>
                      <a:pt x="52" y="121"/>
                    </a:cubicBezTo>
                    <a:cubicBezTo>
                      <a:pt x="103" y="140"/>
                      <a:pt x="135" y="24"/>
                      <a:pt x="90" y="10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9" name="Freeform 142">
                <a:extLst>
                  <a:ext uri="{FF2B5EF4-FFF2-40B4-BE49-F238E27FC236}">
                    <a16:creationId xmlns:a16="http://schemas.microsoft.com/office/drawing/2014/main" id="{F32D8799-6922-4280-A85A-2C80CEDB7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447"/>
                <a:ext cx="199" cy="206"/>
              </a:xfrm>
              <a:custGeom>
                <a:avLst/>
                <a:gdLst>
                  <a:gd name="T0" fmla="*/ 289 w 135"/>
                  <a:gd name="T1" fmla="*/ 32 h 140"/>
                  <a:gd name="T2" fmla="*/ 168 w 135"/>
                  <a:gd name="T3" fmla="*/ 386 h 140"/>
                  <a:gd name="T4" fmla="*/ 289 w 135"/>
                  <a:gd name="T5" fmla="*/ 32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5" h="140">
                    <a:moveTo>
                      <a:pt x="90" y="10"/>
                    </a:moveTo>
                    <a:cubicBezTo>
                      <a:pt x="61" y="0"/>
                      <a:pt x="0" y="102"/>
                      <a:pt x="52" y="121"/>
                    </a:cubicBezTo>
                    <a:cubicBezTo>
                      <a:pt x="103" y="140"/>
                      <a:pt x="135" y="24"/>
                      <a:pt x="90" y="1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0" name="Freeform 143">
                <a:extLst>
                  <a:ext uri="{FF2B5EF4-FFF2-40B4-BE49-F238E27FC236}">
                    <a16:creationId xmlns:a16="http://schemas.microsoft.com/office/drawing/2014/main" id="{F6CB90F1-3D29-4200-9E7A-1F09F7909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3475"/>
                <a:ext cx="51" cy="116"/>
              </a:xfrm>
              <a:custGeom>
                <a:avLst/>
                <a:gdLst>
                  <a:gd name="T0" fmla="*/ 6 w 35"/>
                  <a:gd name="T1" fmla="*/ 107 h 79"/>
                  <a:gd name="T2" fmla="*/ 60 w 35"/>
                  <a:gd name="T3" fmla="*/ 82 h 79"/>
                  <a:gd name="T4" fmla="*/ 89 w 35"/>
                  <a:gd name="T5" fmla="*/ 142 h 79"/>
                  <a:gd name="T6" fmla="*/ 80 w 35"/>
                  <a:gd name="T7" fmla="*/ 209 h 79"/>
                  <a:gd name="T8" fmla="*/ 61 w 35"/>
                  <a:gd name="T9" fmla="*/ 250 h 79"/>
                  <a:gd name="T10" fmla="*/ 83 w 35"/>
                  <a:gd name="T11" fmla="*/ 201 h 79"/>
                  <a:gd name="T12" fmla="*/ 96 w 35"/>
                  <a:gd name="T13" fmla="*/ 147 h 79"/>
                  <a:gd name="T14" fmla="*/ 93 w 35"/>
                  <a:gd name="T15" fmla="*/ 54 h 79"/>
                  <a:gd name="T16" fmla="*/ 6 w 35"/>
                  <a:gd name="T17" fmla="*/ 87 h 79"/>
                  <a:gd name="T18" fmla="*/ 1 w 35"/>
                  <a:gd name="T19" fmla="*/ 107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79">
                    <a:moveTo>
                      <a:pt x="2" y="34"/>
                    </a:moveTo>
                    <a:cubicBezTo>
                      <a:pt x="2" y="28"/>
                      <a:pt x="14" y="25"/>
                      <a:pt x="19" y="26"/>
                    </a:cubicBezTo>
                    <a:cubicBezTo>
                      <a:pt x="27" y="28"/>
                      <a:pt x="29" y="38"/>
                      <a:pt x="29" y="45"/>
                    </a:cubicBezTo>
                    <a:cubicBezTo>
                      <a:pt x="29" y="51"/>
                      <a:pt x="28" y="60"/>
                      <a:pt x="26" y="66"/>
                    </a:cubicBezTo>
                    <a:cubicBezTo>
                      <a:pt x="24" y="69"/>
                      <a:pt x="18" y="76"/>
                      <a:pt x="20" y="79"/>
                    </a:cubicBezTo>
                    <a:cubicBezTo>
                      <a:pt x="24" y="76"/>
                      <a:pt x="26" y="68"/>
                      <a:pt x="27" y="63"/>
                    </a:cubicBezTo>
                    <a:cubicBezTo>
                      <a:pt x="29" y="58"/>
                      <a:pt x="30" y="52"/>
                      <a:pt x="31" y="46"/>
                    </a:cubicBezTo>
                    <a:cubicBezTo>
                      <a:pt x="33" y="37"/>
                      <a:pt x="35" y="26"/>
                      <a:pt x="30" y="17"/>
                    </a:cubicBezTo>
                    <a:cubicBezTo>
                      <a:pt x="22" y="0"/>
                      <a:pt x="6" y="16"/>
                      <a:pt x="2" y="27"/>
                    </a:cubicBezTo>
                    <a:cubicBezTo>
                      <a:pt x="1" y="29"/>
                      <a:pt x="0" y="32"/>
                      <a:pt x="1" y="34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1" name="Freeform 144">
                <a:extLst>
                  <a:ext uri="{FF2B5EF4-FFF2-40B4-BE49-F238E27FC236}">
                    <a16:creationId xmlns:a16="http://schemas.microsoft.com/office/drawing/2014/main" id="{836E4F5B-AEC3-4B1D-835E-7D5E840C3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3510"/>
                <a:ext cx="37" cy="81"/>
              </a:xfrm>
              <a:custGeom>
                <a:avLst/>
                <a:gdLst>
                  <a:gd name="T0" fmla="*/ 61 w 25"/>
                  <a:gd name="T1" fmla="*/ 19 h 55"/>
                  <a:gd name="T2" fmla="*/ 15 w 25"/>
                  <a:gd name="T3" fmla="*/ 52 h 55"/>
                  <a:gd name="T4" fmla="*/ 1 w 25"/>
                  <a:gd name="T5" fmla="*/ 134 h 55"/>
                  <a:gd name="T6" fmla="*/ 41 w 25"/>
                  <a:gd name="T7" fmla="*/ 175 h 55"/>
                  <a:gd name="T8" fmla="*/ 81 w 25"/>
                  <a:gd name="T9" fmla="*/ 141 h 55"/>
                  <a:gd name="T10" fmla="*/ 46 w 25"/>
                  <a:gd name="T11" fmla="*/ 128 h 55"/>
                  <a:gd name="T12" fmla="*/ 22 w 25"/>
                  <a:gd name="T13" fmla="*/ 93 h 55"/>
                  <a:gd name="T14" fmla="*/ 61 w 25"/>
                  <a:gd name="T15" fmla="*/ 19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55">
                    <a:moveTo>
                      <a:pt x="19" y="6"/>
                    </a:moveTo>
                    <a:cubicBezTo>
                      <a:pt x="14" y="0"/>
                      <a:pt x="7" y="12"/>
                      <a:pt x="5" y="16"/>
                    </a:cubicBezTo>
                    <a:cubicBezTo>
                      <a:pt x="2" y="24"/>
                      <a:pt x="0" y="33"/>
                      <a:pt x="1" y="42"/>
                    </a:cubicBezTo>
                    <a:cubicBezTo>
                      <a:pt x="2" y="48"/>
                      <a:pt x="6" y="55"/>
                      <a:pt x="13" y="55"/>
                    </a:cubicBezTo>
                    <a:cubicBezTo>
                      <a:pt x="18" y="55"/>
                      <a:pt x="25" y="48"/>
                      <a:pt x="25" y="44"/>
                    </a:cubicBezTo>
                    <a:cubicBezTo>
                      <a:pt x="25" y="38"/>
                      <a:pt x="18" y="40"/>
                      <a:pt x="14" y="40"/>
                    </a:cubicBezTo>
                    <a:cubicBezTo>
                      <a:pt x="8" y="39"/>
                      <a:pt x="7" y="34"/>
                      <a:pt x="7" y="29"/>
                    </a:cubicBezTo>
                    <a:cubicBezTo>
                      <a:pt x="6" y="21"/>
                      <a:pt x="8" y="5"/>
                      <a:pt x="19" y="6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2" name="Freeform 145">
                <a:extLst>
                  <a:ext uri="{FF2B5EF4-FFF2-40B4-BE49-F238E27FC236}">
                    <a16:creationId xmlns:a16="http://schemas.microsoft.com/office/drawing/2014/main" id="{6D1E5599-494B-40D6-945B-E43AE601A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494"/>
                <a:ext cx="31" cy="34"/>
              </a:xfrm>
              <a:custGeom>
                <a:avLst/>
                <a:gdLst>
                  <a:gd name="T0" fmla="*/ 0 w 21"/>
                  <a:gd name="T1" fmla="*/ 15 h 23"/>
                  <a:gd name="T2" fmla="*/ 13 w 21"/>
                  <a:gd name="T3" fmla="*/ 6 h 23"/>
                  <a:gd name="T4" fmla="*/ 28 w 21"/>
                  <a:gd name="T5" fmla="*/ 1 h 23"/>
                  <a:gd name="T6" fmla="*/ 55 w 21"/>
                  <a:gd name="T7" fmla="*/ 19 h 23"/>
                  <a:gd name="T8" fmla="*/ 65 w 21"/>
                  <a:gd name="T9" fmla="*/ 74 h 23"/>
                  <a:gd name="T10" fmla="*/ 9 w 21"/>
                  <a:gd name="T11" fmla="*/ 15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3">
                    <a:moveTo>
                      <a:pt x="0" y="5"/>
                    </a:moveTo>
                    <a:cubicBezTo>
                      <a:pt x="2" y="5"/>
                      <a:pt x="3" y="3"/>
                      <a:pt x="4" y="2"/>
                    </a:cubicBezTo>
                    <a:cubicBezTo>
                      <a:pt x="6" y="2"/>
                      <a:pt x="7" y="1"/>
                      <a:pt x="9" y="1"/>
                    </a:cubicBezTo>
                    <a:cubicBezTo>
                      <a:pt x="12" y="1"/>
                      <a:pt x="15" y="3"/>
                      <a:pt x="17" y="6"/>
                    </a:cubicBezTo>
                    <a:cubicBezTo>
                      <a:pt x="20" y="11"/>
                      <a:pt x="21" y="17"/>
                      <a:pt x="20" y="23"/>
                    </a:cubicBezTo>
                    <a:cubicBezTo>
                      <a:pt x="19" y="15"/>
                      <a:pt x="12" y="0"/>
                      <a:pt x="3" y="5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3" name="Freeform 146">
                <a:extLst>
                  <a:ext uri="{FF2B5EF4-FFF2-40B4-BE49-F238E27FC236}">
                    <a16:creationId xmlns:a16="http://schemas.microsoft.com/office/drawing/2014/main" id="{4F88484A-80C2-4ABB-BAE9-940F27139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098"/>
                <a:ext cx="184" cy="184"/>
              </a:xfrm>
              <a:custGeom>
                <a:avLst/>
                <a:gdLst>
                  <a:gd name="T0" fmla="*/ 258 w 125"/>
                  <a:gd name="T1" fmla="*/ 35 h 125"/>
                  <a:gd name="T2" fmla="*/ 162 w 125"/>
                  <a:gd name="T3" fmla="*/ 336 h 125"/>
                  <a:gd name="T4" fmla="*/ 258 w 125"/>
                  <a:gd name="T5" fmla="*/ 35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125">
                    <a:moveTo>
                      <a:pt x="81" y="11"/>
                    </a:moveTo>
                    <a:cubicBezTo>
                      <a:pt x="52" y="0"/>
                      <a:pt x="0" y="85"/>
                      <a:pt x="51" y="105"/>
                    </a:cubicBezTo>
                    <a:cubicBezTo>
                      <a:pt x="102" y="125"/>
                      <a:pt x="125" y="27"/>
                      <a:pt x="81" y="11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4" name="Freeform 147">
                <a:extLst>
                  <a:ext uri="{FF2B5EF4-FFF2-40B4-BE49-F238E27FC236}">
                    <a16:creationId xmlns:a16="http://schemas.microsoft.com/office/drawing/2014/main" id="{4CF49658-61C7-4CE6-A23A-A0AEBDAF3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098"/>
                <a:ext cx="184" cy="184"/>
              </a:xfrm>
              <a:custGeom>
                <a:avLst/>
                <a:gdLst>
                  <a:gd name="T0" fmla="*/ 258 w 125"/>
                  <a:gd name="T1" fmla="*/ 35 h 125"/>
                  <a:gd name="T2" fmla="*/ 162 w 125"/>
                  <a:gd name="T3" fmla="*/ 336 h 125"/>
                  <a:gd name="T4" fmla="*/ 258 w 125"/>
                  <a:gd name="T5" fmla="*/ 35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125">
                    <a:moveTo>
                      <a:pt x="81" y="11"/>
                    </a:moveTo>
                    <a:cubicBezTo>
                      <a:pt x="52" y="0"/>
                      <a:pt x="0" y="85"/>
                      <a:pt x="51" y="105"/>
                    </a:cubicBezTo>
                    <a:cubicBezTo>
                      <a:pt x="102" y="125"/>
                      <a:pt x="125" y="27"/>
                      <a:pt x="81" y="1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5" name="Freeform 148">
                <a:extLst>
                  <a:ext uri="{FF2B5EF4-FFF2-40B4-BE49-F238E27FC236}">
                    <a16:creationId xmlns:a16="http://schemas.microsoft.com/office/drawing/2014/main" id="{19C87AF4-9AED-4A73-94C3-56FDEA651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3124"/>
                <a:ext cx="49" cy="102"/>
              </a:xfrm>
              <a:custGeom>
                <a:avLst/>
                <a:gdLst>
                  <a:gd name="T0" fmla="*/ 6 w 33"/>
                  <a:gd name="T1" fmla="*/ 95 h 69"/>
                  <a:gd name="T2" fmla="*/ 59 w 33"/>
                  <a:gd name="T3" fmla="*/ 74 h 69"/>
                  <a:gd name="T4" fmla="*/ 95 w 33"/>
                  <a:gd name="T5" fmla="*/ 129 h 69"/>
                  <a:gd name="T6" fmla="*/ 88 w 33"/>
                  <a:gd name="T7" fmla="*/ 183 h 69"/>
                  <a:gd name="T8" fmla="*/ 74 w 33"/>
                  <a:gd name="T9" fmla="*/ 223 h 69"/>
                  <a:gd name="T10" fmla="*/ 95 w 33"/>
                  <a:gd name="T11" fmla="*/ 177 h 69"/>
                  <a:gd name="T12" fmla="*/ 105 w 33"/>
                  <a:gd name="T13" fmla="*/ 133 h 69"/>
                  <a:gd name="T14" fmla="*/ 92 w 33"/>
                  <a:gd name="T15" fmla="*/ 49 h 69"/>
                  <a:gd name="T16" fmla="*/ 6 w 33"/>
                  <a:gd name="T17" fmla="*/ 74 h 69"/>
                  <a:gd name="T18" fmla="*/ 6 w 33"/>
                  <a:gd name="T19" fmla="*/ 90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69">
                    <a:moveTo>
                      <a:pt x="2" y="29"/>
                    </a:moveTo>
                    <a:cubicBezTo>
                      <a:pt x="2" y="23"/>
                      <a:pt x="13" y="22"/>
                      <a:pt x="18" y="23"/>
                    </a:cubicBezTo>
                    <a:cubicBezTo>
                      <a:pt x="26" y="25"/>
                      <a:pt x="28" y="34"/>
                      <a:pt x="29" y="40"/>
                    </a:cubicBezTo>
                    <a:cubicBezTo>
                      <a:pt x="30" y="45"/>
                      <a:pt x="29" y="52"/>
                      <a:pt x="27" y="57"/>
                    </a:cubicBezTo>
                    <a:cubicBezTo>
                      <a:pt x="27" y="60"/>
                      <a:pt x="21" y="66"/>
                      <a:pt x="23" y="69"/>
                    </a:cubicBezTo>
                    <a:cubicBezTo>
                      <a:pt x="26" y="66"/>
                      <a:pt x="28" y="60"/>
                      <a:pt x="29" y="55"/>
                    </a:cubicBezTo>
                    <a:cubicBezTo>
                      <a:pt x="30" y="51"/>
                      <a:pt x="31" y="46"/>
                      <a:pt x="32" y="41"/>
                    </a:cubicBezTo>
                    <a:cubicBezTo>
                      <a:pt x="32" y="33"/>
                      <a:pt x="33" y="23"/>
                      <a:pt x="28" y="15"/>
                    </a:cubicBezTo>
                    <a:cubicBezTo>
                      <a:pt x="19" y="0"/>
                      <a:pt x="5" y="13"/>
                      <a:pt x="2" y="23"/>
                    </a:cubicBezTo>
                    <a:cubicBezTo>
                      <a:pt x="1" y="24"/>
                      <a:pt x="0" y="27"/>
                      <a:pt x="2" y="28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6" name="Freeform 149">
                <a:extLst>
                  <a:ext uri="{FF2B5EF4-FFF2-40B4-BE49-F238E27FC236}">
                    <a16:creationId xmlns:a16="http://schemas.microsoft.com/office/drawing/2014/main" id="{5DEF56D2-D5B0-4649-9E8D-D25C4F3A6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3155"/>
                <a:ext cx="37" cy="70"/>
              </a:xfrm>
              <a:custGeom>
                <a:avLst/>
                <a:gdLst>
                  <a:gd name="T0" fmla="*/ 55 w 25"/>
                  <a:gd name="T1" fmla="*/ 15 h 47"/>
                  <a:gd name="T2" fmla="*/ 13 w 25"/>
                  <a:gd name="T3" fmla="*/ 42 h 47"/>
                  <a:gd name="T4" fmla="*/ 6 w 25"/>
                  <a:gd name="T5" fmla="*/ 115 h 47"/>
                  <a:gd name="T6" fmla="*/ 49 w 25"/>
                  <a:gd name="T7" fmla="*/ 155 h 47"/>
                  <a:gd name="T8" fmla="*/ 81 w 25"/>
                  <a:gd name="T9" fmla="*/ 127 h 47"/>
                  <a:gd name="T10" fmla="*/ 46 w 25"/>
                  <a:gd name="T11" fmla="*/ 113 h 47"/>
                  <a:gd name="T12" fmla="*/ 19 w 25"/>
                  <a:gd name="T13" fmla="*/ 80 h 47"/>
                  <a:gd name="T14" fmla="*/ 53 w 25"/>
                  <a:gd name="T15" fmla="*/ 15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47">
                    <a:moveTo>
                      <a:pt x="17" y="5"/>
                    </a:moveTo>
                    <a:cubicBezTo>
                      <a:pt x="11" y="0"/>
                      <a:pt x="5" y="10"/>
                      <a:pt x="4" y="13"/>
                    </a:cubicBezTo>
                    <a:cubicBezTo>
                      <a:pt x="2" y="20"/>
                      <a:pt x="0" y="27"/>
                      <a:pt x="2" y="35"/>
                    </a:cubicBezTo>
                    <a:cubicBezTo>
                      <a:pt x="3" y="40"/>
                      <a:pt x="7" y="47"/>
                      <a:pt x="15" y="47"/>
                    </a:cubicBezTo>
                    <a:cubicBezTo>
                      <a:pt x="19" y="47"/>
                      <a:pt x="25" y="42"/>
                      <a:pt x="25" y="38"/>
                    </a:cubicBezTo>
                    <a:cubicBezTo>
                      <a:pt x="25" y="33"/>
                      <a:pt x="18" y="35"/>
                      <a:pt x="14" y="34"/>
                    </a:cubicBezTo>
                    <a:cubicBezTo>
                      <a:pt x="8" y="33"/>
                      <a:pt x="7" y="29"/>
                      <a:pt x="6" y="24"/>
                    </a:cubicBezTo>
                    <a:cubicBezTo>
                      <a:pt x="5" y="17"/>
                      <a:pt x="6" y="4"/>
                      <a:pt x="16" y="5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7" name="Freeform 150">
                <a:extLst>
                  <a:ext uri="{FF2B5EF4-FFF2-40B4-BE49-F238E27FC236}">
                    <a16:creationId xmlns:a16="http://schemas.microsoft.com/office/drawing/2014/main" id="{3A1CF0B3-1BB1-4050-B064-A9108AD0F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142"/>
                <a:ext cx="30" cy="30"/>
              </a:xfrm>
              <a:custGeom>
                <a:avLst/>
                <a:gdLst>
                  <a:gd name="T0" fmla="*/ 0 w 20"/>
                  <a:gd name="T1" fmla="*/ 12 h 20"/>
                  <a:gd name="T2" fmla="*/ 12 w 20"/>
                  <a:gd name="T3" fmla="*/ 5 h 20"/>
                  <a:gd name="T4" fmla="*/ 27 w 20"/>
                  <a:gd name="T5" fmla="*/ 5 h 20"/>
                  <a:gd name="T6" fmla="*/ 53 w 20"/>
                  <a:gd name="T7" fmla="*/ 18 h 20"/>
                  <a:gd name="T8" fmla="*/ 66 w 20"/>
                  <a:gd name="T9" fmla="*/ 68 h 20"/>
                  <a:gd name="T10" fmla="*/ 8 w 20"/>
                  <a:gd name="T11" fmla="*/ 1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3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11" y="1"/>
                      <a:pt x="13" y="3"/>
                      <a:pt x="15" y="5"/>
                    </a:cubicBezTo>
                    <a:cubicBezTo>
                      <a:pt x="19" y="10"/>
                      <a:pt x="20" y="15"/>
                      <a:pt x="19" y="20"/>
                    </a:cubicBezTo>
                    <a:cubicBezTo>
                      <a:pt x="19" y="13"/>
                      <a:pt x="10" y="0"/>
                      <a:pt x="2" y="4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8" name="Freeform 151">
                <a:extLst>
                  <a:ext uri="{FF2B5EF4-FFF2-40B4-BE49-F238E27FC236}">
                    <a16:creationId xmlns:a16="http://schemas.microsoft.com/office/drawing/2014/main" id="{E1603BCF-530F-439C-BA5F-EA2B1CD4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448"/>
                <a:ext cx="184" cy="184"/>
              </a:xfrm>
              <a:custGeom>
                <a:avLst/>
                <a:gdLst>
                  <a:gd name="T0" fmla="*/ 258 w 125"/>
                  <a:gd name="T1" fmla="*/ 35 h 125"/>
                  <a:gd name="T2" fmla="*/ 162 w 125"/>
                  <a:gd name="T3" fmla="*/ 336 h 125"/>
                  <a:gd name="T4" fmla="*/ 258 w 125"/>
                  <a:gd name="T5" fmla="*/ 35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125">
                    <a:moveTo>
                      <a:pt x="81" y="11"/>
                    </a:moveTo>
                    <a:cubicBezTo>
                      <a:pt x="52" y="0"/>
                      <a:pt x="0" y="85"/>
                      <a:pt x="51" y="105"/>
                    </a:cubicBezTo>
                    <a:cubicBezTo>
                      <a:pt x="102" y="125"/>
                      <a:pt x="125" y="27"/>
                      <a:pt x="81" y="11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9" name="Freeform 152">
                <a:extLst>
                  <a:ext uri="{FF2B5EF4-FFF2-40B4-BE49-F238E27FC236}">
                    <a16:creationId xmlns:a16="http://schemas.microsoft.com/office/drawing/2014/main" id="{921A870D-D33F-4B5D-9A1F-8245D4F4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448"/>
                <a:ext cx="184" cy="184"/>
              </a:xfrm>
              <a:custGeom>
                <a:avLst/>
                <a:gdLst>
                  <a:gd name="T0" fmla="*/ 258 w 125"/>
                  <a:gd name="T1" fmla="*/ 35 h 125"/>
                  <a:gd name="T2" fmla="*/ 162 w 125"/>
                  <a:gd name="T3" fmla="*/ 336 h 125"/>
                  <a:gd name="T4" fmla="*/ 258 w 125"/>
                  <a:gd name="T5" fmla="*/ 35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125">
                    <a:moveTo>
                      <a:pt x="81" y="11"/>
                    </a:moveTo>
                    <a:cubicBezTo>
                      <a:pt x="52" y="0"/>
                      <a:pt x="0" y="85"/>
                      <a:pt x="51" y="105"/>
                    </a:cubicBezTo>
                    <a:cubicBezTo>
                      <a:pt x="102" y="125"/>
                      <a:pt x="125" y="27"/>
                      <a:pt x="81" y="1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0" name="Freeform 153">
                <a:extLst>
                  <a:ext uri="{FF2B5EF4-FFF2-40B4-BE49-F238E27FC236}">
                    <a16:creationId xmlns:a16="http://schemas.microsoft.com/office/drawing/2014/main" id="{89486534-9BF2-4B61-B9D7-A8A23588A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2474"/>
                <a:ext cx="49" cy="102"/>
              </a:xfrm>
              <a:custGeom>
                <a:avLst/>
                <a:gdLst>
                  <a:gd name="T0" fmla="*/ 6 w 33"/>
                  <a:gd name="T1" fmla="*/ 95 h 69"/>
                  <a:gd name="T2" fmla="*/ 59 w 33"/>
                  <a:gd name="T3" fmla="*/ 74 h 69"/>
                  <a:gd name="T4" fmla="*/ 95 w 33"/>
                  <a:gd name="T5" fmla="*/ 129 h 69"/>
                  <a:gd name="T6" fmla="*/ 88 w 33"/>
                  <a:gd name="T7" fmla="*/ 183 h 69"/>
                  <a:gd name="T8" fmla="*/ 74 w 33"/>
                  <a:gd name="T9" fmla="*/ 223 h 69"/>
                  <a:gd name="T10" fmla="*/ 95 w 33"/>
                  <a:gd name="T11" fmla="*/ 177 h 69"/>
                  <a:gd name="T12" fmla="*/ 105 w 33"/>
                  <a:gd name="T13" fmla="*/ 133 h 69"/>
                  <a:gd name="T14" fmla="*/ 92 w 33"/>
                  <a:gd name="T15" fmla="*/ 49 h 69"/>
                  <a:gd name="T16" fmla="*/ 6 w 33"/>
                  <a:gd name="T17" fmla="*/ 74 h 69"/>
                  <a:gd name="T18" fmla="*/ 6 w 33"/>
                  <a:gd name="T19" fmla="*/ 90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69">
                    <a:moveTo>
                      <a:pt x="2" y="29"/>
                    </a:moveTo>
                    <a:cubicBezTo>
                      <a:pt x="2" y="23"/>
                      <a:pt x="13" y="22"/>
                      <a:pt x="18" y="23"/>
                    </a:cubicBezTo>
                    <a:cubicBezTo>
                      <a:pt x="26" y="25"/>
                      <a:pt x="28" y="34"/>
                      <a:pt x="29" y="40"/>
                    </a:cubicBezTo>
                    <a:cubicBezTo>
                      <a:pt x="30" y="45"/>
                      <a:pt x="29" y="52"/>
                      <a:pt x="27" y="57"/>
                    </a:cubicBezTo>
                    <a:cubicBezTo>
                      <a:pt x="27" y="60"/>
                      <a:pt x="21" y="66"/>
                      <a:pt x="23" y="69"/>
                    </a:cubicBezTo>
                    <a:cubicBezTo>
                      <a:pt x="26" y="66"/>
                      <a:pt x="28" y="60"/>
                      <a:pt x="29" y="55"/>
                    </a:cubicBezTo>
                    <a:cubicBezTo>
                      <a:pt x="30" y="51"/>
                      <a:pt x="31" y="46"/>
                      <a:pt x="32" y="41"/>
                    </a:cubicBezTo>
                    <a:cubicBezTo>
                      <a:pt x="32" y="33"/>
                      <a:pt x="33" y="23"/>
                      <a:pt x="28" y="15"/>
                    </a:cubicBezTo>
                    <a:cubicBezTo>
                      <a:pt x="19" y="0"/>
                      <a:pt x="5" y="13"/>
                      <a:pt x="2" y="23"/>
                    </a:cubicBezTo>
                    <a:cubicBezTo>
                      <a:pt x="1" y="24"/>
                      <a:pt x="0" y="27"/>
                      <a:pt x="2" y="28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1" name="Freeform 154">
                <a:extLst>
                  <a:ext uri="{FF2B5EF4-FFF2-40B4-BE49-F238E27FC236}">
                    <a16:creationId xmlns:a16="http://schemas.microsoft.com/office/drawing/2014/main" id="{5435171B-3897-447B-B8E1-D3CC09B7A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2505"/>
                <a:ext cx="36" cy="69"/>
              </a:xfrm>
              <a:custGeom>
                <a:avLst/>
                <a:gdLst>
                  <a:gd name="T0" fmla="*/ 50 w 25"/>
                  <a:gd name="T1" fmla="*/ 15 h 47"/>
                  <a:gd name="T2" fmla="*/ 13 w 25"/>
                  <a:gd name="T3" fmla="*/ 41 h 47"/>
                  <a:gd name="T4" fmla="*/ 6 w 25"/>
                  <a:gd name="T5" fmla="*/ 110 h 47"/>
                  <a:gd name="T6" fmla="*/ 46 w 25"/>
                  <a:gd name="T7" fmla="*/ 148 h 47"/>
                  <a:gd name="T8" fmla="*/ 75 w 25"/>
                  <a:gd name="T9" fmla="*/ 120 h 47"/>
                  <a:gd name="T10" fmla="*/ 42 w 25"/>
                  <a:gd name="T11" fmla="*/ 107 h 47"/>
                  <a:gd name="T12" fmla="*/ 19 w 25"/>
                  <a:gd name="T13" fmla="*/ 75 h 47"/>
                  <a:gd name="T14" fmla="*/ 48 w 25"/>
                  <a:gd name="T15" fmla="*/ 15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47">
                    <a:moveTo>
                      <a:pt x="17" y="5"/>
                    </a:moveTo>
                    <a:cubicBezTo>
                      <a:pt x="11" y="0"/>
                      <a:pt x="5" y="10"/>
                      <a:pt x="4" y="13"/>
                    </a:cubicBezTo>
                    <a:cubicBezTo>
                      <a:pt x="2" y="20"/>
                      <a:pt x="0" y="27"/>
                      <a:pt x="2" y="35"/>
                    </a:cubicBezTo>
                    <a:cubicBezTo>
                      <a:pt x="3" y="40"/>
                      <a:pt x="7" y="47"/>
                      <a:pt x="15" y="47"/>
                    </a:cubicBezTo>
                    <a:cubicBezTo>
                      <a:pt x="19" y="47"/>
                      <a:pt x="25" y="42"/>
                      <a:pt x="25" y="38"/>
                    </a:cubicBezTo>
                    <a:cubicBezTo>
                      <a:pt x="25" y="33"/>
                      <a:pt x="18" y="35"/>
                      <a:pt x="14" y="34"/>
                    </a:cubicBezTo>
                    <a:cubicBezTo>
                      <a:pt x="8" y="33"/>
                      <a:pt x="7" y="29"/>
                      <a:pt x="6" y="24"/>
                    </a:cubicBezTo>
                    <a:cubicBezTo>
                      <a:pt x="5" y="17"/>
                      <a:pt x="6" y="4"/>
                      <a:pt x="16" y="5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2" name="Freeform 155">
                <a:extLst>
                  <a:ext uri="{FF2B5EF4-FFF2-40B4-BE49-F238E27FC236}">
                    <a16:creationId xmlns:a16="http://schemas.microsoft.com/office/drawing/2014/main" id="{1536F45E-EA63-4CE4-AFC1-1B428B18F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492"/>
                <a:ext cx="30" cy="29"/>
              </a:xfrm>
              <a:custGeom>
                <a:avLst/>
                <a:gdLst>
                  <a:gd name="T0" fmla="*/ 0 w 20"/>
                  <a:gd name="T1" fmla="*/ 9 h 20"/>
                  <a:gd name="T2" fmla="*/ 12 w 20"/>
                  <a:gd name="T3" fmla="*/ 1 h 20"/>
                  <a:gd name="T4" fmla="*/ 27 w 20"/>
                  <a:gd name="T5" fmla="*/ 1 h 20"/>
                  <a:gd name="T6" fmla="*/ 53 w 20"/>
                  <a:gd name="T7" fmla="*/ 15 h 20"/>
                  <a:gd name="T8" fmla="*/ 66 w 20"/>
                  <a:gd name="T9" fmla="*/ 61 h 20"/>
                  <a:gd name="T10" fmla="*/ 8 w 20"/>
                  <a:gd name="T11" fmla="*/ 1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3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11" y="1"/>
                      <a:pt x="13" y="3"/>
                      <a:pt x="15" y="5"/>
                    </a:cubicBezTo>
                    <a:cubicBezTo>
                      <a:pt x="19" y="10"/>
                      <a:pt x="20" y="15"/>
                      <a:pt x="19" y="20"/>
                    </a:cubicBezTo>
                    <a:cubicBezTo>
                      <a:pt x="19" y="13"/>
                      <a:pt x="10" y="0"/>
                      <a:pt x="2" y="4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3" name="Freeform 156">
                <a:extLst>
                  <a:ext uri="{FF2B5EF4-FFF2-40B4-BE49-F238E27FC236}">
                    <a16:creationId xmlns:a16="http://schemas.microsoft.com/office/drawing/2014/main" id="{1D236361-351A-4793-8F2D-6F196C3C2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492"/>
                <a:ext cx="212" cy="262"/>
              </a:xfrm>
              <a:custGeom>
                <a:avLst/>
                <a:gdLst>
                  <a:gd name="T0" fmla="*/ 331 w 144"/>
                  <a:gd name="T1" fmla="*/ 32 h 178"/>
                  <a:gd name="T2" fmla="*/ 77 w 144"/>
                  <a:gd name="T3" fmla="*/ 197 h 178"/>
                  <a:gd name="T4" fmla="*/ 252 w 144"/>
                  <a:gd name="T5" fmla="*/ 322 h 178"/>
                  <a:gd name="T6" fmla="*/ 331 w 144"/>
                  <a:gd name="T7" fmla="*/ 32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78">
                    <a:moveTo>
                      <a:pt x="104" y="10"/>
                    </a:moveTo>
                    <a:cubicBezTo>
                      <a:pt x="82" y="0"/>
                      <a:pt x="47" y="26"/>
                      <a:pt x="24" y="62"/>
                    </a:cubicBezTo>
                    <a:cubicBezTo>
                      <a:pt x="0" y="98"/>
                      <a:pt x="9" y="178"/>
                      <a:pt x="79" y="101"/>
                    </a:cubicBezTo>
                    <a:cubicBezTo>
                      <a:pt x="144" y="28"/>
                      <a:pt x="104" y="10"/>
                      <a:pt x="104" y="10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4" name="Freeform 157">
                <a:extLst>
                  <a:ext uri="{FF2B5EF4-FFF2-40B4-BE49-F238E27FC236}">
                    <a16:creationId xmlns:a16="http://schemas.microsoft.com/office/drawing/2014/main" id="{FCF8B432-5346-4847-B7A0-BB2C23840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492"/>
                <a:ext cx="212" cy="263"/>
              </a:xfrm>
              <a:custGeom>
                <a:avLst/>
                <a:gdLst>
                  <a:gd name="T0" fmla="*/ 331 w 144"/>
                  <a:gd name="T1" fmla="*/ 35 h 179"/>
                  <a:gd name="T2" fmla="*/ 77 w 144"/>
                  <a:gd name="T3" fmla="*/ 201 h 179"/>
                  <a:gd name="T4" fmla="*/ 252 w 144"/>
                  <a:gd name="T5" fmla="*/ 319 h 179"/>
                  <a:gd name="T6" fmla="*/ 331 w 144"/>
                  <a:gd name="T7" fmla="*/ 35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79">
                    <a:moveTo>
                      <a:pt x="104" y="11"/>
                    </a:moveTo>
                    <a:cubicBezTo>
                      <a:pt x="82" y="0"/>
                      <a:pt x="47" y="26"/>
                      <a:pt x="24" y="63"/>
                    </a:cubicBezTo>
                    <a:cubicBezTo>
                      <a:pt x="0" y="99"/>
                      <a:pt x="9" y="179"/>
                      <a:pt x="79" y="101"/>
                    </a:cubicBezTo>
                    <a:cubicBezTo>
                      <a:pt x="144" y="29"/>
                      <a:pt x="104" y="11"/>
                      <a:pt x="104" y="1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5" name="Freeform 158">
                <a:extLst>
                  <a:ext uri="{FF2B5EF4-FFF2-40B4-BE49-F238E27FC236}">
                    <a16:creationId xmlns:a16="http://schemas.microsoft.com/office/drawing/2014/main" id="{54EAB5E4-ABDC-4656-80A9-DFA04443A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518"/>
                <a:ext cx="105" cy="121"/>
              </a:xfrm>
              <a:custGeom>
                <a:avLst/>
                <a:gdLst>
                  <a:gd name="T0" fmla="*/ 223 w 71"/>
                  <a:gd name="T1" fmla="*/ 69 h 82"/>
                  <a:gd name="T2" fmla="*/ 61 w 71"/>
                  <a:gd name="T3" fmla="*/ 106 h 82"/>
                  <a:gd name="T4" fmla="*/ 13 w 71"/>
                  <a:gd name="T5" fmla="*/ 189 h 82"/>
                  <a:gd name="T6" fmla="*/ 1 w 71"/>
                  <a:gd name="T7" fmla="*/ 264 h 82"/>
                  <a:gd name="T8" fmla="*/ 22 w 71"/>
                  <a:gd name="T9" fmla="*/ 202 h 82"/>
                  <a:gd name="T10" fmla="*/ 65 w 71"/>
                  <a:gd name="T11" fmla="*/ 134 h 82"/>
                  <a:gd name="T12" fmla="*/ 136 w 71"/>
                  <a:gd name="T13" fmla="*/ 83 h 82"/>
                  <a:gd name="T14" fmla="*/ 195 w 71"/>
                  <a:gd name="T15" fmla="*/ 100 h 82"/>
                  <a:gd name="T16" fmla="*/ 223 w 71"/>
                  <a:gd name="T17" fmla="*/ 69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82">
                    <a:moveTo>
                      <a:pt x="69" y="22"/>
                    </a:moveTo>
                    <a:cubicBezTo>
                      <a:pt x="58" y="0"/>
                      <a:pt x="29" y="21"/>
                      <a:pt x="19" y="33"/>
                    </a:cubicBezTo>
                    <a:cubicBezTo>
                      <a:pt x="13" y="40"/>
                      <a:pt x="8" y="50"/>
                      <a:pt x="4" y="59"/>
                    </a:cubicBezTo>
                    <a:cubicBezTo>
                      <a:pt x="0" y="67"/>
                      <a:pt x="1" y="74"/>
                      <a:pt x="1" y="82"/>
                    </a:cubicBezTo>
                    <a:cubicBezTo>
                      <a:pt x="1" y="76"/>
                      <a:pt x="5" y="68"/>
                      <a:pt x="7" y="63"/>
                    </a:cubicBezTo>
                    <a:cubicBezTo>
                      <a:pt x="10" y="55"/>
                      <a:pt x="15" y="49"/>
                      <a:pt x="20" y="42"/>
                    </a:cubicBezTo>
                    <a:cubicBezTo>
                      <a:pt x="24" y="36"/>
                      <a:pt x="33" y="25"/>
                      <a:pt x="42" y="26"/>
                    </a:cubicBezTo>
                    <a:cubicBezTo>
                      <a:pt x="49" y="26"/>
                      <a:pt x="54" y="32"/>
                      <a:pt x="60" y="31"/>
                    </a:cubicBezTo>
                    <a:cubicBezTo>
                      <a:pt x="63" y="31"/>
                      <a:pt x="71" y="25"/>
                      <a:pt x="69" y="22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6" name="Freeform 159">
                <a:extLst>
                  <a:ext uri="{FF2B5EF4-FFF2-40B4-BE49-F238E27FC236}">
                    <a16:creationId xmlns:a16="http://schemas.microsoft.com/office/drawing/2014/main" id="{B1996200-F26D-4236-8C83-55727672E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570"/>
                <a:ext cx="83" cy="75"/>
              </a:xfrm>
              <a:custGeom>
                <a:avLst/>
                <a:gdLst>
                  <a:gd name="T0" fmla="*/ 182 w 56"/>
                  <a:gd name="T1" fmla="*/ 0 h 51"/>
                  <a:gd name="T2" fmla="*/ 160 w 56"/>
                  <a:gd name="T3" fmla="*/ 56 h 51"/>
                  <a:gd name="T4" fmla="*/ 117 w 56"/>
                  <a:gd name="T5" fmla="*/ 115 h 51"/>
                  <a:gd name="T6" fmla="*/ 65 w 56"/>
                  <a:gd name="T7" fmla="*/ 149 h 51"/>
                  <a:gd name="T8" fmla="*/ 33 w 56"/>
                  <a:gd name="T9" fmla="*/ 162 h 51"/>
                  <a:gd name="T10" fmla="*/ 0 w 56"/>
                  <a:gd name="T11" fmla="*/ 115 h 51"/>
                  <a:gd name="T12" fmla="*/ 22 w 56"/>
                  <a:gd name="T13" fmla="*/ 79 h 51"/>
                  <a:gd name="T14" fmla="*/ 49 w 56"/>
                  <a:gd name="T15" fmla="*/ 96 h 51"/>
                  <a:gd name="T16" fmla="*/ 182 w 56"/>
                  <a:gd name="T17" fmla="*/ 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51">
                    <a:moveTo>
                      <a:pt x="56" y="0"/>
                    </a:moveTo>
                    <a:cubicBezTo>
                      <a:pt x="56" y="5"/>
                      <a:pt x="51" y="13"/>
                      <a:pt x="49" y="18"/>
                    </a:cubicBezTo>
                    <a:cubicBezTo>
                      <a:pt x="45" y="24"/>
                      <a:pt x="41" y="31"/>
                      <a:pt x="36" y="36"/>
                    </a:cubicBezTo>
                    <a:cubicBezTo>
                      <a:pt x="31" y="41"/>
                      <a:pt x="26" y="44"/>
                      <a:pt x="20" y="47"/>
                    </a:cubicBezTo>
                    <a:cubicBezTo>
                      <a:pt x="17" y="49"/>
                      <a:pt x="14" y="51"/>
                      <a:pt x="10" y="51"/>
                    </a:cubicBezTo>
                    <a:cubicBezTo>
                      <a:pt x="3" y="51"/>
                      <a:pt x="0" y="42"/>
                      <a:pt x="0" y="36"/>
                    </a:cubicBezTo>
                    <a:cubicBezTo>
                      <a:pt x="1" y="32"/>
                      <a:pt x="3" y="27"/>
                      <a:pt x="7" y="25"/>
                    </a:cubicBezTo>
                    <a:cubicBezTo>
                      <a:pt x="12" y="24"/>
                      <a:pt x="13" y="27"/>
                      <a:pt x="15" y="30"/>
                    </a:cubicBezTo>
                    <a:cubicBezTo>
                      <a:pt x="26" y="47"/>
                      <a:pt x="50" y="8"/>
                      <a:pt x="56" y="1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7" name="Freeform 160">
                <a:extLst>
                  <a:ext uri="{FF2B5EF4-FFF2-40B4-BE49-F238E27FC236}">
                    <a16:creationId xmlns:a16="http://schemas.microsoft.com/office/drawing/2014/main" id="{D7366807-42FE-410A-A48E-BC4D48A1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536"/>
                <a:ext cx="37" cy="21"/>
              </a:xfrm>
              <a:custGeom>
                <a:avLst/>
                <a:gdLst>
                  <a:gd name="T0" fmla="*/ 0 w 25"/>
                  <a:gd name="T1" fmla="*/ 26 h 14"/>
                  <a:gd name="T2" fmla="*/ 74 w 25"/>
                  <a:gd name="T3" fmla="*/ 32 h 14"/>
                  <a:gd name="T4" fmla="*/ 46 w 25"/>
                  <a:gd name="T5" fmla="*/ 26 h 14"/>
                  <a:gd name="T6" fmla="*/ 1 w 25"/>
                  <a:gd name="T7" fmla="*/ 2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7"/>
                    </a:moveTo>
                    <a:cubicBezTo>
                      <a:pt x="5" y="5"/>
                      <a:pt x="21" y="0"/>
                      <a:pt x="23" y="9"/>
                    </a:cubicBezTo>
                    <a:cubicBezTo>
                      <a:pt x="25" y="14"/>
                      <a:pt x="16" y="7"/>
                      <a:pt x="14" y="7"/>
                    </a:cubicBezTo>
                    <a:cubicBezTo>
                      <a:pt x="10" y="5"/>
                      <a:pt x="4" y="5"/>
                      <a:pt x="1" y="7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8" name="Freeform 161">
                <a:extLst>
                  <a:ext uri="{FF2B5EF4-FFF2-40B4-BE49-F238E27FC236}">
                    <a16:creationId xmlns:a16="http://schemas.microsoft.com/office/drawing/2014/main" id="{CF6FB85A-A2CA-4247-9CAE-2BA6F1744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284"/>
                <a:ext cx="142" cy="292"/>
              </a:xfrm>
              <a:custGeom>
                <a:avLst/>
                <a:gdLst>
                  <a:gd name="T0" fmla="*/ 238 w 96"/>
                  <a:gd name="T1" fmla="*/ 568 h 198"/>
                  <a:gd name="T2" fmla="*/ 265 w 96"/>
                  <a:gd name="T3" fmla="*/ 265 h 198"/>
                  <a:gd name="T4" fmla="*/ 59 w 96"/>
                  <a:gd name="T5" fmla="*/ 326 h 198"/>
                  <a:gd name="T6" fmla="*/ 238 w 96"/>
                  <a:gd name="T7" fmla="*/ 568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98">
                    <a:moveTo>
                      <a:pt x="74" y="177"/>
                    </a:moveTo>
                    <a:cubicBezTo>
                      <a:pt x="96" y="167"/>
                      <a:pt x="96" y="124"/>
                      <a:pt x="82" y="83"/>
                    </a:cubicBezTo>
                    <a:cubicBezTo>
                      <a:pt x="68" y="42"/>
                      <a:pt x="0" y="0"/>
                      <a:pt x="18" y="102"/>
                    </a:cubicBezTo>
                    <a:cubicBezTo>
                      <a:pt x="35" y="198"/>
                      <a:pt x="74" y="177"/>
                      <a:pt x="74" y="177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9" name="Freeform 162">
                <a:extLst>
                  <a:ext uri="{FF2B5EF4-FFF2-40B4-BE49-F238E27FC236}">
                    <a16:creationId xmlns:a16="http://schemas.microsoft.com/office/drawing/2014/main" id="{8FA8798F-F029-485D-8881-6DA888AA6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283"/>
                <a:ext cx="143" cy="293"/>
              </a:xfrm>
              <a:custGeom>
                <a:avLst/>
                <a:gdLst>
                  <a:gd name="T0" fmla="*/ 237 w 97"/>
                  <a:gd name="T1" fmla="*/ 568 h 199"/>
                  <a:gd name="T2" fmla="*/ 265 w 97"/>
                  <a:gd name="T3" fmla="*/ 265 h 199"/>
                  <a:gd name="T4" fmla="*/ 59 w 97"/>
                  <a:gd name="T5" fmla="*/ 330 h 199"/>
                  <a:gd name="T6" fmla="*/ 237 w 97"/>
                  <a:gd name="T7" fmla="*/ 568 h 1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99">
                    <a:moveTo>
                      <a:pt x="74" y="178"/>
                    </a:moveTo>
                    <a:cubicBezTo>
                      <a:pt x="96" y="167"/>
                      <a:pt x="97" y="124"/>
                      <a:pt x="83" y="83"/>
                    </a:cubicBezTo>
                    <a:cubicBezTo>
                      <a:pt x="69" y="42"/>
                      <a:pt x="0" y="0"/>
                      <a:pt x="18" y="103"/>
                    </a:cubicBezTo>
                    <a:cubicBezTo>
                      <a:pt x="35" y="199"/>
                      <a:pt x="74" y="178"/>
                      <a:pt x="74" y="17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0" name="Freeform 163">
                <a:extLst>
                  <a:ext uri="{FF2B5EF4-FFF2-40B4-BE49-F238E27FC236}">
                    <a16:creationId xmlns:a16="http://schemas.microsoft.com/office/drawing/2014/main" id="{68DE8E32-E928-4AB7-B5CB-AB9A5A957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376"/>
                <a:ext cx="45" cy="141"/>
              </a:xfrm>
              <a:custGeom>
                <a:avLst/>
                <a:gdLst>
                  <a:gd name="T0" fmla="*/ 19 w 31"/>
                  <a:gd name="T1" fmla="*/ 289 h 96"/>
                  <a:gd name="T2" fmla="*/ 87 w 31"/>
                  <a:gd name="T3" fmla="*/ 147 h 96"/>
                  <a:gd name="T4" fmla="*/ 52 w 31"/>
                  <a:gd name="T5" fmla="*/ 54 h 96"/>
                  <a:gd name="T6" fmla="*/ 0 w 31"/>
                  <a:gd name="T7" fmla="*/ 0 h 96"/>
                  <a:gd name="T8" fmla="*/ 36 w 31"/>
                  <a:gd name="T9" fmla="*/ 54 h 96"/>
                  <a:gd name="T10" fmla="*/ 61 w 31"/>
                  <a:gd name="T11" fmla="*/ 128 h 96"/>
                  <a:gd name="T12" fmla="*/ 61 w 31"/>
                  <a:gd name="T13" fmla="*/ 216 h 96"/>
                  <a:gd name="T14" fmla="*/ 13 w 31"/>
                  <a:gd name="T15" fmla="*/ 250 h 96"/>
                  <a:gd name="T16" fmla="*/ 19 w 31"/>
                  <a:gd name="T17" fmla="*/ 291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96">
                    <a:moveTo>
                      <a:pt x="6" y="91"/>
                    </a:moveTo>
                    <a:cubicBezTo>
                      <a:pt x="30" y="96"/>
                      <a:pt x="31" y="61"/>
                      <a:pt x="28" y="46"/>
                    </a:cubicBezTo>
                    <a:cubicBezTo>
                      <a:pt x="26" y="36"/>
                      <a:pt x="22" y="26"/>
                      <a:pt x="17" y="17"/>
                    </a:cubicBezTo>
                    <a:cubicBezTo>
                      <a:pt x="13" y="9"/>
                      <a:pt x="7" y="6"/>
                      <a:pt x="0" y="0"/>
                    </a:cubicBezTo>
                    <a:cubicBezTo>
                      <a:pt x="5" y="4"/>
                      <a:pt x="9" y="12"/>
                      <a:pt x="12" y="17"/>
                    </a:cubicBezTo>
                    <a:cubicBezTo>
                      <a:pt x="16" y="24"/>
                      <a:pt x="18" y="32"/>
                      <a:pt x="20" y="40"/>
                    </a:cubicBezTo>
                    <a:cubicBezTo>
                      <a:pt x="23" y="48"/>
                      <a:pt x="26" y="61"/>
                      <a:pt x="20" y="68"/>
                    </a:cubicBezTo>
                    <a:cubicBezTo>
                      <a:pt x="15" y="73"/>
                      <a:pt x="8" y="73"/>
                      <a:pt x="4" y="79"/>
                    </a:cubicBezTo>
                    <a:cubicBezTo>
                      <a:pt x="2" y="81"/>
                      <a:pt x="2" y="91"/>
                      <a:pt x="6" y="92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1" name="Freeform 164">
                <a:extLst>
                  <a:ext uri="{FF2B5EF4-FFF2-40B4-BE49-F238E27FC236}">
                    <a16:creationId xmlns:a16="http://schemas.microsoft.com/office/drawing/2014/main" id="{6E395B49-8462-490A-BEE4-2C1FF11C8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381"/>
                <a:ext cx="44" cy="109"/>
              </a:xfrm>
              <a:custGeom>
                <a:avLst/>
                <a:gdLst>
                  <a:gd name="T0" fmla="*/ 60 w 30"/>
                  <a:gd name="T1" fmla="*/ 237 h 74"/>
                  <a:gd name="T2" fmla="*/ 28 w 30"/>
                  <a:gd name="T3" fmla="*/ 183 h 74"/>
                  <a:gd name="T4" fmla="*/ 9 w 30"/>
                  <a:gd name="T5" fmla="*/ 115 h 74"/>
                  <a:gd name="T6" fmla="*/ 13 w 30"/>
                  <a:gd name="T7" fmla="*/ 52 h 74"/>
                  <a:gd name="T8" fmla="*/ 19 w 30"/>
                  <a:gd name="T9" fmla="*/ 19 h 74"/>
                  <a:gd name="T10" fmla="*/ 79 w 30"/>
                  <a:gd name="T11" fmla="*/ 27 h 74"/>
                  <a:gd name="T12" fmla="*/ 92 w 30"/>
                  <a:gd name="T13" fmla="*/ 63 h 74"/>
                  <a:gd name="T14" fmla="*/ 63 w 30"/>
                  <a:gd name="T15" fmla="*/ 74 h 74"/>
                  <a:gd name="T16" fmla="*/ 56 w 30"/>
                  <a:gd name="T17" fmla="*/ 23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74">
                    <a:moveTo>
                      <a:pt x="19" y="74"/>
                    </a:moveTo>
                    <a:cubicBezTo>
                      <a:pt x="15" y="71"/>
                      <a:pt x="11" y="62"/>
                      <a:pt x="9" y="57"/>
                    </a:cubicBezTo>
                    <a:cubicBezTo>
                      <a:pt x="6" y="50"/>
                      <a:pt x="4" y="43"/>
                      <a:pt x="3" y="36"/>
                    </a:cubicBezTo>
                    <a:cubicBezTo>
                      <a:pt x="2" y="29"/>
                      <a:pt x="3" y="23"/>
                      <a:pt x="4" y="16"/>
                    </a:cubicBezTo>
                    <a:cubicBezTo>
                      <a:pt x="4" y="13"/>
                      <a:pt x="4" y="9"/>
                      <a:pt x="6" y="6"/>
                    </a:cubicBezTo>
                    <a:cubicBezTo>
                      <a:pt x="11" y="0"/>
                      <a:pt x="20" y="3"/>
                      <a:pt x="25" y="8"/>
                    </a:cubicBezTo>
                    <a:cubicBezTo>
                      <a:pt x="28" y="10"/>
                      <a:pt x="30" y="16"/>
                      <a:pt x="29" y="20"/>
                    </a:cubicBezTo>
                    <a:cubicBezTo>
                      <a:pt x="27" y="24"/>
                      <a:pt x="24" y="23"/>
                      <a:pt x="20" y="23"/>
                    </a:cubicBezTo>
                    <a:cubicBezTo>
                      <a:pt x="0" y="21"/>
                      <a:pt x="16" y="64"/>
                      <a:pt x="18" y="73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2" name="Freeform 165">
                <a:extLst>
                  <a:ext uri="{FF2B5EF4-FFF2-40B4-BE49-F238E27FC236}">
                    <a16:creationId xmlns:a16="http://schemas.microsoft.com/office/drawing/2014/main" id="{241E0C7F-9217-4DCE-B888-1BCD98E55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479"/>
                <a:ext cx="31" cy="30"/>
              </a:xfrm>
              <a:custGeom>
                <a:avLst/>
                <a:gdLst>
                  <a:gd name="T0" fmla="*/ 68 w 21"/>
                  <a:gd name="T1" fmla="*/ 0 h 21"/>
                  <a:gd name="T2" fmla="*/ 19 w 21"/>
                  <a:gd name="T3" fmla="*/ 49 h 21"/>
                  <a:gd name="T4" fmla="*/ 41 w 21"/>
                  <a:gd name="T5" fmla="*/ 33 h 21"/>
                  <a:gd name="T6" fmla="*/ 68 w 21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cubicBezTo>
                      <a:pt x="20" y="5"/>
                      <a:pt x="14" y="21"/>
                      <a:pt x="6" y="17"/>
                    </a:cubicBezTo>
                    <a:cubicBezTo>
                      <a:pt x="0" y="15"/>
                      <a:pt x="11" y="13"/>
                      <a:pt x="13" y="11"/>
                    </a:cubicBezTo>
                    <a:cubicBezTo>
                      <a:pt x="16" y="10"/>
                      <a:pt x="20" y="4"/>
                      <a:pt x="21" y="1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3" name="Freeform 166">
                <a:extLst>
                  <a:ext uri="{FF2B5EF4-FFF2-40B4-BE49-F238E27FC236}">
                    <a16:creationId xmlns:a16="http://schemas.microsoft.com/office/drawing/2014/main" id="{A68917D5-1AB4-4668-834E-A1BF8D50D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205"/>
                <a:ext cx="115" cy="157"/>
              </a:xfrm>
              <a:custGeom>
                <a:avLst/>
                <a:gdLst>
                  <a:gd name="T0" fmla="*/ 83 w 78"/>
                  <a:gd name="T1" fmla="*/ 329 h 107"/>
                  <a:gd name="T2" fmla="*/ 217 w 78"/>
                  <a:gd name="T3" fmla="*/ 208 h 107"/>
                  <a:gd name="T4" fmla="*/ 100 w 78"/>
                  <a:gd name="T5" fmla="*/ 161 h 107"/>
                  <a:gd name="T6" fmla="*/ 83 w 78"/>
                  <a:gd name="T7" fmla="*/ 329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107">
                    <a:moveTo>
                      <a:pt x="26" y="104"/>
                    </a:moveTo>
                    <a:cubicBezTo>
                      <a:pt x="41" y="107"/>
                      <a:pt x="58" y="89"/>
                      <a:pt x="68" y="66"/>
                    </a:cubicBezTo>
                    <a:cubicBezTo>
                      <a:pt x="78" y="43"/>
                      <a:pt x="65" y="0"/>
                      <a:pt x="31" y="51"/>
                    </a:cubicBezTo>
                    <a:cubicBezTo>
                      <a:pt x="0" y="99"/>
                      <a:pt x="26" y="104"/>
                      <a:pt x="26" y="104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4" name="Freeform 167">
                <a:extLst>
                  <a:ext uri="{FF2B5EF4-FFF2-40B4-BE49-F238E27FC236}">
                    <a16:creationId xmlns:a16="http://schemas.microsoft.com/office/drawing/2014/main" id="{828A11B3-7C2E-49A2-B5F4-8484AF279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205"/>
                <a:ext cx="115" cy="157"/>
              </a:xfrm>
              <a:custGeom>
                <a:avLst/>
                <a:gdLst>
                  <a:gd name="T0" fmla="*/ 83 w 78"/>
                  <a:gd name="T1" fmla="*/ 326 h 107"/>
                  <a:gd name="T2" fmla="*/ 217 w 78"/>
                  <a:gd name="T3" fmla="*/ 208 h 107"/>
                  <a:gd name="T4" fmla="*/ 100 w 78"/>
                  <a:gd name="T5" fmla="*/ 161 h 107"/>
                  <a:gd name="T6" fmla="*/ 83 w 78"/>
                  <a:gd name="T7" fmla="*/ 326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107">
                    <a:moveTo>
                      <a:pt x="26" y="103"/>
                    </a:moveTo>
                    <a:cubicBezTo>
                      <a:pt x="40" y="107"/>
                      <a:pt x="58" y="88"/>
                      <a:pt x="68" y="66"/>
                    </a:cubicBezTo>
                    <a:cubicBezTo>
                      <a:pt x="78" y="43"/>
                      <a:pt x="65" y="0"/>
                      <a:pt x="31" y="51"/>
                    </a:cubicBezTo>
                    <a:cubicBezTo>
                      <a:pt x="0" y="98"/>
                      <a:pt x="26" y="103"/>
                      <a:pt x="26" y="10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5" name="Freeform 168">
                <a:extLst>
                  <a:ext uri="{FF2B5EF4-FFF2-40B4-BE49-F238E27FC236}">
                    <a16:creationId xmlns:a16="http://schemas.microsoft.com/office/drawing/2014/main" id="{8E2BD0BB-BB37-4BE6-A3C7-F5E6718B5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271"/>
                <a:ext cx="56" cy="78"/>
              </a:xfrm>
              <a:custGeom>
                <a:avLst/>
                <a:gdLst>
                  <a:gd name="T0" fmla="*/ 6 w 38"/>
                  <a:gd name="T1" fmla="*/ 130 h 53"/>
                  <a:gd name="T2" fmla="*/ 96 w 38"/>
                  <a:gd name="T3" fmla="*/ 96 h 53"/>
                  <a:gd name="T4" fmla="*/ 115 w 38"/>
                  <a:gd name="T5" fmla="*/ 46 h 53"/>
                  <a:gd name="T6" fmla="*/ 115 w 38"/>
                  <a:gd name="T7" fmla="*/ 0 h 53"/>
                  <a:gd name="T8" fmla="*/ 109 w 38"/>
                  <a:gd name="T9" fmla="*/ 38 h 53"/>
                  <a:gd name="T10" fmla="*/ 93 w 38"/>
                  <a:gd name="T11" fmla="*/ 77 h 53"/>
                  <a:gd name="T12" fmla="*/ 55 w 38"/>
                  <a:gd name="T13" fmla="*/ 115 h 53"/>
                  <a:gd name="T14" fmla="*/ 19 w 38"/>
                  <a:gd name="T15" fmla="*/ 113 h 53"/>
                  <a:gd name="T16" fmla="*/ 1 w 38"/>
                  <a:gd name="T17" fmla="*/ 134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53">
                    <a:moveTo>
                      <a:pt x="2" y="41"/>
                    </a:moveTo>
                    <a:cubicBezTo>
                      <a:pt x="10" y="53"/>
                      <a:pt x="25" y="38"/>
                      <a:pt x="30" y="30"/>
                    </a:cubicBezTo>
                    <a:cubicBezTo>
                      <a:pt x="33" y="25"/>
                      <a:pt x="35" y="19"/>
                      <a:pt x="36" y="14"/>
                    </a:cubicBezTo>
                    <a:cubicBezTo>
                      <a:pt x="38" y="9"/>
                      <a:pt x="37" y="5"/>
                      <a:pt x="36" y="0"/>
                    </a:cubicBezTo>
                    <a:cubicBezTo>
                      <a:pt x="36" y="4"/>
                      <a:pt x="35" y="8"/>
                      <a:pt x="34" y="12"/>
                    </a:cubicBezTo>
                    <a:cubicBezTo>
                      <a:pt x="33" y="16"/>
                      <a:pt x="31" y="20"/>
                      <a:pt x="29" y="24"/>
                    </a:cubicBezTo>
                    <a:cubicBezTo>
                      <a:pt x="27" y="29"/>
                      <a:pt x="23" y="36"/>
                      <a:pt x="17" y="36"/>
                    </a:cubicBezTo>
                    <a:cubicBezTo>
                      <a:pt x="13" y="37"/>
                      <a:pt x="10" y="34"/>
                      <a:pt x="6" y="35"/>
                    </a:cubicBezTo>
                    <a:cubicBezTo>
                      <a:pt x="4" y="36"/>
                      <a:pt x="0" y="40"/>
                      <a:pt x="1" y="42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6" name="Freeform 169">
                <a:extLst>
                  <a:ext uri="{FF2B5EF4-FFF2-40B4-BE49-F238E27FC236}">
                    <a16:creationId xmlns:a16="http://schemas.microsoft.com/office/drawing/2014/main" id="{57FFF9C4-3E5D-4BAD-9506-837047D0B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270"/>
                <a:ext cx="44" cy="51"/>
              </a:xfrm>
              <a:custGeom>
                <a:avLst/>
                <a:gdLst>
                  <a:gd name="T0" fmla="*/ 0 w 30"/>
                  <a:gd name="T1" fmla="*/ 108 h 35"/>
                  <a:gd name="T2" fmla="*/ 9 w 30"/>
                  <a:gd name="T3" fmla="*/ 74 h 35"/>
                  <a:gd name="T4" fmla="*/ 28 w 30"/>
                  <a:gd name="T5" fmla="*/ 36 h 35"/>
                  <a:gd name="T6" fmla="*/ 54 w 30"/>
                  <a:gd name="T7" fmla="*/ 13 h 35"/>
                  <a:gd name="T8" fmla="*/ 69 w 30"/>
                  <a:gd name="T9" fmla="*/ 1 h 35"/>
                  <a:gd name="T10" fmla="*/ 95 w 30"/>
                  <a:gd name="T11" fmla="*/ 25 h 35"/>
                  <a:gd name="T12" fmla="*/ 87 w 30"/>
                  <a:gd name="T13" fmla="*/ 47 h 35"/>
                  <a:gd name="T14" fmla="*/ 69 w 30"/>
                  <a:gd name="T15" fmla="*/ 41 h 35"/>
                  <a:gd name="T16" fmla="*/ 0 w 30"/>
                  <a:gd name="T17" fmla="*/ 10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35">
                    <a:moveTo>
                      <a:pt x="0" y="35"/>
                    </a:moveTo>
                    <a:cubicBezTo>
                      <a:pt x="0" y="32"/>
                      <a:pt x="2" y="27"/>
                      <a:pt x="3" y="24"/>
                    </a:cubicBezTo>
                    <a:cubicBezTo>
                      <a:pt x="4" y="20"/>
                      <a:pt x="6" y="16"/>
                      <a:pt x="9" y="12"/>
                    </a:cubicBezTo>
                    <a:cubicBezTo>
                      <a:pt x="11" y="9"/>
                      <a:pt x="14" y="7"/>
                      <a:pt x="17" y="4"/>
                    </a:cubicBezTo>
                    <a:cubicBezTo>
                      <a:pt x="18" y="3"/>
                      <a:pt x="20" y="1"/>
                      <a:pt x="22" y="1"/>
                    </a:cubicBezTo>
                    <a:cubicBezTo>
                      <a:pt x="26" y="0"/>
                      <a:pt x="29" y="4"/>
                      <a:pt x="30" y="8"/>
                    </a:cubicBezTo>
                    <a:cubicBezTo>
                      <a:pt x="30" y="10"/>
                      <a:pt x="29" y="14"/>
                      <a:pt x="27" y="15"/>
                    </a:cubicBezTo>
                    <a:cubicBezTo>
                      <a:pt x="24" y="16"/>
                      <a:pt x="23" y="14"/>
                      <a:pt x="22" y="13"/>
                    </a:cubicBezTo>
                    <a:cubicBezTo>
                      <a:pt x="13" y="5"/>
                      <a:pt x="3" y="29"/>
                      <a:pt x="0" y="34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7" name="Freeform 170">
                <a:extLst>
                  <a:ext uri="{FF2B5EF4-FFF2-40B4-BE49-F238E27FC236}">
                    <a16:creationId xmlns:a16="http://schemas.microsoft.com/office/drawing/2014/main" id="{BA2BEF4D-4DA4-4DF5-BBCD-E19539D8C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329"/>
                <a:ext cx="22" cy="10"/>
              </a:xfrm>
              <a:custGeom>
                <a:avLst/>
                <a:gdLst>
                  <a:gd name="T0" fmla="*/ 47 w 15"/>
                  <a:gd name="T1" fmla="*/ 1 h 7"/>
                  <a:gd name="T2" fmla="*/ 1 w 15"/>
                  <a:gd name="T3" fmla="*/ 9 h 7"/>
                  <a:gd name="T4" fmla="*/ 22 w 15"/>
                  <a:gd name="T5" fmla="*/ 9 h 7"/>
                  <a:gd name="T6" fmla="*/ 47 w 15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5" y="1"/>
                    </a:moveTo>
                    <a:cubicBezTo>
                      <a:pt x="13" y="3"/>
                      <a:pt x="3" y="7"/>
                      <a:pt x="1" y="3"/>
                    </a:cubicBezTo>
                    <a:cubicBezTo>
                      <a:pt x="0" y="0"/>
                      <a:pt x="6" y="2"/>
                      <a:pt x="7" y="3"/>
                    </a:cubicBezTo>
                    <a:cubicBezTo>
                      <a:pt x="9" y="3"/>
                      <a:pt x="13" y="2"/>
                      <a:pt x="15" y="1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8" name="Freeform 171">
                <a:extLst>
                  <a:ext uri="{FF2B5EF4-FFF2-40B4-BE49-F238E27FC236}">
                    <a16:creationId xmlns:a16="http://schemas.microsoft.com/office/drawing/2014/main" id="{4DCC5CAD-5C85-4D3E-9F32-B27505128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1312"/>
                <a:ext cx="96" cy="162"/>
              </a:xfrm>
              <a:custGeom>
                <a:avLst/>
                <a:gdLst>
                  <a:gd name="T0" fmla="*/ 83 w 65"/>
                  <a:gd name="T1" fmla="*/ 349 h 110"/>
                  <a:gd name="T2" fmla="*/ 193 w 65"/>
                  <a:gd name="T3" fmla="*/ 203 h 110"/>
                  <a:gd name="T4" fmla="*/ 68 w 65"/>
                  <a:gd name="T5" fmla="*/ 183 h 110"/>
                  <a:gd name="T6" fmla="*/ 83 w 65"/>
                  <a:gd name="T7" fmla="*/ 349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10">
                    <a:moveTo>
                      <a:pt x="26" y="109"/>
                    </a:moveTo>
                    <a:cubicBezTo>
                      <a:pt x="41" y="110"/>
                      <a:pt x="54" y="88"/>
                      <a:pt x="60" y="64"/>
                    </a:cubicBezTo>
                    <a:cubicBezTo>
                      <a:pt x="65" y="40"/>
                      <a:pt x="43" y="0"/>
                      <a:pt x="21" y="57"/>
                    </a:cubicBezTo>
                    <a:cubicBezTo>
                      <a:pt x="0" y="110"/>
                      <a:pt x="26" y="109"/>
                      <a:pt x="26" y="109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9" name="Freeform 172">
                <a:extLst>
                  <a:ext uri="{FF2B5EF4-FFF2-40B4-BE49-F238E27FC236}">
                    <a16:creationId xmlns:a16="http://schemas.microsoft.com/office/drawing/2014/main" id="{4F499913-5B91-4D62-9ED7-69F6FFC62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1312"/>
                <a:ext cx="96" cy="161"/>
              </a:xfrm>
              <a:custGeom>
                <a:avLst/>
                <a:gdLst>
                  <a:gd name="T0" fmla="*/ 83 w 65"/>
                  <a:gd name="T1" fmla="*/ 352 h 109"/>
                  <a:gd name="T2" fmla="*/ 193 w 65"/>
                  <a:gd name="T3" fmla="*/ 207 h 109"/>
                  <a:gd name="T4" fmla="*/ 68 w 65"/>
                  <a:gd name="T5" fmla="*/ 182 h 109"/>
                  <a:gd name="T6" fmla="*/ 83 w 65"/>
                  <a:gd name="T7" fmla="*/ 352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09">
                    <a:moveTo>
                      <a:pt x="26" y="109"/>
                    </a:moveTo>
                    <a:cubicBezTo>
                      <a:pt x="41" y="109"/>
                      <a:pt x="54" y="88"/>
                      <a:pt x="60" y="64"/>
                    </a:cubicBezTo>
                    <a:cubicBezTo>
                      <a:pt x="65" y="39"/>
                      <a:pt x="43" y="0"/>
                      <a:pt x="21" y="56"/>
                    </a:cubicBezTo>
                    <a:cubicBezTo>
                      <a:pt x="0" y="109"/>
                      <a:pt x="26" y="109"/>
                      <a:pt x="26" y="10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0" name="Freeform 173">
                <a:extLst>
                  <a:ext uri="{FF2B5EF4-FFF2-40B4-BE49-F238E27FC236}">
                    <a16:creationId xmlns:a16="http://schemas.microsoft.com/office/drawing/2014/main" id="{958BB935-8352-44D4-AB8B-602CAA5E1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379"/>
                <a:ext cx="46" cy="82"/>
              </a:xfrm>
              <a:custGeom>
                <a:avLst/>
                <a:gdLst>
                  <a:gd name="T0" fmla="*/ 6 w 31"/>
                  <a:gd name="T1" fmla="*/ 148 h 56"/>
                  <a:gd name="T2" fmla="*/ 92 w 31"/>
                  <a:gd name="T3" fmla="*/ 94 h 56"/>
                  <a:gd name="T4" fmla="*/ 101 w 31"/>
                  <a:gd name="T5" fmla="*/ 41 h 56"/>
                  <a:gd name="T6" fmla="*/ 88 w 31"/>
                  <a:gd name="T7" fmla="*/ 0 h 56"/>
                  <a:gd name="T8" fmla="*/ 92 w 31"/>
                  <a:gd name="T9" fmla="*/ 34 h 56"/>
                  <a:gd name="T10" fmla="*/ 82 w 31"/>
                  <a:gd name="T11" fmla="*/ 79 h 56"/>
                  <a:gd name="T12" fmla="*/ 53 w 31"/>
                  <a:gd name="T13" fmla="*/ 122 h 56"/>
                  <a:gd name="T14" fmla="*/ 15 w 31"/>
                  <a:gd name="T15" fmla="*/ 126 h 56"/>
                  <a:gd name="T16" fmla="*/ 6 w 31"/>
                  <a:gd name="T17" fmla="*/ 148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56">
                    <a:moveTo>
                      <a:pt x="2" y="47"/>
                    </a:moveTo>
                    <a:cubicBezTo>
                      <a:pt x="13" y="56"/>
                      <a:pt x="25" y="39"/>
                      <a:pt x="28" y="30"/>
                    </a:cubicBezTo>
                    <a:cubicBezTo>
                      <a:pt x="30" y="25"/>
                      <a:pt x="30" y="19"/>
                      <a:pt x="31" y="13"/>
                    </a:cubicBezTo>
                    <a:cubicBezTo>
                      <a:pt x="31" y="8"/>
                      <a:pt x="29" y="4"/>
                      <a:pt x="27" y="0"/>
                    </a:cubicBezTo>
                    <a:cubicBezTo>
                      <a:pt x="29" y="3"/>
                      <a:pt x="28" y="8"/>
                      <a:pt x="28" y="11"/>
                    </a:cubicBezTo>
                    <a:cubicBezTo>
                      <a:pt x="28" y="16"/>
                      <a:pt x="26" y="21"/>
                      <a:pt x="25" y="25"/>
                    </a:cubicBezTo>
                    <a:cubicBezTo>
                      <a:pt x="24" y="30"/>
                      <a:pt x="22" y="37"/>
                      <a:pt x="16" y="39"/>
                    </a:cubicBezTo>
                    <a:cubicBezTo>
                      <a:pt x="13" y="40"/>
                      <a:pt x="9" y="39"/>
                      <a:pt x="5" y="40"/>
                    </a:cubicBezTo>
                    <a:cubicBezTo>
                      <a:pt x="3" y="41"/>
                      <a:pt x="0" y="46"/>
                      <a:pt x="2" y="47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1" name="Freeform 174">
                <a:extLst>
                  <a:ext uri="{FF2B5EF4-FFF2-40B4-BE49-F238E27FC236}">
                    <a16:creationId xmlns:a16="http://schemas.microsoft.com/office/drawing/2014/main" id="{1DE96CCB-A097-477A-A878-82F0E7A46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379"/>
                <a:ext cx="37" cy="57"/>
              </a:xfrm>
              <a:custGeom>
                <a:avLst/>
                <a:gdLst>
                  <a:gd name="T0" fmla="*/ 1 w 25"/>
                  <a:gd name="T1" fmla="*/ 121 h 39"/>
                  <a:gd name="T2" fmla="*/ 1 w 25"/>
                  <a:gd name="T3" fmla="*/ 88 h 39"/>
                  <a:gd name="T4" fmla="*/ 15 w 25"/>
                  <a:gd name="T5" fmla="*/ 47 h 39"/>
                  <a:gd name="T6" fmla="*/ 36 w 25"/>
                  <a:gd name="T7" fmla="*/ 19 h 39"/>
                  <a:gd name="T8" fmla="*/ 53 w 25"/>
                  <a:gd name="T9" fmla="*/ 1 h 39"/>
                  <a:gd name="T10" fmla="*/ 81 w 25"/>
                  <a:gd name="T11" fmla="*/ 22 h 39"/>
                  <a:gd name="T12" fmla="*/ 74 w 25"/>
                  <a:gd name="T13" fmla="*/ 42 h 39"/>
                  <a:gd name="T14" fmla="*/ 59 w 25"/>
                  <a:gd name="T15" fmla="*/ 41 h 39"/>
                  <a:gd name="T16" fmla="*/ 1 w 25"/>
                  <a:gd name="T17" fmla="*/ 12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9">
                    <a:moveTo>
                      <a:pt x="1" y="39"/>
                    </a:moveTo>
                    <a:cubicBezTo>
                      <a:pt x="0" y="36"/>
                      <a:pt x="1" y="31"/>
                      <a:pt x="1" y="28"/>
                    </a:cubicBezTo>
                    <a:cubicBezTo>
                      <a:pt x="2" y="24"/>
                      <a:pt x="3" y="19"/>
                      <a:pt x="5" y="15"/>
                    </a:cubicBezTo>
                    <a:cubicBezTo>
                      <a:pt x="6" y="12"/>
                      <a:pt x="9" y="9"/>
                      <a:pt x="11" y="6"/>
                    </a:cubicBezTo>
                    <a:cubicBezTo>
                      <a:pt x="12" y="4"/>
                      <a:pt x="13" y="2"/>
                      <a:pt x="16" y="1"/>
                    </a:cubicBezTo>
                    <a:cubicBezTo>
                      <a:pt x="20" y="0"/>
                      <a:pt x="24" y="4"/>
                      <a:pt x="25" y="7"/>
                    </a:cubicBezTo>
                    <a:cubicBezTo>
                      <a:pt x="25" y="9"/>
                      <a:pt x="25" y="13"/>
                      <a:pt x="23" y="14"/>
                    </a:cubicBezTo>
                    <a:cubicBezTo>
                      <a:pt x="21" y="16"/>
                      <a:pt x="20" y="15"/>
                      <a:pt x="18" y="13"/>
                    </a:cubicBezTo>
                    <a:cubicBezTo>
                      <a:pt x="8" y="7"/>
                      <a:pt x="3" y="33"/>
                      <a:pt x="1" y="38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2" name="Freeform 175">
                <a:extLst>
                  <a:ext uri="{FF2B5EF4-FFF2-40B4-BE49-F238E27FC236}">
                    <a16:creationId xmlns:a16="http://schemas.microsoft.com/office/drawing/2014/main" id="{0D8BD7D5-415C-4308-BF6D-E98DB02ED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1440"/>
                <a:ext cx="22" cy="12"/>
              </a:xfrm>
              <a:custGeom>
                <a:avLst/>
                <a:gdLst>
                  <a:gd name="T0" fmla="*/ 47 w 15"/>
                  <a:gd name="T1" fmla="*/ 0 h 8"/>
                  <a:gd name="T2" fmla="*/ 6 w 15"/>
                  <a:gd name="T3" fmla="*/ 18 h 8"/>
                  <a:gd name="T4" fmla="*/ 22 w 15"/>
                  <a:gd name="T5" fmla="*/ 12 h 8"/>
                  <a:gd name="T6" fmla="*/ 47 w 1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cubicBezTo>
                      <a:pt x="13" y="2"/>
                      <a:pt x="5" y="8"/>
                      <a:pt x="2" y="5"/>
                    </a:cubicBezTo>
                    <a:cubicBezTo>
                      <a:pt x="0" y="2"/>
                      <a:pt x="6" y="3"/>
                      <a:pt x="7" y="3"/>
                    </a:cubicBezTo>
                    <a:cubicBezTo>
                      <a:pt x="10" y="3"/>
                      <a:pt x="13" y="2"/>
                      <a:pt x="15" y="0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3" name="Oval 176">
                <a:extLst>
                  <a:ext uri="{FF2B5EF4-FFF2-40B4-BE49-F238E27FC236}">
                    <a16:creationId xmlns:a16="http://schemas.microsoft.com/office/drawing/2014/main" id="{C087E0EC-6524-47AE-84A3-A67E8AAE6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5" y="1414"/>
                <a:ext cx="84" cy="163"/>
              </a:xfrm>
              <a:prstGeom prst="ellipse">
                <a:avLst/>
              </a:pr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874" name="Oval 177">
                <a:extLst>
                  <a:ext uri="{FF2B5EF4-FFF2-40B4-BE49-F238E27FC236}">
                    <a16:creationId xmlns:a16="http://schemas.microsoft.com/office/drawing/2014/main" id="{0274C45E-8DF5-4F88-9725-12B1E7683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5" y="1414"/>
                <a:ext cx="84" cy="163"/>
              </a:xfrm>
              <a:prstGeom prst="ellipse">
                <a:avLst/>
              </a:prstGeom>
              <a:noFill/>
              <a:ln w="6350">
                <a:solidFill>
                  <a:srgbClr val="B3141D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875" name="Freeform 178">
                <a:extLst>
                  <a:ext uri="{FF2B5EF4-FFF2-40B4-BE49-F238E27FC236}">
                    <a16:creationId xmlns:a16="http://schemas.microsoft.com/office/drawing/2014/main" id="{7C14878F-896F-4D8C-86C3-04780FB0E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442"/>
                <a:ext cx="53" cy="110"/>
              </a:xfrm>
              <a:custGeom>
                <a:avLst/>
                <a:gdLst>
                  <a:gd name="T0" fmla="*/ 40 w 36"/>
                  <a:gd name="T1" fmla="*/ 1 h 75"/>
                  <a:gd name="T2" fmla="*/ 93 w 36"/>
                  <a:gd name="T3" fmla="*/ 175 h 75"/>
                  <a:gd name="T4" fmla="*/ 47 w 36"/>
                  <a:gd name="T5" fmla="*/ 235 h 75"/>
                  <a:gd name="T6" fmla="*/ 28 w 36"/>
                  <a:gd name="T7" fmla="*/ 189 h 75"/>
                  <a:gd name="T8" fmla="*/ 59 w 36"/>
                  <a:gd name="T9" fmla="*/ 183 h 75"/>
                  <a:gd name="T10" fmla="*/ 80 w 36"/>
                  <a:gd name="T11" fmla="*/ 148 h 75"/>
                  <a:gd name="T12" fmla="*/ 88 w 36"/>
                  <a:gd name="T13" fmla="*/ 82 h 75"/>
                  <a:gd name="T14" fmla="*/ 46 w 36"/>
                  <a:gd name="T15" fmla="*/ 6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5">
                    <a:moveTo>
                      <a:pt x="12" y="1"/>
                    </a:moveTo>
                    <a:cubicBezTo>
                      <a:pt x="36" y="0"/>
                      <a:pt x="34" y="39"/>
                      <a:pt x="29" y="55"/>
                    </a:cubicBezTo>
                    <a:cubicBezTo>
                      <a:pt x="27" y="62"/>
                      <a:pt x="24" y="73"/>
                      <a:pt x="15" y="74"/>
                    </a:cubicBezTo>
                    <a:cubicBezTo>
                      <a:pt x="6" y="75"/>
                      <a:pt x="0" y="64"/>
                      <a:pt x="9" y="60"/>
                    </a:cubicBezTo>
                    <a:cubicBezTo>
                      <a:pt x="12" y="59"/>
                      <a:pt x="15" y="60"/>
                      <a:pt x="18" y="58"/>
                    </a:cubicBezTo>
                    <a:cubicBezTo>
                      <a:pt x="21" y="56"/>
                      <a:pt x="23" y="51"/>
                      <a:pt x="25" y="47"/>
                    </a:cubicBezTo>
                    <a:cubicBezTo>
                      <a:pt x="28" y="40"/>
                      <a:pt x="29" y="33"/>
                      <a:pt x="28" y="26"/>
                    </a:cubicBezTo>
                    <a:cubicBezTo>
                      <a:pt x="28" y="16"/>
                      <a:pt x="23" y="5"/>
                      <a:pt x="14" y="2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6" name="Freeform 179">
                <a:extLst>
                  <a:ext uri="{FF2B5EF4-FFF2-40B4-BE49-F238E27FC236}">
                    <a16:creationId xmlns:a16="http://schemas.microsoft.com/office/drawing/2014/main" id="{055752A3-8FE8-4413-88CA-9D7F625E2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446"/>
                <a:ext cx="38" cy="63"/>
              </a:xfrm>
              <a:custGeom>
                <a:avLst/>
                <a:gdLst>
                  <a:gd name="T0" fmla="*/ 73 w 26"/>
                  <a:gd name="T1" fmla="*/ 13 h 43"/>
                  <a:gd name="T2" fmla="*/ 41 w 26"/>
                  <a:gd name="T3" fmla="*/ 0 h 43"/>
                  <a:gd name="T4" fmla="*/ 9 w 26"/>
                  <a:gd name="T5" fmla="*/ 32 h 43"/>
                  <a:gd name="T6" fmla="*/ 28 w 26"/>
                  <a:gd name="T7" fmla="*/ 135 h 43"/>
                  <a:gd name="T8" fmla="*/ 41 w 26"/>
                  <a:gd name="T9" fmla="*/ 45 h 43"/>
                  <a:gd name="T10" fmla="*/ 75 w 26"/>
                  <a:gd name="T11" fmla="*/ 47 h 43"/>
                  <a:gd name="T12" fmla="*/ 73 w 26"/>
                  <a:gd name="T13" fmla="*/ 19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43">
                    <a:moveTo>
                      <a:pt x="23" y="4"/>
                    </a:moveTo>
                    <a:cubicBezTo>
                      <a:pt x="21" y="4"/>
                      <a:pt x="17" y="0"/>
                      <a:pt x="13" y="0"/>
                    </a:cubicBezTo>
                    <a:cubicBezTo>
                      <a:pt x="7" y="0"/>
                      <a:pt x="4" y="5"/>
                      <a:pt x="3" y="10"/>
                    </a:cubicBezTo>
                    <a:cubicBezTo>
                      <a:pt x="2" y="16"/>
                      <a:pt x="0" y="42"/>
                      <a:pt x="9" y="43"/>
                    </a:cubicBezTo>
                    <a:cubicBezTo>
                      <a:pt x="9" y="38"/>
                      <a:pt x="2" y="12"/>
                      <a:pt x="13" y="14"/>
                    </a:cubicBezTo>
                    <a:cubicBezTo>
                      <a:pt x="17" y="15"/>
                      <a:pt x="20" y="19"/>
                      <a:pt x="24" y="15"/>
                    </a:cubicBezTo>
                    <a:cubicBezTo>
                      <a:pt x="26" y="13"/>
                      <a:pt x="25" y="8"/>
                      <a:pt x="23" y="6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7" name="Freeform 180">
                <a:extLst>
                  <a:ext uri="{FF2B5EF4-FFF2-40B4-BE49-F238E27FC236}">
                    <a16:creationId xmlns:a16="http://schemas.microsoft.com/office/drawing/2014/main" id="{BAD4B2F9-2BDB-47E8-80F2-1CD2F9913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1520"/>
                <a:ext cx="29" cy="35"/>
              </a:xfrm>
              <a:custGeom>
                <a:avLst/>
                <a:gdLst>
                  <a:gd name="T0" fmla="*/ 0 w 20"/>
                  <a:gd name="T1" fmla="*/ 42 h 24"/>
                  <a:gd name="T2" fmla="*/ 48 w 20"/>
                  <a:gd name="T3" fmla="*/ 0 h 24"/>
                  <a:gd name="T4" fmla="*/ 1 w 20"/>
                  <a:gd name="T5" fmla="*/ 4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0" y="14"/>
                    </a:moveTo>
                    <a:cubicBezTo>
                      <a:pt x="7" y="24"/>
                      <a:pt x="20" y="3"/>
                      <a:pt x="16" y="0"/>
                    </a:cubicBezTo>
                    <a:cubicBezTo>
                      <a:pt x="11" y="7"/>
                      <a:pt x="10" y="13"/>
                      <a:pt x="1" y="15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8" name="Freeform 181">
                <a:extLst>
                  <a:ext uri="{FF2B5EF4-FFF2-40B4-BE49-F238E27FC236}">
                    <a16:creationId xmlns:a16="http://schemas.microsoft.com/office/drawing/2014/main" id="{AEAC27AE-8F80-4E8A-A667-7078E8E59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298"/>
                <a:ext cx="85" cy="141"/>
              </a:xfrm>
              <a:custGeom>
                <a:avLst/>
                <a:gdLst>
                  <a:gd name="T0" fmla="*/ 148 w 58"/>
                  <a:gd name="T1" fmla="*/ 128 h 96"/>
                  <a:gd name="T2" fmla="*/ 151 w 58"/>
                  <a:gd name="T3" fmla="*/ 289 h 96"/>
                  <a:gd name="T4" fmla="*/ 34 w 58"/>
                  <a:gd name="T5" fmla="*/ 176 h 96"/>
                  <a:gd name="T6" fmla="*/ 32 w 58"/>
                  <a:gd name="T7" fmla="*/ 13 h 96"/>
                  <a:gd name="T8" fmla="*/ 148 w 58"/>
                  <a:gd name="T9" fmla="*/ 128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96">
                    <a:moveTo>
                      <a:pt x="47" y="40"/>
                    </a:moveTo>
                    <a:cubicBezTo>
                      <a:pt x="57" y="64"/>
                      <a:pt x="58" y="87"/>
                      <a:pt x="48" y="91"/>
                    </a:cubicBezTo>
                    <a:cubicBezTo>
                      <a:pt x="39" y="96"/>
                      <a:pt x="22" y="80"/>
                      <a:pt x="11" y="56"/>
                    </a:cubicBezTo>
                    <a:cubicBezTo>
                      <a:pt x="1" y="31"/>
                      <a:pt x="0" y="8"/>
                      <a:pt x="10" y="4"/>
                    </a:cubicBezTo>
                    <a:cubicBezTo>
                      <a:pt x="19" y="0"/>
                      <a:pt x="36" y="16"/>
                      <a:pt x="47" y="40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9" name="Freeform 182">
                <a:extLst>
                  <a:ext uri="{FF2B5EF4-FFF2-40B4-BE49-F238E27FC236}">
                    <a16:creationId xmlns:a16="http://schemas.microsoft.com/office/drawing/2014/main" id="{8459CD2D-1593-4F65-9EB5-26538BA12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298"/>
                <a:ext cx="85" cy="141"/>
              </a:xfrm>
              <a:custGeom>
                <a:avLst/>
                <a:gdLst>
                  <a:gd name="T0" fmla="*/ 148 w 58"/>
                  <a:gd name="T1" fmla="*/ 128 h 96"/>
                  <a:gd name="T2" fmla="*/ 151 w 58"/>
                  <a:gd name="T3" fmla="*/ 289 h 96"/>
                  <a:gd name="T4" fmla="*/ 34 w 58"/>
                  <a:gd name="T5" fmla="*/ 176 h 96"/>
                  <a:gd name="T6" fmla="*/ 32 w 58"/>
                  <a:gd name="T7" fmla="*/ 13 h 96"/>
                  <a:gd name="T8" fmla="*/ 148 w 58"/>
                  <a:gd name="T9" fmla="*/ 128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96">
                    <a:moveTo>
                      <a:pt x="47" y="40"/>
                    </a:moveTo>
                    <a:cubicBezTo>
                      <a:pt x="57" y="64"/>
                      <a:pt x="58" y="87"/>
                      <a:pt x="48" y="91"/>
                    </a:cubicBezTo>
                    <a:cubicBezTo>
                      <a:pt x="39" y="96"/>
                      <a:pt x="22" y="80"/>
                      <a:pt x="11" y="56"/>
                    </a:cubicBezTo>
                    <a:cubicBezTo>
                      <a:pt x="1" y="31"/>
                      <a:pt x="0" y="8"/>
                      <a:pt x="10" y="4"/>
                    </a:cubicBezTo>
                    <a:cubicBezTo>
                      <a:pt x="19" y="0"/>
                      <a:pt x="36" y="16"/>
                      <a:pt x="47" y="4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0" name="Freeform 183">
                <a:extLst>
                  <a:ext uri="{FF2B5EF4-FFF2-40B4-BE49-F238E27FC236}">
                    <a16:creationId xmlns:a16="http://schemas.microsoft.com/office/drawing/2014/main" id="{B31161A7-D885-4A01-9473-81366FB5D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2317"/>
                <a:ext cx="47" cy="99"/>
              </a:xfrm>
              <a:custGeom>
                <a:avLst/>
                <a:gdLst>
                  <a:gd name="T0" fmla="*/ 0 w 32"/>
                  <a:gd name="T1" fmla="*/ 27 h 67"/>
                  <a:gd name="T2" fmla="*/ 93 w 32"/>
                  <a:gd name="T3" fmla="*/ 145 h 67"/>
                  <a:gd name="T4" fmla="*/ 87 w 32"/>
                  <a:gd name="T5" fmla="*/ 207 h 67"/>
                  <a:gd name="T6" fmla="*/ 60 w 32"/>
                  <a:gd name="T7" fmla="*/ 177 h 67"/>
                  <a:gd name="T8" fmla="*/ 73 w 32"/>
                  <a:gd name="T9" fmla="*/ 164 h 67"/>
                  <a:gd name="T10" fmla="*/ 75 w 32"/>
                  <a:gd name="T11" fmla="*/ 129 h 67"/>
                  <a:gd name="T12" fmla="*/ 56 w 32"/>
                  <a:gd name="T13" fmla="*/ 72 h 67"/>
                  <a:gd name="T14" fmla="*/ 1 w 32"/>
                  <a:gd name="T15" fmla="*/ 27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67">
                    <a:moveTo>
                      <a:pt x="0" y="8"/>
                    </a:moveTo>
                    <a:cubicBezTo>
                      <a:pt x="14" y="0"/>
                      <a:pt x="27" y="31"/>
                      <a:pt x="29" y="45"/>
                    </a:cubicBezTo>
                    <a:cubicBezTo>
                      <a:pt x="30" y="51"/>
                      <a:pt x="32" y="60"/>
                      <a:pt x="27" y="64"/>
                    </a:cubicBezTo>
                    <a:cubicBezTo>
                      <a:pt x="22" y="67"/>
                      <a:pt x="14" y="60"/>
                      <a:pt x="19" y="55"/>
                    </a:cubicBezTo>
                    <a:cubicBezTo>
                      <a:pt x="20" y="53"/>
                      <a:pt x="22" y="53"/>
                      <a:pt x="23" y="51"/>
                    </a:cubicBezTo>
                    <a:cubicBezTo>
                      <a:pt x="24" y="48"/>
                      <a:pt x="24" y="43"/>
                      <a:pt x="24" y="40"/>
                    </a:cubicBezTo>
                    <a:cubicBezTo>
                      <a:pt x="23" y="34"/>
                      <a:pt x="21" y="28"/>
                      <a:pt x="18" y="22"/>
                    </a:cubicBezTo>
                    <a:cubicBezTo>
                      <a:pt x="15" y="15"/>
                      <a:pt x="8" y="8"/>
                      <a:pt x="1" y="8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1" name="Freeform 184">
                <a:extLst>
                  <a:ext uri="{FF2B5EF4-FFF2-40B4-BE49-F238E27FC236}">
                    <a16:creationId xmlns:a16="http://schemas.microsoft.com/office/drawing/2014/main" id="{E5DBE135-8E8E-4B40-91AB-1C489FB8E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329"/>
                <a:ext cx="25" cy="56"/>
              </a:xfrm>
              <a:custGeom>
                <a:avLst/>
                <a:gdLst>
                  <a:gd name="T0" fmla="*/ 38 w 17"/>
                  <a:gd name="T1" fmla="*/ 6 h 38"/>
                  <a:gd name="T2" fmla="*/ 13 w 17"/>
                  <a:gd name="T3" fmla="*/ 6 h 38"/>
                  <a:gd name="T4" fmla="*/ 1 w 17"/>
                  <a:gd name="T5" fmla="*/ 40 h 38"/>
                  <a:gd name="T6" fmla="*/ 54 w 17"/>
                  <a:gd name="T7" fmla="*/ 119 h 38"/>
                  <a:gd name="T8" fmla="*/ 28 w 17"/>
                  <a:gd name="T9" fmla="*/ 40 h 38"/>
                  <a:gd name="T10" fmla="*/ 51 w 17"/>
                  <a:gd name="T11" fmla="*/ 35 h 38"/>
                  <a:gd name="T12" fmla="*/ 38 w 17"/>
                  <a:gd name="T13" fmla="*/ 9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8">
                    <a:moveTo>
                      <a:pt x="12" y="2"/>
                    </a:moveTo>
                    <a:cubicBezTo>
                      <a:pt x="10" y="2"/>
                      <a:pt x="6" y="0"/>
                      <a:pt x="4" y="2"/>
                    </a:cubicBezTo>
                    <a:cubicBezTo>
                      <a:pt x="0" y="3"/>
                      <a:pt x="0" y="8"/>
                      <a:pt x="1" y="12"/>
                    </a:cubicBezTo>
                    <a:cubicBezTo>
                      <a:pt x="3" y="17"/>
                      <a:pt x="11" y="38"/>
                      <a:pt x="17" y="37"/>
                    </a:cubicBezTo>
                    <a:cubicBezTo>
                      <a:pt x="15" y="32"/>
                      <a:pt x="2" y="14"/>
                      <a:pt x="9" y="12"/>
                    </a:cubicBezTo>
                    <a:cubicBezTo>
                      <a:pt x="12" y="12"/>
                      <a:pt x="15" y="15"/>
                      <a:pt x="16" y="11"/>
                    </a:cubicBezTo>
                    <a:cubicBezTo>
                      <a:pt x="17" y="8"/>
                      <a:pt x="14" y="5"/>
                      <a:pt x="12" y="3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2" name="Freeform 185">
                <a:extLst>
                  <a:ext uri="{FF2B5EF4-FFF2-40B4-BE49-F238E27FC236}">
                    <a16:creationId xmlns:a16="http://schemas.microsoft.com/office/drawing/2014/main" id="{5C6DD6B2-C5E9-47D0-8721-53A6EA444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382"/>
                <a:ext cx="14" cy="31"/>
              </a:xfrm>
              <a:custGeom>
                <a:avLst/>
                <a:gdLst>
                  <a:gd name="T0" fmla="*/ 0 w 9"/>
                  <a:gd name="T1" fmla="*/ 52 h 21"/>
                  <a:gd name="T2" fmla="*/ 22 w 9"/>
                  <a:gd name="T3" fmla="*/ 0 h 21"/>
                  <a:gd name="T4" fmla="*/ 5 w 9"/>
                  <a:gd name="T5" fmla="*/ 5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0" y="16"/>
                    </a:moveTo>
                    <a:cubicBezTo>
                      <a:pt x="8" y="21"/>
                      <a:pt x="9" y="1"/>
                      <a:pt x="6" y="0"/>
                    </a:cubicBezTo>
                    <a:cubicBezTo>
                      <a:pt x="5" y="7"/>
                      <a:pt x="6" y="12"/>
                      <a:pt x="1" y="16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3" name="Freeform 186">
                <a:extLst>
                  <a:ext uri="{FF2B5EF4-FFF2-40B4-BE49-F238E27FC236}">
                    <a16:creationId xmlns:a16="http://schemas.microsoft.com/office/drawing/2014/main" id="{46F34A5C-B230-4449-B8D7-17F0F24DA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1596"/>
                <a:ext cx="106" cy="166"/>
              </a:xfrm>
              <a:custGeom>
                <a:avLst/>
                <a:gdLst>
                  <a:gd name="T0" fmla="*/ 188 w 72"/>
                  <a:gd name="T1" fmla="*/ 147 h 113"/>
                  <a:gd name="T2" fmla="*/ 191 w 72"/>
                  <a:gd name="T3" fmla="*/ 339 h 113"/>
                  <a:gd name="T4" fmla="*/ 41 w 72"/>
                  <a:gd name="T5" fmla="*/ 212 h 113"/>
                  <a:gd name="T6" fmla="*/ 40 w 72"/>
                  <a:gd name="T7" fmla="*/ 19 h 113"/>
                  <a:gd name="T8" fmla="*/ 188 w 72"/>
                  <a:gd name="T9" fmla="*/ 147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13">
                    <a:moveTo>
                      <a:pt x="59" y="46"/>
                    </a:moveTo>
                    <a:cubicBezTo>
                      <a:pt x="72" y="74"/>
                      <a:pt x="72" y="101"/>
                      <a:pt x="60" y="107"/>
                    </a:cubicBezTo>
                    <a:cubicBezTo>
                      <a:pt x="47" y="113"/>
                      <a:pt x="26" y="95"/>
                      <a:pt x="13" y="67"/>
                    </a:cubicBezTo>
                    <a:cubicBezTo>
                      <a:pt x="0" y="39"/>
                      <a:pt x="0" y="12"/>
                      <a:pt x="12" y="6"/>
                    </a:cubicBezTo>
                    <a:cubicBezTo>
                      <a:pt x="25" y="0"/>
                      <a:pt x="46" y="18"/>
                      <a:pt x="59" y="46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4" name="Freeform 187">
                <a:extLst>
                  <a:ext uri="{FF2B5EF4-FFF2-40B4-BE49-F238E27FC236}">
                    <a16:creationId xmlns:a16="http://schemas.microsoft.com/office/drawing/2014/main" id="{A7D3BBE5-7D98-4A22-BBB9-A5330A61A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1596"/>
                <a:ext cx="106" cy="166"/>
              </a:xfrm>
              <a:custGeom>
                <a:avLst/>
                <a:gdLst>
                  <a:gd name="T0" fmla="*/ 188 w 72"/>
                  <a:gd name="T1" fmla="*/ 147 h 113"/>
                  <a:gd name="T2" fmla="*/ 191 w 72"/>
                  <a:gd name="T3" fmla="*/ 339 h 113"/>
                  <a:gd name="T4" fmla="*/ 41 w 72"/>
                  <a:gd name="T5" fmla="*/ 212 h 113"/>
                  <a:gd name="T6" fmla="*/ 40 w 72"/>
                  <a:gd name="T7" fmla="*/ 19 h 113"/>
                  <a:gd name="T8" fmla="*/ 188 w 72"/>
                  <a:gd name="T9" fmla="*/ 147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13">
                    <a:moveTo>
                      <a:pt x="59" y="46"/>
                    </a:moveTo>
                    <a:cubicBezTo>
                      <a:pt x="72" y="74"/>
                      <a:pt x="72" y="101"/>
                      <a:pt x="60" y="107"/>
                    </a:cubicBezTo>
                    <a:cubicBezTo>
                      <a:pt x="47" y="113"/>
                      <a:pt x="26" y="95"/>
                      <a:pt x="13" y="67"/>
                    </a:cubicBezTo>
                    <a:cubicBezTo>
                      <a:pt x="0" y="39"/>
                      <a:pt x="0" y="12"/>
                      <a:pt x="12" y="6"/>
                    </a:cubicBezTo>
                    <a:cubicBezTo>
                      <a:pt x="25" y="0"/>
                      <a:pt x="46" y="18"/>
                      <a:pt x="59" y="4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5" name="Freeform 188">
                <a:extLst>
                  <a:ext uri="{FF2B5EF4-FFF2-40B4-BE49-F238E27FC236}">
                    <a16:creationId xmlns:a16="http://schemas.microsoft.com/office/drawing/2014/main" id="{0C20AB6D-E662-45E9-A3B8-3657A7381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1618"/>
                <a:ext cx="59" cy="118"/>
              </a:xfrm>
              <a:custGeom>
                <a:avLst/>
                <a:gdLst>
                  <a:gd name="T0" fmla="*/ 0 w 40"/>
                  <a:gd name="T1" fmla="*/ 32 h 80"/>
                  <a:gd name="T2" fmla="*/ 115 w 40"/>
                  <a:gd name="T3" fmla="*/ 168 h 80"/>
                  <a:gd name="T4" fmla="*/ 102 w 40"/>
                  <a:gd name="T5" fmla="*/ 242 h 80"/>
                  <a:gd name="T6" fmla="*/ 69 w 40"/>
                  <a:gd name="T7" fmla="*/ 209 h 80"/>
                  <a:gd name="T8" fmla="*/ 89 w 40"/>
                  <a:gd name="T9" fmla="*/ 193 h 80"/>
                  <a:gd name="T10" fmla="*/ 93 w 40"/>
                  <a:gd name="T11" fmla="*/ 150 h 80"/>
                  <a:gd name="T12" fmla="*/ 74 w 40"/>
                  <a:gd name="T13" fmla="*/ 83 h 80"/>
                  <a:gd name="T14" fmla="*/ 6 w 40"/>
                  <a:gd name="T15" fmla="*/ 32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80">
                    <a:moveTo>
                      <a:pt x="0" y="10"/>
                    </a:moveTo>
                    <a:cubicBezTo>
                      <a:pt x="19" y="0"/>
                      <a:pt x="34" y="36"/>
                      <a:pt x="36" y="52"/>
                    </a:cubicBezTo>
                    <a:cubicBezTo>
                      <a:pt x="38" y="60"/>
                      <a:pt x="40" y="71"/>
                      <a:pt x="32" y="75"/>
                    </a:cubicBezTo>
                    <a:cubicBezTo>
                      <a:pt x="26" y="80"/>
                      <a:pt x="16" y="72"/>
                      <a:pt x="22" y="65"/>
                    </a:cubicBezTo>
                    <a:cubicBezTo>
                      <a:pt x="24" y="63"/>
                      <a:pt x="27" y="62"/>
                      <a:pt x="28" y="60"/>
                    </a:cubicBezTo>
                    <a:cubicBezTo>
                      <a:pt x="30" y="56"/>
                      <a:pt x="30" y="51"/>
                      <a:pt x="29" y="47"/>
                    </a:cubicBezTo>
                    <a:cubicBezTo>
                      <a:pt x="29" y="40"/>
                      <a:pt x="27" y="33"/>
                      <a:pt x="23" y="26"/>
                    </a:cubicBezTo>
                    <a:cubicBezTo>
                      <a:pt x="19" y="18"/>
                      <a:pt x="10" y="10"/>
                      <a:pt x="2" y="10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6" name="Freeform 189">
                <a:extLst>
                  <a:ext uri="{FF2B5EF4-FFF2-40B4-BE49-F238E27FC236}">
                    <a16:creationId xmlns:a16="http://schemas.microsoft.com/office/drawing/2014/main" id="{340D89A6-0CD6-4970-80FA-2670EBE82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634"/>
                <a:ext cx="31" cy="67"/>
              </a:xfrm>
              <a:custGeom>
                <a:avLst/>
                <a:gdLst>
                  <a:gd name="T0" fmla="*/ 47 w 21"/>
                  <a:gd name="T1" fmla="*/ 6 h 45"/>
                  <a:gd name="T2" fmla="*/ 13 w 21"/>
                  <a:gd name="T3" fmla="*/ 6 h 45"/>
                  <a:gd name="T4" fmla="*/ 1 w 21"/>
                  <a:gd name="T5" fmla="*/ 46 h 45"/>
                  <a:gd name="T6" fmla="*/ 65 w 21"/>
                  <a:gd name="T7" fmla="*/ 140 h 45"/>
                  <a:gd name="T8" fmla="*/ 35 w 21"/>
                  <a:gd name="T9" fmla="*/ 46 h 45"/>
                  <a:gd name="T10" fmla="*/ 65 w 21"/>
                  <a:gd name="T11" fmla="*/ 40 h 45"/>
                  <a:gd name="T12" fmla="*/ 47 w 21"/>
                  <a:gd name="T13" fmla="*/ 9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5">
                    <a:moveTo>
                      <a:pt x="15" y="2"/>
                    </a:moveTo>
                    <a:cubicBezTo>
                      <a:pt x="13" y="2"/>
                      <a:pt x="8" y="0"/>
                      <a:pt x="4" y="2"/>
                    </a:cubicBezTo>
                    <a:cubicBezTo>
                      <a:pt x="0" y="4"/>
                      <a:pt x="0" y="10"/>
                      <a:pt x="1" y="14"/>
                    </a:cubicBezTo>
                    <a:cubicBezTo>
                      <a:pt x="3" y="21"/>
                      <a:pt x="12" y="45"/>
                      <a:pt x="20" y="42"/>
                    </a:cubicBezTo>
                    <a:cubicBezTo>
                      <a:pt x="18" y="37"/>
                      <a:pt x="1" y="17"/>
                      <a:pt x="11" y="14"/>
                    </a:cubicBezTo>
                    <a:cubicBezTo>
                      <a:pt x="14" y="14"/>
                      <a:pt x="19" y="16"/>
                      <a:pt x="20" y="12"/>
                    </a:cubicBezTo>
                    <a:cubicBezTo>
                      <a:pt x="21" y="8"/>
                      <a:pt x="18" y="5"/>
                      <a:pt x="15" y="3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7" name="Freeform 190">
                <a:extLst>
                  <a:ext uri="{FF2B5EF4-FFF2-40B4-BE49-F238E27FC236}">
                    <a16:creationId xmlns:a16="http://schemas.microsoft.com/office/drawing/2014/main" id="{2B27A01A-837A-4DEC-A61C-984F6C43F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1695"/>
                <a:ext cx="16" cy="37"/>
              </a:xfrm>
              <a:custGeom>
                <a:avLst/>
                <a:gdLst>
                  <a:gd name="T0" fmla="*/ 0 w 11"/>
                  <a:gd name="T1" fmla="*/ 61 h 25"/>
                  <a:gd name="T2" fmla="*/ 22 w 11"/>
                  <a:gd name="T3" fmla="*/ 0 h 25"/>
                  <a:gd name="T4" fmla="*/ 1 w 11"/>
                  <a:gd name="T5" fmla="*/ 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5">
                    <a:moveTo>
                      <a:pt x="0" y="19"/>
                    </a:moveTo>
                    <a:cubicBezTo>
                      <a:pt x="10" y="25"/>
                      <a:pt x="11" y="1"/>
                      <a:pt x="7" y="0"/>
                    </a:cubicBezTo>
                    <a:cubicBezTo>
                      <a:pt x="6" y="8"/>
                      <a:pt x="7" y="14"/>
                      <a:pt x="1" y="19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8" name="Oval 191">
                <a:extLst>
                  <a:ext uri="{FF2B5EF4-FFF2-40B4-BE49-F238E27FC236}">
                    <a16:creationId xmlns:a16="http://schemas.microsoft.com/office/drawing/2014/main" id="{CA8D9322-F8A1-44A4-BCD9-A473B18E4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" y="1337"/>
                <a:ext cx="111" cy="133"/>
              </a:xfrm>
              <a:prstGeom prst="ellipse">
                <a:avLst/>
              </a:pr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889" name="Oval 192">
                <a:extLst>
                  <a:ext uri="{FF2B5EF4-FFF2-40B4-BE49-F238E27FC236}">
                    <a16:creationId xmlns:a16="http://schemas.microsoft.com/office/drawing/2014/main" id="{68274591-FE94-4293-A1AE-5BA3241A0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" y="1337"/>
                <a:ext cx="111" cy="133"/>
              </a:xfrm>
              <a:prstGeom prst="ellipse">
                <a:avLst/>
              </a:prstGeom>
              <a:noFill/>
              <a:ln w="6350">
                <a:solidFill>
                  <a:srgbClr val="B3141D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890" name="Freeform 193">
                <a:extLst>
                  <a:ext uri="{FF2B5EF4-FFF2-40B4-BE49-F238E27FC236}">
                    <a16:creationId xmlns:a16="http://schemas.microsoft.com/office/drawing/2014/main" id="{1F7A8B6F-68EC-4551-BAB5-45636D23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361"/>
                <a:ext cx="71" cy="88"/>
              </a:xfrm>
              <a:custGeom>
                <a:avLst/>
                <a:gdLst>
                  <a:gd name="T0" fmla="*/ 53 w 48"/>
                  <a:gd name="T1" fmla="*/ 0 h 60"/>
                  <a:gd name="T2" fmla="*/ 129 w 48"/>
                  <a:gd name="T3" fmla="*/ 139 h 60"/>
                  <a:gd name="T4" fmla="*/ 65 w 48"/>
                  <a:gd name="T5" fmla="*/ 188 h 60"/>
                  <a:gd name="T6" fmla="*/ 41 w 48"/>
                  <a:gd name="T7" fmla="*/ 151 h 60"/>
                  <a:gd name="T8" fmla="*/ 78 w 48"/>
                  <a:gd name="T9" fmla="*/ 144 h 60"/>
                  <a:gd name="T10" fmla="*/ 107 w 48"/>
                  <a:gd name="T11" fmla="*/ 120 h 60"/>
                  <a:gd name="T12" fmla="*/ 123 w 48"/>
                  <a:gd name="T13" fmla="*/ 63 h 60"/>
                  <a:gd name="T14" fmla="*/ 61 w 48"/>
                  <a:gd name="T15" fmla="*/ 1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60">
                    <a:moveTo>
                      <a:pt x="16" y="0"/>
                    </a:moveTo>
                    <a:cubicBezTo>
                      <a:pt x="48" y="0"/>
                      <a:pt x="46" y="31"/>
                      <a:pt x="40" y="44"/>
                    </a:cubicBezTo>
                    <a:cubicBezTo>
                      <a:pt x="37" y="50"/>
                      <a:pt x="32" y="58"/>
                      <a:pt x="20" y="59"/>
                    </a:cubicBezTo>
                    <a:cubicBezTo>
                      <a:pt x="8" y="60"/>
                      <a:pt x="0" y="51"/>
                      <a:pt x="13" y="48"/>
                    </a:cubicBezTo>
                    <a:cubicBezTo>
                      <a:pt x="16" y="47"/>
                      <a:pt x="21" y="48"/>
                      <a:pt x="24" y="46"/>
                    </a:cubicBezTo>
                    <a:cubicBezTo>
                      <a:pt x="28" y="44"/>
                      <a:pt x="31" y="40"/>
                      <a:pt x="33" y="38"/>
                    </a:cubicBezTo>
                    <a:cubicBezTo>
                      <a:pt x="37" y="32"/>
                      <a:pt x="39" y="26"/>
                      <a:pt x="38" y="20"/>
                    </a:cubicBezTo>
                    <a:cubicBezTo>
                      <a:pt x="37" y="12"/>
                      <a:pt x="31" y="4"/>
                      <a:pt x="19" y="1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1" name="Freeform 194">
                <a:extLst>
                  <a:ext uri="{FF2B5EF4-FFF2-40B4-BE49-F238E27FC236}">
                    <a16:creationId xmlns:a16="http://schemas.microsoft.com/office/drawing/2014/main" id="{3E5E334A-D2C4-479B-8810-52E06AEA7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1364"/>
                <a:ext cx="53" cy="51"/>
              </a:xfrm>
              <a:custGeom>
                <a:avLst/>
                <a:gdLst>
                  <a:gd name="T0" fmla="*/ 102 w 36"/>
                  <a:gd name="T1" fmla="*/ 9 h 35"/>
                  <a:gd name="T2" fmla="*/ 54 w 36"/>
                  <a:gd name="T3" fmla="*/ 0 h 35"/>
                  <a:gd name="T4" fmla="*/ 15 w 36"/>
                  <a:gd name="T5" fmla="*/ 25 h 35"/>
                  <a:gd name="T6" fmla="*/ 41 w 36"/>
                  <a:gd name="T7" fmla="*/ 108 h 35"/>
                  <a:gd name="T8" fmla="*/ 59 w 36"/>
                  <a:gd name="T9" fmla="*/ 34 h 35"/>
                  <a:gd name="T10" fmla="*/ 102 w 36"/>
                  <a:gd name="T11" fmla="*/ 36 h 35"/>
                  <a:gd name="T12" fmla="*/ 100 w 36"/>
                  <a:gd name="T13" fmla="*/ 13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5">
                    <a:moveTo>
                      <a:pt x="32" y="3"/>
                    </a:moveTo>
                    <a:cubicBezTo>
                      <a:pt x="28" y="3"/>
                      <a:pt x="23" y="0"/>
                      <a:pt x="17" y="0"/>
                    </a:cubicBezTo>
                    <a:cubicBezTo>
                      <a:pt x="10" y="0"/>
                      <a:pt x="6" y="4"/>
                      <a:pt x="5" y="8"/>
                    </a:cubicBezTo>
                    <a:cubicBezTo>
                      <a:pt x="3" y="13"/>
                      <a:pt x="0" y="34"/>
                      <a:pt x="13" y="35"/>
                    </a:cubicBezTo>
                    <a:cubicBezTo>
                      <a:pt x="13" y="30"/>
                      <a:pt x="3" y="10"/>
                      <a:pt x="18" y="11"/>
                    </a:cubicBezTo>
                    <a:cubicBezTo>
                      <a:pt x="23" y="12"/>
                      <a:pt x="27" y="15"/>
                      <a:pt x="32" y="12"/>
                    </a:cubicBezTo>
                    <a:cubicBezTo>
                      <a:pt x="36" y="10"/>
                      <a:pt x="33" y="6"/>
                      <a:pt x="31" y="4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2" name="Freeform 195">
                <a:extLst>
                  <a:ext uri="{FF2B5EF4-FFF2-40B4-BE49-F238E27FC236}">
                    <a16:creationId xmlns:a16="http://schemas.microsoft.com/office/drawing/2014/main" id="{CD223E9E-7646-4457-BDF7-86C9F81BC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423"/>
                <a:ext cx="40" cy="28"/>
              </a:xfrm>
              <a:custGeom>
                <a:avLst/>
                <a:gdLst>
                  <a:gd name="T0" fmla="*/ 0 w 27"/>
                  <a:gd name="T1" fmla="*/ 40 h 19"/>
                  <a:gd name="T2" fmla="*/ 68 w 27"/>
                  <a:gd name="T3" fmla="*/ 0 h 19"/>
                  <a:gd name="T4" fmla="*/ 1 w 27"/>
                  <a:gd name="T5" fmla="*/ 4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0" y="12"/>
                    </a:moveTo>
                    <a:cubicBezTo>
                      <a:pt x="9" y="19"/>
                      <a:pt x="27" y="2"/>
                      <a:pt x="21" y="0"/>
                    </a:cubicBezTo>
                    <a:cubicBezTo>
                      <a:pt x="14" y="6"/>
                      <a:pt x="13" y="10"/>
                      <a:pt x="1" y="12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3" name="Oval 196">
                <a:extLst>
                  <a:ext uri="{FF2B5EF4-FFF2-40B4-BE49-F238E27FC236}">
                    <a16:creationId xmlns:a16="http://schemas.microsoft.com/office/drawing/2014/main" id="{DE27984C-4506-4B1E-80A7-34DBA09F3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1" y="2426"/>
                <a:ext cx="78" cy="94"/>
              </a:xfrm>
              <a:prstGeom prst="ellipse">
                <a:avLst/>
              </a:pr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894" name="Oval 197">
                <a:extLst>
                  <a:ext uri="{FF2B5EF4-FFF2-40B4-BE49-F238E27FC236}">
                    <a16:creationId xmlns:a16="http://schemas.microsoft.com/office/drawing/2014/main" id="{F3E03E46-B619-4ED8-AFD8-B8AB86415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1" y="2426"/>
                <a:ext cx="78" cy="94"/>
              </a:xfrm>
              <a:prstGeom prst="ellipse">
                <a:avLst/>
              </a:prstGeom>
              <a:noFill/>
              <a:ln w="4763">
                <a:solidFill>
                  <a:srgbClr val="B3141D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895" name="Freeform 198">
                <a:extLst>
                  <a:ext uri="{FF2B5EF4-FFF2-40B4-BE49-F238E27FC236}">
                    <a16:creationId xmlns:a16="http://schemas.microsoft.com/office/drawing/2014/main" id="{6ED4CCD2-15E2-4E5B-8219-0D36EFF94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442"/>
                <a:ext cx="52" cy="63"/>
              </a:xfrm>
              <a:custGeom>
                <a:avLst/>
                <a:gdLst>
                  <a:gd name="T0" fmla="*/ 40 w 35"/>
                  <a:gd name="T1" fmla="*/ 1 h 43"/>
                  <a:gd name="T2" fmla="*/ 92 w 35"/>
                  <a:gd name="T3" fmla="*/ 97 h 43"/>
                  <a:gd name="T4" fmla="*/ 46 w 35"/>
                  <a:gd name="T5" fmla="*/ 133 h 43"/>
                  <a:gd name="T6" fmla="*/ 28 w 35"/>
                  <a:gd name="T7" fmla="*/ 107 h 43"/>
                  <a:gd name="T8" fmla="*/ 59 w 35"/>
                  <a:gd name="T9" fmla="*/ 103 h 43"/>
                  <a:gd name="T10" fmla="*/ 79 w 35"/>
                  <a:gd name="T11" fmla="*/ 86 h 43"/>
                  <a:gd name="T12" fmla="*/ 88 w 35"/>
                  <a:gd name="T13" fmla="*/ 47 h 43"/>
                  <a:gd name="T14" fmla="*/ 46 w 35"/>
                  <a:gd name="T15" fmla="*/ 1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43">
                    <a:moveTo>
                      <a:pt x="12" y="1"/>
                    </a:moveTo>
                    <a:cubicBezTo>
                      <a:pt x="35" y="0"/>
                      <a:pt x="33" y="22"/>
                      <a:pt x="28" y="31"/>
                    </a:cubicBezTo>
                    <a:cubicBezTo>
                      <a:pt x="26" y="36"/>
                      <a:pt x="23" y="41"/>
                      <a:pt x="14" y="42"/>
                    </a:cubicBezTo>
                    <a:cubicBezTo>
                      <a:pt x="6" y="43"/>
                      <a:pt x="0" y="37"/>
                      <a:pt x="9" y="34"/>
                    </a:cubicBezTo>
                    <a:cubicBezTo>
                      <a:pt x="12" y="34"/>
                      <a:pt x="15" y="34"/>
                      <a:pt x="18" y="33"/>
                    </a:cubicBezTo>
                    <a:cubicBezTo>
                      <a:pt x="20" y="32"/>
                      <a:pt x="22" y="29"/>
                      <a:pt x="24" y="27"/>
                    </a:cubicBezTo>
                    <a:cubicBezTo>
                      <a:pt x="27" y="23"/>
                      <a:pt x="28" y="19"/>
                      <a:pt x="27" y="15"/>
                    </a:cubicBezTo>
                    <a:cubicBezTo>
                      <a:pt x="27" y="9"/>
                      <a:pt x="22" y="3"/>
                      <a:pt x="14" y="1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6" name="Freeform 199">
                <a:extLst>
                  <a:ext uri="{FF2B5EF4-FFF2-40B4-BE49-F238E27FC236}">
                    <a16:creationId xmlns:a16="http://schemas.microsoft.com/office/drawing/2014/main" id="{B8D2940D-D655-483C-B744-F89E3E9CA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443"/>
                <a:ext cx="37" cy="37"/>
              </a:xfrm>
              <a:custGeom>
                <a:avLst/>
                <a:gdLst>
                  <a:gd name="T0" fmla="*/ 73 w 25"/>
                  <a:gd name="T1" fmla="*/ 9 h 25"/>
                  <a:gd name="T2" fmla="*/ 40 w 25"/>
                  <a:gd name="T3" fmla="*/ 0 h 25"/>
                  <a:gd name="T4" fmla="*/ 9 w 25"/>
                  <a:gd name="T5" fmla="*/ 19 h 25"/>
                  <a:gd name="T6" fmla="*/ 28 w 25"/>
                  <a:gd name="T7" fmla="*/ 81 h 25"/>
                  <a:gd name="T8" fmla="*/ 41 w 25"/>
                  <a:gd name="T9" fmla="*/ 28 h 25"/>
                  <a:gd name="T10" fmla="*/ 73 w 25"/>
                  <a:gd name="T11" fmla="*/ 28 h 25"/>
                  <a:gd name="T12" fmla="*/ 73 w 25"/>
                  <a:gd name="T13" fmla="*/ 13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5">
                    <a:moveTo>
                      <a:pt x="22" y="3"/>
                    </a:moveTo>
                    <a:cubicBezTo>
                      <a:pt x="19" y="3"/>
                      <a:pt x="16" y="0"/>
                      <a:pt x="12" y="0"/>
                    </a:cubicBezTo>
                    <a:cubicBezTo>
                      <a:pt x="6" y="1"/>
                      <a:pt x="4" y="3"/>
                      <a:pt x="3" y="6"/>
                    </a:cubicBezTo>
                    <a:cubicBezTo>
                      <a:pt x="2" y="10"/>
                      <a:pt x="0" y="25"/>
                      <a:pt x="9" y="25"/>
                    </a:cubicBezTo>
                    <a:cubicBezTo>
                      <a:pt x="9" y="22"/>
                      <a:pt x="2" y="8"/>
                      <a:pt x="13" y="9"/>
                    </a:cubicBezTo>
                    <a:cubicBezTo>
                      <a:pt x="16" y="9"/>
                      <a:pt x="19" y="12"/>
                      <a:pt x="22" y="9"/>
                    </a:cubicBezTo>
                    <a:cubicBezTo>
                      <a:pt x="25" y="8"/>
                      <a:pt x="23" y="5"/>
                      <a:pt x="22" y="4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7" name="Freeform 200">
                <a:extLst>
                  <a:ext uri="{FF2B5EF4-FFF2-40B4-BE49-F238E27FC236}">
                    <a16:creationId xmlns:a16="http://schemas.microsoft.com/office/drawing/2014/main" id="{E5742FBB-BFEF-493B-9E1D-F9C5C6F2C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486"/>
                <a:ext cx="28" cy="21"/>
              </a:xfrm>
              <a:custGeom>
                <a:avLst/>
                <a:gdLst>
                  <a:gd name="T0" fmla="*/ 0 w 19"/>
                  <a:gd name="T1" fmla="*/ 27 h 14"/>
                  <a:gd name="T2" fmla="*/ 47 w 19"/>
                  <a:gd name="T3" fmla="*/ 0 h 14"/>
                  <a:gd name="T4" fmla="*/ 1 w 19"/>
                  <a:gd name="T5" fmla="*/ 3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8"/>
                    </a:moveTo>
                    <a:cubicBezTo>
                      <a:pt x="7" y="14"/>
                      <a:pt x="19" y="2"/>
                      <a:pt x="15" y="0"/>
                    </a:cubicBezTo>
                    <a:cubicBezTo>
                      <a:pt x="11" y="4"/>
                      <a:pt x="9" y="7"/>
                      <a:pt x="1" y="9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8" name="Freeform 201">
                <a:extLst>
                  <a:ext uri="{FF2B5EF4-FFF2-40B4-BE49-F238E27FC236}">
                    <a16:creationId xmlns:a16="http://schemas.microsoft.com/office/drawing/2014/main" id="{CD0CDF36-C3A9-452F-9DEC-4A6250085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368"/>
                <a:ext cx="150" cy="142"/>
              </a:xfrm>
              <a:custGeom>
                <a:avLst/>
                <a:gdLst>
                  <a:gd name="T0" fmla="*/ 249 w 102"/>
                  <a:gd name="T1" fmla="*/ 22 h 96"/>
                  <a:gd name="T2" fmla="*/ 110 w 102"/>
                  <a:gd name="T3" fmla="*/ 120 h 96"/>
                  <a:gd name="T4" fmla="*/ 74 w 102"/>
                  <a:gd name="T5" fmla="*/ 278 h 96"/>
                  <a:gd name="T6" fmla="*/ 249 w 102"/>
                  <a:gd name="T7" fmla="*/ 2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96">
                    <a:moveTo>
                      <a:pt x="78" y="7"/>
                    </a:moveTo>
                    <a:cubicBezTo>
                      <a:pt x="67" y="0"/>
                      <a:pt x="48" y="30"/>
                      <a:pt x="35" y="37"/>
                    </a:cubicBezTo>
                    <a:cubicBezTo>
                      <a:pt x="12" y="49"/>
                      <a:pt x="0" y="76"/>
                      <a:pt x="23" y="86"/>
                    </a:cubicBezTo>
                    <a:cubicBezTo>
                      <a:pt x="47" y="96"/>
                      <a:pt x="102" y="21"/>
                      <a:pt x="78" y="7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9" name="Freeform 202">
                <a:extLst>
                  <a:ext uri="{FF2B5EF4-FFF2-40B4-BE49-F238E27FC236}">
                    <a16:creationId xmlns:a16="http://schemas.microsoft.com/office/drawing/2014/main" id="{DD3C7CA9-F904-48C5-B3EF-DEFC59975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368"/>
                <a:ext cx="151" cy="142"/>
              </a:xfrm>
              <a:custGeom>
                <a:avLst/>
                <a:gdLst>
                  <a:gd name="T0" fmla="*/ 256 w 102"/>
                  <a:gd name="T1" fmla="*/ 22 h 96"/>
                  <a:gd name="T2" fmla="*/ 114 w 102"/>
                  <a:gd name="T3" fmla="*/ 120 h 96"/>
                  <a:gd name="T4" fmla="*/ 78 w 102"/>
                  <a:gd name="T5" fmla="*/ 278 h 96"/>
                  <a:gd name="T6" fmla="*/ 256 w 102"/>
                  <a:gd name="T7" fmla="*/ 2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96">
                    <a:moveTo>
                      <a:pt x="79" y="7"/>
                    </a:moveTo>
                    <a:cubicBezTo>
                      <a:pt x="68" y="0"/>
                      <a:pt x="49" y="29"/>
                      <a:pt x="35" y="37"/>
                    </a:cubicBezTo>
                    <a:cubicBezTo>
                      <a:pt x="13" y="49"/>
                      <a:pt x="0" y="76"/>
                      <a:pt x="24" y="86"/>
                    </a:cubicBezTo>
                    <a:cubicBezTo>
                      <a:pt x="48" y="96"/>
                      <a:pt x="102" y="21"/>
                      <a:pt x="79" y="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314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0" name="Freeform 203">
                <a:extLst>
                  <a:ext uri="{FF2B5EF4-FFF2-40B4-BE49-F238E27FC236}">
                    <a16:creationId xmlns:a16="http://schemas.microsoft.com/office/drawing/2014/main" id="{A60A1C21-8822-461F-BAB6-2D2AA984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2404"/>
                <a:ext cx="71" cy="67"/>
              </a:xfrm>
              <a:custGeom>
                <a:avLst/>
                <a:gdLst>
                  <a:gd name="T0" fmla="*/ 129 w 48"/>
                  <a:gd name="T1" fmla="*/ 13 h 46"/>
                  <a:gd name="T2" fmla="*/ 142 w 48"/>
                  <a:gd name="T3" fmla="*/ 15 h 46"/>
                  <a:gd name="T4" fmla="*/ 101 w 48"/>
                  <a:gd name="T5" fmla="*/ 93 h 46"/>
                  <a:gd name="T6" fmla="*/ 61 w 48"/>
                  <a:gd name="T7" fmla="*/ 108 h 46"/>
                  <a:gd name="T8" fmla="*/ 19 w 48"/>
                  <a:gd name="T9" fmla="*/ 99 h 46"/>
                  <a:gd name="T10" fmla="*/ 36 w 48"/>
                  <a:gd name="T11" fmla="*/ 135 h 46"/>
                  <a:gd name="T12" fmla="*/ 96 w 48"/>
                  <a:gd name="T13" fmla="*/ 115 h 46"/>
                  <a:gd name="T14" fmla="*/ 154 w 48"/>
                  <a:gd name="T15" fmla="*/ 34 h 46"/>
                  <a:gd name="T16" fmla="*/ 133 w 48"/>
                  <a:gd name="T17" fmla="*/ 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46">
                    <a:moveTo>
                      <a:pt x="40" y="4"/>
                    </a:moveTo>
                    <a:cubicBezTo>
                      <a:pt x="42" y="4"/>
                      <a:pt x="43" y="4"/>
                      <a:pt x="44" y="5"/>
                    </a:cubicBezTo>
                    <a:cubicBezTo>
                      <a:pt x="46" y="13"/>
                      <a:pt x="37" y="25"/>
                      <a:pt x="31" y="30"/>
                    </a:cubicBezTo>
                    <a:cubicBezTo>
                      <a:pt x="28" y="33"/>
                      <a:pt x="24" y="36"/>
                      <a:pt x="19" y="35"/>
                    </a:cubicBezTo>
                    <a:cubicBezTo>
                      <a:pt x="14" y="35"/>
                      <a:pt x="11" y="29"/>
                      <a:pt x="6" y="32"/>
                    </a:cubicBezTo>
                    <a:cubicBezTo>
                      <a:pt x="0" y="37"/>
                      <a:pt x="5" y="43"/>
                      <a:pt x="11" y="44"/>
                    </a:cubicBezTo>
                    <a:cubicBezTo>
                      <a:pt x="18" y="46"/>
                      <a:pt x="25" y="42"/>
                      <a:pt x="30" y="37"/>
                    </a:cubicBezTo>
                    <a:cubicBezTo>
                      <a:pt x="37" y="31"/>
                      <a:pt x="45" y="20"/>
                      <a:pt x="47" y="11"/>
                    </a:cubicBezTo>
                    <a:cubicBezTo>
                      <a:pt x="48" y="8"/>
                      <a:pt x="45" y="0"/>
                      <a:pt x="41" y="5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1" name="Freeform 204">
                <a:extLst>
                  <a:ext uri="{FF2B5EF4-FFF2-40B4-BE49-F238E27FC236}">
                    <a16:creationId xmlns:a16="http://schemas.microsoft.com/office/drawing/2014/main" id="{779C5156-407B-4FDE-959E-DE392E1BC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410"/>
                <a:ext cx="38" cy="31"/>
              </a:xfrm>
              <a:custGeom>
                <a:avLst/>
                <a:gdLst>
                  <a:gd name="T0" fmla="*/ 75 w 26"/>
                  <a:gd name="T1" fmla="*/ 28 h 21"/>
                  <a:gd name="T2" fmla="*/ 75 w 26"/>
                  <a:gd name="T3" fmla="*/ 1 h 21"/>
                  <a:gd name="T4" fmla="*/ 42 w 26"/>
                  <a:gd name="T5" fmla="*/ 13 h 21"/>
                  <a:gd name="T6" fmla="*/ 0 w 26"/>
                  <a:gd name="T7" fmla="*/ 65 h 21"/>
                  <a:gd name="T8" fmla="*/ 38 w 26"/>
                  <a:gd name="T9" fmla="*/ 28 h 21"/>
                  <a:gd name="T10" fmla="*/ 50 w 26"/>
                  <a:gd name="T11" fmla="*/ 28 h 21"/>
                  <a:gd name="T12" fmla="*/ 42 w 26"/>
                  <a:gd name="T13" fmla="*/ 46 h 21"/>
                  <a:gd name="T14" fmla="*/ 60 w 26"/>
                  <a:gd name="T15" fmla="*/ 55 h 21"/>
                  <a:gd name="T16" fmla="*/ 75 w 26"/>
                  <a:gd name="T17" fmla="*/ 27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1">
                    <a:moveTo>
                      <a:pt x="24" y="9"/>
                    </a:moveTo>
                    <a:cubicBezTo>
                      <a:pt x="25" y="7"/>
                      <a:pt x="26" y="3"/>
                      <a:pt x="24" y="1"/>
                    </a:cubicBezTo>
                    <a:cubicBezTo>
                      <a:pt x="21" y="0"/>
                      <a:pt x="16" y="3"/>
                      <a:pt x="14" y="4"/>
                    </a:cubicBezTo>
                    <a:cubicBezTo>
                      <a:pt x="8" y="8"/>
                      <a:pt x="4" y="14"/>
                      <a:pt x="0" y="20"/>
                    </a:cubicBezTo>
                    <a:cubicBezTo>
                      <a:pt x="3" y="16"/>
                      <a:pt x="8" y="11"/>
                      <a:pt x="12" y="9"/>
                    </a:cubicBezTo>
                    <a:cubicBezTo>
                      <a:pt x="14" y="8"/>
                      <a:pt x="16" y="6"/>
                      <a:pt x="16" y="9"/>
                    </a:cubicBezTo>
                    <a:cubicBezTo>
                      <a:pt x="16" y="10"/>
                      <a:pt x="15" y="13"/>
                      <a:pt x="14" y="14"/>
                    </a:cubicBezTo>
                    <a:cubicBezTo>
                      <a:pt x="13" y="19"/>
                      <a:pt x="15" y="21"/>
                      <a:pt x="19" y="17"/>
                    </a:cubicBezTo>
                    <a:cubicBezTo>
                      <a:pt x="21" y="15"/>
                      <a:pt x="23" y="12"/>
                      <a:pt x="24" y="8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2" name="Freeform 205">
                <a:extLst>
                  <a:ext uri="{FF2B5EF4-FFF2-40B4-BE49-F238E27FC236}">
                    <a16:creationId xmlns:a16="http://schemas.microsoft.com/office/drawing/2014/main" id="{91FD5539-38F5-4351-8629-6408C0C6A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455"/>
                <a:ext cx="30" cy="11"/>
              </a:xfrm>
              <a:custGeom>
                <a:avLst/>
                <a:gdLst>
                  <a:gd name="T0" fmla="*/ 8 w 20"/>
                  <a:gd name="T1" fmla="*/ 5 h 7"/>
                  <a:gd name="T2" fmla="*/ 48 w 20"/>
                  <a:gd name="T3" fmla="*/ 13 h 7"/>
                  <a:gd name="T4" fmla="*/ 59 w 20"/>
                  <a:gd name="T5" fmla="*/ 8 h 7"/>
                  <a:gd name="T6" fmla="*/ 68 w 20"/>
                  <a:gd name="T7" fmla="*/ 0 h 7"/>
                  <a:gd name="T8" fmla="*/ 54 w 20"/>
                  <a:gd name="T9" fmla="*/ 14 h 7"/>
                  <a:gd name="T10" fmla="*/ 27 w 20"/>
                  <a:gd name="T11" fmla="*/ 22 h 7"/>
                  <a:gd name="T12" fmla="*/ 8 w 20"/>
                  <a:gd name="T13" fmla="*/ 14 h 7"/>
                  <a:gd name="T14" fmla="*/ 8 w 20"/>
                  <a:gd name="T15" fmla="*/ 5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7">
                    <a:moveTo>
                      <a:pt x="2" y="1"/>
                    </a:moveTo>
                    <a:cubicBezTo>
                      <a:pt x="5" y="4"/>
                      <a:pt x="10" y="5"/>
                      <a:pt x="14" y="3"/>
                    </a:cubicBezTo>
                    <a:cubicBezTo>
                      <a:pt x="15" y="3"/>
                      <a:pt x="16" y="3"/>
                      <a:pt x="17" y="2"/>
                    </a:cubicBezTo>
                    <a:cubicBezTo>
                      <a:pt x="18" y="1"/>
                      <a:pt x="19" y="0"/>
                      <a:pt x="20" y="0"/>
                    </a:cubicBezTo>
                    <a:cubicBezTo>
                      <a:pt x="20" y="1"/>
                      <a:pt x="17" y="3"/>
                      <a:pt x="16" y="4"/>
                    </a:cubicBezTo>
                    <a:cubicBezTo>
                      <a:pt x="13" y="6"/>
                      <a:pt x="11" y="7"/>
                      <a:pt x="8" y="6"/>
                    </a:cubicBezTo>
                    <a:cubicBezTo>
                      <a:pt x="6" y="6"/>
                      <a:pt x="4" y="6"/>
                      <a:pt x="2" y="4"/>
                    </a:cubicBezTo>
                    <a:cubicBezTo>
                      <a:pt x="1" y="3"/>
                      <a:pt x="0" y="1"/>
                      <a:pt x="2" y="1"/>
                    </a:cubicBezTo>
                  </a:path>
                </a:pathLst>
              </a:custGeom>
              <a:solidFill>
                <a:srgbClr val="F1A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3" name="Freeform 206">
                <a:extLst>
                  <a:ext uri="{FF2B5EF4-FFF2-40B4-BE49-F238E27FC236}">
                    <a16:creationId xmlns:a16="http://schemas.microsoft.com/office/drawing/2014/main" id="{A0FB5FA4-C5F8-42BB-9526-B75C120A0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229"/>
                <a:ext cx="362" cy="272"/>
              </a:xfrm>
              <a:custGeom>
                <a:avLst/>
                <a:gdLst>
                  <a:gd name="T0" fmla="*/ 433 w 246"/>
                  <a:gd name="T1" fmla="*/ 74 h 185"/>
                  <a:gd name="T2" fmla="*/ 318 w 246"/>
                  <a:gd name="T3" fmla="*/ 28 h 185"/>
                  <a:gd name="T4" fmla="*/ 290 w 246"/>
                  <a:gd name="T5" fmla="*/ 106 h 185"/>
                  <a:gd name="T6" fmla="*/ 203 w 246"/>
                  <a:gd name="T7" fmla="*/ 194 h 185"/>
                  <a:gd name="T8" fmla="*/ 100 w 246"/>
                  <a:gd name="T9" fmla="*/ 284 h 185"/>
                  <a:gd name="T10" fmla="*/ 82 w 246"/>
                  <a:gd name="T11" fmla="*/ 400 h 185"/>
                  <a:gd name="T12" fmla="*/ 100 w 246"/>
                  <a:gd name="T13" fmla="*/ 459 h 185"/>
                  <a:gd name="T14" fmla="*/ 147 w 246"/>
                  <a:gd name="T15" fmla="*/ 460 h 185"/>
                  <a:gd name="T16" fmla="*/ 203 w 246"/>
                  <a:gd name="T17" fmla="*/ 488 h 185"/>
                  <a:gd name="T18" fmla="*/ 280 w 246"/>
                  <a:gd name="T19" fmla="*/ 493 h 185"/>
                  <a:gd name="T20" fmla="*/ 305 w 246"/>
                  <a:gd name="T21" fmla="*/ 473 h 185"/>
                  <a:gd name="T22" fmla="*/ 353 w 246"/>
                  <a:gd name="T23" fmla="*/ 482 h 185"/>
                  <a:gd name="T24" fmla="*/ 427 w 246"/>
                  <a:gd name="T25" fmla="*/ 493 h 185"/>
                  <a:gd name="T26" fmla="*/ 506 w 246"/>
                  <a:gd name="T27" fmla="*/ 528 h 185"/>
                  <a:gd name="T28" fmla="*/ 580 w 246"/>
                  <a:gd name="T29" fmla="*/ 556 h 185"/>
                  <a:gd name="T30" fmla="*/ 630 w 246"/>
                  <a:gd name="T31" fmla="*/ 582 h 185"/>
                  <a:gd name="T32" fmla="*/ 702 w 246"/>
                  <a:gd name="T33" fmla="*/ 537 h 185"/>
                  <a:gd name="T34" fmla="*/ 749 w 246"/>
                  <a:gd name="T35" fmla="*/ 506 h 185"/>
                  <a:gd name="T36" fmla="*/ 745 w 246"/>
                  <a:gd name="T37" fmla="*/ 473 h 185"/>
                  <a:gd name="T38" fmla="*/ 776 w 246"/>
                  <a:gd name="T39" fmla="*/ 441 h 185"/>
                  <a:gd name="T40" fmla="*/ 756 w 246"/>
                  <a:gd name="T41" fmla="*/ 363 h 185"/>
                  <a:gd name="T42" fmla="*/ 730 w 246"/>
                  <a:gd name="T43" fmla="*/ 340 h 185"/>
                  <a:gd name="T44" fmla="*/ 727 w 246"/>
                  <a:gd name="T45" fmla="*/ 304 h 185"/>
                  <a:gd name="T46" fmla="*/ 708 w 246"/>
                  <a:gd name="T47" fmla="*/ 276 h 185"/>
                  <a:gd name="T48" fmla="*/ 695 w 246"/>
                  <a:gd name="T49" fmla="*/ 276 h 185"/>
                  <a:gd name="T50" fmla="*/ 690 w 246"/>
                  <a:gd name="T51" fmla="*/ 262 h 185"/>
                  <a:gd name="T52" fmla="*/ 670 w 246"/>
                  <a:gd name="T53" fmla="*/ 235 h 185"/>
                  <a:gd name="T54" fmla="*/ 661 w 246"/>
                  <a:gd name="T55" fmla="*/ 229 h 185"/>
                  <a:gd name="T56" fmla="*/ 656 w 246"/>
                  <a:gd name="T57" fmla="*/ 210 h 185"/>
                  <a:gd name="T58" fmla="*/ 615 w 246"/>
                  <a:gd name="T59" fmla="*/ 182 h 185"/>
                  <a:gd name="T60" fmla="*/ 596 w 246"/>
                  <a:gd name="T61" fmla="*/ 116 h 185"/>
                  <a:gd name="T62" fmla="*/ 555 w 246"/>
                  <a:gd name="T63" fmla="*/ 134 h 185"/>
                  <a:gd name="T64" fmla="*/ 542 w 246"/>
                  <a:gd name="T65" fmla="*/ 116 h 185"/>
                  <a:gd name="T66" fmla="*/ 514 w 246"/>
                  <a:gd name="T67" fmla="*/ 116 h 185"/>
                  <a:gd name="T68" fmla="*/ 491 w 246"/>
                  <a:gd name="T69" fmla="*/ 63 h 185"/>
                  <a:gd name="T70" fmla="*/ 433 w 246"/>
                  <a:gd name="T71" fmla="*/ 74 h 18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46" h="185">
                    <a:moveTo>
                      <a:pt x="136" y="23"/>
                    </a:moveTo>
                    <a:cubicBezTo>
                      <a:pt x="126" y="13"/>
                      <a:pt x="115" y="0"/>
                      <a:pt x="100" y="9"/>
                    </a:cubicBezTo>
                    <a:cubicBezTo>
                      <a:pt x="92" y="14"/>
                      <a:pt x="89" y="24"/>
                      <a:pt x="91" y="33"/>
                    </a:cubicBezTo>
                    <a:cubicBezTo>
                      <a:pt x="74" y="23"/>
                      <a:pt x="69" y="51"/>
                      <a:pt x="64" y="61"/>
                    </a:cubicBezTo>
                    <a:cubicBezTo>
                      <a:pt x="56" y="64"/>
                      <a:pt x="15" y="71"/>
                      <a:pt x="31" y="89"/>
                    </a:cubicBezTo>
                    <a:cubicBezTo>
                      <a:pt x="10" y="91"/>
                      <a:pt x="0" y="126"/>
                      <a:pt x="26" y="126"/>
                    </a:cubicBezTo>
                    <a:cubicBezTo>
                      <a:pt x="27" y="133"/>
                      <a:pt x="25" y="139"/>
                      <a:pt x="31" y="144"/>
                    </a:cubicBezTo>
                    <a:cubicBezTo>
                      <a:pt x="35" y="148"/>
                      <a:pt x="41" y="150"/>
                      <a:pt x="46" y="145"/>
                    </a:cubicBezTo>
                    <a:cubicBezTo>
                      <a:pt x="48" y="158"/>
                      <a:pt x="53" y="156"/>
                      <a:pt x="64" y="154"/>
                    </a:cubicBezTo>
                    <a:cubicBezTo>
                      <a:pt x="73" y="151"/>
                      <a:pt x="79" y="159"/>
                      <a:pt x="88" y="155"/>
                    </a:cubicBezTo>
                    <a:cubicBezTo>
                      <a:pt x="91" y="154"/>
                      <a:pt x="93" y="150"/>
                      <a:pt x="96" y="149"/>
                    </a:cubicBezTo>
                    <a:cubicBezTo>
                      <a:pt x="102" y="146"/>
                      <a:pt x="107" y="149"/>
                      <a:pt x="111" y="152"/>
                    </a:cubicBezTo>
                    <a:cubicBezTo>
                      <a:pt x="118" y="157"/>
                      <a:pt x="126" y="163"/>
                      <a:pt x="134" y="155"/>
                    </a:cubicBezTo>
                    <a:cubicBezTo>
                      <a:pt x="131" y="171"/>
                      <a:pt x="149" y="169"/>
                      <a:pt x="159" y="166"/>
                    </a:cubicBezTo>
                    <a:cubicBezTo>
                      <a:pt x="162" y="176"/>
                      <a:pt x="172" y="183"/>
                      <a:pt x="182" y="175"/>
                    </a:cubicBezTo>
                    <a:cubicBezTo>
                      <a:pt x="185" y="183"/>
                      <a:pt x="189" y="185"/>
                      <a:pt x="198" y="183"/>
                    </a:cubicBezTo>
                    <a:cubicBezTo>
                      <a:pt x="205" y="182"/>
                      <a:pt x="221" y="178"/>
                      <a:pt x="220" y="169"/>
                    </a:cubicBezTo>
                    <a:cubicBezTo>
                      <a:pt x="227" y="179"/>
                      <a:pt x="237" y="168"/>
                      <a:pt x="235" y="159"/>
                    </a:cubicBezTo>
                    <a:cubicBezTo>
                      <a:pt x="234" y="154"/>
                      <a:pt x="232" y="154"/>
                      <a:pt x="234" y="149"/>
                    </a:cubicBezTo>
                    <a:cubicBezTo>
                      <a:pt x="235" y="145"/>
                      <a:pt x="241" y="143"/>
                      <a:pt x="243" y="139"/>
                    </a:cubicBezTo>
                    <a:cubicBezTo>
                      <a:pt x="246" y="132"/>
                      <a:pt x="242" y="120"/>
                      <a:pt x="237" y="114"/>
                    </a:cubicBezTo>
                    <a:cubicBezTo>
                      <a:pt x="234" y="110"/>
                      <a:pt x="231" y="111"/>
                      <a:pt x="229" y="107"/>
                    </a:cubicBezTo>
                    <a:cubicBezTo>
                      <a:pt x="228" y="104"/>
                      <a:pt x="229" y="99"/>
                      <a:pt x="228" y="96"/>
                    </a:cubicBezTo>
                    <a:cubicBezTo>
                      <a:pt x="227" y="91"/>
                      <a:pt x="225" y="90"/>
                      <a:pt x="222" y="87"/>
                    </a:cubicBezTo>
                    <a:cubicBezTo>
                      <a:pt x="221" y="87"/>
                      <a:pt x="219" y="88"/>
                      <a:pt x="218" y="87"/>
                    </a:cubicBezTo>
                    <a:cubicBezTo>
                      <a:pt x="217" y="86"/>
                      <a:pt x="217" y="83"/>
                      <a:pt x="217" y="82"/>
                    </a:cubicBezTo>
                    <a:cubicBezTo>
                      <a:pt x="214" y="79"/>
                      <a:pt x="212" y="77"/>
                      <a:pt x="210" y="74"/>
                    </a:cubicBezTo>
                    <a:cubicBezTo>
                      <a:pt x="209" y="73"/>
                      <a:pt x="207" y="73"/>
                      <a:pt x="207" y="72"/>
                    </a:cubicBezTo>
                    <a:cubicBezTo>
                      <a:pt x="205" y="70"/>
                      <a:pt x="207" y="68"/>
                      <a:pt x="206" y="66"/>
                    </a:cubicBezTo>
                    <a:cubicBezTo>
                      <a:pt x="202" y="60"/>
                      <a:pt x="196" y="61"/>
                      <a:pt x="193" y="57"/>
                    </a:cubicBezTo>
                    <a:cubicBezTo>
                      <a:pt x="188" y="51"/>
                      <a:pt x="194" y="43"/>
                      <a:pt x="187" y="37"/>
                    </a:cubicBezTo>
                    <a:cubicBezTo>
                      <a:pt x="182" y="33"/>
                      <a:pt x="175" y="34"/>
                      <a:pt x="174" y="42"/>
                    </a:cubicBezTo>
                    <a:cubicBezTo>
                      <a:pt x="171" y="42"/>
                      <a:pt x="169" y="40"/>
                      <a:pt x="170" y="37"/>
                    </a:cubicBezTo>
                    <a:cubicBezTo>
                      <a:pt x="167" y="35"/>
                      <a:pt x="163" y="35"/>
                      <a:pt x="161" y="37"/>
                    </a:cubicBezTo>
                    <a:cubicBezTo>
                      <a:pt x="158" y="31"/>
                      <a:pt x="162" y="23"/>
                      <a:pt x="154" y="20"/>
                    </a:cubicBezTo>
                    <a:cubicBezTo>
                      <a:pt x="148" y="17"/>
                      <a:pt x="143" y="23"/>
                      <a:pt x="136" y="23"/>
                    </a:cubicBezTo>
                  </a:path>
                </a:pathLst>
              </a:custGeom>
              <a:solidFill>
                <a:srgbClr val="A720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4" name="Freeform 207">
                <a:extLst>
                  <a:ext uri="{FF2B5EF4-FFF2-40B4-BE49-F238E27FC236}">
                    <a16:creationId xmlns:a16="http://schemas.microsoft.com/office/drawing/2014/main" id="{C4D78D45-796B-4DC9-A207-2A4125F60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2361"/>
                <a:ext cx="359" cy="140"/>
              </a:xfrm>
              <a:custGeom>
                <a:avLst/>
                <a:gdLst>
                  <a:gd name="T0" fmla="*/ 736 w 244"/>
                  <a:gd name="T1" fmla="*/ 68 h 95"/>
                  <a:gd name="T2" fmla="*/ 743 w 244"/>
                  <a:gd name="T3" fmla="*/ 96 h 95"/>
                  <a:gd name="T4" fmla="*/ 694 w 244"/>
                  <a:gd name="T5" fmla="*/ 128 h 95"/>
                  <a:gd name="T6" fmla="*/ 624 w 244"/>
                  <a:gd name="T7" fmla="*/ 174 h 95"/>
                  <a:gd name="T8" fmla="*/ 574 w 244"/>
                  <a:gd name="T9" fmla="*/ 147 h 95"/>
                  <a:gd name="T10" fmla="*/ 500 w 244"/>
                  <a:gd name="T11" fmla="*/ 119 h 95"/>
                  <a:gd name="T12" fmla="*/ 419 w 244"/>
                  <a:gd name="T13" fmla="*/ 83 h 95"/>
                  <a:gd name="T14" fmla="*/ 346 w 244"/>
                  <a:gd name="T15" fmla="*/ 74 h 95"/>
                  <a:gd name="T16" fmla="*/ 299 w 244"/>
                  <a:gd name="T17" fmla="*/ 63 h 95"/>
                  <a:gd name="T18" fmla="*/ 275 w 244"/>
                  <a:gd name="T19" fmla="*/ 83 h 95"/>
                  <a:gd name="T20" fmla="*/ 197 w 244"/>
                  <a:gd name="T21" fmla="*/ 77 h 95"/>
                  <a:gd name="T22" fmla="*/ 141 w 244"/>
                  <a:gd name="T23" fmla="*/ 52 h 95"/>
                  <a:gd name="T24" fmla="*/ 93 w 244"/>
                  <a:gd name="T25" fmla="*/ 47 h 95"/>
                  <a:gd name="T26" fmla="*/ 75 w 244"/>
                  <a:gd name="T27" fmla="*/ 0 h 95"/>
                  <a:gd name="T28" fmla="*/ 75 w 244"/>
                  <a:gd name="T29" fmla="*/ 115 h 95"/>
                  <a:gd name="T30" fmla="*/ 93 w 244"/>
                  <a:gd name="T31" fmla="*/ 174 h 95"/>
                  <a:gd name="T32" fmla="*/ 141 w 244"/>
                  <a:gd name="T33" fmla="*/ 175 h 95"/>
                  <a:gd name="T34" fmla="*/ 197 w 244"/>
                  <a:gd name="T35" fmla="*/ 205 h 95"/>
                  <a:gd name="T36" fmla="*/ 275 w 244"/>
                  <a:gd name="T37" fmla="*/ 208 h 95"/>
                  <a:gd name="T38" fmla="*/ 299 w 244"/>
                  <a:gd name="T39" fmla="*/ 189 h 95"/>
                  <a:gd name="T40" fmla="*/ 346 w 244"/>
                  <a:gd name="T41" fmla="*/ 197 h 95"/>
                  <a:gd name="T42" fmla="*/ 419 w 244"/>
                  <a:gd name="T43" fmla="*/ 208 h 95"/>
                  <a:gd name="T44" fmla="*/ 500 w 244"/>
                  <a:gd name="T45" fmla="*/ 243 h 95"/>
                  <a:gd name="T46" fmla="*/ 574 w 244"/>
                  <a:gd name="T47" fmla="*/ 271 h 95"/>
                  <a:gd name="T48" fmla="*/ 624 w 244"/>
                  <a:gd name="T49" fmla="*/ 298 h 95"/>
                  <a:gd name="T50" fmla="*/ 694 w 244"/>
                  <a:gd name="T51" fmla="*/ 252 h 95"/>
                  <a:gd name="T52" fmla="*/ 743 w 244"/>
                  <a:gd name="T53" fmla="*/ 221 h 95"/>
                  <a:gd name="T54" fmla="*/ 739 w 244"/>
                  <a:gd name="T55" fmla="*/ 189 h 95"/>
                  <a:gd name="T56" fmla="*/ 768 w 244"/>
                  <a:gd name="T57" fmla="*/ 156 h 95"/>
                  <a:gd name="T58" fmla="*/ 749 w 244"/>
                  <a:gd name="T59" fmla="*/ 77 h 95"/>
                  <a:gd name="T60" fmla="*/ 736 w 244"/>
                  <a:gd name="T61" fmla="*/ 68 h 9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44" h="95">
                    <a:moveTo>
                      <a:pt x="231" y="21"/>
                    </a:moveTo>
                    <a:cubicBezTo>
                      <a:pt x="230" y="25"/>
                      <a:pt x="232" y="25"/>
                      <a:pt x="233" y="30"/>
                    </a:cubicBezTo>
                    <a:cubicBezTo>
                      <a:pt x="235" y="39"/>
                      <a:pt x="225" y="50"/>
                      <a:pt x="218" y="40"/>
                    </a:cubicBezTo>
                    <a:cubicBezTo>
                      <a:pt x="219" y="49"/>
                      <a:pt x="203" y="53"/>
                      <a:pt x="196" y="54"/>
                    </a:cubicBezTo>
                    <a:cubicBezTo>
                      <a:pt x="187" y="56"/>
                      <a:pt x="183" y="54"/>
                      <a:pt x="180" y="46"/>
                    </a:cubicBezTo>
                    <a:cubicBezTo>
                      <a:pt x="170" y="53"/>
                      <a:pt x="160" y="46"/>
                      <a:pt x="157" y="37"/>
                    </a:cubicBezTo>
                    <a:cubicBezTo>
                      <a:pt x="147" y="40"/>
                      <a:pt x="129" y="42"/>
                      <a:pt x="132" y="26"/>
                    </a:cubicBezTo>
                    <a:cubicBezTo>
                      <a:pt x="124" y="34"/>
                      <a:pt x="116" y="27"/>
                      <a:pt x="109" y="23"/>
                    </a:cubicBezTo>
                    <a:cubicBezTo>
                      <a:pt x="105" y="20"/>
                      <a:pt x="100" y="17"/>
                      <a:pt x="94" y="20"/>
                    </a:cubicBezTo>
                    <a:cubicBezTo>
                      <a:pt x="91" y="21"/>
                      <a:pt x="89" y="25"/>
                      <a:pt x="86" y="26"/>
                    </a:cubicBezTo>
                    <a:cubicBezTo>
                      <a:pt x="77" y="30"/>
                      <a:pt x="71" y="22"/>
                      <a:pt x="62" y="24"/>
                    </a:cubicBezTo>
                    <a:cubicBezTo>
                      <a:pt x="51" y="27"/>
                      <a:pt x="46" y="29"/>
                      <a:pt x="44" y="16"/>
                    </a:cubicBezTo>
                    <a:cubicBezTo>
                      <a:pt x="39" y="21"/>
                      <a:pt x="33" y="18"/>
                      <a:pt x="29" y="15"/>
                    </a:cubicBezTo>
                    <a:cubicBezTo>
                      <a:pt x="24" y="11"/>
                      <a:pt x="24" y="6"/>
                      <a:pt x="24" y="0"/>
                    </a:cubicBezTo>
                    <a:cubicBezTo>
                      <a:pt x="6" y="6"/>
                      <a:pt x="0" y="36"/>
                      <a:pt x="24" y="36"/>
                    </a:cubicBezTo>
                    <a:cubicBezTo>
                      <a:pt x="25" y="43"/>
                      <a:pt x="23" y="49"/>
                      <a:pt x="29" y="54"/>
                    </a:cubicBezTo>
                    <a:cubicBezTo>
                      <a:pt x="33" y="58"/>
                      <a:pt x="39" y="60"/>
                      <a:pt x="44" y="55"/>
                    </a:cubicBezTo>
                    <a:cubicBezTo>
                      <a:pt x="46" y="68"/>
                      <a:pt x="51" y="66"/>
                      <a:pt x="62" y="64"/>
                    </a:cubicBezTo>
                    <a:cubicBezTo>
                      <a:pt x="71" y="61"/>
                      <a:pt x="77" y="69"/>
                      <a:pt x="86" y="65"/>
                    </a:cubicBezTo>
                    <a:cubicBezTo>
                      <a:pt x="89" y="64"/>
                      <a:pt x="91" y="60"/>
                      <a:pt x="94" y="59"/>
                    </a:cubicBezTo>
                    <a:cubicBezTo>
                      <a:pt x="100" y="56"/>
                      <a:pt x="105" y="59"/>
                      <a:pt x="109" y="62"/>
                    </a:cubicBezTo>
                    <a:cubicBezTo>
                      <a:pt x="116" y="67"/>
                      <a:pt x="124" y="73"/>
                      <a:pt x="132" y="65"/>
                    </a:cubicBezTo>
                    <a:cubicBezTo>
                      <a:pt x="129" y="81"/>
                      <a:pt x="147" y="79"/>
                      <a:pt x="157" y="76"/>
                    </a:cubicBezTo>
                    <a:cubicBezTo>
                      <a:pt x="160" y="86"/>
                      <a:pt x="170" y="93"/>
                      <a:pt x="180" y="85"/>
                    </a:cubicBezTo>
                    <a:cubicBezTo>
                      <a:pt x="183" y="93"/>
                      <a:pt x="187" y="95"/>
                      <a:pt x="196" y="93"/>
                    </a:cubicBezTo>
                    <a:cubicBezTo>
                      <a:pt x="203" y="92"/>
                      <a:pt x="219" y="88"/>
                      <a:pt x="218" y="79"/>
                    </a:cubicBezTo>
                    <a:cubicBezTo>
                      <a:pt x="225" y="89"/>
                      <a:pt x="235" y="78"/>
                      <a:pt x="233" y="69"/>
                    </a:cubicBezTo>
                    <a:cubicBezTo>
                      <a:pt x="232" y="64"/>
                      <a:pt x="230" y="64"/>
                      <a:pt x="232" y="59"/>
                    </a:cubicBezTo>
                    <a:cubicBezTo>
                      <a:pt x="233" y="55"/>
                      <a:pt x="239" y="53"/>
                      <a:pt x="241" y="49"/>
                    </a:cubicBezTo>
                    <a:cubicBezTo>
                      <a:pt x="244" y="42"/>
                      <a:pt x="240" y="30"/>
                      <a:pt x="235" y="24"/>
                    </a:cubicBezTo>
                    <a:cubicBezTo>
                      <a:pt x="234" y="22"/>
                      <a:pt x="232" y="22"/>
                      <a:pt x="231" y="21"/>
                    </a:cubicBezTo>
                    <a:close/>
                  </a:path>
                </a:pathLst>
              </a:custGeom>
              <a:solidFill>
                <a:srgbClr val="9514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596" name="Freeform 208">
              <a:extLst>
                <a:ext uri="{FF2B5EF4-FFF2-40B4-BE49-F238E27FC236}">
                  <a16:creationId xmlns:a16="http://schemas.microsoft.com/office/drawing/2014/main" id="{9CCA0F37-7BDA-4B3A-AC34-4E4EB914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29"/>
              <a:ext cx="362" cy="272"/>
            </a:xfrm>
            <a:custGeom>
              <a:avLst/>
              <a:gdLst>
                <a:gd name="T0" fmla="*/ 433 w 246"/>
                <a:gd name="T1" fmla="*/ 74 h 185"/>
                <a:gd name="T2" fmla="*/ 318 w 246"/>
                <a:gd name="T3" fmla="*/ 28 h 185"/>
                <a:gd name="T4" fmla="*/ 290 w 246"/>
                <a:gd name="T5" fmla="*/ 106 h 185"/>
                <a:gd name="T6" fmla="*/ 203 w 246"/>
                <a:gd name="T7" fmla="*/ 194 h 185"/>
                <a:gd name="T8" fmla="*/ 100 w 246"/>
                <a:gd name="T9" fmla="*/ 284 h 185"/>
                <a:gd name="T10" fmla="*/ 82 w 246"/>
                <a:gd name="T11" fmla="*/ 400 h 185"/>
                <a:gd name="T12" fmla="*/ 100 w 246"/>
                <a:gd name="T13" fmla="*/ 459 h 185"/>
                <a:gd name="T14" fmla="*/ 147 w 246"/>
                <a:gd name="T15" fmla="*/ 460 h 185"/>
                <a:gd name="T16" fmla="*/ 203 w 246"/>
                <a:gd name="T17" fmla="*/ 488 h 185"/>
                <a:gd name="T18" fmla="*/ 280 w 246"/>
                <a:gd name="T19" fmla="*/ 493 h 185"/>
                <a:gd name="T20" fmla="*/ 305 w 246"/>
                <a:gd name="T21" fmla="*/ 473 h 185"/>
                <a:gd name="T22" fmla="*/ 353 w 246"/>
                <a:gd name="T23" fmla="*/ 482 h 185"/>
                <a:gd name="T24" fmla="*/ 427 w 246"/>
                <a:gd name="T25" fmla="*/ 493 h 185"/>
                <a:gd name="T26" fmla="*/ 506 w 246"/>
                <a:gd name="T27" fmla="*/ 528 h 185"/>
                <a:gd name="T28" fmla="*/ 580 w 246"/>
                <a:gd name="T29" fmla="*/ 556 h 185"/>
                <a:gd name="T30" fmla="*/ 630 w 246"/>
                <a:gd name="T31" fmla="*/ 582 h 185"/>
                <a:gd name="T32" fmla="*/ 702 w 246"/>
                <a:gd name="T33" fmla="*/ 537 h 185"/>
                <a:gd name="T34" fmla="*/ 749 w 246"/>
                <a:gd name="T35" fmla="*/ 506 h 185"/>
                <a:gd name="T36" fmla="*/ 745 w 246"/>
                <a:gd name="T37" fmla="*/ 473 h 185"/>
                <a:gd name="T38" fmla="*/ 776 w 246"/>
                <a:gd name="T39" fmla="*/ 441 h 185"/>
                <a:gd name="T40" fmla="*/ 756 w 246"/>
                <a:gd name="T41" fmla="*/ 363 h 185"/>
                <a:gd name="T42" fmla="*/ 730 w 246"/>
                <a:gd name="T43" fmla="*/ 340 h 185"/>
                <a:gd name="T44" fmla="*/ 727 w 246"/>
                <a:gd name="T45" fmla="*/ 304 h 185"/>
                <a:gd name="T46" fmla="*/ 708 w 246"/>
                <a:gd name="T47" fmla="*/ 276 h 185"/>
                <a:gd name="T48" fmla="*/ 695 w 246"/>
                <a:gd name="T49" fmla="*/ 276 h 185"/>
                <a:gd name="T50" fmla="*/ 690 w 246"/>
                <a:gd name="T51" fmla="*/ 262 h 185"/>
                <a:gd name="T52" fmla="*/ 670 w 246"/>
                <a:gd name="T53" fmla="*/ 235 h 185"/>
                <a:gd name="T54" fmla="*/ 661 w 246"/>
                <a:gd name="T55" fmla="*/ 229 h 185"/>
                <a:gd name="T56" fmla="*/ 656 w 246"/>
                <a:gd name="T57" fmla="*/ 210 h 185"/>
                <a:gd name="T58" fmla="*/ 615 w 246"/>
                <a:gd name="T59" fmla="*/ 182 h 185"/>
                <a:gd name="T60" fmla="*/ 596 w 246"/>
                <a:gd name="T61" fmla="*/ 116 h 185"/>
                <a:gd name="T62" fmla="*/ 555 w 246"/>
                <a:gd name="T63" fmla="*/ 134 h 185"/>
                <a:gd name="T64" fmla="*/ 542 w 246"/>
                <a:gd name="T65" fmla="*/ 116 h 185"/>
                <a:gd name="T66" fmla="*/ 514 w 246"/>
                <a:gd name="T67" fmla="*/ 116 h 185"/>
                <a:gd name="T68" fmla="*/ 491 w 246"/>
                <a:gd name="T69" fmla="*/ 63 h 185"/>
                <a:gd name="T70" fmla="*/ 433 w 246"/>
                <a:gd name="T71" fmla="*/ 74 h 18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46" h="185">
                  <a:moveTo>
                    <a:pt x="136" y="23"/>
                  </a:moveTo>
                  <a:cubicBezTo>
                    <a:pt x="126" y="13"/>
                    <a:pt x="115" y="0"/>
                    <a:pt x="100" y="9"/>
                  </a:cubicBezTo>
                  <a:cubicBezTo>
                    <a:pt x="92" y="14"/>
                    <a:pt x="89" y="24"/>
                    <a:pt x="91" y="33"/>
                  </a:cubicBezTo>
                  <a:cubicBezTo>
                    <a:pt x="74" y="23"/>
                    <a:pt x="69" y="51"/>
                    <a:pt x="64" y="61"/>
                  </a:cubicBezTo>
                  <a:cubicBezTo>
                    <a:pt x="56" y="64"/>
                    <a:pt x="15" y="71"/>
                    <a:pt x="31" y="89"/>
                  </a:cubicBezTo>
                  <a:cubicBezTo>
                    <a:pt x="10" y="91"/>
                    <a:pt x="0" y="126"/>
                    <a:pt x="26" y="126"/>
                  </a:cubicBezTo>
                  <a:cubicBezTo>
                    <a:pt x="27" y="133"/>
                    <a:pt x="25" y="139"/>
                    <a:pt x="31" y="144"/>
                  </a:cubicBezTo>
                  <a:cubicBezTo>
                    <a:pt x="35" y="148"/>
                    <a:pt x="41" y="150"/>
                    <a:pt x="46" y="145"/>
                  </a:cubicBezTo>
                  <a:cubicBezTo>
                    <a:pt x="48" y="158"/>
                    <a:pt x="53" y="156"/>
                    <a:pt x="64" y="154"/>
                  </a:cubicBezTo>
                  <a:cubicBezTo>
                    <a:pt x="73" y="151"/>
                    <a:pt x="79" y="159"/>
                    <a:pt x="88" y="155"/>
                  </a:cubicBezTo>
                  <a:cubicBezTo>
                    <a:pt x="91" y="154"/>
                    <a:pt x="93" y="150"/>
                    <a:pt x="96" y="149"/>
                  </a:cubicBezTo>
                  <a:cubicBezTo>
                    <a:pt x="102" y="146"/>
                    <a:pt x="107" y="149"/>
                    <a:pt x="111" y="152"/>
                  </a:cubicBezTo>
                  <a:cubicBezTo>
                    <a:pt x="118" y="157"/>
                    <a:pt x="126" y="163"/>
                    <a:pt x="134" y="155"/>
                  </a:cubicBezTo>
                  <a:cubicBezTo>
                    <a:pt x="131" y="171"/>
                    <a:pt x="149" y="169"/>
                    <a:pt x="159" y="166"/>
                  </a:cubicBezTo>
                  <a:cubicBezTo>
                    <a:pt x="162" y="176"/>
                    <a:pt x="172" y="183"/>
                    <a:pt x="182" y="175"/>
                  </a:cubicBezTo>
                  <a:cubicBezTo>
                    <a:pt x="185" y="183"/>
                    <a:pt x="189" y="185"/>
                    <a:pt x="198" y="183"/>
                  </a:cubicBezTo>
                  <a:cubicBezTo>
                    <a:pt x="205" y="182"/>
                    <a:pt x="221" y="178"/>
                    <a:pt x="220" y="169"/>
                  </a:cubicBezTo>
                  <a:cubicBezTo>
                    <a:pt x="227" y="179"/>
                    <a:pt x="237" y="168"/>
                    <a:pt x="235" y="159"/>
                  </a:cubicBezTo>
                  <a:cubicBezTo>
                    <a:pt x="234" y="154"/>
                    <a:pt x="232" y="154"/>
                    <a:pt x="234" y="149"/>
                  </a:cubicBezTo>
                  <a:cubicBezTo>
                    <a:pt x="235" y="145"/>
                    <a:pt x="241" y="143"/>
                    <a:pt x="243" y="139"/>
                  </a:cubicBezTo>
                  <a:cubicBezTo>
                    <a:pt x="246" y="132"/>
                    <a:pt x="242" y="120"/>
                    <a:pt x="237" y="114"/>
                  </a:cubicBezTo>
                  <a:cubicBezTo>
                    <a:pt x="234" y="110"/>
                    <a:pt x="231" y="111"/>
                    <a:pt x="229" y="107"/>
                  </a:cubicBezTo>
                  <a:cubicBezTo>
                    <a:pt x="228" y="104"/>
                    <a:pt x="229" y="99"/>
                    <a:pt x="228" y="96"/>
                  </a:cubicBezTo>
                  <a:cubicBezTo>
                    <a:pt x="227" y="91"/>
                    <a:pt x="225" y="90"/>
                    <a:pt x="222" y="87"/>
                  </a:cubicBezTo>
                  <a:cubicBezTo>
                    <a:pt x="221" y="87"/>
                    <a:pt x="219" y="88"/>
                    <a:pt x="218" y="87"/>
                  </a:cubicBezTo>
                  <a:cubicBezTo>
                    <a:pt x="217" y="86"/>
                    <a:pt x="217" y="83"/>
                    <a:pt x="217" y="82"/>
                  </a:cubicBezTo>
                  <a:cubicBezTo>
                    <a:pt x="214" y="79"/>
                    <a:pt x="212" y="77"/>
                    <a:pt x="210" y="74"/>
                  </a:cubicBezTo>
                  <a:cubicBezTo>
                    <a:pt x="209" y="73"/>
                    <a:pt x="207" y="73"/>
                    <a:pt x="207" y="72"/>
                  </a:cubicBezTo>
                  <a:cubicBezTo>
                    <a:pt x="205" y="70"/>
                    <a:pt x="207" y="68"/>
                    <a:pt x="206" y="66"/>
                  </a:cubicBezTo>
                  <a:cubicBezTo>
                    <a:pt x="202" y="60"/>
                    <a:pt x="196" y="61"/>
                    <a:pt x="193" y="57"/>
                  </a:cubicBezTo>
                  <a:cubicBezTo>
                    <a:pt x="188" y="51"/>
                    <a:pt x="194" y="43"/>
                    <a:pt x="187" y="37"/>
                  </a:cubicBezTo>
                  <a:cubicBezTo>
                    <a:pt x="182" y="33"/>
                    <a:pt x="175" y="34"/>
                    <a:pt x="174" y="42"/>
                  </a:cubicBezTo>
                  <a:cubicBezTo>
                    <a:pt x="171" y="42"/>
                    <a:pt x="169" y="40"/>
                    <a:pt x="170" y="37"/>
                  </a:cubicBezTo>
                  <a:cubicBezTo>
                    <a:pt x="167" y="35"/>
                    <a:pt x="163" y="35"/>
                    <a:pt x="161" y="37"/>
                  </a:cubicBezTo>
                  <a:cubicBezTo>
                    <a:pt x="158" y="31"/>
                    <a:pt x="162" y="23"/>
                    <a:pt x="154" y="20"/>
                  </a:cubicBezTo>
                  <a:cubicBezTo>
                    <a:pt x="148" y="17"/>
                    <a:pt x="143" y="23"/>
                    <a:pt x="136" y="23"/>
                  </a:cubicBezTo>
                </a:path>
              </a:pathLst>
            </a:custGeom>
            <a:noFill/>
            <a:ln w="4763" cap="flat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7" name="Freeform 209">
              <a:extLst>
                <a:ext uri="{FF2B5EF4-FFF2-40B4-BE49-F238E27FC236}">
                  <a16:creationId xmlns:a16="http://schemas.microsoft.com/office/drawing/2014/main" id="{E4D5ACF4-9F9A-483F-B20D-26481530B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289"/>
              <a:ext cx="78" cy="87"/>
            </a:xfrm>
            <a:custGeom>
              <a:avLst/>
              <a:gdLst>
                <a:gd name="T0" fmla="*/ 93 w 53"/>
                <a:gd name="T1" fmla="*/ 0 h 59"/>
                <a:gd name="T2" fmla="*/ 150 w 53"/>
                <a:gd name="T3" fmla="*/ 81 h 59"/>
                <a:gd name="T4" fmla="*/ 134 w 53"/>
                <a:gd name="T5" fmla="*/ 164 h 59"/>
                <a:gd name="T6" fmla="*/ 0 w 53"/>
                <a:gd name="T7" fmla="*/ 83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9">
                  <a:moveTo>
                    <a:pt x="29" y="0"/>
                  </a:moveTo>
                  <a:cubicBezTo>
                    <a:pt x="35" y="9"/>
                    <a:pt x="43" y="14"/>
                    <a:pt x="47" y="25"/>
                  </a:cubicBezTo>
                  <a:cubicBezTo>
                    <a:pt x="51" y="35"/>
                    <a:pt x="53" y="46"/>
                    <a:pt x="42" y="51"/>
                  </a:cubicBezTo>
                  <a:cubicBezTo>
                    <a:pt x="26" y="59"/>
                    <a:pt x="0" y="46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8" name="Freeform 210">
              <a:extLst>
                <a:ext uri="{FF2B5EF4-FFF2-40B4-BE49-F238E27FC236}">
                  <a16:creationId xmlns:a16="http://schemas.microsoft.com/office/drawing/2014/main" id="{B07C51C9-E6AC-4D16-A274-AEA3879FA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307"/>
              <a:ext cx="82" cy="123"/>
            </a:xfrm>
            <a:custGeom>
              <a:avLst/>
              <a:gdLst>
                <a:gd name="T0" fmla="*/ 0 w 56"/>
                <a:gd name="T1" fmla="*/ 47 h 84"/>
                <a:gd name="T2" fmla="*/ 107 w 56"/>
                <a:gd name="T3" fmla="*/ 19 h 84"/>
                <a:gd name="T4" fmla="*/ 148 w 56"/>
                <a:gd name="T5" fmla="*/ 79 h 84"/>
                <a:gd name="T6" fmla="*/ 170 w 56"/>
                <a:gd name="T7" fmla="*/ 154 h 84"/>
                <a:gd name="T8" fmla="*/ 130 w 56"/>
                <a:gd name="T9" fmla="*/ 242 h 84"/>
                <a:gd name="T10" fmla="*/ 41 w 56"/>
                <a:gd name="T11" fmla="*/ 236 h 84"/>
                <a:gd name="T12" fmla="*/ 38 w 56"/>
                <a:gd name="T13" fmla="*/ 23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4">
                  <a:moveTo>
                    <a:pt x="0" y="15"/>
                  </a:moveTo>
                  <a:cubicBezTo>
                    <a:pt x="5" y="2"/>
                    <a:pt x="23" y="0"/>
                    <a:pt x="34" y="6"/>
                  </a:cubicBezTo>
                  <a:cubicBezTo>
                    <a:pt x="41" y="10"/>
                    <a:pt x="45" y="17"/>
                    <a:pt x="47" y="25"/>
                  </a:cubicBezTo>
                  <a:cubicBezTo>
                    <a:pt x="49" y="33"/>
                    <a:pt x="52" y="41"/>
                    <a:pt x="54" y="49"/>
                  </a:cubicBezTo>
                  <a:cubicBezTo>
                    <a:pt x="56" y="60"/>
                    <a:pt x="51" y="71"/>
                    <a:pt x="42" y="77"/>
                  </a:cubicBezTo>
                  <a:cubicBezTo>
                    <a:pt x="32" y="84"/>
                    <a:pt x="23" y="80"/>
                    <a:pt x="13" y="75"/>
                  </a:cubicBezTo>
                  <a:cubicBezTo>
                    <a:pt x="13" y="75"/>
                    <a:pt x="12" y="75"/>
                    <a:pt x="12" y="74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9" name="Freeform 211">
              <a:extLst>
                <a:ext uri="{FF2B5EF4-FFF2-40B4-BE49-F238E27FC236}">
                  <a16:creationId xmlns:a16="http://schemas.microsoft.com/office/drawing/2014/main" id="{FB09A99D-DE67-4ACE-8C13-436031F80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358"/>
              <a:ext cx="64" cy="78"/>
            </a:xfrm>
            <a:custGeom>
              <a:avLst/>
              <a:gdLst>
                <a:gd name="T0" fmla="*/ 141 w 43"/>
                <a:gd name="T1" fmla="*/ 0 h 53"/>
                <a:gd name="T2" fmla="*/ 127 w 43"/>
                <a:gd name="T3" fmla="*/ 1 h 53"/>
                <a:gd name="T4" fmla="*/ 100 w 43"/>
                <a:gd name="T5" fmla="*/ 15 h 53"/>
                <a:gd name="T6" fmla="*/ 19 w 43"/>
                <a:gd name="T7" fmla="*/ 88 h 53"/>
                <a:gd name="T8" fmla="*/ 27 w 43"/>
                <a:gd name="T9" fmla="*/ 162 h 53"/>
                <a:gd name="T10" fmla="*/ 67 w 43"/>
                <a:gd name="T11" fmla="*/ 160 h 53"/>
                <a:gd name="T12" fmla="*/ 106 w 43"/>
                <a:gd name="T13" fmla="*/ 141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3">
                  <a:moveTo>
                    <a:pt x="43" y="0"/>
                  </a:moveTo>
                  <a:cubicBezTo>
                    <a:pt x="41" y="1"/>
                    <a:pt x="39" y="1"/>
                    <a:pt x="38" y="1"/>
                  </a:cubicBezTo>
                  <a:cubicBezTo>
                    <a:pt x="35" y="2"/>
                    <a:pt x="32" y="4"/>
                    <a:pt x="30" y="5"/>
                  </a:cubicBezTo>
                  <a:cubicBezTo>
                    <a:pt x="20" y="11"/>
                    <a:pt x="11" y="18"/>
                    <a:pt x="6" y="28"/>
                  </a:cubicBezTo>
                  <a:cubicBezTo>
                    <a:pt x="2" y="34"/>
                    <a:pt x="0" y="47"/>
                    <a:pt x="8" y="51"/>
                  </a:cubicBezTo>
                  <a:cubicBezTo>
                    <a:pt x="12" y="53"/>
                    <a:pt x="16" y="52"/>
                    <a:pt x="20" y="50"/>
                  </a:cubicBezTo>
                  <a:cubicBezTo>
                    <a:pt x="24" y="48"/>
                    <a:pt x="28" y="46"/>
                    <a:pt x="32" y="44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0" name="Freeform 212">
              <a:extLst>
                <a:ext uri="{FF2B5EF4-FFF2-40B4-BE49-F238E27FC236}">
                  <a16:creationId xmlns:a16="http://schemas.microsoft.com/office/drawing/2014/main" id="{F4077B6F-7C2F-46E9-9664-ABCF00DBB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302"/>
              <a:ext cx="51" cy="66"/>
            </a:xfrm>
            <a:custGeom>
              <a:avLst/>
              <a:gdLst>
                <a:gd name="T0" fmla="*/ 0 w 35"/>
                <a:gd name="T1" fmla="*/ 32 h 45"/>
                <a:gd name="T2" fmla="*/ 76 w 35"/>
                <a:gd name="T3" fmla="*/ 69 h 45"/>
                <a:gd name="T4" fmla="*/ 96 w 35"/>
                <a:gd name="T5" fmla="*/ 14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5">
                  <a:moveTo>
                    <a:pt x="0" y="10"/>
                  </a:moveTo>
                  <a:cubicBezTo>
                    <a:pt x="10" y="0"/>
                    <a:pt x="19" y="15"/>
                    <a:pt x="25" y="22"/>
                  </a:cubicBezTo>
                  <a:cubicBezTo>
                    <a:pt x="30" y="29"/>
                    <a:pt x="35" y="37"/>
                    <a:pt x="31" y="45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1" name="Freeform 213">
              <a:extLst>
                <a:ext uri="{FF2B5EF4-FFF2-40B4-BE49-F238E27FC236}">
                  <a16:creationId xmlns:a16="http://schemas.microsoft.com/office/drawing/2014/main" id="{32B3FDEF-E22F-4032-AB5F-0D4DAC500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368"/>
              <a:ext cx="37" cy="8"/>
            </a:xfrm>
            <a:custGeom>
              <a:avLst/>
              <a:gdLst>
                <a:gd name="T0" fmla="*/ 0 w 25"/>
                <a:gd name="T1" fmla="*/ 21 h 5"/>
                <a:gd name="T2" fmla="*/ 22 w 25"/>
                <a:gd name="T3" fmla="*/ 5 h 5"/>
                <a:gd name="T4" fmla="*/ 46 w 25"/>
                <a:gd name="T5" fmla="*/ 0 h 5"/>
                <a:gd name="T6" fmla="*/ 81 w 2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">
                  <a:moveTo>
                    <a:pt x="0" y="5"/>
                  </a:moveTo>
                  <a:cubicBezTo>
                    <a:pt x="3" y="4"/>
                    <a:pt x="5" y="2"/>
                    <a:pt x="7" y="1"/>
                  </a:cubicBezTo>
                  <a:cubicBezTo>
                    <a:pt x="9" y="0"/>
                    <a:pt x="12" y="0"/>
                    <a:pt x="14" y="0"/>
                  </a:cubicBezTo>
                  <a:cubicBezTo>
                    <a:pt x="17" y="0"/>
                    <a:pt x="24" y="3"/>
                    <a:pt x="25" y="5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2" name="Freeform 214">
              <a:extLst>
                <a:ext uri="{FF2B5EF4-FFF2-40B4-BE49-F238E27FC236}">
                  <a16:creationId xmlns:a16="http://schemas.microsoft.com/office/drawing/2014/main" id="{18E40084-15AF-4A83-A6FE-1AEC206BE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341"/>
              <a:ext cx="59" cy="88"/>
            </a:xfrm>
            <a:custGeom>
              <a:avLst/>
              <a:gdLst>
                <a:gd name="T0" fmla="*/ 81 w 40"/>
                <a:gd name="T1" fmla="*/ 34 h 60"/>
                <a:gd name="T2" fmla="*/ 127 w 40"/>
                <a:gd name="T3" fmla="*/ 95 h 60"/>
                <a:gd name="T4" fmla="*/ 119 w 40"/>
                <a:gd name="T5" fmla="*/ 161 h 60"/>
                <a:gd name="T6" fmla="*/ 46 w 40"/>
                <a:gd name="T7" fmla="*/ 167 h 60"/>
                <a:gd name="T8" fmla="*/ 0 w 40"/>
                <a:gd name="T9" fmla="*/ 82 h 60"/>
                <a:gd name="T10" fmla="*/ 6 w 40"/>
                <a:gd name="T11" fmla="*/ 6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0">
                  <a:moveTo>
                    <a:pt x="25" y="11"/>
                  </a:moveTo>
                  <a:cubicBezTo>
                    <a:pt x="35" y="0"/>
                    <a:pt x="39" y="25"/>
                    <a:pt x="39" y="30"/>
                  </a:cubicBezTo>
                  <a:cubicBezTo>
                    <a:pt x="39" y="37"/>
                    <a:pt x="40" y="45"/>
                    <a:pt x="37" y="51"/>
                  </a:cubicBezTo>
                  <a:cubicBezTo>
                    <a:pt x="33" y="60"/>
                    <a:pt x="20" y="59"/>
                    <a:pt x="14" y="53"/>
                  </a:cubicBezTo>
                  <a:cubicBezTo>
                    <a:pt x="7" y="46"/>
                    <a:pt x="1" y="36"/>
                    <a:pt x="0" y="26"/>
                  </a:cubicBezTo>
                  <a:cubicBezTo>
                    <a:pt x="0" y="23"/>
                    <a:pt x="0" y="21"/>
                    <a:pt x="2" y="19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3" name="Freeform 215">
              <a:extLst>
                <a:ext uri="{FF2B5EF4-FFF2-40B4-BE49-F238E27FC236}">
                  <a16:creationId xmlns:a16="http://schemas.microsoft.com/office/drawing/2014/main" id="{63BB6F0A-2647-46D6-A6ED-998B04206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76"/>
              <a:ext cx="3" cy="34"/>
            </a:xfrm>
            <a:custGeom>
              <a:avLst/>
              <a:gdLst>
                <a:gd name="T0" fmla="*/ 0 w 2"/>
                <a:gd name="T1" fmla="*/ 74 h 23"/>
                <a:gd name="T2" fmla="*/ 8 w 2"/>
                <a:gd name="T3" fmla="*/ 33 h 23"/>
                <a:gd name="T4" fmla="*/ 5 w 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3">
                  <a:moveTo>
                    <a:pt x="0" y="23"/>
                  </a:moveTo>
                  <a:cubicBezTo>
                    <a:pt x="0" y="19"/>
                    <a:pt x="2" y="14"/>
                    <a:pt x="2" y="10"/>
                  </a:cubicBezTo>
                  <a:cubicBezTo>
                    <a:pt x="2" y="7"/>
                    <a:pt x="2" y="3"/>
                    <a:pt x="1" y="0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4" name="Freeform 216">
              <a:extLst>
                <a:ext uri="{FF2B5EF4-FFF2-40B4-BE49-F238E27FC236}">
                  <a16:creationId xmlns:a16="http://schemas.microsoft.com/office/drawing/2014/main" id="{037ACC89-1C74-43BB-AFD1-A91A701B6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386"/>
              <a:ext cx="28" cy="47"/>
            </a:xfrm>
            <a:custGeom>
              <a:avLst/>
              <a:gdLst>
                <a:gd name="T0" fmla="*/ 60 w 19"/>
                <a:gd name="T1" fmla="*/ 0 h 32"/>
                <a:gd name="T2" fmla="*/ 0 w 19"/>
                <a:gd name="T3" fmla="*/ 60 h 32"/>
                <a:gd name="T4" fmla="*/ 59 w 19"/>
                <a:gd name="T5" fmla="*/ 7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2">
                  <a:moveTo>
                    <a:pt x="19" y="0"/>
                  </a:moveTo>
                  <a:cubicBezTo>
                    <a:pt x="10" y="1"/>
                    <a:pt x="0" y="9"/>
                    <a:pt x="0" y="19"/>
                  </a:cubicBezTo>
                  <a:cubicBezTo>
                    <a:pt x="0" y="29"/>
                    <a:pt x="12" y="32"/>
                    <a:pt x="18" y="24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5" name="Freeform 217">
              <a:extLst>
                <a:ext uri="{FF2B5EF4-FFF2-40B4-BE49-F238E27FC236}">
                  <a16:creationId xmlns:a16="http://schemas.microsoft.com/office/drawing/2014/main" id="{AB590D8A-54BC-4C75-AEAF-F6775F07C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376"/>
              <a:ext cx="42" cy="19"/>
            </a:xfrm>
            <a:custGeom>
              <a:avLst/>
              <a:gdLst>
                <a:gd name="T0" fmla="*/ 80 w 28"/>
                <a:gd name="T1" fmla="*/ 41 h 13"/>
                <a:gd name="T2" fmla="*/ 39 w 28"/>
                <a:gd name="T3" fmla="*/ 0 h 13"/>
                <a:gd name="T4" fmla="*/ 12 w 28"/>
                <a:gd name="T5" fmla="*/ 9 h 13"/>
                <a:gd name="T6" fmla="*/ 0 w 28"/>
                <a:gd name="T7" fmla="*/ 3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3">
                  <a:moveTo>
                    <a:pt x="23" y="13"/>
                  </a:moveTo>
                  <a:cubicBezTo>
                    <a:pt x="28" y="7"/>
                    <a:pt x="16" y="0"/>
                    <a:pt x="11" y="0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1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6" name="Freeform 218">
              <a:extLst>
                <a:ext uri="{FF2B5EF4-FFF2-40B4-BE49-F238E27FC236}">
                  <a16:creationId xmlns:a16="http://schemas.microsoft.com/office/drawing/2014/main" id="{B7429D06-9B25-4B19-90B7-0331138D7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345"/>
              <a:ext cx="25" cy="34"/>
            </a:xfrm>
            <a:custGeom>
              <a:avLst/>
              <a:gdLst>
                <a:gd name="T0" fmla="*/ 26 w 17"/>
                <a:gd name="T1" fmla="*/ 74 h 23"/>
                <a:gd name="T2" fmla="*/ 0 w 17"/>
                <a:gd name="T3" fmla="*/ 27 h 23"/>
                <a:gd name="T4" fmla="*/ 54 w 17"/>
                <a:gd name="T5" fmla="*/ 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8" y="23"/>
                  </a:moveTo>
                  <a:cubicBezTo>
                    <a:pt x="4" y="20"/>
                    <a:pt x="0" y="13"/>
                    <a:pt x="0" y="8"/>
                  </a:cubicBezTo>
                  <a:cubicBezTo>
                    <a:pt x="2" y="0"/>
                    <a:pt x="11" y="2"/>
                    <a:pt x="17" y="3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7" name="Freeform 219">
              <a:extLst>
                <a:ext uri="{FF2B5EF4-FFF2-40B4-BE49-F238E27FC236}">
                  <a16:creationId xmlns:a16="http://schemas.microsoft.com/office/drawing/2014/main" id="{CBD1B778-AF54-4036-9027-5C858CF37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426"/>
              <a:ext cx="45" cy="38"/>
            </a:xfrm>
            <a:custGeom>
              <a:avLst/>
              <a:gdLst>
                <a:gd name="T0" fmla="*/ 0 w 30"/>
                <a:gd name="T1" fmla="*/ 1 h 26"/>
                <a:gd name="T2" fmla="*/ 0 w 30"/>
                <a:gd name="T3" fmla="*/ 0 h 26"/>
                <a:gd name="T4" fmla="*/ 35 w 30"/>
                <a:gd name="T5" fmla="*/ 69 h 26"/>
                <a:gd name="T6" fmla="*/ 75 w 30"/>
                <a:gd name="T7" fmla="*/ 82 h 26"/>
                <a:gd name="T8" fmla="*/ 102 w 30"/>
                <a:gd name="T9" fmla="*/ 5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6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3" y="17"/>
                    <a:pt x="10" y="22"/>
                  </a:cubicBezTo>
                  <a:cubicBezTo>
                    <a:pt x="14" y="25"/>
                    <a:pt x="18" y="26"/>
                    <a:pt x="22" y="26"/>
                  </a:cubicBezTo>
                  <a:cubicBezTo>
                    <a:pt x="27" y="25"/>
                    <a:pt x="28" y="22"/>
                    <a:pt x="30" y="18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8" name="Freeform 220">
              <a:extLst>
                <a:ext uri="{FF2B5EF4-FFF2-40B4-BE49-F238E27FC236}">
                  <a16:creationId xmlns:a16="http://schemas.microsoft.com/office/drawing/2014/main" id="{43B624BE-D47C-43C9-BA5A-BC9D7929B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457"/>
              <a:ext cx="10" cy="17"/>
            </a:xfrm>
            <a:custGeom>
              <a:avLst/>
              <a:gdLst>
                <a:gd name="T0" fmla="*/ 14 w 7"/>
                <a:gd name="T1" fmla="*/ 0 h 12"/>
                <a:gd name="T2" fmla="*/ 0 w 7"/>
                <a:gd name="T3" fmla="*/ 3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5" y="0"/>
                  </a:moveTo>
                  <a:cubicBezTo>
                    <a:pt x="7" y="6"/>
                    <a:pt x="5" y="9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9" name="Freeform 221">
              <a:extLst>
                <a:ext uri="{FF2B5EF4-FFF2-40B4-BE49-F238E27FC236}">
                  <a16:creationId xmlns:a16="http://schemas.microsoft.com/office/drawing/2014/main" id="{80B92221-F951-40D0-99F6-2EA4DFECB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426"/>
              <a:ext cx="8" cy="15"/>
            </a:xfrm>
            <a:custGeom>
              <a:avLst/>
              <a:gdLst>
                <a:gd name="T0" fmla="*/ 0 w 6"/>
                <a:gd name="T1" fmla="*/ 35 h 10"/>
                <a:gd name="T2" fmla="*/ 15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7"/>
                    <a:pt x="2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0" name="Freeform 222">
              <a:extLst>
                <a:ext uri="{FF2B5EF4-FFF2-40B4-BE49-F238E27FC236}">
                  <a16:creationId xmlns:a16="http://schemas.microsoft.com/office/drawing/2014/main" id="{81C9431B-1951-4408-BFDE-41E2FE471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360"/>
              <a:ext cx="27" cy="19"/>
            </a:xfrm>
            <a:custGeom>
              <a:avLst/>
              <a:gdLst>
                <a:gd name="T0" fmla="*/ 0 w 18"/>
                <a:gd name="T1" fmla="*/ 0 h 13"/>
                <a:gd name="T2" fmla="*/ 62 w 18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cubicBezTo>
                    <a:pt x="4" y="3"/>
                    <a:pt x="18" y="6"/>
                    <a:pt x="18" y="13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1" name="Freeform 223">
              <a:extLst>
                <a:ext uri="{FF2B5EF4-FFF2-40B4-BE49-F238E27FC236}">
                  <a16:creationId xmlns:a16="http://schemas.microsoft.com/office/drawing/2014/main" id="{E276C0DA-6B38-488C-BC66-FFE8003F4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263"/>
              <a:ext cx="22" cy="23"/>
            </a:xfrm>
            <a:custGeom>
              <a:avLst/>
              <a:gdLst>
                <a:gd name="T0" fmla="*/ 0 w 15"/>
                <a:gd name="T1" fmla="*/ 0 h 16"/>
                <a:gd name="T2" fmla="*/ 47 w 15"/>
                <a:gd name="T3" fmla="*/ 4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3" y="8"/>
                    <a:pt x="7" y="13"/>
                    <a:pt x="15" y="16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2" name="Freeform 224">
              <a:extLst>
                <a:ext uri="{FF2B5EF4-FFF2-40B4-BE49-F238E27FC236}">
                  <a16:creationId xmlns:a16="http://schemas.microsoft.com/office/drawing/2014/main" id="{1FC74611-0EDC-40EA-9923-9F01E1FEC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408"/>
              <a:ext cx="23" cy="28"/>
            </a:xfrm>
            <a:custGeom>
              <a:avLst/>
              <a:gdLst>
                <a:gd name="T0" fmla="*/ 47 w 16"/>
                <a:gd name="T1" fmla="*/ 0 h 19"/>
                <a:gd name="T2" fmla="*/ 9 w 16"/>
                <a:gd name="T3" fmla="*/ 15 h 19"/>
                <a:gd name="T4" fmla="*/ 0 w 16"/>
                <a:gd name="T5" fmla="*/ 6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12" y="2"/>
                    <a:pt x="7" y="1"/>
                    <a:pt x="3" y="5"/>
                  </a:cubicBezTo>
                  <a:cubicBezTo>
                    <a:pt x="0" y="9"/>
                    <a:pt x="0" y="14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3" name="Freeform 225">
              <a:extLst>
                <a:ext uri="{FF2B5EF4-FFF2-40B4-BE49-F238E27FC236}">
                  <a16:creationId xmlns:a16="http://schemas.microsoft.com/office/drawing/2014/main" id="{25687604-7EA7-4043-A214-8B98B7CA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333"/>
              <a:ext cx="29" cy="66"/>
            </a:xfrm>
            <a:custGeom>
              <a:avLst/>
              <a:gdLst>
                <a:gd name="T0" fmla="*/ 0 w 20"/>
                <a:gd name="T1" fmla="*/ 22 h 45"/>
                <a:gd name="T2" fmla="*/ 33 w 20"/>
                <a:gd name="T3" fmla="*/ 26 h 45"/>
                <a:gd name="T4" fmla="*/ 52 w 20"/>
                <a:gd name="T5" fmla="*/ 69 h 45"/>
                <a:gd name="T6" fmla="*/ 32 w 20"/>
                <a:gd name="T7" fmla="*/ 12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5">
                  <a:moveTo>
                    <a:pt x="0" y="7"/>
                  </a:moveTo>
                  <a:cubicBezTo>
                    <a:pt x="2" y="0"/>
                    <a:pt x="8" y="5"/>
                    <a:pt x="11" y="8"/>
                  </a:cubicBezTo>
                  <a:cubicBezTo>
                    <a:pt x="14" y="12"/>
                    <a:pt x="16" y="16"/>
                    <a:pt x="17" y="22"/>
                  </a:cubicBezTo>
                  <a:cubicBezTo>
                    <a:pt x="19" y="27"/>
                    <a:pt x="20" y="45"/>
                    <a:pt x="10" y="40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4" name="Freeform 226">
              <a:extLst>
                <a:ext uri="{FF2B5EF4-FFF2-40B4-BE49-F238E27FC236}">
                  <a16:creationId xmlns:a16="http://schemas.microsoft.com/office/drawing/2014/main" id="{FDE9FB38-21E5-4058-92FF-69DB47D52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298"/>
              <a:ext cx="41" cy="53"/>
            </a:xfrm>
            <a:custGeom>
              <a:avLst/>
              <a:gdLst>
                <a:gd name="T0" fmla="*/ 32 w 28"/>
                <a:gd name="T1" fmla="*/ 1 h 36"/>
                <a:gd name="T2" fmla="*/ 38 w 28"/>
                <a:gd name="T3" fmla="*/ 82 h 36"/>
                <a:gd name="T4" fmla="*/ 88 w 28"/>
                <a:gd name="T5" fmla="*/ 8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6">
                  <a:moveTo>
                    <a:pt x="10" y="1"/>
                  </a:moveTo>
                  <a:cubicBezTo>
                    <a:pt x="0" y="0"/>
                    <a:pt x="9" y="23"/>
                    <a:pt x="12" y="26"/>
                  </a:cubicBezTo>
                  <a:cubicBezTo>
                    <a:pt x="16" y="31"/>
                    <a:pt x="28" y="36"/>
                    <a:pt x="28" y="25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5" name="Freeform 227">
              <a:extLst>
                <a:ext uri="{FF2B5EF4-FFF2-40B4-BE49-F238E27FC236}">
                  <a16:creationId xmlns:a16="http://schemas.microsoft.com/office/drawing/2014/main" id="{3E74F853-7B89-4068-8753-BBA372F36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373"/>
              <a:ext cx="18" cy="44"/>
            </a:xfrm>
            <a:custGeom>
              <a:avLst/>
              <a:gdLst>
                <a:gd name="T0" fmla="*/ 27 w 12"/>
                <a:gd name="T1" fmla="*/ 13 h 30"/>
                <a:gd name="T2" fmla="*/ 41 w 12"/>
                <a:gd name="T3" fmla="*/ 7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0">
                  <a:moveTo>
                    <a:pt x="8" y="4"/>
                  </a:moveTo>
                  <a:cubicBezTo>
                    <a:pt x="0" y="0"/>
                    <a:pt x="0" y="30"/>
                    <a:pt x="12" y="23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6" name="Freeform 228">
              <a:extLst>
                <a:ext uri="{FF2B5EF4-FFF2-40B4-BE49-F238E27FC236}">
                  <a16:creationId xmlns:a16="http://schemas.microsoft.com/office/drawing/2014/main" id="{D845BD3C-CB40-4BF9-9BF5-E7C5C9D9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258"/>
              <a:ext cx="32" cy="43"/>
            </a:xfrm>
            <a:custGeom>
              <a:avLst/>
              <a:gdLst>
                <a:gd name="T0" fmla="*/ 0 w 22"/>
                <a:gd name="T1" fmla="*/ 15 h 29"/>
                <a:gd name="T2" fmla="*/ 22 w 22"/>
                <a:gd name="T3" fmla="*/ 1 h 29"/>
                <a:gd name="T4" fmla="*/ 47 w 22"/>
                <a:gd name="T5" fmla="*/ 33 h 29"/>
                <a:gd name="T6" fmla="*/ 47 w 22"/>
                <a:gd name="T7" fmla="*/ 9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">
                  <a:moveTo>
                    <a:pt x="0" y="5"/>
                  </a:moveTo>
                  <a:cubicBezTo>
                    <a:pt x="0" y="1"/>
                    <a:pt x="3" y="0"/>
                    <a:pt x="7" y="1"/>
                  </a:cubicBezTo>
                  <a:cubicBezTo>
                    <a:pt x="11" y="2"/>
                    <a:pt x="13" y="7"/>
                    <a:pt x="15" y="10"/>
                  </a:cubicBezTo>
                  <a:cubicBezTo>
                    <a:pt x="17" y="14"/>
                    <a:pt x="22" y="28"/>
                    <a:pt x="15" y="29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7" name="Freeform 229">
              <a:extLst>
                <a:ext uri="{FF2B5EF4-FFF2-40B4-BE49-F238E27FC236}">
                  <a16:creationId xmlns:a16="http://schemas.microsoft.com/office/drawing/2014/main" id="{AD19C7AD-D547-4D4F-9C7C-4119085B2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380"/>
              <a:ext cx="34" cy="33"/>
            </a:xfrm>
            <a:custGeom>
              <a:avLst/>
              <a:gdLst>
                <a:gd name="T0" fmla="*/ 74 w 23"/>
                <a:gd name="T1" fmla="*/ 0 h 22"/>
                <a:gd name="T2" fmla="*/ 19 w 23"/>
                <a:gd name="T3" fmla="*/ 26 h 22"/>
                <a:gd name="T4" fmla="*/ 22 w 23"/>
                <a:gd name="T5" fmla="*/ 7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23" y="0"/>
                  </a:moveTo>
                  <a:cubicBezTo>
                    <a:pt x="17" y="0"/>
                    <a:pt x="11" y="2"/>
                    <a:pt x="6" y="7"/>
                  </a:cubicBezTo>
                  <a:cubicBezTo>
                    <a:pt x="4" y="11"/>
                    <a:pt x="0" y="21"/>
                    <a:pt x="7" y="22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8" name="Freeform 230">
              <a:extLst>
                <a:ext uri="{FF2B5EF4-FFF2-40B4-BE49-F238E27FC236}">
                  <a16:creationId xmlns:a16="http://schemas.microsoft.com/office/drawing/2014/main" id="{7635EC12-4E56-432D-A359-84549FF36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443"/>
              <a:ext cx="30" cy="56"/>
            </a:xfrm>
            <a:custGeom>
              <a:avLst/>
              <a:gdLst>
                <a:gd name="T0" fmla="*/ 68 w 20"/>
                <a:gd name="T1" fmla="*/ 32 h 38"/>
                <a:gd name="T2" fmla="*/ 66 w 20"/>
                <a:gd name="T3" fmla="*/ 8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8">
                  <a:moveTo>
                    <a:pt x="20" y="10"/>
                  </a:moveTo>
                  <a:cubicBezTo>
                    <a:pt x="11" y="0"/>
                    <a:pt x="0" y="38"/>
                    <a:pt x="19" y="27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9" name="Freeform 231">
              <a:extLst>
                <a:ext uri="{FF2B5EF4-FFF2-40B4-BE49-F238E27FC236}">
                  <a16:creationId xmlns:a16="http://schemas.microsoft.com/office/drawing/2014/main" id="{6AC732AC-9D67-417A-BFCC-30F42DDA4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411"/>
              <a:ext cx="22" cy="25"/>
            </a:xfrm>
            <a:custGeom>
              <a:avLst/>
              <a:gdLst>
                <a:gd name="T0" fmla="*/ 19 w 15"/>
                <a:gd name="T1" fmla="*/ 0 h 17"/>
                <a:gd name="T2" fmla="*/ 0 w 15"/>
                <a:gd name="T3" fmla="*/ 5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6" y="0"/>
                  </a:moveTo>
                  <a:cubicBezTo>
                    <a:pt x="15" y="3"/>
                    <a:pt x="7" y="17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0" name="Freeform 232">
              <a:extLst>
                <a:ext uri="{FF2B5EF4-FFF2-40B4-BE49-F238E27FC236}">
                  <a16:creationId xmlns:a16="http://schemas.microsoft.com/office/drawing/2014/main" id="{6ADDFA96-C821-49B9-9D72-1C8294129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392"/>
              <a:ext cx="37" cy="19"/>
            </a:xfrm>
            <a:custGeom>
              <a:avLst/>
              <a:gdLst>
                <a:gd name="T0" fmla="*/ 1 w 25"/>
                <a:gd name="T1" fmla="*/ 41 h 13"/>
                <a:gd name="T2" fmla="*/ 81 w 25"/>
                <a:gd name="T3" fmla="*/ 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3">
                  <a:moveTo>
                    <a:pt x="1" y="13"/>
                  </a:moveTo>
                  <a:cubicBezTo>
                    <a:pt x="0" y="4"/>
                    <a:pt x="20" y="0"/>
                    <a:pt x="25" y="4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1" name="Freeform 233">
              <a:extLst>
                <a:ext uri="{FF2B5EF4-FFF2-40B4-BE49-F238E27FC236}">
                  <a16:creationId xmlns:a16="http://schemas.microsoft.com/office/drawing/2014/main" id="{A3420F5C-ECD2-43C9-8EBF-9153BD6FF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391"/>
              <a:ext cx="14" cy="36"/>
            </a:xfrm>
            <a:custGeom>
              <a:avLst/>
              <a:gdLst>
                <a:gd name="T0" fmla="*/ 34 w 9"/>
                <a:gd name="T1" fmla="*/ 0 h 25"/>
                <a:gd name="T2" fmla="*/ 26 w 9"/>
                <a:gd name="T3" fmla="*/ 7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9" y="0"/>
                  </a:moveTo>
                  <a:cubicBezTo>
                    <a:pt x="3" y="4"/>
                    <a:pt x="0" y="21"/>
                    <a:pt x="7" y="25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2" name="Freeform 234">
              <a:extLst>
                <a:ext uri="{FF2B5EF4-FFF2-40B4-BE49-F238E27FC236}">
                  <a16:creationId xmlns:a16="http://schemas.microsoft.com/office/drawing/2014/main" id="{9A289D79-B9FF-43D8-949E-2336D1222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288"/>
              <a:ext cx="12" cy="51"/>
            </a:xfrm>
            <a:custGeom>
              <a:avLst/>
              <a:gdLst>
                <a:gd name="T0" fmla="*/ 5 w 8"/>
                <a:gd name="T1" fmla="*/ 0 h 35"/>
                <a:gd name="T2" fmla="*/ 12 w 8"/>
                <a:gd name="T3" fmla="*/ 28 h 35"/>
                <a:gd name="T4" fmla="*/ 12 w 8"/>
                <a:gd name="T5" fmla="*/ 60 h 35"/>
                <a:gd name="T6" fmla="*/ 27 w 8"/>
                <a:gd name="T7" fmla="*/ 10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5">
                  <a:moveTo>
                    <a:pt x="1" y="0"/>
                  </a:moveTo>
                  <a:cubicBezTo>
                    <a:pt x="0" y="3"/>
                    <a:pt x="2" y="6"/>
                    <a:pt x="3" y="9"/>
                  </a:cubicBezTo>
                  <a:cubicBezTo>
                    <a:pt x="4" y="12"/>
                    <a:pt x="3" y="16"/>
                    <a:pt x="3" y="19"/>
                  </a:cubicBezTo>
                  <a:cubicBezTo>
                    <a:pt x="4" y="24"/>
                    <a:pt x="6" y="31"/>
                    <a:pt x="8" y="35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3" name="Freeform 235">
              <a:extLst>
                <a:ext uri="{FF2B5EF4-FFF2-40B4-BE49-F238E27FC236}">
                  <a16:creationId xmlns:a16="http://schemas.microsoft.com/office/drawing/2014/main" id="{C45B8E39-863C-4422-A393-E6D84CA67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283"/>
              <a:ext cx="17" cy="22"/>
            </a:xfrm>
            <a:custGeom>
              <a:avLst/>
              <a:gdLst>
                <a:gd name="T0" fmla="*/ 40 w 11"/>
                <a:gd name="T1" fmla="*/ 0 h 15"/>
                <a:gd name="T2" fmla="*/ 36 w 11"/>
                <a:gd name="T3" fmla="*/ 34 h 15"/>
                <a:gd name="T4" fmla="*/ 0 w 11"/>
                <a:gd name="T5" fmla="*/ 4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1" y="0"/>
                  </a:moveTo>
                  <a:cubicBezTo>
                    <a:pt x="9" y="3"/>
                    <a:pt x="11" y="8"/>
                    <a:pt x="10" y="11"/>
                  </a:cubicBezTo>
                  <a:cubicBezTo>
                    <a:pt x="8" y="15"/>
                    <a:pt x="4" y="15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4" name="Freeform 236">
              <a:extLst>
                <a:ext uri="{FF2B5EF4-FFF2-40B4-BE49-F238E27FC236}">
                  <a16:creationId xmlns:a16="http://schemas.microsoft.com/office/drawing/2014/main" id="{D42C1CE2-6618-4542-9C6C-E88C2D892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324"/>
              <a:ext cx="15" cy="12"/>
            </a:xfrm>
            <a:custGeom>
              <a:avLst/>
              <a:gdLst>
                <a:gd name="T0" fmla="*/ 35 w 10"/>
                <a:gd name="T1" fmla="*/ 14 h 8"/>
                <a:gd name="T2" fmla="*/ 0 w 10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4"/>
                  </a:moveTo>
                  <a:cubicBezTo>
                    <a:pt x="6" y="0"/>
                    <a:pt x="0" y="3"/>
                    <a:pt x="0" y="8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5" name="Freeform 237">
              <a:extLst>
                <a:ext uri="{FF2B5EF4-FFF2-40B4-BE49-F238E27FC236}">
                  <a16:creationId xmlns:a16="http://schemas.microsoft.com/office/drawing/2014/main" id="{F6B4F815-F1CB-4C64-8896-C5DFF63E2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343"/>
              <a:ext cx="23" cy="20"/>
            </a:xfrm>
            <a:custGeom>
              <a:avLst/>
              <a:gdLst>
                <a:gd name="T0" fmla="*/ 0 w 16"/>
                <a:gd name="T1" fmla="*/ 35 h 13"/>
                <a:gd name="T2" fmla="*/ 33 w 16"/>
                <a:gd name="T3" fmla="*/ 34 h 13"/>
                <a:gd name="T4" fmla="*/ 42 w 16"/>
                <a:gd name="T5" fmla="*/ 8 h 13"/>
                <a:gd name="T6" fmla="*/ 20 w 16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0" y="10"/>
                  </a:moveTo>
                  <a:cubicBezTo>
                    <a:pt x="5" y="11"/>
                    <a:pt x="7" y="13"/>
                    <a:pt x="11" y="9"/>
                  </a:cubicBezTo>
                  <a:cubicBezTo>
                    <a:pt x="13" y="7"/>
                    <a:pt x="16" y="5"/>
                    <a:pt x="14" y="2"/>
                  </a:cubicBezTo>
                  <a:cubicBezTo>
                    <a:pt x="11" y="0"/>
                    <a:pt x="9" y="1"/>
                    <a:pt x="7" y="3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6" name="Freeform 238">
              <a:extLst>
                <a:ext uri="{FF2B5EF4-FFF2-40B4-BE49-F238E27FC236}">
                  <a16:creationId xmlns:a16="http://schemas.microsoft.com/office/drawing/2014/main" id="{DBA03366-385B-408B-B097-AE6C137C9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2264"/>
              <a:ext cx="17" cy="18"/>
            </a:xfrm>
            <a:custGeom>
              <a:avLst/>
              <a:gdLst>
                <a:gd name="T0" fmla="*/ 26 w 12"/>
                <a:gd name="T1" fmla="*/ 0 h 12"/>
                <a:gd name="T2" fmla="*/ 34 w 12"/>
                <a:gd name="T3" fmla="*/ 2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9" y="0"/>
                  </a:moveTo>
                  <a:cubicBezTo>
                    <a:pt x="0" y="0"/>
                    <a:pt x="10" y="12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7" name="Freeform 239">
              <a:extLst>
                <a:ext uri="{FF2B5EF4-FFF2-40B4-BE49-F238E27FC236}">
                  <a16:creationId xmlns:a16="http://schemas.microsoft.com/office/drawing/2014/main" id="{B278383A-4935-4B4C-B301-868984CC5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435"/>
              <a:ext cx="15" cy="45"/>
            </a:xfrm>
            <a:custGeom>
              <a:avLst/>
              <a:gdLst>
                <a:gd name="T0" fmla="*/ 35 w 10"/>
                <a:gd name="T1" fmla="*/ 94 h 31"/>
                <a:gd name="T2" fmla="*/ 21 w 10"/>
                <a:gd name="T3" fmla="*/ 70 h 31"/>
                <a:gd name="T4" fmla="*/ 8 w 10"/>
                <a:gd name="T5" fmla="*/ 36 h 31"/>
                <a:gd name="T6" fmla="*/ 18 w 10"/>
                <a:gd name="T7" fmla="*/ 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10" y="31"/>
                  </a:moveTo>
                  <a:cubicBezTo>
                    <a:pt x="10" y="28"/>
                    <a:pt x="7" y="26"/>
                    <a:pt x="6" y="23"/>
                  </a:cubicBezTo>
                  <a:cubicBezTo>
                    <a:pt x="4" y="19"/>
                    <a:pt x="2" y="16"/>
                    <a:pt x="2" y="12"/>
                  </a:cubicBezTo>
                  <a:cubicBezTo>
                    <a:pt x="1" y="10"/>
                    <a:pt x="0" y="0"/>
                    <a:pt x="5" y="1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8" name="Freeform 240">
              <a:extLst>
                <a:ext uri="{FF2B5EF4-FFF2-40B4-BE49-F238E27FC236}">
                  <a16:creationId xmlns:a16="http://schemas.microsoft.com/office/drawing/2014/main" id="{FBD9A106-0143-40DC-BB7A-B1DE1C439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448"/>
              <a:ext cx="16" cy="25"/>
            </a:xfrm>
            <a:custGeom>
              <a:avLst/>
              <a:gdLst>
                <a:gd name="T0" fmla="*/ 13 w 11"/>
                <a:gd name="T1" fmla="*/ 0 h 17"/>
                <a:gd name="T2" fmla="*/ 13 w 11"/>
                <a:gd name="T3" fmla="*/ 35 h 17"/>
                <a:gd name="T4" fmla="*/ 25 w 11"/>
                <a:gd name="T5" fmla="*/ 51 h 17"/>
                <a:gd name="T6" fmla="*/ 32 w 11"/>
                <a:gd name="T7" fmla="*/ 4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4" y="0"/>
                  </a:moveTo>
                  <a:cubicBezTo>
                    <a:pt x="0" y="0"/>
                    <a:pt x="4" y="10"/>
                    <a:pt x="4" y="11"/>
                  </a:cubicBezTo>
                  <a:cubicBezTo>
                    <a:pt x="5" y="13"/>
                    <a:pt x="6" y="16"/>
                    <a:pt x="8" y="16"/>
                  </a:cubicBezTo>
                  <a:cubicBezTo>
                    <a:pt x="11" y="17"/>
                    <a:pt x="10" y="14"/>
                    <a:pt x="10" y="13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9" name="Freeform 241">
              <a:extLst>
                <a:ext uri="{FF2B5EF4-FFF2-40B4-BE49-F238E27FC236}">
                  <a16:creationId xmlns:a16="http://schemas.microsoft.com/office/drawing/2014/main" id="{74E5666B-DBD8-4D48-9040-D14D0F198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407"/>
              <a:ext cx="21" cy="42"/>
            </a:xfrm>
            <a:custGeom>
              <a:avLst/>
              <a:gdLst>
                <a:gd name="T0" fmla="*/ 39 w 14"/>
                <a:gd name="T1" fmla="*/ 0 h 29"/>
                <a:gd name="T2" fmla="*/ 18 w 14"/>
                <a:gd name="T3" fmla="*/ 28 h 29"/>
                <a:gd name="T4" fmla="*/ 5 w 14"/>
                <a:gd name="T5" fmla="*/ 62 h 29"/>
                <a:gd name="T6" fmla="*/ 21 w 14"/>
                <a:gd name="T7" fmla="*/ 85 h 29"/>
                <a:gd name="T8" fmla="*/ 48 w 14"/>
                <a:gd name="T9" fmla="*/ 6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9">
                  <a:moveTo>
                    <a:pt x="11" y="0"/>
                  </a:moveTo>
                  <a:cubicBezTo>
                    <a:pt x="10" y="3"/>
                    <a:pt x="7" y="6"/>
                    <a:pt x="5" y="9"/>
                  </a:cubicBezTo>
                  <a:cubicBezTo>
                    <a:pt x="3" y="12"/>
                    <a:pt x="2" y="17"/>
                    <a:pt x="1" y="21"/>
                  </a:cubicBezTo>
                  <a:cubicBezTo>
                    <a:pt x="0" y="25"/>
                    <a:pt x="1" y="29"/>
                    <a:pt x="6" y="28"/>
                  </a:cubicBezTo>
                  <a:cubicBezTo>
                    <a:pt x="9" y="28"/>
                    <a:pt x="14" y="24"/>
                    <a:pt x="14" y="21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0" name="Freeform 242">
              <a:extLst>
                <a:ext uri="{FF2B5EF4-FFF2-40B4-BE49-F238E27FC236}">
                  <a16:creationId xmlns:a16="http://schemas.microsoft.com/office/drawing/2014/main" id="{E15B3A32-6C04-44D6-8A56-4B4E2EED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427"/>
              <a:ext cx="45" cy="22"/>
            </a:xfrm>
            <a:custGeom>
              <a:avLst/>
              <a:gdLst>
                <a:gd name="T0" fmla="*/ 83 w 31"/>
                <a:gd name="T1" fmla="*/ 6 h 15"/>
                <a:gd name="T2" fmla="*/ 74 w 31"/>
                <a:gd name="T3" fmla="*/ 45 h 15"/>
                <a:gd name="T4" fmla="*/ 42 w 31"/>
                <a:gd name="T5" fmla="*/ 34 h 15"/>
                <a:gd name="T6" fmla="*/ 6 w 31"/>
                <a:gd name="T7" fmla="*/ 0 h 15"/>
                <a:gd name="T8" fmla="*/ 9 w 3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27" y="2"/>
                  </a:moveTo>
                  <a:cubicBezTo>
                    <a:pt x="31" y="5"/>
                    <a:pt x="29" y="13"/>
                    <a:pt x="24" y="14"/>
                  </a:cubicBezTo>
                  <a:cubicBezTo>
                    <a:pt x="21" y="15"/>
                    <a:pt x="17" y="13"/>
                    <a:pt x="14" y="11"/>
                  </a:cubicBezTo>
                  <a:cubicBezTo>
                    <a:pt x="10" y="9"/>
                    <a:pt x="0" y="5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1" name="Freeform 243">
              <a:extLst>
                <a:ext uri="{FF2B5EF4-FFF2-40B4-BE49-F238E27FC236}">
                  <a16:creationId xmlns:a16="http://schemas.microsoft.com/office/drawing/2014/main" id="{9461076D-D488-4150-808E-BD23C8FDD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436"/>
              <a:ext cx="40" cy="13"/>
            </a:xfrm>
            <a:custGeom>
              <a:avLst/>
              <a:gdLst>
                <a:gd name="T0" fmla="*/ 9 w 27"/>
                <a:gd name="T1" fmla="*/ 0 h 9"/>
                <a:gd name="T2" fmla="*/ 1 w 27"/>
                <a:gd name="T3" fmla="*/ 13 h 9"/>
                <a:gd name="T4" fmla="*/ 28 w 27"/>
                <a:gd name="T5" fmla="*/ 13 h 9"/>
                <a:gd name="T6" fmla="*/ 61 w 27"/>
                <a:gd name="T7" fmla="*/ 14 h 9"/>
                <a:gd name="T8" fmla="*/ 87 w 27"/>
                <a:gd name="T9" fmla="*/ 1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">
                  <a:moveTo>
                    <a:pt x="3" y="0"/>
                  </a:moveTo>
                  <a:cubicBezTo>
                    <a:pt x="1" y="0"/>
                    <a:pt x="0" y="3"/>
                    <a:pt x="1" y="4"/>
                  </a:cubicBezTo>
                  <a:cubicBezTo>
                    <a:pt x="2" y="7"/>
                    <a:pt x="6" y="4"/>
                    <a:pt x="9" y="4"/>
                  </a:cubicBezTo>
                  <a:cubicBezTo>
                    <a:pt x="12" y="3"/>
                    <a:pt x="16" y="3"/>
                    <a:pt x="19" y="5"/>
                  </a:cubicBezTo>
                  <a:cubicBezTo>
                    <a:pt x="21" y="6"/>
                    <a:pt x="26" y="9"/>
                    <a:pt x="27" y="6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2" name="Freeform 244">
              <a:extLst>
                <a:ext uri="{FF2B5EF4-FFF2-40B4-BE49-F238E27FC236}">
                  <a16:creationId xmlns:a16="http://schemas.microsoft.com/office/drawing/2014/main" id="{0DC6CEF0-B719-44C8-9844-9748AA54B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358"/>
              <a:ext cx="27" cy="25"/>
            </a:xfrm>
            <a:custGeom>
              <a:avLst/>
              <a:gdLst>
                <a:gd name="T0" fmla="*/ 8 w 18"/>
                <a:gd name="T1" fmla="*/ 1 h 17"/>
                <a:gd name="T2" fmla="*/ 0 w 18"/>
                <a:gd name="T3" fmla="*/ 9 h 17"/>
                <a:gd name="T4" fmla="*/ 18 w 18"/>
                <a:gd name="T5" fmla="*/ 28 h 17"/>
                <a:gd name="T6" fmla="*/ 62 w 18"/>
                <a:gd name="T7" fmla="*/ 5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2" y="1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6"/>
                    <a:pt x="3" y="8"/>
                    <a:pt x="5" y="9"/>
                  </a:cubicBezTo>
                  <a:cubicBezTo>
                    <a:pt x="9" y="12"/>
                    <a:pt x="14" y="15"/>
                    <a:pt x="18" y="17"/>
                  </a:cubicBezTo>
                </a:path>
              </a:pathLst>
            </a:custGeom>
            <a:noFill/>
            <a:ln w="4763" cap="rnd">
              <a:solidFill>
                <a:srgbClr val="76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3" name="Freeform 245">
              <a:extLst>
                <a:ext uri="{FF2B5EF4-FFF2-40B4-BE49-F238E27FC236}">
                  <a16:creationId xmlns:a16="http://schemas.microsoft.com/office/drawing/2014/main" id="{D6872AFF-D35D-405B-9EC8-D8534E458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310"/>
              <a:ext cx="33" cy="47"/>
            </a:xfrm>
            <a:custGeom>
              <a:avLst/>
              <a:gdLst>
                <a:gd name="T0" fmla="*/ 5 w 22"/>
                <a:gd name="T1" fmla="*/ 0 h 32"/>
                <a:gd name="T2" fmla="*/ 14 w 22"/>
                <a:gd name="T3" fmla="*/ 32 h 32"/>
                <a:gd name="T4" fmla="*/ 32 w 22"/>
                <a:gd name="T5" fmla="*/ 63 h 32"/>
                <a:gd name="T6" fmla="*/ 54 w 22"/>
                <a:gd name="T7" fmla="*/ 79 h 32"/>
                <a:gd name="T8" fmla="*/ 75 w 22"/>
                <a:gd name="T9" fmla="*/ 88 h 32"/>
                <a:gd name="T10" fmla="*/ 14 w 22"/>
                <a:gd name="T11" fmla="*/ 56 h 32"/>
                <a:gd name="T12" fmla="*/ 0 w 22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2">
                  <a:moveTo>
                    <a:pt x="1" y="0"/>
                  </a:moveTo>
                  <a:cubicBezTo>
                    <a:pt x="3" y="3"/>
                    <a:pt x="3" y="7"/>
                    <a:pt x="4" y="10"/>
                  </a:cubicBezTo>
                  <a:cubicBezTo>
                    <a:pt x="5" y="13"/>
                    <a:pt x="6" y="17"/>
                    <a:pt x="9" y="20"/>
                  </a:cubicBezTo>
                  <a:cubicBezTo>
                    <a:pt x="11" y="22"/>
                    <a:pt x="13" y="24"/>
                    <a:pt x="16" y="25"/>
                  </a:cubicBezTo>
                  <a:cubicBezTo>
                    <a:pt x="18" y="26"/>
                    <a:pt x="21" y="27"/>
                    <a:pt x="22" y="28"/>
                  </a:cubicBezTo>
                  <a:cubicBezTo>
                    <a:pt x="16" y="32"/>
                    <a:pt x="7" y="23"/>
                    <a:pt x="4" y="18"/>
                  </a:cubicBezTo>
                  <a:cubicBezTo>
                    <a:pt x="2" y="14"/>
                    <a:pt x="0" y="7"/>
                    <a:pt x="0" y="1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4" name="Freeform 246">
              <a:extLst>
                <a:ext uri="{FF2B5EF4-FFF2-40B4-BE49-F238E27FC236}">
                  <a16:creationId xmlns:a16="http://schemas.microsoft.com/office/drawing/2014/main" id="{DAF30A77-C916-4303-80F9-233699816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326"/>
              <a:ext cx="38" cy="40"/>
            </a:xfrm>
            <a:custGeom>
              <a:avLst/>
              <a:gdLst>
                <a:gd name="T0" fmla="*/ 0 w 26"/>
                <a:gd name="T1" fmla="*/ 36 h 27"/>
                <a:gd name="T2" fmla="*/ 50 w 26"/>
                <a:gd name="T3" fmla="*/ 27 h 27"/>
                <a:gd name="T4" fmla="*/ 69 w 26"/>
                <a:gd name="T5" fmla="*/ 55 h 27"/>
                <a:gd name="T6" fmla="*/ 82 w 26"/>
                <a:gd name="T7" fmla="*/ 87 h 27"/>
                <a:gd name="T8" fmla="*/ 47 w 26"/>
                <a:gd name="T9" fmla="*/ 1 h 27"/>
                <a:gd name="T10" fmla="*/ 22 w 26"/>
                <a:gd name="T11" fmla="*/ 1 h 27"/>
                <a:gd name="T12" fmla="*/ 6 w 26"/>
                <a:gd name="T13" fmla="*/ 2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0" y="11"/>
                  </a:moveTo>
                  <a:cubicBezTo>
                    <a:pt x="4" y="4"/>
                    <a:pt x="10" y="2"/>
                    <a:pt x="16" y="8"/>
                  </a:cubicBezTo>
                  <a:cubicBezTo>
                    <a:pt x="18" y="11"/>
                    <a:pt x="20" y="14"/>
                    <a:pt x="22" y="17"/>
                  </a:cubicBezTo>
                  <a:cubicBezTo>
                    <a:pt x="23" y="20"/>
                    <a:pt x="24" y="24"/>
                    <a:pt x="26" y="27"/>
                  </a:cubicBezTo>
                  <a:cubicBezTo>
                    <a:pt x="25" y="18"/>
                    <a:pt x="23" y="6"/>
                    <a:pt x="15" y="1"/>
                  </a:cubicBezTo>
                  <a:cubicBezTo>
                    <a:pt x="13" y="0"/>
                    <a:pt x="10" y="0"/>
                    <a:pt x="7" y="1"/>
                  </a:cubicBezTo>
                  <a:cubicBezTo>
                    <a:pt x="4" y="3"/>
                    <a:pt x="3" y="5"/>
                    <a:pt x="2" y="9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5" name="Freeform 247">
              <a:extLst>
                <a:ext uri="{FF2B5EF4-FFF2-40B4-BE49-F238E27FC236}">
                  <a16:creationId xmlns:a16="http://schemas.microsoft.com/office/drawing/2014/main" id="{F3DC5810-4078-449B-9FDF-09E1EB62F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371"/>
              <a:ext cx="10" cy="28"/>
            </a:xfrm>
            <a:custGeom>
              <a:avLst/>
              <a:gdLst>
                <a:gd name="T0" fmla="*/ 20 w 7"/>
                <a:gd name="T1" fmla="*/ 0 h 19"/>
                <a:gd name="T2" fmla="*/ 13 w 7"/>
                <a:gd name="T3" fmla="*/ 27 h 19"/>
                <a:gd name="T4" fmla="*/ 19 w 7"/>
                <a:gd name="T5" fmla="*/ 60 h 19"/>
                <a:gd name="T6" fmla="*/ 19 w 7"/>
                <a:gd name="T7" fmla="*/ 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7" y="2"/>
                    <a:pt x="5" y="5"/>
                    <a:pt x="4" y="8"/>
                  </a:cubicBezTo>
                  <a:cubicBezTo>
                    <a:pt x="4" y="12"/>
                    <a:pt x="6" y="15"/>
                    <a:pt x="6" y="19"/>
                  </a:cubicBezTo>
                  <a:cubicBezTo>
                    <a:pt x="0" y="14"/>
                    <a:pt x="0" y="5"/>
                    <a:pt x="6" y="1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6" name="Freeform 248">
              <a:extLst>
                <a:ext uri="{FF2B5EF4-FFF2-40B4-BE49-F238E27FC236}">
                  <a16:creationId xmlns:a16="http://schemas.microsoft.com/office/drawing/2014/main" id="{BDEDF799-3D79-4187-BC4B-81ED105E0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385"/>
              <a:ext cx="16" cy="42"/>
            </a:xfrm>
            <a:custGeom>
              <a:avLst/>
              <a:gdLst>
                <a:gd name="T0" fmla="*/ 33 w 11"/>
                <a:gd name="T1" fmla="*/ 6 h 29"/>
                <a:gd name="T2" fmla="*/ 15 w 11"/>
                <a:gd name="T3" fmla="*/ 36 h 29"/>
                <a:gd name="T4" fmla="*/ 13 w 11"/>
                <a:gd name="T5" fmla="*/ 67 h 29"/>
                <a:gd name="T6" fmla="*/ 19 w 11"/>
                <a:gd name="T7" fmla="*/ 88 h 29"/>
                <a:gd name="T8" fmla="*/ 1 w 11"/>
                <a:gd name="T9" fmla="*/ 42 h 29"/>
                <a:gd name="T10" fmla="*/ 28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11" y="2"/>
                  </a:moveTo>
                  <a:cubicBezTo>
                    <a:pt x="7" y="0"/>
                    <a:pt x="5" y="10"/>
                    <a:pt x="5" y="12"/>
                  </a:cubicBezTo>
                  <a:cubicBezTo>
                    <a:pt x="4" y="16"/>
                    <a:pt x="3" y="19"/>
                    <a:pt x="4" y="22"/>
                  </a:cubicBezTo>
                  <a:cubicBezTo>
                    <a:pt x="4" y="25"/>
                    <a:pt x="5" y="27"/>
                    <a:pt x="6" y="29"/>
                  </a:cubicBezTo>
                  <a:cubicBezTo>
                    <a:pt x="1" y="26"/>
                    <a:pt x="0" y="19"/>
                    <a:pt x="1" y="14"/>
                  </a:cubicBezTo>
                  <a:cubicBezTo>
                    <a:pt x="1" y="8"/>
                    <a:pt x="5" y="4"/>
                    <a:pt x="9" y="0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7" name="Freeform 249">
              <a:extLst>
                <a:ext uri="{FF2B5EF4-FFF2-40B4-BE49-F238E27FC236}">
                  <a16:creationId xmlns:a16="http://schemas.microsoft.com/office/drawing/2014/main" id="{DD95D721-CD53-43F9-9208-4FB9564F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367"/>
              <a:ext cx="18" cy="32"/>
            </a:xfrm>
            <a:custGeom>
              <a:avLst/>
              <a:gdLst>
                <a:gd name="T0" fmla="*/ 41 w 12"/>
                <a:gd name="T1" fmla="*/ 9 h 22"/>
                <a:gd name="T2" fmla="*/ 14 w 12"/>
                <a:gd name="T3" fmla="*/ 28 h 22"/>
                <a:gd name="T4" fmla="*/ 18 w 12"/>
                <a:gd name="T5" fmla="*/ 68 h 22"/>
                <a:gd name="T6" fmla="*/ 5 w 12"/>
                <a:gd name="T7" fmla="*/ 36 h 22"/>
                <a:gd name="T8" fmla="*/ 39 w 1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12" y="3"/>
                  </a:moveTo>
                  <a:cubicBezTo>
                    <a:pt x="9" y="1"/>
                    <a:pt x="5" y="7"/>
                    <a:pt x="4" y="9"/>
                  </a:cubicBezTo>
                  <a:cubicBezTo>
                    <a:pt x="2" y="13"/>
                    <a:pt x="2" y="18"/>
                    <a:pt x="5" y="22"/>
                  </a:cubicBezTo>
                  <a:cubicBezTo>
                    <a:pt x="2" y="19"/>
                    <a:pt x="0" y="16"/>
                    <a:pt x="1" y="12"/>
                  </a:cubicBezTo>
                  <a:cubicBezTo>
                    <a:pt x="3" y="6"/>
                    <a:pt x="6" y="3"/>
                    <a:pt x="11" y="0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8" name="Freeform 250">
              <a:extLst>
                <a:ext uri="{FF2B5EF4-FFF2-40B4-BE49-F238E27FC236}">
                  <a16:creationId xmlns:a16="http://schemas.microsoft.com/office/drawing/2014/main" id="{634E061A-F9D8-4B44-A8F9-337747974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332"/>
              <a:ext cx="34" cy="22"/>
            </a:xfrm>
            <a:custGeom>
              <a:avLst/>
              <a:gdLst>
                <a:gd name="T0" fmla="*/ 19 w 23"/>
                <a:gd name="T1" fmla="*/ 47 h 15"/>
                <a:gd name="T2" fmla="*/ 13 w 23"/>
                <a:gd name="T3" fmla="*/ 15 h 15"/>
                <a:gd name="T4" fmla="*/ 74 w 23"/>
                <a:gd name="T5" fmla="*/ 0 h 15"/>
                <a:gd name="T6" fmla="*/ 65 w 23"/>
                <a:gd name="T7" fmla="*/ 1 h 15"/>
                <a:gd name="T8" fmla="*/ 40 w 23"/>
                <a:gd name="T9" fmla="*/ 13 h 15"/>
                <a:gd name="T10" fmla="*/ 19 w 23"/>
                <a:gd name="T11" fmla="*/ 4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6" y="15"/>
                  </a:moveTo>
                  <a:cubicBezTo>
                    <a:pt x="3" y="12"/>
                    <a:pt x="0" y="9"/>
                    <a:pt x="4" y="5"/>
                  </a:cubicBezTo>
                  <a:cubicBezTo>
                    <a:pt x="10" y="0"/>
                    <a:pt x="16" y="0"/>
                    <a:pt x="23" y="0"/>
                  </a:cubicBezTo>
                  <a:cubicBezTo>
                    <a:pt x="22" y="0"/>
                    <a:pt x="21" y="1"/>
                    <a:pt x="20" y="1"/>
                  </a:cubicBezTo>
                  <a:cubicBezTo>
                    <a:pt x="17" y="2"/>
                    <a:pt x="14" y="3"/>
                    <a:pt x="12" y="4"/>
                  </a:cubicBezTo>
                  <a:cubicBezTo>
                    <a:pt x="10" y="6"/>
                    <a:pt x="1" y="11"/>
                    <a:pt x="6" y="14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9" name="Freeform 251">
              <a:extLst>
                <a:ext uri="{FF2B5EF4-FFF2-40B4-BE49-F238E27FC236}">
                  <a16:creationId xmlns:a16="http://schemas.microsoft.com/office/drawing/2014/main" id="{4578948C-AF49-46B3-AECC-04607C6FD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243"/>
              <a:ext cx="33" cy="27"/>
            </a:xfrm>
            <a:custGeom>
              <a:avLst/>
              <a:gdLst>
                <a:gd name="T0" fmla="*/ 5 w 22"/>
                <a:gd name="T1" fmla="*/ 62 h 18"/>
                <a:gd name="T2" fmla="*/ 27 w 22"/>
                <a:gd name="T3" fmla="*/ 26 h 18"/>
                <a:gd name="T4" fmla="*/ 75 w 22"/>
                <a:gd name="T5" fmla="*/ 32 h 18"/>
                <a:gd name="T6" fmla="*/ 39 w 22"/>
                <a:gd name="T7" fmla="*/ 5 h 18"/>
                <a:gd name="T8" fmla="*/ 14 w 22"/>
                <a:gd name="T9" fmla="*/ 14 h 18"/>
                <a:gd name="T10" fmla="*/ 5 w 22"/>
                <a:gd name="T11" fmla="*/ 4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8">
                  <a:moveTo>
                    <a:pt x="1" y="18"/>
                  </a:moveTo>
                  <a:cubicBezTo>
                    <a:pt x="0" y="13"/>
                    <a:pt x="4" y="9"/>
                    <a:pt x="8" y="7"/>
                  </a:cubicBezTo>
                  <a:cubicBezTo>
                    <a:pt x="13" y="5"/>
                    <a:pt x="17" y="8"/>
                    <a:pt x="22" y="9"/>
                  </a:cubicBezTo>
                  <a:cubicBezTo>
                    <a:pt x="20" y="4"/>
                    <a:pt x="16" y="0"/>
                    <a:pt x="11" y="1"/>
                  </a:cubicBezTo>
                  <a:cubicBezTo>
                    <a:pt x="8" y="1"/>
                    <a:pt x="6" y="2"/>
                    <a:pt x="4" y="4"/>
                  </a:cubicBezTo>
                  <a:cubicBezTo>
                    <a:pt x="1" y="7"/>
                    <a:pt x="2" y="10"/>
                    <a:pt x="1" y="13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0" name="Freeform 252">
              <a:extLst>
                <a:ext uri="{FF2B5EF4-FFF2-40B4-BE49-F238E27FC236}">
                  <a16:creationId xmlns:a16="http://schemas.microsoft.com/office/drawing/2014/main" id="{2EB9FF73-4C21-4993-99DE-0C7182E5B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283"/>
              <a:ext cx="16" cy="21"/>
            </a:xfrm>
            <a:custGeom>
              <a:avLst/>
              <a:gdLst>
                <a:gd name="T0" fmla="*/ 9 w 11"/>
                <a:gd name="T1" fmla="*/ 48 h 14"/>
                <a:gd name="T2" fmla="*/ 13 w 11"/>
                <a:gd name="T3" fmla="*/ 12 h 14"/>
                <a:gd name="T4" fmla="*/ 33 w 11"/>
                <a:gd name="T5" fmla="*/ 41 h 14"/>
                <a:gd name="T6" fmla="*/ 22 w 11"/>
                <a:gd name="T7" fmla="*/ 21 h 14"/>
                <a:gd name="T8" fmla="*/ 13 w 11"/>
                <a:gd name="T9" fmla="*/ 4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3" y="14"/>
                  </a:moveTo>
                  <a:cubicBezTo>
                    <a:pt x="2" y="11"/>
                    <a:pt x="0" y="5"/>
                    <a:pt x="4" y="3"/>
                  </a:cubicBezTo>
                  <a:cubicBezTo>
                    <a:pt x="9" y="0"/>
                    <a:pt x="11" y="8"/>
                    <a:pt x="11" y="12"/>
                  </a:cubicBezTo>
                  <a:cubicBezTo>
                    <a:pt x="10" y="10"/>
                    <a:pt x="9" y="7"/>
                    <a:pt x="7" y="6"/>
                  </a:cubicBezTo>
                  <a:cubicBezTo>
                    <a:pt x="4" y="6"/>
                    <a:pt x="4" y="10"/>
                    <a:pt x="4" y="12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1" name="Freeform 253">
              <a:extLst>
                <a:ext uri="{FF2B5EF4-FFF2-40B4-BE49-F238E27FC236}">
                  <a16:creationId xmlns:a16="http://schemas.microsoft.com/office/drawing/2014/main" id="{59B4DA97-7406-4BB4-B3BE-E5795D81C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385"/>
              <a:ext cx="21" cy="41"/>
            </a:xfrm>
            <a:custGeom>
              <a:avLst/>
              <a:gdLst>
                <a:gd name="T0" fmla="*/ 48 w 14"/>
                <a:gd name="T1" fmla="*/ 0 h 28"/>
                <a:gd name="T2" fmla="*/ 21 w 14"/>
                <a:gd name="T3" fmla="*/ 47 h 28"/>
                <a:gd name="T4" fmla="*/ 21 w 14"/>
                <a:gd name="T5" fmla="*/ 69 h 28"/>
                <a:gd name="T6" fmla="*/ 35 w 14"/>
                <a:gd name="T7" fmla="*/ 82 h 28"/>
                <a:gd name="T8" fmla="*/ 12 w 14"/>
                <a:gd name="T9" fmla="*/ 86 h 28"/>
                <a:gd name="T10" fmla="*/ 5 w 14"/>
                <a:gd name="T11" fmla="*/ 60 h 28"/>
                <a:gd name="T12" fmla="*/ 26 w 14"/>
                <a:gd name="T13" fmla="*/ 26 h 28"/>
                <a:gd name="T14" fmla="*/ 41 w 14"/>
                <a:gd name="T15" fmla="*/ 13 h 28"/>
                <a:gd name="T16" fmla="*/ 48 w 14"/>
                <a:gd name="T17" fmla="*/ 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8">
                  <a:moveTo>
                    <a:pt x="14" y="0"/>
                  </a:moveTo>
                  <a:cubicBezTo>
                    <a:pt x="10" y="4"/>
                    <a:pt x="7" y="9"/>
                    <a:pt x="6" y="15"/>
                  </a:cubicBezTo>
                  <a:cubicBezTo>
                    <a:pt x="6" y="17"/>
                    <a:pt x="5" y="19"/>
                    <a:pt x="6" y="22"/>
                  </a:cubicBezTo>
                  <a:cubicBezTo>
                    <a:pt x="7" y="23"/>
                    <a:pt x="9" y="25"/>
                    <a:pt x="10" y="26"/>
                  </a:cubicBezTo>
                  <a:cubicBezTo>
                    <a:pt x="8" y="26"/>
                    <a:pt x="5" y="28"/>
                    <a:pt x="3" y="27"/>
                  </a:cubicBezTo>
                  <a:cubicBezTo>
                    <a:pt x="0" y="26"/>
                    <a:pt x="1" y="21"/>
                    <a:pt x="1" y="19"/>
                  </a:cubicBezTo>
                  <a:cubicBezTo>
                    <a:pt x="2" y="15"/>
                    <a:pt x="5" y="11"/>
                    <a:pt x="7" y="8"/>
                  </a:cubicBezTo>
                  <a:cubicBezTo>
                    <a:pt x="8" y="6"/>
                    <a:pt x="10" y="6"/>
                    <a:pt x="12" y="4"/>
                  </a:cubicBezTo>
                  <a:cubicBezTo>
                    <a:pt x="13" y="4"/>
                    <a:pt x="13" y="2"/>
                    <a:pt x="14" y="2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2" name="Freeform 254">
              <a:extLst>
                <a:ext uri="{FF2B5EF4-FFF2-40B4-BE49-F238E27FC236}">
                  <a16:creationId xmlns:a16="http://schemas.microsoft.com/office/drawing/2014/main" id="{61D488C2-32CD-41D5-ABE5-D4B102EE8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313"/>
              <a:ext cx="25" cy="35"/>
            </a:xfrm>
            <a:custGeom>
              <a:avLst/>
              <a:gdLst>
                <a:gd name="T0" fmla="*/ 0 w 17"/>
                <a:gd name="T1" fmla="*/ 15 h 24"/>
                <a:gd name="T2" fmla="*/ 54 w 17"/>
                <a:gd name="T3" fmla="*/ 74 h 24"/>
                <a:gd name="T4" fmla="*/ 28 w 17"/>
                <a:gd name="T5" fmla="*/ 41 h 24"/>
                <a:gd name="T6" fmla="*/ 1 w 17"/>
                <a:gd name="T7" fmla="*/ 2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0" y="5"/>
                  </a:moveTo>
                  <a:cubicBezTo>
                    <a:pt x="5" y="0"/>
                    <a:pt x="17" y="20"/>
                    <a:pt x="17" y="24"/>
                  </a:cubicBezTo>
                  <a:cubicBezTo>
                    <a:pt x="14" y="20"/>
                    <a:pt x="12" y="16"/>
                    <a:pt x="9" y="13"/>
                  </a:cubicBezTo>
                  <a:cubicBezTo>
                    <a:pt x="7" y="11"/>
                    <a:pt x="4" y="7"/>
                    <a:pt x="1" y="7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3" name="Freeform 255">
              <a:extLst>
                <a:ext uri="{FF2B5EF4-FFF2-40B4-BE49-F238E27FC236}">
                  <a16:creationId xmlns:a16="http://schemas.microsoft.com/office/drawing/2014/main" id="{1C9A7D29-3C82-448B-9B28-008082547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452"/>
              <a:ext cx="23" cy="18"/>
            </a:xfrm>
            <a:custGeom>
              <a:avLst/>
              <a:gdLst>
                <a:gd name="T0" fmla="*/ 9 w 16"/>
                <a:gd name="T1" fmla="*/ 0 h 12"/>
                <a:gd name="T2" fmla="*/ 19 w 16"/>
                <a:gd name="T3" fmla="*/ 39 h 12"/>
                <a:gd name="T4" fmla="*/ 47 w 16"/>
                <a:gd name="T5" fmla="*/ 21 h 12"/>
                <a:gd name="T6" fmla="*/ 24 w 16"/>
                <a:gd name="T7" fmla="*/ 27 h 12"/>
                <a:gd name="T8" fmla="*/ 9 w 16"/>
                <a:gd name="T9" fmla="*/ 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3" y="0"/>
                  </a:moveTo>
                  <a:cubicBezTo>
                    <a:pt x="0" y="3"/>
                    <a:pt x="2" y="10"/>
                    <a:pt x="6" y="11"/>
                  </a:cubicBezTo>
                  <a:cubicBezTo>
                    <a:pt x="11" y="12"/>
                    <a:pt x="14" y="11"/>
                    <a:pt x="16" y="6"/>
                  </a:cubicBezTo>
                  <a:cubicBezTo>
                    <a:pt x="13" y="7"/>
                    <a:pt x="11" y="8"/>
                    <a:pt x="8" y="8"/>
                  </a:cubicBezTo>
                  <a:cubicBezTo>
                    <a:pt x="6" y="8"/>
                    <a:pt x="0" y="5"/>
                    <a:pt x="3" y="2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4" name="Freeform 256">
              <a:extLst>
                <a:ext uri="{FF2B5EF4-FFF2-40B4-BE49-F238E27FC236}">
                  <a16:creationId xmlns:a16="http://schemas.microsoft.com/office/drawing/2014/main" id="{9F16430E-F8EC-4D94-8F94-407A05E5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445"/>
              <a:ext cx="20" cy="38"/>
            </a:xfrm>
            <a:custGeom>
              <a:avLst/>
              <a:gdLst>
                <a:gd name="T0" fmla="*/ 41 w 14"/>
                <a:gd name="T1" fmla="*/ 13 h 26"/>
                <a:gd name="T2" fmla="*/ 14 w 14"/>
                <a:gd name="T3" fmla="*/ 38 h 26"/>
                <a:gd name="T4" fmla="*/ 14 w 14"/>
                <a:gd name="T5" fmla="*/ 82 h 26"/>
                <a:gd name="T6" fmla="*/ 6 w 14"/>
                <a:gd name="T7" fmla="*/ 41 h 26"/>
                <a:gd name="T8" fmla="*/ 41 w 14"/>
                <a:gd name="T9" fmla="*/ 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14" y="4"/>
                  </a:moveTo>
                  <a:cubicBezTo>
                    <a:pt x="11" y="2"/>
                    <a:pt x="6" y="9"/>
                    <a:pt x="5" y="12"/>
                  </a:cubicBezTo>
                  <a:cubicBezTo>
                    <a:pt x="4" y="16"/>
                    <a:pt x="2" y="22"/>
                    <a:pt x="5" y="26"/>
                  </a:cubicBezTo>
                  <a:cubicBezTo>
                    <a:pt x="1" y="22"/>
                    <a:pt x="0" y="18"/>
                    <a:pt x="2" y="13"/>
                  </a:cubicBezTo>
                  <a:cubicBezTo>
                    <a:pt x="3" y="9"/>
                    <a:pt x="9" y="0"/>
                    <a:pt x="14" y="3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5" name="Freeform 257">
              <a:extLst>
                <a:ext uri="{FF2B5EF4-FFF2-40B4-BE49-F238E27FC236}">
                  <a16:creationId xmlns:a16="http://schemas.microsoft.com/office/drawing/2014/main" id="{7EC81D13-9E11-4993-9A15-BB8E6D83F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402"/>
              <a:ext cx="17" cy="30"/>
            </a:xfrm>
            <a:custGeom>
              <a:avLst/>
              <a:gdLst>
                <a:gd name="T0" fmla="*/ 0 w 11"/>
                <a:gd name="T1" fmla="*/ 0 h 20"/>
                <a:gd name="T2" fmla="*/ 26 w 11"/>
                <a:gd name="T3" fmla="*/ 26 h 20"/>
                <a:gd name="T4" fmla="*/ 14 w 11"/>
                <a:gd name="T5" fmla="*/ 68 h 20"/>
                <a:gd name="T6" fmla="*/ 40 w 11"/>
                <a:gd name="T7" fmla="*/ 27 h 20"/>
                <a:gd name="T8" fmla="*/ 5 w 11"/>
                <a:gd name="T9" fmla="*/ 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3" y="2"/>
                    <a:pt x="6" y="3"/>
                    <a:pt x="7" y="7"/>
                  </a:cubicBezTo>
                  <a:cubicBezTo>
                    <a:pt x="9" y="12"/>
                    <a:pt x="7" y="17"/>
                    <a:pt x="4" y="20"/>
                  </a:cubicBezTo>
                  <a:cubicBezTo>
                    <a:pt x="6" y="16"/>
                    <a:pt x="11" y="12"/>
                    <a:pt x="11" y="8"/>
                  </a:cubicBezTo>
                  <a:cubicBezTo>
                    <a:pt x="10" y="2"/>
                    <a:pt x="5" y="0"/>
                    <a:pt x="1" y="1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6" name="Freeform 258">
              <a:extLst>
                <a:ext uri="{FF2B5EF4-FFF2-40B4-BE49-F238E27FC236}">
                  <a16:creationId xmlns:a16="http://schemas.microsoft.com/office/drawing/2014/main" id="{6BD124D3-2780-47AE-8C2D-2309167B6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301"/>
              <a:ext cx="19" cy="32"/>
            </a:xfrm>
            <a:custGeom>
              <a:avLst/>
              <a:gdLst>
                <a:gd name="T0" fmla="*/ 41 w 13"/>
                <a:gd name="T1" fmla="*/ 15 h 22"/>
                <a:gd name="T2" fmla="*/ 13 w 13"/>
                <a:gd name="T3" fmla="*/ 1 h 22"/>
                <a:gd name="T4" fmla="*/ 32 w 13"/>
                <a:gd name="T5" fmla="*/ 68 h 22"/>
                <a:gd name="T6" fmla="*/ 34 w 13"/>
                <a:gd name="T7" fmla="*/ 1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5"/>
                  </a:moveTo>
                  <a:cubicBezTo>
                    <a:pt x="11" y="3"/>
                    <a:pt x="6" y="1"/>
                    <a:pt x="4" y="1"/>
                  </a:cubicBezTo>
                  <a:cubicBezTo>
                    <a:pt x="0" y="7"/>
                    <a:pt x="6" y="18"/>
                    <a:pt x="10" y="22"/>
                  </a:cubicBezTo>
                  <a:cubicBezTo>
                    <a:pt x="5" y="19"/>
                    <a:pt x="3" y="0"/>
                    <a:pt x="11" y="5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7" name="Freeform 259">
              <a:extLst>
                <a:ext uri="{FF2B5EF4-FFF2-40B4-BE49-F238E27FC236}">
                  <a16:creationId xmlns:a16="http://schemas.microsoft.com/office/drawing/2014/main" id="{F3A50D81-E70D-4E85-8045-613A9A4AB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380"/>
              <a:ext cx="11" cy="24"/>
            </a:xfrm>
            <a:custGeom>
              <a:avLst/>
              <a:gdLst>
                <a:gd name="T0" fmla="*/ 0 w 7"/>
                <a:gd name="T1" fmla="*/ 0 h 16"/>
                <a:gd name="T2" fmla="*/ 5 w 7"/>
                <a:gd name="T3" fmla="*/ 54 h 16"/>
                <a:gd name="T4" fmla="*/ 0 w 7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4"/>
                    <a:pt x="7" y="13"/>
                    <a:pt x="1" y="16"/>
                  </a:cubicBezTo>
                  <a:cubicBezTo>
                    <a:pt x="1" y="11"/>
                    <a:pt x="3" y="5"/>
                    <a:pt x="0" y="1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8" name="Freeform 260">
              <a:extLst>
                <a:ext uri="{FF2B5EF4-FFF2-40B4-BE49-F238E27FC236}">
                  <a16:creationId xmlns:a16="http://schemas.microsoft.com/office/drawing/2014/main" id="{C58459C2-89DF-4135-A2F8-B87FA2EF5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339"/>
              <a:ext cx="12" cy="43"/>
            </a:xfrm>
            <a:custGeom>
              <a:avLst/>
              <a:gdLst>
                <a:gd name="T0" fmla="*/ 26 w 8"/>
                <a:gd name="T1" fmla="*/ 15 h 29"/>
                <a:gd name="T2" fmla="*/ 8 w 8"/>
                <a:gd name="T3" fmla="*/ 46 h 29"/>
                <a:gd name="T4" fmla="*/ 27 w 8"/>
                <a:gd name="T5" fmla="*/ 95 h 29"/>
                <a:gd name="T6" fmla="*/ 27 w 8"/>
                <a:gd name="T7" fmla="*/ 1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9">
                  <a:moveTo>
                    <a:pt x="7" y="5"/>
                  </a:moveTo>
                  <a:cubicBezTo>
                    <a:pt x="2" y="0"/>
                    <a:pt x="1" y="11"/>
                    <a:pt x="2" y="14"/>
                  </a:cubicBezTo>
                  <a:cubicBezTo>
                    <a:pt x="2" y="19"/>
                    <a:pt x="5" y="25"/>
                    <a:pt x="8" y="29"/>
                  </a:cubicBezTo>
                  <a:cubicBezTo>
                    <a:pt x="6" y="25"/>
                    <a:pt x="0" y="6"/>
                    <a:pt x="8" y="5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9" name="Freeform 261">
              <a:extLst>
                <a:ext uri="{FF2B5EF4-FFF2-40B4-BE49-F238E27FC236}">
                  <a16:creationId xmlns:a16="http://schemas.microsoft.com/office/drawing/2014/main" id="{2DCDC7E7-3D67-4C26-A756-299E45428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261"/>
              <a:ext cx="9" cy="29"/>
            </a:xfrm>
            <a:custGeom>
              <a:avLst/>
              <a:gdLst>
                <a:gd name="T0" fmla="*/ 14 w 6"/>
                <a:gd name="T1" fmla="*/ 9 h 20"/>
                <a:gd name="T2" fmla="*/ 0 w 6"/>
                <a:gd name="T3" fmla="*/ 22 h 20"/>
                <a:gd name="T4" fmla="*/ 21 w 6"/>
                <a:gd name="T5" fmla="*/ 61 h 20"/>
                <a:gd name="T6" fmla="*/ 18 w 6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0">
                  <a:moveTo>
                    <a:pt x="4" y="3"/>
                  </a:moveTo>
                  <a:cubicBezTo>
                    <a:pt x="2" y="0"/>
                    <a:pt x="0" y="4"/>
                    <a:pt x="0" y="7"/>
                  </a:cubicBezTo>
                  <a:cubicBezTo>
                    <a:pt x="0" y="12"/>
                    <a:pt x="4" y="15"/>
                    <a:pt x="6" y="20"/>
                  </a:cubicBezTo>
                  <a:cubicBezTo>
                    <a:pt x="6" y="17"/>
                    <a:pt x="1" y="3"/>
                    <a:pt x="5" y="3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0" name="Freeform 262">
              <a:extLst>
                <a:ext uri="{FF2B5EF4-FFF2-40B4-BE49-F238E27FC236}">
                  <a16:creationId xmlns:a16="http://schemas.microsoft.com/office/drawing/2014/main" id="{04ADCA51-CCF9-4043-873C-145D851B2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352"/>
              <a:ext cx="14" cy="27"/>
            </a:xfrm>
            <a:custGeom>
              <a:avLst/>
              <a:gdLst>
                <a:gd name="T0" fmla="*/ 22 w 9"/>
                <a:gd name="T1" fmla="*/ 8 h 18"/>
                <a:gd name="T2" fmla="*/ 0 w 9"/>
                <a:gd name="T3" fmla="*/ 14 h 18"/>
                <a:gd name="T4" fmla="*/ 34 w 9"/>
                <a:gd name="T5" fmla="*/ 62 h 18"/>
                <a:gd name="T6" fmla="*/ 19 w 9"/>
                <a:gd name="T7" fmla="*/ 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6" y="2"/>
                  </a:moveTo>
                  <a:cubicBezTo>
                    <a:pt x="4" y="1"/>
                    <a:pt x="0" y="0"/>
                    <a:pt x="0" y="4"/>
                  </a:cubicBezTo>
                  <a:cubicBezTo>
                    <a:pt x="0" y="9"/>
                    <a:pt x="5" y="16"/>
                    <a:pt x="9" y="18"/>
                  </a:cubicBezTo>
                  <a:cubicBezTo>
                    <a:pt x="6" y="17"/>
                    <a:pt x="0" y="5"/>
                    <a:pt x="5" y="3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1" name="Freeform 263">
              <a:extLst>
                <a:ext uri="{FF2B5EF4-FFF2-40B4-BE49-F238E27FC236}">
                  <a16:creationId xmlns:a16="http://schemas.microsoft.com/office/drawing/2014/main" id="{AB3045F4-7418-426F-BE18-1B31BC232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360"/>
              <a:ext cx="30" cy="28"/>
            </a:xfrm>
            <a:custGeom>
              <a:avLst/>
              <a:gdLst>
                <a:gd name="T0" fmla="*/ 0 w 20"/>
                <a:gd name="T1" fmla="*/ 0 h 19"/>
                <a:gd name="T2" fmla="*/ 66 w 20"/>
                <a:gd name="T3" fmla="*/ 60 h 19"/>
                <a:gd name="T4" fmla="*/ 62 w 20"/>
                <a:gd name="T5" fmla="*/ 60 h 19"/>
                <a:gd name="T6" fmla="*/ 45 w 20"/>
                <a:gd name="T7" fmla="*/ 28 h 19"/>
                <a:gd name="T8" fmla="*/ 8 w 20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8" y="0"/>
                    <a:pt x="20" y="11"/>
                    <a:pt x="19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6" y="16"/>
                    <a:pt x="15" y="12"/>
                    <a:pt x="13" y="9"/>
                  </a:cubicBezTo>
                  <a:cubicBezTo>
                    <a:pt x="10" y="5"/>
                    <a:pt x="7" y="3"/>
                    <a:pt x="2" y="1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2" name="Freeform 264">
              <a:extLst>
                <a:ext uri="{FF2B5EF4-FFF2-40B4-BE49-F238E27FC236}">
                  <a16:creationId xmlns:a16="http://schemas.microsoft.com/office/drawing/2014/main" id="{639DBF2F-F67E-4C56-B3E7-0E3319F8C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429"/>
              <a:ext cx="18" cy="13"/>
            </a:xfrm>
            <a:custGeom>
              <a:avLst/>
              <a:gdLst>
                <a:gd name="T0" fmla="*/ 26 w 12"/>
                <a:gd name="T1" fmla="*/ 0 h 9"/>
                <a:gd name="T2" fmla="*/ 27 w 12"/>
                <a:gd name="T3" fmla="*/ 20 h 9"/>
                <a:gd name="T4" fmla="*/ 0 w 12"/>
                <a:gd name="T5" fmla="*/ 13 h 9"/>
                <a:gd name="T6" fmla="*/ 26 w 12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7" y="0"/>
                  </a:moveTo>
                  <a:cubicBezTo>
                    <a:pt x="9" y="2"/>
                    <a:pt x="12" y="6"/>
                    <a:pt x="8" y="7"/>
                  </a:cubicBezTo>
                  <a:cubicBezTo>
                    <a:pt x="6" y="9"/>
                    <a:pt x="2" y="5"/>
                    <a:pt x="0" y="4"/>
                  </a:cubicBezTo>
                  <a:cubicBezTo>
                    <a:pt x="2" y="6"/>
                    <a:pt x="11" y="5"/>
                    <a:pt x="7" y="1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3" name="Freeform 265">
              <a:extLst>
                <a:ext uri="{FF2B5EF4-FFF2-40B4-BE49-F238E27FC236}">
                  <a16:creationId xmlns:a16="http://schemas.microsoft.com/office/drawing/2014/main" id="{943BDD28-C4D1-4B4A-B440-6D807A36C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460"/>
              <a:ext cx="9" cy="17"/>
            </a:xfrm>
            <a:custGeom>
              <a:avLst/>
              <a:gdLst>
                <a:gd name="T0" fmla="*/ 21 w 6"/>
                <a:gd name="T1" fmla="*/ 6 h 12"/>
                <a:gd name="T2" fmla="*/ 12 w 6"/>
                <a:gd name="T3" fmla="*/ 0 h 12"/>
                <a:gd name="T4" fmla="*/ 0 w 6"/>
                <a:gd name="T5" fmla="*/ 34 h 12"/>
                <a:gd name="T6" fmla="*/ 21 w 6"/>
                <a:gd name="T7" fmla="*/ 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6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0" y="3"/>
                    <a:pt x="0" y="8"/>
                    <a:pt x="0" y="12"/>
                  </a:cubicBezTo>
                  <a:cubicBezTo>
                    <a:pt x="1" y="8"/>
                    <a:pt x="2" y="3"/>
                    <a:pt x="6" y="2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4" name="Freeform 266">
              <a:extLst>
                <a:ext uri="{FF2B5EF4-FFF2-40B4-BE49-F238E27FC236}">
                  <a16:creationId xmlns:a16="http://schemas.microsoft.com/office/drawing/2014/main" id="{8C720F09-C861-4804-A4E8-65DEA0CD9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413"/>
              <a:ext cx="14" cy="17"/>
            </a:xfrm>
            <a:custGeom>
              <a:avLst/>
              <a:gdLst>
                <a:gd name="T0" fmla="*/ 8 w 10"/>
                <a:gd name="T1" fmla="*/ 0 h 12"/>
                <a:gd name="T2" fmla="*/ 11 w 10"/>
                <a:gd name="T3" fmla="*/ 28 h 12"/>
                <a:gd name="T4" fmla="*/ 28 w 10"/>
                <a:gd name="T5" fmla="*/ 14 h 12"/>
                <a:gd name="T6" fmla="*/ 14 w 10"/>
                <a:gd name="T7" fmla="*/ 20 h 12"/>
                <a:gd name="T8" fmla="*/ 11 w 10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3" y="0"/>
                  </a:moveTo>
                  <a:cubicBezTo>
                    <a:pt x="0" y="1"/>
                    <a:pt x="1" y="8"/>
                    <a:pt x="4" y="10"/>
                  </a:cubicBezTo>
                  <a:cubicBezTo>
                    <a:pt x="7" y="12"/>
                    <a:pt x="10" y="9"/>
                    <a:pt x="10" y="5"/>
                  </a:cubicBezTo>
                  <a:cubicBezTo>
                    <a:pt x="8" y="7"/>
                    <a:pt x="7" y="9"/>
                    <a:pt x="5" y="7"/>
                  </a:cubicBezTo>
                  <a:cubicBezTo>
                    <a:pt x="3" y="6"/>
                    <a:pt x="2" y="2"/>
                    <a:pt x="4" y="1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5" name="Freeform 267">
              <a:extLst>
                <a:ext uri="{FF2B5EF4-FFF2-40B4-BE49-F238E27FC236}">
                  <a16:creationId xmlns:a16="http://schemas.microsoft.com/office/drawing/2014/main" id="{9924FF94-28F4-4A79-9C74-6B39E931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380"/>
              <a:ext cx="15" cy="25"/>
            </a:xfrm>
            <a:custGeom>
              <a:avLst/>
              <a:gdLst>
                <a:gd name="T0" fmla="*/ 0 w 10"/>
                <a:gd name="T1" fmla="*/ 13 h 17"/>
                <a:gd name="T2" fmla="*/ 35 w 10"/>
                <a:gd name="T3" fmla="*/ 22 h 17"/>
                <a:gd name="T4" fmla="*/ 12 w 10"/>
                <a:gd name="T5" fmla="*/ 51 h 17"/>
                <a:gd name="T6" fmla="*/ 27 w 10"/>
                <a:gd name="T7" fmla="*/ 26 h 17"/>
                <a:gd name="T8" fmla="*/ 8 w 10"/>
                <a:gd name="T9" fmla="*/ 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7">
                  <a:moveTo>
                    <a:pt x="0" y="4"/>
                  </a:moveTo>
                  <a:cubicBezTo>
                    <a:pt x="3" y="0"/>
                    <a:pt x="10" y="2"/>
                    <a:pt x="10" y="7"/>
                  </a:cubicBezTo>
                  <a:cubicBezTo>
                    <a:pt x="10" y="10"/>
                    <a:pt x="7" y="17"/>
                    <a:pt x="3" y="16"/>
                  </a:cubicBezTo>
                  <a:cubicBezTo>
                    <a:pt x="4" y="14"/>
                    <a:pt x="8" y="11"/>
                    <a:pt x="8" y="8"/>
                  </a:cubicBezTo>
                  <a:cubicBezTo>
                    <a:pt x="8" y="5"/>
                    <a:pt x="3" y="3"/>
                    <a:pt x="2" y="5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6" name="Freeform 268">
              <a:extLst>
                <a:ext uri="{FF2B5EF4-FFF2-40B4-BE49-F238E27FC236}">
                  <a16:creationId xmlns:a16="http://schemas.microsoft.com/office/drawing/2014/main" id="{FB35708E-A876-4CA2-B3F0-F2ABF905D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537"/>
              <a:ext cx="376" cy="1062"/>
            </a:xfrm>
            <a:custGeom>
              <a:avLst/>
              <a:gdLst>
                <a:gd name="T0" fmla="*/ 817 w 255"/>
                <a:gd name="T1" fmla="*/ 2298 h 722"/>
                <a:gd name="T2" fmla="*/ 0 w 255"/>
                <a:gd name="T3" fmla="*/ 0 h 7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5" h="722">
                  <a:moveTo>
                    <a:pt x="255" y="722"/>
                  </a:moveTo>
                  <a:cubicBezTo>
                    <a:pt x="255" y="722"/>
                    <a:pt x="41" y="506"/>
                    <a:pt x="0" y="0"/>
                  </a:cubicBez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7" name="Freeform 269">
              <a:extLst>
                <a:ext uri="{FF2B5EF4-FFF2-40B4-BE49-F238E27FC236}">
                  <a16:creationId xmlns:a16="http://schemas.microsoft.com/office/drawing/2014/main" id="{A2232808-D678-4E30-9195-A88F5B6EF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530"/>
              <a:ext cx="93" cy="47"/>
            </a:xfrm>
            <a:custGeom>
              <a:avLst/>
              <a:gdLst>
                <a:gd name="T0" fmla="*/ 0 w 93"/>
                <a:gd name="T1" fmla="*/ 47 h 47"/>
                <a:gd name="T2" fmla="*/ 44 w 93"/>
                <a:gd name="T3" fmla="*/ 0 h 47"/>
                <a:gd name="T4" fmla="*/ 93 w 93"/>
                <a:gd name="T5" fmla="*/ 4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47">
                  <a:moveTo>
                    <a:pt x="0" y="47"/>
                  </a:moveTo>
                  <a:lnTo>
                    <a:pt x="44" y="0"/>
                  </a:lnTo>
                  <a:lnTo>
                    <a:pt x="93" y="44"/>
                  </a:ln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8" name="Freeform 270">
              <a:extLst>
                <a:ext uri="{FF2B5EF4-FFF2-40B4-BE49-F238E27FC236}">
                  <a16:creationId xmlns:a16="http://schemas.microsoft.com/office/drawing/2014/main" id="{86A133A8-8C62-4C11-8EB9-F59D3B3B8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992"/>
              <a:ext cx="66" cy="69"/>
            </a:xfrm>
            <a:custGeom>
              <a:avLst/>
              <a:gdLst>
                <a:gd name="T0" fmla="*/ 0 w 66"/>
                <a:gd name="T1" fmla="*/ 0 h 69"/>
                <a:gd name="T2" fmla="*/ 66 w 66"/>
                <a:gd name="T3" fmla="*/ 3 h 69"/>
                <a:gd name="T4" fmla="*/ 62 w 66"/>
                <a:gd name="T5" fmla="*/ 6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9">
                  <a:moveTo>
                    <a:pt x="0" y="0"/>
                  </a:moveTo>
                  <a:lnTo>
                    <a:pt x="66" y="3"/>
                  </a:lnTo>
                  <a:lnTo>
                    <a:pt x="62" y="69"/>
                  </a:ln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9" name="Freeform 271">
              <a:extLst>
                <a:ext uri="{FF2B5EF4-FFF2-40B4-BE49-F238E27FC236}">
                  <a16:creationId xmlns:a16="http://schemas.microsoft.com/office/drawing/2014/main" id="{93503868-EBAF-4ADA-93E9-0CADCE072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999"/>
              <a:ext cx="390" cy="325"/>
            </a:xfrm>
            <a:custGeom>
              <a:avLst/>
              <a:gdLst>
                <a:gd name="T0" fmla="*/ 133 w 264"/>
                <a:gd name="T1" fmla="*/ 703 h 221"/>
                <a:gd name="T2" fmla="*/ 287 w 264"/>
                <a:gd name="T3" fmla="*/ 387 h 221"/>
                <a:gd name="T4" fmla="*/ 851 w 264"/>
                <a:gd name="T5" fmla="*/ 0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221">
                  <a:moveTo>
                    <a:pt x="41" y="221"/>
                  </a:moveTo>
                  <a:cubicBezTo>
                    <a:pt x="41" y="221"/>
                    <a:pt x="0" y="162"/>
                    <a:pt x="89" y="122"/>
                  </a:cubicBezTo>
                  <a:cubicBezTo>
                    <a:pt x="178" y="81"/>
                    <a:pt x="206" y="59"/>
                    <a:pt x="264" y="0"/>
                  </a:cubicBez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0" name="Line 272">
              <a:extLst>
                <a:ext uri="{FF2B5EF4-FFF2-40B4-BE49-F238E27FC236}">
                  <a16:creationId xmlns:a16="http://schemas.microsoft.com/office/drawing/2014/main" id="{09823945-32AA-450B-B69E-D1A5A91A0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5" y="3192"/>
              <a:ext cx="1" cy="436"/>
            </a:xfrm>
            <a:prstGeom prst="line">
              <a:avLst/>
            </a:prstGeom>
            <a:noFill/>
            <a:ln w="17463" cap="rnd">
              <a:solidFill>
                <a:srgbClr val="35A42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1" name="Freeform 273">
              <a:extLst>
                <a:ext uri="{FF2B5EF4-FFF2-40B4-BE49-F238E27FC236}">
                  <a16:creationId xmlns:a16="http://schemas.microsoft.com/office/drawing/2014/main" id="{53B4626B-4C84-4C64-981F-6DB57256E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817"/>
              <a:ext cx="259" cy="400"/>
            </a:xfrm>
            <a:custGeom>
              <a:avLst/>
              <a:gdLst>
                <a:gd name="T0" fmla="*/ 0 w 176"/>
                <a:gd name="T1" fmla="*/ 0 h 272"/>
                <a:gd name="T2" fmla="*/ 561 w 176"/>
                <a:gd name="T3" fmla="*/ 865 h 2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272">
                  <a:moveTo>
                    <a:pt x="0" y="0"/>
                  </a:moveTo>
                  <a:cubicBezTo>
                    <a:pt x="0" y="0"/>
                    <a:pt x="176" y="129"/>
                    <a:pt x="176" y="272"/>
                  </a:cubicBez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2" name="Freeform 274">
              <a:extLst>
                <a:ext uri="{FF2B5EF4-FFF2-40B4-BE49-F238E27FC236}">
                  <a16:creationId xmlns:a16="http://schemas.microsoft.com/office/drawing/2014/main" id="{4F97A0C8-2049-40FD-AA86-10BD694B5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817"/>
              <a:ext cx="258" cy="400"/>
            </a:xfrm>
            <a:custGeom>
              <a:avLst/>
              <a:gdLst>
                <a:gd name="T0" fmla="*/ 560 w 175"/>
                <a:gd name="T1" fmla="*/ 0 h 272"/>
                <a:gd name="T2" fmla="*/ 0 w 175"/>
                <a:gd name="T3" fmla="*/ 865 h 2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272">
                  <a:moveTo>
                    <a:pt x="175" y="0"/>
                  </a:moveTo>
                  <a:cubicBezTo>
                    <a:pt x="175" y="0"/>
                    <a:pt x="0" y="129"/>
                    <a:pt x="0" y="272"/>
                  </a:cubicBez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3" name="Freeform 275">
              <a:extLst>
                <a:ext uri="{FF2B5EF4-FFF2-40B4-BE49-F238E27FC236}">
                  <a16:creationId xmlns:a16="http://schemas.microsoft.com/office/drawing/2014/main" id="{F4025859-A326-4BBF-8065-7249C1450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805"/>
              <a:ext cx="65" cy="72"/>
            </a:xfrm>
            <a:custGeom>
              <a:avLst/>
              <a:gdLst>
                <a:gd name="T0" fmla="*/ 6 w 65"/>
                <a:gd name="T1" fmla="*/ 72 h 72"/>
                <a:gd name="T2" fmla="*/ 0 w 65"/>
                <a:gd name="T3" fmla="*/ 6 h 72"/>
                <a:gd name="T4" fmla="*/ 65 w 65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72">
                  <a:moveTo>
                    <a:pt x="6" y="72"/>
                  </a:moveTo>
                  <a:lnTo>
                    <a:pt x="0" y="6"/>
                  </a:lnTo>
                  <a:lnTo>
                    <a:pt x="65" y="0"/>
                  </a:ln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4" name="Freeform 276">
              <a:extLst>
                <a:ext uri="{FF2B5EF4-FFF2-40B4-BE49-F238E27FC236}">
                  <a16:creationId xmlns:a16="http://schemas.microsoft.com/office/drawing/2014/main" id="{2F40ED49-BC4E-41F8-AE15-1C1A7C404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808"/>
              <a:ext cx="65" cy="68"/>
            </a:xfrm>
            <a:custGeom>
              <a:avLst/>
              <a:gdLst>
                <a:gd name="T0" fmla="*/ 0 w 65"/>
                <a:gd name="T1" fmla="*/ 0 h 68"/>
                <a:gd name="T2" fmla="*/ 65 w 65"/>
                <a:gd name="T3" fmla="*/ 3 h 68"/>
                <a:gd name="T4" fmla="*/ 64 w 65"/>
                <a:gd name="T5" fmla="*/ 68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65" y="3"/>
                  </a:lnTo>
                  <a:lnTo>
                    <a:pt x="64" y="68"/>
                  </a:ln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5" name="Freeform 277">
              <a:extLst>
                <a:ext uri="{FF2B5EF4-FFF2-40B4-BE49-F238E27FC236}">
                  <a16:creationId xmlns:a16="http://schemas.microsoft.com/office/drawing/2014/main" id="{EAB4D770-E5A6-407D-BBD5-223F5DD32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484"/>
              <a:ext cx="556" cy="1108"/>
            </a:xfrm>
            <a:custGeom>
              <a:avLst/>
              <a:gdLst>
                <a:gd name="T0" fmla="*/ 0 w 377"/>
                <a:gd name="T1" fmla="*/ 2398 h 753"/>
                <a:gd name="T2" fmla="*/ 1209 w 377"/>
                <a:gd name="T3" fmla="*/ 0 h 7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7" h="753">
                  <a:moveTo>
                    <a:pt x="0" y="753"/>
                  </a:moveTo>
                  <a:cubicBezTo>
                    <a:pt x="0" y="753"/>
                    <a:pt x="207" y="565"/>
                    <a:pt x="377" y="0"/>
                  </a:cubicBez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6" name="Freeform 278">
              <a:extLst>
                <a:ext uri="{FF2B5EF4-FFF2-40B4-BE49-F238E27FC236}">
                  <a16:creationId xmlns:a16="http://schemas.microsoft.com/office/drawing/2014/main" id="{CC809E2C-D490-4E45-BA60-C3D756208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414"/>
              <a:ext cx="168" cy="675"/>
            </a:xfrm>
            <a:custGeom>
              <a:avLst/>
              <a:gdLst>
                <a:gd name="T0" fmla="*/ 317 w 114"/>
                <a:gd name="T1" fmla="*/ 1460 h 459"/>
                <a:gd name="T2" fmla="*/ 242 w 114"/>
                <a:gd name="T3" fmla="*/ 925 h 459"/>
                <a:gd name="T4" fmla="*/ 279 w 114"/>
                <a:gd name="T5" fmla="*/ 0 h 4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59">
                  <a:moveTo>
                    <a:pt x="99" y="459"/>
                  </a:moveTo>
                  <a:cubicBezTo>
                    <a:pt x="99" y="459"/>
                    <a:pt x="114" y="401"/>
                    <a:pt x="75" y="291"/>
                  </a:cubicBezTo>
                  <a:cubicBezTo>
                    <a:pt x="36" y="181"/>
                    <a:pt x="0" y="143"/>
                    <a:pt x="87" y="0"/>
                  </a:cubicBez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7" name="Freeform 279">
              <a:extLst>
                <a:ext uri="{FF2B5EF4-FFF2-40B4-BE49-F238E27FC236}">
                  <a16:creationId xmlns:a16="http://schemas.microsoft.com/office/drawing/2014/main" id="{F6769A0E-2D05-40FF-B61B-A8801D42A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1646"/>
              <a:ext cx="376" cy="681"/>
            </a:xfrm>
            <a:custGeom>
              <a:avLst/>
              <a:gdLst>
                <a:gd name="T0" fmla="*/ 755 w 255"/>
                <a:gd name="T1" fmla="*/ 1474 h 463"/>
                <a:gd name="T2" fmla="*/ 498 w 255"/>
                <a:gd name="T3" fmla="*/ 978 h 463"/>
                <a:gd name="T4" fmla="*/ 0 w 255"/>
                <a:gd name="T5" fmla="*/ 0 h 4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5" h="463">
                  <a:moveTo>
                    <a:pt x="235" y="463"/>
                  </a:moveTo>
                  <a:cubicBezTo>
                    <a:pt x="235" y="463"/>
                    <a:pt x="255" y="397"/>
                    <a:pt x="155" y="307"/>
                  </a:cubicBezTo>
                  <a:cubicBezTo>
                    <a:pt x="89" y="247"/>
                    <a:pt x="8" y="105"/>
                    <a:pt x="0" y="0"/>
                  </a:cubicBez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8" name="Freeform 280">
              <a:extLst>
                <a:ext uri="{FF2B5EF4-FFF2-40B4-BE49-F238E27FC236}">
                  <a16:creationId xmlns:a16="http://schemas.microsoft.com/office/drawing/2014/main" id="{1DC18302-2A95-49CF-8BB0-F2BA74014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1643"/>
              <a:ext cx="90" cy="56"/>
            </a:xfrm>
            <a:custGeom>
              <a:avLst/>
              <a:gdLst>
                <a:gd name="T0" fmla="*/ 0 w 90"/>
                <a:gd name="T1" fmla="*/ 56 h 56"/>
                <a:gd name="T2" fmla="*/ 34 w 90"/>
                <a:gd name="T3" fmla="*/ 0 h 56"/>
                <a:gd name="T4" fmla="*/ 90 w 90"/>
                <a:gd name="T5" fmla="*/ 3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56">
                  <a:moveTo>
                    <a:pt x="0" y="56"/>
                  </a:moveTo>
                  <a:lnTo>
                    <a:pt x="34" y="0"/>
                  </a:lnTo>
                  <a:lnTo>
                    <a:pt x="90" y="34"/>
                  </a:ln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9" name="Freeform 281">
              <a:extLst>
                <a:ext uri="{FF2B5EF4-FFF2-40B4-BE49-F238E27FC236}">
                  <a16:creationId xmlns:a16="http://schemas.microsoft.com/office/drawing/2014/main" id="{8EF122F4-6F9C-41FF-9943-28286AC4A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408"/>
              <a:ext cx="77" cy="65"/>
            </a:xfrm>
            <a:custGeom>
              <a:avLst/>
              <a:gdLst>
                <a:gd name="T0" fmla="*/ 0 w 77"/>
                <a:gd name="T1" fmla="*/ 13 h 65"/>
                <a:gd name="T2" fmla="*/ 65 w 77"/>
                <a:gd name="T3" fmla="*/ 0 h 65"/>
                <a:gd name="T4" fmla="*/ 77 w 77"/>
                <a:gd name="T5" fmla="*/ 65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5">
                  <a:moveTo>
                    <a:pt x="0" y="13"/>
                  </a:moveTo>
                  <a:lnTo>
                    <a:pt x="65" y="0"/>
                  </a:lnTo>
                  <a:lnTo>
                    <a:pt x="77" y="65"/>
                  </a:ln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0" name="Freeform 282">
              <a:extLst>
                <a:ext uri="{FF2B5EF4-FFF2-40B4-BE49-F238E27FC236}">
                  <a16:creationId xmlns:a16="http://schemas.microsoft.com/office/drawing/2014/main" id="{1C2B7C06-7529-42B4-A943-BE3DD6035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481"/>
              <a:ext cx="87" cy="61"/>
            </a:xfrm>
            <a:custGeom>
              <a:avLst/>
              <a:gdLst>
                <a:gd name="T0" fmla="*/ 0 w 87"/>
                <a:gd name="T1" fmla="*/ 28 h 61"/>
                <a:gd name="T2" fmla="*/ 59 w 87"/>
                <a:gd name="T3" fmla="*/ 0 h 61"/>
                <a:gd name="T4" fmla="*/ 87 w 87"/>
                <a:gd name="T5" fmla="*/ 61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61">
                  <a:moveTo>
                    <a:pt x="0" y="28"/>
                  </a:moveTo>
                  <a:lnTo>
                    <a:pt x="59" y="0"/>
                  </a:lnTo>
                  <a:lnTo>
                    <a:pt x="87" y="61"/>
                  </a:lnTo>
                </a:path>
              </a:pathLst>
            </a:custGeom>
            <a:noFill/>
            <a:ln w="17463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1" name="Freeform 283">
              <a:extLst>
                <a:ext uri="{FF2B5EF4-FFF2-40B4-BE49-F238E27FC236}">
                  <a16:creationId xmlns:a16="http://schemas.microsoft.com/office/drawing/2014/main" id="{48CA2D25-4608-42A4-BD61-90F9805AF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824"/>
              <a:ext cx="137" cy="125"/>
            </a:xfrm>
            <a:custGeom>
              <a:avLst/>
              <a:gdLst>
                <a:gd name="T0" fmla="*/ 0 w 93"/>
                <a:gd name="T1" fmla="*/ 69 h 85"/>
                <a:gd name="T2" fmla="*/ 156 w 93"/>
                <a:gd name="T3" fmla="*/ 249 h 85"/>
                <a:gd name="T4" fmla="*/ 298 w 93"/>
                <a:gd name="T5" fmla="*/ 0 h 85"/>
                <a:gd name="T6" fmla="*/ 161 w 93"/>
                <a:gd name="T7" fmla="*/ 262 h 85"/>
                <a:gd name="T8" fmla="*/ 0 w 93"/>
                <a:gd name="T9" fmla="*/ 69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85">
                  <a:moveTo>
                    <a:pt x="0" y="22"/>
                  </a:moveTo>
                  <a:cubicBezTo>
                    <a:pt x="0" y="22"/>
                    <a:pt x="25" y="79"/>
                    <a:pt x="49" y="78"/>
                  </a:cubicBezTo>
                  <a:cubicBezTo>
                    <a:pt x="73" y="77"/>
                    <a:pt x="89" y="8"/>
                    <a:pt x="93" y="0"/>
                  </a:cubicBezTo>
                  <a:cubicBezTo>
                    <a:pt x="93" y="0"/>
                    <a:pt x="81" y="79"/>
                    <a:pt x="50" y="82"/>
                  </a:cubicBezTo>
                  <a:cubicBezTo>
                    <a:pt x="19" y="85"/>
                    <a:pt x="0" y="22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2" name="Freeform 284">
              <a:extLst>
                <a:ext uri="{FF2B5EF4-FFF2-40B4-BE49-F238E27FC236}">
                  <a16:creationId xmlns:a16="http://schemas.microsoft.com/office/drawing/2014/main" id="{CD8FC96D-D138-4C6D-A2F8-DC8FCABB9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904"/>
              <a:ext cx="77" cy="70"/>
            </a:xfrm>
            <a:custGeom>
              <a:avLst/>
              <a:gdLst>
                <a:gd name="T0" fmla="*/ 0 w 52"/>
                <a:gd name="T1" fmla="*/ 102 h 48"/>
                <a:gd name="T2" fmla="*/ 169 w 52"/>
                <a:gd name="T3" fmla="*/ 149 h 48"/>
                <a:gd name="T4" fmla="*/ 0 w 52"/>
                <a:gd name="T5" fmla="*/ 10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8">
                  <a:moveTo>
                    <a:pt x="0" y="33"/>
                  </a:moveTo>
                  <a:cubicBezTo>
                    <a:pt x="0" y="33"/>
                    <a:pt x="42" y="10"/>
                    <a:pt x="52" y="48"/>
                  </a:cubicBezTo>
                  <a:cubicBezTo>
                    <a:pt x="52" y="48"/>
                    <a:pt x="43" y="0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3" name="Freeform 285">
              <a:extLst>
                <a:ext uri="{FF2B5EF4-FFF2-40B4-BE49-F238E27FC236}">
                  <a16:creationId xmlns:a16="http://schemas.microsoft.com/office/drawing/2014/main" id="{08090E15-3C2A-4CC4-97B7-ED1DA5D4D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239"/>
              <a:ext cx="42" cy="78"/>
            </a:xfrm>
            <a:custGeom>
              <a:avLst/>
              <a:gdLst>
                <a:gd name="T0" fmla="*/ 85 w 29"/>
                <a:gd name="T1" fmla="*/ 0 h 53"/>
                <a:gd name="T2" fmla="*/ 88 w 29"/>
                <a:gd name="T3" fmla="*/ 169 h 53"/>
                <a:gd name="T4" fmla="*/ 85 w 29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3">
                  <a:moveTo>
                    <a:pt x="28" y="0"/>
                  </a:moveTo>
                  <a:cubicBezTo>
                    <a:pt x="28" y="0"/>
                    <a:pt x="7" y="10"/>
                    <a:pt x="29" y="53"/>
                  </a:cubicBezTo>
                  <a:cubicBezTo>
                    <a:pt x="29" y="53"/>
                    <a:pt x="0" y="14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4" name="Freeform 286">
              <a:extLst>
                <a:ext uri="{FF2B5EF4-FFF2-40B4-BE49-F238E27FC236}">
                  <a16:creationId xmlns:a16="http://schemas.microsoft.com/office/drawing/2014/main" id="{7C9D734B-0571-46B6-824F-36DEC2909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938"/>
              <a:ext cx="122" cy="94"/>
            </a:xfrm>
            <a:custGeom>
              <a:avLst/>
              <a:gdLst>
                <a:gd name="T0" fmla="*/ 0 w 83"/>
                <a:gd name="T1" fmla="*/ 0 h 64"/>
                <a:gd name="T2" fmla="*/ 263 w 83"/>
                <a:gd name="T3" fmla="*/ 9 h 64"/>
                <a:gd name="T4" fmla="*/ 0 w 8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64">
                  <a:moveTo>
                    <a:pt x="0" y="0"/>
                  </a:moveTo>
                  <a:cubicBezTo>
                    <a:pt x="0" y="0"/>
                    <a:pt x="34" y="55"/>
                    <a:pt x="83" y="3"/>
                  </a:cubicBezTo>
                  <a:cubicBezTo>
                    <a:pt x="83" y="3"/>
                    <a:pt x="41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5" name="Freeform 287">
              <a:extLst>
                <a:ext uri="{FF2B5EF4-FFF2-40B4-BE49-F238E27FC236}">
                  <a16:creationId xmlns:a16="http://schemas.microsoft.com/office/drawing/2014/main" id="{FE7802CC-98D6-46F2-872E-BAA8AFA82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530"/>
              <a:ext cx="106" cy="91"/>
            </a:xfrm>
            <a:custGeom>
              <a:avLst/>
              <a:gdLst>
                <a:gd name="T0" fmla="*/ 0 w 72"/>
                <a:gd name="T1" fmla="*/ 9 h 62"/>
                <a:gd name="T2" fmla="*/ 230 w 72"/>
                <a:gd name="T3" fmla="*/ 0 h 62"/>
                <a:gd name="T4" fmla="*/ 0 w 72"/>
                <a:gd name="T5" fmla="*/ 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62">
                  <a:moveTo>
                    <a:pt x="0" y="3"/>
                  </a:moveTo>
                  <a:cubicBezTo>
                    <a:pt x="0" y="3"/>
                    <a:pt x="41" y="54"/>
                    <a:pt x="72" y="0"/>
                  </a:cubicBezTo>
                  <a:cubicBezTo>
                    <a:pt x="72" y="0"/>
                    <a:pt x="50" y="6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6" name="Freeform 288">
              <a:extLst>
                <a:ext uri="{FF2B5EF4-FFF2-40B4-BE49-F238E27FC236}">
                  <a16:creationId xmlns:a16="http://schemas.microsoft.com/office/drawing/2014/main" id="{5D539806-0726-4110-8ABC-AC34276F7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983"/>
              <a:ext cx="155" cy="221"/>
            </a:xfrm>
            <a:custGeom>
              <a:avLst/>
              <a:gdLst>
                <a:gd name="T0" fmla="*/ 0 w 105"/>
                <a:gd name="T1" fmla="*/ 166 h 150"/>
                <a:gd name="T2" fmla="*/ 311 w 105"/>
                <a:gd name="T3" fmla="*/ 0 h 150"/>
                <a:gd name="T4" fmla="*/ 0 w 105"/>
                <a:gd name="T5" fmla="*/ 166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0">
                  <a:moveTo>
                    <a:pt x="0" y="52"/>
                  </a:moveTo>
                  <a:cubicBezTo>
                    <a:pt x="0" y="52"/>
                    <a:pt x="94" y="137"/>
                    <a:pt x="97" y="0"/>
                  </a:cubicBezTo>
                  <a:cubicBezTo>
                    <a:pt x="97" y="0"/>
                    <a:pt x="105" y="150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7" name="Freeform 289">
              <a:extLst>
                <a:ext uri="{FF2B5EF4-FFF2-40B4-BE49-F238E27FC236}">
                  <a16:creationId xmlns:a16="http://schemas.microsoft.com/office/drawing/2014/main" id="{79E6AC48-0B13-436A-A227-50147225D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793"/>
              <a:ext cx="84" cy="186"/>
            </a:xfrm>
            <a:custGeom>
              <a:avLst/>
              <a:gdLst>
                <a:gd name="T0" fmla="*/ 0 w 57"/>
                <a:gd name="T1" fmla="*/ 69 h 126"/>
                <a:gd name="T2" fmla="*/ 183 w 57"/>
                <a:gd name="T3" fmla="*/ 0 h 126"/>
                <a:gd name="T4" fmla="*/ 0 w 57"/>
                <a:gd name="T5" fmla="*/ 69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26">
                  <a:moveTo>
                    <a:pt x="0" y="22"/>
                  </a:moveTo>
                  <a:cubicBezTo>
                    <a:pt x="0" y="22"/>
                    <a:pt x="35" y="112"/>
                    <a:pt x="57" y="0"/>
                  </a:cubicBezTo>
                  <a:cubicBezTo>
                    <a:pt x="57" y="0"/>
                    <a:pt x="39" y="12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8" name="Freeform 290">
              <a:extLst>
                <a:ext uri="{FF2B5EF4-FFF2-40B4-BE49-F238E27FC236}">
                  <a16:creationId xmlns:a16="http://schemas.microsoft.com/office/drawing/2014/main" id="{E94B5BF6-BB86-4EC8-B223-B3EE329ED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892"/>
              <a:ext cx="106" cy="165"/>
            </a:xfrm>
            <a:custGeom>
              <a:avLst/>
              <a:gdLst>
                <a:gd name="T0" fmla="*/ 40 w 72"/>
                <a:gd name="T1" fmla="*/ 0 h 112"/>
                <a:gd name="T2" fmla="*/ 230 w 72"/>
                <a:gd name="T3" fmla="*/ 106 h 112"/>
                <a:gd name="T4" fmla="*/ 40 w 7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12">
                  <a:moveTo>
                    <a:pt x="12" y="0"/>
                  </a:moveTo>
                  <a:cubicBezTo>
                    <a:pt x="12" y="0"/>
                    <a:pt x="5" y="98"/>
                    <a:pt x="72" y="33"/>
                  </a:cubicBezTo>
                  <a:cubicBezTo>
                    <a:pt x="72" y="33"/>
                    <a:pt x="0" y="112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9" name="Freeform 291">
              <a:extLst>
                <a:ext uri="{FF2B5EF4-FFF2-40B4-BE49-F238E27FC236}">
                  <a16:creationId xmlns:a16="http://schemas.microsoft.com/office/drawing/2014/main" id="{03BEC34D-92DA-40F9-8228-FC8E1E8E4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392"/>
              <a:ext cx="105" cy="169"/>
            </a:xfrm>
            <a:custGeom>
              <a:avLst/>
              <a:gdLst>
                <a:gd name="T0" fmla="*/ 0 w 71"/>
                <a:gd name="T1" fmla="*/ 1 h 115"/>
                <a:gd name="T2" fmla="*/ 229 w 71"/>
                <a:gd name="T3" fmla="*/ 0 h 115"/>
                <a:gd name="T4" fmla="*/ 0 w 71"/>
                <a:gd name="T5" fmla="*/ 1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15">
                  <a:moveTo>
                    <a:pt x="0" y="1"/>
                  </a:moveTo>
                  <a:cubicBezTo>
                    <a:pt x="0" y="1"/>
                    <a:pt x="35" y="99"/>
                    <a:pt x="71" y="0"/>
                  </a:cubicBezTo>
                  <a:cubicBezTo>
                    <a:pt x="71" y="0"/>
                    <a:pt x="40" y="115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0" name="Freeform 292">
              <a:extLst>
                <a:ext uri="{FF2B5EF4-FFF2-40B4-BE49-F238E27FC236}">
                  <a16:creationId xmlns:a16="http://schemas.microsoft.com/office/drawing/2014/main" id="{27BA991D-FDCA-4C16-AC80-97E07C45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542"/>
              <a:ext cx="143" cy="165"/>
            </a:xfrm>
            <a:custGeom>
              <a:avLst/>
              <a:gdLst>
                <a:gd name="T0" fmla="*/ 0 w 97"/>
                <a:gd name="T1" fmla="*/ 0 h 112"/>
                <a:gd name="T2" fmla="*/ 192 w 97"/>
                <a:gd name="T3" fmla="*/ 28 h 112"/>
                <a:gd name="T4" fmla="*/ 0 w 97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12">
                  <a:moveTo>
                    <a:pt x="0" y="0"/>
                  </a:moveTo>
                  <a:cubicBezTo>
                    <a:pt x="0" y="0"/>
                    <a:pt x="84" y="98"/>
                    <a:pt x="60" y="9"/>
                  </a:cubicBezTo>
                  <a:cubicBezTo>
                    <a:pt x="60" y="9"/>
                    <a:pt x="97" y="1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1" name="Freeform 293">
              <a:extLst>
                <a:ext uri="{FF2B5EF4-FFF2-40B4-BE49-F238E27FC236}">
                  <a16:creationId xmlns:a16="http://schemas.microsoft.com/office/drawing/2014/main" id="{CBB5838F-77EF-4BF0-89C3-4634EDEA9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568"/>
              <a:ext cx="118" cy="91"/>
            </a:xfrm>
            <a:custGeom>
              <a:avLst/>
              <a:gdLst>
                <a:gd name="T0" fmla="*/ 0 w 80"/>
                <a:gd name="T1" fmla="*/ 197 h 62"/>
                <a:gd name="T2" fmla="*/ 257 w 80"/>
                <a:gd name="T3" fmla="*/ 183 h 62"/>
                <a:gd name="T4" fmla="*/ 0 w 80"/>
                <a:gd name="T5" fmla="*/ 19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2">
                  <a:moveTo>
                    <a:pt x="0" y="62"/>
                  </a:moveTo>
                  <a:cubicBezTo>
                    <a:pt x="0" y="62"/>
                    <a:pt x="46" y="10"/>
                    <a:pt x="80" y="58"/>
                  </a:cubicBezTo>
                  <a:cubicBezTo>
                    <a:pt x="80" y="58"/>
                    <a:pt x="51" y="0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2" name="Freeform 294">
              <a:extLst>
                <a:ext uri="{FF2B5EF4-FFF2-40B4-BE49-F238E27FC236}">
                  <a16:creationId xmlns:a16="http://schemas.microsoft.com/office/drawing/2014/main" id="{A2C8F236-3ECB-4026-B0C3-78DEFE45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605"/>
              <a:ext cx="84" cy="124"/>
            </a:xfrm>
            <a:custGeom>
              <a:avLst/>
              <a:gdLst>
                <a:gd name="T0" fmla="*/ 0 w 57"/>
                <a:gd name="T1" fmla="*/ 15 h 84"/>
                <a:gd name="T2" fmla="*/ 183 w 57"/>
                <a:gd name="T3" fmla="*/ 0 h 84"/>
                <a:gd name="T4" fmla="*/ 0 w 57"/>
                <a:gd name="T5" fmla="*/ 15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84">
                  <a:moveTo>
                    <a:pt x="0" y="5"/>
                  </a:moveTo>
                  <a:cubicBezTo>
                    <a:pt x="0" y="5"/>
                    <a:pt x="27" y="70"/>
                    <a:pt x="57" y="0"/>
                  </a:cubicBezTo>
                  <a:cubicBezTo>
                    <a:pt x="57" y="0"/>
                    <a:pt x="28" y="8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3" name="Freeform 295">
              <a:extLst>
                <a:ext uri="{FF2B5EF4-FFF2-40B4-BE49-F238E27FC236}">
                  <a16:creationId xmlns:a16="http://schemas.microsoft.com/office/drawing/2014/main" id="{86824774-2D1F-49DD-9A1F-45B94DC92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976"/>
              <a:ext cx="79" cy="148"/>
            </a:xfrm>
            <a:custGeom>
              <a:avLst/>
              <a:gdLst>
                <a:gd name="T0" fmla="*/ 176 w 53"/>
                <a:gd name="T1" fmla="*/ 318 h 101"/>
                <a:gd name="T2" fmla="*/ 0 w 53"/>
                <a:gd name="T3" fmla="*/ 0 h 101"/>
                <a:gd name="T4" fmla="*/ 176 w 53"/>
                <a:gd name="T5" fmla="*/ 318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01">
                  <a:moveTo>
                    <a:pt x="53" y="101"/>
                  </a:moveTo>
                  <a:cubicBezTo>
                    <a:pt x="53" y="101"/>
                    <a:pt x="14" y="93"/>
                    <a:pt x="0" y="0"/>
                  </a:cubicBezTo>
                  <a:cubicBezTo>
                    <a:pt x="0" y="0"/>
                    <a:pt x="2" y="92"/>
                    <a:pt x="53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4" name="Freeform 296">
              <a:extLst>
                <a:ext uri="{FF2B5EF4-FFF2-40B4-BE49-F238E27FC236}">
                  <a16:creationId xmlns:a16="http://schemas.microsoft.com/office/drawing/2014/main" id="{BF17EADA-B4B9-4D1E-A8DB-432582B08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749"/>
              <a:ext cx="129" cy="131"/>
            </a:xfrm>
            <a:custGeom>
              <a:avLst/>
              <a:gdLst>
                <a:gd name="T0" fmla="*/ 0 w 88"/>
                <a:gd name="T1" fmla="*/ 0 h 89"/>
                <a:gd name="T2" fmla="*/ 129 w 88"/>
                <a:gd name="T3" fmla="*/ 284 h 89"/>
                <a:gd name="T4" fmla="*/ 0 w 88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89">
                  <a:moveTo>
                    <a:pt x="0" y="0"/>
                  </a:moveTo>
                  <a:cubicBezTo>
                    <a:pt x="0" y="0"/>
                    <a:pt x="80" y="2"/>
                    <a:pt x="41" y="89"/>
                  </a:cubicBezTo>
                  <a:cubicBezTo>
                    <a:pt x="41" y="89"/>
                    <a:pt x="88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5" name="Freeform 297">
              <a:extLst>
                <a:ext uri="{FF2B5EF4-FFF2-40B4-BE49-F238E27FC236}">
                  <a16:creationId xmlns:a16="http://schemas.microsoft.com/office/drawing/2014/main" id="{8F0ABB11-1A5C-42E4-9762-C4E4502CB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657"/>
              <a:ext cx="80" cy="157"/>
            </a:xfrm>
            <a:custGeom>
              <a:avLst/>
              <a:gdLst>
                <a:gd name="T0" fmla="*/ 53 w 54"/>
                <a:gd name="T1" fmla="*/ 0 h 107"/>
                <a:gd name="T2" fmla="*/ 0 w 54"/>
                <a:gd name="T3" fmla="*/ 337 h 107"/>
                <a:gd name="T4" fmla="*/ 53 w 54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7">
                  <a:moveTo>
                    <a:pt x="16" y="0"/>
                  </a:moveTo>
                  <a:cubicBezTo>
                    <a:pt x="16" y="0"/>
                    <a:pt x="46" y="44"/>
                    <a:pt x="0" y="107"/>
                  </a:cubicBezTo>
                  <a:cubicBezTo>
                    <a:pt x="0" y="107"/>
                    <a:pt x="54" y="54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6" name="Freeform 298">
              <a:extLst>
                <a:ext uri="{FF2B5EF4-FFF2-40B4-BE49-F238E27FC236}">
                  <a16:creationId xmlns:a16="http://schemas.microsoft.com/office/drawing/2014/main" id="{7C785AE2-A52B-45F6-BAE5-34FCA1711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143"/>
              <a:ext cx="100" cy="134"/>
            </a:xfrm>
            <a:custGeom>
              <a:avLst/>
              <a:gdLst>
                <a:gd name="T0" fmla="*/ 0 w 68"/>
                <a:gd name="T1" fmla="*/ 290 h 91"/>
                <a:gd name="T2" fmla="*/ 32 w 68"/>
                <a:gd name="T3" fmla="*/ 93 h 91"/>
                <a:gd name="T4" fmla="*/ 216 w 68"/>
                <a:gd name="T5" fmla="*/ 80 h 91"/>
                <a:gd name="T6" fmla="*/ 41 w 68"/>
                <a:gd name="T7" fmla="*/ 113 h 91"/>
                <a:gd name="T8" fmla="*/ 0 w 68"/>
                <a:gd name="T9" fmla="*/ 29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91">
                  <a:moveTo>
                    <a:pt x="0" y="91"/>
                  </a:move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41" y="0"/>
                    <a:pt x="68" y="25"/>
                  </a:cubicBezTo>
                  <a:cubicBezTo>
                    <a:pt x="68" y="25"/>
                    <a:pt x="42" y="2"/>
                    <a:pt x="13" y="35"/>
                  </a:cubicBezTo>
                  <a:lnTo>
                    <a:pt x="0" y="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7" name="Freeform 299">
              <a:extLst>
                <a:ext uri="{FF2B5EF4-FFF2-40B4-BE49-F238E27FC236}">
                  <a16:creationId xmlns:a16="http://schemas.microsoft.com/office/drawing/2014/main" id="{E5CE92CF-D1F4-4DEF-9E62-1FD63BB5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152"/>
              <a:ext cx="88" cy="153"/>
            </a:xfrm>
            <a:custGeom>
              <a:avLst/>
              <a:gdLst>
                <a:gd name="T0" fmla="*/ 189 w 60"/>
                <a:gd name="T1" fmla="*/ 68 h 104"/>
                <a:gd name="T2" fmla="*/ 0 w 60"/>
                <a:gd name="T3" fmla="*/ 82 h 104"/>
                <a:gd name="T4" fmla="*/ 6 w 60"/>
                <a:gd name="T5" fmla="*/ 331 h 104"/>
                <a:gd name="T6" fmla="*/ 22 w 60"/>
                <a:gd name="T7" fmla="*/ 110 h 104"/>
                <a:gd name="T8" fmla="*/ 189 w 60"/>
                <a:gd name="T9" fmla="*/ 68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04">
                  <a:moveTo>
                    <a:pt x="60" y="21"/>
                  </a:moveTo>
                  <a:cubicBezTo>
                    <a:pt x="60" y="21"/>
                    <a:pt x="31" y="0"/>
                    <a:pt x="0" y="26"/>
                  </a:cubicBezTo>
                  <a:cubicBezTo>
                    <a:pt x="0" y="26"/>
                    <a:pt x="4" y="83"/>
                    <a:pt x="2" y="104"/>
                  </a:cubicBezTo>
                  <a:cubicBezTo>
                    <a:pt x="2" y="104"/>
                    <a:pt x="10" y="54"/>
                    <a:pt x="7" y="35"/>
                  </a:cubicBezTo>
                  <a:cubicBezTo>
                    <a:pt x="4" y="17"/>
                    <a:pt x="30" y="14"/>
                    <a:pt x="60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8" name="Freeform 300">
              <a:extLst>
                <a:ext uri="{FF2B5EF4-FFF2-40B4-BE49-F238E27FC236}">
                  <a16:creationId xmlns:a16="http://schemas.microsoft.com/office/drawing/2014/main" id="{32FDC4D2-2ADD-4FE3-99C7-7A4894152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155"/>
              <a:ext cx="87" cy="150"/>
            </a:xfrm>
            <a:custGeom>
              <a:avLst/>
              <a:gdLst>
                <a:gd name="T0" fmla="*/ 13 w 59"/>
                <a:gd name="T1" fmla="*/ 325 h 102"/>
                <a:gd name="T2" fmla="*/ 28 w 59"/>
                <a:gd name="T3" fmla="*/ 63 h 102"/>
                <a:gd name="T4" fmla="*/ 189 w 59"/>
                <a:gd name="T5" fmla="*/ 63 h 102"/>
                <a:gd name="T6" fmla="*/ 52 w 59"/>
                <a:gd name="T7" fmla="*/ 74 h 102"/>
                <a:gd name="T8" fmla="*/ 13 w 59"/>
                <a:gd name="T9" fmla="*/ 325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02">
                  <a:moveTo>
                    <a:pt x="4" y="102"/>
                  </a:moveTo>
                  <a:cubicBezTo>
                    <a:pt x="4" y="102"/>
                    <a:pt x="0" y="33"/>
                    <a:pt x="9" y="20"/>
                  </a:cubicBezTo>
                  <a:cubicBezTo>
                    <a:pt x="9" y="20"/>
                    <a:pt x="37" y="0"/>
                    <a:pt x="59" y="20"/>
                  </a:cubicBezTo>
                  <a:cubicBezTo>
                    <a:pt x="59" y="20"/>
                    <a:pt x="44" y="9"/>
                    <a:pt x="16" y="23"/>
                  </a:cubicBezTo>
                  <a:cubicBezTo>
                    <a:pt x="3" y="29"/>
                    <a:pt x="4" y="102"/>
                    <a:pt x="4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9" name="Freeform 301">
              <a:extLst>
                <a:ext uri="{FF2B5EF4-FFF2-40B4-BE49-F238E27FC236}">
                  <a16:creationId xmlns:a16="http://schemas.microsoft.com/office/drawing/2014/main" id="{EFAED631-7FAB-47C4-A819-6503D5DA0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168"/>
              <a:ext cx="88" cy="131"/>
            </a:xfrm>
            <a:custGeom>
              <a:avLst/>
              <a:gdLst>
                <a:gd name="T0" fmla="*/ 189 w 60"/>
                <a:gd name="T1" fmla="*/ 26 h 89"/>
                <a:gd name="T2" fmla="*/ 148 w 60"/>
                <a:gd name="T3" fmla="*/ 15 h 89"/>
                <a:gd name="T4" fmla="*/ 97 w 60"/>
                <a:gd name="T5" fmla="*/ 13 h 89"/>
                <a:gd name="T6" fmla="*/ 19 w 60"/>
                <a:gd name="T7" fmla="*/ 32 h 89"/>
                <a:gd name="T8" fmla="*/ 6 w 60"/>
                <a:gd name="T9" fmla="*/ 63 h 89"/>
                <a:gd name="T10" fmla="*/ 9 w 60"/>
                <a:gd name="T11" fmla="*/ 155 h 89"/>
                <a:gd name="T12" fmla="*/ 19 w 60"/>
                <a:gd name="T13" fmla="*/ 216 h 89"/>
                <a:gd name="T14" fmla="*/ 22 w 60"/>
                <a:gd name="T15" fmla="*/ 284 h 89"/>
                <a:gd name="T16" fmla="*/ 19 w 60"/>
                <a:gd name="T17" fmla="*/ 184 h 89"/>
                <a:gd name="T18" fmla="*/ 19 w 60"/>
                <a:gd name="T19" fmla="*/ 113 h 89"/>
                <a:gd name="T20" fmla="*/ 19 w 60"/>
                <a:gd name="T21" fmla="*/ 47 h 89"/>
                <a:gd name="T22" fmla="*/ 176 w 60"/>
                <a:gd name="T23" fmla="*/ 32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89">
                  <a:moveTo>
                    <a:pt x="60" y="8"/>
                  </a:moveTo>
                  <a:cubicBezTo>
                    <a:pt x="56" y="8"/>
                    <a:pt x="51" y="6"/>
                    <a:pt x="47" y="5"/>
                  </a:cubicBezTo>
                  <a:cubicBezTo>
                    <a:pt x="42" y="4"/>
                    <a:pt x="37" y="4"/>
                    <a:pt x="31" y="4"/>
                  </a:cubicBezTo>
                  <a:cubicBezTo>
                    <a:pt x="22" y="4"/>
                    <a:pt x="14" y="6"/>
                    <a:pt x="6" y="10"/>
                  </a:cubicBezTo>
                  <a:cubicBezTo>
                    <a:pt x="0" y="12"/>
                    <a:pt x="1" y="14"/>
                    <a:pt x="2" y="20"/>
                  </a:cubicBezTo>
                  <a:cubicBezTo>
                    <a:pt x="3" y="30"/>
                    <a:pt x="2" y="39"/>
                    <a:pt x="3" y="48"/>
                  </a:cubicBezTo>
                  <a:cubicBezTo>
                    <a:pt x="4" y="55"/>
                    <a:pt x="5" y="61"/>
                    <a:pt x="6" y="68"/>
                  </a:cubicBezTo>
                  <a:cubicBezTo>
                    <a:pt x="7" y="74"/>
                    <a:pt x="5" y="83"/>
                    <a:pt x="7" y="89"/>
                  </a:cubicBezTo>
                  <a:cubicBezTo>
                    <a:pt x="8" y="78"/>
                    <a:pt x="7" y="68"/>
                    <a:pt x="6" y="58"/>
                  </a:cubicBezTo>
                  <a:cubicBezTo>
                    <a:pt x="6" y="50"/>
                    <a:pt x="7" y="42"/>
                    <a:pt x="6" y="35"/>
                  </a:cubicBezTo>
                  <a:cubicBezTo>
                    <a:pt x="5" y="29"/>
                    <a:pt x="2" y="20"/>
                    <a:pt x="6" y="15"/>
                  </a:cubicBezTo>
                  <a:cubicBezTo>
                    <a:pt x="18" y="3"/>
                    <a:pt x="42" y="0"/>
                    <a:pt x="5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0" name="Freeform 302">
              <a:extLst>
                <a:ext uri="{FF2B5EF4-FFF2-40B4-BE49-F238E27FC236}">
                  <a16:creationId xmlns:a16="http://schemas.microsoft.com/office/drawing/2014/main" id="{741378EE-9C2E-4806-BB55-68CE05A49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167"/>
              <a:ext cx="83" cy="125"/>
            </a:xfrm>
            <a:custGeom>
              <a:avLst/>
              <a:gdLst>
                <a:gd name="T0" fmla="*/ 182 w 56"/>
                <a:gd name="T1" fmla="*/ 38 h 85"/>
                <a:gd name="T2" fmla="*/ 42 w 56"/>
                <a:gd name="T3" fmla="*/ 32 h 85"/>
                <a:gd name="T4" fmla="*/ 28 w 56"/>
                <a:gd name="T5" fmla="*/ 56 h 85"/>
                <a:gd name="T6" fmla="*/ 19 w 56"/>
                <a:gd name="T7" fmla="*/ 128 h 85"/>
                <a:gd name="T8" fmla="*/ 0 w 56"/>
                <a:gd name="T9" fmla="*/ 271 h 85"/>
                <a:gd name="T10" fmla="*/ 22 w 56"/>
                <a:gd name="T11" fmla="*/ 184 h 85"/>
                <a:gd name="T12" fmla="*/ 42 w 56"/>
                <a:gd name="T13" fmla="*/ 106 h 85"/>
                <a:gd name="T14" fmla="*/ 68 w 56"/>
                <a:gd name="T15" fmla="*/ 35 h 85"/>
                <a:gd name="T16" fmla="*/ 129 w 56"/>
                <a:gd name="T17" fmla="*/ 22 h 85"/>
                <a:gd name="T18" fmla="*/ 182 w 56"/>
                <a:gd name="T19" fmla="*/ 35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85">
                  <a:moveTo>
                    <a:pt x="56" y="12"/>
                  </a:moveTo>
                  <a:cubicBezTo>
                    <a:pt x="47" y="0"/>
                    <a:pt x="24" y="2"/>
                    <a:pt x="13" y="10"/>
                  </a:cubicBezTo>
                  <a:cubicBezTo>
                    <a:pt x="10" y="12"/>
                    <a:pt x="10" y="14"/>
                    <a:pt x="9" y="18"/>
                  </a:cubicBezTo>
                  <a:cubicBezTo>
                    <a:pt x="8" y="25"/>
                    <a:pt x="6" y="33"/>
                    <a:pt x="6" y="40"/>
                  </a:cubicBezTo>
                  <a:cubicBezTo>
                    <a:pt x="4" y="56"/>
                    <a:pt x="3" y="70"/>
                    <a:pt x="0" y="85"/>
                  </a:cubicBezTo>
                  <a:cubicBezTo>
                    <a:pt x="1" y="76"/>
                    <a:pt x="5" y="67"/>
                    <a:pt x="7" y="58"/>
                  </a:cubicBezTo>
                  <a:cubicBezTo>
                    <a:pt x="8" y="49"/>
                    <a:pt x="11" y="42"/>
                    <a:pt x="13" y="33"/>
                  </a:cubicBezTo>
                  <a:cubicBezTo>
                    <a:pt x="15" y="26"/>
                    <a:pt x="16" y="16"/>
                    <a:pt x="21" y="11"/>
                  </a:cubicBezTo>
                  <a:cubicBezTo>
                    <a:pt x="25" y="7"/>
                    <a:pt x="34" y="6"/>
                    <a:pt x="40" y="7"/>
                  </a:cubicBezTo>
                  <a:cubicBezTo>
                    <a:pt x="44" y="7"/>
                    <a:pt x="53" y="8"/>
                    <a:pt x="5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1" name="Freeform 303">
              <a:extLst>
                <a:ext uri="{FF2B5EF4-FFF2-40B4-BE49-F238E27FC236}">
                  <a16:creationId xmlns:a16="http://schemas.microsoft.com/office/drawing/2014/main" id="{2DD69FEB-C9EA-4975-BAD8-31388D7C8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173"/>
              <a:ext cx="87" cy="122"/>
            </a:xfrm>
            <a:custGeom>
              <a:avLst/>
              <a:gdLst>
                <a:gd name="T0" fmla="*/ 189 w 59"/>
                <a:gd name="T1" fmla="*/ 15 h 83"/>
                <a:gd name="T2" fmla="*/ 106 w 59"/>
                <a:gd name="T3" fmla="*/ 0 h 83"/>
                <a:gd name="T4" fmla="*/ 28 w 59"/>
                <a:gd name="T5" fmla="*/ 15 h 83"/>
                <a:gd name="T6" fmla="*/ 1 w 59"/>
                <a:gd name="T7" fmla="*/ 32 h 83"/>
                <a:gd name="T8" fmla="*/ 6 w 59"/>
                <a:gd name="T9" fmla="*/ 56 h 83"/>
                <a:gd name="T10" fmla="*/ 6 w 59"/>
                <a:gd name="T11" fmla="*/ 107 h 83"/>
                <a:gd name="T12" fmla="*/ 15 w 59"/>
                <a:gd name="T13" fmla="*/ 190 h 83"/>
                <a:gd name="T14" fmla="*/ 32 w 59"/>
                <a:gd name="T15" fmla="*/ 263 h 83"/>
                <a:gd name="T16" fmla="*/ 22 w 59"/>
                <a:gd name="T17" fmla="*/ 93 h 83"/>
                <a:gd name="T18" fmla="*/ 22 w 59"/>
                <a:gd name="T19" fmla="*/ 54 h 83"/>
                <a:gd name="T20" fmla="*/ 40 w 59"/>
                <a:gd name="T21" fmla="*/ 35 h 83"/>
                <a:gd name="T22" fmla="*/ 119 w 59"/>
                <a:gd name="T23" fmla="*/ 1 h 83"/>
                <a:gd name="T24" fmla="*/ 175 w 59"/>
                <a:gd name="T25" fmla="*/ 15 h 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83">
                  <a:moveTo>
                    <a:pt x="59" y="5"/>
                  </a:moveTo>
                  <a:cubicBezTo>
                    <a:pt x="54" y="0"/>
                    <a:pt x="41" y="0"/>
                    <a:pt x="33" y="0"/>
                  </a:cubicBezTo>
                  <a:cubicBezTo>
                    <a:pt x="25" y="0"/>
                    <a:pt x="17" y="2"/>
                    <a:pt x="9" y="5"/>
                  </a:cubicBezTo>
                  <a:cubicBezTo>
                    <a:pt x="6" y="7"/>
                    <a:pt x="2" y="7"/>
                    <a:pt x="1" y="10"/>
                  </a:cubicBezTo>
                  <a:cubicBezTo>
                    <a:pt x="0" y="12"/>
                    <a:pt x="2" y="16"/>
                    <a:pt x="2" y="18"/>
                  </a:cubicBezTo>
                  <a:cubicBezTo>
                    <a:pt x="2" y="24"/>
                    <a:pt x="2" y="29"/>
                    <a:pt x="2" y="34"/>
                  </a:cubicBezTo>
                  <a:cubicBezTo>
                    <a:pt x="3" y="43"/>
                    <a:pt x="4" y="51"/>
                    <a:pt x="5" y="60"/>
                  </a:cubicBezTo>
                  <a:cubicBezTo>
                    <a:pt x="6" y="67"/>
                    <a:pt x="8" y="76"/>
                    <a:pt x="10" y="83"/>
                  </a:cubicBezTo>
                  <a:cubicBezTo>
                    <a:pt x="6" y="66"/>
                    <a:pt x="6" y="47"/>
                    <a:pt x="7" y="29"/>
                  </a:cubicBezTo>
                  <a:cubicBezTo>
                    <a:pt x="7" y="25"/>
                    <a:pt x="6" y="21"/>
                    <a:pt x="7" y="17"/>
                  </a:cubicBezTo>
                  <a:cubicBezTo>
                    <a:pt x="8" y="13"/>
                    <a:pt x="10" y="13"/>
                    <a:pt x="12" y="11"/>
                  </a:cubicBezTo>
                  <a:cubicBezTo>
                    <a:pt x="19" y="5"/>
                    <a:pt x="28" y="1"/>
                    <a:pt x="37" y="1"/>
                  </a:cubicBezTo>
                  <a:cubicBezTo>
                    <a:pt x="44" y="0"/>
                    <a:pt x="49" y="3"/>
                    <a:pt x="5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2" name="Freeform 304">
              <a:extLst>
                <a:ext uri="{FF2B5EF4-FFF2-40B4-BE49-F238E27FC236}">
                  <a16:creationId xmlns:a16="http://schemas.microsoft.com/office/drawing/2014/main" id="{5D0ADE5D-F17A-40D5-AA96-2D9B48977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170"/>
              <a:ext cx="102" cy="134"/>
            </a:xfrm>
            <a:custGeom>
              <a:avLst/>
              <a:gdLst>
                <a:gd name="T0" fmla="*/ 220 w 69"/>
                <a:gd name="T1" fmla="*/ 28 h 91"/>
                <a:gd name="T2" fmla="*/ 109 w 69"/>
                <a:gd name="T3" fmla="*/ 1 h 91"/>
                <a:gd name="T4" fmla="*/ 40 w 69"/>
                <a:gd name="T5" fmla="*/ 27 h 91"/>
                <a:gd name="T6" fmla="*/ 22 w 69"/>
                <a:gd name="T7" fmla="*/ 150 h 91"/>
                <a:gd name="T8" fmla="*/ 0 w 69"/>
                <a:gd name="T9" fmla="*/ 290 h 91"/>
                <a:gd name="T10" fmla="*/ 46 w 69"/>
                <a:gd name="T11" fmla="*/ 128 h 91"/>
                <a:gd name="T12" fmla="*/ 59 w 69"/>
                <a:gd name="T13" fmla="*/ 74 h 91"/>
                <a:gd name="T14" fmla="*/ 68 w 69"/>
                <a:gd name="T15" fmla="*/ 35 h 91"/>
                <a:gd name="T16" fmla="*/ 106 w 69"/>
                <a:gd name="T17" fmla="*/ 15 h 91"/>
                <a:gd name="T18" fmla="*/ 155 w 69"/>
                <a:gd name="T19" fmla="*/ 6 h 91"/>
                <a:gd name="T20" fmla="*/ 195 w 69"/>
                <a:gd name="T21" fmla="*/ 15 h 91"/>
                <a:gd name="T22" fmla="*/ 223 w 69"/>
                <a:gd name="T23" fmla="*/ 32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91">
                  <a:moveTo>
                    <a:pt x="68" y="9"/>
                  </a:moveTo>
                  <a:cubicBezTo>
                    <a:pt x="62" y="0"/>
                    <a:pt x="44" y="0"/>
                    <a:pt x="34" y="1"/>
                  </a:cubicBezTo>
                  <a:cubicBezTo>
                    <a:pt x="25" y="2"/>
                    <a:pt x="19" y="5"/>
                    <a:pt x="12" y="8"/>
                  </a:cubicBezTo>
                  <a:cubicBezTo>
                    <a:pt x="11" y="22"/>
                    <a:pt x="7" y="34"/>
                    <a:pt x="7" y="47"/>
                  </a:cubicBezTo>
                  <a:cubicBezTo>
                    <a:pt x="7" y="63"/>
                    <a:pt x="2" y="76"/>
                    <a:pt x="0" y="91"/>
                  </a:cubicBezTo>
                  <a:cubicBezTo>
                    <a:pt x="5" y="75"/>
                    <a:pt x="9" y="57"/>
                    <a:pt x="14" y="40"/>
                  </a:cubicBezTo>
                  <a:cubicBezTo>
                    <a:pt x="16" y="34"/>
                    <a:pt x="17" y="29"/>
                    <a:pt x="18" y="23"/>
                  </a:cubicBezTo>
                  <a:cubicBezTo>
                    <a:pt x="19" y="19"/>
                    <a:pt x="19" y="14"/>
                    <a:pt x="21" y="11"/>
                  </a:cubicBezTo>
                  <a:cubicBezTo>
                    <a:pt x="23" y="8"/>
                    <a:pt x="30" y="6"/>
                    <a:pt x="33" y="5"/>
                  </a:cubicBezTo>
                  <a:cubicBezTo>
                    <a:pt x="39" y="2"/>
                    <a:pt x="43" y="2"/>
                    <a:pt x="48" y="2"/>
                  </a:cubicBezTo>
                  <a:cubicBezTo>
                    <a:pt x="54" y="2"/>
                    <a:pt x="55" y="2"/>
                    <a:pt x="60" y="5"/>
                  </a:cubicBezTo>
                  <a:cubicBezTo>
                    <a:pt x="62" y="7"/>
                    <a:pt x="67" y="10"/>
                    <a:pt x="6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3" name="Freeform 305">
              <a:extLst>
                <a:ext uri="{FF2B5EF4-FFF2-40B4-BE49-F238E27FC236}">
                  <a16:creationId xmlns:a16="http://schemas.microsoft.com/office/drawing/2014/main" id="{555B4B31-E7C7-45C9-8D0E-36BB0D16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162"/>
              <a:ext cx="139" cy="108"/>
            </a:xfrm>
            <a:custGeom>
              <a:avLst/>
              <a:gdLst>
                <a:gd name="T0" fmla="*/ 305 w 94"/>
                <a:gd name="T1" fmla="*/ 36 h 73"/>
                <a:gd name="T2" fmla="*/ 120 w 94"/>
                <a:gd name="T3" fmla="*/ 27 h 73"/>
                <a:gd name="T4" fmla="*/ 83 w 94"/>
                <a:gd name="T5" fmla="*/ 49 h 73"/>
                <a:gd name="T6" fmla="*/ 61 w 94"/>
                <a:gd name="T7" fmla="*/ 107 h 73"/>
                <a:gd name="T8" fmla="*/ 33 w 94"/>
                <a:gd name="T9" fmla="*/ 169 h 73"/>
                <a:gd name="T10" fmla="*/ 0 w 94"/>
                <a:gd name="T11" fmla="*/ 237 h 73"/>
                <a:gd name="T12" fmla="*/ 33 w 94"/>
                <a:gd name="T13" fmla="*/ 175 h 73"/>
                <a:gd name="T14" fmla="*/ 90 w 94"/>
                <a:gd name="T15" fmla="*/ 96 h 73"/>
                <a:gd name="T16" fmla="*/ 142 w 94"/>
                <a:gd name="T17" fmla="*/ 40 h 73"/>
                <a:gd name="T18" fmla="*/ 223 w 94"/>
                <a:gd name="T19" fmla="*/ 15 h 73"/>
                <a:gd name="T20" fmla="*/ 297 w 94"/>
                <a:gd name="T21" fmla="*/ 40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73">
                  <a:moveTo>
                    <a:pt x="94" y="11"/>
                  </a:moveTo>
                  <a:cubicBezTo>
                    <a:pt x="79" y="3"/>
                    <a:pt x="53" y="0"/>
                    <a:pt x="37" y="8"/>
                  </a:cubicBezTo>
                  <a:cubicBezTo>
                    <a:pt x="32" y="10"/>
                    <a:pt x="28" y="11"/>
                    <a:pt x="26" y="15"/>
                  </a:cubicBezTo>
                  <a:cubicBezTo>
                    <a:pt x="23" y="21"/>
                    <a:pt x="21" y="27"/>
                    <a:pt x="19" y="33"/>
                  </a:cubicBezTo>
                  <a:cubicBezTo>
                    <a:pt x="16" y="39"/>
                    <a:pt x="13" y="45"/>
                    <a:pt x="10" y="52"/>
                  </a:cubicBezTo>
                  <a:cubicBezTo>
                    <a:pt x="6" y="58"/>
                    <a:pt x="2" y="65"/>
                    <a:pt x="0" y="73"/>
                  </a:cubicBezTo>
                  <a:cubicBezTo>
                    <a:pt x="4" y="67"/>
                    <a:pt x="6" y="60"/>
                    <a:pt x="10" y="54"/>
                  </a:cubicBezTo>
                  <a:cubicBezTo>
                    <a:pt x="16" y="46"/>
                    <a:pt x="22" y="38"/>
                    <a:pt x="28" y="30"/>
                  </a:cubicBezTo>
                  <a:cubicBezTo>
                    <a:pt x="32" y="24"/>
                    <a:pt x="38" y="16"/>
                    <a:pt x="44" y="12"/>
                  </a:cubicBezTo>
                  <a:cubicBezTo>
                    <a:pt x="51" y="8"/>
                    <a:pt x="61" y="6"/>
                    <a:pt x="69" y="5"/>
                  </a:cubicBezTo>
                  <a:cubicBezTo>
                    <a:pt x="78" y="4"/>
                    <a:pt x="83" y="9"/>
                    <a:pt x="9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4" name="Freeform 306">
              <a:extLst>
                <a:ext uri="{FF2B5EF4-FFF2-40B4-BE49-F238E27FC236}">
                  <a16:creationId xmlns:a16="http://schemas.microsoft.com/office/drawing/2014/main" id="{AF0C7BAE-B3A6-40E0-B60C-5850AA2B9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170"/>
              <a:ext cx="112" cy="134"/>
            </a:xfrm>
            <a:custGeom>
              <a:avLst/>
              <a:gdLst>
                <a:gd name="T0" fmla="*/ 242 w 76"/>
                <a:gd name="T1" fmla="*/ 27 h 91"/>
                <a:gd name="T2" fmla="*/ 141 w 76"/>
                <a:gd name="T3" fmla="*/ 0 h 91"/>
                <a:gd name="T4" fmla="*/ 55 w 76"/>
                <a:gd name="T5" fmla="*/ 32 h 91"/>
                <a:gd name="T6" fmla="*/ 46 w 76"/>
                <a:gd name="T7" fmla="*/ 63 h 91"/>
                <a:gd name="T8" fmla="*/ 32 w 76"/>
                <a:gd name="T9" fmla="*/ 143 h 91"/>
                <a:gd name="T10" fmla="*/ 0 w 76"/>
                <a:gd name="T11" fmla="*/ 290 h 91"/>
                <a:gd name="T12" fmla="*/ 52 w 76"/>
                <a:gd name="T13" fmla="*/ 143 h 91"/>
                <a:gd name="T14" fmla="*/ 68 w 76"/>
                <a:gd name="T15" fmla="*/ 96 h 91"/>
                <a:gd name="T16" fmla="*/ 81 w 76"/>
                <a:gd name="T17" fmla="*/ 54 h 91"/>
                <a:gd name="T18" fmla="*/ 169 w 76"/>
                <a:gd name="T19" fmla="*/ 6 h 91"/>
                <a:gd name="T20" fmla="*/ 211 w 76"/>
                <a:gd name="T21" fmla="*/ 13 h 91"/>
                <a:gd name="T22" fmla="*/ 243 w 76"/>
                <a:gd name="T23" fmla="*/ 28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91">
                  <a:moveTo>
                    <a:pt x="75" y="8"/>
                  </a:moveTo>
                  <a:cubicBezTo>
                    <a:pt x="72" y="0"/>
                    <a:pt x="51" y="0"/>
                    <a:pt x="44" y="0"/>
                  </a:cubicBezTo>
                  <a:cubicBezTo>
                    <a:pt x="35" y="0"/>
                    <a:pt x="23" y="4"/>
                    <a:pt x="17" y="10"/>
                  </a:cubicBezTo>
                  <a:cubicBezTo>
                    <a:pt x="14" y="13"/>
                    <a:pt x="15" y="16"/>
                    <a:pt x="14" y="20"/>
                  </a:cubicBezTo>
                  <a:cubicBezTo>
                    <a:pt x="12" y="28"/>
                    <a:pt x="11" y="37"/>
                    <a:pt x="10" y="45"/>
                  </a:cubicBezTo>
                  <a:cubicBezTo>
                    <a:pt x="7" y="61"/>
                    <a:pt x="5" y="77"/>
                    <a:pt x="0" y="91"/>
                  </a:cubicBezTo>
                  <a:cubicBezTo>
                    <a:pt x="5" y="76"/>
                    <a:pt x="12" y="61"/>
                    <a:pt x="16" y="45"/>
                  </a:cubicBezTo>
                  <a:cubicBezTo>
                    <a:pt x="18" y="40"/>
                    <a:pt x="20" y="35"/>
                    <a:pt x="21" y="30"/>
                  </a:cubicBezTo>
                  <a:cubicBezTo>
                    <a:pt x="22" y="25"/>
                    <a:pt x="22" y="21"/>
                    <a:pt x="25" y="17"/>
                  </a:cubicBezTo>
                  <a:cubicBezTo>
                    <a:pt x="31" y="6"/>
                    <a:pt x="42" y="3"/>
                    <a:pt x="53" y="2"/>
                  </a:cubicBezTo>
                  <a:cubicBezTo>
                    <a:pt x="59" y="1"/>
                    <a:pt x="61" y="2"/>
                    <a:pt x="66" y="4"/>
                  </a:cubicBezTo>
                  <a:cubicBezTo>
                    <a:pt x="68" y="5"/>
                    <a:pt x="73" y="9"/>
                    <a:pt x="7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5" name="Freeform 307">
              <a:extLst>
                <a:ext uri="{FF2B5EF4-FFF2-40B4-BE49-F238E27FC236}">
                  <a16:creationId xmlns:a16="http://schemas.microsoft.com/office/drawing/2014/main" id="{006ADB94-F1DD-4BB5-B98B-FA424112B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170"/>
              <a:ext cx="111" cy="139"/>
            </a:xfrm>
            <a:custGeom>
              <a:avLst/>
              <a:gdLst>
                <a:gd name="T0" fmla="*/ 243 w 75"/>
                <a:gd name="T1" fmla="*/ 26 h 95"/>
                <a:gd name="T2" fmla="*/ 133 w 75"/>
                <a:gd name="T3" fmla="*/ 6 h 95"/>
                <a:gd name="T4" fmla="*/ 41 w 75"/>
                <a:gd name="T5" fmla="*/ 22 h 95"/>
                <a:gd name="T6" fmla="*/ 19 w 75"/>
                <a:gd name="T7" fmla="*/ 41 h 95"/>
                <a:gd name="T8" fmla="*/ 13 w 75"/>
                <a:gd name="T9" fmla="*/ 126 h 95"/>
                <a:gd name="T10" fmla="*/ 6 w 75"/>
                <a:gd name="T11" fmla="*/ 231 h 95"/>
                <a:gd name="T12" fmla="*/ 0 w 75"/>
                <a:gd name="T13" fmla="*/ 297 h 95"/>
                <a:gd name="T14" fmla="*/ 6 w 75"/>
                <a:gd name="T15" fmla="*/ 277 h 95"/>
                <a:gd name="T16" fmla="*/ 13 w 75"/>
                <a:gd name="T17" fmla="*/ 222 h 95"/>
                <a:gd name="T18" fmla="*/ 33 w 75"/>
                <a:gd name="T19" fmla="*/ 148 h 95"/>
                <a:gd name="T20" fmla="*/ 53 w 75"/>
                <a:gd name="T21" fmla="*/ 54 h 95"/>
                <a:gd name="T22" fmla="*/ 154 w 75"/>
                <a:gd name="T23" fmla="*/ 9 h 95"/>
                <a:gd name="T24" fmla="*/ 243 w 75"/>
                <a:gd name="T25" fmla="*/ 28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95">
                  <a:moveTo>
                    <a:pt x="75" y="8"/>
                  </a:moveTo>
                  <a:cubicBezTo>
                    <a:pt x="71" y="0"/>
                    <a:pt x="48" y="1"/>
                    <a:pt x="41" y="2"/>
                  </a:cubicBezTo>
                  <a:cubicBezTo>
                    <a:pt x="31" y="3"/>
                    <a:pt x="22" y="4"/>
                    <a:pt x="13" y="7"/>
                  </a:cubicBezTo>
                  <a:cubicBezTo>
                    <a:pt x="8" y="9"/>
                    <a:pt x="6" y="9"/>
                    <a:pt x="6" y="13"/>
                  </a:cubicBezTo>
                  <a:cubicBezTo>
                    <a:pt x="4" y="22"/>
                    <a:pt x="4" y="31"/>
                    <a:pt x="4" y="40"/>
                  </a:cubicBezTo>
                  <a:cubicBezTo>
                    <a:pt x="4" y="51"/>
                    <a:pt x="3" y="62"/>
                    <a:pt x="2" y="74"/>
                  </a:cubicBezTo>
                  <a:cubicBezTo>
                    <a:pt x="2" y="80"/>
                    <a:pt x="2" y="89"/>
                    <a:pt x="0" y="95"/>
                  </a:cubicBezTo>
                  <a:cubicBezTo>
                    <a:pt x="1" y="93"/>
                    <a:pt x="1" y="91"/>
                    <a:pt x="2" y="88"/>
                  </a:cubicBezTo>
                  <a:cubicBezTo>
                    <a:pt x="4" y="82"/>
                    <a:pt x="4" y="77"/>
                    <a:pt x="4" y="71"/>
                  </a:cubicBezTo>
                  <a:cubicBezTo>
                    <a:pt x="5" y="63"/>
                    <a:pt x="8" y="55"/>
                    <a:pt x="10" y="47"/>
                  </a:cubicBezTo>
                  <a:cubicBezTo>
                    <a:pt x="12" y="37"/>
                    <a:pt x="12" y="26"/>
                    <a:pt x="16" y="17"/>
                  </a:cubicBezTo>
                  <a:cubicBezTo>
                    <a:pt x="20" y="7"/>
                    <a:pt x="37" y="4"/>
                    <a:pt x="47" y="3"/>
                  </a:cubicBezTo>
                  <a:cubicBezTo>
                    <a:pt x="55" y="2"/>
                    <a:pt x="69" y="1"/>
                    <a:pt x="7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6" name="Freeform 308">
              <a:extLst>
                <a:ext uri="{FF2B5EF4-FFF2-40B4-BE49-F238E27FC236}">
                  <a16:creationId xmlns:a16="http://schemas.microsoft.com/office/drawing/2014/main" id="{B8869F2A-6D8D-461E-A0E3-5E75D7422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240"/>
              <a:ext cx="200" cy="642"/>
            </a:xfrm>
            <a:custGeom>
              <a:avLst/>
              <a:gdLst>
                <a:gd name="T0" fmla="*/ 413 w 136"/>
                <a:gd name="T1" fmla="*/ 0 h 436"/>
                <a:gd name="T2" fmla="*/ 0 w 136"/>
                <a:gd name="T3" fmla="*/ 1391 h 436"/>
                <a:gd name="T4" fmla="*/ 413 w 136"/>
                <a:gd name="T5" fmla="*/ 0 h 4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436">
                  <a:moveTo>
                    <a:pt x="130" y="0"/>
                  </a:moveTo>
                  <a:cubicBezTo>
                    <a:pt x="130" y="0"/>
                    <a:pt x="136" y="199"/>
                    <a:pt x="0" y="436"/>
                  </a:cubicBezTo>
                  <a:cubicBezTo>
                    <a:pt x="0" y="436"/>
                    <a:pt x="124" y="268"/>
                    <a:pt x="1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7" name="Freeform 309">
              <a:extLst>
                <a:ext uri="{FF2B5EF4-FFF2-40B4-BE49-F238E27FC236}">
                  <a16:creationId xmlns:a16="http://schemas.microsoft.com/office/drawing/2014/main" id="{775F0AC6-756D-4C17-916A-FFAC387DC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318"/>
              <a:ext cx="102" cy="253"/>
            </a:xfrm>
            <a:custGeom>
              <a:avLst/>
              <a:gdLst>
                <a:gd name="T0" fmla="*/ 1 w 69"/>
                <a:gd name="T1" fmla="*/ 0 h 172"/>
                <a:gd name="T2" fmla="*/ 72 w 69"/>
                <a:gd name="T3" fmla="*/ 188 h 172"/>
                <a:gd name="T4" fmla="*/ 223 w 69"/>
                <a:gd name="T5" fmla="*/ 121 h 172"/>
                <a:gd name="T6" fmla="*/ 146 w 69"/>
                <a:gd name="T7" fmla="*/ 197 h 172"/>
                <a:gd name="T8" fmla="*/ 65 w 69"/>
                <a:gd name="T9" fmla="*/ 262 h 172"/>
                <a:gd name="T10" fmla="*/ 28 w 69"/>
                <a:gd name="T11" fmla="*/ 413 h 172"/>
                <a:gd name="T12" fmla="*/ 19 w 69"/>
                <a:gd name="T13" fmla="*/ 547 h 172"/>
                <a:gd name="T14" fmla="*/ 22 w 69"/>
                <a:gd name="T15" fmla="*/ 400 h 172"/>
                <a:gd name="T16" fmla="*/ 49 w 69"/>
                <a:gd name="T17" fmla="*/ 268 h 172"/>
                <a:gd name="T18" fmla="*/ 55 w 69"/>
                <a:gd name="T19" fmla="*/ 203 h 172"/>
                <a:gd name="T20" fmla="*/ 22 w 69"/>
                <a:gd name="T21" fmla="*/ 143 h 172"/>
                <a:gd name="T22" fmla="*/ 1 w 69"/>
                <a:gd name="T23" fmla="*/ 13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172">
                  <a:moveTo>
                    <a:pt x="1" y="0"/>
                  </a:moveTo>
                  <a:cubicBezTo>
                    <a:pt x="4" y="16"/>
                    <a:pt x="5" y="51"/>
                    <a:pt x="22" y="59"/>
                  </a:cubicBezTo>
                  <a:cubicBezTo>
                    <a:pt x="37" y="67"/>
                    <a:pt x="59" y="48"/>
                    <a:pt x="69" y="38"/>
                  </a:cubicBezTo>
                  <a:cubicBezTo>
                    <a:pt x="62" y="47"/>
                    <a:pt x="54" y="56"/>
                    <a:pt x="45" y="62"/>
                  </a:cubicBezTo>
                  <a:cubicBezTo>
                    <a:pt x="34" y="69"/>
                    <a:pt x="27" y="68"/>
                    <a:pt x="20" y="82"/>
                  </a:cubicBezTo>
                  <a:cubicBezTo>
                    <a:pt x="13" y="95"/>
                    <a:pt x="11" y="115"/>
                    <a:pt x="9" y="130"/>
                  </a:cubicBezTo>
                  <a:cubicBezTo>
                    <a:pt x="6" y="144"/>
                    <a:pt x="6" y="158"/>
                    <a:pt x="6" y="172"/>
                  </a:cubicBezTo>
                  <a:cubicBezTo>
                    <a:pt x="6" y="156"/>
                    <a:pt x="5" y="142"/>
                    <a:pt x="7" y="126"/>
                  </a:cubicBezTo>
                  <a:cubicBezTo>
                    <a:pt x="8" y="112"/>
                    <a:pt x="11" y="97"/>
                    <a:pt x="15" y="84"/>
                  </a:cubicBezTo>
                  <a:cubicBezTo>
                    <a:pt x="16" y="77"/>
                    <a:pt x="19" y="71"/>
                    <a:pt x="17" y="64"/>
                  </a:cubicBezTo>
                  <a:cubicBezTo>
                    <a:pt x="15" y="57"/>
                    <a:pt x="10" y="52"/>
                    <a:pt x="7" y="45"/>
                  </a:cubicBezTo>
                  <a:cubicBezTo>
                    <a:pt x="3" y="34"/>
                    <a:pt x="0" y="16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8" name="Freeform 310">
              <a:extLst>
                <a:ext uri="{FF2B5EF4-FFF2-40B4-BE49-F238E27FC236}">
                  <a16:creationId xmlns:a16="http://schemas.microsoft.com/office/drawing/2014/main" id="{96456C4A-E06B-4E35-8E85-D14DCAA86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373"/>
              <a:ext cx="295" cy="184"/>
            </a:xfrm>
            <a:custGeom>
              <a:avLst/>
              <a:gdLst>
                <a:gd name="T0" fmla="*/ 0 w 200"/>
                <a:gd name="T1" fmla="*/ 47 h 125"/>
                <a:gd name="T2" fmla="*/ 316 w 200"/>
                <a:gd name="T3" fmla="*/ 252 h 125"/>
                <a:gd name="T4" fmla="*/ 642 w 200"/>
                <a:gd name="T5" fmla="*/ 0 h 125"/>
                <a:gd name="T6" fmla="*/ 385 w 200"/>
                <a:gd name="T7" fmla="*/ 194 h 125"/>
                <a:gd name="T8" fmla="*/ 114 w 200"/>
                <a:gd name="T9" fmla="*/ 224 h 125"/>
                <a:gd name="T10" fmla="*/ 0 w 200"/>
                <a:gd name="T11" fmla="*/ 47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0" h="125">
                  <a:moveTo>
                    <a:pt x="0" y="15"/>
                  </a:moveTo>
                  <a:cubicBezTo>
                    <a:pt x="0" y="15"/>
                    <a:pt x="60" y="125"/>
                    <a:pt x="98" y="79"/>
                  </a:cubicBezTo>
                  <a:cubicBezTo>
                    <a:pt x="135" y="34"/>
                    <a:pt x="141" y="22"/>
                    <a:pt x="200" y="0"/>
                  </a:cubicBezTo>
                  <a:cubicBezTo>
                    <a:pt x="200" y="0"/>
                    <a:pt x="158" y="8"/>
                    <a:pt x="120" y="61"/>
                  </a:cubicBezTo>
                  <a:cubicBezTo>
                    <a:pt x="82" y="113"/>
                    <a:pt x="59" y="98"/>
                    <a:pt x="35" y="70"/>
                  </a:cubicBezTo>
                  <a:cubicBezTo>
                    <a:pt x="10" y="42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9" name="Freeform 311">
              <a:extLst>
                <a:ext uri="{FF2B5EF4-FFF2-40B4-BE49-F238E27FC236}">
                  <a16:creationId xmlns:a16="http://schemas.microsoft.com/office/drawing/2014/main" id="{4F887E6C-E355-40DF-A8FA-AA690A54F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513"/>
              <a:ext cx="306" cy="257"/>
            </a:xfrm>
            <a:custGeom>
              <a:avLst/>
              <a:gdLst>
                <a:gd name="T0" fmla="*/ 0 w 207"/>
                <a:gd name="T1" fmla="*/ 0 h 175"/>
                <a:gd name="T2" fmla="*/ 210 w 207"/>
                <a:gd name="T3" fmla="*/ 554 h 175"/>
                <a:gd name="T4" fmla="*/ 238 w 207"/>
                <a:gd name="T5" fmla="*/ 326 h 175"/>
                <a:gd name="T6" fmla="*/ 668 w 207"/>
                <a:gd name="T7" fmla="*/ 93 h 175"/>
                <a:gd name="T8" fmla="*/ 257 w 207"/>
                <a:gd name="T9" fmla="*/ 248 h 175"/>
                <a:gd name="T10" fmla="*/ 0 w 207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175">
                  <a:moveTo>
                    <a:pt x="0" y="0"/>
                  </a:moveTo>
                  <a:cubicBezTo>
                    <a:pt x="0" y="0"/>
                    <a:pt x="103" y="85"/>
                    <a:pt x="65" y="175"/>
                  </a:cubicBezTo>
                  <a:cubicBezTo>
                    <a:pt x="65" y="175"/>
                    <a:pt x="82" y="154"/>
                    <a:pt x="74" y="103"/>
                  </a:cubicBezTo>
                  <a:cubicBezTo>
                    <a:pt x="65" y="53"/>
                    <a:pt x="154" y="119"/>
                    <a:pt x="207" y="29"/>
                  </a:cubicBezTo>
                  <a:cubicBezTo>
                    <a:pt x="207" y="29"/>
                    <a:pt x="178" y="89"/>
                    <a:pt x="80" y="78"/>
                  </a:cubicBezTo>
                  <a:cubicBezTo>
                    <a:pt x="52" y="75"/>
                    <a:pt x="58" y="4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0" name="Freeform 312">
              <a:extLst>
                <a:ext uri="{FF2B5EF4-FFF2-40B4-BE49-F238E27FC236}">
                  <a16:creationId xmlns:a16="http://schemas.microsoft.com/office/drawing/2014/main" id="{C5AC5CB3-21A4-4D10-9A07-80CBE18A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045"/>
              <a:ext cx="250" cy="426"/>
            </a:xfrm>
            <a:custGeom>
              <a:avLst/>
              <a:gdLst>
                <a:gd name="T0" fmla="*/ 0 w 170"/>
                <a:gd name="T1" fmla="*/ 0 h 290"/>
                <a:gd name="T2" fmla="*/ 87 w 170"/>
                <a:gd name="T3" fmla="*/ 920 h 290"/>
                <a:gd name="T4" fmla="*/ 0 w 170"/>
                <a:gd name="T5" fmla="*/ 0 h 2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90">
                  <a:moveTo>
                    <a:pt x="0" y="0"/>
                  </a:moveTo>
                  <a:cubicBezTo>
                    <a:pt x="0" y="0"/>
                    <a:pt x="155" y="116"/>
                    <a:pt x="27" y="290"/>
                  </a:cubicBezTo>
                  <a:cubicBezTo>
                    <a:pt x="27" y="290"/>
                    <a:pt x="170" y="14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1" name="Freeform 313">
              <a:extLst>
                <a:ext uri="{FF2B5EF4-FFF2-40B4-BE49-F238E27FC236}">
                  <a16:creationId xmlns:a16="http://schemas.microsoft.com/office/drawing/2014/main" id="{C32E1C35-8382-4DE9-9BD2-EF575AA2D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21"/>
              <a:ext cx="70" cy="340"/>
            </a:xfrm>
            <a:custGeom>
              <a:avLst/>
              <a:gdLst>
                <a:gd name="T0" fmla="*/ 149 w 48"/>
                <a:gd name="T1" fmla="*/ 0 h 231"/>
                <a:gd name="T2" fmla="*/ 102 w 48"/>
                <a:gd name="T3" fmla="*/ 736 h 231"/>
                <a:gd name="T4" fmla="*/ 149 w 48"/>
                <a:gd name="T5" fmla="*/ 0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1">
                  <a:moveTo>
                    <a:pt x="48" y="0"/>
                  </a:moveTo>
                  <a:cubicBezTo>
                    <a:pt x="48" y="0"/>
                    <a:pt x="11" y="108"/>
                    <a:pt x="33" y="231"/>
                  </a:cubicBezTo>
                  <a:cubicBezTo>
                    <a:pt x="33" y="231"/>
                    <a:pt x="0" y="105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2" name="Freeform 314">
              <a:extLst>
                <a:ext uri="{FF2B5EF4-FFF2-40B4-BE49-F238E27FC236}">
                  <a16:creationId xmlns:a16="http://schemas.microsoft.com/office/drawing/2014/main" id="{F8ED8CD8-653A-4B47-800F-91802456B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601"/>
              <a:ext cx="118" cy="248"/>
            </a:xfrm>
            <a:custGeom>
              <a:avLst/>
              <a:gdLst>
                <a:gd name="T0" fmla="*/ 0 w 80"/>
                <a:gd name="T1" fmla="*/ 56 h 169"/>
                <a:gd name="T2" fmla="*/ 229 w 80"/>
                <a:gd name="T3" fmla="*/ 0 h 169"/>
                <a:gd name="T4" fmla="*/ 0 w 80"/>
                <a:gd name="T5" fmla="*/ 56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69">
                  <a:moveTo>
                    <a:pt x="0" y="18"/>
                  </a:moveTo>
                  <a:cubicBezTo>
                    <a:pt x="0" y="18"/>
                    <a:pt x="72" y="161"/>
                    <a:pt x="71" y="0"/>
                  </a:cubicBezTo>
                  <a:cubicBezTo>
                    <a:pt x="71" y="0"/>
                    <a:pt x="80" y="169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3" name="Freeform 315">
              <a:extLst>
                <a:ext uri="{FF2B5EF4-FFF2-40B4-BE49-F238E27FC236}">
                  <a16:creationId xmlns:a16="http://schemas.microsoft.com/office/drawing/2014/main" id="{BF3EA0BB-E122-440B-ADD4-8D516B0FB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712"/>
              <a:ext cx="481" cy="1033"/>
            </a:xfrm>
            <a:custGeom>
              <a:avLst/>
              <a:gdLst>
                <a:gd name="T0" fmla="*/ 0 w 326"/>
                <a:gd name="T1" fmla="*/ 0 h 702"/>
                <a:gd name="T2" fmla="*/ 1048 w 326"/>
                <a:gd name="T3" fmla="*/ 2237 h 702"/>
                <a:gd name="T4" fmla="*/ 0 w 326"/>
                <a:gd name="T5" fmla="*/ 0 h 7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6" h="702">
                  <a:moveTo>
                    <a:pt x="0" y="0"/>
                  </a:moveTo>
                  <a:cubicBezTo>
                    <a:pt x="0" y="0"/>
                    <a:pt x="48" y="422"/>
                    <a:pt x="326" y="702"/>
                  </a:cubicBezTo>
                  <a:cubicBezTo>
                    <a:pt x="326" y="702"/>
                    <a:pt x="46" y="4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4" name="Freeform 316">
              <a:extLst>
                <a:ext uri="{FF2B5EF4-FFF2-40B4-BE49-F238E27FC236}">
                  <a16:creationId xmlns:a16="http://schemas.microsoft.com/office/drawing/2014/main" id="{D7954F25-1169-48AE-BC10-20F18F477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913"/>
              <a:ext cx="208" cy="717"/>
            </a:xfrm>
            <a:custGeom>
              <a:avLst/>
              <a:gdLst>
                <a:gd name="T0" fmla="*/ 453 w 141"/>
                <a:gd name="T1" fmla="*/ 0 h 488"/>
                <a:gd name="T2" fmla="*/ 155 w 141"/>
                <a:gd name="T3" fmla="*/ 1547 h 488"/>
                <a:gd name="T4" fmla="*/ 453 w 141"/>
                <a:gd name="T5" fmla="*/ 0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488">
                  <a:moveTo>
                    <a:pt x="141" y="0"/>
                  </a:moveTo>
                  <a:cubicBezTo>
                    <a:pt x="141" y="0"/>
                    <a:pt x="26" y="96"/>
                    <a:pt x="48" y="488"/>
                  </a:cubicBezTo>
                  <a:cubicBezTo>
                    <a:pt x="48" y="488"/>
                    <a:pt x="0" y="123"/>
                    <a:pt x="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4" name="Arterial-thrombus-collateral-circulation">
            <a:extLst>
              <a:ext uri="{FF2B5EF4-FFF2-40B4-BE49-F238E27FC236}">
                <a16:creationId xmlns:a16="http://schemas.microsoft.com/office/drawing/2014/main" id="{66364695-C046-4CEA-BD3C-288080289BB5}"/>
              </a:ext>
            </a:extLst>
          </p:cNvPr>
          <p:cNvGrpSpPr>
            <a:grpSpLocks/>
          </p:cNvGrpSpPr>
          <p:nvPr/>
        </p:nvGrpSpPr>
        <p:grpSpPr bwMode="auto">
          <a:xfrm>
            <a:off x="6251575" y="1784350"/>
            <a:ext cx="3578225" cy="4254500"/>
            <a:chOff x="2978" y="1124"/>
            <a:chExt cx="2254" cy="2680"/>
          </a:xfrm>
        </p:grpSpPr>
        <p:grpSp>
          <p:nvGrpSpPr>
            <p:cNvPr id="53255" name="Group 318">
              <a:extLst>
                <a:ext uri="{FF2B5EF4-FFF2-40B4-BE49-F238E27FC236}">
                  <a16:creationId xmlns:a16="http://schemas.microsoft.com/office/drawing/2014/main" id="{AFD1FE3A-52EC-4939-9759-F49BAC1E7D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8" y="1124"/>
              <a:ext cx="2254" cy="2680"/>
              <a:chOff x="2978" y="1124"/>
              <a:chExt cx="2254" cy="2680"/>
            </a:xfrm>
          </p:grpSpPr>
          <p:sp>
            <p:nvSpPr>
              <p:cNvPr id="53395" name="Freeform 319">
                <a:extLst>
                  <a:ext uri="{FF2B5EF4-FFF2-40B4-BE49-F238E27FC236}">
                    <a16:creationId xmlns:a16="http://schemas.microsoft.com/office/drawing/2014/main" id="{67A4DADC-5669-4DF9-A675-E73E72A7ED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78" y="1124"/>
                <a:ext cx="2254" cy="2609"/>
              </a:xfrm>
              <a:custGeom>
                <a:avLst/>
                <a:gdLst>
                  <a:gd name="T0" fmla="*/ 4574 w 1532"/>
                  <a:gd name="T1" fmla="*/ 121 h 1771"/>
                  <a:gd name="T2" fmla="*/ 4303 w 1532"/>
                  <a:gd name="T3" fmla="*/ 798 h 1771"/>
                  <a:gd name="T4" fmla="*/ 4217 w 1532"/>
                  <a:gd name="T5" fmla="*/ 128 h 1771"/>
                  <a:gd name="T6" fmla="*/ 3615 w 1532"/>
                  <a:gd name="T7" fmla="*/ 1330 h 1771"/>
                  <a:gd name="T8" fmla="*/ 4033 w 1532"/>
                  <a:gd name="T9" fmla="*/ 121 h 1771"/>
                  <a:gd name="T10" fmla="*/ 3519 w 1532"/>
                  <a:gd name="T11" fmla="*/ 533 h 1771"/>
                  <a:gd name="T12" fmla="*/ 3299 w 1532"/>
                  <a:gd name="T13" fmla="*/ 119 h 1771"/>
                  <a:gd name="T14" fmla="*/ 3412 w 1532"/>
                  <a:gd name="T15" fmla="*/ 2068 h 1771"/>
                  <a:gd name="T16" fmla="*/ 2898 w 1532"/>
                  <a:gd name="T17" fmla="*/ 723 h 1771"/>
                  <a:gd name="T18" fmla="*/ 2790 w 1532"/>
                  <a:gd name="T19" fmla="*/ 119 h 1771"/>
                  <a:gd name="T20" fmla="*/ 2466 w 1532"/>
                  <a:gd name="T21" fmla="*/ 124 h 1771"/>
                  <a:gd name="T22" fmla="*/ 2303 w 1532"/>
                  <a:gd name="T23" fmla="*/ 636 h 1771"/>
                  <a:gd name="T24" fmla="*/ 1992 w 1532"/>
                  <a:gd name="T25" fmla="*/ 1732 h 1771"/>
                  <a:gd name="T26" fmla="*/ 1792 w 1532"/>
                  <a:gd name="T27" fmla="*/ 566 h 1771"/>
                  <a:gd name="T28" fmla="*/ 1593 w 1532"/>
                  <a:gd name="T29" fmla="*/ 121 h 1771"/>
                  <a:gd name="T30" fmla="*/ 1377 w 1532"/>
                  <a:gd name="T31" fmla="*/ 661 h 1771"/>
                  <a:gd name="T32" fmla="*/ 1089 w 1532"/>
                  <a:gd name="T33" fmla="*/ 124 h 1771"/>
                  <a:gd name="T34" fmla="*/ 899 w 1532"/>
                  <a:gd name="T35" fmla="*/ 130 h 1771"/>
                  <a:gd name="T36" fmla="*/ 487 w 1532"/>
                  <a:gd name="T37" fmla="*/ 1128 h 1771"/>
                  <a:gd name="T38" fmla="*/ 121 w 1532"/>
                  <a:gd name="T39" fmla="*/ 128 h 1771"/>
                  <a:gd name="T40" fmla="*/ 1696 w 1532"/>
                  <a:gd name="T41" fmla="*/ 4604 h 1771"/>
                  <a:gd name="T42" fmla="*/ 2360 w 1532"/>
                  <a:gd name="T43" fmla="*/ 5663 h 1771"/>
                  <a:gd name="T44" fmla="*/ 3703 w 1532"/>
                  <a:gd name="T45" fmla="*/ 2559 h 1771"/>
                  <a:gd name="T46" fmla="*/ 4845 w 1532"/>
                  <a:gd name="T47" fmla="*/ 121 h 1771"/>
                  <a:gd name="T48" fmla="*/ 739 w 1532"/>
                  <a:gd name="T49" fmla="*/ 1183 h 1771"/>
                  <a:gd name="T50" fmla="*/ 1309 w 1532"/>
                  <a:gd name="T51" fmla="*/ 1400 h 1771"/>
                  <a:gd name="T52" fmla="*/ 547 w 1532"/>
                  <a:gd name="T53" fmla="*/ 1744 h 1771"/>
                  <a:gd name="T54" fmla="*/ 1061 w 1532"/>
                  <a:gd name="T55" fmla="*/ 2873 h 1771"/>
                  <a:gd name="T56" fmla="*/ 1042 w 1532"/>
                  <a:gd name="T57" fmla="*/ 2359 h 1771"/>
                  <a:gd name="T58" fmla="*/ 1768 w 1532"/>
                  <a:gd name="T59" fmla="*/ 1958 h 1771"/>
                  <a:gd name="T60" fmla="*/ 1231 w 1532"/>
                  <a:gd name="T61" fmla="*/ 2849 h 1771"/>
                  <a:gd name="T62" fmla="*/ 1898 w 1532"/>
                  <a:gd name="T63" fmla="*/ 3857 h 1771"/>
                  <a:gd name="T64" fmla="*/ 2041 w 1532"/>
                  <a:gd name="T65" fmla="*/ 2960 h 1771"/>
                  <a:gd name="T66" fmla="*/ 2806 w 1532"/>
                  <a:gd name="T67" fmla="*/ 3088 h 1771"/>
                  <a:gd name="T68" fmla="*/ 2163 w 1532"/>
                  <a:gd name="T69" fmla="*/ 2264 h 1771"/>
                  <a:gd name="T70" fmla="*/ 2688 w 1532"/>
                  <a:gd name="T71" fmla="*/ 1707 h 1771"/>
                  <a:gd name="T72" fmla="*/ 2806 w 1532"/>
                  <a:gd name="T73" fmla="*/ 3088 h 177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32" h="1771">
                    <a:moveTo>
                      <a:pt x="1521" y="38"/>
                    </a:moveTo>
                    <a:cubicBezTo>
                      <a:pt x="1485" y="2"/>
                      <a:pt x="1436" y="38"/>
                      <a:pt x="1436" y="38"/>
                    </a:cubicBezTo>
                    <a:cubicBezTo>
                      <a:pt x="1427" y="395"/>
                      <a:pt x="1292" y="580"/>
                      <a:pt x="1258" y="565"/>
                    </a:cubicBezTo>
                    <a:cubicBezTo>
                      <a:pt x="1225" y="551"/>
                      <a:pt x="1315" y="347"/>
                      <a:pt x="1351" y="250"/>
                    </a:cubicBezTo>
                    <a:cubicBezTo>
                      <a:pt x="1387" y="154"/>
                      <a:pt x="1404" y="40"/>
                      <a:pt x="1404" y="40"/>
                    </a:cubicBezTo>
                    <a:cubicBezTo>
                      <a:pt x="1366" y="2"/>
                      <a:pt x="1324" y="40"/>
                      <a:pt x="1324" y="40"/>
                    </a:cubicBezTo>
                    <a:cubicBezTo>
                      <a:pt x="1324" y="148"/>
                      <a:pt x="1214" y="335"/>
                      <a:pt x="1197" y="432"/>
                    </a:cubicBezTo>
                    <a:cubicBezTo>
                      <a:pt x="1179" y="529"/>
                      <a:pt x="1159" y="526"/>
                      <a:pt x="1135" y="416"/>
                    </a:cubicBezTo>
                    <a:cubicBezTo>
                      <a:pt x="1111" y="307"/>
                      <a:pt x="1191" y="192"/>
                      <a:pt x="1213" y="145"/>
                    </a:cubicBezTo>
                    <a:cubicBezTo>
                      <a:pt x="1235" y="98"/>
                      <a:pt x="1266" y="38"/>
                      <a:pt x="1266" y="38"/>
                    </a:cubicBezTo>
                    <a:cubicBezTo>
                      <a:pt x="1227" y="0"/>
                      <a:pt x="1181" y="38"/>
                      <a:pt x="1181" y="38"/>
                    </a:cubicBezTo>
                    <a:cubicBezTo>
                      <a:pt x="1181" y="38"/>
                      <a:pt x="1124" y="173"/>
                      <a:pt x="1105" y="167"/>
                    </a:cubicBezTo>
                    <a:cubicBezTo>
                      <a:pt x="1086" y="162"/>
                      <a:pt x="1115" y="37"/>
                      <a:pt x="1115" y="37"/>
                    </a:cubicBezTo>
                    <a:cubicBezTo>
                      <a:pt x="1082" y="4"/>
                      <a:pt x="1036" y="37"/>
                      <a:pt x="1036" y="37"/>
                    </a:cubicBezTo>
                    <a:cubicBezTo>
                      <a:pt x="1036" y="37"/>
                      <a:pt x="1015" y="172"/>
                      <a:pt x="1017" y="259"/>
                    </a:cubicBezTo>
                    <a:cubicBezTo>
                      <a:pt x="1019" y="347"/>
                      <a:pt x="1135" y="602"/>
                      <a:pt x="1071" y="647"/>
                    </a:cubicBezTo>
                    <a:cubicBezTo>
                      <a:pt x="1007" y="692"/>
                      <a:pt x="910" y="499"/>
                      <a:pt x="887" y="432"/>
                    </a:cubicBezTo>
                    <a:cubicBezTo>
                      <a:pt x="864" y="365"/>
                      <a:pt x="875" y="313"/>
                      <a:pt x="910" y="226"/>
                    </a:cubicBezTo>
                    <a:cubicBezTo>
                      <a:pt x="945" y="140"/>
                      <a:pt x="950" y="37"/>
                      <a:pt x="950" y="37"/>
                    </a:cubicBezTo>
                    <a:cubicBezTo>
                      <a:pt x="913" y="8"/>
                      <a:pt x="876" y="37"/>
                      <a:pt x="876" y="37"/>
                    </a:cubicBezTo>
                    <a:cubicBezTo>
                      <a:pt x="876" y="37"/>
                      <a:pt x="855" y="228"/>
                      <a:pt x="814" y="218"/>
                    </a:cubicBezTo>
                    <a:cubicBezTo>
                      <a:pt x="772" y="208"/>
                      <a:pt x="774" y="39"/>
                      <a:pt x="774" y="39"/>
                    </a:cubicBezTo>
                    <a:cubicBezTo>
                      <a:pt x="740" y="5"/>
                      <a:pt x="700" y="39"/>
                      <a:pt x="700" y="39"/>
                    </a:cubicBezTo>
                    <a:cubicBezTo>
                      <a:pt x="700" y="87"/>
                      <a:pt x="708" y="153"/>
                      <a:pt x="723" y="199"/>
                    </a:cubicBezTo>
                    <a:cubicBezTo>
                      <a:pt x="737" y="245"/>
                      <a:pt x="740" y="316"/>
                      <a:pt x="718" y="355"/>
                    </a:cubicBezTo>
                    <a:cubicBezTo>
                      <a:pt x="641" y="490"/>
                      <a:pt x="646" y="546"/>
                      <a:pt x="625" y="542"/>
                    </a:cubicBezTo>
                    <a:cubicBezTo>
                      <a:pt x="578" y="534"/>
                      <a:pt x="566" y="441"/>
                      <a:pt x="553" y="366"/>
                    </a:cubicBezTo>
                    <a:cubicBezTo>
                      <a:pt x="540" y="291"/>
                      <a:pt x="556" y="230"/>
                      <a:pt x="563" y="177"/>
                    </a:cubicBezTo>
                    <a:cubicBezTo>
                      <a:pt x="569" y="123"/>
                      <a:pt x="565" y="38"/>
                      <a:pt x="565" y="38"/>
                    </a:cubicBezTo>
                    <a:cubicBezTo>
                      <a:pt x="538" y="11"/>
                      <a:pt x="500" y="38"/>
                      <a:pt x="500" y="38"/>
                    </a:cubicBezTo>
                    <a:cubicBezTo>
                      <a:pt x="501" y="105"/>
                      <a:pt x="465" y="233"/>
                      <a:pt x="474" y="333"/>
                    </a:cubicBezTo>
                    <a:cubicBezTo>
                      <a:pt x="479" y="394"/>
                      <a:pt x="447" y="254"/>
                      <a:pt x="432" y="207"/>
                    </a:cubicBezTo>
                    <a:cubicBezTo>
                      <a:pt x="418" y="160"/>
                      <a:pt x="418" y="40"/>
                      <a:pt x="418" y="40"/>
                    </a:cubicBezTo>
                    <a:cubicBezTo>
                      <a:pt x="381" y="9"/>
                      <a:pt x="342" y="39"/>
                      <a:pt x="342" y="39"/>
                    </a:cubicBezTo>
                    <a:cubicBezTo>
                      <a:pt x="342" y="272"/>
                      <a:pt x="423" y="371"/>
                      <a:pt x="344" y="296"/>
                    </a:cubicBezTo>
                    <a:cubicBezTo>
                      <a:pt x="265" y="222"/>
                      <a:pt x="282" y="41"/>
                      <a:pt x="282" y="41"/>
                    </a:cubicBezTo>
                    <a:cubicBezTo>
                      <a:pt x="241" y="9"/>
                      <a:pt x="201" y="41"/>
                      <a:pt x="201" y="41"/>
                    </a:cubicBezTo>
                    <a:cubicBezTo>
                      <a:pt x="201" y="41"/>
                      <a:pt x="203" y="353"/>
                      <a:pt x="153" y="353"/>
                    </a:cubicBezTo>
                    <a:cubicBezTo>
                      <a:pt x="103" y="353"/>
                      <a:pt x="104" y="40"/>
                      <a:pt x="104" y="40"/>
                    </a:cubicBezTo>
                    <a:cubicBezTo>
                      <a:pt x="73" y="8"/>
                      <a:pt x="38" y="40"/>
                      <a:pt x="38" y="40"/>
                    </a:cubicBezTo>
                    <a:cubicBezTo>
                      <a:pt x="0" y="792"/>
                      <a:pt x="300" y="1038"/>
                      <a:pt x="421" y="1175"/>
                    </a:cubicBezTo>
                    <a:cubicBezTo>
                      <a:pt x="543" y="1312"/>
                      <a:pt x="533" y="1440"/>
                      <a:pt x="533" y="1440"/>
                    </a:cubicBezTo>
                    <a:cubicBezTo>
                      <a:pt x="533" y="1771"/>
                      <a:pt x="533" y="1771"/>
                      <a:pt x="533" y="1771"/>
                    </a:cubicBezTo>
                    <a:cubicBezTo>
                      <a:pt x="741" y="1771"/>
                      <a:pt x="741" y="1771"/>
                      <a:pt x="741" y="1771"/>
                    </a:cubicBezTo>
                    <a:cubicBezTo>
                      <a:pt x="721" y="1312"/>
                      <a:pt x="765" y="1279"/>
                      <a:pt x="889" y="1158"/>
                    </a:cubicBezTo>
                    <a:cubicBezTo>
                      <a:pt x="1013" y="1036"/>
                      <a:pt x="1105" y="892"/>
                      <a:pt x="1163" y="800"/>
                    </a:cubicBezTo>
                    <a:cubicBezTo>
                      <a:pt x="1220" y="708"/>
                      <a:pt x="1308" y="688"/>
                      <a:pt x="1420" y="487"/>
                    </a:cubicBezTo>
                    <a:cubicBezTo>
                      <a:pt x="1532" y="286"/>
                      <a:pt x="1521" y="38"/>
                      <a:pt x="1521" y="38"/>
                    </a:cubicBezTo>
                    <a:close/>
                    <a:moveTo>
                      <a:pt x="172" y="546"/>
                    </a:moveTo>
                    <a:cubicBezTo>
                      <a:pt x="158" y="468"/>
                      <a:pt x="218" y="390"/>
                      <a:pt x="232" y="370"/>
                    </a:cubicBezTo>
                    <a:cubicBezTo>
                      <a:pt x="260" y="331"/>
                      <a:pt x="290" y="352"/>
                      <a:pt x="302" y="377"/>
                    </a:cubicBezTo>
                    <a:cubicBezTo>
                      <a:pt x="314" y="403"/>
                      <a:pt x="345" y="416"/>
                      <a:pt x="411" y="438"/>
                    </a:cubicBezTo>
                    <a:cubicBezTo>
                      <a:pt x="478" y="460"/>
                      <a:pt x="401" y="593"/>
                      <a:pt x="301" y="656"/>
                    </a:cubicBezTo>
                    <a:cubicBezTo>
                      <a:pt x="200" y="719"/>
                      <a:pt x="185" y="619"/>
                      <a:pt x="172" y="546"/>
                    </a:cubicBezTo>
                    <a:close/>
                    <a:moveTo>
                      <a:pt x="387" y="891"/>
                    </a:moveTo>
                    <a:cubicBezTo>
                      <a:pt x="369" y="923"/>
                      <a:pt x="352" y="922"/>
                      <a:pt x="333" y="899"/>
                    </a:cubicBezTo>
                    <a:cubicBezTo>
                      <a:pt x="333" y="899"/>
                      <a:pt x="289" y="842"/>
                      <a:pt x="272" y="806"/>
                    </a:cubicBezTo>
                    <a:cubicBezTo>
                      <a:pt x="255" y="770"/>
                      <a:pt x="268" y="766"/>
                      <a:pt x="327" y="738"/>
                    </a:cubicBezTo>
                    <a:cubicBezTo>
                      <a:pt x="385" y="710"/>
                      <a:pt x="461" y="642"/>
                      <a:pt x="489" y="596"/>
                    </a:cubicBezTo>
                    <a:cubicBezTo>
                      <a:pt x="517" y="551"/>
                      <a:pt x="552" y="552"/>
                      <a:pt x="555" y="612"/>
                    </a:cubicBezTo>
                    <a:cubicBezTo>
                      <a:pt x="557" y="672"/>
                      <a:pt x="561" y="806"/>
                      <a:pt x="527" y="815"/>
                    </a:cubicBezTo>
                    <a:cubicBezTo>
                      <a:pt x="492" y="824"/>
                      <a:pt x="404" y="859"/>
                      <a:pt x="387" y="891"/>
                    </a:cubicBezTo>
                    <a:close/>
                    <a:moveTo>
                      <a:pt x="751" y="1148"/>
                    </a:moveTo>
                    <a:cubicBezTo>
                      <a:pt x="688" y="1231"/>
                      <a:pt x="643" y="1298"/>
                      <a:pt x="596" y="1206"/>
                    </a:cubicBezTo>
                    <a:cubicBezTo>
                      <a:pt x="549" y="1114"/>
                      <a:pt x="376" y="1015"/>
                      <a:pt x="456" y="954"/>
                    </a:cubicBezTo>
                    <a:cubicBezTo>
                      <a:pt x="456" y="954"/>
                      <a:pt x="544" y="886"/>
                      <a:pt x="641" y="926"/>
                    </a:cubicBezTo>
                    <a:cubicBezTo>
                      <a:pt x="739" y="966"/>
                      <a:pt x="813" y="1066"/>
                      <a:pt x="751" y="1148"/>
                    </a:cubicBezTo>
                    <a:close/>
                    <a:moveTo>
                      <a:pt x="881" y="966"/>
                    </a:moveTo>
                    <a:cubicBezTo>
                      <a:pt x="847" y="1010"/>
                      <a:pt x="777" y="880"/>
                      <a:pt x="745" y="856"/>
                    </a:cubicBezTo>
                    <a:cubicBezTo>
                      <a:pt x="713" y="832"/>
                      <a:pt x="664" y="811"/>
                      <a:pt x="679" y="708"/>
                    </a:cubicBezTo>
                    <a:cubicBezTo>
                      <a:pt x="697" y="578"/>
                      <a:pt x="781" y="427"/>
                      <a:pt x="800" y="418"/>
                    </a:cubicBezTo>
                    <a:cubicBezTo>
                      <a:pt x="813" y="411"/>
                      <a:pt x="809" y="475"/>
                      <a:pt x="844" y="534"/>
                    </a:cubicBezTo>
                    <a:cubicBezTo>
                      <a:pt x="863" y="566"/>
                      <a:pt x="860" y="571"/>
                      <a:pt x="951" y="684"/>
                    </a:cubicBezTo>
                    <a:cubicBezTo>
                      <a:pt x="1041" y="798"/>
                      <a:pt x="916" y="922"/>
                      <a:pt x="881" y="966"/>
                    </a:cubicBezTo>
                    <a:close/>
                  </a:path>
                </a:pathLst>
              </a:custGeom>
              <a:solidFill>
                <a:srgbClr val="F19C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6" name="Freeform 320">
                <a:extLst>
                  <a:ext uri="{FF2B5EF4-FFF2-40B4-BE49-F238E27FC236}">
                    <a16:creationId xmlns:a16="http://schemas.microsoft.com/office/drawing/2014/main" id="{36100BA2-D60F-4B84-A1FF-313972171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272"/>
                <a:ext cx="602" cy="817"/>
              </a:xfrm>
              <a:custGeom>
                <a:avLst/>
                <a:gdLst>
                  <a:gd name="T0" fmla="*/ 904 w 409"/>
                  <a:gd name="T1" fmla="*/ 256 h 555"/>
                  <a:gd name="T2" fmla="*/ 858 w 409"/>
                  <a:gd name="T3" fmla="*/ 425 h 555"/>
                  <a:gd name="T4" fmla="*/ 715 w 409"/>
                  <a:gd name="T5" fmla="*/ 620 h 555"/>
                  <a:gd name="T6" fmla="*/ 918 w 409"/>
                  <a:gd name="T7" fmla="*/ 1048 h 555"/>
                  <a:gd name="T8" fmla="*/ 1258 w 409"/>
                  <a:gd name="T9" fmla="*/ 1441 h 555"/>
                  <a:gd name="T10" fmla="*/ 1258 w 409"/>
                  <a:gd name="T11" fmla="*/ 1656 h 555"/>
                  <a:gd name="T12" fmla="*/ 1061 w 409"/>
                  <a:gd name="T13" fmla="*/ 1630 h 555"/>
                  <a:gd name="T14" fmla="*/ 839 w 409"/>
                  <a:gd name="T15" fmla="*/ 1313 h 555"/>
                  <a:gd name="T16" fmla="*/ 634 w 409"/>
                  <a:gd name="T17" fmla="*/ 1089 h 555"/>
                  <a:gd name="T18" fmla="*/ 269 w 409"/>
                  <a:gd name="T19" fmla="*/ 648 h 555"/>
                  <a:gd name="T20" fmla="*/ 0 w 409"/>
                  <a:gd name="T21" fmla="*/ 175 h 555"/>
                  <a:gd name="T22" fmla="*/ 109 w 409"/>
                  <a:gd name="T23" fmla="*/ 1 h 555"/>
                  <a:gd name="T24" fmla="*/ 286 w 409"/>
                  <a:gd name="T25" fmla="*/ 236 h 555"/>
                  <a:gd name="T26" fmla="*/ 440 w 409"/>
                  <a:gd name="T27" fmla="*/ 425 h 555"/>
                  <a:gd name="T28" fmla="*/ 643 w 409"/>
                  <a:gd name="T29" fmla="*/ 468 h 555"/>
                  <a:gd name="T30" fmla="*/ 918 w 409"/>
                  <a:gd name="T31" fmla="*/ 256 h 5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9" h="555">
                    <a:moveTo>
                      <a:pt x="283" y="80"/>
                    </a:moveTo>
                    <a:cubicBezTo>
                      <a:pt x="319" y="97"/>
                      <a:pt x="287" y="121"/>
                      <a:pt x="269" y="133"/>
                    </a:cubicBezTo>
                    <a:cubicBezTo>
                      <a:pt x="242" y="150"/>
                      <a:pt x="229" y="162"/>
                      <a:pt x="224" y="194"/>
                    </a:cubicBezTo>
                    <a:cubicBezTo>
                      <a:pt x="214" y="261"/>
                      <a:pt x="250" y="283"/>
                      <a:pt x="288" y="329"/>
                    </a:cubicBezTo>
                    <a:cubicBezTo>
                      <a:pt x="322" y="368"/>
                      <a:pt x="367" y="408"/>
                      <a:pt x="395" y="452"/>
                    </a:cubicBezTo>
                    <a:cubicBezTo>
                      <a:pt x="409" y="474"/>
                      <a:pt x="408" y="499"/>
                      <a:pt x="395" y="519"/>
                    </a:cubicBezTo>
                    <a:cubicBezTo>
                      <a:pt x="373" y="555"/>
                      <a:pt x="355" y="536"/>
                      <a:pt x="333" y="511"/>
                    </a:cubicBezTo>
                    <a:cubicBezTo>
                      <a:pt x="306" y="479"/>
                      <a:pt x="291" y="442"/>
                      <a:pt x="263" y="412"/>
                    </a:cubicBezTo>
                    <a:cubicBezTo>
                      <a:pt x="242" y="390"/>
                      <a:pt x="221" y="365"/>
                      <a:pt x="199" y="342"/>
                    </a:cubicBezTo>
                    <a:cubicBezTo>
                      <a:pt x="157" y="298"/>
                      <a:pt x="125" y="247"/>
                      <a:pt x="84" y="203"/>
                    </a:cubicBezTo>
                    <a:cubicBezTo>
                      <a:pt x="45" y="160"/>
                      <a:pt x="1" y="117"/>
                      <a:pt x="0" y="55"/>
                    </a:cubicBezTo>
                    <a:cubicBezTo>
                      <a:pt x="0" y="37"/>
                      <a:pt x="10" y="0"/>
                      <a:pt x="34" y="1"/>
                    </a:cubicBezTo>
                    <a:cubicBezTo>
                      <a:pt x="50" y="2"/>
                      <a:pt x="79" y="60"/>
                      <a:pt x="90" y="74"/>
                    </a:cubicBezTo>
                    <a:cubicBezTo>
                      <a:pt x="106" y="94"/>
                      <a:pt x="122" y="113"/>
                      <a:pt x="138" y="133"/>
                    </a:cubicBezTo>
                    <a:cubicBezTo>
                      <a:pt x="162" y="163"/>
                      <a:pt x="171" y="174"/>
                      <a:pt x="202" y="147"/>
                    </a:cubicBezTo>
                    <a:cubicBezTo>
                      <a:pt x="214" y="137"/>
                      <a:pt x="276" y="55"/>
                      <a:pt x="288" y="80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7" name="Freeform 321">
                <a:extLst>
                  <a:ext uri="{FF2B5EF4-FFF2-40B4-BE49-F238E27FC236}">
                    <a16:creationId xmlns:a16="http://schemas.microsoft.com/office/drawing/2014/main" id="{4A5E3D57-97F5-49FE-A916-796B9F4F0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124"/>
                <a:ext cx="760" cy="1179"/>
              </a:xfrm>
              <a:custGeom>
                <a:avLst/>
                <a:gdLst>
                  <a:gd name="T0" fmla="*/ 470 w 517"/>
                  <a:gd name="T1" fmla="*/ 2561 h 800"/>
                  <a:gd name="T2" fmla="*/ 1286 w 517"/>
                  <a:gd name="T3" fmla="*/ 1559 h 800"/>
                  <a:gd name="T4" fmla="*/ 1608 w 517"/>
                  <a:gd name="T5" fmla="*/ 122 h 800"/>
                  <a:gd name="T6" fmla="*/ 1338 w 517"/>
                  <a:gd name="T7" fmla="*/ 122 h 800"/>
                  <a:gd name="T8" fmla="*/ 772 w 517"/>
                  <a:gd name="T9" fmla="*/ 1810 h 800"/>
                  <a:gd name="T10" fmla="*/ 1067 w 517"/>
                  <a:gd name="T11" fmla="*/ 799 h 800"/>
                  <a:gd name="T12" fmla="*/ 1236 w 517"/>
                  <a:gd name="T13" fmla="*/ 128 h 800"/>
                  <a:gd name="T14" fmla="*/ 981 w 517"/>
                  <a:gd name="T15" fmla="*/ 128 h 800"/>
                  <a:gd name="T16" fmla="*/ 579 w 517"/>
                  <a:gd name="T17" fmla="*/ 1384 h 800"/>
                  <a:gd name="T18" fmla="*/ 381 w 517"/>
                  <a:gd name="T19" fmla="*/ 1331 h 800"/>
                  <a:gd name="T20" fmla="*/ 629 w 517"/>
                  <a:gd name="T21" fmla="*/ 464 h 800"/>
                  <a:gd name="T22" fmla="*/ 797 w 517"/>
                  <a:gd name="T23" fmla="*/ 122 h 800"/>
                  <a:gd name="T24" fmla="*/ 528 w 517"/>
                  <a:gd name="T25" fmla="*/ 122 h 800"/>
                  <a:gd name="T26" fmla="*/ 285 w 517"/>
                  <a:gd name="T27" fmla="*/ 535 h 800"/>
                  <a:gd name="T28" fmla="*/ 318 w 517"/>
                  <a:gd name="T29" fmla="*/ 119 h 800"/>
                  <a:gd name="T30" fmla="*/ 68 w 517"/>
                  <a:gd name="T31" fmla="*/ 119 h 800"/>
                  <a:gd name="T32" fmla="*/ 6 w 517"/>
                  <a:gd name="T33" fmla="*/ 830 h 800"/>
                  <a:gd name="T34" fmla="*/ 178 w 517"/>
                  <a:gd name="T35" fmla="*/ 2072 h 8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17" h="800">
                    <a:moveTo>
                      <a:pt x="148" y="800"/>
                    </a:moveTo>
                    <a:cubicBezTo>
                      <a:pt x="205" y="708"/>
                      <a:pt x="293" y="688"/>
                      <a:pt x="405" y="487"/>
                    </a:cubicBezTo>
                    <a:cubicBezTo>
                      <a:pt x="517" y="286"/>
                      <a:pt x="506" y="38"/>
                      <a:pt x="506" y="38"/>
                    </a:cubicBezTo>
                    <a:cubicBezTo>
                      <a:pt x="470" y="2"/>
                      <a:pt x="421" y="38"/>
                      <a:pt x="421" y="38"/>
                    </a:cubicBezTo>
                    <a:cubicBezTo>
                      <a:pt x="412" y="395"/>
                      <a:pt x="277" y="580"/>
                      <a:pt x="243" y="565"/>
                    </a:cubicBezTo>
                    <a:cubicBezTo>
                      <a:pt x="210" y="551"/>
                      <a:pt x="300" y="347"/>
                      <a:pt x="336" y="250"/>
                    </a:cubicBezTo>
                    <a:cubicBezTo>
                      <a:pt x="372" y="154"/>
                      <a:pt x="389" y="40"/>
                      <a:pt x="389" y="40"/>
                    </a:cubicBezTo>
                    <a:cubicBezTo>
                      <a:pt x="351" y="2"/>
                      <a:pt x="309" y="40"/>
                      <a:pt x="309" y="40"/>
                    </a:cubicBezTo>
                    <a:cubicBezTo>
                      <a:pt x="309" y="148"/>
                      <a:pt x="199" y="335"/>
                      <a:pt x="182" y="432"/>
                    </a:cubicBezTo>
                    <a:cubicBezTo>
                      <a:pt x="164" y="529"/>
                      <a:pt x="144" y="526"/>
                      <a:pt x="120" y="416"/>
                    </a:cubicBezTo>
                    <a:cubicBezTo>
                      <a:pt x="96" y="307"/>
                      <a:pt x="176" y="192"/>
                      <a:pt x="198" y="145"/>
                    </a:cubicBezTo>
                    <a:cubicBezTo>
                      <a:pt x="220" y="98"/>
                      <a:pt x="251" y="38"/>
                      <a:pt x="251" y="38"/>
                    </a:cubicBezTo>
                    <a:cubicBezTo>
                      <a:pt x="212" y="0"/>
                      <a:pt x="166" y="38"/>
                      <a:pt x="166" y="38"/>
                    </a:cubicBezTo>
                    <a:cubicBezTo>
                      <a:pt x="166" y="38"/>
                      <a:pt x="109" y="173"/>
                      <a:pt x="90" y="167"/>
                    </a:cubicBezTo>
                    <a:cubicBezTo>
                      <a:pt x="71" y="162"/>
                      <a:pt x="100" y="37"/>
                      <a:pt x="100" y="37"/>
                    </a:cubicBezTo>
                    <a:cubicBezTo>
                      <a:pt x="67" y="4"/>
                      <a:pt x="21" y="37"/>
                      <a:pt x="21" y="37"/>
                    </a:cubicBezTo>
                    <a:cubicBezTo>
                      <a:pt x="21" y="37"/>
                      <a:pt x="0" y="172"/>
                      <a:pt x="2" y="259"/>
                    </a:cubicBezTo>
                    <a:cubicBezTo>
                      <a:pt x="4" y="347"/>
                      <a:pt x="120" y="602"/>
                      <a:pt x="56" y="647"/>
                    </a:cubicBezTo>
                  </a:path>
                </a:pathLst>
              </a:custGeom>
              <a:solidFill>
                <a:srgbClr val="8642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8" name="Freeform 322">
                <a:extLst>
                  <a:ext uri="{FF2B5EF4-FFF2-40B4-BE49-F238E27FC236}">
                    <a16:creationId xmlns:a16="http://schemas.microsoft.com/office/drawing/2014/main" id="{C86C0E8E-62CD-4FF4-B214-FC13DDC0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1155"/>
                <a:ext cx="290" cy="853"/>
              </a:xfrm>
              <a:custGeom>
                <a:avLst/>
                <a:gdLst>
                  <a:gd name="T0" fmla="*/ 56 w 197"/>
                  <a:gd name="T1" fmla="*/ 230 h 579"/>
                  <a:gd name="T2" fmla="*/ 134 w 197"/>
                  <a:gd name="T3" fmla="*/ 109 h 579"/>
                  <a:gd name="T4" fmla="*/ 128 w 197"/>
                  <a:gd name="T5" fmla="*/ 295 h 579"/>
                  <a:gd name="T6" fmla="*/ 243 w 197"/>
                  <a:gd name="T7" fmla="*/ 620 h 579"/>
                  <a:gd name="T8" fmla="*/ 390 w 197"/>
                  <a:gd name="T9" fmla="*/ 417 h 579"/>
                  <a:gd name="T10" fmla="*/ 505 w 197"/>
                  <a:gd name="T11" fmla="*/ 217 h 579"/>
                  <a:gd name="T12" fmla="*/ 602 w 197"/>
                  <a:gd name="T13" fmla="*/ 230 h 579"/>
                  <a:gd name="T14" fmla="*/ 473 w 197"/>
                  <a:gd name="T15" fmla="*/ 460 h 579"/>
                  <a:gd name="T16" fmla="*/ 224 w 197"/>
                  <a:gd name="T17" fmla="*/ 1176 h 579"/>
                  <a:gd name="T18" fmla="*/ 312 w 197"/>
                  <a:gd name="T19" fmla="*/ 1560 h 579"/>
                  <a:gd name="T20" fmla="*/ 347 w 197"/>
                  <a:gd name="T21" fmla="*/ 1830 h 579"/>
                  <a:gd name="T22" fmla="*/ 54 w 197"/>
                  <a:gd name="T23" fmla="*/ 991 h 579"/>
                  <a:gd name="T24" fmla="*/ 56 w 197"/>
                  <a:gd name="T25" fmla="*/ 217 h 5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7" h="579">
                    <a:moveTo>
                      <a:pt x="18" y="72"/>
                    </a:moveTo>
                    <a:cubicBezTo>
                      <a:pt x="17" y="58"/>
                      <a:pt x="26" y="0"/>
                      <a:pt x="42" y="34"/>
                    </a:cubicBezTo>
                    <a:cubicBezTo>
                      <a:pt x="48" y="48"/>
                      <a:pt x="40" y="76"/>
                      <a:pt x="40" y="92"/>
                    </a:cubicBezTo>
                    <a:cubicBezTo>
                      <a:pt x="40" y="113"/>
                      <a:pt x="36" y="209"/>
                      <a:pt x="76" y="194"/>
                    </a:cubicBezTo>
                    <a:cubicBezTo>
                      <a:pt x="95" y="187"/>
                      <a:pt x="113" y="146"/>
                      <a:pt x="122" y="130"/>
                    </a:cubicBezTo>
                    <a:cubicBezTo>
                      <a:pt x="133" y="108"/>
                      <a:pt x="143" y="87"/>
                      <a:pt x="158" y="68"/>
                    </a:cubicBezTo>
                    <a:cubicBezTo>
                      <a:pt x="174" y="50"/>
                      <a:pt x="197" y="38"/>
                      <a:pt x="189" y="72"/>
                    </a:cubicBezTo>
                    <a:cubicBezTo>
                      <a:pt x="182" y="98"/>
                      <a:pt x="163" y="123"/>
                      <a:pt x="148" y="144"/>
                    </a:cubicBezTo>
                    <a:cubicBezTo>
                      <a:pt x="106" y="208"/>
                      <a:pt x="72" y="290"/>
                      <a:pt x="70" y="368"/>
                    </a:cubicBezTo>
                    <a:cubicBezTo>
                      <a:pt x="69" y="412"/>
                      <a:pt x="82" y="448"/>
                      <a:pt x="98" y="488"/>
                    </a:cubicBezTo>
                    <a:cubicBezTo>
                      <a:pt x="103" y="499"/>
                      <a:pt x="139" y="579"/>
                      <a:pt x="109" y="572"/>
                    </a:cubicBezTo>
                    <a:cubicBezTo>
                      <a:pt x="72" y="490"/>
                      <a:pt x="34" y="398"/>
                      <a:pt x="17" y="310"/>
                    </a:cubicBezTo>
                    <a:cubicBezTo>
                      <a:pt x="0" y="229"/>
                      <a:pt x="18" y="148"/>
                      <a:pt x="18" y="68"/>
                    </a:cubicBezTo>
                  </a:path>
                </a:pathLst>
              </a:custGeom>
              <a:solidFill>
                <a:srgbClr val="763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9" name="Freeform 323">
                <a:extLst>
                  <a:ext uri="{FF2B5EF4-FFF2-40B4-BE49-F238E27FC236}">
                    <a16:creationId xmlns:a16="http://schemas.microsoft.com/office/drawing/2014/main" id="{2F9DDAA5-604E-4182-AB3F-89FACE4B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615"/>
                <a:ext cx="590" cy="689"/>
              </a:xfrm>
              <a:custGeom>
                <a:avLst/>
                <a:gdLst>
                  <a:gd name="T0" fmla="*/ 0 w 401"/>
                  <a:gd name="T1" fmla="*/ 1087 h 468"/>
                  <a:gd name="T2" fmla="*/ 275 w 401"/>
                  <a:gd name="T3" fmla="*/ 1073 h 468"/>
                  <a:gd name="T4" fmla="*/ 271 w 401"/>
                  <a:gd name="T5" fmla="*/ 661 h 468"/>
                  <a:gd name="T6" fmla="*/ 194 w 401"/>
                  <a:gd name="T7" fmla="*/ 147 h 468"/>
                  <a:gd name="T8" fmla="*/ 216 w 401"/>
                  <a:gd name="T9" fmla="*/ 19 h 468"/>
                  <a:gd name="T10" fmla="*/ 256 w 401"/>
                  <a:gd name="T11" fmla="*/ 236 h 468"/>
                  <a:gd name="T12" fmla="*/ 309 w 401"/>
                  <a:gd name="T13" fmla="*/ 399 h 468"/>
                  <a:gd name="T14" fmla="*/ 486 w 401"/>
                  <a:gd name="T15" fmla="*/ 657 h 468"/>
                  <a:gd name="T16" fmla="*/ 628 w 401"/>
                  <a:gd name="T17" fmla="*/ 347 h 468"/>
                  <a:gd name="T18" fmla="*/ 790 w 401"/>
                  <a:gd name="T19" fmla="*/ 0 h 468"/>
                  <a:gd name="T20" fmla="*/ 790 w 401"/>
                  <a:gd name="T21" fmla="*/ 823 h 468"/>
                  <a:gd name="T22" fmla="*/ 1062 w 401"/>
                  <a:gd name="T23" fmla="*/ 487 h 468"/>
                  <a:gd name="T24" fmla="*/ 1190 w 401"/>
                  <a:gd name="T25" fmla="*/ 325 h 468"/>
                  <a:gd name="T26" fmla="*/ 1190 w 401"/>
                  <a:gd name="T27" fmla="*/ 533 h 468"/>
                  <a:gd name="T28" fmla="*/ 1033 w 401"/>
                  <a:gd name="T29" fmla="*/ 766 h 468"/>
                  <a:gd name="T30" fmla="*/ 780 w 401"/>
                  <a:gd name="T31" fmla="*/ 954 h 468"/>
                  <a:gd name="T32" fmla="*/ 350 w 401"/>
                  <a:gd name="T33" fmla="*/ 1493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01" h="468">
                    <a:moveTo>
                      <a:pt x="0" y="340"/>
                    </a:moveTo>
                    <a:cubicBezTo>
                      <a:pt x="34" y="367"/>
                      <a:pt x="65" y="381"/>
                      <a:pt x="86" y="336"/>
                    </a:cubicBezTo>
                    <a:cubicBezTo>
                      <a:pt x="109" y="289"/>
                      <a:pt x="100" y="253"/>
                      <a:pt x="85" y="207"/>
                    </a:cubicBezTo>
                    <a:cubicBezTo>
                      <a:pt x="68" y="159"/>
                      <a:pt x="56" y="97"/>
                      <a:pt x="61" y="46"/>
                    </a:cubicBezTo>
                    <a:cubicBezTo>
                      <a:pt x="62" y="36"/>
                      <a:pt x="62" y="14"/>
                      <a:pt x="68" y="6"/>
                    </a:cubicBezTo>
                    <a:cubicBezTo>
                      <a:pt x="78" y="25"/>
                      <a:pt x="75" y="53"/>
                      <a:pt x="80" y="74"/>
                    </a:cubicBezTo>
                    <a:cubicBezTo>
                      <a:pt x="85" y="91"/>
                      <a:pt x="91" y="109"/>
                      <a:pt x="97" y="125"/>
                    </a:cubicBezTo>
                    <a:cubicBezTo>
                      <a:pt x="105" y="147"/>
                      <a:pt x="121" y="210"/>
                      <a:pt x="152" y="206"/>
                    </a:cubicBezTo>
                    <a:cubicBezTo>
                      <a:pt x="181" y="202"/>
                      <a:pt x="192" y="131"/>
                      <a:pt x="197" y="109"/>
                    </a:cubicBezTo>
                    <a:cubicBezTo>
                      <a:pt x="203" y="79"/>
                      <a:pt x="213" y="10"/>
                      <a:pt x="248" y="0"/>
                    </a:cubicBezTo>
                    <a:cubicBezTo>
                      <a:pt x="253" y="32"/>
                      <a:pt x="143" y="288"/>
                      <a:pt x="248" y="258"/>
                    </a:cubicBezTo>
                    <a:cubicBezTo>
                      <a:pt x="288" y="247"/>
                      <a:pt x="320" y="188"/>
                      <a:pt x="334" y="153"/>
                    </a:cubicBezTo>
                    <a:cubicBezTo>
                      <a:pt x="340" y="140"/>
                      <a:pt x="354" y="100"/>
                      <a:pt x="374" y="102"/>
                    </a:cubicBezTo>
                    <a:cubicBezTo>
                      <a:pt x="401" y="105"/>
                      <a:pt x="381" y="155"/>
                      <a:pt x="374" y="167"/>
                    </a:cubicBezTo>
                    <a:cubicBezTo>
                      <a:pt x="361" y="192"/>
                      <a:pt x="343" y="219"/>
                      <a:pt x="324" y="240"/>
                    </a:cubicBezTo>
                    <a:cubicBezTo>
                      <a:pt x="303" y="264"/>
                      <a:pt x="270" y="280"/>
                      <a:pt x="245" y="299"/>
                    </a:cubicBezTo>
                    <a:cubicBezTo>
                      <a:pt x="188" y="344"/>
                      <a:pt x="150" y="410"/>
                      <a:pt x="110" y="468"/>
                    </a:cubicBezTo>
                  </a:path>
                </a:pathLst>
              </a:custGeom>
              <a:solidFill>
                <a:srgbClr val="763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0" name="Freeform 324">
                <a:extLst>
                  <a:ext uri="{FF2B5EF4-FFF2-40B4-BE49-F238E27FC236}">
                    <a16:creationId xmlns:a16="http://schemas.microsoft.com/office/drawing/2014/main" id="{D6EF072F-5F8C-465F-924C-9138D7941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227"/>
                <a:ext cx="187" cy="688"/>
              </a:xfrm>
              <a:custGeom>
                <a:avLst/>
                <a:gdLst>
                  <a:gd name="T0" fmla="*/ 19 w 127"/>
                  <a:gd name="T1" fmla="*/ 1320 h 467"/>
                  <a:gd name="T2" fmla="*/ 82 w 127"/>
                  <a:gd name="T3" fmla="*/ 1115 h 467"/>
                  <a:gd name="T4" fmla="*/ 174 w 127"/>
                  <a:gd name="T5" fmla="*/ 835 h 467"/>
                  <a:gd name="T6" fmla="*/ 299 w 127"/>
                  <a:gd name="T7" fmla="*/ 252 h 467"/>
                  <a:gd name="T8" fmla="*/ 345 w 127"/>
                  <a:gd name="T9" fmla="*/ 22 h 467"/>
                  <a:gd name="T10" fmla="*/ 390 w 127"/>
                  <a:gd name="T11" fmla="*/ 208 h 467"/>
                  <a:gd name="T12" fmla="*/ 290 w 127"/>
                  <a:gd name="T13" fmla="*/ 790 h 467"/>
                  <a:gd name="T14" fmla="*/ 0 w 127"/>
                  <a:gd name="T15" fmla="*/ 1494 h 4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467">
                    <a:moveTo>
                      <a:pt x="6" y="413"/>
                    </a:moveTo>
                    <a:cubicBezTo>
                      <a:pt x="0" y="394"/>
                      <a:pt x="20" y="367"/>
                      <a:pt x="26" y="349"/>
                    </a:cubicBezTo>
                    <a:cubicBezTo>
                      <a:pt x="37" y="320"/>
                      <a:pt x="45" y="290"/>
                      <a:pt x="54" y="261"/>
                    </a:cubicBezTo>
                    <a:cubicBezTo>
                      <a:pt x="72" y="202"/>
                      <a:pt x="90" y="141"/>
                      <a:pt x="94" y="79"/>
                    </a:cubicBezTo>
                    <a:cubicBezTo>
                      <a:pt x="95" y="64"/>
                      <a:pt x="89" y="13"/>
                      <a:pt x="108" y="7"/>
                    </a:cubicBezTo>
                    <a:cubicBezTo>
                      <a:pt x="127" y="0"/>
                      <a:pt x="123" y="54"/>
                      <a:pt x="122" y="65"/>
                    </a:cubicBezTo>
                    <a:cubicBezTo>
                      <a:pt x="119" y="127"/>
                      <a:pt x="104" y="187"/>
                      <a:pt x="91" y="247"/>
                    </a:cubicBezTo>
                    <a:cubicBezTo>
                      <a:pt x="72" y="329"/>
                      <a:pt x="53" y="400"/>
                      <a:pt x="0" y="467"/>
                    </a:cubicBezTo>
                  </a:path>
                </a:pathLst>
              </a:custGeom>
              <a:solidFill>
                <a:srgbClr val="763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1" name="Freeform 325">
                <a:extLst>
                  <a:ext uri="{FF2B5EF4-FFF2-40B4-BE49-F238E27FC236}">
                    <a16:creationId xmlns:a16="http://schemas.microsoft.com/office/drawing/2014/main" id="{540EDE93-65DD-4A55-86BC-32CEBB76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794"/>
                <a:ext cx="83" cy="185"/>
              </a:xfrm>
              <a:custGeom>
                <a:avLst/>
                <a:gdLst>
                  <a:gd name="T0" fmla="*/ 0 w 57"/>
                  <a:gd name="T1" fmla="*/ 68 h 125"/>
                  <a:gd name="T2" fmla="*/ 176 w 57"/>
                  <a:gd name="T3" fmla="*/ 0 h 125"/>
                  <a:gd name="T4" fmla="*/ 0 w 57"/>
                  <a:gd name="T5" fmla="*/ 68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25">
                    <a:moveTo>
                      <a:pt x="0" y="21"/>
                    </a:moveTo>
                    <a:cubicBezTo>
                      <a:pt x="0" y="21"/>
                      <a:pt x="35" y="112"/>
                      <a:pt x="57" y="0"/>
                    </a:cubicBezTo>
                    <a:cubicBezTo>
                      <a:pt x="57" y="0"/>
                      <a:pt x="39" y="125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2" name="Freeform 326">
                <a:extLst>
                  <a:ext uri="{FF2B5EF4-FFF2-40B4-BE49-F238E27FC236}">
                    <a16:creationId xmlns:a16="http://schemas.microsoft.com/office/drawing/2014/main" id="{B7B9A909-28E2-4B87-8029-37165604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143"/>
                <a:ext cx="100" cy="134"/>
              </a:xfrm>
              <a:custGeom>
                <a:avLst/>
                <a:gdLst>
                  <a:gd name="T0" fmla="*/ 0 w 68"/>
                  <a:gd name="T1" fmla="*/ 290 h 91"/>
                  <a:gd name="T2" fmla="*/ 32 w 68"/>
                  <a:gd name="T3" fmla="*/ 93 h 91"/>
                  <a:gd name="T4" fmla="*/ 216 w 68"/>
                  <a:gd name="T5" fmla="*/ 77 h 91"/>
                  <a:gd name="T6" fmla="*/ 41 w 68"/>
                  <a:gd name="T7" fmla="*/ 113 h 91"/>
                  <a:gd name="T8" fmla="*/ 0 w 68"/>
                  <a:gd name="T9" fmla="*/ 29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1">
                    <a:moveTo>
                      <a:pt x="0" y="91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42" y="0"/>
                      <a:pt x="68" y="24"/>
                    </a:cubicBezTo>
                    <a:cubicBezTo>
                      <a:pt x="68" y="24"/>
                      <a:pt x="43" y="2"/>
                      <a:pt x="13" y="35"/>
                    </a:cubicBezTo>
                    <a:lnTo>
                      <a:pt x="0" y="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3" name="Freeform 327">
                <a:extLst>
                  <a:ext uri="{FF2B5EF4-FFF2-40B4-BE49-F238E27FC236}">
                    <a16:creationId xmlns:a16="http://schemas.microsoft.com/office/drawing/2014/main" id="{54208014-9325-4154-A070-457FA4892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1162"/>
                <a:ext cx="138" cy="108"/>
              </a:xfrm>
              <a:custGeom>
                <a:avLst/>
                <a:gdLst>
                  <a:gd name="T0" fmla="*/ 298 w 94"/>
                  <a:gd name="T1" fmla="*/ 36 h 73"/>
                  <a:gd name="T2" fmla="*/ 115 w 94"/>
                  <a:gd name="T3" fmla="*/ 27 h 73"/>
                  <a:gd name="T4" fmla="*/ 79 w 94"/>
                  <a:gd name="T5" fmla="*/ 49 h 73"/>
                  <a:gd name="T6" fmla="*/ 56 w 94"/>
                  <a:gd name="T7" fmla="*/ 104 h 73"/>
                  <a:gd name="T8" fmla="*/ 28 w 94"/>
                  <a:gd name="T9" fmla="*/ 169 h 73"/>
                  <a:gd name="T10" fmla="*/ 0 w 94"/>
                  <a:gd name="T11" fmla="*/ 237 h 73"/>
                  <a:gd name="T12" fmla="*/ 32 w 94"/>
                  <a:gd name="T13" fmla="*/ 175 h 73"/>
                  <a:gd name="T14" fmla="*/ 87 w 94"/>
                  <a:gd name="T15" fmla="*/ 96 h 73"/>
                  <a:gd name="T16" fmla="*/ 135 w 94"/>
                  <a:gd name="T17" fmla="*/ 40 h 73"/>
                  <a:gd name="T18" fmla="*/ 216 w 94"/>
                  <a:gd name="T19" fmla="*/ 15 h 73"/>
                  <a:gd name="T20" fmla="*/ 289 w 94"/>
                  <a:gd name="T21" fmla="*/ 40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4" h="73">
                    <a:moveTo>
                      <a:pt x="94" y="11"/>
                    </a:moveTo>
                    <a:cubicBezTo>
                      <a:pt x="78" y="2"/>
                      <a:pt x="53" y="0"/>
                      <a:pt x="36" y="8"/>
                    </a:cubicBezTo>
                    <a:cubicBezTo>
                      <a:pt x="31" y="10"/>
                      <a:pt x="28" y="11"/>
                      <a:pt x="25" y="15"/>
                    </a:cubicBezTo>
                    <a:cubicBezTo>
                      <a:pt x="22" y="21"/>
                      <a:pt x="21" y="27"/>
                      <a:pt x="18" y="32"/>
                    </a:cubicBezTo>
                    <a:cubicBezTo>
                      <a:pt x="15" y="39"/>
                      <a:pt x="13" y="45"/>
                      <a:pt x="9" y="52"/>
                    </a:cubicBezTo>
                    <a:cubicBezTo>
                      <a:pt x="5" y="58"/>
                      <a:pt x="1" y="65"/>
                      <a:pt x="0" y="73"/>
                    </a:cubicBezTo>
                    <a:cubicBezTo>
                      <a:pt x="3" y="67"/>
                      <a:pt x="6" y="60"/>
                      <a:pt x="10" y="54"/>
                    </a:cubicBezTo>
                    <a:cubicBezTo>
                      <a:pt x="15" y="46"/>
                      <a:pt x="21" y="38"/>
                      <a:pt x="27" y="30"/>
                    </a:cubicBezTo>
                    <a:cubicBezTo>
                      <a:pt x="32" y="24"/>
                      <a:pt x="37" y="16"/>
                      <a:pt x="43" y="12"/>
                    </a:cubicBezTo>
                    <a:cubicBezTo>
                      <a:pt x="50" y="8"/>
                      <a:pt x="60" y="6"/>
                      <a:pt x="68" y="5"/>
                    </a:cubicBezTo>
                    <a:cubicBezTo>
                      <a:pt x="78" y="4"/>
                      <a:pt x="83" y="9"/>
                      <a:pt x="9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4" name="Freeform 328">
                <a:extLst>
                  <a:ext uri="{FF2B5EF4-FFF2-40B4-BE49-F238E27FC236}">
                    <a16:creationId xmlns:a16="http://schemas.microsoft.com/office/drawing/2014/main" id="{3CE9C69E-5154-458B-991D-9B47D29BD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170"/>
                <a:ext cx="112" cy="134"/>
              </a:xfrm>
              <a:custGeom>
                <a:avLst/>
                <a:gdLst>
                  <a:gd name="T0" fmla="*/ 242 w 76"/>
                  <a:gd name="T1" fmla="*/ 27 h 91"/>
                  <a:gd name="T2" fmla="*/ 141 w 76"/>
                  <a:gd name="T3" fmla="*/ 0 h 91"/>
                  <a:gd name="T4" fmla="*/ 55 w 76"/>
                  <a:gd name="T5" fmla="*/ 32 h 91"/>
                  <a:gd name="T6" fmla="*/ 46 w 76"/>
                  <a:gd name="T7" fmla="*/ 63 h 91"/>
                  <a:gd name="T8" fmla="*/ 32 w 76"/>
                  <a:gd name="T9" fmla="*/ 143 h 91"/>
                  <a:gd name="T10" fmla="*/ 0 w 76"/>
                  <a:gd name="T11" fmla="*/ 290 h 91"/>
                  <a:gd name="T12" fmla="*/ 55 w 76"/>
                  <a:gd name="T13" fmla="*/ 143 h 91"/>
                  <a:gd name="T14" fmla="*/ 68 w 76"/>
                  <a:gd name="T15" fmla="*/ 93 h 91"/>
                  <a:gd name="T16" fmla="*/ 81 w 76"/>
                  <a:gd name="T17" fmla="*/ 54 h 91"/>
                  <a:gd name="T18" fmla="*/ 174 w 76"/>
                  <a:gd name="T19" fmla="*/ 6 h 91"/>
                  <a:gd name="T20" fmla="*/ 211 w 76"/>
                  <a:gd name="T21" fmla="*/ 13 h 91"/>
                  <a:gd name="T22" fmla="*/ 243 w 76"/>
                  <a:gd name="T23" fmla="*/ 28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6" h="91">
                    <a:moveTo>
                      <a:pt x="75" y="8"/>
                    </a:moveTo>
                    <a:cubicBezTo>
                      <a:pt x="73" y="0"/>
                      <a:pt x="51" y="0"/>
                      <a:pt x="44" y="0"/>
                    </a:cubicBezTo>
                    <a:cubicBezTo>
                      <a:pt x="36" y="0"/>
                      <a:pt x="23" y="4"/>
                      <a:pt x="17" y="10"/>
                    </a:cubicBezTo>
                    <a:cubicBezTo>
                      <a:pt x="15" y="13"/>
                      <a:pt x="15" y="16"/>
                      <a:pt x="14" y="20"/>
                    </a:cubicBezTo>
                    <a:cubicBezTo>
                      <a:pt x="13" y="28"/>
                      <a:pt x="11" y="37"/>
                      <a:pt x="10" y="45"/>
                    </a:cubicBezTo>
                    <a:cubicBezTo>
                      <a:pt x="7" y="60"/>
                      <a:pt x="5" y="77"/>
                      <a:pt x="0" y="91"/>
                    </a:cubicBezTo>
                    <a:cubicBezTo>
                      <a:pt x="6" y="76"/>
                      <a:pt x="12" y="61"/>
                      <a:pt x="17" y="45"/>
                    </a:cubicBezTo>
                    <a:cubicBezTo>
                      <a:pt x="18" y="40"/>
                      <a:pt x="20" y="35"/>
                      <a:pt x="21" y="29"/>
                    </a:cubicBezTo>
                    <a:cubicBezTo>
                      <a:pt x="22" y="25"/>
                      <a:pt x="22" y="21"/>
                      <a:pt x="25" y="17"/>
                    </a:cubicBezTo>
                    <a:cubicBezTo>
                      <a:pt x="31" y="6"/>
                      <a:pt x="42" y="3"/>
                      <a:pt x="54" y="2"/>
                    </a:cubicBezTo>
                    <a:cubicBezTo>
                      <a:pt x="59" y="1"/>
                      <a:pt x="61" y="2"/>
                      <a:pt x="66" y="4"/>
                    </a:cubicBezTo>
                    <a:cubicBezTo>
                      <a:pt x="68" y="5"/>
                      <a:pt x="73" y="9"/>
                      <a:pt x="76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Freeform 329">
                <a:extLst>
                  <a:ext uri="{FF2B5EF4-FFF2-40B4-BE49-F238E27FC236}">
                    <a16:creationId xmlns:a16="http://schemas.microsoft.com/office/drawing/2014/main" id="{7FD9D05D-8079-4E7D-8D8B-C4E408FC4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1170"/>
                <a:ext cx="110" cy="140"/>
              </a:xfrm>
              <a:custGeom>
                <a:avLst/>
                <a:gdLst>
                  <a:gd name="T0" fmla="*/ 235 w 75"/>
                  <a:gd name="T1" fmla="*/ 27 h 95"/>
                  <a:gd name="T2" fmla="*/ 128 w 75"/>
                  <a:gd name="T3" fmla="*/ 6 h 95"/>
                  <a:gd name="T4" fmla="*/ 38 w 75"/>
                  <a:gd name="T5" fmla="*/ 22 h 95"/>
                  <a:gd name="T6" fmla="*/ 15 w 75"/>
                  <a:gd name="T7" fmla="*/ 41 h 95"/>
                  <a:gd name="T8" fmla="*/ 9 w 75"/>
                  <a:gd name="T9" fmla="*/ 128 h 95"/>
                  <a:gd name="T10" fmla="*/ 6 w 75"/>
                  <a:gd name="T11" fmla="*/ 234 h 95"/>
                  <a:gd name="T12" fmla="*/ 0 w 75"/>
                  <a:gd name="T13" fmla="*/ 304 h 95"/>
                  <a:gd name="T14" fmla="*/ 1 w 75"/>
                  <a:gd name="T15" fmla="*/ 283 h 95"/>
                  <a:gd name="T16" fmla="*/ 13 w 75"/>
                  <a:gd name="T17" fmla="*/ 228 h 95"/>
                  <a:gd name="T18" fmla="*/ 28 w 75"/>
                  <a:gd name="T19" fmla="*/ 147 h 95"/>
                  <a:gd name="T20" fmla="*/ 47 w 75"/>
                  <a:gd name="T21" fmla="*/ 55 h 95"/>
                  <a:gd name="T22" fmla="*/ 144 w 75"/>
                  <a:gd name="T23" fmla="*/ 9 h 95"/>
                  <a:gd name="T24" fmla="*/ 236 w 75"/>
                  <a:gd name="T25" fmla="*/ 28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95">
                    <a:moveTo>
                      <a:pt x="74" y="8"/>
                    </a:moveTo>
                    <a:cubicBezTo>
                      <a:pt x="71" y="0"/>
                      <a:pt x="47" y="1"/>
                      <a:pt x="40" y="2"/>
                    </a:cubicBezTo>
                    <a:cubicBezTo>
                      <a:pt x="30" y="3"/>
                      <a:pt x="21" y="4"/>
                      <a:pt x="12" y="7"/>
                    </a:cubicBezTo>
                    <a:cubicBezTo>
                      <a:pt x="7" y="9"/>
                      <a:pt x="6" y="8"/>
                      <a:pt x="5" y="13"/>
                    </a:cubicBezTo>
                    <a:cubicBezTo>
                      <a:pt x="4" y="22"/>
                      <a:pt x="4" y="31"/>
                      <a:pt x="3" y="40"/>
                    </a:cubicBezTo>
                    <a:cubicBezTo>
                      <a:pt x="3" y="51"/>
                      <a:pt x="2" y="62"/>
                      <a:pt x="2" y="73"/>
                    </a:cubicBezTo>
                    <a:cubicBezTo>
                      <a:pt x="1" y="80"/>
                      <a:pt x="2" y="89"/>
                      <a:pt x="0" y="95"/>
                    </a:cubicBezTo>
                    <a:cubicBezTo>
                      <a:pt x="0" y="93"/>
                      <a:pt x="1" y="90"/>
                      <a:pt x="1" y="88"/>
                    </a:cubicBezTo>
                    <a:cubicBezTo>
                      <a:pt x="3" y="82"/>
                      <a:pt x="3" y="77"/>
                      <a:pt x="4" y="71"/>
                    </a:cubicBezTo>
                    <a:cubicBezTo>
                      <a:pt x="4" y="62"/>
                      <a:pt x="8" y="54"/>
                      <a:pt x="9" y="46"/>
                    </a:cubicBezTo>
                    <a:cubicBezTo>
                      <a:pt x="11" y="37"/>
                      <a:pt x="11" y="26"/>
                      <a:pt x="15" y="17"/>
                    </a:cubicBezTo>
                    <a:cubicBezTo>
                      <a:pt x="19" y="6"/>
                      <a:pt x="36" y="3"/>
                      <a:pt x="46" y="3"/>
                    </a:cubicBezTo>
                    <a:cubicBezTo>
                      <a:pt x="54" y="2"/>
                      <a:pt x="69" y="0"/>
                      <a:pt x="7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6" name="Freeform 330">
                <a:extLst>
                  <a:ext uri="{FF2B5EF4-FFF2-40B4-BE49-F238E27FC236}">
                    <a16:creationId xmlns:a16="http://schemas.microsoft.com/office/drawing/2014/main" id="{DFDF5D89-5AD0-4416-9DF4-A082A0618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1240"/>
                <a:ext cx="200" cy="643"/>
              </a:xfrm>
              <a:custGeom>
                <a:avLst/>
                <a:gdLst>
                  <a:gd name="T0" fmla="*/ 413 w 136"/>
                  <a:gd name="T1" fmla="*/ 0 h 436"/>
                  <a:gd name="T2" fmla="*/ 0 w 136"/>
                  <a:gd name="T3" fmla="*/ 1398 h 436"/>
                  <a:gd name="T4" fmla="*/ 413 w 136"/>
                  <a:gd name="T5" fmla="*/ 0 h 4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436">
                    <a:moveTo>
                      <a:pt x="130" y="0"/>
                    </a:moveTo>
                    <a:cubicBezTo>
                      <a:pt x="130" y="0"/>
                      <a:pt x="136" y="199"/>
                      <a:pt x="0" y="436"/>
                    </a:cubicBezTo>
                    <a:cubicBezTo>
                      <a:pt x="0" y="436"/>
                      <a:pt x="124" y="268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7" name="Freeform 331">
                <a:extLst>
                  <a:ext uri="{FF2B5EF4-FFF2-40B4-BE49-F238E27FC236}">
                    <a16:creationId xmlns:a16="http://schemas.microsoft.com/office/drawing/2014/main" id="{3C78F11B-616B-4044-AF51-1D846D27F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319"/>
                <a:ext cx="102" cy="253"/>
              </a:xfrm>
              <a:custGeom>
                <a:avLst/>
                <a:gdLst>
                  <a:gd name="T0" fmla="*/ 1 w 69"/>
                  <a:gd name="T1" fmla="*/ 0 h 172"/>
                  <a:gd name="T2" fmla="*/ 72 w 69"/>
                  <a:gd name="T3" fmla="*/ 188 h 172"/>
                  <a:gd name="T4" fmla="*/ 223 w 69"/>
                  <a:gd name="T5" fmla="*/ 121 h 172"/>
                  <a:gd name="T6" fmla="*/ 146 w 69"/>
                  <a:gd name="T7" fmla="*/ 197 h 172"/>
                  <a:gd name="T8" fmla="*/ 65 w 69"/>
                  <a:gd name="T9" fmla="*/ 257 h 172"/>
                  <a:gd name="T10" fmla="*/ 28 w 69"/>
                  <a:gd name="T11" fmla="*/ 413 h 172"/>
                  <a:gd name="T12" fmla="*/ 19 w 69"/>
                  <a:gd name="T13" fmla="*/ 547 h 172"/>
                  <a:gd name="T14" fmla="*/ 22 w 69"/>
                  <a:gd name="T15" fmla="*/ 400 h 172"/>
                  <a:gd name="T16" fmla="*/ 49 w 69"/>
                  <a:gd name="T17" fmla="*/ 268 h 172"/>
                  <a:gd name="T18" fmla="*/ 55 w 69"/>
                  <a:gd name="T19" fmla="*/ 203 h 172"/>
                  <a:gd name="T20" fmla="*/ 27 w 69"/>
                  <a:gd name="T21" fmla="*/ 143 h 172"/>
                  <a:gd name="T22" fmla="*/ 1 w 69"/>
                  <a:gd name="T23" fmla="*/ 9 h 1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72">
                    <a:moveTo>
                      <a:pt x="1" y="0"/>
                    </a:moveTo>
                    <a:cubicBezTo>
                      <a:pt x="4" y="15"/>
                      <a:pt x="6" y="51"/>
                      <a:pt x="22" y="59"/>
                    </a:cubicBezTo>
                    <a:cubicBezTo>
                      <a:pt x="37" y="67"/>
                      <a:pt x="60" y="47"/>
                      <a:pt x="69" y="38"/>
                    </a:cubicBezTo>
                    <a:cubicBezTo>
                      <a:pt x="62" y="46"/>
                      <a:pt x="54" y="56"/>
                      <a:pt x="45" y="62"/>
                    </a:cubicBezTo>
                    <a:cubicBezTo>
                      <a:pt x="34" y="68"/>
                      <a:pt x="27" y="68"/>
                      <a:pt x="20" y="81"/>
                    </a:cubicBezTo>
                    <a:cubicBezTo>
                      <a:pt x="13" y="95"/>
                      <a:pt x="12" y="115"/>
                      <a:pt x="9" y="130"/>
                    </a:cubicBezTo>
                    <a:cubicBezTo>
                      <a:pt x="6" y="144"/>
                      <a:pt x="6" y="158"/>
                      <a:pt x="6" y="172"/>
                    </a:cubicBezTo>
                    <a:cubicBezTo>
                      <a:pt x="7" y="156"/>
                      <a:pt x="5" y="141"/>
                      <a:pt x="7" y="126"/>
                    </a:cubicBezTo>
                    <a:cubicBezTo>
                      <a:pt x="9" y="111"/>
                      <a:pt x="11" y="97"/>
                      <a:pt x="15" y="84"/>
                    </a:cubicBezTo>
                    <a:cubicBezTo>
                      <a:pt x="17" y="77"/>
                      <a:pt x="19" y="71"/>
                      <a:pt x="17" y="64"/>
                    </a:cubicBezTo>
                    <a:cubicBezTo>
                      <a:pt x="15" y="57"/>
                      <a:pt x="10" y="51"/>
                      <a:pt x="8" y="45"/>
                    </a:cubicBezTo>
                    <a:cubicBezTo>
                      <a:pt x="4" y="34"/>
                      <a:pt x="0" y="1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8" name="Freeform 332">
                <a:extLst>
                  <a:ext uri="{FF2B5EF4-FFF2-40B4-BE49-F238E27FC236}">
                    <a16:creationId xmlns:a16="http://schemas.microsoft.com/office/drawing/2014/main" id="{E7F3C001-0704-4537-900E-43A3802AB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893"/>
                <a:ext cx="106" cy="165"/>
              </a:xfrm>
              <a:custGeom>
                <a:avLst/>
                <a:gdLst>
                  <a:gd name="T0" fmla="*/ 35 w 72"/>
                  <a:gd name="T1" fmla="*/ 0 h 112"/>
                  <a:gd name="T2" fmla="*/ 230 w 72"/>
                  <a:gd name="T3" fmla="*/ 106 h 112"/>
                  <a:gd name="T4" fmla="*/ 35 w 72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12">
                    <a:moveTo>
                      <a:pt x="11" y="0"/>
                    </a:moveTo>
                    <a:cubicBezTo>
                      <a:pt x="11" y="0"/>
                      <a:pt x="5" y="98"/>
                      <a:pt x="72" y="33"/>
                    </a:cubicBezTo>
                    <a:cubicBezTo>
                      <a:pt x="72" y="33"/>
                      <a:pt x="0" y="112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Freeform 333">
                <a:extLst>
                  <a:ext uri="{FF2B5EF4-FFF2-40B4-BE49-F238E27FC236}">
                    <a16:creationId xmlns:a16="http://schemas.microsoft.com/office/drawing/2014/main" id="{8DC18199-DC08-4C95-ABE3-8E65BC565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594"/>
                <a:ext cx="327" cy="899"/>
              </a:xfrm>
              <a:custGeom>
                <a:avLst/>
                <a:gdLst>
                  <a:gd name="T0" fmla="*/ 569 w 222"/>
                  <a:gd name="T1" fmla="*/ 1549 h 610"/>
                  <a:gd name="T2" fmla="*/ 513 w 222"/>
                  <a:gd name="T3" fmla="*/ 1384 h 610"/>
                  <a:gd name="T4" fmla="*/ 409 w 222"/>
                  <a:gd name="T5" fmla="*/ 1164 h 610"/>
                  <a:gd name="T6" fmla="*/ 295 w 222"/>
                  <a:gd name="T7" fmla="*/ 784 h 610"/>
                  <a:gd name="T8" fmla="*/ 211 w 222"/>
                  <a:gd name="T9" fmla="*/ 230 h 610"/>
                  <a:gd name="T10" fmla="*/ 63 w 222"/>
                  <a:gd name="T11" fmla="*/ 40 h 610"/>
                  <a:gd name="T12" fmla="*/ 59 w 222"/>
                  <a:gd name="T13" fmla="*/ 320 h 610"/>
                  <a:gd name="T14" fmla="*/ 121 w 222"/>
                  <a:gd name="T15" fmla="*/ 595 h 610"/>
                  <a:gd name="T16" fmla="*/ 166 w 222"/>
                  <a:gd name="T17" fmla="*/ 898 h 610"/>
                  <a:gd name="T18" fmla="*/ 330 w 222"/>
                  <a:gd name="T19" fmla="*/ 1459 h 610"/>
                  <a:gd name="T20" fmla="*/ 440 w 222"/>
                  <a:gd name="T21" fmla="*/ 1687 h 610"/>
                  <a:gd name="T22" fmla="*/ 536 w 222"/>
                  <a:gd name="T23" fmla="*/ 1838 h 610"/>
                  <a:gd name="T24" fmla="*/ 710 w 222"/>
                  <a:gd name="T25" fmla="*/ 1953 h 6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610">
                    <a:moveTo>
                      <a:pt x="178" y="484"/>
                    </a:moveTo>
                    <a:cubicBezTo>
                      <a:pt x="180" y="464"/>
                      <a:pt x="168" y="449"/>
                      <a:pt x="160" y="432"/>
                    </a:cubicBezTo>
                    <a:cubicBezTo>
                      <a:pt x="149" y="409"/>
                      <a:pt x="139" y="386"/>
                      <a:pt x="128" y="364"/>
                    </a:cubicBezTo>
                    <a:cubicBezTo>
                      <a:pt x="109" y="328"/>
                      <a:pt x="102" y="286"/>
                      <a:pt x="92" y="245"/>
                    </a:cubicBezTo>
                    <a:cubicBezTo>
                      <a:pt x="79" y="189"/>
                      <a:pt x="90" y="124"/>
                      <a:pt x="66" y="72"/>
                    </a:cubicBezTo>
                    <a:cubicBezTo>
                      <a:pt x="60" y="58"/>
                      <a:pt x="47" y="0"/>
                      <a:pt x="20" y="12"/>
                    </a:cubicBezTo>
                    <a:cubicBezTo>
                      <a:pt x="0" y="20"/>
                      <a:pt x="15" y="83"/>
                      <a:pt x="18" y="100"/>
                    </a:cubicBezTo>
                    <a:cubicBezTo>
                      <a:pt x="22" y="130"/>
                      <a:pt x="32" y="157"/>
                      <a:pt x="38" y="186"/>
                    </a:cubicBezTo>
                    <a:cubicBezTo>
                      <a:pt x="44" y="217"/>
                      <a:pt x="46" y="249"/>
                      <a:pt x="52" y="280"/>
                    </a:cubicBezTo>
                    <a:cubicBezTo>
                      <a:pt x="63" y="341"/>
                      <a:pt x="85" y="397"/>
                      <a:pt x="103" y="456"/>
                    </a:cubicBezTo>
                    <a:cubicBezTo>
                      <a:pt x="111" y="483"/>
                      <a:pt x="122" y="504"/>
                      <a:pt x="138" y="527"/>
                    </a:cubicBezTo>
                    <a:cubicBezTo>
                      <a:pt x="149" y="543"/>
                      <a:pt x="157" y="559"/>
                      <a:pt x="168" y="574"/>
                    </a:cubicBezTo>
                    <a:cubicBezTo>
                      <a:pt x="184" y="595"/>
                      <a:pt x="199" y="600"/>
                      <a:pt x="222" y="610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0" name="Freeform 334">
                <a:extLst>
                  <a:ext uri="{FF2B5EF4-FFF2-40B4-BE49-F238E27FC236}">
                    <a16:creationId xmlns:a16="http://schemas.microsoft.com/office/drawing/2014/main" id="{D0539B12-E90E-40E4-ADCB-68FC04F06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684"/>
                <a:ext cx="528" cy="711"/>
              </a:xfrm>
              <a:custGeom>
                <a:avLst/>
                <a:gdLst>
                  <a:gd name="T0" fmla="*/ 13 w 359"/>
                  <a:gd name="T1" fmla="*/ 967 h 483"/>
                  <a:gd name="T2" fmla="*/ 309 w 359"/>
                  <a:gd name="T3" fmla="*/ 986 h 483"/>
                  <a:gd name="T4" fmla="*/ 562 w 359"/>
                  <a:gd name="T5" fmla="*/ 836 h 483"/>
                  <a:gd name="T6" fmla="*/ 934 w 359"/>
                  <a:gd name="T7" fmla="*/ 372 h 483"/>
                  <a:gd name="T8" fmla="*/ 993 w 359"/>
                  <a:gd name="T9" fmla="*/ 230 h 483"/>
                  <a:gd name="T10" fmla="*/ 1040 w 359"/>
                  <a:gd name="T11" fmla="*/ 74 h 483"/>
                  <a:gd name="T12" fmla="*/ 1135 w 359"/>
                  <a:gd name="T13" fmla="*/ 297 h 483"/>
                  <a:gd name="T14" fmla="*/ 872 w 359"/>
                  <a:gd name="T15" fmla="*/ 771 h 483"/>
                  <a:gd name="T16" fmla="*/ 616 w 359"/>
                  <a:gd name="T17" fmla="*/ 979 h 483"/>
                  <a:gd name="T18" fmla="*/ 331 w 359"/>
                  <a:gd name="T19" fmla="*/ 1167 h 483"/>
                  <a:gd name="T20" fmla="*/ 229 w 359"/>
                  <a:gd name="T21" fmla="*/ 1385 h 483"/>
                  <a:gd name="T22" fmla="*/ 160 w 359"/>
                  <a:gd name="T23" fmla="*/ 1509 h 483"/>
                  <a:gd name="T24" fmla="*/ 0 w 359"/>
                  <a:gd name="T25" fmla="*/ 1259 h 4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9" h="483">
                    <a:moveTo>
                      <a:pt x="4" y="303"/>
                    </a:moveTo>
                    <a:cubicBezTo>
                      <a:pt x="37" y="328"/>
                      <a:pt x="59" y="327"/>
                      <a:pt x="97" y="309"/>
                    </a:cubicBezTo>
                    <a:cubicBezTo>
                      <a:pt x="125" y="296"/>
                      <a:pt x="152" y="281"/>
                      <a:pt x="177" y="262"/>
                    </a:cubicBezTo>
                    <a:cubicBezTo>
                      <a:pt x="234" y="221"/>
                      <a:pt x="268" y="182"/>
                      <a:pt x="294" y="117"/>
                    </a:cubicBezTo>
                    <a:cubicBezTo>
                      <a:pt x="300" y="102"/>
                      <a:pt x="308" y="88"/>
                      <a:pt x="312" y="72"/>
                    </a:cubicBezTo>
                    <a:cubicBezTo>
                      <a:pt x="315" y="60"/>
                      <a:pt x="315" y="31"/>
                      <a:pt x="327" y="23"/>
                    </a:cubicBezTo>
                    <a:cubicBezTo>
                      <a:pt x="359" y="0"/>
                      <a:pt x="358" y="76"/>
                      <a:pt x="357" y="93"/>
                    </a:cubicBezTo>
                    <a:cubicBezTo>
                      <a:pt x="351" y="153"/>
                      <a:pt x="310" y="196"/>
                      <a:pt x="274" y="242"/>
                    </a:cubicBezTo>
                    <a:cubicBezTo>
                      <a:pt x="254" y="268"/>
                      <a:pt x="221" y="289"/>
                      <a:pt x="194" y="307"/>
                    </a:cubicBezTo>
                    <a:cubicBezTo>
                      <a:pt x="164" y="326"/>
                      <a:pt x="135" y="347"/>
                      <a:pt x="104" y="366"/>
                    </a:cubicBezTo>
                    <a:cubicBezTo>
                      <a:pt x="74" y="385"/>
                      <a:pt x="72" y="399"/>
                      <a:pt x="72" y="434"/>
                    </a:cubicBezTo>
                    <a:cubicBezTo>
                      <a:pt x="72" y="454"/>
                      <a:pt x="76" y="483"/>
                      <a:pt x="50" y="473"/>
                    </a:cubicBezTo>
                    <a:cubicBezTo>
                      <a:pt x="29" y="464"/>
                      <a:pt x="1" y="416"/>
                      <a:pt x="0" y="395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1" name="Freeform 335">
                <a:extLst>
                  <a:ext uri="{FF2B5EF4-FFF2-40B4-BE49-F238E27FC236}">
                    <a16:creationId xmlns:a16="http://schemas.microsoft.com/office/drawing/2014/main" id="{79FDEC37-228D-4E31-BA29-1E926E76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638"/>
                <a:ext cx="418" cy="575"/>
              </a:xfrm>
              <a:custGeom>
                <a:avLst/>
                <a:gdLst>
                  <a:gd name="T0" fmla="*/ 106 w 284"/>
                  <a:gd name="T1" fmla="*/ 296 h 390"/>
                  <a:gd name="T2" fmla="*/ 269 w 284"/>
                  <a:gd name="T3" fmla="*/ 161 h 390"/>
                  <a:gd name="T4" fmla="*/ 358 w 284"/>
                  <a:gd name="T5" fmla="*/ 500 h 390"/>
                  <a:gd name="T6" fmla="*/ 568 w 284"/>
                  <a:gd name="T7" fmla="*/ 730 h 390"/>
                  <a:gd name="T8" fmla="*/ 818 w 284"/>
                  <a:gd name="T9" fmla="*/ 320 h 390"/>
                  <a:gd name="T10" fmla="*/ 739 w 284"/>
                  <a:gd name="T11" fmla="*/ 691 h 390"/>
                  <a:gd name="T12" fmla="*/ 628 w 284"/>
                  <a:gd name="T13" fmla="*/ 1109 h 390"/>
                  <a:gd name="T14" fmla="*/ 546 w 284"/>
                  <a:gd name="T15" fmla="*/ 1230 h 390"/>
                  <a:gd name="T16" fmla="*/ 405 w 284"/>
                  <a:gd name="T17" fmla="*/ 1237 h 390"/>
                  <a:gd name="T18" fmla="*/ 366 w 284"/>
                  <a:gd name="T19" fmla="*/ 1007 h 390"/>
                  <a:gd name="T20" fmla="*/ 340 w 284"/>
                  <a:gd name="T21" fmla="*/ 837 h 390"/>
                  <a:gd name="T22" fmla="*/ 269 w 284"/>
                  <a:gd name="T23" fmla="*/ 619 h 390"/>
                  <a:gd name="T24" fmla="*/ 38 w 284"/>
                  <a:gd name="T25" fmla="*/ 655 h 390"/>
                  <a:gd name="T26" fmla="*/ 87 w 284"/>
                  <a:gd name="T27" fmla="*/ 404 h 39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4" h="390">
                    <a:moveTo>
                      <a:pt x="33" y="92"/>
                    </a:moveTo>
                    <a:cubicBezTo>
                      <a:pt x="22" y="59"/>
                      <a:pt x="63" y="0"/>
                      <a:pt x="84" y="50"/>
                    </a:cubicBezTo>
                    <a:cubicBezTo>
                      <a:pt x="97" y="82"/>
                      <a:pt x="99" y="122"/>
                      <a:pt x="112" y="156"/>
                    </a:cubicBezTo>
                    <a:cubicBezTo>
                      <a:pt x="122" y="183"/>
                      <a:pt x="141" y="235"/>
                      <a:pt x="178" y="228"/>
                    </a:cubicBezTo>
                    <a:cubicBezTo>
                      <a:pt x="230" y="218"/>
                      <a:pt x="207" y="116"/>
                      <a:pt x="257" y="100"/>
                    </a:cubicBezTo>
                    <a:cubicBezTo>
                      <a:pt x="284" y="127"/>
                      <a:pt x="243" y="189"/>
                      <a:pt x="232" y="216"/>
                    </a:cubicBezTo>
                    <a:cubicBezTo>
                      <a:pt x="215" y="259"/>
                      <a:pt x="208" y="302"/>
                      <a:pt x="197" y="346"/>
                    </a:cubicBezTo>
                    <a:cubicBezTo>
                      <a:pt x="192" y="367"/>
                      <a:pt x="192" y="383"/>
                      <a:pt x="171" y="384"/>
                    </a:cubicBezTo>
                    <a:cubicBezTo>
                      <a:pt x="163" y="385"/>
                      <a:pt x="132" y="390"/>
                      <a:pt x="127" y="386"/>
                    </a:cubicBezTo>
                    <a:cubicBezTo>
                      <a:pt x="114" y="377"/>
                      <a:pt x="117" y="329"/>
                      <a:pt x="115" y="314"/>
                    </a:cubicBezTo>
                    <a:cubicBezTo>
                      <a:pt x="113" y="296"/>
                      <a:pt x="110" y="279"/>
                      <a:pt x="107" y="261"/>
                    </a:cubicBezTo>
                    <a:cubicBezTo>
                      <a:pt x="104" y="242"/>
                      <a:pt x="102" y="206"/>
                      <a:pt x="84" y="193"/>
                    </a:cubicBezTo>
                    <a:cubicBezTo>
                      <a:pt x="63" y="179"/>
                      <a:pt x="30" y="197"/>
                      <a:pt x="12" y="204"/>
                    </a:cubicBezTo>
                    <a:cubicBezTo>
                      <a:pt x="0" y="181"/>
                      <a:pt x="19" y="148"/>
                      <a:pt x="27" y="126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2" name="Freeform 336">
                <a:extLst>
                  <a:ext uri="{FF2B5EF4-FFF2-40B4-BE49-F238E27FC236}">
                    <a16:creationId xmlns:a16="http://schemas.microsoft.com/office/drawing/2014/main" id="{E9D44BF7-09EB-4850-A6EA-1BFDEBE64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1255"/>
                <a:ext cx="359" cy="654"/>
              </a:xfrm>
              <a:custGeom>
                <a:avLst/>
                <a:gdLst>
                  <a:gd name="T0" fmla="*/ 46 w 244"/>
                  <a:gd name="T1" fmla="*/ 1324 h 444"/>
                  <a:gd name="T2" fmla="*/ 194 w 244"/>
                  <a:gd name="T3" fmla="*/ 887 h 444"/>
                  <a:gd name="T4" fmla="*/ 235 w 244"/>
                  <a:gd name="T5" fmla="*/ 432 h 444"/>
                  <a:gd name="T6" fmla="*/ 182 w 244"/>
                  <a:gd name="T7" fmla="*/ 224 h 444"/>
                  <a:gd name="T8" fmla="*/ 235 w 244"/>
                  <a:gd name="T9" fmla="*/ 121 h 444"/>
                  <a:gd name="T10" fmla="*/ 325 w 244"/>
                  <a:gd name="T11" fmla="*/ 358 h 444"/>
                  <a:gd name="T12" fmla="*/ 399 w 244"/>
                  <a:gd name="T13" fmla="*/ 549 h 444"/>
                  <a:gd name="T14" fmla="*/ 752 w 244"/>
                  <a:gd name="T15" fmla="*/ 40 h 444"/>
                  <a:gd name="T16" fmla="*/ 725 w 244"/>
                  <a:gd name="T17" fmla="*/ 320 h 444"/>
                  <a:gd name="T18" fmla="*/ 643 w 244"/>
                  <a:gd name="T19" fmla="*/ 592 h 444"/>
                  <a:gd name="T20" fmla="*/ 587 w 244"/>
                  <a:gd name="T21" fmla="*/ 953 h 444"/>
                  <a:gd name="T22" fmla="*/ 628 w 244"/>
                  <a:gd name="T23" fmla="*/ 1161 h 444"/>
                  <a:gd name="T24" fmla="*/ 669 w 244"/>
                  <a:gd name="T25" fmla="*/ 1349 h 444"/>
                  <a:gd name="T26" fmla="*/ 461 w 244"/>
                  <a:gd name="T27" fmla="*/ 1019 h 444"/>
                  <a:gd name="T28" fmla="*/ 268 w 244"/>
                  <a:gd name="T29" fmla="*/ 1074 h 444"/>
                  <a:gd name="T30" fmla="*/ 75 w 244"/>
                  <a:gd name="T31" fmla="*/ 1418 h 44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4" h="444">
                    <a:moveTo>
                      <a:pt x="14" y="414"/>
                    </a:moveTo>
                    <a:cubicBezTo>
                      <a:pt x="0" y="383"/>
                      <a:pt x="46" y="305"/>
                      <a:pt x="61" y="278"/>
                    </a:cubicBezTo>
                    <a:cubicBezTo>
                      <a:pt x="88" y="231"/>
                      <a:pt x="95" y="186"/>
                      <a:pt x="74" y="135"/>
                    </a:cubicBezTo>
                    <a:cubicBezTo>
                      <a:pt x="65" y="115"/>
                      <a:pt x="62" y="92"/>
                      <a:pt x="57" y="70"/>
                    </a:cubicBezTo>
                    <a:cubicBezTo>
                      <a:pt x="53" y="53"/>
                      <a:pt x="51" y="0"/>
                      <a:pt x="74" y="38"/>
                    </a:cubicBezTo>
                    <a:cubicBezTo>
                      <a:pt x="87" y="58"/>
                      <a:pt x="95" y="89"/>
                      <a:pt x="102" y="112"/>
                    </a:cubicBezTo>
                    <a:cubicBezTo>
                      <a:pt x="108" y="129"/>
                      <a:pt x="111" y="158"/>
                      <a:pt x="125" y="172"/>
                    </a:cubicBezTo>
                    <a:cubicBezTo>
                      <a:pt x="167" y="211"/>
                      <a:pt x="209" y="20"/>
                      <a:pt x="236" y="12"/>
                    </a:cubicBezTo>
                    <a:cubicBezTo>
                      <a:pt x="244" y="37"/>
                      <a:pt x="235" y="75"/>
                      <a:pt x="228" y="100"/>
                    </a:cubicBezTo>
                    <a:cubicBezTo>
                      <a:pt x="220" y="129"/>
                      <a:pt x="210" y="157"/>
                      <a:pt x="202" y="185"/>
                    </a:cubicBezTo>
                    <a:cubicBezTo>
                      <a:pt x="191" y="223"/>
                      <a:pt x="179" y="258"/>
                      <a:pt x="184" y="298"/>
                    </a:cubicBezTo>
                    <a:cubicBezTo>
                      <a:pt x="187" y="320"/>
                      <a:pt x="191" y="342"/>
                      <a:pt x="197" y="363"/>
                    </a:cubicBezTo>
                    <a:cubicBezTo>
                      <a:pt x="199" y="374"/>
                      <a:pt x="218" y="412"/>
                      <a:pt x="210" y="422"/>
                    </a:cubicBezTo>
                    <a:cubicBezTo>
                      <a:pt x="198" y="438"/>
                      <a:pt x="150" y="332"/>
                      <a:pt x="145" y="319"/>
                    </a:cubicBezTo>
                    <a:cubicBezTo>
                      <a:pt x="124" y="268"/>
                      <a:pt x="103" y="303"/>
                      <a:pt x="84" y="336"/>
                    </a:cubicBezTo>
                    <a:cubicBezTo>
                      <a:pt x="64" y="372"/>
                      <a:pt x="45" y="408"/>
                      <a:pt x="24" y="444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Freeform 337">
                <a:extLst>
                  <a:ext uri="{FF2B5EF4-FFF2-40B4-BE49-F238E27FC236}">
                    <a16:creationId xmlns:a16="http://schemas.microsoft.com/office/drawing/2014/main" id="{F8FF2295-D7ED-4931-BCDB-D41C8EDD8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258"/>
                <a:ext cx="387" cy="697"/>
              </a:xfrm>
              <a:custGeom>
                <a:avLst/>
                <a:gdLst>
                  <a:gd name="T0" fmla="*/ 837 w 263"/>
                  <a:gd name="T1" fmla="*/ 1062 h 473"/>
                  <a:gd name="T2" fmla="*/ 762 w 263"/>
                  <a:gd name="T3" fmla="*/ 513 h 473"/>
                  <a:gd name="T4" fmla="*/ 768 w 263"/>
                  <a:gd name="T5" fmla="*/ 141 h 473"/>
                  <a:gd name="T6" fmla="*/ 702 w 263"/>
                  <a:gd name="T7" fmla="*/ 156 h 473"/>
                  <a:gd name="T8" fmla="*/ 671 w 263"/>
                  <a:gd name="T9" fmla="*/ 675 h 473"/>
                  <a:gd name="T10" fmla="*/ 661 w 263"/>
                  <a:gd name="T11" fmla="*/ 908 h 473"/>
                  <a:gd name="T12" fmla="*/ 527 w 263"/>
                  <a:gd name="T13" fmla="*/ 816 h 473"/>
                  <a:gd name="T14" fmla="*/ 400 w 263"/>
                  <a:gd name="T15" fmla="*/ 404 h 473"/>
                  <a:gd name="T16" fmla="*/ 353 w 263"/>
                  <a:gd name="T17" fmla="*/ 184 h 473"/>
                  <a:gd name="T18" fmla="*/ 309 w 263"/>
                  <a:gd name="T19" fmla="*/ 27 h 473"/>
                  <a:gd name="T20" fmla="*/ 305 w 263"/>
                  <a:gd name="T21" fmla="*/ 284 h 473"/>
                  <a:gd name="T22" fmla="*/ 371 w 263"/>
                  <a:gd name="T23" fmla="*/ 575 h 473"/>
                  <a:gd name="T24" fmla="*/ 353 w 263"/>
                  <a:gd name="T25" fmla="*/ 793 h 473"/>
                  <a:gd name="T26" fmla="*/ 194 w 263"/>
                  <a:gd name="T27" fmla="*/ 756 h 473"/>
                  <a:gd name="T28" fmla="*/ 77 w 263"/>
                  <a:gd name="T29" fmla="*/ 797 h 473"/>
                  <a:gd name="T30" fmla="*/ 265 w 263"/>
                  <a:gd name="T31" fmla="*/ 946 h 473"/>
                  <a:gd name="T32" fmla="*/ 527 w 263"/>
                  <a:gd name="T33" fmla="*/ 1197 h 473"/>
                  <a:gd name="T34" fmla="*/ 564 w 263"/>
                  <a:gd name="T35" fmla="*/ 1466 h 473"/>
                  <a:gd name="T36" fmla="*/ 781 w 263"/>
                  <a:gd name="T37" fmla="*/ 1183 h 47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3" h="473">
                    <a:moveTo>
                      <a:pt x="263" y="332"/>
                    </a:moveTo>
                    <a:cubicBezTo>
                      <a:pt x="252" y="275"/>
                      <a:pt x="242" y="218"/>
                      <a:pt x="239" y="160"/>
                    </a:cubicBezTo>
                    <a:cubicBezTo>
                      <a:pt x="238" y="121"/>
                      <a:pt x="241" y="83"/>
                      <a:pt x="241" y="44"/>
                    </a:cubicBezTo>
                    <a:cubicBezTo>
                      <a:pt x="241" y="0"/>
                      <a:pt x="224" y="17"/>
                      <a:pt x="220" y="49"/>
                    </a:cubicBezTo>
                    <a:cubicBezTo>
                      <a:pt x="212" y="103"/>
                      <a:pt x="211" y="158"/>
                      <a:pt x="211" y="211"/>
                    </a:cubicBezTo>
                    <a:cubicBezTo>
                      <a:pt x="211" y="230"/>
                      <a:pt x="218" y="268"/>
                      <a:pt x="207" y="284"/>
                    </a:cubicBezTo>
                    <a:cubicBezTo>
                      <a:pt x="188" y="310"/>
                      <a:pt x="171" y="272"/>
                      <a:pt x="165" y="255"/>
                    </a:cubicBezTo>
                    <a:cubicBezTo>
                      <a:pt x="150" y="213"/>
                      <a:pt x="135" y="169"/>
                      <a:pt x="126" y="126"/>
                    </a:cubicBezTo>
                    <a:cubicBezTo>
                      <a:pt x="121" y="103"/>
                      <a:pt x="116" y="81"/>
                      <a:pt x="111" y="58"/>
                    </a:cubicBezTo>
                    <a:cubicBezTo>
                      <a:pt x="108" y="41"/>
                      <a:pt x="109" y="20"/>
                      <a:pt x="97" y="8"/>
                    </a:cubicBezTo>
                    <a:cubicBezTo>
                      <a:pt x="81" y="19"/>
                      <a:pt x="93" y="72"/>
                      <a:pt x="96" y="89"/>
                    </a:cubicBezTo>
                    <a:cubicBezTo>
                      <a:pt x="100" y="120"/>
                      <a:pt x="110" y="150"/>
                      <a:pt x="116" y="180"/>
                    </a:cubicBezTo>
                    <a:cubicBezTo>
                      <a:pt x="120" y="201"/>
                      <a:pt x="127" y="230"/>
                      <a:pt x="111" y="248"/>
                    </a:cubicBezTo>
                    <a:cubicBezTo>
                      <a:pt x="92" y="270"/>
                      <a:pt x="78" y="246"/>
                      <a:pt x="61" y="236"/>
                    </a:cubicBezTo>
                    <a:cubicBezTo>
                      <a:pt x="42" y="223"/>
                      <a:pt x="0" y="212"/>
                      <a:pt x="24" y="249"/>
                    </a:cubicBezTo>
                    <a:cubicBezTo>
                      <a:pt x="36" y="269"/>
                      <a:pt x="63" y="285"/>
                      <a:pt x="83" y="296"/>
                    </a:cubicBezTo>
                    <a:cubicBezTo>
                      <a:pt x="117" y="316"/>
                      <a:pt x="157" y="333"/>
                      <a:pt x="165" y="374"/>
                    </a:cubicBezTo>
                    <a:cubicBezTo>
                      <a:pt x="169" y="393"/>
                      <a:pt x="158" y="447"/>
                      <a:pt x="177" y="458"/>
                    </a:cubicBezTo>
                    <a:cubicBezTo>
                      <a:pt x="204" y="473"/>
                      <a:pt x="233" y="384"/>
                      <a:pt x="245" y="370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4" name="Freeform 338">
                <a:extLst>
                  <a:ext uri="{FF2B5EF4-FFF2-40B4-BE49-F238E27FC236}">
                    <a16:creationId xmlns:a16="http://schemas.microsoft.com/office/drawing/2014/main" id="{20927C10-558B-4C49-AE9E-7E3217594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246"/>
                <a:ext cx="341" cy="725"/>
              </a:xfrm>
              <a:custGeom>
                <a:avLst/>
                <a:gdLst>
                  <a:gd name="T0" fmla="*/ 96 w 232"/>
                  <a:gd name="T1" fmla="*/ 953 h 492"/>
                  <a:gd name="T2" fmla="*/ 63 w 232"/>
                  <a:gd name="T3" fmla="*/ 762 h 492"/>
                  <a:gd name="T4" fmla="*/ 46 w 232"/>
                  <a:gd name="T5" fmla="*/ 486 h 492"/>
                  <a:gd name="T6" fmla="*/ 38 w 232"/>
                  <a:gd name="T7" fmla="*/ 88 h 492"/>
                  <a:gd name="T8" fmla="*/ 101 w 232"/>
                  <a:gd name="T9" fmla="*/ 6 h 492"/>
                  <a:gd name="T10" fmla="*/ 141 w 232"/>
                  <a:gd name="T11" fmla="*/ 161 h 492"/>
                  <a:gd name="T12" fmla="*/ 203 w 232"/>
                  <a:gd name="T13" fmla="*/ 532 h 492"/>
                  <a:gd name="T14" fmla="*/ 254 w 232"/>
                  <a:gd name="T15" fmla="*/ 788 h 492"/>
                  <a:gd name="T16" fmla="*/ 323 w 232"/>
                  <a:gd name="T17" fmla="*/ 959 h 492"/>
                  <a:gd name="T18" fmla="*/ 470 w 232"/>
                  <a:gd name="T19" fmla="*/ 877 h 492"/>
                  <a:gd name="T20" fmla="*/ 542 w 232"/>
                  <a:gd name="T21" fmla="*/ 614 h 492"/>
                  <a:gd name="T22" fmla="*/ 566 w 232"/>
                  <a:gd name="T23" fmla="*/ 230 h 492"/>
                  <a:gd name="T24" fmla="*/ 609 w 232"/>
                  <a:gd name="T25" fmla="*/ 109 h 492"/>
                  <a:gd name="T26" fmla="*/ 667 w 232"/>
                  <a:gd name="T27" fmla="*/ 211 h 492"/>
                  <a:gd name="T28" fmla="*/ 691 w 232"/>
                  <a:gd name="T29" fmla="*/ 628 h 492"/>
                  <a:gd name="T30" fmla="*/ 475 w 232"/>
                  <a:gd name="T31" fmla="*/ 967 h 492"/>
                  <a:gd name="T32" fmla="*/ 304 w 232"/>
                  <a:gd name="T33" fmla="*/ 1404 h 492"/>
                  <a:gd name="T34" fmla="*/ 266 w 232"/>
                  <a:gd name="T35" fmla="*/ 1574 h 492"/>
                  <a:gd name="T36" fmla="*/ 203 w 232"/>
                  <a:gd name="T37" fmla="*/ 1317 h 492"/>
                  <a:gd name="T38" fmla="*/ 184 w 232"/>
                  <a:gd name="T39" fmla="*/ 1055 h 49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32" h="492">
                    <a:moveTo>
                      <a:pt x="30" y="298"/>
                    </a:moveTo>
                    <a:cubicBezTo>
                      <a:pt x="22" y="281"/>
                      <a:pt x="23" y="256"/>
                      <a:pt x="20" y="238"/>
                    </a:cubicBezTo>
                    <a:cubicBezTo>
                      <a:pt x="16" y="209"/>
                      <a:pt x="14" y="181"/>
                      <a:pt x="14" y="152"/>
                    </a:cubicBezTo>
                    <a:cubicBezTo>
                      <a:pt x="14" y="114"/>
                      <a:pt x="0" y="64"/>
                      <a:pt x="12" y="28"/>
                    </a:cubicBezTo>
                    <a:cubicBezTo>
                      <a:pt x="15" y="20"/>
                      <a:pt x="22" y="0"/>
                      <a:pt x="32" y="2"/>
                    </a:cubicBezTo>
                    <a:cubicBezTo>
                      <a:pt x="46" y="5"/>
                      <a:pt x="43" y="40"/>
                      <a:pt x="44" y="50"/>
                    </a:cubicBezTo>
                    <a:cubicBezTo>
                      <a:pt x="49" y="90"/>
                      <a:pt x="56" y="128"/>
                      <a:pt x="64" y="166"/>
                    </a:cubicBezTo>
                    <a:cubicBezTo>
                      <a:pt x="69" y="193"/>
                      <a:pt x="73" y="220"/>
                      <a:pt x="80" y="246"/>
                    </a:cubicBezTo>
                    <a:cubicBezTo>
                      <a:pt x="83" y="259"/>
                      <a:pt x="88" y="294"/>
                      <a:pt x="102" y="300"/>
                    </a:cubicBezTo>
                    <a:cubicBezTo>
                      <a:pt x="117" y="305"/>
                      <a:pt x="141" y="284"/>
                      <a:pt x="148" y="274"/>
                    </a:cubicBezTo>
                    <a:cubicBezTo>
                      <a:pt x="164" y="252"/>
                      <a:pt x="167" y="218"/>
                      <a:pt x="171" y="192"/>
                    </a:cubicBezTo>
                    <a:cubicBezTo>
                      <a:pt x="177" y="152"/>
                      <a:pt x="173" y="112"/>
                      <a:pt x="178" y="72"/>
                    </a:cubicBezTo>
                    <a:cubicBezTo>
                      <a:pt x="179" y="62"/>
                      <a:pt x="180" y="33"/>
                      <a:pt x="192" y="34"/>
                    </a:cubicBezTo>
                    <a:cubicBezTo>
                      <a:pt x="201" y="34"/>
                      <a:pt x="209" y="59"/>
                      <a:pt x="210" y="66"/>
                    </a:cubicBezTo>
                    <a:cubicBezTo>
                      <a:pt x="221" y="104"/>
                      <a:pt x="232" y="157"/>
                      <a:pt x="218" y="196"/>
                    </a:cubicBezTo>
                    <a:cubicBezTo>
                      <a:pt x="205" y="233"/>
                      <a:pt x="172" y="269"/>
                      <a:pt x="150" y="302"/>
                    </a:cubicBezTo>
                    <a:cubicBezTo>
                      <a:pt x="122" y="345"/>
                      <a:pt x="106" y="388"/>
                      <a:pt x="96" y="439"/>
                    </a:cubicBezTo>
                    <a:cubicBezTo>
                      <a:pt x="93" y="455"/>
                      <a:pt x="96" y="480"/>
                      <a:pt x="84" y="492"/>
                    </a:cubicBezTo>
                    <a:cubicBezTo>
                      <a:pt x="67" y="477"/>
                      <a:pt x="66" y="434"/>
                      <a:pt x="64" y="412"/>
                    </a:cubicBezTo>
                    <a:cubicBezTo>
                      <a:pt x="62" y="387"/>
                      <a:pt x="57" y="351"/>
                      <a:pt x="58" y="330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5" name="Freeform 339">
                <a:extLst>
                  <a:ext uri="{FF2B5EF4-FFF2-40B4-BE49-F238E27FC236}">
                    <a16:creationId xmlns:a16="http://schemas.microsoft.com/office/drawing/2014/main" id="{F8CA0F4D-9F58-451F-9B4A-A53E17428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10"/>
                <a:ext cx="405" cy="545"/>
              </a:xfrm>
              <a:custGeom>
                <a:avLst/>
                <a:gdLst>
                  <a:gd name="T0" fmla="*/ 878 w 275"/>
                  <a:gd name="T1" fmla="*/ 175 h 370"/>
                  <a:gd name="T2" fmla="*/ 711 w 275"/>
                  <a:gd name="T3" fmla="*/ 421 h 370"/>
                  <a:gd name="T4" fmla="*/ 270 w 275"/>
                  <a:gd name="T5" fmla="*/ 972 h 370"/>
                  <a:gd name="T6" fmla="*/ 118 w 275"/>
                  <a:gd name="T7" fmla="*/ 1164 h 370"/>
                  <a:gd name="T8" fmla="*/ 1 w 275"/>
                  <a:gd name="T9" fmla="*/ 1052 h 370"/>
                  <a:gd name="T10" fmla="*/ 68 w 275"/>
                  <a:gd name="T11" fmla="*/ 932 h 370"/>
                  <a:gd name="T12" fmla="*/ 156 w 275"/>
                  <a:gd name="T13" fmla="*/ 742 h 370"/>
                  <a:gd name="T14" fmla="*/ 289 w 275"/>
                  <a:gd name="T15" fmla="*/ 409 h 370"/>
                  <a:gd name="T16" fmla="*/ 221 w 275"/>
                  <a:gd name="T17" fmla="*/ 0 h 3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5" h="370">
                    <a:moveTo>
                      <a:pt x="275" y="55"/>
                    </a:moveTo>
                    <a:cubicBezTo>
                      <a:pt x="257" y="81"/>
                      <a:pt x="240" y="107"/>
                      <a:pt x="223" y="132"/>
                    </a:cubicBezTo>
                    <a:cubicBezTo>
                      <a:pt x="181" y="194"/>
                      <a:pt x="129" y="246"/>
                      <a:pt x="84" y="304"/>
                    </a:cubicBezTo>
                    <a:cubicBezTo>
                      <a:pt x="71" y="321"/>
                      <a:pt x="59" y="357"/>
                      <a:pt x="37" y="364"/>
                    </a:cubicBezTo>
                    <a:cubicBezTo>
                      <a:pt x="17" y="370"/>
                      <a:pt x="0" y="348"/>
                      <a:pt x="1" y="329"/>
                    </a:cubicBezTo>
                    <a:cubicBezTo>
                      <a:pt x="2" y="314"/>
                      <a:pt x="14" y="305"/>
                      <a:pt x="21" y="292"/>
                    </a:cubicBezTo>
                    <a:cubicBezTo>
                      <a:pt x="32" y="274"/>
                      <a:pt x="41" y="252"/>
                      <a:pt x="49" y="232"/>
                    </a:cubicBezTo>
                    <a:cubicBezTo>
                      <a:pt x="63" y="199"/>
                      <a:pt x="81" y="163"/>
                      <a:pt x="90" y="128"/>
                    </a:cubicBezTo>
                    <a:cubicBezTo>
                      <a:pt x="100" y="86"/>
                      <a:pt x="87" y="36"/>
                      <a:pt x="69" y="0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6" name="Freeform 340">
                <a:extLst>
                  <a:ext uri="{FF2B5EF4-FFF2-40B4-BE49-F238E27FC236}">
                    <a16:creationId xmlns:a16="http://schemas.microsoft.com/office/drawing/2014/main" id="{BFB46CDB-26DE-4D3C-8463-742AD97C1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01"/>
                <a:ext cx="251" cy="272"/>
              </a:xfrm>
              <a:custGeom>
                <a:avLst/>
                <a:gdLst>
                  <a:gd name="T0" fmla="*/ 129 w 171"/>
                  <a:gd name="T1" fmla="*/ 262 h 185"/>
                  <a:gd name="T2" fmla="*/ 19 w 171"/>
                  <a:gd name="T3" fmla="*/ 0 h 185"/>
                  <a:gd name="T4" fmla="*/ 142 w 171"/>
                  <a:gd name="T5" fmla="*/ 128 h 185"/>
                  <a:gd name="T6" fmla="*/ 269 w 171"/>
                  <a:gd name="T7" fmla="*/ 248 h 185"/>
                  <a:gd name="T8" fmla="*/ 540 w 171"/>
                  <a:gd name="T9" fmla="*/ 235 h 185"/>
                  <a:gd name="T10" fmla="*/ 520 w 171"/>
                  <a:gd name="T11" fmla="*/ 588 h 1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" h="185">
                    <a:moveTo>
                      <a:pt x="41" y="82"/>
                    </a:moveTo>
                    <a:cubicBezTo>
                      <a:pt x="36" y="51"/>
                      <a:pt x="0" y="35"/>
                      <a:pt x="6" y="0"/>
                    </a:cubicBezTo>
                    <a:cubicBezTo>
                      <a:pt x="21" y="6"/>
                      <a:pt x="32" y="28"/>
                      <a:pt x="45" y="40"/>
                    </a:cubicBezTo>
                    <a:cubicBezTo>
                      <a:pt x="58" y="53"/>
                      <a:pt x="71" y="66"/>
                      <a:pt x="85" y="78"/>
                    </a:cubicBezTo>
                    <a:cubicBezTo>
                      <a:pt x="119" y="105"/>
                      <a:pt x="150" y="119"/>
                      <a:pt x="171" y="74"/>
                    </a:cubicBezTo>
                    <a:cubicBezTo>
                      <a:pt x="164" y="185"/>
                      <a:pt x="164" y="185"/>
                      <a:pt x="164" y="185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Freeform 341">
                <a:extLst>
                  <a:ext uri="{FF2B5EF4-FFF2-40B4-BE49-F238E27FC236}">
                    <a16:creationId xmlns:a16="http://schemas.microsoft.com/office/drawing/2014/main" id="{1F36A59A-D6B0-42BB-B978-6E90BA09D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322"/>
                <a:ext cx="559" cy="832"/>
              </a:xfrm>
              <a:custGeom>
                <a:avLst/>
                <a:gdLst>
                  <a:gd name="T0" fmla="*/ 225 w 380"/>
                  <a:gd name="T1" fmla="*/ 479 h 565"/>
                  <a:gd name="T2" fmla="*/ 178 w 380"/>
                  <a:gd name="T3" fmla="*/ 318 h 565"/>
                  <a:gd name="T4" fmla="*/ 382 w 380"/>
                  <a:gd name="T5" fmla="*/ 474 h 565"/>
                  <a:gd name="T6" fmla="*/ 596 w 380"/>
                  <a:gd name="T7" fmla="*/ 588 h 565"/>
                  <a:gd name="T8" fmla="*/ 865 w 380"/>
                  <a:gd name="T9" fmla="*/ 317 h 565"/>
                  <a:gd name="T10" fmla="*/ 1181 w 380"/>
                  <a:gd name="T11" fmla="*/ 0 h 565"/>
                  <a:gd name="T12" fmla="*/ 1130 w 380"/>
                  <a:gd name="T13" fmla="*/ 230 h 565"/>
                  <a:gd name="T14" fmla="*/ 1012 w 380"/>
                  <a:gd name="T15" fmla="*/ 451 h 565"/>
                  <a:gd name="T16" fmla="*/ 805 w 380"/>
                  <a:gd name="T17" fmla="*/ 804 h 565"/>
                  <a:gd name="T18" fmla="*/ 418 w 380"/>
                  <a:gd name="T19" fmla="*/ 1244 h 565"/>
                  <a:gd name="T20" fmla="*/ 271 w 380"/>
                  <a:gd name="T21" fmla="*/ 1418 h 565"/>
                  <a:gd name="T22" fmla="*/ 162 w 380"/>
                  <a:gd name="T23" fmla="*/ 1642 h 565"/>
                  <a:gd name="T24" fmla="*/ 60 w 380"/>
                  <a:gd name="T25" fmla="*/ 1802 h 565"/>
                  <a:gd name="T26" fmla="*/ 1 w 380"/>
                  <a:gd name="T27" fmla="*/ 1621 h 565"/>
                  <a:gd name="T28" fmla="*/ 215 w 380"/>
                  <a:gd name="T29" fmla="*/ 1153 h 565"/>
                  <a:gd name="T30" fmla="*/ 346 w 380"/>
                  <a:gd name="T31" fmla="*/ 791 h 565"/>
                  <a:gd name="T32" fmla="*/ 221 w 380"/>
                  <a:gd name="T33" fmla="*/ 492 h 5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0" h="565">
                    <a:moveTo>
                      <a:pt x="71" y="150"/>
                    </a:moveTo>
                    <a:cubicBezTo>
                      <a:pt x="61" y="132"/>
                      <a:pt x="54" y="121"/>
                      <a:pt x="56" y="100"/>
                    </a:cubicBezTo>
                    <a:cubicBezTo>
                      <a:pt x="79" y="96"/>
                      <a:pt x="103" y="137"/>
                      <a:pt x="120" y="149"/>
                    </a:cubicBezTo>
                    <a:cubicBezTo>
                      <a:pt x="136" y="162"/>
                      <a:pt x="166" y="184"/>
                      <a:pt x="187" y="184"/>
                    </a:cubicBezTo>
                    <a:cubicBezTo>
                      <a:pt x="218" y="183"/>
                      <a:pt x="255" y="122"/>
                      <a:pt x="272" y="99"/>
                    </a:cubicBezTo>
                    <a:cubicBezTo>
                      <a:pt x="297" y="66"/>
                      <a:pt x="327" y="12"/>
                      <a:pt x="371" y="0"/>
                    </a:cubicBezTo>
                    <a:cubicBezTo>
                      <a:pt x="380" y="21"/>
                      <a:pt x="364" y="52"/>
                      <a:pt x="355" y="72"/>
                    </a:cubicBezTo>
                    <a:cubicBezTo>
                      <a:pt x="345" y="97"/>
                      <a:pt x="330" y="118"/>
                      <a:pt x="318" y="141"/>
                    </a:cubicBezTo>
                    <a:cubicBezTo>
                      <a:pt x="298" y="180"/>
                      <a:pt x="281" y="219"/>
                      <a:pt x="253" y="252"/>
                    </a:cubicBezTo>
                    <a:cubicBezTo>
                      <a:pt x="214" y="299"/>
                      <a:pt x="171" y="343"/>
                      <a:pt x="131" y="390"/>
                    </a:cubicBezTo>
                    <a:cubicBezTo>
                      <a:pt x="116" y="409"/>
                      <a:pt x="99" y="424"/>
                      <a:pt x="85" y="444"/>
                    </a:cubicBezTo>
                    <a:cubicBezTo>
                      <a:pt x="71" y="465"/>
                      <a:pt x="62" y="492"/>
                      <a:pt x="51" y="514"/>
                    </a:cubicBezTo>
                    <a:cubicBezTo>
                      <a:pt x="47" y="524"/>
                      <a:pt x="33" y="565"/>
                      <a:pt x="19" y="564"/>
                    </a:cubicBezTo>
                    <a:cubicBezTo>
                      <a:pt x="2" y="562"/>
                      <a:pt x="0" y="520"/>
                      <a:pt x="1" y="508"/>
                    </a:cubicBezTo>
                    <a:cubicBezTo>
                      <a:pt x="7" y="451"/>
                      <a:pt x="38" y="410"/>
                      <a:pt x="67" y="361"/>
                    </a:cubicBezTo>
                    <a:cubicBezTo>
                      <a:pt x="90" y="324"/>
                      <a:pt x="114" y="294"/>
                      <a:pt x="109" y="248"/>
                    </a:cubicBezTo>
                    <a:cubicBezTo>
                      <a:pt x="106" y="221"/>
                      <a:pt x="89" y="173"/>
                      <a:pt x="69" y="154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8" name="Freeform 342">
                <a:extLst>
                  <a:ext uri="{FF2B5EF4-FFF2-40B4-BE49-F238E27FC236}">
                    <a16:creationId xmlns:a16="http://schemas.microsoft.com/office/drawing/2014/main" id="{0FDD8C50-D07A-4178-9DE5-3981673A6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884"/>
                <a:ext cx="360" cy="740"/>
              </a:xfrm>
              <a:custGeom>
                <a:avLst/>
                <a:gdLst>
                  <a:gd name="T0" fmla="*/ 210 w 245"/>
                  <a:gd name="T1" fmla="*/ 52 h 502"/>
                  <a:gd name="T2" fmla="*/ 406 w 245"/>
                  <a:gd name="T3" fmla="*/ 228 h 502"/>
                  <a:gd name="T4" fmla="*/ 602 w 245"/>
                  <a:gd name="T5" fmla="*/ 221 h 502"/>
                  <a:gd name="T6" fmla="*/ 763 w 245"/>
                  <a:gd name="T7" fmla="*/ 184 h 502"/>
                  <a:gd name="T8" fmla="*/ 742 w 245"/>
                  <a:gd name="T9" fmla="*/ 345 h 502"/>
                  <a:gd name="T10" fmla="*/ 654 w 245"/>
                  <a:gd name="T11" fmla="*/ 1403 h 502"/>
                  <a:gd name="T12" fmla="*/ 635 w 245"/>
                  <a:gd name="T13" fmla="*/ 1573 h 502"/>
                  <a:gd name="T14" fmla="*/ 473 w 245"/>
                  <a:gd name="T15" fmla="*/ 1582 h 502"/>
                  <a:gd name="T16" fmla="*/ 356 w 245"/>
                  <a:gd name="T17" fmla="*/ 1568 h 502"/>
                  <a:gd name="T18" fmla="*/ 279 w 245"/>
                  <a:gd name="T19" fmla="*/ 1595 h 502"/>
                  <a:gd name="T20" fmla="*/ 217 w 245"/>
                  <a:gd name="T21" fmla="*/ 1411 h 502"/>
                  <a:gd name="T22" fmla="*/ 190 w 245"/>
                  <a:gd name="T23" fmla="*/ 775 h 502"/>
                  <a:gd name="T24" fmla="*/ 170 w 245"/>
                  <a:gd name="T25" fmla="*/ 486 h 502"/>
                  <a:gd name="T26" fmla="*/ 82 w 245"/>
                  <a:gd name="T27" fmla="*/ 302 h 502"/>
                  <a:gd name="T28" fmla="*/ 6 w 245"/>
                  <a:gd name="T29" fmla="*/ 0 h 50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5" h="502">
                    <a:moveTo>
                      <a:pt x="66" y="16"/>
                    </a:moveTo>
                    <a:cubicBezTo>
                      <a:pt x="86" y="35"/>
                      <a:pt x="101" y="63"/>
                      <a:pt x="128" y="71"/>
                    </a:cubicBezTo>
                    <a:cubicBezTo>
                      <a:pt x="146" y="77"/>
                      <a:pt x="173" y="76"/>
                      <a:pt x="190" y="69"/>
                    </a:cubicBezTo>
                    <a:cubicBezTo>
                      <a:pt x="209" y="62"/>
                      <a:pt x="231" y="32"/>
                      <a:pt x="240" y="58"/>
                    </a:cubicBezTo>
                    <a:cubicBezTo>
                      <a:pt x="245" y="72"/>
                      <a:pt x="237" y="95"/>
                      <a:pt x="234" y="108"/>
                    </a:cubicBezTo>
                    <a:cubicBezTo>
                      <a:pt x="212" y="215"/>
                      <a:pt x="187" y="329"/>
                      <a:pt x="206" y="438"/>
                    </a:cubicBezTo>
                    <a:cubicBezTo>
                      <a:pt x="210" y="458"/>
                      <a:pt x="217" y="479"/>
                      <a:pt x="200" y="491"/>
                    </a:cubicBezTo>
                    <a:cubicBezTo>
                      <a:pt x="185" y="502"/>
                      <a:pt x="165" y="497"/>
                      <a:pt x="149" y="494"/>
                    </a:cubicBezTo>
                    <a:cubicBezTo>
                      <a:pt x="136" y="492"/>
                      <a:pt x="125" y="488"/>
                      <a:pt x="112" y="490"/>
                    </a:cubicBezTo>
                    <a:cubicBezTo>
                      <a:pt x="104" y="491"/>
                      <a:pt x="96" y="499"/>
                      <a:pt x="88" y="498"/>
                    </a:cubicBezTo>
                    <a:cubicBezTo>
                      <a:pt x="65" y="497"/>
                      <a:pt x="71" y="459"/>
                      <a:pt x="69" y="440"/>
                    </a:cubicBezTo>
                    <a:cubicBezTo>
                      <a:pt x="63" y="375"/>
                      <a:pt x="63" y="308"/>
                      <a:pt x="60" y="242"/>
                    </a:cubicBezTo>
                    <a:cubicBezTo>
                      <a:pt x="59" y="211"/>
                      <a:pt x="61" y="182"/>
                      <a:pt x="54" y="152"/>
                    </a:cubicBezTo>
                    <a:cubicBezTo>
                      <a:pt x="49" y="129"/>
                      <a:pt x="37" y="115"/>
                      <a:pt x="26" y="94"/>
                    </a:cubicBezTo>
                    <a:cubicBezTo>
                      <a:pt x="12" y="66"/>
                      <a:pt x="0" y="33"/>
                      <a:pt x="2" y="0"/>
                    </a:cubicBezTo>
                  </a:path>
                </a:pathLst>
              </a:custGeom>
              <a:solidFill>
                <a:srgbClr val="ED8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9" name="Freeform 343">
                <a:extLst>
                  <a:ext uri="{FF2B5EF4-FFF2-40B4-BE49-F238E27FC236}">
                    <a16:creationId xmlns:a16="http://schemas.microsoft.com/office/drawing/2014/main" id="{40E54181-91E4-45C8-8B04-6BCE5313E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629"/>
                <a:ext cx="278" cy="317"/>
              </a:xfrm>
              <a:custGeom>
                <a:avLst/>
                <a:gdLst>
                  <a:gd name="T0" fmla="*/ 0 w 189"/>
                  <a:gd name="T1" fmla="*/ 59 h 215"/>
                  <a:gd name="T2" fmla="*/ 106 w 189"/>
                  <a:gd name="T3" fmla="*/ 83 h 215"/>
                  <a:gd name="T4" fmla="*/ 153 w 189"/>
                  <a:gd name="T5" fmla="*/ 0 h 215"/>
                  <a:gd name="T6" fmla="*/ 290 w 189"/>
                  <a:gd name="T7" fmla="*/ 174 h 215"/>
                  <a:gd name="T8" fmla="*/ 377 w 189"/>
                  <a:gd name="T9" fmla="*/ 237 h 215"/>
                  <a:gd name="T10" fmla="*/ 465 w 189"/>
                  <a:gd name="T11" fmla="*/ 202 h 215"/>
                  <a:gd name="T12" fmla="*/ 546 w 189"/>
                  <a:gd name="T13" fmla="*/ 411 h 215"/>
                  <a:gd name="T14" fmla="*/ 588 w 189"/>
                  <a:gd name="T15" fmla="*/ 600 h 215"/>
                  <a:gd name="T16" fmla="*/ 474 w 189"/>
                  <a:gd name="T17" fmla="*/ 553 h 215"/>
                  <a:gd name="T18" fmla="*/ 309 w 189"/>
                  <a:gd name="T19" fmla="*/ 680 h 215"/>
                  <a:gd name="T20" fmla="*/ 372 w 189"/>
                  <a:gd name="T21" fmla="*/ 448 h 215"/>
                  <a:gd name="T22" fmla="*/ 312 w 189"/>
                  <a:gd name="T23" fmla="*/ 276 h 215"/>
                  <a:gd name="T24" fmla="*/ 6 w 189"/>
                  <a:gd name="T25" fmla="*/ 87 h 2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9" h="215">
                    <a:moveTo>
                      <a:pt x="0" y="18"/>
                    </a:moveTo>
                    <a:cubicBezTo>
                      <a:pt x="8" y="26"/>
                      <a:pt x="22" y="32"/>
                      <a:pt x="33" y="26"/>
                    </a:cubicBezTo>
                    <a:cubicBezTo>
                      <a:pt x="44" y="19"/>
                      <a:pt x="39" y="7"/>
                      <a:pt x="48" y="0"/>
                    </a:cubicBezTo>
                    <a:cubicBezTo>
                      <a:pt x="65" y="4"/>
                      <a:pt x="80" y="41"/>
                      <a:pt x="91" y="54"/>
                    </a:cubicBezTo>
                    <a:cubicBezTo>
                      <a:pt x="97" y="61"/>
                      <a:pt x="107" y="75"/>
                      <a:pt x="118" y="74"/>
                    </a:cubicBezTo>
                    <a:cubicBezTo>
                      <a:pt x="129" y="74"/>
                      <a:pt x="132" y="60"/>
                      <a:pt x="146" y="63"/>
                    </a:cubicBezTo>
                    <a:cubicBezTo>
                      <a:pt x="163" y="68"/>
                      <a:pt x="167" y="112"/>
                      <a:pt x="171" y="128"/>
                    </a:cubicBezTo>
                    <a:cubicBezTo>
                      <a:pt x="175" y="143"/>
                      <a:pt x="189" y="172"/>
                      <a:pt x="185" y="187"/>
                    </a:cubicBezTo>
                    <a:cubicBezTo>
                      <a:pt x="168" y="181"/>
                      <a:pt x="168" y="163"/>
                      <a:pt x="149" y="172"/>
                    </a:cubicBezTo>
                    <a:cubicBezTo>
                      <a:pt x="132" y="180"/>
                      <a:pt x="116" y="215"/>
                      <a:pt x="97" y="212"/>
                    </a:cubicBezTo>
                    <a:cubicBezTo>
                      <a:pt x="94" y="193"/>
                      <a:pt x="114" y="161"/>
                      <a:pt x="117" y="140"/>
                    </a:cubicBezTo>
                    <a:cubicBezTo>
                      <a:pt x="119" y="120"/>
                      <a:pt x="113" y="100"/>
                      <a:pt x="98" y="86"/>
                    </a:cubicBezTo>
                    <a:cubicBezTo>
                      <a:pt x="74" y="63"/>
                      <a:pt x="32" y="41"/>
                      <a:pt x="2" y="27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0" name="Freeform 344">
                <a:extLst>
                  <a:ext uri="{FF2B5EF4-FFF2-40B4-BE49-F238E27FC236}">
                    <a16:creationId xmlns:a16="http://schemas.microsoft.com/office/drawing/2014/main" id="{C720EB80-0B92-469C-AA9E-1B7719610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559"/>
                <a:ext cx="124" cy="330"/>
              </a:xfrm>
              <a:custGeom>
                <a:avLst/>
                <a:gdLst>
                  <a:gd name="T0" fmla="*/ 59 w 84"/>
                  <a:gd name="T1" fmla="*/ 0 h 224"/>
                  <a:gd name="T2" fmla="*/ 155 w 84"/>
                  <a:gd name="T3" fmla="*/ 270 h 224"/>
                  <a:gd name="T4" fmla="*/ 202 w 84"/>
                  <a:gd name="T5" fmla="*/ 352 h 224"/>
                  <a:gd name="T6" fmla="*/ 269 w 84"/>
                  <a:gd name="T7" fmla="*/ 343 h 224"/>
                  <a:gd name="T8" fmla="*/ 205 w 84"/>
                  <a:gd name="T9" fmla="*/ 488 h 224"/>
                  <a:gd name="T10" fmla="*/ 183 w 84"/>
                  <a:gd name="T11" fmla="*/ 586 h 224"/>
                  <a:gd name="T12" fmla="*/ 161 w 84"/>
                  <a:gd name="T13" fmla="*/ 716 h 224"/>
                  <a:gd name="T14" fmla="*/ 109 w 84"/>
                  <a:gd name="T15" fmla="*/ 532 h 224"/>
                  <a:gd name="T16" fmla="*/ 74 w 84"/>
                  <a:gd name="T17" fmla="*/ 352 h 224"/>
                  <a:gd name="T18" fmla="*/ 32 w 84"/>
                  <a:gd name="T19" fmla="*/ 175 h 224"/>
                  <a:gd name="T20" fmla="*/ 35 w 84"/>
                  <a:gd name="T21" fmla="*/ 19 h 2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224">
                    <a:moveTo>
                      <a:pt x="18" y="0"/>
                    </a:moveTo>
                    <a:cubicBezTo>
                      <a:pt x="29" y="27"/>
                      <a:pt x="38" y="56"/>
                      <a:pt x="48" y="84"/>
                    </a:cubicBezTo>
                    <a:cubicBezTo>
                      <a:pt x="51" y="93"/>
                      <a:pt x="53" y="105"/>
                      <a:pt x="63" y="110"/>
                    </a:cubicBezTo>
                    <a:cubicBezTo>
                      <a:pt x="72" y="115"/>
                      <a:pt x="75" y="109"/>
                      <a:pt x="83" y="107"/>
                    </a:cubicBezTo>
                    <a:cubicBezTo>
                      <a:pt x="84" y="124"/>
                      <a:pt x="70" y="137"/>
                      <a:pt x="64" y="153"/>
                    </a:cubicBezTo>
                    <a:cubicBezTo>
                      <a:pt x="60" y="163"/>
                      <a:pt x="58" y="172"/>
                      <a:pt x="57" y="183"/>
                    </a:cubicBezTo>
                    <a:cubicBezTo>
                      <a:pt x="56" y="194"/>
                      <a:pt x="58" y="216"/>
                      <a:pt x="50" y="224"/>
                    </a:cubicBezTo>
                    <a:cubicBezTo>
                      <a:pt x="38" y="213"/>
                      <a:pt x="37" y="182"/>
                      <a:pt x="34" y="166"/>
                    </a:cubicBezTo>
                    <a:cubicBezTo>
                      <a:pt x="29" y="148"/>
                      <a:pt x="27" y="129"/>
                      <a:pt x="23" y="110"/>
                    </a:cubicBezTo>
                    <a:cubicBezTo>
                      <a:pt x="20" y="91"/>
                      <a:pt x="14" y="73"/>
                      <a:pt x="10" y="55"/>
                    </a:cubicBezTo>
                    <a:cubicBezTo>
                      <a:pt x="7" y="42"/>
                      <a:pt x="0" y="16"/>
                      <a:pt x="11" y="6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Freeform 345">
                <a:extLst>
                  <a:ext uri="{FF2B5EF4-FFF2-40B4-BE49-F238E27FC236}">
                    <a16:creationId xmlns:a16="http://schemas.microsoft.com/office/drawing/2014/main" id="{DE845FFA-C55E-4ECA-8A51-DC4387718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073"/>
                <a:ext cx="221" cy="403"/>
              </a:xfrm>
              <a:custGeom>
                <a:avLst/>
                <a:gdLst>
                  <a:gd name="T0" fmla="*/ 41 w 150"/>
                  <a:gd name="T1" fmla="*/ 0 h 274"/>
                  <a:gd name="T2" fmla="*/ 128 w 150"/>
                  <a:gd name="T3" fmla="*/ 162 h 274"/>
                  <a:gd name="T4" fmla="*/ 217 w 150"/>
                  <a:gd name="T5" fmla="*/ 229 h 274"/>
                  <a:gd name="T6" fmla="*/ 357 w 150"/>
                  <a:gd name="T7" fmla="*/ 207 h 274"/>
                  <a:gd name="T8" fmla="*/ 480 w 150"/>
                  <a:gd name="T9" fmla="*/ 171 h 274"/>
                  <a:gd name="T10" fmla="*/ 358 w 150"/>
                  <a:gd name="T11" fmla="*/ 297 h 274"/>
                  <a:gd name="T12" fmla="*/ 312 w 150"/>
                  <a:gd name="T13" fmla="*/ 474 h 274"/>
                  <a:gd name="T14" fmla="*/ 413 w 150"/>
                  <a:gd name="T15" fmla="*/ 702 h 274"/>
                  <a:gd name="T16" fmla="*/ 386 w 150"/>
                  <a:gd name="T17" fmla="*/ 805 h 274"/>
                  <a:gd name="T18" fmla="*/ 134 w 150"/>
                  <a:gd name="T19" fmla="*/ 394 h 274"/>
                  <a:gd name="T20" fmla="*/ 9 w 150"/>
                  <a:gd name="T21" fmla="*/ 32 h 274"/>
                  <a:gd name="T22" fmla="*/ 32 w 150"/>
                  <a:gd name="T23" fmla="*/ 38 h 2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0" h="274">
                    <a:moveTo>
                      <a:pt x="13" y="0"/>
                    </a:moveTo>
                    <a:cubicBezTo>
                      <a:pt x="17" y="15"/>
                      <a:pt x="30" y="38"/>
                      <a:pt x="40" y="51"/>
                    </a:cubicBezTo>
                    <a:cubicBezTo>
                      <a:pt x="46" y="60"/>
                      <a:pt x="56" y="70"/>
                      <a:pt x="68" y="72"/>
                    </a:cubicBezTo>
                    <a:cubicBezTo>
                      <a:pt x="82" y="76"/>
                      <a:pt x="97" y="69"/>
                      <a:pt x="111" y="65"/>
                    </a:cubicBezTo>
                    <a:cubicBezTo>
                      <a:pt x="123" y="61"/>
                      <a:pt x="137" y="52"/>
                      <a:pt x="150" y="54"/>
                    </a:cubicBezTo>
                    <a:cubicBezTo>
                      <a:pt x="147" y="70"/>
                      <a:pt x="124" y="83"/>
                      <a:pt x="112" y="93"/>
                    </a:cubicBezTo>
                    <a:cubicBezTo>
                      <a:pt x="96" y="109"/>
                      <a:pt x="93" y="128"/>
                      <a:pt x="98" y="149"/>
                    </a:cubicBezTo>
                    <a:cubicBezTo>
                      <a:pt x="103" y="174"/>
                      <a:pt x="118" y="197"/>
                      <a:pt x="129" y="220"/>
                    </a:cubicBezTo>
                    <a:cubicBezTo>
                      <a:pt x="135" y="231"/>
                      <a:pt x="148" y="274"/>
                      <a:pt x="121" y="253"/>
                    </a:cubicBezTo>
                    <a:cubicBezTo>
                      <a:pt x="80" y="219"/>
                      <a:pt x="65" y="169"/>
                      <a:pt x="42" y="124"/>
                    </a:cubicBezTo>
                    <a:cubicBezTo>
                      <a:pt x="24" y="91"/>
                      <a:pt x="0" y="48"/>
                      <a:pt x="3" y="10"/>
                    </a:cubicBezTo>
                    <a:cubicBezTo>
                      <a:pt x="6" y="10"/>
                      <a:pt x="8" y="10"/>
                      <a:pt x="10" y="12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2" name="Freeform 346">
                <a:extLst>
                  <a:ext uri="{FF2B5EF4-FFF2-40B4-BE49-F238E27FC236}">
                    <a16:creationId xmlns:a16="http://schemas.microsoft.com/office/drawing/2014/main" id="{888AA76A-848A-4176-B195-71F8F5A17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468"/>
                <a:ext cx="206" cy="319"/>
              </a:xfrm>
              <a:custGeom>
                <a:avLst/>
                <a:gdLst>
                  <a:gd name="T0" fmla="*/ 383 w 140"/>
                  <a:gd name="T1" fmla="*/ 0 h 217"/>
                  <a:gd name="T2" fmla="*/ 162 w 140"/>
                  <a:gd name="T3" fmla="*/ 109 h 217"/>
                  <a:gd name="T4" fmla="*/ 47 w 140"/>
                  <a:gd name="T5" fmla="*/ 82 h 217"/>
                  <a:gd name="T6" fmla="*/ 74 w 140"/>
                  <a:gd name="T7" fmla="*/ 244 h 217"/>
                  <a:gd name="T8" fmla="*/ 244 w 140"/>
                  <a:gd name="T9" fmla="*/ 519 h 217"/>
                  <a:gd name="T10" fmla="*/ 444 w 140"/>
                  <a:gd name="T11" fmla="*/ 689 h 217"/>
                  <a:gd name="T12" fmla="*/ 372 w 140"/>
                  <a:gd name="T13" fmla="*/ 506 h 217"/>
                  <a:gd name="T14" fmla="*/ 285 w 140"/>
                  <a:gd name="T15" fmla="*/ 272 h 217"/>
                  <a:gd name="T16" fmla="*/ 331 w 140"/>
                  <a:gd name="T17" fmla="*/ 101 h 217"/>
                  <a:gd name="T18" fmla="*/ 363 w 140"/>
                  <a:gd name="T19" fmla="*/ 0 h 2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217">
                    <a:moveTo>
                      <a:pt x="120" y="0"/>
                    </a:moveTo>
                    <a:cubicBezTo>
                      <a:pt x="105" y="20"/>
                      <a:pt x="77" y="46"/>
                      <a:pt x="51" y="34"/>
                    </a:cubicBezTo>
                    <a:cubicBezTo>
                      <a:pt x="41" y="29"/>
                      <a:pt x="26" y="16"/>
                      <a:pt x="15" y="26"/>
                    </a:cubicBezTo>
                    <a:cubicBezTo>
                      <a:pt x="0" y="39"/>
                      <a:pt x="16" y="65"/>
                      <a:pt x="23" y="77"/>
                    </a:cubicBezTo>
                    <a:cubicBezTo>
                      <a:pt x="40" y="106"/>
                      <a:pt x="59" y="135"/>
                      <a:pt x="77" y="163"/>
                    </a:cubicBezTo>
                    <a:cubicBezTo>
                      <a:pt x="90" y="184"/>
                      <a:pt x="114" y="212"/>
                      <a:pt x="139" y="217"/>
                    </a:cubicBezTo>
                    <a:cubicBezTo>
                      <a:pt x="140" y="195"/>
                      <a:pt x="127" y="177"/>
                      <a:pt x="117" y="159"/>
                    </a:cubicBezTo>
                    <a:cubicBezTo>
                      <a:pt x="104" y="135"/>
                      <a:pt x="92" y="114"/>
                      <a:pt x="90" y="86"/>
                    </a:cubicBezTo>
                    <a:cubicBezTo>
                      <a:pt x="88" y="67"/>
                      <a:pt x="97" y="50"/>
                      <a:pt x="104" y="32"/>
                    </a:cubicBezTo>
                    <a:cubicBezTo>
                      <a:pt x="106" y="25"/>
                      <a:pt x="119" y="3"/>
                      <a:pt x="114" y="0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3" name="Freeform 347">
                <a:extLst>
                  <a:ext uri="{FF2B5EF4-FFF2-40B4-BE49-F238E27FC236}">
                    <a16:creationId xmlns:a16="http://schemas.microsoft.com/office/drawing/2014/main" id="{699B4A45-2963-42C1-B7AC-ABACDD1EA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443"/>
                <a:ext cx="361" cy="427"/>
              </a:xfrm>
              <a:custGeom>
                <a:avLst/>
                <a:gdLst>
                  <a:gd name="T0" fmla="*/ 40 w 245"/>
                  <a:gd name="T1" fmla="*/ 249 h 290"/>
                  <a:gd name="T2" fmla="*/ 169 w 245"/>
                  <a:gd name="T3" fmla="*/ 540 h 290"/>
                  <a:gd name="T4" fmla="*/ 130 w 245"/>
                  <a:gd name="T5" fmla="*/ 717 h 290"/>
                  <a:gd name="T6" fmla="*/ 60 w 245"/>
                  <a:gd name="T7" fmla="*/ 913 h 290"/>
                  <a:gd name="T8" fmla="*/ 169 w 245"/>
                  <a:gd name="T9" fmla="*/ 832 h 290"/>
                  <a:gd name="T10" fmla="*/ 311 w 245"/>
                  <a:gd name="T11" fmla="*/ 664 h 290"/>
                  <a:gd name="T12" fmla="*/ 532 w 245"/>
                  <a:gd name="T13" fmla="*/ 408 h 290"/>
                  <a:gd name="T14" fmla="*/ 715 w 245"/>
                  <a:gd name="T15" fmla="*/ 124 h 290"/>
                  <a:gd name="T16" fmla="*/ 756 w 245"/>
                  <a:gd name="T17" fmla="*/ 13 h 290"/>
                  <a:gd name="T18" fmla="*/ 650 w 245"/>
                  <a:gd name="T19" fmla="*/ 96 h 290"/>
                  <a:gd name="T20" fmla="*/ 439 w 245"/>
                  <a:gd name="T21" fmla="*/ 343 h 290"/>
                  <a:gd name="T22" fmla="*/ 28 w 245"/>
                  <a:gd name="T23" fmla="*/ 228 h 2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5" h="290">
                    <a:moveTo>
                      <a:pt x="12" y="78"/>
                    </a:moveTo>
                    <a:cubicBezTo>
                      <a:pt x="25" y="104"/>
                      <a:pt x="51" y="135"/>
                      <a:pt x="53" y="169"/>
                    </a:cubicBezTo>
                    <a:cubicBezTo>
                      <a:pt x="54" y="188"/>
                      <a:pt x="51" y="209"/>
                      <a:pt x="41" y="225"/>
                    </a:cubicBezTo>
                    <a:cubicBezTo>
                      <a:pt x="36" y="235"/>
                      <a:pt x="0" y="278"/>
                      <a:pt x="19" y="286"/>
                    </a:cubicBezTo>
                    <a:cubicBezTo>
                      <a:pt x="30" y="290"/>
                      <a:pt x="48" y="267"/>
                      <a:pt x="53" y="261"/>
                    </a:cubicBezTo>
                    <a:cubicBezTo>
                      <a:pt x="68" y="244"/>
                      <a:pt x="81" y="225"/>
                      <a:pt x="97" y="208"/>
                    </a:cubicBezTo>
                    <a:cubicBezTo>
                      <a:pt x="121" y="181"/>
                      <a:pt x="144" y="156"/>
                      <a:pt x="166" y="128"/>
                    </a:cubicBezTo>
                    <a:cubicBezTo>
                      <a:pt x="188" y="101"/>
                      <a:pt x="204" y="68"/>
                      <a:pt x="223" y="39"/>
                    </a:cubicBezTo>
                    <a:cubicBezTo>
                      <a:pt x="226" y="34"/>
                      <a:pt x="245" y="9"/>
                      <a:pt x="236" y="4"/>
                    </a:cubicBezTo>
                    <a:cubicBezTo>
                      <a:pt x="228" y="0"/>
                      <a:pt x="207" y="25"/>
                      <a:pt x="203" y="30"/>
                    </a:cubicBezTo>
                    <a:cubicBezTo>
                      <a:pt x="181" y="56"/>
                      <a:pt x="161" y="83"/>
                      <a:pt x="137" y="107"/>
                    </a:cubicBezTo>
                    <a:cubicBezTo>
                      <a:pt x="89" y="153"/>
                      <a:pt x="40" y="118"/>
                      <a:pt x="9" y="71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4" name="Freeform 348">
                <a:extLst>
                  <a:ext uri="{FF2B5EF4-FFF2-40B4-BE49-F238E27FC236}">
                    <a16:creationId xmlns:a16="http://schemas.microsoft.com/office/drawing/2014/main" id="{649F1B61-2188-47A8-BCE9-5041A7860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912"/>
                <a:ext cx="294" cy="618"/>
              </a:xfrm>
              <a:custGeom>
                <a:avLst/>
                <a:gdLst>
                  <a:gd name="T0" fmla="*/ 19 w 200"/>
                  <a:gd name="T1" fmla="*/ 0 h 419"/>
                  <a:gd name="T2" fmla="*/ 194 w 200"/>
                  <a:gd name="T3" fmla="*/ 237 h 419"/>
                  <a:gd name="T4" fmla="*/ 432 w 200"/>
                  <a:gd name="T5" fmla="*/ 224 h 419"/>
                  <a:gd name="T6" fmla="*/ 553 w 200"/>
                  <a:gd name="T7" fmla="*/ 114 h 419"/>
                  <a:gd name="T8" fmla="*/ 613 w 200"/>
                  <a:gd name="T9" fmla="*/ 81 h 419"/>
                  <a:gd name="T10" fmla="*/ 634 w 200"/>
                  <a:gd name="T11" fmla="*/ 143 h 419"/>
                  <a:gd name="T12" fmla="*/ 562 w 200"/>
                  <a:gd name="T13" fmla="*/ 302 h 419"/>
                  <a:gd name="T14" fmla="*/ 492 w 200"/>
                  <a:gd name="T15" fmla="*/ 499 h 419"/>
                  <a:gd name="T16" fmla="*/ 400 w 200"/>
                  <a:gd name="T17" fmla="*/ 1136 h 419"/>
                  <a:gd name="T18" fmla="*/ 290 w 200"/>
                  <a:gd name="T19" fmla="*/ 1323 h 419"/>
                  <a:gd name="T20" fmla="*/ 210 w 200"/>
                  <a:gd name="T21" fmla="*/ 1215 h 419"/>
                  <a:gd name="T22" fmla="*/ 178 w 200"/>
                  <a:gd name="T23" fmla="*/ 1040 h 419"/>
                  <a:gd name="T24" fmla="*/ 148 w 200"/>
                  <a:gd name="T25" fmla="*/ 448 h 419"/>
                  <a:gd name="T26" fmla="*/ 68 w 200"/>
                  <a:gd name="T27" fmla="*/ 224 h 419"/>
                  <a:gd name="T28" fmla="*/ 1 w 200"/>
                  <a:gd name="T29" fmla="*/ 15 h 4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0" h="419">
                    <a:moveTo>
                      <a:pt x="6" y="0"/>
                    </a:moveTo>
                    <a:cubicBezTo>
                      <a:pt x="5" y="28"/>
                      <a:pt x="38" y="62"/>
                      <a:pt x="61" y="74"/>
                    </a:cubicBezTo>
                    <a:cubicBezTo>
                      <a:pt x="87" y="86"/>
                      <a:pt x="113" y="89"/>
                      <a:pt x="136" y="70"/>
                    </a:cubicBezTo>
                    <a:cubicBezTo>
                      <a:pt x="149" y="60"/>
                      <a:pt x="161" y="46"/>
                      <a:pt x="174" y="35"/>
                    </a:cubicBezTo>
                    <a:cubicBezTo>
                      <a:pt x="180" y="30"/>
                      <a:pt x="185" y="21"/>
                      <a:pt x="193" y="25"/>
                    </a:cubicBezTo>
                    <a:cubicBezTo>
                      <a:pt x="198" y="27"/>
                      <a:pt x="199" y="41"/>
                      <a:pt x="199" y="45"/>
                    </a:cubicBezTo>
                    <a:cubicBezTo>
                      <a:pt x="200" y="63"/>
                      <a:pt x="184" y="79"/>
                      <a:pt x="177" y="94"/>
                    </a:cubicBezTo>
                    <a:cubicBezTo>
                      <a:pt x="169" y="115"/>
                      <a:pt x="160" y="134"/>
                      <a:pt x="155" y="155"/>
                    </a:cubicBezTo>
                    <a:cubicBezTo>
                      <a:pt x="138" y="220"/>
                      <a:pt x="131" y="287"/>
                      <a:pt x="126" y="354"/>
                    </a:cubicBezTo>
                    <a:cubicBezTo>
                      <a:pt x="125" y="372"/>
                      <a:pt x="121" y="419"/>
                      <a:pt x="91" y="412"/>
                    </a:cubicBezTo>
                    <a:cubicBezTo>
                      <a:pt x="78" y="409"/>
                      <a:pt x="70" y="390"/>
                      <a:pt x="66" y="379"/>
                    </a:cubicBezTo>
                    <a:cubicBezTo>
                      <a:pt x="58" y="363"/>
                      <a:pt x="57" y="342"/>
                      <a:pt x="56" y="324"/>
                    </a:cubicBezTo>
                    <a:cubicBezTo>
                      <a:pt x="52" y="263"/>
                      <a:pt x="59" y="200"/>
                      <a:pt x="47" y="140"/>
                    </a:cubicBezTo>
                    <a:cubicBezTo>
                      <a:pt x="42" y="115"/>
                      <a:pt x="31" y="93"/>
                      <a:pt x="21" y="70"/>
                    </a:cubicBezTo>
                    <a:cubicBezTo>
                      <a:pt x="13" y="50"/>
                      <a:pt x="0" y="27"/>
                      <a:pt x="1" y="5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Freeform 349">
                <a:extLst>
                  <a:ext uri="{FF2B5EF4-FFF2-40B4-BE49-F238E27FC236}">
                    <a16:creationId xmlns:a16="http://schemas.microsoft.com/office/drawing/2014/main" id="{491A2C12-7FC4-47EB-B721-1B84690E8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884"/>
                <a:ext cx="178" cy="304"/>
              </a:xfrm>
              <a:custGeom>
                <a:avLst/>
                <a:gdLst>
                  <a:gd name="T0" fmla="*/ 13 w 121"/>
                  <a:gd name="T1" fmla="*/ 155 h 206"/>
                  <a:gd name="T2" fmla="*/ 190 w 121"/>
                  <a:gd name="T3" fmla="*/ 238 h 206"/>
                  <a:gd name="T4" fmla="*/ 280 w 121"/>
                  <a:gd name="T5" fmla="*/ 109 h 206"/>
                  <a:gd name="T6" fmla="*/ 353 w 121"/>
                  <a:gd name="T7" fmla="*/ 0 h 206"/>
                  <a:gd name="T8" fmla="*/ 268 w 121"/>
                  <a:gd name="T9" fmla="*/ 276 h 206"/>
                  <a:gd name="T10" fmla="*/ 194 w 121"/>
                  <a:gd name="T11" fmla="*/ 596 h 206"/>
                  <a:gd name="T12" fmla="*/ 75 w 121"/>
                  <a:gd name="T13" fmla="*/ 623 h 206"/>
                  <a:gd name="T14" fmla="*/ 35 w 121"/>
                  <a:gd name="T15" fmla="*/ 468 h 206"/>
                  <a:gd name="T16" fmla="*/ 35 w 121"/>
                  <a:gd name="T17" fmla="*/ 297 h 206"/>
                  <a:gd name="T18" fmla="*/ 13 w 121"/>
                  <a:gd name="T19" fmla="*/ 155 h 2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1" h="206">
                    <a:moveTo>
                      <a:pt x="4" y="48"/>
                    </a:moveTo>
                    <a:cubicBezTo>
                      <a:pt x="6" y="69"/>
                      <a:pt x="41" y="95"/>
                      <a:pt x="60" y="74"/>
                    </a:cubicBezTo>
                    <a:cubicBezTo>
                      <a:pt x="71" y="62"/>
                      <a:pt x="81" y="49"/>
                      <a:pt x="88" y="34"/>
                    </a:cubicBezTo>
                    <a:cubicBezTo>
                      <a:pt x="92" y="25"/>
                      <a:pt x="99" y="2"/>
                      <a:pt x="111" y="0"/>
                    </a:cubicBezTo>
                    <a:cubicBezTo>
                      <a:pt x="121" y="25"/>
                      <a:pt x="91" y="62"/>
                      <a:pt x="84" y="86"/>
                    </a:cubicBezTo>
                    <a:cubicBezTo>
                      <a:pt x="74" y="118"/>
                      <a:pt x="77" y="156"/>
                      <a:pt x="61" y="186"/>
                    </a:cubicBezTo>
                    <a:cubicBezTo>
                      <a:pt x="54" y="200"/>
                      <a:pt x="37" y="206"/>
                      <a:pt x="24" y="194"/>
                    </a:cubicBezTo>
                    <a:cubicBezTo>
                      <a:pt x="12" y="183"/>
                      <a:pt x="11" y="161"/>
                      <a:pt x="11" y="146"/>
                    </a:cubicBezTo>
                    <a:cubicBezTo>
                      <a:pt x="10" y="128"/>
                      <a:pt x="13" y="110"/>
                      <a:pt x="11" y="92"/>
                    </a:cubicBezTo>
                    <a:cubicBezTo>
                      <a:pt x="10" y="80"/>
                      <a:pt x="0" y="59"/>
                      <a:pt x="4" y="48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6" name="Freeform 350">
                <a:extLst>
                  <a:ext uri="{FF2B5EF4-FFF2-40B4-BE49-F238E27FC236}">
                    <a16:creationId xmlns:a16="http://schemas.microsoft.com/office/drawing/2014/main" id="{F9EBFEDD-C632-4FC4-B814-C98EC5D66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456"/>
                <a:ext cx="187" cy="282"/>
              </a:xfrm>
              <a:custGeom>
                <a:avLst/>
                <a:gdLst>
                  <a:gd name="T0" fmla="*/ 13 w 127"/>
                  <a:gd name="T1" fmla="*/ 552 h 192"/>
                  <a:gd name="T2" fmla="*/ 68 w 127"/>
                  <a:gd name="T3" fmla="*/ 461 h 192"/>
                  <a:gd name="T4" fmla="*/ 166 w 127"/>
                  <a:gd name="T5" fmla="*/ 420 h 192"/>
                  <a:gd name="T6" fmla="*/ 258 w 127"/>
                  <a:gd name="T7" fmla="*/ 505 h 192"/>
                  <a:gd name="T8" fmla="*/ 330 w 127"/>
                  <a:gd name="T9" fmla="*/ 607 h 192"/>
                  <a:gd name="T10" fmla="*/ 343 w 127"/>
                  <a:gd name="T11" fmla="*/ 535 h 192"/>
                  <a:gd name="T12" fmla="*/ 345 w 127"/>
                  <a:gd name="T13" fmla="*/ 350 h 192"/>
                  <a:gd name="T14" fmla="*/ 380 w 127"/>
                  <a:gd name="T15" fmla="*/ 201 h 192"/>
                  <a:gd name="T16" fmla="*/ 386 w 127"/>
                  <a:gd name="T17" fmla="*/ 100 h 192"/>
                  <a:gd name="T18" fmla="*/ 277 w 127"/>
                  <a:gd name="T19" fmla="*/ 229 h 192"/>
                  <a:gd name="T20" fmla="*/ 82 w 127"/>
                  <a:gd name="T21" fmla="*/ 0 h 192"/>
                  <a:gd name="T22" fmla="*/ 106 w 127"/>
                  <a:gd name="T23" fmla="*/ 128 h 192"/>
                  <a:gd name="T24" fmla="*/ 130 w 127"/>
                  <a:gd name="T25" fmla="*/ 266 h 192"/>
                  <a:gd name="T26" fmla="*/ 6 w 127"/>
                  <a:gd name="T27" fmla="*/ 539 h 1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7" h="192">
                    <a:moveTo>
                      <a:pt x="4" y="174"/>
                    </a:moveTo>
                    <a:cubicBezTo>
                      <a:pt x="2" y="166"/>
                      <a:pt x="16" y="151"/>
                      <a:pt x="21" y="146"/>
                    </a:cubicBezTo>
                    <a:cubicBezTo>
                      <a:pt x="30" y="139"/>
                      <a:pt x="40" y="132"/>
                      <a:pt x="52" y="133"/>
                    </a:cubicBezTo>
                    <a:cubicBezTo>
                      <a:pt x="66" y="136"/>
                      <a:pt x="74" y="148"/>
                      <a:pt x="81" y="159"/>
                    </a:cubicBezTo>
                    <a:cubicBezTo>
                      <a:pt x="85" y="165"/>
                      <a:pt x="94" y="192"/>
                      <a:pt x="103" y="191"/>
                    </a:cubicBezTo>
                    <a:cubicBezTo>
                      <a:pt x="111" y="189"/>
                      <a:pt x="107" y="174"/>
                      <a:pt x="107" y="169"/>
                    </a:cubicBezTo>
                    <a:cubicBezTo>
                      <a:pt x="105" y="149"/>
                      <a:pt x="105" y="130"/>
                      <a:pt x="108" y="110"/>
                    </a:cubicBezTo>
                    <a:cubicBezTo>
                      <a:pt x="110" y="94"/>
                      <a:pt x="114" y="79"/>
                      <a:pt x="119" y="63"/>
                    </a:cubicBezTo>
                    <a:cubicBezTo>
                      <a:pt x="120" y="58"/>
                      <a:pt x="127" y="35"/>
                      <a:pt x="121" y="31"/>
                    </a:cubicBezTo>
                    <a:cubicBezTo>
                      <a:pt x="114" y="28"/>
                      <a:pt x="97" y="68"/>
                      <a:pt x="87" y="72"/>
                    </a:cubicBezTo>
                    <a:cubicBezTo>
                      <a:pt x="55" y="85"/>
                      <a:pt x="44" y="13"/>
                      <a:pt x="26" y="0"/>
                    </a:cubicBezTo>
                    <a:cubicBezTo>
                      <a:pt x="17" y="10"/>
                      <a:pt x="30" y="30"/>
                      <a:pt x="33" y="40"/>
                    </a:cubicBezTo>
                    <a:cubicBezTo>
                      <a:pt x="38" y="53"/>
                      <a:pt x="42" y="70"/>
                      <a:pt x="41" y="84"/>
                    </a:cubicBezTo>
                    <a:cubicBezTo>
                      <a:pt x="38" y="116"/>
                      <a:pt x="0" y="136"/>
                      <a:pt x="2" y="170"/>
                    </a:cubicBezTo>
                  </a:path>
                </a:pathLst>
              </a:custGeom>
              <a:solidFill>
                <a:srgbClr val="E36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7" name="Freeform 351">
                <a:extLst>
                  <a:ext uri="{FF2B5EF4-FFF2-40B4-BE49-F238E27FC236}">
                    <a16:creationId xmlns:a16="http://schemas.microsoft.com/office/drawing/2014/main" id="{909D7101-6D18-4031-BCD3-FBF0BE8FA0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78" y="1124"/>
                <a:ext cx="2254" cy="2609"/>
              </a:xfrm>
              <a:custGeom>
                <a:avLst/>
                <a:gdLst>
                  <a:gd name="T0" fmla="*/ 4574 w 1532"/>
                  <a:gd name="T1" fmla="*/ 121 h 1771"/>
                  <a:gd name="T2" fmla="*/ 4303 w 1532"/>
                  <a:gd name="T3" fmla="*/ 798 h 1771"/>
                  <a:gd name="T4" fmla="*/ 4217 w 1532"/>
                  <a:gd name="T5" fmla="*/ 128 h 1771"/>
                  <a:gd name="T6" fmla="*/ 3615 w 1532"/>
                  <a:gd name="T7" fmla="*/ 1330 h 1771"/>
                  <a:gd name="T8" fmla="*/ 4033 w 1532"/>
                  <a:gd name="T9" fmla="*/ 121 h 1771"/>
                  <a:gd name="T10" fmla="*/ 3519 w 1532"/>
                  <a:gd name="T11" fmla="*/ 533 h 1771"/>
                  <a:gd name="T12" fmla="*/ 3299 w 1532"/>
                  <a:gd name="T13" fmla="*/ 119 h 1771"/>
                  <a:gd name="T14" fmla="*/ 3412 w 1532"/>
                  <a:gd name="T15" fmla="*/ 2068 h 1771"/>
                  <a:gd name="T16" fmla="*/ 2898 w 1532"/>
                  <a:gd name="T17" fmla="*/ 723 h 1771"/>
                  <a:gd name="T18" fmla="*/ 2790 w 1532"/>
                  <a:gd name="T19" fmla="*/ 119 h 1771"/>
                  <a:gd name="T20" fmla="*/ 2466 w 1532"/>
                  <a:gd name="T21" fmla="*/ 124 h 1771"/>
                  <a:gd name="T22" fmla="*/ 2303 w 1532"/>
                  <a:gd name="T23" fmla="*/ 636 h 1771"/>
                  <a:gd name="T24" fmla="*/ 1992 w 1532"/>
                  <a:gd name="T25" fmla="*/ 1732 h 1771"/>
                  <a:gd name="T26" fmla="*/ 1792 w 1532"/>
                  <a:gd name="T27" fmla="*/ 566 h 1771"/>
                  <a:gd name="T28" fmla="*/ 1593 w 1532"/>
                  <a:gd name="T29" fmla="*/ 121 h 1771"/>
                  <a:gd name="T30" fmla="*/ 1377 w 1532"/>
                  <a:gd name="T31" fmla="*/ 661 h 1771"/>
                  <a:gd name="T32" fmla="*/ 1089 w 1532"/>
                  <a:gd name="T33" fmla="*/ 124 h 1771"/>
                  <a:gd name="T34" fmla="*/ 899 w 1532"/>
                  <a:gd name="T35" fmla="*/ 130 h 1771"/>
                  <a:gd name="T36" fmla="*/ 487 w 1532"/>
                  <a:gd name="T37" fmla="*/ 1128 h 1771"/>
                  <a:gd name="T38" fmla="*/ 121 w 1532"/>
                  <a:gd name="T39" fmla="*/ 128 h 1771"/>
                  <a:gd name="T40" fmla="*/ 1696 w 1532"/>
                  <a:gd name="T41" fmla="*/ 4604 h 1771"/>
                  <a:gd name="T42" fmla="*/ 2360 w 1532"/>
                  <a:gd name="T43" fmla="*/ 5663 h 1771"/>
                  <a:gd name="T44" fmla="*/ 3703 w 1532"/>
                  <a:gd name="T45" fmla="*/ 2559 h 1771"/>
                  <a:gd name="T46" fmla="*/ 4845 w 1532"/>
                  <a:gd name="T47" fmla="*/ 121 h 1771"/>
                  <a:gd name="T48" fmla="*/ 739 w 1532"/>
                  <a:gd name="T49" fmla="*/ 1183 h 1771"/>
                  <a:gd name="T50" fmla="*/ 1309 w 1532"/>
                  <a:gd name="T51" fmla="*/ 1400 h 1771"/>
                  <a:gd name="T52" fmla="*/ 547 w 1532"/>
                  <a:gd name="T53" fmla="*/ 1744 h 1771"/>
                  <a:gd name="T54" fmla="*/ 1061 w 1532"/>
                  <a:gd name="T55" fmla="*/ 2873 h 1771"/>
                  <a:gd name="T56" fmla="*/ 1042 w 1532"/>
                  <a:gd name="T57" fmla="*/ 2359 h 1771"/>
                  <a:gd name="T58" fmla="*/ 1768 w 1532"/>
                  <a:gd name="T59" fmla="*/ 1958 h 1771"/>
                  <a:gd name="T60" fmla="*/ 1231 w 1532"/>
                  <a:gd name="T61" fmla="*/ 2849 h 1771"/>
                  <a:gd name="T62" fmla="*/ 1898 w 1532"/>
                  <a:gd name="T63" fmla="*/ 3857 h 1771"/>
                  <a:gd name="T64" fmla="*/ 2041 w 1532"/>
                  <a:gd name="T65" fmla="*/ 2960 h 1771"/>
                  <a:gd name="T66" fmla="*/ 2806 w 1532"/>
                  <a:gd name="T67" fmla="*/ 3088 h 1771"/>
                  <a:gd name="T68" fmla="*/ 2163 w 1532"/>
                  <a:gd name="T69" fmla="*/ 2264 h 1771"/>
                  <a:gd name="T70" fmla="*/ 2688 w 1532"/>
                  <a:gd name="T71" fmla="*/ 1707 h 1771"/>
                  <a:gd name="T72" fmla="*/ 2806 w 1532"/>
                  <a:gd name="T73" fmla="*/ 3088 h 177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32" h="1771">
                    <a:moveTo>
                      <a:pt x="1521" y="38"/>
                    </a:moveTo>
                    <a:cubicBezTo>
                      <a:pt x="1485" y="2"/>
                      <a:pt x="1436" y="38"/>
                      <a:pt x="1436" y="38"/>
                    </a:cubicBezTo>
                    <a:cubicBezTo>
                      <a:pt x="1427" y="395"/>
                      <a:pt x="1292" y="580"/>
                      <a:pt x="1258" y="565"/>
                    </a:cubicBezTo>
                    <a:cubicBezTo>
                      <a:pt x="1225" y="551"/>
                      <a:pt x="1315" y="347"/>
                      <a:pt x="1351" y="250"/>
                    </a:cubicBezTo>
                    <a:cubicBezTo>
                      <a:pt x="1387" y="154"/>
                      <a:pt x="1404" y="40"/>
                      <a:pt x="1404" y="40"/>
                    </a:cubicBezTo>
                    <a:cubicBezTo>
                      <a:pt x="1366" y="2"/>
                      <a:pt x="1324" y="40"/>
                      <a:pt x="1324" y="40"/>
                    </a:cubicBezTo>
                    <a:cubicBezTo>
                      <a:pt x="1324" y="148"/>
                      <a:pt x="1214" y="335"/>
                      <a:pt x="1197" y="432"/>
                    </a:cubicBezTo>
                    <a:cubicBezTo>
                      <a:pt x="1179" y="529"/>
                      <a:pt x="1159" y="526"/>
                      <a:pt x="1135" y="416"/>
                    </a:cubicBezTo>
                    <a:cubicBezTo>
                      <a:pt x="1111" y="307"/>
                      <a:pt x="1191" y="192"/>
                      <a:pt x="1213" y="145"/>
                    </a:cubicBezTo>
                    <a:cubicBezTo>
                      <a:pt x="1235" y="98"/>
                      <a:pt x="1266" y="38"/>
                      <a:pt x="1266" y="38"/>
                    </a:cubicBezTo>
                    <a:cubicBezTo>
                      <a:pt x="1227" y="0"/>
                      <a:pt x="1181" y="38"/>
                      <a:pt x="1181" y="38"/>
                    </a:cubicBezTo>
                    <a:cubicBezTo>
                      <a:pt x="1181" y="38"/>
                      <a:pt x="1124" y="173"/>
                      <a:pt x="1105" y="167"/>
                    </a:cubicBezTo>
                    <a:cubicBezTo>
                      <a:pt x="1086" y="162"/>
                      <a:pt x="1115" y="37"/>
                      <a:pt x="1115" y="37"/>
                    </a:cubicBezTo>
                    <a:cubicBezTo>
                      <a:pt x="1082" y="4"/>
                      <a:pt x="1036" y="37"/>
                      <a:pt x="1036" y="37"/>
                    </a:cubicBezTo>
                    <a:cubicBezTo>
                      <a:pt x="1036" y="37"/>
                      <a:pt x="1015" y="172"/>
                      <a:pt x="1017" y="259"/>
                    </a:cubicBezTo>
                    <a:cubicBezTo>
                      <a:pt x="1019" y="347"/>
                      <a:pt x="1135" y="602"/>
                      <a:pt x="1071" y="647"/>
                    </a:cubicBezTo>
                    <a:cubicBezTo>
                      <a:pt x="1007" y="692"/>
                      <a:pt x="910" y="499"/>
                      <a:pt x="887" y="432"/>
                    </a:cubicBezTo>
                    <a:cubicBezTo>
                      <a:pt x="864" y="365"/>
                      <a:pt x="875" y="313"/>
                      <a:pt x="910" y="226"/>
                    </a:cubicBezTo>
                    <a:cubicBezTo>
                      <a:pt x="945" y="140"/>
                      <a:pt x="950" y="37"/>
                      <a:pt x="950" y="37"/>
                    </a:cubicBezTo>
                    <a:cubicBezTo>
                      <a:pt x="913" y="8"/>
                      <a:pt x="876" y="37"/>
                      <a:pt x="876" y="37"/>
                    </a:cubicBezTo>
                    <a:cubicBezTo>
                      <a:pt x="876" y="37"/>
                      <a:pt x="855" y="228"/>
                      <a:pt x="814" y="218"/>
                    </a:cubicBezTo>
                    <a:cubicBezTo>
                      <a:pt x="772" y="208"/>
                      <a:pt x="774" y="39"/>
                      <a:pt x="774" y="39"/>
                    </a:cubicBezTo>
                    <a:cubicBezTo>
                      <a:pt x="740" y="5"/>
                      <a:pt x="700" y="39"/>
                      <a:pt x="700" y="39"/>
                    </a:cubicBezTo>
                    <a:cubicBezTo>
                      <a:pt x="700" y="87"/>
                      <a:pt x="708" y="153"/>
                      <a:pt x="723" y="199"/>
                    </a:cubicBezTo>
                    <a:cubicBezTo>
                      <a:pt x="737" y="245"/>
                      <a:pt x="740" y="316"/>
                      <a:pt x="718" y="355"/>
                    </a:cubicBezTo>
                    <a:cubicBezTo>
                      <a:pt x="641" y="490"/>
                      <a:pt x="646" y="546"/>
                      <a:pt x="625" y="542"/>
                    </a:cubicBezTo>
                    <a:cubicBezTo>
                      <a:pt x="578" y="534"/>
                      <a:pt x="566" y="441"/>
                      <a:pt x="553" y="366"/>
                    </a:cubicBezTo>
                    <a:cubicBezTo>
                      <a:pt x="540" y="291"/>
                      <a:pt x="556" y="230"/>
                      <a:pt x="563" y="177"/>
                    </a:cubicBezTo>
                    <a:cubicBezTo>
                      <a:pt x="569" y="123"/>
                      <a:pt x="565" y="38"/>
                      <a:pt x="565" y="38"/>
                    </a:cubicBezTo>
                    <a:cubicBezTo>
                      <a:pt x="538" y="11"/>
                      <a:pt x="500" y="38"/>
                      <a:pt x="500" y="38"/>
                    </a:cubicBezTo>
                    <a:cubicBezTo>
                      <a:pt x="501" y="105"/>
                      <a:pt x="465" y="233"/>
                      <a:pt x="474" y="333"/>
                    </a:cubicBezTo>
                    <a:cubicBezTo>
                      <a:pt x="479" y="394"/>
                      <a:pt x="447" y="254"/>
                      <a:pt x="432" y="207"/>
                    </a:cubicBezTo>
                    <a:cubicBezTo>
                      <a:pt x="418" y="160"/>
                      <a:pt x="418" y="40"/>
                      <a:pt x="418" y="40"/>
                    </a:cubicBezTo>
                    <a:cubicBezTo>
                      <a:pt x="381" y="9"/>
                      <a:pt x="342" y="39"/>
                      <a:pt x="342" y="39"/>
                    </a:cubicBezTo>
                    <a:cubicBezTo>
                      <a:pt x="342" y="272"/>
                      <a:pt x="423" y="371"/>
                      <a:pt x="344" y="296"/>
                    </a:cubicBezTo>
                    <a:cubicBezTo>
                      <a:pt x="265" y="222"/>
                      <a:pt x="282" y="41"/>
                      <a:pt x="282" y="41"/>
                    </a:cubicBezTo>
                    <a:cubicBezTo>
                      <a:pt x="241" y="9"/>
                      <a:pt x="201" y="41"/>
                      <a:pt x="201" y="41"/>
                    </a:cubicBezTo>
                    <a:cubicBezTo>
                      <a:pt x="201" y="41"/>
                      <a:pt x="203" y="353"/>
                      <a:pt x="153" y="353"/>
                    </a:cubicBezTo>
                    <a:cubicBezTo>
                      <a:pt x="103" y="353"/>
                      <a:pt x="104" y="40"/>
                      <a:pt x="104" y="40"/>
                    </a:cubicBezTo>
                    <a:cubicBezTo>
                      <a:pt x="73" y="8"/>
                      <a:pt x="38" y="40"/>
                      <a:pt x="38" y="40"/>
                    </a:cubicBezTo>
                    <a:cubicBezTo>
                      <a:pt x="0" y="792"/>
                      <a:pt x="300" y="1038"/>
                      <a:pt x="421" y="1175"/>
                    </a:cubicBezTo>
                    <a:cubicBezTo>
                      <a:pt x="543" y="1312"/>
                      <a:pt x="533" y="1440"/>
                      <a:pt x="533" y="1440"/>
                    </a:cubicBezTo>
                    <a:cubicBezTo>
                      <a:pt x="533" y="1771"/>
                      <a:pt x="533" y="1771"/>
                      <a:pt x="533" y="1771"/>
                    </a:cubicBezTo>
                    <a:cubicBezTo>
                      <a:pt x="741" y="1771"/>
                      <a:pt x="741" y="1771"/>
                      <a:pt x="741" y="1771"/>
                    </a:cubicBezTo>
                    <a:cubicBezTo>
                      <a:pt x="721" y="1312"/>
                      <a:pt x="765" y="1279"/>
                      <a:pt x="889" y="1158"/>
                    </a:cubicBezTo>
                    <a:cubicBezTo>
                      <a:pt x="1013" y="1036"/>
                      <a:pt x="1105" y="892"/>
                      <a:pt x="1163" y="800"/>
                    </a:cubicBezTo>
                    <a:cubicBezTo>
                      <a:pt x="1220" y="708"/>
                      <a:pt x="1308" y="688"/>
                      <a:pt x="1420" y="487"/>
                    </a:cubicBezTo>
                    <a:cubicBezTo>
                      <a:pt x="1532" y="286"/>
                      <a:pt x="1521" y="38"/>
                      <a:pt x="1521" y="38"/>
                    </a:cubicBezTo>
                    <a:close/>
                    <a:moveTo>
                      <a:pt x="172" y="546"/>
                    </a:moveTo>
                    <a:cubicBezTo>
                      <a:pt x="158" y="468"/>
                      <a:pt x="218" y="390"/>
                      <a:pt x="232" y="370"/>
                    </a:cubicBezTo>
                    <a:cubicBezTo>
                      <a:pt x="260" y="331"/>
                      <a:pt x="290" y="352"/>
                      <a:pt x="302" y="377"/>
                    </a:cubicBezTo>
                    <a:cubicBezTo>
                      <a:pt x="314" y="403"/>
                      <a:pt x="345" y="416"/>
                      <a:pt x="411" y="438"/>
                    </a:cubicBezTo>
                    <a:cubicBezTo>
                      <a:pt x="478" y="460"/>
                      <a:pt x="401" y="593"/>
                      <a:pt x="301" y="656"/>
                    </a:cubicBezTo>
                    <a:cubicBezTo>
                      <a:pt x="200" y="719"/>
                      <a:pt x="185" y="619"/>
                      <a:pt x="172" y="546"/>
                    </a:cubicBezTo>
                    <a:close/>
                    <a:moveTo>
                      <a:pt x="387" y="891"/>
                    </a:moveTo>
                    <a:cubicBezTo>
                      <a:pt x="369" y="923"/>
                      <a:pt x="352" y="922"/>
                      <a:pt x="333" y="899"/>
                    </a:cubicBezTo>
                    <a:cubicBezTo>
                      <a:pt x="333" y="899"/>
                      <a:pt x="289" y="842"/>
                      <a:pt x="272" y="806"/>
                    </a:cubicBezTo>
                    <a:cubicBezTo>
                      <a:pt x="255" y="770"/>
                      <a:pt x="268" y="766"/>
                      <a:pt x="327" y="738"/>
                    </a:cubicBezTo>
                    <a:cubicBezTo>
                      <a:pt x="385" y="710"/>
                      <a:pt x="461" y="642"/>
                      <a:pt x="489" y="596"/>
                    </a:cubicBezTo>
                    <a:cubicBezTo>
                      <a:pt x="517" y="551"/>
                      <a:pt x="552" y="552"/>
                      <a:pt x="555" y="612"/>
                    </a:cubicBezTo>
                    <a:cubicBezTo>
                      <a:pt x="557" y="672"/>
                      <a:pt x="561" y="806"/>
                      <a:pt x="527" y="815"/>
                    </a:cubicBezTo>
                    <a:cubicBezTo>
                      <a:pt x="492" y="824"/>
                      <a:pt x="404" y="859"/>
                      <a:pt x="387" y="891"/>
                    </a:cubicBezTo>
                    <a:close/>
                    <a:moveTo>
                      <a:pt x="751" y="1148"/>
                    </a:moveTo>
                    <a:cubicBezTo>
                      <a:pt x="688" y="1231"/>
                      <a:pt x="643" y="1298"/>
                      <a:pt x="596" y="1206"/>
                    </a:cubicBezTo>
                    <a:cubicBezTo>
                      <a:pt x="549" y="1114"/>
                      <a:pt x="376" y="1015"/>
                      <a:pt x="456" y="954"/>
                    </a:cubicBezTo>
                    <a:cubicBezTo>
                      <a:pt x="456" y="954"/>
                      <a:pt x="544" y="886"/>
                      <a:pt x="641" y="926"/>
                    </a:cubicBezTo>
                    <a:cubicBezTo>
                      <a:pt x="739" y="966"/>
                      <a:pt x="813" y="1066"/>
                      <a:pt x="751" y="1148"/>
                    </a:cubicBezTo>
                    <a:close/>
                    <a:moveTo>
                      <a:pt x="881" y="966"/>
                    </a:moveTo>
                    <a:cubicBezTo>
                      <a:pt x="847" y="1010"/>
                      <a:pt x="777" y="880"/>
                      <a:pt x="745" y="856"/>
                    </a:cubicBezTo>
                    <a:cubicBezTo>
                      <a:pt x="713" y="832"/>
                      <a:pt x="664" y="811"/>
                      <a:pt x="679" y="708"/>
                    </a:cubicBezTo>
                    <a:cubicBezTo>
                      <a:pt x="697" y="578"/>
                      <a:pt x="781" y="427"/>
                      <a:pt x="800" y="418"/>
                    </a:cubicBezTo>
                    <a:cubicBezTo>
                      <a:pt x="813" y="411"/>
                      <a:pt x="809" y="475"/>
                      <a:pt x="844" y="534"/>
                    </a:cubicBezTo>
                    <a:cubicBezTo>
                      <a:pt x="863" y="566"/>
                      <a:pt x="860" y="571"/>
                      <a:pt x="951" y="684"/>
                    </a:cubicBezTo>
                    <a:cubicBezTo>
                      <a:pt x="1041" y="798"/>
                      <a:pt x="916" y="922"/>
                      <a:pt x="881" y="966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8" name="Oval 352">
                <a:extLst>
                  <a:ext uri="{FF2B5EF4-FFF2-40B4-BE49-F238E27FC236}">
                    <a16:creationId xmlns:a16="http://schemas.microsoft.com/office/drawing/2014/main" id="{D8301F23-B6DA-4ACC-901E-6B491D5C2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3668"/>
                <a:ext cx="309" cy="134"/>
              </a:xfrm>
              <a:prstGeom prst="ellipse">
                <a:avLst/>
              </a:prstGeom>
              <a:solidFill>
                <a:srgbClr val="F7C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429" name="Oval 353">
                <a:extLst>
                  <a:ext uri="{FF2B5EF4-FFF2-40B4-BE49-F238E27FC236}">
                    <a16:creationId xmlns:a16="http://schemas.microsoft.com/office/drawing/2014/main" id="{BB20936E-6D7C-48DA-84D3-890B23691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3670"/>
                <a:ext cx="309" cy="134"/>
              </a:xfrm>
              <a:prstGeom prst="ellipse">
                <a:avLst/>
              </a:prstGeom>
              <a:noFill/>
              <a:ln w="142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430" name="Oval 354">
                <a:extLst>
                  <a:ext uri="{FF2B5EF4-FFF2-40B4-BE49-F238E27FC236}">
                    <a16:creationId xmlns:a16="http://schemas.microsoft.com/office/drawing/2014/main" id="{6F03E617-6E41-4DAE-B54F-294511FB6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1" y="3686"/>
                <a:ext cx="231" cy="100"/>
              </a:xfrm>
              <a:prstGeom prst="ellipse">
                <a:avLst/>
              </a:prstGeom>
              <a:solidFill>
                <a:srgbClr val="F19C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431" name="Freeform 355">
                <a:extLst>
                  <a:ext uri="{FF2B5EF4-FFF2-40B4-BE49-F238E27FC236}">
                    <a16:creationId xmlns:a16="http://schemas.microsoft.com/office/drawing/2014/main" id="{0B7FE9E7-2EA1-4D0D-96F6-381436AE9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3686"/>
                <a:ext cx="216" cy="65"/>
              </a:xfrm>
              <a:custGeom>
                <a:avLst/>
                <a:gdLst>
                  <a:gd name="T0" fmla="*/ 235 w 147"/>
                  <a:gd name="T1" fmla="*/ 0 h 44"/>
                  <a:gd name="T2" fmla="*/ 0 w 147"/>
                  <a:gd name="T3" fmla="*/ 72 h 44"/>
                  <a:gd name="T4" fmla="*/ 235 w 147"/>
                  <a:gd name="T5" fmla="*/ 142 h 44"/>
                  <a:gd name="T6" fmla="*/ 466 w 147"/>
                  <a:gd name="T7" fmla="*/ 72 h 44"/>
                  <a:gd name="T8" fmla="*/ 235 w 147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44">
                    <a:moveTo>
                      <a:pt x="74" y="0"/>
                    </a:moveTo>
                    <a:cubicBezTo>
                      <a:pt x="40" y="0"/>
                      <a:pt x="11" y="9"/>
                      <a:pt x="0" y="22"/>
                    </a:cubicBezTo>
                    <a:cubicBezTo>
                      <a:pt x="11" y="35"/>
                      <a:pt x="40" y="44"/>
                      <a:pt x="74" y="44"/>
                    </a:cubicBezTo>
                    <a:cubicBezTo>
                      <a:pt x="108" y="44"/>
                      <a:pt x="136" y="35"/>
                      <a:pt x="147" y="22"/>
                    </a:cubicBezTo>
                    <a:cubicBezTo>
                      <a:pt x="136" y="9"/>
                      <a:pt x="108" y="0"/>
                      <a:pt x="74" y="0"/>
                    </a:cubicBezTo>
                    <a:close/>
                  </a:path>
                </a:pathLst>
              </a:custGeom>
              <a:solidFill>
                <a:srgbClr val="DD7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2" name="Oval 356">
                <a:extLst>
                  <a:ext uri="{FF2B5EF4-FFF2-40B4-BE49-F238E27FC236}">
                    <a16:creationId xmlns:a16="http://schemas.microsoft.com/office/drawing/2014/main" id="{2A3F4C8B-4545-4282-A581-40F024799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1" y="3686"/>
                <a:ext cx="231" cy="100"/>
              </a:xfrm>
              <a:prstGeom prst="ellipse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433" name="Freeform 357">
                <a:extLst>
                  <a:ext uri="{FF2B5EF4-FFF2-40B4-BE49-F238E27FC236}">
                    <a16:creationId xmlns:a16="http://schemas.microsoft.com/office/drawing/2014/main" id="{5B6E72E1-6393-4C7A-AFD4-DD2EF8FD2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765"/>
                <a:ext cx="140" cy="191"/>
              </a:xfrm>
              <a:custGeom>
                <a:avLst/>
                <a:gdLst>
                  <a:gd name="T0" fmla="*/ 197 w 95"/>
                  <a:gd name="T1" fmla="*/ 13 h 130"/>
                  <a:gd name="T2" fmla="*/ 74 w 95"/>
                  <a:gd name="T3" fmla="*/ 197 h 130"/>
                  <a:gd name="T4" fmla="*/ 102 w 95"/>
                  <a:gd name="T5" fmla="*/ 410 h 130"/>
                  <a:gd name="T6" fmla="*/ 197 w 95"/>
                  <a:gd name="T7" fmla="*/ 13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30">
                    <a:moveTo>
                      <a:pt x="62" y="4"/>
                    </a:moveTo>
                    <a:cubicBezTo>
                      <a:pt x="46" y="0"/>
                      <a:pt x="36" y="47"/>
                      <a:pt x="23" y="62"/>
                    </a:cubicBezTo>
                    <a:cubicBezTo>
                      <a:pt x="2" y="88"/>
                      <a:pt x="0" y="128"/>
                      <a:pt x="32" y="129"/>
                    </a:cubicBezTo>
                    <a:cubicBezTo>
                      <a:pt x="65" y="130"/>
                      <a:pt x="95" y="10"/>
                      <a:pt x="62" y="4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4" name="Freeform 358">
                <a:extLst>
                  <a:ext uri="{FF2B5EF4-FFF2-40B4-BE49-F238E27FC236}">
                    <a16:creationId xmlns:a16="http://schemas.microsoft.com/office/drawing/2014/main" id="{53FE5FC6-F076-4FC5-B742-A21AECB8E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765"/>
                <a:ext cx="141" cy="191"/>
              </a:xfrm>
              <a:custGeom>
                <a:avLst/>
                <a:gdLst>
                  <a:gd name="T0" fmla="*/ 197 w 96"/>
                  <a:gd name="T1" fmla="*/ 13 h 130"/>
                  <a:gd name="T2" fmla="*/ 75 w 96"/>
                  <a:gd name="T3" fmla="*/ 197 h 130"/>
                  <a:gd name="T4" fmla="*/ 104 w 96"/>
                  <a:gd name="T5" fmla="*/ 410 h 130"/>
                  <a:gd name="T6" fmla="*/ 197 w 96"/>
                  <a:gd name="T7" fmla="*/ 13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30">
                    <a:moveTo>
                      <a:pt x="62" y="4"/>
                    </a:moveTo>
                    <a:cubicBezTo>
                      <a:pt x="46" y="0"/>
                      <a:pt x="36" y="47"/>
                      <a:pt x="24" y="62"/>
                    </a:cubicBezTo>
                    <a:cubicBezTo>
                      <a:pt x="3" y="88"/>
                      <a:pt x="0" y="128"/>
                      <a:pt x="33" y="129"/>
                    </a:cubicBezTo>
                    <a:cubicBezTo>
                      <a:pt x="65" y="130"/>
                      <a:pt x="96" y="11"/>
                      <a:pt x="62" y="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5" name="Freeform 359">
                <a:extLst>
                  <a:ext uri="{FF2B5EF4-FFF2-40B4-BE49-F238E27FC236}">
                    <a16:creationId xmlns:a16="http://schemas.microsoft.com/office/drawing/2014/main" id="{EB53DAF6-2F0D-4DB4-94DE-E6CC4DC7F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812"/>
                <a:ext cx="67" cy="106"/>
              </a:xfrm>
              <a:custGeom>
                <a:avLst/>
                <a:gdLst>
                  <a:gd name="T0" fmla="*/ 106 w 45"/>
                  <a:gd name="T1" fmla="*/ 19 h 72"/>
                  <a:gd name="T2" fmla="*/ 127 w 45"/>
                  <a:gd name="T3" fmla="*/ 19 h 72"/>
                  <a:gd name="T4" fmla="*/ 113 w 45"/>
                  <a:gd name="T5" fmla="*/ 141 h 72"/>
                  <a:gd name="T6" fmla="*/ 73 w 45"/>
                  <a:gd name="T7" fmla="*/ 178 h 72"/>
                  <a:gd name="T8" fmla="*/ 15 w 45"/>
                  <a:gd name="T9" fmla="*/ 188 h 72"/>
                  <a:gd name="T10" fmla="*/ 54 w 45"/>
                  <a:gd name="T11" fmla="*/ 228 h 72"/>
                  <a:gd name="T12" fmla="*/ 115 w 45"/>
                  <a:gd name="T13" fmla="*/ 174 h 72"/>
                  <a:gd name="T14" fmla="*/ 146 w 45"/>
                  <a:gd name="T15" fmla="*/ 40 h 72"/>
                  <a:gd name="T16" fmla="*/ 113 w 45"/>
                  <a:gd name="T17" fmla="*/ 22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72">
                    <a:moveTo>
                      <a:pt x="32" y="6"/>
                    </a:moveTo>
                    <a:cubicBezTo>
                      <a:pt x="34" y="5"/>
                      <a:pt x="36" y="5"/>
                      <a:pt x="38" y="6"/>
                    </a:cubicBezTo>
                    <a:cubicBezTo>
                      <a:pt x="43" y="16"/>
                      <a:pt x="38" y="35"/>
                      <a:pt x="34" y="44"/>
                    </a:cubicBezTo>
                    <a:cubicBezTo>
                      <a:pt x="31" y="49"/>
                      <a:pt x="28" y="55"/>
                      <a:pt x="22" y="56"/>
                    </a:cubicBezTo>
                    <a:cubicBezTo>
                      <a:pt x="15" y="58"/>
                      <a:pt x="9" y="52"/>
                      <a:pt x="5" y="59"/>
                    </a:cubicBezTo>
                    <a:cubicBezTo>
                      <a:pt x="0" y="67"/>
                      <a:pt x="9" y="72"/>
                      <a:pt x="16" y="71"/>
                    </a:cubicBezTo>
                    <a:cubicBezTo>
                      <a:pt x="26" y="70"/>
                      <a:pt x="31" y="61"/>
                      <a:pt x="35" y="54"/>
                    </a:cubicBezTo>
                    <a:cubicBezTo>
                      <a:pt x="40" y="43"/>
                      <a:pt x="45" y="25"/>
                      <a:pt x="44" y="12"/>
                    </a:cubicBezTo>
                    <a:cubicBezTo>
                      <a:pt x="43" y="9"/>
                      <a:pt x="37" y="0"/>
                      <a:pt x="34" y="7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6" name="Freeform 360">
                <a:extLst>
                  <a:ext uri="{FF2B5EF4-FFF2-40B4-BE49-F238E27FC236}">
                    <a16:creationId xmlns:a16="http://schemas.microsoft.com/office/drawing/2014/main" id="{11B8AF07-C945-48C4-833D-9B6736D3C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22"/>
                <a:ext cx="35" cy="52"/>
              </a:xfrm>
              <a:custGeom>
                <a:avLst/>
                <a:gdLst>
                  <a:gd name="T0" fmla="*/ 74 w 24"/>
                  <a:gd name="T1" fmla="*/ 33 h 35"/>
                  <a:gd name="T2" fmla="*/ 61 w 24"/>
                  <a:gd name="T3" fmla="*/ 1 h 35"/>
                  <a:gd name="T4" fmla="*/ 28 w 24"/>
                  <a:gd name="T5" fmla="*/ 28 h 35"/>
                  <a:gd name="T6" fmla="*/ 0 w 24"/>
                  <a:gd name="T7" fmla="*/ 114 h 35"/>
                  <a:gd name="T8" fmla="*/ 28 w 24"/>
                  <a:gd name="T9" fmla="*/ 49 h 35"/>
                  <a:gd name="T10" fmla="*/ 42 w 24"/>
                  <a:gd name="T11" fmla="*/ 46 h 35"/>
                  <a:gd name="T12" fmla="*/ 42 w 24"/>
                  <a:gd name="T13" fmla="*/ 68 h 35"/>
                  <a:gd name="T14" fmla="*/ 66 w 24"/>
                  <a:gd name="T15" fmla="*/ 76 h 35"/>
                  <a:gd name="T16" fmla="*/ 74 w 24"/>
                  <a:gd name="T17" fmla="*/ 28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5">
                    <a:moveTo>
                      <a:pt x="24" y="10"/>
                    </a:moveTo>
                    <a:cubicBezTo>
                      <a:pt x="24" y="7"/>
                      <a:pt x="23" y="2"/>
                      <a:pt x="20" y="1"/>
                    </a:cubicBezTo>
                    <a:cubicBezTo>
                      <a:pt x="16" y="0"/>
                      <a:pt x="12" y="6"/>
                      <a:pt x="9" y="9"/>
                    </a:cubicBezTo>
                    <a:cubicBezTo>
                      <a:pt x="4" y="16"/>
                      <a:pt x="2" y="26"/>
                      <a:pt x="0" y="35"/>
                    </a:cubicBezTo>
                    <a:cubicBezTo>
                      <a:pt x="2" y="29"/>
                      <a:pt x="6" y="21"/>
                      <a:pt x="9" y="15"/>
                    </a:cubicBezTo>
                    <a:cubicBezTo>
                      <a:pt x="11" y="13"/>
                      <a:pt x="13" y="10"/>
                      <a:pt x="14" y="14"/>
                    </a:cubicBezTo>
                    <a:cubicBezTo>
                      <a:pt x="15" y="16"/>
                      <a:pt x="14" y="19"/>
                      <a:pt x="14" y="21"/>
                    </a:cubicBezTo>
                    <a:cubicBezTo>
                      <a:pt x="15" y="27"/>
                      <a:pt x="19" y="29"/>
                      <a:pt x="21" y="23"/>
                    </a:cubicBezTo>
                    <a:cubicBezTo>
                      <a:pt x="23" y="19"/>
                      <a:pt x="24" y="14"/>
                      <a:pt x="24" y="9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Freeform 361">
                <a:extLst>
                  <a:ext uri="{FF2B5EF4-FFF2-40B4-BE49-F238E27FC236}">
                    <a16:creationId xmlns:a16="http://schemas.microsoft.com/office/drawing/2014/main" id="{6D85D7BE-FA99-4422-9975-458458B6F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887"/>
                <a:ext cx="35" cy="22"/>
              </a:xfrm>
              <a:custGeom>
                <a:avLst/>
                <a:gdLst>
                  <a:gd name="T0" fmla="*/ 9 w 24"/>
                  <a:gd name="T1" fmla="*/ 32 h 15"/>
                  <a:gd name="T2" fmla="*/ 53 w 24"/>
                  <a:gd name="T3" fmla="*/ 26 h 15"/>
                  <a:gd name="T4" fmla="*/ 61 w 24"/>
                  <a:gd name="T5" fmla="*/ 13 h 15"/>
                  <a:gd name="T6" fmla="*/ 73 w 24"/>
                  <a:gd name="T7" fmla="*/ 0 h 15"/>
                  <a:gd name="T8" fmla="*/ 61 w 24"/>
                  <a:gd name="T9" fmla="*/ 26 h 15"/>
                  <a:gd name="T10" fmla="*/ 38 w 24"/>
                  <a:gd name="T11" fmla="*/ 45 h 15"/>
                  <a:gd name="T12" fmla="*/ 13 w 24"/>
                  <a:gd name="T13" fmla="*/ 45 h 15"/>
                  <a:gd name="T14" fmla="*/ 6 w 24"/>
                  <a:gd name="T15" fmla="*/ 32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5">
                    <a:moveTo>
                      <a:pt x="3" y="10"/>
                    </a:moveTo>
                    <a:cubicBezTo>
                      <a:pt x="7" y="12"/>
                      <a:pt x="13" y="11"/>
                      <a:pt x="17" y="8"/>
                    </a:cubicBezTo>
                    <a:cubicBezTo>
                      <a:pt x="18" y="7"/>
                      <a:pt x="19" y="6"/>
                      <a:pt x="20" y="4"/>
                    </a:cubicBezTo>
                    <a:cubicBezTo>
                      <a:pt x="21" y="3"/>
                      <a:pt x="22" y="1"/>
                      <a:pt x="23" y="0"/>
                    </a:cubicBezTo>
                    <a:cubicBezTo>
                      <a:pt x="24" y="2"/>
                      <a:pt x="21" y="6"/>
                      <a:pt x="20" y="8"/>
                    </a:cubicBezTo>
                    <a:cubicBezTo>
                      <a:pt x="18" y="11"/>
                      <a:pt x="15" y="13"/>
                      <a:pt x="12" y="14"/>
                    </a:cubicBezTo>
                    <a:cubicBezTo>
                      <a:pt x="9" y="15"/>
                      <a:pt x="6" y="15"/>
                      <a:pt x="4" y="14"/>
                    </a:cubicBezTo>
                    <a:cubicBezTo>
                      <a:pt x="2" y="14"/>
                      <a:pt x="0" y="11"/>
                      <a:pt x="2" y="10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8" name="Freeform 362">
                <a:extLst>
                  <a:ext uri="{FF2B5EF4-FFF2-40B4-BE49-F238E27FC236}">
                    <a16:creationId xmlns:a16="http://schemas.microsoft.com/office/drawing/2014/main" id="{C91B0CF0-FBE8-4F0F-ADC6-2D6BCCD89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95"/>
                <a:ext cx="134" cy="216"/>
              </a:xfrm>
              <a:custGeom>
                <a:avLst/>
                <a:gdLst>
                  <a:gd name="T0" fmla="*/ 155 w 91"/>
                  <a:gd name="T1" fmla="*/ 19 h 147"/>
                  <a:gd name="T2" fmla="*/ 59 w 91"/>
                  <a:gd name="T3" fmla="*/ 238 h 147"/>
                  <a:gd name="T4" fmla="*/ 155 w 91"/>
                  <a:gd name="T5" fmla="*/ 432 h 147"/>
                  <a:gd name="T6" fmla="*/ 155 w 91"/>
                  <a:gd name="T7" fmla="*/ 19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47">
                    <a:moveTo>
                      <a:pt x="48" y="6"/>
                    </a:moveTo>
                    <a:cubicBezTo>
                      <a:pt x="27" y="8"/>
                      <a:pt x="29" y="56"/>
                      <a:pt x="18" y="75"/>
                    </a:cubicBezTo>
                    <a:cubicBezTo>
                      <a:pt x="0" y="108"/>
                      <a:pt x="9" y="147"/>
                      <a:pt x="48" y="136"/>
                    </a:cubicBezTo>
                    <a:cubicBezTo>
                      <a:pt x="88" y="126"/>
                      <a:pt x="91" y="0"/>
                      <a:pt x="48" y="6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9" name="Freeform 363">
                <a:extLst>
                  <a:ext uri="{FF2B5EF4-FFF2-40B4-BE49-F238E27FC236}">
                    <a16:creationId xmlns:a16="http://schemas.microsoft.com/office/drawing/2014/main" id="{AB43199B-896D-4D7D-8D15-B38CD54D9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995"/>
                <a:ext cx="134" cy="218"/>
              </a:xfrm>
              <a:custGeom>
                <a:avLst/>
                <a:gdLst>
                  <a:gd name="T0" fmla="*/ 155 w 91"/>
                  <a:gd name="T1" fmla="*/ 19 h 148"/>
                  <a:gd name="T2" fmla="*/ 60 w 91"/>
                  <a:gd name="T3" fmla="*/ 239 h 148"/>
                  <a:gd name="T4" fmla="*/ 156 w 91"/>
                  <a:gd name="T5" fmla="*/ 439 h 148"/>
                  <a:gd name="T6" fmla="*/ 155 w 91"/>
                  <a:gd name="T7" fmla="*/ 19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48">
                    <a:moveTo>
                      <a:pt x="48" y="6"/>
                    </a:moveTo>
                    <a:cubicBezTo>
                      <a:pt x="28" y="9"/>
                      <a:pt x="29" y="57"/>
                      <a:pt x="19" y="75"/>
                    </a:cubicBezTo>
                    <a:cubicBezTo>
                      <a:pt x="0" y="108"/>
                      <a:pt x="9" y="148"/>
                      <a:pt x="49" y="137"/>
                    </a:cubicBezTo>
                    <a:cubicBezTo>
                      <a:pt x="89" y="126"/>
                      <a:pt x="91" y="0"/>
                      <a:pt x="48" y="6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0" name="Freeform 364">
                <a:extLst>
                  <a:ext uri="{FF2B5EF4-FFF2-40B4-BE49-F238E27FC236}">
                    <a16:creationId xmlns:a16="http://schemas.microsoft.com/office/drawing/2014/main" id="{BB090F40-C12C-4F7C-AD58-89DE4FA6C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046"/>
                <a:ext cx="63" cy="118"/>
              </a:xfrm>
              <a:custGeom>
                <a:avLst/>
                <a:gdLst>
                  <a:gd name="T0" fmla="*/ 69 w 43"/>
                  <a:gd name="T1" fmla="*/ 27 h 80"/>
                  <a:gd name="T2" fmla="*/ 88 w 43"/>
                  <a:gd name="T3" fmla="*/ 19 h 80"/>
                  <a:gd name="T4" fmla="*/ 110 w 43"/>
                  <a:gd name="T5" fmla="*/ 142 h 80"/>
                  <a:gd name="T6" fmla="*/ 75 w 43"/>
                  <a:gd name="T7" fmla="*/ 193 h 80"/>
                  <a:gd name="T8" fmla="*/ 13 w 43"/>
                  <a:gd name="T9" fmla="*/ 221 h 80"/>
                  <a:gd name="T10" fmla="*/ 66 w 43"/>
                  <a:gd name="T11" fmla="*/ 243 h 80"/>
                  <a:gd name="T12" fmla="*/ 123 w 43"/>
                  <a:gd name="T13" fmla="*/ 170 h 80"/>
                  <a:gd name="T14" fmla="*/ 120 w 43"/>
                  <a:gd name="T15" fmla="*/ 32 h 80"/>
                  <a:gd name="T16" fmla="*/ 79 w 43"/>
                  <a:gd name="T17" fmla="*/ 27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0">
                    <a:moveTo>
                      <a:pt x="22" y="8"/>
                    </a:moveTo>
                    <a:cubicBezTo>
                      <a:pt x="24" y="7"/>
                      <a:pt x="26" y="6"/>
                      <a:pt x="28" y="6"/>
                    </a:cubicBezTo>
                    <a:cubicBezTo>
                      <a:pt x="38" y="13"/>
                      <a:pt x="38" y="34"/>
                      <a:pt x="35" y="44"/>
                    </a:cubicBezTo>
                    <a:cubicBezTo>
                      <a:pt x="33" y="50"/>
                      <a:pt x="30" y="56"/>
                      <a:pt x="24" y="60"/>
                    </a:cubicBezTo>
                    <a:cubicBezTo>
                      <a:pt x="16" y="64"/>
                      <a:pt x="7" y="61"/>
                      <a:pt x="4" y="69"/>
                    </a:cubicBezTo>
                    <a:cubicBezTo>
                      <a:pt x="0" y="78"/>
                      <a:pt x="13" y="80"/>
                      <a:pt x="21" y="76"/>
                    </a:cubicBezTo>
                    <a:cubicBezTo>
                      <a:pt x="33" y="72"/>
                      <a:pt x="37" y="61"/>
                      <a:pt x="39" y="53"/>
                    </a:cubicBezTo>
                    <a:cubicBezTo>
                      <a:pt x="42" y="40"/>
                      <a:pt x="43" y="21"/>
                      <a:pt x="38" y="10"/>
                    </a:cubicBezTo>
                    <a:cubicBezTo>
                      <a:pt x="36" y="7"/>
                      <a:pt x="25" y="0"/>
                      <a:pt x="25" y="8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Freeform 365">
                <a:extLst>
                  <a:ext uri="{FF2B5EF4-FFF2-40B4-BE49-F238E27FC236}">
                    <a16:creationId xmlns:a16="http://schemas.microsoft.com/office/drawing/2014/main" id="{B4D7F801-AD5C-4C9D-B2EC-0062E1CE5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060"/>
                <a:ext cx="35" cy="58"/>
              </a:xfrm>
              <a:custGeom>
                <a:avLst/>
                <a:gdLst>
                  <a:gd name="T0" fmla="*/ 69 w 24"/>
                  <a:gd name="T1" fmla="*/ 22 h 40"/>
                  <a:gd name="T2" fmla="*/ 42 w 24"/>
                  <a:gd name="T3" fmla="*/ 0 h 40"/>
                  <a:gd name="T4" fmla="*/ 13 w 24"/>
                  <a:gd name="T5" fmla="*/ 33 h 40"/>
                  <a:gd name="T6" fmla="*/ 0 w 24"/>
                  <a:gd name="T7" fmla="*/ 122 h 40"/>
                  <a:gd name="T8" fmla="*/ 19 w 24"/>
                  <a:gd name="T9" fmla="*/ 55 h 40"/>
                  <a:gd name="T10" fmla="*/ 38 w 24"/>
                  <a:gd name="T11" fmla="*/ 42 h 40"/>
                  <a:gd name="T12" fmla="*/ 42 w 24"/>
                  <a:gd name="T13" fmla="*/ 67 h 40"/>
                  <a:gd name="T14" fmla="*/ 73 w 24"/>
                  <a:gd name="T15" fmla="*/ 64 h 40"/>
                  <a:gd name="T16" fmla="*/ 69 w 24"/>
                  <a:gd name="T17" fmla="*/ 22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0">
                    <a:moveTo>
                      <a:pt x="22" y="7"/>
                    </a:moveTo>
                    <a:cubicBezTo>
                      <a:pt x="22" y="4"/>
                      <a:pt x="19" y="0"/>
                      <a:pt x="14" y="0"/>
                    </a:cubicBezTo>
                    <a:cubicBezTo>
                      <a:pt x="10" y="0"/>
                      <a:pt x="6" y="8"/>
                      <a:pt x="4" y="11"/>
                    </a:cubicBezTo>
                    <a:cubicBezTo>
                      <a:pt x="0" y="20"/>
                      <a:pt x="1" y="31"/>
                      <a:pt x="0" y="40"/>
                    </a:cubicBezTo>
                    <a:cubicBezTo>
                      <a:pt x="1" y="33"/>
                      <a:pt x="3" y="24"/>
                      <a:pt x="6" y="18"/>
                    </a:cubicBezTo>
                    <a:cubicBezTo>
                      <a:pt x="7" y="15"/>
                      <a:pt x="9" y="12"/>
                      <a:pt x="12" y="14"/>
                    </a:cubicBezTo>
                    <a:cubicBezTo>
                      <a:pt x="13" y="16"/>
                      <a:pt x="13" y="20"/>
                      <a:pt x="14" y="22"/>
                    </a:cubicBezTo>
                    <a:cubicBezTo>
                      <a:pt x="16" y="27"/>
                      <a:pt x="21" y="28"/>
                      <a:pt x="23" y="21"/>
                    </a:cubicBezTo>
                    <a:cubicBezTo>
                      <a:pt x="24" y="16"/>
                      <a:pt x="23" y="11"/>
                      <a:pt x="22" y="7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2" name="Freeform 366">
                <a:extLst>
                  <a:ext uri="{FF2B5EF4-FFF2-40B4-BE49-F238E27FC236}">
                    <a16:creationId xmlns:a16="http://schemas.microsoft.com/office/drawing/2014/main" id="{8CC44AA6-C2ED-4296-87A8-231C7C5D9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121"/>
                <a:ext cx="38" cy="31"/>
              </a:xfrm>
              <a:custGeom>
                <a:avLst/>
                <a:gdLst>
                  <a:gd name="T0" fmla="*/ 9 w 26"/>
                  <a:gd name="T1" fmla="*/ 55 h 21"/>
                  <a:gd name="T2" fmla="*/ 61 w 26"/>
                  <a:gd name="T3" fmla="*/ 32 h 21"/>
                  <a:gd name="T4" fmla="*/ 73 w 26"/>
                  <a:gd name="T5" fmla="*/ 15 h 21"/>
                  <a:gd name="T6" fmla="*/ 79 w 26"/>
                  <a:gd name="T7" fmla="*/ 0 h 21"/>
                  <a:gd name="T8" fmla="*/ 73 w 26"/>
                  <a:gd name="T9" fmla="*/ 28 h 21"/>
                  <a:gd name="T10" fmla="*/ 47 w 26"/>
                  <a:gd name="T11" fmla="*/ 59 h 21"/>
                  <a:gd name="T12" fmla="*/ 15 w 26"/>
                  <a:gd name="T13" fmla="*/ 68 h 21"/>
                  <a:gd name="T14" fmla="*/ 9 w 26"/>
                  <a:gd name="T15" fmla="*/ 59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1">
                    <a:moveTo>
                      <a:pt x="3" y="17"/>
                    </a:moveTo>
                    <a:cubicBezTo>
                      <a:pt x="9" y="18"/>
                      <a:pt x="16" y="14"/>
                      <a:pt x="20" y="10"/>
                    </a:cubicBezTo>
                    <a:cubicBezTo>
                      <a:pt x="21" y="8"/>
                      <a:pt x="22" y="7"/>
                      <a:pt x="23" y="5"/>
                    </a:cubicBezTo>
                    <a:cubicBezTo>
                      <a:pt x="23" y="4"/>
                      <a:pt x="24" y="1"/>
                      <a:pt x="25" y="0"/>
                    </a:cubicBezTo>
                    <a:cubicBezTo>
                      <a:pt x="26" y="2"/>
                      <a:pt x="24" y="7"/>
                      <a:pt x="23" y="9"/>
                    </a:cubicBezTo>
                    <a:cubicBezTo>
                      <a:pt x="21" y="12"/>
                      <a:pt x="19" y="16"/>
                      <a:pt x="15" y="18"/>
                    </a:cubicBezTo>
                    <a:cubicBezTo>
                      <a:pt x="12" y="20"/>
                      <a:pt x="9" y="21"/>
                      <a:pt x="5" y="21"/>
                    </a:cubicBezTo>
                    <a:cubicBezTo>
                      <a:pt x="3" y="21"/>
                      <a:pt x="0" y="20"/>
                      <a:pt x="3" y="18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3" name="Freeform 367">
                <a:extLst>
                  <a:ext uri="{FF2B5EF4-FFF2-40B4-BE49-F238E27FC236}">
                    <a16:creationId xmlns:a16="http://schemas.microsoft.com/office/drawing/2014/main" id="{E33554FB-2EB1-4AD8-B1F9-1F1ADE7D3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576"/>
                <a:ext cx="125" cy="165"/>
              </a:xfrm>
              <a:custGeom>
                <a:avLst/>
                <a:gdLst>
                  <a:gd name="T0" fmla="*/ 109 w 85"/>
                  <a:gd name="T1" fmla="*/ 357 h 112"/>
                  <a:gd name="T2" fmla="*/ 210 w 85"/>
                  <a:gd name="T3" fmla="*/ 184 h 112"/>
                  <a:gd name="T4" fmla="*/ 162 w 85"/>
                  <a:gd name="T5" fmla="*/ 9 h 112"/>
                  <a:gd name="T6" fmla="*/ 109 w 85"/>
                  <a:gd name="T7" fmla="*/ 357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112">
                    <a:moveTo>
                      <a:pt x="34" y="111"/>
                    </a:moveTo>
                    <a:cubicBezTo>
                      <a:pt x="50" y="112"/>
                      <a:pt x="55" y="72"/>
                      <a:pt x="66" y="58"/>
                    </a:cubicBezTo>
                    <a:cubicBezTo>
                      <a:pt x="85" y="34"/>
                      <a:pt x="83" y="0"/>
                      <a:pt x="51" y="3"/>
                    </a:cubicBezTo>
                    <a:cubicBezTo>
                      <a:pt x="18" y="6"/>
                      <a:pt x="0" y="109"/>
                      <a:pt x="34" y="111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4" name="Freeform 368">
                <a:extLst>
                  <a:ext uri="{FF2B5EF4-FFF2-40B4-BE49-F238E27FC236}">
                    <a16:creationId xmlns:a16="http://schemas.microsoft.com/office/drawing/2014/main" id="{8EE2263B-E07A-4EA8-BB4A-FBC51C50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576"/>
                <a:ext cx="125" cy="165"/>
              </a:xfrm>
              <a:custGeom>
                <a:avLst/>
                <a:gdLst>
                  <a:gd name="T0" fmla="*/ 109 w 85"/>
                  <a:gd name="T1" fmla="*/ 357 h 112"/>
                  <a:gd name="T2" fmla="*/ 210 w 85"/>
                  <a:gd name="T3" fmla="*/ 184 h 112"/>
                  <a:gd name="T4" fmla="*/ 162 w 85"/>
                  <a:gd name="T5" fmla="*/ 9 h 112"/>
                  <a:gd name="T6" fmla="*/ 109 w 85"/>
                  <a:gd name="T7" fmla="*/ 357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112">
                    <a:moveTo>
                      <a:pt x="34" y="111"/>
                    </a:moveTo>
                    <a:cubicBezTo>
                      <a:pt x="51" y="112"/>
                      <a:pt x="56" y="72"/>
                      <a:pt x="66" y="58"/>
                    </a:cubicBezTo>
                    <a:cubicBezTo>
                      <a:pt x="85" y="34"/>
                      <a:pt x="83" y="0"/>
                      <a:pt x="51" y="3"/>
                    </a:cubicBezTo>
                    <a:cubicBezTo>
                      <a:pt x="19" y="6"/>
                      <a:pt x="0" y="109"/>
                      <a:pt x="34" y="1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Freeform 369">
                <a:extLst>
                  <a:ext uri="{FF2B5EF4-FFF2-40B4-BE49-F238E27FC236}">
                    <a16:creationId xmlns:a16="http://schemas.microsoft.com/office/drawing/2014/main" id="{529730BB-15C1-4F2A-8BCD-A35A098B1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610"/>
                <a:ext cx="61" cy="95"/>
              </a:xfrm>
              <a:custGeom>
                <a:avLst/>
                <a:gdLst>
                  <a:gd name="T0" fmla="*/ 49 w 41"/>
                  <a:gd name="T1" fmla="*/ 190 h 64"/>
                  <a:gd name="T2" fmla="*/ 33 w 41"/>
                  <a:gd name="T3" fmla="*/ 194 h 64"/>
                  <a:gd name="T4" fmla="*/ 28 w 41"/>
                  <a:gd name="T5" fmla="*/ 86 h 64"/>
                  <a:gd name="T6" fmla="*/ 67 w 41"/>
                  <a:gd name="T7" fmla="*/ 49 h 64"/>
                  <a:gd name="T8" fmla="*/ 119 w 41"/>
                  <a:gd name="T9" fmla="*/ 36 h 64"/>
                  <a:gd name="T10" fmla="*/ 80 w 41"/>
                  <a:gd name="T11" fmla="*/ 1 h 64"/>
                  <a:gd name="T12" fmla="*/ 22 w 41"/>
                  <a:gd name="T13" fmla="*/ 59 h 64"/>
                  <a:gd name="T14" fmla="*/ 9 w 41"/>
                  <a:gd name="T15" fmla="*/ 177 h 64"/>
                  <a:gd name="T16" fmla="*/ 42 w 41"/>
                  <a:gd name="T17" fmla="*/ 187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64">
                    <a:moveTo>
                      <a:pt x="15" y="58"/>
                    </a:moveTo>
                    <a:cubicBezTo>
                      <a:pt x="13" y="58"/>
                      <a:pt x="11" y="59"/>
                      <a:pt x="10" y="59"/>
                    </a:cubicBezTo>
                    <a:cubicBezTo>
                      <a:pt x="3" y="51"/>
                      <a:pt x="6" y="34"/>
                      <a:pt x="9" y="26"/>
                    </a:cubicBezTo>
                    <a:cubicBezTo>
                      <a:pt x="12" y="21"/>
                      <a:pt x="15" y="17"/>
                      <a:pt x="20" y="15"/>
                    </a:cubicBezTo>
                    <a:cubicBezTo>
                      <a:pt x="27" y="12"/>
                      <a:pt x="33" y="16"/>
                      <a:pt x="36" y="11"/>
                    </a:cubicBezTo>
                    <a:cubicBezTo>
                      <a:pt x="41" y="3"/>
                      <a:pt x="31" y="0"/>
                      <a:pt x="24" y="1"/>
                    </a:cubicBezTo>
                    <a:cubicBezTo>
                      <a:pt x="15" y="3"/>
                      <a:pt x="10" y="12"/>
                      <a:pt x="7" y="18"/>
                    </a:cubicBezTo>
                    <a:cubicBezTo>
                      <a:pt x="3" y="28"/>
                      <a:pt x="0" y="44"/>
                      <a:pt x="3" y="54"/>
                    </a:cubicBezTo>
                    <a:cubicBezTo>
                      <a:pt x="4" y="57"/>
                      <a:pt x="11" y="64"/>
                      <a:pt x="13" y="57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6" name="Freeform 370">
                <a:extLst>
                  <a:ext uri="{FF2B5EF4-FFF2-40B4-BE49-F238E27FC236}">
                    <a16:creationId xmlns:a16="http://schemas.microsoft.com/office/drawing/2014/main" id="{0CBC645C-F2E7-4055-831B-4FC56A1A3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649"/>
                <a:ext cx="31" cy="45"/>
              </a:xfrm>
              <a:custGeom>
                <a:avLst/>
                <a:gdLst>
                  <a:gd name="T0" fmla="*/ 0 w 21"/>
                  <a:gd name="T1" fmla="*/ 74 h 31"/>
                  <a:gd name="T2" fmla="*/ 15 w 21"/>
                  <a:gd name="T3" fmla="*/ 94 h 31"/>
                  <a:gd name="T4" fmla="*/ 47 w 21"/>
                  <a:gd name="T5" fmla="*/ 70 h 31"/>
                  <a:gd name="T6" fmla="*/ 68 w 21"/>
                  <a:gd name="T7" fmla="*/ 0 h 31"/>
                  <a:gd name="T8" fmla="*/ 46 w 21"/>
                  <a:gd name="T9" fmla="*/ 52 h 31"/>
                  <a:gd name="T10" fmla="*/ 28 w 21"/>
                  <a:gd name="T11" fmla="*/ 60 h 31"/>
                  <a:gd name="T12" fmla="*/ 27 w 21"/>
                  <a:gd name="T13" fmla="*/ 41 h 31"/>
                  <a:gd name="T14" fmla="*/ 1 w 21"/>
                  <a:gd name="T15" fmla="*/ 36 h 31"/>
                  <a:gd name="T16" fmla="*/ 0 w 21"/>
                  <a:gd name="T17" fmla="*/ 74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1">
                    <a:moveTo>
                      <a:pt x="0" y="24"/>
                    </a:moveTo>
                    <a:cubicBezTo>
                      <a:pt x="0" y="26"/>
                      <a:pt x="2" y="30"/>
                      <a:pt x="5" y="31"/>
                    </a:cubicBezTo>
                    <a:cubicBezTo>
                      <a:pt x="9" y="31"/>
                      <a:pt x="13" y="25"/>
                      <a:pt x="15" y="23"/>
                    </a:cubicBezTo>
                    <a:cubicBezTo>
                      <a:pt x="19" y="16"/>
                      <a:pt x="20" y="7"/>
                      <a:pt x="21" y="0"/>
                    </a:cubicBezTo>
                    <a:cubicBezTo>
                      <a:pt x="20" y="5"/>
                      <a:pt x="17" y="12"/>
                      <a:pt x="14" y="17"/>
                    </a:cubicBezTo>
                    <a:cubicBezTo>
                      <a:pt x="13" y="19"/>
                      <a:pt x="11" y="22"/>
                      <a:pt x="9" y="19"/>
                    </a:cubicBezTo>
                    <a:cubicBezTo>
                      <a:pt x="8" y="18"/>
                      <a:pt x="9" y="15"/>
                      <a:pt x="8" y="13"/>
                    </a:cubicBezTo>
                    <a:cubicBezTo>
                      <a:pt x="7" y="8"/>
                      <a:pt x="3" y="7"/>
                      <a:pt x="1" y="12"/>
                    </a:cubicBezTo>
                    <a:cubicBezTo>
                      <a:pt x="0" y="16"/>
                      <a:pt x="0" y="20"/>
                      <a:pt x="0" y="24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7" name="Freeform 371">
                <a:extLst>
                  <a:ext uri="{FF2B5EF4-FFF2-40B4-BE49-F238E27FC236}">
                    <a16:creationId xmlns:a16="http://schemas.microsoft.com/office/drawing/2014/main" id="{BA5278FC-3C31-447E-B26A-7C3C2C350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18"/>
                <a:ext cx="34" cy="22"/>
              </a:xfrm>
              <a:custGeom>
                <a:avLst/>
                <a:gdLst>
                  <a:gd name="T0" fmla="*/ 65 w 23"/>
                  <a:gd name="T1" fmla="*/ 15 h 15"/>
                  <a:gd name="T2" fmla="*/ 19 w 23"/>
                  <a:gd name="T3" fmla="*/ 26 h 15"/>
                  <a:gd name="T4" fmla="*/ 9 w 23"/>
                  <a:gd name="T5" fmla="*/ 38 h 15"/>
                  <a:gd name="T6" fmla="*/ 0 w 23"/>
                  <a:gd name="T7" fmla="*/ 47 h 15"/>
                  <a:gd name="T8" fmla="*/ 9 w 23"/>
                  <a:gd name="T9" fmla="*/ 26 h 15"/>
                  <a:gd name="T10" fmla="*/ 35 w 23"/>
                  <a:gd name="T11" fmla="*/ 6 h 15"/>
                  <a:gd name="T12" fmla="*/ 59 w 23"/>
                  <a:gd name="T13" fmla="*/ 1 h 15"/>
                  <a:gd name="T14" fmla="*/ 65 w 23"/>
                  <a:gd name="T15" fmla="*/ 13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5">
                    <a:moveTo>
                      <a:pt x="20" y="5"/>
                    </a:moveTo>
                    <a:cubicBezTo>
                      <a:pt x="15" y="3"/>
                      <a:pt x="9" y="5"/>
                      <a:pt x="6" y="8"/>
                    </a:cubicBezTo>
                    <a:cubicBezTo>
                      <a:pt x="4" y="9"/>
                      <a:pt x="4" y="10"/>
                      <a:pt x="3" y="12"/>
                    </a:cubicBezTo>
                    <a:cubicBezTo>
                      <a:pt x="2" y="13"/>
                      <a:pt x="2" y="14"/>
                      <a:pt x="0" y="15"/>
                    </a:cubicBezTo>
                    <a:cubicBezTo>
                      <a:pt x="0" y="14"/>
                      <a:pt x="2" y="10"/>
                      <a:pt x="3" y="8"/>
                    </a:cubicBezTo>
                    <a:cubicBezTo>
                      <a:pt x="5" y="6"/>
                      <a:pt x="7" y="3"/>
                      <a:pt x="11" y="2"/>
                    </a:cubicBezTo>
                    <a:cubicBezTo>
                      <a:pt x="13" y="1"/>
                      <a:pt x="16" y="0"/>
                      <a:pt x="18" y="1"/>
                    </a:cubicBezTo>
                    <a:cubicBezTo>
                      <a:pt x="20" y="1"/>
                      <a:pt x="23" y="3"/>
                      <a:pt x="20" y="4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8" name="Freeform 372">
                <a:extLst>
                  <a:ext uri="{FF2B5EF4-FFF2-40B4-BE49-F238E27FC236}">
                    <a16:creationId xmlns:a16="http://schemas.microsoft.com/office/drawing/2014/main" id="{1A9BEE50-CA9B-454A-B4F9-42C3B59A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447"/>
                <a:ext cx="174" cy="160"/>
              </a:xfrm>
              <a:custGeom>
                <a:avLst/>
                <a:gdLst>
                  <a:gd name="T0" fmla="*/ 134 w 118"/>
                  <a:gd name="T1" fmla="*/ 338 h 109"/>
                  <a:gd name="T2" fmla="*/ 285 w 118"/>
                  <a:gd name="T3" fmla="*/ 181 h 109"/>
                  <a:gd name="T4" fmla="*/ 248 w 118"/>
                  <a:gd name="T5" fmla="*/ 1 h 109"/>
                  <a:gd name="T6" fmla="*/ 134 w 118"/>
                  <a:gd name="T7" fmla="*/ 338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109">
                    <a:moveTo>
                      <a:pt x="42" y="107"/>
                    </a:moveTo>
                    <a:cubicBezTo>
                      <a:pt x="62" y="109"/>
                      <a:pt x="74" y="70"/>
                      <a:pt x="89" y="57"/>
                    </a:cubicBezTo>
                    <a:cubicBezTo>
                      <a:pt x="115" y="35"/>
                      <a:pt x="118" y="2"/>
                      <a:pt x="77" y="1"/>
                    </a:cubicBezTo>
                    <a:cubicBezTo>
                      <a:pt x="37" y="0"/>
                      <a:pt x="0" y="101"/>
                      <a:pt x="42" y="107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Freeform 373">
                <a:extLst>
                  <a:ext uri="{FF2B5EF4-FFF2-40B4-BE49-F238E27FC236}">
                    <a16:creationId xmlns:a16="http://schemas.microsoft.com/office/drawing/2014/main" id="{FE0B5DBA-6651-492D-B7F3-1786A5DB6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447"/>
                <a:ext cx="174" cy="160"/>
              </a:xfrm>
              <a:custGeom>
                <a:avLst/>
                <a:gdLst>
                  <a:gd name="T0" fmla="*/ 134 w 118"/>
                  <a:gd name="T1" fmla="*/ 336 h 109"/>
                  <a:gd name="T2" fmla="*/ 285 w 118"/>
                  <a:gd name="T3" fmla="*/ 181 h 109"/>
                  <a:gd name="T4" fmla="*/ 251 w 118"/>
                  <a:gd name="T5" fmla="*/ 1 h 109"/>
                  <a:gd name="T6" fmla="*/ 134 w 118"/>
                  <a:gd name="T7" fmla="*/ 336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109">
                    <a:moveTo>
                      <a:pt x="42" y="106"/>
                    </a:moveTo>
                    <a:cubicBezTo>
                      <a:pt x="62" y="109"/>
                      <a:pt x="74" y="70"/>
                      <a:pt x="89" y="57"/>
                    </a:cubicBezTo>
                    <a:cubicBezTo>
                      <a:pt x="115" y="35"/>
                      <a:pt x="118" y="1"/>
                      <a:pt x="78" y="1"/>
                    </a:cubicBezTo>
                    <a:cubicBezTo>
                      <a:pt x="37" y="0"/>
                      <a:pt x="0" y="101"/>
                      <a:pt x="42" y="106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0" name="Freeform 374">
                <a:extLst>
                  <a:ext uri="{FF2B5EF4-FFF2-40B4-BE49-F238E27FC236}">
                    <a16:creationId xmlns:a16="http://schemas.microsoft.com/office/drawing/2014/main" id="{AA344FD3-D730-46A3-9D32-552D95C1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479"/>
                <a:ext cx="82" cy="90"/>
              </a:xfrm>
              <a:custGeom>
                <a:avLst/>
                <a:gdLst>
                  <a:gd name="T0" fmla="*/ 54 w 56"/>
                  <a:gd name="T1" fmla="*/ 177 h 61"/>
                  <a:gd name="T2" fmla="*/ 32 w 56"/>
                  <a:gd name="T3" fmla="*/ 180 h 61"/>
                  <a:gd name="T4" fmla="*/ 45 w 56"/>
                  <a:gd name="T5" fmla="*/ 77 h 61"/>
                  <a:gd name="T6" fmla="*/ 89 w 56"/>
                  <a:gd name="T7" fmla="*/ 41 h 61"/>
                  <a:gd name="T8" fmla="*/ 157 w 56"/>
                  <a:gd name="T9" fmla="*/ 35 h 61"/>
                  <a:gd name="T10" fmla="*/ 114 w 56"/>
                  <a:gd name="T11" fmla="*/ 0 h 61"/>
                  <a:gd name="T12" fmla="*/ 41 w 56"/>
                  <a:gd name="T13" fmla="*/ 52 h 61"/>
                  <a:gd name="T14" fmla="*/ 6 w 56"/>
                  <a:gd name="T15" fmla="*/ 161 h 61"/>
                  <a:gd name="T16" fmla="*/ 45 w 56"/>
                  <a:gd name="T17" fmla="*/ 177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61">
                    <a:moveTo>
                      <a:pt x="17" y="55"/>
                    </a:moveTo>
                    <a:cubicBezTo>
                      <a:pt x="15" y="56"/>
                      <a:pt x="12" y="56"/>
                      <a:pt x="10" y="56"/>
                    </a:cubicBezTo>
                    <a:cubicBezTo>
                      <a:pt x="3" y="48"/>
                      <a:pt x="9" y="31"/>
                      <a:pt x="14" y="24"/>
                    </a:cubicBezTo>
                    <a:cubicBezTo>
                      <a:pt x="18" y="19"/>
                      <a:pt x="22" y="15"/>
                      <a:pt x="29" y="13"/>
                    </a:cubicBezTo>
                    <a:cubicBezTo>
                      <a:pt x="38" y="12"/>
                      <a:pt x="45" y="16"/>
                      <a:pt x="50" y="11"/>
                    </a:cubicBezTo>
                    <a:cubicBezTo>
                      <a:pt x="56" y="4"/>
                      <a:pt x="45" y="0"/>
                      <a:pt x="36" y="0"/>
                    </a:cubicBezTo>
                    <a:cubicBezTo>
                      <a:pt x="24" y="1"/>
                      <a:pt x="17" y="9"/>
                      <a:pt x="13" y="16"/>
                    </a:cubicBezTo>
                    <a:cubicBezTo>
                      <a:pt x="6" y="25"/>
                      <a:pt x="0" y="40"/>
                      <a:pt x="2" y="50"/>
                    </a:cubicBezTo>
                    <a:cubicBezTo>
                      <a:pt x="3" y="53"/>
                      <a:pt x="11" y="61"/>
                      <a:pt x="14" y="55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1" name="Freeform 375">
                <a:extLst>
                  <a:ext uri="{FF2B5EF4-FFF2-40B4-BE49-F238E27FC236}">
                    <a16:creationId xmlns:a16="http://schemas.microsoft.com/office/drawing/2014/main" id="{B435BAA5-B05E-4F5B-B83B-89B31BE1C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516"/>
                <a:ext cx="44" cy="44"/>
              </a:xfrm>
              <a:custGeom>
                <a:avLst/>
                <a:gdLst>
                  <a:gd name="T0" fmla="*/ 1 w 30"/>
                  <a:gd name="T1" fmla="*/ 69 h 30"/>
                  <a:gd name="T2" fmla="*/ 15 w 30"/>
                  <a:gd name="T3" fmla="*/ 92 h 30"/>
                  <a:gd name="T4" fmla="*/ 56 w 30"/>
                  <a:gd name="T5" fmla="*/ 69 h 30"/>
                  <a:gd name="T6" fmla="*/ 95 w 30"/>
                  <a:gd name="T7" fmla="*/ 0 h 30"/>
                  <a:gd name="T8" fmla="*/ 56 w 30"/>
                  <a:gd name="T9" fmla="*/ 54 h 30"/>
                  <a:gd name="T10" fmla="*/ 38 w 30"/>
                  <a:gd name="T11" fmla="*/ 56 h 30"/>
                  <a:gd name="T12" fmla="*/ 38 w 30"/>
                  <a:gd name="T13" fmla="*/ 38 h 30"/>
                  <a:gd name="T14" fmla="*/ 13 w 30"/>
                  <a:gd name="T15" fmla="*/ 32 h 30"/>
                  <a:gd name="T16" fmla="*/ 1 w 30"/>
                  <a:gd name="T17" fmla="*/ 69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30">
                    <a:moveTo>
                      <a:pt x="1" y="22"/>
                    </a:moveTo>
                    <a:cubicBezTo>
                      <a:pt x="0" y="24"/>
                      <a:pt x="1" y="28"/>
                      <a:pt x="5" y="29"/>
                    </a:cubicBezTo>
                    <a:cubicBezTo>
                      <a:pt x="10" y="30"/>
                      <a:pt x="16" y="25"/>
                      <a:pt x="18" y="22"/>
                    </a:cubicBezTo>
                    <a:cubicBezTo>
                      <a:pt x="25" y="16"/>
                      <a:pt x="27" y="7"/>
                      <a:pt x="30" y="0"/>
                    </a:cubicBezTo>
                    <a:cubicBezTo>
                      <a:pt x="27" y="5"/>
                      <a:pt x="23" y="12"/>
                      <a:pt x="18" y="17"/>
                    </a:cubicBezTo>
                    <a:cubicBezTo>
                      <a:pt x="16" y="18"/>
                      <a:pt x="14" y="21"/>
                      <a:pt x="12" y="18"/>
                    </a:cubicBezTo>
                    <a:cubicBezTo>
                      <a:pt x="11" y="17"/>
                      <a:pt x="12" y="13"/>
                      <a:pt x="12" y="12"/>
                    </a:cubicBezTo>
                    <a:cubicBezTo>
                      <a:pt x="11" y="7"/>
                      <a:pt x="7" y="5"/>
                      <a:pt x="4" y="10"/>
                    </a:cubicBezTo>
                    <a:cubicBezTo>
                      <a:pt x="1" y="14"/>
                      <a:pt x="1" y="18"/>
                      <a:pt x="1" y="22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2" name="Freeform 376">
                <a:extLst>
                  <a:ext uri="{FF2B5EF4-FFF2-40B4-BE49-F238E27FC236}">
                    <a16:creationId xmlns:a16="http://schemas.microsoft.com/office/drawing/2014/main" id="{524F2A1D-6982-40CF-9A3A-6F5FB71A2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86"/>
                <a:ext cx="43" cy="20"/>
              </a:xfrm>
              <a:custGeom>
                <a:avLst/>
                <a:gdLst>
                  <a:gd name="T0" fmla="*/ 86 w 29"/>
                  <a:gd name="T1" fmla="*/ 14 h 13"/>
                  <a:gd name="T2" fmla="*/ 27 w 29"/>
                  <a:gd name="T3" fmla="*/ 22 h 13"/>
                  <a:gd name="T4" fmla="*/ 13 w 29"/>
                  <a:gd name="T5" fmla="*/ 34 h 13"/>
                  <a:gd name="T6" fmla="*/ 0 w 29"/>
                  <a:gd name="T7" fmla="*/ 48 h 13"/>
                  <a:gd name="T8" fmla="*/ 15 w 29"/>
                  <a:gd name="T9" fmla="*/ 22 h 13"/>
                  <a:gd name="T10" fmla="*/ 49 w 29"/>
                  <a:gd name="T11" fmla="*/ 5 h 13"/>
                  <a:gd name="T12" fmla="*/ 79 w 29"/>
                  <a:gd name="T13" fmla="*/ 0 h 13"/>
                  <a:gd name="T14" fmla="*/ 86 w 29"/>
                  <a:gd name="T15" fmla="*/ 14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3">
                    <a:moveTo>
                      <a:pt x="26" y="4"/>
                    </a:moveTo>
                    <a:cubicBezTo>
                      <a:pt x="20" y="2"/>
                      <a:pt x="13" y="3"/>
                      <a:pt x="8" y="6"/>
                    </a:cubicBezTo>
                    <a:cubicBezTo>
                      <a:pt x="6" y="7"/>
                      <a:pt x="5" y="8"/>
                      <a:pt x="4" y="9"/>
                    </a:cubicBezTo>
                    <a:cubicBezTo>
                      <a:pt x="3" y="10"/>
                      <a:pt x="2" y="12"/>
                      <a:pt x="0" y="13"/>
                    </a:cubicBezTo>
                    <a:cubicBezTo>
                      <a:pt x="0" y="11"/>
                      <a:pt x="3" y="7"/>
                      <a:pt x="5" y="6"/>
                    </a:cubicBezTo>
                    <a:cubicBezTo>
                      <a:pt x="7" y="4"/>
                      <a:pt x="11" y="2"/>
                      <a:pt x="15" y="1"/>
                    </a:cubicBezTo>
                    <a:cubicBezTo>
                      <a:pt x="18" y="0"/>
                      <a:pt x="21" y="0"/>
                      <a:pt x="24" y="0"/>
                    </a:cubicBezTo>
                    <a:cubicBezTo>
                      <a:pt x="26" y="1"/>
                      <a:pt x="29" y="3"/>
                      <a:pt x="26" y="4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Freeform 377">
                <a:extLst>
                  <a:ext uri="{FF2B5EF4-FFF2-40B4-BE49-F238E27FC236}">
                    <a16:creationId xmlns:a16="http://schemas.microsoft.com/office/drawing/2014/main" id="{5D9B9B5A-50F6-439D-9672-4E1917EE9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613"/>
                <a:ext cx="215" cy="148"/>
              </a:xfrm>
              <a:custGeom>
                <a:avLst/>
                <a:gdLst>
                  <a:gd name="T0" fmla="*/ 403 w 146"/>
                  <a:gd name="T1" fmla="*/ 41 h 100"/>
                  <a:gd name="T2" fmla="*/ 196 w 146"/>
                  <a:gd name="T3" fmla="*/ 81 h 100"/>
                  <a:gd name="T4" fmla="*/ 69 w 146"/>
                  <a:gd name="T5" fmla="*/ 246 h 100"/>
                  <a:gd name="T6" fmla="*/ 403 w 146"/>
                  <a:gd name="T7" fmla="*/ 41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100">
                    <a:moveTo>
                      <a:pt x="126" y="13"/>
                    </a:moveTo>
                    <a:cubicBezTo>
                      <a:pt x="117" y="0"/>
                      <a:pt x="79" y="23"/>
                      <a:pt x="61" y="25"/>
                    </a:cubicBezTo>
                    <a:cubicBezTo>
                      <a:pt x="28" y="27"/>
                      <a:pt x="0" y="52"/>
                      <a:pt x="22" y="76"/>
                    </a:cubicBezTo>
                    <a:cubicBezTo>
                      <a:pt x="45" y="100"/>
                      <a:pt x="146" y="41"/>
                      <a:pt x="126" y="13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4" name="Freeform 378">
                <a:extLst>
                  <a:ext uri="{FF2B5EF4-FFF2-40B4-BE49-F238E27FC236}">
                    <a16:creationId xmlns:a16="http://schemas.microsoft.com/office/drawing/2014/main" id="{74740638-81CD-4515-805A-FE803C47B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612"/>
                <a:ext cx="213" cy="147"/>
              </a:xfrm>
              <a:custGeom>
                <a:avLst/>
                <a:gdLst>
                  <a:gd name="T0" fmla="*/ 400 w 145"/>
                  <a:gd name="T1" fmla="*/ 46 h 100"/>
                  <a:gd name="T2" fmla="*/ 189 w 145"/>
                  <a:gd name="T3" fmla="*/ 82 h 100"/>
                  <a:gd name="T4" fmla="*/ 69 w 145"/>
                  <a:gd name="T5" fmla="*/ 244 h 100"/>
                  <a:gd name="T6" fmla="*/ 400 w 145"/>
                  <a:gd name="T7" fmla="*/ 46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00">
                    <a:moveTo>
                      <a:pt x="126" y="14"/>
                    </a:moveTo>
                    <a:cubicBezTo>
                      <a:pt x="117" y="0"/>
                      <a:pt x="79" y="24"/>
                      <a:pt x="60" y="26"/>
                    </a:cubicBezTo>
                    <a:cubicBezTo>
                      <a:pt x="28" y="28"/>
                      <a:pt x="0" y="53"/>
                      <a:pt x="22" y="77"/>
                    </a:cubicBezTo>
                    <a:cubicBezTo>
                      <a:pt x="44" y="100"/>
                      <a:pt x="145" y="42"/>
                      <a:pt x="126" y="1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5" name="Freeform 379">
                <a:extLst>
                  <a:ext uri="{FF2B5EF4-FFF2-40B4-BE49-F238E27FC236}">
                    <a16:creationId xmlns:a16="http://schemas.microsoft.com/office/drawing/2014/main" id="{A84F9F40-04A7-4C75-939C-7DC33061B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52"/>
                <a:ext cx="103" cy="59"/>
              </a:xfrm>
              <a:custGeom>
                <a:avLst/>
                <a:gdLst>
                  <a:gd name="T0" fmla="*/ 202 w 70"/>
                  <a:gd name="T1" fmla="*/ 6 h 40"/>
                  <a:gd name="T2" fmla="*/ 215 w 70"/>
                  <a:gd name="T3" fmla="*/ 15 h 40"/>
                  <a:gd name="T4" fmla="*/ 124 w 70"/>
                  <a:gd name="T5" fmla="*/ 89 h 40"/>
                  <a:gd name="T6" fmla="*/ 69 w 70"/>
                  <a:gd name="T7" fmla="*/ 87 h 40"/>
                  <a:gd name="T8" fmla="*/ 28 w 70"/>
                  <a:gd name="T9" fmla="*/ 55 h 40"/>
                  <a:gd name="T10" fmla="*/ 26 w 70"/>
                  <a:gd name="T11" fmla="*/ 109 h 40"/>
                  <a:gd name="T12" fmla="*/ 106 w 70"/>
                  <a:gd name="T13" fmla="*/ 114 h 40"/>
                  <a:gd name="T14" fmla="*/ 215 w 70"/>
                  <a:gd name="T15" fmla="*/ 46 h 40"/>
                  <a:gd name="T16" fmla="*/ 203 w 70"/>
                  <a:gd name="T17" fmla="*/ 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0">
                    <a:moveTo>
                      <a:pt x="63" y="2"/>
                    </a:moveTo>
                    <a:cubicBezTo>
                      <a:pt x="64" y="2"/>
                      <a:pt x="66" y="3"/>
                      <a:pt x="67" y="5"/>
                    </a:cubicBezTo>
                    <a:cubicBezTo>
                      <a:pt x="64" y="15"/>
                      <a:pt x="48" y="25"/>
                      <a:pt x="39" y="28"/>
                    </a:cubicBezTo>
                    <a:cubicBezTo>
                      <a:pt x="33" y="30"/>
                      <a:pt x="27" y="31"/>
                      <a:pt x="22" y="27"/>
                    </a:cubicBezTo>
                    <a:cubicBezTo>
                      <a:pt x="16" y="24"/>
                      <a:pt x="16" y="16"/>
                      <a:pt x="9" y="17"/>
                    </a:cubicBezTo>
                    <a:cubicBezTo>
                      <a:pt x="0" y="19"/>
                      <a:pt x="2" y="29"/>
                      <a:pt x="8" y="34"/>
                    </a:cubicBezTo>
                    <a:cubicBezTo>
                      <a:pt x="15" y="40"/>
                      <a:pt x="25" y="38"/>
                      <a:pt x="33" y="35"/>
                    </a:cubicBezTo>
                    <a:cubicBezTo>
                      <a:pt x="44" y="31"/>
                      <a:pt x="60" y="23"/>
                      <a:pt x="67" y="14"/>
                    </a:cubicBezTo>
                    <a:cubicBezTo>
                      <a:pt x="69" y="11"/>
                      <a:pt x="70" y="0"/>
                      <a:pt x="64" y="3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6" name="Freeform 380">
                <a:extLst>
                  <a:ext uri="{FF2B5EF4-FFF2-40B4-BE49-F238E27FC236}">
                    <a16:creationId xmlns:a16="http://schemas.microsoft.com/office/drawing/2014/main" id="{4F0281A6-5495-421C-BECD-1B2BBE98C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653"/>
                <a:ext cx="56" cy="33"/>
              </a:xfrm>
              <a:custGeom>
                <a:avLst/>
                <a:gdLst>
                  <a:gd name="T0" fmla="*/ 106 w 38"/>
                  <a:gd name="T1" fmla="*/ 41 h 22"/>
                  <a:gd name="T2" fmla="*/ 115 w 38"/>
                  <a:gd name="T3" fmla="*/ 12 h 22"/>
                  <a:gd name="T4" fmla="*/ 77 w 38"/>
                  <a:gd name="T5" fmla="*/ 5 h 22"/>
                  <a:gd name="T6" fmla="*/ 0 w 38"/>
                  <a:gd name="T7" fmla="*/ 41 h 22"/>
                  <a:gd name="T8" fmla="*/ 60 w 38"/>
                  <a:gd name="T9" fmla="*/ 21 h 22"/>
                  <a:gd name="T10" fmla="*/ 77 w 38"/>
                  <a:gd name="T11" fmla="*/ 27 h 22"/>
                  <a:gd name="T12" fmla="*/ 60 w 38"/>
                  <a:gd name="T13" fmla="*/ 45 h 22"/>
                  <a:gd name="T14" fmla="*/ 69 w 38"/>
                  <a:gd name="T15" fmla="*/ 66 h 22"/>
                  <a:gd name="T16" fmla="*/ 106 w 38"/>
                  <a:gd name="T17" fmla="*/ 41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22">
                    <a:moveTo>
                      <a:pt x="33" y="12"/>
                    </a:moveTo>
                    <a:cubicBezTo>
                      <a:pt x="35" y="11"/>
                      <a:pt x="38" y="6"/>
                      <a:pt x="36" y="3"/>
                    </a:cubicBezTo>
                    <a:cubicBezTo>
                      <a:pt x="34" y="0"/>
                      <a:pt x="27" y="1"/>
                      <a:pt x="24" y="1"/>
                    </a:cubicBezTo>
                    <a:cubicBezTo>
                      <a:pt x="15" y="2"/>
                      <a:pt x="7" y="8"/>
                      <a:pt x="0" y="12"/>
                    </a:cubicBezTo>
                    <a:cubicBezTo>
                      <a:pt x="5" y="10"/>
                      <a:pt x="13" y="7"/>
                      <a:pt x="19" y="6"/>
                    </a:cubicBezTo>
                    <a:cubicBezTo>
                      <a:pt x="22" y="5"/>
                      <a:pt x="25" y="5"/>
                      <a:pt x="24" y="8"/>
                    </a:cubicBezTo>
                    <a:cubicBezTo>
                      <a:pt x="23" y="10"/>
                      <a:pt x="20" y="12"/>
                      <a:pt x="19" y="13"/>
                    </a:cubicBezTo>
                    <a:cubicBezTo>
                      <a:pt x="15" y="18"/>
                      <a:pt x="16" y="22"/>
                      <a:pt x="22" y="19"/>
                    </a:cubicBezTo>
                    <a:cubicBezTo>
                      <a:pt x="27" y="18"/>
                      <a:pt x="30" y="15"/>
                      <a:pt x="33" y="12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Freeform 381">
                <a:extLst>
                  <a:ext uri="{FF2B5EF4-FFF2-40B4-BE49-F238E27FC236}">
                    <a16:creationId xmlns:a16="http://schemas.microsoft.com/office/drawing/2014/main" id="{DEB3DAE5-DF24-4C3B-A7CB-976CC824F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684"/>
                <a:ext cx="36" cy="18"/>
              </a:xfrm>
              <a:custGeom>
                <a:avLst/>
                <a:gdLst>
                  <a:gd name="T0" fmla="*/ 12 w 24"/>
                  <a:gd name="T1" fmla="*/ 5 h 12"/>
                  <a:gd name="T2" fmla="*/ 48 w 24"/>
                  <a:gd name="T3" fmla="*/ 35 h 12"/>
                  <a:gd name="T4" fmla="*/ 66 w 24"/>
                  <a:gd name="T5" fmla="*/ 35 h 12"/>
                  <a:gd name="T6" fmla="*/ 81 w 24"/>
                  <a:gd name="T7" fmla="*/ 32 h 12"/>
                  <a:gd name="T8" fmla="*/ 54 w 24"/>
                  <a:gd name="T9" fmla="*/ 41 h 12"/>
                  <a:gd name="T10" fmla="*/ 21 w 24"/>
                  <a:gd name="T11" fmla="*/ 35 h 12"/>
                  <a:gd name="T12" fmla="*/ 5 w 24"/>
                  <a:gd name="T13" fmla="*/ 18 h 12"/>
                  <a:gd name="T14" fmla="*/ 8 w 24"/>
                  <a:gd name="T15" fmla="*/ 8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2">
                    <a:moveTo>
                      <a:pt x="3" y="1"/>
                    </a:moveTo>
                    <a:cubicBezTo>
                      <a:pt x="4" y="6"/>
                      <a:pt x="9" y="10"/>
                      <a:pt x="14" y="10"/>
                    </a:cubicBezTo>
                    <a:cubicBezTo>
                      <a:pt x="16" y="10"/>
                      <a:pt x="17" y="10"/>
                      <a:pt x="19" y="10"/>
                    </a:cubicBezTo>
                    <a:cubicBezTo>
                      <a:pt x="20" y="10"/>
                      <a:pt x="22" y="9"/>
                      <a:pt x="24" y="9"/>
                    </a:cubicBezTo>
                    <a:cubicBezTo>
                      <a:pt x="23" y="11"/>
                      <a:pt x="18" y="12"/>
                      <a:pt x="16" y="12"/>
                    </a:cubicBezTo>
                    <a:cubicBezTo>
                      <a:pt x="13" y="12"/>
                      <a:pt x="9" y="12"/>
                      <a:pt x="6" y="10"/>
                    </a:cubicBezTo>
                    <a:cubicBezTo>
                      <a:pt x="4" y="9"/>
                      <a:pt x="2" y="8"/>
                      <a:pt x="1" y="5"/>
                    </a:cubicBezTo>
                    <a:cubicBezTo>
                      <a:pt x="0" y="4"/>
                      <a:pt x="0" y="0"/>
                      <a:pt x="2" y="2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8" name="Freeform 382">
                <a:extLst>
                  <a:ext uri="{FF2B5EF4-FFF2-40B4-BE49-F238E27FC236}">
                    <a16:creationId xmlns:a16="http://schemas.microsoft.com/office/drawing/2014/main" id="{6B48B5E8-9F3E-455A-B3F4-EAA3D2970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283"/>
                <a:ext cx="117" cy="159"/>
              </a:xfrm>
              <a:custGeom>
                <a:avLst/>
                <a:gdLst>
                  <a:gd name="T0" fmla="*/ 222 w 80"/>
                  <a:gd name="T1" fmla="*/ 281 h 108"/>
                  <a:gd name="T2" fmla="*/ 177 w 80"/>
                  <a:gd name="T3" fmla="*/ 130 h 108"/>
                  <a:gd name="T4" fmla="*/ 50 w 80"/>
                  <a:gd name="T5" fmla="*/ 68 h 108"/>
                  <a:gd name="T6" fmla="*/ 222 w 80"/>
                  <a:gd name="T7" fmla="*/ 281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08">
                    <a:moveTo>
                      <a:pt x="71" y="88"/>
                    </a:moveTo>
                    <a:cubicBezTo>
                      <a:pt x="80" y="79"/>
                      <a:pt x="59" y="55"/>
                      <a:pt x="57" y="41"/>
                    </a:cubicBezTo>
                    <a:cubicBezTo>
                      <a:pt x="53" y="16"/>
                      <a:pt x="32" y="0"/>
                      <a:pt x="16" y="21"/>
                    </a:cubicBezTo>
                    <a:cubicBezTo>
                      <a:pt x="0" y="42"/>
                      <a:pt x="51" y="108"/>
                      <a:pt x="71" y="88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9" name="Freeform 383">
                <a:extLst>
                  <a:ext uri="{FF2B5EF4-FFF2-40B4-BE49-F238E27FC236}">
                    <a16:creationId xmlns:a16="http://schemas.microsoft.com/office/drawing/2014/main" id="{FCBFA184-A0C1-4BE3-B13E-855A6D53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282"/>
                <a:ext cx="117" cy="160"/>
              </a:xfrm>
              <a:custGeom>
                <a:avLst/>
                <a:gdLst>
                  <a:gd name="T0" fmla="*/ 222 w 80"/>
                  <a:gd name="T1" fmla="*/ 282 h 109"/>
                  <a:gd name="T2" fmla="*/ 177 w 80"/>
                  <a:gd name="T3" fmla="*/ 129 h 109"/>
                  <a:gd name="T4" fmla="*/ 50 w 80"/>
                  <a:gd name="T5" fmla="*/ 69 h 109"/>
                  <a:gd name="T6" fmla="*/ 222 w 80"/>
                  <a:gd name="T7" fmla="*/ 282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09">
                    <a:moveTo>
                      <a:pt x="71" y="89"/>
                    </a:moveTo>
                    <a:cubicBezTo>
                      <a:pt x="80" y="80"/>
                      <a:pt x="60" y="55"/>
                      <a:pt x="57" y="41"/>
                    </a:cubicBezTo>
                    <a:cubicBezTo>
                      <a:pt x="53" y="17"/>
                      <a:pt x="32" y="0"/>
                      <a:pt x="16" y="22"/>
                    </a:cubicBezTo>
                    <a:cubicBezTo>
                      <a:pt x="0" y="43"/>
                      <a:pt x="51" y="109"/>
                      <a:pt x="71" y="8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0" name="Freeform 384">
                <a:extLst>
                  <a:ext uri="{FF2B5EF4-FFF2-40B4-BE49-F238E27FC236}">
                    <a16:creationId xmlns:a16="http://schemas.microsoft.com/office/drawing/2014/main" id="{6F0FF647-213C-413D-BB43-8C74CA020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316"/>
                <a:ext cx="49" cy="75"/>
              </a:xfrm>
              <a:custGeom>
                <a:avLst/>
                <a:gdLst>
                  <a:gd name="T0" fmla="*/ 105 w 33"/>
                  <a:gd name="T1" fmla="*/ 143 h 51"/>
                  <a:gd name="T2" fmla="*/ 95 w 33"/>
                  <a:gd name="T3" fmla="*/ 156 h 51"/>
                  <a:gd name="T4" fmla="*/ 33 w 33"/>
                  <a:gd name="T5" fmla="*/ 100 h 51"/>
                  <a:gd name="T6" fmla="*/ 28 w 33"/>
                  <a:gd name="T7" fmla="*/ 60 h 51"/>
                  <a:gd name="T8" fmla="*/ 53 w 33"/>
                  <a:gd name="T9" fmla="*/ 22 h 51"/>
                  <a:gd name="T10" fmla="*/ 9 w 33"/>
                  <a:gd name="T11" fmla="*/ 28 h 51"/>
                  <a:gd name="T12" fmla="*/ 13 w 33"/>
                  <a:gd name="T13" fmla="*/ 93 h 51"/>
                  <a:gd name="T14" fmla="*/ 74 w 33"/>
                  <a:gd name="T15" fmla="*/ 160 h 51"/>
                  <a:gd name="T16" fmla="*/ 99 w 33"/>
                  <a:gd name="T17" fmla="*/ 147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51">
                    <a:moveTo>
                      <a:pt x="32" y="45"/>
                    </a:moveTo>
                    <a:cubicBezTo>
                      <a:pt x="31" y="46"/>
                      <a:pt x="30" y="48"/>
                      <a:pt x="29" y="49"/>
                    </a:cubicBezTo>
                    <a:cubicBezTo>
                      <a:pt x="22" y="49"/>
                      <a:pt x="13" y="38"/>
                      <a:pt x="10" y="31"/>
                    </a:cubicBezTo>
                    <a:cubicBezTo>
                      <a:pt x="9" y="28"/>
                      <a:pt x="7" y="23"/>
                      <a:pt x="9" y="19"/>
                    </a:cubicBezTo>
                    <a:cubicBezTo>
                      <a:pt x="11" y="14"/>
                      <a:pt x="17" y="12"/>
                      <a:pt x="16" y="7"/>
                    </a:cubicBezTo>
                    <a:cubicBezTo>
                      <a:pt x="14" y="0"/>
                      <a:pt x="7" y="4"/>
                      <a:pt x="3" y="9"/>
                    </a:cubicBezTo>
                    <a:cubicBezTo>
                      <a:pt x="0" y="16"/>
                      <a:pt x="2" y="23"/>
                      <a:pt x="4" y="29"/>
                    </a:cubicBezTo>
                    <a:cubicBezTo>
                      <a:pt x="8" y="37"/>
                      <a:pt x="15" y="47"/>
                      <a:pt x="23" y="50"/>
                    </a:cubicBezTo>
                    <a:cubicBezTo>
                      <a:pt x="25" y="51"/>
                      <a:pt x="33" y="50"/>
                      <a:pt x="30" y="46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Freeform 385">
                <a:extLst>
                  <a:ext uri="{FF2B5EF4-FFF2-40B4-BE49-F238E27FC236}">
                    <a16:creationId xmlns:a16="http://schemas.microsoft.com/office/drawing/2014/main" id="{431DF7BB-2608-4AF1-8701-DEEF0571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345"/>
                <a:ext cx="26" cy="41"/>
              </a:xfrm>
              <a:custGeom>
                <a:avLst/>
                <a:gdLst>
                  <a:gd name="T0" fmla="*/ 27 w 18"/>
                  <a:gd name="T1" fmla="*/ 79 h 28"/>
                  <a:gd name="T2" fmla="*/ 48 w 18"/>
                  <a:gd name="T3" fmla="*/ 82 h 28"/>
                  <a:gd name="T4" fmla="*/ 48 w 18"/>
                  <a:gd name="T5" fmla="*/ 50 h 28"/>
                  <a:gd name="T6" fmla="*/ 19 w 18"/>
                  <a:gd name="T7" fmla="*/ 0 h 28"/>
                  <a:gd name="T8" fmla="*/ 36 w 18"/>
                  <a:gd name="T9" fmla="*/ 41 h 28"/>
                  <a:gd name="T10" fmla="*/ 33 w 18"/>
                  <a:gd name="T11" fmla="*/ 56 h 28"/>
                  <a:gd name="T12" fmla="*/ 20 w 18"/>
                  <a:gd name="T13" fmla="*/ 47 h 28"/>
                  <a:gd name="T14" fmla="*/ 9 w 18"/>
                  <a:gd name="T15" fmla="*/ 56 h 28"/>
                  <a:gd name="T16" fmla="*/ 27 w 18"/>
                  <a:gd name="T17" fmla="*/ 7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28">
                    <a:moveTo>
                      <a:pt x="9" y="25"/>
                    </a:moveTo>
                    <a:cubicBezTo>
                      <a:pt x="10" y="27"/>
                      <a:pt x="14" y="28"/>
                      <a:pt x="16" y="26"/>
                    </a:cubicBezTo>
                    <a:cubicBezTo>
                      <a:pt x="18" y="24"/>
                      <a:pt x="17" y="18"/>
                      <a:pt x="16" y="16"/>
                    </a:cubicBezTo>
                    <a:cubicBezTo>
                      <a:pt x="15" y="10"/>
                      <a:pt x="10" y="5"/>
                      <a:pt x="6" y="0"/>
                    </a:cubicBezTo>
                    <a:cubicBezTo>
                      <a:pt x="9" y="4"/>
                      <a:pt x="11" y="9"/>
                      <a:pt x="12" y="13"/>
                    </a:cubicBezTo>
                    <a:cubicBezTo>
                      <a:pt x="13" y="15"/>
                      <a:pt x="14" y="18"/>
                      <a:pt x="11" y="18"/>
                    </a:cubicBezTo>
                    <a:cubicBezTo>
                      <a:pt x="10" y="17"/>
                      <a:pt x="8" y="15"/>
                      <a:pt x="7" y="15"/>
                    </a:cubicBezTo>
                    <a:cubicBezTo>
                      <a:pt x="3" y="13"/>
                      <a:pt x="0" y="14"/>
                      <a:pt x="3" y="18"/>
                    </a:cubicBezTo>
                    <a:cubicBezTo>
                      <a:pt x="4" y="21"/>
                      <a:pt x="7" y="24"/>
                      <a:pt x="9" y="25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2" name="Freeform 386">
                <a:extLst>
                  <a:ext uri="{FF2B5EF4-FFF2-40B4-BE49-F238E27FC236}">
                    <a16:creationId xmlns:a16="http://schemas.microsoft.com/office/drawing/2014/main" id="{077CCEF4-CB96-432A-9B3B-82C05BDB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327"/>
                <a:ext cx="12" cy="30"/>
              </a:xfrm>
              <a:custGeom>
                <a:avLst/>
                <a:gdLst>
                  <a:gd name="T0" fmla="*/ 26 w 8"/>
                  <a:gd name="T1" fmla="*/ 8 h 20"/>
                  <a:gd name="T2" fmla="*/ 8 w 8"/>
                  <a:gd name="T3" fmla="*/ 45 h 20"/>
                  <a:gd name="T4" fmla="*/ 8 w 8"/>
                  <a:gd name="T5" fmla="*/ 54 h 20"/>
                  <a:gd name="T6" fmla="*/ 12 w 8"/>
                  <a:gd name="T7" fmla="*/ 68 h 20"/>
                  <a:gd name="T8" fmla="*/ 5 w 8"/>
                  <a:gd name="T9" fmla="*/ 48 h 20"/>
                  <a:gd name="T10" fmla="*/ 5 w 8"/>
                  <a:gd name="T11" fmla="*/ 26 h 20"/>
                  <a:gd name="T12" fmla="*/ 14 w 8"/>
                  <a:gd name="T13" fmla="*/ 5 h 20"/>
                  <a:gd name="T14" fmla="*/ 26 w 8"/>
                  <a:gd name="T15" fmla="*/ 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20">
                    <a:moveTo>
                      <a:pt x="7" y="2"/>
                    </a:moveTo>
                    <a:cubicBezTo>
                      <a:pt x="4" y="4"/>
                      <a:pt x="2" y="9"/>
                      <a:pt x="2" y="13"/>
                    </a:cubicBezTo>
                    <a:cubicBezTo>
                      <a:pt x="2" y="14"/>
                      <a:pt x="2" y="15"/>
                      <a:pt x="2" y="16"/>
                    </a:cubicBezTo>
                    <a:cubicBezTo>
                      <a:pt x="3" y="17"/>
                      <a:pt x="3" y="19"/>
                      <a:pt x="3" y="20"/>
                    </a:cubicBezTo>
                    <a:cubicBezTo>
                      <a:pt x="2" y="19"/>
                      <a:pt x="1" y="16"/>
                      <a:pt x="1" y="14"/>
                    </a:cubicBezTo>
                    <a:cubicBezTo>
                      <a:pt x="0" y="12"/>
                      <a:pt x="0" y="9"/>
                      <a:pt x="1" y="7"/>
                    </a:cubicBezTo>
                    <a:cubicBezTo>
                      <a:pt x="2" y="5"/>
                      <a:pt x="3" y="3"/>
                      <a:pt x="4" y="1"/>
                    </a:cubicBezTo>
                    <a:cubicBezTo>
                      <a:pt x="6" y="0"/>
                      <a:pt x="8" y="0"/>
                      <a:pt x="7" y="2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3" name="Freeform 387">
                <a:extLst>
                  <a:ext uri="{FF2B5EF4-FFF2-40B4-BE49-F238E27FC236}">
                    <a16:creationId xmlns:a16="http://schemas.microsoft.com/office/drawing/2014/main" id="{2AC7CD82-32D2-40F3-B9EE-584947951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51"/>
                <a:ext cx="112" cy="142"/>
              </a:xfrm>
              <a:custGeom>
                <a:avLst/>
                <a:gdLst>
                  <a:gd name="T0" fmla="*/ 156 w 76"/>
                  <a:gd name="T1" fmla="*/ 6 h 96"/>
                  <a:gd name="T2" fmla="*/ 60 w 76"/>
                  <a:gd name="T3" fmla="*/ 146 h 96"/>
                  <a:gd name="T4" fmla="*/ 83 w 76"/>
                  <a:gd name="T5" fmla="*/ 309 h 96"/>
                  <a:gd name="T6" fmla="*/ 156 w 76"/>
                  <a:gd name="T7" fmla="*/ 6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96">
                    <a:moveTo>
                      <a:pt x="49" y="2"/>
                    </a:moveTo>
                    <a:cubicBezTo>
                      <a:pt x="36" y="0"/>
                      <a:pt x="28" y="34"/>
                      <a:pt x="19" y="45"/>
                    </a:cubicBezTo>
                    <a:cubicBezTo>
                      <a:pt x="2" y="65"/>
                      <a:pt x="0" y="94"/>
                      <a:pt x="26" y="95"/>
                    </a:cubicBezTo>
                    <a:cubicBezTo>
                      <a:pt x="51" y="96"/>
                      <a:pt x="76" y="7"/>
                      <a:pt x="49" y="2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4" name="Freeform 388">
                <a:extLst>
                  <a:ext uri="{FF2B5EF4-FFF2-40B4-BE49-F238E27FC236}">
                    <a16:creationId xmlns:a16="http://schemas.microsoft.com/office/drawing/2014/main" id="{6DD1DD51-9813-4DCE-9540-A749B7B5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451"/>
                <a:ext cx="112" cy="142"/>
              </a:xfrm>
              <a:custGeom>
                <a:avLst/>
                <a:gdLst>
                  <a:gd name="T0" fmla="*/ 156 w 76"/>
                  <a:gd name="T1" fmla="*/ 6 h 96"/>
                  <a:gd name="T2" fmla="*/ 60 w 76"/>
                  <a:gd name="T3" fmla="*/ 146 h 96"/>
                  <a:gd name="T4" fmla="*/ 83 w 76"/>
                  <a:gd name="T5" fmla="*/ 309 h 96"/>
                  <a:gd name="T6" fmla="*/ 156 w 76"/>
                  <a:gd name="T7" fmla="*/ 6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96">
                    <a:moveTo>
                      <a:pt x="49" y="2"/>
                    </a:moveTo>
                    <a:cubicBezTo>
                      <a:pt x="37" y="0"/>
                      <a:pt x="29" y="34"/>
                      <a:pt x="19" y="45"/>
                    </a:cubicBezTo>
                    <a:cubicBezTo>
                      <a:pt x="2" y="65"/>
                      <a:pt x="0" y="94"/>
                      <a:pt x="26" y="95"/>
                    </a:cubicBezTo>
                    <a:cubicBezTo>
                      <a:pt x="52" y="96"/>
                      <a:pt x="76" y="7"/>
                      <a:pt x="49" y="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Freeform 389">
                <a:extLst>
                  <a:ext uri="{FF2B5EF4-FFF2-40B4-BE49-F238E27FC236}">
                    <a16:creationId xmlns:a16="http://schemas.microsoft.com/office/drawing/2014/main" id="{A1A2807A-5D9A-4CF7-8D7F-B55B86A53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485"/>
                <a:ext cx="52" cy="80"/>
              </a:xfrm>
              <a:custGeom>
                <a:avLst/>
                <a:gdLst>
                  <a:gd name="T0" fmla="*/ 82 w 35"/>
                  <a:gd name="T1" fmla="*/ 15 h 54"/>
                  <a:gd name="T2" fmla="*/ 95 w 35"/>
                  <a:gd name="T3" fmla="*/ 13 h 54"/>
                  <a:gd name="T4" fmla="*/ 86 w 35"/>
                  <a:gd name="T5" fmla="*/ 108 h 54"/>
                  <a:gd name="T6" fmla="*/ 55 w 35"/>
                  <a:gd name="T7" fmla="*/ 136 h 54"/>
                  <a:gd name="T8" fmla="*/ 13 w 35"/>
                  <a:gd name="T9" fmla="*/ 142 h 54"/>
                  <a:gd name="T10" fmla="*/ 40 w 35"/>
                  <a:gd name="T11" fmla="*/ 173 h 54"/>
                  <a:gd name="T12" fmla="*/ 88 w 35"/>
                  <a:gd name="T13" fmla="*/ 129 h 54"/>
                  <a:gd name="T14" fmla="*/ 113 w 35"/>
                  <a:gd name="T15" fmla="*/ 28 h 54"/>
                  <a:gd name="T16" fmla="*/ 88 w 35"/>
                  <a:gd name="T17" fmla="*/ 15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54">
                    <a:moveTo>
                      <a:pt x="25" y="5"/>
                    </a:moveTo>
                    <a:cubicBezTo>
                      <a:pt x="26" y="4"/>
                      <a:pt x="28" y="4"/>
                      <a:pt x="29" y="4"/>
                    </a:cubicBezTo>
                    <a:cubicBezTo>
                      <a:pt x="33" y="12"/>
                      <a:pt x="30" y="26"/>
                      <a:pt x="26" y="33"/>
                    </a:cubicBezTo>
                    <a:cubicBezTo>
                      <a:pt x="24" y="37"/>
                      <a:pt x="21" y="41"/>
                      <a:pt x="17" y="42"/>
                    </a:cubicBezTo>
                    <a:cubicBezTo>
                      <a:pt x="11" y="43"/>
                      <a:pt x="7" y="39"/>
                      <a:pt x="4" y="44"/>
                    </a:cubicBezTo>
                    <a:cubicBezTo>
                      <a:pt x="0" y="50"/>
                      <a:pt x="7" y="54"/>
                      <a:pt x="12" y="53"/>
                    </a:cubicBezTo>
                    <a:cubicBezTo>
                      <a:pt x="20" y="53"/>
                      <a:pt x="24" y="46"/>
                      <a:pt x="27" y="40"/>
                    </a:cubicBezTo>
                    <a:cubicBezTo>
                      <a:pt x="32" y="32"/>
                      <a:pt x="35" y="19"/>
                      <a:pt x="34" y="9"/>
                    </a:cubicBezTo>
                    <a:cubicBezTo>
                      <a:pt x="34" y="7"/>
                      <a:pt x="29" y="0"/>
                      <a:pt x="27" y="5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6" name="Freeform 390">
                <a:extLst>
                  <a:ext uri="{FF2B5EF4-FFF2-40B4-BE49-F238E27FC236}">
                    <a16:creationId xmlns:a16="http://schemas.microsoft.com/office/drawing/2014/main" id="{4BC481C6-91BB-458C-A071-989CE7D12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493"/>
                <a:ext cx="29" cy="38"/>
              </a:xfrm>
              <a:custGeom>
                <a:avLst/>
                <a:gdLst>
                  <a:gd name="T0" fmla="*/ 59 w 20"/>
                  <a:gd name="T1" fmla="*/ 26 h 26"/>
                  <a:gd name="T2" fmla="*/ 48 w 20"/>
                  <a:gd name="T3" fmla="*/ 1 h 26"/>
                  <a:gd name="T4" fmla="*/ 25 w 20"/>
                  <a:gd name="T5" fmla="*/ 22 h 26"/>
                  <a:gd name="T6" fmla="*/ 0 w 20"/>
                  <a:gd name="T7" fmla="*/ 82 h 26"/>
                  <a:gd name="T8" fmla="*/ 25 w 20"/>
                  <a:gd name="T9" fmla="*/ 38 h 26"/>
                  <a:gd name="T10" fmla="*/ 36 w 20"/>
                  <a:gd name="T11" fmla="*/ 34 h 26"/>
                  <a:gd name="T12" fmla="*/ 36 w 20"/>
                  <a:gd name="T13" fmla="*/ 50 h 26"/>
                  <a:gd name="T14" fmla="*/ 52 w 20"/>
                  <a:gd name="T15" fmla="*/ 56 h 26"/>
                  <a:gd name="T16" fmla="*/ 59 w 20"/>
                  <a:gd name="T17" fmla="*/ 22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19" y="8"/>
                    </a:moveTo>
                    <a:cubicBezTo>
                      <a:pt x="20" y="6"/>
                      <a:pt x="19" y="2"/>
                      <a:pt x="16" y="1"/>
                    </a:cubicBezTo>
                    <a:cubicBezTo>
                      <a:pt x="13" y="0"/>
                      <a:pt x="9" y="5"/>
                      <a:pt x="8" y="7"/>
                    </a:cubicBezTo>
                    <a:cubicBezTo>
                      <a:pt x="4" y="12"/>
                      <a:pt x="2" y="20"/>
                      <a:pt x="0" y="26"/>
                    </a:cubicBezTo>
                    <a:cubicBezTo>
                      <a:pt x="2" y="22"/>
                      <a:pt x="5" y="16"/>
                      <a:pt x="8" y="12"/>
                    </a:cubicBezTo>
                    <a:cubicBezTo>
                      <a:pt x="9" y="10"/>
                      <a:pt x="11" y="8"/>
                      <a:pt x="12" y="11"/>
                    </a:cubicBezTo>
                    <a:cubicBezTo>
                      <a:pt x="13" y="12"/>
                      <a:pt x="12" y="15"/>
                      <a:pt x="12" y="16"/>
                    </a:cubicBezTo>
                    <a:cubicBezTo>
                      <a:pt x="12" y="21"/>
                      <a:pt x="15" y="22"/>
                      <a:pt x="17" y="18"/>
                    </a:cubicBezTo>
                    <a:cubicBezTo>
                      <a:pt x="19" y="15"/>
                      <a:pt x="19" y="11"/>
                      <a:pt x="19" y="7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7" name="Freeform 391">
                <a:extLst>
                  <a:ext uri="{FF2B5EF4-FFF2-40B4-BE49-F238E27FC236}">
                    <a16:creationId xmlns:a16="http://schemas.microsoft.com/office/drawing/2014/main" id="{7AD5BE7E-B944-4F4F-9AA0-BACFB63DE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541"/>
                <a:ext cx="30" cy="18"/>
              </a:xfrm>
              <a:custGeom>
                <a:avLst/>
                <a:gdLst>
                  <a:gd name="T0" fmla="*/ 12 w 20"/>
                  <a:gd name="T1" fmla="*/ 26 h 12"/>
                  <a:gd name="T2" fmla="*/ 48 w 20"/>
                  <a:gd name="T3" fmla="*/ 21 h 12"/>
                  <a:gd name="T4" fmla="*/ 59 w 20"/>
                  <a:gd name="T5" fmla="*/ 12 h 12"/>
                  <a:gd name="T6" fmla="*/ 66 w 20"/>
                  <a:gd name="T7" fmla="*/ 0 h 12"/>
                  <a:gd name="T8" fmla="*/ 54 w 20"/>
                  <a:gd name="T9" fmla="*/ 21 h 12"/>
                  <a:gd name="T10" fmla="*/ 35 w 20"/>
                  <a:gd name="T11" fmla="*/ 39 h 12"/>
                  <a:gd name="T12" fmla="*/ 14 w 20"/>
                  <a:gd name="T13" fmla="*/ 39 h 12"/>
                  <a:gd name="T14" fmla="*/ 12 w 20"/>
                  <a:gd name="T15" fmla="*/ 27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3" y="7"/>
                    </a:moveTo>
                    <a:cubicBezTo>
                      <a:pt x="6" y="9"/>
                      <a:pt x="11" y="8"/>
                      <a:pt x="14" y="6"/>
                    </a:cubicBezTo>
                    <a:cubicBezTo>
                      <a:pt x="15" y="5"/>
                      <a:pt x="16" y="4"/>
                      <a:pt x="17" y="3"/>
                    </a:cubicBezTo>
                    <a:cubicBezTo>
                      <a:pt x="17" y="2"/>
                      <a:pt x="18" y="1"/>
                      <a:pt x="19" y="0"/>
                    </a:cubicBezTo>
                    <a:cubicBezTo>
                      <a:pt x="20" y="2"/>
                      <a:pt x="17" y="5"/>
                      <a:pt x="16" y="6"/>
                    </a:cubicBezTo>
                    <a:cubicBezTo>
                      <a:pt x="15" y="8"/>
                      <a:pt x="12" y="10"/>
                      <a:pt x="10" y="11"/>
                    </a:cubicBezTo>
                    <a:cubicBezTo>
                      <a:pt x="8" y="11"/>
                      <a:pt x="6" y="12"/>
                      <a:pt x="4" y="11"/>
                    </a:cubicBezTo>
                    <a:cubicBezTo>
                      <a:pt x="2" y="10"/>
                      <a:pt x="0" y="9"/>
                      <a:pt x="3" y="8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8" name="Freeform 392">
                <a:extLst>
                  <a:ext uri="{FF2B5EF4-FFF2-40B4-BE49-F238E27FC236}">
                    <a16:creationId xmlns:a16="http://schemas.microsoft.com/office/drawing/2014/main" id="{C6871E28-F779-4B00-A218-A0F89B56B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802"/>
                <a:ext cx="143" cy="168"/>
              </a:xfrm>
              <a:custGeom>
                <a:avLst/>
                <a:gdLst>
                  <a:gd name="T0" fmla="*/ 114 w 97"/>
                  <a:gd name="T1" fmla="*/ 15 h 114"/>
                  <a:gd name="T2" fmla="*/ 155 w 97"/>
                  <a:gd name="T3" fmla="*/ 349 h 114"/>
                  <a:gd name="T4" fmla="*/ 114 w 97"/>
                  <a:gd name="T5" fmla="*/ 15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4">
                    <a:moveTo>
                      <a:pt x="35" y="5"/>
                    </a:moveTo>
                    <a:cubicBezTo>
                      <a:pt x="8" y="9"/>
                      <a:pt x="0" y="114"/>
                      <a:pt x="48" y="109"/>
                    </a:cubicBezTo>
                    <a:cubicBezTo>
                      <a:pt x="97" y="105"/>
                      <a:pt x="77" y="0"/>
                      <a:pt x="35" y="5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Freeform 393">
                <a:extLst>
                  <a:ext uri="{FF2B5EF4-FFF2-40B4-BE49-F238E27FC236}">
                    <a16:creationId xmlns:a16="http://schemas.microsoft.com/office/drawing/2014/main" id="{01B6AFCB-3808-4299-836E-0D15F4F81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802"/>
                <a:ext cx="143" cy="168"/>
              </a:xfrm>
              <a:custGeom>
                <a:avLst/>
                <a:gdLst>
                  <a:gd name="T0" fmla="*/ 114 w 97"/>
                  <a:gd name="T1" fmla="*/ 15 h 114"/>
                  <a:gd name="T2" fmla="*/ 155 w 97"/>
                  <a:gd name="T3" fmla="*/ 349 h 114"/>
                  <a:gd name="T4" fmla="*/ 114 w 97"/>
                  <a:gd name="T5" fmla="*/ 15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4">
                    <a:moveTo>
                      <a:pt x="35" y="5"/>
                    </a:moveTo>
                    <a:cubicBezTo>
                      <a:pt x="8" y="9"/>
                      <a:pt x="0" y="114"/>
                      <a:pt x="48" y="109"/>
                    </a:cubicBezTo>
                    <a:cubicBezTo>
                      <a:pt x="97" y="105"/>
                      <a:pt x="77" y="0"/>
                      <a:pt x="35" y="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0" name="Freeform 394">
                <a:extLst>
                  <a:ext uri="{FF2B5EF4-FFF2-40B4-BE49-F238E27FC236}">
                    <a16:creationId xmlns:a16="http://schemas.microsoft.com/office/drawing/2014/main" id="{7D47F757-6CAF-494B-899B-5B300D9A7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825"/>
                <a:ext cx="56" cy="95"/>
              </a:xfrm>
              <a:custGeom>
                <a:avLst/>
                <a:gdLst>
                  <a:gd name="T0" fmla="*/ 13 w 38"/>
                  <a:gd name="T1" fmla="*/ 114 h 64"/>
                  <a:gd name="T2" fmla="*/ 47 w 38"/>
                  <a:gd name="T3" fmla="*/ 73 h 64"/>
                  <a:gd name="T4" fmla="*/ 96 w 38"/>
                  <a:gd name="T5" fmla="*/ 108 h 64"/>
                  <a:gd name="T6" fmla="*/ 115 w 38"/>
                  <a:gd name="T7" fmla="*/ 168 h 64"/>
                  <a:gd name="T8" fmla="*/ 119 w 38"/>
                  <a:gd name="T9" fmla="*/ 209 h 64"/>
                  <a:gd name="T10" fmla="*/ 115 w 38"/>
                  <a:gd name="T11" fmla="*/ 156 h 64"/>
                  <a:gd name="T12" fmla="*/ 106 w 38"/>
                  <a:gd name="T13" fmla="*/ 108 h 64"/>
                  <a:gd name="T14" fmla="*/ 63 w 38"/>
                  <a:gd name="T15" fmla="*/ 33 h 64"/>
                  <a:gd name="T16" fmla="*/ 1 w 38"/>
                  <a:gd name="T17" fmla="*/ 95 h 64"/>
                  <a:gd name="T18" fmla="*/ 13 w 38"/>
                  <a:gd name="T19" fmla="*/ 114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64">
                    <a:moveTo>
                      <a:pt x="4" y="35"/>
                    </a:moveTo>
                    <a:cubicBezTo>
                      <a:pt x="2" y="30"/>
                      <a:pt x="11" y="23"/>
                      <a:pt x="15" y="22"/>
                    </a:cubicBezTo>
                    <a:cubicBezTo>
                      <a:pt x="22" y="20"/>
                      <a:pt x="27" y="27"/>
                      <a:pt x="30" y="33"/>
                    </a:cubicBezTo>
                    <a:cubicBezTo>
                      <a:pt x="33" y="38"/>
                      <a:pt x="35" y="45"/>
                      <a:pt x="36" y="51"/>
                    </a:cubicBezTo>
                    <a:cubicBezTo>
                      <a:pt x="36" y="54"/>
                      <a:pt x="34" y="62"/>
                      <a:pt x="37" y="64"/>
                    </a:cubicBezTo>
                    <a:cubicBezTo>
                      <a:pt x="38" y="59"/>
                      <a:pt x="37" y="53"/>
                      <a:pt x="36" y="48"/>
                    </a:cubicBezTo>
                    <a:cubicBezTo>
                      <a:pt x="35" y="43"/>
                      <a:pt x="34" y="38"/>
                      <a:pt x="33" y="33"/>
                    </a:cubicBezTo>
                    <a:cubicBezTo>
                      <a:pt x="30" y="25"/>
                      <a:pt x="27" y="15"/>
                      <a:pt x="20" y="10"/>
                    </a:cubicBezTo>
                    <a:cubicBezTo>
                      <a:pt x="7" y="0"/>
                      <a:pt x="0" y="19"/>
                      <a:pt x="1" y="29"/>
                    </a:cubicBezTo>
                    <a:cubicBezTo>
                      <a:pt x="2" y="31"/>
                      <a:pt x="2" y="34"/>
                      <a:pt x="4" y="35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1" name="Freeform 395">
                <a:extLst>
                  <a:ext uri="{FF2B5EF4-FFF2-40B4-BE49-F238E27FC236}">
                    <a16:creationId xmlns:a16="http://schemas.microsoft.com/office/drawing/2014/main" id="{900E1CBE-5B4A-4A28-BD12-5011A56EB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859"/>
                <a:ext cx="44" cy="69"/>
              </a:xfrm>
              <a:custGeom>
                <a:avLst/>
                <a:gdLst>
                  <a:gd name="T0" fmla="*/ 28 w 30"/>
                  <a:gd name="T1" fmla="*/ 9 h 47"/>
                  <a:gd name="T2" fmla="*/ 6 w 30"/>
                  <a:gd name="T3" fmla="*/ 54 h 47"/>
                  <a:gd name="T4" fmla="*/ 28 w 30"/>
                  <a:gd name="T5" fmla="*/ 120 h 47"/>
                  <a:gd name="T6" fmla="*/ 75 w 30"/>
                  <a:gd name="T7" fmla="*/ 139 h 47"/>
                  <a:gd name="T8" fmla="*/ 92 w 30"/>
                  <a:gd name="T9" fmla="*/ 95 h 47"/>
                  <a:gd name="T10" fmla="*/ 60 w 30"/>
                  <a:gd name="T11" fmla="*/ 101 h 47"/>
                  <a:gd name="T12" fmla="*/ 26 w 30"/>
                  <a:gd name="T13" fmla="*/ 82 h 47"/>
                  <a:gd name="T14" fmla="*/ 28 w 30"/>
                  <a:gd name="T15" fmla="*/ 9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7">
                    <a:moveTo>
                      <a:pt x="9" y="3"/>
                    </a:moveTo>
                    <a:cubicBezTo>
                      <a:pt x="2" y="0"/>
                      <a:pt x="2" y="13"/>
                      <a:pt x="2" y="17"/>
                    </a:cubicBezTo>
                    <a:cubicBezTo>
                      <a:pt x="3" y="24"/>
                      <a:pt x="4" y="32"/>
                      <a:pt x="9" y="38"/>
                    </a:cubicBezTo>
                    <a:cubicBezTo>
                      <a:pt x="12" y="43"/>
                      <a:pt x="18" y="47"/>
                      <a:pt x="24" y="44"/>
                    </a:cubicBezTo>
                    <a:cubicBezTo>
                      <a:pt x="27" y="43"/>
                      <a:pt x="30" y="34"/>
                      <a:pt x="29" y="30"/>
                    </a:cubicBezTo>
                    <a:cubicBezTo>
                      <a:pt x="27" y="26"/>
                      <a:pt x="21" y="31"/>
                      <a:pt x="19" y="32"/>
                    </a:cubicBezTo>
                    <a:cubicBezTo>
                      <a:pt x="13" y="34"/>
                      <a:pt x="11" y="30"/>
                      <a:pt x="8" y="26"/>
                    </a:cubicBezTo>
                    <a:cubicBezTo>
                      <a:pt x="5" y="20"/>
                      <a:pt x="0" y="7"/>
                      <a:pt x="9" y="3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2" name="Freeform 396">
                <a:extLst>
                  <a:ext uri="{FF2B5EF4-FFF2-40B4-BE49-F238E27FC236}">
                    <a16:creationId xmlns:a16="http://schemas.microsoft.com/office/drawing/2014/main" id="{EA14AF1E-4851-4E5B-AAB4-03E926B4C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840"/>
                <a:ext cx="33" cy="22"/>
              </a:xfrm>
              <a:custGeom>
                <a:avLst/>
                <a:gdLst>
                  <a:gd name="T0" fmla="*/ 0 w 22"/>
                  <a:gd name="T1" fmla="*/ 26 h 15"/>
                  <a:gd name="T2" fmla="*/ 8 w 22"/>
                  <a:gd name="T3" fmla="*/ 15 h 15"/>
                  <a:gd name="T4" fmla="*/ 18 w 22"/>
                  <a:gd name="T5" fmla="*/ 6 h 15"/>
                  <a:gd name="T6" fmla="*/ 45 w 22"/>
                  <a:gd name="T7" fmla="*/ 6 h 15"/>
                  <a:gd name="T8" fmla="*/ 75 w 22"/>
                  <a:gd name="T9" fmla="*/ 47 h 15"/>
                  <a:gd name="T10" fmla="*/ 8 w 22"/>
                  <a:gd name="T11" fmla="*/ 2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0" y="8"/>
                    </a:moveTo>
                    <a:cubicBezTo>
                      <a:pt x="1" y="8"/>
                      <a:pt x="1" y="6"/>
                      <a:pt x="2" y="5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8" y="0"/>
                      <a:pt x="11" y="1"/>
                      <a:pt x="13" y="2"/>
                    </a:cubicBezTo>
                    <a:cubicBezTo>
                      <a:pt x="18" y="5"/>
                      <a:pt x="21" y="10"/>
                      <a:pt x="22" y="15"/>
                    </a:cubicBezTo>
                    <a:cubicBezTo>
                      <a:pt x="19" y="9"/>
                      <a:pt x="7" y="0"/>
                      <a:pt x="2" y="7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Freeform 397">
                <a:extLst>
                  <a:ext uri="{FF2B5EF4-FFF2-40B4-BE49-F238E27FC236}">
                    <a16:creationId xmlns:a16="http://schemas.microsoft.com/office/drawing/2014/main" id="{3CAC01D8-4AE7-4E67-9607-A2E3421C0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107"/>
                <a:ext cx="179" cy="159"/>
              </a:xfrm>
              <a:custGeom>
                <a:avLst/>
                <a:gdLst>
                  <a:gd name="T0" fmla="*/ 340 w 122"/>
                  <a:gd name="T1" fmla="*/ 87 h 108"/>
                  <a:gd name="T2" fmla="*/ 50 w 122"/>
                  <a:gd name="T3" fmla="*/ 197 h 108"/>
                  <a:gd name="T4" fmla="*/ 340 w 122"/>
                  <a:gd name="T5" fmla="*/ 87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08">
                    <a:moveTo>
                      <a:pt x="108" y="27"/>
                    </a:moveTo>
                    <a:cubicBezTo>
                      <a:pt x="98" y="0"/>
                      <a:pt x="0" y="15"/>
                      <a:pt x="16" y="62"/>
                    </a:cubicBezTo>
                    <a:cubicBezTo>
                      <a:pt x="31" y="108"/>
                      <a:pt x="122" y="66"/>
                      <a:pt x="108" y="27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4" name="Freeform 398">
                <a:extLst>
                  <a:ext uri="{FF2B5EF4-FFF2-40B4-BE49-F238E27FC236}">
                    <a16:creationId xmlns:a16="http://schemas.microsoft.com/office/drawing/2014/main" id="{98E36A99-163B-4F74-8B8C-5A222711F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107"/>
                <a:ext cx="179" cy="159"/>
              </a:xfrm>
              <a:custGeom>
                <a:avLst/>
                <a:gdLst>
                  <a:gd name="T0" fmla="*/ 340 w 122"/>
                  <a:gd name="T1" fmla="*/ 87 h 108"/>
                  <a:gd name="T2" fmla="*/ 50 w 122"/>
                  <a:gd name="T3" fmla="*/ 197 h 108"/>
                  <a:gd name="T4" fmla="*/ 340 w 122"/>
                  <a:gd name="T5" fmla="*/ 87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08">
                    <a:moveTo>
                      <a:pt x="108" y="27"/>
                    </a:moveTo>
                    <a:cubicBezTo>
                      <a:pt x="98" y="0"/>
                      <a:pt x="0" y="15"/>
                      <a:pt x="16" y="62"/>
                    </a:cubicBezTo>
                    <a:cubicBezTo>
                      <a:pt x="31" y="108"/>
                      <a:pt x="122" y="66"/>
                      <a:pt x="108" y="2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5" name="Freeform 399">
                <a:extLst>
                  <a:ext uri="{FF2B5EF4-FFF2-40B4-BE49-F238E27FC236}">
                    <a16:creationId xmlns:a16="http://schemas.microsoft.com/office/drawing/2014/main" id="{5C248161-8E95-4E3E-AC93-DD206DB30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2142"/>
                <a:ext cx="75" cy="68"/>
              </a:xfrm>
              <a:custGeom>
                <a:avLst/>
                <a:gdLst>
                  <a:gd name="T0" fmla="*/ 60 w 51"/>
                  <a:gd name="T1" fmla="*/ 27 h 46"/>
                  <a:gd name="T2" fmla="*/ 106 w 51"/>
                  <a:gd name="T3" fmla="*/ 49 h 46"/>
                  <a:gd name="T4" fmla="*/ 87 w 51"/>
                  <a:gd name="T5" fmla="*/ 102 h 46"/>
                  <a:gd name="T6" fmla="*/ 38 w 51"/>
                  <a:gd name="T7" fmla="*/ 136 h 46"/>
                  <a:gd name="T8" fmla="*/ 0 w 51"/>
                  <a:gd name="T9" fmla="*/ 146 h 46"/>
                  <a:gd name="T10" fmla="*/ 46 w 51"/>
                  <a:gd name="T11" fmla="*/ 133 h 46"/>
                  <a:gd name="T12" fmla="*/ 87 w 51"/>
                  <a:gd name="T13" fmla="*/ 114 h 46"/>
                  <a:gd name="T14" fmla="*/ 143 w 51"/>
                  <a:gd name="T15" fmla="*/ 55 h 46"/>
                  <a:gd name="T16" fmla="*/ 74 w 51"/>
                  <a:gd name="T17" fmla="*/ 13 h 46"/>
                  <a:gd name="T18" fmla="*/ 60 w 51"/>
                  <a:gd name="T19" fmla="*/ 22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46">
                    <a:moveTo>
                      <a:pt x="19" y="8"/>
                    </a:moveTo>
                    <a:cubicBezTo>
                      <a:pt x="23" y="4"/>
                      <a:pt x="31" y="11"/>
                      <a:pt x="33" y="15"/>
                    </a:cubicBezTo>
                    <a:cubicBezTo>
                      <a:pt x="36" y="22"/>
                      <a:pt x="31" y="28"/>
                      <a:pt x="27" y="32"/>
                    </a:cubicBezTo>
                    <a:cubicBezTo>
                      <a:pt x="23" y="36"/>
                      <a:pt x="17" y="40"/>
                      <a:pt x="12" y="42"/>
                    </a:cubicBezTo>
                    <a:cubicBezTo>
                      <a:pt x="9" y="43"/>
                      <a:pt x="1" y="43"/>
                      <a:pt x="0" y="45"/>
                    </a:cubicBezTo>
                    <a:cubicBezTo>
                      <a:pt x="5" y="46"/>
                      <a:pt x="10" y="43"/>
                      <a:pt x="14" y="41"/>
                    </a:cubicBezTo>
                    <a:cubicBezTo>
                      <a:pt x="19" y="39"/>
                      <a:pt x="23" y="37"/>
                      <a:pt x="27" y="35"/>
                    </a:cubicBezTo>
                    <a:cubicBezTo>
                      <a:pt x="34" y="31"/>
                      <a:pt x="42" y="26"/>
                      <a:pt x="45" y="17"/>
                    </a:cubicBezTo>
                    <a:cubicBezTo>
                      <a:pt x="51" y="2"/>
                      <a:pt x="32" y="0"/>
                      <a:pt x="23" y="4"/>
                    </a:cubicBezTo>
                    <a:cubicBezTo>
                      <a:pt x="22" y="4"/>
                      <a:pt x="19" y="5"/>
                      <a:pt x="19" y="7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6" name="Freeform 400">
                <a:extLst>
                  <a:ext uri="{FF2B5EF4-FFF2-40B4-BE49-F238E27FC236}">
                    <a16:creationId xmlns:a16="http://schemas.microsoft.com/office/drawing/2014/main" id="{B670B9B6-A34D-43A2-9FC2-8F6328EFD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152"/>
                <a:ext cx="58" cy="53"/>
              </a:xfrm>
              <a:custGeom>
                <a:avLst/>
                <a:gdLst>
                  <a:gd name="T0" fmla="*/ 126 w 39"/>
                  <a:gd name="T1" fmla="*/ 27 h 36"/>
                  <a:gd name="T2" fmla="*/ 80 w 39"/>
                  <a:gd name="T3" fmla="*/ 13 h 36"/>
                  <a:gd name="T4" fmla="*/ 19 w 39"/>
                  <a:gd name="T5" fmla="*/ 52 h 36"/>
                  <a:gd name="T6" fmla="*/ 13 w 39"/>
                  <a:gd name="T7" fmla="*/ 102 h 36"/>
                  <a:gd name="T8" fmla="*/ 59 w 39"/>
                  <a:gd name="T9" fmla="*/ 106 h 36"/>
                  <a:gd name="T10" fmla="*/ 46 w 39"/>
                  <a:gd name="T11" fmla="*/ 77 h 36"/>
                  <a:gd name="T12" fmla="*/ 55 w 39"/>
                  <a:gd name="T13" fmla="*/ 40 h 36"/>
                  <a:gd name="T14" fmla="*/ 126 w 39"/>
                  <a:gd name="T15" fmla="*/ 27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6">
                    <a:moveTo>
                      <a:pt x="38" y="8"/>
                    </a:moveTo>
                    <a:cubicBezTo>
                      <a:pt x="39" y="1"/>
                      <a:pt x="28" y="3"/>
                      <a:pt x="24" y="4"/>
                    </a:cubicBezTo>
                    <a:cubicBezTo>
                      <a:pt x="18" y="7"/>
                      <a:pt x="11" y="10"/>
                      <a:pt x="6" y="16"/>
                    </a:cubicBezTo>
                    <a:cubicBezTo>
                      <a:pt x="3" y="20"/>
                      <a:pt x="0" y="26"/>
                      <a:pt x="4" y="32"/>
                    </a:cubicBezTo>
                    <a:cubicBezTo>
                      <a:pt x="7" y="34"/>
                      <a:pt x="15" y="36"/>
                      <a:pt x="18" y="33"/>
                    </a:cubicBezTo>
                    <a:cubicBezTo>
                      <a:pt x="22" y="30"/>
                      <a:pt x="16" y="26"/>
                      <a:pt x="14" y="24"/>
                    </a:cubicBezTo>
                    <a:cubicBezTo>
                      <a:pt x="11" y="19"/>
                      <a:pt x="14" y="16"/>
                      <a:pt x="17" y="12"/>
                    </a:cubicBezTo>
                    <a:cubicBezTo>
                      <a:pt x="22" y="8"/>
                      <a:pt x="33" y="0"/>
                      <a:pt x="38" y="8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Freeform 401">
                <a:extLst>
                  <a:ext uri="{FF2B5EF4-FFF2-40B4-BE49-F238E27FC236}">
                    <a16:creationId xmlns:a16="http://schemas.microsoft.com/office/drawing/2014/main" id="{9EF2D8B8-ADBA-44FF-9684-8FBCDC886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149"/>
                <a:ext cx="16" cy="36"/>
              </a:xfrm>
              <a:custGeom>
                <a:avLst/>
                <a:gdLst>
                  <a:gd name="T0" fmla="*/ 1 w 11"/>
                  <a:gd name="T1" fmla="*/ 0 h 24"/>
                  <a:gd name="T2" fmla="*/ 15 w 11"/>
                  <a:gd name="T3" fmla="*/ 8 h 24"/>
                  <a:gd name="T4" fmla="*/ 28 w 11"/>
                  <a:gd name="T5" fmla="*/ 14 h 24"/>
                  <a:gd name="T6" fmla="*/ 32 w 11"/>
                  <a:gd name="T7" fmla="*/ 41 h 24"/>
                  <a:gd name="T8" fmla="*/ 0 w 11"/>
                  <a:gd name="T9" fmla="*/ 81 h 24"/>
                  <a:gd name="T10" fmla="*/ 9 w 11"/>
                  <a:gd name="T11" fmla="*/ 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4">
                    <a:moveTo>
                      <a:pt x="1" y="0"/>
                    </a:moveTo>
                    <a:cubicBezTo>
                      <a:pt x="2" y="1"/>
                      <a:pt x="4" y="1"/>
                      <a:pt x="5" y="2"/>
                    </a:cubicBezTo>
                    <a:cubicBezTo>
                      <a:pt x="6" y="2"/>
                      <a:pt x="8" y="3"/>
                      <a:pt x="9" y="4"/>
                    </a:cubicBezTo>
                    <a:cubicBezTo>
                      <a:pt x="10" y="7"/>
                      <a:pt x="11" y="9"/>
                      <a:pt x="10" y="12"/>
                    </a:cubicBezTo>
                    <a:cubicBezTo>
                      <a:pt x="9" y="17"/>
                      <a:pt x="5" y="21"/>
                      <a:pt x="0" y="24"/>
                    </a:cubicBezTo>
                    <a:cubicBezTo>
                      <a:pt x="5" y="19"/>
                      <a:pt x="10" y="6"/>
                      <a:pt x="3" y="2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8" name="Freeform 402">
                <a:extLst>
                  <a:ext uri="{FF2B5EF4-FFF2-40B4-BE49-F238E27FC236}">
                    <a16:creationId xmlns:a16="http://schemas.microsoft.com/office/drawing/2014/main" id="{87BD19A8-1BDB-4BE1-80A8-42428F812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872"/>
                <a:ext cx="191" cy="230"/>
              </a:xfrm>
              <a:custGeom>
                <a:avLst/>
                <a:gdLst>
                  <a:gd name="T0" fmla="*/ 73 w 130"/>
                  <a:gd name="T1" fmla="*/ 77 h 156"/>
                  <a:gd name="T2" fmla="*/ 282 w 130"/>
                  <a:gd name="T3" fmla="*/ 417 h 156"/>
                  <a:gd name="T4" fmla="*/ 73 w 130"/>
                  <a:gd name="T5" fmla="*/ 77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156">
                    <a:moveTo>
                      <a:pt x="23" y="24"/>
                    </a:moveTo>
                    <a:cubicBezTo>
                      <a:pt x="0" y="41"/>
                      <a:pt x="47" y="156"/>
                      <a:pt x="89" y="130"/>
                    </a:cubicBezTo>
                    <a:cubicBezTo>
                      <a:pt x="130" y="104"/>
                      <a:pt x="58" y="0"/>
                      <a:pt x="23" y="24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9" name="Freeform 403">
                <a:extLst>
                  <a:ext uri="{FF2B5EF4-FFF2-40B4-BE49-F238E27FC236}">
                    <a16:creationId xmlns:a16="http://schemas.microsoft.com/office/drawing/2014/main" id="{0B7BA9DE-6686-46CA-96F8-6CE901BA0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872"/>
                <a:ext cx="191" cy="230"/>
              </a:xfrm>
              <a:custGeom>
                <a:avLst/>
                <a:gdLst>
                  <a:gd name="T0" fmla="*/ 73 w 130"/>
                  <a:gd name="T1" fmla="*/ 77 h 156"/>
                  <a:gd name="T2" fmla="*/ 282 w 130"/>
                  <a:gd name="T3" fmla="*/ 417 h 156"/>
                  <a:gd name="T4" fmla="*/ 73 w 130"/>
                  <a:gd name="T5" fmla="*/ 77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156">
                    <a:moveTo>
                      <a:pt x="23" y="24"/>
                    </a:moveTo>
                    <a:cubicBezTo>
                      <a:pt x="0" y="41"/>
                      <a:pt x="47" y="156"/>
                      <a:pt x="89" y="130"/>
                    </a:cubicBezTo>
                    <a:cubicBezTo>
                      <a:pt x="130" y="104"/>
                      <a:pt x="58" y="0"/>
                      <a:pt x="23" y="2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0" name="Freeform 404">
                <a:extLst>
                  <a:ext uri="{FF2B5EF4-FFF2-40B4-BE49-F238E27FC236}">
                    <a16:creationId xmlns:a16="http://schemas.microsoft.com/office/drawing/2014/main" id="{B2C04F81-D5E4-4DEF-BFC2-4DD96692F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1927"/>
                <a:ext cx="87" cy="81"/>
              </a:xfrm>
              <a:custGeom>
                <a:avLst/>
                <a:gdLst>
                  <a:gd name="T0" fmla="*/ 47 w 59"/>
                  <a:gd name="T1" fmla="*/ 121 h 55"/>
                  <a:gd name="T2" fmla="*/ 59 w 59"/>
                  <a:gd name="T3" fmla="*/ 63 h 55"/>
                  <a:gd name="T4" fmla="*/ 122 w 59"/>
                  <a:gd name="T5" fmla="*/ 80 h 55"/>
                  <a:gd name="T6" fmla="*/ 168 w 59"/>
                  <a:gd name="T7" fmla="*/ 130 h 55"/>
                  <a:gd name="T8" fmla="*/ 189 w 59"/>
                  <a:gd name="T9" fmla="*/ 175 h 55"/>
                  <a:gd name="T10" fmla="*/ 164 w 59"/>
                  <a:gd name="T11" fmla="*/ 124 h 55"/>
                  <a:gd name="T12" fmla="*/ 128 w 59"/>
                  <a:gd name="T13" fmla="*/ 77 h 55"/>
                  <a:gd name="T14" fmla="*/ 55 w 59"/>
                  <a:gd name="T15" fmla="*/ 15 h 55"/>
                  <a:gd name="T16" fmla="*/ 32 w 59"/>
                  <a:gd name="T17" fmla="*/ 109 h 55"/>
                  <a:gd name="T18" fmla="*/ 47 w 59"/>
                  <a:gd name="T19" fmla="*/ 124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55">
                    <a:moveTo>
                      <a:pt x="15" y="38"/>
                    </a:moveTo>
                    <a:cubicBezTo>
                      <a:pt x="10" y="34"/>
                      <a:pt x="15" y="23"/>
                      <a:pt x="18" y="20"/>
                    </a:cubicBezTo>
                    <a:cubicBezTo>
                      <a:pt x="24" y="15"/>
                      <a:pt x="32" y="20"/>
                      <a:pt x="38" y="25"/>
                    </a:cubicBezTo>
                    <a:cubicBezTo>
                      <a:pt x="42" y="29"/>
                      <a:pt x="48" y="36"/>
                      <a:pt x="52" y="41"/>
                    </a:cubicBezTo>
                    <a:cubicBezTo>
                      <a:pt x="54" y="44"/>
                      <a:pt x="56" y="54"/>
                      <a:pt x="59" y="55"/>
                    </a:cubicBezTo>
                    <a:cubicBezTo>
                      <a:pt x="59" y="50"/>
                      <a:pt x="54" y="43"/>
                      <a:pt x="51" y="39"/>
                    </a:cubicBezTo>
                    <a:cubicBezTo>
                      <a:pt x="47" y="33"/>
                      <a:pt x="44" y="29"/>
                      <a:pt x="40" y="24"/>
                    </a:cubicBezTo>
                    <a:cubicBezTo>
                      <a:pt x="33" y="16"/>
                      <a:pt x="26" y="7"/>
                      <a:pt x="17" y="5"/>
                    </a:cubicBezTo>
                    <a:cubicBezTo>
                      <a:pt x="0" y="0"/>
                      <a:pt x="4" y="23"/>
                      <a:pt x="10" y="34"/>
                    </a:cubicBezTo>
                    <a:cubicBezTo>
                      <a:pt x="11" y="36"/>
                      <a:pt x="13" y="39"/>
                      <a:pt x="15" y="39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Freeform 405">
                <a:extLst>
                  <a:ext uri="{FF2B5EF4-FFF2-40B4-BE49-F238E27FC236}">
                    <a16:creationId xmlns:a16="http://schemas.microsoft.com/office/drawing/2014/main" id="{F006663D-648C-43BA-B36E-C95C027F8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964"/>
                <a:ext cx="65" cy="63"/>
              </a:xfrm>
              <a:custGeom>
                <a:avLst/>
                <a:gdLst>
                  <a:gd name="T0" fmla="*/ 27 w 44"/>
                  <a:gd name="T1" fmla="*/ 0 h 43"/>
                  <a:gd name="T2" fmla="*/ 27 w 44"/>
                  <a:gd name="T3" fmla="*/ 54 h 43"/>
                  <a:gd name="T4" fmla="*/ 83 w 44"/>
                  <a:gd name="T5" fmla="*/ 116 h 43"/>
                  <a:gd name="T6" fmla="*/ 136 w 44"/>
                  <a:gd name="T7" fmla="*/ 116 h 43"/>
                  <a:gd name="T8" fmla="*/ 129 w 44"/>
                  <a:gd name="T9" fmla="*/ 62 h 43"/>
                  <a:gd name="T10" fmla="*/ 100 w 44"/>
                  <a:gd name="T11" fmla="*/ 82 h 43"/>
                  <a:gd name="T12" fmla="*/ 61 w 44"/>
                  <a:gd name="T13" fmla="*/ 79 h 43"/>
                  <a:gd name="T14" fmla="*/ 22 w 44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3">
                    <a:moveTo>
                      <a:pt x="8" y="0"/>
                    </a:moveTo>
                    <a:cubicBezTo>
                      <a:pt x="0" y="0"/>
                      <a:pt x="6" y="13"/>
                      <a:pt x="8" y="17"/>
                    </a:cubicBezTo>
                    <a:cubicBezTo>
                      <a:pt x="13" y="25"/>
                      <a:pt x="18" y="33"/>
                      <a:pt x="26" y="37"/>
                    </a:cubicBezTo>
                    <a:cubicBezTo>
                      <a:pt x="31" y="41"/>
                      <a:pt x="39" y="43"/>
                      <a:pt x="42" y="37"/>
                    </a:cubicBezTo>
                    <a:cubicBezTo>
                      <a:pt x="44" y="34"/>
                      <a:pt x="43" y="24"/>
                      <a:pt x="40" y="20"/>
                    </a:cubicBezTo>
                    <a:cubicBezTo>
                      <a:pt x="35" y="16"/>
                      <a:pt x="33" y="24"/>
                      <a:pt x="31" y="26"/>
                    </a:cubicBezTo>
                    <a:cubicBezTo>
                      <a:pt x="27" y="30"/>
                      <a:pt x="23" y="28"/>
                      <a:pt x="19" y="25"/>
                    </a:cubicBezTo>
                    <a:cubicBezTo>
                      <a:pt x="12" y="20"/>
                      <a:pt x="1" y="8"/>
                      <a:pt x="7" y="0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2" name="Freeform 406">
                <a:extLst>
                  <a:ext uri="{FF2B5EF4-FFF2-40B4-BE49-F238E27FC236}">
                    <a16:creationId xmlns:a16="http://schemas.microsoft.com/office/drawing/2014/main" id="{9782C6F3-2162-42AA-B5DE-4FBDD1C34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937"/>
                <a:ext cx="35" cy="19"/>
              </a:xfrm>
              <a:custGeom>
                <a:avLst/>
                <a:gdLst>
                  <a:gd name="T0" fmla="*/ 0 w 24"/>
                  <a:gd name="T1" fmla="*/ 41 h 13"/>
                  <a:gd name="T2" fmla="*/ 0 w 24"/>
                  <a:gd name="T3" fmla="*/ 26 h 13"/>
                  <a:gd name="T4" fmla="*/ 6 w 24"/>
                  <a:gd name="T5" fmla="*/ 13 h 13"/>
                  <a:gd name="T6" fmla="*/ 28 w 24"/>
                  <a:gd name="T7" fmla="*/ 1 h 13"/>
                  <a:gd name="T8" fmla="*/ 74 w 24"/>
                  <a:gd name="T9" fmla="*/ 32 h 13"/>
                  <a:gd name="T10" fmla="*/ 1 w 24"/>
                  <a:gd name="T11" fmla="*/ 3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3">
                    <a:moveTo>
                      <a:pt x="0" y="13"/>
                    </a:moveTo>
                    <a:cubicBezTo>
                      <a:pt x="1" y="12"/>
                      <a:pt x="0" y="10"/>
                      <a:pt x="0" y="8"/>
                    </a:cubicBezTo>
                    <a:cubicBezTo>
                      <a:pt x="0" y="7"/>
                      <a:pt x="1" y="5"/>
                      <a:pt x="2" y="4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5" y="1"/>
                      <a:pt x="20" y="6"/>
                      <a:pt x="24" y="10"/>
                    </a:cubicBezTo>
                    <a:cubicBezTo>
                      <a:pt x="18" y="5"/>
                      <a:pt x="2" y="1"/>
                      <a:pt x="1" y="11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3" name="Freeform 407">
                <a:extLst>
                  <a:ext uri="{FF2B5EF4-FFF2-40B4-BE49-F238E27FC236}">
                    <a16:creationId xmlns:a16="http://schemas.microsoft.com/office/drawing/2014/main" id="{C5308D25-6754-44BF-8283-BE0982256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341"/>
                <a:ext cx="206" cy="163"/>
              </a:xfrm>
              <a:custGeom>
                <a:avLst/>
                <a:gdLst>
                  <a:gd name="T0" fmla="*/ 394 w 140"/>
                  <a:gd name="T1" fmla="*/ 82 h 111"/>
                  <a:gd name="T2" fmla="*/ 54 w 140"/>
                  <a:gd name="T3" fmla="*/ 206 h 111"/>
                  <a:gd name="T4" fmla="*/ 394 w 140"/>
                  <a:gd name="T5" fmla="*/ 82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" h="111">
                    <a:moveTo>
                      <a:pt x="124" y="26"/>
                    </a:moveTo>
                    <a:cubicBezTo>
                      <a:pt x="114" y="0"/>
                      <a:pt x="0" y="19"/>
                      <a:pt x="17" y="65"/>
                    </a:cubicBezTo>
                    <a:cubicBezTo>
                      <a:pt x="33" y="111"/>
                      <a:pt x="140" y="65"/>
                      <a:pt x="124" y="26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4" name="Freeform 408">
                <a:extLst>
                  <a:ext uri="{FF2B5EF4-FFF2-40B4-BE49-F238E27FC236}">
                    <a16:creationId xmlns:a16="http://schemas.microsoft.com/office/drawing/2014/main" id="{50C1D807-1550-4EA6-99E3-DC3C4DBAD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341"/>
                <a:ext cx="206" cy="163"/>
              </a:xfrm>
              <a:custGeom>
                <a:avLst/>
                <a:gdLst>
                  <a:gd name="T0" fmla="*/ 394 w 140"/>
                  <a:gd name="T1" fmla="*/ 82 h 111"/>
                  <a:gd name="T2" fmla="*/ 54 w 140"/>
                  <a:gd name="T3" fmla="*/ 206 h 111"/>
                  <a:gd name="T4" fmla="*/ 394 w 140"/>
                  <a:gd name="T5" fmla="*/ 82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" h="111">
                    <a:moveTo>
                      <a:pt x="124" y="26"/>
                    </a:moveTo>
                    <a:cubicBezTo>
                      <a:pt x="114" y="0"/>
                      <a:pt x="0" y="19"/>
                      <a:pt x="17" y="65"/>
                    </a:cubicBezTo>
                    <a:cubicBezTo>
                      <a:pt x="33" y="111"/>
                      <a:pt x="140" y="65"/>
                      <a:pt x="124" y="26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Freeform 409">
                <a:extLst>
                  <a:ext uri="{FF2B5EF4-FFF2-40B4-BE49-F238E27FC236}">
                    <a16:creationId xmlns:a16="http://schemas.microsoft.com/office/drawing/2014/main" id="{9728AC7C-F1B3-4E8F-AE95-B225F06E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378"/>
                <a:ext cx="90" cy="69"/>
              </a:xfrm>
              <a:custGeom>
                <a:avLst/>
                <a:gdLst>
                  <a:gd name="T0" fmla="*/ 77 w 61"/>
                  <a:gd name="T1" fmla="*/ 26 h 47"/>
                  <a:gd name="T2" fmla="*/ 128 w 61"/>
                  <a:gd name="T3" fmla="*/ 47 h 47"/>
                  <a:gd name="T4" fmla="*/ 102 w 61"/>
                  <a:gd name="T5" fmla="*/ 101 h 47"/>
                  <a:gd name="T6" fmla="*/ 46 w 61"/>
                  <a:gd name="T7" fmla="*/ 134 h 47"/>
                  <a:gd name="T8" fmla="*/ 0 w 61"/>
                  <a:gd name="T9" fmla="*/ 147 h 47"/>
                  <a:gd name="T10" fmla="*/ 55 w 61"/>
                  <a:gd name="T11" fmla="*/ 134 h 47"/>
                  <a:gd name="T12" fmla="*/ 102 w 61"/>
                  <a:gd name="T13" fmla="*/ 110 h 47"/>
                  <a:gd name="T14" fmla="*/ 174 w 61"/>
                  <a:gd name="T15" fmla="*/ 54 h 47"/>
                  <a:gd name="T16" fmla="*/ 93 w 61"/>
                  <a:gd name="T17" fmla="*/ 13 h 47"/>
                  <a:gd name="T18" fmla="*/ 74 w 61"/>
                  <a:gd name="T19" fmla="*/ 22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47">
                    <a:moveTo>
                      <a:pt x="24" y="8"/>
                    </a:moveTo>
                    <a:cubicBezTo>
                      <a:pt x="29" y="4"/>
                      <a:pt x="38" y="11"/>
                      <a:pt x="40" y="15"/>
                    </a:cubicBezTo>
                    <a:cubicBezTo>
                      <a:pt x="43" y="21"/>
                      <a:pt x="37" y="28"/>
                      <a:pt x="32" y="32"/>
                    </a:cubicBezTo>
                    <a:cubicBezTo>
                      <a:pt x="27" y="36"/>
                      <a:pt x="20" y="40"/>
                      <a:pt x="14" y="42"/>
                    </a:cubicBezTo>
                    <a:cubicBezTo>
                      <a:pt x="11" y="43"/>
                      <a:pt x="2" y="44"/>
                      <a:pt x="0" y="46"/>
                    </a:cubicBezTo>
                    <a:cubicBezTo>
                      <a:pt x="5" y="47"/>
                      <a:pt x="12" y="44"/>
                      <a:pt x="17" y="42"/>
                    </a:cubicBezTo>
                    <a:cubicBezTo>
                      <a:pt x="22" y="40"/>
                      <a:pt x="27" y="38"/>
                      <a:pt x="32" y="35"/>
                    </a:cubicBezTo>
                    <a:cubicBezTo>
                      <a:pt x="40" y="30"/>
                      <a:pt x="50" y="25"/>
                      <a:pt x="54" y="17"/>
                    </a:cubicBezTo>
                    <a:cubicBezTo>
                      <a:pt x="61" y="1"/>
                      <a:pt x="39" y="0"/>
                      <a:pt x="29" y="4"/>
                    </a:cubicBezTo>
                    <a:cubicBezTo>
                      <a:pt x="27" y="4"/>
                      <a:pt x="24" y="5"/>
                      <a:pt x="23" y="7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6" name="Freeform 410">
                <a:extLst>
                  <a:ext uri="{FF2B5EF4-FFF2-40B4-BE49-F238E27FC236}">
                    <a16:creationId xmlns:a16="http://schemas.microsoft.com/office/drawing/2014/main" id="{E4D26832-3972-4FCA-B69B-787C150E1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388"/>
                <a:ext cx="68" cy="55"/>
              </a:xfrm>
              <a:custGeom>
                <a:avLst/>
                <a:gdLst>
                  <a:gd name="T0" fmla="*/ 146 w 46"/>
                  <a:gd name="T1" fmla="*/ 27 h 37"/>
                  <a:gd name="T2" fmla="*/ 95 w 46"/>
                  <a:gd name="T3" fmla="*/ 15 h 37"/>
                  <a:gd name="T4" fmla="*/ 27 w 46"/>
                  <a:gd name="T5" fmla="*/ 55 h 37"/>
                  <a:gd name="T6" fmla="*/ 15 w 46"/>
                  <a:gd name="T7" fmla="*/ 109 h 37"/>
                  <a:gd name="T8" fmla="*/ 68 w 46"/>
                  <a:gd name="T9" fmla="*/ 113 h 37"/>
                  <a:gd name="T10" fmla="*/ 55 w 46"/>
                  <a:gd name="T11" fmla="*/ 82 h 37"/>
                  <a:gd name="T12" fmla="*/ 68 w 46"/>
                  <a:gd name="T13" fmla="*/ 42 h 37"/>
                  <a:gd name="T14" fmla="*/ 146 w 46"/>
                  <a:gd name="T15" fmla="*/ 27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7">
                    <a:moveTo>
                      <a:pt x="45" y="8"/>
                    </a:moveTo>
                    <a:cubicBezTo>
                      <a:pt x="46" y="1"/>
                      <a:pt x="33" y="3"/>
                      <a:pt x="29" y="5"/>
                    </a:cubicBezTo>
                    <a:cubicBezTo>
                      <a:pt x="22" y="7"/>
                      <a:pt x="13" y="11"/>
                      <a:pt x="8" y="17"/>
                    </a:cubicBezTo>
                    <a:cubicBezTo>
                      <a:pt x="4" y="21"/>
                      <a:pt x="0" y="28"/>
                      <a:pt x="5" y="33"/>
                    </a:cubicBezTo>
                    <a:cubicBezTo>
                      <a:pt x="7" y="36"/>
                      <a:pt x="17" y="37"/>
                      <a:pt x="21" y="34"/>
                    </a:cubicBezTo>
                    <a:cubicBezTo>
                      <a:pt x="25" y="31"/>
                      <a:pt x="18" y="27"/>
                      <a:pt x="17" y="25"/>
                    </a:cubicBezTo>
                    <a:cubicBezTo>
                      <a:pt x="14" y="20"/>
                      <a:pt x="17" y="16"/>
                      <a:pt x="21" y="13"/>
                    </a:cubicBezTo>
                    <a:cubicBezTo>
                      <a:pt x="26" y="8"/>
                      <a:pt x="39" y="0"/>
                      <a:pt x="45" y="8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7" name="Freeform 411">
                <a:extLst>
                  <a:ext uri="{FF2B5EF4-FFF2-40B4-BE49-F238E27FC236}">
                    <a16:creationId xmlns:a16="http://schemas.microsoft.com/office/drawing/2014/main" id="{14924DA4-0796-479A-97E7-30BC623C3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385"/>
                <a:ext cx="17" cy="35"/>
              </a:xfrm>
              <a:custGeom>
                <a:avLst/>
                <a:gdLst>
                  <a:gd name="T0" fmla="*/ 1 w 12"/>
                  <a:gd name="T1" fmla="*/ 0 h 24"/>
                  <a:gd name="T2" fmla="*/ 18 w 12"/>
                  <a:gd name="T3" fmla="*/ 1 h 24"/>
                  <a:gd name="T4" fmla="*/ 28 w 12"/>
                  <a:gd name="T5" fmla="*/ 13 h 24"/>
                  <a:gd name="T6" fmla="*/ 33 w 12"/>
                  <a:gd name="T7" fmla="*/ 34 h 24"/>
                  <a:gd name="T8" fmla="*/ 0 w 12"/>
                  <a:gd name="T9" fmla="*/ 74 h 24"/>
                  <a:gd name="T10" fmla="*/ 9 w 12"/>
                  <a:gd name="T11" fmla="*/ 1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4">
                    <a:moveTo>
                      <a:pt x="1" y="0"/>
                    </a:moveTo>
                    <a:cubicBezTo>
                      <a:pt x="2" y="1"/>
                      <a:pt x="4" y="1"/>
                      <a:pt x="6" y="1"/>
                    </a:cubicBezTo>
                    <a:cubicBezTo>
                      <a:pt x="7" y="2"/>
                      <a:pt x="9" y="3"/>
                      <a:pt x="10" y="4"/>
                    </a:cubicBezTo>
                    <a:cubicBezTo>
                      <a:pt x="12" y="6"/>
                      <a:pt x="12" y="9"/>
                      <a:pt x="11" y="11"/>
                    </a:cubicBezTo>
                    <a:cubicBezTo>
                      <a:pt x="9" y="17"/>
                      <a:pt x="5" y="21"/>
                      <a:pt x="0" y="24"/>
                    </a:cubicBezTo>
                    <a:cubicBezTo>
                      <a:pt x="5" y="19"/>
                      <a:pt x="12" y="5"/>
                      <a:pt x="3" y="1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8" name="Freeform 412">
                <a:extLst>
                  <a:ext uri="{FF2B5EF4-FFF2-40B4-BE49-F238E27FC236}">
                    <a16:creationId xmlns:a16="http://schemas.microsoft.com/office/drawing/2014/main" id="{B454A621-4CB8-4756-9406-9F1499A6D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921"/>
                <a:ext cx="141" cy="186"/>
              </a:xfrm>
              <a:custGeom>
                <a:avLst/>
                <a:gdLst>
                  <a:gd name="T0" fmla="*/ 47 w 96"/>
                  <a:gd name="T1" fmla="*/ 55 h 126"/>
                  <a:gd name="T2" fmla="*/ 216 w 96"/>
                  <a:gd name="T3" fmla="*/ 344 h 126"/>
                  <a:gd name="T4" fmla="*/ 47 w 96"/>
                  <a:gd name="T5" fmla="*/ 55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26">
                    <a:moveTo>
                      <a:pt x="15" y="17"/>
                    </a:moveTo>
                    <a:cubicBezTo>
                      <a:pt x="0" y="29"/>
                      <a:pt x="40" y="126"/>
                      <a:pt x="68" y="107"/>
                    </a:cubicBezTo>
                    <a:cubicBezTo>
                      <a:pt x="96" y="89"/>
                      <a:pt x="38" y="0"/>
                      <a:pt x="15" y="17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Freeform 413">
                <a:extLst>
                  <a:ext uri="{FF2B5EF4-FFF2-40B4-BE49-F238E27FC236}">
                    <a16:creationId xmlns:a16="http://schemas.microsoft.com/office/drawing/2014/main" id="{945CBDA3-97CA-4343-B8BA-9DE59654F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921"/>
                <a:ext cx="141" cy="186"/>
              </a:xfrm>
              <a:custGeom>
                <a:avLst/>
                <a:gdLst>
                  <a:gd name="T0" fmla="*/ 47 w 96"/>
                  <a:gd name="T1" fmla="*/ 55 h 126"/>
                  <a:gd name="T2" fmla="*/ 216 w 96"/>
                  <a:gd name="T3" fmla="*/ 344 h 126"/>
                  <a:gd name="T4" fmla="*/ 47 w 96"/>
                  <a:gd name="T5" fmla="*/ 55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26">
                    <a:moveTo>
                      <a:pt x="15" y="17"/>
                    </a:moveTo>
                    <a:cubicBezTo>
                      <a:pt x="0" y="29"/>
                      <a:pt x="40" y="126"/>
                      <a:pt x="68" y="107"/>
                    </a:cubicBezTo>
                    <a:cubicBezTo>
                      <a:pt x="96" y="89"/>
                      <a:pt x="38" y="0"/>
                      <a:pt x="15" y="1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0" name="Freeform 414">
                <a:extLst>
                  <a:ext uri="{FF2B5EF4-FFF2-40B4-BE49-F238E27FC236}">
                    <a16:creationId xmlns:a16="http://schemas.microsoft.com/office/drawing/2014/main" id="{04A118A7-F289-474C-90D3-78CEE4B30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962"/>
                <a:ext cx="68" cy="72"/>
              </a:xfrm>
              <a:custGeom>
                <a:avLst/>
                <a:gdLst>
                  <a:gd name="T0" fmla="*/ 46 w 46"/>
                  <a:gd name="T1" fmla="*/ 101 h 49"/>
                  <a:gd name="T2" fmla="*/ 49 w 46"/>
                  <a:gd name="T3" fmla="*/ 54 h 49"/>
                  <a:gd name="T4" fmla="*/ 95 w 46"/>
                  <a:gd name="T5" fmla="*/ 73 h 49"/>
                  <a:gd name="T6" fmla="*/ 129 w 46"/>
                  <a:gd name="T7" fmla="*/ 116 h 49"/>
                  <a:gd name="T8" fmla="*/ 149 w 46"/>
                  <a:gd name="T9" fmla="*/ 156 h 49"/>
                  <a:gd name="T10" fmla="*/ 127 w 46"/>
                  <a:gd name="T11" fmla="*/ 110 h 49"/>
                  <a:gd name="T12" fmla="*/ 96 w 46"/>
                  <a:gd name="T13" fmla="*/ 69 h 49"/>
                  <a:gd name="T14" fmla="*/ 41 w 46"/>
                  <a:gd name="T15" fmla="*/ 15 h 49"/>
                  <a:gd name="T16" fmla="*/ 33 w 46"/>
                  <a:gd name="T17" fmla="*/ 88 h 49"/>
                  <a:gd name="T18" fmla="*/ 46 w 46"/>
                  <a:gd name="T19" fmla="*/ 101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9">
                    <a:moveTo>
                      <a:pt x="14" y="32"/>
                    </a:moveTo>
                    <a:cubicBezTo>
                      <a:pt x="10" y="28"/>
                      <a:pt x="13" y="19"/>
                      <a:pt x="15" y="17"/>
                    </a:cubicBezTo>
                    <a:cubicBezTo>
                      <a:pt x="19" y="14"/>
                      <a:pt x="25" y="18"/>
                      <a:pt x="29" y="23"/>
                    </a:cubicBezTo>
                    <a:cubicBezTo>
                      <a:pt x="33" y="26"/>
                      <a:pt x="37" y="32"/>
                      <a:pt x="40" y="37"/>
                    </a:cubicBezTo>
                    <a:cubicBezTo>
                      <a:pt x="41" y="39"/>
                      <a:pt x="44" y="48"/>
                      <a:pt x="46" y="49"/>
                    </a:cubicBezTo>
                    <a:cubicBezTo>
                      <a:pt x="45" y="44"/>
                      <a:pt x="41" y="38"/>
                      <a:pt x="39" y="35"/>
                    </a:cubicBezTo>
                    <a:cubicBezTo>
                      <a:pt x="36" y="30"/>
                      <a:pt x="34" y="26"/>
                      <a:pt x="30" y="22"/>
                    </a:cubicBezTo>
                    <a:cubicBezTo>
                      <a:pt x="25" y="15"/>
                      <a:pt x="19" y="7"/>
                      <a:pt x="13" y="5"/>
                    </a:cubicBezTo>
                    <a:cubicBezTo>
                      <a:pt x="0" y="0"/>
                      <a:pt x="5" y="19"/>
                      <a:pt x="10" y="28"/>
                    </a:cubicBezTo>
                    <a:cubicBezTo>
                      <a:pt x="11" y="29"/>
                      <a:pt x="12" y="32"/>
                      <a:pt x="14" y="32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1" name="Freeform 415">
                <a:extLst>
                  <a:ext uri="{FF2B5EF4-FFF2-40B4-BE49-F238E27FC236}">
                    <a16:creationId xmlns:a16="http://schemas.microsoft.com/office/drawing/2014/main" id="{50BAC342-3A4D-4A97-ACEA-1F99C0FF3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993"/>
                <a:ext cx="48" cy="55"/>
              </a:xfrm>
              <a:custGeom>
                <a:avLst/>
                <a:gdLst>
                  <a:gd name="T0" fmla="*/ 15 w 33"/>
                  <a:gd name="T1" fmla="*/ 0 h 37"/>
                  <a:gd name="T2" fmla="*/ 22 w 33"/>
                  <a:gd name="T3" fmla="*/ 46 h 37"/>
                  <a:gd name="T4" fmla="*/ 61 w 33"/>
                  <a:gd name="T5" fmla="*/ 106 h 37"/>
                  <a:gd name="T6" fmla="*/ 99 w 33"/>
                  <a:gd name="T7" fmla="*/ 109 h 37"/>
                  <a:gd name="T8" fmla="*/ 89 w 33"/>
                  <a:gd name="T9" fmla="*/ 62 h 37"/>
                  <a:gd name="T10" fmla="*/ 70 w 33"/>
                  <a:gd name="T11" fmla="*/ 76 h 37"/>
                  <a:gd name="T12" fmla="*/ 42 w 33"/>
                  <a:gd name="T13" fmla="*/ 68 h 37"/>
                  <a:gd name="T14" fmla="*/ 15 w 33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7">
                    <a:moveTo>
                      <a:pt x="5" y="0"/>
                    </a:moveTo>
                    <a:cubicBezTo>
                      <a:pt x="0" y="0"/>
                      <a:pt x="5" y="11"/>
                      <a:pt x="7" y="14"/>
                    </a:cubicBezTo>
                    <a:cubicBezTo>
                      <a:pt x="10" y="21"/>
                      <a:pt x="15" y="28"/>
                      <a:pt x="20" y="32"/>
                    </a:cubicBezTo>
                    <a:cubicBezTo>
                      <a:pt x="24" y="35"/>
                      <a:pt x="30" y="37"/>
                      <a:pt x="32" y="33"/>
                    </a:cubicBezTo>
                    <a:cubicBezTo>
                      <a:pt x="33" y="30"/>
                      <a:pt x="32" y="22"/>
                      <a:pt x="29" y="19"/>
                    </a:cubicBezTo>
                    <a:cubicBezTo>
                      <a:pt x="26" y="16"/>
                      <a:pt x="25" y="22"/>
                      <a:pt x="23" y="23"/>
                    </a:cubicBezTo>
                    <a:cubicBezTo>
                      <a:pt x="21" y="26"/>
                      <a:pt x="18" y="24"/>
                      <a:pt x="14" y="21"/>
                    </a:cubicBezTo>
                    <a:cubicBezTo>
                      <a:pt x="10" y="17"/>
                      <a:pt x="1" y="6"/>
                      <a:pt x="5" y="0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2" name="Freeform 416">
                <a:extLst>
                  <a:ext uri="{FF2B5EF4-FFF2-40B4-BE49-F238E27FC236}">
                    <a16:creationId xmlns:a16="http://schemas.microsoft.com/office/drawing/2014/main" id="{A2CF7551-AB47-4450-86D0-4A1C9CF2F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973"/>
                <a:ext cx="25" cy="14"/>
              </a:xfrm>
              <a:custGeom>
                <a:avLst/>
                <a:gdLst>
                  <a:gd name="T0" fmla="*/ 1 w 17"/>
                  <a:gd name="T1" fmla="*/ 28 h 10"/>
                  <a:gd name="T2" fmla="*/ 0 w 17"/>
                  <a:gd name="T3" fmla="*/ 15 h 10"/>
                  <a:gd name="T4" fmla="*/ 1 w 17"/>
                  <a:gd name="T5" fmla="*/ 6 h 10"/>
                  <a:gd name="T6" fmla="*/ 19 w 17"/>
                  <a:gd name="T7" fmla="*/ 0 h 10"/>
                  <a:gd name="T8" fmla="*/ 54 w 17"/>
                  <a:gd name="T9" fmla="*/ 25 h 10"/>
                  <a:gd name="T10" fmla="*/ 1 w 17"/>
                  <a:gd name="T11" fmla="*/ 21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0">
                    <a:moveTo>
                      <a:pt x="1" y="10"/>
                    </a:moveTo>
                    <a:cubicBezTo>
                      <a:pt x="1" y="9"/>
                      <a:pt x="0" y="7"/>
                      <a:pt x="0" y="6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10" y="1"/>
                      <a:pt x="14" y="5"/>
                      <a:pt x="17" y="9"/>
                    </a:cubicBezTo>
                    <a:cubicBezTo>
                      <a:pt x="13" y="5"/>
                      <a:pt x="2" y="0"/>
                      <a:pt x="1" y="8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Freeform 417">
                <a:extLst>
                  <a:ext uri="{FF2B5EF4-FFF2-40B4-BE49-F238E27FC236}">
                    <a16:creationId xmlns:a16="http://schemas.microsoft.com/office/drawing/2014/main" id="{7FC93FFA-5460-47EB-850C-6330AA54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1"/>
                <a:ext cx="137" cy="185"/>
              </a:xfrm>
              <a:custGeom>
                <a:avLst/>
                <a:gdLst>
                  <a:gd name="T0" fmla="*/ 69 w 93"/>
                  <a:gd name="T1" fmla="*/ 41 h 126"/>
                  <a:gd name="T2" fmla="*/ 175 w 93"/>
                  <a:gd name="T3" fmla="*/ 354 h 126"/>
                  <a:gd name="T4" fmla="*/ 69 w 93"/>
                  <a:gd name="T5" fmla="*/ 41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26">
                    <a:moveTo>
                      <a:pt x="22" y="13"/>
                    </a:moveTo>
                    <a:cubicBezTo>
                      <a:pt x="0" y="22"/>
                      <a:pt x="18" y="126"/>
                      <a:pt x="55" y="112"/>
                    </a:cubicBezTo>
                    <a:cubicBezTo>
                      <a:pt x="93" y="98"/>
                      <a:pt x="54" y="0"/>
                      <a:pt x="22" y="13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4" name="Freeform 418">
                <a:extLst>
                  <a:ext uri="{FF2B5EF4-FFF2-40B4-BE49-F238E27FC236}">
                    <a16:creationId xmlns:a16="http://schemas.microsoft.com/office/drawing/2014/main" id="{DF525694-76E2-48AB-9E6B-ABC2713D6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1"/>
                <a:ext cx="137" cy="185"/>
              </a:xfrm>
              <a:custGeom>
                <a:avLst/>
                <a:gdLst>
                  <a:gd name="T0" fmla="*/ 69 w 93"/>
                  <a:gd name="T1" fmla="*/ 41 h 126"/>
                  <a:gd name="T2" fmla="*/ 175 w 93"/>
                  <a:gd name="T3" fmla="*/ 354 h 126"/>
                  <a:gd name="T4" fmla="*/ 69 w 93"/>
                  <a:gd name="T5" fmla="*/ 41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26">
                    <a:moveTo>
                      <a:pt x="22" y="13"/>
                    </a:moveTo>
                    <a:cubicBezTo>
                      <a:pt x="0" y="22"/>
                      <a:pt x="18" y="126"/>
                      <a:pt x="55" y="112"/>
                    </a:cubicBezTo>
                    <a:cubicBezTo>
                      <a:pt x="93" y="98"/>
                      <a:pt x="54" y="0"/>
                      <a:pt x="22" y="1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5" name="Freeform 419">
                <a:extLst>
                  <a:ext uri="{FF2B5EF4-FFF2-40B4-BE49-F238E27FC236}">
                    <a16:creationId xmlns:a16="http://schemas.microsoft.com/office/drawing/2014/main" id="{00A5744B-0E59-4DAF-95D8-77CA23D61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856"/>
                <a:ext cx="59" cy="83"/>
              </a:xfrm>
              <a:custGeom>
                <a:avLst/>
                <a:gdLst>
                  <a:gd name="T0" fmla="*/ 22 w 40"/>
                  <a:gd name="T1" fmla="*/ 110 h 56"/>
                  <a:gd name="T2" fmla="*/ 41 w 40"/>
                  <a:gd name="T3" fmla="*/ 65 h 56"/>
                  <a:gd name="T4" fmla="*/ 87 w 40"/>
                  <a:gd name="T5" fmla="*/ 92 h 56"/>
                  <a:gd name="T6" fmla="*/ 115 w 40"/>
                  <a:gd name="T7" fmla="*/ 142 h 56"/>
                  <a:gd name="T8" fmla="*/ 127 w 40"/>
                  <a:gd name="T9" fmla="*/ 182 h 56"/>
                  <a:gd name="T10" fmla="*/ 114 w 40"/>
                  <a:gd name="T11" fmla="*/ 133 h 56"/>
                  <a:gd name="T12" fmla="*/ 93 w 40"/>
                  <a:gd name="T13" fmla="*/ 87 h 56"/>
                  <a:gd name="T14" fmla="*/ 46 w 40"/>
                  <a:gd name="T15" fmla="*/ 22 h 56"/>
                  <a:gd name="T16" fmla="*/ 9 w 40"/>
                  <a:gd name="T17" fmla="*/ 96 h 56"/>
                  <a:gd name="T18" fmla="*/ 22 w 40"/>
                  <a:gd name="T19" fmla="*/ 11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56">
                    <a:moveTo>
                      <a:pt x="7" y="34"/>
                    </a:moveTo>
                    <a:cubicBezTo>
                      <a:pt x="4" y="30"/>
                      <a:pt x="9" y="22"/>
                      <a:pt x="13" y="20"/>
                    </a:cubicBezTo>
                    <a:cubicBezTo>
                      <a:pt x="18" y="17"/>
                      <a:pt x="24" y="23"/>
                      <a:pt x="27" y="28"/>
                    </a:cubicBezTo>
                    <a:cubicBezTo>
                      <a:pt x="30" y="32"/>
                      <a:pt x="34" y="38"/>
                      <a:pt x="36" y="44"/>
                    </a:cubicBezTo>
                    <a:cubicBezTo>
                      <a:pt x="37" y="47"/>
                      <a:pt x="37" y="55"/>
                      <a:pt x="39" y="56"/>
                    </a:cubicBezTo>
                    <a:cubicBezTo>
                      <a:pt x="40" y="52"/>
                      <a:pt x="37" y="46"/>
                      <a:pt x="35" y="41"/>
                    </a:cubicBezTo>
                    <a:cubicBezTo>
                      <a:pt x="34" y="36"/>
                      <a:pt x="32" y="32"/>
                      <a:pt x="29" y="27"/>
                    </a:cubicBezTo>
                    <a:cubicBezTo>
                      <a:pt x="25" y="20"/>
                      <a:pt x="21" y="11"/>
                      <a:pt x="14" y="7"/>
                    </a:cubicBezTo>
                    <a:cubicBezTo>
                      <a:pt x="1" y="0"/>
                      <a:pt x="0" y="20"/>
                      <a:pt x="3" y="30"/>
                    </a:cubicBezTo>
                    <a:cubicBezTo>
                      <a:pt x="4" y="31"/>
                      <a:pt x="5" y="34"/>
                      <a:pt x="7" y="34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6" name="Freeform 420">
                <a:extLst>
                  <a:ext uri="{FF2B5EF4-FFF2-40B4-BE49-F238E27FC236}">
                    <a16:creationId xmlns:a16="http://schemas.microsoft.com/office/drawing/2014/main" id="{79D3EEEF-1E45-428E-A721-A0BA03EAE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890"/>
                <a:ext cx="46" cy="62"/>
              </a:xfrm>
              <a:custGeom>
                <a:avLst/>
                <a:gdLst>
                  <a:gd name="T0" fmla="*/ 22 w 31"/>
                  <a:gd name="T1" fmla="*/ 1 h 42"/>
                  <a:gd name="T2" fmla="*/ 13 w 31"/>
                  <a:gd name="T3" fmla="*/ 47 h 42"/>
                  <a:gd name="T4" fmla="*/ 49 w 31"/>
                  <a:gd name="T5" fmla="*/ 114 h 42"/>
                  <a:gd name="T6" fmla="*/ 92 w 31"/>
                  <a:gd name="T7" fmla="*/ 123 h 42"/>
                  <a:gd name="T8" fmla="*/ 95 w 31"/>
                  <a:gd name="T9" fmla="*/ 77 h 42"/>
                  <a:gd name="T10" fmla="*/ 68 w 31"/>
                  <a:gd name="T11" fmla="*/ 87 h 42"/>
                  <a:gd name="T12" fmla="*/ 36 w 31"/>
                  <a:gd name="T13" fmla="*/ 74 h 42"/>
                  <a:gd name="T14" fmla="*/ 22 w 31"/>
                  <a:gd name="T15" fmla="*/ 1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42">
                    <a:moveTo>
                      <a:pt x="7" y="1"/>
                    </a:moveTo>
                    <a:cubicBezTo>
                      <a:pt x="1" y="0"/>
                      <a:pt x="3" y="12"/>
                      <a:pt x="4" y="15"/>
                    </a:cubicBezTo>
                    <a:cubicBezTo>
                      <a:pt x="7" y="22"/>
                      <a:pt x="9" y="30"/>
                      <a:pt x="15" y="35"/>
                    </a:cubicBezTo>
                    <a:cubicBezTo>
                      <a:pt x="18" y="39"/>
                      <a:pt x="24" y="42"/>
                      <a:pt x="28" y="38"/>
                    </a:cubicBezTo>
                    <a:cubicBezTo>
                      <a:pt x="30" y="36"/>
                      <a:pt x="31" y="27"/>
                      <a:pt x="29" y="24"/>
                    </a:cubicBezTo>
                    <a:cubicBezTo>
                      <a:pt x="26" y="20"/>
                      <a:pt x="23" y="26"/>
                      <a:pt x="21" y="27"/>
                    </a:cubicBezTo>
                    <a:cubicBezTo>
                      <a:pt x="17" y="30"/>
                      <a:pt x="14" y="27"/>
                      <a:pt x="11" y="23"/>
                    </a:cubicBezTo>
                    <a:cubicBezTo>
                      <a:pt x="7" y="18"/>
                      <a:pt x="0" y="6"/>
                      <a:pt x="7" y="1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Freeform 421">
                <a:extLst>
                  <a:ext uri="{FF2B5EF4-FFF2-40B4-BE49-F238E27FC236}">
                    <a16:creationId xmlns:a16="http://schemas.microsoft.com/office/drawing/2014/main" id="{4D1BDD9D-01F1-4AA2-91EC-4F5B1FE13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869"/>
                <a:ext cx="30" cy="17"/>
              </a:xfrm>
              <a:custGeom>
                <a:avLst/>
                <a:gdLst>
                  <a:gd name="T0" fmla="*/ 0 w 20"/>
                  <a:gd name="T1" fmla="*/ 34 h 11"/>
                  <a:gd name="T2" fmla="*/ 5 w 20"/>
                  <a:gd name="T3" fmla="*/ 19 h 11"/>
                  <a:gd name="T4" fmla="*/ 12 w 20"/>
                  <a:gd name="T5" fmla="*/ 8 h 11"/>
                  <a:gd name="T6" fmla="*/ 35 w 20"/>
                  <a:gd name="T7" fmla="*/ 5 h 11"/>
                  <a:gd name="T8" fmla="*/ 68 w 20"/>
                  <a:gd name="T9" fmla="*/ 40 h 11"/>
                  <a:gd name="T10" fmla="*/ 8 w 20"/>
                  <a:gd name="T11" fmla="*/ 2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1">
                    <a:moveTo>
                      <a:pt x="0" y="9"/>
                    </a:moveTo>
                    <a:cubicBezTo>
                      <a:pt x="1" y="8"/>
                      <a:pt x="1" y="6"/>
                      <a:pt x="1" y="5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5" y="0"/>
                      <a:pt x="7" y="0"/>
                      <a:pt x="10" y="1"/>
                    </a:cubicBezTo>
                    <a:cubicBezTo>
                      <a:pt x="14" y="2"/>
                      <a:pt x="18" y="7"/>
                      <a:pt x="20" y="11"/>
                    </a:cubicBezTo>
                    <a:cubicBezTo>
                      <a:pt x="16" y="6"/>
                      <a:pt x="4" y="0"/>
                      <a:pt x="2" y="8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8" name="Freeform 422">
                <a:extLst>
                  <a:ext uri="{FF2B5EF4-FFF2-40B4-BE49-F238E27FC236}">
                    <a16:creationId xmlns:a16="http://schemas.microsoft.com/office/drawing/2014/main" id="{5790B2B4-7152-45CD-8A17-C5F2FC9B1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550"/>
                <a:ext cx="205" cy="192"/>
              </a:xfrm>
              <a:custGeom>
                <a:avLst/>
                <a:gdLst>
                  <a:gd name="T0" fmla="*/ 350 w 139"/>
                  <a:gd name="T1" fmla="*/ 65 h 130"/>
                  <a:gd name="T2" fmla="*/ 109 w 139"/>
                  <a:gd name="T3" fmla="*/ 303 h 130"/>
                  <a:gd name="T4" fmla="*/ 350 w 139"/>
                  <a:gd name="T5" fmla="*/ 65 h 1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30">
                    <a:moveTo>
                      <a:pt x="109" y="20"/>
                    </a:moveTo>
                    <a:cubicBezTo>
                      <a:pt x="89" y="0"/>
                      <a:pt x="0" y="58"/>
                      <a:pt x="34" y="94"/>
                    </a:cubicBezTo>
                    <a:cubicBezTo>
                      <a:pt x="68" y="130"/>
                      <a:pt x="139" y="51"/>
                      <a:pt x="109" y="20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9" name="Freeform 423">
                <a:extLst>
                  <a:ext uri="{FF2B5EF4-FFF2-40B4-BE49-F238E27FC236}">
                    <a16:creationId xmlns:a16="http://schemas.microsoft.com/office/drawing/2014/main" id="{3BF2D67F-E3DF-4A3B-A8FB-74BDC89C1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550"/>
                <a:ext cx="205" cy="192"/>
              </a:xfrm>
              <a:custGeom>
                <a:avLst/>
                <a:gdLst>
                  <a:gd name="T0" fmla="*/ 350 w 139"/>
                  <a:gd name="T1" fmla="*/ 65 h 130"/>
                  <a:gd name="T2" fmla="*/ 109 w 139"/>
                  <a:gd name="T3" fmla="*/ 303 h 130"/>
                  <a:gd name="T4" fmla="*/ 350 w 139"/>
                  <a:gd name="T5" fmla="*/ 65 h 1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30">
                    <a:moveTo>
                      <a:pt x="109" y="20"/>
                    </a:moveTo>
                    <a:cubicBezTo>
                      <a:pt x="89" y="0"/>
                      <a:pt x="0" y="58"/>
                      <a:pt x="34" y="94"/>
                    </a:cubicBezTo>
                    <a:cubicBezTo>
                      <a:pt x="68" y="130"/>
                      <a:pt x="139" y="51"/>
                      <a:pt x="109" y="2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0" name="Freeform 424">
                <a:extLst>
                  <a:ext uri="{FF2B5EF4-FFF2-40B4-BE49-F238E27FC236}">
                    <a16:creationId xmlns:a16="http://schemas.microsoft.com/office/drawing/2014/main" id="{A7C2F7C9-8A5A-4123-A4C2-EA66A5295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587"/>
                <a:ext cx="47" cy="93"/>
              </a:xfrm>
              <a:custGeom>
                <a:avLst/>
                <a:gdLst>
                  <a:gd name="T0" fmla="*/ 9 w 32"/>
                  <a:gd name="T1" fmla="*/ 61 h 63"/>
                  <a:gd name="T2" fmla="*/ 60 w 32"/>
                  <a:gd name="T3" fmla="*/ 65 h 63"/>
                  <a:gd name="T4" fmla="*/ 63 w 32"/>
                  <a:gd name="T5" fmla="*/ 127 h 63"/>
                  <a:gd name="T6" fmla="*/ 32 w 32"/>
                  <a:gd name="T7" fmla="*/ 174 h 63"/>
                  <a:gd name="T8" fmla="*/ 0 w 32"/>
                  <a:gd name="T9" fmla="*/ 202 h 63"/>
                  <a:gd name="T10" fmla="*/ 38 w 32"/>
                  <a:gd name="T11" fmla="*/ 170 h 63"/>
                  <a:gd name="T12" fmla="*/ 69 w 32"/>
                  <a:gd name="T13" fmla="*/ 133 h 63"/>
                  <a:gd name="T14" fmla="*/ 101 w 32"/>
                  <a:gd name="T15" fmla="*/ 55 h 63"/>
                  <a:gd name="T16" fmla="*/ 15 w 32"/>
                  <a:gd name="T17" fmla="*/ 46 h 63"/>
                  <a:gd name="T18" fmla="*/ 6 w 32"/>
                  <a:gd name="T19" fmla="*/ 61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63">
                    <a:moveTo>
                      <a:pt x="3" y="19"/>
                    </a:moveTo>
                    <a:cubicBezTo>
                      <a:pt x="5" y="14"/>
                      <a:pt x="16" y="17"/>
                      <a:pt x="19" y="20"/>
                    </a:cubicBezTo>
                    <a:cubicBezTo>
                      <a:pt x="25" y="25"/>
                      <a:pt x="23" y="33"/>
                      <a:pt x="20" y="39"/>
                    </a:cubicBezTo>
                    <a:cubicBezTo>
                      <a:pt x="18" y="44"/>
                      <a:pt x="14" y="50"/>
                      <a:pt x="10" y="54"/>
                    </a:cubicBezTo>
                    <a:cubicBezTo>
                      <a:pt x="7" y="56"/>
                      <a:pt x="0" y="60"/>
                      <a:pt x="0" y="63"/>
                    </a:cubicBezTo>
                    <a:cubicBezTo>
                      <a:pt x="4" y="61"/>
                      <a:pt x="9" y="56"/>
                      <a:pt x="12" y="53"/>
                    </a:cubicBezTo>
                    <a:cubicBezTo>
                      <a:pt x="15" y="49"/>
                      <a:pt x="19" y="45"/>
                      <a:pt x="22" y="41"/>
                    </a:cubicBezTo>
                    <a:cubicBezTo>
                      <a:pt x="27" y="34"/>
                      <a:pt x="32" y="26"/>
                      <a:pt x="32" y="17"/>
                    </a:cubicBezTo>
                    <a:cubicBezTo>
                      <a:pt x="32" y="0"/>
                      <a:pt x="13" y="6"/>
                      <a:pt x="5" y="14"/>
                    </a:cubicBezTo>
                    <a:cubicBezTo>
                      <a:pt x="4" y="15"/>
                      <a:pt x="2" y="17"/>
                      <a:pt x="2" y="19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Freeform 425">
                <a:extLst>
                  <a:ext uri="{FF2B5EF4-FFF2-40B4-BE49-F238E27FC236}">
                    <a16:creationId xmlns:a16="http://schemas.microsoft.com/office/drawing/2014/main" id="{939056CF-79C3-47CC-ABE3-C6ADD3A5B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609"/>
                <a:ext cx="44" cy="66"/>
              </a:xfrm>
              <a:custGeom>
                <a:avLst/>
                <a:gdLst>
                  <a:gd name="T0" fmla="*/ 95 w 30"/>
                  <a:gd name="T1" fmla="*/ 22 h 45"/>
                  <a:gd name="T2" fmla="*/ 47 w 30"/>
                  <a:gd name="T3" fmla="*/ 28 h 45"/>
                  <a:gd name="T4" fmla="*/ 6 w 30"/>
                  <a:gd name="T5" fmla="*/ 88 h 45"/>
                  <a:gd name="T6" fmla="*/ 19 w 30"/>
                  <a:gd name="T7" fmla="*/ 139 h 45"/>
                  <a:gd name="T8" fmla="*/ 63 w 30"/>
                  <a:gd name="T9" fmla="*/ 123 h 45"/>
                  <a:gd name="T10" fmla="*/ 41 w 30"/>
                  <a:gd name="T11" fmla="*/ 101 h 45"/>
                  <a:gd name="T12" fmla="*/ 34 w 30"/>
                  <a:gd name="T13" fmla="*/ 63 h 45"/>
                  <a:gd name="T14" fmla="*/ 92 w 30"/>
                  <a:gd name="T15" fmla="*/ 19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5">
                    <a:moveTo>
                      <a:pt x="30" y="7"/>
                    </a:moveTo>
                    <a:cubicBezTo>
                      <a:pt x="28" y="0"/>
                      <a:pt x="18" y="7"/>
                      <a:pt x="15" y="9"/>
                    </a:cubicBezTo>
                    <a:cubicBezTo>
                      <a:pt x="9" y="14"/>
                      <a:pt x="3" y="20"/>
                      <a:pt x="2" y="28"/>
                    </a:cubicBezTo>
                    <a:cubicBezTo>
                      <a:pt x="0" y="33"/>
                      <a:pt x="0" y="41"/>
                      <a:pt x="6" y="44"/>
                    </a:cubicBezTo>
                    <a:cubicBezTo>
                      <a:pt x="10" y="45"/>
                      <a:pt x="18" y="43"/>
                      <a:pt x="20" y="39"/>
                    </a:cubicBezTo>
                    <a:cubicBezTo>
                      <a:pt x="22" y="35"/>
                      <a:pt x="15" y="34"/>
                      <a:pt x="13" y="32"/>
                    </a:cubicBezTo>
                    <a:cubicBezTo>
                      <a:pt x="8" y="29"/>
                      <a:pt x="9" y="24"/>
                      <a:pt x="11" y="20"/>
                    </a:cubicBezTo>
                    <a:cubicBezTo>
                      <a:pt x="14" y="13"/>
                      <a:pt x="21" y="1"/>
                      <a:pt x="29" y="6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2" name="Freeform 426">
                <a:extLst>
                  <a:ext uri="{FF2B5EF4-FFF2-40B4-BE49-F238E27FC236}">
                    <a16:creationId xmlns:a16="http://schemas.microsoft.com/office/drawing/2014/main" id="{4C3D9472-A860-4435-9F3D-C3CCA1252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602"/>
                <a:ext cx="20" cy="34"/>
              </a:xfrm>
              <a:custGeom>
                <a:avLst/>
                <a:gdLst>
                  <a:gd name="T0" fmla="*/ 0 w 14"/>
                  <a:gd name="T1" fmla="*/ 0 h 23"/>
                  <a:gd name="T2" fmla="*/ 13 w 14"/>
                  <a:gd name="T3" fmla="*/ 0 h 23"/>
                  <a:gd name="T4" fmla="*/ 23 w 14"/>
                  <a:gd name="T5" fmla="*/ 1 h 23"/>
                  <a:gd name="T6" fmla="*/ 39 w 14"/>
                  <a:gd name="T7" fmla="*/ 22 h 23"/>
                  <a:gd name="T8" fmla="*/ 23 w 14"/>
                  <a:gd name="T9" fmla="*/ 74 h 23"/>
                  <a:gd name="T10" fmla="*/ 1 w 14"/>
                  <a:gd name="T11" fmla="*/ 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3">
                    <a:moveTo>
                      <a:pt x="0" y="0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7" y="0"/>
                      <a:pt x="8" y="1"/>
                    </a:cubicBezTo>
                    <a:cubicBezTo>
                      <a:pt x="11" y="2"/>
                      <a:pt x="12" y="4"/>
                      <a:pt x="13" y="7"/>
                    </a:cubicBezTo>
                    <a:cubicBezTo>
                      <a:pt x="14" y="13"/>
                      <a:pt x="11" y="18"/>
                      <a:pt x="8" y="23"/>
                    </a:cubicBezTo>
                    <a:cubicBezTo>
                      <a:pt x="11" y="16"/>
                      <a:pt x="10" y="1"/>
                      <a:pt x="1" y="1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3" name="Freeform 427">
                <a:extLst>
                  <a:ext uri="{FF2B5EF4-FFF2-40B4-BE49-F238E27FC236}">
                    <a16:creationId xmlns:a16="http://schemas.microsoft.com/office/drawing/2014/main" id="{111AD777-F2FA-4904-BC78-E8D5D96F9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403"/>
                <a:ext cx="221" cy="162"/>
              </a:xfrm>
              <a:custGeom>
                <a:avLst/>
                <a:gdLst>
                  <a:gd name="T0" fmla="*/ 426 w 150"/>
                  <a:gd name="T1" fmla="*/ 74 h 110"/>
                  <a:gd name="T2" fmla="*/ 55 w 150"/>
                  <a:gd name="T3" fmla="*/ 216 h 110"/>
                  <a:gd name="T4" fmla="*/ 426 w 150"/>
                  <a:gd name="T5" fmla="*/ 74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0" h="110">
                    <a:moveTo>
                      <a:pt x="133" y="23"/>
                    </a:moveTo>
                    <a:cubicBezTo>
                      <a:pt x="122" y="0"/>
                      <a:pt x="0" y="26"/>
                      <a:pt x="17" y="68"/>
                    </a:cubicBezTo>
                    <a:cubicBezTo>
                      <a:pt x="34" y="110"/>
                      <a:pt x="150" y="59"/>
                      <a:pt x="133" y="23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4" name="Freeform 428">
                <a:extLst>
                  <a:ext uri="{FF2B5EF4-FFF2-40B4-BE49-F238E27FC236}">
                    <a16:creationId xmlns:a16="http://schemas.microsoft.com/office/drawing/2014/main" id="{89E4AE4F-73AA-4343-B2C7-0FE66630E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403"/>
                <a:ext cx="221" cy="160"/>
              </a:xfrm>
              <a:custGeom>
                <a:avLst/>
                <a:gdLst>
                  <a:gd name="T0" fmla="*/ 426 w 150"/>
                  <a:gd name="T1" fmla="*/ 73 h 109"/>
                  <a:gd name="T2" fmla="*/ 55 w 150"/>
                  <a:gd name="T3" fmla="*/ 216 h 109"/>
                  <a:gd name="T4" fmla="*/ 426 w 150"/>
                  <a:gd name="T5" fmla="*/ 73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0" h="109">
                    <a:moveTo>
                      <a:pt x="133" y="23"/>
                    </a:moveTo>
                    <a:cubicBezTo>
                      <a:pt x="122" y="0"/>
                      <a:pt x="0" y="26"/>
                      <a:pt x="17" y="68"/>
                    </a:cubicBezTo>
                    <a:cubicBezTo>
                      <a:pt x="34" y="109"/>
                      <a:pt x="150" y="59"/>
                      <a:pt x="133" y="2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Freeform 429">
                <a:extLst>
                  <a:ext uri="{FF2B5EF4-FFF2-40B4-BE49-F238E27FC236}">
                    <a16:creationId xmlns:a16="http://schemas.microsoft.com/office/drawing/2014/main" id="{EC6C8FB4-6CC0-440B-87B3-80546BCF8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440"/>
                <a:ext cx="97" cy="67"/>
              </a:xfrm>
              <a:custGeom>
                <a:avLst/>
                <a:gdLst>
                  <a:gd name="T0" fmla="*/ 79 w 66"/>
                  <a:gd name="T1" fmla="*/ 25 h 46"/>
                  <a:gd name="T2" fmla="*/ 137 w 66"/>
                  <a:gd name="T3" fmla="*/ 42 h 46"/>
                  <a:gd name="T4" fmla="*/ 107 w 66"/>
                  <a:gd name="T5" fmla="*/ 96 h 46"/>
                  <a:gd name="T6" fmla="*/ 47 w 66"/>
                  <a:gd name="T7" fmla="*/ 127 h 46"/>
                  <a:gd name="T8" fmla="*/ 0 w 66"/>
                  <a:gd name="T9" fmla="*/ 143 h 46"/>
                  <a:gd name="T10" fmla="*/ 56 w 66"/>
                  <a:gd name="T11" fmla="*/ 127 h 46"/>
                  <a:gd name="T12" fmla="*/ 110 w 66"/>
                  <a:gd name="T13" fmla="*/ 102 h 46"/>
                  <a:gd name="T14" fmla="*/ 184 w 66"/>
                  <a:gd name="T15" fmla="*/ 42 h 46"/>
                  <a:gd name="T16" fmla="*/ 100 w 66"/>
                  <a:gd name="T17" fmla="*/ 13 h 46"/>
                  <a:gd name="T18" fmla="*/ 79 w 66"/>
                  <a:gd name="T19" fmla="*/ 25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46">
                    <a:moveTo>
                      <a:pt x="25" y="8"/>
                    </a:moveTo>
                    <a:cubicBezTo>
                      <a:pt x="31" y="5"/>
                      <a:pt x="41" y="10"/>
                      <a:pt x="43" y="14"/>
                    </a:cubicBezTo>
                    <a:cubicBezTo>
                      <a:pt x="46" y="20"/>
                      <a:pt x="40" y="26"/>
                      <a:pt x="34" y="31"/>
                    </a:cubicBezTo>
                    <a:cubicBezTo>
                      <a:pt x="29" y="35"/>
                      <a:pt x="22" y="39"/>
                      <a:pt x="15" y="41"/>
                    </a:cubicBezTo>
                    <a:cubicBezTo>
                      <a:pt x="12" y="43"/>
                      <a:pt x="2" y="44"/>
                      <a:pt x="0" y="46"/>
                    </a:cubicBezTo>
                    <a:cubicBezTo>
                      <a:pt x="6" y="46"/>
                      <a:pt x="13" y="43"/>
                      <a:pt x="18" y="41"/>
                    </a:cubicBezTo>
                    <a:cubicBezTo>
                      <a:pt x="24" y="38"/>
                      <a:pt x="29" y="36"/>
                      <a:pt x="35" y="33"/>
                    </a:cubicBezTo>
                    <a:cubicBezTo>
                      <a:pt x="43" y="28"/>
                      <a:pt x="54" y="23"/>
                      <a:pt x="58" y="14"/>
                    </a:cubicBezTo>
                    <a:cubicBezTo>
                      <a:pt x="66" y="0"/>
                      <a:pt x="43" y="0"/>
                      <a:pt x="31" y="4"/>
                    </a:cubicBezTo>
                    <a:cubicBezTo>
                      <a:pt x="29" y="5"/>
                      <a:pt x="26" y="6"/>
                      <a:pt x="25" y="8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6" name="Freeform 430">
                <a:extLst>
                  <a:ext uri="{FF2B5EF4-FFF2-40B4-BE49-F238E27FC236}">
                    <a16:creationId xmlns:a16="http://schemas.microsoft.com/office/drawing/2014/main" id="{A3563602-F1F1-4166-B714-363A95235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450"/>
                <a:ext cx="72" cy="53"/>
              </a:xfrm>
              <a:custGeom>
                <a:avLst/>
                <a:gdLst>
                  <a:gd name="T0" fmla="*/ 153 w 49"/>
                  <a:gd name="T1" fmla="*/ 27 h 36"/>
                  <a:gd name="T2" fmla="*/ 100 w 49"/>
                  <a:gd name="T3" fmla="*/ 19 h 36"/>
                  <a:gd name="T4" fmla="*/ 26 w 49"/>
                  <a:gd name="T5" fmla="*/ 59 h 36"/>
                  <a:gd name="T6" fmla="*/ 15 w 49"/>
                  <a:gd name="T7" fmla="*/ 109 h 36"/>
                  <a:gd name="T8" fmla="*/ 68 w 49"/>
                  <a:gd name="T9" fmla="*/ 109 h 36"/>
                  <a:gd name="T10" fmla="*/ 54 w 49"/>
                  <a:gd name="T11" fmla="*/ 80 h 36"/>
                  <a:gd name="T12" fmla="*/ 69 w 49"/>
                  <a:gd name="T13" fmla="*/ 46 h 36"/>
                  <a:gd name="T14" fmla="*/ 153 w 49"/>
                  <a:gd name="T15" fmla="*/ 22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36">
                    <a:moveTo>
                      <a:pt x="48" y="8"/>
                    </a:moveTo>
                    <a:cubicBezTo>
                      <a:pt x="49" y="1"/>
                      <a:pt x="35" y="4"/>
                      <a:pt x="31" y="6"/>
                    </a:cubicBezTo>
                    <a:cubicBezTo>
                      <a:pt x="23" y="9"/>
                      <a:pt x="13" y="12"/>
                      <a:pt x="8" y="18"/>
                    </a:cubicBezTo>
                    <a:cubicBezTo>
                      <a:pt x="3" y="23"/>
                      <a:pt x="0" y="29"/>
                      <a:pt x="5" y="34"/>
                    </a:cubicBezTo>
                    <a:cubicBezTo>
                      <a:pt x="7" y="36"/>
                      <a:pt x="18" y="36"/>
                      <a:pt x="21" y="34"/>
                    </a:cubicBezTo>
                    <a:cubicBezTo>
                      <a:pt x="26" y="30"/>
                      <a:pt x="19" y="27"/>
                      <a:pt x="17" y="25"/>
                    </a:cubicBezTo>
                    <a:cubicBezTo>
                      <a:pt x="14" y="21"/>
                      <a:pt x="17" y="17"/>
                      <a:pt x="22" y="14"/>
                    </a:cubicBezTo>
                    <a:cubicBezTo>
                      <a:pt x="28" y="9"/>
                      <a:pt x="42" y="0"/>
                      <a:pt x="48" y="7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7" name="Freeform 431">
                <a:extLst>
                  <a:ext uri="{FF2B5EF4-FFF2-40B4-BE49-F238E27FC236}">
                    <a16:creationId xmlns:a16="http://schemas.microsoft.com/office/drawing/2014/main" id="{1C8BFB61-B9DC-40BE-9BA2-AE11FDFAB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445"/>
                <a:ext cx="19" cy="34"/>
              </a:xfrm>
              <a:custGeom>
                <a:avLst/>
                <a:gdLst>
                  <a:gd name="T0" fmla="*/ 6 w 13"/>
                  <a:gd name="T1" fmla="*/ 0 h 23"/>
                  <a:gd name="T2" fmla="*/ 22 w 13"/>
                  <a:gd name="T3" fmla="*/ 1 h 23"/>
                  <a:gd name="T4" fmla="*/ 34 w 13"/>
                  <a:gd name="T5" fmla="*/ 9 h 23"/>
                  <a:gd name="T6" fmla="*/ 38 w 13"/>
                  <a:gd name="T7" fmla="*/ 33 h 23"/>
                  <a:gd name="T8" fmla="*/ 0 w 13"/>
                  <a:gd name="T9" fmla="*/ 74 h 23"/>
                  <a:gd name="T10" fmla="*/ 9 w 13"/>
                  <a:gd name="T11" fmla="*/ 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3">
                    <a:moveTo>
                      <a:pt x="2" y="0"/>
                    </a:moveTo>
                    <a:cubicBezTo>
                      <a:pt x="3" y="1"/>
                      <a:pt x="5" y="1"/>
                      <a:pt x="7" y="1"/>
                    </a:cubicBezTo>
                    <a:cubicBezTo>
                      <a:pt x="8" y="2"/>
                      <a:pt x="9" y="2"/>
                      <a:pt x="11" y="3"/>
                    </a:cubicBezTo>
                    <a:cubicBezTo>
                      <a:pt x="13" y="5"/>
                      <a:pt x="13" y="8"/>
                      <a:pt x="12" y="10"/>
                    </a:cubicBezTo>
                    <a:cubicBezTo>
                      <a:pt x="10" y="16"/>
                      <a:pt x="5" y="20"/>
                      <a:pt x="0" y="23"/>
                    </a:cubicBezTo>
                    <a:cubicBezTo>
                      <a:pt x="6" y="18"/>
                      <a:pt x="13" y="4"/>
                      <a:pt x="3" y="2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8" name="Freeform 432">
                <a:extLst>
                  <a:ext uri="{FF2B5EF4-FFF2-40B4-BE49-F238E27FC236}">
                    <a16:creationId xmlns:a16="http://schemas.microsoft.com/office/drawing/2014/main" id="{BD69CCA3-B367-4229-AE37-8D3EFA26F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524"/>
                <a:ext cx="176" cy="166"/>
              </a:xfrm>
              <a:custGeom>
                <a:avLst/>
                <a:gdLst>
                  <a:gd name="T0" fmla="*/ 221 w 120"/>
                  <a:gd name="T1" fmla="*/ 26 h 113"/>
                  <a:gd name="T2" fmla="*/ 180 w 120"/>
                  <a:gd name="T3" fmla="*/ 311 h 113"/>
                  <a:gd name="T4" fmla="*/ 221 w 120"/>
                  <a:gd name="T5" fmla="*/ 26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13">
                    <a:moveTo>
                      <a:pt x="70" y="8"/>
                    </a:moveTo>
                    <a:cubicBezTo>
                      <a:pt x="37" y="0"/>
                      <a:pt x="0" y="84"/>
                      <a:pt x="57" y="98"/>
                    </a:cubicBezTo>
                    <a:cubicBezTo>
                      <a:pt x="114" y="113"/>
                      <a:pt x="120" y="19"/>
                      <a:pt x="70" y="8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Freeform 433">
                <a:extLst>
                  <a:ext uri="{FF2B5EF4-FFF2-40B4-BE49-F238E27FC236}">
                    <a16:creationId xmlns:a16="http://schemas.microsoft.com/office/drawing/2014/main" id="{C4D42EEF-61C3-4083-AEE8-FC691546A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524"/>
                <a:ext cx="176" cy="166"/>
              </a:xfrm>
              <a:custGeom>
                <a:avLst/>
                <a:gdLst>
                  <a:gd name="T0" fmla="*/ 221 w 120"/>
                  <a:gd name="T1" fmla="*/ 26 h 113"/>
                  <a:gd name="T2" fmla="*/ 180 w 120"/>
                  <a:gd name="T3" fmla="*/ 311 h 113"/>
                  <a:gd name="T4" fmla="*/ 221 w 120"/>
                  <a:gd name="T5" fmla="*/ 26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13">
                    <a:moveTo>
                      <a:pt x="70" y="8"/>
                    </a:moveTo>
                    <a:cubicBezTo>
                      <a:pt x="37" y="0"/>
                      <a:pt x="0" y="84"/>
                      <a:pt x="57" y="98"/>
                    </a:cubicBezTo>
                    <a:cubicBezTo>
                      <a:pt x="114" y="113"/>
                      <a:pt x="120" y="19"/>
                      <a:pt x="70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0" name="Freeform 434">
                <a:extLst>
                  <a:ext uri="{FF2B5EF4-FFF2-40B4-BE49-F238E27FC236}">
                    <a16:creationId xmlns:a16="http://schemas.microsoft.com/office/drawing/2014/main" id="{353B490D-995C-4D9C-80A9-7983DD693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546"/>
                <a:ext cx="53" cy="94"/>
              </a:xfrm>
              <a:custGeom>
                <a:avLst/>
                <a:gdLst>
                  <a:gd name="T0" fmla="*/ 6 w 36"/>
                  <a:gd name="T1" fmla="*/ 88 h 64"/>
                  <a:gd name="T2" fmla="*/ 59 w 36"/>
                  <a:gd name="T3" fmla="*/ 69 h 64"/>
                  <a:gd name="T4" fmla="*/ 106 w 36"/>
                  <a:gd name="T5" fmla="*/ 115 h 64"/>
                  <a:gd name="T6" fmla="*/ 109 w 36"/>
                  <a:gd name="T7" fmla="*/ 169 h 64"/>
                  <a:gd name="T8" fmla="*/ 102 w 36"/>
                  <a:gd name="T9" fmla="*/ 203 h 64"/>
                  <a:gd name="T10" fmla="*/ 113 w 36"/>
                  <a:gd name="T11" fmla="*/ 162 h 64"/>
                  <a:gd name="T12" fmla="*/ 113 w 36"/>
                  <a:gd name="T13" fmla="*/ 116 h 64"/>
                  <a:gd name="T14" fmla="*/ 87 w 36"/>
                  <a:gd name="T15" fmla="*/ 46 h 64"/>
                  <a:gd name="T16" fmla="*/ 0 w 36"/>
                  <a:gd name="T17" fmla="*/ 73 h 64"/>
                  <a:gd name="T18" fmla="*/ 1 w 36"/>
                  <a:gd name="T19" fmla="*/ 88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64">
                    <a:moveTo>
                      <a:pt x="2" y="28"/>
                    </a:moveTo>
                    <a:cubicBezTo>
                      <a:pt x="1" y="23"/>
                      <a:pt x="12" y="21"/>
                      <a:pt x="18" y="22"/>
                    </a:cubicBezTo>
                    <a:cubicBezTo>
                      <a:pt x="27" y="23"/>
                      <a:pt x="31" y="31"/>
                      <a:pt x="33" y="36"/>
                    </a:cubicBezTo>
                    <a:cubicBezTo>
                      <a:pt x="34" y="41"/>
                      <a:pt x="35" y="48"/>
                      <a:pt x="34" y="53"/>
                    </a:cubicBezTo>
                    <a:cubicBezTo>
                      <a:pt x="34" y="56"/>
                      <a:pt x="29" y="62"/>
                      <a:pt x="32" y="64"/>
                    </a:cubicBezTo>
                    <a:cubicBezTo>
                      <a:pt x="35" y="61"/>
                      <a:pt x="35" y="55"/>
                      <a:pt x="35" y="51"/>
                    </a:cubicBezTo>
                    <a:cubicBezTo>
                      <a:pt x="36" y="46"/>
                      <a:pt x="36" y="42"/>
                      <a:pt x="35" y="37"/>
                    </a:cubicBezTo>
                    <a:cubicBezTo>
                      <a:pt x="35" y="30"/>
                      <a:pt x="34" y="21"/>
                      <a:pt x="27" y="14"/>
                    </a:cubicBezTo>
                    <a:cubicBezTo>
                      <a:pt x="14" y="0"/>
                      <a:pt x="2" y="14"/>
                      <a:pt x="0" y="23"/>
                    </a:cubicBezTo>
                    <a:cubicBezTo>
                      <a:pt x="0" y="24"/>
                      <a:pt x="0" y="27"/>
                      <a:pt x="1" y="28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1" name="Freeform 435">
                <a:extLst>
                  <a:ext uri="{FF2B5EF4-FFF2-40B4-BE49-F238E27FC236}">
                    <a16:creationId xmlns:a16="http://schemas.microsoft.com/office/drawing/2014/main" id="{FF5A5108-A947-4A10-9A81-283967C76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575"/>
                <a:ext cx="44" cy="65"/>
              </a:xfrm>
              <a:custGeom>
                <a:avLst/>
                <a:gdLst>
                  <a:gd name="T0" fmla="*/ 45 w 30"/>
                  <a:gd name="T1" fmla="*/ 15 h 44"/>
                  <a:gd name="T2" fmla="*/ 6 w 30"/>
                  <a:gd name="T3" fmla="*/ 41 h 44"/>
                  <a:gd name="T4" fmla="*/ 13 w 30"/>
                  <a:gd name="T5" fmla="*/ 109 h 44"/>
                  <a:gd name="T6" fmla="*/ 63 w 30"/>
                  <a:gd name="T7" fmla="*/ 142 h 44"/>
                  <a:gd name="T8" fmla="*/ 92 w 30"/>
                  <a:gd name="T9" fmla="*/ 114 h 44"/>
                  <a:gd name="T10" fmla="*/ 54 w 30"/>
                  <a:gd name="T11" fmla="*/ 102 h 44"/>
                  <a:gd name="T12" fmla="*/ 22 w 30"/>
                  <a:gd name="T13" fmla="*/ 74 h 44"/>
                  <a:gd name="T14" fmla="*/ 41 w 30"/>
                  <a:gd name="T15" fmla="*/ 15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4">
                    <a:moveTo>
                      <a:pt x="14" y="5"/>
                    </a:moveTo>
                    <a:cubicBezTo>
                      <a:pt x="7" y="0"/>
                      <a:pt x="3" y="10"/>
                      <a:pt x="2" y="13"/>
                    </a:cubicBezTo>
                    <a:cubicBezTo>
                      <a:pt x="1" y="20"/>
                      <a:pt x="0" y="27"/>
                      <a:pt x="4" y="34"/>
                    </a:cubicBezTo>
                    <a:cubicBezTo>
                      <a:pt x="7" y="39"/>
                      <a:pt x="12" y="44"/>
                      <a:pt x="20" y="44"/>
                    </a:cubicBezTo>
                    <a:cubicBezTo>
                      <a:pt x="24" y="44"/>
                      <a:pt x="30" y="38"/>
                      <a:pt x="29" y="35"/>
                    </a:cubicBezTo>
                    <a:cubicBezTo>
                      <a:pt x="28" y="30"/>
                      <a:pt x="21" y="32"/>
                      <a:pt x="17" y="32"/>
                    </a:cubicBezTo>
                    <a:cubicBezTo>
                      <a:pt x="11" y="32"/>
                      <a:pt x="8" y="28"/>
                      <a:pt x="7" y="23"/>
                    </a:cubicBezTo>
                    <a:cubicBezTo>
                      <a:pt x="4" y="17"/>
                      <a:pt x="2" y="4"/>
                      <a:pt x="13" y="5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2" name="Freeform 436">
                <a:extLst>
                  <a:ext uri="{FF2B5EF4-FFF2-40B4-BE49-F238E27FC236}">
                    <a16:creationId xmlns:a16="http://schemas.microsoft.com/office/drawing/2014/main" id="{9CD7A674-856F-4925-9011-06FBE60BA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562"/>
                <a:ext cx="37" cy="26"/>
              </a:xfrm>
              <a:custGeom>
                <a:avLst/>
                <a:gdLst>
                  <a:gd name="T0" fmla="*/ 0 w 25"/>
                  <a:gd name="T1" fmla="*/ 13 h 18"/>
                  <a:gd name="T2" fmla="*/ 13 w 25"/>
                  <a:gd name="T3" fmla="*/ 6 h 18"/>
                  <a:gd name="T4" fmla="*/ 27 w 25"/>
                  <a:gd name="T5" fmla="*/ 1 h 18"/>
                  <a:gd name="T6" fmla="*/ 55 w 25"/>
                  <a:gd name="T7" fmla="*/ 13 h 18"/>
                  <a:gd name="T8" fmla="*/ 81 w 25"/>
                  <a:gd name="T9" fmla="*/ 55 h 18"/>
                  <a:gd name="T10" fmla="*/ 6 w 25"/>
                  <a:gd name="T11" fmla="*/ 1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8">
                    <a:moveTo>
                      <a:pt x="0" y="4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7" y="1"/>
                      <a:pt x="8" y="1"/>
                    </a:cubicBezTo>
                    <a:cubicBezTo>
                      <a:pt x="12" y="1"/>
                      <a:pt x="15" y="2"/>
                      <a:pt x="17" y="4"/>
                    </a:cubicBezTo>
                    <a:cubicBezTo>
                      <a:pt x="22" y="8"/>
                      <a:pt x="24" y="13"/>
                      <a:pt x="25" y="18"/>
                    </a:cubicBezTo>
                    <a:cubicBezTo>
                      <a:pt x="22" y="12"/>
                      <a:pt x="11" y="0"/>
                      <a:pt x="2" y="4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Freeform 437">
                <a:extLst>
                  <a:ext uri="{FF2B5EF4-FFF2-40B4-BE49-F238E27FC236}">
                    <a16:creationId xmlns:a16="http://schemas.microsoft.com/office/drawing/2014/main" id="{AFF49502-110B-45FF-A2EB-0A075ABF2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641"/>
                <a:ext cx="144" cy="164"/>
              </a:xfrm>
              <a:custGeom>
                <a:avLst/>
                <a:gdLst>
                  <a:gd name="T0" fmla="*/ 75 w 98"/>
                  <a:gd name="T1" fmla="*/ 46 h 111"/>
                  <a:gd name="T2" fmla="*/ 181 w 98"/>
                  <a:gd name="T3" fmla="*/ 310 h 111"/>
                  <a:gd name="T4" fmla="*/ 75 w 98"/>
                  <a:gd name="T5" fmla="*/ 46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11">
                    <a:moveTo>
                      <a:pt x="24" y="14"/>
                    </a:moveTo>
                    <a:cubicBezTo>
                      <a:pt x="0" y="23"/>
                      <a:pt x="15" y="111"/>
                      <a:pt x="57" y="96"/>
                    </a:cubicBezTo>
                    <a:cubicBezTo>
                      <a:pt x="98" y="81"/>
                      <a:pt x="59" y="0"/>
                      <a:pt x="24" y="14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4" name="Freeform 438">
                <a:extLst>
                  <a:ext uri="{FF2B5EF4-FFF2-40B4-BE49-F238E27FC236}">
                    <a16:creationId xmlns:a16="http://schemas.microsoft.com/office/drawing/2014/main" id="{534FDE04-8B8A-4D20-BB12-29DC3DCBB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641"/>
                <a:ext cx="144" cy="164"/>
              </a:xfrm>
              <a:custGeom>
                <a:avLst/>
                <a:gdLst>
                  <a:gd name="T0" fmla="*/ 75 w 98"/>
                  <a:gd name="T1" fmla="*/ 46 h 111"/>
                  <a:gd name="T2" fmla="*/ 181 w 98"/>
                  <a:gd name="T3" fmla="*/ 310 h 111"/>
                  <a:gd name="T4" fmla="*/ 75 w 98"/>
                  <a:gd name="T5" fmla="*/ 46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11">
                    <a:moveTo>
                      <a:pt x="24" y="14"/>
                    </a:moveTo>
                    <a:cubicBezTo>
                      <a:pt x="0" y="23"/>
                      <a:pt x="15" y="111"/>
                      <a:pt x="57" y="96"/>
                    </a:cubicBezTo>
                    <a:cubicBezTo>
                      <a:pt x="98" y="81"/>
                      <a:pt x="59" y="0"/>
                      <a:pt x="24" y="1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5" name="Freeform 439">
                <a:extLst>
                  <a:ext uri="{FF2B5EF4-FFF2-40B4-BE49-F238E27FC236}">
                    <a16:creationId xmlns:a16="http://schemas.microsoft.com/office/drawing/2014/main" id="{F7B0F61E-3BF9-4707-A363-182163EFB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675"/>
                <a:ext cx="62" cy="68"/>
              </a:xfrm>
              <a:custGeom>
                <a:avLst/>
                <a:gdLst>
                  <a:gd name="T0" fmla="*/ 22 w 42"/>
                  <a:gd name="T1" fmla="*/ 95 h 46"/>
                  <a:gd name="T2" fmla="*/ 41 w 42"/>
                  <a:gd name="T3" fmla="*/ 52 h 46"/>
                  <a:gd name="T4" fmla="*/ 93 w 42"/>
                  <a:gd name="T5" fmla="*/ 72 h 46"/>
                  <a:gd name="T6" fmla="*/ 123 w 42"/>
                  <a:gd name="T7" fmla="*/ 114 h 46"/>
                  <a:gd name="T8" fmla="*/ 133 w 42"/>
                  <a:gd name="T9" fmla="*/ 149 h 46"/>
                  <a:gd name="T10" fmla="*/ 120 w 42"/>
                  <a:gd name="T11" fmla="*/ 106 h 46"/>
                  <a:gd name="T12" fmla="*/ 100 w 42"/>
                  <a:gd name="T13" fmla="*/ 68 h 46"/>
                  <a:gd name="T14" fmla="*/ 47 w 42"/>
                  <a:gd name="T15" fmla="*/ 15 h 46"/>
                  <a:gd name="T16" fmla="*/ 9 w 42"/>
                  <a:gd name="T17" fmla="*/ 83 h 46"/>
                  <a:gd name="T18" fmla="*/ 19 w 42"/>
                  <a:gd name="T19" fmla="*/ 96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6">
                    <a:moveTo>
                      <a:pt x="7" y="29"/>
                    </a:moveTo>
                    <a:cubicBezTo>
                      <a:pt x="3" y="26"/>
                      <a:pt x="10" y="18"/>
                      <a:pt x="13" y="16"/>
                    </a:cubicBezTo>
                    <a:cubicBezTo>
                      <a:pt x="19" y="14"/>
                      <a:pt x="25" y="18"/>
                      <a:pt x="29" y="22"/>
                    </a:cubicBezTo>
                    <a:cubicBezTo>
                      <a:pt x="32" y="25"/>
                      <a:pt x="36" y="31"/>
                      <a:pt x="38" y="35"/>
                    </a:cubicBezTo>
                    <a:cubicBezTo>
                      <a:pt x="39" y="37"/>
                      <a:pt x="39" y="45"/>
                      <a:pt x="41" y="46"/>
                    </a:cubicBezTo>
                    <a:cubicBezTo>
                      <a:pt x="42" y="42"/>
                      <a:pt x="39" y="36"/>
                      <a:pt x="37" y="33"/>
                    </a:cubicBezTo>
                    <a:cubicBezTo>
                      <a:pt x="36" y="29"/>
                      <a:pt x="34" y="25"/>
                      <a:pt x="31" y="21"/>
                    </a:cubicBezTo>
                    <a:cubicBezTo>
                      <a:pt x="27" y="15"/>
                      <a:pt x="23" y="8"/>
                      <a:pt x="15" y="5"/>
                    </a:cubicBezTo>
                    <a:cubicBezTo>
                      <a:pt x="2" y="0"/>
                      <a:pt x="0" y="17"/>
                      <a:pt x="3" y="26"/>
                    </a:cubicBezTo>
                    <a:cubicBezTo>
                      <a:pt x="4" y="27"/>
                      <a:pt x="5" y="29"/>
                      <a:pt x="6" y="30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6" name="Freeform 440">
                <a:extLst>
                  <a:ext uri="{FF2B5EF4-FFF2-40B4-BE49-F238E27FC236}">
                    <a16:creationId xmlns:a16="http://schemas.microsoft.com/office/drawing/2014/main" id="{BE33B013-66BE-4527-A61F-040D35D5C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703"/>
                <a:ext cx="48" cy="52"/>
              </a:xfrm>
              <a:custGeom>
                <a:avLst/>
                <a:gdLst>
                  <a:gd name="T0" fmla="*/ 25 w 33"/>
                  <a:gd name="T1" fmla="*/ 1 h 35"/>
                  <a:gd name="T2" fmla="*/ 13 w 33"/>
                  <a:gd name="T3" fmla="*/ 46 h 35"/>
                  <a:gd name="T4" fmla="*/ 47 w 33"/>
                  <a:gd name="T5" fmla="*/ 100 h 35"/>
                  <a:gd name="T6" fmla="*/ 89 w 33"/>
                  <a:gd name="T7" fmla="*/ 101 h 35"/>
                  <a:gd name="T8" fmla="*/ 95 w 33"/>
                  <a:gd name="T9" fmla="*/ 62 h 35"/>
                  <a:gd name="T10" fmla="*/ 68 w 33"/>
                  <a:gd name="T11" fmla="*/ 73 h 35"/>
                  <a:gd name="T12" fmla="*/ 36 w 33"/>
                  <a:gd name="T13" fmla="*/ 67 h 35"/>
                  <a:gd name="T14" fmla="*/ 22 w 33"/>
                  <a:gd name="T15" fmla="*/ 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5">
                    <a:moveTo>
                      <a:pt x="8" y="1"/>
                    </a:moveTo>
                    <a:cubicBezTo>
                      <a:pt x="1" y="0"/>
                      <a:pt x="3" y="10"/>
                      <a:pt x="4" y="14"/>
                    </a:cubicBezTo>
                    <a:cubicBezTo>
                      <a:pt x="7" y="19"/>
                      <a:pt x="9" y="26"/>
                      <a:pt x="15" y="30"/>
                    </a:cubicBezTo>
                    <a:cubicBezTo>
                      <a:pt x="19" y="33"/>
                      <a:pt x="25" y="35"/>
                      <a:pt x="29" y="31"/>
                    </a:cubicBezTo>
                    <a:cubicBezTo>
                      <a:pt x="32" y="29"/>
                      <a:pt x="33" y="21"/>
                      <a:pt x="31" y="19"/>
                    </a:cubicBezTo>
                    <a:cubicBezTo>
                      <a:pt x="28" y="16"/>
                      <a:pt x="24" y="21"/>
                      <a:pt x="22" y="22"/>
                    </a:cubicBezTo>
                    <a:cubicBezTo>
                      <a:pt x="18" y="25"/>
                      <a:pt x="15" y="23"/>
                      <a:pt x="12" y="20"/>
                    </a:cubicBezTo>
                    <a:cubicBezTo>
                      <a:pt x="7" y="16"/>
                      <a:pt x="0" y="6"/>
                      <a:pt x="7" y="1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Freeform 441">
                <a:extLst>
                  <a:ext uri="{FF2B5EF4-FFF2-40B4-BE49-F238E27FC236}">
                    <a16:creationId xmlns:a16="http://schemas.microsoft.com/office/drawing/2014/main" id="{832973B5-631A-4F85-8B0E-047D13BE9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86"/>
                <a:ext cx="31" cy="13"/>
              </a:xfrm>
              <a:custGeom>
                <a:avLst/>
                <a:gdLst>
                  <a:gd name="T0" fmla="*/ 0 w 21"/>
                  <a:gd name="T1" fmla="*/ 27 h 9"/>
                  <a:gd name="T2" fmla="*/ 1 w 21"/>
                  <a:gd name="T3" fmla="*/ 14 h 9"/>
                  <a:gd name="T4" fmla="*/ 9 w 21"/>
                  <a:gd name="T5" fmla="*/ 6 h 9"/>
                  <a:gd name="T6" fmla="*/ 32 w 21"/>
                  <a:gd name="T7" fmla="*/ 1 h 9"/>
                  <a:gd name="T8" fmla="*/ 68 w 21"/>
                  <a:gd name="T9" fmla="*/ 27 h 9"/>
                  <a:gd name="T10" fmla="*/ 1 w 21"/>
                  <a:gd name="T11" fmla="*/ 2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0" y="8"/>
                      <a:pt x="0" y="6"/>
                      <a:pt x="1" y="5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5" y="0"/>
                      <a:pt x="7" y="0"/>
                      <a:pt x="10" y="1"/>
                    </a:cubicBezTo>
                    <a:cubicBezTo>
                      <a:pt x="15" y="2"/>
                      <a:pt x="18" y="5"/>
                      <a:pt x="21" y="9"/>
                    </a:cubicBezTo>
                    <a:cubicBezTo>
                      <a:pt x="17" y="5"/>
                      <a:pt x="4" y="0"/>
                      <a:pt x="1" y="7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8" name="Freeform 442">
                <a:extLst>
                  <a:ext uri="{FF2B5EF4-FFF2-40B4-BE49-F238E27FC236}">
                    <a16:creationId xmlns:a16="http://schemas.microsoft.com/office/drawing/2014/main" id="{CC2CC8BB-275D-4E2E-91FC-F41DC5849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288"/>
                <a:ext cx="163" cy="212"/>
              </a:xfrm>
              <a:custGeom>
                <a:avLst/>
                <a:gdLst>
                  <a:gd name="T0" fmla="*/ 129 w 111"/>
                  <a:gd name="T1" fmla="*/ 22 h 144"/>
                  <a:gd name="T2" fmla="*/ 175 w 111"/>
                  <a:gd name="T3" fmla="*/ 440 h 144"/>
                  <a:gd name="T4" fmla="*/ 129 w 111"/>
                  <a:gd name="T5" fmla="*/ 22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144">
                    <a:moveTo>
                      <a:pt x="41" y="7"/>
                    </a:moveTo>
                    <a:cubicBezTo>
                      <a:pt x="9" y="12"/>
                      <a:pt x="0" y="144"/>
                      <a:pt x="55" y="138"/>
                    </a:cubicBezTo>
                    <a:cubicBezTo>
                      <a:pt x="111" y="132"/>
                      <a:pt x="88" y="0"/>
                      <a:pt x="41" y="7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9" name="Freeform 443">
                <a:extLst>
                  <a:ext uri="{FF2B5EF4-FFF2-40B4-BE49-F238E27FC236}">
                    <a16:creationId xmlns:a16="http://schemas.microsoft.com/office/drawing/2014/main" id="{03238E17-B957-41F4-9BA8-0795C6D87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288"/>
                <a:ext cx="163" cy="212"/>
              </a:xfrm>
              <a:custGeom>
                <a:avLst/>
                <a:gdLst>
                  <a:gd name="T0" fmla="*/ 129 w 111"/>
                  <a:gd name="T1" fmla="*/ 22 h 144"/>
                  <a:gd name="T2" fmla="*/ 175 w 111"/>
                  <a:gd name="T3" fmla="*/ 440 h 144"/>
                  <a:gd name="T4" fmla="*/ 129 w 111"/>
                  <a:gd name="T5" fmla="*/ 22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144">
                    <a:moveTo>
                      <a:pt x="41" y="7"/>
                    </a:moveTo>
                    <a:cubicBezTo>
                      <a:pt x="9" y="12"/>
                      <a:pt x="0" y="144"/>
                      <a:pt x="55" y="138"/>
                    </a:cubicBezTo>
                    <a:cubicBezTo>
                      <a:pt x="111" y="132"/>
                      <a:pt x="88" y="0"/>
                      <a:pt x="41" y="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0" name="Freeform 444">
                <a:extLst>
                  <a:ext uri="{FF2B5EF4-FFF2-40B4-BE49-F238E27FC236}">
                    <a16:creationId xmlns:a16="http://schemas.microsoft.com/office/drawing/2014/main" id="{29FFA746-C57E-469D-A8A6-2D558A750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318"/>
                <a:ext cx="63" cy="119"/>
              </a:xfrm>
              <a:custGeom>
                <a:avLst/>
                <a:gdLst>
                  <a:gd name="T0" fmla="*/ 13 w 43"/>
                  <a:gd name="T1" fmla="*/ 140 h 81"/>
                  <a:gd name="T2" fmla="*/ 50 w 43"/>
                  <a:gd name="T3" fmla="*/ 88 h 81"/>
                  <a:gd name="T4" fmla="*/ 107 w 43"/>
                  <a:gd name="T5" fmla="*/ 134 h 81"/>
                  <a:gd name="T6" fmla="*/ 126 w 43"/>
                  <a:gd name="T7" fmla="*/ 203 h 81"/>
                  <a:gd name="T8" fmla="*/ 129 w 43"/>
                  <a:gd name="T9" fmla="*/ 257 h 81"/>
                  <a:gd name="T10" fmla="*/ 126 w 43"/>
                  <a:gd name="T11" fmla="*/ 194 h 81"/>
                  <a:gd name="T12" fmla="*/ 114 w 43"/>
                  <a:gd name="T13" fmla="*/ 134 h 81"/>
                  <a:gd name="T14" fmla="*/ 69 w 43"/>
                  <a:gd name="T15" fmla="*/ 41 h 81"/>
                  <a:gd name="T16" fmla="*/ 1 w 43"/>
                  <a:gd name="T17" fmla="*/ 120 h 81"/>
                  <a:gd name="T18" fmla="*/ 9 w 43"/>
                  <a:gd name="T19" fmla="*/ 140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81">
                    <a:moveTo>
                      <a:pt x="4" y="44"/>
                    </a:moveTo>
                    <a:cubicBezTo>
                      <a:pt x="1" y="38"/>
                      <a:pt x="11" y="29"/>
                      <a:pt x="16" y="28"/>
                    </a:cubicBezTo>
                    <a:cubicBezTo>
                      <a:pt x="24" y="26"/>
                      <a:pt x="30" y="35"/>
                      <a:pt x="34" y="42"/>
                    </a:cubicBezTo>
                    <a:cubicBezTo>
                      <a:pt x="36" y="48"/>
                      <a:pt x="39" y="57"/>
                      <a:pt x="40" y="64"/>
                    </a:cubicBezTo>
                    <a:cubicBezTo>
                      <a:pt x="40" y="68"/>
                      <a:pt x="38" y="79"/>
                      <a:pt x="41" y="81"/>
                    </a:cubicBezTo>
                    <a:cubicBezTo>
                      <a:pt x="43" y="75"/>
                      <a:pt x="41" y="67"/>
                      <a:pt x="40" y="61"/>
                    </a:cubicBezTo>
                    <a:cubicBezTo>
                      <a:pt x="39" y="54"/>
                      <a:pt x="38" y="48"/>
                      <a:pt x="36" y="42"/>
                    </a:cubicBezTo>
                    <a:cubicBezTo>
                      <a:pt x="34" y="32"/>
                      <a:pt x="30" y="19"/>
                      <a:pt x="22" y="13"/>
                    </a:cubicBezTo>
                    <a:cubicBezTo>
                      <a:pt x="7" y="0"/>
                      <a:pt x="0" y="24"/>
                      <a:pt x="1" y="38"/>
                    </a:cubicBezTo>
                    <a:cubicBezTo>
                      <a:pt x="1" y="40"/>
                      <a:pt x="2" y="44"/>
                      <a:pt x="3" y="44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Freeform 445">
                <a:extLst>
                  <a:ext uri="{FF2B5EF4-FFF2-40B4-BE49-F238E27FC236}">
                    <a16:creationId xmlns:a16="http://schemas.microsoft.com/office/drawing/2014/main" id="{6813C769-31D1-4355-9144-AC5FBB829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362"/>
                <a:ext cx="52" cy="87"/>
              </a:xfrm>
              <a:custGeom>
                <a:avLst/>
                <a:gdLst>
                  <a:gd name="T0" fmla="*/ 36 w 35"/>
                  <a:gd name="T1" fmla="*/ 9 h 59"/>
                  <a:gd name="T2" fmla="*/ 6 w 35"/>
                  <a:gd name="T3" fmla="*/ 63 h 59"/>
                  <a:gd name="T4" fmla="*/ 33 w 35"/>
                  <a:gd name="T5" fmla="*/ 155 h 59"/>
                  <a:gd name="T6" fmla="*/ 88 w 35"/>
                  <a:gd name="T7" fmla="*/ 175 h 59"/>
                  <a:gd name="T8" fmla="*/ 108 w 35"/>
                  <a:gd name="T9" fmla="*/ 122 h 59"/>
                  <a:gd name="T10" fmla="*/ 68 w 35"/>
                  <a:gd name="T11" fmla="*/ 128 h 59"/>
                  <a:gd name="T12" fmla="*/ 28 w 35"/>
                  <a:gd name="T13" fmla="*/ 102 h 59"/>
                  <a:gd name="T14" fmla="*/ 33 w 35"/>
                  <a:gd name="T15" fmla="*/ 9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59">
                    <a:moveTo>
                      <a:pt x="11" y="3"/>
                    </a:moveTo>
                    <a:cubicBezTo>
                      <a:pt x="3" y="0"/>
                      <a:pt x="2" y="15"/>
                      <a:pt x="2" y="20"/>
                    </a:cubicBezTo>
                    <a:cubicBezTo>
                      <a:pt x="3" y="30"/>
                      <a:pt x="5" y="40"/>
                      <a:pt x="10" y="48"/>
                    </a:cubicBezTo>
                    <a:cubicBezTo>
                      <a:pt x="14" y="53"/>
                      <a:pt x="20" y="59"/>
                      <a:pt x="27" y="55"/>
                    </a:cubicBezTo>
                    <a:cubicBezTo>
                      <a:pt x="31" y="53"/>
                      <a:pt x="35" y="42"/>
                      <a:pt x="33" y="38"/>
                    </a:cubicBezTo>
                    <a:cubicBezTo>
                      <a:pt x="30" y="32"/>
                      <a:pt x="24" y="38"/>
                      <a:pt x="21" y="40"/>
                    </a:cubicBezTo>
                    <a:cubicBezTo>
                      <a:pt x="15" y="42"/>
                      <a:pt x="12" y="37"/>
                      <a:pt x="9" y="32"/>
                    </a:cubicBezTo>
                    <a:cubicBezTo>
                      <a:pt x="5" y="25"/>
                      <a:pt x="0" y="8"/>
                      <a:pt x="10" y="3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2" name="Freeform 446">
                <a:extLst>
                  <a:ext uri="{FF2B5EF4-FFF2-40B4-BE49-F238E27FC236}">
                    <a16:creationId xmlns:a16="http://schemas.microsoft.com/office/drawing/2014/main" id="{B9D8C83D-34D9-4958-9579-86EB3D594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337"/>
                <a:ext cx="36" cy="28"/>
              </a:xfrm>
              <a:custGeom>
                <a:avLst/>
                <a:gdLst>
                  <a:gd name="T0" fmla="*/ 0 w 25"/>
                  <a:gd name="T1" fmla="*/ 32 h 19"/>
                  <a:gd name="T2" fmla="*/ 6 w 25"/>
                  <a:gd name="T3" fmla="*/ 19 h 19"/>
                  <a:gd name="T4" fmla="*/ 19 w 25"/>
                  <a:gd name="T5" fmla="*/ 6 h 19"/>
                  <a:gd name="T6" fmla="*/ 46 w 25"/>
                  <a:gd name="T7" fmla="*/ 9 h 19"/>
                  <a:gd name="T8" fmla="*/ 75 w 25"/>
                  <a:gd name="T9" fmla="*/ 60 h 19"/>
                  <a:gd name="T10" fmla="*/ 6 w 25"/>
                  <a:gd name="T11" fmla="*/ 2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9">
                    <a:moveTo>
                      <a:pt x="0" y="10"/>
                    </a:moveTo>
                    <a:cubicBezTo>
                      <a:pt x="1" y="10"/>
                      <a:pt x="1" y="7"/>
                      <a:pt x="2" y="6"/>
                    </a:cubicBezTo>
                    <a:cubicBezTo>
                      <a:pt x="3" y="4"/>
                      <a:pt x="4" y="3"/>
                      <a:pt x="6" y="2"/>
                    </a:cubicBezTo>
                    <a:cubicBezTo>
                      <a:pt x="9" y="0"/>
                      <a:pt x="12" y="1"/>
                      <a:pt x="15" y="3"/>
                    </a:cubicBezTo>
                    <a:cubicBezTo>
                      <a:pt x="21" y="6"/>
                      <a:pt x="24" y="12"/>
                      <a:pt x="25" y="19"/>
                    </a:cubicBezTo>
                    <a:cubicBezTo>
                      <a:pt x="22" y="11"/>
                      <a:pt x="8" y="0"/>
                      <a:pt x="2" y="9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3" name="Freeform 447">
                <a:extLst>
                  <a:ext uri="{FF2B5EF4-FFF2-40B4-BE49-F238E27FC236}">
                    <a16:creationId xmlns:a16="http://schemas.microsoft.com/office/drawing/2014/main" id="{B82858A8-0517-4B12-8D47-BC8061BA1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78"/>
                <a:ext cx="218" cy="251"/>
              </a:xfrm>
              <a:custGeom>
                <a:avLst/>
                <a:gdLst>
                  <a:gd name="T0" fmla="*/ 82 w 148"/>
                  <a:gd name="T1" fmla="*/ 96 h 170"/>
                  <a:gd name="T2" fmla="*/ 326 w 148"/>
                  <a:gd name="T3" fmla="*/ 444 h 170"/>
                  <a:gd name="T4" fmla="*/ 82 w 148"/>
                  <a:gd name="T5" fmla="*/ 96 h 1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170">
                    <a:moveTo>
                      <a:pt x="26" y="30"/>
                    </a:moveTo>
                    <a:cubicBezTo>
                      <a:pt x="0" y="50"/>
                      <a:pt x="57" y="170"/>
                      <a:pt x="102" y="138"/>
                    </a:cubicBezTo>
                    <a:cubicBezTo>
                      <a:pt x="148" y="105"/>
                      <a:pt x="63" y="0"/>
                      <a:pt x="26" y="30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4" name="Freeform 448">
                <a:extLst>
                  <a:ext uri="{FF2B5EF4-FFF2-40B4-BE49-F238E27FC236}">
                    <a16:creationId xmlns:a16="http://schemas.microsoft.com/office/drawing/2014/main" id="{6C928969-5221-485F-9F63-8C86EF63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80"/>
                <a:ext cx="218" cy="249"/>
              </a:xfrm>
              <a:custGeom>
                <a:avLst/>
                <a:gdLst>
                  <a:gd name="T0" fmla="*/ 82 w 148"/>
                  <a:gd name="T1" fmla="*/ 93 h 169"/>
                  <a:gd name="T2" fmla="*/ 326 w 148"/>
                  <a:gd name="T3" fmla="*/ 439 h 169"/>
                  <a:gd name="T4" fmla="*/ 82 w 148"/>
                  <a:gd name="T5" fmla="*/ 93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169">
                    <a:moveTo>
                      <a:pt x="26" y="29"/>
                    </a:moveTo>
                    <a:cubicBezTo>
                      <a:pt x="0" y="49"/>
                      <a:pt x="57" y="169"/>
                      <a:pt x="102" y="137"/>
                    </a:cubicBezTo>
                    <a:cubicBezTo>
                      <a:pt x="148" y="104"/>
                      <a:pt x="63" y="0"/>
                      <a:pt x="26" y="2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Freeform 449">
                <a:extLst>
                  <a:ext uri="{FF2B5EF4-FFF2-40B4-BE49-F238E27FC236}">
                    <a16:creationId xmlns:a16="http://schemas.microsoft.com/office/drawing/2014/main" id="{1927462E-5715-427F-AA3D-D5D10650F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842"/>
                <a:ext cx="101" cy="79"/>
              </a:xfrm>
              <a:custGeom>
                <a:avLst/>
                <a:gdLst>
                  <a:gd name="T0" fmla="*/ 60 w 69"/>
                  <a:gd name="T1" fmla="*/ 126 h 54"/>
                  <a:gd name="T2" fmla="*/ 66 w 69"/>
                  <a:gd name="T3" fmla="*/ 61 h 54"/>
                  <a:gd name="T4" fmla="*/ 135 w 69"/>
                  <a:gd name="T5" fmla="*/ 73 h 54"/>
                  <a:gd name="T6" fmla="*/ 189 w 69"/>
                  <a:gd name="T7" fmla="*/ 126 h 54"/>
                  <a:gd name="T8" fmla="*/ 217 w 69"/>
                  <a:gd name="T9" fmla="*/ 170 h 54"/>
                  <a:gd name="T10" fmla="*/ 182 w 69"/>
                  <a:gd name="T11" fmla="*/ 116 h 54"/>
                  <a:gd name="T12" fmla="*/ 143 w 69"/>
                  <a:gd name="T13" fmla="*/ 69 h 54"/>
                  <a:gd name="T14" fmla="*/ 60 w 69"/>
                  <a:gd name="T15" fmla="*/ 13 h 54"/>
                  <a:gd name="T16" fmla="*/ 41 w 69"/>
                  <a:gd name="T17" fmla="*/ 114 h 54"/>
                  <a:gd name="T18" fmla="*/ 56 w 69"/>
                  <a:gd name="T19" fmla="*/ 126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54">
                    <a:moveTo>
                      <a:pt x="19" y="40"/>
                    </a:moveTo>
                    <a:cubicBezTo>
                      <a:pt x="13" y="36"/>
                      <a:pt x="17" y="23"/>
                      <a:pt x="21" y="20"/>
                    </a:cubicBezTo>
                    <a:cubicBezTo>
                      <a:pt x="27" y="14"/>
                      <a:pt x="37" y="19"/>
                      <a:pt x="43" y="23"/>
                    </a:cubicBezTo>
                    <a:cubicBezTo>
                      <a:pt x="49" y="27"/>
                      <a:pt x="56" y="34"/>
                      <a:pt x="60" y="40"/>
                    </a:cubicBezTo>
                    <a:cubicBezTo>
                      <a:pt x="62" y="43"/>
                      <a:pt x="65" y="53"/>
                      <a:pt x="69" y="54"/>
                    </a:cubicBezTo>
                    <a:cubicBezTo>
                      <a:pt x="68" y="48"/>
                      <a:pt x="62" y="41"/>
                      <a:pt x="58" y="37"/>
                    </a:cubicBezTo>
                    <a:cubicBezTo>
                      <a:pt x="54" y="32"/>
                      <a:pt x="50" y="27"/>
                      <a:pt x="46" y="22"/>
                    </a:cubicBezTo>
                    <a:cubicBezTo>
                      <a:pt x="38" y="14"/>
                      <a:pt x="29" y="5"/>
                      <a:pt x="19" y="4"/>
                    </a:cubicBezTo>
                    <a:cubicBezTo>
                      <a:pt x="0" y="0"/>
                      <a:pt x="5" y="25"/>
                      <a:pt x="13" y="36"/>
                    </a:cubicBezTo>
                    <a:cubicBezTo>
                      <a:pt x="14" y="37"/>
                      <a:pt x="16" y="40"/>
                      <a:pt x="18" y="40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6" name="Freeform 450">
                <a:extLst>
                  <a:ext uri="{FF2B5EF4-FFF2-40B4-BE49-F238E27FC236}">
                    <a16:creationId xmlns:a16="http://schemas.microsoft.com/office/drawing/2014/main" id="{EA1F2042-2954-4816-A98D-A0788962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879"/>
                <a:ext cx="73" cy="63"/>
              </a:xfrm>
              <a:custGeom>
                <a:avLst/>
                <a:gdLst>
                  <a:gd name="T0" fmla="*/ 26 w 50"/>
                  <a:gd name="T1" fmla="*/ 0 h 43"/>
                  <a:gd name="T2" fmla="*/ 28 w 50"/>
                  <a:gd name="T3" fmla="*/ 60 h 43"/>
                  <a:gd name="T4" fmla="*/ 89 w 50"/>
                  <a:gd name="T5" fmla="*/ 123 h 43"/>
                  <a:gd name="T6" fmla="*/ 149 w 50"/>
                  <a:gd name="T7" fmla="*/ 116 h 43"/>
                  <a:gd name="T8" fmla="*/ 136 w 50"/>
                  <a:gd name="T9" fmla="*/ 60 h 43"/>
                  <a:gd name="T10" fmla="*/ 108 w 50"/>
                  <a:gd name="T11" fmla="*/ 82 h 43"/>
                  <a:gd name="T12" fmla="*/ 66 w 50"/>
                  <a:gd name="T13" fmla="*/ 82 h 43"/>
                  <a:gd name="T14" fmla="*/ 26 w 50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3">
                    <a:moveTo>
                      <a:pt x="8" y="0"/>
                    </a:moveTo>
                    <a:cubicBezTo>
                      <a:pt x="0" y="1"/>
                      <a:pt x="7" y="14"/>
                      <a:pt x="9" y="19"/>
                    </a:cubicBezTo>
                    <a:cubicBezTo>
                      <a:pt x="15" y="26"/>
                      <a:pt x="21" y="35"/>
                      <a:pt x="29" y="39"/>
                    </a:cubicBezTo>
                    <a:cubicBezTo>
                      <a:pt x="35" y="42"/>
                      <a:pt x="44" y="43"/>
                      <a:pt x="48" y="37"/>
                    </a:cubicBezTo>
                    <a:cubicBezTo>
                      <a:pt x="50" y="33"/>
                      <a:pt x="48" y="22"/>
                      <a:pt x="44" y="19"/>
                    </a:cubicBezTo>
                    <a:cubicBezTo>
                      <a:pt x="40" y="15"/>
                      <a:pt x="37" y="24"/>
                      <a:pt x="35" y="26"/>
                    </a:cubicBezTo>
                    <a:cubicBezTo>
                      <a:pt x="31" y="31"/>
                      <a:pt x="26" y="29"/>
                      <a:pt x="21" y="26"/>
                    </a:cubicBezTo>
                    <a:cubicBezTo>
                      <a:pt x="14" y="21"/>
                      <a:pt x="1" y="9"/>
                      <a:pt x="8" y="0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7" name="Freeform 451">
                <a:extLst>
                  <a:ext uri="{FF2B5EF4-FFF2-40B4-BE49-F238E27FC236}">
                    <a16:creationId xmlns:a16="http://schemas.microsoft.com/office/drawing/2014/main" id="{4F62B9AC-E05D-46B8-B7E0-D8F188B6B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852"/>
                <a:ext cx="40" cy="21"/>
              </a:xfrm>
              <a:custGeom>
                <a:avLst/>
                <a:gdLst>
                  <a:gd name="T0" fmla="*/ 0 w 27"/>
                  <a:gd name="T1" fmla="*/ 48 h 14"/>
                  <a:gd name="T2" fmla="*/ 0 w 27"/>
                  <a:gd name="T3" fmla="*/ 32 h 14"/>
                  <a:gd name="T4" fmla="*/ 1 w 27"/>
                  <a:gd name="T5" fmla="*/ 14 h 14"/>
                  <a:gd name="T6" fmla="*/ 28 w 27"/>
                  <a:gd name="T7" fmla="*/ 0 h 14"/>
                  <a:gd name="T8" fmla="*/ 87 w 27"/>
                  <a:gd name="T9" fmla="*/ 32 h 14"/>
                  <a:gd name="T10" fmla="*/ 1 w 27"/>
                  <a:gd name="T11" fmla="*/ 4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4">
                    <a:moveTo>
                      <a:pt x="0" y="14"/>
                    </a:moveTo>
                    <a:cubicBezTo>
                      <a:pt x="0" y="13"/>
                      <a:pt x="0" y="10"/>
                      <a:pt x="0" y="9"/>
                    </a:cubicBezTo>
                    <a:cubicBezTo>
                      <a:pt x="0" y="7"/>
                      <a:pt x="0" y="5"/>
                      <a:pt x="1" y="4"/>
                    </a:cubicBezTo>
                    <a:cubicBezTo>
                      <a:pt x="3" y="1"/>
                      <a:pt x="6" y="0"/>
                      <a:pt x="9" y="0"/>
                    </a:cubicBezTo>
                    <a:cubicBezTo>
                      <a:pt x="16" y="0"/>
                      <a:pt x="22" y="4"/>
                      <a:pt x="27" y="9"/>
                    </a:cubicBezTo>
                    <a:cubicBezTo>
                      <a:pt x="19" y="4"/>
                      <a:pt x="2" y="1"/>
                      <a:pt x="1" y="12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8" name="Freeform 452">
                <a:extLst>
                  <a:ext uri="{FF2B5EF4-FFF2-40B4-BE49-F238E27FC236}">
                    <a16:creationId xmlns:a16="http://schemas.microsoft.com/office/drawing/2014/main" id="{90012433-8C7A-4FF6-A9B7-B07ECCE4E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2856"/>
                <a:ext cx="205" cy="186"/>
              </a:xfrm>
              <a:custGeom>
                <a:avLst/>
                <a:gdLst>
                  <a:gd name="T0" fmla="*/ 357 w 139"/>
                  <a:gd name="T1" fmla="*/ 47 h 126"/>
                  <a:gd name="T2" fmla="*/ 100 w 139"/>
                  <a:gd name="T3" fmla="*/ 316 h 126"/>
                  <a:gd name="T4" fmla="*/ 357 w 139"/>
                  <a:gd name="T5" fmla="*/ 47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6">
                    <a:moveTo>
                      <a:pt x="111" y="15"/>
                    </a:moveTo>
                    <a:cubicBezTo>
                      <a:pt x="92" y="0"/>
                      <a:pt x="0" y="70"/>
                      <a:pt x="31" y="98"/>
                    </a:cubicBezTo>
                    <a:cubicBezTo>
                      <a:pt x="62" y="126"/>
                      <a:pt x="139" y="38"/>
                      <a:pt x="111" y="15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Freeform 453">
                <a:extLst>
                  <a:ext uri="{FF2B5EF4-FFF2-40B4-BE49-F238E27FC236}">
                    <a16:creationId xmlns:a16="http://schemas.microsoft.com/office/drawing/2014/main" id="{254801A3-7FFD-4D86-B53C-B2BAB914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2856"/>
                <a:ext cx="205" cy="186"/>
              </a:xfrm>
              <a:custGeom>
                <a:avLst/>
                <a:gdLst>
                  <a:gd name="T0" fmla="*/ 357 w 139"/>
                  <a:gd name="T1" fmla="*/ 47 h 126"/>
                  <a:gd name="T2" fmla="*/ 100 w 139"/>
                  <a:gd name="T3" fmla="*/ 316 h 126"/>
                  <a:gd name="T4" fmla="*/ 357 w 139"/>
                  <a:gd name="T5" fmla="*/ 47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6">
                    <a:moveTo>
                      <a:pt x="111" y="15"/>
                    </a:moveTo>
                    <a:cubicBezTo>
                      <a:pt x="92" y="0"/>
                      <a:pt x="0" y="70"/>
                      <a:pt x="31" y="98"/>
                    </a:cubicBezTo>
                    <a:cubicBezTo>
                      <a:pt x="62" y="126"/>
                      <a:pt x="139" y="38"/>
                      <a:pt x="111" y="1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0" name="Freeform 454">
                <a:extLst>
                  <a:ext uri="{FF2B5EF4-FFF2-40B4-BE49-F238E27FC236}">
                    <a16:creationId xmlns:a16="http://schemas.microsoft.com/office/drawing/2014/main" id="{DB8782B9-5A7D-49D7-B492-BEF80D739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887"/>
                <a:ext cx="55" cy="96"/>
              </a:xfrm>
              <a:custGeom>
                <a:avLst/>
                <a:gdLst>
                  <a:gd name="T0" fmla="*/ 19 w 37"/>
                  <a:gd name="T1" fmla="*/ 77 h 65"/>
                  <a:gd name="T2" fmla="*/ 76 w 37"/>
                  <a:gd name="T3" fmla="*/ 68 h 65"/>
                  <a:gd name="T4" fmla="*/ 73 w 37"/>
                  <a:gd name="T5" fmla="*/ 127 h 65"/>
                  <a:gd name="T6" fmla="*/ 33 w 37"/>
                  <a:gd name="T7" fmla="*/ 177 h 65"/>
                  <a:gd name="T8" fmla="*/ 0 w 37"/>
                  <a:gd name="T9" fmla="*/ 210 h 65"/>
                  <a:gd name="T10" fmla="*/ 42 w 37"/>
                  <a:gd name="T11" fmla="*/ 174 h 65"/>
                  <a:gd name="T12" fmla="*/ 76 w 37"/>
                  <a:gd name="T13" fmla="*/ 133 h 65"/>
                  <a:gd name="T14" fmla="*/ 119 w 37"/>
                  <a:gd name="T15" fmla="*/ 52 h 65"/>
                  <a:gd name="T16" fmla="*/ 28 w 37"/>
                  <a:gd name="T17" fmla="*/ 59 h 65"/>
                  <a:gd name="T18" fmla="*/ 19 w 37"/>
                  <a:gd name="T19" fmla="*/ 74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65">
                    <a:moveTo>
                      <a:pt x="6" y="24"/>
                    </a:moveTo>
                    <a:cubicBezTo>
                      <a:pt x="9" y="18"/>
                      <a:pt x="19" y="19"/>
                      <a:pt x="23" y="21"/>
                    </a:cubicBezTo>
                    <a:cubicBezTo>
                      <a:pt x="28" y="25"/>
                      <a:pt x="25" y="33"/>
                      <a:pt x="22" y="39"/>
                    </a:cubicBezTo>
                    <a:cubicBezTo>
                      <a:pt x="19" y="44"/>
                      <a:pt x="15" y="51"/>
                      <a:pt x="10" y="55"/>
                    </a:cubicBezTo>
                    <a:cubicBezTo>
                      <a:pt x="8" y="58"/>
                      <a:pt x="0" y="62"/>
                      <a:pt x="0" y="65"/>
                    </a:cubicBezTo>
                    <a:cubicBezTo>
                      <a:pt x="4" y="63"/>
                      <a:pt x="9" y="57"/>
                      <a:pt x="13" y="54"/>
                    </a:cubicBezTo>
                    <a:cubicBezTo>
                      <a:pt x="17" y="49"/>
                      <a:pt x="20" y="45"/>
                      <a:pt x="23" y="41"/>
                    </a:cubicBezTo>
                    <a:cubicBezTo>
                      <a:pt x="29" y="33"/>
                      <a:pt x="35" y="24"/>
                      <a:pt x="36" y="16"/>
                    </a:cubicBezTo>
                    <a:cubicBezTo>
                      <a:pt x="37" y="0"/>
                      <a:pt x="17" y="10"/>
                      <a:pt x="9" y="18"/>
                    </a:cubicBezTo>
                    <a:cubicBezTo>
                      <a:pt x="8" y="19"/>
                      <a:pt x="5" y="22"/>
                      <a:pt x="6" y="23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1" name="Freeform 455">
                <a:extLst>
                  <a:ext uri="{FF2B5EF4-FFF2-40B4-BE49-F238E27FC236}">
                    <a16:creationId xmlns:a16="http://schemas.microsoft.com/office/drawing/2014/main" id="{7581C904-DDEA-4ED6-82BC-02A476B9E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914"/>
                <a:ext cx="47" cy="68"/>
              </a:xfrm>
              <a:custGeom>
                <a:avLst/>
                <a:gdLst>
                  <a:gd name="T0" fmla="*/ 101 w 32"/>
                  <a:gd name="T1" fmla="*/ 19 h 46"/>
                  <a:gd name="T2" fmla="*/ 54 w 32"/>
                  <a:gd name="T3" fmla="*/ 35 h 46"/>
                  <a:gd name="T4" fmla="*/ 6 w 32"/>
                  <a:gd name="T5" fmla="*/ 101 h 46"/>
                  <a:gd name="T6" fmla="*/ 19 w 32"/>
                  <a:gd name="T7" fmla="*/ 146 h 46"/>
                  <a:gd name="T8" fmla="*/ 63 w 32"/>
                  <a:gd name="T9" fmla="*/ 123 h 46"/>
                  <a:gd name="T10" fmla="*/ 41 w 32"/>
                  <a:gd name="T11" fmla="*/ 102 h 46"/>
                  <a:gd name="T12" fmla="*/ 38 w 32"/>
                  <a:gd name="T13" fmla="*/ 72 h 46"/>
                  <a:gd name="T14" fmla="*/ 101 w 32"/>
                  <a:gd name="T15" fmla="*/ 15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6">
                    <a:moveTo>
                      <a:pt x="32" y="6"/>
                    </a:moveTo>
                    <a:cubicBezTo>
                      <a:pt x="30" y="0"/>
                      <a:pt x="20" y="8"/>
                      <a:pt x="17" y="11"/>
                    </a:cubicBezTo>
                    <a:cubicBezTo>
                      <a:pt x="11" y="17"/>
                      <a:pt x="5" y="23"/>
                      <a:pt x="2" y="31"/>
                    </a:cubicBezTo>
                    <a:cubicBezTo>
                      <a:pt x="0" y="36"/>
                      <a:pt x="0" y="43"/>
                      <a:pt x="6" y="45"/>
                    </a:cubicBezTo>
                    <a:cubicBezTo>
                      <a:pt x="9" y="46"/>
                      <a:pt x="18" y="42"/>
                      <a:pt x="20" y="38"/>
                    </a:cubicBezTo>
                    <a:cubicBezTo>
                      <a:pt x="23" y="33"/>
                      <a:pt x="15" y="34"/>
                      <a:pt x="13" y="32"/>
                    </a:cubicBezTo>
                    <a:cubicBezTo>
                      <a:pt x="9" y="30"/>
                      <a:pt x="10" y="26"/>
                      <a:pt x="12" y="22"/>
                    </a:cubicBezTo>
                    <a:cubicBezTo>
                      <a:pt x="15" y="15"/>
                      <a:pt x="24" y="2"/>
                      <a:pt x="32" y="5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2" name="Freeform 456">
                <a:extLst>
                  <a:ext uri="{FF2B5EF4-FFF2-40B4-BE49-F238E27FC236}">
                    <a16:creationId xmlns:a16="http://schemas.microsoft.com/office/drawing/2014/main" id="{D6F3D72B-F337-4EB9-8733-FF3F19F24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904"/>
                <a:ext cx="19" cy="31"/>
              </a:xfrm>
              <a:custGeom>
                <a:avLst/>
                <a:gdLst>
                  <a:gd name="T0" fmla="*/ 0 w 13"/>
                  <a:gd name="T1" fmla="*/ 6 h 21"/>
                  <a:gd name="T2" fmla="*/ 13 w 13"/>
                  <a:gd name="T3" fmla="*/ 0 h 21"/>
                  <a:gd name="T4" fmla="*/ 26 w 13"/>
                  <a:gd name="T5" fmla="*/ 1 h 21"/>
                  <a:gd name="T6" fmla="*/ 38 w 13"/>
                  <a:gd name="T7" fmla="*/ 19 h 21"/>
                  <a:gd name="T8" fmla="*/ 22 w 13"/>
                  <a:gd name="T9" fmla="*/ 68 h 21"/>
                  <a:gd name="T10" fmla="*/ 1 w 13"/>
                  <a:gd name="T11" fmla="*/ 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1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5" y="0"/>
                      <a:pt x="7" y="0"/>
                      <a:pt x="8" y="1"/>
                    </a:cubicBezTo>
                    <a:cubicBezTo>
                      <a:pt x="11" y="1"/>
                      <a:pt x="12" y="3"/>
                      <a:pt x="12" y="6"/>
                    </a:cubicBezTo>
                    <a:cubicBezTo>
                      <a:pt x="13" y="11"/>
                      <a:pt x="10" y="16"/>
                      <a:pt x="7" y="21"/>
                    </a:cubicBezTo>
                    <a:cubicBezTo>
                      <a:pt x="10" y="15"/>
                      <a:pt x="10" y="1"/>
                      <a:pt x="1" y="2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Freeform 457">
                <a:extLst>
                  <a:ext uri="{FF2B5EF4-FFF2-40B4-BE49-F238E27FC236}">
                    <a16:creationId xmlns:a16="http://schemas.microsoft.com/office/drawing/2014/main" id="{C146A896-F50B-446F-B77B-37ADD931F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3443"/>
                <a:ext cx="197" cy="207"/>
              </a:xfrm>
              <a:custGeom>
                <a:avLst/>
                <a:gdLst>
                  <a:gd name="T0" fmla="*/ 285 w 134"/>
                  <a:gd name="T1" fmla="*/ 32 h 141"/>
                  <a:gd name="T2" fmla="*/ 162 w 134"/>
                  <a:gd name="T3" fmla="*/ 386 h 141"/>
                  <a:gd name="T4" fmla="*/ 285 w 134"/>
                  <a:gd name="T5" fmla="*/ 32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4" h="141">
                    <a:moveTo>
                      <a:pt x="90" y="10"/>
                    </a:moveTo>
                    <a:cubicBezTo>
                      <a:pt x="60" y="0"/>
                      <a:pt x="0" y="103"/>
                      <a:pt x="51" y="122"/>
                    </a:cubicBezTo>
                    <a:cubicBezTo>
                      <a:pt x="102" y="141"/>
                      <a:pt x="134" y="25"/>
                      <a:pt x="90" y="10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4" name="Freeform 458">
                <a:extLst>
                  <a:ext uri="{FF2B5EF4-FFF2-40B4-BE49-F238E27FC236}">
                    <a16:creationId xmlns:a16="http://schemas.microsoft.com/office/drawing/2014/main" id="{7F5C3664-C4D8-45EF-9423-EA88A4150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3443"/>
                <a:ext cx="197" cy="207"/>
              </a:xfrm>
              <a:custGeom>
                <a:avLst/>
                <a:gdLst>
                  <a:gd name="T0" fmla="*/ 285 w 134"/>
                  <a:gd name="T1" fmla="*/ 32 h 141"/>
                  <a:gd name="T2" fmla="*/ 162 w 134"/>
                  <a:gd name="T3" fmla="*/ 386 h 141"/>
                  <a:gd name="T4" fmla="*/ 285 w 134"/>
                  <a:gd name="T5" fmla="*/ 32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4" h="141">
                    <a:moveTo>
                      <a:pt x="90" y="10"/>
                    </a:moveTo>
                    <a:cubicBezTo>
                      <a:pt x="60" y="0"/>
                      <a:pt x="0" y="103"/>
                      <a:pt x="51" y="122"/>
                    </a:cubicBezTo>
                    <a:cubicBezTo>
                      <a:pt x="102" y="141"/>
                      <a:pt x="134" y="25"/>
                      <a:pt x="90" y="1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5" name="Freeform 459">
                <a:extLst>
                  <a:ext uri="{FF2B5EF4-FFF2-40B4-BE49-F238E27FC236}">
                    <a16:creationId xmlns:a16="http://schemas.microsoft.com/office/drawing/2014/main" id="{CFE6472C-DD8E-4E25-A242-D006A41B4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3472"/>
                <a:ext cx="52" cy="117"/>
              </a:xfrm>
              <a:custGeom>
                <a:avLst/>
                <a:gdLst>
                  <a:gd name="T0" fmla="*/ 6 w 35"/>
                  <a:gd name="T1" fmla="*/ 110 h 79"/>
                  <a:gd name="T2" fmla="*/ 62 w 35"/>
                  <a:gd name="T3" fmla="*/ 86 h 79"/>
                  <a:gd name="T4" fmla="*/ 95 w 35"/>
                  <a:gd name="T5" fmla="*/ 147 h 79"/>
                  <a:gd name="T6" fmla="*/ 86 w 35"/>
                  <a:gd name="T7" fmla="*/ 210 h 79"/>
                  <a:gd name="T8" fmla="*/ 67 w 35"/>
                  <a:gd name="T9" fmla="*/ 256 h 79"/>
                  <a:gd name="T10" fmla="*/ 88 w 35"/>
                  <a:gd name="T11" fmla="*/ 204 h 79"/>
                  <a:gd name="T12" fmla="*/ 101 w 35"/>
                  <a:gd name="T13" fmla="*/ 150 h 79"/>
                  <a:gd name="T14" fmla="*/ 100 w 35"/>
                  <a:gd name="T15" fmla="*/ 53 h 79"/>
                  <a:gd name="T16" fmla="*/ 6 w 35"/>
                  <a:gd name="T17" fmla="*/ 87 h 79"/>
                  <a:gd name="T18" fmla="*/ 1 w 35"/>
                  <a:gd name="T19" fmla="*/ 110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79">
                    <a:moveTo>
                      <a:pt x="2" y="34"/>
                    </a:moveTo>
                    <a:cubicBezTo>
                      <a:pt x="2" y="27"/>
                      <a:pt x="14" y="25"/>
                      <a:pt x="19" y="26"/>
                    </a:cubicBezTo>
                    <a:cubicBezTo>
                      <a:pt x="27" y="28"/>
                      <a:pt x="29" y="38"/>
                      <a:pt x="29" y="45"/>
                    </a:cubicBezTo>
                    <a:cubicBezTo>
                      <a:pt x="29" y="51"/>
                      <a:pt x="28" y="59"/>
                      <a:pt x="26" y="65"/>
                    </a:cubicBezTo>
                    <a:cubicBezTo>
                      <a:pt x="25" y="68"/>
                      <a:pt x="19" y="76"/>
                      <a:pt x="20" y="79"/>
                    </a:cubicBezTo>
                    <a:cubicBezTo>
                      <a:pt x="24" y="75"/>
                      <a:pt x="26" y="68"/>
                      <a:pt x="27" y="63"/>
                    </a:cubicBezTo>
                    <a:cubicBezTo>
                      <a:pt x="29" y="57"/>
                      <a:pt x="30" y="52"/>
                      <a:pt x="31" y="46"/>
                    </a:cubicBezTo>
                    <a:cubicBezTo>
                      <a:pt x="33" y="36"/>
                      <a:pt x="35" y="25"/>
                      <a:pt x="30" y="16"/>
                    </a:cubicBezTo>
                    <a:cubicBezTo>
                      <a:pt x="22" y="0"/>
                      <a:pt x="6" y="16"/>
                      <a:pt x="2" y="27"/>
                    </a:cubicBezTo>
                    <a:cubicBezTo>
                      <a:pt x="1" y="29"/>
                      <a:pt x="0" y="32"/>
                      <a:pt x="1" y="34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6" name="Freeform 460">
                <a:extLst>
                  <a:ext uri="{FF2B5EF4-FFF2-40B4-BE49-F238E27FC236}">
                    <a16:creationId xmlns:a16="http://schemas.microsoft.com/office/drawing/2014/main" id="{E6B5FB00-0E57-4D5A-A3E6-F11D196A6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3508"/>
                <a:ext cx="38" cy="81"/>
              </a:xfrm>
              <a:custGeom>
                <a:avLst/>
                <a:gdLst>
                  <a:gd name="T0" fmla="*/ 60 w 26"/>
                  <a:gd name="T1" fmla="*/ 19 h 55"/>
                  <a:gd name="T2" fmla="*/ 19 w 26"/>
                  <a:gd name="T3" fmla="*/ 52 h 55"/>
                  <a:gd name="T4" fmla="*/ 1 w 26"/>
                  <a:gd name="T5" fmla="*/ 130 h 55"/>
                  <a:gd name="T6" fmla="*/ 42 w 26"/>
                  <a:gd name="T7" fmla="*/ 175 h 55"/>
                  <a:gd name="T8" fmla="*/ 79 w 26"/>
                  <a:gd name="T9" fmla="*/ 137 h 55"/>
                  <a:gd name="T10" fmla="*/ 42 w 26"/>
                  <a:gd name="T11" fmla="*/ 128 h 55"/>
                  <a:gd name="T12" fmla="*/ 22 w 26"/>
                  <a:gd name="T13" fmla="*/ 93 h 55"/>
                  <a:gd name="T14" fmla="*/ 60 w 26"/>
                  <a:gd name="T15" fmla="*/ 19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55">
                    <a:moveTo>
                      <a:pt x="19" y="6"/>
                    </a:moveTo>
                    <a:cubicBezTo>
                      <a:pt x="14" y="0"/>
                      <a:pt x="7" y="12"/>
                      <a:pt x="6" y="16"/>
                    </a:cubicBezTo>
                    <a:cubicBezTo>
                      <a:pt x="3" y="24"/>
                      <a:pt x="0" y="33"/>
                      <a:pt x="1" y="41"/>
                    </a:cubicBezTo>
                    <a:cubicBezTo>
                      <a:pt x="3" y="47"/>
                      <a:pt x="6" y="55"/>
                      <a:pt x="14" y="55"/>
                    </a:cubicBezTo>
                    <a:cubicBezTo>
                      <a:pt x="18" y="55"/>
                      <a:pt x="25" y="48"/>
                      <a:pt x="25" y="43"/>
                    </a:cubicBezTo>
                    <a:cubicBezTo>
                      <a:pt x="26" y="38"/>
                      <a:pt x="18" y="40"/>
                      <a:pt x="14" y="40"/>
                    </a:cubicBezTo>
                    <a:cubicBezTo>
                      <a:pt x="8" y="39"/>
                      <a:pt x="7" y="34"/>
                      <a:pt x="7" y="29"/>
                    </a:cubicBezTo>
                    <a:cubicBezTo>
                      <a:pt x="6" y="21"/>
                      <a:pt x="8" y="5"/>
                      <a:pt x="19" y="6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Freeform 461">
                <a:extLst>
                  <a:ext uri="{FF2B5EF4-FFF2-40B4-BE49-F238E27FC236}">
                    <a16:creationId xmlns:a16="http://schemas.microsoft.com/office/drawing/2014/main" id="{154DBADA-50A7-45A7-A648-9FFA296C6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3491"/>
                <a:ext cx="29" cy="34"/>
              </a:xfrm>
              <a:custGeom>
                <a:avLst/>
                <a:gdLst>
                  <a:gd name="T0" fmla="*/ 0 w 20"/>
                  <a:gd name="T1" fmla="*/ 15 h 23"/>
                  <a:gd name="T2" fmla="*/ 13 w 20"/>
                  <a:gd name="T3" fmla="*/ 6 h 23"/>
                  <a:gd name="T4" fmla="*/ 25 w 20"/>
                  <a:gd name="T5" fmla="*/ 1 h 23"/>
                  <a:gd name="T6" fmla="*/ 48 w 20"/>
                  <a:gd name="T7" fmla="*/ 15 h 23"/>
                  <a:gd name="T8" fmla="*/ 59 w 20"/>
                  <a:gd name="T9" fmla="*/ 74 h 23"/>
                  <a:gd name="T10" fmla="*/ 6 w 20"/>
                  <a:gd name="T11" fmla="*/ 15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3">
                    <a:moveTo>
                      <a:pt x="0" y="5"/>
                    </a:moveTo>
                    <a:cubicBezTo>
                      <a:pt x="1" y="5"/>
                      <a:pt x="2" y="3"/>
                      <a:pt x="4" y="2"/>
                    </a:cubicBezTo>
                    <a:cubicBezTo>
                      <a:pt x="5" y="1"/>
                      <a:pt x="7" y="1"/>
                      <a:pt x="8" y="1"/>
                    </a:cubicBezTo>
                    <a:cubicBezTo>
                      <a:pt x="12" y="1"/>
                      <a:pt x="14" y="3"/>
                      <a:pt x="16" y="5"/>
                    </a:cubicBezTo>
                    <a:cubicBezTo>
                      <a:pt x="20" y="10"/>
                      <a:pt x="20" y="17"/>
                      <a:pt x="19" y="23"/>
                    </a:cubicBezTo>
                    <a:cubicBezTo>
                      <a:pt x="19" y="15"/>
                      <a:pt x="11" y="0"/>
                      <a:pt x="2" y="5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8" name="Freeform 462">
                <a:extLst>
                  <a:ext uri="{FF2B5EF4-FFF2-40B4-BE49-F238E27FC236}">
                    <a16:creationId xmlns:a16="http://schemas.microsoft.com/office/drawing/2014/main" id="{6565A600-34C6-4C34-8422-A9ABE8D91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095"/>
                <a:ext cx="185" cy="184"/>
              </a:xfrm>
              <a:custGeom>
                <a:avLst/>
                <a:gdLst>
                  <a:gd name="T0" fmla="*/ 257 w 126"/>
                  <a:gd name="T1" fmla="*/ 32 h 125"/>
                  <a:gd name="T2" fmla="*/ 162 w 126"/>
                  <a:gd name="T3" fmla="*/ 331 h 125"/>
                  <a:gd name="T4" fmla="*/ 257 w 126"/>
                  <a:gd name="T5" fmla="*/ 32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25">
                    <a:moveTo>
                      <a:pt x="81" y="10"/>
                    </a:moveTo>
                    <a:cubicBezTo>
                      <a:pt x="52" y="0"/>
                      <a:pt x="0" y="84"/>
                      <a:pt x="51" y="104"/>
                    </a:cubicBezTo>
                    <a:cubicBezTo>
                      <a:pt x="102" y="125"/>
                      <a:pt x="126" y="26"/>
                      <a:pt x="81" y="10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9" name="Freeform 463">
                <a:extLst>
                  <a:ext uri="{FF2B5EF4-FFF2-40B4-BE49-F238E27FC236}">
                    <a16:creationId xmlns:a16="http://schemas.microsoft.com/office/drawing/2014/main" id="{26DF1BF3-B5D7-4386-A141-6B2AC0C0A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095"/>
                <a:ext cx="185" cy="184"/>
              </a:xfrm>
              <a:custGeom>
                <a:avLst/>
                <a:gdLst>
                  <a:gd name="T0" fmla="*/ 257 w 126"/>
                  <a:gd name="T1" fmla="*/ 32 h 125"/>
                  <a:gd name="T2" fmla="*/ 162 w 126"/>
                  <a:gd name="T3" fmla="*/ 331 h 125"/>
                  <a:gd name="T4" fmla="*/ 257 w 126"/>
                  <a:gd name="T5" fmla="*/ 32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25">
                    <a:moveTo>
                      <a:pt x="81" y="10"/>
                    </a:moveTo>
                    <a:cubicBezTo>
                      <a:pt x="52" y="0"/>
                      <a:pt x="0" y="84"/>
                      <a:pt x="51" y="104"/>
                    </a:cubicBezTo>
                    <a:cubicBezTo>
                      <a:pt x="102" y="125"/>
                      <a:pt x="126" y="26"/>
                      <a:pt x="81" y="1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0" name="Freeform 464">
                <a:extLst>
                  <a:ext uri="{FF2B5EF4-FFF2-40B4-BE49-F238E27FC236}">
                    <a16:creationId xmlns:a16="http://schemas.microsoft.com/office/drawing/2014/main" id="{69F6C638-0ED8-41BA-902A-D727EB729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122"/>
                <a:ext cx="49" cy="101"/>
              </a:xfrm>
              <a:custGeom>
                <a:avLst/>
                <a:gdLst>
                  <a:gd name="T0" fmla="*/ 1 w 33"/>
                  <a:gd name="T1" fmla="*/ 88 h 69"/>
                  <a:gd name="T2" fmla="*/ 55 w 33"/>
                  <a:gd name="T3" fmla="*/ 73 h 69"/>
                  <a:gd name="T4" fmla="*/ 92 w 33"/>
                  <a:gd name="T5" fmla="*/ 121 h 69"/>
                  <a:gd name="T6" fmla="*/ 88 w 33"/>
                  <a:gd name="T7" fmla="*/ 177 h 69"/>
                  <a:gd name="T8" fmla="*/ 73 w 33"/>
                  <a:gd name="T9" fmla="*/ 217 h 69"/>
                  <a:gd name="T10" fmla="*/ 92 w 33"/>
                  <a:gd name="T11" fmla="*/ 174 h 69"/>
                  <a:gd name="T12" fmla="*/ 101 w 33"/>
                  <a:gd name="T13" fmla="*/ 129 h 69"/>
                  <a:gd name="T14" fmla="*/ 92 w 33"/>
                  <a:gd name="T15" fmla="*/ 47 h 69"/>
                  <a:gd name="T16" fmla="*/ 1 w 33"/>
                  <a:gd name="T17" fmla="*/ 69 h 69"/>
                  <a:gd name="T18" fmla="*/ 1 w 33"/>
                  <a:gd name="T19" fmla="*/ 88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69">
                    <a:moveTo>
                      <a:pt x="1" y="28"/>
                    </a:moveTo>
                    <a:cubicBezTo>
                      <a:pt x="1" y="23"/>
                      <a:pt x="13" y="21"/>
                      <a:pt x="17" y="23"/>
                    </a:cubicBezTo>
                    <a:cubicBezTo>
                      <a:pt x="25" y="25"/>
                      <a:pt x="28" y="33"/>
                      <a:pt x="28" y="39"/>
                    </a:cubicBezTo>
                    <a:cubicBezTo>
                      <a:pt x="29" y="45"/>
                      <a:pt x="28" y="52"/>
                      <a:pt x="27" y="57"/>
                    </a:cubicBezTo>
                    <a:cubicBezTo>
                      <a:pt x="26" y="60"/>
                      <a:pt x="20" y="66"/>
                      <a:pt x="22" y="69"/>
                    </a:cubicBezTo>
                    <a:cubicBezTo>
                      <a:pt x="26" y="66"/>
                      <a:pt x="27" y="59"/>
                      <a:pt x="28" y="55"/>
                    </a:cubicBezTo>
                    <a:cubicBezTo>
                      <a:pt x="29" y="50"/>
                      <a:pt x="30" y="46"/>
                      <a:pt x="31" y="41"/>
                    </a:cubicBezTo>
                    <a:cubicBezTo>
                      <a:pt x="32" y="33"/>
                      <a:pt x="33" y="23"/>
                      <a:pt x="28" y="15"/>
                    </a:cubicBezTo>
                    <a:cubicBezTo>
                      <a:pt x="18" y="0"/>
                      <a:pt x="4" y="13"/>
                      <a:pt x="1" y="22"/>
                    </a:cubicBezTo>
                    <a:cubicBezTo>
                      <a:pt x="0" y="24"/>
                      <a:pt x="0" y="27"/>
                      <a:pt x="1" y="28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Freeform 465">
                <a:extLst>
                  <a:ext uri="{FF2B5EF4-FFF2-40B4-BE49-F238E27FC236}">
                    <a16:creationId xmlns:a16="http://schemas.microsoft.com/office/drawing/2014/main" id="{BFF30BD8-5E67-49A9-A389-AC6573608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151"/>
                <a:ext cx="38" cy="71"/>
              </a:xfrm>
              <a:custGeom>
                <a:avLst/>
                <a:gdLst>
                  <a:gd name="T0" fmla="*/ 54 w 26"/>
                  <a:gd name="T1" fmla="*/ 19 h 48"/>
                  <a:gd name="T2" fmla="*/ 13 w 26"/>
                  <a:gd name="T3" fmla="*/ 46 h 48"/>
                  <a:gd name="T4" fmla="*/ 6 w 26"/>
                  <a:gd name="T5" fmla="*/ 114 h 48"/>
                  <a:gd name="T6" fmla="*/ 47 w 26"/>
                  <a:gd name="T7" fmla="*/ 155 h 48"/>
                  <a:gd name="T8" fmla="*/ 79 w 26"/>
                  <a:gd name="T9" fmla="*/ 127 h 48"/>
                  <a:gd name="T10" fmla="*/ 42 w 26"/>
                  <a:gd name="T11" fmla="*/ 114 h 48"/>
                  <a:gd name="T12" fmla="*/ 22 w 26"/>
                  <a:gd name="T13" fmla="*/ 81 h 48"/>
                  <a:gd name="T14" fmla="*/ 54 w 26"/>
                  <a:gd name="T15" fmla="*/ 19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8">
                    <a:moveTo>
                      <a:pt x="17" y="6"/>
                    </a:moveTo>
                    <a:cubicBezTo>
                      <a:pt x="11" y="0"/>
                      <a:pt x="6" y="10"/>
                      <a:pt x="4" y="14"/>
                    </a:cubicBezTo>
                    <a:cubicBezTo>
                      <a:pt x="2" y="20"/>
                      <a:pt x="0" y="28"/>
                      <a:pt x="2" y="35"/>
                    </a:cubicBezTo>
                    <a:cubicBezTo>
                      <a:pt x="4" y="41"/>
                      <a:pt x="8" y="47"/>
                      <a:pt x="15" y="48"/>
                    </a:cubicBezTo>
                    <a:cubicBezTo>
                      <a:pt x="19" y="48"/>
                      <a:pt x="26" y="42"/>
                      <a:pt x="25" y="39"/>
                    </a:cubicBezTo>
                    <a:cubicBezTo>
                      <a:pt x="25" y="34"/>
                      <a:pt x="18" y="35"/>
                      <a:pt x="14" y="35"/>
                    </a:cubicBezTo>
                    <a:cubicBezTo>
                      <a:pt x="9" y="34"/>
                      <a:pt x="7" y="29"/>
                      <a:pt x="7" y="25"/>
                    </a:cubicBezTo>
                    <a:cubicBezTo>
                      <a:pt x="6" y="18"/>
                      <a:pt x="6" y="4"/>
                      <a:pt x="17" y="6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2" name="Freeform 466">
                <a:extLst>
                  <a:ext uri="{FF2B5EF4-FFF2-40B4-BE49-F238E27FC236}">
                    <a16:creationId xmlns:a16="http://schemas.microsoft.com/office/drawing/2014/main" id="{96C94C9E-6F77-46D4-B9E2-2118FFF45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139"/>
                <a:ext cx="29" cy="30"/>
              </a:xfrm>
              <a:custGeom>
                <a:avLst/>
                <a:gdLst>
                  <a:gd name="T0" fmla="*/ 0 w 20"/>
                  <a:gd name="T1" fmla="*/ 12 h 20"/>
                  <a:gd name="T2" fmla="*/ 9 w 20"/>
                  <a:gd name="T3" fmla="*/ 5 h 20"/>
                  <a:gd name="T4" fmla="*/ 25 w 20"/>
                  <a:gd name="T5" fmla="*/ 0 h 20"/>
                  <a:gd name="T6" fmla="*/ 48 w 20"/>
                  <a:gd name="T7" fmla="*/ 18 h 20"/>
                  <a:gd name="T8" fmla="*/ 61 w 20"/>
                  <a:gd name="T9" fmla="*/ 68 h 20"/>
                  <a:gd name="T10" fmla="*/ 6 w 20"/>
                  <a:gd name="T11" fmla="*/ 1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3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5" y="0"/>
                      <a:pt x="6" y="0"/>
                      <a:pt x="8" y="0"/>
                    </a:cubicBezTo>
                    <a:cubicBezTo>
                      <a:pt x="11" y="0"/>
                      <a:pt x="14" y="2"/>
                      <a:pt x="16" y="5"/>
                    </a:cubicBezTo>
                    <a:cubicBezTo>
                      <a:pt x="20" y="9"/>
                      <a:pt x="20" y="15"/>
                      <a:pt x="20" y="20"/>
                    </a:cubicBezTo>
                    <a:cubicBezTo>
                      <a:pt x="19" y="13"/>
                      <a:pt x="10" y="0"/>
                      <a:pt x="2" y="3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3" name="Freeform 467">
                <a:extLst>
                  <a:ext uri="{FF2B5EF4-FFF2-40B4-BE49-F238E27FC236}">
                    <a16:creationId xmlns:a16="http://schemas.microsoft.com/office/drawing/2014/main" id="{7620B469-47AB-422A-A4E4-82B89BEE5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444"/>
                <a:ext cx="185" cy="184"/>
              </a:xfrm>
              <a:custGeom>
                <a:avLst/>
                <a:gdLst>
                  <a:gd name="T0" fmla="*/ 257 w 126"/>
                  <a:gd name="T1" fmla="*/ 32 h 125"/>
                  <a:gd name="T2" fmla="*/ 162 w 126"/>
                  <a:gd name="T3" fmla="*/ 331 h 125"/>
                  <a:gd name="T4" fmla="*/ 257 w 126"/>
                  <a:gd name="T5" fmla="*/ 32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25">
                    <a:moveTo>
                      <a:pt x="81" y="10"/>
                    </a:moveTo>
                    <a:cubicBezTo>
                      <a:pt x="52" y="0"/>
                      <a:pt x="0" y="84"/>
                      <a:pt x="51" y="104"/>
                    </a:cubicBezTo>
                    <a:cubicBezTo>
                      <a:pt x="102" y="125"/>
                      <a:pt x="126" y="26"/>
                      <a:pt x="81" y="10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4" name="Freeform 468">
                <a:extLst>
                  <a:ext uri="{FF2B5EF4-FFF2-40B4-BE49-F238E27FC236}">
                    <a16:creationId xmlns:a16="http://schemas.microsoft.com/office/drawing/2014/main" id="{FD32AE8D-54B2-4FD4-9EDF-5BE5E9A95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444"/>
                <a:ext cx="185" cy="184"/>
              </a:xfrm>
              <a:custGeom>
                <a:avLst/>
                <a:gdLst>
                  <a:gd name="T0" fmla="*/ 257 w 126"/>
                  <a:gd name="T1" fmla="*/ 32 h 125"/>
                  <a:gd name="T2" fmla="*/ 162 w 126"/>
                  <a:gd name="T3" fmla="*/ 331 h 125"/>
                  <a:gd name="T4" fmla="*/ 257 w 126"/>
                  <a:gd name="T5" fmla="*/ 32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25">
                    <a:moveTo>
                      <a:pt x="81" y="10"/>
                    </a:moveTo>
                    <a:cubicBezTo>
                      <a:pt x="52" y="0"/>
                      <a:pt x="0" y="84"/>
                      <a:pt x="51" y="104"/>
                    </a:cubicBezTo>
                    <a:cubicBezTo>
                      <a:pt x="102" y="125"/>
                      <a:pt x="126" y="26"/>
                      <a:pt x="81" y="1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Freeform 469">
                <a:extLst>
                  <a:ext uri="{FF2B5EF4-FFF2-40B4-BE49-F238E27FC236}">
                    <a16:creationId xmlns:a16="http://schemas.microsoft.com/office/drawing/2014/main" id="{72CC0346-D86E-47B6-AB23-2C502DD42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471"/>
                <a:ext cx="49" cy="101"/>
              </a:xfrm>
              <a:custGeom>
                <a:avLst/>
                <a:gdLst>
                  <a:gd name="T0" fmla="*/ 1 w 33"/>
                  <a:gd name="T1" fmla="*/ 88 h 69"/>
                  <a:gd name="T2" fmla="*/ 55 w 33"/>
                  <a:gd name="T3" fmla="*/ 73 h 69"/>
                  <a:gd name="T4" fmla="*/ 92 w 33"/>
                  <a:gd name="T5" fmla="*/ 121 h 69"/>
                  <a:gd name="T6" fmla="*/ 88 w 33"/>
                  <a:gd name="T7" fmla="*/ 177 h 69"/>
                  <a:gd name="T8" fmla="*/ 73 w 33"/>
                  <a:gd name="T9" fmla="*/ 217 h 69"/>
                  <a:gd name="T10" fmla="*/ 92 w 33"/>
                  <a:gd name="T11" fmla="*/ 174 h 69"/>
                  <a:gd name="T12" fmla="*/ 101 w 33"/>
                  <a:gd name="T13" fmla="*/ 129 h 69"/>
                  <a:gd name="T14" fmla="*/ 92 w 33"/>
                  <a:gd name="T15" fmla="*/ 47 h 69"/>
                  <a:gd name="T16" fmla="*/ 1 w 33"/>
                  <a:gd name="T17" fmla="*/ 69 h 69"/>
                  <a:gd name="T18" fmla="*/ 1 w 33"/>
                  <a:gd name="T19" fmla="*/ 88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69">
                    <a:moveTo>
                      <a:pt x="1" y="28"/>
                    </a:moveTo>
                    <a:cubicBezTo>
                      <a:pt x="1" y="23"/>
                      <a:pt x="13" y="21"/>
                      <a:pt x="17" y="23"/>
                    </a:cubicBezTo>
                    <a:cubicBezTo>
                      <a:pt x="25" y="25"/>
                      <a:pt x="28" y="33"/>
                      <a:pt x="28" y="39"/>
                    </a:cubicBezTo>
                    <a:cubicBezTo>
                      <a:pt x="29" y="45"/>
                      <a:pt x="28" y="52"/>
                      <a:pt x="27" y="57"/>
                    </a:cubicBezTo>
                    <a:cubicBezTo>
                      <a:pt x="26" y="60"/>
                      <a:pt x="20" y="66"/>
                      <a:pt x="22" y="69"/>
                    </a:cubicBezTo>
                    <a:cubicBezTo>
                      <a:pt x="26" y="66"/>
                      <a:pt x="27" y="59"/>
                      <a:pt x="28" y="55"/>
                    </a:cubicBezTo>
                    <a:cubicBezTo>
                      <a:pt x="29" y="50"/>
                      <a:pt x="30" y="46"/>
                      <a:pt x="31" y="41"/>
                    </a:cubicBezTo>
                    <a:cubicBezTo>
                      <a:pt x="32" y="33"/>
                      <a:pt x="33" y="23"/>
                      <a:pt x="28" y="15"/>
                    </a:cubicBezTo>
                    <a:cubicBezTo>
                      <a:pt x="18" y="0"/>
                      <a:pt x="4" y="13"/>
                      <a:pt x="1" y="22"/>
                    </a:cubicBezTo>
                    <a:cubicBezTo>
                      <a:pt x="0" y="24"/>
                      <a:pt x="0" y="27"/>
                      <a:pt x="1" y="28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6" name="Freeform 470">
                <a:extLst>
                  <a:ext uri="{FF2B5EF4-FFF2-40B4-BE49-F238E27FC236}">
                    <a16:creationId xmlns:a16="http://schemas.microsoft.com/office/drawing/2014/main" id="{71EC3BC9-5D72-4901-B89F-2FE71326B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500"/>
                <a:ext cx="38" cy="71"/>
              </a:xfrm>
              <a:custGeom>
                <a:avLst/>
                <a:gdLst>
                  <a:gd name="T0" fmla="*/ 54 w 26"/>
                  <a:gd name="T1" fmla="*/ 19 h 48"/>
                  <a:gd name="T2" fmla="*/ 13 w 26"/>
                  <a:gd name="T3" fmla="*/ 46 h 48"/>
                  <a:gd name="T4" fmla="*/ 6 w 26"/>
                  <a:gd name="T5" fmla="*/ 114 h 48"/>
                  <a:gd name="T6" fmla="*/ 47 w 26"/>
                  <a:gd name="T7" fmla="*/ 155 h 48"/>
                  <a:gd name="T8" fmla="*/ 79 w 26"/>
                  <a:gd name="T9" fmla="*/ 127 h 48"/>
                  <a:gd name="T10" fmla="*/ 42 w 26"/>
                  <a:gd name="T11" fmla="*/ 114 h 48"/>
                  <a:gd name="T12" fmla="*/ 22 w 26"/>
                  <a:gd name="T13" fmla="*/ 81 h 48"/>
                  <a:gd name="T14" fmla="*/ 54 w 26"/>
                  <a:gd name="T15" fmla="*/ 19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8">
                    <a:moveTo>
                      <a:pt x="17" y="6"/>
                    </a:moveTo>
                    <a:cubicBezTo>
                      <a:pt x="11" y="0"/>
                      <a:pt x="6" y="10"/>
                      <a:pt x="4" y="14"/>
                    </a:cubicBezTo>
                    <a:cubicBezTo>
                      <a:pt x="2" y="20"/>
                      <a:pt x="0" y="28"/>
                      <a:pt x="2" y="35"/>
                    </a:cubicBezTo>
                    <a:cubicBezTo>
                      <a:pt x="4" y="41"/>
                      <a:pt x="8" y="47"/>
                      <a:pt x="15" y="48"/>
                    </a:cubicBezTo>
                    <a:cubicBezTo>
                      <a:pt x="19" y="48"/>
                      <a:pt x="26" y="42"/>
                      <a:pt x="25" y="39"/>
                    </a:cubicBezTo>
                    <a:cubicBezTo>
                      <a:pt x="25" y="34"/>
                      <a:pt x="18" y="35"/>
                      <a:pt x="14" y="35"/>
                    </a:cubicBezTo>
                    <a:cubicBezTo>
                      <a:pt x="9" y="34"/>
                      <a:pt x="7" y="29"/>
                      <a:pt x="7" y="25"/>
                    </a:cubicBezTo>
                    <a:cubicBezTo>
                      <a:pt x="6" y="18"/>
                      <a:pt x="6" y="4"/>
                      <a:pt x="17" y="6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7" name="Freeform 471">
                <a:extLst>
                  <a:ext uri="{FF2B5EF4-FFF2-40B4-BE49-F238E27FC236}">
                    <a16:creationId xmlns:a16="http://schemas.microsoft.com/office/drawing/2014/main" id="{C98253D9-AE48-4882-A725-57A8ECB78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488"/>
                <a:ext cx="29" cy="30"/>
              </a:xfrm>
              <a:custGeom>
                <a:avLst/>
                <a:gdLst>
                  <a:gd name="T0" fmla="*/ 0 w 20"/>
                  <a:gd name="T1" fmla="*/ 12 h 20"/>
                  <a:gd name="T2" fmla="*/ 9 w 20"/>
                  <a:gd name="T3" fmla="*/ 5 h 20"/>
                  <a:gd name="T4" fmla="*/ 25 w 20"/>
                  <a:gd name="T5" fmla="*/ 0 h 20"/>
                  <a:gd name="T6" fmla="*/ 48 w 20"/>
                  <a:gd name="T7" fmla="*/ 18 h 20"/>
                  <a:gd name="T8" fmla="*/ 61 w 20"/>
                  <a:gd name="T9" fmla="*/ 68 h 20"/>
                  <a:gd name="T10" fmla="*/ 6 w 20"/>
                  <a:gd name="T11" fmla="*/ 1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3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5" y="0"/>
                      <a:pt x="6" y="0"/>
                      <a:pt x="8" y="0"/>
                    </a:cubicBezTo>
                    <a:cubicBezTo>
                      <a:pt x="11" y="0"/>
                      <a:pt x="14" y="2"/>
                      <a:pt x="16" y="5"/>
                    </a:cubicBezTo>
                    <a:cubicBezTo>
                      <a:pt x="20" y="9"/>
                      <a:pt x="20" y="15"/>
                      <a:pt x="20" y="20"/>
                    </a:cubicBezTo>
                    <a:cubicBezTo>
                      <a:pt x="19" y="13"/>
                      <a:pt x="10" y="0"/>
                      <a:pt x="2" y="3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8" name="Freeform 472">
                <a:extLst>
                  <a:ext uri="{FF2B5EF4-FFF2-40B4-BE49-F238E27FC236}">
                    <a16:creationId xmlns:a16="http://schemas.microsoft.com/office/drawing/2014/main" id="{83333D60-F1BE-4846-BB6A-30A857917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485"/>
                <a:ext cx="212" cy="264"/>
              </a:xfrm>
              <a:custGeom>
                <a:avLst/>
                <a:gdLst>
                  <a:gd name="T0" fmla="*/ 331 w 144"/>
                  <a:gd name="T1" fmla="*/ 35 h 179"/>
                  <a:gd name="T2" fmla="*/ 77 w 144"/>
                  <a:gd name="T3" fmla="*/ 202 h 179"/>
                  <a:gd name="T4" fmla="*/ 252 w 144"/>
                  <a:gd name="T5" fmla="*/ 324 h 179"/>
                  <a:gd name="T6" fmla="*/ 331 w 144"/>
                  <a:gd name="T7" fmla="*/ 35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79">
                    <a:moveTo>
                      <a:pt x="104" y="11"/>
                    </a:moveTo>
                    <a:cubicBezTo>
                      <a:pt x="82" y="0"/>
                      <a:pt x="48" y="26"/>
                      <a:pt x="24" y="63"/>
                    </a:cubicBezTo>
                    <a:cubicBezTo>
                      <a:pt x="0" y="99"/>
                      <a:pt x="9" y="179"/>
                      <a:pt x="79" y="101"/>
                    </a:cubicBezTo>
                    <a:cubicBezTo>
                      <a:pt x="144" y="29"/>
                      <a:pt x="104" y="11"/>
                      <a:pt x="104" y="11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Freeform 473">
                <a:extLst>
                  <a:ext uri="{FF2B5EF4-FFF2-40B4-BE49-F238E27FC236}">
                    <a16:creationId xmlns:a16="http://schemas.microsoft.com/office/drawing/2014/main" id="{F80B65D0-5325-4BE7-8713-B5D497170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486"/>
                <a:ext cx="212" cy="263"/>
              </a:xfrm>
              <a:custGeom>
                <a:avLst/>
                <a:gdLst>
                  <a:gd name="T0" fmla="*/ 331 w 144"/>
                  <a:gd name="T1" fmla="*/ 35 h 178"/>
                  <a:gd name="T2" fmla="*/ 77 w 144"/>
                  <a:gd name="T3" fmla="*/ 201 h 178"/>
                  <a:gd name="T4" fmla="*/ 252 w 144"/>
                  <a:gd name="T5" fmla="*/ 325 h 178"/>
                  <a:gd name="T6" fmla="*/ 331 w 144"/>
                  <a:gd name="T7" fmla="*/ 35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78">
                    <a:moveTo>
                      <a:pt x="104" y="11"/>
                    </a:moveTo>
                    <a:cubicBezTo>
                      <a:pt x="82" y="0"/>
                      <a:pt x="48" y="26"/>
                      <a:pt x="24" y="62"/>
                    </a:cubicBezTo>
                    <a:cubicBezTo>
                      <a:pt x="0" y="98"/>
                      <a:pt x="9" y="178"/>
                      <a:pt x="79" y="101"/>
                    </a:cubicBezTo>
                    <a:cubicBezTo>
                      <a:pt x="144" y="29"/>
                      <a:pt x="104" y="11"/>
                      <a:pt x="104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0" name="Freeform 474">
                <a:extLst>
                  <a:ext uri="{FF2B5EF4-FFF2-40B4-BE49-F238E27FC236}">
                    <a16:creationId xmlns:a16="http://schemas.microsoft.com/office/drawing/2014/main" id="{85E6A673-D1FB-4F28-8182-B3B4531AD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512"/>
                <a:ext cx="104" cy="122"/>
              </a:xfrm>
              <a:custGeom>
                <a:avLst/>
                <a:gdLst>
                  <a:gd name="T0" fmla="*/ 217 w 71"/>
                  <a:gd name="T1" fmla="*/ 73 h 83"/>
                  <a:gd name="T2" fmla="*/ 62 w 71"/>
                  <a:gd name="T3" fmla="*/ 106 h 83"/>
                  <a:gd name="T4" fmla="*/ 13 w 71"/>
                  <a:gd name="T5" fmla="*/ 188 h 83"/>
                  <a:gd name="T6" fmla="*/ 1 w 71"/>
                  <a:gd name="T7" fmla="*/ 263 h 83"/>
                  <a:gd name="T8" fmla="*/ 22 w 71"/>
                  <a:gd name="T9" fmla="*/ 203 h 83"/>
                  <a:gd name="T10" fmla="*/ 62 w 71"/>
                  <a:gd name="T11" fmla="*/ 137 h 83"/>
                  <a:gd name="T12" fmla="*/ 135 w 71"/>
                  <a:gd name="T13" fmla="*/ 82 h 83"/>
                  <a:gd name="T14" fmla="*/ 190 w 71"/>
                  <a:gd name="T15" fmla="*/ 101 h 83"/>
                  <a:gd name="T16" fmla="*/ 221 w 71"/>
                  <a:gd name="T17" fmla="*/ 69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83">
                    <a:moveTo>
                      <a:pt x="69" y="23"/>
                    </a:moveTo>
                    <a:cubicBezTo>
                      <a:pt x="58" y="0"/>
                      <a:pt x="30" y="21"/>
                      <a:pt x="20" y="33"/>
                    </a:cubicBezTo>
                    <a:cubicBezTo>
                      <a:pt x="13" y="41"/>
                      <a:pt x="8" y="50"/>
                      <a:pt x="4" y="59"/>
                    </a:cubicBezTo>
                    <a:cubicBezTo>
                      <a:pt x="0" y="68"/>
                      <a:pt x="1" y="74"/>
                      <a:pt x="1" y="83"/>
                    </a:cubicBezTo>
                    <a:cubicBezTo>
                      <a:pt x="1" y="77"/>
                      <a:pt x="5" y="69"/>
                      <a:pt x="7" y="64"/>
                    </a:cubicBezTo>
                    <a:cubicBezTo>
                      <a:pt x="10" y="56"/>
                      <a:pt x="16" y="50"/>
                      <a:pt x="20" y="43"/>
                    </a:cubicBezTo>
                    <a:cubicBezTo>
                      <a:pt x="25" y="36"/>
                      <a:pt x="33" y="26"/>
                      <a:pt x="43" y="26"/>
                    </a:cubicBezTo>
                    <a:cubicBezTo>
                      <a:pt x="49" y="27"/>
                      <a:pt x="54" y="32"/>
                      <a:pt x="61" y="32"/>
                    </a:cubicBezTo>
                    <a:cubicBezTo>
                      <a:pt x="64" y="32"/>
                      <a:pt x="71" y="26"/>
                      <a:pt x="70" y="22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1" name="Freeform 475">
                <a:extLst>
                  <a:ext uri="{FF2B5EF4-FFF2-40B4-BE49-F238E27FC236}">
                    <a16:creationId xmlns:a16="http://schemas.microsoft.com/office/drawing/2014/main" id="{B023B9E8-C803-4FAD-865C-7366F9CCA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563"/>
                <a:ext cx="83" cy="77"/>
              </a:xfrm>
              <a:custGeom>
                <a:avLst/>
                <a:gdLst>
                  <a:gd name="T0" fmla="*/ 173 w 57"/>
                  <a:gd name="T1" fmla="*/ 0 h 52"/>
                  <a:gd name="T2" fmla="*/ 150 w 57"/>
                  <a:gd name="T3" fmla="*/ 61 h 52"/>
                  <a:gd name="T4" fmla="*/ 111 w 57"/>
                  <a:gd name="T5" fmla="*/ 120 h 52"/>
                  <a:gd name="T6" fmla="*/ 61 w 57"/>
                  <a:gd name="T7" fmla="*/ 155 h 52"/>
                  <a:gd name="T8" fmla="*/ 32 w 57"/>
                  <a:gd name="T9" fmla="*/ 169 h 52"/>
                  <a:gd name="T10" fmla="*/ 1 w 57"/>
                  <a:gd name="T11" fmla="*/ 120 h 52"/>
                  <a:gd name="T12" fmla="*/ 25 w 57"/>
                  <a:gd name="T13" fmla="*/ 86 h 52"/>
                  <a:gd name="T14" fmla="*/ 47 w 57"/>
                  <a:gd name="T15" fmla="*/ 101 h 52"/>
                  <a:gd name="T16" fmla="*/ 176 w 57"/>
                  <a:gd name="T17" fmla="*/ 6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52">
                    <a:moveTo>
                      <a:pt x="56" y="0"/>
                    </a:moveTo>
                    <a:cubicBezTo>
                      <a:pt x="56" y="6"/>
                      <a:pt x="51" y="14"/>
                      <a:pt x="49" y="19"/>
                    </a:cubicBezTo>
                    <a:cubicBezTo>
                      <a:pt x="45" y="25"/>
                      <a:pt x="41" y="32"/>
                      <a:pt x="36" y="37"/>
                    </a:cubicBezTo>
                    <a:cubicBezTo>
                      <a:pt x="31" y="41"/>
                      <a:pt x="26" y="45"/>
                      <a:pt x="20" y="48"/>
                    </a:cubicBezTo>
                    <a:cubicBezTo>
                      <a:pt x="17" y="50"/>
                      <a:pt x="14" y="52"/>
                      <a:pt x="10" y="52"/>
                    </a:cubicBezTo>
                    <a:cubicBezTo>
                      <a:pt x="3" y="52"/>
                      <a:pt x="0" y="43"/>
                      <a:pt x="1" y="37"/>
                    </a:cubicBezTo>
                    <a:cubicBezTo>
                      <a:pt x="1" y="33"/>
                      <a:pt x="4" y="27"/>
                      <a:pt x="8" y="26"/>
                    </a:cubicBezTo>
                    <a:cubicBezTo>
                      <a:pt x="12" y="25"/>
                      <a:pt x="13" y="28"/>
                      <a:pt x="15" y="31"/>
                    </a:cubicBezTo>
                    <a:cubicBezTo>
                      <a:pt x="26" y="48"/>
                      <a:pt x="50" y="9"/>
                      <a:pt x="57" y="2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2" name="Freeform 476">
                <a:extLst>
                  <a:ext uri="{FF2B5EF4-FFF2-40B4-BE49-F238E27FC236}">
                    <a16:creationId xmlns:a16="http://schemas.microsoft.com/office/drawing/2014/main" id="{4DBED791-DC69-4042-90D5-038A71234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531"/>
                <a:ext cx="36" cy="20"/>
              </a:xfrm>
              <a:custGeom>
                <a:avLst/>
                <a:gdLst>
                  <a:gd name="T0" fmla="*/ 0 w 25"/>
                  <a:gd name="T1" fmla="*/ 20 h 14"/>
                  <a:gd name="T2" fmla="*/ 69 w 25"/>
                  <a:gd name="T3" fmla="*/ 23 h 14"/>
                  <a:gd name="T4" fmla="*/ 42 w 25"/>
                  <a:gd name="T5" fmla="*/ 19 h 14"/>
                  <a:gd name="T6" fmla="*/ 1 w 25"/>
                  <a:gd name="T7" fmla="*/ 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7"/>
                    </a:moveTo>
                    <a:cubicBezTo>
                      <a:pt x="5" y="4"/>
                      <a:pt x="21" y="0"/>
                      <a:pt x="23" y="8"/>
                    </a:cubicBezTo>
                    <a:cubicBezTo>
                      <a:pt x="25" y="14"/>
                      <a:pt x="16" y="7"/>
                      <a:pt x="14" y="6"/>
                    </a:cubicBezTo>
                    <a:cubicBezTo>
                      <a:pt x="11" y="5"/>
                      <a:pt x="4" y="5"/>
                      <a:pt x="1" y="7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Freeform 477">
                <a:extLst>
                  <a:ext uri="{FF2B5EF4-FFF2-40B4-BE49-F238E27FC236}">
                    <a16:creationId xmlns:a16="http://schemas.microsoft.com/office/drawing/2014/main" id="{3A39C644-908B-4DF0-B18A-56B6D13C0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307"/>
                <a:ext cx="96" cy="160"/>
              </a:xfrm>
              <a:custGeom>
                <a:avLst/>
                <a:gdLst>
                  <a:gd name="T0" fmla="*/ 87 w 65"/>
                  <a:gd name="T1" fmla="*/ 345 h 109"/>
                  <a:gd name="T2" fmla="*/ 193 w 65"/>
                  <a:gd name="T3" fmla="*/ 203 h 109"/>
                  <a:gd name="T4" fmla="*/ 68 w 65"/>
                  <a:gd name="T5" fmla="*/ 176 h 109"/>
                  <a:gd name="T6" fmla="*/ 87 w 65"/>
                  <a:gd name="T7" fmla="*/ 345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09">
                    <a:moveTo>
                      <a:pt x="27" y="109"/>
                    </a:moveTo>
                    <a:cubicBezTo>
                      <a:pt x="41" y="109"/>
                      <a:pt x="55" y="88"/>
                      <a:pt x="60" y="64"/>
                    </a:cubicBezTo>
                    <a:cubicBezTo>
                      <a:pt x="65" y="39"/>
                      <a:pt x="43" y="0"/>
                      <a:pt x="21" y="56"/>
                    </a:cubicBezTo>
                    <a:cubicBezTo>
                      <a:pt x="0" y="109"/>
                      <a:pt x="27" y="109"/>
                      <a:pt x="27" y="109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4" name="Freeform 478">
                <a:extLst>
                  <a:ext uri="{FF2B5EF4-FFF2-40B4-BE49-F238E27FC236}">
                    <a16:creationId xmlns:a16="http://schemas.microsoft.com/office/drawing/2014/main" id="{8E64C153-A4E9-49FE-B741-5C1C0125F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307"/>
                <a:ext cx="96" cy="160"/>
              </a:xfrm>
              <a:custGeom>
                <a:avLst/>
                <a:gdLst>
                  <a:gd name="T0" fmla="*/ 87 w 65"/>
                  <a:gd name="T1" fmla="*/ 345 h 109"/>
                  <a:gd name="T2" fmla="*/ 193 w 65"/>
                  <a:gd name="T3" fmla="*/ 198 h 109"/>
                  <a:gd name="T4" fmla="*/ 68 w 65"/>
                  <a:gd name="T5" fmla="*/ 176 h 109"/>
                  <a:gd name="T6" fmla="*/ 87 w 65"/>
                  <a:gd name="T7" fmla="*/ 345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09">
                    <a:moveTo>
                      <a:pt x="27" y="109"/>
                    </a:moveTo>
                    <a:cubicBezTo>
                      <a:pt x="41" y="109"/>
                      <a:pt x="55" y="88"/>
                      <a:pt x="60" y="63"/>
                    </a:cubicBezTo>
                    <a:cubicBezTo>
                      <a:pt x="65" y="39"/>
                      <a:pt x="43" y="0"/>
                      <a:pt x="21" y="56"/>
                    </a:cubicBezTo>
                    <a:cubicBezTo>
                      <a:pt x="0" y="109"/>
                      <a:pt x="27" y="109"/>
                      <a:pt x="27" y="10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5" name="Freeform 479">
                <a:extLst>
                  <a:ext uri="{FF2B5EF4-FFF2-40B4-BE49-F238E27FC236}">
                    <a16:creationId xmlns:a16="http://schemas.microsoft.com/office/drawing/2014/main" id="{074BCE80-3990-4DDD-815F-8671022AB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373"/>
                <a:ext cx="45" cy="83"/>
              </a:xfrm>
              <a:custGeom>
                <a:avLst/>
                <a:gdLst>
                  <a:gd name="T0" fmla="*/ 9 w 31"/>
                  <a:gd name="T1" fmla="*/ 154 h 56"/>
                  <a:gd name="T2" fmla="*/ 87 w 31"/>
                  <a:gd name="T3" fmla="*/ 96 h 56"/>
                  <a:gd name="T4" fmla="*/ 94 w 31"/>
                  <a:gd name="T5" fmla="*/ 42 h 56"/>
                  <a:gd name="T6" fmla="*/ 83 w 31"/>
                  <a:gd name="T7" fmla="*/ 0 h 56"/>
                  <a:gd name="T8" fmla="*/ 87 w 31"/>
                  <a:gd name="T9" fmla="*/ 36 h 56"/>
                  <a:gd name="T10" fmla="*/ 75 w 31"/>
                  <a:gd name="T11" fmla="*/ 82 h 56"/>
                  <a:gd name="T12" fmla="*/ 52 w 31"/>
                  <a:gd name="T13" fmla="*/ 127 h 56"/>
                  <a:gd name="T14" fmla="*/ 15 w 31"/>
                  <a:gd name="T15" fmla="*/ 129 h 56"/>
                  <a:gd name="T16" fmla="*/ 6 w 31"/>
                  <a:gd name="T17" fmla="*/ 154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56">
                    <a:moveTo>
                      <a:pt x="3" y="47"/>
                    </a:moveTo>
                    <a:cubicBezTo>
                      <a:pt x="13" y="56"/>
                      <a:pt x="25" y="38"/>
                      <a:pt x="28" y="30"/>
                    </a:cubicBezTo>
                    <a:cubicBezTo>
                      <a:pt x="30" y="24"/>
                      <a:pt x="30" y="18"/>
                      <a:pt x="31" y="13"/>
                    </a:cubicBezTo>
                    <a:cubicBezTo>
                      <a:pt x="31" y="8"/>
                      <a:pt x="29" y="4"/>
                      <a:pt x="27" y="0"/>
                    </a:cubicBezTo>
                    <a:cubicBezTo>
                      <a:pt x="29" y="3"/>
                      <a:pt x="28" y="8"/>
                      <a:pt x="28" y="11"/>
                    </a:cubicBezTo>
                    <a:cubicBezTo>
                      <a:pt x="28" y="16"/>
                      <a:pt x="27" y="20"/>
                      <a:pt x="25" y="25"/>
                    </a:cubicBezTo>
                    <a:cubicBezTo>
                      <a:pt x="24" y="29"/>
                      <a:pt x="22" y="37"/>
                      <a:pt x="17" y="39"/>
                    </a:cubicBezTo>
                    <a:cubicBezTo>
                      <a:pt x="13" y="40"/>
                      <a:pt x="9" y="38"/>
                      <a:pt x="5" y="40"/>
                    </a:cubicBezTo>
                    <a:cubicBezTo>
                      <a:pt x="4" y="41"/>
                      <a:pt x="0" y="46"/>
                      <a:pt x="2" y="47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6" name="Freeform 480">
                <a:extLst>
                  <a:ext uri="{FF2B5EF4-FFF2-40B4-BE49-F238E27FC236}">
                    <a16:creationId xmlns:a16="http://schemas.microsoft.com/office/drawing/2014/main" id="{BC82E950-2717-4AC0-97CE-6AA193E54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372"/>
                <a:ext cx="37" cy="59"/>
              </a:xfrm>
              <a:custGeom>
                <a:avLst/>
                <a:gdLst>
                  <a:gd name="T0" fmla="*/ 6 w 25"/>
                  <a:gd name="T1" fmla="*/ 128 h 40"/>
                  <a:gd name="T2" fmla="*/ 6 w 25"/>
                  <a:gd name="T3" fmla="*/ 89 h 40"/>
                  <a:gd name="T4" fmla="*/ 15 w 25"/>
                  <a:gd name="T5" fmla="*/ 52 h 40"/>
                  <a:gd name="T6" fmla="*/ 36 w 25"/>
                  <a:gd name="T7" fmla="*/ 22 h 40"/>
                  <a:gd name="T8" fmla="*/ 53 w 25"/>
                  <a:gd name="T9" fmla="*/ 6 h 40"/>
                  <a:gd name="T10" fmla="*/ 81 w 25"/>
                  <a:gd name="T11" fmla="*/ 27 h 40"/>
                  <a:gd name="T12" fmla="*/ 74 w 25"/>
                  <a:gd name="T13" fmla="*/ 47 h 40"/>
                  <a:gd name="T14" fmla="*/ 59 w 25"/>
                  <a:gd name="T15" fmla="*/ 46 h 40"/>
                  <a:gd name="T16" fmla="*/ 1 w 25"/>
                  <a:gd name="T17" fmla="*/ 127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40">
                    <a:moveTo>
                      <a:pt x="2" y="40"/>
                    </a:moveTo>
                    <a:cubicBezTo>
                      <a:pt x="0" y="37"/>
                      <a:pt x="1" y="31"/>
                      <a:pt x="2" y="28"/>
                    </a:cubicBezTo>
                    <a:cubicBezTo>
                      <a:pt x="2" y="24"/>
                      <a:pt x="3" y="20"/>
                      <a:pt x="5" y="16"/>
                    </a:cubicBezTo>
                    <a:cubicBezTo>
                      <a:pt x="7" y="13"/>
                      <a:pt x="9" y="10"/>
                      <a:pt x="11" y="7"/>
                    </a:cubicBezTo>
                    <a:cubicBezTo>
                      <a:pt x="13" y="5"/>
                      <a:pt x="14" y="3"/>
                      <a:pt x="16" y="2"/>
                    </a:cubicBezTo>
                    <a:cubicBezTo>
                      <a:pt x="20" y="0"/>
                      <a:pt x="24" y="4"/>
                      <a:pt x="25" y="8"/>
                    </a:cubicBezTo>
                    <a:cubicBezTo>
                      <a:pt x="25" y="10"/>
                      <a:pt x="25" y="13"/>
                      <a:pt x="23" y="15"/>
                    </a:cubicBezTo>
                    <a:cubicBezTo>
                      <a:pt x="21" y="17"/>
                      <a:pt x="20" y="15"/>
                      <a:pt x="18" y="14"/>
                    </a:cubicBezTo>
                    <a:cubicBezTo>
                      <a:pt x="8" y="8"/>
                      <a:pt x="3" y="34"/>
                      <a:pt x="1" y="39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Freeform 481">
                <a:extLst>
                  <a:ext uri="{FF2B5EF4-FFF2-40B4-BE49-F238E27FC236}">
                    <a16:creationId xmlns:a16="http://schemas.microsoft.com/office/drawing/2014/main" id="{914E71BF-B8B7-4E46-A696-68C30B990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435"/>
                <a:ext cx="22" cy="12"/>
              </a:xfrm>
              <a:custGeom>
                <a:avLst/>
                <a:gdLst>
                  <a:gd name="T0" fmla="*/ 47 w 15"/>
                  <a:gd name="T1" fmla="*/ 0 h 8"/>
                  <a:gd name="T2" fmla="*/ 6 w 15"/>
                  <a:gd name="T3" fmla="*/ 14 h 8"/>
                  <a:gd name="T4" fmla="*/ 26 w 15"/>
                  <a:gd name="T5" fmla="*/ 12 h 8"/>
                  <a:gd name="T6" fmla="*/ 47 w 1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cubicBezTo>
                      <a:pt x="13" y="2"/>
                      <a:pt x="5" y="8"/>
                      <a:pt x="2" y="4"/>
                    </a:cubicBezTo>
                    <a:cubicBezTo>
                      <a:pt x="0" y="2"/>
                      <a:pt x="6" y="3"/>
                      <a:pt x="8" y="3"/>
                    </a:cubicBezTo>
                    <a:cubicBezTo>
                      <a:pt x="10" y="3"/>
                      <a:pt x="13" y="2"/>
                      <a:pt x="15" y="0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8" name="Oval 482">
                <a:extLst>
                  <a:ext uri="{FF2B5EF4-FFF2-40B4-BE49-F238E27FC236}">
                    <a16:creationId xmlns:a16="http://schemas.microsoft.com/office/drawing/2014/main" id="{A8EE2CB8-F695-4C4A-A2D4-4DE745B81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1407"/>
                <a:ext cx="82" cy="165"/>
              </a:xfrm>
              <a:prstGeom prst="ellipse">
                <a:avLst/>
              </a:pr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59" name="Oval 483">
                <a:extLst>
                  <a:ext uri="{FF2B5EF4-FFF2-40B4-BE49-F238E27FC236}">
                    <a16:creationId xmlns:a16="http://schemas.microsoft.com/office/drawing/2014/main" id="{79687F38-EC97-4FF3-A3D1-7FC52623C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1407"/>
                <a:ext cx="82" cy="165"/>
              </a:xfrm>
              <a:prstGeom prst="ellipse">
                <a:avLst/>
              </a:prstGeom>
              <a:noFill/>
              <a:ln w="7938">
                <a:solidFill>
                  <a:srgbClr val="B2101D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60" name="Freeform 484">
                <a:extLst>
                  <a:ext uri="{FF2B5EF4-FFF2-40B4-BE49-F238E27FC236}">
                    <a16:creationId xmlns:a16="http://schemas.microsoft.com/office/drawing/2014/main" id="{4E317AA3-DA08-4808-B555-35183D60A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436"/>
                <a:ext cx="53" cy="111"/>
              </a:xfrm>
              <a:custGeom>
                <a:avLst/>
                <a:gdLst>
                  <a:gd name="T0" fmla="*/ 40 w 36"/>
                  <a:gd name="T1" fmla="*/ 1 h 75"/>
                  <a:gd name="T2" fmla="*/ 96 w 36"/>
                  <a:gd name="T3" fmla="*/ 175 h 75"/>
                  <a:gd name="T4" fmla="*/ 47 w 36"/>
                  <a:gd name="T5" fmla="*/ 237 h 75"/>
                  <a:gd name="T6" fmla="*/ 28 w 36"/>
                  <a:gd name="T7" fmla="*/ 195 h 75"/>
                  <a:gd name="T8" fmla="*/ 59 w 36"/>
                  <a:gd name="T9" fmla="*/ 188 h 75"/>
                  <a:gd name="T10" fmla="*/ 80 w 36"/>
                  <a:gd name="T11" fmla="*/ 154 h 75"/>
                  <a:gd name="T12" fmla="*/ 88 w 36"/>
                  <a:gd name="T13" fmla="*/ 81 h 75"/>
                  <a:gd name="T14" fmla="*/ 46 w 36"/>
                  <a:gd name="T15" fmla="*/ 6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5">
                    <a:moveTo>
                      <a:pt x="12" y="1"/>
                    </a:moveTo>
                    <a:cubicBezTo>
                      <a:pt x="36" y="0"/>
                      <a:pt x="34" y="39"/>
                      <a:pt x="30" y="54"/>
                    </a:cubicBezTo>
                    <a:cubicBezTo>
                      <a:pt x="27" y="62"/>
                      <a:pt x="24" y="72"/>
                      <a:pt x="15" y="73"/>
                    </a:cubicBezTo>
                    <a:cubicBezTo>
                      <a:pt x="6" y="75"/>
                      <a:pt x="0" y="64"/>
                      <a:pt x="9" y="60"/>
                    </a:cubicBezTo>
                    <a:cubicBezTo>
                      <a:pt x="12" y="59"/>
                      <a:pt x="15" y="60"/>
                      <a:pt x="18" y="58"/>
                    </a:cubicBezTo>
                    <a:cubicBezTo>
                      <a:pt x="21" y="55"/>
                      <a:pt x="23" y="50"/>
                      <a:pt x="25" y="47"/>
                    </a:cubicBezTo>
                    <a:cubicBezTo>
                      <a:pt x="28" y="40"/>
                      <a:pt x="29" y="33"/>
                      <a:pt x="28" y="25"/>
                    </a:cubicBezTo>
                    <a:cubicBezTo>
                      <a:pt x="28" y="15"/>
                      <a:pt x="23" y="5"/>
                      <a:pt x="14" y="2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Freeform 485">
                <a:extLst>
                  <a:ext uri="{FF2B5EF4-FFF2-40B4-BE49-F238E27FC236}">
                    <a16:creationId xmlns:a16="http://schemas.microsoft.com/office/drawing/2014/main" id="{21A437AC-95BD-478B-958F-15458CEE3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439"/>
                <a:ext cx="40" cy="65"/>
              </a:xfrm>
              <a:custGeom>
                <a:avLst/>
                <a:gdLst>
                  <a:gd name="T0" fmla="*/ 79 w 27"/>
                  <a:gd name="T1" fmla="*/ 15 h 44"/>
                  <a:gd name="T2" fmla="*/ 41 w 27"/>
                  <a:gd name="T3" fmla="*/ 1 h 44"/>
                  <a:gd name="T4" fmla="*/ 9 w 27"/>
                  <a:gd name="T5" fmla="*/ 35 h 44"/>
                  <a:gd name="T6" fmla="*/ 28 w 27"/>
                  <a:gd name="T7" fmla="*/ 142 h 44"/>
                  <a:gd name="T8" fmla="*/ 46 w 27"/>
                  <a:gd name="T9" fmla="*/ 49 h 44"/>
                  <a:gd name="T10" fmla="*/ 79 w 27"/>
                  <a:gd name="T11" fmla="*/ 52 h 44"/>
                  <a:gd name="T12" fmla="*/ 74 w 27"/>
                  <a:gd name="T13" fmla="*/ 19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4">
                    <a:moveTo>
                      <a:pt x="24" y="5"/>
                    </a:moveTo>
                    <a:cubicBezTo>
                      <a:pt x="21" y="4"/>
                      <a:pt x="17" y="0"/>
                      <a:pt x="13" y="1"/>
                    </a:cubicBezTo>
                    <a:cubicBezTo>
                      <a:pt x="7" y="1"/>
                      <a:pt x="4" y="6"/>
                      <a:pt x="3" y="11"/>
                    </a:cubicBezTo>
                    <a:cubicBezTo>
                      <a:pt x="2" y="17"/>
                      <a:pt x="0" y="43"/>
                      <a:pt x="9" y="44"/>
                    </a:cubicBezTo>
                    <a:cubicBezTo>
                      <a:pt x="10" y="38"/>
                      <a:pt x="3" y="13"/>
                      <a:pt x="14" y="15"/>
                    </a:cubicBezTo>
                    <a:cubicBezTo>
                      <a:pt x="17" y="15"/>
                      <a:pt x="20" y="20"/>
                      <a:pt x="24" y="16"/>
                    </a:cubicBezTo>
                    <a:cubicBezTo>
                      <a:pt x="27" y="13"/>
                      <a:pt x="25" y="9"/>
                      <a:pt x="23" y="6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2" name="Freeform 486">
                <a:extLst>
                  <a:ext uri="{FF2B5EF4-FFF2-40B4-BE49-F238E27FC236}">
                    <a16:creationId xmlns:a16="http://schemas.microsoft.com/office/drawing/2014/main" id="{084612C2-6CF2-4AF0-AB96-36F93AD62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513"/>
                <a:ext cx="30" cy="35"/>
              </a:xfrm>
              <a:custGeom>
                <a:avLst/>
                <a:gdLst>
                  <a:gd name="T0" fmla="*/ 0 w 20"/>
                  <a:gd name="T1" fmla="*/ 47 h 24"/>
                  <a:gd name="T2" fmla="*/ 54 w 20"/>
                  <a:gd name="T3" fmla="*/ 0 h 24"/>
                  <a:gd name="T4" fmla="*/ 5 w 20"/>
                  <a:gd name="T5" fmla="*/ 5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0" y="15"/>
                    </a:moveTo>
                    <a:cubicBezTo>
                      <a:pt x="7" y="24"/>
                      <a:pt x="20" y="3"/>
                      <a:pt x="16" y="0"/>
                    </a:cubicBezTo>
                    <a:cubicBezTo>
                      <a:pt x="11" y="8"/>
                      <a:pt x="10" y="13"/>
                      <a:pt x="1" y="16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3" name="Freeform 487">
                <a:extLst>
                  <a:ext uri="{FF2B5EF4-FFF2-40B4-BE49-F238E27FC236}">
                    <a16:creationId xmlns:a16="http://schemas.microsoft.com/office/drawing/2014/main" id="{08A98F5F-C787-4169-AD92-DEFFD07A4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292"/>
                <a:ext cx="85" cy="142"/>
              </a:xfrm>
              <a:custGeom>
                <a:avLst/>
                <a:gdLst>
                  <a:gd name="T0" fmla="*/ 148 w 58"/>
                  <a:gd name="T1" fmla="*/ 133 h 96"/>
                  <a:gd name="T2" fmla="*/ 155 w 58"/>
                  <a:gd name="T3" fmla="*/ 297 h 96"/>
                  <a:gd name="T4" fmla="*/ 38 w 58"/>
                  <a:gd name="T5" fmla="*/ 182 h 96"/>
                  <a:gd name="T6" fmla="*/ 32 w 58"/>
                  <a:gd name="T7" fmla="*/ 15 h 96"/>
                  <a:gd name="T8" fmla="*/ 148 w 58"/>
                  <a:gd name="T9" fmla="*/ 133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96">
                    <a:moveTo>
                      <a:pt x="47" y="41"/>
                    </a:moveTo>
                    <a:cubicBezTo>
                      <a:pt x="58" y="65"/>
                      <a:pt x="58" y="88"/>
                      <a:pt x="49" y="92"/>
                    </a:cubicBezTo>
                    <a:cubicBezTo>
                      <a:pt x="39" y="96"/>
                      <a:pt x="22" y="80"/>
                      <a:pt x="12" y="56"/>
                    </a:cubicBezTo>
                    <a:cubicBezTo>
                      <a:pt x="1" y="32"/>
                      <a:pt x="0" y="9"/>
                      <a:pt x="10" y="5"/>
                    </a:cubicBezTo>
                    <a:cubicBezTo>
                      <a:pt x="20" y="0"/>
                      <a:pt x="36" y="16"/>
                      <a:pt x="47" y="41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4" name="Freeform 488">
                <a:extLst>
                  <a:ext uri="{FF2B5EF4-FFF2-40B4-BE49-F238E27FC236}">
                    <a16:creationId xmlns:a16="http://schemas.microsoft.com/office/drawing/2014/main" id="{34A950EA-CF8F-421B-8D90-EDD3D452B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292"/>
                <a:ext cx="85" cy="142"/>
              </a:xfrm>
              <a:custGeom>
                <a:avLst/>
                <a:gdLst>
                  <a:gd name="T0" fmla="*/ 148 w 58"/>
                  <a:gd name="T1" fmla="*/ 133 h 96"/>
                  <a:gd name="T2" fmla="*/ 155 w 58"/>
                  <a:gd name="T3" fmla="*/ 297 h 96"/>
                  <a:gd name="T4" fmla="*/ 38 w 58"/>
                  <a:gd name="T5" fmla="*/ 182 h 96"/>
                  <a:gd name="T6" fmla="*/ 32 w 58"/>
                  <a:gd name="T7" fmla="*/ 15 h 96"/>
                  <a:gd name="T8" fmla="*/ 148 w 58"/>
                  <a:gd name="T9" fmla="*/ 133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96">
                    <a:moveTo>
                      <a:pt x="47" y="41"/>
                    </a:moveTo>
                    <a:cubicBezTo>
                      <a:pt x="58" y="65"/>
                      <a:pt x="58" y="88"/>
                      <a:pt x="49" y="92"/>
                    </a:cubicBezTo>
                    <a:cubicBezTo>
                      <a:pt x="39" y="96"/>
                      <a:pt x="22" y="80"/>
                      <a:pt x="12" y="56"/>
                    </a:cubicBezTo>
                    <a:cubicBezTo>
                      <a:pt x="1" y="32"/>
                      <a:pt x="0" y="9"/>
                      <a:pt x="10" y="5"/>
                    </a:cubicBezTo>
                    <a:cubicBezTo>
                      <a:pt x="20" y="0"/>
                      <a:pt x="36" y="16"/>
                      <a:pt x="47" y="4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Freeform 489">
                <a:extLst>
                  <a:ext uri="{FF2B5EF4-FFF2-40B4-BE49-F238E27FC236}">
                    <a16:creationId xmlns:a16="http://schemas.microsoft.com/office/drawing/2014/main" id="{19619EF6-9E39-404A-B61A-B26E5F8ED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13"/>
                <a:ext cx="48" cy="99"/>
              </a:xfrm>
              <a:custGeom>
                <a:avLst/>
                <a:gdLst>
                  <a:gd name="T0" fmla="*/ 0 w 32"/>
                  <a:gd name="T1" fmla="*/ 22 h 67"/>
                  <a:gd name="T2" fmla="*/ 99 w 32"/>
                  <a:gd name="T3" fmla="*/ 145 h 67"/>
                  <a:gd name="T4" fmla="*/ 93 w 32"/>
                  <a:gd name="T5" fmla="*/ 207 h 67"/>
                  <a:gd name="T6" fmla="*/ 66 w 32"/>
                  <a:gd name="T7" fmla="*/ 177 h 67"/>
                  <a:gd name="T8" fmla="*/ 80 w 32"/>
                  <a:gd name="T9" fmla="*/ 161 h 67"/>
                  <a:gd name="T10" fmla="*/ 81 w 32"/>
                  <a:gd name="T11" fmla="*/ 129 h 67"/>
                  <a:gd name="T12" fmla="*/ 66 w 32"/>
                  <a:gd name="T13" fmla="*/ 72 h 67"/>
                  <a:gd name="T14" fmla="*/ 5 w 32"/>
                  <a:gd name="T15" fmla="*/ 27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67">
                    <a:moveTo>
                      <a:pt x="0" y="7"/>
                    </a:moveTo>
                    <a:cubicBezTo>
                      <a:pt x="15" y="0"/>
                      <a:pt x="27" y="31"/>
                      <a:pt x="29" y="45"/>
                    </a:cubicBezTo>
                    <a:cubicBezTo>
                      <a:pt x="31" y="51"/>
                      <a:pt x="32" y="60"/>
                      <a:pt x="27" y="64"/>
                    </a:cubicBezTo>
                    <a:cubicBezTo>
                      <a:pt x="22" y="67"/>
                      <a:pt x="14" y="60"/>
                      <a:pt x="19" y="55"/>
                    </a:cubicBezTo>
                    <a:cubicBezTo>
                      <a:pt x="20" y="53"/>
                      <a:pt x="22" y="53"/>
                      <a:pt x="23" y="50"/>
                    </a:cubicBezTo>
                    <a:cubicBezTo>
                      <a:pt x="24" y="48"/>
                      <a:pt x="24" y="43"/>
                      <a:pt x="24" y="40"/>
                    </a:cubicBezTo>
                    <a:cubicBezTo>
                      <a:pt x="23" y="34"/>
                      <a:pt x="22" y="28"/>
                      <a:pt x="19" y="22"/>
                    </a:cubicBezTo>
                    <a:cubicBezTo>
                      <a:pt x="15" y="14"/>
                      <a:pt x="8" y="8"/>
                      <a:pt x="1" y="8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6" name="Freeform 490">
                <a:extLst>
                  <a:ext uri="{FF2B5EF4-FFF2-40B4-BE49-F238E27FC236}">
                    <a16:creationId xmlns:a16="http://schemas.microsoft.com/office/drawing/2014/main" id="{9C07FF2D-2293-402A-AE06-DCD13611B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325"/>
                <a:ext cx="23" cy="56"/>
              </a:xfrm>
              <a:custGeom>
                <a:avLst/>
                <a:gdLst>
                  <a:gd name="T0" fmla="*/ 33 w 16"/>
                  <a:gd name="T1" fmla="*/ 6 h 38"/>
                  <a:gd name="T2" fmla="*/ 9 w 16"/>
                  <a:gd name="T3" fmla="*/ 1 h 38"/>
                  <a:gd name="T4" fmla="*/ 1 w 16"/>
                  <a:gd name="T5" fmla="*/ 40 h 38"/>
                  <a:gd name="T6" fmla="*/ 47 w 16"/>
                  <a:gd name="T7" fmla="*/ 115 h 38"/>
                  <a:gd name="T8" fmla="*/ 27 w 16"/>
                  <a:gd name="T9" fmla="*/ 40 h 38"/>
                  <a:gd name="T10" fmla="*/ 46 w 16"/>
                  <a:gd name="T11" fmla="*/ 35 h 38"/>
                  <a:gd name="T12" fmla="*/ 35 w 16"/>
                  <a:gd name="T13" fmla="*/ 9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8">
                    <a:moveTo>
                      <a:pt x="11" y="2"/>
                    </a:moveTo>
                    <a:cubicBezTo>
                      <a:pt x="9" y="2"/>
                      <a:pt x="6" y="0"/>
                      <a:pt x="3" y="1"/>
                    </a:cubicBezTo>
                    <a:cubicBezTo>
                      <a:pt x="0" y="3"/>
                      <a:pt x="0" y="8"/>
                      <a:pt x="1" y="12"/>
                    </a:cubicBezTo>
                    <a:cubicBezTo>
                      <a:pt x="2" y="17"/>
                      <a:pt x="10" y="38"/>
                      <a:pt x="16" y="36"/>
                    </a:cubicBezTo>
                    <a:cubicBezTo>
                      <a:pt x="14" y="32"/>
                      <a:pt x="1" y="14"/>
                      <a:pt x="9" y="12"/>
                    </a:cubicBezTo>
                    <a:cubicBezTo>
                      <a:pt x="11" y="12"/>
                      <a:pt x="15" y="14"/>
                      <a:pt x="15" y="11"/>
                    </a:cubicBezTo>
                    <a:cubicBezTo>
                      <a:pt x="16" y="8"/>
                      <a:pt x="14" y="4"/>
                      <a:pt x="12" y="3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7" name="Freeform 491">
                <a:extLst>
                  <a:ext uri="{FF2B5EF4-FFF2-40B4-BE49-F238E27FC236}">
                    <a16:creationId xmlns:a16="http://schemas.microsoft.com/office/drawing/2014/main" id="{E768B615-6969-4E7C-81CE-5631A010A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378"/>
                <a:ext cx="12" cy="31"/>
              </a:xfrm>
              <a:custGeom>
                <a:avLst/>
                <a:gdLst>
                  <a:gd name="T0" fmla="*/ 0 w 8"/>
                  <a:gd name="T1" fmla="*/ 52 h 21"/>
                  <a:gd name="T2" fmla="*/ 18 w 8"/>
                  <a:gd name="T3" fmla="*/ 0 h 21"/>
                  <a:gd name="T4" fmla="*/ 0 w 8"/>
                  <a:gd name="T5" fmla="*/ 5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0" y="16"/>
                    </a:moveTo>
                    <a:cubicBezTo>
                      <a:pt x="7" y="21"/>
                      <a:pt x="8" y="1"/>
                      <a:pt x="5" y="0"/>
                    </a:cubicBezTo>
                    <a:cubicBezTo>
                      <a:pt x="4" y="7"/>
                      <a:pt x="5" y="12"/>
                      <a:pt x="0" y="16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8" name="Freeform 492">
                <a:extLst>
                  <a:ext uri="{FF2B5EF4-FFF2-40B4-BE49-F238E27FC236}">
                    <a16:creationId xmlns:a16="http://schemas.microsoft.com/office/drawing/2014/main" id="{68A7473B-B68A-4F62-8B8C-D39EB2BA9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591"/>
                <a:ext cx="106" cy="167"/>
              </a:xfrm>
              <a:custGeom>
                <a:avLst/>
                <a:gdLst>
                  <a:gd name="T0" fmla="*/ 188 w 72"/>
                  <a:gd name="T1" fmla="*/ 148 h 113"/>
                  <a:gd name="T2" fmla="*/ 191 w 72"/>
                  <a:gd name="T3" fmla="*/ 346 h 113"/>
                  <a:gd name="T4" fmla="*/ 41 w 72"/>
                  <a:gd name="T5" fmla="*/ 216 h 113"/>
                  <a:gd name="T6" fmla="*/ 41 w 72"/>
                  <a:gd name="T7" fmla="*/ 19 h 113"/>
                  <a:gd name="T8" fmla="*/ 188 w 72"/>
                  <a:gd name="T9" fmla="*/ 148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13">
                    <a:moveTo>
                      <a:pt x="59" y="46"/>
                    </a:moveTo>
                    <a:cubicBezTo>
                      <a:pt x="72" y="74"/>
                      <a:pt x="72" y="101"/>
                      <a:pt x="60" y="107"/>
                    </a:cubicBezTo>
                    <a:cubicBezTo>
                      <a:pt x="47" y="113"/>
                      <a:pt x="26" y="95"/>
                      <a:pt x="13" y="67"/>
                    </a:cubicBezTo>
                    <a:cubicBezTo>
                      <a:pt x="0" y="39"/>
                      <a:pt x="0" y="12"/>
                      <a:pt x="13" y="6"/>
                    </a:cubicBezTo>
                    <a:cubicBezTo>
                      <a:pt x="25" y="0"/>
                      <a:pt x="46" y="18"/>
                      <a:pt x="59" y="46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Freeform 493">
                <a:extLst>
                  <a:ext uri="{FF2B5EF4-FFF2-40B4-BE49-F238E27FC236}">
                    <a16:creationId xmlns:a16="http://schemas.microsoft.com/office/drawing/2014/main" id="{E9D5566D-ED0C-4F43-B4F0-C70A2BFBF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591"/>
                <a:ext cx="106" cy="167"/>
              </a:xfrm>
              <a:custGeom>
                <a:avLst/>
                <a:gdLst>
                  <a:gd name="T0" fmla="*/ 188 w 72"/>
                  <a:gd name="T1" fmla="*/ 148 h 113"/>
                  <a:gd name="T2" fmla="*/ 191 w 72"/>
                  <a:gd name="T3" fmla="*/ 346 h 113"/>
                  <a:gd name="T4" fmla="*/ 41 w 72"/>
                  <a:gd name="T5" fmla="*/ 216 h 113"/>
                  <a:gd name="T6" fmla="*/ 41 w 72"/>
                  <a:gd name="T7" fmla="*/ 19 h 113"/>
                  <a:gd name="T8" fmla="*/ 188 w 72"/>
                  <a:gd name="T9" fmla="*/ 148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13">
                    <a:moveTo>
                      <a:pt x="59" y="46"/>
                    </a:moveTo>
                    <a:cubicBezTo>
                      <a:pt x="72" y="74"/>
                      <a:pt x="72" y="101"/>
                      <a:pt x="60" y="107"/>
                    </a:cubicBezTo>
                    <a:cubicBezTo>
                      <a:pt x="47" y="113"/>
                      <a:pt x="26" y="95"/>
                      <a:pt x="13" y="67"/>
                    </a:cubicBezTo>
                    <a:cubicBezTo>
                      <a:pt x="0" y="39"/>
                      <a:pt x="0" y="12"/>
                      <a:pt x="13" y="6"/>
                    </a:cubicBezTo>
                    <a:cubicBezTo>
                      <a:pt x="25" y="0"/>
                      <a:pt x="46" y="18"/>
                      <a:pt x="59" y="46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0" name="Freeform 494">
                <a:extLst>
                  <a:ext uri="{FF2B5EF4-FFF2-40B4-BE49-F238E27FC236}">
                    <a16:creationId xmlns:a16="http://schemas.microsoft.com/office/drawing/2014/main" id="{AD027476-1F83-4A18-86EB-2BBC0C374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613"/>
                <a:ext cx="59" cy="117"/>
              </a:xfrm>
              <a:custGeom>
                <a:avLst/>
                <a:gdLst>
                  <a:gd name="T0" fmla="*/ 0 w 40"/>
                  <a:gd name="T1" fmla="*/ 33 h 79"/>
                  <a:gd name="T2" fmla="*/ 119 w 40"/>
                  <a:gd name="T3" fmla="*/ 169 h 79"/>
                  <a:gd name="T4" fmla="*/ 106 w 40"/>
                  <a:gd name="T5" fmla="*/ 243 h 79"/>
                  <a:gd name="T6" fmla="*/ 74 w 40"/>
                  <a:gd name="T7" fmla="*/ 210 h 79"/>
                  <a:gd name="T8" fmla="*/ 93 w 40"/>
                  <a:gd name="T9" fmla="*/ 191 h 79"/>
                  <a:gd name="T10" fmla="*/ 96 w 40"/>
                  <a:gd name="T11" fmla="*/ 154 h 79"/>
                  <a:gd name="T12" fmla="*/ 74 w 40"/>
                  <a:gd name="T13" fmla="*/ 86 h 79"/>
                  <a:gd name="T14" fmla="*/ 6 w 40"/>
                  <a:gd name="T15" fmla="*/ 33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79">
                    <a:moveTo>
                      <a:pt x="0" y="10"/>
                    </a:moveTo>
                    <a:cubicBezTo>
                      <a:pt x="19" y="0"/>
                      <a:pt x="34" y="36"/>
                      <a:pt x="37" y="52"/>
                    </a:cubicBezTo>
                    <a:cubicBezTo>
                      <a:pt x="38" y="60"/>
                      <a:pt x="40" y="70"/>
                      <a:pt x="33" y="75"/>
                    </a:cubicBezTo>
                    <a:cubicBezTo>
                      <a:pt x="26" y="79"/>
                      <a:pt x="17" y="72"/>
                      <a:pt x="23" y="65"/>
                    </a:cubicBezTo>
                    <a:cubicBezTo>
                      <a:pt x="25" y="63"/>
                      <a:pt x="27" y="62"/>
                      <a:pt x="29" y="59"/>
                    </a:cubicBezTo>
                    <a:cubicBezTo>
                      <a:pt x="30" y="56"/>
                      <a:pt x="30" y="51"/>
                      <a:pt x="30" y="47"/>
                    </a:cubicBezTo>
                    <a:cubicBezTo>
                      <a:pt x="29" y="40"/>
                      <a:pt x="27" y="33"/>
                      <a:pt x="23" y="26"/>
                    </a:cubicBezTo>
                    <a:cubicBezTo>
                      <a:pt x="19" y="17"/>
                      <a:pt x="10" y="10"/>
                      <a:pt x="2" y="10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1" name="Freeform 495">
                <a:extLst>
                  <a:ext uri="{FF2B5EF4-FFF2-40B4-BE49-F238E27FC236}">
                    <a16:creationId xmlns:a16="http://schemas.microsoft.com/office/drawing/2014/main" id="{ABC2E9CD-363C-4ECE-8199-EA879A25C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629"/>
                <a:ext cx="31" cy="67"/>
              </a:xfrm>
              <a:custGeom>
                <a:avLst/>
                <a:gdLst>
                  <a:gd name="T0" fmla="*/ 47 w 21"/>
                  <a:gd name="T1" fmla="*/ 6 h 45"/>
                  <a:gd name="T2" fmla="*/ 15 w 21"/>
                  <a:gd name="T3" fmla="*/ 1 h 45"/>
                  <a:gd name="T4" fmla="*/ 1 w 21"/>
                  <a:gd name="T5" fmla="*/ 46 h 45"/>
                  <a:gd name="T6" fmla="*/ 65 w 21"/>
                  <a:gd name="T7" fmla="*/ 140 h 45"/>
                  <a:gd name="T8" fmla="*/ 35 w 21"/>
                  <a:gd name="T9" fmla="*/ 46 h 45"/>
                  <a:gd name="T10" fmla="*/ 65 w 21"/>
                  <a:gd name="T11" fmla="*/ 40 h 45"/>
                  <a:gd name="T12" fmla="*/ 52 w 21"/>
                  <a:gd name="T13" fmla="*/ 9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5">
                    <a:moveTo>
                      <a:pt x="15" y="2"/>
                    </a:moveTo>
                    <a:cubicBezTo>
                      <a:pt x="13" y="2"/>
                      <a:pt x="8" y="0"/>
                      <a:pt x="5" y="1"/>
                    </a:cubicBezTo>
                    <a:cubicBezTo>
                      <a:pt x="0" y="4"/>
                      <a:pt x="0" y="9"/>
                      <a:pt x="1" y="14"/>
                    </a:cubicBezTo>
                    <a:cubicBezTo>
                      <a:pt x="3" y="20"/>
                      <a:pt x="12" y="45"/>
                      <a:pt x="20" y="42"/>
                    </a:cubicBezTo>
                    <a:cubicBezTo>
                      <a:pt x="18" y="37"/>
                      <a:pt x="2" y="16"/>
                      <a:pt x="11" y="14"/>
                    </a:cubicBezTo>
                    <a:cubicBezTo>
                      <a:pt x="14" y="13"/>
                      <a:pt x="19" y="16"/>
                      <a:pt x="20" y="12"/>
                    </a:cubicBezTo>
                    <a:cubicBezTo>
                      <a:pt x="21" y="8"/>
                      <a:pt x="18" y="4"/>
                      <a:pt x="16" y="3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2" name="Freeform 496">
                <a:extLst>
                  <a:ext uri="{FF2B5EF4-FFF2-40B4-BE49-F238E27FC236}">
                    <a16:creationId xmlns:a16="http://schemas.microsoft.com/office/drawing/2014/main" id="{D03E6ADE-5428-4A0E-AC0B-008F59CB1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88"/>
                <a:ext cx="18" cy="39"/>
              </a:xfrm>
              <a:custGeom>
                <a:avLst/>
                <a:gdLst>
                  <a:gd name="T0" fmla="*/ 0 w 12"/>
                  <a:gd name="T1" fmla="*/ 68 h 26"/>
                  <a:gd name="T2" fmla="*/ 26 w 12"/>
                  <a:gd name="T3" fmla="*/ 0 h 26"/>
                  <a:gd name="T4" fmla="*/ 5 w 12"/>
                  <a:gd name="T5" fmla="*/ 6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6">
                    <a:moveTo>
                      <a:pt x="0" y="20"/>
                    </a:moveTo>
                    <a:cubicBezTo>
                      <a:pt x="10" y="26"/>
                      <a:pt x="12" y="2"/>
                      <a:pt x="7" y="0"/>
                    </a:cubicBezTo>
                    <a:cubicBezTo>
                      <a:pt x="6" y="9"/>
                      <a:pt x="7" y="15"/>
                      <a:pt x="1" y="20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Oval 497">
                <a:extLst>
                  <a:ext uri="{FF2B5EF4-FFF2-40B4-BE49-F238E27FC236}">
                    <a16:creationId xmlns:a16="http://schemas.microsoft.com/office/drawing/2014/main" id="{73EB9B99-4E2A-40D8-9B6A-7C01988E4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1330"/>
                <a:ext cx="112" cy="134"/>
              </a:xfrm>
              <a:prstGeom prst="ellipse">
                <a:avLst/>
              </a:pr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74" name="Oval 498">
                <a:extLst>
                  <a:ext uri="{FF2B5EF4-FFF2-40B4-BE49-F238E27FC236}">
                    <a16:creationId xmlns:a16="http://schemas.microsoft.com/office/drawing/2014/main" id="{628B273C-4A13-4DEE-A580-2C9A44B6D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1330"/>
                <a:ext cx="112" cy="134"/>
              </a:xfrm>
              <a:prstGeom prst="ellipse">
                <a:avLst/>
              </a:prstGeom>
              <a:noFill/>
              <a:ln w="7938">
                <a:solidFill>
                  <a:srgbClr val="B2101D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75" name="Freeform 499">
                <a:extLst>
                  <a:ext uri="{FF2B5EF4-FFF2-40B4-BE49-F238E27FC236}">
                    <a16:creationId xmlns:a16="http://schemas.microsoft.com/office/drawing/2014/main" id="{423D95B0-1E2F-4380-8848-5CA0E6B52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54"/>
                <a:ext cx="73" cy="90"/>
              </a:xfrm>
              <a:custGeom>
                <a:avLst/>
                <a:gdLst>
                  <a:gd name="T0" fmla="*/ 55 w 49"/>
                  <a:gd name="T1" fmla="*/ 1 h 61"/>
                  <a:gd name="T2" fmla="*/ 133 w 49"/>
                  <a:gd name="T3" fmla="*/ 142 h 61"/>
                  <a:gd name="T4" fmla="*/ 67 w 49"/>
                  <a:gd name="T5" fmla="*/ 193 h 61"/>
                  <a:gd name="T6" fmla="*/ 42 w 49"/>
                  <a:gd name="T7" fmla="*/ 156 h 61"/>
                  <a:gd name="T8" fmla="*/ 80 w 49"/>
                  <a:gd name="T9" fmla="*/ 150 h 61"/>
                  <a:gd name="T10" fmla="*/ 109 w 49"/>
                  <a:gd name="T11" fmla="*/ 122 h 61"/>
                  <a:gd name="T12" fmla="*/ 127 w 49"/>
                  <a:gd name="T13" fmla="*/ 68 h 61"/>
                  <a:gd name="T14" fmla="*/ 63 w 49"/>
                  <a:gd name="T15" fmla="*/ 6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61">
                    <a:moveTo>
                      <a:pt x="17" y="1"/>
                    </a:moveTo>
                    <a:cubicBezTo>
                      <a:pt x="49" y="0"/>
                      <a:pt x="46" y="32"/>
                      <a:pt x="40" y="44"/>
                    </a:cubicBezTo>
                    <a:cubicBezTo>
                      <a:pt x="37" y="50"/>
                      <a:pt x="33" y="59"/>
                      <a:pt x="20" y="60"/>
                    </a:cubicBezTo>
                    <a:cubicBezTo>
                      <a:pt x="9" y="61"/>
                      <a:pt x="0" y="52"/>
                      <a:pt x="13" y="49"/>
                    </a:cubicBezTo>
                    <a:cubicBezTo>
                      <a:pt x="17" y="48"/>
                      <a:pt x="21" y="49"/>
                      <a:pt x="24" y="47"/>
                    </a:cubicBezTo>
                    <a:cubicBezTo>
                      <a:pt x="29" y="45"/>
                      <a:pt x="31" y="41"/>
                      <a:pt x="33" y="38"/>
                    </a:cubicBezTo>
                    <a:cubicBezTo>
                      <a:pt x="38" y="33"/>
                      <a:pt x="39" y="27"/>
                      <a:pt x="38" y="21"/>
                    </a:cubicBezTo>
                    <a:cubicBezTo>
                      <a:pt x="38" y="13"/>
                      <a:pt x="31" y="4"/>
                      <a:pt x="19" y="2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6" name="Freeform 500">
                <a:extLst>
                  <a:ext uri="{FF2B5EF4-FFF2-40B4-BE49-F238E27FC236}">
                    <a16:creationId xmlns:a16="http://schemas.microsoft.com/office/drawing/2014/main" id="{1406C502-51F6-4741-B4F6-2F9A427B2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357"/>
                <a:ext cx="52" cy="53"/>
              </a:xfrm>
              <a:custGeom>
                <a:avLst/>
                <a:gdLst>
                  <a:gd name="T0" fmla="*/ 101 w 35"/>
                  <a:gd name="T1" fmla="*/ 13 h 36"/>
                  <a:gd name="T2" fmla="*/ 53 w 35"/>
                  <a:gd name="T3" fmla="*/ 0 h 36"/>
                  <a:gd name="T4" fmla="*/ 13 w 35"/>
                  <a:gd name="T5" fmla="*/ 28 h 36"/>
                  <a:gd name="T6" fmla="*/ 40 w 35"/>
                  <a:gd name="T7" fmla="*/ 115 h 36"/>
                  <a:gd name="T8" fmla="*/ 59 w 35"/>
                  <a:gd name="T9" fmla="*/ 40 h 36"/>
                  <a:gd name="T10" fmla="*/ 101 w 35"/>
                  <a:gd name="T11" fmla="*/ 41 h 36"/>
                  <a:gd name="T12" fmla="*/ 100 w 35"/>
                  <a:gd name="T13" fmla="*/ 1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1" y="4"/>
                    </a:moveTo>
                    <a:cubicBezTo>
                      <a:pt x="27" y="4"/>
                      <a:pt x="22" y="0"/>
                      <a:pt x="16" y="0"/>
                    </a:cubicBezTo>
                    <a:cubicBezTo>
                      <a:pt x="9" y="1"/>
                      <a:pt x="5" y="4"/>
                      <a:pt x="4" y="9"/>
                    </a:cubicBezTo>
                    <a:cubicBezTo>
                      <a:pt x="2" y="14"/>
                      <a:pt x="0" y="35"/>
                      <a:pt x="12" y="36"/>
                    </a:cubicBezTo>
                    <a:cubicBezTo>
                      <a:pt x="12" y="31"/>
                      <a:pt x="3" y="10"/>
                      <a:pt x="18" y="12"/>
                    </a:cubicBezTo>
                    <a:cubicBezTo>
                      <a:pt x="22" y="12"/>
                      <a:pt x="27" y="16"/>
                      <a:pt x="31" y="13"/>
                    </a:cubicBezTo>
                    <a:cubicBezTo>
                      <a:pt x="35" y="11"/>
                      <a:pt x="33" y="7"/>
                      <a:pt x="30" y="5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Freeform 501">
                <a:extLst>
                  <a:ext uri="{FF2B5EF4-FFF2-40B4-BE49-F238E27FC236}">
                    <a16:creationId xmlns:a16="http://schemas.microsoft.com/office/drawing/2014/main" id="{62F600FC-2B15-4E0F-8821-39AEB5C06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417"/>
                <a:ext cx="40" cy="28"/>
              </a:xfrm>
              <a:custGeom>
                <a:avLst/>
                <a:gdLst>
                  <a:gd name="T0" fmla="*/ 0 w 27"/>
                  <a:gd name="T1" fmla="*/ 35 h 19"/>
                  <a:gd name="T2" fmla="*/ 73 w 27"/>
                  <a:gd name="T3" fmla="*/ 0 h 19"/>
                  <a:gd name="T4" fmla="*/ 1 w 27"/>
                  <a:gd name="T5" fmla="*/ 4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0" y="11"/>
                    </a:moveTo>
                    <a:cubicBezTo>
                      <a:pt x="9" y="19"/>
                      <a:pt x="27" y="2"/>
                      <a:pt x="22" y="0"/>
                    </a:cubicBezTo>
                    <a:cubicBezTo>
                      <a:pt x="15" y="6"/>
                      <a:pt x="13" y="10"/>
                      <a:pt x="1" y="12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8" name="Oval 502">
                <a:extLst>
                  <a:ext uri="{FF2B5EF4-FFF2-40B4-BE49-F238E27FC236}">
                    <a16:creationId xmlns:a16="http://schemas.microsoft.com/office/drawing/2014/main" id="{332B7CE6-D735-4A82-9698-5E9BBC244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420"/>
                <a:ext cx="79" cy="95"/>
              </a:xfrm>
              <a:prstGeom prst="ellipse">
                <a:avLst/>
              </a:pr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79" name="Oval 503">
                <a:extLst>
                  <a:ext uri="{FF2B5EF4-FFF2-40B4-BE49-F238E27FC236}">
                    <a16:creationId xmlns:a16="http://schemas.microsoft.com/office/drawing/2014/main" id="{86BA1832-C4AB-42D8-8205-DCD4195BE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420"/>
                <a:ext cx="79" cy="95"/>
              </a:xfrm>
              <a:prstGeom prst="ellipse">
                <a:avLst/>
              </a:prstGeom>
              <a:noFill/>
              <a:ln w="4763">
                <a:solidFill>
                  <a:srgbClr val="B2101D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80" name="Freeform 504">
                <a:extLst>
                  <a:ext uri="{FF2B5EF4-FFF2-40B4-BE49-F238E27FC236}">
                    <a16:creationId xmlns:a16="http://schemas.microsoft.com/office/drawing/2014/main" id="{99062F6C-014A-41D7-998A-4D4B4888A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38"/>
                <a:ext cx="50" cy="62"/>
              </a:xfrm>
              <a:custGeom>
                <a:avLst/>
                <a:gdLst>
                  <a:gd name="T0" fmla="*/ 35 w 34"/>
                  <a:gd name="T1" fmla="*/ 0 h 42"/>
                  <a:gd name="T2" fmla="*/ 88 w 34"/>
                  <a:gd name="T3" fmla="*/ 100 h 42"/>
                  <a:gd name="T4" fmla="*/ 46 w 34"/>
                  <a:gd name="T5" fmla="*/ 136 h 42"/>
                  <a:gd name="T6" fmla="*/ 28 w 34"/>
                  <a:gd name="T7" fmla="*/ 109 h 42"/>
                  <a:gd name="T8" fmla="*/ 54 w 34"/>
                  <a:gd name="T9" fmla="*/ 106 h 42"/>
                  <a:gd name="T10" fmla="*/ 74 w 34"/>
                  <a:gd name="T11" fmla="*/ 87 h 42"/>
                  <a:gd name="T12" fmla="*/ 87 w 34"/>
                  <a:gd name="T13" fmla="*/ 46 h 42"/>
                  <a:gd name="T14" fmla="*/ 41 w 34"/>
                  <a:gd name="T15" fmla="*/ 1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2">
                    <a:moveTo>
                      <a:pt x="11" y="0"/>
                    </a:moveTo>
                    <a:cubicBezTo>
                      <a:pt x="34" y="0"/>
                      <a:pt x="32" y="22"/>
                      <a:pt x="28" y="31"/>
                    </a:cubicBezTo>
                    <a:cubicBezTo>
                      <a:pt x="26" y="35"/>
                      <a:pt x="23" y="41"/>
                      <a:pt x="14" y="42"/>
                    </a:cubicBezTo>
                    <a:cubicBezTo>
                      <a:pt x="5" y="42"/>
                      <a:pt x="0" y="36"/>
                      <a:pt x="9" y="34"/>
                    </a:cubicBezTo>
                    <a:cubicBezTo>
                      <a:pt x="11" y="34"/>
                      <a:pt x="14" y="34"/>
                      <a:pt x="17" y="33"/>
                    </a:cubicBezTo>
                    <a:cubicBezTo>
                      <a:pt x="20" y="31"/>
                      <a:pt x="22" y="29"/>
                      <a:pt x="23" y="27"/>
                    </a:cubicBezTo>
                    <a:cubicBezTo>
                      <a:pt x="26" y="23"/>
                      <a:pt x="27" y="19"/>
                      <a:pt x="27" y="14"/>
                    </a:cubicBezTo>
                    <a:cubicBezTo>
                      <a:pt x="26" y="9"/>
                      <a:pt x="21" y="3"/>
                      <a:pt x="13" y="1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Freeform 505">
                <a:extLst>
                  <a:ext uri="{FF2B5EF4-FFF2-40B4-BE49-F238E27FC236}">
                    <a16:creationId xmlns:a16="http://schemas.microsoft.com/office/drawing/2014/main" id="{3275C196-7BE2-44AE-80D4-B9D3059D7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440"/>
                <a:ext cx="36" cy="36"/>
              </a:xfrm>
              <a:custGeom>
                <a:avLst/>
                <a:gdLst>
                  <a:gd name="T0" fmla="*/ 66 w 25"/>
                  <a:gd name="T1" fmla="*/ 9 h 25"/>
                  <a:gd name="T2" fmla="*/ 35 w 25"/>
                  <a:gd name="T3" fmla="*/ 0 h 25"/>
                  <a:gd name="T4" fmla="*/ 9 w 25"/>
                  <a:gd name="T5" fmla="*/ 19 h 25"/>
                  <a:gd name="T6" fmla="*/ 27 w 25"/>
                  <a:gd name="T7" fmla="*/ 75 h 25"/>
                  <a:gd name="T8" fmla="*/ 39 w 25"/>
                  <a:gd name="T9" fmla="*/ 24 h 25"/>
                  <a:gd name="T10" fmla="*/ 66 w 25"/>
                  <a:gd name="T11" fmla="*/ 27 h 25"/>
                  <a:gd name="T12" fmla="*/ 66 w 25"/>
                  <a:gd name="T13" fmla="*/ 9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5">
                    <a:moveTo>
                      <a:pt x="22" y="3"/>
                    </a:moveTo>
                    <a:cubicBezTo>
                      <a:pt x="19" y="2"/>
                      <a:pt x="16" y="0"/>
                      <a:pt x="12" y="0"/>
                    </a:cubicBezTo>
                    <a:cubicBezTo>
                      <a:pt x="7" y="0"/>
                      <a:pt x="4" y="3"/>
                      <a:pt x="3" y="6"/>
                    </a:cubicBezTo>
                    <a:cubicBezTo>
                      <a:pt x="2" y="10"/>
                      <a:pt x="0" y="25"/>
                      <a:pt x="9" y="25"/>
                    </a:cubicBezTo>
                    <a:cubicBezTo>
                      <a:pt x="9" y="22"/>
                      <a:pt x="2" y="7"/>
                      <a:pt x="13" y="8"/>
                    </a:cubicBezTo>
                    <a:cubicBezTo>
                      <a:pt x="16" y="9"/>
                      <a:pt x="19" y="11"/>
                      <a:pt x="22" y="9"/>
                    </a:cubicBezTo>
                    <a:cubicBezTo>
                      <a:pt x="25" y="8"/>
                      <a:pt x="24" y="5"/>
                      <a:pt x="22" y="3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2" name="Freeform 506">
                <a:extLst>
                  <a:ext uri="{FF2B5EF4-FFF2-40B4-BE49-F238E27FC236}">
                    <a16:creationId xmlns:a16="http://schemas.microsoft.com/office/drawing/2014/main" id="{BEF26A54-0B63-4121-B1CC-3CBD2C813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482"/>
                <a:ext cx="28" cy="19"/>
              </a:xfrm>
              <a:custGeom>
                <a:avLst/>
                <a:gdLst>
                  <a:gd name="T0" fmla="*/ 0 w 19"/>
                  <a:gd name="T1" fmla="*/ 26 h 13"/>
                  <a:gd name="T2" fmla="*/ 52 w 19"/>
                  <a:gd name="T3" fmla="*/ 0 h 13"/>
                  <a:gd name="T4" fmla="*/ 1 w 19"/>
                  <a:gd name="T5" fmla="*/ 2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0" y="8"/>
                    </a:moveTo>
                    <a:cubicBezTo>
                      <a:pt x="7" y="13"/>
                      <a:pt x="19" y="1"/>
                      <a:pt x="16" y="0"/>
                    </a:cubicBezTo>
                    <a:cubicBezTo>
                      <a:pt x="11" y="4"/>
                      <a:pt x="10" y="7"/>
                      <a:pt x="1" y="8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3" name="Freeform 507">
                <a:extLst>
                  <a:ext uri="{FF2B5EF4-FFF2-40B4-BE49-F238E27FC236}">
                    <a16:creationId xmlns:a16="http://schemas.microsoft.com/office/drawing/2014/main" id="{B55C0FEB-7404-4E7D-857D-7FDA3DF51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364"/>
                <a:ext cx="150" cy="142"/>
              </a:xfrm>
              <a:custGeom>
                <a:avLst/>
                <a:gdLst>
                  <a:gd name="T0" fmla="*/ 251 w 102"/>
                  <a:gd name="T1" fmla="*/ 22 h 96"/>
                  <a:gd name="T2" fmla="*/ 110 w 102"/>
                  <a:gd name="T3" fmla="*/ 115 h 96"/>
                  <a:gd name="T4" fmla="*/ 75 w 102"/>
                  <a:gd name="T5" fmla="*/ 278 h 96"/>
                  <a:gd name="T6" fmla="*/ 251 w 102"/>
                  <a:gd name="T7" fmla="*/ 2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96">
                    <a:moveTo>
                      <a:pt x="79" y="7"/>
                    </a:moveTo>
                    <a:cubicBezTo>
                      <a:pt x="68" y="0"/>
                      <a:pt x="48" y="29"/>
                      <a:pt x="35" y="36"/>
                    </a:cubicBezTo>
                    <a:cubicBezTo>
                      <a:pt x="12" y="49"/>
                      <a:pt x="0" y="76"/>
                      <a:pt x="24" y="86"/>
                    </a:cubicBezTo>
                    <a:cubicBezTo>
                      <a:pt x="48" y="96"/>
                      <a:pt x="102" y="21"/>
                      <a:pt x="79" y="7"/>
                    </a:cubicBezTo>
                    <a:close/>
                  </a:path>
                </a:pathLst>
              </a:custGeom>
              <a:solidFill>
                <a:srgbClr val="E7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4" name="Freeform 508">
                <a:extLst>
                  <a:ext uri="{FF2B5EF4-FFF2-40B4-BE49-F238E27FC236}">
                    <a16:creationId xmlns:a16="http://schemas.microsoft.com/office/drawing/2014/main" id="{59DC19FB-5D86-462A-AF69-6A1B153E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364"/>
                <a:ext cx="150" cy="142"/>
              </a:xfrm>
              <a:custGeom>
                <a:avLst/>
                <a:gdLst>
                  <a:gd name="T0" fmla="*/ 249 w 102"/>
                  <a:gd name="T1" fmla="*/ 22 h 96"/>
                  <a:gd name="T2" fmla="*/ 110 w 102"/>
                  <a:gd name="T3" fmla="*/ 115 h 96"/>
                  <a:gd name="T4" fmla="*/ 74 w 102"/>
                  <a:gd name="T5" fmla="*/ 278 h 96"/>
                  <a:gd name="T6" fmla="*/ 249 w 102"/>
                  <a:gd name="T7" fmla="*/ 2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96">
                    <a:moveTo>
                      <a:pt x="78" y="7"/>
                    </a:moveTo>
                    <a:cubicBezTo>
                      <a:pt x="67" y="0"/>
                      <a:pt x="48" y="29"/>
                      <a:pt x="35" y="36"/>
                    </a:cubicBezTo>
                    <a:cubicBezTo>
                      <a:pt x="12" y="48"/>
                      <a:pt x="0" y="76"/>
                      <a:pt x="23" y="86"/>
                    </a:cubicBezTo>
                    <a:cubicBezTo>
                      <a:pt x="47" y="96"/>
                      <a:pt x="102" y="21"/>
                      <a:pt x="78" y="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B210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Freeform 509">
                <a:extLst>
                  <a:ext uri="{FF2B5EF4-FFF2-40B4-BE49-F238E27FC236}">
                    <a16:creationId xmlns:a16="http://schemas.microsoft.com/office/drawing/2014/main" id="{73331CC7-6ECC-473D-8DDB-1F9221741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400"/>
                <a:ext cx="70" cy="68"/>
              </a:xfrm>
              <a:custGeom>
                <a:avLst/>
                <a:gdLst>
                  <a:gd name="T0" fmla="*/ 124 w 48"/>
                  <a:gd name="T1" fmla="*/ 9 h 46"/>
                  <a:gd name="T2" fmla="*/ 136 w 48"/>
                  <a:gd name="T3" fmla="*/ 13 h 46"/>
                  <a:gd name="T4" fmla="*/ 96 w 48"/>
                  <a:gd name="T5" fmla="*/ 96 h 46"/>
                  <a:gd name="T6" fmla="*/ 60 w 48"/>
                  <a:gd name="T7" fmla="*/ 114 h 46"/>
                  <a:gd name="T8" fmla="*/ 19 w 48"/>
                  <a:gd name="T9" fmla="*/ 102 h 46"/>
                  <a:gd name="T10" fmla="*/ 34 w 48"/>
                  <a:gd name="T11" fmla="*/ 142 h 46"/>
                  <a:gd name="T12" fmla="*/ 93 w 48"/>
                  <a:gd name="T13" fmla="*/ 120 h 46"/>
                  <a:gd name="T14" fmla="*/ 147 w 48"/>
                  <a:gd name="T15" fmla="*/ 35 h 46"/>
                  <a:gd name="T16" fmla="*/ 130 w 48"/>
                  <a:gd name="T17" fmla="*/ 13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46">
                    <a:moveTo>
                      <a:pt x="40" y="3"/>
                    </a:moveTo>
                    <a:cubicBezTo>
                      <a:pt x="42" y="3"/>
                      <a:pt x="43" y="4"/>
                      <a:pt x="44" y="4"/>
                    </a:cubicBezTo>
                    <a:cubicBezTo>
                      <a:pt x="46" y="13"/>
                      <a:pt x="37" y="25"/>
                      <a:pt x="31" y="30"/>
                    </a:cubicBezTo>
                    <a:cubicBezTo>
                      <a:pt x="28" y="33"/>
                      <a:pt x="24" y="36"/>
                      <a:pt x="19" y="35"/>
                    </a:cubicBezTo>
                    <a:cubicBezTo>
                      <a:pt x="14" y="35"/>
                      <a:pt x="11" y="29"/>
                      <a:pt x="6" y="32"/>
                    </a:cubicBezTo>
                    <a:cubicBezTo>
                      <a:pt x="0" y="36"/>
                      <a:pt x="6" y="42"/>
                      <a:pt x="11" y="44"/>
                    </a:cubicBezTo>
                    <a:cubicBezTo>
                      <a:pt x="18" y="46"/>
                      <a:pt x="25" y="41"/>
                      <a:pt x="30" y="37"/>
                    </a:cubicBezTo>
                    <a:cubicBezTo>
                      <a:pt x="37" y="31"/>
                      <a:pt x="45" y="20"/>
                      <a:pt x="47" y="11"/>
                    </a:cubicBezTo>
                    <a:cubicBezTo>
                      <a:pt x="48" y="8"/>
                      <a:pt x="45" y="0"/>
                      <a:pt x="42" y="4"/>
                    </a:cubicBezTo>
                  </a:path>
                </a:pathLst>
              </a:custGeom>
              <a:solidFill>
                <a:srgbClr val="EA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6" name="Freeform 510">
                <a:extLst>
                  <a:ext uri="{FF2B5EF4-FFF2-40B4-BE49-F238E27FC236}">
                    <a16:creationId xmlns:a16="http://schemas.microsoft.com/office/drawing/2014/main" id="{C893A09D-FC06-48F4-A48C-1C06E1B38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404"/>
                <a:ext cx="38" cy="33"/>
              </a:xfrm>
              <a:custGeom>
                <a:avLst/>
                <a:gdLst>
                  <a:gd name="T0" fmla="*/ 75 w 26"/>
                  <a:gd name="T1" fmla="*/ 32 h 22"/>
                  <a:gd name="T2" fmla="*/ 75 w 26"/>
                  <a:gd name="T3" fmla="*/ 8 h 22"/>
                  <a:gd name="T4" fmla="*/ 42 w 26"/>
                  <a:gd name="T5" fmla="*/ 18 h 22"/>
                  <a:gd name="T6" fmla="*/ 0 w 26"/>
                  <a:gd name="T7" fmla="*/ 68 h 22"/>
                  <a:gd name="T8" fmla="*/ 38 w 26"/>
                  <a:gd name="T9" fmla="*/ 32 h 22"/>
                  <a:gd name="T10" fmla="*/ 50 w 26"/>
                  <a:gd name="T11" fmla="*/ 35 h 22"/>
                  <a:gd name="T12" fmla="*/ 42 w 26"/>
                  <a:gd name="T13" fmla="*/ 53 h 22"/>
                  <a:gd name="T14" fmla="*/ 60 w 26"/>
                  <a:gd name="T15" fmla="*/ 62 h 22"/>
                  <a:gd name="T16" fmla="*/ 75 w 26"/>
                  <a:gd name="T17" fmla="*/ 32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2">
                    <a:moveTo>
                      <a:pt x="24" y="9"/>
                    </a:moveTo>
                    <a:cubicBezTo>
                      <a:pt x="26" y="8"/>
                      <a:pt x="26" y="4"/>
                      <a:pt x="24" y="2"/>
                    </a:cubicBezTo>
                    <a:cubicBezTo>
                      <a:pt x="21" y="0"/>
                      <a:pt x="16" y="3"/>
                      <a:pt x="14" y="5"/>
                    </a:cubicBezTo>
                    <a:cubicBezTo>
                      <a:pt x="8" y="8"/>
                      <a:pt x="4" y="15"/>
                      <a:pt x="0" y="20"/>
                    </a:cubicBezTo>
                    <a:cubicBezTo>
                      <a:pt x="3" y="17"/>
                      <a:pt x="8" y="12"/>
                      <a:pt x="12" y="9"/>
                    </a:cubicBezTo>
                    <a:cubicBezTo>
                      <a:pt x="14" y="8"/>
                      <a:pt x="16" y="7"/>
                      <a:pt x="16" y="10"/>
                    </a:cubicBezTo>
                    <a:cubicBezTo>
                      <a:pt x="17" y="11"/>
                      <a:pt x="15" y="13"/>
                      <a:pt x="14" y="15"/>
                    </a:cubicBezTo>
                    <a:cubicBezTo>
                      <a:pt x="13" y="19"/>
                      <a:pt x="15" y="22"/>
                      <a:pt x="19" y="18"/>
                    </a:cubicBezTo>
                    <a:cubicBezTo>
                      <a:pt x="21" y="16"/>
                      <a:pt x="23" y="12"/>
                      <a:pt x="24" y="9"/>
                    </a:cubicBezTo>
                  </a:path>
                </a:pathLst>
              </a:custGeom>
              <a:solidFill>
                <a:srgbClr val="D62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7" name="Freeform 511">
                <a:extLst>
                  <a:ext uri="{FF2B5EF4-FFF2-40B4-BE49-F238E27FC236}">
                    <a16:creationId xmlns:a16="http://schemas.microsoft.com/office/drawing/2014/main" id="{F5E5237B-F4C6-4AA5-B922-567164270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451"/>
                <a:ext cx="30" cy="9"/>
              </a:xfrm>
              <a:custGeom>
                <a:avLst/>
                <a:gdLst>
                  <a:gd name="T0" fmla="*/ 12 w 20"/>
                  <a:gd name="T1" fmla="*/ 0 h 6"/>
                  <a:gd name="T2" fmla="*/ 48 w 20"/>
                  <a:gd name="T3" fmla="*/ 12 h 6"/>
                  <a:gd name="T4" fmla="*/ 59 w 20"/>
                  <a:gd name="T5" fmla="*/ 5 h 6"/>
                  <a:gd name="T6" fmla="*/ 68 w 20"/>
                  <a:gd name="T7" fmla="*/ 0 h 6"/>
                  <a:gd name="T8" fmla="*/ 54 w 20"/>
                  <a:gd name="T9" fmla="*/ 14 h 6"/>
                  <a:gd name="T10" fmla="*/ 27 w 20"/>
                  <a:gd name="T11" fmla="*/ 21 h 6"/>
                  <a:gd name="T12" fmla="*/ 8 w 20"/>
                  <a:gd name="T13" fmla="*/ 14 h 6"/>
                  <a:gd name="T14" fmla="*/ 8 w 20"/>
                  <a:gd name="T15" fmla="*/ 5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6">
                    <a:moveTo>
                      <a:pt x="3" y="0"/>
                    </a:moveTo>
                    <a:cubicBezTo>
                      <a:pt x="5" y="3"/>
                      <a:pt x="10" y="4"/>
                      <a:pt x="14" y="3"/>
                    </a:cubicBezTo>
                    <a:cubicBezTo>
                      <a:pt x="15" y="3"/>
                      <a:pt x="16" y="2"/>
                      <a:pt x="17" y="1"/>
                    </a:cubicBezTo>
                    <a:cubicBezTo>
                      <a:pt x="18" y="1"/>
                      <a:pt x="19" y="0"/>
                      <a:pt x="20" y="0"/>
                    </a:cubicBezTo>
                    <a:cubicBezTo>
                      <a:pt x="20" y="1"/>
                      <a:pt x="17" y="3"/>
                      <a:pt x="16" y="4"/>
                    </a:cubicBezTo>
                    <a:cubicBezTo>
                      <a:pt x="14" y="5"/>
                      <a:pt x="11" y="6"/>
                      <a:pt x="8" y="6"/>
                    </a:cubicBezTo>
                    <a:cubicBezTo>
                      <a:pt x="6" y="6"/>
                      <a:pt x="4" y="5"/>
                      <a:pt x="2" y="4"/>
                    </a:cubicBezTo>
                    <a:cubicBezTo>
                      <a:pt x="1" y="3"/>
                      <a:pt x="0" y="1"/>
                      <a:pt x="2" y="1"/>
                    </a:cubicBezTo>
                  </a:path>
                </a:pathLst>
              </a:custGeom>
              <a:solidFill>
                <a:srgbClr val="ED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8" name="Freeform 512">
                <a:extLst>
                  <a:ext uri="{FF2B5EF4-FFF2-40B4-BE49-F238E27FC236}">
                    <a16:creationId xmlns:a16="http://schemas.microsoft.com/office/drawing/2014/main" id="{53759672-44B0-454F-99D9-8DF6FFC6A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825"/>
                <a:ext cx="137" cy="126"/>
              </a:xfrm>
              <a:custGeom>
                <a:avLst/>
                <a:gdLst>
                  <a:gd name="T0" fmla="*/ 0 w 93"/>
                  <a:gd name="T1" fmla="*/ 73 h 85"/>
                  <a:gd name="T2" fmla="*/ 155 w 93"/>
                  <a:gd name="T3" fmla="*/ 255 h 85"/>
                  <a:gd name="T4" fmla="*/ 298 w 93"/>
                  <a:gd name="T5" fmla="*/ 0 h 85"/>
                  <a:gd name="T6" fmla="*/ 156 w 93"/>
                  <a:gd name="T7" fmla="*/ 268 h 85"/>
                  <a:gd name="T8" fmla="*/ 0 w 93"/>
                  <a:gd name="T9" fmla="*/ 73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85">
                    <a:moveTo>
                      <a:pt x="0" y="22"/>
                    </a:moveTo>
                    <a:cubicBezTo>
                      <a:pt x="0" y="22"/>
                      <a:pt x="24" y="78"/>
                      <a:pt x="48" y="78"/>
                    </a:cubicBezTo>
                    <a:cubicBezTo>
                      <a:pt x="72" y="77"/>
                      <a:pt x="88" y="8"/>
                      <a:pt x="93" y="0"/>
                    </a:cubicBezTo>
                    <a:cubicBezTo>
                      <a:pt x="93" y="0"/>
                      <a:pt x="80" y="79"/>
                      <a:pt x="49" y="82"/>
                    </a:cubicBezTo>
                    <a:cubicBezTo>
                      <a:pt x="18" y="85"/>
                      <a:pt x="0" y="22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Freeform 513">
                <a:extLst>
                  <a:ext uri="{FF2B5EF4-FFF2-40B4-BE49-F238E27FC236}">
                    <a16:creationId xmlns:a16="http://schemas.microsoft.com/office/drawing/2014/main" id="{58AA6931-92F7-4A21-839F-006B680A8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905"/>
                <a:ext cx="75" cy="71"/>
              </a:xfrm>
              <a:custGeom>
                <a:avLst/>
                <a:gdLst>
                  <a:gd name="T0" fmla="*/ 0 w 51"/>
                  <a:gd name="T1" fmla="*/ 107 h 48"/>
                  <a:gd name="T2" fmla="*/ 162 w 51"/>
                  <a:gd name="T3" fmla="*/ 155 h 48"/>
                  <a:gd name="T4" fmla="*/ 0 w 51"/>
                  <a:gd name="T5" fmla="*/ 10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48">
                    <a:moveTo>
                      <a:pt x="0" y="33"/>
                    </a:moveTo>
                    <a:cubicBezTo>
                      <a:pt x="0" y="33"/>
                      <a:pt x="41" y="9"/>
                      <a:pt x="51" y="48"/>
                    </a:cubicBezTo>
                    <a:cubicBezTo>
                      <a:pt x="51" y="48"/>
                      <a:pt x="43" y="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0" name="Freeform 514">
                <a:extLst>
                  <a:ext uri="{FF2B5EF4-FFF2-40B4-BE49-F238E27FC236}">
                    <a16:creationId xmlns:a16="http://schemas.microsoft.com/office/drawing/2014/main" id="{F5732192-7FB1-4019-AE1D-8CDDD8B58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241"/>
                <a:ext cx="42" cy="78"/>
              </a:xfrm>
              <a:custGeom>
                <a:avLst/>
                <a:gdLst>
                  <a:gd name="T0" fmla="*/ 85 w 29"/>
                  <a:gd name="T1" fmla="*/ 0 h 53"/>
                  <a:gd name="T2" fmla="*/ 88 w 29"/>
                  <a:gd name="T3" fmla="*/ 169 h 53"/>
                  <a:gd name="T4" fmla="*/ 85 w 29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3">
                    <a:moveTo>
                      <a:pt x="28" y="0"/>
                    </a:moveTo>
                    <a:cubicBezTo>
                      <a:pt x="28" y="0"/>
                      <a:pt x="7" y="10"/>
                      <a:pt x="29" y="53"/>
                    </a:cubicBezTo>
                    <a:cubicBezTo>
                      <a:pt x="29" y="53"/>
                      <a:pt x="0" y="14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1" name="Freeform 515">
                <a:extLst>
                  <a:ext uri="{FF2B5EF4-FFF2-40B4-BE49-F238E27FC236}">
                    <a16:creationId xmlns:a16="http://schemas.microsoft.com/office/drawing/2014/main" id="{0748D8EB-C581-4110-89C9-7C8DEB53F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40"/>
                <a:ext cx="123" cy="95"/>
              </a:xfrm>
              <a:custGeom>
                <a:avLst/>
                <a:gdLst>
                  <a:gd name="T0" fmla="*/ 0 w 84"/>
                  <a:gd name="T1" fmla="*/ 0 h 64"/>
                  <a:gd name="T2" fmla="*/ 264 w 84"/>
                  <a:gd name="T3" fmla="*/ 9 h 64"/>
                  <a:gd name="T4" fmla="*/ 0 w 84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64">
                    <a:moveTo>
                      <a:pt x="0" y="0"/>
                    </a:moveTo>
                    <a:cubicBezTo>
                      <a:pt x="0" y="0"/>
                      <a:pt x="34" y="54"/>
                      <a:pt x="84" y="3"/>
                    </a:cubicBezTo>
                    <a:cubicBezTo>
                      <a:pt x="84" y="3"/>
                      <a:pt x="41" y="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2" name="Freeform 516">
                <a:extLst>
                  <a:ext uri="{FF2B5EF4-FFF2-40B4-BE49-F238E27FC236}">
                    <a16:creationId xmlns:a16="http://schemas.microsoft.com/office/drawing/2014/main" id="{65FDDE59-EDB0-46D3-9591-47A8F94B4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532"/>
                <a:ext cx="104" cy="92"/>
              </a:xfrm>
              <a:custGeom>
                <a:avLst/>
                <a:gdLst>
                  <a:gd name="T0" fmla="*/ 0 w 71"/>
                  <a:gd name="T1" fmla="*/ 9 h 62"/>
                  <a:gd name="T2" fmla="*/ 223 w 71"/>
                  <a:gd name="T3" fmla="*/ 0 h 62"/>
                  <a:gd name="T4" fmla="*/ 0 w 71"/>
                  <a:gd name="T5" fmla="*/ 9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62">
                    <a:moveTo>
                      <a:pt x="0" y="3"/>
                    </a:moveTo>
                    <a:cubicBezTo>
                      <a:pt x="0" y="3"/>
                      <a:pt x="40" y="54"/>
                      <a:pt x="71" y="0"/>
                    </a:cubicBezTo>
                    <a:cubicBezTo>
                      <a:pt x="71" y="0"/>
                      <a:pt x="49" y="6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3" name="Freeform 517">
                <a:extLst>
                  <a:ext uri="{FF2B5EF4-FFF2-40B4-BE49-F238E27FC236}">
                    <a16:creationId xmlns:a16="http://schemas.microsoft.com/office/drawing/2014/main" id="{B8871C4D-805C-4239-BC72-E16E70ABB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794"/>
                <a:ext cx="83" cy="185"/>
              </a:xfrm>
              <a:custGeom>
                <a:avLst/>
                <a:gdLst>
                  <a:gd name="T0" fmla="*/ 0 w 57"/>
                  <a:gd name="T1" fmla="*/ 68 h 125"/>
                  <a:gd name="T2" fmla="*/ 176 w 57"/>
                  <a:gd name="T3" fmla="*/ 0 h 125"/>
                  <a:gd name="T4" fmla="*/ 0 w 57"/>
                  <a:gd name="T5" fmla="*/ 68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25">
                    <a:moveTo>
                      <a:pt x="0" y="21"/>
                    </a:moveTo>
                    <a:cubicBezTo>
                      <a:pt x="0" y="21"/>
                      <a:pt x="35" y="112"/>
                      <a:pt x="57" y="0"/>
                    </a:cubicBezTo>
                    <a:cubicBezTo>
                      <a:pt x="57" y="0"/>
                      <a:pt x="39" y="125"/>
                      <a:pt x="0" y="21"/>
                    </a:cubicBezTo>
                    <a:close/>
                  </a:path>
                </a:pathLst>
              </a:custGeom>
              <a:solidFill>
                <a:srgbClr val="D9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4" name="Freeform 518">
                <a:extLst>
                  <a:ext uri="{FF2B5EF4-FFF2-40B4-BE49-F238E27FC236}">
                    <a16:creationId xmlns:a16="http://schemas.microsoft.com/office/drawing/2014/main" id="{2E757B4C-C77D-466B-A94F-29753DFE3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392"/>
                <a:ext cx="105" cy="170"/>
              </a:xfrm>
              <a:custGeom>
                <a:avLst/>
                <a:gdLst>
                  <a:gd name="T0" fmla="*/ 0 w 71"/>
                  <a:gd name="T1" fmla="*/ 1 h 115"/>
                  <a:gd name="T2" fmla="*/ 229 w 71"/>
                  <a:gd name="T3" fmla="*/ 0 h 115"/>
                  <a:gd name="T4" fmla="*/ 0 w 71"/>
                  <a:gd name="T5" fmla="*/ 1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15">
                    <a:moveTo>
                      <a:pt x="0" y="1"/>
                    </a:moveTo>
                    <a:cubicBezTo>
                      <a:pt x="0" y="1"/>
                      <a:pt x="35" y="99"/>
                      <a:pt x="71" y="0"/>
                    </a:cubicBezTo>
                    <a:cubicBezTo>
                      <a:pt x="71" y="0"/>
                      <a:pt x="40" y="11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256" name="Freeform 519">
              <a:extLst>
                <a:ext uri="{FF2B5EF4-FFF2-40B4-BE49-F238E27FC236}">
                  <a16:creationId xmlns:a16="http://schemas.microsoft.com/office/drawing/2014/main" id="{8F666DE4-044F-4D93-AF2B-08BB26C13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542"/>
              <a:ext cx="144" cy="165"/>
            </a:xfrm>
            <a:custGeom>
              <a:avLst/>
              <a:gdLst>
                <a:gd name="T0" fmla="*/ 0 w 98"/>
                <a:gd name="T1" fmla="*/ 0 h 112"/>
                <a:gd name="T2" fmla="*/ 190 w 98"/>
                <a:gd name="T3" fmla="*/ 28 h 112"/>
                <a:gd name="T4" fmla="*/ 0 w 98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12">
                  <a:moveTo>
                    <a:pt x="0" y="0"/>
                  </a:moveTo>
                  <a:cubicBezTo>
                    <a:pt x="0" y="0"/>
                    <a:pt x="85" y="97"/>
                    <a:pt x="60" y="9"/>
                  </a:cubicBezTo>
                  <a:cubicBezTo>
                    <a:pt x="60" y="9"/>
                    <a:pt x="98" y="1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7" name="Freeform 520">
              <a:extLst>
                <a:ext uri="{FF2B5EF4-FFF2-40B4-BE49-F238E27FC236}">
                  <a16:creationId xmlns:a16="http://schemas.microsoft.com/office/drawing/2014/main" id="{F3AA8D4D-C180-4415-9C25-A1F0AE271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569"/>
              <a:ext cx="118" cy="91"/>
            </a:xfrm>
            <a:custGeom>
              <a:avLst/>
              <a:gdLst>
                <a:gd name="T0" fmla="*/ 0 w 80"/>
                <a:gd name="T1" fmla="*/ 197 h 62"/>
                <a:gd name="T2" fmla="*/ 257 w 80"/>
                <a:gd name="T3" fmla="*/ 183 h 62"/>
                <a:gd name="T4" fmla="*/ 0 w 80"/>
                <a:gd name="T5" fmla="*/ 19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2">
                  <a:moveTo>
                    <a:pt x="0" y="62"/>
                  </a:moveTo>
                  <a:cubicBezTo>
                    <a:pt x="0" y="62"/>
                    <a:pt x="45" y="10"/>
                    <a:pt x="80" y="58"/>
                  </a:cubicBezTo>
                  <a:cubicBezTo>
                    <a:pt x="80" y="58"/>
                    <a:pt x="50" y="0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8" name="Freeform 521">
              <a:extLst>
                <a:ext uri="{FF2B5EF4-FFF2-40B4-BE49-F238E27FC236}">
                  <a16:creationId xmlns:a16="http://schemas.microsoft.com/office/drawing/2014/main" id="{17A38A1E-F94B-42BE-90C0-05FFAB023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84" cy="124"/>
            </a:xfrm>
            <a:custGeom>
              <a:avLst/>
              <a:gdLst>
                <a:gd name="T0" fmla="*/ 0 w 57"/>
                <a:gd name="T1" fmla="*/ 15 h 84"/>
                <a:gd name="T2" fmla="*/ 183 w 57"/>
                <a:gd name="T3" fmla="*/ 0 h 84"/>
                <a:gd name="T4" fmla="*/ 0 w 57"/>
                <a:gd name="T5" fmla="*/ 15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84">
                  <a:moveTo>
                    <a:pt x="0" y="5"/>
                  </a:moveTo>
                  <a:cubicBezTo>
                    <a:pt x="0" y="5"/>
                    <a:pt x="27" y="70"/>
                    <a:pt x="57" y="0"/>
                  </a:cubicBezTo>
                  <a:cubicBezTo>
                    <a:pt x="57" y="0"/>
                    <a:pt x="29" y="8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9" name="Freeform 522">
              <a:extLst>
                <a:ext uri="{FF2B5EF4-FFF2-40B4-BE49-F238E27FC236}">
                  <a16:creationId xmlns:a16="http://schemas.microsoft.com/office/drawing/2014/main" id="{0BDC3AC2-5C2A-48A3-B8F3-102DC3822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977"/>
              <a:ext cx="78" cy="149"/>
            </a:xfrm>
            <a:custGeom>
              <a:avLst/>
              <a:gdLst>
                <a:gd name="T0" fmla="*/ 169 w 53"/>
                <a:gd name="T1" fmla="*/ 325 h 101"/>
                <a:gd name="T2" fmla="*/ 0 w 53"/>
                <a:gd name="T3" fmla="*/ 0 h 101"/>
                <a:gd name="T4" fmla="*/ 169 w 53"/>
                <a:gd name="T5" fmla="*/ 325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01">
                  <a:moveTo>
                    <a:pt x="53" y="101"/>
                  </a:moveTo>
                  <a:cubicBezTo>
                    <a:pt x="53" y="101"/>
                    <a:pt x="15" y="93"/>
                    <a:pt x="0" y="0"/>
                  </a:cubicBezTo>
                  <a:cubicBezTo>
                    <a:pt x="0" y="0"/>
                    <a:pt x="2" y="92"/>
                    <a:pt x="53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0" name="Freeform 523">
              <a:extLst>
                <a:ext uri="{FF2B5EF4-FFF2-40B4-BE49-F238E27FC236}">
                  <a16:creationId xmlns:a16="http://schemas.microsoft.com/office/drawing/2014/main" id="{40FA9AC0-5E4D-47B1-B85D-9D32043F4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50"/>
              <a:ext cx="128" cy="131"/>
            </a:xfrm>
            <a:custGeom>
              <a:avLst/>
              <a:gdLst>
                <a:gd name="T0" fmla="*/ 0 w 87"/>
                <a:gd name="T1" fmla="*/ 0 h 89"/>
                <a:gd name="T2" fmla="*/ 129 w 87"/>
                <a:gd name="T3" fmla="*/ 284 h 89"/>
                <a:gd name="T4" fmla="*/ 0 w 87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89">
                  <a:moveTo>
                    <a:pt x="0" y="0"/>
                  </a:moveTo>
                  <a:cubicBezTo>
                    <a:pt x="0" y="0"/>
                    <a:pt x="79" y="2"/>
                    <a:pt x="41" y="89"/>
                  </a:cubicBezTo>
                  <a:cubicBezTo>
                    <a:pt x="41" y="89"/>
                    <a:pt x="87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1" name="Freeform 524">
              <a:extLst>
                <a:ext uri="{FF2B5EF4-FFF2-40B4-BE49-F238E27FC236}">
                  <a16:creationId xmlns:a16="http://schemas.microsoft.com/office/drawing/2014/main" id="{95C5ED14-CB44-4439-8008-4E398E2E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659"/>
              <a:ext cx="78" cy="158"/>
            </a:xfrm>
            <a:custGeom>
              <a:avLst/>
              <a:gdLst>
                <a:gd name="T0" fmla="*/ 52 w 53"/>
                <a:gd name="T1" fmla="*/ 0 h 107"/>
                <a:gd name="T2" fmla="*/ 0 w 53"/>
                <a:gd name="T3" fmla="*/ 344 h 107"/>
                <a:gd name="T4" fmla="*/ 52 w 53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07">
                  <a:moveTo>
                    <a:pt x="16" y="0"/>
                  </a:moveTo>
                  <a:cubicBezTo>
                    <a:pt x="16" y="0"/>
                    <a:pt x="46" y="44"/>
                    <a:pt x="0" y="107"/>
                  </a:cubicBezTo>
                  <a:cubicBezTo>
                    <a:pt x="0" y="107"/>
                    <a:pt x="53" y="54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2" name="Freeform 525">
              <a:extLst>
                <a:ext uri="{FF2B5EF4-FFF2-40B4-BE49-F238E27FC236}">
                  <a16:creationId xmlns:a16="http://schemas.microsoft.com/office/drawing/2014/main" id="{D402403C-0270-4154-A87A-911C0C97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143"/>
              <a:ext cx="100" cy="134"/>
            </a:xfrm>
            <a:custGeom>
              <a:avLst/>
              <a:gdLst>
                <a:gd name="T0" fmla="*/ 0 w 68"/>
                <a:gd name="T1" fmla="*/ 290 h 91"/>
                <a:gd name="T2" fmla="*/ 32 w 68"/>
                <a:gd name="T3" fmla="*/ 93 h 91"/>
                <a:gd name="T4" fmla="*/ 216 w 68"/>
                <a:gd name="T5" fmla="*/ 77 h 91"/>
                <a:gd name="T6" fmla="*/ 41 w 68"/>
                <a:gd name="T7" fmla="*/ 113 h 91"/>
                <a:gd name="T8" fmla="*/ 0 w 68"/>
                <a:gd name="T9" fmla="*/ 29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91">
                  <a:moveTo>
                    <a:pt x="0" y="91"/>
                  </a:move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42" y="0"/>
                    <a:pt x="68" y="24"/>
                  </a:cubicBezTo>
                  <a:cubicBezTo>
                    <a:pt x="68" y="24"/>
                    <a:pt x="43" y="2"/>
                    <a:pt x="13" y="35"/>
                  </a:cubicBezTo>
                  <a:lnTo>
                    <a:pt x="0" y="91"/>
                  </a:lnTo>
                  <a:close/>
                </a:path>
              </a:pathLst>
            </a:custGeom>
            <a:solidFill>
              <a:srgbClr val="F1B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3" name="Freeform 526">
              <a:extLst>
                <a:ext uri="{FF2B5EF4-FFF2-40B4-BE49-F238E27FC236}">
                  <a16:creationId xmlns:a16="http://schemas.microsoft.com/office/drawing/2014/main" id="{5A48D500-9531-4D81-8D2A-555A41565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152"/>
              <a:ext cx="88" cy="153"/>
            </a:xfrm>
            <a:custGeom>
              <a:avLst/>
              <a:gdLst>
                <a:gd name="T0" fmla="*/ 189 w 60"/>
                <a:gd name="T1" fmla="*/ 68 h 104"/>
                <a:gd name="T2" fmla="*/ 0 w 60"/>
                <a:gd name="T3" fmla="*/ 82 h 104"/>
                <a:gd name="T4" fmla="*/ 6 w 60"/>
                <a:gd name="T5" fmla="*/ 331 h 104"/>
                <a:gd name="T6" fmla="*/ 22 w 60"/>
                <a:gd name="T7" fmla="*/ 110 h 104"/>
                <a:gd name="T8" fmla="*/ 189 w 60"/>
                <a:gd name="T9" fmla="*/ 68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04">
                  <a:moveTo>
                    <a:pt x="60" y="21"/>
                  </a:moveTo>
                  <a:cubicBezTo>
                    <a:pt x="60" y="21"/>
                    <a:pt x="31" y="0"/>
                    <a:pt x="0" y="26"/>
                  </a:cubicBezTo>
                  <a:cubicBezTo>
                    <a:pt x="0" y="26"/>
                    <a:pt x="4" y="82"/>
                    <a:pt x="2" y="104"/>
                  </a:cubicBezTo>
                  <a:cubicBezTo>
                    <a:pt x="2" y="104"/>
                    <a:pt x="10" y="53"/>
                    <a:pt x="7" y="35"/>
                  </a:cubicBezTo>
                  <a:cubicBezTo>
                    <a:pt x="4" y="17"/>
                    <a:pt x="30" y="14"/>
                    <a:pt x="60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4" name="Freeform 527">
              <a:extLst>
                <a:ext uri="{FF2B5EF4-FFF2-40B4-BE49-F238E27FC236}">
                  <a16:creationId xmlns:a16="http://schemas.microsoft.com/office/drawing/2014/main" id="{70A5D754-6318-49C9-A189-D4344EE24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155"/>
              <a:ext cx="87" cy="150"/>
            </a:xfrm>
            <a:custGeom>
              <a:avLst/>
              <a:gdLst>
                <a:gd name="T0" fmla="*/ 13 w 59"/>
                <a:gd name="T1" fmla="*/ 325 h 102"/>
                <a:gd name="T2" fmla="*/ 28 w 59"/>
                <a:gd name="T3" fmla="*/ 63 h 102"/>
                <a:gd name="T4" fmla="*/ 189 w 59"/>
                <a:gd name="T5" fmla="*/ 60 h 102"/>
                <a:gd name="T6" fmla="*/ 52 w 59"/>
                <a:gd name="T7" fmla="*/ 69 h 102"/>
                <a:gd name="T8" fmla="*/ 13 w 59"/>
                <a:gd name="T9" fmla="*/ 325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02">
                  <a:moveTo>
                    <a:pt x="4" y="102"/>
                  </a:moveTo>
                  <a:cubicBezTo>
                    <a:pt x="4" y="102"/>
                    <a:pt x="0" y="33"/>
                    <a:pt x="9" y="20"/>
                  </a:cubicBezTo>
                  <a:cubicBezTo>
                    <a:pt x="9" y="20"/>
                    <a:pt x="38" y="0"/>
                    <a:pt x="59" y="19"/>
                  </a:cubicBezTo>
                  <a:cubicBezTo>
                    <a:pt x="59" y="19"/>
                    <a:pt x="45" y="9"/>
                    <a:pt x="16" y="22"/>
                  </a:cubicBezTo>
                  <a:cubicBezTo>
                    <a:pt x="3" y="29"/>
                    <a:pt x="4" y="102"/>
                    <a:pt x="4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5" name="Freeform 528">
              <a:extLst>
                <a:ext uri="{FF2B5EF4-FFF2-40B4-BE49-F238E27FC236}">
                  <a16:creationId xmlns:a16="http://schemas.microsoft.com/office/drawing/2014/main" id="{A7708509-CC5A-40C1-BC56-9AFEDBB0C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167"/>
              <a:ext cx="87" cy="131"/>
            </a:xfrm>
            <a:custGeom>
              <a:avLst/>
              <a:gdLst>
                <a:gd name="T0" fmla="*/ 189 w 59"/>
                <a:gd name="T1" fmla="*/ 28 h 89"/>
                <a:gd name="T2" fmla="*/ 147 w 59"/>
                <a:gd name="T3" fmla="*/ 19 h 89"/>
                <a:gd name="T4" fmla="*/ 96 w 59"/>
                <a:gd name="T5" fmla="*/ 13 h 89"/>
                <a:gd name="T6" fmla="*/ 19 w 59"/>
                <a:gd name="T7" fmla="*/ 35 h 89"/>
                <a:gd name="T8" fmla="*/ 1 w 59"/>
                <a:gd name="T9" fmla="*/ 68 h 89"/>
                <a:gd name="T10" fmla="*/ 6 w 59"/>
                <a:gd name="T11" fmla="*/ 156 h 89"/>
                <a:gd name="T12" fmla="*/ 15 w 59"/>
                <a:gd name="T13" fmla="*/ 221 h 89"/>
                <a:gd name="T14" fmla="*/ 19 w 59"/>
                <a:gd name="T15" fmla="*/ 284 h 89"/>
                <a:gd name="T16" fmla="*/ 19 w 59"/>
                <a:gd name="T17" fmla="*/ 184 h 89"/>
                <a:gd name="T18" fmla="*/ 15 w 59"/>
                <a:gd name="T19" fmla="*/ 115 h 89"/>
                <a:gd name="T20" fmla="*/ 19 w 59"/>
                <a:gd name="T21" fmla="*/ 52 h 89"/>
                <a:gd name="T22" fmla="*/ 175 w 59"/>
                <a:gd name="T23" fmla="*/ 35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89">
                  <a:moveTo>
                    <a:pt x="59" y="9"/>
                  </a:moveTo>
                  <a:cubicBezTo>
                    <a:pt x="55" y="9"/>
                    <a:pt x="50" y="7"/>
                    <a:pt x="46" y="6"/>
                  </a:cubicBezTo>
                  <a:cubicBezTo>
                    <a:pt x="41" y="5"/>
                    <a:pt x="36" y="4"/>
                    <a:pt x="30" y="4"/>
                  </a:cubicBezTo>
                  <a:cubicBezTo>
                    <a:pt x="22" y="5"/>
                    <a:pt x="14" y="7"/>
                    <a:pt x="6" y="11"/>
                  </a:cubicBezTo>
                  <a:cubicBezTo>
                    <a:pt x="0" y="13"/>
                    <a:pt x="0" y="15"/>
                    <a:pt x="1" y="21"/>
                  </a:cubicBezTo>
                  <a:cubicBezTo>
                    <a:pt x="3" y="30"/>
                    <a:pt x="1" y="40"/>
                    <a:pt x="2" y="49"/>
                  </a:cubicBezTo>
                  <a:cubicBezTo>
                    <a:pt x="3" y="56"/>
                    <a:pt x="4" y="62"/>
                    <a:pt x="5" y="69"/>
                  </a:cubicBezTo>
                  <a:cubicBezTo>
                    <a:pt x="6" y="75"/>
                    <a:pt x="5" y="84"/>
                    <a:pt x="6" y="89"/>
                  </a:cubicBezTo>
                  <a:cubicBezTo>
                    <a:pt x="7" y="79"/>
                    <a:pt x="6" y="69"/>
                    <a:pt x="6" y="58"/>
                  </a:cubicBezTo>
                  <a:cubicBezTo>
                    <a:pt x="5" y="51"/>
                    <a:pt x="6" y="43"/>
                    <a:pt x="5" y="36"/>
                  </a:cubicBezTo>
                  <a:cubicBezTo>
                    <a:pt x="5" y="30"/>
                    <a:pt x="1" y="21"/>
                    <a:pt x="6" y="16"/>
                  </a:cubicBezTo>
                  <a:cubicBezTo>
                    <a:pt x="18" y="4"/>
                    <a:pt x="41" y="0"/>
                    <a:pt x="5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6" name="Freeform 529">
              <a:extLst>
                <a:ext uri="{FF2B5EF4-FFF2-40B4-BE49-F238E27FC236}">
                  <a16:creationId xmlns:a16="http://schemas.microsoft.com/office/drawing/2014/main" id="{8CC0EF2D-CE96-462B-BF12-2932DC029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167"/>
              <a:ext cx="82" cy="125"/>
            </a:xfrm>
            <a:custGeom>
              <a:avLst/>
              <a:gdLst>
                <a:gd name="T0" fmla="*/ 176 w 56"/>
                <a:gd name="T1" fmla="*/ 35 h 85"/>
                <a:gd name="T2" fmla="*/ 38 w 56"/>
                <a:gd name="T3" fmla="*/ 32 h 85"/>
                <a:gd name="T4" fmla="*/ 26 w 56"/>
                <a:gd name="T5" fmla="*/ 54 h 85"/>
                <a:gd name="T6" fmla="*/ 15 w 56"/>
                <a:gd name="T7" fmla="*/ 128 h 85"/>
                <a:gd name="T8" fmla="*/ 0 w 56"/>
                <a:gd name="T9" fmla="*/ 271 h 85"/>
                <a:gd name="T10" fmla="*/ 19 w 56"/>
                <a:gd name="T11" fmla="*/ 184 h 85"/>
                <a:gd name="T12" fmla="*/ 38 w 56"/>
                <a:gd name="T13" fmla="*/ 106 h 85"/>
                <a:gd name="T14" fmla="*/ 61 w 56"/>
                <a:gd name="T15" fmla="*/ 35 h 85"/>
                <a:gd name="T16" fmla="*/ 122 w 56"/>
                <a:gd name="T17" fmla="*/ 22 h 85"/>
                <a:gd name="T18" fmla="*/ 174 w 56"/>
                <a:gd name="T19" fmla="*/ 35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85">
                  <a:moveTo>
                    <a:pt x="56" y="11"/>
                  </a:moveTo>
                  <a:cubicBezTo>
                    <a:pt x="46" y="0"/>
                    <a:pt x="23" y="2"/>
                    <a:pt x="12" y="10"/>
                  </a:cubicBezTo>
                  <a:cubicBezTo>
                    <a:pt x="9" y="12"/>
                    <a:pt x="9" y="14"/>
                    <a:pt x="8" y="17"/>
                  </a:cubicBezTo>
                  <a:cubicBezTo>
                    <a:pt x="7" y="25"/>
                    <a:pt x="6" y="33"/>
                    <a:pt x="5" y="40"/>
                  </a:cubicBezTo>
                  <a:cubicBezTo>
                    <a:pt x="3" y="55"/>
                    <a:pt x="3" y="70"/>
                    <a:pt x="0" y="85"/>
                  </a:cubicBezTo>
                  <a:cubicBezTo>
                    <a:pt x="1" y="76"/>
                    <a:pt x="5" y="67"/>
                    <a:pt x="6" y="58"/>
                  </a:cubicBezTo>
                  <a:cubicBezTo>
                    <a:pt x="7" y="49"/>
                    <a:pt x="10" y="41"/>
                    <a:pt x="12" y="33"/>
                  </a:cubicBezTo>
                  <a:cubicBezTo>
                    <a:pt x="14" y="26"/>
                    <a:pt x="15" y="16"/>
                    <a:pt x="20" y="11"/>
                  </a:cubicBezTo>
                  <a:cubicBezTo>
                    <a:pt x="25" y="7"/>
                    <a:pt x="33" y="6"/>
                    <a:pt x="39" y="7"/>
                  </a:cubicBezTo>
                  <a:cubicBezTo>
                    <a:pt x="43" y="7"/>
                    <a:pt x="52" y="8"/>
                    <a:pt x="5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7" name="Freeform 530">
              <a:extLst>
                <a:ext uri="{FF2B5EF4-FFF2-40B4-BE49-F238E27FC236}">
                  <a16:creationId xmlns:a16="http://schemas.microsoft.com/office/drawing/2014/main" id="{996785C1-3B97-49B3-A9E0-8B4625CB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173"/>
              <a:ext cx="85" cy="121"/>
            </a:xfrm>
            <a:custGeom>
              <a:avLst/>
              <a:gdLst>
                <a:gd name="T0" fmla="*/ 183 w 58"/>
                <a:gd name="T1" fmla="*/ 15 h 82"/>
                <a:gd name="T2" fmla="*/ 103 w 58"/>
                <a:gd name="T3" fmla="*/ 0 h 82"/>
                <a:gd name="T4" fmla="*/ 28 w 58"/>
                <a:gd name="T5" fmla="*/ 15 h 82"/>
                <a:gd name="T6" fmla="*/ 0 w 58"/>
                <a:gd name="T7" fmla="*/ 32 h 82"/>
                <a:gd name="T8" fmla="*/ 1 w 58"/>
                <a:gd name="T9" fmla="*/ 59 h 82"/>
                <a:gd name="T10" fmla="*/ 6 w 58"/>
                <a:gd name="T11" fmla="*/ 109 h 82"/>
                <a:gd name="T12" fmla="*/ 13 w 58"/>
                <a:gd name="T13" fmla="*/ 193 h 82"/>
                <a:gd name="T14" fmla="*/ 28 w 58"/>
                <a:gd name="T15" fmla="*/ 264 h 82"/>
                <a:gd name="T16" fmla="*/ 19 w 58"/>
                <a:gd name="T17" fmla="*/ 93 h 82"/>
                <a:gd name="T18" fmla="*/ 22 w 58"/>
                <a:gd name="T19" fmla="*/ 52 h 82"/>
                <a:gd name="T20" fmla="*/ 34 w 58"/>
                <a:gd name="T21" fmla="*/ 35 h 82"/>
                <a:gd name="T22" fmla="*/ 114 w 58"/>
                <a:gd name="T23" fmla="*/ 0 h 82"/>
                <a:gd name="T24" fmla="*/ 170 w 58"/>
                <a:gd name="T25" fmla="*/ 13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82">
                  <a:moveTo>
                    <a:pt x="58" y="5"/>
                  </a:moveTo>
                  <a:cubicBezTo>
                    <a:pt x="53" y="0"/>
                    <a:pt x="40" y="0"/>
                    <a:pt x="33" y="0"/>
                  </a:cubicBezTo>
                  <a:cubicBezTo>
                    <a:pt x="24" y="0"/>
                    <a:pt x="17" y="2"/>
                    <a:pt x="9" y="5"/>
                  </a:cubicBezTo>
                  <a:cubicBezTo>
                    <a:pt x="5" y="7"/>
                    <a:pt x="1" y="7"/>
                    <a:pt x="0" y="10"/>
                  </a:cubicBezTo>
                  <a:cubicBezTo>
                    <a:pt x="0" y="12"/>
                    <a:pt x="1" y="16"/>
                    <a:pt x="1" y="18"/>
                  </a:cubicBezTo>
                  <a:cubicBezTo>
                    <a:pt x="1" y="24"/>
                    <a:pt x="1" y="29"/>
                    <a:pt x="2" y="34"/>
                  </a:cubicBezTo>
                  <a:cubicBezTo>
                    <a:pt x="2" y="43"/>
                    <a:pt x="3" y="51"/>
                    <a:pt x="4" y="60"/>
                  </a:cubicBezTo>
                  <a:cubicBezTo>
                    <a:pt x="5" y="67"/>
                    <a:pt x="7" y="76"/>
                    <a:pt x="9" y="82"/>
                  </a:cubicBezTo>
                  <a:cubicBezTo>
                    <a:pt x="6" y="66"/>
                    <a:pt x="5" y="46"/>
                    <a:pt x="6" y="29"/>
                  </a:cubicBezTo>
                  <a:cubicBezTo>
                    <a:pt x="7" y="25"/>
                    <a:pt x="6" y="20"/>
                    <a:pt x="7" y="16"/>
                  </a:cubicBezTo>
                  <a:cubicBezTo>
                    <a:pt x="7" y="13"/>
                    <a:pt x="9" y="13"/>
                    <a:pt x="11" y="11"/>
                  </a:cubicBezTo>
                  <a:cubicBezTo>
                    <a:pt x="18" y="4"/>
                    <a:pt x="27" y="1"/>
                    <a:pt x="36" y="0"/>
                  </a:cubicBezTo>
                  <a:cubicBezTo>
                    <a:pt x="43" y="0"/>
                    <a:pt x="48" y="3"/>
                    <a:pt x="5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8" name="Freeform 531">
              <a:extLst>
                <a:ext uri="{FF2B5EF4-FFF2-40B4-BE49-F238E27FC236}">
                  <a16:creationId xmlns:a16="http://schemas.microsoft.com/office/drawing/2014/main" id="{E517BB32-A8F9-44D5-8C0D-3934D481D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170"/>
              <a:ext cx="102" cy="134"/>
            </a:xfrm>
            <a:custGeom>
              <a:avLst/>
              <a:gdLst>
                <a:gd name="T0" fmla="*/ 220 w 69"/>
                <a:gd name="T1" fmla="*/ 28 h 91"/>
                <a:gd name="T2" fmla="*/ 109 w 69"/>
                <a:gd name="T3" fmla="*/ 1 h 91"/>
                <a:gd name="T4" fmla="*/ 40 w 69"/>
                <a:gd name="T5" fmla="*/ 27 h 91"/>
                <a:gd name="T6" fmla="*/ 22 w 69"/>
                <a:gd name="T7" fmla="*/ 150 h 91"/>
                <a:gd name="T8" fmla="*/ 0 w 69"/>
                <a:gd name="T9" fmla="*/ 290 h 91"/>
                <a:gd name="T10" fmla="*/ 46 w 69"/>
                <a:gd name="T11" fmla="*/ 128 h 91"/>
                <a:gd name="T12" fmla="*/ 59 w 69"/>
                <a:gd name="T13" fmla="*/ 74 h 91"/>
                <a:gd name="T14" fmla="*/ 68 w 69"/>
                <a:gd name="T15" fmla="*/ 35 h 91"/>
                <a:gd name="T16" fmla="*/ 106 w 69"/>
                <a:gd name="T17" fmla="*/ 15 h 91"/>
                <a:gd name="T18" fmla="*/ 157 w 69"/>
                <a:gd name="T19" fmla="*/ 6 h 91"/>
                <a:gd name="T20" fmla="*/ 195 w 69"/>
                <a:gd name="T21" fmla="*/ 15 h 91"/>
                <a:gd name="T22" fmla="*/ 223 w 69"/>
                <a:gd name="T23" fmla="*/ 32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91">
                  <a:moveTo>
                    <a:pt x="68" y="9"/>
                  </a:moveTo>
                  <a:cubicBezTo>
                    <a:pt x="62" y="0"/>
                    <a:pt x="44" y="0"/>
                    <a:pt x="34" y="1"/>
                  </a:cubicBezTo>
                  <a:cubicBezTo>
                    <a:pt x="26" y="2"/>
                    <a:pt x="20" y="5"/>
                    <a:pt x="12" y="8"/>
                  </a:cubicBezTo>
                  <a:cubicBezTo>
                    <a:pt x="12" y="21"/>
                    <a:pt x="7" y="34"/>
                    <a:pt x="7" y="47"/>
                  </a:cubicBezTo>
                  <a:cubicBezTo>
                    <a:pt x="7" y="63"/>
                    <a:pt x="2" y="76"/>
                    <a:pt x="0" y="91"/>
                  </a:cubicBezTo>
                  <a:cubicBezTo>
                    <a:pt x="6" y="74"/>
                    <a:pt x="10" y="57"/>
                    <a:pt x="14" y="40"/>
                  </a:cubicBezTo>
                  <a:cubicBezTo>
                    <a:pt x="16" y="34"/>
                    <a:pt x="17" y="28"/>
                    <a:pt x="18" y="23"/>
                  </a:cubicBezTo>
                  <a:cubicBezTo>
                    <a:pt x="19" y="19"/>
                    <a:pt x="19" y="14"/>
                    <a:pt x="21" y="11"/>
                  </a:cubicBezTo>
                  <a:cubicBezTo>
                    <a:pt x="24" y="8"/>
                    <a:pt x="30" y="6"/>
                    <a:pt x="33" y="5"/>
                  </a:cubicBezTo>
                  <a:cubicBezTo>
                    <a:pt x="39" y="2"/>
                    <a:pt x="43" y="2"/>
                    <a:pt x="49" y="2"/>
                  </a:cubicBezTo>
                  <a:cubicBezTo>
                    <a:pt x="54" y="2"/>
                    <a:pt x="55" y="2"/>
                    <a:pt x="60" y="5"/>
                  </a:cubicBezTo>
                  <a:cubicBezTo>
                    <a:pt x="63" y="7"/>
                    <a:pt x="67" y="10"/>
                    <a:pt x="6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9" name="Freeform 532">
              <a:extLst>
                <a:ext uri="{FF2B5EF4-FFF2-40B4-BE49-F238E27FC236}">
                  <a16:creationId xmlns:a16="http://schemas.microsoft.com/office/drawing/2014/main" id="{0AE2F374-F97E-41E3-BB0A-0F7C2293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162"/>
              <a:ext cx="138" cy="108"/>
            </a:xfrm>
            <a:custGeom>
              <a:avLst/>
              <a:gdLst>
                <a:gd name="T0" fmla="*/ 298 w 94"/>
                <a:gd name="T1" fmla="*/ 36 h 73"/>
                <a:gd name="T2" fmla="*/ 115 w 94"/>
                <a:gd name="T3" fmla="*/ 27 h 73"/>
                <a:gd name="T4" fmla="*/ 79 w 94"/>
                <a:gd name="T5" fmla="*/ 49 h 73"/>
                <a:gd name="T6" fmla="*/ 56 w 94"/>
                <a:gd name="T7" fmla="*/ 104 h 73"/>
                <a:gd name="T8" fmla="*/ 28 w 94"/>
                <a:gd name="T9" fmla="*/ 169 h 73"/>
                <a:gd name="T10" fmla="*/ 0 w 94"/>
                <a:gd name="T11" fmla="*/ 237 h 73"/>
                <a:gd name="T12" fmla="*/ 32 w 94"/>
                <a:gd name="T13" fmla="*/ 175 h 73"/>
                <a:gd name="T14" fmla="*/ 87 w 94"/>
                <a:gd name="T15" fmla="*/ 96 h 73"/>
                <a:gd name="T16" fmla="*/ 135 w 94"/>
                <a:gd name="T17" fmla="*/ 40 h 73"/>
                <a:gd name="T18" fmla="*/ 216 w 94"/>
                <a:gd name="T19" fmla="*/ 15 h 73"/>
                <a:gd name="T20" fmla="*/ 289 w 94"/>
                <a:gd name="T21" fmla="*/ 40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73">
                  <a:moveTo>
                    <a:pt x="94" y="11"/>
                  </a:moveTo>
                  <a:cubicBezTo>
                    <a:pt x="78" y="2"/>
                    <a:pt x="53" y="0"/>
                    <a:pt x="36" y="8"/>
                  </a:cubicBezTo>
                  <a:cubicBezTo>
                    <a:pt x="31" y="10"/>
                    <a:pt x="28" y="11"/>
                    <a:pt x="25" y="15"/>
                  </a:cubicBezTo>
                  <a:cubicBezTo>
                    <a:pt x="22" y="21"/>
                    <a:pt x="21" y="27"/>
                    <a:pt x="18" y="32"/>
                  </a:cubicBezTo>
                  <a:cubicBezTo>
                    <a:pt x="15" y="39"/>
                    <a:pt x="13" y="45"/>
                    <a:pt x="9" y="52"/>
                  </a:cubicBezTo>
                  <a:cubicBezTo>
                    <a:pt x="5" y="58"/>
                    <a:pt x="1" y="65"/>
                    <a:pt x="0" y="73"/>
                  </a:cubicBezTo>
                  <a:cubicBezTo>
                    <a:pt x="3" y="67"/>
                    <a:pt x="6" y="60"/>
                    <a:pt x="10" y="54"/>
                  </a:cubicBezTo>
                  <a:cubicBezTo>
                    <a:pt x="15" y="46"/>
                    <a:pt x="21" y="38"/>
                    <a:pt x="27" y="30"/>
                  </a:cubicBezTo>
                  <a:cubicBezTo>
                    <a:pt x="32" y="24"/>
                    <a:pt x="37" y="16"/>
                    <a:pt x="43" y="12"/>
                  </a:cubicBezTo>
                  <a:cubicBezTo>
                    <a:pt x="50" y="8"/>
                    <a:pt x="60" y="6"/>
                    <a:pt x="68" y="5"/>
                  </a:cubicBezTo>
                  <a:cubicBezTo>
                    <a:pt x="78" y="4"/>
                    <a:pt x="83" y="9"/>
                    <a:pt x="91" y="12"/>
                  </a:cubicBezTo>
                </a:path>
              </a:pathLst>
            </a:custGeom>
            <a:solidFill>
              <a:srgbClr val="F1B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0" name="Freeform 533">
              <a:extLst>
                <a:ext uri="{FF2B5EF4-FFF2-40B4-BE49-F238E27FC236}">
                  <a16:creationId xmlns:a16="http://schemas.microsoft.com/office/drawing/2014/main" id="{0605E309-7658-4273-8FE5-740F470CC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170"/>
              <a:ext cx="112" cy="134"/>
            </a:xfrm>
            <a:custGeom>
              <a:avLst/>
              <a:gdLst>
                <a:gd name="T0" fmla="*/ 242 w 76"/>
                <a:gd name="T1" fmla="*/ 27 h 91"/>
                <a:gd name="T2" fmla="*/ 141 w 76"/>
                <a:gd name="T3" fmla="*/ 0 h 91"/>
                <a:gd name="T4" fmla="*/ 55 w 76"/>
                <a:gd name="T5" fmla="*/ 32 h 91"/>
                <a:gd name="T6" fmla="*/ 46 w 76"/>
                <a:gd name="T7" fmla="*/ 63 h 91"/>
                <a:gd name="T8" fmla="*/ 32 w 76"/>
                <a:gd name="T9" fmla="*/ 143 h 91"/>
                <a:gd name="T10" fmla="*/ 0 w 76"/>
                <a:gd name="T11" fmla="*/ 290 h 91"/>
                <a:gd name="T12" fmla="*/ 55 w 76"/>
                <a:gd name="T13" fmla="*/ 143 h 91"/>
                <a:gd name="T14" fmla="*/ 68 w 76"/>
                <a:gd name="T15" fmla="*/ 93 h 91"/>
                <a:gd name="T16" fmla="*/ 81 w 76"/>
                <a:gd name="T17" fmla="*/ 54 h 91"/>
                <a:gd name="T18" fmla="*/ 174 w 76"/>
                <a:gd name="T19" fmla="*/ 6 h 91"/>
                <a:gd name="T20" fmla="*/ 211 w 76"/>
                <a:gd name="T21" fmla="*/ 13 h 91"/>
                <a:gd name="T22" fmla="*/ 243 w 76"/>
                <a:gd name="T23" fmla="*/ 28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91">
                  <a:moveTo>
                    <a:pt x="75" y="8"/>
                  </a:moveTo>
                  <a:cubicBezTo>
                    <a:pt x="73" y="0"/>
                    <a:pt x="51" y="0"/>
                    <a:pt x="44" y="0"/>
                  </a:cubicBezTo>
                  <a:cubicBezTo>
                    <a:pt x="36" y="0"/>
                    <a:pt x="23" y="4"/>
                    <a:pt x="17" y="10"/>
                  </a:cubicBezTo>
                  <a:cubicBezTo>
                    <a:pt x="15" y="13"/>
                    <a:pt x="15" y="16"/>
                    <a:pt x="14" y="20"/>
                  </a:cubicBezTo>
                  <a:cubicBezTo>
                    <a:pt x="13" y="28"/>
                    <a:pt x="11" y="37"/>
                    <a:pt x="10" y="45"/>
                  </a:cubicBezTo>
                  <a:cubicBezTo>
                    <a:pt x="7" y="60"/>
                    <a:pt x="5" y="77"/>
                    <a:pt x="0" y="91"/>
                  </a:cubicBezTo>
                  <a:cubicBezTo>
                    <a:pt x="6" y="76"/>
                    <a:pt x="12" y="61"/>
                    <a:pt x="17" y="45"/>
                  </a:cubicBezTo>
                  <a:cubicBezTo>
                    <a:pt x="18" y="40"/>
                    <a:pt x="20" y="35"/>
                    <a:pt x="21" y="29"/>
                  </a:cubicBezTo>
                  <a:cubicBezTo>
                    <a:pt x="22" y="25"/>
                    <a:pt x="22" y="21"/>
                    <a:pt x="25" y="17"/>
                  </a:cubicBezTo>
                  <a:cubicBezTo>
                    <a:pt x="31" y="6"/>
                    <a:pt x="42" y="3"/>
                    <a:pt x="54" y="2"/>
                  </a:cubicBezTo>
                  <a:cubicBezTo>
                    <a:pt x="59" y="1"/>
                    <a:pt x="61" y="2"/>
                    <a:pt x="66" y="4"/>
                  </a:cubicBezTo>
                  <a:cubicBezTo>
                    <a:pt x="68" y="5"/>
                    <a:pt x="73" y="9"/>
                    <a:pt x="76" y="9"/>
                  </a:cubicBezTo>
                </a:path>
              </a:pathLst>
            </a:custGeom>
            <a:solidFill>
              <a:srgbClr val="F1B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1" name="Freeform 534">
              <a:extLst>
                <a:ext uri="{FF2B5EF4-FFF2-40B4-BE49-F238E27FC236}">
                  <a16:creationId xmlns:a16="http://schemas.microsoft.com/office/drawing/2014/main" id="{F5D3F75D-E886-4064-9F64-342A766C2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170"/>
              <a:ext cx="110" cy="140"/>
            </a:xfrm>
            <a:custGeom>
              <a:avLst/>
              <a:gdLst>
                <a:gd name="T0" fmla="*/ 235 w 75"/>
                <a:gd name="T1" fmla="*/ 27 h 95"/>
                <a:gd name="T2" fmla="*/ 128 w 75"/>
                <a:gd name="T3" fmla="*/ 6 h 95"/>
                <a:gd name="T4" fmla="*/ 38 w 75"/>
                <a:gd name="T5" fmla="*/ 22 h 95"/>
                <a:gd name="T6" fmla="*/ 15 w 75"/>
                <a:gd name="T7" fmla="*/ 41 h 95"/>
                <a:gd name="T8" fmla="*/ 9 w 75"/>
                <a:gd name="T9" fmla="*/ 128 h 95"/>
                <a:gd name="T10" fmla="*/ 6 w 75"/>
                <a:gd name="T11" fmla="*/ 234 h 95"/>
                <a:gd name="T12" fmla="*/ 0 w 75"/>
                <a:gd name="T13" fmla="*/ 304 h 95"/>
                <a:gd name="T14" fmla="*/ 1 w 75"/>
                <a:gd name="T15" fmla="*/ 283 h 95"/>
                <a:gd name="T16" fmla="*/ 13 w 75"/>
                <a:gd name="T17" fmla="*/ 228 h 95"/>
                <a:gd name="T18" fmla="*/ 28 w 75"/>
                <a:gd name="T19" fmla="*/ 147 h 95"/>
                <a:gd name="T20" fmla="*/ 47 w 75"/>
                <a:gd name="T21" fmla="*/ 55 h 95"/>
                <a:gd name="T22" fmla="*/ 144 w 75"/>
                <a:gd name="T23" fmla="*/ 9 h 95"/>
                <a:gd name="T24" fmla="*/ 236 w 75"/>
                <a:gd name="T25" fmla="*/ 28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95">
                  <a:moveTo>
                    <a:pt x="74" y="8"/>
                  </a:moveTo>
                  <a:cubicBezTo>
                    <a:pt x="71" y="0"/>
                    <a:pt x="47" y="1"/>
                    <a:pt x="40" y="2"/>
                  </a:cubicBezTo>
                  <a:cubicBezTo>
                    <a:pt x="30" y="3"/>
                    <a:pt x="21" y="4"/>
                    <a:pt x="12" y="7"/>
                  </a:cubicBezTo>
                  <a:cubicBezTo>
                    <a:pt x="7" y="9"/>
                    <a:pt x="6" y="8"/>
                    <a:pt x="5" y="13"/>
                  </a:cubicBezTo>
                  <a:cubicBezTo>
                    <a:pt x="4" y="22"/>
                    <a:pt x="4" y="31"/>
                    <a:pt x="3" y="40"/>
                  </a:cubicBezTo>
                  <a:cubicBezTo>
                    <a:pt x="3" y="51"/>
                    <a:pt x="2" y="62"/>
                    <a:pt x="2" y="73"/>
                  </a:cubicBezTo>
                  <a:cubicBezTo>
                    <a:pt x="1" y="80"/>
                    <a:pt x="2" y="89"/>
                    <a:pt x="0" y="95"/>
                  </a:cubicBezTo>
                  <a:cubicBezTo>
                    <a:pt x="0" y="93"/>
                    <a:pt x="1" y="90"/>
                    <a:pt x="1" y="88"/>
                  </a:cubicBezTo>
                  <a:cubicBezTo>
                    <a:pt x="3" y="82"/>
                    <a:pt x="3" y="77"/>
                    <a:pt x="4" y="71"/>
                  </a:cubicBezTo>
                  <a:cubicBezTo>
                    <a:pt x="4" y="62"/>
                    <a:pt x="8" y="54"/>
                    <a:pt x="9" y="46"/>
                  </a:cubicBezTo>
                  <a:cubicBezTo>
                    <a:pt x="11" y="37"/>
                    <a:pt x="11" y="26"/>
                    <a:pt x="15" y="17"/>
                  </a:cubicBezTo>
                  <a:cubicBezTo>
                    <a:pt x="19" y="6"/>
                    <a:pt x="36" y="3"/>
                    <a:pt x="46" y="3"/>
                  </a:cubicBezTo>
                  <a:cubicBezTo>
                    <a:pt x="54" y="2"/>
                    <a:pt x="69" y="0"/>
                    <a:pt x="75" y="9"/>
                  </a:cubicBezTo>
                </a:path>
              </a:pathLst>
            </a:custGeom>
            <a:solidFill>
              <a:srgbClr val="F1B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2" name="Freeform 535">
              <a:extLst>
                <a:ext uri="{FF2B5EF4-FFF2-40B4-BE49-F238E27FC236}">
                  <a16:creationId xmlns:a16="http://schemas.microsoft.com/office/drawing/2014/main" id="{D53AE6CB-1EA8-4C93-AD0F-11E5D3404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40"/>
              <a:ext cx="200" cy="643"/>
            </a:xfrm>
            <a:custGeom>
              <a:avLst/>
              <a:gdLst>
                <a:gd name="T0" fmla="*/ 413 w 136"/>
                <a:gd name="T1" fmla="*/ 0 h 436"/>
                <a:gd name="T2" fmla="*/ 0 w 136"/>
                <a:gd name="T3" fmla="*/ 1398 h 436"/>
                <a:gd name="T4" fmla="*/ 413 w 136"/>
                <a:gd name="T5" fmla="*/ 0 h 4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436">
                  <a:moveTo>
                    <a:pt x="130" y="0"/>
                  </a:moveTo>
                  <a:cubicBezTo>
                    <a:pt x="130" y="0"/>
                    <a:pt x="136" y="199"/>
                    <a:pt x="0" y="436"/>
                  </a:cubicBezTo>
                  <a:cubicBezTo>
                    <a:pt x="0" y="436"/>
                    <a:pt x="124" y="268"/>
                    <a:pt x="130" y="0"/>
                  </a:cubicBezTo>
                  <a:close/>
                </a:path>
              </a:pathLst>
            </a:custGeom>
            <a:solidFill>
              <a:srgbClr val="F1B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3" name="Freeform 536">
              <a:extLst>
                <a:ext uri="{FF2B5EF4-FFF2-40B4-BE49-F238E27FC236}">
                  <a16:creationId xmlns:a16="http://schemas.microsoft.com/office/drawing/2014/main" id="{9435D851-AE85-49C8-AA0F-0DC284A02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319"/>
              <a:ext cx="102" cy="253"/>
            </a:xfrm>
            <a:custGeom>
              <a:avLst/>
              <a:gdLst>
                <a:gd name="T0" fmla="*/ 1 w 69"/>
                <a:gd name="T1" fmla="*/ 0 h 172"/>
                <a:gd name="T2" fmla="*/ 72 w 69"/>
                <a:gd name="T3" fmla="*/ 188 h 172"/>
                <a:gd name="T4" fmla="*/ 223 w 69"/>
                <a:gd name="T5" fmla="*/ 121 h 172"/>
                <a:gd name="T6" fmla="*/ 146 w 69"/>
                <a:gd name="T7" fmla="*/ 197 h 172"/>
                <a:gd name="T8" fmla="*/ 65 w 69"/>
                <a:gd name="T9" fmla="*/ 257 h 172"/>
                <a:gd name="T10" fmla="*/ 28 w 69"/>
                <a:gd name="T11" fmla="*/ 413 h 172"/>
                <a:gd name="T12" fmla="*/ 19 w 69"/>
                <a:gd name="T13" fmla="*/ 547 h 172"/>
                <a:gd name="T14" fmla="*/ 22 w 69"/>
                <a:gd name="T15" fmla="*/ 400 h 172"/>
                <a:gd name="T16" fmla="*/ 49 w 69"/>
                <a:gd name="T17" fmla="*/ 268 h 172"/>
                <a:gd name="T18" fmla="*/ 55 w 69"/>
                <a:gd name="T19" fmla="*/ 203 h 172"/>
                <a:gd name="T20" fmla="*/ 27 w 69"/>
                <a:gd name="T21" fmla="*/ 143 h 172"/>
                <a:gd name="T22" fmla="*/ 1 w 69"/>
                <a:gd name="T23" fmla="*/ 9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172">
                  <a:moveTo>
                    <a:pt x="1" y="0"/>
                  </a:moveTo>
                  <a:cubicBezTo>
                    <a:pt x="4" y="15"/>
                    <a:pt x="6" y="51"/>
                    <a:pt x="22" y="59"/>
                  </a:cubicBezTo>
                  <a:cubicBezTo>
                    <a:pt x="37" y="67"/>
                    <a:pt x="60" y="47"/>
                    <a:pt x="69" y="38"/>
                  </a:cubicBezTo>
                  <a:cubicBezTo>
                    <a:pt x="62" y="46"/>
                    <a:pt x="54" y="56"/>
                    <a:pt x="45" y="62"/>
                  </a:cubicBezTo>
                  <a:cubicBezTo>
                    <a:pt x="34" y="68"/>
                    <a:pt x="27" y="68"/>
                    <a:pt x="20" y="81"/>
                  </a:cubicBezTo>
                  <a:cubicBezTo>
                    <a:pt x="13" y="95"/>
                    <a:pt x="12" y="115"/>
                    <a:pt x="9" y="130"/>
                  </a:cubicBezTo>
                  <a:cubicBezTo>
                    <a:pt x="6" y="144"/>
                    <a:pt x="6" y="158"/>
                    <a:pt x="6" y="172"/>
                  </a:cubicBezTo>
                  <a:cubicBezTo>
                    <a:pt x="7" y="156"/>
                    <a:pt x="5" y="141"/>
                    <a:pt x="7" y="126"/>
                  </a:cubicBezTo>
                  <a:cubicBezTo>
                    <a:pt x="9" y="111"/>
                    <a:pt x="11" y="97"/>
                    <a:pt x="15" y="84"/>
                  </a:cubicBezTo>
                  <a:cubicBezTo>
                    <a:pt x="17" y="77"/>
                    <a:pt x="19" y="71"/>
                    <a:pt x="17" y="64"/>
                  </a:cubicBezTo>
                  <a:cubicBezTo>
                    <a:pt x="15" y="57"/>
                    <a:pt x="10" y="51"/>
                    <a:pt x="8" y="45"/>
                  </a:cubicBezTo>
                  <a:cubicBezTo>
                    <a:pt x="4" y="34"/>
                    <a:pt x="0" y="15"/>
                    <a:pt x="1" y="3"/>
                  </a:cubicBezTo>
                </a:path>
              </a:pathLst>
            </a:custGeom>
            <a:solidFill>
              <a:srgbClr val="F1B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4" name="Freeform 537">
              <a:extLst>
                <a:ext uri="{FF2B5EF4-FFF2-40B4-BE49-F238E27FC236}">
                  <a16:creationId xmlns:a16="http://schemas.microsoft.com/office/drawing/2014/main" id="{17E0A821-63FF-4155-ADD5-E381EE071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373"/>
              <a:ext cx="294" cy="186"/>
            </a:xfrm>
            <a:custGeom>
              <a:avLst/>
              <a:gdLst>
                <a:gd name="T0" fmla="*/ 0 w 200"/>
                <a:gd name="T1" fmla="*/ 52 h 126"/>
                <a:gd name="T2" fmla="*/ 312 w 200"/>
                <a:gd name="T3" fmla="*/ 257 h 126"/>
                <a:gd name="T4" fmla="*/ 635 w 200"/>
                <a:gd name="T5" fmla="*/ 0 h 126"/>
                <a:gd name="T6" fmla="*/ 381 w 200"/>
                <a:gd name="T7" fmla="*/ 196 h 126"/>
                <a:gd name="T8" fmla="*/ 110 w 200"/>
                <a:gd name="T9" fmla="*/ 229 h 126"/>
                <a:gd name="T10" fmla="*/ 0 w 200"/>
                <a:gd name="T11" fmla="*/ 52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0" h="126">
                  <a:moveTo>
                    <a:pt x="0" y="16"/>
                  </a:moveTo>
                  <a:cubicBezTo>
                    <a:pt x="0" y="16"/>
                    <a:pt x="60" y="126"/>
                    <a:pt x="98" y="80"/>
                  </a:cubicBezTo>
                  <a:cubicBezTo>
                    <a:pt x="136" y="35"/>
                    <a:pt x="141" y="23"/>
                    <a:pt x="200" y="0"/>
                  </a:cubicBezTo>
                  <a:cubicBezTo>
                    <a:pt x="200" y="0"/>
                    <a:pt x="158" y="9"/>
                    <a:pt x="120" y="61"/>
                  </a:cubicBezTo>
                  <a:cubicBezTo>
                    <a:pt x="82" y="114"/>
                    <a:pt x="59" y="99"/>
                    <a:pt x="35" y="71"/>
                  </a:cubicBezTo>
                  <a:cubicBezTo>
                    <a:pt x="11" y="43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5" name="Freeform 538">
              <a:extLst>
                <a:ext uri="{FF2B5EF4-FFF2-40B4-BE49-F238E27FC236}">
                  <a16:creationId xmlns:a16="http://schemas.microsoft.com/office/drawing/2014/main" id="{ED4B9972-3D54-4981-9DA6-0CCB07D69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522"/>
              <a:ext cx="305" cy="256"/>
            </a:xfrm>
            <a:custGeom>
              <a:avLst/>
              <a:gdLst>
                <a:gd name="T0" fmla="*/ 0 w 207"/>
                <a:gd name="T1" fmla="*/ 0 h 174"/>
                <a:gd name="T2" fmla="*/ 208 w 207"/>
                <a:gd name="T3" fmla="*/ 555 h 174"/>
                <a:gd name="T4" fmla="*/ 234 w 207"/>
                <a:gd name="T5" fmla="*/ 330 h 174"/>
                <a:gd name="T6" fmla="*/ 662 w 207"/>
                <a:gd name="T7" fmla="*/ 88 h 174"/>
                <a:gd name="T8" fmla="*/ 256 w 207"/>
                <a:gd name="T9" fmla="*/ 244 h 174"/>
                <a:gd name="T10" fmla="*/ 0 w 207"/>
                <a:gd name="T11" fmla="*/ 0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174">
                  <a:moveTo>
                    <a:pt x="0" y="0"/>
                  </a:moveTo>
                  <a:cubicBezTo>
                    <a:pt x="0" y="0"/>
                    <a:pt x="102" y="85"/>
                    <a:pt x="65" y="174"/>
                  </a:cubicBezTo>
                  <a:cubicBezTo>
                    <a:pt x="65" y="174"/>
                    <a:pt x="81" y="153"/>
                    <a:pt x="73" y="103"/>
                  </a:cubicBezTo>
                  <a:cubicBezTo>
                    <a:pt x="65" y="53"/>
                    <a:pt x="153" y="119"/>
                    <a:pt x="207" y="28"/>
                  </a:cubicBezTo>
                  <a:cubicBezTo>
                    <a:pt x="207" y="28"/>
                    <a:pt x="178" y="88"/>
                    <a:pt x="80" y="77"/>
                  </a:cubicBezTo>
                  <a:cubicBezTo>
                    <a:pt x="52" y="74"/>
                    <a:pt x="57" y="4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6" name="Freeform 539">
              <a:extLst>
                <a:ext uri="{FF2B5EF4-FFF2-40B4-BE49-F238E27FC236}">
                  <a16:creationId xmlns:a16="http://schemas.microsoft.com/office/drawing/2014/main" id="{A787FBD2-25F5-494D-8BB3-2B4428D4D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023"/>
              <a:ext cx="69" cy="340"/>
            </a:xfrm>
            <a:custGeom>
              <a:avLst/>
              <a:gdLst>
                <a:gd name="T0" fmla="*/ 148 w 47"/>
                <a:gd name="T1" fmla="*/ 0 h 231"/>
                <a:gd name="T2" fmla="*/ 101 w 47"/>
                <a:gd name="T3" fmla="*/ 736 h 231"/>
                <a:gd name="T4" fmla="*/ 148 w 47"/>
                <a:gd name="T5" fmla="*/ 0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31">
                  <a:moveTo>
                    <a:pt x="47" y="0"/>
                  </a:moveTo>
                  <a:cubicBezTo>
                    <a:pt x="47" y="0"/>
                    <a:pt x="10" y="108"/>
                    <a:pt x="32" y="231"/>
                  </a:cubicBezTo>
                  <a:cubicBezTo>
                    <a:pt x="32" y="231"/>
                    <a:pt x="0" y="104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7" name="Freeform 540">
              <a:extLst>
                <a:ext uri="{FF2B5EF4-FFF2-40B4-BE49-F238E27FC236}">
                  <a16:creationId xmlns:a16="http://schemas.microsoft.com/office/drawing/2014/main" id="{4EF809FD-46D7-4D66-8155-FFC09A7B6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600"/>
              <a:ext cx="116" cy="250"/>
            </a:xfrm>
            <a:custGeom>
              <a:avLst/>
              <a:gdLst>
                <a:gd name="T0" fmla="*/ 0 w 79"/>
                <a:gd name="T1" fmla="*/ 60 h 170"/>
                <a:gd name="T2" fmla="*/ 222 w 79"/>
                <a:gd name="T3" fmla="*/ 0 h 170"/>
                <a:gd name="T4" fmla="*/ 0 w 79"/>
                <a:gd name="T5" fmla="*/ 6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70">
                  <a:moveTo>
                    <a:pt x="0" y="19"/>
                  </a:moveTo>
                  <a:cubicBezTo>
                    <a:pt x="0" y="19"/>
                    <a:pt x="71" y="162"/>
                    <a:pt x="70" y="0"/>
                  </a:cubicBezTo>
                  <a:cubicBezTo>
                    <a:pt x="70" y="0"/>
                    <a:pt x="79" y="170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8" name="Freeform 541">
              <a:extLst>
                <a:ext uri="{FF2B5EF4-FFF2-40B4-BE49-F238E27FC236}">
                  <a16:creationId xmlns:a16="http://schemas.microsoft.com/office/drawing/2014/main" id="{B03BC766-80C8-42C9-A713-886ADDB40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713"/>
              <a:ext cx="478" cy="1034"/>
            </a:xfrm>
            <a:custGeom>
              <a:avLst/>
              <a:gdLst>
                <a:gd name="T0" fmla="*/ 0 w 325"/>
                <a:gd name="T1" fmla="*/ 0 h 702"/>
                <a:gd name="T2" fmla="*/ 1034 w 325"/>
                <a:gd name="T3" fmla="*/ 2243 h 702"/>
                <a:gd name="T4" fmla="*/ 0 w 325"/>
                <a:gd name="T5" fmla="*/ 0 h 7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5" h="702">
                  <a:moveTo>
                    <a:pt x="0" y="0"/>
                  </a:moveTo>
                  <a:cubicBezTo>
                    <a:pt x="0" y="0"/>
                    <a:pt x="48" y="422"/>
                    <a:pt x="325" y="702"/>
                  </a:cubicBezTo>
                  <a:cubicBezTo>
                    <a:pt x="325" y="702"/>
                    <a:pt x="45" y="4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9" name="Freeform 542">
              <a:extLst>
                <a:ext uri="{FF2B5EF4-FFF2-40B4-BE49-F238E27FC236}">
                  <a16:creationId xmlns:a16="http://schemas.microsoft.com/office/drawing/2014/main" id="{55668973-46D0-417F-BC19-6A39BB16B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915"/>
              <a:ext cx="207" cy="719"/>
            </a:xfrm>
            <a:custGeom>
              <a:avLst/>
              <a:gdLst>
                <a:gd name="T0" fmla="*/ 446 w 141"/>
                <a:gd name="T1" fmla="*/ 0 h 488"/>
                <a:gd name="T2" fmla="*/ 151 w 141"/>
                <a:gd name="T3" fmla="*/ 1560 h 488"/>
                <a:gd name="T4" fmla="*/ 446 w 141"/>
                <a:gd name="T5" fmla="*/ 0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488">
                  <a:moveTo>
                    <a:pt x="141" y="0"/>
                  </a:moveTo>
                  <a:cubicBezTo>
                    <a:pt x="141" y="0"/>
                    <a:pt x="27" y="96"/>
                    <a:pt x="48" y="488"/>
                  </a:cubicBezTo>
                  <a:cubicBezTo>
                    <a:pt x="48" y="488"/>
                    <a:pt x="0" y="123"/>
                    <a:pt x="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0" name="Freeform 543">
              <a:extLst>
                <a:ext uri="{FF2B5EF4-FFF2-40B4-BE49-F238E27FC236}">
                  <a16:creationId xmlns:a16="http://schemas.microsoft.com/office/drawing/2014/main" id="{0C20455A-70ED-4B24-95B7-F4096C181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367"/>
              <a:ext cx="112" cy="143"/>
            </a:xfrm>
            <a:custGeom>
              <a:avLst/>
              <a:gdLst>
                <a:gd name="T0" fmla="*/ 156 w 76"/>
                <a:gd name="T1" fmla="*/ 6 h 97"/>
                <a:gd name="T2" fmla="*/ 60 w 76"/>
                <a:gd name="T3" fmla="*/ 147 h 97"/>
                <a:gd name="T4" fmla="*/ 83 w 76"/>
                <a:gd name="T5" fmla="*/ 308 h 97"/>
                <a:gd name="T6" fmla="*/ 156 w 76"/>
                <a:gd name="T7" fmla="*/ 6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97">
                  <a:moveTo>
                    <a:pt x="49" y="2"/>
                  </a:moveTo>
                  <a:cubicBezTo>
                    <a:pt x="36" y="0"/>
                    <a:pt x="29" y="34"/>
                    <a:pt x="19" y="46"/>
                  </a:cubicBezTo>
                  <a:cubicBezTo>
                    <a:pt x="2" y="65"/>
                    <a:pt x="0" y="95"/>
                    <a:pt x="26" y="96"/>
                  </a:cubicBezTo>
                  <a:cubicBezTo>
                    <a:pt x="52" y="97"/>
                    <a:pt x="76" y="8"/>
                    <a:pt x="49" y="2"/>
                  </a:cubicBezTo>
                  <a:close/>
                </a:path>
              </a:pathLst>
            </a:custGeom>
            <a:solidFill>
              <a:srgbClr val="E74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1" name="Freeform 544">
              <a:extLst>
                <a:ext uri="{FF2B5EF4-FFF2-40B4-BE49-F238E27FC236}">
                  <a16:creationId xmlns:a16="http://schemas.microsoft.com/office/drawing/2014/main" id="{CC61614B-F27C-4F4D-A73C-B816FAB37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367"/>
              <a:ext cx="112" cy="143"/>
            </a:xfrm>
            <a:custGeom>
              <a:avLst/>
              <a:gdLst>
                <a:gd name="T0" fmla="*/ 156 w 76"/>
                <a:gd name="T1" fmla="*/ 6 h 97"/>
                <a:gd name="T2" fmla="*/ 60 w 76"/>
                <a:gd name="T3" fmla="*/ 147 h 97"/>
                <a:gd name="T4" fmla="*/ 81 w 76"/>
                <a:gd name="T5" fmla="*/ 308 h 97"/>
                <a:gd name="T6" fmla="*/ 156 w 76"/>
                <a:gd name="T7" fmla="*/ 6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97">
                  <a:moveTo>
                    <a:pt x="49" y="2"/>
                  </a:moveTo>
                  <a:cubicBezTo>
                    <a:pt x="36" y="0"/>
                    <a:pt x="28" y="34"/>
                    <a:pt x="19" y="46"/>
                  </a:cubicBezTo>
                  <a:cubicBezTo>
                    <a:pt x="2" y="65"/>
                    <a:pt x="0" y="95"/>
                    <a:pt x="25" y="96"/>
                  </a:cubicBezTo>
                  <a:cubicBezTo>
                    <a:pt x="51" y="97"/>
                    <a:pt x="76" y="8"/>
                    <a:pt x="49" y="2"/>
                  </a:cubicBezTo>
                  <a:close/>
                </a:path>
              </a:pathLst>
            </a:custGeom>
            <a:noFill/>
            <a:ln w="4763" cap="flat">
              <a:solidFill>
                <a:srgbClr val="B2101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2" name="Freeform 545">
              <a:extLst>
                <a:ext uri="{FF2B5EF4-FFF2-40B4-BE49-F238E27FC236}">
                  <a16:creationId xmlns:a16="http://schemas.microsoft.com/office/drawing/2014/main" id="{4881E85F-B785-4B5E-91DC-38A0F070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401"/>
              <a:ext cx="53" cy="80"/>
            </a:xfrm>
            <a:custGeom>
              <a:avLst/>
              <a:gdLst>
                <a:gd name="T0" fmla="*/ 80 w 36"/>
                <a:gd name="T1" fmla="*/ 15 h 54"/>
                <a:gd name="T2" fmla="*/ 96 w 36"/>
                <a:gd name="T3" fmla="*/ 15 h 54"/>
                <a:gd name="T4" fmla="*/ 87 w 36"/>
                <a:gd name="T5" fmla="*/ 108 h 54"/>
                <a:gd name="T6" fmla="*/ 54 w 36"/>
                <a:gd name="T7" fmla="*/ 136 h 54"/>
                <a:gd name="T8" fmla="*/ 13 w 36"/>
                <a:gd name="T9" fmla="*/ 142 h 54"/>
                <a:gd name="T10" fmla="*/ 41 w 36"/>
                <a:gd name="T11" fmla="*/ 176 h 54"/>
                <a:gd name="T12" fmla="*/ 88 w 36"/>
                <a:gd name="T13" fmla="*/ 129 h 54"/>
                <a:gd name="T14" fmla="*/ 109 w 36"/>
                <a:gd name="T15" fmla="*/ 33 h 54"/>
                <a:gd name="T16" fmla="*/ 87 w 36"/>
                <a:gd name="T17" fmla="*/ 19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4">
                  <a:moveTo>
                    <a:pt x="25" y="5"/>
                  </a:moveTo>
                  <a:cubicBezTo>
                    <a:pt x="27" y="5"/>
                    <a:pt x="28" y="5"/>
                    <a:pt x="30" y="5"/>
                  </a:cubicBezTo>
                  <a:cubicBezTo>
                    <a:pt x="34" y="12"/>
                    <a:pt x="30" y="27"/>
                    <a:pt x="27" y="33"/>
                  </a:cubicBezTo>
                  <a:cubicBezTo>
                    <a:pt x="24" y="37"/>
                    <a:pt x="22" y="41"/>
                    <a:pt x="17" y="42"/>
                  </a:cubicBezTo>
                  <a:cubicBezTo>
                    <a:pt x="12" y="44"/>
                    <a:pt x="7" y="40"/>
                    <a:pt x="4" y="44"/>
                  </a:cubicBezTo>
                  <a:cubicBezTo>
                    <a:pt x="0" y="50"/>
                    <a:pt x="7" y="54"/>
                    <a:pt x="13" y="54"/>
                  </a:cubicBezTo>
                  <a:cubicBezTo>
                    <a:pt x="20" y="53"/>
                    <a:pt x="25" y="46"/>
                    <a:pt x="28" y="40"/>
                  </a:cubicBezTo>
                  <a:cubicBezTo>
                    <a:pt x="32" y="32"/>
                    <a:pt x="36" y="19"/>
                    <a:pt x="34" y="10"/>
                  </a:cubicBezTo>
                  <a:cubicBezTo>
                    <a:pt x="34" y="7"/>
                    <a:pt x="29" y="0"/>
                    <a:pt x="27" y="6"/>
                  </a:cubicBezTo>
                </a:path>
              </a:pathLst>
            </a:custGeom>
            <a:solidFill>
              <a:srgbClr val="EA6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3" name="Freeform 546">
              <a:extLst>
                <a:ext uri="{FF2B5EF4-FFF2-40B4-BE49-F238E27FC236}">
                  <a16:creationId xmlns:a16="http://schemas.microsoft.com/office/drawing/2014/main" id="{129C0419-D5C7-403A-8F79-02CC881B7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410"/>
              <a:ext cx="28" cy="38"/>
            </a:xfrm>
            <a:custGeom>
              <a:avLst/>
              <a:gdLst>
                <a:gd name="T0" fmla="*/ 59 w 19"/>
                <a:gd name="T1" fmla="*/ 22 h 26"/>
                <a:gd name="T2" fmla="*/ 47 w 19"/>
                <a:gd name="T3" fmla="*/ 0 h 26"/>
                <a:gd name="T4" fmla="*/ 22 w 19"/>
                <a:gd name="T5" fmla="*/ 19 h 26"/>
                <a:gd name="T6" fmla="*/ 0 w 19"/>
                <a:gd name="T7" fmla="*/ 82 h 26"/>
                <a:gd name="T8" fmla="*/ 22 w 19"/>
                <a:gd name="T9" fmla="*/ 34 h 26"/>
                <a:gd name="T10" fmla="*/ 35 w 19"/>
                <a:gd name="T11" fmla="*/ 32 h 26"/>
                <a:gd name="T12" fmla="*/ 35 w 19"/>
                <a:gd name="T13" fmla="*/ 50 h 26"/>
                <a:gd name="T14" fmla="*/ 55 w 19"/>
                <a:gd name="T15" fmla="*/ 54 h 26"/>
                <a:gd name="T16" fmla="*/ 59 w 19"/>
                <a:gd name="T17" fmla="*/ 2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6">
                  <a:moveTo>
                    <a:pt x="18" y="7"/>
                  </a:moveTo>
                  <a:cubicBezTo>
                    <a:pt x="19" y="5"/>
                    <a:pt x="18" y="1"/>
                    <a:pt x="15" y="0"/>
                  </a:cubicBezTo>
                  <a:cubicBezTo>
                    <a:pt x="12" y="0"/>
                    <a:pt x="9" y="4"/>
                    <a:pt x="7" y="6"/>
                  </a:cubicBezTo>
                  <a:cubicBezTo>
                    <a:pt x="3" y="12"/>
                    <a:pt x="2" y="19"/>
                    <a:pt x="0" y="26"/>
                  </a:cubicBezTo>
                  <a:cubicBezTo>
                    <a:pt x="1" y="21"/>
                    <a:pt x="4" y="15"/>
                    <a:pt x="7" y="11"/>
                  </a:cubicBezTo>
                  <a:cubicBezTo>
                    <a:pt x="8" y="10"/>
                    <a:pt x="10" y="8"/>
                    <a:pt x="11" y="10"/>
                  </a:cubicBezTo>
                  <a:cubicBezTo>
                    <a:pt x="12" y="11"/>
                    <a:pt x="11" y="14"/>
                    <a:pt x="11" y="16"/>
                  </a:cubicBezTo>
                  <a:cubicBezTo>
                    <a:pt x="12" y="20"/>
                    <a:pt x="14" y="22"/>
                    <a:pt x="17" y="17"/>
                  </a:cubicBezTo>
                  <a:cubicBezTo>
                    <a:pt x="18" y="14"/>
                    <a:pt x="18" y="10"/>
                    <a:pt x="18" y="7"/>
                  </a:cubicBezTo>
                </a:path>
              </a:pathLst>
            </a:custGeom>
            <a:solidFill>
              <a:srgbClr val="D62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4" name="Freeform 547">
              <a:extLst>
                <a:ext uri="{FF2B5EF4-FFF2-40B4-BE49-F238E27FC236}">
                  <a16:creationId xmlns:a16="http://schemas.microsoft.com/office/drawing/2014/main" id="{CED700BC-0080-488D-BAEE-066A94397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459"/>
              <a:ext cx="28" cy="16"/>
            </a:xfrm>
            <a:custGeom>
              <a:avLst/>
              <a:gdLst>
                <a:gd name="T0" fmla="*/ 6 w 19"/>
                <a:gd name="T1" fmla="*/ 22 h 11"/>
                <a:gd name="T2" fmla="*/ 41 w 19"/>
                <a:gd name="T3" fmla="*/ 15 h 11"/>
                <a:gd name="T4" fmla="*/ 52 w 19"/>
                <a:gd name="T5" fmla="*/ 9 h 11"/>
                <a:gd name="T6" fmla="*/ 59 w 19"/>
                <a:gd name="T7" fmla="*/ 0 h 11"/>
                <a:gd name="T8" fmla="*/ 52 w 19"/>
                <a:gd name="T9" fmla="*/ 15 h 11"/>
                <a:gd name="T10" fmla="*/ 28 w 19"/>
                <a:gd name="T11" fmla="*/ 32 h 11"/>
                <a:gd name="T12" fmla="*/ 9 w 19"/>
                <a:gd name="T13" fmla="*/ 32 h 11"/>
                <a:gd name="T14" fmla="*/ 6 w 19"/>
                <a:gd name="T15" fmla="*/ 22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">
                  <a:moveTo>
                    <a:pt x="2" y="7"/>
                  </a:moveTo>
                  <a:cubicBezTo>
                    <a:pt x="6" y="9"/>
                    <a:pt x="10" y="8"/>
                    <a:pt x="13" y="5"/>
                  </a:cubicBezTo>
                  <a:cubicBezTo>
                    <a:pt x="15" y="5"/>
                    <a:pt x="15" y="4"/>
                    <a:pt x="16" y="3"/>
                  </a:cubicBezTo>
                  <a:cubicBezTo>
                    <a:pt x="17" y="2"/>
                    <a:pt x="17" y="0"/>
                    <a:pt x="18" y="0"/>
                  </a:cubicBezTo>
                  <a:cubicBezTo>
                    <a:pt x="19" y="1"/>
                    <a:pt x="16" y="4"/>
                    <a:pt x="16" y="5"/>
                  </a:cubicBezTo>
                  <a:cubicBezTo>
                    <a:pt x="14" y="7"/>
                    <a:pt x="12" y="9"/>
                    <a:pt x="9" y="10"/>
                  </a:cubicBezTo>
                  <a:cubicBezTo>
                    <a:pt x="7" y="11"/>
                    <a:pt x="5" y="11"/>
                    <a:pt x="3" y="10"/>
                  </a:cubicBezTo>
                  <a:cubicBezTo>
                    <a:pt x="2" y="10"/>
                    <a:pt x="0" y="8"/>
                    <a:pt x="2" y="7"/>
                  </a:cubicBezTo>
                </a:path>
              </a:pathLst>
            </a:custGeom>
            <a:solidFill>
              <a:srgbClr val="ED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5" name="Freeform 548">
              <a:extLst>
                <a:ext uri="{FF2B5EF4-FFF2-40B4-BE49-F238E27FC236}">
                  <a16:creationId xmlns:a16="http://schemas.microsoft.com/office/drawing/2014/main" id="{EB28AA18-E3E0-4BFE-9165-73E07660A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478"/>
              <a:ext cx="180" cy="186"/>
            </a:xfrm>
            <a:custGeom>
              <a:avLst/>
              <a:gdLst>
                <a:gd name="T0" fmla="*/ 131 w 122"/>
                <a:gd name="T1" fmla="*/ 376 h 126"/>
                <a:gd name="T2" fmla="*/ 243 w 122"/>
                <a:gd name="T3" fmla="*/ 59 h 126"/>
                <a:gd name="T4" fmla="*/ 131 w 122"/>
                <a:gd name="T5" fmla="*/ 376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26">
                  <a:moveTo>
                    <a:pt x="41" y="117"/>
                  </a:moveTo>
                  <a:cubicBezTo>
                    <a:pt x="68" y="126"/>
                    <a:pt x="122" y="36"/>
                    <a:pt x="76" y="18"/>
                  </a:cubicBezTo>
                  <a:cubicBezTo>
                    <a:pt x="29" y="0"/>
                    <a:pt x="0" y="103"/>
                    <a:pt x="41" y="117"/>
                  </a:cubicBezTo>
                  <a:close/>
                </a:path>
              </a:pathLst>
            </a:custGeom>
            <a:solidFill>
              <a:srgbClr val="E74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6" name="Freeform 549">
              <a:extLst>
                <a:ext uri="{FF2B5EF4-FFF2-40B4-BE49-F238E27FC236}">
                  <a16:creationId xmlns:a16="http://schemas.microsoft.com/office/drawing/2014/main" id="{B5F6E249-0E89-44E8-BFB9-A9E6A8DBC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478"/>
              <a:ext cx="180" cy="186"/>
            </a:xfrm>
            <a:custGeom>
              <a:avLst/>
              <a:gdLst>
                <a:gd name="T0" fmla="*/ 131 w 122"/>
                <a:gd name="T1" fmla="*/ 376 h 126"/>
                <a:gd name="T2" fmla="*/ 243 w 122"/>
                <a:gd name="T3" fmla="*/ 59 h 126"/>
                <a:gd name="T4" fmla="*/ 131 w 122"/>
                <a:gd name="T5" fmla="*/ 376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26">
                  <a:moveTo>
                    <a:pt x="41" y="117"/>
                  </a:moveTo>
                  <a:cubicBezTo>
                    <a:pt x="68" y="126"/>
                    <a:pt x="122" y="36"/>
                    <a:pt x="76" y="18"/>
                  </a:cubicBezTo>
                  <a:cubicBezTo>
                    <a:pt x="29" y="0"/>
                    <a:pt x="0" y="103"/>
                    <a:pt x="41" y="117"/>
                  </a:cubicBezTo>
                  <a:close/>
                </a:path>
              </a:pathLst>
            </a:custGeom>
            <a:noFill/>
            <a:ln w="7938" cap="flat">
              <a:solidFill>
                <a:srgbClr val="B2101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7" name="Freeform 550">
              <a:extLst>
                <a:ext uri="{FF2B5EF4-FFF2-40B4-BE49-F238E27FC236}">
                  <a16:creationId xmlns:a16="http://schemas.microsoft.com/office/drawing/2014/main" id="{8F1C6CCB-1861-4BBB-909C-75FD70FEA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534"/>
              <a:ext cx="46" cy="104"/>
            </a:xfrm>
            <a:custGeom>
              <a:avLst/>
              <a:gdLst>
                <a:gd name="T0" fmla="*/ 99 w 31"/>
                <a:gd name="T1" fmla="*/ 126 h 71"/>
                <a:gd name="T2" fmla="*/ 46 w 31"/>
                <a:gd name="T3" fmla="*/ 148 h 71"/>
                <a:gd name="T4" fmla="*/ 15 w 31"/>
                <a:gd name="T5" fmla="*/ 97 h 71"/>
                <a:gd name="T6" fmla="*/ 27 w 31"/>
                <a:gd name="T7" fmla="*/ 38 h 71"/>
                <a:gd name="T8" fmla="*/ 42 w 31"/>
                <a:gd name="T9" fmla="*/ 0 h 71"/>
                <a:gd name="T10" fmla="*/ 22 w 31"/>
                <a:gd name="T11" fmla="*/ 45 h 71"/>
                <a:gd name="T12" fmla="*/ 9 w 31"/>
                <a:gd name="T13" fmla="*/ 91 h 71"/>
                <a:gd name="T14" fmla="*/ 13 w 31"/>
                <a:gd name="T15" fmla="*/ 176 h 71"/>
                <a:gd name="T16" fmla="*/ 99 w 31"/>
                <a:gd name="T17" fmla="*/ 148 h 71"/>
                <a:gd name="T18" fmla="*/ 99 w 31"/>
                <a:gd name="T19" fmla="*/ 129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71">
                  <a:moveTo>
                    <a:pt x="30" y="40"/>
                  </a:moveTo>
                  <a:cubicBezTo>
                    <a:pt x="30" y="46"/>
                    <a:pt x="19" y="48"/>
                    <a:pt x="14" y="47"/>
                  </a:cubicBezTo>
                  <a:cubicBezTo>
                    <a:pt x="7" y="45"/>
                    <a:pt x="5" y="37"/>
                    <a:pt x="5" y="31"/>
                  </a:cubicBezTo>
                  <a:cubicBezTo>
                    <a:pt x="5" y="25"/>
                    <a:pt x="6" y="17"/>
                    <a:pt x="8" y="12"/>
                  </a:cubicBezTo>
                  <a:cubicBezTo>
                    <a:pt x="9" y="9"/>
                    <a:pt x="15" y="3"/>
                    <a:pt x="13" y="0"/>
                  </a:cubicBezTo>
                  <a:cubicBezTo>
                    <a:pt x="10" y="3"/>
                    <a:pt x="8" y="10"/>
                    <a:pt x="7" y="14"/>
                  </a:cubicBezTo>
                  <a:cubicBezTo>
                    <a:pt x="5" y="19"/>
                    <a:pt x="4" y="24"/>
                    <a:pt x="3" y="29"/>
                  </a:cubicBezTo>
                  <a:cubicBezTo>
                    <a:pt x="2" y="38"/>
                    <a:pt x="0" y="48"/>
                    <a:pt x="4" y="56"/>
                  </a:cubicBezTo>
                  <a:cubicBezTo>
                    <a:pt x="12" y="71"/>
                    <a:pt x="26" y="56"/>
                    <a:pt x="30" y="47"/>
                  </a:cubicBezTo>
                  <a:cubicBezTo>
                    <a:pt x="31" y="45"/>
                    <a:pt x="31" y="42"/>
                    <a:pt x="30" y="41"/>
                  </a:cubicBezTo>
                </a:path>
              </a:pathLst>
            </a:custGeom>
            <a:solidFill>
              <a:srgbClr val="EA6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8" name="Freeform 551">
              <a:extLst>
                <a:ext uri="{FF2B5EF4-FFF2-40B4-BE49-F238E27FC236}">
                  <a16:creationId xmlns:a16="http://schemas.microsoft.com/office/drawing/2014/main" id="{DFF13938-29D4-4EF7-AF55-F0C93AE92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534"/>
              <a:ext cx="34" cy="72"/>
            </a:xfrm>
            <a:custGeom>
              <a:avLst/>
              <a:gdLst>
                <a:gd name="T0" fmla="*/ 19 w 23"/>
                <a:gd name="T1" fmla="*/ 141 h 49"/>
                <a:gd name="T2" fmla="*/ 59 w 23"/>
                <a:gd name="T3" fmla="*/ 110 h 49"/>
                <a:gd name="T4" fmla="*/ 72 w 23"/>
                <a:gd name="T5" fmla="*/ 41 h 49"/>
                <a:gd name="T6" fmla="*/ 35 w 23"/>
                <a:gd name="T7" fmla="*/ 0 h 49"/>
                <a:gd name="T8" fmla="*/ 0 w 23"/>
                <a:gd name="T9" fmla="*/ 32 h 49"/>
                <a:gd name="T10" fmla="*/ 33 w 23"/>
                <a:gd name="T11" fmla="*/ 46 h 49"/>
                <a:gd name="T12" fmla="*/ 55 w 23"/>
                <a:gd name="T13" fmla="*/ 75 h 49"/>
                <a:gd name="T14" fmla="*/ 19 w 23"/>
                <a:gd name="T15" fmla="*/ 141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49">
                  <a:moveTo>
                    <a:pt x="6" y="44"/>
                  </a:moveTo>
                  <a:cubicBezTo>
                    <a:pt x="11" y="49"/>
                    <a:pt x="17" y="39"/>
                    <a:pt x="18" y="35"/>
                  </a:cubicBezTo>
                  <a:cubicBezTo>
                    <a:pt x="21" y="28"/>
                    <a:pt x="23" y="20"/>
                    <a:pt x="22" y="13"/>
                  </a:cubicBezTo>
                  <a:cubicBezTo>
                    <a:pt x="21" y="7"/>
                    <a:pt x="17" y="0"/>
                    <a:pt x="11" y="0"/>
                  </a:cubicBezTo>
                  <a:cubicBezTo>
                    <a:pt x="7" y="0"/>
                    <a:pt x="0" y="7"/>
                    <a:pt x="0" y="10"/>
                  </a:cubicBezTo>
                  <a:cubicBezTo>
                    <a:pt x="0" y="16"/>
                    <a:pt x="7" y="13"/>
                    <a:pt x="10" y="14"/>
                  </a:cubicBezTo>
                  <a:cubicBezTo>
                    <a:pt x="16" y="15"/>
                    <a:pt x="17" y="19"/>
                    <a:pt x="17" y="24"/>
                  </a:cubicBezTo>
                  <a:cubicBezTo>
                    <a:pt x="17" y="31"/>
                    <a:pt x="16" y="45"/>
                    <a:pt x="6" y="44"/>
                  </a:cubicBezTo>
                </a:path>
              </a:pathLst>
            </a:custGeom>
            <a:solidFill>
              <a:srgbClr val="D62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9" name="Freeform 552">
              <a:extLst>
                <a:ext uri="{FF2B5EF4-FFF2-40B4-BE49-F238E27FC236}">
                  <a16:creationId xmlns:a16="http://schemas.microsoft.com/office/drawing/2014/main" id="{7C1E643D-1292-411A-98D2-AEB94F45A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590"/>
              <a:ext cx="26" cy="31"/>
            </a:xfrm>
            <a:custGeom>
              <a:avLst/>
              <a:gdLst>
                <a:gd name="T0" fmla="*/ 55 w 18"/>
                <a:gd name="T1" fmla="*/ 55 h 21"/>
                <a:gd name="T2" fmla="*/ 42 w 18"/>
                <a:gd name="T3" fmla="*/ 61 h 21"/>
                <a:gd name="T4" fmla="*/ 29 w 18"/>
                <a:gd name="T5" fmla="*/ 65 h 21"/>
                <a:gd name="T6" fmla="*/ 9 w 18"/>
                <a:gd name="T7" fmla="*/ 52 h 21"/>
                <a:gd name="T8" fmla="*/ 0 w 18"/>
                <a:gd name="T9" fmla="*/ 0 h 21"/>
                <a:gd name="T10" fmla="*/ 48 w 18"/>
                <a:gd name="T11" fmla="*/ 5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1">
                  <a:moveTo>
                    <a:pt x="18" y="17"/>
                  </a:moveTo>
                  <a:cubicBezTo>
                    <a:pt x="17" y="17"/>
                    <a:pt x="16" y="18"/>
                    <a:pt x="14" y="19"/>
                  </a:cubicBezTo>
                  <a:cubicBezTo>
                    <a:pt x="13" y="20"/>
                    <a:pt x="12" y="20"/>
                    <a:pt x="10" y="20"/>
                  </a:cubicBezTo>
                  <a:cubicBezTo>
                    <a:pt x="7" y="20"/>
                    <a:pt x="5" y="18"/>
                    <a:pt x="3" y="16"/>
                  </a:cubicBezTo>
                  <a:cubicBezTo>
                    <a:pt x="0" y="11"/>
                    <a:pt x="0" y="6"/>
                    <a:pt x="0" y="0"/>
                  </a:cubicBezTo>
                  <a:cubicBezTo>
                    <a:pt x="1" y="7"/>
                    <a:pt x="8" y="21"/>
                    <a:pt x="16" y="17"/>
                  </a:cubicBezTo>
                </a:path>
              </a:pathLst>
            </a:custGeom>
            <a:solidFill>
              <a:srgbClr val="ED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0" name="Freeform 553">
              <a:extLst>
                <a:ext uri="{FF2B5EF4-FFF2-40B4-BE49-F238E27FC236}">
                  <a16:creationId xmlns:a16="http://schemas.microsoft.com/office/drawing/2014/main" id="{2F32110D-3115-492B-A990-14EB37D88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874"/>
              <a:ext cx="447" cy="498"/>
            </a:xfrm>
            <a:custGeom>
              <a:avLst/>
              <a:gdLst>
                <a:gd name="T0" fmla="*/ 904 w 304"/>
                <a:gd name="T1" fmla="*/ 365 h 338"/>
                <a:gd name="T2" fmla="*/ 957 w 304"/>
                <a:gd name="T3" fmla="*/ 242 h 338"/>
                <a:gd name="T4" fmla="*/ 872 w 304"/>
                <a:gd name="T5" fmla="*/ 184 h 338"/>
                <a:gd name="T6" fmla="*/ 769 w 304"/>
                <a:gd name="T7" fmla="*/ 119 h 338"/>
                <a:gd name="T8" fmla="*/ 656 w 304"/>
                <a:gd name="T9" fmla="*/ 93 h 338"/>
                <a:gd name="T10" fmla="*/ 594 w 304"/>
                <a:gd name="T11" fmla="*/ 87 h 338"/>
                <a:gd name="T12" fmla="*/ 556 w 304"/>
                <a:gd name="T13" fmla="*/ 147 h 338"/>
                <a:gd name="T14" fmla="*/ 500 w 304"/>
                <a:gd name="T15" fmla="*/ 192 h 338"/>
                <a:gd name="T16" fmla="*/ 432 w 304"/>
                <a:gd name="T17" fmla="*/ 208 h 338"/>
                <a:gd name="T18" fmla="*/ 441 w 304"/>
                <a:gd name="T19" fmla="*/ 290 h 338"/>
                <a:gd name="T20" fmla="*/ 423 w 304"/>
                <a:gd name="T21" fmla="*/ 358 h 338"/>
                <a:gd name="T22" fmla="*/ 365 w 304"/>
                <a:gd name="T23" fmla="*/ 441 h 338"/>
                <a:gd name="T24" fmla="*/ 353 w 304"/>
                <a:gd name="T25" fmla="*/ 454 h 338"/>
                <a:gd name="T26" fmla="*/ 285 w 304"/>
                <a:gd name="T27" fmla="*/ 489 h 338"/>
                <a:gd name="T28" fmla="*/ 262 w 304"/>
                <a:gd name="T29" fmla="*/ 486 h 338"/>
                <a:gd name="T30" fmla="*/ 235 w 304"/>
                <a:gd name="T31" fmla="*/ 508 h 338"/>
                <a:gd name="T32" fmla="*/ 222 w 304"/>
                <a:gd name="T33" fmla="*/ 563 h 338"/>
                <a:gd name="T34" fmla="*/ 169 w 304"/>
                <a:gd name="T35" fmla="*/ 588 h 338"/>
                <a:gd name="T36" fmla="*/ 128 w 304"/>
                <a:gd name="T37" fmla="*/ 614 h 338"/>
                <a:gd name="T38" fmla="*/ 75 w 304"/>
                <a:gd name="T39" fmla="*/ 716 h 338"/>
                <a:gd name="T40" fmla="*/ 51 w 304"/>
                <a:gd name="T41" fmla="*/ 784 h 338"/>
                <a:gd name="T42" fmla="*/ 68 w 304"/>
                <a:gd name="T43" fmla="*/ 840 h 338"/>
                <a:gd name="T44" fmla="*/ 75 w 304"/>
                <a:gd name="T45" fmla="*/ 1008 h 338"/>
                <a:gd name="T46" fmla="*/ 106 w 304"/>
                <a:gd name="T47" fmla="*/ 1014 h 338"/>
                <a:gd name="T48" fmla="*/ 121 w 304"/>
                <a:gd name="T49" fmla="*/ 1049 h 338"/>
                <a:gd name="T50" fmla="*/ 203 w 304"/>
                <a:gd name="T51" fmla="*/ 1033 h 338"/>
                <a:gd name="T52" fmla="*/ 262 w 304"/>
                <a:gd name="T53" fmla="*/ 1059 h 338"/>
                <a:gd name="T54" fmla="*/ 344 w 304"/>
                <a:gd name="T55" fmla="*/ 1014 h 338"/>
                <a:gd name="T56" fmla="*/ 418 w 304"/>
                <a:gd name="T57" fmla="*/ 1036 h 338"/>
                <a:gd name="T58" fmla="*/ 447 w 304"/>
                <a:gd name="T59" fmla="*/ 1018 h 338"/>
                <a:gd name="T60" fmla="*/ 468 w 304"/>
                <a:gd name="T61" fmla="*/ 1014 h 338"/>
                <a:gd name="T62" fmla="*/ 521 w 304"/>
                <a:gd name="T63" fmla="*/ 1020 h 338"/>
                <a:gd name="T64" fmla="*/ 573 w 304"/>
                <a:gd name="T65" fmla="*/ 937 h 338"/>
                <a:gd name="T66" fmla="*/ 616 w 304"/>
                <a:gd name="T67" fmla="*/ 905 h 338"/>
                <a:gd name="T68" fmla="*/ 640 w 304"/>
                <a:gd name="T69" fmla="*/ 847 h 338"/>
                <a:gd name="T70" fmla="*/ 684 w 304"/>
                <a:gd name="T71" fmla="*/ 803 h 338"/>
                <a:gd name="T72" fmla="*/ 698 w 304"/>
                <a:gd name="T73" fmla="*/ 790 h 338"/>
                <a:gd name="T74" fmla="*/ 731 w 304"/>
                <a:gd name="T75" fmla="*/ 710 h 338"/>
                <a:gd name="T76" fmla="*/ 837 w 304"/>
                <a:gd name="T77" fmla="*/ 623 h 338"/>
                <a:gd name="T78" fmla="*/ 873 w 304"/>
                <a:gd name="T79" fmla="*/ 567 h 338"/>
                <a:gd name="T80" fmla="*/ 865 w 304"/>
                <a:gd name="T81" fmla="*/ 514 h 338"/>
                <a:gd name="T82" fmla="*/ 904 w 304"/>
                <a:gd name="T83" fmla="*/ 480 h 338"/>
                <a:gd name="T84" fmla="*/ 904 w 304"/>
                <a:gd name="T85" fmla="*/ 365 h 33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4" h="338">
                  <a:moveTo>
                    <a:pt x="284" y="114"/>
                  </a:moveTo>
                  <a:cubicBezTo>
                    <a:pt x="295" y="105"/>
                    <a:pt x="304" y="91"/>
                    <a:pt x="301" y="75"/>
                  </a:cubicBezTo>
                  <a:cubicBezTo>
                    <a:pt x="299" y="65"/>
                    <a:pt x="284" y="44"/>
                    <a:pt x="274" y="58"/>
                  </a:cubicBezTo>
                  <a:cubicBezTo>
                    <a:pt x="269" y="49"/>
                    <a:pt x="254" y="34"/>
                    <a:pt x="242" y="37"/>
                  </a:cubicBezTo>
                  <a:cubicBezTo>
                    <a:pt x="242" y="14"/>
                    <a:pt x="222" y="0"/>
                    <a:pt x="206" y="29"/>
                  </a:cubicBezTo>
                  <a:cubicBezTo>
                    <a:pt x="199" y="26"/>
                    <a:pt x="195" y="22"/>
                    <a:pt x="187" y="27"/>
                  </a:cubicBezTo>
                  <a:cubicBezTo>
                    <a:pt x="180" y="31"/>
                    <a:pt x="174" y="38"/>
                    <a:pt x="175" y="46"/>
                  </a:cubicBezTo>
                  <a:cubicBezTo>
                    <a:pt x="163" y="44"/>
                    <a:pt x="161" y="49"/>
                    <a:pt x="157" y="60"/>
                  </a:cubicBezTo>
                  <a:cubicBezTo>
                    <a:pt x="150" y="60"/>
                    <a:pt x="142" y="58"/>
                    <a:pt x="136" y="65"/>
                  </a:cubicBezTo>
                  <a:cubicBezTo>
                    <a:pt x="130" y="71"/>
                    <a:pt x="133" y="86"/>
                    <a:pt x="139" y="91"/>
                  </a:cubicBezTo>
                  <a:cubicBezTo>
                    <a:pt x="131" y="92"/>
                    <a:pt x="130" y="106"/>
                    <a:pt x="133" y="112"/>
                  </a:cubicBezTo>
                  <a:cubicBezTo>
                    <a:pt x="122" y="114"/>
                    <a:pt x="117" y="127"/>
                    <a:pt x="115" y="138"/>
                  </a:cubicBezTo>
                  <a:cubicBezTo>
                    <a:pt x="114" y="139"/>
                    <a:pt x="112" y="140"/>
                    <a:pt x="111" y="142"/>
                  </a:cubicBezTo>
                  <a:cubicBezTo>
                    <a:pt x="94" y="138"/>
                    <a:pt x="97" y="153"/>
                    <a:pt x="90" y="153"/>
                  </a:cubicBezTo>
                  <a:cubicBezTo>
                    <a:pt x="87" y="153"/>
                    <a:pt x="86" y="151"/>
                    <a:pt x="82" y="152"/>
                  </a:cubicBezTo>
                  <a:cubicBezTo>
                    <a:pt x="79" y="153"/>
                    <a:pt x="76" y="157"/>
                    <a:pt x="74" y="159"/>
                  </a:cubicBezTo>
                  <a:cubicBezTo>
                    <a:pt x="71" y="164"/>
                    <a:pt x="73" y="173"/>
                    <a:pt x="70" y="176"/>
                  </a:cubicBezTo>
                  <a:cubicBezTo>
                    <a:pt x="65" y="180"/>
                    <a:pt x="58" y="176"/>
                    <a:pt x="53" y="184"/>
                  </a:cubicBezTo>
                  <a:cubicBezTo>
                    <a:pt x="47" y="193"/>
                    <a:pt x="50" y="192"/>
                    <a:pt x="40" y="192"/>
                  </a:cubicBezTo>
                  <a:cubicBezTo>
                    <a:pt x="30" y="193"/>
                    <a:pt x="14" y="214"/>
                    <a:pt x="24" y="224"/>
                  </a:cubicBezTo>
                  <a:cubicBezTo>
                    <a:pt x="19" y="229"/>
                    <a:pt x="15" y="237"/>
                    <a:pt x="16" y="245"/>
                  </a:cubicBezTo>
                  <a:cubicBezTo>
                    <a:pt x="17" y="252"/>
                    <a:pt x="23" y="256"/>
                    <a:pt x="21" y="263"/>
                  </a:cubicBezTo>
                  <a:cubicBezTo>
                    <a:pt x="18" y="278"/>
                    <a:pt x="0" y="305"/>
                    <a:pt x="24" y="315"/>
                  </a:cubicBezTo>
                  <a:cubicBezTo>
                    <a:pt x="28" y="316"/>
                    <a:pt x="31" y="314"/>
                    <a:pt x="33" y="317"/>
                  </a:cubicBezTo>
                  <a:cubicBezTo>
                    <a:pt x="35" y="319"/>
                    <a:pt x="34" y="325"/>
                    <a:pt x="38" y="328"/>
                  </a:cubicBezTo>
                  <a:cubicBezTo>
                    <a:pt x="49" y="338"/>
                    <a:pt x="55" y="327"/>
                    <a:pt x="64" y="323"/>
                  </a:cubicBezTo>
                  <a:cubicBezTo>
                    <a:pt x="74" y="319"/>
                    <a:pt x="75" y="327"/>
                    <a:pt x="82" y="331"/>
                  </a:cubicBezTo>
                  <a:cubicBezTo>
                    <a:pt x="94" y="338"/>
                    <a:pt x="102" y="325"/>
                    <a:pt x="108" y="317"/>
                  </a:cubicBezTo>
                  <a:cubicBezTo>
                    <a:pt x="113" y="322"/>
                    <a:pt x="124" y="324"/>
                    <a:pt x="131" y="324"/>
                  </a:cubicBezTo>
                  <a:cubicBezTo>
                    <a:pt x="137" y="323"/>
                    <a:pt x="137" y="321"/>
                    <a:pt x="141" y="318"/>
                  </a:cubicBezTo>
                  <a:cubicBezTo>
                    <a:pt x="145" y="317"/>
                    <a:pt x="143" y="317"/>
                    <a:pt x="147" y="317"/>
                  </a:cubicBezTo>
                  <a:cubicBezTo>
                    <a:pt x="153" y="318"/>
                    <a:pt x="158" y="323"/>
                    <a:pt x="164" y="319"/>
                  </a:cubicBezTo>
                  <a:cubicBezTo>
                    <a:pt x="171" y="316"/>
                    <a:pt x="179" y="299"/>
                    <a:pt x="180" y="293"/>
                  </a:cubicBezTo>
                  <a:cubicBezTo>
                    <a:pt x="187" y="293"/>
                    <a:pt x="190" y="288"/>
                    <a:pt x="194" y="283"/>
                  </a:cubicBezTo>
                  <a:cubicBezTo>
                    <a:pt x="200" y="276"/>
                    <a:pt x="198" y="273"/>
                    <a:pt x="201" y="265"/>
                  </a:cubicBezTo>
                  <a:cubicBezTo>
                    <a:pt x="203" y="258"/>
                    <a:pt x="209" y="255"/>
                    <a:pt x="215" y="251"/>
                  </a:cubicBezTo>
                  <a:cubicBezTo>
                    <a:pt x="216" y="250"/>
                    <a:pt x="218" y="249"/>
                    <a:pt x="220" y="247"/>
                  </a:cubicBezTo>
                  <a:cubicBezTo>
                    <a:pt x="227" y="240"/>
                    <a:pt x="225" y="230"/>
                    <a:pt x="230" y="222"/>
                  </a:cubicBezTo>
                  <a:cubicBezTo>
                    <a:pt x="242" y="215"/>
                    <a:pt x="257" y="208"/>
                    <a:pt x="263" y="195"/>
                  </a:cubicBezTo>
                  <a:cubicBezTo>
                    <a:pt x="269" y="190"/>
                    <a:pt x="274" y="184"/>
                    <a:pt x="275" y="177"/>
                  </a:cubicBezTo>
                  <a:cubicBezTo>
                    <a:pt x="276" y="172"/>
                    <a:pt x="271" y="166"/>
                    <a:pt x="272" y="161"/>
                  </a:cubicBezTo>
                  <a:cubicBezTo>
                    <a:pt x="273" y="157"/>
                    <a:pt x="282" y="154"/>
                    <a:pt x="284" y="150"/>
                  </a:cubicBezTo>
                  <a:cubicBezTo>
                    <a:pt x="291" y="142"/>
                    <a:pt x="294" y="121"/>
                    <a:pt x="284" y="114"/>
                  </a:cubicBezTo>
                  <a:close/>
                </a:path>
              </a:pathLst>
            </a:custGeom>
            <a:solidFill>
              <a:srgbClr val="A72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1" name="Freeform 554">
              <a:extLst>
                <a:ext uri="{FF2B5EF4-FFF2-40B4-BE49-F238E27FC236}">
                  <a16:creationId xmlns:a16="http://schemas.microsoft.com/office/drawing/2014/main" id="{2B09233C-DBF5-45B2-850B-0C55E5C7D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874"/>
              <a:ext cx="447" cy="498"/>
            </a:xfrm>
            <a:custGeom>
              <a:avLst/>
              <a:gdLst>
                <a:gd name="T0" fmla="*/ 904 w 304"/>
                <a:gd name="T1" fmla="*/ 365 h 338"/>
                <a:gd name="T2" fmla="*/ 957 w 304"/>
                <a:gd name="T3" fmla="*/ 242 h 338"/>
                <a:gd name="T4" fmla="*/ 872 w 304"/>
                <a:gd name="T5" fmla="*/ 184 h 338"/>
                <a:gd name="T6" fmla="*/ 769 w 304"/>
                <a:gd name="T7" fmla="*/ 119 h 338"/>
                <a:gd name="T8" fmla="*/ 656 w 304"/>
                <a:gd name="T9" fmla="*/ 93 h 338"/>
                <a:gd name="T10" fmla="*/ 594 w 304"/>
                <a:gd name="T11" fmla="*/ 87 h 338"/>
                <a:gd name="T12" fmla="*/ 556 w 304"/>
                <a:gd name="T13" fmla="*/ 147 h 338"/>
                <a:gd name="T14" fmla="*/ 500 w 304"/>
                <a:gd name="T15" fmla="*/ 192 h 338"/>
                <a:gd name="T16" fmla="*/ 432 w 304"/>
                <a:gd name="T17" fmla="*/ 208 h 338"/>
                <a:gd name="T18" fmla="*/ 441 w 304"/>
                <a:gd name="T19" fmla="*/ 290 h 338"/>
                <a:gd name="T20" fmla="*/ 423 w 304"/>
                <a:gd name="T21" fmla="*/ 358 h 338"/>
                <a:gd name="T22" fmla="*/ 365 w 304"/>
                <a:gd name="T23" fmla="*/ 441 h 338"/>
                <a:gd name="T24" fmla="*/ 353 w 304"/>
                <a:gd name="T25" fmla="*/ 454 h 338"/>
                <a:gd name="T26" fmla="*/ 285 w 304"/>
                <a:gd name="T27" fmla="*/ 489 h 338"/>
                <a:gd name="T28" fmla="*/ 262 w 304"/>
                <a:gd name="T29" fmla="*/ 486 h 338"/>
                <a:gd name="T30" fmla="*/ 235 w 304"/>
                <a:gd name="T31" fmla="*/ 508 h 338"/>
                <a:gd name="T32" fmla="*/ 222 w 304"/>
                <a:gd name="T33" fmla="*/ 563 h 338"/>
                <a:gd name="T34" fmla="*/ 169 w 304"/>
                <a:gd name="T35" fmla="*/ 588 h 338"/>
                <a:gd name="T36" fmla="*/ 128 w 304"/>
                <a:gd name="T37" fmla="*/ 614 h 338"/>
                <a:gd name="T38" fmla="*/ 75 w 304"/>
                <a:gd name="T39" fmla="*/ 716 h 338"/>
                <a:gd name="T40" fmla="*/ 51 w 304"/>
                <a:gd name="T41" fmla="*/ 784 h 338"/>
                <a:gd name="T42" fmla="*/ 68 w 304"/>
                <a:gd name="T43" fmla="*/ 840 h 338"/>
                <a:gd name="T44" fmla="*/ 75 w 304"/>
                <a:gd name="T45" fmla="*/ 1008 h 338"/>
                <a:gd name="T46" fmla="*/ 106 w 304"/>
                <a:gd name="T47" fmla="*/ 1014 h 338"/>
                <a:gd name="T48" fmla="*/ 121 w 304"/>
                <a:gd name="T49" fmla="*/ 1049 h 338"/>
                <a:gd name="T50" fmla="*/ 203 w 304"/>
                <a:gd name="T51" fmla="*/ 1033 h 338"/>
                <a:gd name="T52" fmla="*/ 262 w 304"/>
                <a:gd name="T53" fmla="*/ 1059 h 338"/>
                <a:gd name="T54" fmla="*/ 344 w 304"/>
                <a:gd name="T55" fmla="*/ 1014 h 338"/>
                <a:gd name="T56" fmla="*/ 418 w 304"/>
                <a:gd name="T57" fmla="*/ 1036 h 338"/>
                <a:gd name="T58" fmla="*/ 447 w 304"/>
                <a:gd name="T59" fmla="*/ 1018 h 338"/>
                <a:gd name="T60" fmla="*/ 468 w 304"/>
                <a:gd name="T61" fmla="*/ 1014 h 338"/>
                <a:gd name="T62" fmla="*/ 521 w 304"/>
                <a:gd name="T63" fmla="*/ 1020 h 338"/>
                <a:gd name="T64" fmla="*/ 573 w 304"/>
                <a:gd name="T65" fmla="*/ 937 h 338"/>
                <a:gd name="T66" fmla="*/ 616 w 304"/>
                <a:gd name="T67" fmla="*/ 905 h 338"/>
                <a:gd name="T68" fmla="*/ 640 w 304"/>
                <a:gd name="T69" fmla="*/ 847 h 338"/>
                <a:gd name="T70" fmla="*/ 684 w 304"/>
                <a:gd name="T71" fmla="*/ 803 h 338"/>
                <a:gd name="T72" fmla="*/ 698 w 304"/>
                <a:gd name="T73" fmla="*/ 790 h 338"/>
                <a:gd name="T74" fmla="*/ 731 w 304"/>
                <a:gd name="T75" fmla="*/ 710 h 338"/>
                <a:gd name="T76" fmla="*/ 837 w 304"/>
                <a:gd name="T77" fmla="*/ 623 h 338"/>
                <a:gd name="T78" fmla="*/ 873 w 304"/>
                <a:gd name="T79" fmla="*/ 567 h 338"/>
                <a:gd name="T80" fmla="*/ 865 w 304"/>
                <a:gd name="T81" fmla="*/ 514 h 338"/>
                <a:gd name="T82" fmla="*/ 904 w 304"/>
                <a:gd name="T83" fmla="*/ 480 h 338"/>
                <a:gd name="T84" fmla="*/ 904 w 304"/>
                <a:gd name="T85" fmla="*/ 365 h 33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4" h="338">
                  <a:moveTo>
                    <a:pt x="284" y="114"/>
                  </a:moveTo>
                  <a:cubicBezTo>
                    <a:pt x="295" y="105"/>
                    <a:pt x="304" y="91"/>
                    <a:pt x="301" y="75"/>
                  </a:cubicBezTo>
                  <a:cubicBezTo>
                    <a:pt x="299" y="65"/>
                    <a:pt x="284" y="44"/>
                    <a:pt x="274" y="58"/>
                  </a:cubicBezTo>
                  <a:cubicBezTo>
                    <a:pt x="269" y="49"/>
                    <a:pt x="254" y="34"/>
                    <a:pt x="242" y="37"/>
                  </a:cubicBezTo>
                  <a:cubicBezTo>
                    <a:pt x="242" y="14"/>
                    <a:pt x="222" y="0"/>
                    <a:pt x="206" y="29"/>
                  </a:cubicBezTo>
                  <a:cubicBezTo>
                    <a:pt x="199" y="26"/>
                    <a:pt x="195" y="22"/>
                    <a:pt x="187" y="27"/>
                  </a:cubicBezTo>
                  <a:cubicBezTo>
                    <a:pt x="180" y="31"/>
                    <a:pt x="174" y="38"/>
                    <a:pt x="175" y="46"/>
                  </a:cubicBezTo>
                  <a:cubicBezTo>
                    <a:pt x="163" y="44"/>
                    <a:pt x="161" y="49"/>
                    <a:pt x="157" y="60"/>
                  </a:cubicBezTo>
                  <a:cubicBezTo>
                    <a:pt x="150" y="60"/>
                    <a:pt x="142" y="58"/>
                    <a:pt x="136" y="65"/>
                  </a:cubicBezTo>
                  <a:cubicBezTo>
                    <a:pt x="130" y="71"/>
                    <a:pt x="133" y="86"/>
                    <a:pt x="139" y="91"/>
                  </a:cubicBezTo>
                  <a:cubicBezTo>
                    <a:pt x="131" y="92"/>
                    <a:pt x="130" y="106"/>
                    <a:pt x="133" y="112"/>
                  </a:cubicBezTo>
                  <a:cubicBezTo>
                    <a:pt x="122" y="114"/>
                    <a:pt x="117" y="127"/>
                    <a:pt x="115" y="138"/>
                  </a:cubicBezTo>
                  <a:cubicBezTo>
                    <a:pt x="114" y="139"/>
                    <a:pt x="112" y="140"/>
                    <a:pt x="111" y="142"/>
                  </a:cubicBezTo>
                  <a:cubicBezTo>
                    <a:pt x="94" y="139"/>
                    <a:pt x="97" y="153"/>
                    <a:pt x="90" y="153"/>
                  </a:cubicBezTo>
                  <a:cubicBezTo>
                    <a:pt x="87" y="153"/>
                    <a:pt x="86" y="151"/>
                    <a:pt x="82" y="152"/>
                  </a:cubicBezTo>
                  <a:cubicBezTo>
                    <a:pt x="79" y="153"/>
                    <a:pt x="76" y="157"/>
                    <a:pt x="74" y="159"/>
                  </a:cubicBezTo>
                  <a:cubicBezTo>
                    <a:pt x="71" y="164"/>
                    <a:pt x="73" y="173"/>
                    <a:pt x="70" y="176"/>
                  </a:cubicBezTo>
                  <a:cubicBezTo>
                    <a:pt x="65" y="180"/>
                    <a:pt x="58" y="176"/>
                    <a:pt x="53" y="184"/>
                  </a:cubicBezTo>
                  <a:cubicBezTo>
                    <a:pt x="47" y="193"/>
                    <a:pt x="50" y="192"/>
                    <a:pt x="40" y="192"/>
                  </a:cubicBezTo>
                  <a:cubicBezTo>
                    <a:pt x="30" y="193"/>
                    <a:pt x="14" y="214"/>
                    <a:pt x="24" y="224"/>
                  </a:cubicBezTo>
                  <a:cubicBezTo>
                    <a:pt x="19" y="229"/>
                    <a:pt x="15" y="237"/>
                    <a:pt x="16" y="245"/>
                  </a:cubicBezTo>
                  <a:cubicBezTo>
                    <a:pt x="17" y="252"/>
                    <a:pt x="23" y="256"/>
                    <a:pt x="21" y="263"/>
                  </a:cubicBezTo>
                  <a:cubicBezTo>
                    <a:pt x="18" y="278"/>
                    <a:pt x="0" y="305"/>
                    <a:pt x="24" y="315"/>
                  </a:cubicBezTo>
                  <a:cubicBezTo>
                    <a:pt x="28" y="316"/>
                    <a:pt x="31" y="314"/>
                    <a:pt x="33" y="317"/>
                  </a:cubicBezTo>
                  <a:cubicBezTo>
                    <a:pt x="35" y="319"/>
                    <a:pt x="34" y="325"/>
                    <a:pt x="38" y="328"/>
                  </a:cubicBezTo>
                  <a:cubicBezTo>
                    <a:pt x="49" y="338"/>
                    <a:pt x="55" y="327"/>
                    <a:pt x="64" y="323"/>
                  </a:cubicBezTo>
                  <a:cubicBezTo>
                    <a:pt x="74" y="319"/>
                    <a:pt x="75" y="327"/>
                    <a:pt x="82" y="331"/>
                  </a:cubicBezTo>
                  <a:cubicBezTo>
                    <a:pt x="94" y="338"/>
                    <a:pt x="102" y="325"/>
                    <a:pt x="108" y="317"/>
                  </a:cubicBezTo>
                  <a:cubicBezTo>
                    <a:pt x="113" y="322"/>
                    <a:pt x="124" y="324"/>
                    <a:pt x="131" y="324"/>
                  </a:cubicBezTo>
                  <a:cubicBezTo>
                    <a:pt x="137" y="323"/>
                    <a:pt x="137" y="321"/>
                    <a:pt x="141" y="318"/>
                  </a:cubicBezTo>
                  <a:cubicBezTo>
                    <a:pt x="145" y="317"/>
                    <a:pt x="143" y="317"/>
                    <a:pt x="147" y="317"/>
                  </a:cubicBezTo>
                  <a:cubicBezTo>
                    <a:pt x="153" y="318"/>
                    <a:pt x="158" y="323"/>
                    <a:pt x="164" y="319"/>
                  </a:cubicBezTo>
                  <a:cubicBezTo>
                    <a:pt x="171" y="316"/>
                    <a:pt x="179" y="299"/>
                    <a:pt x="180" y="293"/>
                  </a:cubicBezTo>
                  <a:cubicBezTo>
                    <a:pt x="187" y="293"/>
                    <a:pt x="190" y="288"/>
                    <a:pt x="194" y="283"/>
                  </a:cubicBezTo>
                  <a:cubicBezTo>
                    <a:pt x="200" y="276"/>
                    <a:pt x="198" y="273"/>
                    <a:pt x="201" y="265"/>
                  </a:cubicBezTo>
                  <a:cubicBezTo>
                    <a:pt x="203" y="258"/>
                    <a:pt x="209" y="255"/>
                    <a:pt x="215" y="251"/>
                  </a:cubicBezTo>
                  <a:cubicBezTo>
                    <a:pt x="216" y="250"/>
                    <a:pt x="218" y="249"/>
                    <a:pt x="220" y="247"/>
                  </a:cubicBezTo>
                  <a:cubicBezTo>
                    <a:pt x="227" y="240"/>
                    <a:pt x="225" y="230"/>
                    <a:pt x="230" y="222"/>
                  </a:cubicBezTo>
                  <a:cubicBezTo>
                    <a:pt x="242" y="215"/>
                    <a:pt x="257" y="208"/>
                    <a:pt x="263" y="195"/>
                  </a:cubicBezTo>
                  <a:cubicBezTo>
                    <a:pt x="269" y="190"/>
                    <a:pt x="274" y="184"/>
                    <a:pt x="275" y="177"/>
                  </a:cubicBezTo>
                  <a:cubicBezTo>
                    <a:pt x="276" y="172"/>
                    <a:pt x="271" y="166"/>
                    <a:pt x="272" y="161"/>
                  </a:cubicBezTo>
                  <a:cubicBezTo>
                    <a:pt x="273" y="157"/>
                    <a:pt x="282" y="154"/>
                    <a:pt x="284" y="150"/>
                  </a:cubicBezTo>
                  <a:cubicBezTo>
                    <a:pt x="291" y="142"/>
                    <a:pt x="294" y="121"/>
                    <a:pt x="284" y="114"/>
                  </a:cubicBezTo>
                  <a:close/>
                </a:path>
              </a:pathLst>
            </a:custGeom>
            <a:noFill/>
            <a:ln w="7938" cap="flat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2" name="Freeform 555">
              <a:extLst>
                <a:ext uri="{FF2B5EF4-FFF2-40B4-BE49-F238E27FC236}">
                  <a16:creationId xmlns:a16="http://schemas.microsoft.com/office/drawing/2014/main" id="{363D9AB3-2AC9-449A-A6A3-F6699B111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024"/>
              <a:ext cx="90" cy="105"/>
            </a:xfrm>
            <a:custGeom>
              <a:avLst/>
              <a:gdLst>
                <a:gd name="T0" fmla="*/ 196 w 61"/>
                <a:gd name="T1" fmla="*/ 191 h 71"/>
                <a:gd name="T2" fmla="*/ 81 w 61"/>
                <a:gd name="T3" fmla="*/ 229 h 71"/>
                <a:gd name="T4" fmla="*/ 9 w 61"/>
                <a:gd name="T5" fmla="*/ 170 h 71"/>
                <a:gd name="T6" fmla="*/ 177 w 61"/>
                <a:gd name="T7" fmla="*/ 28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71">
                  <a:moveTo>
                    <a:pt x="61" y="59"/>
                  </a:moveTo>
                  <a:cubicBezTo>
                    <a:pt x="48" y="62"/>
                    <a:pt x="38" y="71"/>
                    <a:pt x="25" y="71"/>
                  </a:cubicBezTo>
                  <a:cubicBezTo>
                    <a:pt x="13" y="71"/>
                    <a:pt x="0" y="70"/>
                    <a:pt x="3" y="53"/>
                  </a:cubicBezTo>
                  <a:cubicBezTo>
                    <a:pt x="6" y="28"/>
                    <a:pt x="36" y="0"/>
                    <a:pt x="55" y="9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3" name="Freeform 556">
              <a:extLst>
                <a:ext uri="{FF2B5EF4-FFF2-40B4-BE49-F238E27FC236}">
                  <a16:creationId xmlns:a16="http://schemas.microsoft.com/office/drawing/2014/main" id="{E21C8B67-7CE1-4D4E-B5F8-C862327C5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114"/>
              <a:ext cx="141" cy="102"/>
            </a:xfrm>
            <a:custGeom>
              <a:avLst/>
              <a:gdLst>
                <a:gd name="T0" fmla="*/ 276 w 96"/>
                <a:gd name="T1" fmla="*/ 35 h 69"/>
                <a:gd name="T2" fmla="*/ 231 w 96"/>
                <a:gd name="T3" fmla="*/ 191 h 69"/>
                <a:gd name="T4" fmla="*/ 147 w 96"/>
                <a:gd name="T5" fmla="*/ 220 h 69"/>
                <a:gd name="T6" fmla="*/ 56 w 96"/>
                <a:gd name="T7" fmla="*/ 216 h 69"/>
                <a:gd name="T8" fmla="*/ 0 w 96"/>
                <a:gd name="T9" fmla="*/ 123 h 69"/>
                <a:gd name="T10" fmla="*/ 68 w 96"/>
                <a:gd name="T11" fmla="*/ 1 h 69"/>
                <a:gd name="T12" fmla="*/ 73 w 96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69">
                  <a:moveTo>
                    <a:pt x="87" y="11"/>
                  </a:moveTo>
                  <a:cubicBezTo>
                    <a:pt x="96" y="23"/>
                    <a:pt x="86" y="48"/>
                    <a:pt x="73" y="59"/>
                  </a:cubicBezTo>
                  <a:cubicBezTo>
                    <a:pt x="64" y="67"/>
                    <a:pt x="55" y="69"/>
                    <a:pt x="46" y="68"/>
                  </a:cubicBezTo>
                  <a:cubicBezTo>
                    <a:pt x="36" y="68"/>
                    <a:pt x="27" y="68"/>
                    <a:pt x="18" y="67"/>
                  </a:cubicBezTo>
                  <a:cubicBezTo>
                    <a:pt x="6" y="65"/>
                    <a:pt x="0" y="53"/>
                    <a:pt x="0" y="38"/>
                  </a:cubicBezTo>
                  <a:cubicBezTo>
                    <a:pt x="0" y="22"/>
                    <a:pt x="10" y="11"/>
                    <a:pt x="21" y="1"/>
                  </a:cubicBezTo>
                  <a:cubicBezTo>
                    <a:pt x="22" y="1"/>
                    <a:pt x="22" y="0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4" name="Freeform 557">
              <a:extLst>
                <a:ext uri="{FF2B5EF4-FFF2-40B4-BE49-F238E27FC236}">
                  <a16:creationId xmlns:a16="http://schemas.microsoft.com/office/drawing/2014/main" id="{2FF2DB8F-DDA3-4516-9DE7-7C7A15869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207"/>
              <a:ext cx="59" cy="113"/>
            </a:xfrm>
            <a:custGeom>
              <a:avLst/>
              <a:gdLst>
                <a:gd name="T0" fmla="*/ 109 w 40"/>
                <a:gd name="T1" fmla="*/ 244 h 77"/>
                <a:gd name="T2" fmla="*/ 115 w 40"/>
                <a:gd name="T3" fmla="*/ 222 h 77"/>
                <a:gd name="T4" fmla="*/ 122 w 40"/>
                <a:gd name="T5" fmla="*/ 183 h 77"/>
                <a:gd name="T6" fmla="*/ 106 w 40"/>
                <a:gd name="T7" fmla="*/ 47 h 77"/>
                <a:gd name="T8" fmla="*/ 28 w 40"/>
                <a:gd name="T9" fmla="*/ 26 h 77"/>
                <a:gd name="T10" fmla="*/ 6 w 40"/>
                <a:gd name="T11" fmla="*/ 75 h 77"/>
                <a:gd name="T12" fmla="*/ 0 w 40"/>
                <a:gd name="T13" fmla="*/ 135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7">
                  <a:moveTo>
                    <a:pt x="34" y="77"/>
                  </a:moveTo>
                  <a:cubicBezTo>
                    <a:pt x="35" y="75"/>
                    <a:pt x="36" y="72"/>
                    <a:pt x="36" y="70"/>
                  </a:cubicBezTo>
                  <a:cubicBezTo>
                    <a:pt x="37" y="66"/>
                    <a:pt x="37" y="62"/>
                    <a:pt x="38" y="58"/>
                  </a:cubicBezTo>
                  <a:cubicBezTo>
                    <a:pt x="40" y="42"/>
                    <a:pt x="38" y="28"/>
                    <a:pt x="33" y="15"/>
                  </a:cubicBezTo>
                  <a:cubicBezTo>
                    <a:pt x="29" y="8"/>
                    <a:pt x="19" y="0"/>
                    <a:pt x="9" y="8"/>
                  </a:cubicBezTo>
                  <a:cubicBezTo>
                    <a:pt x="4" y="13"/>
                    <a:pt x="3" y="19"/>
                    <a:pt x="2" y="24"/>
                  </a:cubicBezTo>
                  <a:cubicBezTo>
                    <a:pt x="2" y="31"/>
                    <a:pt x="1" y="37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5" name="Freeform 558">
              <a:extLst>
                <a:ext uri="{FF2B5EF4-FFF2-40B4-BE49-F238E27FC236}">
                  <a16:creationId xmlns:a16="http://schemas.microsoft.com/office/drawing/2014/main" id="{FCB41F78-D986-447D-A4E4-602A0AB18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210"/>
              <a:ext cx="84" cy="48"/>
            </a:xfrm>
            <a:custGeom>
              <a:avLst/>
              <a:gdLst>
                <a:gd name="T0" fmla="*/ 169 w 57"/>
                <a:gd name="T1" fmla="*/ 0 h 33"/>
                <a:gd name="T2" fmla="*/ 83 w 57"/>
                <a:gd name="T3" fmla="*/ 83 h 33"/>
                <a:gd name="T4" fmla="*/ 0 w 57"/>
                <a:gd name="T5" fmla="*/ 7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3">
                  <a:moveTo>
                    <a:pt x="53" y="0"/>
                  </a:moveTo>
                  <a:cubicBezTo>
                    <a:pt x="57" y="17"/>
                    <a:pt x="36" y="22"/>
                    <a:pt x="26" y="27"/>
                  </a:cubicBezTo>
                  <a:cubicBezTo>
                    <a:pt x="15" y="31"/>
                    <a:pt x="5" y="33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6" name="Freeform 559">
              <a:extLst>
                <a:ext uri="{FF2B5EF4-FFF2-40B4-BE49-F238E27FC236}">
                  <a16:creationId xmlns:a16="http://schemas.microsoft.com/office/drawing/2014/main" id="{6D5EB9A3-01EF-487D-9D2E-CC49B5CB4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214"/>
              <a:ext cx="25" cy="49"/>
            </a:xfrm>
            <a:custGeom>
              <a:avLst/>
              <a:gdLst>
                <a:gd name="T0" fmla="*/ 54 w 17"/>
                <a:gd name="T1" fmla="*/ 0 h 33"/>
                <a:gd name="T2" fmla="*/ 51 w 17"/>
                <a:gd name="T3" fmla="*/ 36 h 33"/>
                <a:gd name="T4" fmla="*/ 41 w 17"/>
                <a:gd name="T5" fmla="*/ 67 h 33"/>
                <a:gd name="T6" fmla="*/ 0 w 17"/>
                <a:gd name="T7" fmla="*/ 10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3">
                  <a:moveTo>
                    <a:pt x="17" y="0"/>
                  </a:moveTo>
                  <a:cubicBezTo>
                    <a:pt x="16" y="4"/>
                    <a:pt x="17" y="7"/>
                    <a:pt x="16" y="11"/>
                  </a:cubicBezTo>
                  <a:cubicBezTo>
                    <a:pt x="15" y="14"/>
                    <a:pt x="14" y="18"/>
                    <a:pt x="13" y="20"/>
                  </a:cubicBezTo>
                  <a:cubicBezTo>
                    <a:pt x="10" y="25"/>
                    <a:pt x="3" y="3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7" name="Freeform 560">
              <a:extLst>
                <a:ext uri="{FF2B5EF4-FFF2-40B4-BE49-F238E27FC236}">
                  <a16:creationId xmlns:a16="http://schemas.microsoft.com/office/drawing/2014/main" id="{545AD090-B072-4209-9B6E-FB7334EB8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057"/>
              <a:ext cx="88" cy="88"/>
            </a:xfrm>
            <a:custGeom>
              <a:avLst/>
              <a:gdLst>
                <a:gd name="T0" fmla="*/ 161 w 60"/>
                <a:gd name="T1" fmla="*/ 133 h 60"/>
                <a:gd name="T2" fmla="*/ 75 w 60"/>
                <a:gd name="T3" fmla="*/ 163 h 60"/>
                <a:gd name="T4" fmla="*/ 15 w 60"/>
                <a:gd name="T5" fmla="*/ 128 h 60"/>
                <a:gd name="T6" fmla="*/ 60 w 60"/>
                <a:gd name="T7" fmla="*/ 28 h 60"/>
                <a:gd name="T8" fmla="*/ 170 w 60"/>
                <a:gd name="T9" fmla="*/ 9 h 60"/>
                <a:gd name="T10" fmla="*/ 189 w 60"/>
                <a:gd name="T11" fmla="*/ 26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60">
                  <a:moveTo>
                    <a:pt x="51" y="42"/>
                  </a:moveTo>
                  <a:cubicBezTo>
                    <a:pt x="55" y="60"/>
                    <a:pt x="29" y="54"/>
                    <a:pt x="24" y="52"/>
                  </a:cubicBezTo>
                  <a:cubicBezTo>
                    <a:pt x="17" y="50"/>
                    <a:pt x="9" y="46"/>
                    <a:pt x="5" y="40"/>
                  </a:cubicBezTo>
                  <a:cubicBezTo>
                    <a:pt x="0" y="31"/>
                    <a:pt x="9" y="14"/>
                    <a:pt x="19" y="9"/>
                  </a:cubicBezTo>
                  <a:cubicBezTo>
                    <a:pt x="31" y="3"/>
                    <a:pt x="44" y="0"/>
                    <a:pt x="54" y="3"/>
                  </a:cubicBezTo>
                  <a:cubicBezTo>
                    <a:pt x="57" y="4"/>
                    <a:pt x="58" y="5"/>
                    <a:pt x="60" y="8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8" name="Freeform 561">
              <a:extLst>
                <a:ext uri="{FF2B5EF4-FFF2-40B4-BE49-F238E27FC236}">
                  <a16:creationId xmlns:a16="http://schemas.microsoft.com/office/drawing/2014/main" id="{9513C6E8-2A7F-42BA-BFEB-B13CC8673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182"/>
              <a:ext cx="31" cy="16"/>
            </a:xfrm>
            <a:custGeom>
              <a:avLst/>
              <a:gdLst>
                <a:gd name="T0" fmla="*/ 0 w 21"/>
                <a:gd name="T1" fmla="*/ 0 h 11"/>
                <a:gd name="T2" fmla="*/ 35 w 21"/>
                <a:gd name="T3" fmla="*/ 25 h 11"/>
                <a:gd name="T4" fmla="*/ 68 w 21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5" y="1"/>
                    <a:pt x="7" y="7"/>
                    <a:pt x="11" y="8"/>
                  </a:cubicBezTo>
                  <a:cubicBezTo>
                    <a:pt x="14" y="10"/>
                    <a:pt x="18" y="11"/>
                    <a:pt x="21" y="11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Freeform 562">
              <a:extLst>
                <a:ext uri="{FF2B5EF4-FFF2-40B4-BE49-F238E27FC236}">
                  <a16:creationId xmlns:a16="http://schemas.microsoft.com/office/drawing/2014/main" id="{3E567E41-EF70-4FB4-A81A-48A78CCCF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951"/>
              <a:ext cx="47" cy="57"/>
            </a:xfrm>
            <a:custGeom>
              <a:avLst/>
              <a:gdLst>
                <a:gd name="T0" fmla="*/ 82 w 32"/>
                <a:gd name="T1" fmla="*/ 121 h 39"/>
                <a:gd name="T2" fmla="*/ 68 w 32"/>
                <a:gd name="T3" fmla="*/ 15 h 39"/>
                <a:gd name="T4" fmla="*/ 13 w 32"/>
                <a:gd name="T5" fmla="*/ 8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26" y="39"/>
                  </a:moveTo>
                  <a:cubicBezTo>
                    <a:pt x="32" y="26"/>
                    <a:pt x="30" y="10"/>
                    <a:pt x="21" y="5"/>
                  </a:cubicBezTo>
                  <a:cubicBezTo>
                    <a:pt x="11" y="0"/>
                    <a:pt x="0" y="15"/>
                    <a:pt x="4" y="27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Freeform 563">
              <a:extLst>
                <a:ext uri="{FF2B5EF4-FFF2-40B4-BE49-F238E27FC236}">
                  <a16:creationId xmlns:a16="http://schemas.microsoft.com/office/drawing/2014/main" id="{0115783B-BED7-499E-B63E-DA8B8AE71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936"/>
              <a:ext cx="36" cy="56"/>
            </a:xfrm>
            <a:custGeom>
              <a:avLst/>
              <a:gdLst>
                <a:gd name="T0" fmla="*/ 0 w 24"/>
                <a:gd name="T1" fmla="*/ 93 h 38"/>
                <a:gd name="T2" fmla="*/ 72 w 24"/>
                <a:gd name="T3" fmla="*/ 60 h 38"/>
                <a:gd name="T4" fmla="*/ 81 w 24"/>
                <a:gd name="T5" fmla="*/ 22 h 38"/>
                <a:gd name="T6" fmla="*/ 66 w 24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8">
                  <a:moveTo>
                    <a:pt x="0" y="29"/>
                  </a:moveTo>
                  <a:cubicBezTo>
                    <a:pt x="2" y="38"/>
                    <a:pt x="18" y="25"/>
                    <a:pt x="21" y="19"/>
                  </a:cubicBezTo>
                  <a:cubicBezTo>
                    <a:pt x="23" y="15"/>
                    <a:pt x="24" y="11"/>
                    <a:pt x="24" y="7"/>
                  </a:cubicBezTo>
                  <a:cubicBezTo>
                    <a:pt x="23" y="3"/>
                    <a:pt x="21" y="2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1" name="Freeform 564">
              <a:extLst>
                <a:ext uri="{FF2B5EF4-FFF2-40B4-BE49-F238E27FC236}">
                  <a16:creationId xmlns:a16="http://schemas.microsoft.com/office/drawing/2014/main" id="{92E9C8EF-7900-417E-BC80-7FA60665A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970"/>
              <a:ext cx="38" cy="41"/>
            </a:xfrm>
            <a:custGeom>
              <a:avLst/>
              <a:gdLst>
                <a:gd name="T0" fmla="*/ 0 w 26"/>
                <a:gd name="T1" fmla="*/ 22 h 28"/>
                <a:gd name="T2" fmla="*/ 60 w 26"/>
                <a:gd name="T3" fmla="*/ 13 h 28"/>
                <a:gd name="T4" fmla="*/ 41 w 26"/>
                <a:gd name="T5" fmla="*/ 8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8">
                  <a:moveTo>
                    <a:pt x="0" y="7"/>
                  </a:moveTo>
                  <a:cubicBezTo>
                    <a:pt x="6" y="3"/>
                    <a:pt x="15" y="0"/>
                    <a:pt x="19" y="4"/>
                  </a:cubicBezTo>
                  <a:cubicBezTo>
                    <a:pt x="26" y="9"/>
                    <a:pt x="17" y="20"/>
                    <a:pt x="13" y="28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2" name="Freeform 565">
              <a:extLst>
                <a:ext uri="{FF2B5EF4-FFF2-40B4-BE49-F238E27FC236}">
                  <a16:creationId xmlns:a16="http://schemas.microsoft.com/office/drawing/2014/main" id="{87DDED34-245D-4A2B-A80E-0F7768855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148"/>
              <a:ext cx="61" cy="53"/>
            </a:xfrm>
            <a:custGeom>
              <a:avLst/>
              <a:gdLst>
                <a:gd name="T0" fmla="*/ 126 w 42"/>
                <a:gd name="T1" fmla="*/ 13 h 36"/>
                <a:gd name="T2" fmla="*/ 129 w 42"/>
                <a:gd name="T3" fmla="*/ 9 h 36"/>
                <a:gd name="T4" fmla="*/ 42 w 42"/>
                <a:gd name="T5" fmla="*/ 27 h 36"/>
                <a:gd name="T6" fmla="*/ 9 w 42"/>
                <a:gd name="T7" fmla="*/ 69 h 36"/>
                <a:gd name="T8" fmla="*/ 13 w 42"/>
                <a:gd name="T9" fmla="*/ 11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6">
                  <a:moveTo>
                    <a:pt x="41" y="4"/>
                  </a:moveTo>
                  <a:cubicBezTo>
                    <a:pt x="42" y="3"/>
                    <a:pt x="42" y="4"/>
                    <a:pt x="42" y="3"/>
                  </a:cubicBezTo>
                  <a:cubicBezTo>
                    <a:pt x="32" y="4"/>
                    <a:pt x="24" y="0"/>
                    <a:pt x="14" y="8"/>
                  </a:cubicBezTo>
                  <a:cubicBezTo>
                    <a:pt x="9" y="11"/>
                    <a:pt x="5" y="16"/>
                    <a:pt x="3" y="22"/>
                  </a:cubicBezTo>
                  <a:cubicBezTo>
                    <a:pt x="0" y="28"/>
                    <a:pt x="2" y="31"/>
                    <a:pt x="4" y="36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3" name="Freeform 566">
              <a:extLst>
                <a:ext uri="{FF2B5EF4-FFF2-40B4-BE49-F238E27FC236}">
                  <a16:creationId xmlns:a16="http://schemas.microsoft.com/office/drawing/2014/main" id="{D8684503-2783-4DC9-9B33-EEC5BB012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142"/>
              <a:ext cx="12" cy="18"/>
            </a:xfrm>
            <a:custGeom>
              <a:avLst/>
              <a:gdLst>
                <a:gd name="T0" fmla="*/ 27 w 8"/>
                <a:gd name="T1" fmla="*/ 39 h 12"/>
                <a:gd name="T2" fmla="*/ 5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11"/>
                  </a:moveTo>
                  <a:cubicBezTo>
                    <a:pt x="1" y="12"/>
                    <a:pt x="0" y="7"/>
                    <a:pt x="1" y="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4" name="Freeform 567">
              <a:extLst>
                <a:ext uri="{FF2B5EF4-FFF2-40B4-BE49-F238E27FC236}">
                  <a16:creationId xmlns:a16="http://schemas.microsoft.com/office/drawing/2014/main" id="{EA112FED-7750-4FDF-BE02-42B032CFD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942"/>
              <a:ext cx="10" cy="17"/>
            </a:xfrm>
            <a:custGeom>
              <a:avLst/>
              <a:gdLst>
                <a:gd name="T0" fmla="*/ 0 w 7"/>
                <a:gd name="T1" fmla="*/ 0 h 12"/>
                <a:gd name="T2" fmla="*/ 19 w 7"/>
                <a:gd name="T3" fmla="*/ 3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1" y="6"/>
                    <a:pt x="7" y="7"/>
                    <a:pt x="6" y="12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5" name="Freeform 568">
              <a:extLst>
                <a:ext uri="{FF2B5EF4-FFF2-40B4-BE49-F238E27FC236}">
                  <a16:creationId xmlns:a16="http://schemas.microsoft.com/office/drawing/2014/main" id="{F1D105DC-AE60-43F2-A5A0-CE7502E65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49"/>
              <a:ext cx="37" cy="31"/>
            </a:xfrm>
            <a:custGeom>
              <a:avLst/>
              <a:gdLst>
                <a:gd name="T0" fmla="*/ 81 w 25"/>
                <a:gd name="T1" fmla="*/ 0 h 21"/>
                <a:gd name="T2" fmla="*/ 0 w 25"/>
                <a:gd name="T3" fmla="*/ 6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cubicBezTo>
                    <a:pt x="19" y="5"/>
                    <a:pt x="6" y="21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6" name="Freeform 569">
              <a:extLst>
                <a:ext uri="{FF2B5EF4-FFF2-40B4-BE49-F238E27FC236}">
                  <a16:creationId xmlns:a16="http://schemas.microsoft.com/office/drawing/2014/main" id="{AAA9C2FF-A191-4EA2-9D34-7FD351D85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199"/>
              <a:ext cx="37" cy="18"/>
            </a:xfrm>
            <a:custGeom>
              <a:avLst/>
              <a:gdLst>
                <a:gd name="T0" fmla="*/ 81 w 25"/>
                <a:gd name="T1" fmla="*/ 0 h 12"/>
                <a:gd name="T2" fmla="*/ 0 w 25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15" y="0"/>
                    <a:pt x="8" y="2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7" name="Freeform 570">
              <a:extLst>
                <a:ext uri="{FF2B5EF4-FFF2-40B4-BE49-F238E27FC236}">
                  <a16:creationId xmlns:a16="http://schemas.microsoft.com/office/drawing/2014/main" id="{726516C4-5ED1-4AF9-985F-F3871BBCB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20"/>
              <a:ext cx="19" cy="42"/>
            </a:xfrm>
            <a:custGeom>
              <a:avLst/>
              <a:gdLst>
                <a:gd name="T0" fmla="*/ 22 w 13"/>
                <a:gd name="T1" fmla="*/ 88 h 29"/>
                <a:gd name="T2" fmla="*/ 38 w 13"/>
                <a:gd name="T3" fmla="*/ 29 h 29"/>
                <a:gd name="T4" fmla="*/ 0 w 1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7" y="29"/>
                  </a:moveTo>
                  <a:cubicBezTo>
                    <a:pt x="9" y="23"/>
                    <a:pt x="13" y="16"/>
                    <a:pt x="12" y="10"/>
                  </a:cubicBezTo>
                  <a:cubicBezTo>
                    <a:pt x="11" y="3"/>
                    <a:pt x="5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8" name="Freeform 571">
              <a:extLst>
                <a:ext uri="{FF2B5EF4-FFF2-40B4-BE49-F238E27FC236}">
                  <a16:creationId xmlns:a16="http://schemas.microsoft.com/office/drawing/2014/main" id="{63B93516-84BD-4100-AE5C-9B3F8413F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152"/>
              <a:ext cx="81" cy="30"/>
            </a:xfrm>
            <a:custGeom>
              <a:avLst/>
              <a:gdLst>
                <a:gd name="T0" fmla="*/ 161 w 55"/>
                <a:gd name="T1" fmla="*/ 12 h 20"/>
                <a:gd name="T2" fmla="*/ 134 w 55"/>
                <a:gd name="T3" fmla="*/ 54 h 20"/>
                <a:gd name="T4" fmla="*/ 77 w 55"/>
                <a:gd name="T5" fmla="*/ 66 h 20"/>
                <a:gd name="T6" fmla="*/ 40 w 5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0">
                  <a:moveTo>
                    <a:pt x="50" y="3"/>
                  </a:moveTo>
                  <a:cubicBezTo>
                    <a:pt x="55" y="8"/>
                    <a:pt x="46" y="14"/>
                    <a:pt x="42" y="16"/>
                  </a:cubicBezTo>
                  <a:cubicBezTo>
                    <a:pt x="36" y="19"/>
                    <a:pt x="30" y="20"/>
                    <a:pt x="24" y="19"/>
                  </a:cubicBezTo>
                  <a:cubicBezTo>
                    <a:pt x="18" y="18"/>
                    <a:pt x="0" y="12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9" name="Freeform 572">
              <a:extLst>
                <a:ext uri="{FF2B5EF4-FFF2-40B4-BE49-F238E27FC236}">
                  <a16:creationId xmlns:a16="http://schemas.microsoft.com/office/drawing/2014/main" id="{E603B730-EC7A-49A1-8ADD-E51FCD727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061"/>
              <a:ext cx="80" cy="38"/>
            </a:xfrm>
            <a:custGeom>
              <a:avLst/>
              <a:gdLst>
                <a:gd name="T0" fmla="*/ 150 w 54"/>
                <a:gd name="T1" fmla="*/ 41 h 26"/>
                <a:gd name="T2" fmla="*/ 68 w 54"/>
                <a:gd name="T3" fmla="*/ 13 h 26"/>
                <a:gd name="T4" fmla="*/ 36 w 54"/>
                <a:gd name="T5" fmla="*/ 8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6">
                  <a:moveTo>
                    <a:pt x="46" y="13"/>
                  </a:moveTo>
                  <a:cubicBezTo>
                    <a:pt x="54" y="0"/>
                    <a:pt x="26" y="2"/>
                    <a:pt x="21" y="4"/>
                  </a:cubicBezTo>
                  <a:cubicBezTo>
                    <a:pt x="13" y="8"/>
                    <a:pt x="0" y="22"/>
                    <a:pt x="11" y="26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0" name="Freeform 573">
              <a:extLst>
                <a:ext uri="{FF2B5EF4-FFF2-40B4-BE49-F238E27FC236}">
                  <a16:creationId xmlns:a16="http://schemas.microsoft.com/office/drawing/2014/main" id="{47D2DA0F-6F2D-4343-9BFA-2FC1AC990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070"/>
              <a:ext cx="44" cy="32"/>
            </a:xfrm>
            <a:custGeom>
              <a:avLst/>
              <a:gdLst>
                <a:gd name="T0" fmla="*/ 66 w 30"/>
                <a:gd name="T1" fmla="*/ 68 h 22"/>
                <a:gd name="T2" fmla="*/ 0 w 30"/>
                <a:gd name="T3" fmla="*/ 6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2">
                  <a:moveTo>
                    <a:pt x="21" y="22"/>
                  </a:moveTo>
                  <a:cubicBezTo>
                    <a:pt x="30" y="13"/>
                    <a:pt x="2" y="0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1" name="Freeform 574">
              <a:extLst>
                <a:ext uri="{FF2B5EF4-FFF2-40B4-BE49-F238E27FC236}">
                  <a16:creationId xmlns:a16="http://schemas.microsoft.com/office/drawing/2014/main" id="{A49D98CF-57DB-4534-877F-C28FDF907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139"/>
              <a:ext cx="59" cy="28"/>
            </a:xfrm>
            <a:custGeom>
              <a:avLst/>
              <a:gdLst>
                <a:gd name="T0" fmla="*/ 115 w 40"/>
                <a:gd name="T1" fmla="*/ 0 h 19"/>
                <a:gd name="T2" fmla="*/ 115 w 40"/>
                <a:gd name="T3" fmla="*/ 35 h 19"/>
                <a:gd name="T4" fmla="*/ 68 w 40"/>
                <a:gd name="T5" fmla="*/ 55 h 19"/>
                <a:gd name="T6" fmla="*/ 9 w 40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9">
                  <a:moveTo>
                    <a:pt x="36" y="0"/>
                  </a:moveTo>
                  <a:cubicBezTo>
                    <a:pt x="40" y="2"/>
                    <a:pt x="39" y="7"/>
                    <a:pt x="36" y="11"/>
                  </a:cubicBezTo>
                  <a:cubicBezTo>
                    <a:pt x="32" y="15"/>
                    <a:pt x="26" y="16"/>
                    <a:pt x="21" y="17"/>
                  </a:cubicBezTo>
                  <a:cubicBezTo>
                    <a:pt x="16" y="18"/>
                    <a:pt x="0" y="19"/>
                    <a:pt x="3" y="9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2" name="Freeform 575">
              <a:extLst>
                <a:ext uri="{FF2B5EF4-FFF2-40B4-BE49-F238E27FC236}">
                  <a16:creationId xmlns:a16="http://schemas.microsoft.com/office/drawing/2014/main" id="{4985D9AC-1C79-4A3B-BE93-2F0346210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241"/>
              <a:ext cx="25" cy="60"/>
            </a:xfrm>
            <a:custGeom>
              <a:avLst/>
              <a:gdLst>
                <a:gd name="T0" fmla="*/ 32 w 17"/>
                <a:gd name="T1" fmla="*/ 129 h 41"/>
                <a:gd name="T2" fmla="*/ 46 w 17"/>
                <a:gd name="T3" fmla="*/ 42 h 41"/>
                <a:gd name="T4" fmla="*/ 0 w 17"/>
                <a:gd name="T5" fmla="*/ 2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1">
                  <a:moveTo>
                    <a:pt x="10" y="41"/>
                  </a:moveTo>
                  <a:cubicBezTo>
                    <a:pt x="14" y="32"/>
                    <a:pt x="17" y="23"/>
                    <a:pt x="14" y="14"/>
                  </a:cubicBezTo>
                  <a:cubicBezTo>
                    <a:pt x="13" y="10"/>
                    <a:pt x="5" y="0"/>
                    <a:pt x="0" y="8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3" name="Freeform 576">
              <a:extLst>
                <a:ext uri="{FF2B5EF4-FFF2-40B4-BE49-F238E27FC236}">
                  <a16:creationId xmlns:a16="http://schemas.microsoft.com/office/drawing/2014/main" id="{6830109F-6222-4F6E-A926-328B9939A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185"/>
              <a:ext cx="46" cy="57"/>
            </a:xfrm>
            <a:custGeom>
              <a:avLst/>
              <a:gdLst>
                <a:gd name="T0" fmla="*/ 49 w 31"/>
                <a:gd name="T1" fmla="*/ 121 h 39"/>
                <a:gd name="T2" fmla="*/ 0 w 31"/>
                <a:gd name="T3" fmla="*/ 94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9">
                  <a:moveTo>
                    <a:pt x="15" y="39"/>
                  </a:moveTo>
                  <a:cubicBezTo>
                    <a:pt x="31" y="32"/>
                    <a:pt x="2" y="0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4" name="Freeform 577">
              <a:extLst>
                <a:ext uri="{FF2B5EF4-FFF2-40B4-BE49-F238E27FC236}">
                  <a16:creationId xmlns:a16="http://schemas.microsoft.com/office/drawing/2014/main" id="{36F60EF7-1D9C-4265-AD92-117F6ECAE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289"/>
              <a:ext cx="25" cy="39"/>
            </a:xfrm>
            <a:custGeom>
              <a:avLst/>
              <a:gdLst>
                <a:gd name="T0" fmla="*/ 54 w 17"/>
                <a:gd name="T1" fmla="*/ 54 h 26"/>
                <a:gd name="T2" fmla="*/ 15 w 17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16"/>
                  </a:moveTo>
                  <a:cubicBezTo>
                    <a:pt x="7" y="26"/>
                    <a:pt x="0" y="1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5" name="Freeform 578">
              <a:extLst>
                <a:ext uri="{FF2B5EF4-FFF2-40B4-BE49-F238E27FC236}">
                  <a16:creationId xmlns:a16="http://schemas.microsoft.com/office/drawing/2014/main" id="{DD26D0F6-F40C-4357-A42E-1B40BA24C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989"/>
              <a:ext cx="25" cy="53"/>
            </a:xfrm>
            <a:custGeom>
              <a:avLst/>
              <a:gdLst>
                <a:gd name="T0" fmla="*/ 26 w 17"/>
                <a:gd name="T1" fmla="*/ 0 h 36"/>
                <a:gd name="T2" fmla="*/ 0 w 17"/>
                <a:gd name="T3" fmla="*/ 115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8" y="0"/>
                  </a:moveTo>
                  <a:cubicBezTo>
                    <a:pt x="17" y="2"/>
                    <a:pt x="8" y="31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6" name="Freeform 579">
              <a:extLst>
                <a:ext uri="{FF2B5EF4-FFF2-40B4-BE49-F238E27FC236}">
                  <a16:creationId xmlns:a16="http://schemas.microsoft.com/office/drawing/2014/main" id="{BF9FA6EC-3DC7-42FC-987D-DA20DF5FC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927"/>
              <a:ext cx="34" cy="31"/>
            </a:xfrm>
            <a:custGeom>
              <a:avLst/>
              <a:gdLst>
                <a:gd name="T0" fmla="*/ 72 w 23"/>
                <a:gd name="T1" fmla="*/ 68 h 21"/>
                <a:gd name="T2" fmla="*/ 0 w 23"/>
                <a:gd name="T3" fmla="*/ 1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22" y="21"/>
                  </a:moveTo>
                  <a:cubicBezTo>
                    <a:pt x="23" y="10"/>
                    <a:pt x="9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7" name="Freeform 580">
              <a:extLst>
                <a:ext uri="{FF2B5EF4-FFF2-40B4-BE49-F238E27FC236}">
                  <a16:creationId xmlns:a16="http://schemas.microsoft.com/office/drawing/2014/main" id="{C79048EB-CB1F-449E-9938-1FA0E3E74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251"/>
              <a:ext cx="56" cy="12"/>
            </a:xfrm>
            <a:custGeom>
              <a:avLst/>
              <a:gdLst>
                <a:gd name="T0" fmla="*/ 122 w 38"/>
                <a:gd name="T1" fmla="*/ 27 h 8"/>
                <a:gd name="T2" fmla="*/ 88 w 38"/>
                <a:gd name="T3" fmla="*/ 21 h 8"/>
                <a:gd name="T4" fmla="*/ 60 w 38"/>
                <a:gd name="T5" fmla="*/ 8 h 8"/>
                <a:gd name="T6" fmla="*/ 0 w 3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8">
                  <a:moveTo>
                    <a:pt x="38" y="8"/>
                  </a:moveTo>
                  <a:cubicBezTo>
                    <a:pt x="36" y="5"/>
                    <a:pt x="32" y="6"/>
                    <a:pt x="28" y="6"/>
                  </a:cubicBezTo>
                  <a:cubicBezTo>
                    <a:pt x="25" y="6"/>
                    <a:pt x="22" y="3"/>
                    <a:pt x="19" y="2"/>
                  </a:cubicBezTo>
                  <a:cubicBezTo>
                    <a:pt x="14" y="0"/>
                    <a:pt x="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8" name="Freeform 581">
              <a:extLst>
                <a:ext uri="{FF2B5EF4-FFF2-40B4-BE49-F238E27FC236}">
                  <a16:creationId xmlns:a16="http://schemas.microsoft.com/office/drawing/2014/main" id="{E50ED569-BAF3-40AE-99B6-3491851E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210"/>
              <a:ext cx="19" cy="29"/>
            </a:xfrm>
            <a:custGeom>
              <a:avLst/>
              <a:gdLst>
                <a:gd name="T0" fmla="*/ 41 w 13"/>
                <a:gd name="T1" fmla="*/ 61 h 20"/>
                <a:gd name="T2" fmla="*/ 9 w 13"/>
                <a:gd name="T3" fmla="*/ 42 h 20"/>
                <a:gd name="T4" fmla="*/ 15 w 1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20"/>
                  </a:moveTo>
                  <a:cubicBezTo>
                    <a:pt x="10" y="17"/>
                    <a:pt x="5" y="17"/>
                    <a:pt x="3" y="14"/>
                  </a:cubicBezTo>
                  <a:cubicBezTo>
                    <a:pt x="0" y="10"/>
                    <a:pt x="2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9" name="Freeform 582">
              <a:extLst>
                <a:ext uri="{FF2B5EF4-FFF2-40B4-BE49-F238E27FC236}">
                  <a16:creationId xmlns:a16="http://schemas.microsoft.com/office/drawing/2014/main" id="{7295D646-EC04-46E4-BBFC-3056FF261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266"/>
              <a:ext cx="11" cy="25"/>
            </a:xfrm>
            <a:custGeom>
              <a:avLst/>
              <a:gdLst>
                <a:gd name="T0" fmla="*/ 0 w 7"/>
                <a:gd name="T1" fmla="*/ 54 h 17"/>
                <a:gd name="T2" fmla="*/ 13 w 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0" y="17"/>
                  </a:moveTo>
                  <a:cubicBezTo>
                    <a:pt x="6" y="12"/>
                    <a:pt x="7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0" name="Freeform 583">
              <a:extLst>
                <a:ext uri="{FF2B5EF4-FFF2-40B4-BE49-F238E27FC236}">
                  <a16:creationId xmlns:a16="http://schemas.microsoft.com/office/drawing/2014/main" id="{0AACDFD8-3E9E-448B-91EC-D50484A86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269"/>
              <a:ext cx="13" cy="34"/>
            </a:xfrm>
            <a:custGeom>
              <a:avLst/>
              <a:gdLst>
                <a:gd name="T0" fmla="*/ 20 w 9"/>
                <a:gd name="T1" fmla="*/ 0 h 23"/>
                <a:gd name="T2" fmla="*/ 1 w 9"/>
                <a:gd name="T3" fmla="*/ 46 h 23"/>
                <a:gd name="T4" fmla="*/ 14 w 9"/>
                <a:gd name="T5" fmla="*/ 74 h 23"/>
                <a:gd name="T6" fmla="*/ 27 w 9"/>
                <a:gd name="T7" fmla="*/ 4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7" y="0"/>
                  </a:moveTo>
                  <a:cubicBezTo>
                    <a:pt x="3" y="5"/>
                    <a:pt x="0" y="7"/>
                    <a:pt x="1" y="14"/>
                  </a:cubicBezTo>
                  <a:cubicBezTo>
                    <a:pt x="1" y="18"/>
                    <a:pt x="1" y="23"/>
                    <a:pt x="5" y="23"/>
                  </a:cubicBezTo>
                  <a:cubicBezTo>
                    <a:pt x="9" y="19"/>
                    <a:pt x="9" y="16"/>
                    <a:pt x="9" y="12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1" name="Freeform 584">
              <a:extLst>
                <a:ext uri="{FF2B5EF4-FFF2-40B4-BE49-F238E27FC236}">
                  <a16:creationId xmlns:a16="http://schemas.microsoft.com/office/drawing/2014/main" id="{54D2958A-0B79-4DAA-A957-DD77246FA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208"/>
              <a:ext cx="25" cy="19"/>
            </a:xfrm>
            <a:custGeom>
              <a:avLst/>
              <a:gdLst>
                <a:gd name="T0" fmla="*/ 35 w 17"/>
                <a:gd name="T1" fmla="*/ 34 h 13"/>
                <a:gd name="T2" fmla="*/ 9 w 17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11" y="11"/>
                  </a:moveTo>
                  <a:cubicBezTo>
                    <a:pt x="17" y="0"/>
                    <a:pt x="0" y="7"/>
                    <a:pt x="3" y="13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2" name="Freeform 585">
              <a:extLst>
                <a:ext uri="{FF2B5EF4-FFF2-40B4-BE49-F238E27FC236}">
                  <a16:creationId xmlns:a16="http://schemas.microsoft.com/office/drawing/2014/main" id="{A147F495-17A3-4BEF-AB86-2ED7C8DED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258"/>
              <a:ext cx="53" cy="17"/>
            </a:xfrm>
            <a:custGeom>
              <a:avLst/>
              <a:gdLst>
                <a:gd name="T0" fmla="*/ 0 w 36"/>
                <a:gd name="T1" fmla="*/ 14 h 11"/>
                <a:gd name="T2" fmla="*/ 35 w 36"/>
                <a:gd name="T3" fmla="*/ 8 h 11"/>
                <a:gd name="T4" fmla="*/ 77 w 36"/>
                <a:gd name="T5" fmla="*/ 5 h 11"/>
                <a:gd name="T6" fmla="*/ 102 w 36"/>
                <a:gd name="T7" fmla="*/ 4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1">
                  <a:moveTo>
                    <a:pt x="0" y="4"/>
                  </a:moveTo>
                  <a:cubicBezTo>
                    <a:pt x="2" y="5"/>
                    <a:pt x="7" y="2"/>
                    <a:pt x="11" y="2"/>
                  </a:cubicBezTo>
                  <a:cubicBezTo>
                    <a:pt x="15" y="1"/>
                    <a:pt x="20" y="0"/>
                    <a:pt x="24" y="1"/>
                  </a:cubicBezTo>
                  <a:cubicBezTo>
                    <a:pt x="26" y="2"/>
                    <a:pt x="36" y="5"/>
                    <a:pt x="32" y="11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3" name="Freeform 586">
              <a:extLst>
                <a:ext uri="{FF2B5EF4-FFF2-40B4-BE49-F238E27FC236}">
                  <a16:creationId xmlns:a16="http://schemas.microsoft.com/office/drawing/2014/main" id="{6741D23C-8517-41DF-91BB-84165D7EF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275"/>
              <a:ext cx="34" cy="11"/>
            </a:xfrm>
            <a:custGeom>
              <a:avLst/>
              <a:gdLst>
                <a:gd name="T0" fmla="*/ 68 w 23"/>
                <a:gd name="T1" fmla="*/ 14 h 8"/>
                <a:gd name="T2" fmla="*/ 33 w 23"/>
                <a:gd name="T3" fmla="*/ 1 h 8"/>
                <a:gd name="T4" fmla="*/ 6 w 23"/>
                <a:gd name="T5" fmla="*/ 8 h 8"/>
                <a:gd name="T6" fmla="*/ 13 w 23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8">
                  <a:moveTo>
                    <a:pt x="21" y="5"/>
                  </a:moveTo>
                  <a:cubicBezTo>
                    <a:pt x="23" y="0"/>
                    <a:pt x="12" y="0"/>
                    <a:pt x="10" y="1"/>
                  </a:cubicBezTo>
                  <a:cubicBezTo>
                    <a:pt x="8" y="1"/>
                    <a:pt x="4" y="1"/>
                    <a:pt x="2" y="3"/>
                  </a:cubicBezTo>
                  <a:cubicBezTo>
                    <a:pt x="0" y="6"/>
                    <a:pt x="3" y="7"/>
                    <a:pt x="4" y="8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4" name="Freeform 587">
              <a:extLst>
                <a:ext uri="{FF2B5EF4-FFF2-40B4-BE49-F238E27FC236}">
                  <a16:creationId xmlns:a16="http://schemas.microsoft.com/office/drawing/2014/main" id="{3AF4C408-2005-4A8E-935D-AEE4CA8CF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170"/>
              <a:ext cx="38" cy="37"/>
            </a:xfrm>
            <a:custGeom>
              <a:avLst/>
              <a:gdLst>
                <a:gd name="T0" fmla="*/ 82 w 26"/>
                <a:gd name="T1" fmla="*/ 81 h 25"/>
                <a:gd name="T2" fmla="*/ 66 w 26"/>
                <a:gd name="T3" fmla="*/ 46 h 25"/>
                <a:gd name="T4" fmla="*/ 41 w 26"/>
                <a:gd name="T5" fmla="*/ 9 h 25"/>
                <a:gd name="T6" fmla="*/ 6 w 26"/>
                <a:gd name="T7" fmla="*/ 22 h 25"/>
                <a:gd name="T8" fmla="*/ 13 w 26"/>
                <a:gd name="T9" fmla="*/ 6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5">
                  <a:moveTo>
                    <a:pt x="26" y="25"/>
                  </a:moveTo>
                  <a:cubicBezTo>
                    <a:pt x="23" y="22"/>
                    <a:pt x="22" y="18"/>
                    <a:pt x="21" y="14"/>
                  </a:cubicBezTo>
                  <a:cubicBezTo>
                    <a:pt x="20" y="10"/>
                    <a:pt x="16" y="6"/>
                    <a:pt x="13" y="3"/>
                  </a:cubicBezTo>
                  <a:cubicBezTo>
                    <a:pt x="9" y="0"/>
                    <a:pt x="5" y="0"/>
                    <a:pt x="2" y="7"/>
                  </a:cubicBezTo>
                  <a:cubicBezTo>
                    <a:pt x="0" y="11"/>
                    <a:pt x="0" y="19"/>
                    <a:pt x="4" y="2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5" name="Freeform 588">
              <a:extLst>
                <a:ext uri="{FF2B5EF4-FFF2-40B4-BE49-F238E27FC236}">
                  <a16:creationId xmlns:a16="http://schemas.microsoft.com/office/drawing/2014/main" id="{02238112-3D8C-480C-AED0-7258D5BDE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049"/>
              <a:ext cx="46" cy="59"/>
            </a:xfrm>
            <a:custGeom>
              <a:avLst/>
              <a:gdLst>
                <a:gd name="T0" fmla="*/ 40 w 31"/>
                <a:gd name="T1" fmla="*/ 115 h 40"/>
                <a:gd name="T2" fmla="*/ 6 w 31"/>
                <a:gd name="T3" fmla="*/ 87 h 40"/>
                <a:gd name="T4" fmla="*/ 40 w 31"/>
                <a:gd name="T5" fmla="*/ 47 h 40"/>
                <a:gd name="T6" fmla="*/ 101 w 31"/>
                <a:gd name="T7" fmla="*/ 13 h 40"/>
                <a:gd name="T8" fmla="*/ 99 w 31"/>
                <a:gd name="T9" fmla="*/ 1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0">
                  <a:moveTo>
                    <a:pt x="12" y="36"/>
                  </a:moveTo>
                  <a:cubicBezTo>
                    <a:pt x="6" y="40"/>
                    <a:pt x="0" y="35"/>
                    <a:pt x="2" y="27"/>
                  </a:cubicBezTo>
                  <a:cubicBezTo>
                    <a:pt x="4" y="23"/>
                    <a:pt x="9" y="18"/>
                    <a:pt x="12" y="15"/>
                  </a:cubicBezTo>
                  <a:cubicBezTo>
                    <a:pt x="16" y="11"/>
                    <a:pt x="27" y="0"/>
                    <a:pt x="31" y="4"/>
                  </a:cubicBezTo>
                  <a:cubicBezTo>
                    <a:pt x="31" y="5"/>
                    <a:pt x="30" y="5"/>
                    <a:pt x="30" y="5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6" name="Freeform 589">
              <a:extLst>
                <a:ext uri="{FF2B5EF4-FFF2-40B4-BE49-F238E27FC236}">
                  <a16:creationId xmlns:a16="http://schemas.microsoft.com/office/drawing/2014/main" id="{8B6A69E2-0D72-44CA-9777-45AE4942F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959"/>
              <a:ext cx="37" cy="52"/>
            </a:xfrm>
            <a:custGeom>
              <a:avLst/>
              <a:gdLst>
                <a:gd name="T0" fmla="*/ 78 w 25"/>
                <a:gd name="T1" fmla="*/ 15 h 35"/>
                <a:gd name="T2" fmla="*/ 73 w 25"/>
                <a:gd name="T3" fmla="*/ 1 h 35"/>
                <a:gd name="T4" fmla="*/ 55 w 25"/>
                <a:gd name="T5" fmla="*/ 36 h 35"/>
                <a:gd name="T6" fmla="*/ 28 w 25"/>
                <a:gd name="T7" fmla="*/ 79 h 35"/>
                <a:gd name="T8" fmla="*/ 6 w 2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5">
                  <a:moveTo>
                    <a:pt x="24" y="5"/>
                  </a:moveTo>
                  <a:cubicBezTo>
                    <a:pt x="25" y="3"/>
                    <a:pt x="24" y="0"/>
                    <a:pt x="22" y="1"/>
                  </a:cubicBezTo>
                  <a:cubicBezTo>
                    <a:pt x="18" y="2"/>
                    <a:pt x="18" y="8"/>
                    <a:pt x="17" y="11"/>
                  </a:cubicBezTo>
                  <a:cubicBezTo>
                    <a:pt x="15" y="16"/>
                    <a:pt x="12" y="21"/>
                    <a:pt x="9" y="24"/>
                  </a:cubicBezTo>
                  <a:cubicBezTo>
                    <a:pt x="7" y="27"/>
                    <a:pt x="0" y="32"/>
                    <a:pt x="2" y="35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7" name="Freeform 590">
              <a:extLst>
                <a:ext uri="{FF2B5EF4-FFF2-40B4-BE49-F238E27FC236}">
                  <a16:creationId xmlns:a16="http://schemas.microsoft.com/office/drawing/2014/main" id="{C8FCA55F-3C18-4D88-B11B-125F4B359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006"/>
              <a:ext cx="41" cy="30"/>
            </a:xfrm>
            <a:custGeom>
              <a:avLst/>
              <a:gdLst>
                <a:gd name="T0" fmla="*/ 86 w 28"/>
                <a:gd name="T1" fmla="*/ 18 h 20"/>
                <a:gd name="T2" fmla="*/ 82 w 28"/>
                <a:gd name="T3" fmla="*/ 5 h 20"/>
                <a:gd name="T4" fmla="*/ 54 w 28"/>
                <a:gd name="T5" fmla="*/ 18 h 20"/>
                <a:gd name="T6" fmla="*/ 0 w 28"/>
                <a:gd name="T7" fmla="*/ 6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0">
                  <a:moveTo>
                    <a:pt x="27" y="5"/>
                  </a:moveTo>
                  <a:cubicBezTo>
                    <a:pt x="28" y="4"/>
                    <a:pt x="27" y="2"/>
                    <a:pt x="26" y="1"/>
                  </a:cubicBezTo>
                  <a:cubicBezTo>
                    <a:pt x="23" y="0"/>
                    <a:pt x="19" y="3"/>
                    <a:pt x="17" y="5"/>
                  </a:cubicBezTo>
                  <a:cubicBezTo>
                    <a:pt x="11" y="10"/>
                    <a:pt x="5" y="15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8" name="Freeform 591">
              <a:extLst>
                <a:ext uri="{FF2B5EF4-FFF2-40B4-BE49-F238E27FC236}">
                  <a16:creationId xmlns:a16="http://schemas.microsoft.com/office/drawing/2014/main" id="{F46BE0D7-9056-4D09-9FD0-47F9A0AD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052"/>
              <a:ext cx="60" cy="31"/>
            </a:xfrm>
            <a:custGeom>
              <a:avLst/>
              <a:gdLst>
                <a:gd name="T0" fmla="*/ 129 w 41"/>
                <a:gd name="T1" fmla="*/ 15 h 21"/>
                <a:gd name="T2" fmla="*/ 94 w 41"/>
                <a:gd name="T3" fmla="*/ 15 h 21"/>
                <a:gd name="T4" fmla="*/ 56 w 41"/>
                <a:gd name="T5" fmla="*/ 22 h 21"/>
                <a:gd name="T6" fmla="*/ 22 w 41"/>
                <a:gd name="T7" fmla="*/ 46 h 21"/>
                <a:gd name="T8" fmla="*/ 0 w 41"/>
                <a:gd name="T9" fmla="*/ 68 h 21"/>
                <a:gd name="T10" fmla="*/ 69 w 41"/>
                <a:gd name="T11" fmla="*/ 1 h 21"/>
                <a:gd name="T12" fmla="*/ 129 w 41"/>
                <a:gd name="T13" fmla="*/ 1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1">
                  <a:moveTo>
                    <a:pt x="41" y="5"/>
                  </a:moveTo>
                  <a:cubicBezTo>
                    <a:pt x="38" y="6"/>
                    <a:pt x="34" y="5"/>
                    <a:pt x="30" y="5"/>
                  </a:cubicBezTo>
                  <a:cubicBezTo>
                    <a:pt x="26" y="5"/>
                    <a:pt x="22" y="5"/>
                    <a:pt x="18" y="7"/>
                  </a:cubicBezTo>
                  <a:cubicBezTo>
                    <a:pt x="14" y="8"/>
                    <a:pt x="10" y="10"/>
                    <a:pt x="7" y="14"/>
                  </a:cubicBezTo>
                  <a:cubicBezTo>
                    <a:pt x="5" y="16"/>
                    <a:pt x="3" y="20"/>
                    <a:pt x="0" y="21"/>
                  </a:cubicBezTo>
                  <a:cubicBezTo>
                    <a:pt x="1" y="11"/>
                    <a:pt x="15" y="2"/>
                    <a:pt x="22" y="1"/>
                  </a:cubicBezTo>
                  <a:cubicBezTo>
                    <a:pt x="28" y="0"/>
                    <a:pt x="36" y="1"/>
                    <a:pt x="41" y="4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9" name="Freeform 592">
              <a:extLst>
                <a:ext uri="{FF2B5EF4-FFF2-40B4-BE49-F238E27FC236}">
                  <a16:creationId xmlns:a16="http://schemas.microsoft.com/office/drawing/2014/main" id="{0494868F-DFAE-4148-A584-C3B40697F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151"/>
              <a:ext cx="56" cy="47"/>
            </a:xfrm>
            <a:custGeom>
              <a:avLst/>
              <a:gdLst>
                <a:gd name="T0" fmla="*/ 106 w 38"/>
                <a:gd name="T1" fmla="*/ 0 h 32"/>
                <a:gd name="T2" fmla="*/ 81 w 38"/>
                <a:gd name="T3" fmla="*/ 68 h 32"/>
                <a:gd name="T4" fmla="*/ 40 w 38"/>
                <a:gd name="T5" fmla="*/ 79 h 32"/>
                <a:gd name="T6" fmla="*/ 0 w 38"/>
                <a:gd name="T7" fmla="*/ 82 h 32"/>
                <a:gd name="T8" fmla="*/ 100 w 38"/>
                <a:gd name="T9" fmla="*/ 73 h 32"/>
                <a:gd name="T10" fmla="*/ 119 w 38"/>
                <a:gd name="T11" fmla="*/ 41 h 32"/>
                <a:gd name="T12" fmla="*/ 106 w 38"/>
                <a:gd name="T13" fmla="*/ 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2">
                  <a:moveTo>
                    <a:pt x="33" y="0"/>
                  </a:moveTo>
                  <a:cubicBezTo>
                    <a:pt x="37" y="7"/>
                    <a:pt x="34" y="16"/>
                    <a:pt x="25" y="21"/>
                  </a:cubicBezTo>
                  <a:cubicBezTo>
                    <a:pt x="21" y="22"/>
                    <a:pt x="16" y="25"/>
                    <a:pt x="12" y="25"/>
                  </a:cubicBezTo>
                  <a:cubicBezTo>
                    <a:pt x="8" y="25"/>
                    <a:pt x="5" y="25"/>
                    <a:pt x="0" y="26"/>
                  </a:cubicBezTo>
                  <a:cubicBezTo>
                    <a:pt x="9" y="28"/>
                    <a:pt x="21" y="32"/>
                    <a:pt x="31" y="23"/>
                  </a:cubicBezTo>
                  <a:cubicBezTo>
                    <a:pt x="35" y="21"/>
                    <a:pt x="37" y="17"/>
                    <a:pt x="37" y="13"/>
                  </a:cubicBezTo>
                  <a:cubicBezTo>
                    <a:pt x="38" y="7"/>
                    <a:pt x="37" y="6"/>
                    <a:pt x="33" y="3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0" name="Freeform 593">
              <a:extLst>
                <a:ext uri="{FF2B5EF4-FFF2-40B4-BE49-F238E27FC236}">
                  <a16:creationId xmlns:a16="http://schemas.microsoft.com/office/drawing/2014/main" id="{73A0B75A-2815-439D-B41B-1791A9A3B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071"/>
              <a:ext cx="25" cy="24"/>
            </a:xfrm>
            <a:custGeom>
              <a:avLst/>
              <a:gdLst>
                <a:gd name="T0" fmla="*/ 54 w 17"/>
                <a:gd name="T1" fmla="*/ 54 h 16"/>
                <a:gd name="T2" fmla="*/ 35 w 17"/>
                <a:gd name="T3" fmla="*/ 32 h 16"/>
                <a:gd name="T4" fmla="*/ 0 w 17"/>
                <a:gd name="T5" fmla="*/ 21 h 16"/>
                <a:gd name="T6" fmla="*/ 54 w 17"/>
                <a:gd name="T7" fmla="*/ 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17" y="16"/>
                  </a:moveTo>
                  <a:cubicBezTo>
                    <a:pt x="15" y="15"/>
                    <a:pt x="13" y="11"/>
                    <a:pt x="11" y="9"/>
                  </a:cubicBezTo>
                  <a:cubicBezTo>
                    <a:pt x="8" y="6"/>
                    <a:pt x="3" y="8"/>
                    <a:pt x="0" y="6"/>
                  </a:cubicBezTo>
                  <a:cubicBezTo>
                    <a:pt x="9" y="0"/>
                    <a:pt x="17" y="4"/>
                    <a:pt x="17" y="15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1" name="Freeform 594">
              <a:extLst>
                <a:ext uri="{FF2B5EF4-FFF2-40B4-BE49-F238E27FC236}">
                  <a16:creationId xmlns:a16="http://schemas.microsoft.com/office/drawing/2014/main" id="{0F091757-28F1-47BA-A0D4-EAEA70B4A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921"/>
              <a:ext cx="39" cy="35"/>
            </a:xfrm>
            <a:custGeom>
              <a:avLst/>
              <a:gdLst>
                <a:gd name="T0" fmla="*/ 69 w 27"/>
                <a:gd name="T1" fmla="*/ 74 h 24"/>
                <a:gd name="T2" fmla="*/ 52 w 27"/>
                <a:gd name="T3" fmla="*/ 34 h 24"/>
                <a:gd name="T4" fmla="*/ 20 w 27"/>
                <a:gd name="T5" fmla="*/ 19 h 24"/>
                <a:gd name="T6" fmla="*/ 0 w 27"/>
                <a:gd name="T7" fmla="*/ 15 h 24"/>
                <a:gd name="T8" fmla="*/ 55 w 27"/>
                <a:gd name="T9" fmla="*/ 15 h 24"/>
                <a:gd name="T10" fmla="*/ 75 w 27"/>
                <a:gd name="T11" fmla="*/ 6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4">
                  <a:moveTo>
                    <a:pt x="23" y="24"/>
                  </a:moveTo>
                  <a:cubicBezTo>
                    <a:pt x="27" y="19"/>
                    <a:pt x="18" y="12"/>
                    <a:pt x="17" y="11"/>
                  </a:cubicBezTo>
                  <a:cubicBezTo>
                    <a:pt x="14" y="9"/>
                    <a:pt x="11" y="6"/>
                    <a:pt x="7" y="6"/>
                  </a:cubicBezTo>
                  <a:cubicBezTo>
                    <a:pt x="5" y="5"/>
                    <a:pt x="2" y="5"/>
                    <a:pt x="0" y="5"/>
                  </a:cubicBezTo>
                  <a:cubicBezTo>
                    <a:pt x="6" y="0"/>
                    <a:pt x="13" y="2"/>
                    <a:pt x="18" y="5"/>
                  </a:cubicBezTo>
                  <a:cubicBezTo>
                    <a:pt x="23" y="9"/>
                    <a:pt x="24" y="16"/>
                    <a:pt x="25" y="22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2" name="Freeform 595">
              <a:extLst>
                <a:ext uri="{FF2B5EF4-FFF2-40B4-BE49-F238E27FC236}">
                  <a16:creationId xmlns:a16="http://schemas.microsoft.com/office/drawing/2014/main" id="{DE6A5013-2245-4521-9449-89BE0B4F3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902"/>
              <a:ext cx="25" cy="34"/>
            </a:xfrm>
            <a:custGeom>
              <a:avLst/>
              <a:gdLst>
                <a:gd name="T0" fmla="*/ 41 w 17"/>
                <a:gd name="T1" fmla="*/ 74 h 23"/>
                <a:gd name="T2" fmla="*/ 41 w 17"/>
                <a:gd name="T3" fmla="*/ 28 h 23"/>
                <a:gd name="T4" fmla="*/ 0 w 17"/>
                <a:gd name="T5" fmla="*/ 15 h 23"/>
                <a:gd name="T6" fmla="*/ 41 w 17"/>
                <a:gd name="T7" fmla="*/ 13 h 23"/>
                <a:gd name="T8" fmla="*/ 54 w 17"/>
                <a:gd name="T9" fmla="*/ 7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13" y="23"/>
                  </a:moveTo>
                  <a:cubicBezTo>
                    <a:pt x="17" y="19"/>
                    <a:pt x="15" y="11"/>
                    <a:pt x="13" y="9"/>
                  </a:cubicBezTo>
                  <a:cubicBezTo>
                    <a:pt x="10" y="5"/>
                    <a:pt x="6" y="2"/>
                    <a:pt x="0" y="5"/>
                  </a:cubicBezTo>
                  <a:cubicBezTo>
                    <a:pt x="6" y="1"/>
                    <a:pt x="9" y="0"/>
                    <a:pt x="13" y="4"/>
                  </a:cubicBezTo>
                  <a:cubicBezTo>
                    <a:pt x="17" y="8"/>
                    <a:pt x="17" y="15"/>
                    <a:pt x="17" y="22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3" name="Freeform 596">
              <a:extLst>
                <a:ext uri="{FF2B5EF4-FFF2-40B4-BE49-F238E27FC236}">
                  <a16:creationId xmlns:a16="http://schemas.microsoft.com/office/drawing/2014/main" id="{E29DF1FF-A1AF-4083-BEE5-6859D559F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956"/>
              <a:ext cx="16" cy="52"/>
            </a:xfrm>
            <a:custGeom>
              <a:avLst/>
              <a:gdLst>
                <a:gd name="T0" fmla="*/ 0 w 11"/>
                <a:gd name="T1" fmla="*/ 15 h 35"/>
                <a:gd name="T2" fmla="*/ 32 w 11"/>
                <a:gd name="T3" fmla="*/ 22 h 35"/>
                <a:gd name="T4" fmla="*/ 9 w 11"/>
                <a:gd name="T5" fmla="*/ 114 h 35"/>
                <a:gd name="T6" fmla="*/ 13 w 11"/>
                <a:gd name="T7" fmla="*/ 100 h 35"/>
                <a:gd name="T8" fmla="*/ 19 w 11"/>
                <a:gd name="T9" fmla="*/ 59 h 35"/>
                <a:gd name="T10" fmla="*/ 1 w 11"/>
                <a:gd name="T11" fmla="*/ 19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5">
                  <a:moveTo>
                    <a:pt x="0" y="5"/>
                  </a:moveTo>
                  <a:cubicBezTo>
                    <a:pt x="5" y="2"/>
                    <a:pt x="10" y="0"/>
                    <a:pt x="10" y="7"/>
                  </a:cubicBezTo>
                  <a:cubicBezTo>
                    <a:pt x="11" y="18"/>
                    <a:pt x="8" y="25"/>
                    <a:pt x="3" y="35"/>
                  </a:cubicBezTo>
                  <a:cubicBezTo>
                    <a:pt x="4" y="33"/>
                    <a:pt x="4" y="31"/>
                    <a:pt x="4" y="30"/>
                  </a:cubicBezTo>
                  <a:cubicBezTo>
                    <a:pt x="5" y="26"/>
                    <a:pt x="6" y="22"/>
                    <a:pt x="6" y="18"/>
                  </a:cubicBezTo>
                  <a:cubicBezTo>
                    <a:pt x="7" y="15"/>
                    <a:pt x="8" y="0"/>
                    <a:pt x="1" y="6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4" name="Freeform 597">
              <a:extLst>
                <a:ext uri="{FF2B5EF4-FFF2-40B4-BE49-F238E27FC236}">
                  <a16:creationId xmlns:a16="http://schemas.microsoft.com/office/drawing/2014/main" id="{62815ABC-5EBE-41D5-9B24-3C71C3FC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124"/>
              <a:ext cx="28" cy="47"/>
            </a:xfrm>
            <a:custGeom>
              <a:avLst/>
              <a:gdLst>
                <a:gd name="T0" fmla="*/ 19 w 19"/>
                <a:gd name="T1" fmla="*/ 0 h 32"/>
                <a:gd name="T2" fmla="*/ 40 w 19"/>
                <a:gd name="T3" fmla="*/ 41 h 32"/>
                <a:gd name="T4" fmla="*/ 0 w 19"/>
                <a:gd name="T5" fmla="*/ 101 h 32"/>
                <a:gd name="T6" fmla="*/ 52 w 19"/>
                <a:gd name="T7" fmla="*/ 63 h 32"/>
                <a:gd name="T8" fmla="*/ 59 w 19"/>
                <a:gd name="T9" fmla="*/ 32 h 32"/>
                <a:gd name="T10" fmla="*/ 32 w 19"/>
                <a:gd name="T11" fmla="*/ 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2">
                  <a:moveTo>
                    <a:pt x="6" y="0"/>
                  </a:moveTo>
                  <a:cubicBezTo>
                    <a:pt x="12" y="0"/>
                    <a:pt x="13" y="7"/>
                    <a:pt x="12" y="13"/>
                  </a:cubicBezTo>
                  <a:cubicBezTo>
                    <a:pt x="11" y="21"/>
                    <a:pt x="5" y="26"/>
                    <a:pt x="0" y="32"/>
                  </a:cubicBezTo>
                  <a:cubicBezTo>
                    <a:pt x="7" y="31"/>
                    <a:pt x="12" y="28"/>
                    <a:pt x="16" y="20"/>
                  </a:cubicBezTo>
                  <a:cubicBezTo>
                    <a:pt x="18" y="16"/>
                    <a:pt x="19" y="13"/>
                    <a:pt x="18" y="10"/>
                  </a:cubicBezTo>
                  <a:cubicBezTo>
                    <a:pt x="17" y="5"/>
                    <a:pt x="13" y="5"/>
                    <a:pt x="10" y="2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5" name="Freeform 598">
              <a:extLst>
                <a:ext uri="{FF2B5EF4-FFF2-40B4-BE49-F238E27FC236}">
                  <a16:creationId xmlns:a16="http://schemas.microsoft.com/office/drawing/2014/main" id="{18B9DFAC-DC69-423F-BA82-31EC59CA0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264"/>
              <a:ext cx="20" cy="21"/>
            </a:xfrm>
            <a:custGeom>
              <a:avLst/>
              <a:gdLst>
                <a:gd name="T0" fmla="*/ 9 w 14"/>
                <a:gd name="T1" fmla="*/ 0 h 14"/>
                <a:gd name="T2" fmla="*/ 39 w 14"/>
                <a:gd name="T3" fmla="*/ 21 h 14"/>
                <a:gd name="T4" fmla="*/ 0 w 14"/>
                <a:gd name="T5" fmla="*/ 39 h 14"/>
                <a:gd name="T6" fmla="*/ 23 w 14"/>
                <a:gd name="T7" fmla="*/ 27 h 14"/>
                <a:gd name="T8" fmla="*/ 14 w 14"/>
                <a:gd name="T9" fmla="*/ 1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0"/>
                  </a:moveTo>
                  <a:cubicBezTo>
                    <a:pt x="7" y="0"/>
                    <a:pt x="14" y="0"/>
                    <a:pt x="13" y="6"/>
                  </a:cubicBezTo>
                  <a:cubicBezTo>
                    <a:pt x="12" y="14"/>
                    <a:pt x="4" y="13"/>
                    <a:pt x="0" y="11"/>
                  </a:cubicBezTo>
                  <a:cubicBezTo>
                    <a:pt x="2" y="11"/>
                    <a:pt x="7" y="11"/>
                    <a:pt x="8" y="8"/>
                  </a:cubicBezTo>
                  <a:cubicBezTo>
                    <a:pt x="11" y="5"/>
                    <a:pt x="7" y="3"/>
                    <a:pt x="5" y="3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6" name="Freeform 599">
              <a:extLst>
                <a:ext uri="{FF2B5EF4-FFF2-40B4-BE49-F238E27FC236}">
                  <a16:creationId xmlns:a16="http://schemas.microsoft.com/office/drawing/2014/main" id="{B55BE080-115D-4A20-9249-EF0DE242F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220"/>
              <a:ext cx="32" cy="46"/>
            </a:xfrm>
            <a:custGeom>
              <a:avLst/>
              <a:gdLst>
                <a:gd name="T0" fmla="*/ 68 w 22"/>
                <a:gd name="T1" fmla="*/ 101 h 31"/>
                <a:gd name="T2" fmla="*/ 41 w 22"/>
                <a:gd name="T3" fmla="*/ 42 h 31"/>
                <a:gd name="T4" fmla="*/ 19 w 22"/>
                <a:gd name="T5" fmla="*/ 33 h 31"/>
                <a:gd name="T6" fmla="*/ 0 w 22"/>
                <a:gd name="T7" fmla="*/ 40 h 31"/>
                <a:gd name="T8" fmla="*/ 9 w 22"/>
                <a:gd name="T9" fmla="*/ 13 h 31"/>
                <a:gd name="T10" fmla="*/ 41 w 22"/>
                <a:gd name="T11" fmla="*/ 13 h 31"/>
                <a:gd name="T12" fmla="*/ 60 w 22"/>
                <a:gd name="T13" fmla="*/ 55 h 31"/>
                <a:gd name="T14" fmla="*/ 60 w 22"/>
                <a:gd name="T15" fmla="*/ 82 h 31"/>
                <a:gd name="T16" fmla="*/ 61 w 22"/>
                <a:gd name="T17" fmla="*/ 9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1">
                  <a:moveTo>
                    <a:pt x="22" y="31"/>
                  </a:moveTo>
                  <a:cubicBezTo>
                    <a:pt x="21" y="23"/>
                    <a:pt x="18" y="17"/>
                    <a:pt x="13" y="13"/>
                  </a:cubicBezTo>
                  <a:cubicBezTo>
                    <a:pt x="11" y="11"/>
                    <a:pt x="10" y="10"/>
                    <a:pt x="6" y="10"/>
                  </a:cubicBezTo>
                  <a:cubicBezTo>
                    <a:pt x="4" y="10"/>
                    <a:pt x="2" y="12"/>
                    <a:pt x="0" y="12"/>
                  </a:cubicBezTo>
                  <a:cubicBezTo>
                    <a:pt x="1" y="10"/>
                    <a:pt x="1" y="6"/>
                    <a:pt x="3" y="4"/>
                  </a:cubicBezTo>
                  <a:cubicBezTo>
                    <a:pt x="6" y="0"/>
                    <a:pt x="11" y="3"/>
                    <a:pt x="13" y="4"/>
                  </a:cubicBezTo>
                  <a:cubicBezTo>
                    <a:pt x="16" y="7"/>
                    <a:pt x="18" y="13"/>
                    <a:pt x="19" y="17"/>
                  </a:cubicBezTo>
                  <a:cubicBezTo>
                    <a:pt x="19" y="20"/>
                    <a:pt x="19" y="23"/>
                    <a:pt x="19" y="25"/>
                  </a:cubicBezTo>
                  <a:cubicBezTo>
                    <a:pt x="19" y="27"/>
                    <a:pt x="20" y="28"/>
                    <a:pt x="20" y="29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7" name="Freeform 600">
              <a:extLst>
                <a:ext uri="{FF2B5EF4-FFF2-40B4-BE49-F238E27FC236}">
                  <a16:creationId xmlns:a16="http://schemas.microsoft.com/office/drawing/2014/main" id="{AB85E1E0-7D58-4350-9AF0-5CC525876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222"/>
              <a:ext cx="45" cy="23"/>
            </a:xfrm>
            <a:custGeom>
              <a:avLst/>
              <a:gdLst>
                <a:gd name="T0" fmla="*/ 99 w 30"/>
                <a:gd name="T1" fmla="*/ 0 h 16"/>
                <a:gd name="T2" fmla="*/ 0 w 30"/>
                <a:gd name="T3" fmla="*/ 46 h 16"/>
                <a:gd name="T4" fmla="*/ 54 w 30"/>
                <a:gd name="T5" fmla="*/ 24 h 16"/>
                <a:gd name="T6" fmla="*/ 89 w 30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6">
                  <a:moveTo>
                    <a:pt x="29" y="0"/>
                  </a:moveTo>
                  <a:cubicBezTo>
                    <a:pt x="30" y="9"/>
                    <a:pt x="4" y="16"/>
                    <a:pt x="0" y="15"/>
                  </a:cubicBezTo>
                  <a:cubicBezTo>
                    <a:pt x="5" y="12"/>
                    <a:pt x="10" y="11"/>
                    <a:pt x="16" y="8"/>
                  </a:cubicBezTo>
                  <a:cubicBezTo>
                    <a:pt x="18" y="7"/>
                    <a:pt x="25" y="4"/>
                    <a:pt x="26" y="1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8" name="Freeform 601">
              <a:extLst>
                <a:ext uri="{FF2B5EF4-FFF2-40B4-BE49-F238E27FC236}">
                  <a16:creationId xmlns:a16="http://schemas.microsoft.com/office/drawing/2014/main" id="{A1E4BE20-0A70-453E-9491-D9CEB2937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111"/>
              <a:ext cx="28" cy="31"/>
            </a:xfrm>
            <a:custGeom>
              <a:avLst/>
              <a:gdLst>
                <a:gd name="T0" fmla="*/ 60 w 19"/>
                <a:gd name="T1" fmla="*/ 19 h 21"/>
                <a:gd name="T2" fmla="*/ 19 w 19"/>
                <a:gd name="T3" fmla="*/ 19 h 21"/>
                <a:gd name="T4" fmla="*/ 9 w 19"/>
                <a:gd name="T5" fmla="*/ 68 h 21"/>
                <a:gd name="T6" fmla="*/ 27 w 19"/>
                <a:gd name="T7" fmla="*/ 28 h 21"/>
                <a:gd name="T8" fmla="*/ 52 w 19"/>
                <a:gd name="T9" fmla="*/ 1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9" y="6"/>
                  </a:moveTo>
                  <a:cubicBezTo>
                    <a:pt x="18" y="0"/>
                    <a:pt x="10" y="1"/>
                    <a:pt x="6" y="6"/>
                  </a:cubicBezTo>
                  <a:cubicBezTo>
                    <a:pt x="1" y="11"/>
                    <a:pt x="0" y="16"/>
                    <a:pt x="3" y="21"/>
                  </a:cubicBezTo>
                  <a:cubicBezTo>
                    <a:pt x="5" y="17"/>
                    <a:pt x="5" y="13"/>
                    <a:pt x="8" y="9"/>
                  </a:cubicBezTo>
                  <a:cubicBezTo>
                    <a:pt x="9" y="6"/>
                    <a:pt x="15" y="0"/>
                    <a:pt x="16" y="5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9" name="Freeform 602">
              <a:extLst>
                <a:ext uri="{FF2B5EF4-FFF2-40B4-BE49-F238E27FC236}">
                  <a16:creationId xmlns:a16="http://schemas.microsoft.com/office/drawing/2014/main" id="{090EE46C-889A-4935-AEBC-85630AB1E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195"/>
              <a:ext cx="31" cy="38"/>
            </a:xfrm>
            <a:custGeom>
              <a:avLst/>
              <a:gdLst>
                <a:gd name="T0" fmla="*/ 46 w 21"/>
                <a:gd name="T1" fmla="*/ 82 h 26"/>
                <a:gd name="T2" fmla="*/ 41 w 21"/>
                <a:gd name="T3" fmla="*/ 32 h 26"/>
                <a:gd name="T4" fmla="*/ 0 w 21"/>
                <a:gd name="T5" fmla="*/ 9 h 26"/>
                <a:gd name="T6" fmla="*/ 46 w 21"/>
                <a:gd name="T7" fmla="*/ 15 h 26"/>
                <a:gd name="T8" fmla="*/ 52 w 21"/>
                <a:gd name="T9" fmla="*/ 8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6">
                  <a:moveTo>
                    <a:pt x="14" y="26"/>
                  </a:moveTo>
                  <a:cubicBezTo>
                    <a:pt x="18" y="21"/>
                    <a:pt x="15" y="13"/>
                    <a:pt x="13" y="10"/>
                  </a:cubicBezTo>
                  <a:cubicBezTo>
                    <a:pt x="11" y="6"/>
                    <a:pt x="6" y="2"/>
                    <a:pt x="0" y="3"/>
                  </a:cubicBezTo>
                  <a:cubicBezTo>
                    <a:pt x="6" y="0"/>
                    <a:pt x="11" y="0"/>
                    <a:pt x="14" y="5"/>
                  </a:cubicBezTo>
                  <a:cubicBezTo>
                    <a:pt x="17" y="8"/>
                    <a:pt x="21" y="20"/>
                    <a:pt x="16" y="26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0" name="Freeform 603">
              <a:extLst>
                <a:ext uri="{FF2B5EF4-FFF2-40B4-BE49-F238E27FC236}">
                  <a16:creationId xmlns:a16="http://schemas.microsoft.com/office/drawing/2014/main" id="{F9D37507-667E-45BF-98D8-04A284833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307"/>
              <a:ext cx="32" cy="25"/>
            </a:xfrm>
            <a:custGeom>
              <a:avLst/>
              <a:gdLst>
                <a:gd name="T0" fmla="*/ 68 w 22"/>
                <a:gd name="T1" fmla="*/ 15 h 17"/>
                <a:gd name="T2" fmla="*/ 32 w 22"/>
                <a:gd name="T3" fmla="*/ 32 h 17"/>
                <a:gd name="T4" fmla="*/ 0 w 22"/>
                <a:gd name="T5" fmla="*/ 0 h 17"/>
                <a:gd name="T6" fmla="*/ 22 w 22"/>
                <a:gd name="T7" fmla="*/ 47 h 17"/>
                <a:gd name="T8" fmla="*/ 61 w 22"/>
                <a:gd name="T9" fmla="*/ 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7">
                  <a:moveTo>
                    <a:pt x="22" y="5"/>
                  </a:moveTo>
                  <a:cubicBezTo>
                    <a:pt x="17" y="7"/>
                    <a:pt x="15" y="11"/>
                    <a:pt x="10" y="10"/>
                  </a:cubicBezTo>
                  <a:cubicBezTo>
                    <a:pt x="4" y="10"/>
                    <a:pt x="1" y="6"/>
                    <a:pt x="0" y="0"/>
                  </a:cubicBezTo>
                  <a:cubicBezTo>
                    <a:pt x="2" y="5"/>
                    <a:pt x="2" y="13"/>
                    <a:pt x="7" y="15"/>
                  </a:cubicBezTo>
                  <a:cubicBezTo>
                    <a:pt x="12" y="17"/>
                    <a:pt x="18" y="11"/>
                    <a:pt x="20" y="5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1" name="Freeform 604">
              <a:extLst>
                <a:ext uri="{FF2B5EF4-FFF2-40B4-BE49-F238E27FC236}">
                  <a16:creationId xmlns:a16="http://schemas.microsoft.com/office/drawing/2014/main" id="{FB949648-6EB6-457B-BA4F-F3E920B9F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068"/>
              <a:ext cx="39" cy="28"/>
            </a:xfrm>
            <a:custGeom>
              <a:avLst/>
              <a:gdLst>
                <a:gd name="T0" fmla="*/ 48 w 26"/>
                <a:gd name="T1" fmla="*/ 60 h 19"/>
                <a:gd name="T2" fmla="*/ 81 w 26"/>
                <a:gd name="T3" fmla="*/ 27 h 19"/>
                <a:gd name="T4" fmla="*/ 0 w 26"/>
                <a:gd name="T5" fmla="*/ 19 h 19"/>
                <a:gd name="T6" fmla="*/ 54 w 26"/>
                <a:gd name="T7" fmla="*/ 5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14" y="19"/>
                  </a:moveTo>
                  <a:cubicBezTo>
                    <a:pt x="17" y="17"/>
                    <a:pt x="22" y="12"/>
                    <a:pt x="24" y="8"/>
                  </a:cubicBezTo>
                  <a:cubicBezTo>
                    <a:pt x="21" y="0"/>
                    <a:pt x="7" y="4"/>
                    <a:pt x="0" y="6"/>
                  </a:cubicBezTo>
                  <a:cubicBezTo>
                    <a:pt x="6" y="2"/>
                    <a:pt x="26" y="8"/>
                    <a:pt x="16" y="17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2" name="Freeform 605">
              <a:extLst>
                <a:ext uri="{FF2B5EF4-FFF2-40B4-BE49-F238E27FC236}">
                  <a16:creationId xmlns:a16="http://schemas.microsoft.com/office/drawing/2014/main" id="{8D285844-B818-4360-846B-D294A60A9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099"/>
              <a:ext cx="26" cy="14"/>
            </a:xfrm>
            <a:custGeom>
              <a:avLst/>
              <a:gdLst>
                <a:gd name="T0" fmla="*/ 55 w 18"/>
                <a:gd name="T1" fmla="*/ 22 h 9"/>
                <a:gd name="T2" fmla="*/ 1 w 18"/>
                <a:gd name="T3" fmla="*/ 0 h 9"/>
                <a:gd name="T4" fmla="*/ 48 w 18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18" y="6"/>
                  </a:moveTo>
                  <a:cubicBezTo>
                    <a:pt x="12" y="8"/>
                    <a:pt x="0" y="9"/>
                    <a:pt x="1" y="0"/>
                  </a:cubicBezTo>
                  <a:cubicBezTo>
                    <a:pt x="6" y="3"/>
                    <a:pt x="10" y="8"/>
                    <a:pt x="16" y="5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3" name="Freeform 606">
              <a:extLst>
                <a:ext uri="{FF2B5EF4-FFF2-40B4-BE49-F238E27FC236}">
                  <a16:creationId xmlns:a16="http://schemas.microsoft.com/office/drawing/2014/main" id="{DAC549CD-02BF-4FA8-8BED-9987A1649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146"/>
              <a:ext cx="47" cy="21"/>
            </a:xfrm>
            <a:custGeom>
              <a:avLst/>
              <a:gdLst>
                <a:gd name="T0" fmla="*/ 75 w 32"/>
                <a:gd name="T1" fmla="*/ 45 h 14"/>
                <a:gd name="T2" fmla="*/ 60 w 32"/>
                <a:gd name="T3" fmla="*/ 5 h 14"/>
                <a:gd name="T4" fmla="*/ 0 w 32"/>
                <a:gd name="T5" fmla="*/ 12 h 14"/>
                <a:gd name="T6" fmla="*/ 73 w 32"/>
                <a:gd name="T7" fmla="*/ 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4">
                  <a:moveTo>
                    <a:pt x="24" y="13"/>
                  </a:moveTo>
                  <a:cubicBezTo>
                    <a:pt x="32" y="9"/>
                    <a:pt x="22" y="2"/>
                    <a:pt x="19" y="1"/>
                  </a:cubicBezTo>
                  <a:cubicBezTo>
                    <a:pt x="13" y="0"/>
                    <a:pt x="6" y="1"/>
                    <a:pt x="0" y="3"/>
                  </a:cubicBezTo>
                  <a:cubicBezTo>
                    <a:pt x="5" y="1"/>
                    <a:pt x="27" y="2"/>
                    <a:pt x="23" y="14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4" name="Freeform 607">
              <a:extLst>
                <a:ext uri="{FF2B5EF4-FFF2-40B4-BE49-F238E27FC236}">
                  <a16:creationId xmlns:a16="http://schemas.microsoft.com/office/drawing/2014/main" id="{C5AD360E-5C8F-497C-A03C-1D25C7C20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138"/>
              <a:ext cx="32" cy="14"/>
            </a:xfrm>
            <a:custGeom>
              <a:avLst/>
              <a:gdLst>
                <a:gd name="T0" fmla="*/ 52 w 22"/>
                <a:gd name="T1" fmla="*/ 25 h 10"/>
                <a:gd name="T2" fmla="*/ 48 w 22"/>
                <a:gd name="T3" fmla="*/ 6 h 10"/>
                <a:gd name="T4" fmla="*/ 0 w 22"/>
                <a:gd name="T5" fmla="*/ 11 h 10"/>
                <a:gd name="T6" fmla="*/ 52 w 22"/>
                <a:gd name="T7" fmla="*/ 2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0">
                  <a:moveTo>
                    <a:pt x="17" y="9"/>
                  </a:moveTo>
                  <a:cubicBezTo>
                    <a:pt x="22" y="7"/>
                    <a:pt x="18" y="3"/>
                    <a:pt x="16" y="2"/>
                  </a:cubicBezTo>
                  <a:cubicBezTo>
                    <a:pt x="11" y="0"/>
                    <a:pt x="5" y="3"/>
                    <a:pt x="0" y="4"/>
                  </a:cubicBezTo>
                  <a:cubicBezTo>
                    <a:pt x="2" y="5"/>
                    <a:pt x="19" y="5"/>
                    <a:pt x="17" y="10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5" name="Freeform 608">
              <a:extLst>
                <a:ext uri="{FF2B5EF4-FFF2-40B4-BE49-F238E27FC236}">
                  <a16:creationId xmlns:a16="http://schemas.microsoft.com/office/drawing/2014/main" id="{3190E083-8F88-45C4-A569-D68B1284F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984"/>
              <a:ext cx="35" cy="17"/>
            </a:xfrm>
            <a:custGeom>
              <a:avLst/>
              <a:gdLst>
                <a:gd name="T0" fmla="*/ 55 w 24"/>
                <a:gd name="T1" fmla="*/ 40 h 11"/>
                <a:gd name="T2" fmla="*/ 61 w 24"/>
                <a:gd name="T3" fmla="*/ 8 h 11"/>
                <a:gd name="T4" fmla="*/ 0 w 24"/>
                <a:gd name="T5" fmla="*/ 29 h 11"/>
                <a:gd name="T6" fmla="*/ 53 w 24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18" y="11"/>
                  </a:moveTo>
                  <a:cubicBezTo>
                    <a:pt x="21" y="8"/>
                    <a:pt x="24" y="4"/>
                    <a:pt x="20" y="2"/>
                  </a:cubicBezTo>
                  <a:cubicBezTo>
                    <a:pt x="15" y="0"/>
                    <a:pt x="5" y="3"/>
                    <a:pt x="0" y="8"/>
                  </a:cubicBezTo>
                  <a:cubicBezTo>
                    <a:pt x="4" y="4"/>
                    <a:pt x="19" y="2"/>
                    <a:pt x="17" y="9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6" name="Freeform 609">
              <a:extLst>
                <a:ext uri="{FF2B5EF4-FFF2-40B4-BE49-F238E27FC236}">
                  <a16:creationId xmlns:a16="http://schemas.microsoft.com/office/drawing/2014/main" id="{498A5A16-36A5-4B03-9A35-0B7F57961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023"/>
              <a:ext cx="45" cy="31"/>
            </a:xfrm>
            <a:custGeom>
              <a:avLst/>
              <a:gdLst>
                <a:gd name="T0" fmla="*/ 102 w 30"/>
                <a:gd name="T1" fmla="*/ 0 h 21"/>
                <a:gd name="T2" fmla="*/ 0 w 30"/>
                <a:gd name="T3" fmla="*/ 52 h 21"/>
                <a:gd name="T4" fmla="*/ 0 w 30"/>
                <a:gd name="T5" fmla="*/ 46 h 21"/>
                <a:gd name="T6" fmla="*/ 45 w 30"/>
                <a:gd name="T7" fmla="*/ 40 h 21"/>
                <a:gd name="T8" fmla="*/ 95 w 30"/>
                <a:gd name="T9" fmla="*/ 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26" y="10"/>
                    <a:pt x="7" y="21"/>
                    <a:pt x="0" y="16"/>
                  </a:cubicBezTo>
                  <a:cubicBezTo>
                    <a:pt x="0" y="15"/>
                    <a:pt x="0" y="15"/>
                    <a:pt x="0" y="14"/>
                  </a:cubicBezTo>
                  <a:cubicBezTo>
                    <a:pt x="5" y="13"/>
                    <a:pt x="9" y="14"/>
                    <a:pt x="13" y="12"/>
                  </a:cubicBezTo>
                  <a:cubicBezTo>
                    <a:pt x="19" y="10"/>
                    <a:pt x="23" y="7"/>
                    <a:pt x="28" y="2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7" name="Freeform 610">
              <a:extLst>
                <a:ext uri="{FF2B5EF4-FFF2-40B4-BE49-F238E27FC236}">
                  <a16:creationId xmlns:a16="http://schemas.microsoft.com/office/drawing/2014/main" id="{CA6796DA-0BEA-4A4F-B104-B1CD20E72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077"/>
              <a:ext cx="14" cy="24"/>
            </a:xfrm>
            <a:custGeom>
              <a:avLst/>
              <a:gdLst>
                <a:gd name="T0" fmla="*/ 25 w 10"/>
                <a:gd name="T1" fmla="*/ 39 h 16"/>
                <a:gd name="T2" fmla="*/ 1 w 10"/>
                <a:gd name="T3" fmla="*/ 35 h 16"/>
                <a:gd name="T4" fmla="*/ 28 w 10"/>
                <a:gd name="T5" fmla="*/ 0 h 16"/>
                <a:gd name="T6" fmla="*/ 21 w 10"/>
                <a:gd name="T7" fmla="*/ 3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9" y="11"/>
                  </a:moveTo>
                  <a:cubicBezTo>
                    <a:pt x="6" y="14"/>
                    <a:pt x="0" y="16"/>
                    <a:pt x="1" y="10"/>
                  </a:cubicBezTo>
                  <a:cubicBezTo>
                    <a:pt x="2" y="5"/>
                    <a:pt x="7" y="3"/>
                    <a:pt x="10" y="0"/>
                  </a:cubicBezTo>
                  <a:cubicBezTo>
                    <a:pt x="7" y="2"/>
                    <a:pt x="2" y="14"/>
                    <a:pt x="8" y="10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8" name="Freeform 611">
              <a:extLst>
                <a:ext uri="{FF2B5EF4-FFF2-40B4-BE49-F238E27FC236}">
                  <a16:creationId xmlns:a16="http://schemas.microsoft.com/office/drawing/2014/main" id="{FCB93A26-6123-408F-992C-57C6C6A88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220"/>
              <a:ext cx="13" cy="19"/>
            </a:xfrm>
            <a:custGeom>
              <a:avLst/>
              <a:gdLst>
                <a:gd name="T0" fmla="*/ 14 w 9"/>
                <a:gd name="T1" fmla="*/ 41 h 13"/>
                <a:gd name="T2" fmla="*/ 27 w 9"/>
                <a:gd name="T3" fmla="*/ 32 h 13"/>
                <a:gd name="T4" fmla="*/ 0 w 9"/>
                <a:gd name="T5" fmla="*/ 0 h 13"/>
                <a:gd name="T6" fmla="*/ 14 w 9"/>
                <a:gd name="T7" fmla="*/ 4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5" y="13"/>
                  </a:moveTo>
                  <a:cubicBezTo>
                    <a:pt x="6" y="12"/>
                    <a:pt x="8" y="11"/>
                    <a:pt x="9" y="10"/>
                  </a:cubicBezTo>
                  <a:cubicBezTo>
                    <a:pt x="8" y="4"/>
                    <a:pt x="3" y="2"/>
                    <a:pt x="0" y="0"/>
                  </a:cubicBezTo>
                  <a:cubicBezTo>
                    <a:pt x="3" y="3"/>
                    <a:pt x="7" y="7"/>
                    <a:pt x="5" y="13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9" name="Freeform 612">
              <a:extLst>
                <a:ext uri="{FF2B5EF4-FFF2-40B4-BE49-F238E27FC236}">
                  <a16:creationId xmlns:a16="http://schemas.microsoft.com/office/drawing/2014/main" id="{C1A49E61-ECEF-4DE3-9F22-4B6D2E5E1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286"/>
              <a:ext cx="22" cy="20"/>
            </a:xfrm>
            <a:custGeom>
              <a:avLst/>
              <a:gdLst>
                <a:gd name="T0" fmla="*/ 41 w 15"/>
                <a:gd name="T1" fmla="*/ 22 h 13"/>
                <a:gd name="T2" fmla="*/ 13 w 15"/>
                <a:gd name="T3" fmla="*/ 8 h 13"/>
                <a:gd name="T4" fmla="*/ 13 w 15"/>
                <a:gd name="T5" fmla="*/ 48 h 13"/>
                <a:gd name="T6" fmla="*/ 15 w 15"/>
                <a:gd name="T7" fmla="*/ 18 h 13"/>
                <a:gd name="T8" fmla="*/ 38 w 15"/>
                <a:gd name="T9" fmla="*/ 2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13" y="6"/>
                  </a:moveTo>
                  <a:cubicBezTo>
                    <a:pt x="15" y="1"/>
                    <a:pt x="7" y="0"/>
                    <a:pt x="4" y="2"/>
                  </a:cubicBezTo>
                  <a:cubicBezTo>
                    <a:pt x="0" y="5"/>
                    <a:pt x="1" y="10"/>
                    <a:pt x="4" y="13"/>
                  </a:cubicBezTo>
                  <a:cubicBezTo>
                    <a:pt x="4" y="9"/>
                    <a:pt x="2" y="7"/>
                    <a:pt x="5" y="5"/>
                  </a:cubicBezTo>
                  <a:cubicBezTo>
                    <a:pt x="8" y="3"/>
                    <a:pt x="12" y="3"/>
                    <a:pt x="12" y="7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0" name="Freeform 613">
              <a:extLst>
                <a:ext uri="{FF2B5EF4-FFF2-40B4-BE49-F238E27FC236}">
                  <a16:creationId xmlns:a16="http://schemas.microsoft.com/office/drawing/2014/main" id="{0D1BABEB-0ABD-45AE-972A-B0E1C55A1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279"/>
              <a:ext cx="26" cy="22"/>
            </a:xfrm>
            <a:custGeom>
              <a:avLst/>
              <a:gdLst>
                <a:gd name="T0" fmla="*/ 48 w 18"/>
                <a:gd name="T1" fmla="*/ 6 h 15"/>
                <a:gd name="T2" fmla="*/ 20 w 18"/>
                <a:gd name="T3" fmla="*/ 41 h 15"/>
                <a:gd name="T4" fmla="*/ 9 w 18"/>
                <a:gd name="T5" fmla="*/ 0 h 15"/>
                <a:gd name="T6" fmla="*/ 25 w 18"/>
                <a:gd name="T7" fmla="*/ 32 h 15"/>
                <a:gd name="T8" fmla="*/ 42 w 18"/>
                <a:gd name="T9" fmla="*/ 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16" y="2"/>
                  </a:moveTo>
                  <a:cubicBezTo>
                    <a:pt x="18" y="7"/>
                    <a:pt x="11" y="15"/>
                    <a:pt x="7" y="13"/>
                  </a:cubicBezTo>
                  <a:cubicBezTo>
                    <a:pt x="4" y="12"/>
                    <a:pt x="0" y="5"/>
                    <a:pt x="3" y="0"/>
                  </a:cubicBezTo>
                  <a:cubicBezTo>
                    <a:pt x="4" y="3"/>
                    <a:pt x="4" y="9"/>
                    <a:pt x="8" y="10"/>
                  </a:cubicBezTo>
                  <a:cubicBezTo>
                    <a:pt x="10" y="11"/>
                    <a:pt x="15" y="6"/>
                    <a:pt x="14" y="4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1" name="Freeform 614">
              <a:extLst>
                <a:ext uri="{FF2B5EF4-FFF2-40B4-BE49-F238E27FC236}">
                  <a16:creationId xmlns:a16="http://schemas.microsoft.com/office/drawing/2014/main" id="{F66E86B6-EBBC-403B-846F-472771876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307"/>
              <a:ext cx="45" cy="37"/>
            </a:xfrm>
            <a:custGeom>
              <a:avLst/>
              <a:gdLst>
                <a:gd name="T0" fmla="*/ 87 w 31"/>
                <a:gd name="T1" fmla="*/ 81 h 25"/>
                <a:gd name="T2" fmla="*/ 74 w 31"/>
                <a:gd name="T3" fmla="*/ 13 h 25"/>
                <a:gd name="T4" fmla="*/ 33 w 31"/>
                <a:gd name="T5" fmla="*/ 0 h 25"/>
                <a:gd name="T6" fmla="*/ 0 w 31"/>
                <a:gd name="T7" fmla="*/ 2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28" y="25"/>
                  </a:moveTo>
                  <a:cubicBezTo>
                    <a:pt x="30" y="17"/>
                    <a:pt x="31" y="9"/>
                    <a:pt x="24" y="4"/>
                  </a:cubicBezTo>
                  <a:cubicBezTo>
                    <a:pt x="20" y="2"/>
                    <a:pt x="16" y="0"/>
                    <a:pt x="11" y="0"/>
                  </a:cubicBezTo>
                  <a:cubicBezTo>
                    <a:pt x="5" y="0"/>
                    <a:pt x="3" y="5"/>
                    <a:pt x="0" y="9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2" name="Freeform 615">
              <a:extLst>
                <a:ext uri="{FF2B5EF4-FFF2-40B4-BE49-F238E27FC236}">
                  <a16:creationId xmlns:a16="http://schemas.microsoft.com/office/drawing/2014/main" id="{486C6DFF-F80F-4C9B-A4BB-E6AAA80C4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74"/>
              <a:ext cx="39" cy="76"/>
            </a:xfrm>
            <a:custGeom>
              <a:avLst/>
              <a:gdLst>
                <a:gd name="T0" fmla="*/ 74 w 27"/>
                <a:gd name="T1" fmla="*/ 0 h 51"/>
                <a:gd name="T2" fmla="*/ 55 w 27"/>
                <a:gd name="T3" fmla="*/ 42 h 51"/>
                <a:gd name="T4" fmla="*/ 39 w 27"/>
                <a:gd name="T5" fmla="*/ 89 h 51"/>
                <a:gd name="T6" fmla="*/ 0 w 27"/>
                <a:gd name="T7" fmla="*/ 1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1">
                  <a:moveTo>
                    <a:pt x="24" y="0"/>
                  </a:moveTo>
                  <a:cubicBezTo>
                    <a:pt x="27" y="5"/>
                    <a:pt x="21" y="11"/>
                    <a:pt x="18" y="13"/>
                  </a:cubicBezTo>
                  <a:cubicBezTo>
                    <a:pt x="13" y="17"/>
                    <a:pt x="13" y="21"/>
                    <a:pt x="13" y="27"/>
                  </a:cubicBezTo>
                  <a:cubicBezTo>
                    <a:pt x="13" y="37"/>
                    <a:pt x="9" y="45"/>
                    <a:pt x="0" y="51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3" name="Freeform 616">
              <a:extLst>
                <a:ext uri="{FF2B5EF4-FFF2-40B4-BE49-F238E27FC236}">
                  <a16:creationId xmlns:a16="http://schemas.microsoft.com/office/drawing/2014/main" id="{DA5C1EEE-824E-47D9-921F-1BDEF02C2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012"/>
              <a:ext cx="84" cy="43"/>
            </a:xfrm>
            <a:custGeom>
              <a:avLst/>
              <a:gdLst>
                <a:gd name="T0" fmla="*/ 9 w 57"/>
                <a:gd name="T1" fmla="*/ 0 h 29"/>
                <a:gd name="T2" fmla="*/ 15 w 57"/>
                <a:gd name="T3" fmla="*/ 55 h 29"/>
                <a:gd name="T4" fmla="*/ 81 w 57"/>
                <a:gd name="T5" fmla="*/ 87 h 29"/>
                <a:gd name="T6" fmla="*/ 143 w 57"/>
                <a:gd name="T7" fmla="*/ 86 h 29"/>
                <a:gd name="T8" fmla="*/ 183 w 57"/>
                <a:gd name="T9" fmla="*/ 5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9">
                  <a:moveTo>
                    <a:pt x="3" y="0"/>
                  </a:moveTo>
                  <a:cubicBezTo>
                    <a:pt x="0" y="2"/>
                    <a:pt x="3" y="14"/>
                    <a:pt x="5" y="17"/>
                  </a:cubicBezTo>
                  <a:cubicBezTo>
                    <a:pt x="9" y="23"/>
                    <a:pt x="19" y="25"/>
                    <a:pt x="25" y="27"/>
                  </a:cubicBezTo>
                  <a:cubicBezTo>
                    <a:pt x="32" y="28"/>
                    <a:pt x="38" y="29"/>
                    <a:pt x="45" y="26"/>
                  </a:cubicBezTo>
                  <a:cubicBezTo>
                    <a:pt x="49" y="24"/>
                    <a:pt x="54" y="19"/>
                    <a:pt x="57" y="17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4" name="Freeform 617">
              <a:extLst>
                <a:ext uri="{FF2B5EF4-FFF2-40B4-BE49-F238E27FC236}">
                  <a16:creationId xmlns:a16="http://schemas.microsoft.com/office/drawing/2014/main" id="{74D5F9B6-D21A-49C6-A036-0AAF410B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940"/>
              <a:ext cx="56" cy="47"/>
            </a:xfrm>
            <a:custGeom>
              <a:avLst/>
              <a:gdLst>
                <a:gd name="T0" fmla="*/ 0 w 38"/>
                <a:gd name="T1" fmla="*/ 0 h 32"/>
                <a:gd name="T2" fmla="*/ 27 w 38"/>
                <a:gd name="T3" fmla="*/ 38 h 32"/>
                <a:gd name="T4" fmla="*/ 63 w 38"/>
                <a:gd name="T5" fmla="*/ 87 h 32"/>
                <a:gd name="T6" fmla="*/ 113 w 38"/>
                <a:gd name="T7" fmla="*/ 82 h 32"/>
                <a:gd name="T8" fmla="*/ 119 w 38"/>
                <a:gd name="T9" fmla="*/ 3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0" y="0"/>
                  </a:moveTo>
                  <a:cubicBezTo>
                    <a:pt x="0" y="7"/>
                    <a:pt x="3" y="8"/>
                    <a:pt x="8" y="12"/>
                  </a:cubicBezTo>
                  <a:cubicBezTo>
                    <a:pt x="14" y="16"/>
                    <a:pt x="14" y="22"/>
                    <a:pt x="20" y="27"/>
                  </a:cubicBezTo>
                  <a:cubicBezTo>
                    <a:pt x="25" y="31"/>
                    <a:pt x="31" y="32"/>
                    <a:pt x="35" y="26"/>
                  </a:cubicBezTo>
                  <a:cubicBezTo>
                    <a:pt x="38" y="22"/>
                    <a:pt x="37" y="16"/>
                    <a:pt x="37" y="12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5" name="Freeform 618">
              <a:extLst>
                <a:ext uri="{FF2B5EF4-FFF2-40B4-BE49-F238E27FC236}">
                  <a16:creationId xmlns:a16="http://schemas.microsoft.com/office/drawing/2014/main" id="{EA7CDC5A-67E3-482D-933C-06788C8B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052"/>
              <a:ext cx="23" cy="56"/>
            </a:xfrm>
            <a:custGeom>
              <a:avLst/>
              <a:gdLst>
                <a:gd name="T0" fmla="*/ 27 w 16"/>
                <a:gd name="T1" fmla="*/ 0 h 38"/>
                <a:gd name="T2" fmla="*/ 47 w 16"/>
                <a:gd name="T3" fmla="*/ 12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9" y="0"/>
                  </a:moveTo>
                  <a:cubicBezTo>
                    <a:pt x="0" y="5"/>
                    <a:pt x="4" y="38"/>
                    <a:pt x="16" y="38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6" name="Freeform 619">
              <a:extLst>
                <a:ext uri="{FF2B5EF4-FFF2-40B4-BE49-F238E27FC236}">
                  <a16:creationId xmlns:a16="http://schemas.microsoft.com/office/drawing/2014/main" id="{C79DCCA6-528B-4149-9869-47C0AFBAB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279"/>
              <a:ext cx="85" cy="35"/>
            </a:xfrm>
            <a:custGeom>
              <a:avLst/>
              <a:gdLst>
                <a:gd name="T0" fmla="*/ 183 w 58"/>
                <a:gd name="T1" fmla="*/ 53 h 24"/>
                <a:gd name="T2" fmla="*/ 86 w 58"/>
                <a:gd name="T3" fmla="*/ 13 h 24"/>
                <a:gd name="T4" fmla="*/ 50 w 58"/>
                <a:gd name="T5" fmla="*/ 53 h 24"/>
                <a:gd name="T6" fmla="*/ 0 w 58"/>
                <a:gd name="T7" fmla="*/ 7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4">
                  <a:moveTo>
                    <a:pt x="58" y="17"/>
                  </a:moveTo>
                  <a:cubicBezTo>
                    <a:pt x="52" y="5"/>
                    <a:pt x="39" y="0"/>
                    <a:pt x="27" y="4"/>
                  </a:cubicBezTo>
                  <a:cubicBezTo>
                    <a:pt x="20" y="7"/>
                    <a:pt x="19" y="12"/>
                    <a:pt x="16" y="17"/>
                  </a:cubicBezTo>
                  <a:cubicBezTo>
                    <a:pt x="12" y="24"/>
                    <a:pt x="4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7" name="Freeform 620">
              <a:extLst>
                <a:ext uri="{FF2B5EF4-FFF2-40B4-BE49-F238E27FC236}">
                  <a16:creationId xmlns:a16="http://schemas.microsoft.com/office/drawing/2014/main" id="{26AD0580-2066-420E-B6FD-3F46B83CA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098"/>
              <a:ext cx="37" cy="35"/>
            </a:xfrm>
            <a:custGeom>
              <a:avLst/>
              <a:gdLst>
                <a:gd name="T0" fmla="*/ 0 w 25"/>
                <a:gd name="T1" fmla="*/ 0 h 24"/>
                <a:gd name="T2" fmla="*/ 65 w 25"/>
                <a:gd name="T3" fmla="*/ 19 h 24"/>
                <a:gd name="T4" fmla="*/ 81 w 25"/>
                <a:gd name="T5" fmla="*/ 7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4">
                  <a:moveTo>
                    <a:pt x="0" y="0"/>
                  </a:moveTo>
                  <a:cubicBezTo>
                    <a:pt x="7" y="3"/>
                    <a:pt x="14" y="1"/>
                    <a:pt x="20" y="6"/>
                  </a:cubicBezTo>
                  <a:cubicBezTo>
                    <a:pt x="24" y="11"/>
                    <a:pt x="25" y="18"/>
                    <a:pt x="25" y="24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8" name="Freeform 621">
              <a:extLst>
                <a:ext uri="{FF2B5EF4-FFF2-40B4-BE49-F238E27FC236}">
                  <a16:creationId xmlns:a16="http://schemas.microsoft.com/office/drawing/2014/main" id="{07F57F4C-E0A6-4B1D-96B5-1C0A0FE3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977"/>
              <a:ext cx="54" cy="52"/>
            </a:xfrm>
            <a:custGeom>
              <a:avLst/>
              <a:gdLst>
                <a:gd name="T0" fmla="*/ 0 w 37"/>
                <a:gd name="T1" fmla="*/ 92 h 35"/>
                <a:gd name="T2" fmla="*/ 50 w 37"/>
                <a:gd name="T3" fmla="*/ 113 h 35"/>
                <a:gd name="T4" fmla="*/ 102 w 37"/>
                <a:gd name="T5" fmla="*/ 76 h 35"/>
                <a:gd name="T6" fmla="*/ 112 w 37"/>
                <a:gd name="T7" fmla="*/ 27 h 35"/>
                <a:gd name="T8" fmla="*/ 96 w 37"/>
                <a:gd name="T9" fmla="*/ 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5">
                  <a:moveTo>
                    <a:pt x="0" y="28"/>
                  </a:moveTo>
                  <a:cubicBezTo>
                    <a:pt x="4" y="31"/>
                    <a:pt x="10" y="35"/>
                    <a:pt x="16" y="34"/>
                  </a:cubicBezTo>
                  <a:cubicBezTo>
                    <a:pt x="23" y="33"/>
                    <a:pt x="29" y="29"/>
                    <a:pt x="33" y="23"/>
                  </a:cubicBezTo>
                  <a:cubicBezTo>
                    <a:pt x="35" y="18"/>
                    <a:pt x="37" y="14"/>
                    <a:pt x="36" y="8"/>
                  </a:cubicBezTo>
                  <a:cubicBezTo>
                    <a:pt x="36" y="6"/>
                    <a:pt x="35" y="0"/>
                    <a:pt x="31" y="2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9" name="Freeform 622">
              <a:extLst>
                <a:ext uri="{FF2B5EF4-FFF2-40B4-BE49-F238E27FC236}">
                  <a16:creationId xmlns:a16="http://schemas.microsoft.com/office/drawing/2014/main" id="{31402245-C58A-4291-9A24-E7A2E712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940"/>
              <a:ext cx="22" cy="25"/>
            </a:xfrm>
            <a:custGeom>
              <a:avLst/>
              <a:gdLst>
                <a:gd name="T0" fmla="*/ 0 w 15"/>
                <a:gd name="T1" fmla="*/ 13 h 17"/>
                <a:gd name="T2" fmla="*/ 28 w 15"/>
                <a:gd name="T3" fmla="*/ 19 h 17"/>
                <a:gd name="T4" fmla="*/ 47 w 15"/>
                <a:gd name="T5" fmla="*/ 46 h 17"/>
                <a:gd name="T6" fmla="*/ 45 w 15"/>
                <a:gd name="T7" fmla="*/ 5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0" y="4"/>
                  </a:moveTo>
                  <a:cubicBezTo>
                    <a:pt x="2" y="0"/>
                    <a:pt x="5" y="2"/>
                    <a:pt x="9" y="6"/>
                  </a:cubicBezTo>
                  <a:cubicBezTo>
                    <a:pt x="11" y="8"/>
                    <a:pt x="15" y="11"/>
                    <a:pt x="15" y="14"/>
                  </a:cubicBezTo>
                  <a:cubicBezTo>
                    <a:pt x="15" y="15"/>
                    <a:pt x="15" y="17"/>
                    <a:pt x="14" y="16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0" name="Freeform 623">
              <a:extLst>
                <a:ext uri="{FF2B5EF4-FFF2-40B4-BE49-F238E27FC236}">
                  <a16:creationId xmlns:a16="http://schemas.microsoft.com/office/drawing/2014/main" id="{E74A8D75-D17A-44BF-829F-1BF61AE4F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064"/>
              <a:ext cx="30" cy="26"/>
            </a:xfrm>
            <a:custGeom>
              <a:avLst/>
              <a:gdLst>
                <a:gd name="T0" fmla="*/ 5 w 20"/>
                <a:gd name="T1" fmla="*/ 0 h 18"/>
                <a:gd name="T2" fmla="*/ 21 w 20"/>
                <a:gd name="T3" fmla="*/ 48 h 18"/>
                <a:gd name="T4" fmla="*/ 68 w 20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1" y="0"/>
                  </a:moveTo>
                  <a:cubicBezTo>
                    <a:pt x="0" y="6"/>
                    <a:pt x="0" y="13"/>
                    <a:pt x="6" y="16"/>
                  </a:cubicBezTo>
                  <a:cubicBezTo>
                    <a:pt x="10" y="18"/>
                    <a:pt x="19" y="16"/>
                    <a:pt x="20" y="11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1" name="Freeform 624">
              <a:extLst>
                <a:ext uri="{FF2B5EF4-FFF2-40B4-BE49-F238E27FC236}">
                  <a16:creationId xmlns:a16="http://schemas.microsoft.com/office/drawing/2014/main" id="{80F23A5E-3E24-4DEE-975B-7C585591C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300"/>
              <a:ext cx="48" cy="22"/>
            </a:xfrm>
            <a:custGeom>
              <a:avLst/>
              <a:gdLst>
                <a:gd name="T0" fmla="*/ 0 w 33"/>
                <a:gd name="T1" fmla="*/ 47 h 15"/>
                <a:gd name="T2" fmla="*/ 28 w 33"/>
                <a:gd name="T3" fmla="*/ 34 h 15"/>
                <a:gd name="T4" fmla="*/ 74 w 33"/>
                <a:gd name="T5" fmla="*/ 1 h 15"/>
                <a:gd name="T6" fmla="*/ 99 w 33"/>
                <a:gd name="T7" fmla="*/ 22 h 15"/>
                <a:gd name="T8" fmla="*/ 76 w 33"/>
                <a:gd name="T9" fmla="*/ 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5">
                  <a:moveTo>
                    <a:pt x="0" y="15"/>
                  </a:moveTo>
                  <a:cubicBezTo>
                    <a:pt x="4" y="15"/>
                    <a:pt x="6" y="14"/>
                    <a:pt x="9" y="11"/>
                  </a:cubicBezTo>
                  <a:cubicBezTo>
                    <a:pt x="13" y="7"/>
                    <a:pt x="18" y="2"/>
                    <a:pt x="24" y="1"/>
                  </a:cubicBezTo>
                  <a:cubicBezTo>
                    <a:pt x="29" y="0"/>
                    <a:pt x="33" y="2"/>
                    <a:pt x="32" y="7"/>
                  </a:cubicBezTo>
                  <a:cubicBezTo>
                    <a:pt x="32" y="11"/>
                    <a:pt x="28" y="13"/>
                    <a:pt x="25" y="15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2" name="Freeform 625">
              <a:extLst>
                <a:ext uri="{FF2B5EF4-FFF2-40B4-BE49-F238E27FC236}">
                  <a16:creationId xmlns:a16="http://schemas.microsoft.com/office/drawing/2014/main" id="{C7BA0D5B-9315-4DBE-B9DE-C38EEC125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171"/>
              <a:ext cx="11" cy="18"/>
            </a:xfrm>
            <a:custGeom>
              <a:avLst/>
              <a:gdLst>
                <a:gd name="T0" fmla="*/ 0 w 8"/>
                <a:gd name="T1" fmla="*/ 8 h 12"/>
                <a:gd name="T2" fmla="*/ 19 w 8"/>
                <a:gd name="T3" fmla="*/ 14 h 12"/>
                <a:gd name="T4" fmla="*/ 8 w 8"/>
                <a:gd name="T5" fmla="*/ 4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2"/>
                  </a:moveTo>
                  <a:cubicBezTo>
                    <a:pt x="3" y="0"/>
                    <a:pt x="6" y="1"/>
                    <a:pt x="7" y="4"/>
                  </a:cubicBezTo>
                  <a:cubicBezTo>
                    <a:pt x="8" y="7"/>
                    <a:pt x="5" y="10"/>
                    <a:pt x="3" y="12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3" name="Freeform 626">
              <a:extLst>
                <a:ext uri="{FF2B5EF4-FFF2-40B4-BE49-F238E27FC236}">
                  <a16:creationId xmlns:a16="http://schemas.microsoft.com/office/drawing/2014/main" id="{44F81945-BE4E-4DF7-88FE-F8E37B9A1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223"/>
              <a:ext cx="17" cy="10"/>
            </a:xfrm>
            <a:custGeom>
              <a:avLst/>
              <a:gdLst>
                <a:gd name="T0" fmla="*/ 5 w 11"/>
                <a:gd name="T1" fmla="*/ 9 h 7"/>
                <a:gd name="T2" fmla="*/ 14 w 11"/>
                <a:gd name="T3" fmla="*/ 19 h 7"/>
                <a:gd name="T4" fmla="*/ 40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" y="3"/>
                  </a:moveTo>
                  <a:cubicBezTo>
                    <a:pt x="0" y="5"/>
                    <a:pt x="3" y="6"/>
                    <a:pt x="4" y="6"/>
                  </a:cubicBezTo>
                  <a:cubicBezTo>
                    <a:pt x="8" y="7"/>
                    <a:pt x="10" y="4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4" name="Freeform 627">
              <a:extLst>
                <a:ext uri="{FF2B5EF4-FFF2-40B4-BE49-F238E27FC236}">
                  <a16:creationId xmlns:a16="http://schemas.microsoft.com/office/drawing/2014/main" id="{EA9EBA69-DC57-4460-A99B-A0793BA2E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288"/>
              <a:ext cx="54" cy="72"/>
            </a:xfrm>
            <a:custGeom>
              <a:avLst/>
              <a:gdLst>
                <a:gd name="T0" fmla="*/ 0 w 37"/>
                <a:gd name="T1" fmla="*/ 0 h 49"/>
                <a:gd name="T2" fmla="*/ 41 w 37"/>
                <a:gd name="T3" fmla="*/ 13 h 49"/>
                <a:gd name="T4" fmla="*/ 60 w 37"/>
                <a:gd name="T5" fmla="*/ 41 h 49"/>
                <a:gd name="T6" fmla="*/ 96 w 37"/>
                <a:gd name="T7" fmla="*/ 75 h 49"/>
                <a:gd name="T8" fmla="*/ 89 w 37"/>
                <a:gd name="T9" fmla="*/ 15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9">
                  <a:moveTo>
                    <a:pt x="0" y="0"/>
                  </a:moveTo>
                  <a:cubicBezTo>
                    <a:pt x="5" y="0"/>
                    <a:pt x="9" y="0"/>
                    <a:pt x="13" y="4"/>
                  </a:cubicBezTo>
                  <a:cubicBezTo>
                    <a:pt x="15" y="7"/>
                    <a:pt x="16" y="11"/>
                    <a:pt x="19" y="13"/>
                  </a:cubicBezTo>
                  <a:cubicBezTo>
                    <a:pt x="24" y="16"/>
                    <a:pt x="28" y="18"/>
                    <a:pt x="31" y="24"/>
                  </a:cubicBezTo>
                  <a:cubicBezTo>
                    <a:pt x="36" y="32"/>
                    <a:pt x="37" y="43"/>
                    <a:pt x="29" y="49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5" name="Freeform 628">
              <a:extLst>
                <a:ext uri="{FF2B5EF4-FFF2-40B4-BE49-F238E27FC236}">
                  <a16:creationId xmlns:a16="http://schemas.microsoft.com/office/drawing/2014/main" id="{0D847F32-77C2-4D37-AC44-BD17DDBBB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307"/>
              <a:ext cx="32" cy="40"/>
            </a:xfrm>
            <a:custGeom>
              <a:avLst/>
              <a:gdLst>
                <a:gd name="T0" fmla="*/ 0 w 22"/>
                <a:gd name="T1" fmla="*/ 1 h 27"/>
                <a:gd name="T2" fmla="*/ 25 w 22"/>
                <a:gd name="T3" fmla="*/ 1 h 27"/>
                <a:gd name="T4" fmla="*/ 47 w 22"/>
                <a:gd name="T5" fmla="*/ 36 h 27"/>
                <a:gd name="T6" fmla="*/ 68 w 22"/>
                <a:gd name="T7" fmla="*/ 68 h 27"/>
                <a:gd name="T8" fmla="*/ 47 w 22"/>
                <a:gd name="T9" fmla="*/ 7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0" y="1"/>
                  </a:moveTo>
                  <a:cubicBezTo>
                    <a:pt x="3" y="0"/>
                    <a:pt x="5" y="0"/>
                    <a:pt x="8" y="1"/>
                  </a:cubicBezTo>
                  <a:cubicBezTo>
                    <a:pt x="13" y="3"/>
                    <a:pt x="12" y="8"/>
                    <a:pt x="15" y="11"/>
                  </a:cubicBezTo>
                  <a:cubicBezTo>
                    <a:pt x="18" y="15"/>
                    <a:pt x="22" y="16"/>
                    <a:pt x="22" y="21"/>
                  </a:cubicBezTo>
                  <a:cubicBezTo>
                    <a:pt x="22" y="27"/>
                    <a:pt x="14" y="27"/>
                    <a:pt x="15" y="22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6" name="Freeform 629">
              <a:extLst>
                <a:ext uri="{FF2B5EF4-FFF2-40B4-BE49-F238E27FC236}">
                  <a16:creationId xmlns:a16="http://schemas.microsoft.com/office/drawing/2014/main" id="{34BE5229-3420-4516-8E01-1D7162E6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323"/>
              <a:ext cx="9" cy="15"/>
            </a:xfrm>
            <a:custGeom>
              <a:avLst/>
              <a:gdLst>
                <a:gd name="T0" fmla="*/ 21 w 6"/>
                <a:gd name="T1" fmla="*/ 0 h 10"/>
                <a:gd name="T2" fmla="*/ 18 w 6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1" y="0"/>
                    <a:pt x="0" y="8"/>
                    <a:pt x="5" y="10"/>
                  </a:cubicBezTo>
                </a:path>
              </a:pathLst>
            </a:custGeom>
            <a:noFill/>
            <a:ln w="7938" cap="rnd">
              <a:solidFill>
                <a:srgbClr val="7714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7" name="Freeform 630">
              <a:extLst>
                <a:ext uri="{FF2B5EF4-FFF2-40B4-BE49-F238E27FC236}">
                  <a16:creationId xmlns:a16="http://schemas.microsoft.com/office/drawing/2014/main" id="{FCA74160-E696-423F-A544-292E7799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66"/>
              <a:ext cx="16" cy="22"/>
            </a:xfrm>
            <a:custGeom>
              <a:avLst/>
              <a:gdLst>
                <a:gd name="T0" fmla="*/ 0 w 11"/>
                <a:gd name="T1" fmla="*/ 1 h 15"/>
                <a:gd name="T2" fmla="*/ 19 w 11"/>
                <a:gd name="T3" fmla="*/ 47 h 15"/>
                <a:gd name="T4" fmla="*/ 28 w 11"/>
                <a:gd name="T5" fmla="*/ 19 h 15"/>
                <a:gd name="T6" fmla="*/ 1 w 11"/>
                <a:gd name="T7" fmla="*/ 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0" y="1"/>
                  </a:moveTo>
                  <a:cubicBezTo>
                    <a:pt x="7" y="3"/>
                    <a:pt x="10" y="9"/>
                    <a:pt x="6" y="15"/>
                  </a:cubicBezTo>
                  <a:cubicBezTo>
                    <a:pt x="8" y="12"/>
                    <a:pt x="11" y="9"/>
                    <a:pt x="9" y="6"/>
                  </a:cubicBezTo>
                  <a:cubicBezTo>
                    <a:pt x="8" y="3"/>
                    <a:pt x="3" y="0"/>
                    <a:pt x="1" y="2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8" name="Freeform 631">
              <a:extLst>
                <a:ext uri="{FF2B5EF4-FFF2-40B4-BE49-F238E27FC236}">
                  <a16:creationId xmlns:a16="http://schemas.microsoft.com/office/drawing/2014/main" id="{674C5B96-51E5-45C2-90C3-BBB2FF9FB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289"/>
              <a:ext cx="28" cy="45"/>
            </a:xfrm>
            <a:custGeom>
              <a:avLst/>
              <a:gdLst>
                <a:gd name="T0" fmla="*/ 59 w 19"/>
                <a:gd name="T1" fmla="*/ 32 h 30"/>
                <a:gd name="T2" fmla="*/ 19 w 19"/>
                <a:gd name="T3" fmla="*/ 59 h 30"/>
                <a:gd name="T4" fmla="*/ 60 w 19"/>
                <a:gd name="T5" fmla="*/ 102 h 30"/>
                <a:gd name="T6" fmla="*/ 6 w 19"/>
                <a:gd name="T7" fmla="*/ 62 h 30"/>
                <a:gd name="T8" fmla="*/ 52 w 19"/>
                <a:gd name="T9" fmla="*/ 2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0">
                  <a:moveTo>
                    <a:pt x="18" y="9"/>
                  </a:moveTo>
                  <a:cubicBezTo>
                    <a:pt x="11" y="4"/>
                    <a:pt x="5" y="10"/>
                    <a:pt x="6" y="17"/>
                  </a:cubicBezTo>
                  <a:cubicBezTo>
                    <a:pt x="7" y="24"/>
                    <a:pt x="16" y="24"/>
                    <a:pt x="19" y="30"/>
                  </a:cubicBezTo>
                  <a:cubicBezTo>
                    <a:pt x="15" y="23"/>
                    <a:pt x="4" y="27"/>
                    <a:pt x="2" y="18"/>
                  </a:cubicBezTo>
                  <a:cubicBezTo>
                    <a:pt x="0" y="11"/>
                    <a:pt x="10" y="0"/>
                    <a:pt x="16" y="8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9" name="Freeform 632">
              <a:extLst>
                <a:ext uri="{FF2B5EF4-FFF2-40B4-BE49-F238E27FC236}">
                  <a16:creationId xmlns:a16="http://schemas.microsoft.com/office/drawing/2014/main" id="{E7684321-FB08-491D-BD97-3D40CA7D0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308"/>
              <a:ext cx="29" cy="36"/>
            </a:xfrm>
            <a:custGeom>
              <a:avLst/>
              <a:gdLst>
                <a:gd name="T0" fmla="*/ 0 w 20"/>
                <a:gd name="T1" fmla="*/ 21 h 24"/>
                <a:gd name="T2" fmla="*/ 22 w 20"/>
                <a:gd name="T3" fmla="*/ 81 h 24"/>
                <a:gd name="T4" fmla="*/ 1 w 20"/>
                <a:gd name="T5" fmla="*/ 1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0" y="6"/>
                  </a:moveTo>
                  <a:cubicBezTo>
                    <a:pt x="11" y="3"/>
                    <a:pt x="17" y="21"/>
                    <a:pt x="7" y="24"/>
                  </a:cubicBezTo>
                  <a:cubicBezTo>
                    <a:pt x="20" y="23"/>
                    <a:pt x="11" y="0"/>
                    <a:pt x="1" y="5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0" name="Freeform 633">
              <a:extLst>
                <a:ext uri="{FF2B5EF4-FFF2-40B4-BE49-F238E27FC236}">
                  <a16:creationId xmlns:a16="http://schemas.microsoft.com/office/drawing/2014/main" id="{A5019AE5-6099-4782-891E-7F087F058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288"/>
              <a:ext cx="35" cy="25"/>
            </a:xfrm>
            <a:custGeom>
              <a:avLst/>
              <a:gdLst>
                <a:gd name="T0" fmla="*/ 0 w 24"/>
                <a:gd name="T1" fmla="*/ 26 h 17"/>
                <a:gd name="T2" fmla="*/ 73 w 24"/>
                <a:gd name="T3" fmla="*/ 54 h 17"/>
                <a:gd name="T4" fmla="*/ 50 w 24"/>
                <a:gd name="T5" fmla="*/ 1 h 17"/>
                <a:gd name="T6" fmla="*/ 0 w 24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7">
                  <a:moveTo>
                    <a:pt x="0" y="8"/>
                  </a:moveTo>
                  <a:cubicBezTo>
                    <a:pt x="11" y="2"/>
                    <a:pt x="19" y="6"/>
                    <a:pt x="23" y="17"/>
                  </a:cubicBezTo>
                  <a:cubicBezTo>
                    <a:pt x="22" y="11"/>
                    <a:pt x="24" y="3"/>
                    <a:pt x="16" y="1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1" name="Freeform 634">
              <a:extLst>
                <a:ext uri="{FF2B5EF4-FFF2-40B4-BE49-F238E27FC236}">
                  <a16:creationId xmlns:a16="http://schemas.microsoft.com/office/drawing/2014/main" id="{52927E39-3F32-4AAE-8EAC-7922B2C42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061"/>
              <a:ext cx="20" cy="37"/>
            </a:xfrm>
            <a:custGeom>
              <a:avLst/>
              <a:gdLst>
                <a:gd name="T0" fmla="*/ 14 w 14"/>
                <a:gd name="T1" fmla="*/ 0 h 25"/>
                <a:gd name="T2" fmla="*/ 41 w 14"/>
                <a:gd name="T3" fmla="*/ 81 h 25"/>
                <a:gd name="T4" fmla="*/ 9 w 14"/>
                <a:gd name="T5" fmla="*/ 53 h 25"/>
                <a:gd name="T6" fmla="*/ 13 w 14"/>
                <a:gd name="T7" fmla="*/ 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5" y="0"/>
                  </a:moveTo>
                  <a:cubicBezTo>
                    <a:pt x="1" y="8"/>
                    <a:pt x="7" y="22"/>
                    <a:pt x="14" y="25"/>
                  </a:cubicBezTo>
                  <a:cubicBezTo>
                    <a:pt x="9" y="24"/>
                    <a:pt x="5" y="20"/>
                    <a:pt x="3" y="16"/>
                  </a:cubicBezTo>
                  <a:cubicBezTo>
                    <a:pt x="2" y="12"/>
                    <a:pt x="0" y="4"/>
                    <a:pt x="4" y="1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2" name="Freeform 635">
              <a:extLst>
                <a:ext uri="{FF2B5EF4-FFF2-40B4-BE49-F238E27FC236}">
                  <a16:creationId xmlns:a16="http://schemas.microsoft.com/office/drawing/2014/main" id="{7907659C-5BAA-4084-8746-F836D9275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970"/>
              <a:ext cx="28" cy="60"/>
            </a:xfrm>
            <a:custGeom>
              <a:avLst/>
              <a:gdLst>
                <a:gd name="T0" fmla="*/ 6 w 19"/>
                <a:gd name="T1" fmla="*/ 9 h 41"/>
                <a:gd name="T2" fmla="*/ 47 w 19"/>
                <a:gd name="T3" fmla="*/ 60 h 41"/>
                <a:gd name="T4" fmla="*/ 32 w 19"/>
                <a:gd name="T5" fmla="*/ 101 h 41"/>
                <a:gd name="T6" fmla="*/ 0 w 19"/>
                <a:gd name="T7" fmla="*/ 129 h 41"/>
                <a:gd name="T8" fmla="*/ 55 w 19"/>
                <a:gd name="T9" fmla="*/ 47 h 41"/>
                <a:gd name="T10" fmla="*/ 40 w 19"/>
                <a:gd name="T11" fmla="*/ 9 h 41"/>
                <a:gd name="T12" fmla="*/ 27 w 19"/>
                <a:gd name="T13" fmla="*/ 1 h 41"/>
                <a:gd name="T14" fmla="*/ 6 w 19"/>
                <a:gd name="T15" fmla="*/ 13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1">
                  <a:moveTo>
                    <a:pt x="2" y="3"/>
                  </a:moveTo>
                  <a:cubicBezTo>
                    <a:pt x="11" y="0"/>
                    <a:pt x="15" y="12"/>
                    <a:pt x="15" y="19"/>
                  </a:cubicBezTo>
                  <a:cubicBezTo>
                    <a:pt x="15" y="23"/>
                    <a:pt x="13" y="28"/>
                    <a:pt x="10" y="32"/>
                  </a:cubicBezTo>
                  <a:cubicBezTo>
                    <a:pt x="7" y="36"/>
                    <a:pt x="3" y="37"/>
                    <a:pt x="0" y="41"/>
                  </a:cubicBezTo>
                  <a:cubicBezTo>
                    <a:pt x="12" y="40"/>
                    <a:pt x="19" y="25"/>
                    <a:pt x="17" y="15"/>
                  </a:cubicBezTo>
                  <a:cubicBezTo>
                    <a:pt x="17" y="11"/>
                    <a:pt x="16" y="6"/>
                    <a:pt x="12" y="3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5" y="1"/>
                    <a:pt x="5" y="3"/>
                    <a:pt x="2" y="4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3" name="Freeform 636">
              <a:extLst>
                <a:ext uri="{FF2B5EF4-FFF2-40B4-BE49-F238E27FC236}">
                  <a16:creationId xmlns:a16="http://schemas.microsoft.com/office/drawing/2014/main" id="{8E54FA1B-42B8-4619-B9C8-1F0B62923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976"/>
              <a:ext cx="21" cy="35"/>
            </a:xfrm>
            <a:custGeom>
              <a:avLst/>
              <a:gdLst>
                <a:gd name="T0" fmla="*/ 0 w 14"/>
                <a:gd name="T1" fmla="*/ 13 h 24"/>
                <a:gd name="T2" fmla="*/ 14 w 14"/>
                <a:gd name="T3" fmla="*/ 13 h 24"/>
                <a:gd name="T4" fmla="*/ 27 w 14"/>
                <a:gd name="T5" fmla="*/ 32 h 24"/>
                <a:gd name="T6" fmla="*/ 35 w 14"/>
                <a:gd name="T7" fmla="*/ 74 h 24"/>
                <a:gd name="T8" fmla="*/ 35 w 14"/>
                <a:gd name="T9" fmla="*/ 19 h 24"/>
                <a:gd name="T10" fmla="*/ 5 w 14"/>
                <a:gd name="T11" fmla="*/ 1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4">
                  <a:moveTo>
                    <a:pt x="0" y="4"/>
                  </a:moveTo>
                  <a:cubicBezTo>
                    <a:pt x="0" y="4"/>
                    <a:pt x="3" y="3"/>
                    <a:pt x="4" y="4"/>
                  </a:cubicBezTo>
                  <a:cubicBezTo>
                    <a:pt x="6" y="5"/>
                    <a:pt x="7" y="8"/>
                    <a:pt x="8" y="10"/>
                  </a:cubicBezTo>
                  <a:cubicBezTo>
                    <a:pt x="10" y="14"/>
                    <a:pt x="12" y="19"/>
                    <a:pt x="10" y="24"/>
                  </a:cubicBezTo>
                  <a:cubicBezTo>
                    <a:pt x="10" y="18"/>
                    <a:pt x="14" y="11"/>
                    <a:pt x="10" y="6"/>
                  </a:cubicBezTo>
                  <a:cubicBezTo>
                    <a:pt x="9" y="4"/>
                    <a:pt x="2" y="0"/>
                    <a:pt x="1" y="5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4" name="Freeform 637">
              <a:extLst>
                <a:ext uri="{FF2B5EF4-FFF2-40B4-BE49-F238E27FC236}">
                  <a16:creationId xmlns:a16="http://schemas.microsoft.com/office/drawing/2014/main" id="{1A804679-C4A7-483A-96FB-FA5712BAC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965"/>
              <a:ext cx="21" cy="33"/>
            </a:xfrm>
            <a:custGeom>
              <a:avLst/>
              <a:gdLst>
                <a:gd name="T0" fmla="*/ 48 w 14"/>
                <a:gd name="T1" fmla="*/ 8 h 22"/>
                <a:gd name="T2" fmla="*/ 5 w 14"/>
                <a:gd name="T3" fmla="*/ 27 h 22"/>
                <a:gd name="T4" fmla="*/ 26 w 14"/>
                <a:gd name="T5" fmla="*/ 75 h 22"/>
                <a:gd name="T6" fmla="*/ 48 w 14"/>
                <a:gd name="T7" fmla="*/ 1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14" y="2"/>
                  </a:moveTo>
                  <a:cubicBezTo>
                    <a:pt x="9" y="2"/>
                    <a:pt x="3" y="2"/>
                    <a:pt x="1" y="8"/>
                  </a:cubicBezTo>
                  <a:cubicBezTo>
                    <a:pt x="0" y="12"/>
                    <a:pt x="2" y="21"/>
                    <a:pt x="7" y="22"/>
                  </a:cubicBezTo>
                  <a:cubicBezTo>
                    <a:pt x="1" y="19"/>
                    <a:pt x="7" y="0"/>
                    <a:pt x="14" y="3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5" name="Freeform 638">
              <a:extLst>
                <a:ext uri="{FF2B5EF4-FFF2-40B4-BE49-F238E27FC236}">
                  <a16:creationId xmlns:a16="http://schemas.microsoft.com/office/drawing/2014/main" id="{33B20993-DE4C-4A4E-9B43-D91B1B8B3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040"/>
              <a:ext cx="19" cy="15"/>
            </a:xfrm>
            <a:custGeom>
              <a:avLst/>
              <a:gdLst>
                <a:gd name="T0" fmla="*/ 0 w 13"/>
                <a:gd name="T1" fmla="*/ 26 h 10"/>
                <a:gd name="T2" fmla="*/ 41 w 13"/>
                <a:gd name="T3" fmla="*/ 35 h 10"/>
                <a:gd name="T4" fmla="*/ 28 w 13"/>
                <a:gd name="T5" fmla="*/ 5 h 10"/>
                <a:gd name="T6" fmla="*/ 1 w 13"/>
                <a:gd name="T7" fmla="*/ 2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cubicBezTo>
                    <a:pt x="5" y="1"/>
                    <a:pt x="12" y="4"/>
                    <a:pt x="13" y="10"/>
                  </a:cubicBezTo>
                  <a:cubicBezTo>
                    <a:pt x="13" y="7"/>
                    <a:pt x="13" y="3"/>
                    <a:pt x="9" y="1"/>
                  </a:cubicBezTo>
                  <a:cubicBezTo>
                    <a:pt x="6" y="0"/>
                    <a:pt x="2" y="4"/>
                    <a:pt x="1" y="7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6" name="Freeform 639">
              <a:extLst>
                <a:ext uri="{FF2B5EF4-FFF2-40B4-BE49-F238E27FC236}">
                  <a16:creationId xmlns:a16="http://schemas.microsoft.com/office/drawing/2014/main" id="{97416D70-884E-4897-9174-2F5C74E99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015"/>
              <a:ext cx="11" cy="18"/>
            </a:xfrm>
            <a:custGeom>
              <a:avLst/>
              <a:gdLst>
                <a:gd name="T0" fmla="*/ 27 w 7"/>
                <a:gd name="T1" fmla="*/ 5 h 12"/>
                <a:gd name="T2" fmla="*/ 22 w 7"/>
                <a:gd name="T3" fmla="*/ 41 h 12"/>
                <a:gd name="T4" fmla="*/ 22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1"/>
                  </a:moveTo>
                  <a:cubicBezTo>
                    <a:pt x="0" y="0"/>
                    <a:pt x="6" y="11"/>
                    <a:pt x="6" y="12"/>
                  </a:cubicBezTo>
                  <a:cubicBezTo>
                    <a:pt x="2" y="10"/>
                    <a:pt x="0" y="1"/>
                    <a:pt x="6" y="0"/>
                  </a:cubicBezTo>
                </a:path>
              </a:pathLst>
            </a:custGeom>
            <a:solidFill>
              <a:srgbClr val="D1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7" name="Freeform 640">
              <a:extLst>
                <a:ext uri="{FF2B5EF4-FFF2-40B4-BE49-F238E27FC236}">
                  <a16:creationId xmlns:a16="http://schemas.microsoft.com/office/drawing/2014/main" id="{CB911024-BCB6-4C80-8558-B2DEFFBE1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977"/>
              <a:ext cx="16" cy="44"/>
            </a:xfrm>
            <a:custGeom>
              <a:avLst/>
              <a:gdLst>
                <a:gd name="T0" fmla="*/ 32 w 11"/>
                <a:gd name="T1" fmla="*/ 22 h 30"/>
                <a:gd name="T2" fmla="*/ 33 w 11"/>
                <a:gd name="T3" fmla="*/ 95 h 30"/>
                <a:gd name="T4" fmla="*/ 0 w 11"/>
                <a:gd name="T5" fmla="*/ 47 h 30"/>
                <a:gd name="T6" fmla="*/ 15 w 11"/>
                <a:gd name="T7" fmla="*/ 0 h 30"/>
                <a:gd name="T8" fmla="*/ 32 w 11"/>
                <a:gd name="T9" fmla="*/ 1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0">
                  <a:moveTo>
                    <a:pt x="10" y="7"/>
                  </a:moveTo>
                  <a:cubicBezTo>
                    <a:pt x="0" y="9"/>
                    <a:pt x="5" y="26"/>
                    <a:pt x="11" y="30"/>
                  </a:cubicBezTo>
                  <a:cubicBezTo>
                    <a:pt x="4" y="29"/>
                    <a:pt x="0" y="22"/>
                    <a:pt x="0" y="15"/>
                  </a:cubicBezTo>
                  <a:cubicBezTo>
                    <a:pt x="0" y="10"/>
                    <a:pt x="2" y="5"/>
                    <a:pt x="5" y="0"/>
                  </a:cubicBezTo>
                  <a:cubicBezTo>
                    <a:pt x="6" y="2"/>
                    <a:pt x="8" y="4"/>
                    <a:pt x="10" y="6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8" name="Freeform 641">
              <a:extLst>
                <a:ext uri="{FF2B5EF4-FFF2-40B4-BE49-F238E27FC236}">
                  <a16:creationId xmlns:a16="http://schemas.microsoft.com/office/drawing/2014/main" id="{983F26CF-7BBF-488E-9D70-A61E589EA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995"/>
              <a:ext cx="17" cy="26"/>
            </a:xfrm>
            <a:custGeom>
              <a:avLst/>
              <a:gdLst>
                <a:gd name="T0" fmla="*/ 0 w 11"/>
                <a:gd name="T1" fmla="*/ 14 h 18"/>
                <a:gd name="T2" fmla="*/ 14 w 11"/>
                <a:gd name="T3" fmla="*/ 55 h 18"/>
                <a:gd name="T4" fmla="*/ 5 w 11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5"/>
                  </a:moveTo>
                  <a:cubicBezTo>
                    <a:pt x="10" y="0"/>
                    <a:pt x="11" y="17"/>
                    <a:pt x="4" y="18"/>
                  </a:cubicBezTo>
                  <a:cubicBezTo>
                    <a:pt x="4" y="13"/>
                    <a:pt x="10" y="5"/>
                    <a:pt x="1" y="6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9" name="Freeform 642">
              <a:extLst>
                <a:ext uri="{FF2B5EF4-FFF2-40B4-BE49-F238E27FC236}">
                  <a16:creationId xmlns:a16="http://schemas.microsoft.com/office/drawing/2014/main" id="{5C67C613-425B-4098-848B-FECD1CB9C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909"/>
              <a:ext cx="15" cy="25"/>
            </a:xfrm>
            <a:custGeom>
              <a:avLst/>
              <a:gdLst>
                <a:gd name="T0" fmla="*/ 27 w 10"/>
                <a:gd name="T1" fmla="*/ 9 h 17"/>
                <a:gd name="T2" fmla="*/ 18 w 10"/>
                <a:gd name="T3" fmla="*/ 19 h 17"/>
                <a:gd name="T4" fmla="*/ 35 w 10"/>
                <a:gd name="T5" fmla="*/ 54 h 17"/>
                <a:gd name="T6" fmla="*/ 18 w 10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8" y="3"/>
                  </a:moveTo>
                  <a:cubicBezTo>
                    <a:pt x="7" y="0"/>
                    <a:pt x="5" y="3"/>
                    <a:pt x="5" y="6"/>
                  </a:cubicBezTo>
                  <a:cubicBezTo>
                    <a:pt x="4" y="10"/>
                    <a:pt x="9" y="13"/>
                    <a:pt x="10" y="17"/>
                  </a:cubicBezTo>
                  <a:cubicBezTo>
                    <a:pt x="2" y="17"/>
                    <a:pt x="0" y="5"/>
                    <a:pt x="5" y="1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0" name="Freeform 643">
              <a:extLst>
                <a:ext uri="{FF2B5EF4-FFF2-40B4-BE49-F238E27FC236}">
                  <a16:creationId xmlns:a16="http://schemas.microsoft.com/office/drawing/2014/main" id="{2F7DD3BF-BF5C-40F1-9FF0-36170E2CE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314"/>
              <a:ext cx="27" cy="24"/>
            </a:xfrm>
            <a:custGeom>
              <a:avLst/>
              <a:gdLst>
                <a:gd name="T0" fmla="*/ 54 w 18"/>
                <a:gd name="T1" fmla="*/ 0 h 16"/>
                <a:gd name="T2" fmla="*/ 8 w 18"/>
                <a:gd name="T3" fmla="*/ 41 h 16"/>
                <a:gd name="T4" fmla="*/ 35 w 18"/>
                <a:gd name="T5" fmla="*/ 39 h 16"/>
                <a:gd name="T6" fmla="*/ 62 w 18"/>
                <a:gd name="T7" fmla="*/ 21 h 16"/>
                <a:gd name="T8" fmla="*/ 41 w 18"/>
                <a:gd name="T9" fmla="*/ 27 h 16"/>
                <a:gd name="T10" fmla="*/ 26 w 18"/>
                <a:gd name="T11" fmla="*/ 39 h 16"/>
                <a:gd name="T12" fmla="*/ 35 w 18"/>
                <a:gd name="T13" fmla="*/ 21 h 16"/>
                <a:gd name="T14" fmla="*/ 54 w 18"/>
                <a:gd name="T15" fmla="*/ 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6">
                  <a:moveTo>
                    <a:pt x="16" y="0"/>
                  </a:moveTo>
                  <a:cubicBezTo>
                    <a:pt x="16" y="6"/>
                    <a:pt x="0" y="5"/>
                    <a:pt x="2" y="12"/>
                  </a:cubicBezTo>
                  <a:cubicBezTo>
                    <a:pt x="3" y="16"/>
                    <a:pt x="8" y="13"/>
                    <a:pt x="10" y="11"/>
                  </a:cubicBezTo>
                  <a:cubicBezTo>
                    <a:pt x="13" y="8"/>
                    <a:pt x="15" y="8"/>
                    <a:pt x="18" y="6"/>
                  </a:cubicBezTo>
                  <a:cubicBezTo>
                    <a:pt x="16" y="4"/>
                    <a:pt x="14" y="6"/>
                    <a:pt x="12" y="8"/>
                  </a:cubicBezTo>
                  <a:cubicBezTo>
                    <a:pt x="11" y="8"/>
                    <a:pt x="8" y="11"/>
                    <a:pt x="7" y="11"/>
                  </a:cubicBezTo>
                  <a:cubicBezTo>
                    <a:pt x="3" y="10"/>
                    <a:pt x="9" y="7"/>
                    <a:pt x="10" y="6"/>
                  </a:cubicBezTo>
                  <a:cubicBezTo>
                    <a:pt x="13" y="5"/>
                    <a:pt x="15" y="3"/>
                    <a:pt x="16" y="1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1" name="Freeform 644">
              <a:extLst>
                <a:ext uri="{FF2B5EF4-FFF2-40B4-BE49-F238E27FC236}">
                  <a16:creationId xmlns:a16="http://schemas.microsoft.com/office/drawing/2014/main" id="{CD9F72B5-6A53-40A1-BB67-BB377130E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143"/>
              <a:ext cx="32" cy="36"/>
            </a:xfrm>
            <a:custGeom>
              <a:avLst/>
              <a:gdLst>
                <a:gd name="T0" fmla="*/ 55 w 22"/>
                <a:gd name="T1" fmla="*/ 0 h 24"/>
                <a:gd name="T2" fmla="*/ 68 w 22"/>
                <a:gd name="T3" fmla="*/ 39 h 24"/>
                <a:gd name="T4" fmla="*/ 36 w 22"/>
                <a:gd name="T5" fmla="*/ 68 h 24"/>
                <a:gd name="T6" fmla="*/ 0 w 22"/>
                <a:gd name="T7" fmla="*/ 75 h 24"/>
                <a:gd name="T8" fmla="*/ 25 w 22"/>
                <a:gd name="T9" fmla="*/ 66 h 24"/>
                <a:gd name="T10" fmla="*/ 47 w 22"/>
                <a:gd name="T11" fmla="*/ 53 h 24"/>
                <a:gd name="T12" fmla="*/ 60 w 22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18" y="0"/>
                  </a:moveTo>
                  <a:cubicBezTo>
                    <a:pt x="18" y="4"/>
                    <a:pt x="17" y="10"/>
                    <a:pt x="22" y="11"/>
                  </a:cubicBezTo>
                  <a:cubicBezTo>
                    <a:pt x="18" y="12"/>
                    <a:pt x="15" y="18"/>
                    <a:pt x="12" y="20"/>
                  </a:cubicBezTo>
                  <a:cubicBezTo>
                    <a:pt x="8" y="22"/>
                    <a:pt x="3" y="24"/>
                    <a:pt x="0" y="22"/>
                  </a:cubicBezTo>
                  <a:cubicBezTo>
                    <a:pt x="2" y="22"/>
                    <a:pt x="6" y="20"/>
                    <a:pt x="8" y="19"/>
                  </a:cubicBezTo>
                  <a:cubicBezTo>
                    <a:pt x="10" y="18"/>
                    <a:pt x="13" y="17"/>
                    <a:pt x="15" y="15"/>
                  </a:cubicBezTo>
                  <a:cubicBezTo>
                    <a:pt x="17" y="10"/>
                    <a:pt x="15" y="4"/>
                    <a:pt x="19" y="0"/>
                  </a:cubicBezTo>
                </a:path>
              </a:pathLst>
            </a:custGeom>
            <a:solidFill>
              <a:srgbClr val="92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2" name="Freeform 645">
              <a:extLst>
                <a:ext uri="{FF2B5EF4-FFF2-40B4-BE49-F238E27FC236}">
                  <a16:creationId xmlns:a16="http://schemas.microsoft.com/office/drawing/2014/main" id="{95F3E3EA-D312-49DB-8CC1-A88EED484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893"/>
              <a:ext cx="106" cy="165"/>
            </a:xfrm>
            <a:custGeom>
              <a:avLst/>
              <a:gdLst>
                <a:gd name="T0" fmla="*/ 35 w 72"/>
                <a:gd name="T1" fmla="*/ 0 h 112"/>
                <a:gd name="T2" fmla="*/ 230 w 72"/>
                <a:gd name="T3" fmla="*/ 106 h 112"/>
                <a:gd name="T4" fmla="*/ 35 w 7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12">
                  <a:moveTo>
                    <a:pt x="11" y="0"/>
                  </a:moveTo>
                  <a:cubicBezTo>
                    <a:pt x="11" y="0"/>
                    <a:pt x="5" y="98"/>
                    <a:pt x="72" y="33"/>
                  </a:cubicBezTo>
                  <a:cubicBezTo>
                    <a:pt x="72" y="33"/>
                    <a:pt x="0" y="112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3" name="Freeform 646">
              <a:extLst>
                <a:ext uri="{FF2B5EF4-FFF2-40B4-BE49-F238E27FC236}">
                  <a16:creationId xmlns:a16="http://schemas.microsoft.com/office/drawing/2014/main" id="{2D3E4091-F54B-4437-B844-D34436584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045"/>
              <a:ext cx="251" cy="428"/>
            </a:xfrm>
            <a:custGeom>
              <a:avLst/>
              <a:gdLst>
                <a:gd name="T0" fmla="*/ 0 w 171"/>
                <a:gd name="T1" fmla="*/ 0 h 291"/>
                <a:gd name="T2" fmla="*/ 87 w 171"/>
                <a:gd name="T3" fmla="*/ 925 h 291"/>
                <a:gd name="T4" fmla="*/ 0 w 171"/>
                <a:gd name="T5" fmla="*/ 0 h 2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291">
                  <a:moveTo>
                    <a:pt x="0" y="0"/>
                  </a:moveTo>
                  <a:cubicBezTo>
                    <a:pt x="0" y="0"/>
                    <a:pt x="155" y="117"/>
                    <a:pt x="27" y="291"/>
                  </a:cubicBezTo>
                  <a:cubicBezTo>
                    <a:pt x="27" y="291"/>
                    <a:pt x="171" y="1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4" name="Freeform 647">
              <a:extLst>
                <a:ext uri="{FF2B5EF4-FFF2-40B4-BE49-F238E27FC236}">
                  <a16:creationId xmlns:a16="http://schemas.microsoft.com/office/drawing/2014/main" id="{A7B04B58-48A7-41C5-B225-B9B82A42E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984"/>
              <a:ext cx="155" cy="221"/>
            </a:xfrm>
            <a:custGeom>
              <a:avLst/>
              <a:gdLst>
                <a:gd name="T0" fmla="*/ 0 w 105"/>
                <a:gd name="T1" fmla="*/ 166 h 150"/>
                <a:gd name="T2" fmla="*/ 311 w 105"/>
                <a:gd name="T3" fmla="*/ 0 h 150"/>
                <a:gd name="T4" fmla="*/ 0 w 105"/>
                <a:gd name="T5" fmla="*/ 166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0">
                  <a:moveTo>
                    <a:pt x="0" y="52"/>
                  </a:moveTo>
                  <a:cubicBezTo>
                    <a:pt x="0" y="52"/>
                    <a:pt x="95" y="137"/>
                    <a:pt x="97" y="0"/>
                  </a:cubicBezTo>
                  <a:cubicBezTo>
                    <a:pt x="97" y="0"/>
                    <a:pt x="105" y="150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5" name="Freeform 648">
              <a:extLst>
                <a:ext uri="{FF2B5EF4-FFF2-40B4-BE49-F238E27FC236}">
                  <a16:creationId xmlns:a16="http://schemas.microsoft.com/office/drawing/2014/main" id="{A36E2F6E-34F2-4809-B68A-2647F37CF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18"/>
              <a:ext cx="125" cy="83"/>
            </a:xfrm>
            <a:custGeom>
              <a:avLst/>
              <a:gdLst>
                <a:gd name="T0" fmla="*/ 0 w 125"/>
                <a:gd name="T1" fmla="*/ 83 h 83"/>
                <a:gd name="T2" fmla="*/ 43 w 125"/>
                <a:gd name="T3" fmla="*/ 0 h 83"/>
                <a:gd name="T4" fmla="*/ 125 w 125"/>
                <a:gd name="T5" fmla="*/ 43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83">
                  <a:moveTo>
                    <a:pt x="0" y="83"/>
                  </a:moveTo>
                  <a:lnTo>
                    <a:pt x="43" y="0"/>
                  </a:lnTo>
                  <a:lnTo>
                    <a:pt x="125" y="43"/>
                  </a:lnTo>
                </a:path>
              </a:pathLst>
            </a:custGeom>
            <a:noFill/>
            <a:ln w="19050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6" name="Freeform 649">
              <a:extLst>
                <a:ext uri="{FF2B5EF4-FFF2-40B4-BE49-F238E27FC236}">
                  <a16:creationId xmlns:a16="http://schemas.microsoft.com/office/drawing/2014/main" id="{7C4C14F6-80ED-41B1-83ED-AF2B29C26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018"/>
              <a:ext cx="773" cy="1616"/>
            </a:xfrm>
            <a:custGeom>
              <a:avLst/>
              <a:gdLst>
                <a:gd name="T0" fmla="*/ 0 w 526"/>
                <a:gd name="T1" fmla="*/ 0 h 1097"/>
                <a:gd name="T2" fmla="*/ 689 w 526"/>
                <a:gd name="T3" fmla="*/ 1283 h 1097"/>
                <a:gd name="T4" fmla="*/ 1596 w 526"/>
                <a:gd name="T5" fmla="*/ 3507 h 10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6" h="1097">
                  <a:moveTo>
                    <a:pt x="0" y="0"/>
                  </a:moveTo>
                  <a:cubicBezTo>
                    <a:pt x="0" y="0"/>
                    <a:pt x="59" y="223"/>
                    <a:pt x="217" y="401"/>
                  </a:cubicBezTo>
                  <a:cubicBezTo>
                    <a:pt x="375" y="580"/>
                    <a:pt x="526" y="678"/>
                    <a:pt x="503" y="1097"/>
                  </a:cubicBezTo>
                </a:path>
              </a:pathLst>
            </a:custGeom>
            <a:noFill/>
            <a:ln w="19050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7" name="Freeform 650">
              <a:extLst>
                <a:ext uri="{FF2B5EF4-FFF2-40B4-BE49-F238E27FC236}">
                  <a16:creationId xmlns:a16="http://schemas.microsoft.com/office/drawing/2014/main" id="{0B1966DC-AE18-427D-A3A1-E202EA699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385"/>
              <a:ext cx="623" cy="910"/>
            </a:xfrm>
            <a:custGeom>
              <a:avLst/>
              <a:gdLst>
                <a:gd name="T0" fmla="*/ 0 w 423"/>
                <a:gd name="T1" fmla="*/ 1973 h 618"/>
                <a:gd name="T2" fmla="*/ 495 w 423"/>
                <a:gd name="T3" fmla="*/ 1022 h 618"/>
                <a:gd name="T4" fmla="*/ 1352 w 423"/>
                <a:gd name="T5" fmla="*/ 0 h 6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618">
                  <a:moveTo>
                    <a:pt x="0" y="618"/>
                  </a:moveTo>
                  <a:cubicBezTo>
                    <a:pt x="0" y="618"/>
                    <a:pt x="9" y="466"/>
                    <a:pt x="155" y="320"/>
                  </a:cubicBezTo>
                  <a:cubicBezTo>
                    <a:pt x="301" y="174"/>
                    <a:pt x="352" y="107"/>
                    <a:pt x="423" y="0"/>
                  </a:cubicBezTo>
                </a:path>
              </a:pathLst>
            </a:custGeom>
            <a:noFill/>
            <a:ln w="19050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8" name="Freeform 651">
              <a:extLst>
                <a:ext uri="{FF2B5EF4-FFF2-40B4-BE49-F238E27FC236}">
                  <a16:creationId xmlns:a16="http://schemas.microsoft.com/office/drawing/2014/main" id="{34F882B2-C101-474A-99D7-DB4A9E293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040"/>
              <a:ext cx="416" cy="731"/>
            </a:xfrm>
            <a:custGeom>
              <a:avLst/>
              <a:gdLst>
                <a:gd name="T0" fmla="*/ 851 w 283"/>
                <a:gd name="T1" fmla="*/ 1587 h 496"/>
                <a:gd name="T2" fmla="*/ 451 w 283"/>
                <a:gd name="T3" fmla="*/ 917 h 496"/>
                <a:gd name="T4" fmla="*/ 101 w 283"/>
                <a:gd name="T5" fmla="*/ 399 h 496"/>
                <a:gd name="T6" fmla="*/ 101 w 283"/>
                <a:gd name="T7" fmla="*/ 0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3" h="496">
                  <a:moveTo>
                    <a:pt x="268" y="496"/>
                  </a:moveTo>
                  <a:cubicBezTo>
                    <a:pt x="268" y="496"/>
                    <a:pt x="283" y="374"/>
                    <a:pt x="142" y="286"/>
                  </a:cubicBezTo>
                  <a:cubicBezTo>
                    <a:pt x="0" y="198"/>
                    <a:pt x="32" y="125"/>
                    <a:pt x="32" y="125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noFill/>
            <a:ln w="19050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9" name="Freeform 652">
              <a:extLst>
                <a:ext uri="{FF2B5EF4-FFF2-40B4-BE49-F238E27FC236}">
                  <a16:creationId xmlns:a16="http://schemas.microsoft.com/office/drawing/2014/main" id="{5783966A-4010-43B0-964D-602F40C0A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225"/>
              <a:ext cx="378" cy="425"/>
            </a:xfrm>
            <a:custGeom>
              <a:avLst/>
              <a:gdLst>
                <a:gd name="T0" fmla="*/ 818 w 257"/>
                <a:gd name="T1" fmla="*/ 0 h 289"/>
                <a:gd name="T2" fmla="*/ 574 w 257"/>
                <a:gd name="T3" fmla="*/ 369 h 289"/>
                <a:gd name="T4" fmla="*/ 96 w 257"/>
                <a:gd name="T5" fmla="*/ 919 h 2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7" h="289">
                  <a:moveTo>
                    <a:pt x="257" y="0"/>
                  </a:moveTo>
                  <a:cubicBezTo>
                    <a:pt x="257" y="0"/>
                    <a:pt x="256" y="90"/>
                    <a:pt x="180" y="116"/>
                  </a:cubicBezTo>
                  <a:cubicBezTo>
                    <a:pt x="105" y="141"/>
                    <a:pt x="0" y="214"/>
                    <a:pt x="30" y="289"/>
                  </a:cubicBezTo>
                </a:path>
              </a:pathLst>
            </a:custGeom>
            <a:noFill/>
            <a:ln w="19050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0" name="Freeform 653">
              <a:extLst>
                <a:ext uri="{FF2B5EF4-FFF2-40B4-BE49-F238E27FC236}">
                  <a16:creationId xmlns:a16="http://schemas.microsoft.com/office/drawing/2014/main" id="{A3F0FF00-B019-4AEC-A1C8-EEFED5C29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211"/>
              <a:ext cx="328" cy="678"/>
            </a:xfrm>
            <a:custGeom>
              <a:avLst/>
              <a:gdLst>
                <a:gd name="T0" fmla="*/ 697 w 223"/>
                <a:gd name="T1" fmla="*/ 0 h 460"/>
                <a:gd name="T2" fmla="*/ 452 w 223"/>
                <a:gd name="T3" fmla="*/ 697 h 460"/>
                <a:gd name="T4" fmla="*/ 0 w 223"/>
                <a:gd name="T5" fmla="*/ 1472 h 4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3" h="460">
                  <a:moveTo>
                    <a:pt x="219" y="0"/>
                  </a:moveTo>
                  <a:cubicBezTo>
                    <a:pt x="219" y="0"/>
                    <a:pt x="223" y="110"/>
                    <a:pt x="142" y="218"/>
                  </a:cubicBezTo>
                  <a:cubicBezTo>
                    <a:pt x="60" y="325"/>
                    <a:pt x="30" y="383"/>
                    <a:pt x="0" y="460"/>
                  </a:cubicBezTo>
                </a:path>
              </a:pathLst>
            </a:custGeom>
            <a:noFill/>
            <a:ln w="19050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1" name="Freeform 654">
              <a:extLst>
                <a:ext uri="{FF2B5EF4-FFF2-40B4-BE49-F238E27FC236}">
                  <a16:creationId xmlns:a16="http://schemas.microsoft.com/office/drawing/2014/main" id="{1B27790B-F7C9-4727-AB7F-D195C0D50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34"/>
              <a:ext cx="94" cy="49"/>
            </a:xfrm>
            <a:custGeom>
              <a:avLst/>
              <a:gdLst>
                <a:gd name="T0" fmla="*/ 0 w 94"/>
                <a:gd name="T1" fmla="*/ 49 h 49"/>
                <a:gd name="T2" fmla="*/ 45 w 94"/>
                <a:gd name="T3" fmla="*/ 0 h 49"/>
                <a:gd name="T4" fmla="*/ 94 w 94"/>
                <a:gd name="T5" fmla="*/ 4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49">
                  <a:moveTo>
                    <a:pt x="0" y="49"/>
                  </a:moveTo>
                  <a:lnTo>
                    <a:pt x="45" y="0"/>
                  </a:lnTo>
                  <a:lnTo>
                    <a:pt x="94" y="46"/>
                  </a:lnTo>
                </a:path>
              </a:pathLst>
            </a:custGeom>
            <a:noFill/>
            <a:ln w="19050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2" name="Freeform 655">
              <a:extLst>
                <a:ext uri="{FF2B5EF4-FFF2-40B4-BE49-F238E27FC236}">
                  <a16:creationId xmlns:a16="http://schemas.microsoft.com/office/drawing/2014/main" id="{09D85192-F5DF-4AC1-827C-CE29B36C5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211"/>
              <a:ext cx="92" cy="47"/>
            </a:xfrm>
            <a:custGeom>
              <a:avLst/>
              <a:gdLst>
                <a:gd name="T0" fmla="*/ 0 w 92"/>
                <a:gd name="T1" fmla="*/ 47 h 47"/>
                <a:gd name="T2" fmla="*/ 44 w 92"/>
                <a:gd name="T3" fmla="*/ 0 h 47"/>
                <a:gd name="T4" fmla="*/ 92 w 92"/>
                <a:gd name="T5" fmla="*/ 4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47">
                  <a:moveTo>
                    <a:pt x="0" y="47"/>
                  </a:moveTo>
                  <a:lnTo>
                    <a:pt x="44" y="0"/>
                  </a:lnTo>
                  <a:lnTo>
                    <a:pt x="92" y="44"/>
                  </a:lnTo>
                </a:path>
              </a:pathLst>
            </a:custGeom>
            <a:noFill/>
            <a:ln w="19050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3" name="Freeform 656">
              <a:extLst>
                <a:ext uri="{FF2B5EF4-FFF2-40B4-BE49-F238E27FC236}">
                  <a16:creationId xmlns:a16="http://schemas.microsoft.com/office/drawing/2014/main" id="{EC3521CB-84DD-4607-AEA5-0C9ECA14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379"/>
              <a:ext cx="75" cy="65"/>
            </a:xfrm>
            <a:custGeom>
              <a:avLst/>
              <a:gdLst>
                <a:gd name="T0" fmla="*/ 0 w 75"/>
                <a:gd name="T1" fmla="*/ 12 h 65"/>
                <a:gd name="T2" fmla="*/ 65 w 75"/>
                <a:gd name="T3" fmla="*/ 0 h 65"/>
                <a:gd name="T4" fmla="*/ 75 w 75"/>
                <a:gd name="T5" fmla="*/ 65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65">
                  <a:moveTo>
                    <a:pt x="0" y="12"/>
                  </a:moveTo>
                  <a:lnTo>
                    <a:pt x="65" y="0"/>
                  </a:lnTo>
                  <a:lnTo>
                    <a:pt x="75" y="65"/>
                  </a:lnTo>
                </a:path>
              </a:pathLst>
            </a:custGeom>
            <a:noFill/>
            <a:ln w="19050" cap="rnd">
              <a:solidFill>
                <a:srgbClr val="35A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4" name="Freeform 657">
              <a:extLst>
                <a:ext uri="{FF2B5EF4-FFF2-40B4-BE49-F238E27FC236}">
                  <a16:creationId xmlns:a16="http://schemas.microsoft.com/office/drawing/2014/main" id="{E1BA93F5-A611-4006-819C-6404897B4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168"/>
              <a:ext cx="265" cy="721"/>
            </a:xfrm>
            <a:custGeom>
              <a:avLst/>
              <a:gdLst>
                <a:gd name="T0" fmla="*/ 47 w 180"/>
                <a:gd name="T1" fmla="*/ 1196 h 489"/>
                <a:gd name="T2" fmla="*/ 59 w 180"/>
                <a:gd name="T3" fmla="*/ 1115 h 489"/>
                <a:gd name="T4" fmla="*/ 80 w 180"/>
                <a:gd name="T5" fmla="*/ 1026 h 489"/>
                <a:gd name="T6" fmla="*/ 141 w 180"/>
                <a:gd name="T7" fmla="*/ 858 h 489"/>
                <a:gd name="T8" fmla="*/ 293 w 180"/>
                <a:gd name="T9" fmla="*/ 540 h 489"/>
                <a:gd name="T10" fmla="*/ 392 w 180"/>
                <a:gd name="T11" fmla="*/ 243 h 489"/>
                <a:gd name="T12" fmla="*/ 523 w 180"/>
                <a:gd name="T13" fmla="*/ 68 h 489"/>
                <a:gd name="T14" fmla="*/ 486 w 180"/>
                <a:gd name="T15" fmla="*/ 338 h 489"/>
                <a:gd name="T16" fmla="*/ 343 w 180"/>
                <a:gd name="T17" fmla="*/ 668 h 489"/>
                <a:gd name="T18" fmla="*/ 211 w 180"/>
                <a:gd name="T19" fmla="*/ 930 h 489"/>
                <a:gd name="T20" fmla="*/ 160 w 180"/>
                <a:gd name="T21" fmla="*/ 1144 h 489"/>
                <a:gd name="T22" fmla="*/ 77 w 180"/>
                <a:gd name="T23" fmla="*/ 1401 h 489"/>
                <a:gd name="T24" fmla="*/ 1 w 180"/>
                <a:gd name="T25" fmla="*/ 1567 h 489"/>
                <a:gd name="T26" fmla="*/ 6 w 180"/>
                <a:gd name="T27" fmla="*/ 1491 h 4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0" h="489">
                  <a:moveTo>
                    <a:pt x="15" y="373"/>
                  </a:moveTo>
                  <a:cubicBezTo>
                    <a:pt x="17" y="366"/>
                    <a:pt x="16" y="356"/>
                    <a:pt x="18" y="348"/>
                  </a:cubicBezTo>
                  <a:cubicBezTo>
                    <a:pt x="19" y="338"/>
                    <a:pt x="22" y="329"/>
                    <a:pt x="25" y="320"/>
                  </a:cubicBezTo>
                  <a:cubicBezTo>
                    <a:pt x="31" y="303"/>
                    <a:pt x="37" y="285"/>
                    <a:pt x="44" y="268"/>
                  </a:cubicBezTo>
                  <a:cubicBezTo>
                    <a:pt x="58" y="234"/>
                    <a:pt x="79" y="203"/>
                    <a:pt x="92" y="168"/>
                  </a:cubicBezTo>
                  <a:cubicBezTo>
                    <a:pt x="102" y="138"/>
                    <a:pt x="114" y="107"/>
                    <a:pt x="123" y="76"/>
                  </a:cubicBezTo>
                  <a:cubicBezTo>
                    <a:pt x="126" y="64"/>
                    <a:pt x="141" y="0"/>
                    <a:pt x="164" y="21"/>
                  </a:cubicBezTo>
                  <a:cubicBezTo>
                    <a:pt x="180" y="36"/>
                    <a:pt x="159" y="89"/>
                    <a:pt x="152" y="105"/>
                  </a:cubicBezTo>
                  <a:cubicBezTo>
                    <a:pt x="138" y="140"/>
                    <a:pt x="124" y="175"/>
                    <a:pt x="107" y="208"/>
                  </a:cubicBezTo>
                  <a:cubicBezTo>
                    <a:pt x="93" y="235"/>
                    <a:pt x="76" y="261"/>
                    <a:pt x="66" y="290"/>
                  </a:cubicBezTo>
                  <a:cubicBezTo>
                    <a:pt x="58" y="311"/>
                    <a:pt x="55" y="334"/>
                    <a:pt x="50" y="357"/>
                  </a:cubicBezTo>
                  <a:cubicBezTo>
                    <a:pt x="44" y="384"/>
                    <a:pt x="34" y="411"/>
                    <a:pt x="24" y="437"/>
                  </a:cubicBezTo>
                  <a:cubicBezTo>
                    <a:pt x="17" y="454"/>
                    <a:pt x="11" y="475"/>
                    <a:pt x="1" y="489"/>
                  </a:cubicBezTo>
                  <a:cubicBezTo>
                    <a:pt x="1" y="481"/>
                    <a:pt x="0" y="473"/>
                    <a:pt x="2" y="465"/>
                  </a:cubicBezTo>
                </a:path>
              </a:pathLst>
            </a:custGeom>
            <a:solidFill>
              <a:srgbClr val="7630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>
            <a:extLst>
              <a:ext uri="{FF2B5EF4-FFF2-40B4-BE49-F238E27FC236}">
                <a16:creationId xmlns:a16="http://schemas.microsoft.com/office/drawing/2014/main" id="{A6347DBB-2FB7-4CA3-BF96-982014059C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Intimal dissection</a:t>
            </a:r>
          </a:p>
        </p:txBody>
      </p:sp>
      <p:grpSp>
        <p:nvGrpSpPr>
          <p:cNvPr id="54274" name="Arterial-intimal-dissection-cross-section">
            <a:extLst>
              <a:ext uri="{FF2B5EF4-FFF2-40B4-BE49-F238E27FC236}">
                <a16:creationId xmlns:a16="http://schemas.microsoft.com/office/drawing/2014/main" id="{7666C706-37F2-478B-ADC4-6CC34C0501B9}"/>
              </a:ext>
            </a:extLst>
          </p:cNvPr>
          <p:cNvGrpSpPr>
            <a:grpSpLocks/>
          </p:cNvGrpSpPr>
          <p:nvPr/>
        </p:nvGrpSpPr>
        <p:grpSpPr bwMode="auto">
          <a:xfrm>
            <a:off x="2673350" y="1758950"/>
            <a:ext cx="3797300" cy="1795463"/>
            <a:chOff x="724" y="1108"/>
            <a:chExt cx="2392" cy="1131"/>
          </a:xfrm>
        </p:grpSpPr>
        <p:sp>
          <p:nvSpPr>
            <p:cNvPr id="54555" name="Freeform 4">
              <a:extLst>
                <a:ext uri="{FF2B5EF4-FFF2-40B4-BE49-F238E27FC236}">
                  <a16:creationId xmlns:a16="http://schemas.microsoft.com/office/drawing/2014/main" id="{1F2F2DB7-571C-4FEC-A604-91ED2B99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110"/>
              <a:ext cx="2388" cy="1129"/>
            </a:xfrm>
            <a:custGeom>
              <a:avLst/>
              <a:gdLst>
                <a:gd name="T0" fmla="*/ 9362 w 1206"/>
                <a:gd name="T1" fmla="*/ 4429 h 570"/>
                <a:gd name="T2" fmla="*/ 9362 w 1206"/>
                <a:gd name="T3" fmla="*/ 3829 h 570"/>
                <a:gd name="T4" fmla="*/ 8033 w 1206"/>
                <a:gd name="T5" fmla="*/ 2216 h 570"/>
                <a:gd name="T6" fmla="*/ 9362 w 1206"/>
                <a:gd name="T7" fmla="*/ 592 h 570"/>
                <a:gd name="T8" fmla="*/ 9362 w 1206"/>
                <a:gd name="T9" fmla="*/ 0 h 570"/>
                <a:gd name="T10" fmla="*/ 1909 w 1206"/>
                <a:gd name="T11" fmla="*/ 0 h 570"/>
                <a:gd name="T12" fmla="*/ 0 w 1206"/>
                <a:gd name="T13" fmla="*/ 2216 h 570"/>
                <a:gd name="T14" fmla="*/ 1909 w 1206"/>
                <a:gd name="T15" fmla="*/ 4429 h 570"/>
                <a:gd name="T16" fmla="*/ 9362 w 1206"/>
                <a:gd name="T17" fmla="*/ 4429 h 5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6" h="570">
                  <a:moveTo>
                    <a:pt x="1206" y="570"/>
                  </a:moveTo>
                  <a:cubicBezTo>
                    <a:pt x="1206" y="493"/>
                    <a:pt x="1206" y="493"/>
                    <a:pt x="1206" y="493"/>
                  </a:cubicBezTo>
                  <a:cubicBezTo>
                    <a:pt x="1108" y="474"/>
                    <a:pt x="1035" y="388"/>
                    <a:pt x="1035" y="285"/>
                  </a:cubicBezTo>
                  <a:cubicBezTo>
                    <a:pt x="1035" y="181"/>
                    <a:pt x="1108" y="95"/>
                    <a:pt x="1206" y="76"/>
                  </a:cubicBezTo>
                  <a:cubicBezTo>
                    <a:pt x="1206" y="0"/>
                    <a:pt x="1206" y="0"/>
                    <a:pt x="1206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107" y="20"/>
                    <a:pt x="0" y="139"/>
                    <a:pt x="0" y="285"/>
                  </a:cubicBezTo>
                  <a:cubicBezTo>
                    <a:pt x="0" y="430"/>
                    <a:pt x="107" y="550"/>
                    <a:pt x="246" y="570"/>
                  </a:cubicBezTo>
                  <a:lnTo>
                    <a:pt x="1206" y="570"/>
                  </a:lnTo>
                  <a:close/>
                </a:path>
              </a:pathLst>
            </a:custGeom>
            <a:solidFill>
              <a:srgbClr val="F6E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6" name="Rectangle 5">
              <a:extLst>
                <a:ext uri="{FF2B5EF4-FFF2-40B4-BE49-F238E27FC236}">
                  <a16:creationId xmlns:a16="http://schemas.microsoft.com/office/drawing/2014/main" id="{B2159F86-CD10-4499-9300-2D873E7A7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3" y="2086"/>
              <a:ext cx="1901" cy="151"/>
            </a:xfrm>
            <a:prstGeom prst="rect">
              <a:avLst/>
            </a:prstGeom>
            <a:solidFill>
              <a:srgbClr val="F5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57" name="Freeform 6">
              <a:extLst>
                <a:ext uri="{FF2B5EF4-FFF2-40B4-BE49-F238E27FC236}">
                  <a16:creationId xmlns:a16="http://schemas.microsoft.com/office/drawing/2014/main" id="{6772C517-41FB-40DD-A6FD-A38F03650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924"/>
              <a:ext cx="367" cy="180"/>
            </a:xfrm>
            <a:custGeom>
              <a:avLst/>
              <a:gdLst>
                <a:gd name="T0" fmla="*/ 571 w 185"/>
                <a:gd name="T1" fmla="*/ 16 h 91"/>
                <a:gd name="T2" fmla="*/ 288 w 185"/>
                <a:gd name="T3" fmla="*/ 247 h 91"/>
                <a:gd name="T4" fmla="*/ 0 w 185"/>
                <a:gd name="T5" fmla="*/ 364 h 91"/>
                <a:gd name="T6" fmla="*/ 772 w 185"/>
                <a:gd name="T7" fmla="*/ 587 h 91"/>
                <a:gd name="T8" fmla="*/ 1216 w 185"/>
                <a:gd name="T9" fmla="*/ 564 h 91"/>
                <a:gd name="T10" fmla="*/ 756 w 185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91">
                  <a:moveTo>
                    <a:pt x="73" y="2"/>
                  </a:moveTo>
                  <a:cubicBezTo>
                    <a:pt x="59" y="9"/>
                    <a:pt x="52" y="24"/>
                    <a:pt x="37" y="32"/>
                  </a:cubicBezTo>
                  <a:cubicBezTo>
                    <a:pt x="25" y="39"/>
                    <a:pt x="14" y="46"/>
                    <a:pt x="0" y="47"/>
                  </a:cubicBezTo>
                  <a:cubicBezTo>
                    <a:pt x="18" y="73"/>
                    <a:pt x="71" y="75"/>
                    <a:pt x="99" y="76"/>
                  </a:cubicBezTo>
                  <a:cubicBezTo>
                    <a:pt x="117" y="77"/>
                    <a:pt x="142" y="91"/>
                    <a:pt x="156" y="73"/>
                  </a:cubicBezTo>
                  <a:cubicBezTo>
                    <a:pt x="185" y="37"/>
                    <a:pt x="117" y="11"/>
                    <a:pt x="97" y="0"/>
                  </a:cubicBezTo>
                </a:path>
              </a:pathLst>
            </a:custGeom>
            <a:solidFill>
              <a:srgbClr val="F4A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8" name="Freeform 7">
              <a:extLst>
                <a:ext uri="{FF2B5EF4-FFF2-40B4-BE49-F238E27FC236}">
                  <a16:creationId xmlns:a16="http://schemas.microsoft.com/office/drawing/2014/main" id="{4189D109-2CF5-4BBF-B63E-1F07D876A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449"/>
              <a:ext cx="903" cy="521"/>
            </a:xfrm>
            <a:custGeom>
              <a:avLst/>
              <a:gdLst>
                <a:gd name="T0" fmla="*/ 0 w 456"/>
                <a:gd name="T1" fmla="*/ 800 h 263"/>
                <a:gd name="T2" fmla="*/ 667 w 456"/>
                <a:gd name="T3" fmla="*/ 1197 h 263"/>
                <a:gd name="T4" fmla="*/ 1040 w 456"/>
                <a:gd name="T5" fmla="*/ 1292 h 263"/>
                <a:gd name="T6" fmla="*/ 1345 w 456"/>
                <a:gd name="T7" fmla="*/ 1696 h 263"/>
                <a:gd name="T8" fmla="*/ 2337 w 456"/>
                <a:gd name="T9" fmla="*/ 1951 h 263"/>
                <a:gd name="T10" fmla="*/ 3004 w 456"/>
                <a:gd name="T11" fmla="*/ 1981 h 263"/>
                <a:gd name="T12" fmla="*/ 3541 w 456"/>
                <a:gd name="T13" fmla="*/ 2013 h 263"/>
                <a:gd name="T14" fmla="*/ 3376 w 456"/>
                <a:gd name="T15" fmla="*/ 1813 h 263"/>
                <a:gd name="T16" fmla="*/ 3020 w 456"/>
                <a:gd name="T17" fmla="*/ 1353 h 263"/>
                <a:gd name="T18" fmla="*/ 2075 w 456"/>
                <a:gd name="T19" fmla="*/ 325 h 263"/>
                <a:gd name="T20" fmla="*/ 855 w 456"/>
                <a:gd name="T21" fmla="*/ 32 h 263"/>
                <a:gd name="T22" fmla="*/ 444 w 456"/>
                <a:gd name="T23" fmla="*/ 141 h 263"/>
                <a:gd name="T24" fmla="*/ 240 w 456"/>
                <a:gd name="T25" fmla="*/ 388 h 263"/>
                <a:gd name="T26" fmla="*/ 79 w 456"/>
                <a:gd name="T27" fmla="*/ 636 h 263"/>
                <a:gd name="T28" fmla="*/ 55 w 456"/>
                <a:gd name="T29" fmla="*/ 628 h 2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6" h="263">
                  <a:moveTo>
                    <a:pt x="0" y="103"/>
                  </a:moveTo>
                  <a:cubicBezTo>
                    <a:pt x="0" y="151"/>
                    <a:pt x="47" y="156"/>
                    <a:pt x="86" y="154"/>
                  </a:cubicBezTo>
                  <a:cubicBezTo>
                    <a:pt x="103" y="153"/>
                    <a:pt x="120" y="154"/>
                    <a:pt x="134" y="166"/>
                  </a:cubicBezTo>
                  <a:cubicBezTo>
                    <a:pt x="150" y="179"/>
                    <a:pt x="157" y="203"/>
                    <a:pt x="173" y="218"/>
                  </a:cubicBezTo>
                  <a:cubicBezTo>
                    <a:pt x="207" y="252"/>
                    <a:pt x="256" y="259"/>
                    <a:pt x="301" y="251"/>
                  </a:cubicBezTo>
                  <a:cubicBezTo>
                    <a:pt x="330" y="247"/>
                    <a:pt x="359" y="248"/>
                    <a:pt x="387" y="255"/>
                  </a:cubicBezTo>
                  <a:cubicBezTo>
                    <a:pt x="408" y="261"/>
                    <a:pt x="435" y="263"/>
                    <a:pt x="456" y="259"/>
                  </a:cubicBezTo>
                  <a:cubicBezTo>
                    <a:pt x="449" y="252"/>
                    <a:pt x="441" y="241"/>
                    <a:pt x="435" y="233"/>
                  </a:cubicBezTo>
                  <a:cubicBezTo>
                    <a:pt x="421" y="212"/>
                    <a:pt x="406" y="192"/>
                    <a:pt x="389" y="174"/>
                  </a:cubicBezTo>
                  <a:cubicBezTo>
                    <a:pt x="348" y="130"/>
                    <a:pt x="308" y="86"/>
                    <a:pt x="267" y="42"/>
                  </a:cubicBezTo>
                  <a:cubicBezTo>
                    <a:pt x="228" y="0"/>
                    <a:pt x="164" y="0"/>
                    <a:pt x="110" y="4"/>
                  </a:cubicBezTo>
                  <a:cubicBezTo>
                    <a:pt x="93" y="5"/>
                    <a:pt x="72" y="7"/>
                    <a:pt x="57" y="18"/>
                  </a:cubicBezTo>
                  <a:cubicBezTo>
                    <a:pt x="46" y="26"/>
                    <a:pt x="39" y="39"/>
                    <a:pt x="31" y="50"/>
                  </a:cubicBezTo>
                  <a:cubicBezTo>
                    <a:pt x="23" y="60"/>
                    <a:pt x="13" y="69"/>
                    <a:pt x="10" y="82"/>
                  </a:cubicBezTo>
                  <a:cubicBezTo>
                    <a:pt x="9" y="82"/>
                    <a:pt x="8" y="82"/>
                    <a:pt x="7" y="81"/>
                  </a:cubicBezTo>
                </a:path>
              </a:pathLst>
            </a:custGeom>
            <a:solidFill>
              <a:srgbClr val="F4A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9" name="Freeform 8">
              <a:extLst>
                <a:ext uri="{FF2B5EF4-FFF2-40B4-BE49-F238E27FC236}">
                  <a16:creationId xmlns:a16="http://schemas.microsoft.com/office/drawing/2014/main" id="{31D5B1E7-F136-4356-8784-1CDD622F1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035"/>
              <a:ext cx="135" cy="51"/>
            </a:xfrm>
            <a:custGeom>
              <a:avLst/>
              <a:gdLst>
                <a:gd name="T0" fmla="*/ 0 w 68"/>
                <a:gd name="T1" fmla="*/ 0 h 26"/>
                <a:gd name="T2" fmla="*/ 532 w 68"/>
                <a:gd name="T3" fmla="*/ 19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0"/>
                  </a:moveTo>
                  <a:cubicBezTo>
                    <a:pt x="21" y="13"/>
                    <a:pt x="44" y="22"/>
                    <a:pt x="68" y="26"/>
                  </a:cubicBezTo>
                </a:path>
              </a:pathLst>
            </a:custGeom>
            <a:noFill/>
            <a:ln w="12700" cap="flat">
              <a:solidFill>
                <a:srgbClr val="2626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0" name="Freeform 9">
              <a:extLst>
                <a:ext uri="{FF2B5EF4-FFF2-40B4-BE49-F238E27FC236}">
                  <a16:creationId xmlns:a16="http://schemas.microsoft.com/office/drawing/2014/main" id="{C5F32F7C-6109-4580-BF4C-4CD7830A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110"/>
              <a:ext cx="487" cy="1129"/>
            </a:xfrm>
            <a:custGeom>
              <a:avLst/>
              <a:gdLst>
                <a:gd name="T0" fmla="*/ 580 w 246"/>
                <a:gd name="T1" fmla="*/ 2216 h 570"/>
                <a:gd name="T2" fmla="*/ 1908 w 246"/>
                <a:gd name="T3" fmla="*/ 592 h 570"/>
                <a:gd name="T4" fmla="*/ 1908 w 246"/>
                <a:gd name="T5" fmla="*/ 0 h 570"/>
                <a:gd name="T6" fmla="*/ 0 w 246"/>
                <a:gd name="T7" fmla="*/ 2216 h 570"/>
                <a:gd name="T8" fmla="*/ 1908 w 246"/>
                <a:gd name="T9" fmla="*/ 4429 h 570"/>
                <a:gd name="T10" fmla="*/ 1908 w 246"/>
                <a:gd name="T11" fmla="*/ 3837 h 570"/>
                <a:gd name="T12" fmla="*/ 580 w 246"/>
                <a:gd name="T13" fmla="*/ 2216 h 5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6" h="570">
                  <a:moveTo>
                    <a:pt x="75" y="285"/>
                  </a:moveTo>
                  <a:cubicBezTo>
                    <a:pt x="75" y="181"/>
                    <a:pt x="149" y="95"/>
                    <a:pt x="246" y="76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107" y="20"/>
                    <a:pt x="0" y="140"/>
                    <a:pt x="0" y="285"/>
                  </a:cubicBezTo>
                  <a:cubicBezTo>
                    <a:pt x="0" y="430"/>
                    <a:pt x="107" y="550"/>
                    <a:pt x="246" y="570"/>
                  </a:cubicBezTo>
                  <a:cubicBezTo>
                    <a:pt x="246" y="494"/>
                    <a:pt x="246" y="494"/>
                    <a:pt x="246" y="494"/>
                  </a:cubicBezTo>
                  <a:cubicBezTo>
                    <a:pt x="149" y="475"/>
                    <a:pt x="75" y="388"/>
                    <a:pt x="75" y="285"/>
                  </a:cubicBezTo>
                  <a:close/>
                </a:path>
              </a:pathLst>
            </a:custGeom>
            <a:solidFill>
              <a:srgbClr val="F6C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1" name="Freeform 10">
              <a:extLst>
                <a:ext uri="{FF2B5EF4-FFF2-40B4-BE49-F238E27FC236}">
                  <a16:creationId xmlns:a16="http://schemas.microsoft.com/office/drawing/2014/main" id="{E0A68097-323D-4B50-AFE4-036BD8E20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233"/>
              <a:ext cx="360" cy="879"/>
            </a:xfrm>
            <a:custGeom>
              <a:avLst/>
              <a:gdLst>
                <a:gd name="T0" fmla="*/ 0 w 182"/>
                <a:gd name="T1" fmla="*/ 1724 h 444"/>
                <a:gd name="T2" fmla="*/ 1408 w 182"/>
                <a:gd name="T3" fmla="*/ 3445 h 444"/>
                <a:gd name="T4" fmla="*/ 1408 w 182"/>
                <a:gd name="T5" fmla="*/ 3344 h 444"/>
                <a:gd name="T6" fmla="*/ 87 w 182"/>
                <a:gd name="T7" fmla="*/ 1724 h 444"/>
                <a:gd name="T8" fmla="*/ 1408 w 182"/>
                <a:gd name="T9" fmla="*/ 101 h 444"/>
                <a:gd name="T10" fmla="*/ 1408 w 182"/>
                <a:gd name="T11" fmla="*/ 0 h 444"/>
                <a:gd name="T12" fmla="*/ 0 w 182"/>
                <a:gd name="T13" fmla="*/ 1724 h 4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444">
                  <a:moveTo>
                    <a:pt x="0" y="222"/>
                  </a:moveTo>
                  <a:cubicBezTo>
                    <a:pt x="0" y="332"/>
                    <a:pt x="78" y="424"/>
                    <a:pt x="182" y="444"/>
                  </a:cubicBezTo>
                  <a:cubicBezTo>
                    <a:pt x="182" y="431"/>
                    <a:pt x="182" y="431"/>
                    <a:pt x="182" y="431"/>
                  </a:cubicBezTo>
                  <a:cubicBezTo>
                    <a:pt x="85" y="412"/>
                    <a:pt x="11" y="326"/>
                    <a:pt x="11" y="222"/>
                  </a:cubicBezTo>
                  <a:cubicBezTo>
                    <a:pt x="11" y="119"/>
                    <a:pt x="85" y="33"/>
                    <a:pt x="182" y="13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78" y="21"/>
                    <a:pt x="0" y="112"/>
                    <a:pt x="0" y="222"/>
                  </a:cubicBezTo>
                  <a:close/>
                </a:path>
              </a:pathLst>
            </a:custGeom>
            <a:solidFill>
              <a:srgbClr val="F7EF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2" name="Freeform 11">
              <a:extLst>
                <a:ext uri="{FF2B5EF4-FFF2-40B4-BE49-F238E27FC236}">
                  <a16:creationId xmlns:a16="http://schemas.microsoft.com/office/drawing/2014/main" id="{90E2ADF4-F261-4DCB-943B-58A3232C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231"/>
              <a:ext cx="362" cy="879"/>
            </a:xfrm>
            <a:custGeom>
              <a:avLst/>
              <a:gdLst>
                <a:gd name="T0" fmla="*/ 0 w 183"/>
                <a:gd name="T1" fmla="*/ 1724 h 444"/>
                <a:gd name="T2" fmla="*/ 1416 w 183"/>
                <a:gd name="T3" fmla="*/ 3445 h 444"/>
                <a:gd name="T4" fmla="*/ 1416 w 183"/>
                <a:gd name="T5" fmla="*/ 3344 h 444"/>
                <a:gd name="T6" fmla="*/ 87 w 183"/>
                <a:gd name="T7" fmla="*/ 1724 h 444"/>
                <a:gd name="T8" fmla="*/ 1416 w 183"/>
                <a:gd name="T9" fmla="*/ 101 h 444"/>
                <a:gd name="T10" fmla="*/ 1416 w 183"/>
                <a:gd name="T11" fmla="*/ 0 h 444"/>
                <a:gd name="T12" fmla="*/ 0 w 183"/>
                <a:gd name="T13" fmla="*/ 1724 h 4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444">
                  <a:moveTo>
                    <a:pt x="0" y="222"/>
                  </a:moveTo>
                  <a:cubicBezTo>
                    <a:pt x="0" y="332"/>
                    <a:pt x="78" y="424"/>
                    <a:pt x="183" y="444"/>
                  </a:cubicBezTo>
                  <a:cubicBezTo>
                    <a:pt x="183" y="431"/>
                    <a:pt x="183" y="431"/>
                    <a:pt x="183" y="431"/>
                  </a:cubicBezTo>
                  <a:cubicBezTo>
                    <a:pt x="85" y="412"/>
                    <a:pt x="11" y="326"/>
                    <a:pt x="11" y="222"/>
                  </a:cubicBezTo>
                  <a:cubicBezTo>
                    <a:pt x="11" y="119"/>
                    <a:pt x="85" y="32"/>
                    <a:pt x="183" y="13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78" y="20"/>
                    <a:pt x="0" y="112"/>
                    <a:pt x="0" y="222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3" name="Rectangle 12">
              <a:extLst>
                <a:ext uri="{FF2B5EF4-FFF2-40B4-BE49-F238E27FC236}">
                  <a16:creationId xmlns:a16="http://schemas.microsoft.com/office/drawing/2014/main" id="{C7B7DF53-9057-4256-A699-ABBFDEE91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1110"/>
              <a:ext cx="1901" cy="151"/>
            </a:xfrm>
            <a:prstGeom prst="rect">
              <a:avLst/>
            </a:prstGeom>
            <a:solidFill>
              <a:srgbClr val="F5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64" name="Rectangle 13">
              <a:extLst>
                <a:ext uri="{FF2B5EF4-FFF2-40B4-BE49-F238E27FC236}">
                  <a16:creationId xmlns:a16="http://schemas.microsoft.com/office/drawing/2014/main" id="{DEF80A90-7A46-4FD0-BCE5-8CDFD5BD4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5" y="1233"/>
              <a:ext cx="1901" cy="24"/>
            </a:xfrm>
            <a:prstGeom prst="rect">
              <a:avLst/>
            </a:prstGeom>
            <a:solidFill>
              <a:srgbClr val="F6E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65" name="Rectangle 14">
              <a:extLst>
                <a:ext uri="{FF2B5EF4-FFF2-40B4-BE49-F238E27FC236}">
                  <a16:creationId xmlns:a16="http://schemas.microsoft.com/office/drawing/2014/main" id="{A502409F-724C-48CD-9974-FE09F1FC8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3" y="1233"/>
              <a:ext cx="1901" cy="24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66" name="Rectangle 15">
              <a:extLst>
                <a:ext uri="{FF2B5EF4-FFF2-40B4-BE49-F238E27FC236}">
                  <a16:creationId xmlns:a16="http://schemas.microsoft.com/office/drawing/2014/main" id="{897DF654-9753-46C0-837E-58A43EC92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5" y="2090"/>
              <a:ext cx="1901" cy="24"/>
            </a:xfrm>
            <a:prstGeom prst="rect">
              <a:avLst/>
            </a:prstGeom>
            <a:solidFill>
              <a:srgbClr val="F6E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67" name="Rectangle 16">
              <a:extLst>
                <a:ext uri="{FF2B5EF4-FFF2-40B4-BE49-F238E27FC236}">
                  <a16:creationId xmlns:a16="http://schemas.microsoft.com/office/drawing/2014/main" id="{66E15399-7100-4C4F-9451-402E60B3C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2090"/>
              <a:ext cx="1901" cy="24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68" name="Rectangle 17">
              <a:extLst>
                <a:ext uri="{FF2B5EF4-FFF2-40B4-BE49-F238E27FC236}">
                  <a16:creationId xmlns:a16="http://schemas.microsoft.com/office/drawing/2014/main" id="{D3ED759A-D182-425F-A344-AC957D2B8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5" y="1108"/>
              <a:ext cx="1901" cy="40"/>
            </a:xfrm>
            <a:prstGeom prst="rect">
              <a:avLst/>
            </a:prstGeom>
            <a:solidFill>
              <a:srgbClr val="ED8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69" name="Rectangle 18">
              <a:extLst>
                <a:ext uri="{FF2B5EF4-FFF2-40B4-BE49-F238E27FC236}">
                  <a16:creationId xmlns:a16="http://schemas.microsoft.com/office/drawing/2014/main" id="{3AF8D764-6E94-4F59-8DAC-3A7C7EB58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3" y="1108"/>
              <a:ext cx="1901" cy="40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70" name="Rectangle 19">
              <a:extLst>
                <a:ext uri="{FF2B5EF4-FFF2-40B4-BE49-F238E27FC236}">
                  <a16:creationId xmlns:a16="http://schemas.microsoft.com/office/drawing/2014/main" id="{E7986F62-7069-48A6-AB5A-47453E1EB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5" y="2197"/>
              <a:ext cx="1901" cy="40"/>
            </a:xfrm>
            <a:prstGeom prst="rect">
              <a:avLst/>
            </a:prstGeom>
            <a:solidFill>
              <a:srgbClr val="ED8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71" name="Rectangle 20">
              <a:extLst>
                <a:ext uri="{FF2B5EF4-FFF2-40B4-BE49-F238E27FC236}">
                  <a16:creationId xmlns:a16="http://schemas.microsoft.com/office/drawing/2014/main" id="{360D2480-896E-4569-B6F9-D9D739E31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3" y="2197"/>
              <a:ext cx="1901" cy="40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72" name="Freeform 21">
              <a:extLst>
                <a:ext uri="{FF2B5EF4-FFF2-40B4-BE49-F238E27FC236}">
                  <a16:creationId xmlns:a16="http://schemas.microsoft.com/office/drawing/2014/main" id="{8A4CA1C8-45D9-45B9-A10B-704FD6B8E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476"/>
              <a:ext cx="899" cy="468"/>
            </a:xfrm>
            <a:custGeom>
              <a:avLst/>
              <a:gdLst>
                <a:gd name="T0" fmla="*/ 0 w 454"/>
                <a:gd name="T1" fmla="*/ 817 h 236"/>
                <a:gd name="T2" fmla="*/ 404 w 454"/>
                <a:gd name="T3" fmla="*/ 811 h 236"/>
                <a:gd name="T4" fmla="*/ 840 w 454"/>
                <a:gd name="T5" fmla="*/ 771 h 236"/>
                <a:gd name="T6" fmla="*/ 840 w 454"/>
                <a:gd name="T7" fmla="*/ 1224 h 236"/>
                <a:gd name="T8" fmla="*/ 1600 w 454"/>
                <a:gd name="T9" fmla="*/ 1380 h 236"/>
                <a:gd name="T10" fmla="*/ 2352 w 454"/>
                <a:gd name="T11" fmla="*/ 1521 h 236"/>
                <a:gd name="T12" fmla="*/ 3525 w 454"/>
                <a:gd name="T13" fmla="*/ 1761 h 236"/>
                <a:gd name="T14" fmla="*/ 2267 w 454"/>
                <a:gd name="T15" fmla="*/ 579 h 236"/>
                <a:gd name="T16" fmla="*/ 1156 w 454"/>
                <a:gd name="T17" fmla="*/ 389 h 236"/>
                <a:gd name="T18" fmla="*/ 855 w 454"/>
                <a:gd name="T19" fmla="*/ 0 h 236"/>
                <a:gd name="T20" fmla="*/ 164 w 454"/>
                <a:gd name="T21" fmla="*/ 428 h 236"/>
                <a:gd name="T22" fmla="*/ 0 w 454"/>
                <a:gd name="T23" fmla="*/ 811 h 2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4" h="236">
                  <a:moveTo>
                    <a:pt x="0" y="105"/>
                  </a:moveTo>
                  <a:cubicBezTo>
                    <a:pt x="0" y="105"/>
                    <a:pt x="18" y="122"/>
                    <a:pt x="52" y="104"/>
                  </a:cubicBezTo>
                  <a:cubicBezTo>
                    <a:pt x="86" y="85"/>
                    <a:pt x="91" y="75"/>
                    <a:pt x="108" y="99"/>
                  </a:cubicBezTo>
                  <a:cubicBezTo>
                    <a:pt x="124" y="122"/>
                    <a:pt x="108" y="157"/>
                    <a:pt x="108" y="157"/>
                  </a:cubicBezTo>
                  <a:cubicBezTo>
                    <a:pt x="108" y="157"/>
                    <a:pt x="153" y="194"/>
                    <a:pt x="206" y="177"/>
                  </a:cubicBezTo>
                  <a:cubicBezTo>
                    <a:pt x="259" y="161"/>
                    <a:pt x="272" y="174"/>
                    <a:pt x="303" y="195"/>
                  </a:cubicBezTo>
                  <a:cubicBezTo>
                    <a:pt x="335" y="215"/>
                    <a:pt x="389" y="236"/>
                    <a:pt x="454" y="226"/>
                  </a:cubicBezTo>
                  <a:cubicBezTo>
                    <a:pt x="292" y="74"/>
                    <a:pt x="292" y="74"/>
                    <a:pt x="292" y="74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0" y="104"/>
                    <a:pt x="0" y="104"/>
                    <a:pt x="0" y="104"/>
                  </a:cubicBezTo>
                </a:path>
              </a:pathLst>
            </a:custGeom>
            <a:solidFill>
              <a:srgbClr val="932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3" name="Freeform 22">
              <a:extLst>
                <a:ext uri="{FF2B5EF4-FFF2-40B4-BE49-F238E27FC236}">
                  <a16:creationId xmlns:a16="http://schemas.microsoft.com/office/drawing/2014/main" id="{E902D0E5-D126-479F-AFC4-BC6C145BF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476"/>
              <a:ext cx="899" cy="468"/>
            </a:xfrm>
            <a:custGeom>
              <a:avLst/>
              <a:gdLst>
                <a:gd name="T0" fmla="*/ 0 w 454"/>
                <a:gd name="T1" fmla="*/ 817 h 236"/>
                <a:gd name="T2" fmla="*/ 404 w 454"/>
                <a:gd name="T3" fmla="*/ 811 h 236"/>
                <a:gd name="T4" fmla="*/ 840 w 454"/>
                <a:gd name="T5" fmla="*/ 771 h 236"/>
                <a:gd name="T6" fmla="*/ 840 w 454"/>
                <a:gd name="T7" fmla="*/ 1224 h 236"/>
                <a:gd name="T8" fmla="*/ 1600 w 454"/>
                <a:gd name="T9" fmla="*/ 1380 h 236"/>
                <a:gd name="T10" fmla="*/ 2352 w 454"/>
                <a:gd name="T11" fmla="*/ 1521 h 236"/>
                <a:gd name="T12" fmla="*/ 3525 w 454"/>
                <a:gd name="T13" fmla="*/ 1761 h 236"/>
                <a:gd name="T14" fmla="*/ 2267 w 454"/>
                <a:gd name="T15" fmla="*/ 579 h 236"/>
                <a:gd name="T16" fmla="*/ 1156 w 454"/>
                <a:gd name="T17" fmla="*/ 389 h 236"/>
                <a:gd name="T18" fmla="*/ 855 w 454"/>
                <a:gd name="T19" fmla="*/ 0 h 236"/>
                <a:gd name="T20" fmla="*/ 164 w 454"/>
                <a:gd name="T21" fmla="*/ 428 h 236"/>
                <a:gd name="T22" fmla="*/ 0 w 454"/>
                <a:gd name="T23" fmla="*/ 811 h 2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4" h="236">
                  <a:moveTo>
                    <a:pt x="0" y="105"/>
                  </a:moveTo>
                  <a:cubicBezTo>
                    <a:pt x="0" y="105"/>
                    <a:pt x="18" y="122"/>
                    <a:pt x="52" y="104"/>
                  </a:cubicBezTo>
                  <a:cubicBezTo>
                    <a:pt x="86" y="85"/>
                    <a:pt x="91" y="75"/>
                    <a:pt x="108" y="99"/>
                  </a:cubicBezTo>
                  <a:cubicBezTo>
                    <a:pt x="124" y="122"/>
                    <a:pt x="108" y="157"/>
                    <a:pt x="108" y="157"/>
                  </a:cubicBezTo>
                  <a:cubicBezTo>
                    <a:pt x="108" y="157"/>
                    <a:pt x="153" y="194"/>
                    <a:pt x="206" y="177"/>
                  </a:cubicBezTo>
                  <a:cubicBezTo>
                    <a:pt x="259" y="161"/>
                    <a:pt x="272" y="174"/>
                    <a:pt x="303" y="195"/>
                  </a:cubicBezTo>
                  <a:cubicBezTo>
                    <a:pt x="335" y="215"/>
                    <a:pt x="389" y="236"/>
                    <a:pt x="454" y="226"/>
                  </a:cubicBezTo>
                  <a:cubicBezTo>
                    <a:pt x="292" y="74"/>
                    <a:pt x="292" y="74"/>
                    <a:pt x="292" y="74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0" y="104"/>
                    <a:pt x="0" y="104"/>
                    <a:pt x="0" y="10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4" name="Freeform 23">
              <a:extLst>
                <a:ext uri="{FF2B5EF4-FFF2-40B4-BE49-F238E27FC236}">
                  <a16:creationId xmlns:a16="http://schemas.microsoft.com/office/drawing/2014/main" id="{662606A0-8549-4452-98D6-8DE8E0409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500"/>
              <a:ext cx="875" cy="394"/>
            </a:xfrm>
            <a:custGeom>
              <a:avLst/>
              <a:gdLst>
                <a:gd name="T0" fmla="*/ 192 w 442"/>
                <a:gd name="T1" fmla="*/ 1164 h 199"/>
                <a:gd name="T2" fmla="*/ 588 w 442"/>
                <a:gd name="T3" fmla="*/ 560 h 199"/>
                <a:gd name="T4" fmla="*/ 1584 w 442"/>
                <a:gd name="T5" fmla="*/ 596 h 199"/>
                <a:gd name="T6" fmla="*/ 2241 w 442"/>
                <a:gd name="T7" fmla="*/ 659 h 199"/>
                <a:gd name="T8" fmla="*/ 2716 w 442"/>
                <a:gd name="T9" fmla="*/ 1000 h 199"/>
                <a:gd name="T10" fmla="*/ 2993 w 442"/>
                <a:gd name="T11" fmla="*/ 1544 h 199"/>
                <a:gd name="T12" fmla="*/ 2985 w 442"/>
                <a:gd name="T13" fmla="*/ 792 h 199"/>
                <a:gd name="T14" fmla="*/ 1623 w 442"/>
                <a:gd name="T15" fmla="*/ 133 h 199"/>
                <a:gd name="T16" fmla="*/ 340 w 442"/>
                <a:gd name="T17" fmla="*/ 364 h 199"/>
                <a:gd name="T18" fmla="*/ 192 w 442"/>
                <a:gd name="T19" fmla="*/ 1164 h 1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2" h="199">
                  <a:moveTo>
                    <a:pt x="25" y="150"/>
                  </a:moveTo>
                  <a:cubicBezTo>
                    <a:pt x="25" y="150"/>
                    <a:pt x="28" y="67"/>
                    <a:pt x="76" y="72"/>
                  </a:cubicBezTo>
                  <a:cubicBezTo>
                    <a:pt x="125" y="78"/>
                    <a:pt x="167" y="95"/>
                    <a:pt x="204" y="77"/>
                  </a:cubicBezTo>
                  <a:cubicBezTo>
                    <a:pt x="242" y="58"/>
                    <a:pt x="262" y="62"/>
                    <a:pt x="289" y="85"/>
                  </a:cubicBezTo>
                  <a:cubicBezTo>
                    <a:pt x="316" y="108"/>
                    <a:pt x="321" y="118"/>
                    <a:pt x="350" y="129"/>
                  </a:cubicBezTo>
                  <a:cubicBezTo>
                    <a:pt x="378" y="140"/>
                    <a:pt x="403" y="159"/>
                    <a:pt x="386" y="199"/>
                  </a:cubicBezTo>
                  <a:cubicBezTo>
                    <a:pt x="386" y="199"/>
                    <a:pt x="442" y="160"/>
                    <a:pt x="385" y="102"/>
                  </a:cubicBezTo>
                  <a:cubicBezTo>
                    <a:pt x="328" y="43"/>
                    <a:pt x="284" y="0"/>
                    <a:pt x="209" y="17"/>
                  </a:cubicBezTo>
                  <a:cubicBezTo>
                    <a:pt x="133" y="33"/>
                    <a:pt x="66" y="8"/>
                    <a:pt x="44" y="47"/>
                  </a:cubicBezTo>
                  <a:cubicBezTo>
                    <a:pt x="23" y="85"/>
                    <a:pt x="0" y="122"/>
                    <a:pt x="25" y="150"/>
                  </a:cubicBezTo>
                  <a:close/>
                </a:path>
              </a:pathLst>
            </a:custGeom>
            <a:solidFill>
              <a:srgbClr val="F4A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5" name="Freeform 24">
              <a:extLst>
                <a:ext uri="{FF2B5EF4-FFF2-40B4-BE49-F238E27FC236}">
                  <a16:creationId xmlns:a16="http://schemas.microsoft.com/office/drawing/2014/main" id="{24F949BB-339F-47B4-A5FF-A62D5E541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441"/>
              <a:ext cx="875" cy="394"/>
            </a:xfrm>
            <a:custGeom>
              <a:avLst/>
              <a:gdLst>
                <a:gd name="T0" fmla="*/ 192 w 442"/>
                <a:gd name="T1" fmla="*/ 1164 h 199"/>
                <a:gd name="T2" fmla="*/ 588 w 442"/>
                <a:gd name="T3" fmla="*/ 568 h 199"/>
                <a:gd name="T4" fmla="*/ 1584 w 442"/>
                <a:gd name="T5" fmla="*/ 596 h 199"/>
                <a:gd name="T6" fmla="*/ 2241 w 442"/>
                <a:gd name="T7" fmla="*/ 659 h 199"/>
                <a:gd name="T8" fmla="*/ 2716 w 442"/>
                <a:gd name="T9" fmla="*/ 1000 h 199"/>
                <a:gd name="T10" fmla="*/ 2993 w 442"/>
                <a:gd name="T11" fmla="*/ 1544 h 199"/>
                <a:gd name="T12" fmla="*/ 2985 w 442"/>
                <a:gd name="T13" fmla="*/ 792 h 199"/>
                <a:gd name="T14" fmla="*/ 1623 w 442"/>
                <a:gd name="T15" fmla="*/ 133 h 199"/>
                <a:gd name="T16" fmla="*/ 340 w 442"/>
                <a:gd name="T17" fmla="*/ 364 h 199"/>
                <a:gd name="T18" fmla="*/ 192 w 442"/>
                <a:gd name="T19" fmla="*/ 1164 h 1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2" h="199">
                  <a:moveTo>
                    <a:pt x="25" y="150"/>
                  </a:moveTo>
                  <a:cubicBezTo>
                    <a:pt x="25" y="150"/>
                    <a:pt x="28" y="67"/>
                    <a:pt x="76" y="73"/>
                  </a:cubicBezTo>
                  <a:cubicBezTo>
                    <a:pt x="125" y="78"/>
                    <a:pt x="167" y="95"/>
                    <a:pt x="204" y="77"/>
                  </a:cubicBezTo>
                  <a:cubicBezTo>
                    <a:pt x="242" y="59"/>
                    <a:pt x="262" y="62"/>
                    <a:pt x="289" y="85"/>
                  </a:cubicBezTo>
                  <a:cubicBezTo>
                    <a:pt x="316" y="108"/>
                    <a:pt x="321" y="118"/>
                    <a:pt x="350" y="129"/>
                  </a:cubicBezTo>
                  <a:cubicBezTo>
                    <a:pt x="378" y="140"/>
                    <a:pt x="403" y="159"/>
                    <a:pt x="386" y="199"/>
                  </a:cubicBezTo>
                  <a:cubicBezTo>
                    <a:pt x="386" y="199"/>
                    <a:pt x="442" y="160"/>
                    <a:pt x="385" y="102"/>
                  </a:cubicBezTo>
                  <a:cubicBezTo>
                    <a:pt x="328" y="43"/>
                    <a:pt x="284" y="0"/>
                    <a:pt x="209" y="17"/>
                  </a:cubicBezTo>
                  <a:cubicBezTo>
                    <a:pt x="133" y="34"/>
                    <a:pt x="66" y="9"/>
                    <a:pt x="44" y="47"/>
                  </a:cubicBezTo>
                  <a:cubicBezTo>
                    <a:pt x="23" y="85"/>
                    <a:pt x="0" y="123"/>
                    <a:pt x="25" y="150"/>
                  </a:cubicBezTo>
                  <a:close/>
                </a:path>
              </a:pathLst>
            </a:custGeom>
            <a:solidFill>
              <a:srgbClr val="D48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6" name="Freeform 25">
              <a:extLst>
                <a:ext uri="{FF2B5EF4-FFF2-40B4-BE49-F238E27FC236}">
                  <a16:creationId xmlns:a16="http://schemas.microsoft.com/office/drawing/2014/main" id="{30B49F2A-0F85-42CE-9480-0F620A015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459"/>
              <a:ext cx="530" cy="279"/>
            </a:xfrm>
            <a:custGeom>
              <a:avLst/>
              <a:gdLst>
                <a:gd name="T0" fmla="*/ 1616 w 268"/>
                <a:gd name="T1" fmla="*/ 63 h 141"/>
                <a:gd name="T2" fmla="*/ 340 w 268"/>
                <a:gd name="T3" fmla="*/ 293 h 141"/>
                <a:gd name="T4" fmla="*/ 192 w 268"/>
                <a:gd name="T5" fmla="*/ 1092 h 141"/>
                <a:gd name="T6" fmla="*/ 587 w 268"/>
                <a:gd name="T7" fmla="*/ 497 h 141"/>
                <a:gd name="T8" fmla="*/ 680 w 268"/>
                <a:gd name="T9" fmla="*/ 505 h 141"/>
                <a:gd name="T10" fmla="*/ 751 w 268"/>
                <a:gd name="T11" fmla="*/ 325 h 141"/>
                <a:gd name="T12" fmla="*/ 2065 w 268"/>
                <a:gd name="T13" fmla="*/ 63 h 141"/>
                <a:gd name="T14" fmla="*/ 2073 w 268"/>
                <a:gd name="T15" fmla="*/ 63 h 141"/>
                <a:gd name="T16" fmla="*/ 1616 w 268"/>
                <a:gd name="T17" fmla="*/ 63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8" h="141">
                  <a:moveTo>
                    <a:pt x="209" y="8"/>
                  </a:moveTo>
                  <a:cubicBezTo>
                    <a:pt x="133" y="25"/>
                    <a:pt x="66" y="0"/>
                    <a:pt x="44" y="38"/>
                  </a:cubicBezTo>
                  <a:cubicBezTo>
                    <a:pt x="23" y="76"/>
                    <a:pt x="0" y="114"/>
                    <a:pt x="25" y="141"/>
                  </a:cubicBezTo>
                  <a:cubicBezTo>
                    <a:pt x="25" y="141"/>
                    <a:pt x="28" y="58"/>
                    <a:pt x="76" y="64"/>
                  </a:cubicBezTo>
                  <a:cubicBezTo>
                    <a:pt x="80" y="64"/>
                    <a:pt x="84" y="65"/>
                    <a:pt x="88" y="65"/>
                  </a:cubicBezTo>
                  <a:cubicBezTo>
                    <a:pt x="86" y="54"/>
                    <a:pt x="88" y="48"/>
                    <a:pt x="97" y="42"/>
                  </a:cubicBezTo>
                  <a:cubicBezTo>
                    <a:pt x="134" y="18"/>
                    <a:pt x="192" y="25"/>
                    <a:pt x="267" y="8"/>
                  </a:cubicBezTo>
                  <a:cubicBezTo>
                    <a:pt x="267" y="8"/>
                    <a:pt x="268" y="8"/>
                    <a:pt x="268" y="8"/>
                  </a:cubicBezTo>
                  <a:cubicBezTo>
                    <a:pt x="250" y="3"/>
                    <a:pt x="231" y="3"/>
                    <a:pt x="209" y="8"/>
                  </a:cubicBezTo>
                  <a:close/>
                </a:path>
              </a:pathLst>
            </a:custGeom>
            <a:solidFill>
              <a:srgbClr val="BD7A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7" name="Freeform 26">
              <a:extLst>
                <a:ext uri="{FF2B5EF4-FFF2-40B4-BE49-F238E27FC236}">
                  <a16:creationId xmlns:a16="http://schemas.microsoft.com/office/drawing/2014/main" id="{B758FC4A-F904-4C68-9FA2-9263C93FF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441"/>
              <a:ext cx="875" cy="394"/>
            </a:xfrm>
            <a:custGeom>
              <a:avLst/>
              <a:gdLst>
                <a:gd name="T0" fmla="*/ 192 w 442"/>
                <a:gd name="T1" fmla="*/ 1164 h 199"/>
                <a:gd name="T2" fmla="*/ 588 w 442"/>
                <a:gd name="T3" fmla="*/ 568 h 199"/>
                <a:gd name="T4" fmla="*/ 1584 w 442"/>
                <a:gd name="T5" fmla="*/ 596 h 199"/>
                <a:gd name="T6" fmla="*/ 2241 w 442"/>
                <a:gd name="T7" fmla="*/ 659 h 199"/>
                <a:gd name="T8" fmla="*/ 2716 w 442"/>
                <a:gd name="T9" fmla="*/ 1000 h 199"/>
                <a:gd name="T10" fmla="*/ 2993 w 442"/>
                <a:gd name="T11" fmla="*/ 1544 h 199"/>
                <a:gd name="T12" fmla="*/ 2985 w 442"/>
                <a:gd name="T13" fmla="*/ 792 h 199"/>
                <a:gd name="T14" fmla="*/ 1623 w 442"/>
                <a:gd name="T15" fmla="*/ 133 h 199"/>
                <a:gd name="T16" fmla="*/ 340 w 442"/>
                <a:gd name="T17" fmla="*/ 364 h 199"/>
                <a:gd name="T18" fmla="*/ 192 w 442"/>
                <a:gd name="T19" fmla="*/ 1164 h 1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2" h="199">
                  <a:moveTo>
                    <a:pt x="25" y="150"/>
                  </a:moveTo>
                  <a:cubicBezTo>
                    <a:pt x="25" y="150"/>
                    <a:pt x="28" y="67"/>
                    <a:pt x="76" y="73"/>
                  </a:cubicBezTo>
                  <a:cubicBezTo>
                    <a:pt x="125" y="78"/>
                    <a:pt x="167" y="95"/>
                    <a:pt x="204" y="77"/>
                  </a:cubicBezTo>
                  <a:cubicBezTo>
                    <a:pt x="242" y="59"/>
                    <a:pt x="262" y="62"/>
                    <a:pt x="289" y="85"/>
                  </a:cubicBezTo>
                  <a:cubicBezTo>
                    <a:pt x="316" y="108"/>
                    <a:pt x="321" y="118"/>
                    <a:pt x="350" y="129"/>
                  </a:cubicBezTo>
                  <a:cubicBezTo>
                    <a:pt x="378" y="140"/>
                    <a:pt x="403" y="159"/>
                    <a:pt x="386" y="199"/>
                  </a:cubicBezTo>
                  <a:cubicBezTo>
                    <a:pt x="386" y="199"/>
                    <a:pt x="442" y="160"/>
                    <a:pt x="385" y="102"/>
                  </a:cubicBezTo>
                  <a:cubicBezTo>
                    <a:pt x="328" y="43"/>
                    <a:pt x="284" y="0"/>
                    <a:pt x="209" y="17"/>
                  </a:cubicBezTo>
                  <a:cubicBezTo>
                    <a:pt x="133" y="34"/>
                    <a:pt x="66" y="9"/>
                    <a:pt x="44" y="47"/>
                  </a:cubicBezTo>
                  <a:cubicBezTo>
                    <a:pt x="23" y="85"/>
                    <a:pt x="0" y="123"/>
                    <a:pt x="25" y="15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8" name="Freeform 27">
              <a:extLst>
                <a:ext uri="{FF2B5EF4-FFF2-40B4-BE49-F238E27FC236}">
                  <a16:creationId xmlns:a16="http://schemas.microsoft.com/office/drawing/2014/main" id="{E98A9A0B-E5A3-46A9-991C-CDC063B3A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261"/>
              <a:ext cx="2238" cy="825"/>
            </a:xfrm>
            <a:custGeom>
              <a:avLst/>
              <a:gdLst>
                <a:gd name="T0" fmla="*/ 8778 w 1130"/>
                <a:gd name="T1" fmla="*/ 3229 h 417"/>
                <a:gd name="T2" fmla="*/ 8778 w 1130"/>
                <a:gd name="T3" fmla="*/ 3049 h 417"/>
                <a:gd name="T4" fmla="*/ 7661 w 1130"/>
                <a:gd name="T5" fmla="*/ 1616 h 417"/>
                <a:gd name="T6" fmla="*/ 8778 w 1130"/>
                <a:gd name="T7" fmla="*/ 164 h 417"/>
                <a:gd name="T8" fmla="*/ 8778 w 1130"/>
                <a:gd name="T9" fmla="*/ 0 h 417"/>
                <a:gd name="T10" fmla="*/ 1321 w 1130"/>
                <a:gd name="T11" fmla="*/ 0 h 417"/>
                <a:gd name="T12" fmla="*/ 0 w 1130"/>
                <a:gd name="T13" fmla="*/ 1597 h 417"/>
                <a:gd name="T14" fmla="*/ 8 w 1130"/>
                <a:gd name="T15" fmla="*/ 1604 h 417"/>
                <a:gd name="T16" fmla="*/ 660 w 1130"/>
                <a:gd name="T17" fmla="*/ 1163 h 417"/>
                <a:gd name="T18" fmla="*/ 909 w 1130"/>
                <a:gd name="T19" fmla="*/ 1209 h 417"/>
                <a:gd name="T20" fmla="*/ 824 w 1130"/>
                <a:gd name="T21" fmla="*/ 1788 h 417"/>
                <a:gd name="T22" fmla="*/ 941 w 1130"/>
                <a:gd name="T23" fmla="*/ 2028 h 417"/>
                <a:gd name="T24" fmla="*/ 1157 w 1130"/>
                <a:gd name="T25" fmla="*/ 1988 h 417"/>
                <a:gd name="T26" fmla="*/ 1749 w 1130"/>
                <a:gd name="T27" fmla="*/ 1549 h 417"/>
                <a:gd name="T28" fmla="*/ 2196 w 1130"/>
                <a:gd name="T29" fmla="*/ 1656 h 417"/>
                <a:gd name="T30" fmla="*/ 2985 w 1130"/>
                <a:gd name="T31" fmla="*/ 2392 h 417"/>
                <a:gd name="T32" fmla="*/ 3549 w 1130"/>
                <a:gd name="T33" fmla="*/ 2424 h 417"/>
                <a:gd name="T34" fmla="*/ 3216 w 1130"/>
                <a:gd name="T35" fmla="*/ 2168 h 417"/>
                <a:gd name="T36" fmla="*/ 2937 w 1130"/>
                <a:gd name="T37" fmla="*/ 1369 h 417"/>
                <a:gd name="T38" fmla="*/ 4149 w 1130"/>
                <a:gd name="T39" fmla="*/ 1147 h 417"/>
                <a:gd name="T40" fmla="*/ 5260 w 1130"/>
                <a:gd name="T41" fmla="*/ 1480 h 417"/>
                <a:gd name="T42" fmla="*/ 5205 w 1130"/>
                <a:gd name="T43" fmla="*/ 2580 h 417"/>
                <a:gd name="T44" fmla="*/ 5353 w 1130"/>
                <a:gd name="T45" fmla="*/ 2803 h 417"/>
                <a:gd name="T46" fmla="*/ 6161 w 1130"/>
                <a:gd name="T47" fmla="*/ 3128 h 417"/>
                <a:gd name="T48" fmla="*/ 8249 w 1130"/>
                <a:gd name="T49" fmla="*/ 3096 h 417"/>
                <a:gd name="T50" fmla="*/ 8778 w 1130"/>
                <a:gd name="T51" fmla="*/ 3229 h 41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30" h="417">
                  <a:moveTo>
                    <a:pt x="1130" y="417"/>
                  </a:moveTo>
                  <a:cubicBezTo>
                    <a:pt x="1130" y="394"/>
                    <a:pt x="1130" y="394"/>
                    <a:pt x="1130" y="394"/>
                  </a:cubicBezTo>
                  <a:cubicBezTo>
                    <a:pt x="1053" y="362"/>
                    <a:pt x="986" y="298"/>
                    <a:pt x="986" y="209"/>
                  </a:cubicBezTo>
                  <a:cubicBezTo>
                    <a:pt x="986" y="116"/>
                    <a:pt x="1048" y="50"/>
                    <a:pt x="1130" y="21"/>
                  </a:cubicBezTo>
                  <a:cubicBezTo>
                    <a:pt x="1130" y="0"/>
                    <a:pt x="1130" y="0"/>
                    <a:pt x="113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73" y="19"/>
                    <a:pt x="1" y="103"/>
                    <a:pt x="0" y="206"/>
                  </a:cubicBezTo>
                  <a:cubicBezTo>
                    <a:pt x="0" y="207"/>
                    <a:pt x="1" y="207"/>
                    <a:pt x="1" y="207"/>
                  </a:cubicBezTo>
                  <a:cubicBezTo>
                    <a:pt x="85" y="150"/>
                    <a:pt x="85" y="150"/>
                    <a:pt x="85" y="150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06" y="231"/>
                    <a:pt x="106" y="231"/>
                    <a:pt x="106" y="231"/>
                  </a:cubicBezTo>
                  <a:cubicBezTo>
                    <a:pt x="121" y="262"/>
                    <a:pt x="121" y="262"/>
                    <a:pt x="121" y="262"/>
                  </a:cubicBezTo>
                  <a:cubicBezTo>
                    <a:pt x="149" y="257"/>
                    <a:pt x="149" y="257"/>
                    <a:pt x="149" y="257"/>
                  </a:cubicBezTo>
                  <a:cubicBezTo>
                    <a:pt x="225" y="200"/>
                    <a:pt x="225" y="200"/>
                    <a:pt x="225" y="200"/>
                  </a:cubicBezTo>
                  <a:cubicBezTo>
                    <a:pt x="283" y="214"/>
                    <a:pt x="283" y="214"/>
                    <a:pt x="283" y="214"/>
                  </a:cubicBezTo>
                  <a:cubicBezTo>
                    <a:pt x="283" y="214"/>
                    <a:pt x="333" y="301"/>
                    <a:pt x="384" y="309"/>
                  </a:cubicBezTo>
                  <a:cubicBezTo>
                    <a:pt x="435" y="317"/>
                    <a:pt x="457" y="313"/>
                    <a:pt x="457" y="313"/>
                  </a:cubicBezTo>
                  <a:cubicBezTo>
                    <a:pt x="457" y="313"/>
                    <a:pt x="440" y="294"/>
                    <a:pt x="414" y="280"/>
                  </a:cubicBezTo>
                  <a:cubicBezTo>
                    <a:pt x="388" y="266"/>
                    <a:pt x="340" y="243"/>
                    <a:pt x="378" y="177"/>
                  </a:cubicBezTo>
                  <a:cubicBezTo>
                    <a:pt x="416" y="111"/>
                    <a:pt x="481" y="174"/>
                    <a:pt x="534" y="148"/>
                  </a:cubicBezTo>
                  <a:cubicBezTo>
                    <a:pt x="623" y="105"/>
                    <a:pt x="636" y="182"/>
                    <a:pt x="677" y="191"/>
                  </a:cubicBezTo>
                  <a:cubicBezTo>
                    <a:pt x="734" y="203"/>
                    <a:pt x="768" y="299"/>
                    <a:pt x="670" y="333"/>
                  </a:cubicBezTo>
                  <a:cubicBezTo>
                    <a:pt x="689" y="362"/>
                    <a:pt x="689" y="362"/>
                    <a:pt x="689" y="362"/>
                  </a:cubicBezTo>
                  <a:cubicBezTo>
                    <a:pt x="689" y="362"/>
                    <a:pt x="752" y="405"/>
                    <a:pt x="793" y="404"/>
                  </a:cubicBezTo>
                  <a:cubicBezTo>
                    <a:pt x="834" y="403"/>
                    <a:pt x="1062" y="400"/>
                    <a:pt x="1062" y="400"/>
                  </a:cubicBezTo>
                  <a:lnTo>
                    <a:pt x="1130" y="417"/>
                  </a:lnTo>
                  <a:close/>
                </a:path>
              </a:pathLst>
            </a:custGeom>
            <a:solidFill>
              <a:srgbClr val="AA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9" name="Freeform 28">
              <a:extLst>
                <a:ext uri="{FF2B5EF4-FFF2-40B4-BE49-F238E27FC236}">
                  <a16:creationId xmlns:a16="http://schemas.microsoft.com/office/drawing/2014/main" id="{B2D4FD46-27C1-4F27-9300-2E676576C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261"/>
              <a:ext cx="2234" cy="825"/>
            </a:xfrm>
            <a:custGeom>
              <a:avLst/>
              <a:gdLst>
                <a:gd name="T0" fmla="*/ 8762 w 1128"/>
                <a:gd name="T1" fmla="*/ 3229 h 417"/>
                <a:gd name="T2" fmla="*/ 8762 w 1128"/>
                <a:gd name="T3" fmla="*/ 3049 h 417"/>
                <a:gd name="T4" fmla="*/ 7645 w 1128"/>
                <a:gd name="T5" fmla="*/ 1616 h 417"/>
                <a:gd name="T6" fmla="*/ 8762 w 1128"/>
                <a:gd name="T7" fmla="*/ 164 h 417"/>
                <a:gd name="T8" fmla="*/ 8762 w 1128"/>
                <a:gd name="T9" fmla="*/ 0 h 417"/>
                <a:gd name="T10" fmla="*/ 1307 w 1128"/>
                <a:gd name="T11" fmla="*/ 0 h 417"/>
                <a:gd name="T12" fmla="*/ 0 w 1128"/>
                <a:gd name="T13" fmla="*/ 1597 h 417"/>
                <a:gd name="T14" fmla="*/ 8 w 1128"/>
                <a:gd name="T15" fmla="*/ 1597 h 417"/>
                <a:gd name="T16" fmla="*/ 644 w 1128"/>
                <a:gd name="T17" fmla="*/ 1163 h 417"/>
                <a:gd name="T18" fmla="*/ 895 w 1128"/>
                <a:gd name="T19" fmla="*/ 1209 h 417"/>
                <a:gd name="T20" fmla="*/ 808 w 1128"/>
                <a:gd name="T21" fmla="*/ 1788 h 417"/>
                <a:gd name="T22" fmla="*/ 925 w 1128"/>
                <a:gd name="T23" fmla="*/ 2028 h 417"/>
                <a:gd name="T24" fmla="*/ 1141 w 1128"/>
                <a:gd name="T25" fmla="*/ 1988 h 417"/>
                <a:gd name="T26" fmla="*/ 1733 w 1128"/>
                <a:gd name="T27" fmla="*/ 1549 h 417"/>
                <a:gd name="T28" fmla="*/ 2184 w 1128"/>
                <a:gd name="T29" fmla="*/ 1656 h 417"/>
                <a:gd name="T30" fmla="*/ 2969 w 1128"/>
                <a:gd name="T31" fmla="*/ 2392 h 417"/>
                <a:gd name="T32" fmla="*/ 3533 w 1128"/>
                <a:gd name="T33" fmla="*/ 2424 h 417"/>
                <a:gd name="T34" fmla="*/ 3200 w 1128"/>
                <a:gd name="T35" fmla="*/ 2168 h 417"/>
                <a:gd name="T36" fmla="*/ 2921 w 1128"/>
                <a:gd name="T37" fmla="*/ 1369 h 417"/>
                <a:gd name="T38" fmla="*/ 4133 w 1128"/>
                <a:gd name="T39" fmla="*/ 1147 h 417"/>
                <a:gd name="T40" fmla="*/ 5244 w 1128"/>
                <a:gd name="T41" fmla="*/ 1480 h 417"/>
                <a:gd name="T42" fmla="*/ 5189 w 1128"/>
                <a:gd name="T43" fmla="*/ 2580 h 417"/>
                <a:gd name="T44" fmla="*/ 5337 w 1128"/>
                <a:gd name="T45" fmla="*/ 2803 h 417"/>
                <a:gd name="T46" fmla="*/ 6145 w 1128"/>
                <a:gd name="T47" fmla="*/ 3128 h 417"/>
                <a:gd name="T48" fmla="*/ 8233 w 1128"/>
                <a:gd name="T49" fmla="*/ 3096 h 417"/>
                <a:gd name="T50" fmla="*/ 8762 w 1128"/>
                <a:gd name="T51" fmla="*/ 3229 h 41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28" h="417">
                  <a:moveTo>
                    <a:pt x="1128" y="417"/>
                  </a:moveTo>
                  <a:cubicBezTo>
                    <a:pt x="1128" y="394"/>
                    <a:pt x="1128" y="394"/>
                    <a:pt x="1128" y="394"/>
                  </a:cubicBezTo>
                  <a:cubicBezTo>
                    <a:pt x="1051" y="362"/>
                    <a:pt x="984" y="298"/>
                    <a:pt x="984" y="209"/>
                  </a:cubicBezTo>
                  <a:cubicBezTo>
                    <a:pt x="984" y="116"/>
                    <a:pt x="1046" y="50"/>
                    <a:pt x="1128" y="21"/>
                  </a:cubicBezTo>
                  <a:cubicBezTo>
                    <a:pt x="1128" y="0"/>
                    <a:pt x="1128" y="0"/>
                    <a:pt x="1128" y="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71" y="19"/>
                    <a:pt x="1" y="103"/>
                    <a:pt x="0" y="206"/>
                  </a:cubicBezTo>
                  <a:cubicBezTo>
                    <a:pt x="0" y="206"/>
                    <a:pt x="1" y="206"/>
                    <a:pt x="1" y="206"/>
                  </a:cubicBezTo>
                  <a:cubicBezTo>
                    <a:pt x="83" y="150"/>
                    <a:pt x="83" y="150"/>
                    <a:pt x="83" y="150"/>
                  </a:cubicBezTo>
                  <a:cubicBezTo>
                    <a:pt x="115" y="156"/>
                    <a:pt x="115" y="156"/>
                    <a:pt x="115" y="156"/>
                  </a:cubicBezTo>
                  <a:cubicBezTo>
                    <a:pt x="104" y="231"/>
                    <a:pt x="104" y="231"/>
                    <a:pt x="104" y="231"/>
                  </a:cubicBezTo>
                  <a:cubicBezTo>
                    <a:pt x="119" y="262"/>
                    <a:pt x="119" y="262"/>
                    <a:pt x="119" y="262"/>
                  </a:cubicBezTo>
                  <a:cubicBezTo>
                    <a:pt x="147" y="257"/>
                    <a:pt x="147" y="257"/>
                    <a:pt x="147" y="257"/>
                  </a:cubicBezTo>
                  <a:cubicBezTo>
                    <a:pt x="223" y="200"/>
                    <a:pt x="223" y="200"/>
                    <a:pt x="223" y="200"/>
                  </a:cubicBezTo>
                  <a:cubicBezTo>
                    <a:pt x="281" y="214"/>
                    <a:pt x="281" y="214"/>
                    <a:pt x="281" y="214"/>
                  </a:cubicBezTo>
                  <a:cubicBezTo>
                    <a:pt x="281" y="214"/>
                    <a:pt x="331" y="301"/>
                    <a:pt x="382" y="309"/>
                  </a:cubicBezTo>
                  <a:cubicBezTo>
                    <a:pt x="433" y="317"/>
                    <a:pt x="455" y="313"/>
                    <a:pt x="455" y="313"/>
                  </a:cubicBezTo>
                  <a:cubicBezTo>
                    <a:pt x="455" y="313"/>
                    <a:pt x="438" y="294"/>
                    <a:pt x="412" y="280"/>
                  </a:cubicBezTo>
                  <a:cubicBezTo>
                    <a:pt x="386" y="266"/>
                    <a:pt x="338" y="243"/>
                    <a:pt x="376" y="177"/>
                  </a:cubicBezTo>
                  <a:cubicBezTo>
                    <a:pt x="414" y="111"/>
                    <a:pt x="479" y="174"/>
                    <a:pt x="532" y="148"/>
                  </a:cubicBezTo>
                  <a:cubicBezTo>
                    <a:pt x="621" y="105"/>
                    <a:pt x="634" y="182"/>
                    <a:pt x="675" y="191"/>
                  </a:cubicBezTo>
                  <a:cubicBezTo>
                    <a:pt x="732" y="203"/>
                    <a:pt x="766" y="299"/>
                    <a:pt x="668" y="333"/>
                  </a:cubicBezTo>
                  <a:cubicBezTo>
                    <a:pt x="687" y="362"/>
                    <a:pt x="687" y="362"/>
                    <a:pt x="687" y="362"/>
                  </a:cubicBezTo>
                  <a:cubicBezTo>
                    <a:pt x="687" y="362"/>
                    <a:pt x="750" y="405"/>
                    <a:pt x="791" y="404"/>
                  </a:cubicBezTo>
                  <a:cubicBezTo>
                    <a:pt x="832" y="403"/>
                    <a:pt x="1060" y="400"/>
                    <a:pt x="1060" y="400"/>
                  </a:cubicBezTo>
                  <a:lnTo>
                    <a:pt x="1128" y="417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0" name="Freeform 29">
              <a:extLst>
                <a:ext uri="{FF2B5EF4-FFF2-40B4-BE49-F238E27FC236}">
                  <a16:creationId xmlns:a16="http://schemas.microsoft.com/office/drawing/2014/main" id="{AB447E35-2489-4803-8350-6105764BF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259"/>
              <a:ext cx="2232" cy="410"/>
            </a:xfrm>
            <a:custGeom>
              <a:avLst/>
              <a:gdLst>
                <a:gd name="T0" fmla="*/ 8754 w 1127"/>
                <a:gd name="T1" fmla="*/ 172 h 207"/>
                <a:gd name="T2" fmla="*/ 8746 w 1127"/>
                <a:gd name="T3" fmla="*/ 0 h 207"/>
                <a:gd name="T4" fmla="*/ 1291 w 1127"/>
                <a:gd name="T5" fmla="*/ 0 h 207"/>
                <a:gd name="T6" fmla="*/ 0 w 1127"/>
                <a:gd name="T7" fmla="*/ 1600 h 207"/>
                <a:gd name="T8" fmla="*/ 0 w 1127"/>
                <a:gd name="T9" fmla="*/ 1608 h 207"/>
                <a:gd name="T10" fmla="*/ 156 w 1127"/>
                <a:gd name="T11" fmla="*/ 1236 h 207"/>
                <a:gd name="T12" fmla="*/ 1353 w 1127"/>
                <a:gd name="T13" fmla="*/ 604 h 207"/>
                <a:gd name="T14" fmla="*/ 7900 w 1127"/>
                <a:gd name="T15" fmla="*/ 769 h 207"/>
                <a:gd name="T16" fmla="*/ 8754 w 1127"/>
                <a:gd name="T17" fmla="*/ 172 h 2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7" h="207">
                  <a:moveTo>
                    <a:pt x="1127" y="22"/>
                  </a:moveTo>
                  <a:cubicBezTo>
                    <a:pt x="1126" y="0"/>
                    <a:pt x="1126" y="0"/>
                    <a:pt x="1126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69" y="19"/>
                    <a:pt x="0" y="103"/>
                    <a:pt x="0" y="206"/>
                  </a:cubicBezTo>
                  <a:cubicBezTo>
                    <a:pt x="0" y="206"/>
                    <a:pt x="0" y="207"/>
                    <a:pt x="0" y="207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50" y="123"/>
                    <a:pt x="94" y="91"/>
                    <a:pt x="174" y="78"/>
                  </a:cubicBezTo>
                  <a:cubicBezTo>
                    <a:pt x="174" y="78"/>
                    <a:pt x="875" y="20"/>
                    <a:pt x="1017" y="99"/>
                  </a:cubicBezTo>
                  <a:cubicBezTo>
                    <a:pt x="1017" y="99"/>
                    <a:pt x="1049" y="47"/>
                    <a:pt x="1127" y="22"/>
                  </a:cubicBezTo>
                  <a:close/>
                </a:path>
              </a:pathLst>
            </a:custGeom>
            <a:solidFill>
              <a:srgbClr val="932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1" name="Freeform 30">
              <a:extLst>
                <a:ext uri="{FF2B5EF4-FFF2-40B4-BE49-F238E27FC236}">
                  <a16:creationId xmlns:a16="http://schemas.microsoft.com/office/drawing/2014/main" id="{D4B3E0C8-23F4-4744-8075-A9C67097D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920"/>
              <a:ext cx="911" cy="170"/>
            </a:xfrm>
            <a:custGeom>
              <a:avLst/>
              <a:gdLst>
                <a:gd name="T0" fmla="*/ 0 w 460"/>
                <a:gd name="T1" fmla="*/ 0 h 86"/>
                <a:gd name="T2" fmla="*/ 24 w 460"/>
                <a:gd name="T3" fmla="*/ 239 h 86"/>
                <a:gd name="T4" fmla="*/ 1444 w 460"/>
                <a:gd name="T5" fmla="*/ 656 h 86"/>
                <a:gd name="T6" fmla="*/ 3573 w 460"/>
                <a:gd name="T7" fmla="*/ 656 h 86"/>
                <a:gd name="T8" fmla="*/ 3573 w 460"/>
                <a:gd name="T9" fmla="*/ 472 h 86"/>
                <a:gd name="T10" fmla="*/ 1460 w 460"/>
                <a:gd name="T11" fmla="*/ 465 h 86"/>
                <a:gd name="T12" fmla="*/ 0 w 460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0" h="86">
                  <a:moveTo>
                    <a:pt x="0" y="0"/>
                  </a:move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40" y="86"/>
                    <a:pt x="186" y="85"/>
                  </a:cubicBezTo>
                  <a:cubicBezTo>
                    <a:pt x="332" y="84"/>
                    <a:pt x="460" y="85"/>
                    <a:pt x="460" y="85"/>
                  </a:cubicBezTo>
                  <a:cubicBezTo>
                    <a:pt x="460" y="61"/>
                    <a:pt x="460" y="61"/>
                    <a:pt x="460" y="61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188" y="60"/>
                    <a:pt x="49" y="67"/>
                    <a:pt x="0" y="0"/>
                  </a:cubicBezTo>
                  <a:close/>
                </a:path>
              </a:pathLst>
            </a:custGeom>
            <a:solidFill>
              <a:srgbClr val="BC54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2" name="Freeform 31">
              <a:extLst>
                <a:ext uri="{FF2B5EF4-FFF2-40B4-BE49-F238E27FC236}">
                  <a16:creationId xmlns:a16="http://schemas.microsoft.com/office/drawing/2014/main" id="{BFFCF37C-C510-4C85-AB15-228145946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920"/>
              <a:ext cx="913" cy="170"/>
            </a:xfrm>
            <a:custGeom>
              <a:avLst/>
              <a:gdLst>
                <a:gd name="T0" fmla="*/ 0 w 461"/>
                <a:gd name="T1" fmla="*/ 0 h 86"/>
                <a:gd name="T2" fmla="*/ 24 w 461"/>
                <a:gd name="T3" fmla="*/ 239 h 86"/>
                <a:gd name="T4" fmla="*/ 1444 w 461"/>
                <a:gd name="T5" fmla="*/ 656 h 86"/>
                <a:gd name="T6" fmla="*/ 3581 w 461"/>
                <a:gd name="T7" fmla="*/ 656 h 86"/>
                <a:gd name="T8" fmla="*/ 3581 w 461"/>
                <a:gd name="T9" fmla="*/ 472 h 86"/>
                <a:gd name="T10" fmla="*/ 1468 w 461"/>
                <a:gd name="T11" fmla="*/ 465 h 86"/>
                <a:gd name="T12" fmla="*/ 0 w 461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1" h="86">
                  <a:moveTo>
                    <a:pt x="0" y="0"/>
                  </a:move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40" y="86"/>
                    <a:pt x="186" y="85"/>
                  </a:cubicBezTo>
                  <a:cubicBezTo>
                    <a:pt x="332" y="84"/>
                    <a:pt x="461" y="85"/>
                    <a:pt x="461" y="85"/>
                  </a:cubicBezTo>
                  <a:cubicBezTo>
                    <a:pt x="461" y="61"/>
                    <a:pt x="461" y="61"/>
                    <a:pt x="461" y="61"/>
                  </a:cubicBezTo>
                  <a:cubicBezTo>
                    <a:pt x="189" y="60"/>
                    <a:pt x="189" y="60"/>
                    <a:pt x="189" y="60"/>
                  </a:cubicBezTo>
                  <a:cubicBezTo>
                    <a:pt x="189" y="60"/>
                    <a:pt x="49" y="67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3" name="Freeform 32">
              <a:extLst>
                <a:ext uri="{FF2B5EF4-FFF2-40B4-BE49-F238E27FC236}">
                  <a16:creationId xmlns:a16="http://schemas.microsoft.com/office/drawing/2014/main" id="{C10E431C-5C7E-4303-83A5-DEAABC65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261"/>
              <a:ext cx="2247" cy="554"/>
            </a:xfrm>
            <a:custGeom>
              <a:avLst/>
              <a:gdLst>
                <a:gd name="T0" fmla="*/ 8806 w 1135"/>
                <a:gd name="T1" fmla="*/ 0 h 280"/>
                <a:gd name="T2" fmla="*/ 1356 w 1135"/>
                <a:gd name="T3" fmla="*/ 0 h 280"/>
                <a:gd name="T4" fmla="*/ 32 w 1135"/>
                <a:gd name="T5" fmla="*/ 1480 h 280"/>
                <a:gd name="T6" fmla="*/ 232 w 1135"/>
                <a:gd name="T7" fmla="*/ 1605 h 280"/>
                <a:gd name="T8" fmla="*/ 871 w 1135"/>
                <a:gd name="T9" fmla="*/ 1347 h 280"/>
                <a:gd name="T10" fmla="*/ 925 w 1135"/>
                <a:gd name="T11" fmla="*/ 2083 h 280"/>
                <a:gd name="T12" fmla="*/ 1435 w 1135"/>
                <a:gd name="T13" fmla="*/ 1868 h 280"/>
                <a:gd name="T14" fmla="*/ 2203 w 1135"/>
                <a:gd name="T15" fmla="*/ 1765 h 280"/>
                <a:gd name="T16" fmla="*/ 2241 w 1135"/>
                <a:gd name="T17" fmla="*/ 1573 h 280"/>
                <a:gd name="T18" fmla="*/ 1568 w 1135"/>
                <a:gd name="T19" fmla="*/ 1573 h 280"/>
                <a:gd name="T20" fmla="*/ 968 w 1135"/>
                <a:gd name="T21" fmla="*/ 1876 h 280"/>
                <a:gd name="T22" fmla="*/ 948 w 1135"/>
                <a:gd name="T23" fmla="*/ 1061 h 280"/>
                <a:gd name="T24" fmla="*/ 333 w 1135"/>
                <a:gd name="T25" fmla="*/ 1308 h 280"/>
                <a:gd name="T26" fmla="*/ 172 w 1135"/>
                <a:gd name="T27" fmla="*/ 1217 h 280"/>
                <a:gd name="T28" fmla="*/ 1364 w 1135"/>
                <a:gd name="T29" fmla="*/ 172 h 280"/>
                <a:gd name="T30" fmla="*/ 8806 w 1135"/>
                <a:gd name="T31" fmla="*/ 172 h 280"/>
                <a:gd name="T32" fmla="*/ 8806 w 1135"/>
                <a:gd name="T33" fmla="*/ 0 h 2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5" h="280">
                  <a:moveTo>
                    <a:pt x="1135" y="0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83" y="18"/>
                    <a:pt x="12" y="96"/>
                    <a:pt x="4" y="191"/>
                  </a:cubicBezTo>
                  <a:cubicBezTo>
                    <a:pt x="4" y="191"/>
                    <a:pt x="0" y="238"/>
                    <a:pt x="30" y="207"/>
                  </a:cubicBezTo>
                  <a:cubicBezTo>
                    <a:pt x="59" y="175"/>
                    <a:pt x="114" y="133"/>
                    <a:pt x="112" y="174"/>
                  </a:cubicBezTo>
                  <a:cubicBezTo>
                    <a:pt x="110" y="215"/>
                    <a:pt x="88" y="258"/>
                    <a:pt x="119" y="269"/>
                  </a:cubicBezTo>
                  <a:cubicBezTo>
                    <a:pt x="150" y="280"/>
                    <a:pt x="165" y="260"/>
                    <a:pt x="185" y="241"/>
                  </a:cubicBezTo>
                  <a:cubicBezTo>
                    <a:pt x="204" y="221"/>
                    <a:pt x="254" y="190"/>
                    <a:pt x="284" y="228"/>
                  </a:cubicBezTo>
                  <a:cubicBezTo>
                    <a:pt x="289" y="203"/>
                    <a:pt x="289" y="203"/>
                    <a:pt x="289" y="203"/>
                  </a:cubicBezTo>
                  <a:cubicBezTo>
                    <a:pt x="289" y="203"/>
                    <a:pt x="249" y="170"/>
                    <a:pt x="202" y="203"/>
                  </a:cubicBezTo>
                  <a:cubicBezTo>
                    <a:pt x="155" y="236"/>
                    <a:pt x="146" y="255"/>
                    <a:pt x="125" y="242"/>
                  </a:cubicBezTo>
                  <a:cubicBezTo>
                    <a:pt x="104" y="229"/>
                    <a:pt x="152" y="152"/>
                    <a:pt x="122" y="137"/>
                  </a:cubicBezTo>
                  <a:cubicBezTo>
                    <a:pt x="92" y="122"/>
                    <a:pt x="56" y="158"/>
                    <a:pt x="43" y="169"/>
                  </a:cubicBezTo>
                  <a:cubicBezTo>
                    <a:pt x="30" y="180"/>
                    <a:pt x="7" y="206"/>
                    <a:pt x="22" y="157"/>
                  </a:cubicBezTo>
                  <a:cubicBezTo>
                    <a:pt x="37" y="108"/>
                    <a:pt x="108" y="23"/>
                    <a:pt x="176" y="22"/>
                  </a:cubicBezTo>
                  <a:cubicBezTo>
                    <a:pt x="1135" y="22"/>
                    <a:pt x="1135" y="22"/>
                    <a:pt x="1135" y="2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D48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4" name="Freeform 33">
              <a:extLst>
                <a:ext uri="{FF2B5EF4-FFF2-40B4-BE49-F238E27FC236}">
                  <a16:creationId xmlns:a16="http://schemas.microsoft.com/office/drawing/2014/main" id="{B3A1A407-0CC0-4555-A4DF-906F7A61A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259"/>
              <a:ext cx="1903" cy="43"/>
            </a:xfrm>
            <a:custGeom>
              <a:avLst/>
              <a:gdLst>
                <a:gd name="T0" fmla="*/ 2 w 1903"/>
                <a:gd name="T1" fmla="*/ 43 h 43"/>
                <a:gd name="T2" fmla="*/ 1903 w 1903"/>
                <a:gd name="T3" fmla="*/ 43 h 43"/>
                <a:gd name="T4" fmla="*/ 1901 w 1903"/>
                <a:gd name="T5" fmla="*/ 0 h 43"/>
                <a:gd name="T6" fmla="*/ 0 w 1903"/>
                <a:gd name="T7" fmla="*/ 0 h 43"/>
                <a:gd name="T8" fmla="*/ 2 w 1903"/>
                <a:gd name="T9" fmla="*/ 4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3" h="43">
                  <a:moveTo>
                    <a:pt x="2" y="43"/>
                  </a:moveTo>
                  <a:lnTo>
                    <a:pt x="1903" y="43"/>
                  </a:lnTo>
                  <a:lnTo>
                    <a:pt x="1901" y="0"/>
                  </a:lnTo>
                  <a:lnTo>
                    <a:pt x="0" y="0"/>
                  </a:lnTo>
                  <a:lnTo>
                    <a:pt x="2" y="43"/>
                  </a:lnTo>
                  <a:close/>
                </a:path>
              </a:pathLst>
            </a:custGeom>
            <a:solidFill>
              <a:srgbClr val="B64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5" name="Freeform 34">
              <a:extLst>
                <a:ext uri="{FF2B5EF4-FFF2-40B4-BE49-F238E27FC236}">
                  <a16:creationId xmlns:a16="http://schemas.microsoft.com/office/drawing/2014/main" id="{9E219AFF-30B5-4383-9519-810F21648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261"/>
              <a:ext cx="1903" cy="45"/>
            </a:xfrm>
            <a:custGeom>
              <a:avLst/>
              <a:gdLst>
                <a:gd name="T0" fmla="*/ 2 w 1903"/>
                <a:gd name="T1" fmla="*/ 45 h 45"/>
                <a:gd name="T2" fmla="*/ 1903 w 1903"/>
                <a:gd name="T3" fmla="*/ 45 h 45"/>
                <a:gd name="T4" fmla="*/ 1901 w 1903"/>
                <a:gd name="T5" fmla="*/ 0 h 45"/>
                <a:gd name="T6" fmla="*/ 0 w 1903"/>
                <a:gd name="T7" fmla="*/ 0 h 45"/>
                <a:gd name="T8" fmla="*/ 2 w 1903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3" h="45">
                  <a:moveTo>
                    <a:pt x="2" y="45"/>
                  </a:moveTo>
                  <a:lnTo>
                    <a:pt x="1903" y="45"/>
                  </a:lnTo>
                  <a:lnTo>
                    <a:pt x="1901" y="0"/>
                  </a:lnTo>
                  <a:lnTo>
                    <a:pt x="0" y="0"/>
                  </a:lnTo>
                  <a:lnTo>
                    <a:pt x="2" y="45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6" name="Freeform 35">
              <a:extLst>
                <a:ext uri="{FF2B5EF4-FFF2-40B4-BE49-F238E27FC236}">
                  <a16:creationId xmlns:a16="http://schemas.microsoft.com/office/drawing/2014/main" id="{194F8660-A93F-4DFC-AFC8-4725F41F5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663"/>
              <a:ext cx="352" cy="273"/>
            </a:xfrm>
            <a:custGeom>
              <a:avLst/>
              <a:gdLst>
                <a:gd name="T0" fmla="*/ 40 w 178"/>
                <a:gd name="T1" fmla="*/ 0 h 138"/>
                <a:gd name="T2" fmla="*/ 0 w 178"/>
                <a:gd name="T3" fmla="*/ 192 h 138"/>
                <a:gd name="T4" fmla="*/ 1376 w 178"/>
                <a:gd name="T5" fmla="*/ 1021 h 138"/>
                <a:gd name="T6" fmla="*/ 1376 w 178"/>
                <a:gd name="T7" fmla="*/ 853 h 138"/>
                <a:gd name="T8" fmla="*/ 40 w 178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38">
                  <a:moveTo>
                    <a:pt x="5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56" y="138"/>
                    <a:pt x="178" y="132"/>
                  </a:cubicBezTo>
                  <a:cubicBezTo>
                    <a:pt x="178" y="110"/>
                    <a:pt x="178" y="110"/>
                    <a:pt x="178" y="110"/>
                  </a:cubicBezTo>
                  <a:cubicBezTo>
                    <a:pt x="178" y="110"/>
                    <a:pt x="70" y="123"/>
                    <a:pt x="5" y="0"/>
                  </a:cubicBezTo>
                  <a:close/>
                </a:path>
              </a:pathLst>
            </a:custGeom>
            <a:solidFill>
              <a:srgbClr val="B64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7" name="Freeform 36">
              <a:extLst>
                <a:ext uri="{FF2B5EF4-FFF2-40B4-BE49-F238E27FC236}">
                  <a16:creationId xmlns:a16="http://schemas.microsoft.com/office/drawing/2014/main" id="{BCC889B6-8A97-451D-BCEA-DA7D166CE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663"/>
              <a:ext cx="352" cy="273"/>
            </a:xfrm>
            <a:custGeom>
              <a:avLst/>
              <a:gdLst>
                <a:gd name="T0" fmla="*/ 40 w 178"/>
                <a:gd name="T1" fmla="*/ 0 h 138"/>
                <a:gd name="T2" fmla="*/ 0 w 178"/>
                <a:gd name="T3" fmla="*/ 192 h 138"/>
                <a:gd name="T4" fmla="*/ 1376 w 178"/>
                <a:gd name="T5" fmla="*/ 1021 h 138"/>
                <a:gd name="T6" fmla="*/ 1376 w 178"/>
                <a:gd name="T7" fmla="*/ 853 h 138"/>
                <a:gd name="T8" fmla="*/ 40 w 178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38">
                  <a:moveTo>
                    <a:pt x="5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56" y="138"/>
                    <a:pt x="178" y="132"/>
                  </a:cubicBezTo>
                  <a:cubicBezTo>
                    <a:pt x="178" y="110"/>
                    <a:pt x="178" y="110"/>
                    <a:pt x="178" y="110"/>
                  </a:cubicBezTo>
                  <a:cubicBezTo>
                    <a:pt x="178" y="110"/>
                    <a:pt x="70" y="123"/>
                    <a:pt x="5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8" name="Freeform 37">
              <a:extLst>
                <a:ext uri="{FF2B5EF4-FFF2-40B4-BE49-F238E27FC236}">
                  <a16:creationId xmlns:a16="http://schemas.microsoft.com/office/drawing/2014/main" id="{691A1A0E-4A93-4DB9-8957-216EC64FB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108"/>
              <a:ext cx="2390" cy="1129"/>
            </a:xfrm>
            <a:custGeom>
              <a:avLst/>
              <a:gdLst>
                <a:gd name="T0" fmla="*/ 9370 w 1207"/>
                <a:gd name="T1" fmla="*/ 592 h 570"/>
                <a:gd name="T2" fmla="*/ 9370 w 1207"/>
                <a:gd name="T3" fmla="*/ 0 h 570"/>
                <a:gd name="T4" fmla="*/ 1909 w 1207"/>
                <a:gd name="T5" fmla="*/ 0 h 570"/>
                <a:gd name="T6" fmla="*/ 0 w 1207"/>
                <a:gd name="T7" fmla="*/ 2216 h 570"/>
                <a:gd name="T8" fmla="*/ 1909 w 1207"/>
                <a:gd name="T9" fmla="*/ 4429 h 570"/>
                <a:gd name="T10" fmla="*/ 9370 w 1207"/>
                <a:gd name="T11" fmla="*/ 4429 h 570"/>
                <a:gd name="T12" fmla="*/ 9370 w 1207"/>
                <a:gd name="T13" fmla="*/ 3837 h 5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7" h="570">
                  <a:moveTo>
                    <a:pt x="1207" y="76"/>
                  </a:moveTo>
                  <a:cubicBezTo>
                    <a:pt x="1207" y="0"/>
                    <a:pt x="1207" y="0"/>
                    <a:pt x="1207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107" y="20"/>
                    <a:pt x="0" y="140"/>
                    <a:pt x="0" y="285"/>
                  </a:cubicBezTo>
                  <a:cubicBezTo>
                    <a:pt x="0" y="430"/>
                    <a:pt x="107" y="550"/>
                    <a:pt x="246" y="570"/>
                  </a:cubicBezTo>
                  <a:cubicBezTo>
                    <a:pt x="1207" y="570"/>
                    <a:pt x="1207" y="570"/>
                    <a:pt x="1207" y="570"/>
                  </a:cubicBezTo>
                  <a:cubicBezTo>
                    <a:pt x="1207" y="494"/>
                    <a:pt x="1207" y="494"/>
                    <a:pt x="1207" y="494"/>
                  </a:cubicBezTo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9" name="Freeform 38">
              <a:extLst>
                <a:ext uri="{FF2B5EF4-FFF2-40B4-BE49-F238E27FC236}">
                  <a16:creationId xmlns:a16="http://schemas.microsoft.com/office/drawing/2014/main" id="{06C9630E-6654-47A7-9C7D-F935DC8F9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36"/>
              <a:ext cx="127" cy="142"/>
            </a:xfrm>
            <a:custGeom>
              <a:avLst/>
              <a:gdLst>
                <a:gd name="T0" fmla="*/ 0 w 64"/>
                <a:gd name="T1" fmla="*/ 0 h 72"/>
                <a:gd name="T2" fmla="*/ 500 w 64"/>
                <a:gd name="T3" fmla="*/ 552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72">
                  <a:moveTo>
                    <a:pt x="0" y="0"/>
                  </a:moveTo>
                  <a:cubicBezTo>
                    <a:pt x="0" y="0"/>
                    <a:pt x="33" y="26"/>
                    <a:pt x="64" y="7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0" name="Freeform 39">
              <a:extLst>
                <a:ext uri="{FF2B5EF4-FFF2-40B4-BE49-F238E27FC236}">
                  <a16:creationId xmlns:a16="http://schemas.microsoft.com/office/drawing/2014/main" id="{48DC5515-FA35-4B36-8E24-E28527CAB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566"/>
              <a:ext cx="133" cy="182"/>
            </a:xfrm>
            <a:custGeom>
              <a:avLst/>
              <a:gdLst>
                <a:gd name="T0" fmla="*/ 127 w 67"/>
                <a:gd name="T1" fmla="*/ 0 h 92"/>
                <a:gd name="T2" fmla="*/ 119 w 67"/>
                <a:gd name="T3" fmla="*/ 172 h 92"/>
                <a:gd name="T4" fmla="*/ 87 w 67"/>
                <a:gd name="T5" fmla="*/ 332 h 92"/>
                <a:gd name="T6" fmla="*/ 71 w 67"/>
                <a:gd name="T7" fmla="*/ 627 h 92"/>
                <a:gd name="T8" fmla="*/ 328 w 67"/>
                <a:gd name="T9" fmla="*/ 520 h 92"/>
                <a:gd name="T10" fmla="*/ 437 w 67"/>
                <a:gd name="T11" fmla="*/ 332 h 92"/>
                <a:gd name="T12" fmla="*/ 133 w 67"/>
                <a:gd name="T13" fmla="*/ 8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92">
                  <a:moveTo>
                    <a:pt x="16" y="0"/>
                  </a:moveTo>
                  <a:cubicBezTo>
                    <a:pt x="15" y="6"/>
                    <a:pt x="16" y="16"/>
                    <a:pt x="15" y="22"/>
                  </a:cubicBezTo>
                  <a:cubicBezTo>
                    <a:pt x="14" y="29"/>
                    <a:pt x="13" y="36"/>
                    <a:pt x="11" y="43"/>
                  </a:cubicBezTo>
                  <a:cubicBezTo>
                    <a:pt x="8" y="53"/>
                    <a:pt x="0" y="72"/>
                    <a:pt x="9" y="81"/>
                  </a:cubicBezTo>
                  <a:cubicBezTo>
                    <a:pt x="20" y="92"/>
                    <a:pt x="33" y="72"/>
                    <a:pt x="42" y="67"/>
                  </a:cubicBezTo>
                  <a:cubicBezTo>
                    <a:pt x="57" y="59"/>
                    <a:pt x="67" y="62"/>
                    <a:pt x="56" y="43"/>
                  </a:cubicBezTo>
                  <a:cubicBezTo>
                    <a:pt x="45" y="26"/>
                    <a:pt x="29" y="17"/>
                    <a:pt x="17" y="1"/>
                  </a:cubicBezTo>
                </a:path>
              </a:pathLst>
            </a:custGeom>
            <a:solidFill>
              <a:srgbClr val="B24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1" name="Freeform 40">
              <a:extLst>
                <a:ext uri="{FF2B5EF4-FFF2-40B4-BE49-F238E27FC236}">
                  <a16:creationId xmlns:a16="http://schemas.microsoft.com/office/drawing/2014/main" id="{D2A57F5A-1EC4-4A55-B9B0-A7290D131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451"/>
              <a:ext cx="549" cy="560"/>
            </a:xfrm>
            <a:custGeom>
              <a:avLst/>
              <a:gdLst>
                <a:gd name="T0" fmla="*/ 0 w 277"/>
                <a:gd name="T1" fmla="*/ 293 h 283"/>
                <a:gd name="T2" fmla="*/ 264 w 277"/>
                <a:gd name="T3" fmla="*/ 301 h 283"/>
                <a:gd name="T4" fmla="*/ 515 w 277"/>
                <a:gd name="T5" fmla="*/ 200 h 283"/>
                <a:gd name="T6" fmla="*/ 967 w 277"/>
                <a:gd name="T7" fmla="*/ 340 h 283"/>
                <a:gd name="T8" fmla="*/ 1417 w 277"/>
                <a:gd name="T9" fmla="*/ 627 h 283"/>
                <a:gd name="T10" fmla="*/ 1847 w 277"/>
                <a:gd name="T11" fmla="*/ 968 h 283"/>
                <a:gd name="T12" fmla="*/ 1800 w 277"/>
                <a:gd name="T13" fmla="*/ 1536 h 283"/>
                <a:gd name="T14" fmla="*/ 1611 w 277"/>
                <a:gd name="T15" fmla="*/ 1735 h 283"/>
                <a:gd name="T16" fmla="*/ 1441 w 277"/>
                <a:gd name="T17" fmla="*/ 1860 h 283"/>
                <a:gd name="T18" fmla="*/ 2031 w 277"/>
                <a:gd name="T19" fmla="*/ 2123 h 283"/>
                <a:gd name="T20" fmla="*/ 2125 w 277"/>
                <a:gd name="T21" fmla="*/ 1573 h 283"/>
                <a:gd name="T22" fmla="*/ 2085 w 277"/>
                <a:gd name="T23" fmla="*/ 877 h 283"/>
                <a:gd name="T24" fmla="*/ 1752 w 277"/>
                <a:gd name="T25" fmla="*/ 465 h 283"/>
                <a:gd name="T26" fmla="*/ 1152 w 277"/>
                <a:gd name="T27" fmla="*/ 192 h 283"/>
                <a:gd name="T28" fmla="*/ 468 w 277"/>
                <a:gd name="T29" fmla="*/ 117 h 283"/>
                <a:gd name="T30" fmla="*/ 40 w 277"/>
                <a:gd name="T31" fmla="*/ 293 h 2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7" h="283">
                  <a:moveTo>
                    <a:pt x="0" y="38"/>
                  </a:moveTo>
                  <a:cubicBezTo>
                    <a:pt x="13" y="41"/>
                    <a:pt x="21" y="44"/>
                    <a:pt x="34" y="39"/>
                  </a:cubicBezTo>
                  <a:cubicBezTo>
                    <a:pt x="46" y="34"/>
                    <a:pt x="54" y="28"/>
                    <a:pt x="66" y="26"/>
                  </a:cubicBezTo>
                  <a:cubicBezTo>
                    <a:pt x="90" y="24"/>
                    <a:pt x="105" y="31"/>
                    <a:pt x="124" y="44"/>
                  </a:cubicBezTo>
                  <a:cubicBezTo>
                    <a:pt x="143" y="58"/>
                    <a:pt x="162" y="69"/>
                    <a:pt x="182" y="81"/>
                  </a:cubicBezTo>
                  <a:cubicBezTo>
                    <a:pt x="203" y="94"/>
                    <a:pt x="225" y="104"/>
                    <a:pt x="237" y="125"/>
                  </a:cubicBezTo>
                  <a:cubicBezTo>
                    <a:pt x="251" y="147"/>
                    <a:pt x="246" y="178"/>
                    <a:pt x="231" y="198"/>
                  </a:cubicBezTo>
                  <a:cubicBezTo>
                    <a:pt x="224" y="208"/>
                    <a:pt x="216" y="217"/>
                    <a:pt x="207" y="224"/>
                  </a:cubicBezTo>
                  <a:cubicBezTo>
                    <a:pt x="201" y="228"/>
                    <a:pt x="189" y="232"/>
                    <a:pt x="185" y="240"/>
                  </a:cubicBezTo>
                  <a:cubicBezTo>
                    <a:pt x="196" y="256"/>
                    <a:pt x="240" y="283"/>
                    <a:pt x="261" y="274"/>
                  </a:cubicBezTo>
                  <a:cubicBezTo>
                    <a:pt x="277" y="268"/>
                    <a:pt x="271" y="218"/>
                    <a:pt x="273" y="203"/>
                  </a:cubicBezTo>
                  <a:cubicBezTo>
                    <a:pt x="277" y="173"/>
                    <a:pt x="276" y="142"/>
                    <a:pt x="268" y="113"/>
                  </a:cubicBezTo>
                  <a:cubicBezTo>
                    <a:pt x="260" y="85"/>
                    <a:pt x="251" y="73"/>
                    <a:pt x="225" y="60"/>
                  </a:cubicBezTo>
                  <a:cubicBezTo>
                    <a:pt x="200" y="48"/>
                    <a:pt x="173" y="37"/>
                    <a:pt x="148" y="25"/>
                  </a:cubicBezTo>
                  <a:cubicBezTo>
                    <a:pt x="116" y="10"/>
                    <a:pt x="91" y="0"/>
                    <a:pt x="60" y="15"/>
                  </a:cubicBezTo>
                  <a:cubicBezTo>
                    <a:pt x="43" y="23"/>
                    <a:pt x="25" y="41"/>
                    <a:pt x="5" y="38"/>
                  </a:cubicBezTo>
                </a:path>
              </a:pathLst>
            </a:custGeom>
            <a:solidFill>
              <a:srgbClr val="B24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2" name="Freeform 41">
              <a:extLst>
                <a:ext uri="{FF2B5EF4-FFF2-40B4-BE49-F238E27FC236}">
                  <a16:creationId xmlns:a16="http://schemas.microsoft.com/office/drawing/2014/main" id="{C284B167-2679-403F-A095-6649BF94A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560"/>
              <a:ext cx="93" cy="160"/>
            </a:xfrm>
            <a:custGeom>
              <a:avLst/>
              <a:gdLst>
                <a:gd name="T0" fmla="*/ 0 w 47"/>
                <a:gd name="T1" fmla="*/ 0 h 81"/>
                <a:gd name="T2" fmla="*/ 180 w 47"/>
                <a:gd name="T3" fmla="*/ 200 h 81"/>
                <a:gd name="T4" fmla="*/ 364 w 47"/>
                <a:gd name="T5" fmla="*/ 464 h 81"/>
                <a:gd name="T6" fmla="*/ 172 w 47"/>
                <a:gd name="T7" fmla="*/ 600 h 81"/>
                <a:gd name="T8" fmla="*/ 172 w 47"/>
                <a:gd name="T9" fmla="*/ 608 h 81"/>
                <a:gd name="T10" fmla="*/ 125 w 47"/>
                <a:gd name="T11" fmla="*/ 624 h 81"/>
                <a:gd name="T12" fmla="*/ 172 w 47"/>
                <a:gd name="T13" fmla="*/ 316 h 81"/>
                <a:gd name="T14" fmla="*/ 16 w 47"/>
                <a:gd name="T15" fmla="*/ 24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1">
                  <a:moveTo>
                    <a:pt x="0" y="0"/>
                  </a:moveTo>
                  <a:cubicBezTo>
                    <a:pt x="8" y="8"/>
                    <a:pt x="15" y="17"/>
                    <a:pt x="23" y="26"/>
                  </a:cubicBezTo>
                  <a:cubicBezTo>
                    <a:pt x="31" y="36"/>
                    <a:pt x="41" y="49"/>
                    <a:pt x="47" y="60"/>
                  </a:cubicBezTo>
                  <a:cubicBezTo>
                    <a:pt x="37" y="63"/>
                    <a:pt x="31" y="75"/>
                    <a:pt x="22" y="78"/>
                  </a:cubicBezTo>
                  <a:cubicBezTo>
                    <a:pt x="22" y="78"/>
                    <a:pt x="22" y="79"/>
                    <a:pt x="22" y="79"/>
                  </a:cubicBezTo>
                  <a:cubicBezTo>
                    <a:pt x="20" y="80"/>
                    <a:pt x="18" y="81"/>
                    <a:pt x="16" y="81"/>
                  </a:cubicBezTo>
                  <a:cubicBezTo>
                    <a:pt x="26" y="68"/>
                    <a:pt x="28" y="56"/>
                    <a:pt x="22" y="41"/>
                  </a:cubicBezTo>
                  <a:cubicBezTo>
                    <a:pt x="16" y="29"/>
                    <a:pt x="10" y="14"/>
                    <a:pt x="2" y="3"/>
                  </a:cubicBezTo>
                </a:path>
              </a:pathLst>
            </a:custGeom>
            <a:solidFill>
              <a:srgbClr val="C15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3" name="Freeform 42">
              <a:extLst>
                <a:ext uri="{FF2B5EF4-FFF2-40B4-BE49-F238E27FC236}">
                  <a16:creationId xmlns:a16="http://schemas.microsoft.com/office/drawing/2014/main" id="{EE5930D6-6897-4D38-BAB6-8AE1A4D01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496"/>
              <a:ext cx="411" cy="422"/>
            </a:xfrm>
            <a:custGeom>
              <a:avLst/>
              <a:gdLst>
                <a:gd name="T0" fmla="*/ 0 w 208"/>
                <a:gd name="T1" fmla="*/ 95 h 213"/>
                <a:gd name="T2" fmla="*/ 472 w 208"/>
                <a:gd name="T3" fmla="*/ 117 h 213"/>
                <a:gd name="T4" fmla="*/ 808 w 208"/>
                <a:gd name="T5" fmla="*/ 420 h 213"/>
                <a:gd name="T6" fmla="*/ 1148 w 208"/>
                <a:gd name="T7" fmla="*/ 569 h 213"/>
                <a:gd name="T8" fmla="*/ 1421 w 208"/>
                <a:gd name="T9" fmla="*/ 903 h 213"/>
                <a:gd name="T10" fmla="*/ 1464 w 208"/>
                <a:gd name="T11" fmla="*/ 1300 h 213"/>
                <a:gd name="T12" fmla="*/ 1188 w 208"/>
                <a:gd name="T13" fmla="*/ 1633 h 213"/>
                <a:gd name="T14" fmla="*/ 1504 w 208"/>
                <a:gd name="T15" fmla="*/ 1369 h 213"/>
                <a:gd name="T16" fmla="*/ 1581 w 208"/>
                <a:gd name="T17" fmla="*/ 1064 h 213"/>
                <a:gd name="T18" fmla="*/ 1312 w 208"/>
                <a:gd name="T19" fmla="*/ 491 h 213"/>
                <a:gd name="T20" fmla="*/ 1043 w 208"/>
                <a:gd name="T21" fmla="*/ 388 h 213"/>
                <a:gd name="T22" fmla="*/ 832 w 208"/>
                <a:gd name="T23" fmla="*/ 271 h 213"/>
                <a:gd name="T24" fmla="*/ 464 w 208"/>
                <a:gd name="T25" fmla="*/ 48 h 213"/>
                <a:gd name="T26" fmla="*/ 24 w 208"/>
                <a:gd name="T27" fmla="*/ 95 h 2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8" h="213">
                  <a:moveTo>
                    <a:pt x="0" y="12"/>
                  </a:moveTo>
                  <a:cubicBezTo>
                    <a:pt x="21" y="18"/>
                    <a:pt x="39" y="3"/>
                    <a:pt x="61" y="15"/>
                  </a:cubicBezTo>
                  <a:cubicBezTo>
                    <a:pt x="80" y="25"/>
                    <a:pt x="90" y="40"/>
                    <a:pt x="105" y="54"/>
                  </a:cubicBezTo>
                  <a:cubicBezTo>
                    <a:pt x="117" y="65"/>
                    <a:pt x="135" y="66"/>
                    <a:pt x="149" y="73"/>
                  </a:cubicBezTo>
                  <a:cubicBezTo>
                    <a:pt x="166" y="82"/>
                    <a:pt x="176" y="98"/>
                    <a:pt x="184" y="116"/>
                  </a:cubicBezTo>
                  <a:cubicBezTo>
                    <a:pt x="192" y="132"/>
                    <a:pt x="196" y="150"/>
                    <a:pt x="190" y="167"/>
                  </a:cubicBezTo>
                  <a:cubicBezTo>
                    <a:pt x="183" y="186"/>
                    <a:pt x="168" y="197"/>
                    <a:pt x="154" y="210"/>
                  </a:cubicBezTo>
                  <a:cubicBezTo>
                    <a:pt x="170" y="213"/>
                    <a:pt x="187" y="188"/>
                    <a:pt x="195" y="176"/>
                  </a:cubicBezTo>
                  <a:cubicBezTo>
                    <a:pt x="201" y="165"/>
                    <a:pt x="204" y="149"/>
                    <a:pt x="205" y="137"/>
                  </a:cubicBezTo>
                  <a:cubicBezTo>
                    <a:pt x="208" y="110"/>
                    <a:pt x="191" y="78"/>
                    <a:pt x="170" y="63"/>
                  </a:cubicBezTo>
                  <a:cubicBezTo>
                    <a:pt x="159" y="56"/>
                    <a:pt x="147" y="55"/>
                    <a:pt x="135" y="50"/>
                  </a:cubicBezTo>
                  <a:cubicBezTo>
                    <a:pt x="125" y="46"/>
                    <a:pt x="116" y="41"/>
                    <a:pt x="108" y="35"/>
                  </a:cubicBezTo>
                  <a:cubicBezTo>
                    <a:pt x="93" y="24"/>
                    <a:pt x="78" y="8"/>
                    <a:pt x="60" y="6"/>
                  </a:cubicBezTo>
                  <a:cubicBezTo>
                    <a:pt x="43" y="4"/>
                    <a:pt x="17" y="0"/>
                    <a:pt x="3" y="12"/>
                  </a:cubicBezTo>
                </a:path>
              </a:pathLst>
            </a:custGeom>
            <a:solidFill>
              <a:srgbClr val="C15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4" name="Freeform 43">
              <a:extLst>
                <a:ext uri="{FF2B5EF4-FFF2-40B4-BE49-F238E27FC236}">
                  <a16:creationId xmlns:a16="http://schemas.microsoft.com/office/drawing/2014/main" id="{85604B4C-2F90-455F-9B90-D8B8B1625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583"/>
              <a:ext cx="142" cy="105"/>
            </a:xfrm>
            <a:custGeom>
              <a:avLst/>
              <a:gdLst>
                <a:gd name="T0" fmla="*/ 0 w 72"/>
                <a:gd name="T1" fmla="*/ 0 h 53"/>
                <a:gd name="T2" fmla="*/ 144 w 72"/>
                <a:gd name="T3" fmla="*/ 133 h 53"/>
                <a:gd name="T4" fmla="*/ 308 w 72"/>
                <a:gd name="T5" fmla="*/ 180 h 53"/>
                <a:gd name="T6" fmla="*/ 460 w 72"/>
                <a:gd name="T7" fmla="*/ 263 h 53"/>
                <a:gd name="T8" fmla="*/ 552 w 72"/>
                <a:gd name="T9" fmla="*/ 412 h 53"/>
                <a:gd name="T10" fmla="*/ 444 w 72"/>
                <a:gd name="T11" fmla="*/ 216 h 53"/>
                <a:gd name="T12" fmla="*/ 284 w 72"/>
                <a:gd name="T13" fmla="*/ 133 h 53"/>
                <a:gd name="T14" fmla="*/ 16 w 72"/>
                <a:gd name="T15" fmla="*/ 8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53">
                  <a:moveTo>
                    <a:pt x="0" y="0"/>
                  </a:moveTo>
                  <a:cubicBezTo>
                    <a:pt x="5" y="6"/>
                    <a:pt x="11" y="13"/>
                    <a:pt x="19" y="17"/>
                  </a:cubicBezTo>
                  <a:cubicBezTo>
                    <a:pt x="25" y="20"/>
                    <a:pt x="33" y="20"/>
                    <a:pt x="40" y="23"/>
                  </a:cubicBezTo>
                  <a:cubicBezTo>
                    <a:pt x="47" y="26"/>
                    <a:pt x="54" y="29"/>
                    <a:pt x="60" y="34"/>
                  </a:cubicBezTo>
                  <a:cubicBezTo>
                    <a:pt x="65" y="39"/>
                    <a:pt x="68" y="47"/>
                    <a:pt x="72" y="53"/>
                  </a:cubicBezTo>
                  <a:cubicBezTo>
                    <a:pt x="68" y="45"/>
                    <a:pt x="65" y="33"/>
                    <a:pt x="58" y="28"/>
                  </a:cubicBezTo>
                  <a:cubicBezTo>
                    <a:pt x="52" y="23"/>
                    <a:pt x="44" y="19"/>
                    <a:pt x="37" y="17"/>
                  </a:cubicBezTo>
                  <a:cubicBezTo>
                    <a:pt x="23" y="14"/>
                    <a:pt x="12" y="8"/>
                    <a:pt x="2" y="1"/>
                  </a:cubicBezTo>
                </a:path>
              </a:pathLst>
            </a:custGeom>
            <a:solidFill>
              <a:srgbClr val="E58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5" name="Freeform 44">
              <a:extLst>
                <a:ext uri="{FF2B5EF4-FFF2-40B4-BE49-F238E27FC236}">
                  <a16:creationId xmlns:a16="http://schemas.microsoft.com/office/drawing/2014/main" id="{B5809852-A4ED-4A6E-90E9-D4813DC5C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108"/>
              <a:ext cx="489" cy="1129"/>
            </a:xfrm>
            <a:custGeom>
              <a:avLst/>
              <a:gdLst>
                <a:gd name="T0" fmla="*/ 0 w 247"/>
                <a:gd name="T1" fmla="*/ 2216 h 570"/>
                <a:gd name="T2" fmla="*/ 1916 w 247"/>
                <a:gd name="T3" fmla="*/ 4429 h 570"/>
                <a:gd name="T4" fmla="*/ 1916 w 247"/>
                <a:gd name="T5" fmla="*/ 4280 h 570"/>
                <a:gd name="T6" fmla="*/ 133 w 247"/>
                <a:gd name="T7" fmla="*/ 2216 h 570"/>
                <a:gd name="T8" fmla="*/ 1916 w 247"/>
                <a:gd name="T9" fmla="*/ 156 h 570"/>
                <a:gd name="T10" fmla="*/ 1916 w 247"/>
                <a:gd name="T11" fmla="*/ 0 h 570"/>
                <a:gd name="T12" fmla="*/ 0 w 247"/>
                <a:gd name="T13" fmla="*/ 2216 h 5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570">
                  <a:moveTo>
                    <a:pt x="0" y="285"/>
                  </a:moveTo>
                  <a:cubicBezTo>
                    <a:pt x="0" y="430"/>
                    <a:pt x="107" y="550"/>
                    <a:pt x="247" y="570"/>
                  </a:cubicBezTo>
                  <a:cubicBezTo>
                    <a:pt x="247" y="551"/>
                    <a:pt x="247" y="551"/>
                    <a:pt x="247" y="551"/>
                  </a:cubicBezTo>
                  <a:cubicBezTo>
                    <a:pt x="117" y="532"/>
                    <a:pt x="17" y="420"/>
                    <a:pt x="17" y="285"/>
                  </a:cubicBezTo>
                  <a:cubicBezTo>
                    <a:pt x="17" y="150"/>
                    <a:pt x="117" y="39"/>
                    <a:pt x="247" y="20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107" y="20"/>
                    <a:pt x="0" y="140"/>
                    <a:pt x="0" y="285"/>
                  </a:cubicBezTo>
                  <a:close/>
                </a:path>
              </a:pathLst>
            </a:custGeom>
            <a:solidFill>
              <a:srgbClr val="F19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6" name="Freeform 45">
              <a:extLst>
                <a:ext uri="{FF2B5EF4-FFF2-40B4-BE49-F238E27FC236}">
                  <a16:creationId xmlns:a16="http://schemas.microsoft.com/office/drawing/2014/main" id="{1D281B10-F29E-46F4-B716-A750A0E25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108"/>
              <a:ext cx="489" cy="1129"/>
            </a:xfrm>
            <a:custGeom>
              <a:avLst/>
              <a:gdLst>
                <a:gd name="T0" fmla="*/ 0 w 247"/>
                <a:gd name="T1" fmla="*/ 2216 h 570"/>
                <a:gd name="T2" fmla="*/ 1916 w 247"/>
                <a:gd name="T3" fmla="*/ 4429 h 570"/>
                <a:gd name="T4" fmla="*/ 1916 w 247"/>
                <a:gd name="T5" fmla="*/ 4280 h 570"/>
                <a:gd name="T6" fmla="*/ 133 w 247"/>
                <a:gd name="T7" fmla="*/ 2216 h 570"/>
                <a:gd name="T8" fmla="*/ 1916 w 247"/>
                <a:gd name="T9" fmla="*/ 156 h 570"/>
                <a:gd name="T10" fmla="*/ 1916 w 247"/>
                <a:gd name="T11" fmla="*/ 0 h 570"/>
                <a:gd name="T12" fmla="*/ 0 w 247"/>
                <a:gd name="T13" fmla="*/ 2216 h 5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570">
                  <a:moveTo>
                    <a:pt x="0" y="285"/>
                  </a:moveTo>
                  <a:cubicBezTo>
                    <a:pt x="0" y="430"/>
                    <a:pt x="107" y="550"/>
                    <a:pt x="247" y="570"/>
                  </a:cubicBezTo>
                  <a:cubicBezTo>
                    <a:pt x="247" y="551"/>
                    <a:pt x="247" y="551"/>
                    <a:pt x="247" y="551"/>
                  </a:cubicBezTo>
                  <a:cubicBezTo>
                    <a:pt x="117" y="532"/>
                    <a:pt x="17" y="420"/>
                    <a:pt x="17" y="285"/>
                  </a:cubicBezTo>
                  <a:cubicBezTo>
                    <a:pt x="17" y="150"/>
                    <a:pt x="117" y="39"/>
                    <a:pt x="247" y="20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107" y="20"/>
                    <a:pt x="0" y="140"/>
                    <a:pt x="0" y="285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7" name="Freeform 46">
              <a:extLst>
                <a:ext uri="{FF2B5EF4-FFF2-40B4-BE49-F238E27FC236}">
                  <a16:creationId xmlns:a16="http://schemas.microsoft.com/office/drawing/2014/main" id="{44D157A8-FFD5-45F6-927A-B7E1A0A5E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934"/>
              <a:ext cx="827" cy="99"/>
            </a:xfrm>
            <a:custGeom>
              <a:avLst/>
              <a:gdLst>
                <a:gd name="T0" fmla="*/ 0 w 418"/>
                <a:gd name="T1" fmla="*/ 0 h 50"/>
                <a:gd name="T2" fmla="*/ 1108 w 418"/>
                <a:gd name="T3" fmla="*/ 364 h 50"/>
                <a:gd name="T4" fmla="*/ 3237 w 418"/>
                <a:gd name="T5" fmla="*/ 388 h 50"/>
                <a:gd name="T6" fmla="*/ 3088 w 418"/>
                <a:gd name="T7" fmla="*/ 301 h 50"/>
                <a:gd name="T8" fmla="*/ 1148 w 418"/>
                <a:gd name="T9" fmla="*/ 295 h 50"/>
                <a:gd name="T10" fmla="*/ 0 w 418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8" h="50">
                  <a:moveTo>
                    <a:pt x="0" y="0"/>
                  </a:moveTo>
                  <a:cubicBezTo>
                    <a:pt x="0" y="0"/>
                    <a:pt x="64" y="46"/>
                    <a:pt x="143" y="47"/>
                  </a:cubicBezTo>
                  <a:cubicBezTo>
                    <a:pt x="222" y="48"/>
                    <a:pt x="418" y="50"/>
                    <a:pt x="418" y="50"/>
                  </a:cubicBezTo>
                  <a:cubicBezTo>
                    <a:pt x="418" y="50"/>
                    <a:pt x="406" y="42"/>
                    <a:pt x="399" y="39"/>
                  </a:cubicBezTo>
                  <a:cubicBezTo>
                    <a:pt x="399" y="39"/>
                    <a:pt x="183" y="44"/>
                    <a:pt x="148" y="38"/>
                  </a:cubicBezTo>
                  <a:cubicBezTo>
                    <a:pt x="114" y="33"/>
                    <a:pt x="106" y="47"/>
                    <a:pt x="0" y="0"/>
                  </a:cubicBezTo>
                  <a:close/>
                </a:path>
              </a:pathLst>
            </a:custGeom>
            <a:solidFill>
              <a:srgbClr val="C15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8" name="Freeform 47">
              <a:extLst>
                <a:ext uri="{FF2B5EF4-FFF2-40B4-BE49-F238E27FC236}">
                  <a16:creationId xmlns:a16="http://schemas.microsoft.com/office/drawing/2014/main" id="{647AAB39-E28D-427F-9872-5D07B0E8E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583"/>
              <a:ext cx="65" cy="121"/>
            </a:xfrm>
            <a:custGeom>
              <a:avLst/>
              <a:gdLst>
                <a:gd name="T0" fmla="*/ 0 w 33"/>
                <a:gd name="T1" fmla="*/ 0 h 61"/>
                <a:gd name="T2" fmla="*/ 213 w 33"/>
                <a:gd name="T3" fmla="*/ 296 h 61"/>
                <a:gd name="T4" fmla="*/ 244 w 33"/>
                <a:gd name="T5" fmla="*/ 343 h 61"/>
                <a:gd name="T6" fmla="*/ 221 w 33"/>
                <a:gd name="T7" fmla="*/ 381 h 61"/>
                <a:gd name="T8" fmla="*/ 128 w 33"/>
                <a:gd name="T9" fmla="*/ 476 h 61"/>
                <a:gd name="T10" fmla="*/ 197 w 33"/>
                <a:gd name="T11" fmla="*/ 365 h 61"/>
                <a:gd name="T12" fmla="*/ 167 w 33"/>
                <a:gd name="T13" fmla="*/ 264 h 61"/>
                <a:gd name="T14" fmla="*/ 100 w 33"/>
                <a:gd name="T15" fmla="*/ 149 h 61"/>
                <a:gd name="T16" fmla="*/ 55 w 33"/>
                <a:gd name="T17" fmla="*/ 79 h 61"/>
                <a:gd name="T18" fmla="*/ 16 w 33"/>
                <a:gd name="T19" fmla="*/ 2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61">
                  <a:moveTo>
                    <a:pt x="0" y="0"/>
                  </a:moveTo>
                  <a:cubicBezTo>
                    <a:pt x="11" y="11"/>
                    <a:pt x="21" y="25"/>
                    <a:pt x="28" y="38"/>
                  </a:cubicBezTo>
                  <a:cubicBezTo>
                    <a:pt x="29" y="40"/>
                    <a:pt x="31" y="42"/>
                    <a:pt x="32" y="44"/>
                  </a:cubicBezTo>
                  <a:cubicBezTo>
                    <a:pt x="33" y="47"/>
                    <a:pt x="31" y="47"/>
                    <a:pt x="29" y="49"/>
                  </a:cubicBezTo>
                  <a:cubicBezTo>
                    <a:pt x="26" y="53"/>
                    <a:pt x="21" y="59"/>
                    <a:pt x="17" y="61"/>
                  </a:cubicBezTo>
                  <a:cubicBezTo>
                    <a:pt x="21" y="58"/>
                    <a:pt x="25" y="52"/>
                    <a:pt x="26" y="47"/>
                  </a:cubicBezTo>
                  <a:cubicBezTo>
                    <a:pt x="27" y="42"/>
                    <a:pt x="24" y="38"/>
                    <a:pt x="22" y="34"/>
                  </a:cubicBezTo>
                  <a:cubicBezTo>
                    <a:pt x="19" y="29"/>
                    <a:pt x="16" y="24"/>
                    <a:pt x="13" y="19"/>
                  </a:cubicBezTo>
                  <a:cubicBezTo>
                    <a:pt x="11" y="16"/>
                    <a:pt x="9" y="13"/>
                    <a:pt x="7" y="10"/>
                  </a:cubicBezTo>
                  <a:cubicBezTo>
                    <a:pt x="5" y="8"/>
                    <a:pt x="2" y="5"/>
                    <a:pt x="2" y="3"/>
                  </a:cubicBezTo>
                </a:path>
              </a:pathLst>
            </a:custGeom>
            <a:solidFill>
              <a:srgbClr val="F1A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9" name="Freeform 48">
              <a:extLst>
                <a:ext uri="{FF2B5EF4-FFF2-40B4-BE49-F238E27FC236}">
                  <a16:creationId xmlns:a16="http://schemas.microsoft.com/office/drawing/2014/main" id="{D35224DB-635E-42AF-B912-E4DAD06CF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261"/>
              <a:ext cx="2247" cy="554"/>
            </a:xfrm>
            <a:custGeom>
              <a:avLst/>
              <a:gdLst>
                <a:gd name="T0" fmla="*/ 8806 w 1135"/>
                <a:gd name="T1" fmla="*/ 0 h 280"/>
                <a:gd name="T2" fmla="*/ 1356 w 1135"/>
                <a:gd name="T3" fmla="*/ 0 h 280"/>
                <a:gd name="T4" fmla="*/ 32 w 1135"/>
                <a:gd name="T5" fmla="*/ 1480 h 280"/>
                <a:gd name="T6" fmla="*/ 232 w 1135"/>
                <a:gd name="T7" fmla="*/ 1605 h 280"/>
                <a:gd name="T8" fmla="*/ 871 w 1135"/>
                <a:gd name="T9" fmla="*/ 1347 h 280"/>
                <a:gd name="T10" fmla="*/ 925 w 1135"/>
                <a:gd name="T11" fmla="*/ 2083 h 280"/>
                <a:gd name="T12" fmla="*/ 1435 w 1135"/>
                <a:gd name="T13" fmla="*/ 1868 h 280"/>
                <a:gd name="T14" fmla="*/ 2203 w 1135"/>
                <a:gd name="T15" fmla="*/ 1765 h 280"/>
                <a:gd name="T16" fmla="*/ 2241 w 1135"/>
                <a:gd name="T17" fmla="*/ 1573 h 280"/>
                <a:gd name="T18" fmla="*/ 1568 w 1135"/>
                <a:gd name="T19" fmla="*/ 1573 h 280"/>
                <a:gd name="T20" fmla="*/ 968 w 1135"/>
                <a:gd name="T21" fmla="*/ 1876 h 280"/>
                <a:gd name="T22" fmla="*/ 948 w 1135"/>
                <a:gd name="T23" fmla="*/ 1061 h 280"/>
                <a:gd name="T24" fmla="*/ 333 w 1135"/>
                <a:gd name="T25" fmla="*/ 1308 h 280"/>
                <a:gd name="T26" fmla="*/ 172 w 1135"/>
                <a:gd name="T27" fmla="*/ 1217 h 280"/>
                <a:gd name="T28" fmla="*/ 1364 w 1135"/>
                <a:gd name="T29" fmla="*/ 172 h 280"/>
                <a:gd name="T30" fmla="*/ 8806 w 1135"/>
                <a:gd name="T31" fmla="*/ 172 h 280"/>
                <a:gd name="T32" fmla="*/ 8806 w 1135"/>
                <a:gd name="T33" fmla="*/ 0 h 2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5" h="280">
                  <a:moveTo>
                    <a:pt x="1135" y="0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83" y="18"/>
                    <a:pt x="12" y="96"/>
                    <a:pt x="4" y="191"/>
                  </a:cubicBezTo>
                  <a:cubicBezTo>
                    <a:pt x="4" y="191"/>
                    <a:pt x="0" y="238"/>
                    <a:pt x="30" y="207"/>
                  </a:cubicBezTo>
                  <a:cubicBezTo>
                    <a:pt x="59" y="175"/>
                    <a:pt x="114" y="133"/>
                    <a:pt x="112" y="174"/>
                  </a:cubicBezTo>
                  <a:cubicBezTo>
                    <a:pt x="110" y="215"/>
                    <a:pt x="88" y="258"/>
                    <a:pt x="119" y="269"/>
                  </a:cubicBezTo>
                  <a:cubicBezTo>
                    <a:pt x="150" y="280"/>
                    <a:pt x="165" y="260"/>
                    <a:pt x="185" y="241"/>
                  </a:cubicBezTo>
                  <a:cubicBezTo>
                    <a:pt x="204" y="221"/>
                    <a:pt x="254" y="190"/>
                    <a:pt x="284" y="228"/>
                  </a:cubicBezTo>
                  <a:cubicBezTo>
                    <a:pt x="289" y="203"/>
                    <a:pt x="289" y="203"/>
                    <a:pt x="289" y="203"/>
                  </a:cubicBezTo>
                  <a:cubicBezTo>
                    <a:pt x="289" y="203"/>
                    <a:pt x="249" y="170"/>
                    <a:pt x="202" y="203"/>
                  </a:cubicBezTo>
                  <a:cubicBezTo>
                    <a:pt x="155" y="236"/>
                    <a:pt x="146" y="255"/>
                    <a:pt x="125" y="242"/>
                  </a:cubicBezTo>
                  <a:cubicBezTo>
                    <a:pt x="104" y="229"/>
                    <a:pt x="152" y="152"/>
                    <a:pt x="122" y="137"/>
                  </a:cubicBezTo>
                  <a:cubicBezTo>
                    <a:pt x="92" y="122"/>
                    <a:pt x="56" y="158"/>
                    <a:pt x="43" y="169"/>
                  </a:cubicBezTo>
                  <a:cubicBezTo>
                    <a:pt x="30" y="180"/>
                    <a:pt x="7" y="206"/>
                    <a:pt x="22" y="157"/>
                  </a:cubicBezTo>
                  <a:cubicBezTo>
                    <a:pt x="37" y="108"/>
                    <a:pt x="108" y="23"/>
                    <a:pt x="176" y="22"/>
                  </a:cubicBezTo>
                  <a:cubicBezTo>
                    <a:pt x="1135" y="22"/>
                    <a:pt x="1135" y="22"/>
                    <a:pt x="1135" y="22"/>
                  </a:cubicBezTo>
                  <a:lnTo>
                    <a:pt x="1135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0" name="Freeform 49">
              <a:extLst>
                <a:ext uri="{FF2B5EF4-FFF2-40B4-BE49-F238E27FC236}">
                  <a16:creationId xmlns:a16="http://schemas.microsoft.com/office/drawing/2014/main" id="{16D65247-8286-4224-966F-2E35C6AA1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255"/>
              <a:ext cx="111" cy="63"/>
            </a:xfrm>
            <a:custGeom>
              <a:avLst/>
              <a:gdLst>
                <a:gd name="T0" fmla="*/ 436 w 56"/>
                <a:gd name="T1" fmla="*/ 0 h 32"/>
                <a:gd name="T2" fmla="*/ 311 w 56"/>
                <a:gd name="T3" fmla="*/ 8 h 32"/>
                <a:gd name="T4" fmla="*/ 157 w 56"/>
                <a:gd name="T5" fmla="*/ 39 h 32"/>
                <a:gd name="T6" fmla="*/ 0 w 56"/>
                <a:gd name="T7" fmla="*/ 24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2">
                  <a:moveTo>
                    <a:pt x="56" y="0"/>
                  </a:moveTo>
                  <a:cubicBezTo>
                    <a:pt x="50" y="1"/>
                    <a:pt x="47" y="2"/>
                    <a:pt x="40" y="1"/>
                  </a:cubicBezTo>
                  <a:cubicBezTo>
                    <a:pt x="33" y="1"/>
                    <a:pt x="26" y="1"/>
                    <a:pt x="20" y="5"/>
                  </a:cubicBezTo>
                  <a:cubicBezTo>
                    <a:pt x="10" y="12"/>
                    <a:pt x="7" y="24"/>
                    <a:pt x="0" y="3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1" name="Freeform 50">
              <a:extLst>
                <a:ext uri="{FF2B5EF4-FFF2-40B4-BE49-F238E27FC236}">
                  <a16:creationId xmlns:a16="http://schemas.microsoft.com/office/drawing/2014/main" id="{4CF6EC69-3571-4019-BA79-D63A878A0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352"/>
              <a:ext cx="69" cy="93"/>
            </a:xfrm>
            <a:custGeom>
              <a:avLst/>
              <a:gdLst>
                <a:gd name="T0" fmla="*/ 268 w 35"/>
                <a:gd name="T1" fmla="*/ 0 h 47"/>
                <a:gd name="T2" fmla="*/ 69 w 35"/>
                <a:gd name="T3" fmla="*/ 133 h 47"/>
                <a:gd name="T4" fmla="*/ 0 w 35"/>
                <a:gd name="T5" fmla="*/ 36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7">
                  <a:moveTo>
                    <a:pt x="35" y="0"/>
                  </a:moveTo>
                  <a:cubicBezTo>
                    <a:pt x="28" y="8"/>
                    <a:pt x="15" y="7"/>
                    <a:pt x="9" y="17"/>
                  </a:cubicBezTo>
                  <a:cubicBezTo>
                    <a:pt x="4" y="25"/>
                    <a:pt x="1" y="37"/>
                    <a:pt x="0" y="4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2" name="Freeform 51">
              <a:extLst>
                <a:ext uri="{FF2B5EF4-FFF2-40B4-BE49-F238E27FC236}">
                  <a16:creationId xmlns:a16="http://schemas.microsoft.com/office/drawing/2014/main" id="{E367976A-C44C-472B-A7B2-4D38D34B2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1472"/>
              <a:ext cx="57" cy="105"/>
            </a:xfrm>
            <a:custGeom>
              <a:avLst/>
              <a:gdLst>
                <a:gd name="T0" fmla="*/ 220 w 29"/>
                <a:gd name="T1" fmla="*/ 0 h 53"/>
                <a:gd name="T2" fmla="*/ 69 w 29"/>
                <a:gd name="T3" fmla="*/ 41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3">
                  <a:moveTo>
                    <a:pt x="29" y="0"/>
                  </a:moveTo>
                  <a:cubicBezTo>
                    <a:pt x="20" y="18"/>
                    <a:pt x="0" y="30"/>
                    <a:pt x="9" y="5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3" name="Freeform 52">
              <a:extLst>
                <a:ext uri="{FF2B5EF4-FFF2-40B4-BE49-F238E27FC236}">
                  <a16:creationId xmlns:a16="http://schemas.microsoft.com/office/drawing/2014/main" id="{31D5E38A-FA16-4B04-A9BD-462BFF930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637"/>
              <a:ext cx="26" cy="107"/>
            </a:xfrm>
            <a:custGeom>
              <a:avLst/>
              <a:gdLst>
                <a:gd name="T0" fmla="*/ 96 w 13"/>
                <a:gd name="T1" fmla="*/ 0 h 54"/>
                <a:gd name="T2" fmla="*/ 104 w 13"/>
                <a:gd name="T3" fmla="*/ 42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4">
                  <a:moveTo>
                    <a:pt x="12" y="0"/>
                  </a:moveTo>
                  <a:cubicBezTo>
                    <a:pt x="5" y="20"/>
                    <a:pt x="0" y="38"/>
                    <a:pt x="13" y="5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4" name="Freeform 53">
              <a:extLst>
                <a:ext uri="{FF2B5EF4-FFF2-40B4-BE49-F238E27FC236}">
                  <a16:creationId xmlns:a16="http://schemas.microsoft.com/office/drawing/2014/main" id="{6647002C-F0D0-42D6-960E-4DAC36E65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280"/>
              <a:ext cx="83" cy="82"/>
            </a:xfrm>
            <a:custGeom>
              <a:avLst/>
              <a:gdLst>
                <a:gd name="T0" fmla="*/ 324 w 42"/>
                <a:gd name="T1" fmla="*/ 0 h 41"/>
                <a:gd name="T2" fmla="*/ 117 w 42"/>
                <a:gd name="T3" fmla="*/ 120 h 41"/>
                <a:gd name="T4" fmla="*/ 0 w 42"/>
                <a:gd name="T5" fmla="*/ 32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1">
                  <a:moveTo>
                    <a:pt x="42" y="0"/>
                  </a:moveTo>
                  <a:cubicBezTo>
                    <a:pt x="33" y="7"/>
                    <a:pt x="23" y="7"/>
                    <a:pt x="15" y="15"/>
                  </a:cubicBezTo>
                  <a:cubicBezTo>
                    <a:pt x="7" y="23"/>
                    <a:pt x="4" y="32"/>
                    <a:pt x="0" y="4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5" name="Freeform 54">
              <a:extLst>
                <a:ext uri="{FF2B5EF4-FFF2-40B4-BE49-F238E27FC236}">
                  <a16:creationId xmlns:a16="http://schemas.microsoft.com/office/drawing/2014/main" id="{F0098478-9CBC-4B87-867C-25DFF9955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225"/>
              <a:ext cx="103" cy="32"/>
            </a:xfrm>
            <a:custGeom>
              <a:avLst/>
              <a:gdLst>
                <a:gd name="T0" fmla="*/ 0 w 52"/>
                <a:gd name="T1" fmla="*/ 128 h 16"/>
                <a:gd name="T2" fmla="*/ 204 w 52"/>
                <a:gd name="T3" fmla="*/ 8 h 16"/>
                <a:gd name="T4" fmla="*/ 404 w 52"/>
                <a:gd name="T5" fmla="*/ 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6">
                  <a:moveTo>
                    <a:pt x="0" y="16"/>
                  </a:moveTo>
                  <a:cubicBezTo>
                    <a:pt x="8" y="8"/>
                    <a:pt x="14" y="1"/>
                    <a:pt x="26" y="1"/>
                  </a:cubicBezTo>
                  <a:cubicBezTo>
                    <a:pt x="33" y="0"/>
                    <a:pt x="45" y="0"/>
                    <a:pt x="52" y="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6" name="Freeform 55">
              <a:extLst>
                <a:ext uri="{FF2B5EF4-FFF2-40B4-BE49-F238E27FC236}">
                  <a16:creationId xmlns:a16="http://schemas.microsoft.com/office/drawing/2014/main" id="{FF732F0B-2869-4FAB-A2C2-2FC4743CD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187"/>
              <a:ext cx="59" cy="40"/>
            </a:xfrm>
            <a:custGeom>
              <a:avLst/>
              <a:gdLst>
                <a:gd name="T0" fmla="*/ 0 w 30"/>
                <a:gd name="T1" fmla="*/ 144 h 20"/>
                <a:gd name="T2" fmla="*/ 228 w 3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0">
                  <a:moveTo>
                    <a:pt x="0" y="18"/>
                  </a:moveTo>
                  <a:cubicBezTo>
                    <a:pt x="5" y="20"/>
                    <a:pt x="24" y="4"/>
                    <a:pt x="3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7" name="Freeform 56">
              <a:extLst>
                <a:ext uri="{FF2B5EF4-FFF2-40B4-BE49-F238E27FC236}">
                  <a16:creationId xmlns:a16="http://schemas.microsoft.com/office/drawing/2014/main" id="{1F621578-0B64-45F6-9272-6E83E51E5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227"/>
              <a:ext cx="115" cy="69"/>
            </a:xfrm>
            <a:custGeom>
              <a:avLst/>
              <a:gdLst>
                <a:gd name="T0" fmla="*/ 452 w 58"/>
                <a:gd name="T1" fmla="*/ 0 h 35"/>
                <a:gd name="T2" fmla="*/ 173 w 58"/>
                <a:gd name="T3" fmla="*/ 77 h 35"/>
                <a:gd name="T4" fmla="*/ 0 w 58"/>
                <a:gd name="T5" fmla="*/ 26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5">
                  <a:moveTo>
                    <a:pt x="58" y="0"/>
                  </a:moveTo>
                  <a:cubicBezTo>
                    <a:pt x="45" y="0"/>
                    <a:pt x="33" y="4"/>
                    <a:pt x="22" y="10"/>
                  </a:cubicBezTo>
                  <a:cubicBezTo>
                    <a:pt x="11" y="15"/>
                    <a:pt x="6" y="26"/>
                    <a:pt x="0" y="3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8" name="Freeform 57">
              <a:extLst>
                <a:ext uri="{FF2B5EF4-FFF2-40B4-BE49-F238E27FC236}">
                  <a16:creationId xmlns:a16="http://schemas.microsoft.com/office/drawing/2014/main" id="{BC2BD8B8-E3EE-4ECA-8F53-55F80B175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320"/>
              <a:ext cx="55" cy="71"/>
            </a:xfrm>
            <a:custGeom>
              <a:avLst/>
              <a:gdLst>
                <a:gd name="T0" fmla="*/ 212 w 28"/>
                <a:gd name="T1" fmla="*/ 0 h 36"/>
                <a:gd name="T2" fmla="*/ 55 w 28"/>
                <a:gd name="T3" fmla="*/ 101 h 36"/>
                <a:gd name="T4" fmla="*/ 16 w 28"/>
                <a:gd name="T5" fmla="*/ 27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cubicBezTo>
                    <a:pt x="20" y="2"/>
                    <a:pt x="12" y="7"/>
                    <a:pt x="7" y="13"/>
                  </a:cubicBezTo>
                  <a:cubicBezTo>
                    <a:pt x="0" y="21"/>
                    <a:pt x="2" y="27"/>
                    <a:pt x="2" y="3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9" name="Freeform 58">
              <a:extLst>
                <a:ext uri="{FF2B5EF4-FFF2-40B4-BE49-F238E27FC236}">
                  <a16:creationId xmlns:a16="http://schemas.microsoft.com/office/drawing/2014/main" id="{93FC7A61-7019-4F30-9B0C-4D44B8103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417"/>
              <a:ext cx="47" cy="85"/>
            </a:xfrm>
            <a:custGeom>
              <a:avLst/>
              <a:gdLst>
                <a:gd name="T0" fmla="*/ 180 w 24"/>
                <a:gd name="T1" fmla="*/ 0 h 43"/>
                <a:gd name="T2" fmla="*/ 31 w 24"/>
                <a:gd name="T3" fmla="*/ 117 h 43"/>
                <a:gd name="T4" fmla="*/ 24 w 24"/>
                <a:gd name="T5" fmla="*/ 33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3"/>
                    <a:pt x="7" y="7"/>
                    <a:pt x="4" y="15"/>
                  </a:cubicBezTo>
                  <a:cubicBezTo>
                    <a:pt x="0" y="23"/>
                    <a:pt x="1" y="34"/>
                    <a:pt x="3" y="4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0" name="Freeform 59">
              <a:extLst>
                <a:ext uri="{FF2B5EF4-FFF2-40B4-BE49-F238E27FC236}">
                  <a16:creationId xmlns:a16="http://schemas.microsoft.com/office/drawing/2014/main" id="{AEDC43CA-9E20-4277-948C-BFF8635B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568"/>
              <a:ext cx="30" cy="105"/>
            </a:xfrm>
            <a:custGeom>
              <a:avLst/>
              <a:gdLst>
                <a:gd name="T0" fmla="*/ 120 w 15"/>
                <a:gd name="T1" fmla="*/ 0 h 53"/>
                <a:gd name="T2" fmla="*/ 8 w 15"/>
                <a:gd name="T3" fmla="*/ 208 h 53"/>
                <a:gd name="T4" fmla="*/ 80 w 15"/>
                <a:gd name="T5" fmla="*/ 41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3">
                  <a:moveTo>
                    <a:pt x="15" y="0"/>
                  </a:moveTo>
                  <a:cubicBezTo>
                    <a:pt x="4" y="5"/>
                    <a:pt x="0" y="16"/>
                    <a:pt x="1" y="27"/>
                  </a:cubicBezTo>
                  <a:cubicBezTo>
                    <a:pt x="2" y="36"/>
                    <a:pt x="10" y="45"/>
                    <a:pt x="10" y="5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1" name="Freeform 60">
              <a:extLst>
                <a:ext uri="{FF2B5EF4-FFF2-40B4-BE49-F238E27FC236}">
                  <a16:creationId xmlns:a16="http://schemas.microsoft.com/office/drawing/2014/main" id="{870436FE-F649-412E-A851-8874143F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742"/>
              <a:ext cx="35" cy="85"/>
            </a:xfrm>
            <a:custGeom>
              <a:avLst/>
              <a:gdLst>
                <a:gd name="T0" fmla="*/ 45 w 18"/>
                <a:gd name="T1" fmla="*/ 0 h 43"/>
                <a:gd name="T2" fmla="*/ 8 w 18"/>
                <a:gd name="T3" fmla="*/ 192 h 43"/>
                <a:gd name="T4" fmla="*/ 132 w 18"/>
                <a:gd name="T5" fmla="*/ 33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3">
                  <a:moveTo>
                    <a:pt x="6" y="0"/>
                  </a:moveTo>
                  <a:cubicBezTo>
                    <a:pt x="6" y="8"/>
                    <a:pt x="0" y="16"/>
                    <a:pt x="1" y="25"/>
                  </a:cubicBezTo>
                  <a:cubicBezTo>
                    <a:pt x="4" y="34"/>
                    <a:pt x="11" y="38"/>
                    <a:pt x="18" y="4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2" name="Freeform 61">
              <a:extLst>
                <a:ext uri="{FF2B5EF4-FFF2-40B4-BE49-F238E27FC236}">
                  <a16:creationId xmlns:a16="http://schemas.microsoft.com/office/drawing/2014/main" id="{C05AC721-9256-4FDA-9D4D-D6EF89106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831"/>
              <a:ext cx="51" cy="79"/>
            </a:xfrm>
            <a:custGeom>
              <a:avLst/>
              <a:gdLst>
                <a:gd name="T0" fmla="*/ 47 w 26"/>
                <a:gd name="T1" fmla="*/ 0 h 40"/>
                <a:gd name="T2" fmla="*/ 31 w 26"/>
                <a:gd name="T3" fmla="*/ 231 h 40"/>
                <a:gd name="T4" fmla="*/ 196 w 26"/>
                <a:gd name="T5" fmla="*/ 30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6" y="0"/>
                  </a:moveTo>
                  <a:cubicBezTo>
                    <a:pt x="7" y="10"/>
                    <a:pt x="0" y="21"/>
                    <a:pt x="4" y="30"/>
                  </a:cubicBezTo>
                  <a:cubicBezTo>
                    <a:pt x="7" y="37"/>
                    <a:pt x="19" y="40"/>
                    <a:pt x="26" y="3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3" name="Freeform 62">
              <a:extLst>
                <a:ext uri="{FF2B5EF4-FFF2-40B4-BE49-F238E27FC236}">
                  <a16:creationId xmlns:a16="http://schemas.microsoft.com/office/drawing/2014/main" id="{1E15C941-2E76-403A-BC86-7858313AB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910"/>
              <a:ext cx="52" cy="68"/>
            </a:xfrm>
            <a:custGeom>
              <a:avLst/>
              <a:gdLst>
                <a:gd name="T0" fmla="*/ 0 w 26"/>
                <a:gd name="T1" fmla="*/ 0 h 34"/>
                <a:gd name="T2" fmla="*/ 64 w 26"/>
                <a:gd name="T3" fmla="*/ 232 h 34"/>
                <a:gd name="T4" fmla="*/ 208 w 26"/>
                <a:gd name="T5" fmla="*/ 27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4">
                  <a:moveTo>
                    <a:pt x="0" y="0"/>
                  </a:moveTo>
                  <a:cubicBezTo>
                    <a:pt x="3" y="9"/>
                    <a:pt x="0" y="24"/>
                    <a:pt x="8" y="29"/>
                  </a:cubicBezTo>
                  <a:cubicBezTo>
                    <a:pt x="13" y="33"/>
                    <a:pt x="23" y="31"/>
                    <a:pt x="26" y="3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4" name="Freeform 63">
              <a:extLst>
                <a:ext uri="{FF2B5EF4-FFF2-40B4-BE49-F238E27FC236}">
                  <a16:creationId xmlns:a16="http://schemas.microsoft.com/office/drawing/2014/main" id="{04AD3564-6E76-4300-A25C-2DE6CD674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976"/>
              <a:ext cx="57" cy="57"/>
            </a:xfrm>
            <a:custGeom>
              <a:avLst/>
              <a:gdLst>
                <a:gd name="T0" fmla="*/ 0 w 29"/>
                <a:gd name="T1" fmla="*/ 0 h 29"/>
                <a:gd name="T2" fmla="*/ 69 w 29"/>
                <a:gd name="T3" fmla="*/ 189 h 29"/>
                <a:gd name="T4" fmla="*/ 220 w 29"/>
                <a:gd name="T5" fmla="*/ 21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0" y="6"/>
                    <a:pt x="5" y="22"/>
                    <a:pt x="9" y="25"/>
                  </a:cubicBezTo>
                  <a:cubicBezTo>
                    <a:pt x="14" y="29"/>
                    <a:pt x="24" y="29"/>
                    <a:pt x="29" y="2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5" name="Freeform 64">
              <a:extLst>
                <a:ext uri="{FF2B5EF4-FFF2-40B4-BE49-F238E27FC236}">
                  <a16:creationId xmlns:a16="http://schemas.microsoft.com/office/drawing/2014/main" id="{25338DF8-37F3-422D-B9E6-2A9737940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033"/>
              <a:ext cx="55" cy="42"/>
            </a:xfrm>
            <a:custGeom>
              <a:avLst/>
              <a:gdLst>
                <a:gd name="T0" fmla="*/ 0 w 28"/>
                <a:gd name="T1" fmla="*/ 0 h 21"/>
                <a:gd name="T2" fmla="*/ 61 w 28"/>
                <a:gd name="T3" fmla="*/ 144 h 21"/>
                <a:gd name="T4" fmla="*/ 212 w 28"/>
                <a:gd name="T5" fmla="*/ 12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2" y="6"/>
                    <a:pt x="2" y="14"/>
                    <a:pt x="8" y="18"/>
                  </a:cubicBezTo>
                  <a:cubicBezTo>
                    <a:pt x="14" y="21"/>
                    <a:pt x="23" y="18"/>
                    <a:pt x="28" y="1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6" name="Freeform 65">
              <a:extLst>
                <a:ext uri="{FF2B5EF4-FFF2-40B4-BE49-F238E27FC236}">
                  <a16:creationId xmlns:a16="http://schemas.microsoft.com/office/drawing/2014/main" id="{1E9BEB1B-DB60-4FDE-943F-FED307215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067"/>
              <a:ext cx="80" cy="47"/>
            </a:xfrm>
            <a:custGeom>
              <a:avLst/>
              <a:gdLst>
                <a:gd name="T0" fmla="*/ 0 w 40"/>
                <a:gd name="T1" fmla="*/ 0 h 24"/>
                <a:gd name="T2" fmla="*/ 152 w 40"/>
                <a:gd name="T3" fmla="*/ 172 h 24"/>
                <a:gd name="T4" fmla="*/ 320 w 40"/>
                <a:gd name="T5" fmla="*/ 11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0" y="0"/>
                  </a:moveTo>
                  <a:cubicBezTo>
                    <a:pt x="5" y="9"/>
                    <a:pt x="6" y="24"/>
                    <a:pt x="19" y="23"/>
                  </a:cubicBezTo>
                  <a:cubicBezTo>
                    <a:pt x="26" y="22"/>
                    <a:pt x="33" y="18"/>
                    <a:pt x="40" y="1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7" name="Freeform 66">
              <a:extLst>
                <a:ext uri="{FF2B5EF4-FFF2-40B4-BE49-F238E27FC236}">
                  <a16:creationId xmlns:a16="http://schemas.microsoft.com/office/drawing/2014/main" id="{E8C81036-B126-4267-84D9-0E347D1BC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098"/>
              <a:ext cx="45" cy="44"/>
            </a:xfrm>
            <a:custGeom>
              <a:avLst/>
              <a:gdLst>
                <a:gd name="T0" fmla="*/ 0 w 23"/>
                <a:gd name="T1" fmla="*/ 0 h 22"/>
                <a:gd name="T2" fmla="*/ 172 w 23"/>
                <a:gd name="T3" fmla="*/ 1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6" y="12"/>
                    <a:pt x="12" y="17"/>
                    <a:pt x="23" y="2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8" name="Freeform 67">
              <a:extLst>
                <a:ext uri="{FF2B5EF4-FFF2-40B4-BE49-F238E27FC236}">
                  <a16:creationId xmlns:a16="http://schemas.microsoft.com/office/drawing/2014/main" id="{C56E9619-D47E-4504-913E-23EBE69CC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627"/>
              <a:ext cx="30" cy="91"/>
            </a:xfrm>
            <a:custGeom>
              <a:avLst/>
              <a:gdLst>
                <a:gd name="T0" fmla="*/ 32 w 15"/>
                <a:gd name="T1" fmla="*/ 0 h 46"/>
                <a:gd name="T2" fmla="*/ 0 w 15"/>
                <a:gd name="T3" fmla="*/ 172 h 46"/>
                <a:gd name="T4" fmla="*/ 120 w 15"/>
                <a:gd name="T5" fmla="*/ 35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4" y="0"/>
                  </a:moveTo>
                  <a:cubicBezTo>
                    <a:pt x="5" y="7"/>
                    <a:pt x="0" y="14"/>
                    <a:pt x="0" y="22"/>
                  </a:cubicBezTo>
                  <a:cubicBezTo>
                    <a:pt x="1" y="32"/>
                    <a:pt x="10" y="38"/>
                    <a:pt x="15" y="4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9" name="Freeform 68">
              <a:extLst>
                <a:ext uri="{FF2B5EF4-FFF2-40B4-BE49-F238E27FC236}">
                  <a16:creationId xmlns:a16="http://schemas.microsoft.com/office/drawing/2014/main" id="{D62EEEB9-B0BA-4723-8FB0-582116CA4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894"/>
              <a:ext cx="59" cy="54"/>
            </a:xfrm>
            <a:custGeom>
              <a:avLst/>
              <a:gdLst>
                <a:gd name="T0" fmla="*/ 55 w 30"/>
                <a:gd name="T1" fmla="*/ 0 h 27"/>
                <a:gd name="T2" fmla="*/ 228 w 30"/>
                <a:gd name="T3" fmla="*/ 21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7" y="0"/>
                  </a:moveTo>
                  <a:cubicBezTo>
                    <a:pt x="0" y="16"/>
                    <a:pt x="18" y="24"/>
                    <a:pt x="30" y="2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0" name="Freeform 69">
              <a:extLst>
                <a:ext uri="{FF2B5EF4-FFF2-40B4-BE49-F238E27FC236}">
                  <a16:creationId xmlns:a16="http://schemas.microsoft.com/office/drawing/2014/main" id="{B36BCFE9-1110-451C-A101-784B3FA83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702"/>
              <a:ext cx="44" cy="83"/>
            </a:xfrm>
            <a:custGeom>
              <a:avLst/>
              <a:gdLst>
                <a:gd name="T0" fmla="*/ 96 w 22"/>
                <a:gd name="T1" fmla="*/ 0 h 42"/>
                <a:gd name="T2" fmla="*/ 176 w 22"/>
                <a:gd name="T3" fmla="*/ 32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2">
                  <a:moveTo>
                    <a:pt x="12" y="0"/>
                  </a:moveTo>
                  <a:cubicBezTo>
                    <a:pt x="0" y="12"/>
                    <a:pt x="13" y="33"/>
                    <a:pt x="22" y="4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1" name="Freeform 70">
              <a:extLst>
                <a:ext uri="{FF2B5EF4-FFF2-40B4-BE49-F238E27FC236}">
                  <a16:creationId xmlns:a16="http://schemas.microsoft.com/office/drawing/2014/main" id="{A62A03A0-1EF8-4C4A-9D6A-0C0949AF7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476"/>
              <a:ext cx="50" cy="101"/>
            </a:xfrm>
            <a:custGeom>
              <a:avLst/>
              <a:gdLst>
                <a:gd name="T0" fmla="*/ 200 w 25"/>
                <a:gd name="T1" fmla="*/ 0 h 51"/>
                <a:gd name="T2" fmla="*/ 120 w 25"/>
                <a:gd name="T3" fmla="*/ 396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1">
                  <a:moveTo>
                    <a:pt x="25" y="0"/>
                  </a:moveTo>
                  <a:cubicBezTo>
                    <a:pt x="13" y="12"/>
                    <a:pt x="0" y="36"/>
                    <a:pt x="15" y="5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2" name="Freeform 71">
              <a:extLst>
                <a:ext uri="{FF2B5EF4-FFF2-40B4-BE49-F238E27FC236}">
                  <a16:creationId xmlns:a16="http://schemas.microsoft.com/office/drawing/2014/main" id="{39FD314D-AFDA-4465-A572-BB6131451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356"/>
              <a:ext cx="49" cy="81"/>
            </a:xfrm>
            <a:custGeom>
              <a:avLst/>
              <a:gdLst>
                <a:gd name="T0" fmla="*/ 188 w 25"/>
                <a:gd name="T1" fmla="*/ 0 h 41"/>
                <a:gd name="T2" fmla="*/ 47 w 25"/>
                <a:gd name="T3" fmla="*/ 117 h 41"/>
                <a:gd name="T4" fmla="*/ 31 w 25"/>
                <a:gd name="T5" fmla="*/ 31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">
                  <a:moveTo>
                    <a:pt x="25" y="0"/>
                  </a:moveTo>
                  <a:cubicBezTo>
                    <a:pt x="19" y="6"/>
                    <a:pt x="11" y="8"/>
                    <a:pt x="6" y="15"/>
                  </a:cubicBezTo>
                  <a:cubicBezTo>
                    <a:pt x="0" y="24"/>
                    <a:pt x="4" y="31"/>
                    <a:pt x="4" y="4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3" name="Freeform 72">
              <a:extLst>
                <a:ext uri="{FF2B5EF4-FFF2-40B4-BE49-F238E27FC236}">
                  <a16:creationId xmlns:a16="http://schemas.microsoft.com/office/drawing/2014/main" id="{5E309223-1155-41B0-991E-CE0BBBC5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159"/>
              <a:ext cx="97" cy="64"/>
            </a:xfrm>
            <a:custGeom>
              <a:avLst/>
              <a:gdLst>
                <a:gd name="T0" fmla="*/ 0 w 49"/>
                <a:gd name="T1" fmla="*/ 256 h 32"/>
                <a:gd name="T2" fmla="*/ 380 w 49"/>
                <a:gd name="T3" fmla="*/ 13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2">
                  <a:moveTo>
                    <a:pt x="0" y="32"/>
                  </a:moveTo>
                  <a:cubicBezTo>
                    <a:pt x="11" y="22"/>
                    <a:pt x="36" y="0"/>
                    <a:pt x="49" y="1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4" name="Freeform 73">
              <a:extLst>
                <a:ext uri="{FF2B5EF4-FFF2-40B4-BE49-F238E27FC236}">
                  <a16:creationId xmlns:a16="http://schemas.microsoft.com/office/drawing/2014/main" id="{60C6C322-6DE6-46B2-9AEF-37D72D8BA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255"/>
              <a:ext cx="71" cy="69"/>
            </a:xfrm>
            <a:custGeom>
              <a:avLst/>
              <a:gdLst>
                <a:gd name="T0" fmla="*/ 276 w 36"/>
                <a:gd name="T1" fmla="*/ 0 h 35"/>
                <a:gd name="T2" fmla="*/ 0 w 36"/>
                <a:gd name="T3" fmla="*/ 26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5">
                  <a:moveTo>
                    <a:pt x="36" y="0"/>
                  </a:moveTo>
                  <a:cubicBezTo>
                    <a:pt x="20" y="9"/>
                    <a:pt x="0" y="11"/>
                    <a:pt x="0" y="3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5" name="Freeform 74">
              <a:extLst>
                <a:ext uri="{FF2B5EF4-FFF2-40B4-BE49-F238E27FC236}">
                  <a16:creationId xmlns:a16="http://schemas.microsoft.com/office/drawing/2014/main" id="{B8C540DF-2640-40A9-B6D3-5CC02814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393"/>
              <a:ext cx="47" cy="105"/>
            </a:xfrm>
            <a:custGeom>
              <a:avLst/>
              <a:gdLst>
                <a:gd name="T0" fmla="*/ 180 w 24"/>
                <a:gd name="T1" fmla="*/ 0 h 53"/>
                <a:gd name="T2" fmla="*/ 24 w 24"/>
                <a:gd name="T3" fmla="*/ 172 h 53"/>
                <a:gd name="T4" fmla="*/ 39 w 24"/>
                <a:gd name="T5" fmla="*/ 41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3">
                  <a:moveTo>
                    <a:pt x="24" y="0"/>
                  </a:moveTo>
                  <a:cubicBezTo>
                    <a:pt x="16" y="7"/>
                    <a:pt x="7" y="11"/>
                    <a:pt x="3" y="22"/>
                  </a:cubicBezTo>
                  <a:cubicBezTo>
                    <a:pt x="0" y="33"/>
                    <a:pt x="2" y="42"/>
                    <a:pt x="5" y="5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6" name="Freeform 75">
              <a:extLst>
                <a:ext uri="{FF2B5EF4-FFF2-40B4-BE49-F238E27FC236}">
                  <a16:creationId xmlns:a16="http://schemas.microsoft.com/office/drawing/2014/main" id="{C01A0018-3F61-4CB8-A312-AD92B9D98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542"/>
              <a:ext cx="30" cy="95"/>
            </a:xfrm>
            <a:custGeom>
              <a:avLst/>
              <a:gdLst>
                <a:gd name="T0" fmla="*/ 120 w 15"/>
                <a:gd name="T1" fmla="*/ 0 h 48"/>
                <a:gd name="T2" fmla="*/ 8 w 15"/>
                <a:gd name="T3" fmla="*/ 180 h 48"/>
                <a:gd name="T4" fmla="*/ 80 w 15"/>
                <a:gd name="T5" fmla="*/ 37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8">
                  <a:moveTo>
                    <a:pt x="15" y="0"/>
                  </a:moveTo>
                  <a:cubicBezTo>
                    <a:pt x="9" y="8"/>
                    <a:pt x="2" y="12"/>
                    <a:pt x="1" y="23"/>
                  </a:cubicBezTo>
                  <a:cubicBezTo>
                    <a:pt x="0" y="33"/>
                    <a:pt x="6" y="40"/>
                    <a:pt x="10" y="4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7" name="Freeform 76">
              <a:extLst>
                <a:ext uri="{FF2B5EF4-FFF2-40B4-BE49-F238E27FC236}">
                  <a16:creationId xmlns:a16="http://schemas.microsoft.com/office/drawing/2014/main" id="{BD524B45-6154-49A0-8B71-EFFF08591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288"/>
              <a:ext cx="70" cy="87"/>
            </a:xfrm>
            <a:custGeom>
              <a:avLst/>
              <a:gdLst>
                <a:gd name="T0" fmla="*/ 280 w 35"/>
                <a:gd name="T1" fmla="*/ 0 h 44"/>
                <a:gd name="T2" fmla="*/ 96 w 35"/>
                <a:gd name="T3" fmla="*/ 87 h 44"/>
                <a:gd name="T4" fmla="*/ 0 w 35"/>
                <a:gd name="T5" fmla="*/ 34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4">
                  <a:moveTo>
                    <a:pt x="35" y="0"/>
                  </a:moveTo>
                  <a:cubicBezTo>
                    <a:pt x="27" y="3"/>
                    <a:pt x="19" y="5"/>
                    <a:pt x="12" y="11"/>
                  </a:cubicBezTo>
                  <a:cubicBezTo>
                    <a:pt x="4" y="19"/>
                    <a:pt x="3" y="35"/>
                    <a:pt x="0" y="4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8" name="Freeform 77">
              <a:extLst>
                <a:ext uri="{FF2B5EF4-FFF2-40B4-BE49-F238E27FC236}">
                  <a16:creationId xmlns:a16="http://schemas.microsoft.com/office/drawing/2014/main" id="{B19CD880-5485-4835-A6E7-2CCA8EA77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203"/>
              <a:ext cx="111" cy="61"/>
            </a:xfrm>
            <a:custGeom>
              <a:avLst/>
              <a:gdLst>
                <a:gd name="T0" fmla="*/ 0 w 56"/>
                <a:gd name="T1" fmla="*/ 236 h 31"/>
                <a:gd name="T2" fmla="*/ 188 w 56"/>
                <a:gd name="T3" fmla="*/ 31 h 31"/>
                <a:gd name="T4" fmla="*/ 436 w 56"/>
                <a:gd name="T5" fmla="*/ 2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1">
                  <a:moveTo>
                    <a:pt x="0" y="31"/>
                  </a:moveTo>
                  <a:cubicBezTo>
                    <a:pt x="3" y="17"/>
                    <a:pt x="11" y="9"/>
                    <a:pt x="24" y="4"/>
                  </a:cubicBezTo>
                  <a:cubicBezTo>
                    <a:pt x="35" y="0"/>
                    <a:pt x="44" y="2"/>
                    <a:pt x="56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9" name="Freeform 78">
              <a:extLst>
                <a:ext uri="{FF2B5EF4-FFF2-40B4-BE49-F238E27FC236}">
                  <a16:creationId xmlns:a16="http://schemas.microsoft.com/office/drawing/2014/main" id="{FEB29EC1-5F6B-49B1-84E0-DFA925871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152"/>
              <a:ext cx="39" cy="31"/>
            </a:xfrm>
            <a:custGeom>
              <a:avLst/>
              <a:gdLst>
                <a:gd name="T0" fmla="*/ 0 w 20"/>
                <a:gd name="T1" fmla="*/ 116 h 16"/>
                <a:gd name="T2" fmla="*/ 148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2" y="7"/>
                    <a:pt x="12" y="3"/>
                    <a:pt x="2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0" name="Freeform 79">
              <a:extLst>
                <a:ext uri="{FF2B5EF4-FFF2-40B4-BE49-F238E27FC236}">
                  <a16:creationId xmlns:a16="http://schemas.microsoft.com/office/drawing/2014/main" id="{47FC59CC-14C7-4A51-A7B8-943792E33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451"/>
              <a:ext cx="42" cy="111"/>
            </a:xfrm>
            <a:custGeom>
              <a:avLst/>
              <a:gdLst>
                <a:gd name="T0" fmla="*/ 168 w 21"/>
                <a:gd name="T1" fmla="*/ 0 h 56"/>
                <a:gd name="T2" fmla="*/ 16 w 21"/>
                <a:gd name="T3" fmla="*/ 172 h 56"/>
                <a:gd name="T4" fmla="*/ 56 w 21"/>
                <a:gd name="T5" fmla="*/ 43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6">
                  <a:moveTo>
                    <a:pt x="21" y="0"/>
                  </a:moveTo>
                  <a:cubicBezTo>
                    <a:pt x="12" y="5"/>
                    <a:pt x="4" y="11"/>
                    <a:pt x="2" y="22"/>
                  </a:cubicBezTo>
                  <a:cubicBezTo>
                    <a:pt x="0" y="34"/>
                    <a:pt x="3" y="46"/>
                    <a:pt x="7" y="5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1" name="Freeform 80">
              <a:extLst>
                <a:ext uri="{FF2B5EF4-FFF2-40B4-BE49-F238E27FC236}">
                  <a16:creationId xmlns:a16="http://schemas.microsoft.com/office/drawing/2014/main" id="{1BD583AE-DEED-4516-AA38-F7A84F301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617"/>
              <a:ext cx="36" cy="101"/>
            </a:xfrm>
            <a:custGeom>
              <a:avLst/>
              <a:gdLst>
                <a:gd name="T0" fmla="*/ 88 w 18"/>
                <a:gd name="T1" fmla="*/ 0 h 51"/>
                <a:gd name="T2" fmla="*/ 8 w 18"/>
                <a:gd name="T3" fmla="*/ 208 h 51"/>
                <a:gd name="T4" fmla="*/ 144 w 18"/>
                <a:gd name="T5" fmla="*/ 39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1">
                  <a:moveTo>
                    <a:pt x="11" y="0"/>
                  </a:moveTo>
                  <a:cubicBezTo>
                    <a:pt x="9" y="10"/>
                    <a:pt x="0" y="15"/>
                    <a:pt x="1" y="27"/>
                  </a:cubicBezTo>
                  <a:cubicBezTo>
                    <a:pt x="2" y="39"/>
                    <a:pt x="12" y="43"/>
                    <a:pt x="18" y="5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2" name="Freeform 81">
              <a:extLst>
                <a:ext uri="{FF2B5EF4-FFF2-40B4-BE49-F238E27FC236}">
                  <a16:creationId xmlns:a16="http://schemas.microsoft.com/office/drawing/2014/main" id="{C3B819FE-B32B-4CB9-A6E8-8A3AB7A6D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764"/>
              <a:ext cx="57" cy="101"/>
            </a:xfrm>
            <a:custGeom>
              <a:avLst/>
              <a:gdLst>
                <a:gd name="T0" fmla="*/ 31 w 29"/>
                <a:gd name="T1" fmla="*/ 0 h 51"/>
                <a:gd name="T2" fmla="*/ 55 w 29"/>
                <a:gd name="T3" fmla="*/ 248 h 51"/>
                <a:gd name="T4" fmla="*/ 220 w 29"/>
                <a:gd name="T5" fmla="*/ 39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1">
                  <a:moveTo>
                    <a:pt x="4" y="0"/>
                  </a:moveTo>
                  <a:cubicBezTo>
                    <a:pt x="7" y="11"/>
                    <a:pt x="0" y="21"/>
                    <a:pt x="7" y="32"/>
                  </a:cubicBezTo>
                  <a:cubicBezTo>
                    <a:pt x="12" y="41"/>
                    <a:pt x="24" y="43"/>
                    <a:pt x="29" y="5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3" name="Freeform 82">
              <a:extLst>
                <a:ext uri="{FF2B5EF4-FFF2-40B4-BE49-F238E27FC236}">
                  <a16:creationId xmlns:a16="http://schemas.microsoft.com/office/drawing/2014/main" id="{F0D038DD-B035-4CF4-92B0-FF1B45E28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112"/>
              <a:ext cx="99" cy="46"/>
            </a:xfrm>
            <a:custGeom>
              <a:avLst/>
              <a:gdLst>
                <a:gd name="T0" fmla="*/ 0 w 50"/>
                <a:gd name="T1" fmla="*/ 0 h 23"/>
                <a:gd name="T2" fmla="*/ 71 w 50"/>
                <a:gd name="T3" fmla="*/ 120 h 23"/>
                <a:gd name="T4" fmla="*/ 188 w 50"/>
                <a:gd name="T5" fmla="*/ 176 h 23"/>
                <a:gd name="T6" fmla="*/ 388 w 50"/>
                <a:gd name="T7" fmla="*/ 13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3">
                  <a:moveTo>
                    <a:pt x="0" y="0"/>
                  </a:moveTo>
                  <a:cubicBezTo>
                    <a:pt x="5" y="4"/>
                    <a:pt x="5" y="11"/>
                    <a:pt x="9" y="15"/>
                  </a:cubicBezTo>
                  <a:cubicBezTo>
                    <a:pt x="13" y="19"/>
                    <a:pt x="19" y="21"/>
                    <a:pt x="24" y="22"/>
                  </a:cubicBezTo>
                  <a:cubicBezTo>
                    <a:pt x="33" y="23"/>
                    <a:pt x="43" y="18"/>
                    <a:pt x="50" y="1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4" name="Freeform 83">
              <a:extLst>
                <a:ext uri="{FF2B5EF4-FFF2-40B4-BE49-F238E27FC236}">
                  <a16:creationId xmlns:a16="http://schemas.microsoft.com/office/drawing/2014/main" id="{7C419336-0132-4FA9-90DB-A29FA49C4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021"/>
              <a:ext cx="85" cy="65"/>
            </a:xfrm>
            <a:custGeom>
              <a:avLst/>
              <a:gdLst>
                <a:gd name="T0" fmla="*/ 55 w 43"/>
                <a:gd name="T1" fmla="*/ 0 h 33"/>
                <a:gd name="T2" fmla="*/ 332 w 43"/>
                <a:gd name="T3" fmla="*/ 19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33">
                  <a:moveTo>
                    <a:pt x="7" y="0"/>
                  </a:moveTo>
                  <a:cubicBezTo>
                    <a:pt x="0" y="27"/>
                    <a:pt x="22" y="33"/>
                    <a:pt x="43" y="2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5" name="Freeform 84">
              <a:extLst>
                <a:ext uri="{FF2B5EF4-FFF2-40B4-BE49-F238E27FC236}">
                  <a16:creationId xmlns:a16="http://schemas.microsoft.com/office/drawing/2014/main" id="{A05C3930-5424-4B63-A53D-7323692AA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833"/>
              <a:ext cx="49" cy="73"/>
            </a:xfrm>
            <a:custGeom>
              <a:avLst/>
              <a:gdLst>
                <a:gd name="T0" fmla="*/ 24 w 25"/>
                <a:gd name="T1" fmla="*/ 0 h 37"/>
                <a:gd name="T2" fmla="*/ 188 w 25"/>
                <a:gd name="T3" fmla="*/ 284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7">
                  <a:moveTo>
                    <a:pt x="3" y="0"/>
                  </a:moveTo>
                  <a:cubicBezTo>
                    <a:pt x="0" y="14"/>
                    <a:pt x="6" y="36"/>
                    <a:pt x="25" y="3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6" name="Freeform 85">
              <a:extLst>
                <a:ext uri="{FF2B5EF4-FFF2-40B4-BE49-F238E27FC236}">
                  <a16:creationId xmlns:a16="http://schemas.microsoft.com/office/drawing/2014/main" id="{0AB6D1B3-48FB-4C61-AE30-131E0764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708"/>
              <a:ext cx="50" cy="91"/>
            </a:xfrm>
            <a:custGeom>
              <a:avLst/>
              <a:gdLst>
                <a:gd name="T0" fmla="*/ 200 w 25"/>
                <a:gd name="T1" fmla="*/ 356 h 46"/>
                <a:gd name="T2" fmla="*/ 88 w 25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6">
                  <a:moveTo>
                    <a:pt x="25" y="46"/>
                  </a:moveTo>
                  <a:cubicBezTo>
                    <a:pt x="11" y="32"/>
                    <a:pt x="0" y="18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7" name="Freeform 86">
              <a:extLst>
                <a:ext uri="{FF2B5EF4-FFF2-40B4-BE49-F238E27FC236}">
                  <a16:creationId xmlns:a16="http://schemas.microsoft.com/office/drawing/2014/main" id="{93175595-394A-42A3-B8A2-E2AC24F42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968"/>
              <a:ext cx="55" cy="71"/>
            </a:xfrm>
            <a:custGeom>
              <a:avLst/>
              <a:gdLst>
                <a:gd name="T0" fmla="*/ 55 w 28"/>
                <a:gd name="T1" fmla="*/ 0 h 36"/>
                <a:gd name="T2" fmla="*/ 212 w 28"/>
                <a:gd name="T3" fmla="*/ 27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6">
                  <a:moveTo>
                    <a:pt x="7" y="0"/>
                  </a:moveTo>
                  <a:cubicBezTo>
                    <a:pt x="0" y="18"/>
                    <a:pt x="11" y="32"/>
                    <a:pt x="28" y="3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8" name="Freeform 87">
              <a:extLst>
                <a:ext uri="{FF2B5EF4-FFF2-40B4-BE49-F238E27FC236}">
                  <a16:creationId xmlns:a16="http://schemas.microsoft.com/office/drawing/2014/main" id="{04067FE7-A55E-4DA7-910E-D2452EF03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075"/>
              <a:ext cx="87" cy="49"/>
            </a:xfrm>
            <a:custGeom>
              <a:avLst/>
              <a:gdLst>
                <a:gd name="T0" fmla="*/ 0 w 44"/>
                <a:gd name="T1" fmla="*/ 0 h 25"/>
                <a:gd name="T2" fmla="*/ 148 w 44"/>
                <a:gd name="T3" fmla="*/ 172 h 25"/>
                <a:gd name="T4" fmla="*/ 340 w 44"/>
                <a:gd name="T5" fmla="*/ 18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5">
                  <a:moveTo>
                    <a:pt x="0" y="0"/>
                  </a:moveTo>
                  <a:cubicBezTo>
                    <a:pt x="7" y="8"/>
                    <a:pt x="8" y="19"/>
                    <a:pt x="19" y="23"/>
                  </a:cubicBezTo>
                  <a:cubicBezTo>
                    <a:pt x="27" y="25"/>
                    <a:pt x="36" y="25"/>
                    <a:pt x="44" y="2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9" name="Freeform 88">
              <a:extLst>
                <a:ext uri="{FF2B5EF4-FFF2-40B4-BE49-F238E27FC236}">
                  <a16:creationId xmlns:a16="http://schemas.microsoft.com/office/drawing/2014/main" id="{3847BB39-5C4D-430C-B64F-3E95D530F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764"/>
              <a:ext cx="54" cy="95"/>
            </a:xfrm>
            <a:custGeom>
              <a:avLst/>
              <a:gdLst>
                <a:gd name="T0" fmla="*/ 56 w 27"/>
                <a:gd name="T1" fmla="*/ 0 h 48"/>
                <a:gd name="T2" fmla="*/ 40 w 27"/>
                <a:gd name="T3" fmla="*/ 224 h 48"/>
                <a:gd name="T4" fmla="*/ 216 w 27"/>
                <a:gd name="T5" fmla="*/ 37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8">
                  <a:moveTo>
                    <a:pt x="7" y="0"/>
                  </a:moveTo>
                  <a:cubicBezTo>
                    <a:pt x="5" y="10"/>
                    <a:pt x="0" y="19"/>
                    <a:pt x="5" y="29"/>
                  </a:cubicBezTo>
                  <a:cubicBezTo>
                    <a:pt x="9" y="38"/>
                    <a:pt x="17" y="45"/>
                    <a:pt x="27" y="4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0" name="Freeform 89">
              <a:extLst>
                <a:ext uri="{FF2B5EF4-FFF2-40B4-BE49-F238E27FC236}">
                  <a16:creationId xmlns:a16="http://schemas.microsoft.com/office/drawing/2014/main" id="{D693307B-6A65-44D1-B5F9-DB90EF21A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548"/>
              <a:ext cx="29" cy="101"/>
            </a:xfrm>
            <a:custGeom>
              <a:avLst/>
              <a:gdLst>
                <a:gd name="T0" fmla="*/ 108 w 15"/>
                <a:gd name="T1" fmla="*/ 0 h 51"/>
                <a:gd name="T2" fmla="*/ 8 w 15"/>
                <a:gd name="T3" fmla="*/ 180 h 51"/>
                <a:gd name="T4" fmla="*/ 56 w 15"/>
                <a:gd name="T5" fmla="*/ 39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1">
                  <a:moveTo>
                    <a:pt x="15" y="0"/>
                  </a:moveTo>
                  <a:cubicBezTo>
                    <a:pt x="15" y="9"/>
                    <a:pt x="1" y="13"/>
                    <a:pt x="1" y="23"/>
                  </a:cubicBezTo>
                  <a:cubicBezTo>
                    <a:pt x="0" y="31"/>
                    <a:pt x="3" y="46"/>
                    <a:pt x="8" y="5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1" name="Freeform 90">
              <a:extLst>
                <a:ext uri="{FF2B5EF4-FFF2-40B4-BE49-F238E27FC236}">
                  <a16:creationId xmlns:a16="http://schemas.microsoft.com/office/drawing/2014/main" id="{D420D57E-BC8A-4CB4-AAA1-F3BFADB9F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680"/>
              <a:ext cx="29" cy="111"/>
            </a:xfrm>
            <a:custGeom>
              <a:avLst/>
              <a:gdLst>
                <a:gd name="T0" fmla="*/ 64 w 15"/>
                <a:gd name="T1" fmla="*/ 0 h 56"/>
                <a:gd name="T2" fmla="*/ 8 w 15"/>
                <a:gd name="T3" fmla="*/ 188 h 56"/>
                <a:gd name="T4" fmla="*/ 108 w 15"/>
                <a:gd name="T5" fmla="*/ 43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6">
                  <a:moveTo>
                    <a:pt x="9" y="0"/>
                  </a:moveTo>
                  <a:cubicBezTo>
                    <a:pt x="9" y="8"/>
                    <a:pt x="0" y="14"/>
                    <a:pt x="1" y="24"/>
                  </a:cubicBezTo>
                  <a:cubicBezTo>
                    <a:pt x="1" y="33"/>
                    <a:pt x="10" y="48"/>
                    <a:pt x="15" y="5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2" name="Freeform 91">
              <a:extLst>
                <a:ext uri="{FF2B5EF4-FFF2-40B4-BE49-F238E27FC236}">
                  <a16:creationId xmlns:a16="http://schemas.microsoft.com/office/drawing/2014/main" id="{9BC9BFED-D734-4DDB-B8FA-CDD43FD83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894"/>
              <a:ext cx="73" cy="70"/>
            </a:xfrm>
            <a:custGeom>
              <a:avLst/>
              <a:gdLst>
                <a:gd name="T0" fmla="*/ 8 w 37"/>
                <a:gd name="T1" fmla="*/ 0 h 35"/>
                <a:gd name="T2" fmla="*/ 71 w 37"/>
                <a:gd name="T3" fmla="*/ 200 h 35"/>
                <a:gd name="T4" fmla="*/ 284 w 37"/>
                <a:gd name="T5" fmla="*/ 28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5">
                  <a:moveTo>
                    <a:pt x="1" y="0"/>
                  </a:moveTo>
                  <a:cubicBezTo>
                    <a:pt x="1" y="10"/>
                    <a:pt x="0" y="19"/>
                    <a:pt x="9" y="25"/>
                  </a:cubicBezTo>
                  <a:cubicBezTo>
                    <a:pt x="17" y="31"/>
                    <a:pt x="28" y="32"/>
                    <a:pt x="37" y="3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3" name="Freeform 92">
              <a:extLst>
                <a:ext uri="{FF2B5EF4-FFF2-40B4-BE49-F238E27FC236}">
                  <a16:creationId xmlns:a16="http://schemas.microsoft.com/office/drawing/2014/main" id="{01E6C040-E145-42DA-AA7E-0F31C4342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071"/>
              <a:ext cx="74" cy="59"/>
            </a:xfrm>
            <a:custGeom>
              <a:avLst/>
              <a:gdLst>
                <a:gd name="T0" fmla="*/ 0 w 37"/>
                <a:gd name="T1" fmla="*/ 0 h 30"/>
                <a:gd name="T2" fmla="*/ 80 w 37"/>
                <a:gd name="T3" fmla="*/ 205 h 30"/>
                <a:gd name="T4" fmla="*/ 296 w 37"/>
                <a:gd name="T5" fmla="*/ 18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0">
                  <a:moveTo>
                    <a:pt x="0" y="0"/>
                  </a:moveTo>
                  <a:cubicBezTo>
                    <a:pt x="0" y="5"/>
                    <a:pt x="2" y="23"/>
                    <a:pt x="10" y="27"/>
                  </a:cubicBezTo>
                  <a:cubicBezTo>
                    <a:pt x="16" y="30"/>
                    <a:pt x="31" y="28"/>
                    <a:pt x="37" y="2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4" name="Freeform 93">
              <a:extLst>
                <a:ext uri="{FF2B5EF4-FFF2-40B4-BE49-F238E27FC236}">
                  <a16:creationId xmlns:a16="http://schemas.microsoft.com/office/drawing/2014/main" id="{00DB22F4-F87A-4DF0-AEDA-BDA3B3B58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954"/>
              <a:ext cx="70" cy="73"/>
            </a:xfrm>
            <a:custGeom>
              <a:avLst/>
              <a:gdLst>
                <a:gd name="T0" fmla="*/ 0 w 35"/>
                <a:gd name="T1" fmla="*/ 0 h 37"/>
                <a:gd name="T2" fmla="*/ 88 w 35"/>
                <a:gd name="T3" fmla="*/ 215 h 37"/>
                <a:gd name="T4" fmla="*/ 280 w 35"/>
                <a:gd name="T5" fmla="*/ 28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cubicBezTo>
                    <a:pt x="5" y="9"/>
                    <a:pt x="3" y="20"/>
                    <a:pt x="11" y="28"/>
                  </a:cubicBezTo>
                  <a:cubicBezTo>
                    <a:pt x="17" y="33"/>
                    <a:pt x="27" y="37"/>
                    <a:pt x="35" y="3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5" name="Freeform 94">
              <a:extLst>
                <a:ext uri="{FF2B5EF4-FFF2-40B4-BE49-F238E27FC236}">
                  <a16:creationId xmlns:a16="http://schemas.microsoft.com/office/drawing/2014/main" id="{953AFEED-321D-4CEC-A751-F989BD5B9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835"/>
              <a:ext cx="64" cy="89"/>
            </a:xfrm>
            <a:custGeom>
              <a:avLst/>
              <a:gdLst>
                <a:gd name="T0" fmla="*/ 24 w 32"/>
                <a:gd name="T1" fmla="*/ 0 h 45"/>
                <a:gd name="T2" fmla="*/ 48 w 32"/>
                <a:gd name="T3" fmla="*/ 216 h 45"/>
                <a:gd name="T4" fmla="*/ 256 w 32"/>
                <a:gd name="T5" fmla="*/ 348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5">
                  <a:moveTo>
                    <a:pt x="3" y="0"/>
                  </a:moveTo>
                  <a:cubicBezTo>
                    <a:pt x="7" y="10"/>
                    <a:pt x="0" y="18"/>
                    <a:pt x="6" y="28"/>
                  </a:cubicBezTo>
                  <a:cubicBezTo>
                    <a:pt x="11" y="37"/>
                    <a:pt x="22" y="42"/>
                    <a:pt x="32" y="4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6" name="Freeform 95">
              <a:extLst>
                <a:ext uri="{FF2B5EF4-FFF2-40B4-BE49-F238E27FC236}">
                  <a16:creationId xmlns:a16="http://schemas.microsoft.com/office/drawing/2014/main" id="{26D60B61-AABA-47B7-B14E-F060E46F9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916"/>
              <a:ext cx="53" cy="75"/>
            </a:xfrm>
            <a:custGeom>
              <a:avLst/>
              <a:gdLst>
                <a:gd name="T0" fmla="*/ 0 w 27"/>
                <a:gd name="T1" fmla="*/ 0 h 38"/>
                <a:gd name="T2" fmla="*/ 204 w 27"/>
                <a:gd name="T3" fmla="*/ 29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8">
                  <a:moveTo>
                    <a:pt x="0" y="0"/>
                  </a:moveTo>
                  <a:cubicBezTo>
                    <a:pt x="4" y="20"/>
                    <a:pt x="10" y="27"/>
                    <a:pt x="27" y="3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7" name="Freeform 96">
              <a:extLst>
                <a:ext uri="{FF2B5EF4-FFF2-40B4-BE49-F238E27FC236}">
                  <a16:creationId xmlns:a16="http://schemas.microsoft.com/office/drawing/2014/main" id="{83D801B7-2A53-4805-8DF6-074030F9D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021"/>
              <a:ext cx="71" cy="71"/>
            </a:xfrm>
            <a:custGeom>
              <a:avLst/>
              <a:gdLst>
                <a:gd name="T0" fmla="*/ 0 w 36"/>
                <a:gd name="T1" fmla="*/ 0 h 36"/>
                <a:gd name="T2" fmla="*/ 276 w 36"/>
                <a:gd name="T3" fmla="*/ 27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6">
                  <a:moveTo>
                    <a:pt x="0" y="0"/>
                  </a:moveTo>
                  <a:cubicBezTo>
                    <a:pt x="1" y="26"/>
                    <a:pt x="15" y="31"/>
                    <a:pt x="36" y="3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8" name="Freeform 97">
              <a:extLst>
                <a:ext uri="{FF2B5EF4-FFF2-40B4-BE49-F238E27FC236}">
                  <a16:creationId xmlns:a16="http://schemas.microsoft.com/office/drawing/2014/main" id="{EBD38695-C7A6-4EB1-84EE-3D2DB605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154"/>
              <a:ext cx="57" cy="41"/>
            </a:xfrm>
            <a:custGeom>
              <a:avLst/>
              <a:gdLst>
                <a:gd name="T0" fmla="*/ 0 w 29"/>
                <a:gd name="T1" fmla="*/ 0 h 21"/>
                <a:gd name="T2" fmla="*/ 220 w 29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0" y="0"/>
                  </a:moveTo>
                  <a:cubicBezTo>
                    <a:pt x="8" y="9"/>
                    <a:pt x="24" y="15"/>
                    <a:pt x="29" y="2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9" name="Freeform 98">
              <a:extLst>
                <a:ext uri="{FF2B5EF4-FFF2-40B4-BE49-F238E27FC236}">
                  <a16:creationId xmlns:a16="http://schemas.microsoft.com/office/drawing/2014/main" id="{D1A44D3B-CE38-422B-AEA4-ECB40B265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124"/>
              <a:ext cx="87" cy="42"/>
            </a:xfrm>
            <a:custGeom>
              <a:avLst/>
              <a:gdLst>
                <a:gd name="T0" fmla="*/ 0 w 44"/>
                <a:gd name="T1" fmla="*/ 0 h 21"/>
                <a:gd name="T2" fmla="*/ 71 w 44"/>
                <a:gd name="T3" fmla="*/ 128 h 21"/>
                <a:gd name="T4" fmla="*/ 184 w 44"/>
                <a:gd name="T5" fmla="*/ 160 h 21"/>
                <a:gd name="T6" fmla="*/ 340 w 44"/>
                <a:gd name="T7" fmla="*/ 16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1">
                  <a:moveTo>
                    <a:pt x="0" y="0"/>
                  </a:moveTo>
                  <a:cubicBezTo>
                    <a:pt x="3" y="4"/>
                    <a:pt x="5" y="11"/>
                    <a:pt x="9" y="16"/>
                  </a:cubicBezTo>
                  <a:cubicBezTo>
                    <a:pt x="14" y="17"/>
                    <a:pt x="19" y="20"/>
                    <a:pt x="24" y="20"/>
                  </a:cubicBezTo>
                  <a:cubicBezTo>
                    <a:pt x="31" y="21"/>
                    <a:pt x="37" y="20"/>
                    <a:pt x="44" y="2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0" name="Freeform 99">
              <a:extLst>
                <a:ext uri="{FF2B5EF4-FFF2-40B4-BE49-F238E27FC236}">
                  <a16:creationId xmlns:a16="http://schemas.microsoft.com/office/drawing/2014/main" id="{C3C8DBC3-E2D4-42F2-B6C9-18E8D58D8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191"/>
              <a:ext cx="113" cy="38"/>
            </a:xfrm>
            <a:custGeom>
              <a:avLst/>
              <a:gdLst>
                <a:gd name="T0" fmla="*/ 0 w 57"/>
                <a:gd name="T1" fmla="*/ 120 h 19"/>
                <a:gd name="T2" fmla="*/ 0 w 57"/>
                <a:gd name="T3" fmla="*/ 136 h 19"/>
                <a:gd name="T4" fmla="*/ 240 w 57"/>
                <a:gd name="T5" fmla="*/ 32 h 19"/>
                <a:gd name="T6" fmla="*/ 444 w 57"/>
                <a:gd name="T7" fmla="*/ 15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9">
                  <a:moveTo>
                    <a:pt x="0" y="15"/>
                  </a:moveTo>
                  <a:cubicBezTo>
                    <a:pt x="0" y="15"/>
                    <a:pt x="0" y="16"/>
                    <a:pt x="0" y="17"/>
                  </a:cubicBezTo>
                  <a:cubicBezTo>
                    <a:pt x="11" y="10"/>
                    <a:pt x="17" y="0"/>
                    <a:pt x="31" y="4"/>
                  </a:cubicBezTo>
                  <a:cubicBezTo>
                    <a:pt x="41" y="7"/>
                    <a:pt x="48" y="15"/>
                    <a:pt x="57" y="1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1" name="Freeform 100">
              <a:extLst>
                <a:ext uri="{FF2B5EF4-FFF2-40B4-BE49-F238E27FC236}">
                  <a16:creationId xmlns:a16="http://schemas.microsoft.com/office/drawing/2014/main" id="{DCF2B32B-E5EB-410D-8428-F6B102B76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187"/>
              <a:ext cx="466" cy="44"/>
            </a:xfrm>
            <a:custGeom>
              <a:avLst/>
              <a:gdLst>
                <a:gd name="T0" fmla="*/ 0 w 235"/>
                <a:gd name="T1" fmla="*/ 176 h 22"/>
                <a:gd name="T2" fmla="*/ 256 w 235"/>
                <a:gd name="T3" fmla="*/ 40 h 22"/>
                <a:gd name="T4" fmla="*/ 492 w 235"/>
                <a:gd name="T5" fmla="*/ 160 h 22"/>
                <a:gd name="T6" fmla="*/ 664 w 235"/>
                <a:gd name="T7" fmla="*/ 56 h 22"/>
                <a:gd name="T8" fmla="*/ 771 w 235"/>
                <a:gd name="T9" fmla="*/ 56 h 22"/>
                <a:gd name="T10" fmla="*/ 976 w 235"/>
                <a:gd name="T11" fmla="*/ 160 h 22"/>
                <a:gd name="T12" fmla="*/ 1085 w 235"/>
                <a:gd name="T13" fmla="*/ 56 h 22"/>
                <a:gd name="T14" fmla="*/ 1239 w 235"/>
                <a:gd name="T15" fmla="*/ 24 h 22"/>
                <a:gd name="T16" fmla="*/ 1444 w 235"/>
                <a:gd name="T17" fmla="*/ 168 h 22"/>
                <a:gd name="T18" fmla="*/ 1636 w 235"/>
                <a:gd name="T19" fmla="*/ 32 h 22"/>
                <a:gd name="T20" fmla="*/ 1832 w 235"/>
                <a:gd name="T21" fmla="*/ 176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5" h="22">
                  <a:moveTo>
                    <a:pt x="0" y="22"/>
                  </a:moveTo>
                  <a:cubicBezTo>
                    <a:pt x="12" y="21"/>
                    <a:pt x="19" y="4"/>
                    <a:pt x="33" y="5"/>
                  </a:cubicBezTo>
                  <a:cubicBezTo>
                    <a:pt x="44" y="6"/>
                    <a:pt x="53" y="22"/>
                    <a:pt x="63" y="20"/>
                  </a:cubicBezTo>
                  <a:cubicBezTo>
                    <a:pt x="69" y="19"/>
                    <a:pt x="78" y="10"/>
                    <a:pt x="85" y="7"/>
                  </a:cubicBezTo>
                  <a:cubicBezTo>
                    <a:pt x="91" y="5"/>
                    <a:pt x="93" y="4"/>
                    <a:pt x="99" y="7"/>
                  </a:cubicBezTo>
                  <a:cubicBezTo>
                    <a:pt x="108" y="10"/>
                    <a:pt x="118" y="15"/>
                    <a:pt x="125" y="20"/>
                  </a:cubicBezTo>
                  <a:cubicBezTo>
                    <a:pt x="127" y="15"/>
                    <a:pt x="134" y="11"/>
                    <a:pt x="139" y="7"/>
                  </a:cubicBezTo>
                  <a:cubicBezTo>
                    <a:pt x="147" y="2"/>
                    <a:pt x="150" y="0"/>
                    <a:pt x="159" y="3"/>
                  </a:cubicBezTo>
                  <a:cubicBezTo>
                    <a:pt x="169" y="7"/>
                    <a:pt x="178" y="15"/>
                    <a:pt x="185" y="21"/>
                  </a:cubicBezTo>
                  <a:cubicBezTo>
                    <a:pt x="187" y="11"/>
                    <a:pt x="201" y="3"/>
                    <a:pt x="210" y="4"/>
                  </a:cubicBezTo>
                  <a:cubicBezTo>
                    <a:pt x="220" y="5"/>
                    <a:pt x="229" y="15"/>
                    <a:pt x="235" y="2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2" name="Freeform 101">
              <a:extLst>
                <a:ext uri="{FF2B5EF4-FFF2-40B4-BE49-F238E27FC236}">
                  <a16:creationId xmlns:a16="http://schemas.microsoft.com/office/drawing/2014/main" id="{3B641D6D-9F47-4154-8766-8DB505327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187"/>
              <a:ext cx="489" cy="42"/>
            </a:xfrm>
            <a:custGeom>
              <a:avLst/>
              <a:gdLst>
                <a:gd name="T0" fmla="*/ 0 w 247"/>
                <a:gd name="T1" fmla="*/ 152 h 21"/>
                <a:gd name="T2" fmla="*/ 271 w 247"/>
                <a:gd name="T3" fmla="*/ 24 h 21"/>
                <a:gd name="T4" fmla="*/ 505 w 247"/>
                <a:gd name="T5" fmla="*/ 160 h 21"/>
                <a:gd name="T6" fmla="*/ 808 w 247"/>
                <a:gd name="T7" fmla="*/ 16 h 21"/>
                <a:gd name="T8" fmla="*/ 968 w 247"/>
                <a:gd name="T9" fmla="*/ 96 h 21"/>
                <a:gd name="T10" fmla="*/ 1077 w 247"/>
                <a:gd name="T11" fmla="*/ 168 h 21"/>
                <a:gd name="T12" fmla="*/ 1220 w 247"/>
                <a:gd name="T13" fmla="*/ 72 h 21"/>
                <a:gd name="T14" fmla="*/ 1340 w 247"/>
                <a:gd name="T15" fmla="*/ 48 h 21"/>
                <a:gd name="T16" fmla="*/ 1560 w 247"/>
                <a:gd name="T17" fmla="*/ 160 h 21"/>
                <a:gd name="T18" fmla="*/ 1724 w 247"/>
                <a:gd name="T19" fmla="*/ 72 h 21"/>
                <a:gd name="T20" fmla="*/ 1916 w 247"/>
                <a:gd name="T21" fmla="*/ 168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7" h="21">
                  <a:moveTo>
                    <a:pt x="0" y="19"/>
                  </a:moveTo>
                  <a:cubicBezTo>
                    <a:pt x="12" y="12"/>
                    <a:pt x="21" y="0"/>
                    <a:pt x="35" y="3"/>
                  </a:cubicBezTo>
                  <a:cubicBezTo>
                    <a:pt x="47" y="6"/>
                    <a:pt x="55" y="14"/>
                    <a:pt x="65" y="20"/>
                  </a:cubicBezTo>
                  <a:cubicBezTo>
                    <a:pt x="71" y="11"/>
                    <a:pt x="92" y="0"/>
                    <a:pt x="104" y="2"/>
                  </a:cubicBezTo>
                  <a:cubicBezTo>
                    <a:pt x="112" y="3"/>
                    <a:pt x="118" y="8"/>
                    <a:pt x="125" y="12"/>
                  </a:cubicBezTo>
                  <a:cubicBezTo>
                    <a:pt x="127" y="14"/>
                    <a:pt x="137" y="21"/>
                    <a:pt x="139" y="21"/>
                  </a:cubicBezTo>
                  <a:cubicBezTo>
                    <a:pt x="144" y="21"/>
                    <a:pt x="152" y="11"/>
                    <a:pt x="157" y="9"/>
                  </a:cubicBezTo>
                  <a:cubicBezTo>
                    <a:pt x="162" y="7"/>
                    <a:pt x="167" y="5"/>
                    <a:pt x="173" y="6"/>
                  </a:cubicBezTo>
                  <a:cubicBezTo>
                    <a:pt x="182" y="7"/>
                    <a:pt x="193" y="15"/>
                    <a:pt x="201" y="20"/>
                  </a:cubicBezTo>
                  <a:cubicBezTo>
                    <a:pt x="204" y="12"/>
                    <a:pt x="214" y="9"/>
                    <a:pt x="222" y="9"/>
                  </a:cubicBezTo>
                  <a:cubicBezTo>
                    <a:pt x="234" y="9"/>
                    <a:pt x="239" y="16"/>
                    <a:pt x="247" y="2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3" name="Freeform 102">
              <a:extLst>
                <a:ext uri="{FF2B5EF4-FFF2-40B4-BE49-F238E27FC236}">
                  <a16:creationId xmlns:a16="http://schemas.microsoft.com/office/drawing/2014/main" id="{DE090A01-962D-4C3F-898F-CCBEA7A4C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199"/>
              <a:ext cx="392" cy="32"/>
            </a:xfrm>
            <a:custGeom>
              <a:avLst/>
              <a:gdLst>
                <a:gd name="T0" fmla="*/ 0 w 198"/>
                <a:gd name="T1" fmla="*/ 112 h 16"/>
                <a:gd name="T2" fmla="*/ 208 w 198"/>
                <a:gd name="T3" fmla="*/ 32 h 16"/>
                <a:gd name="T4" fmla="*/ 301 w 198"/>
                <a:gd name="T5" fmla="*/ 88 h 16"/>
                <a:gd name="T6" fmla="*/ 372 w 198"/>
                <a:gd name="T7" fmla="*/ 104 h 16"/>
                <a:gd name="T8" fmla="*/ 568 w 198"/>
                <a:gd name="T9" fmla="*/ 24 h 16"/>
                <a:gd name="T10" fmla="*/ 659 w 198"/>
                <a:gd name="T11" fmla="*/ 80 h 16"/>
                <a:gd name="T12" fmla="*/ 729 w 198"/>
                <a:gd name="T13" fmla="*/ 128 h 16"/>
                <a:gd name="T14" fmla="*/ 855 w 198"/>
                <a:gd name="T15" fmla="*/ 48 h 16"/>
                <a:gd name="T16" fmla="*/ 976 w 198"/>
                <a:gd name="T17" fmla="*/ 32 h 16"/>
                <a:gd name="T18" fmla="*/ 1077 w 198"/>
                <a:gd name="T19" fmla="*/ 96 h 16"/>
                <a:gd name="T20" fmla="*/ 1132 w 198"/>
                <a:gd name="T21" fmla="*/ 104 h 16"/>
                <a:gd name="T22" fmla="*/ 1188 w 198"/>
                <a:gd name="T23" fmla="*/ 64 h 16"/>
                <a:gd name="T24" fmla="*/ 1273 w 198"/>
                <a:gd name="T25" fmla="*/ 32 h 16"/>
                <a:gd name="T26" fmla="*/ 1356 w 198"/>
                <a:gd name="T27" fmla="*/ 24 h 16"/>
                <a:gd name="T28" fmla="*/ 1457 w 198"/>
                <a:gd name="T29" fmla="*/ 64 h 16"/>
                <a:gd name="T30" fmla="*/ 1536 w 198"/>
                <a:gd name="T31" fmla="*/ 112 h 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8" h="16">
                  <a:moveTo>
                    <a:pt x="0" y="14"/>
                  </a:moveTo>
                  <a:cubicBezTo>
                    <a:pt x="8" y="9"/>
                    <a:pt x="17" y="0"/>
                    <a:pt x="27" y="4"/>
                  </a:cubicBezTo>
                  <a:cubicBezTo>
                    <a:pt x="31" y="6"/>
                    <a:pt x="36" y="9"/>
                    <a:pt x="39" y="11"/>
                  </a:cubicBezTo>
                  <a:cubicBezTo>
                    <a:pt x="44" y="14"/>
                    <a:pt x="43" y="15"/>
                    <a:pt x="48" y="13"/>
                  </a:cubicBezTo>
                  <a:cubicBezTo>
                    <a:pt x="55" y="9"/>
                    <a:pt x="64" y="1"/>
                    <a:pt x="73" y="3"/>
                  </a:cubicBezTo>
                  <a:cubicBezTo>
                    <a:pt x="78" y="4"/>
                    <a:pt x="81" y="8"/>
                    <a:pt x="85" y="10"/>
                  </a:cubicBezTo>
                  <a:cubicBezTo>
                    <a:pt x="88" y="12"/>
                    <a:pt x="91" y="14"/>
                    <a:pt x="94" y="16"/>
                  </a:cubicBezTo>
                  <a:cubicBezTo>
                    <a:pt x="97" y="11"/>
                    <a:pt x="105" y="9"/>
                    <a:pt x="110" y="6"/>
                  </a:cubicBezTo>
                  <a:cubicBezTo>
                    <a:pt x="115" y="4"/>
                    <a:pt x="121" y="2"/>
                    <a:pt x="126" y="4"/>
                  </a:cubicBezTo>
                  <a:cubicBezTo>
                    <a:pt x="130" y="5"/>
                    <a:pt x="136" y="9"/>
                    <a:pt x="139" y="12"/>
                  </a:cubicBezTo>
                  <a:cubicBezTo>
                    <a:pt x="143" y="14"/>
                    <a:pt x="143" y="16"/>
                    <a:pt x="146" y="13"/>
                  </a:cubicBezTo>
                  <a:cubicBezTo>
                    <a:pt x="149" y="12"/>
                    <a:pt x="150" y="9"/>
                    <a:pt x="153" y="8"/>
                  </a:cubicBezTo>
                  <a:cubicBezTo>
                    <a:pt x="156" y="6"/>
                    <a:pt x="160" y="6"/>
                    <a:pt x="164" y="4"/>
                  </a:cubicBezTo>
                  <a:cubicBezTo>
                    <a:pt x="169" y="3"/>
                    <a:pt x="170" y="2"/>
                    <a:pt x="175" y="3"/>
                  </a:cubicBezTo>
                  <a:cubicBezTo>
                    <a:pt x="180" y="4"/>
                    <a:pt x="183" y="5"/>
                    <a:pt x="188" y="8"/>
                  </a:cubicBezTo>
                  <a:cubicBezTo>
                    <a:pt x="191" y="10"/>
                    <a:pt x="196" y="13"/>
                    <a:pt x="198" y="1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4" name="Freeform 103">
              <a:extLst>
                <a:ext uri="{FF2B5EF4-FFF2-40B4-BE49-F238E27FC236}">
                  <a16:creationId xmlns:a16="http://schemas.microsoft.com/office/drawing/2014/main" id="{4D2D4567-C240-42DA-9545-0397E7307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191"/>
              <a:ext cx="390" cy="38"/>
            </a:xfrm>
            <a:custGeom>
              <a:avLst/>
              <a:gdLst>
                <a:gd name="T0" fmla="*/ 0 w 197"/>
                <a:gd name="T1" fmla="*/ 152 h 19"/>
                <a:gd name="T2" fmla="*/ 141 w 197"/>
                <a:gd name="T3" fmla="*/ 24 h 19"/>
                <a:gd name="T4" fmla="*/ 263 w 197"/>
                <a:gd name="T5" fmla="*/ 64 h 19"/>
                <a:gd name="T6" fmla="*/ 341 w 197"/>
                <a:gd name="T7" fmla="*/ 96 h 19"/>
                <a:gd name="T8" fmla="*/ 380 w 197"/>
                <a:gd name="T9" fmla="*/ 120 h 19"/>
                <a:gd name="T10" fmla="*/ 436 w 197"/>
                <a:gd name="T11" fmla="*/ 136 h 19"/>
                <a:gd name="T12" fmla="*/ 580 w 197"/>
                <a:gd name="T13" fmla="*/ 48 h 19"/>
                <a:gd name="T14" fmla="*/ 651 w 197"/>
                <a:gd name="T15" fmla="*/ 80 h 19"/>
                <a:gd name="T16" fmla="*/ 736 w 197"/>
                <a:gd name="T17" fmla="*/ 128 h 19"/>
                <a:gd name="T18" fmla="*/ 776 w 197"/>
                <a:gd name="T19" fmla="*/ 152 h 19"/>
                <a:gd name="T20" fmla="*/ 863 w 197"/>
                <a:gd name="T21" fmla="*/ 96 h 19"/>
                <a:gd name="T22" fmla="*/ 1061 w 197"/>
                <a:gd name="T23" fmla="*/ 64 h 19"/>
                <a:gd name="T24" fmla="*/ 1132 w 197"/>
                <a:gd name="T25" fmla="*/ 112 h 19"/>
                <a:gd name="T26" fmla="*/ 1180 w 197"/>
                <a:gd name="T27" fmla="*/ 152 h 19"/>
                <a:gd name="T28" fmla="*/ 1204 w 197"/>
                <a:gd name="T29" fmla="*/ 128 h 19"/>
                <a:gd name="T30" fmla="*/ 1273 w 197"/>
                <a:gd name="T31" fmla="*/ 96 h 19"/>
                <a:gd name="T32" fmla="*/ 1512 w 197"/>
                <a:gd name="T33" fmla="*/ 8 h 19"/>
                <a:gd name="T34" fmla="*/ 1528 w 197"/>
                <a:gd name="T35" fmla="*/ 0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7" h="19">
                  <a:moveTo>
                    <a:pt x="0" y="19"/>
                  </a:moveTo>
                  <a:cubicBezTo>
                    <a:pt x="7" y="16"/>
                    <a:pt x="10" y="5"/>
                    <a:pt x="18" y="3"/>
                  </a:cubicBezTo>
                  <a:cubicBezTo>
                    <a:pt x="23" y="1"/>
                    <a:pt x="29" y="6"/>
                    <a:pt x="34" y="8"/>
                  </a:cubicBezTo>
                  <a:cubicBezTo>
                    <a:pt x="37" y="9"/>
                    <a:pt x="41" y="10"/>
                    <a:pt x="44" y="12"/>
                  </a:cubicBezTo>
                  <a:cubicBezTo>
                    <a:pt x="46" y="13"/>
                    <a:pt x="47" y="15"/>
                    <a:pt x="49" y="15"/>
                  </a:cubicBezTo>
                  <a:cubicBezTo>
                    <a:pt x="51" y="16"/>
                    <a:pt x="54" y="16"/>
                    <a:pt x="56" y="17"/>
                  </a:cubicBezTo>
                  <a:cubicBezTo>
                    <a:pt x="59" y="13"/>
                    <a:pt x="69" y="5"/>
                    <a:pt x="75" y="6"/>
                  </a:cubicBezTo>
                  <a:cubicBezTo>
                    <a:pt x="78" y="6"/>
                    <a:pt x="81" y="9"/>
                    <a:pt x="84" y="10"/>
                  </a:cubicBezTo>
                  <a:cubicBezTo>
                    <a:pt x="88" y="11"/>
                    <a:pt x="92" y="13"/>
                    <a:pt x="95" y="16"/>
                  </a:cubicBezTo>
                  <a:cubicBezTo>
                    <a:pt x="96" y="17"/>
                    <a:pt x="99" y="19"/>
                    <a:pt x="100" y="19"/>
                  </a:cubicBezTo>
                  <a:cubicBezTo>
                    <a:pt x="103" y="19"/>
                    <a:pt x="108" y="14"/>
                    <a:pt x="111" y="12"/>
                  </a:cubicBezTo>
                  <a:cubicBezTo>
                    <a:pt x="118" y="9"/>
                    <a:pt x="129" y="4"/>
                    <a:pt x="137" y="8"/>
                  </a:cubicBezTo>
                  <a:cubicBezTo>
                    <a:pt x="140" y="10"/>
                    <a:pt x="143" y="12"/>
                    <a:pt x="146" y="14"/>
                  </a:cubicBezTo>
                  <a:cubicBezTo>
                    <a:pt x="147" y="16"/>
                    <a:pt x="150" y="19"/>
                    <a:pt x="152" y="19"/>
                  </a:cubicBezTo>
                  <a:cubicBezTo>
                    <a:pt x="153" y="19"/>
                    <a:pt x="154" y="17"/>
                    <a:pt x="155" y="16"/>
                  </a:cubicBezTo>
                  <a:cubicBezTo>
                    <a:pt x="158" y="15"/>
                    <a:pt x="161" y="13"/>
                    <a:pt x="164" y="12"/>
                  </a:cubicBezTo>
                  <a:cubicBezTo>
                    <a:pt x="174" y="7"/>
                    <a:pt x="185" y="6"/>
                    <a:pt x="195" y="1"/>
                  </a:cubicBezTo>
                  <a:cubicBezTo>
                    <a:pt x="195" y="0"/>
                    <a:pt x="197" y="0"/>
                    <a:pt x="19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5" name="Freeform 104">
              <a:extLst>
                <a:ext uri="{FF2B5EF4-FFF2-40B4-BE49-F238E27FC236}">
                  <a16:creationId xmlns:a16="http://schemas.microsoft.com/office/drawing/2014/main" id="{AA39FEEF-7CB2-41BC-A70D-00216243E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179"/>
              <a:ext cx="129" cy="26"/>
            </a:xfrm>
            <a:custGeom>
              <a:avLst/>
              <a:gdLst>
                <a:gd name="T0" fmla="*/ 0 w 65"/>
                <a:gd name="T1" fmla="*/ 96 h 13"/>
                <a:gd name="T2" fmla="*/ 288 w 65"/>
                <a:gd name="T3" fmla="*/ 16 h 13"/>
                <a:gd name="T4" fmla="*/ 437 w 65"/>
                <a:gd name="T5" fmla="*/ 56 h 13"/>
                <a:gd name="T6" fmla="*/ 508 w 65"/>
                <a:gd name="T7" fmla="*/ 9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3">
                  <a:moveTo>
                    <a:pt x="0" y="12"/>
                  </a:moveTo>
                  <a:cubicBezTo>
                    <a:pt x="13" y="13"/>
                    <a:pt x="23" y="0"/>
                    <a:pt x="37" y="2"/>
                  </a:cubicBezTo>
                  <a:cubicBezTo>
                    <a:pt x="44" y="3"/>
                    <a:pt x="50" y="4"/>
                    <a:pt x="56" y="7"/>
                  </a:cubicBezTo>
                  <a:cubicBezTo>
                    <a:pt x="59" y="8"/>
                    <a:pt x="61" y="11"/>
                    <a:pt x="65" y="1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6" name="Freeform 105">
              <a:extLst>
                <a:ext uri="{FF2B5EF4-FFF2-40B4-BE49-F238E27FC236}">
                  <a16:creationId xmlns:a16="http://schemas.microsoft.com/office/drawing/2014/main" id="{B06660D9-74AB-498A-B89B-089B77073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169"/>
              <a:ext cx="112" cy="26"/>
            </a:xfrm>
            <a:custGeom>
              <a:avLst/>
              <a:gdLst>
                <a:gd name="T0" fmla="*/ 0 w 57"/>
                <a:gd name="T1" fmla="*/ 104 h 13"/>
                <a:gd name="T2" fmla="*/ 165 w 57"/>
                <a:gd name="T3" fmla="*/ 16 h 13"/>
                <a:gd name="T4" fmla="*/ 305 w 57"/>
                <a:gd name="T5" fmla="*/ 24 h 13"/>
                <a:gd name="T6" fmla="*/ 432 w 57"/>
                <a:gd name="T7" fmla="*/ 9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3">
                  <a:moveTo>
                    <a:pt x="0" y="13"/>
                  </a:moveTo>
                  <a:cubicBezTo>
                    <a:pt x="3" y="9"/>
                    <a:pt x="17" y="3"/>
                    <a:pt x="22" y="2"/>
                  </a:cubicBezTo>
                  <a:cubicBezTo>
                    <a:pt x="28" y="0"/>
                    <a:pt x="34" y="1"/>
                    <a:pt x="40" y="3"/>
                  </a:cubicBezTo>
                  <a:cubicBezTo>
                    <a:pt x="44" y="4"/>
                    <a:pt x="56" y="8"/>
                    <a:pt x="57" y="1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7" name="Freeform 106">
              <a:extLst>
                <a:ext uri="{FF2B5EF4-FFF2-40B4-BE49-F238E27FC236}">
                  <a16:creationId xmlns:a16="http://schemas.microsoft.com/office/drawing/2014/main" id="{464EA099-21CF-4388-93DB-CDD2B8D2F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181"/>
              <a:ext cx="101" cy="22"/>
            </a:xfrm>
            <a:custGeom>
              <a:avLst/>
              <a:gdLst>
                <a:gd name="T0" fmla="*/ 396 w 51"/>
                <a:gd name="T1" fmla="*/ 72 h 11"/>
                <a:gd name="T2" fmla="*/ 309 w 51"/>
                <a:gd name="T3" fmla="*/ 48 h 11"/>
                <a:gd name="T4" fmla="*/ 164 w 51"/>
                <a:gd name="T5" fmla="*/ 8 h 11"/>
                <a:gd name="T6" fmla="*/ 0 w 51"/>
                <a:gd name="T7" fmla="*/ 7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1">
                  <a:moveTo>
                    <a:pt x="51" y="9"/>
                  </a:moveTo>
                  <a:cubicBezTo>
                    <a:pt x="47" y="11"/>
                    <a:pt x="43" y="8"/>
                    <a:pt x="40" y="6"/>
                  </a:cubicBezTo>
                  <a:cubicBezTo>
                    <a:pt x="34" y="3"/>
                    <a:pt x="27" y="0"/>
                    <a:pt x="21" y="1"/>
                  </a:cubicBezTo>
                  <a:cubicBezTo>
                    <a:pt x="15" y="1"/>
                    <a:pt x="4" y="3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8" name="Freeform 107">
              <a:extLst>
                <a:ext uri="{FF2B5EF4-FFF2-40B4-BE49-F238E27FC236}">
                  <a16:creationId xmlns:a16="http://schemas.microsoft.com/office/drawing/2014/main" id="{F8ADB087-9AD1-457A-8AB9-ABB48930F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163"/>
              <a:ext cx="333" cy="32"/>
            </a:xfrm>
            <a:custGeom>
              <a:avLst/>
              <a:gdLst>
                <a:gd name="T0" fmla="*/ 0 w 168"/>
                <a:gd name="T1" fmla="*/ 120 h 16"/>
                <a:gd name="T2" fmla="*/ 224 w 168"/>
                <a:gd name="T3" fmla="*/ 40 h 16"/>
                <a:gd name="T4" fmla="*/ 365 w 168"/>
                <a:gd name="T5" fmla="*/ 112 h 16"/>
                <a:gd name="T6" fmla="*/ 531 w 168"/>
                <a:gd name="T7" fmla="*/ 48 h 16"/>
                <a:gd name="T8" fmla="*/ 716 w 168"/>
                <a:gd name="T9" fmla="*/ 40 h 16"/>
                <a:gd name="T10" fmla="*/ 817 w 168"/>
                <a:gd name="T11" fmla="*/ 96 h 16"/>
                <a:gd name="T12" fmla="*/ 951 w 168"/>
                <a:gd name="T13" fmla="*/ 48 h 16"/>
                <a:gd name="T14" fmla="*/ 1191 w 168"/>
                <a:gd name="T15" fmla="*/ 40 h 16"/>
                <a:gd name="T16" fmla="*/ 1308 w 168"/>
                <a:gd name="T17" fmla="*/ 10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16">
                  <a:moveTo>
                    <a:pt x="0" y="15"/>
                  </a:moveTo>
                  <a:cubicBezTo>
                    <a:pt x="11" y="15"/>
                    <a:pt x="18" y="3"/>
                    <a:pt x="29" y="5"/>
                  </a:cubicBezTo>
                  <a:cubicBezTo>
                    <a:pt x="36" y="6"/>
                    <a:pt x="41" y="12"/>
                    <a:pt x="47" y="14"/>
                  </a:cubicBezTo>
                  <a:cubicBezTo>
                    <a:pt x="53" y="16"/>
                    <a:pt x="63" y="9"/>
                    <a:pt x="68" y="6"/>
                  </a:cubicBezTo>
                  <a:cubicBezTo>
                    <a:pt x="77" y="1"/>
                    <a:pt x="83" y="0"/>
                    <a:pt x="92" y="5"/>
                  </a:cubicBezTo>
                  <a:cubicBezTo>
                    <a:pt x="96" y="7"/>
                    <a:pt x="101" y="11"/>
                    <a:pt x="105" y="12"/>
                  </a:cubicBezTo>
                  <a:cubicBezTo>
                    <a:pt x="111" y="14"/>
                    <a:pt x="116" y="8"/>
                    <a:pt x="122" y="6"/>
                  </a:cubicBezTo>
                  <a:cubicBezTo>
                    <a:pt x="131" y="3"/>
                    <a:pt x="145" y="1"/>
                    <a:pt x="153" y="5"/>
                  </a:cubicBezTo>
                  <a:cubicBezTo>
                    <a:pt x="158" y="8"/>
                    <a:pt x="163" y="11"/>
                    <a:pt x="168" y="1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9" name="Freeform 108">
              <a:extLst>
                <a:ext uri="{FF2B5EF4-FFF2-40B4-BE49-F238E27FC236}">
                  <a16:creationId xmlns:a16="http://schemas.microsoft.com/office/drawing/2014/main" id="{E0504C34-1ABC-476D-A14F-93D201538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161"/>
              <a:ext cx="429" cy="52"/>
            </a:xfrm>
            <a:custGeom>
              <a:avLst/>
              <a:gdLst>
                <a:gd name="T0" fmla="*/ 0 w 217"/>
                <a:gd name="T1" fmla="*/ 128 h 26"/>
                <a:gd name="T2" fmla="*/ 255 w 217"/>
                <a:gd name="T3" fmla="*/ 8 h 26"/>
                <a:gd name="T4" fmla="*/ 403 w 217"/>
                <a:gd name="T5" fmla="*/ 120 h 26"/>
                <a:gd name="T6" fmla="*/ 563 w 217"/>
                <a:gd name="T7" fmla="*/ 88 h 26"/>
                <a:gd name="T8" fmla="*/ 789 w 217"/>
                <a:gd name="T9" fmla="*/ 120 h 26"/>
                <a:gd name="T10" fmla="*/ 888 w 217"/>
                <a:gd name="T11" fmla="*/ 168 h 26"/>
                <a:gd name="T12" fmla="*/ 1113 w 217"/>
                <a:gd name="T13" fmla="*/ 104 h 26"/>
                <a:gd name="T14" fmla="*/ 1180 w 217"/>
                <a:gd name="T15" fmla="*/ 136 h 26"/>
                <a:gd name="T16" fmla="*/ 1228 w 217"/>
                <a:gd name="T17" fmla="*/ 168 h 26"/>
                <a:gd name="T18" fmla="*/ 1289 w 217"/>
                <a:gd name="T19" fmla="*/ 152 h 26"/>
                <a:gd name="T20" fmla="*/ 1461 w 217"/>
                <a:gd name="T21" fmla="*/ 96 h 26"/>
                <a:gd name="T22" fmla="*/ 1661 w 217"/>
                <a:gd name="T23" fmla="*/ 144 h 26"/>
                <a:gd name="T24" fmla="*/ 1676 w 217"/>
                <a:gd name="T25" fmla="*/ 208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7" h="26">
                  <a:moveTo>
                    <a:pt x="0" y="16"/>
                  </a:moveTo>
                  <a:cubicBezTo>
                    <a:pt x="13" y="17"/>
                    <a:pt x="20" y="2"/>
                    <a:pt x="33" y="1"/>
                  </a:cubicBezTo>
                  <a:cubicBezTo>
                    <a:pt x="41" y="0"/>
                    <a:pt x="46" y="10"/>
                    <a:pt x="52" y="15"/>
                  </a:cubicBezTo>
                  <a:cubicBezTo>
                    <a:pt x="58" y="20"/>
                    <a:pt x="66" y="14"/>
                    <a:pt x="73" y="11"/>
                  </a:cubicBezTo>
                  <a:cubicBezTo>
                    <a:pt x="85" y="7"/>
                    <a:pt x="92" y="8"/>
                    <a:pt x="102" y="15"/>
                  </a:cubicBezTo>
                  <a:cubicBezTo>
                    <a:pt x="107" y="19"/>
                    <a:pt x="109" y="23"/>
                    <a:pt x="115" y="21"/>
                  </a:cubicBezTo>
                  <a:cubicBezTo>
                    <a:pt x="124" y="18"/>
                    <a:pt x="134" y="12"/>
                    <a:pt x="144" y="13"/>
                  </a:cubicBezTo>
                  <a:cubicBezTo>
                    <a:pt x="148" y="14"/>
                    <a:pt x="150" y="15"/>
                    <a:pt x="153" y="17"/>
                  </a:cubicBezTo>
                  <a:cubicBezTo>
                    <a:pt x="155" y="18"/>
                    <a:pt x="157" y="21"/>
                    <a:pt x="159" y="21"/>
                  </a:cubicBezTo>
                  <a:cubicBezTo>
                    <a:pt x="162" y="22"/>
                    <a:pt x="164" y="20"/>
                    <a:pt x="167" y="19"/>
                  </a:cubicBezTo>
                  <a:cubicBezTo>
                    <a:pt x="174" y="16"/>
                    <a:pt x="181" y="14"/>
                    <a:pt x="189" y="12"/>
                  </a:cubicBezTo>
                  <a:cubicBezTo>
                    <a:pt x="196" y="11"/>
                    <a:pt x="210" y="11"/>
                    <a:pt x="215" y="18"/>
                  </a:cubicBezTo>
                  <a:cubicBezTo>
                    <a:pt x="216" y="20"/>
                    <a:pt x="217" y="24"/>
                    <a:pt x="217" y="2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0" name="Freeform 109">
              <a:extLst>
                <a:ext uri="{FF2B5EF4-FFF2-40B4-BE49-F238E27FC236}">
                  <a16:creationId xmlns:a16="http://schemas.microsoft.com/office/drawing/2014/main" id="{A176054A-EA4F-4A5E-875D-981CB137C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175"/>
              <a:ext cx="201" cy="34"/>
            </a:xfrm>
            <a:custGeom>
              <a:avLst/>
              <a:gdLst>
                <a:gd name="T0" fmla="*/ 0 w 102"/>
                <a:gd name="T1" fmla="*/ 104 h 17"/>
                <a:gd name="T2" fmla="*/ 108 w 102"/>
                <a:gd name="T3" fmla="*/ 56 h 17"/>
                <a:gd name="T4" fmla="*/ 260 w 102"/>
                <a:gd name="T5" fmla="*/ 16 h 17"/>
                <a:gd name="T6" fmla="*/ 345 w 102"/>
                <a:gd name="T7" fmla="*/ 56 h 17"/>
                <a:gd name="T8" fmla="*/ 412 w 102"/>
                <a:gd name="T9" fmla="*/ 104 h 17"/>
                <a:gd name="T10" fmla="*/ 473 w 102"/>
                <a:gd name="T11" fmla="*/ 64 h 17"/>
                <a:gd name="T12" fmla="*/ 621 w 102"/>
                <a:gd name="T13" fmla="*/ 32 h 17"/>
                <a:gd name="T14" fmla="*/ 719 w 102"/>
                <a:gd name="T15" fmla="*/ 56 h 17"/>
                <a:gd name="T16" fmla="*/ 780 w 102"/>
                <a:gd name="T17" fmla="*/ 9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7">
                  <a:moveTo>
                    <a:pt x="0" y="13"/>
                  </a:moveTo>
                  <a:cubicBezTo>
                    <a:pt x="0" y="17"/>
                    <a:pt x="12" y="8"/>
                    <a:pt x="14" y="7"/>
                  </a:cubicBezTo>
                  <a:cubicBezTo>
                    <a:pt x="20" y="3"/>
                    <a:pt x="27" y="0"/>
                    <a:pt x="34" y="2"/>
                  </a:cubicBezTo>
                  <a:cubicBezTo>
                    <a:pt x="38" y="3"/>
                    <a:pt x="42" y="5"/>
                    <a:pt x="45" y="7"/>
                  </a:cubicBezTo>
                  <a:cubicBezTo>
                    <a:pt x="48" y="9"/>
                    <a:pt x="51" y="12"/>
                    <a:pt x="54" y="13"/>
                  </a:cubicBezTo>
                  <a:cubicBezTo>
                    <a:pt x="59" y="15"/>
                    <a:pt x="57" y="11"/>
                    <a:pt x="62" y="8"/>
                  </a:cubicBezTo>
                  <a:cubicBezTo>
                    <a:pt x="66" y="5"/>
                    <a:pt x="75" y="4"/>
                    <a:pt x="81" y="4"/>
                  </a:cubicBezTo>
                  <a:cubicBezTo>
                    <a:pt x="86" y="4"/>
                    <a:pt x="90" y="5"/>
                    <a:pt x="94" y="7"/>
                  </a:cubicBezTo>
                  <a:cubicBezTo>
                    <a:pt x="97" y="8"/>
                    <a:pt x="99" y="11"/>
                    <a:pt x="102" y="1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1" name="Freeform 110">
              <a:extLst>
                <a:ext uri="{FF2B5EF4-FFF2-40B4-BE49-F238E27FC236}">
                  <a16:creationId xmlns:a16="http://schemas.microsoft.com/office/drawing/2014/main" id="{EB539BED-528E-4D93-BB28-A68EF2626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171"/>
              <a:ext cx="234" cy="32"/>
            </a:xfrm>
            <a:custGeom>
              <a:avLst/>
              <a:gdLst>
                <a:gd name="T0" fmla="*/ 920 w 118"/>
                <a:gd name="T1" fmla="*/ 80 h 16"/>
                <a:gd name="T2" fmla="*/ 825 w 118"/>
                <a:gd name="T3" fmla="*/ 64 h 16"/>
                <a:gd name="T4" fmla="*/ 756 w 118"/>
                <a:gd name="T5" fmla="*/ 24 h 16"/>
                <a:gd name="T6" fmla="*/ 601 w 118"/>
                <a:gd name="T7" fmla="*/ 16 h 16"/>
                <a:gd name="T8" fmla="*/ 492 w 118"/>
                <a:gd name="T9" fmla="*/ 64 h 16"/>
                <a:gd name="T10" fmla="*/ 412 w 118"/>
                <a:gd name="T11" fmla="*/ 120 h 16"/>
                <a:gd name="T12" fmla="*/ 303 w 118"/>
                <a:gd name="T13" fmla="*/ 72 h 16"/>
                <a:gd name="T14" fmla="*/ 165 w 118"/>
                <a:gd name="T15" fmla="*/ 48 h 16"/>
                <a:gd name="T16" fmla="*/ 0 w 118"/>
                <a:gd name="T17" fmla="*/ 12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6">
                  <a:moveTo>
                    <a:pt x="118" y="10"/>
                  </a:moveTo>
                  <a:cubicBezTo>
                    <a:pt x="113" y="10"/>
                    <a:pt x="110" y="11"/>
                    <a:pt x="106" y="8"/>
                  </a:cubicBezTo>
                  <a:cubicBezTo>
                    <a:pt x="103" y="6"/>
                    <a:pt x="101" y="4"/>
                    <a:pt x="97" y="3"/>
                  </a:cubicBezTo>
                  <a:cubicBezTo>
                    <a:pt x="91" y="1"/>
                    <a:pt x="84" y="0"/>
                    <a:pt x="77" y="2"/>
                  </a:cubicBezTo>
                  <a:cubicBezTo>
                    <a:pt x="72" y="3"/>
                    <a:pt x="67" y="5"/>
                    <a:pt x="63" y="8"/>
                  </a:cubicBezTo>
                  <a:cubicBezTo>
                    <a:pt x="59" y="10"/>
                    <a:pt x="57" y="15"/>
                    <a:pt x="53" y="15"/>
                  </a:cubicBezTo>
                  <a:cubicBezTo>
                    <a:pt x="49" y="14"/>
                    <a:pt x="43" y="10"/>
                    <a:pt x="39" y="9"/>
                  </a:cubicBezTo>
                  <a:cubicBezTo>
                    <a:pt x="33" y="7"/>
                    <a:pt x="27" y="6"/>
                    <a:pt x="21" y="6"/>
                  </a:cubicBezTo>
                  <a:cubicBezTo>
                    <a:pt x="12" y="7"/>
                    <a:pt x="7" y="10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2" name="Freeform 111">
              <a:extLst>
                <a:ext uri="{FF2B5EF4-FFF2-40B4-BE49-F238E27FC236}">
                  <a16:creationId xmlns:a16="http://schemas.microsoft.com/office/drawing/2014/main" id="{759BB731-5FA1-4C5D-9C11-A6A0A61B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165"/>
              <a:ext cx="144" cy="30"/>
            </a:xfrm>
            <a:custGeom>
              <a:avLst/>
              <a:gdLst>
                <a:gd name="T0" fmla="*/ 560 w 73"/>
                <a:gd name="T1" fmla="*/ 56 h 15"/>
                <a:gd name="T2" fmla="*/ 377 w 73"/>
                <a:gd name="T3" fmla="*/ 8 h 15"/>
                <a:gd name="T4" fmla="*/ 199 w 73"/>
                <a:gd name="T5" fmla="*/ 16 h 15"/>
                <a:gd name="T6" fmla="*/ 0 w 73"/>
                <a:gd name="T7" fmla="*/ 12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5">
                  <a:moveTo>
                    <a:pt x="73" y="7"/>
                  </a:moveTo>
                  <a:cubicBezTo>
                    <a:pt x="65" y="7"/>
                    <a:pt x="57" y="3"/>
                    <a:pt x="49" y="1"/>
                  </a:cubicBezTo>
                  <a:cubicBezTo>
                    <a:pt x="42" y="0"/>
                    <a:pt x="33" y="0"/>
                    <a:pt x="26" y="2"/>
                  </a:cubicBezTo>
                  <a:cubicBezTo>
                    <a:pt x="16" y="3"/>
                    <a:pt x="8" y="10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3" name="Freeform 112">
              <a:extLst>
                <a:ext uri="{FF2B5EF4-FFF2-40B4-BE49-F238E27FC236}">
                  <a16:creationId xmlns:a16="http://schemas.microsoft.com/office/drawing/2014/main" id="{38D60687-59E0-4F11-A2D8-4E366B242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146"/>
              <a:ext cx="153" cy="31"/>
            </a:xfrm>
            <a:custGeom>
              <a:avLst/>
              <a:gdLst>
                <a:gd name="T0" fmla="*/ 0 w 77"/>
                <a:gd name="T1" fmla="*/ 79 h 16"/>
                <a:gd name="T2" fmla="*/ 135 w 77"/>
                <a:gd name="T3" fmla="*/ 37 h 16"/>
                <a:gd name="T4" fmla="*/ 284 w 77"/>
                <a:gd name="T5" fmla="*/ 8 h 16"/>
                <a:gd name="T6" fmla="*/ 461 w 77"/>
                <a:gd name="T7" fmla="*/ 45 h 16"/>
                <a:gd name="T8" fmla="*/ 604 w 77"/>
                <a:gd name="T9" fmla="*/ 1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6">
                  <a:moveTo>
                    <a:pt x="0" y="11"/>
                  </a:moveTo>
                  <a:cubicBezTo>
                    <a:pt x="2" y="13"/>
                    <a:pt x="14" y="6"/>
                    <a:pt x="17" y="5"/>
                  </a:cubicBezTo>
                  <a:cubicBezTo>
                    <a:pt x="24" y="1"/>
                    <a:pt x="28" y="0"/>
                    <a:pt x="36" y="1"/>
                  </a:cubicBezTo>
                  <a:cubicBezTo>
                    <a:pt x="44" y="1"/>
                    <a:pt x="52" y="3"/>
                    <a:pt x="59" y="6"/>
                  </a:cubicBezTo>
                  <a:cubicBezTo>
                    <a:pt x="65" y="8"/>
                    <a:pt x="72" y="14"/>
                    <a:pt x="77" y="1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4" name="Freeform 113">
              <a:extLst>
                <a:ext uri="{FF2B5EF4-FFF2-40B4-BE49-F238E27FC236}">
                  <a16:creationId xmlns:a16="http://schemas.microsoft.com/office/drawing/2014/main" id="{0DB24718-C3AD-4D14-A26B-B727730B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146"/>
              <a:ext cx="57" cy="27"/>
            </a:xfrm>
            <a:custGeom>
              <a:avLst/>
              <a:gdLst>
                <a:gd name="T0" fmla="*/ 0 w 29"/>
                <a:gd name="T1" fmla="*/ 100 h 14"/>
                <a:gd name="T2" fmla="*/ 220 w 29"/>
                <a:gd name="T3" fmla="*/ 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14"/>
                  </a:moveTo>
                  <a:cubicBezTo>
                    <a:pt x="10" y="11"/>
                    <a:pt x="18" y="0"/>
                    <a:pt x="29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5" name="Freeform 114">
              <a:extLst>
                <a:ext uri="{FF2B5EF4-FFF2-40B4-BE49-F238E27FC236}">
                  <a16:creationId xmlns:a16="http://schemas.microsoft.com/office/drawing/2014/main" id="{FAC69AC3-8DF8-441B-8CAE-D6095F88C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167"/>
              <a:ext cx="123" cy="22"/>
            </a:xfrm>
            <a:custGeom>
              <a:avLst/>
              <a:gdLst>
                <a:gd name="T0" fmla="*/ 484 w 62"/>
                <a:gd name="T1" fmla="*/ 64 h 11"/>
                <a:gd name="T2" fmla="*/ 367 w 62"/>
                <a:gd name="T3" fmla="*/ 64 h 11"/>
                <a:gd name="T4" fmla="*/ 212 w 62"/>
                <a:gd name="T5" fmla="*/ 24 h 11"/>
                <a:gd name="T6" fmla="*/ 95 w 62"/>
                <a:gd name="T7" fmla="*/ 0 h 11"/>
                <a:gd name="T8" fmla="*/ 0 w 62"/>
                <a:gd name="T9" fmla="*/ 1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1">
                  <a:moveTo>
                    <a:pt x="62" y="8"/>
                  </a:moveTo>
                  <a:cubicBezTo>
                    <a:pt x="58" y="11"/>
                    <a:pt x="51" y="9"/>
                    <a:pt x="47" y="8"/>
                  </a:cubicBezTo>
                  <a:cubicBezTo>
                    <a:pt x="40" y="7"/>
                    <a:pt x="34" y="4"/>
                    <a:pt x="27" y="3"/>
                  </a:cubicBezTo>
                  <a:cubicBezTo>
                    <a:pt x="22" y="2"/>
                    <a:pt x="17" y="1"/>
                    <a:pt x="12" y="0"/>
                  </a:cubicBezTo>
                  <a:cubicBezTo>
                    <a:pt x="7" y="0"/>
                    <a:pt x="4" y="2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6" name="Freeform 115">
              <a:extLst>
                <a:ext uri="{FF2B5EF4-FFF2-40B4-BE49-F238E27FC236}">
                  <a16:creationId xmlns:a16="http://schemas.microsoft.com/office/drawing/2014/main" id="{57C96E3D-F33E-4774-9049-E7BCFE746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1156"/>
              <a:ext cx="222" cy="27"/>
            </a:xfrm>
            <a:custGeom>
              <a:avLst/>
              <a:gdLst>
                <a:gd name="T0" fmla="*/ 0 w 112"/>
                <a:gd name="T1" fmla="*/ 100 h 14"/>
                <a:gd name="T2" fmla="*/ 117 w 112"/>
                <a:gd name="T3" fmla="*/ 71 h 14"/>
                <a:gd name="T4" fmla="*/ 240 w 112"/>
                <a:gd name="T5" fmla="*/ 37 h 14"/>
                <a:gd name="T6" fmla="*/ 272 w 112"/>
                <a:gd name="T7" fmla="*/ 52 h 14"/>
                <a:gd name="T8" fmla="*/ 327 w 112"/>
                <a:gd name="T9" fmla="*/ 71 h 14"/>
                <a:gd name="T10" fmla="*/ 396 w 112"/>
                <a:gd name="T11" fmla="*/ 100 h 14"/>
                <a:gd name="T12" fmla="*/ 515 w 112"/>
                <a:gd name="T13" fmla="*/ 44 h 14"/>
                <a:gd name="T14" fmla="*/ 601 w 112"/>
                <a:gd name="T15" fmla="*/ 8 h 14"/>
                <a:gd name="T16" fmla="*/ 660 w 112"/>
                <a:gd name="T17" fmla="*/ 8 h 14"/>
                <a:gd name="T18" fmla="*/ 817 w 112"/>
                <a:gd name="T19" fmla="*/ 56 h 14"/>
                <a:gd name="T20" fmla="*/ 872 w 112"/>
                <a:gd name="T21" fmla="*/ 71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" h="14">
                  <a:moveTo>
                    <a:pt x="0" y="14"/>
                  </a:moveTo>
                  <a:cubicBezTo>
                    <a:pt x="5" y="13"/>
                    <a:pt x="10" y="12"/>
                    <a:pt x="15" y="10"/>
                  </a:cubicBezTo>
                  <a:cubicBezTo>
                    <a:pt x="19" y="8"/>
                    <a:pt x="26" y="4"/>
                    <a:pt x="31" y="5"/>
                  </a:cubicBezTo>
                  <a:cubicBezTo>
                    <a:pt x="32" y="5"/>
                    <a:pt x="34" y="6"/>
                    <a:pt x="35" y="7"/>
                  </a:cubicBezTo>
                  <a:cubicBezTo>
                    <a:pt x="38" y="8"/>
                    <a:pt x="40" y="9"/>
                    <a:pt x="42" y="10"/>
                  </a:cubicBezTo>
                  <a:cubicBezTo>
                    <a:pt x="45" y="11"/>
                    <a:pt x="49" y="12"/>
                    <a:pt x="51" y="14"/>
                  </a:cubicBezTo>
                  <a:cubicBezTo>
                    <a:pt x="56" y="11"/>
                    <a:pt x="61" y="8"/>
                    <a:pt x="66" y="6"/>
                  </a:cubicBezTo>
                  <a:cubicBezTo>
                    <a:pt x="70" y="4"/>
                    <a:pt x="73" y="2"/>
                    <a:pt x="77" y="1"/>
                  </a:cubicBezTo>
                  <a:cubicBezTo>
                    <a:pt x="80" y="0"/>
                    <a:pt x="82" y="1"/>
                    <a:pt x="85" y="1"/>
                  </a:cubicBezTo>
                  <a:cubicBezTo>
                    <a:pt x="93" y="2"/>
                    <a:pt x="99" y="5"/>
                    <a:pt x="105" y="8"/>
                  </a:cubicBezTo>
                  <a:cubicBezTo>
                    <a:pt x="107" y="8"/>
                    <a:pt x="110" y="11"/>
                    <a:pt x="112" y="1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7" name="Freeform 116">
              <a:extLst>
                <a:ext uri="{FF2B5EF4-FFF2-40B4-BE49-F238E27FC236}">
                  <a16:creationId xmlns:a16="http://schemas.microsoft.com/office/drawing/2014/main" id="{37B53FD4-71C6-4422-A3B7-A43C3FB9F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146"/>
              <a:ext cx="307" cy="27"/>
            </a:xfrm>
            <a:custGeom>
              <a:avLst/>
              <a:gdLst>
                <a:gd name="T0" fmla="*/ 0 w 155"/>
                <a:gd name="T1" fmla="*/ 100 h 14"/>
                <a:gd name="T2" fmla="*/ 172 w 155"/>
                <a:gd name="T3" fmla="*/ 23 h 14"/>
                <a:gd name="T4" fmla="*/ 303 w 155"/>
                <a:gd name="T5" fmla="*/ 52 h 14"/>
                <a:gd name="T6" fmla="*/ 380 w 155"/>
                <a:gd name="T7" fmla="*/ 79 h 14"/>
                <a:gd name="T8" fmla="*/ 561 w 155"/>
                <a:gd name="T9" fmla="*/ 8 h 14"/>
                <a:gd name="T10" fmla="*/ 691 w 155"/>
                <a:gd name="T11" fmla="*/ 37 h 14"/>
                <a:gd name="T12" fmla="*/ 745 w 155"/>
                <a:gd name="T13" fmla="*/ 52 h 14"/>
                <a:gd name="T14" fmla="*/ 768 w 155"/>
                <a:gd name="T15" fmla="*/ 56 h 14"/>
                <a:gd name="T16" fmla="*/ 776 w 155"/>
                <a:gd name="T17" fmla="*/ 71 h 14"/>
                <a:gd name="T18" fmla="*/ 895 w 155"/>
                <a:gd name="T19" fmla="*/ 52 h 14"/>
                <a:gd name="T20" fmla="*/ 1048 w 155"/>
                <a:gd name="T21" fmla="*/ 23 h 14"/>
                <a:gd name="T22" fmla="*/ 1157 w 155"/>
                <a:gd name="T23" fmla="*/ 52 h 14"/>
                <a:gd name="T24" fmla="*/ 1204 w 155"/>
                <a:gd name="T25" fmla="*/ 85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4">
                  <a:moveTo>
                    <a:pt x="0" y="14"/>
                  </a:moveTo>
                  <a:cubicBezTo>
                    <a:pt x="8" y="12"/>
                    <a:pt x="14" y="4"/>
                    <a:pt x="22" y="3"/>
                  </a:cubicBezTo>
                  <a:cubicBezTo>
                    <a:pt x="29" y="2"/>
                    <a:pt x="33" y="4"/>
                    <a:pt x="39" y="7"/>
                  </a:cubicBezTo>
                  <a:cubicBezTo>
                    <a:pt x="42" y="9"/>
                    <a:pt x="46" y="12"/>
                    <a:pt x="49" y="11"/>
                  </a:cubicBezTo>
                  <a:cubicBezTo>
                    <a:pt x="57" y="8"/>
                    <a:pt x="63" y="2"/>
                    <a:pt x="72" y="1"/>
                  </a:cubicBezTo>
                  <a:cubicBezTo>
                    <a:pt x="78" y="0"/>
                    <a:pt x="83" y="3"/>
                    <a:pt x="89" y="5"/>
                  </a:cubicBezTo>
                  <a:cubicBezTo>
                    <a:pt x="92" y="6"/>
                    <a:pt x="94" y="7"/>
                    <a:pt x="96" y="7"/>
                  </a:cubicBezTo>
                  <a:cubicBezTo>
                    <a:pt x="97" y="8"/>
                    <a:pt x="98" y="8"/>
                    <a:pt x="99" y="8"/>
                  </a:cubicBezTo>
                  <a:cubicBezTo>
                    <a:pt x="100" y="8"/>
                    <a:pt x="100" y="10"/>
                    <a:pt x="100" y="10"/>
                  </a:cubicBezTo>
                  <a:cubicBezTo>
                    <a:pt x="105" y="11"/>
                    <a:pt x="111" y="8"/>
                    <a:pt x="115" y="7"/>
                  </a:cubicBezTo>
                  <a:cubicBezTo>
                    <a:pt x="122" y="5"/>
                    <a:pt x="128" y="3"/>
                    <a:pt x="135" y="3"/>
                  </a:cubicBezTo>
                  <a:cubicBezTo>
                    <a:pt x="140" y="4"/>
                    <a:pt x="145" y="5"/>
                    <a:pt x="149" y="7"/>
                  </a:cubicBezTo>
                  <a:cubicBezTo>
                    <a:pt x="151" y="8"/>
                    <a:pt x="155" y="11"/>
                    <a:pt x="155" y="1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8" name="Freeform 117">
              <a:extLst>
                <a:ext uri="{FF2B5EF4-FFF2-40B4-BE49-F238E27FC236}">
                  <a16:creationId xmlns:a16="http://schemas.microsoft.com/office/drawing/2014/main" id="{DD188B43-CBC6-44E8-A209-A05F9A32F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148"/>
              <a:ext cx="117" cy="27"/>
            </a:xfrm>
            <a:custGeom>
              <a:avLst/>
              <a:gdLst>
                <a:gd name="T0" fmla="*/ 0 w 59"/>
                <a:gd name="T1" fmla="*/ 85 h 14"/>
                <a:gd name="T2" fmla="*/ 133 w 59"/>
                <a:gd name="T3" fmla="*/ 29 h 14"/>
                <a:gd name="T4" fmla="*/ 256 w 59"/>
                <a:gd name="T5" fmla="*/ 0 h 14"/>
                <a:gd name="T6" fmla="*/ 389 w 59"/>
                <a:gd name="T7" fmla="*/ 37 h 14"/>
                <a:gd name="T8" fmla="*/ 460 w 59"/>
                <a:gd name="T9" fmla="*/ 7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4">
                  <a:moveTo>
                    <a:pt x="0" y="12"/>
                  </a:moveTo>
                  <a:cubicBezTo>
                    <a:pt x="6" y="14"/>
                    <a:pt x="12" y="7"/>
                    <a:pt x="17" y="4"/>
                  </a:cubicBezTo>
                  <a:cubicBezTo>
                    <a:pt x="21" y="2"/>
                    <a:pt x="28" y="0"/>
                    <a:pt x="33" y="0"/>
                  </a:cubicBezTo>
                  <a:cubicBezTo>
                    <a:pt x="39" y="1"/>
                    <a:pt x="45" y="3"/>
                    <a:pt x="50" y="5"/>
                  </a:cubicBezTo>
                  <a:cubicBezTo>
                    <a:pt x="53" y="7"/>
                    <a:pt x="57" y="11"/>
                    <a:pt x="59" y="1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9" name="Freeform 118">
              <a:extLst>
                <a:ext uri="{FF2B5EF4-FFF2-40B4-BE49-F238E27FC236}">
                  <a16:creationId xmlns:a16="http://schemas.microsoft.com/office/drawing/2014/main" id="{BEA3240C-1868-4E54-8718-2FA140733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146"/>
              <a:ext cx="113" cy="31"/>
            </a:xfrm>
            <a:custGeom>
              <a:avLst/>
              <a:gdLst>
                <a:gd name="T0" fmla="*/ 0 w 57"/>
                <a:gd name="T1" fmla="*/ 72 h 16"/>
                <a:gd name="T2" fmla="*/ 111 w 57"/>
                <a:gd name="T3" fmla="*/ 23 h 16"/>
                <a:gd name="T4" fmla="*/ 240 w 57"/>
                <a:gd name="T5" fmla="*/ 23 h 16"/>
                <a:gd name="T6" fmla="*/ 396 w 57"/>
                <a:gd name="T7" fmla="*/ 79 h 16"/>
                <a:gd name="T8" fmla="*/ 444 w 57"/>
                <a:gd name="T9" fmla="*/ 1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6">
                  <a:moveTo>
                    <a:pt x="0" y="10"/>
                  </a:moveTo>
                  <a:cubicBezTo>
                    <a:pt x="4" y="7"/>
                    <a:pt x="9" y="4"/>
                    <a:pt x="14" y="3"/>
                  </a:cubicBezTo>
                  <a:cubicBezTo>
                    <a:pt x="21" y="0"/>
                    <a:pt x="25" y="1"/>
                    <a:pt x="31" y="3"/>
                  </a:cubicBezTo>
                  <a:cubicBezTo>
                    <a:pt x="38" y="6"/>
                    <a:pt x="45" y="7"/>
                    <a:pt x="51" y="11"/>
                  </a:cubicBezTo>
                  <a:cubicBezTo>
                    <a:pt x="53" y="12"/>
                    <a:pt x="55" y="15"/>
                    <a:pt x="57" y="1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0" name="Freeform 119">
              <a:extLst>
                <a:ext uri="{FF2B5EF4-FFF2-40B4-BE49-F238E27FC236}">
                  <a16:creationId xmlns:a16="http://schemas.microsoft.com/office/drawing/2014/main" id="{510D7AD2-8D17-4313-96F0-0EAD4074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167"/>
              <a:ext cx="99" cy="20"/>
            </a:xfrm>
            <a:custGeom>
              <a:avLst/>
              <a:gdLst>
                <a:gd name="T0" fmla="*/ 8 w 50"/>
                <a:gd name="T1" fmla="*/ 64 h 10"/>
                <a:gd name="T2" fmla="*/ 0 w 50"/>
                <a:gd name="T3" fmla="*/ 72 h 10"/>
                <a:gd name="T4" fmla="*/ 55 w 50"/>
                <a:gd name="T5" fmla="*/ 48 h 10"/>
                <a:gd name="T6" fmla="*/ 141 w 50"/>
                <a:gd name="T7" fmla="*/ 8 h 10"/>
                <a:gd name="T8" fmla="*/ 263 w 50"/>
                <a:gd name="T9" fmla="*/ 16 h 10"/>
                <a:gd name="T10" fmla="*/ 356 w 50"/>
                <a:gd name="T11" fmla="*/ 56 h 10"/>
                <a:gd name="T12" fmla="*/ 388 w 50"/>
                <a:gd name="T13" fmla="*/ 8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">
                  <a:moveTo>
                    <a:pt x="1" y="8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2" y="10"/>
                    <a:pt x="5" y="7"/>
                    <a:pt x="7" y="6"/>
                  </a:cubicBezTo>
                  <a:cubicBezTo>
                    <a:pt x="10" y="4"/>
                    <a:pt x="14" y="2"/>
                    <a:pt x="18" y="1"/>
                  </a:cubicBezTo>
                  <a:cubicBezTo>
                    <a:pt x="23" y="0"/>
                    <a:pt x="29" y="1"/>
                    <a:pt x="34" y="2"/>
                  </a:cubicBezTo>
                  <a:cubicBezTo>
                    <a:pt x="38" y="3"/>
                    <a:pt x="42" y="5"/>
                    <a:pt x="46" y="7"/>
                  </a:cubicBezTo>
                  <a:cubicBezTo>
                    <a:pt x="47" y="8"/>
                    <a:pt x="49" y="10"/>
                    <a:pt x="50" y="1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1" name="Freeform 120">
              <a:extLst>
                <a:ext uri="{FF2B5EF4-FFF2-40B4-BE49-F238E27FC236}">
                  <a16:creationId xmlns:a16="http://schemas.microsoft.com/office/drawing/2014/main" id="{8CCF8DDB-1713-48D4-AE6C-484AFE1EF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167"/>
              <a:ext cx="117" cy="24"/>
            </a:xfrm>
            <a:custGeom>
              <a:avLst/>
              <a:gdLst>
                <a:gd name="T0" fmla="*/ 0 w 59"/>
                <a:gd name="T1" fmla="*/ 96 h 12"/>
                <a:gd name="T2" fmla="*/ 32 w 59"/>
                <a:gd name="T3" fmla="*/ 80 h 12"/>
                <a:gd name="T4" fmla="*/ 111 w 59"/>
                <a:gd name="T5" fmla="*/ 40 h 12"/>
                <a:gd name="T6" fmla="*/ 264 w 59"/>
                <a:gd name="T7" fmla="*/ 0 h 12"/>
                <a:gd name="T8" fmla="*/ 373 w 59"/>
                <a:gd name="T9" fmla="*/ 32 h 12"/>
                <a:gd name="T10" fmla="*/ 428 w 59"/>
                <a:gd name="T11" fmla="*/ 56 h 12"/>
                <a:gd name="T12" fmla="*/ 460 w 59"/>
                <a:gd name="T13" fmla="*/ 6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2">
                  <a:moveTo>
                    <a:pt x="0" y="12"/>
                  </a:moveTo>
                  <a:cubicBezTo>
                    <a:pt x="1" y="10"/>
                    <a:pt x="2" y="10"/>
                    <a:pt x="4" y="10"/>
                  </a:cubicBezTo>
                  <a:cubicBezTo>
                    <a:pt x="7" y="9"/>
                    <a:pt x="10" y="7"/>
                    <a:pt x="14" y="5"/>
                  </a:cubicBezTo>
                  <a:cubicBezTo>
                    <a:pt x="20" y="3"/>
                    <a:pt x="27" y="0"/>
                    <a:pt x="34" y="0"/>
                  </a:cubicBezTo>
                  <a:cubicBezTo>
                    <a:pt x="39" y="0"/>
                    <a:pt x="44" y="2"/>
                    <a:pt x="48" y="4"/>
                  </a:cubicBezTo>
                  <a:cubicBezTo>
                    <a:pt x="50" y="5"/>
                    <a:pt x="53" y="6"/>
                    <a:pt x="55" y="7"/>
                  </a:cubicBezTo>
                  <a:cubicBezTo>
                    <a:pt x="56" y="7"/>
                    <a:pt x="58" y="9"/>
                    <a:pt x="59" y="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2" name="Freeform 121">
              <a:extLst>
                <a:ext uri="{FF2B5EF4-FFF2-40B4-BE49-F238E27FC236}">
                  <a16:creationId xmlns:a16="http://schemas.microsoft.com/office/drawing/2014/main" id="{7B494535-9E75-46B5-8FA6-2C49D5D07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148"/>
              <a:ext cx="107" cy="33"/>
            </a:xfrm>
            <a:custGeom>
              <a:avLst/>
              <a:gdLst>
                <a:gd name="T0" fmla="*/ 0 w 54"/>
                <a:gd name="T1" fmla="*/ 101 h 17"/>
                <a:gd name="T2" fmla="*/ 32 w 54"/>
                <a:gd name="T3" fmla="*/ 87 h 17"/>
                <a:gd name="T4" fmla="*/ 95 w 54"/>
                <a:gd name="T5" fmla="*/ 37 h 17"/>
                <a:gd name="T6" fmla="*/ 196 w 54"/>
                <a:gd name="T7" fmla="*/ 8 h 17"/>
                <a:gd name="T8" fmla="*/ 333 w 54"/>
                <a:gd name="T9" fmla="*/ 64 h 17"/>
                <a:gd name="T10" fmla="*/ 420 w 54"/>
                <a:gd name="T11" fmla="*/ 12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7">
                  <a:moveTo>
                    <a:pt x="0" y="14"/>
                  </a:moveTo>
                  <a:cubicBezTo>
                    <a:pt x="2" y="14"/>
                    <a:pt x="3" y="13"/>
                    <a:pt x="4" y="12"/>
                  </a:cubicBezTo>
                  <a:cubicBezTo>
                    <a:pt x="7" y="10"/>
                    <a:pt x="10" y="7"/>
                    <a:pt x="12" y="5"/>
                  </a:cubicBezTo>
                  <a:cubicBezTo>
                    <a:pt x="17" y="2"/>
                    <a:pt x="19" y="0"/>
                    <a:pt x="25" y="1"/>
                  </a:cubicBezTo>
                  <a:cubicBezTo>
                    <a:pt x="31" y="2"/>
                    <a:pt x="38" y="5"/>
                    <a:pt x="43" y="9"/>
                  </a:cubicBezTo>
                  <a:cubicBezTo>
                    <a:pt x="47" y="11"/>
                    <a:pt x="50" y="15"/>
                    <a:pt x="54" y="1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3" name="Freeform 122">
              <a:extLst>
                <a:ext uri="{FF2B5EF4-FFF2-40B4-BE49-F238E27FC236}">
                  <a16:creationId xmlns:a16="http://schemas.microsoft.com/office/drawing/2014/main" id="{2778F8FA-E0AD-4DB6-9A57-4E5254D5C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152"/>
              <a:ext cx="111" cy="19"/>
            </a:xfrm>
            <a:custGeom>
              <a:avLst/>
              <a:gdLst>
                <a:gd name="T0" fmla="*/ 0 w 56"/>
                <a:gd name="T1" fmla="*/ 61 h 10"/>
                <a:gd name="T2" fmla="*/ 40 w 56"/>
                <a:gd name="T3" fmla="*/ 48 h 10"/>
                <a:gd name="T4" fmla="*/ 133 w 56"/>
                <a:gd name="T5" fmla="*/ 8 h 10"/>
                <a:gd name="T6" fmla="*/ 232 w 56"/>
                <a:gd name="T7" fmla="*/ 0 h 10"/>
                <a:gd name="T8" fmla="*/ 341 w 56"/>
                <a:gd name="T9" fmla="*/ 21 h 10"/>
                <a:gd name="T10" fmla="*/ 436 w 56"/>
                <a:gd name="T11" fmla="*/ 61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0">
                  <a:moveTo>
                    <a:pt x="0" y="9"/>
                  </a:moveTo>
                  <a:cubicBezTo>
                    <a:pt x="0" y="10"/>
                    <a:pt x="4" y="8"/>
                    <a:pt x="5" y="7"/>
                  </a:cubicBezTo>
                  <a:cubicBezTo>
                    <a:pt x="9" y="5"/>
                    <a:pt x="12" y="2"/>
                    <a:pt x="17" y="1"/>
                  </a:cubicBezTo>
                  <a:cubicBezTo>
                    <a:pt x="21" y="0"/>
                    <a:pt x="25" y="0"/>
                    <a:pt x="30" y="0"/>
                  </a:cubicBezTo>
                  <a:cubicBezTo>
                    <a:pt x="36" y="0"/>
                    <a:pt x="39" y="1"/>
                    <a:pt x="44" y="3"/>
                  </a:cubicBezTo>
                  <a:cubicBezTo>
                    <a:pt x="48" y="5"/>
                    <a:pt x="52" y="8"/>
                    <a:pt x="56" y="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4" name="Freeform 123">
              <a:extLst>
                <a:ext uri="{FF2B5EF4-FFF2-40B4-BE49-F238E27FC236}">
                  <a16:creationId xmlns:a16="http://schemas.microsoft.com/office/drawing/2014/main" id="{9B7F1B29-2B85-48FD-9DF2-131BE78AE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150"/>
              <a:ext cx="113" cy="17"/>
            </a:xfrm>
            <a:custGeom>
              <a:avLst/>
              <a:gdLst>
                <a:gd name="T0" fmla="*/ 0 w 57"/>
                <a:gd name="T1" fmla="*/ 60 h 9"/>
                <a:gd name="T2" fmla="*/ 133 w 57"/>
                <a:gd name="T3" fmla="*/ 0 h 9"/>
                <a:gd name="T4" fmla="*/ 248 w 57"/>
                <a:gd name="T5" fmla="*/ 0 h 9"/>
                <a:gd name="T6" fmla="*/ 381 w 57"/>
                <a:gd name="T7" fmla="*/ 21 h 9"/>
                <a:gd name="T8" fmla="*/ 444 w 57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9">
                  <a:moveTo>
                    <a:pt x="0" y="9"/>
                  </a:moveTo>
                  <a:cubicBezTo>
                    <a:pt x="4" y="6"/>
                    <a:pt x="11" y="1"/>
                    <a:pt x="17" y="0"/>
                  </a:cubicBezTo>
                  <a:cubicBezTo>
                    <a:pt x="22" y="0"/>
                    <a:pt x="27" y="0"/>
                    <a:pt x="32" y="0"/>
                  </a:cubicBezTo>
                  <a:cubicBezTo>
                    <a:pt x="38" y="0"/>
                    <a:pt x="44" y="1"/>
                    <a:pt x="49" y="3"/>
                  </a:cubicBezTo>
                  <a:cubicBezTo>
                    <a:pt x="52" y="3"/>
                    <a:pt x="54" y="5"/>
                    <a:pt x="57" y="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5" name="Freeform 124">
              <a:extLst>
                <a:ext uri="{FF2B5EF4-FFF2-40B4-BE49-F238E27FC236}">
                  <a16:creationId xmlns:a16="http://schemas.microsoft.com/office/drawing/2014/main" id="{3650959C-43A9-4913-9BC3-3440963F5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148"/>
              <a:ext cx="103" cy="19"/>
            </a:xfrm>
            <a:custGeom>
              <a:avLst/>
              <a:gdLst>
                <a:gd name="T0" fmla="*/ 0 w 52"/>
                <a:gd name="T1" fmla="*/ 61 h 10"/>
                <a:gd name="T2" fmla="*/ 48 w 52"/>
                <a:gd name="T3" fmla="*/ 48 h 10"/>
                <a:gd name="T4" fmla="*/ 125 w 52"/>
                <a:gd name="T5" fmla="*/ 8 h 10"/>
                <a:gd name="T6" fmla="*/ 208 w 52"/>
                <a:gd name="T7" fmla="*/ 8 h 10"/>
                <a:gd name="T8" fmla="*/ 317 w 52"/>
                <a:gd name="T9" fmla="*/ 36 h 10"/>
                <a:gd name="T10" fmla="*/ 404 w 52"/>
                <a:gd name="T11" fmla="*/ 61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">
                  <a:moveTo>
                    <a:pt x="0" y="9"/>
                  </a:moveTo>
                  <a:cubicBezTo>
                    <a:pt x="2" y="10"/>
                    <a:pt x="4" y="8"/>
                    <a:pt x="6" y="7"/>
                  </a:cubicBezTo>
                  <a:cubicBezTo>
                    <a:pt x="9" y="5"/>
                    <a:pt x="13" y="2"/>
                    <a:pt x="16" y="1"/>
                  </a:cubicBezTo>
                  <a:cubicBezTo>
                    <a:pt x="20" y="0"/>
                    <a:pt x="23" y="1"/>
                    <a:pt x="27" y="1"/>
                  </a:cubicBezTo>
                  <a:cubicBezTo>
                    <a:pt x="32" y="2"/>
                    <a:pt x="36" y="3"/>
                    <a:pt x="41" y="5"/>
                  </a:cubicBezTo>
                  <a:cubicBezTo>
                    <a:pt x="43" y="6"/>
                    <a:pt x="51" y="10"/>
                    <a:pt x="52" y="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6" name="Freeform 125">
              <a:extLst>
                <a:ext uri="{FF2B5EF4-FFF2-40B4-BE49-F238E27FC236}">
                  <a16:creationId xmlns:a16="http://schemas.microsoft.com/office/drawing/2014/main" id="{EDB10BAA-C109-4993-B966-17EDB5CFA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152"/>
              <a:ext cx="122" cy="23"/>
            </a:xfrm>
            <a:custGeom>
              <a:avLst/>
              <a:gdLst>
                <a:gd name="T0" fmla="*/ 472 w 62"/>
                <a:gd name="T1" fmla="*/ 48 h 12"/>
                <a:gd name="T2" fmla="*/ 236 w 62"/>
                <a:gd name="T3" fmla="*/ 8 h 12"/>
                <a:gd name="T4" fmla="*/ 100 w 62"/>
                <a:gd name="T5" fmla="*/ 29 h 12"/>
                <a:gd name="T6" fmla="*/ 39 w 62"/>
                <a:gd name="T7" fmla="*/ 56 h 12"/>
                <a:gd name="T8" fmla="*/ 0 w 62"/>
                <a:gd name="T9" fmla="*/ 8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2">
                  <a:moveTo>
                    <a:pt x="62" y="7"/>
                  </a:moveTo>
                  <a:cubicBezTo>
                    <a:pt x="52" y="7"/>
                    <a:pt x="42" y="0"/>
                    <a:pt x="31" y="1"/>
                  </a:cubicBezTo>
                  <a:cubicBezTo>
                    <a:pt x="25" y="1"/>
                    <a:pt x="19" y="2"/>
                    <a:pt x="13" y="4"/>
                  </a:cubicBezTo>
                  <a:cubicBezTo>
                    <a:pt x="11" y="5"/>
                    <a:pt x="8" y="6"/>
                    <a:pt x="5" y="8"/>
                  </a:cubicBezTo>
                  <a:cubicBezTo>
                    <a:pt x="4" y="9"/>
                    <a:pt x="1" y="10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7" name="Freeform 126">
              <a:extLst>
                <a:ext uri="{FF2B5EF4-FFF2-40B4-BE49-F238E27FC236}">
                  <a16:creationId xmlns:a16="http://schemas.microsoft.com/office/drawing/2014/main" id="{EC6D33A5-3265-43C6-A6C3-94E67F50E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152"/>
              <a:ext cx="117" cy="31"/>
            </a:xfrm>
            <a:custGeom>
              <a:avLst/>
              <a:gdLst>
                <a:gd name="T0" fmla="*/ 460 w 59"/>
                <a:gd name="T1" fmla="*/ 52 h 16"/>
                <a:gd name="T2" fmla="*/ 204 w 59"/>
                <a:gd name="T3" fmla="*/ 16 h 16"/>
                <a:gd name="T4" fmla="*/ 95 w 59"/>
                <a:gd name="T5" fmla="*/ 52 h 16"/>
                <a:gd name="T6" fmla="*/ 0 w 59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6">
                  <a:moveTo>
                    <a:pt x="59" y="7"/>
                  </a:moveTo>
                  <a:cubicBezTo>
                    <a:pt x="49" y="4"/>
                    <a:pt x="37" y="0"/>
                    <a:pt x="26" y="2"/>
                  </a:cubicBezTo>
                  <a:cubicBezTo>
                    <a:pt x="21" y="3"/>
                    <a:pt x="16" y="4"/>
                    <a:pt x="12" y="7"/>
                  </a:cubicBezTo>
                  <a:cubicBezTo>
                    <a:pt x="8" y="10"/>
                    <a:pt x="3" y="16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8" name="Freeform 127">
              <a:extLst>
                <a:ext uri="{FF2B5EF4-FFF2-40B4-BE49-F238E27FC236}">
                  <a16:creationId xmlns:a16="http://schemas.microsoft.com/office/drawing/2014/main" id="{6EB5D7F5-09FB-4B11-B156-69FCB77D7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148"/>
              <a:ext cx="56" cy="13"/>
            </a:xfrm>
            <a:custGeom>
              <a:avLst/>
              <a:gdLst>
                <a:gd name="T0" fmla="*/ 224 w 28"/>
                <a:gd name="T1" fmla="*/ 45 h 7"/>
                <a:gd name="T2" fmla="*/ 0 w 28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28" y="7"/>
                  </a:moveTo>
                  <a:cubicBezTo>
                    <a:pt x="18" y="3"/>
                    <a:pt x="10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9" name="Freeform 128">
              <a:extLst>
                <a:ext uri="{FF2B5EF4-FFF2-40B4-BE49-F238E27FC236}">
                  <a16:creationId xmlns:a16="http://schemas.microsoft.com/office/drawing/2014/main" id="{75C08605-93DC-4D5C-9EC1-48F5BAFD4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146"/>
              <a:ext cx="125" cy="13"/>
            </a:xfrm>
            <a:custGeom>
              <a:avLst/>
              <a:gdLst>
                <a:gd name="T0" fmla="*/ 0 w 63"/>
                <a:gd name="T1" fmla="*/ 45 h 7"/>
                <a:gd name="T2" fmla="*/ 272 w 63"/>
                <a:gd name="T3" fmla="*/ 7 h 7"/>
                <a:gd name="T4" fmla="*/ 405 w 63"/>
                <a:gd name="T5" fmla="*/ 13 h 7"/>
                <a:gd name="T6" fmla="*/ 492 w 63"/>
                <a:gd name="T7" fmla="*/ 3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">
                  <a:moveTo>
                    <a:pt x="0" y="7"/>
                  </a:moveTo>
                  <a:cubicBezTo>
                    <a:pt x="10" y="0"/>
                    <a:pt x="24" y="1"/>
                    <a:pt x="35" y="1"/>
                  </a:cubicBezTo>
                  <a:cubicBezTo>
                    <a:pt x="41" y="1"/>
                    <a:pt x="46" y="1"/>
                    <a:pt x="52" y="2"/>
                  </a:cubicBezTo>
                  <a:cubicBezTo>
                    <a:pt x="56" y="3"/>
                    <a:pt x="59" y="6"/>
                    <a:pt x="63" y="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0" name="Freeform 129">
              <a:extLst>
                <a:ext uri="{FF2B5EF4-FFF2-40B4-BE49-F238E27FC236}">
                  <a16:creationId xmlns:a16="http://schemas.microsoft.com/office/drawing/2014/main" id="{54646D34-F076-4B03-B406-48564846E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16"/>
              <a:ext cx="113" cy="38"/>
            </a:xfrm>
            <a:custGeom>
              <a:avLst/>
              <a:gdLst>
                <a:gd name="T0" fmla="*/ 444 w 57"/>
                <a:gd name="T1" fmla="*/ 40 h 19"/>
                <a:gd name="T2" fmla="*/ 436 w 57"/>
                <a:gd name="T3" fmla="*/ 16 h 19"/>
                <a:gd name="T4" fmla="*/ 204 w 57"/>
                <a:gd name="T5" fmla="*/ 120 h 19"/>
                <a:gd name="T6" fmla="*/ 0 w 5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9">
                  <a:moveTo>
                    <a:pt x="57" y="5"/>
                  </a:moveTo>
                  <a:cubicBezTo>
                    <a:pt x="57" y="4"/>
                    <a:pt x="57" y="3"/>
                    <a:pt x="56" y="2"/>
                  </a:cubicBezTo>
                  <a:cubicBezTo>
                    <a:pt x="46" y="10"/>
                    <a:pt x="40" y="19"/>
                    <a:pt x="26" y="15"/>
                  </a:cubicBezTo>
                  <a:cubicBezTo>
                    <a:pt x="15" y="12"/>
                    <a:pt x="9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1" name="Freeform 130">
              <a:extLst>
                <a:ext uri="{FF2B5EF4-FFF2-40B4-BE49-F238E27FC236}">
                  <a16:creationId xmlns:a16="http://schemas.microsoft.com/office/drawing/2014/main" id="{3BEB0EE7-3EBE-42FC-907D-49F5C4FCD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114"/>
              <a:ext cx="466" cy="44"/>
            </a:xfrm>
            <a:custGeom>
              <a:avLst/>
              <a:gdLst>
                <a:gd name="T0" fmla="*/ 1832 w 235"/>
                <a:gd name="T1" fmla="*/ 8 h 22"/>
                <a:gd name="T2" fmla="*/ 1576 w 235"/>
                <a:gd name="T3" fmla="*/ 136 h 22"/>
                <a:gd name="T4" fmla="*/ 1340 w 235"/>
                <a:gd name="T5" fmla="*/ 16 h 22"/>
                <a:gd name="T6" fmla="*/ 1168 w 235"/>
                <a:gd name="T7" fmla="*/ 120 h 22"/>
                <a:gd name="T8" fmla="*/ 1061 w 235"/>
                <a:gd name="T9" fmla="*/ 128 h 22"/>
                <a:gd name="T10" fmla="*/ 857 w 235"/>
                <a:gd name="T11" fmla="*/ 16 h 22"/>
                <a:gd name="T12" fmla="*/ 748 w 235"/>
                <a:gd name="T13" fmla="*/ 120 h 22"/>
                <a:gd name="T14" fmla="*/ 585 w 235"/>
                <a:gd name="T15" fmla="*/ 152 h 22"/>
                <a:gd name="T16" fmla="*/ 389 w 235"/>
                <a:gd name="T17" fmla="*/ 16 h 22"/>
                <a:gd name="T18" fmla="*/ 196 w 235"/>
                <a:gd name="T19" fmla="*/ 144 h 22"/>
                <a:gd name="T20" fmla="*/ 0 w 235"/>
                <a:gd name="T21" fmla="*/ 8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5" h="22">
                  <a:moveTo>
                    <a:pt x="235" y="1"/>
                  </a:moveTo>
                  <a:cubicBezTo>
                    <a:pt x="223" y="1"/>
                    <a:pt x="216" y="18"/>
                    <a:pt x="202" y="17"/>
                  </a:cubicBezTo>
                  <a:cubicBezTo>
                    <a:pt x="191" y="16"/>
                    <a:pt x="182" y="0"/>
                    <a:pt x="172" y="2"/>
                  </a:cubicBezTo>
                  <a:cubicBezTo>
                    <a:pt x="166" y="4"/>
                    <a:pt x="157" y="12"/>
                    <a:pt x="150" y="15"/>
                  </a:cubicBezTo>
                  <a:cubicBezTo>
                    <a:pt x="144" y="17"/>
                    <a:pt x="142" y="18"/>
                    <a:pt x="136" y="16"/>
                  </a:cubicBezTo>
                  <a:cubicBezTo>
                    <a:pt x="127" y="12"/>
                    <a:pt x="117" y="7"/>
                    <a:pt x="110" y="2"/>
                  </a:cubicBezTo>
                  <a:cubicBezTo>
                    <a:pt x="108" y="7"/>
                    <a:pt x="101" y="12"/>
                    <a:pt x="96" y="15"/>
                  </a:cubicBezTo>
                  <a:cubicBezTo>
                    <a:pt x="88" y="20"/>
                    <a:pt x="84" y="22"/>
                    <a:pt x="75" y="19"/>
                  </a:cubicBezTo>
                  <a:cubicBezTo>
                    <a:pt x="66" y="16"/>
                    <a:pt x="57" y="7"/>
                    <a:pt x="50" y="2"/>
                  </a:cubicBezTo>
                  <a:cubicBezTo>
                    <a:pt x="48" y="11"/>
                    <a:pt x="34" y="19"/>
                    <a:pt x="25" y="18"/>
                  </a:cubicBezTo>
                  <a:cubicBezTo>
                    <a:pt x="15" y="17"/>
                    <a:pt x="6" y="7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2" name="Freeform 131">
              <a:extLst>
                <a:ext uri="{FF2B5EF4-FFF2-40B4-BE49-F238E27FC236}">
                  <a16:creationId xmlns:a16="http://schemas.microsoft.com/office/drawing/2014/main" id="{E6AE3461-6996-4181-8769-98A404CD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116"/>
              <a:ext cx="489" cy="42"/>
            </a:xfrm>
            <a:custGeom>
              <a:avLst/>
              <a:gdLst>
                <a:gd name="T0" fmla="*/ 1916 w 247"/>
                <a:gd name="T1" fmla="*/ 16 h 21"/>
                <a:gd name="T2" fmla="*/ 1645 w 247"/>
                <a:gd name="T3" fmla="*/ 144 h 21"/>
                <a:gd name="T4" fmla="*/ 1412 w 247"/>
                <a:gd name="T5" fmla="*/ 8 h 21"/>
                <a:gd name="T6" fmla="*/ 1109 w 247"/>
                <a:gd name="T7" fmla="*/ 160 h 21"/>
                <a:gd name="T8" fmla="*/ 948 w 247"/>
                <a:gd name="T9" fmla="*/ 72 h 21"/>
                <a:gd name="T10" fmla="*/ 839 w 247"/>
                <a:gd name="T11" fmla="*/ 0 h 21"/>
                <a:gd name="T12" fmla="*/ 697 w 247"/>
                <a:gd name="T13" fmla="*/ 96 h 21"/>
                <a:gd name="T14" fmla="*/ 576 w 247"/>
                <a:gd name="T15" fmla="*/ 120 h 21"/>
                <a:gd name="T16" fmla="*/ 356 w 247"/>
                <a:gd name="T17" fmla="*/ 16 h 21"/>
                <a:gd name="T18" fmla="*/ 192 w 247"/>
                <a:gd name="T19" fmla="*/ 96 h 21"/>
                <a:gd name="T20" fmla="*/ 0 w 247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7" h="21">
                  <a:moveTo>
                    <a:pt x="247" y="2"/>
                  </a:moveTo>
                  <a:cubicBezTo>
                    <a:pt x="235" y="9"/>
                    <a:pt x="226" y="21"/>
                    <a:pt x="212" y="18"/>
                  </a:cubicBezTo>
                  <a:cubicBezTo>
                    <a:pt x="200" y="15"/>
                    <a:pt x="192" y="7"/>
                    <a:pt x="182" y="1"/>
                  </a:cubicBezTo>
                  <a:cubicBezTo>
                    <a:pt x="175" y="10"/>
                    <a:pt x="155" y="21"/>
                    <a:pt x="143" y="20"/>
                  </a:cubicBezTo>
                  <a:cubicBezTo>
                    <a:pt x="135" y="18"/>
                    <a:pt x="129" y="13"/>
                    <a:pt x="122" y="9"/>
                  </a:cubicBezTo>
                  <a:cubicBezTo>
                    <a:pt x="119" y="7"/>
                    <a:pt x="110" y="0"/>
                    <a:pt x="108" y="0"/>
                  </a:cubicBezTo>
                  <a:cubicBezTo>
                    <a:pt x="103" y="1"/>
                    <a:pt x="95" y="10"/>
                    <a:pt x="90" y="12"/>
                  </a:cubicBezTo>
                  <a:cubicBezTo>
                    <a:pt x="85" y="14"/>
                    <a:pt x="80" y="16"/>
                    <a:pt x="74" y="15"/>
                  </a:cubicBezTo>
                  <a:cubicBezTo>
                    <a:pt x="65" y="14"/>
                    <a:pt x="54" y="6"/>
                    <a:pt x="46" y="2"/>
                  </a:cubicBezTo>
                  <a:cubicBezTo>
                    <a:pt x="43" y="10"/>
                    <a:pt x="33" y="12"/>
                    <a:pt x="25" y="12"/>
                  </a:cubicBezTo>
                  <a:cubicBezTo>
                    <a:pt x="13" y="12"/>
                    <a:pt x="8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3" name="Freeform 132">
              <a:extLst>
                <a:ext uri="{FF2B5EF4-FFF2-40B4-BE49-F238E27FC236}">
                  <a16:creationId xmlns:a16="http://schemas.microsoft.com/office/drawing/2014/main" id="{9E36E409-64F7-40C6-8797-E0AA36841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114"/>
              <a:ext cx="394" cy="32"/>
            </a:xfrm>
            <a:custGeom>
              <a:avLst/>
              <a:gdLst>
                <a:gd name="T0" fmla="*/ 1544 w 199"/>
                <a:gd name="T1" fmla="*/ 16 h 16"/>
                <a:gd name="T2" fmla="*/ 1336 w 199"/>
                <a:gd name="T3" fmla="*/ 96 h 16"/>
                <a:gd name="T4" fmla="*/ 1243 w 199"/>
                <a:gd name="T5" fmla="*/ 40 h 16"/>
                <a:gd name="T6" fmla="*/ 1172 w 199"/>
                <a:gd name="T7" fmla="*/ 24 h 16"/>
                <a:gd name="T8" fmla="*/ 976 w 199"/>
                <a:gd name="T9" fmla="*/ 104 h 16"/>
                <a:gd name="T10" fmla="*/ 885 w 199"/>
                <a:gd name="T11" fmla="*/ 48 h 16"/>
                <a:gd name="T12" fmla="*/ 816 w 199"/>
                <a:gd name="T13" fmla="*/ 0 h 16"/>
                <a:gd name="T14" fmla="*/ 689 w 199"/>
                <a:gd name="T15" fmla="*/ 80 h 16"/>
                <a:gd name="T16" fmla="*/ 568 w 199"/>
                <a:gd name="T17" fmla="*/ 96 h 16"/>
                <a:gd name="T18" fmla="*/ 467 w 199"/>
                <a:gd name="T19" fmla="*/ 32 h 16"/>
                <a:gd name="T20" fmla="*/ 412 w 199"/>
                <a:gd name="T21" fmla="*/ 24 h 16"/>
                <a:gd name="T22" fmla="*/ 356 w 199"/>
                <a:gd name="T23" fmla="*/ 64 h 16"/>
                <a:gd name="T24" fmla="*/ 271 w 199"/>
                <a:gd name="T25" fmla="*/ 96 h 16"/>
                <a:gd name="T26" fmla="*/ 188 w 199"/>
                <a:gd name="T27" fmla="*/ 104 h 16"/>
                <a:gd name="T28" fmla="*/ 87 w 199"/>
                <a:gd name="T29" fmla="*/ 64 h 16"/>
                <a:gd name="T30" fmla="*/ 0 w 199"/>
                <a:gd name="T31" fmla="*/ 16 h 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9" h="16">
                  <a:moveTo>
                    <a:pt x="199" y="2"/>
                  </a:moveTo>
                  <a:cubicBezTo>
                    <a:pt x="191" y="7"/>
                    <a:pt x="182" y="16"/>
                    <a:pt x="172" y="12"/>
                  </a:cubicBezTo>
                  <a:cubicBezTo>
                    <a:pt x="168" y="10"/>
                    <a:pt x="163" y="8"/>
                    <a:pt x="160" y="5"/>
                  </a:cubicBezTo>
                  <a:cubicBezTo>
                    <a:pt x="155" y="2"/>
                    <a:pt x="156" y="1"/>
                    <a:pt x="151" y="3"/>
                  </a:cubicBezTo>
                  <a:cubicBezTo>
                    <a:pt x="143" y="7"/>
                    <a:pt x="135" y="15"/>
                    <a:pt x="126" y="13"/>
                  </a:cubicBezTo>
                  <a:cubicBezTo>
                    <a:pt x="121" y="12"/>
                    <a:pt x="118" y="8"/>
                    <a:pt x="114" y="6"/>
                  </a:cubicBezTo>
                  <a:cubicBezTo>
                    <a:pt x="111" y="4"/>
                    <a:pt x="108" y="3"/>
                    <a:pt x="105" y="0"/>
                  </a:cubicBezTo>
                  <a:cubicBezTo>
                    <a:pt x="102" y="5"/>
                    <a:pt x="94" y="8"/>
                    <a:pt x="89" y="10"/>
                  </a:cubicBezTo>
                  <a:cubicBezTo>
                    <a:pt x="84" y="12"/>
                    <a:pt x="78" y="14"/>
                    <a:pt x="73" y="12"/>
                  </a:cubicBezTo>
                  <a:cubicBezTo>
                    <a:pt x="69" y="11"/>
                    <a:pt x="63" y="7"/>
                    <a:pt x="60" y="4"/>
                  </a:cubicBezTo>
                  <a:cubicBezTo>
                    <a:pt x="56" y="2"/>
                    <a:pt x="56" y="0"/>
                    <a:pt x="53" y="3"/>
                  </a:cubicBezTo>
                  <a:cubicBezTo>
                    <a:pt x="50" y="4"/>
                    <a:pt x="49" y="7"/>
                    <a:pt x="46" y="8"/>
                  </a:cubicBezTo>
                  <a:cubicBezTo>
                    <a:pt x="42" y="10"/>
                    <a:pt x="38" y="10"/>
                    <a:pt x="35" y="12"/>
                  </a:cubicBezTo>
                  <a:cubicBezTo>
                    <a:pt x="30" y="13"/>
                    <a:pt x="29" y="15"/>
                    <a:pt x="24" y="13"/>
                  </a:cubicBezTo>
                  <a:cubicBezTo>
                    <a:pt x="19" y="12"/>
                    <a:pt x="16" y="11"/>
                    <a:pt x="11" y="8"/>
                  </a:cubicBezTo>
                  <a:cubicBezTo>
                    <a:pt x="8" y="6"/>
                    <a:pt x="3" y="4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4" name="Freeform 133">
              <a:extLst>
                <a:ext uri="{FF2B5EF4-FFF2-40B4-BE49-F238E27FC236}">
                  <a16:creationId xmlns:a16="http://schemas.microsoft.com/office/drawing/2014/main" id="{CA085816-C7D7-4168-9858-049AE7E57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116"/>
              <a:ext cx="390" cy="40"/>
            </a:xfrm>
            <a:custGeom>
              <a:avLst/>
              <a:gdLst>
                <a:gd name="T0" fmla="*/ 1528 w 197"/>
                <a:gd name="T1" fmla="*/ 0 h 20"/>
                <a:gd name="T2" fmla="*/ 1388 w 197"/>
                <a:gd name="T3" fmla="*/ 128 h 20"/>
                <a:gd name="T4" fmla="*/ 1265 w 197"/>
                <a:gd name="T5" fmla="*/ 88 h 20"/>
                <a:gd name="T6" fmla="*/ 1188 w 197"/>
                <a:gd name="T7" fmla="*/ 56 h 20"/>
                <a:gd name="T8" fmla="*/ 1148 w 197"/>
                <a:gd name="T9" fmla="*/ 32 h 20"/>
                <a:gd name="T10" fmla="*/ 1085 w 197"/>
                <a:gd name="T11" fmla="*/ 24 h 20"/>
                <a:gd name="T12" fmla="*/ 948 w 197"/>
                <a:gd name="T13" fmla="*/ 104 h 20"/>
                <a:gd name="T14" fmla="*/ 877 w 197"/>
                <a:gd name="T15" fmla="*/ 72 h 20"/>
                <a:gd name="T16" fmla="*/ 792 w 197"/>
                <a:gd name="T17" fmla="*/ 24 h 20"/>
                <a:gd name="T18" fmla="*/ 752 w 197"/>
                <a:gd name="T19" fmla="*/ 0 h 20"/>
                <a:gd name="T20" fmla="*/ 667 w 197"/>
                <a:gd name="T21" fmla="*/ 56 h 20"/>
                <a:gd name="T22" fmla="*/ 467 w 197"/>
                <a:gd name="T23" fmla="*/ 88 h 20"/>
                <a:gd name="T24" fmla="*/ 396 w 197"/>
                <a:gd name="T25" fmla="*/ 40 h 20"/>
                <a:gd name="T26" fmla="*/ 348 w 197"/>
                <a:gd name="T27" fmla="*/ 0 h 20"/>
                <a:gd name="T28" fmla="*/ 325 w 197"/>
                <a:gd name="T29" fmla="*/ 24 h 20"/>
                <a:gd name="T30" fmla="*/ 255 w 197"/>
                <a:gd name="T31" fmla="*/ 56 h 20"/>
                <a:gd name="T32" fmla="*/ 16 w 197"/>
                <a:gd name="T33" fmla="*/ 152 h 20"/>
                <a:gd name="T34" fmla="*/ 0 w 197"/>
                <a:gd name="T35" fmla="*/ 152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7" h="20">
                  <a:moveTo>
                    <a:pt x="197" y="0"/>
                  </a:moveTo>
                  <a:cubicBezTo>
                    <a:pt x="190" y="3"/>
                    <a:pt x="187" y="14"/>
                    <a:pt x="179" y="16"/>
                  </a:cubicBezTo>
                  <a:cubicBezTo>
                    <a:pt x="174" y="18"/>
                    <a:pt x="168" y="13"/>
                    <a:pt x="163" y="11"/>
                  </a:cubicBezTo>
                  <a:cubicBezTo>
                    <a:pt x="160" y="10"/>
                    <a:pt x="156" y="9"/>
                    <a:pt x="153" y="7"/>
                  </a:cubicBezTo>
                  <a:cubicBezTo>
                    <a:pt x="151" y="6"/>
                    <a:pt x="150" y="4"/>
                    <a:pt x="148" y="4"/>
                  </a:cubicBezTo>
                  <a:cubicBezTo>
                    <a:pt x="146" y="3"/>
                    <a:pt x="143" y="3"/>
                    <a:pt x="140" y="3"/>
                  </a:cubicBezTo>
                  <a:cubicBezTo>
                    <a:pt x="138" y="6"/>
                    <a:pt x="127" y="14"/>
                    <a:pt x="122" y="13"/>
                  </a:cubicBezTo>
                  <a:cubicBezTo>
                    <a:pt x="119" y="13"/>
                    <a:pt x="116" y="11"/>
                    <a:pt x="113" y="9"/>
                  </a:cubicBezTo>
                  <a:cubicBezTo>
                    <a:pt x="109" y="8"/>
                    <a:pt x="105" y="6"/>
                    <a:pt x="102" y="3"/>
                  </a:cubicBezTo>
                  <a:cubicBezTo>
                    <a:pt x="101" y="2"/>
                    <a:pt x="98" y="0"/>
                    <a:pt x="97" y="0"/>
                  </a:cubicBezTo>
                  <a:cubicBezTo>
                    <a:pt x="94" y="0"/>
                    <a:pt x="89" y="6"/>
                    <a:pt x="86" y="7"/>
                  </a:cubicBezTo>
                  <a:cubicBezTo>
                    <a:pt x="79" y="10"/>
                    <a:pt x="68" y="15"/>
                    <a:pt x="60" y="11"/>
                  </a:cubicBezTo>
                  <a:cubicBezTo>
                    <a:pt x="57" y="10"/>
                    <a:pt x="54" y="7"/>
                    <a:pt x="51" y="5"/>
                  </a:cubicBezTo>
                  <a:cubicBezTo>
                    <a:pt x="50" y="4"/>
                    <a:pt x="47" y="0"/>
                    <a:pt x="45" y="0"/>
                  </a:cubicBezTo>
                  <a:cubicBezTo>
                    <a:pt x="44" y="0"/>
                    <a:pt x="43" y="2"/>
                    <a:pt x="42" y="3"/>
                  </a:cubicBezTo>
                  <a:cubicBezTo>
                    <a:pt x="39" y="5"/>
                    <a:pt x="36" y="6"/>
                    <a:pt x="33" y="7"/>
                  </a:cubicBezTo>
                  <a:cubicBezTo>
                    <a:pt x="23" y="12"/>
                    <a:pt x="12" y="13"/>
                    <a:pt x="2" y="19"/>
                  </a:cubicBezTo>
                  <a:cubicBezTo>
                    <a:pt x="2" y="19"/>
                    <a:pt x="0" y="20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5" name="Freeform 134">
              <a:extLst>
                <a:ext uri="{FF2B5EF4-FFF2-40B4-BE49-F238E27FC236}">
                  <a16:creationId xmlns:a16="http://schemas.microsoft.com/office/drawing/2014/main" id="{F140D1E6-B113-4AD2-9D74-CF22036BD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140"/>
              <a:ext cx="129" cy="26"/>
            </a:xfrm>
            <a:custGeom>
              <a:avLst/>
              <a:gdLst>
                <a:gd name="T0" fmla="*/ 508 w 65"/>
                <a:gd name="T1" fmla="*/ 8 h 13"/>
                <a:gd name="T2" fmla="*/ 220 w 65"/>
                <a:gd name="T3" fmla="*/ 88 h 13"/>
                <a:gd name="T4" fmla="*/ 71 w 65"/>
                <a:gd name="T5" fmla="*/ 48 h 13"/>
                <a:gd name="T6" fmla="*/ 0 w 65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3">
                  <a:moveTo>
                    <a:pt x="65" y="1"/>
                  </a:moveTo>
                  <a:cubicBezTo>
                    <a:pt x="52" y="0"/>
                    <a:pt x="42" y="13"/>
                    <a:pt x="28" y="11"/>
                  </a:cubicBezTo>
                  <a:cubicBezTo>
                    <a:pt x="21" y="10"/>
                    <a:pt x="15" y="9"/>
                    <a:pt x="9" y="6"/>
                  </a:cubicBezTo>
                  <a:cubicBezTo>
                    <a:pt x="6" y="5"/>
                    <a:pt x="3" y="3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6" name="Freeform 135">
              <a:extLst>
                <a:ext uri="{FF2B5EF4-FFF2-40B4-BE49-F238E27FC236}">
                  <a16:creationId xmlns:a16="http://schemas.microsoft.com/office/drawing/2014/main" id="{2E8E7A9C-E03D-4B03-A943-5CD511F7B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150"/>
              <a:ext cx="113" cy="26"/>
            </a:xfrm>
            <a:custGeom>
              <a:avLst/>
              <a:gdLst>
                <a:gd name="T0" fmla="*/ 444 w 57"/>
                <a:gd name="T1" fmla="*/ 0 h 13"/>
                <a:gd name="T2" fmla="*/ 272 w 57"/>
                <a:gd name="T3" fmla="*/ 88 h 13"/>
                <a:gd name="T4" fmla="*/ 133 w 57"/>
                <a:gd name="T5" fmla="*/ 80 h 13"/>
                <a:gd name="T6" fmla="*/ 0 w 57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3">
                  <a:moveTo>
                    <a:pt x="57" y="0"/>
                  </a:moveTo>
                  <a:cubicBezTo>
                    <a:pt x="54" y="4"/>
                    <a:pt x="40" y="10"/>
                    <a:pt x="35" y="11"/>
                  </a:cubicBezTo>
                  <a:cubicBezTo>
                    <a:pt x="29" y="13"/>
                    <a:pt x="22" y="12"/>
                    <a:pt x="17" y="10"/>
                  </a:cubicBezTo>
                  <a:cubicBezTo>
                    <a:pt x="13" y="9"/>
                    <a:pt x="1" y="5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7" name="Freeform 136">
              <a:extLst>
                <a:ext uri="{FF2B5EF4-FFF2-40B4-BE49-F238E27FC236}">
                  <a16:creationId xmlns:a16="http://schemas.microsoft.com/office/drawing/2014/main" id="{10AE17E2-7E0A-4630-851B-18DF2000A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142"/>
              <a:ext cx="99" cy="22"/>
            </a:xfrm>
            <a:custGeom>
              <a:avLst/>
              <a:gdLst>
                <a:gd name="T0" fmla="*/ 0 w 50"/>
                <a:gd name="T1" fmla="*/ 16 h 11"/>
                <a:gd name="T2" fmla="*/ 87 w 50"/>
                <a:gd name="T3" fmla="*/ 40 h 11"/>
                <a:gd name="T4" fmla="*/ 232 w 50"/>
                <a:gd name="T5" fmla="*/ 80 h 11"/>
                <a:gd name="T6" fmla="*/ 388 w 50"/>
                <a:gd name="T7" fmla="*/ 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1">
                  <a:moveTo>
                    <a:pt x="0" y="2"/>
                  </a:moveTo>
                  <a:cubicBezTo>
                    <a:pt x="4" y="0"/>
                    <a:pt x="8" y="3"/>
                    <a:pt x="11" y="5"/>
                  </a:cubicBezTo>
                  <a:cubicBezTo>
                    <a:pt x="17" y="8"/>
                    <a:pt x="24" y="11"/>
                    <a:pt x="30" y="10"/>
                  </a:cubicBezTo>
                  <a:cubicBezTo>
                    <a:pt x="36" y="10"/>
                    <a:pt x="47" y="8"/>
                    <a:pt x="50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8" name="Freeform 137">
              <a:extLst>
                <a:ext uri="{FF2B5EF4-FFF2-40B4-BE49-F238E27FC236}">
                  <a16:creationId xmlns:a16="http://schemas.microsoft.com/office/drawing/2014/main" id="{9C5E03E4-D0F9-4C88-9CA1-9513FBF2A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150"/>
              <a:ext cx="333" cy="32"/>
            </a:xfrm>
            <a:custGeom>
              <a:avLst/>
              <a:gdLst>
                <a:gd name="T0" fmla="*/ 1308 w 168"/>
                <a:gd name="T1" fmla="*/ 16 h 16"/>
                <a:gd name="T2" fmla="*/ 1084 w 168"/>
                <a:gd name="T3" fmla="*/ 96 h 16"/>
                <a:gd name="T4" fmla="*/ 936 w 168"/>
                <a:gd name="T5" fmla="*/ 16 h 16"/>
                <a:gd name="T6" fmla="*/ 777 w 168"/>
                <a:gd name="T7" fmla="*/ 80 h 16"/>
                <a:gd name="T8" fmla="*/ 593 w 168"/>
                <a:gd name="T9" fmla="*/ 88 h 16"/>
                <a:gd name="T10" fmla="*/ 492 w 168"/>
                <a:gd name="T11" fmla="*/ 32 h 16"/>
                <a:gd name="T12" fmla="*/ 357 w 168"/>
                <a:gd name="T13" fmla="*/ 80 h 16"/>
                <a:gd name="T14" fmla="*/ 117 w 168"/>
                <a:gd name="T15" fmla="*/ 88 h 16"/>
                <a:gd name="T16" fmla="*/ 0 w 168"/>
                <a:gd name="T17" fmla="*/ 2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16">
                  <a:moveTo>
                    <a:pt x="168" y="2"/>
                  </a:moveTo>
                  <a:cubicBezTo>
                    <a:pt x="157" y="1"/>
                    <a:pt x="149" y="13"/>
                    <a:pt x="139" y="12"/>
                  </a:cubicBezTo>
                  <a:cubicBezTo>
                    <a:pt x="132" y="11"/>
                    <a:pt x="127" y="4"/>
                    <a:pt x="120" y="2"/>
                  </a:cubicBezTo>
                  <a:cubicBezTo>
                    <a:pt x="115" y="0"/>
                    <a:pt x="104" y="7"/>
                    <a:pt x="100" y="10"/>
                  </a:cubicBezTo>
                  <a:cubicBezTo>
                    <a:pt x="91" y="15"/>
                    <a:pt x="85" y="16"/>
                    <a:pt x="76" y="11"/>
                  </a:cubicBezTo>
                  <a:cubicBezTo>
                    <a:pt x="72" y="9"/>
                    <a:pt x="67" y="5"/>
                    <a:pt x="63" y="4"/>
                  </a:cubicBezTo>
                  <a:cubicBezTo>
                    <a:pt x="57" y="2"/>
                    <a:pt x="52" y="8"/>
                    <a:pt x="46" y="10"/>
                  </a:cubicBezTo>
                  <a:cubicBezTo>
                    <a:pt x="37" y="13"/>
                    <a:pt x="23" y="15"/>
                    <a:pt x="15" y="11"/>
                  </a:cubicBezTo>
                  <a:cubicBezTo>
                    <a:pt x="10" y="8"/>
                    <a:pt x="5" y="5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9" name="Freeform 138">
              <a:extLst>
                <a:ext uri="{FF2B5EF4-FFF2-40B4-BE49-F238E27FC236}">
                  <a16:creationId xmlns:a16="http://schemas.microsoft.com/office/drawing/2014/main" id="{D162649F-8082-44B7-BFD6-51DB25D73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132"/>
              <a:ext cx="430" cy="52"/>
            </a:xfrm>
            <a:custGeom>
              <a:avLst/>
              <a:gdLst>
                <a:gd name="T0" fmla="*/ 1688 w 217"/>
                <a:gd name="T1" fmla="*/ 80 h 26"/>
                <a:gd name="T2" fmla="*/ 1433 w 217"/>
                <a:gd name="T3" fmla="*/ 200 h 26"/>
                <a:gd name="T4" fmla="*/ 1284 w 217"/>
                <a:gd name="T5" fmla="*/ 88 h 26"/>
                <a:gd name="T6" fmla="*/ 1120 w 217"/>
                <a:gd name="T7" fmla="*/ 120 h 26"/>
                <a:gd name="T8" fmla="*/ 896 w 217"/>
                <a:gd name="T9" fmla="*/ 88 h 26"/>
                <a:gd name="T10" fmla="*/ 793 w 217"/>
                <a:gd name="T11" fmla="*/ 40 h 26"/>
                <a:gd name="T12" fmla="*/ 569 w 217"/>
                <a:gd name="T13" fmla="*/ 104 h 26"/>
                <a:gd name="T14" fmla="*/ 499 w 217"/>
                <a:gd name="T15" fmla="*/ 72 h 26"/>
                <a:gd name="T16" fmla="*/ 444 w 217"/>
                <a:gd name="T17" fmla="*/ 40 h 26"/>
                <a:gd name="T18" fmla="*/ 388 w 217"/>
                <a:gd name="T19" fmla="*/ 56 h 26"/>
                <a:gd name="T20" fmla="*/ 216 w 217"/>
                <a:gd name="T21" fmla="*/ 112 h 26"/>
                <a:gd name="T22" fmla="*/ 16 w 217"/>
                <a:gd name="T23" fmla="*/ 64 h 26"/>
                <a:gd name="T24" fmla="*/ 0 w 217"/>
                <a:gd name="T25" fmla="*/ 0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7" h="26">
                  <a:moveTo>
                    <a:pt x="217" y="10"/>
                  </a:moveTo>
                  <a:cubicBezTo>
                    <a:pt x="204" y="9"/>
                    <a:pt x="197" y="24"/>
                    <a:pt x="184" y="25"/>
                  </a:cubicBezTo>
                  <a:cubicBezTo>
                    <a:pt x="175" y="26"/>
                    <a:pt x="171" y="16"/>
                    <a:pt x="165" y="11"/>
                  </a:cubicBezTo>
                  <a:cubicBezTo>
                    <a:pt x="159" y="6"/>
                    <a:pt x="151" y="12"/>
                    <a:pt x="144" y="15"/>
                  </a:cubicBezTo>
                  <a:cubicBezTo>
                    <a:pt x="132" y="20"/>
                    <a:pt x="125" y="19"/>
                    <a:pt x="115" y="11"/>
                  </a:cubicBezTo>
                  <a:cubicBezTo>
                    <a:pt x="110" y="7"/>
                    <a:pt x="108" y="3"/>
                    <a:pt x="102" y="5"/>
                  </a:cubicBezTo>
                  <a:cubicBezTo>
                    <a:pt x="93" y="8"/>
                    <a:pt x="83" y="14"/>
                    <a:pt x="73" y="13"/>
                  </a:cubicBezTo>
                  <a:cubicBezTo>
                    <a:pt x="69" y="13"/>
                    <a:pt x="67" y="11"/>
                    <a:pt x="64" y="9"/>
                  </a:cubicBezTo>
                  <a:cubicBezTo>
                    <a:pt x="62" y="8"/>
                    <a:pt x="59" y="6"/>
                    <a:pt x="57" y="5"/>
                  </a:cubicBezTo>
                  <a:cubicBezTo>
                    <a:pt x="55" y="4"/>
                    <a:pt x="53" y="6"/>
                    <a:pt x="50" y="7"/>
                  </a:cubicBezTo>
                  <a:cubicBezTo>
                    <a:pt x="43" y="10"/>
                    <a:pt x="36" y="13"/>
                    <a:pt x="28" y="14"/>
                  </a:cubicBezTo>
                  <a:cubicBezTo>
                    <a:pt x="21" y="15"/>
                    <a:pt x="7" y="15"/>
                    <a:pt x="2" y="8"/>
                  </a:cubicBezTo>
                  <a:cubicBezTo>
                    <a:pt x="1" y="6"/>
                    <a:pt x="0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0" name="Freeform 139">
              <a:extLst>
                <a:ext uri="{FF2B5EF4-FFF2-40B4-BE49-F238E27FC236}">
                  <a16:creationId xmlns:a16="http://schemas.microsoft.com/office/drawing/2014/main" id="{D14EE541-DE91-4BEE-86B7-E87C2EF04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136"/>
              <a:ext cx="202" cy="34"/>
            </a:xfrm>
            <a:custGeom>
              <a:avLst/>
              <a:gdLst>
                <a:gd name="T0" fmla="*/ 792 w 102"/>
                <a:gd name="T1" fmla="*/ 32 h 17"/>
                <a:gd name="T2" fmla="*/ 683 w 102"/>
                <a:gd name="T3" fmla="*/ 80 h 17"/>
                <a:gd name="T4" fmla="*/ 529 w 102"/>
                <a:gd name="T5" fmla="*/ 120 h 17"/>
                <a:gd name="T6" fmla="*/ 436 w 102"/>
                <a:gd name="T7" fmla="*/ 80 h 17"/>
                <a:gd name="T8" fmla="*/ 372 w 102"/>
                <a:gd name="T9" fmla="*/ 32 h 17"/>
                <a:gd name="T10" fmla="*/ 309 w 102"/>
                <a:gd name="T11" fmla="*/ 72 h 17"/>
                <a:gd name="T12" fmla="*/ 164 w 102"/>
                <a:gd name="T13" fmla="*/ 104 h 17"/>
                <a:gd name="T14" fmla="*/ 63 w 102"/>
                <a:gd name="T15" fmla="*/ 80 h 17"/>
                <a:gd name="T16" fmla="*/ 0 w 102"/>
                <a:gd name="T17" fmla="*/ 4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7">
                  <a:moveTo>
                    <a:pt x="102" y="4"/>
                  </a:moveTo>
                  <a:cubicBezTo>
                    <a:pt x="102" y="0"/>
                    <a:pt x="90" y="9"/>
                    <a:pt x="88" y="10"/>
                  </a:cubicBezTo>
                  <a:cubicBezTo>
                    <a:pt x="82" y="14"/>
                    <a:pt x="75" y="17"/>
                    <a:pt x="68" y="15"/>
                  </a:cubicBezTo>
                  <a:cubicBezTo>
                    <a:pt x="64" y="14"/>
                    <a:pt x="60" y="12"/>
                    <a:pt x="56" y="10"/>
                  </a:cubicBezTo>
                  <a:cubicBezTo>
                    <a:pt x="54" y="8"/>
                    <a:pt x="51" y="5"/>
                    <a:pt x="48" y="4"/>
                  </a:cubicBezTo>
                  <a:cubicBezTo>
                    <a:pt x="43" y="2"/>
                    <a:pt x="45" y="6"/>
                    <a:pt x="40" y="9"/>
                  </a:cubicBezTo>
                  <a:cubicBezTo>
                    <a:pt x="35" y="12"/>
                    <a:pt x="27" y="13"/>
                    <a:pt x="21" y="13"/>
                  </a:cubicBezTo>
                  <a:cubicBezTo>
                    <a:pt x="16" y="14"/>
                    <a:pt x="12" y="13"/>
                    <a:pt x="8" y="10"/>
                  </a:cubicBezTo>
                  <a:cubicBezTo>
                    <a:pt x="5" y="9"/>
                    <a:pt x="2" y="6"/>
                    <a:pt x="0" y="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1" name="Freeform 140">
              <a:extLst>
                <a:ext uri="{FF2B5EF4-FFF2-40B4-BE49-F238E27FC236}">
                  <a16:creationId xmlns:a16="http://schemas.microsoft.com/office/drawing/2014/main" id="{8C4EDB9F-B667-4094-92F6-346175642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142"/>
              <a:ext cx="234" cy="32"/>
            </a:xfrm>
            <a:custGeom>
              <a:avLst/>
              <a:gdLst>
                <a:gd name="T0" fmla="*/ 0 w 118"/>
                <a:gd name="T1" fmla="*/ 48 h 16"/>
                <a:gd name="T2" fmla="*/ 95 w 118"/>
                <a:gd name="T3" fmla="*/ 64 h 16"/>
                <a:gd name="T4" fmla="*/ 165 w 118"/>
                <a:gd name="T5" fmla="*/ 104 h 16"/>
                <a:gd name="T6" fmla="*/ 319 w 118"/>
                <a:gd name="T7" fmla="*/ 112 h 16"/>
                <a:gd name="T8" fmla="*/ 428 w 118"/>
                <a:gd name="T9" fmla="*/ 64 h 16"/>
                <a:gd name="T10" fmla="*/ 508 w 118"/>
                <a:gd name="T11" fmla="*/ 8 h 16"/>
                <a:gd name="T12" fmla="*/ 617 w 118"/>
                <a:gd name="T13" fmla="*/ 56 h 16"/>
                <a:gd name="T14" fmla="*/ 756 w 118"/>
                <a:gd name="T15" fmla="*/ 80 h 16"/>
                <a:gd name="T16" fmla="*/ 920 w 118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6">
                  <a:moveTo>
                    <a:pt x="0" y="6"/>
                  </a:moveTo>
                  <a:cubicBezTo>
                    <a:pt x="5" y="6"/>
                    <a:pt x="8" y="6"/>
                    <a:pt x="12" y="8"/>
                  </a:cubicBezTo>
                  <a:cubicBezTo>
                    <a:pt x="15" y="10"/>
                    <a:pt x="17" y="12"/>
                    <a:pt x="21" y="13"/>
                  </a:cubicBezTo>
                  <a:cubicBezTo>
                    <a:pt x="27" y="15"/>
                    <a:pt x="34" y="16"/>
                    <a:pt x="41" y="14"/>
                  </a:cubicBezTo>
                  <a:cubicBezTo>
                    <a:pt x="46" y="13"/>
                    <a:pt x="51" y="12"/>
                    <a:pt x="55" y="8"/>
                  </a:cubicBezTo>
                  <a:cubicBezTo>
                    <a:pt x="59" y="6"/>
                    <a:pt x="61" y="1"/>
                    <a:pt x="65" y="1"/>
                  </a:cubicBezTo>
                  <a:cubicBezTo>
                    <a:pt x="69" y="2"/>
                    <a:pt x="75" y="6"/>
                    <a:pt x="79" y="7"/>
                  </a:cubicBezTo>
                  <a:cubicBezTo>
                    <a:pt x="85" y="9"/>
                    <a:pt x="91" y="11"/>
                    <a:pt x="97" y="10"/>
                  </a:cubicBezTo>
                  <a:cubicBezTo>
                    <a:pt x="106" y="9"/>
                    <a:pt x="111" y="6"/>
                    <a:pt x="118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2" name="Freeform 141">
              <a:extLst>
                <a:ext uri="{FF2B5EF4-FFF2-40B4-BE49-F238E27FC236}">
                  <a16:creationId xmlns:a16="http://schemas.microsoft.com/office/drawing/2014/main" id="{F745FEAE-4DA1-4E77-A4E2-8215762CB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150"/>
              <a:ext cx="145" cy="30"/>
            </a:xfrm>
            <a:custGeom>
              <a:avLst/>
              <a:gdLst>
                <a:gd name="T0" fmla="*/ 0 w 73"/>
                <a:gd name="T1" fmla="*/ 64 h 15"/>
                <a:gd name="T2" fmla="*/ 189 w 73"/>
                <a:gd name="T3" fmla="*/ 112 h 15"/>
                <a:gd name="T4" fmla="*/ 367 w 73"/>
                <a:gd name="T5" fmla="*/ 112 h 15"/>
                <a:gd name="T6" fmla="*/ 572 w 7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5">
                  <a:moveTo>
                    <a:pt x="0" y="8"/>
                  </a:moveTo>
                  <a:cubicBezTo>
                    <a:pt x="8" y="8"/>
                    <a:pt x="16" y="12"/>
                    <a:pt x="24" y="14"/>
                  </a:cubicBezTo>
                  <a:cubicBezTo>
                    <a:pt x="31" y="15"/>
                    <a:pt x="40" y="15"/>
                    <a:pt x="47" y="14"/>
                  </a:cubicBezTo>
                  <a:cubicBezTo>
                    <a:pt x="57" y="12"/>
                    <a:pt x="65" y="6"/>
                    <a:pt x="73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3" name="Freeform 142">
              <a:extLst>
                <a:ext uri="{FF2B5EF4-FFF2-40B4-BE49-F238E27FC236}">
                  <a16:creationId xmlns:a16="http://schemas.microsoft.com/office/drawing/2014/main" id="{B06E8348-0A7F-4A4D-9805-59AD9D7A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168"/>
              <a:ext cx="155" cy="31"/>
            </a:xfrm>
            <a:custGeom>
              <a:avLst/>
              <a:gdLst>
                <a:gd name="T0" fmla="*/ 612 w 78"/>
                <a:gd name="T1" fmla="*/ 37 h 16"/>
                <a:gd name="T2" fmla="*/ 477 w 78"/>
                <a:gd name="T3" fmla="*/ 79 h 16"/>
                <a:gd name="T4" fmla="*/ 328 w 78"/>
                <a:gd name="T5" fmla="*/ 116 h 16"/>
                <a:gd name="T6" fmla="*/ 151 w 78"/>
                <a:gd name="T7" fmla="*/ 72 h 16"/>
                <a:gd name="T8" fmla="*/ 0 w 7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6">
                  <a:moveTo>
                    <a:pt x="78" y="5"/>
                  </a:moveTo>
                  <a:cubicBezTo>
                    <a:pt x="75" y="3"/>
                    <a:pt x="64" y="10"/>
                    <a:pt x="61" y="11"/>
                  </a:cubicBezTo>
                  <a:cubicBezTo>
                    <a:pt x="54" y="15"/>
                    <a:pt x="49" y="16"/>
                    <a:pt x="42" y="16"/>
                  </a:cubicBezTo>
                  <a:cubicBezTo>
                    <a:pt x="34" y="15"/>
                    <a:pt x="25" y="13"/>
                    <a:pt x="19" y="10"/>
                  </a:cubicBezTo>
                  <a:cubicBezTo>
                    <a:pt x="12" y="8"/>
                    <a:pt x="6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4" name="Freeform 143">
              <a:extLst>
                <a:ext uri="{FF2B5EF4-FFF2-40B4-BE49-F238E27FC236}">
                  <a16:creationId xmlns:a16="http://schemas.microsoft.com/office/drawing/2014/main" id="{7BBF240A-DEA2-4FAD-91D5-8ECF33D05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174"/>
              <a:ext cx="59" cy="25"/>
            </a:xfrm>
            <a:custGeom>
              <a:avLst/>
              <a:gdLst>
                <a:gd name="T0" fmla="*/ 228 w 30"/>
                <a:gd name="T1" fmla="*/ 0 h 13"/>
                <a:gd name="T2" fmla="*/ 0 w 30"/>
                <a:gd name="T3" fmla="*/ 8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3">
                  <a:moveTo>
                    <a:pt x="30" y="0"/>
                  </a:moveTo>
                  <a:cubicBezTo>
                    <a:pt x="20" y="2"/>
                    <a:pt x="12" y="13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5" name="Freeform 144">
              <a:extLst>
                <a:ext uri="{FF2B5EF4-FFF2-40B4-BE49-F238E27FC236}">
                  <a16:creationId xmlns:a16="http://schemas.microsoft.com/office/drawing/2014/main" id="{97CF8D0A-587F-4EA3-AC06-58C270E5E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58"/>
              <a:ext cx="123" cy="20"/>
            </a:xfrm>
            <a:custGeom>
              <a:avLst/>
              <a:gdLst>
                <a:gd name="T0" fmla="*/ 0 w 62"/>
                <a:gd name="T1" fmla="*/ 16 h 10"/>
                <a:gd name="T2" fmla="*/ 119 w 62"/>
                <a:gd name="T3" fmla="*/ 16 h 10"/>
                <a:gd name="T4" fmla="*/ 272 w 62"/>
                <a:gd name="T5" fmla="*/ 56 h 10"/>
                <a:gd name="T6" fmla="*/ 389 w 62"/>
                <a:gd name="T7" fmla="*/ 80 h 10"/>
                <a:gd name="T8" fmla="*/ 484 w 62"/>
                <a:gd name="T9" fmla="*/ 6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0">
                  <a:moveTo>
                    <a:pt x="0" y="2"/>
                  </a:moveTo>
                  <a:cubicBezTo>
                    <a:pt x="4" y="0"/>
                    <a:pt x="11" y="2"/>
                    <a:pt x="15" y="2"/>
                  </a:cubicBezTo>
                  <a:cubicBezTo>
                    <a:pt x="22" y="3"/>
                    <a:pt x="28" y="6"/>
                    <a:pt x="35" y="7"/>
                  </a:cubicBezTo>
                  <a:cubicBezTo>
                    <a:pt x="40" y="9"/>
                    <a:pt x="45" y="10"/>
                    <a:pt x="50" y="10"/>
                  </a:cubicBezTo>
                  <a:cubicBezTo>
                    <a:pt x="55" y="10"/>
                    <a:pt x="58" y="9"/>
                    <a:pt x="62" y="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6" name="Freeform 145">
              <a:extLst>
                <a:ext uri="{FF2B5EF4-FFF2-40B4-BE49-F238E27FC236}">
                  <a16:creationId xmlns:a16="http://schemas.microsoft.com/office/drawing/2014/main" id="{60FF9FD0-7033-421D-BD66-7E7684292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162"/>
              <a:ext cx="220" cy="27"/>
            </a:xfrm>
            <a:custGeom>
              <a:avLst/>
              <a:gdLst>
                <a:gd name="T0" fmla="*/ 864 w 111"/>
                <a:gd name="T1" fmla="*/ 0 h 14"/>
                <a:gd name="T2" fmla="*/ 755 w 111"/>
                <a:gd name="T3" fmla="*/ 29 h 14"/>
                <a:gd name="T4" fmla="*/ 632 w 111"/>
                <a:gd name="T5" fmla="*/ 64 h 14"/>
                <a:gd name="T6" fmla="*/ 601 w 111"/>
                <a:gd name="T7" fmla="*/ 52 h 14"/>
                <a:gd name="T8" fmla="*/ 545 w 111"/>
                <a:gd name="T9" fmla="*/ 37 h 14"/>
                <a:gd name="T10" fmla="*/ 476 w 111"/>
                <a:gd name="T11" fmla="*/ 0 h 14"/>
                <a:gd name="T12" fmla="*/ 357 w 111"/>
                <a:gd name="T13" fmla="*/ 64 h 14"/>
                <a:gd name="T14" fmla="*/ 272 w 111"/>
                <a:gd name="T15" fmla="*/ 93 h 14"/>
                <a:gd name="T16" fmla="*/ 204 w 111"/>
                <a:gd name="T17" fmla="*/ 93 h 14"/>
                <a:gd name="T18" fmla="*/ 55 w 111"/>
                <a:gd name="T19" fmla="*/ 44 h 14"/>
                <a:gd name="T20" fmla="*/ 0 w 111"/>
                <a:gd name="T21" fmla="*/ 29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14">
                  <a:moveTo>
                    <a:pt x="111" y="0"/>
                  </a:moveTo>
                  <a:cubicBezTo>
                    <a:pt x="106" y="1"/>
                    <a:pt x="102" y="3"/>
                    <a:pt x="97" y="4"/>
                  </a:cubicBezTo>
                  <a:cubicBezTo>
                    <a:pt x="93" y="6"/>
                    <a:pt x="86" y="10"/>
                    <a:pt x="81" y="9"/>
                  </a:cubicBezTo>
                  <a:cubicBezTo>
                    <a:pt x="79" y="9"/>
                    <a:pt x="78" y="8"/>
                    <a:pt x="77" y="7"/>
                  </a:cubicBezTo>
                  <a:cubicBezTo>
                    <a:pt x="74" y="6"/>
                    <a:pt x="72" y="5"/>
                    <a:pt x="70" y="5"/>
                  </a:cubicBezTo>
                  <a:cubicBezTo>
                    <a:pt x="67" y="4"/>
                    <a:pt x="63" y="2"/>
                    <a:pt x="61" y="0"/>
                  </a:cubicBezTo>
                  <a:cubicBezTo>
                    <a:pt x="56" y="3"/>
                    <a:pt x="51" y="6"/>
                    <a:pt x="46" y="9"/>
                  </a:cubicBezTo>
                  <a:cubicBezTo>
                    <a:pt x="42" y="10"/>
                    <a:pt x="39" y="12"/>
                    <a:pt x="35" y="13"/>
                  </a:cubicBezTo>
                  <a:cubicBezTo>
                    <a:pt x="32" y="14"/>
                    <a:pt x="30" y="13"/>
                    <a:pt x="26" y="13"/>
                  </a:cubicBezTo>
                  <a:cubicBezTo>
                    <a:pt x="19" y="12"/>
                    <a:pt x="13" y="9"/>
                    <a:pt x="7" y="6"/>
                  </a:cubicBezTo>
                  <a:cubicBezTo>
                    <a:pt x="5" y="6"/>
                    <a:pt x="2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7" name="Freeform 146">
              <a:extLst>
                <a:ext uri="{FF2B5EF4-FFF2-40B4-BE49-F238E27FC236}">
                  <a16:creationId xmlns:a16="http://schemas.microsoft.com/office/drawing/2014/main" id="{64AD6FA0-4AE6-4250-8539-D84B2CDCE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172"/>
              <a:ext cx="307" cy="27"/>
            </a:xfrm>
            <a:custGeom>
              <a:avLst/>
              <a:gdLst>
                <a:gd name="T0" fmla="*/ 1204 w 155"/>
                <a:gd name="T1" fmla="*/ 0 h 14"/>
                <a:gd name="T2" fmla="*/ 1032 w 155"/>
                <a:gd name="T3" fmla="*/ 79 h 14"/>
                <a:gd name="T4" fmla="*/ 903 w 155"/>
                <a:gd name="T5" fmla="*/ 52 h 14"/>
                <a:gd name="T6" fmla="*/ 824 w 155"/>
                <a:gd name="T7" fmla="*/ 23 h 14"/>
                <a:gd name="T8" fmla="*/ 644 w 155"/>
                <a:gd name="T9" fmla="*/ 93 h 14"/>
                <a:gd name="T10" fmla="*/ 513 w 155"/>
                <a:gd name="T11" fmla="*/ 64 h 14"/>
                <a:gd name="T12" fmla="*/ 460 w 155"/>
                <a:gd name="T13" fmla="*/ 52 h 14"/>
                <a:gd name="T14" fmla="*/ 436 w 155"/>
                <a:gd name="T15" fmla="*/ 44 h 14"/>
                <a:gd name="T16" fmla="*/ 428 w 155"/>
                <a:gd name="T17" fmla="*/ 29 h 14"/>
                <a:gd name="T18" fmla="*/ 309 w 155"/>
                <a:gd name="T19" fmla="*/ 52 h 14"/>
                <a:gd name="T20" fmla="*/ 156 w 155"/>
                <a:gd name="T21" fmla="*/ 79 h 14"/>
                <a:gd name="T22" fmla="*/ 48 w 155"/>
                <a:gd name="T23" fmla="*/ 52 h 14"/>
                <a:gd name="T24" fmla="*/ 0 w 155"/>
                <a:gd name="T25" fmla="*/ 15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4">
                  <a:moveTo>
                    <a:pt x="155" y="0"/>
                  </a:moveTo>
                  <a:cubicBezTo>
                    <a:pt x="147" y="2"/>
                    <a:pt x="141" y="10"/>
                    <a:pt x="133" y="11"/>
                  </a:cubicBezTo>
                  <a:cubicBezTo>
                    <a:pt x="126" y="12"/>
                    <a:pt x="122" y="11"/>
                    <a:pt x="116" y="7"/>
                  </a:cubicBezTo>
                  <a:cubicBezTo>
                    <a:pt x="113" y="6"/>
                    <a:pt x="109" y="2"/>
                    <a:pt x="106" y="3"/>
                  </a:cubicBezTo>
                  <a:cubicBezTo>
                    <a:pt x="98" y="6"/>
                    <a:pt x="92" y="13"/>
                    <a:pt x="83" y="13"/>
                  </a:cubicBezTo>
                  <a:cubicBezTo>
                    <a:pt x="77" y="14"/>
                    <a:pt x="71" y="11"/>
                    <a:pt x="66" y="9"/>
                  </a:cubicBezTo>
                  <a:cubicBezTo>
                    <a:pt x="63" y="8"/>
                    <a:pt x="61" y="8"/>
                    <a:pt x="59" y="7"/>
                  </a:cubicBezTo>
                  <a:cubicBezTo>
                    <a:pt x="58" y="6"/>
                    <a:pt x="57" y="6"/>
                    <a:pt x="56" y="6"/>
                  </a:cubicBezTo>
                  <a:cubicBezTo>
                    <a:pt x="55" y="6"/>
                    <a:pt x="55" y="5"/>
                    <a:pt x="55" y="4"/>
                  </a:cubicBezTo>
                  <a:cubicBezTo>
                    <a:pt x="50" y="3"/>
                    <a:pt x="44" y="6"/>
                    <a:pt x="40" y="7"/>
                  </a:cubicBezTo>
                  <a:cubicBezTo>
                    <a:pt x="33" y="9"/>
                    <a:pt x="27" y="12"/>
                    <a:pt x="20" y="11"/>
                  </a:cubicBezTo>
                  <a:cubicBezTo>
                    <a:pt x="15" y="11"/>
                    <a:pt x="10" y="10"/>
                    <a:pt x="6" y="7"/>
                  </a:cubicBezTo>
                  <a:cubicBezTo>
                    <a:pt x="4" y="6"/>
                    <a:pt x="0" y="4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8" name="Freeform 147">
              <a:extLst>
                <a:ext uri="{FF2B5EF4-FFF2-40B4-BE49-F238E27FC236}">
                  <a16:creationId xmlns:a16="http://schemas.microsoft.com/office/drawing/2014/main" id="{BA6E78F5-D8C1-4756-9628-81BE19F5B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170"/>
              <a:ext cx="119" cy="27"/>
            </a:xfrm>
            <a:custGeom>
              <a:avLst/>
              <a:gdLst>
                <a:gd name="T0" fmla="*/ 468 w 60"/>
                <a:gd name="T1" fmla="*/ 15 h 14"/>
                <a:gd name="T2" fmla="*/ 335 w 60"/>
                <a:gd name="T3" fmla="*/ 71 h 14"/>
                <a:gd name="T4" fmla="*/ 212 w 60"/>
                <a:gd name="T5" fmla="*/ 100 h 14"/>
                <a:gd name="T6" fmla="*/ 71 w 60"/>
                <a:gd name="T7" fmla="*/ 64 h 14"/>
                <a:gd name="T8" fmla="*/ 0 w 60"/>
                <a:gd name="T9" fmla="*/ 2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">
                  <a:moveTo>
                    <a:pt x="60" y="2"/>
                  </a:moveTo>
                  <a:cubicBezTo>
                    <a:pt x="54" y="0"/>
                    <a:pt x="48" y="8"/>
                    <a:pt x="43" y="10"/>
                  </a:cubicBezTo>
                  <a:cubicBezTo>
                    <a:pt x="38" y="12"/>
                    <a:pt x="32" y="14"/>
                    <a:pt x="27" y="14"/>
                  </a:cubicBezTo>
                  <a:cubicBezTo>
                    <a:pt x="21" y="13"/>
                    <a:pt x="15" y="11"/>
                    <a:pt x="9" y="9"/>
                  </a:cubicBezTo>
                  <a:cubicBezTo>
                    <a:pt x="7" y="8"/>
                    <a:pt x="3" y="3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9" name="Freeform 148">
              <a:extLst>
                <a:ext uri="{FF2B5EF4-FFF2-40B4-BE49-F238E27FC236}">
                  <a16:creationId xmlns:a16="http://schemas.microsoft.com/office/drawing/2014/main" id="{ABEB5848-DCF8-44BA-8481-BC17A8350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168"/>
              <a:ext cx="113" cy="31"/>
            </a:xfrm>
            <a:custGeom>
              <a:avLst/>
              <a:gdLst>
                <a:gd name="T0" fmla="*/ 444 w 57"/>
                <a:gd name="T1" fmla="*/ 45 h 16"/>
                <a:gd name="T2" fmla="*/ 335 w 57"/>
                <a:gd name="T3" fmla="*/ 101 h 16"/>
                <a:gd name="T4" fmla="*/ 196 w 57"/>
                <a:gd name="T5" fmla="*/ 93 h 16"/>
                <a:gd name="T6" fmla="*/ 48 w 57"/>
                <a:gd name="T7" fmla="*/ 37 h 16"/>
                <a:gd name="T8" fmla="*/ 0 w 57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6">
                  <a:moveTo>
                    <a:pt x="57" y="6"/>
                  </a:moveTo>
                  <a:cubicBezTo>
                    <a:pt x="53" y="9"/>
                    <a:pt x="48" y="12"/>
                    <a:pt x="43" y="14"/>
                  </a:cubicBezTo>
                  <a:cubicBezTo>
                    <a:pt x="36" y="16"/>
                    <a:pt x="32" y="15"/>
                    <a:pt x="25" y="13"/>
                  </a:cubicBezTo>
                  <a:cubicBezTo>
                    <a:pt x="19" y="10"/>
                    <a:pt x="12" y="9"/>
                    <a:pt x="6" y="5"/>
                  </a:cubicBezTo>
                  <a:cubicBezTo>
                    <a:pt x="4" y="4"/>
                    <a:pt x="2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0" name="Freeform 149">
              <a:extLst>
                <a:ext uri="{FF2B5EF4-FFF2-40B4-BE49-F238E27FC236}">
                  <a16:creationId xmlns:a16="http://schemas.microsoft.com/office/drawing/2014/main" id="{922764E1-E50B-4E86-AF62-353E52C4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160"/>
              <a:ext cx="99" cy="18"/>
            </a:xfrm>
            <a:custGeom>
              <a:avLst/>
              <a:gdLst>
                <a:gd name="T0" fmla="*/ 380 w 50"/>
                <a:gd name="T1" fmla="*/ 8 h 9"/>
                <a:gd name="T2" fmla="*/ 388 w 50"/>
                <a:gd name="T3" fmla="*/ 0 h 9"/>
                <a:gd name="T4" fmla="*/ 333 w 50"/>
                <a:gd name="T5" fmla="*/ 24 h 9"/>
                <a:gd name="T6" fmla="*/ 248 w 50"/>
                <a:gd name="T7" fmla="*/ 64 h 9"/>
                <a:gd name="T8" fmla="*/ 125 w 50"/>
                <a:gd name="T9" fmla="*/ 56 h 9"/>
                <a:gd name="T10" fmla="*/ 32 w 50"/>
                <a:gd name="T11" fmla="*/ 16 h 9"/>
                <a:gd name="T12" fmla="*/ 0 w 50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9">
                  <a:moveTo>
                    <a:pt x="49" y="1"/>
                  </a:moveTo>
                  <a:cubicBezTo>
                    <a:pt x="50" y="1"/>
                    <a:pt x="50" y="0"/>
                    <a:pt x="50" y="0"/>
                  </a:cubicBezTo>
                  <a:cubicBezTo>
                    <a:pt x="47" y="0"/>
                    <a:pt x="45" y="2"/>
                    <a:pt x="43" y="3"/>
                  </a:cubicBezTo>
                  <a:cubicBezTo>
                    <a:pt x="39" y="5"/>
                    <a:pt x="36" y="7"/>
                    <a:pt x="32" y="8"/>
                  </a:cubicBezTo>
                  <a:cubicBezTo>
                    <a:pt x="27" y="9"/>
                    <a:pt x="21" y="8"/>
                    <a:pt x="16" y="7"/>
                  </a:cubicBezTo>
                  <a:cubicBezTo>
                    <a:pt x="11" y="6"/>
                    <a:pt x="8" y="5"/>
                    <a:pt x="4" y="2"/>
                  </a:cubicBez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1" name="Freeform 150">
              <a:extLst>
                <a:ext uri="{FF2B5EF4-FFF2-40B4-BE49-F238E27FC236}">
                  <a16:creationId xmlns:a16="http://schemas.microsoft.com/office/drawing/2014/main" id="{9E551A51-3BA5-4630-8A21-AD9136AE8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156"/>
              <a:ext cx="117" cy="22"/>
            </a:xfrm>
            <a:custGeom>
              <a:avLst/>
              <a:gdLst>
                <a:gd name="T0" fmla="*/ 460 w 59"/>
                <a:gd name="T1" fmla="*/ 0 h 11"/>
                <a:gd name="T2" fmla="*/ 428 w 59"/>
                <a:gd name="T3" fmla="*/ 8 h 11"/>
                <a:gd name="T4" fmla="*/ 349 w 59"/>
                <a:gd name="T5" fmla="*/ 48 h 11"/>
                <a:gd name="T6" fmla="*/ 196 w 59"/>
                <a:gd name="T7" fmla="*/ 88 h 11"/>
                <a:gd name="T8" fmla="*/ 87 w 59"/>
                <a:gd name="T9" fmla="*/ 56 h 11"/>
                <a:gd name="T10" fmla="*/ 32 w 59"/>
                <a:gd name="T11" fmla="*/ 32 h 11"/>
                <a:gd name="T12" fmla="*/ 0 w 59"/>
                <a:gd name="T13" fmla="*/ 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1">
                  <a:moveTo>
                    <a:pt x="59" y="0"/>
                  </a:moveTo>
                  <a:cubicBezTo>
                    <a:pt x="58" y="2"/>
                    <a:pt x="57" y="1"/>
                    <a:pt x="55" y="1"/>
                  </a:cubicBezTo>
                  <a:cubicBezTo>
                    <a:pt x="52" y="3"/>
                    <a:pt x="49" y="4"/>
                    <a:pt x="45" y="6"/>
                  </a:cubicBezTo>
                  <a:cubicBezTo>
                    <a:pt x="39" y="8"/>
                    <a:pt x="32" y="11"/>
                    <a:pt x="25" y="11"/>
                  </a:cubicBezTo>
                  <a:cubicBezTo>
                    <a:pt x="20" y="11"/>
                    <a:pt x="15" y="9"/>
                    <a:pt x="11" y="7"/>
                  </a:cubicBezTo>
                  <a:cubicBezTo>
                    <a:pt x="8" y="6"/>
                    <a:pt x="6" y="5"/>
                    <a:pt x="4" y="4"/>
                  </a:cubicBezTo>
                  <a:cubicBezTo>
                    <a:pt x="2" y="4"/>
                    <a:pt x="1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2" name="Freeform 151">
              <a:extLst>
                <a:ext uri="{FF2B5EF4-FFF2-40B4-BE49-F238E27FC236}">
                  <a16:creationId xmlns:a16="http://schemas.microsoft.com/office/drawing/2014/main" id="{7A29D7A3-8BDF-46F6-B3EE-192A26ED3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164"/>
              <a:ext cx="107" cy="33"/>
            </a:xfrm>
            <a:custGeom>
              <a:avLst/>
              <a:gdLst>
                <a:gd name="T0" fmla="*/ 420 w 54"/>
                <a:gd name="T1" fmla="*/ 31 h 17"/>
                <a:gd name="T2" fmla="*/ 388 w 54"/>
                <a:gd name="T3" fmla="*/ 37 h 17"/>
                <a:gd name="T4" fmla="*/ 319 w 54"/>
                <a:gd name="T5" fmla="*/ 87 h 17"/>
                <a:gd name="T6" fmla="*/ 224 w 54"/>
                <a:gd name="T7" fmla="*/ 116 h 17"/>
                <a:gd name="T8" fmla="*/ 87 w 54"/>
                <a:gd name="T9" fmla="*/ 64 h 17"/>
                <a:gd name="T10" fmla="*/ 0 w 5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7">
                  <a:moveTo>
                    <a:pt x="54" y="4"/>
                  </a:moveTo>
                  <a:cubicBezTo>
                    <a:pt x="52" y="3"/>
                    <a:pt x="51" y="4"/>
                    <a:pt x="50" y="5"/>
                  </a:cubicBezTo>
                  <a:cubicBezTo>
                    <a:pt x="47" y="7"/>
                    <a:pt x="44" y="10"/>
                    <a:pt x="41" y="12"/>
                  </a:cubicBezTo>
                  <a:cubicBezTo>
                    <a:pt x="37" y="16"/>
                    <a:pt x="35" y="17"/>
                    <a:pt x="29" y="16"/>
                  </a:cubicBezTo>
                  <a:cubicBezTo>
                    <a:pt x="23" y="15"/>
                    <a:pt x="16" y="12"/>
                    <a:pt x="11" y="9"/>
                  </a:cubicBezTo>
                  <a:cubicBezTo>
                    <a:pt x="7" y="6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3" name="Freeform 152">
              <a:extLst>
                <a:ext uri="{FF2B5EF4-FFF2-40B4-BE49-F238E27FC236}">
                  <a16:creationId xmlns:a16="http://schemas.microsoft.com/office/drawing/2014/main" id="{0651FF56-1A5C-4EAC-BE96-92237F99A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174"/>
              <a:ext cx="111" cy="19"/>
            </a:xfrm>
            <a:custGeom>
              <a:avLst/>
              <a:gdLst>
                <a:gd name="T0" fmla="*/ 436 w 56"/>
                <a:gd name="T1" fmla="*/ 8 h 10"/>
                <a:gd name="T2" fmla="*/ 396 w 56"/>
                <a:gd name="T3" fmla="*/ 21 h 10"/>
                <a:gd name="T4" fmla="*/ 303 w 56"/>
                <a:gd name="T5" fmla="*/ 61 h 10"/>
                <a:gd name="T6" fmla="*/ 204 w 56"/>
                <a:gd name="T7" fmla="*/ 68 h 10"/>
                <a:gd name="T8" fmla="*/ 95 w 56"/>
                <a:gd name="T9" fmla="*/ 48 h 10"/>
                <a:gd name="T10" fmla="*/ 0 w 56"/>
                <a:gd name="T11" fmla="*/ 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0">
                  <a:moveTo>
                    <a:pt x="56" y="1"/>
                  </a:moveTo>
                  <a:cubicBezTo>
                    <a:pt x="56" y="0"/>
                    <a:pt x="52" y="2"/>
                    <a:pt x="51" y="3"/>
                  </a:cubicBezTo>
                  <a:cubicBezTo>
                    <a:pt x="47" y="5"/>
                    <a:pt x="44" y="8"/>
                    <a:pt x="39" y="9"/>
                  </a:cubicBezTo>
                  <a:cubicBezTo>
                    <a:pt x="34" y="10"/>
                    <a:pt x="31" y="10"/>
                    <a:pt x="26" y="10"/>
                  </a:cubicBezTo>
                  <a:cubicBezTo>
                    <a:pt x="20" y="10"/>
                    <a:pt x="17" y="9"/>
                    <a:pt x="12" y="7"/>
                  </a:cubicBezTo>
                  <a:cubicBezTo>
                    <a:pt x="8" y="5"/>
                    <a:pt x="4" y="2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4" name="Freeform 153">
              <a:extLst>
                <a:ext uri="{FF2B5EF4-FFF2-40B4-BE49-F238E27FC236}">
                  <a16:creationId xmlns:a16="http://schemas.microsoft.com/office/drawing/2014/main" id="{C604DAE8-9491-4EC5-B121-E8428C2B5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178"/>
              <a:ext cx="113" cy="19"/>
            </a:xfrm>
            <a:custGeom>
              <a:avLst/>
              <a:gdLst>
                <a:gd name="T0" fmla="*/ 444 w 57"/>
                <a:gd name="T1" fmla="*/ 0 h 10"/>
                <a:gd name="T2" fmla="*/ 311 w 57"/>
                <a:gd name="T3" fmla="*/ 61 h 10"/>
                <a:gd name="T4" fmla="*/ 196 w 57"/>
                <a:gd name="T5" fmla="*/ 61 h 10"/>
                <a:gd name="T6" fmla="*/ 63 w 57"/>
                <a:gd name="T7" fmla="*/ 48 h 10"/>
                <a:gd name="T8" fmla="*/ 0 w 57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">
                  <a:moveTo>
                    <a:pt x="57" y="0"/>
                  </a:moveTo>
                  <a:cubicBezTo>
                    <a:pt x="52" y="3"/>
                    <a:pt x="46" y="8"/>
                    <a:pt x="40" y="9"/>
                  </a:cubicBezTo>
                  <a:cubicBezTo>
                    <a:pt x="35" y="10"/>
                    <a:pt x="30" y="10"/>
                    <a:pt x="25" y="9"/>
                  </a:cubicBezTo>
                  <a:cubicBezTo>
                    <a:pt x="19" y="9"/>
                    <a:pt x="13" y="8"/>
                    <a:pt x="8" y="7"/>
                  </a:cubicBezTo>
                  <a:cubicBezTo>
                    <a:pt x="5" y="6"/>
                    <a:pt x="3" y="4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5" name="Freeform 154">
              <a:extLst>
                <a:ext uri="{FF2B5EF4-FFF2-40B4-BE49-F238E27FC236}">
                  <a16:creationId xmlns:a16="http://schemas.microsoft.com/office/drawing/2014/main" id="{4B05DFDD-5572-4236-89C7-079D4D3B0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178"/>
              <a:ext cx="103" cy="19"/>
            </a:xfrm>
            <a:custGeom>
              <a:avLst/>
              <a:gdLst>
                <a:gd name="T0" fmla="*/ 404 w 52"/>
                <a:gd name="T1" fmla="*/ 8 h 10"/>
                <a:gd name="T2" fmla="*/ 357 w 52"/>
                <a:gd name="T3" fmla="*/ 29 h 10"/>
                <a:gd name="T4" fmla="*/ 279 w 52"/>
                <a:gd name="T5" fmla="*/ 61 h 10"/>
                <a:gd name="T6" fmla="*/ 196 w 52"/>
                <a:gd name="T7" fmla="*/ 61 h 10"/>
                <a:gd name="T8" fmla="*/ 79 w 52"/>
                <a:gd name="T9" fmla="*/ 36 h 10"/>
                <a:gd name="T10" fmla="*/ 0 w 52"/>
                <a:gd name="T11" fmla="*/ 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">
                  <a:moveTo>
                    <a:pt x="52" y="1"/>
                  </a:moveTo>
                  <a:cubicBezTo>
                    <a:pt x="50" y="0"/>
                    <a:pt x="47" y="3"/>
                    <a:pt x="46" y="4"/>
                  </a:cubicBezTo>
                  <a:cubicBezTo>
                    <a:pt x="43" y="6"/>
                    <a:pt x="39" y="8"/>
                    <a:pt x="36" y="9"/>
                  </a:cubicBezTo>
                  <a:cubicBezTo>
                    <a:pt x="32" y="10"/>
                    <a:pt x="29" y="9"/>
                    <a:pt x="25" y="9"/>
                  </a:cubicBezTo>
                  <a:cubicBezTo>
                    <a:pt x="20" y="9"/>
                    <a:pt x="15" y="7"/>
                    <a:pt x="10" y="5"/>
                  </a:cubicBezTo>
                  <a:cubicBezTo>
                    <a:pt x="9" y="5"/>
                    <a:pt x="1" y="1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6" name="Freeform 155">
              <a:extLst>
                <a:ext uri="{FF2B5EF4-FFF2-40B4-BE49-F238E27FC236}">
                  <a16:creationId xmlns:a16="http://schemas.microsoft.com/office/drawing/2014/main" id="{138CE6B1-20B8-4160-A0F6-33CE972B8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172"/>
              <a:ext cx="122" cy="23"/>
            </a:xfrm>
            <a:custGeom>
              <a:avLst/>
              <a:gdLst>
                <a:gd name="T0" fmla="*/ 0 w 62"/>
                <a:gd name="T1" fmla="*/ 29 h 12"/>
                <a:gd name="T2" fmla="*/ 236 w 62"/>
                <a:gd name="T3" fmla="*/ 77 h 12"/>
                <a:gd name="T4" fmla="*/ 364 w 62"/>
                <a:gd name="T5" fmla="*/ 48 h 12"/>
                <a:gd name="T6" fmla="*/ 425 w 62"/>
                <a:gd name="T7" fmla="*/ 23 h 12"/>
                <a:gd name="T8" fmla="*/ 472 w 6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2">
                  <a:moveTo>
                    <a:pt x="0" y="4"/>
                  </a:moveTo>
                  <a:cubicBezTo>
                    <a:pt x="10" y="4"/>
                    <a:pt x="20" y="12"/>
                    <a:pt x="31" y="11"/>
                  </a:cubicBezTo>
                  <a:cubicBezTo>
                    <a:pt x="37" y="10"/>
                    <a:pt x="43" y="9"/>
                    <a:pt x="48" y="7"/>
                  </a:cubicBezTo>
                  <a:cubicBezTo>
                    <a:pt x="51" y="6"/>
                    <a:pt x="54" y="5"/>
                    <a:pt x="56" y="3"/>
                  </a:cubicBezTo>
                  <a:cubicBezTo>
                    <a:pt x="58" y="2"/>
                    <a:pt x="61" y="1"/>
                    <a:pt x="62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7" name="Freeform 156">
              <a:extLst>
                <a:ext uri="{FF2B5EF4-FFF2-40B4-BE49-F238E27FC236}">
                  <a16:creationId xmlns:a16="http://schemas.microsoft.com/office/drawing/2014/main" id="{1AC9929E-76BF-4B26-91E3-85606089E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162"/>
              <a:ext cx="117" cy="31"/>
            </a:xfrm>
            <a:custGeom>
              <a:avLst/>
              <a:gdLst>
                <a:gd name="T0" fmla="*/ 0 w 59"/>
                <a:gd name="T1" fmla="*/ 64 h 16"/>
                <a:gd name="T2" fmla="*/ 256 w 59"/>
                <a:gd name="T3" fmla="*/ 101 h 16"/>
                <a:gd name="T4" fmla="*/ 365 w 59"/>
                <a:gd name="T5" fmla="*/ 64 h 16"/>
                <a:gd name="T6" fmla="*/ 460 w 59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6">
                  <a:moveTo>
                    <a:pt x="0" y="9"/>
                  </a:moveTo>
                  <a:cubicBezTo>
                    <a:pt x="10" y="12"/>
                    <a:pt x="22" y="16"/>
                    <a:pt x="33" y="14"/>
                  </a:cubicBezTo>
                  <a:cubicBezTo>
                    <a:pt x="38" y="13"/>
                    <a:pt x="43" y="12"/>
                    <a:pt x="47" y="9"/>
                  </a:cubicBezTo>
                  <a:cubicBezTo>
                    <a:pt x="51" y="7"/>
                    <a:pt x="55" y="0"/>
                    <a:pt x="59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8" name="Freeform 157">
              <a:extLst>
                <a:ext uri="{FF2B5EF4-FFF2-40B4-BE49-F238E27FC236}">
                  <a16:creationId xmlns:a16="http://schemas.microsoft.com/office/drawing/2014/main" id="{F65F0D7E-B380-4DE2-A35B-64670AB5F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184"/>
              <a:ext cx="56" cy="13"/>
            </a:xfrm>
            <a:custGeom>
              <a:avLst/>
              <a:gdLst>
                <a:gd name="T0" fmla="*/ 0 w 28"/>
                <a:gd name="T1" fmla="*/ 0 h 7"/>
                <a:gd name="T2" fmla="*/ 224 w 28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0" y="0"/>
                  </a:moveTo>
                  <a:cubicBezTo>
                    <a:pt x="9" y="4"/>
                    <a:pt x="18" y="7"/>
                    <a:pt x="28" y="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9" name="Freeform 158">
              <a:extLst>
                <a:ext uri="{FF2B5EF4-FFF2-40B4-BE49-F238E27FC236}">
                  <a16:creationId xmlns:a16="http://schemas.microsoft.com/office/drawing/2014/main" id="{BEF9BADD-D234-437F-92BE-B283C209A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186"/>
              <a:ext cx="125" cy="13"/>
            </a:xfrm>
            <a:custGeom>
              <a:avLst/>
              <a:gdLst>
                <a:gd name="T0" fmla="*/ 492 w 63"/>
                <a:gd name="T1" fmla="*/ 0 h 7"/>
                <a:gd name="T2" fmla="*/ 220 w 63"/>
                <a:gd name="T3" fmla="*/ 37 h 7"/>
                <a:gd name="T4" fmla="*/ 87 w 63"/>
                <a:gd name="T5" fmla="*/ 32 h 7"/>
                <a:gd name="T6" fmla="*/ 0 w 63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">
                  <a:moveTo>
                    <a:pt x="63" y="0"/>
                  </a:moveTo>
                  <a:cubicBezTo>
                    <a:pt x="53" y="7"/>
                    <a:pt x="39" y="6"/>
                    <a:pt x="28" y="6"/>
                  </a:cubicBezTo>
                  <a:cubicBezTo>
                    <a:pt x="22" y="6"/>
                    <a:pt x="17" y="7"/>
                    <a:pt x="11" y="5"/>
                  </a:cubicBezTo>
                  <a:cubicBezTo>
                    <a:pt x="7" y="4"/>
                    <a:pt x="4" y="2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0" name="Line 159">
              <a:extLst>
                <a:ext uri="{FF2B5EF4-FFF2-40B4-BE49-F238E27FC236}">
                  <a16:creationId xmlns:a16="http://schemas.microsoft.com/office/drawing/2014/main" id="{DBC8E4FF-7484-4F21-9404-3E9A422313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3" y="2086"/>
              <a:ext cx="1" cy="151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1" name="Line 160">
              <a:extLst>
                <a:ext uri="{FF2B5EF4-FFF2-40B4-BE49-F238E27FC236}">
                  <a16:creationId xmlns:a16="http://schemas.microsoft.com/office/drawing/2014/main" id="{F514FBA3-404F-437B-AADC-DE1FDBD295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3" y="1108"/>
              <a:ext cx="1" cy="196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2" name="Freeform 161">
              <a:extLst>
                <a:ext uri="{FF2B5EF4-FFF2-40B4-BE49-F238E27FC236}">
                  <a16:creationId xmlns:a16="http://schemas.microsoft.com/office/drawing/2014/main" id="{1FA183C4-4D1A-4D33-86B1-14DE07BC6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498"/>
              <a:ext cx="305" cy="355"/>
            </a:xfrm>
            <a:custGeom>
              <a:avLst/>
              <a:gdLst>
                <a:gd name="T0" fmla="*/ 1071 w 154"/>
                <a:gd name="T1" fmla="*/ 149 h 179"/>
                <a:gd name="T2" fmla="*/ 592 w 154"/>
                <a:gd name="T3" fmla="*/ 232 h 179"/>
                <a:gd name="T4" fmla="*/ 364 w 154"/>
                <a:gd name="T5" fmla="*/ 724 h 179"/>
                <a:gd name="T6" fmla="*/ 537 w 154"/>
                <a:gd name="T7" fmla="*/ 1148 h 179"/>
                <a:gd name="T8" fmla="*/ 895 w 154"/>
                <a:gd name="T9" fmla="*/ 1380 h 179"/>
                <a:gd name="T10" fmla="*/ 592 w 154"/>
                <a:gd name="T11" fmla="*/ 1271 h 179"/>
                <a:gd name="T12" fmla="*/ 341 w 154"/>
                <a:gd name="T13" fmla="*/ 1117 h 179"/>
                <a:gd name="T14" fmla="*/ 40 w 154"/>
                <a:gd name="T15" fmla="*/ 460 h 179"/>
                <a:gd name="T16" fmla="*/ 644 w 154"/>
                <a:gd name="T17" fmla="*/ 0 h 179"/>
                <a:gd name="T18" fmla="*/ 917 w 154"/>
                <a:gd name="T19" fmla="*/ 40 h 179"/>
                <a:gd name="T20" fmla="*/ 1172 w 154"/>
                <a:gd name="T21" fmla="*/ 117 h 179"/>
                <a:gd name="T22" fmla="*/ 1196 w 154"/>
                <a:gd name="T23" fmla="*/ 180 h 179"/>
                <a:gd name="T24" fmla="*/ 1056 w 154"/>
                <a:gd name="T25" fmla="*/ 173 h 1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179">
                  <a:moveTo>
                    <a:pt x="138" y="19"/>
                  </a:moveTo>
                  <a:cubicBezTo>
                    <a:pt x="116" y="25"/>
                    <a:pt x="95" y="13"/>
                    <a:pt x="76" y="30"/>
                  </a:cubicBezTo>
                  <a:cubicBezTo>
                    <a:pt x="58" y="46"/>
                    <a:pt x="49" y="70"/>
                    <a:pt x="47" y="93"/>
                  </a:cubicBezTo>
                  <a:cubicBezTo>
                    <a:pt x="45" y="117"/>
                    <a:pt x="50" y="133"/>
                    <a:pt x="69" y="147"/>
                  </a:cubicBezTo>
                  <a:cubicBezTo>
                    <a:pt x="84" y="159"/>
                    <a:pt x="103" y="164"/>
                    <a:pt x="115" y="177"/>
                  </a:cubicBezTo>
                  <a:cubicBezTo>
                    <a:pt x="102" y="179"/>
                    <a:pt x="87" y="169"/>
                    <a:pt x="76" y="163"/>
                  </a:cubicBezTo>
                  <a:cubicBezTo>
                    <a:pt x="65" y="157"/>
                    <a:pt x="53" y="152"/>
                    <a:pt x="44" y="143"/>
                  </a:cubicBezTo>
                  <a:cubicBezTo>
                    <a:pt x="21" y="121"/>
                    <a:pt x="0" y="94"/>
                    <a:pt x="5" y="59"/>
                  </a:cubicBezTo>
                  <a:cubicBezTo>
                    <a:pt x="11" y="22"/>
                    <a:pt x="49" y="1"/>
                    <a:pt x="83" y="0"/>
                  </a:cubicBezTo>
                  <a:cubicBezTo>
                    <a:pt x="97" y="0"/>
                    <a:pt x="106" y="2"/>
                    <a:pt x="118" y="5"/>
                  </a:cubicBezTo>
                  <a:cubicBezTo>
                    <a:pt x="127" y="8"/>
                    <a:pt x="144" y="7"/>
                    <a:pt x="151" y="15"/>
                  </a:cubicBezTo>
                  <a:cubicBezTo>
                    <a:pt x="153" y="17"/>
                    <a:pt x="154" y="20"/>
                    <a:pt x="154" y="23"/>
                  </a:cubicBezTo>
                  <a:cubicBezTo>
                    <a:pt x="148" y="24"/>
                    <a:pt x="142" y="26"/>
                    <a:pt x="136" y="22"/>
                  </a:cubicBezTo>
                </a:path>
              </a:pathLst>
            </a:custGeom>
            <a:solidFill>
              <a:srgbClr val="B24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3" name="Freeform 162">
              <a:extLst>
                <a:ext uri="{FF2B5EF4-FFF2-40B4-BE49-F238E27FC236}">
                  <a16:creationId xmlns:a16="http://schemas.microsoft.com/office/drawing/2014/main" id="{0C510FEB-06AD-46DF-B53D-EAC8BE59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520"/>
              <a:ext cx="156" cy="259"/>
            </a:xfrm>
            <a:custGeom>
              <a:avLst/>
              <a:gdLst>
                <a:gd name="T0" fmla="*/ 608 w 79"/>
                <a:gd name="T1" fmla="*/ 47 h 131"/>
                <a:gd name="T2" fmla="*/ 231 w 79"/>
                <a:gd name="T3" fmla="*/ 427 h 131"/>
                <a:gd name="T4" fmla="*/ 176 w 79"/>
                <a:gd name="T5" fmla="*/ 712 h 131"/>
                <a:gd name="T6" fmla="*/ 269 w 79"/>
                <a:gd name="T7" fmla="*/ 1012 h 131"/>
                <a:gd name="T8" fmla="*/ 101 w 79"/>
                <a:gd name="T9" fmla="*/ 301 h 131"/>
                <a:gd name="T10" fmla="*/ 332 w 79"/>
                <a:gd name="T11" fmla="*/ 47 h 131"/>
                <a:gd name="T12" fmla="*/ 600 w 79"/>
                <a:gd name="T13" fmla="*/ 0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31">
                  <a:moveTo>
                    <a:pt x="79" y="6"/>
                  </a:moveTo>
                  <a:cubicBezTo>
                    <a:pt x="53" y="3"/>
                    <a:pt x="37" y="34"/>
                    <a:pt x="30" y="55"/>
                  </a:cubicBezTo>
                  <a:cubicBezTo>
                    <a:pt x="26" y="67"/>
                    <a:pt x="21" y="79"/>
                    <a:pt x="23" y="92"/>
                  </a:cubicBezTo>
                  <a:cubicBezTo>
                    <a:pt x="24" y="106"/>
                    <a:pt x="32" y="118"/>
                    <a:pt x="35" y="131"/>
                  </a:cubicBezTo>
                  <a:cubicBezTo>
                    <a:pt x="9" y="116"/>
                    <a:pt x="0" y="65"/>
                    <a:pt x="13" y="39"/>
                  </a:cubicBezTo>
                  <a:cubicBezTo>
                    <a:pt x="19" y="27"/>
                    <a:pt x="29" y="11"/>
                    <a:pt x="43" y="6"/>
                  </a:cubicBezTo>
                  <a:cubicBezTo>
                    <a:pt x="53" y="1"/>
                    <a:pt x="68" y="4"/>
                    <a:pt x="78" y="0"/>
                  </a:cubicBezTo>
                </a:path>
              </a:pathLst>
            </a:custGeom>
            <a:solidFill>
              <a:srgbClr val="C15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4" name="Freeform 163">
              <a:extLst>
                <a:ext uri="{FF2B5EF4-FFF2-40B4-BE49-F238E27FC236}">
                  <a16:creationId xmlns:a16="http://schemas.microsoft.com/office/drawing/2014/main" id="{7430BEF3-10AA-42A8-AD0E-482F04A6A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538"/>
              <a:ext cx="70" cy="148"/>
            </a:xfrm>
            <a:custGeom>
              <a:avLst/>
              <a:gdLst>
                <a:gd name="T0" fmla="*/ 280 w 35"/>
                <a:gd name="T1" fmla="*/ 0 h 75"/>
                <a:gd name="T2" fmla="*/ 120 w 35"/>
                <a:gd name="T3" fmla="*/ 245 h 75"/>
                <a:gd name="T4" fmla="*/ 24 w 35"/>
                <a:gd name="T5" fmla="*/ 576 h 75"/>
                <a:gd name="T6" fmla="*/ 80 w 35"/>
                <a:gd name="T7" fmla="*/ 215 h 75"/>
                <a:gd name="T8" fmla="*/ 264 w 35"/>
                <a:gd name="T9" fmla="*/ 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5">
                  <a:moveTo>
                    <a:pt x="35" y="0"/>
                  </a:moveTo>
                  <a:cubicBezTo>
                    <a:pt x="31" y="11"/>
                    <a:pt x="19" y="20"/>
                    <a:pt x="15" y="32"/>
                  </a:cubicBezTo>
                  <a:cubicBezTo>
                    <a:pt x="10" y="46"/>
                    <a:pt x="6" y="62"/>
                    <a:pt x="3" y="75"/>
                  </a:cubicBezTo>
                  <a:cubicBezTo>
                    <a:pt x="4" y="57"/>
                    <a:pt x="0" y="45"/>
                    <a:pt x="10" y="28"/>
                  </a:cubicBezTo>
                  <a:cubicBezTo>
                    <a:pt x="16" y="17"/>
                    <a:pt x="24" y="9"/>
                    <a:pt x="33" y="1"/>
                  </a:cubicBezTo>
                </a:path>
              </a:pathLst>
            </a:custGeom>
            <a:solidFill>
              <a:srgbClr val="E58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5" name="Line 164">
              <a:extLst>
                <a:ext uri="{FF2B5EF4-FFF2-40B4-BE49-F238E27FC236}">
                  <a16:creationId xmlns:a16="http://schemas.microsoft.com/office/drawing/2014/main" id="{B3F94874-C79D-411B-9850-76EE81304E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5" y="1112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6" name="Line 165">
              <a:extLst>
                <a:ext uri="{FF2B5EF4-FFF2-40B4-BE49-F238E27FC236}">
                  <a16:creationId xmlns:a16="http://schemas.microsoft.com/office/drawing/2014/main" id="{2EAF61EB-A644-4DD2-9534-D5DA6778EE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3" y="1112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7" name="Line 166">
              <a:extLst>
                <a:ext uri="{FF2B5EF4-FFF2-40B4-BE49-F238E27FC236}">
                  <a16:creationId xmlns:a16="http://schemas.microsoft.com/office/drawing/2014/main" id="{351880E6-FA0F-423D-BF60-FE0674D279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2" y="1112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8" name="Line 167">
              <a:extLst>
                <a:ext uri="{FF2B5EF4-FFF2-40B4-BE49-F238E27FC236}">
                  <a16:creationId xmlns:a16="http://schemas.microsoft.com/office/drawing/2014/main" id="{41BFBE10-30EF-43BF-A1D4-05960FECC6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0" y="1112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9" name="Line 168">
              <a:extLst>
                <a:ext uri="{FF2B5EF4-FFF2-40B4-BE49-F238E27FC236}">
                  <a16:creationId xmlns:a16="http://schemas.microsoft.com/office/drawing/2014/main" id="{0A99F55F-6EFE-4F23-BA8E-994B8E8FB3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8" y="1112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0" name="Line 169">
              <a:extLst>
                <a:ext uri="{FF2B5EF4-FFF2-40B4-BE49-F238E27FC236}">
                  <a16:creationId xmlns:a16="http://schemas.microsoft.com/office/drawing/2014/main" id="{C7FFB7F0-2474-4BCC-86F2-E485D96D2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98" y="1112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1" name="Line 170">
              <a:extLst>
                <a:ext uri="{FF2B5EF4-FFF2-40B4-BE49-F238E27FC236}">
                  <a16:creationId xmlns:a16="http://schemas.microsoft.com/office/drawing/2014/main" id="{9E66FA8C-7A72-49A9-AA6B-9E467A01A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6" y="1112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2" name="Line 171">
              <a:extLst>
                <a:ext uri="{FF2B5EF4-FFF2-40B4-BE49-F238E27FC236}">
                  <a16:creationId xmlns:a16="http://schemas.microsoft.com/office/drawing/2014/main" id="{E96AFCD0-E590-448E-B605-C92D3B650D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5" y="1112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3" name="Line 172">
              <a:extLst>
                <a:ext uri="{FF2B5EF4-FFF2-40B4-BE49-F238E27FC236}">
                  <a16:creationId xmlns:a16="http://schemas.microsoft.com/office/drawing/2014/main" id="{6E919539-09CB-4344-AA6E-DBFC90DF63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3" y="1112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4" name="Line 173">
              <a:extLst>
                <a:ext uri="{FF2B5EF4-FFF2-40B4-BE49-F238E27FC236}">
                  <a16:creationId xmlns:a16="http://schemas.microsoft.com/office/drawing/2014/main" id="{E69F62B5-4688-4D0D-A124-96816B9D7C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1" y="1112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5" name="Line 174">
              <a:extLst>
                <a:ext uri="{FF2B5EF4-FFF2-40B4-BE49-F238E27FC236}">
                  <a16:creationId xmlns:a16="http://schemas.microsoft.com/office/drawing/2014/main" id="{0D4E7421-B728-420C-A72A-63C601F217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5" y="2201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6" name="Line 175">
              <a:extLst>
                <a:ext uri="{FF2B5EF4-FFF2-40B4-BE49-F238E27FC236}">
                  <a16:creationId xmlns:a16="http://schemas.microsoft.com/office/drawing/2014/main" id="{FC32D95C-A972-491D-AC6D-20A78348E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3" y="2201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7" name="Line 176">
              <a:extLst>
                <a:ext uri="{FF2B5EF4-FFF2-40B4-BE49-F238E27FC236}">
                  <a16:creationId xmlns:a16="http://schemas.microsoft.com/office/drawing/2014/main" id="{90B60B86-A165-4BCD-9080-626BB62CD4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2" y="2201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8" name="Line 177">
              <a:extLst>
                <a:ext uri="{FF2B5EF4-FFF2-40B4-BE49-F238E27FC236}">
                  <a16:creationId xmlns:a16="http://schemas.microsoft.com/office/drawing/2014/main" id="{D1ACE066-89C0-424D-B78C-B8CC220E0F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0" y="2201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9" name="Line 178">
              <a:extLst>
                <a:ext uri="{FF2B5EF4-FFF2-40B4-BE49-F238E27FC236}">
                  <a16:creationId xmlns:a16="http://schemas.microsoft.com/office/drawing/2014/main" id="{95B13020-692A-4280-8FF5-8D3F266EE7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8" y="2201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0" name="Line 179">
              <a:extLst>
                <a:ext uri="{FF2B5EF4-FFF2-40B4-BE49-F238E27FC236}">
                  <a16:creationId xmlns:a16="http://schemas.microsoft.com/office/drawing/2014/main" id="{A895C27D-703D-4426-B051-EF9CDB8B30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98" y="2201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1" name="Line 180">
              <a:extLst>
                <a:ext uri="{FF2B5EF4-FFF2-40B4-BE49-F238E27FC236}">
                  <a16:creationId xmlns:a16="http://schemas.microsoft.com/office/drawing/2014/main" id="{7BCCF675-97F2-4DAD-A92D-EDCBA875AE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6" y="2201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2" name="Line 181">
              <a:extLst>
                <a:ext uri="{FF2B5EF4-FFF2-40B4-BE49-F238E27FC236}">
                  <a16:creationId xmlns:a16="http://schemas.microsoft.com/office/drawing/2014/main" id="{5A4EC626-5172-460B-BDE4-232297DBEF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5" y="2201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3" name="Line 182">
              <a:extLst>
                <a:ext uri="{FF2B5EF4-FFF2-40B4-BE49-F238E27FC236}">
                  <a16:creationId xmlns:a16="http://schemas.microsoft.com/office/drawing/2014/main" id="{00D28CB2-8473-494A-8935-4AFC0233D1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3" y="2201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4" name="Line 183">
              <a:extLst>
                <a:ext uri="{FF2B5EF4-FFF2-40B4-BE49-F238E27FC236}">
                  <a16:creationId xmlns:a16="http://schemas.microsoft.com/office/drawing/2014/main" id="{6754105C-F5DC-4F89-BA6A-4F8C9BF18E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1" y="2201"/>
              <a:ext cx="1" cy="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5" name="Line 184">
              <a:extLst>
                <a:ext uri="{FF2B5EF4-FFF2-40B4-BE49-F238E27FC236}">
                  <a16:creationId xmlns:a16="http://schemas.microsoft.com/office/drawing/2014/main" id="{112D4D20-329A-48E1-A69D-97EECC7024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4" y="1690"/>
              <a:ext cx="32" cy="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6" name="Line 185">
              <a:extLst>
                <a:ext uri="{FF2B5EF4-FFF2-40B4-BE49-F238E27FC236}">
                  <a16:creationId xmlns:a16="http://schemas.microsoft.com/office/drawing/2014/main" id="{B693B411-6B28-4BB1-BD3D-2398FF59A8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48" y="1504"/>
              <a:ext cx="31" cy="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7" name="Line 186">
              <a:extLst>
                <a:ext uri="{FF2B5EF4-FFF2-40B4-BE49-F238E27FC236}">
                  <a16:creationId xmlns:a16="http://schemas.microsoft.com/office/drawing/2014/main" id="{35527C3E-93D2-488E-B4B6-842089FE72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21" y="1354"/>
              <a:ext cx="28" cy="1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8" name="Line 187">
              <a:extLst>
                <a:ext uri="{FF2B5EF4-FFF2-40B4-BE49-F238E27FC236}">
                  <a16:creationId xmlns:a16="http://schemas.microsoft.com/office/drawing/2014/main" id="{B2EDE36D-BDCF-4C18-8098-2DC49800C1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44" y="1223"/>
              <a:ext cx="20" cy="3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9" name="Line 188">
              <a:extLst>
                <a:ext uri="{FF2B5EF4-FFF2-40B4-BE49-F238E27FC236}">
                  <a16:creationId xmlns:a16="http://schemas.microsoft.com/office/drawing/2014/main" id="{61FBEB44-7A80-4E0D-9B2C-0A2D4581D5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96" y="1144"/>
              <a:ext cx="6" cy="2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0" name="Line 189">
              <a:extLst>
                <a:ext uri="{FF2B5EF4-FFF2-40B4-BE49-F238E27FC236}">
                  <a16:creationId xmlns:a16="http://schemas.microsoft.com/office/drawing/2014/main" id="{14081676-4736-4BF6-98B9-3DE4F47439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8" y="1847"/>
              <a:ext cx="25" cy="16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1" name="Line 190">
              <a:extLst>
                <a:ext uri="{FF2B5EF4-FFF2-40B4-BE49-F238E27FC236}">
                  <a16:creationId xmlns:a16="http://schemas.microsoft.com/office/drawing/2014/main" id="{8FB7D916-F0C3-4BDD-B606-B6093E283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9" y="1966"/>
              <a:ext cx="24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2" name="Line 191">
              <a:extLst>
                <a:ext uri="{FF2B5EF4-FFF2-40B4-BE49-F238E27FC236}">
                  <a16:creationId xmlns:a16="http://schemas.microsoft.com/office/drawing/2014/main" id="{5C2BAE28-F27C-484D-B7E6-0EC5C3B35E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0" y="2069"/>
              <a:ext cx="26" cy="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3" name="Line 192">
              <a:extLst>
                <a:ext uri="{FF2B5EF4-FFF2-40B4-BE49-F238E27FC236}">
                  <a16:creationId xmlns:a16="http://schemas.microsoft.com/office/drawing/2014/main" id="{903AED99-2AA1-426F-85F3-A4DC2C55EE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7" y="2154"/>
              <a:ext cx="16" cy="3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4" name="Freeform 193">
              <a:extLst>
                <a:ext uri="{FF2B5EF4-FFF2-40B4-BE49-F238E27FC236}">
                  <a16:creationId xmlns:a16="http://schemas.microsoft.com/office/drawing/2014/main" id="{47DD9C1B-0AB5-43EB-9058-9657410C2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108"/>
              <a:ext cx="2390" cy="1129"/>
            </a:xfrm>
            <a:custGeom>
              <a:avLst/>
              <a:gdLst>
                <a:gd name="T0" fmla="*/ 9370 w 1207"/>
                <a:gd name="T1" fmla="*/ 592 h 570"/>
                <a:gd name="T2" fmla="*/ 9370 w 1207"/>
                <a:gd name="T3" fmla="*/ 0 h 570"/>
                <a:gd name="T4" fmla="*/ 1917 w 1207"/>
                <a:gd name="T5" fmla="*/ 0 h 570"/>
                <a:gd name="T6" fmla="*/ 0 w 1207"/>
                <a:gd name="T7" fmla="*/ 2216 h 570"/>
                <a:gd name="T8" fmla="*/ 1917 w 1207"/>
                <a:gd name="T9" fmla="*/ 4429 h 570"/>
                <a:gd name="T10" fmla="*/ 9370 w 1207"/>
                <a:gd name="T11" fmla="*/ 4429 h 570"/>
                <a:gd name="T12" fmla="*/ 9370 w 1207"/>
                <a:gd name="T13" fmla="*/ 3837 h 5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7" h="570">
                  <a:moveTo>
                    <a:pt x="1207" y="76"/>
                  </a:moveTo>
                  <a:cubicBezTo>
                    <a:pt x="1207" y="0"/>
                    <a:pt x="1207" y="0"/>
                    <a:pt x="1207" y="0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107" y="20"/>
                    <a:pt x="0" y="140"/>
                    <a:pt x="0" y="285"/>
                  </a:cubicBezTo>
                  <a:cubicBezTo>
                    <a:pt x="0" y="430"/>
                    <a:pt x="107" y="550"/>
                    <a:pt x="247" y="570"/>
                  </a:cubicBezTo>
                  <a:cubicBezTo>
                    <a:pt x="1207" y="570"/>
                    <a:pt x="1207" y="570"/>
                    <a:pt x="1207" y="570"/>
                  </a:cubicBezTo>
                  <a:cubicBezTo>
                    <a:pt x="1207" y="494"/>
                    <a:pt x="1207" y="494"/>
                    <a:pt x="1207" y="494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5" name="Freeform 194">
              <a:extLst>
                <a:ext uri="{FF2B5EF4-FFF2-40B4-BE49-F238E27FC236}">
                  <a16:creationId xmlns:a16="http://schemas.microsoft.com/office/drawing/2014/main" id="{F1909EE9-81AE-4E9A-8DF3-3AA2D3FC0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41"/>
              <a:ext cx="1036" cy="28"/>
            </a:xfrm>
            <a:custGeom>
              <a:avLst/>
              <a:gdLst>
                <a:gd name="T0" fmla="*/ 0 w 523"/>
                <a:gd name="T1" fmla="*/ 112 h 14"/>
                <a:gd name="T2" fmla="*/ 4065 w 523"/>
                <a:gd name="T3" fmla="*/ 112 h 14"/>
                <a:gd name="T4" fmla="*/ 0 w 523"/>
                <a:gd name="T5" fmla="*/ 1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3" h="14">
                  <a:moveTo>
                    <a:pt x="0" y="14"/>
                  </a:moveTo>
                  <a:cubicBezTo>
                    <a:pt x="523" y="14"/>
                    <a:pt x="523" y="14"/>
                    <a:pt x="523" y="14"/>
                  </a:cubicBezTo>
                  <a:cubicBezTo>
                    <a:pt x="523" y="14"/>
                    <a:pt x="116" y="0"/>
                    <a:pt x="0" y="14"/>
                  </a:cubicBezTo>
                  <a:close/>
                </a:path>
              </a:pathLst>
            </a:custGeom>
            <a:solidFill>
              <a:srgbClr val="F9F1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5" name="arterial-intimal-dissection-thrombus">
            <a:extLst>
              <a:ext uri="{FF2B5EF4-FFF2-40B4-BE49-F238E27FC236}">
                <a16:creationId xmlns:a16="http://schemas.microsoft.com/office/drawing/2014/main" id="{82DBF4CF-F030-4A8F-908D-9EE2C9C7E537}"/>
              </a:ext>
            </a:extLst>
          </p:cNvPr>
          <p:cNvGrpSpPr>
            <a:grpSpLocks/>
          </p:cNvGrpSpPr>
          <p:nvPr/>
        </p:nvGrpSpPr>
        <p:grpSpPr bwMode="auto">
          <a:xfrm>
            <a:off x="5572125" y="3965575"/>
            <a:ext cx="3797300" cy="1795463"/>
            <a:chOff x="2550" y="2498"/>
            <a:chExt cx="2392" cy="1131"/>
          </a:xfrm>
        </p:grpSpPr>
        <p:grpSp>
          <p:nvGrpSpPr>
            <p:cNvPr id="54276" name="Group 196">
              <a:extLst>
                <a:ext uri="{FF2B5EF4-FFF2-40B4-BE49-F238E27FC236}">
                  <a16:creationId xmlns:a16="http://schemas.microsoft.com/office/drawing/2014/main" id="{514801CC-798F-41ED-B53C-60FA44413F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0" y="2498"/>
              <a:ext cx="2392" cy="1131"/>
              <a:chOff x="2550" y="2498"/>
              <a:chExt cx="2392" cy="1131"/>
            </a:xfrm>
          </p:grpSpPr>
          <p:sp>
            <p:nvSpPr>
              <p:cNvPr id="54355" name="Freeform 197">
                <a:extLst>
                  <a:ext uri="{FF2B5EF4-FFF2-40B4-BE49-F238E27FC236}">
                    <a16:creationId xmlns:a16="http://schemas.microsoft.com/office/drawing/2014/main" id="{59254FBA-CADB-4B7B-8D81-6EA826FBF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498"/>
                <a:ext cx="2388" cy="1129"/>
              </a:xfrm>
              <a:custGeom>
                <a:avLst/>
                <a:gdLst>
                  <a:gd name="T0" fmla="*/ 9362 w 1206"/>
                  <a:gd name="T1" fmla="*/ 4429 h 570"/>
                  <a:gd name="T2" fmla="*/ 9362 w 1206"/>
                  <a:gd name="T3" fmla="*/ 3837 h 570"/>
                  <a:gd name="T4" fmla="*/ 8033 w 1206"/>
                  <a:gd name="T5" fmla="*/ 2216 h 570"/>
                  <a:gd name="T6" fmla="*/ 9362 w 1206"/>
                  <a:gd name="T7" fmla="*/ 600 h 570"/>
                  <a:gd name="T8" fmla="*/ 9362 w 1206"/>
                  <a:gd name="T9" fmla="*/ 0 h 570"/>
                  <a:gd name="T10" fmla="*/ 1909 w 1206"/>
                  <a:gd name="T11" fmla="*/ 0 h 570"/>
                  <a:gd name="T12" fmla="*/ 0 w 1206"/>
                  <a:gd name="T13" fmla="*/ 2216 h 570"/>
                  <a:gd name="T14" fmla="*/ 1909 w 1206"/>
                  <a:gd name="T15" fmla="*/ 4429 h 570"/>
                  <a:gd name="T16" fmla="*/ 9362 w 1206"/>
                  <a:gd name="T17" fmla="*/ 4429 h 5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06" h="570">
                    <a:moveTo>
                      <a:pt x="1206" y="570"/>
                    </a:moveTo>
                    <a:cubicBezTo>
                      <a:pt x="1206" y="494"/>
                      <a:pt x="1206" y="494"/>
                      <a:pt x="1206" y="494"/>
                    </a:cubicBezTo>
                    <a:cubicBezTo>
                      <a:pt x="1108" y="475"/>
                      <a:pt x="1035" y="389"/>
                      <a:pt x="1035" y="285"/>
                    </a:cubicBezTo>
                    <a:cubicBezTo>
                      <a:pt x="1035" y="182"/>
                      <a:pt x="1108" y="96"/>
                      <a:pt x="1206" y="77"/>
                    </a:cubicBezTo>
                    <a:cubicBezTo>
                      <a:pt x="1206" y="0"/>
                      <a:pt x="1206" y="0"/>
                      <a:pt x="1206" y="0"/>
                    </a:cubicBezTo>
                    <a:cubicBezTo>
                      <a:pt x="246" y="0"/>
                      <a:pt x="246" y="0"/>
                      <a:pt x="246" y="0"/>
                    </a:cubicBezTo>
                    <a:cubicBezTo>
                      <a:pt x="107" y="20"/>
                      <a:pt x="0" y="140"/>
                      <a:pt x="0" y="285"/>
                    </a:cubicBezTo>
                    <a:cubicBezTo>
                      <a:pt x="0" y="431"/>
                      <a:pt x="107" y="550"/>
                      <a:pt x="246" y="570"/>
                    </a:cubicBezTo>
                    <a:lnTo>
                      <a:pt x="1206" y="570"/>
                    </a:lnTo>
                    <a:close/>
                  </a:path>
                </a:pathLst>
              </a:custGeom>
              <a:solidFill>
                <a:srgbClr val="F6E6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6" name="Rectangle 198">
                <a:extLst>
                  <a:ext uri="{FF2B5EF4-FFF2-40B4-BE49-F238E27FC236}">
                    <a16:creationId xmlns:a16="http://schemas.microsoft.com/office/drawing/2014/main" id="{671C287B-E99E-4F1E-A6FE-2D136F120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3477"/>
                <a:ext cx="1901" cy="150"/>
              </a:xfrm>
              <a:prstGeom prst="rect">
                <a:avLst/>
              </a:prstGeom>
              <a:solidFill>
                <a:srgbClr val="F5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57" name="Freeform 199">
                <a:extLst>
                  <a:ext uri="{FF2B5EF4-FFF2-40B4-BE49-F238E27FC236}">
                    <a16:creationId xmlns:a16="http://schemas.microsoft.com/office/drawing/2014/main" id="{A353BF9B-005D-4F1F-9E1D-4804E5A6E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286"/>
                <a:ext cx="616" cy="208"/>
              </a:xfrm>
              <a:custGeom>
                <a:avLst/>
                <a:gdLst>
                  <a:gd name="T0" fmla="*/ 1545 w 311"/>
                  <a:gd name="T1" fmla="*/ 125 h 105"/>
                  <a:gd name="T2" fmla="*/ 1048 w 311"/>
                  <a:gd name="T3" fmla="*/ 364 h 105"/>
                  <a:gd name="T4" fmla="*/ 925 w 311"/>
                  <a:gd name="T5" fmla="*/ 71 h 105"/>
                  <a:gd name="T6" fmla="*/ 675 w 311"/>
                  <a:gd name="T7" fmla="*/ 325 h 105"/>
                  <a:gd name="T8" fmla="*/ 364 w 311"/>
                  <a:gd name="T9" fmla="*/ 521 h 105"/>
                  <a:gd name="T10" fmla="*/ 125 w 311"/>
                  <a:gd name="T11" fmla="*/ 644 h 105"/>
                  <a:gd name="T12" fmla="*/ 0 w 311"/>
                  <a:gd name="T13" fmla="*/ 699 h 105"/>
                  <a:gd name="T14" fmla="*/ 180 w 311"/>
                  <a:gd name="T15" fmla="*/ 683 h 105"/>
                  <a:gd name="T16" fmla="*/ 357 w 311"/>
                  <a:gd name="T17" fmla="*/ 668 h 105"/>
                  <a:gd name="T18" fmla="*/ 675 w 311"/>
                  <a:gd name="T19" fmla="*/ 676 h 105"/>
                  <a:gd name="T20" fmla="*/ 973 w 311"/>
                  <a:gd name="T21" fmla="*/ 668 h 105"/>
                  <a:gd name="T22" fmla="*/ 1252 w 311"/>
                  <a:gd name="T23" fmla="*/ 628 h 105"/>
                  <a:gd name="T24" fmla="*/ 1452 w 311"/>
                  <a:gd name="T25" fmla="*/ 676 h 105"/>
                  <a:gd name="T26" fmla="*/ 1749 w 311"/>
                  <a:gd name="T27" fmla="*/ 699 h 105"/>
                  <a:gd name="T28" fmla="*/ 2193 w 311"/>
                  <a:gd name="T29" fmla="*/ 676 h 105"/>
                  <a:gd name="T30" fmla="*/ 1733 w 311"/>
                  <a:gd name="T31" fmla="*/ 109 h 10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1" h="105">
                    <a:moveTo>
                      <a:pt x="199" y="16"/>
                    </a:moveTo>
                    <a:cubicBezTo>
                      <a:pt x="183" y="24"/>
                      <a:pt x="152" y="75"/>
                      <a:pt x="135" y="47"/>
                    </a:cubicBezTo>
                    <a:cubicBezTo>
                      <a:pt x="129" y="38"/>
                      <a:pt x="139" y="0"/>
                      <a:pt x="119" y="9"/>
                    </a:cubicBezTo>
                    <a:cubicBezTo>
                      <a:pt x="105" y="15"/>
                      <a:pt x="97" y="32"/>
                      <a:pt x="87" y="42"/>
                    </a:cubicBezTo>
                    <a:cubicBezTo>
                      <a:pt x="75" y="52"/>
                      <a:pt x="61" y="61"/>
                      <a:pt x="47" y="67"/>
                    </a:cubicBezTo>
                    <a:cubicBezTo>
                      <a:pt x="36" y="72"/>
                      <a:pt x="26" y="78"/>
                      <a:pt x="16" y="83"/>
                    </a:cubicBezTo>
                    <a:cubicBezTo>
                      <a:pt x="11" y="84"/>
                      <a:pt x="2" y="85"/>
                      <a:pt x="0" y="90"/>
                    </a:cubicBezTo>
                    <a:cubicBezTo>
                      <a:pt x="7" y="94"/>
                      <a:pt x="16" y="89"/>
                      <a:pt x="23" y="88"/>
                    </a:cubicBezTo>
                    <a:cubicBezTo>
                      <a:pt x="31" y="86"/>
                      <a:pt x="38" y="86"/>
                      <a:pt x="46" y="86"/>
                    </a:cubicBezTo>
                    <a:cubicBezTo>
                      <a:pt x="60" y="86"/>
                      <a:pt x="73" y="87"/>
                      <a:pt x="87" y="87"/>
                    </a:cubicBezTo>
                    <a:cubicBezTo>
                      <a:pt x="100" y="87"/>
                      <a:pt x="112" y="88"/>
                      <a:pt x="125" y="86"/>
                    </a:cubicBezTo>
                    <a:cubicBezTo>
                      <a:pt x="137" y="85"/>
                      <a:pt x="149" y="80"/>
                      <a:pt x="161" y="81"/>
                    </a:cubicBezTo>
                    <a:cubicBezTo>
                      <a:pt x="170" y="82"/>
                      <a:pt x="178" y="86"/>
                      <a:pt x="187" y="87"/>
                    </a:cubicBezTo>
                    <a:cubicBezTo>
                      <a:pt x="199" y="89"/>
                      <a:pt x="212" y="89"/>
                      <a:pt x="225" y="90"/>
                    </a:cubicBezTo>
                    <a:cubicBezTo>
                      <a:pt x="243" y="91"/>
                      <a:pt x="268" y="105"/>
                      <a:pt x="282" y="87"/>
                    </a:cubicBezTo>
                    <a:cubicBezTo>
                      <a:pt x="311" y="51"/>
                      <a:pt x="243" y="25"/>
                      <a:pt x="223" y="14"/>
                    </a:cubicBezTo>
                  </a:path>
                </a:pathLst>
              </a:custGeom>
              <a:solidFill>
                <a:srgbClr val="F4A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8" name="Freeform 200">
                <a:extLst>
                  <a:ext uri="{FF2B5EF4-FFF2-40B4-BE49-F238E27FC236}">
                    <a16:creationId xmlns:a16="http://schemas.microsoft.com/office/drawing/2014/main" id="{E2EBB046-3E7D-4545-AA58-7A05B545F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839"/>
                <a:ext cx="903" cy="521"/>
              </a:xfrm>
              <a:custGeom>
                <a:avLst/>
                <a:gdLst>
                  <a:gd name="T0" fmla="*/ 0 w 456"/>
                  <a:gd name="T1" fmla="*/ 800 h 263"/>
                  <a:gd name="T2" fmla="*/ 667 w 456"/>
                  <a:gd name="T3" fmla="*/ 1197 h 263"/>
                  <a:gd name="T4" fmla="*/ 1040 w 456"/>
                  <a:gd name="T5" fmla="*/ 1292 h 263"/>
                  <a:gd name="T6" fmla="*/ 1345 w 456"/>
                  <a:gd name="T7" fmla="*/ 1696 h 263"/>
                  <a:gd name="T8" fmla="*/ 2337 w 456"/>
                  <a:gd name="T9" fmla="*/ 1951 h 263"/>
                  <a:gd name="T10" fmla="*/ 3004 w 456"/>
                  <a:gd name="T11" fmla="*/ 1981 h 263"/>
                  <a:gd name="T12" fmla="*/ 3541 w 456"/>
                  <a:gd name="T13" fmla="*/ 2013 h 263"/>
                  <a:gd name="T14" fmla="*/ 3376 w 456"/>
                  <a:gd name="T15" fmla="*/ 1813 h 263"/>
                  <a:gd name="T16" fmla="*/ 3020 w 456"/>
                  <a:gd name="T17" fmla="*/ 1353 h 263"/>
                  <a:gd name="T18" fmla="*/ 2075 w 456"/>
                  <a:gd name="T19" fmla="*/ 325 h 263"/>
                  <a:gd name="T20" fmla="*/ 855 w 456"/>
                  <a:gd name="T21" fmla="*/ 32 h 263"/>
                  <a:gd name="T22" fmla="*/ 444 w 456"/>
                  <a:gd name="T23" fmla="*/ 141 h 263"/>
                  <a:gd name="T24" fmla="*/ 240 w 456"/>
                  <a:gd name="T25" fmla="*/ 388 h 263"/>
                  <a:gd name="T26" fmla="*/ 79 w 456"/>
                  <a:gd name="T27" fmla="*/ 636 h 263"/>
                  <a:gd name="T28" fmla="*/ 55 w 456"/>
                  <a:gd name="T29" fmla="*/ 628 h 26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56" h="263">
                    <a:moveTo>
                      <a:pt x="0" y="103"/>
                    </a:moveTo>
                    <a:cubicBezTo>
                      <a:pt x="0" y="151"/>
                      <a:pt x="47" y="156"/>
                      <a:pt x="86" y="154"/>
                    </a:cubicBezTo>
                    <a:cubicBezTo>
                      <a:pt x="103" y="153"/>
                      <a:pt x="120" y="154"/>
                      <a:pt x="134" y="166"/>
                    </a:cubicBezTo>
                    <a:cubicBezTo>
                      <a:pt x="150" y="179"/>
                      <a:pt x="157" y="203"/>
                      <a:pt x="173" y="218"/>
                    </a:cubicBezTo>
                    <a:cubicBezTo>
                      <a:pt x="207" y="252"/>
                      <a:pt x="256" y="259"/>
                      <a:pt x="301" y="251"/>
                    </a:cubicBezTo>
                    <a:cubicBezTo>
                      <a:pt x="330" y="247"/>
                      <a:pt x="359" y="248"/>
                      <a:pt x="387" y="255"/>
                    </a:cubicBezTo>
                    <a:cubicBezTo>
                      <a:pt x="408" y="261"/>
                      <a:pt x="435" y="263"/>
                      <a:pt x="456" y="259"/>
                    </a:cubicBezTo>
                    <a:cubicBezTo>
                      <a:pt x="449" y="252"/>
                      <a:pt x="441" y="241"/>
                      <a:pt x="435" y="233"/>
                    </a:cubicBezTo>
                    <a:cubicBezTo>
                      <a:pt x="421" y="212"/>
                      <a:pt x="406" y="192"/>
                      <a:pt x="389" y="174"/>
                    </a:cubicBezTo>
                    <a:cubicBezTo>
                      <a:pt x="348" y="130"/>
                      <a:pt x="308" y="86"/>
                      <a:pt x="267" y="42"/>
                    </a:cubicBezTo>
                    <a:cubicBezTo>
                      <a:pt x="228" y="0"/>
                      <a:pt x="164" y="0"/>
                      <a:pt x="110" y="4"/>
                    </a:cubicBezTo>
                    <a:cubicBezTo>
                      <a:pt x="93" y="5"/>
                      <a:pt x="72" y="7"/>
                      <a:pt x="57" y="18"/>
                    </a:cubicBezTo>
                    <a:cubicBezTo>
                      <a:pt x="46" y="26"/>
                      <a:pt x="39" y="39"/>
                      <a:pt x="31" y="50"/>
                    </a:cubicBezTo>
                    <a:cubicBezTo>
                      <a:pt x="23" y="60"/>
                      <a:pt x="13" y="69"/>
                      <a:pt x="10" y="82"/>
                    </a:cubicBezTo>
                    <a:cubicBezTo>
                      <a:pt x="9" y="82"/>
                      <a:pt x="8" y="82"/>
                      <a:pt x="7" y="81"/>
                    </a:cubicBezTo>
                  </a:path>
                </a:pathLst>
              </a:custGeom>
              <a:solidFill>
                <a:srgbClr val="F4A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9" name="Freeform 201">
                <a:extLst>
                  <a:ext uri="{FF2B5EF4-FFF2-40B4-BE49-F238E27FC236}">
                    <a16:creationId xmlns:a16="http://schemas.microsoft.com/office/drawing/2014/main" id="{97AEB149-1AD6-4472-9B4A-F3EF43B38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3425"/>
                <a:ext cx="135" cy="52"/>
              </a:xfrm>
              <a:custGeom>
                <a:avLst/>
                <a:gdLst>
                  <a:gd name="T0" fmla="*/ 0 w 68"/>
                  <a:gd name="T1" fmla="*/ 0 h 26"/>
                  <a:gd name="T2" fmla="*/ 532 w 68"/>
                  <a:gd name="T3" fmla="*/ 2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6">
                    <a:moveTo>
                      <a:pt x="0" y="0"/>
                    </a:moveTo>
                    <a:cubicBezTo>
                      <a:pt x="21" y="13"/>
                      <a:pt x="44" y="22"/>
                      <a:pt x="68" y="26"/>
                    </a:cubicBezTo>
                  </a:path>
                </a:pathLst>
              </a:custGeom>
              <a:noFill/>
              <a:ln w="12700" cap="flat">
                <a:solidFill>
                  <a:srgbClr val="26265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0" name="Freeform 202">
                <a:extLst>
                  <a:ext uri="{FF2B5EF4-FFF2-40B4-BE49-F238E27FC236}">
                    <a16:creationId xmlns:a16="http://schemas.microsoft.com/office/drawing/2014/main" id="{97809C27-26B1-4475-81B6-CD549150C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500"/>
                <a:ext cx="487" cy="1129"/>
              </a:xfrm>
              <a:custGeom>
                <a:avLst/>
                <a:gdLst>
                  <a:gd name="T0" fmla="*/ 580 w 246"/>
                  <a:gd name="T1" fmla="*/ 2216 h 570"/>
                  <a:gd name="T2" fmla="*/ 1908 w 246"/>
                  <a:gd name="T3" fmla="*/ 592 h 570"/>
                  <a:gd name="T4" fmla="*/ 1908 w 246"/>
                  <a:gd name="T5" fmla="*/ 0 h 570"/>
                  <a:gd name="T6" fmla="*/ 0 w 246"/>
                  <a:gd name="T7" fmla="*/ 2216 h 570"/>
                  <a:gd name="T8" fmla="*/ 1908 w 246"/>
                  <a:gd name="T9" fmla="*/ 4429 h 570"/>
                  <a:gd name="T10" fmla="*/ 1908 w 246"/>
                  <a:gd name="T11" fmla="*/ 3837 h 570"/>
                  <a:gd name="T12" fmla="*/ 580 w 246"/>
                  <a:gd name="T13" fmla="*/ 2216 h 5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6" h="570">
                    <a:moveTo>
                      <a:pt x="75" y="285"/>
                    </a:moveTo>
                    <a:cubicBezTo>
                      <a:pt x="75" y="181"/>
                      <a:pt x="149" y="95"/>
                      <a:pt x="246" y="76"/>
                    </a:cubicBezTo>
                    <a:cubicBezTo>
                      <a:pt x="246" y="0"/>
                      <a:pt x="246" y="0"/>
                      <a:pt x="246" y="0"/>
                    </a:cubicBezTo>
                    <a:cubicBezTo>
                      <a:pt x="107" y="20"/>
                      <a:pt x="0" y="140"/>
                      <a:pt x="0" y="285"/>
                    </a:cubicBezTo>
                    <a:cubicBezTo>
                      <a:pt x="0" y="430"/>
                      <a:pt x="107" y="550"/>
                      <a:pt x="246" y="570"/>
                    </a:cubicBezTo>
                    <a:cubicBezTo>
                      <a:pt x="246" y="494"/>
                      <a:pt x="246" y="494"/>
                      <a:pt x="246" y="494"/>
                    </a:cubicBezTo>
                    <a:cubicBezTo>
                      <a:pt x="149" y="474"/>
                      <a:pt x="75" y="388"/>
                      <a:pt x="75" y="285"/>
                    </a:cubicBezTo>
                    <a:close/>
                  </a:path>
                </a:pathLst>
              </a:custGeom>
              <a:solidFill>
                <a:srgbClr val="F6C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1" name="Freeform 203">
                <a:extLst>
                  <a:ext uri="{FF2B5EF4-FFF2-40B4-BE49-F238E27FC236}">
                    <a16:creationId xmlns:a16="http://schemas.microsoft.com/office/drawing/2014/main" id="{270C3750-D6A6-4934-A512-5691BFBE3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623"/>
                <a:ext cx="360" cy="879"/>
              </a:xfrm>
              <a:custGeom>
                <a:avLst/>
                <a:gdLst>
                  <a:gd name="T0" fmla="*/ 0 w 182"/>
                  <a:gd name="T1" fmla="*/ 1724 h 444"/>
                  <a:gd name="T2" fmla="*/ 1408 w 182"/>
                  <a:gd name="T3" fmla="*/ 3445 h 444"/>
                  <a:gd name="T4" fmla="*/ 1408 w 182"/>
                  <a:gd name="T5" fmla="*/ 3344 h 444"/>
                  <a:gd name="T6" fmla="*/ 87 w 182"/>
                  <a:gd name="T7" fmla="*/ 1724 h 444"/>
                  <a:gd name="T8" fmla="*/ 1408 w 182"/>
                  <a:gd name="T9" fmla="*/ 101 h 444"/>
                  <a:gd name="T10" fmla="*/ 1408 w 182"/>
                  <a:gd name="T11" fmla="*/ 0 h 444"/>
                  <a:gd name="T12" fmla="*/ 0 w 182"/>
                  <a:gd name="T13" fmla="*/ 1724 h 4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444">
                    <a:moveTo>
                      <a:pt x="0" y="222"/>
                    </a:moveTo>
                    <a:cubicBezTo>
                      <a:pt x="0" y="332"/>
                      <a:pt x="78" y="424"/>
                      <a:pt x="182" y="444"/>
                    </a:cubicBezTo>
                    <a:cubicBezTo>
                      <a:pt x="182" y="431"/>
                      <a:pt x="182" y="431"/>
                      <a:pt x="182" y="431"/>
                    </a:cubicBezTo>
                    <a:cubicBezTo>
                      <a:pt x="85" y="412"/>
                      <a:pt x="11" y="326"/>
                      <a:pt x="11" y="222"/>
                    </a:cubicBezTo>
                    <a:cubicBezTo>
                      <a:pt x="11" y="119"/>
                      <a:pt x="85" y="33"/>
                      <a:pt x="182" y="13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78" y="21"/>
                      <a:pt x="0" y="112"/>
                      <a:pt x="0" y="222"/>
                    </a:cubicBezTo>
                    <a:close/>
                  </a:path>
                </a:pathLst>
              </a:custGeom>
              <a:solidFill>
                <a:srgbClr val="F7EF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2" name="Freeform 204">
                <a:extLst>
                  <a:ext uri="{FF2B5EF4-FFF2-40B4-BE49-F238E27FC236}">
                    <a16:creationId xmlns:a16="http://schemas.microsoft.com/office/drawing/2014/main" id="{A778FA50-8F69-4F8B-886D-9CE639C38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621"/>
                <a:ext cx="362" cy="879"/>
              </a:xfrm>
              <a:custGeom>
                <a:avLst/>
                <a:gdLst>
                  <a:gd name="T0" fmla="*/ 0 w 183"/>
                  <a:gd name="T1" fmla="*/ 1724 h 444"/>
                  <a:gd name="T2" fmla="*/ 1416 w 183"/>
                  <a:gd name="T3" fmla="*/ 3445 h 444"/>
                  <a:gd name="T4" fmla="*/ 1416 w 183"/>
                  <a:gd name="T5" fmla="*/ 3344 h 444"/>
                  <a:gd name="T6" fmla="*/ 87 w 183"/>
                  <a:gd name="T7" fmla="*/ 1724 h 444"/>
                  <a:gd name="T8" fmla="*/ 1416 w 183"/>
                  <a:gd name="T9" fmla="*/ 101 h 444"/>
                  <a:gd name="T10" fmla="*/ 1416 w 183"/>
                  <a:gd name="T11" fmla="*/ 0 h 444"/>
                  <a:gd name="T12" fmla="*/ 0 w 183"/>
                  <a:gd name="T13" fmla="*/ 1724 h 4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3" h="444">
                    <a:moveTo>
                      <a:pt x="0" y="222"/>
                    </a:moveTo>
                    <a:cubicBezTo>
                      <a:pt x="0" y="332"/>
                      <a:pt x="78" y="424"/>
                      <a:pt x="183" y="444"/>
                    </a:cubicBezTo>
                    <a:cubicBezTo>
                      <a:pt x="183" y="431"/>
                      <a:pt x="183" y="431"/>
                      <a:pt x="183" y="431"/>
                    </a:cubicBezTo>
                    <a:cubicBezTo>
                      <a:pt x="85" y="412"/>
                      <a:pt x="11" y="326"/>
                      <a:pt x="11" y="222"/>
                    </a:cubicBezTo>
                    <a:cubicBezTo>
                      <a:pt x="11" y="119"/>
                      <a:pt x="85" y="32"/>
                      <a:pt x="183" y="13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78" y="20"/>
                      <a:pt x="0" y="112"/>
                      <a:pt x="0" y="22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3" name="Rectangle 205">
                <a:extLst>
                  <a:ext uri="{FF2B5EF4-FFF2-40B4-BE49-F238E27FC236}">
                    <a16:creationId xmlns:a16="http://schemas.microsoft.com/office/drawing/2014/main" id="{40D9928B-BA46-4374-A6F3-FC53F568E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2498"/>
                <a:ext cx="1901" cy="153"/>
              </a:xfrm>
              <a:prstGeom prst="rect">
                <a:avLst/>
              </a:prstGeom>
              <a:solidFill>
                <a:srgbClr val="F5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64" name="Rectangle 206">
                <a:extLst>
                  <a:ext uri="{FF2B5EF4-FFF2-40B4-BE49-F238E27FC236}">
                    <a16:creationId xmlns:a16="http://schemas.microsoft.com/office/drawing/2014/main" id="{29772595-88F5-456C-8277-06662D3C3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2623"/>
                <a:ext cx="1901" cy="24"/>
              </a:xfrm>
              <a:prstGeom prst="rect">
                <a:avLst/>
              </a:prstGeom>
              <a:solidFill>
                <a:srgbClr val="F6E6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65" name="Rectangle 207">
                <a:extLst>
                  <a:ext uri="{FF2B5EF4-FFF2-40B4-BE49-F238E27FC236}">
                    <a16:creationId xmlns:a16="http://schemas.microsoft.com/office/drawing/2014/main" id="{3DA82203-481C-42A6-A95E-424DD788D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623"/>
                <a:ext cx="1901" cy="24"/>
              </a:xfrm>
              <a:prstGeom prst="rect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66" name="Rectangle 208">
                <a:extLst>
                  <a:ext uri="{FF2B5EF4-FFF2-40B4-BE49-F238E27FC236}">
                    <a16:creationId xmlns:a16="http://schemas.microsoft.com/office/drawing/2014/main" id="{3EE49781-AE8C-4393-829D-07BA196F3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3480"/>
                <a:ext cx="1901" cy="24"/>
              </a:xfrm>
              <a:prstGeom prst="rect">
                <a:avLst/>
              </a:prstGeom>
              <a:solidFill>
                <a:srgbClr val="F6E6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67" name="Rectangle 209">
                <a:extLst>
                  <a:ext uri="{FF2B5EF4-FFF2-40B4-BE49-F238E27FC236}">
                    <a16:creationId xmlns:a16="http://schemas.microsoft.com/office/drawing/2014/main" id="{A93E3B1D-9F36-4794-81A1-7033081C0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5" y="3480"/>
                <a:ext cx="1901" cy="24"/>
              </a:xfrm>
              <a:prstGeom prst="rect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68" name="Rectangle 210">
                <a:extLst>
                  <a:ext uri="{FF2B5EF4-FFF2-40B4-BE49-F238E27FC236}">
                    <a16:creationId xmlns:a16="http://schemas.microsoft.com/office/drawing/2014/main" id="{9D8D4854-E79B-4D19-8CB1-28FC0B3C7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2498"/>
                <a:ext cx="1901" cy="40"/>
              </a:xfrm>
              <a:prstGeom prst="rect">
                <a:avLst/>
              </a:prstGeom>
              <a:solidFill>
                <a:srgbClr val="ED8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69" name="Rectangle 211">
                <a:extLst>
                  <a:ext uri="{FF2B5EF4-FFF2-40B4-BE49-F238E27FC236}">
                    <a16:creationId xmlns:a16="http://schemas.microsoft.com/office/drawing/2014/main" id="{5D440F28-8290-429A-8026-26EB1DA0E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498"/>
                <a:ext cx="1901" cy="40"/>
              </a:xfrm>
              <a:prstGeom prst="rect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70" name="Rectangle 212">
                <a:extLst>
                  <a:ext uri="{FF2B5EF4-FFF2-40B4-BE49-F238E27FC236}">
                    <a16:creationId xmlns:a16="http://schemas.microsoft.com/office/drawing/2014/main" id="{1629637B-B797-4860-B97C-883E0FC7A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3587"/>
                <a:ext cx="1901" cy="40"/>
              </a:xfrm>
              <a:prstGeom prst="rect">
                <a:avLst/>
              </a:prstGeom>
              <a:solidFill>
                <a:srgbClr val="ED8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71" name="Rectangle 213">
                <a:extLst>
                  <a:ext uri="{FF2B5EF4-FFF2-40B4-BE49-F238E27FC236}">
                    <a16:creationId xmlns:a16="http://schemas.microsoft.com/office/drawing/2014/main" id="{A14B37B6-ED60-4155-B244-2A13C71BE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3587"/>
                <a:ext cx="1901" cy="40"/>
              </a:xfrm>
              <a:prstGeom prst="rect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72" name="Freeform 214">
                <a:extLst>
                  <a:ext uri="{FF2B5EF4-FFF2-40B4-BE49-F238E27FC236}">
                    <a16:creationId xmlns:a16="http://schemas.microsoft.com/office/drawing/2014/main" id="{7F64FB7A-CC4B-423E-B460-767D0FD4A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866"/>
                <a:ext cx="899" cy="468"/>
              </a:xfrm>
              <a:custGeom>
                <a:avLst/>
                <a:gdLst>
                  <a:gd name="T0" fmla="*/ 0 w 454"/>
                  <a:gd name="T1" fmla="*/ 817 h 236"/>
                  <a:gd name="T2" fmla="*/ 404 w 454"/>
                  <a:gd name="T3" fmla="*/ 811 h 236"/>
                  <a:gd name="T4" fmla="*/ 840 w 454"/>
                  <a:gd name="T5" fmla="*/ 771 h 236"/>
                  <a:gd name="T6" fmla="*/ 840 w 454"/>
                  <a:gd name="T7" fmla="*/ 1224 h 236"/>
                  <a:gd name="T8" fmla="*/ 1600 w 454"/>
                  <a:gd name="T9" fmla="*/ 1380 h 236"/>
                  <a:gd name="T10" fmla="*/ 2352 w 454"/>
                  <a:gd name="T11" fmla="*/ 1521 h 236"/>
                  <a:gd name="T12" fmla="*/ 3525 w 454"/>
                  <a:gd name="T13" fmla="*/ 1761 h 236"/>
                  <a:gd name="T14" fmla="*/ 2267 w 454"/>
                  <a:gd name="T15" fmla="*/ 579 h 236"/>
                  <a:gd name="T16" fmla="*/ 1156 w 454"/>
                  <a:gd name="T17" fmla="*/ 389 h 236"/>
                  <a:gd name="T18" fmla="*/ 855 w 454"/>
                  <a:gd name="T19" fmla="*/ 0 h 236"/>
                  <a:gd name="T20" fmla="*/ 164 w 454"/>
                  <a:gd name="T21" fmla="*/ 428 h 236"/>
                  <a:gd name="T22" fmla="*/ 0 w 454"/>
                  <a:gd name="T23" fmla="*/ 811 h 2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4" h="236">
                    <a:moveTo>
                      <a:pt x="0" y="105"/>
                    </a:moveTo>
                    <a:cubicBezTo>
                      <a:pt x="0" y="105"/>
                      <a:pt x="18" y="122"/>
                      <a:pt x="52" y="104"/>
                    </a:cubicBezTo>
                    <a:cubicBezTo>
                      <a:pt x="86" y="85"/>
                      <a:pt x="91" y="75"/>
                      <a:pt x="108" y="99"/>
                    </a:cubicBezTo>
                    <a:cubicBezTo>
                      <a:pt x="124" y="122"/>
                      <a:pt x="108" y="157"/>
                      <a:pt x="108" y="157"/>
                    </a:cubicBezTo>
                    <a:cubicBezTo>
                      <a:pt x="108" y="157"/>
                      <a:pt x="153" y="194"/>
                      <a:pt x="206" y="177"/>
                    </a:cubicBezTo>
                    <a:cubicBezTo>
                      <a:pt x="259" y="161"/>
                      <a:pt x="272" y="174"/>
                      <a:pt x="303" y="195"/>
                    </a:cubicBezTo>
                    <a:cubicBezTo>
                      <a:pt x="335" y="215"/>
                      <a:pt x="389" y="236"/>
                      <a:pt x="454" y="226"/>
                    </a:cubicBezTo>
                    <a:cubicBezTo>
                      <a:pt x="292" y="74"/>
                      <a:pt x="292" y="74"/>
                      <a:pt x="292" y="74"/>
                    </a:cubicBezTo>
                    <a:cubicBezTo>
                      <a:pt x="149" y="50"/>
                      <a:pt x="149" y="50"/>
                      <a:pt x="149" y="50"/>
                    </a:cubicBezTo>
                    <a:cubicBezTo>
                      <a:pt x="110" y="0"/>
                      <a:pt x="110" y="0"/>
                      <a:pt x="110" y="0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0" y="104"/>
                      <a:pt x="0" y="104"/>
                      <a:pt x="0" y="104"/>
                    </a:cubicBezTo>
                  </a:path>
                </a:pathLst>
              </a:custGeom>
              <a:solidFill>
                <a:srgbClr val="932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3" name="Freeform 215">
                <a:extLst>
                  <a:ext uri="{FF2B5EF4-FFF2-40B4-BE49-F238E27FC236}">
                    <a16:creationId xmlns:a16="http://schemas.microsoft.com/office/drawing/2014/main" id="{79D5AFD2-7A01-433C-A1E5-BCCF8BF5E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866"/>
                <a:ext cx="899" cy="468"/>
              </a:xfrm>
              <a:custGeom>
                <a:avLst/>
                <a:gdLst>
                  <a:gd name="T0" fmla="*/ 0 w 454"/>
                  <a:gd name="T1" fmla="*/ 817 h 236"/>
                  <a:gd name="T2" fmla="*/ 404 w 454"/>
                  <a:gd name="T3" fmla="*/ 811 h 236"/>
                  <a:gd name="T4" fmla="*/ 840 w 454"/>
                  <a:gd name="T5" fmla="*/ 771 h 236"/>
                  <a:gd name="T6" fmla="*/ 840 w 454"/>
                  <a:gd name="T7" fmla="*/ 1224 h 236"/>
                  <a:gd name="T8" fmla="*/ 1600 w 454"/>
                  <a:gd name="T9" fmla="*/ 1380 h 236"/>
                  <a:gd name="T10" fmla="*/ 2352 w 454"/>
                  <a:gd name="T11" fmla="*/ 1521 h 236"/>
                  <a:gd name="T12" fmla="*/ 3525 w 454"/>
                  <a:gd name="T13" fmla="*/ 1761 h 236"/>
                  <a:gd name="T14" fmla="*/ 2267 w 454"/>
                  <a:gd name="T15" fmla="*/ 579 h 236"/>
                  <a:gd name="T16" fmla="*/ 1156 w 454"/>
                  <a:gd name="T17" fmla="*/ 389 h 236"/>
                  <a:gd name="T18" fmla="*/ 855 w 454"/>
                  <a:gd name="T19" fmla="*/ 0 h 236"/>
                  <a:gd name="T20" fmla="*/ 164 w 454"/>
                  <a:gd name="T21" fmla="*/ 428 h 236"/>
                  <a:gd name="T22" fmla="*/ 0 w 454"/>
                  <a:gd name="T23" fmla="*/ 811 h 2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4" h="236">
                    <a:moveTo>
                      <a:pt x="0" y="105"/>
                    </a:moveTo>
                    <a:cubicBezTo>
                      <a:pt x="0" y="105"/>
                      <a:pt x="18" y="122"/>
                      <a:pt x="52" y="104"/>
                    </a:cubicBezTo>
                    <a:cubicBezTo>
                      <a:pt x="86" y="85"/>
                      <a:pt x="91" y="75"/>
                      <a:pt x="108" y="99"/>
                    </a:cubicBezTo>
                    <a:cubicBezTo>
                      <a:pt x="124" y="122"/>
                      <a:pt x="108" y="157"/>
                      <a:pt x="108" y="157"/>
                    </a:cubicBezTo>
                    <a:cubicBezTo>
                      <a:pt x="108" y="157"/>
                      <a:pt x="153" y="194"/>
                      <a:pt x="206" y="177"/>
                    </a:cubicBezTo>
                    <a:cubicBezTo>
                      <a:pt x="259" y="161"/>
                      <a:pt x="272" y="174"/>
                      <a:pt x="303" y="195"/>
                    </a:cubicBezTo>
                    <a:cubicBezTo>
                      <a:pt x="335" y="215"/>
                      <a:pt x="389" y="236"/>
                      <a:pt x="454" y="226"/>
                    </a:cubicBezTo>
                    <a:cubicBezTo>
                      <a:pt x="292" y="74"/>
                      <a:pt x="292" y="74"/>
                      <a:pt x="292" y="74"/>
                    </a:cubicBezTo>
                    <a:cubicBezTo>
                      <a:pt x="149" y="50"/>
                      <a:pt x="149" y="50"/>
                      <a:pt x="149" y="50"/>
                    </a:cubicBezTo>
                    <a:cubicBezTo>
                      <a:pt x="110" y="0"/>
                      <a:pt x="110" y="0"/>
                      <a:pt x="110" y="0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0" y="104"/>
                      <a:pt x="0" y="104"/>
                      <a:pt x="0" y="104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4" name="Freeform 216">
                <a:extLst>
                  <a:ext uri="{FF2B5EF4-FFF2-40B4-BE49-F238E27FC236}">
                    <a16:creationId xmlns:a16="http://schemas.microsoft.com/office/drawing/2014/main" id="{71D24E76-7612-47A8-8B34-43AC6E99E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890"/>
                <a:ext cx="873" cy="394"/>
              </a:xfrm>
              <a:custGeom>
                <a:avLst/>
                <a:gdLst>
                  <a:gd name="T0" fmla="*/ 188 w 441"/>
                  <a:gd name="T1" fmla="*/ 1164 h 199"/>
                  <a:gd name="T2" fmla="*/ 580 w 441"/>
                  <a:gd name="T3" fmla="*/ 560 h 199"/>
                  <a:gd name="T4" fmla="*/ 1576 w 441"/>
                  <a:gd name="T5" fmla="*/ 588 h 199"/>
                  <a:gd name="T6" fmla="*/ 2233 w 441"/>
                  <a:gd name="T7" fmla="*/ 659 h 199"/>
                  <a:gd name="T8" fmla="*/ 2708 w 441"/>
                  <a:gd name="T9" fmla="*/ 1000 h 199"/>
                  <a:gd name="T10" fmla="*/ 2985 w 441"/>
                  <a:gd name="T11" fmla="*/ 1544 h 199"/>
                  <a:gd name="T12" fmla="*/ 2977 w 441"/>
                  <a:gd name="T13" fmla="*/ 792 h 199"/>
                  <a:gd name="T14" fmla="*/ 1615 w 441"/>
                  <a:gd name="T15" fmla="*/ 133 h 199"/>
                  <a:gd name="T16" fmla="*/ 333 w 441"/>
                  <a:gd name="T17" fmla="*/ 364 h 199"/>
                  <a:gd name="T18" fmla="*/ 188 w 441"/>
                  <a:gd name="T19" fmla="*/ 1164 h 19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1" h="199">
                    <a:moveTo>
                      <a:pt x="24" y="150"/>
                    </a:moveTo>
                    <a:cubicBezTo>
                      <a:pt x="24" y="150"/>
                      <a:pt x="27" y="67"/>
                      <a:pt x="75" y="72"/>
                    </a:cubicBezTo>
                    <a:cubicBezTo>
                      <a:pt x="124" y="78"/>
                      <a:pt x="166" y="95"/>
                      <a:pt x="203" y="76"/>
                    </a:cubicBezTo>
                    <a:cubicBezTo>
                      <a:pt x="241" y="58"/>
                      <a:pt x="261" y="62"/>
                      <a:pt x="288" y="85"/>
                    </a:cubicBezTo>
                    <a:cubicBezTo>
                      <a:pt x="315" y="108"/>
                      <a:pt x="320" y="118"/>
                      <a:pt x="349" y="129"/>
                    </a:cubicBezTo>
                    <a:cubicBezTo>
                      <a:pt x="377" y="140"/>
                      <a:pt x="402" y="159"/>
                      <a:pt x="385" y="199"/>
                    </a:cubicBezTo>
                    <a:cubicBezTo>
                      <a:pt x="385" y="199"/>
                      <a:pt x="441" y="160"/>
                      <a:pt x="384" y="102"/>
                    </a:cubicBezTo>
                    <a:cubicBezTo>
                      <a:pt x="327" y="43"/>
                      <a:pt x="283" y="0"/>
                      <a:pt x="208" y="17"/>
                    </a:cubicBezTo>
                    <a:cubicBezTo>
                      <a:pt x="132" y="33"/>
                      <a:pt x="65" y="8"/>
                      <a:pt x="43" y="47"/>
                    </a:cubicBezTo>
                    <a:cubicBezTo>
                      <a:pt x="22" y="85"/>
                      <a:pt x="0" y="122"/>
                      <a:pt x="24" y="150"/>
                    </a:cubicBezTo>
                    <a:close/>
                  </a:path>
                </a:pathLst>
              </a:custGeom>
              <a:solidFill>
                <a:srgbClr val="F4A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5" name="Freeform 217">
                <a:extLst>
                  <a:ext uri="{FF2B5EF4-FFF2-40B4-BE49-F238E27FC236}">
                    <a16:creationId xmlns:a16="http://schemas.microsoft.com/office/drawing/2014/main" id="{B4B9956A-7205-45CF-8EBE-F3B79D05B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831"/>
                <a:ext cx="873" cy="394"/>
              </a:xfrm>
              <a:custGeom>
                <a:avLst/>
                <a:gdLst>
                  <a:gd name="T0" fmla="*/ 188 w 441"/>
                  <a:gd name="T1" fmla="*/ 1164 h 199"/>
                  <a:gd name="T2" fmla="*/ 580 w 441"/>
                  <a:gd name="T3" fmla="*/ 568 h 199"/>
                  <a:gd name="T4" fmla="*/ 1576 w 441"/>
                  <a:gd name="T5" fmla="*/ 596 h 199"/>
                  <a:gd name="T6" fmla="*/ 2233 w 441"/>
                  <a:gd name="T7" fmla="*/ 659 h 199"/>
                  <a:gd name="T8" fmla="*/ 2708 w 441"/>
                  <a:gd name="T9" fmla="*/ 1000 h 199"/>
                  <a:gd name="T10" fmla="*/ 2985 w 441"/>
                  <a:gd name="T11" fmla="*/ 1544 h 199"/>
                  <a:gd name="T12" fmla="*/ 2977 w 441"/>
                  <a:gd name="T13" fmla="*/ 792 h 199"/>
                  <a:gd name="T14" fmla="*/ 1615 w 441"/>
                  <a:gd name="T15" fmla="*/ 133 h 199"/>
                  <a:gd name="T16" fmla="*/ 333 w 441"/>
                  <a:gd name="T17" fmla="*/ 364 h 199"/>
                  <a:gd name="T18" fmla="*/ 188 w 441"/>
                  <a:gd name="T19" fmla="*/ 1164 h 19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1" h="199">
                    <a:moveTo>
                      <a:pt x="24" y="150"/>
                    </a:moveTo>
                    <a:cubicBezTo>
                      <a:pt x="24" y="150"/>
                      <a:pt x="27" y="67"/>
                      <a:pt x="75" y="73"/>
                    </a:cubicBezTo>
                    <a:cubicBezTo>
                      <a:pt x="124" y="78"/>
                      <a:pt x="166" y="95"/>
                      <a:pt x="203" y="77"/>
                    </a:cubicBezTo>
                    <a:cubicBezTo>
                      <a:pt x="241" y="59"/>
                      <a:pt x="261" y="62"/>
                      <a:pt x="288" y="85"/>
                    </a:cubicBezTo>
                    <a:cubicBezTo>
                      <a:pt x="315" y="108"/>
                      <a:pt x="320" y="118"/>
                      <a:pt x="349" y="129"/>
                    </a:cubicBezTo>
                    <a:cubicBezTo>
                      <a:pt x="377" y="140"/>
                      <a:pt x="402" y="159"/>
                      <a:pt x="385" y="199"/>
                    </a:cubicBezTo>
                    <a:cubicBezTo>
                      <a:pt x="385" y="199"/>
                      <a:pt x="441" y="160"/>
                      <a:pt x="384" y="102"/>
                    </a:cubicBezTo>
                    <a:cubicBezTo>
                      <a:pt x="327" y="43"/>
                      <a:pt x="283" y="0"/>
                      <a:pt x="208" y="17"/>
                    </a:cubicBezTo>
                    <a:cubicBezTo>
                      <a:pt x="132" y="34"/>
                      <a:pt x="65" y="9"/>
                      <a:pt x="43" y="47"/>
                    </a:cubicBezTo>
                    <a:cubicBezTo>
                      <a:pt x="22" y="85"/>
                      <a:pt x="0" y="123"/>
                      <a:pt x="24" y="150"/>
                    </a:cubicBezTo>
                    <a:close/>
                  </a:path>
                </a:pathLst>
              </a:custGeom>
              <a:solidFill>
                <a:srgbClr val="D4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6" name="Freeform 218">
                <a:extLst>
                  <a:ext uri="{FF2B5EF4-FFF2-40B4-BE49-F238E27FC236}">
                    <a16:creationId xmlns:a16="http://schemas.microsoft.com/office/drawing/2014/main" id="{FEB76601-650E-42C2-BEFF-99BF67900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849"/>
                <a:ext cx="528" cy="279"/>
              </a:xfrm>
              <a:custGeom>
                <a:avLst/>
                <a:gdLst>
                  <a:gd name="T0" fmla="*/ 1608 w 267"/>
                  <a:gd name="T1" fmla="*/ 63 h 141"/>
                  <a:gd name="T2" fmla="*/ 332 w 267"/>
                  <a:gd name="T3" fmla="*/ 293 h 141"/>
                  <a:gd name="T4" fmla="*/ 184 w 267"/>
                  <a:gd name="T5" fmla="*/ 1092 h 141"/>
                  <a:gd name="T6" fmla="*/ 579 w 267"/>
                  <a:gd name="T7" fmla="*/ 497 h 141"/>
                  <a:gd name="T8" fmla="*/ 672 w 267"/>
                  <a:gd name="T9" fmla="*/ 505 h 141"/>
                  <a:gd name="T10" fmla="*/ 744 w 267"/>
                  <a:gd name="T11" fmla="*/ 325 h 141"/>
                  <a:gd name="T12" fmla="*/ 2057 w 267"/>
                  <a:gd name="T13" fmla="*/ 63 h 141"/>
                  <a:gd name="T14" fmla="*/ 2065 w 267"/>
                  <a:gd name="T15" fmla="*/ 63 h 141"/>
                  <a:gd name="T16" fmla="*/ 1608 w 267"/>
                  <a:gd name="T17" fmla="*/ 63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7" h="141">
                    <a:moveTo>
                      <a:pt x="208" y="8"/>
                    </a:moveTo>
                    <a:cubicBezTo>
                      <a:pt x="132" y="25"/>
                      <a:pt x="65" y="0"/>
                      <a:pt x="43" y="38"/>
                    </a:cubicBezTo>
                    <a:cubicBezTo>
                      <a:pt x="22" y="76"/>
                      <a:pt x="0" y="114"/>
                      <a:pt x="24" y="141"/>
                    </a:cubicBezTo>
                    <a:cubicBezTo>
                      <a:pt x="24" y="141"/>
                      <a:pt x="27" y="58"/>
                      <a:pt x="75" y="64"/>
                    </a:cubicBezTo>
                    <a:cubicBezTo>
                      <a:pt x="79" y="64"/>
                      <a:pt x="83" y="65"/>
                      <a:pt x="87" y="65"/>
                    </a:cubicBezTo>
                    <a:cubicBezTo>
                      <a:pt x="85" y="54"/>
                      <a:pt x="87" y="48"/>
                      <a:pt x="96" y="42"/>
                    </a:cubicBezTo>
                    <a:cubicBezTo>
                      <a:pt x="133" y="18"/>
                      <a:pt x="191" y="25"/>
                      <a:pt x="266" y="8"/>
                    </a:cubicBezTo>
                    <a:cubicBezTo>
                      <a:pt x="266" y="8"/>
                      <a:pt x="267" y="8"/>
                      <a:pt x="267" y="8"/>
                    </a:cubicBezTo>
                    <a:cubicBezTo>
                      <a:pt x="249" y="3"/>
                      <a:pt x="230" y="3"/>
                      <a:pt x="208" y="8"/>
                    </a:cubicBezTo>
                    <a:close/>
                  </a:path>
                </a:pathLst>
              </a:custGeom>
              <a:solidFill>
                <a:srgbClr val="BD7A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7" name="Freeform 219">
                <a:extLst>
                  <a:ext uri="{FF2B5EF4-FFF2-40B4-BE49-F238E27FC236}">
                    <a16:creationId xmlns:a16="http://schemas.microsoft.com/office/drawing/2014/main" id="{873DD619-B5C2-4F7D-80FD-B2015C394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831"/>
                <a:ext cx="873" cy="394"/>
              </a:xfrm>
              <a:custGeom>
                <a:avLst/>
                <a:gdLst>
                  <a:gd name="T0" fmla="*/ 188 w 441"/>
                  <a:gd name="T1" fmla="*/ 1164 h 199"/>
                  <a:gd name="T2" fmla="*/ 580 w 441"/>
                  <a:gd name="T3" fmla="*/ 568 h 199"/>
                  <a:gd name="T4" fmla="*/ 1576 w 441"/>
                  <a:gd name="T5" fmla="*/ 596 h 199"/>
                  <a:gd name="T6" fmla="*/ 2233 w 441"/>
                  <a:gd name="T7" fmla="*/ 659 h 199"/>
                  <a:gd name="T8" fmla="*/ 2708 w 441"/>
                  <a:gd name="T9" fmla="*/ 1000 h 199"/>
                  <a:gd name="T10" fmla="*/ 2985 w 441"/>
                  <a:gd name="T11" fmla="*/ 1544 h 199"/>
                  <a:gd name="T12" fmla="*/ 2977 w 441"/>
                  <a:gd name="T13" fmla="*/ 792 h 199"/>
                  <a:gd name="T14" fmla="*/ 1615 w 441"/>
                  <a:gd name="T15" fmla="*/ 133 h 199"/>
                  <a:gd name="T16" fmla="*/ 333 w 441"/>
                  <a:gd name="T17" fmla="*/ 364 h 199"/>
                  <a:gd name="T18" fmla="*/ 188 w 441"/>
                  <a:gd name="T19" fmla="*/ 1164 h 19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1" h="199">
                    <a:moveTo>
                      <a:pt x="24" y="150"/>
                    </a:moveTo>
                    <a:cubicBezTo>
                      <a:pt x="24" y="150"/>
                      <a:pt x="27" y="67"/>
                      <a:pt x="75" y="73"/>
                    </a:cubicBezTo>
                    <a:cubicBezTo>
                      <a:pt x="124" y="78"/>
                      <a:pt x="166" y="95"/>
                      <a:pt x="203" y="77"/>
                    </a:cubicBezTo>
                    <a:cubicBezTo>
                      <a:pt x="241" y="59"/>
                      <a:pt x="261" y="62"/>
                      <a:pt x="288" y="85"/>
                    </a:cubicBezTo>
                    <a:cubicBezTo>
                      <a:pt x="315" y="108"/>
                      <a:pt x="320" y="118"/>
                      <a:pt x="349" y="129"/>
                    </a:cubicBezTo>
                    <a:cubicBezTo>
                      <a:pt x="377" y="140"/>
                      <a:pt x="402" y="159"/>
                      <a:pt x="385" y="199"/>
                    </a:cubicBezTo>
                    <a:cubicBezTo>
                      <a:pt x="385" y="199"/>
                      <a:pt x="441" y="160"/>
                      <a:pt x="384" y="102"/>
                    </a:cubicBezTo>
                    <a:cubicBezTo>
                      <a:pt x="327" y="43"/>
                      <a:pt x="283" y="0"/>
                      <a:pt x="208" y="17"/>
                    </a:cubicBezTo>
                    <a:cubicBezTo>
                      <a:pt x="132" y="34"/>
                      <a:pt x="65" y="9"/>
                      <a:pt x="43" y="47"/>
                    </a:cubicBezTo>
                    <a:cubicBezTo>
                      <a:pt x="22" y="85"/>
                      <a:pt x="0" y="123"/>
                      <a:pt x="24" y="15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8" name="Freeform 220">
                <a:extLst>
                  <a:ext uri="{FF2B5EF4-FFF2-40B4-BE49-F238E27FC236}">
                    <a16:creationId xmlns:a16="http://schemas.microsoft.com/office/drawing/2014/main" id="{55CFB984-272B-475F-8B2E-FED18E477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651"/>
                <a:ext cx="2238" cy="826"/>
              </a:xfrm>
              <a:custGeom>
                <a:avLst/>
                <a:gdLst>
                  <a:gd name="T0" fmla="*/ 8778 w 1130"/>
                  <a:gd name="T1" fmla="*/ 3241 h 417"/>
                  <a:gd name="T2" fmla="*/ 8778 w 1130"/>
                  <a:gd name="T3" fmla="*/ 3060 h 417"/>
                  <a:gd name="T4" fmla="*/ 7661 w 1130"/>
                  <a:gd name="T5" fmla="*/ 1616 h 417"/>
                  <a:gd name="T6" fmla="*/ 8778 w 1130"/>
                  <a:gd name="T7" fmla="*/ 164 h 417"/>
                  <a:gd name="T8" fmla="*/ 8778 w 1130"/>
                  <a:gd name="T9" fmla="*/ 0 h 417"/>
                  <a:gd name="T10" fmla="*/ 1321 w 1130"/>
                  <a:gd name="T11" fmla="*/ 0 h 417"/>
                  <a:gd name="T12" fmla="*/ 0 w 1130"/>
                  <a:gd name="T13" fmla="*/ 1600 h 417"/>
                  <a:gd name="T14" fmla="*/ 8 w 1130"/>
                  <a:gd name="T15" fmla="*/ 1608 h 417"/>
                  <a:gd name="T16" fmla="*/ 660 w 1130"/>
                  <a:gd name="T17" fmla="*/ 1165 h 417"/>
                  <a:gd name="T18" fmla="*/ 909 w 1130"/>
                  <a:gd name="T19" fmla="*/ 1212 h 417"/>
                  <a:gd name="T20" fmla="*/ 824 w 1130"/>
                  <a:gd name="T21" fmla="*/ 1797 h 417"/>
                  <a:gd name="T22" fmla="*/ 941 w 1130"/>
                  <a:gd name="T23" fmla="*/ 2036 h 417"/>
                  <a:gd name="T24" fmla="*/ 1157 w 1130"/>
                  <a:gd name="T25" fmla="*/ 1997 h 417"/>
                  <a:gd name="T26" fmla="*/ 1749 w 1130"/>
                  <a:gd name="T27" fmla="*/ 1553 h 417"/>
                  <a:gd name="T28" fmla="*/ 2196 w 1130"/>
                  <a:gd name="T29" fmla="*/ 1664 h 417"/>
                  <a:gd name="T30" fmla="*/ 2985 w 1130"/>
                  <a:gd name="T31" fmla="*/ 2401 h 417"/>
                  <a:gd name="T32" fmla="*/ 3549 w 1130"/>
                  <a:gd name="T33" fmla="*/ 2432 h 417"/>
                  <a:gd name="T34" fmla="*/ 3216 w 1130"/>
                  <a:gd name="T35" fmla="*/ 2177 h 417"/>
                  <a:gd name="T36" fmla="*/ 2937 w 1130"/>
                  <a:gd name="T37" fmla="*/ 1377 h 417"/>
                  <a:gd name="T38" fmla="*/ 4149 w 1130"/>
                  <a:gd name="T39" fmla="*/ 1149 h 417"/>
                  <a:gd name="T40" fmla="*/ 5260 w 1130"/>
                  <a:gd name="T41" fmla="*/ 1484 h 417"/>
                  <a:gd name="T42" fmla="*/ 5205 w 1130"/>
                  <a:gd name="T43" fmla="*/ 2589 h 417"/>
                  <a:gd name="T44" fmla="*/ 5353 w 1130"/>
                  <a:gd name="T45" fmla="*/ 2813 h 417"/>
                  <a:gd name="T46" fmla="*/ 6161 w 1130"/>
                  <a:gd name="T47" fmla="*/ 3140 h 417"/>
                  <a:gd name="T48" fmla="*/ 8249 w 1130"/>
                  <a:gd name="T49" fmla="*/ 3108 h 417"/>
                  <a:gd name="T50" fmla="*/ 8778 w 1130"/>
                  <a:gd name="T51" fmla="*/ 3241 h 41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30" h="417">
                    <a:moveTo>
                      <a:pt x="1130" y="417"/>
                    </a:moveTo>
                    <a:cubicBezTo>
                      <a:pt x="1130" y="394"/>
                      <a:pt x="1130" y="394"/>
                      <a:pt x="1130" y="394"/>
                    </a:cubicBezTo>
                    <a:cubicBezTo>
                      <a:pt x="1053" y="362"/>
                      <a:pt x="986" y="298"/>
                      <a:pt x="986" y="208"/>
                    </a:cubicBezTo>
                    <a:cubicBezTo>
                      <a:pt x="986" y="116"/>
                      <a:pt x="1048" y="50"/>
                      <a:pt x="1130" y="21"/>
                    </a:cubicBezTo>
                    <a:cubicBezTo>
                      <a:pt x="1130" y="0"/>
                      <a:pt x="1130" y="0"/>
                      <a:pt x="1130" y="0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73" y="19"/>
                      <a:pt x="1" y="103"/>
                      <a:pt x="0" y="206"/>
                    </a:cubicBezTo>
                    <a:cubicBezTo>
                      <a:pt x="0" y="207"/>
                      <a:pt x="1" y="207"/>
                      <a:pt x="1" y="207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117" y="156"/>
                      <a:pt x="117" y="156"/>
                      <a:pt x="117" y="156"/>
                    </a:cubicBezTo>
                    <a:cubicBezTo>
                      <a:pt x="106" y="231"/>
                      <a:pt x="106" y="231"/>
                      <a:pt x="106" y="231"/>
                    </a:cubicBezTo>
                    <a:cubicBezTo>
                      <a:pt x="121" y="262"/>
                      <a:pt x="121" y="262"/>
                      <a:pt x="121" y="262"/>
                    </a:cubicBezTo>
                    <a:cubicBezTo>
                      <a:pt x="149" y="257"/>
                      <a:pt x="149" y="257"/>
                      <a:pt x="149" y="257"/>
                    </a:cubicBezTo>
                    <a:cubicBezTo>
                      <a:pt x="225" y="200"/>
                      <a:pt x="225" y="200"/>
                      <a:pt x="225" y="200"/>
                    </a:cubicBezTo>
                    <a:cubicBezTo>
                      <a:pt x="283" y="214"/>
                      <a:pt x="283" y="214"/>
                      <a:pt x="283" y="214"/>
                    </a:cubicBezTo>
                    <a:cubicBezTo>
                      <a:pt x="283" y="214"/>
                      <a:pt x="333" y="301"/>
                      <a:pt x="384" y="309"/>
                    </a:cubicBezTo>
                    <a:cubicBezTo>
                      <a:pt x="435" y="317"/>
                      <a:pt x="457" y="313"/>
                      <a:pt x="457" y="313"/>
                    </a:cubicBezTo>
                    <a:cubicBezTo>
                      <a:pt x="457" y="313"/>
                      <a:pt x="440" y="294"/>
                      <a:pt x="414" y="280"/>
                    </a:cubicBezTo>
                    <a:cubicBezTo>
                      <a:pt x="388" y="266"/>
                      <a:pt x="340" y="243"/>
                      <a:pt x="378" y="177"/>
                    </a:cubicBezTo>
                    <a:cubicBezTo>
                      <a:pt x="416" y="111"/>
                      <a:pt x="481" y="174"/>
                      <a:pt x="534" y="148"/>
                    </a:cubicBezTo>
                    <a:cubicBezTo>
                      <a:pt x="623" y="105"/>
                      <a:pt x="636" y="182"/>
                      <a:pt x="677" y="191"/>
                    </a:cubicBezTo>
                    <a:cubicBezTo>
                      <a:pt x="734" y="203"/>
                      <a:pt x="768" y="299"/>
                      <a:pt x="670" y="333"/>
                    </a:cubicBezTo>
                    <a:cubicBezTo>
                      <a:pt x="689" y="362"/>
                      <a:pt x="689" y="362"/>
                      <a:pt x="689" y="362"/>
                    </a:cubicBezTo>
                    <a:cubicBezTo>
                      <a:pt x="689" y="362"/>
                      <a:pt x="752" y="405"/>
                      <a:pt x="793" y="404"/>
                    </a:cubicBezTo>
                    <a:cubicBezTo>
                      <a:pt x="834" y="403"/>
                      <a:pt x="1062" y="400"/>
                      <a:pt x="1062" y="400"/>
                    </a:cubicBezTo>
                    <a:lnTo>
                      <a:pt x="1130" y="417"/>
                    </a:lnTo>
                    <a:close/>
                  </a:path>
                </a:pathLst>
              </a:custGeom>
              <a:solidFill>
                <a:srgbClr val="AA3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9" name="Freeform 221">
                <a:extLst>
                  <a:ext uri="{FF2B5EF4-FFF2-40B4-BE49-F238E27FC236}">
                    <a16:creationId xmlns:a16="http://schemas.microsoft.com/office/drawing/2014/main" id="{D811479D-E2D8-4057-B872-BA4F65CEC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651"/>
                <a:ext cx="2234" cy="826"/>
              </a:xfrm>
              <a:custGeom>
                <a:avLst/>
                <a:gdLst>
                  <a:gd name="T0" fmla="*/ 8762 w 1128"/>
                  <a:gd name="T1" fmla="*/ 3241 h 417"/>
                  <a:gd name="T2" fmla="*/ 8762 w 1128"/>
                  <a:gd name="T3" fmla="*/ 3060 h 417"/>
                  <a:gd name="T4" fmla="*/ 7645 w 1128"/>
                  <a:gd name="T5" fmla="*/ 1616 h 417"/>
                  <a:gd name="T6" fmla="*/ 8762 w 1128"/>
                  <a:gd name="T7" fmla="*/ 164 h 417"/>
                  <a:gd name="T8" fmla="*/ 8762 w 1128"/>
                  <a:gd name="T9" fmla="*/ 0 h 417"/>
                  <a:gd name="T10" fmla="*/ 1307 w 1128"/>
                  <a:gd name="T11" fmla="*/ 0 h 417"/>
                  <a:gd name="T12" fmla="*/ 0 w 1128"/>
                  <a:gd name="T13" fmla="*/ 1593 h 417"/>
                  <a:gd name="T14" fmla="*/ 8 w 1128"/>
                  <a:gd name="T15" fmla="*/ 1600 h 417"/>
                  <a:gd name="T16" fmla="*/ 644 w 1128"/>
                  <a:gd name="T17" fmla="*/ 1165 h 417"/>
                  <a:gd name="T18" fmla="*/ 895 w 1128"/>
                  <a:gd name="T19" fmla="*/ 1212 h 417"/>
                  <a:gd name="T20" fmla="*/ 808 w 1128"/>
                  <a:gd name="T21" fmla="*/ 1797 h 417"/>
                  <a:gd name="T22" fmla="*/ 925 w 1128"/>
                  <a:gd name="T23" fmla="*/ 2036 h 417"/>
                  <a:gd name="T24" fmla="*/ 1141 w 1128"/>
                  <a:gd name="T25" fmla="*/ 1997 h 417"/>
                  <a:gd name="T26" fmla="*/ 1733 w 1128"/>
                  <a:gd name="T27" fmla="*/ 1553 h 417"/>
                  <a:gd name="T28" fmla="*/ 2184 w 1128"/>
                  <a:gd name="T29" fmla="*/ 1664 h 417"/>
                  <a:gd name="T30" fmla="*/ 2969 w 1128"/>
                  <a:gd name="T31" fmla="*/ 2401 h 417"/>
                  <a:gd name="T32" fmla="*/ 3533 w 1128"/>
                  <a:gd name="T33" fmla="*/ 2432 h 417"/>
                  <a:gd name="T34" fmla="*/ 3200 w 1128"/>
                  <a:gd name="T35" fmla="*/ 2177 h 417"/>
                  <a:gd name="T36" fmla="*/ 2921 w 1128"/>
                  <a:gd name="T37" fmla="*/ 1377 h 417"/>
                  <a:gd name="T38" fmla="*/ 4133 w 1128"/>
                  <a:gd name="T39" fmla="*/ 1149 h 417"/>
                  <a:gd name="T40" fmla="*/ 5244 w 1128"/>
                  <a:gd name="T41" fmla="*/ 1484 h 417"/>
                  <a:gd name="T42" fmla="*/ 5189 w 1128"/>
                  <a:gd name="T43" fmla="*/ 2589 h 417"/>
                  <a:gd name="T44" fmla="*/ 5337 w 1128"/>
                  <a:gd name="T45" fmla="*/ 2813 h 417"/>
                  <a:gd name="T46" fmla="*/ 6145 w 1128"/>
                  <a:gd name="T47" fmla="*/ 3140 h 417"/>
                  <a:gd name="T48" fmla="*/ 8233 w 1128"/>
                  <a:gd name="T49" fmla="*/ 3108 h 417"/>
                  <a:gd name="T50" fmla="*/ 8762 w 1128"/>
                  <a:gd name="T51" fmla="*/ 3241 h 41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28" h="417">
                    <a:moveTo>
                      <a:pt x="1128" y="417"/>
                    </a:moveTo>
                    <a:cubicBezTo>
                      <a:pt x="1128" y="394"/>
                      <a:pt x="1128" y="394"/>
                      <a:pt x="1128" y="394"/>
                    </a:cubicBezTo>
                    <a:cubicBezTo>
                      <a:pt x="1051" y="362"/>
                      <a:pt x="984" y="298"/>
                      <a:pt x="984" y="208"/>
                    </a:cubicBezTo>
                    <a:cubicBezTo>
                      <a:pt x="984" y="116"/>
                      <a:pt x="1046" y="50"/>
                      <a:pt x="1128" y="21"/>
                    </a:cubicBezTo>
                    <a:cubicBezTo>
                      <a:pt x="1128" y="0"/>
                      <a:pt x="1128" y="0"/>
                      <a:pt x="1128" y="0"/>
                    </a:cubicBezTo>
                    <a:cubicBezTo>
                      <a:pt x="168" y="0"/>
                      <a:pt x="168" y="0"/>
                      <a:pt x="168" y="0"/>
                    </a:cubicBezTo>
                    <a:cubicBezTo>
                      <a:pt x="71" y="19"/>
                      <a:pt x="1" y="102"/>
                      <a:pt x="0" y="205"/>
                    </a:cubicBezTo>
                    <a:cubicBezTo>
                      <a:pt x="0" y="206"/>
                      <a:pt x="1" y="206"/>
                      <a:pt x="1" y="206"/>
                    </a:cubicBezTo>
                    <a:cubicBezTo>
                      <a:pt x="83" y="150"/>
                      <a:pt x="83" y="150"/>
                      <a:pt x="83" y="150"/>
                    </a:cubicBezTo>
                    <a:cubicBezTo>
                      <a:pt x="115" y="156"/>
                      <a:pt x="115" y="156"/>
                      <a:pt x="115" y="156"/>
                    </a:cubicBezTo>
                    <a:cubicBezTo>
                      <a:pt x="104" y="231"/>
                      <a:pt x="104" y="231"/>
                      <a:pt x="104" y="231"/>
                    </a:cubicBezTo>
                    <a:cubicBezTo>
                      <a:pt x="119" y="262"/>
                      <a:pt x="119" y="262"/>
                      <a:pt x="119" y="262"/>
                    </a:cubicBezTo>
                    <a:cubicBezTo>
                      <a:pt x="147" y="257"/>
                      <a:pt x="147" y="257"/>
                      <a:pt x="147" y="257"/>
                    </a:cubicBezTo>
                    <a:cubicBezTo>
                      <a:pt x="223" y="200"/>
                      <a:pt x="223" y="200"/>
                      <a:pt x="223" y="200"/>
                    </a:cubicBezTo>
                    <a:cubicBezTo>
                      <a:pt x="281" y="214"/>
                      <a:pt x="281" y="214"/>
                      <a:pt x="281" y="214"/>
                    </a:cubicBezTo>
                    <a:cubicBezTo>
                      <a:pt x="281" y="214"/>
                      <a:pt x="331" y="301"/>
                      <a:pt x="382" y="309"/>
                    </a:cubicBezTo>
                    <a:cubicBezTo>
                      <a:pt x="433" y="317"/>
                      <a:pt x="455" y="313"/>
                      <a:pt x="455" y="313"/>
                    </a:cubicBezTo>
                    <a:cubicBezTo>
                      <a:pt x="455" y="313"/>
                      <a:pt x="438" y="294"/>
                      <a:pt x="412" y="280"/>
                    </a:cubicBezTo>
                    <a:cubicBezTo>
                      <a:pt x="386" y="266"/>
                      <a:pt x="338" y="243"/>
                      <a:pt x="376" y="177"/>
                    </a:cubicBezTo>
                    <a:cubicBezTo>
                      <a:pt x="414" y="111"/>
                      <a:pt x="479" y="174"/>
                      <a:pt x="532" y="148"/>
                    </a:cubicBezTo>
                    <a:cubicBezTo>
                      <a:pt x="621" y="105"/>
                      <a:pt x="634" y="182"/>
                      <a:pt x="675" y="191"/>
                    </a:cubicBezTo>
                    <a:cubicBezTo>
                      <a:pt x="732" y="203"/>
                      <a:pt x="766" y="299"/>
                      <a:pt x="668" y="333"/>
                    </a:cubicBezTo>
                    <a:cubicBezTo>
                      <a:pt x="687" y="362"/>
                      <a:pt x="687" y="362"/>
                      <a:pt x="687" y="362"/>
                    </a:cubicBezTo>
                    <a:cubicBezTo>
                      <a:pt x="687" y="362"/>
                      <a:pt x="750" y="405"/>
                      <a:pt x="791" y="404"/>
                    </a:cubicBezTo>
                    <a:cubicBezTo>
                      <a:pt x="832" y="403"/>
                      <a:pt x="1060" y="400"/>
                      <a:pt x="1060" y="400"/>
                    </a:cubicBezTo>
                    <a:lnTo>
                      <a:pt x="1128" y="41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0" name="Freeform 222">
                <a:extLst>
                  <a:ext uri="{FF2B5EF4-FFF2-40B4-BE49-F238E27FC236}">
                    <a16:creationId xmlns:a16="http://schemas.microsoft.com/office/drawing/2014/main" id="{C13AB095-E1BC-4459-9C85-D2A20B343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649"/>
                <a:ext cx="2232" cy="410"/>
              </a:xfrm>
              <a:custGeom>
                <a:avLst/>
                <a:gdLst>
                  <a:gd name="T0" fmla="*/ 8754 w 1127"/>
                  <a:gd name="T1" fmla="*/ 172 h 207"/>
                  <a:gd name="T2" fmla="*/ 8746 w 1127"/>
                  <a:gd name="T3" fmla="*/ 0 h 207"/>
                  <a:gd name="T4" fmla="*/ 1291 w 1127"/>
                  <a:gd name="T5" fmla="*/ 0 h 207"/>
                  <a:gd name="T6" fmla="*/ 0 w 1127"/>
                  <a:gd name="T7" fmla="*/ 1600 h 207"/>
                  <a:gd name="T8" fmla="*/ 0 w 1127"/>
                  <a:gd name="T9" fmla="*/ 1608 h 207"/>
                  <a:gd name="T10" fmla="*/ 156 w 1127"/>
                  <a:gd name="T11" fmla="*/ 1236 h 207"/>
                  <a:gd name="T12" fmla="*/ 1353 w 1127"/>
                  <a:gd name="T13" fmla="*/ 604 h 207"/>
                  <a:gd name="T14" fmla="*/ 7900 w 1127"/>
                  <a:gd name="T15" fmla="*/ 769 h 207"/>
                  <a:gd name="T16" fmla="*/ 8754 w 1127"/>
                  <a:gd name="T17" fmla="*/ 172 h 2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7" h="207">
                    <a:moveTo>
                      <a:pt x="1127" y="22"/>
                    </a:moveTo>
                    <a:cubicBezTo>
                      <a:pt x="1126" y="0"/>
                      <a:pt x="1126" y="0"/>
                      <a:pt x="1126" y="0"/>
                    </a:cubicBezTo>
                    <a:cubicBezTo>
                      <a:pt x="166" y="0"/>
                      <a:pt x="166" y="0"/>
                      <a:pt x="166" y="0"/>
                    </a:cubicBezTo>
                    <a:cubicBezTo>
                      <a:pt x="69" y="19"/>
                      <a:pt x="0" y="103"/>
                      <a:pt x="0" y="206"/>
                    </a:cubicBezTo>
                    <a:cubicBezTo>
                      <a:pt x="0" y="206"/>
                      <a:pt x="0" y="207"/>
                      <a:pt x="0" y="207"/>
                    </a:cubicBezTo>
                    <a:cubicBezTo>
                      <a:pt x="20" y="159"/>
                      <a:pt x="20" y="159"/>
                      <a:pt x="20" y="159"/>
                    </a:cubicBezTo>
                    <a:cubicBezTo>
                      <a:pt x="50" y="123"/>
                      <a:pt x="94" y="91"/>
                      <a:pt x="174" y="78"/>
                    </a:cubicBezTo>
                    <a:cubicBezTo>
                      <a:pt x="174" y="78"/>
                      <a:pt x="875" y="20"/>
                      <a:pt x="1017" y="99"/>
                    </a:cubicBezTo>
                    <a:cubicBezTo>
                      <a:pt x="1017" y="99"/>
                      <a:pt x="1049" y="47"/>
                      <a:pt x="1127" y="22"/>
                    </a:cubicBezTo>
                    <a:close/>
                  </a:path>
                </a:pathLst>
              </a:custGeom>
              <a:solidFill>
                <a:srgbClr val="932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1" name="Freeform 223">
                <a:extLst>
                  <a:ext uri="{FF2B5EF4-FFF2-40B4-BE49-F238E27FC236}">
                    <a16:creationId xmlns:a16="http://schemas.microsoft.com/office/drawing/2014/main" id="{E0711FB2-AC2F-4F93-A5E3-07FC282D8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310"/>
                <a:ext cx="911" cy="170"/>
              </a:xfrm>
              <a:custGeom>
                <a:avLst/>
                <a:gdLst>
                  <a:gd name="T0" fmla="*/ 0 w 460"/>
                  <a:gd name="T1" fmla="*/ 0 h 86"/>
                  <a:gd name="T2" fmla="*/ 24 w 460"/>
                  <a:gd name="T3" fmla="*/ 239 h 86"/>
                  <a:gd name="T4" fmla="*/ 1444 w 460"/>
                  <a:gd name="T5" fmla="*/ 656 h 86"/>
                  <a:gd name="T6" fmla="*/ 3573 w 460"/>
                  <a:gd name="T7" fmla="*/ 656 h 86"/>
                  <a:gd name="T8" fmla="*/ 3573 w 460"/>
                  <a:gd name="T9" fmla="*/ 472 h 86"/>
                  <a:gd name="T10" fmla="*/ 1460 w 460"/>
                  <a:gd name="T11" fmla="*/ 465 h 86"/>
                  <a:gd name="T12" fmla="*/ 0 w 460"/>
                  <a:gd name="T13" fmla="*/ 0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0" h="86">
                    <a:moveTo>
                      <a:pt x="0" y="0"/>
                    </a:move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40" y="86"/>
                      <a:pt x="186" y="85"/>
                    </a:cubicBezTo>
                    <a:cubicBezTo>
                      <a:pt x="332" y="84"/>
                      <a:pt x="460" y="85"/>
                      <a:pt x="460" y="85"/>
                    </a:cubicBezTo>
                    <a:cubicBezTo>
                      <a:pt x="460" y="61"/>
                      <a:pt x="460" y="61"/>
                      <a:pt x="460" y="61"/>
                    </a:cubicBezTo>
                    <a:cubicBezTo>
                      <a:pt x="188" y="60"/>
                      <a:pt x="188" y="60"/>
                      <a:pt x="188" y="60"/>
                    </a:cubicBezTo>
                    <a:cubicBezTo>
                      <a:pt x="188" y="60"/>
                      <a:pt x="49" y="67"/>
                      <a:pt x="0" y="0"/>
                    </a:cubicBezTo>
                    <a:close/>
                  </a:path>
                </a:pathLst>
              </a:custGeom>
              <a:solidFill>
                <a:srgbClr val="BC5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2" name="Freeform 224">
                <a:extLst>
                  <a:ext uri="{FF2B5EF4-FFF2-40B4-BE49-F238E27FC236}">
                    <a16:creationId xmlns:a16="http://schemas.microsoft.com/office/drawing/2014/main" id="{6C9D9347-120F-4C76-9ADA-18DD676F0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310"/>
                <a:ext cx="913" cy="170"/>
              </a:xfrm>
              <a:custGeom>
                <a:avLst/>
                <a:gdLst>
                  <a:gd name="T0" fmla="*/ 0 w 461"/>
                  <a:gd name="T1" fmla="*/ 0 h 86"/>
                  <a:gd name="T2" fmla="*/ 24 w 461"/>
                  <a:gd name="T3" fmla="*/ 239 h 86"/>
                  <a:gd name="T4" fmla="*/ 1444 w 461"/>
                  <a:gd name="T5" fmla="*/ 656 h 86"/>
                  <a:gd name="T6" fmla="*/ 3581 w 461"/>
                  <a:gd name="T7" fmla="*/ 656 h 86"/>
                  <a:gd name="T8" fmla="*/ 3581 w 461"/>
                  <a:gd name="T9" fmla="*/ 472 h 86"/>
                  <a:gd name="T10" fmla="*/ 1468 w 461"/>
                  <a:gd name="T11" fmla="*/ 465 h 86"/>
                  <a:gd name="T12" fmla="*/ 0 w 461"/>
                  <a:gd name="T13" fmla="*/ 0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1" h="86">
                    <a:moveTo>
                      <a:pt x="0" y="0"/>
                    </a:move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40" y="86"/>
                      <a:pt x="186" y="85"/>
                    </a:cubicBezTo>
                    <a:cubicBezTo>
                      <a:pt x="332" y="84"/>
                      <a:pt x="461" y="85"/>
                      <a:pt x="461" y="85"/>
                    </a:cubicBezTo>
                    <a:cubicBezTo>
                      <a:pt x="461" y="61"/>
                      <a:pt x="461" y="61"/>
                      <a:pt x="461" y="61"/>
                    </a:cubicBezTo>
                    <a:cubicBezTo>
                      <a:pt x="189" y="60"/>
                      <a:pt x="189" y="60"/>
                      <a:pt x="189" y="60"/>
                    </a:cubicBezTo>
                    <a:cubicBezTo>
                      <a:pt x="189" y="60"/>
                      <a:pt x="49" y="67"/>
                      <a:pt x="0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3" name="Freeform 225">
                <a:extLst>
                  <a:ext uri="{FF2B5EF4-FFF2-40B4-BE49-F238E27FC236}">
                    <a16:creationId xmlns:a16="http://schemas.microsoft.com/office/drawing/2014/main" id="{2D2B0090-7FE7-4826-83A1-8B84F5C3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651"/>
                <a:ext cx="2247" cy="554"/>
              </a:xfrm>
              <a:custGeom>
                <a:avLst/>
                <a:gdLst>
                  <a:gd name="T0" fmla="*/ 8806 w 1135"/>
                  <a:gd name="T1" fmla="*/ 0 h 280"/>
                  <a:gd name="T2" fmla="*/ 1356 w 1135"/>
                  <a:gd name="T3" fmla="*/ 0 h 280"/>
                  <a:gd name="T4" fmla="*/ 32 w 1135"/>
                  <a:gd name="T5" fmla="*/ 1480 h 280"/>
                  <a:gd name="T6" fmla="*/ 232 w 1135"/>
                  <a:gd name="T7" fmla="*/ 1605 h 280"/>
                  <a:gd name="T8" fmla="*/ 871 w 1135"/>
                  <a:gd name="T9" fmla="*/ 1347 h 280"/>
                  <a:gd name="T10" fmla="*/ 925 w 1135"/>
                  <a:gd name="T11" fmla="*/ 2083 h 280"/>
                  <a:gd name="T12" fmla="*/ 1435 w 1135"/>
                  <a:gd name="T13" fmla="*/ 1860 h 280"/>
                  <a:gd name="T14" fmla="*/ 2203 w 1135"/>
                  <a:gd name="T15" fmla="*/ 1765 h 280"/>
                  <a:gd name="T16" fmla="*/ 2241 w 1135"/>
                  <a:gd name="T17" fmla="*/ 1573 h 280"/>
                  <a:gd name="T18" fmla="*/ 1568 w 1135"/>
                  <a:gd name="T19" fmla="*/ 1573 h 280"/>
                  <a:gd name="T20" fmla="*/ 968 w 1135"/>
                  <a:gd name="T21" fmla="*/ 1876 h 280"/>
                  <a:gd name="T22" fmla="*/ 948 w 1135"/>
                  <a:gd name="T23" fmla="*/ 1061 h 280"/>
                  <a:gd name="T24" fmla="*/ 333 w 1135"/>
                  <a:gd name="T25" fmla="*/ 1308 h 280"/>
                  <a:gd name="T26" fmla="*/ 172 w 1135"/>
                  <a:gd name="T27" fmla="*/ 1217 h 280"/>
                  <a:gd name="T28" fmla="*/ 1364 w 1135"/>
                  <a:gd name="T29" fmla="*/ 172 h 280"/>
                  <a:gd name="T30" fmla="*/ 8806 w 1135"/>
                  <a:gd name="T31" fmla="*/ 172 h 280"/>
                  <a:gd name="T32" fmla="*/ 8806 w 1135"/>
                  <a:gd name="T33" fmla="*/ 0 h 2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35" h="280">
                    <a:moveTo>
                      <a:pt x="1135" y="0"/>
                    </a:moveTo>
                    <a:cubicBezTo>
                      <a:pt x="175" y="0"/>
                      <a:pt x="175" y="0"/>
                      <a:pt x="175" y="0"/>
                    </a:cubicBezTo>
                    <a:cubicBezTo>
                      <a:pt x="83" y="18"/>
                      <a:pt x="12" y="95"/>
                      <a:pt x="4" y="191"/>
                    </a:cubicBezTo>
                    <a:cubicBezTo>
                      <a:pt x="4" y="191"/>
                      <a:pt x="0" y="238"/>
                      <a:pt x="30" y="207"/>
                    </a:cubicBezTo>
                    <a:cubicBezTo>
                      <a:pt x="59" y="175"/>
                      <a:pt x="114" y="133"/>
                      <a:pt x="112" y="174"/>
                    </a:cubicBezTo>
                    <a:cubicBezTo>
                      <a:pt x="110" y="215"/>
                      <a:pt x="88" y="257"/>
                      <a:pt x="119" y="269"/>
                    </a:cubicBezTo>
                    <a:cubicBezTo>
                      <a:pt x="150" y="280"/>
                      <a:pt x="165" y="260"/>
                      <a:pt x="185" y="240"/>
                    </a:cubicBezTo>
                    <a:cubicBezTo>
                      <a:pt x="204" y="221"/>
                      <a:pt x="254" y="190"/>
                      <a:pt x="284" y="228"/>
                    </a:cubicBezTo>
                    <a:cubicBezTo>
                      <a:pt x="289" y="203"/>
                      <a:pt x="289" y="203"/>
                      <a:pt x="289" y="203"/>
                    </a:cubicBezTo>
                    <a:cubicBezTo>
                      <a:pt x="289" y="203"/>
                      <a:pt x="249" y="170"/>
                      <a:pt x="202" y="203"/>
                    </a:cubicBezTo>
                    <a:cubicBezTo>
                      <a:pt x="155" y="236"/>
                      <a:pt x="146" y="255"/>
                      <a:pt x="125" y="242"/>
                    </a:cubicBezTo>
                    <a:cubicBezTo>
                      <a:pt x="104" y="229"/>
                      <a:pt x="152" y="152"/>
                      <a:pt x="122" y="137"/>
                    </a:cubicBezTo>
                    <a:cubicBezTo>
                      <a:pt x="92" y="122"/>
                      <a:pt x="56" y="158"/>
                      <a:pt x="43" y="169"/>
                    </a:cubicBezTo>
                    <a:cubicBezTo>
                      <a:pt x="30" y="180"/>
                      <a:pt x="7" y="206"/>
                      <a:pt x="22" y="157"/>
                    </a:cubicBezTo>
                    <a:cubicBezTo>
                      <a:pt x="37" y="108"/>
                      <a:pt x="108" y="23"/>
                      <a:pt x="176" y="22"/>
                    </a:cubicBezTo>
                    <a:cubicBezTo>
                      <a:pt x="1135" y="22"/>
                      <a:pt x="1135" y="22"/>
                      <a:pt x="1135" y="22"/>
                    </a:cubicBezTo>
                    <a:lnTo>
                      <a:pt x="1135" y="0"/>
                    </a:lnTo>
                    <a:close/>
                  </a:path>
                </a:pathLst>
              </a:custGeom>
              <a:solidFill>
                <a:srgbClr val="D4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4" name="Freeform 226">
                <a:extLst>
                  <a:ext uri="{FF2B5EF4-FFF2-40B4-BE49-F238E27FC236}">
                    <a16:creationId xmlns:a16="http://schemas.microsoft.com/office/drawing/2014/main" id="{0F9240D7-3618-4CC1-A446-79CE17A80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649"/>
                <a:ext cx="1903" cy="43"/>
              </a:xfrm>
              <a:custGeom>
                <a:avLst/>
                <a:gdLst>
                  <a:gd name="T0" fmla="*/ 2 w 1903"/>
                  <a:gd name="T1" fmla="*/ 43 h 43"/>
                  <a:gd name="T2" fmla="*/ 1903 w 1903"/>
                  <a:gd name="T3" fmla="*/ 43 h 43"/>
                  <a:gd name="T4" fmla="*/ 1901 w 1903"/>
                  <a:gd name="T5" fmla="*/ 0 h 43"/>
                  <a:gd name="T6" fmla="*/ 0 w 1903"/>
                  <a:gd name="T7" fmla="*/ 0 h 43"/>
                  <a:gd name="T8" fmla="*/ 2 w 1903"/>
                  <a:gd name="T9" fmla="*/ 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03" h="43">
                    <a:moveTo>
                      <a:pt x="2" y="43"/>
                    </a:moveTo>
                    <a:lnTo>
                      <a:pt x="1903" y="43"/>
                    </a:lnTo>
                    <a:lnTo>
                      <a:pt x="1901" y="0"/>
                    </a:lnTo>
                    <a:lnTo>
                      <a:pt x="0" y="0"/>
                    </a:lnTo>
                    <a:lnTo>
                      <a:pt x="2" y="43"/>
                    </a:lnTo>
                    <a:close/>
                  </a:path>
                </a:pathLst>
              </a:custGeom>
              <a:solidFill>
                <a:srgbClr val="B64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5" name="Freeform 227">
                <a:extLst>
                  <a:ext uri="{FF2B5EF4-FFF2-40B4-BE49-F238E27FC236}">
                    <a16:creationId xmlns:a16="http://schemas.microsoft.com/office/drawing/2014/main" id="{0FEC52D0-CEA3-47EE-9871-51E93FDA9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651"/>
                <a:ext cx="1903" cy="43"/>
              </a:xfrm>
              <a:custGeom>
                <a:avLst/>
                <a:gdLst>
                  <a:gd name="T0" fmla="*/ 2 w 1903"/>
                  <a:gd name="T1" fmla="*/ 43 h 43"/>
                  <a:gd name="T2" fmla="*/ 1903 w 1903"/>
                  <a:gd name="T3" fmla="*/ 43 h 43"/>
                  <a:gd name="T4" fmla="*/ 1901 w 1903"/>
                  <a:gd name="T5" fmla="*/ 0 h 43"/>
                  <a:gd name="T6" fmla="*/ 0 w 1903"/>
                  <a:gd name="T7" fmla="*/ 0 h 43"/>
                  <a:gd name="T8" fmla="*/ 2 w 1903"/>
                  <a:gd name="T9" fmla="*/ 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03" h="43">
                    <a:moveTo>
                      <a:pt x="2" y="43"/>
                    </a:moveTo>
                    <a:lnTo>
                      <a:pt x="1903" y="43"/>
                    </a:lnTo>
                    <a:lnTo>
                      <a:pt x="1901" y="0"/>
                    </a:lnTo>
                    <a:lnTo>
                      <a:pt x="0" y="0"/>
                    </a:lnTo>
                    <a:lnTo>
                      <a:pt x="2" y="4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6" name="Freeform 228">
                <a:extLst>
                  <a:ext uri="{FF2B5EF4-FFF2-40B4-BE49-F238E27FC236}">
                    <a16:creationId xmlns:a16="http://schemas.microsoft.com/office/drawing/2014/main" id="{F07DD395-7895-411C-A036-1EC92B6A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053"/>
                <a:ext cx="352" cy="273"/>
              </a:xfrm>
              <a:custGeom>
                <a:avLst/>
                <a:gdLst>
                  <a:gd name="T0" fmla="*/ 40 w 178"/>
                  <a:gd name="T1" fmla="*/ 0 h 138"/>
                  <a:gd name="T2" fmla="*/ 0 w 178"/>
                  <a:gd name="T3" fmla="*/ 192 h 138"/>
                  <a:gd name="T4" fmla="*/ 1376 w 178"/>
                  <a:gd name="T5" fmla="*/ 1021 h 138"/>
                  <a:gd name="T6" fmla="*/ 1376 w 178"/>
                  <a:gd name="T7" fmla="*/ 853 h 138"/>
                  <a:gd name="T8" fmla="*/ 40 w 178"/>
                  <a:gd name="T9" fmla="*/ 0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138">
                    <a:moveTo>
                      <a:pt x="5" y="0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56" y="138"/>
                      <a:pt x="178" y="132"/>
                    </a:cubicBezTo>
                    <a:cubicBezTo>
                      <a:pt x="178" y="110"/>
                      <a:pt x="178" y="110"/>
                      <a:pt x="178" y="110"/>
                    </a:cubicBezTo>
                    <a:cubicBezTo>
                      <a:pt x="178" y="110"/>
                      <a:pt x="70" y="123"/>
                      <a:pt x="5" y="0"/>
                    </a:cubicBezTo>
                    <a:close/>
                  </a:path>
                </a:pathLst>
              </a:custGeom>
              <a:solidFill>
                <a:srgbClr val="BC5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7" name="Freeform 229">
                <a:extLst>
                  <a:ext uri="{FF2B5EF4-FFF2-40B4-BE49-F238E27FC236}">
                    <a16:creationId xmlns:a16="http://schemas.microsoft.com/office/drawing/2014/main" id="{FE1AB8E0-870F-467D-8FE3-B46FED8AE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053"/>
                <a:ext cx="352" cy="273"/>
              </a:xfrm>
              <a:custGeom>
                <a:avLst/>
                <a:gdLst>
                  <a:gd name="T0" fmla="*/ 40 w 178"/>
                  <a:gd name="T1" fmla="*/ 0 h 138"/>
                  <a:gd name="T2" fmla="*/ 0 w 178"/>
                  <a:gd name="T3" fmla="*/ 192 h 138"/>
                  <a:gd name="T4" fmla="*/ 1376 w 178"/>
                  <a:gd name="T5" fmla="*/ 1021 h 138"/>
                  <a:gd name="T6" fmla="*/ 1376 w 178"/>
                  <a:gd name="T7" fmla="*/ 853 h 138"/>
                  <a:gd name="T8" fmla="*/ 40 w 178"/>
                  <a:gd name="T9" fmla="*/ 0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138">
                    <a:moveTo>
                      <a:pt x="5" y="0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56" y="138"/>
                      <a:pt x="178" y="132"/>
                    </a:cubicBezTo>
                    <a:cubicBezTo>
                      <a:pt x="178" y="110"/>
                      <a:pt x="178" y="110"/>
                      <a:pt x="178" y="110"/>
                    </a:cubicBezTo>
                    <a:cubicBezTo>
                      <a:pt x="178" y="110"/>
                      <a:pt x="70" y="123"/>
                      <a:pt x="5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8" name="Freeform 230">
                <a:extLst>
                  <a:ext uri="{FF2B5EF4-FFF2-40B4-BE49-F238E27FC236}">
                    <a16:creationId xmlns:a16="http://schemas.microsoft.com/office/drawing/2014/main" id="{D779B34E-EBF0-4CF1-B1C8-80A099751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498"/>
                <a:ext cx="2390" cy="1129"/>
              </a:xfrm>
              <a:custGeom>
                <a:avLst/>
                <a:gdLst>
                  <a:gd name="T0" fmla="*/ 9370 w 1207"/>
                  <a:gd name="T1" fmla="*/ 592 h 570"/>
                  <a:gd name="T2" fmla="*/ 9370 w 1207"/>
                  <a:gd name="T3" fmla="*/ 0 h 570"/>
                  <a:gd name="T4" fmla="*/ 1909 w 1207"/>
                  <a:gd name="T5" fmla="*/ 0 h 570"/>
                  <a:gd name="T6" fmla="*/ 0 w 1207"/>
                  <a:gd name="T7" fmla="*/ 2216 h 570"/>
                  <a:gd name="T8" fmla="*/ 1909 w 1207"/>
                  <a:gd name="T9" fmla="*/ 4429 h 570"/>
                  <a:gd name="T10" fmla="*/ 9370 w 1207"/>
                  <a:gd name="T11" fmla="*/ 4429 h 570"/>
                  <a:gd name="T12" fmla="*/ 9370 w 1207"/>
                  <a:gd name="T13" fmla="*/ 3837 h 5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7" h="570">
                    <a:moveTo>
                      <a:pt x="1207" y="76"/>
                    </a:moveTo>
                    <a:cubicBezTo>
                      <a:pt x="1207" y="0"/>
                      <a:pt x="1207" y="0"/>
                      <a:pt x="1207" y="0"/>
                    </a:cubicBezTo>
                    <a:cubicBezTo>
                      <a:pt x="246" y="0"/>
                      <a:pt x="246" y="0"/>
                      <a:pt x="246" y="0"/>
                    </a:cubicBezTo>
                    <a:cubicBezTo>
                      <a:pt x="107" y="20"/>
                      <a:pt x="0" y="140"/>
                      <a:pt x="0" y="285"/>
                    </a:cubicBezTo>
                    <a:cubicBezTo>
                      <a:pt x="0" y="430"/>
                      <a:pt x="107" y="550"/>
                      <a:pt x="246" y="570"/>
                    </a:cubicBezTo>
                    <a:cubicBezTo>
                      <a:pt x="1207" y="570"/>
                      <a:pt x="1207" y="570"/>
                      <a:pt x="1207" y="570"/>
                    </a:cubicBezTo>
                    <a:cubicBezTo>
                      <a:pt x="1207" y="494"/>
                      <a:pt x="1207" y="494"/>
                      <a:pt x="1207" y="494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9" name="Freeform 231">
                <a:extLst>
                  <a:ext uri="{FF2B5EF4-FFF2-40B4-BE49-F238E27FC236}">
                    <a16:creationId xmlns:a16="http://schemas.microsoft.com/office/drawing/2014/main" id="{48C8BC44-BC0C-4F0A-985E-58118452A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926"/>
                <a:ext cx="127" cy="143"/>
              </a:xfrm>
              <a:custGeom>
                <a:avLst/>
                <a:gdLst>
                  <a:gd name="T0" fmla="*/ 0 w 64"/>
                  <a:gd name="T1" fmla="*/ 0 h 72"/>
                  <a:gd name="T2" fmla="*/ 500 w 64"/>
                  <a:gd name="T3" fmla="*/ 564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72">
                    <a:moveTo>
                      <a:pt x="0" y="0"/>
                    </a:moveTo>
                    <a:cubicBezTo>
                      <a:pt x="0" y="0"/>
                      <a:pt x="33" y="26"/>
                      <a:pt x="64" y="72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0" name="Freeform 232">
                <a:extLst>
                  <a:ext uri="{FF2B5EF4-FFF2-40B4-BE49-F238E27FC236}">
                    <a16:creationId xmlns:a16="http://schemas.microsoft.com/office/drawing/2014/main" id="{3B282D2B-9549-41EB-BD85-F3672B69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956"/>
                <a:ext cx="133" cy="182"/>
              </a:xfrm>
              <a:custGeom>
                <a:avLst/>
                <a:gdLst>
                  <a:gd name="T0" fmla="*/ 127 w 67"/>
                  <a:gd name="T1" fmla="*/ 0 h 92"/>
                  <a:gd name="T2" fmla="*/ 119 w 67"/>
                  <a:gd name="T3" fmla="*/ 172 h 92"/>
                  <a:gd name="T4" fmla="*/ 87 w 67"/>
                  <a:gd name="T5" fmla="*/ 332 h 92"/>
                  <a:gd name="T6" fmla="*/ 71 w 67"/>
                  <a:gd name="T7" fmla="*/ 627 h 92"/>
                  <a:gd name="T8" fmla="*/ 328 w 67"/>
                  <a:gd name="T9" fmla="*/ 520 h 92"/>
                  <a:gd name="T10" fmla="*/ 437 w 67"/>
                  <a:gd name="T11" fmla="*/ 332 h 92"/>
                  <a:gd name="T12" fmla="*/ 133 w 67"/>
                  <a:gd name="T13" fmla="*/ 8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92">
                    <a:moveTo>
                      <a:pt x="16" y="0"/>
                    </a:moveTo>
                    <a:cubicBezTo>
                      <a:pt x="15" y="6"/>
                      <a:pt x="16" y="15"/>
                      <a:pt x="15" y="22"/>
                    </a:cubicBezTo>
                    <a:cubicBezTo>
                      <a:pt x="14" y="29"/>
                      <a:pt x="13" y="36"/>
                      <a:pt x="11" y="43"/>
                    </a:cubicBezTo>
                    <a:cubicBezTo>
                      <a:pt x="8" y="53"/>
                      <a:pt x="0" y="72"/>
                      <a:pt x="9" y="81"/>
                    </a:cubicBezTo>
                    <a:cubicBezTo>
                      <a:pt x="20" y="92"/>
                      <a:pt x="33" y="72"/>
                      <a:pt x="42" y="67"/>
                    </a:cubicBezTo>
                    <a:cubicBezTo>
                      <a:pt x="57" y="59"/>
                      <a:pt x="67" y="62"/>
                      <a:pt x="56" y="43"/>
                    </a:cubicBezTo>
                    <a:cubicBezTo>
                      <a:pt x="45" y="26"/>
                      <a:pt x="29" y="17"/>
                      <a:pt x="17" y="1"/>
                    </a:cubicBezTo>
                  </a:path>
                </a:pathLst>
              </a:custGeom>
              <a:solidFill>
                <a:srgbClr val="B24A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1" name="Freeform 233">
                <a:extLst>
                  <a:ext uri="{FF2B5EF4-FFF2-40B4-BE49-F238E27FC236}">
                    <a16:creationId xmlns:a16="http://schemas.microsoft.com/office/drawing/2014/main" id="{ED0C8669-9FFD-4F9E-AABC-10F1B16D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950"/>
                <a:ext cx="93" cy="160"/>
              </a:xfrm>
              <a:custGeom>
                <a:avLst/>
                <a:gdLst>
                  <a:gd name="T0" fmla="*/ 0 w 47"/>
                  <a:gd name="T1" fmla="*/ 0 h 81"/>
                  <a:gd name="T2" fmla="*/ 180 w 47"/>
                  <a:gd name="T3" fmla="*/ 200 h 81"/>
                  <a:gd name="T4" fmla="*/ 364 w 47"/>
                  <a:gd name="T5" fmla="*/ 464 h 81"/>
                  <a:gd name="T6" fmla="*/ 172 w 47"/>
                  <a:gd name="T7" fmla="*/ 600 h 81"/>
                  <a:gd name="T8" fmla="*/ 172 w 47"/>
                  <a:gd name="T9" fmla="*/ 608 h 81"/>
                  <a:gd name="T10" fmla="*/ 125 w 47"/>
                  <a:gd name="T11" fmla="*/ 624 h 81"/>
                  <a:gd name="T12" fmla="*/ 172 w 47"/>
                  <a:gd name="T13" fmla="*/ 316 h 81"/>
                  <a:gd name="T14" fmla="*/ 16 w 47"/>
                  <a:gd name="T15" fmla="*/ 24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81">
                    <a:moveTo>
                      <a:pt x="0" y="0"/>
                    </a:moveTo>
                    <a:cubicBezTo>
                      <a:pt x="8" y="8"/>
                      <a:pt x="15" y="17"/>
                      <a:pt x="23" y="26"/>
                    </a:cubicBezTo>
                    <a:cubicBezTo>
                      <a:pt x="31" y="36"/>
                      <a:pt x="41" y="49"/>
                      <a:pt x="47" y="60"/>
                    </a:cubicBezTo>
                    <a:cubicBezTo>
                      <a:pt x="37" y="63"/>
                      <a:pt x="31" y="75"/>
                      <a:pt x="22" y="78"/>
                    </a:cubicBezTo>
                    <a:cubicBezTo>
                      <a:pt x="22" y="78"/>
                      <a:pt x="22" y="79"/>
                      <a:pt x="22" y="79"/>
                    </a:cubicBezTo>
                    <a:cubicBezTo>
                      <a:pt x="20" y="80"/>
                      <a:pt x="18" y="81"/>
                      <a:pt x="16" y="81"/>
                    </a:cubicBezTo>
                    <a:cubicBezTo>
                      <a:pt x="26" y="68"/>
                      <a:pt x="28" y="56"/>
                      <a:pt x="22" y="41"/>
                    </a:cubicBezTo>
                    <a:cubicBezTo>
                      <a:pt x="16" y="29"/>
                      <a:pt x="10" y="14"/>
                      <a:pt x="2" y="3"/>
                    </a:cubicBezTo>
                  </a:path>
                </a:pathLst>
              </a:custGeom>
              <a:solidFill>
                <a:srgbClr val="C15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2" name="Freeform 234">
                <a:extLst>
                  <a:ext uri="{FF2B5EF4-FFF2-40B4-BE49-F238E27FC236}">
                    <a16:creationId xmlns:a16="http://schemas.microsoft.com/office/drawing/2014/main" id="{29B0F0E7-74CA-441B-A7DC-67C84BF69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973"/>
                <a:ext cx="142" cy="105"/>
              </a:xfrm>
              <a:custGeom>
                <a:avLst/>
                <a:gdLst>
                  <a:gd name="T0" fmla="*/ 0 w 72"/>
                  <a:gd name="T1" fmla="*/ 0 h 53"/>
                  <a:gd name="T2" fmla="*/ 144 w 72"/>
                  <a:gd name="T3" fmla="*/ 133 h 53"/>
                  <a:gd name="T4" fmla="*/ 308 w 72"/>
                  <a:gd name="T5" fmla="*/ 180 h 53"/>
                  <a:gd name="T6" fmla="*/ 460 w 72"/>
                  <a:gd name="T7" fmla="*/ 263 h 53"/>
                  <a:gd name="T8" fmla="*/ 552 w 72"/>
                  <a:gd name="T9" fmla="*/ 412 h 53"/>
                  <a:gd name="T10" fmla="*/ 444 w 72"/>
                  <a:gd name="T11" fmla="*/ 208 h 53"/>
                  <a:gd name="T12" fmla="*/ 284 w 72"/>
                  <a:gd name="T13" fmla="*/ 133 h 53"/>
                  <a:gd name="T14" fmla="*/ 16 w 72"/>
                  <a:gd name="T15" fmla="*/ 8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" h="53">
                    <a:moveTo>
                      <a:pt x="0" y="0"/>
                    </a:moveTo>
                    <a:cubicBezTo>
                      <a:pt x="5" y="6"/>
                      <a:pt x="11" y="13"/>
                      <a:pt x="19" y="17"/>
                    </a:cubicBezTo>
                    <a:cubicBezTo>
                      <a:pt x="25" y="20"/>
                      <a:pt x="33" y="20"/>
                      <a:pt x="40" y="23"/>
                    </a:cubicBezTo>
                    <a:cubicBezTo>
                      <a:pt x="47" y="26"/>
                      <a:pt x="54" y="29"/>
                      <a:pt x="60" y="34"/>
                    </a:cubicBezTo>
                    <a:cubicBezTo>
                      <a:pt x="65" y="39"/>
                      <a:pt x="68" y="47"/>
                      <a:pt x="72" y="53"/>
                    </a:cubicBezTo>
                    <a:cubicBezTo>
                      <a:pt x="68" y="45"/>
                      <a:pt x="65" y="33"/>
                      <a:pt x="58" y="27"/>
                    </a:cubicBezTo>
                    <a:cubicBezTo>
                      <a:pt x="52" y="22"/>
                      <a:pt x="44" y="19"/>
                      <a:pt x="37" y="17"/>
                    </a:cubicBezTo>
                    <a:cubicBezTo>
                      <a:pt x="23" y="14"/>
                      <a:pt x="12" y="8"/>
                      <a:pt x="2" y="1"/>
                    </a:cubicBezTo>
                  </a:path>
                </a:pathLst>
              </a:custGeom>
              <a:solidFill>
                <a:srgbClr val="E58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3" name="Freeform 235">
                <a:extLst>
                  <a:ext uri="{FF2B5EF4-FFF2-40B4-BE49-F238E27FC236}">
                    <a16:creationId xmlns:a16="http://schemas.microsoft.com/office/drawing/2014/main" id="{85A660E2-BA74-4DB3-A39D-28D7D584D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498"/>
                <a:ext cx="489" cy="1129"/>
              </a:xfrm>
              <a:custGeom>
                <a:avLst/>
                <a:gdLst>
                  <a:gd name="T0" fmla="*/ 0 w 247"/>
                  <a:gd name="T1" fmla="*/ 2216 h 570"/>
                  <a:gd name="T2" fmla="*/ 1916 w 247"/>
                  <a:gd name="T3" fmla="*/ 4429 h 570"/>
                  <a:gd name="T4" fmla="*/ 1916 w 247"/>
                  <a:gd name="T5" fmla="*/ 4280 h 570"/>
                  <a:gd name="T6" fmla="*/ 133 w 247"/>
                  <a:gd name="T7" fmla="*/ 2216 h 570"/>
                  <a:gd name="T8" fmla="*/ 1916 w 247"/>
                  <a:gd name="T9" fmla="*/ 156 h 570"/>
                  <a:gd name="T10" fmla="*/ 1916 w 247"/>
                  <a:gd name="T11" fmla="*/ 0 h 570"/>
                  <a:gd name="T12" fmla="*/ 0 w 247"/>
                  <a:gd name="T13" fmla="*/ 2216 h 5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570">
                    <a:moveTo>
                      <a:pt x="0" y="285"/>
                    </a:moveTo>
                    <a:cubicBezTo>
                      <a:pt x="0" y="430"/>
                      <a:pt x="107" y="550"/>
                      <a:pt x="247" y="570"/>
                    </a:cubicBezTo>
                    <a:cubicBezTo>
                      <a:pt x="247" y="551"/>
                      <a:pt x="247" y="551"/>
                      <a:pt x="247" y="551"/>
                    </a:cubicBezTo>
                    <a:cubicBezTo>
                      <a:pt x="117" y="532"/>
                      <a:pt x="17" y="420"/>
                      <a:pt x="17" y="285"/>
                    </a:cubicBezTo>
                    <a:cubicBezTo>
                      <a:pt x="17" y="150"/>
                      <a:pt x="117" y="39"/>
                      <a:pt x="247" y="20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07" y="20"/>
                      <a:pt x="0" y="140"/>
                      <a:pt x="0" y="285"/>
                    </a:cubicBezTo>
                    <a:close/>
                  </a:path>
                </a:pathLst>
              </a:custGeom>
              <a:solidFill>
                <a:srgbClr val="F19C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4" name="Freeform 236">
                <a:extLst>
                  <a:ext uri="{FF2B5EF4-FFF2-40B4-BE49-F238E27FC236}">
                    <a16:creationId xmlns:a16="http://schemas.microsoft.com/office/drawing/2014/main" id="{32CD8C66-71BA-40EB-A0DF-09F8768D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498"/>
                <a:ext cx="489" cy="1129"/>
              </a:xfrm>
              <a:custGeom>
                <a:avLst/>
                <a:gdLst>
                  <a:gd name="T0" fmla="*/ 0 w 247"/>
                  <a:gd name="T1" fmla="*/ 2216 h 570"/>
                  <a:gd name="T2" fmla="*/ 1916 w 247"/>
                  <a:gd name="T3" fmla="*/ 4429 h 570"/>
                  <a:gd name="T4" fmla="*/ 1916 w 247"/>
                  <a:gd name="T5" fmla="*/ 4280 h 570"/>
                  <a:gd name="T6" fmla="*/ 133 w 247"/>
                  <a:gd name="T7" fmla="*/ 2216 h 570"/>
                  <a:gd name="T8" fmla="*/ 1916 w 247"/>
                  <a:gd name="T9" fmla="*/ 156 h 570"/>
                  <a:gd name="T10" fmla="*/ 1916 w 247"/>
                  <a:gd name="T11" fmla="*/ 0 h 570"/>
                  <a:gd name="T12" fmla="*/ 0 w 247"/>
                  <a:gd name="T13" fmla="*/ 2216 h 5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570">
                    <a:moveTo>
                      <a:pt x="0" y="285"/>
                    </a:moveTo>
                    <a:cubicBezTo>
                      <a:pt x="0" y="430"/>
                      <a:pt x="107" y="550"/>
                      <a:pt x="247" y="570"/>
                    </a:cubicBezTo>
                    <a:cubicBezTo>
                      <a:pt x="247" y="551"/>
                      <a:pt x="247" y="551"/>
                      <a:pt x="247" y="551"/>
                    </a:cubicBezTo>
                    <a:cubicBezTo>
                      <a:pt x="117" y="532"/>
                      <a:pt x="17" y="420"/>
                      <a:pt x="17" y="285"/>
                    </a:cubicBezTo>
                    <a:cubicBezTo>
                      <a:pt x="17" y="150"/>
                      <a:pt x="117" y="39"/>
                      <a:pt x="247" y="20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07" y="20"/>
                      <a:pt x="0" y="140"/>
                      <a:pt x="0" y="28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5" name="Freeform 237">
                <a:extLst>
                  <a:ext uri="{FF2B5EF4-FFF2-40B4-BE49-F238E27FC236}">
                    <a16:creationId xmlns:a16="http://schemas.microsoft.com/office/drawing/2014/main" id="{1C6CA11D-75CB-4081-8FE6-3674809F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3324"/>
                <a:ext cx="827" cy="99"/>
              </a:xfrm>
              <a:custGeom>
                <a:avLst/>
                <a:gdLst>
                  <a:gd name="T0" fmla="*/ 0 w 418"/>
                  <a:gd name="T1" fmla="*/ 0 h 50"/>
                  <a:gd name="T2" fmla="*/ 1108 w 418"/>
                  <a:gd name="T3" fmla="*/ 364 h 50"/>
                  <a:gd name="T4" fmla="*/ 3237 w 418"/>
                  <a:gd name="T5" fmla="*/ 388 h 50"/>
                  <a:gd name="T6" fmla="*/ 3088 w 418"/>
                  <a:gd name="T7" fmla="*/ 301 h 50"/>
                  <a:gd name="T8" fmla="*/ 1148 w 418"/>
                  <a:gd name="T9" fmla="*/ 295 h 50"/>
                  <a:gd name="T10" fmla="*/ 0 w 418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8" h="50">
                    <a:moveTo>
                      <a:pt x="0" y="0"/>
                    </a:moveTo>
                    <a:cubicBezTo>
                      <a:pt x="0" y="0"/>
                      <a:pt x="64" y="46"/>
                      <a:pt x="143" y="47"/>
                    </a:cubicBezTo>
                    <a:cubicBezTo>
                      <a:pt x="222" y="48"/>
                      <a:pt x="418" y="50"/>
                      <a:pt x="418" y="50"/>
                    </a:cubicBezTo>
                    <a:cubicBezTo>
                      <a:pt x="418" y="50"/>
                      <a:pt x="406" y="42"/>
                      <a:pt x="399" y="39"/>
                    </a:cubicBezTo>
                    <a:cubicBezTo>
                      <a:pt x="399" y="39"/>
                      <a:pt x="183" y="44"/>
                      <a:pt x="148" y="38"/>
                    </a:cubicBezTo>
                    <a:cubicBezTo>
                      <a:pt x="114" y="33"/>
                      <a:pt x="106" y="47"/>
                      <a:pt x="0" y="0"/>
                    </a:cubicBezTo>
                    <a:close/>
                  </a:path>
                </a:pathLst>
              </a:custGeom>
              <a:solidFill>
                <a:srgbClr val="C15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6" name="Freeform 238">
                <a:extLst>
                  <a:ext uri="{FF2B5EF4-FFF2-40B4-BE49-F238E27FC236}">
                    <a16:creationId xmlns:a16="http://schemas.microsoft.com/office/drawing/2014/main" id="{9AAE9118-C452-4626-ACE1-D62BFC5B0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973"/>
                <a:ext cx="65" cy="119"/>
              </a:xfrm>
              <a:custGeom>
                <a:avLst/>
                <a:gdLst>
                  <a:gd name="T0" fmla="*/ 0 w 33"/>
                  <a:gd name="T1" fmla="*/ 0 h 60"/>
                  <a:gd name="T2" fmla="*/ 213 w 33"/>
                  <a:gd name="T3" fmla="*/ 296 h 60"/>
                  <a:gd name="T4" fmla="*/ 244 w 33"/>
                  <a:gd name="T5" fmla="*/ 343 h 60"/>
                  <a:gd name="T6" fmla="*/ 221 w 33"/>
                  <a:gd name="T7" fmla="*/ 381 h 60"/>
                  <a:gd name="T8" fmla="*/ 128 w 33"/>
                  <a:gd name="T9" fmla="*/ 468 h 60"/>
                  <a:gd name="T10" fmla="*/ 197 w 33"/>
                  <a:gd name="T11" fmla="*/ 365 h 60"/>
                  <a:gd name="T12" fmla="*/ 167 w 33"/>
                  <a:gd name="T13" fmla="*/ 264 h 60"/>
                  <a:gd name="T14" fmla="*/ 100 w 33"/>
                  <a:gd name="T15" fmla="*/ 149 h 60"/>
                  <a:gd name="T16" fmla="*/ 55 w 33"/>
                  <a:gd name="T17" fmla="*/ 79 h 60"/>
                  <a:gd name="T18" fmla="*/ 16 w 33"/>
                  <a:gd name="T19" fmla="*/ 24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60">
                    <a:moveTo>
                      <a:pt x="0" y="0"/>
                    </a:moveTo>
                    <a:cubicBezTo>
                      <a:pt x="11" y="11"/>
                      <a:pt x="21" y="25"/>
                      <a:pt x="28" y="38"/>
                    </a:cubicBezTo>
                    <a:cubicBezTo>
                      <a:pt x="29" y="40"/>
                      <a:pt x="31" y="42"/>
                      <a:pt x="32" y="44"/>
                    </a:cubicBezTo>
                    <a:cubicBezTo>
                      <a:pt x="33" y="47"/>
                      <a:pt x="31" y="47"/>
                      <a:pt x="29" y="49"/>
                    </a:cubicBezTo>
                    <a:cubicBezTo>
                      <a:pt x="26" y="53"/>
                      <a:pt x="21" y="59"/>
                      <a:pt x="17" y="60"/>
                    </a:cubicBezTo>
                    <a:cubicBezTo>
                      <a:pt x="21" y="57"/>
                      <a:pt x="25" y="51"/>
                      <a:pt x="26" y="47"/>
                    </a:cubicBezTo>
                    <a:cubicBezTo>
                      <a:pt x="27" y="42"/>
                      <a:pt x="24" y="38"/>
                      <a:pt x="22" y="34"/>
                    </a:cubicBezTo>
                    <a:cubicBezTo>
                      <a:pt x="19" y="29"/>
                      <a:pt x="16" y="24"/>
                      <a:pt x="13" y="19"/>
                    </a:cubicBezTo>
                    <a:cubicBezTo>
                      <a:pt x="11" y="16"/>
                      <a:pt x="9" y="13"/>
                      <a:pt x="7" y="10"/>
                    </a:cubicBezTo>
                    <a:cubicBezTo>
                      <a:pt x="5" y="8"/>
                      <a:pt x="2" y="5"/>
                      <a:pt x="2" y="3"/>
                    </a:cubicBezTo>
                  </a:path>
                </a:pathLst>
              </a:custGeom>
              <a:solidFill>
                <a:srgbClr val="E58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7" name="Freeform 239">
                <a:extLst>
                  <a:ext uri="{FF2B5EF4-FFF2-40B4-BE49-F238E27FC236}">
                    <a16:creationId xmlns:a16="http://schemas.microsoft.com/office/drawing/2014/main" id="{52F281B8-CF86-45F0-902C-C815D5A73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651"/>
                <a:ext cx="2247" cy="554"/>
              </a:xfrm>
              <a:custGeom>
                <a:avLst/>
                <a:gdLst>
                  <a:gd name="T0" fmla="*/ 8806 w 1135"/>
                  <a:gd name="T1" fmla="*/ 0 h 280"/>
                  <a:gd name="T2" fmla="*/ 1356 w 1135"/>
                  <a:gd name="T3" fmla="*/ 0 h 280"/>
                  <a:gd name="T4" fmla="*/ 32 w 1135"/>
                  <a:gd name="T5" fmla="*/ 1480 h 280"/>
                  <a:gd name="T6" fmla="*/ 232 w 1135"/>
                  <a:gd name="T7" fmla="*/ 1605 h 280"/>
                  <a:gd name="T8" fmla="*/ 871 w 1135"/>
                  <a:gd name="T9" fmla="*/ 1347 h 280"/>
                  <a:gd name="T10" fmla="*/ 925 w 1135"/>
                  <a:gd name="T11" fmla="*/ 2083 h 280"/>
                  <a:gd name="T12" fmla="*/ 1435 w 1135"/>
                  <a:gd name="T13" fmla="*/ 1860 h 280"/>
                  <a:gd name="T14" fmla="*/ 2203 w 1135"/>
                  <a:gd name="T15" fmla="*/ 1765 h 280"/>
                  <a:gd name="T16" fmla="*/ 2241 w 1135"/>
                  <a:gd name="T17" fmla="*/ 1573 h 280"/>
                  <a:gd name="T18" fmla="*/ 1568 w 1135"/>
                  <a:gd name="T19" fmla="*/ 1573 h 280"/>
                  <a:gd name="T20" fmla="*/ 968 w 1135"/>
                  <a:gd name="T21" fmla="*/ 1876 h 280"/>
                  <a:gd name="T22" fmla="*/ 948 w 1135"/>
                  <a:gd name="T23" fmla="*/ 1061 h 280"/>
                  <a:gd name="T24" fmla="*/ 333 w 1135"/>
                  <a:gd name="T25" fmla="*/ 1308 h 280"/>
                  <a:gd name="T26" fmla="*/ 172 w 1135"/>
                  <a:gd name="T27" fmla="*/ 1217 h 280"/>
                  <a:gd name="T28" fmla="*/ 1364 w 1135"/>
                  <a:gd name="T29" fmla="*/ 172 h 280"/>
                  <a:gd name="T30" fmla="*/ 8806 w 1135"/>
                  <a:gd name="T31" fmla="*/ 172 h 280"/>
                  <a:gd name="T32" fmla="*/ 8806 w 1135"/>
                  <a:gd name="T33" fmla="*/ 0 h 2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35" h="280">
                    <a:moveTo>
                      <a:pt x="1135" y="0"/>
                    </a:moveTo>
                    <a:cubicBezTo>
                      <a:pt x="175" y="0"/>
                      <a:pt x="175" y="0"/>
                      <a:pt x="175" y="0"/>
                    </a:cubicBezTo>
                    <a:cubicBezTo>
                      <a:pt x="83" y="18"/>
                      <a:pt x="12" y="95"/>
                      <a:pt x="4" y="191"/>
                    </a:cubicBezTo>
                    <a:cubicBezTo>
                      <a:pt x="4" y="191"/>
                      <a:pt x="0" y="238"/>
                      <a:pt x="30" y="207"/>
                    </a:cubicBezTo>
                    <a:cubicBezTo>
                      <a:pt x="59" y="175"/>
                      <a:pt x="114" y="133"/>
                      <a:pt x="112" y="174"/>
                    </a:cubicBezTo>
                    <a:cubicBezTo>
                      <a:pt x="110" y="215"/>
                      <a:pt x="88" y="257"/>
                      <a:pt x="119" y="269"/>
                    </a:cubicBezTo>
                    <a:cubicBezTo>
                      <a:pt x="150" y="280"/>
                      <a:pt x="165" y="260"/>
                      <a:pt x="185" y="240"/>
                    </a:cubicBezTo>
                    <a:cubicBezTo>
                      <a:pt x="204" y="221"/>
                      <a:pt x="254" y="190"/>
                      <a:pt x="284" y="228"/>
                    </a:cubicBezTo>
                    <a:cubicBezTo>
                      <a:pt x="289" y="203"/>
                      <a:pt x="289" y="203"/>
                      <a:pt x="289" y="203"/>
                    </a:cubicBezTo>
                    <a:cubicBezTo>
                      <a:pt x="289" y="203"/>
                      <a:pt x="249" y="170"/>
                      <a:pt x="202" y="203"/>
                    </a:cubicBezTo>
                    <a:cubicBezTo>
                      <a:pt x="155" y="236"/>
                      <a:pt x="146" y="255"/>
                      <a:pt x="125" y="242"/>
                    </a:cubicBezTo>
                    <a:cubicBezTo>
                      <a:pt x="104" y="229"/>
                      <a:pt x="152" y="152"/>
                      <a:pt x="122" y="137"/>
                    </a:cubicBezTo>
                    <a:cubicBezTo>
                      <a:pt x="92" y="122"/>
                      <a:pt x="56" y="158"/>
                      <a:pt x="43" y="169"/>
                    </a:cubicBezTo>
                    <a:cubicBezTo>
                      <a:pt x="30" y="180"/>
                      <a:pt x="7" y="206"/>
                      <a:pt x="22" y="157"/>
                    </a:cubicBezTo>
                    <a:cubicBezTo>
                      <a:pt x="37" y="108"/>
                      <a:pt x="108" y="23"/>
                      <a:pt x="176" y="22"/>
                    </a:cubicBezTo>
                    <a:cubicBezTo>
                      <a:pt x="1135" y="22"/>
                      <a:pt x="1135" y="22"/>
                      <a:pt x="1135" y="22"/>
                    </a:cubicBezTo>
                    <a:lnTo>
                      <a:pt x="1135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8" name="Freeform 240">
                <a:extLst>
                  <a:ext uri="{FF2B5EF4-FFF2-40B4-BE49-F238E27FC236}">
                    <a16:creationId xmlns:a16="http://schemas.microsoft.com/office/drawing/2014/main" id="{E2ED5CC3-18F0-48E5-BDA1-435957A2F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645"/>
                <a:ext cx="111" cy="63"/>
              </a:xfrm>
              <a:custGeom>
                <a:avLst/>
                <a:gdLst>
                  <a:gd name="T0" fmla="*/ 436 w 56"/>
                  <a:gd name="T1" fmla="*/ 0 h 32"/>
                  <a:gd name="T2" fmla="*/ 311 w 56"/>
                  <a:gd name="T3" fmla="*/ 8 h 32"/>
                  <a:gd name="T4" fmla="*/ 157 w 56"/>
                  <a:gd name="T5" fmla="*/ 39 h 32"/>
                  <a:gd name="T6" fmla="*/ 0 w 56"/>
                  <a:gd name="T7" fmla="*/ 24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32">
                    <a:moveTo>
                      <a:pt x="56" y="0"/>
                    </a:moveTo>
                    <a:cubicBezTo>
                      <a:pt x="50" y="1"/>
                      <a:pt x="47" y="2"/>
                      <a:pt x="40" y="1"/>
                    </a:cubicBezTo>
                    <a:cubicBezTo>
                      <a:pt x="33" y="1"/>
                      <a:pt x="26" y="1"/>
                      <a:pt x="20" y="5"/>
                    </a:cubicBezTo>
                    <a:cubicBezTo>
                      <a:pt x="10" y="12"/>
                      <a:pt x="7" y="24"/>
                      <a:pt x="0" y="3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9" name="Freeform 241">
                <a:extLst>
                  <a:ext uri="{FF2B5EF4-FFF2-40B4-BE49-F238E27FC236}">
                    <a16:creationId xmlns:a16="http://schemas.microsoft.com/office/drawing/2014/main" id="{AC3E0E12-D686-4BF7-A982-11F18C5D6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742"/>
                <a:ext cx="69" cy="93"/>
              </a:xfrm>
              <a:custGeom>
                <a:avLst/>
                <a:gdLst>
                  <a:gd name="T0" fmla="*/ 268 w 35"/>
                  <a:gd name="T1" fmla="*/ 0 h 47"/>
                  <a:gd name="T2" fmla="*/ 69 w 35"/>
                  <a:gd name="T3" fmla="*/ 133 h 47"/>
                  <a:gd name="T4" fmla="*/ 0 w 35"/>
                  <a:gd name="T5" fmla="*/ 36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7">
                    <a:moveTo>
                      <a:pt x="35" y="0"/>
                    </a:moveTo>
                    <a:cubicBezTo>
                      <a:pt x="28" y="8"/>
                      <a:pt x="15" y="7"/>
                      <a:pt x="9" y="17"/>
                    </a:cubicBezTo>
                    <a:cubicBezTo>
                      <a:pt x="4" y="25"/>
                      <a:pt x="1" y="37"/>
                      <a:pt x="0" y="4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0" name="Freeform 242">
                <a:extLst>
                  <a:ext uri="{FF2B5EF4-FFF2-40B4-BE49-F238E27FC236}">
                    <a16:creationId xmlns:a16="http://schemas.microsoft.com/office/drawing/2014/main" id="{910F7FF3-534A-49D3-9EBE-913A38F8E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863"/>
                <a:ext cx="57" cy="104"/>
              </a:xfrm>
              <a:custGeom>
                <a:avLst/>
                <a:gdLst>
                  <a:gd name="T0" fmla="*/ 220 w 29"/>
                  <a:gd name="T1" fmla="*/ 0 h 53"/>
                  <a:gd name="T2" fmla="*/ 69 w 29"/>
                  <a:gd name="T3" fmla="*/ 40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3">
                    <a:moveTo>
                      <a:pt x="29" y="0"/>
                    </a:moveTo>
                    <a:cubicBezTo>
                      <a:pt x="20" y="18"/>
                      <a:pt x="0" y="30"/>
                      <a:pt x="9" y="5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1" name="Freeform 243">
                <a:extLst>
                  <a:ext uri="{FF2B5EF4-FFF2-40B4-BE49-F238E27FC236}">
                    <a16:creationId xmlns:a16="http://schemas.microsoft.com/office/drawing/2014/main" id="{A858FD53-26B3-4484-863A-38AC9AB27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3027"/>
                <a:ext cx="26" cy="107"/>
              </a:xfrm>
              <a:custGeom>
                <a:avLst/>
                <a:gdLst>
                  <a:gd name="T0" fmla="*/ 96 w 13"/>
                  <a:gd name="T1" fmla="*/ 0 h 54"/>
                  <a:gd name="T2" fmla="*/ 104 w 13"/>
                  <a:gd name="T3" fmla="*/ 42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4">
                    <a:moveTo>
                      <a:pt x="12" y="0"/>
                    </a:moveTo>
                    <a:cubicBezTo>
                      <a:pt x="5" y="20"/>
                      <a:pt x="0" y="38"/>
                      <a:pt x="13" y="5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2" name="Freeform 244">
                <a:extLst>
                  <a:ext uri="{FF2B5EF4-FFF2-40B4-BE49-F238E27FC236}">
                    <a16:creationId xmlns:a16="http://schemas.microsoft.com/office/drawing/2014/main" id="{7674A28C-5A55-446D-9E6F-86C5F0F98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670"/>
                <a:ext cx="83" cy="82"/>
              </a:xfrm>
              <a:custGeom>
                <a:avLst/>
                <a:gdLst>
                  <a:gd name="T0" fmla="*/ 324 w 42"/>
                  <a:gd name="T1" fmla="*/ 0 h 41"/>
                  <a:gd name="T2" fmla="*/ 117 w 42"/>
                  <a:gd name="T3" fmla="*/ 120 h 41"/>
                  <a:gd name="T4" fmla="*/ 0 w 42"/>
                  <a:gd name="T5" fmla="*/ 32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1">
                    <a:moveTo>
                      <a:pt x="42" y="0"/>
                    </a:moveTo>
                    <a:cubicBezTo>
                      <a:pt x="33" y="7"/>
                      <a:pt x="23" y="7"/>
                      <a:pt x="15" y="15"/>
                    </a:cubicBezTo>
                    <a:cubicBezTo>
                      <a:pt x="7" y="23"/>
                      <a:pt x="4" y="32"/>
                      <a:pt x="0" y="4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3" name="Freeform 245">
                <a:extLst>
                  <a:ext uri="{FF2B5EF4-FFF2-40B4-BE49-F238E27FC236}">
                    <a16:creationId xmlns:a16="http://schemas.microsoft.com/office/drawing/2014/main" id="{F364BA3D-726B-4285-91F1-CDE832582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615"/>
                <a:ext cx="103" cy="32"/>
              </a:xfrm>
              <a:custGeom>
                <a:avLst/>
                <a:gdLst>
                  <a:gd name="T0" fmla="*/ 0 w 52"/>
                  <a:gd name="T1" fmla="*/ 128 h 16"/>
                  <a:gd name="T2" fmla="*/ 204 w 52"/>
                  <a:gd name="T3" fmla="*/ 8 h 16"/>
                  <a:gd name="T4" fmla="*/ 404 w 5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6">
                    <a:moveTo>
                      <a:pt x="0" y="16"/>
                    </a:moveTo>
                    <a:cubicBezTo>
                      <a:pt x="8" y="8"/>
                      <a:pt x="14" y="1"/>
                      <a:pt x="26" y="1"/>
                    </a:cubicBezTo>
                    <a:cubicBezTo>
                      <a:pt x="33" y="0"/>
                      <a:pt x="45" y="0"/>
                      <a:pt x="52" y="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4" name="Freeform 246">
                <a:extLst>
                  <a:ext uri="{FF2B5EF4-FFF2-40B4-BE49-F238E27FC236}">
                    <a16:creationId xmlns:a16="http://schemas.microsoft.com/office/drawing/2014/main" id="{BF5BE924-83D9-4130-832F-3FAE814BA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577"/>
                <a:ext cx="59" cy="40"/>
              </a:xfrm>
              <a:custGeom>
                <a:avLst/>
                <a:gdLst>
                  <a:gd name="T0" fmla="*/ 0 w 30"/>
                  <a:gd name="T1" fmla="*/ 144 h 20"/>
                  <a:gd name="T2" fmla="*/ 228 w 3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0">
                    <a:moveTo>
                      <a:pt x="0" y="18"/>
                    </a:moveTo>
                    <a:cubicBezTo>
                      <a:pt x="5" y="20"/>
                      <a:pt x="24" y="3"/>
                      <a:pt x="3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5" name="Freeform 247">
                <a:extLst>
                  <a:ext uri="{FF2B5EF4-FFF2-40B4-BE49-F238E27FC236}">
                    <a16:creationId xmlns:a16="http://schemas.microsoft.com/office/drawing/2014/main" id="{ECF89E8C-0CE6-494A-8222-ADBCB54E1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617"/>
                <a:ext cx="115" cy="69"/>
              </a:xfrm>
              <a:custGeom>
                <a:avLst/>
                <a:gdLst>
                  <a:gd name="T0" fmla="*/ 452 w 58"/>
                  <a:gd name="T1" fmla="*/ 0 h 35"/>
                  <a:gd name="T2" fmla="*/ 173 w 58"/>
                  <a:gd name="T3" fmla="*/ 69 h 35"/>
                  <a:gd name="T4" fmla="*/ 0 w 58"/>
                  <a:gd name="T5" fmla="*/ 26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5">
                    <a:moveTo>
                      <a:pt x="58" y="0"/>
                    </a:moveTo>
                    <a:cubicBezTo>
                      <a:pt x="45" y="0"/>
                      <a:pt x="33" y="4"/>
                      <a:pt x="22" y="9"/>
                    </a:cubicBezTo>
                    <a:cubicBezTo>
                      <a:pt x="11" y="15"/>
                      <a:pt x="6" y="26"/>
                      <a:pt x="0" y="3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6" name="Freeform 248">
                <a:extLst>
                  <a:ext uri="{FF2B5EF4-FFF2-40B4-BE49-F238E27FC236}">
                    <a16:creationId xmlns:a16="http://schemas.microsoft.com/office/drawing/2014/main" id="{EAD3D5AB-357A-4869-B277-D0FDCF447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710"/>
                <a:ext cx="56" cy="71"/>
              </a:xfrm>
              <a:custGeom>
                <a:avLst/>
                <a:gdLst>
                  <a:gd name="T0" fmla="*/ 224 w 28"/>
                  <a:gd name="T1" fmla="*/ 0 h 36"/>
                  <a:gd name="T2" fmla="*/ 56 w 28"/>
                  <a:gd name="T3" fmla="*/ 101 h 36"/>
                  <a:gd name="T4" fmla="*/ 16 w 28"/>
                  <a:gd name="T5" fmla="*/ 27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28" y="0"/>
                    </a:moveTo>
                    <a:cubicBezTo>
                      <a:pt x="20" y="1"/>
                      <a:pt x="12" y="7"/>
                      <a:pt x="7" y="13"/>
                    </a:cubicBezTo>
                    <a:cubicBezTo>
                      <a:pt x="0" y="21"/>
                      <a:pt x="2" y="27"/>
                      <a:pt x="2" y="3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7" name="Freeform 249">
                <a:extLst>
                  <a:ext uri="{FF2B5EF4-FFF2-40B4-BE49-F238E27FC236}">
                    <a16:creationId xmlns:a16="http://schemas.microsoft.com/office/drawing/2014/main" id="{D297343A-775C-40E8-8FDA-DF2DA2F28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807"/>
                <a:ext cx="47" cy="85"/>
              </a:xfrm>
              <a:custGeom>
                <a:avLst/>
                <a:gdLst>
                  <a:gd name="T0" fmla="*/ 180 w 24"/>
                  <a:gd name="T1" fmla="*/ 0 h 43"/>
                  <a:gd name="T2" fmla="*/ 31 w 24"/>
                  <a:gd name="T3" fmla="*/ 117 h 43"/>
                  <a:gd name="T4" fmla="*/ 24 w 24"/>
                  <a:gd name="T5" fmla="*/ 33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3">
                    <a:moveTo>
                      <a:pt x="24" y="0"/>
                    </a:moveTo>
                    <a:cubicBezTo>
                      <a:pt x="17" y="3"/>
                      <a:pt x="7" y="7"/>
                      <a:pt x="4" y="15"/>
                    </a:cubicBezTo>
                    <a:cubicBezTo>
                      <a:pt x="0" y="23"/>
                      <a:pt x="1" y="34"/>
                      <a:pt x="3" y="4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8" name="Freeform 250">
                <a:extLst>
                  <a:ext uri="{FF2B5EF4-FFF2-40B4-BE49-F238E27FC236}">
                    <a16:creationId xmlns:a16="http://schemas.microsoft.com/office/drawing/2014/main" id="{BF543651-8431-4D01-91D5-B516ECEDB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958"/>
                <a:ext cx="30" cy="105"/>
              </a:xfrm>
              <a:custGeom>
                <a:avLst/>
                <a:gdLst>
                  <a:gd name="T0" fmla="*/ 120 w 15"/>
                  <a:gd name="T1" fmla="*/ 0 h 53"/>
                  <a:gd name="T2" fmla="*/ 8 w 15"/>
                  <a:gd name="T3" fmla="*/ 208 h 53"/>
                  <a:gd name="T4" fmla="*/ 80 w 15"/>
                  <a:gd name="T5" fmla="*/ 412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3">
                    <a:moveTo>
                      <a:pt x="15" y="0"/>
                    </a:moveTo>
                    <a:cubicBezTo>
                      <a:pt x="4" y="5"/>
                      <a:pt x="0" y="16"/>
                      <a:pt x="1" y="27"/>
                    </a:cubicBezTo>
                    <a:cubicBezTo>
                      <a:pt x="2" y="36"/>
                      <a:pt x="10" y="45"/>
                      <a:pt x="10" y="5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9" name="Freeform 251">
                <a:extLst>
                  <a:ext uri="{FF2B5EF4-FFF2-40B4-BE49-F238E27FC236}">
                    <a16:creationId xmlns:a16="http://schemas.microsoft.com/office/drawing/2014/main" id="{836FD7EC-9473-40F2-91DF-3217CE333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3132"/>
                <a:ext cx="35" cy="85"/>
              </a:xfrm>
              <a:custGeom>
                <a:avLst/>
                <a:gdLst>
                  <a:gd name="T0" fmla="*/ 45 w 18"/>
                  <a:gd name="T1" fmla="*/ 0 h 43"/>
                  <a:gd name="T2" fmla="*/ 8 w 18"/>
                  <a:gd name="T3" fmla="*/ 192 h 43"/>
                  <a:gd name="T4" fmla="*/ 132 w 18"/>
                  <a:gd name="T5" fmla="*/ 33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6" y="0"/>
                    </a:moveTo>
                    <a:cubicBezTo>
                      <a:pt x="6" y="8"/>
                      <a:pt x="0" y="16"/>
                      <a:pt x="1" y="25"/>
                    </a:cubicBezTo>
                    <a:cubicBezTo>
                      <a:pt x="4" y="34"/>
                      <a:pt x="11" y="38"/>
                      <a:pt x="18" y="4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0" name="Freeform 252">
                <a:extLst>
                  <a:ext uri="{FF2B5EF4-FFF2-40B4-BE49-F238E27FC236}">
                    <a16:creationId xmlns:a16="http://schemas.microsoft.com/office/drawing/2014/main" id="{76E129D5-A2D7-4E10-B61B-41B8CD273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3221"/>
                <a:ext cx="51" cy="79"/>
              </a:xfrm>
              <a:custGeom>
                <a:avLst/>
                <a:gdLst>
                  <a:gd name="T0" fmla="*/ 47 w 26"/>
                  <a:gd name="T1" fmla="*/ 0 h 40"/>
                  <a:gd name="T2" fmla="*/ 31 w 26"/>
                  <a:gd name="T3" fmla="*/ 231 h 40"/>
                  <a:gd name="T4" fmla="*/ 196 w 26"/>
                  <a:gd name="T5" fmla="*/ 30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0">
                    <a:moveTo>
                      <a:pt x="6" y="0"/>
                    </a:moveTo>
                    <a:cubicBezTo>
                      <a:pt x="7" y="10"/>
                      <a:pt x="0" y="21"/>
                      <a:pt x="4" y="30"/>
                    </a:cubicBezTo>
                    <a:cubicBezTo>
                      <a:pt x="7" y="37"/>
                      <a:pt x="19" y="40"/>
                      <a:pt x="26" y="3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1" name="Freeform 253">
                <a:extLst>
                  <a:ext uri="{FF2B5EF4-FFF2-40B4-BE49-F238E27FC236}">
                    <a16:creationId xmlns:a16="http://schemas.microsoft.com/office/drawing/2014/main" id="{D25E067F-B745-40DD-BC40-45912881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3300"/>
                <a:ext cx="52" cy="66"/>
              </a:xfrm>
              <a:custGeom>
                <a:avLst/>
                <a:gdLst>
                  <a:gd name="T0" fmla="*/ 0 w 26"/>
                  <a:gd name="T1" fmla="*/ 0 h 33"/>
                  <a:gd name="T2" fmla="*/ 64 w 26"/>
                  <a:gd name="T3" fmla="*/ 232 h 33"/>
                  <a:gd name="T4" fmla="*/ 208 w 26"/>
                  <a:gd name="T5" fmla="*/ 264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3">
                    <a:moveTo>
                      <a:pt x="0" y="0"/>
                    </a:moveTo>
                    <a:cubicBezTo>
                      <a:pt x="3" y="9"/>
                      <a:pt x="0" y="24"/>
                      <a:pt x="8" y="29"/>
                    </a:cubicBezTo>
                    <a:cubicBezTo>
                      <a:pt x="13" y="32"/>
                      <a:pt x="23" y="31"/>
                      <a:pt x="26" y="3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2" name="Freeform 254">
                <a:extLst>
                  <a:ext uri="{FF2B5EF4-FFF2-40B4-BE49-F238E27FC236}">
                    <a16:creationId xmlns:a16="http://schemas.microsoft.com/office/drawing/2014/main" id="{BA75381B-D146-4168-9808-BDD772D7F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366"/>
                <a:ext cx="57" cy="57"/>
              </a:xfrm>
              <a:custGeom>
                <a:avLst/>
                <a:gdLst>
                  <a:gd name="T0" fmla="*/ 0 w 29"/>
                  <a:gd name="T1" fmla="*/ 0 h 29"/>
                  <a:gd name="T2" fmla="*/ 69 w 29"/>
                  <a:gd name="T3" fmla="*/ 189 h 29"/>
                  <a:gd name="T4" fmla="*/ 220 w 29"/>
                  <a:gd name="T5" fmla="*/ 20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9">
                    <a:moveTo>
                      <a:pt x="0" y="0"/>
                    </a:moveTo>
                    <a:cubicBezTo>
                      <a:pt x="0" y="6"/>
                      <a:pt x="5" y="22"/>
                      <a:pt x="9" y="25"/>
                    </a:cubicBezTo>
                    <a:cubicBezTo>
                      <a:pt x="14" y="29"/>
                      <a:pt x="24" y="29"/>
                      <a:pt x="29" y="2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3" name="Freeform 255">
                <a:extLst>
                  <a:ext uri="{FF2B5EF4-FFF2-40B4-BE49-F238E27FC236}">
                    <a16:creationId xmlns:a16="http://schemas.microsoft.com/office/drawing/2014/main" id="{877A4A87-78D1-4D3B-8090-1AAA4A3B2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423"/>
                <a:ext cx="55" cy="42"/>
              </a:xfrm>
              <a:custGeom>
                <a:avLst/>
                <a:gdLst>
                  <a:gd name="T0" fmla="*/ 0 w 28"/>
                  <a:gd name="T1" fmla="*/ 0 h 21"/>
                  <a:gd name="T2" fmla="*/ 61 w 28"/>
                  <a:gd name="T3" fmla="*/ 144 h 21"/>
                  <a:gd name="T4" fmla="*/ 212 w 28"/>
                  <a:gd name="T5" fmla="*/ 1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1">
                    <a:moveTo>
                      <a:pt x="0" y="0"/>
                    </a:moveTo>
                    <a:cubicBezTo>
                      <a:pt x="2" y="6"/>
                      <a:pt x="2" y="14"/>
                      <a:pt x="8" y="18"/>
                    </a:cubicBezTo>
                    <a:cubicBezTo>
                      <a:pt x="14" y="21"/>
                      <a:pt x="23" y="18"/>
                      <a:pt x="28" y="1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4" name="Freeform 256">
                <a:extLst>
                  <a:ext uri="{FF2B5EF4-FFF2-40B4-BE49-F238E27FC236}">
                    <a16:creationId xmlns:a16="http://schemas.microsoft.com/office/drawing/2014/main" id="{2A78B2B2-0AD6-4A3C-9384-BF4C5405A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457"/>
                <a:ext cx="80" cy="47"/>
              </a:xfrm>
              <a:custGeom>
                <a:avLst/>
                <a:gdLst>
                  <a:gd name="T0" fmla="*/ 0 w 40"/>
                  <a:gd name="T1" fmla="*/ 0 h 24"/>
                  <a:gd name="T2" fmla="*/ 152 w 40"/>
                  <a:gd name="T3" fmla="*/ 172 h 24"/>
                  <a:gd name="T4" fmla="*/ 320 w 40"/>
                  <a:gd name="T5" fmla="*/ 11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4">
                    <a:moveTo>
                      <a:pt x="0" y="0"/>
                    </a:moveTo>
                    <a:cubicBezTo>
                      <a:pt x="5" y="9"/>
                      <a:pt x="6" y="24"/>
                      <a:pt x="19" y="23"/>
                    </a:cubicBezTo>
                    <a:cubicBezTo>
                      <a:pt x="26" y="22"/>
                      <a:pt x="33" y="18"/>
                      <a:pt x="40" y="1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5" name="Freeform 257">
                <a:extLst>
                  <a:ext uri="{FF2B5EF4-FFF2-40B4-BE49-F238E27FC236}">
                    <a16:creationId xmlns:a16="http://schemas.microsoft.com/office/drawing/2014/main" id="{C01FB7F6-2B75-4CEA-A5B7-79AF8ACC3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488"/>
                <a:ext cx="45" cy="44"/>
              </a:xfrm>
              <a:custGeom>
                <a:avLst/>
                <a:gdLst>
                  <a:gd name="T0" fmla="*/ 0 w 23"/>
                  <a:gd name="T1" fmla="*/ 0 h 22"/>
                  <a:gd name="T2" fmla="*/ 172 w 23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0" y="0"/>
                    </a:moveTo>
                    <a:cubicBezTo>
                      <a:pt x="6" y="12"/>
                      <a:pt x="12" y="17"/>
                      <a:pt x="23" y="2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6" name="Freeform 258">
                <a:extLst>
                  <a:ext uri="{FF2B5EF4-FFF2-40B4-BE49-F238E27FC236}">
                    <a16:creationId xmlns:a16="http://schemas.microsoft.com/office/drawing/2014/main" id="{52A06030-5D58-4BAB-82F5-50F444B54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017"/>
                <a:ext cx="30" cy="91"/>
              </a:xfrm>
              <a:custGeom>
                <a:avLst/>
                <a:gdLst>
                  <a:gd name="T0" fmla="*/ 32 w 15"/>
                  <a:gd name="T1" fmla="*/ 0 h 46"/>
                  <a:gd name="T2" fmla="*/ 0 w 15"/>
                  <a:gd name="T3" fmla="*/ 172 h 46"/>
                  <a:gd name="T4" fmla="*/ 120 w 15"/>
                  <a:gd name="T5" fmla="*/ 356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6">
                    <a:moveTo>
                      <a:pt x="4" y="0"/>
                    </a:moveTo>
                    <a:cubicBezTo>
                      <a:pt x="5" y="7"/>
                      <a:pt x="0" y="13"/>
                      <a:pt x="0" y="22"/>
                    </a:cubicBezTo>
                    <a:cubicBezTo>
                      <a:pt x="1" y="32"/>
                      <a:pt x="10" y="38"/>
                      <a:pt x="15" y="4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7" name="Freeform 259">
                <a:extLst>
                  <a:ext uri="{FF2B5EF4-FFF2-40B4-BE49-F238E27FC236}">
                    <a16:creationId xmlns:a16="http://schemas.microsoft.com/office/drawing/2014/main" id="{E26EFB96-C9B6-43C6-9F50-69971CDAE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3284"/>
                <a:ext cx="59" cy="54"/>
              </a:xfrm>
              <a:custGeom>
                <a:avLst/>
                <a:gdLst>
                  <a:gd name="T0" fmla="*/ 55 w 30"/>
                  <a:gd name="T1" fmla="*/ 0 h 27"/>
                  <a:gd name="T2" fmla="*/ 228 w 30"/>
                  <a:gd name="T3" fmla="*/ 216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7">
                    <a:moveTo>
                      <a:pt x="7" y="0"/>
                    </a:moveTo>
                    <a:cubicBezTo>
                      <a:pt x="0" y="16"/>
                      <a:pt x="18" y="24"/>
                      <a:pt x="30" y="2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8" name="Freeform 260">
                <a:extLst>
                  <a:ext uri="{FF2B5EF4-FFF2-40B4-BE49-F238E27FC236}">
                    <a16:creationId xmlns:a16="http://schemas.microsoft.com/office/drawing/2014/main" id="{D6C01483-4208-45FB-A1B6-F85DF5EA9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3092"/>
                <a:ext cx="44" cy="83"/>
              </a:xfrm>
              <a:custGeom>
                <a:avLst/>
                <a:gdLst>
                  <a:gd name="T0" fmla="*/ 96 w 22"/>
                  <a:gd name="T1" fmla="*/ 0 h 42"/>
                  <a:gd name="T2" fmla="*/ 176 w 22"/>
                  <a:gd name="T3" fmla="*/ 32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2">
                    <a:moveTo>
                      <a:pt x="12" y="0"/>
                    </a:moveTo>
                    <a:cubicBezTo>
                      <a:pt x="0" y="12"/>
                      <a:pt x="13" y="33"/>
                      <a:pt x="22" y="4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9" name="Freeform 261">
                <a:extLst>
                  <a:ext uri="{FF2B5EF4-FFF2-40B4-BE49-F238E27FC236}">
                    <a16:creationId xmlns:a16="http://schemas.microsoft.com/office/drawing/2014/main" id="{46508BAF-5C75-4501-8507-D3CC473C6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864"/>
                <a:ext cx="50" cy="103"/>
              </a:xfrm>
              <a:custGeom>
                <a:avLst/>
                <a:gdLst>
                  <a:gd name="T0" fmla="*/ 200 w 25"/>
                  <a:gd name="T1" fmla="*/ 0 h 52"/>
                  <a:gd name="T2" fmla="*/ 120 w 25"/>
                  <a:gd name="T3" fmla="*/ 40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2">
                    <a:moveTo>
                      <a:pt x="25" y="0"/>
                    </a:moveTo>
                    <a:cubicBezTo>
                      <a:pt x="13" y="13"/>
                      <a:pt x="0" y="37"/>
                      <a:pt x="15" y="5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0" name="Freeform 262">
                <a:extLst>
                  <a:ext uri="{FF2B5EF4-FFF2-40B4-BE49-F238E27FC236}">
                    <a16:creationId xmlns:a16="http://schemas.microsoft.com/office/drawing/2014/main" id="{BFE794C2-0F25-4518-80F8-E0D6D8053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746"/>
                <a:ext cx="49" cy="81"/>
              </a:xfrm>
              <a:custGeom>
                <a:avLst/>
                <a:gdLst>
                  <a:gd name="T0" fmla="*/ 188 w 25"/>
                  <a:gd name="T1" fmla="*/ 0 h 41"/>
                  <a:gd name="T2" fmla="*/ 47 w 25"/>
                  <a:gd name="T3" fmla="*/ 117 h 41"/>
                  <a:gd name="T4" fmla="*/ 31 w 25"/>
                  <a:gd name="T5" fmla="*/ 316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1">
                    <a:moveTo>
                      <a:pt x="25" y="0"/>
                    </a:moveTo>
                    <a:cubicBezTo>
                      <a:pt x="19" y="6"/>
                      <a:pt x="11" y="8"/>
                      <a:pt x="6" y="15"/>
                    </a:cubicBezTo>
                    <a:cubicBezTo>
                      <a:pt x="0" y="24"/>
                      <a:pt x="4" y="31"/>
                      <a:pt x="4" y="4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1" name="Freeform 263">
                <a:extLst>
                  <a:ext uri="{FF2B5EF4-FFF2-40B4-BE49-F238E27FC236}">
                    <a16:creationId xmlns:a16="http://schemas.microsoft.com/office/drawing/2014/main" id="{EA098148-A8A8-4D0D-B2FB-D00C5EA81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550"/>
                <a:ext cx="97" cy="63"/>
              </a:xfrm>
              <a:custGeom>
                <a:avLst/>
                <a:gdLst>
                  <a:gd name="T0" fmla="*/ 0 w 49"/>
                  <a:gd name="T1" fmla="*/ 244 h 32"/>
                  <a:gd name="T2" fmla="*/ 380 w 49"/>
                  <a:gd name="T3" fmla="*/ 12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32">
                    <a:moveTo>
                      <a:pt x="0" y="32"/>
                    </a:moveTo>
                    <a:cubicBezTo>
                      <a:pt x="11" y="22"/>
                      <a:pt x="36" y="0"/>
                      <a:pt x="49" y="1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2" name="Freeform 264">
                <a:extLst>
                  <a:ext uri="{FF2B5EF4-FFF2-40B4-BE49-F238E27FC236}">
                    <a16:creationId xmlns:a16="http://schemas.microsoft.com/office/drawing/2014/main" id="{338B4D04-D859-4589-9EBE-A8DB3160D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645"/>
                <a:ext cx="71" cy="69"/>
              </a:xfrm>
              <a:custGeom>
                <a:avLst/>
                <a:gdLst>
                  <a:gd name="T0" fmla="*/ 276 w 36"/>
                  <a:gd name="T1" fmla="*/ 0 h 35"/>
                  <a:gd name="T2" fmla="*/ 0 w 36"/>
                  <a:gd name="T3" fmla="*/ 268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5">
                    <a:moveTo>
                      <a:pt x="36" y="0"/>
                    </a:moveTo>
                    <a:cubicBezTo>
                      <a:pt x="20" y="9"/>
                      <a:pt x="0" y="11"/>
                      <a:pt x="0" y="3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3" name="Freeform 265">
                <a:extLst>
                  <a:ext uri="{FF2B5EF4-FFF2-40B4-BE49-F238E27FC236}">
                    <a16:creationId xmlns:a16="http://schemas.microsoft.com/office/drawing/2014/main" id="{46F24C22-438F-4E48-AF44-F0CFEDF33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783"/>
                <a:ext cx="47" cy="105"/>
              </a:xfrm>
              <a:custGeom>
                <a:avLst/>
                <a:gdLst>
                  <a:gd name="T0" fmla="*/ 180 w 24"/>
                  <a:gd name="T1" fmla="*/ 0 h 53"/>
                  <a:gd name="T2" fmla="*/ 24 w 24"/>
                  <a:gd name="T3" fmla="*/ 172 h 53"/>
                  <a:gd name="T4" fmla="*/ 39 w 24"/>
                  <a:gd name="T5" fmla="*/ 412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3">
                    <a:moveTo>
                      <a:pt x="24" y="0"/>
                    </a:moveTo>
                    <a:cubicBezTo>
                      <a:pt x="16" y="7"/>
                      <a:pt x="7" y="11"/>
                      <a:pt x="3" y="22"/>
                    </a:cubicBezTo>
                    <a:cubicBezTo>
                      <a:pt x="0" y="33"/>
                      <a:pt x="2" y="42"/>
                      <a:pt x="5" y="5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4" name="Freeform 266">
                <a:extLst>
                  <a:ext uri="{FF2B5EF4-FFF2-40B4-BE49-F238E27FC236}">
                    <a16:creationId xmlns:a16="http://schemas.microsoft.com/office/drawing/2014/main" id="{5131A2D8-3A44-42BD-B70B-625167F29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932"/>
                <a:ext cx="30" cy="95"/>
              </a:xfrm>
              <a:custGeom>
                <a:avLst/>
                <a:gdLst>
                  <a:gd name="T0" fmla="*/ 120 w 15"/>
                  <a:gd name="T1" fmla="*/ 0 h 48"/>
                  <a:gd name="T2" fmla="*/ 8 w 15"/>
                  <a:gd name="T3" fmla="*/ 180 h 48"/>
                  <a:gd name="T4" fmla="*/ 80 w 15"/>
                  <a:gd name="T5" fmla="*/ 37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8">
                    <a:moveTo>
                      <a:pt x="15" y="0"/>
                    </a:moveTo>
                    <a:cubicBezTo>
                      <a:pt x="9" y="8"/>
                      <a:pt x="2" y="12"/>
                      <a:pt x="1" y="23"/>
                    </a:cubicBezTo>
                    <a:cubicBezTo>
                      <a:pt x="0" y="33"/>
                      <a:pt x="6" y="40"/>
                      <a:pt x="10" y="48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5" name="Freeform 267">
                <a:extLst>
                  <a:ext uri="{FF2B5EF4-FFF2-40B4-BE49-F238E27FC236}">
                    <a16:creationId xmlns:a16="http://schemas.microsoft.com/office/drawing/2014/main" id="{4E5F7691-95B3-46BE-9E35-85A9B323D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678"/>
                <a:ext cx="70" cy="87"/>
              </a:xfrm>
              <a:custGeom>
                <a:avLst/>
                <a:gdLst>
                  <a:gd name="T0" fmla="*/ 280 w 35"/>
                  <a:gd name="T1" fmla="*/ 0 h 44"/>
                  <a:gd name="T2" fmla="*/ 96 w 35"/>
                  <a:gd name="T3" fmla="*/ 87 h 44"/>
                  <a:gd name="T4" fmla="*/ 0 w 35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4">
                    <a:moveTo>
                      <a:pt x="35" y="0"/>
                    </a:moveTo>
                    <a:cubicBezTo>
                      <a:pt x="27" y="3"/>
                      <a:pt x="19" y="5"/>
                      <a:pt x="12" y="11"/>
                    </a:cubicBezTo>
                    <a:cubicBezTo>
                      <a:pt x="4" y="19"/>
                      <a:pt x="3" y="35"/>
                      <a:pt x="0" y="4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6" name="Freeform 268">
                <a:extLst>
                  <a:ext uri="{FF2B5EF4-FFF2-40B4-BE49-F238E27FC236}">
                    <a16:creationId xmlns:a16="http://schemas.microsoft.com/office/drawing/2014/main" id="{A9C231C4-AFC6-4A54-944B-B6CC14644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593"/>
                <a:ext cx="111" cy="62"/>
              </a:xfrm>
              <a:custGeom>
                <a:avLst/>
                <a:gdLst>
                  <a:gd name="T0" fmla="*/ 0 w 56"/>
                  <a:gd name="T1" fmla="*/ 248 h 31"/>
                  <a:gd name="T2" fmla="*/ 188 w 56"/>
                  <a:gd name="T3" fmla="*/ 32 h 31"/>
                  <a:gd name="T4" fmla="*/ 436 w 56"/>
                  <a:gd name="T5" fmla="*/ 2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1">
                    <a:moveTo>
                      <a:pt x="0" y="31"/>
                    </a:moveTo>
                    <a:cubicBezTo>
                      <a:pt x="3" y="17"/>
                      <a:pt x="11" y="9"/>
                      <a:pt x="24" y="4"/>
                    </a:cubicBezTo>
                    <a:cubicBezTo>
                      <a:pt x="35" y="0"/>
                      <a:pt x="44" y="2"/>
                      <a:pt x="56" y="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7" name="Freeform 269">
                <a:extLst>
                  <a:ext uri="{FF2B5EF4-FFF2-40B4-BE49-F238E27FC236}">
                    <a16:creationId xmlns:a16="http://schemas.microsoft.com/office/drawing/2014/main" id="{31A840EE-C88B-4B14-94B0-049C431FC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542"/>
                <a:ext cx="39" cy="31"/>
              </a:xfrm>
              <a:custGeom>
                <a:avLst/>
                <a:gdLst>
                  <a:gd name="T0" fmla="*/ 0 w 20"/>
                  <a:gd name="T1" fmla="*/ 116 h 16"/>
                  <a:gd name="T2" fmla="*/ 148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7"/>
                      <a:pt x="12" y="3"/>
                      <a:pt x="2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8" name="Freeform 270">
                <a:extLst>
                  <a:ext uri="{FF2B5EF4-FFF2-40B4-BE49-F238E27FC236}">
                    <a16:creationId xmlns:a16="http://schemas.microsoft.com/office/drawing/2014/main" id="{02F0752E-1B99-406B-A1CE-8651AF3F5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841"/>
                <a:ext cx="42" cy="111"/>
              </a:xfrm>
              <a:custGeom>
                <a:avLst/>
                <a:gdLst>
                  <a:gd name="T0" fmla="*/ 168 w 21"/>
                  <a:gd name="T1" fmla="*/ 0 h 56"/>
                  <a:gd name="T2" fmla="*/ 16 w 21"/>
                  <a:gd name="T3" fmla="*/ 172 h 56"/>
                  <a:gd name="T4" fmla="*/ 56 w 21"/>
                  <a:gd name="T5" fmla="*/ 436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6">
                    <a:moveTo>
                      <a:pt x="21" y="0"/>
                    </a:moveTo>
                    <a:cubicBezTo>
                      <a:pt x="12" y="5"/>
                      <a:pt x="4" y="11"/>
                      <a:pt x="2" y="22"/>
                    </a:cubicBezTo>
                    <a:cubicBezTo>
                      <a:pt x="0" y="34"/>
                      <a:pt x="3" y="46"/>
                      <a:pt x="7" y="5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9" name="Freeform 271">
                <a:extLst>
                  <a:ext uri="{FF2B5EF4-FFF2-40B4-BE49-F238E27FC236}">
                    <a16:creationId xmlns:a16="http://schemas.microsoft.com/office/drawing/2014/main" id="{EABDF198-CE5F-4DC9-A822-F1E568BDB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007"/>
                <a:ext cx="36" cy="101"/>
              </a:xfrm>
              <a:custGeom>
                <a:avLst/>
                <a:gdLst>
                  <a:gd name="T0" fmla="*/ 88 w 18"/>
                  <a:gd name="T1" fmla="*/ 0 h 51"/>
                  <a:gd name="T2" fmla="*/ 8 w 18"/>
                  <a:gd name="T3" fmla="*/ 208 h 51"/>
                  <a:gd name="T4" fmla="*/ 144 w 18"/>
                  <a:gd name="T5" fmla="*/ 396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1">
                    <a:moveTo>
                      <a:pt x="11" y="0"/>
                    </a:moveTo>
                    <a:cubicBezTo>
                      <a:pt x="9" y="10"/>
                      <a:pt x="0" y="15"/>
                      <a:pt x="1" y="27"/>
                    </a:cubicBezTo>
                    <a:cubicBezTo>
                      <a:pt x="2" y="38"/>
                      <a:pt x="12" y="43"/>
                      <a:pt x="18" y="5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0" name="Freeform 272">
                <a:extLst>
                  <a:ext uri="{FF2B5EF4-FFF2-40B4-BE49-F238E27FC236}">
                    <a16:creationId xmlns:a16="http://schemas.microsoft.com/office/drawing/2014/main" id="{1E7ADA57-FFBE-47D2-A187-B872965C8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3154"/>
                <a:ext cx="57" cy="101"/>
              </a:xfrm>
              <a:custGeom>
                <a:avLst/>
                <a:gdLst>
                  <a:gd name="T0" fmla="*/ 31 w 29"/>
                  <a:gd name="T1" fmla="*/ 0 h 51"/>
                  <a:gd name="T2" fmla="*/ 55 w 29"/>
                  <a:gd name="T3" fmla="*/ 248 h 51"/>
                  <a:gd name="T4" fmla="*/ 220 w 29"/>
                  <a:gd name="T5" fmla="*/ 396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1">
                    <a:moveTo>
                      <a:pt x="4" y="0"/>
                    </a:moveTo>
                    <a:cubicBezTo>
                      <a:pt x="7" y="11"/>
                      <a:pt x="0" y="21"/>
                      <a:pt x="7" y="32"/>
                    </a:cubicBezTo>
                    <a:cubicBezTo>
                      <a:pt x="12" y="40"/>
                      <a:pt x="24" y="43"/>
                      <a:pt x="29" y="5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1" name="Freeform 273">
                <a:extLst>
                  <a:ext uri="{FF2B5EF4-FFF2-40B4-BE49-F238E27FC236}">
                    <a16:creationId xmlns:a16="http://schemas.microsoft.com/office/drawing/2014/main" id="{45D7C468-A744-4A5B-8F4E-7AF742E0E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502"/>
                <a:ext cx="99" cy="46"/>
              </a:xfrm>
              <a:custGeom>
                <a:avLst/>
                <a:gdLst>
                  <a:gd name="T0" fmla="*/ 0 w 50"/>
                  <a:gd name="T1" fmla="*/ 0 h 23"/>
                  <a:gd name="T2" fmla="*/ 71 w 50"/>
                  <a:gd name="T3" fmla="*/ 120 h 23"/>
                  <a:gd name="T4" fmla="*/ 188 w 50"/>
                  <a:gd name="T5" fmla="*/ 176 h 23"/>
                  <a:gd name="T6" fmla="*/ 388 w 50"/>
                  <a:gd name="T7" fmla="*/ 13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3">
                    <a:moveTo>
                      <a:pt x="0" y="0"/>
                    </a:moveTo>
                    <a:cubicBezTo>
                      <a:pt x="5" y="3"/>
                      <a:pt x="5" y="11"/>
                      <a:pt x="9" y="15"/>
                    </a:cubicBezTo>
                    <a:cubicBezTo>
                      <a:pt x="13" y="19"/>
                      <a:pt x="19" y="21"/>
                      <a:pt x="24" y="22"/>
                    </a:cubicBezTo>
                    <a:cubicBezTo>
                      <a:pt x="33" y="23"/>
                      <a:pt x="43" y="18"/>
                      <a:pt x="50" y="1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2" name="Freeform 274">
                <a:extLst>
                  <a:ext uri="{FF2B5EF4-FFF2-40B4-BE49-F238E27FC236}">
                    <a16:creationId xmlns:a16="http://schemas.microsoft.com/office/drawing/2014/main" id="{14BA9C40-E01D-4441-92E7-E865A8C6D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411"/>
                <a:ext cx="85" cy="66"/>
              </a:xfrm>
              <a:custGeom>
                <a:avLst/>
                <a:gdLst>
                  <a:gd name="T0" fmla="*/ 55 w 43"/>
                  <a:gd name="T1" fmla="*/ 0 h 33"/>
                  <a:gd name="T2" fmla="*/ 332 w 43"/>
                  <a:gd name="T3" fmla="*/ 20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3">
                    <a:moveTo>
                      <a:pt x="7" y="0"/>
                    </a:moveTo>
                    <a:cubicBezTo>
                      <a:pt x="0" y="27"/>
                      <a:pt x="22" y="33"/>
                      <a:pt x="43" y="2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3" name="Freeform 275">
                <a:extLst>
                  <a:ext uri="{FF2B5EF4-FFF2-40B4-BE49-F238E27FC236}">
                    <a16:creationId xmlns:a16="http://schemas.microsoft.com/office/drawing/2014/main" id="{C5E1852E-2419-43DF-8A85-B997E74CE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223"/>
                <a:ext cx="49" cy="73"/>
              </a:xfrm>
              <a:custGeom>
                <a:avLst/>
                <a:gdLst>
                  <a:gd name="T0" fmla="*/ 24 w 25"/>
                  <a:gd name="T1" fmla="*/ 0 h 37"/>
                  <a:gd name="T2" fmla="*/ 188 w 25"/>
                  <a:gd name="T3" fmla="*/ 284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7">
                    <a:moveTo>
                      <a:pt x="3" y="0"/>
                    </a:moveTo>
                    <a:cubicBezTo>
                      <a:pt x="0" y="14"/>
                      <a:pt x="6" y="36"/>
                      <a:pt x="25" y="3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4" name="Freeform 276">
                <a:extLst>
                  <a:ext uri="{FF2B5EF4-FFF2-40B4-BE49-F238E27FC236}">
                    <a16:creationId xmlns:a16="http://schemas.microsoft.com/office/drawing/2014/main" id="{56AFBF58-9D43-4924-AA98-1C61090C1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98"/>
                <a:ext cx="50" cy="91"/>
              </a:xfrm>
              <a:custGeom>
                <a:avLst/>
                <a:gdLst>
                  <a:gd name="T0" fmla="*/ 200 w 25"/>
                  <a:gd name="T1" fmla="*/ 356 h 46"/>
                  <a:gd name="T2" fmla="*/ 88 w 25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6">
                    <a:moveTo>
                      <a:pt x="25" y="46"/>
                    </a:moveTo>
                    <a:cubicBezTo>
                      <a:pt x="11" y="32"/>
                      <a:pt x="0" y="18"/>
                      <a:pt x="11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5" name="Freeform 277">
                <a:extLst>
                  <a:ext uri="{FF2B5EF4-FFF2-40B4-BE49-F238E27FC236}">
                    <a16:creationId xmlns:a16="http://schemas.microsoft.com/office/drawing/2014/main" id="{C7DDCE63-C493-440E-9463-767B50E68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3358"/>
                <a:ext cx="55" cy="71"/>
              </a:xfrm>
              <a:custGeom>
                <a:avLst/>
                <a:gdLst>
                  <a:gd name="T0" fmla="*/ 55 w 28"/>
                  <a:gd name="T1" fmla="*/ 0 h 36"/>
                  <a:gd name="T2" fmla="*/ 212 w 28"/>
                  <a:gd name="T3" fmla="*/ 276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6">
                    <a:moveTo>
                      <a:pt x="7" y="0"/>
                    </a:moveTo>
                    <a:cubicBezTo>
                      <a:pt x="0" y="18"/>
                      <a:pt x="11" y="31"/>
                      <a:pt x="28" y="3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6" name="Freeform 278">
                <a:extLst>
                  <a:ext uri="{FF2B5EF4-FFF2-40B4-BE49-F238E27FC236}">
                    <a16:creationId xmlns:a16="http://schemas.microsoft.com/office/drawing/2014/main" id="{7E019CD6-7591-44F3-A12C-2681DA372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465"/>
                <a:ext cx="87" cy="49"/>
              </a:xfrm>
              <a:custGeom>
                <a:avLst/>
                <a:gdLst>
                  <a:gd name="T0" fmla="*/ 0 w 44"/>
                  <a:gd name="T1" fmla="*/ 0 h 25"/>
                  <a:gd name="T2" fmla="*/ 148 w 44"/>
                  <a:gd name="T3" fmla="*/ 165 h 25"/>
                  <a:gd name="T4" fmla="*/ 340 w 44"/>
                  <a:gd name="T5" fmla="*/ 18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5">
                    <a:moveTo>
                      <a:pt x="0" y="0"/>
                    </a:moveTo>
                    <a:cubicBezTo>
                      <a:pt x="7" y="8"/>
                      <a:pt x="8" y="19"/>
                      <a:pt x="19" y="22"/>
                    </a:cubicBezTo>
                    <a:cubicBezTo>
                      <a:pt x="27" y="25"/>
                      <a:pt x="36" y="25"/>
                      <a:pt x="44" y="2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7" name="Freeform 279">
                <a:extLst>
                  <a:ext uri="{FF2B5EF4-FFF2-40B4-BE49-F238E27FC236}">
                    <a16:creationId xmlns:a16="http://schemas.microsoft.com/office/drawing/2014/main" id="{ED2C132B-FE53-45C2-A424-D8492916E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154"/>
                <a:ext cx="54" cy="95"/>
              </a:xfrm>
              <a:custGeom>
                <a:avLst/>
                <a:gdLst>
                  <a:gd name="T0" fmla="*/ 56 w 27"/>
                  <a:gd name="T1" fmla="*/ 0 h 48"/>
                  <a:gd name="T2" fmla="*/ 40 w 27"/>
                  <a:gd name="T3" fmla="*/ 216 h 48"/>
                  <a:gd name="T4" fmla="*/ 216 w 27"/>
                  <a:gd name="T5" fmla="*/ 37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8">
                    <a:moveTo>
                      <a:pt x="7" y="0"/>
                    </a:moveTo>
                    <a:cubicBezTo>
                      <a:pt x="5" y="10"/>
                      <a:pt x="0" y="19"/>
                      <a:pt x="5" y="28"/>
                    </a:cubicBezTo>
                    <a:cubicBezTo>
                      <a:pt x="9" y="38"/>
                      <a:pt x="17" y="45"/>
                      <a:pt x="27" y="48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8" name="Freeform 280">
                <a:extLst>
                  <a:ext uri="{FF2B5EF4-FFF2-40B4-BE49-F238E27FC236}">
                    <a16:creationId xmlns:a16="http://schemas.microsoft.com/office/drawing/2014/main" id="{C011D0FE-CB66-4CBA-A024-A70CDCDA6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938"/>
                <a:ext cx="29" cy="101"/>
              </a:xfrm>
              <a:custGeom>
                <a:avLst/>
                <a:gdLst>
                  <a:gd name="T0" fmla="*/ 108 w 15"/>
                  <a:gd name="T1" fmla="*/ 0 h 51"/>
                  <a:gd name="T2" fmla="*/ 8 w 15"/>
                  <a:gd name="T3" fmla="*/ 180 h 51"/>
                  <a:gd name="T4" fmla="*/ 56 w 15"/>
                  <a:gd name="T5" fmla="*/ 396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1">
                    <a:moveTo>
                      <a:pt x="15" y="0"/>
                    </a:moveTo>
                    <a:cubicBezTo>
                      <a:pt x="15" y="9"/>
                      <a:pt x="1" y="13"/>
                      <a:pt x="1" y="23"/>
                    </a:cubicBezTo>
                    <a:cubicBezTo>
                      <a:pt x="0" y="31"/>
                      <a:pt x="3" y="46"/>
                      <a:pt x="8" y="5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9" name="Freeform 281">
                <a:extLst>
                  <a:ext uri="{FF2B5EF4-FFF2-40B4-BE49-F238E27FC236}">
                    <a16:creationId xmlns:a16="http://schemas.microsoft.com/office/drawing/2014/main" id="{BFB76B6F-F20C-4705-90AA-27776EFAF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070"/>
                <a:ext cx="29" cy="111"/>
              </a:xfrm>
              <a:custGeom>
                <a:avLst/>
                <a:gdLst>
                  <a:gd name="T0" fmla="*/ 64 w 15"/>
                  <a:gd name="T1" fmla="*/ 0 h 56"/>
                  <a:gd name="T2" fmla="*/ 8 w 15"/>
                  <a:gd name="T3" fmla="*/ 188 h 56"/>
                  <a:gd name="T4" fmla="*/ 108 w 15"/>
                  <a:gd name="T5" fmla="*/ 436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6">
                    <a:moveTo>
                      <a:pt x="9" y="0"/>
                    </a:moveTo>
                    <a:cubicBezTo>
                      <a:pt x="9" y="8"/>
                      <a:pt x="0" y="14"/>
                      <a:pt x="1" y="24"/>
                    </a:cubicBezTo>
                    <a:cubicBezTo>
                      <a:pt x="1" y="33"/>
                      <a:pt x="10" y="48"/>
                      <a:pt x="15" y="5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0" name="Freeform 282">
                <a:extLst>
                  <a:ext uri="{FF2B5EF4-FFF2-40B4-BE49-F238E27FC236}">
                    <a16:creationId xmlns:a16="http://schemas.microsoft.com/office/drawing/2014/main" id="{C2620DB1-64C7-4A46-B893-2118801DF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3284"/>
                <a:ext cx="73" cy="68"/>
              </a:xfrm>
              <a:custGeom>
                <a:avLst/>
                <a:gdLst>
                  <a:gd name="T0" fmla="*/ 8 w 37"/>
                  <a:gd name="T1" fmla="*/ 0 h 34"/>
                  <a:gd name="T2" fmla="*/ 71 w 37"/>
                  <a:gd name="T3" fmla="*/ 200 h 34"/>
                  <a:gd name="T4" fmla="*/ 284 w 37"/>
                  <a:gd name="T5" fmla="*/ 27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4">
                    <a:moveTo>
                      <a:pt x="1" y="0"/>
                    </a:moveTo>
                    <a:cubicBezTo>
                      <a:pt x="1" y="10"/>
                      <a:pt x="0" y="19"/>
                      <a:pt x="9" y="25"/>
                    </a:cubicBezTo>
                    <a:cubicBezTo>
                      <a:pt x="17" y="31"/>
                      <a:pt x="28" y="32"/>
                      <a:pt x="37" y="3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1" name="Freeform 283">
                <a:extLst>
                  <a:ext uri="{FF2B5EF4-FFF2-40B4-BE49-F238E27FC236}">
                    <a16:creationId xmlns:a16="http://schemas.microsoft.com/office/drawing/2014/main" id="{26BE2DE8-58E5-4D21-84D2-B88A322F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3461"/>
                <a:ext cx="74" cy="59"/>
              </a:xfrm>
              <a:custGeom>
                <a:avLst/>
                <a:gdLst>
                  <a:gd name="T0" fmla="*/ 0 w 37"/>
                  <a:gd name="T1" fmla="*/ 0 h 30"/>
                  <a:gd name="T2" fmla="*/ 80 w 37"/>
                  <a:gd name="T3" fmla="*/ 205 h 30"/>
                  <a:gd name="T4" fmla="*/ 296 w 37"/>
                  <a:gd name="T5" fmla="*/ 18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0">
                    <a:moveTo>
                      <a:pt x="0" y="0"/>
                    </a:moveTo>
                    <a:cubicBezTo>
                      <a:pt x="0" y="5"/>
                      <a:pt x="2" y="23"/>
                      <a:pt x="10" y="27"/>
                    </a:cubicBezTo>
                    <a:cubicBezTo>
                      <a:pt x="16" y="30"/>
                      <a:pt x="31" y="28"/>
                      <a:pt x="37" y="2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2" name="Freeform 284">
                <a:extLst>
                  <a:ext uri="{FF2B5EF4-FFF2-40B4-BE49-F238E27FC236}">
                    <a16:creationId xmlns:a16="http://schemas.microsoft.com/office/drawing/2014/main" id="{8DFEB7D0-F225-4C6A-80D7-C6B14EC6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3344"/>
                <a:ext cx="70" cy="73"/>
              </a:xfrm>
              <a:custGeom>
                <a:avLst/>
                <a:gdLst>
                  <a:gd name="T0" fmla="*/ 0 w 35"/>
                  <a:gd name="T1" fmla="*/ 0 h 37"/>
                  <a:gd name="T2" fmla="*/ 88 w 35"/>
                  <a:gd name="T3" fmla="*/ 215 h 37"/>
                  <a:gd name="T4" fmla="*/ 280 w 35"/>
                  <a:gd name="T5" fmla="*/ 28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7">
                    <a:moveTo>
                      <a:pt x="0" y="0"/>
                    </a:moveTo>
                    <a:cubicBezTo>
                      <a:pt x="5" y="9"/>
                      <a:pt x="3" y="20"/>
                      <a:pt x="11" y="28"/>
                    </a:cubicBezTo>
                    <a:cubicBezTo>
                      <a:pt x="17" y="33"/>
                      <a:pt x="27" y="37"/>
                      <a:pt x="35" y="3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3" name="Freeform 285">
                <a:extLst>
                  <a:ext uri="{FF2B5EF4-FFF2-40B4-BE49-F238E27FC236}">
                    <a16:creationId xmlns:a16="http://schemas.microsoft.com/office/drawing/2014/main" id="{5512AD84-9E96-42EA-9857-B318D301E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3225"/>
                <a:ext cx="64" cy="89"/>
              </a:xfrm>
              <a:custGeom>
                <a:avLst/>
                <a:gdLst>
                  <a:gd name="T0" fmla="*/ 24 w 32"/>
                  <a:gd name="T1" fmla="*/ 0 h 45"/>
                  <a:gd name="T2" fmla="*/ 48 w 32"/>
                  <a:gd name="T3" fmla="*/ 216 h 45"/>
                  <a:gd name="T4" fmla="*/ 256 w 32"/>
                  <a:gd name="T5" fmla="*/ 34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5">
                    <a:moveTo>
                      <a:pt x="3" y="0"/>
                    </a:moveTo>
                    <a:cubicBezTo>
                      <a:pt x="7" y="10"/>
                      <a:pt x="0" y="18"/>
                      <a:pt x="6" y="28"/>
                    </a:cubicBezTo>
                    <a:cubicBezTo>
                      <a:pt x="11" y="37"/>
                      <a:pt x="22" y="42"/>
                      <a:pt x="32" y="4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4" name="Freeform 286">
                <a:extLst>
                  <a:ext uri="{FF2B5EF4-FFF2-40B4-BE49-F238E27FC236}">
                    <a16:creationId xmlns:a16="http://schemas.microsoft.com/office/drawing/2014/main" id="{9B75AB23-D395-4BA8-9F10-530A2A53F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306"/>
                <a:ext cx="53" cy="75"/>
              </a:xfrm>
              <a:custGeom>
                <a:avLst/>
                <a:gdLst>
                  <a:gd name="T0" fmla="*/ 0 w 27"/>
                  <a:gd name="T1" fmla="*/ 0 h 38"/>
                  <a:gd name="T2" fmla="*/ 204 w 27"/>
                  <a:gd name="T3" fmla="*/ 29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0" y="0"/>
                    </a:moveTo>
                    <a:cubicBezTo>
                      <a:pt x="4" y="20"/>
                      <a:pt x="10" y="27"/>
                      <a:pt x="27" y="38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5" name="Freeform 287">
                <a:extLst>
                  <a:ext uri="{FF2B5EF4-FFF2-40B4-BE49-F238E27FC236}">
                    <a16:creationId xmlns:a16="http://schemas.microsoft.com/office/drawing/2014/main" id="{DD0C24F4-7189-46EC-882B-9DC702C5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411"/>
                <a:ext cx="71" cy="71"/>
              </a:xfrm>
              <a:custGeom>
                <a:avLst/>
                <a:gdLst>
                  <a:gd name="T0" fmla="*/ 0 w 36"/>
                  <a:gd name="T1" fmla="*/ 0 h 36"/>
                  <a:gd name="T2" fmla="*/ 276 w 36"/>
                  <a:gd name="T3" fmla="*/ 276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6">
                    <a:moveTo>
                      <a:pt x="0" y="0"/>
                    </a:moveTo>
                    <a:cubicBezTo>
                      <a:pt x="1" y="26"/>
                      <a:pt x="15" y="31"/>
                      <a:pt x="36" y="3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6" name="Freeform 288">
                <a:extLst>
                  <a:ext uri="{FF2B5EF4-FFF2-40B4-BE49-F238E27FC236}">
                    <a16:creationId xmlns:a16="http://schemas.microsoft.com/office/drawing/2014/main" id="{5387ED93-9A18-4C1B-BB33-7DCFC0ABF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544"/>
                <a:ext cx="57" cy="41"/>
              </a:xfrm>
              <a:custGeom>
                <a:avLst/>
                <a:gdLst>
                  <a:gd name="T0" fmla="*/ 0 w 29"/>
                  <a:gd name="T1" fmla="*/ 0 h 21"/>
                  <a:gd name="T2" fmla="*/ 220 w 29"/>
                  <a:gd name="T3" fmla="*/ 15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1">
                    <a:moveTo>
                      <a:pt x="0" y="0"/>
                    </a:moveTo>
                    <a:cubicBezTo>
                      <a:pt x="8" y="9"/>
                      <a:pt x="24" y="15"/>
                      <a:pt x="29" y="2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7" name="Freeform 289">
                <a:extLst>
                  <a:ext uri="{FF2B5EF4-FFF2-40B4-BE49-F238E27FC236}">
                    <a16:creationId xmlns:a16="http://schemas.microsoft.com/office/drawing/2014/main" id="{D1ADE9A6-6622-49DB-9CCE-FDC1EB7D2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514"/>
                <a:ext cx="87" cy="42"/>
              </a:xfrm>
              <a:custGeom>
                <a:avLst/>
                <a:gdLst>
                  <a:gd name="T0" fmla="*/ 0 w 44"/>
                  <a:gd name="T1" fmla="*/ 0 h 21"/>
                  <a:gd name="T2" fmla="*/ 71 w 44"/>
                  <a:gd name="T3" fmla="*/ 128 h 21"/>
                  <a:gd name="T4" fmla="*/ 184 w 44"/>
                  <a:gd name="T5" fmla="*/ 160 h 21"/>
                  <a:gd name="T6" fmla="*/ 340 w 44"/>
                  <a:gd name="T7" fmla="*/ 16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3" y="4"/>
                      <a:pt x="5" y="11"/>
                      <a:pt x="9" y="16"/>
                    </a:cubicBezTo>
                    <a:cubicBezTo>
                      <a:pt x="14" y="17"/>
                      <a:pt x="19" y="20"/>
                      <a:pt x="24" y="20"/>
                    </a:cubicBezTo>
                    <a:cubicBezTo>
                      <a:pt x="31" y="21"/>
                      <a:pt x="37" y="20"/>
                      <a:pt x="44" y="2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8" name="Freeform 290">
                <a:extLst>
                  <a:ext uri="{FF2B5EF4-FFF2-40B4-BE49-F238E27FC236}">
                    <a16:creationId xmlns:a16="http://schemas.microsoft.com/office/drawing/2014/main" id="{3C49A99E-0FEC-4F16-8B46-DD206AE32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581"/>
                <a:ext cx="113" cy="38"/>
              </a:xfrm>
              <a:custGeom>
                <a:avLst/>
                <a:gdLst>
                  <a:gd name="T0" fmla="*/ 0 w 57"/>
                  <a:gd name="T1" fmla="*/ 112 h 19"/>
                  <a:gd name="T2" fmla="*/ 0 w 57"/>
                  <a:gd name="T3" fmla="*/ 136 h 19"/>
                  <a:gd name="T4" fmla="*/ 240 w 57"/>
                  <a:gd name="T5" fmla="*/ 32 h 19"/>
                  <a:gd name="T6" fmla="*/ 444 w 57"/>
                  <a:gd name="T7" fmla="*/ 15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19">
                    <a:moveTo>
                      <a:pt x="0" y="14"/>
                    </a:moveTo>
                    <a:cubicBezTo>
                      <a:pt x="0" y="15"/>
                      <a:pt x="0" y="16"/>
                      <a:pt x="0" y="17"/>
                    </a:cubicBezTo>
                    <a:cubicBezTo>
                      <a:pt x="11" y="10"/>
                      <a:pt x="17" y="0"/>
                      <a:pt x="31" y="4"/>
                    </a:cubicBezTo>
                    <a:cubicBezTo>
                      <a:pt x="41" y="7"/>
                      <a:pt x="48" y="15"/>
                      <a:pt x="57" y="1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9" name="Freeform 291">
                <a:extLst>
                  <a:ext uri="{FF2B5EF4-FFF2-40B4-BE49-F238E27FC236}">
                    <a16:creationId xmlns:a16="http://schemas.microsoft.com/office/drawing/2014/main" id="{4EF6F30F-3DC0-4600-9DC7-EAD793D2C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577"/>
                <a:ext cx="466" cy="44"/>
              </a:xfrm>
              <a:custGeom>
                <a:avLst/>
                <a:gdLst>
                  <a:gd name="T0" fmla="*/ 0 w 235"/>
                  <a:gd name="T1" fmla="*/ 168 h 22"/>
                  <a:gd name="T2" fmla="*/ 256 w 235"/>
                  <a:gd name="T3" fmla="*/ 40 h 22"/>
                  <a:gd name="T4" fmla="*/ 492 w 235"/>
                  <a:gd name="T5" fmla="*/ 160 h 22"/>
                  <a:gd name="T6" fmla="*/ 664 w 235"/>
                  <a:gd name="T7" fmla="*/ 56 h 22"/>
                  <a:gd name="T8" fmla="*/ 771 w 235"/>
                  <a:gd name="T9" fmla="*/ 56 h 22"/>
                  <a:gd name="T10" fmla="*/ 976 w 235"/>
                  <a:gd name="T11" fmla="*/ 160 h 22"/>
                  <a:gd name="T12" fmla="*/ 1085 w 235"/>
                  <a:gd name="T13" fmla="*/ 56 h 22"/>
                  <a:gd name="T14" fmla="*/ 1239 w 235"/>
                  <a:gd name="T15" fmla="*/ 24 h 22"/>
                  <a:gd name="T16" fmla="*/ 1444 w 235"/>
                  <a:gd name="T17" fmla="*/ 168 h 22"/>
                  <a:gd name="T18" fmla="*/ 1636 w 235"/>
                  <a:gd name="T19" fmla="*/ 32 h 22"/>
                  <a:gd name="T20" fmla="*/ 1832 w 235"/>
                  <a:gd name="T21" fmla="*/ 168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5" h="22">
                    <a:moveTo>
                      <a:pt x="0" y="21"/>
                    </a:moveTo>
                    <a:cubicBezTo>
                      <a:pt x="12" y="21"/>
                      <a:pt x="19" y="4"/>
                      <a:pt x="33" y="5"/>
                    </a:cubicBezTo>
                    <a:cubicBezTo>
                      <a:pt x="44" y="6"/>
                      <a:pt x="53" y="22"/>
                      <a:pt x="63" y="20"/>
                    </a:cubicBezTo>
                    <a:cubicBezTo>
                      <a:pt x="69" y="18"/>
                      <a:pt x="78" y="10"/>
                      <a:pt x="85" y="7"/>
                    </a:cubicBezTo>
                    <a:cubicBezTo>
                      <a:pt x="91" y="5"/>
                      <a:pt x="93" y="4"/>
                      <a:pt x="99" y="7"/>
                    </a:cubicBezTo>
                    <a:cubicBezTo>
                      <a:pt x="108" y="10"/>
                      <a:pt x="118" y="15"/>
                      <a:pt x="125" y="20"/>
                    </a:cubicBezTo>
                    <a:cubicBezTo>
                      <a:pt x="127" y="15"/>
                      <a:pt x="134" y="11"/>
                      <a:pt x="139" y="7"/>
                    </a:cubicBezTo>
                    <a:cubicBezTo>
                      <a:pt x="147" y="2"/>
                      <a:pt x="150" y="0"/>
                      <a:pt x="159" y="3"/>
                    </a:cubicBezTo>
                    <a:cubicBezTo>
                      <a:pt x="169" y="6"/>
                      <a:pt x="178" y="15"/>
                      <a:pt x="185" y="21"/>
                    </a:cubicBezTo>
                    <a:cubicBezTo>
                      <a:pt x="187" y="11"/>
                      <a:pt x="201" y="3"/>
                      <a:pt x="210" y="4"/>
                    </a:cubicBezTo>
                    <a:cubicBezTo>
                      <a:pt x="220" y="5"/>
                      <a:pt x="229" y="15"/>
                      <a:pt x="235" y="2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0" name="Freeform 292">
                <a:extLst>
                  <a:ext uri="{FF2B5EF4-FFF2-40B4-BE49-F238E27FC236}">
                    <a16:creationId xmlns:a16="http://schemas.microsoft.com/office/drawing/2014/main" id="{D6935D28-9BF0-4636-BB73-323A39881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577"/>
                <a:ext cx="489" cy="42"/>
              </a:xfrm>
              <a:custGeom>
                <a:avLst/>
                <a:gdLst>
                  <a:gd name="T0" fmla="*/ 0 w 247"/>
                  <a:gd name="T1" fmla="*/ 152 h 21"/>
                  <a:gd name="T2" fmla="*/ 271 w 247"/>
                  <a:gd name="T3" fmla="*/ 24 h 21"/>
                  <a:gd name="T4" fmla="*/ 505 w 247"/>
                  <a:gd name="T5" fmla="*/ 160 h 21"/>
                  <a:gd name="T6" fmla="*/ 808 w 247"/>
                  <a:gd name="T7" fmla="*/ 16 h 21"/>
                  <a:gd name="T8" fmla="*/ 968 w 247"/>
                  <a:gd name="T9" fmla="*/ 96 h 21"/>
                  <a:gd name="T10" fmla="*/ 1077 w 247"/>
                  <a:gd name="T11" fmla="*/ 168 h 21"/>
                  <a:gd name="T12" fmla="*/ 1220 w 247"/>
                  <a:gd name="T13" fmla="*/ 72 h 21"/>
                  <a:gd name="T14" fmla="*/ 1340 w 247"/>
                  <a:gd name="T15" fmla="*/ 48 h 21"/>
                  <a:gd name="T16" fmla="*/ 1560 w 247"/>
                  <a:gd name="T17" fmla="*/ 152 h 21"/>
                  <a:gd name="T18" fmla="*/ 1724 w 247"/>
                  <a:gd name="T19" fmla="*/ 72 h 21"/>
                  <a:gd name="T20" fmla="*/ 1916 w 247"/>
                  <a:gd name="T21" fmla="*/ 168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7" h="21">
                    <a:moveTo>
                      <a:pt x="0" y="19"/>
                    </a:moveTo>
                    <a:cubicBezTo>
                      <a:pt x="12" y="12"/>
                      <a:pt x="21" y="0"/>
                      <a:pt x="35" y="3"/>
                    </a:cubicBezTo>
                    <a:cubicBezTo>
                      <a:pt x="47" y="6"/>
                      <a:pt x="55" y="14"/>
                      <a:pt x="65" y="20"/>
                    </a:cubicBezTo>
                    <a:cubicBezTo>
                      <a:pt x="71" y="11"/>
                      <a:pt x="92" y="0"/>
                      <a:pt x="104" y="2"/>
                    </a:cubicBezTo>
                    <a:cubicBezTo>
                      <a:pt x="112" y="3"/>
                      <a:pt x="118" y="8"/>
                      <a:pt x="125" y="12"/>
                    </a:cubicBezTo>
                    <a:cubicBezTo>
                      <a:pt x="127" y="14"/>
                      <a:pt x="137" y="21"/>
                      <a:pt x="139" y="21"/>
                    </a:cubicBezTo>
                    <a:cubicBezTo>
                      <a:pt x="144" y="20"/>
                      <a:pt x="152" y="11"/>
                      <a:pt x="157" y="9"/>
                    </a:cubicBezTo>
                    <a:cubicBezTo>
                      <a:pt x="162" y="7"/>
                      <a:pt x="167" y="5"/>
                      <a:pt x="173" y="6"/>
                    </a:cubicBezTo>
                    <a:cubicBezTo>
                      <a:pt x="182" y="7"/>
                      <a:pt x="193" y="15"/>
                      <a:pt x="201" y="19"/>
                    </a:cubicBezTo>
                    <a:cubicBezTo>
                      <a:pt x="204" y="12"/>
                      <a:pt x="214" y="9"/>
                      <a:pt x="222" y="9"/>
                    </a:cubicBezTo>
                    <a:cubicBezTo>
                      <a:pt x="234" y="9"/>
                      <a:pt x="239" y="16"/>
                      <a:pt x="247" y="2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1" name="Freeform 293">
                <a:extLst>
                  <a:ext uri="{FF2B5EF4-FFF2-40B4-BE49-F238E27FC236}">
                    <a16:creationId xmlns:a16="http://schemas.microsoft.com/office/drawing/2014/main" id="{BE0CB14E-0BCF-4ABA-831C-23A73C91C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589"/>
                <a:ext cx="392" cy="32"/>
              </a:xfrm>
              <a:custGeom>
                <a:avLst/>
                <a:gdLst>
                  <a:gd name="T0" fmla="*/ 0 w 198"/>
                  <a:gd name="T1" fmla="*/ 112 h 16"/>
                  <a:gd name="T2" fmla="*/ 208 w 198"/>
                  <a:gd name="T3" fmla="*/ 32 h 16"/>
                  <a:gd name="T4" fmla="*/ 301 w 198"/>
                  <a:gd name="T5" fmla="*/ 88 h 16"/>
                  <a:gd name="T6" fmla="*/ 372 w 198"/>
                  <a:gd name="T7" fmla="*/ 104 h 16"/>
                  <a:gd name="T8" fmla="*/ 568 w 198"/>
                  <a:gd name="T9" fmla="*/ 24 h 16"/>
                  <a:gd name="T10" fmla="*/ 659 w 198"/>
                  <a:gd name="T11" fmla="*/ 80 h 16"/>
                  <a:gd name="T12" fmla="*/ 729 w 198"/>
                  <a:gd name="T13" fmla="*/ 128 h 16"/>
                  <a:gd name="T14" fmla="*/ 855 w 198"/>
                  <a:gd name="T15" fmla="*/ 48 h 16"/>
                  <a:gd name="T16" fmla="*/ 976 w 198"/>
                  <a:gd name="T17" fmla="*/ 32 h 16"/>
                  <a:gd name="T18" fmla="*/ 1077 w 198"/>
                  <a:gd name="T19" fmla="*/ 96 h 16"/>
                  <a:gd name="T20" fmla="*/ 1132 w 198"/>
                  <a:gd name="T21" fmla="*/ 104 h 16"/>
                  <a:gd name="T22" fmla="*/ 1188 w 198"/>
                  <a:gd name="T23" fmla="*/ 64 h 16"/>
                  <a:gd name="T24" fmla="*/ 1273 w 198"/>
                  <a:gd name="T25" fmla="*/ 32 h 16"/>
                  <a:gd name="T26" fmla="*/ 1356 w 198"/>
                  <a:gd name="T27" fmla="*/ 24 h 16"/>
                  <a:gd name="T28" fmla="*/ 1457 w 198"/>
                  <a:gd name="T29" fmla="*/ 64 h 16"/>
                  <a:gd name="T30" fmla="*/ 1536 w 198"/>
                  <a:gd name="T31" fmla="*/ 112 h 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8" h="16">
                    <a:moveTo>
                      <a:pt x="0" y="14"/>
                    </a:moveTo>
                    <a:cubicBezTo>
                      <a:pt x="8" y="9"/>
                      <a:pt x="17" y="0"/>
                      <a:pt x="27" y="4"/>
                    </a:cubicBezTo>
                    <a:cubicBezTo>
                      <a:pt x="31" y="6"/>
                      <a:pt x="36" y="9"/>
                      <a:pt x="39" y="11"/>
                    </a:cubicBezTo>
                    <a:cubicBezTo>
                      <a:pt x="44" y="14"/>
                      <a:pt x="43" y="15"/>
                      <a:pt x="48" y="13"/>
                    </a:cubicBezTo>
                    <a:cubicBezTo>
                      <a:pt x="55" y="9"/>
                      <a:pt x="64" y="1"/>
                      <a:pt x="73" y="3"/>
                    </a:cubicBezTo>
                    <a:cubicBezTo>
                      <a:pt x="78" y="4"/>
                      <a:pt x="81" y="8"/>
                      <a:pt x="85" y="10"/>
                    </a:cubicBezTo>
                    <a:cubicBezTo>
                      <a:pt x="88" y="12"/>
                      <a:pt x="91" y="14"/>
                      <a:pt x="94" y="16"/>
                    </a:cubicBezTo>
                    <a:cubicBezTo>
                      <a:pt x="97" y="11"/>
                      <a:pt x="105" y="9"/>
                      <a:pt x="110" y="6"/>
                    </a:cubicBezTo>
                    <a:cubicBezTo>
                      <a:pt x="115" y="4"/>
                      <a:pt x="121" y="2"/>
                      <a:pt x="126" y="4"/>
                    </a:cubicBezTo>
                    <a:cubicBezTo>
                      <a:pt x="130" y="5"/>
                      <a:pt x="136" y="9"/>
                      <a:pt x="139" y="12"/>
                    </a:cubicBezTo>
                    <a:cubicBezTo>
                      <a:pt x="143" y="14"/>
                      <a:pt x="143" y="16"/>
                      <a:pt x="146" y="13"/>
                    </a:cubicBezTo>
                    <a:cubicBezTo>
                      <a:pt x="149" y="12"/>
                      <a:pt x="150" y="9"/>
                      <a:pt x="153" y="8"/>
                    </a:cubicBezTo>
                    <a:cubicBezTo>
                      <a:pt x="156" y="6"/>
                      <a:pt x="160" y="6"/>
                      <a:pt x="164" y="4"/>
                    </a:cubicBezTo>
                    <a:cubicBezTo>
                      <a:pt x="169" y="3"/>
                      <a:pt x="170" y="2"/>
                      <a:pt x="175" y="3"/>
                    </a:cubicBezTo>
                    <a:cubicBezTo>
                      <a:pt x="180" y="4"/>
                      <a:pt x="183" y="5"/>
                      <a:pt x="188" y="8"/>
                    </a:cubicBezTo>
                    <a:cubicBezTo>
                      <a:pt x="191" y="10"/>
                      <a:pt x="196" y="12"/>
                      <a:pt x="198" y="1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2" name="Freeform 294">
                <a:extLst>
                  <a:ext uri="{FF2B5EF4-FFF2-40B4-BE49-F238E27FC236}">
                    <a16:creationId xmlns:a16="http://schemas.microsoft.com/office/drawing/2014/main" id="{6DF9BC9A-24E2-423A-8BAF-AFC4A0495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581"/>
                <a:ext cx="390" cy="38"/>
              </a:xfrm>
              <a:custGeom>
                <a:avLst/>
                <a:gdLst>
                  <a:gd name="T0" fmla="*/ 0 w 197"/>
                  <a:gd name="T1" fmla="*/ 152 h 19"/>
                  <a:gd name="T2" fmla="*/ 141 w 197"/>
                  <a:gd name="T3" fmla="*/ 24 h 19"/>
                  <a:gd name="T4" fmla="*/ 263 w 197"/>
                  <a:gd name="T5" fmla="*/ 64 h 19"/>
                  <a:gd name="T6" fmla="*/ 341 w 197"/>
                  <a:gd name="T7" fmla="*/ 96 h 19"/>
                  <a:gd name="T8" fmla="*/ 380 w 197"/>
                  <a:gd name="T9" fmla="*/ 120 h 19"/>
                  <a:gd name="T10" fmla="*/ 436 w 197"/>
                  <a:gd name="T11" fmla="*/ 136 h 19"/>
                  <a:gd name="T12" fmla="*/ 580 w 197"/>
                  <a:gd name="T13" fmla="*/ 48 h 19"/>
                  <a:gd name="T14" fmla="*/ 651 w 197"/>
                  <a:gd name="T15" fmla="*/ 80 h 19"/>
                  <a:gd name="T16" fmla="*/ 736 w 197"/>
                  <a:gd name="T17" fmla="*/ 128 h 19"/>
                  <a:gd name="T18" fmla="*/ 776 w 197"/>
                  <a:gd name="T19" fmla="*/ 152 h 19"/>
                  <a:gd name="T20" fmla="*/ 863 w 197"/>
                  <a:gd name="T21" fmla="*/ 96 h 19"/>
                  <a:gd name="T22" fmla="*/ 1061 w 197"/>
                  <a:gd name="T23" fmla="*/ 64 h 19"/>
                  <a:gd name="T24" fmla="*/ 1132 w 197"/>
                  <a:gd name="T25" fmla="*/ 112 h 19"/>
                  <a:gd name="T26" fmla="*/ 1180 w 197"/>
                  <a:gd name="T27" fmla="*/ 152 h 19"/>
                  <a:gd name="T28" fmla="*/ 1204 w 197"/>
                  <a:gd name="T29" fmla="*/ 128 h 19"/>
                  <a:gd name="T30" fmla="*/ 1273 w 197"/>
                  <a:gd name="T31" fmla="*/ 96 h 19"/>
                  <a:gd name="T32" fmla="*/ 1512 w 197"/>
                  <a:gd name="T33" fmla="*/ 8 h 19"/>
                  <a:gd name="T34" fmla="*/ 1528 w 197"/>
                  <a:gd name="T35" fmla="*/ 0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7" h="19">
                    <a:moveTo>
                      <a:pt x="0" y="19"/>
                    </a:moveTo>
                    <a:cubicBezTo>
                      <a:pt x="7" y="16"/>
                      <a:pt x="10" y="5"/>
                      <a:pt x="18" y="3"/>
                    </a:cubicBezTo>
                    <a:cubicBezTo>
                      <a:pt x="23" y="1"/>
                      <a:pt x="29" y="6"/>
                      <a:pt x="34" y="8"/>
                    </a:cubicBezTo>
                    <a:cubicBezTo>
                      <a:pt x="37" y="9"/>
                      <a:pt x="41" y="10"/>
                      <a:pt x="44" y="12"/>
                    </a:cubicBezTo>
                    <a:cubicBezTo>
                      <a:pt x="46" y="13"/>
                      <a:pt x="47" y="15"/>
                      <a:pt x="49" y="15"/>
                    </a:cubicBezTo>
                    <a:cubicBezTo>
                      <a:pt x="51" y="16"/>
                      <a:pt x="54" y="16"/>
                      <a:pt x="56" y="17"/>
                    </a:cubicBezTo>
                    <a:cubicBezTo>
                      <a:pt x="59" y="13"/>
                      <a:pt x="69" y="5"/>
                      <a:pt x="75" y="6"/>
                    </a:cubicBezTo>
                    <a:cubicBezTo>
                      <a:pt x="78" y="6"/>
                      <a:pt x="81" y="9"/>
                      <a:pt x="84" y="10"/>
                    </a:cubicBezTo>
                    <a:cubicBezTo>
                      <a:pt x="88" y="11"/>
                      <a:pt x="92" y="13"/>
                      <a:pt x="95" y="16"/>
                    </a:cubicBezTo>
                    <a:cubicBezTo>
                      <a:pt x="96" y="17"/>
                      <a:pt x="99" y="19"/>
                      <a:pt x="100" y="19"/>
                    </a:cubicBezTo>
                    <a:cubicBezTo>
                      <a:pt x="103" y="19"/>
                      <a:pt x="108" y="13"/>
                      <a:pt x="111" y="12"/>
                    </a:cubicBezTo>
                    <a:cubicBezTo>
                      <a:pt x="118" y="9"/>
                      <a:pt x="129" y="4"/>
                      <a:pt x="137" y="8"/>
                    </a:cubicBezTo>
                    <a:cubicBezTo>
                      <a:pt x="140" y="9"/>
                      <a:pt x="143" y="12"/>
                      <a:pt x="146" y="14"/>
                    </a:cubicBezTo>
                    <a:cubicBezTo>
                      <a:pt x="147" y="15"/>
                      <a:pt x="150" y="19"/>
                      <a:pt x="152" y="19"/>
                    </a:cubicBezTo>
                    <a:cubicBezTo>
                      <a:pt x="153" y="19"/>
                      <a:pt x="154" y="17"/>
                      <a:pt x="155" y="16"/>
                    </a:cubicBezTo>
                    <a:cubicBezTo>
                      <a:pt x="158" y="14"/>
                      <a:pt x="161" y="13"/>
                      <a:pt x="164" y="12"/>
                    </a:cubicBezTo>
                    <a:cubicBezTo>
                      <a:pt x="174" y="7"/>
                      <a:pt x="185" y="6"/>
                      <a:pt x="195" y="1"/>
                    </a:cubicBezTo>
                    <a:cubicBezTo>
                      <a:pt x="195" y="0"/>
                      <a:pt x="197" y="0"/>
                      <a:pt x="197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3" name="Freeform 295">
                <a:extLst>
                  <a:ext uri="{FF2B5EF4-FFF2-40B4-BE49-F238E27FC236}">
                    <a16:creationId xmlns:a16="http://schemas.microsoft.com/office/drawing/2014/main" id="{E90E1DFE-23CF-4BD1-A2AA-B3D98A64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569"/>
                <a:ext cx="129" cy="26"/>
              </a:xfrm>
              <a:custGeom>
                <a:avLst/>
                <a:gdLst>
                  <a:gd name="T0" fmla="*/ 0 w 65"/>
                  <a:gd name="T1" fmla="*/ 96 h 13"/>
                  <a:gd name="T2" fmla="*/ 288 w 65"/>
                  <a:gd name="T3" fmla="*/ 16 h 13"/>
                  <a:gd name="T4" fmla="*/ 437 w 65"/>
                  <a:gd name="T5" fmla="*/ 56 h 13"/>
                  <a:gd name="T6" fmla="*/ 508 w 65"/>
                  <a:gd name="T7" fmla="*/ 9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3">
                    <a:moveTo>
                      <a:pt x="0" y="12"/>
                    </a:moveTo>
                    <a:cubicBezTo>
                      <a:pt x="13" y="13"/>
                      <a:pt x="23" y="0"/>
                      <a:pt x="37" y="2"/>
                    </a:cubicBezTo>
                    <a:cubicBezTo>
                      <a:pt x="44" y="3"/>
                      <a:pt x="50" y="4"/>
                      <a:pt x="56" y="7"/>
                    </a:cubicBezTo>
                    <a:cubicBezTo>
                      <a:pt x="59" y="8"/>
                      <a:pt x="61" y="10"/>
                      <a:pt x="65" y="1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4" name="Freeform 296">
                <a:extLst>
                  <a:ext uri="{FF2B5EF4-FFF2-40B4-BE49-F238E27FC236}">
                    <a16:creationId xmlns:a16="http://schemas.microsoft.com/office/drawing/2014/main" id="{67752424-44D5-4E04-8DBD-D377453D5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559"/>
                <a:ext cx="112" cy="26"/>
              </a:xfrm>
              <a:custGeom>
                <a:avLst/>
                <a:gdLst>
                  <a:gd name="T0" fmla="*/ 0 w 57"/>
                  <a:gd name="T1" fmla="*/ 104 h 13"/>
                  <a:gd name="T2" fmla="*/ 165 w 57"/>
                  <a:gd name="T3" fmla="*/ 16 h 13"/>
                  <a:gd name="T4" fmla="*/ 305 w 57"/>
                  <a:gd name="T5" fmla="*/ 24 h 13"/>
                  <a:gd name="T6" fmla="*/ 432 w 57"/>
                  <a:gd name="T7" fmla="*/ 8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13">
                    <a:moveTo>
                      <a:pt x="0" y="13"/>
                    </a:moveTo>
                    <a:cubicBezTo>
                      <a:pt x="3" y="9"/>
                      <a:pt x="17" y="3"/>
                      <a:pt x="22" y="2"/>
                    </a:cubicBezTo>
                    <a:cubicBezTo>
                      <a:pt x="28" y="0"/>
                      <a:pt x="34" y="1"/>
                      <a:pt x="40" y="3"/>
                    </a:cubicBezTo>
                    <a:cubicBezTo>
                      <a:pt x="44" y="4"/>
                      <a:pt x="56" y="8"/>
                      <a:pt x="57" y="1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5" name="Freeform 297">
                <a:extLst>
                  <a:ext uri="{FF2B5EF4-FFF2-40B4-BE49-F238E27FC236}">
                    <a16:creationId xmlns:a16="http://schemas.microsoft.com/office/drawing/2014/main" id="{81458A9B-43A4-463E-BE78-DF42F37F6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571"/>
                <a:ext cx="101" cy="22"/>
              </a:xfrm>
              <a:custGeom>
                <a:avLst/>
                <a:gdLst>
                  <a:gd name="T0" fmla="*/ 396 w 51"/>
                  <a:gd name="T1" fmla="*/ 72 h 11"/>
                  <a:gd name="T2" fmla="*/ 309 w 51"/>
                  <a:gd name="T3" fmla="*/ 48 h 11"/>
                  <a:gd name="T4" fmla="*/ 164 w 51"/>
                  <a:gd name="T5" fmla="*/ 8 h 11"/>
                  <a:gd name="T6" fmla="*/ 0 w 51"/>
                  <a:gd name="T7" fmla="*/ 7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1">
                    <a:moveTo>
                      <a:pt x="51" y="9"/>
                    </a:moveTo>
                    <a:cubicBezTo>
                      <a:pt x="47" y="11"/>
                      <a:pt x="43" y="8"/>
                      <a:pt x="40" y="6"/>
                    </a:cubicBezTo>
                    <a:cubicBezTo>
                      <a:pt x="34" y="3"/>
                      <a:pt x="27" y="0"/>
                      <a:pt x="21" y="1"/>
                    </a:cubicBezTo>
                    <a:cubicBezTo>
                      <a:pt x="15" y="1"/>
                      <a:pt x="4" y="3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6" name="Freeform 298">
                <a:extLst>
                  <a:ext uri="{FF2B5EF4-FFF2-40B4-BE49-F238E27FC236}">
                    <a16:creationId xmlns:a16="http://schemas.microsoft.com/office/drawing/2014/main" id="{F9627EC1-E40C-40A1-B5AD-AB74A897D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554"/>
                <a:ext cx="333" cy="31"/>
              </a:xfrm>
              <a:custGeom>
                <a:avLst/>
                <a:gdLst>
                  <a:gd name="T0" fmla="*/ 0 w 168"/>
                  <a:gd name="T1" fmla="*/ 101 h 16"/>
                  <a:gd name="T2" fmla="*/ 224 w 168"/>
                  <a:gd name="T3" fmla="*/ 31 h 16"/>
                  <a:gd name="T4" fmla="*/ 365 w 168"/>
                  <a:gd name="T5" fmla="*/ 101 h 16"/>
                  <a:gd name="T6" fmla="*/ 531 w 168"/>
                  <a:gd name="T7" fmla="*/ 45 h 16"/>
                  <a:gd name="T8" fmla="*/ 716 w 168"/>
                  <a:gd name="T9" fmla="*/ 37 h 16"/>
                  <a:gd name="T10" fmla="*/ 817 w 168"/>
                  <a:gd name="T11" fmla="*/ 87 h 16"/>
                  <a:gd name="T12" fmla="*/ 951 w 168"/>
                  <a:gd name="T13" fmla="*/ 45 h 16"/>
                  <a:gd name="T14" fmla="*/ 1191 w 168"/>
                  <a:gd name="T15" fmla="*/ 37 h 16"/>
                  <a:gd name="T16" fmla="*/ 1308 w 168"/>
                  <a:gd name="T17" fmla="*/ 93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8" h="16">
                    <a:moveTo>
                      <a:pt x="0" y="14"/>
                    </a:moveTo>
                    <a:cubicBezTo>
                      <a:pt x="11" y="15"/>
                      <a:pt x="18" y="3"/>
                      <a:pt x="29" y="4"/>
                    </a:cubicBezTo>
                    <a:cubicBezTo>
                      <a:pt x="36" y="6"/>
                      <a:pt x="41" y="12"/>
                      <a:pt x="47" y="14"/>
                    </a:cubicBezTo>
                    <a:cubicBezTo>
                      <a:pt x="53" y="16"/>
                      <a:pt x="63" y="9"/>
                      <a:pt x="68" y="6"/>
                    </a:cubicBezTo>
                    <a:cubicBezTo>
                      <a:pt x="77" y="1"/>
                      <a:pt x="83" y="0"/>
                      <a:pt x="92" y="5"/>
                    </a:cubicBezTo>
                    <a:cubicBezTo>
                      <a:pt x="96" y="7"/>
                      <a:pt x="101" y="11"/>
                      <a:pt x="105" y="12"/>
                    </a:cubicBezTo>
                    <a:cubicBezTo>
                      <a:pt x="111" y="14"/>
                      <a:pt x="116" y="8"/>
                      <a:pt x="122" y="6"/>
                    </a:cubicBezTo>
                    <a:cubicBezTo>
                      <a:pt x="131" y="3"/>
                      <a:pt x="145" y="1"/>
                      <a:pt x="153" y="5"/>
                    </a:cubicBezTo>
                    <a:cubicBezTo>
                      <a:pt x="158" y="8"/>
                      <a:pt x="163" y="11"/>
                      <a:pt x="168" y="1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7" name="Freeform 299">
                <a:extLst>
                  <a:ext uri="{FF2B5EF4-FFF2-40B4-BE49-F238E27FC236}">
                    <a16:creationId xmlns:a16="http://schemas.microsoft.com/office/drawing/2014/main" id="{049479A7-BF14-4897-9EC0-19ED3B2A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552"/>
                <a:ext cx="429" cy="51"/>
              </a:xfrm>
              <a:custGeom>
                <a:avLst/>
                <a:gdLst>
                  <a:gd name="T0" fmla="*/ 0 w 217"/>
                  <a:gd name="T1" fmla="*/ 120 h 26"/>
                  <a:gd name="T2" fmla="*/ 255 w 217"/>
                  <a:gd name="T3" fmla="*/ 8 h 26"/>
                  <a:gd name="T4" fmla="*/ 403 w 217"/>
                  <a:gd name="T5" fmla="*/ 112 h 26"/>
                  <a:gd name="T6" fmla="*/ 563 w 217"/>
                  <a:gd name="T7" fmla="*/ 84 h 26"/>
                  <a:gd name="T8" fmla="*/ 789 w 217"/>
                  <a:gd name="T9" fmla="*/ 112 h 26"/>
                  <a:gd name="T10" fmla="*/ 888 w 217"/>
                  <a:gd name="T11" fmla="*/ 157 h 26"/>
                  <a:gd name="T12" fmla="*/ 1113 w 217"/>
                  <a:gd name="T13" fmla="*/ 100 h 26"/>
                  <a:gd name="T14" fmla="*/ 1180 w 217"/>
                  <a:gd name="T15" fmla="*/ 128 h 26"/>
                  <a:gd name="T16" fmla="*/ 1228 w 217"/>
                  <a:gd name="T17" fmla="*/ 157 h 26"/>
                  <a:gd name="T18" fmla="*/ 1289 w 217"/>
                  <a:gd name="T19" fmla="*/ 143 h 26"/>
                  <a:gd name="T20" fmla="*/ 1461 w 217"/>
                  <a:gd name="T21" fmla="*/ 92 h 26"/>
                  <a:gd name="T22" fmla="*/ 1661 w 217"/>
                  <a:gd name="T23" fmla="*/ 135 h 26"/>
                  <a:gd name="T24" fmla="*/ 1676 w 217"/>
                  <a:gd name="T25" fmla="*/ 196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7" h="26">
                    <a:moveTo>
                      <a:pt x="0" y="16"/>
                    </a:moveTo>
                    <a:cubicBezTo>
                      <a:pt x="13" y="17"/>
                      <a:pt x="20" y="2"/>
                      <a:pt x="33" y="1"/>
                    </a:cubicBezTo>
                    <a:cubicBezTo>
                      <a:pt x="41" y="0"/>
                      <a:pt x="46" y="10"/>
                      <a:pt x="52" y="15"/>
                    </a:cubicBezTo>
                    <a:cubicBezTo>
                      <a:pt x="58" y="20"/>
                      <a:pt x="66" y="14"/>
                      <a:pt x="73" y="11"/>
                    </a:cubicBezTo>
                    <a:cubicBezTo>
                      <a:pt x="85" y="6"/>
                      <a:pt x="92" y="8"/>
                      <a:pt x="102" y="15"/>
                    </a:cubicBezTo>
                    <a:cubicBezTo>
                      <a:pt x="107" y="19"/>
                      <a:pt x="109" y="23"/>
                      <a:pt x="115" y="21"/>
                    </a:cubicBezTo>
                    <a:cubicBezTo>
                      <a:pt x="124" y="18"/>
                      <a:pt x="134" y="12"/>
                      <a:pt x="144" y="13"/>
                    </a:cubicBezTo>
                    <a:cubicBezTo>
                      <a:pt x="148" y="13"/>
                      <a:pt x="150" y="15"/>
                      <a:pt x="153" y="17"/>
                    </a:cubicBezTo>
                    <a:cubicBezTo>
                      <a:pt x="155" y="18"/>
                      <a:pt x="157" y="20"/>
                      <a:pt x="159" y="21"/>
                    </a:cubicBezTo>
                    <a:cubicBezTo>
                      <a:pt x="162" y="22"/>
                      <a:pt x="164" y="20"/>
                      <a:pt x="167" y="19"/>
                    </a:cubicBezTo>
                    <a:cubicBezTo>
                      <a:pt x="174" y="16"/>
                      <a:pt x="181" y="13"/>
                      <a:pt x="189" y="12"/>
                    </a:cubicBezTo>
                    <a:cubicBezTo>
                      <a:pt x="196" y="11"/>
                      <a:pt x="210" y="11"/>
                      <a:pt x="215" y="18"/>
                    </a:cubicBezTo>
                    <a:cubicBezTo>
                      <a:pt x="216" y="20"/>
                      <a:pt x="217" y="24"/>
                      <a:pt x="217" y="2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8" name="Freeform 300">
                <a:extLst>
                  <a:ext uri="{FF2B5EF4-FFF2-40B4-BE49-F238E27FC236}">
                    <a16:creationId xmlns:a16="http://schemas.microsoft.com/office/drawing/2014/main" id="{E273F479-F9AE-4D18-93B2-C96480C27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565"/>
                <a:ext cx="202" cy="34"/>
              </a:xfrm>
              <a:custGeom>
                <a:avLst/>
                <a:gdLst>
                  <a:gd name="T0" fmla="*/ 0 w 102"/>
                  <a:gd name="T1" fmla="*/ 104 h 17"/>
                  <a:gd name="T2" fmla="*/ 109 w 102"/>
                  <a:gd name="T3" fmla="*/ 56 h 17"/>
                  <a:gd name="T4" fmla="*/ 263 w 102"/>
                  <a:gd name="T5" fmla="*/ 16 h 17"/>
                  <a:gd name="T6" fmla="*/ 349 w 102"/>
                  <a:gd name="T7" fmla="*/ 56 h 17"/>
                  <a:gd name="T8" fmla="*/ 420 w 102"/>
                  <a:gd name="T9" fmla="*/ 104 h 17"/>
                  <a:gd name="T10" fmla="*/ 483 w 102"/>
                  <a:gd name="T11" fmla="*/ 64 h 17"/>
                  <a:gd name="T12" fmla="*/ 628 w 102"/>
                  <a:gd name="T13" fmla="*/ 32 h 17"/>
                  <a:gd name="T14" fmla="*/ 729 w 102"/>
                  <a:gd name="T15" fmla="*/ 56 h 17"/>
                  <a:gd name="T16" fmla="*/ 792 w 102"/>
                  <a:gd name="T17" fmla="*/ 96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7">
                    <a:moveTo>
                      <a:pt x="0" y="13"/>
                    </a:moveTo>
                    <a:cubicBezTo>
                      <a:pt x="0" y="17"/>
                      <a:pt x="12" y="8"/>
                      <a:pt x="14" y="7"/>
                    </a:cubicBezTo>
                    <a:cubicBezTo>
                      <a:pt x="20" y="3"/>
                      <a:pt x="27" y="0"/>
                      <a:pt x="34" y="2"/>
                    </a:cubicBezTo>
                    <a:cubicBezTo>
                      <a:pt x="38" y="3"/>
                      <a:pt x="42" y="5"/>
                      <a:pt x="45" y="7"/>
                    </a:cubicBezTo>
                    <a:cubicBezTo>
                      <a:pt x="48" y="9"/>
                      <a:pt x="51" y="12"/>
                      <a:pt x="54" y="13"/>
                    </a:cubicBezTo>
                    <a:cubicBezTo>
                      <a:pt x="59" y="15"/>
                      <a:pt x="57" y="11"/>
                      <a:pt x="62" y="8"/>
                    </a:cubicBezTo>
                    <a:cubicBezTo>
                      <a:pt x="66" y="5"/>
                      <a:pt x="75" y="4"/>
                      <a:pt x="81" y="4"/>
                    </a:cubicBezTo>
                    <a:cubicBezTo>
                      <a:pt x="86" y="4"/>
                      <a:pt x="90" y="4"/>
                      <a:pt x="94" y="7"/>
                    </a:cubicBezTo>
                    <a:cubicBezTo>
                      <a:pt x="97" y="8"/>
                      <a:pt x="99" y="11"/>
                      <a:pt x="102" y="1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9" name="Freeform 301">
                <a:extLst>
                  <a:ext uri="{FF2B5EF4-FFF2-40B4-BE49-F238E27FC236}">
                    <a16:creationId xmlns:a16="http://schemas.microsoft.com/office/drawing/2014/main" id="{D1D4C8ED-C1B5-46AB-8CFD-26874CE01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561"/>
                <a:ext cx="233" cy="32"/>
              </a:xfrm>
              <a:custGeom>
                <a:avLst/>
                <a:gdLst>
                  <a:gd name="T0" fmla="*/ 908 w 118"/>
                  <a:gd name="T1" fmla="*/ 80 h 16"/>
                  <a:gd name="T2" fmla="*/ 816 w 118"/>
                  <a:gd name="T3" fmla="*/ 64 h 16"/>
                  <a:gd name="T4" fmla="*/ 748 w 118"/>
                  <a:gd name="T5" fmla="*/ 24 h 16"/>
                  <a:gd name="T6" fmla="*/ 592 w 118"/>
                  <a:gd name="T7" fmla="*/ 16 h 16"/>
                  <a:gd name="T8" fmla="*/ 484 w 118"/>
                  <a:gd name="T9" fmla="*/ 64 h 16"/>
                  <a:gd name="T10" fmla="*/ 409 w 118"/>
                  <a:gd name="T11" fmla="*/ 120 h 16"/>
                  <a:gd name="T12" fmla="*/ 300 w 118"/>
                  <a:gd name="T13" fmla="*/ 72 h 16"/>
                  <a:gd name="T14" fmla="*/ 160 w 118"/>
                  <a:gd name="T15" fmla="*/ 48 h 16"/>
                  <a:gd name="T16" fmla="*/ 0 w 118"/>
                  <a:gd name="T17" fmla="*/ 128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8" h="16">
                    <a:moveTo>
                      <a:pt x="118" y="10"/>
                    </a:moveTo>
                    <a:cubicBezTo>
                      <a:pt x="113" y="10"/>
                      <a:pt x="110" y="11"/>
                      <a:pt x="106" y="8"/>
                    </a:cubicBezTo>
                    <a:cubicBezTo>
                      <a:pt x="103" y="6"/>
                      <a:pt x="101" y="4"/>
                      <a:pt x="97" y="3"/>
                    </a:cubicBezTo>
                    <a:cubicBezTo>
                      <a:pt x="91" y="1"/>
                      <a:pt x="84" y="0"/>
                      <a:pt x="77" y="2"/>
                    </a:cubicBezTo>
                    <a:cubicBezTo>
                      <a:pt x="72" y="3"/>
                      <a:pt x="67" y="5"/>
                      <a:pt x="63" y="8"/>
                    </a:cubicBezTo>
                    <a:cubicBezTo>
                      <a:pt x="59" y="10"/>
                      <a:pt x="57" y="15"/>
                      <a:pt x="53" y="15"/>
                    </a:cubicBezTo>
                    <a:cubicBezTo>
                      <a:pt x="49" y="14"/>
                      <a:pt x="43" y="10"/>
                      <a:pt x="39" y="9"/>
                    </a:cubicBezTo>
                    <a:cubicBezTo>
                      <a:pt x="33" y="7"/>
                      <a:pt x="27" y="6"/>
                      <a:pt x="21" y="6"/>
                    </a:cubicBezTo>
                    <a:cubicBezTo>
                      <a:pt x="12" y="7"/>
                      <a:pt x="7" y="10"/>
                      <a:pt x="0" y="1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0" name="Freeform 302">
                <a:extLst>
                  <a:ext uri="{FF2B5EF4-FFF2-40B4-BE49-F238E27FC236}">
                    <a16:creationId xmlns:a16="http://schemas.microsoft.com/office/drawing/2014/main" id="{CADD673A-AD2C-47DE-A0DD-D1F479DC8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56"/>
                <a:ext cx="144" cy="29"/>
              </a:xfrm>
              <a:custGeom>
                <a:avLst/>
                <a:gdLst>
                  <a:gd name="T0" fmla="*/ 560 w 73"/>
                  <a:gd name="T1" fmla="*/ 52 h 15"/>
                  <a:gd name="T2" fmla="*/ 377 w 73"/>
                  <a:gd name="T3" fmla="*/ 8 h 15"/>
                  <a:gd name="T4" fmla="*/ 199 w 73"/>
                  <a:gd name="T5" fmla="*/ 8 h 15"/>
                  <a:gd name="T6" fmla="*/ 0 w 73"/>
                  <a:gd name="T7" fmla="*/ 10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5">
                    <a:moveTo>
                      <a:pt x="73" y="7"/>
                    </a:moveTo>
                    <a:cubicBezTo>
                      <a:pt x="65" y="7"/>
                      <a:pt x="57" y="3"/>
                      <a:pt x="49" y="1"/>
                    </a:cubicBezTo>
                    <a:cubicBezTo>
                      <a:pt x="42" y="0"/>
                      <a:pt x="33" y="0"/>
                      <a:pt x="26" y="1"/>
                    </a:cubicBezTo>
                    <a:cubicBezTo>
                      <a:pt x="16" y="3"/>
                      <a:pt x="8" y="9"/>
                      <a:pt x="0" y="1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1" name="Freeform 303">
                <a:extLst>
                  <a:ext uri="{FF2B5EF4-FFF2-40B4-BE49-F238E27FC236}">
                    <a16:creationId xmlns:a16="http://schemas.microsoft.com/office/drawing/2014/main" id="{C7E2D35D-12FA-4DF2-B93E-2A01B04B7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536"/>
                <a:ext cx="153" cy="31"/>
              </a:xfrm>
              <a:custGeom>
                <a:avLst/>
                <a:gdLst>
                  <a:gd name="T0" fmla="*/ 0 w 77"/>
                  <a:gd name="T1" fmla="*/ 79 h 16"/>
                  <a:gd name="T2" fmla="*/ 135 w 77"/>
                  <a:gd name="T3" fmla="*/ 37 h 16"/>
                  <a:gd name="T4" fmla="*/ 284 w 77"/>
                  <a:gd name="T5" fmla="*/ 8 h 16"/>
                  <a:gd name="T6" fmla="*/ 461 w 77"/>
                  <a:gd name="T7" fmla="*/ 45 h 16"/>
                  <a:gd name="T8" fmla="*/ 604 w 77"/>
                  <a:gd name="T9" fmla="*/ 1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6">
                    <a:moveTo>
                      <a:pt x="0" y="11"/>
                    </a:moveTo>
                    <a:cubicBezTo>
                      <a:pt x="2" y="13"/>
                      <a:pt x="14" y="6"/>
                      <a:pt x="17" y="5"/>
                    </a:cubicBezTo>
                    <a:cubicBezTo>
                      <a:pt x="24" y="1"/>
                      <a:pt x="28" y="0"/>
                      <a:pt x="36" y="1"/>
                    </a:cubicBezTo>
                    <a:cubicBezTo>
                      <a:pt x="44" y="1"/>
                      <a:pt x="52" y="3"/>
                      <a:pt x="59" y="6"/>
                    </a:cubicBezTo>
                    <a:cubicBezTo>
                      <a:pt x="65" y="8"/>
                      <a:pt x="72" y="14"/>
                      <a:pt x="77" y="1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2" name="Freeform 304">
                <a:extLst>
                  <a:ext uri="{FF2B5EF4-FFF2-40B4-BE49-F238E27FC236}">
                    <a16:creationId xmlns:a16="http://schemas.microsoft.com/office/drawing/2014/main" id="{DD6AB323-2583-40AA-B5D8-8AA45D7D4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536"/>
                <a:ext cx="57" cy="27"/>
              </a:xfrm>
              <a:custGeom>
                <a:avLst/>
                <a:gdLst>
                  <a:gd name="T0" fmla="*/ 0 w 29"/>
                  <a:gd name="T1" fmla="*/ 100 h 14"/>
                  <a:gd name="T2" fmla="*/ 220 w 29"/>
                  <a:gd name="T3" fmla="*/ 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4">
                    <a:moveTo>
                      <a:pt x="0" y="14"/>
                    </a:moveTo>
                    <a:cubicBezTo>
                      <a:pt x="10" y="11"/>
                      <a:pt x="18" y="0"/>
                      <a:pt x="29" y="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3" name="Freeform 305">
                <a:extLst>
                  <a:ext uri="{FF2B5EF4-FFF2-40B4-BE49-F238E27FC236}">
                    <a16:creationId xmlns:a16="http://schemas.microsoft.com/office/drawing/2014/main" id="{1AEEB01A-B062-48A3-AA9E-0E188C203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557"/>
                <a:ext cx="123" cy="22"/>
              </a:xfrm>
              <a:custGeom>
                <a:avLst/>
                <a:gdLst>
                  <a:gd name="T0" fmla="*/ 484 w 62"/>
                  <a:gd name="T1" fmla="*/ 64 h 11"/>
                  <a:gd name="T2" fmla="*/ 367 w 62"/>
                  <a:gd name="T3" fmla="*/ 64 h 11"/>
                  <a:gd name="T4" fmla="*/ 212 w 62"/>
                  <a:gd name="T5" fmla="*/ 24 h 11"/>
                  <a:gd name="T6" fmla="*/ 95 w 62"/>
                  <a:gd name="T7" fmla="*/ 0 h 11"/>
                  <a:gd name="T8" fmla="*/ 0 w 62"/>
                  <a:gd name="T9" fmla="*/ 1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1">
                    <a:moveTo>
                      <a:pt x="62" y="8"/>
                    </a:moveTo>
                    <a:cubicBezTo>
                      <a:pt x="58" y="11"/>
                      <a:pt x="51" y="8"/>
                      <a:pt x="47" y="8"/>
                    </a:cubicBezTo>
                    <a:cubicBezTo>
                      <a:pt x="40" y="7"/>
                      <a:pt x="34" y="4"/>
                      <a:pt x="27" y="3"/>
                    </a:cubicBezTo>
                    <a:cubicBezTo>
                      <a:pt x="22" y="2"/>
                      <a:pt x="17" y="0"/>
                      <a:pt x="12" y="0"/>
                    </a:cubicBezTo>
                    <a:cubicBezTo>
                      <a:pt x="7" y="0"/>
                      <a:pt x="4" y="1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4" name="Freeform 306">
                <a:extLst>
                  <a:ext uri="{FF2B5EF4-FFF2-40B4-BE49-F238E27FC236}">
                    <a16:creationId xmlns:a16="http://schemas.microsoft.com/office/drawing/2014/main" id="{C1940B8B-006E-4C98-800C-8ED3BD387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546"/>
                <a:ext cx="221" cy="27"/>
              </a:xfrm>
              <a:custGeom>
                <a:avLst/>
                <a:gdLst>
                  <a:gd name="T0" fmla="*/ 0 w 112"/>
                  <a:gd name="T1" fmla="*/ 100 h 14"/>
                  <a:gd name="T2" fmla="*/ 116 w 112"/>
                  <a:gd name="T3" fmla="*/ 71 h 14"/>
                  <a:gd name="T4" fmla="*/ 237 w 112"/>
                  <a:gd name="T5" fmla="*/ 37 h 14"/>
                  <a:gd name="T6" fmla="*/ 268 w 112"/>
                  <a:gd name="T7" fmla="*/ 52 h 14"/>
                  <a:gd name="T8" fmla="*/ 324 w 112"/>
                  <a:gd name="T9" fmla="*/ 64 h 14"/>
                  <a:gd name="T10" fmla="*/ 393 w 112"/>
                  <a:gd name="T11" fmla="*/ 100 h 14"/>
                  <a:gd name="T12" fmla="*/ 507 w 112"/>
                  <a:gd name="T13" fmla="*/ 44 h 14"/>
                  <a:gd name="T14" fmla="*/ 592 w 112"/>
                  <a:gd name="T15" fmla="*/ 8 h 14"/>
                  <a:gd name="T16" fmla="*/ 655 w 112"/>
                  <a:gd name="T17" fmla="*/ 8 h 14"/>
                  <a:gd name="T18" fmla="*/ 805 w 112"/>
                  <a:gd name="T19" fmla="*/ 56 h 14"/>
                  <a:gd name="T20" fmla="*/ 860 w 112"/>
                  <a:gd name="T21" fmla="*/ 7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2" h="14">
                    <a:moveTo>
                      <a:pt x="0" y="14"/>
                    </a:moveTo>
                    <a:cubicBezTo>
                      <a:pt x="5" y="13"/>
                      <a:pt x="10" y="12"/>
                      <a:pt x="15" y="10"/>
                    </a:cubicBezTo>
                    <a:cubicBezTo>
                      <a:pt x="19" y="8"/>
                      <a:pt x="26" y="4"/>
                      <a:pt x="31" y="5"/>
                    </a:cubicBezTo>
                    <a:cubicBezTo>
                      <a:pt x="32" y="5"/>
                      <a:pt x="34" y="6"/>
                      <a:pt x="35" y="7"/>
                    </a:cubicBezTo>
                    <a:cubicBezTo>
                      <a:pt x="38" y="8"/>
                      <a:pt x="40" y="9"/>
                      <a:pt x="42" y="9"/>
                    </a:cubicBezTo>
                    <a:cubicBezTo>
                      <a:pt x="45" y="11"/>
                      <a:pt x="49" y="12"/>
                      <a:pt x="51" y="14"/>
                    </a:cubicBezTo>
                    <a:cubicBezTo>
                      <a:pt x="56" y="11"/>
                      <a:pt x="61" y="8"/>
                      <a:pt x="66" y="6"/>
                    </a:cubicBezTo>
                    <a:cubicBezTo>
                      <a:pt x="70" y="4"/>
                      <a:pt x="73" y="2"/>
                      <a:pt x="77" y="1"/>
                    </a:cubicBezTo>
                    <a:cubicBezTo>
                      <a:pt x="80" y="0"/>
                      <a:pt x="82" y="1"/>
                      <a:pt x="85" y="1"/>
                    </a:cubicBezTo>
                    <a:cubicBezTo>
                      <a:pt x="93" y="2"/>
                      <a:pt x="99" y="5"/>
                      <a:pt x="105" y="8"/>
                    </a:cubicBezTo>
                    <a:cubicBezTo>
                      <a:pt x="107" y="8"/>
                      <a:pt x="110" y="11"/>
                      <a:pt x="112" y="1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5" name="Freeform 307">
                <a:extLst>
                  <a:ext uri="{FF2B5EF4-FFF2-40B4-BE49-F238E27FC236}">
                    <a16:creationId xmlns:a16="http://schemas.microsoft.com/office/drawing/2014/main" id="{39C61403-322E-4DED-9230-A6533443D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536"/>
                <a:ext cx="307" cy="27"/>
              </a:xfrm>
              <a:custGeom>
                <a:avLst/>
                <a:gdLst>
                  <a:gd name="T0" fmla="*/ 0 w 155"/>
                  <a:gd name="T1" fmla="*/ 100 h 14"/>
                  <a:gd name="T2" fmla="*/ 172 w 155"/>
                  <a:gd name="T3" fmla="*/ 23 h 14"/>
                  <a:gd name="T4" fmla="*/ 303 w 155"/>
                  <a:gd name="T5" fmla="*/ 52 h 14"/>
                  <a:gd name="T6" fmla="*/ 380 w 155"/>
                  <a:gd name="T7" fmla="*/ 79 h 14"/>
                  <a:gd name="T8" fmla="*/ 561 w 155"/>
                  <a:gd name="T9" fmla="*/ 8 h 14"/>
                  <a:gd name="T10" fmla="*/ 691 w 155"/>
                  <a:gd name="T11" fmla="*/ 37 h 14"/>
                  <a:gd name="T12" fmla="*/ 745 w 155"/>
                  <a:gd name="T13" fmla="*/ 52 h 14"/>
                  <a:gd name="T14" fmla="*/ 768 w 155"/>
                  <a:gd name="T15" fmla="*/ 56 h 14"/>
                  <a:gd name="T16" fmla="*/ 776 w 155"/>
                  <a:gd name="T17" fmla="*/ 71 h 14"/>
                  <a:gd name="T18" fmla="*/ 895 w 155"/>
                  <a:gd name="T19" fmla="*/ 52 h 14"/>
                  <a:gd name="T20" fmla="*/ 1048 w 155"/>
                  <a:gd name="T21" fmla="*/ 23 h 14"/>
                  <a:gd name="T22" fmla="*/ 1157 w 155"/>
                  <a:gd name="T23" fmla="*/ 52 h 14"/>
                  <a:gd name="T24" fmla="*/ 1204 w 155"/>
                  <a:gd name="T25" fmla="*/ 85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5" h="14">
                    <a:moveTo>
                      <a:pt x="0" y="14"/>
                    </a:moveTo>
                    <a:cubicBezTo>
                      <a:pt x="8" y="12"/>
                      <a:pt x="14" y="4"/>
                      <a:pt x="22" y="3"/>
                    </a:cubicBezTo>
                    <a:cubicBezTo>
                      <a:pt x="29" y="2"/>
                      <a:pt x="33" y="4"/>
                      <a:pt x="39" y="7"/>
                    </a:cubicBezTo>
                    <a:cubicBezTo>
                      <a:pt x="42" y="9"/>
                      <a:pt x="46" y="12"/>
                      <a:pt x="49" y="11"/>
                    </a:cubicBezTo>
                    <a:cubicBezTo>
                      <a:pt x="57" y="8"/>
                      <a:pt x="63" y="1"/>
                      <a:pt x="72" y="1"/>
                    </a:cubicBezTo>
                    <a:cubicBezTo>
                      <a:pt x="78" y="0"/>
                      <a:pt x="83" y="3"/>
                      <a:pt x="89" y="5"/>
                    </a:cubicBezTo>
                    <a:cubicBezTo>
                      <a:pt x="92" y="6"/>
                      <a:pt x="94" y="6"/>
                      <a:pt x="96" y="7"/>
                    </a:cubicBezTo>
                    <a:cubicBezTo>
                      <a:pt x="97" y="8"/>
                      <a:pt x="98" y="8"/>
                      <a:pt x="99" y="8"/>
                    </a:cubicBezTo>
                    <a:cubicBezTo>
                      <a:pt x="100" y="8"/>
                      <a:pt x="100" y="9"/>
                      <a:pt x="100" y="10"/>
                    </a:cubicBezTo>
                    <a:cubicBezTo>
                      <a:pt x="105" y="11"/>
                      <a:pt x="111" y="8"/>
                      <a:pt x="115" y="7"/>
                    </a:cubicBezTo>
                    <a:cubicBezTo>
                      <a:pt x="122" y="5"/>
                      <a:pt x="128" y="2"/>
                      <a:pt x="135" y="3"/>
                    </a:cubicBezTo>
                    <a:cubicBezTo>
                      <a:pt x="140" y="4"/>
                      <a:pt x="145" y="4"/>
                      <a:pt x="149" y="7"/>
                    </a:cubicBezTo>
                    <a:cubicBezTo>
                      <a:pt x="151" y="8"/>
                      <a:pt x="155" y="11"/>
                      <a:pt x="155" y="1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6" name="Freeform 308">
                <a:extLst>
                  <a:ext uri="{FF2B5EF4-FFF2-40B4-BE49-F238E27FC236}">
                    <a16:creationId xmlns:a16="http://schemas.microsoft.com/office/drawing/2014/main" id="{AAC5B735-8E60-45DD-BCF6-E488C23BC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538"/>
                <a:ext cx="117" cy="27"/>
              </a:xfrm>
              <a:custGeom>
                <a:avLst/>
                <a:gdLst>
                  <a:gd name="T0" fmla="*/ 0 w 59"/>
                  <a:gd name="T1" fmla="*/ 85 h 14"/>
                  <a:gd name="T2" fmla="*/ 133 w 59"/>
                  <a:gd name="T3" fmla="*/ 29 h 14"/>
                  <a:gd name="T4" fmla="*/ 256 w 59"/>
                  <a:gd name="T5" fmla="*/ 0 h 14"/>
                  <a:gd name="T6" fmla="*/ 389 w 59"/>
                  <a:gd name="T7" fmla="*/ 37 h 14"/>
                  <a:gd name="T8" fmla="*/ 460 w 59"/>
                  <a:gd name="T9" fmla="*/ 7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4">
                    <a:moveTo>
                      <a:pt x="0" y="12"/>
                    </a:moveTo>
                    <a:cubicBezTo>
                      <a:pt x="6" y="14"/>
                      <a:pt x="12" y="7"/>
                      <a:pt x="17" y="4"/>
                    </a:cubicBezTo>
                    <a:cubicBezTo>
                      <a:pt x="21" y="2"/>
                      <a:pt x="28" y="0"/>
                      <a:pt x="33" y="0"/>
                    </a:cubicBezTo>
                    <a:cubicBezTo>
                      <a:pt x="39" y="1"/>
                      <a:pt x="45" y="3"/>
                      <a:pt x="50" y="5"/>
                    </a:cubicBezTo>
                    <a:cubicBezTo>
                      <a:pt x="53" y="6"/>
                      <a:pt x="57" y="11"/>
                      <a:pt x="59" y="1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7" name="Freeform 309">
                <a:extLst>
                  <a:ext uri="{FF2B5EF4-FFF2-40B4-BE49-F238E27FC236}">
                    <a16:creationId xmlns:a16="http://schemas.microsoft.com/office/drawing/2014/main" id="{FA12ED44-ADC0-43BD-994A-3D62E0882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36"/>
                <a:ext cx="113" cy="31"/>
              </a:xfrm>
              <a:custGeom>
                <a:avLst/>
                <a:gdLst>
                  <a:gd name="T0" fmla="*/ 0 w 57"/>
                  <a:gd name="T1" fmla="*/ 72 h 16"/>
                  <a:gd name="T2" fmla="*/ 111 w 57"/>
                  <a:gd name="T3" fmla="*/ 23 h 16"/>
                  <a:gd name="T4" fmla="*/ 240 w 57"/>
                  <a:gd name="T5" fmla="*/ 23 h 16"/>
                  <a:gd name="T6" fmla="*/ 396 w 57"/>
                  <a:gd name="T7" fmla="*/ 79 h 16"/>
                  <a:gd name="T8" fmla="*/ 444 w 57"/>
                  <a:gd name="T9" fmla="*/ 1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6">
                    <a:moveTo>
                      <a:pt x="0" y="10"/>
                    </a:moveTo>
                    <a:cubicBezTo>
                      <a:pt x="4" y="7"/>
                      <a:pt x="9" y="4"/>
                      <a:pt x="14" y="3"/>
                    </a:cubicBezTo>
                    <a:cubicBezTo>
                      <a:pt x="21" y="0"/>
                      <a:pt x="25" y="1"/>
                      <a:pt x="31" y="3"/>
                    </a:cubicBezTo>
                    <a:cubicBezTo>
                      <a:pt x="38" y="6"/>
                      <a:pt x="45" y="7"/>
                      <a:pt x="51" y="11"/>
                    </a:cubicBezTo>
                    <a:cubicBezTo>
                      <a:pt x="53" y="12"/>
                      <a:pt x="55" y="15"/>
                      <a:pt x="57" y="1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8" name="Freeform 310">
                <a:extLst>
                  <a:ext uri="{FF2B5EF4-FFF2-40B4-BE49-F238E27FC236}">
                    <a16:creationId xmlns:a16="http://schemas.microsoft.com/office/drawing/2014/main" id="{1D7B4E03-41F1-427D-B7C6-E7ECC2AE8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557"/>
                <a:ext cx="99" cy="20"/>
              </a:xfrm>
              <a:custGeom>
                <a:avLst/>
                <a:gdLst>
                  <a:gd name="T0" fmla="*/ 8 w 50"/>
                  <a:gd name="T1" fmla="*/ 64 h 10"/>
                  <a:gd name="T2" fmla="*/ 0 w 50"/>
                  <a:gd name="T3" fmla="*/ 72 h 10"/>
                  <a:gd name="T4" fmla="*/ 55 w 50"/>
                  <a:gd name="T5" fmla="*/ 48 h 10"/>
                  <a:gd name="T6" fmla="*/ 141 w 50"/>
                  <a:gd name="T7" fmla="*/ 8 h 10"/>
                  <a:gd name="T8" fmla="*/ 263 w 50"/>
                  <a:gd name="T9" fmla="*/ 16 h 10"/>
                  <a:gd name="T10" fmla="*/ 356 w 50"/>
                  <a:gd name="T11" fmla="*/ 56 h 10"/>
                  <a:gd name="T12" fmla="*/ 388 w 50"/>
                  <a:gd name="T13" fmla="*/ 8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0">
                    <a:moveTo>
                      <a:pt x="1" y="8"/>
                    </a:moveTo>
                    <a:cubicBezTo>
                      <a:pt x="0" y="8"/>
                      <a:pt x="0" y="9"/>
                      <a:pt x="0" y="9"/>
                    </a:cubicBezTo>
                    <a:cubicBezTo>
                      <a:pt x="2" y="10"/>
                      <a:pt x="5" y="7"/>
                      <a:pt x="7" y="6"/>
                    </a:cubicBezTo>
                    <a:cubicBezTo>
                      <a:pt x="10" y="4"/>
                      <a:pt x="14" y="2"/>
                      <a:pt x="18" y="1"/>
                    </a:cubicBezTo>
                    <a:cubicBezTo>
                      <a:pt x="23" y="0"/>
                      <a:pt x="29" y="1"/>
                      <a:pt x="34" y="2"/>
                    </a:cubicBezTo>
                    <a:cubicBezTo>
                      <a:pt x="38" y="3"/>
                      <a:pt x="42" y="5"/>
                      <a:pt x="46" y="7"/>
                    </a:cubicBezTo>
                    <a:cubicBezTo>
                      <a:pt x="47" y="8"/>
                      <a:pt x="49" y="10"/>
                      <a:pt x="50" y="1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9" name="Freeform 311">
                <a:extLst>
                  <a:ext uri="{FF2B5EF4-FFF2-40B4-BE49-F238E27FC236}">
                    <a16:creationId xmlns:a16="http://schemas.microsoft.com/office/drawing/2014/main" id="{F2939183-1A22-477E-B276-CEC60992A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557"/>
                <a:ext cx="117" cy="24"/>
              </a:xfrm>
              <a:custGeom>
                <a:avLst/>
                <a:gdLst>
                  <a:gd name="T0" fmla="*/ 0 w 59"/>
                  <a:gd name="T1" fmla="*/ 96 h 12"/>
                  <a:gd name="T2" fmla="*/ 32 w 59"/>
                  <a:gd name="T3" fmla="*/ 80 h 12"/>
                  <a:gd name="T4" fmla="*/ 111 w 59"/>
                  <a:gd name="T5" fmla="*/ 40 h 12"/>
                  <a:gd name="T6" fmla="*/ 264 w 59"/>
                  <a:gd name="T7" fmla="*/ 0 h 12"/>
                  <a:gd name="T8" fmla="*/ 373 w 59"/>
                  <a:gd name="T9" fmla="*/ 32 h 12"/>
                  <a:gd name="T10" fmla="*/ 428 w 59"/>
                  <a:gd name="T11" fmla="*/ 56 h 12"/>
                  <a:gd name="T12" fmla="*/ 460 w 59"/>
                  <a:gd name="T13" fmla="*/ 64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2">
                    <a:moveTo>
                      <a:pt x="0" y="12"/>
                    </a:moveTo>
                    <a:cubicBezTo>
                      <a:pt x="1" y="10"/>
                      <a:pt x="2" y="10"/>
                      <a:pt x="4" y="10"/>
                    </a:cubicBezTo>
                    <a:cubicBezTo>
                      <a:pt x="7" y="9"/>
                      <a:pt x="10" y="7"/>
                      <a:pt x="14" y="5"/>
                    </a:cubicBezTo>
                    <a:cubicBezTo>
                      <a:pt x="20" y="3"/>
                      <a:pt x="27" y="0"/>
                      <a:pt x="34" y="0"/>
                    </a:cubicBezTo>
                    <a:cubicBezTo>
                      <a:pt x="39" y="0"/>
                      <a:pt x="44" y="2"/>
                      <a:pt x="48" y="4"/>
                    </a:cubicBezTo>
                    <a:cubicBezTo>
                      <a:pt x="50" y="5"/>
                      <a:pt x="53" y="6"/>
                      <a:pt x="55" y="7"/>
                    </a:cubicBezTo>
                    <a:cubicBezTo>
                      <a:pt x="56" y="7"/>
                      <a:pt x="58" y="9"/>
                      <a:pt x="59" y="8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0" name="Freeform 312">
                <a:extLst>
                  <a:ext uri="{FF2B5EF4-FFF2-40B4-BE49-F238E27FC236}">
                    <a16:creationId xmlns:a16="http://schemas.microsoft.com/office/drawing/2014/main" id="{226F08BA-3690-462F-B231-624F2213C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538"/>
                <a:ext cx="107" cy="33"/>
              </a:xfrm>
              <a:custGeom>
                <a:avLst/>
                <a:gdLst>
                  <a:gd name="T0" fmla="*/ 0 w 54"/>
                  <a:gd name="T1" fmla="*/ 95 h 17"/>
                  <a:gd name="T2" fmla="*/ 32 w 54"/>
                  <a:gd name="T3" fmla="*/ 87 h 17"/>
                  <a:gd name="T4" fmla="*/ 95 w 54"/>
                  <a:gd name="T5" fmla="*/ 37 h 17"/>
                  <a:gd name="T6" fmla="*/ 196 w 54"/>
                  <a:gd name="T7" fmla="*/ 8 h 17"/>
                  <a:gd name="T8" fmla="*/ 333 w 54"/>
                  <a:gd name="T9" fmla="*/ 60 h 17"/>
                  <a:gd name="T10" fmla="*/ 420 w 54"/>
                  <a:gd name="T11" fmla="*/ 12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7">
                    <a:moveTo>
                      <a:pt x="0" y="13"/>
                    </a:moveTo>
                    <a:cubicBezTo>
                      <a:pt x="2" y="14"/>
                      <a:pt x="3" y="13"/>
                      <a:pt x="4" y="12"/>
                    </a:cubicBezTo>
                    <a:cubicBezTo>
                      <a:pt x="7" y="10"/>
                      <a:pt x="10" y="7"/>
                      <a:pt x="12" y="5"/>
                    </a:cubicBezTo>
                    <a:cubicBezTo>
                      <a:pt x="17" y="1"/>
                      <a:pt x="19" y="0"/>
                      <a:pt x="25" y="1"/>
                    </a:cubicBezTo>
                    <a:cubicBezTo>
                      <a:pt x="31" y="2"/>
                      <a:pt x="38" y="5"/>
                      <a:pt x="43" y="8"/>
                    </a:cubicBezTo>
                    <a:cubicBezTo>
                      <a:pt x="47" y="11"/>
                      <a:pt x="50" y="15"/>
                      <a:pt x="54" y="1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1" name="Freeform 313">
                <a:extLst>
                  <a:ext uri="{FF2B5EF4-FFF2-40B4-BE49-F238E27FC236}">
                    <a16:creationId xmlns:a16="http://schemas.microsoft.com/office/drawing/2014/main" id="{DA1EE00E-4073-4BA2-9C30-7554AC9B5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542"/>
                <a:ext cx="111" cy="19"/>
              </a:xfrm>
              <a:custGeom>
                <a:avLst/>
                <a:gdLst>
                  <a:gd name="T0" fmla="*/ 0 w 56"/>
                  <a:gd name="T1" fmla="*/ 61 h 10"/>
                  <a:gd name="T2" fmla="*/ 40 w 56"/>
                  <a:gd name="T3" fmla="*/ 48 h 10"/>
                  <a:gd name="T4" fmla="*/ 133 w 56"/>
                  <a:gd name="T5" fmla="*/ 8 h 10"/>
                  <a:gd name="T6" fmla="*/ 232 w 56"/>
                  <a:gd name="T7" fmla="*/ 0 h 10"/>
                  <a:gd name="T8" fmla="*/ 341 w 56"/>
                  <a:gd name="T9" fmla="*/ 21 h 10"/>
                  <a:gd name="T10" fmla="*/ 436 w 56"/>
                  <a:gd name="T11" fmla="*/ 61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">
                    <a:moveTo>
                      <a:pt x="0" y="9"/>
                    </a:moveTo>
                    <a:cubicBezTo>
                      <a:pt x="0" y="10"/>
                      <a:pt x="4" y="8"/>
                      <a:pt x="5" y="7"/>
                    </a:cubicBezTo>
                    <a:cubicBezTo>
                      <a:pt x="9" y="5"/>
                      <a:pt x="12" y="2"/>
                      <a:pt x="17" y="1"/>
                    </a:cubicBezTo>
                    <a:cubicBezTo>
                      <a:pt x="21" y="0"/>
                      <a:pt x="25" y="0"/>
                      <a:pt x="30" y="0"/>
                    </a:cubicBezTo>
                    <a:cubicBezTo>
                      <a:pt x="36" y="0"/>
                      <a:pt x="39" y="1"/>
                      <a:pt x="44" y="3"/>
                    </a:cubicBezTo>
                    <a:cubicBezTo>
                      <a:pt x="48" y="5"/>
                      <a:pt x="52" y="8"/>
                      <a:pt x="56" y="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2" name="Freeform 314">
                <a:extLst>
                  <a:ext uri="{FF2B5EF4-FFF2-40B4-BE49-F238E27FC236}">
                    <a16:creationId xmlns:a16="http://schemas.microsoft.com/office/drawing/2014/main" id="{B036873B-A482-4FCF-A6D3-7CC77A6E7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538"/>
                <a:ext cx="113" cy="19"/>
              </a:xfrm>
              <a:custGeom>
                <a:avLst/>
                <a:gdLst>
                  <a:gd name="T0" fmla="*/ 0 w 57"/>
                  <a:gd name="T1" fmla="*/ 68 h 10"/>
                  <a:gd name="T2" fmla="*/ 133 w 57"/>
                  <a:gd name="T3" fmla="*/ 8 h 10"/>
                  <a:gd name="T4" fmla="*/ 248 w 57"/>
                  <a:gd name="T5" fmla="*/ 8 h 10"/>
                  <a:gd name="T6" fmla="*/ 381 w 57"/>
                  <a:gd name="T7" fmla="*/ 29 h 10"/>
                  <a:gd name="T8" fmla="*/ 444 w 57"/>
                  <a:gd name="T9" fmla="*/ 4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0">
                    <a:moveTo>
                      <a:pt x="0" y="10"/>
                    </a:moveTo>
                    <a:cubicBezTo>
                      <a:pt x="4" y="7"/>
                      <a:pt x="11" y="2"/>
                      <a:pt x="17" y="1"/>
                    </a:cubicBezTo>
                    <a:cubicBezTo>
                      <a:pt x="22" y="1"/>
                      <a:pt x="27" y="0"/>
                      <a:pt x="32" y="1"/>
                    </a:cubicBezTo>
                    <a:cubicBezTo>
                      <a:pt x="38" y="1"/>
                      <a:pt x="44" y="2"/>
                      <a:pt x="49" y="4"/>
                    </a:cubicBezTo>
                    <a:cubicBezTo>
                      <a:pt x="52" y="4"/>
                      <a:pt x="54" y="6"/>
                      <a:pt x="57" y="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3" name="Freeform 315">
                <a:extLst>
                  <a:ext uri="{FF2B5EF4-FFF2-40B4-BE49-F238E27FC236}">
                    <a16:creationId xmlns:a16="http://schemas.microsoft.com/office/drawing/2014/main" id="{314E13B0-EB35-43C4-AE50-2DBFE3BCA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538"/>
                <a:ext cx="103" cy="19"/>
              </a:xfrm>
              <a:custGeom>
                <a:avLst/>
                <a:gdLst>
                  <a:gd name="T0" fmla="*/ 0 w 52"/>
                  <a:gd name="T1" fmla="*/ 61 h 10"/>
                  <a:gd name="T2" fmla="*/ 48 w 52"/>
                  <a:gd name="T3" fmla="*/ 48 h 10"/>
                  <a:gd name="T4" fmla="*/ 125 w 52"/>
                  <a:gd name="T5" fmla="*/ 8 h 10"/>
                  <a:gd name="T6" fmla="*/ 208 w 52"/>
                  <a:gd name="T7" fmla="*/ 8 h 10"/>
                  <a:gd name="T8" fmla="*/ 317 w 52"/>
                  <a:gd name="T9" fmla="*/ 36 h 10"/>
                  <a:gd name="T10" fmla="*/ 404 w 52"/>
                  <a:gd name="T11" fmla="*/ 61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10">
                    <a:moveTo>
                      <a:pt x="0" y="9"/>
                    </a:moveTo>
                    <a:cubicBezTo>
                      <a:pt x="2" y="10"/>
                      <a:pt x="4" y="7"/>
                      <a:pt x="6" y="7"/>
                    </a:cubicBezTo>
                    <a:cubicBezTo>
                      <a:pt x="9" y="5"/>
                      <a:pt x="13" y="2"/>
                      <a:pt x="16" y="1"/>
                    </a:cubicBezTo>
                    <a:cubicBezTo>
                      <a:pt x="20" y="0"/>
                      <a:pt x="23" y="1"/>
                      <a:pt x="27" y="1"/>
                    </a:cubicBezTo>
                    <a:cubicBezTo>
                      <a:pt x="32" y="2"/>
                      <a:pt x="36" y="3"/>
                      <a:pt x="41" y="5"/>
                    </a:cubicBezTo>
                    <a:cubicBezTo>
                      <a:pt x="43" y="6"/>
                      <a:pt x="51" y="10"/>
                      <a:pt x="52" y="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4" name="Freeform 316">
                <a:extLst>
                  <a:ext uri="{FF2B5EF4-FFF2-40B4-BE49-F238E27FC236}">
                    <a16:creationId xmlns:a16="http://schemas.microsoft.com/office/drawing/2014/main" id="{097B1FAF-8C68-441B-ABB6-F8A23B721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542"/>
                <a:ext cx="122" cy="21"/>
              </a:xfrm>
              <a:custGeom>
                <a:avLst/>
                <a:gdLst>
                  <a:gd name="T0" fmla="*/ 472 w 62"/>
                  <a:gd name="T1" fmla="*/ 48 h 11"/>
                  <a:gd name="T2" fmla="*/ 236 w 62"/>
                  <a:gd name="T3" fmla="*/ 0 h 11"/>
                  <a:gd name="T4" fmla="*/ 100 w 62"/>
                  <a:gd name="T5" fmla="*/ 29 h 11"/>
                  <a:gd name="T6" fmla="*/ 39 w 62"/>
                  <a:gd name="T7" fmla="*/ 55 h 11"/>
                  <a:gd name="T8" fmla="*/ 0 w 62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1">
                    <a:moveTo>
                      <a:pt x="62" y="7"/>
                    </a:moveTo>
                    <a:cubicBezTo>
                      <a:pt x="52" y="7"/>
                      <a:pt x="42" y="0"/>
                      <a:pt x="31" y="0"/>
                    </a:cubicBezTo>
                    <a:cubicBezTo>
                      <a:pt x="25" y="1"/>
                      <a:pt x="19" y="2"/>
                      <a:pt x="13" y="4"/>
                    </a:cubicBezTo>
                    <a:cubicBezTo>
                      <a:pt x="11" y="5"/>
                      <a:pt x="8" y="6"/>
                      <a:pt x="5" y="8"/>
                    </a:cubicBezTo>
                    <a:cubicBezTo>
                      <a:pt x="4" y="9"/>
                      <a:pt x="1" y="10"/>
                      <a:pt x="0" y="1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5" name="Freeform 317">
                <a:extLst>
                  <a:ext uri="{FF2B5EF4-FFF2-40B4-BE49-F238E27FC236}">
                    <a16:creationId xmlns:a16="http://schemas.microsoft.com/office/drawing/2014/main" id="{B61C4B1A-2E2C-4C4D-A009-7B8B1FF98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542"/>
                <a:ext cx="117" cy="31"/>
              </a:xfrm>
              <a:custGeom>
                <a:avLst/>
                <a:gdLst>
                  <a:gd name="T0" fmla="*/ 460 w 59"/>
                  <a:gd name="T1" fmla="*/ 52 h 16"/>
                  <a:gd name="T2" fmla="*/ 204 w 59"/>
                  <a:gd name="T3" fmla="*/ 16 h 16"/>
                  <a:gd name="T4" fmla="*/ 95 w 59"/>
                  <a:gd name="T5" fmla="*/ 52 h 16"/>
                  <a:gd name="T6" fmla="*/ 0 w 59"/>
                  <a:gd name="T7" fmla="*/ 1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6">
                    <a:moveTo>
                      <a:pt x="59" y="7"/>
                    </a:moveTo>
                    <a:cubicBezTo>
                      <a:pt x="49" y="4"/>
                      <a:pt x="37" y="0"/>
                      <a:pt x="26" y="2"/>
                    </a:cubicBezTo>
                    <a:cubicBezTo>
                      <a:pt x="21" y="3"/>
                      <a:pt x="16" y="4"/>
                      <a:pt x="12" y="7"/>
                    </a:cubicBezTo>
                    <a:cubicBezTo>
                      <a:pt x="8" y="9"/>
                      <a:pt x="3" y="16"/>
                      <a:pt x="0" y="1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6" name="Freeform 318">
                <a:extLst>
                  <a:ext uri="{FF2B5EF4-FFF2-40B4-BE49-F238E27FC236}">
                    <a16:creationId xmlns:a16="http://schemas.microsoft.com/office/drawing/2014/main" id="{B2092EB0-143D-4C8B-9809-01A22929F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538"/>
                <a:ext cx="55" cy="14"/>
              </a:xfrm>
              <a:custGeom>
                <a:avLst/>
                <a:gdLst>
                  <a:gd name="T0" fmla="*/ 212 w 28"/>
                  <a:gd name="T1" fmla="*/ 56 h 7"/>
                  <a:gd name="T2" fmla="*/ 0 w 28"/>
                  <a:gd name="T3" fmla="*/ 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">
                    <a:moveTo>
                      <a:pt x="28" y="7"/>
                    </a:moveTo>
                    <a:cubicBezTo>
                      <a:pt x="18" y="3"/>
                      <a:pt x="10" y="0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7" name="Freeform 319">
                <a:extLst>
                  <a:ext uri="{FF2B5EF4-FFF2-40B4-BE49-F238E27FC236}">
                    <a16:creationId xmlns:a16="http://schemas.microsoft.com/office/drawing/2014/main" id="{1AD484BB-9F2E-4C84-AC9A-4C9748C2E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536"/>
                <a:ext cx="125" cy="14"/>
              </a:xfrm>
              <a:custGeom>
                <a:avLst/>
                <a:gdLst>
                  <a:gd name="T0" fmla="*/ 0 w 63"/>
                  <a:gd name="T1" fmla="*/ 56 h 7"/>
                  <a:gd name="T2" fmla="*/ 272 w 63"/>
                  <a:gd name="T3" fmla="*/ 8 h 7"/>
                  <a:gd name="T4" fmla="*/ 405 w 63"/>
                  <a:gd name="T5" fmla="*/ 16 h 7"/>
                  <a:gd name="T6" fmla="*/ 492 w 63"/>
                  <a:gd name="T7" fmla="*/ 4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7">
                    <a:moveTo>
                      <a:pt x="0" y="7"/>
                    </a:moveTo>
                    <a:cubicBezTo>
                      <a:pt x="10" y="0"/>
                      <a:pt x="24" y="1"/>
                      <a:pt x="35" y="1"/>
                    </a:cubicBezTo>
                    <a:cubicBezTo>
                      <a:pt x="41" y="1"/>
                      <a:pt x="46" y="1"/>
                      <a:pt x="52" y="2"/>
                    </a:cubicBezTo>
                    <a:cubicBezTo>
                      <a:pt x="56" y="3"/>
                      <a:pt x="59" y="5"/>
                      <a:pt x="63" y="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8" name="Freeform 320">
                <a:extLst>
                  <a:ext uri="{FF2B5EF4-FFF2-40B4-BE49-F238E27FC236}">
                    <a16:creationId xmlns:a16="http://schemas.microsoft.com/office/drawing/2014/main" id="{AAF735F2-765D-48B2-876C-916B0ACE9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3506"/>
                <a:ext cx="113" cy="38"/>
              </a:xfrm>
              <a:custGeom>
                <a:avLst/>
                <a:gdLst>
                  <a:gd name="T0" fmla="*/ 444 w 57"/>
                  <a:gd name="T1" fmla="*/ 40 h 19"/>
                  <a:gd name="T2" fmla="*/ 436 w 57"/>
                  <a:gd name="T3" fmla="*/ 16 h 19"/>
                  <a:gd name="T4" fmla="*/ 204 w 57"/>
                  <a:gd name="T5" fmla="*/ 120 h 19"/>
                  <a:gd name="T6" fmla="*/ 0 w 5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19">
                    <a:moveTo>
                      <a:pt x="57" y="5"/>
                    </a:moveTo>
                    <a:cubicBezTo>
                      <a:pt x="57" y="4"/>
                      <a:pt x="57" y="3"/>
                      <a:pt x="56" y="2"/>
                    </a:cubicBezTo>
                    <a:cubicBezTo>
                      <a:pt x="46" y="9"/>
                      <a:pt x="40" y="19"/>
                      <a:pt x="26" y="15"/>
                    </a:cubicBezTo>
                    <a:cubicBezTo>
                      <a:pt x="15" y="12"/>
                      <a:pt x="9" y="4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9" name="Freeform 321">
                <a:extLst>
                  <a:ext uri="{FF2B5EF4-FFF2-40B4-BE49-F238E27FC236}">
                    <a16:creationId xmlns:a16="http://schemas.microsoft.com/office/drawing/2014/main" id="{41AA2E11-58CF-4CB9-AD94-1322E7D9D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3504"/>
                <a:ext cx="466" cy="44"/>
              </a:xfrm>
              <a:custGeom>
                <a:avLst/>
                <a:gdLst>
                  <a:gd name="T0" fmla="*/ 1832 w 235"/>
                  <a:gd name="T1" fmla="*/ 8 h 22"/>
                  <a:gd name="T2" fmla="*/ 1576 w 235"/>
                  <a:gd name="T3" fmla="*/ 136 h 22"/>
                  <a:gd name="T4" fmla="*/ 1340 w 235"/>
                  <a:gd name="T5" fmla="*/ 16 h 22"/>
                  <a:gd name="T6" fmla="*/ 1168 w 235"/>
                  <a:gd name="T7" fmla="*/ 120 h 22"/>
                  <a:gd name="T8" fmla="*/ 1061 w 235"/>
                  <a:gd name="T9" fmla="*/ 128 h 22"/>
                  <a:gd name="T10" fmla="*/ 857 w 235"/>
                  <a:gd name="T11" fmla="*/ 16 h 22"/>
                  <a:gd name="T12" fmla="*/ 748 w 235"/>
                  <a:gd name="T13" fmla="*/ 120 h 22"/>
                  <a:gd name="T14" fmla="*/ 585 w 235"/>
                  <a:gd name="T15" fmla="*/ 152 h 22"/>
                  <a:gd name="T16" fmla="*/ 389 w 235"/>
                  <a:gd name="T17" fmla="*/ 8 h 22"/>
                  <a:gd name="T18" fmla="*/ 196 w 235"/>
                  <a:gd name="T19" fmla="*/ 144 h 22"/>
                  <a:gd name="T20" fmla="*/ 0 w 235"/>
                  <a:gd name="T21" fmla="*/ 8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5" h="22">
                    <a:moveTo>
                      <a:pt x="235" y="1"/>
                    </a:moveTo>
                    <a:cubicBezTo>
                      <a:pt x="223" y="1"/>
                      <a:pt x="216" y="18"/>
                      <a:pt x="202" y="17"/>
                    </a:cubicBezTo>
                    <a:cubicBezTo>
                      <a:pt x="191" y="16"/>
                      <a:pt x="182" y="0"/>
                      <a:pt x="172" y="2"/>
                    </a:cubicBezTo>
                    <a:cubicBezTo>
                      <a:pt x="166" y="4"/>
                      <a:pt x="157" y="12"/>
                      <a:pt x="150" y="15"/>
                    </a:cubicBezTo>
                    <a:cubicBezTo>
                      <a:pt x="144" y="17"/>
                      <a:pt x="142" y="18"/>
                      <a:pt x="136" y="16"/>
                    </a:cubicBezTo>
                    <a:cubicBezTo>
                      <a:pt x="127" y="12"/>
                      <a:pt x="117" y="7"/>
                      <a:pt x="110" y="2"/>
                    </a:cubicBezTo>
                    <a:cubicBezTo>
                      <a:pt x="108" y="7"/>
                      <a:pt x="101" y="12"/>
                      <a:pt x="96" y="15"/>
                    </a:cubicBezTo>
                    <a:cubicBezTo>
                      <a:pt x="88" y="20"/>
                      <a:pt x="84" y="22"/>
                      <a:pt x="75" y="19"/>
                    </a:cubicBezTo>
                    <a:cubicBezTo>
                      <a:pt x="66" y="16"/>
                      <a:pt x="57" y="7"/>
                      <a:pt x="50" y="1"/>
                    </a:cubicBezTo>
                    <a:cubicBezTo>
                      <a:pt x="48" y="11"/>
                      <a:pt x="34" y="19"/>
                      <a:pt x="25" y="18"/>
                    </a:cubicBezTo>
                    <a:cubicBezTo>
                      <a:pt x="15" y="17"/>
                      <a:pt x="6" y="7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0" name="Freeform 322">
                <a:extLst>
                  <a:ext uri="{FF2B5EF4-FFF2-40B4-BE49-F238E27FC236}">
                    <a16:creationId xmlns:a16="http://schemas.microsoft.com/office/drawing/2014/main" id="{22B55BFB-D522-4A54-A6AC-A0375CCFA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506"/>
                <a:ext cx="489" cy="42"/>
              </a:xfrm>
              <a:custGeom>
                <a:avLst/>
                <a:gdLst>
                  <a:gd name="T0" fmla="*/ 1916 w 247"/>
                  <a:gd name="T1" fmla="*/ 16 h 21"/>
                  <a:gd name="T2" fmla="*/ 1645 w 247"/>
                  <a:gd name="T3" fmla="*/ 144 h 21"/>
                  <a:gd name="T4" fmla="*/ 1412 w 247"/>
                  <a:gd name="T5" fmla="*/ 8 h 21"/>
                  <a:gd name="T6" fmla="*/ 1109 w 247"/>
                  <a:gd name="T7" fmla="*/ 152 h 21"/>
                  <a:gd name="T8" fmla="*/ 948 w 247"/>
                  <a:gd name="T9" fmla="*/ 72 h 21"/>
                  <a:gd name="T10" fmla="*/ 839 w 247"/>
                  <a:gd name="T11" fmla="*/ 0 h 21"/>
                  <a:gd name="T12" fmla="*/ 697 w 247"/>
                  <a:gd name="T13" fmla="*/ 96 h 21"/>
                  <a:gd name="T14" fmla="*/ 576 w 247"/>
                  <a:gd name="T15" fmla="*/ 120 h 21"/>
                  <a:gd name="T16" fmla="*/ 356 w 247"/>
                  <a:gd name="T17" fmla="*/ 16 h 21"/>
                  <a:gd name="T18" fmla="*/ 192 w 247"/>
                  <a:gd name="T19" fmla="*/ 96 h 21"/>
                  <a:gd name="T20" fmla="*/ 0 w 247"/>
                  <a:gd name="T21" fmla="*/ 0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7" h="21">
                    <a:moveTo>
                      <a:pt x="247" y="2"/>
                    </a:moveTo>
                    <a:cubicBezTo>
                      <a:pt x="235" y="9"/>
                      <a:pt x="226" y="21"/>
                      <a:pt x="212" y="18"/>
                    </a:cubicBezTo>
                    <a:cubicBezTo>
                      <a:pt x="200" y="15"/>
                      <a:pt x="192" y="7"/>
                      <a:pt x="182" y="1"/>
                    </a:cubicBezTo>
                    <a:cubicBezTo>
                      <a:pt x="175" y="10"/>
                      <a:pt x="155" y="21"/>
                      <a:pt x="143" y="19"/>
                    </a:cubicBezTo>
                    <a:cubicBezTo>
                      <a:pt x="135" y="18"/>
                      <a:pt x="129" y="13"/>
                      <a:pt x="122" y="9"/>
                    </a:cubicBezTo>
                    <a:cubicBezTo>
                      <a:pt x="119" y="7"/>
                      <a:pt x="110" y="0"/>
                      <a:pt x="108" y="0"/>
                    </a:cubicBezTo>
                    <a:cubicBezTo>
                      <a:pt x="103" y="1"/>
                      <a:pt x="95" y="10"/>
                      <a:pt x="90" y="12"/>
                    </a:cubicBezTo>
                    <a:cubicBezTo>
                      <a:pt x="85" y="14"/>
                      <a:pt x="80" y="16"/>
                      <a:pt x="74" y="15"/>
                    </a:cubicBezTo>
                    <a:cubicBezTo>
                      <a:pt x="65" y="14"/>
                      <a:pt x="54" y="6"/>
                      <a:pt x="46" y="2"/>
                    </a:cubicBezTo>
                    <a:cubicBezTo>
                      <a:pt x="43" y="9"/>
                      <a:pt x="33" y="12"/>
                      <a:pt x="25" y="12"/>
                    </a:cubicBezTo>
                    <a:cubicBezTo>
                      <a:pt x="13" y="12"/>
                      <a:pt x="8" y="5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1" name="Freeform 323">
                <a:extLst>
                  <a:ext uri="{FF2B5EF4-FFF2-40B4-BE49-F238E27FC236}">
                    <a16:creationId xmlns:a16="http://schemas.microsoft.com/office/drawing/2014/main" id="{F9C5DA36-279D-4AD9-9DD9-6CCE6DA25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504"/>
                <a:ext cx="394" cy="32"/>
              </a:xfrm>
              <a:custGeom>
                <a:avLst/>
                <a:gdLst>
                  <a:gd name="T0" fmla="*/ 1544 w 199"/>
                  <a:gd name="T1" fmla="*/ 16 h 16"/>
                  <a:gd name="T2" fmla="*/ 1336 w 199"/>
                  <a:gd name="T3" fmla="*/ 96 h 16"/>
                  <a:gd name="T4" fmla="*/ 1243 w 199"/>
                  <a:gd name="T5" fmla="*/ 40 h 16"/>
                  <a:gd name="T6" fmla="*/ 1172 w 199"/>
                  <a:gd name="T7" fmla="*/ 24 h 16"/>
                  <a:gd name="T8" fmla="*/ 976 w 199"/>
                  <a:gd name="T9" fmla="*/ 104 h 16"/>
                  <a:gd name="T10" fmla="*/ 885 w 199"/>
                  <a:gd name="T11" fmla="*/ 48 h 16"/>
                  <a:gd name="T12" fmla="*/ 816 w 199"/>
                  <a:gd name="T13" fmla="*/ 0 h 16"/>
                  <a:gd name="T14" fmla="*/ 689 w 199"/>
                  <a:gd name="T15" fmla="*/ 80 h 16"/>
                  <a:gd name="T16" fmla="*/ 568 w 199"/>
                  <a:gd name="T17" fmla="*/ 96 h 16"/>
                  <a:gd name="T18" fmla="*/ 467 w 199"/>
                  <a:gd name="T19" fmla="*/ 32 h 16"/>
                  <a:gd name="T20" fmla="*/ 412 w 199"/>
                  <a:gd name="T21" fmla="*/ 24 h 16"/>
                  <a:gd name="T22" fmla="*/ 356 w 199"/>
                  <a:gd name="T23" fmla="*/ 64 h 16"/>
                  <a:gd name="T24" fmla="*/ 271 w 199"/>
                  <a:gd name="T25" fmla="*/ 96 h 16"/>
                  <a:gd name="T26" fmla="*/ 188 w 199"/>
                  <a:gd name="T27" fmla="*/ 104 h 16"/>
                  <a:gd name="T28" fmla="*/ 87 w 199"/>
                  <a:gd name="T29" fmla="*/ 64 h 16"/>
                  <a:gd name="T30" fmla="*/ 0 w 199"/>
                  <a:gd name="T31" fmla="*/ 16 h 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9" h="16">
                    <a:moveTo>
                      <a:pt x="199" y="2"/>
                    </a:moveTo>
                    <a:cubicBezTo>
                      <a:pt x="191" y="7"/>
                      <a:pt x="182" y="16"/>
                      <a:pt x="172" y="12"/>
                    </a:cubicBezTo>
                    <a:cubicBezTo>
                      <a:pt x="168" y="10"/>
                      <a:pt x="163" y="8"/>
                      <a:pt x="160" y="5"/>
                    </a:cubicBezTo>
                    <a:cubicBezTo>
                      <a:pt x="155" y="2"/>
                      <a:pt x="156" y="1"/>
                      <a:pt x="151" y="3"/>
                    </a:cubicBezTo>
                    <a:cubicBezTo>
                      <a:pt x="143" y="7"/>
                      <a:pt x="135" y="15"/>
                      <a:pt x="126" y="13"/>
                    </a:cubicBezTo>
                    <a:cubicBezTo>
                      <a:pt x="121" y="12"/>
                      <a:pt x="118" y="8"/>
                      <a:pt x="114" y="6"/>
                    </a:cubicBezTo>
                    <a:cubicBezTo>
                      <a:pt x="111" y="4"/>
                      <a:pt x="108" y="2"/>
                      <a:pt x="105" y="0"/>
                    </a:cubicBezTo>
                    <a:cubicBezTo>
                      <a:pt x="102" y="5"/>
                      <a:pt x="94" y="7"/>
                      <a:pt x="89" y="10"/>
                    </a:cubicBezTo>
                    <a:cubicBezTo>
                      <a:pt x="84" y="12"/>
                      <a:pt x="78" y="14"/>
                      <a:pt x="73" y="12"/>
                    </a:cubicBezTo>
                    <a:cubicBezTo>
                      <a:pt x="69" y="11"/>
                      <a:pt x="63" y="7"/>
                      <a:pt x="60" y="4"/>
                    </a:cubicBezTo>
                    <a:cubicBezTo>
                      <a:pt x="56" y="2"/>
                      <a:pt x="56" y="0"/>
                      <a:pt x="53" y="3"/>
                    </a:cubicBezTo>
                    <a:cubicBezTo>
                      <a:pt x="50" y="4"/>
                      <a:pt x="49" y="7"/>
                      <a:pt x="46" y="8"/>
                    </a:cubicBezTo>
                    <a:cubicBezTo>
                      <a:pt x="42" y="10"/>
                      <a:pt x="38" y="10"/>
                      <a:pt x="35" y="12"/>
                    </a:cubicBezTo>
                    <a:cubicBezTo>
                      <a:pt x="30" y="13"/>
                      <a:pt x="29" y="14"/>
                      <a:pt x="24" y="13"/>
                    </a:cubicBezTo>
                    <a:cubicBezTo>
                      <a:pt x="19" y="12"/>
                      <a:pt x="16" y="11"/>
                      <a:pt x="11" y="8"/>
                    </a:cubicBezTo>
                    <a:cubicBezTo>
                      <a:pt x="8" y="6"/>
                      <a:pt x="3" y="4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2" name="Freeform 324">
                <a:extLst>
                  <a:ext uri="{FF2B5EF4-FFF2-40B4-BE49-F238E27FC236}">
                    <a16:creationId xmlns:a16="http://schemas.microsoft.com/office/drawing/2014/main" id="{253F304F-6261-467C-B1EC-F9EA9AECE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3506"/>
                <a:ext cx="390" cy="40"/>
              </a:xfrm>
              <a:custGeom>
                <a:avLst/>
                <a:gdLst>
                  <a:gd name="T0" fmla="*/ 1528 w 197"/>
                  <a:gd name="T1" fmla="*/ 0 h 20"/>
                  <a:gd name="T2" fmla="*/ 1388 w 197"/>
                  <a:gd name="T3" fmla="*/ 128 h 20"/>
                  <a:gd name="T4" fmla="*/ 1265 w 197"/>
                  <a:gd name="T5" fmla="*/ 88 h 20"/>
                  <a:gd name="T6" fmla="*/ 1188 w 197"/>
                  <a:gd name="T7" fmla="*/ 56 h 20"/>
                  <a:gd name="T8" fmla="*/ 1148 w 197"/>
                  <a:gd name="T9" fmla="*/ 32 h 20"/>
                  <a:gd name="T10" fmla="*/ 1085 w 197"/>
                  <a:gd name="T11" fmla="*/ 16 h 20"/>
                  <a:gd name="T12" fmla="*/ 948 w 197"/>
                  <a:gd name="T13" fmla="*/ 104 h 20"/>
                  <a:gd name="T14" fmla="*/ 877 w 197"/>
                  <a:gd name="T15" fmla="*/ 72 h 20"/>
                  <a:gd name="T16" fmla="*/ 792 w 197"/>
                  <a:gd name="T17" fmla="*/ 24 h 20"/>
                  <a:gd name="T18" fmla="*/ 752 w 197"/>
                  <a:gd name="T19" fmla="*/ 0 h 20"/>
                  <a:gd name="T20" fmla="*/ 667 w 197"/>
                  <a:gd name="T21" fmla="*/ 56 h 20"/>
                  <a:gd name="T22" fmla="*/ 467 w 197"/>
                  <a:gd name="T23" fmla="*/ 88 h 20"/>
                  <a:gd name="T24" fmla="*/ 396 w 197"/>
                  <a:gd name="T25" fmla="*/ 40 h 20"/>
                  <a:gd name="T26" fmla="*/ 348 w 197"/>
                  <a:gd name="T27" fmla="*/ 0 h 20"/>
                  <a:gd name="T28" fmla="*/ 325 w 197"/>
                  <a:gd name="T29" fmla="*/ 24 h 20"/>
                  <a:gd name="T30" fmla="*/ 255 w 197"/>
                  <a:gd name="T31" fmla="*/ 56 h 20"/>
                  <a:gd name="T32" fmla="*/ 16 w 197"/>
                  <a:gd name="T33" fmla="*/ 152 h 20"/>
                  <a:gd name="T34" fmla="*/ 0 w 197"/>
                  <a:gd name="T35" fmla="*/ 152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7" h="20">
                    <a:moveTo>
                      <a:pt x="197" y="0"/>
                    </a:moveTo>
                    <a:cubicBezTo>
                      <a:pt x="190" y="3"/>
                      <a:pt x="187" y="14"/>
                      <a:pt x="179" y="16"/>
                    </a:cubicBezTo>
                    <a:cubicBezTo>
                      <a:pt x="174" y="18"/>
                      <a:pt x="168" y="13"/>
                      <a:pt x="163" y="11"/>
                    </a:cubicBezTo>
                    <a:cubicBezTo>
                      <a:pt x="160" y="10"/>
                      <a:pt x="156" y="9"/>
                      <a:pt x="153" y="7"/>
                    </a:cubicBezTo>
                    <a:cubicBezTo>
                      <a:pt x="151" y="6"/>
                      <a:pt x="150" y="4"/>
                      <a:pt x="148" y="4"/>
                    </a:cubicBezTo>
                    <a:cubicBezTo>
                      <a:pt x="146" y="3"/>
                      <a:pt x="143" y="3"/>
                      <a:pt x="140" y="2"/>
                    </a:cubicBezTo>
                    <a:cubicBezTo>
                      <a:pt x="138" y="6"/>
                      <a:pt x="127" y="14"/>
                      <a:pt x="122" y="13"/>
                    </a:cubicBezTo>
                    <a:cubicBezTo>
                      <a:pt x="119" y="13"/>
                      <a:pt x="116" y="10"/>
                      <a:pt x="113" y="9"/>
                    </a:cubicBezTo>
                    <a:cubicBezTo>
                      <a:pt x="109" y="8"/>
                      <a:pt x="105" y="6"/>
                      <a:pt x="102" y="3"/>
                    </a:cubicBezTo>
                    <a:cubicBezTo>
                      <a:pt x="101" y="2"/>
                      <a:pt x="98" y="0"/>
                      <a:pt x="97" y="0"/>
                    </a:cubicBezTo>
                    <a:cubicBezTo>
                      <a:pt x="94" y="0"/>
                      <a:pt x="89" y="6"/>
                      <a:pt x="86" y="7"/>
                    </a:cubicBezTo>
                    <a:cubicBezTo>
                      <a:pt x="79" y="10"/>
                      <a:pt x="68" y="15"/>
                      <a:pt x="60" y="11"/>
                    </a:cubicBezTo>
                    <a:cubicBezTo>
                      <a:pt x="57" y="10"/>
                      <a:pt x="54" y="7"/>
                      <a:pt x="51" y="5"/>
                    </a:cubicBezTo>
                    <a:cubicBezTo>
                      <a:pt x="50" y="4"/>
                      <a:pt x="47" y="0"/>
                      <a:pt x="45" y="0"/>
                    </a:cubicBezTo>
                    <a:cubicBezTo>
                      <a:pt x="44" y="0"/>
                      <a:pt x="43" y="2"/>
                      <a:pt x="42" y="3"/>
                    </a:cubicBezTo>
                    <a:cubicBezTo>
                      <a:pt x="39" y="5"/>
                      <a:pt x="36" y="6"/>
                      <a:pt x="33" y="7"/>
                    </a:cubicBezTo>
                    <a:cubicBezTo>
                      <a:pt x="23" y="12"/>
                      <a:pt x="12" y="13"/>
                      <a:pt x="2" y="19"/>
                    </a:cubicBezTo>
                    <a:cubicBezTo>
                      <a:pt x="2" y="19"/>
                      <a:pt x="0" y="20"/>
                      <a:pt x="0" y="1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3" name="Freeform 325">
                <a:extLst>
                  <a:ext uri="{FF2B5EF4-FFF2-40B4-BE49-F238E27FC236}">
                    <a16:creationId xmlns:a16="http://schemas.microsoft.com/office/drawing/2014/main" id="{43998408-59CF-4D12-9829-1898C4422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530"/>
                <a:ext cx="129" cy="26"/>
              </a:xfrm>
              <a:custGeom>
                <a:avLst/>
                <a:gdLst>
                  <a:gd name="T0" fmla="*/ 508 w 65"/>
                  <a:gd name="T1" fmla="*/ 8 h 13"/>
                  <a:gd name="T2" fmla="*/ 220 w 65"/>
                  <a:gd name="T3" fmla="*/ 88 h 13"/>
                  <a:gd name="T4" fmla="*/ 71 w 65"/>
                  <a:gd name="T5" fmla="*/ 48 h 13"/>
                  <a:gd name="T6" fmla="*/ 0 w 65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3">
                    <a:moveTo>
                      <a:pt x="65" y="1"/>
                    </a:moveTo>
                    <a:cubicBezTo>
                      <a:pt x="52" y="0"/>
                      <a:pt x="42" y="13"/>
                      <a:pt x="28" y="11"/>
                    </a:cubicBezTo>
                    <a:cubicBezTo>
                      <a:pt x="21" y="10"/>
                      <a:pt x="15" y="9"/>
                      <a:pt x="9" y="6"/>
                    </a:cubicBezTo>
                    <a:cubicBezTo>
                      <a:pt x="6" y="5"/>
                      <a:pt x="3" y="3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4" name="Freeform 326">
                <a:extLst>
                  <a:ext uri="{FF2B5EF4-FFF2-40B4-BE49-F238E27FC236}">
                    <a16:creationId xmlns:a16="http://schemas.microsoft.com/office/drawing/2014/main" id="{D0D808DA-1BF4-4C02-9FC7-E1B04A8C4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3540"/>
                <a:ext cx="113" cy="26"/>
              </a:xfrm>
              <a:custGeom>
                <a:avLst/>
                <a:gdLst>
                  <a:gd name="T0" fmla="*/ 444 w 57"/>
                  <a:gd name="T1" fmla="*/ 0 h 13"/>
                  <a:gd name="T2" fmla="*/ 272 w 57"/>
                  <a:gd name="T3" fmla="*/ 88 h 13"/>
                  <a:gd name="T4" fmla="*/ 133 w 57"/>
                  <a:gd name="T5" fmla="*/ 80 h 13"/>
                  <a:gd name="T6" fmla="*/ 0 w 57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13">
                    <a:moveTo>
                      <a:pt x="57" y="0"/>
                    </a:moveTo>
                    <a:cubicBezTo>
                      <a:pt x="54" y="4"/>
                      <a:pt x="40" y="10"/>
                      <a:pt x="35" y="11"/>
                    </a:cubicBezTo>
                    <a:cubicBezTo>
                      <a:pt x="29" y="13"/>
                      <a:pt x="22" y="12"/>
                      <a:pt x="17" y="10"/>
                    </a:cubicBezTo>
                    <a:cubicBezTo>
                      <a:pt x="13" y="9"/>
                      <a:pt x="1" y="5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5" name="Freeform 327">
                <a:extLst>
                  <a:ext uri="{FF2B5EF4-FFF2-40B4-BE49-F238E27FC236}">
                    <a16:creationId xmlns:a16="http://schemas.microsoft.com/office/drawing/2014/main" id="{F2136602-516D-474D-8662-906B782CF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532"/>
                <a:ext cx="99" cy="22"/>
              </a:xfrm>
              <a:custGeom>
                <a:avLst/>
                <a:gdLst>
                  <a:gd name="T0" fmla="*/ 0 w 50"/>
                  <a:gd name="T1" fmla="*/ 16 h 11"/>
                  <a:gd name="T2" fmla="*/ 87 w 50"/>
                  <a:gd name="T3" fmla="*/ 40 h 11"/>
                  <a:gd name="T4" fmla="*/ 232 w 50"/>
                  <a:gd name="T5" fmla="*/ 80 h 11"/>
                  <a:gd name="T6" fmla="*/ 388 w 50"/>
                  <a:gd name="T7" fmla="*/ 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">
                    <a:moveTo>
                      <a:pt x="0" y="2"/>
                    </a:moveTo>
                    <a:cubicBezTo>
                      <a:pt x="4" y="0"/>
                      <a:pt x="8" y="3"/>
                      <a:pt x="11" y="5"/>
                    </a:cubicBezTo>
                    <a:cubicBezTo>
                      <a:pt x="17" y="8"/>
                      <a:pt x="24" y="11"/>
                      <a:pt x="30" y="10"/>
                    </a:cubicBezTo>
                    <a:cubicBezTo>
                      <a:pt x="36" y="10"/>
                      <a:pt x="47" y="8"/>
                      <a:pt x="50" y="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6" name="Freeform 328">
                <a:extLst>
                  <a:ext uri="{FF2B5EF4-FFF2-40B4-BE49-F238E27FC236}">
                    <a16:creationId xmlns:a16="http://schemas.microsoft.com/office/drawing/2014/main" id="{835BA2E7-EE36-4BB1-8138-20E313E79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3540"/>
                <a:ext cx="333" cy="32"/>
              </a:xfrm>
              <a:custGeom>
                <a:avLst/>
                <a:gdLst>
                  <a:gd name="T0" fmla="*/ 1308 w 168"/>
                  <a:gd name="T1" fmla="*/ 16 h 16"/>
                  <a:gd name="T2" fmla="*/ 1084 w 168"/>
                  <a:gd name="T3" fmla="*/ 96 h 16"/>
                  <a:gd name="T4" fmla="*/ 936 w 168"/>
                  <a:gd name="T5" fmla="*/ 16 h 16"/>
                  <a:gd name="T6" fmla="*/ 777 w 168"/>
                  <a:gd name="T7" fmla="*/ 80 h 16"/>
                  <a:gd name="T8" fmla="*/ 593 w 168"/>
                  <a:gd name="T9" fmla="*/ 88 h 16"/>
                  <a:gd name="T10" fmla="*/ 492 w 168"/>
                  <a:gd name="T11" fmla="*/ 32 h 16"/>
                  <a:gd name="T12" fmla="*/ 357 w 168"/>
                  <a:gd name="T13" fmla="*/ 80 h 16"/>
                  <a:gd name="T14" fmla="*/ 117 w 168"/>
                  <a:gd name="T15" fmla="*/ 88 h 16"/>
                  <a:gd name="T16" fmla="*/ 0 w 168"/>
                  <a:gd name="T17" fmla="*/ 24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8" h="16">
                    <a:moveTo>
                      <a:pt x="168" y="2"/>
                    </a:moveTo>
                    <a:cubicBezTo>
                      <a:pt x="157" y="1"/>
                      <a:pt x="149" y="13"/>
                      <a:pt x="139" y="12"/>
                    </a:cubicBezTo>
                    <a:cubicBezTo>
                      <a:pt x="132" y="11"/>
                      <a:pt x="127" y="4"/>
                      <a:pt x="120" y="2"/>
                    </a:cubicBezTo>
                    <a:cubicBezTo>
                      <a:pt x="115" y="0"/>
                      <a:pt x="104" y="7"/>
                      <a:pt x="100" y="10"/>
                    </a:cubicBezTo>
                    <a:cubicBezTo>
                      <a:pt x="91" y="15"/>
                      <a:pt x="85" y="16"/>
                      <a:pt x="76" y="11"/>
                    </a:cubicBezTo>
                    <a:cubicBezTo>
                      <a:pt x="72" y="9"/>
                      <a:pt x="67" y="5"/>
                      <a:pt x="63" y="4"/>
                    </a:cubicBezTo>
                    <a:cubicBezTo>
                      <a:pt x="57" y="2"/>
                      <a:pt x="52" y="8"/>
                      <a:pt x="46" y="10"/>
                    </a:cubicBezTo>
                    <a:cubicBezTo>
                      <a:pt x="37" y="13"/>
                      <a:pt x="23" y="15"/>
                      <a:pt x="15" y="11"/>
                    </a:cubicBezTo>
                    <a:cubicBezTo>
                      <a:pt x="10" y="8"/>
                      <a:pt x="5" y="5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7" name="Freeform 329">
                <a:extLst>
                  <a:ext uri="{FF2B5EF4-FFF2-40B4-BE49-F238E27FC236}">
                    <a16:creationId xmlns:a16="http://schemas.microsoft.com/office/drawing/2014/main" id="{9660C5D1-168F-41E0-B85A-656A84D0B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3522"/>
                <a:ext cx="430" cy="52"/>
              </a:xfrm>
              <a:custGeom>
                <a:avLst/>
                <a:gdLst>
                  <a:gd name="T0" fmla="*/ 1688 w 217"/>
                  <a:gd name="T1" fmla="*/ 80 h 26"/>
                  <a:gd name="T2" fmla="*/ 1433 w 217"/>
                  <a:gd name="T3" fmla="*/ 200 h 26"/>
                  <a:gd name="T4" fmla="*/ 1284 w 217"/>
                  <a:gd name="T5" fmla="*/ 88 h 26"/>
                  <a:gd name="T6" fmla="*/ 1120 w 217"/>
                  <a:gd name="T7" fmla="*/ 120 h 26"/>
                  <a:gd name="T8" fmla="*/ 896 w 217"/>
                  <a:gd name="T9" fmla="*/ 88 h 26"/>
                  <a:gd name="T10" fmla="*/ 793 w 217"/>
                  <a:gd name="T11" fmla="*/ 40 h 26"/>
                  <a:gd name="T12" fmla="*/ 569 w 217"/>
                  <a:gd name="T13" fmla="*/ 104 h 26"/>
                  <a:gd name="T14" fmla="*/ 499 w 217"/>
                  <a:gd name="T15" fmla="*/ 72 h 26"/>
                  <a:gd name="T16" fmla="*/ 444 w 217"/>
                  <a:gd name="T17" fmla="*/ 40 h 26"/>
                  <a:gd name="T18" fmla="*/ 388 w 217"/>
                  <a:gd name="T19" fmla="*/ 56 h 26"/>
                  <a:gd name="T20" fmla="*/ 216 w 217"/>
                  <a:gd name="T21" fmla="*/ 112 h 26"/>
                  <a:gd name="T22" fmla="*/ 16 w 217"/>
                  <a:gd name="T23" fmla="*/ 64 h 26"/>
                  <a:gd name="T24" fmla="*/ 0 w 217"/>
                  <a:gd name="T25" fmla="*/ 0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7" h="26">
                    <a:moveTo>
                      <a:pt x="217" y="10"/>
                    </a:moveTo>
                    <a:cubicBezTo>
                      <a:pt x="204" y="9"/>
                      <a:pt x="197" y="24"/>
                      <a:pt x="184" y="25"/>
                    </a:cubicBezTo>
                    <a:cubicBezTo>
                      <a:pt x="175" y="26"/>
                      <a:pt x="171" y="16"/>
                      <a:pt x="165" y="11"/>
                    </a:cubicBezTo>
                    <a:cubicBezTo>
                      <a:pt x="159" y="6"/>
                      <a:pt x="151" y="12"/>
                      <a:pt x="144" y="15"/>
                    </a:cubicBezTo>
                    <a:cubicBezTo>
                      <a:pt x="132" y="20"/>
                      <a:pt x="125" y="19"/>
                      <a:pt x="115" y="11"/>
                    </a:cubicBezTo>
                    <a:cubicBezTo>
                      <a:pt x="110" y="7"/>
                      <a:pt x="108" y="3"/>
                      <a:pt x="102" y="5"/>
                    </a:cubicBezTo>
                    <a:cubicBezTo>
                      <a:pt x="93" y="8"/>
                      <a:pt x="83" y="14"/>
                      <a:pt x="73" y="13"/>
                    </a:cubicBezTo>
                    <a:cubicBezTo>
                      <a:pt x="69" y="13"/>
                      <a:pt x="67" y="11"/>
                      <a:pt x="64" y="9"/>
                    </a:cubicBezTo>
                    <a:cubicBezTo>
                      <a:pt x="62" y="8"/>
                      <a:pt x="59" y="6"/>
                      <a:pt x="57" y="5"/>
                    </a:cubicBezTo>
                    <a:cubicBezTo>
                      <a:pt x="55" y="4"/>
                      <a:pt x="53" y="6"/>
                      <a:pt x="50" y="7"/>
                    </a:cubicBezTo>
                    <a:cubicBezTo>
                      <a:pt x="43" y="10"/>
                      <a:pt x="36" y="13"/>
                      <a:pt x="28" y="14"/>
                    </a:cubicBezTo>
                    <a:cubicBezTo>
                      <a:pt x="21" y="15"/>
                      <a:pt x="7" y="15"/>
                      <a:pt x="2" y="8"/>
                    </a:cubicBezTo>
                    <a:cubicBezTo>
                      <a:pt x="1" y="6"/>
                      <a:pt x="0" y="2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8" name="Freeform 330">
                <a:extLst>
                  <a:ext uri="{FF2B5EF4-FFF2-40B4-BE49-F238E27FC236}">
                    <a16:creationId xmlns:a16="http://schemas.microsoft.com/office/drawing/2014/main" id="{2861EAB2-E9A4-4776-832E-4C910A91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3526"/>
                <a:ext cx="202" cy="34"/>
              </a:xfrm>
              <a:custGeom>
                <a:avLst/>
                <a:gdLst>
                  <a:gd name="T0" fmla="*/ 792 w 102"/>
                  <a:gd name="T1" fmla="*/ 32 h 17"/>
                  <a:gd name="T2" fmla="*/ 683 w 102"/>
                  <a:gd name="T3" fmla="*/ 80 h 17"/>
                  <a:gd name="T4" fmla="*/ 529 w 102"/>
                  <a:gd name="T5" fmla="*/ 120 h 17"/>
                  <a:gd name="T6" fmla="*/ 436 w 102"/>
                  <a:gd name="T7" fmla="*/ 80 h 17"/>
                  <a:gd name="T8" fmla="*/ 372 w 102"/>
                  <a:gd name="T9" fmla="*/ 32 h 17"/>
                  <a:gd name="T10" fmla="*/ 309 w 102"/>
                  <a:gd name="T11" fmla="*/ 72 h 17"/>
                  <a:gd name="T12" fmla="*/ 164 w 102"/>
                  <a:gd name="T13" fmla="*/ 104 h 17"/>
                  <a:gd name="T14" fmla="*/ 63 w 102"/>
                  <a:gd name="T15" fmla="*/ 80 h 17"/>
                  <a:gd name="T16" fmla="*/ 0 w 102"/>
                  <a:gd name="T17" fmla="*/ 4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7">
                    <a:moveTo>
                      <a:pt x="102" y="4"/>
                    </a:moveTo>
                    <a:cubicBezTo>
                      <a:pt x="102" y="0"/>
                      <a:pt x="90" y="9"/>
                      <a:pt x="88" y="10"/>
                    </a:cubicBezTo>
                    <a:cubicBezTo>
                      <a:pt x="82" y="14"/>
                      <a:pt x="75" y="17"/>
                      <a:pt x="68" y="15"/>
                    </a:cubicBezTo>
                    <a:cubicBezTo>
                      <a:pt x="64" y="14"/>
                      <a:pt x="60" y="12"/>
                      <a:pt x="56" y="10"/>
                    </a:cubicBezTo>
                    <a:cubicBezTo>
                      <a:pt x="54" y="8"/>
                      <a:pt x="51" y="5"/>
                      <a:pt x="48" y="4"/>
                    </a:cubicBezTo>
                    <a:cubicBezTo>
                      <a:pt x="43" y="2"/>
                      <a:pt x="45" y="6"/>
                      <a:pt x="40" y="9"/>
                    </a:cubicBezTo>
                    <a:cubicBezTo>
                      <a:pt x="35" y="12"/>
                      <a:pt x="27" y="13"/>
                      <a:pt x="21" y="13"/>
                    </a:cubicBezTo>
                    <a:cubicBezTo>
                      <a:pt x="16" y="14"/>
                      <a:pt x="12" y="13"/>
                      <a:pt x="8" y="10"/>
                    </a:cubicBezTo>
                    <a:cubicBezTo>
                      <a:pt x="5" y="9"/>
                      <a:pt x="2" y="6"/>
                      <a:pt x="0" y="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9" name="Freeform 331">
                <a:extLst>
                  <a:ext uri="{FF2B5EF4-FFF2-40B4-BE49-F238E27FC236}">
                    <a16:creationId xmlns:a16="http://schemas.microsoft.com/office/drawing/2014/main" id="{9D121CD2-D2DB-4B0F-B71D-73AC8018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3532"/>
                <a:ext cx="234" cy="32"/>
              </a:xfrm>
              <a:custGeom>
                <a:avLst/>
                <a:gdLst>
                  <a:gd name="T0" fmla="*/ 0 w 118"/>
                  <a:gd name="T1" fmla="*/ 48 h 16"/>
                  <a:gd name="T2" fmla="*/ 95 w 118"/>
                  <a:gd name="T3" fmla="*/ 64 h 16"/>
                  <a:gd name="T4" fmla="*/ 165 w 118"/>
                  <a:gd name="T5" fmla="*/ 104 h 16"/>
                  <a:gd name="T6" fmla="*/ 319 w 118"/>
                  <a:gd name="T7" fmla="*/ 112 h 16"/>
                  <a:gd name="T8" fmla="*/ 428 w 118"/>
                  <a:gd name="T9" fmla="*/ 64 h 16"/>
                  <a:gd name="T10" fmla="*/ 508 w 118"/>
                  <a:gd name="T11" fmla="*/ 8 h 16"/>
                  <a:gd name="T12" fmla="*/ 617 w 118"/>
                  <a:gd name="T13" fmla="*/ 56 h 16"/>
                  <a:gd name="T14" fmla="*/ 756 w 118"/>
                  <a:gd name="T15" fmla="*/ 80 h 16"/>
                  <a:gd name="T16" fmla="*/ 920 w 118"/>
                  <a:gd name="T17" fmla="*/ 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8" h="16">
                    <a:moveTo>
                      <a:pt x="0" y="6"/>
                    </a:moveTo>
                    <a:cubicBezTo>
                      <a:pt x="5" y="6"/>
                      <a:pt x="8" y="5"/>
                      <a:pt x="12" y="8"/>
                    </a:cubicBezTo>
                    <a:cubicBezTo>
                      <a:pt x="15" y="10"/>
                      <a:pt x="17" y="12"/>
                      <a:pt x="21" y="13"/>
                    </a:cubicBezTo>
                    <a:cubicBezTo>
                      <a:pt x="27" y="15"/>
                      <a:pt x="34" y="16"/>
                      <a:pt x="41" y="14"/>
                    </a:cubicBezTo>
                    <a:cubicBezTo>
                      <a:pt x="46" y="13"/>
                      <a:pt x="51" y="12"/>
                      <a:pt x="55" y="8"/>
                    </a:cubicBezTo>
                    <a:cubicBezTo>
                      <a:pt x="59" y="6"/>
                      <a:pt x="61" y="1"/>
                      <a:pt x="65" y="1"/>
                    </a:cubicBezTo>
                    <a:cubicBezTo>
                      <a:pt x="69" y="2"/>
                      <a:pt x="75" y="6"/>
                      <a:pt x="79" y="7"/>
                    </a:cubicBezTo>
                    <a:cubicBezTo>
                      <a:pt x="85" y="9"/>
                      <a:pt x="91" y="11"/>
                      <a:pt x="97" y="10"/>
                    </a:cubicBezTo>
                    <a:cubicBezTo>
                      <a:pt x="106" y="9"/>
                      <a:pt x="111" y="6"/>
                      <a:pt x="118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0" name="Freeform 332">
                <a:extLst>
                  <a:ext uri="{FF2B5EF4-FFF2-40B4-BE49-F238E27FC236}">
                    <a16:creationId xmlns:a16="http://schemas.microsoft.com/office/drawing/2014/main" id="{A7D37CD6-AB54-4A3A-B879-6A5DBF5C7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3540"/>
                <a:ext cx="145" cy="30"/>
              </a:xfrm>
              <a:custGeom>
                <a:avLst/>
                <a:gdLst>
                  <a:gd name="T0" fmla="*/ 0 w 73"/>
                  <a:gd name="T1" fmla="*/ 64 h 15"/>
                  <a:gd name="T2" fmla="*/ 189 w 73"/>
                  <a:gd name="T3" fmla="*/ 112 h 15"/>
                  <a:gd name="T4" fmla="*/ 367 w 73"/>
                  <a:gd name="T5" fmla="*/ 112 h 15"/>
                  <a:gd name="T6" fmla="*/ 572 w 7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5">
                    <a:moveTo>
                      <a:pt x="0" y="8"/>
                    </a:moveTo>
                    <a:cubicBezTo>
                      <a:pt x="8" y="8"/>
                      <a:pt x="16" y="12"/>
                      <a:pt x="24" y="14"/>
                    </a:cubicBezTo>
                    <a:cubicBezTo>
                      <a:pt x="31" y="15"/>
                      <a:pt x="40" y="15"/>
                      <a:pt x="47" y="14"/>
                    </a:cubicBezTo>
                    <a:cubicBezTo>
                      <a:pt x="57" y="12"/>
                      <a:pt x="65" y="6"/>
                      <a:pt x="73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1" name="Freeform 333">
                <a:extLst>
                  <a:ext uri="{FF2B5EF4-FFF2-40B4-BE49-F238E27FC236}">
                    <a16:creationId xmlns:a16="http://schemas.microsoft.com/office/drawing/2014/main" id="{5F4AB7FC-3A51-49D4-B108-A833D59CF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3558"/>
                <a:ext cx="155" cy="31"/>
              </a:xfrm>
              <a:custGeom>
                <a:avLst/>
                <a:gdLst>
                  <a:gd name="T0" fmla="*/ 612 w 78"/>
                  <a:gd name="T1" fmla="*/ 37 h 16"/>
                  <a:gd name="T2" fmla="*/ 477 w 78"/>
                  <a:gd name="T3" fmla="*/ 79 h 16"/>
                  <a:gd name="T4" fmla="*/ 328 w 78"/>
                  <a:gd name="T5" fmla="*/ 116 h 16"/>
                  <a:gd name="T6" fmla="*/ 151 w 78"/>
                  <a:gd name="T7" fmla="*/ 72 h 16"/>
                  <a:gd name="T8" fmla="*/ 0 w 7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6">
                    <a:moveTo>
                      <a:pt x="78" y="5"/>
                    </a:moveTo>
                    <a:cubicBezTo>
                      <a:pt x="75" y="3"/>
                      <a:pt x="64" y="10"/>
                      <a:pt x="61" y="11"/>
                    </a:cubicBezTo>
                    <a:cubicBezTo>
                      <a:pt x="54" y="15"/>
                      <a:pt x="49" y="16"/>
                      <a:pt x="42" y="16"/>
                    </a:cubicBezTo>
                    <a:cubicBezTo>
                      <a:pt x="34" y="15"/>
                      <a:pt x="25" y="13"/>
                      <a:pt x="19" y="10"/>
                    </a:cubicBezTo>
                    <a:cubicBezTo>
                      <a:pt x="12" y="8"/>
                      <a:pt x="6" y="3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2" name="Freeform 334">
                <a:extLst>
                  <a:ext uri="{FF2B5EF4-FFF2-40B4-BE49-F238E27FC236}">
                    <a16:creationId xmlns:a16="http://schemas.microsoft.com/office/drawing/2014/main" id="{ECE62A67-0B24-45E5-99A5-3FEE8E2E8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3564"/>
                <a:ext cx="59" cy="25"/>
              </a:xfrm>
              <a:custGeom>
                <a:avLst/>
                <a:gdLst>
                  <a:gd name="T0" fmla="*/ 228 w 30"/>
                  <a:gd name="T1" fmla="*/ 0 h 13"/>
                  <a:gd name="T2" fmla="*/ 0 w 30"/>
                  <a:gd name="T3" fmla="*/ 8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3">
                    <a:moveTo>
                      <a:pt x="30" y="0"/>
                    </a:moveTo>
                    <a:cubicBezTo>
                      <a:pt x="20" y="2"/>
                      <a:pt x="12" y="13"/>
                      <a:pt x="0" y="1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3" name="Freeform 335">
                <a:extLst>
                  <a:ext uri="{FF2B5EF4-FFF2-40B4-BE49-F238E27FC236}">
                    <a16:creationId xmlns:a16="http://schemas.microsoft.com/office/drawing/2014/main" id="{A2882E6C-D36E-424D-8D69-FF93EF41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3546"/>
                <a:ext cx="123" cy="22"/>
              </a:xfrm>
              <a:custGeom>
                <a:avLst/>
                <a:gdLst>
                  <a:gd name="T0" fmla="*/ 0 w 62"/>
                  <a:gd name="T1" fmla="*/ 24 h 11"/>
                  <a:gd name="T2" fmla="*/ 119 w 62"/>
                  <a:gd name="T3" fmla="*/ 24 h 11"/>
                  <a:gd name="T4" fmla="*/ 272 w 62"/>
                  <a:gd name="T5" fmla="*/ 64 h 11"/>
                  <a:gd name="T6" fmla="*/ 389 w 62"/>
                  <a:gd name="T7" fmla="*/ 88 h 11"/>
                  <a:gd name="T8" fmla="*/ 484 w 62"/>
                  <a:gd name="T9" fmla="*/ 7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1">
                    <a:moveTo>
                      <a:pt x="0" y="3"/>
                    </a:moveTo>
                    <a:cubicBezTo>
                      <a:pt x="4" y="0"/>
                      <a:pt x="11" y="3"/>
                      <a:pt x="15" y="3"/>
                    </a:cubicBezTo>
                    <a:cubicBezTo>
                      <a:pt x="22" y="4"/>
                      <a:pt x="28" y="7"/>
                      <a:pt x="35" y="8"/>
                    </a:cubicBezTo>
                    <a:cubicBezTo>
                      <a:pt x="40" y="9"/>
                      <a:pt x="45" y="11"/>
                      <a:pt x="50" y="11"/>
                    </a:cubicBezTo>
                    <a:cubicBezTo>
                      <a:pt x="55" y="11"/>
                      <a:pt x="58" y="10"/>
                      <a:pt x="62" y="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4" name="Freeform 336">
                <a:extLst>
                  <a:ext uri="{FF2B5EF4-FFF2-40B4-BE49-F238E27FC236}">
                    <a16:creationId xmlns:a16="http://schemas.microsoft.com/office/drawing/2014/main" id="{6586EB75-EEF3-4F58-8F51-0C7B236D3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3552"/>
                <a:ext cx="220" cy="28"/>
              </a:xfrm>
              <a:custGeom>
                <a:avLst/>
                <a:gdLst>
                  <a:gd name="T0" fmla="*/ 864 w 111"/>
                  <a:gd name="T1" fmla="*/ 0 h 14"/>
                  <a:gd name="T2" fmla="*/ 755 w 111"/>
                  <a:gd name="T3" fmla="*/ 32 h 14"/>
                  <a:gd name="T4" fmla="*/ 632 w 111"/>
                  <a:gd name="T5" fmla="*/ 72 h 14"/>
                  <a:gd name="T6" fmla="*/ 601 w 111"/>
                  <a:gd name="T7" fmla="*/ 56 h 14"/>
                  <a:gd name="T8" fmla="*/ 545 w 111"/>
                  <a:gd name="T9" fmla="*/ 40 h 14"/>
                  <a:gd name="T10" fmla="*/ 476 w 111"/>
                  <a:gd name="T11" fmla="*/ 0 h 14"/>
                  <a:gd name="T12" fmla="*/ 357 w 111"/>
                  <a:gd name="T13" fmla="*/ 72 h 14"/>
                  <a:gd name="T14" fmla="*/ 272 w 111"/>
                  <a:gd name="T15" fmla="*/ 104 h 14"/>
                  <a:gd name="T16" fmla="*/ 204 w 111"/>
                  <a:gd name="T17" fmla="*/ 104 h 14"/>
                  <a:gd name="T18" fmla="*/ 55 w 111"/>
                  <a:gd name="T19" fmla="*/ 48 h 14"/>
                  <a:gd name="T20" fmla="*/ 0 w 111"/>
                  <a:gd name="T21" fmla="*/ 32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14">
                    <a:moveTo>
                      <a:pt x="111" y="0"/>
                    </a:moveTo>
                    <a:cubicBezTo>
                      <a:pt x="106" y="1"/>
                      <a:pt x="102" y="2"/>
                      <a:pt x="97" y="4"/>
                    </a:cubicBezTo>
                    <a:cubicBezTo>
                      <a:pt x="93" y="6"/>
                      <a:pt x="86" y="10"/>
                      <a:pt x="81" y="9"/>
                    </a:cubicBezTo>
                    <a:cubicBezTo>
                      <a:pt x="79" y="9"/>
                      <a:pt x="78" y="8"/>
                      <a:pt x="77" y="7"/>
                    </a:cubicBezTo>
                    <a:cubicBezTo>
                      <a:pt x="74" y="6"/>
                      <a:pt x="72" y="5"/>
                      <a:pt x="70" y="5"/>
                    </a:cubicBezTo>
                    <a:cubicBezTo>
                      <a:pt x="67" y="4"/>
                      <a:pt x="63" y="2"/>
                      <a:pt x="61" y="0"/>
                    </a:cubicBezTo>
                    <a:cubicBezTo>
                      <a:pt x="56" y="3"/>
                      <a:pt x="51" y="6"/>
                      <a:pt x="46" y="9"/>
                    </a:cubicBezTo>
                    <a:cubicBezTo>
                      <a:pt x="42" y="10"/>
                      <a:pt x="39" y="12"/>
                      <a:pt x="35" y="13"/>
                    </a:cubicBezTo>
                    <a:cubicBezTo>
                      <a:pt x="32" y="14"/>
                      <a:pt x="30" y="13"/>
                      <a:pt x="26" y="13"/>
                    </a:cubicBezTo>
                    <a:cubicBezTo>
                      <a:pt x="19" y="12"/>
                      <a:pt x="13" y="9"/>
                      <a:pt x="7" y="6"/>
                    </a:cubicBezTo>
                    <a:cubicBezTo>
                      <a:pt x="5" y="6"/>
                      <a:pt x="2" y="3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5" name="Freeform 337">
                <a:extLst>
                  <a:ext uri="{FF2B5EF4-FFF2-40B4-BE49-F238E27FC236}">
                    <a16:creationId xmlns:a16="http://schemas.microsoft.com/office/drawing/2014/main" id="{FADF6F3C-9BF1-4125-B31D-B77D8FD1F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562"/>
                <a:ext cx="307" cy="27"/>
              </a:xfrm>
              <a:custGeom>
                <a:avLst/>
                <a:gdLst>
                  <a:gd name="T0" fmla="*/ 1204 w 155"/>
                  <a:gd name="T1" fmla="*/ 0 h 14"/>
                  <a:gd name="T2" fmla="*/ 1032 w 155"/>
                  <a:gd name="T3" fmla="*/ 79 h 14"/>
                  <a:gd name="T4" fmla="*/ 903 w 155"/>
                  <a:gd name="T5" fmla="*/ 52 h 14"/>
                  <a:gd name="T6" fmla="*/ 824 w 155"/>
                  <a:gd name="T7" fmla="*/ 23 h 14"/>
                  <a:gd name="T8" fmla="*/ 644 w 155"/>
                  <a:gd name="T9" fmla="*/ 93 h 14"/>
                  <a:gd name="T10" fmla="*/ 513 w 155"/>
                  <a:gd name="T11" fmla="*/ 64 h 14"/>
                  <a:gd name="T12" fmla="*/ 460 w 155"/>
                  <a:gd name="T13" fmla="*/ 52 h 14"/>
                  <a:gd name="T14" fmla="*/ 436 w 155"/>
                  <a:gd name="T15" fmla="*/ 44 h 14"/>
                  <a:gd name="T16" fmla="*/ 428 w 155"/>
                  <a:gd name="T17" fmla="*/ 29 h 14"/>
                  <a:gd name="T18" fmla="*/ 309 w 155"/>
                  <a:gd name="T19" fmla="*/ 52 h 14"/>
                  <a:gd name="T20" fmla="*/ 156 w 155"/>
                  <a:gd name="T21" fmla="*/ 79 h 14"/>
                  <a:gd name="T22" fmla="*/ 48 w 155"/>
                  <a:gd name="T23" fmla="*/ 52 h 14"/>
                  <a:gd name="T24" fmla="*/ 0 w 155"/>
                  <a:gd name="T25" fmla="*/ 15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5" h="14">
                    <a:moveTo>
                      <a:pt x="155" y="0"/>
                    </a:moveTo>
                    <a:cubicBezTo>
                      <a:pt x="147" y="2"/>
                      <a:pt x="141" y="10"/>
                      <a:pt x="133" y="11"/>
                    </a:cubicBezTo>
                    <a:cubicBezTo>
                      <a:pt x="126" y="12"/>
                      <a:pt x="122" y="10"/>
                      <a:pt x="116" y="7"/>
                    </a:cubicBezTo>
                    <a:cubicBezTo>
                      <a:pt x="113" y="5"/>
                      <a:pt x="109" y="2"/>
                      <a:pt x="106" y="3"/>
                    </a:cubicBezTo>
                    <a:cubicBezTo>
                      <a:pt x="98" y="6"/>
                      <a:pt x="92" y="13"/>
                      <a:pt x="83" y="13"/>
                    </a:cubicBezTo>
                    <a:cubicBezTo>
                      <a:pt x="77" y="14"/>
                      <a:pt x="71" y="11"/>
                      <a:pt x="66" y="9"/>
                    </a:cubicBezTo>
                    <a:cubicBezTo>
                      <a:pt x="63" y="8"/>
                      <a:pt x="61" y="8"/>
                      <a:pt x="59" y="7"/>
                    </a:cubicBezTo>
                    <a:cubicBezTo>
                      <a:pt x="58" y="6"/>
                      <a:pt x="57" y="6"/>
                      <a:pt x="56" y="6"/>
                    </a:cubicBezTo>
                    <a:cubicBezTo>
                      <a:pt x="55" y="6"/>
                      <a:pt x="55" y="5"/>
                      <a:pt x="55" y="4"/>
                    </a:cubicBezTo>
                    <a:cubicBezTo>
                      <a:pt x="50" y="3"/>
                      <a:pt x="44" y="6"/>
                      <a:pt x="40" y="7"/>
                    </a:cubicBezTo>
                    <a:cubicBezTo>
                      <a:pt x="33" y="9"/>
                      <a:pt x="27" y="12"/>
                      <a:pt x="20" y="11"/>
                    </a:cubicBezTo>
                    <a:cubicBezTo>
                      <a:pt x="15" y="11"/>
                      <a:pt x="10" y="10"/>
                      <a:pt x="6" y="7"/>
                    </a:cubicBezTo>
                    <a:cubicBezTo>
                      <a:pt x="4" y="6"/>
                      <a:pt x="0" y="4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6" name="Freeform 338">
                <a:extLst>
                  <a:ext uri="{FF2B5EF4-FFF2-40B4-BE49-F238E27FC236}">
                    <a16:creationId xmlns:a16="http://schemas.microsoft.com/office/drawing/2014/main" id="{F7F90F9F-CAF5-4600-B2E4-8B36E3CA9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560"/>
                <a:ext cx="119" cy="27"/>
              </a:xfrm>
              <a:custGeom>
                <a:avLst/>
                <a:gdLst>
                  <a:gd name="T0" fmla="*/ 468 w 60"/>
                  <a:gd name="T1" fmla="*/ 15 h 14"/>
                  <a:gd name="T2" fmla="*/ 335 w 60"/>
                  <a:gd name="T3" fmla="*/ 71 h 14"/>
                  <a:gd name="T4" fmla="*/ 212 w 60"/>
                  <a:gd name="T5" fmla="*/ 100 h 14"/>
                  <a:gd name="T6" fmla="*/ 71 w 60"/>
                  <a:gd name="T7" fmla="*/ 64 h 14"/>
                  <a:gd name="T8" fmla="*/ 0 w 60"/>
                  <a:gd name="T9" fmla="*/ 2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4">
                    <a:moveTo>
                      <a:pt x="60" y="2"/>
                    </a:moveTo>
                    <a:cubicBezTo>
                      <a:pt x="54" y="0"/>
                      <a:pt x="48" y="8"/>
                      <a:pt x="43" y="10"/>
                    </a:cubicBezTo>
                    <a:cubicBezTo>
                      <a:pt x="38" y="12"/>
                      <a:pt x="32" y="14"/>
                      <a:pt x="27" y="14"/>
                    </a:cubicBezTo>
                    <a:cubicBezTo>
                      <a:pt x="21" y="13"/>
                      <a:pt x="15" y="11"/>
                      <a:pt x="9" y="9"/>
                    </a:cubicBezTo>
                    <a:cubicBezTo>
                      <a:pt x="7" y="8"/>
                      <a:pt x="3" y="3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7" name="Freeform 339">
                <a:extLst>
                  <a:ext uri="{FF2B5EF4-FFF2-40B4-BE49-F238E27FC236}">
                    <a16:creationId xmlns:a16="http://schemas.microsoft.com/office/drawing/2014/main" id="{56934DBD-48C2-44E4-BE9E-D6E49DE7C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558"/>
                <a:ext cx="112" cy="31"/>
              </a:xfrm>
              <a:custGeom>
                <a:avLst/>
                <a:gdLst>
                  <a:gd name="T0" fmla="*/ 432 w 57"/>
                  <a:gd name="T1" fmla="*/ 45 h 16"/>
                  <a:gd name="T2" fmla="*/ 324 w 57"/>
                  <a:gd name="T3" fmla="*/ 93 h 16"/>
                  <a:gd name="T4" fmla="*/ 189 w 57"/>
                  <a:gd name="T5" fmla="*/ 93 h 16"/>
                  <a:gd name="T6" fmla="*/ 47 w 57"/>
                  <a:gd name="T7" fmla="*/ 37 h 16"/>
                  <a:gd name="T8" fmla="*/ 0 w 5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6">
                    <a:moveTo>
                      <a:pt x="57" y="6"/>
                    </a:moveTo>
                    <a:cubicBezTo>
                      <a:pt x="53" y="9"/>
                      <a:pt x="48" y="12"/>
                      <a:pt x="43" y="13"/>
                    </a:cubicBezTo>
                    <a:cubicBezTo>
                      <a:pt x="36" y="16"/>
                      <a:pt x="32" y="15"/>
                      <a:pt x="25" y="13"/>
                    </a:cubicBezTo>
                    <a:cubicBezTo>
                      <a:pt x="19" y="10"/>
                      <a:pt x="12" y="9"/>
                      <a:pt x="6" y="5"/>
                    </a:cubicBezTo>
                    <a:cubicBezTo>
                      <a:pt x="4" y="4"/>
                      <a:pt x="2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8" name="Freeform 340">
                <a:extLst>
                  <a:ext uri="{FF2B5EF4-FFF2-40B4-BE49-F238E27FC236}">
                    <a16:creationId xmlns:a16="http://schemas.microsoft.com/office/drawing/2014/main" id="{7A108D11-D489-43F0-AAD4-617A7561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3548"/>
                <a:ext cx="99" cy="20"/>
              </a:xfrm>
              <a:custGeom>
                <a:avLst/>
                <a:gdLst>
                  <a:gd name="T0" fmla="*/ 380 w 50"/>
                  <a:gd name="T1" fmla="*/ 16 h 10"/>
                  <a:gd name="T2" fmla="*/ 388 w 50"/>
                  <a:gd name="T3" fmla="*/ 8 h 10"/>
                  <a:gd name="T4" fmla="*/ 333 w 50"/>
                  <a:gd name="T5" fmla="*/ 32 h 10"/>
                  <a:gd name="T6" fmla="*/ 248 w 50"/>
                  <a:gd name="T7" fmla="*/ 72 h 10"/>
                  <a:gd name="T8" fmla="*/ 125 w 50"/>
                  <a:gd name="T9" fmla="*/ 64 h 10"/>
                  <a:gd name="T10" fmla="*/ 32 w 50"/>
                  <a:gd name="T11" fmla="*/ 24 h 10"/>
                  <a:gd name="T12" fmla="*/ 0 w 5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0">
                    <a:moveTo>
                      <a:pt x="49" y="2"/>
                    </a:moveTo>
                    <a:cubicBezTo>
                      <a:pt x="50" y="2"/>
                      <a:pt x="50" y="1"/>
                      <a:pt x="50" y="1"/>
                    </a:cubicBezTo>
                    <a:cubicBezTo>
                      <a:pt x="47" y="0"/>
                      <a:pt x="45" y="3"/>
                      <a:pt x="43" y="4"/>
                    </a:cubicBezTo>
                    <a:cubicBezTo>
                      <a:pt x="39" y="6"/>
                      <a:pt x="36" y="8"/>
                      <a:pt x="32" y="9"/>
                    </a:cubicBezTo>
                    <a:cubicBezTo>
                      <a:pt x="27" y="10"/>
                      <a:pt x="21" y="9"/>
                      <a:pt x="16" y="8"/>
                    </a:cubicBezTo>
                    <a:cubicBezTo>
                      <a:pt x="11" y="7"/>
                      <a:pt x="8" y="5"/>
                      <a:pt x="4" y="3"/>
                    </a:cubicBezTo>
                    <a:cubicBezTo>
                      <a:pt x="3" y="2"/>
                      <a:pt x="1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9" name="Freeform 341">
                <a:extLst>
                  <a:ext uri="{FF2B5EF4-FFF2-40B4-BE49-F238E27FC236}">
                    <a16:creationId xmlns:a16="http://schemas.microsoft.com/office/drawing/2014/main" id="{CF8C398C-19AD-49AE-A210-3C0036205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3546"/>
                <a:ext cx="117" cy="22"/>
              </a:xfrm>
              <a:custGeom>
                <a:avLst/>
                <a:gdLst>
                  <a:gd name="T0" fmla="*/ 460 w 59"/>
                  <a:gd name="T1" fmla="*/ 0 h 11"/>
                  <a:gd name="T2" fmla="*/ 428 w 59"/>
                  <a:gd name="T3" fmla="*/ 8 h 11"/>
                  <a:gd name="T4" fmla="*/ 349 w 59"/>
                  <a:gd name="T5" fmla="*/ 48 h 11"/>
                  <a:gd name="T6" fmla="*/ 196 w 59"/>
                  <a:gd name="T7" fmla="*/ 88 h 11"/>
                  <a:gd name="T8" fmla="*/ 87 w 59"/>
                  <a:gd name="T9" fmla="*/ 56 h 11"/>
                  <a:gd name="T10" fmla="*/ 32 w 59"/>
                  <a:gd name="T11" fmla="*/ 32 h 11"/>
                  <a:gd name="T12" fmla="*/ 0 w 59"/>
                  <a:gd name="T13" fmla="*/ 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1">
                    <a:moveTo>
                      <a:pt x="59" y="0"/>
                    </a:moveTo>
                    <a:cubicBezTo>
                      <a:pt x="58" y="1"/>
                      <a:pt x="57" y="1"/>
                      <a:pt x="55" y="1"/>
                    </a:cubicBezTo>
                    <a:cubicBezTo>
                      <a:pt x="52" y="2"/>
                      <a:pt x="49" y="4"/>
                      <a:pt x="45" y="6"/>
                    </a:cubicBezTo>
                    <a:cubicBezTo>
                      <a:pt x="39" y="8"/>
                      <a:pt x="32" y="11"/>
                      <a:pt x="25" y="11"/>
                    </a:cubicBezTo>
                    <a:cubicBezTo>
                      <a:pt x="20" y="11"/>
                      <a:pt x="15" y="9"/>
                      <a:pt x="11" y="7"/>
                    </a:cubicBezTo>
                    <a:cubicBezTo>
                      <a:pt x="8" y="6"/>
                      <a:pt x="6" y="5"/>
                      <a:pt x="4" y="4"/>
                    </a:cubicBezTo>
                    <a:cubicBezTo>
                      <a:pt x="2" y="4"/>
                      <a:pt x="1" y="2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0" name="Freeform 342">
                <a:extLst>
                  <a:ext uri="{FF2B5EF4-FFF2-40B4-BE49-F238E27FC236}">
                    <a16:creationId xmlns:a16="http://schemas.microsoft.com/office/drawing/2014/main" id="{33109DD1-0683-4B44-8D53-967D3190F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554"/>
                <a:ext cx="107" cy="33"/>
              </a:xfrm>
              <a:custGeom>
                <a:avLst/>
                <a:gdLst>
                  <a:gd name="T0" fmla="*/ 420 w 54"/>
                  <a:gd name="T1" fmla="*/ 31 h 17"/>
                  <a:gd name="T2" fmla="*/ 388 w 54"/>
                  <a:gd name="T3" fmla="*/ 37 h 17"/>
                  <a:gd name="T4" fmla="*/ 319 w 54"/>
                  <a:gd name="T5" fmla="*/ 87 h 17"/>
                  <a:gd name="T6" fmla="*/ 224 w 54"/>
                  <a:gd name="T7" fmla="*/ 116 h 17"/>
                  <a:gd name="T8" fmla="*/ 87 w 54"/>
                  <a:gd name="T9" fmla="*/ 64 h 17"/>
                  <a:gd name="T10" fmla="*/ 0 w 54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7">
                    <a:moveTo>
                      <a:pt x="54" y="4"/>
                    </a:moveTo>
                    <a:cubicBezTo>
                      <a:pt x="52" y="3"/>
                      <a:pt x="51" y="4"/>
                      <a:pt x="50" y="5"/>
                    </a:cubicBezTo>
                    <a:cubicBezTo>
                      <a:pt x="47" y="7"/>
                      <a:pt x="44" y="10"/>
                      <a:pt x="41" y="12"/>
                    </a:cubicBezTo>
                    <a:cubicBezTo>
                      <a:pt x="37" y="16"/>
                      <a:pt x="35" y="17"/>
                      <a:pt x="29" y="16"/>
                    </a:cubicBezTo>
                    <a:cubicBezTo>
                      <a:pt x="23" y="15"/>
                      <a:pt x="16" y="12"/>
                      <a:pt x="11" y="9"/>
                    </a:cubicBezTo>
                    <a:cubicBezTo>
                      <a:pt x="7" y="6"/>
                      <a:pt x="3" y="2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1" name="Freeform 343">
                <a:extLst>
                  <a:ext uri="{FF2B5EF4-FFF2-40B4-BE49-F238E27FC236}">
                    <a16:creationId xmlns:a16="http://schemas.microsoft.com/office/drawing/2014/main" id="{6C70A15F-47F4-42C2-8D41-61753C9BF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564"/>
                <a:ext cx="111" cy="19"/>
              </a:xfrm>
              <a:custGeom>
                <a:avLst/>
                <a:gdLst>
                  <a:gd name="T0" fmla="*/ 436 w 56"/>
                  <a:gd name="T1" fmla="*/ 8 h 10"/>
                  <a:gd name="T2" fmla="*/ 396 w 56"/>
                  <a:gd name="T3" fmla="*/ 21 h 10"/>
                  <a:gd name="T4" fmla="*/ 303 w 56"/>
                  <a:gd name="T5" fmla="*/ 61 h 10"/>
                  <a:gd name="T6" fmla="*/ 204 w 56"/>
                  <a:gd name="T7" fmla="*/ 68 h 10"/>
                  <a:gd name="T8" fmla="*/ 95 w 56"/>
                  <a:gd name="T9" fmla="*/ 48 h 10"/>
                  <a:gd name="T10" fmla="*/ 0 w 56"/>
                  <a:gd name="T11" fmla="*/ 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">
                    <a:moveTo>
                      <a:pt x="56" y="1"/>
                    </a:moveTo>
                    <a:cubicBezTo>
                      <a:pt x="56" y="0"/>
                      <a:pt x="52" y="2"/>
                      <a:pt x="51" y="3"/>
                    </a:cubicBezTo>
                    <a:cubicBezTo>
                      <a:pt x="47" y="5"/>
                      <a:pt x="44" y="8"/>
                      <a:pt x="39" y="9"/>
                    </a:cubicBezTo>
                    <a:cubicBezTo>
                      <a:pt x="34" y="10"/>
                      <a:pt x="31" y="10"/>
                      <a:pt x="26" y="10"/>
                    </a:cubicBezTo>
                    <a:cubicBezTo>
                      <a:pt x="20" y="10"/>
                      <a:pt x="17" y="9"/>
                      <a:pt x="12" y="7"/>
                    </a:cubicBezTo>
                    <a:cubicBezTo>
                      <a:pt x="8" y="5"/>
                      <a:pt x="4" y="2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2" name="Freeform 344">
                <a:extLst>
                  <a:ext uri="{FF2B5EF4-FFF2-40B4-BE49-F238E27FC236}">
                    <a16:creationId xmlns:a16="http://schemas.microsoft.com/office/drawing/2014/main" id="{F92BE1F6-16D9-4931-B1C0-0B6E130A9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568"/>
                <a:ext cx="113" cy="19"/>
              </a:xfrm>
              <a:custGeom>
                <a:avLst/>
                <a:gdLst>
                  <a:gd name="T0" fmla="*/ 444 w 57"/>
                  <a:gd name="T1" fmla="*/ 0 h 10"/>
                  <a:gd name="T2" fmla="*/ 311 w 57"/>
                  <a:gd name="T3" fmla="*/ 61 h 10"/>
                  <a:gd name="T4" fmla="*/ 196 w 57"/>
                  <a:gd name="T5" fmla="*/ 61 h 10"/>
                  <a:gd name="T6" fmla="*/ 63 w 57"/>
                  <a:gd name="T7" fmla="*/ 48 h 10"/>
                  <a:gd name="T8" fmla="*/ 0 w 57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0">
                    <a:moveTo>
                      <a:pt x="57" y="0"/>
                    </a:moveTo>
                    <a:cubicBezTo>
                      <a:pt x="52" y="3"/>
                      <a:pt x="46" y="8"/>
                      <a:pt x="40" y="9"/>
                    </a:cubicBezTo>
                    <a:cubicBezTo>
                      <a:pt x="35" y="10"/>
                      <a:pt x="30" y="10"/>
                      <a:pt x="25" y="9"/>
                    </a:cubicBezTo>
                    <a:cubicBezTo>
                      <a:pt x="19" y="9"/>
                      <a:pt x="13" y="8"/>
                      <a:pt x="8" y="7"/>
                    </a:cubicBezTo>
                    <a:cubicBezTo>
                      <a:pt x="5" y="6"/>
                      <a:pt x="3" y="4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3" name="Freeform 345">
                <a:extLst>
                  <a:ext uri="{FF2B5EF4-FFF2-40B4-BE49-F238E27FC236}">
                    <a16:creationId xmlns:a16="http://schemas.microsoft.com/office/drawing/2014/main" id="{0BEE50A7-ACAE-4CC2-A0D9-107493916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568"/>
                <a:ext cx="103" cy="19"/>
              </a:xfrm>
              <a:custGeom>
                <a:avLst/>
                <a:gdLst>
                  <a:gd name="T0" fmla="*/ 404 w 52"/>
                  <a:gd name="T1" fmla="*/ 8 h 10"/>
                  <a:gd name="T2" fmla="*/ 357 w 52"/>
                  <a:gd name="T3" fmla="*/ 21 h 10"/>
                  <a:gd name="T4" fmla="*/ 279 w 52"/>
                  <a:gd name="T5" fmla="*/ 61 h 10"/>
                  <a:gd name="T6" fmla="*/ 196 w 52"/>
                  <a:gd name="T7" fmla="*/ 61 h 10"/>
                  <a:gd name="T8" fmla="*/ 79 w 52"/>
                  <a:gd name="T9" fmla="*/ 36 h 10"/>
                  <a:gd name="T10" fmla="*/ 0 w 52"/>
                  <a:gd name="T11" fmla="*/ 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10">
                    <a:moveTo>
                      <a:pt x="52" y="1"/>
                    </a:moveTo>
                    <a:cubicBezTo>
                      <a:pt x="50" y="0"/>
                      <a:pt x="47" y="3"/>
                      <a:pt x="46" y="3"/>
                    </a:cubicBezTo>
                    <a:cubicBezTo>
                      <a:pt x="43" y="5"/>
                      <a:pt x="39" y="8"/>
                      <a:pt x="36" y="9"/>
                    </a:cubicBezTo>
                    <a:cubicBezTo>
                      <a:pt x="32" y="10"/>
                      <a:pt x="29" y="9"/>
                      <a:pt x="25" y="9"/>
                    </a:cubicBezTo>
                    <a:cubicBezTo>
                      <a:pt x="20" y="9"/>
                      <a:pt x="15" y="7"/>
                      <a:pt x="10" y="5"/>
                    </a:cubicBezTo>
                    <a:cubicBezTo>
                      <a:pt x="9" y="4"/>
                      <a:pt x="1" y="0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4" name="Freeform 346">
                <a:extLst>
                  <a:ext uri="{FF2B5EF4-FFF2-40B4-BE49-F238E27FC236}">
                    <a16:creationId xmlns:a16="http://schemas.microsoft.com/office/drawing/2014/main" id="{23CECB99-ADE8-4C83-A9DB-62A868B68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3562"/>
                <a:ext cx="122" cy="23"/>
              </a:xfrm>
              <a:custGeom>
                <a:avLst/>
                <a:gdLst>
                  <a:gd name="T0" fmla="*/ 0 w 62"/>
                  <a:gd name="T1" fmla="*/ 29 h 12"/>
                  <a:gd name="T2" fmla="*/ 236 w 62"/>
                  <a:gd name="T3" fmla="*/ 77 h 12"/>
                  <a:gd name="T4" fmla="*/ 364 w 62"/>
                  <a:gd name="T5" fmla="*/ 48 h 12"/>
                  <a:gd name="T6" fmla="*/ 425 w 62"/>
                  <a:gd name="T7" fmla="*/ 23 h 12"/>
                  <a:gd name="T8" fmla="*/ 472 w 6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2">
                    <a:moveTo>
                      <a:pt x="0" y="4"/>
                    </a:moveTo>
                    <a:cubicBezTo>
                      <a:pt x="10" y="4"/>
                      <a:pt x="20" y="12"/>
                      <a:pt x="31" y="11"/>
                    </a:cubicBezTo>
                    <a:cubicBezTo>
                      <a:pt x="37" y="10"/>
                      <a:pt x="43" y="9"/>
                      <a:pt x="48" y="7"/>
                    </a:cubicBezTo>
                    <a:cubicBezTo>
                      <a:pt x="51" y="6"/>
                      <a:pt x="54" y="5"/>
                      <a:pt x="56" y="3"/>
                    </a:cubicBezTo>
                    <a:cubicBezTo>
                      <a:pt x="58" y="2"/>
                      <a:pt x="61" y="1"/>
                      <a:pt x="62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5" name="Freeform 347">
                <a:extLst>
                  <a:ext uri="{FF2B5EF4-FFF2-40B4-BE49-F238E27FC236}">
                    <a16:creationId xmlns:a16="http://schemas.microsoft.com/office/drawing/2014/main" id="{AC849608-9840-44D3-957E-C9F327E0E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3552"/>
                <a:ext cx="117" cy="31"/>
              </a:xfrm>
              <a:custGeom>
                <a:avLst/>
                <a:gdLst>
                  <a:gd name="T0" fmla="*/ 0 w 59"/>
                  <a:gd name="T1" fmla="*/ 64 h 16"/>
                  <a:gd name="T2" fmla="*/ 256 w 59"/>
                  <a:gd name="T3" fmla="*/ 101 h 16"/>
                  <a:gd name="T4" fmla="*/ 365 w 59"/>
                  <a:gd name="T5" fmla="*/ 64 h 16"/>
                  <a:gd name="T6" fmla="*/ 460 w 5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6">
                    <a:moveTo>
                      <a:pt x="0" y="9"/>
                    </a:moveTo>
                    <a:cubicBezTo>
                      <a:pt x="10" y="12"/>
                      <a:pt x="22" y="16"/>
                      <a:pt x="33" y="14"/>
                    </a:cubicBezTo>
                    <a:cubicBezTo>
                      <a:pt x="38" y="13"/>
                      <a:pt x="43" y="12"/>
                      <a:pt x="47" y="9"/>
                    </a:cubicBezTo>
                    <a:cubicBezTo>
                      <a:pt x="51" y="7"/>
                      <a:pt x="55" y="0"/>
                      <a:pt x="59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6" name="Freeform 348">
                <a:extLst>
                  <a:ext uri="{FF2B5EF4-FFF2-40B4-BE49-F238E27FC236}">
                    <a16:creationId xmlns:a16="http://schemas.microsoft.com/office/drawing/2014/main" id="{6CEA43D4-F920-4DDE-9674-913D2A66F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3574"/>
                <a:ext cx="56" cy="13"/>
              </a:xfrm>
              <a:custGeom>
                <a:avLst/>
                <a:gdLst>
                  <a:gd name="T0" fmla="*/ 0 w 28"/>
                  <a:gd name="T1" fmla="*/ 0 h 7"/>
                  <a:gd name="T2" fmla="*/ 224 w 28"/>
                  <a:gd name="T3" fmla="*/ 3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">
                    <a:moveTo>
                      <a:pt x="0" y="0"/>
                    </a:moveTo>
                    <a:cubicBezTo>
                      <a:pt x="9" y="4"/>
                      <a:pt x="18" y="7"/>
                      <a:pt x="28" y="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7" name="Freeform 349">
                <a:extLst>
                  <a:ext uri="{FF2B5EF4-FFF2-40B4-BE49-F238E27FC236}">
                    <a16:creationId xmlns:a16="http://schemas.microsoft.com/office/drawing/2014/main" id="{1587287F-91FB-4164-B9D8-E99E7B496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3576"/>
                <a:ext cx="125" cy="13"/>
              </a:xfrm>
              <a:custGeom>
                <a:avLst/>
                <a:gdLst>
                  <a:gd name="T0" fmla="*/ 492 w 63"/>
                  <a:gd name="T1" fmla="*/ 0 h 7"/>
                  <a:gd name="T2" fmla="*/ 220 w 63"/>
                  <a:gd name="T3" fmla="*/ 37 h 7"/>
                  <a:gd name="T4" fmla="*/ 87 w 63"/>
                  <a:gd name="T5" fmla="*/ 32 h 7"/>
                  <a:gd name="T6" fmla="*/ 0 w 63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7">
                    <a:moveTo>
                      <a:pt x="63" y="0"/>
                    </a:moveTo>
                    <a:cubicBezTo>
                      <a:pt x="53" y="7"/>
                      <a:pt x="39" y="6"/>
                      <a:pt x="28" y="6"/>
                    </a:cubicBezTo>
                    <a:cubicBezTo>
                      <a:pt x="22" y="6"/>
                      <a:pt x="17" y="6"/>
                      <a:pt x="11" y="5"/>
                    </a:cubicBezTo>
                    <a:cubicBezTo>
                      <a:pt x="7" y="4"/>
                      <a:pt x="4" y="2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8" name="Line 350">
                <a:extLst>
                  <a:ext uri="{FF2B5EF4-FFF2-40B4-BE49-F238E27FC236}">
                    <a16:creationId xmlns:a16="http://schemas.microsoft.com/office/drawing/2014/main" id="{F31874AD-60EF-49CF-92B7-EF0CD9A92B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39" y="3477"/>
                <a:ext cx="1" cy="150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9" name="Line 351">
                <a:extLst>
                  <a:ext uri="{FF2B5EF4-FFF2-40B4-BE49-F238E27FC236}">
                    <a16:creationId xmlns:a16="http://schemas.microsoft.com/office/drawing/2014/main" id="{5D6482D2-7273-48A3-9893-D41FB710EF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9" y="2498"/>
                <a:ext cx="1" cy="196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0" name="Freeform 352">
                <a:extLst>
                  <a:ext uri="{FF2B5EF4-FFF2-40B4-BE49-F238E27FC236}">
                    <a16:creationId xmlns:a16="http://schemas.microsoft.com/office/drawing/2014/main" id="{6C0E2C70-A7E8-422F-838B-BE0177622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886"/>
                <a:ext cx="305" cy="357"/>
              </a:xfrm>
              <a:custGeom>
                <a:avLst/>
                <a:gdLst>
                  <a:gd name="T0" fmla="*/ 1071 w 154"/>
                  <a:gd name="T1" fmla="*/ 157 h 180"/>
                  <a:gd name="T2" fmla="*/ 592 w 154"/>
                  <a:gd name="T3" fmla="*/ 240 h 180"/>
                  <a:gd name="T4" fmla="*/ 364 w 154"/>
                  <a:gd name="T5" fmla="*/ 732 h 180"/>
                  <a:gd name="T6" fmla="*/ 537 w 154"/>
                  <a:gd name="T7" fmla="*/ 1156 h 180"/>
                  <a:gd name="T8" fmla="*/ 895 w 154"/>
                  <a:gd name="T9" fmla="*/ 1388 h 180"/>
                  <a:gd name="T10" fmla="*/ 592 w 154"/>
                  <a:gd name="T11" fmla="*/ 1279 h 180"/>
                  <a:gd name="T12" fmla="*/ 341 w 154"/>
                  <a:gd name="T13" fmla="*/ 1125 h 180"/>
                  <a:gd name="T14" fmla="*/ 40 w 154"/>
                  <a:gd name="T15" fmla="*/ 468 h 180"/>
                  <a:gd name="T16" fmla="*/ 644 w 154"/>
                  <a:gd name="T17" fmla="*/ 8 h 180"/>
                  <a:gd name="T18" fmla="*/ 917 w 154"/>
                  <a:gd name="T19" fmla="*/ 48 h 180"/>
                  <a:gd name="T20" fmla="*/ 1172 w 154"/>
                  <a:gd name="T21" fmla="*/ 119 h 180"/>
                  <a:gd name="T22" fmla="*/ 1196 w 154"/>
                  <a:gd name="T23" fmla="*/ 188 h 180"/>
                  <a:gd name="T24" fmla="*/ 1056 w 154"/>
                  <a:gd name="T25" fmla="*/ 180 h 1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4" h="180">
                    <a:moveTo>
                      <a:pt x="138" y="20"/>
                    </a:moveTo>
                    <a:cubicBezTo>
                      <a:pt x="116" y="26"/>
                      <a:pt x="95" y="14"/>
                      <a:pt x="76" y="31"/>
                    </a:cubicBezTo>
                    <a:cubicBezTo>
                      <a:pt x="58" y="47"/>
                      <a:pt x="49" y="71"/>
                      <a:pt x="47" y="94"/>
                    </a:cubicBezTo>
                    <a:cubicBezTo>
                      <a:pt x="45" y="118"/>
                      <a:pt x="50" y="134"/>
                      <a:pt x="69" y="148"/>
                    </a:cubicBezTo>
                    <a:cubicBezTo>
                      <a:pt x="84" y="159"/>
                      <a:pt x="103" y="165"/>
                      <a:pt x="115" y="178"/>
                    </a:cubicBezTo>
                    <a:cubicBezTo>
                      <a:pt x="102" y="180"/>
                      <a:pt x="87" y="170"/>
                      <a:pt x="76" y="164"/>
                    </a:cubicBezTo>
                    <a:cubicBezTo>
                      <a:pt x="65" y="158"/>
                      <a:pt x="54" y="153"/>
                      <a:pt x="44" y="144"/>
                    </a:cubicBezTo>
                    <a:cubicBezTo>
                      <a:pt x="21" y="122"/>
                      <a:pt x="0" y="95"/>
                      <a:pt x="5" y="60"/>
                    </a:cubicBezTo>
                    <a:cubicBezTo>
                      <a:pt x="11" y="23"/>
                      <a:pt x="49" y="2"/>
                      <a:pt x="83" y="1"/>
                    </a:cubicBezTo>
                    <a:cubicBezTo>
                      <a:pt x="97" y="0"/>
                      <a:pt x="106" y="3"/>
                      <a:pt x="118" y="6"/>
                    </a:cubicBezTo>
                    <a:cubicBezTo>
                      <a:pt x="127" y="9"/>
                      <a:pt x="144" y="8"/>
                      <a:pt x="151" y="15"/>
                    </a:cubicBezTo>
                    <a:cubicBezTo>
                      <a:pt x="153" y="18"/>
                      <a:pt x="154" y="21"/>
                      <a:pt x="154" y="24"/>
                    </a:cubicBezTo>
                    <a:cubicBezTo>
                      <a:pt x="148" y="25"/>
                      <a:pt x="142" y="27"/>
                      <a:pt x="136" y="23"/>
                    </a:cubicBezTo>
                  </a:path>
                </a:pathLst>
              </a:custGeom>
              <a:solidFill>
                <a:srgbClr val="B24A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1" name="Freeform 353">
                <a:extLst>
                  <a:ext uri="{FF2B5EF4-FFF2-40B4-BE49-F238E27FC236}">
                    <a16:creationId xmlns:a16="http://schemas.microsoft.com/office/drawing/2014/main" id="{E4B41572-E44A-4239-8B02-297BF2AA7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910"/>
                <a:ext cx="156" cy="260"/>
              </a:xfrm>
              <a:custGeom>
                <a:avLst/>
                <a:gdLst>
                  <a:gd name="T0" fmla="*/ 608 w 79"/>
                  <a:gd name="T1" fmla="*/ 48 h 131"/>
                  <a:gd name="T2" fmla="*/ 231 w 79"/>
                  <a:gd name="T3" fmla="*/ 429 h 131"/>
                  <a:gd name="T4" fmla="*/ 176 w 79"/>
                  <a:gd name="T5" fmla="*/ 720 h 131"/>
                  <a:gd name="T6" fmla="*/ 269 w 79"/>
                  <a:gd name="T7" fmla="*/ 1024 h 131"/>
                  <a:gd name="T8" fmla="*/ 101 w 79"/>
                  <a:gd name="T9" fmla="*/ 304 h 131"/>
                  <a:gd name="T10" fmla="*/ 332 w 79"/>
                  <a:gd name="T11" fmla="*/ 48 h 131"/>
                  <a:gd name="T12" fmla="*/ 600 w 79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31">
                    <a:moveTo>
                      <a:pt x="79" y="6"/>
                    </a:moveTo>
                    <a:cubicBezTo>
                      <a:pt x="53" y="3"/>
                      <a:pt x="37" y="34"/>
                      <a:pt x="30" y="55"/>
                    </a:cubicBezTo>
                    <a:cubicBezTo>
                      <a:pt x="26" y="67"/>
                      <a:pt x="21" y="79"/>
                      <a:pt x="23" y="92"/>
                    </a:cubicBezTo>
                    <a:cubicBezTo>
                      <a:pt x="24" y="106"/>
                      <a:pt x="32" y="118"/>
                      <a:pt x="35" y="131"/>
                    </a:cubicBezTo>
                    <a:cubicBezTo>
                      <a:pt x="9" y="116"/>
                      <a:pt x="0" y="65"/>
                      <a:pt x="13" y="39"/>
                    </a:cubicBezTo>
                    <a:cubicBezTo>
                      <a:pt x="19" y="27"/>
                      <a:pt x="29" y="11"/>
                      <a:pt x="43" y="6"/>
                    </a:cubicBezTo>
                    <a:cubicBezTo>
                      <a:pt x="53" y="1"/>
                      <a:pt x="68" y="4"/>
                      <a:pt x="78" y="0"/>
                    </a:cubicBezTo>
                  </a:path>
                </a:pathLst>
              </a:custGeom>
              <a:solidFill>
                <a:srgbClr val="C15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2" name="Freeform 354">
                <a:extLst>
                  <a:ext uri="{FF2B5EF4-FFF2-40B4-BE49-F238E27FC236}">
                    <a16:creationId xmlns:a16="http://schemas.microsoft.com/office/drawing/2014/main" id="{E36B761C-1815-46A9-BB3A-F9F2FEE1C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928"/>
                <a:ext cx="69" cy="148"/>
              </a:xfrm>
              <a:custGeom>
                <a:avLst/>
                <a:gdLst>
                  <a:gd name="T0" fmla="*/ 268 w 35"/>
                  <a:gd name="T1" fmla="*/ 0 h 75"/>
                  <a:gd name="T2" fmla="*/ 116 w 35"/>
                  <a:gd name="T3" fmla="*/ 245 h 75"/>
                  <a:gd name="T4" fmla="*/ 24 w 35"/>
                  <a:gd name="T5" fmla="*/ 576 h 75"/>
                  <a:gd name="T6" fmla="*/ 77 w 35"/>
                  <a:gd name="T7" fmla="*/ 215 h 75"/>
                  <a:gd name="T8" fmla="*/ 260 w 35"/>
                  <a:gd name="T9" fmla="*/ 8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75">
                    <a:moveTo>
                      <a:pt x="35" y="0"/>
                    </a:moveTo>
                    <a:cubicBezTo>
                      <a:pt x="31" y="11"/>
                      <a:pt x="19" y="20"/>
                      <a:pt x="15" y="32"/>
                    </a:cubicBezTo>
                    <a:cubicBezTo>
                      <a:pt x="10" y="46"/>
                      <a:pt x="6" y="62"/>
                      <a:pt x="3" y="75"/>
                    </a:cubicBezTo>
                    <a:cubicBezTo>
                      <a:pt x="4" y="57"/>
                      <a:pt x="0" y="45"/>
                      <a:pt x="10" y="28"/>
                    </a:cubicBezTo>
                    <a:cubicBezTo>
                      <a:pt x="16" y="17"/>
                      <a:pt x="24" y="9"/>
                      <a:pt x="34" y="1"/>
                    </a:cubicBezTo>
                  </a:path>
                </a:pathLst>
              </a:custGeom>
              <a:solidFill>
                <a:srgbClr val="E58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3" name="Line 355">
                <a:extLst>
                  <a:ext uri="{FF2B5EF4-FFF2-40B4-BE49-F238E27FC236}">
                    <a16:creationId xmlns:a16="http://schemas.microsoft.com/office/drawing/2014/main" id="{CEC4786E-9EBE-46B9-8923-21814E8DE9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31" y="2502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4" name="Line 356">
                <a:extLst>
                  <a:ext uri="{FF2B5EF4-FFF2-40B4-BE49-F238E27FC236}">
                    <a16:creationId xmlns:a16="http://schemas.microsoft.com/office/drawing/2014/main" id="{0CA681CF-429B-4483-9BAB-9B8E959A70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9" y="2502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5" name="Line 357">
                <a:extLst>
                  <a:ext uri="{FF2B5EF4-FFF2-40B4-BE49-F238E27FC236}">
                    <a16:creationId xmlns:a16="http://schemas.microsoft.com/office/drawing/2014/main" id="{50429B14-B111-4FF7-922A-D75E1B4C9C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8" y="2502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6" name="Line 358">
                <a:extLst>
                  <a:ext uri="{FF2B5EF4-FFF2-40B4-BE49-F238E27FC236}">
                    <a16:creationId xmlns:a16="http://schemas.microsoft.com/office/drawing/2014/main" id="{09FB6500-20B9-4B44-96DC-E60E9FAFAB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6" y="2502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7" name="Line 359">
                <a:extLst>
                  <a:ext uri="{FF2B5EF4-FFF2-40B4-BE49-F238E27FC236}">
                    <a16:creationId xmlns:a16="http://schemas.microsoft.com/office/drawing/2014/main" id="{3CFC7320-E9AB-430D-9475-4E514A97E9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44" y="2502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8" name="Line 360">
                <a:extLst>
                  <a:ext uri="{FF2B5EF4-FFF2-40B4-BE49-F238E27FC236}">
                    <a16:creationId xmlns:a16="http://schemas.microsoft.com/office/drawing/2014/main" id="{8A400D4E-0F73-482B-B937-C6774A0DD5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4" y="2502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9" name="Line 361">
                <a:extLst>
                  <a:ext uri="{FF2B5EF4-FFF2-40B4-BE49-F238E27FC236}">
                    <a16:creationId xmlns:a16="http://schemas.microsoft.com/office/drawing/2014/main" id="{772110DD-B1ED-4804-924D-920492510F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2" y="2502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0" name="Line 362">
                <a:extLst>
                  <a:ext uri="{FF2B5EF4-FFF2-40B4-BE49-F238E27FC236}">
                    <a16:creationId xmlns:a16="http://schemas.microsoft.com/office/drawing/2014/main" id="{9D13084D-9AD6-4407-966E-93D5670765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1" y="2502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1" name="Line 363">
                <a:extLst>
                  <a:ext uri="{FF2B5EF4-FFF2-40B4-BE49-F238E27FC236}">
                    <a16:creationId xmlns:a16="http://schemas.microsoft.com/office/drawing/2014/main" id="{3DC54FA2-7A30-48B1-9CDB-7CF525D4CE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9" y="2502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2" name="Line 364">
                <a:extLst>
                  <a:ext uri="{FF2B5EF4-FFF2-40B4-BE49-F238E27FC236}">
                    <a16:creationId xmlns:a16="http://schemas.microsoft.com/office/drawing/2014/main" id="{0217EBB9-D0B2-403C-BF71-967FA8F42B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502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3" name="Line 365">
                <a:extLst>
                  <a:ext uri="{FF2B5EF4-FFF2-40B4-BE49-F238E27FC236}">
                    <a16:creationId xmlns:a16="http://schemas.microsoft.com/office/drawing/2014/main" id="{1A1E3B88-96A5-4E3F-9583-925A32E922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31" y="3591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4" name="Line 366">
                <a:extLst>
                  <a:ext uri="{FF2B5EF4-FFF2-40B4-BE49-F238E27FC236}">
                    <a16:creationId xmlns:a16="http://schemas.microsoft.com/office/drawing/2014/main" id="{978B34B1-33E4-4B33-BD9C-AD339094F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9" y="3591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5" name="Line 367">
                <a:extLst>
                  <a:ext uri="{FF2B5EF4-FFF2-40B4-BE49-F238E27FC236}">
                    <a16:creationId xmlns:a16="http://schemas.microsoft.com/office/drawing/2014/main" id="{2E239559-A9F3-408E-B696-433342DCB2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8" y="3591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6" name="Line 368">
                <a:extLst>
                  <a:ext uri="{FF2B5EF4-FFF2-40B4-BE49-F238E27FC236}">
                    <a16:creationId xmlns:a16="http://schemas.microsoft.com/office/drawing/2014/main" id="{A4DC8E95-9A4E-4E25-B604-03E9CB765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6" y="3591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7" name="Line 369">
                <a:extLst>
                  <a:ext uri="{FF2B5EF4-FFF2-40B4-BE49-F238E27FC236}">
                    <a16:creationId xmlns:a16="http://schemas.microsoft.com/office/drawing/2014/main" id="{C134A18A-4394-4596-BA04-CF070E2D4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44" y="3591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8" name="Line 370">
                <a:extLst>
                  <a:ext uri="{FF2B5EF4-FFF2-40B4-BE49-F238E27FC236}">
                    <a16:creationId xmlns:a16="http://schemas.microsoft.com/office/drawing/2014/main" id="{45B58B5F-4641-483F-8D2A-417A48B8E3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4" y="3591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9" name="Line 371">
                <a:extLst>
                  <a:ext uri="{FF2B5EF4-FFF2-40B4-BE49-F238E27FC236}">
                    <a16:creationId xmlns:a16="http://schemas.microsoft.com/office/drawing/2014/main" id="{B9C3878C-5B49-458A-ABD2-8F2E92A461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2" y="3591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0" name="Line 372">
                <a:extLst>
                  <a:ext uri="{FF2B5EF4-FFF2-40B4-BE49-F238E27FC236}">
                    <a16:creationId xmlns:a16="http://schemas.microsoft.com/office/drawing/2014/main" id="{C443A25B-852A-4F3D-8D78-FBBE8A7BBD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1" y="3591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1" name="Line 373">
                <a:extLst>
                  <a:ext uri="{FF2B5EF4-FFF2-40B4-BE49-F238E27FC236}">
                    <a16:creationId xmlns:a16="http://schemas.microsoft.com/office/drawing/2014/main" id="{7331E12F-C300-4E6A-B3E8-0378D7E4D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9" y="3591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2" name="Line 374">
                <a:extLst>
                  <a:ext uri="{FF2B5EF4-FFF2-40B4-BE49-F238E27FC236}">
                    <a16:creationId xmlns:a16="http://schemas.microsoft.com/office/drawing/2014/main" id="{5A8DC841-0138-4AA4-9897-B62BCE57C1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591"/>
                <a:ext cx="1" cy="3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3" name="Line 375">
                <a:extLst>
                  <a:ext uri="{FF2B5EF4-FFF2-40B4-BE49-F238E27FC236}">
                    <a16:creationId xmlns:a16="http://schemas.microsoft.com/office/drawing/2014/main" id="{EA8465D2-2755-484B-92F4-8F8587D800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50" y="3080"/>
                <a:ext cx="3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4" name="Line 376">
                <a:extLst>
                  <a:ext uri="{FF2B5EF4-FFF2-40B4-BE49-F238E27FC236}">
                    <a16:creationId xmlns:a16="http://schemas.microsoft.com/office/drawing/2014/main" id="{0B997A1C-7CDB-4A68-A8E1-0DDE7D9784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74" y="2892"/>
                <a:ext cx="31" cy="10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5" name="Line 377">
                <a:extLst>
                  <a:ext uri="{FF2B5EF4-FFF2-40B4-BE49-F238E27FC236}">
                    <a16:creationId xmlns:a16="http://schemas.microsoft.com/office/drawing/2014/main" id="{AE8125FB-B59F-4C07-B802-434411A3BD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647" y="2744"/>
                <a:ext cx="28" cy="16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6" name="Line 378">
                <a:extLst>
                  <a:ext uri="{FF2B5EF4-FFF2-40B4-BE49-F238E27FC236}">
                    <a16:creationId xmlns:a16="http://schemas.microsoft.com/office/drawing/2014/main" id="{020FAD08-D0E4-4B47-9832-0809674847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770" y="2613"/>
                <a:ext cx="20" cy="30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7" name="Line 379">
                <a:extLst>
                  <a:ext uri="{FF2B5EF4-FFF2-40B4-BE49-F238E27FC236}">
                    <a16:creationId xmlns:a16="http://schemas.microsoft.com/office/drawing/2014/main" id="{4FBD21B0-AC04-469E-BCC0-60D6FE1C16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22" y="2534"/>
                <a:ext cx="6" cy="27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8" name="Line 380">
                <a:extLst>
                  <a:ext uri="{FF2B5EF4-FFF2-40B4-BE49-F238E27FC236}">
                    <a16:creationId xmlns:a16="http://schemas.microsoft.com/office/drawing/2014/main" id="{75E995AE-CBFA-4236-A772-36CDE20B9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4" y="3237"/>
                <a:ext cx="25" cy="16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9" name="Line 381">
                <a:extLst>
                  <a:ext uri="{FF2B5EF4-FFF2-40B4-BE49-F238E27FC236}">
                    <a16:creationId xmlns:a16="http://schemas.microsoft.com/office/drawing/2014/main" id="{F1183166-4018-495F-B890-BD6625DDF7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45" y="3356"/>
                <a:ext cx="24" cy="20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0" name="Line 382">
                <a:extLst>
                  <a:ext uri="{FF2B5EF4-FFF2-40B4-BE49-F238E27FC236}">
                    <a16:creationId xmlns:a16="http://schemas.microsoft.com/office/drawing/2014/main" id="{365F0CF6-DD72-4012-9362-20F7DE28AE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736" y="3459"/>
                <a:ext cx="26" cy="25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1" name="Line 383">
                <a:extLst>
                  <a:ext uri="{FF2B5EF4-FFF2-40B4-BE49-F238E27FC236}">
                    <a16:creationId xmlns:a16="http://schemas.microsoft.com/office/drawing/2014/main" id="{1F94BFAF-9D60-4958-96A7-73E2D3483A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63" y="3544"/>
                <a:ext cx="16" cy="30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2" name="Freeform 384">
                <a:extLst>
                  <a:ext uri="{FF2B5EF4-FFF2-40B4-BE49-F238E27FC236}">
                    <a16:creationId xmlns:a16="http://schemas.microsoft.com/office/drawing/2014/main" id="{E8CA1CEC-377B-44C0-B6EA-54520F32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498"/>
                <a:ext cx="2390" cy="1129"/>
              </a:xfrm>
              <a:custGeom>
                <a:avLst/>
                <a:gdLst>
                  <a:gd name="T0" fmla="*/ 9370 w 1207"/>
                  <a:gd name="T1" fmla="*/ 592 h 570"/>
                  <a:gd name="T2" fmla="*/ 9370 w 1207"/>
                  <a:gd name="T3" fmla="*/ 0 h 570"/>
                  <a:gd name="T4" fmla="*/ 1917 w 1207"/>
                  <a:gd name="T5" fmla="*/ 0 h 570"/>
                  <a:gd name="T6" fmla="*/ 0 w 1207"/>
                  <a:gd name="T7" fmla="*/ 2216 h 570"/>
                  <a:gd name="T8" fmla="*/ 1917 w 1207"/>
                  <a:gd name="T9" fmla="*/ 4429 h 570"/>
                  <a:gd name="T10" fmla="*/ 9370 w 1207"/>
                  <a:gd name="T11" fmla="*/ 4429 h 570"/>
                  <a:gd name="T12" fmla="*/ 9370 w 1207"/>
                  <a:gd name="T13" fmla="*/ 3837 h 5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7" h="570">
                    <a:moveTo>
                      <a:pt x="1207" y="76"/>
                    </a:moveTo>
                    <a:cubicBezTo>
                      <a:pt x="1207" y="0"/>
                      <a:pt x="1207" y="0"/>
                      <a:pt x="1207" y="0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07" y="20"/>
                      <a:pt x="0" y="140"/>
                      <a:pt x="0" y="285"/>
                    </a:cubicBezTo>
                    <a:cubicBezTo>
                      <a:pt x="0" y="430"/>
                      <a:pt x="107" y="550"/>
                      <a:pt x="247" y="570"/>
                    </a:cubicBezTo>
                    <a:cubicBezTo>
                      <a:pt x="1207" y="570"/>
                      <a:pt x="1207" y="570"/>
                      <a:pt x="1207" y="570"/>
                    </a:cubicBezTo>
                    <a:cubicBezTo>
                      <a:pt x="1207" y="494"/>
                      <a:pt x="1207" y="494"/>
                      <a:pt x="1207" y="494"/>
                    </a:cubicBezTo>
                  </a:path>
                </a:pathLst>
              </a:custGeom>
              <a:noFill/>
              <a:ln w="1270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3" name="Freeform 385">
                <a:extLst>
                  <a:ext uri="{FF2B5EF4-FFF2-40B4-BE49-F238E27FC236}">
                    <a16:creationId xmlns:a16="http://schemas.microsoft.com/office/drawing/2014/main" id="{526D1B5D-14CF-43D7-9FE6-86001BE2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39"/>
                <a:ext cx="542" cy="469"/>
              </a:xfrm>
              <a:custGeom>
                <a:avLst/>
                <a:gdLst>
                  <a:gd name="T0" fmla="*/ 0 w 274"/>
                  <a:gd name="T1" fmla="*/ 0 h 237"/>
                  <a:gd name="T2" fmla="*/ 364 w 274"/>
                  <a:gd name="T3" fmla="*/ 141 h 237"/>
                  <a:gd name="T4" fmla="*/ 752 w 274"/>
                  <a:gd name="T5" fmla="*/ 16 h 237"/>
                  <a:gd name="T6" fmla="*/ 1100 w 274"/>
                  <a:gd name="T7" fmla="*/ 148 h 237"/>
                  <a:gd name="T8" fmla="*/ 1632 w 274"/>
                  <a:gd name="T9" fmla="*/ 293 h 237"/>
                  <a:gd name="T10" fmla="*/ 1867 w 274"/>
                  <a:gd name="T11" fmla="*/ 619 h 237"/>
                  <a:gd name="T12" fmla="*/ 1972 w 274"/>
                  <a:gd name="T13" fmla="*/ 1272 h 237"/>
                  <a:gd name="T14" fmla="*/ 1695 w 274"/>
                  <a:gd name="T15" fmla="*/ 1488 h 237"/>
                  <a:gd name="T16" fmla="*/ 1480 w 274"/>
                  <a:gd name="T17" fmla="*/ 1652 h 237"/>
                  <a:gd name="T18" fmla="*/ 1323 w 274"/>
                  <a:gd name="T19" fmla="*/ 1664 h 237"/>
                  <a:gd name="T20" fmla="*/ 1169 w 274"/>
                  <a:gd name="T21" fmla="*/ 1728 h 237"/>
                  <a:gd name="T22" fmla="*/ 736 w 274"/>
                  <a:gd name="T23" fmla="*/ 1797 h 237"/>
                  <a:gd name="T24" fmla="*/ 951 w 274"/>
                  <a:gd name="T25" fmla="*/ 1179 h 237"/>
                  <a:gd name="T26" fmla="*/ 540 w 274"/>
                  <a:gd name="T27" fmla="*/ 643 h 237"/>
                  <a:gd name="T28" fmla="*/ 140 w 274"/>
                  <a:gd name="T29" fmla="*/ 317 h 2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4" h="237">
                    <a:moveTo>
                      <a:pt x="0" y="0"/>
                    </a:moveTo>
                    <a:cubicBezTo>
                      <a:pt x="14" y="5"/>
                      <a:pt x="34" y="26"/>
                      <a:pt x="47" y="18"/>
                    </a:cubicBezTo>
                    <a:cubicBezTo>
                      <a:pt x="62" y="10"/>
                      <a:pt x="80" y="2"/>
                      <a:pt x="97" y="2"/>
                    </a:cubicBezTo>
                    <a:cubicBezTo>
                      <a:pt x="124" y="2"/>
                      <a:pt x="125" y="1"/>
                      <a:pt x="142" y="19"/>
                    </a:cubicBezTo>
                    <a:cubicBezTo>
                      <a:pt x="158" y="36"/>
                      <a:pt x="172" y="12"/>
                      <a:pt x="211" y="38"/>
                    </a:cubicBezTo>
                    <a:cubicBezTo>
                      <a:pt x="227" y="49"/>
                      <a:pt x="235" y="61"/>
                      <a:pt x="241" y="80"/>
                    </a:cubicBezTo>
                    <a:cubicBezTo>
                      <a:pt x="249" y="107"/>
                      <a:pt x="274" y="137"/>
                      <a:pt x="255" y="164"/>
                    </a:cubicBezTo>
                    <a:cubicBezTo>
                      <a:pt x="245" y="178"/>
                      <a:pt x="231" y="181"/>
                      <a:pt x="219" y="192"/>
                    </a:cubicBezTo>
                    <a:cubicBezTo>
                      <a:pt x="210" y="199"/>
                      <a:pt x="203" y="209"/>
                      <a:pt x="191" y="213"/>
                    </a:cubicBezTo>
                    <a:cubicBezTo>
                      <a:pt x="185" y="215"/>
                      <a:pt x="178" y="213"/>
                      <a:pt x="171" y="215"/>
                    </a:cubicBezTo>
                    <a:cubicBezTo>
                      <a:pt x="165" y="217"/>
                      <a:pt x="158" y="221"/>
                      <a:pt x="151" y="223"/>
                    </a:cubicBezTo>
                    <a:cubicBezTo>
                      <a:pt x="141" y="226"/>
                      <a:pt x="106" y="237"/>
                      <a:pt x="95" y="232"/>
                    </a:cubicBezTo>
                    <a:cubicBezTo>
                      <a:pt x="141" y="200"/>
                      <a:pt x="145" y="181"/>
                      <a:pt x="123" y="152"/>
                    </a:cubicBezTo>
                    <a:cubicBezTo>
                      <a:pt x="105" y="128"/>
                      <a:pt x="88" y="106"/>
                      <a:pt x="70" y="83"/>
                    </a:cubicBezTo>
                    <a:cubicBezTo>
                      <a:pt x="55" y="65"/>
                      <a:pt x="34" y="57"/>
                      <a:pt x="18" y="41"/>
                    </a:cubicBezTo>
                  </a:path>
                </a:pathLst>
              </a:custGeom>
              <a:solidFill>
                <a:srgbClr val="932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4" name="Freeform 386">
                <a:extLst>
                  <a:ext uri="{FF2B5EF4-FFF2-40B4-BE49-F238E27FC236}">
                    <a16:creationId xmlns:a16="http://schemas.microsoft.com/office/drawing/2014/main" id="{E36240A2-F3A9-436E-95F8-294D93953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269"/>
                <a:ext cx="109" cy="77"/>
              </a:xfrm>
              <a:custGeom>
                <a:avLst/>
                <a:gdLst>
                  <a:gd name="T0" fmla="*/ 212 w 55"/>
                  <a:gd name="T1" fmla="*/ 55 h 39"/>
                  <a:gd name="T2" fmla="*/ 0 w 55"/>
                  <a:gd name="T3" fmla="*/ 160 h 39"/>
                  <a:gd name="T4" fmla="*/ 79 w 55"/>
                  <a:gd name="T5" fmla="*/ 237 h 39"/>
                  <a:gd name="T6" fmla="*/ 149 w 55"/>
                  <a:gd name="T7" fmla="*/ 300 h 39"/>
                  <a:gd name="T8" fmla="*/ 109 w 55"/>
                  <a:gd name="T9" fmla="*/ 199 h 39"/>
                  <a:gd name="T10" fmla="*/ 188 w 55"/>
                  <a:gd name="T11" fmla="*/ 148 h 39"/>
                  <a:gd name="T12" fmla="*/ 303 w 55"/>
                  <a:gd name="T13" fmla="*/ 101 h 39"/>
                  <a:gd name="T14" fmla="*/ 428 w 55"/>
                  <a:gd name="T15" fmla="*/ 8 h 39"/>
                  <a:gd name="T16" fmla="*/ 381 w 55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39">
                    <a:moveTo>
                      <a:pt x="27" y="7"/>
                    </a:moveTo>
                    <a:cubicBezTo>
                      <a:pt x="20" y="11"/>
                      <a:pt x="9" y="22"/>
                      <a:pt x="0" y="21"/>
                    </a:cubicBezTo>
                    <a:cubicBezTo>
                      <a:pt x="3" y="24"/>
                      <a:pt x="7" y="28"/>
                      <a:pt x="10" y="31"/>
                    </a:cubicBezTo>
                    <a:cubicBezTo>
                      <a:pt x="12" y="33"/>
                      <a:pt x="15" y="39"/>
                      <a:pt x="19" y="39"/>
                    </a:cubicBezTo>
                    <a:cubicBezTo>
                      <a:pt x="17" y="36"/>
                      <a:pt x="13" y="30"/>
                      <a:pt x="14" y="26"/>
                    </a:cubicBezTo>
                    <a:cubicBezTo>
                      <a:pt x="14" y="21"/>
                      <a:pt x="20" y="21"/>
                      <a:pt x="24" y="19"/>
                    </a:cubicBezTo>
                    <a:cubicBezTo>
                      <a:pt x="29" y="18"/>
                      <a:pt x="34" y="16"/>
                      <a:pt x="39" y="13"/>
                    </a:cubicBezTo>
                    <a:cubicBezTo>
                      <a:pt x="44" y="10"/>
                      <a:pt x="52" y="7"/>
                      <a:pt x="55" y="1"/>
                    </a:cubicBezTo>
                    <a:cubicBezTo>
                      <a:pt x="53" y="1"/>
                      <a:pt x="51" y="0"/>
                      <a:pt x="49" y="0"/>
                    </a:cubicBezTo>
                  </a:path>
                </a:pathLst>
              </a:custGeom>
              <a:solidFill>
                <a:srgbClr val="932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5" name="Freeform 387">
                <a:extLst>
                  <a:ext uri="{FF2B5EF4-FFF2-40B4-BE49-F238E27FC236}">
                    <a16:creationId xmlns:a16="http://schemas.microsoft.com/office/drawing/2014/main" id="{D69EFCF4-B071-43AB-9F38-3150856D1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429"/>
                <a:ext cx="1034" cy="30"/>
              </a:xfrm>
              <a:custGeom>
                <a:avLst/>
                <a:gdLst>
                  <a:gd name="T0" fmla="*/ 0 w 522"/>
                  <a:gd name="T1" fmla="*/ 120 h 15"/>
                  <a:gd name="T2" fmla="*/ 4057 w 522"/>
                  <a:gd name="T3" fmla="*/ 120 h 15"/>
                  <a:gd name="T4" fmla="*/ 0 w 522"/>
                  <a:gd name="T5" fmla="*/ 1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2" h="15">
                    <a:moveTo>
                      <a:pt x="0" y="15"/>
                    </a:moveTo>
                    <a:cubicBezTo>
                      <a:pt x="522" y="15"/>
                      <a:pt x="522" y="15"/>
                      <a:pt x="522" y="15"/>
                    </a:cubicBezTo>
                    <a:cubicBezTo>
                      <a:pt x="522" y="15"/>
                      <a:pt x="115" y="0"/>
                      <a:pt x="0" y="15"/>
                    </a:cubicBezTo>
                    <a:close/>
                  </a:path>
                </a:pathLst>
              </a:custGeom>
              <a:solidFill>
                <a:srgbClr val="F9F1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6" name="Freeform 388">
                <a:extLst>
                  <a:ext uri="{FF2B5EF4-FFF2-40B4-BE49-F238E27FC236}">
                    <a16:creationId xmlns:a16="http://schemas.microsoft.com/office/drawing/2014/main" id="{C3A0241B-FFA5-4054-B823-0FF95D796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819"/>
                <a:ext cx="885" cy="685"/>
              </a:xfrm>
              <a:custGeom>
                <a:avLst/>
                <a:gdLst>
                  <a:gd name="T0" fmla="*/ 2148 w 447"/>
                  <a:gd name="T1" fmla="*/ 79 h 346"/>
                  <a:gd name="T2" fmla="*/ 1893 w 447"/>
                  <a:gd name="T3" fmla="*/ 141 h 346"/>
                  <a:gd name="T4" fmla="*/ 1655 w 447"/>
                  <a:gd name="T5" fmla="*/ 32 h 346"/>
                  <a:gd name="T6" fmla="*/ 1259 w 447"/>
                  <a:gd name="T7" fmla="*/ 188 h 346"/>
                  <a:gd name="T8" fmla="*/ 1055 w 447"/>
                  <a:gd name="T9" fmla="*/ 287 h 346"/>
                  <a:gd name="T10" fmla="*/ 877 w 447"/>
                  <a:gd name="T11" fmla="*/ 451 h 346"/>
                  <a:gd name="T12" fmla="*/ 968 w 447"/>
                  <a:gd name="T13" fmla="*/ 529 h 346"/>
                  <a:gd name="T14" fmla="*/ 948 w 447"/>
                  <a:gd name="T15" fmla="*/ 620 h 346"/>
                  <a:gd name="T16" fmla="*/ 1047 w 447"/>
                  <a:gd name="T17" fmla="*/ 768 h 346"/>
                  <a:gd name="T18" fmla="*/ 1024 w 447"/>
                  <a:gd name="T19" fmla="*/ 855 h 346"/>
                  <a:gd name="T20" fmla="*/ 1008 w 447"/>
                  <a:gd name="T21" fmla="*/ 956 h 346"/>
                  <a:gd name="T22" fmla="*/ 1047 w 447"/>
                  <a:gd name="T23" fmla="*/ 1148 h 346"/>
                  <a:gd name="T24" fmla="*/ 1032 w 447"/>
                  <a:gd name="T25" fmla="*/ 1235 h 346"/>
                  <a:gd name="T26" fmla="*/ 1063 w 447"/>
                  <a:gd name="T27" fmla="*/ 1321 h 346"/>
                  <a:gd name="T28" fmla="*/ 1000 w 447"/>
                  <a:gd name="T29" fmla="*/ 1419 h 346"/>
                  <a:gd name="T30" fmla="*/ 917 w 447"/>
                  <a:gd name="T31" fmla="*/ 1693 h 346"/>
                  <a:gd name="T32" fmla="*/ 901 w 447"/>
                  <a:gd name="T33" fmla="*/ 1877 h 346"/>
                  <a:gd name="T34" fmla="*/ 451 w 447"/>
                  <a:gd name="T35" fmla="*/ 2188 h 346"/>
                  <a:gd name="T36" fmla="*/ 24 w 447"/>
                  <a:gd name="T37" fmla="*/ 2421 h 346"/>
                  <a:gd name="T38" fmla="*/ 505 w 447"/>
                  <a:gd name="T39" fmla="*/ 2536 h 346"/>
                  <a:gd name="T40" fmla="*/ 643 w 447"/>
                  <a:gd name="T41" fmla="*/ 2477 h 346"/>
                  <a:gd name="T42" fmla="*/ 784 w 447"/>
                  <a:gd name="T43" fmla="*/ 2576 h 346"/>
                  <a:gd name="T44" fmla="*/ 1259 w 447"/>
                  <a:gd name="T45" fmla="*/ 2496 h 346"/>
                  <a:gd name="T46" fmla="*/ 1669 w 447"/>
                  <a:gd name="T47" fmla="*/ 2437 h 346"/>
                  <a:gd name="T48" fmla="*/ 2035 w 447"/>
                  <a:gd name="T49" fmla="*/ 2328 h 346"/>
                  <a:gd name="T50" fmla="*/ 2049 w 447"/>
                  <a:gd name="T51" fmla="*/ 2156 h 346"/>
                  <a:gd name="T52" fmla="*/ 2132 w 447"/>
                  <a:gd name="T53" fmla="*/ 2019 h 346"/>
                  <a:gd name="T54" fmla="*/ 2235 w 447"/>
                  <a:gd name="T55" fmla="*/ 1744 h 346"/>
                  <a:gd name="T56" fmla="*/ 2437 w 447"/>
                  <a:gd name="T57" fmla="*/ 1592 h 346"/>
                  <a:gd name="T58" fmla="*/ 2544 w 447"/>
                  <a:gd name="T59" fmla="*/ 1647 h 346"/>
                  <a:gd name="T60" fmla="*/ 2724 w 447"/>
                  <a:gd name="T61" fmla="*/ 1631 h 346"/>
                  <a:gd name="T62" fmla="*/ 2865 w 447"/>
                  <a:gd name="T63" fmla="*/ 1608 h 346"/>
                  <a:gd name="T64" fmla="*/ 3017 w 447"/>
                  <a:gd name="T65" fmla="*/ 1615 h 346"/>
                  <a:gd name="T66" fmla="*/ 3097 w 447"/>
                  <a:gd name="T67" fmla="*/ 1497 h 346"/>
                  <a:gd name="T68" fmla="*/ 3261 w 447"/>
                  <a:gd name="T69" fmla="*/ 1443 h 346"/>
                  <a:gd name="T70" fmla="*/ 3253 w 447"/>
                  <a:gd name="T71" fmla="*/ 768 h 346"/>
                  <a:gd name="T72" fmla="*/ 3184 w 447"/>
                  <a:gd name="T73" fmla="*/ 713 h 346"/>
                  <a:gd name="T74" fmla="*/ 3207 w 447"/>
                  <a:gd name="T75" fmla="*/ 576 h 346"/>
                  <a:gd name="T76" fmla="*/ 2972 w 447"/>
                  <a:gd name="T77" fmla="*/ 333 h 346"/>
                  <a:gd name="T78" fmla="*/ 2732 w 447"/>
                  <a:gd name="T79" fmla="*/ 333 h 346"/>
                  <a:gd name="T80" fmla="*/ 2544 w 447"/>
                  <a:gd name="T81" fmla="*/ 232 h 346"/>
                  <a:gd name="T82" fmla="*/ 2423 w 447"/>
                  <a:gd name="T83" fmla="*/ 224 h 346"/>
                  <a:gd name="T84" fmla="*/ 2344 w 447"/>
                  <a:gd name="T85" fmla="*/ 101 h 346"/>
                  <a:gd name="T86" fmla="*/ 2113 w 447"/>
                  <a:gd name="T87" fmla="*/ 71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7" h="346">
                    <a:moveTo>
                      <a:pt x="277" y="10"/>
                    </a:moveTo>
                    <a:cubicBezTo>
                      <a:pt x="266" y="2"/>
                      <a:pt x="255" y="18"/>
                      <a:pt x="244" y="18"/>
                    </a:cubicBezTo>
                    <a:cubicBezTo>
                      <a:pt x="233" y="17"/>
                      <a:pt x="224" y="6"/>
                      <a:pt x="213" y="4"/>
                    </a:cubicBezTo>
                    <a:cubicBezTo>
                      <a:pt x="192" y="0"/>
                      <a:pt x="181" y="19"/>
                      <a:pt x="162" y="24"/>
                    </a:cubicBezTo>
                    <a:cubicBezTo>
                      <a:pt x="150" y="26"/>
                      <a:pt x="147" y="33"/>
                      <a:pt x="136" y="37"/>
                    </a:cubicBezTo>
                    <a:cubicBezTo>
                      <a:pt x="128" y="41"/>
                      <a:pt x="110" y="42"/>
                      <a:pt x="113" y="58"/>
                    </a:cubicBezTo>
                    <a:cubicBezTo>
                      <a:pt x="115" y="64"/>
                      <a:pt x="124" y="64"/>
                      <a:pt x="125" y="68"/>
                    </a:cubicBezTo>
                    <a:cubicBezTo>
                      <a:pt x="130" y="76"/>
                      <a:pt x="125" y="73"/>
                      <a:pt x="122" y="80"/>
                    </a:cubicBezTo>
                    <a:cubicBezTo>
                      <a:pt x="114" y="101"/>
                      <a:pt x="129" y="89"/>
                      <a:pt x="135" y="99"/>
                    </a:cubicBezTo>
                    <a:cubicBezTo>
                      <a:pt x="135" y="99"/>
                      <a:pt x="132" y="109"/>
                      <a:pt x="132" y="110"/>
                    </a:cubicBezTo>
                    <a:cubicBezTo>
                      <a:pt x="151" y="109"/>
                      <a:pt x="132" y="120"/>
                      <a:pt x="130" y="123"/>
                    </a:cubicBezTo>
                    <a:cubicBezTo>
                      <a:pt x="124" y="133"/>
                      <a:pt x="134" y="139"/>
                      <a:pt x="135" y="148"/>
                    </a:cubicBezTo>
                    <a:cubicBezTo>
                      <a:pt x="135" y="152"/>
                      <a:pt x="133" y="156"/>
                      <a:pt x="133" y="159"/>
                    </a:cubicBezTo>
                    <a:cubicBezTo>
                      <a:pt x="133" y="165"/>
                      <a:pt x="136" y="165"/>
                      <a:pt x="137" y="170"/>
                    </a:cubicBezTo>
                    <a:cubicBezTo>
                      <a:pt x="139" y="178"/>
                      <a:pt x="142" y="181"/>
                      <a:pt x="129" y="183"/>
                    </a:cubicBezTo>
                    <a:cubicBezTo>
                      <a:pt x="124" y="192"/>
                      <a:pt x="116" y="205"/>
                      <a:pt x="118" y="218"/>
                    </a:cubicBezTo>
                    <a:cubicBezTo>
                      <a:pt x="120" y="231"/>
                      <a:pt x="132" y="235"/>
                      <a:pt x="116" y="242"/>
                    </a:cubicBezTo>
                    <a:cubicBezTo>
                      <a:pt x="93" y="251"/>
                      <a:pt x="63" y="253"/>
                      <a:pt x="58" y="282"/>
                    </a:cubicBezTo>
                    <a:cubicBezTo>
                      <a:pt x="41" y="283"/>
                      <a:pt x="0" y="285"/>
                      <a:pt x="3" y="312"/>
                    </a:cubicBezTo>
                    <a:cubicBezTo>
                      <a:pt x="7" y="346"/>
                      <a:pt x="58" y="302"/>
                      <a:pt x="65" y="327"/>
                    </a:cubicBezTo>
                    <a:cubicBezTo>
                      <a:pt x="71" y="326"/>
                      <a:pt x="76" y="318"/>
                      <a:pt x="83" y="319"/>
                    </a:cubicBezTo>
                    <a:cubicBezTo>
                      <a:pt x="89" y="320"/>
                      <a:pt x="94" y="331"/>
                      <a:pt x="101" y="332"/>
                    </a:cubicBezTo>
                    <a:cubicBezTo>
                      <a:pt x="120" y="336"/>
                      <a:pt x="143" y="325"/>
                      <a:pt x="162" y="322"/>
                    </a:cubicBezTo>
                    <a:cubicBezTo>
                      <a:pt x="180" y="320"/>
                      <a:pt x="197" y="316"/>
                      <a:pt x="215" y="314"/>
                    </a:cubicBezTo>
                    <a:cubicBezTo>
                      <a:pt x="226" y="313"/>
                      <a:pt x="256" y="309"/>
                      <a:pt x="262" y="300"/>
                    </a:cubicBezTo>
                    <a:cubicBezTo>
                      <a:pt x="267" y="293"/>
                      <a:pt x="263" y="285"/>
                      <a:pt x="264" y="278"/>
                    </a:cubicBezTo>
                    <a:cubicBezTo>
                      <a:pt x="266" y="268"/>
                      <a:pt x="271" y="268"/>
                      <a:pt x="275" y="260"/>
                    </a:cubicBezTo>
                    <a:cubicBezTo>
                      <a:pt x="283" y="248"/>
                      <a:pt x="279" y="237"/>
                      <a:pt x="288" y="225"/>
                    </a:cubicBezTo>
                    <a:cubicBezTo>
                      <a:pt x="293" y="218"/>
                      <a:pt x="304" y="205"/>
                      <a:pt x="314" y="205"/>
                    </a:cubicBezTo>
                    <a:cubicBezTo>
                      <a:pt x="320" y="205"/>
                      <a:pt x="322" y="210"/>
                      <a:pt x="328" y="212"/>
                    </a:cubicBezTo>
                    <a:cubicBezTo>
                      <a:pt x="336" y="215"/>
                      <a:pt x="343" y="212"/>
                      <a:pt x="351" y="210"/>
                    </a:cubicBezTo>
                    <a:cubicBezTo>
                      <a:pt x="357" y="209"/>
                      <a:pt x="363" y="206"/>
                      <a:pt x="369" y="207"/>
                    </a:cubicBezTo>
                    <a:cubicBezTo>
                      <a:pt x="378" y="208"/>
                      <a:pt x="378" y="215"/>
                      <a:pt x="389" y="208"/>
                    </a:cubicBezTo>
                    <a:cubicBezTo>
                      <a:pt x="395" y="204"/>
                      <a:pt x="395" y="197"/>
                      <a:pt x="399" y="193"/>
                    </a:cubicBezTo>
                    <a:cubicBezTo>
                      <a:pt x="405" y="188"/>
                      <a:pt x="412" y="190"/>
                      <a:pt x="420" y="186"/>
                    </a:cubicBezTo>
                    <a:cubicBezTo>
                      <a:pt x="447" y="171"/>
                      <a:pt x="445" y="112"/>
                      <a:pt x="419" y="99"/>
                    </a:cubicBezTo>
                    <a:cubicBezTo>
                      <a:pt x="412" y="96"/>
                      <a:pt x="411" y="101"/>
                      <a:pt x="410" y="92"/>
                    </a:cubicBezTo>
                    <a:cubicBezTo>
                      <a:pt x="409" y="86"/>
                      <a:pt x="414" y="80"/>
                      <a:pt x="413" y="74"/>
                    </a:cubicBezTo>
                    <a:cubicBezTo>
                      <a:pt x="412" y="57"/>
                      <a:pt x="397" y="48"/>
                      <a:pt x="383" y="43"/>
                    </a:cubicBezTo>
                    <a:cubicBezTo>
                      <a:pt x="372" y="39"/>
                      <a:pt x="363" y="42"/>
                      <a:pt x="352" y="43"/>
                    </a:cubicBezTo>
                    <a:cubicBezTo>
                      <a:pt x="335" y="45"/>
                      <a:pt x="341" y="34"/>
                      <a:pt x="328" y="30"/>
                    </a:cubicBezTo>
                    <a:cubicBezTo>
                      <a:pt x="322" y="28"/>
                      <a:pt x="318" y="32"/>
                      <a:pt x="312" y="29"/>
                    </a:cubicBezTo>
                    <a:cubicBezTo>
                      <a:pt x="308" y="26"/>
                      <a:pt x="306" y="17"/>
                      <a:pt x="302" y="13"/>
                    </a:cubicBezTo>
                    <a:cubicBezTo>
                      <a:pt x="293" y="5"/>
                      <a:pt x="281" y="5"/>
                      <a:pt x="272" y="9"/>
                    </a:cubicBezTo>
                  </a:path>
                </a:pathLst>
              </a:custGeom>
              <a:solidFill>
                <a:srgbClr val="B24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7" name="Freeform 389">
                <a:extLst>
                  <a:ext uri="{FF2B5EF4-FFF2-40B4-BE49-F238E27FC236}">
                    <a16:creationId xmlns:a16="http://schemas.microsoft.com/office/drawing/2014/main" id="{2FDC540C-F606-4650-8338-E78626500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819"/>
                <a:ext cx="885" cy="685"/>
              </a:xfrm>
              <a:custGeom>
                <a:avLst/>
                <a:gdLst>
                  <a:gd name="T0" fmla="*/ 2148 w 447"/>
                  <a:gd name="T1" fmla="*/ 79 h 346"/>
                  <a:gd name="T2" fmla="*/ 1893 w 447"/>
                  <a:gd name="T3" fmla="*/ 141 h 346"/>
                  <a:gd name="T4" fmla="*/ 1655 w 447"/>
                  <a:gd name="T5" fmla="*/ 32 h 346"/>
                  <a:gd name="T6" fmla="*/ 1259 w 447"/>
                  <a:gd name="T7" fmla="*/ 188 h 346"/>
                  <a:gd name="T8" fmla="*/ 1055 w 447"/>
                  <a:gd name="T9" fmla="*/ 287 h 346"/>
                  <a:gd name="T10" fmla="*/ 877 w 447"/>
                  <a:gd name="T11" fmla="*/ 451 h 346"/>
                  <a:gd name="T12" fmla="*/ 968 w 447"/>
                  <a:gd name="T13" fmla="*/ 529 h 346"/>
                  <a:gd name="T14" fmla="*/ 948 w 447"/>
                  <a:gd name="T15" fmla="*/ 620 h 346"/>
                  <a:gd name="T16" fmla="*/ 1047 w 447"/>
                  <a:gd name="T17" fmla="*/ 768 h 346"/>
                  <a:gd name="T18" fmla="*/ 1024 w 447"/>
                  <a:gd name="T19" fmla="*/ 855 h 346"/>
                  <a:gd name="T20" fmla="*/ 1008 w 447"/>
                  <a:gd name="T21" fmla="*/ 956 h 346"/>
                  <a:gd name="T22" fmla="*/ 1047 w 447"/>
                  <a:gd name="T23" fmla="*/ 1148 h 346"/>
                  <a:gd name="T24" fmla="*/ 1032 w 447"/>
                  <a:gd name="T25" fmla="*/ 1235 h 346"/>
                  <a:gd name="T26" fmla="*/ 1063 w 447"/>
                  <a:gd name="T27" fmla="*/ 1321 h 346"/>
                  <a:gd name="T28" fmla="*/ 1000 w 447"/>
                  <a:gd name="T29" fmla="*/ 1419 h 346"/>
                  <a:gd name="T30" fmla="*/ 917 w 447"/>
                  <a:gd name="T31" fmla="*/ 1693 h 346"/>
                  <a:gd name="T32" fmla="*/ 901 w 447"/>
                  <a:gd name="T33" fmla="*/ 1877 h 346"/>
                  <a:gd name="T34" fmla="*/ 451 w 447"/>
                  <a:gd name="T35" fmla="*/ 2188 h 346"/>
                  <a:gd name="T36" fmla="*/ 24 w 447"/>
                  <a:gd name="T37" fmla="*/ 2421 h 346"/>
                  <a:gd name="T38" fmla="*/ 505 w 447"/>
                  <a:gd name="T39" fmla="*/ 2536 h 346"/>
                  <a:gd name="T40" fmla="*/ 643 w 447"/>
                  <a:gd name="T41" fmla="*/ 2477 h 346"/>
                  <a:gd name="T42" fmla="*/ 784 w 447"/>
                  <a:gd name="T43" fmla="*/ 2576 h 346"/>
                  <a:gd name="T44" fmla="*/ 1259 w 447"/>
                  <a:gd name="T45" fmla="*/ 2496 h 346"/>
                  <a:gd name="T46" fmla="*/ 1669 w 447"/>
                  <a:gd name="T47" fmla="*/ 2437 h 346"/>
                  <a:gd name="T48" fmla="*/ 2035 w 447"/>
                  <a:gd name="T49" fmla="*/ 2328 h 346"/>
                  <a:gd name="T50" fmla="*/ 2049 w 447"/>
                  <a:gd name="T51" fmla="*/ 2156 h 346"/>
                  <a:gd name="T52" fmla="*/ 2132 w 447"/>
                  <a:gd name="T53" fmla="*/ 2019 h 346"/>
                  <a:gd name="T54" fmla="*/ 2235 w 447"/>
                  <a:gd name="T55" fmla="*/ 1744 h 346"/>
                  <a:gd name="T56" fmla="*/ 2437 w 447"/>
                  <a:gd name="T57" fmla="*/ 1592 h 346"/>
                  <a:gd name="T58" fmla="*/ 2544 w 447"/>
                  <a:gd name="T59" fmla="*/ 1647 h 346"/>
                  <a:gd name="T60" fmla="*/ 2724 w 447"/>
                  <a:gd name="T61" fmla="*/ 1631 h 346"/>
                  <a:gd name="T62" fmla="*/ 2865 w 447"/>
                  <a:gd name="T63" fmla="*/ 1608 h 346"/>
                  <a:gd name="T64" fmla="*/ 3017 w 447"/>
                  <a:gd name="T65" fmla="*/ 1615 h 346"/>
                  <a:gd name="T66" fmla="*/ 3097 w 447"/>
                  <a:gd name="T67" fmla="*/ 1497 h 346"/>
                  <a:gd name="T68" fmla="*/ 3261 w 447"/>
                  <a:gd name="T69" fmla="*/ 1443 h 346"/>
                  <a:gd name="T70" fmla="*/ 3253 w 447"/>
                  <a:gd name="T71" fmla="*/ 768 h 346"/>
                  <a:gd name="T72" fmla="*/ 3184 w 447"/>
                  <a:gd name="T73" fmla="*/ 713 h 346"/>
                  <a:gd name="T74" fmla="*/ 3207 w 447"/>
                  <a:gd name="T75" fmla="*/ 576 h 346"/>
                  <a:gd name="T76" fmla="*/ 2972 w 447"/>
                  <a:gd name="T77" fmla="*/ 333 h 346"/>
                  <a:gd name="T78" fmla="*/ 2732 w 447"/>
                  <a:gd name="T79" fmla="*/ 333 h 346"/>
                  <a:gd name="T80" fmla="*/ 2544 w 447"/>
                  <a:gd name="T81" fmla="*/ 232 h 346"/>
                  <a:gd name="T82" fmla="*/ 2423 w 447"/>
                  <a:gd name="T83" fmla="*/ 224 h 346"/>
                  <a:gd name="T84" fmla="*/ 2344 w 447"/>
                  <a:gd name="T85" fmla="*/ 101 h 346"/>
                  <a:gd name="T86" fmla="*/ 2113 w 447"/>
                  <a:gd name="T87" fmla="*/ 71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7" h="346">
                    <a:moveTo>
                      <a:pt x="277" y="10"/>
                    </a:moveTo>
                    <a:cubicBezTo>
                      <a:pt x="266" y="2"/>
                      <a:pt x="255" y="18"/>
                      <a:pt x="244" y="18"/>
                    </a:cubicBezTo>
                    <a:cubicBezTo>
                      <a:pt x="233" y="17"/>
                      <a:pt x="224" y="6"/>
                      <a:pt x="213" y="4"/>
                    </a:cubicBezTo>
                    <a:cubicBezTo>
                      <a:pt x="192" y="0"/>
                      <a:pt x="181" y="19"/>
                      <a:pt x="162" y="24"/>
                    </a:cubicBezTo>
                    <a:cubicBezTo>
                      <a:pt x="150" y="26"/>
                      <a:pt x="147" y="33"/>
                      <a:pt x="136" y="37"/>
                    </a:cubicBezTo>
                    <a:cubicBezTo>
                      <a:pt x="128" y="41"/>
                      <a:pt x="110" y="42"/>
                      <a:pt x="113" y="58"/>
                    </a:cubicBezTo>
                    <a:cubicBezTo>
                      <a:pt x="115" y="64"/>
                      <a:pt x="124" y="64"/>
                      <a:pt x="125" y="68"/>
                    </a:cubicBezTo>
                    <a:cubicBezTo>
                      <a:pt x="130" y="76"/>
                      <a:pt x="125" y="73"/>
                      <a:pt x="122" y="80"/>
                    </a:cubicBezTo>
                    <a:cubicBezTo>
                      <a:pt x="114" y="101"/>
                      <a:pt x="129" y="89"/>
                      <a:pt x="135" y="99"/>
                    </a:cubicBezTo>
                    <a:cubicBezTo>
                      <a:pt x="135" y="99"/>
                      <a:pt x="132" y="109"/>
                      <a:pt x="132" y="110"/>
                    </a:cubicBezTo>
                    <a:cubicBezTo>
                      <a:pt x="151" y="109"/>
                      <a:pt x="132" y="120"/>
                      <a:pt x="130" y="123"/>
                    </a:cubicBezTo>
                    <a:cubicBezTo>
                      <a:pt x="124" y="133"/>
                      <a:pt x="134" y="139"/>
                      <a:pt x="135" y="148"/>
                    </a:cubicBezTo>
                    <a:cubicBezTo>
                      <a:pt x="135" y="152"/>
                      <a:pt x="133" y="156"/>
                      <a:pt x="133" y="159"/>
                    </a:cubicBezTo>
                    <a:cubicBezTo>
                      <a:pt x="133" y="165"/>
                      <a:pt x="136" y="165"/>
                      <a:pt x="137" y="170"/>
                    </a:cubicBezTo>
                    <a:cubicBezTo>
                      <a:pt x="139" y="178"/>
                      <a:pt x="142" y="181"/>
                      <a:pt x="129" y="183"/>
                    </a:cubicBezTo>
                    <a:cubicBezTo>
                      <a:pt x="124" y="192"/>
                      <a:pt x="116" y="205"/>
                      <a:pt x="118" y="218"/>
                    </a:cubicBezTo>
                    <a:cubicBezTo>
                      <a:pt x="120" y="231"/>
                      <a:pt x="132" y="235"/>
                      <a:pt x="116" y="242"/>
                    </a:cubicBezTo>
                    <a:cubicBezTo>
                      <a:pt x="93" y="251"/>
                      <a:pt x="63" y="253"/>
                      <a:pt x="58" y="282"/>
                    </a:cubicBezTo>
                    <a:cubicBezTo>
                      <a:pt x="41" y="283"/>
                      <a:pt x="0" y="285"/>
                      <a:pt x="3" y="312"/>
                    </a:cubicBezTo>
                    <a:cubicBezTo>
                      <a:pt x="7" y="346"/>
                      <a:pt x="58" y="302"/>
                      <a:pt x="65" y="327"/>
                    </a:cubicBezTo>
                    <a:cubicBezTo>
                      <a:pt x="71" y="326"/>
                      <a:pt x="76" y="318"/>
                      <a:pt x="83" y="319"/>
                    </a:cubicBezTo>
                    <a:cubicBezTo>
                      <a:pt x="89" y="320"/>
                      <a:pt x="94" y="331"/>
                      <a:pt x="101" y="332"/>
                    </a:cubicBezTo>
                    <a:cubicBezTo>
                      <a:pt x="120" y="336"/>
                      <a:pt x="143" y="325"/>
                      <a:pt x="162" y="322"/>
                    </a:cubicBezTo>
                    <a:cubicBezTo>
                      <a:pt x="180" y="320"/>
                      <a:pt x="197" y="316"/>
                      <a:pt x="215" y="314"/>
                    </a:cubicBezTo>
                    <a:cubicBezTo>
                      <a:pt x="226" y="313"/>
                      <a:pt x="256" y="309"/>
                      <a:pt x="262" y="300"/>
                    </a:cubicBezTo>
                    <a:cubicBezTo>
                      <a:pt x="267" y="293"/>
                      <a:pt x="263" y="285"/>
                      <a:pt x="264" y="278"/>
                    </a:cubicBezTo>
                    <a:cubicBezTo>
                      <a:pt x="266" y="268"/>
                      <a:pt x="271" y="268"/>
                      <a:pt x="275" y="260"/>
                    </a:cubicBezTo>
                    <a:cubicBezTo>
                      <a:pt x="283" y="248"/>
                      <a:pt x="279" y="237"/>
                      <a:pt x="288" y="225"/>
                    </a:cubicBezTo>
                    <a:cubicBezTo>
                      <a:pt x="293" y="218"/>
                      <a:pt x="304" y="205"/>
                      <a:pt x="314" y="205"/>
                    </a:cubicBezTo>
                    <a:cubicBezTo>
                      <a:pt x="320" y="205"/>
                      <a:pt x="322" y="210"/>
                      <a:pt x="328" y="212"/>
                    </a:cubicBezTo>
                    <a:cubicBezTo>
                      <a:pt x="336" y="215"/>
                      <a:pt x="343" y="212"/>
                      <a:pt x="351" y="210"/>
                    </a:cubicBezTo>
                    <a:cubicBezTo>
                      <a:pt x="357" y="209"/>
                      <a:pt x="363" y="206"/>
                      <a:pt x="369" y="207"/>
                    </a:cubicBezTo>
                    <a:cubicBezTo>
                      <a:pt x="378" y="208"/>
                      <a:pt x="378" y="215"/>
                      <a:pt x="389" y="208"/>
                    </a:cubicBezTo>
                    <a:cubicBezTo>
                      <a:pt x="395" y="204"/>
                      <a:pt x="395" y="197"/>
                      <a:pt x="399" y="193"/>
                    </a:cubicBezTo>
                    <a:cubicBezTo>
                      <a:pt x="405" y="188"/>
                      <a:pt x="412" y="190"/>
                      <a:pt x="420" y="186"/>
                    </a:cubicBezTo>
                    <a:cubicBezTo>
                      <a:pt x="447" y="171"/>
                      <a:pt x="445" y="112"/>
                      <a:pt x="419" y="99"/>
                    </a:cubicBezTo>
                    <a:cubicBezTo>
                      <a:pt x="412" y="96"/>
                      <a:pt x="411" y="101"/>
                      <a:pt x="410" y="92"/>
                    </a:cubicBezTo>
                    <a:cubicBezTo>
                      <a:pt x="409" y="86"/>
                      <a:pt x="414" y="80"/>
                      <a:pt x="413" y="74"/>
                    </a:cubicBezTo>
                    <a:cubicBezTo>
                      <a:pt x="412" y="57"/>
                      <a:pt x="397" y="48"/>
                      <a:pt x="383" y="43"/>
                    </a:cubicBezTo>
                    <a:cubicBezTo>
                      <a:pt x="372" y="39"/>
                      <a:pt x="363" y="42"/>
                      <a:pt x="352" y="43"/>
                    </a:cubicBezTo>
                    <a:cubicBezTo>
                      <a:pt x="335" y="45"/>
                      <a:pt x="341" y="34"/>
                      <a:pt x="328" y="30"/>
                    </a:cubicBezTo>
                    <a:cubicBezTo>
                      <a:pt x="322" y="28"/>
                      <a:pt x="318" y="32"/>
                      <a:pt x="312" y="29"/>
                    </a:cubicBezTo>
                    <a:cubicBezTo>
                      <a:pt x="308" y="26"/>
                      <a:pt x="306" y="17"/>
                      <a:pt x="302" y="13"/>
                    </a:cubicBezTo>
                    <a:cubicBezTo>
                      <a:pt x="293" y="5"/>
                      <a:pt x="281" y="5"/>
                      <a:pt x="272" y="9"/>
                    </a:cubicBezTo>
                  </a:path>
                </a:pathLst>
              </a:custGeom>
              <a:noFill/>
              <a:ln w="12700" cap="flat">
                <a:solidFill>
                  <a:srgbClr val="68231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8" name="Freeform 390">
                <a:extLst>
                  <a:ext uri="{FF2B5EF4-FFF2-40B4-BE49-F238E27FC236}">
                    <a16:creationId xmlns:a16="http://schemas.microsoft.com/office/drawing/2014/main" id="{1398B925-25EB-4341-9C4C-283E9D81B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888"/>
                <a:ext cx="28" cy="115"/>
              </a:xfrm>
              <a:custGeom>
                <a:avLst/>
                <a:gdLst>
                  <a:gd name="T0" fmla="*/ 112 w 14"/>
                  <a:gd name="T1" fmla="*/ 0 h 58"/>
                  <a:gd name="T2" fmla="*/ 0 w 14"/>
                  <a:gd name="T3" fmla="*/ 212 h 58"/>
                  <a:gd name="T4" fmla="*/ 96 w 14"/>
                  <a:gd name="T5" fmla="*/ 444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8">
                    <a:moveTo>
                      <a:pt x="14" y="0"/>
                    </a:moveTo>
                    <a:cubicBezTo>
                      <a:pt x="4" y="2"/>
                      <a:pt x="0" y="19"/>
                      <a:pt x="0" y="27"/>
                    </a:cubicBezTo>
                    <a:cubicBezTo>
                      <a:pt x="0" y="34"/>
                      <a:pt x="4" y="58"/>
                      <a:pt x="12" y="57"/>
                    </a:cubicBezTo>
                  </a:path>
                </a:pathLst>
              </a:custGeom>
              <a:noFill/>
              <a:ln w="12700" cap="flat">
                <a:solidFill>
                  <a:srgbClr val="68231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9" name="Freeform 391">
                <a:extLst>
                  <a:ext uri="{FF2B5EF4-FFF2-40B4-BE49-F238E27FC236}">
                    <a16:creationId xmlns:a16="http://schemas.microsoft.com/office/drawing/2014/main" id="{CD6AF8CC-22CC-42EF-88A0-A6ECFF76C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914"/>
                <a:ext cx="58" cy="115"/>
              </a:xfrm>
              <a:custGeom>
                <a:avLst/>
                <a:gdLst>
                  <a:gd name="T0" fmla="*/ 232 w 29"/>
                  <a:gd name="T1" fmla="*/ 48 h 58"/>
                  <a:gd name="T2" fmla="*/ 24 w 29"/>
                  <a:gd name="T3" fmla="*/ 165 h 58"/>
                  <a:gd name="T4" fmla="*/ 0 w 29"/>
                  <a:gd name="T5" fmla="*/ 319 h 58"/>
                  <a:gd name="T6" fmla="*/ 32 w 29"/>
                  <a:gd name="T7" fmla="*/ 45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8">
                    <a:moveTo>
                      <a:pt x="29" y="6"/>
                    </a:moveTo>
                    <a:cubicBezTo>
                      <a:pt x="20" y="0"/>
                      <a:pt x="7" y="14"/>
                      <a:pt x="3" y="21"/>
                    </a:cubicBezTo>
                    <a:cubicBezTo>
                      <a:pt x="0" y="27"/>
                      <a:pt x="0" y="35"/>
                      <a:pt x="0" y="41"/>
                    </a:cubicBezTo>
                    <a:cubicBezTo>
                      <a:pt x="0" y="48"/>
                      <a:pt x="3" y="52"/>
                      <a:pt x="4" y="58"/>
                    </a:cubicBezTo>
                  </a:path>
                </a:pathLst>
              </a:custGeom>
              <a:noFill/>
              <a:ln w="12700" cap="flat">
                <a:solidFill>
                  <a:srgbClr val="68231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0" name="Freeform 392">
                <a:extLst>
                  <a:ext uri="{FF2B5EF4-FFF2-40B4-BE49-F238E27FC236}">
                    <a16:creationId xmlns:a16="http://schemas.microsoft.com/office/drawing/2014/main" id="{F9B85419-28B0-46CE-82BE-991197ADC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3080"/>
                <a:ext cx="91" cy="103"/>
              </a:xfrm>
              <a:custGeom>
                <a:avLst/>
                <a:gdLst>
                  <a:gd name="T0" fmla="*/ 356 w 46"/>
                  <a:gd name="T1" fmla="*/ 79 h 52"/>
                  <a:gd name="T2" fmla="*/ 109 w 46"/>
                  <a:gd name="T3" fmla="*/ 125 h 52"/>
                  <a:gd name="T4" fmla="*/ 0 w 46"/>
                  <a:gd name="T5" fmla="*/ 40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2">
                    <a:moveTo>
                      <a:pt x="46" y="10"/>
                    </a:moveTo>
                    <a:cubicBezTo>
                      <a:pt x="42" y="0"/>
                      <a:pt x="18" y="12"/>
                      <a:pt x="14" y="16"/>
                    </a:cubicBezTo>
                    <a:cubicBezTo>
                      <a:pt x="3" y="26"/>
                      <a:pt x="0" y="39"/>
                      <a:pt x="0" y="52"/>
                    </a:cubicBezTo>
                  </a:path>
                </a:pathLst>
              </a:custGeom>
              <a:noFill/>
              <a:ln w="12700" cap="flat">
                <a:solidFill>
                  <a:srgbClr val="68231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1" name="Freeform 393">
                <a:extLst>
                  <a:ext uri="{FF2B5EF4-FFF2-40B4-BE49-F238E27FC236}">
                    <a16:creationId xmlns:a16="http://schemas.microsoft.com/office/drawing/2014/main" id="{BA09D80B-CC3E-474D-B505-A1D3868AB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912"/>
                <a:ext cx="69" cy="48"/>
              </a:xfrm>
              <a:custGeom>
                <a:avLst/>
                <a:gdLst>
                  <a:gd name="T0" fmla="*/ 252 w 35"/>
                  <a:gd name="T1" fmla="*/ 192 h 24"/>
                  <a:gd name="T2" fmla="*/ 0 w 35"/>
                  <a:gd name="T3" fmla="*/ 48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4">
                    <a:moveTo>
                      <a:pt x="33" y="24"/>
                    </a:moveTo>
                    <a:cubicBezTo>
                      <a:pt x="35" y="10"/>
                      <a:pt x="11" y="0"/>
                      <a:pt x="0" y="6"/>
                    </a:cubicBezTo>
                  </a:path>
                </a:pathLst>
              </a:custGeom>
              <a:noFill/>
              <a:ln w="12700" cap="flat">
                <a:solidFill>
                  <a:srgbClr val="68231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2" name="Freeform 394">
                <a:extLst>
                  <a:ext uri="{FF2B5EF4-FFF2-40B4-BE49-F238E27FC236}">
                    <a16:creationId xmlns:a16="http://schemas.microsoft.com/office/drawing/2014/main" id="{75D0F282-D1B0-4F37-98A4-996143B1D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043"/>
                <a:ext cx="67" cy="87"/>
              </a:xfrm>
              <a:custGeom>
                <a:avLst/>
                <a:gdLst>
                  <a:gd name="T0" fmla="*/ 260 w 34"/>
                  <a:gd name="T1" fmla="*/ 8 h 44"/>
                  <a:gd name="T2" fmla="*/ 93 w 34"/>
                  <a:gd name="T3" fmla="*/ 34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4">
                    <a:moveTo>
                      <a:pt x="34" y="1"/>
                    </a:moveTo>
                    <a:cubicBezTo>
                      <a:pt x="13" y="0"/>
                      <a:pt x="0" y="26"/>
                      <a:pt x="12" y="44"/>
                    </a:cubicBezTo>
                  </a:path>
                </a:pathLst>
              </a:custGeom>
              <a:noFill/>
              <a:ln w="12700" cap="flat">
                <a:solidFill>
                  <a:srgbClr val="68231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3" name="Freeform 395">
                <a:extLst>
                  <a:ext uri="{FF2B5EF4-FFF2-40B4-BE49-F238E27FC236}">
                    <a16:creationId xmlns:a16="http://schemas.microsoft.com/office/drawing/2014/main" id="{43650192-53BB-4ED0-B2AF-7791BFEAB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3245"/>
                <a:ext cx="91" cy="41"/>
              </a:xfrm>
              <a:custGeom>
                <a:avLst/>
                <a:gdLst>
                  <a:gd name="T0" fmla="*/ 0 w 46"/>
                  <a:gd name="T1" fmla="*/ 103 h 21"/>
                  <a:gd name="T2" fmla="*/ 180 w 46"/>
                  <a:gd name="T3" fmla="*/ 16 h 21"/>
                  <a:gd name="T4" fmla="*/ 356 w 46"/>
                  <a:gd name="T5" fmla="*/ 15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1">
                    <a:moveTo>
                      <a:pt x="0" y="14"/>
                    </a:moveTo>
                    <a:cubicBezTo>
                      <a:pt x="7" y="6"/>
                      <a:pt x="11" y="0"/>
                      <a:pt x="23" y="2"/>
                    </a:cubicBezTo>
                    <a:cubicBezTo>
                      <a:pt x="34" y="4"/>
                      <a:pt x="38" y="14"/>
                      <a:pt x="46" y="21"/>
                    </a:cubicBezTo>
                  </a:path>
                </a:pathLst>
              </a:custGeom>
              <a:noFill/>
              <a:ln w="12700" cap="flat">
                <a:solidFill>
                  <a:srgbClr val="68231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4" name="Freeform 396">
                <a:extLst>
                  <a:ext uri="{FF2B5EF4-FFF2-40B4-BE49-F238E27FC236}">
                    <a16:creationId xmlns:a16="http://schemas.microsoft.com/office/drawing/2014/main" id="{EFD38602-3A26-403E-88BF-2310F8E59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3273"/>
                <a:ext cx="72" cy="73"/>
              </a:xfrm>
              <a:custGeom>
                <a:avLst/>
                <a:gdLst>
                  <a:gd name="T0" fmla="*/ 56 w 36"/>
                  <a:gd name="T1" fmla="*/ 284 h 37"/>
                  <a:gd name="T2" fmla="*/ 104 w 36"/>
                  <a:gd name="T3" fmla="*/ 55 h 37"/>
                  <a:gd name="T4" fmla="*/ 288 w 36"/>
                  <a:gd name="T5" fmla="*/ 7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7">
                    <a:moveTo>
                      <a:pt x="7" y="37"/>
                    </a:moveTo>
                    <a:cubicBezTo>
                      <a:pt x="0" y="28"/>
                      <a:pt x="4" y="14"/>
                      <a:pt x="13" y="7"/>
                    </a:cubicBezTo>
                    <a:cubicBezTo>
                      <a:pt x="22" y="0"/>
                      <a:pt x="27" y="4"/>
                      <a:pt x="36" y="10"/>
                    </a:cubicBezTo>
                  </a:path>
                </a:pathLst>
              </a:custGeom>
              <a:noFill/>
              <a:ln w="12700" cap="flat">
                <a:solidFill>
                  <a:srgbClr val="68231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4277" name="Freeform 397">
              <a:extLst>
                <a:ext uri="{FF2B5EF4-FFF2-40B4-BE49-F238E27FC236}">
                  <a16:creationId xmlns:a16="http://schemas.microsoft.com/office/drawing/2014/main" id="{979B44A6-086B-4821-8CAE-3CCB30F6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201"/>
              <a:ext cx="48" cy="48"/>
            </a:xfrm>
            <a:custGeom>
              <a:avLst/>
              <a:gdLst>
                <a:gd name="T0" fmla="*/ 0 w 24"/>
                <a:gd name="T1" fmla="*/ 192 h 24"/>
                <a:gd name="T2" fmla="*/ 40 w 24"/>
                <a:gd name="T3" fmla="*/ 72 h 24"/>
                <a:gd name="T4" fmla="*/ 192 w 2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0" y="24"/>
                  </a:moveTo>
                  <a:cubicBezTo>
                    <a:pt x="0" y="18"/>
                    <a:pt x="1" y="14"/>
                    <a:pt x="5" y="9"/>
                  </a:cubicBezTo>
                  <a:cubicBezTo>
                    <a:pt x="11" y="1"/>
                    <a:pt x="16" y="2"/>
                    <a:pt x="24" y="0"/>
                  </a:cubicBezTo>
                </a:path>
              </a:pathLst>
            </a:custGeom>
            <a:noFill/>
            <a:ln w="12700" cap="flat">
              <a:solidFill>
                <a:srgbClr val="6823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8" name="Freeform 398">
              <a:extLst>
                <a:ext uri="{FF2B5EF4-FFF2-40B4-BE49-F238E27FC236}">
                  <a16:creationId xmlns:a16="http://schemas.microsoft.com/office/drawing/2014/main" id="{C9347D6C-13CC-4608-B2DA-AAA7022DE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352"/>
              <a:ext cx="99" cy="51"/>
            </a:xfrm>
            <a:custGeom>
              <a:avLst/>
              <a:gdLst>
                <a:gd name="T0" fmla="*/ 16 w 50"/>
                <a:gd name="T1" fmla="*/ 157 h 26"/>
                <a:gd name="T2" fmla="*/ 248 w 50"/>
                <a:gd name="T3" fmla="*/ 24 h 26"/>
                <a:gd name="T4" fmla="*/ 388 w 50"/>
                <a:gd name="T5" fmla="*/ 19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6">
                  <a:moveTo>
                    <a:pt x="2" y="21"/>
                  </a:moveTo>
                  <a:cubicBezTo>
                    <a:pt x="0" y="6"/>
                    <a:pt x="21" y="0"/>
                    <a:pt x="32" y="3"/>
                  </a:cubicBezTo>
                  <a:cubicBezTo>
                    <a:pt x="43" y="7"/>
                    <a:pt x="47" y="16"/>
                    <a:pt x="50" y="26"/>
                  </a:cubicBezTo>
                </a:path>
              </a:pathLst>
            </a:custGeom>
            <a:noFill/>
            <a:ln w="12700" cap="flat">
              <a:solidFill>
                <a:srgbClr val="6823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9" name="Freeform 399">
              <a:extLst>
                <a:ext uri="{FF2B5EF4-FFF2-40B4-BE49-F238E27FC236}">
                  <a16:creationId xmlns:a16="http://schemas.microsoft.com/office/drawing/2014/main" id="{A264F09D-11AF-452A-8D55-1545E7DCF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93"/>
              <a:ext cx="47" cy="46"/>
            </a:xfrm>
            <a:custGeom>
              <a:avLst/>
              <a:gdLst>
                <a:gd name="T0" fmla="*/ 0 w 24"/>
                <a:gd name="T1" fmla="*/ 32 h 23"/>
                <a:gd name="T2" fmla="*/ 135 w 24"/>
                <a:gd name="T3" fmla="*/ 64 h 23"/>
                <a:gd name="T4" fmla="*/ 141 w 24"/>
                <a:gd name="T5" fmla="*/ 18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0" y="4"/>
                  </a:moveTo>
                  <a:cubicBezTo>
                    <a:pt x="7" y="3"/>
                    <a:pt x="12" y="0"/>
                    <a:pt x="18" y="8"/>
                  </a:cubicBezTo>
                  <a:cubicBezTo>
                    <a:pt x="21" y="12"/>
                    <a:pt x="24" y="19"/>
                    <a:pt x="19" y="23"/>
                  </a:cubicBezTo>
                </a:path>
              </a:pathLst>
            </a:custGeom>
            <a:noFill/>
            <a:ln w="12700" cap="flat">
              <a:solidFill>
                <a:srgbClr val="6823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0" name="Freeform 400">
              <a:extLst>
                <a:ext uri="{FF2B5EF4-FFF2-40B4-BE49-F238E27FC236}">
                  <a16:creationId xmlns:a16="http://schemas.microsoft.com/office/drawing/2014/main" id="{2E419674-34D0-4646-88FC-0B714D291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021"/>
              <a:ext cx="57" cy="83"/>
            </a:xfrm>
            <a:custGeom>
              <a:avLst/>
              <a:gdLst>
                <a:gd name="T0" fmla="*/ 220 w 29"/>
                <a:gd name="T1" fmla="*/ 47 h 42"/>
                <a:gd name="T2" fmla="*/ 39 w 29"/>
                <a:gd name="T3" fmla="*/ 117 h 42"/>
                <a:gd name="T4" fmla="*/ 47 w 29"/>
                <a:gd name="T5" fmla="*/ 32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2">
                  <a:moveTo>
                    <a:pt x="29" y="6"/>
                  </a:moveTo>
                  <a:cubicBezTo>
                    <a:pt x="23" y="0"/>
                    <a:pt x="9" y="9"/>
                    <a:pt x="5" y="15"/>
                  </a:cubicBezTo>
                  <a:cubicBezTo>
                    <a:pt x="0" y="23"/>
                    <a:pt x="3" y="35"/>
                    <a:pt x="6" y="42"/>
                  </a:cubicBezTo>
                </a:path>
              </a:pathLst>
            </a:custGeom>
            <a:noFill/>
            <a:ln w="12700" cap="flat">
              <a:solidFill>
                <a:srgbClr val="6823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1" name="Freeform 401">
              <a:extLst>
                <a:ext uri="{FF2B5EF4-FFF2-40B4-BE49-F238E27FC236}">
                  <a16:creationId xmlns:a16="http://schemas.microsoft.com/office/drawing/2014/main" id="{44981BB4-8788-451C-877A-ED9851001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3128"/>
              <a:ext cx="49" cy="57"/>
            </a:xfrm>
            <a:custGeom>
              <a:avLst/>
              <a:gdLst>
                <a:gd name="T0" fmla="*/ 157 w 25"/>
                <a:gd name="T1" fmla="*/ 0 h 29"/>
                <a:gd name="T2" fmla="*/ 157 w 25"/>
                <a:gd name="T3" fmla="*/ 143 h 29"/>
                <a:gd name="T4" fmla="*/ 0 w 25"/>
                <a:gd name="T5" fmla="*/ 21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21" y="0"/>
                  </a:moveTo>
                  <a:cubicBezTo>
                    <a:pt x="25" y="5"/>
                    <a:pt x="25" y="14"/>
                    <a:pt x="21" y="19"/>
                  </a:cubicBezTo>
                  <a:cubicBezTo>
                    <a:pt x="15" y="29"/>
                    <a:pt x="8" y="23"/>
                    <a:pt x="0" y="28"/>
                  </a:cubicBezTo>
                </a:path>
              </a:pathLst>
            </a:custGeom>
            <a:noFill/>
            <a:ln w="12700" cap="flat">
              <a:solidFill>
                <a:srgbClr val="6823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2" name="Freeform 402">
              <a:extLst>
                <a:ext uri="{FF2B5EF4-FFF2-40B4-BE49-F238E27FC236}">
                  <a16:creationId xmlns:a16="http://schemas.microsoft.com/office/drawing/2014/main" id="{FE8B9002-590F-4F62-B47B-4F1C23896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3035"/>
              <a:ext cx="58" cy="20"/>
            </a:xfrm>
            <a:custGeom>
              <a:avLst/>
              <a:gdLst>
                <a:gd name="T0" fmla="*/ 232 w 29"/>
                <a:gd name="T1" fmla="*/ 80 h 10"/>
                <a:gd name="T2" fmla="*/ 128 w 29"/>
                <a:gd name="T3" fmla="*/ 8 h 10"/>
                <a:gd name="T4" fmla="*/ 0 w 29"/>
                <a:gd name="T5" fmla="*/ 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29" y="10"/>
                  </a:moveTo>
                  <a:cubicBezTo>
                    <a:pt x="24" y="8"/>
                    <a:pt x="23" y="2"/>
                    <a:pt x="16" y="1"/>
                  </a:cubicBezTo>
                  <a:cubicBezTo>
                    <a:pt x="10" y="0"/>
                    <a:pt x="1" y="1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6823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3" name="Freeform 403">
              <a:extLst>
                <a:ext uri="{FF2B5EF4-FFF2-40B4-BE49-F238E27FC236}">
                  <a16:creationId xmlns:a16="http://schemas.microsoft.com/office/drawing/2014/main" id="{D40B2BBF-2F71-4882-B82C-211606DBD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3080"/>
              <a:ext cx="66" cy="36"/>
            </a:xfrm>
            <a:custGeom>
              <a:avLst/>
              <a:gdLst>
                <a:gd name="T0" fmla="*/ 264 w 33"/>
                <a:gd name="T1" fmla="*/ 144 h 18"/>
                <a:gd name="T2" fmla="*/ 0 w 3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33" y="18"/>
                  </a:moveTo>
                  <a:cubicBezTo>
                    <a:pt x="28" y="10"/>
                    <a:pt x="10" y="0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6823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4" name="Freeform 404">
              <a:extLst>
                <a:ext uri="{FF2B5EF4-FFF2-40B4-BE49-F238E27FC236}">
                  <a16:creationId xmlns:a16="http://schemas.microsoft.com/office/drawing/2014/main" id="{FE3FAA57-5C9E-4E03-80C9-13D52E2A9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342"/>
              <a:ext cx="65" cy="28"/>
            </a:xfrm>
            <a:custGeom>
              <a:avLst/>
              <a:gdLst>
                <a:gd name="T0" fmla="*/ 0 w 33"/>
                <a:gd name="T1" fmla="*/ 112 h 14"/>
                <a:gd name="T2" fmla="*/ 152 w 33"/>
                <a:gd name="T3" fmla="*/ 8 h 14"/>
                <a:gd name="T4" fmla="*/ 252 w 33"/>
                <a:gd name="T5" fmla="*/ 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14"/>
                  </a:moveTo>
                  <a:cubicBezTo>
                    <a:pt x="5" y="8"/>
                    <a:pt x="12" y="1"/>
                    <a:pt x="20" y="1"/>
                  </a:cubicBezTo>
                  <a:cubicBezTo>
                    <a:pt x="23" y="0"/>
                    <a:pt x="31" y="2"/>
                    <a:pt x="33" y="6"/>
                  </a:cubicBezTo>
                </a:path>
              </a:pathLst>
            </a:custGeom>
            <a:noFill/>
            <a:ln w="12700" cap="flat">
              <a:solidFill>
                <a:srgbClr val="6823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5" name="Freeform 405">
              <a:extLst>
                <a:ext uri="{FF2B5EF4-FFF2-40B4-BE49-F238E27FC236}">
                  <a16:creationId xmlns:a16="http://schemas.microsoft.com/office/drawing/2014/main" id="{EE23ACE0-4FCD-4568-ABE3-D4CFC7439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049"/>
              <a:ext cx="33" cy="69"/>
            </a:xfrm>
            <a:custGeom>
              <a:avLst/>
              <a:gdLst>
                <a:gd name="T0" fmla="*/ 0 w 17"/>
                <a:gd name="T1" fmla="*/ 0 h 35"/>
                <a:gd name="T2" fmla="*/ 0 w 17"/>
                <a:gd name="T3" fmla="*/ 2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5">
                  <a:moveTo>
                    <a:pt x="0" y="0"/>
                  </a:moveTo>
                  <a:cubicBezTo>
                    <a:pt x="17" y="0"/>
                    <a:pt x="9" y="35"/>
                    <a:pt x="0" y="30"/>
                  </a:cubicBezTo>
                </a:path>
              </a:pathLst>
            </a:custGeom>
            <a:noFill/>
            <a:ln w="12700" cap="flat">
              <a:solidFill>
                <a:srgbClr val="6823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6" name="Freeform 406">
              <a:extLst>
                <a:ext uri="{FF2B5EF4-FFF2-40B4-BE49-F238E27FC236}">
                  <a16:creationId xmlns:a16="http://schemas.microsoft.com/office/drawing/2014/main" id="{EA1CD890-CAF1-4BD3-A70F-2ABBD627F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144"/>
              <a:ext cx="77" cy="55"/>
            </a:xfrm>
            <a:custGeom>
              <a:avLst/>
              <a:gdLst>
                <a:gd name="T0" fmla="*/ 300 w 39"/>
                <a:gd name="T1" fmla="*/ 69 h 28"/>
                <a:gd name="T2" fmla="*/ 132 w 39"/>
                <a:gd name="T3" fmla="*/ 31 h 28"/>
                <a:gd name="T4" fmla="*/ 0 w 39"/>
                <a:gd name="T5" fmla="*/ 21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8">
                  <a:moveTo>
                    <a:pt x="39" y="9"/>
                  </a:moveTo>
                  <a:cubicBezTo>
                    <a:pt x="37" y="0"/>
                    <a:pt x="23" y="2"/>
                    <a:pt x="17" y="4"/>
                  </a:cubicBezTo>
                  <a:cubicBezTo>
                    <a:pt x="2" y="8"/>
                    <a:pt x="5" y="17"/>
                    <a:pt x="0" y="28"/>
                  </a:cubicBezTo>
                </a:path>
              </a:pathLst>
            </a:custGeom>
            <a:noFill/>
            <a:ln w="12700" cap="flat">
              <a:solidFill>
                <a:srgbClr val="6823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7" name="Freeform 407">
              <a:extLst>
                <a:ext uri="{FF2B5EF4-FFF2-40B4-BE49-F238E27FC236}">
                  <a16:creationId xmlns:a16="http://schemas.microsoft.com/office/drawing/2014/main" id="{7FE3C5FF-A7EF-43DC-BD41-B04CE4654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076"/>
              <a:ext cx="27" cy="36"/>
            </a:xfrm>
            <a:custGeom>
              <a:avLst/>
              <a:gdLst>
                <a:gd name="T0" fmla="*/ 8 w 14"/>
                <a:gd name="T1" fmla="*/ 24 h 18"/>
                <a:gd name="T2" fmla="*/ 56 w 14"/>
                <a:gd name="T3" fmla="*/ 136 h 18"/>
                <a:gd name="T4" fmla="*/ 93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" y="3"/>
                  </a:moveTo>
                  <a:cubicBezTo>
                    <a:pt x="0" y="7"/>
                    <a:pt x="1" y="18"/>
                    <a:pt x="8" y="17"/>
                  </a:cubicBezTo>
                  <a:cubicBezTo>
                    <a:pt x="13" y="16"/>
                    <a:pt x="14" y="3"/>
                    <a:pt x="13" y="0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8" name="Freeform 408">
              <a:extLst>
                <a:ext uri="{FF2B5EF4-FFF2-40B4-BE49-F238E27FC236}">
                  <a16:creationId xmlns:a16="http://schemas.microsoft.com/office/drawing/2014/main" id="{5A3A99B1-16C3-4A40-AFA4-6C70D2645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918"/>
              <a:ext cx="18" cy="30"/>
            </a:xfrm>
            <a:custGeom>
              <a:avLst/>
              <a:gdLst>
                <a:gd name="T0" fmla="*/ 0 w 9"/>
                <a:gd name="T1" fmla="*/ 0 h 15"/>
                <a:gd name="T2" fmla="*/ 72 w 9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4" y="4"/>
                    <a:pt x="8" y="9"/>
                    <a:pt x="9" y="15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9" name="Freeform 409">
              <a:extLst>
                <a:ext uri="{FF2B5EF4-FFF2-40B4-BE49-F238E27FC236}">
                  <a16:creationId xmlns:a16="http://schemas.microsoft.com/office/drawing/2014/main" id="{A4298278-495B-4D48-A60D-F8FB28335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902"/>
              <a:ext cx="15" cy="28"/>
            </a:xfrm>
            <a:custGeom>
              <a:avLst/>
              <a:gdLst>
                <a:gd name="T0" fmla="*/ 53 w 8"/>
                <a:gd name="T1" fmla="*/ 24 h 14"/>
                <a:gd name="T2" fmla="*/ 53 w 8"/>
                <a:gd name="T3" fmla="*/ 0 h 14"/>
                <a:gd name="T4" fmla="*/ 0 w 8"/>
                <a:gd name="T5" fmla="*/ 1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3"/>
                  </a:moveTo>
                  <a:cubicBezTo>
                    <a:pt x="8" y="2"/>
                    <a:pt x="8" y="1"/>
                    <a:pt x="8" y="0"/>
                  </a:cubicBezTo>
                  <a:cubicBezTo>
                    <a:pt x="5" y="4"/>
                    <a:pt x="3" y="10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Freeform 410">
              <a:extLst>
                <a:ext uri="{FF2B5EF4-FFF2-40B4-BE49-F238E27FC236}">
                  <a16:creationId xmlns:a16="http://schemas.microsoft.com/office/drawing/2014/main" id="{68C67FA9-E963-4A0B-87D6-D0D09D94E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983"/>
              <a:ext cx="26" cy="34"/>
            </a:xfrm>
            <a:custGeom>
              <a:avLst/>
              <a:gdLst>
                <a:gd name="T0" fmla="*/ 0 w 13"/>
                <a:gd name="T1" fmla="*/ 0 h 17"/>
                <a:gd name="T2" fmla="*/ 104 w 13"/>
                <a:gd name="T3" fmla="*/ 64 h 17"/>
                <a:gd name="T4" fmla="*/ 16 w 13"/>
                <a:gd name="T5" fmla="*/ 1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5" y="1"/>
                    <a:pt x="9" y="4"/>
                    <a:pt x="13" y="8"/>
                  </a:cubicBezTo>
                  <a:cubicBezTo>
                    <a:pt x="9" y="10"/>
                    <a:pt x="5" y="14"/>
                    <a:pt x="2" y="17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1" name="Freeform 411">
              <a:extLst>
                <a:ext uri="{FF2B5EF4-FFF2-40B4-BE49-F238E27FC236}">
                  <a16:creationId xmlns:a16="http://schemas.microsoft.com/office/drawing/2014/main" id="{F30906BD-6D74-4D33-876C-B06D97E1E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025"/>
              <a:ext cx="7" cy="36"/>
            </a:xfrm>
            <a:custGeom>
              <a:avLst/>
              <a:gdLst>
                <a:gd name="T0" fmla="*/ 21 w 4"/>
                <a:gd name="T1" fmla="*/ 144 h 18"/>
                <a:gd name="T2" fmla="*/ 0 w 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18"/>
                  </a:moveTo>
                  <a:cubicBezTo>
                    <a:pt x="3" y="12"/>
                    <a:pt x="1" y="6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2" name="Freeform 412">
              <a:extLst>
                <a:ext uri="{FF2B5EF4-FFF2-40B4-BE49-F238E27FC236}">
                  <a16:creationId xmlns:a16="http://schemas.microsoft.com/office/drawing/2014/main" id="{E2421FBD-BF47-43EE-A14B-485F3FC36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71"/>
              <a:ext cx="39" cy="28"/>
            </a:xfrm>
            <a:custGeom>
              <a:avLst/>
              <a:gdLst>
                <a:gd name="T0" fmla="*/ 53 w 20"/>
                <a:gd name="T1" fmla="*/ 112 h 14"/>
                <a:gd name="T2" fmla="*/ 133 w 20"/>
                <a:gd name="T3" fmla="*/ 32 h 14"/>
                <a:gd name="T4" fmla="*/ 0 w 20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7" y="14"/>
                  </a:moveTo>
                  <a:cubicBezTo>
                    <a:pt x="9" y="12"/>
                    <a:pt x="20" y="8"/>
                    <a:pt x="18" y="4"/>
                  </a:cubicBezTo>
                  <a:cubicBezTo>
                    <a:pt x="15" y="0"/>
                    <a:pt x="2" y="7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Freeform 413">
              <a:extLst>
                <a:ext uri="{FF2B5EF4-FFF2-40B4-BE49-F238E27FC236}">
                  <a16:creationId xmlns:a16="http://schemas.microsoft.com/office/drawing/2014/main" id="{8A03DB23-64E7-4B62-BB64-669FCB60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047"/>
              <a:ext cx="20" cy="16"/>
            </a:xfrm>
            <a:custGeom>
              <a:avLst/>
              <a:gdLst>
                <a:gd name="T0" fmla="*/ 0 w 10"/>
                <a:gd name="T1" fmla="*/ 64 h 8"/>
                <a:gd name="T2" fmla="*/ 80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5"/>
                    <a:pt x="7" y="2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4" name="Freeform 414">
              <a:extLst>
                <a:ext uri="{FF2B5EF4-FFF2-40B4-BE49-F238E27FC236}">
                  <a16:creationId xmlns:a16="http://schemas.microsoft.com/office/drawing/2014/main" id="{D185569C-48D0-41AD-A3E8-688580BEA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191"/>
              <a:ext cx="14" cy="36"/>
            </a:xfrm>
            <a:custGeom>
              <a:avLst/>
              <a:gdLst>
                <a:gd name="T0" fmla="*/ 0 w 7"/>
                <a:gd name="T1" fmla="*/ 0 h 18"/>
                <a:gd name="T2" fmla="*/ 56 w 7"/>
                <a:gd name="T3" fmla="*/ 14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2" y="6"/>
                    <a:pt x="5" y="12"/>
                    <a:pt x="7" y="18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5" name="Freeform 415">
              <a:extLst>
                <a:ext uri="{FF2B5EF4-FFF2-40B4-BE49-F238E27FC236}">
                  <a16:creationId xmlns:a16="http://schemas.microsoft.com/office/drawing/2014/main" id="{DDE11649-1239-48EE-A6F1-8C72FCAAA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195"/>
              <a:ext cx="18" cy="24"/>
            </a:xfrm>
            <a:custGeom>
              <a:avLst/>
              <a:gdLst>
                <a:gd name="T0" fmla="*/ 0 w 9"/>
                <a:gd name="T1" fmla="*/ 0 h 12"/>
                <a:gd name="T2" fmla="*/ 72 w 9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3" y="4"/>
                    <a:pt x="7" y="7"/>
                    <a:pt x="9" y="12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6" name="Freeform 416">
              <a:extLst>
                <a:ext uri="{FF2B5EF4-FFF2-40B4-BE49-F238E27FC236}">
                  <a16:creationId xmlns:a16="http://schemas.microsoft.com/office/drawing/2014/main" id="{FC6D0FE0-BAD5-4D9B-B4F9-DF249B162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3261"/>
              <a:ext cx="28" cy="33"/>
            </a:xfrm>
            <a:custGeom>
              <a:avLst/>
              <a:gdLst>
                <a:gd name="T0" fmla="*/ 24 w 14"/>
                <a:gd name="T1" fmla="*/ 0 h 17"/>
                <a:gd name="T2" fmla="*/ 24 w 14"/>
                <a:gd name="T3" fmla="*/ 124 h 17"/>
                <a:gd name="T4" fmla="*/ 112 w 14"/>
                <a:gd name="T5" fmla="*/ 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3" y="0"/>
                  </a:moveTo>
                  <a:cubicBezTo>
                    <a:pt x="4" y="5"/>
                    <a:pt x="0" y="13"/>
                    <a:pt x="3" y="17"/>
                  </a:cubicBezTo>
                  <a:cubicBezTo>
                    <a:pt x="8" y="16"/>
                    <a:pt x="11" y="5"/>
                    <a:pt x="14" y="2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7" name="Freeform 417">
              <a:extLst>
                <a:ext uri="{FF2B5EF4-FFF2-40B4-BE49-F238E27FC236}">
                  <a16:creationId xmlns:a16="http://schemas.microsoft.com/office/drawing/2014/main" id="{B1FB235A-2AA4-4110-9907-7DEC72259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173"/>
              <a:ext cx="24" cy="16"/>
            </a:xfrm>
            <a:custGeom>
              <a:avLst/>
              <a:gdLst>
                <a:gd name="T0" fmla="*/ 0 w 12"/>
                <a:gd name="T1" fmla="*/ 0 h 8"/>
                <a:gd name="T2" fmla="*/ 96 w 1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3"/>
                    <a:pt x="8" y="5"/>
                    <a:pt x="12" y="8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8" name="Freeform 418">
              <a:extLst>
                <a:ext uri="{FF2B5EF4-FFF2-40B4-BE49-F238E27FC236}">
                  <a16:creationId xmlns:a16="http://schemas.microsoft.com/office/drawing/2014/main" id="{E4F2E46E-DAC1-422B-93F0-E64E5247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134"/>
              <a:ext cx="4" cy="32"/>
            </a:xfrm>
            <a:custGeom>
              <a:avLst/>
              <a:gdLst>
                <a:gd name="T0" fmla="*/ 16 w 2"/>
                <a:gd name="T1" fmla="*/ 0 h 16"/>
                <a:gd name="T2" fmla="*/ 0 w 2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2" y="0"/>
                  </a:moveTo>
                  <a:cubicBezTo>
                    <a:pt x="1" y="6"/>
                    <a:pt x="0" y="11"/>
                    <a:pt x="0" y="16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9" name="Freeform 419">
              <a:extLst>
                <a:ext uri="{FF2B5EF4-FFF2-40B4-BE49-F238E27FC236}">
                  <a16:creationId xmlns:a16="http://schemas.microsoft.com/office/drawing/2014/main" id="{91D7ECED-C887-4F00-A750-D6A278FB2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027"/>
              <a:ext cx="6" cy="26"/>
            </a:xfrm>
            <a:custGeom>
              <a:avLst/>
              <a:gdLst>
                <a:gd name="T0" fmla="*/ 0 w 3"/>
                <a:gd name="T1" fmla="*/ 0 h 13"/>
                <a:gd name="T2" fmla="*/ 24 w 3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1" y="4"/>
                    <a:pt x="2" y="9"/>
                    <a:pt x="3" y="13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0" name="Freeform 420">
              <a:extLst>
                <a:ext uri="{FF2B5EF4-FFF2-40B4-BE49-F238E27FC236}">
                  <a16:creationId xmlns:a16="http://schemas.microsoft.com/office/drawing/2014/main" id="{A54CC8EC-0C58-48CF-B5E7-8FC2ADB71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074"/>
              <a:ext cx="36" cy="34"/>
            </a:xfrm>
            <a:custGeom>
              <a:avLst/>
              <a:gdLst>
                <a:gd name="T0" fmla="*/ 144 w 18"/>
                <a:gd name="T1" fmla="*/ 48 h 17"/>
                <a:gd name="T2" fmla="*/ 136 w 1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18" y="6"/>
                  </a:moveTo>
                  <a:cubicBezTo>
                    <a:pt x="0" y="17"/>
                    <a:pt x="7" y="0"/>
                    <a:pt x="17" y="0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1" name="Freeform 421">
              <a:extLst>
                <a:ext uri="{FF2B5EF4-FFF2-40B4-BE49-F238E27FC236}">
                  <a16:creationId xmlns:a16="http://schemas.microsoft.com/office/drawing/2014/main" id="{074E44E1-E293-47E8-85C4-D31612821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332"/>
              <a:ext cx="30" cy="28"/>
            </a:xfrm>
            <a:custGeom>
              <a:avLst/>
              <a:gdLst>
                <a:gd name="T0" fmla="*/ 32 w 15"/>
                <a:gd name="T1" fmla="*/ 0 h 14"/>
                <a:gd name="T2" fmla="*/ 56 w 15"/>
                <a:gd name="T3" fmla="*/ 104 h 14"/>
                <a:gd name="T4" fmla="*/ 120 w 1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4" y="0"/>
                  </a:moveTo>
                  <a:cubicBezTo>
                    <a:pt x="2" y="3"/>
                    <a:pt x="0" y="14"/>
                    <a:pt x="7" y="13"/>
                  </a:cubicBezTo>
                  <a:cubicBezTo>
                    <a:pt x="10" y="12"/>
                    <a:pt x="14" y="3"/>
                    <a:pt x="15" y="1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2" name="Freeform 422">
              <a:extLst>
                <a:ext uri="{FF2B5EF4-FFF2-40B4-BE49-F238E27FC236}">
                  <a16:creationId xmlns:a16="http://schemas.microsoft.com/office/drawing/2014/main" id="{31E45D10-5912-4DAC-BB25-A4F46BC0B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346"/>
              <a:ext cx="37" cy="35"/>
            </a:xfrm>
            <a:custGeom>
              <a:avLst/>
              <a:gdLst>
                <a:gd name="T0" fmla="*/ 140 w 19"/>
                <a:gd name="T1" fmla="*/ 103 h 18"/>
                <a:gd name="T2" fmla="*/ 53 w 19"/>
                <a:gd name="T3" fmla="*/ 23 h 18"/>
                <a:gd name="T4" fmla="*/ 88 w 19"/>
                <a:gd name="T5" fmla="*/ 1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14"/>
                  </a:moveTo>
                  <a:cubicBezTo>
                    <a:pt x="16" y="11"/>
                    <a:pt x="13" y="0"/>
                    <a:pt x="7" y="3"/>
                  </a:cubicBezTo>
                  <a:cubicBezTo>
                    <a:pt x="0" y="6"/>
                    <a:pt x="8" y="18"/>
                    <a:pt x="12" y="18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3" name="Freeform 423">
              <a:extLst>
                <a:ext uri="{FF2B5EF4-FFF2-40B4-BE49-F238E27FC236}">
                  <a16:creationId xmlns:a16="http://schemas.microsoft.com/office/drawing/2014/main" id="{DA9F8069-7D17-4D1F-9ECE-B2C5856AB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389"/>
              <a:ext cx="23" cy="6"/>
            </a:xfrm>
            <a:custGeom>
              <a:avLst/>
              <a:gdLst>
                <a:gd name="T0" fmla="*/ 0 w 12"/>
                <a:gd name="T1" fmla="*/ 16 h 3"/>
                <a:gd name="T2" fmla="*/ 84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2"/>
                  </a:moveTo>
                  <a:cubicBezTo>
                    <a:pt x="3" y="2"/>
                    <a:pt x="10" y="3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Freeform 424">
              <a:extLst>
                <a:ext uri="{FF2B5EF4-FFF2-40B4-BE49-F238E27FC236}">
                  <a16:creationId xmlns:a16="http://schemas.microsoft.com/office/drawing/2014/main" id="{CCB99893-9358-4DBB-A7A0-2F9EF1D4F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391"/>
              <a:ext cx="8" cy="28"/>
            </a:xfrm>
            <a:custGeom>
              <a:avLst/>
              <a:gdLst>
                <a:gd name="T0" fmla="*/ 32 w 4"/>
                <a:gd name="T1" fmla="*/ 0 h 14"/>
                <a:gd name="T2" fmla="*/ 0 w 4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4" y="4"/>
                    <a:pt x="2" y="9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5" name="Freeform 425">
              <a:extLst>
                <a:ext uri="{FF2B5EF4-FFF2-40B4-BE49-F238E27FC236}">
                  <a16:creationId xmlns:a16="http://schemas.microsoft.com/office/drawing/2014/main" id="{D6F31222-9AA5-4320-B106-DACF05ECE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423"/>
              <a:ext cx="24" cy="2"/>
            </a:xfrm>
            <a:custGeom>
              <a:avLst/>
              <a:gdLst>
                <a:gd name="T0" fmla="*/ 0 w 12"/>
                <a:gd name="T1" fmla="*/ 0 h 1"/>
                <a:gd name="T2" fmla="*/ 96 w 1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1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6" name="Freeform 426">
              <a:extLst>
                <a:ext uri="{FF2B5EF4-FFF2-40B4-BE49-F238E27FC236}">
                  <a16:creationId xmlns:a16="http://schemas.microsoft.com/office/drawing/2014/main" id="{D4305217-276A-4B9C-B822-E59C52D32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086"/>
              <a:ext cx="24" cy="30"/>
            </a:xfrm>
            <a:custGeom>
              <a:avLst/>
              <a:gdLst>
                <a:gd name="T0" fmla="*/ 0 w 12"/>
                <a:gd name="T1" fmla="*/ 0 h 15"/>
                <a:gd name="T2" fmla="*/ 96 w 12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5" y="4"/>
                    <a:pt x="7" y="11"/>
                    <a:pt x="12" y="15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7" name="Freeform 427">
              <a:extLst>
                <a:ext uri="{FF2B5EF4-FFF2-40B4-BE49-F238E27FC236}">
                  <a16:creationId xmlns:a16="http://schemas.microsoft.com/office/drawing/2014/main" id="{D7D9DEC8-FBA5-40EB-B6D3-1ED7B6BEF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251"/>
              <a:ext cx="12" cy="24"/>
            </a:xfrm>
            <a:custGeom>
              <a:avLst/>
              <a:gdLst>
                <a:gd name="T0" fmla="*/ 8 w 6"/>
                <a:gd name="T1" fmla="*/ 24 h 12"/>
                <a:gd name="T2" fmla="*/ 0 w 6"/>
                <a:gd name="T3" fmla="*/ 0 h 12"/>
                <a:gd name="T4" fmla="*/ 48 w 6"/>
                <a:gd name="T5" fmla="*/ 9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4"/>
                    <a:pt x="4" y="8"/>
                    <a:pt x="6" y="12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8" name="Freeform 428">
              <a:extLst>
                <a:ext uri="{FF2B5EF4-FFF2-40B4-BE49-F238E27FC236}">
                  <a16:creationId xmlns:a16="http://schemas.microsoft.com/office/drawing/2014/main" id="{A1C1E25B-4A6B-4A8F-AA3C-79DD4012A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263"/>
              <a:ext cx="18" cy="27"/>
            </a:xfrm>
            <a:custGeom>
              <a:avLst/>
              <a:gdLst>
                <a:gd name="T0" fmla="*/ 0 w 9"/>
                <a:gd name="T1" fmla="*/ 37 h 14"/>
                <a:gd name="T2" fmla="*/ 64 w 9"/>
                <a:gd name="T3" fmla="*/ 8 h 14"/>
                <a:gd name="T4" fmla="*/ 24 w 9"/>
                <a:gd name="T5" fmla="*/ 10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5"/>
                  </a:moveTo>
                  <a:cubicBezTo>
                    <a:pt x="1" y="2"/>
                    <a:pt x="5" y="0"/>
                    <a:pt x="8" y="1"/>
                  </a:cubicBezTo>
                  <a:cubicBezTo>
                    <a:pt x="9" y="5"/>
                    <a:pt x="6" y="11"/>
                    <a:pt x="3" y="14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9" name="Freeform 429">
              <a:extLst>
                <a:ext uri="{FF2B5EF4-FFF2-40B4-BE49-F238E27FC236}">
                  <a16:creationId xmlns:a16="http://schemas.microsoft.com/office/drawing/2014/main" id="{524B5465-C685-412C-881F-015B5F19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078"/>
              <a:ext cx="12" cy="24"/>
            </a:xfrm>
            <a:custGeom>
              <a:avLst/>
              <a:gdLst>
                <a:gd name="T0" fmla="*/ 48 w 6"/>
                <a:gd name="T1" fmla="*/ 0 h 12"/>
                <a:gd name="T2" fmla="*/ 0 w 6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2" y="0"/>
                    <a:pt x="2" y="9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0" name="Freeform 430">
              <a:extLst>
                <a:ext uri="{FF2B5EF4-FFF2-40B4-BE49-F238E27FC236}">
                  <a16:creationId xmlns:a16="http://schemas.microsoft.com/office/drawing/2014/main" id="{7348506C-FD3B-4778-8BFB-C434F17F3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110"/>
              <a:ext cx="32" cy="6"/>
            </a:xfrm>
            <a:custGeom>
              <a:avLst/>
              <a:gdLst>
                <a:gd name="T0" fmla="*/ 0 w 16"/>
                <a:gd name="T1" fmla="*/ 0 h 3"/>
                <a:gd name="T2" fmla="*/ 128 w 16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6" y="1"/>
                    <a:pt x="11" y="3"/>
                    <a:pt x="16" y="2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1" name="Freeform 431">
              <a:extLst>
                <a:ext uri="{FF2B5EF4-FFF2-40B4-BE49-F238E27FC236}">
                  <a16:creationId xmlns:a16="http://schemas.microsoft.com/office/drawing/2014/main" id="{FC89A448-4685-4B05-A88B-215C12654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3164"/>
              <a:ext cx="26" cy="15"/>
            </a:xfrm>
            <a:custGeom>
              <a:avLst/>
              <a:gdLst>
                <a:gd name="T0" fmla="*/ 0 w 13"/>
                <a:gd name="T1" fmla="*/ 0 h 8"/>
                <a:gd name="T2" fmla="*/ 104 w 13"/>
                <a:gd name="T3" fmla="*/ 4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2" y="5"/>
                    <a:pt x="8" y="8"/>
                    <a:pt x="13" y="7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2" name="Freeform 432">
              <a:extLst>
                <a:ext uri="{FF2B5EF4-FFF2-40B4-BE49-F238E27FC236}">
                  <a16:creationId xmlns:a16="http://schemas.microsoft.com/office/drawing/2014/main" id="{D4A0349B-8CC1-40B1-BEA4-45CDC9D10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888"/>
              <a:ext cx="28" cy="32"/>
            </a:xfrm>
            <a:custGeom>
              <a:avLst/>
              <a:gdLst>
                <a:gd name="T0" fmla="*/ 0 w 14"/>
                <a:gd name="T1" fmla="*/ 0 h 16"/>
                <a:gd name="T2" fmla="*/ 112 w 14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6" y="3"/>
                    <a:pt x="11" y="9"/>
                    <a:pt x="14" y="16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3" name="Freeform 433">
              <a:extLst>
                <a:ext uri="{FF2B5EF4-FFF2-40B4-BE49-F238E27FC236}">
                  <a16:creationId xmlns:a16="http://schemas.microsoft.com/office/drawing/2014/main" id="{A9D3AD14-EEF9-4211-8701-129CAD2F7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168"/>
              <a:ext cx="8" cy="25"/>
            </a:xfrm>
            <a:custGeom>
              <a:avLst/>
              <a:gdLst>
                <a:gd name="T0" fmla="*/ 0 w 4"/>
                <a:gd name="T1" fmla="*/ 0 h 13"/>
                <a:gd name="T2" fmla="*/ 32 w 4"/>
                <a:gd name="T3" fmla="*/ 9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0" y="5"/>
                    <a:pt x="2" y="10"/>
                    <a:pt x="4" y="13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4" name="Freeform 434">
              <a:extLst>
                <a:ext uri="{FF2B5EF4-FFF2-40B4-BE49-F238E27FC236}">
                  <a16:creationId xmlns:a16="http://schemas.microsoft.com/office/drawing/2014/main" id="{D27542EE-ED69-432C-8575-F3BDAA92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3132"/>
              <a:ext cx="34" cy="6"/>
            </a:xfrm>
            <a:custGeom>
              <a:avLst/>
              <a:gdLst>
                <a:gd name="T0" fmla="*/ 0 w 17"/>
                <a:gd name="T1" fmla="*/ 24 h 3"/>
                <a:gd name="T2" fmla="*/ 136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6" y="2"/>
                    <a:pt x="11" y="0"/>
                    <a:pt x="17" y="0"/>
                  </a:cubicBezTo>
                </a:path>
              </a:pathLst>
            </a:custGeom>
            <a:noFill/>
            <a:ln w="12700" cap="flat">
              <a:solidFill>
                <a:srgbClr val="B24B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5" name="Freeform 435">
              <a:extLst>
                <a:ext uri="{FF2B5EF4-FFF2-40B4-BE49-F238E27FC236}">
                  <a16:creationId xmlns:a16="http://schemas.microsoft.com/office/drawing/2014/main" id="{B919A22D-A251-4F1E-8D66-4CC340CED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884"/>
              <a:ext cx="133" cy="123"/>
            </a:xfrm>
            <a:custGeom>
              <a:avLst/>
              <a:gdLst>
                <a:gd name="T0" fmla="*/ 157 w 67"/>
                <a:gd name="T1" fmla="*/ 24 h 62"/>
                <a:gd name="T2" fmla="*/ 32 w 67"/>
                <a:gd name="T3" fmla="*/ 125 h 62"/>
                <a:gd name="T4" fmla="*/ 48 w 67"/>
                <a:gd name="T5" fmla="*/ 351 h 62"/>
                <a:gd name="T6" fmla="*/ 212 w 67"/>
                <a:gd name="T7" fmla="*/ 476 h 62"/>
                <a:gd name="T8" fmla="*/ 351 w 67"/>
                <a:gd name="T9" fmla="*/ 452 h 62"/>
                <a:gd name="T10" fmla="*/ 453 w 67"/>
                <a:gd name="T11" fmla="*/ 460 h 62"/>
                <a:gd name="T12" fmla="*/ 492 w 67"/>
                <a:gd name="T13" fmla="*/ 351 h 62"/>
                <a:gd name="T14" fmla="*/ 429 w 67"/>
                <a:gd name="T15" fmla="*/ 256 h 62"/>
                <a:gd name="T16" fmla="*/ 375 w 67"/>
                <a:gd name="T17" fmla="*/ 141 h 62"/>
                <a:gd name="T18" fmla="*/ 141 w 67"/>
                <a:gd name="T19" fmla="*/ 4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62">
                  <a:moveTo>
                    <a:pt x="20" y="3"/>
                  </a:moveTo>
                  <a:cubicBezTo>
                    <a:pt x="14" y="2"/>
                    <a:pt x="6" y="10"/>
                    <a:pt x="4" y="16"/>
                  </a:cubicBezTo>
                  <a:cubicBezTo>
                    <a:pt x="0" y="24"/>
                    <a:pt x="2" y="37"/>
                    <a:pt x="6" y="45"/>
                  </a:cubicBezTo>
                  <a:cubicBezTo>
                    <a:pt x="10" y="55"/>
                    <a:pt x="16" y="62"/>
                    <a:pt x="27" y="61"/>
                  </a:cubicBezTo>
                  <a:cubicBezTo>
                    <a:pt x="33" y="60"/>
                    <a:pt x="39" y="58"/>
                    <a:pt x="45" y="58"/>
                  </a:cubicBezTo>
                  <a:cubicBezTo>
                    <a:pt x="50" y="57"/>
                    <a:pt x="53" y="59"/>
                    <a:pt x="58" y="59"/>
                  </a:cubicBezTo>
                  <a:cubicBezTo>
                    <a:pt x="67" y="61"/>
                    <a:pt x="67" y="52"/>
                    <a:pt x="63" y="45"/>
                  </a:cubicBezTo>
                  <a:cubicBezTo>
                    <a:pt x="61" y="41"/>
                    <a:pt x="57" y="38"/>
                    <a:pt x="55" y="33"/>
                  </a:cubicBezTo>
                  <a:cubicBezTo>
                    <a:pt x="52" y="28"/>
                    <a:pt x="51" y="23"/>
                    <a:pt x="48" y="18"/>
                  </a:cubicBezTo>
                  <a:cubicBezTo>
                    <a:pt x="43" y="10"/>
                    <a:pt x="28" y="0"/>
                    <a:pt x="18" y="5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6" name="Freeform 436">
              <a:extLst>
                <a:ext uri="{FF2B5EF4-FFF2-40B4-BE49-F238E27FC236}">
                  <a16:creationId xmlns:a16="http://schemas.microsoft.com/office/drawing/2014/main" id="{ADF630B6-E8FA-4385-8898-A50ABFEEA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922"/>
              <a:ext cx="198" cy="105"/>
            </a:xfrm>
            <a:custGeom>
              <a:avLst/>
              <a:gdLst>
                <a:gd name="T0" fmla="*/ 341 w 100"/>
                <a:gd name="T1" fmla="*/ 87 h 53"/>
                <a:gd name="T2" fmla="*/ 133 w 100"/>
                <a:gd name="T3" fmla="*/ 157 h 53"/>
                <a:gd name="T4" fmla="*/ 141 w 100"/>
                <a:gd name="T5" fmla="*/ 396 h 53"/>
                <a:gd name="T6" fmla="*/ 317 w 100"/>
                <a:gd name="T7" fmla="*/ 341 h 53"/>
                <a:gd name="T8" fmla="*/ 475 w 100"/>
                <a:gd name="T9" fmla="*/ 357 h 53"/>
                <a:gd name="T10" fmla="*/ 560 w 100"/>
                <a:gd name="T11" fmla="*/ 404 h 53"/>
                <a:gd name="T12" fmla="*/ 659 w 100"/>
                <a:gd name="T13" fmla="*/ 349 h 53"/>
                <a:gd name="T14" fmla="*/ 744 w 100"/>
                <a:gd name="T15" fmla="*/ 125 h 53"/>
                <a:gd name="T16" fmla="*/ 596 w 100"/>
                <a:gd name="T17" fmla="*/ 16 h 53"/>
                <a:gd name="T18" fmla="*/ 356 w 100"/>
                <a:gd name="T19" fmla="*/ 63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53">
                  <a:moveTo>
                    <a:pt x="44" y="11"/>
                  </a:moveTo>
                  <a:cubicBezTo>
                    <a:pt x="37" y="0"/>
                    <a:pt x="21" y="14"/>
                    <a:pt x="17" y="20"/>
                  </a:cubicBezTo>
                  <a:cubicBezTo>
                    <a:pt x="12" y="27"/>
                    <a:pt x="0" y="51"/>
                    <a:pt x="18" y="51"/>
                  </a:cubicBezTo>
                  <a:cubicBezTo>
                    <a:pt x="25" y="51"/>
                    <a:pt x="34" y="46"/>
                    <a:pt x="41" y="44"/>
                  </a:cubicBezTo>
                  <a:cubicBezTo>
                    <a:pt x="49" y="42"/>
                    <a:pt x="53" y="42"/>
                    <a:pt x="61" y="46"/>
                  </a:cubicBezTo>
                  <a:cubicBezTo>
                    <a:pt x="65" y="47"/>
                    <a:pt x="68" y="51"/>
                    <a:pt x="72" y="52"/>
                  </a:cubicBezTo>
                  <a:cubicBezTo>
                    <a:pt x="77" y="53"/>
                    <a:pt x="82" y="48"/>
                    <a:pt x="85" y="45"/>
                  </a:cubicBezTo>
                  <a:cubicBezTo>
                    <a:pt x="94" y="39"/>
                    <a:pt x="100" y="27"/>
                    <a:pt x="96" y="16"/>
                  </a:cubicBezTo>
                  <a:cubicBezTo>
                    <a:pt x="94" y="9"/>
                    <a:pt x="86" y="1"/>
                    <a:pt x="77" y="2"/>
                  </a:cubicBezTo>
                  <a:cubicBezTo>
                    <a:pt x="67" y="3"/>
                    <a:pt x="57" y="12"/>
                    <a:pt x="46" y="8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7" name="Freeform 437">
              <a:extLst>
                <a:ext uri="{FF2B5EF4-FFF2-40B4-BE49-F238E27FC236}">
                  <a16:creationId xmlns:a16="http://schemas.microsoft.com/office/drawing/2014/main" id="{577380FB-BFD8-4FB8-8CB1-A4E236BE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265"/>
              <a:ext cx="148" cy="81"/>
            </a:xfrm>
            <a:custGeom>
              <a:avLst/>
              <a:gdLst>
                <a:gd name="T0" fmla="*/ 460 w 75"/>
                <a:gd name="T1" fmla="*/ 63 h 41"/>
                <a:gd name="T2" fmla="*/ 339 w 75"/>
                <a:gd name="T3" fmla="*/ 24 h 41"/>
                <a:gd name="T4" fmla="*/ 199 w 75"/>
                <a:gd name="T5" fmla="*/ 140 h 41"/>
                <a:gd name="T6" fmla="*/ 63 w 75"/>
                <a:gd name="T7" fmla="*/ 215 h 41"/>
                <a:gd name="T8" fmla="*/ 168 w 75"/>
                <a:gd name="T9" fmla="*/ 261 h 41"/>
                <a:gd name="T10" fmla="*/ 253 w 75"/>
                <a:gd name="T11" fmla="*/ 245 h 41"/>
                <a:gd name="T12" fmla="*/ 332 w 75"/>
                <a:gd name="T13" fmla="*/ 277 h 41"/>
                <a:gd name="T14" fmla="*/ 491 w 75"/>
                <a:gd name="T15" fmla="*/ 200 h 41"/>
                <a:gd name="T16" fmla="*/ 560 w 75"/>
                <a:gd name="T17" fmla="*/ 156 h 41"/>
                <a:gd name="T18" fmla="*/ 491 w 75"/>
                <a:gd name="T19" fmla="*/ 47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41">
                  <a:moveTo>
                    <a:pt x="60" y="8"/>
                  </a:moveTo>
                  <a:cubicBezTo>
                    <a:pt x="58" y="1"/>
                    <a:pt x="50" y="0"/>
                    <a:pt x="44" y="3"/>
                  </a:cubicBezTo>
                  <a:cubicBezTo>
                    <a:pt x="37" y="6"/>
                    <a:pt x="34" y="15"/>
                    <a:pt x="26" y="18"/>
                  </a:cubicBezTo>
                  <a:cubicBezTo>
                    <a:pt x="19" y="21"/>
                    <a:pt x="12" y="22"/>
                    <a:pt x="8" y="28"/>
                  </a:cubicBezTo>
                  <a:cubicBezTo>
                    <a:pt x="0" y="41"/>
                    <a:pt x="16" y="35"/>
                    <a:pt x="22" y="34"/>
                  </a:cubicBezTo>
                  <a:cubicBezTo>
                    <a:pt x="26" y="33"/>
                    <a:pt x="30" y="32"/>
                    <a:pt x="33" y="32"/>
                  </a:cubicBezTo>
                  <a:cubicBezTo>
                    <a:pt x="37" y="33"/>
                    <a:pt x="39" y="35"/>
                    <a:pt x="43" y="36"/>
                  </a:cubicBezTo>
                  <a:cubicBezTo>
                    <a:pt x="52" y="37"/>
                    <a:pt x="56" y="28"/>
                    <a:pt x="64" y="26"/>
                  </a:cubicBezTo>
                  <a:cubicBezTo>
                    <a:pt x="69" y="26"/>
                    <a:pt x="75" y="28"/>
                    <a:pt x="73" y="20"/>
                  </a:cubicBezTo>
                  <a:cubicBezTo>
                    <a:pt x="73" y="16"/>
                    <a:pt x="68" y="8"/>
                    <a:pt x="64" y="6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8" name="Freeform 438">
              <a:extLst>
                <a:ext uri="{FF2B5EF4-FFF2-40B4-BE49-F238E27FC236}">
                  <a16:creationId xmlns:a16="http://schemas.microsoft.com/office/drawing/2014/main" id="{E57FD18B-10A9-4424-BC43-A365F4D7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364"/>
              <a:ext cx="114" cy="67"/>
            </a:xfrm>
            <a:custGeom>
              <a:avLst/>
              <a:gdLst>
                <a:gd name="T0" fmla="*/ 108 w 58"/>
                <a:gd name="T1" fmla="*/ 221 h 34"/>
                <a:gd name="T2" fmla="*/ 85 w 58"/>
                <a:gd name="T3" fmla="*/ 16 h 34"/>
                <a:gd name="T4" fmla="*/ 204 w 58"/>
                <a:gd name="T5" fmla="*/ 39 h 34"/>
                <a:gd name="T6" fmla="*/ 364 w 58"/>
                <a:gd name="T7" fmla="*/ 77 h 34"/>
                <a:gd name="T8" fmla="*/ 432 w 58"/>
                <a:gd name="T9" fmla="*/ 168 h 34"/>
                <a:gd name="T10" fmla="*/ 356 w 58"/>
                <a:gd name="T11" fmla="*/ 213 h 34"/>
                <a:gd name="T12" fmla="*/ 236 w 58"/>
                <a:gd name="T13" fmla="*/ 244 h 34"/>
                <a:gd name="T14" fmla="*/ 120 w 58"/>
                <a:gd name="T15" fmla="*/ 24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4">
                  <a:moveTo>
                    <a:pt x="14" y="29"/>
                  </a:moveTo>
                  <a:cubicBezTo>
                    <a:pt x="15" y="21"/>
                    <a:pt x="0" y="7"/>
                    <a:pt x="11" y="2"/>
                  </a:cubicBezTo>
                  <a:cubicBezTo>
                    <a:pt x="17" y="0"/>
                    <a:pt x="22" y="3"/>
                    <a:pt x="27" y="5"/>
                  </a:cubicBezTo>
                  <a:cubicBezTo>
                    <a:pt x="35" y="7"/>
                    <a:pt x="42" y="6"/>
                    <a:pt x="48" y="10"/>
                  </a:cubicBezTo>
                  <a:cubicBezTo>
                    <a:pt x="52" y="12"/>
                    <a:pt x="58" y="17"/>
                    <a:pt x="57" y="22"/>
                  </a:cubicBezTo>
                  <a:cubicBezTo>
                    <a:pt x="56" y="25"/>
                    <a:pt x="50" y="27"/>
                    <a:pt x="47" y="28"/>
                  </a:cubicBezTo>
                  <a:cubicBezTo>
                    <a:pt x="42" y="29"/>
                    <a:pt x="36" y="31"/>
                    <a:pt x="31" y="32"/>
                  </a:cubicBezTo>
                  <a:cubicBezTo>
                    <a:pt x="28" y="32"/>
                    <a:pt x="17" y="34"/>
                    <a:pt x="16" y="32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9" name="Freeform 439">
              <a:extLst>
                <a:ext uri="{FF2B5EF4-FFF2-40B4-BE49-F238E27FC236}">
                  <a16:creationId xmlns:a16="http://schemas.microsoft.com/office/drawing/2014/main" id="{DEDF8C7D-EEF1-4FA2-8779-03B6E14E3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374"/>
              <a:ext cx="99" cy="81"/>
            </a:xfrm>
            <a:custGeom>
              <a:avLst/>
              <a:gdLst>
                <a:gd name="T0" fmla="*/ 309 w 50"/>
                <a:gd name="T1" fmla="*/ 101 h 41"/>
                <a:gd name="T2" fmla="*/ 141 w 50"/>
                <a:gd name="T3" fmla="*/ 79 h 41"/>
                <a:gd name="T4" fmla="*/ 101 w 50"/>
                <a:gd name="T5" fmla="*/ 140 h 41"/>
                <a:gd name="T6" fmla="*/ 40 w 50"/>
                <a:gd name="T7" fmla="*/ 207 h 41"/>
                <a:gd name="T8" fmla="*/ 40 w 50"/>
                <a:gd name="T9" fmla="*/ 292 h 41"/>
                <a:gd name="T10" fmla="*/ 232 w 50"/>
                <a:gd name="T11" fmla="*/ 277 h 41"/>
                <a:gd name="T12" fmla="*/ 341 w 50"/>
                <a:gd name="T13" fmla="*/ 245 h 41"/>
                <a:gd name="T14" fmla="*/ 325 w 50"/>
                <a:gd name="T15" fmla="*/ 117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1">
                  <a:moveTo>
                    <a:pt x="40" y="13"/>
                  </a:moveTo>
                  <a:cubicBezTo>
                    <a:pt x="42" y="0"/>
                    <a:pt x="24" y="3"/>
                    <a:pt x="18" y="10"/>
                  </a:cubicBezTo>
                  <a:cubicBezTo>
                    <a:pt x="16" y="13"/>
                    <a:pt x="15" y="16"/>
                    <a:pt x="13" y="18"/>
                  </a:cubicBezTo>
                  <a:cubicBezTo>
                    <a:pt x="11" y="22"/>
                    <a:pt x="7" y="24"/>
                    <a:pt x="5" y="27"/>
                  </a:cubicBezTo>
                  <a:cubicBezTo>
                    <a:pt x="3" y="30"/>
                    <a:pt x="0" y="36"/>
                    <a:pt x="5" y="38"/>
                  </a:cubicBezTo>
                  <a:cubicBezTo>
                    <a:pt x="11" y="41"/>
                    <a:pt x="23" y="36"/>
                    <a:pt x="30" y="36"/>
                  </a:cubicBezTo>
                  <a:cubicBezTo>
                    <a:pt x="34" y="36"/>
                    <a:pt x="41" y="35"/>
                    <a:pt x="44" y="32"/>
                  </a:cubicBezTo>
                  <a:cubicBezTo>
                    <a:pt x="50" y="26"/>
                    <a:pt x="43" y="21"/>
                    <a:pt x="42" y="15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0" name="Freeform 440">
              <a:extLst>
                <a:ext uri="{FF2B5EF4-FFF2-40B4-BE49-F238E27FC236}">
                  <a16:creationId xmlns:a16="http://schemas.microsoft.com/office/drawing/2014/main" id="{43BA5401-56D2-4AC2-9246-72594BDBB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399"/>
              <a:ext cx="75" cy="42"/>
            </a:xfrm>
            <a:custGeom>
              <a:avLst/>
              <a:gdLst>
                <a:gd name="T0" fmla="*/ 292 w 38"/>
                <a:gd name="T1" fmla="*/ 72 h 21"/>
                <a:gd name="T2" fmla="*/ 140 w 38"/>
                <a:gd name="T3" fmla="*/ 0 h 21"/>
                <a:gd name="T4" fmla="*/ 0 w 38"/>
                <a:gd name="T5" fmla="*/ 104 h 21"/>
                <a:gd name="T6" fmla="*/ 176 w 38"/>
                <a:gd name="T7" fmla="*/ 152 h 21"/>
                <a:gd name="T8" fmla="*/ 261 w 38"/>
                <a:gd name="T9" fmla="*/ 10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1">
                  <a:moveTo>
                    <a:pt x="38" y="9"/>
                  </a:moveTo>
                  <a:cubicBezTo>
                    <a:pt x="30" y="5"/>
                    <a:pt x="27" y="0"/>
                    <a:pt x="18" y="0"/>
                  </a:cubicBezTo>
                  <a:cubicBezTo>
                    <a:pt x="12" y="1"/>
                    <a:pt x="0" y="5"/>
                    <a:pt x="0" y="13"/>
                  </a:cubicBezTo>
                  <a:cubicBezTo>
                    <a:pt x="1" y="21"/>
                    <a:pt x="18" y="20"/>
                    <a:pt x="23" y="19"/>
                  </a:cubicBezTo>
                  <a:cubicBezTo>
                    <a:pt x="30" y="19"/>
                    <a:pt x="29" y="16"/>
                    <a:pt x="34" y="13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1" name="Freeform 441">
              <a:extLst>
                <a:ext uri="{FF2B5EF4-FFF2-40B4-BE49-F238E27FC236}">
                  <a16:creationId xmlns:a16="http://schemas.microsoft.com/office/drawing/2014/main" id="{27A61B7F-1226-45EF-A754-AD14588F4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326"/>
              <a:ext cx="78" cy="99"/>
            </a:xfrm>
            <a:custGeom>
              <a:avLst/>
              <a:gdLst>
                <a:gd name="T0" fmla="*/ 264 w 39"/>
                <a:gd name="T1" fmla="*/ 8 h 50"/>
                <a:gd name="T2" fmla="*/ 152 w 39"/>
                <a:gd name="T3" fmla="*/ 16 h 50"/>
                <a:gd name="T4" fmla="*/ 16 w 39"/>
                <a:gd name="T5" fmla="*/ 125 h 50"/>
                <a:gd name="T6" fmla="*/ 96 w 39"/>
                <a:gd name="T7" fmla="*/ 200 h 50"/>
                <a:gd name="T8" fmla="*/ 144 w 39"/>
                <a:gd name="T9" fmla="*/ 325 h 50"/>
                <a:gd name="T10" fmla="*/ 208 w 39"/>
                <a:gd name="T11" fmla="*/ 356 h 50"/>
                <a:gd name="T12" fmla="*/ 248 w 39"/>
                <a:gd name="T13" fmla="*/ 208 h 50"/>
                <a:gd name="T14" fmla="*/ 312 w 39"/>
                <a:gd name="T15" fmla="*/ 133 h 50"/>
                <a:gd name="T16" fmla="*/ 288 w 39"/>
                <a:gd name="T17" fmla="*/ 24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50">
                  <a:moveTo>
                    <a:pt x="33" y="1"/>
                  </a:moveTo>
                  <a:cubicBezTo>
                    <a:pt x="28" y="1"/>
                    <a:pt x="23" y="0"/>
                    <a:pt x="19" y="2"/>
                  </a:cubicBezTo>
                  <a:cubicBezTo>
                    <a:pt x="14" y="4"/>
                    <a:pt x="4" y="11"/>
                    <a:pt x="2" y="16"/>
                  </a:cubicBezTo>
                  <a:cubicBezTo>
                    <a:pt x="0" y="22"/>
                    <a:pt x="8" y="22"/>
                    <a:pt x="12" y="26"/>
                  </a:cubicBezTo>
                  <a:cubicBezTo>
                    <a:pt x="17" y="31"/>
                    <a:pt x="16" y="36"/>
                    <a:pt x="18" y="42"/>
                  </a:cubicBezTo>
                  <a:cubicBezTo>
                    <a:pt x="19" y="47"/>
                    <a:pt x="23" y="50"/>
                    <a:pt x="26" y="46"/>
                  </a:cubicBezTo>
                  <a:cubicBezTo>
                    <a:pt x="29" y="41"/>
                    <a:pt x="27" y="33"/>
                    <a:pt x="31" y="27"/>
                  </a:cubicBezTo>
                  <a:cubicBezTo>
                    <a:pt x="34" y="23"/>
                    <a:pt x="38" y="22"/>
                    <a:pt x="39" y="17"/>
                  </a:cubicBezTo>
                  <a:cubicBezTo>
                    <a:pt x="39" y="13"/>
                    <a:pt x="39" y="6"/>
                    <a:pt x="36" y="3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2" name="Freeform 442">
              <a:extLst>
                <a:ext uri="{FF2B5EF4-FFF2-40B4-BE49-F238E27FC236}">
                  <a16:creationId xmlns:a16="http://schemas.microsoft.com/office/drawing/2014/main" id="{91C5D268-5B68-45FB-B503-04E2DBAE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205"/>
              <a:ext cx="115" cy="85"/>
            </a:xfrm>
            <a:custGeom>
              <a:avLst/>
              <a:gdLst>
                <a:gd name="T0" fmla="*/ 343 w 58"/>
                <a:gd name="T1" fmla="*/ 40 h 43"/>
                <a:gd name="T2" fmla="*/ 220 w 58"/>
                <a:gd name="T3" fmla="*/ 8 h 43"/>
                <a:gd name="T4" fmla="*/ 95 w 58"/>
                <a:gd name="T5" fmla="*/ 16 h 43"/>
                <a:gd name="T6" fmla="*/ 8 w 58"/>
                <a:gd name="T7" fmla="*/ 101 h 43"/>
                <a:gd name="T8" fmla="*/ 95 w 58"/>
                <a:gd name="T9" fmla="*/ 208 h 43"/>
                <a:gd name="T10" fmla="*/ 228 w 58"/>
                <a:gd name="T11" fmla="*/ 308 h 43"/>
                <a:gd name="T12" fmla="*/ 373 w 58"/>
                <a:gd name="T13" fmla="*/ 261 h 43"/>
                <a:gd name="T14" fmla="*/ 444 w 58"/>
                <a:gd name="T15" fmla="*/ 156 h 43"/>
                <a:gd name="T16" fmla="*/ 365 w 58"/>
                <a:gd name="T17" fmla="*/ 4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43">
                  <a:moveTo>
                    <a:pt x="44" y="5"/>
                  </a:moveTo>
                  <a:cubicBezTo>
                    <a:pt x="43" y="2"/>
                    <a:pt x="32" y="1"/>
                    <a:pt x="28" y="1"/>
                  </a:cubicBezTo>
                  <a:cubicBezTo>
                    <a:pt x="22" y="0"/>
                    <a:pt x="17" y="0"/>
                    <a:pt x="12" y="2"/>
                  </a:cubicBezTo>
                  <a:cubicBezTo>
                    <a:pt x="8" y="4"/>
                    <a:pt x="1" y="7"/>
                    <a:pt x="1" y="13"/>
                  </a:cubicBezTo>
                  <a:cubicBezTo>
                    <a:pt x="0" y="19"/>
                    <a:pt x="8" y="23"/>
                    <a:pt x="12" y="27"/>
                  </a:cubicBezTo>
                  <a:cubicBezTo>
                    <a:pt x="17" y="32"/>
                    <a:pt x="22" y="37"/>
                    <a:pt x="29" y="40"/>
                  </a:cubicBezTo>
                  <a:cubicBezTo>
                    <a:pt x="36" y="43"/>
                    <a:pt x="41" y="38"/>
                    <a:pt x="48" y="34"/>
                  </a:cubicBezTo>
                  <a:cubicBezTo>
                    <a:pt x="53" y="30"/>
                    <a:pt x="58" y="27"/>
                    <a:pt x="57" y="20"/>
                  </a:cubicBezTo>
                  <a:cubicBezTo>
                    <a:pt x="57" y="16"/>
                    <a:pt x="53" y="6"/>
                    <a:pt x="47" y="5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3" name="Freeform 443">
              <a:extLst>
                <a:ext uri="{FF2B5EF4-FFF2-40B4-BE49-F238E27FC236}">
                  <a16:creationId xmlns:a16="http://schemas.microsoft.com/office/drawing/2014/main" id="{1ADD7871-0E79-469F-BAB1-38A9F152E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148"/>
              <a:ext cx="127" cy="95"/>
            </a:xfrm>
            <a:custGeom>
              <a:avLst/>
              <a:gdLst>
                <a:gd name="T0" fmla="*/ 359 w 64"/>
                <a:gd name="T1" fmla="*/ 8 h 48"/>
                <a:gd name="T2" fmla="*/ 256 w 64"/>
                <a:gd name="T3" fmla="*/ 63 h 48"/>
                <a:gd name="T4" fmla="*/ 127 w 64"/>
                <a:gd name="T5" fmla="*/ 156 h 48"/>
                <a:gd name="T6" fmla="*/ 127 w 64"/>
                <a:gd name="T7" fmla="*/ 356 h 48"/>
                <a:gd name="T8" fmla="*/ 413 w 64"/>
                <a:gd name="T9" fmla="*/ 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8">
                  <a:moveTo>
                    <a:pt x="46" y="1"/>
                  </a:moveTo>
                  <a:cubicBezTo>
                    <a:pt x="40" y="0"/>
                    <a:pt x="36" y="5"/>
                    <a:pt x="33" y="8"/>
                  </a:cubicBezTo>
                  <a:cubicBezTo>
                    <a:pt x="27" y="13"/>
                    <a:pt x="22" y="16"/>
                    <a:pt x="16" y="20"/>
                  </a:cubicBezTo>
                  <a:cubicBezTo>
                    <a:pt x="6" y="26"/>
                    <a:pt x="0" y="44"/>
                    <a:pt x="16" y="46"/>
                  </a:cubicBezTo>
                  <a:cubicBezTo>
                    <a:pt x="37" y="48"/>
                    <a:pt x="64" y="21"/>
                    <a:pt x="53" y="1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4" name="Freeform 444">
              <a:extLst>
                <a:ext uri="{FF2B5EF4-FFF2-40B4-BE49-F238E27FC236}">
                  <a16:creationId xmlns:a16="http://schemas.microsoft.com/office/drawing/2014/main" id="{CF916EC9-6823-448A-B2B9-0CD160F43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866"/>
              <a:ext cx="97" cy="165"/>
            </a:xfrm>
            <a:custGeom>
              <a:avLst/>
              <a:gdLst>
                <a:gd name="T0" fmla="*/ 224 w 49"/>
                <a:gd name="T1" fmla="*/ 111 h 83"/>
                <a:gd name="T2" fmla="*/ 63 w 49"/>
                <a:gd name="T3" fmla="*/ 165 h 83"/>
                <a:gd name="T4" fmla="*/ 48 w 49"/>
                <a:gd name="T5" fmla="*/ 316 h 83"/>
                <a:gd name="T6" fmla="*/ 63 w 49"/>
                <a:gd name="T7" fmla="*/ 376 h 83"/>
                <a:gd name="T8" fmla="*/ 63 w 49"/>
                <a:gd name="T9" fmla="*/ 431 h 83"/>
                <a:gd name="T10" fmla="*/ 109 w 49"/>
                <a:gd name="T11" fmla="*/ 455 h 83"/>
                <a:gd name="T12" fmla="*/ 180 w 49"/>
                <a:gd name="T13" fmla="*/ 509 h 83"/>
                <a:gd name="T14" fmla="*/ 333 w 49"/>
                <a:gd name="T15" fmla="*/ 596 h 83"/>
                <a:gd name="T16" fmla="*/ 301 w 49"/>
                <a:gd name="T17" fmla="*/ 360 h 83"/>
                <a:gd name="T18" fmla="*/ 240 w 49"/>
                <a:gd name="T19" fmla="*/ 72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83">
                  <a:moveTo>
                    <a:pt x="29" y="14"/>
                  </a:moveTo>
                  <a:cubicBezTo>
                    <a:pt x="23" y="12"/>
                    <a:pt x="13" y="18"/>
                    <a:pt x="8" y="21"/>
                  </a:cubicBezTo>
                  <a:cubicBezTo>
                    <a:pt x="0" y="27"/>
                    <a:pt x="3" y="32"/>
                    <a:pt x="6" y="40"/>
                  </a:cubicBezTo>
                  <a:cubicBezTo>
                    <a:pt x="7" y="43"/>
                    <a:pt x="8" y="44"/>
                    <a:pt x="8" y="48"/>
                  </a:cubicBezTo>
                  <a:cubicBezTo>
                    <a:pt x="8" y="50"/>
                    <a:pt x="7" y="53"/>
                    <a:pt x="8" y="55"/>
                  </a:cubicBezTo>
                  <a:cubicBezTo>
                    <a:pt x="10" y="57"/>
                    <a:pt x="12" y="57"/>
                    <a:pt x="14" y="58"/>
                  </a:cubicBezTo>
                  <a:cubicBezTo>
                    <a:pt x="18" y="60"/>
                    <a:pt x="20" y="62"/>
                    <a:pt x="23" y="65"/>
                  </a:cubicBezTo>
                  <a:cubicBezTo>
                    <a:pt x="27" y="69"/>
                    <a:pt x="37" y="83"/>
                    <a:pt x="43" y="76"/>
                  </a:cubicBezTo>
                  <a:cubicBezTo>
                    <a:pt x="49" y="69"/>
                    <a:pt x="40" y="53"/>
                    <a:pt x="39" y="46"/>
                  </a:cubicBezTo>
                  <a:cubicBezTo>
                    <a:pt x="39" y="40"/>
                    <a:pt x="46" y="0"/>
                    <a:pt x="31" y="9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5" name="Freeform 445">
              <a:extLst>
                <a:ext uri="{FF2B5EF4-FFF2-40B4-BE49-F238E27FC236}">
                  <a16:creationId xmlns:a16="http://schemas.microsoft.com/office/drawing/2014/main" id="{397E0A46-C47F-4E52-A19E-5C26EC514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160"/>
              <a:ext cx="95" cy="61"/>
            </a:xfrm>
            <a:custGeom>
              <a:avLst/>
              <a:gdLst>
                <a:gd name="T0" fmla="*/ 263 w 48"/>
                <a:gd name="T1" fmla="*/ 77 h 31"/>
                <a:gd name="T2" fmla="*/ 109 w 48"/>
                <a:gd name="T3" fmla="*/ 8 h 31"/>
                <a:gd name="T4" fmla="*/ 55 w 48"/>
                <a:gd name="T5" fmla="*/ 128 h 31"/>
                <a:gd name="T6" fmla="*/ 180 w 48"/>
                <a:gd name="T7" fmla="*/ 181 h 31"/>
                <a:gd name="T8" fmla="*/ 285 w 48"/>
                <a:gd name="T9" fmla="*/ 228 h 31"/>
                <a:gd name="T10" fmla="*/ 301 w 48"/>
                <a:gd name="T11" fmla="*/ 116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1">
                  <a:moveTo>
                    <a:pt x="34" y="10"/>
                  </a:moveTo>
                  <a:cubicBezTo>
                    <a:pt x="33" y="5"/>
                    <a:pt x="19" y="0"/>
                    <a:pt x="14" y="1"/>
                  </a:cubicBezTo>
                  <a:cubicBezTo>
                    <a:pt x="6" y="2"/>
                    <a:pt x="0" y="12"/>
                    <a:pt x="7" y="17"/>
                  </a:cubicBezTo>
                  <a:cubicBezTo>
                    <a:pt x="12" y="20"/>
                    <a:pt x="18" y="20"/>
                    <a:pt x="23" y="24"/>
                  </a:cubicBezTo>
                  <a:cubicBezTo>
                    <a:pt x="27" y="27"/>
                    <a:pt x="31" y="31"/>
                    <a:pt x="37" y="30"/>
                  </a:cubicBezTo>
                  <a:cubicBezTo>
                    <a:pt x="48" y="29"/>
                    <a:pt x="42" y="20"/>
                    <a:pt x="39" y="15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6" name="Freeform 446">
              <a:extLst>
                <a:ext uri="{FF2B5EF4-FFF2-40B4-BE49-F238E27FC236}">
                  <a16:creationId xmlns:a16="http://schemas.microsoft.com/office/drawing/2014/main" id="{69544C26-9662-4B78-A91D-8379BFBC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3031"/>
              <a:ext cx="103" cy="137"/>
            </a:xfrm>
            <a:custGeom>
              <a:avLst/>
              <a:gdLst>
                <a:gd name="T0" fmla="*/ 317 w 52"/>
                <a:gd name="T1" fmla="*/ 64 h 69"/>
                <a:gd name="T2" fmla="*/ 48 w 52"/>
                <a:gd name="T3" fmla="*/ 111 h 69"/>
                <a:gd name="T4" fmla="*/ 87 w 52"/>
                <a:gd name="T5" fmla="*/ 288 h 69"/>
                <a:gd name="T6" fmla="*/ 117 w 52"/>
                <a:gd name="T7" fmla="*/ 469 h 69"/>
                <a:gd name="T8" fmla="*/ 372 w 52"/>
                <a:gd name="T9" fmla="*/ 407 h 69"/>
                <a:gd name="T10" fmla="*/ 396 w 52"/>
                <a:gd name="T11" fmla="*/ 236 h 69"/>
                <a:gd name="T12" fmla="*/ 349 w 52"/>
                <a:gd name="T13" fmla="*/ 111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9">
                  <a:moveTo>
                    <a:pt x="41" y="8"/>
                  </a:moveTo>
                  <a:cubicBezTo>
                    <a:pt x="42" y="0"/>
                    <a:pt x="10" y="9"/>
                    <a:pt x="6" y="14"/>
                  </a:cubicBezTo>
                  <a:cubicBezTo>
                    <a:pt x="0" y="22"/>
                    <a:pt x="9" y="30"/>
                    <a:pt x="11" y="37"/>
                  </a:cubicBezTo>
                  <a:cubicBezTo>
                    <a:pt x="13" y="44"/>
                    <a:pt x="11" y="54"/>
                    <a:pt x="15" y="60"/>
                  </a:cubicBezTo>
                  <a:cubicBezTo>
                    <a:pt x="22" y="69"/>
                    <a:pt x="43" y="60"/>
                    <a:pt x="48" y="52"/>
                  </a:cubicBezTo>
                  <a:cubicBezTo>
                    <a:pt x="52" y="46"/>
                    <a:pt x="52" y="37"/>
                    <a:pt x="51" y="30"/>
                  </a:cubicBezTo>
                  <a:cubicBezTo>
                    <a:pt x="50" y="25"/>
                    <a:pt x="45" y="19"/>
                    <a:pt x="45" y="14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7" name="Freeform 447">
              <a:extLst>
                <a:ext uri="{FF2B5EF4-FFF2-40B4-BE49-F238E27FC236}">
                  <a16:creationId xmlns:a16="http://schemas.microsoft.com/office/drawing/2014/main" id="{9C2700B4-53E3-48D6-AAFC-710E26051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098"/>
              <a:ext cx="99" cy="153"/>
            </a:xfrm>
            <a:custGeom>
              <a:avLst/>
              <a:gdLst>
                <a:gd name="T0" fmla="*/ 348 w 50"/>
                <a:gd name="T1" fmla="*/ 87 h 77"/>
                <a:gd name="T2" fmla="*/ 101 w 50"/>
                <a:gd name="T3" fmla="*/ 151 h 77"/>
                <a:gd name="T4" fmla="*/ 48 w 50"/>
                <a:gd name="T5" fmla="*/ 312 h 77"/>
                <a:gd name="T6" fmla="*/ 8 w 50"/>
                <a:gd name="T7" fmla="*/ 477 h 77"/>
                <a:gd name="T8" fmla="*/ 117 w 50"/>
                <a:gd name="T9" fmla="*/ 564 h 77"/>
                <a:gd name="T10" fmla="*/ 224 w 50"/>
                <a:gd name="T11" fmla="*/ 344 h 77"/>
                <a:gd name="T12" fmla="*/ 309 w 50"/>
                <a:gd name="T13" fmla="*/ 189 h 77"/>
                <a:gd name="T14" fmla="*/ 380 w 50"/>
                <a:gd name="T15" fmla="*/ 87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77">
                  <a:moveTo>
                    <a:pt x="45" y="11"/>
                  </a:moveTo>
                  <a:cubicBezTo>
                    <a:pt x="35" y="0"/>
                    <a:pt x="19" y="8"/>
                    <a:pt x="13" y="19"/>
                  </a:cubicBezTo>
                  <a:cubicBezTo>
                    <a:pt x="10" y="25"/>
                    <a:pt x="9" y="33"/>
                    <a:pt x="6" y="40"/>
                  </a:cubicBezTo>
                  <a:cubicBezTo>
                    <a:pt x="4" y="46"/>
                    <a:pt x="0" y="53"/>
                    <a:pt x="1" y="61"/>
                  </a:cubicBezTo>
                  <a:cubicBezTo>
                    <a:pt x="2" y="69"/>
                    <a:pt x="7" y="77"/>
                    <a:pt x="15" y="72"/>
                  </a:cubicBezTo>
                  <a:cubicBezTo>
                    <a:pt x="24" y="66"/>
                    <a:pt x="26" y="53"/>
                    <a:pt x="29" y="44"/>
                  </a:cubicBezTo>
                  <a:cubicBezTo>
                    <a:pt x="32" y="36"/>
                    <a:pt x="34" y="30"/>
                    <a:pt x="40" y="24"/>
                  </a:cubicBezTo>
                  <a:cubicBezTo>
                    <a:pt x="44" y="20"/>
                    <a:pt x="50" y="17"/>
                    <a:pt x="49" y="11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8" name="Freeform 448">
              <a:extLst>
                <a:ext uri="{FF2B5EF4-FFF2-40B4-BE49-F238E27FC236}">
                  <a16:creationId xmlns:a16="http://schemas.microsoft.com/office/drawing/2014/main" id="{0FF24BDB-1838-47A4-A3CE-E6676749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031"/>
              <a:ext cx="111" cy="131"/>
            </a:xfrm>
            <a:custGeom>
              <a:avLst/>
              <a:gdLst>
                <a:gd name="T0" fmla="*/ 79 w 56"/>
                <a:gd name="T1" fmla="*/ 189 h 66"/>
                <a:gd name="T2" fmla="*/ 373 w 56"/>
                <a:gd name="T3" fmla="*/ 111 h 66"/>
                <a:gd name="T4" fmla="*/ 389 w 56"/>
                <a:gd name="T5" fmla="*/ 280 h 66"/>
                <a:gd name="T6" fmla="*/ 428 w 56"/>
                <a:gd name="T7" fmla="*/ 429 h 66"/>
                <a:gd name="T8" fmla="*/ 365 w 56"/>
                <a:gd name="T9" fmla="*/ 492 h 66"/>
                <a:gd name="T10" fmla="*/ 248 w 56"/>
                <a:gd name="T11" fmla="*/ 359 h 66"/>
                <a:gd name="T12" fmla="*/ 63 w 56"/>
                <a:gd name="T13" fmla="*/ 22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6">
                  <a:moveTo>
                    <a:pt x="10" y="24"/>
                  </a:moveTo>
                  <a:cubicBezTo>
                    <a:pt x="22" y="26"/>
                    <a:pt x="38" y="0"/>
                    <a:pt x="48" y="14"/>
                  </a:cubicBezTo>
                  <a:cubicBezTo>
                    <a:pt x="53" y="20"/>
                    <a:pt x="49" y="29"/>
                    <a:pt x="50" y="36"/>
                  </a:cubicBezTo>
                  <a:cubicBezTo>
                    <a:pt x="50" y="43"/>
                    <a:pt x="54" y="49"/>
                    <a:pt x="55" y="55"/>
                  </a:cubicBezTo>
                  <a:cubicBezTo>
                    <a:pt x="56" y="62"/>
                    <a:pt x="53" y="66"/>
                    <a:pt x="47" y="63"/>
                  </a:cubicBezTo>
                  <a:cubicBezTo>
                    <a:pt x="40" y="60"/>
                    <a:pt x="39" y="50"/>
                    <a:pt x="32" y="46"/>
                  </a:cubicBezTo>
                  <a:cubicBezTo>
                    <a:pt x="24" y="42"/>
                    <a:pt x="0" y="47"/>
                    <a:pt x="8" y="29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9" name="Freeform 449">
              <a:extLst>
                <a:ext uri="{FF2B5EF4-FFF2-40B4-BE49-F238E27FC236}">
                  <a16:creationId xmlns:a16="http://schemas.microsoft.com/office/drawing/2014/main" id="{D16A95C1-ABD9-46EC-8A6C-3F87937BD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979"/>
              <a:ext cx="89" cy="109"/>
            </a:xfrm>
            <a:custGeom>
              <a:avLst/>
              <a:gdLst>
                <a:gd name="T0" fmla="*/ 216 w 45"/>
                <a:gd name="T1" fmla="*/ 8 h 55"/>
                <a:gd name="T2" fmla="*/ 79 w 45"/>
                <a:gd name="T3" fmla="*/ 216 h 55"/>
                <a:gd name="T4" fmla="*/ 109 w 45"/>
                <a:gd name="T5" fmla="*/ 404 h 55"/>
                <a:gd name="T6" fmla="*/ 301 w 45"/>
                <a:gd name="T7" fmla="*/ 256 h 55"/>
                <a:gd name="T8" fmla="*/ 263 w 45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">
                  <a:moveTo>
                    <a:pt x="28" y="1"/>
                  </a:moveTo>
                  <a:cubicBezTo>
                    <a:pt x="33" y="13"/>
                    <a:pt x="18" y="24"/>
                    <a:pt x="10" y="28"/>
                  </a:cubicBezTo>
                  <a:cubicBezTo>
                    <a:pt x="0" y="33"/>
                    <a:pt x="2" y="47"/>
                    <a:pt x="14" y="52"/>
                  </a:cubicBezTo>
                  <a:cubicBezTo>
                    <a:pt x="23" y="55"/>
                    <a:pt x="35" y="41"/>
                    <a:pt x="39" y="33"/>
                  </a:cubicBezTo>
                  <a:cubicBezTo>
                    <a:pt x="45" y="20"/>
                    <a:pt x="38" y="11"/>
                    <a:pt x="34" y="0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0" name="Freeform 450">
              <a:extLst>
                <a:ext uri="{FF2B5EF4-FFF2-40B4-BE49-F238E27FC236}">
                  <a16:creationId xmlns:a16="http://schemas.microsoft.com/office/drawing/2014/main" id="{AE53DA4B-34F1-4E89-A753-82785F927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849"/>
              <a:ext cx="93" cy="65"/>
            </a:xfrm>
            <a:custGeom>
              <a:avLst/>
              <a:gdLst>
                <a:gd name="T0" fmla="*/ 356 w 47"/>
                <a:gd name="T1" fmla="*/ 93 h 33"/>
                <a:gd name="T2" fmla="*/ 184 w 47"/>
                <a:gd name="T3" fmla="*/ 32 h 33"/>
                <a:gd name="T4" fmla="*/ 24 w 47"/>
                <a:gd name="T5" fmla="*/ 108 h 33"/>
                <a:gd name="T6" fmla="*/ 156 w 47"/>
                <a:gd name="T7" fmla="*/ 183 h 33"/>
                <a:gd name="T8" fmla="*/ 263 w 47"/>
                <a:gd name="T9" fmla="*/ 244 h 33"/>
                <a:gd name="T10" fmla="*/ 364 w 47"/>
                <a:gd name="T11" fmla="*/ 144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33">
                  <a:moveTo>
                    <a:pt x="46" y="12"/>
                  </a:moveTo>
                  <a:cubicBezTo>
                    <a:pt x="39" y="3"/>
                    <a:pt x="36" y="0"/>
                    <a:pt x="24" y="4"/>
                  </a:cubicBezTo>
                  <a:cubicBezTo>
                    <a:pt x="19" y="6"/>
                    <a:pt x="0" y="5"/>
                    <a:pt x="3" y="14"/>
                  </a:cubicBezTo>
                  <a:cubicBezTo>
                    <a:pt x="5" y="20"/>
                    <a:pt x="15" y="21"/>
                    <a:pt x="20" y="24"/>
                  </a:cubicBezTo>
                  <a:cubicBezTo>
                    <a:pt x="25" y="27"/>
                    <a:pt x="28" y="31"/>
                    <a:pt x="34" y="32"/>
                  </a:cubicBezTo>
                  <a:cubicBezTo>
                    <a:pt x="43" y="33"/>
                    <a:pt x="46" y="26"/>
                    <a:pt x="47" y="19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451">
              <a:extLst>
                <a:ext uri="{FF2B5EF4-FFF2-40B4-BE49-F238E27FC236}">
                  <a16:creationId xmlns:a16="http://schemas.microsoft.com/office/drawing/2014/main" id="{853BD0A4-BC69-4837-8D3C-BB885C597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300"/>
              <a:ext cx="58" cy="95"/>
            </a:xfrm>
            <a:custGeom>
              <a:avLst/>
              <a:gdLst>
                <a:gd name="T0" fmla="*/ 224 w 29"/>
                <a:gd name="T1" fmla="*/ 63 h 48"/>
                <a:gd name="T2" fmla="*/ 80 w 29"/>
                <a:gd name="T3" fmla="*/ 16 h 48"/>
                <a:gd name="T4" fmla="*/ 0 w 29"/>
                <a:gd name="T5" fmla="*/ 192 h 48"/>
                <a:gd name="T6" fmla="*/ 24 w 29"/>
                <a:gd name="T7" fmla="*/ 309 h 48"/>
                <a:gd name="T8" fmla="*/ 104 w 29"/>
                <a:gd name="T9" fmla="*/ 325 h 48"/>
                <a:gd name="T10" fmla="*/ 176 w 29"/>
                <a:gd name="T11" fmla="*/ 172 h 48"/>
                <a:gd name="T12" fmla="*/ 232 w 29"/>
                <a:gd name="T13" fmla="*/ 7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8">
                  <a:moveTo>
                    <a:pt x="28" y="8"/>
                  </a:moveTo>
                  <a:cubicBezTo>
                    <a:pt x="24" y="5"/>
                    <a:pt x="16" y="0"/>
                    <a:pt x="10" y="2"/>
                  </a:cubicBezTo>
                  <a:cubicBezTo>
                    <a:pt x="1" y="4"/>
                    <a:pt x="0" y="17"/>
                    <a:pt x="0" y="25"/>
                  </a:cubicBezTo>
                  <a:cubicBezTo>
                    <a:pt x="0" y="30"/>
                    <a:pt x="0" y="35"/>
                    <a:pt x="3" y="40"/>
                  </a:cubicBezTo>
                  <a:cubicBezTo>
                    <a:pt x="5" y="45"/>
                    <a:pt x="10" y="48"/>
                    <a:pt x="13" y="42"/>
                  </a:cubicBezTo>
                  <a:cubicBezTo>
                    <a:pt x="17" y="36"/>
                    <a:pt x="18" y="28"/>
                    <a:pt x="22" y="22"/>
                  </a:cubicBezTo>
                  <a:cubicBezTo>
                    <a:pt x="24" y="19"/>
                    <a:pt x="29" y="15"/>
                    <a:pt x="29" y="10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Freeform 452">
              <a:extLst>
                <a:ext uri="{FF2B5EF4-FFF2-40B4-BE49-F238E27FC236}">
                  <a16:creationId xmlns:a16="http://schemas.microsoft.com/office/drawing/2014/main" id="{1B095227-4A1D-4730-8DFA-F3BE1337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011"/>
              <a:ext cx="69" cy="135"/>
            </a:xfrm>
            <a:custGeom>
              <a:avLst/>
              <a:gdLst>
                <a:gd name="T0" fmla="*/ 32 w 35"/>
                <a:gd name="T1" fmla="*/ 135 h 68"/>
                <a:gd name="T2" fmla="*/ 39 w 35"/>
                <a:gd name="T3" fmla="*/ 189 h 68"/>
                <a:gd name="T4" fmla="*/ 32 w 35"/>
                <a:gd name="T5" fmla="*/ 280 h 68"/>
                <a:gd name="T6" fmla="*/ 16 w 35"/>
                <a:gd name="T7" fmla="*/ 405 h 68"/>
                <a:gd name="T8" fmla="*/ 116 w 35"/>
                <a:gd name="T9" fmla="*/ 484 h 68"/>
                <a:gd name="T10" fmla="*/ 183 w 35"/>
                <a:gd name="T11" fmla="*/ 461 h 68"/>
                <a:gd name="T12" fmla="*/ 183 w 35"/>
                <a:gd name="T13" fmla="*/ 268 h 68"/>
                <a:gd name="T14" fmla="*/ 237 w 35"/>
                <a:gd name="T15" fmla="*/ 103 h 68"/>
                <a:gd name="T16" fmla="*/ 69 w 35"/>
                <a:gd name="T17" fmla="*/ 103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68">
                  <a:moveTo>
                    <a:pt x="4" y="17"/>
                  </a:moveTo>
                  <a:cubicBezTo>
                    <a:pt x="3" y="18"/>
                    <a:pt x="4" y="22"/>
                    <a:pt x="5" y="24"/>
                  </a:cubicBezTo>
                  <a:cubicBezTo>
                    <a:pt x="5" y="28"/>
                    <a:pt x="5" y="32"/>
                    <a:pt x="4" y="36"/>
                  </a:cubicBezTo>
                  <a:cubicBezTo>
                    <a:pt x="3" y="41"/>
                    <a:pt x="0" y="48"/>
                    <a:pt x="2" y="52"/>
                  </a:cubicBezTo>
                  <a:cubicBezTo>
                    <a:pt x="4" y="57"/>
                    <a:pt x="11" y="59"/>
                    <a:pt x="15" y="62"/>
                  </a:cubicBezTo>
                  <a:cubicBezTo>
                    <a:pt x="21" y="68"/>
                    <a:pt x="23" y="68"/>
                    <a:pt x="24" y="59"/>
                  </a:cubicBezTo>
                  <a:cubicBezTo>
                    <a:pt x="24" y="50"/>
                    <a:pt x="22" y="42"/>
                    <a:pt x="24" y="34"/>
                  </a:cubicBezTo>
                  <a:cubicBezTo>
                    <a:pt x="25" y="26"/>
                    <a:pt x="28" y="20"/>
                    <a:pt x="31" y="13"/>
                  </a:cubicBezTo>
                  <a:cubicBezTo>
                    <a:pt x="35" y="0"/>
                    <a:pt x="14" y="9"/>
                    <a:pt x="9" y="13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3" name="Freeform 453">
              <a:extLst>
                <a:ext uri="{FF2B5EF4-FFF2-40B4-BE49-F238E27FC236}">
                  <a16:creationId xmlns:a16="http://schemas.microsoft.com/office/drawing/2014/main" id="{AC77986D-6008-486F-9535-94FA21AA3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102"/>
              <a:ext cx="91" cy="95"/>
            </a:xfrm>
            <a:custGeom>
              <a:avLst/>
              <a:gdLst>
                <a:gd name="T0" fmla="*/ 348 w 46"/>
                <a:gd name="T1" fmla="*/ 63 h 48"/>
                <a:gd name="T2" fmla="*/ 216 w 46"/>
                <a:gd name="T3" fmla="*/ 16 h 48"/>
                <a:gd name="T4" fmla="*/ 156 w 46"/>
                <a:gd name="T5" fmla="*/ 117 h 48"/>
                <a:gd name="T6" fmla="*/ 47 w 46"/>
                <a:gd name="T7" fmla="*/ 317 h 48"/>
                <a:gd name="T8" fmla="*/ 180 w 46"/>
                <a:gd name="T9" fmla="*/ 364 h 48"/>
                <a:gd name="T10" fmla="*/ 277 w 46"/>
                <a:gd name="T11" fmla="*/ 348 h 48"/>
                <a:gd name="T12" fmla="*/ 324 w 46"/>
                <a:gd name="T13" fmla="*/ 208 h 48"/>
                <a:gd name="T14" fmla="*/ 356 w 46"/>
                <a:gd name="T15" fmla="*/ 95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48">
                  <a:moveTo>
                    <a:pt x="45" y="8"/>
                  </a:moveTo>
                  <a:cubicBezTo>
                    <a:pt x="41" y="5"/>
                    <a:pt x="33" y="0"/>
                    <a:pt x="28" y="2"/>
                  </a:cubicBezTo>
                  <a:cubicBezTo>
                    <a:pt x="25" y="4"/>
                    <a:pt x="22" y="11"/>
                    <a:pt x="20" y="15"/>
                  </a:cubicBezTo>
                  <a:cubicBezTo>
                    <a:pt x="17" y="22"/>
                    <a:pt x="0" y="33"/>
                    <a:pt x="6" y="41"/>
                  </a:cubicBezTo>
                  <a:cubicBezTo>
                    <a:pt x="9" y="45"/>
                    <a:pt x="19" y="46"/>
                    <a:pt x="23" y="47"/>
                  </a:cubicBezTo>
                  <a:cubicBezTo>
                    <a:pt x="27" y="48"/>
                    <a:pt x="33" y="48"/>
                    <a:pt x="36" y="45"/>
                  </a:cubicBezTo>
                  <a:cubicBezTo>
                    <a:pt x="41" y="40"/>
                    <a:pt x="41" y="33"/>
                    <a:pt x="42" y="27"/>
                  </a:cubicBezTo>
                  <a:cubicBezTo>
                    <a:pt x="43" y="22"/>
                    <a:pt x="45" y="17"/>
                    <a:pt x="46" y="12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454">
              <a:extLst>
                <a:ext uri="{FF2B5EF4-FFF2-40B4-BE49-F238E27FC236}">
                  <a16:creationId xmlns:a16="http://schemas.microsoft.com/office/drawing/2014/main" id="{83FB3962-3431-4ADD-8EBA-70C0366B2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841"/>
              <a:ext cx="99" cy="59"/>
            </a:xfrm>
            <a:custGeom>
              <a:avLst/>
              <a:gdLst>
                <a:gd name="T0" fmla="*/ 0 w 50"/>
                <a:gd name="T1" fmla="*/ 92 h 30"/>
                <a:gd name="T2" fmla="*/ 200 w 50"/>
                <a:gd name="T3" fmla="*/ 24 h 30"/>
                <a:gd name="T4" fmla="*/ 372 w 50"/>
                <a:gd name="T5" fmla="*/ 151 h 30"/>
                <a:gd name="T6" fmla="*/ 200 w 50"/>
                <a:gd name="T7" fmla="*/ 144 h 30"/>
                <a:gd name="T8" fmla="*/ 125 w 50"/>
                <a:gd name="T9" fmla="*/ 120 h 30"/>
                <a:gd name="T10" fmla="*/ 24 w 50"/>
                <a:gd name="T11" fmla="*/ 10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0">
                  <a:moveTo>
                    <a:pt x="0" y="12"/>
                  </a:moveTo>
                  <a:cubicBezTo>
                    <a:pt x="2" y="1"/>
                    <a:pt x="18" y="0"/>
                    <a:pt x="26" y="3"/>
                  </a:cubicBezTo>
                  <a:cubicBezTo>
                    <a:pt x="33" y="5"/>
                    <a:pt x="47" y="12"/>
                    <a:pt x="48" y="20"/>
                  </a:cubicBezTo>
                  <a:cubicBezTo>
                    <a:pt x="50" y="30"/>
                    <a:pt x="31" y="21"/>
                    <a:pt x="26" y="19"/>
                  </a:cubicBezTo>
                  <a:cubicBezTo>
                    <a:pt x="22" y="18"/>
                    <a:pt x="20" y="16"/>
                    <a:pt x="16" y="16"/>
                  </a:cubicBezTo>
                  <a:cubicBezTo>
                    <a:pt x="10" y="16"/>
                    <a:pt x="8" y="17"/>
                    <a:pt x="3" y="13"/>
                  </a:cubicBezTo>
                </a:path>
              </a:pathLst>
            </a:custGeom>
            <a:solidFill>
              <a:srgbClr val="BE5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Freeform 455">
              <a:extLst>
                <a:ext uri="{FF2B5EF4-FFF2-40B4-BE49-F238E27FC236}">
                  <a16:creationId xmlns:a16="http://schemas.microsoft.com/office/drawing/2014/main" id="{4D295E5D-410B-42C6-A1DC-159F4FB20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902"/>
              <a:ext cx="32" cy="44"/>
            </a:xfrm>
            <a:custGeom>
              <a:avLst/>
              <a:gdLst>
                <a:gd name="T0" fmla="*/ 56 w 16"/>
                <a:gd name="T1" fmla="*/ 48 h 22"/>
                <a:gd name="T2" fmla="*/ 72 w 16"/>
                <a:gd name="T3" fmla="*/ 144 h 22"/>
                <a:gd name="T4" fmla="*/ 48 w 16"/>
                <a:gd name="T5" fmla="*/ 7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7" y="6"/>
                  </a:moveTo>
                  <a:cubicBezTo>
                    <a:pt x="3" y="9"/>
                    <a:pt x="0" y="22"/>
                    <a:pt x="9" y="18"/>
                  </a:cubicBezTo>
                  <a:cubicBezTo>
                    <a:pt x="16" y="15"/>
                    <a:pt x="15" y="0"/>
                    <a:pt x="6" y="9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6" name="Freeform 456">
              <a:extLst>
                <a:ext uri="{FF2B5EF4-FFF2-40B4-BE49-F238E27FC236}">
                  <a16:creationId xmlns:a16="http://schemas.microsoft.com/office/drawing/2014/main" id="{F68D502F-DBE8-4F88-AB4B-8520CACF3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956"/>
              <a:ext cx="20" cy="19"/>
            </a:xfrm>
            <a:custGeom>
              <a:avLst/>
              <a:gdLst>
                <a:gd name="T0" fmla="*/ 0 w 10"/>
                <a:gd name="T1" fmla="*/ 15 h 10"/>
                <a:gd name="T2" fmla="*/ 48 w 10"/>
                <a:gd name="T3" fmla="*/ 61 h 10"/>
                <a:gd name="T4" fmla="*/ 8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0" y="5"/>
                    <a:pt x="3" y="10"/>
                    <a:pt x="6" y="9"/>
                  </a:cubicBezTo>
                  <a:cubicBezTo>
                    <a:pt x="10" y="7"/>
                    <a:pt x="2" y="1"/>
                    <a:pt x="1" y="0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7" name="Freeform 457">
              <a:extLst>
                <a:ext uri="{FF2B5EF4-FFF2-40B4-BE49-F238E27FC236}">
                  <a16:creationId xmlns:a16="http://schemas.microsoft.com/office/drawing/2014/main" id="{F96E2C51-4948-43D0-9FE8-50D189EF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914"/>
              <a:ext cx="14" cy="24"/>
            </a:xfrm>
            <a:custGeom>
              <a:avLst/>
              <a:gdLst>
                <a:gd name="T0" fmla="*/ 48 w 7"/>
                <a:gd name="T1" fmla="*/ 0 h 12"/>
                <a:gd name="T2" fmla="*/ 48 w 7"/>
                <a:gd name="T3" fmla="*/ 96 h 12"/>
                <a:gd name="T4" fmla="*/ 48 w 7"/>
                <a:gd name="T5" fmla="*/ 2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2" y="2"/>
                    <a:pt x="0" y="11"/>
                    <a:pt x="6" y="12"/>
                  </a:cubicBezTo>
                  <a:cubicBezTo>
                    <a:pt x="7" y="9"/>
                    <a:pt x="5" y="6"/>
                    <a:pt x="6" y="3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8" name="Freeform 458">
              <a:extLst>
                <a:ext uri="{FF2B5EF4-FFF2-40B4-BE49-F238E27FC236}">
                  <a16:creationId xmlns:a16="http://schemas.microsoft.com/office/drawing/2014/main" id="{7877FCC5-5850-4FEA-9DDD-A7C2C19FE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956"/>
              <a:ext cx="18" cy="13"/>
            </a:xfrm>
            <a:custGeom>
              <a:avLst/>
              <a:gdLst>
                <a:gd name="T0" fmla="*/ 8 w 9"/>
                <a:gd name="T1" fmla="*/ 13 h 7"/>
                <a:gd name="T2" fmla="*/ 0 w 9"/>
                <a:gd name="T3" fmla="*/ 7 h 7"/>
                <a:gd name="T4" fmla="*/ 72 w 9"/>
                <a:gd name="T5" fmla="*/ 45 h 7"/>
                <a:gd name="T6" fmla="*/ 16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2" y="3"/>
                    <a:pt x="5" y="7"/>
                    <a:pt x="9" y="7"/>
                  </a:cubicBezTo>
                  <a:cubicBezTo>
                    <a:pt x="9" y="3"/>
                    <a:pt x="5" y="1"/>
                    <a:pt x="2" y="0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9" name="Freeform 459">
              <a:extLst>
                <a:ext uri="{FF2B5EF4-FFF2-40B4-BE49-F238E27FC236}">
                  <a16:creationId xmlns:a16="http://schemas.microsoft.com/office/drawing/2014/main" id="{BBA37C72-AEC8-4060-B2DC-6282A6B2D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956"/>
              <a:ext cx="21" cy="21"/>
            </a:xfrm>
            <a:custGeom>
              <a:avLst/>
              <a:gdLst>
                <a:gd name="T0" fmla="*/ 48 w 11"/>
                <a:gd name="T1" fmla="*/ 0 h 11"/>
                <a:gd name="T2" fmla="*/ 0 w 11"/>
                <a:gd name="T3" fmla="*/ 55 h 11"/>
                <a:gd name="T4" fmla="*/ 40 w 11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4" y="0"/>
                    <a:pt x="1" y="5"/>
                    <a:pt x="0" y="8"/>
                  </a:cubicBezTo>
                  <a:cubicBezTo>
                    <a:pt x="4" y="11"/>
                    <a:pt x="11" y="3"/>
                    <a:pt x="6" y="1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0" name="Freeform 460">
              <a:extLst>
                <a:ext uri="{FF2B5EF4-FFF2-40B4-BE49-F238E27FC236}">
                  <a16:creationId xmlns:a16="http://schemas.microsoft.com/office/drawing/2014/main" id="{F4DC7108-BC79-45EF-BA60-9A167EE3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950"/>
              <a:ext cx="28" cy="27"/>
            </a:xfrm>
            <a:custGeom>
              <a:avLst/>
              <a:gdLst>
                <a:gd name="T0" fmla="*/ 0 w 14"/>
                <a:gd name="T1" fmla="*/ 44 h 14"/>
                <a:gd name="T2" fmla="*/ 0 w 14"/>
                <a:gd name="T3" fmla="*/ 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1" y="14"/>
                    <a:pt x="14" y="0"/>
                    <a:pt x="0" y="5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1" name="Freeform 461">
              <a:extLst>
                <a:ext uri="{FF2B5EF4-FFF2-40B4-BE49-F238E27FC236}">
                  <a16:creationId xmlns:a16="http://schemas.microsoft.com/office/drawing/2014/main" id="{42C134F3-DA90-4387-A6D4-3E2E72C42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878"/>
              <a:ext cx="26" cy="24"/>
            </a:xfrm>
            <a:custGeom>
              <a:avLst/>
              <a:gdLst>
                <a:gd name="T0" fmla="*/ 8 w 13"/>
                <a:gd name="T1" fmla="*/ 16 h 12"/>
                <a:gd name="T2" fmla="*/ 16 w 1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" y="2"/>
                  </a:moveTo>
                  <a:cubicBezTo>
                    <a:pt x="0" y="12"/>
                    <a:pt x="13" y="0"/>
                    <a:pt x="2" y="0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2" name="Freeform 462">
              <a:extLst>
                <a:ext uri="{FF2B5EF4-FFF2-40B4-BE49-F238E27FC236}">
                  <a16:creationId xmlns:a16="http://schemas.microsoft.com/office/drawing/2014/main" id="{A919D154-02B6-4EC9-A2D3-C5EDD5836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3057"/>
              <a:ext cx="14" cy="13"/>
            </a:xfrm>
            <a:custGeom>
              <a:avLst/>
              <a:gdLst>
                <a:gd name="T0" fmla="*/ 0 w 7"/>
                <a:gd name="T1" fmla="*/ 7 h 7"/>
                <a:gd name="T2" fmla="*/ 48 w 7"/>
                <a:gd name="T3" fmla="*/ 7 h 7"/>
                <a:gd name="T4" fmla="*/ 0 w 7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0" y="6"/>
                    <a:pt x="7" y="7"/>
                    <a:pt x="6" y="1"/>
                  </a:cubicBez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3" name="Freeform 463">
              <a:extLst>
                <a:ext uri="{FF2B5EF4-FFF2-40B4-BE49-F238E27FC236}">
                  <a16:creationId xmlns:a16="http://schemas.microsoft.com/office/drawing/2014/main" id="{98967FD7-7580-4062-8585-294DC0454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122"/>
              <a:ext cx="17" cy="18"/>
            </a:xfrm>
            <a:custGeom>
              <a:avLst/>
              <a:gdLst>
                <a:gd name="T0" fmla="*/ 53 w 9"/>
                <a:gd name="T1" fmla="*/ 0 h 9"/>
                <a:gd name="T2" fmla="*/ 15 w 9"/>
                <a:gd name="T3" fmla="*/ 48 h 9"/>
                <a:gd name="T4" fmla="*/ 53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8" y="0"/>
                  </a:moveTo>
                  <a:cubicBezTo>
                    <a:pt x="6" y="0"/>
                    <a:pt x="0" y="3"/>
                    <a:pt x="2" y="6"/>
                  </a:cubicBezTo>
                  <a:cubicBezTo>
                    <a:pt x="5" y="9"/>
                    <a:pt x="9" y="3"/>
                    <a:pt x="8" y="0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4" name="Freeform 464">
              <a:extLst>
                <a:ext uri="{FF2B5EF4-FFF2-40B4-BE49-F238E27FC236}">
                  <a16:creationId xmlns:a16="http://schemas.microsoft.com/office/drawing/2014/main" id="{7FF31A13-60B1-4322-B811-C1F69580E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3162"/>
              <a:ext cx="19" cy="15"/>
            </a:xfrm>
            <a:custGeom>
              <a:avLst/>
              <a:gdLst>
                <a:gd name="T0" fmla="*/ 68 w 10"/>
                <a:gd name="T1" fmla="*/ 53 h 8"/>
                <a:gd name="T2" fmla="*/ 21 w 10"/>
                <a:gd name="T3" fmla="*/ 21 h 8"/>
                <a:gd name="T4" fmla="*/ 61 w 10"/>
                <a:gd name="T5" fmla="*/ 5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9" y="6"/>
                    <a:pt x="6" y="0"/>
                    <a:pt x="3" y="3"/>
                  </a:cubicBezTo>
                  <a:cubicBezTo>
                    <a:pt x="0" y="6"/>
                    <a:pt x="7" y="8"/>
                    <a:pt x="9" y="8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5" name="Freeform 465">
              <a:extLst>
                <a:ext uri="{FF2B5EF4-FFF2-40B4-BE49-F238E27FC236}">
                  <a16:creationId xmlns:a16="http://schemas.microsoft.com/office/drawing/2014/main" id="{2FEE2C4B-28E6-4C5A-BFAF-E376E1B4E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217"/>
              <a:ext cx="30" cy="20"/>
            </a:xfrm>
            <a:custGeom>
              <a:avLst/>
              <a:gdLst>
                <a:gd name="T0" fmla="*/ 88 w 15"/>
                <a:gd name="T1" fmla="*/ 8 h 10"/>
                <a:gd name="T2" fmla="*/ 56 w 15"/>
                <a:gd name="T3" fmla="*/ 80 h 10"/>
                <a:gd name="T4" fmla="*/ 80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1" y="1"/>
                  </a:moveTo>
                  <a:cubicBezTo>
                    <a:pt x="7" y="1"/>
                    <a:pt x="0" y="9"/>
                    <a:pt x="7" y="10"/>
                  </a:cubicBezTo>
                  <a:cubicBezTo>
                    <a:pt x="8" y="7"/>
                    <a:pt x="15" y="2"/>
                    <a:pt x="10" y="0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6" name="Freeform 466">
              <a:extLst>
                <a:ext uri="{FF2B5EF4-FFF2-40B4-BE49-F238E27FC236}">
                  <a16:creationId xmlns:a16="http://schemas.microsoft.com/office/drawing/2014/main" id="{9CA2CE2A-1A0A-4B81-8B95-B43B118BD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346"/>
              <a:ext cx="16" cy="24"/>
            </a:xfrm>
            <a:custGeom>
              <a:avLst/>
              <a:gdLst>
                <a:gd name="T0" fmla="*/ 32 w 8"/>
                <a:gd name="T1" fmla="*/ 8 h 12"/>
                <a:gd name="T2" fmla="*/ 32 w 8"/>
                <a:gd name="T3" fmla="*/ 96 h 12"/>
                <a:gd name="T4" fmla="*/ 64 w 8"/>
                <a:gd name="T5" fmla="*/ 24 h 12"/>
                <a:gd name="T6" fmla="*/ 32 w 8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4" y="1"/>
                  </a:moveTo>
                  <a:cubicBezTo>
                    <a:pt x="1" y="2"/>
                    <a:pt x="0" y="11"/>
                    <a:pt x="4" y="12"/>
                  </a:cubicBezTo>
                  <a:cubicBezTo>
                    <a:pt x="6" y="12"/>
                    <a:pt x="5" y="5"/>
                    <a:pt x="8" y="3"/>
                  </a:cubicBezTo>
                  <a:cubicBezTo>
                    <a:pt x="7" y="2"/>
                    <a:pt x="6" y="1"/>
                    <a:pt x="4" y="0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7" name="Freeform 467">
              <a:extLst>
                <a:ext uri="{FF2B5EF4-FFF2-40B4-BE49-F238E27FC236}">
                  <a16:creationId xmlns:a16="http://schemas.microsoft.com/office/drawing/2014/main" id="{FEAC0BB6-9C25-4044-ABD3-864BD110A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376"/>
              <a:ext cx="28" cy="25"/>
            </a:xfrm>
            <a:custGeom>
              <a:avLst/>
              <a:gdLst>
                <a:gd name="T0" fmla="*/ 64 w 14"/>
                <a:gd name="T1" fmla="*/ 23 h 13"/>
                <a:gd name="T2" fmla="*/ 40 w 14"/>
                <a:gd name="T3" fmla="*/ 85 h 13"/>
                <a:gd name="T4" fmla="*/ 64 w 14"/>
                <a:gd name="T5" fmla="*/ 1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3"/>
                  </a:moveTo>
                  <a:cubicBezTo>
                    <a:pt x="2" y="0"/>
                    <a:pt x="0" y="10"/>
                    <a:pt x="5" y="12"/>
                  </a:cubicBezTo>
                  <a:cubicBezTo>
                    <a:pt x="9" y="13"/>
                    <a:pt x="14" y="3"/>
                    <a:pt x="8" y="2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8" name="Freeform 468">
              <a:extLst>
                <a:ext uri="{FF2B5EF4-FFF2-40B4-BE49-F238E27FC236}">
                  <a16:creationId xmlns:a16="http://schemas.microsoft.com/office/drawing/2014/main" id="{95A372E8-0DF7-44D2-8968-F63CF7B89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310"/>
              <a:ext cx="32" cy="22"/>
            </a:xfrm>
            <a:custGeom>
              <a:avLst/>
              <a:gdLst>
                <a:gd name="T0" fmla="*/ 120 w 16"/>
                <a:gd name="T1" fmla="*/ 8 h 11"/>
                <a:gd name="T2" fmla="*/ 80 w 16"/>
                <a:gd name="T3" fmla="*/ 0 h 11"/>
                <a:gd name="T4" fmla="*/ 120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5" y="1"/>
                  </a:moveTo>
                  <a:cubicBezTo>
                    <a:pt x="13" y="1"/>
                    <a:pt x="11" y="1"/>
                    <a:pt x="10" y="0"/>
                  </a:cubicBezTo>
                  <a:cubicBezTo>
                    <a:pt x="0" y="11"/>
                    <a:pt x="16" y="9"/>
                    <a:pt x="15" y="0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9" name="Freeform 469">
              <a:extLst>
                <a:ext uri="{FF2B5EF4-FFF2-40B4-BE49-F238E27FC236}">
                  <a16:creationId xmlns:a16="http://schemas.microsoft.com/office/drawing/2014/main" id="{42E78FAC-52B1-4B3B-B2FE-05C8340D7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120"/>
              <a:ext cx="27" cy="28"/>
            </a:xfrm>
            <a:custGeom>
              <a:avLst/>
              <a:gdLst>
                <a:gd name="T0" fmla="*/ 93 w 14"/>
                <a:gd name="T1" fmla="*/ 8 h 14"/>
                <a:gd name="T2" fmla="*/ 23 w 14"/>
                <a:gd name="T3" fmla="*/ 80 h 14"/>
                <a:gd name="T4" fmla="*/ 100 w 14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3" y="1"/>
                  </a:moveTo>
                  <a:cubicBezTo>
                    <a:pt x="10" y="0"/>
                    <a:pt x="0" y="5"/>
                    <a:pt x="3" y="10"/>
                  </a:cubicBezTo>
                  <a:cubicBezTo>
                    <a:pt x="6" y="14"/>
                    <a:pt x="12" y="3"/>
                    <a:pt x="14" y="1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0" name="Freeform 470">
              <a:extLst>
                <a:ext uri="{FF2B5EF4-FFF2-40B4-BE49-F238E27FC236}">
                  <a16:creationId xmlns:a16="http://schemas.microsoft.com/office/drawing/2014/main" id="{C3E255C8-8EAF-4A0F-A76C-89DE512AF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203"/>
              <a:ext cx="16" cy="22"/>
            </a:xfrm>
            <a:custGeom>
              <a:avLst/>
              <a:gdLst>
                <a:gd name="T0" fmla="*/ 16 w 8"/>
                <a:gd name="T1" fmla="*/ 16 h 11"/>
                <a:gd name="T2" fmla="*/ 24 w 8"/>
                <a:gd name="T3" fmla="*/ 88 h 11"/>
                <a:gd name="T4" fmla="*/ 40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2"/>
                  </a:moveTo>
                  <a:cubicBezTo>
                    <a:pt x="1" y="4"/>
                    <a:pt x="0" y="11"/>
                    <a:pt x="3" y="11"/>
                  </a:cubicBezTo>
                  <a:cubicBezTo>
                    <a:pt x="8" y="11"/>
                    <a:pt x="5" y="3"/>
                    <a:pt x="5" y="0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1" name="Freeform 471">
              <a:extLst>
                <a:ext uri="{FF2B5EF4-FFF2-40B4-BE49-F238E27FC236}">
                  <a16:creationId xmlns:a16="http://schemas.microsoft.com/office/drawing/2014/main" id="{33FAB302-FAE6-4077-B656-EA907DDB9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3376"/>
              <a:ext cx="20" cy="41"/>
            </a:xfrm>
            <a:custGeom>
              <a:avLst/>
              <a:gdLst>
                <a:gd name="T0" fmla="*/ 80 w 10"/>
                <a:gd name="T1" fmla="*/ 61 h 21"/>
                <a:gd name="T2" fmla="*/ 72 w 10"/>
                <a:gd name="T3" fmla="*/ 8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8"/>
                  </a:moveTo>
                  <a:cubicBezTo>
                    <a:pt x="0" y="0"/>
                    <a:pt x="1" y="21"/>
                    <a:pt x="9" y="11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2" name="Freeform 472">
              <a:extLst>
                <a:ext uri="{FF2B5EF4-FFF2-40B4-BE49-F238E27FC236}">
                  <a16:creationId xmlns:a16="http://schemas.microsoft.com/office/drawing/2014/main" id="{C77794F7-3A28-42B3-A9D0-7B02ED224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409"/>
              <a:ext cx="17" cy="24"/>
            </a:xfrm>
            <a:custGeom>
              <a:avLst/>
              <a:gdLst>
                <a:gd name="T0" fmla="*/ 47 w 9"/>
                <a:gd name="T1" fmla="*/ 0 h 12"/>
                <a:gd name="T2" fmla="*/ 32 w 9"/>
                <a:gd name="T3" fmla="*/ 0 h 12"/>
                <a:gd name="T4" fmla="*/ 40 w 9"/>
                <a:gd name="T5" fmla="*/ 80 h 12"/>
                <a:gd name="T6" fmla="*/ 60 w 9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7" y="0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4" y="2"/>
                    <a:pt x="0" y="12"/>
                    <a:pt x="6" y="10"/>
                  </a:cubicBezTo>
                  <a:cubicBezTo>
                    <a:pt x="9" y="10"/>
                    <a:pt x="9" y="4"/>
                    <a:pt x="9" y="1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3" name="Freeform 473">
              <a:extLst>
                <a:ext uri="{FF2B5EF4-FFF2-40B4-BE49-F238E27FC236}">
                  <a16:creationId xmlns:a16="http://schemas.microsoft.com/office/drawing/2014/main" id="{56DD3484-D223-49FF-B2FC-26C52B21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057"/>
              <a:ext cx="16" cy="33"/>
            </a:xfrm>
            <a:custGeom>
              <a:avLst/>
              <a:gdLst>
                <a:gd name="T0" fmla="*/ 56 w 8"/>
                <a:gd name="T1" fmla="*/ 8 h 17"/>
                <a:gd name="T2" fmla="*/ 24 w 8"/>
                <a:gd name="T3" fmla="*/ 95 h 17"/>
                <a:gd name="T4" fmla="*/ 64 w 8"/>
                <a:gd name="T5" fmla="*/ 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7" y="1"/>
                  </a:moveTo>
                  <a:cubicBezTo>
                    <a:pt x="2" y="0"/>
                    <a:pt x="0" y="10"/>
                    <a:pt x="3" y="13"/>
                  </a:cubicBezTo>
                  <a:cubicBezTo>
                    <a:pt x="7" y="17"/>
                    <a:pt x="7" y="5"/>
                    <a:pt x="8" y="2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4" name="Freeform 474">
              <a:extLst>
                <a:ext uri="{FF2B5EF4-FFF2-40B4-BE49-F238E27FC236}">
                  <a16:creationId xmlns:a16="http://schemas.microsoft.com/office/drawing/2014/main" id="{2DD1EDF0-58B7-459D-8B81-119A62DD6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3080"/>
              <a:ext cx="17" cy="22"/>
            </a:xfrm>
            <a:custGeom>
              <a:avLst/>
              <a:gdLst>
                <a:gd name="T0" fmla="*/ 53 w 9"/>
                <a:gd name="T1" fmla="*/ 8 h 11"/>
                <a:gd name="T2" fmla="*/ 32 w 9"/>
                <a:gd name="T3" fmla="*/ 88 h 11"/>
                <a:gd name="T4" fmla="*/ 6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8" y="1"/>
                  </a:moveTo>
                  <a:cubicBezTo>
                    <a:pt x="3" y="1"/>
                    <a:pt x="0" y="10"/>
                    <a:pt x="5" y="11"/>
                  </a:cubicBezTo>
                  <a:cubicBezTo>
                    <a:pt x="8" y="7"/>
                    <a:pt x="6" y="2"/>
                    <a:pt x="9" y="0"/>
                  </a:cubicBezTo>
                </a:path>
              </a:pathLst>
            </a:custGeom>
            <a:solidFill>
              <a:srgbClr val="DB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>
            <a:extLst>
              <a:ext uri="{FF2B5EF4-FFF2-40B4-BE49-F238E27FC236}">
                <a16:creationId xmlns:a16="http://schemas.microsoft.com/office/drawing/2014/main" id="{4BC03014-A008-458D-B16E-182F636337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Angioplasty (1)</a:t>
            </a:r>
          </a:p>
        </p:txBody>
      </p:sp>
      <p:pic>
        <p:nvPicPr>
          <p:cNvPr id="55298" name="Picture 3" descr="vaisseau_13">
            <a:extLst>
              <a:ext uri="{FF2B5EF4-FFF2-40B4-BE49-F238E27FC236}">
                <a16:creationId xmlns:a16="http://schemas.microsoft.com/office/drawing/2014/main" id="{7D88E99A-7FAE-4AA1-8FC7-6AF46D1E68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0" y="2368550"/>
            <a:ext cx="6440488" cy="2932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>
            <a:extLst>
              <a:ext uri="{FF2B5EF4-FFF2-40B4-BE49-F238E27FC236}">
                <a16:creationId xmlns:a16="http://schemas.microsoft.com/office/drawing/2014/main" id="{CF3BA6BC-93A5-4E33-A8DD-407DA4E800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Angioplasty (2)</a:t>
            </a:r>
          </a:p>
        </p:txBody>
      </p:sp>
      <p:grpSp>
        <p:nvGrpSpPr>
          <p:cNvPr id="56322" name="angioplasty-balloon-catheter-in-artery">
            <a:extLst>
              <a:ext uri="{FF2B5EF4-FFF2-40B4-BE49-F238E27FC236}">
                <a16:creationId xmlns:a16="http://schemas.microsoft.com/office/drawing/2014/main" id="{A200125D-9A78-41E3-91C2-C2FB54722F10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4114800"/>
            <a:ext cx="5410200" cy="1373188"/>
            <a:chOff x="1177" y="1733"/>
            <a:chExt cx="3408" cy="865"/>
          </a:xfrm>
        </p:grpSpPr>
        <p:sp>
          <p:nvSpPr>
            <p:cNvPr id="56425" name="Freeform 4">
              <a:extLst>
                <a:ext uri="{FF2B5EF4-FFF2-40B4-BE49-F238E27FC236}">
                  <a16:creationId xmlns:a16="http://schemas.microsoft.com/office/drawing/2014/main" id="{D4BC34A5-918F-4432-BD15-3B21F6825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325"/>
              <a:ext cx="3393" cy="273"/>
            </a:xfrm>
            <a:custGeom>
              <a:avLst/>
              <a:gdLst>
                <a:gd name="T0" fmla="*/ 21213 w 1357"/>
                <a:gd name="T1" fmla="*/ 1649 h 102"/>
                <a:gd name="T2" fmla="*/ 15585 w 1357"/>
                <a:gd name="T3" fmla="*/ 1705 h 102"/>
                <a:gd name="T4" fmla="*/ 9629 w 1357"/>
                <a:gd name="T5" fmla="*/ 401 h 102"/>
                <a:gd name="T6" fmla="*/ 4738 w 1357"/>
                <a:gd name="T7" fmla="*/ 1073 h 102"/>
                <a:gd name="T8" fmla="*/ 0 w 1357"/>
                <a:gd name="T9" fmla="*/ 1568 h 102"/>
                <a:gd name="T10" fmla="*/ 0 w 1357"/>
                <a:gd name="T11" fmla="*/ 1247 h 102"/>
                <a:gd name="T12" fmla="*/ 4738 w 1357"/>
                <a:gd name="T13" fmla="*/ 744 h 102"/>
                <a:gd name="T14" fmla="*/ 9629 w 1357"/>
                <a:gd name="T15" fmla="*/ 78 h 102"/>
                <a:gd name="T16" fmla="*/ 15585 w 1357"/>
                <a:gd name="T17" fmla="*/ 1384 h 102"/>
                <a:gd name="T18" fmla="*/ 21213 w 1357"/>
                <a:gd name="T19" fmla="*/ 1325 h 102"/>
                <a:gd name="T20" fmla="*/ 21213 w 1357"/>
                <a:gd name="T21" fmla="*/ 1649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7" h="102">
                  <a:moveTo>
                    <a:pt x="1357" y="86"/>
                  </a:moveTo>
                  <a:cubicBezTo>
                    <a:pt x="1294" y="96"/>
                    <a:pt x="1100" y="102"/>
                    <a:pt x="997" y="89"/>
                  </a:cubicBezTo>
                  <a:cubicBezTo>
                    <a:pt x="893" y="77"/>
                    <a:pt x="762" y="25"/>
                    <a:pt x="616" y="21"/>
                  </a:cubicBezTo>
                  <a:cubicBezTo>
                    <a:pt x="469" y="18"/>
                    <a:pt x="420" y="21"/>
                    <a:pt x="303" y="56"/>
                  </a:cubicBezTo>
                  <a:cubicBezTo>
                    <a:pt x="186" y="91"/>
                    <a:pt x="28" y="81"/>
                    <a:pt x="0" y="82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8" y="63"/>
                    <a:pt x="186" y="74"/>
                    <a:pt x="303" y="39"/>
                  </a:cubicBezTo>
                  <a:cubicBezTo>
                    <a:pt x="420" y="4"/>
                    <a:pt x="469" y="0"/>
                    <a:pt x="616" y="4"/>
                  </a:cubicBezTo>
                  <a:cubicBezTo>
                    <a:pt x="762" y="7"/>
                    <a:pt x="893" y="60"/>
                    <a:pt x="997" y="72"/>
                  </a:cubicBezTo>
                  <a:cubicBezTo>
                    <a:pt x="1100" y="84"/>
                    <a:pt x="1294" y="79"/>
                    <a:pt x="1357" y="69"/>
                  </a:cubicBezTo>
                  <a:cubicBezTo>
                    <a:pt x="1357" y="86"/>
                    <a:pt x="1357" y="86"/>
                    <a:pt x="1357" y="86"/>
                  </a:cubicBezTo>
                </a:path>
              </a:pathLst>
            </a:custGeom>
            <a:solidFill>
              <a:srgbClr val="FCC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6" name="Freeform 5">
              <a:extLst>
                <a:ext uri="{FF2B5EF4-FFF2-40B4-BE49-F238E27FC236}">
                  <a16:creationId xmlns:a16="http://schemas.microsoft.com/office/drawing/2014/main" id="{EF83D848-9323-452E-BEF2-5D396B010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733"/>
              <a:ext cx="3400" cy="259"/>
            </a:xfrm>
            <a:custGeom>
              <a:avLst/>
              <a:gdLst>
                <a:gd name="T0" fmla="*/ 21250 w 1360"/>
                <a:gd name="T1" fmla="*/ 1562 h 97"/>
                <a:gd name="T2" fmla="*/ 14863 w 1360"/>
                <a:gd name="T3" fmla="*/ 1597 h 97"/>
                <a:gd name="T4" fmla="*/ 8408 w 1360"/>
                <a:gd name="T5" fmla="*/ 435 h 97"/>
                <a:gd name="T6" fmla="*/ 0 w 1360"/>
                <a:gd name="T7" fmla="*/ 1276 h 97"/>
                <a:gd name="T8" fmla="*/ 0 w 1360"/>
                <a:gd name="T9" fmla="*/ 913 h 97"/>
                <a:gd name="T10" fmla="*/ 8408 w 1360"/>
                <a:gd name="T11" fmla="*/ 35 h 97"/>
                <a:gd name="T12" fmla="*/ 14863 w 1360"/>
                <a:gd name="T13" fmla="*/ 1199 h 97"/>
                <a:gd name="T14" fmla="*/ 21250 w 1360"/>
                <a:gd name="T15" fmla="*/ 1183 h 97"/>
                <a:gd name="T16" fmla="*/ 21250 w 1360"/>
                <a:gd name="T17" fmla="*/ 1562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0" h="97">
                  <a:moveTo>
                    <a:pt x="1360" y="82"/>
                  </a:moveTo>
                  <a:cubicBezTo>
                    <a:pt x="1279" y="88"/>
                    <a:pt x="1071" y="97"/>
                    <a:pt x="951" y="84"/>
                  </a:cubicBezTo>
                  <a:cubicBezTo>
                    <a:pt x="830" y="72"/>
                    <a:pt x="713" y="25"/>
                    <a:pt x="538" y="23"/>
                  </a:cubicBezTo>
                  <a:cubicBezTo>
                    <a:pt x="363" y="21"/>
                    <a:pt x="149" y="72"/>
                    <a:pt x="0" y="6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49" y="53"/>
                    <a:pt x="363" y="0"/>
                    <a:pt x="538" y="2"/>
                  </a:cubicBezTo>
                  <a:cubicBezTo>
                    <a:pt x="713" y="4"/>
                    <a:pt x="830" y="51"/>
                    <a:pt x="951" y="63"/>
                  </a:cubicBezTo>
                  <a:cubicBezTo>
                    <a:pt x="1080" y="76"/>
                    <a:pt x="1286" y="67"/>
                    <a:pt x="1360" y="62"/>
                  </a:cubicBezTo>
                  <a:lnTo>
                    <a:pt x="1360" y="82"/>
                  </a:lnTo>
                  <a:close/>
                </a:path>
              </a:pathLst>
            </a:custGeom>
            <a:solidFill>
              <a:srgbClr val="FCC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7" name="Freeform 6">
              <a:extLst>
                <a:ext uri="{FF2B5EF4-FFF2-40B4-BE49-F238E27FC236}">
                  <a16:creationId xmlns:a16="http://schemas.microsoft.com/office/drawing/2014/main" id="{790149C8-E7A1-4365-A8F0-FEFAB703E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792"/>
              <a:ext cx="3400" cy="757"/>
            </a:xfrm>
            <a:custGeom>
              <a:avLst/>
              <a:gdLst>
                <a:gd name="T0" fmla="*/ 8408 w 1360"/>
                <a:gd name="T1" fmla="*/ 21 h 284"/>
                <a:gd name="T2" fmla="*/ 14863 w 1360"/>
                <a:gd name="T3" fmla="*/ 1173 h 284"/>
                <a:gd name="T4" fmla="*/ 21250 w 1360"/>
                <a:gd name="T5" fmla="*/ 1136 h 284"/>
                <a:gd name="T6" fmla="*/ 21250 w 1360"/>
                <a:gd name="T7" fmla="*/ 5094 h 284"/>
                <a:gd name="T8" fmla="*/ 15625 w 1360"/>
                <a:gd name="T9" fmla="*/ 5150 h 284"/>
                <a:gd name="T10" fmla="*/ 9675 w 1360"/>
                <a:gd name="T11" fmla="*/ 3865 h 284"/>
                <a:gd name="T12" fmla="*/ 4783 w 1360"/>
                <a:gd name="T13" fmla="*/ 4526 h 284"/>
                <a:gd name="T14" fmla="*/ 583 w 1360"/>
                <a:gd name="T15" fmla="*/ 5016 h 284"/>
                <a:gd name="T16" fmla="*/ 50 w 1360"/>
                <a:gd name="T17" fmla="*/ 5016 h 284"/>
                <a:gd name="T18" fmla="*/ 0 w 1360"/>
                <a:gd name="T19" fmla="*/ 853 h 284"/>
                <a:gd name="T20" fmla="*/ 4188 w 1360"/>
                <a:gd name="T21" fmla="*/ 434 h 284"/>
                <a:gd name="T22" fmla="*/ 8408 w 1360"/>
                <a:gd name="T23" fmla="*/ 21 h 2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60" h="284">
                  <a:moveTo>
                    <a:pt x="538" y="1"/>
                  </a:moveTo>
                  <a:cubicBezTo>
                    <a:pt x="713" y="3"/>
                    <a:pt x="830" y="50"/>
                    <a:pt x="951" y="62"/>
                  </a:cubicBezTo>
                  <a:cubicBezTo>
                    <a:pt x="1071" y="75"/>
                    <a:pt x="1279" y="66"/>
                    <a:pt x="1360" y="60"/>
                  </a:cubicBezTo>
                  <a:cubicBezTo>
                    <a:pt x="1335" y="81"/>
                    <a:pt x="1292" y="192"/>
                    <a:pt x="1360" y="269"/>
                  </a:cubicBezTo>
                  <a:cubicBezTo>
                    <a:pt x="1297" y="279"/>
                    <a:pt x="1103" y="284"/>
                    <a:pt x="1000" y="272"/>
                  </a:cubicBezTo>
                  <a:cubicBezTo>
                    <a:pt x="896" y="260"/>
                    <a:pt x="765" y="207"/>
                    <a:pt x="619" y="204"/>
                  </a:cubicBezTo>
                  <a:cubicBezTo>
                    <a:pt x="472" y="200"/>
                    <a:pt x="423" y="204"/>
                    <a:pt x="306" y="239"/>
                  </a:cubicBezTo>
                  <a:cubicBezTo>
                    <a:pt x="214" y="266"/>
                    <a:pt x="96" y="266"/>
                    <a:pt x="37" y="265"/>
                  </a:cubicBezTo>
                  <a:cubicBezTo>
                    <a:pt x="21" y="265"/>
                    <a:pt x="9" y="265"/>
                    <a:pt x="3" y="265"/>
                  </a:cubicBezTo>
                  <a:cubicBezTo>
                    <a:pt x="63" y="209"/>
                    <a:pt x="16" y="61"/>
                    <a:pt x="0" y="45"/>
                  </a:cubicBezTo>
                  <a:cubicBezTo>
                    <a:pt x="77" y="48"/>
                    <a:pt x="171" y="35"/>
                    <a:pt x="268" y="23"/>
                  </a:cubicBezTo>
                  <a:cubicBezTo>
                    <a:pt x="360" y="12"/>
                    <a:pt x="454" y="0"/>
                    <a:pt x="538" y="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8" name="Freeform 7">
              <a:extLst>
                <a:ext uri="{FF2B5EF4-FFF2-40B4-BE49-F238E27FC236}">
                  <a16:creationId xmlns:a16="http://schemas.microsoft.com/office/drawing/2014/main" id="{052FE530-83B6-4036-91C8-E31A0C4E4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95"/>
              <a:ext cx="1606" cy="696"/>
            </a:xfrm>
            <a:custGeom>
              <a:avLst/>
              <a:gdLst>
                <a:gd name="T0" fmla="*/ 5931 w 642"/>
                <a:gd name="T1" fmla="*/ 3832 h 261"/>
                <a:gd name="T2" fmla="*/ 8080 w 642"/>
                <a:gd name="T3" fmla="*/ 3661 h 261"/>
                <a:gd name="T4" fmla="*/ 8393 w 642"/>
                <a:gd name="T5" fmla="*/ 3661 h 261"/>
                <a:gd name="T6" fmla="*/ 9173 w 642"/>
                <a:gd name="T7" fmla="*/ 3563 h 261"/>
                <a:gd name="T8" fmla="*/ 9281 w 642"/>
                <a:gd name="T9" fmla="*/ 3037 h 261"/>
                <a:gd name="T10" fmla="*/ 10031 w 642"/>
                <a:gd name="T11" fmla="*/ 1536 h 261"/>
                <a:gd name="T12" fmla="*/ 9831 w 642"/>
                <a:gd name="T13" fmla="*/ 1003 h 261"/>
                <a:gd name="T14" fmla="*/ 8498 w 642"/>
                <a:gd name="T15" fmla="*/ 704 h 261"/>
                <a:gd name="T16" fmla="*/ 7402 w 642"/>
                <a:gd name="T17" fmla="*/ 568 h 261"/>
                <a:gd name="T18" fmla="*/ 7077 w 642"/>
                <a:gd name="T19" fmla="*/ 397 h 261"/>
                <a:gd name="T20" fmla="*/ 5839 w 642"/>
                <a:gd name="T21" fmla="*/ 0 h 261"/>
                <a:gd name="T22" fmla="*/ 1533 w 642"/>
                <a:gd name="T23" fmla="*/ 456 h 261"/>
                <a:gd name="T24" fmla="*/ 4693 w 642"/>
                <a:gd name="T25" fmla="*/ 704 h 261"/>
                <a:gd name="T26" fmla="*/ 5994 w 642"/>
                <a:gd name="T27" fmla="*/ 1480 h 261"/>
                <a:gd name="T28" fmla="*/ 5794 w 642"/>
                <a:gd name="T29" fmla="*/ 2616 h 261"/>
                <a:gd name="T30" fmla="*/ 4225 w 642"/>
                <a:gd name="T31" fmla="*/ 3221 h 261"/>
                <a:gd name="T32" fmla="*/ 2459 w 642"/>
                <a:gd name="T33" fmla="*/ 3947 h 261"/>
                <a:gd name="T34" fmla="*/ 658 w 642"/>
                <a:gd name="T35" fmla="*/ 4800 h 261"/>
                <a:gd name="T36" fmla="*/ 0 w 642"/>
                <a:gd name="T37" fmla="*/ 4949 h 261"/>
                <a:gd name="T38" fmla="*/ 2304 w 642"/>
                <a:gd name="T39" fmla="*/ 4515 h 261"/>
                <a:gd name="T40" fmla="*/ 5931 w 642"/>
                <a:gd name="T41" fmla="*/ 3832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42" h="261">
                  <a:moveTo>
                    <a:pt x="379" y="202"/>
                  </a:moveTo>
                  <a:cubicBezTo>
                    <a:pt x="425" y="198"/>
                    <a:pt x="470" y="196"/>
                    <a:pt x="516" y="193"/>
                  </a:cubicBezTo>
                  <a:cubicBezTo>
                    <a:pt x="522" y="193"/>
                    <a:pt x="529" y="193"/>
                    <a:pt x="536" y="193"/>
                  </a:cubicBezTo>
                  <a:cubicBezTo>
                    <a:pt x="554" y="194"/>
                    <a:pt x="573" y="194"/>
                    <a:pt x="586" y="188"/>
                  </a:cubicBezTo>
                  <a:cubicBezTo>
                    <a:pt x="601" y="180"/>
                    <a:pt x="595" y="173"/>
                    <a:pt x="593" y="160"/>
                  </a:cubicBezTo>
                  <a:cubicBezTo>
                    <a:pt x="622" y="151"/>
                    <a:pt x="639" y="109"/>
                    <a:pt x="641" y="81"/>
                  </a:cubicBezTo>
                  <a:cubicBezTo>
                    <a:pt x="642" y="67"/>
                    <a:pt x="641" y="59"/>
                    <a:pt x="628" y="53"/>
                  </a:cubicBezTo>
                  <a:cubicBezTo>
                    <a:pt x="605" y="42"/>
                    <a:pt x="568" y="40"/>
                    <a:pt x="543" y="37"/>
                  </a:cubicBezTo>
                  <a:cubicBezTo>
                    <a:pt x="520" y="34"/>
                    <a:pt x="495" y="38"/>
                    <a:pt x="473" y="30"/>
                  </a:cubicBezTo>
                  <a:cubicBezTo>
                    <a:pt x="466" y="27"/>
                    <a:pt x="459" y="23"/>
                    <a:pt x="452" y="21"/>
                  </a:cubicBezTo>
                  <a:cubicBezTo>
                    <a:pt x="426" y="13"/>
                    <a:pt x="400" y="6"/>
                    <a:pt x="373" y="0"/>
                  </a:cubicBezTo>
                  <a:cubicBezTo>
                    <a:pt x="287" y="0"/>
                    <a:pt x="191" y="12"/>
                    <a:pt x="98" y="24"/>
                  </a:cubicBezTo>
                  <a:cubicBezTo>
                    <a:pt x="166" y="23"/>
                    <a:pt x="233" y="22"/>
                    <a:pt x="300" y="37"/>
                  </a:cubicBezTo>
                  <a:cubicBezTo>
                    <a:pt x="332" y="44"/>
                    <a:pt x="360" y="53"/>
                    <a:pt x="383" y="78"/>
                  </a:cubicBezTo>
                  <a:cubicBezTo>
                    <a:pt x="401" y="98"/>
                    <a:pt x="395" y="128"/>
                    <a:pt x="370" y="138"/>
                  </a:cubicBezTo>
                  <a:cubicBezTo>
                    <a:pt x="338" y="152"/>
                    <a:pt x="301" y="152"/>
                    <a:pt x="270" y="170"/>
                  </a:cubicBezTo>
                  <a:cubicBezTo>
                    <a:pt x="234" y="191"/>
                    <a:pt x="196" y="196"/>
                    <a:pt x="157" y="208"/>
                  </a:cubicBezTo>
                  <a:cubicBezTo>
                    <a:pt x="117" y="219"/>
                    <a:pt x="83" y="243"/>
                    <a:pt x="42" y="253"/>
                  </a:cubicBezTo>
                  <a:cubicBezTo>
                    <a:pt x="28" y="256"/>
                    <a:pt x="14" y="259"/>
                    <a:pt x="0" y="261"/>
                  </a:cubicBezTo>
                  <a:cubicBezTo>
                    <a:pt x="49" y="258"/>
                    <a:pt x="101" y="252"/>
                    <a:pt x="147" y="238"/>
                  </a:cubicBezTo>
                  <a:cubicBezTo>
                    <a:pt x="239" y="210"/>
                    <a:pt x="289" y="202"/>
                    <a:pt x="379" y="202"/>
                  </a:cubicBezTo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9" name="Freeform 8">
              <a:extLst>
                <a:ext uri="{FF2B5EF4-FFF2-40B4-BE49-F238E27FC236}">
                  <a16:creationId xmlns:a16="http://schemas.microsoft.com/office/drawing/2014/main" id="{69F89A03-9EDF-400B-A84D-98EAC7DE5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931"/>
              <a:ext cx="1300" cy="557"/>
            </a:xfrm>
            <a:custGeom>
              <a:avLst/>
              <a:gdLst>
                <a:gd name="T0" fmla="*/ 6800 w 520"/>
                <a:gd name="T1" fmla="*/ 2444 h 209"/>
                <a:gd name="T2" fmla="*/ 6658 w 520"/>
                <a:gd name="T3" fmla="*/ 2444 h 209"/>
                <a:gd name="T4" fmla="*/ 6550 w 520"/>
                <a:gd name="T5" fmla="*/ 2457 h 209"/>
                <a:gd name="T6" fmla="*/ 6208 w 520"/>
                <a:gd name="T7" fmla="*/ 2364 h 209"/>
                <a:gd name="T8" fmla="*/ 5283 w 520"/>
                <a:gd name="T9" fmla="*/ 2217 h 209"/>
                <a:gd name="T10" fmla="*/ 4345 w 520"/>
                <a:gd name="T11" fmla="*/ 1476 h 209"/>
                <a:gd name="T12" fmla="*/ 5688 w 520"/>
                <a:gd name="T13" fmla="*/ 704 h 209"/>
                <a:gd name="T14" fmla="*/ 7908 w 520"/>
                <a:gd name="T15" fmla="*/ 264 h 209"/>
                <a:gd name="T16" fmla="*/ 8125 w 520"/>
                <a:gd name="T17" fmla="*/ 227 h 209"/>
                <a:gd name="T18" fmla="*/ 3438 w 520"/>
                <a:gd name="T19" fmla="*/ 192 h 209"/>
                <a:gd name="T20" fmla="*/ 2395 w 520"/>
                <a:gd name="T21" fmla="*/ 0 h 209"/>
                <a:gd name="T22" fmla="*/ 1333 w 520"/>
                <a:gd name="T23" fmla="*/ 227 h 209"/>
                <a:gd name="T24" fmla="*/ 175 w 520"/>
                <a:gd name="T25" fmla="*/ 661 h 209"/>
                <a:gd name="T26" fmla="*/ 175 w 520"/>
                <a:gd name="T27" fmla="*/ 2004 h 209"/>
                <a:gd name="T28" fmla="*/ 520 w 520"/>
                <a:gd name="T29" fmla="*/ 2798 h 209"/>
                <a:gd name="T30" fmla="*/ 1363 w 520"/>
                <a:gd name="T31" fmla="*/ 3139 h 209"/>
                <a:gd name="T32" fmla="*/ 2425 w 520"/>
                <a:gd name="T33" fmla="*/ 3651 h 209"/>
                <a:gd name="T34" fmla="*/ 3033 w 520"/>
                <a:gd name="T35" fmla="*/ 3899 h 209"/>
                <a:gd name="T36" fmla="*/ 3175 w 520"/>
                <a:gd name="T37" fmla="*/ 3955 h 209"/>
                <a:gd name="T38" fmla="*/ 3158 w 520"/>
                <a:gd name="T39" fmla="*/ 3899 h 209"/>
                <a:gd name="T40" fmla="*/ 3613 w 520"/>
                <a:gd name="T41" fmla="*/ 2785 h 209"/>
                <a:gd name="T42" fmla="*/ 4408 w 520"/>
                <a:gd name="T43" fmla="*/ 2764 h 209"/>
                <a:gd name="T44" fmla="*/ 4895 w 520"/>
                <a:gd name="T45" fmla="*/ 2785 h 209"/>
                <a:gd name="T46" fmla="*/ 6145 w 520"/>
                <a:gd name="T47" fmla="*/ 2854 h 209"/>
                <a:gd name="T48" fmla="*/ 6800 w 520"/>
                <a:gd name="T49" fmla="*/ 2444 h 20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0" h="209">
                  <a:moveTo>
                    <a:pt x="435" y="129"/>
                  </a:moveTo>
                  <a:cubicBezTo>
                    <a:pt x="433" y="128"/>
                    <a:pt x="429" y="128"/>
                    <a:pt x="426" y="129"/>
                  </a:cubicBezTo>
                  <a:cubicBezTo>
                    <a:pt x="423" y="129"/>
                    <a:pt x="421" y="130"/>
                    <a:pt x="419" y="130"/>
                  </a:cubicBezTo>
                  <a:cubicBezTo>
                    <a:pt x="412" y="129"/>
                    <a:pt x="404" y="126"/>
                    <a:pt x="397" y="125"/>
                  </a:cubicBezTo>
                  <a:cubicBezTo>
                    <a:pt x="377" y="122"/>
                    <a:pt x="358" y="121"/>
                    <a:pt x="338" y="117"/>
                  </a:cubicBezTo>
                  <a:cubicBezTo>
                    <a:pt x="317" y="113"/>
                    <a:pt x="276" y="105"/>
                    <a:pt x="278" y="78"/>
                  </a:cubicBezTo>
                  <a:cubicBezTo>
                    <a:pt x="282" y="39"/>
                    <a:pt x="335" y="41"/>
                    <a:pt x="364" y="37"/>
                  </a:cubicBezTo>
                  <a:cubicBezTo>
                    <a:pt x="411" y="31"/>
                    <a:pt x="459" y="18"/>
                    <a:pt x="506" y="14"/>
                  </a:cubicBezTo>
                  <a:cubicBezTo>
                    <a:pt x="511" y="13"/>
                    <a:pt x="515" y="13"/>
                    <a:pt x="520" y="12"/>
                  </a:cubicBezTo>
                  <a:cubicBezTo>
                    <a:pt x="425" y="14"/>
                    <a:pt x="302" y="19"/>
                    <a:pt x="220" y="10"/>
                  </a:cubicBezTo>
                  <a:cubicBezTo>
                    <a:pt x="197" y="8"/>
                    <a:pt x="175" y="5"/>
                    <a:pt x="153" y="0"/>
                  </a:cubicBezTo>
                  <a:cubicBezTo>
                    <a:pt x="130" y="3"/>
                    <a:pt x="108" y="8"/>
                    <a:pt x="85" y="12"/>
                  </a:cubicBezTo>
                  <a:cubicBezTo>
                    <a:pt x="64" y="16"/>
                    <a:pt x="24" y="15"/>
                    <a:pt x="11" y="35"/>
                  </a:cubicBezTo>
                  <a:cubicBezTo>
                    <a:pt x="0" y="54"/>
                    <a:pt x="9" y="86"/>
                    <a:pt x="11" y="106"/>
                  </a:cubicBezTo>
                  <a:cubicBezTo>
                    <a:pt x="13" y="124"/>
                    <a:pt x="15" y="141"/>
                    <a:pt x="33" y="148"/>
                  </a:cubicBezTo>
                  <a:cubicBezTo>
                    <a:pt x="51" y="156"/>
                    <a:pt x="70" y="156"/>
                    <a:pt x="87" y="166"/>
                  </a:cubicBezTo>
                  <a:cubicBezTo>
                    <a:pt x="109" y="179"/>
                    <a:pt x="132" y="182"/>
                    <a:pt x="155" y="193"/>
                  </a:cubicBezTo>
                  <a:cubicBezTo>
                    <a:pt x="167" y="199"/>
                    <a:pt x="181" y="202"/>
                    <a:pt x="194" y="206"/>
                  </a:cubicBezTo>
                  <a:cubicBezTo>
                    <a:pt x="197" y="207"/>
                    <a:pt x="200" y="208"/>
                    <a:pt x="203" y="209"/>
                  </a:cubicBezTo>
                  <a:cubicBezTo>
                    <a:pt x="202" y="206"/>
                    <a:pt x="202" y="206"/>
                    <a:pt x="202" y="206"/>
                  </a:cubicBezTo>
                  <a:cubicBezTo>
                    <a:pt x="192" y="180"/>
                    <a:pt x="203" y="154"/>
                    <a:pt x="231" y="147"/>
                  </a:cubicBezTo>
                  <a:cubicBezTo>
                    <a:pt x="247" y="143"/>
                    <a:pt x="265" y="145"/>
                    <a:pt x="282" y="146"/>
                  </a:cubicBezTo>
                  <a:cubicBezTo>
                    <a:pt x="292" y="147"/>
                    <a:pt x="303" y="148"/>
                    <a:pt x="313" y="147"/>
                  </a:cubicBezTo>
                  <a:cubicBezTo>
                    <a:pt x="340" y="146"/>
                    <a:pt x="366" y="150"/>
                    <a:pt x="393" y="151"/>
                  </a:cubicBezTo>
                  <a:cubicBezTo>
                    <a:pt x="400" y="152"/>
                    <a:pt x="460" y="143"/>
                    <a:pt x="435" y="129"/>
                  </a:cubicBezTo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0" name="Freeform 9">
              <a:extLst>
                <a:ext uri="{FF2B5EF4-FFF2-40B4-BE49-F238E27FC236}">
                  <a16:creationId xmlns:a16="http://schemas.microsoft.com/office/drawing/2014/main" id="{B7953378-E902-4F14-BC1F-6AD31BDA5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795"/>
              <a:ext cx="1226" cy="240"/>
            </a:xfrm>
            <a:custGeom>
              <a:avLst/>
              <a:gdLst>
                <a:gd name="T0" fmla="*/ 1239 w 490"/>
                <a:gd name="T1" fmla="*/ 0 h 90"/>
                <a:gd name="T2" fmla="*/ 7676 w 490"/>
                <a:gd name="T3" fmla="*/ 1160 h 90"/>
                <a:gd name="T4" fmla="*/ 6906 w 490"/>
                <a:gd name="T5" fmla="*/ 1365 h 90"/>
                <a:gd name="T6" fmla="*/ 6015 w 490"/>
                <a:gd name="T7" fmla="*/ 1672 h 90"/>
                <a:gd name="T8" fmla="*/ 3538 w 490"/>
                <a:gd name="T9" fmla="*/ 1331 h 90"/>
                <a:gd name="T10" fmla="*/ 2367 w 490"/>
                <a:gd name="T11" fmla="*/ 1229 h 90"/>
                <a:gd name="T12" fmla="*/ 1471 w 490"/>
                <a:gd name="T13" fmla="*/ 797 h 90"/>
                <a:gd name="T14" fmla="*/ 1033 w 490"/>
                <a:gd name="T15" fmla="*/ 704 h 90"/>
                <a:gd name="T16" fmla="*/ 613 w 490"/>
                <a:gd name="T17" fmla="*/ 376 h 90"/>
                <a:gd name="T18" fmla="*/ 145 w 490"/>
                <a:gd name="T19" fmla="*/ 77 h 90"/>
                <a:gd name="T20" fmla="*/ 0 w 490"/>
                <a:gd name="T21" fmla="*/ 35 h 90"/>
                <a:gd name="T22" fmla="*/ 1239 w 490"/>
                <a:gd name="T23" fmla="*/ 0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0" h="90">
                  <a:moveTo>
                    <a:pt x="79" y="0"/>
                  </a:moveTo>
                  <a:cubicBezTo>
                    <a:pt x="253" y="2"/>
                    <a:pt x="370" y="49"/>
                    <a:pt x="490" y="61"/>
                  </a:cubicBezTo>
                  <a:cubicBezTo>
                    <a:pt x="474" y="63"/>
                    <a:pt x="457" y="66"/>
                    <a:pt x="441" y="72"/>
                  </a:cubicBezTo>
                  <a:cubicBezTo>
                    <a:pt x="422" y="78"/>
                    <a:pt x="405" y="90"/>
                    <a:pt x="384" y="88"/>
                  </a:cubicBezTo>
                  <a:cubicBezTo>
                    <a:pt x="332" y="84"/>
                    <a:pt x="279" y="73"/>
                    <a:pt x="226" y="70"/>
                  </a:cubicBezTo>
                  <a:cubicBezTo>
                    <a:pt x="201" y="69"/>
                    <a:pt x="176" y="68"/>
                    <a:pt x="151" y="65"/>
                  </a:cubicBezTo>
                  <a:cubicBezTo>
                    <a:pt x="129" y="61"/>
                    <a:pt x="115" y="49"/>
                    <a:pt x="94" y="42"/>
                  </a:cubicBezTo>
                  <a:cubicBezTo>
                    <a:pt x="85" y="39"/>
                    <a:pt x="75" y="40"/>
                    <a:pt x="66" y="37"/>
                  </a:cubicBezTo>
                  <a:cubicBezTo>
                    <a:pt x="57" y="33"/>
                    <a:pt x="48" y="24"/>
                    <a:pt x="39" y="20"/>
                  </a:cubicBezTo>
                  <a:cubicBezTo>
                    <a:pt x="29" y="15"/>
                    <a:pt x="18" y="7"/>
                    <a:pt x="9" y="4"/>
                  </a:cubicBezTo>
                  <a:cubicBezTo>
                    <a:pt x="6" y="3"/>
                    <a:pt x="3" y="3"/>
                    <a:pt x="0" y="2"/>
                  </a:cubicBezTo>
                  <a:cubicBezTo>
                    <a:pt x="27" y="1"/>
                    <a:pt x="54" y="0"/>
                    <a:pt x="79" y="0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1" name="Freeform 10">
              <a:extLst>
                <a:ext uri="{FF2B5EF4-FFF2-40B4-BE49-F238E27FC236}">
                  <a16:creationId xmlns:a16="http://schemas.microsoft.com/office/drawing/2014/main" id="{D5F214A8-D490-44A7-8990-C23C058A7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211"/>
              <a:ext cx="1183" cy="266"/>
            </a:xfrm>
            <a:custGeom>
              <a:avLst/>
              <a:gdLst>
                <a:gd name="T0" fmla="*/ 1083 w 473"/>
                <a:gd name="T1" fmla="*/ 319 h 100"/>
                <a:gd name="T2" fmla="*/ 1938 w 473"/>
                <a:gd name="T3" fmla="*/ 21 h 100"/>
                <a:gd name="T4" fmla="*/ 3096 w 473"/>
                <a:gd name="T5" fmla="*/ 35 h 100"/>
                <a:gd name="T6" fmla="*/ 5897 w 473"/>
                <a:gd name="T7" fmla="*/ 340 h 100"/>
                <a:gd name="T8" fmla="*/ 7401 w 473"/>
                <a:gd name="T9" fmla="*/ 1883 h 100"/>
                <a:gd name="T10" fmla="*/ 2689 w 473"/>
                <a:gd name="T11" fmla="*/ 886 h 100"/>
                <a:gd name="T12" fmla="*/ 0 w 473"/>
                <a:gd name="T13" fmla="*/ 942 h 100"/>
                <a:gd name="T14" fmla="*/ 238 w 473"/>
                <a:gd name="T15" fmla="*/ 886 h 100"/>
                <a:gd name="T16" fmla="*/ 1083 w 473"/>
                <a:gd name="T17" fmla="*/ 319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3" h="100">
                  <a:moveTo>
                    <a:pt x="69" y="17"/>
                  </a:moveTo>
                  <a:cubicBezTo>
                    <a:pt x="89" y="10"/>
                    <a:pt x="105" y="2"/>
                    <a:pt x="124" y="1"/>
                  </a:cubicBezTo>
                  <a:cubicBezTo>
                    <a:pt x="149" y="0"/>
                    <a:pt x="173" y="0"/>
                    <a:pt x="198" y="2"/>
                  </a:cubicBezTo>
                  <a:cubicBezTo>
                    <a:pt x="232" y="4"/>
                    <a:pt x="354" y="12"/>
                    <a:pt x="377" y="18"/>
                  </a:cubicBezTo>
                  <a:cubicBezTo>
                    <a:pt x="421" y="30"/>
                    <a:pt x="437" y="77"/>
                    <a:pt x="473" y="100"/>
                  </a:cubicBezTo>
                  <a:cubicBezTo>
                    <a:pt x="385" y="80"/>
                    <a:pt x="283" y="50"/>
                    <a:pt x="172" y="47"/>
                  </a:cubicBezTo>
                  <a:cubicBezTo>
                    <a:pt x="96" y="45"/>
                    <a:pt x="46" y="45"/>
                    <a:pt x="0" y="50"/>
                  </a:cubicBezTo>
                  <a:cubicBezTo>
                    <a:pt x="4" y="49"/>
                    <a:pt x="10" y="48"/>
                    <a:pt x="15" y="47"/>
                  </a:cubicBezTo>
                  <a:cubicBezTo>
                    <a:pt x="35" y="40"/>
                    <a:pt x="49" y="24"/>
                    <a:pt x="69" y="17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2" name="Freeform 11">
              <a:extLst>
                <a:ext uri="{FF2B5EF4-FFF2-40B4-BE49-F238E27FC236}">
                  <a16:creationId xmlns:a16="http://schemas.microsoft.com/office/drawing/2014/main" id="{C0869189-91AB-4B2C-B4F1-EF9648DEA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1955"/>
              <a:ext cx="882" cy="149"/>
            </a:xfrm>
            <a:custGeom>
              <a:avLst/>
              <a:gdLst>
                <a:gd name="T0" fmla="*/ 3321 w 353"/>
                <a:gd name="T1" fmla="*/ 532 h 56"/>
                <a:gd name="T2" fmla="*/ 4807 w 353"/>
                <a:gd name="T3" fmla="*/ 282 h 56"/>
                <a:gd name="T4" fmla="*/ 5507 w 353"/>
                <a:gd name="T5" fmla="*/ 0 h 56"/>
                <a:gd name="T6" fmla="*/ 1624 w 353"/>
                <a:gd name="T7" fmla="*/ 170 h 56"/>
                <a:gd name="T8" fmla="*/ 0 w 353"/>
                <a:gd name="T9" fmla="*/ 1054 h 56"/>
                <a:gd name="T10" fmla="*/ 575 w 353"/>
                <a:gd name="T11" fmla="*/ 772 h 56"/>
                <a:gd name="T12" fmla="*/ 1387 w 353"/>
                <a:gd name="T13" fmla="*/ 772 h 56"/>
                <a:gd name="T14" fmla="*/ 3321 w 353"/>
                <a:gd name="T15" fmla="*/ 53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3" h="56">
                  <a:moveTo>
                    <a:pt x="213" y="28"/>
                  </a:moveTo>
                  <a:cubicBezTo>
                    <a:pt x="246" y="26"/>
                    <a:pt x="276" y="24"/>
                    <a:pt x="308" y="15"/>
                  </a:cubicBezTo>
                  <a:cubicBezTo>
                    <a:pt x="324" y="11"/>
                    <a:pt x="343" y="16"/>
                    <a:pt x="353" y="0"/>
                  </a:cubicBezTo>
                  <a:cubicBezTo>
                    <a:pt x="300" y="3"/>
                    <a:pt x="200" y="11"/>
                    <a:pt x="104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8" y="56"/>
                    <a:pt x="26" y="43"/>
                    <a:pt x="37" y="41"/>
                  </a:cubicBezTo>
                  <a:cubicBezTo>
                    <a:pt x="54" y="39"/>
                    <a:pt x="72" y="39"/>
                    <a:pt x="89" y="41"/>
                  </a:cubicBezTo>
                  <a:cubicBezTo>
                    <a:pt x="126" y="44"/>
                    <a:pt x="176" y="29"/>
                    <a:pt x="213" y="28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3" name="Freeform 12">
              <a:extLst>
                <a:ext uri="{FF2B5EF4-FFF2-40B4-BE49-F238E27FC236}">
                  <a16:creationId xmlns:a16="http://schemas.microsoft.com/office/drawing/2014/main" id="{288B9C8B-9574-4CAF-9FB6-451A27B96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341"/>
              <a:ext cx="235" cy="179"/>
            </a:xfrm>
            <a:custGeom>
              <a:avLst/>
              <a:gdLst>
                <a:gd name="T0" fmla="*/ 345 w 94"/>
                <a:gd name="T1" fmla="*/ 0 h 67"/>
                <a:gd name="T2" fmla="*/ 1470 w 94"/>
                <a:gd name="T3" fmla="*/ 1277 h 67"/>
                <a:gd name="T4" fmla="*/ 563 w 94"/>
                <a:gd name="T5" fmla="*/ 1029 h 67"/>
                <a:gd name="T6" fmla="*/ 188 w 94"/>
                <a:gd name="T7" fmla="*/ 935 h 67"/>
                <a:gd name="T8" fmla="*/ 0 w 94"/>
                <a:gd name="T9" fmla="*/ 30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67">
                  <a:moveTo>
                    <a:pt x="22" y="0"/>
                  </a:moveTo>
                  <a:cubicBezTo>
                    <a:pt x="13" y="42"/>
                    <a:pt x="64" y="55"/>
                    <a:pt x="94" y="67"/>
                  </a:cubicBezTo>
                  <a:cubicBezTo>
                    <a:pt x="75" y="66"/>
                    <a:pt x="55" y="56"/>
                    <a:pt x="36" y="54"/>
                  </a:cubicBezTo>
                  <a:cubicBezTo>
                    <a:pt x="27" y="53"/>
                    <a:pt x="19" y="55"/>
                    <a:pt x="12" y="49"/>
                  </a:cubicBezTo>
                  <a:cubicBezTo>
                    <a:pt x="0" y="40"/>
                    <a:pt x="5" y="26"/>
                    <a:pt x="0" y="16"/>
                  </a:cubicBezTo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4" name="Freeform 13">
              <a:extLst>
                <a:ext uri="{FF2B5EF4-FFF2-40B4-BE49-F238E27FC236}">
                  <a16:creationId xmlns:a16="http://schemas.microsoft.com/office/drawing/2014/main" id="{80E718C2-E4DF-4423-ABE9-9053B7BD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832"/>
              <a:ext cx="920" cy="149"/>
            </a:xfrm>
            <a:custGeom>
              <a:avLst/>
              <a:gdLst>
                <a:gd name="T0" fmla="*/ 0 w 368"/>
                <a:gd name="T1" fmla="*/ 567 h 56"/>
                <a:gd name="T2" fmla="*/ 5750 w 368"/>
                <a:gd name="T3" fmla="*/ 205 h 56"/>
                <a:gd name="T4" fmla="*/ 5050 w 368"/>
                <a:gd name="T5" fmla="*/ 136 h 56"/>
                <a:gd name="T6" fmla="*/ 4938 w 368"/>
                <a:gd name="T7" fmla="*/ 0 h 56"/>
                <a:gd name="T8" fmla="*/ 0 w 368"/>
                <a:gd name="T9" fmla="*/ 56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8" h="56">
                  <a:moveTo>
                    <a:pt x="0" y="30"/>
                  </a:moveTo>
                  <a:cubicBezTo>
                    <a:pt x="88" y="56"/>
                    <a:pt x="338" y="13"/>
                    <a:pt x="368" y="11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3" y="7"/>
                    <a:pt x="321" y="3"/>
                    <a:pt x="316" y="0"/>
                  </a:cubicBezTo>
                  <a:cubicBezTo>
                    <a:pt x="204" y="13"/>
                    <a:pt x="91" y="30"/>
                    <a:pt x="0" y="3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5" name="Freeform 14">
              <a:extLst>
                <a:ext uri="{FF2B5EF4-FFF2-40B4-BE49-F238E27FC236}">
                  <a16:creationId xmlns:a16="http://schemas.microsoft.com/office/drawing/2014/main" id="{45F3FF04-8AE9-4432-94A8-92A9B8D0C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051"/>
              <a:ext cx="1371" cy="234"/>
            </a:xfrm>
            <a:custGeom>
              <a:avLst/>
              <a:gdLst>
                <a:gd name="T0" fmla="*/ 0 w 548"/>
                <a:gd name="T1" fmla="*/ 1244 h 88"/>
                <a:gd name="T2" fmla="*/ 3160 w 548"/>
                <a:gd name="T3" fmla="*/ 750 h 88"/>
                <a:gd name="T4" fmla="*/ 5359 w 548"/>
                <a:gd name="T5" fmla="*/ 375 h 88"/>
                <a:gd name="T6" fmla="*/ 6297 w 548"/>
                <a:gd name="T7" fmla="*/ 452 h 88"/>
                <a:gd name="T8" fmla="*/ 8111 w 548"/>
                <a:gd name="T9" fmla="*/ 375 h 88"/>
                <a:gd name="T10" fmla="*/ 8236 w 548"/>
                <a:gd name="T11" fmla="*/ 792 h 88"/>
                <a:gd name="T12" fmla="*/ 6955 w 548"/>
                <a:gd name="T13" fmla="*/ 1316 h 88"/>
                <a:gd name="T14" fmla="*/ 5234 w 548"/>
                <a:gd name="T15" fmla="*/ 941 h 88"/>
                <a:gd name="T16" fmla="*/ 1909 w 548"/>
                <a:gd name="T17" fmla="*/ 1463 h 88"/>
                <a:gd name="T18" fmla="*/ 95 w 548"/>
                <a:gd name="T19" fmla="*/ 1428 h 88"/>
                <a:gd name="T20" fmla="*/ 0 w 548"/>
                <a:gd name="T21" fmla="*/ 1244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8" h="88">
                  <a:moveTo>
                    <a:pt x="0" y="66"/>
                  </a:moveTo>
                  <a:cubicBezTo>
                    <a:pt x="36" y="70"/>
                    <a:pt x="140" y="50"/>
                    <a:pt x="202" y="40"/>
                  </a:cubicBezTo>
                  <a:cubicBezTo>
                    <a:pt x="264" y="30"/>
                    <a:pt x="308" y="22"/>
                    <a:pt x="342" y="20"/>
                  </a:cubicBezTo>
                  <a:cubicBezTo>
                    <a:pt x="354" y="19"/>
                    <a:pt x="377" y="21"/>
                    <a:pt x="402" y="24"/>
                  </a:cubicBezTo>
                  <a:cubicBezTo>
                    <a:pt x="447" y="28"/>
                    <a:pt x="499" y="32"/>
                    <a:pt x="518" y="20"/>
                  </a:cubicBezTo>
                  <a:cubicBezTo>
                    <a:pt x="548" y="0"/>
                    <a:pt x="526" y="42"/>
                    <a:pt x="526" y="42"/>
                  </a:cubicBezTo>
                  <a:cubicBezTo>
                    <a:pt x="444" y="70"/>
                    <a:pt x="444" y="70"/>
                    <a:pt x="444" y="70"/>
                  </a:cubicBezTo>
                  <a:cubicBezTo>
                    <a:pt x="444" y="70"/>
                    <a:pt x="360" y="44"/>
                    <a:pt x="334" y="50"/>
                  </a:cubicBezTo>
                  <a:cubicBezTo>
                    <a:pt x="308" y="56"/>
                    <a:pt x="188" y="68"/>
                    <a:pt x="122" y="78"/>
                  </a:cubicBezTo>
                  <a:cubicBezTo>
                    <a:pt x="70" y="88"/>
                    <a:pt x="6" y="76"/>
                    <a:pt x="6" y="76"/>
                  </a:cubicBezTo>
                  <a:cubicBezTo>
                    <a:pt x="0" y="66"/>
                    <a:pt x="0" y="66"/>
                    <a:pt x="0" y="66"/>
                  </a:cubicBezTo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6" name="Freeform 15">
              <a:extLst>
                <a:ext uri="{FF2B5EF4-FFF2-40B4-BE49-F238E27FC236}">
                  <a16:creationId xmlns:a16="http://schemas.microsoft.com/office/drawing/2014/main" id="{C9E5E51C-0472-4FF2-B309-530F8C03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84"/>
              <a:ext cx="190" cy="117"/>
            </a:xfrm>
            <a:custGeom>
              <a:avLst/>
              <a:gdLst>
                <a:gd name="T0" fmla="*/ 250 w 76"/>
                <a:gd name="T1" fmla="*/ 0 h 44"/>
                <a:gd name="T2" fmla="*/ 313 w 76"/>
                <a:gd name="T3" fmla="*/ 566 h 44"/>
                <a:gd name="T4" fmla="*/ 625 w 76"/>
                <a:gd name="T5" fmla="*/ 750 h 44"/>
                <a:gd name="T6" fmla="*/ 1188 w 76"/>
                <a:gd name="T7" fmla="*/ 37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44">
                  <a:moveTo>
                    <a:pt x="16" y="0"/>
                  </a:moveTo>
                  <a:cubicBezTo>
                    <a:pt x="36" y="6"/>
                    <a:pt x="40" y="16"/>
                    <a:pt x="20" y="30"/>
                  </a:cubicBezTo>
                  <a:cubicBezTo>
                    <a:pt x="0" y="44"/>
                    <a:pt x="40" y="40"/>
                    <a:pt x="40" y="40"/>
                  </a:cubicBezTo>
                  <a:cubicBezTo>
                    <a:pt x="76" y="20"/>
                    <a:pt x="76" y="20"/>
                    <a:pt x="76" y="20"/>
                  </a:cubicBezTo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7" name="Freeform 16">
              <a:extLst>
                <a:ext uri="{FF2B5EF4-FFF2-40B4-BE49-F238E27FC236}">
                  <a16:creationId xmlns:a16="http://schemas.microsoft.com/office/drawing/2014/main" id="{FDBC51AD-7EAC-4B34-819C-FFD626BE8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275"/>
              <a:ext cx="65" cy="208"/>
            </a:xfrm>
            <a:custGeom>
              <a:avLst/>
              <a:gdLst>
                <a:gd name="T0" fmla="*/ 0 w 26"/>
                <a:gd name="T1" fmla="*/ 1480 h 78"/>
                <a:gd name="T2" fmla="*/ 283 w 26"/>
                <a:gd name="T3" fmla="*/ 0 h 78"/>
                <a:gd name="T4" fmla="*/ 0 w 26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78">
                  <a:moveTo>
                    <a:pt x="0" y="78"/>
                  </a:moveTo>
                  <a:cubicBezTo>
                    <a:pt x="16" y="58"/>
                    <a:pt x="22" y="22"/>
                    <a:pt x="18" y="0"/>
                  </a:cubicBezTo>
                  <a:cubicBezTo>
                    <a:pt x="26" y="20"/>
                    <a:pt x="26" y="42"/>
                    <a:pt x="0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8" name="Freeform 17">
              <a:extLst>
                <a:ext uri="{FF2B5EF4-FFF2-40B4-BE49-F238E27FC236}">
                  <a16:creationId xmlns:a16="http://schemas.microsoft.com/office/drawing/2014/main" id="{2E481965-04C9-4876-9F57-D19DBF876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067"/>
              <a:ext cx="142" cy="410"/>
            </a:xfrm>
            <a:custGeom>
              <a:avLst/>
              <a:gdLst>
                <a:gd name="T0" fmla="*/ 882 w 57"/>
                <a:gd name="T1" fmla="*/ 2907 h 154"/>
                <a:gd name="T2" fmla="*/ 712 w 57"/>
                <a:gd name="T3" fmla="*/ 0 h 154"/>
                <a:gd name="T4" fmla="*/ 882 w 57"/>
                <a:gd name="T5" fmla="*/ 2907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54">
                  <a:moveTo>
                    <a:pt x="57" y="154"/>
                  </a:moveTo>
                  <a:cubicBezTo>
                    <a:pt x="13" y="79"/>
                    <a:pt x="36" y="27"/>
                    <a:pt x="46" y="0"/>
                  </a:cubicBezTo>
                  <a:cubicBezTo>
                    <a:pt x="33" y="14"/>
                    <a:pt x="0" y="77"/>
                    <a:pt x="57" y="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9" name="Freeform 18">
              <a:extLst>
                <a:ext uri="{FF2B5EF4-FFF2-40B4-BE49-F238E27FC236}">
                  <a16:creationId xmlns:a16="http://schemas.microsoft.com/office/drawing/2014/main" id="{6F5F3151-0E9A-4BF1-838B-2AE42749F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432"/>
              <a:ext cx="980" cy="115"/>
            </a:xfrm>
            <a:custGeom>
              <a:avLst/>
              <a:gdLst>
                <a:gd name="T0" fmla="*/ 5783 w 392"/>
                <a:gd name="T1" fmla="*/ 615 h 43"/>
                <a:gd name="T2" fmla="*/ 95 w 392"/>
                <a:gd name="T3" fmla="*/ 0 h 43"/>
                <a:gd name="T4" fmla="*/ 0 w 392"/>
                <a:gd name="T5" fmla="*/ 423 h 43"/>
                <a:gd name="T6" fmla="*/ 925 w 392"/>
                <a:gd name="T7" fmla="*/ 615 h 43"/>
                <a:gd name="T8" fmla="*/ 6125 w 392"/>
                <a:gd name="T9" fmla="*/ 615 h 43"/>
                <a:gd name="T10" fmla="*/ 5783 w 392"/>
                <a:gd name="T11" fmla="*/ 61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2" h="43">
                  <a:moveTo>
                    <a:pt x="370" y="32"/>
                  </a:moveTo>
                  <a:cubicBezTo>
                    <a:pt x="296" y="37"/>
                    <a:pt x="57" y="29"/>
                    <a:pt x="6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1" y="26"/>
                    <a:pt x="40" y="30"/>
                    <a:pt x="59" y="32"/>
                  </a:cubicBezTo>
                  <a:cubicBezTo>
                    <a:pt x="150" y="43"/>
                    <a:pt x="312" y="40"/>
                    <a:pt x="392" y="32"/>
                  </a:cubicBezTo>
                  <a:cubicBezTo>
                    <a:pt x="389" y="31"/>
                    <a:pt x="382" y="31"/>
                    <a:pt x="370" y="32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0" name="Freeform 19">
              <a:extLst>
                <a:ext uri="{FF2B5EF4-FFF2-40B4-BE49-F238E27FC236}">
                  <a16:creationId xmlns:a16="http://schemas.microsoft.com/office/drawing/2014/main" id="{3F57C292-0627-4A92-AF41-AAB791761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504"/>
              <a:ext cx="908" cy="53"/>
            </a:xfrm>
            <a:custGeom>
              <a:avLst/>
              <a:gdLst>
                <a:gd name="T0" fmla="*/ 20 w 363"/>
                <a:gd name="T1" fmla="*/ 111 h 20"/>
                <a:gd name="T2" fmla="*/ 2471 w 363"/>
                <a:gd name="T3" fmla="*/ 260 h 20"/>
                <a:gd name="T4" fmla="*/ 5663 w 363"/>
                <a:gd name="T5" fmla="*/ 56 h 20"/>
                <a:gd name="T6" fmla="*/ 5663 w 363"/>
                <a:gd name="T7" fmla="*/ 34 h 20"/>
                <a:gd name="T8" fmla="*/ 5631 w 363"/>
                <a:gd name="T9" fmla="*/ 34 h 20"/>
                <a:gd name="T10" fmla="*/ 5631 w 363"/>
                <a:gd name="T11" fmla="*/ 352 h 20"/>
                <a:gd name="T12" fmla="*/ 5663 w 363"/>
                <a:gd name="T13" fmla="*/ 371 h 20"/>
                <a:gd name="T14" fmla="*/ 5681 w 363"/>
                <a:gd name="T15" fmla="*/ 352 h 20"/>
                <a:gd name="T16" fmla="*/ 5681 w 363"/>
                <a:gd name="T17" fmla="*/ 34 h 20"/>
                <a:gd name="T18" fmla="*/ 5681 w 363"/>
                <a:gd name="T19" fmla="*/ 0 h 20"/>
                <a:gd name="T20" fmla="*/ 5651 w 363"/>
                <a:gd name="T21" fmla="*/ 0 h 20"/>
                <a:gd name="T22" fmla="*/ 2471 w 363"/>
                <a:gd name="T23" fmla="*/ 204 h 20"/>
                <a:gd name="T24" fmla="*/ 33 w 363"/>
                <a:gd name="T25" fmla="*/ 77 h 20"/>
                <a:gd name="T26" fmla="*/ 0 w 363"/>
                <a:gd name="T27" fmla="*/ 90 h 20"/>
                <a:gd name="T28" fmla="*/ 20 w 363"/>
                <a:gd name="T29" fmla="*/ 111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3" h="20">
                  <a:moveTo>
                    <a:pt x="1" y="6"/>
                  </a:moveTo>
                  <a:cubicBezTo>
                    <a:pt x="44" y="12"/>
                    <a:pt x="101" y="14"/>
                    <a:pt x="158" y="14"/>
                  </a:cubicBezTo>
                  <a:cubicBezTo>
                    <a:pt x="241" y="14"/>
                    <a:pt x="324" y="9"/>
                    <a:pt x="362" y="3"/>
                  </a:cubicBezTo>
                  <a:cubicBezTo>
                    <a:pt x="362" y="2"/>
                    <a:pt x="362" y="2"/>
                    <a:pt x="362" y="2"/>
                  </a:cubicBezTo>
                  <a:cubicBezTo>
                    <a:pt x="360" y="2"/>
                    <a:pt x="360" y="2"/>
                    <a:pt x="360" y="2"/>
                  </a:cubicBezTo>
                  <a:cubicBezTo>
                    <a:pt x="360" y="19"/>
                    <a:pt x="360" y="19"/>
                    <a:pt x="360" y="19"/>
                  </a:cubicBezTo>
                  <a:cubicBezTo>
                    <a:pt x="360" y="20"/>
                    <a:pt x="361" y="20"/>
                    <a:pt x="362" y="20"/>
                  </a:cubicBezTo>
                  <a:cubicBezTo>
                    <a:pt x="362" y="20"/>
                    <a:pt x="363" y="20"/>
                    <a:pt x="363" y="19"/>
                  </a:cubicBezTo>
                  <a:cubicBezTo>
                    <a:pt x="363" y="2"/>
                    <a:pt x="363" y="2"/>
                    <a:pt x="363" y="2"/>
                  </a:cubicBezTo>
                  <a:cubicBezTo>
                    <a:pt x="363" y="1"/>
                    <a:pt x="363" y="1"/>
                    <a:pt x="363" y="0"/>
                  </a:cubicBezTo>
                  <a:cubicBezTo>
                    <a:pt x="362" y="0"/>
                    <a:pt x="362" y="0"/>
                    <a:pt x="361" y="0"/>
                  </a:cubicBezTo>
                  <a:cubicBezTo>
                    <a:pt x="324" y="6"/>
                    <a:pt x="241" y="11"/>
                    <a:pt x="158" y="11"/>
                  </a:cubicBezTo>
                  <a:cubicBezTo>
                    <a:pt x="101" y="11"/>
                    <a:pt x="44" y="9"/>
                    <a:pt x="2" y="4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1" name="Freeform 20">
              <a:extLst>
                <a:ext uri="{FF2B5EF4-FFF2-40B4-BE49-F238E27FC236}">
                  <a16:creationId xmlns:a16="http://schemas.microsoft.com/office/drawing/2014/main" id="{A2C6ACD3-FB0A-4081-A993-3894F7CCA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376"/>
              <a:ext cx="3398" cy="211"/>
            </a:xfrm>
            <a:custGeom>
              <a:avLst/>
              <a:gdLst>
                <a:gd name="T0" fmla="*/ 21213 w 1359"/>
                <a:gd name="T1" fmla="*/ 1255 h 79"/>
                <a:gd name="T2" fmla="*/ 18038 w 1359"/>
                <a:gd name="T3" fmla="*/ 1448 h 79"/>
                <a:gd name="T4" fmla="*/ 15597 w 1359"/>
                <a:gd name="T5" fmla="*/ 1311 h 79"/>
                <a:gd name="T6" fmla="*/ 9646 w 1359"/>
                <a:gd name="T7" fmla="*/ 21 h 79"/>
                <a:gd name="T8" fmla="*/ 8489 w 1359"/>
                <a:gd name="T9" fmla="*/ 0 h 79"/>
                <a:gd name="T10" fmla="*/ 4738 w 1359"/>
                <a:gd name="T11" fmla="*/ 684 h 79"/>
                <a:gd name="T12" fmla="*/ 1033 w 1359"/>
                <a:gd name="T13" fmla="*/ 1183 h 79"/>
                <a:gd name="T14" fmla="*/ 188 w 1359"/>
                <a:gd name="T15" fmla="*/ 1183 h 79"/>
                <a:gd name="T16" fmla="*/ 20 w 1359"/>
                <a:gd name="T17" fmla="*/ 1183 h 79"/>
                <a:gd name="T18" fmla="*/ 20 w 1359"/>
                <a:gd name="T19" fmla="*/ 1199 h 79"/>
                <a:gd name="T20" fmla="*/ 50 w 1359"/>
                <a:gd name="T21" fmla="*/ 1199 h 79"/>
                <a:gd name="T22" fmla="*/ 50 w 1359"/>
                <a:gd name="T23" fmla="*/ 879 h 79"/>
                <a:gd name="T24" fmla="*/ 20 w 1359"/>
                <a:gd name="T25" fmla="*/ 879 h 79"/>
                <a:gd name="T26" fmla="*/ 33 w 1359"/>
                <a:gd name="T27" fmla="*/ 913 h 79"/>
                <a:gd name="T28" fmla="*/ 188 w 1359"/>
                <a:gd name="T29" fmla="*/ 900 h 79"/>
                <a:gd name="T30" fmla="*/ 1033 w 1359"/>
                <a:gd name="T31" fmla="*/ 913 h 79"/>
                <a:gd name="T32" fmla="*/ 4751 w 1359"/>
                <a:gd name="T33" fmla="*/ 401 h 79"/>
                <a:gd name="T34" fmla="*/ 4771 w 1359"/>
                <a:gd name="T35" fmla="*/ 363 h 79"/>
                <a:gd name="T36" fmla="*/ 4738 w 1359"/>
                <a:gd name="T37" fmla="*/ 342 h 79"/>
                <a:gd name="T38" fmla="*/ 1033 w 1359"/>
                <a:gd name="T39" fmla="*/ 857 h 79"/>
                <a:gd name="T40" fmla="*/ 188 w 1359"/>
                <a:gd name="T41" fmla="*/ 841 h 79"/>
                <a:gd name="T42" fmla="*/ 20 w 1359"/>
                <a:gd name="T43" fmla="*/ 857 h 79"/>
                <a:gd name="T44" fmla="*/ 0 w 1359"/>
                <a:gd name="T45" fmla="*/ 879 h 79"/>
                <a:gd name="T46" fmla="*/ 0 w 1359"/>
                <a:gd name="T47" fmla="*/ 1199 h 79"/>
                <a:gd name="T48" fmla="*/ 0 w 1359"/>
                <a:gd name="T49" fmla="*/ 1242 h 79"/>
                <a:gd name="T50" fmla="*/ 33 w 1359"/>
                <a:gd name="T51" fmla="*/ 1242 h 79"/>
                <a:gd name="T52" fmla="*/ 188 w 1359"/>
                <a:gd name="T53" fmla="*/ 1242 h 79"/>
                <a:gd name="T54" fmla="*/ 1033 w 1359"/>
                <a:gd name="T55" fmla="*/ 1242 h 79"/>
                <a:gd name="T56" fmla="*/ 4751 w 1359"/>
                <a:gd name="T57" fmla="*/ 743 h 79"/>
                <a:gd name="T58" fmla="*/ 8489 w 1359"/>
                <a:gd name="T59" fmla="*/ 56 h 79"/>
                <a:gd name="T60" fmla="*/ 9646 w 1359"/>
                <a:gd name="T61" fmla="*/ 77 h 79"/>
                <a:gd name="T62" fmla="*/ 15585 w 1359"/>
                <a:gd name="T63" fmla="*/ 1370 h 79"/>
                <a:gd name="T64" fmla="*/ 18038 w 1359"/>
                <a:gd name="T65" fmla="*/ 1506 h 79"/>
                <a:gd name="T66" fmla="*/ 21226 w 1359"/>
                <a:gd name="T67" fmla="*/ 1298 h 79"/>
                <a:gd name="T68" fmla="*/ 21243 w 1359"/>
                <a:gd name="T69" fmla="*/ 1277 h 79"/>
                <a:gd name="T70" fmla="*/ 21213 w 1359"/>
                <a:gd name="T71" fmla="*/ 1255 h 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59" h="79">
                  <a:moveTo>
                    <a:pt x="1357" y="66"/>
                  </a:moveTo>
                  <a:cubicBezTo>
                    <a:pt x="1320" y="72"/>
                    <a:pt x="1237" y="76"/>
                    <a:pt x="1154" y="76"/>
                  </a:cubicBezTo>
                  <a:cubicBezTo>
                    <a:pt x="1097" y="76"/>
                    <a:pt x="1040" y="74"/>
                    <a:pt x="998" y="69"/>
                  </a:cubicBezTo>
                  <a:cubicBezTo>
                    <a:pt x="895" y="57"/>
                    <a:pt x="764" y="4"/>
                    <a:pt x="617" y="1"/>
                  </a:cubicBezTo>
                  <a:cubicBezTo>
                    <a:pt x="589" y="0"/>
                    <a:pt x="565" y="0"/>
                    <a:pt x="543" y="0"/>
                  </a:cubicBezTo>
                  <a:cubicBezTo>
                    <a:pt x="449" y="0"/>
                    <a:pt x="398" y="7"/>
                    <a:pt x="303" y="36"/>
                  </a:cubicBezTo>
                  <a:cubicBezTo>
                    <a:pt x="226" y="59"/>
                    <a:pt x="130" y="62"/>
                    <a:pt x="66" y="62"/>
                  </a:cubicBezTo>
                  <a:cubicBezTo>
                    <a:pt x="43" y="62"/>
                    <a:pt x="24" y="62"/>
                    <a:pt x="12" y="62"/>
                  </a:cubicBezTo>
                  <a:cubicBezTo>
                    <a:pt x="8" y="62"/>
                    <a:pt x="4" y="62"/>
                    <a:pt x="1" y="62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4" y="47"/>
                    <a:pt x="8" y="47"/>
                    <a:pt x="12" y="47"/>
                  </a:cubicBezTo>
                  <a:cubicBezTo>
                    <a:pt x="24" y="47"/>
                    <a:pt x="43" y="48"/>
                    <a:pt x="66" y="48"/>
                  </a:cubicBezTo>
                  <a:cubicBezTo>
                    <a:pt x="130" y="48"/>
                    <a:pt x="226" y="45"/>
                    <a:pt x="304" y="21"/>
                  </a:cubicBezTo>
                  <a:cubicBezTo>
                    <a:pt x="305" y="21"/>
                    <a:pt x="305" y="20"/>
                    <a:pt x="305" y="19"/>
                  </a:cubicBezTo>
                  <a:cubicBezTo>
                    <a:pt x="305" y="19"/>
                    <a:pt x="304" y="18"/>
                    <a:pt x="303" y="18"/>
                  </a:cubicBezTo>
                  <a:cubicBezTo>
                    <a:pt x="226" y="42"/>
                    <a:pt x="130" y="45"/>
                    <a:pt x="66" y="45"/>
                  </a:cubicBezTo>
                  <a:cubicBezTo>
                    <a:pt x="43" y="45"/>
                    <a:pt x="24" y="44"/>
                    <a:pt x="12" y="44"/>
                  </a:cubicBezTo>
                  <a:cubicBezTo>
                    <a:pt x="8" y="44"/>
                    <a:pt x="4" y="44"/>
                    <a:pt x="1" y="45"/>
                  </a:cubicBezTo>
                  <a:cubicBezTo>
                    <a:pt x="1" y="45"/>
                    <a:pt x="0" y="45"/>
                    <a:pt x="0" y="4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4"/>
                    <a:pt x="0" y="64"/>
                    <a:pt x="0" y="65"/>
                  </a:cubicBezTo>
                  <a:cubicBezTo>
                    <a:pt x="1" y="65"/>
                    <a:pt x="1" y="65"/>
                    <a:pt x="2" y="65"/>
                  </a:cubicBezTo>
                  <a:cubicBezTo>
                    <a:pt x="4" y="65"/>
                    <a:pt x="8" y="65"/>
                    <a:pt x="12" y="65"/>
                  </a:cubicBezTo>
                  <a:cubicBezTo>
                    <a:pt x="24" y="65"/>
                    <a:pt x="43" y="65"/>
                    <a:pt x="66" y="65"/>
                  </a:cubicBezTo>
                  <a:cubicBezTo>
                    <a:pt x="130" y="65"/>
                    <a:pt x="226" y="62"/>
                    <a:pt x="304" y="39"/>
                  </a:cubicBezTo>
                  <a:cubicBezTo>
                    <a:pt x="399" y="10"/>
                    <a:pt x="449" y="3"/>
                    <a:pt x="543" y="3"/>
                  </a:cubicBezTo>
                  <a:cubicBezTo>
                    <a:pt x="565" y="3"/>
                    <a:pt x="589" y="3"/>
                    <a:pt x="617" y="4"/>
                  </a:cubicBezTo>
                  <a:cubicBezTo>
                    <a:pt x="763" y="7"/>
                    <a:pt x="894" y="60"/>
                    <a:pt x="997" y="72"/>
                  </a:cubicBezTo>
                  <a:cubicBezTo>
                    <a:pt x="1040" y="77"/>
                    <a:pt x="1097" y="79"/>
                    <a:pt x="1154" y="79"/>
                  </a:cubicBezTo>
                  <a:cubicBezTo>
                    <a:pt x="1237" y="79"/>
                    <a:pt x="1320" y="75"/>
                    <a:pt x="1358" y="68"/>
                  </a:cubicBezTo>
                  <a:cubicBezTo>
                    <a:pt x="1359" y="68"/>
                    <a:pt x="1359" y="68"/>
                    <a:pt x="1359" y="67"/>
                  </a:cubicBezTo>
                  <a:cubicBezTo>
                    <a:pt x="1359" y="66"/>
                    <a:pt x="1358" y="65"/>
                    <a:pt x="1357" y="6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2" name="Freeform 21">
              <a:extLst>
                <a:ext uri="{FF2B5EF4-FFF2-40B4-BE49-F238E27FC236}">
                  <a16:creationId xmlns:a16="http://schemas.microsoft.com/office/drawing/2014/main" id="{41E389AC-FDCF-45F6-A629-360C37CEC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736"/>
              <a:ext cx="3408" cy="243"/>
            </a:xfrm>
            <a:custGeom>
              <a:avLst/>
              <a:gdLst>
                <a:gd name="T0" fmla="*/ 7084 w 1363"/>
                <a:gd name="T1" fmla="*/ 435 h 91"/>
                <a:gd name="T2" fmla="*/ 375 w 1363"/>
                <a:gd name="T3" fmla="*/ 1242 h 91"/>
                <a:gd name="T4" fmla="*/ 33 w 1363"/>
                <a:gd name="T5" fmla="*/ 1220 h 91"/>
                <a:gd name="T6" fmla="*/ 33 w 1363"/>
                <a:gd name="T7" fmla="*/ 1255 h 91"/>
                <a:gd name="T8" fmla="*/ 50 w 1363"/>
                <a:gd name="T9" fmla="*/ 1255 h 91"/>
                <a:gd name="T10" fmla="*/ 50 w 1363"/>
                <a:gd name="T11" fmla="*/ 897 h 91"/>
                <a:gd name="T12" fmla="*/ 33 w 1363"/>
                <a:gd name="T13" fmla="*/ 897 h 91"/>
                <a:gd name="T14" fmla="*/ 33 w 1363"/>
                <a:gd name="T15" fmla="*/ 913 h 91"/>
                <a:gd name="T16" fmla="*/ 375 w 1363"/>
                <a:gd name="T17" fmla="*/ 913 h 91"/>
                <a:gd name="T18" fmla="*/ 8314 w 1363"/>
                <a:gd name="T19" fmla="*/ 56 h 91"/>
                <a:gd name="T20" fmla="*/ 8439 w 1363"/>
                <a:gd name="T21" fmla="*/ 56 h 91"/>
                <a:gd name="T22" fmla="*/ 14897 w 1363"/>
                <a:gd name="T23" fmla="*/ 1220 h 91"/>
                <a:gd name="T24" fmla="*/ 17538 w 1363"/>
                <a:gd name="T25" fmla="*/ 1354 h 91"/>
                <a:gd name="T26" fmla="*/ 21288 w 1363"/>
                <a:gd name="T27" fmla="*/ 1199 h 91"/>
                <a:gd name="T28" fmla="*/ 21288 w 1363"/>
                <a:gd name="T29" fmla="*/ 1162 h 91"/>
                <a:gd name="T30" fmla="*/ 21256 w 1363"/>
                <a:gd name="T31" fmla="*/ 1162 h 91"/>
                <a:gd name="T32" fmla="*/ 21256 w 1363"/>
                <a:gd name="T33" fmla="*/ 1541 h 91"/>
                <a:gd name="T34" fmla="*/ 21288 w 1363"/>
                <a:gd name="T35" fmla="*/ 1541 h 91"/>
                <a:gd name="T36" fmla="*/ 21288 w 1363"/>
                <a:gd name="T37" fmla="*/ 1525 h 91"/>
                <a:gd name="T38" fmla="*/ 17350 w 1363"/>
                <a:gd name="T39" fmla="*/ 1677 h 91"/>
                <a:gd name="T40" fmla="*/ 14897 w 1363"/>
                <a:gd name="T41" fmla="*/ 1562 h 91"/>
                <a:gd name="T42" fmla="*/ 14867 w 1363"/>
                <a:gd name="T43" fmla="*/ 1584 h 91"/>
                <a:gd name="T44" fmla="*/ 14897 w 1363"/>
                <a:gd name="T45" fmla="*/ 1618 h 91"/>
                <a:gd name="T46" fmla="*/ 17350 w 1363"/>
                <a:gd name="T47" fmla="*/ 1733 h 91"/>
                <a:gd name="T48" fmla="*/ 21288 w 1363"/>
                <a:gd name="T49" fmla="*/ 1584 h 91"/>
                <a:gd name="T50" fmla="*/ 21306 w 1363"/>
                <a:gd name="T51" fmla="*/ 1541 h 91"/>
                <a:gd name="T52" fmla="*/ 21306 w 1363"/>
                <a:gd name="T53" fmla="*/ 1162 h 91"/>
                <a:gd name="T54" fmla="*/ 21306 w 1363"/>
                <a:gd name="T55" fmla="*/ 1140 h 91"/>
                <a:gd name="T56" fmla="*/ 21288 w 1363"/>
                <a:gd name="T57" fmla="*/ 1140 h 91"/>
                <a:gd name="T58" fmla="*/ 17538 w 1363"/>
                <a:gd name="T59" fmla="*/ 1298 h 91"/>
                <a:gd name="T60" fmla="*/ 14897 w 1363"/>
                <a:gd name="T61" fmla="*/ 1162 h 91"/>
                <a:gd name="T62" fmla="*/ 8439 w 1363"/>
                <a:gd name="T63" fmla="*/ 0 h 91"/>
                <a:gd name="T64" fmla="*/ 8314 w 1363"/>
                <a:gd name="T65" fmla="*/ 0 h 91"/>
                <a:gd name="T66" fmla="*/ 375 w 1363"/>
                <a:gd name="T67" fmla="*/ 855 h 91"/>
                <a:gd name="T68" fmla="*/ 33 w 1363"/>
                <a:gd name="T69" fmla="*/ 855 h 91"/>
                <a:gd name="T70" fmla="*/ 20 w 1363"/>
                <a:gd name="T71" fmla="*/ 876 h 91"/>
                <a:gd name="T72" fmla="*/ 0 w 1363"/>
                <a:gd name="T73" fmla="*/ 897 h 91"/>
                <a:gd name="T74" fmla="*/ 0 w 1363"/>
                <a:gd name="T75" fmla="*/ 1255 h 91"/>
                <a:gd name="T76" fmla="*/ 33 w 1363"/>
                <a:gd name="T77" fmla="*/ 1276 h 91"/>
                <a:gd name="T78" fmla="*/ 375 w 1363"/>
                <a:gd name="T79" fmla="*/ 1298 h 91"/>
                <a:gd name="T80" fmla="*/ 7084 w 1363"/>
                <a:gd name="T81" fmla="*/ 491 h 91"/>
                <a:gd name="T82" fmla="*/ 7096 w 1363"/>
                <a:gd name="T83" fmla="*/ 478 h 91"/>
                <a:gd name="T84" fmla="*/ 7084 w 1363"/>
                <a:gd name="T85" fmla="*/ 435 h 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63" h="91">
                  <a:moveTo>
                    <a:pt x="453" y="23"/>
                  </a:moveTo>
                  <a:cubicBezTo>
                    <a:pt x="307" y="33"/>
                    <a:pt x="146" y="65"/>
                    <a:pt x="24" y="65"/>
                  </a:cubicBezTo>
                  <a:cubicBezTo>
                    <a:pt x="17" y="65"/>
                    <a:pt x="9" y="65"/>
                    <a:pt x="2" y="64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9" y="48"/>
                    <a:pt x="16" y="48"/>
                    <a:pt x="24" y="48"/>
                  </a:cubicBezTo>
                  <a:cubicBezTo>
                    <a:pt x="169" y="48"/>
                    <a:pt x="367" y="3"/>
                    <a:pt x="532" y="3"/>
                  </a:cubicBezTo>
                  <a:cubicBezTo>
                    <a:pt x="534" y="3"/>
                    <a:pt x="537" y="3"/>
                    <a:pt x="540" y="3"/>
                  </a:cubicBezTo>
                  <a:cubicBezTo>
                    <a:pt x="715" y="4"/>
                    <a:pt x="832" y="52"/>
                    <a:pt x="953" y="64"/>
                  </a:cubicBezTo>
                  <a:cubicBezTo>
                    <a:pt x="1002" y="69"/>
                    <a:pt x="1062" y="71"/>
                    <a:pt x="1122" y="71"/>
                  </a:cubicBezTo>
                  <a:cubicBezTo>
                    <a:pt x="1220" y="71"/>
                    <a:pt x="1316" y="66"/>
                    <a:pt x="1362" y="63"/>
                  </a:cubicBezTo>
                  <a:cubicBezTo>
                    <a:pt x="1362" y="61"/>
                    <a:pt x="1362" y="61"/>
                    <a:pt x="1362" y="61"/>
                  </a:cubicBezTo>
                  <a:cubicBezTo>
                    <a:pt x="1360" y="61"/>
                    <a:pt x="1360" y="61"/>
                    <a:pt x="1360" y="61"/>
                  </a:cubicBezTo>
                  <a:cubicBezTo>
                    <a:pt x="1360" y="81"/>
                    <a:pt x="1360" y="81"/>
                    <a:pt x="1360" y="81"/>
                  </a:cubicBezTo>
                  <a:cubicBezTo>
                    <a:pt x="1362" y="81"/>
                    <a:pt x="1362" y="81"/>
                    <a:pt x="1362" y="81"/>
                  </a:cubicBezTo>
                  <a:cubicBezTo>
                    <a:pt x="1362" y="80"/>
                    <a:pt x="1362" y="80"/>
                    <a:pt x="1362" y="80"/>
                  </a:cubicBezTo>
                  <a:cubicBezTo>
                    <a:pt x="1311" y="83"/>
                    <a:pt x="1209" y="88"/>
                    <a:pt x="1110" y="88"/>
                  </a:cubicBezTo>
                  <a:cubicBezTo>
                    <a:pt x="1053" y="88"/>
                    <a:pt x="997" y="86"/>
                    <a:pt x="953" y="82"/>
                  </a:cubicBezTo>
                  <a:cubicBezTo>
                    <a:pt x="952" y="82"/>
                    <a:pt x="951" y="82"/>
                    <a:pt x="951" y="83"/>
                  </a:cubicBezTo>
                  <a:cubicBezTo>
                    <a:pt x="951" y="84"/>
                    <a:pt x="952" y="85"/>
                    <a:pt x="953" y="85"/>
                  </a:cubicBezTo>
                  <a:cubicBezTo>
                    <a:pt x="997" y="89"/>
                    <a:pt x="1053" y="91"/>
                    <a:pt x="1110" y="91"/>
                  </a:cubicBezTo>
                  <a:cubicBezTo>
                    <a:pt x="1209" y="91"/>
                    <a:pt x="1311" y="86"/>
                    <a:pt x="1362" y="83"/>
                  </a:cubicBezTo>
                  <a:cubicBezTo>
                    <a:pt x="1362" y="83"/>
                    <a:pt x="1363" y="82"/>
                    <a:pt x="1363" y="81"/>
                  </a:cubicBezTo>
                  <a:cubicBezTo>
                    <a:pt x="1363" y="61"/>
                    <a:pt x="1363" y="61"/>
                    <a:pt x="1363" y="61"/>
                  </a:cubicBezTo>
                  <a:cubicBezTo>
                    <a:pt x="1363" y="61"/>
                    <a:pt x="1363" y="61"/>
                    <a:pt x="1363" y="60"/>
                  </a:cubicBezTo>
                  <a:cubicBezTo>
                    <a:pt x="1362" y="60"/>
                    <a:pt x="1362" y="60"/>
                    <a:pt x="1362" y="60"/>
                  </a:cubicBezTo>
                  <a:cubicBezTo>
                    <a:pt x="1316" y="63"/>
                    <a:pt x="1220" y="68"/>
                    <a:pt x="1122" y="68"/>
                  </a:cubicBezTo>
                  <a:cubicBezTo>
                    <a:pt x="1062" y="68"/>
                    <a:pt x="1002" y="66"/>
                    <a:pt x="953" y="61"/>
                  </a:cubicBezTo>
                  <a:cubicBezTo>
                    <a:pt x="833" y="49"/>
                    <a:pt x="715" y="1"/>
                    <a:pt x="540" y="0"/>
                  </a:cubicBezTo>
                  <a:cubicBezTo>
                    <a:pt x="537" y="0"/>
                    <a:pt x="534" y="0"/>
                    <a:pt x="532" y="0"/>
                  </a:cubicBezTo>
                  <a:cubicBezTo>
                    <a:pt x="367" y="0"/>
                    <a:pt x="168" y="45"/>
                    <a:pt x="24" y="45"/>
                  </a:cubicBezTo>
                  <a:cubicBezTo>
                    <a:pt x="16" y="45"/>
                    <a:pt x="9" y="45"/>
                    <a:pt x="2" y="45"/>
                  </a:cubicBezTo>
                  <a:cubicBezTo>
                    <a:pt x="2" y="45"/>
                    <a:pt x="1" y="45"/>
                    <a:pt x="1" y="46"/>
                  </a:cubicBezTo>
                  <a:cubicBezTo>
                    <a:pt x="1" y="46"/>
                    <a:pt x="0" y="46"/>
                    <a:pt x="0" y="4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7"/>
                    <a:pt x="1" y="67"/>
                    <a:pt x="2" y="67"/>
                  </a:cubicBezTo>
                  <a:cubicBezTo>
                    <a:pt x="9" y="68"/>
                    <a:pt x="17" y="68"/>
                    <a:pt x="24" y="68"/>
                  </a:cubicBezTo>
                  <a:cubicBezTo>
                    <a:pt x="147" y="68"/>
                    <a:pt x="307" y="36"/>
                    <a:pt x="453" y="26"/>
                  </a:cubicBezTo>
                  <a:cubicBezTo>
                    <a:pt x="454" y="26"/>
                    <a:pt x="454" y="26"/>
                    <a:pt x="454" y="25"/>
                  </a:cubicBezTo>
                  <a:cubicBezTo>
                    <a:pt x="454" y="24"/>
                    <a:pt x="454" y="23"/>
                    <a:pt x="453" y="2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3" name="Freeform 22">
              <a:extLst>
                <a:ext uri="{FF2B5EF4-FFF2-40B4-BE49-F238E27FC236}">
                  <a16:creationId xmlns:a16="http://schemas.microsoft.com/office/drawing/2014/main" id="{E702E1F3-020E-4766-B6F0-319469B29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949"/>
              <a:ext cx="1108" cy="592"/>
            </a:xfrm>
            <a:custGeom>
              <a:avLst/>
              <a:gdLst>
                <a:gd name="T0" fmla="*/ 520 w 443"/>
                <a:gd name="T1" fmla="*/ 93 h 222"/>
                <a:gd name="T2" fmla="*/ 2971 w 443"/>
                <a:gd name="T3" fmla="*/ 205 h 222"/>
                <a:gd name="T4" fmla="*/ 6913 w 443"/>
                <a:gd name="T5" fmla="*/ 56 h 222"/>
                <a:gd name="T6" fmla="*/ 6913 w 443"/>
                <a:gd name="T7" fmla="*/ 21 h 222"/>
                <a:gd name="T8" fmla="*/ 6901 w 443"/>
                <a:gd name="T9" fmla="*/ 0 h 222"/>
                <a:gd name="T10" fmla="*/ 6525 w 443"/>
                <a:gd name="T11" fmla="*/ 776 h 222"/>
                <a:gd name="T12" fmla="*/ 6318 w 443"/>
                <a:gd name="T13" fmla="*/ 2083 h 222"/>
                <a:gd name="T14" fmla="*/ 6881 w 443"/>
                <a:gd name="T15" fmla="*/ 4003 h 222"/>
                <a:gd name="T16" fmla="*/ 6913 w 443"/>
                <a:gd name="T17" fmla="*/ 3981 h 222"/>
                <a:gd name="T18" fmla="*/ 6901 w 443"/>
                <a:gd name="T19" fmla="*/ 3947 h 222"/>
                <a:gd name="T20" fmla="*/ 3722 w 443"/>
                <a:gd name="T21" fmla="*/ 4152 h 222"/>
                <a:gd name="T22" fmla="*/ 1283 w 443"/>
                <a:gd name="T23" fmla="*/ 4019 h 222"/>
                <a:gd name="T24" fmla="*/ 95 w 443"/>
                <a:gd name="T25" fmla="*/ 3755 h 222"/>
                <a:gd name="T26" fmla="*/ 33 w 443"/>
                <a:gd name="T27" fmla="*/ 3733 h 222"/>
                <a:gd name="T28" fmla="*/ 0 w 443"/>
                <a:gd name="T29" fmla="*/ 3755 h 222"/>
                <a:gd name="T30" fmla="*/ 33 w 443"/>
                <a:gd name="T31" fmla="*/ 3789 h 222"/>
                <a:gd name="T32" fmla="*/ 83 w 443"/>
                <a:gd name="T33" fmla="*/ 3811 h 222"/>
                <a:gd name="T34" fmla="*/ 1271 w 443"/>
                <a:gd name="T35" fmla="*/ 4061 h 222"/>
                <a:gd name="T36" fmla="*/ 3722 w 443"/>
                <a:gd name="T37" fmla="*/ 4211 h 222"/>
                <a:gd name="T38" fmla="*/ 6913 w 443"/>
                <a:gd name="T39" fmla="*/ 4003 h 222"/>
                <a:gd name="T40" fmla="*/ 6931 w 443"/>
                <a:gd name="T41" fmla="*/ 3981 h 222"/>
                <a:gd name="T42" fmla="*/ 6931 w 443"/>
                <a:gd name="T43" fmla="*/ 3960 h 222"/>
                <a:gd name="T44" fmla="*/ 6368 w 443"/>
                <a:gd name="T45" fmla="*/ 2083 h 222"/>
                <a:gd name="T46" fmla="*/ 6555 w 443"/>
                <a:gd name="T47" fmla="*/ 797 h 222"/>
                <a:gd name="T48" fmla="*/ 6931 w 443"/>
                <a:gd name="T49" fmla="*/ 35 h 222"/>
                <a:gd name="T50" fmla="*/ 6931 w 443"/>
                <a:gd name="T51" fmla="*/ 21 h 222"/>
                <a:gd name="T52" fmla="*/ 6913 w 443"/>
                <a:gd name="T53" fmla="*/ 0 h 222"/>
                <a:gd name="T54" fmla="*/ 2971 w 443"/>
                <a:gd name="T55" fmla="*/ 149 h 222"/>
                <a:gd name="T56" fmla="*/ 520 w 443"/>
                <a:gd name="T57" fmla="*/ 35 h 222"/>
                <a:gd name="T58" fmla="*/ 488 w 443"/>
                <a:gd name="T59" fmla="*/ 56 h 222"/>
                <a:gd name="T60" fmla="*/ 520 w 443"/>
                <a:gd name="T61" fmla="*/ 93 h 22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3" h="222">
                  <a:moveTo>
                    <a:pt x="33" y="5"/>
                  </a:moveTo>
                  <a:cubicBezTo>
                    <a:pt x="77" y="9"/>
                    <a:pt x="133" y="11"/>
                    <a:pt x="190" y="11"/>
                  </a:cubicBezTo>
                  <a:cubicBezTo>
                    <a:pt x="289" y="11"/>
                    <a:pt x="391" y="6"/>
                    <a:pt x="442" y="3"/>
                  </a:cubicBezTo>
                  <a:cubicBezTo>
                    <a:pt x="442" y="1"/>
                    <a:pt x="442" y="1"/>
                    <a:pt x="442" y="1"/>
                  </a:cubicBezTo>
                  <a:cubicBezTo>
                    <a:pt x="441" y="0"/>
                    <a:pt x="441" y="0"/>
                    <a:pt x="441" y="0"/>
                  </a:cubicBezTo>
                  <a:cubicBezTo>
                    <a:pt x="433" y="7"/>
                    <a:pt x="424" y="21"/>
                    <a:pt x="417" y="41"/>
                  </a:cubicBezTo>
                  <a:cubicBezTo>
                    <a:pt x="409" y="60"/>
                    <a:pt x="404" y="84"/>
                    <a:pt x="404" y="110"/>
                  </a:cubicBezTo>
                  <a:cubicBezTo>
                    <a:pt x="404" y="144"/>
                    <a:pt x="413" y="180"/>
                    <a:pt x="440" y="211"/>
                  </a:cubicBezTo>
                  <a:cubicBezTo>
                    <a:pt x="442" y="210"/>
                    <a:pt x="442" y="210"/>
                    <a:pt x="442" y="210"/>
                  </a:cubicBezTo>
                  <a:cubicBezTo>
                    <a:pt x="441" y="208"/>
                    <a:pt x="441" y="208"/>
                    <a:pt x="441" y="208"/>
                  </a:cubicBezTo>
                  <a:cubicBezTo>
                    <a:pt x="404" y="214"/>
                    <a:pt x="321" y="219"/>
                    <a:pt x="238" y="219"/>
                  </a:cubicBezTo>
                  <a:cubicBezTo>
                    <a:pt x="181" y="219"/>
                    <a:pt x="124" y="217"/>
                    <a:pt x="82" y="212"/>
                  </a:cubicBezTo>
                  <a:cubicBezTo>
                    <a:pt x="58" y="209"/>
                    <a:pt x="32" y="204"/>
                    <a:pt x="6" y="198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1" y="197"/>
                    <a:pt x="1" y="197"/>
                    <a:pt x="0" y="198"/>
                  </a:cubicBezTo>
                  <a:cubicBezTo>
                    <a:pt x="0" y="199"/>
                    <a:pt x="1" y="200"/>
                    <a:pt x="2" y="200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32" y="207"/>
                    <a:pt x="57" y="212"/>
                    <a:pt x="81" y="214"/>
                  </a:cubicBezTo>
                  <a:cubicBezTo>
                    <a:pt x="124" y="220"/>
                    <a:pt x="181" y="222"/>
                    <a:pt x="238" y="222"/>
                  </a:cubicBezTo>
                  <a:cubicBezTo>
                    <a:pt x="321" y="222"/>
                    <a:pt x="404" y="217"/>
                    <a:pt x="442" y="211"/>
                  </a:cubicBezTo>
                  <a:cubicBezTo>
                    <a:pt x="442" y="211"/>
                    <a:pt x="443" y="211"/>
                    <a:pt x="443" y="210"/>
                  </a:cubicBezTo>
                  <a:cubicBezTo>
                    <a:pt x="443" y="210"/>
                    <a:pt x="443" y="209"/>
                    <a:pt x="443" y="209"/>
                  </a:cubicBezTo>
                  <a:cubicBezTo>
                    <a:pt x="416" y="179"/>
                    <a:pt x="407" y="143"/>
                    <a:pt x="407" y="110"/>
                  </a:cubicBezTo>
                  <a:cubicBezTo>
                    <a:pt x="407" y="85"/>
                    <a:pt x="412" y="61"/>
                    <a:pt x="419" y="42"/>
                  </a:cubicBezTo>
                  <a:cubicBezTo>
                    <a:pt x="427" y="23"/>
                    <a:pt x="436" y="8"/>
                    <a:pt x="443" y="2"/>
                  </a:cubicBezTo>
                  <a:cubicBezTo>
                    <a:pt x="443" y="2"/>
                    <a:pt x="443" y="1"/>
                    <a:pt x="443" y="1"/>
                  </a:cubicBezTo>
                  <a:cubicBezTo>
                    <a:pt x="443" y="0"/>
                    <a:pt x="442" y="0"/>
                    <a:pt x="442" y="0"/>
                  </a:cubicBezTo>
                  <a:cubicBezTo>
                    <a:pt x="391" y="3"/>
                    <a:pt x="289" y="8"/>
                    <a:pt x="190" y="8"/>
                  </a:cubicBezTo>
                  <a:cubicBezTo>
                    <a:pt x="133" y="8"/>
                    <a:pt x="77" y="6"/>
                    <a:pt x="33" y="2"/>
                  </a:cubicBezTo>
                  <a:cubicBezTo>
                    <a:pt x="32" y="2"/>
                    <a:pt x="31" y="2"/>
                    <a:pt x="31" y="3"/>
                  </a:cubicBezTo>
                  <a:cubicBezTo>
                    <a:pt x="31" y="4"/>
                    <a:pt x="32" y="5"/>
                    <a:pt x="33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4" name="Freeform 23">
              <a:extLst>
                <a:ext uri="{FF2B5EF4-FFF2-40B4-BE49-F238E27FC236}">
                  <a16:creationId xmlns:a16="http://schemas.microsoft.com/office/drawing/2014/main" id="{D7DAF9C6-11B6-4436-B9E3-57F316022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797"/>
              <a:ext cx="1167" cy="707"/>
            </a:xfrm>
            <a:custGeom>
              <a:avLst/>
              <a:gdLst>
                <a:gd name="T0" fmla="*/ 7069 w 467"/>
                <a:gd name="T1" fmla="*/ 3858 h 265"/>
                <a:gd name="T2" fmla="*/ 4790 w 467"/>
                <a:gd name="T3" fmla="*/ 4463 h 265"/>
                <a:gd name="T4" fmla="*/ 1092 w 467"/>
                <a:gd name="T5" fmla="*/ 4976 h 265"/>
                <a:gd name="T6" fmla="*/ 250 w 467"/>
                <a:gd name="T7" fmla="*/ 4954 h 265"/>
                <a:gd name="T8" fmla="*/ 75 w 467"/>
                <a:gd name="T9" fmla="*/ 4976 h 265"/>
                <a:gd name="T10" fmla="*/ 75 w 467"/>
                <a:gd name="T11" fmla="*/ 4997 h 265"/>
                <a:gd name="T12" fmla="*/ 92 w 467"/>
                <a:gd name="T13" fmla="*/ 5010 h 265"/>
                <a:gd name="T14" fmla="*/ 562 w 467"/>
                <a:gd name="T15" fmla="*/ 3346 h 265"/>
                <a:gd name="T16" fmla="*/ 355 w 467"/>
                <a:gd name="T17" fmla="*/ 1707 h 265"/>
                <a:gd name="T18" fmla="*/ 200 w 467"/>
                <a:gd name="T19" fmla="*/ 1118 h 265"/>
                <a:gd name="T20" fmla="*/ 42 w 467"/>
                <a:gd name="T21" fmla="*/ 798 h 265"/>
                <a:gd name="T22" fmla="*/ 30 w 467"/>
                <a:gd name="T23" fmla="*/ 819 h 265"/>
                <a:gd name="T24" fmla="*/ 30 w 467"/>
                <a:gd name="T25" fmla="*/ 832 h 265"/>
                <a:gd name="T26" fmla="*/ 375 w 467"/>
                <a:gd name="T27" fmla="*/ 854 h 265"/>
                <a:gd name="T28" fmla="*/ 7274 w 467"/>
                <a:gd name="T29" fmla="*/ 56 h 265"/>
                <a:gd name="T30" fmla="*/ 7287 w 467"/>
                <a:gd name="T31" fmla="*/ 21 h 265"/>
                <a:gd name="T32" fmla="*/ 7274 w 467"/>
                <a:gd name="T33" fmla="*/ 0 h 265"/>
                <a:gd name="T34" fmla="*/ 375 w 467"/>
                <a:gd name="T35" fmla="*/ 798 h 265"/>
                <a:gd name="T36" fmla="*/ 30 w 467"/>
                <a:gd name="T37" fmla="*/ 776 h 265"/>
                <a:gd name="T38" fmla="*/ 12 w 467"/>
                <a:gd name="T39" fmla="*/ 798 h 265"/>
                <a:gd name="T40" fmla="*/ 12 w 467"/>
                <a:gd name="T41" fmla="*/ 832 h 265"/>
                <a:gd name="T42" fmla="*/ 155 w 467"/>
                <a:gd name="T43" fmla="*/ 1139 h 265"/>
                <a:gd name="T44" fmla="*/ 512 w 467"/>
                <a:gd name="T45" fmla="*/ 3346 h 265"/>
                <a:gd name="T46" fmla="*/ 62 w 467"/>
                <a:gd name="T47" fmla="*/ 4976 h 265"/>
                <a:gd name="T48" fmla="*/ 62 w 467"/>
                <a:gd name="T49" fmla="*/ 5010 h 265"/>
                <a:gd name="T50" fmla="*/ 92 w 467"/>
                <a:gd name="T51" fmla="*/ 5032 h 265"/>
                <a:gd name="T52" fmla="*/ 250 w 467"/>
                <a:gd name="T53" fmla="*/ 5010 h 265"/>
                <a:gd name="T54" fmla="*/ 1092 w 467"/>
                <a:gd name="T55" fmla="*/ 5032 h 265"/>
                <a:gd name="T56" fmla="*/ 4808 w 467"/>
                <a:gd name="T57" fmla="*/ 4519 h 265"/>
                <a:gd name="T58" fmla="*/ 7069 w 467"/>
                <a:gd name="T59" fmla="*/ 3914 h 265"/>
                <a:gd name="T60" fmla="*/ 7099 w 467"/>
                <a:gd name="T61" fmla="*/ 3893 h 265"/>
                <a:gd name="T62" fmla="*/ 7069 w 467"/>
                <a:gd name="T63" fmla="*/ 3858 h 26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67" h="265">
                  <a:moveTo>
                    <a:pt x="453" y="203"/>
                  </a:moveTo>
                  <a:cubicBezTo>
                    <a:pt x="408" y="208"/>
                    <a:pt x="366" y="218"/>
                    <a:pt x="307" y="235"/>
                  </a:cubicBezTo>
                  <a:cubicBezTo>
                    <a:pt x="230" y="259"/>
                    <a:pt x="134" y="262"/>
                    <a:pt x="70" y="262"/>
                  </a:cubicBezTo>
                  <a:cubicBezTo>
                    <a:pt x="47" y="262"/>
                    <a:pt x="28" y="261"/>
                    <a:pt x="16" y="261"/>
                  </a:cubicBezTo>
                  <a:cubicBezTo>
                    <a:pt x="12" y="261"/>
                    <a:pt x="8" y="261"/>
                    <a:pt x="5" y="262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6" y="264"/>
                    <a:pt x="6" y="264"/>
                    <a:pt x="6" y="264"/>
                  </a:cubicBezTo>
                  <a:cubicBezTo>
                    <a:pt x="29" y="243"/>
                    <a:pt x="36" y="210"/>
                    <a:pt x="36" y="176"/>
                  </a:cubicBezTo>
                  <a:cubicBezTo>
                    <a:pt x="36" y="146"/>
                    <a:pt x="30" y="115"/>
                    <a:pt x="23" y="90"/>
                  </a:cubicBezTo>
                  <a:cubicBezTo>
                    <a:pt x="20" y="78"/>
                    <a:pt x="16" y="67"/>
                    <a:pt x="13" y="59"/>
                  </a:cubicBezTo>
                  <a:cubicBezTo>
                    <a:pt x="9" y="50"/>
                    <a:pt x="6" y="45"/>
                    <a:pt x="3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9" y="45"/>
                    <a:pt x="17" y="45"/>
                    <a:pt x="24" y="45"/>
                  </a:cubicBezTo>
                  <a:cubicBezTo>
                    <a:pt x="150" y="45"/>
                    <a:pt x="317" y="11"/>
                    <a:pt x="466" y="3"/>
                  </a:cubicBezTo>
                  <a:cubicBezTo>
                    <a:pt x="467" y="3"/>
                    <a:pt x="467" y="2"/>
                    <a:pt x="467" y="1"/>
                  </a:cubicBezTo>
                  <a:cubicBezTo>
                    <a:pt x="467" y="0"/>
                    <a:pt x="467" y="0"/>
                    <a:pt x="466" y="0"/>
                  </a:cubicBezTo>
                  <a:cubicBezTo>
                    <a:pt x="316" y="8"/>
                    <a:pt x="150" y="42"/>
                    <a:pt x="24" y="42"/>
                  </a:cubicBezTo>
                  <a:cubicBezTo>
                    <a:pt x="17" y="42"/>
                    <a:pt x="9" y="42"/>
                    <a:pt x="2" y="41"/>
                  </a:cubicBezTo>
                  <a:cubicBezTo>
                    <a:pt x="1" y="41"/>
                    <a:pt x="1" y="42"/>
                    <a:pt x="1" y="42"/>
                  </a:cubicBezTo>
                  <a:cubicBezTo>
                    <a:pt x="0" y="43"/>
                    <a:pt x="0" y="43"/>
                    <a:pt x="1" y="44"/>
                  </a:cubicBezTo>
                  <a:cubicBezTo>
                    <a:pt x="3" y="46"/>
                    <a:pt x="6" y="52"/>
                    <a:pt x="10" y="60"/>
                  </a:cubicBezTo>
                  <a:cubicBezTo>
                    <a:pt x="20" y="85"/>
                    <a:pt x="33" y="132"/>
                    <a:pt x="33" y="176"/>
                  </a:cubicBezTo>
                  <a:cubicBezTo>
                    <a:pt x="33" y="210"/>
                    <a:pt x="26" y="242"/>
                    <a:pt x="4" y="262"/>
                  </a:cubicBezTo>
                  <a:cubicBezTo>
                    <a:pt x="4" y="262"/>
                    <a:pt x="4" y="263"/>
                    <a:pt x="4" y="264"/>
                  </a:cubicBezTo>
                  <a:cubicBezTo>
                    <a:pt x="4" y="264"/>
                    <a:pt x="5" y="265"/>
                    <a:pt x="6" y="265"/>
                  </a:cubicBezTo>
                  <a:cubicBezTo>
                    <a:pt x="8" y="264"/>
                    <a:pt x="12" y="264"/>
                    <a:pt x="16" y="264"/>
                  </a:cubicBezTo>
                  <a:cubicBezTo>
                    <a:pt x="28" y="264"/>
                    <a:pt x="47" y="265"/>
                    <a:pt x="70" y="265"/>
                  </a:cubicBezTo>
                  <a:cubicBezTo>
                    <a:pt x="134" y="265"/>
                    <a:pt x="230" y="262"/>
                    <a:pt x="308" y="238"/>
                  </a:cubicBezTo>
                  <a:cubicBezTo>
                    <a:pt x="367" y="221"/>
                    <a:pt x="408" y="211"/>
                    <a:pt x="453" y="206"/>
                  </a:cubicBezTo>
                  <a:cubicBezTo>
                    <a:pt x="454" y="206"/>
                    <a:pt x="455" y="206"/>
                    <a:pt x="455" y="205"/>
                  </a:cubicBezTo>
                  <a:cubicBezTo>
                    <a:pt x="454" y="204"/>
                    <a:pt x="454" y="203"/>
                    <a:pt x="453" y="20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5" name="Freeform 24">
              <a:extLst>
                <a:ext uri="{FF2B5EF4-FFF2-40B4-BE49-F238E27FC236}">
                  <a16:creationId xmlns:a16="http://schemas.microsoft.com/office/drawing/2014/main" id="{0B62B6B7-4BF1-4B6D-9A65-9F371E7E1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797"/>
              <a:ext cx="1233" cy="238"/>
            </a:xfrm>
            <a:custGeom>
              <a:avLst/>
              <a:gdLst>
                <a:gd name="T0" fmla="*/ 7681 w 493"/>
                <a:gd name="T1" fmla="*/ 1131 h 89"/>
                <a:gd name="T2" fmla="*/ 6900 w 493"/>
                <a:gd name="T3" fmla="*/ 1324 h 89"/>
                <a:gd name="T4" fmla="*/ 6085 w 493"/>
                <a:gd name="T5" fmla="*/ 1645 h 89"/>
                <a:gd name="T6" fmla="*/ 6022 w 493"/>
                <a:gd name="T7" fmla="*/ 1645 h 89"/>
                <a:gd name="T8" fmla="*/ 3554 w 493"/>
                <a:gd name="T9" fmla="*/ 1302 h 89"/>
                <a:gd name="T10" fmla="*/ 2376 w 493"/>
                <a:gd name="T11" fmla="*/ 1187 h 89"/>
                <a:gd name="T12" fmla="*/ 1926 w 493"/>
                <a:gd name="T13" fmla="*/ 995 h 89"/>
                <a:gd name="T14" fmla="*/ 1488 w 493"/>
                <a:gd name="T15" fmla="*/ 765 h 89"/>
                <a:gd name="T16" fmla="*/ 1271 w 493"/>
                <a:gd name="T17" fmla="*/ 709 h 89"/>
                <a:gd name="T18" fmla="*/ 1063 w 493"/>
                <a:gd name="T19" fmla="*/ 650 h 89"/>
                <a:gd name="T20" fmla="*/ 625 w 493"/>
                <a:gd name="T21" fmla="*/ 321 h 89"/>
                <a:gd name="T22" fmla="*/ 158 w 493"/>
                <a:gd name="T23" fmla="*/ 21 h 89"/>
                <a:gd name="T24" fmla="*/ 20 w 493"/>
                <a:gd name="T25" fmla="*/ 0 h 89"/>
                <a:gd name="T26" fmla="*/ 0 w 493"/>
                <a:gd name="T27" fmla="*/ 21 h 89"/>
                <a:gd name="T28" fmla="*/ 20 w 493"/>
                <a:gd name="T29" fmla="*/ 56 h 89"/>
                <a:gd name="T30" fmla="*/ 145 w 493"/>
                <a:gd name="T31" fmla="*/ 78 h 89"/>
                <a:gd name="T32" fmla="*/ 613 w 493"/>
                <a:gd name="T33" fmla="*/ 380 h 89"/>
                <a:gd name="T34" fmla="*/ 1033 w 493"/>
                <a:gd name="T35" fmla="*/ 709 h 89"/>
                <a:gd name="T36" fmla="*/ 1271 w 493"/>
                <a:gd name="T37" fmla="*/ 765 h 89"/>
                <a:gd name="T38" fmla="*/ 1471 w 493"/>
                <a:gd name="T39" fmla="*/ 802 h 89"/>
                <a:gd name="T40" fmla="*/ 1908 w 493"/>
                <a:gd name="T41" fmla="*/ 1051 h 89"/>
                <a:gd name="T42" fmla="*/ 2376 w 493"/>
                <a:gd name="T43" fmla="*/ 1243 h 89"/>
                <a:gd name="T44" fmla="*/ 3554 w 493"/>
                <a:gd name="T45" fmla="*/ 1358 h 89"/>
                <a:gd name="T46" fmla="*/ 6022 w 493"/>
                <a:gd name="T47" fmla="*/ 1701 h 89"/>
                <a:gd name="T48" fmla="*/ 6085 w 493"/>
                <a:gd name="T49" fmla="*/ 1701 h 89"/>
                <a:gd name="T50" fmla="*/ 6913 w 493"/>
                <a:gd name="T51" fmla="*/ 1380 h 89"/>
                <a:gd name="T52" fmla="*/ 7693 w 493"/>
                <a:gd name="T53" fmla="*/ 1187 h 89"/>
                <a:gd name="T54" fmla="*/ 7713 w 493"/>
                <a:gd name="T55" fmla="*/ 1145 h 89"/>
                <a:gd name="T56" fmla="*/ 7681 w 493"/>
                <a:gd name="T57" fmla="*/ 1131 h 8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93" h="89">
                  <a:moveTo>
                    <a:pt x="491" y="59"/>
                  </a:moveTo>
                  <a:cubicBezTo>
                    <a:pt x="474" y="60"/>
                    <a:pt x="458" y="64"/>
                    <a:pt x="441" y="69"/>
                  </a:cubicBezTo>
                  <a:cubicBezTo>
                    <a:pt x="423" y="75"/>
                    <a:pt x="407" y="86"/>
                    <a:pt x="389" y="86"/>
                  </a:cubicBezTo>
                  <a:cubicBezTo>
                    <a:pt x="388" y="86"/>
                    <a:pt x="387" y="86"/>
                    <a:pt x="385" y="86"/>
                  </a:cubicBezTo>
                  <a:cubicBezTo>
                    <a:pt x="333" y="81"/>
                    <a:pt x="280" y="71"/>
                    <a:pt x="227" y="68"/>
                  </a:cubicBezTo>
                  <a:cubicBezTo>
                    <a:pt x="202" y="67"/>
                    <a:pt x="177" y="66"/>
                    <a:pt x="152" y="62"/>
                  </a:cubicBezTo>
                  <a:cubicBezTo>
                    <a:pt x="141" y="61"/>
                    <a:pt x="132" y="57"/>
                    <a:pt x="123" y="52"/>
                  </a:cubicBezTo>
                  <a:cubicBezTo>
                    <a:pt x="115" y="48"/>
                    <a:pt x="106" y="43"/>
                    <a:pt x="95" y="40"/>
                  </a:cubicBezTo>
                  <a:cubicBezTo>
                    <a:pt x="90" y="38"/>
                    <a:pt x="86" y="38"/>
                    <a:pt x="81" y="37"/>
                  </a:cubicBezTo>
                  <a:cubicBezTo>
                    <a:pt x="76" y="37"/>
                    <a:pt x="72" y="36"/>
                    <a:pt x="68" y="34"/>
                  </a:cubicBezTo>
                  <a:cubicBezTo>
                    <a:pt x="59" y="31"/>
                    <a:pt x="50" y="22"/>
                    <a:pt x="40" y="17"/>
                  </a:cubicBezTo>
                  <a:cubicBezTo>
                    <a:pt x="31" y="13"/>
                    <a:pt x="20" y="5"/>
                    <a:pt x="10" y="1"/>
                  </a:cubicBezTo>
                  <a:cubicBezTo>
                    <a:pt x="7" y="0"/>
                    <a:pt x="4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4" y="3"/>
                    <a:pt x="7" y="3"/>
                    <a:pt x="9" y="4"/>
                  </a:cubicBezTo>
                  <a:cubicBezTo>
                    <a:pt x="19" y="7"/>
                    <a:pt x="30" y="16"/>
                    <a:pt x="39" y="20"/>
                  </a:cubicBezTo>
                  <a:cubicBezTo>
                    <a:pt x="48" y="24"/>
                    <a:pt x="57" y="33"/>
                    <a:pt x="66" y="37"/>
                  </a:cubicBezTo>
                  <a:cubicBezTo>
                    <a:pt x="71" y="39"/>
                    <a:pt x="76" y="39"/>
                    <a:pt x="81" y="40"/>
                  </a:cubicBezTo>
                  <a:cubicBezTo>
                    <a:pt x="85" y="41"/>
                    <a:pt x="90" y="41"/>
                    <a:pt x="94" y="42"/>
                  </a:cubicBezTo>
                  <a:cubicBezTo>
                    <a:pt x="104" y="46"/>
                    <a:pt x="113" y="51"/>
                    <a:pt x="122" y="55"/>
                  </a:cubicBezTo>
                  <a:cubicBezTo>
                    <a:pt x="131" y="60"/>
                    <a:pt x="140" y="64"/>
                    <a:pt x="152" y="65"/>
                  </a:cubicBezTo>
                  <a:cubicBezTo>
                    <a:pt x="177" y="69"/>
                    <a:pt x="202" y="70"/>
                    <a:pt x="227" y="71"/>
                  </a:cubicBezTo>
                  <a:cubicBezTo>
                    <a:pt x="280" y="74"/>
                    <a:pt x="333" y="84"/>
                    <a:pt x="385" y="89"/>
                  </a:cubicBezTo>
                  <a:cubicBezTo>
                    <a:pt x="387" y="89"/>
                    <a:pt x="388" y="89"/>
                    <a:pt x="389" y="89"/>
                  </a:cubicBezTo>
                  <a:cubicBezTo>
                    <a:pt x="409" y="89"/>
                    <a:pt x="425" y="78"/>
                    <a:pt x="442" y="72"/>
                  </a:cubicBezTo>
                  <a:cubicBezTo>
                    <a:pt x="459" y="67"/>
                    <a:pt x="475" y="63"/>
                    <a:pt x="492" y="62"/>
                  </a:cubicBezTo>
                  <a:cubicBezTo>
                    <a:pt x="492" y="62"/>
                    <a:pt x="493" y="61"/>
                    <a:pt x="493" y="60"/>
                  </a:cubicBezTo>
                  <a:cubicBezTo>
                    <a:pt x="493" y="59"/>
                    <a:pt x="492" y="59"/>
                    <a:pt x="491" y="5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6" name="Freeform 25">
              <a:extLst>
                <a:ext uri="{FF2B5EF4-FFF2-40B4-BE49-F238E27FC236}">
                  <a16:creationId xmlns:a16="http://schemas.microsoft.com/office/drawing/2014/main" id="{969DBA4B-1A72-489F-99BD-CE4C5F761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208"/>
              <a:ext cx="1193" cy="275"/>
            </a:xfrm>
            <a:custGeom>
              <a:avLst/>
              <a:gdLst>
                <a:gd name="T0" fmla="*/ 7443 w 477"/>
                <a:gd name="T1" fmla="*/ 1904 h 103"/>
                <a:gd name="T2" fmla="*/ 6743 w 477"/>
                <a:gd name="T3" fmla="*/ 1047 h 103"/>
                <a:gd name="T4" fmla="*/ 5942 w 477"/>
                <a:gd name="T5" fmla="*/ 342 h 103"/>
                <a:gd name="T6" fmla="*/ 5410 w 477"/>
                <a:gd name="T7" fmla="*/ 248 h 103"/>
                <a:gd name="T8" fmla="*/ 3129 w 477"/>
                <a:gd name="T9" fmla="*/ 21 h 103"/>
                <a:gd name="T10" fmla="*/ 2521 w 477"/>
                <a:gd name="T11" fmla="*/ 0 h 103"/>
                <a:gd name="T12" fmla="*/ 1971 w 477"/>
                <a:gd name="T13" fmla="*/ 21 h 103"/>
                <a:gd name="T14" fmla="*/ 1113 w 477"/>
                <a:gd name="T15" fmla="*/ 307 h 103"/>
                <a:gd name="T16" fmla="*/ 250 w 477"/>
                <a:gd name="T17" fmla="*/ 876 h 103"/>
                <a:gd name="T18" fmla="*/ 20 w 477"/>
                <a:gd name="T19" fmla="*/ 948 h 103"/>
                <a:gd name="T20" fmla="*/ 0 w 477"/>
                <a:gd name="T21" fmla="*/ 991 h 103"/>
                <a:gd name="T22" fmla="*/ 33 w 477"/>
                <a:gd name="T23" fmla="*/ 1012 h 103"/>
                <a:gd name="T24" fmla="*/ 270 w 477"/>
                <a:gd name="T25" fmla="*/ 934 h 103"/>
                <a:gd name="T26" fmla="*/ 1125 w 477"/>
                <a:gd name="T27" fmla="*/ 363 h 103"/>
                <a:gd name="T28" fmla="*/ 1971 w 477"/>
                <a:gd name="T29" fmla="*/ 77 h 103"/>
                <a:gd name="T30" fmla="*/ 2521 w 477"/>
                <a:gd name="T31" fmla="*/ 56 h 103"/>
                <a:gd name="T32" fmla="*/ 3129 w 477"/>
                <a:gd name="T33" fmla="*/ 77 h 103"/>
                <a:gd name="T34" fmla="*/ 4584 w 477"/>
                <a:gd name="T35" fmla="*/ 206 h 103"/>
                <a:gd name="T36" fmla="*/ 5410 w 477"/>
                <a:gd name="T37" fmla="*/ 307 h 103"/>
                <a:gd name="T38" fmla="*/ 5930 w 477"/>
                <a:gd name="T39" fmla="*/ 400 h 103"/>
                <a:gd name="T40" fmla="*/ 6713 w 477"/>
                <a:gd name="T41" fmla="*/ 1084 h 103"/>
                <a:gd name="T42" fmla="*/ 7413 w 477"/>
                <a:gd name="T43" fmla="*/ 1960 h 103"/>
                <a:gd name="T44" fmla="*/ 7443 w 477"/>
                <a:gd name="T45" fmla="*/ 1938 h 103"/>
                <a:gd name="T46" fmla="*/ 7443 w 477"/>
                <a:gd name="T47" fmla="*/ 1904 h 1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77" h="103">
                  <a:moveTo>
                    <a:pt x="476" y="100"/>
                  </a:moveTo>
                  <a:cubicBezTo>
                    <a:pt x="458" y="89"/>
                    <a:pt x="445" y="71"/>
                    <a:pt x="431" y="55"/>
                  </a:cubicBezTo>
                  <a:cubicBezTo>
                    <a:pt x="417" y="39"/>
                    <a:pt x="402" y="24"/>
                    <a:pt x="380" y="18"/>
                  </a:cubicBezTo>
                  <a:cubicBezTo>
                    <a:pt x="373" y="16"/>
                    <a:pt x="361" y="15"/>
                    <a:pt x="346" y="13"/>
                  </a:cubicBezTo>
                  <a:cubicBezTo>
                    <a:pt x="300" y="8"/>
                    <a:pt x="225" y="3"/>
                    <a:pt x="200" y="1"/>
                  </a:cubicBezTo>
                  <a:cubicBezTo>
                    <a:pt x="187" y="0"/>
                    <a:pt x="174" y="0"/>
                    <a:pt x="161" y="0"/>
                  </a:cubicBezTo>
                  <a:cubicBezTo>
                    <a:pt x="149" y="0"/>
                    <a:pt x="138" y="0"/>
                    <a:pt x="126" y="1"/>
                  </a:cubicBezTo>
                  <a:cubicBezTo>
                    <a:pt x="106" y="1"/>
                    <a:pt x="90" y="10"/>
                    <a:pt x="71" y="16"/>
                  </a:cubicBezTo>
                  <a:cubicBezTo>
                    <a:pt x="50" y="24"/>
                    <a:pt x="36" y="40"/>
                    <a:pt x="16" y="46"/>
                  </a:cubicBezTo>
                  <a:cubicBezTo>
                    <a:pt x="11" y="48"/>
                    <a:pt x="6" y="49"/>
                    <a:pt x="1" y="50"/>
                  </a:cubicBezTo>
                  <a:cubicBezTo>
                    <a:pt x="0" y="50"/>
                    <a:pt x="0" y="51"/>
                    <a:pt x="0" y="52"/>
                  </a:cubicBezTo>
                  <a:cubicBezTo>
                    <a:pt x="0" y="53"/>
                    <a:pt x="1" y="53"/>
                    <a:pt x="2" y="53"/>
                  </a:cubicBezTo>
                  <a:cubicBezTo>
                    <a:pt x="7" y="52"/>
                    <a:pt x="12" y="51"/>
                    <a:pt x="17" y="49"/>
                  </a:cubicBezTo>
                  <a:cubicBezTo>
                    <a:pt x="38" y="42"/>
                    <a:pt x="52" y="26"/>
                    <a:pt x="72" y="19"/>
                  </a:cubicBezTo>
                  <a:cubicBezTo>
                    <a:pt x="92" y="12"/>
                    <a:pt x="107" y="4"/>
                    <a:pt x="126" y="4"/>
                  </a:cubicBezTo>
                  <a:cubicBezTo>
                    <a:pt x="138" y="3"/>
                    <a:pt x="149" y="3"/>
                    <a:pt x="161" y="3"/>
                  </a:cubicBezTo>
                  <a:cubicBezTo>
                    <a:pt x="174" y="3"/>
                    <a:pt x="187" y="3"/>
                    <a:pt x="200" y="4"/>
                  </a:cubicBezTo>
                  <a:cubicBezTo>
                    <a:pt x="217" y="6"/>
                    <a:pt x="256" y="8"/>
                    <a:pt x="293" y="11"/>
                  </a:cubicBezTo>
                  <a:cubicBezTo>
                    <a:pt x="312" y="13"/>
                    <a:pt x="331" y="14"/>
                    <a:pt x="346" y="16"/>
                  </a:cubicBezTo>
                  <a:cubicBezTo>
                    <a:pt x="361" y="18"/>
                    <a:pt x="373" y="19"/>
                    <a:pt x="379" y="21"/>
                  </a:cubicBezTo>
                  <a:cubicBezTo>
                    <a:pt x="400" y="26"/>
                    <a:pt x="415" y="41"/>
                    <a:pt x="429" y="57"/>
                  </a:cubicBezTo>
                  <a:cubicBezTo>
                    <a:pt x="443" y="73"/>
                    <a:pt x="456" y="91"/>
                    <a:pt x="474" y="103"/>
                  </a:cubicBezTo>
                  <a:cubicBezTo>
                    <a:pt x="475" y="103"/>
                    <a:pt x="476" y="103"/>
                    <a:pt x="476" y="102"/>
                  </a:cubicBezTo>
                  <a:cubicBezTo>
                    <a:pt x="477" y="101"/>
                    <a:pt x="476" y="100"/>
                    <a:pt x="476" y="10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7" name="Freeform 26">
              <a:extLst>
                <a:ext uri="{FF2B5EF4-FFF2-40B4-BE49-F238E27FC236}">
                  <a16:creationId xmlns:a16="http://schemas.microsoft.com/office/drawing/2014/main" id="{0BB6BFA0-BE25-49F4-A4DA-C2BE12DCC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291"/>
              <a:ext cx="140" cy="149"/>
            </a:xfrm>
            <a:custGeom>
              <a:avLst/>
              <a:gdLst>
                <a:gd name="T0" fmla="*/ 425 w 56"/>
                <a:gd name="T1" fmla="*/ 623 h 56"/>
                <a:gd name="T2" fmla="*/ 875 w 56"/>
                <a:gd name="T3" fmla="*/ 1054 h 56"/>
                <a:gd name="T4" fmla="*/ 0 w 56"/>
                <a:gd name="T5" fmla="*/ 0 h 56"/>
                <a:gd name="T6" fmla="*/ 425 w 56"/>
                <a:gd name="T7" fmla="*/ 62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6">
                  <a:moveTo>
                    <a:pt x="27" y="33"/>
                  </a:moveTo>
                  <a:cubicBezTo>
                    <a:pt x="37" y="44"/>
                    <a:pt x="49" y="52"/>
                    <a:pt x="56" y="56"/>
                  </a:cubicBezTo>
                  <a:cubicBezTo>
                    <a:pt x="46" y="47"/>
                    <a:pt x="11" y="2"/>
                    <a:pt x="0" y="0"/>
                  </a:cubicBezTo>
                  <a:cubicBezTo>
                    <a:pt x="4" y="3"/>
                    <a:pt x="15" y="19"/>
                    <a:pt x="27" y="33"/>
                  </a:cubicBezTo>
                  <a:close/>
                </a:path>
              </a:pathLst>
            </a:custGeom>
            <a:solidFill>
              <a:srgbClr val="FEC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8" name="Freeform 27">
              <a:extLst>
                <a:ext uri="{FF2B5EF4-FFF2-40B4-BE49-F238E27FC236}">
                  <a16:creationId xmlns:a16="http://schemas.microsoft.com/office/drawing/2014/main" id="{42A983BD-C9EC-438F-BD0B-7441E835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773"/>
              <a:ext cx="1140" cy="182"/>
            </a:xfrm>
            <a:custGeom>
              <a:avLst/>
              <a:gdLst>
                <a:gd name="T0" fmla="*/ 7125 w 456"/>
                <a:gd name="T1" fmla="*/ 1303 h 68"/>
                <a:gd name="T2" fmla="*/ 6500 w 456"/>
                <a:gd name="T3" fmla="*/ 1097 h 68"/>
                <a:gd name="T4" fmla="*/ 5750 w 456"/>
                <a:gd name="T5" fmla="*/ 859 h 68"/>
                <a:gd name="T6" fmla="*/ 4033 w 456"/>
                <a:gd name="T7" fmla="*/ 423 h 68"/>
                <a:gd name="T8" fmla="*/ 1925 w 456"/>
                <a:gd name="T9" fmla="*/ 78 h 68"/>
                <a:gd name="T10" fmla="*/ 1020 w 456"/>
                <a:gd name="T11" fmla="*/ 21 h 68"/>
                <a:gd name="T12" fmla="*/ 425 w 456"/>
                <a:gd name="T13" fmla="*/ 137 h 68"/>
                <a:gd name="T14" fmla="*/ 0 w 456"/>
                <a:gd name="T15" fmla="*/ 209 h 68"/>
                <a:gd name="T16" fmla="*/ 438 w 456"/>
                <a:gd name="T17" fmla="*/ 423 h 68"/>
                <a:gd name="T18" fmla="*/ 1645 w 456"/>
                <a:gd name="T19" fmla="*/ 594 h 68"/>
                <a:gd name="T20" fmla="*/ 3488 w 456"/>
                <a:gd name="T21" fmla="*/ 653 h 68"/>
                <a:gd name="T22" fmla="*/ 4095 w 456"/>
                <a:gd name="T23" fmla="*/ 594 h 68"/>
                <a:gd name="T24" fmla="*/ 4813 w 456"/>
                <a:gd name="T25" fmla="*/ 803 h 68"/>
                <a:gd name="T26" fmla="*/ 5520 w 456"/>
                <a:gd name="T27" fmla="*/ 918 h 68"/>
                <a:gd name="T28" fmla="*/ 6333 w 456"/>
                <a:gd name="T29" fmla="*/ 1188 h 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6" h="68">
                  <a:moveTo>
                    <a:pt x="456" y="68"/>
                  </a:moveTo>
                  <a:cubicBezTo>
                    <a:pt x="444" y="62"/>
                    <a:pt x="429" y="60"/>
                    <a:pt x="416" y="57"/>
                  </a:cubicBezTo>
                  <a:cubicBezTo>
                    <a:pt x="400" y="53"/>
                    <a:pt x="384" y="49"/>
                    <a:pt x="368" y="45"/>
                  </a:cubicBezTo>
                  <a:cubicBezTo>
                    <a:pt x="332" y="37"/>
                    <a:pt x="295" y="28"/>
                    <a:pt x="258" y="22"/>
                  </a:cubicBezTo>
                  <a:cubicBezTo>
                    <a:pt x="213" y="16"/>
                    <a:pt x="169" y="5"/>
                    <a:pt x="123" y="4"/>
                  </a:cubicBezTo>
                  <a:cubicBezTo>
                    <a:pt x="104" y="3"/>
                    <a:pt x="84" y="0"/>
                    <a:pt x="65" y="1"/>
                  </a:cubicBezTo>
                  <a:cubicBezTo>
                    <a:pt x="52" y="2"/>
                    <a:pt x="40" y="5"/>
                    <a:pt x="27" y="7"/>
                  </a:cubicBezTo>
                  <a:cubicBezTo>
                    <a:pt x="19" y="8"/>
                    <a:pt x="7" y="6"/>
                    <a:pt x="0" y="11"/>
                  </a:cubicBezTo>
                  <a:cubicBezTo>
                    <a:pt x="7" y="17"/>
                    <a:pt x="20" y="19"/>
                    <a:pt x="28" y="22"/>
                  </a:cubicBezTo>
                  <a:cubicBezTo>
                    <a:pt x="53" y="31"/>
                    <a:pt x="80" y="29"/>
                    <a:pt x="105" y="31"/>
                  </a:cubicBezTo>
                  <a:cubicBezTo>
                    <a:pt x="144" y="33"/>
                    <a:pt x="184" y="38"/>
                    <a:pt x="223" y="34"/>
                  </a:cubicBezTo>
                  <a:cubicBezTo>
                    <a:pt x="236" y="32"/>
                    <a:pt x="249" y="30"/>
                    <a:pt x="262" y="31"/>
                  </a:cubicBezTo>
                  <a:cubicBezTo>
                    <a:pt x="275" y="31"/>
                    <a:pt x="295" y="39"/>
                    <a:pt x="308" y="42"/>
                  </a:cubicBezTo>
                  <a:cubicBezTo>
                    <a:pt x="325" y="46"/>
                    <a:pt x="336" y="45"/>
                    <a:pt x="353" y="48"/>
                  </a:cubicBezTo>
                  <a:cubicBezTo>
                    <a:pt x="371" y="51"/>
                    <a:pt x="387" y="58"/>
                    <a:pt x="405" y="62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9" name="Freeform 28">
              <a:extLst>
                <a:ext uri="{FF2B5EF4-FFF2-40B4-BE49-F238E27FC236}">
                  <a16:creationId xmlns:a16="http://schemas.microsoft.com/office/drawing/2014/main" id="{2ACFA478-1D09-428B-A091-3F247638B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283"/>
              <a:ext cx="1151" cy="194"/>
            </a:xfrm>
            <a:custGeom>
              <a:avLst/>
              <a:gdLst>
                <a:gd name="T0" fmla="*/ 7206 w 460"/>
                <a:gd name="T1" fmla="*/ 1371 h 73"/>
                <a:gd name="T2" fmla="*/ 5560 w 460"/>
                <a:gd name="T3" fmla="*/ 997 h 73"/>
                <a:gd name="T4" fmla="*/ 4389 w 460"/>
                <a:gd name="T5" fmla="*/ 691 h 73"/>
                <a:gd name="T6" fmla="*/ 3193 w 460"/>
                <a:gd name="T7" fmla="*/ 545 h 73"/>
                <a:gd name="T8" fmla="*/ 1364 w 460"/>
                <a:gd name="T9" fmla="*/ 486 h 73"/>
                <a:gd name="T10" fmla="*/ 896 w 460"/>
                <a:gd name="T11" fmla="*/ 486 h 73"/>
                <a:gd name="T12" fmla="*/ 488 w 460"/>
                <a:gd name="T13" fmla="*/ 452 h 73"/>
                <a:gd name="T14" fmla="*/ 220 w 460"/>
                <a:gd name="T15" fmla="*/ 465 h 73"/>
                <a:gd name="T16" fmla="*/ 0 w 460"/>
                <a:gd name="T17" fmla="*/ 431 h 73"/>
                <a:gd name="T18" fmla="*/ 1033 w 460"/>
                <a:gd name="T19" fmla="*/ 149 h 73"/>
                <a:gd name="T20" fmla="*/ 4264 w 460"/>
                <a:gd name="T21" fmla="*/ 260 h 73"/>
                <a:gd name="T22" fmla="*/ 5577 w 460"/>
                <a:gd name="T23" fmla="*/ 691 h 73"/>
                <a:gd name="T24" fmla="*/ 6185 w 460"/>
                <a:gd name="T25" fmla="*/ 997 h 73"/>
                <a:gd name="T26" fmla="*/ 6924 w 460"/>
                <a:gd name="T27" fmla="*/ 1236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0" h="73">
                  <a:moveTo>
                    <a:pt x="460" y="73"/>
                  </a:moveTo>
                  <a:cubicBezTo>
                    <a:pt x="424" y="71"/>
                    <a:pt x="390" y="58"/>
                    <a:pt x="355" y="53"/>
                  </a:cubicBezTo>
                  <a:cubicBezTo>
                    <a:pt x="330" y="49"/>
                    <a:pt x="305" y="41"/>
                    <a:pt x="280" y="37"/>
                  </a:cubicBezTo>
                  <a:cubicBezTo>
                    <a:pt x="255" y="34"/>
                    <a:pt x="229" y="32"/>
                    <a:pt x="204" y="29"/>
                  </a:cubicBezTo>
                  <a:cubicBezTo>
                    <a:pt x="165" y="25"/>
                    <a:pt x="126" y="28"/>
                    <a:pt x="87" y="26"/>
                  </a:cubicBezTo>
                  <a:cubicBezTo>
                    <a:pt x="77" y="25"/>
                    <a:pt x="67" y="27"/>
                    <a:pt x="57" y="26"/>
                  </a:cubicBezTo>
                  <a:cubicBezTo>
                    <a:pt x="48" y="25"/>
                    <a:pt x="41" y="23"/>
                    <a:pt x="31" y="24"/>
                  </a:cubicBezTo>
                  <a:cubicBezTo>
                    <a:pt x="25" y="25"/>
                    <a:pt x="19" y="26"/>
                    <a:pt x="14" y="25"/>
                  </a:cubicBezTo>
                  <a:cubicBezTo>
                    <a:pt x="9" y="25"/>
                    <a:pt x="4" y="21"/>
                    <a:pt x="0" y="23"/>
                  </a:cubicBezTo>
                  <a:cubicBezTo>
                    <a:pt x="19" y="15"/>
                    <a:pt x="45" y="11"/>
                    <a:pt x="66" y="8"/>
                  </a:cubicBezTo>
                  <a:cubicBezTo>
                    <a:pt x="133" y="0"/>
                    <a:pt x="205" y="4"/>
                    <a:pt x="272" y="14"/>
                  </a:cubicBezTo>
                  <a:cubicBezTo>
                    <a:pt x="301" y="18"/>
                    <a:pt x="329" y="26"/>
                    <a:pt x="356" y="37"/>
                  </a:cubicBezTo>
                  <a:cubicBezTo>
                    <a:pt x="369" y="42"/>
                    <a:pt x="382" y="48"/>
                    <a:pt x="395" y="53"/>
                  </a:cubicBezTo>
                  <a:cubicBezTo>
                    <a:pt x="402" y="57"/>
                    <a:pt x="436" y="61"/>
                    <a:pt x="442" y="66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0" name="Freeform 29">
              <a:extLst>
                <a:ext uri="{FF2B5EF4-FFF2-40B4-BE49-F238E27FC236}">
                  <a16:creationId xmlns:a16="http://schemas.microsoft.com/office/drawing/2014/main" id="{B660C2A4-3A75-41F8-9FA3-69F416C9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227"/>
              <a:ext cx="136" cy="48"/>
            </a:xfrm>
            <a:custGeom>
              <a:avLst/>
              <a:gdLst>
                <a:gd name="T0" fmla="*/ 0 w 54"/>
                <a:gd name="T1" fmla="*/ 341 h 18"/>
                <a:gd name="T2" fmla="*/ 864 w 5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8">
                  <a:moveTo>
                    <a:pt x="0" y="18"/>
                  </a:moveTo>
                  <a:cubicBezTo>
                    <a:pt x="14" y="11"/>
                    <a:pt x="39" y="0"/>
                    <a:pt x="5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1" name="Freeform 30">
              <a:extLst>
                <a:ext uri="{FF2B5EF4-FFF2-40B4-BE49-F238E27FC236}">
                  <a16:creationId xmlns:a16="http://schemas.microsoft.com/office/drawing/2014/main" id="{416FF154-7C7E-4CF9-B560-938198D9B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776"/>
              <a:ext cx="253" cy="21"/>
            </a:xfrm>
            <a:custGeom>
              <a:avLst/>
              <a:gdLst>
                <a:gd name="T0" fmla="*/ 0 w 101"/>
                <a:gd name="T1" fmla="*/ 144 h 8"/>
                <a:gd name="T2" fmla="*/ 1588 w 101"/>
                <a:gd name="T3" fmla="*/ 12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8">
                  <a:moveTo>
                    <a:pt x="0" y="8"/>
                  </a:moveTo>
                  <a:cubicBezTo>
                    <a:pt x="20" y="4"/>
                    <a:pt x="65" y="0"/>
                    <a:pt x="10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2" name="Freeform 31">
              <a:extLst>
                <a:ext uri="{FF2B5EF4-FFF2-40B4-BE49-F238E27FC236}">
                  <a16:creationId xmlns:a16="http://schemas.microsoft.com/office/drawing/2014/main" id="{AC0107C9-1AE5-4F82-9778-17CCE9B18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960"/>
              <a:ext cx="213" cy="67"/>
            </a:xfrm>
            <a:custGeom>
              <a:avLst/>
              <a:gdLst>
                <a:gd name="T0" fmla="*/ 0 w 85"/>
                <a:gd name="T1" fmla="*/ 402 h 25"/>
                <a:gd name="T2" fmla="*/ 772 w 85"/>
                <a:gd name="T3" fmla="*/ 252 h 25"/>
                <a:gd name="T4" fmla="*/ 1338 w 85"/>
                <a:gd name="T5" fmla="*/ 0 h 25"/>
                <a:gd name="T6" fmla="*/ 772 w 85"/>
                <a:gd name="T7" fmla="*/ 137 h 25"/>
                <a:gd name="T8" fmla="*/ 0 w 85"/>
                <a:gd name="T9" fmla="*/ 40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5">
                  <a:moveTo>
                    <a:pt x="0" y="21"/>
                  </a:moveTo>
                  <a:cubicBezTo>
                    <a:pt x="15" y="25"/>
                    <a:pt x="35" y="19"/>
                    <a:pt x="49" y="13"/>
                  </a:cubicBezTo>
                  <a:cubicBezTo>
                    <a:pt x="63" y="7"/>
                    <a:pt x="77" y="1"/>
                    <a:pt x="85" y="0"/>
                  </a:cubicBezTo>
                  <a:cubicBezTo>
                    <a:pt x="73" y="2"/>
                    <a:pt x="57" y="3"/>
                    <a:pt x="49" y="7"/>
                  </a:cubicBezTo>
                  <a:cubicBezTo>
                    <a:pt x="41" y="11"/>
                    <a:pt x="10" y="22"/>
                    <a:pt x="0" y="21"/>
                  </a:cubicBezTo>
                  <a:close/>
                </a:path>
              </a:pathLst>
            </a:custGeom>
            <a:solidFill>
              <a:srgbClr val="FEC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3" name="Freeform 32">
              <a:extLst>
                <a:ext uri="{FF2B5EF4-FFF2-40B4-BE49-F238E27FC236}">
                  <a16:creationId xmlns:a16="http://schemas.microsoft.com/office/drawing/2014/main" id="{2556A6BD-C8FF-4CAF-8A78-3C82B7C15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016"/>
              <a:ext cx="2940" cy="285"/>
            </a:xfrm>
            <a:custGeom>
              <a:avLst/>
              <a:gdLst>
                <a:gd name="T0" fmla="*/ 158 w 1176"/>
                <a:gd name="T1" fmla="*/ 1646 h 107"/>
                <a:gd name="T2" fmla="*/ 3095 w 1176"/>
                <a:gd name="T3" fmla="*/ 1318 h 107"/>
                <a:gd name="T4" fmla="*/ 10813 w 1176"/>
                <a:gd name="T5" fmla="*/ 772 h 107"/>
                <a:gd name="T6" fmla="*/ 15375 w 1176"/>
                <a:gd name="T7" fmla="*/ 1510 h 107"/>
                <a:gd name="T8" fmla="*/ 18208 w 1176"/>
                <a:gd name="T9" fmla="*/ 2022 h 107"/>
                <a:gd name="T10" fmla="*/ 18270 w 1176"/>
                <a:gd name="T11" fmla="*/ 1590 h 107"/>
                <a:gd name="T12" fmla="*/ 15438 w 1176"/>
                <a:gd name="T13" fmla="*/ 1057 h 107"/>
                <a:gd name="T14" fmla="*/ 10845 w 1176"/>
                <a:gd name="T15" fmla="*/ 320 h 107"/>
                <a:gd name="T16" fmla="*/ 3033 w 1176"/>
                <a:gd name="T17" fmla="*/ 874 h 107"/>
                <a:gd name="T18" fmla="*/ 158 w 1176"/>
                <a:gd name="T19" fmla="*/ 1207 h 107"/>
                <a:gd name="T20" fmla="*/ 158 w 1176"/>
                <a:gd name="T21" fmla="*/ 1646 h 1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76" h="107">
                  <a:moveTo>
                    <a:pt x="10" y="87"/>
                  </a:moveTo>
                  <a:cubicBezTo>
                    <a:pt x="12" y="87"/>
                    <a:pt x="61" y="94"/>
                    <a:pt x="198" y="70"/>
                  </a:cubicBezTo>
                  <a:cubicBezTo>
                    <a:pt x="323" y="48"/>
                    <a:pt x="492" y="25"/>
                    <a:pt x="692" y="41"/>
                  </a:cubicBezTo>
                  <a:cubicBezTo>
                    <a:pt x="797" y="49"/>
                    <a:pt x="892" y="65"/>
                    <a:pt x="984" y="80"/>
                  </a:cubicBezTo>
                  <a:cubicBezTo>
                    <a:pt x="1048" y="91"/>
                    <a:pt x="1108" y="101"/>
                    <a:pt x="1165" y="107"/>
                  </a:cubicBezTo>
                  <a:cubicBezTo>
                    <a:pt x="1175" y="104"/>
                    <a:pt x="1176" y="89"/>
                    <a:pt x="1169" y="84"/>
                  </a:cubicBezTo>
                  <a:cubicBezTo>
                    <a:pt x="1113" y="78"/>
                    <a:pt x="1051" y="67"/>
                    <a:pt x="988" y="56"/>
                  </a:cubicBezTo>
                  <a:cubicBezTo>
                    <a:pt x="900" y="42"/>
                    <a:pt x="800" y="25"/>
                    <a:pt x="694" y="17"/>
                  </a:cubicBezTo>
                  <a:cubicBezTo>
                    <a:pt x="491" y="0"/>
                    <a:pt x="320" y="24"/>
                    <a:pt x="194" y="46"/>
                  </a:cubicBezTo>
                  <a:cubicBezTo>
                    <a:pt x="62" y="69"/>
                    <a:pt x="11" y="64"/>
                    <a:pt x="10" y="64"/>
                  </a:cubicBezTo>
                  <a:cubicBezTo>
                    <a:pt x="1" y="63"/>
                    <a:pt x="0" y="86"/>
                    <a:pt x="10" y="87"/>
                  </a:cubicBezTo>
                </a:path>
              </a:pathLst>
            </a:custGeom>
            <a:solidFill>
              <a:srgbClr val="8EA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4" name="Freeform 33">
              <a:extLst>
                <a:ext uri="{FF2B5EF4-FFF2-40B4-BE49-F238E27FC236}">
                  <a16:creationId xmlns:a16="http://schemas.microsoft.com/office/drawing/2014/main" id="{36F852AB-760D-42D0-8DE3-5B86D98CE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059"/>
              <a:ext cx="1723" cy="181"/>
            </a:xfrm>
            <a:custGeom>
              <a:avLst/>
              <a:gdLst>
                <a:gd name="T0" fmla="*/ 10756 w 689"/>
                <a:gd name="T1" fmla="*/ 93 h 68"/>
                <a:gd name="T2" fmla="*/ 8630 w 689"/>
                <a:gd name="T3" fmla="*/ 0 h 68"/>
                <a:gd name="T4" fmla="*/ 2926 w 689"/>
                <a:gd name="T5" fmla="*/ 660 h 68"/>
                <a:gd name="T6" fmla="*/ 333 w 689"/>
                <a:gd name="T7" fmla="*/ 998 h 68"/>
                <a:gd name="T8" fmla="*/ 63 w 689"/>
                <a:gd name="T9" fmla="*/ 998 h 68"/>
                <a:gd name="T10" fmla="*/ 50 w 689"/>
                <a:gd name="T11" fmla="*/ 998 h 68"/>
                <a:gd name="T12" fmla="*/ 0 w 689"/>
                <a:gd name="T13" fmla="*/ 1113 h 68"/>
                <a:gd name="T14" fmla="*/ 33 w 689"/>
                <a:gd name="T15" fmla="*/ 1246 h 68"/>
                <a:gd name="T16" fmla="*/ 63 w 689"/>
                <a:gd name="T17" fmla="*/ 1262 h 68"/>
                <a:gd name="T18" fmla="*/ 63 w 689"/>
                <a:gd name="T19" fmla="*/ 1224 h 68"/>
                <a:gd name="T20" fmla="*/ 50 w 689"/>
                <a:gd name="T21" fmla="*/ 1113 h 68"/>
                <a:gd name="T22" fmla="*/ 83 w 689"/>
                <a:gd name="T23" fmla="*/ 1035 h 68"/>
                <a:gd name="T24" fmla="*/ 63 w 689"/>
                <a:gd name="T25" fmla="*/ 1019 h 68"/>
                <a:gd name="T26" fmla="*/ 63 w 689"/>
                <a:gd name="T27" fmla="*/ 1057 h 68"/>
                <a:gd name="T28" fmla="*/ 333 w 689"/>
                <a:gd name="T29" fmla="*/ 1057 h 68"/>
                <a:gd name="T30" fmla="*/ 2938 w 689"/>
                <a:gd name="T31" fmla="*/ 716 h 68"/>
                <a:gd name="T32" fmla="*/ 8630 w 689"/>
                <a:gd name="T33" fmla="*/ 56 h 68"/>
                <a:gd name="T34" fmla="*/ 10756 w 689"/>
                <a:gd name="T35" fmla="*/ 149 h 68"/>
                <a:gd name="T36" fmla="*/ 10776 w 689"/>
                <a:gd name="T37" fmla="*/ 136 h 68"/>
                <a:gd name="T38" fmla="*/ 10756 w 689"/>
                <a:gd name="T39" fmla="*/ 93 h 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89" h="68">
                  <a:moveTo>
                    <a:pt x="688" y="5"/>
                  </a:moveTo>
                  <a:cubicBezTo>
                    <a:pt x="641" y="2"/>
                    <a:pt x="596" y="0"/>
                    <a:pt x="552" y="0"/>
                  </a:cubicBezTo>
                  <a:cubicBezTo>
                    <a:pt x="408" y="0"/>
                    <a:pt x="284" y="18"/>
                    <a:pt x="187" y="35"/>
                  </a:cubicBezTo>
                  <a:cubicBezTo>
                    <a:pt x="97" y="51"/>
                    <a:pt x="45" y="53"/>
                    <a:pt x="21" y="53"/>
                  </a:cubicBezTo>
                  <a:cubicBezTo>
                    <a:pt x="9" y="53"/>
                    <a:pt x="4" y="53"/>
                    <a:pt x="4" y="53"/>
                  </a:cubicBezTo>
                  <a:cubicBezTo>
                    <a:pt x="4" y="52"/>
                    <a:pt x="3" y="53"/>
                    <a:pt x="3" y="53"/>
                  </a:cubicBezTo>
                  <a:cubicBezTo>
                    <a:pt x="1" y="54"/>
                    <a:pt x="0" y="57"/>
                    <a:pt x="0" y="59"/>
                  </a:cubicBezTo>
                  <a:cubicBezTo>
                    <a:pt x="0" y="62"/>
                    <a:pt x="1" y="65"/>
                    <a:pt x="2" y="66"/>
                  </a:cubicBezTo>
                  <a:cubicBezTo>
                    <a:pt x="2" y="67"/>
                    <a:pt x="3" y="68"/>
                    <a:pt x="4" y="67"/>
                  </a:cubicBezTo>
                  <a:cubicBezTo>
                    <a:pt x="4" y="67"/>
                    <a:pt x="5" y="66"/>
                    <a:pt x="4" y="65"/>
                  </a:cubicBezTo>
                  <a:cubicBezTo>
                    <a:pt x="4" y="64"/>
                    <a:pt x="3" y="61"/>
                    <a:pt x="3" y="59"/>
                  </a:cubicBezTo>
                  <a:cubicBezTo>
                    <a:pt x="3" y="58"/>
                    <a:pt x="3" y="56"/>
                    <a:pt x="5" y="55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9" y="56"/>
                    <a:pt x="21" y="56"/>
                  </a:cubicBezTo>
                  <a:cubicBezTo>
                    <a:pt x="45" y="56"/>
                    <a:pt x="98" y="54"/>
                    <a:pt x="188" y="38"/>
                  </a:cubicBezTo>
                  <a:cubicBezTo>
                    <a:pt x="285" y="21"/>
                    <a:pt x="408" y="3"/>
                    <a:pt x="552" y="3"/>
                  </a:cubicBezTo>
                  <a:cubicBezTo>
                    <a:pt x="595" y="3"/>
                    <a:pt x="641" y="5"/>
                    <a:pt x="688" y="8"/>
                  </a:cubicBezTo>
                  <a:cubicBezTo>
                    <a:pt x="689" y="8"/>
                    <a:pt x="689" y="8"/>
                    <a:pt x="689" y="7"/>
                  </a:cubicBezTo>
                  <a:cubicBezTo>
                    <a:pt x="689" y="6"/>
                    <a:pt x="689" y="5"/>
                    <a:pt x="68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5" name="Freeform 34">
              <a:extLst>
                <a:ext uri="{FF2B5EF4-FFF2-40B4-BE49-F238E27FC236}">
                  <a16:creationId xmlns:a16="http://schemas.microsoft.com/office/drawing/2014/main" id="{F0882EF9-72A1-4627-9FBA-4F9C98B53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051"/>
              <a:ext cx="73" cy="66"/>
            </a:xfrm>
            <a:custGeom>
              <a:avLst/>
              <a:gdLst>
                <a:gd name="T0" fmla="*/ 463 w 29"/>
                <a:gd name="T1" fmla="*/ 438 h 25"/>
                <a:gd name="T2" fmla="*/ 83 w 29"/>
                <a:gd name="T3" fmla="*/ 459 h 25"/>
                <a:gd name="T4" fmla="*/ 20 w 29"/>
                <a:gd name="T5" fmla="*/ 34 h 25"/>
                <a:gd name="T6" fmla="*/ 380 w 29"/>
                <a:gd name="T7" fmla="*/ 0 h 25"/>
                <a:gd name="T8" fmla="*/ 463 w 29"/>
                <a:gd name="T9" fmla="*/ 43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29" y="24"/>
                  </a:moveTo>
                  <a:cubicBezTo>
                    <a:pt x="21" y="25"/>
                    <a:pt x="13" y="25"/>
                    <a:pt x="5" y="25"/>
                  </a:cubicBezTo>
                  <a:cubicBezTo>
                    <a:pt x="2" y="19"/>
                    <a:pt x="0" y="10"/>
                    <a:pt x="1" y="2"/>
                  </a:cubicBezTo>
                  <a:cubicBezTo>
                    <a:pt x="8" y="1"/>
                    <a:pt x="16" y="1"/>
                    <a:pt x="24" y="0"/>
                  </a:cubicBezTo>
                  <a:cubicBezTo>
                    <a:pt x="24" y="9"/>
                    <a:pt x="25" y="17"/>
                    <a:pt x="29" y="24"/>
                  </a:cubicBezTo>
                </a:path>
              </a:pathLst>
            </a:custGeom>
            <a:solidFill>
              <a:srgbClr val="1635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6" name="Freeform 35">
              <a:extLst>
                <a:ext uri="{FF2B5EF4-FFF2-40B4-BE49-F238E27FC236}">
                  <a16:creationId xmlns:a16="http://schemas.microsoft.com/office/drawing/2014/main" id="{CE878730-C4E3-42A6-AB09-E71F29973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125"/>
              <a:ext cx="68" cy="72"/>
            </a:xfrm>
            <a:custGeom>
              <a:avLst/>
              <a:gdLst>
                <a:gd name="T0" fmla="*/ 50 w 27"/>
                <a:gd name="T1" fmla="*/ 0 h 27"/>
                <a:gd name="T2" fmla="*/ 413 w 27"/>
                <a:gd name="T3" fmla="*/ 56 h 27"/>
                <a:gd name="T4" fmla="*/ 380 w 27"/>
                <a:gd name="T5" fmla="*/ 512 h 27"/>
                <a:gd name="T6" fmla="*/ 0 w 27"/>
                <a:gd name="T7" fmla="*/ 435 h 27"/>
                <a:gd name="T8" fmla="*/ 50 w 27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3" y="0"/>
                  </a:moveTo>
                  <a:cubicBezTo>
                    <a:pt x="11" y="1"/>
                    <a:pt x="18" y="2"/>
                    <a:pt x="26" y="3"/>
                  </a:cubicBezTo>
                  <a:cubicBezTo>
                    <a:pt x="27" y="13"/>
                    <a:pt x="26" y="21"/>
                    <a:pt x="24" y="27"/>
                  </a:cubicBezTo>
                  <a:cubicBezTo>
                    <a:pt x="16" y="26"/>
                    <a:pt x="8" y="25"/>
                    <a:pt x="0" y="23"/>
                  </a:cubicBezTo>
                  <a:cubicBezTo>
                    <a:pt x="2" y="18"/>
                    <a:pt x="4" y="9"/>
                    <a:pt x="3" y="0"/>
                  </a:cubicBezTo>
                </a:path>
              </a:pathLst>
            </a:custGeom>
            <a:solidFill>
              <a:srgbClr val="1635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7" name="Freeform 36">
              <a:extLst>
                <a:ext uri="{FF2B5EF4-FFF2-40B4-BE49-F238E27FC236}">
                  <a16:creationId xmlns:a16="http://schemas.microsoft.com/office/drawing/2014/main" id="{63DCE56C-AAB2-4FB0-A559-F042911F5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1936"/>
              <a:ext cx="145" cy="56"/>
            </a:xfrm>
            <a:custGeom>
              <a:avLst/>
              <a:gdLst>
                <a:gd name="T0" fmla="*/ 908 w 58"/>
                <a:gd name="T1" fmla="*/ 376 h 21"/>
                <a:gd name="T2" fmla="*/ 658 w 58"/>
                <a:gd name="T3" fmla="*/ 93 h 21"/>
                <a:gd name="T4" fmla="*/ 283 w 58"/>
                <a:gd name="T5" fmla="*/ 0 h 21"/>
                <a:gd name="T6" fmla="*/ 20 w 58"/>
                <a:gd name="T7" fmla="*/ 56 h 21"/>
                <a:gd name="T8" fmla="*/ 0 w 58"/>
                <a:gd name="T9" fmla="*/ 77 h 21"/>
                <a:gd name="T10" fmla="*/ 20 w 58"/>
                <a:gd name="T11" fmla="*/ 93 h 21"/>
                <a:gd name="T12" fmla="*/ 283 w 58"/>
                <a:gd name="T13" fmla="*/ 35 h 21"/>
                <a:gd name="T14" fmla="*/ 658 w 58"/>
                <a:gd name="T15" fmla="*/ 136 h 21"/>
                <a:gd name="T16" fmla="*/ 875 w 58"/>
                <a:gd name="T17" fmla="*/ 397 h 21"/>
                <a:gd name="T18" fmla="*/ 895 w 58"/>
                <a:gd name="T19" fmla="*/ 397 h 21"/>
                <a:gd name="T20" fmla="*/ 908 w 58"/>
                <a:gd name="T21" fmla="*/ 376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21">
                  <a:moveTo>
                    <a:pt x="58" y="20"/>
                  </a:moveTo>
                  <a:cubicBezTo>
                    <a:pt x="56" y="13"/>
                    <a:pt x="50" y="8"/>
                    <a:pt x="42" y="5"/>
                  </a:cubicBezTo>
                  <a:cubicBezTo>
                    <a:pt x="35" y="2"/>
                    <a:pt x="26" y="0"/>
                    <a:pt x="18" y="0"/>
                  </a:cubicBezTo>
                  <a:cubicBezTo>
                    <a:pt x="11" y="0"/>
                    <a:pt x="5" y="1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6" y="3"/>
                    <a:pt x="12" y="2"/>
                    <a:pt x="18" y="2"/>
                  </a:cubicBezTo>
                  <a:cubicBezTo>
                    <a:pt x="26" y="2"/>
                    <a:pt x="34" y="4"/>
                    <a:pt x="42" y="7"/>
                  </a:cubicBezTo>
                  <a:cubicBezTo>
                    <a:pt x="49" y="10"/>
                    <a:pt x="54" y="15"/>
                    <a:pt x="56" y="21"/>
                  </a:cubicBezTo>
                  <a:cubicBezTo>
                    <a:pt x="56" y="21"/>
                    <a:pt x="57" y="21"/>
                    <a:pt x="57" y="21"/>
                  </a:cubicBezTo>
                  <a:cubicBezTo>
                    <a:pt x="58" y="21"/>
                    <a:pt x="58" y="21"/>
                    <a:pt x="58" y="20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8" name="Freeform 37">
              <a:extLst>
                <a:ext uri="{FF2B5EF4-FFF2-40B4-BE49-F238E27FC236}">
                  <a16:creationId xmlns:a16="http://schemas.microsoft.com/office/drawing/2014/main" id="{A6339885-EBF6-4F49-86F5-B62CAE74A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15"/>
              <a:ext cx="100" cy="56"/>
            </a:xfrm>
            <a:custGeom>
              <a:avLst/>
              <a:gdLst>
                <a:gd name="T0" fmla="*/ 613 w 40"/>
                <a:gd name="T1" fmla="*/ 376 h 21"/>
                <a:gd name="T2" fmla="*/ 158 w 40"/>
                <a:gd name="T3" fmla="*/ 0 h 21"/>
                <a:gd name="T4" fmla="*/ 20 w 40"/>
                <a:gd name="T5" fmla="*/ 35 h 21"/>
                <a:gd name="T6" fmla="*/ 0 w 40"/>
                <a:gd name="T7" fmla="*/ 77 h 21"/>
                <a:gd name="T8" fmla="*/ 20 w 40"/>
                <a:gd name="T9" fmla="*/ 77 h 21"/>
                <a:gd name="T10" fmla="*/ 158 w 40"/>
                <a:gd name="T11" fmla="*/ 35 h 21"/>
                <a:gd name="T12" fmla="*/ 595 w 40"/>
                <a:gd name="T13" fmla="*/ 397 h 21"/>
                <a:gd name="T14" fmla="*/ 613 w 40"/>
                <a:gd name="T15" fmla="*/ 397 h 21"/>
                <a:gd name="T16" fmla="*/ 613 w 40"/>
                <a:gd name="T17" fmla="*/ 37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21">
                  <a:moveTo>
                    <a:pt x="39" y="20"/>
                  </a:moveTo>
                  <a:cubicBezTo>
                    <a:pt x="35" y="9"/>
                    <a:pt x="22" y="0"/>
                    <a:pt x="10" y="0"/>
                  </a:cubicBezTo>
                  <a:cubicBezTo>
                    <a:pt x="7" y="0"/>
                    <a:pt x="3" y="1"/>
                    <a:pt x="1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4" y="3"/>
                    <a:pt x="7" y="2"/>
                    <a:pt x="10" y="2"/>
                  </a:cubicBezTo>
                  <a:cubicBezTo>
                    <a:pt x="21" y="2"/>
                    <a:pt x="34" y="11"/>
                    <a:pt x="38" y="21"/>
                  </a:cubicBezTo>
                  <a:cubicBezTo>
                    <a:pt x="38" y="21"/>
                    <a:pt x="38" y="21"/>
                    <a:pt x="39" y="21"/>
                  </a:cubicBezTo>
                  <a:cubicBezTo>
                    <a:pt x="39" y="21"/>
                    <a:pt x="40" y="20"/>
                    <a:pt x="39" y="20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9" name="Freeform 38">
              <a:extLst>
                <a:ext uri="{FF2B5EF4-FFF2-40B4-BE49-F238E27FC236}">
                  <a16:creationId xmlns:a16="http://schemas.microsoft.com/office/drawing/2014/main" id="{1AB8972D-F21F-48B3-B346-383772143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925"/>
              <a:ext cx="130" cy="38"/>
            </a:xfrm>
            <a:custGeom>
              <a:avLst/>
              <a:gdLst>
                <a:gd name="T0" fmla="*/ 800 w 52"/>
                <a:gd name="T1" fmla="*/ 141 h 14"/>
                <a:gd name="T2" fmla="*/ 563 w 52"/>
                <a:gd name="T3" fmla="*/ 244 h 14"/>
                <a:gd name="T4" fmla="*/ 33 w 52"/>
                <a:gd name="T5" fmla="*/ 0 h 14"/>
                <a:gd name="T6" fmla="*/ 20 w 52"/>
                <a:gd name="T7" fmla="*/ 22 h 14"/>
                <a:gd name="T8" fmla="*/ 20 w 52"/>
                <a:gd name="T9" fmla="*/ 38 h 14"/>
                <a:gd name="T10" fmla="*/ 563 w 52"/>
                <a:gd name="T11" fmla="*/ 280 h 14"/>
                <a:gd name="T12" fmla="*/ 813 w 52"/>
                <a:gd name="T13" fmla="*/ 176 h 14"/>
                <a:gd name="T14" fmla="*/ 813 w 52"/>
                <a:gd name="T15" fmla="*/ 141 h 14"/>
                <a:gd name="T16" fmla="*/ 800 w 52"/>
                <a:gd name="T17" fmla="*/ 141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4">
                  <a:moveTo>
                    <a:pt x="51" y="7"/>
                  </a:moveTo>
                  <a:cubicBezTo>
                    <a:pt x="47" y="11"/>
                    <a:pt x="42" y="12"/>
                    <a:pt x="36" y="12"/>
                  </a:cubicBezTo>
                  <a:cubicBezTo>
                    <a:pt x="24" y="12"/>
                    <a:pt x="10" y="6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9" y="7"/>
                    <a:pt x="24" y="14"/>
                    <a:pt x="36" y="14"/>
                  </a:cubicBezTo>
                  <a:cubicBezTo>
                    <a:pt x="42" y="14"/>
                    <a:pt x="48" y="13"/>
                    <a:pt x="52" y="9"/>
                  </a:cubicBezTo>
                  <a:cubicBezTo>
                    <a:pt x="52" y="8"/>
                    <a:pt x="52" y="8"/>
                    <a:pt x="52" y="7"/>
                  </a:cubicBezTo>
                  <a:cubicBezTo>
                    <a:pt x="52" y="7"/>
                    <a:pt x="51" y="7"/>
                    <a:pt x="51" y="7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0" name="Freeform 39">
              <a:extLst>
                <a:ext uri="{FF2B5EF4-FFF2-40B4-BE49-F238E27FC236}">
                  <a16:creationId xmlns:a16="http://schemas.microsoft.com/office/drawing/2014/main" id="{D9A519B9-8449-422B-958B-9E29E3FAC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909"/>
              <a:ext cx="107" cy="43"/>
            </a:xfrm>
            <a:custGeom>
              <a:avLst/>
              <a:gdLst>
                <a:gd name="T0" fmla="*/ 632 w 43"/>
                <a:gd name="T1" fmla="*/ 22 h 16"/>
                <a:gd name="T2" fmla="*/ 495 w 43"/>
                <a:gd name="T3" fmla="*/ 218 h 16"/>
                <a:gd name="T4" fmla="*/ 261 w 43"/>
                <a:gd name="T5" fmla="*/ 274 h 16"/>
                <a:gd name="T6" fmla="*/ 12 w 43"/>
                <a:gd name="T7" fmla="*/ 231 h 16"/>
                <a:gd name="T8" fmla="*/ 0 w 43"/>
                <a:gd name="T9" fmla="*/ 231 h 16"/>
                <a:gd name="T10" fmla="*/ 12 w 43"/>
                <a:gd name="T11" fmla="*/ 274 h 16"/>
                <a:gd name="T12" fmla="*/ 261 w 43"/>
                <a:gd name="T13" fmla="*/ 312 h 16"/>
                <a:gd name="T14" fmla="*/ 495 w 43"/>
                <a:gd name="T15" fmla="*/ 253 h 16"/>
                <a:gd name="T16" fmla="*/ 662 w 43"/>
                <a:gd name="T17" fmla="*/ 22 h 16"/>
                <a:gd name="T18" fmla="*/ 649 w 43"/>
                <a:gd name="T19" fmla="*/ 0 h 16"/>
                <a:gd name="T20" fmla="*/ 632 w 43"/>
                <a:gd name="T21" fmla="*/ 22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16">
                  <a:moveTo>
                    <a:pt x="41" y="1"/>
                  </a:moveTo>
                  <a:cubicBezTo>
                    <a:pt x="39" y="6"/>
                    <a:pt x="36" y="9"/>
                    <a:pt x="32" y="11"/>
                  </a:cubicBezTo>
                  <a:cubicBezTo>
                    <a:pt x="27" y="13"/>
                    <a:pt x="22" y="14"/>
                    <a:pt x="17" y="14"/>
                  </a:cubicBezTo>
                  <a:cubicBezTo>
                    <a:pt x="12" y="14"/>
                    <a:pt x="6" y="13"/>
                    <a:pt x="1" y="12"/>
                  </a:cubicBezTo>
                  <a:cubicBezTo>
                    <a:pt x="1" y="11"/>
                    <a:pt x="0" y="12"/>
                    <a:pt x="0" y="12"/>
                  </a:cubicBezTo>
                  <a:cubicBezTo>
                    <a:pt x="0" y="13"/>
                    <a:pt x="0" y="13"/>
                    <a:pt x="1" y="14"/>
                  </a:cubicBezTo>
                  <a:cubicBezTo>
                    <a:pt x="6" y="15"/>
                    <a:pt x="12" y="16"/>
                    <a:pt x="17" y="16"/>
                  </a:cubicBezTo>
                  <a:cubicBezTo>
                    <a:pt x="23" y="16"/>
                    <a:pt x="28" y="15"/>
                    <a:pt x="32" y="13"/>
                  </a:cubicBezTo>
                  <a:cubicBezTo>
                    <a:pt x="37" y="10"/>
                    <a:pt x="41" y="7"/>
                    <a:pt x="43" y="1"/>
                  </a:cubicBezTo>
                  <a:cubicBezTo>
                    <a:pt x="43" y="1"/>
                    <a:pt x="43" y="0"/>
                    <a:pt x="42" y="0"/>
                  </a:cubicBezTo>
                  <a:cubicBezTo>
                    <a:pt x="42" y="0"/>
                    <a:pt x="41" y="0"/>
                    <a:pt x="41" y="1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1" name="Freeform 40">
              <a:extLst>
                <a:ext uri="{FF2B5EF4-FFF2-40B4-BE49-F238E27FC236}">
                  <a16:creationId xmlns:a16="http://schemas.microsoft.com/office/drawing/2014/main" id="{2009AF81-29B1-4DB7-9F23-CF920BDBF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5"/>
              <a:ext cx="110" cy="35"/>
            </a:xfrm>
            <a:custGeom>
              <a:avLst/>
              <a:gdLst>
                <a:gd name="T0" fmla="*/ 688 w 44"/>
                <a:gd name="T1" fmla="*/ 232 h 13"/>
                <a:gd name="T2" fmla="*/ 563 w 44"/>
                <a:gd name="T3" fmla="*/ 59 h 13"/>
                <a:gd name="T4" fmla="*/ 375 w 44"/>
                <a:gd name="T5" fmla="*/ 0 h 13"/>
                <a:gd name="T6" fmla="*/ 20 w 44"/>
                <a:gd name="T7" fmla="*/ 81 h 13"/>
                <a:gd name="T8" fmla="*/ 0 w 44"/>
                <a:gd name="T9" fmla="*/ 94 h 13"/>
                <a:gd name="T10" fmla="*/ 20 w 44"/>
                <a:gd name="T11" fmla="*/ 94 h 13"/>
                <a:gd name="T12" fmla="*/ 375 w 44"/>
                <a:gd name="T13" fmla="*/ 35 h 13"/>
                <a:gd name="T14" fmla="*/ 550 w 44"/>
                <a:gd name="T15" fmla="*/ 81 h 13"/>
                <a:gd name="T16" fmla="*/ 658 w 44"/>
                <a:gd name="T17" fmla="*/ 232 h 13"/>
                <a:gd name="T18" fmla="*/ 675 w 44"/>
                <a:gd name="T19" fmla="*/ 253 h 13"/>
                <a:gd name="T20" fmla="*/ 688 w 44"/>
                <a:gd name="T21" fmla="*/ 232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3">
                  <a:moveTo>
                    <a:pt x="44" y="12"/>
                  </a:moveTo>
                  <a:cubicBezTo>
                    <a:pt x="42" y="7"/>
                    <a:pt x="39" y="4"/>
                    <a:pt x="36" y="3"/>
                  </a:cubicBezTo>
                  <a:cubicBezTo>
                    <a:pt x="32" y="1"/>
                    <a:pt x="28" y="0"/>
                    <a:pt x="24" y="0"/>
                  </a:cubicBezTo>
                  <a:cubicBezTo>
                    <a:pt x="16" y="0"/>
                    <a:pt x="7" y="3"/>
                    <a:pt x="1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6"/>
                    <a:pt x="1" y="5"/>
                  </a:cubicBezTo>
                  <a:cubicBezTo>
                    <a:pt x="8" y="5"/>
                    <a:pt x="17" y="2"/>
                    <a:pt x="24" y="2"/>
                  </a:cubicBezTo>
                  <a:cubicBezTo>
                    <a:pt x="28" y="2"/>
                    <a:pt x="32" y="3"/>
                    <a:pt x="35" y="4"/>
                  </a:cubicBezTo>
                  <a:cubicBezTo>
                    <a:pt x="38" y="6"/>
                    <a:pt x="40" y="8"/>
                    <a:pt x="42" y="12"/>
                  </a:cubicBezTo>
                  <a:cubicBezTo>
                    <a:pt x="42" y="13"/>
                    <a:pt x="43" y="13"/>
                    <a:pt x="43" y="13"/>
                  </a:cubicBezTo>
                  <a:cubicBezTo>
                    <a:pt x="44" y="13"/>
                    <a:pt x="44" y="12"/>
                    <a:pt x="44" y="12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2" name="Freeform 41">
              <a:extLst>
                <a:ext uri="{FF2B5EF4-FFF2-40B4-BE49-F238E27FC236}">
                  <a16:creationId xmlns:a16="http://schemas.microsoft.com/office/drawing/2014/main" id="{2936B745-D8B1-4E0B-BCE1-7C34C7B2D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837"/>
              <a:ext cx="97" cy="43"/>
            </a:xfrm>
            <a:custGeom>
              <a:avLst/>
              <a:gdLst>
                <a:gd name="T0" fmla="*/ 587 w 39"/>
                <a:gd name="T1" fmla="*/ 290 h 16"/>
                <a:gd name="T2" fmla="*/ 216 w 39"/>
                <a:gd name="T3" fmla="*/ 0 h 16"/>
                <a:gd name="T4" fmla="*/ 0 w 39"/>
                <a:gd name="T5" fmla="*/ 35 h 16"/>
                <a:gd name="T6" fmla="*/ 0 w 39"/>
                <a:gd name="T7" fmla="*/ 81 h 16"/>
                <a:gd name="T8" fmla="*/ 12 w 39"/>
                <a:gd name="T9" fmla="*/ 81 h 16"/>
                <a:gd name="T10" fmla="*/ 216 w 39"/>
                <a:gd name="T11" fmla="*/ 35 h 16"/>
                <a:gd name="T12" fmla="*/ 570 w 39"/>
                <a:gd name="T13" fmla="*/ 290 h 16"/>
                <a:gd name="T14" fmla="*/ 587 w 39"/>
                <a:gd name="T15" fmla="*/ 312 h 16"/>
                <a:gd name="T16" fmla="*/ 587 w 39"/>
                <a:gd name="T17" fmla="*/ 29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16">
                  <a:moveTo>
                    <a:pt x="38" y="15"/>
                  </a:moveTo>
                  <a:cubicBezTo>
                    <a:pt x="34" y="4"/>
                    <a:pt x="24" y="0"/>
                    <a:pt x="14" y="0"/>
                  </a:cubicBezTo>
                  <a:cubicBezTo>
                    <a:pt x="10" y="0"/>
                    <a:pt x="5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5"/>
                    <a:pt x="1" y="4"/>
                  </a:cubicBezTo>
                  <a:cubicBezTo>
                    <a:pt x="5" y="3"/>
                    <a:pt x="10" y="2"/>
                    <a:pt x="14" y="2"/>
                  </a:cubicBezTo>
                  <a:cubicBezTo>
                    <a:pt x="24" y="2"/>
                    <a:pt x="32" y="6"/>
                    <a:pt x="37" y="15"/>
                  </a:cubicBezTo>
                  <a:cubicBezTo>
                    <a:pt x="37" y="16"/>
                    <a:pt x="37" y="16"/>
                    <a:pt x="38" y="16"/>
                  </a:cubicBezTo>
                  <a:cubicBezTo>
                    <a:pt x="38" y="16"/>
                    <a:pt x="39" y="15"/>
                    <a:pt x="38" y="15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3" name="Freeform 42">
              <a:extLst>
                <a:ext uri="{FF2B5EF4-FFF2-40B4-BE49-F238E27FC236}">
                  <a16:creationId xmlns:a16="http://schemas.microsoft.com/office/drawing/2014/main" id="{D587FE89-46A7-4C45-B601-785A8CBF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915"/>
              <a:ext cx="107" cy="42"/>
            </a:xfrm>
            <a:custGeom>
              <a:avLst/>
              <a:gdLst>
                <a:gd name="T0" fmla="*/ 649 w 43"/>
                <a:gd name="T1" fmla="*/ 200 h 16"/>
                <a:gd name="T2" fmla="*/ 465 w 43"/>
                <a:gd name="T3" fmla="*/ 255 h 16"/>
                <a:gd name="T4" fmla="*/ 199 w 43"/>
                <a:gd name="T5" fmla="*/ 179 h 16"/>
                <a:gd name="T6" fmla="*/ 30 w 43"/>
                <a:gd name="T7" fmla="*/ 21 h 16"/>
                <a:gd name="T8" fmla="*/ 0 w 43"/>
                <a:gd name="T9" fmla="*/ 0 h 16"/>
                <a:gd name="T10" fmla="*/ 0 w 43"/>
                <a:gd name="T11" fmla="*/ 21 h 16"/>
                <a:gd name="T12" fmla="*/ 187 w 43"/>
                <a:gd name="T13" fmla="*/ 221 h 16"/>
                <a:gd name="T14" fmla="*/ 465 w 43"/>
                <a:gd name="T15" fmla="*/ 289 h 16"/>
                <a:gd name="T16" fmla="*/ 662 w 43"/>
                <a:gd name="T17" fmla="*/ 221 h 16"/>
                <a:gd name="T18" fmla="*/ 662 w 43"/>
                <a:gd name="T19" fmla="*/ 200 h 16"/>
                <a:gd name="T20" fmla="*/ 649 w 43"/>
                <a:gd name="T21" fmla="*/ 20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16">
                  <a:moveTo>
                    <a:pt x="42" y="11"/>
                  </a:moveTo>
                  <a:cubicBezTo>
                    <a:pt x="39" y="13"/>
                    <a:pt x="35" y="14"/>
                    <a:pt x="30" y="14"/>
                  </a:cubicBezTo>
                  <a:cubicBezTo>
                    <a:pt x="25" y="14"/>
                    <a:pt x="18" y="13"/>
                    <a:pt x="13" y="10"/>
                  </a:cubicBezTo>
                  <a:cubicBezTo>
                    <a:pt x="7" y="8"/>
                    <a:pt x="3" y="4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2" y="6"/>
                    <a:pt x="6" y="9"/>
                    <a:pt x="12" y="12"/>
                  </a:cubicBezTo>
                  <a:cubicBezTo>
                    <a:pt x="18" y="14"/>
                    <a:pt x="24" y="16"/>
                    <a:pt x="30" y="16"/>
                  </a:cubicBezTo>
                  <a:cubicBezTo>
                    <a:pt x="35" y="16"/>
                    <a:pt x="40" y="15"/>
                    <a:pt x="43" y="12"/>
                  </a:cubicBezTo>
                  <a:cubicBezTo>
                    <a:pt x="43" y="12"/>
                    <a:pt x="43" y="11"/>
                    <a:pt x="43" y="11"/>
                  </a:cubicBezTo>
                  <a:cubicBezTo>
                    <a:pt x="43" y="10"/>
                    <a:pt x="42" y="10"/>
                    <a:pt x="42" y="11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4" name="Freeform 43">
              <a:extLst>
                <a:ext uri="{FF2B5EF4-FFF2-40B4-BE49-F238E27FC236}">
                  <a16:creationId xmlns:a16="http://schemas.microsoft.com/office/drawing/2014/main" id="{2F36663A-4CE4-46C6-B8DC-2EF855A12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899"/>
              <a:ext cx="98" cy="29"/>
            </a:xfrm>
            <a:custGeom>
              <a:avLst/>
              <a:gdLst>
                <a:gd name="T0" fmla="*/ 588 w 39"/>
                <a:gd name="T1" fmla="*/ 21 h 11"/>
                <a:gd name="T2" fmla="*/ 284 w 39"/>
                <a:gd name="T3" fmla="*/ 166 h 11"/>
                <a:gd name="T4" fmla="*/ 20 w 39"/>
                <a:gd name="T5" fmla="*/ 124 h 11"/>
                <a:gd name="T6" fmla="*/ 0 w 39"/>
                <a:gd name="T7" fmla="*/ 124 h 11"/>
                <a:gd name="T8" fmla="*/ 20 w 39"/>
                <a:gd name="T9" fmla="*/ 166 h 11"/>
                <a:gd name="T10" fmla="*/ 284 w 39"/>
                <a:gd name="T11" fmla="*/ 200 h 11"/>
                <a:gd name="T12" fmla="*/ 618 w 39"/>
                <a:gd name="T13" fmla="*/ 34 h 11"/>
                <a:gd name="T14" fmla="*/ 601 w 39"/>
                <a:gd name="T15" fmla="*/ 21 h 11"/>
                <a:gd name="T16" fmla="*/ 588 w 39"/>
                <a:gd name="T17" fmla="*/ 21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11">
                  <a:moveTo>
                    <a:pt x="37" y="1"/>
                  </a:moveTo>
                  <a:cubicBezTo>
                    <a:pt x="33" y="7"/>
                    <a:pt x="26" y="9"/>
                    <a:pt x="18" y="9"/>
                  </a:cubicBezTo>
                  <a:cubicBezTo>
                    <a:pt x="12" y="9"/>
                    <a:pt x="6" y="8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6" y="10"/>
                    <a:pt x="12" y="11"/>
                    <a:pt x="18" y="11"/>
                  </a:cubicBezTo>
                  <a:cubicBezTo>
                    <a:pt x="26" y="11"/>
                    <a:pt x="34" y="9"/>
                    <a:pt x="39" y="2"/>
                  </a:cubicBezTo>
                  <a:cubicBezTo>
                    <a:pt x="39" y="2"/>
                    <a:pt x="39" y="1"/>
                    <a:pt x="38" y="1"/>
                  </a:cubicBezTo>
                  <a:cubicBezTo>
                    <a:pt x="38" y="0"/>
                    <a:pt x="37" y="1"/>
                    <a:pt x="37" y="1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5" name="Freeform 44">
              <a:extLst>
                <a:ext uri="{FF2B5EF4-FFF2-40B4-BE49-F238E27FC236}">
                  <a16:creationId xmlns:a16="http://schemas.microsoft.com/office/drawing/2014/main" id="{7EDB123A-2CF4-4FA6-BB28-F4025ED7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803"/>
              <a:ext cx="132" cy="34"/>
            </a:xfrm>
            <a:custGeom>
              <a:avLst/>
              <a:gdLst>
                <a:gd name="T0" fmla="*/ 819 w 53"/>
                <a:gd name="T1" fmla="*/ 199 h 13"/>
                <a:gd name="T2" fmla="*/ 620 w 53"/>
                <a:gd name="T3" fmla="*/ 55 h 13"/>
                <a:gd name="T4" fmla="*/ 341 w 53"/>
                <a:gd name="T5" fmla="*/ 0 h 13"/>
                <a:gd name="T6" fmla="*/ 125 w 53"/>
                <a:gd name="T7" fmla="*/ 34 h 13"/>
                <a:gd name="T8" fmla="*/ 0 w 53"/>
                <a:gd name="T9" fmla="*/ 199 h 13"/>
                <a:gd name="T10" fmla="*/ 12 w 53"/>
                <a:gd name="T11" fmla="*/ 212 h 13"/>
                <a:gd name="T12" fmla="*/ 30 w 53"/>
                <a:gd name="T13" fmla="*/ 199 h 13"/>
                <a:gd name="T14" fmla="*/ 137 w 53"/>
                <a:gd name="T15" fmla="*/ 68 h 13"/>
                <a:gd name="T16" fmla="*/ 341 w 53"/>
                <a:gd name="T17" fmla="*/ 34 h 13"/>
                <a:gd name="T18" fmla="*/ 620 w 53"/>
                <a:gd name="T19" fmla="*/ 89 h 13"/>
                <a:gd name="T20" fmla="*/ 787 w 53"/>
                <a:gd name="T21" fmla="*/ 212 h 13"/>
                <a:gd name="T22" fmla="*/ 807 w 53"/>
                <a:gd name="T23" fmla="*/ 233 h 13"/>
                <a:gd name="T24" fmla="*/ 819 w 53"/>
                <a:gd name="T25" fmla="*/ 199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13">
                  <a:moveTo>
                    <a:pt x="53" y="11"/>
                  </a:moveTo>
                  <a:cubicBezTo>
                    <a:pt x="51" y="8"/>
                    <a:pt x="46" y="5"/>
                    <a:pt x="40" y="3"/>
                  </a:cubicBezTo>
                  <a:cubicBezTo>
                    <a:pt x="35" y="1"/>
                    <a:pt x="28" y="0"/>
                    <a:pt x="22" y="0"/>
                  </a:cubicBezTo>
                  <a:cubicBezTo>
                    <a:pt x="17" y="0"/>
                    <a:pt x="12" y="1"/>
                    <a:pt x="8" y="2"/>
                  </a:cubicBezTo>
                  <a:cubicBezTo>
                    <a:pt x="4" y="4"/>
                    <a:pt x="1" y="7"/>
                    <a:pt x="0" y="11"/>
                  </a:cubicBezTo>
                  <a:cubicBezTo>
                    <a:pt x="0" y="11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3" y="8"/>
                    <a:pt x="5" y="6"/>
                    <a:pt x="9" y="4"/>
                  </a:cubicBezTo>
                  <a:cubicBezTo>
                    <a:pt x="12" y="3"/>
                    <a:pt x="17" y="2"/>
                    <a:pt x="22" y="2"/>
                  </a:cubicBezTo>
                  <a:cubicBezTo>
                    <a:pt x="28" y="2"/>
                    <a:pt x="34" y="3"/>
                    <a:pt x="40" y="5"/>
                  </a:cubicBezTo>
                  <a:cubicBezTo>
                    <a:pt x="45" y="7"/>
                    <a:pt x="49" y="9"/>
                    <a:pt x="51" y="12"/>
                  </a:cubicBezTo>
                  <a:cubicBezTo>
                    <a:pt x="51" y="13"/>
                    <a:pt x="52" y="13"/>
                    <a:pt x="52" y="13"/>
                  </a:cubicBezTo>
                  <a:cubicBezTo>
                    <a:pt x="53" y="12"/>
                    <a:pt x="53" y="12"/>
                    <a:pt x="53" y="11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6" name="Freeform 45">
              <a:extLst>
                <a:ext uri="{FF2B5EF4-FFF2-40B4-BE49-F238E27FC236}">
                  <a16:creationId xmlns:a16="http://schemas.microsoft.com/office/drawing/2014/main" id="{50FA69D0-3A37-4147-AFE7-8509FB33A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824"/>
              <a:ext cx="98" cy="27"/>
            </a:xfrm>
            <a:custGeom>
              <a:avLst/>
              <a:gdLst>
                <a:gd name="T0" fmla="*/ 601 w 39"/>
                <a:gd name="T1" fmla="*/ 116 h 10"/>
                <a:gd name="T2" fmla="*/ 254 w 39"/>
                <a:gd name="T3" fmla="*/ 0 h 10"/>
                <a:gd name="T4" fmla="*/ 95 w 39"/>
                <a:gd name="T5" fmla="*/ 38 h 10"/>
                <a:gd name="T6" fmla="*/ 0 w 39"/>
                <a:gd name="T7" fmla="*/ 159 h 10"/>
                <a:gd name="T8" fmla="*/ 20 w 39"/>
                <a:gd name="T9" fmla="*/ 176 h 10"/>
                <a:gd name="T10" fmla="*/ 33 w 39"/>
                <a:gd name="T11" fmla="*/ 176 h 10"/>
                <a:gd name="T12" fmla="*/ 113 w 39"/>
                <a:gd name="T13" fmla="*/ 59 h 10"/>
                <a:gd name="T14" fmla="*/ 254 w 39"/>
                <a:gd name="T15" fmla="*/ 38 h 10"/>
                <a:gd name="T16" fmla="*/ 588 w 39"/>
                <a:gd name="T17" fmla="*/ 159 h 10"/>
                <a:gd name="T18" fmla="*/ 618 w 39"/>
                <a:gd name="T19" fmla="*/ 159 h 10"/>
                <a:gd name="T20" fmla="*/ 601 w 39"/>
                <a:gd name="T21" fmla="*/ 116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0">
                  <a:moveTo>
                    <a:pt x="38" y="6"/>
                  </a:moveTo>
                  <a:cubicBezTo>
                    <a:pt x="33" y="3"/>
                    <a:pt x="24" y="0"/>
                    <a:pt x="16" y="0"/>
                  </a:cubicBezTo>
                  <a:cubicBezTo>
                    <a:pt x="12" y="0"/>
                    <a:pt x="9" y="0"/>
                    <a:pt x="6" y="2"/>
                  </a:cubicBezTo>
                  <a:cubicBezTo>
                    <a:pt x="4" y="3"/>
                    <a:pt x="1" y="5"/>
                    <a:pt x="0" y="8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1" y="10"/>
                    <a:pt x="2" y="9"/>
                    <a:pt x="2" y="9"/>
                  </a:cubicBezTo>
                  <a:cubicBezTo>
                    <a:pt x="3" y="6"/>
                    <a:pt x="5" y="5"/>
                    <a:pt x="7" y="3"/>
                  </a:cubicBezTo>
                  <a:cubicBezTo>
                    <a:pt x="10" y="2"/>
                    <a:pt x="13" y="2"/>
                    <a:pt x="16" y="2"/>
                  </a:cubicBezTo>
                  <a:cubicBezTo>
                    <a:pt x="24" y="2"/>
                    <a:pt x="33" y="5"/>
                    <a:pt x="37" y="8"/>
                  </a:cubicBezTo>
                  <a:cubicBezTo>
                    <a:pt x="38" y="8"/>
                    <a:pt x="38" y="8"/>
                    <a:pt x="39" y="8"/>
                  </a:cubicBezTo>
                  <a:cubicBezTo>
                    <a:pt x="39" y="7"/>
                    <a:pt x="39" y="6"/>
                    <a:pt x="38" y="6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7" name="Freeform 46">
              <a:extLst>
                <a:ext uri="{FF2B5EF4-FFF2-40B4-BE49-F238E27FC236}">
                  <a16:creationId xmlns:a16="http://schemas.microsoft.com/office/drawing/2014/main" id="{8C0E37F6-7D26-43F8-9B04-7AB8E40FB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365"/>
              <a:ext cx="120" cy="62"/>
            </a:xfrm>
            <a:custGeom>
              <a:avLst/>
              <a:gdLst>
                <a:gd name="T0" fmla="*/ 738 w 48"/>
                <a:gd name="T1" fmla="*/ 334 h 23"/>
                <a:gd name="T2" fmla="*/ 520 w 48"/>
                <a:gd name="T3" fmla="*/ 415 h 23"/>
                <a:gd name="T4" fmla="*/ 33 w 48"/>
                <a:gd name="T5" fmla="*/ 22 h 23"/>
                <a:gd name="T6" fmla="*/ 20 w 48"/>
                <a:gd name="T7" fmla="*/ 0 h 23"/>
                <a:gd name="T8" fmla="*/ 20 w 48"/>
                <a:gd name="T9" fmla="*/ 35 h 23"/>
                <a:gd name="T10" fmla="*/ 520 w 48"/>
                <a:gd name="T11" fmla="*/ 450 h 23"/>
                <a:gd name="T12" fmla="*/ 750 w 48"/>
                <a:gd name="T13" fmla="*/ 369 h 23"/>
                <a:gd name="T14" fmla="*/ 750 w 48"/>
                <a:gd name="T15" fmla="*/ 356 h 23"/>
                <a:gd name="T16" fmla="*/ 738 w 48"/>
                <a:gd name="T17" fmla="*/ 334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3">
                  <a:moveTo>
                    <a:pt x="47" y="17"/>
                  </a:moveTo>
                  <a:cubicBezTo>
                    <a:pt x="43" y="20"/>
                    <a:pt x="38" y="21"/>
                    <a:pt x="33" y="21"/>
                  </a:cubicBezTo>
                  <a:cubicBezTo>
                    <a:pt x="21" y="21"/>
                    <a:pt x="8" y="13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6" y="14"/>
                    <a:pt x="20" y="23"/>
                    <a:pt x="33" y="23"/>
                  </a:cubicBezTo>
                  <a:cubicBezTo>
                    <a:pt x="38" y="23"/>
                    <a:pt x="43" y="22"/>
                    <a:pt x="48" y="19"/>
                  </a:cubicBezTo>
                  <a:cubicBezTo>
                    <a:pt x="48" y="19"/>
                    <a:pt x="48" y="18"/>
                    <a:pt x="48" y="18"/>
                  </a:cubicBezTo>
                  <a:cubicBezTo>
                    <a:pt x="48" y="17"/>
                    <a:pt x="47" y="17"/>
                    <a:pt x="47" y="17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8" name="Freeform 47">
              <a:extLst>
                <a:ext uri="{FF2B5EF4-FFF2-40B4-BE49-F238E27FC236}">
                  <a16:creationId xmlns:a16="http://schemas.microsoft.com/office/drawing/2014/main" id="{EB60BD68-1F05-4741-9D62-CE1412E47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352"/>
              <a:ext cx="123" cy="35"/>
            </a:xfrm>
            <a:custGeom>
              <a:avLst/>
              <a:gdLst>
                <a:gd name="T0" fmla="*/ 743 w 49"/>
                <a:gd name="T1" fmla="*/ 59 h 13"/>
                <a:gd name="T2" fmla="*/ 567 w 49"/>
                <a:gd name="T3" fmla="*/ 218 h 13"/>
                <a:gd name="T4" fmla="*/ 492 w 49"/>
                <a:gd name="T5" fmla="*/ 218 h 13"/>
                <a:gd name="T6" fmla="*/ 33 w 49"/>
                <a:gd name="T7" fmla="*/ 22 h 13"/>
                <a:gd name="T8" fmla="*/ 0 w 49"/>
                <a:gd name="T9" fmla="*/ 22 h 13"/>
                <a:gd name="T10" fmla="*/ 20 w 49"/>
                <a:gd name="T11" fmla="*/ 35 h 13"/>
                <a:gd name="T12" fmla="*/ 492 w 49"/>
                <a:gd name="T13" fmla="*/ 253 h 13"/>
                <a:gd name="T14" fmla="*/ 567 w 49"/>
                <a:gd name="T15" fmla="*/ 232 h 13"/>
                <a:gd name="T16" fmla="*/ 756 w 49"/>
                <a:gd name="T17" fmla="*/ 81 h 13"/>
                <a:gd name="T18" fmla="*/ 756 w 49"/>
                <a:gd name="T19" fmla="*/ 59 h 13"/>
                <a:gd name="T20" fmla="*/ 743 w 49"/>
                <a:gd name="T21" fmla="*/ 5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13">
                  <a:moveTo>
                    <a:pt x="47" y="3"/>
                  </a:moveTo>
                  <a:cubicBezTo>
                    <a:pt x="43" y="6"/>
                    <a:pt x="40" y="9"/>
                    <a:pt x="36" y="11"/>
                  </a:cubicBezTo>
                  <a:cubicBezTo>
                    <a:pt x="34" y="11"/>
                    <a:pt x="33" y="11"/>
                    <a:pt x="31" y="11"/>
                  </a:cubicBezTo>
                  <a:cubicBezTo>
                    <a:pt x="21" y="11"/>
                    <a:pt x="9" y="5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8" y="7"/>
                    <a:pt x="20" y="13"/>
                    <a:pt x="31" y="13"/>
                  </a:cubicBezTo>
                  <a:cubicBezTo>
                    <a:pt x="33" y="13"/>
                    <a:pt x="35" y="13"/>
                    <a:pt x="36" y="12"/>
                  </a:cubicBezTo>
                  <a:cubicBezTo>
                    <a:pt x="41" y="11"/>
                    <a:pt x="45" y="7"/>
                    <a:pt x="48" y="4"/>
                  </a:cubicBezTo>
                  <a:cubicBezTo>
                    <a:pt x="49" y="4"/>
                    <a:pt x="49" y="3"/>
                    <a:pt x="48" y="3"/>
                  </a:cubicBezTo>
                  <a:cubicBezTo>
                    <a:pt x="48" y="3"/>
                    <a:pt x="47" y="2"/>
                    <a:pt x="47" y="3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9" name="Freeform 48">
              <a:extLst>
                <a:ext uri="{FF2B5EF4-FFF2-40B4-BE49-F238E27FC236}">
                  <a16:creationId xmlns:a16="http://schemas.microsoft.com/office/drawing/2014/main" id="{D537818E-EE1C-4E27-9C96-30C33C650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0"/>
              <a:ext cx="125" cy="51"/>
            </a:xfrm>
            <a:custGeom>
              <a:avLst/>
              <a:gdLst>
                <a:gd name="T0" fmla="*/ 750 w 50"/>
                <a:gd name="T1" fmla="*/ 150 h 19"/>
                <a:gd name="T2" fmla="*/ 675 w 50"/>
                <a:gd name="T3" fmla="*/ 287 h 19"/>
                <a:gd name="T4" fmla="*/ 533 w 50"/>
                <a:gd name="T5" fmla="*/ 330 h 19"/>
                <a:gd name="T6" fmla="*/ 408 w 50"/>
                <a:gd name="T7" fmla="*/ 309 h 19"/>
                <a:gd name="T8" fmla="*/ 175 w 50"/>
                <a:gd name="T9" fmla="*/ 231 h 19"/>
                <a:gd name="T10" fmla="*/ 33 w 50"/>
                <a:gd name="T11" fmla="*/ 21 h 19"/>
                <a:gd name="T12" fmla="*/ 0 w 50"/>
                <a:gd name="T13" fmla="*/ 0 h 19"/>
                <a:gd name="T14" fmla="*/ 0 w 50"/>
                <a:gd name="T15" fmla="*/ 35 h 19"/>
                <a:gd name="T16" fmla="*/ 158 w 50"/>
                <a:gd name="T17" fmla="*/ 252 h 19"/>
                <a:gd name="T18" fmla="*/ 395 w 50"/>
                <a:gd name="T19" fmla="*/ 346 h 19"/>
                <a:gd name="T20" fmla="*/ 533 w 50"/>
                <a:gd name="T21" fmla="*/ 368 h 19"/>
                <a:gd name="T22" fmla="*/ 688 w 50"/>
                <a:gd name="T23" fmla="*/ 330 h 19"/>
                <a:gd name="T24" fmla="*/ 783 w 50"/>
                <a:gd name="T25" fmla="*/ 150 h 19"/>
                <a:gd name="T26" fmla="*/ 770 w 50"/>
                <a:gd name="T27" fmla="*/ 137 h 19"/>
                <a:gd name="T28" fmla="*/ 750 w 50"/>
                <a:gd name="T29" fmla="*/ 150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19">
                  <a:moveTo>
                    <a:pt x="48" y="8"/>
                  </a:moveTo>
                  <a:cubicBezTo>
                    <a:pt x="47" y="12"/>
                    <a:pt x="45" y="14"/>
                    <a:pt x="43" y="15"/>
                  </a:cubicBezTo>
                  <a:cubicBezTo>
                    <a:pt x="40" y="16"/>
                    <a:pt x="37" y="17"/>
                    <a:pt x="34" y="17"/>
                  </a:cubicBezTo>
                  <a:cubicBezTo>
                    <a:pt x="31" y="17"/>
                    <a:pt x="28" y="16"/>
                    <a:pt x="26" y="16"/>
                  </a:cubicBezTo>
                  <a:cubicBezTo>
                    <a:pt x="20" y="15"/>
                    <a:pt x="15" y="14"/>
                    <a:pt x="11" y="12"/>
                  </a:cubicBezTo>
                  <a:cubicBezTo>
                    <a:pt x="7" y="9"/>
                    <a:pt x="4" y="6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3" y="7"/>
                    <a:pt x="6" y="11"/>
                    <a:pt x="10" y="13"/>
                  </a:cubicBezTo>
                  <a:cubicBezTo>
                    <a:pt x="14" y="16"/>
                    <a:pt x="19" y="17"/>
                    <a:pt x="25" y="18"/>
                  </a:cubicBezTo>
                  <a:cubicBezTo>
                    <a:pt x="28" y="18"/>
                    <a:pt x="31" y="19"/>
                    <a:pt x="34" y="19"/>
                  </a:cubicBezTo>
                  <a:cubicBezTo>
                    <a:pt x="37" y="19"/>
                    <a:pt x="41" y="18"/>
                    <a:pt x="44" y="17"/>
                  </a:cubicBezTo>
                  <a:cubicBezTo>
                    <a:pt x="47" y="15"/>
                    <a:pt x="49" y="12"/>
                    <a:pt x="50" y="8"/>
                  </a:cubicBezTo>
                  <a:cubicBezTo>
                    <a:pt x="50" y="8"/>
                    <a:pt x="49" y="7"/>
                    <a:pt x="49" y="7"/>
                  </a:cubicBezTo>
                  <a:cubicBezTo>
                    <a:pt x="48" y="7"/>
                    <a:pt x="48" y="7"/>
                    <a:pt x="48" y="8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0" name="Freeform 49">
              <a:extLst>
                <a:ext uri="{FF2B5EF4-FFF2-40B4-BE49-F238E27FC236}">
                  <a16:creationId xmlns:a16="http://schemas.microsoft.com/office/drawing/2014/main" id="{7E777B23-AD3E-4166-8152-B9800D762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296"/>
              <a:ext cx="102" cy="37"/>
            </a:xfrm>
            <a:custGeom>
              <a:avLst/>
              <a:gdLst>
                <a:gd name="T0" fmla="*/ 600 w 41"/>
                <a:gd name="T1" fmla="*/ 132 h 14"/>
                <a:gd name="T2" fmla="*/ 341 w 41"/>
                <a:gd name="T3" fmla="*/ 225 h 14"/>
                <a:gd name="T4" fmla="*/ 154 w 41"/>
                <a:gd name="T5" fmla="*/ 167 h 14"/>
                <a:gd name="T6" fmla="*/ 30 w 41"/>
                <a:gd name="T7" fmla="*/ 21 h 14"/>
                <a:gd name="T8" fmla="*/ 12 w 41"/>
                <a:gd name="T9" fmla="*/ 0 h 14"/>
                <a:gd name="T10" fmla="*/ 0 w 41"/>
                <a:gd name="T11" fmla="*/ 34 h 14"/>
                <a:gd name="T12" fmla="*/ 137 w 41"/>
                <a:gd name="T13" fmla="*/ 204 h 14"/>
                <a:gd name="T14" fmla="*/ 341 w 41"/>
                <a:gd name="T15" fmla="*/ 259 h 14"/>
                <a:gd name="T16" fmla="*/ 619 w 41"/>
                <a:gd name="T17" fmla="*/ 148 h 14"/>
                <a:gd name="T18" fmla="*/ 619 w 41"/>
                <a:gd name="T19" fmla="*/ 132 h 14"/>
                <a:gd name="T20" fmla="*/ 600 w 41"/>
                <a:gd name="T21" fmla="*/ 132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4">
                  <a:moveTo>
                    <a:pt x="39" y="7"/>
                  </a:moveTo>
                  <a:cubicBezTo>
                    <a:pt x="35" y="10"/>
                    <a:pt x="29" y="12"/>
                    <a:pt x="22" y="12"/>
                  </a:cubicBezTo>
                  <a:cubicBezTo>
                    <a:pt x="18" y="12"/>
                    <a:pt x="14" y="11"/>
                    <a:pt x="10" y="9"/>
                  </a:cubicBezTo>
                  <a:cubicBezTo>
                    <a:pt x="6" y="7"/>
                    <a:pt x="3" y="5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2" y="6"/>
                    <a:pt x="5" y="9"/>
                    <a:pt x="9" y="11"/>
                  </a:cubicBezTo>
                  <a:cubicBezTo>
                    <a:pt x="13" y="13"/>
                    <a:pt x="18" y="14"/>
                    <a:pt x="22" y="14"/>
                  </a:cubicBezTo>
                  <a:cubicBezTo>
                    <a:pt x="29" y="14"/>
                    <a:pt x="36" y="12"/>
                    <a:pt x="40" y="8"/>
                  </a:cubicBezTo>
                  <a:cubicBezTo>
                    <a:pt x="40" y="8"/>
                    <a:pt x="41" y="7"/>
                    <a:pt x="40" y="7"/>
                  </a:cubicBezTo>
                  <a:cubicBezTo>
                    <a:pt x="40" y="6"/>
                    <a:pt x="39" y="6"/>
                    <a:pt x="39" y="7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1" name="Freeform 50">
              <a:extLst>
                <a:ext uri="{FF2B5EF4-FFF2-40B4-BE49-F238E27FC236}">
                  <a16:creationId xmlns:a16="http://schemas.microsoft.com/office/drawing/2014/main" id="{9F5F90FA-DDC4-43D5-9843-0F5C781A5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285"/>
              <a:ext cx="120" cy="40"/>
            </a:xfrm>
            <a:custGeom>
              <a:avLst/>
              <a:gdLst>
                <a:gd name="T0" fmla="*/ 720 w 48"/>
                <a:gd name="T1" fmla="*/ 21 h 15"/>
                <a:gd name="T2" fmla="*/ 563 w 48"/>
                <a:gd name="T3" fmla="*/ 192 h 15"/>
                <a:gd name="T4" fmla="*/ 300 w 48"/>
                <a:gd name="T5" fmla="*/ 248 h 15"/>
                <a:gd name="T6" fmla="*/ 20 w 48"/>
                <a:gd name="T7" fmla="*/ 205 h 15"/>
                <a:gd name="T8" fmla="*/ 0 w 48"/>
                <a:gd name="T9" fmla="*/ 205 h 15"/>
                <a:gd name="T10" fmla="*/ 0 w 48"/>
                <a:gd name="T11" fmla="*/ 227 h 15"/>
                <a:gd name="T12" fmla="*/ 300 w 48"/>
                <a:gd name="T13" fmla="*/ 285 h 15"/>
                <a:gd name="T14" fmla="*/ 583 w 48"/>
                <a:gd name="T15" fmla="*/ 227 h 15"/>
                <a:gd name="T16" fmla="*/ 750 w 48"/>
                <a:gd name="T17" fmla="*/ 21 h 15"/>
                <a:gd name="T18" fmla="*/ 738 w 48"/>
                <a:gd name="T19" fmla="*/ 0 h 15"/>
                <a:gd name="T20" fmla="*/ 720 w 48"/>
                <a:gd name="T21" fmla="*/ 21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5">
                  <a:moveTo>
                    <a:pt x="46" y="1"/>
                  </a:moveTo>
                  <a:cubicBezTo>
                    <a:pt x="45" y="5"/>
                    <a:pt x="41" y="8"/>
                    <a:pt x="36" y="10"/>
                  </a:cubicBezTo>
                  <a:cubicBezTo>
                    <a:pt x="31" y="12"/>
                    <a:pt x="25" y="13"/>
                    <a:pt x="19" y="13"/>
                  </a:cubicBezTo>
                  <a:cubicBezTo>
                    <a:pt x="12" y="13"/>
                    <a:pt x="5" y="12"/>
                    <a:pt x="1" y="11"/>
                  </a:cubicBezTo>
                  <a:cubicBezTo>
                    <a:pt x="1" y="10"/>
                    <a:pt x="0" y="11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4"/>
                    <a:pt x="12" y="15"/>
                    <a:pt x="19" y="15"/>
                  </a:cubicBezTo>
                  <a:cubicBezTo>
                    <a:pt x="25" y="15"/>
                    <a:pt x="32" y="14"/>
                    <a:pt x="37" y="12"/>
                  </a:cubicBezTo>
                  <a:cubicBezTo>
                    <a:pt x="42" y="10"/>
                    <a:pt x="47" y="7"/>
                    <a:pt x="48" y="1"/>
                  </a:cubicBezTo>
                  <a:cubicBezTo>
                    <a:pt x="48" y="1"/>
                    <a:pt x="47" y="0"/>
                    <a:pt x="47" y="0"/>
                  </a:cubicBezTo>
                  <a:cubicBezTo>
                    <a:pt x="46" y="0"/>
                    <a:pt x="46" y="1"/>
                    <a:pt x="46" y="1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2" name="Freeform 51">
              <a:extLst>
                <a:ext uri="{FF2B5EF4-FFF2-40B4-BE49-F238E27FC236}">
                  <a16:creationId xmlns:a16="http://schemas.microsoft.com/office/drawing/2014/main" id="{EA4C6CC1-5F82-4C42-AF4C-E2064E1E7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224"/>
              <a:ext cx="105" cy="35"/>
            </a:xfrm>
            <a:custGeom>
              <a:avLst/>
              <a:gdLst>
                <a:gd name="T0" fmla="*/ 658 w 42"/>
                <a:gd name="T1" fmla="*/ 35 h 13"/>
                <a:gd name="T2" fmla="*/ 408 w 42"/>
                <a:gd name="T3" fmla="*/ 0 h 13"/>
                <a:gd name="T4" fmla="*/ 175 w 42"/>
                <a:gd name="T5" fmla="*/ 35 h 13"/>
                <a:gd name="T6" fmla="*/ 0 w 42"/>
                <a:gd name="T7" fmla="*/ 232 h 13"/>
                <a:gd name="T8" fmla="*/ 0 w 42"/>
                <a:gd name="T9" fmla="*/ 253 h 13"/>
                <a:gd name="T10" fmla="*/ 33 w 42"/>
                <a:gd name="T11" fmla="*/ 232 h 13"/>
                <a:gd name="T12" fmla="*/ 175 w 42"/>
                <a:gd name="T13" fmla="*/ 81 h 13"/>
                <a:gd name="T14" fmla="*/ 408 w 42"/>
                <a:gd name="T15" fmla="*/ 35 h 13"/>
                <a:gd name="T16" fmla="*/ 645 w 42"/>
                <a:gd name="T17" fmla="*/ 81 h 13"/>
                <a:gd name="T18" fmla="*/ 658 w 42"/>
                <a:gd name="T19" fmla="*/ 59 h 13"/>
                <a:gd name="T20" fmla="*/ 658 w 42"/>
                <a:gd name="T21" fmla="*/ 35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3">
                  <a:moveTo>
                    <a:pt x="42" y="2"/>
                  </a:moveTo>
                  <a:cubicBezTo>
                    <a:pt x="37" y="1"/>
                    <a:pt x="32" y="0"/>
                    <a:pt x="26" y="0"/>
                  </a:cubicBezTo>
                  <a:cubicBezTo>
                    <a:pt x="21" y="0"/>
                    <a:pt x="15" y="0"/>
                    <a:pt x="11" y="2"/>
                  </a:cubicBezTo>
                  <a:cubicBezTo>
                    <a:pt x="6" y="4"/>
                    <a:pt x="2" y="7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1" y="13"/>
                    <a:pt x="2" y="13"/>
                    <a:pt x="2" y="12"/>
                  </a:cubicBezTo>
                  <a:cubicBezTo>
                    <a:pt x="4" y="9"/>
                    <a:pt x="7" y="6"/>
                    <a:pt x="11" y="4"/>
                  </a:cubicBezTo>
                  <a:cubicBezTo>
                    <a:pt x="16" y="2"/>
                    <a:pt x="21" y="2"/>
                    <a:pt x="26" y="2"/>
                  </a:cubicBezTo>
                  <a:cubicBezTo>
                    <a:pt x="31" y="2"/>
                    <a:pt x="37" y="3"/>
                    <a:pt x="41" y="4"/>
                  </a:cubicBezTo>
                  <a:cubicBezTo>
                    <a:pt x="41" y="4"/>
                    <a:pt x="42" y="4"/>
                    <a:pt x="42" y="3"/>
                  </a:cubicBezTo>
                  <a:cubicBezTo>
                    <a:pt x="42" y="3"/>
                    <a:pt x="42" y="2"/>
                    <a:pt x="42" y="2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3" name="Freeform 52">
              <a:extLst>
                <a:ext uri="{FF2B5EF4-FFF2-40B4-BE49-F238E27FC236}">
                  <a16:creationId xmlns:a16="http://schemas.microsoft.com/office/drawing/2014/main" id="{CEE20599-56E6-4B20-886F-8C6A9578B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253"/>
              <a:ext cx="100" cy="27"/>
            </a:xfrm>
            <a:custGeom>
              <a:avLst/>
              <a:gdLst>
                <a:gd name="T0" fmla="*/ 613 w 40"/>
                <a:gd name="T1" fmla="*/ 116 h 10"/>
                <a:gd name="T2" fmla="*/ 345 w 40"/>
                <a:gd name="T3" fmla="*/ 0 h 10"/>
                <a:gd name="T4" fmla="*/ 0 w 40"/>
                <a:gd name="T5" fmla="*/ 159 h 10"/>
                <a:gd name="T6" fmla="*/ 0 w 40"/>
                <a:gd name="T7" fmla="*/ 176 h 10"/>
                <a:gd name="T8" fmla="*/ 33 w 40"/>
                <a:gd name="T9" fmla="*/ 176 h 10"/>
                <a:gd name="T10" fmla="*/ 345 w 40"/>
                <a:gd name="T11" fmla="*/ 38 h 10"/>
                <a:gd name="T12" fmla="*/ 595 w 40"/>
                <a:gd name="T13" fmla="*/ 138 h 10"/>
                <a:gd name="T14" fmla="*/ 613 w 40"/>
                <a:gd name="T15" fmla="*/ 138 h 10"/>
                <a:gd name="T16" fmla="*/ 613 w 40"/>
                <a:gd name="T17" fmla="*/ 11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0">
                  <a:moveTo>
                    <a:pt x="39" y="6"/>
                  </a:moveTo>
                  <a:cubicBezTo>
                    <a:pt x="35" y="2"/>
                    <a:pt x="29" y="0"/>
                    <a:pt x="22" y="0"/>
                  </a:cubicBezTo>
                  <a:cubicBezTo>
                    <a:pt x="14" y="0"/>
                    <a:pt x="5" y="3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10"/>
                    <a:pt x="1" y="10"/>
                    <a:pt x="2" y="9"/>
                  </a:cubicBezTo>
                  <a:cubicBezTo>
                    <a:pt x="6" y="5"/>
                    <a:pt x="14" y="2"/>
                    <a:pt x="22" y="2"/>
                  </a:cubicBezTo>
                  <a:cubicBezTo>
                    <a:pt x="28" y="2"/>
                    <a:pt x="34" y="4"/>
                    <a:pt x="38" y="7"/>
                  </a:cubicBezTo>
                  <a:cubicBezTo>
                    <a:pt x="38" y="8"/>
                    <a:pt x="39" y="8"/>
                    <a:pt x="39" y="7"/>
                  </a:cubicBezTo>
                  <a:cubicBezTo>
                    <a:pt x="40" y="7"/>
                    <a:pt x="40" y="6"/>
                    <a:pt x="39" y="6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4" name="Freeform 53">
              <a:extLst>
                <a:ext uri="{FF2B5EF4-FFF2-40B4-BE49-F238E27FC236}">
                  <a16:creationId xmlns:a16="http://schemas.microsoft.com/office/drawing/2014/main" id="{DEF38F80-436D-404C-849B-0A683E3B5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04"/>
              <a:ext cx="75" cy="24"/>
            </a:xfrm>
            <a:custGeom>
              <a:avLst/>
              <a:gdLst>
                <a:gd name="T0" fmla="*/ 458 w 30"/>
                <a:gd name="T1" fmla="*/ 56 h 9"/>
                <a:gd name="T2" fmla="*/ 250 w 30"/>
                <a:gd name="T3" fmla="*/ 136 h 9"/>
                <a:gd name="T4" fmla="*/ 33 w 30"/>
                <a:gd name="T5" fmla="*/ 21 h 9"/>
                <a:gd name="T6" fmla="*/ 20 w 30"/>
                <a:gd name="T7" fmla="*/ 0 h 9"/>
                <a:gd name="T8" fmla="*/ 0 w 30"/>
                <a:gd name="T9" fmla="*/ 35 h 9"/>
                <a:gd name="T10" fmla="*/ 250 w 30"/>
                <a:gd name="T11" fmla="*/ 171 h 9"/>
                <a:gd name="T12" fmla="*/ 470 w 30"/>
                <a:gd name="T13" fmla="*/ 93 h 9"/>
                <a:gd name="T14" fmla="*/ 470 w 30"/>
                <a:gd name="T15" fmla="*/ 56 h 9"/>
                <a:gd name="T16" fmla="*/ 458 w 30"/>
                <a:gd name="T17" fmla="*/ 5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">
                  <a:moveTo>
                    <a:pt x="29" y="3"/>
                  </a:moveTo>
                  <a:cubicBezTo>
                    <a:pt x="26" y="5"/>
                    <a:pt x="20" y="7"/>
                    <a:pt x="16" y="7"/>
                  </a:cubicBezTo>
                  <a:cubicBezTo>
                    <a:pt x="10" y="7"/>
                    <a:pt x="5" y="5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3" y="7"/>
                    <a:pt x="10" y="9"/>
                    <a:pt x="16" y="9"/>
                  </a:cubicBezTo>
                  <a:cubicBezTo>
                    <a:pt x="21" y="9"/>
                    <a:pt x="26" y="7"/>
                    <a:pt x="30" y="5"/>
                  </a:cubicBezTo>
                  <a:cubicBezTo>
                    <a:pt x="30" y="4"/>
                    <a:pt x="30" y="4"/>
                    <a:pt x="30" y="3"/>
                  </a:cubicBezTo>
                  <a:cubicBezTo>
                    <a:pt x="30" y="3"/>
                    <a:pt x="29" y="3"/>
                    <a:pt x="29" y="3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5" name="Freeform 54">
              <a:extLst>
                <a:ext uri="{FF2B5EF4-FFF2-40B4-BE49-F238E27FC236}">
                  <a16:creationId xmlns:a16="http://schemas.microsoft.com/office/drawing/2014/main" id="{ABB268FC-2ACF-423A-9F3F-134CFA7C5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288"/>
              <a:ext cx="40" cy="24"/>
            </a:xfrm>
            <a:custGeom>
              <a:avLst/>
              <a:gdLst>
                <a:gd name="T0" fmla="*/ 220 w 16"/>
                <a:gd name="T1" fmla="*/ 21 h 9"/>
                <a:gd name="T2" fmla="*/ 145 w 16"/>
                <a:gd name="T3" fmla="*/ 93 h 9"/>
                <a:gd name="T4" fmla="*/ 33 w 16"/>
                <a:gd name="T5" fmla="*/ 136 h 9"/>
                <a:gd name="T6" fmla="*/ 20 w 16"/>
                <a:gd name="T7" fmla="*/ 136 h 9"/>
                <a:gd name="T8" fmla="*/ 0 w 16"/>
                <a:gd name="T9" fmla="*/ 149 h 9"/>
                <a:gd name="T10" fmla="*/ 20 w 16"/>
                <a:gd name="T11" fmla="*/ 171 h 9"/>
                <a:gd name="T12" fmla="*/ 33 w 16"/>
                <a:gd name="T13" fmla="*/ 171 h 9"/>
                <a:gd name="T14" fmla="*/ 158 w 16"/>
                <a:gd name="T15" fmla="*/ 136 h 9"/>
                <a:gd name="T16" fmla="*/ 250 w 16"/>
                <a:gd name="T17" fmla="*/ 21 h 9"/>
                <a:gd name="T18" fmla="*/ 250 w 16"/>
                <a:gd name="T19" fmla="*/ 0 h 9"/>
                <a:gd name="T20" fmla="*/ 220 w 16"/>
                <a:gd name="T21" fmla="*/ 21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9">
                  <a:moveTo>
                    <a:pt x="14" y="1"/>
                  </a:moveTo>
                  <a:cubicBezTo>
                    <a:pt x="13" y="3"/>
                    <a:pt x="11" y="4"/>
                    <a:pt x="9" y="5"/>
                  </a:cubicBezTo>
                  <a:cubicBezTo>
                    <a:pt x="7" y="6"/>
                    <a:pt x="5" y="7"/>
                    <a:pt x="2" y="7"/>
                  </a:cubicBezTo>
                  <a:cubicBezTo>
                    <a:pt x="2" y="7"/>
                    <a:pt x="1" y="7"/>
                    <a:pt x="1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5" y="9"/>
                    <a:pt x="8" y="8"/>
                    <a:pt x="10" y="7"/>
                  </a:cubicBezTo>
                  <a:cubicBezTo>
                    <a:pt x="13" y="6"/>
                    <a:pt x="15" y="4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  <a:cubicBezTo>
                    <a:pt x="15" y="0"/>
                    <a:pt x="14" y="0"/>
                    <a:pt x="14" y="1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6" name="Freeform 55">
              <a:extLst>
                <a:ext uri="{FF2B5EF4-FFF2-40B4-BE49-F238E27FC236}">
                  <a16:creationId xmlns:a16="http://schemas.microsoft.com/office/drawing/2014/main" id="{F8664DBF-C447-4FB1-B0FE-1A42FEEEC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248"/>
              <a:ext cx="122" cy="29"/>
            </a:xfrm>
            <a:custGeom>
              <a:avLst/>
              <a:gdLst>
                <a:gd name="T0" fmla="*/ 757 w 49"/>
                <a:gd name="T1" fmla="*/ 166 h 11"/>
                <a:gd name="T2" fmla="*/ 466 w 49"/>
                <a:gd name="T3" fmla="*/ 0 h 11"/>
                <a:gd name="T4" fmla="*/ 12 w 49"/>
                <a:gd name="T5" fmla="*/ 166 h 11"/>
                <a:gd name="T6" fmla="*/ 0 w 49"/>
                <a:gd name="T7" fmla="*/ 182 h 11"/>
                <a:gd name="T8" fmla="*/ 30 w 49"/>
                <a:gd name="T9" fmla="*/ 200 h 11"/>
                <a:gd name="T10" fmla="*/ 466 w 49"/>
                <a:gd name="T11" fmla="*/ 34 h 11"/>
                <a:gd name="T12" fmla="*/ 725 w 49"/>
                <a:gd name="T13" fmla="*/ 182 h 11"/>
                <a:gd name="T14" fmla="*/ 757 w 49"/>
                <a:gd name="T15" fmla="*/ 182 h 11"/>
                <a:gd name="T16" fmla="*/ 757 w 49"/>
                <a:gd name="T17" fmla="*/ 166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11">
                  <a:moveTo>
                    <a:pt x="49" y="9"/>
                  </a:moveTo>
                  <a:cubicBezTo>
                    <a:pt x="44" y="2"/>
                    <a:pt x="37" y="0"/>
                    <a:pt x="30" y="0"/>
                  </a:cubicBezTo>
                  <a:cubicBezTo>
                    <a:pt x="19" y="0"/>
                    <a:pt x="8" y="4"/>
                    <a:pt x="1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9" y="6"/>
                    <a:pt x="20" y="2"/>
                    <a:pt x="30" y="2"/>
                  </a:cubicBezTo>
                  <a:cubicBezTo>
                    <a:pt x="37" y="2"/>
                    <a:pt x="43" y="4"/>
                    <a:pt x="47" y="10"/>
                  </a:cubicBezTo>
                  <a:cubicBezTo>
                    <a:pt x="48" y="10"/>
                    <a:pt x="48" y="10"/>
                    <a:pt x="49" y="10"/>
                  </a:cubicBezTo>
                  <a:cubicBezTo>
                    <a:pt x="49" y="10"/>
                    <a:pt x="49" y="9"/>
                    <a:pt x="49" y="9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7" name="Freeform 56">
              <a:extLst>
                <a:ext uri="{FF2B5EF4-FFF2-40B4-BE49-F238E27FC236}">
                  <a16:creationId xmlns:a16="http://schemas.microsoft.com/office/drawing/2014/main" id="{D1FA9CA4-2623-458A-989F-29F4CC3D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264"/>
              <a:ext cx="62" cy="27"/>
            </a:xfrm>
            <a:custGeom>
              <a:avLst/>
              <a:gdLst>
                <a:gd name="T0" fmla="*/ 382 w 25"/>
                <a:gd name="T1" fmla="*/ 159 h 10"/>
                <a:gd name="T2" fmla="*/ 124 w 25"/>
                <a:gd name="T3" fmla="*/ 0 h 10"/>
                <a:gd name="T4" fmla="*/ 12 w 25"/>
                <a:gd name="T5" fmla="*/ 38 h 10"/>
                <a:gd name="T6" fmla="*/ 12 w 25"/>
                <a:gd name="T7" fmla="*/ 59 h 10"/>
                <a:gd name="T8" fmla="*/ 30 w 25"/>
                <a:gd name="T9" fmla="*/ 59 h 10"/>
                <a:gd name="T10" fmla="*/ 124 w 25"/>
                <a:gd name="T11" fmla="*/ 38 h 10"/>
                <a:gd name="T12" fmla="*/ 350 w 25"/>
                <a:gd name="T13" fmla="*/ 176 h 10"/>
                <a:gd name="T14" fmla="*/ 382 w 25"/>
                <a:gd name="T15" fmla="*/ 176 h 10"/>
                <a:gd name="T16" fmla="*/ 382 w 25"/>
                <a:gd name="T17" fmla="*/ 1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0">
                  <a:moveTo>
                    <a:pt x="25" y="8"/>
                  </a:moveTo>
                  <a:cubicBezTo>
                    <a:pt x="21" y="3"/>
                    <a:pt x="14" y="0"/>
                    <a:pt x="8" y="0"/>
                  </a:cubicBezTo>
                  <a:cubicBezTo>
                    <a:pt x="6" y="0"/>
                    <a:pt x="3" y="0"/>
                    <a:pt x="1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1" y="4"/>
                    <a:pt x="2" y="3"/>
                  </a:cubicBezTo>
                  <a:cubicBezTo>
                    <a:pt x="4" y="2"/>
                    <a:pt x="6" y="2"/>
                    <a:pt x="8" y="2"/>
                  </a:cubicBezTo>
                  <a:cubicBezTo>
                    <a:pt x="14" y="2"/>
                    <a:pt x="19" y="5"/>
                    <a:pt x="23" y="9"/>
                  </a:cubicBezTo>
                  <a:cubicBezTo>
                    <a:pt x="24" y="10"/>
                    <a:pt x="24" y="10"/>
                    <a:pt x="25" y="9"/>
                  </a:cubicBezTo>
                  <a:cubicBezTo>
                    <a:pt x="25" y="9"/>
                    <a:pt x="25" y="8"/>
                    <a:pt x="25" y="8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8" name="Freeform 57">
              <a:extLst>
                <a:ext uri="{FF2B5EF4-FFF2-40B4-BE49-F238E27FC236}">
                  <a16:creationId xmlns:a16="http://schemas.microsoft.com/office/drawing/2014/main" id="{8065F300-4F87-4F1F-B4DA-358B4FFDA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299"/>
              <a:ext cx="88" cy="26"/>
            </a:xfrm>
            <a:custGeom>
              <a:avLst/>
              <a:gdLst>
                <a:gd name="T0" fmla="*/ 556 w 35"/>
                <a:gd name="T1" fmla="*/ 156 h 10"/>
                <a:gd name="T2" fmla="*/ 221 w 35"/>
                <a:gd name="T3" fmla="*/ 0 h 10"/>
                <a:gd name="T4" fmla="*/ 20 w 35"/>
                <a:gd name="T5" fmla="*/ 34 h 10"/>
                <a:gd name="T6" fmla="*/ 0 w 35"/>
                <a:gd name="T7" fmla="*/ 55 h 10"/>
                <a:gd name="T8" fmla="*/ 33 w 35"/>
                <a:gd name="T9" fmla="*/ 68 h 10"/>
                <a:gd name="T10" fmla="*/ 221 w 35"/>
                <a:gd name="T11" fmla="*/ 34 h 10"/>
                <a:gd name="T12" fmla="*/ 525 w 35"/>
                <a:gd name="T13" fmla="*/ 177 h 10"/>
                <a:gd name="T14" fmla="*/ 556 w 35"/>
                <a:gd name="T15" fmla="*/ 177 h 10"/>
                <a:gd name="T16" fmla="*/ 556 w 35"/>
                <a:gd name="T17" fmla="*/ 15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0">
                  <a:moveTo>
                    <a:pt x="35" y="9"/>
                  </a:moveTo>
                  <a:cubicBezTo>
                    <a:pt x="30" y="2"/>
                    <a:pt x="22" y="0"/>
                    <a:pt x="14" y="0"/>
                  </a:cubicBezTo>
                  <a:cubicBezTo>
                    <a:pt x="10" y="0"/>
                    <a:pt x="5" y="1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6" y="3"/>
                    <a:pt x="10" y="2"/>
                    <a:pt x="14" y="2"/>
                  </a:cubicBezTo>
                  <a:cubicBezTo>
                    <a:pt x="21" y="2"/>
                    <a:pt x="29" y="4"/>
                    <a:pt x="33" y="10"/>
                  </a:cubicBezTo>
                  <a:cubicBezTo>
                    <a:pt x="34" y="10"/>
                    <a:pt x="34" y="10"/>
                    <a:pt x="35" y="10"/>
                  </a:cubicBezTo>
                  <a:cubicBezTo>
                    <a:pt x="35" y="10"/>
                    <a:pt x="35" y="9"/>
                    <a:pt x="35" y="9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9" name="Freeform 58">
              <a:extLst>
                <a:ext uri="{FF2B5EF4-FFF2-40B4-BE49-F238E27FC236}">
                  <a16:creationId xmlns:a16="http://schemas.microsoft.com/office/drawing/2014/main" id="{461BD6EB-7943-426F-B0C3-AEFC916C7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277"/>
              <a:ext cx="48" cy="54"/>
            </a:xfrm>
            <a:custGeom>
              <a:avLst/>
              <a:gdLst>
                <a:gd name="T0" fmla="*/ 288 w 19"/>
                <a:gd name="T1" fmla="*/ 356 h 20"/>
                <a:gd name="T2" fmla="*/ 210 w 19"/>
                <a:gd name="T3" fmla="*/ 116 h 20"/>
                <a:gd name="T4" fmla="*/ 20 w 19"/>
                <a:gd name="T5" fmla="*/ 0 h 20"/>
                <a:gd name="T6" fmla="*/ 0 w 19"/>
                <a:gd name="T7" fmla="*/ 22 h 20"/>
                <a:gd name="T8" fmla="*/ 20 w 19"/>
                <a:gd name="T9" fmla="*/ 38 h 20"/>
                <a:gd name="T10" fmla="*/ 192 w 19"/>
                <a:gd name="T11" fmla="*/ 138 h 20"/>
                <a:gd name="T12" fmla="*/ 255 w 19"/>
                <a:gd name="T13" fmla="*/ 373 h 20"/>
                <a:gd name="T14" fmla="*/ 288 w 19"/>
                <a:gd name="T15" fmla="*/ 394 h 20"/>
                <a:gd name="T16" fmla="*/ 288 w 19"/>
                <a:gd name="T17" fmla="*/ 3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0">
                  <a:moveTo>
                    <a:pt x="18" y="18"/>
                  </a:moveTo>
                  <a:cubicBezTo>
                    <a:pt x="17" y="13"/>
                    <a:pt x="16" y="9"/>
                    <a:pt x="13" y="6"/>
                  </a:cubicBezTo>
                  <a:cubicBezTo>
                    <a:pt x="11" y="3"/>
                    <a:pt x="7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7" y="3"/>
                    <a:pt x="10" y="5"/>
                    <a:pt x="12" y="7"/>
                  </a:cubicBezTo>
                  <a:cubicBezTo>
                    <a:pt x="14" y="10"/>
                    <a:pt x="15" y="14"/>
                    <a:pt x="16" y="19"/>
                  </a:cubicBezTo>
                  <a:cubicBezTo>
                    <a:pt x="17" y="19"/>
                    <a:pt x="17" y="20"/>
                    <a:pt x="18" y="20"/>
                  </a:cubicBezTo>
                  <a:cubicBezTo>
                    <a:pt x="18" y="19"/>
                    <a:pt x="19" y="19"/>
                    <a:pt x="18" y="18"/>
                  </a:cubicBezTo>
                </a:path>
              </a:pathLst>
            </a:custGeom>
            <a:solidFill>
              <a:srgbClr val="FD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0" name="Freeform 59">
              <a:extLst>
                <a:ext uri="{FF2B5EF4-FFF2-40B4-BE49-F238E27FC236}">
                  <a16:creationId xmlns:a16="http://schemas.microsoft.com/office/drawing/2014/main" id="{5CD2C808-45A1-4776-9192-0A8160A91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291"/>
              <a:ext cx="35" cy="40"/>
            </a:xfrm>
            <a:custGeom>
              <a:avLst/>
              <a:gdLst>
                <a:gd name="T0" fmla="*/ 158 w 14"/>
                <a:gd name="T1" fmla="*/ 93 h 15"/>
                <a:gd name="T2" fmla="*/ 125 w 14"/>
                <a:gd name="T3" fmla="*/ 171 h 15"/>
                <a:gd name="T4" fmla="*/ 113 w 14"/>
                <a:gd name="T5" fmla="*/ 192 h 15"/>
                <a:gd name="T6" fmla="*/ 95 w 14"/>
                <a:gd name="T7" fmla="*/ 205 h 15"/>
                <a:gd name="T8" fmla="*/ 95 w 14"/>
                <a:gd name="T9" fmla="*/ 205 h 15"/>
                <a:gd name="T10" fmla="*/ 95 w 14"/>
                <a:gd name="T11" fmla="*/ 205 h 15"/>
                <a:gd name="T12" fmla="*/ 95 w 14"/>
                <a:gd name="T13" fmla="*/ 205 h 15"/>
                <a:gd name="T14" fmla="*/ 63 w 14"/>
                <a:gd name="T15" fmla="*/ 192 h 15"/>
                <a:gd name="T16" fmla="*/ 63 w 14"/>
                <a:gd name="T17" fmla="*/ 136 h 15"/>
                <a:gd name="T18" fmla="*/ 63 w 14"/>
                <a:gd name="T19" fmla="*/ 77 h 15"/>
                <a:gd name="T20" fmla="*/ 83 w 14"/>
                <a:gd name="T21" fmla="*/ 56 h 15"/>
                <a:gd name="T22" fmla="*/ 50 w 14"/>
                <a:gd name="T23" fmla="*/ 0 h 15"/>
                <a:gd name="T24" fmla="*/ 0 w 14"/>
                <a:gd name="T25" fmla="*/ 56 h 15"/>
                <a:gd name="T26" fmla="*/ 0 w 14"/>
                <a:gd name="T27" fmla="*/ 136 h 15"/>
                <a:gd name="T28" fmla="*/ 20 w 14"/>
                <a:gd name="T29" fmla="*/ 227 h 15"/>
                <a:gd name="T30" fmla="*/ 95 w 14"/>
                <a:gd name="T31" fmla="*/ 285 h 15"/>
                <a:gd name="T32" fmla="*/ 95 w 14"/>
                <a:gd name="T33" fmla="*/ 285 h 15"/>
                <a:gd name="T34" fmla="*/ 95 w 14"/>
                <a:gd name="T35" fmla="*/ 285 h 15"/>
                <a:gd name="T36" fmla="*/ 95 w 14"/>
                <a:gd name="T37" fmla="*/ 285 h 15"/>
                <a:gd name="T38" fmla="*/ 145 w 14"/>
                <a:gd name="T39" fmla="*/ 248 h 15"/>
                <a:gd name="T40" fmla="*/ 188 w 14"/>
                <a:gd name="T41" fmla="*/ 192 h 15"/>
                <a:gd name="T42" fmla="*/ 220 w 14"/>
                <a:gd name="T43" fmla="*/ 93 h 15"/>
                <a:gd name="T44" fmla="*/ 158 w 14"/>
                <a:gd name="T45" fmla="*/ 93 h 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" h="15">
                  <a:moveTo>
                    <a:pt x="10" y="5"/>
                  </a:moveTo>
                  <a:cubicBezTo>
                    <a:pt x="10" y="6"/>
                    <a:pt x="9" y="7"/>
                    <a:pt x="8" y="9"/>
                  </a:cubicBezTo>
                  <a:cubicBezTo>
                    <a:pt x="8" y="9"/>
                    <a:pt x="7" y="10"/>
                    <a:pt x="7" y="1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4" y="9"/>
                    <a:pt x="4" y="8"/>
                    <a:pt x="4" y="7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4"/>
                    <a:pt x="0" y="6"/>
                    <a:pt x="0" y="7"/>
                  </a:cubicBezTo>
                  <a:cubicBezTo>
                    <a:pt x="0" y="9"/>
                    <a:pt x="0" y="10"/>
                    <a:pt x="1" y="12"/>
                  </a:cubicBezTo>
                  <a:cubicBezTo>
                    <a:pt x="2" y="14"/>
                    <a:pt x="4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5"/>
                    <a:pt x="8" y="14"/>
                    <a:pt x="9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7"/>
                    <a:pt x="14" y="5"/>
                  </a:cubicBezTo>
                  <a:cubicBezTo>
                    <a:pt x="10" y="5"/>
                    <a:pt x="10" y="5"/>
                    <a:pt x="10" y="5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1" name="Freeform 60">
              <a:extLst>
                <a:ext uri="{FF2B5EF4-FFF2-40B4-BE49-F238E27FC236}">
                  <a16:creationId xmlns:a16="http://schemas.microsoft.com/office/drawing/2014/main" id="{95F32642-7428-4E97-A616-19DB32B8B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309"/>
              <a:ext cx="20" cy="14"/>
            </a:xfrm>
            <a:custGeom>
              <a:avLst/>
              <a:gdLst>
                <a:gd name="T0" fmla="*/ 125 w 8"/>
                <a:gd name="T1" fmla="*/ 22 h 5"/>
                <a:gd name="T2" fmla="*/ 113 w 8"/>
                <a:gd name="T3" fmla="*/ 22 h 5"/>
                <a:gd name="T4" fmla="*/ 0 w 8"/>
                <a:gd name="T5" fmla="*/ 0 h 5"/>
                <a:gd name="T6" fmla="*/ 0 w 8"/>
                <a:gd name="T7" fmla="*/ 87 h 5"/>
                <a:gd name="T8" fmla="*/ 113 w 8"/>
                <a:gd name="T9" fmla="*/ 109 h 5"/>
                <a:gd name="T10" fmla="*/ 125 w 8"/>
                <a:gd name="T11" fmla="*/ 109 h 5"/>
                <a:gd name="T12" fmla="*/ 125 w 8"/>
                <a:gd name="T13" fmla="*/ 22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5">
                  <a:moveTo>
                    <a:pt x="8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3" y="1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5" y="5"/>
                    <a:pt x="7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1"/>
                    <a:pt x="8" y="1"/>
                    <a:pt x="8" y="1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2" name="Freeform 61">
              <a:extLst>
                <a:ext uri="{FF2B5EF4-FFF2-40B4-BE49-F238E27FC236}">
                  <a16:creationId xmlns:a16="http://schemas.microsoft.com/office/drawing/2014/main" id="{42602349-3C50-4BF5-B373-A8A3A47BB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251"/>
              <a:ext cx="35" cy="21"/>
            </a:xfrm>
            <a:custGeom>
              <a:avLst/>
              <a:gdLst>
                <a:gd name="T0" fmla="*/ 158 w 14"/>
                <a:gd name="T1" fmla="*/ 21 h 8"/>
                <a:gd name="T2" fmla="*/ 125 w 14"/>
                <a:gd name="T3" fmla="*/ 55 h 8"/>
                <a:gd name="T4" fmla="*/ 83 w 14"/>
                <a:gd name="T5" fmla="*/ 76 h 8"/>
                <a:gd name="T6" fmla="*/ 63 w 14"/>
                <a:gd name="T7" fmla="*/ 76 h 8"/>
                <a:gd name="T8" fmla="*/ 50 w 14"/>
                <a:gd name="T9" fmla="*/ 110 h 8"/>
                <a:gd name="T10" fmla="*/ 83 w 14"/>
                <a:gd name="T11" fmla="*/ 123 h 8"/>
                <a:gd name="T12" fmla="*/ 113 w 14"/>
                <a:gd name="T13" fmla="*/ 21 h 8"/>
                <a:gd name="T14" fmla="*/ 63 w 14"/>
                <a:gd name="T15" fmla="*/ 0 h 8"/>
                <a:gd name="T16" fmla="*/ 20 w 14"/>
                <a:gd name="T17" fmla="*/ 89 h 8"/>
                <a:gd name="T18" fmla="*/ 0 w 14"/>
                <a:gd name="T19" fmla="*/ 123 h 8"/>
                <a:gd name="T20" fmla="*/ 50 w 14"/>
                <a:gd name="T21" fmla="*/ 144 h 8"/>
                <a:gd name="T22" fmla="*/ 83 w 14"/>
                <a:gd name="T23" fmla="*/ 144 h 8"/>
                <a:gd name="T24" fmla="*/ 158 w 14"/>
                <a:gd name="T25" fmla="*/ 123 h 8"/>
                <a:gd name="T26" fmla="*/ 220 w 14"/>
                <a:gd name="T27" fmla="*/ 55 h 8"/>
                <a:gd name="T28" fmla="*/ 158 w 14"/>
                <a:gd name="T29" fmla="*/ 21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8">
                  <a:moveTo>
                    <a:pt x="10" y="1"/>
                  </a:moveTo>
                  <a:cubicBezTo>
                    <a:pt x="10" y="2"/>
                    <a:pt x="9" y="3"/>
                    <a:pt x="8" y="3"/>
                  </a:cubicBezTo>
                  <a:cubicBezTo>
                    <a:pt x="8" y="4"/>
                    <a:pt x="6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5"/>
                    <a:pt x="7" y="3"/>
                    <a:pt x="7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3"/>
                    <a:pt x="1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5" y="8"/>
                  </a:cubicBezTo>
                  <a:cubicBezTo>
                    <a:pt x="7" y="8"/>
                    <a:pt x="9" y="8"/>
                    <a:pt x="10" y="7"/>
                  </a:cubicBezTo>
                  <a:cubicBezTo>
                    <a:pt x="12" y="6"/>
                    <a:pt x="13" y="5"/>
                    <a:pt x="14" y="3"/>
                  </a:cubicBezTo>
                  <a:cubicBezTo>
                    <a:pt x="10" y="1"/>
                    <a:pt x="10" y="1"/>
                    <a:pt x="10" y="1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3" name="Freeform 62">
              <a:extLst>
                <a:ext uri="{FF2B5EF4-FFF2-40B4-BE49-F238E27FC236}">
                  <a16:creationId xmlns:a16="http://schemas.microsoft.com/office/drawing/2014/main" id="{41B76D4F-7E2E-4076-9C12-584C087D3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259"/>
              <a:ext cx="12" cy="24"/>
            </a:xfrm>
            <a:custGeom>
              <a:avLst/>
              <a:gdLst>
                <a:gd name="T0" fmla="*/ 0 w 5"/>
                <a:gd name="T1" fmla="*/ 21 h 9"/>
                <a:gd name="T2" fmla="*/ 12 w 5"/>
                <a:gd name="T3" fmla="*/ 93 h 9"/>
                <a:gd name="T4" fmla="*/ 12 w 5"/>
                <a:gd name="T5" fmla="*/ 149 h 9"/>
                <a:gd name="T6" fmla="*/ 70 w 5"/>
                <a:gd name="T7" fmla="*/ 171 h 9"/>
                <a:gd name="T8" fmla="*/ 70 w 5"/>
                <a:gd name="T9" fmla="*/ 93 h 9"/>
                <a:gd name="T10" fmla="*/ 58 w 5"/>
                <a:gd name="T11" fmla="*/ 0 h 9"/>
                <a:gd name="T12" fmla="*/ 0 w 5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0" y="1"/>
                  </a:moveTo>
                  <a:cubicBezTo>
                    <a:pt x="1" y="2"/>
                    <a:pt x="1" y="4"/>
                    <a:pt x="1" y="5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6"/>
                    <a:pt x="5" y="5"/>
                  </a:cubicBezTo>
                  <a:cubicBezTo>
                    <a:pt x="5" y="3"/>
                    <a:pt x="5" y="1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4" name="Freeform 63">
              <a:extLst>
                <a:ext uri="{FF2B5EF4-FFF2-40B4-BE49-F238E27FC236}">
                  <a16:creationId xmlns:a16="http://schemas.microsoft.com/office/drawing/2014/main" id="{174BFDC8-439C-401D-8473-E88654899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219"/>
              <a:ext cx="30" cy="26"/>
            </a:xfrm>
            <a:custGeom>
              <a:avLst/>
              <a:gdLst>
                <a:gd name="T0" fmla="*/ 125 w 12"/>
                <a:gd name="T1" fmla="*/ 34 h 10"/>
                <a:gd name="T2" fmla="*/ 125 w 12"/>
                <a:gd name="T3" fmla="*/ 55 h 10"/>
                <a:gd name="T4" fmla="*/ 113 w 12"/>
                <a:gd name="T5" fmla="*/ 109 h 10"/>
                <a:gd name="T6" fmla="*/ 95 w 12"/>
                <a:gd name="T7" fmla="*/ 109 h 10"/>
                <a:gd name="T8" fmla="*/ 83 w 12"/>
                <a:gd name="T9" fmla="*/ 109 h 10"/>
                <a:gd name="T10" fmla="*/ 63 w 12"/>
                <a:gd name="T11" fmla="*/ 55 h 10"/>
                <a:gd name="T12" fmla="*/ 63 w 12"/>
                <a:gd name="T13" fmla="*/ 21 h 10"/>
                <a:gd name="T14" fmla="*/ 0 w 12"/>
                <a:gd name="T15" fmla="*/ 0 h 10"/>
                <a:gd name="T16" fmla="*/ 0 w 12"/>
                <a:gd name="T17" fmla="*/ 55 h 10"/>
                <a:gd name="T18" fmla="*/ 33 w 12"/>
                <a:gd name="T19" fmla="*/ 143 h 10"/>
                <a:gd name="T20" fmla="*/ 95 w 12"/>
                <a:gd name="T21" fmla="*/ 177 h 10"/>
                <a:gd name="T22" fmla="*/ 158 w 12"/>
                <a:gd name="T23" fmla="*/ 143 h 10"/>
                <a:gd name="T24" fmla="*/ 188 w 12"/>
                <a:gd name="T25" fmla="*/ 55 h 10"/>
                <a:gd name="T26" fmla="*/ 188 w 12"/>
                <a:gd name="T27" fmla="*/ 21 h 10"/>
                <a:gd name="T28" fmla="*/ 125 w 12"/>
                <a:gd name="T29" fmla="*/ 34 h 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" h="10">
                  <a:moveTo>
                    <a:pt x="8" y="2"/>
                  </a:moveTo>
                  <a:cubicBezTo>
                    <a:pt x="8" y="2"/>
                    <a:pt x="8" y="3"/>
                    <a:pt x="8" y="3"/>
                  </a:cubicBezTo>
                  <a:cubicBezTo>
                    <a:pt x="8" y="5"/>
                    <a:pt x="8" y="5"/>
                    <a:pt x="7" y="6"/>
                  </a:cubicBezTo>
                  <a:cubicBezTo>
                    <a:pt x="7" y="6"/>
                    <a:pt x="6" y="6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5"/>
                    <a:pt x="0" y="7"/>
                    <a:pt x="2" y="8"/>
                  </a:cubicBezTo>
                  <a:cubicBezTo>
                    <a:pt x="3" y="10"/>
                    <a:pt x="4" y="10"/>
                    <a:pt x="6" y="10"/>
                  </a:cubicBezTo>
                  <a:cubicBezTo>
                    <a:pt x="8" y="10"/>
                    <a:pt x="9" y="10"/>
                    <a:pt x="10" y="8"/>
                  </a:cubicBezTo>
                  <a:cubicBezTo>
                    <a:pt x="11" y="7"/>
                    <a:pt x="12" y="5"/>
                    <a:pt x="12" y="3"/>
                  </a:cubicBezTo>
                  <a:cubicBezTo>
                    <a:pt x="12" y="3"/>
                    <a:pt x="12" y="2"/>
                    <a:pt x="12" y="1"/>
                  </a:cubicBezTo>
                  <a:cubicBezTo>
                    <a:pt x="8" y="2"/>
                    <a:pt x="8" y="2"/>
                    <a:pt x="8" y="2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5" name="Freeform 64">
              <a:extLst>
                <a:ext uri="{FF2B5EF4-FFF2-40B4-BE49-F238E27FC236}">
                  <a16:creationId xmlns:a16="http://schemas.microsoft.com/office/drawing/2014/main" id="{2A0FDC6D-9201-45C9-9979-7023CB789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245"/>
              <a:ext cx="37" cy="46"/>
            </a:xfrm>
            <a:custGeom>
              <a:avLst/>
              <a:gdLst>
                <a:gd name="T0" fmla="*/ 0 w 15"/>
                <a:gd name="T1" fmla="*/ 116 h 17"/>
                <a:gd name="T2" fmla="*/ 30 w 15"/>
                <a:gd name="T3" fmla="*/ 162 h 17"/>
                <a:gd name="T4" fmla="*/ 42 w 15"/>
                <a:gd name="T5" fmla="*/ 257 h 17"/>
                <a:gd name="T6" fmla="*/ 74 w 15"/>
                <a:gd name="T7" fmla="*/ 314 h 17"/>
                <a:gd name="T8" fmla="*/ 133 w 15"/>
                <a:gd name="T9" fmla="*/ 336 h 17"/>
                <a:gd name="T10" fmla="*/ 133 w 15"/>
                <a:gd name="T11" fmla="*/ 336 h 17"/>
                <a:gd name="T12" fmla="*/ 133 w 15"/>
                <a:gd name="T13" fmla="*/ 336 h 17"/>
                <a:gd name="T14" fmla="*/ 133 w 15"/>
                <a:gd name="T15" fmla="*/ 336 h 17"/>
                <a:gd name="T16" fmla="*/ 195 w 15"/>
                <a:gd name="T17" fmla="*/ 300 h 17"/>
                <a:gd name="T18" fmla="*/ 224 w 15"/>
                <a:gd name="T19" fmla="*/ 219 h 17"/>
                <a:gd name="T20" fmla="*/ 195 w 15"/>
                <a:gd name="T21" fmla="*/ 103 h 17"/>
                <a:gd name="T22" fmla="*/ 133 w 15"/>
                <a:gd name="T23" fmla="*/ 0 h 17"/>
                <a:gd name="T24" fmla="*/ 104 w 15"/>
                <a:gd name="T25" fmla="*/ 81 h 17"/>
                <a:gd name="T26" fmla="*/ 133 w 15"/>
                <a:gd name="T27" fmla="*/ 138 h 17"/>
                <a:gd name="T28" fmla="*/ 165 w 15"/>
                <a:gd name="T29" fmla="*/ 219 h 17"/>
                <a:gd name="T30" fmla="*/ 153 w 15"/>
                <a:gd name="T31" fmla="*/ 257 h 17"/>
                <a:gd name="T32" fmla="*/ 133 w 15"/>
                <a:gd name="T33" fmla="*/ 257 h 17"/>
                <a:gd name="T34" fmla="*/ 133 w 15"/>
                <a:gd name="T35" fmla="*/ 300 h 17"/>
                <a:gd name="T36" fmla="*/ 133 w 15"/>
                <a:gd name="T37" fmla="*/ 257 h 17"/>
                <a:gd name="T38" fmla="*/ 133 w 15"/>
                <a:gd name="T39" fmla="*/ 257 h 17"/>
                <a:gd name="T40" fmla="*/ 121 w 15"/>
                <a:gd name="T41" fmla="*/ 257 h 17"/>
                <a:gd name="T42" fmla="*/ 91 w 15"/>
                <a:gd name="T43" fmla="*/ 162 h 17"/>
                <a:gd name="T44" fmla="*/ 42 w 15"/>
                <a:gd name="T45" fmla="*/ 60 h 17"/>
                <a:gd name="T46" fmla="*/ 0 w 15"/>
                <a:gd name="T47" fmla="*/ 116 h 1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" h="17">
                  <a:moveTo>
                    <a:pt x="0" y="6"/>
                  </a:moveTo>
                  <a:cubicBezTo>
                    <a:pt x="1" y="6"/>
                    <a:pt x="1" y="7"/>
                    <a:pt x="2" y="8"/>
                  </a:cubicBezTo>
                  <a:cubicBezTo>
                    <a:pt x="2" y="9"/>
                    <a:pt x="3" y="12"/>
                    <a:pt x="3" y="13"/>
                  </a:cubicBezTo>
                  <a:cubicBezTo>
                    <a:pt x="4" y="14"/>
                    <a:pt x="5" y="15"/>
                    <a:pt x="5" y="16"/>
                  </a:cubicBezTo>
                  <a:cubicBezTo>
                    <a:pt x="6" y="17"/>
                    <a:pt x="8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7"/>
                    <a:pt x="12" y="17"/>
                    <a:pt x="13" y="15"/>
                  </a:cubicBezTo>
                  <a:cubicBezTo>
                    <a:pt x="14" y="14"/>
                    <a:pt x="15" y="13"/>
                    <a:pt x="15" y="11"/>
                  </a:cubicBezTo>
                  <a:cubicBezTo>
                    <a:pt x="15" y="9"/>
                    <a:pt x="14" y="7"/>
                    <a:pt x="13" y="5"/>
                  </a:cubicBezTo>
                  <a:cubicBezTo>
                    <a:pt x="12" y="3"/>
                    <a:pt x="11" y="1"/>
                    <a:pt x="9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4"/>
                    <a:pt x="9" y="5"/>
                    <a:pt x="9" y="7"/>
                  </a:cubicBezTo>
                  <a:cubicBezTo>
                    <a:pt x="10" y="8"/>
                    <a:pt x="11" y="10"/>
                    <a:pt x="11" y="11"/>
                  </a:cubicBezTo>
                  <a:cubicBezTo>
                    <a:pt x="11" y="12"/>
                    <a:pt x="10" y="13"/>
                    <a:pt x="10" y="13"/>
                  </a:cubicBezTo>
                  <a:cubicBezTo>
                    <a:pt x="10" y="13"/>
                    <a:pt x="10" y="13"/>
                    <a:pt x="9" y="13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2"/>
                    <a:pt x="6" y="10"/>
                    <a:pt x="6" y="8"/>
                  </a:cubicBezTo>
                  <a:cubicBezTo>
                    <a:pt x="5" y="7"/>
                    <a:pt x="5" y="4"/>
                    <a:pt x="3" y="3"/>
                  </a:cubicBezTo>
                  <a:cubicBezTo>
                    <a:pt x="0" y="6"/>
                    <a:pt x="0" y="6"/>
                    <a:pt x="0" y="6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6" name="Freeform 65">
              <a:extLst>
                <a:ext uri="{FF2B5EF4-FFF2-40B4-BE49-F238E27FC236}">
                  <a16:creationId xmlns:a16="http://schemas.microsoft.com/office/drawing/2014/main" id="{AA096B6E-695B-4936-8764-0178F1A59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312"/>
              <a:ext cx="13" cy="16"/>
            </a:xfrm>
            <a:custGeom>
              <a:avLst/>
              <a:gdLst>
                <a:gd name="T0" fmla="*/ 68 w 5"/>
                <a:gd name="T1" fmla="*/ 115 h 6"/>
                <a:gd name="T2" fmla="*/ 88 w 5"/>
                <a:gd name="T3" fmla="*/ 21 h 6"/>
                <a:gd name="T4" fmla="*/ 21 w 5"/>
                <a:gd name="T5" fmla="*/ 0 h 6"/>
                <a:gd name="T6" fmla="*/ 0 w 5"/>
                <a:gd name="T7" fmla="*/ 77 h 6"/>
                <a:gd name="T8" fmla="*/ 68 w 5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6"/>
                  </a:moveTo>
                  <a:cubicBezTo>
                    <a:pt x="4" y="4"/>
                    <a:pt x="5" y="2"/>
                    <a:pt x="5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4" y="6"/>
                    <a:pt x="4" y="6"/>
                    <a:pt x="4" y="6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7" name="Freeform 66">
              <a:extLst>
                <a:ext uri="{FF2B5EF4-FFF2-40B4-BE49-F238E27FC236}">
                  <a16:creationId xmlns:a16="http://schemas.microsoft.com/office/drawing/2014/main" id="{C5045408-4331-4DBF-A8F4-4E08E721A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09"/>
              <a:ext cx="23" cy="24"/>
            </a:xfrm>
            <a:custGeom>
              <a:avLst/>
              <a:gdLst>
                <a:gd name="T0" fmla="*/ 151 w 9"/>
                <a:gd name="T1" fmla="*/ 115 h 9"/>
                <a:gd name="T2" fmla="*/ 51 w 9"/>
                <a:gd name="T3" fmla="*/ 0 h 9"/>
                <a:gd name="T4" fmla="*/ 0 w 9"/>
                <a:gd name="T5" fmla="*/ 56 h 9"/>
                <a:gd name="T6" fmla="*/ 118 w 9"/>
                <a:gd name="T7" fmla="*/ 171 h 9"/>
                <a:gd name="T8" fmla="*/ 151 w 9"/>
                <a:gd name="T9" fmla="*/ 1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9" y="6"/>
                  </a:moveTo>
                  <a:cubicBezTo>
                    <a:pt x="7" y="4"/>
                    <a:pt x="5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5"/>
                    <a:pt x="5" y="7"/>
                    <a:pt x="7" y="9"/>
                  </a:cubicBezTo>
                  <a:cubicBezTo>
                    <a:pt x="9" y="6"/>
                    <a:pt x="9" y="6"/>
                    <a:pt x="9" y="6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8" name="Freeform 67">
              <a:extLst>
                <a:ext uri="{FF2B5EF4-FFF2-40B4-BE49-F238E27FC236}">
                  <a16:creationId xmlns:a16="http://schemas.microsoft.com/office/drawing/2014/main" id="{99389C6D-16D6-42B2-B6CA-D8F8F44A0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317"/>
              <a:ext cx="27" cy="30"/>
            </a:xfrm>
            <a:custGeom>
              <a:avLst/>
              <a:gdLst>
                <a:gd name="T0" fmla="*/ 103 w 11"/>
                <a:gd name="T1" fmla="*/ 0 h 11"/>
                <a:gd name="T2" fmla="*/ 0 w 11"/>
                <a:gd name="T3" fmla="*/ 142 h 11"/>
                <a:gd name="T4" fmla="*/ 42 w 11"/>
                <a:gd name="T5" fmla="*/ 224 h 11"/>
                <a:gd name="T6" fmla="*/ 162 w 11"/>
                <a:gd name="T7" fmla="*/ 38 h 11"/>
                <a:gd name="T8" fmla="*/ 103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6" y="3"/>
                    <a:pt x="3" y="5"/>
                    <a:pt x="0" y="7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6" y="8"/>
                    <a:pt x="9" y="5"/>
                    <a:pt x="11" y="2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9" name="Freeform 68">
              <a:extLst>
                <a:ext uri="{FF2B5EF4-FFF2-40B4-BE49-F238E27FC236}">
                  <a16:creationId xmlns:a16="http://schemas.microsoft.com/office/drawing/2014/main" id="{10B60ADC-68DE-41BE-9644-01C331B0B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341"/>
              <a:ext cx="28" cy="16"/>
            </a:xfrm>
            <a:custGeom>
              <a:avLst/>
              <a:gdLst>
                <a:gd name="T0" fmla="*/ 150 w 11"/>
                <a:gd name="T1" fmla="*/ 35 h 6"/>
                <a:gd name="T2" fmla="*/ 130 w 11"/>
                <a:gd name="T3" fmla="*/ 35 h 6"/>
                <a:gd name="T4" fmla="*/ 84 w 11"/>
                <a:gd name="T5" fmla="*/ 35 h 6"/>
                <a:gd name="T6" fmla="*/ 33 w 11"/>
                <a:gd name="T7" fmla="*/ 0 h 6"/>
                <a:gd name="T8" fmla="*/ 0 w 11"/>
                <a:gd name="T9" fmla="*/ 56 h 6"/>
                <a:gd name="T10" fmla="*/ 51 w 11"/>
                <a:gd name="T11" fmla="*/ 93 h 6"/>
                <a:gd name="T12" fmla="*/ 130 w 11"/>
                <a:gd name="T13" fmla="*/ 115 h 6"/>
                <a:gd name="T14" fmla="*/ 181 w 11"/>
                <a:gd name="T15" fmla="*/ 93 h 6"/>
                <a:gd name="T16" fmla="*/ 150 w 11"/>
                <a:gd name="T17" fmla="*/ 35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6">
                  <a:moveTo>
                    <a:pt x="9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6" y="2"/>
                    <a:pt x="5" y="2"/>
                  </a:cubicBezTo>
                  <a:cubicBezTo>
                    <a:pt x="4" y="1"/>
                    <a:pt x="3" y="1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6"/>
                    <a:pt x="6" y="6"/>
                    <a:pt x="8" y="6"/>
                  </a:cubicBezTo>
                  <a:cubicBezTo>
                    <a:pt x="9" y="6"/>
                    <a:pt x="10" y="6"/>
                    <a:pt x="11" y="5"/>
                  </a:cubicBezTo>
                  <a:cubicBezTo>
                    <a:pt x="9" y="2"/>
                    <a:pt x="9" y="2"/>
                    <a:pt x="9" y="2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0" name="Freeform 69">
              <a:extLst>
                <a:ext uri="{FF2B5EF4-FFF2-40B4-BE49-F238E27FC236}">
                  <a16:creationId xmlns:a16="http://schemas.microsoft.com/office/drawing/2014/main" id="{03E48A1C-EF14-4872-8F56-7C1BE4FB3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397"/>
              <a:ext cx="25" cy="35"/>
            </a:xfrm>
            <a:custGeom>
              <a:avLst/>
              <a:gdLst>
                <a:gd name="T0" fmla="*/ 158 w 10"/>
                <a:gd name="T1" fmla="*/ 159 h 13"/>
                <a:gd name="T2" fmla="*/ 125 w 10"/>
                <a:gd name="T3" fmla="*/ 81 h 13"/>
                <a:gd name="T4" fmla="*/ 63 w 10"/>
                <a:gd name="T5" fmla="*/ 0 h 13"/>
                <a:gd name="T6" fmla="*/ 33 w 10"/>
                <a:gd name="T7" fmla="*/ 0 h 13"/>
                <a:gd name="T8" fmla="*/ 20 w 10"/>
                <a:gd name="T9" fmla="*/ 22 h 13"/>
                <a:gd name="T10" fmla="*/ 0 w 10"/>
                <a:gd name="T11" fmla="*/ 81 h 13"/>
                <a:gd name="T12" fmla="*/ 33 w 10"/>
                <a:gd name="T13" fmla="*/ 175 h 13"/>
                <a:gd name="T14" fmla="*/ 50 w 10"/>
                <a:gd name="T15" fmla="*/ 253 h 13"/>
                <a:gd name="T16" fmla="*/ 113 w 10"/>
                <a:gd name="T17" fmla="*/ 232 h 13"/>
                <a:gd name="T18" fmla="*/ 83 w 10"/>
                <a:gd name="T19" fmla="*/ 159 h 13"/>
                <a:gd name="T20" fmla="*/ 63 w 10"/>
                <a:gd name="T21" fmla="*/ 81 h 13"/>
                <a:gd name="T22" fmla="*/ 83 w 10"/>
                <a:gd name="T23" fmla="*/ 59 h 13"/>
                <a:gd name="T24" fmla="*/ 50 w 10"/>
                <a:gd name="T25" fmla="*/ 35 h 13"/>
                <a:gd name="T26" fmla="*/ 33 w 10"/>
                <a:gd name="T27" fmla="*/ 81 h 13"/>
                <a:gd name="T28" fmla="*/ 83 w 10"/>
                <a:gd name="T29" fmla="*/ 116 h 13"/>
                <a:gd name="T30" fmla="*/ 113 w 10"/>
                <a:gd name="T31" fmla="*/ 197 h 13"/>
                <a:gd name="T32" fmla="*/ 158 w 10"/>
                <a:gd name="T33" fmla="*/ 159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7"/>
                    <a:pt x="9" y="5"/>
                    <a:pt x="8" y="4"/>
                  </a:cubicBezTo>
                  <a:cubicBezTo>
                    <a:pt x="7" y="3"/>
                    <a:pt x="5" y="1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6"/>
                    <a:pt x="1" y="8"/>
                    <a:pt x="2" y="9"/>
                  </a:cubicBezTo>
                  <a:cubicBezTo>
                    <a:pt x="2" y="11"/>
                    <a:pt x="3" y="12"/>
                    <a:pt x="3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0"/>
                    <a:pt x="6" y="9"/>
                    <a:pt x="5" y="8"/>
                  </a:cubicBezTo>
                  <a:cubicBezTo>
                    <a:pt x="5" y="6"/>
                    <a:pt x="4" y="5"/>
                    <a:pt x="4" y="4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4" y="5"/>
                    <a:pt x="5" y="6"/>
                  </a:cubicBezTo>
                  <a:cubicBezTo>
                    <a:pt x="5" y="7"/>
                    <a:pt x="6" y="9"/>
                    <a:pt x="7" y="10"/>
                  </a:cubicBezTo>
                  <a:cubicBezTo>
                    <a:pt x="10" y="8"/>
                    <a:pt x="10" y="8"/>
                    <a:pt x="10" y="8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1" name="Freeform 70">
              <a:extLst>
                <a:ext uri="{FF2B5EF4-FFF2-40B4-BE49-F238E27FC236}">
                  <a16:creationId xmlns:a16="http://schemas.microsoft.com/office/drawing/2014/main" id="{2C3C4C7B-1282-412C-A134-EEB384703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957"/>
              <a:ext cx="40" cy="35"/>
            </a:xfrm>
            <a:custGeom>
              <a:avLst/>
              <a:gdLst>
                <a:gd name="T0" fmla="*/ 188 w 16"/>
                <a:gd name="T1" fmla="*/ 81 h 13"/>
                <a:gd name="T2" fmla="*/ 175 w 16"/>
                <a:gd name="T3" fmla="*/ 116 h 13"/>
                <a:gd name="T4" fmla="*/ 125 w 16"/>
                <a:gd name="T5" fmla="*/ 159 h 13"/>
                <a:gd name="T6" fmla="*/ 83 w 16"/>
                <a:gd name="T7" fmla="*/ 175 h 13"/>
                <a:gd name="T8" fmla="*/ 83 w 16"/>
                <a:gd name="T9" fmla="*/ 175 h 13"/>
                <a:gd name="T10" fmla="*/ 63 w 16"/>
                <a:gd name="T11" fmla="*/ 159 h 13"/>
                <a:gd name="T12" fmla="*/ 63 w 16"/>
                <a:gd name="T13" fmla="*/ 159 h 13"/>
                <a:gd name="T14" fmla="*/ 83 w 16"/>
                <a:gd name="T15" fmla="*/ 137 h 13"/>
                <a:gd name="T16" fmla="*/ 113 w 16"/>
                <a:gd name="T17" fmla="*/ 81 h 13"/>
                <a:gd name="T18" fmla="*/ 145 w 16"/>
                <a:gd name="T19" fmla="*/ 0 h 13"/>
                <a:gd name="T20" fmla="*/ 83 w 16"/>
                <a:gd name="T21" fmla="*/ 0 h 13"/>
                <a:gd name="T22" fmla="*/ 83 w 16"/>
                <a:gd name="T23" fmla="*/ 22 h 13"/>
                <a:gd name="T24" fmla="*/ 33 w 16"/>
                <a:gd name="T25" fmla="*/ 81 h 13"/>
                <a:gd name="T26" fmla="*/ 0 w 16"/>
                <a:gd name="T27" fmla="*/ 159 h 13"/>
                <a:gd name="T28" fmla="*/ 20 w 16"/>
                <a:gd name="T29" fmla="*/ 197 h 13"/>
                <a:gd name="T30" fmla="*/ 50 w 16"/>
                <a:gd name="T31" fmla="*/ 232 h 13"/>
                <a:gd name="T32" fmla="*/ 83 w 16"/>
                <a:gd name="T33" fmla="*/ 253 h 13"/>
                <a:gd name="T34" fmla="*/ 188 w 16"/>
                <a:gd name="T35" fmla="*/ 197 h 13"/>
                <a:gd name="T36" fmla="*/ 220 w 16"/>
                <a:gd name="T37" fmla="*/ 159 h 13"/>
                <a:gd name="T38" fmla="*/ 250 w 16"/>
                <a:gd name="T39" fmla="*/ 94 h 13"/>
                <a:gd name="T40" fmla="*/ 188 w 16"/>
                <a:gd name="T41" fmla="*/ 81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3">
                  <a:moveTo>
                    <a:pt x="12" y="4"/>
                  </a:moveTo>
                  <a:cubicBezTo>
                    <a:pt x="12" y="5"/>
                    <a:pt x="12" y="5"/>
                    <a:pt x="11" y="6"/>
                  </a:cubicBezTo>
                  <a:cubicBezTo>
                    <a:pt x="11" y="6"/>
                    <a:pt x="10" y="7"/>
                    <a:pt x="8" y="8"/>
                  </a:cubicBezTo>
                  <a:cubicBezTo>
                    <a:pt x="7" y="9"/>
                    <a:pt x="6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5" y="7"/>
                  </a:cubicBezTo>
                  <a:cubicBezTo>
                    <a:pt x="5" y="6"/>
                    <a:pt x="6" y="5"/>
                    <a:pt x="7" y="4"/>
                  </a:cubicBezTo>
                  <a:cubicBezTo>
                    <a:pt x="8" y="3"/>
                    <a:pt x="9" y="2"/>
                    <a:pt x="9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9"/>
                    <a:pt x="0" y="10"/>
                    <a:pt x="1" y="10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4" y="13"/>
                    <a:pt x="4" y="13"/>
                    <a:pt x="5" y="13"/>
                  </a:cubicBezTo>
                  <a:cubicBezTo>
                    <a:pt x="8" y="13"/>
                    <a:pt x="10" y="12"/>
                    <a:pt x="12" y="10"/>
                  </a:cubicBezTo>
                  <a:cubicBezTo>
                    <a:pt x="13" y="10"/>
                    <a:pt x="14" y="9"/>
                    <a:pt x="14" y="8"/>
                  </a:cubicBezTo>
                  <a:cubicBezTo>
                    <a:pt x="15" y="7"/>
                    <a:pt x="16" y="6"/>
                    <a:pt x="16" y="5"/>
                  </a:cubicBezTo>
                  <a:cubicBezTo>
                    <a:pt x="12" y="4"/>
                    <a:pt x="12" y="4"/>
                    <a:pt x="12" y="4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2" name="Freeform 71">
              <a:extLst>
                <a:ext uri="{FF2B5EF4-FFF2-40B4-BE49-F238E27FC236}">
                  <a16:creationId xmlns:a16="http://schemas.microsoft.com/office/drawing/2014/main" id="{45AD7F0F-322B-440E-A7EF-FEFCF0E18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12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115 h 6"/>
                <a:gd name="T4" fmla="*/ 63 w 4"/>
                <a:gd name="T5" fmla="*/ 115 h 6"/>
                <a:gd name="T6" fmla="*/ 63 w 4"/>
                <a:gd name="T7" fmla="*/ 0 h 6"/>
                <a:gd name="T8" fmla="*/ 0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4"/>
                    <a:pt x="4" y="2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3" name="Freeform 72">
              <a:extLst>
                <a:ext uri="{FF2B5EF4-FFF2-40B4-BE49-F238E27FC236}">
                  <a16:creationId xmlns:a16="http://schemas.microsoft.com/office/drawing/2014/main" id="{752EADDF-FC6B-4A6F-852B-1F02964B0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33"/>
              <a:ext cx="60" cy="48"/>
            </a:xfrm>
            <a:custGeom>
              <a:avLst/>
              <a:gdLst>
                <a:gd name="T0" fmla="*/ 375 w 24"/>
                <a:gd name="T1" fmla="*/ 227 h 18"/>
                <a:gd name="T2" fmla="*/ 313 w 24"/>
                <a:gd name="T3" fmla="*/ 136 h 18"/>
                <a:gd name="T4" fmla="*/ 270 w 24"/>
                <a:gd name="T5" fmla="*/ 56 h 18"/>
                <a:gd name="T6" fmla="*/ 220 w 24"/>
                <a:gd name="T7" fmla="*/ 21 h 18"/>
                <a:gd name="T8" fmla="*/ 188 w 24"/>
                <a:gd name="T9" fmla="*/ 0 h 18"/>
                <a:gd name="T10" fmla="*/ 175 w 24"/>
                <a:gd name="T11" fmla="*/ 35 h 18"/>
                <a:gd name="T12" fmla="*/ 175 w 24"/>
                <a:gd name="T13" fmla="*/ 77 h 18"/>
                <a:gd name="T14" fmla="*/ 188 w 24"/>
                <a:gd name="T15" fmla="*/ 149 h 18"/>
                <a:gd name="T16" fmla="*/ 188 w 24"/>
                <a:gd name="T17" fmla="*/ 227 h 18"/>
                <a:gd name="T18" fmla="*/ 188 w 24"/>
                <a:gd name="T19" fmla="*/ 264 h 18"/>
                <a:gd name="T20" fmla="*/ 175 w 24"/>
                <a:gd name="T21" fmla="*/ 264 h 18"/>
                <a:gd name="T22" fmla="*/ 175 w 24"/>
                <a:gd name="T23" fmla="*/ 264 h 18"/>
                <a:gd name="T24" fmla="*/ 145 w 24"/>
                <a:gd name="T25" fmla="*/ 248 h 18"/>
                <a:gd name="T26" fmla="*/ 95 w 24"/>
                <a:gd name="T27" fmla="*/ 171 h 18"/>
                <a:gd name="T28" fmla="*/ 63 w 24"/>
                <a:gd name="T29" fmla="*/ 93 h 18"/>
                <a:gd name="T30" fmla="*/ 0 w 24"/>
                <a:gd name="T31" fmla="*/ 115 h 18"/>
                <a:gd name="T32" fmla="*/ 63 w 24"/>
                <a:gd name="T33" fmla="*/ 248 h 18"/>
                <a:gd name="T34" fmla="*/ 95 w 24"/>
                <a:gd name="T35" fmla="*/ 307 h 18"/>
                <a:gd name="T36" fmla="*/ 175 w 24"/>
                <a:gd name="T37" fmla="*/ 341 h 18"/>
                <a:gd name="T38" fmla="*/ 188 w 24"/>
                <a:gd name="T39" fmla="*/ 341 h 18"/>
                <a:gd name="T40" fmla="*/ 250 w 24"/>
                <a:gd name="T41" fmla="*/ 307 h 18"/>
                <a:gd name="T42" fmla="*/ 250 w 24"/>
                <a:gd name="T43" fmla="*/ 227 h 18"/>
                <a:gd name="T44" fmla="*/ 250 w 24"/>
                <a:gd name="T45" fmla="*/ 136 h 18"/>
                <a:gd name="T46" fmla="*/ 238 w 24"/>
                <a:gd name="T47" fmla="*/ 77 h 18"/>
                <a:gd name="T48" fmla="*/ 238 w 24"/>
                <a:gd name="T49" fmla="*/ 56 h 18"/>
                <a:gd name="T50" fmla="*/ 208 w 24"/>
                <a:gd name="T51" fmla="*/ 56 h 18"/>
                <a:gd name="T52" fmla="*/ 208 w 24"/>
                <a:gd name="T53" fmla="*/ 93 h 18"/>
                <a:gd name="T54" fmla="*/ 220 w 24"/>
                <a:gd name="T55" fmla="*/ 115 h 18"/>
                <a:gd name="T56" fmla="*/ 270 w 24"/>
                <a:gd name="T57" fmla="*/ 192 h 18"/>
                <a:gd name="T58" fmla="*/ 345 w 24"/>
                <a:gd name="T59" fmla="*/ 285 h 18"/>
                <a:gd name="T60" fmla="*/ 375 w 24"/>
                <a:gd name="T61" fmla="*/ 227 h 1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4" h="18">
                  <a:moveTo>
                    <a:pt x="24" y="12"/>
                  </a:moveTo>
                  <a:cubicBezTo>
                    <a:pt x="22" y="11"/>
                    <a:pt x="21" y="9"/>
                    <a:pt x="20" y="7"/>
                  </a:cubicBezTo>
                  <a:cubicBezTo>
                    <a:pt x="19" y="5"/>
                    <a:pt x="18" y="4"/>
                    <a:pt x="17" y="3"/>
                  </a:cubicBezTo>
                  <a:cubicBezTo>
                    <a:pt x="16" y="2"/>
                    <a:pt x="15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5"/>
                    <a:pt x="11" y="7"/>
                    <a:pt x="12" y="8"/>
                  </a:cubicBezTo>
                  <a:cubicBezTo>
                    <a:pt x="12" y="10"/>
                    <a:pt x="12" y="11"/>
                    <a:pt x="12" y="12"/>
                  </a:cubicBezTo>
                  <a:cubicBezTo>
                    <a:pt x="12" y="13"/>
                    <a:pt x="12" y="13"/>
                    <a:pt x="12" y="14"/>
                  </a:cubicBezTo>
                  <a:cubicBezTo>
                    <a:pt x="12" y="14"/>
                    <a:pt x="12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10" y="14"/>
                    <a:pt x="9" y="13"/>
                  </a:cubicBezTo>
                  <a:cubicBezTo>
                    <a:pt x="8" y="12"/>
                    <a:pt x="7" y="11"/>
                    <a:pt x="6" y="9"/>
                  </a:cubicBezTo>
                  <a:cubicBezTo>
                    <a:pt x="5" y="7"/>
                    <a:pt x="4" y="6"/>
                    <a:pt x="4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8"/>
                    <a:pt x="2" y="10"/>
                    <a:pt x="4" y="13"/>
                  </a:cubicBezTo>
                  <a:cubicBezTo>
                    <a:pt x="4" y="14"/>
                    <a:pt x="5" y="15"/>
                    <a:pt x="6" y="16"/>
                  </a:cubicBezTo>
                  <a:cubicBezTo>
                    <a:pt x="8" y="17"/>
                    <a:pt x="9" y="18"/>
                    <a:pt x="11" y="18"/>
                  </a:cubicBezTo>
                  <a:cubicBezTo>
                    <a:pt x="11" y="18"/>
                    <a:pt x="12" y="18"/>
                    <a:pt x="12" y="18"/>
                  </a:cubicBezTo>
                  <a:cubicBezTo>
                    <a:pt x="14" y="17"/>
                    <a:pt x="15" y="17"/>
                    <a:pt x="16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10"/>
                    <a:pt x="16" y="9"/>
                    <a:pt x="16" y="7"/>
                  </a:cubicBezTo>
                  <a:cubicBezTo>
                    <a:pt x="15" y="6"/>
                    <a:pt x="15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6"/>
                  </a:cubicBezTo>
                  <a:cubicBezTo>
                    <a:pt x="15" y="7"/>
                    <a:pt x="16" y="9"/>
                    <a:pt x="17" y="10"/>
                  </a:cubicBezTo>
                  <a:cubicBezTo>
                    <a:pt x="18" y="12"/>
                    <a:pt x="20" y="14"/>
                    <a:pt x="22" y="15"/>
                  </a:cubicBezTo>
                  <a:cubicBezTo>
                    <a:pt x="24" y="12"/>
                    <a:pt x="24" y="12"/>
                    <a:pt x="24" y="12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4" name="Freeform 73">
              <a:extLst>
                <a:ext uri="{FF2B5EF4-FFF2-40B4-BE49-F238E27FC236}">
                  <a16:creationId xmlns:a16="http://schemas.microsoft.com/office/drawing/2014/main" id="{0E7E19D7-12DC-4BC6-8D1A-35D17E21D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25"/>
              <a:ext cx="37" cy="46"/>
            </a:xfrm>
            <a:custGeom>
              <a:avLst/>
              <a:gdLst>
                <a:gd name="T0" fmla="*/ 91 w 15"/>
                <a:gd name="T1" fmla="*/ 235 h 17"/>
                <a:gd name="T2" fmla="*/ 74 w 15"/>
                <a:gd name="T3" fmla="*/ 198 h 17"/>
                <a:gd name="T4" fmla="*/ 62 w 15"/>
                <a:gd name="T5" fmla="*/ 138 h 17"/>
                <a:gd name="T6" fmla="*/ 62 w 15"/>
                <a:gd name="T7" fmla="*/ 103 h 17"/>
                <a:gd name="T8" fmla="*/ 74 w 15"/>
                <a:gd name="T9" fmla="*/ 81 h 17"/>
                <a:gd name="T10" fmla="*/ 91 w 15"/>
                <a:gd name="T11" fmla="*/ 81 h 17"/>
                <a:gd name="T12" fmla="*/ 104 w 15"/>
                <a:gd name="T13" fmla="*/ 103 h 17"/>
                <a:gd name="T14" fmla="*/ 153 w 15"/>
                <a:gd name="T15" fmla="*/ 198 h 17"/>
                <a:gd name="T16" fmla="*/ 165 w 15"/>
                <a:gd name="T17" fmla="*/ 300 h 17"/>
                <a:gd name="T18" fmla="*/ 165 w 15"/>
                <a:gd name="T19" fmla="*/ 300 h 17"/>
                <a:gd name="T20" fmla="*/ 212 w 15"/>
                <a:gd name="T21" fmla="*/ 336 h 17"/>
                <a:gd name="T22" fmla="*/ 224 w 15"/>
                <a:gd name="T23" fmla="*/ 300 h 17"/>
                <a:gd name="T24" fmla="*/ 183 w 15"/>
                <a:gd name="T25" fmla="*/ 116 h 17"/>
                <a:gd name="T26" fmla="*/ 153 w 15"/>
                <a:gd name="T27" fmla="*/ 38 h 17"/>
                <a:gd name="T28" fmla="*/ 91 w 15"/>
                <a:gd name="T29" fmla="*/ 0 h 17"/>
                <a:gd name="T30" fmla="*/ 42 w 15"/>
                <a:gd name="T31" fmla="*/ 22 h 17"/>
                <a:gd name="T32" fmla="*/ 12 w 15"/>
                <a:gd name="T33" fmla="*/ 81 h 17"/>
                <a:gd name="T34" fmla="*/ 0 w 15"/>
                <a:gd name="T35" fmla="*/ 138 h 17"/>
                <a:gd name="T36" fmla="*/ 12 w 15"/>
                <a:gd name="T37" fmla="*/ 235 h 17"/>
                <a:gd name="T38" fmla="*/ 62 w 15"/>
                <a:gd name="T39" fmla="*/ 300 h 17"/>
                <a:gd name="T40" fmla="*/ 91 w 15"/>
                <a:gd name="T41" fmla="*/ 235 h 1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" h="17">
                  <a:moveTo>
                    <a:pt x="6" y="12"/>
                  </a:moveTo>
                  <a:cubicBezTo>
                    <a:pt x="6" y="12"/>
                    <a:pt x="5" y="11"/>
                    <a:pt x="5" y="10"/>
                  </a:cubicBezTo>
                  <a:cubicBezTo>
                    <a:pt x="4" y="9"/>
                    <a:pt x="4" y="8"/>
                    <a:pt x="4" y="7"/>
                  </a:cubicBezTo>
                  <a:cubicBezTo>
                    <a:pt x="4" y="6"/>
                    <a:pt x="4" y="6"/>
                    <a:pt x="4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7" y="5"/>
                  </a:cubicBezTo>
                  <a:cubicBezTo>
                    <a:pt x="8" y="6"/>
                    <a:pt x="9" y="8"/>
                    <a:pt x="10" y="10"/>
                  </a:cubicBezTo>
                  <a:cubicBezTo>
                    <a:pt x="10" y="11"/>
                    <a:pt x="11" y="13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5"/>
                    <a:pt x="15" y="15"/>
                  </a:cubicBezTo>
                  <a:cubicBezTo>
                    <a:pt x="15" y="12"/>
                    <a:pt x="14" y="9"/>
                    <a:pt x="12" y="6"/>
                  </a:cubicBezTo>
                  <a:cubicBezTo>
                    <a:pt x="12" y="5"/>
                    <a:pt x="11" y="3"/>
                    <a:pt x="10" y="2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2" y="2"/>
                    <a:pt x="1" y="3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9"/>
                    <a:pt x="1" y="10"/>
                    <a:pt x="1" y="12"/>
                  </a:cubicBezTo>
                  <a:cubicBezTo>
                    <a:pt x="2" y="13"/>
                    <a:pt x="3" y="14"/>
                    <a:pt x="4" y="15"/>
                  </a:cubicBezTo>
                  <a:cubicBezTo>
                    <a:pt x="6" y="12"/>
                    <a:pt x="6" y="12"/>
                    <a:pt x="6" y="12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5" name="Freeform 74">
              <a:extLst>
                <a:ext uri="{FF2B5EF4-FFF2-40B4-BE49-F238E27FC236}">
                  <a16:creationId xmlns:a16="http://schemas.microsoft.com/office/drawing/2014/main" id="{A0CA3F3A-530A-43D5-BC57-9D4B88169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936"/>
              <a:ext cx="20" cy="32"/>
            </a:xfrm>
            <a:custGeom>
              <a:avLst/>
              <a:gdLst>
                <a:gd name="T0" fmla="*/ 125 w 8"/>
                <a:gd name="T1" fmla="*/ 171 h 12"/>
                <a:gd name="T2" fmla="*/ 95 w 8"/>
                <a:gd name="T3" fmla="*/ 93 h 12"/>
                <a:gd name="T4" fmla="*/ 50 w 8"/>
                <a:gd name="T5" fmla="*/ 0 h 12"/>
                <a:gd name="T6" fmla="*/ 0 w 8"/>
                <a:gd name="T7" fmla="*/ 35 h 12"/>
                <a:gd name="T8" fmla="*/ 33 w 8"/>
                <a:gd name="T9" fmla="*/ 136 h 12"/>
                <a:gd name="T10" fmla="*/ 95 w 8"/>
                <a:gd name="T11" fmla="*/ 227 h 12"/>
                <a:gd name="T12" fmla="*/ 125 w 8"/>
                <a:gd name="T13" fmla="*/ 17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2">
                  <a:moveTo>
                    <a:pt x="8" y="9"/>
                  </a:moveTo>
                  <a:cubicBezTo>
                    <a:pt x="7" y="8"/>
                    <a:pt x="6" y="7"/>
                    <a:pt x="6" y="5"/>
                  </a:cubicBezTo>
                  <a:cubicBezTo>
                    <a:pt x="5" y="4"/>
                    <a:pt x="4" y="2"/>
                    <a:pt x="3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5"/>
                    <a:pt x="2" y="7"/>
                  </a:cubicBezTo>
                  <a:cubicBezTo>
                    <a:pt x="3" y="8"/>
                    <a:pt x="4" y="11"/>
                    <a:pt x="6" y="12"/>
                  </a:cubicBezTo>
                  <a:cubicBezTo>
                    <a:pt x="8" y="9"/>
                    <a:pt x="8" y="9"/>
                    <a:pt x="8" y="9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6" name="Freeform 75">
              <a:extLst>
                <a:ext uri="{FF2B5EF4-FFF2-40B4-BE49-F238E27FC236}">
                  <a16:creationId xmlns:a16="http://schemas.microsoft.com/office/drawing/2014/main" id="{23A04082-1903-4C6B-B422-93A072FA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901"/>
              <a:ext cx="37" cy="46"/>
            </a:xfrm>
            <a:custGeom>
              <a:avLst/>
              <a:gdLst>
                <a:gd name="T0" fmla="*/ 91 w 15"/>
                <a:gd name="T1" fmla="*/ 235 h 17"/>
                <a:gd name="T2" fmla="*/ 62 w 15"/>
                <a:gd name="T3" fmla="*/ 198 h 17"/>
                <a:gd name="T4" fmla="*/ 62 w 15"/>
                <a:gd name="T5" fmla="*/ 162 h 17"/>
                <a:gd name="T6" fmla="*/ 74 w 15"/>
                <a:gd name="T7" fmla="*/ 103 h 17"/>
                <a:gd name="T8" fmla="*/ 91 w 15"/>
                <a:gd name="T9" fmla="*/ 81 h 17"/>
                <a:gd name="T10" fmla="*/ 91 w 15"/>
                <a:gd name="T11" fmla="*/ 81 h 17"/>
                <a:gd name="T12" fmla="*/ 121 w 15"/>
                <a:gd name="T13" fmla="*/ 103 h 17"/>
                <a:gd name="T14" fmla="*/ 153 w 15"/>
                <a:gd name="T15" fmla="*/ 176 h 17"/>
                <a:gd name="T16" fmla="*/ 165 w 15"/>
                <a:gd name="T17" fmla="*/ 279 h 17"/>
                <a:gd name="T18" fmla="*/ 165 w 15"/>
                <a:gd name="T19" fmla="*/ 314 h 17"/>
                <a:gd name="T20" fmla="*/ 224 w 15"/>
                <a:gd name="T21" fmla="*/ 336 h 17"/>
                <a:gd name="T22" fmla="*/ 224 w 15"/>
                <a:gd name="T23" fmla="*/ 279 h 17"/>
                <a:gd name="T24" fmla="*/ 195 w 15"/>
                <a:gd name="T25" fmla="*/ 103 h 17"/>
                <a:gd name="T26" fmla="*/ 165 w 15"/>
                <a:gd name="T27" fmla="*/ 38 h 17"/>
                <a:gd name="T28" fmla="*/ 91 w 15"/>
                <a:gd name="T29" fmla="*/ 0 h 17"/>
                <a:gd name="T30" fmla="*/ 74 w 15"/>
                <a:gd name="T31" fmla="*/ 0 h 17"/>
                <a:gd name="T32" fmla="*/ 12 w 15"/>
                <a:gd name="T33" fmla="*/ 60 h 17"/>
                <a:gd name="T34" fmla="*/ 0 w 15"/>
                <a:gd name="T35" fmla="*/ 162 h 17"/>
                <a:gd name="T36" fmla="*/ 12 w 15"/>
                <a:gd name="T37" fmla="*/ 235 h 17"/>
                <a:gd name="T38" fmla="*/ 42 w 15"/>
                <a:gd name="T39" fmla="*/ 300 h 17"/>
                <a:gd name="T40" fmla="*/ 91 w 15"/>
                <a:gd name="T41" fmla="*/ 235 h 1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" h="17">
                  <a:moveTo>
                    <a:pt x="6" y="12"/>
                  </a:moveTo>
                  <a:cubicBezTo>
                    <a:pt x="5" y="11"/>
                    <a:pt x="5" y="11"/>
                    <a:pt x="4" y="10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4" y="7"/>
                    <a:pt x="4" y="6"/>
                    <a:pt x="5" y="5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4"/>
                    <a:pt x="8" y="5"/>
                  </a:cubicBezTo>
                  <a:cubicBezTo>
                    <a:pt x="9" y="5"/>
                    <a:pt x="10" y="7"/>
                    <a:pt x="10" y="9"/>
                  </a:cubicBezTo>
                  <a:cubicBezTo>
                    <a:pt x="11" y="10"/>
                    <a:pt x="11" y="12"/>
                    <a:pt x="11" y="14"/>
                  </a:cubicBezTo>
                  <a:cubicBezTo>
                    <a:pt x="11" y="15"/>
                    <a:pt x="11" y="16"/>
                    <a:pt x="11" y="16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6"/>
                    <a:pt x="15" y="15"/>
                    <a:pt x="15" y="14"/>
                  </a:cubicBezTo>
                  <a:cubicBezTo>
                    <a:pt x="15" y="11"/>
                    <a:pt x="15" y="8"/>
                    <a:pt x="13" y="5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0" y="9"/>
                    <a:pt x="0" y="10"/>
                    <a:pt x="1" y="12"/>
                  </a:cubicBezTo>
                  <a:cubicBezTo>
                    <a:pt x="1" y="13"/>
                    <a:pt x="2" y="14"/>
                    <a:pt x="3" y="15"/>
                  </a:cubicBezTo>
                  <a:cubicBezTo>
                    <a:pt x="6" y="12"/>
                    <a:pt x="6" y="12"/>
                    <a:pt x="6" y="12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7" name="Freeform 76">
              <a:extLst>
                <a:ext uri="{FF2B5EF4-FFF2-40B4-BE49-F238E27FC236}">
                  <a16:creationId xmlns:a16="http://schemas.microsoft.com/office/drawing/2014/main" id="{0E8ECEB3-9AE3-4C80-AE39-2BBF2DEA4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808"/>
              <a:ext cx="48" cy="43"/>
            </a:xfrm>
            <a:custGeom>
              <a:avLst/>
              <a:gdLst>
                <a:gd name="T0" fmla="*/ 159 w 19"/>
                <a:gd name="T1" fmla="*/ 253 h 16"/>
                <a:gd name="T2" fmla="*/ 96 w 19"/>
                <a:gd name="T3" fmla="*/ 159 h 16"/>
                <a:gd name="T4" fmla="*/ 63 w 19"/>
                <a:gd name="T5" fmla="*/ 94 h 16"/>
                <a:gd name="T6" fmla="*/ 63 w 19"/>
                <a:gd name="T7" fmla="*/ 81 h 16"/>
                <a:gd name="T8" fmla="*/ 63 w 19"/>
                <a:gd name="T9" fmla="*/ 59 h 16"/>
                <a:gd name="T10" fmla="*/ 33 w 19"/>
                <a:gd name="T11" fmla="*/ 35 h 16"/>
                <a:gd name="T12" fmla="*/ 33 w 19"/>
                <a:gd name="T13" fmla="*/ 81 h 16"/>
                <a:gd name="T14" fmla="*/ 159 w 19"/>
                <a:gd name="T15" fmla="*/ 159 h 16"/>
                <a:gd name="T16" fmla="*/ 255 w 19"/>
                <a:gd name="T17" fmla="*/ 312 h 16"/>
                <a:gd name="T18" fmla="*/ 306 w 19"/>
                <a:gd name="T19" fmla="*/ 274 h 16"/>
                <a:gd name="T20" fmla="*/ 192 w 19"/>
                <a:gd name="T21" fmla="*/ 116 h 16"/>
                <a:gd name="T22" fmla="*/ 33 w 19"/>
                <a:gd name="T23" fmla="*/ 0 h 16"/>
                <a:gd name="T24" fmla="*/ 20 w 19"/>
                <a:gd name="T25" fmla="*/ 0 h 16"/>
                <a:gd name="T26" fmla="*/ 0 w 19"/>
                <a:gd name="T27" fmla="*/ 35 h 16"/>
                <a:gd name="T28" fmla="*/ 0 w 19"/>
                <a:gd name="T29" fmla="*/ 81 h 16"/>
                <a:gd name="T30" fmla="*/ 20 w 19"/>
                <a:gd name="T31" fmla="*/ 137 h 16"/>
                <a:gd name="T32" fmla="*/ 63 w 19"/>
                <a:gd name="T33" fmla="*/ 231 h 16"/>
                <a:gd name="T34" fmla="*/ 96 w 19"/>
                <a:gd name="T35" fmla="*/ 290 h 16"/>
                <a:gd name="T36" fmla="*/ 159 w 19"/>
                <a:gd name="T37" fmla="*/ 253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16">
                  <a:moveTo>
                    <a:pt x="10" y="13"/>
                  </a:moveTo>
                  <a:cubicBezTo>
                    <a:pt x="9" y="11"/>
                    <a:pt x="7" y="9"/>
                    <a:pt x="6" y="8"/>
                  </a:cubicBezTo>
                  <a:cubicBezTo>
                    <a:pt x="5" y="7"/>
                    <a:pt x="4" y="6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7" y="6"/>
                    <a:pt x="10" y="8"/>
                  </a:cubicBezTo>
                  <a:cubicBezTo>
                    <a:pt x="12" y="11"/>
                    <a:pt x="14" y="14"/>
                    <a:pt x="16" y="1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7" y="11"/>
                    <a:pt x="15" y="8"/>
                    <a:pt x="12" y="6"/>
                  </a:cubicBezTo>
                  <a:cubicBezTo>
                    <a:pt x="9" y="3"/>
                    <a:pt x="6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" y="9"/>
                    <a:pt x="3" y="10"/>
                    <a:pt x="4" y="12"/>
                  </a:cubicBezTo>
                  <a:cubicBezTo>
                    <a:pt x="5" y="13"/>
                    <a:pt x="6" y="14"/>
                    <a:pt x="6" y="15"/>
                  </a:cubicBezTo>
                  <a:cubicBezTo>
                    <a:pt x="10" y="13"/>
                    <a:pt x="10" y="13"/>
                    <a:pt x="10" y="13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8" name="Freeform 77">
              <a:extLst>
                <a:ext uri="{FF2B5EF4-FFF2-40B4-BE49-F238E27FC236}">
                  <a16:creationId xmlns:a16="http://schemas.microsoft.com/office/drawing/2014/main" id="{308BAA20-8C5A-4232-B476-3EBE4A853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816"/>
              <a:ext cx="22" cy="19"/>
            </a:xfrm>
            <a:custGeom>
              <a:avLst/>
              <a:gdLst>
                <a:gd name="T0" fmla="*/ 103 w 9"/>
                <a:gd name="T1" fmla="*/ 0 h 7"/>
                <a:gd name="T2" fmla="*/ 0 w 9"/>
                <a:gd name="T3" fmla="*/ 103 h 7"/>
                <a:gd name="T4" fmla="*/ 42 w 9"/>
                <a:gd name="T5" fmla="*/ 141 h 7"/>
                <a:gd name="T6" fmla="*/ 132 w 9"/>
                <a:gd name="T7" fmla="*/ 60 h 7"/>
                <a:gd name="T8" fmla="*/ 103 w 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cubicBezTo>
                    <a:pt x="5" y="1"/>
                    <a:pt x="2" y="2"/>
                    <a:pt x="0" y="5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7" y="5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9" name="Freeform 78">
              <a:extLst>
                <a:ext uri="{FF2B5EF4-FFF2-40B4-BE49-F238E27FC236}">
                  <a16:creationId xmlns:a16="http://schemas.microsoft.com/office/drawing/2014/main" id="{662428E9-D204-44A0-82D4-7FA5C4319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829"/>
              <a:ext cx="30" cy="38"/>
            </a:xfrm>
            <a:custGeom>
              <a:avLst/>
              <a:gdLst>
                <a:gd name="T0" fmla="*/ 0 w 12"/>
                <a:gd name="T1" fmla="*/ 60 h 14"/>
                <a:gd name="T2" fmla="*/ 20 w 12"/>
                <a:gd name="T3" fmla="*/ 117 h 14"/>
                <a:gd name="T4" fmla="*/ 50 w 12"/>
                <a:gd name="T5" fmla="*/ 198 h 14"/>
                <a:gd name="T6" fmla="*/ 63 w 12"/>
                <a:gd name="T7" fmla="*/ 258 h 14"/>
                <a:gd name="T8" fmla="*/ 113 w 12"/>
                <a:gd name="T9" fmla="*/ 280 h 14"/>
                <a:gd name="T10" fmla="*/ 125 w 12"/>
                <a:gd name="T11" fmla="*/ 280 h 14"/>
                <a:gd name="T12" fmla="*/ 158 w 12"/>
                <a:gd name="T13" fmla="*/ 258 h 14"/>
                <a:gd name="T14" fmla="*/ 188 w 12"/>
                <a:gd name="T15" fmla="*/ 176 h 14"/>
                <a:gd name="T16" fmla="*/ 188 w 12"/>
                <a:gd name="T17" fmla="*/ 117 h 14"/>
                <a:gd name="T18" fmla="*/ 188 w 12"/>
                <a:gd name="T19" fmla="*/ 81 h 14"/>
                <a:gd name="T20" fmla="*/ 188 w 12"/>
                <a:gd name="T21" fmla="*/ 60 h 14"/>
                <a:gd name="T22" fmla="*/ 188 w 12"/>
                <a:gd name="T23" fmla="*/ 60 h 14"/>
                <a:gd name="T24" fmla="*/ 188 w 12"/>
                <a:gd name="T25" fmla="*/ 38 h 14"/>
                <a:gd name="T26" fmla="*/ 188 w 12"/>
                <a:gd name="T27" fmla="*/ 60 h 14"/>
                <a:gd name="T28" fmla="*/ 188 w 12"/>
                <a:gd name="T29" fmla="*/ 60 h 14"/>
                <a:gd name="T30" fmla="*/ 188 w 12"/>
                <a:gd name="T31" fmla="*/ 38 h 14"/>
                <a:gd name="T32" fmla="*/ 188 w 12"/>
                <a:gd name="T33" fmla="*/ 60 h 14"/>
                <a:gd name="T34" fmla="*/ 188 w 12"/>
                <a:gd name="T35" fmla="*/ 38 h 14"/>
                <a:gd name="T36" fmla="*/ 188 w 12"/>
                <a:gd name="T37" fmla="*/ 60 h 14"/>
                <a:gd name="T38" fmla="*/ 188 w 12"/>
                <a:gd name="T39" fmla="*/ 60 h 14"/>
                <a:gd name="T40" fmla="*/ 188 w 12"/>
                <a:gd name="T41" fmla="*/ 38 h 14"/>
                <a:gd name="T42" fmla="*/ 188 w 12"/>
                <a:gd name="T43" fmla="*/ 60 h 14"/>
                <a:gd name="T44" fmla="*/ 145 w 12"/>
                <a:gd name="T45" fmla="*/ 0 h 14"/>
                <a:gd name="T46" fmla="*/ 125 w 12"/>
                <a:gd name="T47" fmla="*/ 38 h 14"/>
                <a:gd name="T48" fmla="*/ 125 w 12"/>
                <a:gd name="T49" fmla="*/ 81 h 14"/>
                <a:gd name="T50" fmla="*/ 125 w 12"/>
                <a:gd name="T51" fmla="*/ 117 h 14"/>
                <a:gd name="T52" fmla="*/ 125 w 12"/>
                <a:gd name="T53" fmla="*/ 176 h 14"/>
                <a:gd name="T54" fmla="*/ 125 w 12"/>
                <a:gd name="T55" fmla="*/ 198 h 14"/>
                <a:gd name="T56" fmla="*/ 113 w 12"/>
                <a:gd name="T57" fmla="*/ 198 h 14"/>
                <a:gd name="T58" fmla="*/ 113 w 12"/>
                <a:gd name="T59" fmla="*/ 198 h 14"/>
                <a:gd name="T60" fmla="*/ 113 w 12"/>
                <a:gd name="T61" fmla="*/ 198 h 14"/>
                <a:gd name="T62" fmla="*/ 113 w 12"/>
                <a:gd name="T63" fmla="*/ 198 h 14"/>
                <a:gd name="T64" fmla="*/ 113 w 12"/>
                <a:gd name="T65" fmla="*/ 198 h 14"/>
                <a:gd name="T66" fmla="*/ 113 w 12"/>
                <a:gd name="T67" fmla="*/ 198 h 14"/>
                <a:gd name="T68" fmla="*/ 113 w 12"/>
                <a:gd name="T69" fmla="*/ 198 h 14"/>
                <a:gd name="T70" fmla="*/ 113 w 12"/>
                <a:gd name="T71" fmla="*/ 198 h 14"/>
                <a:gd name="T72" fmla="*/ 113 w 12"/>
                <a:gd name="T73" fmla="*/ 198 h 14"/>
                <a:gd name="T74" fmla="*/ 113 w 12"/>
                <a:gd name="T75" fmla="*/ 198 h 14"/>
                <a:gd name="T76" fmla="*/ 113 w 12"/>
                <a:gd name="T77" fmla="*/ 198 h 14"/>
                <a:gd name="T78" fmla="*/ 113 w 12"/>
                <a:gd name="T79" fmla="*/ 198 h 14"/>
                <a:gd name="T80" fmla="*/ 113 w 12"/>
                <a:gd name="T81" fmla="*/ 198 h 14"/>
                <a:gd name="T82" fmla="*/ 113 w 12"/>
                <a:gd name="T83" fmla="*/ 198 h 14"/>
                <a:gd name="T84" fmla="*/ 113 w 12"/>
                <a:gd name="T85" fmla="*/ 198 h 14"/>
                <a:gd name="T86" fmla="*/ 113 w 12"/>
                <a:gd name="T87" fmla="*/ 198 h 14"/>
                <a:gd name="T88" fmla="*/ 113 w 12"/>
                <a:gd name="T89" fmla="*/ 198 h 14"/>
                <a:gd name="T90" fmla="*/ 83 w 12"/>
                <a:gd name="T91" fmla="*/ 117 h 14"/>
                <a:gd name="T92" fmla="*/ 63 w 12"/>
                <a:gd name="T93" fmla="*/ 38 h 14"/>
                <a:gd name="T94" fmla="*/ 0 w 12"/>
                <a:gd name="T95" fmla="*/ 60 h 1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2" h="14">
                  <a:moveTo>
                    <a:pt x="0" y="3"/>
                  </a:moveTo>
                  <a:cubicBezTo>
                    <a:pt x="0" y="4"/>
                    <a:pt x="1" y="5"/>
                    <a:pt x="1" y="6"/>
                  </a:cubicBezTo>
                  <a:cubicBezTo>
                    <a:pt x="1" y="7"/>
                    <a:pt x="2" y="9"/>
                    <a:pt x="3" y="10"/>
                  </a:cubicBezTo>
                  <a:cubicBezTo>
                    <a:pt x="3" y="11"/>
                    <a:pt x="4" y="12"/>
                    <a:pt x="4" y="13"/>
                  </a:cubicBezTo>
                  <a:cubicBezTo>
                    <a:pt x="5" y="13"/>
                    <a:pt x="6" y="14"/>
                    <a:pt x="7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4"/>
                    <a:pt x="10" y="13"/>
                    <a:pt x="10" y="13"/>
                  </a:cubicBezTo>
                  <a:cubicBezTo>
                    <a:pt x="11" y="12"/>
                    <a:pt x="12" y="11"/>
                    <a:pt x="12" y="9"/>
                  </a:cubicBezTo>
                  <a:cubicBezTo>
                    <a:pt x="12" y="8"/>
                    <a:pt x="12" y="7"/>
                    <a:pt x="12" y="6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4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1"/>
                    <a:pt x="8" y="2"/>
                    <a:pt x="8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5"/>
                    <a:pt x="8" y="6"/>
                    <a:pt x="8" y="6"/>
                  </a:cubicBezTo>
                  <a:cubicBezTo>
                    <a:pt x="8" y="7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6" y="8"/>
                    <a:pt x="5" y="6"/>
                  </a:cubicBezTo>
                  <a:cubicBezTo>
                    <a:pt x="5" y="4"/>
                    <a:pt x="4" y="3"/>
                    <a:pt x="4" y="2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0" name="Freeform 79">
              <a:extLst>
                <a:ext uri="{FF2B5EF4-FFF2-40B4-BE49-F238E27FC236}">
                  <a16:creationId xmlns:a16="http://schemas.microsoft.com/office/drawing/2014/main" id="{5597F303-E3E7-4F0F-9A96-69F6E881B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043"/>
              <a:ext cx="2936" cy="264"/>
            </a:xfrm>
            <a:custGeom>
              <a:avLst/>
              <a:gdLst>
                <a:gd name="T0" fmla="*/ 145 w 1174"/>
                <a:gd name="T1" fmla="*/ 1459 h 99"/>
                <a:gd name="T2" fmla="*/ 125 w 1174"/>
                <a:gd name="T3" fmla="*/ 1501 h 99"/>
                <a:gd name="T4" fmla="*/ 488 w 1174"/>
                <a:gd name="T5" fmla="*/ 1515 h 99"/>
                <a:gd name="T6" fmla="*/ 3084 w 1174"/>
                <a:gd name="T7" fmla="*/ 1160 h 99"/>
                <a:gd name="T8" fmla="*/ 8725 w 1174"/>
                <a:gd name="T9" fmla="*/ 512 h 99"/>
                <a:gd name="T10" fmla="*/ 10806 w 1174"/>
                <a:gd name="T11" fmla="*/ 605 h 99"/>
                <a:gd name="T12" fmla="*/ 15360 w 1174"/>
                <a:gd name="T13" fmla="*/ 1365 h 99"/>
                <a:gd name="T14" fmla="*/ 18206 w 1174"/>
                <a:gd name="T15" fmla="*/ 1877 h 99"/>
                <a:gd name="T16" fmla="*/ 18219 w 1174"/>
                <a:gd name="T17" fmla="*/ 1877 h 99"/>
                <a:gd name="T18" fmla="*/ 18331 w 1174"/>
                <a:gd name="T19" fmla="*/ 1763 h 99"/>
                <a:gd name="T20" fmla="*/ 18364 w 1174"/>
                <a:gd name="T21" fmla="*/ 1592 h 99"/>
                <a:gd name="T22" fmla="*/ 18281 w 1174"/>
                <a:gd name="T23" fmla="*/ 1365 h 99"/>
                <a:gd name="T24" fmla="*/ 18269 w 1174"/>
                <a:gd name="T25" fmla="*/ 1365 h 99"/>
                <a:gd name="T26" fmla="*/ 15435 w 1174"/>
                <a:gd name="T27" fmla="*/ 853 h 99"/>
                <a:gd name="T28" fmla="*/ 10839 w 1174"/>
                <a:gd name="T29" fmla="*/ 93 h 99"/>
                <a:gd name="T30" fmla="*/ 8725 w 1174"/>
                <a:gd name="T31" fmla="*/ 0 h 99"/>
                <a:gd name="T32" fmla="*/ 3021 w 1174"/>
                <a:gd name="T33" fmla="*/ 661 h 99"/>
                <a:gd name="T34" fmla="*/ 408 w 1174"/>
                <a:gd name="T35" fmla="*/ 1003 h 99"/>
                <a:gd name="T36" fmla="*/ 145 w 1174"/>
                <a:gd name="T37" fmla="*/ 989 h 99"/>
                <a:gd name="T38" fmla="*/ 145 w 1174"/>
                <a:gd name="T39" fmla="*/ 1024 h 99"/>
                <a:gd name="T40" fmla="*/ 145 w 1174"/>
                <a:gd name="T41" fmla="*/ 989 h 99"/>
                <a:gd name="T42" fmla="*/ 125 w 1174"/>
                <a:gd name="T43" fmla="*/ 989 h 99"/>
                <a:gd name="T44" fmla="*/ 83 w 1174"/>
                <a:gd name="T45" fmla="*/ 1024 h 99"/>
                <a:gd name="T46" fmla="*/ 20 w 1174"/>
                <a:gd name="T47" fmla="*/ 1117 h 99"/>
                <a:gd name="T48" fmla="*/ 0 w 1174"/>
                <a:gd name="T49" fmla="*/ 1229 h 99"/>
                <a:gd name="T50" fmla="*/ 33 w 1174"/>
                <a:gd name="T51" fmla="*/ 1400 h 99"/>
                <a:gd name="T52" fmla="*/ 125 w 1174"/>
                <a:gd name="T53" fmla="*/ 1501 h 99"/>
                <a:gd name="T54" fmla="*/ 145 w 1174"/>
                <a:gd name="T55" fmla="*/ 1459 h 99"/>
                <a:gd name="T56" fmla="*/ 125 w 1174"/>
                <a:gd name="T57" fmla="*/ 1501 h 99"/>
                <a:gd name="T58" fmla="*/ 145 w 1174"/>
                <a:gd name="T59" fmla="*/ 1459 h 99"/>
                <a:gd name="T60" fmla="*/ 145 w 1174"/>
                <a:gd name="T61" fmla="*/ 1443 h 99"/>
                <a:gd name="T62" fmla="*/ 83 w 1174"/>
                <a:gd name="T63" fmla="*/ 1387 h 99"/>
                <a:gd name="T64" fmla="*/ 50 w 1174"/>
                <a:gd name="T65" fmla="*/ 1229 h 99"/>
                <a:gd name="T66" fmla="*/ 83 w 1174"/>
                <a:gd name="T67" fmla="*/ 1101 h 99"/>
                <a:gd name="T68" fmla="*/ 95 w 1174"/>
                <a:gd name="T69" fmla="*/ 1059 h 99"/>
                <a:gd name="T70" fmla="*/ 125 w 1174"/>
                <a:gd name="T71" fmla="*/ 1045 h 99"/>
                <a:gd name="T72" fmla="*/ 145 w 1174"/>
                <a:gd name="T73" fmla="*/ 1045 h 99"/>
                <a:gd name="T74" fmla="*/ 145 w 1174"/>
                <a:gd name="T75" fmla="*/ 1045 h 99"/>
                <a:gd name="T76" fmla="*/ 408 w 1174"/>
                <a:gd name="T77" fmla="*/ 1059 h 99"/>
                <a:gd name="T78" fmla="*/ 3021 w 1174"/>
                <a:gd name="T79" fmla="*/ 717 h 99"/>
                <a:gd name="T80" fmla="*/ 8725 w 1174"/>
                <a:gd name="T81" fmla="*/ 56 h 99"/>
                <a:gd name="T82" fmla="*/ 10839 w 1174"/>
                <a:gd name="T83" fmla="*/ 149 h 99"/>
                <a:gd name="T84" fmla="*/ 15423 w 1174"/>
                <a:gd name="T85" fmla="*/ 909 h 99"/>
                <a:gd name="T86" fmla="*/ 18269 w 1174"/>
                <a:gd name="T87" fmla="*/ 1421 h 99"/>
                <a:gd name="T88" fmla="*/ 18269 w 1174"/>
                <a:gd name="T89" fmla="*/ 1400 h 99"/>
                <a:gd name="T90" fmla="*/ 18249 w 1174"/>
                <a:gd name="T91" fmla="*/ 1421 h 99"/>
                <a:gd name="T92" fmla="*/ 18311 w 1174"/>
                <a:gd name="T93" fmla="*/ 1592 h 99"/>
                <a:gd name="T94" fmla="*/ 18281 w 1174"/>
                <a:gd name="T95" fmla="*/ 1728 h 99"/>
                <a:gd name="T96" fmla="*/ 18206 w 1174"/>
                <a:gd name="T97" fmla="*/ 1821 h 99"/>
                <a:gd name="T98" fmla="*/ 18206 w 1174"/>
                <a:gd name="T99" fmla="*/ 1843 h 99"/>
                <a:gd name="T100" fmla="*/ 18206 w 1174"/>
                <a:gd name="T101" fmla="*/ 1821 h 99"/>
                <a:gd name="T102" fmla="*/ 15373 w 1174"/>
                <a:gd name="T103" fmla="*/ 1309 h 99"/>
                <a:gd name="T104" fmla="*/ 10806 w 1174"/>
                <a:gd name="T105" fmla="*/ 547 h 99"/>
                <a:gd name="T106" fmla="*/ 8725 w 1174"/>
                <a:gd name="T107" fmla="*/ 456 h 99"/>
                <a:gd name="T108" fmla="*/ 3084 w 1174"/>
                <a:gd name="T109" fmla="*/ 1101 h 99"/>
                <a:gd name="T110" fmla="*/ 488 w 1174"/>
                <a:gd name="T111" fmla="*/ 1459 h 99"/>
                <a:gd name="T112" fmla="*/ 145 w 1174"/>
                <a:gd name="T113" fmla="*/ 1443 h 99"/>
                <a:gd name="T114" fmla="*/ 145 w 1174"/>
                <a:gd name="T115" fmla="*/ 1443 h 99"/>
                <a:gd name="T116" fmla="*/ 145 w 1174"/>
                <a:gd name="T117" fmla="*/ 1459 h 9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74" h="99">
                  <a:moveTo>
                    <a:pt x="9" y="77"/>
                  </a:move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16" y="80"/>
                    <a:pt x="31" y="80"/>
                  </a:cubicBezTo>
                  <a:cubicBezTo>
                    <a:pt x="57" y="80"/>
                    <a:pt x="109" y="77"/>
                    <a:pt x="197" y="61"/>
                  </a:cubicBezTo>
                  <a:cubicBezTo>
                    <a:pt x="293" y="44"/>
                    <a:pt x="415" y="27"/>
                    <a:pt x="558" y="27"/>
                  </a:cubicBezTo>
                  <a:cubicBezTo>
                    <a:pt x="600" y="27"/>
                    <a:pt x="645" y="28"/>
                    <a:pt x="691" y="32"/>
                  </a:cubicBezTo>
                  <a:cubicBezTo>
                    <a:pt x="796" y="40"/>
                    <a:pt x="891" y="56"/>
                    <a:pt x="982" y="72"/>
                  </a:cubicBezTo>
                  <a:cubicBezTo>
                    <a:pt x="1047" y="82"/>
                    <a:pt x="1107" y="93"/>
                    <a:pt x="1164" y="99"/>
                  </a:cubicBezTo>
                  <a:cubicBezTo>
                    <a:pt x="1165" y="99"/>
                    <a:pt x="1165" y="99"/>
                    <a:pt x="1165" y="99"/>
                  </a:cubicBezTo>
                  <a:cubicBezTo>
                    <a:pt x="1168" y="97"/>
                    <a:pt x="1170" y="95"/>
                    <a:pt x="1172" y="93"/>
                  </a:cubicBezTo>
                  <a:cubicBezTo>
                    <a:pt x="1173" y="90"/>
                    <a:pt x="1174" y="87"/>
                    <a:pt x="1174" y="84"/>
                  </a:cubicBezTo>
                  <a:cubicBezTo>
                    <a:pt x="1174" y="80"/>
                    <a:pt x="1172" y="75"/>
                    <a:pt x="1169" y="72"/>
                  </a:cubicBezTo>
                  <a:cubicBezTo>
                    <a:pt x="1168" y="72"/>
                    <a:pt x="1168" y="72"/>
                    <a:pt x="1168" y="72"/>
                  </a:cubicBezTo>
                  <a:cubicBezTo>
                    <a:pt x="1112" y="66"/>
                    <a:pt x="1051" y="56"/>
                    <a:pt x="987" y="45"/>
                  </a:cubicBezTo>
                  <a:cubicBezTo>
                    <a:pt x="899" y="30"/>
                    <a:pt x="799" y="14"/>
                    <a:pt x="693" y="5"/>
                  </a:cubicBezTo>
                  <a:cubicBezTo>
                    <a:pt x="646" y="1"/>
                    <a:pt x="601" y="0"/>
                    <a:pt x="558" y="0"/>
                  </a:cubicBezTo>
                  <a:cubicBezTo>
                    <a:pt x="413" y="0"/>
                    <a:pt x="290" y="18"/>
                    <a:pt x="193" y="35"/>
                  </a:cubicBezTo>
                  <a:cubicBezTo>
                    <a:pt x="103" y="50"/>
                    <a:pt x="51" y="53"/>
                    <a:pt x="26" y="53"/>
                  </a:cubicBezTo>
                  <a:cubicBezTo>
                    <a:pt x="15" y="53"/>
                    <a:pt x="9" y="52"/>
                    <a:pt x="9" y="52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7" y="52"/>
                    <a:pt x="6" y="53"/>
                    <a:pt x="5" y="54"/>
                  </a:cubicBezTo>
                  <a:cubicBezTo>
                    <a:pt x="3" y="55"/>
                    <a:pt x="2" y="57"/>
                    <a:pt x="1" y="59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0" y="68"/>
                    <a:pt x="1" y="71"/>
                    <a:pt x="2" y="74"/>
                  </a:cubicBezTo>
                  <a:cubicBezTo>
                    <a:pt x="3" y="76"/>
                    <a:pt x="5" y="78"/>
                    <a:pt x="8" y="79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7" y="75"/>
                    <a:pt x="6" y="74"/>
                    <a:pt x="5" y="73"/>
                  </a:cubicBezTo>
                  <a:cubicBezTo>
                    <a:pt x="4" y="71"/>
                    <a:pt x="3" y="68"/>
                    <a:pt x="3" y="65"/>
                  </a:cubicBezTo>
                  <a:cubicBezTo>
                    <a:pt x="3" y="63"/>
                    <a:pt x="4" y="60"/>
                    <a:pt x="5" y="58"/>
                  </a:cubicBezTo>
                  <a:cubicBezTo>
                    <a:pt x="5" y="57"/>
                    <a:pt x="6" y="56"/>
                    <a:pt x="6" y="56"/>
                  </a:cubicBezTo>
                  <a:cubicBezTo>
                    <a:pt x="7" y="56"/>
                    <a:pt x="8" y="55"/>
                    <a:pt x="8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15" y="56"/>
                    <a:pt x="26" y="56"/>
                  </a:cubicBezTo>
                  <a:cubicBezTo>
                    <a:pt x="51" y="56"/>
                    <a:pt x="103" y="53"/>
                    <a:pt x="193" y="38"/>
                  </a:cubicBezTo>
                  <a:cubicBezTo>
                    <a:pt x="290" y="21"/>
                    <a:pt x="414" y="3"/>
                    <a:pt x="558" y="3"/>
                  </a:cubicBezTo>
                  <a:cubicBezTo>
                    <a:pt x="601" y="3"/>
                    <a:pt x="646" y="4"/>
                    <a:pt x="693" y="8"/>
                  </a:cubicBezTo>
                  <a:cubicBezTo>
                    <a:pt x="799" y="17"/>
                    <a:pt x="899" y="33"/>
                    <a:pt x="986" y="48"/>
                  </a:cubicBezTo>
                  <a:cubicBezTo>
                    <a:pt x="1050" y="59"/>
                    <a:pt x="1111" y="69"/>
                    <a:pt x="1168" y="75"/>
                  </a:cubicBezTo>
                  <a:cubicBezTo>
                    <a:pt x="1168" y="74"/>
                    <a:pt x="1168" y="74"/>
                    <a:pt x="1168" y="74"/>
                  </a:cubicBezTo>
                  <a:cubicBezTo>
                    <a:pt x="1167" y="75"/>
                    <a:pt x="1167" y="75"/>
                    <a:pt x="1167" y="75"/>
                  </a:cubicBezTo>
                  <a:cubicBezTo>
                    <a:pt x="1170" y="77"/>
                    <a:pt x="1171" y="80"/>
                    <a:pt x="1171" y="84"/>
                  </a:cubicBezTo>
                  <a:cubicBezTo>
                    <a:pt x="1171" y="86"/>
                    <a:pt x="1170" y="89"/>
                    <a:pt x="1169" y="91"/>
                  </a:cubicBezTo>
                  <a:cubicBezTo>
                    <a:pt x="1168" y="93"/>
                    <a:pt x="1166" y="95"/>
                    <a:pt x="1164" y="96"/>
                  </a:cubicBezTo>
                  <a:cubicBezTo>
                    <a:pt x="1164" y="97"/>
                    <a:pt x="1164" y="97"/>
                    <a:pt x="1164" y="97"/>
                  </a:cubicBezTo>
                  <a:cubicBezTo>
                    <a:pt x="1164" y="96"/>
                    <a:pt x="1164" y="96"/>
                    <a:pt x="1164" y="96"/>
                  </a:cubicBezTo>
                  <a:cubicBezTo>
                    <a:pt x="1108" y="90"/>
                    <a:pt x="1047" y="79"/>
                    <a:pt x="983" y="69"/>
                  </a:cubicBezTo>
                  <a:cubicBezTo>
                    <a:pt x="891" y="53"/>
                    <a:pt x="797" y="37"/>
                    <a:pt x="691" y="29"/>
                  </a:cubicBezTo>
                  <a:cubicBezTo>
                    <a:pt x="645" y="25"/>
                    <a:pt x="600" y="24"/>
                    <a:pt x="558" y="24"/>
                  </a:cubicBezTo>
                  <a:cubicBezTo>
                    <a:pt x="415" y="24"/>
                    <a:pt x="293" y="41"/>
                    <a:pt x="197" y="58"/>
                  </a:cubicBezTo>
                  <a:cubicBezTo>
                    <a:pt x="109" y="74"/>
                    <a:pt x="57" y="77"/>
                    <a:pt x="31" y="77"/>
                  </a:cubicBezTo>
                  <a:cubicBezTo>
                    <a:pt x="16" y="77"/>
                    <a:pt x="9" y="76"/>
                    <a:pt x="9" y="76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9" y="77"/>
                    <a:pt x="9" y="77"/>
                    <a:pt x="9" y="7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1" name="Freeform 80">
              <a:extLst>
                <a:ext uri="{FF2B5EF4-FFF2-40B4-BE49-F238E27FC236}">
                  <a16:creationId xmlns:a16="http://schemas.microsoft.com/office/drawing/2014/main" id="{BE8201F6-1BC6-4221-AB7C-D40AB7678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072"/>
              <a:ext cx="1198" cy="219"/>
            </a:xfrm>
            <a:custGeom>
              <a:avLst/>
              <a:gdLst>
                <a:gd name="T0" fmla="*/ 20 w 479"/>
                <a:gd name="T1" fmla="*/ 56 h 82"/>
                <a:gd name="T2" fmla="*/ 4617 w 479"/>
                <a:gd name="T3" fmla="*/ 820 h 82"/>
                <a:gd name="T4" fmla="*/ 7443 w 479"/>
                <a:gd name="T5" fmla="*/ 1333 h 82"/>
                <a:gd name="T6" fmla="*/ 7443 w 479"/>
                <a:gd name="T7" fmla="*/ 1333 h 82"/>
                <a:gd name="T8" fmla="*/ 7443 w 479"/>
                <a:gd name="T9" fmla="*/ 1333 h 82"/>
                <a:gd name="T10" fmla="*/ 7443 w 479"/>
                <a:gd name="T11" fmla="*/ 1333 h 82"/>
                <a:gd name="T12" fmla="*/ 7443 w 479"/>
                <a:gd name="T13" fmla="*/ 1333 h 82"/>
                <a:gd name="T14" fmla="*/ 7443 w 479"/>
                <a:gd name="T15" fmla="*/ 1333 h 82"/>
                <a:gd name="T16" fmla="*/ 7443 w 479"/>
                <a:gd name="T17" fmla="*/ 1333 h 82"/>
                <a:gd name="T18" fmla="*/ 7443 w 479"/>
                <a:gd name="T19" fmla="*/ 1370 h 82"/>
                <a:gd name="T20" fmla="*/ 7413 w 479"/>
                <a:gd name="T21" fmla="*/ 1506 h 82"/>
                <a:gd name="T22" fmla="*/ 7413 w 479"/>
                <a:gd name="T23" fmla="*/ 1541 h 82"/>
                <a:gd name="T24" fmla="*/ 7443 w 479"/>
                <a:gd name="T25" fmla="*/ 1541 h 82"/>
                <a:gd name="T26" fmla="*/ 7493 w 479"/>
                <a:gd name="T27" fmla="*/ 1370 h 82"/>
                <a:gd name="T28" fmla="*/ 7493 w 479"/>
                <a:gd name="T29" fmla="*/ 1311 h 82"/>
                <a:gd name="T30" fmla="*/ 7476 w 479"/>
                <a:gd name="T31" fmla="*/ 1298 h 82"/>
                <a:gd name="T32" fmla="*/ 7443 w 479"/>
                <a:gd name="T33" fmla="*/ 1277 h 82"/>
                <a:gd name="T34" fmla="*/ 7443 w 479"/>
                <a:gd name="T35" fmla="*/ 1311 h 82"/>
                <a:gd name="T36" fmla="*/ 7443 w 479"/>
                <a:gd name="T37" fmla="*/ 1277 h 82"/>
                <a:gd name="T38" fmla="*/ 4617 w 479"/>
                <a:gd name="T39" fmla="*/ 764 h 82"/>
                <a:gd name="T40" fmla="*/ 33 w 479"/>
                <a:gd name="T41" fmla="*/ 0 h 82"/>
                <a:gd name="T42" fmla="*/ 0 w 479"/>
                <a:gd name="T43" fmla="*/ 21 h 82"/>
                <a:gd name="T44" fmla="*/ 20 w 479"/>
                <a:gd name="T45" fmla="*/ 56 h 8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9" h="82">
                  <a:moveTo>
                    <a:pt x="1" y="3"/>
                  </a:moveTo>
                  <a:cubicBezTo>
                    <a:pt x="107" y="11"/>
                    <a:pt x="207" y="28"/>
                    <a:pt x="295" y="43"/>
                  </a:cubicBezTo>
                  <a:cubicBezTo>
                    <a:pt x="358" y="54"/>
                    <a:pt x="420" y="64"/>
                    <a:pt x="476" y="70"/>
                  </a:cubicBezTo>
                  <a:cubicBezTo>
                    <a:pt x="476" y="70"/>
                    <a:pt x="476" y="70"/>
                    <a:pt x="476" y="70"/>
                  </a:cubicBezTo>
                  <a:cubicBezTo>
                    <a:pt x="476" y="70"/>
                    <a:pt x="476" y="70"/>
                    <a:pt x="476" y="70"/>
                  </a:cubicBezTo>
                  <a:cubicBezTo>
                    <a:pt x="476" y="70"/>
                    <a:pt x="476" y="70"/>
                    <a:pt x="476" y="70"/>
                  </a:cubicBezTo>
                  <a:cubicBezTo>
                    <a:pt x="476" y="70"/>
                    <a:pt x="476" y="70"/>
                    <a:pt x="476" y="70"/>
                  </a:cubicBezTo>
                  <a:cubicBezTo>
                    <a:pt x="476" y="70"/>
                    <a:pt x="476" y="70"/>
                    <a:pt x="476" y="70"/>
                  </a:cubicBezTo>
                  <a:cubicBezTo>
                    <a:pt x="476" y="70"/>
                    <a:pt x="476" y="70"/>
                    <a:pt x="476" y="70"/>
                  </a:cubicBezTo>
                  <a:cubicBezTo>
                    <a:pt x="476" y="70"/>
                    <a:pt x="476" y="71"/>
                    <a:pt x="476" y="72"/>
                  </a:cubicBezTo>
                  <a:cubicBezTo>
                    <a:pt x="476" y="74"/>
                    <a:pt x="475" y="77"/>
                    <a:pt x="474" y="79"/>
                  </a:cubicBezTo>
                  <a:cubicBezTo>
                    <a:pt x="473" y="79"/>
                    <a:pt x="473" y="80"/>
                    <a:pt x="474" y="81"/>
                  </a:cubicBezTo>
                  <a:cubicBezTo>
                    <a:pt x="474" y="81"/>
                    <a:pt x="475" y="82"/>
                    <a:pt x="476" y="81"/>
                  </a:cubicBezTo>
                  <a:cubicBezTo>
                    <a:pt x="478" y="78"/>
                    <a:pt x="479" y="75"/>
                    <a:pt x="479" y="72"/>
                  </a:cubicBezTo>
                  <a:cubicBezTo>
                    <a:pt x="479" y="71"/>
                    <a:pt x="479" y="70"/>
                    <a:pt x="479" y="69"/>
                  </a:cubicBezTo>
                  <a:cubicBezTo>
                    <a:pt x="479" y="69"/>
                    <a:pt x="478" y="68"/>
                    <a:pt x="478" y="68"/>
                  </a:cubicBezTo>
                  <a:cubicBezTo>
                    <a:pt x="477" y="67"/>
                    <a:pt x="477" y="67"/>
                    <a:pt x="476" y="67"/>
                  </a:cubicBezTo>
                  <a:cubicBezTo>
                    <a:pt x="476" y="69"/>
                    <a:pt x="476" y="69"/>
                    <a:pt x="476" y="69"/>
                  </a:cubicBezTo>
                  <a:cubicBezTo>
                    <a:pt x="476" y="67"/>
                    <a:pt x="476" y="67"/>
                    <a:pt x="476" y="67"/>
                  </a:cubicBezTo>
                  <a:cubicBezTo>
                    <a:pt x="420" y="61"/>
                    <a:pt x="359" y="51"/>
                    <a:pt x="295" y="40"/>
                  </a:cubicBezTo>
                  <a:cubicBezTo>
                    <a:pt x="207" y="25"/>
                    <a:pt x="108" y="8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2" name="Freeform 81">
              <a:extLst>
                <a:ext uri="{FF2B5EF4-FFF2-40B4-BE49-F238E27FC236}">
                  <a16:creationId xmlns:a16="http://schemas.microsoft.com/office/drawing/2014/main" id="{246B6C16-320D-4E92-9BE7-42344C2B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048"/>
              <a:ext cx="80" cy="75"/>
            </a:xfrm>
            <a:custGeom>
              <a:avLst/>
              <a:gdLst>
                <a:gd name="T0" fmla="*/ 470 w 32"/>
                <a:gd name="T1" fmla="*/ 479 h 28"/>
                <a:gd name="T2" fmla="*/ 470 w 32"/>
                <a:gd name="T3" fmla="*/ 458 h 28"/>
                <a:gd name="T4" fmla="*/ 95 w 32"/>
                <a:gd name="T5" fmla="*/ 479 h 28"/>
                <a:gd name="T6" fmla="*/ 95 w 32"/>
                <a:gd name="T7" fmla="*/ 504 h 28"/>
                <a:gd name="T8" fmla="*/ 125 w 32"/>
                <a:gd name="T9" fmla="*/ 504 h 28"/>
                <a:gd name="T10" fmla="*/ 50 w 32"/>
                <a:gd name="T11" fmla="*/ 115 h 28"/>
                <a:gd name="T12" fmla="*/ 50 w 32"/>
                <a:gd name="T13" fmla="*/ 56 h 28"/>
                <a:gd name="T14" fmla="*/ 33 w 32"/>
                <a:gd name="T15" fmla="*/ 56 h 28"/>
                <a:gd name="T16" fmla="*/ 33 w 32"/>
                <a:gd name="T17" fmla="*/ 78 h 28"/>
                <a:gd name="T18" fmla="*/ 395 w 32"/>
                <a:gd name="T19" fmla="*/ 56 h 28"/>
                <a:gd name="T20" fmla="*/ 395 w 32"/>
                <a:gd name="T21" fmla="*/ 21 h 28"/>
                <a:gd name="T22" fmla="*/ 375 w 32"/>
                <a:gd name="T23" fmla="*/ 21 h 28"/>
                <a:gd name="T24" fmla="*/ 363 w 32"/>
                <a:gd name="T25" fmla="*/ 78 h 28"/>
                <a:gd name="T26" fmla="*/ 458 w 32"/>
                <a:gd name="T27" fmla="*/ 504 h 28"/>
                <a:gd name="T28" fmla="*/ 470 w 32"/>
                <a:gd name="T29" fmla="*/ 479 h 28"/>
                <a:gd name="T30" fmla="*/ 470 w 32"/>
                <a:gd name="T31" fmla="*/ 458 h 28"/>
                <a:gd name="T32" fmla="*/ 470 w 32"/>
                <a:gd name="T33" fmla="*/ 479 h 28"/>
                <a:gd name="T34" fmla="*/ 488 w 32"/>
                <a:gd name="T35" fmla="*/ 458 h 28"/>
                <a:gd name="T36" fmla="*/ 408 w 32"/>
                <a:gd name="T37" fmla="*/ 78 h 28"/>
                <a:gd name="T38" fmla="*/ 425 w 32"/>
                <a:gd name="T39" fmla="*/ 21 h 28"/>
                <a:gd name="T40" fmla="*/ 408 w 32"/>
                <a:gd name="T41" fmla="*/ 0 h 28"/>
                <a:gd name="T42" fmla="*/ 395 w 32"/>
                <a:gd name="T43" fmla="*/ 0 h 28"/>
                <a:gd name="T44" fmla="*/ 33 w 32"/>
                <a:gd name="T45" fmla="*/ 21 h 28"/>
                <a:gd name="T46" fmla="*/ 0 w 32"/>
                <a:gd name="T47" fmla="*/ 35 h 28"/>
                <a:gd name="T48" fmla="*/ 0 w 32"/>
                <a:gd name="T49" fmla="*/ 115 h 28"/>
                <a:gd name="T50" fmla="*/ 83 w 32"/>
                <a:gd name="T51" fmla="*/ 517 h 28"/>
                <a:gd name="T52" fmla="*/ 95 w 32"/>
                <a:gd name="T53" fmla="*/ 538 h 28"/>
                <a:gd name="T54" fmla="*/ 470 w 32"/>
                <a:gd name="T55" fmla="*/ 517 h 28"/>
                <a:gd name="T56" fmla="*/ 488 w 32"/>
                <a:gd name="T57" fmla="*/ 504 h 28"/>
                <a:gd name="T58" fmla="*/ 488 w 32"/>
                <a:gd name="T59" fmla="*/ 458 h 28"/>
                <a:gd name="T60" fmla="*/ 470 w 32"/>
                <a:gd name="T61" fmla="*/ 479 h 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2" h="28">
                  <a:moveTo>
                    <a:pt x="30" y="25"/>
                  </a:moveTo>
                  <a:cubicBezTo>
                    <a:pt x="30" y="24"/>
                    <a:pt x="30" y="24"/>
                    <a:pt x="30" y="24"/>
                  </a:cubicBezTo>
                  <a:cubicBezTo>
                    <a:pt x="22" y="24"/>
                    <a:pt x="14" y="24"/>
                    <a:pt x="6" y="25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5" y="20"/>
                    <a:pt x="3" y="13"/>
                    <a:pt x="3" y="6"/>
                  </a:cubicBezTo>
                  <a:cubicBezTo>
                    <a:pt x="3" y="5"/>
                    <a:pt x="3" y="4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0" y="4"/>
                    <a:pt x="17" y="3"/>
                    <a:pt x="25" y="3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2"/>
                    <a:pt x="23" y="3"/>
                    <a:pt x="23" y="4"/>
                  </a:cubicBezTo>
                  <a:cubicBezTo>
                    <a:pt x="23" y="12"/>
                    <a:pt x="25" y="20"/>
                    <a:pt x="29" y="26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28" y="19"/>
                    <a:pt x="26" y="11"/>
                    <a:pt x="26" y="4"/>
                  </a:cubicBezTo>
                  <a:cubicBezTo>
                    <a:pt x="26" y="3"/>
                    <a:pt x="26" y="2"/>
                    <a:pt x="27" y="1"/>
                  </a:cubicBezTo>
                  <a:cubicBezTo>
                    <a:pt x="27" y="1"/>
                    <a:pt x="26" y="1"/>
                    <a:pt x="26" y="0"/>
                  </a:cubicBezTo>
                  <a:cubicBezTo>
                    <a:pt x="26" y="0"/>
                    <a:pt x="25" y="0"/>
                    <a:pt x="25" y="0"/>
                  </a:cubicBezTo>
                  <a:cubicBezTo>
                    <a:pt x="17" y="0"/>
                    <a:pt x="9" y="1"/>
                    <a:pt x="2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13"/>
                    <a:pt x="2" y="21"/>
                    <a:pt x="5" y="27"/>
                  </a:cubicBezTo>
                  <a:cubicBezTo>
                    <a:pt x="5" y="28"/>
                    <a:pt x="6" y="28"/>
                    <a:pt x="6" y="28"/>
                  </a:cubicBezTo>
                  <a:cubicBezTo>
                    <a:pt x="14" y="27"/>
                    <a:pt x="22" y="27"/>
                    <a:pt x="30" y="27"/>
                  </a:cubicBezTo>
                  <a:cubicBezTo>
                    <a:pt x="31" y="27"/>
                    <a:pt x="31" y="26"/>
                    <a:pt x="31" y="26"/>
                  </a:cubicBezTo>
                  <a:cubicBezTo>
                    <a:pt x="32" y="25"/>
                    <a:pt x="32" y="25"/>
                    <a:pt x="31" y="24"/>
                  </a:cubicBezTo>
                  <a:cubicBezTo>
                    <a:pt x="30" y="25"/>
                    <a:pt x="30" y="25"/>
                    <a:pt x="30" y="2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3" name="Freeform 82">
              <a:extLst>
                <a:ext uri="{FF2B5EF4-FFF2-40B4-BE49-F238E27FC236}">
                  <a16:creationId xmlns:a16="http://schemas.microsoft.com/office/drawing/2014/main" id="{43859325-DB6E-4521-8312-83A7DE137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120"/>
              <a:ext cx="72" cy="83"/>
            </a:xfrm>
            <a:custGeom>
              <a:avLst/>
              <a:gdLst>
                <a:gd name="T0" fmla="*/ 62 w 29"/>
                <a:gd name="T1" fmla="*/ 35 h 31"/>
                <a:gd name="T2" fmla="*/ 62 w 29"/>
                <a:gd name="T3" fmla="*/ 56 h 31"/>
                <a:gd name="T4" fmla="*/ 412 w 29"/>
                <a:gd name="T5" fmla="*/ 137 h 31"/>
                <a:gd name="T6" fmla="*/ 412 w 29"/>
                <a:gd name="T7" fmla="*/ 94 h 31"/>
                <a:gd name="T8" fmla="*/ 400 w 29"/>
                <a:gd name="T9" fmla="*/ 115 h 31"/>
                <a:gd name="T10" fmla="*/ 400 w 29"/>
                <a:gd name="T11" fmla="*/ 252 h 31"/>
                <a:gd name="T12" fmla="*/ 370 w 29"/>
                <a:gd name="T13" fmla="*/ 560 h 31"/>
                <a:gd name="T14" fmla="*/ 382 w 29"/>
                <a:gd name="T15" fmla="*/ 560 h 31"/>
                <a:gd name="T16" fmla="*/ 382 w 29"/>
                <a:gd name="T17" fmla="*/ 538 h 31"/>
                <a:gd name="T18" fmla="*/ 12 w 29"/>
                <a:gd name="T19" fmla="*/ 458 h 31"/>
                <a:gd name="T20" fmla="*/ 12 w 29"/>
                <a:gd name="T21" fmla="*/ 479 h 31"/>
                <a:gd name="T22" fmla="*/ 42 w 29"/>
                <a:gd name="T23" fmla="*/ 501 h 31"/>
                <a:gd name="T24" fmla="*/ 92 w 29"/>
                <a:gd name="T25" fmla="*/ 137 h 31"/>
                <a:gd name="T26" fmla="*/ 74 w 29"/>
                <a:gd name="T27" fmla="*/ 35 h 31"/>
                <a:gd name="T28" fmla="*/ 62 w 29"/>
                <a:gd name="T29" fmla="*/ 35 h 31"/>
                <a:gd name="T30" fmla="*/ 62 w 29"/>
                <a:gd name="T31" fmla="*/ 56 h 31"/>
                <a:gd name="T32" fmla="*/ 62 w 29"/>
                <a:gd name="T33" fmla="*/ 35 h 31"/>
                <a:gd name="T34" fmla="*/ 42 w 29"/>
                <a:gd name="T35" fmla="*/ 35 h 31"/>
                <a:gd name="T36" fmla="*/ 42 w 29"/>
                <a:gd name="T37" fmla="*/ 137 h 31"/>
                <a:gd name="T38" fmla="*/ 0 w 29"/>
                <a:gd name="T39" fmla="*/ 479 h 31"/>
                <a:gd name="T40" fmla="*/ 0 w 29"/>
                <a:gd name="T41" fmla="*/ 501 h 31"/>
                <a:gd name="T42" fmla="*/ 12 w 29"/>
                <a:gd name="T43" fmla="*/ 517 h 31"/>
                <a:gd name="T44" fmla="*/ 382 w 29"/>
                <a:gd name="T45" fmla="*/ 594 h 31"/>
                <a:gd name="T46" fmla="*/ 412 w 29"/>
                <a:gd name="T47" fmla="*/ 573 h 31"/>
                <a:gd name="T48" fmla="*/ 444 w 29"/>
                <a:gd name="T49" fmla="*/ 252 h 31"/>
                <a:gd name="T50" fmla="*/ 444 w 29"/>
                <a:gd name="T51" fmla="*/ 94 h 31"/>
                <a:gd name="T52" fmla="*/ 412 w 29"/>
                <a:gd name="T53" fmla="*/ 78 h 31"/>
                <a:gd name="T54" fmla="*/ 62 w 29"/>
                <a:gd name="T55" fmla="*/ 0 h 31"/>
                <a:gd name="T56" fmla="*/ 42 w 29"/>
                <a:gd name="T57" fmla="*/ 21 h 31"/>
                <a:gd name="T58" fmla="*/ 42 w 29"/>
                <a:gd name="T59" fmla="*/ 35 h 31"/>
                <a:gd name="T60" fmla="*/ 62 w 29"/>
                <a:gd name="T61" fmla="*/ 35 h 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9" h="31">
                  <a:moveTo>
                    <a:pt x="4" y="2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12" y="4"/>
                    <a:pt x="19" y="6"/>
                    <a:pt x="27" y="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8"/>
                    <a:pt x="26" y="11"/>
                    <a:pt x="26" y="13"/>
                  </a:cubicBezTo>
                  <a:cubicBezTo>
                    <a:pt x="26" y="19"/>
                    <a:pt x="25" y="24"/>
                    <a:pt x="2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17" y="27"/>
                    <a:pt x="9" y="25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" y="21"/>
                    <a:pt x="6" y="14"/>
                    <a:pt x="6" y="7"/>
                  </a:cubicBezTo>
                  <a:cubicBezTo>
                    <a:pt x="6" y="5"/>
                    <a:pt x="6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4"/>
                    <a:pt x="3" y="5"/>
                    <a:pt x="3" y="7"/>
                  </a:cubicBezTo>
                  <a:cubicBezTo>
                    <a:pt x="3" y="14"/>
                    <a:pt x="1" y="20"/>
                    <a:pt x="0" y="25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9" y="28"/>
                    <a:pt x="17" y="29"/>
                    <a:pt x="25" y="31"/>
                  </a:cubicBezTo>
                  <a:cubicBezTo>
                    <a:pt x="26" y="31"/>
                    <a:pt x="26" y="30"/>
                    <a:pt x="27" y="30"/>
                  </a:cubicBezTo>
                  <a:cubicBezTo>
                    <a:pt x="28" y="25"/>
                    <a:pt x="29" y="19"/>
                    <a:pt x="29" y="13"/>
                  </a:cubicBezTo>
                  <a:cubicBezTo>
                    <a:pt x="29" y="10"/>
                    <a:pt x="29" y="8"/>
                    <a:pt x="29" y="5"/>
                  </a:cubicBezTo>
                  <a:cubicBezTo>
                    <a:pt x="28" y="4"/>
                    <a:pt x="28" y="4"/>
                    <a:pt x="27" y="4"/>
                  </a:cubicBezTo>
                  <a:cubicBezTo>
                    <a:pt x="20" y="3"/>
                    <a:pt x="12" y="1"/>
                    <a:pt x="4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3" y="1"/>
                    <a:pt x="2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4" name="Freeform 83">
              <a:extLst>
                <a:ext uri="{FF2B5EF4-FFF2-40B4-BE49-F238E27FC236}">
                  <a16:creationId xmlns:a16="http://schemas.microsoft.com/office/drawing/2014/main" id="{F3C599DF-2E46-4177-9B2F-B2A43E7C68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9" y="1981"/>
              <a:ext cx="391" cy="144"/>
            </a:xfrm>
            <a:custGeom>
              <a:avLst/>
              <a:gdLst>
                <a:gd name="T0" fmla="*/ 2311 w 156"/>
                <a:gd name="T1" fmla="*/ 947 h 54"/>
                <a:gd name="T2" fmla="*/ 1306 w 156"/>
                <a:gd name="T3" fmla="*/ 989 h 54"/>
                <a:gd name="T4" fmla="*/ 1306 w 156"/>
                <a:gd name="T5" fmla="*/ 989 h 54"/>
                <a:gd name="T6" fmla="*/ 1088 w 156"/>
                <a:gd name="T7" fmla="*/ 989 h 54"/>
                <a:gd name="T8" fmla="*/ 1702 w 156"/>
                <a:gd name="T9" fmla="*/ 1024 h 54"/>
                <a:gd name="T10" fmla="*/ 2311 w 156"/>
                <a:gd name="T11" fmla="*/ 947 h 54"/>
                <a:gd name="T12" fmla="*/ 2186 w 156"/>
                <a:gd name="T13" fmla="*/ 0 h 54"/>
                <a:gd name="T14" fmla="*/ 0 w 156"/>
                <a:gd name="T15" fmla="*/ 568 h 54"/>
                <a:gd name="T16" fmla="*/ 2456 w 156"/>
                <a:gd name="T17" fmla="*/ 435 h 54"/>
                <a:gd name="T18" fmla="*/ 2311 w 156"/>
                <a:gd name="T19" fmla="*/ 149 h 54"/>
                <a:gd name="T20" fmla="*/ 2186 w 156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54">
                  <a:moveTo>
                    <a:pt x="147" y="50"/>
                  </a:moveTo>
                  <a:cubicBezTo>
                    <a:pt x="125" y="50"/>
                    <a:pt x="104" y="51"/>
                    <a:pt x="83" y="52"/>
                  </a:cubicBezTo>
                  <a:cubicBezTo>
                    <a:pt x="83" y="52"/>
                    <a:pt x="83" y="52"/>
                    <a:pt x="83" y="52"/>
                  </a:cubicBezTo>
                  <a:cubicBezTo>
                    <a:pt x="78" y="52"/>
                    <a:pt x="74" y="52"/>
                    <a:pt x="69" y="52"/>
                  </a:cubicBezTo>
                  <a:cubicBezTo>
                    <a:pt x="82" y="53"/>
                    <a:pt x="96" y="54"/>
                    <a:pt x="108" y="54"/>
                  </a:cubicBezTo>
                  <a:cubicBezTo>
                    <a:pt x="123" y="54"/>
                    <a:pt x="137" y="53"/>
                    <a:pt x="147" y="50"/>
                  </a:cubicBezTo>
                  <a:moveTo>
                    <a:pt x="139" y="0"/>
                  </a:moveTo>
                  <a:cubicBezTo>
                    <a:pt x="85" y="4"/>
                    <a:pt x="36" y="14"/>
                    <a:pt x="0" y="30"/>
                  </a:cubicBezTo>
                  <a:cubicBezTo>
                    <a:pt x="49" y="26"/>
                    <a:pt x="101" y="23"/>
                    <a:pt x="156" y="23"/>
                  </a:cubicBezTo>
                  <a:cubicBezTo>
                    <a:pt x="154" y="18"/>
                    <a:pt x="152" y="13"/>
                    <a:pt x="147" y="8"/>
                  </a:cubicBezTo>
                  <a:cubicBezTo>
                    <a:pt x="145" y="5"/>
                    <a:pt x="142" y="3"/>
                    <a:pt x="139" y="0"/>
                  </a:cubicBezTo>
                </a:path>
              </a:pathLst>
            </a:custGeom>
            <a:solidFill>
              <a:srgbClr val="EDB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5" name="Freeform 84">
              <a:extLst>
                <a:ext uri="{FF2B5EF4-FFF2-40B4-BE49-F238E27FC236}">
                  <a16:creationId xmlns:a16="http://schemas.microsoft.com/office/drawing/2014/main" id="{DA823042-B863-4456-B225-AC1C1B7297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7" y="1976"/>
              <a:ext cx="538" cy="251"/>
            </a:xfrm>
            <a:custGeom>
              <a:avLst/>
              <a:gdLst>
                <a:gd name="T0" fmla="*/ 500 w 215"/>
                <a:gd name="T1" fmla="*/ 991 h 94"/>
                <a:gd name="T2" fmla="*/ 408 w 215"/>
                <a:gd name="T3" fmla="*/ 1298 h 94"/>
                <a:gd name="T4" fmla="*/ 2805 w 215"/>
                <a:gd name="T5" fmla="*/ 1653 h 94"/>
                <a:gd name="T6" fmla="*/ 188 w 215"/>
                <a:gd name="T7" fmla="*/ 1413 h 94"/>
                <a:gd name="T8" fmla="*/ 0 w 215"/>
                <a:gd name="T9" fmla="*/ 1482 h 94"/>
                <a:gd name="T10" fmla="*/ 363 w 215"/>
                <a:gd name="T11" fmla="*/ 1525 h 94"/>
                <a:gd name="T12" fmla="*/ 3276 w 215"/>
                <a:gd name="T13" fmla="*/ 1789 h 94"/>
                <a:gd name="T14" fmla="*/ 3256 w 215"/>
                <a:gd name="T15" fmla="*/ 1698 h 94"/>
                <a:gd name="T16" fmla="*/ 3193 w 215"/>
                <a:gd name="T17" fmla="*/ 1162 h 94"/>
                <a:gd name="T18" fmla="*/ 2472 w 215"/>
                <a:gd name="T19" fmla="*/ 1084 h 94"/>
                <a:gd name="T20" fmla="*/ 500 w 215"/>
                <a:gd name="T21" fmla="*/ 991 h 94"/>
                <a:gd name="T22" fmla="*/ 958 w 215"/>
                <a:gd name="T23" fmla="*/ 0 h 94"/>
                <a:gd name="T24" fmla="*/ 0 w 215"/>
                <a:gd name="T25" fmla="*/ 35 h 94"/>
                <a:gd name="T26" fmla="*/ 125 w 215"/>
                <a:gd name="T27" fmla="*/ 192 h 94"/>
                <a:gd name="T28" fmla="*/ 270 w 215"/>
                <a:gd name="T29" fmla="*/ 478 h 94"/>
                <a:gd name="T30" fmla="*/ 395 w 215"/>
                <a:gd name="T31" fmla="*/ 478 h 94"/>
                <a:gd name="T32" fmla="*/ 2505 w 215"/>
                <a:gd name="T33" fmla="*/ 571 h 94"/>
                <a:gd name="T34" fmla="*/ 3180 w 215"/>
                <a:gd name="T35" fmla="*/ 649 h 94"/>
                <a:gd name="T36" fmla="*/ 3213 w 215"/>
                <a:gd name="T37" fmla="*/ 478 h 94"/>
                <a:gd name="T38" fmla="*/ 438 w 215"/>
                <a:gd name="T39" fmla="*/ 93 h 94"/>
                <a:gd name="T40" fmla="*/ 1096 w 215"/>
                <a:gd name="T41" fmla="*/ 77 h 94"/>
                <a:gd name="T42" fmla="*/ 3306 w 215"/>
                <a:gd name="T43" fmla="*/ 264 h 94"/>
                <a:gd name="T44" fmla="*/ 3368 w 215"/>
                <a:gd name="T45" fmla="*/ 206 h 94"/>
                <a:gd name="T46" fmla="*/ 2943 w 215"/>
                <a:gd name="T47" fmla="*/ 150 h 94"/>
                <a:gd name="T48" fmla="*/ 2272 w 215"/>
                <a:gd name="T49" fmla="*/ 77 h 94"/>
                <a:gd name="T50" fmla="*/ 1584 w 215"/>
                <a:gd name="T51" fmla="*/ 21 h 94"/>
                <a:gd name="T52" fmla="*/ 958 w 215"/>
                <a:gd name="T53" fmla="*/ 0 h 9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15" h="94">
                  <a:moveTo>
                    <a:pt x="32" y="52"/>
                  </a:moveTo>
                  <a:cubicBezTo>
                    <a:pt x="31" y="58"/>
                    <a:pt x="27" y="65"/>
                    <a:pt x="26" y="68"/>
                  </a:cubicBezTo>
                  <a:cubicBezTo>
                    <a:pt x="95" y="77"/>
                    <a:pt x="179" y="87"/>
                    <a:pt x="179" y="87"/>
                  </a:cubicBezTo>
                  <a:cubicBezTo>
                    <a:pt x="163" y="85"/>
                    <a:pt x="86" y="81"/>
                    <a:pt x="12" y="7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7" y="79"/>
                    <a:pt x="15" y="80"/>
                    <a:pt x="23" y="80"/>
                  </a:cubicBezTo>
                  <a:cubicBezTo>
                    <a:pt x="83" y="85"/>
                    <a:pt x="148" y="88"/>
                    <a:pt x="209" y="94"/>
                  </a:cubicBezTo>
                  <a:cubicBezTo>
                    <a:pt x="209" y="93"/>
                    <a:pt x="208" y="91"/>
                    <a:pt x="208" y="89"/>
                  </a:cubicBezTo>
                  <a:cubicBezTo>
                    <a:pt x="208" y="81"/>
                    <a:pt x="206" y="71"/>
                    <a:pt x="204" y="61"/>
                  </a:cubicBezTo>
                  <a:cubicBezTo>
                    <a:pt x="189" y="60"/>
                    <a:pt x="174" y="58"/>
                    <a:pt x="158" y="57"/>
                  </a:cubicBezTo>
                  <a:cubicBezTo>
                    <a:pt x="115" y="54"/>
                    <a:pt x="73" y="52"/>
                    <a:pt x="32" y="52"/>
                  </a:cubicBezTo>
                  <a:moveTo>
                    <a:pt x="61" y="0"/>
                  </a:moveTo>
                  <a:cubicBezTo>
                    <a:pt x="40" y="0"/>
                    <a:pt x="20" y="1"/>
                    <a:pt x="0" y="2"/>
                  </a:cubicBezTo>
                  <a:cubicBezTo>
                    <a:pt x="3" y="5"/>
                    <a:pt x="6" y="7"/>
                    <a:pt x="8" y="10"/>
                  </a:cubicBezTo>
                  <a:cubicBezTo>
                    <a:pt x="13" y="15"/>
                    <a:pt x="15" y="20"/>
                    <a:pt x="17" y="25"/>
                  </a:cubicBezTo>
                  <a:cubicBezTo>
                    <a:pt x="19" y="25"/>
                    <a:pt x="22" y="25"/>
                    <a:pt x="25" y="25"/>
                  </a:cubicBezTo>
                  <a:cubicBezTo>
                    <a:pt x="68" y="25"/>
                    <a:pt x="113" y="26"/>
                    <a:pt x="160" y="30"/>
                  </a:cubicBezTo>
                  <a:cubicBezTo>
                    <a:pt x="175" y="31"/>
                    <a:pt x="189" y="33"/>
                    <a:pt x="203" y="34"/>
                  </a:cubicBezTo>
                  <a:cubicBezTo>
                    <a:pt x="204" y="31"/>
                    <a:pt x="204" y="28"/>
                    <a:pt x="205" y="25"/>
                  </a:cubicBezTo>
                  <a:cubicBezTo>
                    <a:pt x="117" y="13"/>
                    <a:pt x="39" y="5"/>
                    <a:pt x="28" y="5"/>
                  </a:cubicBezTo>
                  <a:cubicBezTo>
                    <a:pt x="42" y="4"/>
                    <a:pt x="56" y="4"/>
                    <a:pt x="70" y="4"/>
                  </a:cubicBezTo>
                  <a:cubicBezTo>
                    <a:pt x="117" y="4"/>
                    <a:pt x="165" y="8"/>
                    <a:pt x="211" y="14"/>
                  </a:cubicBezTo>
                  <a:cubicBezTo>
                    <a:pt x="212" y="13"/>
                    <a:pt x="214" y="12"/>
                    <a:pt x="215" y="11"/>
                  </a:cubicBezTo>
                  <a:cubicBezTo>
                    <a:pt x="206" y="10"/>
                    <a:pt x="197" y="9"/>
                    <a:pt x="188" y="8"/>
                  </a:cubicBezTo>
                  <a:cubicBezTo>
                    <a:pt x="173" y="6"/>
                    <a:pt x="159" y="5"/>
                    <a:pt x="145" y="4"/>
                  </a:cubicBezTo>
                  <a:cubicBezTo>
                    <a:pt x="130" y="3"/>
                    <a:pt x="116" y="2"/>
                    <a:pt x="101" y="1"/>
                  </a:cubicBezTo>
                  <a:cubicBezTo>
                    <a:pt x="88" y="1"/>
                    <a:pt x="74" y="0"/>
                    <a:pt x="61" y="0"/>
                  </a:cubicBezTo>
                </a:path>
              </a:pathLst>
            </a:custGeom>
            <a:solidFill>
              <a:srgbClr val="E5A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6" name="Freeform 85">
              <a:extLst>
                <a:ext uri="{FF2B5EF4-FFF2-40B4-BE49-F238E27FC236}">
                  <a16:creationId xmlns:a16="http://schemas.microsoft.com/office/drawing/2014/main" id="{B46CD76B-18A5-4B07-B3CB-DE737B3DA1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5" y="2005"/>
              <a:ext cx="650" cy="248"/>
            </a:xfrm>
            <a:custGeom>
              <a:avLst/>
              <a:gdLst>
                <a:gd name="T0" fmla="*/ 20 w 260"/>
                <a:gd name="T1" fmla="*/ 947 h 93"/>
                <a:gd name="T2" fmla="*/ 83 w 260"/>
                <a:gd name="T3" fmla="*/ 1480 h 93"/>
                <a:gd name="T4" fmla="*/ 95 w 260"/>
                <a:gd name="T5" fmla="*/ 1571 h 93"/>
                <a:gd name="T6" fmla="*/ 470 w 260"/>
                <a:gd name="T7" fmla="*/ 1629 h 93"/>
                <a:gd name="T8" fmla="*/ 2438 w 260"/>
                <a:gd name="T9" fmla="*/ 1763 h 93"/>
                <a:gd name="T10" fmla="*/ 4000 w 260"/>
                <a:gd name="T11" fmla="*/ 1651 h 93"/>
                <a:gd name="T12" fmla="*/ 3845 w 260"/>
                <a:gd name="T13" fmla="*/ 1629 h 93"/>
                <a:gd name="T14" fmla="*/ 20 w 260"/>
                <a:gd name="T15" fmla="*/ 947 h 93"/>
                <a:gd name="T16" fmla="*/ 33 w 260"/>
                <a:gd name="T17" fmla="*/ 264 h 93"/>
                <a:gd name="T18" fmla="*/ 0 w 260"/>
                <a:gd name="T19" fmla="*/ 435 h 93"/>
                <a:gd name="T20" fmla="*/ 2408 w 260"/>
                <a:gd name="T21" fmla="*/ 819 h 93"/>
                <a:gd name="T22" fmla="*/ 2408 w 260"/>
                <a:gd name="T23" fmla="*/ 819 h 93"/>
                <a:gd name="T24" fmla="*/ 2488 w 260"/>
                <a:gd name="T25" fmla="*/ 832 h 93"/>
                <a:gd name="T26" fmla="*/ 2533 w 260"/>
                <a:gd name="T27" fmla="*/ 832 h 93"/>
                <a:gd name="T28" fmla="*/ 2770 w 260"/>
                <a:gd name="T29" fmla="*/ 888 h 93"/>
                <a:gd name="T30" fmla="*/ 2783 w 260"/>
                <a:gd name="T31" fmla="*/ 888 h 93"/>
                <a:gd name="T32" fmla="*/ 3675 w 260"/>
                <a:gd name="T33" fmla="*/ 1059 h 93"/>
                <a:gd name="T34" fmla="*/ 33 w 260"/>
                <a:gd name="T35" fmla="*/ 264 h 93"/>
                <a:gd name="T36" fmla="*/ 188 w 260"/>
                <a:gd name="T37" fmla="*/ 0 h 93"/>
                <a:gd name="T38" fmla="*/ 125 w 260"/>
                <a:gd name="T39" fmla="*/ 56 h 93"/>
                <a:gd name="T40" fmla="*/ 3845 w 260"/>
                <a:gd name="T41" fmla="*/ 1101 h 93"/>
                <a:gd name="T42" fmla="*/ 3925 w 260"/>
                <a:gd name="T43" fmla="*/ 1117 h 93"/>
                <a:gd name="T44" fmla="*/ 4063 w 260"/>
                <a:gd name="T45" fmla="*/ 1139 h 93"/>
                <a:gd name="T46" fmla="*/ 188 w 260"/>
                <a:gd name="T47" fmla="*/ 0 h 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0" h="93">
                  <a:moveTo>
                    <a:pt x="1" y="50"/>
                  </a:moveTo>
                  <a:cubicBezTo>
                    <a:pt x="3" y="60"/>
                    <a:pt x="5" y="70"/>
                    <a:pt x="5" y="78"/>
                  </a:cubicBezTo>
                  <a:cubicBezTo>
                    <a:pt x="5" y="80"/>
                    <a:pt x="6" y="82"/>
                    <a:pt x="6" y="83"/>
                  </a:cubicBezTo>
                  <a:cubicBezTo>
                    <a:pt x="14" y="84"/>
                    <a:pt x="22" y="85"/>
                    <a:pt x="30" y="86"/>
                  </a:cubicBezTo>
                  <a:cubicBezTo>
                    <a:pt x="75" y="91"/>
                    <a:pt x="117" y="93"/>
                    <a:pt x="156" y="93"/>
                  </a:cubicBezTo>
                  <a:cubicBezTo>
                    <a:pt x="194" y="93"/>
                    <a:pt x="228" y="91"/>
                    <a:pt x="256" y="87"/>
                  </a:cubicBezTo>
                  <a:cubicBezTo>
                    <a:pt x="253" y="87"/>
                    <a:pt x="250" y="86"/>
                    <a:pt x="246" y="86"/>
                  </a:cubicBezTo>
                  <a:cubicBezTo>
                    <a:pt x="168" y="73"/>
                    <a:pt x="88" y="59"/>
                    <a:pt x="1" y="50"/>
                  </a:cubicBezTo>
                  <a:moveTo>
                    <a:pt x="2" y="14"/>
                  </a:moveTo>
                  <a:cubicBezTo>
                    <a:pt x="1" y="17"/>
                    <a:pt x="1" y="20"/>
                    <a:pt x="0" y="23"/>
                  </a:cubicBezTo>
                  <a:cubicBezTo>
                    <a:pt x="54" y="28"/>
                    <a:pt x="105" y="36"/>
                    <a:pt x="154" y="43"/>
                  </a:cubicBezTo>
                  <a:cubicBezTo>
                    <a:pt x="154" y="43"/>
                    <a:pt x="154" y="43"/>
                    <a:pt x="154" y="43"/>
                  </a:cubicBezTo>
                  <a:cubicBezTo>
                    <a:pt x="156" y="43"/>
                    <a:pt x="157" y="44"/>
                    <a:pt x="159" y="44"/>
                  </a:cubicBezTo>
                  <a:cubicBezTo>
                    <a:pt x="160" y="44"/>
                    <a:pt x="161" y="44"/>
                    <a:pt x="162" y="44"/>
                  </a:cubicBezTo>
                  <a:cubicBezTo>
                    <a:pt x="167" y="45"/>
                    <a:pt x="172" y="46"/>
                    <a:pt x="177" y="47"/>
                  </a:cubicBezTo>
                  <a:cubicBezTo>
                    <a:pt x="177" y="47"/>
                    <a:pt x="177" y="47"/>
                    <a:pt x="178" y="47"/>
                  </a:cubicBezTo>
                  <a:cubicBezTo>
                    <a:pt x="197" y="50"/>
                    <a:pt x="216" y="53"/>
                    <a:pt x="235" y="56"/>
                  </a:cubicBezTo>
                  <a:cubicBezTo>
                    <a:pt x="178" y="40"/>
                    <a:pt x="85" y="25"/>
                    <a:pt x="2" y="14"/>
                  </a:cubicBezTo>
                  <a:moveTo>
                    <a:pt x="12" y="0"/>
                  </a:moveTo>
                  <a:cubicBezTo>
                    <a:pt x="11" y="1"/>
                    <a:pt x="9" y="2"/>
                    <a:pt x="8" y="3"/>
                  </a:cubicBezTo>
                  <a:cubicBezTo>
                    <a:pt x="114" y="18"/>
                    <a:pt x="207" y="44"/>
                    <a:pt x="246" y="58"/>
                  </a:cubicBezTo>
                  <a:cubicBezTo>
                    <a:pt x="248" y="58"/>
                    <a:pt x="249" y="59"/>
                    <a:pt x="251" y="59"/>
                  </a:cubicBezTo>
                  <a:cubicBezTo>
                    <a:pt x="254" y="59"/>
                    <a:pt x="257" y="60"/>
                    <a:pt x="260" y="60"/>
                  </a:cubicBezTo>
                  <a:cubicBezTo>
                    <a:pt x="195" y="33"/>
                    <a:pt x="106" y="12"/>
                    <a:pt x="12" y="0"/>
                  </a:cubicBezTo>
                </a:path>
              </a:pathLst>
            </a:custGeom>
            <a:solidFill>
              <a:srgbClr val="E5A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7" name="Freeform 86">
              <a:extLst>
                <a:ext uri="{FF2B5EF4-FFF2-40B4-BE49-F238E27FC236}">
                  <a16:creationId xmlns:a16="http://schemas.microsoft.com/office/drawing/2014/main" id="{94C01CE1-5398-41B9-8A12-ED5FA65525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2" y="2115"/>
              <a:ext cx="415" cy="69"/>
            </a:xfrm>
            <a:custGeom>
              <a:avLst/>
              <a:gdLst>
                <a:gd name="T0" fmla="*/ 313 w 166"/>
                <a:gd name="T1" fmla="*/ 93 h 26"/>
                <a:gd name="T2" fmla="*/ 0 w 166"/>
                <a:gd name="T3" fmla="*/ 133 h 26"/>
                <a:gd name="T4" fmla="*/ 2095 w 166"/>
                <a:gd name="T5" fmla="*/ 486 h 26"/>
                <a:gd name="T6" fmla="*/ 2283 w 166"/>
                <a:gd name="T7" fmla="*/ 409 h 26"/>
                <a:gd name="T8" fmla="*/ 313 w 166"/>
                <a:gd name="T9" fmla="*/ 93 h 26"/>
                <a:gd name="T10" fmla="*/ 2488 w 166"/>
                <a:gd name="T11" fmla="*/ 0 h 26"/>
                <a:gd name="T12" fmla="*/ 2220 w 166"/>
                <a:gd name="T13" fmla="*/ 0 h 26"/>
                <a:gd name="T14" fmla="*/ 1613 w 166"/>
                <a:gd name="T15" fmla="*/ 77 h 26"/>
                <a:gd name="T16" fmla="*/ 1000 w 166"/>
                <a:gd name="T17" fmla="*/ 35 h 26"/>
                <a:gd name="T18" fmla="*/ 925 w 166"/>
                <a:gd name="T19" fmla="*/ 56 h 26"/>
                <a:gd name="T20" fmla="*/ 1095 w 166"/>
                <a:gd name="T21" fmla="*/ 93 h 26"/>
                <a:gd name="T22" fmla="*/ 2500 w 166"/>
                <a:gd name="T23" fmla="*/ 295 h 26"/>
                <a:gd name="T24" fmla="*/ 2595 w 166"/>
                <a:gd name="T25" fmla="*/ 0 h 26"/>
                <a:gd name="T26" fmla="*/ 2488 w 166"/>
                <a:gd name="T27" fmla="*/ 0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6" h="26">
                  <a:moveTo>
                    <a:pt x="20" y="5"/>
                  </a:moveTo>
                  <a:cubicBezTo>
                    <a:pt x="13" y="6"/>
                    <a:pt x="6" y="6"/>
                    <a:pt x="0" y="7"/>
                  </a:cubicBezTo>
                  <a:cubicBezTo>
                    <a:pt x="32" y="16"/>
                    <a:pt x="80" y="22"/>
                    <a:pt x="134" y="26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97" y="18"/>
                    <a:pt x="49" y="12"/>
                    <a:pt x="20" y="5"/>
                  </a:cubicBezTo>
                  <a:moveTo>
                    <a:pt x="159" y="0"/>
                  </a:moveTo>
                  <a:cubicBezTo>
                    <a:pt x="153" y="0"/>
                    <a:pt x="147" y="0"/>
                    <a:pt x="142" y="0"/>
                  </a:cubicBezTo>
                  <a:cubicBezTo>
                    <a:pt x="132" y="3"/>
                    <a:pt x="118" y="4"/>
                    <a:pt x="103" y="4"/>
                  </a:cubicBezTo>
                  <a:cubicBezTo>
                    <a:pt x="91" y="4"/>
                    <a:pt x="77" y="3"/>
                    <a:pt x="64" y="2"/>
                  </a:cubicBezTo>
                  <a:cubicBezTo>
                    <a:pt x="63" y="2"/>
                    <a:pt x="61" y="3"/>
                    <a:pt x="59" y="3"/>
                  </a:cubicBezTo>
                  <a:cubicBezTo>
                    <a:pt x="63" y="3"/>
                    <a:pt x="67" y="4"/>
                    <a:pt x="70" y="5"/>
                  </a:cubicBezTo>
                  <a:cubicBezTo>
                    <a:pt x="80" y="6"/>
                    <a:pt x="117" y="11"/>
                    <a:pt x="160" y="16"/>
                  </a:cubicBezTo>
                  <a:cubicBezTo>
                    <a:pt x="161" y="13"/>
                    <a:pt x="165" y="6"/>
                    <a:pt x="166" y="0"/>
                  </a:cubicBezTo>
                  <a:cubicBezTo>
                    <a:pt x="164" y="0"/>
                    <a:pt x="161" y="0"/>
                    <a:pt x="159" y="0"/>
                  </a:cubicBezTo>
                </a:path>
              </a:pathLst>
            </a:custGeom>
            <a:solidFill>
              <a:srgbClr val="E5A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8" name="Freeform 87">
              <a:extLst>
                <a:ext uri="{FF2B5EF4-FFF2-40B4-BE49-F238E27FC236}">
                  <a16:creationId xmlns:a16="http://schemas.microsoft.com/office/drawing/2014/main" id="{E30946A6-E6A1-40CD-9D99-93D3D8B11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979"/>
              <a:ext cx="110" cy="8"/>
            </a:xfrm>
            <a:custGeom>
              <a:avLst/>
              <a:gdLst>
                <a:gd name="T0" fmla="*/ 0 w 44"/>
                <a:gd name="T1" fmla="*/ 0 h 3"/>
                <a:gd name="T2" fmla="*/ 688 w 44"/>
                <a:gd name="T3" fmla="*/ 56 h 3"/>
                <a:gd name="T4" fmla="*/ 0 w 4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">
                  <a:moveTo>
                    <a:pt x="0" y="0"/>
                  </a:moveTo>
                  <a:cubicBezTo>
                    <a:pt x="15" y="1"/>
                    <a:pt x="29" y="2"/>
                    <a:pt x="44" y="3"/>
                  </a:cubicBezTo>
                  <a:cubicBezTo>
                    <a:pt x="29" y="1"/>
                    <a:pt x="15" y="1"/>
                    <a:pt x="0" y="0"/>
                  </a:cubicBezTo>
                </a:path>
              </a:pathLst>
            </a:custGeom>
            <a:solidFill>
              <a:srgbClr val="A0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9" name="Freeform 88">
              <a:extLst>
                <a:ext uri="{FF2B5EF4-FFF2-40B4-BE49-F238E27FC236}">
                  <a16:creationId xmlns:a16="http://schemas.microsoft.com/office/drawing/2014/main" id="{8D159C27-7E3F-4BB1-BADD-7B1AC0BFAB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2" y="2051"/>
              <a:ext cx="1563" cy="184"/>
            </a:xfrm>
            <a:custGeom>
              <a:avLst/>
              <a:gdLst>
                <a:gd name="T0" fmla="*/ 8288 w 625"/>
                <a:gd name="T1" fmla="*/ 1024 h 69"/>
                <a:gd name="T2" fmla="*/ 9663 w 625"/>
                <a:gd name="T3" fmla="*/ 1309 h 69"/>
                <a:gd name="T4" fmla="*/ 9776 w 625"/>
                <a:gd name="T5" fmla="*/ 1045 h 69"/>
                <a:gd name="T6" fmla="*/ 9368 w 625"/>
                <a:gd name="T7" fmla="*/ 968 h 69"/>
                <a:gd name="T8" fmla="*/ 8318 w 625"/>
                <a:gd name="T9" fmla="*/ 627 h 69"/>
                <a:gd name="T10" fmla="*/ 9368 w 625"/>
                <a:gd name="T11" fmla="*/ 909 h 69"/>
                <a:gd name="T12" fmla="*/ 9756 w 625"/>
                <a:gd name="T13" fmla="*/ 947 h 69"/>
                <a:gd name="T14" fmla="*/ 9556 w 625"/>
                <a:gd name="T15" fmla="*/ 875 h 69"/>
                <a:gd name="T16" fmla="*/ 9526 w 625"/>
                <a:gd name="T17" fmla="*/ 875 h 69"/>
                <a:gd name="T18" fmla="*/ 8318 w 625"/>
                <a:gd name="T19" fmla="*/ 627 h 69"/>
                <a:gd name="T20" fmla="*/ 20 w 625"/>
                <a:gd name="T21" fmla="*/ 264 h 69"/>
                <a:gd name="T22" fmla="*/ 50 w 625"/>
                <a:gd name="T23" fmla="*/ 456 h 69"/>
                <a:gd name="T24" fmla="*/ 425 w 625"/>
                <a:gd name="T25" fmla="*/ 512 h 69"/>
                <a:gd name="T26" fmla="*/ 158 w 625"/>
                <a:gd name="T27" fmla="*/ 264 h 69"/>
                <a:gd name="T28" fmla="*/ 458 w 625"/>
                <a:gd name="T29" fmla="*/ 227 h 69"/>
                <a:gd name="T30" fmla="*/ 1063 w 625"/>
                <a:gd name="T31" fmla="*/ 456 h 69"/>
                <a:gd name="T32" fmla="*/ 270 w 625"/>
                <a:gd name="T33" fmla="*/ 136 h 69"/>
                <a:gd name="T34" fmla="*/ 20 w 625"/>
                <a:gd name="T35" fmla="*/ 205 h 69"/>
                <a:gd name="T36" fmla="*/ 208 w 625"/>
                <a:gd name="T37" fmla="*/ 192 h 69"/>
                <a:gd name="T38" fmla="*/ 2738 w 625"/>
                <a:gd name="T39" fmla="*/ 115 h 69"/>
                <a:gd name="T40" fmla="*/ 1488 w 625"/>
                <a:gd name="T41" fmla="*/ 435 h 69"/>
                <a:gd name="T42" fmla="*/ 4817 w 625"/>
                <a:gd name="T43" fmla="*/ 491 h 69"/>
                <a:gd name="T44" fmla="*/ 7913 w 625"/>
                <a:gd name="T45" fmla="*/ 683 h 69"/>
                <a:gd name="T46" fmla="*/ 4772 w 625"/>
                <a:gd name="T47" fmla="*/ 205 h 69"/>
                <a:gd name="T48" fmla="*/ 1000 w 625"/>
                <a:gd name="T49" fmla="*/ 56 h 69"/>
                <a:gd name="T50" fmla="*/ 375 w 625"/>
                <a:gd name="T51" fmla="*/ 171 h 69"/>
                <a:gd name="T52" fmla="*/ 1000 w 625"/>
                <a:gd name="T53" fmla="*/ 93 h 69"/>
                <a:gd name="T54" fmla="*/ 2738 w 625"/>
                <a:gd name="T55" fmla="*/ 0 h 69"/>
                <a:gd name="T56" fmla="*/ 1408 w 625"/>
                <a:gd name="T57" fmla="*/ 56 h 69"/>
                <a:gd name="T58" fmla="*/ 2738 w 625"/>
                <a:gd name="T59" fmla="*/ 56 h 69"/>
                <a:gd name="T60" fmla="*/ 4879 w 625"/>
                <a:gd name="T61" fmla="*/ 171 h 69"/>
                <a:gd name="T62" fmla="*/ 7913 w 625"/>
                <a:gd name="T63" fmla="*/ 547 h 69"/>
                <a:gd name="T64" fmla="*/ 2738 w 625"/>
                <a:gd name="T65" fmla="*/ 0 h 6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25" h="69">
                  <a:moveTo>
                    <a:pt x="532" y="40"/>
                  </a:moveTo>
                  <a:cubicBezTo>
                    <a:pt x="532" y="45"/>
                    <a:pt x="531" y="50"/>
                    <a:pt x="530" y="54"/>
                  </a:cubicBezTo>
                  <a:cubicBezTo>
                    <a:pt x="554" y="58"/>
                    <a:pt x="577" y="62"/>
                    <a:pt x="600" y="66"/>
                  </a:cubicBezTo>
                  <a:cubicBezTo>
                    <a:pt x="606" y="67"/>
                    <a:pt x="612" y="68"/>
                    <a:pt x="618" y="69"/>
                  </a:cubicBezTo>
                  <a:cubicBezTo>
                    <a:pt x="620" y="68"/>
                    <a:pt x="622" y="66"/>
                    <a:pt x="623" y="64"/>
                  </a:cubicBezTo>
                  <a:cubicBezTo>
                    <a:pt x="624" y="62"/>
                    <a:pt x="625" y="58"/>
                    <a:pt x="625" y="55"/>
                  </a:cubicBezTo>
                  <a:cubicBezTo>
                    <a:pt x="625" y="55"/>
                    <a:pt x="625" y="55"/>
                    <a:pt x="625" y="55"/>
                  </a:cubicBezTo>
                  <a:cubicBezTo>
                    <a:pt x="616" y="54"/>
                    <a:pt x="608" y="52"/>
                    <a:pt x="599" y="51"/>
                  </a:cubicBezTo>
                  <a:cubicBezTo>
                    <a:pt x="577" y="47"/>
                    <a:pt x="555" y="44"/>
                    <a:pt x="532" y="40"/>
                  </a:cubicBezTo>
                  <a:moveTo>
                    <a:pt x="532" y="33"/>
                  </a:moveTo>
                  <a:cubicBezTo>
                    <a:pt x="532" y="34"/>
                    <a:pt x="532" y="36"/>
                    <a:pt x="532" y="37"/>
                  </a:cubicBezTo>
                  <a:cubicBezTo>
                    <a:pt x="555" y="41"/>
                    <a:pt x="577" y="44"/>
                    <a:pt x="599" y="48"/>
                  </a:cubicBezTo>
                  <a:cubicBezTo>
                    <a:pt x="608" y="49"/>
                    <a:pt x="616" y="51"/>
                    <a:pt x="625" y="52"/>
                  </a:cubicBezTo>
                  <a:cubicBezTo>
                    <a:pt x="625" y="51"/>
                    <a:pt x="624" y="51"/>
                    <a:pt x="624" y="50"/>
                  </a:cubicBezTo>
                  <a:cubicBezTo>
                    <a:pt x="624" y="49"/>
                    <a:pt x="624" y="49"/>
                    <a:pt x="623" y="48"/>
                  </a:cubicBezTo>
                  <a:cubicBezTo>
                    <a:pt x="619" y="48"/>
                    <a:pt x="615" y="47"/>
                    <a:pt x="611" y="46"/>
                  </a:cubicBezTo>
                  <a:cubicBezTo>
                    <a:pt x="613" y="47"/>
                    <a:pt x="614" y="48"/>
                    <a:pt x="615" y="48"/>
                  </a:cubicBezTo>
                  <a:cubicBezTo>
                    <a:pt x="613" y="47"/>
                    <a:pt x="611" y="47"/>
                    <a:pt x="609" y="46"/>
                  </a:cubicBezTo>
                  <a:cubicBezTo>
                    <a:pt x="607" y="46"/>
                    <a:pt x="605" y="45"/>
                    <a:pt x="603" y="45"/>
                  </a:cubicBezTo>
                  <a:cubicBezTo>
                    <a:pt x="580" y="41"/>
                    <a:pt x="556" y="37"/>
                    <a:pt x="532" y="33"/>
                  </a:cubicBezTo>
                  <a:moveTo>
                    <a:pt x="10" y="14"/>
                  </a:moveTo>
                  <a:cubicBezTo>
                    <a:pt x="7" y="14"/>
                    <a:pt x="4" y="14"/>
                    <a:pt x="1" y="14"/>
                  </a:cubicBezTo>
                  <a:cubicBezTo>
                    <a:pt x="1" y="15"/>
                    <a:pt x="0" y="15"/>
                    <a:pt x="0" y="15"/>
                  </a:cubicBezTo>
                  <a:cubicBezTo>
                    <a:pt x="0" y="18"/>
                    <a:pt x="1" y="21"/>
                    <a:pt x="3" y="24"/>
                  </a:cubicBezTo>
                  <a:cubicBezTo>
                    <a:pt x="4" y="26"/>
                    <a:pt x="6" y="28"/>
                    <a:pt x="8" y="29"/>
                  </a:cubicBezTo>
                  <a:cubicBezTo>
                    <a:pt x="14" y="28"/>
                    <a:pt x="20" y="27"/>
                    <a:pt x="27" y="27"/>
                  </a:cubicBezTo>
                  <a:cubicBezTo>
                    <a:pt x="18" y="25"/>
                    <a:pt x="12" y="22"/>
                    <a:pt x="9" y="20"/>
                  </a:cubicBezTo>
                  <a:cubicBezTo>
                    <a:pt x="8" y="18"/>
                    <a:pt x="8" y="16"/>
                    <a:pt x="10" y="14"/>
                  </a:cubicBezTo>
                  <a:moveTo>
                    <a:pt x="64" y="9"/>
                  </a:moveTo>
                  <a:cubicBezTo>
                    <a:pt x="52" y="10"/>
                    <a:pt x="41" y="11"/>
                    <a:pt x="29" y="12"/>
                  </a:cubicBezTo>
                  <a:cubicBezTo>
                    <a:pt x="38" y="16"/>
                    <a:pt x="52" y="21"/>
                    <a:pt x="65" y="24"/>
                  </a:cubicBezTo>
                  <a:cubicBezTo>
                    <a:pt x="66" y="24"/>
                    <a:pt x="67" y="24"/>
                    <a:pt x="68" y="24"/>
                  </a:cubicBezTo>
                  <a:cubicBezTo>
                    <a:pt x="66" y="20"/>
                    <a:pt x="65" y="14"/>
                    <a:pt x="64" y="9"/>
                  </a:cubicBezTo>
                  <a:moveTo>
                    <a:pt x="17" y="7"/>
                  </a:moveTo>
                  <a:cubicBezTo>
                    <a:pt x="12" y="7"/>
                    <a:pt x="8" y="7"/>
                    <a:pt x="3" y="8"/>
                  </a:cubicBezTo>
                  <a:cubicBezTo>
                    <a:pt x="2" y="9"/>
                    <a:pt x="2" y="9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5" y="11"/>
                    <a:pt x="9" y="11"/>
                    <a:pt x="13" y="10"/>
                  </a:cubicBezTo>
                  <a:cubicBezTo>
                    <a:pt x="14" y="9"/>
                    <a:pt x="16" y="8"/>
                    <a:pt x="17" y="7"/>
                  </a:cubicBezTo>
                  <a:moveTo>
                    <a:pt x="175" y="6"/>
                  </a:moveTo>
                  <a:cubicBezTo>
                    <a:pt x="146" y="6"/>
                    <a:pt x="118" y="7"/>
                    <a:pt x="91" y="8"/>
                  </a:cubicBezTo>
                  <a:cubicBezTo>
                    <a:pt x="91" y="13"/>
                    <a:pt x="93" y="18"/>
                    <a:pt x="95" y="23"/>
                  </a:cubicBezTo>
                  <a:cubicBezTo>
                    <a:pt x="121" y="21"/>
                    <a:pt x="147" y="21"/>
                    <a:pt x="175" y="21"/>
                  </a:cubicBezTo>
                  <a:cubicBezTo>
                    <a:pt x="217" y="21"/>
                    <a:pt x="262" y="22"/>
                    <a:pt x="308" y="26"/>
                  </a:cubicBezTo>
                  <a:cubicBezTo>
                    <a:pt x="377" y="31"/>
                    <a:pt x="441" y="40"/>
                    <a:pt x="503" y="50"/>
                  </a:cubicBezTo>
                  <a:cubicBezTo>
                    <a:pt x="504" y="46"/>
                    <a:pt x="505" y="41"/>
                    <a:pt x="506" y="36"/>
                  </a:cubicBezTo>
                  <a:cubicBezTo>
                    <a:pt x="443" y="26"/>
                    <a:pt x="375" y="17"/>
                    <a:pt x="305" y="11"/>
                  </a:cubicBezTo>
                  <a:cubicBezTo>
                    <a:pt x="305" y="11"/>
                    <a:pt x="305" y="11"/>
                    <a:pt x="305" y="11"/>
                  </a:cubicBezTo>
                  <a:cubicBezTo>
                    <a:pt x="260" y="7"/>
                    <a:pt x="217" y="6"/>
                    <a:pt x="175" y="6"/>
                  </a:cubicBezTo>
                  <a:moveTo>
                    <a:pt x="64" y="3"/>
                  </a:moveTo>
                  <a:cubicBezTo>
                    <a:pt x="49" y="4"/>
                    <a:pt x="35" y="5"/>
                    <a:pt x="20" y="6"/>
                  </a:cubicBezTo>
                  <a:cubicBezTo>
                    <a:pt x="21" y="7"/>
                    <a:pt x="22" y="8"/>
                    <a:pt x="24" y="9"/>
                  </a:cubicBezTo>
                  <a:cubicBezTo>
                    <a:pt x="37" y="8"/>
                    <a:pt x="51" y="7"/>
                    <a:pt x="64" y="6"/>
                  </a:cubicBezTo>
                  <a:cubicBezTo>
                    <a:pt x="64" y="6"/>
                    <a:pt x="64" y="5"/>
                    <a:pt x="64" y="5"/>
                  </a:cubicBezTo>
                  <a:cubicBezTo>
                    <a:pt x="64" y="4"/>
                    <a:pt x="64" y="4"/>
                    <a:pt x="64" y="3"/>
                  </a:cubicBezTo>
                  <a:moveTo>
                    <a:pt x="175" y="0"/>
                  </a:moveTo>
                  <a:cubicBezTo>
                    <a:pt x="146" y="0"/>
                    <a:pt x="118" y="0"/>
                    <a:pt x="91" y="2"/>
                  </a:cubicBezTo>
                  <a:cubicBezTo>
                    <a:pt x="90" y="2"/>
                    <a:pt x="90" y="3"/>
                    <a:pt x="90" y="3"/>
                  </a:cubicBezTo>
                  <a:cubicBezTo>
                    <a:pt x="90" y="4"/>
                    <a:pt x="91" y="4"/>
                    <a:pt x="91" y="5"/>
                  </a:cubicBezTo>
                  <a:cubicBezTo>
                    <a:pt x="118" y="4"/>
                    <a:pt x="146" y="3"/>
                    <a:pt x="175" y="3"/>
                  </a:cubicBezTo>
                  <a:cubicBezTo>
                    <a:pt x="219" y="3"/>
                    <a:pt x="264" y="5"/>
                    <a:pt x="311" y="8"/>
                  </a:cubicBezTo>
                  <a:cubicBezTo>
                    <a:pt x="311" y="8"/>
                    <a:pt x="311" y="8"/>
                    <a:pt x="312" y="9"/>
                  </a:cubicBezTo>
                  <a:cubicBezTo>
                    <a:pt x="380" y="14"/>
                    <a:pt x="445" y="23"/>
                    <a:pt x="506" y="33"/>
                  </a:cubicBezTo>
                  <a:cubicBezTo>
                    <a:pt x="506" y="31"/>
                    <a:pt x="506" y="30"/>
                    <a:pt x="506" y="29"/>
                  </a:cubicBezTo>
                  <a:cubicBezTo>
                    <a:pt x="444" y="19"/>
                    <a:pt x="378" y="11"/>
                    <a:pt x="310" y="5"/>
                  </a:cubicBezTo>
                  <a:cubicBezTo>
                    <a:pt x="263" y="1"/>
                    <a:pt x="218" y="0"/>
                    <a:pt x="175" y="0"/>
                  </a:cubicBezTo>
                </a:path>
              </a:pathLst>
            </a:custGeom>
            <a:solidFill>
              <a:srgbClr val="C4D8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0" name="Freeform 89">
              <a:extLst>
                <a:ext uri="{FF2B5EF4-FFF2-40B4-BE49-F238E27FC236}">
                  <a16:creationId xmlns:a16="http://schemas.microsoft.com/office/drawing/2014/main" id="{217759FD-56A8-487C-A155-09AB19CC9A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4" y="2059"/>
              <a:ext cx="778" cy="29"/>
            </a:xfrm>
            <a:custGeom>
              <a:avLst/>
              <a:gdLst>
                <a:gd name="T0" fmla="*/ 188 w 311"/>
                <a:gd name="T1" fmla="*/ 124 h 11"/>
                <a:gd name="T2" fmla="*/ 0 w 311"/>
                <a:gd name="T3" fmla="*/ 145 h 11"/>
                <a:gd name="T4" fmla="*/ 0 w 311"/>
                <a:gd name="T5" fmla="*/ 200 h 11"/>
                <a:gd name="T6" fmla="*/ 145 w 311"/>
                <a:gd name="T7" fmla="*/ 200 h 11"/>
                <a:gd name="T8" fmla="*/ 188 w 311"/>
                <a:gd name="T9" fmla="*/ 124 h 11"/>
                <a:gd name="T10" fmla="*/ 988 w 311"/>
                <a:gd name="T11" fmla="*/ 55 h 11"/>
                <a:gd name="T12" fmla="*/ 363 w 311"/>
                <a:gd name="T13" fmla="*/ 111 h 11"/>
                <a:gd name="T14" fmla="*/ 438 w 311"/>
                <a:gd name="T15" fmla="*/ 166 h 11"/>
                <a:gd name="T16" fmla="*/ 988 w 311"/>
                <a:gd name="T17" fmla="*/ 111 h 11"/>
                <a:gd name="T18" fmla="*/ 988 w 311"/>
                <a:gd name="T19" fmla="*/ 55 h 11"/>
                <a:gd name="T20" fmla="*/ 2722 w 311"/>
                <a:gd name="T21" fmla="*/ 0 h 11"/>
                <a:gd name="T22" fmla="*/ 1408 w 311"/>
                <a:gd name="T23" fmla="*/ 34 h 11"/>
                <a:gd name="T24" fmla="*/ 1408 w 311"/>
                <a:gd name="T25" fmla="*/ 90 h 11"/>
                <a:gd name="T26" fmla="*/ 2722 w 311"/>
                <a:gd name="T27" fmla="*/ 55 h 11"/>
                <a:gd name="T28" fmla="*/ 4756 w 311"/>
                <a:gd name="T29" fmla="*/ 145 h 11"/>
                <a:gd name="T30" fmla="*/ 4743 w 311"/>
                <a:gd name="T31" fmla="*/ 111 h 11"/>
                <a:gd name="T32" fmla="*/ 4776 w 311"/>
                <a:gd name="T33" fmla="*/ 90 h 11"/>
                <a:gd name="T34" fmla="*/ 4776 w 311"/>
                <a:gd name="T35" fmla="*/ 90 h 11"/>
                <a:gd name="T36" fmla="*/ 4868 w 311"/>
                <a:gd name="T37" fmla="*/ 111 h 11"/>
                <a:gd name="T38" fmla="*/ 4851 w 311"/>
                <a:gd name="T39" fmla="*/ 90 h 11"/>
                <a:gd name="T40" fmla="*/ 2722 w 311"/>
                <a:gd name="T41" fmla="*/ 0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1" h="11">
                  <a:moveTo>
                    <a:pt x="12" y="7"/>
                  </a:moveTo>
                  <a:cubicBezTo>
                    <a:pt x="8" y="8"/>
                    <a:pt x="4" y="8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3" y="11"/>
                    <a:pt x="6" y="11"/>
                    <a:pt x="9" y="11"/>
                  </a:cubicBezTo>
                  <a:cubicBezTo>
                    <a:pt x="10" y="9"/>
                    <a:pt x="11" y="8"/>
                    <a:pt x="12" y="7"/>
                  </a:cubicBezTo>
                  <a:moveTo>
                    <a:pt x="63" y="3"/>
                  </a:moveTo>
                  <a:cubicBezTo>
                    <a:pt x="50" y="4"/>
                    <a:pt x="36" y="5"/>
                    <a:pt x="23" y="6"/>
                  </a:cubicBezTo>
                  <a:cubicBezTo>
                    <a:pt x="24" y="7"/>
                    <a:pt x="26" y="8"/>
                    <a:pt x="28" y="9"/>
                  </a:cubicBezTo>
                  <a:cubicBezTo>
                    <a:pt x="40" y="8"/>
                    <a:pt x="51" y="7"/>
                    <a:pt x="63" y="6"/>
                  </a:cubicBezTo>
                  <a:cubicBezTo>
                    <a:pt x="63" y="5"/>
                    <a:pt x="63" y="4"/>
                    <a:pt x="63" y="3"/>
                  </a:cubicBezTo>
                  <a:moveTo>
                    <a:pt x="174" y="0"/>
                  </a:moveTo>
                  <a:cubicBezTo>
                    <a:pt x="145" y="0"/>
                    <a:pt x="117" y="1"/>
                    <a:pt x="90" y="2"/>
                  </a:cubicBezTo>
                  <a:cubicBezTo>
                    <a:pt x="90" y="3"/>
                    <a:pt x="90" y="4"/>
                    <a:pt x="90" y="5"/>
                  </a:cubicBezTo>
                  <a:cubicBezTo>
                    <a:pt x="117" y="4"/>
                    <a:pt x="145" y="3"/>
                    <a:pt x="174" y="3"/>
                  </a:cubicBezTo>
                  <a:cubicBezTo>
                    <a:pt x="216" y="3"/>
                    <a:pt x="259" y="4"/>
                    <a:pt x="304" y="8"/>
                  </a:cubicBezTo>
                  <a:cubicBezTo>
                    <a:pt x="303" y="8"/>
                    <a:pt x="303" y="7"/>
                    <a:pt x="303" y="6"/>
                  </a:cubicBezTo>
                  <a:cubicBezTo>
                    <a:pt x="303" y="6"/>
                    <a:pt x="304" y="5"/>
                    <a:pt x="305" y="5"/>
                  </a:cubicBezTo>
                  <a:cubicBezTo>
                    <a:pt x="305" y="5"/>
                    <a:pt x="305" y="5"/>
                    <a:pt x="305" y="5"/>
                  </a:cubicBezTo>
                  <a:cubicBezTo>
                    <a:pt x="307" y="5"/>
                    <a:pt x="309" y="5"/>
                    <a:pt x="311" y="6"/>
                  </a:cubicBezTo>
                  <a:cubicBezTo>
                    <a:pt x="310" y="5"/>
                    <a:pt x="310" y="5"/>
                    <a:pt x="310" y="5"/>
                  </a:cubicBezTo>
                  <a:cubicBezTo>
                    <a:pt x="263" y="2"/>
                    <a:pt x="218" y="0"/>
                    <a:pt x="174" y="0"/>
                  </a:cubicBezTo>
                </a:path>
              </a:pathLst>
            </a:custGeom>
            <a:solidFill>
              <a:srgbClr val="F1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1" name="Freeform 90">
              <a:extLst>
                <a:ext uri="{FF2B5EF4-FFF2-40B4-BE49-F238E27FC236}">
                  <a16:creationId xmlns:a16="http://schemas.microsoft.com/office/drawing/2014/main" id="{04D45ACE-5712-4133-BF51-085564CFCD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9" y="2043"/>
              <a:ext cx="1551" cy="194"/>
            </a:xfrm>
            <a:custGeom>
              <a:avLst/>
              <a:gdLst>
                <a:gd name="T0" fmla="*/ 9519 w 620"/>
                <a:gd name="T1" fmla="*/ 917 h 73"/>
                <a:gd name="T2" fmla="*/ 9706 w 620"/>
                <a:gd name="T3" fmla="*/ 959 h 73"/>
                <a:gd name="T4" fmla="*/ 9549 w 620"/>
                <a:gd name="T5" fmla="*/ 861 h 73"/>
                <a:gd name="T6" fmla="*/ 9331 w 620"/>
                <a:gd name="T7" fmla="*/ 826 h 73"/>
                <a:gd name="T8" fmla="*/ 8280 w 620"/>
                <a:gd name="T9" fmla="*/ 635 h 73"/>
                <a:gd name="T10" fmla="*/ 9394 w 620"/>
                <a:gd name="T11" fmla="*/ 904 h 73"/>
                <a:gd name="T12" fmla="*/ 9156 w 620"/>
                <a:gd name="T13" fmla="*/ 792 h 73"/>
                <a:gd name="T14" fmla="*/ 375 w 620"/>
                <a:gd name="T15" fmla="*/ 566 h 73"/>
                <a:gd name="T16" fmla="*/ 83 w 620"/>
                <a:gd name="T17" fmla="*/ 601 h 73"/>
                <a:gd name="T18" fmla="*/ 208 w 620"/>
                <a:gd name="T19" fmla="*/ 635 h 73"/>
                <a:gd name="T20" fmla="*/ 375 w 620"/>
                <a:gd name="T21" fmla="*/ 566 h 73"/>
                <a:gd name="T22" fmla="*/ 8018 w 620"/>
                <a:gd name="T23" fmla="*/ 566 h 73"/>
                <a:gd name="T24" fmla="*/ 1021 w 620"/>
                <a:gd name="T25" fmla="*/ 508 h 73"/>
                <a:gd name="T26" fmla="*/ 1021 w 620"/>
                <a:gd name="T27" fmla="*/ 524 h 73"/>
                <a:gd name="T28" fmla="*/ 2692 w 620"/>
                <a:gd name="T29" fmla="*/ 452 h 73"/>
                <a:gd name="T30" fmla="*/ 1438 w 620"/>
                <a:gd name="T31" fmla="*/ 486 h 73"/>
                <a:gd name="T32" fmla="*/ 1438 w 620"/>
                <a:gd name="T33" fmla="*/ 524 h 73"/>
                <a:gd name="T34" fmla="*/ 2429 w 620"/>
                <a:gd name="T35" fmla="*/ 508 h 73"/>
                <a:gd name="T36" fmla="*/ 2804 w 620"/>
                <a:gd name="T37" fmla="*/ 508 h 73"/>
                <a:gd name="T38" fmla="*/ 5494 w 620"/>
                <a:gd name="T39" fmla="*/ 678 h 73"/>
                <a:gd name="T40" fmla="*/ 9486 w 620"/>
                <a:gd name="T41" fmla="*/ 1371 h 73"/>
                <a:gd name="T42" fmla="*/ 9611 w 620"/>
                <a:gd name="T43" fmla="*/ 1350 h 73"/>
                <a:gd name="T44" fmla="*/ 9344 w 620"/>
                <a:gd name="T45" fmla="*/ 1292 h 73"/>
                <a:gd name="T46" fmla="*/ 8248 w 620"/>
                <a:gd name="T47" fmla="*/ 1108 h 73"/>
                <a:gd name="T48" fmla="*/ 8218 w 620"/>
                <a:gd name="T49" fmla="*/ 1124 h 73"/>
                <a:gd name="T50" fmla="*/ 7830 w 620"/>
                <a:gd name="T51" fmla="*/ 1031 h 73"/>
                <a:gd name="T52" fmla="*/ 7830 w 620"/>
                <a:gd name="T53" fmla="*/ 997 h 73"/>
                <a:gd name="T54" fmla="*/ 2692 w 620"/>
                <a:gd name="T55" fmla="*/ 452 h 73"/>
                <a:gd name="T56" fmla="*/ 2567 w 620"/>
                <a:gd name="T57" fmla="*/ 0 h 73"/>
                <a:gd name="T58" fmla="*/ 20 w 620"/>
                <a:gd name="T59" fmla="*/ 205 h 73"/>
                <a:gd name="T60" fmla="*/ 220 w 620"/>
                <a:gd name="T61" fmla="*/ 191 h 73"/>
                <a:gd name="T62" fmla="*/ 270 w 620"/>
                <a:gd name="T63" fmla="*/ 170 h 73"/>
                <a:gd name="T64" fmla="*/ 958 w 620"/>
                <a:gd name="T65" fmla="*/ 77 h 73"/>
                <a:gd name="T66" fmla="*/ 1346 w 620"/>
                <a:gd name="T67" fmla="*/ 35 h 73"/>
                <a:gd name="T68" fmla="*/ 1363 w 620"/>
                <a:gd name="T69" fmla="*/ 35 h 73"/>
                <a:gd name="T70" fmla="*/ 1376 w 620"/>
                <a:gd name="T71" fmla="*/ 93 h 73"/>
                <a:gd name="T72" fmla="*/ 4806 w 620"/>
                <a:gd name="T73" fmla="*/ 149 h 73"/>
                <a:gd name="T74" fmla="*/ 7873 w 620"/>
                <a:gd name="T75" fmla="*/ 579 h 73"/>
                <a:gd name="T76" fmla="*/ 7873 w 620"/>
                <a:gd name="T77" fmla="*/ 579 h 73"/>
                <a:gd name="T78" fmla="*/ 7893 w 620"/>
                <a:gd name="T79" fmla="*/ 545 h 73"/>
                <a:gd name="T80" fmla="*/ 5481 w 620"/>
                <a:gd name="T81" fmla="*/ 170 h 73"/>
                <a:gd name="T82" fmla="*/ 2692 w 620"/>
                <a:gd name="T83" fmla="*/ 0 h 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20" h="73">
                  <a:moveTo>
                    <a:pt x="596" y="44"/>
                  </a:moveTo>
                  <a:cubicBezTo>
                    <a:pt x="601" y="46"/>
                    <a:pt x="605" y="48"/>
                    <a:pt x="608" y="49"/>
                  </a:cubicBezTo>
                  <a:cubicBezTo>
                    <a:pt x="612" y="50"/>
                    <a:pt x="616" y="51"/>
                    <a:pt x="620" y="51"/>
                  </a:cubicBezTo>
                  <a:cubicBezTo>
                    <a:pt x="620" y="51"/>
                    <a:pt x="620" y="51"/>
                    <a:pt x="620" y="51"/>
                  </a:cubicBezTo>
                  <a:cubicBezTo>
                    <a:pt x="620" y="51"/>
                    <a:pt x="620" y="51"/>
                    <a:pt x="620" y="51"/>
                  </a:cubicBezTo>
                  <a:cubicBezTo>
                    <a:pt x="617" y="49"/>
                    <a:pt x="613" y="48"/>
                    <a:pt x="610" y="46"/>
                  </a:cubicBezTo>
                  <a:cubicBezTo>
                    <a:pt x="607" y="46"/>
                    <a:pt x="604" y="45"/>
                    <a:pt x="601" y="45"/>
                  </a:cubicBezTo>
                  <a:cubicBezTo>
                    <a:pt x="599" y="45"/>
                    <a:pt x="598" y="44"/>
                    <a:pt x="596" y="44"/>
                  </a:cubicBezTo>
                  <a:moveTo>
                    <a:pt x="528" y="33"/>
                  </a:moveTo>
                  <a:cubicBezTo>
                    <a:pt x="528" y="33"/>
                    <a:pt x="528" y="34"/>
                    <a:pt x="529" y="34"/>
                  </a:cubicBezTo>
                  <a:cubicBezTo>
                    <a:pt x="529" y="35"/>
                    <a:pt x="529" y="35"/>
                    <a:pt x="529" y="36"/>
                  </a:cubicBezTo>
                  <a:cubicBezTo>
                    <a:pt x="553" y="40"/>
                    <a:pt x="577" y="44"/>
                    <a:pt x="600" y="48"/>
                  </a:cubicBezTo>
                  <a:cubicBezTo>
                    <a:pt x="602" y="48"/>
                    <a:pt x="604" y="49"/>
                    <a:pt x="606" y="49"/>
                  </a:cubicBezTo>
                  <a:cubicBezTo>
                    <a:pt x="600" y="47"/>
                    <a:pt x="593" y="44"/>
                    <a:pt x="585" y="42"/>
                  </a:cubicBezTo>
                  <a:cubicBezTo>
                    <a:pt x="566" y="39"/>
                    <a:pt x="547" y="36"/>
                    <a:pt x="528" y="33"/>
                  </a:cubicBezTo>
                  <a:moveTo>
                    <a:pt x="24" y="30"/>
                  </a:moveTo>
                  <a:cubicBezTo>
                    <a:pt x="17" y="30"/>
                    <a:pt x="11" y="31"/>
                    <a:pt x="5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8" y="32"/>
                    <a:pt x="10" y="33"/>
                    <a:pt x="13" y="34"/>
                  </a:cubicBezTo>
                  <a:cubicBezTo>
                    <a:pt x="19" y="33"/>
                    <a:pt x="26" y="33"/>
                    <a:pt x="33" y="32"/>
                  </a:cubicBezTo>
                  <a:cubicBezTo>
                    <a:pt x="30" y="31"/>
                    <a:pt x="27" y="31"/>
                    <a:pt x="24" y="30"/>
                  </a:cubicBezTo>
                  <a:moveTo>
                    <a:pt x="509" y="30"/>
                  </a:moveTo>
                  <a:cubicBezTo>
                    <a:pt x="510" y="30"/>
                    <a:pt x="511" y="30"/>
                    <a:pt x="512" y="30"/>
                  </a:cubicBezTo>
                  <a:cubicBezTo>
                    <a:pt x="511" y="30"/>
                    <a:pt x="510" y="30"/>
                    <a:pt x="509" y="30"/>
                  </a:cubicBezTo>
                  <a:moveTo>
                    <a:pt x="65" y="27"/>
                  </a:moveTo>
                  <a:cubicBezTo>
                    <a:pt x="64" y="27"/>
                    <a:pt x="63" y="27"/>
                    <a:pt x="62" y="27"/>
                  </a:cubicBezTo>
                  <a:cubicBezTo>
                    <a:pt x="63" y="27"/>
                    <a:pt x="64" y="28"/>
                    <a:pt x="65" y="28"/>
                  </a:cubicBezTo>
                  <a:cubicBezTo>
                    <a:pt x="65" y="28"/>
                    <a:pt x="65" y="27"/>
                    <a:pt x="65" y="27"/>
                  </a:cubicBezTo>
                  <a:moveTo>
                    <a:pt x="172" y="24"/>
                  </a:moveTo>
                  <a:cubicBezTo>
                    <a:pt x="144" y="24"/>
                    <a:pt x="118" y="24"/>
                    <a:pt x="92" y="26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3" y="27"/>
                    <a:pt x="93" y="27"/>
                    <a:pt x="92" y="28"/>
                  </a:cubicBezTo>
                  <a:cubicBezTo>
                    <a:pt x="92" y="28"/>
                    <a:pt x="92" y="29"/>
                    <a:pt x="91" y="29"/>
                  </a:cubicBezTo>
                  <a:cubicBezTo>
                    <a:pt x="112" y="28"/>
                    <a:pt x="133" y="27"/>
                    <a:pt x="155" y="27"/>
                  </a:cubicBezTo>
                  <a:cubicBezTo>
                    <a:pt x="160" y="27"/>
                    <a:pt x="166" y="27"/>
                    <a:pt x="172" y="27"/>
                  </a:cubicBezTo>
                  <a:cubicBezTo>
                    <a:pt x="174" y="27"/>
                    <a:pt x="177" y="27"/>
                    <a:pt x="179" y="27"/>
                  </a:cubicBezTo>
                  <a:cubicBezTo>
                    <a:pt x="220" y="27"/>
                    <a:pt x="262" y="29"/>
                    <a:pt x="305" y="32"/>
                  </a:cubicBezTo>
                  <a:cubicBezTo>
                    <a:pt x="321" y="33"/>
                    <a:pt x="336" y="35"/>
                    <a:pt x="351" y="36"/>
                  </a:cubicBezTo>
                  <a:cubicBezTo>
                    <a:pt x="438" y="45"/>
                    <a:pt x="518" y="59"/>
                    <a:pt x="596" y="72"/>
                  </a:cubicBezTo>
                  <a:cubicBezTo>
                    <a:pt x="600" y="72"/>
                    <a:pt x="603" y="73"/>
                    <a:pt x="606" y="73"/>
                  </a:cubicBezTo>
                  <a:cubicBezTo>
                    <a:pt x="609" y="73"/>
                    <a:pt x="611" y="72"/>
                    <a:pt x="614" y="72"/>
                  </a:cubicBezTo>
                  <a:cubicBezTo>
                    <a:pt x="614" y="72"/>
                    <a:pt x="614" y="72"/>
                    <a:pt x="614" y="72"/>
                  </a:cubicBezTo>
                  <a:cubicBezTo>
                    <a:pt x="614" y="72"/>
                    <a:pt x="615" y="72"/>
                    <a:pt x="615" y="72"/>
                  </a:cubicBezTo>
                  <a:cubicBezTo>
                    <a:pt x="609" y="71"/>
                    <a:pt x="603" y="70"/>
                    <a:pt x="597" y="69"/>
                  </a:cubicBezTo>
                  <a:cubicBezTo>
                    <a:pt x="574" y="65"/>
                    <a:pt x="551" y="61"/>
                    <a:pt x="527" y="57"/>
                  </a:cubicBezTo>
                  <a:cubicBezTo>
                    <a:pt x="527" y="58"/>
                    <a:pt x="527" y="58"/>
                    <a:pt x="527" y="59"/>
                  </a:cubicBezTo>
                  <a:cubicBezTo>
                    <a:pt x="526" y="59"/>
                    <a:pt x="526" y="60"/>
                    <a:pt x="525" y="60"/>
                  </a:cubicBezTo>
                  <a:cubicBezTo>
                    <a:pt x="525" y="60"/>
                    <a:pt x="525" y="60"/>
                    <a:pt x="525" y="60"/>
                  </a:cubicBezTo>
                  <a:cubicBezTo>
                    <a:pt x="517" y="58"/>
                    <a:pt x="509" y="57"/>
                    <a:pt x="501" y="56"/>
                  </a:cubicBezTo>
                  <a:cubicBezTo>
                    <a:pt x="500" y="56"/>
                    <a:pt x="500" y="56"/>
                    <a:pt x="500" y="55"/>
                  </a:cubicBezTo>
                  <a:cubicBezTo>
                    <a:pt x="500" y="55"/>
                    <a:pt x="500" y="54"/>
                    <a:pt x="500" y="54"/>
                  </a:cubicBezTo>
                  <a:cubicBezTo>
                    <a:pt x="500" y="54"/>
                    <a:pt x="500" y="53"/>
                    <a:pt x="500" y="53"/>
                  </a:cubicBezTo>
                  <a:cubicBezTo>
                    <a:pt x="438" y="43"/>
                    <a:pt x="374" y="34"/>
                    <a:pt x="305" y="29"/>
                  </a:cubicBezTo>
                  <a:cubicBezTo>
                    <a:pt x="259" y="25"/>
                    <a:pt x="214" y="24"/>
                    <a:pt x="172" y="24"/>
                  </a:cubicBezTo>
                  <a:moveTo>
                    <a:pt x="172" y="0"/>
                  </a:moveTo>
                  <a:cubicBezTo>
                    <a:pt x="169" y="0"/>
                    <a:pt x="166" y="0"/>
                    <a:pt x="164" y="0"/>
                  </a:cubicBezTo>
                  <a:cubicBezTo>
                    <a:pt x="109" y="0"/>
                    <a:pt x="57" y="3"/>
                    <a:pt x="8" y="7"/>
                  </a:cubicBezTo>
                  <a:cubicBezTo>
                    <a:pt x="6" y="8"/>
                    <a:pt x="3" y="9"/>
                    <a:pt x="1" y="11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5" y="10"/>
                    <a:pt x="9" y="10"/>
                    <a:pt x="14" y="10"/>
                  </a:cubicBezTo>
                  <a:cubicBezTo>
                    <a:pt x="16" y="8"/>
                    <a:pt x="17" y="8"/>
                    <a:pt x="17" y="8"/>
                  </a:cubicBezTo>
                  <a:cubicBezTo>
                    <a:pt x="17" y="8"/>
                    <a:pt x="17" y="9"/>
                    <a:pt x="17" y="9"/>
                  </a:cubicBezTo>
                  <a:cubicBezTo>
                    <a:pt x="32" y="8"/>
                    <a:pt x="46" y="7"/>
                    <a:pt x="61" y="6"/>
                  </a:cubicBezTo>
                  <a:cubicBezTo>
                    <a:pt x="61" y="6"/>
                    <a:pt x="61" y="5"/>
                    <a:pt x="61" y="4"/>
                  </a:cubicBezTo>
                  <a:cubicBezTo>
                    <a:pt x="61" y="4"/>
                    <a:pt x="62" y="3"/>
                    <a:pt x="63" y="3"/>
                  </a:cubicBezTo>
                  <a:cubicBezTo>
                    <a:pt x="70" y="3"/>
                    <a:pt x="78" y="2"/>
                    <a:pt x="86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6" y="2"/>
                    <a:pt x="87" y="2"/>
                    <a:pt x="87" y="2"/>
                  </a:cubicBezTo>
                  <a:cubicBezTo>
                    <a:pt x="87" y="3"/>
                    <a:pt x="88" y="3"/>
                    <a:pt x="88" y="3"/>
                  </a:cubicBezTo>
                  <a:cubicBezTo>
                    <a:pt x="88" y="4"/>
                    <a:pt x="88" y="4"/>
                    <a:pt x="88" y="5"/>
                  </a:cubicBezTo>
                  <a:cubicBezTo>
                    <a:pt x="115" y="3"/>
                    <a:pt x="143" y="3"/>
                    <a:pt x="172" y="3"/>
                  </a:cubicBezTo>
                  <a:cubicBezTo>
                    <a:pt x="215" y="3"/>
                    <a:pt x="260" y="4"/>
                    <a:pt x="307" y="8"/>
                  </a:cubicBezTo>
                  <a:cubicBezTo>
                    <a:pt x="375" y="14"/>
                    <a:pt x="441" y="22"/>
                    <a:pt x="503" y="32"/>
                  </a:cubicBezTo>
                  <a:cubicBezTo>
                    <a:pt x="503" y="32"/>
                    <a:pt x="503" y="31"/>
                    <a:pt x="503" y="31"/>
                  </a:cubicBezTo>
                  <a:cubicBezTo>
                    <a:pt x="504" y="31"/>
                    <a:pt x="504" y="31"/>
                    <a:pt x="504" y="31"/>
                  </a:cubicBezTo>
                  <a:cubicBezTo>
                    <a:pt x="503" y="31"/>
                    <a:pt x="503" y="31"/>
                    <a:pt x="503" y="31"/>
                  </a:cubicBezTo>
                  <a:cubicBezTo>
                    <a:pt x="502" y="30"/>
                    <a:pt x="503" y="30"/>
                    <a:pt x="503" y="30"/>
                  </a:cubicBezTo>
                  <a:cubicBezTo>
                    <a:pt x="503" y="29"/>
                    <a:pt x="504" y="29"/>
                    <a:pt x="504" y="29"/>
                  </a:cubicBezTo>
                  <a:cubicBezTo>
                    <a:pt x="504" y="29"/>
                    <a:pt x="504" y="29"/>
                    <a:pt x="504" y="29"/>
                  </a:cubicBezTo>
                  <a:cubicBezTo>
                    <a:pt x="455" y="22"/>
                    <a:pt x="404" y="14"/>
                    <a:pt x="350" y="9"/>
                  </a:cubicBezTo>
                  <a:cubicBezTo>
                    <a:pt x="336" y="8"/>
                    <a:pt x="322" y="6"/>
                    <a:pt x="307" y="5"/>
                  </a:cubicBezTo>
                  <a:cubicBezTo>
                    <a:pt x="260" y="1"/>
                    <a:pt x="215" y="0"/>
                    <a:pt x="172" y="0"/>
                  </a:cubicBezTo>
                </a:path>
              </a:pathLst>
            </a:custGeom>
            <a:solidFill>
              <a:srgbClr val="A0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2" name="Freeform 91">
              <a:extLst>
                <a:ext uri="{FF2B5EF4-FFF2-40B4-BE49-F238E27FC236}">
                  <a16:creationId xmlns:a16="http://schemas.microsoft.com/office/drawing/2014/main" id="{6EF8C2E6-5DC9-4856-AE98-1FF740E31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056"/>
              <a:ext cx="63" cy="59"/>
            </a:xfrm>
            <a:custGeom>
              <a:avLst/>
              <a:gdLst>
                <a:gd name="T0" fmla="*/ 318 w 25"/>
                <a:gd name="T1" fmla="*/ 0 h 22"/>
                <a:gd name="T2" fmla="*/ 0 w 25"/>
                <a:gd name="T3" fmla="*/ 21 h 22"/>
                <a:gd name="T4" fmla="*/ 0 w 25"/>
                <a:gd name="T5" fmla="*/ 56 h 22"/>
                <a:gd name="T6" fmla="*/ 63 w 25"/>
                <a:gd name="T7" fmla="*/ 424 h 22"/>
                <a:gd name="T8" fmla="*/ 96 w 25"/>
                <a:gd name="T9" fmla="*/ 424 h 22"/>
                <a:gd name="T10" fmla="*/ 401 w 25"/>
                <a:gd name="T11" fmla="*/ 402 h 22"/>
                <a:gd name="T12" fmla="*/ 318 w 25"/>
                <a:gd name="T13" fmla="*/ 21 h 22"/>
                <a:gd name="T14" fmla="*/ 318 w 25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2">
                  <a:moveTo>
                    <a:pt x="20" y="0"/>
                  </a:moveTo>
                  <a:cubicBezTo>
                    <a:pt x="14" y="0"/>
                    <a:pt x="7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10"/>
                    <a:pt x="1" y="16"/>
                    <a:pt x="4" y="22"/>
                  </a:cubicBezTo>
                  <a:cubicBezTo>
                    <a:pt x="5" y="22"/>
                    <a:pt x="5" y="22"/>
                    <a:pt x="6" y="22"/>
                  </a:cubicBezTo>
                  <a:cubicBezTo>
                    <a:pt x="12" y="21"/>
                    <a:pt x="18" y="21"/>
                    <a:pt x="25" y="21"/>
                  </a:cubicBezTo>
                  <a:cubicBezTo>
                    <a:pt x="22" y="15"/>
                    <a:pt x="20" y="8"/>
                    <a:pt x="20" y="1"/>
                  </a:cubicBezTo>
                  <a:cubicBezTo>
                    <a:pt x="20" y="1"/>
                    <a:pt x="20" y="0"/>
                    <a:pt x="20" y="0"/>
                  </a:cubicBezTo>
                </a:path>
              </a:pathLst>
            </a:custGeom>
            <a:solidFill>
              <a:srgbClr val="94A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3" name="Freeform 92">
              <a:extLst>
                <a:ext uri="{FF2B5EF4-FFF2-40B4-BE49-F238E27FC236}">
                  <a16:creationId xmlns:a16="http://schemas.microsoft.com/office/drawing/2014/main" id="{58D5763E-BF73-419D-B07D-BAC5C4CE3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12"/>
              <a:ext cx="48" cy="3"/>
            </a:xfrm>
            <a:custGeom>
              <a:avLst/>
              <a:gdLst>
                <a:gd name="T0" fmla="*/ 306 w 19"/>
                <a:gd name="T1" fmla="*/ 0 h 1"/>
                <a:gd name="T2" fmla="*/ 0 w 19"/>
                <a:gd name="T3" fmla="*/ 27 h 1"/>
                <a:gd name="T4" fmla="*/ 306 w 19"/>
                <a:gd name="T5" fmla="*/ 0 h 1"/>
                <a:gd name="T6" fmla="*/ 306 w 1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">
                  <a:moveTo>
                    <a:pt x="19" y="0"/>
                  </a:moveTo>
                  <a:cubicBezTo>
                    <a:pt x="12" y="0"/>
                    <a:pt x="6" y="0"/>
                    <a:pt x="0" y="1"/>
                  </a:cubicBezTo>
                  <a:cubicBezTo>
                    <a:pt x="6" y="0"/>
                    <a:pt x="12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rgbClr val="A0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4" name="Freeform 93">
              <a:extLst>
                <a:ext uri="{FF2B5EF4-FFF2-40B4-BE49-F238E27FC236}">
                  <a16:creationId xmlns:a16="http://schemas.microsoft.com/office/drawing/2014/main" id="{B4D62BEB-C541-459B-BF5F-B0774838F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128"/>
              <a:ext cx="50" cy="19"/>
            </a:xfrm>
            <a:custGeom>
              <a:avLst/>
              <a:gdLst>
                <a:gd name="T0" fmla="*/ 0 w 20"/>
                <a:gd name="T1" fmla="*/ 0 h 7"/>
                <a:gd name="T2" fmla="*/ 0 w 20"/>
                <a:gd name="T3" fmla="*/ 81 h 7"/>
                <a:gd name="T4" fmla="*/ 0 w 20"/>
                <a:gd name="T5" fmla="*/ 81 h 7"/>
                <a:gd name="T6" fmla="*/ 313 w 20"/>
                <a:gd name="T7" fmla="*/ 141 h 7"/>
                <a:gd name="T8" fmla="*/ 313 w 20"/>
                <a:gd name="T9" fmla="*/ 81 h 7"/>
                <a:gd name="T10" fmla="*/ 50 w 20"/>
                <a:gd name="T11" fmla="*/ 22 h 7"/>
                <a:gd name="T12" fmla="*/ 0 w 20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7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5"/>
                    <a:pt x="13" y="6"/>
                    <a:pt x="20" y="7"/>
                  </a:cubicBezTo>
                  <a:cubicBezTo>
                    <a:pt x="20" y="6"/>
                    <a:pt x="20" y="5"/>
                    <a:pt x="20" y="4"/>
                  </a:cubicBezTo>
                  <a:cubicBezTo>
                    <a:pt x="14" y="3"/>
                    <a:pt x="9" y="2"/>
                    <a:pt x="3" y="1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94A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5" name="Freeform 94">
              <a:extLst>
                <a:ext uri="{FF2B5EF4-FFF2-40B4-BE49-F238E27FC236}">
                  <a16:creationId xmlns:a16="http://schemas.microsoft.com/office/drawing/2014/main" id="{ACBB0EAC-760E-477E-B33B-F6F71A21B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128"/>
              <a:ext cx="7" cy="3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37 w 3"/>
                <a:gd name="T5" fmla="*/ 27 h 1"/>
                <a:gd name="T6" fmla="*/ 0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A0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6" name="Freeform 95">
              <a:extLst>
                <a:ext uri="{FF2B5EF4-FFF2-40B4-BE49-F238E27FC236}">
                  <a16:creationId xmlns:a16="http://schemas.microsoft.com/office/drawing/2014/main" id="{CFEC5228-1C75-4B68-9C26-9309C74C9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147"/>
              <a:ext cx="58" cy="48"/>
            </a:xfrm>
            <a:custGeom>
              <a:avLst/>
              <a:gdLst>
                <a:gd name="T0" fmla="*/ 50 w 23"/>
                <a:gd name="T1" fmla="*/ 0 h 18"/>
                <a:gd name="T2" fmla="*/ 0 w 23"/>
                <a:gd name="T3" fmla="*/ 264 h 18"/>
                <a:gd name="T4" fmla="*/ 338 w 23"/>
                <a:gd name="T5" fmla="*/ 341 h 18"/>
                <a:gd name="T6" fmla="*/ 368 w 23"/>
                <a:gd name="T7" fmla="*/ 56 h 18"/>
                <a:gd name="T8" fmla="*/ 50 w 23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3" y="0"/>
                  </a:moveTo>
                  <a:cubicBezTo>
                    <a:pt x="2" y="5"/>
                    <a:pt x="1" y="10"/>
                    <a:pt x="0" y="14"/>
                  </a:cubicBezTo>
                  <a:cubicBezTo>
                    <a:pt x="7" y="15"/>
                    <a:pt x="14" y="16"/>
                    <a:pt x="21" y="18"/>
                  </a:cubicBezTo>
                  <a:cubicBezTo>
                    <a:pt x="22" y="14"/>
                    <a:pt x="23" y="9"/>
                    <a:pt x="23" y="3"/>
                  </a:cubicBezTo>
                  <a:cubicBezTo>
                    <a:pt x="16" y="2"/>
                    <a:pt x="10" y="1"/>
                    <a:pt x="3" y="0"/>
                  </a:cubicBezTo>
                </a:path>
              </a:pathLst>
            </a:custGeom>
            <a:solidFill>
              <a:srgbClr val="94A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7" name="Freeform 96">
              <a:extLst>
                <a:ext uri="{FF2B5EF4-FFF2-40B4-BE49-F238E27FC236}">
                  <a16:creationId xmlns:a16="http://schemas.microsoft.com/office/drawing/2014/main" id="{ED6F7F68-8FA4-4FD0-B000-F70E528BF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184"/>
              <a:ext cx="53" cy="11"/>
            </a:xfrm>
            <a:custGeom>
              <a:avLst/>
              <a:gdLst>
                <a:gd name="T0" fmla="*/ 0 w 21"/>
                <a:gd name="T1" fmla="*/ 0 h 4"/>
                <a:gd name="T2" fmla="*/ 0 w 21"/>
                <a:gd name="T3" fmla="*/ 0 h 4"/>
                <a:gd name="T4" fmla="*/ 338 w 21"/>
                <a:gd name="T5" fmla="*/ 83 h 4"/>
                <a:gd name="T6" fmla="*/ 338 w 21"/>
                <a:gd name="T7" fmla="*/ 83 h 4"/>
                <a:gd name="T8" fmla="*/ 0 w 21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14" y="2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4" y="2"/>
                    <a:pt x="7" y="1"/>
                    <a:pt x="0" y="0"/>
                  </a:cubicBezTo>
                </a:path>
              </a:pathLst>
            </a:custGeom>
            <a:solidFill>
              <a:srgbClr val="A0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8" name="Freeform 97">
              <a:extLst>
                <a:ext uri="{FF2B5EF4-FFF2-40B4-BE49-F238E27FC236}">
                  <a16:creationId xmlns:a16="http://schemas.microsoft.com/office/drawing/2014/main" id="{352B51A9-24D2-48D4-8EC9-4F5C2CB608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2" y="2072"/>
              <a:ext cx="803" cy="125"/>
            </a:xfrm>
            <a:custGeom>
              <a:avLst/>
              <a:gdLst>
                <a:gd name="T0" fmla="*/ 3567 w 321"/>
                <a:gd name="T1" fmla="*/ 545 h 47"/>
                <a:gd name="T2" fmla="*/ 3567 w 321"/>
                <a:gd name="T3" fmla="*/ 580 h 47"/>
                <a:gd name="T4" fmla="*/ 3567 w 321"/>
                <a:gd name="T5" fmla="*/ 601 h 47"/>
                <a:gd name="T6" fmla="*/ 4618 w 321"/>
                <a:gd name="T7" fmla="*/ 806 h 47"/>
                <a:gd name="T8" fmla="*/ 5026 w 321"/>
                <a:gd name="T9" fmla="*/ 883 h 47"/>
                <a:gd name="T10" fmla="*/ 5026 w 321"/>
                <a:gd name="T11" fmla="*/ 827 h 47"/>
                <a:gd name="T12" fmla="*/ 4618 w 321"/>
                <a:gd name="T13" fmla="*/ 750 h 47"/>
                <a:gd name="T14" fmla="*/ 3567 w 321"/>
                <a:gd name="T15" fmla="*/ 545 h 47"/>
                <a:gd name="T16" fmla="*/ 3209 w 321"/>
                <a:gd name="T17" fmla="*/ 468 h 47"/>
                <a:gd name="T18" fmla="*/ 3209 w 321"/>
                <a:gd name="T19" fmla="*/ 524 h 47"/>
                <a:gd name="T20" fmla="*/ 3522 w 321"/>
                <a:gd name="T21" fmla="*/ 580 h 47"/>
                <a:gd name="T22" fmla="*/ 3522 w 321"/>
                <a:gd name="T23" fmla="*/ 580 h 47"/>
                <a:gd name="T24" fmla="*/ 3522 w 321"/>
                <a:gd name="T25" fmla="*/ 524 h 47"/>
                <a:gd name="T26" fmla="*/ 3209 w 321"/>
                <a:gd name="T27" fmla="*/ 468 h 47"/>
                <a:gd name="T28" fmla="*/ 33 w 321"/>
                <a:gd name="T29" fmla="*/ 0 h 47"/>
                <a:gd name="T30" fmla="*/ 0 w 321"/>
                <a:gd name="T31" fmla="*/ 21 h 47"/>
                <a:gd name="T32" fmla="*/ 20 w 321"/>
                <a:gd name="T33" fmla="*/ 56 h 47"/>
                <a:gd name="T34" fmla="*/ 20 w 321"/>
                <a:gd name="T35" fmla="*/ 56 h 47"/>
                <a:gd name="T36" fmla="*/ 3159 w 321"/>
                <a:gd name="T37" fmla="*/ 524 h 47"/>
                <a:gd name="T38" fmla="*/ 3159 w 321"/>
                <a:gd name="T39" fmla="*/ 468 h 47"/>
                <a:gd name="T40" fmla="*/ 3159 w 321"/>
                <a:gd name="T41" fmla="*/ 468 h 47"/>
                <a:gd name="T42" fmla="*/ 125 w 321"/>
                <a:gd name="T43" fmla="*/ 21 h 47"/>
                <a:gd name="T44" fmla="*/ 33 w 321"/>
                <a:gd name="T45" fmla="*/ 0 h 47"/>
                <a:gd name="T46" fmla="*/ 33 w 321"/>
                <a:gd name="T47" fmla="*/ 0 h 4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21" h="47">
                  <a:moveTo>
                    <a:pt x="228" y="29"/>
                  </a:moveTo>
                  <a:cubicBezTo>
                    <a:pt x="228" y="30"/>
                    <a:pt x="228" y="30"/>
                    <a:pt x="228" y="31"/>
                  </a:cubicBezTo>
                  <a:cubicBezTo>
                    <a:pt x="228" y="31"/>
                    <a:pt x="228" y="32"/>
                    <a:pt x="228" y="32"/>
                  </a:cubicBezTo>
                  <a:cubicBezTo>
                    <a:pt x="251" y="36"/>
                    <a:pt x="273" y="39"/>
                    <a:pt x="295" y="43"/>
                  </a:cubicBezTo>
                  <a:cubicBezTo>
                    <a:pt x="304" y="44"/>
                    <a:pt x="312" y="46"/>
                    <a:pt x="321" y="47"/>
                  </a:cubicBezTo>
                  <a:cubicBezTo>
                    <a:pt x="321" y="46"/>
                    <a:pt x="321" y="45"/>
                    <a:pt x="321" y="44"/>
                  </a:cubicBezTo>
                  <a:cubicBezTo>
                    <a:pt x="312" y="43"/>
                    <a:pt x="304" y="41"/>
                    <a:pt x="295" y="40"/>
                  </a:cubicBezTo>
                  <a:cubicBezTo>
                    <a:pt x="273" y="36"/>
                    <a:pt x="251" y="33"/>
                    <a:pt x="228" y="29"/>
                  </a:cubicBezTo>
                  <a:moveTo>
                    <a:pt x="205" y="25"/>
                  </a:moveTo>
                  <a:cubicBezTo>
                    <a:pt x="205" y="26"/>
                    <a:pt x="205" y="27"/>
                    <a:pt x="205" y="28"/>
                  </a:cubicBezTo>
                  <a:cubicBezTo>
                    <a:pt x="212" y="29"/>
                    <a:pt x="218" y="30"/>
                    <a:pt x="225" y="31"/>
                  </a:cubicBezTo>
                  <a:cubicBezTo>
                    <a:pt x="225" y="31"/>
                    <a:pt x="225" y="31"/>
                    <a:pt x="225" y="31"/>
                  </a:cubicBezTo>
                  <a:cubicBezTo>
                    <a:pt x="225" y="30"/>
                    <a:pt x="225" y="29"/>
                    <a:pt x="225" y="28"/>
                  </a:cubicBezTo>
                  <a:cubicBezTo>
                    <a:pt x="218" y="27"/>
                    <a:pt x="212" y="26"/>
                    <a:pt x="205" y="25"/>
                  </a:cubicBezTo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71" y="9"/>
                    <a:pt x="139" y="18"/>
                    <a:pt x="202" y="28"/>
                  </a:cubicBezTo>
                  <a:cubicBezTo>
                    <a:pt x="202" y="27"/>
                    <a:pt x="202" y="26"/>
                    <a:pt x="202" y="25"/>
                  </a:cubicBezTo>
                  <a:cubicBezTo>
                    <a:pt x="202" y="25"/>
                    <a:pt x="202" y="25"/>
                    <a:pt x="202" y="25"/>
                  </a:cubicBezTo>
                  <a:cubicBezTo>
                    <a:pt x="141" y="15"/>
                    <a:pt x="76" y="6"/>
                    <a:pt x="8" y="1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F1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9" name="Freeform 98">
              <a:extLst>
                <a:ext uri="{FF2B5EF4-FFF2-40B4-BE49-F238E27FC236}">
                  <a16:creationId xmlns:a16="http://schemas.microsoft.com/office/drawing/2014/main" id="{A5AB9D04-592F-43BA-8F33-F4BD0C9992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2" y="2048"/>
              <a:ext cx="80" cy="75"/>
            </a:xfrm>
            <a:custGeom>
              <a:avLst/>
              <a:gdLst>
                <a:gd name="T0" fmla="*/ 470 w 32"/>
                <a:gd name="T1" fmla="*/ 479 h 28"/>
                <a:gd name="T2" fmla="*/ 470 w 32"/>
                <a:gd name="T3" fmla="*/ 479 h 28"/>
                <a:gd name="T4" fmla="*/ 470 w 32"/>
                <a:gd name="T5" fmla="*/ 458 h 28"/>
                <a:gd name="T6" fmla="*/ 470 w 32"/>
                <a:gd name="T7" fmla="*/ 479 h 28"/>
                <a:gd name="T8" fmla="*/ 488 w 32"/>
                <a:gd name="T9" fmla="*/ 458 h 28"/>
                <a:gd name="T10" fmla="*/ 470 w 32"/>
                <a:gd name="T11" fmla="*/ 479 h 28"/>
                <a:gd name="T12" fmla="*/ 50 w 32"/>
                <a:gd name="T13" fmla="*/ 78 h 28"/>
                <a:gd name="T14" fmla="*/ 363 w 32"/>
                <a:gd name="T15" fmla="*/ 56 h 28"/>
                <a:gd name="T16" fmla="*/ 363 w 32"/>
                <a:gd name="T17" fmla="*/ 78 h 28"/>
                <a:gd name="T18" fmla="*/ 438 w 32"/>
                <a:gd name="T19" fmla="*/ 458 h 28"/>
                <a:gd name="T20" fmla="*/ 438 w 32"/>
                <a:gd name="T21" fmla="*/ 458 h 28"/>
                <a:gd name="T22" fmla="*/ 145 w 32"/>
                <a:gd name="T23" fmla="*/ 479 h 28"/>
                <a:gd name="T24" fmla="*/ 113 w 32"/>
                <a:gd name="T25" fmla="*/ 479 h 28"/>
                <a:gd name="T26" fmla="*/ 50 w 32"/>
                <a:gd name="T27" fmla="*/ 115 h 28"/>
                <a:gd name="T28" fmla="*/ 50 w 32"/>
                <a:gd name="T29" fmla="*/ 78 h 28"/>
                <a:gd name="T30" fmla="*/ 395 w 32"/>
                <a:gd name="T31" fmla="*/ 0 h 28"/>
                <a:gd name="T32" fmla="*/ 395 w 32"/>
                <a:gd name="T33" fmla="*/ 0 h 28"/>
                <a:gd name="T34" fmla="*/ 33 w 32"/>
                <a:gd name="T35" fmla="*/ 21 h 28"/>
                <a:gd name="T36" fmla="*/ 0 w 32"/>
                <a:gd name="T37" fmla="*/ 35 h 28"/>
                <a:gd name="T38" fmla="*/ 0 w 32"/>
                <a:gd name="T39" fmla="*/ 78 h 28"/>
                <a:gd name="T40" fmla="*/ 0 w 32"/>
                <a:gd name="T41" fmla="*/ 115 h 28"/>
                <a:gd name="T42" fmla="*/ 0 w 32"/>
                <a:gd name="T43" fmla="*/ 137 h 28"/>
                <a:gd name="T44" fmla="*/ 0 w 32"/>
                <a:gd name="T45" fmla="*/ 193 h 28"/>
                <a:gd name="T46" fmla="*/ 63 w 32"/>
                <a:gd name="T47" fmla="*/ 479 h 28"/>
                <a:gd name="T48" fmla="*/ 63 w 32"/>
                <a:gd name="T49" fmla="*/ 504 h 28"/>
                <a:gd name="T50" fmla="*/ 175 w 32"/>
                <a:gd name="T51" fmla="*/ 538 h 28"/>
                <a:gd name="T52" fmla="*/ 250 w 32"/>
                <a:gd name="T53" fmla="*/ 517 h 28"/>
                <a:gd name="T54" fmla="*/ 470 w 32"/>
                <a:gd name="T55" fmla="*/ 517 h 28"/>
                <a:gd name="T56" fmla="*/ 470 w 32"/>
                <a:gd name="T57" fmla="*/ 517 h 28"/>
                <a:gd name="T58" fmla="*/ 488 w 32"/>
                <a:gd name="T59" fmla="*/ 504 h 28"/>
                <a:gd name="T60" fmla="*/ 488 w 32"/>
                <a:gd name="T61" fmla="*/ 458 h 28"/>
                <a:gd name="T62" fmla="*/ 488 w 32"/>
                <a:gd name="T63" fmla="*/ 458 h 28"/>
                <a:gd name="T64" fmla="*/ 488 w 32"/>
                <a:gd name="T65" fmla="*/ 458 h 28"/>
                <a:gd name="T66" fmla="*/ 425 w 32"/>
                <a:gd name="T67" fmla="*/ 171 h 28"/>
                <a:gd name="T68" fmla="*/ 425 w 32"/>
                <a:gd name="T69" fmla="*/ 115 h 28"/>
                <a:gd name="T70" fmla="*/ 408 w 32"/>
                <a:gd name="T71" fmla="*/ 78 h 28"/>
                <a:gd name="T72" fmla="*/ 425 w 32"/>
                <a:gd name="T73" fmla="*/ 56 h 28"/>
                <a:gd name="T74" fmla="*/ 425 w 32"/>
                <a:gd name="T75" fmla="*/ 21 h 28"/>
                <a:gd name="T76" fmla="*/ 408 w 32"/>
                <a:gd name="T77" fmla="*/ 0 h 28"/>
                <a:gd name="T78" fmla="*/ 395 w 32"/>
                <a:gd name="T79" fmla="*/ 0 h 2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2" h="28">
                  <a:moveTo>
                    <a:pt x="30" y="25"/>
                  </a:move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0" y="25"/>
                    <a:pt x="30" y="25"/>
                    <a:pt x="30" y="25"/>
                  </a:cubicBezTo>
                  <a:moveTo>
                    <a:pt x="3" y="4"/>
                  </a:moveTo>
                  <a:cubicBezTo>
                    <a:pt x="10" y="4"/>
                    <a:pt x="17" y="3"/>
                    <a:pt x="23" y="3"/>
                  </a:cubicBezTo>
                  <a:cubicBezTo>
                    <a:pt x="23" y="3"/>
                    <a:pt x="23" y="4"/>
                    <a:pt x="23" y="4"/>
                  </a:cubicBezTo>
                  <a:cubicBezTo>
                    <a:pt x="23" y="11"/>
                    <a:pt x="25" y="18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1" y="24"/>
                    <a:pt x="15" y="24"/>
                    <a:pt x="9" y="25"/>
                  </a:cubicBezTo>
                  <a:cubicBezTo>
                    <a:pt x="8" y="25"/>
                    <a:pt x="8" y="25"/>
                    <a:pt x="7" y="25"/>
                  </a:cubicBezTo>
                  <a:cubicBezTo>
                    <a:pt x="4" y="19"/>
                    <a:pt x="3" y="13"/>
                    <a:pt x="3" y="6"/>
                  </a:cubicBezTo>
                  <a:cubicBezTo>
                    <a:pt x="3" y="5"/>
                    <a:pt x="3" y="5"/>
                    <a:pt x="3" y="4"/>
                  </a:cubicBezTo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7" y="0"/>
                    <a:pt x="9" y="1"/>
                    <a:pt x="2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1" y="15"/>
                    <a:pt x="2" y="21"/>
                    <a:pt x="4" y="25"/>
                  </a:cubicBezTo>
                  <a:cubicBezTo>
                    <a:pt x="4" y="25"/>
                    <a:pt x="4" y="26"/>
                    <a:pt x="4" y="26"/>
                  </a:cubicBezTo>
                  <a:cubicBezTo>
                    <a:pt x="7" y="27"/>
                    <a:pt x="9" y="27"/>
                    <a:pt x="11" y="28"/>
                  </a:cubicBezTo>
                  <a:cubicBezTo>
                    <a:pt x="13" y="28"/>
                    <a:pt x="15" y="27"/>
                    <a:pt x="16" y="27"/>
                  </a:cubicBezTo>
                  <a:cubicBezTo>
                    <a:pt x="21" y="27"/>
                    <a:pt x="25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1" y="27"/>
                    <a:pt x="31" y="26"/>
                    <a:pt x="31" y="26"/>
                  </a:cubicBezTo>
                  <a:cubicBezTo>
                    <a:pt x="32" y="25"/>
                    <a:pt x="32" y="25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29" y="19"/>
                    <a:pt x="27" y="14"/>
                    <a:pt x="27" y="9"/>
                  </a:cubicBezTo>
                  <a:cubicBezTo>
                    <a:pt x="27" y="8"/>
                    <a:pt x="27" y="7"/>
                    <a:pt x="27" y="6"/>
                  </a:cubicBezTo>
                  <a:cubicBezTo>
                    <a:pt x="27" y="5"/>
                    <a:pt x="26" y="5"/>
                    <a:pt x="26" y="4"/>
                  </a:cubicBezTo>
                  <a:cubicBezTo>
                    <a:pt x="26" y="4"/>
                    <a:pt x="26" y="3"/>
                    <a:pt x="27" y="3"/>
                  </a:cubicBezTo>
                  <a:cubicBezTo>
                    <a:pt x="27" y="2"/>
                    <a:pt x="27" y="2"/>
                    <a:pt x="27" y="1"/>
                  </a:cubicBezTo>
                  <a:cubicBezTo>
                    <a:pt x="27" y="1"/>
                    <a:pt x="26" y="1"/>
                    <a:pt x="26" y="0"/>
                  </a:cubicBezTo>
                  <a:cubicBezTo>
                    <a:pt x="26" y="0"/>
                    <a:pt x="25" y="0"/>
                    <a:pt x="25" y="0"/>
                  </a:cubicBezTo>
                </a:path>
              </a:pathLst>
            </a:custGeom>
            <a:solidFill>
              <a:srgbClr val="A0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0" name="Freeform 99">
              <a:extLst>
                <a:ext uri="{FF2B5EF4-FFF2-40B4-BE49-F238E27FC236}">
                  <a16:creationId xmlns:a16="http://schemas.microsoft.com/office/drawing/2014/main" id="{4A5B04AB-071F-44E5-84D0-5187741FAA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0" y="2120"/>
              <a:ext cx="72" cy="83"/>
            </a:xfrm>
            <a:custGeom>
              <a:avLst/>
              <a:gdLst>
                <a:gd name="T0" fmla="*/ 92 w 29"/>
                <a:gd name="T1" fmla="*/ 56 h 31"/>
                <a:gd name="T2" fmla="*/ 92 w 29"/>
                <a:gd name="T3" fmla="*/ 56 h 31"/>
                <a:gd name="T4" fmla="*/ 137 w 29"/>
                <a:gd name="T5" fmla="*/ 78 h 31"/>
                <a:gd name="T6" fmla="*/ 400 w 29"/>
                <a:gd name="T7" fmla="*/ 137 h 31"/>
                <a:gd name="T8" fmla="*/ 400 w 29"/>
                <a:gd name="T9" fmla="*/ 193 h 31"/>
                <a:gd name="T10" fmla="*/ 400 w 29"/>
                <a:gd name="T11" fmla="*/ 252 h 31"/>
                <a:gd name="T12" fmla="*/ 400 w 29"/>
                <a:gd name="T13" fmla="*/ 252 h 31"/>
                <a:gd name="T14" fmla="*/ 370 w 29"/>
                <a:gd name="T15" fmla="*/ 538 h 31"/>
                <a:gd name="T16" fmla="*/ 370 w 29"/>
                <a:gd name="T17" fmla="*/ 538 h 31"/>
                <a:gd name="T18" fmla="*/ 42 w 29"/>
                <a:gd name="T19" fmla="*/ 458 h 31"/>
                <a:gd name="T20" fmla="*/ 42 w 29"/>
                <a:gd name="T21" fmla="*/ 458 h 31"/>
                <a:gd name="T22" fmla="*/ 92 w 29"/>
                <a:gd name="T23" fmla="*/ 193 h 31"/>
                <a:gd name="T24" fmla="*/ 92 w 29"/>
                <a:gd name="T25" fmla="*/ 137 h 31"/>
                <a:gd name="T26" fmla="*/ 92 w 29"/>
                <a:gd name="T27" fmla="*/ 137 h 31"/>
                <a:gd name="T28" fmla="*/ 92 w 29"/>
                <a:gd name="T29" fmla="*/ 56 h 31"/>
                <a:gd name="T30" fmla="*/ 62 w 29"/>
                <a:gd name="T31" fmla="*/ 56 h 31"/>
                <a:gd name="T32" fmla="*/ 62 w 29"/>
                <a:gd name="T33" fmla="*/ 35 h 31"/>
                <a:gd name="T34" fmla="*/ 62 w 29"/>
                <a:gd name="T35" fmla="*/ 56 h 31"/>
                <a:gd name="T36" fmla="*/ 62 w 29"/>
                <a:gd name="T37" fmla="*/ 0 h 31"/>
                <a:gd name="T38" fmla="*/ 42 w 29"/>
                <a:gd name="T39" fmla="*/ 21 h 31"/>
                <a:gd name="T40" fmla="*/ 42 w 29"/>
                <a:gd name="T41" fmla="*/ 35 h 31"/>
                <a:gd name="T42" fmla="*/ 62 w 29"/>
                <a:gd name="T43" fmla="*/ 35 h 31"/>
                <a:gd name="T44" fmla="*/ 42 w 29"/>
                <a:gd name="T45" fmla="*/ 35 h 31"/>
                <a:gd name="T46" fmla="*/ 42 w 29"/>
                <a:gd name="T47" fmla="*/ 56 h 31"/>
                <a:gd name="T48" fmla="*/ 42 w 29"/>
                <a:gd name="T49" fmla="*/ 137 h 31"/>
                <a:gd name="T50" fmla="*/ 42 w 29"/>
                <a:gd name="T51" fmla="*/ 137 h 31"/>
                <a:gd name="T52" fmla="*/ 42 w 29"/>
                <a:gd name="T53" fmla="*/ 193 h 31"/>
                <a:gd name="T54" fmla="*/ 0 w 29"/>
                <a:gd name="T55" fmla="*/ 458 h 31"/>
                <a:gd name="T56" fmla="*/ 0 w 29"/>
                <a:gd name="T57" fmla="*/ 479 h 31"/>
                <a:gd name="T58" fmla="*/ 0 w 29"/>
                <a:gd name="T59" fmla="*/ 501 h 31"/>
                <a:gd name="T60" fmla="*/ 12 w 29"/>
                <a:gd name="T61" fmla="*/ 517 h 31"/>
                <a:gd name="T62" fmla="*/ 382 w 29"/>
                <a:gd name="T63" fmla="*/ 594 h 31"/>
                <a:gd name="T64" fmla="*/ 382 w 29"/>
                <a:gd name="T65" fmla="*/ 594 h 31"/>
                <a:gd name="T66" fmla="*/ 412 w 29"/>
                <a:gd name="T67" fmla="*/ 573 h 31"/>
                <a:gd name="T68" fmla="*/ 412 w 29"/>
                <a:gd name="T69" fmla="*/ 538 h 31"/>
                <a:gd name="T70" fmla="*/ 444 w 29"/>
                <a:gd name="T71" fmla="*/ 265 h 31"/>
                <a:gd name="T72" fmla="*/ 444 w 29"/>
                <a:gd name="T73" fmla="*/ 252 h 31"/>
                <a:gd name="T74" fmla="*/ 444 w 29"/>
                <a:gd name="T75" fmla="*/ 209 h 31"/>
                <a:gd name="T76" fmla="*/ 444 w 29"/>
                <a:gd name="T77" fmla="*/ 137 h 31"/>
                <a:gd name="T78" fmla="*/ 444 w 29"/>
                <a:gd name="T79" fmla="*/ 94 h 31"/>
                <a:gd name="T80" fmla="*/ 432 w 29"/>
                <a:gd name="T81" fmla="*/ 78 h 31"/>
                <a:gd name="T82" fmla="*/ 412 w 29"/>
                <a:gd name="T83" fmla="*/ 78 h 31"/>
                <a:gd name="T84" fmla="*/ 184 w 29"/>
                <a:gd name="T85" fmla="*/ 21 h 31"/>
                <a:gd name="T86" fmla="*/ 137 w 29"/>
                <a:gd name="T87" fmla="*/ 21 h 31"/>
                <a:gd name="T88" fmla="*/ 62 w 29"/>
                <a:gd name="T89" fmla="*/ 0 h 31"/>
                <a:gd name="T90" fmla="*/ 62 w 29"/>
                <a:gd name="T91" fmla="*/ 0 h 31"/>
                <a:gd name="T92" fmla="*/ 62 w 29"/>
                <a:gd name="T93" fmla="*/ 0 h 3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9" h="31">
                  <a:moveTo>
                    <a:pt x="6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15" y="5"/>
                    <a:pt x="20" y="6"/>
                    <a:pt x="26" y="7"/>
                  </a:cubicBezTo>
                  <a:cubicBezTo>
                    <a:pt x="26" y="8"/>
                    <a:pt x="26" y="9"/>
                    <a:pt x="26" y="10"/>
                  </a:cubicBezTo>
                  <a:cubicBezTo>
                    <a:pt x="26" y="11"/>
                    <a:pt x="26" y="12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9"/>
                    <a:pt x="25" y="24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7" y="26"/>
                    <a:pt x="10" y="25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0"/>
                    <a:pt x="5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6"/>
                    <a:pt x="6" y="5"/>
                    <a:pt x="6" y="3"/>
                  </a:cubicBezTo>
                  <a:moveTo>
                    <a:pt x="4" y="3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moveTo>
                    <a:pt x="4" y="0"/>
                  </a:moveTo>
                  <a:cubicBezTo>
                    <a:pt x="4" y="0"/>
                    <a:pt x="3" y="0"/>
                    <a:pt x="3" y="1"/>
                  </a:cubicBezTo>
                  <a:cubicBezTo>
                    <a:pt x="3" y="1"/>
                    <a:pt x="2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4"/>
                    <a:pt x="3" y="5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9"/>
                    <a:pt x="3" y="10"/>
                  </a:cubicBezTo>
                  <a:cubicBezTo>
                    <a:pt x="2" y="15"/>
                    <a:pt x="1" y="20"/>
                    <a:pt x="0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9" y="28"/>
                    <a:pt x="17" y="29"/>
                    <a:pt x="25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6" y="31"/>
                    <a:pt x="26" y="30"/>
                    <a:pt x="27" y="30"/>
                  </a:cubicBezTo>
                  <a:cubicBezTo>
                    <a:pt x="27" y="29"/>
                    <a:pt x="27" y="29"/>
                    <a:pt x="27" y="28"/>
                  </a:cubicBezTo>
                  <a:cubicBezTo>
                    <a:pt x="28" y="24"/>
                    <a:pt x="29" y="19"/>
                    <a:pt x="29" y="14"/>
                  </a:cubicBezTo>
                  <a:cubicBezTo>
                    <a:pt x="29" y="14"/>
                    <a:pt x="29" y="13"/>
                    <a:pt x="29" y="13"/>
                  </a:cubicBezTo>
                  <a:cubicBezTo>
                    <a:pt x="29" y="12"/>
                    <a:pt x="29" y="12"/>
                    <a:pt x="29" y="11"/>
                  </a:cubicBezTo>
                  <a:cubicBezTo>
                    <a:pt x="29" y="10"/>
                    <a:pt x="29" y="8"/>
                    <a:pt x="29" y="7"/>
                  </a:cubicBezTo>
                  <a:cubicBezTo>
                    <a:pt x="29" y="6"/>
                    <a:pt x="29" y="6"/>
                    <a:pt x="29" y="5"/>
                  </a:cubicBezTo>
                  <a:cubicBezTo>
                    <a:pt x="28" y="5"/>
                    <a:pt x="28" y="4"/>
                    <a:pt x="28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2" y="3"/>
                    <a:pt x="17" y="2"/>
                    <a:pt x="12" y="1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A0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1" name="Freeform 100">
              <a:extLst>
                <a:ext uri="{FF2B5EF4-FFF2-40B4-BE49-F238E27FC236}">
                  <a16:creationId xmlns:a16="http://schemas.microsoft.com/office/drawing/2014/main" id="{CA9E1444-24E1-44B3-B231-DAD1E7BF6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968"/>
              <a:ext cx="1575" cy="293"/>
            </a:xfrm>
            <a:custGeom>
              <a:avLst/>
              <a:gdLst>
                <a:gd name="T0" fmla="*/ 83 w 630"/>
                <a:gd name="T1" fmla="*/ 703 h 110"/>
                <a:gd name="T2" fmla="*/ 95 w 630"/>
                <a:gd name="T3" fmla="*/ 738 h 110"/>
                <a:gd name="T4" fmla="*/ 3333 w 630"/>
                <a:gd name="T5" fmla="*/ 56 h 110"/>
                <a:gd name="T6" fmla="*/ 5313 w 630"/>
                <a:gd name="T7" fmla="*/ 205 h 110"/>
                <a:gd name="T8" fmla="*/ 9770 w 630"/>
                <a:gd name="T9" fmla="*/ 1489 h 110"/>
                <a:gd name="T10" fmla="*/ 9770 w 630"/>
                <a:gd name="T11" fmla="*/ 1489 h 110"/>
                <a:gd name="T12" fmla="*/ 9783 w 630"/>
                <a:gd name="T13" fmla="*/ 1532 h 110"/>
                <a:gd name="T14" fmla="*/ 9800 w 630"/>
                <a:gd name="T15" fmla="*/ 1625 h 110"/>
                <a:gd name="T16" fmla="*/ 9770 w 630"/>
                <a:gd name="T17" fmla="*/ 1795 h 110"/>
                <a:gd name="T18" fmla="*/ 9675 w 630"/>
                <a:gd name="T19" fmla="*/ 1889 h 110"/>
                <a:gd name="T20" fmla="*/ 9675 w 630"/>
                <a:gd name="T21" fmla="*/ 1931 h 110"/>
                <a:gd name="T22" fmla="*/ 9675 w 630"/>
                <a:gd name="T23" fmla="*/ 1889 h 110"/>
                <a:gd name="T24" fmla="*/ 7988 w 630"/>
                <a:gd name="T25" fmla="*/ 2022 h 110"/>
                <a:gd name="T26" fmla="*/ 6020 w 630"/>
                <a:gd name="T27" fmla="*/ 1889 h 110"/>
                <a:gd name="T28" fmla="*/ 2738 w 630"/>
                <a:gd name="T29" fmla="*/ 1569 h 110"/>
                <a:gd name="T30" fmla="*/ 175 w 630"/>
                <a:gd name="T31" fmla="*/ 1135 h 110"/>
                <a:gd name="T32" fmla="*/ 158 w 630"/>
                <a:gd name="T33" fmla="*/ 1135 h 110"/>
                <a:gd name="T34" fmla="*/ 83 w 630"/>
                <a:gd name="T35" fmla="*/ 1044 h 110"/>
                <a:gd name="T36" fmla="*/ 33 w 630"/>
                <a:gd name="T37" fmla="*/ 874 h 110"/>
                <a:gd name="T38" fmla="*/ 50 w 630"/>
                <a:gd name="T39" fmla="*/ 794 h 110"/>
                <a:gd name="T40" fmla="*/ 95 w 630"/>
                <a:gd name="T41" fmla="*/ 738 h 110"/>
                <a:gd name="T42" fmla="*/ 83 w 630"/>
                <a:gd name="T43" fmla="*/ 703 h 110"/>
                <a:gd name="T44" fmla="*/ 95 w 630"/>
                <a:gd name="T45" fmla="*/ 738 h 110"/>
                <a:gd name="T46" fmla="*/ 83 w 630"/>
                <a:gd name="T47" fmla="*/ 703 h 110"/>
                <a:gd name="T48" fmla="*/ 63 w 630"/>
                <a:gd name="T49" fmla="*/ 682 h 110"/>
                <a:gd name="T50" fmla="*/ 20 w 630"/>
                <a:gd name="T51" fmla="*/ 759 h 110"/>
                <a:gd name="T52" fmla="*/ 0 w 630"/>
                <a:gd name="T53" fmla="*/ 874 h 110"/>
                <a:gd name="T54" fmla="*/ 33 w 630"/>
                <a:gd name="T55" fmla="*/ 1057 h 110"/>
                <a:gd name="T56" fmla="*/ 158 w 630"/>
                <a:gd name="T57" fmla="*/ 1191 h 110"/>
                <a:gd name="T58" fmla="*/ 158 w 630"/>
                <a:gd name="T59" fmla="*/ 1151 h 110"/>
                <a:gd name="T60" fmla="*/ 158 w 630"/>
                <a:gd name="T61" fmla="*/ 1191 h 110"/>
                <a:gd name="T62" fmla="*/ 2738 w 630"/>
                <a:gd name="T63" fmla="*/ 1625 h 110"/>
                <a:gd name="T64" fmla="*/ 6000 w 630"/>
                <a:gd name="T65" fmla="*/ 1944 h 110"/>
                <a:gd name="T66" fmla="*/ 7988 w 630"/>
                <a:gd name="T67" fmla="*/ 2078 h 110"/>
                <a:gd name="T68" fmla="*/ 9688 w 630"/>
                <a:gd name="T69" fmla="*/ 1944 h 110"/>
                <a:gd name="T70" fmla="*/ 9688 w 630"/>
                <a:gd name="T71" fmla="*/ 1944 h 110"/>
                <a:gd name="T72" fmla="*/ 9813 w 630"/>
                <a:gd name="T73" fmla="*/ 1830 h 110"/>
                <a:gd name="T74" fmla="*/ 9845 w 630"/>
                <a:gd name="T75" fmla="*/ 1625 h 110"/>
                <a:gd name="T76" fmla="*/ 9833 w 630"/>
                <a:gd name="T77" fmla="*/ 1510 h 110"/>
                <a:gd name="T78" fmla="*/ 9783 w 630"/>
                <a:gd name="T79" fmla="*/ 1433 h 110"/>
                <a:gd name="T80" fmla="*/ 9783 w 630"/>
                <a:gd name="T81" fmla="*/ 1476 h 110"/>
                <a:gd name="T82" fmla="*/ 9783 w 630"/>
                <a:gd name="T83" fmla="*/ 1433 h 110"/>
                <a:gd name="T84" fmla="*/ 5313 w 630"/>
                <a:gd name="T85" fmla="*/ 149 h 110"/>
                <a:gd name="T86" fmla="*/ 3333 w 630"/>
                <a:gd name="T87" fmla="*/ 0 h 110"/>
                <a:gd name="T88" fmla="*/ 63 w 630"/>
                <a:gd name="T89" fmla="*/ 682 h 110"/>
                <a:gd name="T90" fmla="*/ 63 w 630"/>
                <a:gd name="T91" fmla="*/ 682 h 110"/>
                <a:gd name="T92" fmla="*/ 83 w 630"/>
                <a:gd name="T93" fmla="*/ 703 h 11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30" h="110">
                  <a:moveTo>
                    <a:pt x="5" y="37"/>
                  </a:moveTo>
                  <a:cubicBezTo>
                    <a:pt x="6" y="39"/>
                    <a:pt x="6" y="39"/>
                    <a:pt x="6" y="39"/>
                  </a:cubicBezTo>
                  <a:cubicBezTo>
                    <a:pt x="55" y="14"/>
                    <a:pt x="130" y="3"/>
                    <a:pt x="213" y="3"/>
                  </a:cubicBezTo>
                  <a:cubicBezTo>
                    <a:pt x="254" y="3"/>
                    <a:pt x="297" y="6"/>
                    <a:pt x="340" y="11"/>
                  </a:cubicBezTo>
                  <a:cubicBezTo>
                    <a:pt x="449" y="23"/>
                    <a:pt x="553" y="47"/>
                    <a:pt x="625" y="79"/>
                  </a:cubicBezTo>
                  <a:cubicBezTo>
                    <a:pt x="625" y="79"/>
                    <a:pt x="625" y="79"/>
                    <a:pt x="625" y="79"/>
                  </a:cubicBezTo>
                  <a:cubicBezTo>
                    <a:pt x="625" y="79"/>
                    <a:pt x="626" y="80"/>
                    <a:pt x="626" y="81"/>
                  </a:cubicBezTo>
                  <a:cubicBezTo>
                    <a:pt x="627" y="82"/>
                    <a:pt x="627" y="84"/>
                    <a:pt x="627" y="86"/>
                  </a:cubicBezTo>
                  <a:cubicBezTo>
                    <a:pt x="627" y="89"/>
                    <a:pt x="626" y="93"/>
                    <a:pt x="625" y="95"/>
                  </a:cubicBezTo>
                  <a:cubicBezTo>
                    <a:pt x="624" y="98"/>
                    <a:pt x="622" y="100"/>
                    <a:pt x="619" y="100"/>
                  </a:cubicBezTo>
                  <a:cubicBezTo>
                    <a:pt x="619" y="102"/>
                    <a:pt x="619" y="102"/>
                    <a:pt x="619" y="102"/>
                  </a:cubicBezTo>
                  <a:cubicBezTo>
                    <a:pt x="619" y="100"/>
                    <a:pt x="619" y="100"/>
                    <a:pt x="619" y="100"/>
                  </a:cubicBezTo>
                  <a:cubicBezTo>
                    <a:pt x="590" y="104"/>
                    <a:pt x="553" y="107"/>
                    <a:pt x="511" y="107"/>
                  </a:cubicBezTo>
                  <a:cubicBezTo>
                    <a:pt x="472" y="107"/>
                    <a:pt x="430" y="105"/>
                    <a:pt x="385" y="100"/>
                  </a:cubicBezTo>
                  <a:cubicBezTo>
                    <a:pt x="318" y="92"/>
                    <a:pt x="243" y="88"/>
                    <a:pt x="175" y="83"/>
                  </a:cubicBezTo>
                  <a:cubicBezTo>
                    <a:pt x="107" y="78"/>
                    <a:pt x="47" y="72"/>
                    <a:pt x="11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9"/>
                    <a:pt x="6" y="58"/>
                    <a:pt x="5" y="55"/>
                  </a:cubicBezTo>
                  <a:cubicBezTo>
                    <a:pt x="3" y="52"/>
                    <a:pt x="2" y="49"/>
                    <a:pt x="2" y="46"/>
                  </a:cubicBezTo>
                  <a:cubicBezTo>
                    <a:pt x="2" y="44"/>
                    <a:pt x="3" y="43"/>
                    <a:pt x="3" y="42"/>
                  </a:cubicBezTo>
                  <a:cubicBezTo>
                    <a:pt x="4" y="40"/>
                    <a:pt x="5" y="39"/>
                    <a:pt x="6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" y="37"/>
                    <a:pt x="1" y="39"/>
                    <a:pt x="1" y="40"/>
                  </a:cubicBezTo>
                  <a:cubicBezTo>
                    <a:pt x="0" y="42"/>
                    <a:pt x="0" y="44"/>
                    <a:pt x="0" y="46"/>
                  </a:cubicBezTo>
                  <a:cubicBezTo>
                    <a:pt x="0" y="50"/>
                    <a:pt x="1" y="53"/>
                    <a:pt x="2" y="56"/>
                  </a:cubicBezTo>
                  <a:cubicBezTo>
                    <a:pt x="4" y="59"/>
                    <a:pt x="7" y="62"/>
                    <a:pt x="10" y="63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47" y="75"/>
                    <a:pt x="107" y="81"/>
                    <a:pt x="175" y="86"/>
                  </a:cubicBezTo>
                  <a:cubicBezTo>
                    <a:pt x="243" y="91"/>
                    <a:pt x="318" y="95"/>
                    <a:pt x="384" y="103"/>
                  </a:cubicBezTo>
                  <a:cubicBezTo>
                    <a:pt x="429" y="108"/>
                    <a:pt x="472" y="110"/>
                    <a:pt x="511" y="110"/>
                  </a:cubicBezTo>
                  <a:cubicBezTo>
                    <a:pt x="553" y="110"/>
                    <a:pt x="591" y="107"/>
                    <a:pt x="620" y="103"/>
                  </a:cubicBezTo>
                  <a:cubicBezTo>
                    <a:pt x="620" y="103"/>
                    <a:pt x="620" y="103"/>
                    <a:pt x="620" y="103"/>
                  </a:cubicBezTo>
                  <a:cubicBezTo>
                    <a:pt x="623" y="102"/>
                    <a:pt x="626" y="100"/>
                    <a:pt x="628" y="97"/>
                  </a:cubicBezTo>
                  <a:cubicBezTo>
                    <a:pt x="629" y="93"/>
                    <a:pt x="630" y="90"/>
                    <a:pt x="630" y="86"/>
                  </a:cubicBezTo>
                  <a:cubicBezTo>
                    <a:pt x="630" y="84"/>
                    <a:pt x="630" y="82"/>
                    <a:pt x="629" y="80"/>
                  </a:cubicBezTo>
                  <a:cubicBezTo>
                    <a:pt x="629" y="78"/>
                    <a:pt x="628" y="77"/>
                    <a:pt x="626" y="76"/>
                  </a:cubicBezTo>
                  <a:cubicBezTo>
                    <a:pt x="626" y="78"/>
                    <a:pt x="626" y="78"/>
                    <a:pt x="626" y="78"/>
                  </a:cubicBezTo>
                  <a:cubicBezTo>
                    <a:pt x="626" y="76"/>
                    <a:pt x="626" y="76"/>
                    <a:pt x="626" y="76"/>
                  </a:cubicBezTo>
                  <a:cubicBezTo>
                    <a:pt x="554" y="44"/>
                    <a:pt x="450" y="20"/>
                    <a:pt x="340" y="8"/>
                  </a:cubicBezTo>
                  <a:cubicBezTo>
                    <a:pt x="297" y="3"/>
                    <a:pt x="254" y="0"/>
                    <a:pt x="213" y="0"/>
                  </a:cubicBezTo>
                  <a:cubicBezTo>
                    <a:pt x="130" y="0"/>
                    <a:pt x="55" y="11"/>
                    <a:pt x="4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7"/>
                    <a:pt x="5" y="37"/>
                    <a:pt x="5" y="3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2" name="Freeform 101">
              <a:extLst>
                <a:ext uri="{FF2B5EF4-FFF2-40B4-BE49-F238E27FC236}">
                  <a16:creationId xmlns:a16="http://schemas.microsoft.com/office/drawing/2014/main" id="{AE0C31E6-2B85-4905-8810-79F43A850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987"/>
              <a:ext cx="458" cy="56"/>
            </a:xfrm>
            <a:custGeom>
              <a:avLst/>
              <a:gdLst>
                <a:gd name="T0" fmla="*/ 658 w 183"/>
                <a:gd name="T1" fmla="*/ 0 h 21"/>
                <a:gd name="T2" fmla="*/ 0 w 183"/>
                <a:gd name="T3" fmla="*/ 21 h 21"/>
                <a:gd name="T4" fmla="*/ 2776 w 183"/>
                <a:gd name="T5" fmla="*/ 397 h 21"/>
                <a:gd name="T6" fmla="*/ 2818 w 183"/>
                <a:gd name="T7" fmla="*/ 264 h 21"/>
                <a:gd name="T8" fmla="*/ 2868 w 183"/>
                <a:gd name="T9" fmla="*/ 192 h 21"/>
                <a:gd name="T10" fmla="*/ 658 w 183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21">
                  <a:moveTo>
                    <a:pt x="42" y="0"/>
                  </a:moveTo>
                  <a:cubicBezTo>
                    <a:pt x="28" y="0"/>
                    <a:pt x="14" y="0"/>
                    <a:pt x="0" y="1"/>
                  </a:cubicBezTo>
                  <a:cubicBezTo>
                    <a:pt x="11" y="1"/>
                    <a:pt x="89" y="9"/>
                    <a:pt x="177" y="21"/>
                  </a:cubicBezTo>
                  <a:cubicBezTo>
                    <a:pt x="178" y="18"/>
                    <a:pt x="179" y="16"/>
                    <a:pt x="180" y="14"/>
                  </a:cubicBezTo>
                  <a:cubicBezTo>
                    <a:pt x="181" y="13"/>
                    <a:pt x="182" y="11"/>
                    <a:pt x="183" y="10"/>
                  </a:cubicBezTo>
                  <a:cubicBezTo>
                    <a:pt x="137" y="4"/>
                    <a:pt x="89" y="0"/>
                    <a:pt x="42" y="0"/>
                  </a:cubicBezTo>
                </a:path>
              </a:pathLst>
            </a:custGeom>
            <a:solidFill>
              <a:srgbClr val="F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3" name="Freeform 102">
              <a:extLst>
                <a:ext uri="{FF2B5EF4-FFF2-40B4-BE49-F238E27FC236}">
                  <a16:creationId xmlns:a16="http://schemas.microsoft.com/office/drawing/2014/main" id="{93E66042-CD41-4F05-9340-C15926CE5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013"/>
              <a:ext cx="610" cy="147"/>
            </a:xfrm>
            <a:custGeom>
              <a:avLst/>
              <a:gdLst>
                <a:gd name="T0" fmla="*/ 95 w 244"/>
                <a:gd name="T1" fmla="*/ 0 h 55"/>
                <a:gd name="T2" fmla="*/ 50 w 244"/>
                <a:gd name="T3" fmla="*/ 78 h 55"/>
                <a:gd name="T4" fmla="*/ 0 w 244"/>
                <a:gd name="T5" fmla="*/ 208 h 55"/>
                <a:gd name="T6" fmla="*/ 3645 w 244"/>
                <a:gd name="T7" fmla="*/ 1016 h 55"/>
                <a:gd name="T8" fmla="*/ 3813 w 244"/>
                <a:gd name="T9" fmla="*/ 1050 h 55"/>
                <a:gd name="T10" fmla="*/ 95 w 244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4" h="55">
                  <a:moveTo>
                    <a:pt x="6" y="0"/>
                  </a:moveTo>
                  <a:cubicBezTo>
                    <a:pt x="5" y="1"/>
                    <a:pt x="4" y="3"/>
                    <a:pt x="3" y="4"/>
                  </a:cubicBezTo>
                  <a:cubicBezTo>
                    <a:pt x="2" y="6"/>
                    <a:pt x="1" y="8"/>
                    <a:pt x="0" y="11"/>
                  </a:cubicBezTo>
                  <a:cubicBezTo>
                    <a:pt x="83" y="22"/>
                    <a:pt x="176" y="37"/>
                    <a:pt x="233" y="53"/>
                  </a:cubicBezTo>
                  <a:cubicBezTo>
                    <a:pt x="237" y="54"/>
                    <a:pt x="240" y="55"/>
                    <a:pt x="244" y="55"/>
                  </a:cubicBezTo>
                  <a:cubicBezTo>
                    <a:pt x="205" y="41"/>
                    <a:pt x="112" y="15"/>
                    <a:pt x="6" y="0"/>
                  </a:cubicBezTo>
                </a:path>
              </a:pathLst>
            </a:custGeom>
            <a:solidFill>
              <a:srgbClr val="F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4" name="Freeform 103">
              <a:extLst>
                <a:ext uri="{FF2B5EF4-FFF2-40B4-BE49-F238E27FC236}">
                  <a16:creationId xmlns:a16="http://schemas.microsoft.com/office/drawing/2014/main" id="{235B242E-C143-49FC-8863-43E08AB4B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173"/>
              <a:ext cx="15" cy="6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54 h 2"/>
                <a:gd name="T4" fmla="*/ 33 w 6"/>
                <a:gd name="T5" fmla="*/ 0 h 2"/>
                <a:gd name="T6" fmla="*/ 0 w 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1"/>
                    <a:pt x="6" y="2"/>
                  </a:cubicBezTo>
                  <a:cubicBezTo>
                    <a:pt x="5" y="2"/>
                    <a:pt x="4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C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5" name="Freeform 104">
              <a:extLst>
                <a:ext uri="{FF2B5EF4-FFF2-40B4-BE49-F238E27FC236}">
                  <a16:creationId xmlns:a16="http://schemas.microsoft.com/office/drawing/2014/main" id="{75B86466-CC01-4804-B26A-51B13FAA1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155"/>
              <a:ext cx="58" cy="18"/>
            </a:xfrm>
            <a:custGeom>
              <a:avLst/>
              <a:gdLst>
                <a:gd name="T0" fmla="*/ 0 w 23"/>
                <a:gd name="T1" fmla="*/ 0 h 7"/>
                <a:gd name="T2" fmla="*/ 338 w 23"/>
                <a:gd name="T3" fmla="*/ 118 h 7"/>
                <a:gd name="T4" fmla="*/ 368 w 23"/>
                <a:gd name="T5" fmla="*/ 118 h 7"/>
                <a:gd name="T6" fmla="*/ 179 w 23"/>
                <a:gd name="T7" fmla="*/ 33 h 7"/>
                <a:gd name="T8" fmla="*/ 0 w 2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">
                  <a:moveTo>
                    <a:pt x="0" y="0"/>
                  </a:moveTo>
                  <a:cubicBezTo>
                    <a:pt x="8" y="2"/>
                    <a:pt x="15" y="5"/>
                    <a:pt x="21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0" y="6"/>
                    <a:pt x="16" y="4"/>
                    <a:pt x="11" y="2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solidFill>
              <a:srgbClr val="E0E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6" name="Oval 105">
              <a:extLst>
                <a:ext uri="{FF2B5EF4-FFF2-40B4-BE49-F238E27FC236}">
                  <a16:creationId xmlns:a16="http://schemas.microsoft.com/office/drawing/2014/main" id="{13F8F6C9-8D93-4DF0-B765-9E6C1406C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2125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27" name="Oval 106">
              <a:extLst>
                <a:ext uri="{FF2B5EF4-FFF2-40B4-BE49-F238E27FC236}">
                  <a16:creationId xmlns:a16="http://schemas.microsoft.com/office/drawing/2014/main" id="{5CCFE3F4-0601-4C2E-9DB6-07F6F8DE1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123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28" name="Oval 107">
              <a:extLst>
                <a:ext uri="{FF2B5EF4-FFF2-40B4-BE49-F238E27FC236}">
                  <a16:creationId xmlns:a16="http://schemas.microsoft.com/office/drawing/2014/main" id="{9F81B969-972D-4CCC-B19B-41F0368BC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214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29" name="Freeform 108">
              <a:extLst>
                <a:ext uri="{FF2B5EF4-FFF2-40B4-BE49-F238E27FC236}">
                  <a16:creationId xmlns:a16="http://schemas.microsoft.com/office/drawing/2014/main" id="{F63DE343-2D70-4513-B1DB-588496E64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157"/>
              <a:ext cx="418" cy="51"/>
            </a:xfrm>
            <a:custGeom>
              <a:avLst/>
              <a:gdLst>
                <a:gd name="T0" fmla="*/ 220 w 167"/>
                <a:gd name="T1" fmla="*/ 0 h 19"/>
                <a:gd name="T2" fmla="*/ 208 w 167"/>
                <a:gd name="T3" fmla="*/ 35 h 19"/>
                <a:gd name="T4" fmla="*/ 0 w 167"/>
                <a:gd name="T5" fmla="*/ 115 h 19"/>
                <a:gd name="T6" fmla="*/ 2618 w 167"/>
                <a:gd name="T7" fmla="*/ 368 h 19"/>
                <a:gd name="T8" fmla="*/ 220 w 16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9">
                  <a:moveTo>
                    <a:pt x="14" y="0"/>
                  </a:moveTo>
                  <a:cubicBezTo>
                    <a:pt x="13" y="1"/>
                    <a:pt x="13" y="2"/>
                    <a:pt x="13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74" y="13"/>
                    <a:pt x="151" y="17"/>
                    <a:pt x="167" y="19"/>
                  </a:cubicBezTo>
                  <a:cubicBezTo>
                    <a:pt x="167" y="19"/>
                    <a:pt x="83" y="9"/>
                    <a:pt x="14" y="0"/>
                  </a:cubicBezTo>
                </a:path>
              </a:pathLst>
            </a:custGeom>
            <a:solidFill>
              <a:srgbClr val="D4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0" name="Freeform 109">
              <a:extLst>
                <a:ext uri="{FF2B5EF4-FFF2-40B4-BE49-F238E27FC236}">
                  <a16:creationId xmlns:a16="http://schemas.microsoft.com/office/drawing/2014/main" id="{62255CD2-37AF-40F9-8725-BB6E48E0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123"/>
              <a:ext cx="350" cy="50"/>
            </a:xfrm>
            <a:custGeom>
              <a:avLst/>
              <a:gdLst>
                <a:gd name="T0" fmla="*/ 613 w 140"/>
                <a:gd name="T1" fmla="*/ 0 h 19"/>
                <a:gd name="T2" fmla="*/ 533 w 140"/>
                <a:gd name="T3" fmla="*/ 0 h 19"/>
                <a:gd name="T4" fmla="*/ 533 w 140"/>
                <a:gd name="T5" fmla="*/ 0 h 19"/>
                <a:gd name="T6" fmla="*/ 533 w 140"/>
                <a:gd name="T7" fmla="*/ 0 h 19"/>
                <a:gd name="T8" fmla="*/ 0 w 140"/>
                <a:gd name="T9" fmla="*/ 34 h 19"/>
                <a:gd name="T10" fmla="*/ 1970 w 140"/>
                <a:gd name="T11" fmla="*/ 347 h 19"/>
                <a:gd name="T12" fmla="*/ 2175 w 140"/>
                <a:gd name="T13" fmla="*/ 271 h 19"/>
                <a:gd name="T14" fmla="*/ 2188 w 140"/>
                <a:gd name="T15" fmla="*/ 234 h 19"/>
                <a:gd name="T16" fmla="*/ 783 w 140"/>
                <a:gd name="T17" fmla="*/ 34 h 19"/>
                <a:gd name="T18" fmla="*/ 613 w 140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19">
                  <a:moveTo>
                    <a:pt x="39" y="0"/>
                  </a:moveTo>
                  <a:cubicBezTo>
                    <a:pt x="38" y="0"/>
                    <a:pt x="36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2" y="1"/>
                    <a:pt x="11" y="1"/>
                    <a:pt x="0" y="2"/>
                  </a:cubicBezTo>
                  <a:cubicBezTo>
                    <a:pt x="29" y="9"/>
                    <a:pt x="77" y="15"/>
                    <a:pt x="126" y="19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139" y="15"/>
                    <a:pt x="139" y="14"/>
                    <a:pt x="140" y="13"/>
                  </a:cubicBezTo>
                  <a:cubicBezTo>
                    <a:pt x="97" y="8"/>
                    <a:pt x="60" y="3"/>
                    <a:pt x="50" y="2"/>
                  </a:cubicBezTo>
                  <a:cubicBezTo>
                    <a:pt x="47" y="1"/>
                    <a:pt x="43" y="0"/>
                    <a:pt x="39" y="0"/>
                  </a:cubicBezTo>
                </a:path>
              </a:pathLst>
            </a:custGeom>
            <a:solidFill>
              <a:srgbClr val="D4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1" name="Freeform 110">
              <a:extLst>
                <a:ext uri="{FF2B5EF4-FFF2-40B4-BE49-F238E27FC236}">
                  <a16:creationId xmlns:a16="http://schemas.microsoft.com/office/drawing/2014/main" id="{59F20032-5B46-42B4-B9FF-F4194D3122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2" y="2067"/>
              <a:ext cx="142" cy="56"/>
            </a:xfrm>
            <a:custGeom>
              <a:avLst/>
              <a:gdLst>
                <a:gd name="T0" fmla="*/ 324 w 57"/>
                <a:gd name="T1" fmla="*/ 115 h 21"/>
                <a:gd name="T2" fmla="*/ 30 w 57"/>
                <a:gd name="T3" fmla="*/ 149 h 21"/>
                <a:gd name="T4" fmla="*/ 12 w 57"/>
                <a:gd name="T5" fmla="*/ 264 h 21"/>
                <a:gd name="T6" fmla="*/ 291 w 57"/>
                <a:gd name="T7" fmla="*/ 397 h 21"/>
                <a:gd name="T8" fmla="*/ 882 w 57"/>
                <a:gd name="T9" fmla="*/ 341 h 21"/>
                <a:gd name="T10" fmla="*/ 324 w 57"/>
                <a:gd name="T11" fmla="*/ 115 h 21"/>
                <a:gd name="T12" fmla="*/ 187 w 57"/>
                <a:gd name="T13" fmla="*/ 0 h 21"/>
                <a:gd name="T14" fmla="*/ 137 w 57"/>
                <a:gd name="T15" fmla="*/ 21 h 21"/>
                <a:gd name="T16" fmla="*/ 75 w 57"/>
                <a:gd name="T17" fmla="*/ 77 h 21"/>
                <a:gd name="T18" fmla="*/ 249 w 57"/>
                <a:gd name="T19" fmla="*/ 56 h 21"/>
                <a:gd name="T20" fmla="*/ 187 w 57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21">
                  <a:moveTo>
                    <a:pt x="21" y="6"/>
                  </a:moveTo>
                  <a:cubicBezTo>
                    <a:pt x="15" y="6"/>
                    <a:pt x="8" y="7"/>
                    <a:pt x="2" y="8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4" y="16"/>
                    <a:pt x="10" y="19"/>
                    <a:pt x="19" y="21"/>
                  </a:cubicBezTo>
                  <a:cubicBezTo>
                    <a:pt x="31" y="20"/>
                    <a:pt x="44" y="19"/>
                    <a:pt x="57" y="18"/>
                  </a:cubicBezTo>
                  <a:cubicBezTo>
                    <a:pt x="44" y="15"/>
                    <a:pt x="30" y="10"/>
                    <a:pt x="21" y="6"/>
                  </a:cubicBezTo>
                  <a:moveTo>
                    <a:pt x="12" y="0"/>
                  </a:moveTo>
                  <a:cubicBezTo>
                    <a:pt x="11" y="0"/>
                    <a:pt x="10" y="1"/>
                    <a:pt x="9" y="1"/>
                  </a:cubicBezTo>
                  <a:cubicBezTo>
                    <a:pt x="8" y="2"/>
                    <a:pt x="6" y="3"/>
                    <a:pt x="5" y="4"/>
                  </a:cubicBezTo>
                  <a:cubicBezTo>
                    <a:pt x="9" y="4"/>
                    <a:pt x="12" y="4"/>
                    <a:pt x="16" y="3"/>
                  </a:cubicBezTo>
                  <a:cubicBezTo>
                    <a:pt x="14" y="2"/>
                    <a:pt x="13" y="1"/>
                    <a:pt x="12" y="0"/>
                  </a:cubicBezTo>
                </a:path>
              </a:pathLst>
            </a:custGeom>
            <a:solidFill>
              <a:srgbClr val="CFEB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2" name="Freeform 111">
              <a:extLst>
                <a:ext uri="{FF2B5EF4-FFF2-40B4-BE49-F238E27FC236}">
                  <a16:creationId xmlns:a16="http://schemas.microsoft.com/office/drawing/2014/main" id="{F19F2DEE-3107-4846-91E4-FE412EBFA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075"/>
              <a:ext cx="47" cy="13"/>
            </a:xfrm>
            <a:custGeom>
              <a:avLst/>
              <a:gdLst>
                <a:gd name="T0" fmla="*/ 215 w 19"/>
                <a:gd name="T1" fmla="*/ 0 h 5"/>
                <a:gd name="T2" fmla="*/ 42 w 19"/>
                <a:gd name="T3" fmla="*/ 21 h 5"/>
                <a:gd name="T4" fmla="*/ 0 w 19"/>
                <a:gd name="T5" fmla="*/ 88 h 5"/>
                <a:gd name="T6" fmla="*/ 287 w 19"/>
                <a:gd name="T7" fmla="*/ 55 h 5"/>
                <a:gd name="T8" fmla="*/ 215 w 19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">
                  <a:moveTo>
                    <a:pt x="14" y="0"/>
                  </a:moveTo>
                  <a:cubicBezTo>
                    <a:pt x="10" y="1"/>
                    <a:pt x="7" y="1"/>
                    <a:pt x="3" y="1"/>
                  </a:cubicBezTo>
                  <a:cubicBezTo>
                    <a:pt x="2" y="2"/>
                    <a:pt x="1" y="3"/>
                    <a:pt x="0" y="5"/>
                  </a:cubicBezTo>
                  <a:cubicBezTo>
                    <a:pt x="6" y="4"/>
                    <a:pt x="13" y="3"/>
                    <a:pt x="19" y="3"/>
                  </a:cubicBezTo>
                  <a:cubicBezTo>
                    <a:pt x="17" y="2"/>
                    <a:pt x="15" y="1"/>
                    <a:pt x="14" y="0"/>
                  </a:cubicBezTo>
                </a:path>
              </a:pathLst>
            </a:custGeom>
            <a:solidFill>
              <a:srgbClr val="D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3" name="Freeform 112">
              <a:extLst>
                <a:ext uri="{FF2B5EF4-FFF2-40B4-BE49-F238E27FC236}">
                  <a16:creationId xmlns:a16="http://schemas.microsoft.com/office/drawing/2014/main" id="{2E3C1DCA-5B29-4B15-89E3-8A227B08F8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4" y="2064"/>
              <a:ext cx="133" cy="64"/>
            </a:xfrm>
            <a:custGeom>
              <a:avLst/>
              <a:gdLst>
                <a:gd name="T0" fmla="*/ 755 w 53"/>
                <a:gd name="T1" fmla="*/ 363 h 24"/>
                <a:gd name="T2" fmla="*/ 158 w 53"/>
                <a:gd name="T3" fmla="*/ 419 h 24"/>
                <a:gd name="T4" fmla="*/ 301 w 53"/>
                <a:gd name="T5" fmla="*/ 456 h 24"/>
                <a:gd name="T6" fmla="*/ 838 w 53"/>
                <a:gd name="T7" fmla="*/ 419 h 24"/>
                <a:gd name="T8" fmla="*/ 818 w 53"/>
                <a:gd name="T9" fmla="*/ 397 h 24"/>
                <a:gd name="T10" fmla="*/ 806 w 53"/>
                <a:gd name="T11" fmla="*/ 376 h 24"/>
                <a:gd name="T12" fmla="*/ 755 w 53"/>
                <a:gd name="T13" fmla="*/ 363 h 24"/>
                <a:gd name="T14" fmla="*/ 50 w 53"/>
                <a:gd name="T15" fmla="*/ 0 h 24"/>
                <a:gd name="T16" fmla="*/ 0 w 53"/>
                <a:gd name="T17" fmla="*/ 35 h 24"/>
                <a:gd name="T18" fmla="*/ 50 w 53"/>
                <a:gd name="T19" fmla="*/ 21 h 24"/>
                <a:gd name="T20" fmla="*/ 50 w 53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4">
                  <a:moveTo>
                    <a:pt x="48" y="19"/>
                  </a:moveTo>
                  <a:cubicBezTo>
                    <a:pt x="35" y="20"/>
                    <a:pt x="22" y="21"/>
                    <a:pt x="10" y="22"/>
                  </a:cubicBezTo>
                  <a:cubicBezTo>
                    <a:pt x="13" y="23"/>
                    <a:pt x="16" y="23"/>
                    <a:pt x="19" y="24"/>
                  </a:cubicBezTo>
                  <a:cubicBezTo>
                    <a:pt x="30" y="23"/>
                    <a:pt x="41" y="23"/>
                    <a:pt x="53" y="22"/>
                  </a:cubicBezTo>
                  <a:cubicBezTo>
                    <a:pt x="53" y="22"/>
                    <a:pt x="52" y="22"/>
                    <a:pt x="52" y="21"/>
                  </a:cubicBezTo>
                  <a:cubicBezTo>
                    <a:pt x="52" y="21"/>
                    <a:pt x="52" y="20"/>
                    <a:pt x="51" y="20"/>
                  </a:cubicBezTo>
                  <a:cubicBezTo>
                    <a:pt x="50" y="20"/>
                    <a:pt x="49" y="19"/>
                    <a:pt x="48" y="19"/>
                  </a:cubicBezTo>
                  <a:moveTo>
                    <a:pt x="3" y="0"/>
                  </a:moveTo>
                  <a:cubicBezTo>
                    <a:pt x="3" y="0"/>
                    <a:pt x="2" y="0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CAE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4" name="Freeform 113">
              <a:extLst>
                <a:ext uri="{FF2B5EF4-FFF2-40B4-BE49-F238E27FC236}">
                  <a16:creationId xmlns:a16="http://schemas.microsoft.com/office/drawing/2014/main" id="{30083DAC-3368-440C-8679-F3E0A912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117"/>
              <a:ext cx="17" cy="6"/>
            </a:xfrm>
            <a:custGeom>
              <a:avLst/>
              <a:gdLst>
                <a:gd name="T0" fmla="*/ 0 w 7"/>
                <a:gd name="T1" fmla="*/ 0 h 2"/>
                <a:gd name="T2" fmla="*/ 12 w 7"/>
                <a:gd name="T3" fmla="*/ 27 h 2"/>
                <a:gd name="T4" fmla="*/ 29 w 7"/>
                <a:gd name="T5" fmla="*/ 54 h 2"/>
                <a:gd name="T6" fmla="*/ 29 w 7"/>
                <a:gd name="T7" fmla="*/ 54 h 2"/>
                <a:gd name="T8" fmla="*/ 29 w 7"/>
                <a:gd name="T9" fmla="*/ 54 h 2"/>
                <a:gd name="T10" fmla="*/ 100 w 7"/>
                <a:gd name="T11" fmla="*/ 54 h 2"/>
                <a:gd name="T12" fmla="*/ 0 w 7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6" y="2"/>
                    <a:pt x="7" y="2"/>
                  </a:cubicBezTo>
                  <a:cubicBezTo>
                    <a:pt x="5" y="1"/>
                    <a:pt x="3" y="1"/>
                    <a:pt x="0" y="0"/>
                  </a:cubicBezTo>
                </a:path>
              </a:pathLst>
            </a:custGeom>
            <a:solidFill>
              <a:srgbClr val="CAE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23" name="artery-with-plaque-buildup">
            <a:extLst>
              <a:ext uri="{FF2B5EF4-FFF2-40B4-BE49-F238E27FC236}">
                <a16:creationId xmlns:a16="http://schemas.microsoft.com/office/drawing/2014/main" id="{720397D6-3342-4E49-AB6C-4D8945913517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1828800"/>
            <a:ext cx="5397500" cy="1693863"/>
            <a:chOff x="1182" y="1617"/>
            <a:chExt cx="3400" cy="1067"/>
          </a:xfrm>
        </p:grpSpPr>
        <p:sp>
          <p:nvSpPr>
            <p:cNvPr id="56324" name="Freeform 115">
              <a:extLst>
                <a:ext uri="{FF2B5EF4-FFF2-40B4-BE49-F238E27FC236}">
                  <a16:creationId xmlns:a16="http://schemas.microsoft.com/office/drawing/2014/main" id="{7AB949AA-B4C1-4986-984E-E37523418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617"/>
              <a:ext cx="3400" cy="491"/>
            </a:xfrm>
            <a:custGeom>
              <a:avLst/>
              <a:gdLst>
                <a:gd name="T0" fmla="*/ 0 w 1360"/>
                <a:gd name="T1" fmla="*/ 1574 h 184"/>
                <a:gd name="T2" fmla="*/ 9313 w 1360"/>
                <a:gd name="T3" fmla="*/ 307 h 184"/>
                <a:gd name="T4" fmla="*/ 16333 w 1360"/>
                <a:gd name="T5" fmla="*/ 2052 h 184"/>
                <a:gd name="T6" fmla="*/ 21250 w 1360"/>
                <a:gd name="T7" fmla="*/ 2983 h 184"/>
                <a:gd name="T8" fmla="*/ 21250 w 1360"/>
                <a:gd name="T9" fmla="*/ 3346 h 184"/>
                <a:gd name="T10" fmla="*/ 16333 w 1360"/>
                <a:gd name="T11" fmla="*/ 2436 h 184"/>
                <a:gd name="T12" fmla="*/ 9313 w 1360"/>
                <a:gd name="T13" fmla="*/ 662 h 184"/>
                <a:gd name="T14" fmla="*/ 0 w 1360"/>
                <a:gd name="T15" fmla="*/ 1937 h 184"/>
                <a:gd name="T16" fmla="*/ 0 w 1360"/>
                <a:gd name="T17" fmla="*/ 1574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0" h="184">
                  <a:moveTo>
                    <a:pt x="0" y="83"/>
                  </a:moveTo>
                  <a:cubicBezTo>
                    <a:pt x="164" y="83"/>
                    <a:pt x="453" y="32"/>
                    <a:pt x="596" y="16"/>
                  </a:cubicBezTo>
                  <a:cubicBezTo>
                    <a:pt x="739" y="0"/>
                    <a:pt x="926" y="53"/>
                    <a:pt x="1045" y="108"/>
                  </a:cubicBezTo>
                  <a:cubicBezTo>
                    <a:pt x="1164" y="164"/>
                    <a:pt x="1290" y="157"/>
                    <a:pt x="1360" y="157"/>
                  </a:cubicBezTo>
                  <a:cubicBezTo>
                    <a:pt x="1360" y="176"/>
                    <a:pt x="1360" y="176"/>
                    <a:pt x="1360" y="176"/>
                  </a:cubicBezTo>
                  <a:cubicBezTo>
                    <a:pt x="1290" y="176"/>
                    <a:pt x="1164" y="184"/>
                    <a:pt x="1045" y="128"/>
                  </a:cubicBezTo>
                  <a:cubicBezTo>
                    <a:pt x="926" y="72"/>
                    <a:pt x="739" y="19"/>
                    <a:pt x="596" y="35"/>
                  </a:cubicBezTo>
                  <a:cubicBezTo>
                    <a:pt x="453" y="51"/>
                    <a:pt x="164" y="102"/>
                    <a:pt x="0" y="102"/>
                  </a:cubicBezTo>
                  <a:lnTo>
                    <a:pt x="0" y="83"/>
                  </a:lnTo>
                  <a:close/>
                </a:path>
              </a:pathLst>
            </a:custGeom>
            <a:solidFill>
              <a:srgbClr val="FCC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5" name="Freeform 116">
              <a:extLst>
                <a:ext uri="{FF2B5EF4-FFF2-40B4-BE49-F238E27FC236}">
                  <a16:creationId xmlns:a16="http://schemas.microsoft.com/office/drawing/2014/main" id="{2243A58B-B4C3-47D5-A385-70A5C7E13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159"/>
              <a:ext cx="3390" cy="525"/>
            </a:xfrm>
            <a:custGeom>
              <a:avLst/>
              <a:gdLst>
                <a:gd name="T0" fmla="*/ 0 w 1356"/>
                <a:gd name="T1" fmla="*/ 1498 h 197"/>
                <a:gd name="T2" fmla="*/ 8738 w 1356"/>
                <a:gd name="T3" fmla="*/ 306 h 197"/>
                <a:gd name="T4" fmla="*/ 15583 w 1356"/>
                <a:gd name="T5" fmla="*/ 2343 h 197"/>
                <a:gd name="T6" fmla="*/ 21188 w 1356"/>
                <a:gd name="T7" fmla="*/ 3331 h 197"/>
                <a:gd name="T8" fmla="*/ 21188 w 1356"/>
                <a:gd name="T9" fmla="*/ 3651 h 197"/>
                <a:gd name="T10" fmla="*/ 15583 w 1356"/>
                <a:gd name="T11" fmla="*/ 2670 h 197"/>
                <a:gd name="T12" fmla="*/ 8738 w 1356"/>
                <a:gd name="T13" fmla="*/ 626 h 197"/>
                <a:gd name="T14" fmla="*/ 0 w 1356"/>
                <a:gd name="T15" fmla="*/ 1839 h 197"/>
                <a:gd name="T16" fmla="*/ 0 w 1356"/>
                <a:gd name="T17" fmla="*/ 1498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6" h="197">
                  <a:moveTo>
                    <a:pt x="0" y="79"/>
                  </a:moveTo>
                  <a:cubicBezTo>
                    <a:pt x="234" y="79"/>
                    <a:pt x="415" y="31"/>
                    <a:pt x="559" y="16"/>
                  </a:cubicBezTo>
                  <a:cubicBezTo>
                    <a:pt x="702" y="0"/>
                    <a:pt x="879" y="68"/>
                    <a:pt x="997" y="124"/>
                  </a:cubicBezTo>
                  <a:cubicBezTo>
                    <a:pt x="1116" y="180"/>
                    <a:pt x="1286" y="176"/>
                    <a:pt x="1356" y="176"/>
                  </a:cubicBezTo>
                  <a:cubicBezTo>
                    <a:pt x="1356" y="193"/>
                    <a:pt x="1356" y="193"/>
                    <a:pt x="1356" y="193"/>
                  </a:cubicBezTo>
                  <a:cubicBezTo>
                    <a:pt x="1286" y="193"/>
                    <a:pt x="1116" y="197"/>
                    <a:pt x="997" y="141"/>
                  </a:cubicBezTo>
                  <a:cubicBezTo>
                    <a:pt x="879" y="85"/>
                    <a:pt x="702" y="17"/>
                    <a:pt x="559" y="33"/>
                  </a:cubicBezTo>
                  <a:cubicBezTo>
                    <a:pt x="415" y="49"/>
                    <a:pt x="234" y="97"/>
                    <a:pt x="0" y="97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FCC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6" name="Freeform 117">
              <a:extLst>
                <a:ext uri="{FF2B5EF4-FFF2-40B4-BE49-F238E27FC236}">
                  <a16:creationId xmlns:a16="http://schemas.microsoft.com/office/drawing/2014/main" id="{8BA6BCE4-9410-4684-809F-2644F1EC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668"/>
              <a:ext cx="3400" cy="971"/>
            </a:xfrm>
            <a:custGeom>
              <a:avLst/>
              <a:gdLst>
                <a:gd name="T0" fmla="*/ 9313 w 1360"/>
                <a:gd name="T1" fmla="*/ 307 h 364"/>
                <a:gd name="T2" fmla="*/ 16333 w 1360"/>
                <a:gd name="T3" fmla="*/ 2070 h 364"/>
                <a:gd name="T4" fmla="*/ 21250 w 1360"/>
                <a:gd name="T5" fmla="*/ 2982 h 364"/>
                <a:gd name="T6" fmla="*/ 21250 w 1360"/>
                <a:gd name="T7" fmla="*/ 6832 h 364"/>
                <a:gd name="T8" fmla="*/ 15645 w 1360"/>
                <a:gd name="T9" fmla="*/ 5850 h 364"/>
                <a:gd name="T10" fmla="*/ 8800 w 1360"/>
                <a:gd name="T11" fmla="*/ 3799 h 364"/>
                <a:gd name="T12" fmla="*/ 63 w 1360"/>
                <a:gd name="T13" fmla="*/ 4996 h 364"/>
                <a:gd name="T14" fmla="*/ 0 w 1360"/>
                <a:gd name="T15" fmla="*/ 1574 h 364"/>
                <a:gd name="T16" fmla="*/ 9313 w 1360"/>
                <a:gd name="T17" fmla="*/ 307 h 3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0" h="364">
                  <a:moveTo>
                    <a:pt x="596" y="16"/>
                  </a:moveTo>
                  <a:cubicBezTo>
                    <a:pt x="739" y="0"/>
                    <a:pt x="926" y="53"/>
                    <a:pt x="1045" y="109"/>
                  </a:cubicBezTo>
                  <a:cubicBezTo>
                    <a:pt x="1164" y="165"/>
                    <a:pt x="1290" y="157"/>
                    <a:pt x="1360" y="157"/>
                  </a:cubicBezTo>
                  <a:cubicBezTo>
                    <a:pt x="1335" y="178"/>
                    <a:pt x="1292" y="284"/>
                    <a:pt x="1360" y="360"/>
                  </a:cubicBezTo>
                  <a:cubicBezTo>
                    <a:pt x="1290" y="360"/>
                    <a:pt x="1120" y="364"/>
                    <a:pt x="1001" y="308"/>
                  </a:cubicBezTo>
                  <a:cubicBezTo>
                    <a:pt x="883" y="252"/>
                    <a:pt x="706" y="184"/>
                    <a:pt x="563" y="200"/>
                  </a:cubicBezTo>
                  <a:cubicBezTo>
                    <a:pt x="419" y="215"/>
                    <a:pt x="238" y="263"/>
                    <a:pt x="4" y="263"/>
                  </a:cubicBezTo>
                  <a:cubicBezTo>
                    <a:pt x="47" y="204"/>
                    <a:pt x="16" y="99"/>
                    <a:pt x="0" y="83"/>
                  </a:cubicBezTo>
                  <a:cubicBezTo>
                    <a:pt x="164" y="83"/>
                    <a:pt x="453" y="32"/>
                    <a:pt x="596" y="16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7" name="Freeform 118">
              <a:extLst>
                <a:ext uri="{FF2B5EF4-FFF2-40B4-BE49-F238E27FC236}">
                  <a16:creationId xmlns:a16="http://schemas.microsoft.com/office/drawing/2014/main" id="{DB2C130B-6496-4415-83F5-D7A118C78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668"/>
              <a:ext cx="3383" cy="965"/>
            </a:xfrm>
            <a:custGeom>
              <a:avLst/>
              <a:gdLst>
                <a:gd name="T0" fmla="*/ 2813 w 1353"/>
                <a:gd name="T1" fmla="*/ 1557 h 362"/>
                <a:gd name="T2" fmla="*/ 5938 w 1353"/>
                <a:gd name="T3" fmla="*/ 1514 h 362"/>
                <a:gd name="T4" fmla="*/ 7564 w 1353"/>
                <a:gd name="T5" fmla="*/ 1455 h 362"/>
                <a:gd name="T6" fmla="*/ 8301 w 1353"/>
                <a:gd name="T7" fmla="*/ 2026 h 362"/>
                <a:gd name="T8" fmla="*/ 8084 w 1353"/>
                <a:gd name="T9" fmla="*/ 2751 h 362"/>
                <a:gd name="T10" fmla="*/ 7084 w 1353"/>
                <a:gd name="T11" fmla="*/ 3183 h 362"/>
                <a:gd name="T12" fmla="*/ 5896 w 1353"/>
                <a:gd name="T13" fmla="*/ 3809 h 362"/>
                <a:gd name="T14" fmla="*/ 2175 w 1353"/>
                <a:gd name="T15" fmla="*/ 4697 h 362"/>
                <a:gd name="T16" fmla="*/ 395 w 1353"/>
                <a:gd name="T17" fmla="*/ 4982 h 362"/>
                <a:gd name="T18" fmla="*/ 345 w 1353"/>
                <a:gd name="T19" fmla="*/ 4982 h 362"/>
                <a:gd name="T20" fmla="*/ 8804 w 1353"/>
                <a:gd name="T21" fmla="*/ 3788 h 362"/>
                <a:gd name="T22" fmla="*/ 15647 w 1353"/>
                <a:gd name="T23" fmla="*/ 5835 h 362"/>
                <a:gd name="T24" fmla="*/ 21151 w 1353"/>
                <a:gd name="T25" fmla="*/ 6822 h 362"/>
                <a:gd name="T26" fmla="*/ 17443 w 1353"/>
                <a:gd name="T27" fmla="*/ 6006 h 362"/>
                <a:gd name="T28" fmla="*/ 14772 w 1353"/>
                <a:gd name="T29" fmla="*/ 4036 h 362"/>
                <a:gd name="T30" fmla="*/ 15335 w 1353"/>
                <a:gd name="T31" fmla="*/ 2671 h 362"/>
                <a:gd name="T32" fmla="*/ 20993 w 1353"/>
                <a:gd name="T33" fmla="*/ 2978 h 362"/>
                <a:gd name="T34" fmla="*/ 16335 w 1353"/>
                <a:gd name="T35" fmla="*/ 2069 h 362"/>
                <a:gd name="T36" fmla="*/ 9316 w 1353"/>
                <a:gd name="T37" fmla="*/ 307 h 362"/>
                <a:gd name="T38" fmla="*/ 6221 w 1353"/>
                <a:gd name="T39" fmla="*/ 818 h 362"/>
                <a:gd name="T40" fmla="*/ 0 w 1353"/>
                <a:gd name="T41" fmla="*/ 1570 h 362"/>
                <a:gd name="T42" fmla="*/ 2813 w 1353"/>
                <a:gd name="T43" fmla="*/ 1557 h 36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53" h="362">
                  <a:moveTo>
                    <a:pt x="180" y="82"/>
                  </a:moveTo>
                  <a:cubicBezTo>
                    <a:pt x="242" y="74"/>
                    <a:pt x="318" y="89"/>
                    <a:pt x="380" y="80"/>
                  </a:cubicBezTo>
                  <a:cubicBezTo>
                    <a:pt x="410" y="75"/>
                    <a:pt x="453" y="80"/>
                    <a:pt x="484" y="77"/>
                  </a:cubicBezTo>
                  <a:cubicBezTo>
                    <a:pt x="508" y="75"/>
                    <a:pt x="516" y="83"/>
                    <a:pt x="531" y="107"/>
                  </a:cubicBezTo>
                  <a:cubicBezTo>
                    <a:pt x="542" y="124"/>
                    <a:pt x="533" y="137"/>
                    <a:pt x="517" y="145"/>
                  </a:cubicBezTo>
                  <a:cubicBezTo>
                    <a:pt x="496" y="155"/>
                    <a:pt x="474" y="157"/>
                    <a:pt x="453" y="168"/>
                  </a:cubicBezTo>
                  <a:cubicBezTo>
                    <a:pt x="426" y="182"/>
                    <a:pt x="403" y="186"/>
                    <a:pt x="377" y="201"/>
                  </a:cubicBezTo>
                  <a:cubicBezTo>
                    <a:pt x="349" y="218"/>
                    <a:pt x="191" y="240"/>
                    <a:pt x="139" y="248"/>
                  </a:cubicBezTo>
                  <a:cubicBezTo>
                    <a:pt x="108" y="253"/>
                    <a:pt x="56" y="261"/>
                    <a:pt x="25" y="263"/>
                  </a:cubicBezTo>
                  <a:cubicBezTo>
                    <a:pt x="24" y="263"/>
                    <a:pt x="23" y="263"/>
                    <a:pt x="22" y="263"/>
                  </a:cubicBezTo>
                  <a:cubicBezTo>
                    <a:pt x="248" y="258"/>
                    <a:pt x="423" y="215"/>
                    <a:pt x="563" y="200"/>
                  </a:cubicBezTo>
                  <a:cubicBezTo>
                    <a:pt x="706" y="184"/>
                    <a:pt x="883" y="252"/>
                    <a:pt x="1001" y="308"/>
                  </a:cubicBezTo>
                  <a:cubicBezTo>
                    <a:pt x="1117" y="362"/>
                    <a:pt x="1280" y="358"/>
                    <a:pt x="1353" y="360"/>
                  </a:cubicBezTo>
                  <a:cubicBezTo>
                    <a:pt x="1322" y="351"/>
                    <a:pt x="1174" y="337"/>
                    <a:pt x="1116" y="317"/>
                  </a:cubicBezTo>
                  <a:cubicBezTo>
                    <a:pt x="1069" y="301"/>
                    <a:pt x="964" y="263"/>
                    <a:pt x="945" y="213"/>
                  </a:cubicBezTo>
                  <a:cubicBezTo>
                    <a:pt x="933" y="181"/>
                    <a:pt x="939" y="146"/>
                    <a:pt x="981" y="141"/>
                  </a:cubicBezTo>
                  <a:cubicBezTo>
                    <a:pt x="1018" y="137"/>
                    <a:pt x="1286" y="218"/>
                    <a:pt x="1343" y="157"/>
                  </a:cubicBezTo>
                  <a:cubicBezTo>
                    <a:pt x="1271" y="154"/>
                    <a:pt x="1155" y="160"/>
                    <a:pt x="1045" y="109"/>
                  </a:cubicBezTo>
                  <a:cubicBezTo>
                    <a:pt x="926" y="53"/>
                    <a:pt x="739" y="0"/>
                    <a:pt x="596" y="16"/>
                  </a:cubicBezTo>
                  <a:cubicBezTo>
                    <a:pt x="544" y="22"/>
                    <a:pt x="474" y="32"/>
                    <a:pt x="398" y="43"/>
                  </a:cubicBezTo>
                  <a:cubicBezTo>
                    <a:pt x="261" y="62"/>
                    <a:pt x="105" y="83"/>
                    <a:pt x="0" y="83"/>
                  </a:cubicBezTo>
                  <a:cubicBezTo>
                    <a:pt x="55" y="95"/>
                    <a:pt x="125" y="90"/>
                    <a:pt x="180" y="82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8" name="Freeform 119">
              <a:extLst>
                <a:ext uri="{FF2B5EF4-FFF2-40B4-BE49-F238E27FC236}">
                  <a16:creationId xmlns:a16="http://schemas.microsoft.com/office/drawing/2014/main" id="{FA5FD286-9E33-46E6-AF75-F270DCDC5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676"/>
              <a:ext cx="1468" cy="315"/>
            </a:xfrm>
            <a:custGeom>
              <a:avLst/>
              <a:gdLst>
                <a:gd name="T0" fmla="*/ 2533 w 587"/>
                <a:gd name="T1" fmla="*/ 1084 h 118"/>
                <a:gd name="T2" fmla="*/ 1270 w 587"/>
                <a:gd name="T3" fmla="*/ 892 h 118"/>
                <a:gd name="T4" fmla="*/ 63 w 587"/>
                <a:gd name="T5" fmla="*/ 742 h 118"/>
                <a:gd name="T6" fmla="*/ 500 w 587"/>
                <a:gd name="T7" fmla="*/ 593 h 118"/>
                <a:gd name="T8" fmla="*/ 1158 w 587"/>
                <a:gd name="T9" fmla="*/ 550 h 118"/>
                <a:gd name="T10" fmla="*/ 3064 w 587"/>
                <a:gd name="T11" fmla="*/ 248 h 118"/>
                <a:gd name="T12" fmla="*/ 9181 w 587"/>
                <a:gd name="T13" fmla="*/ 1540 h 118"/>
                <a:gd name="T14" fmla="*/ 8943 w 587"/>
                <a:gd name="T15" fmla="*/ 1618 h 118"/>
                <a:gd name="T16" fmla="*/ 8288 w 587"/>
                <a:gd name="T17" fmla="*/ 1674 h 118"/>
                <a:gd name="T18" fmla="*/ 7838 w 587"/>
                <a:gd name="T19" fmla="*/ 1938 h 118"/>
                <a:gd name="T20" fmla="*/ 7272 w 587"/>
                <a:gd name="T21" fmla="*/ 1938 h 118"/>
                <a:gd name="T22" fmla="*/ 6847 w 587"/>
                <a:gd name="T23" fmla="*/ 2096 h 118"/>
                <a:gd name="T24" fmla="*/ 6285 w 587"/>
                <a:gd name="T25" fmla="*/ 2096 h 118"/>
                <a:gd name="T26" fmla="*/ 5692 w 587"/>
                <a:gd name="T27" fmla="*/ 2189 h 118"/>
                <a:gd name="T28" fmla="*/ 4346 w 587"/>
                <a:gd name="T29" fmla="*/ 1810 h 118"/>
                <a:gd name="T30" fmla="*/ 3501 w 587"/>
                <a:gd name="T31" fmla="*/ 1596 h 118"/>
                <a:gd name="T32" fmla="*/ 3064 w 587"/>
                <a:gd name="T33" fmla="*/ 1412 h 118"/>
                <a:gd name="T34" fmla="*/ 2533 w 587"/>
                <a:gd name="T35" fmla="*/ 1084 h 11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87" h="118">
                  <a:moveTo>
                    <a:pt x="162" y="57"/>
                  </a:moveTo>
                  <a:cubicBezTo>
                    <a:pt x="137" y="45"/>
                    <a:pt x="107" y="52"/>
                    <a:pt x="81" y="47"/>
                  </a:cubicBezTo>
                  <a:cubicBezTo>
                    <a:pt x="61" y="42"/>
                    <a:pt x="23" y="42"/>
                    <a:pt x="4" y="39"/>
                  </a:cubicBezTo>
                  <a:cubicBezTo>
                    <a:pt x="0" y="34"/>
                    <a:pt x="24" y="33"/>
                    <a:pt x="32" y="31"/>
                  </a:cubicBezTo>
                  <a:cubicBezTo>
                    <a:pt x="47" y="28"/>
                    <a:pt x="59" y="31"/>
                    <a:pt x="74" y="29"/>
                  </a:cubicBezTo>
                  <a:cubicBezTo>
                    <a:pt x="120" y="21"/>
                    <a:pt x="165" y="16"/>
                    <a:pt x="196" y="13"/>
                  </a:cubicBezTo>
                  <a:cubicBezTo>
                    <a:pt x="318" y="0"/>
                    <a:pt x="471" y="35"/>
                    <a:pt x="587" y="81"/>
                  </a:cubicBezTo>
                  <a:cubicBezTo>
                    <a:pt x="581" y="82"/>
                    <a:pt x="576" y="83"/>
                    <a:pt x="572" y="85"/>
                  </a:cubicBezTo>
                  <a:cubicBezTo>
                    <a:pt x="558" y="89"/>
                    <a:pt x="544" y="84"/>
                    <a:pt x="530" y="88"/>
                  </a:cubicBezTo>
                  <a:cubicBezTo>
                    <a:pt x="519" y="91"/>
                    <a:pt x="512" y="99"/>
                    <a:pt x="501" y="102"/>
                  </a:cubicBezTo>
                  <a:cubicBezTo>
                    <a:pt x="489" y="105"/>
                    <a:pt x="477" y="98"/>
                    <a:pt x="465" y="102"/>
                  </a:cubicBezTo>
                  <a:cubicBezTo>
                    <a:pt x="454" y="106"/>
                    <a:pt x="450" y="108"/>
                    <a:pt x="438" y="110"/>
                  </a:cubicBezTo>
                  <a:cubicBezTo>
                    <a:pt x="426" y="112"/>
                    <a:pt x="415" y="109"/>
                    <a:pt x="402" y="110"/>
                  </a:cubicBezTo>
                  <a:cubicBezTo>
                    <a:pt x="392" y="111"/>
                    <a:pt x="374" y="113"/>
                    <a:pt x="364" y="115"/>
                  </a:cubicBezTo>
                  <a:cubicBezTo>
                    <a:pt x="339" y="118"/>
                    <a:pt x="302" y="97"/>
                    <a:pt x="278" y="95"/>
                  </a:cubicBezTo>
                  <a:cubicBezTo>
                    <a:pt x="246" y="93"/>
                    <a:pt x="252" y="96"/>
                    <a:pt x="224" y="84"/>
                  </a:cubicBezTo>
                  <a:cubicBezTo>
                    <a:pt x="212" y="79"/>
                    <a:pt x="208" y="78"/>
                    <a:pt x="196" y="74"/>
                  </a:cubicBezTo>
                  <a:cubicBezTo>
                    <a:pt x="183" y="71"/>
                    <a:pt x="174" y="62"/>
                    <a:pt x="162" y="57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9" name="Freeform 120">
              <a:extLst>
                <a:ext uri="{FF2B5EF4-FFF2-40B4-BE49-F238E27FC236}">
                  <a16:creationId xmlns:a16="http://schemas.microsoft.com/office/drawing/2014/main" id="{EC70A3B5-77F9-4234-B57B-79A0823C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943"/>
              <a:ext cx="1433" cy="517"/>
            </a:xfrm>
            <a:custGeom>
              <a:avLst/>
              <a:gdLst>
                <a:gd name="T0" fmla="*/ 0 w 573"/>
                <a:gd name="T1" fmla="*/ 2287 h 194"/>
                <a:gd name="T2" fmla="*/ 550 w 573"/>
                <a:gd name="T3" fmla="*/ 1932 h 194"/>
                <a:gd name="T4" fmla="*/ 1425 w 573"/>
                <a:gd name="T5" fmla="*/ 1626 h 194"/>
                <a:gd name="T6" fmla="*/ 2126 w 573"/>
                <a:gd name="T7" fmla="*/ 1101 h 194"/>
                <a:gd name="T8" fmla="*/ 2909 w 573"/>
                <a:gd name="T9" fmla="*/ 704 h 194"/>
                <a:gd name="T10" fmla="*/ 3584 w 573"/>
                <a:gd name="T11" fmla="*/ 171 h 194"/>
                <a:gd name="T12" fmla="*/ 4221 w 573"/>
                <a:gd name="T13" fmla="*/ 56 h 194"/>
                <a:gd name="T14" fmla="*/ 5805 w 573"/>
                <a:gd name="T15" fmla="*/ 738 h 194"/>
                <a:gd name="T16" fmla="*/ 6585 w 573"/>
                <a:gd name="T17" fmla="*/ 1476 h 194"/>
                <a:gd name="T18" fmla="*/ 7180 w 573"/>
                <a:gd name="T19" fmla="*/ 2004 h 194"/>
                <a:gd name="T20" fmla="*/ 7775 w 573"/>
                <a:gd name="T21" fmla="*/ 2556 h 194"/>
                <a:gd name="T22" fmla="*/ 8305 w 573"/>
                <a:gd name="T23" fmla="*/ 3126 h 194"/>
                <a:gd name="T24" fmla="*/ 8963 w 573"/>
                <a:gd name="T25" fmla="*/ 3672 h 194"/>
                <a:gd name="T26" fmla="*/ 2458 w 573"/>
                <a:gd name="T27" fmla="*/ 1839 h 1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3" h="194">
                  <a:moveTo>
                    <a:pt x="0" y="121"/>
                  </a:moveTo>
                  <a:cubicBezTo>
                    <a:pt x="11" y="115"/>
                    <a:pt x="25" y="109"/>
                    <a:pt x="35" y="102"/>
                  </a:cubicBezTo>
                  <a:cubicBezTo>
                    <a:pt x="52" y="90"/>
                    <a:pt x="71" y="91"/>
                    <a:pt x="91" y="86"/>
                  </a:cubicBezTo>
                  <a:cubicBezTo>
                    <a:pt x="108" y="81"/>
                    <a:pt x="119" y="65"/>
                    <a:pt x="136" y="58"/>
                  </a:cubicBezTo>
                  <a:cubicBezTo>
                    <a:pt x="153" y="51"/>
                    <a:pt x="170" y="45"/>
                    <a:pt x="186" y="37"/>
                  </a:cubicBezTo>
                  <a:cubicBezTo>
                    <a:pt x="200" y="31"/>
                    <a:pt x="213" y="12"/>
                    <a:pt x="229" y="9"/>
                  </a:cubicBezTo>
                  <a:cubicBezTo>
                    <a:pt x="242" y="6"/>
                    <a:pt x="257" y="5"/>
                    <a:pt x="270" y="3"/>
                  </a:cubicBezTo>
                  <a:cubicBezTo>
                    <a:pt x="300" y="0"/>
                    <a:pt x="344" y="25"/>
                    <a:pt x="371" y="39"/>
                  </a:cubicBezTo>
                  <a:cubicBezTo>
                    <a:pt x="397" y="53"/>
                    <a:pt x="397" y="63"/>
                    <a:pt x="421" y="78"/>
                  </a:cubicBezTo>
                  <a:cubicBezTo>
                    <a:pt x="436" y="87"/>
                    <a:pt x="445" y="93"/>
                    <a:pt x="459" y="106"/>
                  </a:cubicBezTo>
                  <a:cubicBezTo>
                    <a:pt x="472" y="117"/>
                    <a:pt x="482" y="126"/>
                    <a:pt x="497" y="135"/>
                  </a:cubicBezTo>
                  <a:cubicBezTo>
                    <a:pt x="511" y="143"/>
                    <a:pt x="518" y="155"/>
                    <a:pt x="531" y="165"/>
                  </a:cubicBezTo>
                  <a:cubicBezTo>
                    <a:pt x="545" y="175"/>
                    <a:pt x="559" y="184"/>
                    <a:pt x="573" y="194"/>
                  </a:cubicBezTo>
                  <a:cubicBezTo>
                    <a:pt x="455" y="141"/>
                    <a:pt x="291" y="82"/>
                    <a:pt x="157" y="97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0" name="Freeform 121">
              <a:extLst>
                <a:ext uri="{FF2B5EF4-FFF2-40B4-BE49-F238E27FC236}">
                  <a16:creationId xmlns:a16="http://schemas.microsoft.com/office/drawing/2014/main" id="{76D0E78D-5D12-44F6-8591-847516E50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79"/>
              <a:ext cx="65" cy="258"/>
            </a:xfrm>
            <a:custGeom>
              <a:avLst/>
              <a:gdLst>
                <a:gd name="T0" fmla="*/ 0 w 26"/>
                <a:gd name="T1" fmla="*/ 1825 h 97"/>
                <a:gd name="T2" fmla="*/ 283 w 26"/>
                <a:gd name="T3" fmla="*/ 0 h 97"/>
                <a:gd name="T4" fmla="*/ 0 w 26"/>
                <a:gd name="T5" fmla="*/ 1825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7">
                  <a:moveTo>
                    <a:pt x="0" y="97"/>
                  </a:moveTo>
                  <a:cubicBezTo>
                    <a:pt x="16" y="77"/>
                    <a:pt x="22" y="21"/>
                    <a:pt x="18" y="0"/>
                  </a:cubicBezTo>
                  <a:cubicBezTo>
                    <a:pt x="26" y="20"/>
                    <a:pt x="26" y="61"/>
                    <a:pt x="0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1" name="Freeform 122">
              <a:extLst>
                <a:ext uri="{FF2B5EF4-FFF2-40B4-BE49-F238E27FC236}">
                  <a16:creationId xmlns:a16="http://schemas.microsoft.com/office/drawing/2014/main" id="{87D7936B-D8E2-4E1F-BC3C-5F2B912EF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180"/>
              <a:ext cx="130" cy="411"/>
            </a:xfrm>
            <a:custGeom>
              <a:avLst/>
              <a:gdLst>
                <a:gd name="T0" fmla="*/ 813 w 52"/>
                <a:gd name="T1" fmla="*/ 2928 h 154"/>
                <a:gd name="T2" fmla="*/ 688 w 52"/>
                <a:gd name="T3" fmla="*/ 0 h 154"/>
                <a:gd name="T4" fmla="*/ 813 w 52"/>
                <a:gd name="T5" fmla="*/ 2928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54">
                  <a:moveTo>
                    <a:pt x="52" y="154"/>
                  </a:moveTo>
                  <a:cubicBezTo>
                    <a:pt x="14" y="76"/>
                    <a:pt x="34" y="27"/>
                    <a:pt x="44" y="0"/>
                  </a:cubicBezTo>
                  <a:cubicBezTo>
                    <a:pt x="31" y="14"/>
                    <a:pt x="0" y="76"/>
                    <a:pt x="52" y="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2" name="Freeform 123">
              <a:extLst>
                <a:ext uri="{FF2B5EF4-FFF2-40B4-BE49-F238E27FC236}">
                  <a16:creationId xmlns:a16="http://schemas.microsoft.com/office/drawing/2014/main" id="{063E8333-0067-41E8-AC50-F43E4FC48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617"/>
              <a:ext cx="3400" cy="491"/>
            </a:xfrm>
            <a:custGeom>
              <a:avLst/>
              <a:gdLst>
                <a:gd name="T0" fmla="*/ 6313 w 1360"/>
                <a:gd name="T1" fmla="*/ 1161 h 184"/>
                <a:gd name="T2" fmla="*/ 0 w 1360"/>
                <a:gd name="T3" fmla="*/ 1937 h 184"/>
                <a:gd name="T4" fmla="*/ 0 w 1360"/>
                <a:gd name="T5" fmla="*/ 1574 h 184"/>
                <a:gd name="T6" fmla="*/ 9313 w 1360"/>
                <a:gd name="T7" fmla="*/ 307 h 184"/>
                <a:gd name="T8" fmla="*/ 16333 w 1360"/>
                <a:gd name="T9" fmla="*/ 2052 h 184"/>
                <a:gd name="T10" fmla="*/ 21250 w 1360"/>
                <a:gd name="T11" fmla="*/ 2983 h 184"/>
                <a:gd name="T12" fmla="*/ 21250 w 1360"/>
                <a:gd name="T13" fmla="*/ 3346 h 184"/>
                <a:gd name="T14" fmla="*/ 16333 w 1360"/>
                <a:gd name="T15" fmla="*/ 2436 h 184"/>
                <a:gd name="T16" fmla="*/ 15425 w 1360"/>
                <a:gd name="T17" fmla="*/ 1959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0" h="184">
                  <a:moveTo>
                    <a:pt x="404" y="61"/>
                  </a:moveTo>
                  <a:cubicBezTo>
                    <a:pt x="266" y="84"/>
                    <a:pt x="91" y="102"/>
                    <a:pt x="0" y="102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164" y="83"/>
                    <a:pt x="453" y="32"/>
                    <a:pt x="596" y="16"/>
                  </a:cubicBezTo>
                  <a:cubicBezTo>
                    <a:pt x="739" y="0"/>
                    <a:pt x="926" y="53"/>
                    <a:pt x="1045" y="108"/>
                  </a:cubicBezTo>
                  <a:cubicBezTo>
                    <a:pt x="1164" y="164"/>
                    <a:pt x="1290" y="157"/>
                    <a:pt x="1360" y="157"/>
                  </a:cubicBezTo>
                  <a:cubicBezTo>
                    <a:pt x="1360" y="176"/>
                    <a:pt x="1360" y="176"/>
                    <a:pt x="1360" y="176"/>
                  </a:cubicBezTo>
                  <a:cubicBezTo>
                    <a:pt x="1290" y="176"/>
                    <a:pt x="1164" y="184"/>
                    <a:pt x="1045" y="128"/>
                  </a:cubicBezTo>
                  <a:cubicBezTo>
                    <a:pt x="1027" y="119"/>
                    <a:pt x="1007" y="111"/>
                    <a:pt x="987" y="10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3" name="Freeform 124">
              <a:extLst>
                <a:ext uri="{FF2B5EF4-FFF2-40B4-BE49-F238E27FC236}">
                  <a16:creationId xmlns:a16="http://schemas.microsoft.com/office/drawing/2014/main" id="{8DC41F6E-D610-4578-B46F-C0E9AD781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889"/>
              <a:ext cx="117" cy="480"/>
            </a:xfrm>
            <a:custGeom>
              <a:avLst/>
              <a:gdLst>
                <a:gd name="T0" fmla="*/ 62 w 47"/>
                <a:gd name="T1" fmla="*/ 3413 h 180"/>
                <a:gd name="T2" fmla="*/ 0 w 47"/>
                <a:gd name="T3" fmla="*/ 0 h 1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80">
                  <a:moveTo>
                    <a:pt x="4" y="180"/>
                  </a:moveTo>
                  <a:cubicBezTo>
                    <a:pt x="47" y="121"/>
                    <a:pt x="16" y="1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4" name="Freeform 125">
              <a:extLst>
                <a:ext uri="{FF2B5EF4-FFF2-40B4-BE49-F238E27FC236}">
                  <a16:creationId xmlns:a16="http://schemas.microsoft.com/office/drawing/2014/main" id="{7E5F9288-B207-41B0-8769-E354ED370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204"/>
              <a:ext cx="3390" cy="480"/>
            </a:xfrm>
            <a:custGeom>
              <a:avLst/>
              <a:gdLst>
                <a:gd name="T0" fmla="*/ 15375 w 1356"/>
                <a:gd name="T1" fmla="*/ 1912 h 180"/>
                <a:gd name="T2" fmla="*/ 15583 w 1356"/>
                <a:gd name="T3" fmla="*/ 2027 h 180"/>
                <a:gd name="T4" fmla="*/ 21188 w 1356"/>
                <a:gd name="T5" fmla="*/ 3016 h 180"/>
                <a:gd name="T6" fmla="*/ 21188 w 1356"/>
                <a:gd name="T7" fmla="*/ 3336 h 180"/>
                <a:gd name="T8" fmla="*/ 15583 w 1356"/>
                <a:gd name="T9" fmla="*/ 2355 h 180"/>
                <a:gd name="T10" fmla="*/ 8738 w 1356"/>
                <a:gd name="T11" fmla="*/ 307 h 180"/>
                <a:gd name="T12" fmla="*/ 0 w 1356"/>
                <a:gd name="T13" fmla="*/ 1515 h 180"/>
                <a:gd name="T14" fmla="*/ 0 w 1356"/>
                <a:gd name="T15" fmla="*/ 1173 h 180"/>
                <a:gd name="T16" fmla="*/ 6283 w 1356"/>
                <a:gd name="T17" fmla="*/ 456 h 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6" h="180">
                  <a:moveTo>
                    <a:pt x="984" y="101"/>
                  </a:moveTo>
                  <a:cubicBezTo>
                    <a:pt x="989" y="103"/>
                    <a:pt x="993" y="105"/>
                    <a:pt x="997" y="107"/>
                  </a:cubicBezTo>
                  <a:cubicBezTo>
                    <a:pt x="1116" y="163"/>
                    <a:pt x="1286" y="159"/>
                    <a:pt x="1356" y="159"/>
                  </a:cubicBezTo>
                  <a:cubicBezTo>
                    <a:pt x="1356" y="176"/>
                    <a:pt x="1356" y="176"/>
                    <a:pt x="1356" y="176"/>
                  </a:cubicBezTo>
                  <a:cubicBezTo>
                    <a:pt x="1286" y="176"/>
                    <a:pt x="1116" y="180"/>
                    <a:pt x="997" y="124"/>
                  </a:cubicBezTo>
                  <a:cubicBezTo>
                    <a:pt x="879" y="68"/>
                    <a:pt x="702" y="0"/>
                    <a:pt x="559" y="16"/>
                  </a:cubicBezTo>
                  <a:cubicBezTo>
                    <a:pt x="415" y="32"/>
                    <a:pt x="234" y="80"/>
                    <a:pt x="0" y="80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30" y="62"/>
                    <a:pt x="298" y="42"/>
                    <a:pt x="402" y="24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5" name="Freeform 126">
              <a:extLst>
                <a:ext uri="{FF2B5EF4-FFF2-40B4-BE49-F238E27FC236}">
                  <a16:creationId xmlns:a16="http://schemas.microsoft.com/office/drawing/2014/main" id="{A8F6CEE4-8CA9-4B6E-9D06-66685D5FB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892"/>
              <a:ext cx="947" cy="747"/>
            </a:xfrm>
            <a:custGeom>
              <a:avLst/>
              <a:gdLst>
                <a:gd name="T0" fmla="*/ 92 w 379"/>
                <a:gd name="T1" fmla="*/ 0 h 280"/>
                <a:gd name="T2" fmla="*/ 999 w 379"/>
                <a:gd name="T3" fmla="*/ 478 h 280"/>
                <a:gd name="T4" fmla="*/ 5912 w 379"/>
                <a:gd name="T5" fmla="*/ 1387 h 280"/>
                <a:gd name="T6" fmla="*/ 5912 w 379"/>
                <a:gd name="T7" fmla="*/ 5240 h 280"/>
                <a:gd name="T8" fmla="*/ 312 w 379"/>
                <a:gd name="T9" fmla="*/ 4255 h 280"/>
                <a:gd name="T10" fmla="*/ 0 w 379"/>
                <a:gd name="T11" fmla="*/ 4084 h 2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9" h="280">
                  <a:moveTo>
                    <a:pt x="6" y="0"/>
                  </a:moveTo>
                  <a:cubicBezTo>
                    <a:pt x="26" y="8"/>
                    <a:pt x="46" y="16"/>
                    <a:pt x="64" y="25"/>
                  </a:cubicBezTo>
                  <a:cubicBezTo>
                    <a:pt x="183" y="81"/>
                    <a:pt x="309" y="73"/>
                    <a:pt x="379" y="73"/>
                  </a:cubicBezTo>
                  <a:cubicBezTo>
                    <a:pt x="354" y="94"/>
                    <a:pt x="311" y="200"/>
                    <a:pt x="379" y="276"/>
                  </a:cubicBezTo>
                  <a:cubicBezTo>
                    <a:pt x="309" y="276"/>
                    <a:pt x="139" y="280"/>
                    <a:pt x="20" y="224"/>
                  </a:cubicBezTo>
                  <a:cubicBezTo>
                    <a:pt x="14" y="221"/>
                    <a:pt x="7" y="218"/>
                    <a:pt x="0" y="21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6" name="Freeform 127">
              <a:extLst>
                <a:ext uri="{FF2B5EF4-FFF2-40B4-BE49-F238E27FC236}">
                  <a16:creationId xmlns:a16="http://schemas.microsoft.com/office/drawing/2014/main" id="{302BAF04-8ECB-48AB-B1C0-95DCDA90C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780"/>
              <a:ext cx="1458" cy="211"/>
            </a:xfrm>
            <a:custGeom>
              <a:avLst/>
              <a:gdLst>
                <a:gd name="T0" fmla="*/ 9118 w 583"/>
                <a:gd name="T1" fmla="*/ 799 h 79"/>
                <a:gd name="T2" fmla="*/ 8881 w 583"/>
                <a:gd name="T3" fmla="*/ 879 h 79"/>
                <a:gd name="T4" fmla="*/ 8225 w 583"/>
                <a:gd name="T5" fmla="*/ 935 h 79"/>
                <a:gd name="T6" fmla="*/ 7775 w 583"/>
                <a:gd name="T7" fmla="*/ 1199 h 79"/>
                <a:gd name="T8" fmla="*/ 7210 w 583"/>
                <a:gd name="T9" fmla="*/ 1199 h 79"/>
                <a:gd name="T10" fmla="*/ 6785 w 583"/>
                <a:gd name="T11" fmla="*/ 1354 h 79"/>
                <a:gd name="T12" fmla="*/ 6222 w 583"/>
                <a:gd name="T13" fmla="*/ 1354 h 79"/>
                <a:gd name="T14" fmla="*/ 5629 w 583"/>
                <a:gd name="T15" fmla="*/ 1448 h 79"/>
                <a:gd name="T16" fmla="*/ 4284 w 583"/>
                <a:gd name="T17" fmla="*/ 1071 h 79"/>
                <a:gd name="T18" fmla="*/ 3439 w 583"/>
                <a:gd name="T19" fmla="*/ 857 h 79"/>
                <a:gd name="T20" fmla="*/ 3001 w 583"/>
                <a:gd name="T21" fmla="*/ 662 h 79"/>
                <a:gd name="T22" fmla="*/ 2471 w 583"/>
                <a:gd name="T23" fmla="*/ 342 h 79"/>
                <a:gd name="T24" fmla="*/ 1208 w 583"/>
                <a:gd name="T25" fmla="*/ 150 h 79"/>
                <a:gd name="T26" fmla="*/ 0 w 583"/>
                <a:gd name="T27" fmla="*/ 0 h 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3" h="79">
                  <a:moveTo>
                    <a:pt x="583" y="42"/>
                  </a:moveTo>
                  <a:cubicBezTo>
                    <a:pt x="577" y="43"/>
                    <a:pt x="572" y="44"/>
                    <a:pt x="568" y="46"/>
                  </a:cubicBezTo>
                  <a:cubicBezTo>
                    <a:pt x="554" y="50"/>
                    <a:pt x="540" y="45"/>
                    <a:pt x="526" y="49"/>
                  </a:cubicBezTo>
                  <a:cubicBezTo>
                    <a:pt x="515" y="52"/>
                    <a:pt x="508" y="60"/>
                    <a:pt x="497" y="63"/>
                  </a:cubicBezTo>
                  <a:cubicBezTo>
                    <a:pt x="485" y="66"/>
                    <a:pt x="473" y="59"/>
                    <a:pt x="461" y="63"/>
                  </a:cubicBezTo>
                  <a:cubicBezTo>
                    <a:pt x="450" y="67"/>
                    <a:pt x="446" y="69"/>
                    <a:pt x="434" y="71"/>
                  </a:cubicBezTo>
                  <a:cubicBezTo>
                    <a:pt x="422" y="73"/>
                    <a:pt x="411" y="70"/>
                    <a:pt x="398" y="71"/>
                  </a:cubicBezTo>
                  <a:cubicBezTo>
                    <a:pt x="388" y="72"/>
                    <a:pt x="370" y="74"/>
                    <a:pt x="360" y="76"/>
                  </a:cubicBezTo>
                  <a:cubicBezTo>
                    <a:pt x="335" y="79"/>
                    <a:pt x="298" y="58"/>
                    <a:pt x="274" y="56"/>
                  </a:cubicBezTo>
                  <a:cubicBezTo>
                    <a:pt x="242" y="54"/>
                    <a:pt x="248" y="57"/>
                    <a:pt x="220" y="45"/>
                  </a:cubicBezTo>
                  <a:cubicBezTo>
                    <a:pt x="208" y="40"/>
                    <a:pt x="204" y="39"/>
                    <a:pt x="192" y="35"/>
                  </a:cubicBezTo>
                  <a:cubicBezTo>
                    <a:pt x="179" y="32"/>
                    <a:pt x="170" y="23"/>
                    <a:pt x="158" y="18"/>
                  </a:cubicBezTo>
                  <a:cubicBezTo>
                    <a:pt x="133" y="6"/>
                    <a:pt x="103" y="13"/>
                    <a:pt x="77" y="8"/>
                  </a:cubicBezTo>
                  <a:cubicBezTo>
                    <a:pt x="57" y="3"/>
                    <a:pt x="19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7" name="Freeform 128">
              <a:extLst>
                <a:ext uri="{FF2B5EF4-FFF2-40B4-BE49-F238E27FC236}">
                  <a16:creationId xmlns:a16="http://schemas.microsoft.com/office/drawing/2014/main" id="{81724298-0B84-487D-AE11-CE2E6C1D3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943"/>
              <a:ext cx="1438" cy="522"/>
            </a:xfrm>
            <a:custGeom>
              <a:avLst/>
              <a:gdLst>
                <a:gd name="T0" fmla="*/ 0 w 575"/>
                <a:gd name="T1" fmla="*/ 2285 h 196"/>
                <a:gd name="T2" fmla="*/ 550 w 575"/>
                <a:gd name="T3" fmla="*/ 1928 h 196"/>
                <a:gd name="T4" fmla="*/ 1425 w 575"/>
                <a:gd name="T5" fmla="*/ 1625 h 196"/>
                <a:gd name="T6" fmla="*/ 2126 w 575"/>
                <a:gd name="T7" fmla="*/ 1092 h 196"/>
                <a:gd name="T8" fmla="*/ 2909 w 575"/>
                <a:gd name="T9" fmla="*/ 703 h 196"/>
                <a:gd name="T10" fmla="*/ 3584 w 575"/>
                <a:gd name="T11" fmla="*/ 170 h 196"/>
                <a:gd name="T12" fmla="*/ 4221 w 575"/>
                <a:gd name="T13" fmla="*/ 56 h 196"/>
                <a:gd name="T14" fmla="*/ 5805 w 575"/>
                <a:gd name="T15" fmla="*/ 738 h 196"/>
                <a:gd name="T16" fmla="*/ 6585 w 575"/>
                <a:gd name="T17" fmla="*/ 1475 h 196"/>
                <a:gd name="T18" fmla="*/ 7180 w 575"/>
                <a:gd name="T19" fmla="*/ 2000 h 196"/>
                <a:gd name="T20" fmla="*/ 7775 w 575"/>
                <a:gd name="T21" fmla="*/ 2554 h 196"/>
                <a:gd name="T22" fmla="*/ 8305 w 575"/>
                <a:gd name="T23" fmla="*/ 3113 h 196"/>
                <a:gd name="T24" fmla="*/ 8993 w 575"/>
                <a:gd name="T25" fmla="*/ 3702 h 1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5" h="196">
                  <a:moveTo>
                    <a:pt x="0" y="121"/>
                  </a:moveTo>
                  <a:cubicBezTo>
                    <a:pt x="16" y="117"/>
                    <a:pt x="25" y="109"/>
                    <a:pt x="35" y="102"/>
                  </a:cubicBezTo>
                  <a:cubicBezTo>
                    <a:pt x="52" y="90"/>
                    <a:pt x="71" y="91"/>
                    <a:pt x="91" y="86"/>
                  </a:cubicBezTo>
                  <a:cubicBezTo>
                    <a:pt x="108" y="81"/>
                    <a:pt x="119" y="65"/>
                    <a:pt x="136" y="58"/>
                  </a:cubicBezTo>
                  <a:cubicBezTo>
                    <a:pt x="153" y="51"/>
                    <a:pt x="170" y="45"/>
                    <a:pt x="186" y="37"/>
                  </a:cubicBezTo>
                  <a:cubicBezTo>
                    <a:pt x="200" y="31"/>
                    <a:pt x="213" y="12"/>
                    <a:pt x="229" y="9"/>
                  </a:cubicBezTo>
                  <a:cubicBezTo>
                    <a:pt x="242" y="6"/>
                    <a:pt x="257" y="5"/>
                    <a:pt x="270" y="3"/>
                  </a:cubicBezTo>
                  <a:cubicBezTo>
                    <a:pt x="300" y="0"/>
                    <a:pt x="344" y="25"/>
                    <a:pt x="371" y="39"/>
                  </a:cubicBezTo>
                  <a:cubicBezTo>
                    <a:pt x="397" y="53"/>
                    <a:pt x="397" y="63"/>
                    <a:pt x="421" y="78"/>
                  </a:cubicBezTo>
                  <a:cubicBezTo>
                    <a:pt x="436" y="87"/>
                    <a:pt x="445" y="93"/>
                    <a:pt x="459" y="106"/>
                  </a:cubicBezTo>
                  <a:cubicBezTo>
                    <a:pt x="472" y="117"/>
                    <a:pt x="482" y="126"/>
                    <a:pt x="497" y="135"/>
                  </a:cubicBezTo>
                  <a:cubicBezTo>
                    <a:pt x="511" y="143"/>
                    <a:pt x="518" y="155"/>
                    <a:pt x="531" y="165"/>
                  </a:cubicBezTo>
                  <a:cubicBezTo>
                    <a:pt x="545" y="175"/>
                    <a:pt x="561" y="186"/>
                    <a:pt x="575" y="19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8" name="Freeform 129">
              <a:extLst>
                <a:ext uri="{FF2B5EF4-FFF2-40B4-BE49-F238E27FC236}">
                  <a16:creationId xmlns:a16="http://schemas.microsoft.com/office/drawing/2014/main" id="{7361205D-D249-4312-8F4B-370C58134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201"/>
              <a:ext cx="213" cy="171"/>
            </a:xfrm>
            <a:custGeom>
              <a:avLst/>
              <a:gdLst>
                <a:gd name="T0" fmla="*/ 0 w 85"/>
                <a:gd name="T1" fmla="*/ 0 h 64"/>
                <a:gd name="T2" fmla="*/ 501 w 85"/>
                <a:gd name="T3" fmla="*/ 401 h 64"/>
                <a:gd name="T4" fmla="*/ 1338 w 85"/>
                <a:gd name="T5" fmla="*/ 1221 h 64"/>
                <a:gd name="T6" fmla="*/ 521 w 85"/>
                <a:gd name="T7" fmla="*/ 534 h 64"/>
                <a:gd name="T8" fmla="*/ 0 w 85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4">
                  <a:moveTo>
                    <a:pt x="0" y="0"/>
                  </a:moveTo>
                  <a:cubicBezTo>
                    <a:pt x="8" y="2"/>
                    <a:pt x="21" y="10"/>
                    <a:pt x="32" y="21"/>
                  </a:cubicBezTo>
                  <a:cubicBezTo>
                    <a:pt x="43" y="32"/>
                    <a:pt x="69" y="44"/>
                    <a:pt x="85" y="64"/>
                  </a:cubicBezTo>
                  <a:cubicBezTo>
                    <a:pt x="75" y="55"/>
                    <a:pt x="45" y="36"/>
                    <a:pt x="33" y="28"/>
                  </a:cubicBezTo>
                  <a:cubicBezTo>
                    <a:pt x="20" y="20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9" name="Freeform 130">
              <a:extLst>
                <a:ext uri="{FF2B5EF4-FFF2-40B4-BE49-F238E27FC236}">
                  <a16:creationId xmlns:a16="http://schemas.microsoft.com/office/drawing/2014/main" id="{9C13DB85-EAAD-4527-8B14-5EED7CF37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161"/>
              <a:ext cx="1410" cy="286"/>
            </a:xfrm>
            <a:custGeom>
              <a:avLst/>
              <a:gdLst>
                <a:gd name="T0" fmla="*/ 8813 w 564"/>
                <a:gd name="T1" fmla="*/ 2042 h 107"/>
                <a:gd name="T2" fmla="*/ 7363 w 564"/>
                <a:gd name="T3" fmla="*/ 1430 h 107"/>
                <a:gd name="T4" fmla="*/ 6563 w 564"/>
                <a:gd name="T5" fmla="*/ 1085 h 107"/>
                <a:gd name="T6" fmla="*/ 5720 w 564"/>
                <a:gd name="T7" fmla="*/ 858 h 107"/>
                <a:gd name="T8" fmla="*/ 4720 w 564"/>
                <a:gd name="T9" fmla="*/ 513 h 107"/>
                <a:gd name="T10" fmla="*/ 3720 w 564"/>
                <a:gd name="T11" fmla="*/ 364 h 107"/>
                <a:gd name="T12" fmla="*/ 1708 w 564"/>
                <a:gd name="T13" fmla="*/ 556 h 107"/>
                <a:gd name="T14" fmla="*/ 720 w 564"/>
                <a:gd name="T15" fmla="*/ 786 h 107"/>
                <a:gd name="T16" fmla="*/ 158 w 564"/>
                <a:gd name="T17" fmla="*/ 821 h 107"/>
                <a:gd name="T18" fmla="*/ 0 w 564"/>
                <a:gd name="T19" fmla="*/ 799 h 107"/>
                <a:gd name="T20" fmla="*/ 500 w 564"/>
                <a:gd name="T21" fmla="*/ 650 h 107"/>
                <a:gd name="T22" fmla="*/ 1613 w 564"/>
                <a:gd name="T23" fmla="*/ 364 h 107"/>
                <a:gd name="T24" fmla="*/ 3875 w 564"/>
                <a:gd name="T25" fmla="*/ 21 h 107"/>
                <a:gd name="T26" fmla="*/ 5488 w 564"/>
                <a:gd name="T27" fmla="*/ 401 h 107"/>
                <a:gd name="T28" fmla="*/ 6175 w 564"/>
                <a:gd name="T29" fmla="*/ 708 h 107"/>
                <a:gd name="T30" fmla="*/ 6408 w 564"/>
                <a:gd name="T31" fmla="*/ 821 h 107"/>
                <a:gd name="T32" fmla="*/ 7688 w 564"/>
                <a:gd name="T33" fmla="*/ 1243 h 107"/>
                <a:gd name="T34" fmla="*/ 8300 w 564"/>
                <a:gd name="T35" fmla="*/ 1665 h 1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4" h="107">
                  <a:moveTo>
                    <a:pt x="564" y="107"/>
                  </a:moveTo>
                  <a:cubicBezTo>
                    <a:pt x="533" y="96"/>
                    <a:pt x="502" y="87"/>
                    <a:pt x="471" y="75"/>
                  </a:cubicBezTo>
                  <a:cubicBezTo>
                    <a:pt x="454" y="69"/>
                    <a:pt x="437" y="61"/>
                    <a:pt x="420" y="57"/>
                  </a:cubicBezTo>
                  <a:cubicBezTo>
                    <a:pt x="402" y="51"/>
                    <a:pt x="384" y="49"/>
                    <a:pt x="366" y="45"/>
                  </a:cubicBezTo>
                  <a:cubicBezTo>
                    <a:pt x="341" y="39"/>
                    <a:pt x="327" y="32"/>
                    <a:pt x="302" y="27"/>
                  </a:cubicBezTo>
                  <a:cubicBezTo>
                    <a:pt x="284" y="23"/>
                    <a:pt x="257" y="20"/>
                    <a:pt x="238" y="19"/>
                  </a:cubicBezTo>
                  <a:cubicBezTo>
                    <a:pt x="195" y="17"/>
                    <a:pt x="151" y="13"/>
                    <a:pt x="109" y="29"/>
                  </a:cubicBezTo>
                  <a:cubicBezTo>
                    <a:pt x="86" y="38"/>
                    <a:pt x="71" y="36"/>
                    <a:pt x="46" y="41"/>
                  </a:cubicBezTo>
                  <a:cubicBezTo>
                    <a:pt x="39" y="42"/>
                    <a:pt x="17" y="41"/>
                    <a:pt x="10" y="43"/>
                  </a:cubicBezTo>
                  <a:cubicBezTo>
                    <a:pt x="6" y="44"/>
                    <a:pt x="3" y="44"/>
                    <a:pt x="0" y="42"/>
                  </a:cubicBezTo>
                  <a:cubicBezTo>
                    <a:pt x="5" y="41"/>
                    <a:pt x="24" y="37"/>
                    <a:pt x="32" y="34"/>
                  </a:cubicBezTo>
                  <a:cubicBezTo>
                    <a:pt x="58" y="25"/>
                    <a:pt x="76" y="24"/>
                    <a:pt x="103" y="19"/>
                  </a:cubicBezTo>
                  <a:cubicBezTo>
                    <a:pt x="150" y="9"/>
                    <a:pt x="200" y="3"/>
                    <a:pt x="248" y="1"/>
                  </a:cubicBezTo>
                  <a:cubicBezTo>
                    <a:pt x="285" y="0"/>
                    <a:pt x="317" y="8"/>
                    <a:pt x="351" y="21"/>
                  </a:cubicBezTo>
                  <a:cubicBezTo>
                    <a:pt x="366" y="26"/>
                    <a:pt x="382" y="30"/>
                    <a:pt x="395" y="37"/>
                  </a:cubicBezTo>
                  <a:cubicBezTo>
                    <a:pt x="401" y="39"/>
                    <a:pt x="404" y="42"/>
                    <a:pt x="410" y="43"/>
                  </a:cubicBezTo>
                  <a:cubicBezTo>
                    <a:pt x="438" y="50"/>
                    <a:pt x="465" y="56"/>
                    <a:pt x="492" y="65"/>
                  </a:cubicBezTo>
                  <a:cubicBezTo>
                    <a:pt x="507" y="70"/>
                    <a:pt x="517" y="81"/>
                    <a:pt x="531" y="87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0" name="Freeform 131">
              <a:extLst>
                <a:ext uri="{FF2B5EF4-FFF2-40B4-BE49-F238E27FC236}">
                  <a16:creationId xmlns:a16="http://schemas.microsoft.com/office/drawing/2014/main" id="{08F3A908-9CCB-4163-AEEA-CB8B40C3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676"/>
              <a:ext cx="1361" cy="211"/>
            </a:xfrm>
            <a:custGeom>
              <a:avLst/>
              <a:gdLst>
                <a:gd name="T0" fmla="*/ 8519 w 544"/>
                <a:gd name="T1" fmla="*/ 1506 h 79"/>
                <a:gd name="T2" fmla="*/ 7581 w 544"/>
                <a:gd name="T3" fmla="*/ 1012 h 79"/>
                <a:gd name="T4" fmla="*/ 6515 w 544"/>
                <a:gd name="T5" fmla="*/ 649 h 79"/>
                <a:gd name="T6" fmla="*/ 4493 w 544"/>
                <a:gd name="T7" fmla="*/ 115 h 79"/>
                <a:gd name="T8" fmla="*/ 2117 w 544"/>
                <a:gd name="T9" fmla="*/ 171 h 79"/>
                <a:gd name="T10" fmla="*/ 1709 w 544"/>
                <a:gd name="T11" fmla="*/ 307 h 79"/>
                <a:gd name="T12" fmla="*/ 1238 w 544"/>
                <a:gd name="T13" fmla="*/ 401 h 79"/>
                <a:gd name="T14" fmla="*/ 395 w 544"/>
                <a:gd name="T15" fmla="*/ 684 h 79"/>
                <a:gd name="T16" fmla="*/ 0 w 544"/>
                <a:gd name="T17" fmla="*/ 721 h 79"/>
                <a:gd name="T18" fmla="*/ 533 w 544"/>
                <a:gd name="T19" fmla="*/ 785 h 79"/>
                <a:gd name="T20" fmla="*/ 1188 w 544"/>
                <a:gd name="T21" fmla="*/ 764 h 79"/>
                <a:gd name="T22" fmla="*/ 2629 w 544"/>
                <a:gd name="T23" fmla="*/ 820 h 79"/>
                <a:gd name="T24" fmla="*/ 4193 w 544"/>
                <a:gd name="T25" fmla="*/ 820 h 79"/>
                <a:gd name="T26" fmla="*/ 6014 w 544"/>
                <a:gd name="T27" fmla="*/ 900 h 79"/>
                <a:gd name="T28" fmla="*/ 6465 w 544"/>
                <a:gd name="T29" fmla="*/ 785 h 79"/>
                <a:gd name="T30" fmla="*/ 7330 w 544"/>
                <a:gd name="T31" fmla="*/ 1071 h 79"/>
                <a:gd name="T32" fmla="*/ 7736 w 544"/>
                <a:gd name="T33" fmla="*/ 1221 h 79"/>
                <a:gd name="T34" fmla="*/ 8123 w 544"/>
                <a:gd name="T35" fmla="*/ 1413 h 7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44" h="79">
                  <a:moveTo>
                    <a:pt x="544" y="79"/>
                  </a:moveTo>
                  <a:cubicBezTo>
                    <a:pt x="526" y="67"/>
                    <a:pt x="504" y="61"/>
                    <a:pt x="484" y="53"/>
                  </a:cubicBezTo>
                  <a:cubicBezTo>
                    <a:pt x="462" y="45"/>
                    <a:pt x="439" y="40"/>
                    <a:pt x="416" y="34"/>
                  </a:cubicBezTo>
                  <a:cubicBezTo>
                    <a:pt x="373" y="23"/>
                    <a:pt x="332" y="10"/>
                    <a:pt x="287" y="6"/>
                  </a:cubicBezTo>
                  <a:cubicBezTo>
                    <a:pt x="237" y="1"/>
                    <a:pt x="185" y="0"/>
                    <a:pt x="135" y="9"/>
                  </a:cubicBezTo>
                  <a:cubicBezTo>
                    <a:pt x="126" y="10"/>
                    <a:pt x="118" y="14"/>
                    <a:pt x="109" y="16"/>
                  </a:cubicBezTo>
                  <a:cubicBezTo>
                    <a:pt x="99" y="17"/>
                    <a:pt x="89" y="18"/>
                    <a:pt x="79" y="21"/>
                  </a:cubicBezTo>
                  <a:cubicBezTo>
                    <a:pt x="61" y="25"/>
                    <a:pt x="42" y="29"/>
                    <a:pt x="25" y="36"/>
                  </a:cubicBezTo>
                  <a:cubicBezTo>
                    <a:pt x="19" y="38"/>
                    <a:pt x="5" y="34"/>
                    <a:pt x="0" y="38"/>
                  </a:cubicBezTo>
                  <a:cubicBezTo>
                    <a:pt x="6" y="41"/>
                    <a:pt x="28" y="42"/>
                    <a:pt x="34" y="41"/>
                  </a:cubicBezTo>
                  <a:cubicBezTo>
                    <a:pt x="50" y="38"/>
                    <a:pt x="59" y="41"/>
                    <a:pt x="76" y="40"/>
                  </a:cubicBezTo>
                  <a:cubicBezTo>
                    <a:pt x="106" y="39"/>
                    <a:pt x="137" y="43"/>
                    <a:pt x="168" y="43"/>
                  </a:cubicBezTo>
                  <a:cubicBezTo>
                    <a:pt x="201" y="44"/>
                    <a:pt x="234" y="42"/>
                    <a:pt x="268" y="43"/>
                  </a:cubicBezTo>
                  <a:cubicBezTo>
                    <a:pt x="306" y="43"/>
                    <a:pt x="346" y="58"/>
                    <a:pt x="384" y="47"/>
                  </a:cubicBezTo>
                  <a:cubicBezTo>
                    <a:pt x="394" y="45"/>
                    <a:pt x="403" y="39"/>
                    <a:pt x="413" y="41"/>
                  </a:cubicBezTo>
                  <a:cubicBezTo>
                    <a:pt x="432" y="44"/>
                    <a:pt x="450" y="50"/>
                    <a:pt x="468" y="56"/>
                  </a:cubicBezTo>
                  <a:cubicBezTo>
                    <a:pt x="477" y="58"/>
                    <a:pt x="485" y="61"/>
                    <a:pt x="494" y="64"/>
                  </a:cubicBezTo>
                  <a:cubicBezTo>
                    <a:pt x="502" y="66"/>
                    <a:pt x="511" y="73"/>
                    <a:pt x="519" y="74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1" name="Freeform 132">
              <a:extLst>
                <a:ext uri="{FF2B5EF4-FFF2-40B4-BE49-F238E27FC236}">
                  <a16:creationId xmlns:a16="http://schemas.microsoft.com/office/drawing/2014/main" id="{38F60BE6-2B50-4D28-94BC-086B2BE0B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785"/>
              <a:ext cx="270" cy="96"/>
            </a:xfrm>
            <a:custGeom>
              <a:avLst/>
              <a:gdLst>
                <a:gd name="T0" fmla="*/ 1688 w 108"/>
                <a:gd name="T1" fmla="*/ 683 h 36"/>
                <a:gd name="T2" fmla="*/ 833 w 108"/>
                <a:gd name="T3" fmla="*/ 248 h 36"/>
                <a:gd name="T4" fmla="*/ 0 w 108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6">
                  <a:moveTo>
                    <a:pt x="108" y="36"/>
                  </a:moveTo>
                  <a:cubicBezTo>
                    <a:pt x="99" y="30"/>
                    <a:pt x="74" y="19"/>
                    <a:pt x="53" y="13"/>
                  </a:cubicBezTo>
                  <a:cubicBezTo>
                    <a:pt x="27" y="5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2" name="Freeform 133">
              <a:extLst>
                <a:ext uri="{FF2B5EF4-FFF2-40B4-BE49-F238E27FC236}">
                  <a16:creationId xmlns:a16="http://schemas.microsoft.com/office/drawing/2014/main" id="{F71EA47F-918F-487E-9FA7-9C77035D6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695"/>
              <a:ext cx="296" cy="72"/>
            </a:xfrm>
            <a:custGeom>
              <a:avLst/>
              <a:gdLst>
                <a:gd name="T0" fmla="*/ 0 w 118"/>
                <a:gd name="T1" fmla="*/ 512 h 27"/>
                <a:gd name="T2" fmla="*/ 868 w 118"/>
                <a:gd name="T3" fmla="*/ 248 h 27"/>
                <a:gd name="T4" fmla="*/ 1864 w 118"/>
                <a:gd name="T5" fmla="*/ 0 h 27"/>
                <a:gd name="T6" fmla="*/ 951 w 118"/>
                <a:gd name="T7" fmla="*/ 285 h 27"/>
                <a:gd name="T8" fmla="*/ 0 w 118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7">
                  <a:moveTo>
                    <a:pt x="0" y="27"/>
                  </a:moveTo>
                  <a:cubicBezTo>
                    <a:pt x="17" y="21"/>
                    <a:pt x="43" y="17"/>
                    <a:pt x="55" y="13"/>
                  </a:cubicBezTo>
                  <a:cubicBezTo>
                    <a:pt x="67" y="9"/>
                    <a:pt x="93" y="0"/>
                    <a:pt x="118" y="0"/>
                  </a:cubicBezTo>
                  <a:cubicBezTo>
                    <a:pt x="103" y="2"/>
                    <a:pt x="70" y="11"/>
                    <a:pt x="60" y="15"/>
                  </a:cubicBezTo>
                  <a:cubicBezTo>
                    <a:pt x="50" y="18"/>
                    <a:pt x="6" y="22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3" name="Freeform 134">
              <a:extLst>
                <a:ext uri="{FF2B5EF4-FFF2-40B4-BE49-F238E27FC236}">
                  <a16:creationId xmlns:a16="http://schemas.microsoft.com/office/drawing/2014/main" id="{CCF94916-1566-4F99-905C-6EFC888DD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215"/>
              <a:ext cx="63" cy="48"/>
            </a:xfrm>
            <a:custGeom>
              <a:avLst/>
              <a:gdLst>
                <a:gd name="T0" fmla="*/ 0 w 25"/>
                <a:gd name="T1" fmla="*/ 341 h 18"/>
                <a:gd name="T2" fmla="*/ 401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6" y="7"/>
                    <a:pt x="12" y="2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4" name="Freeform 135">
              <a:extLst>
                <a:ext uri="{FF2B5EF4-FFF2-40B4-BE49-F238E27FC236}">
                  <a16:creationId xmlns:a16="http://schemas.microsoft.com/office/drawing/2014/main" id="{8489D57D-C69E-4C6B-87D3-0DFC706E3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105"/>
              <a:ext cx="78" cy="40"/>
            </a:xfrm>
            <a:custGeom>
              <a:avLst/>
              <a:gdLst>
                <a:gd name="T0" fmla="*/ 0 w 31"/>
                <a:gd name="T1" fmla="*/ 285 h 15"/>
                <a:gd name="T2" fmla="*/ 493 w 3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10" y="7"/>
                    <a:pt x="22" y="1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5" name="Freeform 136">
              <a:extLst>
                <a:ext uri="{FF2B5EF4-FFF2-40B4-BE49-F238E27FC236}">
                  <a16:creationId xmlns:a16="http://schemas.microsoft.com/office/drawing/2014/main" id="{441998F0-4C8D-42DA-A71C-0C99CDD9C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817"/>
              <a:ext cx="88" cy="62"/>
            </a:xfrm>
            <a:custGeom>
              <a:avLst/>
              <a:gdLst>
                <a:gd name="T0" fmla="*/ 556 w 35"/>
                <a:gd name="T1" fmla="*/ 450 h 23"/>
                <a:gd name="T2" fmla="*/ 0 w 35"/>
                <a:gd name="T3" fmla="*/ 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3">
                  <a:moveTo>
                    <a:pt x="35" y="23"/>
                  </a:moveTo>
                  <a:cubicBezTo>
                    <a:pt x="35" y="8"/>
                    <a:pt x="12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6" name="Freeform 137">
              <a:extLst>
                <a:ext uri="{FF2B5EF4-FFF2-40B4-BE49-F238E27FC236}">
                  <a16:creationId xmlns:a16="http://schemas.microsoft.com/office/drawing/2014/main" id="{A0DC8E1D-EB88-4F5A-9A8C-2FDC4DC31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905"/>
              <a:ext cx="110" cy="43"/>
            </a:xfrm>
            <a:custGeom>
              <a:avLst/>
              <a:gdLst>
                <a:gd name="T0" fmla="*/ 688 w 44"/>
                <a:gd name="T1" fmla="*/ 81 h 16"/>
                <a:gd name="T2" fmla="*/ 0 w 4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6">
                  <a:moveTo>
                    <a:pt x="44" y="4"/>
                  </a:moveTo>
                  <a:cubicBezTo>
                    <a:pt x="33" y="13"/>
                    <a:pt x="8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7" name="Freeform 138">
              <a:extLst>
                <a:ext uri="{FF2B5EF4-FFF2-40B4-BE49-F238E27FC236}">
                  <a16:creationId xmlns:a16="http://schemas.microsoft.com/office/drawing/2014/main" id="{21D2C889-DE16-42E3-A102-0FF3FAF29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884"/>
              <a:ext cx="70" cy="37"/>
            </a:xfrm>
            <a:custGeom>
              <a:avLst/>
              <a:gdLst>
                <a:gd name="T0" fmla="*/ 438 w 28"/>
                <a:gd name="T1" fmla="*/ 0 h 14"/>
                <a:gd name="T2" fmla="*/ 0 w 28"/>
                <a:gd name="T3" fmla="*/ 20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28" y="0"/>
                  </a:moveTo>
                  <a:cubicBezTo>
                    <a:pt x="26" y="14"/>
                    <a:pt x="11" y="13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8" name="Freeform 139">
              <a:extLst>
                <a:ext uri="{FF2B5EF4-FFF2-40B4-BE49-F238E27FC236}">
                  <a16:creationId xmlns:a16="http://schemas.microsoft.com/office/drawing/2014/main" id="{CD1B3A51-54D4-4393-9069-1DA992811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753"/>
              <a:ext cx="100" cy="46"/>
            </a:xfrm>
            <a:custGeom>
              <a:avLst/>
              <a:gdLst>
                <a:gd name="T0" fmla="*/ 625 w 40"/>
                <a:gd name="T1" fmla="*/ 336 h 17"/>
                <a:gd name="T2" fmla="*/ 0 w 40"/>
                <a:gd name="T3" fmla="*/ 21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7">
                  <a:moveTo>
                    <a:pt x="40" y="17"/>
                  </a:moveTo>
                  <a:cubicBezTo>
                    <a:pt x="33" y="0"/>
                    <a:pt x="12" y="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9" name="Freeform 140">
              <a:extLst>
                <a:ext uri="{FF2B5EF4-FFF2-40B4-BE49-F238E27FC236}">
                  <a16:creationId xmlns:a16="http://schemas.microsoft.com/office/drawing/2014/main" id="{2EBABB4D-BAFD-437C-A031-2DBC0EA41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761"/>
              <a:ext cx="75" cy="43"/>
            </a:xfrm>
            <a:custGeom>
              <a:avLst/>
              <a:gdLst>
                <a:gd name="T0" fmla="*/ 470 w 30"/>
                <a:gd name="T1" fmla="*/ 312 h 16"/>
                <a:gd name="T2" fmla="*/ 0 w 30"/>
                <a:gd name="T3" fmla="*/ 2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30" y="16"/>
                  </a:moveTo>
                  <a:cubicBezTo>
                    <a:pt x="28" y="0"/>
                    <a:pt x="1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0" name="Freeform 141">
              <a:extLst>
                <a:ext uri="{FF2B5EF4-FFF2-40B4-BE49-F238E27FC236}">
                  <a16:creationId xmlns:a16="http://schemas.microsoft.com/office/drawing/2014/main" id="{12C63BB5-8B16-42F7-B3D8-710979327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729"/>
              <a:ext cx="100" cy="51"/>
            </a:xfrm>
            <a:custGeom>
              <a:avLst/>
              <a:gdLst>
                <a:gd name="T0" fmla="*/ 595 w 40"/>
                <a:gd name="T1" fmla="*/ 346 h 19"/>
                <a:gd name="T2" fmla="*/ 613 w 40"/>
                <a:gd name="T3" fmla="*/ 346 h 19"/>
                <a:gd name="T4" fmla="*/ 0 w 40"/>
                <a:gd name="T5" fmla="*/ 15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9">
                  <a:moveTo>
                    <a:pt x="38" y="18"/>
                  </a:moveTo>
                  <a:cubicBezTo>
                    <a:pt x="38" y="19"/>
                    <a:pt x="39" y="19"/>
                    <a:pt x="39" y="18"/>
                  </a:cubicBezTo>
                  <a:cubicBezTo>
                    <a:pt x="40" y="0"/>
                    <a:pt x="9" y="4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1" name="Freeform 142">
              <a:extLst>
                <a:ext uri="{FF2B5EF4-FFF2-40B4-BE49-F238E27FC236}">
                  <a16:creationId xmlns:a16="http://schemas.microsoft.com/office/drawing/2014/main" id="{BCF856B6-F875-4902-8D2F-8ED643E30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847"/>
              <a:ext cx="82" cy="32"/>
            </a:xfrm>
            <a:custGeom>
              <a:avLst/>
              <a:gdLst>
                <a:gd name="T0" fmla="*/ 507 w 33"/>
                <a:gd name="T1" fmla="*/ 0 h 12"/>
                <a:gd name="T2" fmla="*/ 0 w 3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7" y="12"/>
                    <a:pt x="8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2" name="Freeform 143">
              <a:extLst>
                <a:ext uri="{FF2B5EF4-FFF2-40B4-BE49-F238E27FC236}">
                  <a16:creationId xmlns:a16="http://schemas.microsoft.com/office/drawing/2014/main" id="{78D6CA92-1783-4BC1-B2C5-250C5F96B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25"/>
              <a:ext cx="60" cy="54"/>
            </a:xfrm>
            <a:custGeom>
              <a:avLst/>
              <a:gdLst>
                <a:gd name="T0" fmla="*/ 375 w 24"/>
                <a:gd name="T1" fmla="*/ 0 h 20"/>
                <a:gd name="T2" fmla="*/ 345 w 24"/>
                <a:gd name="T3" fmla="*/ 232 h 20"/>
                <a:gd name="T4" fmla="*/ 0 w 24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3" y="4"/>
                    <a:pt x="24" y="9"/>
                    <a:pt x="22" y="12"/>
                  </a:cubicBezTo>
                  <a:cubicBezTo>
                    <a:pt x="18" y="19"/>
                    <a:pt x="7" y="20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3" name="Freeform 144">
              <a:extLst>
                <a:ext uri="{FF2B5EF4-FFF2-40B4-BE49-F238E27FC236}">
                  <a16:creationId xmlns:a16="http://schemas.microsoft.com/office/drawing/2014/main" id="{49DF613F-36FC-4321-9049-F993FE659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796"/>
              <a:ext cx="25" cy="51"/>
            </a:xfrm>
            <a:custGeom>
              <a:avLst/>
              <a:gdLst>
                <a:gd name="T0" fmla="*/ 158 w 10"/>
                <a:gd name="T1" fmla="*/ 0 h 19"/>
                <a:gd name="T2" fmla="*/ 0 w 10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2" y="0"/>
                    <a:pt x="0" y="12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4" name="Freeform 145">
              <a:extLst>
                <a:ext uri="{FF2B5EF4-FFF2-40B4-BE49-F238E27FC236}">
                  <a16:creationId xmlns:a16="http://schemas.microsoft.com/office/drawing/2014/main" id="{4425D44C-E624-4946-965D-B6C6E55EA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809"/>
              <a:ext cx="30" cy="14"/>
            </a:xfrm>
            <a:custGeom>
              <a:avLst/>
              <a:gdLst>
                <a:gd name="T0" fmla="*/ 188 w 12"/>
                <a:gd name="T1" fmla="*/ 109 h 5"/>
                <a:gd name="T2" fmla="*/ 0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5"/>
                  </a:moveTo>
                  <a:cubicBezTo>
                    <a:pt x="9" y="2"/>
                    <a:pt x="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5" name="Freeform 146">
              <a:extLst>
                <a:ext uri="{FF2B5EF4-FFF2-40B4-BE49-F238E27FC236}">
                  <a16:creationId xmlns:a16="http://schemas.microsoft.com/office/drawing/2014/main" id="{8889584A-CE78-440B-807B-FD2208C33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711"/>
              <a:ext cx="103" cy="21"/>
            </a:xfrm>
            <a:custGeom>
              <a:avLst/>
              <a:gdLst>
                <a:gd name="T0" fmla="*/ 651 w 41"/>
                <a:gd name="T1" fmla="*/ 144 h 8"/>
                <a:gd name="T2" fmla="*/ 284 w 41"/>
                <a:gd name="T3" fmla="*/ 0 h 8"/>
                <a:gd name="T4" fmla="*/ 0 w 41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">
                  <a:moveTo>
                    <a:pt x="41" y="8"/>
                  </a:moveTo>
                  <a:cubicBezTo>
                    <a:pt x="35" y="3"/>
                    <a:pt x="26" y="0"/>
                    <a:pt x="18" y="0"/>
                  </a:cubicBezTo>
                  <a:cubicBezTo>
                    <a:pt x="11" y="1"/>
                    <a:pt x="7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6" name="Freeform 147">
              <a:extLst>
                <a:ext uri="{FF2B5EF4-FFF2-40B4-BE49-F238E27FC236}">
                  <a16:creationId xmlns:a16="http://schemas.microsoft.com/office/drawing/2014/main" id="{0CC31CBE-1DB7-48D0-81AB-B1A1F908A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700"/>
              <a:ext cx="108" cy="43"/>
            </a:xfrm>
            <a:custGeom>
              <a:avLst/>
              <a:gdLst>
                <a:gd name="T0" fmla="*/ 681 w 43"/>
                <a:gd name="T1" fmla="*/ 312 h 16"/>
                <a:gd name="T2" fmla="*/ 0 w 43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6">
                  <a:moveTo>
                    <a:pt x="43" y="16"/>
                  </a:moveTo>
                  <a:cubicBezTo>
                    <a:pt x="34" y="0"/>
                    <a:pt x="13" y="8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7" name="Freeform 148">
              <a:extLst>
                <a:ext uri="{FF2B5EF4-FFF2-40B4-BE49-F238E27FC236}">
                  <a16:creationId xmlns:a16="http://schemas.microsoft.com/office/drawing/2014/main" id="{48F5E733-94E5-4E01-A5FA-6FFAD59D7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833"/>
              <a:ext cx="83" cy="62"/>
            </a:xfrm>
            <a:custGeom>
              <a:avLst/>
              <a:gdLst>
                <a:gd name="T0" fmla="*/ 526 w 33"/>
                <a:gd name="T1" fmla="*/ 275 h 23"/>
                <a:gd name="T2" fmla="*/ 0 w 33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3">
                  <a:moveTo>
                    <a:pt x="33" y="14"/>
                  </a:moveTo>
                  <a:cubicBezTo>
                    <a:pt x="25" y="23"/>
                    <a:pt x="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8" name="Freeform 149">
              <a:extLst>
                <a:ext uri="{FF2B5EF4-FFF2-40B4-BE49-F238E27FC236}">
                  <a16:creationId xmlns:a16="http://schemas.microsoft.com/office/drawing/2014/main" id="{332FA9EE-599D-4AB6-BE0E-53E1C11A2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817"/>
              <a:ext cx="80" cy="27"/>
            </a:xfrm>
            <a:custGeom>
              <a:avLst/>
              <a:gdLst>
                <a:gd name="T0" fmla="*/ 500 w 32"/>
                <a:gd name="T1" fmla="*/ 0 h 10"/>
                <a:gd name="T2" fmla="*/ 0 w 32"/>
                <a:gd name="T3" fmla="*/ 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">
                  <a:moveTo>
                    <a:pt x="32" y="0"/>
                  </a:moveTo>
                  <a:cubicBezTo>
                    <a:pt x="27" y="10"/>
                    <a:pt x="8" y="1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9" name="Freeform 150">
              <a:extLst>
                <a:ext uri="{FF2B5EF4-FFF2-40B4-BE49-F238E27FC236}">
                  <a16:creationId xmlns:a16="http://schemas.microsoft.com/office/drawing/2014/main" id="{E380F266-33A6-46E3-9AF7-C4FC3A765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08"/>
              <a:ext cx="98" cy="51"/>
            </a:xfrm>
            <a:custGeom>
              <a:avLst/>
              <a:gdLst>
                <a:gd name="T0" fmla="*/ 618 w 39"/>
                <a:gd name="T1" fmla="*/ 193 h 19"/>
                <a:gd name="T2" fmla="*/ 0 w 39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9">
                  <a:moveTo>
                    <a:pt x="39" y="10"/>
                  </a:moveTo>
                  <a:cubicBezTo>
                    <a:pt x="23" y="0"/>
                    <a:pt x="13" y="11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0" name="Freeform 151">
              <a:extLst>
                <a:ext uri="{FF2B5EF4-FFF2-40B4-BE49-F238E27FC236}">
                  <a16:creationId xmlns:a16="http://schemas.microsoft.com/office/drawing/2014/main" id="{02DB1E35-ACEB-4F1E-8746-470D29F3F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748"/>
              <a:ext cx="76" cy="27"/>
            </a:xfrm>
            <a:custGeom>
              <a:avLst/>
              <a:gdLst>
                <a:gd name="T0" fmla="*/ 489 w 30"/>
                <a:gd name="T1" fmla="*/ 176 h 10"/>
                <a:gd name="T2" fmla="*/ 0 w 3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30" y="9"/>
                  </a:moveTo>
                  <a:cubicBezTo>
                    <a:pt x="20" y="0"/>
                    <a:pt x="10" y="3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1" name="Freeform 152">
              <a:extLst>
                <a:ext uri="{FF2B5EF4-FFF2-40B4-BE49-F238E27FC236}">
                  <a16:creationId xmlns:a16="http://schemas.microsoft.com/office/drawing/2014/main" id="{EDC91863-C4C8-449E-80E9-7BEBA6566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35"/>
              <a:ext cx="85" cy="45"/>
            </a:xfrm>
            <a:custGeom>
              <a:avLst/>
              <a:gdLst>
                <a:gd name="T0" fmla="*/ 533 w 34"/>
                <a:gd name="T1" fmla="*/ 0 h 17"/>
                <a:gd name="T2" fmla="*/ 0 w 34"/>
                <a:gd name="T3" fmla="*/ 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7">
                  <a:moveTo>
                    <a:pt x="34" y="0"/>
                  </a:moveTo>
                  <a:cubicBezTo>
                    <a:pt x="30" y="17"/>
                    <a:pt x="11" y="7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2" name="Freeform 153">
              <a:extLst>
                <a:ext uri="{FF2B5EF4-FFF2-40B4-BE49-F238E27FC236}">
                  <a16:creationId xmlns:a16="http://schemas.microsoft.com/office/drawing/2014/main" id="{E0E2B1DB-E228-4378-9BB5-C465FACE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924"/>
              <a:ext cx="70" cy="37"/>
            </a:xfrm>
            <a:custGeom>
              <a:avLst/>
              <a:gdLst>
                <a:gd name="T0" fmla="*/ 438 w 28"/>
                <a:gd name="T1" fmla="*/ 0 h 14"/>
                <a:gd name="T2" fmla="*/ 0 w 28"/>
                <a:gd name="T3" fmla="*/ 18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28" y="0"/>
                  </a:moveTo>
                  <a:cubicBezTo>
                    <a:pt x="26" y="14"/>
                    <a:pt x="11" y="14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3" name="Freeform 154">
              <a:extLst>
                <a:ext uri="{FF2B5EF4-FFF2-40B4-BE49-F238E27FC236}">
                  <a16:creationId xmlns:a16="http://schemas.microsoft.com/office/drawing/2014/main" id="{16F0951A-FDF0-4CC5-8962-0CDD3D79B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929"/>
              <a:ext cx="98" cy="48"/>
            </a:xfrm>
            <a:custGeom>
              <a:avLst/>
              <a:gdLst>
                <a:gd name="T0" fmla="*/ 618 w 39"/>
                <a:gd name="T1" fmla="*/ 0 h 18"/>
                <a:gd name="T2" fmla="*/ 0 w 39"/>
                <a:gd name="T3" fmla="*/ 5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39" y="0"/>
                  </a:moveTo>
                  <a:cubicBezTo>
                    <a:pt x="36" y="18"/>
                    <a:pt x="8" y="1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4" name="Freeform 155">
              <a:extLst>
                <a:ext uri="{FF2B5EF4-FFF2-40B4-BE49-F238E27FC236}">
                  <a16:creationId xmlns:a16="http://schemas.microsoft.com/office/drawing/2014/main" id="{BEE05B65-0E0F-4435-9183-0BC39BBCF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812"/>
              <a:ext cx="42" cy="69"/>
            </a:xfrm>
            <a:custGeom>
              <a:avLst/>
              <a:gdLst>
                <a:gd name="T0" fmla="*/ 0 w 17"/>
                <a:gd name="T1" fmla="*/ 0 h 26"/>
                <a:gd name="T2" fmla="*/ 183 w 17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11" y="3"/>
                    <a:pt x="17" y="15"/>
                    <a:pt x="12" y="2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5" name="Freeform 156">
              <a:extLst>
                <a:ext uri="{FF2B5EF4-FFF2-40B4-BE49-F238E27FC236}">
                  <a16:creationId xmlns:a16="http://schemas.microsoft.com/office/drawing/2014/main" id="{3D073845-346A-42C4-B25A-70EBA778D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852"/>
              <a:ext cx="52" cy="43"/>
            </a:xfrm>
            <a:custGeom>
              <a:avLst/>
              <a:gdLst>
                <a:gd name="T0" fmla="*/ 0 w 21"/>
                <a:gd name="T1" fmla="*/ 0 h 16"/>
                <a:gd name="T2" fmla="*/ 319 w 2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9" y="0"/>
                    <a:pt x="16" y="9"/>
                    <a:pt x="21" y="1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6" name="Freeform 157">
              <a:extLst>
                <a:ext uri="{FF2B5EF4-FFF2-40B4-BE49-F238E27FC236}">
                  <a16:creationId xmlns:a16="http://schemas.microsoft.com/office/drawing/2014/main" id="{029D2279-0014-48DA-9400-340A550CF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273"/>
              <a:ext cx="122" cy="94"/>
            </a:xfrm>
            <a:custGeom>
              <a:avLst/>
              <a:gdLst>
                <a:gd name="T0" fmla="*/ 757 w 49"/>
                <a:gd name="T1" fmla="*/ 462 h 35"/>
                <a:gd name="T2" fmla="*/ 0 w 49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5">
                  <a:moveTo>
                    <a:pt x="49" y="24"/>
                  </a:moveTo>
                  <a:cubicBezTo>
                    <a:pt x="39" y="35"/>
                    <a:pt x="1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7" name="Freeform 158">
              <a:extLst>
                <a:ext uri="{FF2B5EF4-FFF2-40B4-BE49-F238E27FC236}">
                  <a16:creationId xmlns:a16="http://schemas.microsoft.com/office/drawing/2014/main" id="{D16BECA3-1D04-48F4-A13D-188F49219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241"/>
              <a:ext cx="138" cy="64"/>
            </a:xfrm>
            <a:custGeom>
              <a:avLst/>
              <a:gdLst>
                <a:gd name="T0" fmla="*/ 868 w 55"/>
                <a:gd name="T1" fmla="*/ 136 h 24"/>
                <a:gd name="T2" fmla="*/ 0 w 55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4">
                  <a:moveTo>
                    <a:pt x="55" y="7"/>
                  </a:moveTo>
                  <a:cubicBezTo>
                    <a:pt x="38" y="24"/>
                    <a:pt x="15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8" name="Freeform 159">
              <a:extLst>
                <a:ext uri="{FF2B5EF4-FFF2-40B4-BE49-F238E27FC236}">
                  <a16:creationId xmlns:a16="http://schemas.microsoft.com/office/drawing/2014/main" id="{32D89573-6635-4BA7-A910-979B9B353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225"/>
              <a:ext cx="90" cy="38"/>
            </a:xfrm>
            <a:custGeom>
              <a:avLst/>
              <a:gdLst>
                <a:gd name="T0" fmla="*/ 563 w 36"/>
                <a:gd name="T1" fmla="*/ 0 h 14"/>
                <a:gd name="T2" fmla="*/ 0 w 36"/>
                <a:gd name="T3" fmla="*/ 10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4">
                  <a:moveTo>
                    <a:pt x="36" y="0"/>
                  </a:moveTo>
                  <a:cubicBezTo>
                    <a:pt x="31" y="14"/>
                    <a:pt x="11" y="1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9" name="Freeform 160">
              <a:extLst>
                <a:ext uri="{FF2B5EF4-FFF2-40B4-BE49-F238E27FC236}">
                  <a16:creationId xmlns:a16="http://schemas.microsoft.com/office/drawing/2014/main" id="{71D59E82-3A82-45ED-9342-2BA5770B6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103"/>
              <a:ext cx="103" cy="77"/>
            </a:xfrm>
            <a:custGeom>
              <a:avLst/>
              <a:gdLst>
                <a:gd name="T0" fmla="*/ 651 w 41"/>
                <a:gd name="T1" fmla="*/ 542 h 29"/>
                <a:gd name="T2" fmla="*/ 0 w 41"/>
                <a:gd name="T3" fmla="*/ 17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9">
                  <a:moveTo>
                    <a:pt x="41" y="29"/>
                  </a:moveTo>
                  <a:cubicBezTo>
                    <a:pt x="40" y="16"/>
                    <a:pt x="11" y="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0" name="Freeform 161">
              <a:extLst>
                <a:ext uri="{FF2B5EF4-FFF2-40B4-BE49-F238E27FC236}">
                  <a16:creationId xmlns:a16="http://schemas.microsoft.com/office/drawing/2014/main" id="{179408B3-B5C9-4982-AD49-C303AEDBE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081"/>
              <a:ext cx="57" cy="67"/>
            </a:xfrm>
            <a:custGeom>
              <a:avLst/>
              <a:gdLst>
                <a:gd name="T0" fmla="*/ 349 w 23"/>
                <a:gd name="T1" fmla="*/ 482 h 25"/>
                <a:gd name="T2" fmla="*/ 0 w 23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5">
                  <a:moveTo>
                    <a:pt x="23" y="25"/>
                  </a:moveTo>
                  <a:cubicBezTo>
                    <a:pt x="21" y="12"/>
                    <a:pt x="1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1" name="Freeform 162">
              <a:extLst>
                <a:ext uri="{FF2B5EF4-FFF2-40B4-BE49-F238E27FC236}">
                  <a16:creationId xmlns:a16="http://schemas.microsoft.com/office/drawing/2014/main" id="{BF3B42E1-0D35-402F-9129-7EB33DD9D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175"/>
              <a:ext cx="118" cy="42"/>
            </a:xfrm>
            <a:custGeom>
              <a:avLst/>
              <a:gdLst>
                <a:gd name="T0" fmla="*/ 743 w 47"/>
                <a:gd name="T1" fmla="*/ 144 h 16"/>
                <a:gd name="T2" fmla="*/ 0 w 4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6">
                  <a:moveTo>
                    <a:pt x="47" y="8"/>
                  </a:moveTo>
                  <a:cubicBezTo>
                    <a:pt x="32" y="16"/>
                    <a:pt x="1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2" name="Freeform 163">
              <a:extLst>
                <a:ext uri="{FF2B5EF4-FFF2-40B4-BE49-F238E27FC236}">
                  <a16:creationId xmlns:a16="http://schemas.microsoft.com/office/drawing/2014/main" id="{1CA2BD5E-E6F0-42FD-B10F-94D29F00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151"/>
              <a:ext cx="95" cy="45"/>
            </a:xfrm>
            <a:custGeom>
              <a:avLst/>
              <a:gdLst>
                <a:gd name="T0" fmla="*/ 563 w 38"/>
                <a:gd name="T1" fmla="*/ 0 h 17"/>
                <a:gd name="T2" fmla="*/ 0 w 38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7">
                  <a:moveTo>
                    <a:pt x="36" y="0"/>
                  </a:moveTo>
                  <a:cubicBezTo>
                    <a:pt x="38" y="17"/>
                    <a:pt x="9" y="14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3" name="Freeform 164">
              <a:extLst>
                <a:ext uri="{FF2B5EF4-FFF2-40B4-BE49-F238E27FC236}">
                  <a16:creationId xmlns:a16="http://schemas.microsoft.com/office/drawing/2014/main" id="{D9A9A58F-AADD-45BF-941E-87C2C0036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156"/>
              <a:ext cx="108" cy="51"/>
            </a:xfrm>
            <a:custGeom>
              <a:avLst/>
              <a:gdLst>
                <a:gd name="T0" fmla="*/ 681 w 43"/>
                <a:gd name="T1" fmla="*/ 0 h 19"/>
                <a:gd name="T2" fmla="*/ 0 w 43"/>
                <a:gd name="T3" fmla="*/ 9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9">
                  <a:moveTo>
                    <a:pt x="43" y="0"/>
                  </a:moveTo>
                  <a:cubicBezTo>
                    <a:pt x="38" y="19"/>
                    <a:pt x="12" y="1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4" name="Freeform 165">
              <a:extLst>
                <a:ext uri="{FF2B5EF4-FFF2-40B4-BE49-F238E27FC236}">
                  <a16:creationId xmlns:a16="http://schemas.microsoft.com/office/drawing/2014/main" id="{6494AB7A-07DA-4EDC-899D-63A3B774A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065"/>
              <a:ext cx="80" cy="51"/>
            </a:xfrm>
            <a:custGeom>
              <a:avLst/>
              <a:gdLst>
                <a:gd name="T0" fmla="*/ 500 w 32"/>
                <a:gd name="T1" fmla="*/ 81 h 19"/>
                <a:gd name="T2" fmla="*/ 0 w 32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9">
                  <a:moveTo>
                    <a:pt x="32" y="4"/>
                  </a:moveTo>
                  <a:cubicBezTo>
                    <a:pt x="19" y="0"/>
                    <a:pt x="3" y="5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5" name="Freeform 166">
              <a:extLst>
                <a:ext uri="{FF2B5EF4-FFF2-40B4-BE49-F238E27FC236}">
                  <a16:creationId xmlns:a16="http://schemas.microsoft.com/office/drawing/2014/main" id="{37C41373-DE7C-4D8B-88EB-05573ED6C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105"/>
              <a:ext cx="87" cy="30"/>
            </a:xfrm>
            <a:custGeom>
              <a:avLst/>
              <a:gdLst>
                <a:gd name="T0" fmla="*/ 537 w 35"/>
                <a:gd name="T1" fmla="*/ 164 h 11"/>
                <a:gd name="T2" fmla="*/ 0 w 35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35" y="8"/>
                  </a:moveTo>
                  <a:cubicBezTo>
                    <a:pt x="29" y="0"/>
                    <a:pt x="6" y="4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6" name="Freeform 167">
              <a:extLst>
                <a:ext uri="{FF2B5EF4-FFF2-40B4-BE49-F238E27FC236}">
                  <a16:creationId xmlns:a16="http://schemas.microsoft.com/office/drawing/2014/main" id="{716F61A1-E0DF-4549-A323-7FF31151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175"/>
              <a:ext cx="75" cy="34"/>
            </a:xfrm>
            <a:custGeom>
              <a:avLst/>
              <a:gdLst>
                <a:gd name="T0" fmla="*/ 470 w 30"/>
                <a:gd name="T1" fmla="*/ 0 h 13"/>
                <a:gd name="T2" fmla="*/ 0 w 30"/>
                <a:gd name="T3" fmla="*/ 14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3">
                  <a:moveTo>
                    <a:pt x="30" y="0"/>
                  </a:moveTo>
                  <a:cubicBezTo>
                    <a:pt x="28" y="10"/>
                    <a:pt x="7" y="1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7" name="Freeform 168">
              <a:extLst>
                <a:ext uri="{FF2B5EF4-FFF2-40B4-BE49-F238E27FC236}">
                  <a16:creationId xmlns:a16="http://schemas.microsoft.com/office/drawing/2014/main" id="{AF5E2958-4482-4AD5-A8DE-4876F792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180"/>
              <a:ext cx="72" cy="43"/>
            </a:xfrm>
            <a:custGeom>
              <a:avLst/>
              <a:gdLst>
                <a:gd name="T0" fmla="*/ 412 w 29"/>
                <a:gd name="T1" fmla="*/ 0 h 16"/>
                <a:gd name="T2" fmla="*/ 0 w 29"/>
                <a:gd name="T3" fmla="*/ 2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6">
                  <a:moveTo>
                    <a:pt x="27" y="0"/>
                  </a:moveTo>
                  <a:cubicBezTo>
                    <a:pt x="29" y="11"/>
                    <a:pt x="8" y="16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8" name="Freeform 169">
              <a:extLst>
                <a:ext uri="{FF2B5EF4-FFF2-40B4-BE49-F238E27FC236}">
                  <a16:creationId xmlns:a16="http://schemas.microsoft.com/office/drawing/2014/main" id="{0C167939-4CB2-4913-A001-EE84280A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031"/>
              <a:ext cx="100" cy="42"/>
            </a:xfrm>
            <a:custGeom>
              <a:avLst/>
              <a:gdLst>
                <a:gd name="T0" fmla="*/ 625 w 40"/>
                <a:gd name="T1" fmla="*/ 165 h 16"/>
                <a:gd name="T2" fmla="*/ 283 w 40"/>
                <a:gd name="T3" fmla="*/ 55 h 16"/>
                <a:gd name="T4" fmla="*/ 20 w 40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40" y="9"/>
                  </a:moveTo>
                  <a:cubicBezTo>
                    <a:pt x="34" y="4"/>
                    <a:pt x="26" y="0"/>
                    <a:pt x="18" y="3"/>
                  </a:cubicBezTo>
                  <a:cubicBezTo>
                    <a:pt x="13" y="4"/>
                    <a:pt x="0" y="10"/>
                    <a:pt x="1" y="1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9" name="Freeform 170">
              <a:extLst>
                <a:ext uri="{FF2B5EF4-FFF2-40B4-BE49-F238E27FC236}">
                  <a16:creationId xmlns:a16="http://schemas.microsoft.com/office/drawing/2014/main" id="{54314B26-F7A4-4874-ADD9-A79666282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065"/>
              <a:ext cx="100" cy="35"/>
            </a:xfrm>
            <a:custGeom>
              <a:avLst/>
              <a:gdLst>
                <a:gd name="T0" fmla="*/ 625 w 40"/>
                <a:gd name="T1" fmla="*/ 137 h 13"/>
                <a:gd name="T2" fmla="*/ 0 w 40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3">
                  <a:moveTo>
                    <a:pt x="40" y="7"/>
                  </a:moveTo>
                  <a:cubicBezTo>
                    <a:pt x="25" y="2"/>
                    <a:pt x="11" y="0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0" name="Freeform 171">
              <a:extLst>
                <a:ext uri="{FF2B5EF4-FFF2-40B4-BE49-F238E27FC236}">
                  <a16:creationId xmlns:a16="http://schemas.microsoft.com/office/drawing/2014/main" id="{32BBDE1E-2C34-4BCF-B225-751CA6737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113"/>
              <a:ext cx="83" cy="56"/>
            </a:xfrm>
            <a:custGeom>
              <a:avLst/>
              <a:gdLst>
                <a:gd name="T0" fmla="*/ 526 w 33"/>
                <a:gd name="T1" fmla="*/ 397 h 21"/>
                <a:gd name="T2" fmla="*/ 0 w 33"/>
                <a:gd name="T3" fmla="*/ 11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1">
                  <a:moveTo>
                    <a:pt x="33" y="21"/>
                  </a:moveTo>
                  <a:cubicBezTo>
                    <a:pt x="31" y="11"/>
                    <a:pt x="10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1" name="Freeform 172">
              <a:extLst>
                <a:ext uri="{FF2B5EF4-FFF2-40B4-BE49-F238E27FC236}">
                  <a16:creationId xmlns:a16="http://schemas.microsoft.com/office/drawing/2014/main" id="{43E03AD8-BC85-478B-ABCA-D69462A17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095"/>
              <a:ext cx="45" cy="56"/>
            </a:xfrm>
            <a:custGeom>
              <a:avLst/>
              <a:gdLst>
                <a:gd name="T0" fmla="*/ 270 w 18"/>
                <a:gd name="T1" fmla="*/ 397 h 21"/>
                <a:gd name="T2" fmla="*/ 0 w 18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17" y="21"/>
                  </a:moveTo>
                  <a:cubicBezTo>
                    <a:pt x="18" y="10"/>
                    <a:pt x="1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2" name="Freeform 173">
              <a:extLst>
                <a:ext uri="{FF2B5EF4-FFF2-40B4-BE49-F238E27FC236}">
                  <a16:creationId xmlns:a16="http://schemas.microsoft.com/office/drawing/2014/main" id="{72CDB9A9-6738-4664-B4AD-9C92555CC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47"/>
              <a:ext cx="17" cy="29"/>
            </a:xfrm>
            <a:custGeom>
              <a:avLst/>
              <a:gdLst>
                <a:gd name="T0" fmla="*/ 100 w 7"/>
                <a:gd name="T1" fmla="*/ 0 h 11"/>
                <a:gd name="T2" fmla="*/ 29 w 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2" y="2"/>
                    <a:pt x="0" y="6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3" name="Freeform 174">
              <a:extLst>
                <a:ext uri="{FF2B5EF4-FFF2-40B4-BE49-F238E27FC236}">
                  <a16:creationId xmlns:a16="http://schemas.microsoft.com/office/drawing/2014/main" id="{ADE4624F-4212-4F8D-A400-735C361E1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055"/>
              <a:ext cx="25" cy="5"/>
            </a:xfrm>
            <a:custGeom>
              <a:avLst/>
              <a:gdLst>
                <a:gd name="T0" fmla="*/ 158 w 10"/>
                <a:gd name="T1" fmla="*/ 33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4" name="Freeform 175">
              <a:extLst>
                <a:ext uri="{FF2B5EF4-FFF2-40B4-BE49-F238E27FC236}">
                  <a16:creationId xmlns:a16="http://schemas.microsoft.com/office/drawing/2014/main" id="{EE5EE507-CE29-474A-B192-734E863E0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27"/>
              <a:ext cx="38" cy="48"/>
            </a:xfrm>
            <a:custGeom>
              <a:avLst/>
              <a:gdLst>
                <a:gd name="T0" fmla="*/ 213 w 15"/>
                <a:gd name="T1" fmla="*/ 115 h 18"/>
                <a:gd name="T2" fmla="*/ 63 w 15"/>
                <a:gd name="T3" fmla="*/ 307 h 18"/>
                <a:gd name="T4" fmla="*/ 147 w 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3" y="6"/>
                  </a:moveTo>
                  <a:cubicBezTo>
                    <a:pt x="15" y="10"/>
                    <a:pt x="9" y="18"/>
                    <a:pt x="4" y="16"/>
                  </a:cubicBezTo>
                  <a:cubicBezTo>
                    <a:pt x="0" y="13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5" name="Freeform 176">
              <a:extLst>
                <a:ext uri="{FF2B5EF4-FFF2-40B4-BE49-F238E27FC236}">
                  <a16:creationId xmlns:a16="http://schemas.microsoft.com/office/drawing/2014/main" id="{8639F1F7-6DB6-465B-BD09-2D0EF43A3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049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2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6" name="Freeform 177">
              <a:extLst>
                <a:ext uri="{FF2B5EF4-FFF2-40B4-BE49-F238E27FC236}">
                  <a16:creationId xmlns:a16="http://schemas.microsoft.com/office/drawing/2014/main" id="{A70FB1BE-5C74-4E09-BBDD-DA70FA35F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068"/>
              <a:ext cx="42" cy="37"/>
            </a:xfrm>
            <a:custGeom>
              <a:avLst/>
              <a:gdLst>
                <a:gd name="T0" fmla="*/ 133 w 17"/>
                <a:gd name="T1" fmla="*/ 259 h 14"/>
                <a:gd name="T2" fmla="*/ 42 w 17"/>
                <a:gd name="T3" fmla="*/ 77 h 14"/>
                <a:gd name="T4" fmla="*/ 257 w 17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9" y="14"/>
                  </a:moveTo>
                  <a:cubicBezTo>
                    <a:pt x="6" y="12"/>
                    <a:pt x="0" y="7"/>
                    <a:pt x="3" y="4"/>
                  </a:cubicBezTo>
                  <a:cubicBezTo>
                    <a:pt x="7" y="0"/>
                    <a:pt x="16" y="7"/>
                    <a:pt x="17" y="1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7" name="Freeform 178">
              <a:extLst>
                <a:ext uri="{FF2B5EF4-FFF2-40B4-BE49-F238E27FC236}">
                  <a16:creationId xmlns:a16="http://schemas.microsoft.com/office/drawing/2014/main" id="{16C6BF27-44B4-40FD-8B6B-D62EE1316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116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1"/>
                    <a:pt x="3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8" name="Freeform 179">
              <a:extLst>
                <a:ext uri="{FF2B5EF4-FFF2-40B4-BE49-F238E27FC236}">
                  <a16:creationId xmlns:a16="http://schemas.microsoft.com/office/drawing/2014/main" id="{C561401C-2570-4F20-954D-154AFD32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97"/>
              <a:ext cx="40" cy="43"/>
            </a:xfrm>
            <a:custGeom>
              <a:avLst/>
              <a:gdLst>
                <a:gd name="T0" fmla="*/ 145 w 16"/>
                <a:gd name="T1" fmla="*/ 312 h 16"/>
                <a:gd name="T2" fmla="*/ 50 w 16"/>
                <a:gd name="T3" fmla="*/ 116 h 16"/>
                <a:gd name="T4" fmla="*/ 250 w 16"/>
                <a:gd name="T5" fmla="*/ 2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9" y="16"/>
                  </a:moveTo>
                  <a:cubicBezTo>
                    <a:pt x="7" y="15"/>
                    <a:pt x="0" y="10"/>
                    <a:pt x="3" y="6"/>
                  </a:cubicBezTo>
                  <a:cubicBezTo>
                    <a:pt x="6" y="0"/>
                    <a:pt x="15" y="9"/>
                    <a:pt x="16" y="1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9" name="Freeform 180">
              <a:extLst>
                <a:ext uri="{FF2B5EF4-FFF2-40B4-BE49-F238E27FC236}">
                  <a16:creationId xmlns:a16="http://schemas.microsoft.com/office/drawing/2014/main" id="{A25772EA-3220-469E-8566-D8D1C79E7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164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4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0" name="Freeform 181">
              <a:extLst>
                <a:ext uri="{FF2B5EF4-FFF2-40B4-BE49-F238E27FC236}">
                  <a16:creationId xmlns:a16="http://schemas.microsoft.com/office/drawing/2014/main" id="{7382AFA0-D6F9-41CE-8178-E923334F0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177"/>
              <a:ext cx="18" cy="11"/>
            </a:xfrm>
            <a:custGeom>
              <a:avLst/>
              <a:gdLst>
                <a:gd name="T0" fmla="*/ 118 w 7"/>
                <a:gd name="T1" fmla="*/ 83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4" y="4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1" name="Freeform 182">
              <a:extLst>
                <a:ext uri="{FF2B5EF4-FFF2-40B4-BE49-F238E27FC236}">
                  <a16:creationId xmlns:a16="http://schemas.microsoft.com/office/drawing/2014/main" id="{10D499A3-D9A4-4A43-9989-039595447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207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33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1" y="4"/>
                    <a:pt x="2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2" name="Freeform 183">
              <a:extLst>
                <a:ext uri="{FF2B5EF4-FFF2-40B4-BE49-F238E27FC236}">
                  <a16:creationId xmlns:a16="http://schemas.microsoft.com/office/drawing/2014/main" id="{7B2DEE2A-B988-4F1A-A433-F559C2D02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140"/>
              <a:ext cx="20" cy="3"/>
            </a:xfrm>
            <a:custGeom>
              <a:avLst/>
              <a:gdLst>
                <a:gd name="T0" fmla="*/ 125 w 8"/>
                <a:gd name="T1" fmla="*/ 27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3" name="Freeform 184">
              <a:extLst>
                <a:ext uri="{FF2B5EF4-FFF2-40B4-BE49-F238E27FC236}">
                  <a16:creationId xmlns:a16="http://schemas.microsoft.com/office/drawing/2014/main" id="{9FAA9BAC-BE23-49A8-AAC7-71C821F50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076"/>
              <a:ext cx="60" cy="35"/>
            </a:xfrm>
            <a:custGeom>
              <a:avLst/>
              <a:gdLst>
                <a:gd name="T0" fmla="*/ 63 w 24"/>
                <a:gd name="T1" fmla="*/ 253 h 13"/>
                <a:gd name="T2" fmla="*/ 175 w 2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4" y="13"/>
                  </a:moveTo>
                  <a:cubicBezTo>
                    <a:pt x="0" y="2"/>
                    <a:pt x="24" y="0"/>
                    <a:pt x="11" y="1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4" name="Freeform 185">
              <a:extLst>
                <a:ext uri="{FF2B5EF4-FFF2-40B4-BE49-F238E27FC236}">
                  <a16:creationId xmlns:a16="http://schemas.microsoft.com/office/drawing/2014/main" id="{849C3B07-E179-44C0-A27B-74052DD59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169"/>
              <a:ext cx="23" cy="6"/>
            </a:xfrm>
            <a:custGeom>
              <a:avLst/>
              <a:gdLst>
                <a:gd name="T0" fmla="*/ 151 w 9"/>
                <a:gd name="T1" fmla="*/ 0 h 2"/>
                <a:gd name="T2" fmla="*/ 0 w 9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0"/>
                    <a:pt x="3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5" name="Freeform 186">
              <a:extLst>
                <a:ext uri="{FF2B5EF4-FFF2-40B4-BE49-F238E27FC236}">
                  <a16:creationId xmlns:a16="http://schemas.microsoft.com/office/drawing/2014/main" id="{774D2D50-EADF-4B05-8912-F917ED3DD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836"/>
              <a:ext cx="30" cy="59"/>
            </a:xfrm>
            <a:custGeom>
              <a:avLst/>
              <a:gdLst>
                <a:gd name="T0" fmla="*/ 95 w 12"/>
                <a:gd name="T1" fmla="*/ 389 h 22"/>
                <a:gd name="T2" fmla="*/ 20 w 12"/>
                <a:gd name="T3" fmla="*/ 231 h 22"/>
                <a:gd name="T4" fmla="*/ 188 w 12"/>
                <a:gd name="T5" fmla="*/ 38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6" y="20"/>
                  </a:moveTo>
                  <a:cubicBezTo>
                    <a:pt x="2" y="22"/>
                    <a:pt x="0" y="14"/>
                    <a:pt x="1" y="12"/>
                  </a:cubicBezTo>
                  <a:cubicBezTo>
                    <a:pt x="2" y="0"/>
                    <a:pt x="10" y="17"/>
                    <a:pt x="12" y="2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6" name="Freeform 187">
              <a:extLst>
                <a:ext uri="{FF2B5EF4-FFF2-40B4-BE49-F238E27FC236}">
                  <a16:creationId xmlns:a16="http://schemas.microsoft.com/office/drawing/2014/main" id="{865CE97A-A720-447D-8F71-C36234D69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785"/>
              <a:ext cx="15" cy="32"/>
            </a:xfrm>
            <a:custGeom>
              <a:avLst/>
              <a:gdLst>
                <a:gd name="T0" fmla="*/ 95 w 6"/>
                <a:gd name="T1" fmla="*/ 227 h 12"/>
                <a:gd name="T2" fmla="*/ 0 w 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6" y="12"/>
                  </a:moveTo>
                  <a:cubicBezTo>
                    <a:pt x="3" y="10"/>
                    <a:pt x="2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7" name="Freeform 188">
              <a:extLst>
                <a:ext uri="{FF2B5EF4-FFF2-40B4-BE49-F238E27FC236}">
                  <a16:creationId xmlns:a16="http://schemas.microsoft.com/office/drawing/2014/main" id="{41761940-8D07-49B6-9821-F1419087F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804"/>
              <a:ext cx="7" cy="27"/>
            </a:xfrm>
            <a:custGeom>
              <a:avLst/>
              <a:gdLst>
                <a:gd name="T0" fmla="*/ 12 w 3"/>
                <a:gd name="T1" fmla="*/ 0 h 10"/>
                <a:gd name="T2" fmla="*/ 0 w 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0"/>
                  </a:moveTo>
                  <a:cubicBezTo>
                    <a:pt x="1" y="3"/>
                    <a:pt x="3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8" name="Freeform 189">
              <a:extLst>
                <a:ext uri="{FF2B5EF4-FFF2-40B4-BE49-F238E27FC236}">
                  <a16:creationId xmlns:a16="http://schemas.microsoft.com/office/drawing/2014/main" id="{26DB3E72-124D-4601-A93D-11EEF7517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836"/>
              <a:ext cx="38" cy="56"/>
            </a:xfrm>
            <a:custGeom>
              <a:avLst/>
              <a:gdLst>
                <a:gd name="T0" fmla="*/ 51 w 15"/>
                <a:gd name="T1" fmla="*/ 397 h 21"/>
                <a:gd name="T2" fmla="*/ 193 w 15"/>
                <a:gd name="T3" fmla="*/ 192 h 21"/>
                <a:gd name="T4" fmla="*/ 0 w 15"/>
                <a:gd name="T5" fmla="*/ 32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3" y="21"/>
                  </a:moveTo>
                  <a:cubicBezTo>
                    <a:pt x="7" y="19"/>
                    <a:pt x="15" y="16"/>
                    <a:pt x="12" y="10"/>
                  </a:cubicBezTo>
                  <a:cubicBezTo>
                    <a:pt x="7" y="0"/>
                    <a:pt x="2" y="13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9" name="Freeform 190">
              <a:extLst>
                <a:ext uri="{FF2B5EF4-FFF2-40B4-BE49-F238E27FC236}">
                  <a16:creationId xmlns:a16="http://schemas.microsoft.com/office/drawing/2014/main" id="{F5141D5B-DF9A-4094-A5AF-B0488CE01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809"/>
              <a:ext cx="27" cy="19"/>
            </a:xfrm>
            <a:custGeom>
              <a:avLst/>
              <a:gdLst>
                <a:gd name="T0" fmla="*/ 0 w 11"/>
                <a:gd name="T1" fmla="*/ 141 h 7"/>
                <a:gd name="T2" fmla="*/ 162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5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0" name="Freeform 191">
              <a:extLst>
                <a:ext uri="{FF2B5EF4-FFF2-40B4-BE49-F238E27FC236}">
                  <a16:creationId xmlns:a16="http://schemas.microsoft.com/office/drawing/2014/main" id="{EC07FB28-150B-45E4-B60F-20FD1F2D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817"/>
              <a:ext cx="18" cy="14"/>
            </a:xfrm>
            <a:custGeom>
              <a:avLst/>
              <a:gdLst>
                <a:gd name="T0" fmla="*/ 118 w 7"/>
                <a:gd name="T1" fmla="*/ 109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1" name="Freeform 192">
              <a:extLst>
                <a:ext uri="{FF2B5EF4-FFF2-40B4-BE49-F238E27FC236}">
                  <a16:creationId xmlns:a16="http://schemas.microsoft.com/office/drawing/2014/main" id="{8FAF6BE4-106C-48C2-953A-541991EA3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721"/>
              <a:ext cx="18" cy="16"/>
            </a:xfrm>
            <a:custGeom>
              <a:avLst/>
              <a:gdLst>
                <a:gd name="T0" fmla="*/ 118 w 7"/>
                <a:gd name="T1" fmla="*/ 21 h 6"/>
                <a:gd name="T2" fmla="*/ 21 w 7"/>
                <a:gd name="T3" fmla="*/ 115 h 6"/>
                <a:gd name="T4" fmla="*/ 2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7" y="1"/>
                  </a:moveTo>
                  <a:cubicBezTo>
                    <a:pt x="6" y="3"/>
                    <a:pt x="4" y="6"/>
                    <a:pt x="1" y="6"/>
                  </a:cubicBezTo>
                  <a:cubicBezTo>
                    <a:pt x="0" y="4"/>
                    <a:pt x="1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2" name="Freeform 193">
              <a:extLst>
                <a:ext uri="{FF2B5EF4-FFF2-40B4-BE49-F238E27FC236}">
                  <a16:creationId xmlns:a16="http://schemas.microsoft.com/office/drawing/2014/main" id="{945961FA-0FDB-411B-8B8C-7154F0453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713"/>
              <a:ext cx="33" cy="38"/>
            </a:xfrm>
            <a:custGeom>
              <a:avLst/>
              <a:gdLst>
                <a:gd name="T0" fmla="*/ 0 w 13"/>
                <a:gd name="T1" fmla="*/ 117 h 14"/>
                <a:gd name="T2" fmla="*/ 129 w 13"/>
                <a:gd name="T3" fmla="*/ 258 h 14"/>
                <a:gd name="T4" fmla="*/ 129 w 13"/>
                <a:gd name="T5" fmla="*/ 0 h 14"/>
                <a:gd name="T6" fmla="*/ 180 w 13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3" y="6"/>
                    <a:pt x="4" y="14"/>
                    <a:pt x="8" y="13"/>
                  </a:cubicBezTo>
                  <a:cubicBezTo>
                    <a:pt x="13" y="12"/>
                    <a:pt x="9" y="3"/>
                    <a:pt x="8" y="0"/>
                  </a:cubicBezTo>
                  <a:cubicBezTo>
                    <a:pt x="9" y="0"/>
                    <a:pt x="10" y="1"/>
                    <a:pt x="11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3" name="Freeform 194">
              <a:extLst>
                <a:ext uri="{FF2B5EF4-FFF2-40B4-BE49-F238E27FC236}">
                  <a16:creationId xmlns:a16="http://schemas.microsoft.com/office/drawing/2014/main" id="{8637183C-DC2E-4712-B634-EC9B91A79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735"/>
              <a:ext cx="30" cy="32"/>
            </a:xfrm>
            <a:custGeom>
              <a:avLst/>
              <a:gdLst>
                <a:gd name="T0" fmla="*/ 0 w 12"/>
                <a:gd name="T1" fmla="*/ 21 h 12"/>
                <a:gd name="T2" fmla="*/ 95 w 12"/>
                <a:gd name="T3" fmla="*/ 205 h 12"/>
                <a:gd name="T4" fmla="*/ 113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1"/>
                  </a:moveTo>
                  <a:cubicBezTo>
                    <a:pt x="2" y="4"/>
                    <a:pt x="1" y="12"/>
                    <a:pt x="6" y="11"/>
                  </a:cubicBezTo>
                  <a:cubicBezTo>
                    <a:pt x="12" y="10"/>
                    <a:pt x="7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4" name="Freeform 195">
              <a:extLst>
                <a:ext uri="{FF2B5EF4-FFF2-40B4-BE49-F238E27FC236}">
                  <a16:creationId xmlns:a16="http://schemas.microsoft.com/office/drawing/2014/main" id="{27743620-C837-492B-A25F-F6273CE4E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793"/>
              <a:ext cx="20" cy="3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5" name="Freeform 196">
              <a:extLst>
                <a:ext uri="{FF2B5EF4-FFF2-40B4-BE49-F238E27FC236}">
                  <a16:creationId xmlns:a16="http://schemas.microsoft.com/office/drawing/2014/main" id="{55C74072-F2CF-448F-BB67-D26BFF9FC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769"/>
              <a:ext cx="30" cy="6"/>
            </a:xfrm>
            <a:custGeom>
              <a:avLst/>
              <a:gdLst>
                <a:gd name="T0" fmla="*/ 188 w 12"/>
                <a:gd name="T1" fmla="*/ 54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2"/>
                    <a:pt x="5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6" name="Freeform 197">
              <a:extLst>
                <a:ext uri="{FF2B5EF4-FFF2-40B4-BE49-F238E27FC236}">
                  <a16:creationId xmlns:a16="http://schemas.microsoft.com/office/drawing/2014/main" id="{EEDF0B9C-E086-43D6-B728-AC7A4427C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852"/>
              <a:ext cx="25" cy="24"/>
            </a:xfrm>
            <a:custGeom>
              <a:avLst/>
              <a:gdLst>
                <a:gd name="T0" fmla="*/ 158 w 10"/>
                <a:gd name="T1" fmla="*/ 93 h 9"/>
                <a:gd name="T2" fmla="*/ 0 w 10"/>
                <a:gd name="T3" fmla="*/ 149 h 9"/>
                <a:gd name="T4" fmla="*/ 12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7" y="7"/>
                    <a:pt x="3" y="9"/>
                    <a:pt x="0" y="8"/>
                  </a:cubicBezTo>
                  <a:cubicBezTo>
                    <a:pt x="1" y="5"/>
                    <a:pt x="4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7" name="Freeform 198">
              <a:extLst>
                <a:ext uri="{FF2B5EF4-FFF2-40B4-BE49-F238E27FC236}">
                  <a16:creationId xmlns:a16="http://schemas.microsoft.com/office/drawing/2014/main" id="{E3445C8C-1507-4AD0-B57F-034E0D215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908"/>
              <a:ext cx="12" cy="19"/>
            </a:xfrm>
            <a:custGeom>
              <a:avLst/>
              <a:gdLst>
                <a:gd name="T0" fmla="*/ 70 w 5"/>
                <a:gd name="T1" fmla="*/ 141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8" name="Freeform 199">
              <a:extLst>
                <a:ext uri="{FF2B5EF4-FFF2-40B4-BE49-F238E27FC236}">
                  <a16:creationId xmlns:a16="http://schemas.microsoft.com/office/drawing/2014/main" id="{AF010CCF-0749-44E9-ACB5-8FDFD483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884"/>
              <a:ext cx="28" cy="13"/>
            </a:xfrm>
            <a:custGeom>
              <a:avLst/>
              <a:gdLst>
                <a:gd name="T0" fmla="*/ 181 w 11"/>
                <a:gd name="T1" fmla="*/ 88 h 5"/>
                <a:gd name="T2" fmla="*/ 0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1" y="5"/>
                  </a:moveTo>
                  <a:cubicBezTo>
                    <a:pt x="7" y="5"/>
                    <a:pt x="4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9" name="Freeform 200">
              <a:extLst>
                <a:ext uri="{FF2B5EF4-FFF2-40B4-BE49-F238E27FC236}">
                  <a16:creationId xmlns:a16="http://schemas.microsoft.com/office/drawing/2014/main" id="{0118FE30-3AE2-41B3-9FA3-2A7F2A8FE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895"/>
              <a:ext cx="25" cy="37"/>
            </a:xfrm>
            <a:custGeom>
              <a:avLst/>
              <a:gdLst>
                <a:gd name="T0" fmla="*/ 50 w 10"/>
                <a:gd name="T1" fmla="*/ 259 h 14"/>
                <a:gd name="T2" fmla="*/ 63 w 10"/>
                <a:gd name="T3" fmla="*/ 77 h 14"/>
                <a:gd name="T4" fmla="*/ 158 w 10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14"/>
                  </a:moveTo>
                  <a:cubicBezTo>
                    <a:pt x="1" y="12"/>
                    <a:pt x="0" y="5"/>
                    <a:pt x="4" y="4"/>
                  </a:cubicBezTo>
                  <a:cubicBezTo>
                    <a:pt x="9" y="0"/>
                    <a:pt x="10" y="11"/>
                    <a:pt x="10" y="14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0" name="Freeform 201">
              <a:extLst>
                <a:ext uri="{FF2B5EF4-FFF2-40B4-BE49-F238E27FC236}">
                  <a16:creationId xmlns:a16="http://schemas.microsoft.com/office/drawing/2014/main" id="{C3FDBB4B-D5DC-4646-AAC2-DC8724BE9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935"/>
              <a:ext cx="27" cy="10"/>
            </a:xfrm>
            <a:custGeom>
              <a:avLst/>
              <a:gdLst>
                <a:gd name="T0" fmla="*/ 162 w 11"/>
                <a:gd name="T1" fmla="*/ 63 h 4"/>
                <a:gd name="T2" fmla="*/ 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7" y="4"/>
                    <a:pt x="4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1" name="Freeform 202">
              <a:extLst>
                <a:ext uri="{FF2B5EF4-FFF2-40B4-BE49-F238E27FC236}">
                  <a16:creationId xmlns:a16="http://schemas.microsoft.com/office/drawing/2014/main" id="{AAF8FC16-24DC-4232-82DF-55E86CD80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924"/>
              <a:ext cx="28" cy="27"/>
            </a:xfrm>
            <a:custGeom>
              <a:avLst/>
              <a:gdLst>
                <a:gd name="T0" fmla="*/ 20 w 11"/>
                <a:gd name="T1" fmla="*/ 138 h 10"/>
                <a:gd name="T2" fmla="*/ 117 w 11"/>
                <a:gd name="T3" fmla="*/ 22 h 10"/>
                <a:gd name="T4" fmla="*/ 84 w 11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" y="7"/>
                  </a:moveTo>
                  <a:cubicBezTo>
                    <a:pt x="0" y="4"/>
                    <a:pt x="4" y="0"/>
                    <a:pt x="7" y="1"/>
                  </a:cubicBezTo>
                  <a:cubicBezTo>
                    <a:pt x="11" y="3"/>
                    <a:pt x="10" y="10"/>
                    <a:pt x="5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2" name="Freeform 203">
              <a:extLst>
                <a:ext uri="{FF2B5EF4-FFF2-40B4-BE49-F238E27FC236}">
                  <a16:creationId xmlns:a16="http://schemas.microsoft.com/office/drawing/2014/main" id="{9D0FDC88-D980-4CA2-B56D-7345AA9F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820"/>
              <a:ext cx="28" cy="29"/>
            </a:xfrm>
            <a:custGeom>
              <a:avLst/>
              <a:gdLst>
                <a:gd name="T0" fmla="*/ 20 w 11"/>
                <a:gd name="T1" fmla="*/ 111 h 11"/>
                <a:gd name="T2" fmla="*/ 97 w 11"/>
                <a:gd name="T3" fmla="*/ 0 h 11"/>
                <a:gd name="T4" fmla="*/ 117 w 11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0" y="7"/>
                    <a:pt x="3" y="0"/>
                    <a:pt x="6" y="0"/>
                  </a:cubicBezTo>
                  <a:cubicBezTo>
                    <a:pt x="11" y="0"/>
                    <a:pt x="9" y="9"/>
                    <a:pt x="7" y="1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3" name="Freeform 204">
              <a:extLst>
                <a:ext uri="{FF2B5EF4-FFF2-40B4-BE49-F238E27FC236}">
                  <a16:creationId xmlns:a16="http://schemas.microsoft.com/office/drawing/2014/main" id="{71FAED32-9938-46F9-9C76-6F46210A9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743"/>
              <a:ext cx="35" cy="37"/>
            </a:xfrm>
            <a:custGeom>
              <a:avLst/>
              <a:gdLst>
                <a:gd name="T0" fmla="*/ 95 w 14"/>
                <a:gd name="T1" fmla="*/ 238 h 14"/>
                <a:gd name="T2" fmla="*/ 33 w 14"/>
                <a:gd name="T3" fmla="*/ 111 h 14"/>
                <a:gd name="T4" fmla="*/ 220 w 14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6" y="13"/>
                  </a:moveTo>
                  <a:cubicBezTo>
                    <a:pt x="3" y="13"/>
                    <a:pt x="0" y="9"/>
                    <a:pt x="2" y="6"/>
                  </a:cubicBezTo>
                  <a:cubicBezTo>
                    <a:pt x="6" y="0"/>
                    <a:pt x="14" y="9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4" name="Freeform 205">
              <a:extLst>
                <a:ext uri="{FF2B5EF4-FFF2-40B4-BE49-F238E27FC236}">
                  <a16:creationId xmlns:a16="http://schemas.microsoft.com/office/drawing/2014/main" id="{D1166F72-B092-4C08-8C0A-1FEAAF027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980"/>
              <a:ext cx="27" cy="40"/>
            </a:xfrm>
            <a:custGeom>
              <a:avLst/>
              <a:gdLst>
                <a:gd name="T0" fmla="*/ 0 w 11"/>
                <a:gd name="T1" fmla="*/ 0 h 15"/>
                <a:gd name="T2" fmla="*/ 162 w 11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0" y="6"/>
                    <a:pt x="4" y="15"/>
                    <a:pt x="11" y="1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5" name="Freeform 206">
              <a:extLst>
                <a:ext uri="{FF2B5EF4-FFF2-40B4-BE49-F238E27FC236}">
                  <a16:creationId xmlns:a16="http://schemas.microsoft.com/office/drawing/2014/main" id="{8CA52E88-5CFA-4659-AC88-EAFCB3E31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007"/>
              <a:ext cx="25" cy="13"/>
            </a:xfrm>
            <a:custGeom>
              <a:avLst/>
              <a:gdLst>
                <a:gd name="T0" fmla="*/ 158 w 10"/>
                <a:gd name="T1" fmla="*/ 21 h 5"/>
                <a:gd name="T2" fmla="*/ 0 w 10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1"/>
                  </a:moveTo>
                  <a:cubicBezTo>
                    <a:pt x="6" y="0"/>
                    <a:pt x="2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6" name="Freeform 207">
              <a:extLst>
                <a:ext uri="{FF2B5EF4-FFF2-40B4-BE49-F238E27FC236}">
                  <a16:creationId xmlns:a16="http://schemas.microsoft.com/office/drawing/2014/main" id="{71105DBA-9BB7-421E-AC3E-29B64710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77"/>
              <a:ext cx="17" cy="27"/>
            </a:xfrm>
            <a:custGeom>
              <a:avLst/>
              <a:gdLst>
                <a:gd name="T0" fmla="*/ 0 w 7"/>
                <a:gd name="T1" fmla="*/ 0 h 10"/>
                <a:gd name="T2" fmla="*/ 100 w 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4" y="2"/>
                    <a:pt x="5" y="6"/>
                    <a:pt x="7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7" name="Freeform 208">
              <a:extLst>
                <a:ext uri="{FF2B5EF4-FFF2-40B4-BE49-F238E27FC236}">
                  <a16:creationId xmlns:a16="http://schemas.microsoft.com/office/drawing/2014/main" id="{A7852C37-0707-4072-9E6A-D73C1205F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983"/>
              <a:ext cx="30" cy="10"/>
            </a:xfrm>
            <a:custGeom>
              <a:avLst/>
              <a:gdLst>
                <a:gd name="T0" fmla="*/ 0 w 12"/>
                <a:gd name="T1" fmla="*/ 63 h 4"/>
                <a:gd name="T2" fmla="*/ 188 w 12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3"/>
                    <a:pt x="8" y="0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8" name="Freeform 209">
              <a:extLst>
                <a:ext uri="{FF2B5EF4-FFF2-40B4-BE49-F238E27FC236}">
                  <a16:creationId xmlns:a16="http://schemas.microsoft.com/office/drawing/2014/main" id="{8759A6F7-8392-47F2-9A11-8130A956A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77"/>
              <a:ext cx="3" cy="27"/>
            </a:xfrm>
            <a:custGeom>
              <a:avLst/>
              <a:gdLst>
                <a:gd name="T0" fmla="*/ 0 w 1"/>
                <a:gd name="T1" fmla="*/ 0 h 10"/>
                <a:gd name="T2" fmla="*/ 27 w 1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3"/>
                    <a:pt x="0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9" name="Freeform 210">
              <a:extLst>
                <a:ext uri="{FF2B5EF4-FFF2-40B4-BE49-F238E27FC236}">
                  <a16:creationId xmlns:a16="http://schemas.microsoft.com/office/drawing/2014/main" id="{6C2D5ADA-76D9-48FE-8C22-A2F71C317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983"/>
              <a:ext cx="35" cy="10"/>
            </a:xfrm>
            <a:custGeom>
              <a:avLst/>
              <a:gdLst>
                <a:gd name="T0" fmla="*/ 0 w 14"/>
                <a:gd name="T1" fmla="*/ 63 h 4"/>
                <a:gd name="T2" fmla="*/ 22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4"/>
                  </a:moveTo>
                  <a:cubicBezTo>
                    <a:pt x="4" y="2"/>
                    <a:pt x="10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0" name="Freeform 211">
              <a:extLst>
                <a:ext uri="{FF2B5EF4-FFF2-40B4-BE49-F238E27FC236}">
                  <a16:creationId xmlns:a16="http://schemas.microsoft.com/office/drawing/2014/main" id="{B0D3991F-3D7A-4922-9EDF-3DA6079A6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015"/>
              <a:ext cx="25" cy="42"/>
            </a:xfrm>
            <a:custGeom>
              <a:avLst/>
              <a:gdLst>
                <a:gd name="T0" fmla="*/ 125 w 10"/>
                <a:gd name="T1" fmla="*/ 289 h 16"/>
                <a:gd name="T2" fmla="*/ 113 w 10"/>
                <a:gd name="T3" fmla="*/ 0 h 16"/>
                <a:gd name="T4" fmla="*/ 0 w 10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8" y="16"/>
                  </a:moveTo>
                  <a:cubicBezTo>
                    <a:pt x="10" y="11"/>
                    <a:pt x="10" y="5"/>
                    <a:pt x="7" y="0"/>
                  </a:cubicBezTo>
                  <a:cubicBezTo>
                    <a:pt x="2" y="2"/>
                    <a:pt x="0" y="11"/>
                    <a:pt x="0" y="1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1" name="Freeform 212">
              <a:extLst>
                <a:ext uri="{FF2B5EF4-FFF2-40B4-BE49-F238E27FC236}">
                  <a16:creationId xmlns:a16="http://schemas.microsoft.com/office/drawing/2014/main" id="{995ECE26-BDB7-457E-AB88-A328100B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228"/>
              <a:ext cx="25" cy="35"/>
            </a:xfrm>
            <a:custGeom>
              <a:avLst/>
              <a:gdLst>
                <a:gd name="T0" fmla="*/ 0 w 10"/>
                <a:gd name="T1" fmla="*/ 197 h 13"/>
                <a:gd name="T2" fmla="*/ 113 w 10"/>
                <a:gd name="T3" fmla="*/ 0 h 13"/>
                <a:gd name="T4" fmla="*/ 125 w 10"/>
                <a:gd name="T5" fmla="*/ 253 h 13"/>
                <a:gd name="T6" fmla="*/ 158 w 10"/>
                <a:gd name="T7" fmla="*/ 23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0" y="10"/>
                  </a:moveTo>
                  <a:cubicBezTo>
                    <a:pt x="0" y="6"/>
                    <a:pt x="3" y="1"/>
                    <a:pt x="7" y="0"/>
                  </a:cubicBezTo>
                  <a:cubicBezTo>
                    <a:pt x="10" y="4"/>
                    <a:pt x="7" y="9"/>
                    <a:pt x="8" y="13"/>
                  </a:cubicBezTo>
                  <a:cubicBezTo>
                    <a:pt x="9" y="13"/>
                    <a:pt x="10" y="13"/>
                    <a:pt x="10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2" name="Freeform 213">
              <a:extLst>
                <a:ext uri="{FF2B5EF4-FFF2-40B4-BE49-F238E27FC236}">
                  <a16:creationId xmlns:a16="http://schemas.microsoft.com/office/drawing/2014/main" id="{7C29979D-2941-4EA7-AFFB-316FE65B6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324"/>
              <a:ext cx="28" cy="35"/>
            </a:xfrm>
            <a:custGeom>
              <a:avLst/>
              <a:gdLst>
                <a:gd name="T0" fmla="*/ 181 w 11"/>
                <a:gd name="T1" fmla="*/ 218 h 13"/>
                <a:gd name="T2" fmla="*/ 97 w 11"/>
                <a:gd name="T3" fmla="*/ 22 h 13"/>
                <a:gd name="T4" fmla="*/ 51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1" y="11"/>
                  </a:moveTo>
                  <a:cubicBezTo>
                    <a:pt x="10" y="8"/>
                    <a:pt x="10" y="2"/>
                    <a:pt x="6" y="1"/>
                  </a:cubicBezTo>
                  <a:cubicBezTo>
                    <a:pt x="0" y="0"/>
                    <a:pt x="1" y="10"/>
                    <a:pt x="3" y="1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3" name="Freeform 214">
              <a:extLst>
                <a:ext uri="{FF2B5EF4-FFF2-40B4-BE49-F238E27FC236}">
                  <a16:creationId xmlns:a16="http://schemas.microsoft.com/office/drawing/2014/main" id="{12C80BD9-97F4-480C-B040-A46F7D296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084"/>
              <a:ext cx="15" cy="32"/>
            </a:xfrm>
            <a:custGeom>
              <a:avLst/>
              <a:gdLst>
                <a:gd name="T0" fmla="*/ 0 w 6"/>
                <a:gd name="T1" fmla="*/ 227 h 12"/>
                <a:gd name="T2" fmla="*/ 95 w 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12"/>
                  </a:moveTo>
                  <a:cubicBezTo>
                    <a:pt x="3" y="8"/>
                    <a:pt x="5" y="4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4" name="Freeform 215">
              <a:extLst>
                <a:ext uri="{FF2B5EF4-FFF2-40B4-BE49-F238E27FC236}">
                  <a16:creationId xmlns:a16="http://schemas.microsoft.com/office/drawing/2014/main" id="{32CC6DEA-2B06-4A14-AD7A-D1376D575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175"/>
              <a:ext cx="30" cy="34"/>
            </a:xfrm>
            <a:custGeom>
              <a:avLst/>
              <a:gdLst>
                <a:gd name="T0" fmla="*/ 188 w 12"/>
                <a:gd name="T1" fmla="*/ 233 h 13"/>
                <a:gd name="T2" fmla="*/ 113 w 12"/>
                <a:gd name="T3" fmla="*/ 34 h 13"/>
                <a:gd name="T4" fmla="*/ 113 w 12"/>
                <a:gd name="T5" fmla="*/ 21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13"/>
                  </a:moveTo>
                  <a:cubicBezTo>
                    <a:pt x="11" y="10"/>
                    <a:pt x="10" y="4"/>
                    <a:pt x="7" y="2"/>
                  </a:cubicBezTo>
                  <a:cubicBezTo>
                    <a:pt x="0" y="0"/>
                    <a:pt x="4" y="10"/>
                    <a:pt x="7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>
            <a:extLst>
              <a:ext uri="{FF2B5EF4-FFF2-40B4-BE49-F238E27FC236}">
                <a16:creationId xmlns:a16="http://schemas.microsoft.com/office/drawing/2014/main" id="{107F822B-4DEC-4A64-B504-428A8B61F08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Stent (1)</a:t>
            </a:r>
          </a:p>
        </p:txBody>
      </p:sp>
      <p:grpSp>
        <p:nvGrpSpPr>
          <p:cNvPr id="57346" name="Artery-cutaway-showing-expanded-stent">
            <a:extLst>
              <a:ext uri="{FF2B5EF4-FFF2-40B4-BE49-F238E27FC236}">
                <a16:creationId xmlns:a16="http://schemas.microsoft.com/office/drawing/2014/main" id="{A69D7C74-CE81-4F89-852B-642C499CDB8E}"/>
              </a:ext>
            </a:extLst>
          </p:cNvPr>
          <p:cNvGrpSpPr>
            <a:grpSpLocks/>
          </p:cNvGrpSpPr>
          <p:nvPr/>
        </p:nvGrpSpPr>
        <p:grpSpPr bwMode="auto">
          <a:xfrm>
            <a:off x="2900363" y="2224088"/>
            <a:ext cx="6154737" cy="2933700"/>
            <a:chOff x="867" y="1287"/>
            <a:chExt cx="3877" cy="1848"/>
          </a:xfrm>
        </p:grpSpPr>
        <p:grpSp>
          <p:nvGrpSpPr>
            <p:cNvPr id="57347" name="Group 4">
              <a:extLst>
                <a:ext uri="{FF2B5EF4-FFF2-40B4-BE49-F238E27FC236}">
                  <a16:creationId xmlns:a16="http://schemas.microsoft.com/office/drawing/2014/main" id="{C4C14696-82A6-44FC-833F-0C12A9A7A6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" y="1287"/>
              <a:ext cx="3877" cy="1848"/>
              <a:chOff x="867" y="1287"/>
              <a:chExt cx="3877" cy="1848"/>
            </a:xfrm>
          </p:grpSpPr>
          <p:sp>
            <p:nvSpPr>
              <p:cNvPr id="57505" name="Freeform 5">
                <a:extLst>
                  <a:ext uri="{FF2B5EF4-FFF2-40B4-BE49-F238E27FC236}">
                    <a16:creationId xmlns:a16="http://schemas.microsoft.com/office/drawing/2014/main" id="{66AE1C98-5FED-4EE3-98CA-B58C7DF9D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818"/>
                <a:ext cx="2827" cy="1093"/>
              </a:xfrm>
              <a:custGeom>
                <a:avLst/>
                <a:gdLst>
                  <a:gd name="T0" fmla="*/ 17580 w 1062"/>
                  <a:gd name="T1" fmla="*/ 2078 h 385"/>
                  <a:gd name="T2" fmla="*/ 15844 w 1062"/>
                  <a:gd name="T3" fmla="*/ 3063 h 385"/>
                  <a:gd name="T4" fmla="*/ 2111 w 1062"/>
                  <a:gd name="T5" fmla="*/ 0 h 385"/>
                  <a:gd name="T6" fmla="*/ 1906 w 1062"/>
                  <a:gd name="T7" fmla="*/ 684 h 385"/>
                  <a:gd name="T8" fmla="*/ 0 w 1062"/>
                  <a:gd name="T9" fmla="*/ 4207 h 385"/>
                  <a:gd name="T10" fmla="*/ 7887 w 1062"/>
                  <a:gd name="T11" fmla="*/ 6061 h 385"/>
                  <a:gd name="T12" fmla="*/ 15809 w 1062"/>
                  <a:gd name="T13" fmla="*/ 7753 h 385"/>
                  <a:gd name="T14" fmla="*/ 15809 w 1062"/>
                  <a:gd name="T15" fmla="*/ 7753 h 385"/>
                  <a:gd name="T16" fmla="*/ 17580 w 1062"/>
                  <a:gd name="T17" fmla="*/ 8809 h 385"/>
                  <a:gd name="T18" fmla="*/ 20031 w 1062"/>
                  <a:gd name="T19" fmla="*/ 5448 h 385"/>
                  <a:gd name="T20" fmla="*/ 17580 w 1062"/>
                  <a:gd name="T21" fmla="*/ 2078 h 3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2" h="385">
                    <a:moveTo>
                      <a:pt x="932" y="91"/>
                    </a:moveTo>
                    <a:cubicBezTo>
                      <a:pt x="896" y="91"/>
                      <a:pt x="864" y="108"/>
                      <a:pt x="840" y="134"/>
                    </a:cubicBezTo>
                    <a:cubicBezTo>
                      <a:pt x="840" y="134"/>
                      <a:pt x="467" y="66"/>
                      <a:pt x="112" y="0"/>
                    </a:cubicBezTo>
                    <a:cubicBezTo>
                      <a:pt x="109" y="10"/>
                      <a:pt x="105" y="20"/>
                      <a:pt x="101" y="30"/>
                    </a:cubicBezTo>
                    <a:cubicBezTo>
                      <a:pt x="76" y="83"/>
                      <a:pt x="46" y="144"/>
                      <a:pt x="0" y="184"/>
                    </a:cubicBezTo>
                    <a:cubicBezTo>
                      <a:pt x="214" y="225"/>
                      <a:pt x="385" y="258"/>
                      <a:pt x="418" y="265"/>
                    </a:cubicBezTo>
                    <a:cubicBezTo>
                      <a:pt x="516" y="285"/>
                      <a:pt x="810" y="335"/>
                      <a:pt x="838" y="339"/>
                    </a:cubicBezTo>
                    <a:cubicBezTo>
                      <a:pt x="838" y="339"/>
                      <a:pt x="838" y="339"/>
                      <a:pt x="838" y="339"/>
                    </a:cubicBezTo>
                    <a:cubicBezTo>
                      <a:pt x="862" y="367"/>
                      <a:pt x="895" y="385"/>
                      <a:pt x="932" y="385"/>
                    </a:cubicBezTo>
                    <a:cubicBezTo>
                      <a:pt x="1004" y="385"/>
                      <a:pt x="1062" y="319"/>
                      <a:pt x="1062" y="238"/>
                    </a:cubicBezTo>
                    <a:cubicBezTo>
                      <a:pt x="1062" y="157"/>
                      <a:pt x="1004" y="91"/>
                      <a:pt x="932" y="91"/>
                    </a:cubicBez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6" name="Freeform 6">
                <a:extLst>
                  <a:ext uri="{FF2B5EF4-FFF2-40B4-BE49-F238E27FC236}">
                    <a16:creationId xmlns:a16="http://schemas.microsoft.com/office/drawing/2014/main" id="{CBA2DA85-7147-46E6-BFB7-29EE0C760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852"/>
                <a:ext cx="900" cy="1283"/>
              </a:xfrm>
              <a:custGeom>
                <a:avLst/>
                <a:gdLst>
                  <a:gd name="T0" fmla="*/ 2601 w 338"/>
                  <a:gd name="T1" fmla="*/ 0 h 452"/>
                  <a:gd name="T2" fmla="*/ 431 w 338"/>
                  <a:gd name="T3" fmla="*/ 934 h 452"/>
                  <a:gd name="T4" fmla="*/ 865 w 338"/>
                  <a:gd name="T5" fmla="*/ 2787 h 452"/>
                  <a:gd name="T6" fmla="*/ 2601 w 338"/>
                  <a:gd name="T7" fmla="*/ 1805 h 452"/>
                  <a:gd name="T8" fmla="*/ 5062 w 338"/>
                  <a:gd name="T9" fmla="*/ 5172 h 452"/>
                  <a:gd name="T10" fmla="*/ 2601 w 338"/>
                  <a:gd name="T11" fmla="*/ 8533 h 452"/>
                  <a:gd name="T12" fmla="*/ 831 w 338"/>
                  <a:gd name="T13" fmla="*/ 7477 h 452"/>
                  <a:gd name="T14" fmla="*/ 0 w 338"/>
                  <a:gd name="T15" fmla="*/ 8896 h 452"/>
                  <a:gd name="T16" fmla="*/ 2601 w 338"/>
                  <a:gd name="T17" fmla="*/ 10338 h 452"/>
                  <a:gd name="T18" fmla="*/ 6380 w 338"/>
                  <a:gd name="T19" fmla="*/ 5172 h 452"/>
                  <a:gd name="T20" fmla="*/ 2601 w 338"/>
                  <a:gd name="T21" fmla="*/ 0 h 4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70" y="96"/>
                      <a:pt x="102" y="79"/>
                      <a:pt x="138" y="79"/>
                    </a:cubicBezTo>
                    <a:cubicBezTo>
                      <a:pt x="210" y="79"/>
                      <a:pt x="268" y="145"/>
                      <a:pt x="268" y="226"/>
                    </a:cubicBezTo>
                    <a:cubicBezTo>
                      <a:pt x="268" y="307"/>
                      <a:pt x="210" y="373"/>
                      <a:pt x="138" y="373"/>
                    </a:cubicBezTo>
                    <a:cubicBezTo>
                      <a:pt x="101" y="373"/>
                      <a:pt x="68" y="355"/>
                      <a:pt x="44" y="327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DCE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7" name="Freeform 7">
                <a:extLst>
                  <a:ext uri="{FF2B5EF4-FFF2-40B4-BE49-F238E27FC236}">
                    <a16:creationId xmlns:a16="http://schemas.microsoft.com/office/drawing/2014/main" id="{8343DCCC-8BF6-4F27-A395-CE0609C47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852"/>
                <a:ext cx="900" cy="1283"/>
              </a:xfrm>
              <a:custGeom>
                <a:avLst/>
                <a:gdLst>
                  <a:gd name="T0" fmla="*/ 2601 w 338"/>
                  <a:gd name="T1" fmla="*/ 0 h 452"/>
                  <a:gd name="T2" fmla="*/ 431 w 338"/>
                  <a:gd name="T3" fmla="*/ 934 h 452"/>
                  <a:gd name="T4" fmla="*/ 490 w 338"/>
                  <a:gd name="T5" fmla="*/ 1169 h 452"/>
                  <a:gd name="T6" fmla="*/ 511 w 338"/>
                  <a:gd name="T7" fmla="*/ 1169 h 452"/>
                  <a:gd name="T8" fmla="*/ 2601 w 338"/>
                  <a:gd name="T9" fmla="*/ 250 h 452"/>
                  <a:gd name="T10" fmla="*/ 6191 w 338"/>
                  <a:gd name="T11" fmla="*/ 5172 h 452"/>
                  <a:gd name="T12" fmla="*/ 2601 w 338"/>
                  <a:gd name="T13" fmla="*/ 10088 h 452"/>
                  <a:gd name="T14" fmla="*/ 149 w 338"/>
                  <a:gd name="T15" fmla="*/ 8709 h 452"/>
                  <a:gd name="T16" fmla="*/ 114 w 338"/>
                  <a:gd name="T17" fmla="*/ 8694 h 452"/>
                  <a:gd name="T18" fmla="*/ 0 w 338"/>
                  <a:gd name="T19" fmla="*/ 8896 h 452"/>
                  <a:gd name="T20" fmla="*/ 2601 w 338"/>
                  <a:gd name="T21" fmla="*/ 10338 h 452"/>
                  <a:gd name="T22" fmla="*/ 6380 w 338"/>
                  <a:gd name="T23" fmla="*/ 5172 h 452"/>
                  <a:gd name="T24" fmla="*/ 2601 w 338"/>
                  <a:gd name="T25" fmla="*/ 0 h 4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58" y="26"/>
                      <a:pt x="97" y="11"/>
                      <a:pt x="138" y="11"/>
                    </a:cubicBezTo>
                    <a:cubicBezTo>
                      <a:pt x="241" y="11"/>
                      <a:pt x="328" y="107"/>
                      <a:pt x="328" y="226"/>
                    </a:cubicBezTo>
                    <a:cubicBezTo>
                      <a:pt x="328" y="345"/>
                      <a:pt x="241" y="441"/>
                      <a:pt x="138" y="441"/>
                    </a:cubicBezTo>
                    <a:cubicBezTo>
                      <a:pt x="87" y="441"/>
                      <a:pt x="41" y="418"/>
                      <a:pt x="8" y="381"/>
                    </a:cubicBezTo>
                    <a:cubicBezTo>
                      <a:pt x="6" y="380"/>
                      <a:pt x="6" y="380"/>
                      <a:pt x="6" y="380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6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8" name="Freeform 8">
                <a:extLst>
                  <a:ext uri="{FF2B5EF4-FFF2-40B4-BE49-F238E27FC236}">
                    <a16:creationId xmlns:a16="http://schemas.microsoft.com/office/drawing/2014/main" id="{B324D832-C875-4B64-8545-19545C3C8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48"/>
                <a:ext cx="638" cy="891"/>
              </a:xfrm>
              <a:custGeom>
                <a:avLst/>
                <a:gdLst>
                  <a:gd name="T0" fmla="*/ 1879 w 240"/>
                  <a:gd name="T1" fmla="*/ 0 h 314"/>
                  <a:gd name="T2" fmla="*/ 93 w 240"/>
                  <a:gd name="T3" fmla="*/ 959 h 314"/>
                  <a:gd name="T4" fmla="*/ 149 w 240"/>
                  <a:gd name="T5" fmla="*/ 1209 h 314"/>
                  <a:gd name="T6" fmla="*/ 1879 w 240"/>
                  <a:gd name="T7" fmla="*/ 224 h 314"/>
                  <a:gd name="T8" fmla="*/ 4317 w 240"/>
                  <a:gd name="T9" fmla="*/ 3592 h 314"/>
                  <a:gd name="T10" fmla="*/ 1879 w 240"/>
                  <a:gd name="T11" fmla="*/ 6949 h 314"/>
                  <a:gd name="T12" fmla="*/ 114 w 240"/>
                  <a:gd name="T13" fmla="*/ 5894 h 314"/>
                  <a:gd name="T14" fmla="*/ 0 w 240"/>
                  <a:gd name="T15" fmla="*/ 6078 h 314"/>
                  <a:gd name="T16" fmla="*/ 1879 w 240"/>
                  <a:gd name="T17" fmla="*/ 7173 h 314"/>
                  <a:gd name="T18" fmla="*/ 4509 w 240"/>
                  <a:gd name="T19" fmla="*/ 3592 h 314"/>
                  <a:gd name="T20" fmla="*/ 187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7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7" y="314"/>
                      <a:pt x="240" y="243"/>
                      <a:pt x="240" y="157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solidFill>
                <a:srgbClr val="D9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9" name="Freeform 9">
                <a:extLst>
                  <a:ext uri="{FF2B5EF4-FFF2-40B4-BE49-F238E27FC236}">
                    <a16:creationId xmlns:a16="http://schemas.microsoft.com/office/drawing/2014/main" id="{B655A51A-1424-422C-8D30-D8DD5E788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014"/>
                <a:ext cx="690" cy="959"/>
              </a:xfrm>
              <a:custGeom>
                <a:avLst/>
                <a:gdLst>
                  <a:gd name="T0" fmla="*/ 2043 w 259"/>
                  <a:gd name="T1" fmla="*/ 0 h 338"/>
                  <a:gd name="T2" fmla="*/ 171 w 259"/>
                  <a:gd name="T3" fmla="*/ 911 h 338"/>
                  <a:gd name="T4" fmla="*/ 248 w 259"/>
                  <a:gd name="T5" fmla="*/ 1231 h 338"/>
                  <a:gd name="T6" fmla="*/ 2043 w 259"/>
                  <a:gd name="T7" fmla="*/ 272 h 338"/>
                  <a:gd name="T8" fmla="*/ 4691 w 259"/>
                  <a:gd name="T9" fmla="*/ 3864 h 338"/>
                  <a:gd name="T10" fmla="*/ 2043 w 259"/>
                  <a:gd name="T11" fmla="*/ 7445 h 338"/>
                  <a:gd name="T12" fmla="*/ 149 w 259"/>
                  <a:gd name="T13" fmla="*/ 6353 h 338"/>
                  <a:gd name="T14" fmla="*/ 0 w 259"/>
                  <a:gd name="T15" fmla="*/ 6577 h 338"/>
                  <a:gd name="T16" fmla="*/ 2043 w 259"/>
                  <a:gd name="T17" fmla="*/ 7720 h 338"/>
                  <a:gd name="T18" fmla="*/ 4897 w 259"/>
                  <a:gd name="T19" fmla="*/ 3864 h 338"/>
                  <a:gd name="T20" fmla="*/ 2043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4"/>
                      <a:pt x="9" y="40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2"/>
                      <a:pt x="248" y="169"/>
                    </a:cubicBezTo>
                    <a:cubicBezTo>
                      <a:pt x="248" y="255"/>
                      <a:pt x="185" y="326"/>
                      <a:pt x="108" y="326"/>
                    </a:cubicBezTo>
                    <a:cubicBezTo>
                      <a:pt x="71" y="326"/>
                      <a:pt x="34" y="308"/>
                      <a:pt x="8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2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0" name="Freeform 10">
                <a:extLst>
                  <a:ext uri="{FF2B5EF4-FFF2-40B4-BE49-F238E27FC236}">
                    <a16:creationId xmlns:a16="http://schemas.microsoft.com/office/drawing/2014/main" id="{4D10FC10-7FDA-4FF2-A477-A81FCFC0D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537"/>
                <a:ext cx="3654" cy="1374"/>
              </a:xfrm>
              <a:custGeom>
                <a:avLst/>
                <a:gdLst>
                  <a:gd name="T0" fmla="*/ 23430 w 1373"/>
                  <a:gd name="T1" fmla="*/ 4343 h 484"/>
                  <a:gd name="T2" fmla="*/ 21695 w 1373"/>
                  <a:gd name="T3" fmla="*/ 5326 h 484"/>
                  <a:gd name="T4" fmla="*/ 21695 w 1373"/>
                  <a:gd name="T5" fmla="*/ 5326 h 484"/>
                  <a:gd name="T6" fmla="*/ 21679 w 1373"/>
                  <a:gd name="T7" fmla="*/ 5326 h 484"/>
                  <a:gd name="T8" fmla="*/ 21637 w 1373"/>
                  <a:gd name="T9" fmla="*/ 5326 h 484"/>
                  <a:gd name="T10" fmla="*/ 16644 w 1373"/>
                  <a:gd name="T11" fmla="*/ 4207 h 484"/>
                  <a:gd name="T12" fmla="*/ 16780 w 1373"/>
                  <a:gd name="T13" fmla="*/ 4045 h 484"/>
                  <a:gd name="T14" fmla="*/ 10065 w 1373"/>
                  <a:gd name="T15" fmla="*/ 2288 h 484"/>
                  <a:gd name="T16" fmla="*/ 639 w 1373"/>
                  <a:gd name="T17" fmla="*/ 0 h 484"/>
                  <a:gd name="T18" fmla="*/ 588 w 1373"/>
                  <a:gd name="T19" fmla="*/ 346 h 484"/>
                  <a:gd name="T20" fmla="*/ 1735 w 1373"/>
                  <a:gd name="T21" fmla="*/ 2927 h 484"/>
                  <a:gd name="T22" fmla="*/ 0 w 1373"/>
                  <a:gd name="T23" fmla="*/ 5610 h 484"/>
                  <a:gd name="T24" fmla="*/ 35 w 1373"/>
                  <a:gd name="T25" fmla="*/ 5610 h 484"/>
                  <a:gd name="T26" fmla="*/ 14273 w 1373"/>
                  <a:gd name="T27" fmla="*/ 8463 h 484"/>
                  <a:gd name="T28" fmla="*/ 14273 w 1373"/>
                  <a:gd name="T29" fmla="*/ 8446 h 484"/>
                  <a:gd name="T30" fmla="*/ 19718 w 1373"/>
                  <a:gd name="T31" fmla="*/ 9629 h 484"/>
                  <a:gd name="T32" fmla="*/ 19718 w 1373"/>
                  <a:gd name="T33" fmla="*/ 9629 h 484"/>
                  <a:gd name="T34" fmla="*/ 19867 w 1373"/>
                  <a:gd name="T35" fmla="*/ 9655 h 484"/>
                  <a:gd name="T36" fmla="*/ 19901 w 1373"/>
                  <a:gd name="T37" fmla="*/ 9655 h 484"/>
                  <a:gd name="T38" fmla="*/ 20016 w 1373"/>
                  <a:gd name="T39" fmla="*/ 9678 h 484"/>
                  <a:gd name="T40" fmla="*/ 20058 w 1373"/>
                  <a:gd name="T41" fmla="*/ 9703 h 484"/>
                  <a:gd name="T42" fmla="*/ 20149 w 1373"/>
                  <a:gd name="T43" fmla="*/ 9703 h 484"/>
                  <a:gd name="T44" fmla="*/ 20207 w 1373"/>
                  <a:gd name="T45" fmla="*/ 9726 h 484"/>
                  <a:gd name="T46" fmla="*/ 20341 w 1373"/>
                  <a:gd name="T47" fmla="*/ 9743 h 484"/>
                  <a:gd name="T48" fmla="*/ 20399 w 1373"/>
                  <a:gd name="T49" fmla="*/ 9768 h 484"/>
                  <a:gd name="T50" fmla="*/ 20468 w 1373"/>
                  <a:gd name="T51" fmla="*/ 9768 h 484"/>
                  <a:gd name="T52" fmla="*/ 20527 w 1373"/>
                  <a:gd name="T53" fmla="*/ 9791 h 484"/>
                  <a:gd name="T54" fmla="*/ 20604 w 1373"/>
                  <a:gd name="T55" fmla="*/ 9791 h 484"/>
                  <a:gd name="T56" fmla="*/ 20660 w 1373"/>
                  <a:gd name="T57" fmla="*/ 9817 h 484"/>
                  <a:gd name="T58" fmla="*/ 20694 w 1373"/>
                  <a:gd name="T59" fmla="*/ 9817 h 484"/>
                  <a:gd name="T60" fmla="*/ 20788 w 1373"/>
                  <a:gd name="T61" fmla="*/ 9839 h 484"/>
                  <a:gd name="T62" fmla="*/ 20809 w 1373"/>
                  <a:gd name="T63" fmla="*/ 9839 h 484"/>
                  <a:gd name="T64" fmla="*/ 21070 w 1373"/>
                  <a:gd name="T65" fmla="*/ 9905 h 484"/>
                  <a:gd name="T66" fmla="*/ 21070 w 1373"/>
                  <a:gd name="T67" fmla="*/ 9905 h 484"/>
                  <a:gd name="T68" fmla="*/ 21150 w 1373"/>
                  <a:gd name="T69" fmla="*/ 9905 h 484"/>
                  <a:gd name="T70" fmla="*/ 21171 w 1373"/>
                  <a:gd name="T71" fmla="*/ 9927 h 484"/>
                  <a:gd name="T72" fmla="*/ 21240 w 1373"/>
                  <a:gd name="T73" fmla="*/ 9927 h 484"/>
                  <a:gd name="T74" fmla="*/ 21261 w 1373"/>
                  <a:gd name="T75" fmla="*/ 9927 h 484"/>
                  <a:gd name="T76" fmla="*/ 21320 w 1373"/>
                  <a:gd name="T77" fmla="*/ 9953 h 484"/>
                  <a:gd name="T78" fmla="*/ 21320 w 1373"/>
                  <a:gd name="T79" fmla="*/ 9953 h 484"/>
                  <a:gd name="T80" fmla="*/ 21488 w 1373"/>
                  <a:gd name="T81" fmla="*/ 9976 h 484"/>
                  <a:gd name="T82" fmla="*/ 21509 w 1373"/>
                  <a:gd name="T83" fmla="*/ 9976 h 484"/>
                  <a:gd name="T84" fmla="*/ 21546 w 1373"/>
                  <a:gd name="T85" fmla="*/ 10001 h 484"/>
                  <a:gd name="T86" fmla="*/ 21567 w 1373"/>
                  <a:gd name="T87" fmla="*/ 10001 h 484"/>
                  <a:gd name="T88" fmla="*/ 21581 w 1373"/>
                  <a:gd name="T89" fmla="*/ 10001 h 484"/>
                  <a:gd name="T90" fmla="*/ 21602 w 1373"/>
                  <a:gd name="T91" fmla="*/ 10001 h 484"/>
                  <a:gd name="T92" fmla="*/ 21623 w 1373"/>
                  <a:gd name="T93" fmla="*/ 10001 h 484"/>
                  <a:gd name="T94" fmla="*/ 21658 w 1373"/>
                  <a:gd name="T95" fmla="*/ 10018 h 484"/>
                  <a:gd name="T96" fmla="*/ 21658 w 1373"/>
                  <a:gd name="T97" fmla="*/ 10018 h 484"/>
                  <a:gd name="T98" fmla="*/ 23430 w 1373"/>
                  <a:gd name="T99" fmla="*/ 11074 h 484"/>
                  <a:gd name="T100" fmla="*/ 25879 w 1373"/>
                  <a:gd name="T101" fmla="*/ 7713 h 484"/>
                  <a:gd name="T102" fmla="*/ 23430 w 1373"/>
                  <a:gd name="T103" fmla="*/ 4343 h 4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373" h="484">
                    <a:moveTo>
                      <a:pt x="1243" y="190"/>
                    </a:moveTo>
                    <a:cubicBezTo>
                      <a:pt x="1207" y="190"/>
                      <a:pt x="1175" y="207"/>
                      <a:pt x="1151" y="233"/>
                    </a:cubicBezTo>
                    <a:cubicBezTo>
                      <a:pt x="1151" y="233"/>
                      <a:pt x="1151" y="233"/>
                      <a:pt x="1151" y="233"/>
                    </a:cubicBezTo>
                    <a:cubicBezTo>
                      <a:pt x="1150" y="233"/>
                      <a:pt x="1150" y="233"/>
                      <a:pt x="1150" y="233"/>
                    </a:cubicBezTo>
                    <a:cubicBezTo>
                      <a:pt x="1149" y="233"/>
                      <a:pt x="1149" y="233"/>
                      <a:pt x="1148" y="233"/>
                    </a:cubicBezTo>
                    <a:cubicBezTo>
                      <a:pt x="1130" y="229"/>
                      <a:pt x="1026" y="210"/>
                      <a:pt x="883" y="184"/>
                    </a:cubicBezTo>
                    <a:cubicBezTo>
                      <a:pt x="885" y="181"/>
                      <a:pt x="887" y="179"/>
                      <a:pt x="890" y="177"/>
                    </a:cubicBezTo>
                    <a:cubicBezTo>
                      <a:pt x="716" y="138"/>
                      <a:pt x="576" y="108"/>
                      <a:pt x="534" y="100"/>
                    </a:cubicBezTo>
                    <a:cubicBezTo>
                      <a:pt x="408" y="76"/>
                      <a:pt x="105" y="15"/>
                      <a:pt x="34" y="0"/>
                    </a:cubicBezTo>
                    <a:cubicBezTo>
                      <a:pt x="34" y="0"/>
                      <a:pt x="31" y="15"/>
                      <a:pt x="31" y="15"/>
                    </a:cubicBezTo>
                    <a:cubicBezTo>
                      <a:pt x="73" y="24"/>
                      <a:pt x="90" y="74"/>
                      <a:pt x="92" y="128"/>
                    </a:cubicBezTo>
                    <a:cubicBezTo>
                      <a:pt x="95" y="186"/>
                      <a:pt x="49" y="245"/>
                      <a:pt x="0" y="245"/>
                    </a:cubicBezTo>
                    <a:cubicBezTo>
                      <a:pt x="0" y="245"/>
                      <a:pt x="1" y="245"/>
                      <a:pt x="2" y="245"/>
                    </a:cubicBezTo>
                    <a:cubicBezTo>
                      <a:pt x="33" y="251"/>
                      <a:pt x="401" y="302"/>
                      <a:pt x="757" y="370"/>
                    </a:cubicBezTo>
                    <a:cubicBezTo>
                      <a:pt x="757" y="370"/>
                      <a:pt x="757" y="370"/>
                      <a:pt x="757" y="369"/>
                    </a:cubicBezTo>
                    <a:cubicBezTo>
                      <a:pt x="830" y="383"/>
                      <a:pt x="956" y="405"/>
                      <a:pt x="1046" y="421"/>
                    </a:cubicBezTo>
                    <a:cubicBezTo>
                      <a:pt x="1046" y="421"/>
                      <a:pt x="1046" y="421"/>
                      <a:pt x="1046" y="421"/>
                    </a:cubicBezTo>
                    <a:cubicBezTo>
                      <a:pt x="1049" y="421"/>
                      <a:pt x="1051" y="421"/>
                      <a:pt x="1054" y="422"/>
                    </a:cubicBezTo>
                    <a:cubicBezTo>
                      <a:pt x="1055" y="422"/>
                      <a:pt x="1055" y="422"/>
                      <a:pt x="1056" y="422"/>
                    </a:cubicBezTo>
                    <a:cubicBezTo>
                      <a:pt x="1058" y="423"/>
                      <a:pt x="1060" y="423"/>
                      <a:pt x="1062" y="423"/>
                    </a:cubicBezTo>
                    <a:cubicBezTo>
                      <a:pt x="1063" y="423"/>
                      <a:pt x="1064" y="423"/>
                      <a:pt x="1064" y="424"/>
                    </a:cubicBezTo>
                    <a:cubicBezTo>
                      <a:pt x="1066" y="424"/>
                      <a:pt x="1068" y="424"/>
                      <a:pt x="1069" y="424"/>
                    </a:cubicBezTo>
                    <a:cubicBezTo>
                      <a:pt x="1070" y="425"/>
                      <a:pt x="1071" y="425"/>
                      <a:pt x="1072" y="425"/>
                    </a:cubicBezTo>
                    <a:cubicBezTo>
                      <a:pt x="1075" y="425"/>
                      <a:pt x="1077" y="426"/>
                      <a:pt x="1079" y="426"/>
                    </a:cubicBezTo>
                    <a:cubicBezTo>
                      <a:pt x="1080" y="426"/>
                      <a:pt x="1081" y="426"/>
                      <a:pt x="1082" y="427"/>
                    </a:cubicBezTo>
                    <a:cubicBezTo>
                      <a:pt x="1083" y="427"/>
                      <a:pt x="1085" y="427"/>
                      <a:pt x="1086" y="427"/>
                    </a:cubicBezTo>
                    <a:cubicBezTo>
                      <a:pt x="1087" y="427"/>
                      <a:pt x="1088" y="428"/>
                      <a:pt x="1089" y="428"/>
                    </a:cubicBezTo>
                    <a:cubicBezTo>
                      <a:pt x="1090" y="428"/>
                      <a:pt x="1092" y="428"/>
                      <a:pt x="1093" y="428"/>
                    </a:cubicBezTo>
                    <a:cubicBezTo>
                      <a:pt x="1094" y="429"/>
                      <a:pt x="1095" y="429"/>
                      <a:pt x="1096" y="429"/>
                    </a:cubicBezTo>
                    <a:cubicBezTo>
                      <a:pt x="1097" y="429"/>
                      <a:pt x="1098" y="429"/>
                      <a:pt x="1098" y="429"/>
                    </a:cubicBezTo>
                    <a:cubicBezTo>
                      <a:pt x="1100" y="430"/>
                      <a:pt x="1101" y="430"/>
                      <a:pt x="1103" y="430"/>
                    </a:cubicBezTo>
                    <a:cubicBezTo>
                      <a:pt x="1103" y="430"/>
                      <a:pt x="1104" y="430"/>
                      <a:pt x="1104" y="430"/>
                    </a:cubicBezTo>
                    <a:cubicBezTo>
                      <a:pt x="1109" y="431"/>
                      <a:pt x="1114" y="432"/>
                      <a:pt x="1118" y="433"/>
                    </a:cubicBezTo>
                    <a:cubicBezTo>
                      <a:pt x="1118" y="433"/>
                      <a:pt x="1118" y="433"/>
                      <a:pt x="1118" y="433"/>
                    </a:cubicBezTo>
                    <a:cubicBezTo>
                      <a:pt x="1119" y="433"/>
                      <a:pt x="1121" y="433"/>
                      <a:pt x="1122" y="433"/>
                    </a:cubicBezTo>
                    <a:cubicBezTo>
                      <a:pt x="1122" y="433"/>
                      <a:pt x="1123" y="433"/>
                      <a:pt x="1123" y="434"/>
                    </a:cubicBezTo>
                    <a:cubicBezTo>
                      <a:pt x="1124" y="434"/>
                      <a:pt x="1125" y="434"/>
                      <a:pt x="1127" y="434"/>
                    </a:cubicBezTo>
                    <a:cubicBezTo>
                      <a:pt x="1127" y="434"/>
                      <a:pt x="1127" y="434"/>
                      <a:pt x="1128" y="434"/>
                    </a:cubicBezTo>
                    <a:cubicBezTo>
                      <a:pt x="1129" y="434"/>
                      <a:pt x="1130" y="435"/>
                      <a:pt x="1131" y="435"/>
                    </a:cubicBezTo>
                    <a:cubicBezTo>
                      <a:pt x="1131" y="435"/>
                      <a:pt x="1131" y="435"/>
                      <a:pt x="1131" y="435"/>
                    </a:cubicBezTo>
                    <a:cubicBezTo>
                      <a:pt x="1135" y="435"/>
                      <a:pt x="1137" y="436"/>
                      <a:pt x="1140" y="436"/>
                    </a:cubicBezTo>
                    <a:cubicBezTo>
                      <a:pt x="1140" y="436"/>
                      <a:pt x="1141" y="436"/>
                      <a:pt x="1141" y="436"/>
                    </a:cubicBezTo>
                    <a:cubicBezTo>
                      <a:pt x="1142" y="436"/>
                      <a:pt x="1142" y="437"/>
                      <a:pt x="1143" y="437"/>
                    </a:cubicBezTo>
                    <a:cubicBezTo>
                      <a:pt x="1143" y="437"/>
                      <a:pt x="1144" y="437"/>
                      <a:pt x="1144" y="437"/>
                    </a:cubicBezTo>
                    <a:cubicBezTo>
                      <a:pt x="1144" y="437"/>
                      <a:pt x="1145" y="437"/>
                      <a:pt x="1145" y="437"/>
                    </a:cubicBezTo>
                    <a:cubicBezTo>
                      <a:pt x="1146" y="437"/>
                      <a:pt x="1146" y="437"/>
                      <a:pt x="1146" y="437"/>
                    </a:cubicBezTo>
                    <a:cubicBezTo>
                      <a:pt x="1147" y="437"/>
                      <a:pt x="1147" y="437"/>
                      <a:pt x="1147" y="437"/>
                    </a:cubicBezTo>
                    <a:cubicBezTo>
                      <a:pt x="1148" y="437"/>
                      <a:pt x="1149" y="438"/>
                      <a:pt x="1149" y="438"/>
                    </a:cubicBezTo>
                    <a:cubicBezTo>
                      <a:pt x="1149" y="438"/>
                      <a:pt x="1149" y="438"/>
                      <a:pt x="1149" y="438"/>
                    </a:cubicBezTo>
                    <a:cubicBezTo>
                      <a:pt x="1173" y="466"/>
                      <a:pt x="1206" y="484"/>
                      <a:pt x="1243" y="484"/>
                    </a:cubicBezTo>
                    <a:cubicBezTo>
                      <a:pt x="1315" y="484"/>
                      <a:pt x="1373" y="418"/>
                      <a:pt x="1373" y="337"/>
                    </a:cubicBezTo>
                    <a:cubicBezTo>
                      <a:pt x="1373" y="256"/>
                      <a:pt x="1315" y="190"/>
                      <a:pt x="1243" y="19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1" name="Freeform 11">
                <a:extLst>
                  <a:ext uri="{FF2B5EF4-FFF2-40B4-BE49-F238E27FC236}">
                    <a16:creationId xmlns:a16="http://schemas.microsoft.com/office/drawing/2014/main" id="{7073FE3A-EC06-412C-92C0-8C2C7A7DF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162"/>
                <a:ext cx="763" cy="193"/>
              </a:xfrm>
              <a:custGeom>
                <a:avLst/>
                <a:gdLst>
                  <a:gd name="T0" fmla="*/ 5370 w 287"/>
                  <a:gd name="T1" fmla="*/ 1555 h 68"/>
                  <a:gd name="T2" fmla="*/ 5392 w 287"/>
                  <a:gd name="T3" fmla="*/ 1169 h 68"/>
                  <a:gd name="T4" fmla="*/ 375 w 287"/>
                  <a:gd name="T5" fmla="*/ 0 h 68"/>
                  <a:gd name="T6" fmla="*/ 0 w 287"/>
                  <a:gd name="T7" fmla="*/ 324 h 68"/>
                  <a:gd name="T8" fmla="*/ 5370 w 287"/>
                  <a:gd name="T9" fmla="*/ 1555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7" h="68">
                    <a:moveTo>
                      <a:pt x="286" y="68"/>
                    </a:moveTo>
                    <a:cubicBezTo>
                      <a:pt x="287" y="51"/>
                      <a:pt x="287" y="51"/>
                      <a:pt x="287" y="51"/>
                    </a:cubicBezTo>
                    <a:cubicBezTo>
                      <a:pt x="192" y="35"/>
                      <a:pt x="60" y="11"/>
                      <a:pt x="20" y="0"/>
                    </a:cubicBezTo>
                    <a:cubicBezTo>
                      <a:pt x="13" y="9"/>
                      <a:pt x="10" y="8"/>
                      <a:pt x="0" y="14"/>
                    </a:cubicBezTo>
                    <a:lnTo>
                      <a:pt x="286" y="68"/>
                    </a:ln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2" name="Freeform 12">
                <a:extLst>
                  <a:ext uri="{FF2B5EF4-FFF2-40B4-BE49-F238E27FC236}">
                    <a16:creationId xmlns:a16="http://schemas.microsoft.com/office/drawing/2014/main" id="{89F37636-D29E-4E48-8B1F-21503053D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250"/>
                <a:ext cx="2967" cy="661"/>
              </a:xfrm>
              <a:custGeom>
                <a:avLst/>
                <a:gdLst>
                  <a:gd name="T0" fmla="*/ 21008 w 1115"/>
                  <a:gd name="T1" fmla="*/ 5183 h 233"/>
                  <a:gd name="T2" fmla="*/ 20668 w 1115"/>
                  <a:gd name="T3" fmla="*/ 5095 h 233"/>
                  <a:gd name="T4" fmla="*/ 19260 w 1115"/>
                  <a:gd name="T5" fmla="*/ 4363 h 233"/>
                  <a:gd name="T6" fmla="*/ 18049 w 1115"/>
                  <a:gd name="T7" fmla="*/ 3816 h 233"/>
                  <a:gd name="T8" fmla="*/ 14170 w 1115"/>
                  <a:gd name="T9" fmla="*/ 2945 h 233"/>
                  <a:gd name="T10" fmla="*/ 8518 w 1115"/>
                  <a:gd name="T11" fmla="*/ 1529 h 233"/>
                  <a:gd name="T12" fmla="*/ 5311 w 1115"/>
                  <a:gd name="T13" fmla="*/ 26 h 233"/>
                  <a:gd name="T14" fmla="*/ 2110 w 1115"/>
                  <a:gd name="T15" fmla="*/ 298 h 233"/>
                  <a:gd name="T16" fmla="*/ 0 w 1115"/>
                  <a:gd name="T17" fmla="*/ 434 h 233"/>
                  <a:gd name="T18" fmla="*/ 11152 w 1115"/>
                  <a:gd name="T19" fmla="*/ 2721 h 233"/>
                  <a:gd name="T20" fmla="*/ 11152 w 1115"/>
                  <a:gd name="T21" fmla="*/ 2695 h 233"/>
                  <a:gd name="T22" fmla="*/ 16597 w 1115"/>
                  <a:gd name="T23" fmla="*/ 3878 h 233"/>
                  <a:gd name="T24" fmla="*/ 16597 w 1115"/>
                  <a:gd name="T25" fmla="*/ 3878 h 233"/>
                  <a:gd name="T26" fmla="*/ 16754 w 1115"/>
                  <a:gd name="T27" fmla="*/ 3904 h 233"/>
                  <a:gd name="T28" fmla="*/ 16788 w 1115"/>
                  <a:gd name="T29" fmla="*/ 3904 h 233"/>
                  <a:gd name="T30" fmla="*/ 16903 w 1115"/>
                  <a:gd name="T31" fmla="*/ 3926 h 233"/>
                  <a:gd name="T32" fmla="*/ 16937 w 1115"/>
                  <a:gd name="T33" fmla="*/ 3952 h 233"/>
                  <a:gd name="T34" fmla="*/ 17036 w 1115"/>
                  <a:gd name="T35" fmla="*/ 3952 h 233"/>
                  <a:gd name="T36" fmla="*/ 17094 w 1115"/>
                  <a:gd name="T37" fmla="*/ 3975 h 233"/>
                  <a:gd name="T38" fmla="*/ 17222 w 1115"/>
                  <a:gd name="T39" fmla="*/ 3992 h 233"/>
                  <a:gd name="T40" fmla="*/ 17278 w 1115"/>
                  <a:gd name="T41" fmla="*/ 4017 h 233"/>
                  <a:gd name="T42" fmla="*/ 17355 w 1115"/>
                  <a:gd name="T43" fmla="*/ 4017 h 233"/>
                  <a:gd name="T44" fmla="*/ 17411 w 1115"/>
                  <a:gd name="T45" fmla="*/ 4040 h 233"/>
                  <a:gd name="T46" fmla="*/ 17483 w 1115"/>
                  <a:gd name="T47" fmla="*/ 4040 h 233"/>
                  <a:gd name="T48" fmla="*/ 17539 w 1115"/>
                  <a:gd name="T49" fmla="*/ 4065 h 233"/>
                  <a:gd name="T50" fmla="*/ 17581 w 1115"/>
                  <a:gd name="T51" fmla="*/ 4065 h 233"/>
                  <a:gd name="T52" fmla="*/ 17674 w 1115"/>
                  <a:gd name="T53" fmla="*/ 4088 h 233"/>
                  <a:gd name="T54" fmla="*/ 17696 w 1115"/>
                  <a:gd name="T55" fmla="*/ 4088 h 233"/>
                  <a:gd name="T56" fmla="*/ 17956 w 1115"/>
                  <a:gd name="T57" fmla="*/ 4153 h 233"/>
                  <a:gd name="T58" fmla="*/ 17956 w 1115"/>
                  <a:gd name="T59" fmla="*/ 4153 h 233"/>
                  <a:gd name="T60" fmla="*/ 18036 w 1115"/>
                  <a:gd name="T61" fmla="*/ 4153 h 233"/>
                  <a:gd name="T62" fmla="*/ 18049 w 1115"/>
                  <a:gd name="T63" fmla="*/ 4176 h 233"/>
                  <a:gd name="T64" fmla="*/ 18127 w 1115"/>
                  <a:gd name="T65" fmla="*/ 4176 h 233"/>
                  <a:gd name="T66" fmla="*/ 18148 w 1115"/>
                  <a:gd name="T67" fmla="*/ 4176 h 233"/>
                  <a:gd name="T68" fmla="*/ 18204 w 1115"/>
                  <a:gd name="T69" fmla="*/ 4201 h 233"/>
                  <a:gd name="T70" fmla="*/ 18204 w 1115"/>
                  <a:gd name="T71" fmla="*/ 4201 h 233"/>
                  <a:gd name="T72" fmla="*/ 18369 w 1115"/>
                  <a:gd name="T73" fmla="*/ 4224 h 233"/>
                  <a:gd name="T74" fmla="*/ 18390 w 1115"/>
                  <a:gd name="T75" fmla="*/ 4224 h 233"/>
                  <a:gd name="T76" fmla="*/ 18425 w 1115"/>
                  <a:gd name="T77" fmla="*/ 4250 h 233"/>
                  <a:gd name="T78" fmla="*/ 18446 w 1115"/>
                  <a:gd name="T79" fmla="*/ 4250 h 233"/>
                  <a:gd name="T80" fmla="*/ 18467 w 1115"/>
                  <a:gd name="T81" fmla="*/ 4250 h 233"/>
                  <a:gd name="T82" fmla="*/ 18481 w 1115"/>
                  <a:gd name="T83" fmla="*/ 4250 h 233"/>
                  <a:gd name="T84" fmla="*/ 18502 w 1115"/>
                  <a:gd name="T85" fmla="*/ 4250 h 233"/>
                  <a:gd name="T86" fmla="*/ 18536 w 1115"/>
                  <a:gd name="T87" fmla="*/ 4272 h 233"/>
                  <a:gd name="T88" fmla="*/ 18536 w 1115"/>
                  <a:gd name="T89" fmla="*/ 4272 h 233"/>
                  <a:gd name="T90" fmla="*/ 20314 w 1115"/>
                  <a:gd name="T91" fmla="*/ 5319 h 233"/>
                  <a:gd name="T92" fmla="*/ 21008 w 1115"/>
                  <a:gd name="T93" fmla="*/ 5183 h 23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15" h="233">
                    <a:moveTo>
                      <a:pt x="1115" y="227"/>
                    </a:moveTo>
                    <a:cubicBezTo>
                      <a:pt x="1109" y="226"/>
                      <a:pt x="1103" y="225"/>
                      <a:pt x="1097" y="223"/>
                    </a:cubicBezTo>
                    <a:cubicBezTo>
                      <a:pt x="1075" y="215"/>
                      <a:pt x="1043" y="201"/>
                      <a:pt x="1022" y="191"/>
                    </a:cubicBezTo>
                    <a:cubicBezTo>
                      <a:pt x="995" y="177"/>
                      <a:pt x="988" y="169"/>
                      <a:pt x="958" y="167"/>
                    </a:cubicBezTo>
                    <a:cubicBezTo>
                      <a:pt x="892" y="160"/>
                      <a:pt x="817" y="144"/>
                      <a:pt x="752" y="129"/>
                    </a:cubicBezTo>
                    <a:cubicBezTo>
                      <a:pt x="654" y="105"/>
                      <a:pt x="546" y="108"/>
                      <a:pt x="452" y="67"/>
                    </a:cubicBezTo>
                    <a:cubicBezTo>
                      <a:pt x="400" y="44"/>
                      <a:pt x="341" y="0"/>
                      <a:pt x="282" y="1"/>
                    </a:cubicBezTo>
                    <a:cubicBezTo>
                      <a:pt x="226" y="1"/>
                      <a:pt x="168" y="28"/>
                      <a:pt x="112" y="13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46" y="41"/>
                      <a:pt x="372" y="77"/>
                      <a:pt x="592" y="119"/>
                    </a:cubicBezTo>
                    <a:cubicBezTo>
                      <a:pt x="592" y="119"/>
                      <a:pt x="592" y="119"/>
                      <a:pt x="592" y="118"/>
                    </a:cubicBezTo>
                    <a:cubicBezTo>
                      <a:pt x="665" y="132"/>
                      <a:pt x="791" y="154"/>
                      <a:pt x="881" y="170"/>
                    </a:cubicBezTo>
                    <a:cubicBezTo>
                      <a:pt x="881" y="170"/>
                      <a:pt x="881" y="170"/>
                      <a:pt x="881" y="170"/>
                    </a:cubicBezTo>
                    <a:cubicBezTo>
                      <a:pt x="884" y="170"/>
                      <a:pt x="886" y="170"/>
                      <a:pt x="889" y="171"/>
                    </a:cubicBezTo>
                    <a:cubicBezTo>
                      <a:pt x="890" y="171"/>
                      <a:pt x="890" y="171"/>
                      <a:pt x="891" y="171"/>
                    </a:cubicBezTo>
                    <a:cubicBezTo>
                      <a:pt x="893" y="172"/>
                      <a:pt x="895" y="172"/>
                      <a:pt x="897" y="172"/>
                    </a:cubicBezTo>
                    <a:cubicBezTo>
                      <a:pt x="898" y="172"/>
                      <a:pt x="899" y="172"/>
                      <a:pt x="899" y="173"/>
                    </a:cubicBezTo>
                    <a:cubicBezTo>
                      <a:pt x="901" y="173"/>
                      <a:pt x="903" y="173"/>
                      <a:pt x="904" y="173"/>
                    </a:cubicBezTo>
                    <a:cubicBezTo>
                      <a:pt x="905" y="174"/>
                      <a:pt x="906" y="174"/>
                      <a:pt x="907" y="174"/>
                    </a:cubicBezTo>
                    <a:cubicBezTo>
                      <a:pt x="910" y="174"/>
                      <a:pt x="912" y="175"/>
                      <a:pt x="914" y="175"/>
                    </a:cubicBezTo>
                    <a:cubicBezTo>
                      <a:pt x="915" y="175"/>
                      <a:pt x="916" y="175"/>
                      <a:pt x="917" y="176"/>
                    </a:cubicBezTo>
                    <a:cubicBezTo>
                      <a:pt x="918" y="176"/>
                      <a:pt x="920" y="176"/>
                      <a:pt x="921" y="176"/>
                    </a:cubicBezTo>
                    <a:cubicBezTo>
                      <a:pt x="922" y="176"/>
                      <a:pt x="923" y="177"/>
                      <a:pt x="924" y="177"/>
                    </a:cubicBezTo>
                    <a:cubicBezTo>
                      <a:pt x="925" y="177"/>
                      <a:pt x="927" y="177"/>
                      <a:pt x="928" y="177"/>
                    </a:cubicBezTo>
                    <a:cubicBezTo>
                      <a:pt x="929" y="178"/>
                      <a:pt x="930" y="178"/>
                      <a:pt x="931" y="178"/>
                    </a:cubicBezTo>
                    <a:cubicBezTo>
                      <a:pt x="932" y="178"/>
                      <a:pt x="933" y="178"/>
                      <a:pt x="933" y="178"/>
                    </a:cubicBezTo>
                    <a:cubicBezTo>
                      <a:pt x="935" y="179"/>
                      <a:pt x="936" y="179"/>
                      <a:pt x="938" y="179"/>
                    </a:cubicBezTo>
                    <a:cubicBezTo>
                      <a:pt x="938" y="179"/>
                      <a:pt x="939" y="179"/>
                      <a:pt x="939" y="179"/>
                    </a:cubicBezTo>
                    <a:cubicBezTo>
                      <a:pt x="944" y="180"/>
                      <a:pt x="949" y="181"/>
                      <a:pt x="953" y="182"/>
                    </a:cubicBezTo>
                    <a:cubicBezTo>
                      <a:pt x="953" y="182"/>
                      <a:pt x="953" y="182"/>
                      <a:pt x="953" y="182"/>
                    </a:cubicBezTo>
                    <a:cubicBezTo>
                      <a:pt x="954" y="182"/>
                      <a:pt x="956" y="182"/>
                      <a:pt x="957" y="182"/>
                    </a:cubicBezTo>
                    <a:cubicBezTo>
                      <a:pt x="957" y="182"/>
                      <a:pt x="958" y="182"/>
                      <a:pt x="958" y="183"/>
                    </a:cubicBezTo>
                    <a:cubicBezTo>
                      <a:pt x="959" y="183"/>
                      <a:pt x="960" y="183"/>
                      <a:pt x="962" y="183"/>
                    </a:cubicBezTo>
                    <a:cubicBezTo>
                      <a:pt x="962" y="183"/>
                      <a:pt x="962" y="183"/>
                      <a:pt x="963" y="183"/>
                    </a:cubicBezTo>
                    <a:cubicBezTo>
                      <a:pt x="964" y="183"/>
                      <a:pt x="965" y="184"/>
                      <a:pt x="966" y="184"/>
                    </a:cubicBezTo>
                    <a:cubicBezTo>
                      <a:pt x="966" y="184"/>
                      <a:pt x="966" y="184"/>
                      <a:pt x="966" y="184"/>
                    </a:cubicBezTo>
                    <a:cubicBezTo>
                      <a:pt x="970" y="184"/>
                      <a:pt x="972" y="185"/>
                      <a:pt x="975" y="185"/>
                    </a:cubicBezTo>
                    <a:cubicBezTo>
                      <a:pt x="975" y="185"/>
                      <a:pt x="976" y="185"/>
                      <a:pt x="976" y="185"/>
                    </a:cubicBezTo>
                    <a:cubicBezTo>
                      <a:pt x="977" y="185"/>
                      <a:pt x="977" y="186"/>
                      <a:pt x="978" y="186"/>
                    </a:cubicBezTo>
                    <a:cubicBezTo>
                      <a:pt x="978" y="186"/>
                      <a:pt x="979" y="186"/>
                      <a:pt x="979" y="186"/>
                    </a:cubicBezTo>
                    <a:cubicBezTo>
                      <a:pt x="979" y="186"/>
                      <a:pt x="980" y="186"/>
                      <a:pt x="980" y="186"/>
                    </a:cubicBezTo>
                    <a:cubicBezTo>
                      <a:pt x="981" y="186"/>
                      <a:pt x="981" y="186"/>
                      <a:pt x="981" y="186"/>
                    </a:cubicBezTo>
                    <a:cubicBezTo>
                      <a:pt x="982" y="186"/>
                      <a:pt x="982" y="186"/>
                      <a:pt x="982" y="186"/>
                    </a:cubicBezTo>
                    <a:cubicBezTo>
                      <a:pt x="983" y="186"/>
                      <a:pt x="984" y="187"/>
                      <a:pt x="984" y="187"/>
                    </a:cubicBezTo>
                    <a:cubicBezTo>
                      <a:pt x="984" y="187"/>
                      <a:pt x="984" y="187"/>
                      <a:pt x="984" y="187"/>
                    </a:cubicBezTo>
                    <a:cubicBezTo>
                      <a:pt x="1008" y="215"/>
                      <a:pt x="1041" y="233"/>
                      <a:pt x="1078" y="233"/>
                    </a:cubicBezTo>
                    <a:cubicBezTo>
                      <a:pt x="1091" y="233"/>
                      <a:pt x="1103" y="231"/>
                      <a:pt x="1115" y="227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3" name="Freeform 13">
                <a:extLst>
                  <a:ext uri="{FF2B5EF4-FFF2-40B4-BE49-F238E27FC236}">
                    <a16:creationId xmlns:a16="http://schemas.microsoft.com/office/drawing/2014/main" id="{351C9E89-148E-4671-89E8-AE60A05B5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48"/>
                <a:ext cx="638" cy="891"/>
              </a:xfrm>
              <a:custGeom>
                <a:avLst/>
                <a:gdLst>
                  <a:gd name="T0" fmla="*/ 1879 w 240"/>
                  <a:gd name="T1" fmla="*/ 0 h 314"/>
                  <a:gd name="T2" fmla="*/ 93 w 240"/>
                  <a:gd name="T3" fmla="*/ 959 h 314"/>
                  <a:gd name="T4" fmla="*/ 149 w 240"/>
                  <a:gd name="T5" fmla="*/ 1209 h 314"/>
                  <a:gd name="T6" fmla="*/ 1879 w 240"/>
                  <a:gd name="T7" fmla="*/ 224 h 314"/>
                  <a:gd name="T8" fmla="*/ 4317 w 240"/>
                  <a:gd name="T9" fmla="*/ 3592 h 314"/>
                  <a:gd name="T10" fmla="*/ 1879 w 240"/>
                  <a:gd name="T11" fmla="*/ 6949 h 314"/>
                  <a:gd name="T12" fmla="*/ 114 w 240"/>
                  <a:gd name="T13" fmla="*/ 5894 h 314"/>
                  <a:gd name="T14" fmla="*/ 0 w 240"/>
                  <a:gd name="T15" fmla="*/ 6078 h 314"/>
                  <a:gd name="T16" fmla="*/ 1879 w 240"/>
                  <a:gd name="T17" fmla="*/ 7173 h 314"/>
                  <a:gd name="T18" fmla="*/ 4509 w 240"/>
                  <a:gd name="T19" fmla="*/ 3592 h 314"/>
                  <a:gd name="T20" fmla="*/ 187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7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7" y="314"/>
                      <a:pt x="240" y="243"/>
                      <a:pt x="240" y="157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solidFill>
                <a:srgbClr val="D4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4" name="Freeform 14">
                <a:extLst>
                  <a:ext uri="{FF2B5EF4-FFF2-40B4-BE49-F238E27FC236}">
                    <a16:creationId xmlns:a16="http://schemas.microsoft.com/office/drawing/2014/main" id="{94BBF917-0004-4C60-8955-CD3D89682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014"/>
                <a:ext cx="690" cy="959"/>
              </a:xfrm>
              <a:custGeom>
                <a:avLst/>
                <a:gdLst>
                  <a:gd name="T0" fmla="*/ 2043 w 259"/>
                  <a:gd name="T1" fmla="*/ 0 h 338"/>
                  <a:gd name="T2" fmla="*/ 171 w 259"/>
                  <a:gd name="T3" fmla="*/ 911 h 338"/>
                  <a:gd name="T4" fmla="*/ 248 w 259"/>
                  <a:gd name="T5" fmla="*/ 1231 h 338"/>
                  <a:gd name="T6" fmla="*/ 2043 w 259"/>
                  <a:gd name="T7" fmla="*/ 272 h 338"/>
                  <a:gd name="T8" fmla="*/ 4691 w 259"/>
                  <a:gd name="T9" fmla="*/ 3864 h 338"/>
                  <a:gd name="T10" fmla="*/ 2043 w 259"/>
                  <a:gd name="T11" fmla="*/ 7445 h 338"/>
                  <a:gd name="T12" fmla="*/ 149 w 259"/>
                  <a:gd name="T13" fmla="*/ 6353 h 338"/>
                  <a:gd name="T14" fmla="*/ 0 w 259"/>
                  <a:gd name="T15" fmla="*/ 6577 h 338"/>
                  <a:gd name="T16" fmla="*/ 2043 w 259"/>
                  <a:gd name="T17" fmla="*/ 7720 h 338"/>
                  <a:gd name="T18" fmla="*/ 4897 w 259"/>
                  <a:gd name="T19" fmla="*/ 3864 h 338"/>
                  <a:gd name="T20" fmla="*/ 2043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4"/>
                      <a:pt x="9" y="40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2"/>
                      <a:pt x="248" y="169"/>
                    </a:cubicBezTo>
                    <a:cubicBezTo>
                      <a:pt x="248" y="255"/>
                      <a:pt x="185" y="326"/>
                      <a:pt x="108" y="326"/>
                    </a:cubicBezTo>
                    <a:cubicBezTo>
                      <a:pt x="71" y="326"/>
                      <a:pt x="34" y="308"/>
                      <a:pt x="8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2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5" name="Freeform 15">
                <a:extLst>
                  <a:ext uri="{FF2B5EF4-FFF2-40B4-BE49-F238E27FC236}">
                    <a16:creationId xmlns:a16="http://schemas.microsoft.com/office/drawing/2014/main" id="{86DEDD9F-23D1-41F3-B230-A2500B2BB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361"/>
                <a:ext cx="3039" cy="837"/>
              </a:xfrm>
              <a:custGeom>
                <a:avLst/>
                <a:gdLst>
                  <a:gd name="T0" fmla="*/ 21089 w 1142"/>
                  <a:gd name="T1" fmla="*/ 4886 h 295"/>
                  <a:gd name="T2" fmla="*/ 9349 w 1142"/>
                  <a:gd name="T3" fmla="*/ 2375 h 295"/>
                  <a:gd name="T4" fmla="*/ 35 w 1142"/>
                  <a:gd name="T5" fmla="*/ 0 h 295"/>
                  <a:gd name="T6" fmla="*/ 0 w 1142"/>
                  <a:gd name="T7" fmla="*/ 1739 h 295"/>
                  <a:gd name="T8" fmla="*/ 149 w 1142"/>
                  <a:gd name="T9" fmla="*/ 1756 h 295"/>
                  <a:gd name="T10" fmla="*/ 205 w 1142"/>
                  <a:gd name="T11" fmla="*/ 1779 h 295"/>
                  <a:gd name="T12" fmla="*/ 10142 w 1142"/>
                  <a:gd name="T13" fmla="*/ 4202 h 295"/>
                  <a:gd name="T14" fmla="*/ 21520 w 1142"/>
                  <a:gd name="T15" fmla="*/ 6739 h 295"/>
                  <a:gd name="T16" fmla="*/ 21089 w 1142"/>
                  <a:gd name="T17" fmla="*/ 4886 h 2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2" h="295">
                    <a:moveTo>
                      <a:pt x="1119" y="214"/>
                    </a:moveTo>
                    <a:cubicBezTo>
                      <a:pt x="1119" y="214"/>
                      <a:pt x="632" y="130"/>
                      <a:pt x="496" y="104"/>
                    </a:cubicBezTo>
                    <a:cubicBezTo>
                      <a:pt x="376" y="82"/>
                      <a:pt x="93" y="19"/>
                      <a:pt x="2" y="0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2" y="76"/>
                      <a:pt x="5" y="77"/>
                      <a:pt x="8" y="77"/>
                    </a:cubicBezTo>
                    <a:cubicBezTo>
                      <a:pt x="9" y="78"/>
                      <a:pt x="10" y="78"/>
                      <a:pt x="11" y="78"/>
                    </a:cubicBezTo>
                    <a:cubicBezTo>
                      <a:pt x="82" y="93"/>
                      <a:pt x="412" y="160"/>
                      <a:pt x="538" y="184"/>
                    </a:cubicBezTo>
                    <a:cubicBezTo>
                      <a:pt x="674" y="210"/>
                      <a:pt x="1142" y="295"/>
                      <a:pt x="1142" y="295"/>
                    </a:cubicBezTo>
                    <a:lnTo>
                      <a:pt x="1119" y="214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6" name="Freeform 16">
                <a:extLst>
                  <a:ext uri="{FF2B5EF4-FFF2-40B4-BE49-F238E27FC236}">
                    <a16:creationId xmlns:a16="http://schemas.microsoft.com/office/drawing/2014/main" id="{5FE746D4-0352-4E27-BA18-407497CD4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287"/>
                <a:ext cx="3350" cy="682"/>
              </a:xfrm>
              <a:custGeom>
                <a:avLst/>
                <a:gdLst>
                  <a:gd name="T0" fmla="*/ 23187 w 1259"/>
                  <a:gd name="T1" fmla="*/ 4564 h 240"/>
                  <a:gd name="T2" fmla="*/ 23719 w 1259"/>
                  <a:gd name="T3" fmla="*/ 4612 h 240"/>
                  <a:gd name="T4" fmla="*/ 12772 w 1259"/>
                  <a:gd name="T5" fmla="*/ 2478 h 240"/>
                  <a:gd name="T6" fmla="*/ 2826 w 1259"/>
                  <a:gd name="T7" fmla="*/ 185 h 240"/>
                  <a:gd name="T8" fmla="*/ 0 w 1259"/>
                  <a:gd name="T9" fmla="*/ 597 h 240"/>
                  <a:gd name="T10" fmla="*/ 0 w 1259"/>
                  <a:gd name="T11" fmla="*/ 597 h 240"/>
                  <a:gd name="T12" fmla="*/ 9289 w 1259"/>
                  <a:gd name="T13" fmla="*/ 2981 h 240"/>
                  <a:gd name="T14" fmla="*/ 21021 w 1259"/>
                  <a:gd name="T15" fmla="*/ 5507 h 240"/>
                  <a:gd name="T16" fmla="*/ 23187 w 1259"/>
                  <a:gd name="T17" fmla="*/ 4564 h 2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9" h="240">
                    <a:moveTo>
                      <a:pt x="1231" y="199"/>
                    </a:moveTo>
                    <a:cubicBezTo>
                      <a:pt x="1241" y="199"/>
                      <a:pt x="1250" y="200"/>
                      <a:pt x="1259" y="201"/>
                    </a:cubicBezTo>
                    <a:cubicBezTo>
                      <a:pt x="1163" y="183"/>
                      <a:pt x="808" y="132"/>
                      <a:pt x="678" y="108"/>
                    </a:cubicBezTo>
                    <a:cubicBezTo>
                      <a:pt x="559" y="85"/>
                      <a:pt x="241" y="26"/>
                      <a:pt x="150" y="8"/>
                    </a:cubicBezTo>
                    <a:cubicBezTo>
                      <a:pt x="112" y="1"/>
                      <a:pt x="32" y="0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92" y="45"/>
                      <a:pt x="374" y="108"/>
                      <a:pt x="493" y="130"/>
                    </a:cubicBezTo>
                    <a:cubicBezTo>
                      <a:pt x="629" y="156"/>
                      <a:pt x="1116" y="240"/>
                      <a:pt x="1116" y="240"/>
                    </a:cubicBezTo>
                    <a:cubicBezTo>
                      <a:pt x="1149" y="214"/>
                      <a:pt x="1188" y="199"/>
                      <a:pt x="1231" y="199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7" name="Freeform 17">
                <a:extLst>
                  <a:ext uri="{FF2B5EF4-FFF2-40B4-BE49-F238E27FC236}">
                    <a16:creationId xmlns:a16="http://schemas.microsoft.com/office/drawing/2014/main" id="{516110A9-DD3E-48F2-B47E-66132B9AE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360"/>
                <a:ext cx="3281" cy="772"/>
              </a:xfrm>
              <a:custGeom>
                <a:avLst/>
                <a:gdLst>
                  <a:gd name="T0" fmla="*/ 21064 w 1233"/>
                  <a:gd name="T1" fmla="*/ 4802 h 272"/>
                  <a:gd name="T2" fmla="*/ 21064 w 1233"/>
                  <a:gd name="T3" fmla="*/ 4777 h 272"/>
                  <a:gd name="T4" fmla="*/ 21043 w 1233"/>
                  <a:gd name="T5" fmla="*/ 4777 h 272"/>
                  <a:gd name="T6" fmla="*/ 13135 w 1233"/>
                  <a:gd name="T7" fmla="*/ 3085 h 272"/>
                  <a:gd name="T8" fmla="*/ 0 w 1233"/>
                  <a:gd name="T9" fmla="*/ 0 h 272"/>
                  <a:gd name="T10" fmla="*/ 2302 w 1233"/>
                  <a:gd name="T11" fmla="*/ 1257 h 272"/>
                  <a:gd name="T12" fmla="*/ 2903 w 1233"/>
                  <a:gd name="T13" fmla="*/ 1419 h 272"/>
                  <a:gd name="T14" fmla="*/ 15317 w 1233"/>
                  <a:gd name="T15" fmla="*/ 4527 h 272"/>
                  <a:gd name="T16" fmla="*/ 23233 w 1233"/>
                  <a:gd name="T17" fmla="*/ 6219 h 272"/>
                  <a:gd name="T18" fmla="*/ 23233 w 1233"/>
                  <a:gd name="T19" fmla="*/ 6196 h 272"/>
                  <a:gd name="T20" fmla="*/ 21064 w 1233"/>
                  <a:gd name="T21" fmla="*/ 4802 h 2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33" h="272">
                    <a:moveTo>
                      <a:pt x="1118" y="210"/>
                    </a:moveTo>
                    <a:cubicBezTo>
                      <a:pt x="1118" y="209"/>
                      <a:pt x="1118" y="209"/>
                      <a:pt x="1118" y="209"/>
                    </a:cubicBezTo>
                    <a:cubicBezTo>
                      <a:pt x="1117" y="209"/>
                      <a:pt x="1117" y="209"/>
                      <a:pt x="1117" y="209"/>
                    </a:cubicBezTo>
                    <a:cubicBezTo>
                      <a:pt x="1089" y="205"/>
                      <a:pt x="795" y="155"/>
                      <a:pt x="697" y="135"/>
                    </a:cubicBezTo>
                    <a:cubicBezTo>
                      <a:pt x="607" y="117"/>
                      <a:pt x="185" y="36"/>
                      <a:pt x="0" y="0"/>
                    </a:cubicBezTo>
                    <a:cubicBezTo>
                      <a:pt x="26" y="29"/>
                      <a:pt x="86" y="46"/>
                      <a:pt x="122" y="55"/>
                    </a:cubicBezTo>
                    <a:cubicBezTo>
                      <a:pt x="126" y="56"/>
                      <a:pt x="154" y="62"/>
                      <a:pt x="154" y="62"/>
                    </a:cubicBezTo>
                    <a:cubicBezTo>
                      <a:pt x="339" y="98"/>
                      <a:pt x="723" y="179"/>
                      <a:pt x="813" y="198"/>
                    </a:cubicBezTo>
                    <a:cubicBezTo>
                      <a:pt x="911" y="218"/>
                      <a:pt x="1205" y="268"/>
                      <a:pt x="1233" y="272"/>
                    </a:cubicBezTo>
                    <a:cubicBezTo>
                      <a:pt x="1233" y="271"/>
                      <a:pt x="1233" y="271"/>
                      <a:pt x="1233" y="271"/>
                    </a:cubicBezTo>
                    <a:cubicBezTo>
                      <a:pt x="1189" y="265"/>
                      <a:pt x="1148" y="243"/>
                      <a:pt x="1118" y="210"/>
                    </a:cubicBezTo>
                    <a:close/>
                  </a:path>
                </a:pathLst>
              </a:custGeom>
              <a:solidFill>
                <a:srgbClr val="F66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8" name="Freeform 18">
                <a:extLst>
                  <a:ext uri="{FF2B5EF4-FFF2-40B4-BE49-F238E27FC236}">
                    <a16:creationId xmlns:a16="http://schemas.microsoft.com/office/drawing/2014/main" id="{16484B5F-9541-460C-80C4-154652EDB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361"/>
                <a:ext cx="2981" cy="636"/>
              </a:xfrm>
              <a:custGeom>
                <a:avLst/>
                <a:gdLst>
                  <a:gd name="T0" fmla="*/ 9068 w 1120"/>
                  <a:gd name="T1" fmla="*/ 2612 h 224"/>
                  <a:gd name="T2" fmla="*/ 21117 w 1120"/>
                  <a:gd name="T3" fmla="*/ 5128 h 224"/>
                  <a:gd name="T4" fmla="*/ 21061 w 1120"/>
                  <a:gd name="T5" fmla="*/ 4901 h 224"/>
                  <a:gd name="T6" fmla="*/ 9316 w 1120"/>
                  <a:gd name="T7" fmla="*/ 2379 h 224"/>
                  <a:gd name="T8" fmla="*/ 0 w 1120"/>
                  <a:gd name="T9" fmla="*/ 0 h 224"/>
                  <a:gd name="T10" fmla="*/ 0 w 1120"/>
                  <a:gd name="T11" fmla="*/ 275 h 224"/>
                  <a:gd name="T12" fmla="*/ 9068 w 1120"/>
                  <a:gd name="T13" fmla="*/ 2612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0" h="224">
                    <a:moveTo>
                      <a:pt x="481" y="114"/>
                    </a:moveTo>
                    <a:cubicBezTo>
                      <a:pt x="608" y="138"/>
                      <a:pt x="972" y="197"/>
                      <a:pt x="1120" y="224"/>
                    </a:cubicBezTo>
                    <a:cubicBezTo>
                      <a:pt x="1117" y="214"/>
                      <a:pt x="1117" y="214"/>
                      <a:pt x="1117" y="214"/>
                    </a:cubicBezTo>
                    <a:cubicBezTo>
                      <a:pt x="1117" y="214"/>
                      <a:pt x="630" y="130"/>
                      <a:pt x="494" y="104"/>
                    </a:cubicBezTo>
                    <a:cubicBezTo>
                      <a:pt x="374" y="82"/>
                      <a:pt x="91" y="19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02" y="33"/>
                      <a:pt x="367" y="92"/>
                      <a:pt x="481" y="114"/>
                    </a:cubicBez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9" name="Freeform 19">
                <a:extLst>
                  <a:ext uri="{FF2B5EF4-FFF2-40B4-BE49-F238E27FC236}">
                    <a16:creationId xmlns:a16="http://schemas.microsoft.com/office/drawing/2014/main" id="{850957B3-F868-41D3-95BF-460341B85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332"/>
                <a:ext cx="2993" cy="621"/>
              </a:xfrm>
              <a:custGeom>
                <a:avLst/>
                <a:gdLst>
                  <a:gd name="T0" fmla="*/ 21071 w 1125"/>
                  <a:gd name="T1" fmla="*/ 4994 h 219"/>
                  <a:gd name="T2" fmla="*/ 21185 w 1125"/>
                  <a:gd name="T3" fmla="*/ 4784 h 219"/>
                  <a:gd name="T4" fmla="*/ 13236 w 1125"/>
                  <a:gd name="T5" fmla="*/ 3079 h 219"/>
                  <a:gd name="T6" fmla="*/ 93 w 1125"/>
                  <a:gd name="T7" fmla="*/ 0 h 219"/>
                  <a:gd name="T8" fmla="*/ 77 w 1125"/>
                  <a:gd name="T9" fmla="*/ 0 h 219"/>
                  <a:gd name="T10" fmla="*/ 0 w 1125"/>
                  <a:gd name="T11" fmla="*/ 224 h 219"/>
                  <a:gd name="T12" fmla="*/ 13143 w 1125"/>
                  <a:gd name="T13" fmla="*/ 3303 h 219"/>
                  <a:gd name="T14" fmla="*/ 21049 w 1125"/>
                  <a:gd name="T15" fmla="*/ 4994 h 219"/>
                  <a:gd name="T16" fmla="*/ 21071 w 1125"/>
                  <a:gd name="T17" fmla="*/ 4994 h 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5" h="219">
                    <a:moveTo>
                      <a:pt x="1119" y="219"/>
                    </a:moveTo>
                    <a:cubicBezTo>
                      <a:pt x="1125" y="210"/>
                      <a:pt x="1125" y="210"/>
                      <a:pt x="1125" y="210"/>
                    </a:cubicBezTo>
                    <a:cubicBezTo>
                      <a:pt x="1085" y="204"/>
                      <a:pt x="799" y="154"/>
                      <a:pt x="703" y="135"/>
                    </a:cubicBezTo>
                    <a:cubicBezTo>
                      <a:pt x="613" y="116"/>
                      <a:pt x="190" y="35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85" y="46"/>
                      <a:pt x="608" y="127"/>
                      <a:pt x="698" y="145"/>
                    </a:cubicBezTo>
                    <a:cubicBezTo>
                      <a:pt x="796" y="165"/>
                      <a:pt x="1090" y="215"/>
                      <a:pt x="1118" y="219"/>
                    </a:cubicBezTo>
                    <a:lnTo>
                      <a:pt x="1119" y="219"/>
                    </a:ln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Freeform 20">
                <a:extLst>
                  <a:ext uri="{FF2B5EF4-FFF2-40B4-BE49-F238E27FC236}">
                    <a16:creationId xmlns:a16="http://schemas.microsoft.com/office/drawing/2014/main" id="{80C0927C-EB12-4A46-ACFE-03D8FFAC8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230"/>
                <a:ext cx="3057" cy="723"/>
              </a:xfrm>
              <a:custGeom>
                <a:avLst/>
                <a:gdLst>
                  <a:gd name="T0" fmla="*/ 10398 w 1149"/>
                  <a:gd name="T1" fmla="*/ 2370 h 255"/>
                  <a:gd name="T2" fmla="*/ 5670 w 1149"/>
                  <a:gd name="T3" fmla="*/ 1279 h 255"/>
                  <a:gd name="T4" fmla="*/ 261 w 1149"/>
                  <a:gd name="T5" fmla="*/ 0 h 255"/>
                  <a:gd name="T6" fmla="*/ 0 w 1149"/>
                  <a:gd name="T7" fmla="*/ 1046 h 255"/>
                  <a:gd name="T8" fmla="*/ 77 w 1149"/>
                  <a:gd name="T9" fmla="*/ 819 h 255"/>
                  <a:gd name="T10" fmla="*/ 93 w 1149"/>
                  <a:gd name="T11" fmla="*/ 819 h 255"/>
                  <a:gd name="T12" fmla="*/ 13236 w 1149"/>
                  <a:gd name="T13" fmla="*/ 3899 h 255"/>
                  <a:gd name="T14" fmla="*/ 21186 w 1149"/>
                  <a:gd name="T15" fmla="*/ 5603 h 255"/>
                  <a:gd name="T16" fmla="*/ 21074 w 1149"/>
                  <a:gd name="T17" fmla="*/ 5812 h 255"/>
                  <a:gd name="T18" fmla="*/ 21638 w 1149"/>
                  <a:gd name="T19" fmla="*/ 4857 h 255"/>
                  <a:gd name="T20" fmla="*/ 17930 w 1149"/>
                  <a:gd name="T21" fmla="*/ 4100 h 255"/>
                  <a:gd name="T22" fmla="*/ 10398 w 1149"/>
                  <a:gd name="T23" fmla="*/ 2370 h 2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49" h="255">
                    <a:moveTo>
                      <a:pt x="552" y="104"/>
                    </a:moveTo>
                    <a:cubicBezTo>
                      <a:pt x="481" y="91"/>
                      <a:pt x="395" y="74"/>
                      <a:pt x="301" y="56"/>
                    </a:cubicBezTo>
                    <a:cubicBezTo>
                      <a:pt x="301" y="56"/>
                      <a:pt x="18" y="2"/>
                      <a:pt x="1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90" y="71"/>
                      <a:pt x="613" y="152"/>
                      <a:pt x="703" y="171"/>
                    </a:cubicBezTo>
                    <a:cubicBezTo>
                      <a:pt x="799" y="190"/>
                      <a:pt x="1085" y="240"/>
                      <a:pt x="1125" y="246"/>
                    </a:cubicBezTo>
                    <a:cubicBezTo>
                      <a:pt x="1119" y="255"/>
                      <a:pt x="1119" y="255"/>
                      <a:pt x="1119" y="255"/>
                    </a:cubicBezTo>
                    <a:cubicBezTo>
                      <a:pt x="1149" y="213"/>
                      <a:pt x="1149" y="213"/>
                      <a:pt x="1149" y="213"/>
                    </a:cubicBezTo>
                    <a:cubicBezTo>
                      <a:pt x="1124" y="209"/>
                      <a:pt x="1040" y="195"/>
                      <a:pt x="952" y="180"/>
                    </a:cubicBezTo>
                    <a:cubicBezTo>
                      <a:pt x="868" y="165"/>
                      <a:pt x="648" y="123"/>
                      <a:pt x="552" y="104"/>
                    </a:cubicBez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1" name="Freeform 21">
                <a:extLst>
                  <a:ext uri="{FF2B5EF4-FFF2-40B4-BE49-F238E27FC236}">
                    <a16:creationId xmlns:a16="http://schemas.microsoft.com/office/drawing/2014/main" id="{70F155D9-A1E8-4DFE-8078-FD577683A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338"/>
                <a:ext cx="224" cy="48"/>
              </a:xfrm>
              <a:custGeom>
                <a:avLst/>
                <a:gdLst>
                  <a:gd name="T0" fmla="*/ 0 w 84"/>
                  <a:gd name="T1" fmla="*/ 0 h 17"/>
                  <a:gd name="T2" fmla="*/ 0 w 84"/>
                  <a:gd name="T3" fmla="*/ 23 h 17"/>
                  <a:gd name="T4" fmla="*/ 1592 w 84"/>
                  <a:gd name="T5" fmla="*/ 384 h 17"/>
                  <a:gd name="T6" fmla="*/ 0 w 84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7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8" y="6"/>
                      <a:pt x="57" y="11"/>
                      <a:pt x="84" y="1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2" name="Freeform 22">
                <a:extLst>
                  <a:ext uri="{FF2B5EF4-FFF2-40B4-BE49-F238E27FC236}">
                    <a16:creationId xmlns:a16="http://schemas.microsoft.com/office/drawing/2014/main" id="{E9599C57-E5BB-4ED9-AB39-5375713BB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369"/>
                <a:ext cx="175" cy="440"/>
              </a:xfrm>
              <a:custGeom>
                <a:avLst/>
                <a:gdLst>
                  <a:gd name="T0" fmla="*/ 0 w 66"/>
                  <a:gd name="T1" fmla="*/ 3546 h 155"/>
                  <a:gd name="T2" fmla="*/ 856 w 66"/>
                  <a:gd name="T3" fmla="*/ 0 h 155"/>
                  <a:gd name="T4" fmla="*/ 0 w 66"/>
                  <a:gd name="T5" fmla="*/ 3546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55">
                    <a:moveTo>
                      <a:pt x="0" y="155"/>
                    </a:moveTo>
                    <a:cubicBezTo>
                      <a:pt x="66" y="101"/>
                      <a:pt x="52" y="22"/>
                      <a:pt x="46" y="0"/>
                    </a:cubicBezTo>
                    <a:cubicBezTo>
                      <a:pt x="47" y="21"/>
                      <a:pt x="53" y="99"/>
                      <a:pt x="0" y="1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3" name="Freeform 23">
                <a:extLst>
                  <a:ext uri="{FF2B5EF4-FFF2-40B4-BE49-F238E27FC236}">
                    <a16:creationId xmlns:a16="http://schemas.microsoft.com/office/drawing/2014/main" id="{4DC55350-DEC3-4550-97C6-627A364F8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551"/>
                <a:ext cx="3042" cy="647"/>
              </a:xfrm>
              <a:custGeom>
                <a:avLst/>
                <a:gdLst>
                  <a:gd name="T0" fmla="*/ 21432 w 1143"/>
                  <a:gd name="T1" fmla="*/ 4824 h 228"/>
                  <a:gd name="T2" fmla="*/ 21470 w 1143"/>
                  <a:gd name="T3" fmla="*/ 4986 h 228"/>
                  <a:gd name="T4" fmla="*/ 19684 w 1143"/>
                  <a:gd name="T5" fmla="*/ 4574 h 228"/>
                  <a:gd name="T6" fmla="*/ 15250 w 1143"/>
                  <a:gd name="T7" fmla="*/ 3544 h 228"/>
                  <a:gd name="T8" fmla="*/ 14968 w 1143"/>
                  <a:gd name="T9" fmla="*/ 3703 h 228"/>
                  <a:gd name="T10" fmla="*/ 14329 w 1143"/>
                  <a:gd name="T11" fmla="*/ 4092 h 228"/>
                  <a:gd name="T12" fmla="*/ 13459 w 1143"/>
                  <a:gd name="T13" fmla="*/ 4140 h 228"/>
                  <a:gd name="T14" fmla="*/ 12027 w 1143"/>
                  <a:gd name="T15" fmla="*/ 3703 h 228"/>
                  <a:gd name="T16" fmla="*/ 10781 w 1143"/>
                  <a:gd name="T17" fmla="*/ 3607 h 228"/>
                  <a:gd name="T18" fmla="*/ 9350 w 1143"/>
                  <a:gd name="T19" fmla="*/ 3471 h 228"/>
                  <a:gd name="T20" fmla="*/ 7691 w 1143"/>
                  <a:gd name="T21" fmla="*/ 2037 h 228"/>
                  <a:gd name="T22" fmla="*/ 7409 w 1143"/>
                  <a:gd name="T23" fmla="*/ 1805 h 228"/>
                  <a:gd name="T24" fmla="*/ 21 w 1143"/>
                  <a:gd name="T25" fmla="*/ 0 h 228"/>
                  <a:gd name="T26" fmla="*/ 0 w 1143"/>
                  <a:gd name="T27" fmla="*/ 184 h 228"/>
                  <a:gd name="T28" fmla="*/ 4924 w 1143"/>
                  <a:gd name="T29" fmla="*/ 1368 h 228"/>
                  <a:gd name="T30" fmla="*/ 7316 w 1143"/>
                  <a:gd name="T31" fmla="*/ 1964 h 228"/>
                  <a:gd name="T32" fmla="*/ 7601 w 1143"/>
                  <a:gd name="T33" fmla="*/ 2213 h 228"/>
                  <a:gd name="T34" fmla="*/ 9350 w 1143"/>
                  <a:gd name="T35" fmla="*/ 3703 h 228"/>
                  <a:gd name="T36" fmla="*/ 10781 w 1143"/>
                  <a:gd name="T37" fmla="*/ 3842 h 228"/>
                  <a:gd name="T38" fmla="*/ 12027 w 1143"/>
                  <a:gd name="T39" fmla="*/ 3930 h 228"/>
                  <a:gd name="T40" fmla="*/ 13459 w 1143"/>
                  <a:gd name="T41" fmla="*/ 4364 h 228"/>
                  <a:gd name="T42" fmla="*/ 14329 w 1143"/>
                  <a:gd name="T43" fmla="*/ 4316 h 228"/>
                  <a:gd name="T44" fmla="*/ 15058 w 1143"/>
                  <a:gd name="T45" fmla="*/ 3882 h 228"/>
                  <a:gd name="T46" fmla="*/ 15250 w 1143"/>
                  <a:gd name="T47" fmla="*/ 3794 h 228"/>
                  <a:gd name="T48" fmla="*/ 17006 w 1143"/>
                  <a:gd name="T49" fmla="*/ 4203 h 228"/>
                  <a:gd name="T50" fmla="*/ 21547 w 1143"/>
                  <a:gd name="T51" fmla="*/ 5210 h 228"/>
                  <a:gd name="T52" fmla="*/ 21432 w 1143"/>
                  <a:gd name="T53" fmla="*/ 4824 h 2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43" h="228">
                    <a:moveTo>
                      <a:pt x="1137" y="211"/>
                    </a:moveTo>
                    <a:cubicBezTo>
                      <a:pt x="1139" y="218"/>
                      <a:pt x="1139" y="218"/>
                      <a:pt x="1139" y="218"/>
                    </a:cubicBezTo>
                    <a:cubicBezTo>
                      <a:pt x="1127" y="216"/>
                      <a:pt x="1094" y="209"/>
                      <a:pt x="1044" y="200"/>
                    </a:cubicBezTo>
                    <a:cubicBezTo>
                      <a:pt x="1036" y="197"/>
                      <a:pt x="924" y="176"/>
                      <a:pt x="809" y="155"/>
                    </a:cubicBezTo>
                    <a:cubicBezTo>
                      <a:pt x="801" y="156"/>
                      <a:pt x="797" y="159"/>
                      <a:pt x="794" y="162"/>
                    </a:cubicBezTo>
                    <a:cubicBezTo>
                      <a:pt x="786" y="169"/>
                      <a:pt x="773" y="177"/>
                      <a:pt x="760" y="179"/>
                    </a:cubicBezTo>
                    <a:cubicBezTo>
                      <a:pt x="744" y="181"/>
                      <a:pt x="740" y="179"/>
                      <a:pt x="714" y="181"/>
                    </a:cubicBezTo>
                    <a:cubicBezTo>
                      <a:pt x="688" y="183"/>
                      <a:pt x="674" y="172"/>
                      <a:pt x="638" y="162"/>
                    </a:cubicBezTo>
                    <a:cubicBezTo>
                      <a:pt x="602" y="152"/>
                      <a:pt x="604" y="158"/>
                      <a:pt x="572" y="158"/>
                    </a:cubicBezTo>
                    <a:cubicBezTo>
                      <a:pt x="540" y="158"/>
                      <a:pt x="526" y="168"/>
                      <a:pt x="496" y="152"/>
                    </a:cubicBezTo>
                    <a:cubicBezTo>
                      <a:pt x="466" y="135"/>
                      <a:pt x="438" y="135"/>
                      <a:pt x="408" y="89"/>
                    </a:cubicBezTo>
                    <a:cubicBezTo>
                      <a:pt x="406" y="84"/>
                      <a:pt x="399" y="82"/>
                      <a:pt x="393" y="79"/>
                    </a:cubicBezTo>
                    <a:cubicBezTo>
                      <a:pt x="298" y="61"/>
                      <a:pt x="20" y="4"/>
                      <a:pt x="1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99" y="28"/>
                      <a:pt x="201" y="48"/>
                      <a:pt x="261" y="60"/>
                    </a:cubicBezTo>
                    <a:cubicBezTo>
                      <a:pt x="282" y="64"/>
                      <a:pt x="326" y="74"/>
                      <a:pt x="388" y="86"/>
                    </a:cubicBezTo>
                    <a:cubicBezTo>
                      <a:pt x="393" y="88"/>
                      <a:pt x="400" y="93"/>
                      <a:pt x="403" y="97"/>
                    </a:cubicBezTo>
                    <a:cubicBezTo>
                      <a:pt x="433" y="143"/>
                      <a:pt x="466" y="145"/>
                      <a:pt x="496" y="162"/>
                    </a:cubicBezTo>
                    <a:cubicBezTo>
                      <a:pt x="526" y="178"/>
                      <a:pt x="540" y="168"/>
                      <a:pt x="572" y="168"/>
                    </a:cubicBezTo>
                    <a:cubicBezTo>
                      <a:pt x="604" y="168"/>
                      <a:pt x="602" y="162"/>
                      <a:pt x="638" y="172"/>
                    </a:cubicBezTo>
                    <a:cubicBezTo>
                      <a:pt x="674" y="182"/>
                      <a:pt x="688" y="193"/>
                      <a:pt x="714" y="191"/>
                    </a:cubicBezTo>
                    <a:cubicBezTo>
                      <a:pt x="740" y="189"/>
                      <a:pt x="744" y="191"/>
                      <a:pt x="760" y="189"/>
                    </a:cubicBezTo>
                    <a:cubicBezTo>
                      <a:pt x="773" y="187"/>
                      <a:pt x="791" y="177"/>
                      <a:pt x="799" y="170"/>
                    </a:cubicBezTo>
                    <a:cubicBezTo>
                      <a:pt x="801" y="168"/>
                      <a:pt x="804" y="166"/>
                      <a:pt x="809" y="166"/>
                    </a:cubicBezTo>
                    <a:cubicBezTo>
                      <a:pt x="841" y="172"/>
                      <a:pt x="870" y="177"/>
                      <a:pt x="902" y="184"/>
                    </a:cubicBezTo>
                    <a:cubicBezTo>
                      <a:pt x="1143" y="228"/>
                      <a:pt x="1143" y="228"/>
                      <a:pt x="1143" y="228"/>
                    </a:cubicBezTo>
                    <a:lnTo>
                      <a:pt x="1137" y="211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4" name="Freeform 24">
                <a:extLst>
                  <a:ext uri="{FF2B5EF4-FFF2-40B4-BE49-F238E27FC236}">
                    <a16:creationId xmlns:a16="http://schemas.microsoft.com/office/drawing/2014/main" id="{FB3D60F0-9B3B-4D48-A92F-9AE060177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173"/>
                <a:ext cx="3047" cy="636"/>
              </a:xfrm>
              <a:custGeom>
                <a:avLst/>
                <a:gdLst>
                  <a:gd name="T0" fmla="*/ 13378 w 1145"/>
                  <a:gd name="T1" fmla="*/ 3112 h 224"/>
                  <a:gd name="T2" fmla="*/ 12491 w 1145"/>
                  <a:gd name="T3" fmla="*/ 2910 h 224"/>
                  <a:gd name="T4" fmla="*/ 10551 w 1145"/>
                  <a:gd name="T5" fmla="*/ 1968 h 224"/>
                  <a:gd name="T6" fmla="*/ 7951 w 1145"/>
                  <a:gd name="T7" fmla="*/ 1008 h 224"/>
                  <a:gd name="T8" fmla="*/ 6238 w 1145"/>
                  <a:gd name="T9" fmla="*/ 1258 h 224"/>
                  <a:gd name="T10" fmla="*/ 5445 w 1145"/>
                  <a:gd name="T11" fmla="*/ 1258 h 224"/>
                  <a:gd name="T12" fmla="*/ 56 w 1145"/>
                  <a:gd name="T13" fmla="*/ 0 h 224"/>
                  <a:gd name="T14" fmla="*/ 431 w 1145"/>
                  <a:gd name="T15" fmla="*/ 346 h 224"/>
                  <a:gd name="T16" fmla="*/ 5466 w 1145"/>
                  <a:gd name="T17" fmla="*/ 1508 h 224"/>
                  <a:gd name="T18" fmla="*/ 6275 w 1145"/>
                  <a:gd name="T19" fmla="*/ 1468 h 224"/>
                  <a:gd name="T20" fmla="*/ 6238 w 1145"/>
                  <a:gd name="T21" fmla="*/ 1442 h 224"/>
                  <a:gd name="T22" fmla="*/ 6310 w 1145"/>
                  <a:gd name="T23" fmla="*/ 1442 h 224"/>
                  <a:gd name="T24" fmla="*/ 6365 w 1145"/>
                  <a:gd name="T25" fmla="*/ 1442 h 224"/>
                  <a:gd name="T26" fmla="*/ 6424 w 1145"/>
                  <a:gd name="T27" fmla="*/ 1442 h 224"/>
                  <a:gd name="T28" fmla="*/ 6480 w 1145"/>
                  <a:gd name="T29" fmla="*/ 1442 h 224"/>
                  <a:gd name="T30" fmla="*/ 6557 w 1145"/>
                  <a:gd name="T31" fmla="*/ 1420 h 224"/>
                  <a:gd name="T32" fmla="*/ 6650 w 1145"/>
                  <a:gd name="T33" fmla="*/ 1420 h 224"/>
                  <a:gd name="T34" fmla="*/ 6727 w 1145"/>
                  <a:gd name="T35" fmla="*/ 1394 h 224"/>
                  <a:gd name="T36" fmla="*/ 6805 w 1145"/>
                  <a:gd name="T37" fmla="*/ 1371 h 224"/>
                  <a:gd name="T38" fmla="*/ 6863 w 1145"/>
                  <a:gd name="T39" fmla="*/ 1371 h 224"/>
                  <a:gd name="T40" fmla="*/ 6932 w 1145"/>
                  <a:gd name="T41" fmla="*/ 1354 h 224"/>
                  <a:gd name="T42" fmla="*/ 6991 w 1145"/>
                  <a:gd name="T43" fmla="*/ 1329 h 224"/>
                  <a:gd name="T44" fmla="*/ 7047 w 1145"/>
                  <a:gd name="T45" fmla="*/ 1329 h 224"/>
                  <a:gd name="T46" fmla="*/ 7103 w 1145"/>
                  <a:gd name="T47" fmla="*/ 1306 h 224"/>
                  <a:gd name="T48" fmla="*/ 7145 w 1145"/>
                  <a:gd name="T49" fmla="*/ 1306 h 224"/>
                  <a:gd name="T50" fmla="*/ 7951 w 1145"/>
                  <a:gd name="T51" fmla="*/ 1193 h 224"/>
                  <a:gd name="T52" fmla="*/ 10551 w 1145"/>
                  <a:gd name="T53" fmla="*/ 2152 h 224"/>
                  <a:gd name="T54" fmla="*/ 10666 w 1145"/>
                  <a:gd name="T55" fmla="*/ 2200 h 224"/>
                  <a:gd name="T56" fmla="*/ 10764 w 1145"/>
                  <a:gd name="T57" fmla="*/ 2240 h 224"/>
                  <a:gd name="T58" fmla="*/ 10857 w 1145"/>
                  <a:gd name="T59" fmla="*/ 2288 h 224"/>
                  <a:gd name="T60" fmla="*/ 10927 w 1145"/>
                  <a:gd name="T61" fmla="*/ 2337 h 224"/>
                  <a:gd name="T62" fmla="*/ 11025 w 1145"/>
                  <a:gd name="T63" fmla="*/ 2379 h 224"/>
                  <a:gd name="T64" fmla="*/ 11097 w 1145"/>
                  <a:gd name="T65" fmla="*/ 2428 h 224"/>
                  <a:gd name="T66" fmla="*/ 11174 w 1145"/>
                  <a:gd name="T67" fmla="*/ 2476 h 224"/>
                  <a:gd name="T68" fmla="*/ 11366 w 1145"/>
                  <a:gd name="T69" fmla="*/ 2564 h 224"/>
                  <a:gd name="T70" fmla="*/ 11422 w 1145"/>
                  <a:gd name="T71" fmla="*/ 2612 h 224"/>
                  <a:gd name="T72" fmla="*/ 11480 w 1145"/>
                  <a:gd name="T73" fmla="*/ 2635 h 224"/>
                  <a:gd name="T74" fmla="*/ 11515 w 1145"/>
                  <a:gd name="T75" fmla="*/ 2652 h 224"/>
                  <a:gd name="T76" fmla="*/ 11571 w 1145"/>
                  <a:gd name="T77" fmla="*/ 2677 h 224"/>
                  <a:gd name="T78" fmla="*/ 11608 w 1145"/>
                  <a:gd name="T79" fmla="*/ 2700 h 224"/>
                  <a:gd name="T80" fmla="*/ 12308 w 1145"/>
                  <a:gd name="T81" fmla="*/ 3064 h 224"/>
                  <a:gd name="T82" fmla="*/ 21443 w 1145"/>
                  <a:gd name="T83" fmla="*/ 5102 h 224"/>
                  <a:gd name="T84" fmla="*/ 21576 w 1145"/>
                  <a:gd name="T85" fmla="*/ 4901 h 224"/>
                  <a:gd name="T86" fmla="*/ 16302 w 1145"/>
                  <a:gd name="T87" fmla="*/ 379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5" h="224">
                    <a:moveTo>
                      <a:pt x="865" y="166"/>
                    </a:moveTo>
                    <a:cubicBezTo>
                      <a:pt x="816" y="157"/>
                      <a:pt x="764" y="147"/>
                      <a:pt x="710" y="136"/>
                    </a:cubicBezTo>
                    <a:cubicBezTo>
                      <a:pt x="759" y="146"/>
                      <a:pt x="807" y="155"/>
                      <a:pt x="851" y="163"/>
                    </a:cubicBezTo>
                    <a:cubicBezTo>
                      <a:pt x="663" y="127"/>
                      <a:pt x="663" y="127"/>
                      <a:pt x="663" y="127"/>
                    </a:cubicBezTo>
                    <a:cubicBezTo>
                      <a:pt x="655" y="125"/>
                      <a:pt x="630" y="117"/>
                      <a:pt x="617" y="110"/>
                    </a:cubicBezTo>
                    <a:cubicBezTo>
                      <a:pt x="612" y="109"/>
                      <a:pt x="585" y="95"/>
                      <a:pt x="560" y="86"/>
                    </a:cubicBezTo>
                    <a:cubicBezTo>
                      <a:pt x="534" y="76"/>
                      <a:pt x="530" y="72"/>
                      <a:pt x="500" y="62"/>
                    </a:cubicBezTo>
                    <a:cubicBezTo>
                      <a:pt x="470" y="52"/>
                      <a:pt x="456" y="42"/>
                      <a:pt x="422" y="44"/>
                    </a:cubicBezTo>
                    <a:cubicBezTo>
                      <a:pt x="405" y="45"/>
                      <a:pt x="393" y="45"/>
                      <a:pt x="381" y="48"/>
                    </a:cubicBezTo>
                    <a:cubicBezTo>
                      <a:pt x="372" y="50"/>
                      <a:pt x="340" y="55"/>
                      <a:pt x="331" y="55"/>
                    </a:cubicBezTo>
                    <a:cubicBezTo>
                      <a:pt x="320" y="55"/>
                      <a:pt x="294" y="57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186" y="35"/>
                      <a:pt x="87" y="16"/>
                      <a:pt x="3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9" y="12"/>
                      <a:pt x="23" y="15"/>
                    </a:cubicBezTo>
                    <a:cubicBezTo>
                      <a:pt x="94" y="28"/>
                      <a:pt x="173" y="44"/>
                      <a:pt x="256" y="60"/>
                    </a:cubicBezTo>
                    <a:cubicBezTo>
                      <a:pt x="290" y="66"/>
                      <a:pt x="290" y="66"/>
                      <a:pt x="290" y="66"/>
                    </a:cubicBezTo>
                    <a:cubicBezTo>
                      <a:pt x="299" y="66"/>
                      <a:pt x="306" y="66"/>
                      <a:pt x="314" y="66"/>
                    </a:cubicBezTo>
                    <a:cubicBezTo>
                      <a:pt x="319" y="65"/>
                      <a:pt x="326" y="64"/>
                      <a:pt x="333" y="64"/>
                    </a:cubicBezTo>
                    <a:cubicBezTo>
                      <a:pt x="332" y="64"/>
                      <a:pt x="331" y="63"/>
                      <a:pt x="331" y="63"/>
                    </a:cubicBezTo>
                    <a:cubicBezTo>
                      <a:pt x="331" y="63"/>
                      <a:pt x="331" y="63"/>
                      <a:pt x="331" y="63"/>
                    </a:cubicBezTo>
                    <a:cubicBezTo>
                      <a:pt x="332" y="63"/>
                      <a:pt x="333" y="63"/>
                      <a:pt x="334" y="63"/>
                    </a:cubicBezTo>
                    <a:cubicBezTo>
                      <a:pt x="335" y="63"/>
                      <a:pt x="335" y="63"/>
                      <a:pt x="335" y="63"/>
                    </a:cubicBezTo>
                    <a:cubicBezTo>
                      <a:pt x="336" y="63"/>
                      <a:pt x="336" y="63"/>
                      <a:pt x="337" y="63"/>
                    </a:cubicBezTo>
                    <a:cubicBezTo>
                      <a:pt x="337" y="63"/>
                      <a:pt x="338" y="63"/>
                      <a:pt x="338" y="63"/>
                    </a:cubicBezTo>
                    <a:cubicBezTo>
                      <a:pt x="338" y="63"/>
                      <a:pt x="339" y="63"/>
                      <a:pt x="340" y="63"/>
                    </a:cubicBezTo>
                    <a:cubicBezTo>
                      <a:pt x="340" y="63"/>
                      <a:pt x="341" y="63"/>
                      <a:pt x="341" y="63"/>
                    </a:cubicBezTo>
                    <a:cubicBezTo>
                      <a:pt x="342" y="63"/>
                      <a:pt x="342" y="63"/>
                      <a:pt x="343" y="63"/>
                    </a:cubicBezTo>
                    <a:cubicBezTo>
                      <a:pt x="343" y="63"/>
                      <a:pt x="344" y="63"/>
                      <a:pt x="344" y="63"/>
                    </a:cubicBezTo>
                    <a:cubicBezTo>
                      <a:pt x="345" y="63"/>
                      <a:pt x="346" y="62"/>
                      <a:pt x="347" y="62"/>
                    </a:cubicBezTo>
                    <a:cubicBezTo>
                      <a:pt x="347" y="62"/>
                      <a:pt x="348" y="62"/>
                      <a:pt x="348" y="62"/>
                    </a:cubicBezTo>
                    <a:cubicBezTo>
                      <a:pt x="349" y="62"/>
                      <a:pt x="350" y="62"/>
                      <a:pt x="351" y="62"/>
                    </a:cubicBezTo>
                    <a:cubicBezTo>
                      <a:pt x="352" y="62"/>
                      <a:pt x="352" y="62"/>
                      <a:pt x="353" y="62"/>
                    </a:cubicBezTo>
                    <a:cubicBezTo>
                      <a:pt x="353" y="61"/>
                      <a:pt x="354" y="61"/>
                      <a:pt x="355" y="61"/>
                    </a:cubicBezTo>
                    <a:cubicBezTo>
                      <a:pt x="356" y="61"/>
                      <a:pt x="356" y="61"/>
                      <a:pt x="357" y="61"/>
                    </a:cubicBezTo>
                    <a:cubicBezTo>
                      <a:pt x="357" y="61"/>
                      <a:pt x="358" y="61"/>
                      <a:pt x="359" y="61"/>
                    </a:cubicBezTo>
                    <a:cubicBezTo>
                      <a:pt x="359" y="61"/>
                      <a:pt x="360" y="60"/>
                      <a:pt x="361" y="60"/>
                    </a:cubicBezTo>
                    <a:cubicBezTo>
                      <a:pt x="361" y="60"/>
                      <a:pt x="362" y="60"/>
                      <a:pt x="363" y="60"/>
                    </a:cubicBezTo>
                    <a:cubicBezTo>
                      <a:pt x="363" y="60"/>
                      <a:pt x="364" y="60"/>
                      <a:pt x="364" y="60"/>
                    </a:cubicBezTo>
                    <a:cubicBezTo>
                      <a:pt x="365" y="60"/>
                      <a:pt x="366" y="59"/>
                      <a:pt x="366" y="59"/>
                    </a:cubicBezTo>
                    <a:cubicBezTo>
                      <a:pt x="367" y="59"/>
                      <a:pt x="367" y="59"/>
                      <a:pt x="368" y="59"/>
                    </a:cubicBezTo>
                    <a:cubicBezTo>
                      <a:pt x="368" y="59"/>
                      <a:pt x="369" y="59"/>
                      <a:pt x="370" y="59"/>
                    </a:cubicBezTo>
                    <a:cubicBezTo>
                      <a:pt x="370" y="59"/>
                      <a:pt x="371" y="58"/>
                      <a:pt x="371" y="58"/>
                    </a:cubicBezTo>
                    <a:cubicBezTo>
                      <a:pt x="372" y="58"/>
                      <a:pt x="372" y="58"/>
                      <a:pt x="373" y="58"/>
                    </a:cubicBezTo>
                    <a:cubicBezTo>
                      <a:pt x="373" y="58"/>
                      <a:pt x="374" y="58"/>
                      <a:pt x="374" y="58"/>
                    </a:cubicBezTo>
                    <a:cubicBezTo>
                      <a:pt x="375" y="58"/>
                      <a:pt x="375" y="58"/>
                      <a:pt x="376" y="57"/>
                    </a:cubicBezTo>
                    <a:cubicBezTo>
                      <a:pt x="376" y="57"/>
                      <a:pt x="376" y="57"/>
                      <a:pt x="377" y="57"/>
                    </a:cubicBezTo>
                    <a:cubicBezTo>
                      <a:pt x="377" y="57"/>
                      <a:pt x="378" y="57"/>
                      <a:pt x="378" y="57"/>
                    </a:cubicBezTo>
                    <a:cubicBezTo>
                      <a:pt x="378" y="57"/>
                      <a:pt x="379" y="57"/>
                      <a:pt x="379" y="57"/>
                    </a:cubicBezTo>
                    <a:cubicBezTo>
                      <a:pt x="380" y="57"/>
                      <a:pt x="380" y="56"/>
                      <a:pt x="381" y="56"/>
                    </a:cubicBezTo>
                    <a:cubicBezTo>
                      <a:pt x="393" y="53"/>
                      <a:pt x="405" y="53"/>
                      <a:pt x="422" y="52"/>
                    </a:cubicBezTo>
                    <a:cubicBezTo>
                      <a:pt x="456" y="50"/>
                      <a:pt x="470" y="60"/>
                      <a:pt x="500" y="70"/>
                    </a:cubicBezTo>
                    <a:cubicBezTo>
                      <a:pt x="530" y="80"/>
                      <a:pt x="534" y="84"/>
                      <a:pt x="560" y="94"/>
                    </a:cubicBezTo>
                    <a:cubicBezTo>
                      <a:pt x="561" y="94"/>
                      <a:pt x="563" y="95"/>
                      <a:pt x="564" y="95"/>
                    </a:cubicBezTo>
                    <a:cubicBezTo>
                      <a:pt x="565" y="96"/>
                      <a:pt x="565" y="96"/>
                      <a:pt x="566" y="96"/>
                    </a:cubicBezTo>
                    <a:cubicBezTo>
                      <a:pt x="567" y="96"/>
                      <a:pt x="568" y="97"/>
                      <a:pt x="569" y="97"/>
                    </a:cubicBezTo>
                    <a:cubicBezTo>
                      <a:pt x="570" y="98"/>
                      <a:pt x="570" y="98"/>
                      <a:pt x="571" y="98"/>
                    </a:cubicBezTo>
                    <a:cubicBezTo>
                      <a:pt x="572" y="98"/>
                      <a:pt x="573" y="99"/>
                      <a:pt x="573" y="99"/>
                    </a:cubicBezTo>
                    <a:cubicBezTo>
                      <a:pt x="574" y="99"/>
                      <a:pt x="575" y="100"/>
                      <a:pt x="576" y="100"/>
                    </a:cubicBezTo>
                    <a:cubicBezTo>
                      <a:pt x="576" y="100"/>
                      <a:pt x="577" y="101"/>
                      <a:pt x="578" y="101"/>
                    </a:cubicBezTo>
                    <a:cubicBezTo>
                      <a:pt x="579" y="101"/>
                      <a:pt x="579" y="102"/>
                      <a:pt x="580" y="102"/>
                    </a:cubicBezTo>
                    <a:cubicBezTo>
                      <a:pt x="581" y="102"/>
                      <a:pt x="582" y="103"/>
                      <a:pt x="582" y="103"/>
                    </a:cubicBezTo>
                    <a:cubicBezTo>
                      <a:pt x="583" y="103"/>
                      <a:pt x="584" y="104"/>
                      <a:pt x="585" y="104"/>
                    </a:cubicBezTo>
                    <a:cubicBezTo>
                      <a:pt x="585" y="104"/>
                      <a:pt x="586" y="105"/>
                      <a:pt x="587" y="105"/>
                    </a:cubicBezTo>
                    <a:cubicBezTo>
                      <a:pt x="587" y="105"/>
                      <a:pt x="588" y="106"/>
                      <a:pt x="589" y="106"/>
                    </a:cubicBezTo>
                    <a:cubicBezTo>
                      <a:pt x="590" y="106"/>
                      <a:pt x="590" y="107"/>
                      <a:pt x="591" y="107"/>
                    </a:cubicBezTo>
                    <a:cubicBezTo>
                      <a:pt x="592" y="107"/>
                      <a:pt x="592" y="108"/>
                      <a:pt x="593" y="108"/>
                    </a:cubicBezTo>
                    <a:cubicBezTo>
                      <a:pt x="594" y="108"/>
                      <a:pt x="594" y="108"/>
                      <a:pt x="594" y="108"/>
                    </a:cubicBezTo>
                    <a:cubicBezTo>
                      <a:pt x="597" y="110"/>
                      <a:pt x="600" y="111"/>
                      <a:pt x="603" y="112"/>
                    </a:cubicBezTo>
                    <a:cubicBezTo>
                      <a:pt x="603" y="113"/>
                      <a:pt x="603" y="113"/>
                      <a:pt x="603" y="113"/>
                    </a:cubicBezTo>
                    <a:cubicBezTo>
                      <a:pt x="604" y="113"/>
                      <a:pt x="605" y="113"/>
                      <a:pt x="606" y="114"/>
                    </a:cubicBezTo>
                    <a:cubicBezTo>
                      <a:pt x="606" y="114"/>
                      <a:pt x="606" y="114"/>
                      <a:pt x="607" y="114"/>
                    </a:cubicBezTo>
                    <a:cubicBezTo>
                      <a:pt x="607" y="114"/>
                      <a:pt x="608" y="115"/>
                      <a:pt x="609" y="115"/>
                    </a:cubicBezTo>
                    <a:cubicBezTo>
                      <a:pt x="609" y="115"/>
                      <a:pt x="609" y="115"/>
                      <a:pt x="609" y="115"/>
                    </a:cubicBezTo>
                    <a:cubicBezTo>
                      <a:pt x="610" y="116"/>
                      <a:pt x="611" y="116"/>
                      <a:pt x="611" y="116"/>
                    </a:cubicBezTo>
                    <a:cubicBezTo>
                      <a:pt x="611" y="116"/>
                      <a:pt x="612" y="116"/>
                      <a:pt x="612" y="116"/>
                    </a:cubicBezTo>
                    <a:cubicBezTo>
                      <a:pt x="613" y="117"/>
                      <a:pt x="613" y="117"/>
                      <a:pt x="614" y="117"/>
                    </a:cubicBezTo>
                    <a:cubicBezTo>
                      <a:pt x="614" y="117"/>
                      <a:pt x="614" y="117"/>
                      <a:pt x="614" y="117"/>
                    </a:cubicBezTo>
                    <a:cubicBezTo>
                      <a:pt x="615" y="118"/>
                      <a:pt x="615" y="118"/>
                      <a:pt x="616" y="118"/>
                    </a:cubicBezTo>
                    <a:cubicBezTo>
                      <a:pt x="618" y="119"/>
                      <a:pt x="619" y="120"/>
                      <a:pt x="621" y="121"/>
                    </a:cubicBezTo>
                    <a:cubicBezTo>
                      <a:pt x="627" y="125"/>
                      <a:pt x="631" y="129"/>
                      <a:pt x="653" y="134"/>
                    </a:cubicBezTo>
                    <a:cubicBezTo>
                      <a:pt x="800" y="162"/>
                      <a:pt x="987" y="196"/>
                      <a:pt x="1021" y="203"/>
                    </a:cubicBezTo>
                    <a:cubicBezTo>
                      <a:pt x="1079" y="213"/>
                      <a:pt x="1125" y="221"/>
                      <a:pt x="1138" y="223"/>
                    </a:cubicBezTo>
                    <a:cubicBezTo>
                      <a:pt x="1137" y="224"/>
                      <a:pt x="1137" y="224"/>
                      <a:pt x="1137" y="224"/>
                    </a:cubicBezTo>
                    <a:cubicBezTo>
                      <a:pt x="1145" y="214"/>
                      <a:pt x="1145" y="214"/>
                      <a:pt x="1145" y="214"/>
                    </a:cubicBezTo>
                    <a:cubicBezTo>
                      <a:pt x="1145" y="214"/>
                      <a:pt x="1145" y="214"/>
                      <a:pt x="1145" y="214"/>
                    </a:cubicBezTo>
                    <a:lnTo>
                      <a:pt x="865" y="166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5" name="Freeform 25">
                <a:extLst>
                  <a:ext uri="{FF2B5EF4-FFF2-40B4-BE49-F238E27FC236}">
                    <a16:creationId xmlns:a16="http://schemas.microsoft.com/office/drawing/2014/main" id="{45574C2E-EC37-4F33-A902-ECE6C760C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685"/>
                <a:ext cx="761" cy="162"/>
              </a:xfrm>
              <a:custGeom>
                <a:avLst/>
                <a:gdLst>
                  <a:gd name="T0" fmla="*/ 0 w 286"/>
                  <a:gd name="T1" fmla="*/ 0 h 57"/>
                  <a:gd name="T2" fmla="*/ 5388 w 286"/>
                  <a:gd name="T3" fmla="*/ 1259 h 57"/>
                  <a:gd name="T4" fmla="*/ 0 w 286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6" h="57">
                    <a:moveTo>
                      <a:pt x="0" y="0"/>
                    </a:moveTo>
                    <a:cubicBezTo>
                      <a:pt x="25" y="5"/>
                      <a:pt x="243" y="48"/>
                      <a:pt x="286" y="55"/>
                    </a:cubicBezTo>
                    <a:cubicBezTo>
                      <a:pt x="265" y="57"/>
                      <a:pt x="46" y="21"/>
                      <a:pt x="0" y="0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6" name="Freeform 26">
                <a:extLst>
                  <a:ext uri="{FF2B5EF4-FFF2-40B4-BE49-F238E27FC236}">
                    <a16:creationId xmlns:a16="http://schemas.microsoft.com/office/drawing/2014/main" id="{14D55424-0513-4BF7-8C01-62FB743C6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710"/>
                <a:ext cx="516" cy="108"/>
              </a:xfrm>
              <a:custGeom>
                <a:avLst/>
                <a:gdLst>
                  <a:gd name="T0" fmla="*/ 0 w 194"/>
                  <a:gd name="T1" fmla="*/ 0 h 38"/>
                  <a:gd name="T2" fmla="*/ 3649 w 194"/>
                  <a:gd name="T3" fmla="*/ 873 h 38"/>
                  <a:gd name="T4" fmla="*/ 0 w 19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38">
                    <a:moveTo>
                      <a:pt x="0" y="0"/>
                    </a:moveTo>
                    <a:cubicBezTo>
                      <a:pt x="25" y="5"/>
                      <a:pt x="173" y="35"/>
                      <a:pt x="194" y="38"/>
                    </a:cubicBezTo>
                    <a:cubicBezTo>
                      <a:pt x="182" y="34"/>
                      <a:pt x="54" y="7"/>
                      <a:pt x="0" y="0"/>
                    </a:cubicBezTo>
                    <a:close/>
                  </a:path>
                </a:pathLst>
              </a:custGeom>
              <a:solidFill>
                <a:srgbClr val="FB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Freeform 27">
                <a:extLst>
                  <a:ext uri="{FF2B5EF4-FFF2-40B4-BE49-F238E27FC236}">
                    <a16:creationId xmlns:a16="http://schemas.microsoft.com/office/drawing/2014/main" id="{B3B28CDE-D946-4815-8D45-75A9E59FA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062"/>
                <a:ext cx="6" cy="17"/>
              </a:xfrm>
              <a:custGeom>
                <a:avLst/>
                <a:gdLst>
                  <a:gd name="T0" fmla="*/ 0 w 2"/>
                  <a:gd name="T1" fmla="*/ 0 h 6"/>
                  <a:gd name="T2" fmla="*/ 54 w 2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0" y="5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8" name="Freeform 28">
                <a:extLst>
                  <a:ext uri="{FF2B5EF4-FFF2-40B4-BE49-F238E27FC236}">
                    <a16:creationId xmlns:a16="http://schemas.microsoft.com/office/drawing/2014/main" id="{F74AADAA-F1A5-4B9C-B94C-49D5D942E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068"/>
                <a:ext cx="5" cy="23"/>
              </a:xfrm>
              <a:custGeom>
                <a:avLst/>
                <a:gdLst>
                  <a:gd name="T0" fmla="*/ 20 w 2"/>
                  <a:gd name="T1" fmla="*/ 0 h 8"/>
                  <a:gd name="T2" fmla="*/ 0 w 2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9" name="Freeform 29">
                <a:extLst>
                  <a:ext uri="{FF2B5EF4-FFF2-40B4-BE49-F238E27FC236}">
                    <a16:creationId xmlns:a16="http://schemas.microsoft.com/office/drawing/2014/main" id="{C49B5282-AE38-4174-A71D-98AB1D895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028"/>
                <a:ext cx="6" cy="20"/>
              </a:xfrm>
              <a:custGeom>
                <a:avLst/>
                <a:gdLst>
                  <a:gd name="T0" fmla="*/ 54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0" name="Freeform 30">
                <a:extLst>
                  <a:ext uri="{FF2B5EF4-FFF2-40B4-BE49-F238E27FC236}">
                    <a16:creationId xmlns:a16="http://schemas.microsoft.com/office/drawing/2014/main" id="{9A2CA91D-7F54-45D9-A404-FDAC4A60E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000"/>
                <a:ext cx="5" cy="23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2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1" name="Freeform 31">
                <a:extLst>
                  <a:ext uri="{FF2B5EF4-FFF2-40B4-BE49-F238E27FC236}">
                    <a16:creationId xmlns:a16="http://schemas.microsoft.com/office/drawing/2014/main" id="{4C81B9A7-B6C0-4E83-BC92-0E1BAA4FC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011"/>
                <a:ext cx="1" cy="14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2" name="Freeform 32">
                <a:extLst>
                  <a:ext uri="{FF2B5EF4-FFF2-40B4-BE49-F238E27FC236}">
                    <a16:creationId xmlns:a16="http://schemas.microsoft.com/office/drawing/2014/main" id="{92EBE3F4-052B-409F-9241-43E358EFF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005"/>
                <a:ext cx="6" cy="20"/>
              </a:xfrm>
              <a:custGeom>
                <a:avLst/>
                <a:gdLst>
                  <a:gd name="T0" fmla="*/ 54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3" name="Freeform 33">
                <a:extLst>
                  <a:ext uri="{FF2B5EF4-FFF2-40B4-BE49-F238E27FC236}">
                    <a16:creationId xmlns:a16="http://schemas.microsoft.com/office/drawing/2014/main" id="{2F9AC6AD-1B1A-46BB-9C59-CF5E42838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949"/>
                <a:ext cx="11" cy="17"/>
              </a:xfrm>
              <a:custGeom>
                <a:avLst/>
                <a:gdLst>
                  <a:gd name="T0" fmla="*/ 83 w 4"/>
                  <a:gd name="T1" fmla="*/ 0 h 6"/>
                  <a:gd name="T2" fmla="*/ 0 w 4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4" name="Freeform 34">
                <a:extLst>
                  <a:ext uri="{FF2B5EF4-FFF2-40B4-BE49-F238E27FC236}">
                    <a16:creationId xmlns:a16="http://schemas.microsoft.com/office/drawing/2014/main" id="{07D1E45C-E9D8-4EAC-B014-AF6177D1A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81"/>
                <a:ext cx="14" cy="22"/>
              </a:xfrm>
              <a:custGeom>
                <a:avLst/>
                <a:gdLst>
                  <a:gd name="T0" fmla="*/ 109 w 5"/>
                  <a:gd name="T1" fmla="*/ 0 h 8"/>
                  <a:gd name="T2" fmla="*/ 0 w 5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2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5" name="Freeform 35">
                <a:extLst>
                  <a:ext uri="{FF2B5EF4-FFF2-40B4-BE49-F238E27FC236}">
                    <a16:creationId xmlns:a16="http://schemas.microsoft.com/office/drawing/2014/main" id="{CFAA46F2-0D7B-41E5-8E44-F0A0A1046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736"/>
                <a:ext cx="5" cy="20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6" name="Freeform 36">
                <a:extLst>
                  <a:ext uri="{FF2B5EF4-FFF2-40B4-BE49-F238E27FC236}">
                    <a16:creationId xmlns:a16="http://schemas.microsoft.com/office/drawing/2014/main" id="{CF495C91-D883-4D12-AE1E-5F4923578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696"/>
                <a:ext cx="8" cy="23"/>
              </a:xfrm>
              <a:custGeom>
                <a:avLst/>
                <a:gdLst>
                  <a:gd name="T0" fmla="*/ 56 w 3"/>
                  <a:gd name="T1" fmla="*/ 0 h 8"/>
                  <a:gd name="T2" fmla="*/ 0 w 3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3"/>
                      <a:pt x="3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7" name="Freeform 37">
                <a:extLst>
                  <a:ext uri="{FF2B5EF4-FFF2-40B4-BE49-F238E27FC236}">
                    <a16:creationId xmlns:a16="http://schemas.microsoft.com/office/drawing/2014/main" id="{1F96DAB6-EA24-4C0E-B07E-97B38BBC3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017"/>
                <a:ext cx="128" cy="48"/>
              </a:xfrm>
              <a:custGeom>
                <a:avLst/>
                <a:gdLst>
                  <a:gd name="T0" fmla="*/ 0 w 48"/>
                  <a:gd name="T1" fmla="*/ 65 h 17"/>
                  <a:gd name="T2" fmla="*/ 648 w 48"/>
                  <a:gd name="T3" fmla="*/ 136 h 17"/>
                  <a:gd name="T4" fmla="*/ 909 w 48"/>
                  <a:gd name="T5" fmla="*/ 38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3"/>
                    </a:moveTo>
                    <a:cubicBezTo>
                      <a:pt x="12" y="3"/>
                      <a:pt x="22" y="0"/>
                      <a:pt x="34" y="6"/>
                    </a:cubicBezTo>
                    <a:cubicBezTo>
                      <a:pt x="39" y="8"/>
                      <a:pt x="43" y="14"/>
                      <a:pt x="48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8" name="Freeform 38">
                <a:extLst>
                  <a:ext uri="{FF2B5EF4-FFF2-40B4-BE49-F238E27FC236}">
                    <a16:creationId xmlns:a16="http://schemas.microsoft.com/office/drawing/2014/main" id="{68899A0F-E28E-4737-B05F-46132882E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017"/>
                <a:ext cx="112" cy="40"/>
              </a:xfrm>
              <a:custGeom>
                <a:avLst/>
                <a:gdLst>
                  <a:gd name="T0" fmla="*/ 0 w 42"/>
                  <a:gd name="T1" fmla="*/ 0 h 14"/>
                  <a:gd name="T2" fmla="*/ 397 w 42"/>
                  <a:gd name="T3" fmla="*/ 163 h 14"/>
                  <a:gd name="T4" fmla="*/ 797 w 42"/>
                  <a:gd name="T5" fmla="*/ 30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8" y="1"/>
                      <a:pt x="14" y="3"/>
                      <a:pt x="21" y="7"/>
                    </a:cubicBezTo>
                    <a:cubicBezTo>
                      <a:pt x="27" y="11"/>
                      <a:pt x="34" y="14"/>
                      <a:pt x="42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Freeform 39">
                <a:extLst>
                  <a:ext uri="{FF2B5EF4-FFF2-40B4-BE49-F238E27FC236}">
                    <a16:creationId xmlns:a16="http://schemas.microsoft.com/office/drawing/2014/main" id="{BEEDAAF9-6FE6-4BCB-923B-AFED0AA63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068"/>
                <a:ext cx="77" cy="17"/>
              </a:xfrm>
              <a:custGeom>
                <a:avLst/>
                <a:gdLst>
                  <a:gd name="T0" fmla="*/ 0 w 29"/>
                  <a:gd name="T1" fmla="*/ 74 h 6"/>
                  <a:gd name="T2" fmla="*/ 542 w 29"/>
                  <a:gd name="T3" fmla="*/ 2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">
                    <a:moveTo>
                      <a:pt x="0" y="3"/>
                    </a:moveTo>
                    <a:cubicBezTo>
                      <a:pt x="8" y="6"/>
                      <a:pt x="20" y="0"/>
                      <a:pt x="29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0" name="Freeform 40">
                <a:extLst>
                  <a:ext uri="{FF2B5EF4-FFF2-40B4-BE49-F238E27FC236}">
                    <a16:creationId xmlns:a16="http://schemas.microsoft.com/office/drawing/2014/main" id="{9D1803D2-FCAF-4555-A7A3-6C06BA608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814"/>
                <a:ext cx="128" cy="49"/>
              </a:xfrm>
              <a:custGeom>
                <a:avLst/>
                <a:gdLst>
                  <a:gd name="T0" fmla="*/ 0 w 48"/>
                  <a:gd name="T1" fmla="*/ 75 h 17"/>
                  <a:gd name="T2" fmla="*/ 648 w 48"/>
                  <a:gd name="T3" fmla="*/ 141 h 17"/>
                  <a:gd name="T4" fmla="*/ 909 w 48"/>
                  <a:gd name="T5" fmla="*/ 40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3"/>
                    </a:moveTo>
                    <a:cubicBezTo>
                      <a:pt x="12" y="3"/>
                      <a:pt x="22" y="0"/>
                      <a:pt x="34" y="6"/>
                    </a:cubicBezTo>
                    <a:cubicBezTo>
                      <a:pt x="39" y="9"/>
                      <a:pt x="43" y="15"/>
                      <a:pt x="48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1" name="Freeform 41">
                <a:extLst>
                  <a:ext uri="{FF2B5EF4-FFF2-40B4-BE49-F238E27FC236}">
                    <a16:creationId xmlns:a16="http://schemas.microsoft.com/office/drawing/2014/main" id="{30761C2F-65AE-4247-ADD5-214262A64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817"/>
                <a:ext cx="112" cy="40"/>
              </a:xfrm>
              <a:custGeom>
                <a:avLst/>
                <a:gdLst>
                  <a:gd name="T0" fmla="*/ 0 w 42"/>
                  <a:gd name="T1" fmla="*/ 0 h 14"/>
                  <a:gd name="T2" fmla="*/ 419 w 42"/>
                  <a:gd name="T3" fmla="*/ 189 h 14"/>
                  <a:gd name="T4" fmla="*/ 797 w 42"/>
                  <a:gd name="T5" fmla="*/ 32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9" y="2"/>
                      <a:pt x="15" y="3"/>
                      <a:pt x="22" y="8"/>
                    </a:cubicBezTo>
                    <a:cubicBezTo>
                      <a:pt x="28" y="12"/>
                      <a:pt x="35" y="14"/>
                      <a:pt x="42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2" name="Freeform 42">
                <a:extLst>
                  <a:ext uri="{FF2B5EF4-FFF2-40B4-BE49-F238E27FC236}">
                    <a16:creationId xmlns:a16="http://schemas.microsoft.com/office/drawing/2014/main" id="{934934B8-90AF-4183-A13D-D90E272DA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863"/>
                <a:ext cx="106" cy="8"/>
              </a:xfrm>
              <a:custGeom>
                <a:avLst/>
                <a:gdLst>
                  <a:gd name="T0" fmla="*/ 0 w 40"/>
                  <a:gd name="T1" fmla="*/ 0 h 3"/>
                  <a:gd name="T2" fmla="*/ 745 w 4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">
                    <a:moveTo>
                      <a:pt x="0" y="0"/>
                    </a:moveTo>
                    <a:cubicBezTo>
                      <a:pt x="8" y="3"/>
                      <a:pt x="32" y="3"/>
                      <a:pt x="4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3" name="Freeform 43">
                <a:extLst>
                  <a:ext uri="{FF2B5EF4-FFF2-40B4-BE49-F238E27FC236}">
                    <a16:creationId xmlns:a16="http://schemas.microsoft.com/office/drawing/2014/main" id="{2C6450A0-AC6C-49B1-8B6E-8CC32E0DB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863"/>
                <a:ext cx="479" cy="164"/>
              </a:xfrm>
              <a:custGeom>
                <a:avLst/>
                <a:gdLst>
                  <a:gd name="T0" fmla="*/ 0 w 180"/>
                  <a:gd name="T1" fmla="*/ 0 h 58"/>
                  <a:gd name="T2" fmla="*/ 532 w 180"/>
                  <a:gd name="T3" fmla="*/ 407 h 58"/>
                  <a:gd name="T4" fmla="*/ 828 w 180"/>
                  <a:gd name="T5" fmla="*/ 631 h 58"/>
                  <a:gd name="T6" fmla="*/ 1245 w 180"/>
                  <a:gd name="T7" fmla="*/ 905 h 58"/>
                  <a:gd name="T8" fmla="*/ 1919 w 180"/>
                  <a:gd name="T9" fmla="*/ 1312 h 58"/>
                  <a:gd name="T10" fmla="*/ 2166 w 180"/>
                  <a:gd name="T11" fmla="*/ 1176 h 58"/>
                  <a:gd name="T12" fmla="*/ 2430 w 180"/>
                  <a:gd name="T13" fmla="*/ 1199 h 58"/>
                  <a:gd name="T14" fmla="*/ 2621 w 180"/>
                  <a:gd name="T15" fmla="*/ 1247 h 58"/>
                  <a:gd name="T16" fmla="*/ 2826 w 180"/>
                  <a:gd name="T17" fmla="*/ 1063 h 58"/>
                  <a:gd name="T18" fmla="*/ 3278 w 180"/>
                  <a:gd name="T19" fmla="*/ 905 h 58"/>
                  <a:gd name="T20" fmla="*/ 3393 w 180"/>
                  <a:gd name="T21" fmla="*/ 568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58">
                    <a:moveTo>
                      <a:pt x="0" y="0"/>
                    </a:moveTo>
                    <a:cubicBezTo>
                      <a:pt x="7" y="12"/>
                      <a:pt x="14" y="20"/>
                      <a:pt x="28" y="18"/>
                    </a:cubicBezTo>
                    <a:cubicBezTo>
                      <a:pt x="38" y="17"/>
                      <a:pt x="41" y="18"/>
                      <a:pt x="44" y="28"/>
                    </a:cubicBezTo>
                    <a:cubicBezTo>
                      <a:pt x="48" y="41"/>
                      <a:pt x="52" y="40"/>
                      <a:pt x="66" y="40"/>
                    </a:cubicBezTo>
                    <a:cubicBezTo>
                      <a:pt x="81" y="40"/>
                      <a:pt x="87" y="57"/>
                      <a:pt x="102" y="58"/>
                    </a:cubicBezTo>
                    <a:cubicBezTo>
                      <a:pt x="109" y="58"/>
                      <a:pt x="110" y="54"/>
                      <a:pt x="115" y="52"/>
                    </a:cubicBezTo>
                    <a:cubicBezTo>
                      <a:pt x="120" y="50"/>
                      <a:pt x="124" y="51"/>
                      <a:pt x="129" y="53"/>
                    </a:cubicBezTo>
                    <a:cubicBezTo>
                      <a:pt x="133" y="54"/>
                      <a:pt x="134" y="56"/>
                      <a:pt x="139" y="55"/>
                    </a:cubicBezTo>
                    <a:cubicBezTo>
                      <a:pt x="143" y="53"/>
                      <a:pt x="145" y="48"/>
                      <a:pt x="150" y="47"/>
                    </a:cubicBezTo>
                    <a:cubicBezTo>
                      <a:pt x="159" y="44"/>
                      <a:pt x="167" y="47"/>
                      <a:pt x="174" y="40"/>
                    </a:cubicBezTo>
                    <a:cubicBezTo>
                      <a:pt x="180" y="34"/>
                      <a:pt x="177" y="30"/>
                      <a:pt x="180" y="2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44">
                <a:extLst>
                  <a:ext uri="{FF2B5EF4-FFF2-40B4-BE49-F238E27FC236}">
                    <a16:creationId xmlns:a16="http://schemas.microsoft.com/office/drawing/2014/main" id="{1FE8CE9E-DDB8-4EC9-87B6-61D22122A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914"/>
                <a:ext cx="216" cy="159"/>
              </a:xfrm>
              <a:custGeom>
                <a:avLst/>
                <a:gdLst>
                  <a:gd name="T0" fmla="*/ 0 w 81"/>
                  <a:gd name="T1" fmla="*/ 0 h 56"/>
                  <a:gd name="T2" fmla="*/ 192 w 81"/>
                  <a:gd name="T3" fmla="*/ 136 h 56"/>
                  <a:gd name="T4" fmla="*/ 285 w 81"/>
                  <a:gd name="T5" fmla="*/ 412 h 56"/>
                  <a:gd name="T6" fmla="*/ 627 w 81"/>
                  <a:gd name="T7" fmla="*/ 434 h 56"/>
                  <a:gd name="T8" fmla="*/ 832 w 81"/>
                  <a:gd name="T9" fmla="*/ 574 h 56"/>
                  <a:gd name="T10" fmla="*/ 1024 w 81"/>
                  <a:gd name="T11" fmla="*/ 798 h 56"/>
                  <a:gd name="T12" fmla="*/ 1331 w 81"/>
                  <a:gd name="T13" fmla="*/ 894 h 56"/>
                  <a:gd name="T14" fmla="*/ 1536 w 81"/>
                  <a:gd name="T15" fmla="*/ 128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6">
                    <a:moveTo>
                      <a:pt x="0" y="0"/>
                    </a:moveTo>
                    <a:cubicBezTo>
                      <a:pt x="4" y="1"/>
                      <a:pt x="8" y="3"/>
                      <a:pt x="10" y="6"/>
                    </a:cubicBezTo>
                    <a:cubicBezTo>
                      <a:pt x="13" y="9"/>
                      <a:pt x="12" y="15"/>
                      <a:pt x="15" y="18"/>
                    </a:cubicBezTo>
                    <a:cubicBezTo>
                      <a:pt x="19" y="23"/>
                      <a:pt x="27" y="19"/>
                      <a:pt x="33" y="19"/>
                    </a:cubicBezTo>
                    <a:cubicBezTo>
                      <a:pt x="40" y="18"/>
                      <a:pt x="40" y="19"/>
                      <a:pt x="44" y="25"/>
                    </a:cubicBezTo>
                    <a:cubicBezTo>
                      <a:pt x="47" y="30"/>
                      <a:pt x="48" y="33"/>
                      <a:pt x="54" y="35"/>
                    </a:cubicBezTo>
                    <a:cubicBezTo>
                      <a:pt x="59" y="38"/>
                      <a:pt x="65" y="37"/>
                      <a:pt x="70" y="39"/>
                    </a:cubicBezTo>
                    <a:cubicBezTo>
                      <a:pt x="76" y="43"/>
                      <a:pt x="78" y="52"/>
                      <a:pt x="81" y="5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Freeform 45">
                <a:extLst>
                  <a:ext uri="{FF2B5EF4-FFF2-40B4-BE49-F238E27FC236}">
                    <a16:creationId xmlns:a16="http://schemas.microsoft.com/office/drawing/2014/main" id="{B08AC760-9C69-4F5C-B986-6BFB12A2B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911"/>
                <a:ext cx="88" cy="65"/>
              </a:xfrm>
              <a:custGeom>
                <a:avLst/>
                <a:gdLst>
                  <a:gd name="T0" fmla="*/ 0 w 33"/>
                  <a:gd name="T1" fmla="*/ 0 h 23"/>
                  <a:gd name="T2" fmla="*/ 264 w 33"/>
                  <a:gd name="T3" fmla="*/ 432 h 23"/>
                  <a:gd name="T4" fmla="*/ 627 w 33"/>
                  <a:gd name="T5" fmla="*/ 38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5" y="6"/>
                      <a:pt x="8" y="15"/>
                      <a:pt x="14" y="19"/>
                    </a:cubicBezTo>
                    <a:cubicBezTo>
                      <a:pt x="21" y="23"/>
                      <a:pt x="26" y="17"/>
                      <a:pt x="33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6" name="Freeform 46">
                <a:extLst>
                  <a:ext uri="{FF2B5EF4-FFF2-40B4-BE49-F238E27FC236}">
                    <a16:creationId xmlns:a16="http://schemas.microsoft.com/office/drawing/2014/main" id="{80633A04-3AFC-4AD5-ACA1-E1263801E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82"/>
                <a:ext cx="101" cy="39"/>
              </a:xfrm>
              <a:custGeom>
                <a:avLst/>
                <a:gdLst>
                  <a:gd name="T0" fmla="*/ 0 w 38"/>
                  <a:gd name="T1" fmla="*/ 0 h 14"/>
                  <a:gd name="T2" fmla="*/ 361 w 38"/>
                  <a:gd name="T3" fmla="*/ 279 h 14"/>
                  <a:gd name="T4" fmla="*/ 712 w 38"/>
                  <a:gd name="T5" fmla="*/ 24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0" y="0"/>
                    </a:moveTo>
                    <a:cubicBezTo>
                      <a:pt x="7" y="4"/>
                      <a:pt x="10" y="11"/>
                      <a:pt x="19" y="13"/>
                    </a:cubicBezTo>
                    <a:cubicBezTo>
                      <a:pt x="26" y="14"/>
                      <a:pt x="31" y="11"/>
                      <a:pt x="38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Freeform 47">
                <a:extLst>
                  <a:ext uri="{FF2B5EF4-FFF2-40B4-BE49-F238E27FC236}">
                    <a16:creationId xmlns:a16="http://schemas.microsoft.com/office/drawing/2014/main" id="{ECB953E0-A3B6-444A-B275-9E6B2D8FE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3016"/>
                <a:ext cx="250" cy="76"/>
              </a:xfrm>
              <a:custGeom>
                <a:avLst/>
                <a:gdLst>
                  <a:gd name="T0" fmla="*/ 0 w 94"/>
                  <a:gd name="T1" fmla="*/ 0 h 27"/>
                  <a:gd name="T2" fmla="*/ 396 w 94"/>
                  <a:gd name="T3" fmla="*/ 419 h 27"/>
                  <a:gd name="T4" fmla="*/ 963 w 94"/>
                  <a:gd name="T5" fmla="*/ 332 h 27"/>
                  <a:gd name="T6" fmla="*/ 1202 w 94"/>
                  <a:gd name="T7" fmla="*/ 515 h 27"/>
                  <a:gd name="T8" fmla="*/ 1521 w 94"/>
                  <a:gd name="T9" fmla="*/ 493 h 27"/>
                  <a:gd name="T10" fmla="*/ 1769 w 94"/>
                  <a:gd name="T11" fmla="*/ 6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27">
                    <a:moveTo>
                      <a:pt x="0" y="0"/>
                    </a:moveTo>
                    <a:cubicBezTo>
                      <a:pt x="3" y="8"/>
                      <a:pt x="12" y="17"/>
                      <a:pt x="21" y="19"/>
                    </a:cubicBezTo>
                    <a:cubicBezTo>
                      <a:pt x="31" y="21"/>
                      <a:pt x="42" y="16"/>
                      <a:pt x="51" y="15"/>
                    </a:cubicBezTo>
                    <a:cubicBezTo>
                      <a:pt x="59" y="14"/>
                      <a:pt x="59" y="19"/>
                      <a:pt x="64" y="23"/>
                    </a:cubicBezTo>
                    <a:cubicBezTo>
                      <a:pt x="70" y="27"/>
                      <a:pt x="75" y="25"/>
                      <a:pt x="81" y="22"/>
                    </a:cubicBezTo>
                    <a:cubicBezTo>
                      <a:pt x="90" y="16"/>
                      <a:pt x="89" y="10"/>
                      <a:pt x="94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8" name="Freeform 48">
                <a:extLst>
                  <a:ext uri="{FF2B5EF4-FFF2-40B4-BE49-F238E27FC236}">
                    <a16:creationId xmlns:a16="http://schemas.microsoft.com/office/drawing/2014/main" id="{536C36C1-4C43-4CE1-9563-27D3BD61F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3027"/>
                <a:ext cx="99" cy="40"/>
              </a:xfrm>
              <a:custGeom>
                <a:avLst/>
                <a:gdLst>
                  <a:gd name="T0" fmla="*/ 0 w 37"/>
                  <a:gd name="T1" fmla="*/ 326 h 14"/>
                  <a:gd name="T2" fmla="*/ 342 w 37"/>
                  <a:gd name="T3" fmla="*/ 49 h 14"/>
                  <a:gd name="T4" fmla="*/ 709 w 37"/>
                  <a:gd name="T5" fmla="*/ 2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7" y="9"/>
                      <a:pt x="10" y="4"/>
                      <a:pt x="18" y="2"/>
                    </a:cubicBezTo>
                    <a:cubicBezTo>
                      <a:pt x="24" y="0"/>
                      <a:pt x="32" y="3"/>
                      <a:pt x="37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9" name="Freeform 49">
                <a:extLst>
                  <a:ext uri="{FF2B5EF4-FFF2-40B4-BE49-F238E27FC236}">
                    <a16:creationId xmlns:a16="http://schemas.microsoft.com/office/drawing/2014/main" id="{DE09255D-9F24-44F9-82D9-82DF7B5A7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627"/>
                <a:ext cx="261" cy="343"/>
              </a:xfrm>
              <a:custGeom>
                <a:avLst/>
                <a:gdLst>
                  <a:gd name="T0" fmla="*/ 0 w 98"/>
                  <a:gd name="T1" fmla="*/ 2707 h 121"/>
                  <a:gd name="T2" fmla="*/ 511 w 98"/>
                  <a:gd name="T3" fmla="*/ 2571 h 121"/>
                  <a:gd name="T4" fmla="*/ 759 w 98"/>
                  <a:gd name="T5" fmla="*/ 2234 h 121"/>
                  <a:gd name="T6" fmla="*/ 852 w 98"/>
                  <a:gd name="T7" fmla="*/ 1962 h 121"/>
                  <a:gd name="T8" fmla="*/ 1249 w 98"/>
                  <a:gd name="T9" fmla="*/ 1687 h 121"/>
                  <a:gd name="T10" fmla="*/ 1377 w 98"/>
                  <a:gd name="T11" fmla="*/ 1230 h 121"/>
                  <a:gd name="T12" fmla="*/ 1718 w 98"/>
                  <a:gd name="T13" fmla="*/ 363 h 121"/>
                  <a:gd name="T14" fmla="*/ 1547 w 98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21">
                    <a:moveTo>
                      <a:pt x="0" y="119"/>
                    </a:moveTo>
                    <a:cubicBezTo>
                      <a:pt x="9" y="121"/>
                      <a:pt x="19" y="117"/>
                      <a:pt x="27" y="113"/>
                    </a:cubicBezTo>
                    <a:cubicBezTo>
                      <a:pt x="33" y="109"/>
                      <a:pt x="37" y="105"/>
                      <a:pt x="40" y="98"/>
                    </a:cubicBezTo>
                    <a:cubicBezTo>
                      <a:pt x="42" y="94"/>
                      <a:pt x="42" y="89"/>
                      <a:pt x="45" y="86"/>
                    </a:cubicBezTo>
                    <a:cubicBezTo>
                      <a:pt x="50" y="80"/>
                      <a:pt x="60" y="81"/>
                      <a:pt x="66" y="74"/>
                    </a:cubicBezTo>
                    <a:cubicBezTo>
                      <a:pt x="72" y="68"/>
                      <a:pt x="70" y="61"/>
                      <a:pt x="73" y="54"/>
                    </a:cubicBezTo>
                    <a:cubicBezTo>
                      <a:pt x="79" y="39"/>
                      <a:pt x="98" y="36"/>
                      <a:pt x="91" y="16"/>
                    </a:cubicBezTo>
                    <a:cubicBezTo>
                      <a:pt x="90" y="13"/>
                      <a:pt x="82" y="0"/>
                      <a:pt x="8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50">
                <a:extLst>
                  <a:ext uri="{FF2B5EF4-FFF2-40B4-BE49-F238E27FC236}">
                    <a16:creationId xmlns:a16="http://schemas.microsoft.com/office/drawing/2014/main" id="{94EAA5F6-7F8F-469D-8B8D-3E982182E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636"/>
                <a:ext cx="45" cy="130"/>
              </a:xfrm>
              <a:custGeom>
                <a:avLst/>
                <a:gdLst>
                  <a:gd name="T0" fmla="*/ 169 w 17"/>
                  <a:gd name="T1" fmla="*/ 0 h 46"/>
                  <a:gd name="T2" fmla="*/ 90 w 17"/>
                  <a:gd name="T3" fmla="*/ 520 h 46"/>
                  <a:gd name="T4" fmla="*/ 34 w 17"/>
                  <a:gd name="T5" fmla="*/ 103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9" y="0"/>
                    </a:moveTo>
                    <a:cubicBezTo>
                      <a:pt x="17" y="3"/>
                      <a:pt x="7" y="19"/>
                      <a:pt x="5" y="23"/>
                    </a:cubicBezTo>
                    <a:cubicBezTo>
                      <a:pt x="0" y="32"/>
                      <a:pt x="2" y="36"/>
                      <a:pt x="2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Freeform 51">
                <a:extLst>
                  <a:ext uri="{FF2B5EF4-FFF2-40B4-BE49-F238E27FC236}">
                    <a16:creationId xmlns:a16="http://schemas.microsoft.com/office/drawing/2014/main" id="{C36DFF48-5A4B-4E36-A12E-0BC25EE4F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723"/>
                <a:ext cx="51" cy="91"/>
              </a:xfrm>
              <a:custGeom>
                <a:avLst/>
                <a:gdLst>
                  <a:gd name="T0" fmla="*/ 368 w 19"/>
                  <a:gd name="T1" fmla="*/ 0 h 32"/>
                  <a:gd name="T2" fmla="*/ 0 w 19"/>
                  <a:gd name="T3" fmla="*/ 737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2">
                    <a:moveTo>
                      <a:pt x="19" y="0"/>
                    </a:moveTo>
                    <a:cubicBezTo>
                      <a:pt x="19" y="16"/>
                      <a:pt x="12" y="23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2" name="Freeform 52">
                <a:extLst>
                  <a:ext uri="{FF2B5EF4-FFF2-40B4-BE49-F238E27FC236}">
                    <a16:creationId xmlns:a16="http://schemas.microsoft.com/office/drawing/2014/main" id="{0D47392C-351A-434B-8F17-4DDF32A32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741"/>
                <a:ext cx="74" cy="141"/>
              </a:xfrm>
              <a:custGeom>
                <a:avLst/>
                <a:gdLst>
                  <a:gd name="T0" fmla="*/ 518 w 28"/>
                  <a:gd name="T1" fmla="*/ 65 h 50"/>
                  <a:gd name="T2" fmla="*/ 56 w 28"/>
                  <a:gd name="T3" fmla="*/ 516 h 50"/>
                  <a:gd name="T4" fmla="*/ 0 w 28"/>
                  <a:gd name="T5" fmla="*/ 112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0">
                    <a:moveTo>
                      <a:pt x="28" y="3"/>
                    </a:moveTo>
                    <a:cubicBezTo>
                      <a:pt x="19" y="0"/>
                      <a:pt x="6" y="15"/>
                      <a:pt x="3" y="23"/>
                    </a:cubicBezTo>
                    <a:cubicBezTo>
                      <a:pt x="0" y="32"/>
                      <a:pt x="0" y="41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3" name="Freeform 53">
                <a:extLst>
                  <a:ext uri="{FF2B5EF4-FFF2-40B4-BE49-F238E27FC236}">
                    <a16:creationId xmlns:a16="http://schemas.microsoft.com/office/drawing/2014/main" id="{3DF49AAD-5E30-470F-974C-956AE25B7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854"/>
                <a:ext cx="83" cy="91"/>
              </a:xfrm>
              <a:custGeom>
                <a:avLst/>
                <a:gdLst>
                  <a:gd name="T0" fmla="*/ 0 w 31"/>
                  <a:gd name="T1" fmla="*/ 737 h 32"/>
                  <a:gd name="T2" fmla="*/ 594 w 3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2">
                    <a:moveTo>
                      <a:pt x="0" y="32"/>
                    </a:moveTo>
                    <a:cubicBezTo>
                      <a:pt x="21" y="32"/>
                      <a:pt x="26" y="16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4" name="Freeform 54">
                <a:extLst>
                  <a:ext uri="{FF2B5EF4-FFF2-40B4-BE49-F238E27FC236}">
                    <a16:creationId xmlns:a16="http://schemas.microsoft.com/office/drawing/2014/main" id="{FC43D9DE-46C0-4812-869B-BEDD1025B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905"/>
                <a:ext cx="74" cy="88"/>
              </a:xfrm>
              <a:custGeom>
                <a:avLst/>
                <a:gdLst>
                  <a:gd name="T0" fmla="*/ 518 w 28"/>
                  <a:gd name="T1" fmla="*/ 48 h 31"/>
                  <a:gd name="T2" fmla="*/ 0 w 28"/>
                  <a:gd name="T3" fmla="*/ 71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2"/>
                    </a:moveTo>
                    <a:cubicBezTo>
                      <a:pt x="14" y="0"/>
                      <a:pt x="3" y="20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5" name="Freeform 55">
                <a:extLst>
                  <a:ext uri="{FF2B5EF4-FFF2-40B4-BE49-F238E27FC236}">
                    <a16:creationId xmlns:a16="http://schemas.microsoft.com/office/drawing/2014/main" id="{31A60E61-D32B-4706-9F61-5D0A5A7BB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987"/>
                <a:ext cx="90" cy="86"/>
              </a:xfrm>
              <a:custGeom>
                <a:avLst/>
                <a:gdLst>
                  <a:gd name="T0" fmla="*/ 0 w 34"/>
                  <a:gd name="T1" fmla="*/ 378 h 30"/>
                  <a:gd name="T2" fmla="*/ 630 w 3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0" y="16"/>
                    </a:moveTo>
                    <a:cubicBezTo>
                      <a:pt x="15" y="30"/>
                      <a:pt x="29" y="15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6" name="Freeform 56">
                <a:extLst>
                  <a:ext uri="{FF2B5EF4-FFF2-40B4-BE49-F238E27FC236}">
                    <a16:creationId xmlns:a16="http://schemas.microsoft.com/office/drawing/2014/main" id="{D64CF09D-9027-4B60-BB98-1E6964AD9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3024"/>
                <a:ext cx="115" cy="60"/>
              </a:xfrm>
              <a:custGeom>
                <a:avLst/>
                <a:gdLst>
                  <a:gd name="T0" fmla="*/ 0 w 43"/>
                  <a:gd name="T1" fmla="*/ 489 h 21"/>
                  <a:gd name="T2" fmla="*/ 78 w 43"/>
                  <a:gd name="T3" fmla="*/ 303 h 21"/>
                  <a:gd name="T4" fmla="*/ 342 w 43"/>
                  <a:gd name="T5" fmla="*/ 74 h 21"/>
                  <a:gd name="T6" fmla="*/ 824 w 43"/>
                  <a:gd name="T7" fmla="*/ 16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1">
                    <a:moveTo>
                      <a:pt x="0" y="21"/>
                    </a:moveTo>
                    <a:cubicBezTo>
                      <a:pt x="3" y="19"/>
                      <a:pt x="2" y="16"/>
                      <a:pt x="4" y="13"/>
                    </a:cubicBezTo>
                    <a:cubicBezTo>
                      <a:pt x="8" y="8"/>
                      <a:pt x="12" y="5"/>
                      <a:pt x="18" y="3"/>
                    </a:cubicBezTo>
                    <a:cubicBezTo>
                      <a:pt x="28" y="0"/>
                      <a:pt x="34" y="3"/>
                      <a:pt x="43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Freeform 57">
                <a:extLst>
                  <a:ext uri="{FF2B5EF4-FFF2-40B4-BE49-F238E27FC236}">
                    <a16:creationId xmlns:a16="http://schemas.microsoft.com/office/drawing/2014/main" id="{EE6B1D43-5DAC-4D0C-BC64-4FC90B048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905"/>
                <a:ext cx="112" cy="54"/>
              </a:xfrm>
              <a:custGeom>
                <a:avLst/>
                <a:gdLst>
                  <a:gd name="T0" fmla="*/ 0 w 42"/>
                  <a:gd name="T1" fmla="*/ 435 h 19"/>
                  <a:gd name="T2" fmla="*/ 397 w 42"/>
                  <a:gd name="T3" fmla="*/ 136 h 19"/>
                  <a:gd name="T4" fmla="*/ 797 w 4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9">
                    <a:moveTo>
                      <a:pt x="0" y="19"/>
                    </a:moveTo>
                    <a:cubicBezTo>
                      <a:pt x="8" y="18"/>
                      <a:pt x="15" y="11"/>
                      <a:pt x="21" y="6"/>
                    </a:cubicBezTo>
                    <a:cubicBezTo>
                      <a:pt x="27" y="2"/>
                      <a:pt x="35" y="0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58">
                <a:extLst>
                  <a:ext uri="{FF2B5EF4-FFF2-40B4-BE49-F238E27FC236}">
                    <a16:creationId xmlns:a16="http://schemas.microsoft.com/office/drawing/2014/main" id="{D186A27C-E903-4DD0-B2D7-B5F8E0141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945"/>
                <a:ext cx="56" cy="99"/>
              </a:xfrm>
              <a:custGeom>
                <a:avLst/>
                <a:gdLst>
                  <a:gd name="T0" fmla="*/ 397 w 21"/>
                  <a:gd name="T1" fmla="*/ 0 h 35"/>
                  <a:gd name="T2" fmla="*/ 149 w 21"/>
                  <a:gd name="T3" fmla="*/ 407 h 35"/>
                  <a:gd name="T4" fmla="*/ 0 w 21"/>
                  <a:gd name="T5" fmla="*/ 79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7" y="7"/>
                      <a:pt x="10" y="9"/>
                      <a:pt x="8" y="18"/>
                    </a:cubicBezTo>
                    <a:cubicBezTo>
                      <a:pt x="6" y="24"/>
                      <a:pt x="7" y="32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9" name="Freeform 59">
                <a:extLst>
                  <a:ext uri="{FF2B5EF4-FFF2-40B4-BE49-F238E27FC236}">
                    <a16:creationId xmlns:a16="http://schemas.microsoft.com/office/drawing/2014/main" id="{E3BF377F-2104-4BEA-A026-CD56815B9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965"/>
                <a:ext cx="102" cy="42"/>
              </a:xfrm>
              <a:custGeom>
                <a:avLst/>
                <a:gdLst>
                  <a:gd name="T0" fmla="*/ 0 w 38"/>
                  <a:gd name="T1" fmla="*/ 134 h 15"/>
                  <a:gd name="T2" fmla="*/ 368 w 38"/>
                  <a:gd name="T3" fmla="*/ 330 h 15"/>
                  <a:gd name="T4" fmla="*/ 735 w 3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5">
                    <a:moveTo>
                      <a:pt x="0" y="6"/>
                    </a:moveTo>
                    <a:cubicBezTo>
                      <a:pt x="4" y="9"/>
                      <a:pt x="14" y="15"/>
                      <a:pt x="19" y="15"/>
                    </a:cubicBezTo>
                    <a:cubicBezTo>
                      <a:pt x="27" y="14"/>
                      <a:pt x="34" y="6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0" name="Freeform 60">
                <a:extLst>
                  <a:ext uri="{FF2B5EF4-FFF2-40B4-BE49-F238E27FC236}">
                    <a16:creationId xmlns:a16="http://schemas.microsoft.com/office/drawing/2014/main" id="{BB92972D-ADB2-4D39-AEBE-0B0767A11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269"/>
                <a:ext cx="101" cy="384"/>
              </a:xfrm>
              <a:custGeom>
                <a:avLst/>
                <a:gdLst>
                  <a:gd name="T0" fmla="*/ 0 w 38"/>
                  <a:gd name="T1" fmla="*/ 0 h 135"/>
                  <a:gd name="T2" fmla="*/ 431 w 38"/>
                  <a:gd name="T3" fmla="*/ 210 h 135"/>
                  <a:gd name="T4" fmla="*/ 465 w 38"/>
                  <a:gd name="T5" fmla="*/ 759 h 135"/>
                  <a:gd name="T6" fmla="*/ 601 w 38"/>
                  <a:gd name="T7" fmla="*/ 1334 h 135"/>
                  <a:gd name="T8" fmla="*/ 524 w 38"/>
                  <a:gd name="T9" fmla="*/ 1820 h 135"/>
                  <a:gd name="T10" fmla="*/ 712 w 38"/>
                  <a:gd name="T11" fmla="*/ 2233 h 135"/>
                  <a:gd name="T12" fmla="*/ 566 w 38"/>
                  <a:gd name="T13" fmla="*/ 2580 h 135"/>
                  <a:gd name="T14" fmla="*/ 361 w 38"/>
                  <a:gd name="T15" fmla="*/ 3106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35">
                    <a:moveTo>
                      <a:pt x="0" y="0"/>
                    </a:moveTo>
                    <a:cubicBezTo>
                      <a:pt x="6" y="4"/>
                      <a:pt x="18" y="2"/>
                      <a:pt x="23" y="9"/>
                    </a:cubicBezTo>
                    <a:cubicBezTo>
                      <a:pt x="27" y="15"/>
                      <a:pt x="22" y="26"/>
                      <a:pt x="25" y="33"/>
                    </a:cubicBezTo>
                    <a:cubicBezTo>
                      <a:pt x="28" y="43"/>
                      <a:pt x="38" y="48"/>
                      <a:pt x="32" y="58"/>
                    </a:cubicBezTo>
                    <a:cubicBezTo>
                      <a:pt x="29" y="65"/>
                      <a:pt x="24" y="70"/>
                      <a:pt x="28" y="79"/>
                    </a:cubicBezTo>
                    <a:cubicBezTo>
                      <a:pt x="30" y="86"/>
                      <a:pt x="38" y="89"/>
                      <a:pt x="38" y="97"/>
                    </a:cubicBezTo>
                    <a:cubicBezTo>
                      <a:pt x="38" y="102"/>
                      <a:pt x="33" y="107"/>
                      <a:pt x="30" y="112"/>
                    </a:cubicBezTo>
                    <a:cubicBezTo>
                      <a:pt x="26" y="118"/>
                      <a:pt x="24" y="130"/>
                      <a:pt x="19" y="1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1" name="Freeform 61">
                <a:extLst>
                  <a:ext uri="{FF2B5EF4-FFF2-40B4-BE49-F238E27FC236}">
                    <a16:creationId xmlns:a16="http://schemas.microsoft.com/office/drawing/2014/main" id="{71501BCF-D771-436D-B065-D1195445E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496"/>
                <a:ext cx="21" cy="108"/>
              </a:xfrm>
              <a:custGeom>
                <a:avLst/>
                <a:gdLst>
                  <a:gd name="T0" fmla="*/ 123 w 8"/>
                  <a:gd name="T1" fmla="*/ 0 h 38"/>
                  <a:gd name="T2" fmla="*/ 34 w 8"/>
                  <a:gd name="T3" fmla="*/ 509 h 38"/>
                  <a:gd name="T4" fmla="*/ 110 w 8"/>
                  <a:gd name="T5" fmla="*/ 873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8">
                    <a:moveTo>
                      <a:pt x="7" y="0"/>
                    </a:moveTo>
                    <a:cubicBezTo>
                      <a:pt x="8" y="8"/>
                      <a:pt x="0" y="14"/>
                      <a:pt x="2" y="22"/>
                    </a:cubicBezTo>
                    <a:cubicBezTo>
                      <a:pt x="3" y="29"/>
                      <a:pt x="8" y="31"/>
                      <a:pt x="6" y="3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2" name="Freeform 62">
                <a:extLst>
                  <a:ext uri="{FF2B5EF4-FFF2-40B4-BE49-F238E27FC236}">
                    <a16:creationId xmlns:a16="http://schemas.microsoft.com/office/drawing/2014/main" id="{DE873926-C69A-488B-81A9-A2F49C226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559"/>
                <a:ext cx="50" cy="108"/>
              </a:xfrm>
              <a:custGeom>
                <a:avLst/>
                <a:gdLst>
                  <a:gd name="T0" fmla="*/ 255 w 19"/>
                  <a:gd name="T1" fmla="*/ 0 h 38"/>
                  <a:gd name="T2" fmla="*/ 347 w 19"/>
                  <a:gd name="T3" fmla="*/ 210 h 38"/>
                  <a:gd name="T4" fmla="*/ 221 w 19"/>
                  <a:gd name="T5" fmla="*/ 509 h 38"/>
                  <a:gd name="T6" fmla="*/ 0 w 19"/>
                  <a:gd name="T7" fmla="*/ 87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8">
                    <a:moveTo>
                      <a:pt x="14" y="0"/>
                    </a:moveTo>
                    <a:cubicBezTo>
                      <a:pt x="15" y="3"/>
                      <a:pt x="18" y="5"/>
                      <a:pt x="19" y="9"/>
                    </a:cubicBezTo>
                    <a:cubicBezTo>
                      <a:pt x="19" y="13"/>
                      <a:pt x="14" y="18"/>
                      <a:pt x="12" y="22"/>
                    </a:cubicBezTo>
                    <a:cubicBezTo>
                      <a:pt x="8" y="28"/>
                      <a:pt x="3" y="33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Freeform 63">
                <a:extLst>
                  <a:ext uri="{FF2B5EF4-FFF2-40B4-BE49-F238E27FC236}">
                    <a16:creationId xmlns:a16="http://schemas.microsoft.com/office/drawing/2014/main" id="{C264C53A-2EFF-4F19-8848-E4E17C4AB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545"/>
                <a:ext cx="101" cy="201"/>
              </a:xfrm>
              <a:custGeom>
                <a:avLst/>
                <a:gdLst>
                  <a:gd name="T0" fmla="*/ 361 w 38"/>
                  <a:gd name="T1" fmla="*/ 1611 h 71"/>
                  <a:gd name="T2" fmla="*/ 678 w 38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71">
                    <a:moveTo>
                      <a:pt x="19" y="71"/>
                    </a:moveTo>
                    <a:cubicBezTo>
                      <a:pt x="0" y="46"/>
                      <a:pt x="38" y="24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Freeform 64">
                <a:extLst>
                  <a:ext uri="{FF2B5EF4-FFF2-40B4-BE49-F238E27FC236}">
                    <a16:creationId xmlns:a16="http://schemas.microsoft.com/office/drawing/2014/main" id="{3938245E-44B6-41E8-A1BA-567FA5223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420"/>
                <a:ext cx="24" cy="105"/>
              </a:xfrm>
              <a:custGeom>
                <a:avLst/>
                <a:gdLst>
                  <a:gd name="T0" fmla="*/ 35 w 9"/>
                  <a:gd name="T1" fmla="*/ 48 h 37"/>
                  <a:gd name="T2" fmla="*/ 0 w 9"/>
                  <a:gd name="T3" fmla="*/ 0 h 37"/>
                  <a:gd name="T4" fmla="*/ 171 w 9"/>
                  <a:gd name="T5" fmla="*/ 346 h 37"/>
                  <a:gd name="T6" fmla="*/ 56 w 9"/>
                  <a:gd name="T7" fmla="*/ 84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7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4" y="6"/>
                      <a:pt x="8" y="9"/>
                      <a:pt x="9" y="15"/>
                    </a:cubicBezTo>
                    <a:cubicBezTo>
                      <a:pt x="9" y="23"/>
                      <a:pt x="4" y="30"/>
                      <a:pt x="3" y="3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5" name="Freeform 65">
                <a:extLst>
                  <a:ext uri="{FF2B5EF4-FFF2-40B4-BE49-F238E27FC236}">
                    <a16:creationId xmlns:a16="http://schemas.microsoft.com/office/drawing/2014/main" id="{D7D5DFF8-8F01-41DE-89EE-BA6A489DD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275"/>
                <a:ext cx="58" cy="82"/>
              </a:xfrm>
              <a:custGeom>
                <a:avLst/>
                <a:gdLst>
                  <a:gd name="T0" fmla="*/ 0 w 22"/>
                  <a:gd name="T1" fmla="*/ 0 h 29"/>
                  <a:gd name="T2" fmla="*/ 403 w 22"/>
                  <a:gd name="T3" fmla="*/ 56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8" y="5"/>
                      <a:pt x="12" y="29"/>
                      <a:pt x="22" y="2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6" name="Freeform 66">
                <a:extLst>
                  <a:ext uri="{FF2B5EF4-FFF2-40B4-BE49-F238E27FC236}">
                    <a16:creationId xmlns:a16="http://schemas.microsoft.com/office/drawing/2014/main" id="{FEA8AD14-9C54-4266-BFC7-C803133F3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2289"/>
                <a:ext cx="37" cy="117"/>
              </a:xfrm>
              <a:custGeom>
                <a:avLst/>
                <a:gdLst>
                  <a:gd name="T0" fmla="*/ 0 w 14"/>
                  <a:gd name="T1" fmla="*/ 0 h 41"/>
                  <a:gd name="T2" fmla="*/ 259 w 14"/>
                  <a:gd name="T3" fmla="*/ 488 h 41"/>
                  <a:gd name="T4" fmla="*/ 182 w 14"/>
                  <a:gd name="T5" fmla="*/ 953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1">
                    <a:moveTo>
                      <a:pt x="0" y="0"/>
                    </a:moveTo>
                    <a:cubicBezTo>
                      <a:pt x="1" y="9"/>
                      <a:pt x="14" y="10"/>
                      <a:pt x="14" y="21"/>
                    </a:cubicBezTo>
                    <a:cubicBezTo>
                      <a:pt x="14" y="27"/>
                      <a:pt x="12" y="37"/>
                      <a:pt x="10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7" name="Freeform 67">
                <a:extLst>
                  <a:ext uri="{FF2B5EF4-FFF2-40B4-BE49-F238E27FC236}">
                    <a16:creationId xmlns:a16="http://schemas.microsoft.com/office/drawing/2014/main" id="{63075B94-E0E5-44A2-82FB-A483D296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278"/>
                <a:ext cx="16" cy="62"/>
              </a:xfrm>
              <a:custGeom>
                <a:avLst/>
                <a:gdLst>
                  <a:gd name="T0" fmla="*/ 0 w 6"/>
                  <a:gd name="T1" fmla="*/ 493 h 22"/>
                  <a:gd name="T2" fmla="*/ 77 w 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22"/>
                    </a:moveTo>
                    <a:cubicBezTo>
                      <a:pt x="1" y="15"/>
                      <a:pt x="6" y="7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8" name="Freeform 68">
                <a:extLst>
                  <a:ext uri="{FF2B5EF4-FFF2-40B4-BE49-F238E27FC236}">
                    <a16:creationId xmlns:a16="http://schemas.microsoft.com/office/drawing/2014/main" id="{6C610001-599A-47B3-9DA9-235CFB6D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340"/>
                <a:ext cx="32" cy="111"/>
              </a:xfrm>
              <a:custGeom>
                <a:avLst/>
                <a:gdLst>
                  <a:gd name="T0" fmla="*/ 0 w 12"/>
                  <a:gd name="T1" fmla="*/ 0 h 39"/>
                  <a:gd name="T2" fmla="*/ 56 w 12"/>
                  <a:gd name="T3" fmla="*/ 89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9">
                    <a:moveTo>
                      <a:pt x="0" y="0"/>
                    </a:moveTo>
                    <a:cubicBezTo>
                      <a:pt x="12" y="8"/>
                      <a:pt x="10" y="29"/>
                      <a:pt x="3" y="3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Freeform 69">
                <a:extLst>
                  <a:ext uri="{FF2B5EF4-FFF2-40B4-BE49-F238E27FC236}">
                    <a16:creationId xmlns:a16="http://schemas.microsoft.com/office/drawing/2014/main" id="{A48F89C7-D350-4DA8-8DB6-DD4D072E4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895"/>
                <a:ext cx="383" cy="159"/>
              </a:xfrm>
              <a:custGeom>
                <a:avLst/>
                <a:gdLst>
                  <a:gd name="T0" fmla="*/ 0 w 144"/>
                  <a:gd name="T1" fmla="*/ 1281 h 56"/>
                  <a:gd name="T2" fmla="*/ 303 w 144"/>
                  <a:gd name="T3" fmla="*/ 960 h 56"/>
                  <a:gd name="T4" fmla="*/ 567 w 144"/>
                  <a:gd name="T5" fmla="*/ 483 h 56"/>
                  <a:gd name="T6" fmla="*/ 997 w 144"/>
                  <a:gd name="T7" fmla="*/ 363 h 56"/>
                  <a:gd name="T8" fmla="*/ 1279 w 144"/>
                  <a:gd name="T9" fmla="*/ 185 h 56"/>
                  <a:gd name="T10" fmla="*/ 1692 w 144"/>
                  <a:gd name="T11" fmla="*/ 298 h 56"/>
                  <a:gd name="T12" fmla="*/ 2051 w 144"/>
                  <a:gd name="T13" fmla="*/ 88 h 56"/>
                  <a:gd name="T14" fmla="*/ 2710 w 144"/>
                  <a:gd name="T15" fmla="*/ 48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4" h="56">
                    <a:moveTo>
                      <a:pt x="0" y="56"/>
                    </a:moveTo>
                    <a:cubicBezTo>
                      <a:pt x="6" y="52"/>
                      <a:pt x="14" y="50"/>
                      <a:pt x="16" y="42"/>
                    </a:cubicBezTo>
                    <a:cubicBezTo>
                      <a:pt x="19" y="33"/>
                      <a:pt x="20" y="26"/>
                      <a:pt x="30" y="21"/>
                    </a:cubicBezTo>
                    <a:cubicBezTo>
                      <a:pt x="37" y="18"/>
                      <a:pt x="46" y="20"/>
                      <a:pt x="53" y="16"/>
                    </a:cubicBezTo>
                    <a:cubicBezTo>
                      <a:pt x="59" y="13"/>
                      <a:pt x="61" y="7"/>
                      <a:pt x="68" y="8"/>
                    </a:cubicBezTo>
                    <a:cubicBezTo>
                      <a:pt x="76" y="8"/>
                      <a:pt x="81" y="14"/>
                      <a:pt x="90" y="13"/>
                    </a:cubicBezTo>
                    <a:cubicBezTo>
                      <a:pt x="99" y="13"/>
                      <a:pt x="101" y="6"/>
                      <a:pt x="109" y="4"/>
                    </a:cubicBezTo>
                    <a:cubicBezTo>
                      <a:pt x="122" y="0"/>
                      <a:pt x="133" y="17"/>
                      <a:pt x="144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0" name="Freeform 70">
                <a:extLst>
                  <a:ext uri="{FF2B5EF4-FFF2-40B4-BE49-F238E27FC236}">
                    <a16:creationId xmlns:a16="http://schemas.microsoft.com/office/drawing/2014/main" id="{EBC879D1-99C5-4033-9163-C789BA9F8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20"/>
                <a:ext cx="48" cy="96"/>
              </a:xfrm>
              <a:custGeom>
                <a:avLst/>
                <a:gdLst>
                  <a:gd name="T0" fmla="*/ 0 w 18"/>
                  <a:gd name="T1" fmla="*/ 765 h 34"/>
                  <a:gd name="T2" fmla="*/ 248 w 18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4">
                    <a:moveTo>
                      <a:pt x="0" y="34"/>
                    </a:moveTo>
                    <a:cubicBezTo>
                      <a:pt x="18" y="29"/>
                      <a:pt x="11" y="1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1" name="Freeform 71">
                <a:extLst>
                  <a:ext uri="{FF2B5EF4-FFF2-40B4-BE49-F238E27FC236}">
                    <a16:creationId xmlns:a16="http://schemas.microsoft.com/office/drawing/2014/main" id="{309D0F0F-B464-4569-A9E7-2A70840A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935"/>
                <a:ext cx="178" cy="127"/>
              </a:xfrm>
              <a:custGeom>
                <a:avLst/>
                <a:gdLst>
                  <a:gd name="T0" fmla="*/ 0 w 67"/>
                  <a:gd name="T1" fmla="*/ 948 h 45"/>
                  <a:gd name="T2" fmla="*/ 340 w 67"/>
                  <a:gd name="T3" fmla="*/ 787 h 45"/>
                  <a:gd name="T4" fmla="*/ 792 w 67"/>
                  <a:gd name="T5" fmla="*/ 471 h 45"/>
                  <a:gd name="T6" fmla="*/ 1121 w 67"/>
                  <a:gd name="T7" fmla="*/ 319 h 45"/>
                  <a:gd name="T8" fmla="*/ 1257 w 6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5">
                    <a:moveTo>
                      <a:pt x="0" y="42"/>
                    </a:moveTo>
                    <a:cubicBezTo>
                      <a:pt x="7" y="45"/>
                      <a:pt x="13" y="40"/>
                      <a:pt x="18" y="35"/>
                    </a:cubicBezTo>
                    <a:cubicBezTo>
                      <a:pt x="26" y="27"/>
                      <a:pt x="30" y="21"/>
                      <a:pt x="42" y="21"/>
                    </a:cubicBezTo>
                    <a:cubicBezTo>
                      <a:pt x="51" y="22"/>
                      <a:pt x="55" y="23"/>
                      <a:pt x="60" y="14"/>
                    </a:cubicBezTo>
                    <a:cubicBezTo>
                      <a:pt x="63" y="9"/>
                      <a:pt x="64" y="4"/>
                      <a:pt x="6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2" name="Freeform 72">
                <a:extLst>
                  <a:ext uri="{FF2B5EF4-FFF2-40B4-BE49-F238E27FC236}">
                    <a16:creationId xmlns:a16="http://schemas.microsoft.com/office/drawing/2014/main" id="{CB04DF46-0520-4B28-97FD-D603FC064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949"/>
                <a:ext cx="93" cy="71"/>
              </a:xfrm>
              <a:custGeom>
                <a:avLst/>
                <a:gdLst>
                  <a:gd name="T0" fmla="*/ 0 w 35"/>
                  <a:gd name="T1" fmla="*/ 548 h 25"/>
                  <a:gd name="T2" fmla="*/ 656 w 3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5">
                    <a:moveTo>
                      <a:pt x="0" y="24"/>
                    </a:moveTo>
                    <a:cubicBezTo>
                      <a:pt x="14" y="25"/>
                      <a:pt x="30" y="12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3" name="Freeform 73">
                <a:extLst>
                  <a:ext uri="{FF2B5EF4-FFF2-40B4-BE49-F238E27FC236}">
                    <a16:creationId xmlns:a16="http://schemas.microsoft.com/office/drawing/2014/main" id="{0DF40654-134C-4280-8C3E-989266DF3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932"/>
                <a:ext cx="77" cy="62"/>
              </a:xfrm>
              <a:custGeom>
                <a:avLst/>
                <a:gdLst>
                  <a:gd name="T0" fmla="*/ 0 w 29"/>
                  <a:gd name="T1" fmla="*/ 493 h 22"/>
                  <a:gd name="T2" fmla="*/ 204 w 29"/>
                  <a:gd name="T3" fmla="*/ 183 h 22"/>
                  <a:gd name="T4" fmla="*/ 542 w 29"/>
                  <a:gd name="T5" fmla="*/ 2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0" y="22"/>
                    </a:moveTo>
                    <a:cubicBezTo>
                      <a:pt x="7" y="19"/>
                      <a:pt x="6" y="12"/>
                      <a:pt x="11" y="8"/>
                    </a:cubicBezTo>
                    <a:cubicBezTo>
                      <a:pt x="14" y="4"/>
                      <a:pt x="24" y="0"/>
                      <a:pt x="29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74">
                <a:extLst>
                  <a:ext uri="{FF2B5EF4-FFF2-40B4-BE49-F238E27FC236}">
                    <a16:creationId xmlns:a16="http://schemas.microsoft.com/office/drawing/2014/main" id="{F44E1D74-43EA-4E53-A47D-4FE9A8733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988"/>
                <a:ext cx="74" cy="26"/>
              </a:xfrm>
              <a:custGeom>
                <a:avLst/>
                <a:gdLst>
                  <a:gd name="T0" fmla="*/ 0 w 28"/>
                  <a:gd name="T1" fmla="*/ 0 h 9"/>
                  <a:gd name="T2" fmla="*/ 315 w 28"/>
                  <a:gd name="T3" fmla="*/ 49 h 9"/>
                  <a:gd name="T4" fmla="*/ 518 w 28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cubicBezTo>
                      <a:pt x="3" y="4"/>
                      <a:pt x="12" y="1"/>
                      <a:pt x="17" y="2"/>
                    </a:cubicBezTo>
                    <a:cubicBezTo>
                      <a:pt x="21" y="4"/>
                      <a:pt x="24" y="7"/>
                      <a:pt x="28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75">
                <a:extLst>
                  <a:ext uri="{FF2B5EF4-FFF2-40B4-BE49-F238E27FC236}">
                    <a16:creationId xmlns:a16="http://schemas.microsoft.com/office/drawing/2014/main" id="{AFBD0971-6E1B-4428-970D-81FE7DC29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980"/>
                <a:ext cx="386" cy="292"/>
              </a:xfrm>
              <a:custGeom>
                <a:avLst/>
                <a:gdLst>
                  <a:gd name="T0" fmla="*/ 0 w 145"/>
                  <a:gd name="T1" fmla="*/ 249 h 103"/>
                  <a:gd name="T2" fmla="*/ 737 w 145"/>
                  <a:gd name="T3" fmla="*/ 48 h 103"/>
                  <a:gd name="T4" fmla="*/ 998 w 145"/>
                  <a:gd name="T5" fmla="*/ 184 h 103"/>
                  <a:gd name="T6" fmla="*/ 1318 w 145"/>
                  <a:gd name="T7" fmla="*/ 224 h 103"/>
                  <a:gd name="T8" fmla="*/ 1773 w 145"/>
                  <a:gd name="T9" fmla="*/ 459 h 103"/>
                  <a:gd name="T10" fmla="*/ 1906 w 145"/>
                  <a:gd name="T11" fmla="*/ 731 h 103"/>
                  <a:gd name="T12" fmla="*/ 2090 w 145"/>
                  <a:gd name="T13" fmla="*/ 845 h 103"/>
                  <a:gd name="T14" fmla="*/ 2204 w 145"/>
                  <a:gd name="T15" fmla="*/ 1230 h 103"/>
                  <a:gd name="T16" fmla="*/ 2529 w 145"/>
                  <a:gd name="T17" fmla="*/ 1616 h 103"/>
                  <a:gd name="T18" fmla="*/ 2657 w 145"/>
                  <a:gd name="T19" fmla="*/ 2050 h 103"/>
                  <a:gd name="T20" fmla="*/ 2737 w 145"/>
                  <a:gd name="T21" fmla="*/ 2347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103">
                    <a:moveTo>
                      <a:pt x="0" y="11"/>
                    </a:moveTo>
                    <a:cubicBezTo>
                      <a:pt x="10" y="7"/>
                      <a:pt x="28" y="0"/>
                      <a:pt x="39" y="2"/>
                    </a:cubicBezTo>
                    <a:cubicBezTo>
                      <a:pt x="44" y="2"/>
                      <a:pt x="48" y="6"/>
                      <a:pt x="53" y="8"/>
                    </a:cubicBezTo>
                    <a:cubicBezTo>
                      <a:pt x="59" y="10"/>
                      <a:pt x="64" y="10"/>
                      <a:pt x="70" y="10"/>
                    </a:cubicBezTo>
                    <a:cubicBezTo>
                      <a:pt x="81" y="9"/>
                      <a:pt x="86" y="11"/>
                      <a:pt x="94" y="20"/>
                    </a:cubicBezTo>
                    <a:cubicBezTo>
                      <a:pt x="97" y="24"/>
                      <a:pt x="98" y="29"/>
                      <a:pt x="101" y="32"/>
                    </a:cubicBezTo>
                    <a:cubicBezTo>
                      <a:pt x="104" y="35"/>
                      <a:pt x="108" y="35"/>
                      <a:pt x="111" y="37"/>
                    </a:cubicBezTo>
                    <a:cubicBezTo>
                      <a:pt x="118" y="42"/>
                      <a:pt x="116" y="47"/>
                      <a:pt x="117" y="54"/>
                    </a:cubicBezTo>
                    <a:cubicBezTo>
                      <a:pt x="119" y="65"/>
                      <a:pt x="127" y="65"/>
                      <a:pt x="134" y="71"/>
                    </a:cubicBezTo>
                    <a:cubicBezTo>
                      <a:pt x="141" y="77"/>
                      <a:pt x="139" y="83"/>
                      <a:pt x="141" y="90"/>
                    </a:cubicBezTo>
                    <a:cubicBezTo>
                      <a:pt x="142" y="95"/>
                      <a:pt x="145" y="99"/>
                      <a:pt x="145" y="10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6" name="Freeform 76">
                <a:extLst>
                  <a:ext uri="{FF2B5EF4-FFF2-40B4-BE49-F238E27FC236}">
                    <a16:creationId xmlns:a16="http://schemas.microsoft.com/office/drawing/2014/main" id="{DDE54D97-E8DA-409A-9E3E-54EF9BB46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918"/>
                <a:ext cx="322" cy="173"/>
              </a:xfrm>
              <a:custGeom>
                <a:avLst/>
                <a:gdLst>
                  <a:gd name="T0" fmla="*/ 0 w 121"/>
                  <a:gd name="T1" fmla="*/ 113 h 61"/>
                  <a:gd name="T2" fmla="*/ 375 w 121"/>
                  <a:gd name="T3" fmla="*/ 210 h 61"/>
                  <a:gd name="T4" fmla="*/ 695 w 121"/>
                  <a:gd name="T5" fmla="*/ 26 h 61"/>
                  <a:gd name="T6" fmla="*/ 963 w 121"/>
                  <a:gd name="T7" fmla="*/ 162 h 61"/>
                  <a:gd name="T8" fmla="*/ 1394 w 121"/>
                  <a:gd name="T9" fmla="*/ 224 h 61"/>
                  <a:gd name="T10" fmla="*/ 1679 w 121"/>
                  <a:gd name="T11" fmla="*/ 459 h 61"/>
                  <a:gd name="T12" fmla="*/ 2054 w 121"/>
                  <a:gd name="T13" fmla="*/ 596 h 61"/>
                  <a:gd name="T14" fmla="*/ 2246 w 121"/>
                  <a:gd name="T15" fmla="*/ 1393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61">
                    <a:moveTo>
                      <a:pt x="0" y="5"/>
                    </a:moveTo>
                    <a:cubicBezTo>
                      <a:pt x="7" y="11"/>
                      <a:pt x="12" y="11"/>
                      <a:pt x="20" y="9"/>
                    </a:cubicBezTo>
                    <a:cubicBezTo>
                      <a:pt x="26" y="7"/>
                      <a:pt x="32" y="1"/>
                      <a:pt x="37" y="1"/>
                    </a:cubicBezTo>
                    <a:cubicBezTo>
                      <a:pt x="42" y="0"/>
                      <a:pt x="47" y="5"/>
                      <a:pt x="51" y="7"/>
                    </a:cubicBezTo>
                    <a:cubicBezTo>
                      <a:pt x="60" y="13"/>
                      <a:pt x="65" y="9"/>
                      <a:pt x="74" y="10"/>
                    </a:cubicBezTo>
                    <a:cubicBezTo>
                      <a:pt x="81" y="11"/>
                      <a:pt x="84" y="16"/>
                      <a:pt x="89" y="20"/>
                    </a:cubicBezTo>
                    <a:cubicBezTo>
                      <a:pt x="96" y="26"/>
                      <a:pt x="102" y="23"/>
                      <a:pt x="109" y="26"/>
                    </a:cubicBezTo>
                    <a:cubicBezTo>
                      <a:pt x="119" y="31"/>
                      <a:pt x="121" y="51"/>
                      <a:pt x="119" y="6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7" name="Freeform 77">
                <a:extLst>
                  <a:ext uri="{FF2B5EF4-FFF2-40B4-BE49-F238E27FC236}">
                    <a16:creationId xmlns:a16="http://schemas.microsoft.com/office/drawing/2014/main" id="{E7594B5A-AAF5-4F65-9928-4B35047DE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966"/>
                <a:ext cx="111" cy="39"/>
              </a:xfrm>
              <a:custGeom>
                <a:avLst/>
                <a:gdLst>
                  <a:gd name="T0" fmla="*/ 0 w 42"/>
                  <a:gd name="T1" fmla="*/ 156 h 14"/>
                  <a:gd name="T2" fmla="*/ 539 w 42"/>
                  <a:gd name="T3" fmla="*/ 109 h 14"/>
                  <a:gd name="T4" fmla="*/ 774 w 42"/>
                  <a:gd name="T5" fmla="*/ 30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7"/>
                    </a:moveTo>
                    <a:cubicBezTo>
                      <a:pt x="10" y="6"/>
                      <a:pt x="19" y="0"/>
                      <a:pt x="29" y="5"/>
                    </a:cubicBezTo>
                    <a:cubicBezTo>
                      <a:pt x="34" y="8"/>
                      <a:pt x="36" y="14"/>
                      <a:pt x="42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Freeform 78">
                <a:extLst>
                  <a:ext uri="{FF2B5EF4-FFF2-40B4-BE49-F238E27FC236}">
                    <a16:creationId xmlns:a16="http://schemas.microsoft.com/office/drawing/2014/main" id="{7FB77160-C5FA-4E90-B677-8FEBC8E86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011"/>
                <a:ext cx="91" cy="57"/>
              </a:xfrm>
              <a:custGeom>
                <a:avLst/>
                <a:gdLst>
                  <a:gd name="T0" fmla="*/ 0 w 34"/>
                  <a:gd name="T1" fmla="*/ 0 h 20"/>
                  <a:gd name="T2" fmla="*/ 329 w 34"/>
                  <a:gd name="T3" fmla="*/ 439 h 20"/>
                  <a:gd name="T4" fmla="*/ 653 w 34"/>
                  <a:gd name="T5" fmla="*/ 43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1" y="8"/>
                      <a:pt x="9" y="18"/>
                      <a:pt x="17" y="19"/>
                    </a:cubicBezTo>
                    <a:cubicBezTo>
                      <a:pt x="23" y="20"/>
                      <a:pt x="29" y="15"/>
                      <a:pt x="34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9" name="Freeform 79">
                <a:extLst>
                  <a:ext uri="{FF2B5EF4-FFF2-40B4-BE49-F238E27FC236}">
                    <a16:creationId xmlns:a16="http://schemas.microsoft.com/office/drawing/2014/main" id="{53F21EBF-836D-408D-B85A-4BA2B2E65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091"/>
                <a:ext cx="64" cy="99"/>
              </a:xfrm>
              <a:custGeom>
                <a:avLst/>
                <a:gdLst>
                  <a:gd name="T0" fmla="*/ 0 w 24"/>
                  <a:gd name="T1" fmla="*/ 0 h 35"/>
                  <a:gd name="T2" fmla="*/ 397 w 24"/>
                  <a:gd name="T3" fmla="*/ 407 h 35"/>
                  <a:gd name="T4" fmla="*/ 456 w 24"/>
                  <a:gd name="T5" fmla="*/ 79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5">
                    <a:moveTo>
                      <a:pt x="0" y="0"/>
                    </a:moveTo>
                    <a:cubicBezTo>
                      <a:pt x="8" y="7"/>
                      <a:pt x="18" y="9"/>
                      <a:pt x="21" y="18"/>
                    </a:cubicBezTo>
                    <a:cubicBezTo>
                      <a:pt x="23" y="23"/>
                      <a:pt x="24" y="30"/>
                      <a:pt x="24" y="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0" name="Freeform 80">
                <a:extLst>
                  <a:ext uri="{FF2B5EF4-FFF2-40B4-BE49-F238E27FC236}">
                    <a16:creationId xmlns:a16="http://schemas.microsoft.com/office/drawing/2014/main" id="{D854250E-90E9-4BAC-A450-560056540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054"/>
                <a:ext cx="88" cy="235"/>
              </a:xfrm>
              <a:custGeom>
                <a:avLst/>
                <a:gdLst>
                  <a:gd name="T0" fmla="*/ 0 w 33"/>
                  <a:gd name="T1" fmla="*/ 0 h 83"/>
                  <a:gd name="T2" fmla="*/ 248 w 33"/>
                  <a:gd name="T3" fmla="*/ 609 h 83"/>
                  <a:gd name="T4" fmla="*/ 512 w 33"/>
                  <a:gd name="T5" fmla="*/ 1090 h 83"/>
                  <a:gd name="T6" fmla="*/ 491 w 33"/>
                  <a:gd name="T7" fmla="*/ 1314 h 83"/>
                  <a:gd name="T8" fmla="*/ 589 w 33"/>
                  <a:gd name="T9" fmla="*/ 1450 h 83"/>
                  <a:gd name="T10" fmla="*/ 547 w 33"/>
                  <a:gd name="T11" fmla="*/ 1883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83">
                    <a:moveTo>
                      <a:pt x="0" y="0"/>
                    </a:moveTo>
                    <a:cubicBezTo>
                      <a:pt x="4" y="10"/>
                      <a:pt x="3" y="20"/>
                      <a:pt x="13" y="27"/>
                    </a:cubicBezTo>
                    <a:cubicBezTo>
                      <a:pt x="22" y="34"/>
                      <a:pt x="27" y="36"/>
                      <a:pt x="27" y="48"/>
                    </a:cubicBezTo>
                    <a:cubicBezTo>
                      <a:pt x="27" y="51"/>
                      <a:pt x="26" y="55"/>
                      <a:pt x="26" y="58"/>
                    </a:cubicBezTo>
                    <a:cubicBezTo>
                      <a:pt x="27" y="61"/>
                      <a:pt x="30" y="62"/>
                      <a:pt x="31" y="64"/>
                    </a:cubicBezTo>
                    <a:cubicBezTo>
                      <a:pt x="33" y="70"/>
                      <a:pt x="28" y="79"/>
                      <a:pt x="29" y="8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Freeform 81">
                <a:extLst>
                  <a:ext uri="{FF2B5EF4-FFF2-40B4-BE49-F238E27FC236}">
                    <a16:creationId xmlns:a16="http://schemas.microsoft.com/office/drawing/2014/main" id="{B38028F4-0B5A-4B68-8F56-74B596AFE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122"/>
                <a:ext cx="50" cy="96"/>
              </a:xfrm>
              <a:custGeom>
                <a:avLst/>
                <a:gdLst>
                  <a:gd name="T0" fmla="*/ 55 w 19"/>
                  <a:gd name="T1" fmla="*/ 0 h 34"/>
                  <a:gd name="T2" fmla="*/ 89 w 19"/>
                  <a:gd name="T3" fmla="*/ 494 h 34"/>
                  <a:gd name="T4" fmla="*/ 347 w 19"/>
                  <a:gd name="T5" fmla="*/ 76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4">
                    <a:moveTo>
                      <a:pt x="3" y="0"/>
                    </a:moveTo>
                    <a:cubicBezTo>
                      <a:pt x="2" y="7"/>
                      <a:pt x="0" y="16"/>
                      <a:pt x="5" y="22"/>
                    </a:cubicBezTo>
                    <a:cubicBezTo>
                      <a:pt x="9" y="26"/>
                      <a:pt x="15" y="29"/>
                      <a:pt x="19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2" name="Freeform 82">
                <a:extLst>
                  <a:ext uri="{FF2B5EF4-FFF2-40B4-BE49-F238E27FC236}">
                    <a16:creationId xmlns:a16="http://schemas.microsoft.com/office/drawing/2014/main" id="{3CBDA738-4423-4558-B1C5-F0CF558FB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940"/>
                <a:ext cx="64" cy="46"/>
              </a:xfrm>
              <a:custGeom>
                <a:avLst/>
                <a:gdLst>
                  <a:gd name="T0" fmla="*/ 0 w 24"/>
                  <a:gd name="T1" fmla="*/ 75 h 16"/>
                  <a:gd name="T2" fmla="*/ 456 w 24"/>
                  <a:gd name="T3" fmla="*/ 38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3"/>
                    </a:moveTo>
                    <a:cubicBezTo>
                      <a:pt x="8" y="0"/>
                      <a:pt x="20" y="8"/>
                      <a:pt x="24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3" name="Freeform 83">
                <a:extLst>
                  <a:ext uri="{FF2B5EF4-FFF2-40B4-BE49-F238E27FC236}">
                    <a16:creationId xmlns:a16="http://schemas.microsoft.com/office/drawing/2014/main" id="{FACE914E-ECD2-419B-A812-D394D1A3E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952"/>
                <a:ext cx="93" cy="48"/>
              </a:xfrm>
              <a:custGeom>
                <a:avLst/>
                <a:gdLst>
                  <a:gd name="T0" fmla="*/ 0 w 35"/>
                  <a:gd name="T1" fmla="*/ 384 h 17"/>
                  <a:gd name="T2" fmla="*/ 409 w 35"/>
                  <a:gd name="T3" fmla="*/ 23 h 17"/>
                  <a:gd name="T4" fmla="*/ 656 w 35"/>
                  <a:gd name="T5" fmla="*/ 2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7">
                    <a:moveTo>
                      <a:pt x="0" y="17"/>
                    </a:moveTo>
                    <a:cubicBezTo>
                      <a:pt x="7" y="12"/>
                      <a:pt x="12" y="0"/>
                      <a:pt x="22" y="1"/>
                    </a:cubicBezTo>
                    <a:cubicBezTo>
                      <a:pt x="28" y="2"/>
                      <a:pt x="31" y="7"/>
                      <a:pt x="35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4" name="Freeform 84">
                <a:extLst>
                  <a:ext uri="{FF2B5EF4-FFF2-40B4-BE49-F238E27FC236}">
                    <a16:creationId xmlns:a16="http://schemas.microsoft.com/office/drawing/2014/main" id="{93C47949-0B72-4347-B97D-A1509BA55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718"/>
                <a:ext cx="5" cy="17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Freeform 85">
                <a:extLst>
                  <a:ext uri="{FF2B5EF4-FFF2-40B4-BE49-F238E27FC236}">
                    <a16:creationId xmlns:a16="http://schemas.microsoft.com/office/drawing/2014/main" id="{5DAE0ED0-CDAF-4C3E-997D-1A3E86166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752"/>
                <a:ext cx="6" cy="17"/>
              </a:xfrm>
              <a:custGeom>
                <a:avLst/>
                <a:gdLst>
                  <a:gd name="T0" fmla="*/ 54 w 2"/>
                  <a:gd name="T1" fmla="*/ 0 h 6"/>
                  <a:gd name="T2" fmla="*/ 0 w 2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6" name="Freeform 86">
                <a:extLst>
                  <a:ext uri="{FF2B5EF4-FFF2-40B4-BE49-F238E27FC236}">
                    <a16:creationId xmlns:a16="http://schemas.microsoft.com/office/drawing/2014/main" id="{20DAF40C-CE07-4A61-B96A-EA2C6D852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894"/>
                <a:ext cx="10" cy="14"/>
              </a:xfrm>
              <a:custGeom>
                <a:avLst/>
                <a:gdLst>
                  <a:gd name="T0" fmla="*/ 63 w 4"/>
                  <a:gd name="T1" fmla="*/ 0 h 5"/>
                  <a:gd name="T2" fmla="*/ 0 w 4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7" name="Freeform 87">
                <a:extLst>
                  <a:ext uri="{FF2B5EF4-FFF2-40B4-BE49-F238E27FC236}">
                    <a16:creationId xmlns:a16="http://schemas.microsoft.com/office/drawing/2014/main" id="{DD1A3671-B5C5-416D-B77F-FD0F2DBE2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908"/>
                <a:ext cx="3" cy="23"/>
              </a:xfrm>
              <a:custGeom>
                <a:avLst/>
                <a:gdLst>
                  <a:gd name="T0" fmla="*/ 0 w 1"/>
                  <a:gd name="T1" fmla="*/ 0 h 8"/>
                  <a:gd name="T2" fmla="*/ 27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1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8" name="Freeform 88">
                <a:extLst>
                  <a:ext uri="{FF2B5EF4-FFF2-40B4-BE49-F238E27FC236}">
                    <a16:creationId xmlns:a16="http://schemas.microsoft.com/office/drawing/2014/main" id="{9BC0E9BC-293F-4754-8840-9FAE1A85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843"/>
                <a:ext cx="16" cy="22"/>
              </a:xfrm>
              <a:custGeom>
                <a:avLst/>
                <a:gdLst>
                  <a:gd name="T0" fmla="*/ 0 w 6"/>
                  <a:gd name="T1" fmla="*/ 0 h 8"/>
                  <a:gd name="T2" fmla="*/ 115 w 6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3"/>
                      <a:pt x="3" y="6"/>
                      <a:pt x="6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9" name="Freeform 89">
                <a:extLst>
                  <a:ext uri="{FF2B5EF4-FFF2-40B4-BE49-F238E27FC236}">
                    <a16:creationId xmlns:a16="http://schemas.microsoft.com/office/drawing/2014/main" id="{9441F685-75ED-4E72-8558-32467C31B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701"/>
                <a:ext cx="19" cy="8"/>
              </a:xfrm>
              <a:custGeom>
                <a:avLst/>
                <a:gdLst>
                  <a:gd name="T0" fmla="*/ 0 w 7"/>
                  <a:gd name="T1" fmla="*/ 0 h 3"/>
                  <a:gd name="T2" fmla="*/ 141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2"/>
                      <a:pt x="5" y="3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Freeform 90">
                <a:extLst>
                  <a:ext uri="{FF2B5EF4-FFF2-40B4-BE49-F238E27FC236}">
                    <a16:creationId xmlns:a16="http://schemas.microsoft.com/office/drawing/2014/main" id="{7D47C142-5A2D-4F5A-B3DA-35B71FC55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414"/>
                <a:ext cx="22" cy="14"/>
              </a:xfrm>
              <a:custGeom>
                <a:avLst/>
                <a:gdLst>
                  <a:gd name="T0" fmla="*/ 0 w 8"/>
                  <a:gd name="T1" fmla="*/ 109 h 5"/>
                  <a:gd name="T2" fmla="*/ 168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3"/>
                      <a:pt x="5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1" name="Freeform 91">
                <a:extLst>
                  <a:ext uri="{FF2B5EF4-FFF2-40B4-BE49-F238E27FC236}">
                    <a16:creationId xmlns:a16="http://schemas.microsoft.com/office/drawing/2014/main" id="{7A7E7C36-FC3B-498B-A4DA-A174DA2F4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213"/>
                <a:ext cx="16" cy="20"/>
              </a:xfrm>
              <a:custGeom>
                <a:avLst/>
                <a:gdLst>
                  <a:gd name="T0" fmla="*/ 0 w 6"/>
                  <a:gd name="T1" fmla="*/ 163 h 7"/>
                  <a:gd name="T2" fmla="*/ 11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4"/>
                      <a:pt x="3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92">
                <a:extLst>
                  <a:ext uri="{FF2B5EF4-FFF2-40B4-BE49-F238E27FC236}">
                    <a16:creationId xmlns:a16="http://schemas.microsoft.com/office/drawing/2014/main" id="{F81B3B5F-CF8A-48C7-B963-E0C8BCC18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093"/>
                <a:ext cx="11" cy="23"/>
              </a:xfrm>
              <a:custGeom>
                <a:avLst/>
                <a:gdLst>
                  <a:gd name="T0" fmla="*/ 83 w 4"/>
                  <a:gd name="T1" fmla="*/ 0 h 8"/>
                  <a:gd name="T2" fmla="*/ 22 w 4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2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3" name="Freeform 93">
                <a:extLst>
                  <a:ext uri="{FF2B5EF4-FFF2-40B4-BE49-F238E27FC236}">
                    <a16:creationId xmlns:a16="http://schemas.microsoft.com/office/drawing/2014/main" id="{5B66D9D6-6160-48AA-A803-C61593E40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051"/>
                <a:ext cx="3" cy="23"/>
              </a:xfrm>
              <a:custGeom>
                <a:avLst/>
                <a:gdLst>
                  <a:gd name="T0" fmla="*/ 27 w 1"/>
                  <a:gd name="T1" fmla="*/ 0 h 8"/>
                  <a:gd name="T2" fmla="*/ 27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4" name="Freeform 94">
                <a:extLst>
                  <a:ext uri="{FF2B5EF4-FFF2-40B4-BE49-F238E27FC236}">
                    <a16:creationId xmlns:a16="http://schemas.microsoft.com/office/drawing/2014/main" id="{AB3AF758-BFD0-447A-8261-1BB439797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110"/>
                <a:ext cx="6" cy="20"/>
              </a:xfrm>
              <a:custGeom>
                <a:avLst/>
                <a:gdLst>
                  <a:gd name="T0" fmla="*/ 0 w 2"/>
                  <a:gd name="T1" fmla="*/ 0 h 7"/>
                  <a:gd name="T2" fmla="*/ 54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5" name="Freeform 95">
                <a:extLst>
                  <a:ext uri="{FF2B5EF4-FFF2-40B4-BE49-F238E27FC236}">
                    <a16:creationId xmlns:a16="http://schemas.microsoft.com/office/drawing/2014/main" id="{A7E866D5-08CA-4596-8BBA-7A65206E7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147"/>
                <a:ext cx="2" cy="23"/>
              </a:xfrm>
              <a:custGeom>
                <a:avLst/>
                <a:gdLst>
                  <a:gd name="T0" fmla="*/ 8 w 1"/>
                  <a:gd name="T1" fmla="*/ 0 h 8"/>
                  <a:gd name="T2" fmla="*/ 0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6" name="Freeform 96">
                <a:extLst>
                  <a:ext uri="{FF2B5EF4-FFF2-40B4-BE49-F238E27FC236}">
                    <a16:creationId xmlns:a16="http://schemas.microsoft.com/office/drawing/2014/main" id="{0FD18564-05C1-4552-8775-9EECA1127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855"/>
                <a:ext cx="3" cy="26"/>
              </a:xfrm>
              <a:custGeom>
                <a:avLst/>
                <a:gdLst>
                  <a:gd name="T0" fmla="*/ 27 w 1"/>
                  <a:gd name="T1" fmla="*/ 0 h 9"/>
                  <a:gd name="T2" fmla="*/ 27 w 1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1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7" name="Freeform 97">
                <a:extLst>
                  <a:ext uri="{FF2B5EF4-FFF2-40B4-BE49-F238E27FC236}">
                    <a16:creationId xmlns:a16="http://schemas.microsoft.com/office/drawing/2014/main" id="{C8E223C3-02B4-4B4E-8842-D73489E05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912"/>
                <a:ext cx="24" cy="25"/>
              </a:xfrm>
              <a:custGeom>
                <a:avLst/>
                <a:gdLst>
                  <a:gd name="T0" fmla="*/ 0 w 9"/>
                  <a:gd name="T1" fmla="*/ 192 h 9"/>
                  <a:gd name="T2" fmla="*/ 171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5" y="8"/>
                      <a:pt x="8" y="4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Freeform 98">
                <a:extLst>
                  <a:ext uri="{FF2B5EF4-FFF2-40B4-BE49-F238E27FC236}">
                    <a16:creationId xmlns:a16="http://schemas.microsoft.com/office/drawing/2014/main" id="{E776CFA0-948D-45B9-97D1-80636A2B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110"/>
                <a:ext cx="27" cy="18"/>
              </a:xfrm>
              <a:custGeom>
                <a:avLst/>
                <a:gdLst>
                  <a:gd name="T0" fmla="*/ 0 w 10"/>
                  <a:gd name="T1" fmla="*/ 162 h 6"/>
                  <a:gd name="T2" fmla="*/ 197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4" y="5"/>
                      <a:pt x="7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9" name="Freeform 99">
                <a:extLst>
                  <a:ext uri="{FF2B5EF4-FFF2-40B4-BE49-F238E27FC236}">
                    <a16:creationId xmlns:a16="http://schemas.microsoft.com/office/drawing/2014/main" id="{E4359D5F-8104-4B73-8C50-A445ADF8D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380"/>
                <a:ext cx="27" cy="9"/>
              </a:xfrm>
              <a:custGeom>
                <a:avLst/>
                <a:gdLst>
                  <a:gd name="T0" fmla="*/ 0 w 10"/>
                  <a:gd name="T1" fmla="*/ 27 h 3"/>
                  <a:gd name="T2" fmla="*/ 197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1"/>
                    </a:moveTo>
                    <a:cubicBezTo>
                      <a:pt x="2" y="3"/>
                      <a:pt x="7" y="1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100">
                <a:extLst>
                  <a:ext uri="{FF2B5EF4-FFF2-40B4-BE49-F238E27FC236}">
                    <a16:creationId xmlns:a16="http://schemas.microsoft.com/office/drawing/2014/main" id="{E1B168BD-BDE2-448A-9DC4-6A5F86962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644"/>
                <a:ext cx="19" cy="20"/>
              </a:xfrm>
              <a:custGeom>
                <a:avLst/>
                <a:gdLst>
                  <a:gd name="T0" fmla="*/ 0 w 7"/>
                  <a:gd name="T1" fmla="*/ 0 h 7"/>
                  <a:gd name="T2" fmla="*/ 141 w 7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4"/>
                      <a:pt x="4" y="7"/>
                      <a:pt x="7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Freeform 101">
                <a:extLst>
                  <a:ext uri="{FF2B5EF4-FFF2-40B4-BE49-F238E27FC236}">
                    <a16:creationId xmlns:a16="http://schemas.microsoft.com/office/drawing/2014/main" id="{2CB7D35D-29E8-4316-90A1-75485C6F3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899"/>
                <a:ext cx="16" cy="17"/>
              </a:xfrm>
              <a:custGeom>
                <a:avLst/>
                <a:gdLst>
                  <a:gd name="T0" fmla="*/ 0 w 6"/>
                  <a:gd name="T1" fmla="*/ 0 h 6"/>
                  <a:gd name="T2" fmla="*/ 115 w 6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1" y="2"/>
                      <a:pt x="4" y="4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2" name="Freeform 102">
                <a:extLst>
                  <a:ext uri="{FF2B5EF4-FFF2-40B4-BE49-F238E27FC236}">
                    <a16:creationId xmlns:a16="http://schemas.microsoft.com/office/drawing/2014/main" id="{D3357653-3375-45C2-B9CB-9FCCAD1AA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3064"/>
                <a:ext cx="8" cy="23"/>
              </a:xfrm>
              <a:custGeom>
                <a:avLst/>
                <a:gdLst>
                  <a:gd name="T0" fmla="*/ 0 w 3"/>
                  <a:gd name="T1" fmla="*/ 0 h 8"/>
                  <a:gd name="T2" fmla="*/ 56 w 3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3"/>
                      <a:pt x="2" y="5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3" name="Freeform 103">
                <a:extLst>
                  <a:ext uri="{FF2B5EF4-FFF2-40B4-BE49-F238E27FC236}">
                    <a16:creationId xmlns:a16="http://schemas.microsoft.com/office/drawing/2014/main" id="{E85277BA-581C-41CB-B678-1589165EA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101"/>
                <a:ext cx="13" cy="25"/>
              </a:xfrm>
              <a:custGeom>
                <a:avLst/>
                <a:gdLst>
                  <a:gd name="T0" fmla="*/ 88 w 5"/>
                  <a:gd name="T1" fmla="*/ 0 h 9"/>
                  <a:gd name="T2" fmla="*/ 0 w 5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3" y="3"/>
                      <a:pt x="2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4" name="Freeform 104">
                <a:extLst>
                  <a:ext uri="{FF2B5EF4-FFF2-40B4-BE49-F238E27FC236}">
                    <a16:creationId xmlns:a16="http://schemas.microsoft.com/office/drawing/2014/main" id="{079D4E6D-06C3-4B06-A951-4BFE66D92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440"/>
                <a:ext cx="3" cy="22"/>
              </a:xfrm>
              <a:custGeom>
                <a:avLst/>
                <a:gdLst>
                  <a:gd name="T0" fmla="*/ 27 w 1"/>
                  <a:gd name="T1" fmla="*/ 0 h 8"/>
                  <a:gd name="T2" fmla="*/ 27 w 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3"/>
                      <a:pt x="1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5" name="Freeform 105">
                <a:extLst>
                  <a:ext uri="{FF2B5EF4-FFF2-40B4-BE49-F238E27FC236}">
                    <a16:creationId xmlns:a16="http://schemas.microsoft.com/office/drawing/2014/main" id="{115E4004-B470-45A0-AEB2-1D7AEBB00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411"/>
                <a:ext cx="3" cy="17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6" name="Freeform 106">
                <a:extLst>
                  <a:ext uri="{FF2B5EF4-FFF2-40B4-BE49-F238E27FC236}">
                    <a16:creationId xmlns:a16="http://schemas.microsoft.com/office/drawing/2014/main" id="{4388A643-1826-49EA-875E-766D20C9F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366"/>
                <a:ext cx="5" cy="25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Freeform 107">
                <a:extLst>
                  <a:ext uri="{FF2B5EF4-FFF2-40B4-BE49-F238E27FC236}">
                    <a16:creationId xmlns:a16="http://schemas.microsoft.com/office/drawing/2014/main" id="{E0399D0E-0150-4954-8FF3-C2EF0AE20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329"/>
                <a:ext cx="3" cy="23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8" name="Freeform 108">
                <a:extLst>
                  <a:ext uri="{FF2B5EF4-FFF2-40B4-BE49-F238E27FC236}">
                    <a16:creationId xmlns:a16="http://schemas.microsoft.com/office/drawing/2014/main" id="{7DBBA167-47F1-423E-9921-01883499E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298"/>
                <a:ext cx="5" cy="25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2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9" name="Freeform 109">
                <a:extLst>
                  <a:ext uri="{FF2B5EF4-FFF2-40B4-BE49-F238E27FC236}">
                    <a16:creationId xmlns:a16="http://schemas.microsoft.com/office/drawing/2014/main" id="{A2928D25-218C-420C-B82F-053ACC83E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264"/>
                <a:ext cx="6" cy="34"/>
              </a:xfrm>
              <a:custGeom>
                <a:avLst/>
                <a:gdLst>
                  <a:gd name="T0" fmla="*/ 54 w 2"/>
                  <a:gd name="T1" fmla="*/ 0 h 12"/>
                  <a:gd name="T2" fmla="*/ 0 w 2"/>
                  <a:gd name="T3" fmla="*/ 27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1" y="4"/>
                      <a:pt x="1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0" name="Freeform 110">
                <a:extLst>
                  <a:ext uri="{FF2B5EF4-FFF2-40B4-BE49-F238E27FC236}">
                    <a16:creationId xmlns:a16="http://schemas.microsoft.com/office/drawing/2014/main" id="{3354AC9F-3036-4E80-BD88-DFE966C3F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221"/>
                <a:ext cx="3" cy="20"/>
              </a:xfrm>
              <a:custGeom>
                <a:avLst/>
                <a:gdLst>
                  <a:gd name="T0" fmla="*/ 27 w 1"/>
                  <a:gd name="T1" fmla="*/ 0 h 7"/>
                  <a:gd name="T2" fmla="*/ 0 w 1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1" name="Freeform 111">
                <a:extLst>
                  <a:ext uri="{FF2B5EF4-FFF2-40B4-BE49-F238E27FC236}">
                    <a16:creationId xmlns:a16="http://schemas.microsoft.com/office/drawing/2014/main" id="{8B12F7AC-CB79-42B2-943D-ED892B11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583"/>
                <a:ext cx="5" cy="25"/>
              </a:xfrm>
              <a:custGeom>
                <a:avLst/>
                <a:gdLst>
                  <a:gd name="T0" fmla="*/ 0 w 2"/>
                  <a:gd name="T1" fmla="*/ 192 h 9"/>
                  <a:gd name="T2" fmla="*/ 33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1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2" name="Freeform 112">
                <a:extLst>
                  <a:ext uri="{FF2B5EF4-FFF2-40B4-BE49-F238E27FC236}">
                    <a16:creationId xmlns:a16="http://schemas.microsoft.com/office/drawing/2014/main" id="{E08A78F1-6F52-4B62-B430-929DEF680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628"/>
                <a:ext cx="3" cy="23"/>
              </a:xfrm>
              <a:custGeom>
                <a:avLst/>
                <a:gdLst>
                  <a:gd name="T0" fmla="*/ 0 w 1"/>
                  <a:gd name="T1" fmla="*/ 190 h 8"/>
                  <a:gd name="T2" fmla="*/ 27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1" y="5"/>
                      <a:pt x="1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3" name="Freeform 113">
                <a:extLst>
                  <a:ext uri="{FF2B5EF4-FFF2-40B4-BE49-F238E27FC236}">
                    <a16:creationId xmlns:a16="http://schemas.microsoft.com/office/drawing/2014/main" id="{3030EF66-05B5-4CDC-B1D8-84BC9F4D2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668"/>
                <a:ext cx="2" cy="22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1" y="2"/>
                      <a:pt x="0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4" name="Freeform 114">
                <a:extLst>
                  <a:ext uri="{FF2B5EF4-FFF2-40B4-BE49-F238E27FC236}">
                    <a16:creationId xmlns:a16="http://schemas.microsoft.com/office/drawing/2014/main" id="{A0B3CA4C-E44B-4636-9222-862995776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781"/>
                <a:ext cx="6" cy="23"/>
              </a:xfrm>
              <a:custGeom>
                <a:avLst/>
                <a:gdLst>
                  <a:gd name="T0" fmla="*/ 54 w 2"/>
                  <a:gd name="T1" fmla="*/ 0 h 8"/>
                  <a:gd name="T2" fmla="*/ 0 w 2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5" name="Freeform 115">
                <a:extLst>
                  <a:ext uri="{FF2B5EF4-FFF2-40B4-BE49-F238E27FC236}">
                    <a16:creationId xmlns:a16="http://schemas.microsoft.com/office/drawing/2014/main" id="{76684266-CA47-441C-8A9C-DEBEBD97E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810"/>
                <a:ext cx="5" cy="22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116">
                <a:extLst>
                  <a:ext uri="{FF2B5EF4-FFF2-40B4-BE49-F238E27FC236}">
                    <a16:creationId xmlns:a16="http://schemas.microsoft.com/office/drawing/2014/main" id="{0E123A59-2542-4BE2-BDED-27DE96AF9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849"/>
                <a:ext cx="5" cy="20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Freeform 117">
                <a:extLst>
                  <a:ext uri="{FF2B5EF4-FFF2-40B4-BE49-F238E27FC236}">
                    <a16:creationId xmlns:a16="http://schemas.microsoft.com/office/drawing/2014/main" id="{BBE0EB0B-9F2C-422E-AA5B-9D034D27C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424"/>
                <a:ext cx="3" cy="31"/>
              </a:xfrm>
              <a:custGeom>
                <a:avLst/>
                <a:gdLst>
                  <a:gd name="T0" fmla="*/ 27 w 1"/>
                  <a:gd name="T1" fmla="*/ 0 h 11"/>
                  <a:gd name="T2" fmla="*/ 27 w 1"/>
                  <a:gd name="T3" fmla="*/ 2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8" name="Freeform 118">
                <a:extLst>
                  <a:ext uri="{FF2B5EF4-FFF2-40B4-BE49-F238E27FC236}">
                    <a16:creationId xmlns:a16="http://schemas.microsoft.com/office/drawing/2014/main" id="{2094EA91-7549-409F-B0DB-EE2F038BB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500"/>
                <a:ext cx="5" cy="26"/>
              </a:xfrm>
              <a:custGeom>
                <a:avLst/>
                <a:gdLst>
                  <a:gd name="T0" fmla="*/ 20 w 2"/>
                  <a:gd name="T1" fmla="*/ 0 h 9"/>
                  <a:gd name="T2" fmla="*/ 33 w 2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0" y="3"/>
                      <a:pt x="0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9" name="Freeform 119">
                <a:extLst>
                  <a:ext uri="{FF2B5EF4-FFF2-40B4-BE49-F238E27FC236}">
                    <a16:creationId xmlns:a16="http://schemas.microsoft.com/office/drawing/2014/main" id="{A7ACC52B-C386-4DC8-97E6-9F6E3A97B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585"/>
                <a:ext cx="3" cy="20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0" name="Freeform 120">
                <a:extLst>
                  <a:ext uri="{FF2B5EF4-FFF2-40B4-BE49-F238E27FC236}">
                    <a16:creationId xmlns:a16="http://schemas.microsoft.com/office/drawing/2014/main" id="{4A0B5DEF-FF4A-4E6D-82E0-4C941827E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654"/>
                <a:ext cx="3" cy="25"/>
              </a:xfrm>
              <a:custGeom>
                <a:avLst/>
                <a:gdLst>
                  <a:gd name="T0" fmla="*/ 27 w 1"/>
                  <a:gd name="T1" fmla="*/ 0 h 9"/>
                  <a:gd name="T2" fmla="*/ 0 w 1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1" name="Freeform 121">
                <a:extLst>
                  <a:ext uri="{FF2B5EF4-FFF2-40B4-BE49-F238E27FC236}">
                    <a16:creationId xmlns:a16="http://schemas.microsoft.com/office/drawing/2014/main" id="{65E1E386-8DC2-4DB6-A246-51545B576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736"/>
                <a:ext cx="3" cy="23"/>
              </a:xfrm>
              <a:custGeom>
                <a:avLst/>
                <a:gdLst>
                  <a:gd name="T0" fmla="*/ 0 w 1"/>
                  <a:gd name="T1" fmla="*/ 0 h 8"/>
                  <a:gd name="T2" fmla="*/ 27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2"/>
                      <a:pt x="0" y="5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Freeform 122">
                <a:extLst>
                  <a:ext uri="{FF2B5EF4-FFF2-40B4-BE49-F238E27FC236}">
                    <a16:creationId xmlns:a16="http://schemas.microsoft.com/office/drawing/2014/main" id="{7571F6FB-657B-4DA6-9B4D-6553AD998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804"/>
                <a:ext cx="3" cy="26"/>
              </a:xfrm>
              <a:custGeom>
                <a:avLst/>
                <a:gdLst>
                  <a:gd name="T0" fmla="*/ 27 w 1"/>
                  <a:gd name="T1" fmla="*/ 0 h 9"/>
                  <a:gd name="T2" fmla="*/ 27 w 1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3" name="Freeform 123">
                <a:extLst>
                  <a:ext uri="{FF2B5EF4-FFF2-40B4-BE49-F238E27FC236}">
                    <a16:creationId xmlns:a16="http://schemas.microsoft.com/office/drawing/2014/main" id="{757DAB20-CE17-4E7D-BDD0-7286348F9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866"/>
                <a:ext cx="1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4" name="Freeform 124">
                <a:extLst>
                  <a:ext uri="{FF2B5EF4-FFF2-40B4-BE49-F238E27FC236}">
                    <a16:creationId xmlns:a16="http://schemas.microsoft.com/office/drawing/2014/main" id="{D820EF76-0AA5-46A9-83C8-D5255BE36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920"/>
                <a:ext cx="1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5" name="Freeform 125">
                <a:extLst>
                  <a:ext uri="{FF2B5EF4-FFF2-40B4-BE49-F238E27FC236}">
                    <a16:creationId xmlns:a16="http://schemas.microsoft.com/office/drawing/2014/main" id="{A8FD5ED3-7ECF-4EB2-999D-F16261AEF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894"/>
                <a:ext cx="5" cy="25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6" name="Freeform 126">
                <a:extLst>
                  <a:ext uri="{FF2B5EF4-FFF2-40B4-BE49-F238E27FC236}">
                    <a16:creationId xmlns:a16="http://schemas.microsoft.com/office/drawing/2014/main" id="{2A32BAD7-092A-4EBE-8882-F3B9F5A1E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837"/>
                <a:ext cx="3" cy="26"/>
              </a:xfrm>
              <a:custGeom>
                <a:avLst/>
                <a:gdLst>
                  <a:gd name="T0" fmla="*/ 27 w 1"/>
                  <a:gd name="T1" fmla="*/ 49 h 9"/>
                  <a:gd name="T2" fmla="*/ 27 w 1"/>
                  <a:gd name="T3" fmla="*/ 0 h 9"/>
                  <a:gd name="T4" fmla="*/ 0 w 1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7" name="Freeform 127">
                <a:extLst>
                  <a:ext uri="{FF2B5EF4-FFF2-40B4-BE49-F238E27FC236}">
                    <a16:creationId xmlns:a16="http://schemas.microsoft.com/office/drawing/2014/main" id="{C659BC88-E69A-481C-800C-727EA37B5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766"/>
                <a:ext cx="5" cy="26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2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8" name="Freeform 128">
                <a:extLst>
                  <a:ext uri="{FF2B5EF4-FFF2-40B4-BE49-F238E27FC236}">
                    <a16:creationId xmlns:a16="http://schemas.microsoft.com/office/drawing/2014/main" id="{925EBAEC-EE55-4A52-8B52-3B77D969E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692"/>
                <a:ext cx="3" cy="26"/>
              </a:xfrm>
              <a:custGeom>
                <a:avLst/>
                <a:gdLst>
                  <a:gd name="T0" fmla="*/ 27 w 1"/>
                  <a:gd name="T1" fmla="*/ 0 h 9"/>
                  <a:gd name="T2" fmla="*/ 0 w 1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9" name="Freeform 129">
                <a:extLst>
                  <a:ext uri="{FF2B5EF4-FFF2-40B4-BE49-F238E27FC236}">
                    <a16:creationId xmlns:a16="http://schemas.microsoft.com/office/drawing/2014/main" id="{B63CDD0D-FBE2-46D8-A34F-0EB5CFC90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618"/>
                <a:ext cx="6" cy="20"/>
              </a:xfrm>
              <a:custGeom>
                <a:avLst/>
                <a:gdLst>
                  <a:gd name="T0" fmla="*/ 54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0" name="Freeform 130">
                <a:extLst>
                  <a:ext uri="{FF2B5EF4-FFF2-40B4-BE49-F238E27FC236}">
                    <a16:creationId xmlns:a16="http://schemas.microsoft.com/office/drawing/2014/main" id="{8EA7B076-858A-40BC-A780-AB9C6E91F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542"/>
                <a:ext cx="3" cy="23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1" name="Freeform 131">
                <a:extLst>
                  <a:ext uri="{FF2B5EF4-FFF2-40B4-BE49-F238E27FC236}">
                    <a16:creationId xmlns:a16="http://schemas.microsoft.com/office/drawing/2014/main" id="{E1CB2BDF-156E-47F1-8F2D-DD9557E4A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468"/>
                <a:ext cx="8" cy="23"/>
              </a:xfrm>
              <a:custGeom>
                <a:avLst/>
                <a:gdLst>
                  <a:gd name="T0" fmla="*/ 56 w 3"/>
                  <a:gd name="T1" fmla="*/ 0 h 8"/>
                  <a:gd name="T2" fmla="*/ 35 w 3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3"/>
                      <a:pt x="0" y="5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2" name="Freeform 132">
                <a:extLst>
                  <a:ext uri="{FF2B5EF4-FFF2-40B4-BE49-F238E27FC236}">
                    <a16:creationId xmlns:a16="http://schemas.microsoft.com/office/drawing/2014/main" id="{C5ED5500-1714-4346-B07F-B42CF3B44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411"/>
                <a:ext cx="8" cy="29"/>
              </a:xfrm>
              <a:custGeom>
                <a:avLst/>
                <a:gdLst>
                  <a:gd name="T0" fmla="*/ 56 w 3"/>
                  <a:gd name="T1" fmla="*/ 0 h 10"/>
                  <a:gd name="T2" fmla="*/ 0 w 3"/>
                  <a:gd name="T3" fmla="*/ 2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3"/>
                      <a:pt x="0" y="6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3" name="Freeform 133">
                <a:extLst>
                  <a:ext uri="{FF2B5EF4-FFF2-40B4-BE49-F238E27FC236}">
                    <a16:creationId xmlns:a16="http://schemas.microsoft.com/office/drawing/2014/main" id="{A3A0BE1B-5B77-46C8-A89F-A6D0F597B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284"/>
                <a:ext cx="878" cy="173"/>
              </a:xfrm>
              <a:custGeom>
                <a:avLst/>
                <a:gdLst>
                  <a:gd name="T0" fmla="*/ 0 w 330"/>
                  <a:gd name="T1" fmla="*/ 320 h 61"/>
                  <a:gd name="T2" fmla="*/ 942 w 330"/>
                  <a:gd name="T3" fmla="*/ 210 h 61"/>
                  <a:gd name="T4" fmla="*/ 1791 w 330"/>
                  <a:gd name="T5" fmla="*/ 547 h 61"/>
                  <a:gd name="T6" fmla="*/ 2746 w 330"/>
                  <a:gd name="T7" fmla="*/ 596 h 61"/>
                  <a:gd name="T8" fmla="*/ 3688 w 330"/>
                  <a:gd name="T9" fmla="*/ 933 h 61"/>
                  <a:gd name="T10" fmla="*/ 4536 w 330"/>
                  <a:gd name="T11" fmla="*/ 1007 h 61"/>
                  <a:gd name="T12" fmla="*/ 5196 w 330"/>
                  <a:gd name="T13" fmla="*/ 1095 h 61"/>
                  <a:gd name="T14" fmla="*/ 6215 w 330"/>
                  <a:gd name="T15" fmla="*/ 1069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0" h="61">
                    <a:moveTo>
                      <a:pt x="0" y="14"/>
                    </a:moveTo>
                    <a:cubicBezTo>
                      <a:pt x="17" y="14"/>
                      <a:pt x="32" y="0"/>
                      <a:pt x="50" y="9"/>
                    </a:cubicBezTo>
                    <a:cubicBezTo>
                      <a:pt x="68" y="17"/>
                      <a:pt x="75" y="25"/>
                      <a:pt x="95" y="24"/>
                    </a:cubicBezTo>
                    <a:cubicBezTo>
                      <a:pt x="112" y="24"/>
                      <a:pt x="130" y="20"/>
                      <a:pt x="146" y="26"/>
                    </a:cubicBezTo>
                    <a:cubicBezTo>
                      <a:pt x="167" y="33"/>
                      <a:pt x="172" y="44"/>
                      <a:pt x="196" y="41"/>
                    </a:cubicBezTo>
                    <a:cubicBezTo>
                      <a:pt x="212" y="38"/>
                      <a:pt x="226" y="35"/>
                      <a:pt x="241" y="44"/>
                    </a:cubicBezTo>
                    <a:cubicBezTo>
                      <a:pt x="257" y="53"/>
                      <a:pt x="257" y="51"/>
                      <a:pt x="276" y="48"/>
                    </a:cubicBezTo>
                    <a:cubicBezTo>
                      <a:pt x="295" y="44"/>
                      <a:pt x="312" y="61"/>
                      <a:pt x="330" y="4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4" name="Freeform 134">
                <a:extLst>
                  <a:ext uri="{FF2B5EF4-FFF2-40B4-BE49-F238E27FC236}">
                    <a16:creationId xmlns:a16="http://schemas.microsoft.com/office/drawing/2014/main" id="{84F864B5-1EF9-4F5C-A765-715C3300F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426"/>
                <a:ext cx="809" cy="218"/>
              </a:xfrm>
              <a:custGeom>
                <a:avLst/>
                <a:gdLst>
                  <a:gd name="T0" fmla="*/ 0 w 304"/>
                  <a:gd name="T1" fmla="*/ 0 h 77"/>
                  <a:gd name="T2" fmla="*/ 679 w 304"/>
                  <a:gd name="T3" fmla="*/ 161 h 77"/>
                  <a:gd name="T4" fmla="*/ 1112 w 304"/>
                  <a:gd name="T5" fmla="*/ 201 h 77"/>
                  <a:gd name="T6" fmla="*/ 1791 w 304"/>
                  <a:gd name="T7" fmla="*/ 473 h 77"/>
                  <a:gd name="T8" fmla="*/ 2600 w 304"/>
                  <a:gd name="T9" fmla="*/ 634 h 77"/>
                  <a:gd name="T10" fmla="*/ 3598 w 304"/>
                  <a:gd name="T11" fmla="*/ 906 h 77"/>
                  <a:gd name="T12" fmla="*/ 4335 w 304"/>
                  <a:gd name="T13" fmla="*/ 1274 h 77"/>
                  <a:gd name="T14" fmla="*/ 5184 w 304"/>
                  <a:gd name="T15" fmla="*/ 1362 h 77"/>
                  <a:gd name="T16" fmla="*/ 5730 w 304"/>
                  <a:gd name="T17" fmla="*/ 1747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77">
                    <a:moveTo>
                      <a:pt x="0" y="0"/>
                    </a:moveTo>
                    <a:cubicBezTo>
                      <a:pt x="8" y="18"/>
                      <a:pt x="22" y="9"/>
                      <a:pt x="36" y="7"/>
                    </a:cubicBezTo>
                    <a:cubicBezTo>
                      <a:pt x="44" y="6"/>
                      <a:pt x="50" y="5"/>
                      <a:pt x="59" y="9"/>
                    </a:cubicBezTo>
                    <a:cubicBezTo>
                      <a:pt x="73" y="15"/>
                      <a:pt x="77" y="24"/>
                      <a:pt x="95" y="21"/>
                    </a:cubicBezTo>
                    <a:cubicBezTo>
                      <a:pt x="113" y="18"/>
                      <a:pt x="121" y="17"/>
                      <a:pt x="138" y="28"/>
                    </a:cubicBezTo>
                    <a:cubicBezTo>
                      <a:pt x="157" y="40"/>
                      <a:pt x="168" y="40"/>
                      <a:pt x="191" y="40"/>
                    </a:cubicBezTo>
                    <a:cubicBezTo>
                      <a:pt x="210" y="39"/>
                      <a:pt x="214" y="50"/>
                      <a:pt x="230" y="56"/>
                    </a:cubicBezTo>
                    <a:cubicBezTo>
                      <a:pt x="244" y="62"/>
                      <a:pt x="260" y="55"/>
                      <a:pt x="275" y="60"/>
                    </a:cubicBezTo>
                    <a:cubicBezTo>
                      <a:pt x="287" y="63"/>
                      <a:pt x="294" y="72"/>
                      <a:pt x="304" y="7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5" name="Freeform 135">
                <a:extLst>
                  <a:ext uri="{FF2B5EF4-FFF2-40B4-BE49-F238E27FC236}">
                    <a16:creationId xmlns:a16="http://schemas.microsoft.com/office/drawing/2014/main" id="{7BBE8551-7972-41B2-8BE7-174B892B8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479"/>
                <a:ext cx="322" cy="117"/>
              </a:xfrm>
              <a:custGeom>
                <a:avLst/>
                <a:gdLst>
                  <a:gd name="T0" fmla="*/ 0 w 121"/>
                  <a:gd name="T1" fmla="*/ 88 h 41"/>
                  <a:gd name="T2" fmla="*/ 865 w 121"/>
                  <a:gd name="T3" fmla="*/ 211 h 41"/>
                  <a:gd name="T4" fmla="*/ 1075 w 121"/>
                  <a:gd name="T5" fmla="*/ 417 h 41"/>
                  <a:gd name="T6" fmla="*/ 1394 w 121"/>
                  <a:gd name="T7" fmla="*/ 374 h 41"/>
                  <a:gd name="T8" fmla="*/ 2132 w 121"/>
                  <a:gd name="T9" fmla="*/ 676 h 41"/>
                  <a:gd name="T10" fmla="*/ 2281 w 121"/>
                  <a:gd name="T11" fmla="*/ 95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41">
                    <a:moveTo>
                      <a:pt x="0" y="4"/>
                    </a:moveTo>
                    <a:cubicBezTo>
                      <a:pt x="16" y="0"/>
                      <a:pt x="32" y="0"/>
                      <a:pt x="46" y="9"/>
                    </a:cubicBezTo>
                    <a:cubicBezTo>
                      <a:pt x="51" y="12"/>
                      <a:pt x="50" y="17"/>
                      <a:pt x="57" y="18"/>
                    </a:cubicBezTo>
                    <a:cubicBezTo>
                      <a:pt x="61" y="19"/>
                      <a:pt x="70" y="16"/>
                      <a:pt x="74" y="16"/>
                    </a:cubicBezTo>
                    <a:cubicBezTo>
                      <a:pt x="86" y="15"/>
                      <a:pt x="104" y="21"/>
                      <a:pt x="113" y="29"/>
                    </a:cubicBezTo>
                    <a:cubicBezTo>
                      <a:pt x="116" y="32"/>
                      <a:pt x="117" y="38"/>
                      <a:pt x="121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6" name="Freeform 136">
                <a:extLst>
                  <a:ext uri="{FF2B5EF4-FFF2-40B4-BE49-F238E27FC236}">
                    <a16:creationId xmlns:a16="http://schemas.microsoft.com/office/drawing/2014/main" id="{3B79EAE5-1222-4C3A-90CD-DA0F75969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70"/>
                <a:ext cx="610" cy="145"/>
              </a:xfrm>
              <a:custGeom>
                <a:avLst/>
                <a:gdLst>
                  <a:gd name="T0" fmla="*/ 0 w 229"/>
                  <a:gd name="T1" fmla="*/ 276 h 51"/>
                  <a:gd name="T2" fmla="*/ 1023 w 229"/>
                  <a:gd name="T3" fmla="*/ 364 h 51"/>
                  <a:gd name="T4" fmla="*/ 1889 w 229"/>
                  <a:gd name="T5" fmla="*/ 526 h 51"/>
                  <a:gd name="T6" fmla="*/ 2440 w 229"/>
                  <a:gd name="T7" fmla="*/ 807 h 51"/>
                  <a:gd name="T8" fmla="*/ 3852 w 229"/>
                  <a:gd name="T9" fmla="*/ 1058 h 51"/>
                  <a:gd name="T10" fmla="*/ 4179 w 229"/>
                  <a:gd name="T11" fmla="*/ 1058 h 51"/>
                  <a:gd name="T12" fmla="*/ 4329 w 229"/>
                  <a:gd name="T13" fmla="*/ 1009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9" h="51">
                    <a:moveTo>
                      <a:pt x="0" y="12"/>
                    </a:moveTo>
                    <a:cubicBezTo>
                      <a:pt x="21" y="0"/>
                      <a:pt x="36" y="6"/>
                      <a:pt x="54" y="16"/>
                    </a:cubicBezTo>
                    <a:cubicBezTo>
                      <a:pt x="68" y="23"/>
                      <a:pt x="85" y="22"/>
                      <a:pt x="100" y="23"/>
                    </a:cubicBezTo>
                    <a:cubicBezTo>
                      <a:pt x="114" y="25"/>
                      <a:pt x="118" y="28"/>
                      <a:pt x="129" y="35"/>
                    </a:cubicBezTo>
                    <a:cubicBezTo>
                      <a:pt x="152" y="51"/>
                      <a:pt x="178" y="44"/>
                      <a:pt x="204" y="46"/>
                    </a:cubicBezTo>
                    <a:cubicBezTo>
                      <a:pt x="210" y="47"/>
                      <a:pt x="216" y="47"/>
                      <a:pt x="221" y="46"/>
                    </a:cubicBezTo>
                    <a:cubicBezTo>
                      <a:pt x="225" y="46"/>
                      <a:pt x="223" y="41"/>
                      <a:pt x="229" y="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7" name="Freeform 137">
                <a:extLst>
                  <a:ext uri="{FF2B5EF4-FFF2-40B4-BE49-F238E27FC236}">
                    <a16:creationId xmlns:a16="http://schemas.microsoft.com/office/drawing/2014/main" id="{BEBD8F54-4113-4213-BB78-9AA79837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650"/>
                <a:ext cx="170" cy="56"/>
              </a:xfrm>
              <a:custGeom>
                <a:avLst/>
                <a:gdLst>
                  <a:gd name="T0" fmla="*/ 0 w 64"/>
                  <a:gd name="T1" fmla="*/ 87 h 20"/>
                  <a:gd name="T2" fmla="*/ 1201 w 64"/>
                  <a:gd name="T3" fmla="*/ 44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20">
                    <a:moveTo>
                      <a:pt x="0" y="4"/>
                    </a:moveTo>
                    <a:cubicBezTo>
                      <a:pt x="25" y="0"/>
                      <a:pt x="43" y="8"/>
                      <a:pt x="64" y="2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8" name="Freeform 138">
                <a:extLst>
                  <a:ext uri="{FF2B5EF4-FFF2-40B4-BE49-F238E27FC236}">
                    <a16:creationId xmlns:a16="http://schemas.microsoft.com/office/drawing/2014/main" id="{12405146-89D1-427E-A2AF-EC1F0EB11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701"/>
                <a:ext cx="948" cy="184"/>
              </a:xfrm>
              <a:custGeom>
                <a:avLst/>
                <a:gdLst>
                  <a:gd name="T0" fmla="*/ 0 w 356"/>
                  <a:gd name="T1" fmla="*/ 0 h 65"/>
                  <a:gd name="T2" fmla="*/ 567 w 356"/>
                  <a:gd name="T3" fmla="*/ 272 h 65"/>
                  <a:gd name="T4" fmla="*/ 1262 w 356"/>
                  <a:gd name="T5" fmla="*/ 184 h 65"/>
                  <a:gd name="T6" fmla="*/ 1928 w 356"/>
                  <a:gd name="T7" fmla="*/ 569 h 65"/>
                  <a:gd name="T8" fmla="*/ 2716 w 356"/>
                  <a:gd name="T9" fmla="*/ 609 h 65"/>
                  <a:gd name="T10" fmla="*/ 3646 w 356"/>
                  <a:gd name="T11" fmla="*/ 928 h 65"/>
                  <a:gd name="T12" fmla="*/ 4191 w 356"/>
                  <a:gd name="T13" fmla="*/ 841 h 65"/>
                  <a:gd name="T14" fmla="*/ 4665 w 356"/>
                  <a:gd name="T15" fmla="*/ 928 h 65"/>
                  <a:gd name="T16" fmla="*/ 5291 w 356"/>
                  <a:gd name="T17" fmla="*/ 1362 h 65"/>
                  <a:gd name="T18" fmla="*/ 5928 w 356"/>
                  <a:gd name="T19" fmla="*/ 1339 h 65"/>
                  <a:gd name="T20" fmla="*/ 6721 w 356"/>
                  <a:gd name="T21" fmla="*/ 1251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6" h="65">
                    <a:moveTo>
                      <a:pt x="0" y="0"/>
                    </a:moveTo>
                    <a:cubicBezTo>
                      <a:pt x="10" y="4"/>
                      <a:pt x="19" y="11"/>
                      <a:pt x="30" y="12"/>
                    </a:cubicBezTo>
                    <a:cubicBezTo>
                      <a:pt x="43" y="13"/>
                      <a:pt x="55" y="6"/>
                      <a:pt x="67" y="8"/>
                    </a:cubicBezTo>
                    <a:cubicBezTo>
                      <a:pt x="80" y="11"/>
                      <a:pt x="90" y="21"/>
                      <a:pt x="102" y="25"/>
                    </a:cubicBezTo>
                    <a:cubicBezTo>
                      <a:pt x="118" y="31"/>
                      <a:pt x="129" y="29"/>
                      <a:pt x="144" y="27"/>
                    </a:cubicBezTo>
                    <a:cubicBezTo>
                      <a:pt x="164" y="24"/>
                      <a:pt x="174" y="40"/>
                      <a:pt x="193" y="41"/>
                    </a:cubicBezTo>
                    <a:cubicBezTo>
                      <a:pt x="202" y="42"/>
                      <a:pt x="212" y="37"/>
                      <a:pt x="222" y="37"/>
                    </a:cubicBezTo>
                    <a:cubicBezTo>
                      <a:pt x="230" y="36"/>
                      <a:pt x="239" y="38"/>
                      <a:pt x="247" y="41"/>
                    </a:cubicBezTo>
                    <a:cubicBezTo>
                      <a:pt x="260" y="45"/>
                      <a:pt x="268" y="55"/>
                      <a:pt x="280" y="60"/>
                    </a:cubicBezTo>
                    <a:cubicBezTo>
                      <a:pt x="292" y="65"/>
                      <a:pt x="302" y="62"/>
                      <a:pt x="314" y="59"/>
                    </a:cubicBezTo>
                    <a:cubicBezTo>
                      <a:pt x="326" y="56"/>
                      <a:pt x="344" y="51"/>
                      <a:pt x="356" y="5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9" name="Freeform 139">
                <a:extLst>
                  <a:ext uri="{FF2B5EF4-FFF2-40B4-BE49-F238E27FC236}">
                    <a16:creationId xmlns:a16="http://schemas.microsoft.com/office/drawing/2014/main" id="{D0F8D7F5-C579-4050-AA77-3523C1058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758"/>
                <a:ext cx="168" cy="42"/>
              </a:xfrm>
              <a:custGeom>
                <a:avLst/>
                <a:gdLst>
                  <a:gd name="T0" fmla="*/ 0 w 63"/>
                  <a:gd name="T1" fmla="*/ 134 h 15"/>
                  <a:gd name="T2" fmla="*/ 1195 w 63"/>
                  <a:gd name="T3" fmla="*/ 3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5">
                    <a:moveTo>
                      <a:pt x="0" y="6"/>
                    </a:moveTo>
                    <a:cubicBezTo>
                      <a:pt x="25" y="7"/>
                      <a:pt x="41" y="0"/>
                      <a:pt x="63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0" name="Freeform 140">
                <a:extLst>
                  <a:ext uri="{FF2B5EF4-FFF2-40B4-BE49-F238E27FC236}">
                    <a16:creationId xmlns:a16="http://schemas.microsoft.com/office/drawing/2014/main" id="{C85334C8-B7D1-43A0-B21F-F7C3EDDFF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814"/>
                <a:ext cx="165" cy="57"/>
              </a:xfrm>
              <a:custGeom>
                <a:avLst/>
                <a:gdLst>
                  <a:gd name="T0" fmla="*/ 0 w 62"/>
                  <a:gd name="T1" fmla="*/ 0 h 20"/>
                  <a:gd name="T2" fmla="*/ 1168 w 62"/>
                  <a:gd name="T3" fmla="*/ 27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0">
                    <a:moveTo>
                      <a:pt x="0" y="0"/>
                    </a:moveTo>
                    <a:cubicBezTo>
                      <a:pt x="15" y="20"/>
                      <a:pt x="45" y="16"/>
                      <a:pt x="62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1" name="Freeform 141">
                <a:extLst>
                  <a:ext uri="{FF2B5EF4-FFF2-40B4-BE49-F238E27FC236}">
                    <a16:creationId xmlns:a16="http://schemas.microsoft.com/office/drawing/2014/main" id="{8D4D0275-B69F-4436-9B25-E71CDB252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729"/>
                <a:ext cx="218" cy="51"/>
              </a:xfrm>
              <a:custGeom>
                <a:avLst/>
                <a:gdLst>
                  <a:gd name="T0" fmla="*/ 0 w 82"/>
                  <a:gd name="T1" fmla="*/ 88 h 18"/>
                  <a:gd name="T2" fmla="*/ 1032 w 82"/>
                  <a:gd name="T3" fmla="*/ 184 h 18"/>
                  <a:gd name="T4" fmla="*/ 1542 w 82"/>
                  <a:gd name="T5" fmla="*/ 41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8">
                    <a:moveTo>
                      <a:pt x="0" y="4"/>
                    </a:moveTo>
                    <a:cubicBezTo>
                      <a:pt x="20" y="5"/>
                      <a:pt x="35" y="0"/>
                      <a:pt x="55" y="8"/>
                    </a:cubicBezTo>
                    <a:cubicBezTo>
                      <a:pt x="64" y="11"/>
                      <a:pt x="73" y="16"/>
                      <a:pt x="82" y="1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2" name="Freeform 142">
                <a:extLst>
                  <a:ext uri="{FF2B5EF4-FFF2-40B4-BE49-F238E27FC236}">
                    <a16:creationId xmlns:a16="http://schemas.microsoft.com/office/drawing/2014/main" id="{727F4F16-61F8-46A2-BC2F-5C09973F7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786"/>
                <a:ext cx="127" cy="43"/>
              </a:xfrm>
              <a:custGeom>
                <a:avLst/>
                <a:gdLst>
                  <a:gd name="T0" fmla="*/ 0 w 48"/>
                  <a:gd name="T1" fmla="*/ 0 h 15"/>
                  <a:gd name="T2" fmla="*/ 889 w 48"/>
                  <a:gd name="T3" fmla="*/ 21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5">
                    <a:moveTo>
                      <a:pt x="0" y="0"/>
                    </a:moveTo>
                    <a:cubicBezTo>
                      <a:pt x="11" y="11"/>
                      <a:pt x="37" y="15"/>
                      <a:pt x="48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3" name="Freeform 143">
                <a:extLst>
                  <a:ext uri="{FF2B5EF4-FFF2-40B4-BE49-F238E27FC236}">
                    <a16:creationId xmlns:a16="http://schemas.microsoft.com/office/drawing/2014/main" id="{0A44B480-3A67-4746-88A0-F84956A03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741"/>
                <a:ext cx="131" cy="42"/>
              </a:xfrm>
              <a:custGeom>
                <a:avLst/>
                <a:gdLst>
                  <a:gd name="T0" fmla="*/ 0 w 49"/>
                  <a:gd name="T1" fmla="*/ 0 h 15"/>
                  <a:gd name="T2" fmla="*/ 936 w 49"/>
                  <a:gd name="T3" fmla="*/ 26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5">
                    <a:moveTo>
                      <a:pt x="0" y="0"/>
                    </a:moveTo>
                    <a:cubicBezTo>
                      <a:pt x="9" y="11"/>
                      <a:pt x="35" y="15"/>
                      <a:pt x="49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4" name="Freeform 144">
                <a:extLst>
                  <a:ext uri="{FF2B5EF4-FFF2-40B4-BE49-F238E27FC236}">
                    <a16:creationId xmlns:a16="http://schemas.microsoft.com/office/drawing/2014/main" id="{E7651E74-54A8-4D03-82FE-64064BEB4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701"/>
                <a:ext cx="127" cy="57"/>
              </a:xfrm>
              <a:custGeom>
                <a:avLst/>
                <a:gdLst>
                  <a:gd name="T0" fmla="*/ 0 w 48"/>
                  <a:gd name="T1" fmla="*/ 0 h 20"/>
                  <a:gd name="T2" fmla="*/ 889 w 48"/>
                  <a:gd name="T3" fmla="*/ 25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0">
                    <a:moveTo>
                      <a:pt x="0" y="0"/>
                    </a:moveTo>
                    <a:cubicBezTo>
                      <a:pt x="7" y="11"/>
                      <a:pt x="38" y="20"/>
                      <a:pt x="48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5" name="Freeform 145">
                <a:extLst>
                  <a:ext uri="{FF2B5EF4-FFF2-40B4-BE49-F238E27FC236}">
                    <a16:creationId xmlns:a16="http://schemas.microsoft.com/office/drawing/2014/main" id="{16266E51-F803-4B3E-8A13-B3AD5143E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630"/>
                <a:ext cx="170" cy="62"/>
              </a:xfrm>
              <a:custGeom>
                <a:avLst/>
                <a:gdLst>
                  <a:gd name="T0" fmla="*/ 0 w 64"/>
                  <a:gd name="T1" fmla="*/ 0 h 22"/>
                  <a:gd name="T2" fmla="*/ 677 w 64"/>
                  <a:gd name="T3" fmla="*/ 468 h 22"/>
                  <a:gd name="T4" fmla="*/ 1201 w 64"/>
                  <a:gd name="T5" fmla="*/ 46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2">
                    <a:moveTo>
                      <a:pt x="0" y="0"/>
                    </a:moveTo>
                    <a:cubicBezTo>
                      <a:pt x="12" y="10"/>
                      <a:pt x="20" y="19"/>
                      <a:pt x="36" y="21"/>
                    </a:cubicBezTo>
                    <a:cubicBezTo>
                      <a:pt x="45" y="22"/>
                      <a:pt x="58" y="20"/>
                      <a:pt x="64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6" name="Freeform 146">
                <a:extLst>
                  <a:ext uri="{FF2B5EF4-FFF2-40B4-BE49-F238E27FC236}">
                    <a16:creationId xmlns:a16="http://schemas.microsoft.com/office/drawing/2014/main" id="{90A4A5F4-78C6-4191-9A99-BAD487E75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573"/>
                <a:ext cx="149" cy="54"/>
              </a:xfrm>
              <a:custGeom>
                <a:avLst/>
                <a:gdLst>
                  <a:gd name="T0" fmla="*/ 0 w 56"/>
                  <a:gd name="T1" fmla="*/ 74 h 19"/>
                  <a:gd name="T2" fmla="*/ 1054 w 56"/>
                  <a:gd name="T3" fmla="*/ 43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9">
                    <a:moveTo>
                      <a:pt x="0" y="3"/>
                    </a:moveTo>
                    <a:cubicBezTo>
                      <a:pt x="25" y="0"/>
                      <a:pt x="37" y="1"/>
                      <a:pt x="56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7" name="Freeform 147">
                <a:extLst>
                  <a:ext uri="{FF2B5EF4-FFF2-40B4-BE49-F238E27FC236}">
                    <a16:creationId xmlns:a16="http://schemas.microsoft.com/office/drawing/2014/main" id="{2D027EE4-7F2C-4CBC-9CA3-484B5F820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519"/>
                <a:ext cx="157" cy="68"/>
              </a:xfrm>
              <a:custGeom>
                <a:avLst/>
                <a:gdLst>
                  <a:gd name="T0" fmla="*/ 0 w 59"/>
                  <a:gd name="T1" fmla="*/ 162 h 24"/>
                  <a:gd name="T2" fmla="*/ 793 w 59"/>
                  <a:gd name="T3" fmla="*/ 224 h 24"/>
                  <a:gd name="T4" fmla="*/ 1112 w 59"/>
                  <a:gd name="T5" fmla="*/ 54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4">
                    <a:moveTo>
                      <a:pt x="0" y="7"/>
                    </a:moveTo>
                    <a:cubicBezTo>
                      <a:pt x="17" y="5"/>
                      <a:pt x="27" y="0"/>
                      <a:pt x="42" y="10"/>
                    </a:cubicBezTo>
                    <a:cubicBezTo>
                      <a:pt x="46" y="13"/>
                      <a:pt x="59" y="24"/>
                      <a:pt x="59" y="2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8" name="Freeform 148">
                <a:extLst>
                  <a:ext uri="{FF2B5EF4-FFF2-40B4-BE49-F238E27FC236}">
                    <a16:creationId xmlns:a16="http://schemas.microsoft.com/office/drawing/2014/main" id="{7C62E3F1-C110-4831-85C2-B47547ED2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301"/>
                <a:ext cx="332" cy="90"/>
              </a:xfrm>
              <a:custGeom>
                <a:avLst/>
                <a:gdLst>
                  <a:gd name="T0" fmla="*/ 0 w 125"/>
                  <a:gd name="T1" fmla="*/ 23 h 32"/>
                  <a:gd name="T2" fmla="*/ 1312 w 125"/>
                  <a:gd name="T3" fmla="*/ 419 h 32"/>
                  <a:gd name="T4" fmla="*/ 2343 w 125"/>
                  <a:gd name="T5" fmla="*/ 71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32">
                    <a:moveTo>
                      <a:pt x="0" y="1"/>
                    </a:moveTo>
                    <a:cubicBezTo>
                      <a:pt x="28" y="0"/>
                      <a:pt x="47" y="2"/>
                      <a:pt x="70" y="19"/>
                    </a:cubicBezTo>
                    <a:cubicBezTo>
                      <a:pt x="86" y="30"/>
                      <a:pt x="105" y="32"/>
                      <a:pt x="125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9" name="Freeform 149">
                <a:extLst>
                  <a:ext uri="{FF2B5EF4-FFF2-40B4-BE49-F238E27FC236}">
                    <a16:creationId xmlns:a16="http://schemas.microsoft.com/office/drawing/2014/main" id="{41D5D8EC-C862-4433-8272-A15B72216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338"/>
                <a:ext cx="162" cy="53"/>
              </a:xfrm>
              <a:custGeom>
                <a:avLst/>
                <a:gdLst>
                  <a:gd name="T0" fmla="*/ 0 w 61"/>
                  <a:gd name="T1" fmla="*/ 86 h 19"/>
                  <a:gd name="T2" fmla="*/ 1142 w 61"/>
                  <a:gd name="T3" fmla="*/ 41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9">
                    <a:moveTo>
                      <a:pt x="0" y="4"/>
                    </a:moveTo>
                    <a:cubicBezTo>
                      <a:pt x="14" y="0"/>
                      <a:pt x="59" y="0"/>
                      <a:pt x="61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0" name="Freeform 150">
                <a:extLst>
                  <a:ext uri="{FF2B5EF4-FFF2-40B4-BE49-F238E27FC236}">
                    <a16:creationId xmlns:a16="http://schemas.microsoft.com/office/drawing/2014/main" id="{395C85EA-46A5-4654-BD0C-B8622BF52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244"/>
                <a:ext cx="63" cy="59"/>
              </a:xfrm>
              <a:custGeom>
                <a:avLst/>
                <a:gdLst>
                  <a:gd name="T0" fmla="*/ 0 w 24"/>
                  <a:gd name="T1" fmla="*/ 0 h 21"/>
                  <a:gd name="T2" fmla="*/ 433 w 24"/>
                  <a:gd name="T3" fmla="*/ 46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6" y="9"/>
                      <a:pt x="19" y="11"/>
                      <a:pt x="24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1" name="Freeform 151">
                <a:extLst>
                  <a:ext uri="{FF2B5EF4-FFF2-40B4-BE49-F238E27FC236}">
                    <a16:creationId xmlns:a16="http://schemas.microsoft.com/office/drawing/2014/main" id="{5BA50553-4123-4A0A-AD95-8229D0C0E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2321"/>
                <a:ext cx="154" cy="51"/>
              </a:xfrm>
              <a:custGeom>
                <a:avLst/>
                <a:gdLst>
                  <a:gd name="T0" fmla="*/ 0 w 58"/>
                  <a:gd name="T1" fmla="*/ 0 h 18"/>
                  <a:gd name="T2" fmla="*/ 1086 w 58"/>
                  <a:gd name="T3" fmla="*/ 21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8">
                    <a:moveTo>
                      <a:pt x="0" y="0"/>
                    </a:moveTo>
                    <a:cubicBezTo>
                      <a:pt x="15" y="18"/>
                      <a:pt x="43" y="8"/>
                      <a:pt x="58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2" name="Freeform 152">
                <a:extLst>
                  <a:ext uri="{FF2B5EF4-FFF2-40B4-BE49-F238E27FC236}">
                    <a16:creationId xmlns:a16="http://schemas.microsoft.com/office/drawing/2014/main" id="{6EBB11C7-CF2A-48BE-AB03-567367181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406"/>
                <a:ext cx="181" cy="59"/>
              </a:xfrm>
              <a:custGeom>
                <a:avLst/>
                <a:gdLst>
                  <a:gd name="T0" fmla="*/ 0 w 68"/>
                  <a:gd name="T1" fmla="*/ 0 h 21"/>
                  <a:gd name="T2" fmla="*/ 1283 w 68"/>
                  <a:gd name="T3" fmla="*/ 30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1">
                    <a:moveTo>
                      <a:pt x="0" y="0"/>
                    </a:moveTo>
                    <a:cubicBezTo>
                      <a:pt x="18" y="21"/>
                      <a:pt x="47" y="18"/>
                      <a:pt x="68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3" name="Freeform 153">
                <a:extLst>
                  <a:ext uri="{FF2B5EF4-FFF2-40B4-BE49-F238E27FC236}">
                    <a16:creationId xmlns:a16="http://schemas.microsoft.com/office/drawing/2014/main" id="{7CC90514-FA30-498B-9801-CDB46541D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491"/>
                <a:ext cx="160" cy="48"/>
              </a:xfrm>
              <a:custGeom>
                <a:avLst/>
                <a:gdLst>
                  <a:gd name="T0" fmla="*/ 0 w 60"/>
                  <a:gd name="T1" fmla="*/ 0 h 17"/>
                  <a:gd name="T2" fmla="*/ 1139 w 60"/>
                  <a:gd name="T3" fmla="*/ 27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7">
                    <a:moveTo>
                      <a:pt x="0" y="0"/>
                    </a:moveTo>
                    <a:cubicBezTo>
                      <a:pt x="15" y="17"/>
                      <a:pt x="40" y="14"/>
                      <a:pt x="60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4" name="Freeform 154">
                <a:extLst>
                  <a:ext uri="{FF2B5EF4-FFF2-40B4-BE49-F238E27FC236}">
                    <a16:creationId xmlns:a16="http://schemas.microsoft.com/office/drawing/2014/main" id="{F7D8CCC9-DF2B-4499-B8DB-45D8B0AEE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435"/>
                <a:ext cx="738" cy="165"/>
              </a:xfrm>
              <a:custGeom>
                <a:avLst/>
                <a:gdLst>
                  <a:gd name="T0" fmla="*/ 0 w 277"/>
                  <a:gd name="T1" fmla="*/ 0 h 58"/>
                  <a:gd name="T2" fmla="*/ 623 w 277"/>
                  <a:gd name="T3" fmla="*/ 390 h 58"/>
                  <a:gd name="T4" fmla="*/ 1740 w 277"/>
                  <a:gd name="T5" fmla="*/ 526 h 58"/>
                  <a:gd name="T6" fmla="*/ 2819 w 277"/>
                  <a:gd name="T7" fmla="*/ 851 h 58"/>
                  <a:gd name="T8" fmla="*/ 3477 w 277"/>
                  <a:gd name="T9" fmla="*/ 1036 h 58"/>
                  <a:gd name="T10" fmla="*/ 5238 w 277"/>
                  <a:gd name="T11" fmla="*/ 106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7" h="58">
                    <a:moveTo>
                      <a:pt x="0" y="0"/>
                    </a:moveTo>
                    <a:cubicBezTo>
                      <a:pt x="13" y="3"/>
                      <a:pt x="18" y="15"/>
                      <a:pt x="33" y="17"/>
                    </a:cubicBezTo>
                    <a:cubicBezTo>
                      <a:pt x="54" y="21"/>
                      <a:pt x="72" y="14"/>
                      <a:pt x="92" y="23"/>
                    </a:cubicBezTo>
                    <a:cubicBezTo>
                      <a:pt x="112" y="33"/>
                      <a:pt x="126" y="38"/>
                      <a:pt x="149" y="37"/>
                    </a:cubicBezTo>
                    <a:cubicBezTo>
                      <a:pt x="166" y="36"/>
                      <a:pt x="169" y="38"/>
                      <a:pt x="184" y="45"/>
                    </a:cubicBezTo>
                    <a:cubicBezTo>
                      <a:pt x="213" y="58"/>
                      <a:pt x="249" y="57"/>
                      <a:pt x="277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5" name="Freeform 155">
                <a:extLst>
                  <a:ext uri="{FF2B5EF4-FFF2-40B4-BE49-F238E27FC236}">
                    <a16:creationId xmlns:a16="http://schemas.microsoft.com/office/drawing/2014/main" id="{DDCECF2C-0944-414E-8B38-64E97520B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588"/>
                <a:ext cx="617" cy="202"/>
              </a:xfrm>
              <a:custGeom>
                <a:avLst/>
                <a:gdLst>
                  <a:gd name="T0" fmla="*/ 0 w 232"/>
                  <a:gd name="T1" fmla="*/ 0 h 71"/>
                  <a:gd name="T2" fmla="*/ 715 w 232"/>
                  <a:gd name="T3" fmla="*/ 299 h 71"/>
                  <a:gd name="T4" fmla="*/ 1428 w 232"/>
                  <a:gd name="T5" fmla="*/ 373 h 71"/>
                  <a:gd name="T6" fmla="*/ 1880 w 232"/>
                  <a:gd name="T7" fmla="*/ 649 h 71"/>
                  <a:gd name="T8" fmla="*/ 2630 w 232"/>
                  <a:gd name="T9" fmla="*/ 922 h 71"/>
                  <a:gd name="T10" fmla="*/ 3141 w 232"/>
                  <a:gd name="T11" fmla="*/ 987 h 71"/>
                  <a:gd name="T12" fmla="*/ 3558 w 232"/>
                  <a:gd name="T13" fmla="*/ 1386 h 71"/>
                  <a:gd name="T14" fmla="*/ 4364 w 232"/>
                  <a:gd name="T15" fmla="*/ 1636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2" h="71">
                    <a:moveTo>
                      <a:pt x="0" y="0"/>
                    </a:moveTo>
                    <a:cubicBezTo>
                      <a:pt x="13" y="4"/>
                      <a:pt x="25" y="10"/>
                      <a:pt x="38" y="13"/>
                    </a:cubicBezTo>
                    <a:cubicBezTo>
                      <a:pt x="51" y="17"/>
                      <a:pt x="63" y="15"/>
                      <a:pt x="76" y="16"/>
                    </a:cubicBezTo>
                    <a:cubicBezTo>
                      <a:pt x="89" y="17"/>
                      <a:pt x="91" y="21"/>
                      <a:pt x="100" y="28"/>
                    </a:cubicBezTo>
                    <a:cubicBezTo>
                      <a:pt x="112" y="37"/>
                      <a:pt x="125" y="40"/>
                      <a:pt x="140" y="40"/>
                    </a:cubicBezTo>
                    <a:cubicBezTo>
                      <a:pt x="149" y="41"/>
                      <a:pt x="159" y="39"/>
                      <a:pt x="167" y="43"/>
                    </a:cubicBezTo>
                    <a:cubicBezTo>
                      <a:pt x="176" y="48"/>
                      <a:pt x="179" y="57"/>
                      <a:pt x="189" y="60"/>
                    </a:cubicBezTo>
                    <a:cubicBezTo>
                      <a:pt x="206" y="65"/>
                      <a:pt x="217" y="58"/>
                      <a:pt x="232" y="7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6" name="Freeform 156">
                <a:extLst>
                  <a:ext uri="{FF2B5EF4-FFF2-40B4-BE49-F238E27FC236}">
                    <a16:creationId xmlns:a16="http://schemas.microsoft.com/office/drawing/2014/main" id="{7AE2D936-8A6E-43CE-B97E-E0D853CE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492"/>
                <a:ext cx="194" cy="59"/>
              </a:xfrm>
              <a:custGeom>
                <a:avLst/>
                <a:gdLst>
                  <a:gd name="T0" fmla="*/ 0 w 73"/>
                  <a:gd name="T1" fmla="*/ 0 h 21"/>
                  <a:gd name="T2" fmla="*/ 1371 w 73"/>
                  <a:gd name="T3" fmla="*/ 30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21">
                    <a:moveTo>
                      <a:pt x="0" y="0"/>
                    </a:moveTo>
                    <a:cubicBezTo>
                      <a:pt x="20" y="21"/>
                      <a:pt x="48" y="20"/>
                      <a:pt x="73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7" name="Freeform 157">
                <a:extLst>
                  <a:ext uri="{FF2B5EF4-FFF2-40B4-BE49-F238E27FC236}">
                    <a16:creationId xmlns:a16="http://schemas.microsoft.com/office/drawing/2014/main" id="{BC6CF1F2-D445-4492-B6F2-D2DAC06F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543"/>
                <a:ext cx="168" cy="57"/>
              </a:xfrm>
              <a:custGeom>
                <a:avLst/>
                <a:gdLst>
                  <a:gd name="T0" fmla="*/ 0 w 63"/>
                  <a:gd name="T1" fmla="*/ 0 h 20"/>
                  <a:gd name="T2" fmla="*/ 1195 w 63"/>
                  <a:gd name="T3" fmla="*/ 32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0">
                    <a:moveTo>
                      <a:pt x="0" y="0"/>
                    </a:moveTo>
                    <a:cubicBezTo>
                      <a:pt x="16" y="20"/>
                      <a:pt x="41" y="19"/>
                      <a:pt x="63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8" name="Freeform 158">
                <a:extLst>
                  <a:ext uri="{FF2B5EF4-FFF2-40B4-BE49-F238E27FC236}">
                    <a16:creationId xmlns:a16="http://schemas.microsoft.com/office/drawing/2014/main" id="{101A4570-2C2B-4CBF-9177-71E32B610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1537"/>
                <a:ext cx="165" cy="51"/>
              </a:xfrm>
              <a:custGeom>
                <a:avLst/>
                <a:gdLst>
                  <a:gd name="T0" fmla="*/ 0 w 62"/>
                  <a:gd name="T1" fmla="*/ 113 h 18"/>
                  <a:gd name="T2" fmla="*/ 1168 w 62"/>
                  <a:gd name="T3" fmla="*/ 41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8">
                    <a:moveTo>
                      <a:pt x="0" y="5"/>
                    </a:moveTo>
                    <a:cubicBezTo>
                      <a:pt x="18" y="0"/>
                      <a:pt x="47" y="6"/>
                      <a:pt x="62" y="1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9" name="Freeform 159">
                <a:extLst>
                  <a:ext uri="{FF2B5EF4-FFF2-40B4-BE49-F238E27FC236}">
                    <a16:creationId xmlns:a16="http://schemas.microsoft.com/office/drawing/2014/main" id="{E491BE87-AC2B-4315-8EBC-B6CFC2109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628"/>
                <a:ext cx="170" cy="77"/>
              </a:xfrm>
              <a:custGeom>
                <a:avLst/>
                <a:gdLst>
                  <a:gd name="T0" fmla="*/ 0 w 64"/>
                  <a:gd name="T1" fmla="*/ 0 h 27"/>
                  <a:gd name="T2" fmla="*/ 1201 w 64"/>
                  <a:gd name="T3" fmla="*/ 32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27">
                    <a:moveTo>
                      <a:pt x="0" y="0"/>
                    </a:moveTo>
                    <a:cubicBezTo>
                      <a:pt x="15" y="9"/>
                      <a:pt x="50" y="27"/>
                      <a:pt x="64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0" name="Freeform 160">
                <a:extLst>
                  <a:ext uri="{FF2B5EF4-FFF2-40B4-BE49-F238E27FC236}">
                    <a16:creationId xmlns:a16="http://schemas.microsoft.com/office/drawing/2014/main" id="{A3DE6872-7B61-4912-AA15-15E5B13D0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1594"/>
                <a:ext cx="226" cy="45"/>
              </a:xfrm>
              <a:custGeom>
                <a:avLst/>
                <a:gdLst>
                  <a:gd name="T0" fmla="*/ 0 w 85"/>
                  <a:gd name="T1" fmla="*/ 0 h 16"/>
                  <a:gd name="T2" fmla="*/ 1074 w 85"/>
                  <a:gd name="T3" fmla="*/ 293 h 16"/>
                  <a:gd name="T4" fmla="*/ 1598 w 85"/>
                  <a:gd name="T5" fmla="*/ 22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6">
                    <a:moveTo>
                      <a:pt x="0" y="0"/>
                    </a:moveTo>
                    <a:cubicBezTo>
                      <a:pt x="15" y="13"/>
                      <a:pt x="38" y="16"/>
                      <a:pt x="57" y="13"/>
                    </a:cubicBezTo>
                    <a:cubicBezTo>
                      <a:pt x="67" y="12"/>
                      <a:pt x="76" y="6"/>
                      <a:pt x="85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1" name="Freeform 161">
                <a:extLst>
                  <a:ext uri="{FF2B5EF4-FFF2-40B4-BE49-F238E27FC236}">
                    <a16:creationId xmlns:a16="http://schemas.microsoft.com/office/drawing/2014/main" id="{0C3800E9-A59D-4B8C-981F-BCE245B0C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1625"/>
                <a:ext cx="820" cy="170"/>
              </a:xfrm>
              <a:custGeom>
                <a:avLst/>
                <a:gdLst>
                  <a:gd name="T0" fmla="*/ 0 w 308"/>
                  <a:gd name="T1" fmla="*/ 136 h 60"/>
                  <a:gd name="T2" fmla="*/ 828 w 308"/>
                  <a:gd name="T3" fmla="*/ 184 h 60"/>
                  <a:gd name="T4" fmla="*/ 1249 w 308"/>
                  <a:gd name="T5" fmla="*/ 434 h 60"/>
                  <a:gd name="T6" fmla="*/ 1715 w 308"/>
                  <a:gd name="T7" fmla="*/ 459 h 60"/>
                  <a:gd name="T8" fmla="*/ 2319 w 308"/>
                  <a:gd name="T9" fmla="*/ 731 h 60"/>
                  <a:gd name="T10" fmla="*/ 3211 w 308"/>
                  <a:gd name="T11" fmla="*/ 731 h 60"/>
                  <a:gd name="T12" fmla="*/ 3871 w 308"/>
                  <a:gd name="T13" fmla="*/ 1068 h 60"/>
                  <a:gd name="T14" fmla="*/ 4755 w 308"/>
                  <a:gd name="T15" fmla="*/ 1043 h 60"/>
                  <a:gd name="T16" fmla="*/ 5812 w 308"/>
                  <a:gd name="T17" fmla="*/ 123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8" h="60">
                    <a:moveTo>
                      <a:pt x="0" y="6"/>
                    </a:moveTo>
                    <a:cubicBezTo>
                      <a:pt x="16" y="4"/>
                      <a:pt x="30" y="0"/>
                      <a:pt x="44" y="8"/>
                    </a:cubicBezTo>
                    <a:cubicBezTo>
                      <a:pt x="52" y="11"/>
                      <a:pt x="56" y="17"/>
                      <a:pt x="66" y="19"/>
                    </a:cubicBezTo>
                    <a:cubicBezTo>
                      <a:pt x="74" y="21"/>
                      <a:pt x="82" y="19"/>
                      <a:pt x="91" y="20"/>
                    </a:cubicBezTo>
                    <a:cubicBezTo>
                      <a:pt x="103" y="21"/>
                      <a:pt x="112" y="27"/>
                      <a:pt x="123" y="32"/>
                    </a:cubicBezTo>
                    <a:cubicBezTo>
                      <a:pt x="140" y="39"/>
                      <a:pt x="153" y="30"/>
                      <a:pt x="170" y="32"/>
                    </a:cubicBezTo>
                    <a:cubicBezTo>
                      <a:pt x="184" y="35"/>
                      <a:pt x="190" y="46"/>
                      <a:pt x="205" y="47"/>
                    </a:cubicBezTo>
                    <a:cubicBezTo>
                      <a:pt x="220" y="49"/>
                      <a:pt x="236" y="41"/>
                      <a:pt x="252" y="46"/>
                    </a:cubicBezTo>
                    <a:cubicBezTo>
                      <a:pt x="272" y="52"/>
                      <a:pt x="287" y="60"/>
                      <a:pt x="308" y="5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2" name="Freeform 162">
                <a:extLst>
                  <a:ext uri="{FF2B5EF4-FFF2-40B4-BE49-F238E27FC236}">
                    <a16:creationId xmlns:a16="http://schemas.microsoft.com/office/drawing/2014/main" id="{B6893581-1481-4AA7-8FBF-39715AB8F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725"/>
                <a:ext cx="173" cy="68"/>
              </a:xfrm>
              <a:custGeom>
                <a:avLst/>
                <a:gdLst>
                  <a:gd name="T0" fmla="*/ 0 w 65"/>
                  <a:gd name="T1" fmla="*/ 0 h 24"/>
                  <a:gd name="T2" fmla="*/ 1224 w 65"/>
                  <a:gd name="T3" fmla="*/ 27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4">
                    <a:moveTo>
                      <a:pt x="0" y="0"/>
                    </a:moveTo>
                    <a:cubicBezTo>
                      <a:pt x="20" y="24"/>
                      <a:pt x="40" y="11"/>
                      <a:pt x="65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3" name="Freeform 163">
                <a:extLst>
                  <a:ext uri="{FF2B5EF4-FFF2-40B4-BE49-F238E27FC236}">
                    <a16:creationId xmlns:a16="http://schemas.microsoft.com/office/drawing/2014/main" id="{AA996F7F-AA7B-4DA9-848E-6E7BAD992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427"/>
                <a:ext cx="165" cy="53"/>
              </a:xfrm>
              <a:custGeom>
                <a:avLst/>
                <a:gdLst>
                  <a:gd name="T0" fmla="*/ 0 w 62"/>
                  <a:gd name="T1" fmla="*/ 0 h 19"/>
                  <a:gd name="T2" fmla="*/ 1168 w 62"/>
                  <a:gd name="T3" fmla="*/ 41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24" y="3"/>
                      <a:pt x="43" y="2"/>
                      <a:pt x="62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4" name="Freeform 164">
                <a:extLst>
                  <a:ext uri="{FF2B5EF4-FFF2-40B4-BE49-F238E27FC236}">
                    <a16:creationId xmlns:a16="http://schemas.microsoft.com/office/drawing/2014/main" id="{69D2EBA6-A3F7-45E2-9A7A-CCD047708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469"/>
                <a:ext cx="192" cy="71"/>
              </a:xfrm>
              <a:custGeom>
                <a:avLst/>
                <a:gdLst>
                  <a:gd name="T0" fmla="*/ 0 w 72"/>
                  <a:gd name="T1" fmla="*/ 210 h 25"/>
                  <a:gd name="T2" fmla="*/ 1365 w 72"/>
                  <a:gd name="T3" fmla="*/ 57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25">
                    <a:moveTo>
                      <a:pt x="0" y="9"/>
                    </a:moveTo>
                    <a:cubicBezTo>
                      <a:pt x="18" y="10"/>
                      <a:pt x="66" y="0"/>
                      <a:pt x="72" y="2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5" name="Freeform 165">
                <a:extLst>
                  <a:ext uri="{FF2B5EF4-FFF2-40B4-BE49-F238E27FC236}">
                    <a16:creationId xmlns:a16="http://schemas.microsoft.com/office/drawing/2014/main" id="{86CB56EF-87B6-4791-B64C-08AD6A5A3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566"/>
                <a:ext cx="106" cy="62"/>
              </a:xfrm>
              <a:custGeom>
                <a:avLst/>
                <a:gdLst>
                  <a:gd name="T0" fmla="*/ 0 w 40"/>
                  <a:gd name="T1" fmla="*/ 0 h 22"/>
                  <a:gd name="T2" fmla="*/ 745 w 40"/>
                  <a:gd name="T3" fmla="*/ 49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cubicBezTo>
                      <a:pt x="15" y="5"/>
                      <a:pt x="29" y="15"/>
                      <a:pt x="40" y="2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6" name="Freeform 166">
                <a:extLst>
                  <a:ext uri="{FF2B5EF4-FFF2-40B4-BE49-F238E27FC236}">
                    <a16:creationId xmlns:a16="http://schemas.microsoft.com/office/drawing/2014/main" id="{06915533-6C7B-4402-A9EB-87964BE18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770"/>
                <a:ext cx="535" cy="133"/>
              </a:xfrm>
              <a:custGeom>
                <a:avLst/>
                <a:gdLst>
                  <a:gd name="T0" fmla="*/ 0 w 201"/>
                  <a:gd name="T1" fmla="*/ 0 h 47"/>
                  <a:gd name="T2" fmla="*/ 977 w 201"/>
                  <a:gd name="T3" fmla="*/ 359 h 47"/>
                  <a:gd name="T4" fmla="*/ 1565 w 201"/>
                  <a:gd name="T5" fmla="*/ 337 h 47"/>
                  <a:gd name="T6" fmla="*/ 2034 w 201"/>
                  <a:gd name="T7" fmla="*/ 608 h 47"/>
                  <a:gd name="T8" fmla="*/ 2883 w 201"/>
                  <a:gd name="T9" fmla="*/ 608 h 47"/>
                  <a:gd name="T10" fmla="*/ 3790 w 201"/>
                  <a:gd name="T11" fmla="*/ 1064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1" h="47">
                    <a:moveTo>
                      <a:pt x="0" y="0"/>
                    </a:moveTo>
                    <a:cubicBezTo>
                      <a:pt x="17" y="10"/>
                      <a:pt x="31" y="17"/>
                      <a:pt x="52" y="16"/>
                    </a:cubicBezTo>
                    <a:cubicBezTo>
                      <a:pt x="62" y="16"/>
                      <a:pt x="72" y="12"/>
                      <a:pt x="83" y="15"/>
                    </a:cubicBezTo>
                    <a:cubicBezTo>
                      <a:pt x="92" y="17"/>
                      <a:pt x="99" y="24"/>
                      <a:pt x="108" y="27"/>
                    </a:cubicBezTo>
                    <a:cubicBezTo>
                      <a:pt x="124" y="34"/>
                      <a:pt x="137" y="26"/>
                      <a:pt x="153" y="27"/>
                    </a:cubicBezTo>
                    <a:cubicBezTo>
                      <a:pt x="170" y="29"/>
                      <a:pt x="186" y="40"/>
                      <a:pt x="201" y="4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7" name="Freeform 167">
                <a:extLst>
                  <a:ext uri="{FF2B5EF4-FFF2-40B4-BE49-F238E27FC236}">
                    <a16:creationId xmlns:a16="http://schemas.microsoft.com/office/drawing/2014/main" id="{91754034-6016-4C32-B4F7-535A348CB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801"/>
                <a:ext cx="186" cy="46"/>
              </a:xfrm>
              <a:custGeom>
                <a:avLst/>
                <a:gdLst>
                  <a:gd name="T0" fmla="*/ 0 w 70"/>
                  <a:gd name="T1" fmla="*/ 26 h 16"/>
                  <a:gd name="T2" fmla="*/ 903 w 70"/>
                  <a:gd name="T3" fmla="*/ 115 h 16"/>
                  <a:gd name="T4" fmla="*/ 1313 w 70"/>
                  <a:gd name="T5" fmla="*/ 38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6">
                    <a:moveTo>
                      <a:pt x="0" y="1"/>
                    </a:moveTo>
                    <a:cubicBezTo>
                      <a:pt x="16" y="5"/>
                      <a:pt x="32" y="0"/>
                      <a:pt x="48" y="5"/>
                    </a:cubicBezTo>
                    <a:cubicBezTo>
                      <a:pt x="57" y="7"/>
                      <a:pt x="62" y="12"/>
                      <a:pt x="70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8" name="Freeform 168">
                <a:extLst>
                  <a:ext uri="{FF2B5EF4-FFF2-40B4-BE49-F238E27FC236}">
                    <a16:creationId xmlns:a16="http://schemas.microsoft.com/office/drawing/2014/main" id="{DB997E10-27CD-43E2-93BC-DB8C85A0E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776"/>
                <a:ext cx="639" cy="144"/>
              </a:xfrm>
              <a:custGeom>
                <a:avLst/>
                <a:gdLst>
                  <a:gd name="T0" fmla="*/ 0 w 240"/>
                  <a:gd name="T1" fmla="*/ 0 h 51"/>
                  <a:gd name="T2" fmla="*/ 1361 w 240"/>
                  <a:gd name="T3" fmla="*/ 446 h 51"/>
                  <a:gd name="T4" fmla="*/ 2042 w 240"/>
                  <a:gd name="T5" fmla="*/ 830 h 51"/>
                  <a:gd name="T6" fmla="*/ 2700 w 240"/>
                  <a:gd name="T7" fmla="*/ 791 h 51"/>
                  <a:gd name="T8" fmla="*/ 3983 w 240"/>
                  <a:gd name="T9" fmla="*/ 1036 h 51"/>
                  <a:gd name="T10" fmla="*/ 4529 w 240"/>
                  <a:gd name="T11" fmla="*/ 92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51">
                    <a:moveTo>
                      <a:pt x="0" y="0"/>
                    </a:moveTo>
                    <a:cubicBezTo>
                      <a:pt x="21" y="17"/>
                      <a:pt x="48" y="10"/>
                      <a:pt x="72" y="20"/>
                    </a:cubicBezTo>
                    <a:cubicBezTo>
                      <a:pt x="84" y="25"/>
                      <a:pt x="93" y="35"/>
                      <a:pt x="108" y="37"/>
                    </a:cubicBezTo>
                    <a:cubicBezTo>
                      <a:pt x="120" y="38"/>
                      <a:pt x="131" y="34"/>
                      <a:pt x="143" y="35"/>
                    </a:cubicBezTo>
                    <a:cubicBezTo>
                      <a:pt x="169" y="36"/>
                      <a:pt x="184" y="51"/>
                      <a:pt x="211" y="46"/>
                    </a:cubicBezTo>
                    <a:cubicBezTo>
                      <a:pt x="219" y="45"/>
                      <a:pt x="235" y="44"/>
                      <a:pt x="240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9" name="Freeform 169">
                <a:extLst>
                  <a:ext uri="{FF2B5EF4-FFF2-40B4-BE49-F238E27FC236}">
                    <a16:creationId xmlns:a16="http://schemas.microsoft.com/office/drawing/2014/main" id="{FD38A697-9F98-475A-B0B5-C61F2A8CE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866"/>
                <a:ext cx="181" cy="40"/>
              </a:xfrm>
              <a:custGeom>
                <a:avLst/>
                <a:gdLst>
                  <a:gd name="T0" fmla="*/ 0 w 68"/>
                  <a:gd name="T1" fmla="*/ 89 h 14"/>
                  <a:gd name="T2" fmla="*/ 1283 w 68"/>
                  <a:gd name="T3" fmla="*/ 32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14">
                    <a:moveTo>
                      <a:pt x="0" y="4"/>
                    </a:moveTo>
                    <a:cubicBezTo>
                      <a:pt x="25" y="4"/>
                      <a:pt x="47" y="0"/>
                      <a:pt x="68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0" name="Freeform 170">
                <a:extLst>
                  <a:ext uri="{FF2B5EF4-FFF2-40B4-BE49-F238E27FC236}">
                    <a16:creationId xmlns:a16="http://schemas.microsoft.com/office/drawing/2014/main" id="{46711CE7-CB62-4C5B-9A6B-636014B17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915"/>
                <a:ext cx="522" cy="170"/>
              </a:xfrm>
              <a:custGeom>
                <a:avLst/>
                <a:gdLst>
                  <a:gd name="T0" fmla="*/ 0 w 196"/>
                  <a:gd name="T1" fmla="*/ 0 h 60"/>
                  <a:gd name="T2" fmla="*/ 703 w 196"/>
                  <a:gd name="T3" fmla="*/ 363 h 60"/>
                  <a:gd name="T4" fmla="*/ 1830 w 196"/>
                  <a:gd name="T5" fmla="*/ 363 h 60"/>
                  <a:gd name="T6" fmla="*/ 2285 w 196"/>
                  <a:gd name="T7" fmla="*/ 683 h 60"/>
                  <a:gd name="T8" fmla="*/ 2852 w 196"/>
                  <a:gd name="T9" fmla="*/ 683 h 60"/>
                  <a:gd name="T10" fmla="*/ 3702 w 196"/>
                  <a:gd name="T11" fmla="*/ 136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60">
                    <a:moveTo>
                      <a:pt x="0" y="0"/>
                    </a:moveTo>
                    <a:cubicBezTo>
                      <a:pt x="11" y="8"/>
                      <a:pt x="23" y="13"/>
                      <a:pt x="37" y="16"/>
                    </a:cubicBezTo>
                    <a:cubicBezTo>
                      <a:pt x="57" y="20"/>
                      <a:pt x="77" y="12"/>
                      <a:pt x="97" y="16"/>
                    </a:cubicBezTo>
                    <a:cubicBezTo>
                      <a:pt x="108" y="18"/>
                      <a:pt x="112" y="25"/>
                      <a:pt x="121" y="30"/>
                    </a:cubicBezTo>
                    <a:cubicBezTo>
                      <a:pt x="133" y="35"/>
                      <a:pt x="140" y="30"/>
                      <a:pt x="151" y="30"/>
                    </a:cubicBezTo>
                    <a:cubicBezTo>
                      <a:pt x="174" y="31"/>
                      <a:pt x="182" y="51"/>
                      <a:pt x="196" y="6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1" name="Freeform 171">
                <a:extLst>
                  <a:ext uri="{FF2B5EF4-FFF2-40B4-BE49-F238E27FC236}">
                    <a16:creationId xmlns:a16="http://schemas.microsoft.com/office/drawing/2014/main" id="{B891D650-223E-4650-A09B-D3FD8638C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003"/>
                <a:ext cx="189" cy="93"/>
              </a:xfrm>
              <a:custGeom>
                <a:avLst/>
                <a:gdLst>
                  <a:gd name="T0" fmla="*/ 0 w 71"/>
                  <a:gd name="T1" fmla="*/ 628 h 33"/>
                  <a:gd name="T2" fmla="*/ 751 w 71"/>
                  <a:gd name="T3" fmla="*/ 293 h 33"/>
                  <a:gd name="T4" fmla="*/ 1339 w 7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3">
                    <a:moveTo>
                      <a:pt x="0" y="28"/>
                    </a:moveTo>
                    <a:cubicBezTo>
                      <a:pt x="17" y="33"/>
                      <a:pt x="29" y="23"/>
                      <a:pt x="40" y="13"/>
                    </a:cubicBezTo>
                    <a:cubicBezTo>
                      <a:pt x="52" y="2"/>
                      <a:pt x="57" y="4"/>
                      <a:pt x="7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2" name="Freeform 172">
                <a:extLst>
                  <a:ext uri="{FF2B5EF4-FFF2-40B4-BE49-F238E27FC236}">
                    <a16:creationId xmlns:a16="http://schemas.microsoft.com/office/drawing/2014/main" id="{89B69401-2861-463A-983D-EF409D06E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954"/>
                <a:ext cx="154" cy="54"/>
              </a:xfrm>
              <a:custGeom>
                <a:avLst/>
                <a:gdLst>
                  <a:gd name="T0" fmla="*/ 0 w 58"/>
                  <a:gd name="T1" fmla="*/ 26 h 19"/>
                  <a:gd name="T2" fmla="*/ 1086 w 58"/>
                  <a:gd name="T3" fmla="*/ 43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9">
                    <a:moveTo>
                      <a:pt x="0" y="1"/>
                    </a:moveTo>
                    <a:cubicBezTo>
                      <a:pt x="25" y="4"/>
                      <a:pt x="38" y="0"/>
                      <a:pt x="58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3" name="Freeform 173">
                <a:extLst>
                  <a:ext uri="{FF2B5EF4-FFF2-40B4-BE49-F238E27FC236}">
                    <a16:creationId xmlns:a16="http://schemas.microsoft.com/office/drawing/2014/main" id="{160E431A-0826-4757-9D6D-24C033515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963"/>
                <a:ext cx="149" cy="62"/>
              </a:xfrm>
              <a:custGeom>
                <a:avLst/>
                <a:gdLst>
                  <a:gd name="T0" fmla="*/ 0 w 56"/>
                  <a:gd name="T1" fmla="*/ 0 h 22"/>
                  <a:gd name="T2" fmla="*/ 1054 w 56"/>
                  <a:gd name="T3" fmla="*/ 27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16" y="22"/>
                      <a:pt x="35" y="10"/>
                      <a:pt x="56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4" name="Freeform 174">
                <a:extLst>
                  <a:ext uri="{FF2B5EF4-FFF2-40B4-BE49-F238E27FC236}">
                    <a16:creationId xmlns:a16="http://schemas.microsoft.com/office/drawing/2014/main" id="{0BE0CAF8-02E7-425B-AD83-B931CFE29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326"/>
                <a:ext cx="3" cy="9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5" name="Freeform 175">
                <a:extLst>
                  <a:ext uri="{FF2B5EF4-FFF2-40B4-BE49-F238E27FC236}">
                    <a16:creationId xmlns:a16="http://schemas.microsoft.com/office/drawing/2014/main" id="{D969F26B-85C6-4654-9CD2-71DC5058B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301"/>
                <a:ext cx="3" cy="14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6" name="Freeform 176">
                <a:extLst>
                  <a:ext uri="{FF2B5EF4-FFF2-40B4-BE49-F238E27FC236}">
                    <a16:creationId xmlns:a16="http://schemas.microsoft.com/office/drawing/2014/main" id="{31A47143-24DC-4A22-AF4D-1C7049BA1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352"/>
                <a:ext cx="13" cy="14"/>
              </a:xfrm>
              <a:custGeom>
                <a:avLst/>
                <a:gdLst>
                  <a:gd name="T0" fmla="*/ 0 w 5"/>
                  <a:gd name="T1" fmla="*/ 109 h 5"/>
                  <a:gd name="T2" fmla="*/ 8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4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7" name="Freeform 177">
                <a:extLst>
                  <a:ext uri="{FF2B5EF4-FFF2-40B4-BE49-F238E27FC236}">
                    <a16:creationId xmlns:a16="http://schemas.microsoft.com/office/drawing/2014/main" id="{AE4983FF-A5C2-4A21-AE92-71CA575F4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417"/>
                <a:ext cx="11" cy="14"/>
              </a:xfrm>
              <a:custGeom>
                <a:avLst/>
                <a:gdLst>
                  <a:gd name="T0" fmla="*/ 0 w 4"/>
                  <a:gd name="T1" fmla="*/ 109 h 5"/>
                  <a:gd name="T2" fmla="*/ 83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4"/>
                      <a:pt x="4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8" name="Freeform 178">
                <a:extLst>
                  <a:ext uri="{FF2B5EF4-FFF2-40B4-BE49-F238E27FC236}">
                    <a16:creationId xmlns:a16="http://schemas.microsoft.com/office/drawing/2014/main" id="{633356CD-B97B-4D35-959C-B5FB8B3B6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479"/>
                <a:ext cx="8" cy="15"/>
              </a:xfrm>
              <a:custGeom>
                <a:avLst/>
                <a:gdLst>
                  <a:gd name="T0" fmla="*/ 0 w 3"/>
                  <a:gd name="T1" fmla="*/ 135 h 5"/>
                  <a:gd name="T2" fmla="*/ 5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9" name="Freeform 179">
                <a:extLst>
                  <a:ext uri="{FF2B5EF4-FFF2-40B4-BE49-F238E27FC236}">
                    <a16:creationId xmlns:a16="http://schemas.microsoft.com/office/drawing/2014/main" id="{588E31E8-512D-4022-B45D-4B1A2188A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528"/>
                <a:ext cx="2" cy="22"/>
              </a:xfrm>
              <a:custGeom>
                <a:avLst/>
                <a:gdLst>
                  <a:gd name="T0" fmla="*/ 8 w 1"/>
                  <a:gd name="T1" fmla="*/ 0 h 8"/>
                  <a:gd name="T2" fmla="*/ 8 w 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3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0" name="Freeform 180">
                <a:extLst>
                  <a:ext uri="{FF2B5EF4-FFF2-40B4-BE49-F238E27FC236}">
                    <a16:creationId xmlns:a16="http://schemas.microsoft.com/office/drawing/2014/main" id="{4254FEB5-74BA-4104-8650-96510E494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573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1" name="Freeform 181">
                <a:extLst>
                  <a:ext uri="{FF2B5EF4-FFF2-40B4-BE49-F238E27FC236}">
                    <a16:creationId xmlns:a16="http://schemas.microsoft.com/office/drawing/2014/main" id="{5A04AD42-2D41-421B-A10F-3C83E3643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607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20 w 2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2" name="Freeform 182">
                <a:extLst>
                  <a:ext uri="{FF2B5EF4-FFF2-40B4-BE49-F238E27FC236}">
                    <a16:creationId xmlns:a16="http://schemas.microsoft.com/office/drawing/2014/main" id="{B0B93331-DFB7-41D2-B6DF-40A449ACC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641"/>
                <a:ext cx="2" cy="12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10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3" name="Freeform 183">
                <a:extLst>
                  <a:ext uri="{FF2B5EF4-FFF2-40B4-BE49-F238E27FC236}">
                    <a16:creationId xmlns:a16="http://schemas.microsoft.com/office/drawing/2014/main" id="{1FC456CF-FD3B-4C6E-8670-7595CFFCA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672"/>
                <a:ext cx="1" cy="9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4" name="Freeform 184">
                <a:extLst>
                  <a:ext uri="{FF2B5EF4-FFF2-40B4-BE49-F238E27FC236}">
                    <a16:creationId xmlns:a16="http://schemas.microsoft.com/office/drawing/2014/main" id="{0606D006-ACAA-436E-A936-D8B1B3BA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692"/>
                <a:ext cx="1" cy="14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5" name="Freeform 185">
                <a:extLst>
                  <a:ext uri="{FF2B5EF4-FFF2-40B4-BE49-F238E27FC236}">
                    <a16:creationId xmlns:a16="http://schemas.microsoft.com/office/drawing/2014/main" id="{9642227B-4049-4473-8710-C6CBF532A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000"/>
                <a:ext cx="6" cy="28"/>
              </a:xfrm>
              <a:custGeom>
                <a:avLst/>
                <a:gdLst>
                  <a:gd name="T0" fmla="*/ 0 w 2"/>
                  <a:gd name="T1" fmla="*/ 0 h 10"/>
                  <a:gd name="T2" fmla="*/ 54 w 2"/>
                  <a:gd name="T3" fmla="*/ 21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3"/>
                      <a:pt x="2" y="8"/>
                      <a:pt x="2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6" name="Freeform 186">
                <a:extLst>
                  <a:ext uri="{FF2B5EF4-FFF2-40B4-BE49-F238E27FC236}">
                    <a16:creationId xmlns:a16="http://schemas.microsoft.com/office/drawing/2014/main" id="{65581BFD-CF9B-4B3A-ABEF-2248BC0B6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037"/>
                <a:ext cx="2" cy="20"/>
              </a:xfrm>
              <a:custGeom>
                <a:avLst/>
                <a:gdLst>
                  <a:gd name="T0" fmla="*/ 8 w 1"/>
                  <a:gd name="T1" fmla="*/ 0 h 7"/>
                  <a:gd name="T2" fmla="*/ 8 w 1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7" name="Freeform 187">
                <a:extLst>
                  <a:ext uri="{FF2B5EF4-FFF2-40B4-BE49-F238E27FC236}">
                    <a16:creationId xmlns:a16="http://schemas.microsoft.com/office/drawing/2014/main" id="{8B4062ED-070B-4D63-B5EB-656967EC5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071"/>
                <a:ext cx="3" cy="17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8" name="Freeform 188">
                <a:extLst>
                  <a:ext uri="{FF2B5EF4-FFF2-40B4-BE49-F238E27FC236}">
                    <a16:creationId xmlns:a16="http://schemas.microsoft.com/office/drawing/2014/main" id="{D62AD657-3D10-4349-8707-D5B70DFD1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02"/>
                <a:ext cx="1" cy="26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9" name="Freeform 189">
                <a:extLst>
                  <a:ext uri="{FF2B5EF4-FFF2-40B4-BE49-F238E27FC236}">
                    <a16:creationId xmlns:a16="http://schemas.microsoft.com/office/drawing/2014/main" id="{556455FA-E76A-4368-B73F-7671D74C9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861"/>
                <a:ext cx="114" cy="20"/>
              </a:xfrm>
              <a:custGeom>
                <a:avLst/>
                <a:gdLst>
                  <a:gd name="T0" fmla="*/ 0 w 43"/>
                  <a:gd name="T1" fmla="*/ 163 h 7"/>
                  <a:gd name="T2" fmla="*/ 464 w 43"/>
                  <a:gd name="T3" fmla="*/ 114 h 7"/>
                  <a:gd name="T4" fmla="*/ 801 w 43"/>
                  <a:gd name="T5" fmla="*/ 2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">
                    <a:moveTo>
                      <a:pt x="0" y="7"/>
                    </a:moveTo>
                    <a:cubicBezTo>
                      <a:pt x="8" y="4"/>
                      <a:pt x="16" y="6"/>
                      <a:pt x="25" y="5"/>
                    </a:cubicBezTo>
                    <a:cubicBezTo>
                      <a:pt x="32" y="4"/>
                      <a:pt x="37" y="0"/>
                      <a:pt x="43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0" name="Freeform 190">
                <a:extLst>
                  <a:ext uri="{FF2B5EF4-FFF2-40B4-BE49-F238E27FC236}">
                    <a16:creationId xmlns:a16="http://schemas.microsoft.com/office/drawing/2014/main" id="{7778B647-0DB3-47D6-A746-147582700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892"/>
                <a:ext cx="157" cy="45"/>
              </a:xfrm>
              <a:custGeom>
                <a:avLst/>
                <a:gdLst>
                  <a:gd name="T0" fmla="*/ 0 w 59"/>
                  <a:gd name="T1" fmla="*/ 0 h 16"/>
                  <a:gd name="T2" fmla="*/ 849 w 59"/>
                  <a:gd name="T3" fmla="*/ 135 h 16"/>
                  <a:gd name="T4" fmla="*/ 1112 w 59"/>
                  <a:gd name="T5" fmla="*/ 4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6">
                    <a:moveTo>
                      <a:pt x="0" y="0"/>
                    </a:moveTo>
                    <a:cubicBezTo>
                      <a:pt x="15" y="16"/>
                      <a:pt x="26" y="14"/>
                      <a:pt x="45" y="6"/>
                    </a:cubicBezTo>
                    <a:cubicBezTo>
                      <a:pt x="50" y="4"/>
                      <a:pt x="55" y="2"/>
                      <a:pt x="59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1" name="Freeform 191">
                <a:extLst>
                  <a:ext uri="{FF2B5EF4-FFF2-40B4-BE49-F238E27FC236}">
                    <a16:creationId xmlns:a16="http://schemas.microsoft.com/office/drawing/2014/main" id="{029DD928-EA17-4015-B676-17F13A06F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29"/>
                <a:ext cx="176" cy="42"/>
              </a:xfrm>
              <a:custGeom>
                <a:avLst/>
                <a:gdLst>
                  <a:gd name="T0" fmla="*/ 0 w 66"/>
                  <a:gd name="T1" fmla="*/ 0 h 15"/>
                  <a:gd name="T2" fmla="*/ 888 w 66"/>
                  <a:gd name="T3" fmla="*/ 218 h 15"/>
                  <a:gd name="T4" fmla="*/ 1251 w 66"/>
                  <a:gd name="T5" fmla="*/ 10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5">
                    <a:moveTo>
                      <a:pt x="0" y="0"/>
                    </a:moveTo>
                    <a:cubicBezTo>
                      <a:pt x="16" y="11"/>
                      <a:pt x="28" y="15"/>
                      <a:pt x="47" y="10"/>
                    </a:cubicBezTo>
                    <a:cubicBezTo>
                      <a:pt x="53" y="8"/>
                      <a:pt x="62" y="4"/>
                      <a:pt x="66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2" name="Freeform 192">
                <a:extLst>
                  <a:ext uri="{FF2B5EF4-FFF2-40B4-BE49-F238E27FC236}">
                    <a16:creationId xmlns:a16="http://schemas.microsoft.com/office/drawing/2014/main" id="{875FF1D7-5882-4E1E-B120-45F321041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00"/>
                <a:ext cx="192" cy="60"/>
              </a:xfrm>
              <a:custGeom>
                <a:avLst/>
                <a:gdLst>
                  <a:gd name="T0" fmla="*/ 0 w 72"/>
                  <a:gd name="T1" fmla="*/ 74 h 21"/>
                  <a:gd name="T2" fmla="*/ 341 w 72"/>
                  <a:gd name="T3" fmla="*/ 114 h 21"/>
                  <a:gd name="T4" fmla="*/ 853 w 72"/>
                  <a:gd name="T5" fmla="*/ 211 h 21"/>
                  <a:gd name="T6" fmla="*/ 1365 w 72"/>
                  <a:gd name="T7" fmla="*/ 48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1">
                    <a:moveTo>
                      <a:pt x="0" y="3"/>
                    </a:moveTo>
                    <a:cubicBezTo>
                      <a:pt x="7" y="0"/>
                      <a:pt x="12" y="4"/>
                      <a:pt x="18" y="5"/>
                    </a:cubicBezTo>
                    <a:cubicBezTo>
                      <a:pt x="27" y="8"/>
                      <a:pt x="36" y="7"/>
                      <a:pt x="45" y="9"/>
                    </a:cubicBezTo>
                    <a:cubicBezTo>
                      <a:pt x="54" y="12"/>
                      <a:pt x="63" y="21"/>
                      <a:pt x="72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3" name="Freeform 193">
                <a:extLst>
                  <a:ext uri="{FF2B5EF4-FFF2-40B4-BE49-F238E27FC236}">
                    <a16:creationId xmlns:a16="http://schemas.microsoft.com/office/drawing/2014/main" id="{24087776-B591-4B73-B6F0-6E0A9C246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946"/>
                <a:ext cx="207" cy="74"/>
              </a:xfrm>
              <a:custGeom>
                <a:avLst/>
                <a:gdLst>
                  <a:gd name="T0" fmla="*/ 0 w 78"/>
                  <a:gd name="T1" fmla="*/ 0 h 26"/>
                  <a:gd name="T2" fmla="*/ 1457 w 78"/>
                  <a:gd name="T3" fmla="*/ 60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6">
                    <a:moveTo>
                      <a:pt x="0" y="0"/>
                    </a:moveTo>
                    <a:cubicBezTo>
                      <a:pt x="21" y="22"/>
                      <a:pt x="52" y="16"/>
                      <a:pt x="78" y="2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4" name="Freeform 194">
                <a:extLst>
                  <a:ext uri="{FF2B5EF4-FFF2-40B4-BE49-F238E27FC236}">
                    <a16:creationId xmlns:a16="http://schemas.microsoft.com/office/drawing/2014/main" id="{F22C5D4E-BA77-4E6E-B73C-EF950E31A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994"/>
                <a:ext cx="176" cy="71"/>
              </a:xfrm>
              <a:custGeom>
                <a:avLst/>
                <a:gdLst>
                  <a:gd name="T0" fmla="*/ 0 w 66"/>
                  <a:gd name="T1" fmla="*/ 0 h 25"/>
                  <a:gd name="T2" fmla="*/ 1251 w 66"/>
                  <a:gd name="T3" fmla="*/ 34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25">
                    <a:moveTo>
                      <a:pt x="0" y="0"/>
                    </a:moveTo>
                    <a:cubicBezTo>
                      <a:pt x="5" y="25"/>
                      <a:pt x="49" y="16"/>
                      <a:pt x="66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5" name="Freeform 195">
                <a:extLst>
                  <a:ext uri="{FF2B5EF4-FFF2-40B4-BE49-F238E27FC236}">
                    <a16:creationId xmlns:a16="http://schemas.microsoft.com/office/drawing/2014/main" id="{048BA16B-D190-45D3-8E94-2B08E0A94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835"/>
                <a:ext cx="157" cy="43"/>
              </a:xfrm>
              <a:custGeom>
                <a:avLst/>
                <a:gdLst>
                  <a:gd name="T0" fmla="*/ 0 w 59"/>
                  <a:gd name="T1" fmla="*/ 75 h 15"/>
                  <a:gd name="T2" fmla="*/ 1112 w 59"/>
                  <a:gd name="T3" fmla="*/ 35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5">
                    <a:moveTo>
                      <a:pt x="0" y="3"/>
                    </a:moveTo>
                    <a:cubicBezTo>
                      <a:pt x="25" y="2"/>
                      <a:pt x="40" y="0"/>
                      <a:pt x="59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6" name="Freeform 196">
                <a:extLst>
                  <a:ext uri="{FF2B5EF4-FFF2-40B4-BE49-F238E27FC236}">
                    <a16:creationId xmlns:a16="http://schemas.microsoft.com/office/drawing/2014/main" id="{6944466B-E639-448A-AE73-D49D96764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173"/>
                <a:ext cx="3047" cy="636"/>
              </a:xfrm>
              <a:custGeom>
                <a:avLst/>
                <a:gdLst>
                  <a:gd name="T0" fmla="*/ 13378 w 1145"/>
                  <a:gd name="T1" fmla="*/ 3112 h 224"/>
                  <a:gd name="T2" fmla="*/ 12491 w 1145"/>
                  <a:gd name="T3" fmla="*/ 2910 h 224"/>
                  <a:gd name="T4" fmla="*/ 10551 w 1145"/>
                  <a:gd name="T5" fmla="*/ 1968 h 224"/>
                  <a:gd name="T6" fmla="*/ 7951 w 1145"/>
                  <a:gd name="T7" fmla="*/ 1008 h 224"/>
                  <a:gd name="T8" fmla="*/ 6238 w 1145"/>
                  <a:gd name="T9" fmla="*/ 1258 h 224"/>
                  <a:gd name="T10" fmla="*/ 5445 w 1145"/>
                  <a:gd name="T11" fmla="*/ 1258 h 224"/>
                  <a:gd name="T12" fmla="*/ 56 w 1145"/>
                  <a:gd name="T13" fmla="*/ 0 h 224"/>
                  <a:gd name="T14" fmla="*/ 431 w 1145"/>
                  <a:gd name="T15" fmla="*/ 346 h 224"/>
                  <a:gd name="T16" fmla="*/ 5466 w 1145"/>
                  <a:gd name="T17" fmla="*/ 1508 h 224"/>
                  <a:gd name="T18" fmla="*/ 6275 w 1145"/>
                  <a:gd name="T19" fmla="*/ 1468 h 224"/>
                  <a:gd name="T20" fmla="*/ 6238 w 1145"/>
                  <a:gd name="T21" fmla="*/ 1442 h 224"/>
                  <a:gd name="T22" fmla="*/ 6310 w 1145"/>
                  <a:gd name="T23" fmla="*/ 1442 h 224"/>
                  <a:gd name="T24" fmla="*/ 6365 w 1145"/>
                  <a:gd name="T25" fmla="*/ 1442 h 224"/>
                  <a:gd name="T26" fmla="*/ 6424 w 1145"/>
                  <a:gd name="T27" fmla="*/ 1442 h 224"/>
                  <a:gd name="T28" fmla="*/ 6480 w 1145"/>
                  <a:gd name="T29" fmla="*/ 1442 h 224"/>
                  <a:gd name="T30" fmla="*/ 6557 w 1145"/>
                  <a:gd name="T31" fmla="*/ 1420 h 224"/>
                  <a:gd name="T32" fmla="*/ 6650 w 1145"/>
                  <a:gd name="T33" fmla="*/ 1420 h 224"/>
                  <a:gd name="T34" fmla="*/ 6727 w 1145"/>
                  <a:gd name="T35" fmla="*/ 1394 h 224"/>
                  <a:gd name="T36" fmla="*/ 6805 w 1145"/>
                  <a:gd name="T37" fmla="*/ 1371 h 224"/>
                  <a:gd name="T38" fmla="*/ 6863 w 1145"/>
                  <a:gd name="T39" fmla="*/ 1371 h 224"/>
                  <a:gd name="T40" fmla="*/ 6932 w 1145"/>
                  <a:gd name="T41" fmla="*/ 1354 h 224"/>
                  <a:gd name="T42" fmla="*/ 6991 w 1145"/>
                  <a:gd name="T43" fmla="*/ 1329 h 224"/>
                  <a:gd name="T44" fmla="*/ 7047 w 1145"/>
                  <a:gd name="T45" fmla="*/ 1329 h 224"/>
                  <a:gd name="T46" fmla="*/ 7103 w 1145"/>
                  <a:gd name="T47" fmla="*/ 1306 h 224"/>
                  <a:gd name="T48" fmla="*/ 7145 w 1145"/>
                  <a:gd name="T49" fmla="*/ 1306 h 224"/>
                  <a:gd name="T50" fmla="*/ 7951 w 1145"/>
                  <a:gd name="T51" fmla="*/ 1193 h 224"/>
                  <a:gd name="T52" fmla="*/ 10551 w 1145"/>
                  <a:gd name="T53" fmla="*/ 2152 h 224"/>
                  <a:gd name="T54" fmla="*/ 10666 w 1145"/>
                  <a:gd name="T55" fmla="*/ 2200 h 224"/>
                  <a:gd name="T56" fmla="*/ 10764 w 1145"/>
                  <a:gd name="T57" fmla="*/ 2240 h 224"/>
                  <a:gd name="T58" fmla="*/ 10857 w 1145"/>
                  <a:gd name="T59" fmla="*/ 2288 h 224"/>
                  <a:gd name="T60" fmla="*/ 10927 w 1145"/>
                  <a:gd name="T61" fmla="*/ 2337 h 224"/>
                  <a:gd name="T62" fmla="*/ 11025 w 1145"/>
                  <a:gd name="T63" fmla="*/ 2379 h 224"/>
                  <a:gd name="T64" fmla="*/ 11097 w 1145"/>
                  <a:gd name="T65" fmla="*/ 2428 h 224"/>
                  <a:gd name="T66" fmla="*/ 11174 w 1145"/>
                  <a:gd name="T67" fmla="*/ 2476 h 224"/>
                  <a:gd name="T68" fmla="*/ 11366 w 1145"/>
                  <a:gd name="T69" fmla="*/ 2564 h 224"/>
                  <a:gd name="T70" fmla="*/ 11422 w 1145"/>
                  <a:gd name="T71" fmla="*/ 2612 h 224"/>
                  <a:gd name="T72" fmla="*/ 11480 w 1145"/>
                  <a:gd name="T73" fmla="*/ 2635 h 224"/>
                  <a:gd name="T74" fmla="*/ 11515 w 1145"/>
                  <a:gd name="T75" fmla="*/ 2652 h 224"/>
                  <a:gd name="T76" fmla="*/ 11571 w 1145"/>
                  <a:gd name="T77" fmla="*/ 2677 h 224"/>
                  <a:gd name="T78" fmla="*/ 11608 w 1145"/>
                  <a:gd name="T79" fmla="*/ 2700 h 224"/>
                  <a:gd name="T80" fmla="*/ 12308 w 1145"/>
                  <a:gd name="T81" fmla="*/ 3064 h 224"/>
                  <a:gd name="T82" fmla="*/ 21443 w 1145"/>
                  <a:gd name="T83" fmla="*/ 5102 h 224"/>
                  <a:gd name="T84" fmla="*/ 21576 w 1145"/>
                  <a:gd name="T85" fmla="*/ 4901 h 224"/>
                  <a:gd name="T86" fmla="*/ 16302 w 1145"/>
                  <a:gd name="T87" fmla="*/ 379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5" h="224">
                    <a:moveTo>
                      <a:pt x="865" y="166"/>
                    </a:moveTo>
                    <a:cubicBezTo>
                      <a:pt x="816" y="157"/>
                      <a:pt x="764" y="147"/>
                      <a:pt x="710" y="136"/>
                    </a:cubicBezTo>
                    <a:cubicBezTo>
                      <a:pt x="759" y="146"/>
                      <a:pt x="807" y="155"/>
                      <a:pt x="851" y="163"/>
                    </a:cubicBezTo>
                    <a:cubicBezTo>
                      <a:pt x="663" y="127"/>
                      <a:pt x="663" y="127"/>
                      <a:pt x="663" y="127"/>
                    </a:cubicBezTo>
                    <a:cubicBezTo>
                      <a:pt x="655" y="125"/>
                      <a:pt x="630" y="117"/>
                      <a:pt x="617" y="110"/>
                    </a:cubicBezTo>
                    <a:cubicBezTo>
                      <a:pt x="612" y="109"/>
                      <a:pt x="585" y="95"/>
                      <a:pt x="560" y="86"/>
                    </a:cubicBezTo>
                    <a:cubicBezTo>
                      <a:pt x="534" y="76"/>
                      <a:pt x="530" y="72"/>
                      <a:pt x="500" y="62"/>
                    </a:cubicBezTo>
                    <a:cubicBezTo>
                      <a:pt x="470" y="52"/>
                      <a:pt x="456" y="42"/>
                      <a:pt x="422" y="44"/>
                    </a:cubicBezTo>
                    <a:cubicBezTo>
                      <a:pt x="405" y="45"/>
                      <a:pt x="393" y="45"/>
                      <a:pt x="381" y="48"/>
                    </a:cubicBezTo>
                    <a:cubicBezTo>
                      <a:pt x="372" y="50"/>
                      <a:pt x="340" y="55"/>
                      <a:pt x="331" y="55"/>
                    </a:cubicBezTo>
                    <a:cubicBezTo>
                      <a:pt x="320" y="55"/>
                      <a:pt x="294" y="57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186" y="35"/>
                      <a:pt x="87" y="16"/>
                      <a:pt x="3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9" y="12"/>
                      <a:pt x="23" y="15"/>
                    </a:cubicBezTo>
                    <a:cubicBezTo>
                      <a:pt x="94" y="28"/>
                      <a:pt x="173" y="44"/>
                      <a:pt x="256" y="60"/>
                    </a:cubicBezTo>
                    <a:cubicBezTo>
                      <a:pt x="290" y="66"/>
                      <a:pt x="290" y="66"/>
                      <a:pt x="290" y="66"/>
                    </a:cubicBezTo>
                    <a:cubicBezTo>
                      <a:pt x="299" y="66"/>
                      <a:pt x="306" y="66"/>
                      <a:pt x="314" y="66"/>
                    </a:cubicBezTo>
                    <a:cubicBezTo>
                      <a:pt x="319" y="65"/>
                      <a:pt x="326" y="64"/>
                      <a:pt x="333" y="64"/>
                    </a:cubicBezTo>
                    <a:cubicBezTo>
                      <a:pt x="332" y="64"/>
                      <a:pt x="331" y="63"/>
                      <a:pt x="331" y="63"/>
                    </a:cubicBezTo>
                    <a:cubicBezTo>
                      <a:pt x="331" y="63"/>
                      <a:pt x="331" y="63"/>
                      <a:pt x="331" y="63"/>
                    </a:cubicBezTo>
                    <a:cubicBezTo>
                      <a:pt x="332" y="63"/>
                      <a:pt x="333" y="63"/>
                      <a:pt x="334" y="63"/>
                    </a:cubicBezTo>
                    <a:cubicBezTo>
                      <a:pt x="335" y="63"/>
                      <a:pt x="335" y="63"/>
                      <a:pt x="335" y="63"/>
                    </a:cubicBezTo>
                    <a:cubicBezTo>
                      <a:pt x="336" y="63"/>
                      <a:pt x="336" y="63"/>
                      <a:pt x="337" y="63"/>
                    </a:cubicBezTo>
                    <a:cubicBezTo>
                      <a:pt x="337" y="63"/>
                      <a:pt x="338" y="63"/>
                      <a:pt x="338" y="63"/>
                    </a:cubicBezTo>
                    <a:cubicBezTo>
                      <a:pt x="338" y="63"/>
                      <a:pt x="339" y="63"/>
                      <a:pt x="340" y="63"/>
                    </a:cubicBezTo>
                    <a:cubicBezTo>
                      <a:pt x="340" y="63"/>
                      <a:pt x="341" y="63"/>
                      <a:pt x="341" y="63"/>
                    </a:cubicBezTo>
                    <a:cubicBezTo>
                      <a:pt x="342" y="63"/>
                      <a:pt x="342" y="63"/>
                      <a:pt x="343" y="63"/>
                    </a:cubicBezTo>
                    <a:cubicBezTo>
                      <a:pt x="343" y="63"/>
                      <a:pt x="344" y="63"/>
                      <a:pt x="344" y="63"/>
                    </a:cubicBezTo>
                    <a:cubicBezTo>
                      <a:pt x="345" y="63"/>
                      <a:pt x="346" y="62"/>
                      <a:pt x="347" y="62"/>
                    </a:cubicBezTo>
                    <a:cubicBezTo>
                      <a:pt x="347" y="62"/>
                      <a:pt x="348" y="62"/>
                      <a:pt x="348" y="62"/>
                    </a:cubicBezTo>
                    <a:cubicBezTo>
                      <a:pt x="349" y="62"/>
                      <a:pt x="350" y="62"/>
                      <a:pt x="351" y="62"/>
                    </a:cubicBezTo>
                    <a:cubicBezTo>
                      <a:pt x="352" y="62"/>
                      <a:pt x="352" y="62"/>
                      <a:pt x="353" y="62"/>
                    </a:cubicBezTo>
                    <a:cubicBezTo>
                      <a:pt x="353" y="61"/>
                      <a:pt x="354" y="61"/>
                      <a:pt x="355" y="61"/>
                    </a:cubicBezTo>
                    <a:cubicBezTo>
                      <a:pt x="356" y="61"/>
                      <a:pt x="356" y="61"/>
                      <a:pt x="357" y="61"/>
                    </a:cubicBezTo>
                    <a:cubicBezTo>
                      <a:pt x="357" y="61"/>
                      <a:pt x="358" y="61"/>
                      <a:pt x="359" y="61"/>
                    </a:cubicBezTo>
                    <a:cubicBezTo>
                      <a:pt x="359" y="61"/>
                      <a:pt x="360" y="60"/>
                      <a:pt x="361" y="60"/>
                    </a:cubicBezTo>
                    <a:cubicBezTo>
                      <a:pt x="361" y="60"/>
                      <a:pt x="362" y="60"/>
                      <a:pt x="363" y="60"/>
                    </a:cubicBezTo>
                    <a:cubicBezTo>
                      <a:pt x="363" y="60"/>
                      <a:pt x="364" y="60"/>
                      <a:pt x="364" y="60"/>
                    </a:cubicBezTo>
                    <a:cubicBezTo>
                      <a:pt x="365" y="60"/>
                      <a:pt x="366" y="59"/>
                      <a:pt x="366" y="59"/>
                    </a:cubicBezTo>
                    <a:cubicBezTo>
                      <a:pt x="367" y="59"/>
                      <a:pt x="367" y="59"/>
                      <a:pt x="368" y="59"/>
                    </a:cubicBezTo>
                    <a:cubicBezTo>
                      <a:pt x="368" y="59"/>
                      <a:pt x="369" y="59"/>
                      <a:pt x="370" y="59"/>
                    </a:cubicBezTo>
                    <a:cubicBezTo>
                      <a:pt x="370" y="59"/>
                      <a:pt x="371" y="58"/>
                      <a:pt x="371" y="58"/>
                    </a:cubicBezTo>
                    <a:cubicBezTo>
                      <a:pt x="372" y="58"/>
                      <a:pt x="372" y="58"/>
                      <a:pt x="373" y="58"/>
                    </a:cubicBezTo>
                    <a:cubicBezTo>
                      <a:pt x="373" y="58"/>
                      <a:pt x="374" y="58"/>
                      <a:pt x="374" y="58"/>
                    </a:cubicBezTo>
                    <a:cubicBezTo>
                      <a:pt x="375" y="58"/>
                      <a:pt x="375" y="58"/>
                      <a:pt x="376" y="57"/>
                    </a:cubicBezTo>
                    <a:cubicBezTo>
                      <a:pt x="376" y="57"/>
                      <a:pt x="376" y="57"/>
                      <a:pt x="377" y="57"/>
                    </a:cubicBezTo>
                    <a:cubicBezTo>
                      <a:pt x="377" y="57"/>
                      <a:pt x="378" y="57"/>
                      <a:pt x="378" y="57"/>
                    </a:cubicBezTo>
                    <a:cubicBezTo>
                      <a:pt x="378" y="57"/>
                      <a:pt x="379" y="57"/>
                      <a:pt x="379" y="57"/>
                    </a:cubicBezTo>
                    <a:cubicBezTo>
                      <a:pt x="380" y="57"/>
                      <a:pt x="380" y="56"/>
                      <a:pt x="381" y="56"/>
                    </a:cubicBezTo>
                    <a:cubicBezTo>
                      <a:pt x="393" y="53"/>
                      <a:pt x="405" y="53"/>
                      <a:pt x="422" y="52"/>
                    </a:cubicBezTo>
                    <a:cubicBezTo>
                      <a:pt x="456" y="50"/>
                      <a:pt x="470" y="60"/>
                      <a:pt x="500" y="70"/>
                    </a:cubicBezTo>
                    <a:cubicBezTo>
                      <a:pt x="530" y="80"/>
                      <a:pt x="534" y="84"/>
                      <a:pt x="560" y="94"/>
                    </a:cubicBezTo>
                    <a:cubicBezTo>
                      <a:pt x="561" y="94"/>
                      <a:pt x="563" y="95"/>
                      <a:pt x="564" y="95"/>
                    </a:cubicBezTo>
                    <a:cubicBezTo>
                      <a:pt x="565" y="96"/>
                      <a:pt x="565" y="96"/>
                      <a:pt x="566" y="96"/>
                    </a:cubicBezTo>
                    <a:cubicBezTo>
                      <a:pt x="567" y="96"/>
                      <a:pt x="568" y="97"/>
                      <a:pt x="569" y="97"/>
                    </a:cubicBezTo>
                    <a:cubicBezTo>
                      <a:pt x="570" y="98"/>
                      <a:pt x="570" y="98"/>
                      <a:pt x="571" y="98"/>
                    </a:cubicBezTo>
                    <a:cubicBezTo>
                      <a:pt x="572" y="98"/>
                      <a:pt x="573" y="99"/>
                      <a:pt x="573" y="99"/>
                    </a:cubicBezTo>
                    <a:cubicBezTo>
                      <a:pt x="574" y="99"/>
                      <a:pt x="575" y="100"/>
                      <a:pt x="576" y="100"/>
                    </a:cubicBezTo>
                    <a:cubicBezTo>
                      <a:pt x="576" y="100"/>
                      <a:pt x="577" y="101"/>
                      <a:pt x="578" y="101"/>
                    </a:cubicBezTo>
                    <a:cubicBezTo>
                      <a:pt x="579" y="101"/>
                      <a:pt x="579" y="102"/>
                      <a:pt x="580" y="102"/>
                    </a:cubicBezTo>
                    <a:cubicBezTo>
                      <a:pt x="581" y="102"/>
                      <a:pt x="582" y="103"/>
                      <a:pt x="582" y="103"/>
                    </a:cubicBezTo>
                    <a:cubicBezTo>
                      <a:pt x="583" y="103"/>
                      <a:pt x="584" y="104"/>
                      <a:pt x="585" y="104"/>
                    </a:cubicBezTo>
                    <a:cubicBezTo>
                      <a:pt x="585" y="104"/>
                      <a:pt x="586" y="105"/>
                      <a:pt x="587" y="105"/>
                    </a:cubicBezTo>
                    <a:cubicBezTo>
                      <a:pt x="587" y="105"/>
                      <a:pt x="588" y="106"/>
                      <a:pt x="589" y="106"/>
                    </a:cubicBezTo>
                    <a:cubicBezTo>
                      <a:pt x="590" y="106"/>
                      <a:pt x="590" y="107"/>
                      <a:pt x="591" y="107"/>
                    </a:cubicBezTo>
                    <a:cubicBezTo>
                      <a:pt x="592" y="107"/>
                      <a:pt x="592" y="108"/>
                      <a:pt x="593" y="108"/>
                    </a:cubicBezTo>
                    <a:cubicBezTo>
                      <a:pt x="594" y="108"/>
                      <a:pt x="594" y="108"/>
                      <a:pt x="594" y="108"/>
                    </a:cubicBezTo>
                    <a:cubicBezTo>
                      <a:pt x="597" y="110"/>
                      <a:pt x="600" y="111"/>
                      <a:pt x="603" y="112"/>
                    </a:cubicBezTo>
                    <a:cubicBezTo>
                      <a:pt x="603" y="113"/>
                      <a:pt x="603" y="113"/>
                      <a:pt x="603" y="113"/>
                    </a:cubicBezTo>
                    <a:cubicBezTo>
                      <a:pt x="604" y="113"/>
                      <a:pt x="605" y="113"/>
                      <a:pt x="606" y="114"/>
                    </a:cubicBezTo>
                    <a:cubicBezTo>
                      <a:pt x="606" y="114"/>
                      <a:pt x="606" y="114"/>
                      <a:pt x="607" y="114"/>
                    </a:cubicBezTo>
                    <a:cubicBezTo>
                      <a:pt x="607" y="114"/>
                      <a:pt x="608" y="115"/>
                      <a:pt x="609" y="115"/>
                    </a:cubicBezTo>
                    <a:cubicBezTo>
                      <a:pt x="609" y="115"/>
                      <a:pt x="609" y="115"/>
                      <a:pt x="609" y="115"/>
                    </a:cubicBezTo>
                    <a:cubicBezTo>
                      <a:pt x="610" y="116"/>
                      <a:pt x="611" y="116"/>
                      <a:pt x="611" y="116"/>
                    </a:cubicBezTo>
                    <a:cubicBezTo>
                      <a:pt x="611" y="116"/>
                      <a:pt x="612" y="116"/>
                      <a:pt x="612" y="116"/>
                    </a:cubicBezTo>
                    <a:cubicBezTo>
                      <a:pt x="613" y="117"/>
                      <a:pt x="613" y="117"/>
                      <a:pt x="614" y="117"/>
                    </a:cubicBezTo>
                    <a:cubicBezTo>
                      <a:pt x="614" y="117"/>
                      <a:pt x="614" y="117"/>
                      <a:pt x="614" y="117"/>
                    </a:cubicBezTo>
                    <a:cubicBezTo>
                      <a:pt x="615" y="118"/>
                      <a:pt x="615" y="118"/>
                      <a:pt x="616" y="118"/>
                    </a:cubicBezTo>
                    <a:cubicBezTo>
                      <a:pt x="618" y="119"/>
                      <a:pt x="619" y="120"/>
                      <a:pt x="621" y="121"/>
                    </a:cubicBezTo>
                    <a:cubicBezTo>
                      <a:pt x="627" y="125"/>
                      <a:pt x="631" y="129"/>
                      <a:pt x="653" y="134"/>
                    </a:cubicBezTo>
                    <a:cubicBezTo>
                      <a:pt x="800" y="162"/>
                      <a:pt x="987" y="196"/>
                      <a:pt x="1021" y="203"/>
                    </a:cubicBezTo>
                    <a:cubicBezTo>
                      <a:pt x="1079" y="213"/>
                      <a:pt x="1125" y="221"/>
                      <a:pt x="1138" y="223"/>
                    </a:cubicBezTo>
                    <a:cubicBezTo>
                      <a:pt x="1137" y="224"/>
                      <a:pt x="1137" y="224"/>
                      <a:pt x="1137" y="224"/>
                    </a:cubicBezTo>
                    <a:cubicBezTo>
                      <a:pt x="1145" y="214"/>
                      <a:pt x="1145" y="214"/>
                      <a:pt x="1145" y="214"/>
                    </a:cubicBezTo>
                    <a:cubicBezTo>
                      <a:pt x="1145" y="214"/>
                      <a:pt x="1145" y="214"/>
                      <a:pt x="1145" y="214"/>
                    </a:cubicBezTo>
                    <a:lnTo>
                      <a:pt x="865" y="16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7" name="Freeform 197">
                <a:extLst>
                  <a:ext uri="{FF2B5EF4-FFF2-40B4-BE49-F238E27FC236}">
                    <a16:creationId xmlns:a16="http://schemas.microsoft.com/office/drawing/2014/main" id="{C6261B6A-7852-45D6-AC4E-DF014D30C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201"/>
                <a:ext cx="3039" cy="633"/>
              </a:xfrm>
              <a:custGeom>
                <a:avLst/>
                <a:gdLst>
                  <a:gd name="T0" fmla="*/ 21520 w 1142"/>
                  <a:gd name="T1" fmla="*/ 4874 h 223"/>
                  <a:gd name="T2" fmla="*/ 19261 w 1142"/>
                  <a:gd name="T3" fmla="*/ 4391 h 223"/>
                  <a:gd name="T4" fmla="*/ 19163 w 1142"/>
                  <a:gd name="T5" fmla="*/ 4369 h 223"/>
                  <a:gd name="T6" fmla="*/ 19070 w 1142"/>
                  <a:gd name="T7" fmla="*/ 4369 h 223"/>
                  <a:gd name="T8" fmla="*/ 18979 w 1142"/>
                  <a:gd name="T9" fmla="*/ 4317 h 223"/>
                  <a:gd name="T10" fmla="*/ 18843 w 1142"/>
                  <a:gd name="T11" fmla="*/ 4303 h 223"/>
                  <a:gd name="T12" fmla="*/ 18732 w 1142"/>
                  <a:gd name="T13" fmla="*/ 4278 h 223"/>
                  <a:gd name="T14" fmla="*/ 18583 w 1142"/>
                  <a:gd name="T15" fmla="*/ 4255 h 223"/>
                  <a:gd name="T16" fmla="*/ 18412 w 1142"/>
                  <a:gd name="T17" fmla="*/ 4207 h 223"/>
                  <a:gd name="T18" fmla="*/ 18207 w 1142"/>
                  <a:gd name="T19" fmla="*/ 4167 h 223"/>
                  <a:gd name="T20" fmla="*/ 18016 w 1142"/>
                  <a:gd name="T21" fmla="*/ 4119 h 223"/>
                  <a:gd name="T22" fmla="*/ 17790 w 1142"/>
                  <a:gd name="T23" fmla="*/ 4068 h 223"/>
                  <a:gd name="T24" fmla="*/ 14319 w 1142"/>
                  <a:gd name="T25" fmla="*/ 3296 h 223"/>
                  <a:gd name="T26" fmla="*/ 12909 w 1142"/>
                  <a:gd name="T27" fmla="*/ 2972 h 223"/>
                  <a:gd name="T28" fmla="*/ 11775 w 1142"/>
                  <a:gd name="T29" fmla="*/ 2538 h 223"/>
                  <a:gd name="T30" fmla="*/ 11650 w 1142"/>
                  <a:gd name="T31" fmla="*/ 2450 h 223"/>
                  <a:gd name="T32" fmla="*/ 11608 w 1142"/>
                  <a:gd name="T33" fmla="*/ 2424 h 223"/>
                  <a:gd name="T34" fmla="*/ 11549 w 1142"/>
                  <a:gd name="T35" fmla="*/ 2401 h 223"/>
                  <a:gd name="T36" fmla="*/ 11515 w 1142"/>
                  <a:gd name="T37" fmla="*/ 2376 h 223"/>
                  <a:gd name="T38" fmla="*/ 11437 w 1142"/>
                  <a:gd name="T39" fmla="*/ 2353 h 223"/>
                  <a:gd name="T40" fmla="*/ 11267 w 1142"/>
                  <a:gd name="T41" fmla="*/ 2240 h 223"/>
                  <a:gd name="T42" fmla="*/ 11211 w 1142"/>
                  <a:gd name="T43" fmla="*/ 2217 h 223"/>
                  <a:gd name="T44" fmla="*/ 11139 w 1142"/>
                  <a:gd name="T45" fmla="*/ 2174 h 223"/>
                  <a:gd name="T46" fmla="*/ 11041 w 1142"/>
                  <a:gd name="T47" fmla="*/ 2126 h 223"/>
                  <a:gd name="T48" fmla="*/ 10969 w 1142"/>
                  <a:gd name="T49" fmla="*/ 2078 h 223"/>
                  <a:gd name="T50" fmla="*/ 10871 w 1142"/>
                  <a:gd name="T51" fmla="*/ 2038 h 223"/>
                  <a:gd name="T52" fmla="*/ 10799 w 1142"/>
                  <a:gd name="T53" fmla="*/ 1990 h 223"/>
                  <a:gd name="T54" fmla="*/ 10708 w 1142"/>
                  <a:gd name="T55" fmla="*/ 1942 h 223"/>
                  <a:gd name="T56" fmla="*/ 9498 w 1142"/>
                  <a:gd name="T57" fmla="*/ 1371 h 223"/>
                  <a:gd name="T58" fmla="*/ 7260 w 1142"/>
                  <a:gd name="T59" fmla="*/ 1056 h 223"/>
                  <a:gd name="T60" fmla="*/ 7201 w 1142"/>
                  <a:gd name="T61" fmla="*/ 1073 h 223"/>
                  <a:gd name="T62" fmla="*/ 7158 w 1142"/>
                  <a:gd name="T63" fmla="*/ 1073 h 223"/>
                  <a:gd name="T64" fmla="*/ 7103 w 1142"/>
                  <a:gd name="T65" fmla="*/ 1096 h 223"/>
                  <a:gd name="T66" fmla="*/ 7047 w 1142"/>
                  <a:gd name="T67" fmla="*/ 1121 h 223"/>
                  <a:gd name="T68" fmla="*/ 6975 w 1142"/>
                  <a:gd name="T69" fmla="*/ 1121 h 223"/>
                  <a:gd name="T70" fmla="*/ 6919 w 1142"/>
                  <a:gd name="T71" fmla="*/ 1144 h 223"/>
                  <a:gd name="T72" fmla="*/ 6842 w 1142"/>
                  <a:gd name="T73" fmla="*/ 1169 h 223"/>
                  <a:gd name="T74" fmla="*/ 6762 w 1142"/>
                  <a:gd name="T75" fmla="*/ 1169 h 223"/>
                  <a:gd name="T76" fmla="*/ 6693 w 1142"/>
                  <a:gd name="T77" fmla="*/ 1192 h 223"/>
                  <a:gd name="T78" fmla="*/ 6613 w 1142"/>
                  <a:gd name="T79" fmla="*/ 1192 h 223"/>
                  <a:gd name="T80" fmla="*/ 6536 w 1142"/>
                  <a:gd name="T81" fmla="*/ 1209 h 223"/>
                  <a:gd name="T82" fmla="*/ 6480 w 1142"/>
                  <a:gd name="T83" fmla="*/ 1209 h 223"/>
                  <a:gd name="T84" fmla="*/ 6424 w 1142"/>
                  <a:gd name="T85" fmla="*/ 1209 h 223"/>
                  <a:gd name="T86" fmla="*/ 6365 w 1142"/>
                  <a:gd name="T87" fmla="*/ 1209 h 223"/>
                  <a:gd name="T88" fmla="*/ 6310 w 1142"/>
                  <a:gd name="T89" fmla="*/ 1209 h 223"/>
                  <a:gd name="T90" fmla="*/ 5990 w 1142"/>
                  <a:gd name="T91" fmla="*/ 1280 h 223"/>
                  <a:gd name="T92" fmla="*/ 5708 w 1142"/>
                  <a:gd name="T93" fmla="*/ 1306 h 223"/>
                  <a:gd name="T94" fmla="*/ 5652 w 1142"/>
                  <a:gd name="T95" fmla="*/ 1306 h 223"/>
                  <a:gd name="T96" fmla="*/ 5538 w 1142"/>
                  <a:gd name="T97" fmla="*/ 1280 h 223"/>
                  <a:gd name="T98" fmla="*/ 4899 w 1142"/>
                  <a:gd name="T99" fmla="*/ 1121 h 223"/>
                  <a:gd name="T100" fmla="*/ 452 w 1142"/>
                  <a:gd name="T101" fmla="*/ 88 h 223"/>
                  <a:gd name="T102" fmla="*/ 77 w 1142"/>
                  <a:gd name="T103" fmla="*/ 0 h 223"/>
                  <a:gd name="T104" fmla="*/ 56 w 1142"/>
                  <a:gd name="T105" fmla="*/ 0 h 223"/>
                  <a:gd name="T106" fmla="*/ 5410 w 1142"/>
                  <a:gd name="T107" fmla="*/ 1507 h 223"/>
                  <a:gd name="T108" fmla="*/ 10517 w 1142"/>
                  <a:gd name="T109" fmla="*/ 2765 h 223"/>
                  <a:gd name="T110" fmla="*/ 21387 w 1142"/>
                  <a:gd name="T111" fmla="*/ 5101 h 22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42" h="223">
                    <a:moveTo>
                      <a:pt x="1141" y="214"/>
                    </a:moveTo>
                    <a:cubicBezTo>
                      <a:pt x="1142" y="213"/>
                      <a:pt x="1142" y="213"/>
                      <a:pt x="1142" y="213"/>
                    </a:cubicBezTo>
                    <a:cubicBezTo>
                      <a:pt x="1129" y="211"/>
                      <a:pt x="1083" y="203"/>
                      <a:pt x="1025" y="193"/>
                    </a:cubicBezTo>
                    <a:cubicBezTo>
                      <a:pt x="1024" y="193"/>
                      <a:pt x="1023" y="193"/>
                      <a:pt x="1022" y="192"/>
                    </a:cubicBezTo>
                    <a:cubicBezTo>
                      <a:pt x="1021" y="192"/>
                      <a:pt x="1021" y="192"/>
                      <a:pt x="1020" y="192"/>
                    </a:cubicBezTo>
                    <a:cubicBezTo>
                      <a:pt x="1019" y="192"/>
                      <a:pt x="1018" y="192"/>
                      <a:pt x="1017" y="191"/>
                    </a:cubicBezTo>
                    <a:cubicBezTo>
                      <a:pt x="1017" y="191"/>
                      <a:pt x="1016" y="191"/>
                      <a:pt x="1015" y="191"/>
                    </a:cubicBezTo>
                    <a:cubicBezTo>
                      <a:pt x="1014" y="191"/>
                      <a:pt x="1013" y="191"/>
                      <a:pt x="1012" y="191"/>
                    </a:cubicBezTo>
                    <a:cubicBezTo>
                      <a:pt x="1011" y="190"/>
                      <a:pt x="1010" y="190"/>
                      <a:pt x="1009" y="190"/>
                    </a:cubicBezTo>
                    <a:cubicBezTo>
                      <a:pt x="1008" y="190"/>
                      <a:pt x="1007" y="190"/>
                      <a:pt x="1007" y="189"/>
                    </a:cubicBezTo>
                    <a:cubicBezTo>
                      <a:pt x="1005" y="189"/>
                      <a:pt x="1004" y="189"/>
                      <a:pt x="1003" y="189"/>
                    </a:cubicBezTo>
                    <a:cubicBezTo>
                      <a:pt x="1002" y="189"/>
                      <a:pt x="1001" y="188"/>
                      <a:pt x="1000" y="188"/>
                    </a:cubicBezTo>
                    <a:cubicBezTo>
                      <a:pt x="998" y="188"/>
                      <a:pt x="997" y="188"/>
                      <a:pt x="995" y="187"/>
                    </a:cubicBezTo>
                    <a:cubicBezTo>
                      <a:pt x="995" y="187"/>
                      <a:pt x="994" y="187"/>
                      <a:pt x="994" y="187"/>
                    </a:cubicBezTo>
                    <a:cubicBezTo>
                      <a:pt x="992" y="187"/>
                      <a:pt x="990" y="186"/>
                      <a:pt x="987" y="186"/>
                    </a:cubicBezTo>
                    <a:cubicBezTo>
                      <a:pt x="987" y="186"/>
                      <a:pt x="986" y="186"/>
                      <a:pt x="986" y="186"/>
                    </a:cubicBezTo>
                    <a:cubicBezTo>
                      <a:pt x="984" y="185"/>
                      <a:pt x="982" y="185"/>
                      <a:pt x="980" y="184"/>
                    </a:cubicBezTo>
                    <a:cubicBezTo>
                      <a:pt x="979" y="184"/>
                      <a:pt x="978" y="184"/>
                      <a:pt x="977" y="184"/>
                    </a:cubicBezTo>
                    <a:cubicBezTo>
                      <a:pt x="975" y="184"/>
                      <a:pt x="974" y="183"/>
                      <a:pt x="972" y="183"/>
                    </a:cubicBezTo>
                    <a:cubicBezTo>
                      <a:pt x="970" y="183"/>
                      <a:pt x="968" y="182"/>
                      <a:pt x="966" y="182"/>
                    </a:cubicBezTo>
                    <a:cubicBezTo>
                      <a:pt x="965" y="182"/>
                      <a:pt x="964" y="182"/>
                      <a:pt x="963" y="181"/>
                    </a:cubicBezTo>
                    <a:cubicBezTo>
                      <a:pt x="961" y="181"/>
                      <a:pt x="959" y="180"/>
                      <a:pt x="956" y="180"/>
                    </a:cubicBezTo>
                    <a:cubicBezTo>
                      <a:pt x="955" y="180"/>
                      <a:pt x="954" y="180"/>
                      <a:pt x="953" y="179"/>
                    </a:cubicBezTo>
                    <a:cubicBezTo>
                      <a:pt x="950" y="179"/>
                      <a:pt x="947" y="178"/>
                      <a:pt x="944" y="178"/>
                    </a:cubicBezTo>
                    <a:cubicBezTo>
                      <a:pt x="944" y="178"/>
                      <a:pt x="944" y="178"/>
                      <a:pt x="944" y="178"/>
                    </a:cubicBezTo>
                    <a:cubicBezTo>
                      <a:pt x="894" y="168"/>
                      <a:pt x="827" y="156"/>
                      <a:pt x="760" y="144"/>
                    </a:cubicBezTo>
                    <a:cubicBezTo>
                      <a:pt x="735" y="139"/>
                      <a:pt x="710" y="134"/>
                      <a:pt x="685" y="130"/>
                    </a:cubicBezTo>
                    <a:cubicBezTo>
                      <a:pt x="685" y="130"/>
                      <a:pt x="685" y="130"/>
                      <a:pt x="685" y="130"/>
                    </a:cubicBezTo>
                    <a:cubicBezTo>
                      <a:pt x="676" y="128"/>
                      <a:pt x="666" y="126"/>
                      <a:pt x="657" y="124"/>
                    </a:cubicBezTo>
                    <a:cubicBezTo>
                      <a:pt x="635" y="119"/>
                      <a:pt x="631" y="115"/>
                      <a:pt x="625" y="111"/>
                    </a:cubicBezTo>
                    <a:cubicBezTo>
                      <a:pt x="623" y="110"/>
                      <a:pt x="622" y="109"/>
                      <a:pt x="620" y="108"/>
                    </a:cubicBezTo>
                    <a:cubicBezTo>
                      <a:pt x="619" y="108"/>
                      <a:pt x="619" y="108"/>
                      <a:pt x="618" y="107"/>
                    </a:cubicBezTo>
                    <a:cubicBezTo>
                      <a:pt x="618" y="107"/>
                      <a:pt x="618" y="107"/>
                      <a:pt x="618" y="107"/>
                    </a:cubicBezTo>
                    <a:cubicBezTo>
                      <a:pt x="617" y="107"/>
                      <a:pt x="617" y="107"/>
                      <a:pt x="616" y="106"/>
                    </a:cubicBezTo>
                    <a:cubicBezTo>
                      <a:pt x="616" y="106"/>
                      <a:pt x="615" y="106"/>
                      <a:pt x="615" y="106"/>
                    </a:cubicBezTo>
                    <a:cubicBezTo>
                      <a:pt x="615" y="106"/>
                      <a:pt x="614" y="106"/>
                      <a:pt x="613" y="105"/>
                    </a:cubicBezTo>
                    <a:cubicBezTo>
                      <a:pt x="613" y="105"/>
                      <a:pt x="613" y="105"/>
                      <a:pt x="613" y="105"/>
                    </a:cubicBezTo>
                    <a:cubicBezTo>
                      <a:pt x="612" y="105"/>
                      <a:pt x="611" y="104"/>
                      <a:pt x="611" y="104"/>
                    </a:cubicBezTo>
                    <a:cubicBezTo>
                      <a:pt x="610" y="104"/>
                      <a:pt x="610" y="104"/>
                      <a:pt x="610" y="104"/>
                    </a:cubicBezTo>
                    <a:cubicBezTo>
                      <a:pt x="609" y="103"/>
                      <a:pt x="608" y="103"/>
                      <a:pt x="607" y="103"/>
                    </a:cubicBezTo>
                    <a:cubicBezTo>
                      <a:pt x="607" y="103"/>
                      <a:pt x="607" y="103"/>
                      <a:pt x="607" y="102"/>
                    </a:cubicBezTo>
                    <a:cubicBezTo>
                      <a:pt x="604" y="101"/>
                      <a:pt x="601" y="100"/>
                      <a:pt x="598" y="98"/>
                    </a:cubicBezTo>
                    <a:cubicBezTo>
                      <a:pt x="598" y="98"/>
                      <a:pt x="598" y="98"/>
                      <a:pt x="597" y="98"/>
                    </a:cubicBezTo>
                    <a:cubicBezTo>
                      <a:pt x="596" y="98"/>
                      <a:pt x="596" y="97"/>
                      <a:pt x="595" y="97"/>
                    </a:cubicBezTo>
                    <a:cubicBezTo>
                      <a:pt x="594" y="97"/>
                      <a:pt x="594" y="96"/>
                      <a:pt x="593" y="96"/>
                    </a:cubicBezTo>
                    <a:cubicBezTo>
                      <a:pt x="592" y="96"/>
                      <a:pt x="591" y="95"/>
                      <a:pt x="591" y="95"/>
                    </a:cubicBezTo>
                    <a:cubicBezTo>
                      <a:pt x="590" y="95"/>
                      <a:pt x="589" y="94"/>
                      <a:pt x="589" y="94"/>
                    </a:cubicBezTo>
                    <a:cubicBezTo>
                      <a:pt x="588" y="94"/>
                      <a:pt x="587" y="93"/>
                      <a:pt x="586" y="93"/>
                    </a:cubicBezTo>
                    <a:cubicBezTo>
                      <a:pt x="586" y="93"/>
                      <a:pt x="585" y="92"/>
                      <a:pt x="584" y="92"/>
                    </a:cubicBezTo>
                    <a:cubicBezTo>
                      <a:pt x="583" y="92"/>
                      <a:pt x="583" y="91"/>
                      <a:pt x="582" y="91"/>
                    </a:cubicBezTo>
                    <a:cubicBezTo>
                      <a:pt x="581" y="91"/>
                      <a:pt x="580" y="90"/>
                      <a:pt x="580" y="90"/>
                    </a:cubicBezTo>
                    <a:cubicBezTo>
                      <a:pt x="579" y="90"/>
                      <a:pt x="578" y="89"/>
                      <a:pt x="577" y="89"/>
                    </a:cubicBezTo>
                    <a:cubicBezTo>
                      <a:pt x="577" y="89"/>
                      <a:pt x="576" y="88"/>
                      <a:pt x="575" y="88"/>
                    </a:cubicBezTo>
                    <a:cubicBezTo>
                      <a:pt x="574" y="88"/>
                      <a:pt x="574" y="88"/>
                      <a:pt x="573" y="87"/>
                    </a:cubicBezTo>
                    <a:cubicBezTo>
                      <a:pt x="572" y="87"/>
                      <a:pt x="571" y="86"/>
                      <a:pt x="570" y="86"/>
                    </a:cubicBezTo>
                    <a:cubicBezTo>
                      <a:pt x="569" y="86"/>
                      <a:pt x="569" y="86"/>
                      <a:pt x="568" y="85"/>
                    </a:cubicBezTo>
                    <a:cubicBezTo>
                      <a:pt x="567" y="85"/>
                      <a:pt x="565" y="84"/>
                      <a:pt x="564" y="84"/>
                    </a:cubicBezTo>
                    <a:cubicBezTo>
                      <a:pt x="538" y="74"/>
                      <a:pt x="534" y="70"/>
                      <a:pt x="504" y="60"/>
                    </a:cubicBezTo>
                    <a:cubicBezTo>
                      <a:pt x="474" y="50"/>
                      <a:pt x="460" y="40"/>
                      <a:pt x="426" y="42"/>
                    </a:cubicBezTo>
                    <a:cubicBezTo>
                      <a:pt x="409" y="43"/>
                      <a:pt x="397" y="43"/>
                      <a:pt x="385" y="46"/>
                    </a:cubicBezTo>
                    <a:cubicBezTo>
                      <a:pt x="384" y="46"/>
                      <a:pt x="384" y="47"/>
                      <a:pt x="383" y="47"/>
                    </a:cubicBezTo>
                    <a:cubicBezTo>
                      <a:pt x="383" y="47"/>
                      <a:pt x="382" y="47"/>
                      <a:pt x="382" y="47"/>
                    </a:cubicBezTo>
                    <a:cubicBezTo>
                      <a:pt x="382" y="47"/>
                      <a:pt x="381" y="47"/>
                      <a:pt x="381" y="47"/>
                    </a:cubicBezTo>
                    <a:cubicBezTo>
                      <a:pt x="380" y="47"/>
                      <a:pt x="380" y="47"/>
                      <a:pt x="380" y="47"/>
                    </a:cubicBezTo>
                    <a:cubicBezTo>
                      <a:pt x="379" y="48"/>
                      <a:pt x="379" y="48"/>
                      <a:pt x="378" y="48"/>
                    </a:cubicBezTo>
                    <a:cubicBezTo>
                      <a:pt x="378" y="48"/>
                      <a:pt x="377" y="48"/>
                      <a:pt x="377" y="48"/>
                    </a:cubicBezTo>
                    <a:cubicBezTo>
                      <a:pt x="376" y="48"/>
                      <a:pt x="376" y="48"/>
                      <a:pt x="375" y="48"/>
                    </a:cubicBezTo>
                    <a:cubicBezTo>
                      <a:pt x="375" y="48"/>
                      <a:pt x="374" y="49"/>
                      <a:pt x="374" y="49"/>
                    </a:cubicBezTo>
                    <a:cubicBezTo>
                      <a:pt x="373" y="49"/>
                      <a:pt x="372" y="49"/>
                      <a:pt x="372" y="49"/>
                    </a:cubicBezTo>
                    <a:cubicBezTo>
                      <a:pt x="371" y="49"/>
                      <a:pt x="371" y="49"/>
                      <a:pt x="370" y="49"/>
                    </a:cubicBezTo>
                    <a:cubicBezTo>
                      <a:pt x="370" y="49"/>
                      <a:pt x="369" y="50"/>
                      <a:pt x="368" y="50"/>
                    </a:cubicBezTo>
                    <a:cubicBezTo>
                      <a:pt x="368" y="50"/>
                      <a:pt x="367" y="50"/>
                      <a:pt x="367" y="50"/>
                    </a:cubicBezTo>
                    <a:cubicBezTo>
                      <a:pt x="366" y="50"/>
                      <a:pt x="365" y="50"/>
                      <a:pt x="365" y="50"/>
                    </a:cubicBezTo>
                    <a:cubicBezTo>
                      <a:pt x="364" y="50"/>
                      <a:pt x="363" y="51"/>
                      <a:pt x="363" y="51"/>
                    </a:cubicBezTo>
                    <a:cubicBezTo>
                      <a:pt x="362" y="51"/>
                      <a:pt x="361" y="51"/>
                      <a:pt x="361" y="51"/>
                    </a:cubicBezTo>
                    <a:cubicBezTo>
                      <a:pt x="360" y="51"/>
                      <a:pt x="360" y="51"/>
                      <a:pt x="359" y="51"/>
                    </a:cubicBezTo>
                    <a:cubicBezTo>
                      <a:pt x="358" y="51"/>
                      <a:pt x="357" y="51"/>
                      <a:pt x="357" y="52"/>
                    </a:cubicBezTo>
                    <a:cubicBezTo>
                      <a:pt x="356" y="52"/>
                      <a:pt x="356" y="52"/>
                      <a:pt x="355" y="52"/>
                    </a:cubicBezTo>
                    <a:cubicBezTo>
                      <a:pt x="354" y="52"/>
                      <a:pt x="353" y="52"/>
                      <a:pt x="352" y="52"/>
                    </a:cubicBezTo>
                    <a:cubicBezTo>
                      <a:pt x="352" y="52"/>
                      <a:pt x="351" y="52"/>
                      <a:pt x="351" y="52"/>
                    </a:cubicBezTo>
                    <a:cubicBezTo>
                      <a:pt x="350" y="52"/>
                      <a:pt x="349" y="53"/>
                      <a:pt x="348" y="53"/>
                    </a:cubicBezTo>
                    <a:cubicBezTo>
                      <a:pt x="348" y="53"/>
                      <a:pt x="347" y="53"/>
                      <a:pt x="347" y="53"/>
                    </a:cubicBezTo>
                    <a:cubicBezTo>
                      <a:pt x="346" y="53"/>
                      <a:pt x="346" y="53"/>
                      <a:pt x="345" y="53"/>
                    </a:cubicBezTo>
                    <a:cubicBezTo>
                      <a:pt x="345" y="53"/>
                      <a:pt x="344" y="53"/>
                      <a:pt x="344" y="53"/>
                    </a:cubicBezTo>
                    <a:cubicBezTo>
                      <a:pt x="343" y="53"/>
                      <a:pt x="342" y="53"/>
                      <a:pt x="342" y="53"/>
                    </a:cubicBezTo>
                    <a:cubicBezTo>
                      <a:pt x="342" y="53"/>
                      <a:pt x="341" y="53"/>
                      <a:pt x="341" y="53"/>
                    </a:cubicBezTo>
                    <a:cubicBezTo>
                      <a:pt x="340" y="53"/>
                      <a:pt x="340" y="53"/>
                      <a:pt x="339" y="53"/>
                    </a:cubicBezTo>
                    <a:cubicBezTo>
                      <a:pt x="339" y="53"/>
                      <a:pt x="339" y="53"/>
                      <a:pt x="338" y="53"/>
                    </a:cubicBezTo>
                    <a:cubicBezTo>
                      <a:pt x="337" y="53"/>
                      <a:pt x="336" y="53"/>
                      <a:pt x="335" y="53"/>
                    </a:cubicBezTo>
                    <a:cubicBezTo>
                      <a:pt x="335" y="53"/>
                      <a:pt x="335" y="53"/>
                      <a:pt x="335" y="53"/>
                    </a:cubicBezTo>
                    <a:cubicBezTo>
                      <a:pt x="335" y="53"/>
                      <a:pt x="336" y="54"/>
                      <a:pt x="337" y="54"/>
                    </a:cubicBezTo>
                    <a:cubicBezTo>
                      <a:pt x="330" y="54"/>
                      <a:pt x="323" y="55"/>
                      <a:pt x="318" y="56"/>
                    </a:cubicBezTo>
                    <a:cubicBezTo>
                      <a:pt x="314" y="56"/>
                      <a:pt x="311" y="56"/>
                      <a:pt x="308" y="56"/>
                    </a:cubicBezTo>
                    <a:cubicBezTo>
                      <a:pt x="306" y="57"/>
                      <a:pt x="305" y="57"/>
                      <a:pt x="303" y="57"/>
                    </a:cubicBezTo>
                    <a:cubicBezTo>
                      <a:pt x="303" y="57"/>
                      <a:pt x="301" y="57"/>
                      <a:pt x="300" y="57"/>
                    </a:cubicBezTo>
                    <a:cubicBezTo>
                      <a:pt x="300" y="57"/>
                      <a:pt x="300" y="57"/>
                      <a:pt x="300" y="57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60" y="50"/>
                      <a:pt x="260" y="50"/>
                      <a:pt x="260" y="50"/>
                    </a:cubicBezTo>
                    <a:cubicBezTo>
                      <a:pt x="260" y="49"/>
                      <a:pt x="260" y="49"/>
                      <a:pt x="260" y="49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87" y="17"/>
                      <a:pt x="47" y="9"/>
                      <a:pt x="24" y="4"/>
                    </a:cubicBezTo>
                    <a:cubicBezTo>
                      <a:pt x="14" y="2"/>
                      <a:pt x="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9" y="13"/>
                      <a:pt x="287" y="66"/>
                      <a:pt x="287" y="66"/>
                    </a:cubicBezTo>
                    <a:cubicBezTo>
                      <a:pt x="354" y="79"/>
                      <a:pt x="423" y="99"/>
                      <a:pt x="479" y="110"/>
                    </a:cubicBezTo>
                    <a:cubicBezTo>
                      <a:pt x="502" y="114"/>
                      <a:pt x="538" y="117"/>
                      <a:pt x="558" y="121"/>
                    </a:cubicBezTo>
                    <a:cubicBezTo>
                      <a:pt x="654" y="139"/>
                      <a:pt x="854" y="175"/>
                      <a:pt x="938" y="190"/>
                    </a:cubicBezTo>
                    <a:cubicBezTo>
                      <a:pt x="1026" y="205"/>
                      <a:pt x="1110" y="219"/>
                      <a:pt x="1135" y="223"/>
                    </a:cubicBezTo>
                    <a:cubicBezTo>
                      <a:pt x="1141" y="214"/>
                      <a:pt x="1141" y="214"/>
                      <a:pt x="1141" y="214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8" name="Freeform 198">
                <a:extLst>
                  <a:ext uri="{FF2B5EF4-FFF2-40B4-BE49-F238E27FC236}">
                    <a16:creationId xmlns:a16="http://schemas.microsoft.com/office/drawing/2014/main" id="{7F84387C-07C9-47D7-92EE-EC3E0258D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201"/>
                <a:ext cx="3039" cy="633"/>
              </a:xfrm>
              <a:custGeom>
                <a:avLst/>
                <a:gdLst>
                  <a:gd name="T0" fmla="*/ 21520 w 1142"/>
                  <a:gd name="T1" fmla="*/ 4874 h 223"/>
                  <a:gd name="T2" fmla="*/ 19261 w 1142"/>
                  <a:gd name="T3" fmla="*/ 4391 h 223"/>
                  <a:gd name="T4" fmla="*/ 19163 w 1142"/>
                  <a:gd name="T5" fmla="*/ 4369 h 223"/>
                  <a:gd name="T6" fmla="*/ 19070 w 1142"/>
                  <a:gd name="T7" fmla="*/ 4369 h 223"/>
                  <a:gd name="T8" fmla="*/ 18979 w 1142"/>
                  <a:gd name="T9" fmla="*/ 4317 h 223"/>
                  <a:gd name="T10" fmla="*/ 18843 w 1142"/>
                  <a:gd name="T11" fmla="*/ 4303 h 223"/>
                  <a:gd name="T12" fmla="*/ 18732 w 1142"/>
                  <a:gd name="T13" fmla="*/ 4278 h 223"/>
                  <a:gd name="T14" fmla="*/ 18583 w 1142"/>
                  <a:gd name="T15" fmla="*/ 4255 h 223"/>
                  <a:gd name="T16" fmla="*/ 18412 w 1142"/>
                  <a:gd name="T17" fmla="*/ 4207 h 223"/>
                  <a:gd name="T18" fmla="*/ 18207 w 1142"/>
                  <a:gd name="T19" fmla="*/ 4167 h 223"/>
                  <a:gd name="T20" fmla="*/ 18016 w 1142"/>
                  <a:gd name="T21" fmla="*/ 4119 h 223"/>
                  <a:gd name="T22" fmla="*/ 17790 w 1142"/>
                  <a:gd name="T23" fmla="*/ 4068 h 223"/>
                  <a:gd name="T24" fmla="*/ 14319 w 1142"/>
                  <a:gd name="T25" fmla="*/ 3296 h 223"/>
                  <a:gd name="T26" fmla="*/ 12909 w 1142"/>
                  <a:gd name="T27" fmla="*/ 2972 h 223"/>
                  <a:gd name="T28" fmla="*/ 11775 w 1142"/>
                  <a:gd name="T29" fmla="*/ 2538 h 223"/>
                  <a:gd name="T30" fmla="*/ 11650 w 1142"/>
                  <a:gd name="T31" fmla="*/ 2450 h 223"/>
                  <a:gd name="T32" fmla="*/ 11608 w 1142"/>
                  <a:gd name="T33" fmla="*/ 2424 h 223"/>
                  <a:gd name="T34" fmla="*/ 11549 w 1142"/>
                  <a:gd name="T35" fmla="*/ 2401 h 223"/>
                  <a:gd name="T36" fmla="*/ 11515 w 1142"/>
                  <a:gd name="T37" fmla="*/ 2376 h 223"/>
                  <a:gd name="T38" fmla="*/ 11437 w 1142"/>
                  <a:gd name="T39" fmla="*/ 2353 h 223"/>
                  <a:gd name="T40" fmla="*/ 11267 w 1142"/>
                  <a:gd name="T41" fmla="*/ 2240 h 223"/>
                  <a:gd name="T42" fmla="*/ 11211 w 1142"/>
                  <a:gd name="T43" fmla="*/ 2217 h 223"/>
                  <a:gd name="T44" fmla="*/ 11139 w 1142"/>
                  <a:gd name="T45" fmla="*/ 2174 h 223"/>
                  <a:gd name="T46" fmla="*/ 11041 w 1142"/>
                  <a:gd name="T47" fmla="*/ 2126 h 223"/>
                  <a:gd name="T48" fmla="*/ 10969 w 1142"/>
                  <a:gd name="T49" fmla="*/ 2078 h 223"/>
                  <a:gd name="T50" fmla="*/ 10871 w 1142"/>
                  <a:gd name="T51" fmla="*/ 2038 h 223"/>
                  <a:gd name="T52" fmla="*/ 10799 w 1142"/>
                  <a:gd name="T53" fmla="*/ 1990 h 223"/>
                  <a:gd name="T54" fmla="*/ 10708 w 1142"/>
                  <a:gd name="T55" fmla="*/ 1942 h 223"/>
                  <a:gd name="T56" fmla="*/ 9498 w 1142"/>
                  <a:gd name="T57" fmla="*/ 1371 h 223"/>
                  <a:gd name="T58" fmla="*/ 7260 w 1142"/>
                  <a:gd name="T59" fmla="*/ 1056 h 223"/>
                  <a:gd name="T60" fmla="*/ 7201 w 1142"/>
                  <a:gd name="T61" fmla="*/ 1073 h 223"/>
                  <a:gd name="T62" fmla="*/ 7158 w 1142"/>
                  <a:gd name="T63" fmla="*/ 1073 h 223"/>
                  <a:gd name="T64" fmla="*/ 7103 w 1142"/>
                  <a:gd name="T65" fmla="*/ 1096 h 223"/>
                  <a:gd name="T66" fmla="*/ 7047 w 1142"/>
                  <a:gd name="T67" fmla="*/ 1121 h 223"/>
                  <a:gd name="T68" fmla="*/ 6975 w 1142"/>
                  <a:gd name="T69" fmla="*/ 1121 h 223"/>
                  <a:gd name="T70" fmla="*/ 6919 w 1142"/>
                  <a:gd name="T71" fmla="*/ 1144 h 223"/>
                  <a:gd name="T72" fmla="*/ 6842 w 1142"/>
                  <a:gd name="T73" fmla="*/ 1169 h 223"/>
                  <a:gd name="T74" fmla="*/ 6762 w 1142"/>
                  <a:gd name="T75" fmla="*/ 1169 h 223"/>
                  <a:gd name="T76" fmla="*/ 6693 w 1142"/>
                  <a:gd name="T77" fmla="*/ 1192 h 223"/>
                  <a:gd name="T78" fmla="*/ 6613 w 1142"/>
                  <a:gd name="T79" fmla="*/ 1192 h 223"/>
                  <a:gd name="T80" fmla="*/ 6536 w 1142"/>
                  <a:gd name="T81" fmla="*/ 1209 h 223"/>
                  <a:gd name="T82" fmla="*/ 6480 w 1142"/>
                  <a:gd name="T83" fmla="*/ 1209 h 223"/>
                  <a:gd name="T84" fmla="*/ 6424 w 1142"/>
                  <a:gd name="T85" fmla="*/ 1209 h 223"/>
                  <a:gd name="T86" fmla="*/ 6365 w 1142"/>
                  <a:gd name="T87" fmla="*/ 1209 h 223"/>
                  <a:gd name="T88" fmla="*/ 6310 w 1142"/>
                  <a:gd name="T89" fmla="*/ 1209 h 223"/>
                  <a:gd name="T90" fmla="*/ 5990 w 1142"/>
                  <a:gd name="T91" fmla="*/ 1280 h 223"/>
                  <a:gd name="T92" fmla="*/ 5708 w 1142"/>
                  <a:gd name="T93" fmla="*/ 1306 h 223"/>
                  <a:gd name="T94" fmla="*/ 5652 w 1142"/>
                  <a:gd name="T95" fmla="*/ 1306 h 223"/>
                  <a:gd name="T96" fmla="*/ 5538 w 1142"/>
                  <a:gd name="T97" fmla="*/ 1280 h 223"/>
                  <a:gd name="T98" fmla="*/ 4899 w 1142"/>
                  <a:gd name="T99" fmla="*/ 1121 h 223"/>
                  <a:gd name="T100" fmla="*/ 452 w 1142"/>
                  <a:gd name="T101" fmla="*/ 88 h 223"/>
                  <a:gd name="T102" fmla="*/ 77 w 1142"/>
                  <a:gd name="T103" fmla="*/ 0 h 223"/>
                  <a:gd name="T104" fmla="*/ 56 w 1142"/>
                  <a:gd name="T105" fmla="*/ 0 h 223"/>
                  <a:gd name="T106" fmla="*/ 5410 w 1142"/>
                  <a:gd name="T107" fmla="*/ 1507 h 223"/>
                  <a:gd name="T108" fmla="*/ 10517 w 1142"/>
                  <a:gd name="T109" fmla="*/ 2765 h 223"/>
                  <a:gd name="T110" fmla="*/ 21387 w 1142"/>
                  <a:gd name="T111" fmla="*/ 5101 h 22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42" h="223">
                    <a:moveTo>
                      <a:pt x="1141" y="214"/>
                    </a:moveTo>
                    <a:cubicBezTo>
                      <a:pt x="1142" y="213"/>
                      <a:pt x="1142" y="213"/>
                      <a:pt x="1142" y="213"/>
                    </a:cubicBezTo>
                    <a:cubicBezTo>
                      <a:pt x="1129" y="211"/>
                      <a:pt x="1083" y="203"/>
                      <a:pt x="1025" y="193"/>
                    </a:cubicBezTo>
                    <a:cubicBezTo>
                      <a:pt x="1024" y="193"/>
                      <a:pt x="1023" y="193"/>
                      <a:pt x="1022" y="192"/>
                    </a:cubicBezTo>
                    <a:cubicBezTo>
                      <a:pt x="1021" y="192"/>
                      <a:pt x="1021" y="192"/>
                      <a:pt x="1020" y="192"/>
                    </a:cubicBezTo>
                    <a:cubicBezTo>
                      <a:pt x="1019" y="192"/>
                      <a:pt x="1018" y="192"/>
                      <a:pt x="1017" y="191"/>
                    </a:cubicBezTo>
                    <a:cubicBezTo>
                      <a:pt x="1017" y="191"/>
                      <a:pt x="1016" y="191"/>
                      <a:pt x="1015" y="191"/>
                    </a:cubicBezTo>
                    <a:cubicBezTo>
                      <a:pt x="1014" y="191"/>
                      <a:pt x="1013" y="191"/>
                      <a:pt x="1012" y="191"/>
                    </a:cubicBezTo>
                    <a:cubicBezTo>
                      <a:pt x="1011" y="190"/>
                      <a:pt x="1010" y="190"/>
                      <a:pt x="1009" y="190"/>
                    </a:cubicBezTo>
                    <a:cubicBezTo>
                      <a:pt x="1008" y="190"/>
                      <a:pt x="1007" y="190"/>
                      <a:pt x="1007" y="189"/>
                    </a:cubicBezTo>
                    <a:cubicBezTo>
                      <a:pt x="1005" y="189"/>
                      <a:pt x="1004" y="189"/>
                      <a:pt x="1003" y="189"/>
                    </a:cubicBezTo>
                    <a:cubicBezTo>
                      <a:pt x="1002" y="189"/>
                      <a:pt x="1001" y="188"/>
                      <a:pt x="1000" y="188"/>
                    </a:cubicBezTo>
                    <a:cubicBezTo>
                      <a:pt x="998" y="188"/>
                      <a:pt x="997" y="188"/>
                      <a:pt x="995" y="187"/>
                    </a:cubicBezTo>
                    <a:cubicBezTo>
                      <a:pt x="995" y="187"/>
                      <a:pt x="994" y="187"/>
                      <a:pt x="994" y="187"/>
                    </a:cubicBezTo>
                    <a:cubicBezTo>
                      <a:pt x="992" y="187"/>
                      <a:pt x="990" y="186"/>
                      <a:pt x="987" y="186"/>
                    </a:cubicBezTo>
                    <a:cubicBezTo>
                      <a:pt x="987" y="186"/>
                      <a:pt x="986" y="186"/>
                      <a:pt x="986" y="186"/>
                    </a:cubicBezTo>
                    <a:cubicBezTo>
                      <a:pt x="984" y="185"/>
                      <a:pt x="982" y="185"/>
                      <a:pt x="980" y="184"/>
                    </a:cubicBezTo>
                    <a:cubicBezTo>
                      <a:pt x="979" y="184"/>
                      <a:pt x="978" y="184"/>
                      <a:pt x="977" y="184"/>
                    </a:cubicBezTo>
                    <a:cubicBezTo>
                      <a:pt x="975" y="184"/>
                      <a:pt x="974" y="183"/>
                      <a:pt x="972" y="183"/>
                    </a:cubicBezTo>
                    <a:cubicBezTo>
                      <a:pt x="970" y="183"/>
                      <a:pt x="968" y="182"/>
                      <a:pt x="966" y="182"/>
                    </a:cubicBezTo>
                    <a:cubicBezTo>
                      <a:pt x="965" y="182"/>
                      <a:pt x="964" y="182"/>
                      <a:pt x="963" y="181"/>
                    </a:cubicBezTo>
                    <a:cubicBezTo>
                      <a:pt x="961" y="181"/>
                      <a:pt x="959" y="180"/>
                      <a:pt x="956" y="180"/>
                    </a:cubicBezTo>
                    <a:cubicBezTo>
                      <a:pt x="955" y="180"/>
                      <a:pt x="954" y="180"/>
                      <a:pt x="953" y="179"/>
                    </a:cubicBezTo>
                    <a:cubicBezTo>
                      <a:pt x="950" y="179"/>
                      <a:pt x="947" y="178"/>
                      <a:pt x="944" y="178"/>
                    </a:cubicBezTo>
                    <a:cubicBezTo>
                      <a:pt x="944" y="178"/>
                      <a:pt x="944" y="178"/>
                      <a:pt x="944" y="178"/>
                    </a:cubicBezTo>
                    <a:cubicBezTo>
                      <a:pt x="894" y="168"/>
                      <a:pt x="827" y="156"/>
                      <a:pt x="760" y="144"/>
                    </a:cubicBezTo>
                    <a:cubicBezTo>
                      <a:pt x="735" y="139"/>
                      <a:pt x="710" y="134"/>
                      <a:pt x="685" y="130"/>
                    </a:cubicBezTo>
                    <a:cubicBezTo>
                      <a:pt x="685" y="130"/>
                      <a:pt x="685" y="130"/>
                      <a:pt x="685" y="130"/>
                    </a:cubicBezTo>
                    <a:cubicBezTo>
                      <a:pt x="676" y="128"/>
                      <a:pt x="666" y="126"/>
                      <a:pt x="657" y="124"/>
                    </a:cubicBezTo>
                    <a:cubicBezTo>
                      <a:pt x="635" y="119"/>
                      <a:pt x="631" y="115"/>
                      <a:pt x="625" y="111"/>
                    </a:cubicBezTo>
                    <a:cubicBezTo>
                      <a:pt x="623" y="110"/>
                      <a:pt x="622" y="109"/>
                      <a:pt x="620" y="108"/>
                    </a:cubicBezTo>
                    <a:cubicBezTo>
                      <a:pt x="619" y="108"/>
                      <a:pt x="619" y="108"/>
                      <a:pt x="618" y="107"/>
                    </a:cubicBezTo>
                    <a:cubicBezTo>
                      <a:pt x="618" y="107"/>
                      <a:pt x="618" y="107"/>
                      <a:pt x="618" y="107"/>
                    </a:cubicBezTo>
                    <a:cubicBezTo>
                      <a:pt x="617" y="107"/>
                      <a:pt x="617" y="107"/>
                      <a:pt x="616" y="106"/>
                    </a:cubicBezTo>
                    <a:cubicBezTo>
                      <a:pt x="616" y="106"/>
                      <a:pt x="615" y="106"/>
                      <a:pt x="615" y="106"/>
                    </a:cubicBezTo>
                    <a:cubicBezTo>
                      <a:pt x="615" y="106"/>
                      <a:pt x="614" y="106"/>
                      <a:pt x="613" y="105"/>
                    </a:cubicBezTo>
                    <a:cubicBezTo>
                      <a:pt x="613" y="105"/>
                      <a:pt x="613" y="105"/>
                      <a:pt x="613" y="105"/>
                    </a:cubicBezTo>
                    <a:cubicBezTo>
                      <a:pt x="612" y="105"/>
                      <a:pt x="611" y="104"/>
                      <a:pt x="611" y="104"/>
                    </a:cubicBezTo>
                    <a:cubicBezTo>
                      <a:pt x="610" y="104"/>
                      <a:pt x="610" y="104"/>
                      <a:pt x="610" y="104"/>
                    </a:cubicBezTo>
                    <a:cubicBezTo>
                      <a:pt x="609" y="103"/>
                      <a:pt x="608" y="103"/>
                      <a:pt x="607" y="103"/>
                    </a:cubicBezTo>
                    <a:cubicBezTo>
                      <a:pt x="607" y="103"/>
                      <a:pt x="607" y="103"/>
                      <a:pt x="607" y="102"/>
                    </a:cubicBezTo>
                    <a:cubicBezTo>
                      <a:pt x="604" y="101"/>
                      <a:pt x="601" y="100"/>
                      <a:pt x="598" y="98"/>
                    </a:cubicBezTo>
                    <a:cubicBezTo>
                      <a:pt x="598" y="98"/>
                      <a:pt x="598" y="98"/>
                      <a:pt x="597" y="98"/>
                    </a:cubicBezTo>
                    <a:cubicBezTo>
                      <a:pt x="596" y="98"/>
                      <a:pt x="596" y="97"/>
                      <a:pt x="595" y="97"/>
                    </a:cubicBezTo>
                    <a:cubicBezTo>
                      <a:pt x="594" y="97"/>
                      <a:pt x="594" y="96"/>
                      <a:pt x="593" y="96"/>
                    </a:cubicBezTo>
                    <a:cubicBezTo>
                      <a:pt x="592" y="96"/>
                      <a:pt x="591" y="95"/>
                      <a:pt x="591" y="95"/>
                    </a:cubicBezTo>
                    <a:cubicBezTo>
                      <a:pt x="590" y="95"/>
                      <a:pt x="589" y="94"/>
                      <a:pt x="589" y="94"/>
                    </a:cubicBezTo>
                    <a:cubicBezTo>
                      <a:pt x="588" y="94"/>
                      <a:pt x="587" y="93"/>
                      <a:pt x="586" y="93"/>
                    </a:cubicBezTo>
                    <a:cubicBezTo>
                      <a:pt x="586" y="93"/>
                      <a:pt x="585" y="92"/>
                      <a:pt x="584" y="92"/>
                    </a:cubicBezTo>
                    <a:cubicBezTo>
                      <a:pt x="583" y="92"/>
                      <a:pt x="583" y="91"/>
                      <a:pt x="582" y="91"/>
                    </a:cubicBezTo>
                    <a:cubicBezTo>
                      <a:pt x="581" y="91"/>
                      <a:pt x="580" y="90"/>
                      <a:pt x="580" y="90"/>
                    </a:cubicBezTo>
                    <a:cubicBezTo>
                      <a:pt x="579" y="90"/>
                      <a:pt x="578" y="89"/>
                      <a:pt x="577" y="89"/>
                    </a:cubicBezTo>
                    <a:cubicBezTo>
                      <a:pt x="577" y="89"/>
                      <a:pt x="576" y="88"/>
                      <a:pt x="575" y="88"/>
                    </a:cubicBezTo>
                    <a:cubicBezTo>
                      <a:pt x="574" y="88"/>
                      <a:pt x="574" y="88"/>
                      <a:pt x="573" y="87"/>
                    </a:cubicBezTo>
                    <a:cubicBezTo>
                      <a:pt x="572" y="87"/>
                      <a:pt x="571" y="86"/>
                      <a:pt x="570" y="86"/>
                    </a:cubicBezTo>
                    <a:cubicBezTo>
                      <a:pt x="569" y="86"/>
                      <a:pt x="569" y="86"/>
                      <a:pt x="568" y="85"/>
                    </a:cubicBezTo>
                    <a:cubicBezTo>
                      <a:pt x="567" y="85"/>
                      <a:pt x="565" y="84"/>
                      <a:pt x="564" y="84"/>
                    </a:cubicBezTo>
                    <a:cubicBezTo>
                      <a:pt x="538" y="74"/>
                      <a:pt x="534" y="70"/>
                      <a:pt x="504" y="60"/>
                    </a:cubicBezTo>
                    <a:cubicBezTo>
                      <a:pt x="474" y="50"/>
                      <a:pt x="460" y="40"/>
                      <a:pt x="426" y="42"/>
                    </a:cubicBezTo>
                    <a:cubicBezTo>
                      <a:pt x="409" y="43"/>
                      <a:pt x="397" y="43"/>
                      <a:pt x="385" y="46"/>
                    </a:cubicBezTo>
                    <a:cubicBezTo>
                      <a:pt x="384" y="46"/>
                      <a:pt x="384" y="47"/>
                      <a:pt x="383" y="47"/>
                    </a:cubicBezTo>
                    <a:cubicBezTo>
                      <a:pt x="383" y="47"/>
                      <a:pt x="382" y="47"/>
                      <a:pt x="382" y="47"/>
                    </a:cubicBezTo>
                    <a:cubicBezTo>
                      <a:pt x="382" y="47"/>
                      <a:pt x="381" y="47"/>
                      <a:pt x="381" y="47"/>
                    </a:cubicBezTo>
                    <a:cubicBezTo>
                      <a:pt x="380" y="47"/>
                      <a:pt x="380" y="47"/>
                      <a:pt x="380" y="47"/>
                    </a:cubicBezTo>
                    <a:cubicBezTo>
                      <a:pt x="379" y="48"/>
                      <a:pt x="379" y="48"/>
                      <a:pt x="378" y="48"/>
                    </a:cubicBezTo>
                    <a:cubicBezTo>
                      <a:pt x="378" y="48"/>
                      <a:pt x="377" y="48"/>
                      <a:pt x="377" y="48"/>
                    </a:cubicBezTo>
                    <a:cubicBezTo>
                      <a:pt x="376" y="48"/>
                      <a:pt x="376" y="48"/>
                      <a:pt x="375" y="48"/>
                    </a:cubicBezTo>
                    <a:cubicBezTo>
                      <a:pt x="375" y="48"/>
                      <a:pt x="374" y="49"/>
                      <a:pt x="374" y="49"/>
                    </a:cubicBezTo>
                    <a:cubicBezTo>
                      <a:pt x="373" y="49"/>
                      <a:pt x="372" y="49"/>
                      <a:pt x="372" y="49"/>
                    </a:cubicBezTo>
                    <a:cubicBezTo>
                      <a:pt x="371" y="49"/>
                      <a:pt x="371" y="49"/>
                      <a:pt x="370" y="49"/>
                    </a:cubicBezTo>
                    <a:cubicBezTo>
                      <a:pt x="370" y="49"/>
                      <a:pt x="369" y="50"/>
                      <a:pt x="368" y="50"/>
                    </a:cubicBezTo>
                    <a:cubicBezTo>
                      <a:pt x="368" y="50"/>
                      <a:pt x="367" y="50"/>
                      <a:pt x="367" y="50"/>
                    </a:cubicBezTo>
                    <a:cubicBezTo>
                      <a:pt x="366" y="50"/>
                      <a:pt x="365" y="50"/>
                      <a:pt x="365" y="50"/>
                    </a:cubicBezTo>
                    <a:cubicBezTo>
                      <a:pt x="364" y="50"/>
                      <a:pt x="363" y="51"/>
                      <a:pt x="363" y="51"/>
                    </a:cubicBezTo>
                    <a:cubicBezTo>
                      <a:pt x="362" y="51"/>
                      <a:pt x="361" y="51"/>
                      <a:pt x="361" y="51"/>
                    </a:cubicBezTo>
                    <a:cubicBezTo>
                      <a:pt x="360" y="51"/>
                      <a:pt x="360" y="51"/>
                      <a:pt x="359" y="51"/>
                    </a:cubicBezTo>
                    <a:cubicBezTo>
                      <a:pt x="358" y="51"/>
                      <a:pt x="357" y="51"/>
                      <a:pt x="357" y="52"/>
                    </a:cubicBezTo>
                    <a:cubicBezTo>
                      <a:pt x="356" y="52"/>
                      <a:pt x="356" y="52"/>
                      <a:pt x="355" y="52"/>
                    </a:cubicBezTo>
                    <a:cubicBezTo>
                      <a:pt x="354" y="52"/>
                      <a:pt x="353" y="52"/>
                      <a:pt x="352" y="52"/>
                    </a:cubicBezTo>
                    <a:cubicBezTo>
                      <a:pt x="352" y="52"/>
                      <a:pt x="351" y="52"/>
                      <a:pt x="351" y="52"/>
                    </a:cubicBezTo>
                    <a:cubicBezTo>
                      <a:pt x="350" y="52"/>
                      <a:pt x="349" y="53"/>
                      <a:pt x="348" y="53"/>
                    </a:cubicBezTo>
                    <a:cubicBezTo>
                      <a:pt x="348" y="53"/>
                      <a:pt x="347" y="53"/>
                      <a:pt x="347" y="53"/>
                    </a:cubicBezTo>
                    <a:cubicBezTo>
                      <a:pt x="346" y="53"/>
                      <a:pt x="346" y="53"/>
                      <a:pt x="345" y="53"/>
                    </a:cubicBezTo>
                    <a:cubicBezTo>
                      <a:pt x="345" y="53"/>
                      <a:pt x="344" y="53"/>
                      <a:pt x="344" y="53"/>
                    </a:cubicBezTo>
                    <a:cubicBezTo>
                      <a:pt x="343" y="53"/>
                      <a:pt x="342" y="53"/>
                      <a:pt x="342" y="53"/>
                    </a:cubicBezTo>
                    <a:cubicBezTo>
                      <a:pt x="342" y="53"/>
                      <a:pt x="341" y="53"/>
                      <a:pt x="341" y="53"/>
                    </a:cubicBezTo>
                    <a:cubicBezTo>
                      <a:pt x="340" y="53"/>
                      <a:pt x="340" y="53"/>
                      <a:pt x="339" y="53"/>
                    </a:cubicBezTo>
                    <a:cubicBezTo>
                      <a:pt x="339" y="53"/>
                      <a:pt x="339" y="53"/>
                      <a:pt x="338" y="53"/>
                    </a:cubicBezTo>
                    <a:cubicBezTo>
                      <a:pt x="337" y="53"/>
                      <a:pt x="336" y="53"/>
                      <a:pt x="335" y="53"/>
                    </a:cubicBezTo>
                    <a:cubicBezTo>
                      <a:pt x="335" y="53"/>
                      <a:pt x="335" y="53"/>
                      <a:pt x="335" y="53"/>
                    </a:cubicBezTo>
                    <a:cubicBezTo>
                      <a:pt x="335" y="53"/>
                      <a:pt x="336" y="54"/>
                      <a:pt x="337" y="54"/>
                    </a:cubicBezTo>
                    <a:cubicBezTo>
                      <a:pt x="330" y="54"/>
                      <a:pt x="323" y="55"/>
                      <a:pt x="318" y="56"/>
                    </a:cubicBezTo>
                    <a:cubicBezTo>
                      <a:pt x="314" y="56"/>
                      <a:pt x="311" y="56"/>
                      <a:pt x="308" y="56"/>
                    </a:cubicBezTo>
                    <a:cubicBezTo>
                      <a:pt x="306" y="57"/>
                      <a:pt x="305" y="57"/>
                      <a:pt x="303" y="57"/>
                    </a:cubicBezTo>
                    <a:cubicBezTo>
                      <a:pt x="303" y="57"/>
                      <a:pt x="301" y="57"/>
                      <a:pt x="300" y="57"/>
                    </a:cubicBezTo>
                    <a:cubicBezTo>
                      <a:pt x="300" y="57"/>
                      <a:pt x="300" y="57"/>
                      <a:pt x="300" y="57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60" y="50"/>
                      <a:pt x="260" y="50"/>
                      <a:pt x="260" y="50"/>
                    </a:cubicBezTo>
                    <a:cubicBezTo>
                      <a:pt x="260" y="49"/>
                      <a:pt x="260" y="49"/>
                      <a:pt x="260" y="49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87" y="17"/>
                      <a:pt x="47" y="9"/>
                      <a:pt x="24" y="4"/>
                    </a:cubicBezTo>
                    <a:cubicBezTo>
                      <a:pt x="14" y="2"/>
                      <a:pt x="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9" y="13"/>
                      <a:pt x="287" y="66"/>
                      <a:pt x="287" y="66"/>
                    </a:cubicBezTo>
                    <a:cubicBezTo>
                      <a:pt x="354" y="79"/>
                      <a:pt x="423" y="99"/>
                      <a:pt x="479" y="110"/>
                    </a:cubicBezTo>
                    <a:cubicBezTo>
                      <a:pt x="502" y="114"/>
                      <a:pt x="538" y="117"/>
                      <a:pt x="558" y="121"/>
                    </a:cubicBezTo>
                    <a:cubicBezTo>
                      <a:pt x="654" y="139"/>
                      <a:pt x="854" y="175"/>
                      <a:pt x="938" y="190"/>
                    </a:cubicBezTo>
                    <a:cubicBezTo>
                      <a:pt x="1026" y="205"/>
                      <a:pt x="1110" y="219"/>
                      <a:pt x="1135" y="223"/>
                    </a:cubicBezTo>
                    <a:cubicBezTo>
                      <a:pt x="1141" y="214"/>
                      <a:pt x="1141" y="214"/>
                      <a:pt x="1141" y="2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9" name="Freeform 199">
                <a:extLst>
                  <a:ext uri="{FF2B5EF4-FFF2-40B4-BE49-F238E27FC236}">
                    <a16:creationId xmlns:a16="http://schemas.microsoft.com/office/drawing/2014/main" id="{DFD42694-5944-4A86-97D0-50770DCAB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551"/>
                <a:ext cx="3042" cy="647"/>
              </a:xfrm>
              <a:custGeom>
                <a:avLst/>
                <a:gdLst>
                  <a:gd name="T0" fmla="*/ 21432 w 1143"/>
                  <a:gd name="T1" fmla="*/ 4824 h 228"/>
                  <a:gd name="T2" fmla="*/ 21470 w 1143"/>
                  <a:gd name="T3" fmla="*/ 4986 h 228"/>
                  <a:gd name="T4" fmla="*/ 19684 w 1143"/>
                  <a:gd name="T5" fmla="*/ 4574 h 228"/>
                  <a:gd name="T6" fmla="*/ 15250 w 1143"/>
                  <a:gd name="T7" fmla="*/ 3544 h 228"/>
                  <a:gd name="T8" fmla="*/ 14968 w 1143"/>
                  <a:gd name="T9" fmla="*/ 3703 h 228"/>
                  <a:gd name="T10" fmla="*/ 14329 w 1143"/>
                  <a:gd name="T11" fmla="*/ 4092 h 228"/>
                  <a:gd name="T12" fmla="*/ 13459 w 1143"/>
                  <a:gd name="T13" fmla="*/ 4140 h 228"/>
                  <a:gd name="T14" fmla="*/ 12027 w 1143"/>
                  <a:gd name="T15" fmla="*/ 3703 h 228"/>
                  <a:gd name="T16" fmla="*/ 10781 w 1143"/>
                  <a:gd name="T17" fmla="*/ 3607 h 228"/>
                  <a:gd name="T18" fmla="*/ 9350 w 1143"/>
                  <a:gd name="T19" fmla="*/ 3471 h 228"/>
                  <a:gd name="T20" fmla="*/ 7691 w 1143"/>
                  <a:gd name="T21" fmla="*/ 2037 h 228"/>
                  <a:gd name="T22" fmla="*/ 7409 w 1143"/>
                  <a:gd name="T23" fmla="*/ 1805 h 228"/>
                  <a:gd name="T24" fmla="*/ 21 w 1143"/>
                  <a:gd name="T25" fmla="*/ 0 h 228"/>
                  <a:gd name="T26" fmla="*/ 0 w 1143"/>
                  <a:gd name="T27" fmla="*/ 184 h 228"/>
                  <a:gd name="T28" fmla="*/ 4924 w 1143"/>
                  <a:gd name="T29" fmla="*/ 1368 h 228"/>
                  <a:gd name="T30" fmla="*/ 7316 w 1143"/>
                  <a:gd name="T31" fmla="*/ 1964 h 228"/>
                  <a:gd name="T32" fmla="*/ 7601 w 1143"/>
                  <a:gd name="T33" fmla="*/ 2213 h 228"/>
                  <a:gd name="T34" fmla="*/ 9350 w 1143"/>
                  <a:gd name="T35" fmla="*/ 3703 h 228"/>
                  <a:gd name="T36" fmla="*/ 10781 w 1143"/>
                  <a:gd name="T37" fmla="*/ 3842 h 228"/>
                  <a:gd name="T38" fmla="*/ 12027 w 1143"/>
                  <a:gd name="T39" fmla="*/ 3930 h 228"/>
                  <a:gd name="T40" fmla="*/ 13459 w 1143"/>
                  <a:gd name="T41" fmla="*/ 4364 h 228"/>
                  <a:gd name="T42" fmla="*/ 14329 w 1143"/>
                  <a:gd name="T43" fmla="*/ 4316 h 228"/>
                  <a:gd name="T44" fmla="*/ 15058 w 1143"/>
                  <a:gd name="T45" fmla="*/ 3882 h 228"/>
                  <a:gd name="T46" fmla="*/ 15250 w 1143"/>
                  <a:gd name="T47" fmla="*/ 3794 h 228"/>
                  <a:gd name="T48" fmla="*/ 17006 w 1143"/>
                  <a:gd name="T49" fmla="*/ 4203 h 228"/>
                  <a:gd name="T50" fmla="*/ 21547 w 1143"/>
                  <a:gd name="T51" fmla="*/ 5210 h 228"/>
                  <a:gd name="T52" fmla="*/ 21432 w 1143"/>
                  <a:gd name="T53" fmla="*/ 4824 h 2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43" h="228">
                    <a:moveTo>
                      <a:pt x="1137" y="211"/>
                    </a:moveTo>
                    <a:cubicBezTo>
                      <a:pt x="1139" y="218"/>
                      <a:pt x="1139" y="218"/>
                      <a:pt x="1139" y="218"/>
                    </a:cubicBezTo>
                    <a:cubicBezTo>
                      <a:pt x="1127" y="216"/>
                      <a:pt x="1094" y="209"/>
                      <a:pt x="1044" y="200"/>
                    </a:cubicBezTo>
                    <a:cubicBezTo>
                      <a:pt x="1036" y="197"/>
                      <a:pt x="924" y="176"/>
                      <a:pt x="809" y="155"/>
                    </a:cubicBezTo>
                    <a:cubicBezTo>
                      <a:pt x="801" y="156"/>
                      <a:pt x="797" y="159"/>
                      <a:pt x="794" y="162"/>
                    </a:cubicBezTo>
                    <a:cubicBezTo>
                      <a:pt x="786" y="169"/>
                      <a:pt x="773" y="177"/>
                      <a:pt x="760" y="179"/>
                    </a:cubicBezTo>
                    <a:cubicBezTo>
                      <a:pt x="744" y="181"/>
                      <a:pt x="740" y="179"/>
                      <a:pt x="714" y="181"/>
                    </a:cubicBezTo>
                    <a:cubicBezTo>
                      <a:pt x="688" y="183"/>
                      <a:pt x="674" y="172"/>
                      <a:pt x="638" y="162"/>
                    </a:cubicBezTo>
                    <a:cubicBezTo>
                      <a:pt x="602" y="152"/>
                      <a:pt x="604" y="158"/>
                      <a:pt x="572" y="158"/>
                    </a:cubicBezTo>
                    <a:cubicBezTo>
                      <a:pt x="540" y="158"/>
                      <a:pt x="526" y="168"/>
                      <a:pt x="496" y="152"/>
                    </a:cubicBezTo>
                    <a:cubicBezTo>
                      <a:pt x="466" y="135"/>
                      <a:pt x="438" y="135"/>
                      <a:pt x="408" y="89"/>
                    </a:cubicBezTo>
                    <a:cubicBezTo>
                      <a:pt x="406" y="84"/>
                      <a:pt x="399" y="82"/>
                      <a:pt x="393" y="79"/>
                    </a:cubicBezTo>
                    <a:cubicBezTo>
                      <a:pt x="298" y="61"/>
                      <a:pt x="20" y="4"/>
                      <a:pt x="1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99" y="28"/>
                      <a:pt x="201" y="48"/>
                      <a:pt x="261" y="60"/>
                    </a:cubicBezTo>
                    <a:cubicBezTo>
                      <a:pt x="282" y="64"/>
                      <a:pt x="326" y="74"/>
                      <a:pt x="388" y="86"/>
                    </a:cubicBezTo>
                    <a:cubicBezTo>
                      <a:pt x="393" y="88"/>
                      <a:pt x="400" y="93"/>
                      <a:pt x="403" y="97"/>
                    </a:cubicBezTo>
                    <a:cubicBezTo>
                      <a:pt x="433" y="143"/>
                      <a:pt x="466" y="145"/>
                      <a:pt x="496" y="162"/>
                    </a:cubicBezTo>
                    <a:cubicBezTo>
                      <a:pt x="526" y="178"/>
                      <a:pt x="540" y="168"/>
                      <a:pt x="572" y="168"/>
                    </a:cubicBezTo>
                    <a:cubicBezTo>
                      <a:pt x="604" y="168"/>
                      <a:pt x="602" y="162"/>
                      <a:pt x="638" y="172"/>
                    </a:cubicBezTo>
                    <a:cubicBezTo>
                      <a:pt x="674" y="182"/>
                      <a:pt x="688" y="193"/>
                      <a:pt x="714" y="191"/>
                    </a:cubicBezTo>
                    <a:cubicBezTo>
                      <a:pt x="740" y="189"/>
                      <a:pt x="744" y="191"/>
                      <a:pt x="760" y="189"/>
                    </a:cubicBezTo>
                    <a:cubicBezTo>
                      <a:pt x="773" y="187"/>
                      <a:pt x="791" y="177"/>
                      <a:pt x="799" y="170"/>
                    </a:cubicBezTo>
                    <a:cubicBezTo>
                      <a:pt x="801" y="168"/>
                      <a:pt x="804" y="166"/>
                      <a:pt x="809" y="166"/>
                    </a:cubicBezTo>
                    <a:cubicBezTo>
                      <a:pt x="841" y="172"/>
                      <a:pt x="870" y="177"/>
                      <a:pt x="902" y="184"/>
                    </a:cubicBezTo>
                    <a:cubicBezTo>
                      <a:pt x="1143" y="228"/>
                      <a:pt x="1143" y="228"/>
                      <a:pt x="1143" y="228"/>
                    </a:cubicBezTo>
                    <a:lnTo>
                      <a:pt x="1137" y="21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0" name="Freeform 200">
                <a:extLst>
                  <a:ext uri="{FF2B5EF4-FFF2-40B4-BE49-F238E27FC236}">
                    <a16:creationId xmlns:a16="http://schemas.microsoft.com/office/drawing/2014/main" id="{3A50E3AC-41E3-4700-8442-6A6080485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361"/>
                <a:ext cx="2981" cy="636"/>
              </a:xfrm>
              <a:custGeom>
                <a:avLst/>
                <a:gdLst>
                  <a:gd name="T0" fmla="*/ 9068 w 1120"/>
                  <a:gd name="T1" fmla="*/ 2612 h 224"/>
                  <a:gd name="T2" fmla="*/ 21117 w 1120"/>
                  <a:gd name="T3" fmla="*/ 5128 h 224"/>
                  <a:gd name="T4" fmla="*/ 21061 w 1120"/>
                  <a:gd name="T5" fmla="*/ 4901 h 224"/>
                  <a:gd name="T6" fmla="*/ 9316 w 1120"/>
                  <a:gd name="T7" fmla="*/ 2379 h 224"/>
                  <a:gd name="T8" fmla="*/ 0 w 1120"/>
                  <a:gd name="T9" fmla="*/ 0 h 224"/>
                  <a:gd name="T10" fmla="*/ 0 w 1120"/>
                  <a:gd name="T11" fmla="*/ 275 h 224"/>
                  <a:gd name="T12" fmla="*/ 9068 w 1120"/>
                  <a:gd name="T13" fmla="*/ 2612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0" h="224">
                    <a:moveTo>
                      <a:pt x="481" y="114"/>
                    </a:moveTo>
                    <a:cubicBezTo>
                      <a:pt x="608" y="138"/>
                      <a:pt x="972" y="197"/>
                      <a:pt x="1120" y="224"/>
                    </a:cubicBezTo>
                    <a:cubicBezTo>
                      <a:pt x="1117" y="214"/>
                      <a:pt x="1117" y="214"/>
                      <a:pt x="1117" y="214"/>
                    </a:cubicBezTo>
                    <a:cubicBezTo>
                      <a:pt x="1117" y="214"/>
                      <a:pt x="630" y="130"/>
                      <a:pt x="494" y="104"/>
                    </a:cubicBezTo>
                    <a:cubicBezTo>
                      <a:pt x="374" y="82"/>
                      <a:pt x="91" y="19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02" y="33"/>
                      <a:pt x="367" y="92"/>
                      <a:pt x="481" y="1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1" name="Freeform 201">
                <a:extLst>
                  <a:ext uri="{FF2B5EF4-FFF2-40B4-BE49-F238E27FC236}">
                    <a16:creationId xmlns:a16="http://schemas.microsoft.com/office/drawing/2014/main" id="{F9C225A7-8D01-440F-ADD7-3D06E92A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230"/>
                <a:ext cx="3057" cy="723"/>
              </a:xfrm>
              <a:custGeom>
                <a:avLst/>
                <a:gdLst>
                  <a:gd name="T0" fmla="*/ 12225 w 1149"/>
                  <a:gd name="T1" fmla="*/ 2807 h 255"/>
                  <a:gd name="T2" fmla="*/ 9301 w 1149"/>
                  <a:gd name="T3" fmla="*/ 2299 h 255"/>
                  <a:gd name="T4" fmla="*/ 5670 w 1149"/>
                  <a:gd name="T5" fmla="*/ 1279 h 255"/>
                  <a:gd name="T6" fmla="*/ 261 w 1149"/>
                  <a:gd name="T7" fmla="*/ 0 h 255"/>
                  <a:gd name="T8" fmla="*/ 0 w 1149"/>
                  <a:gd name="T9" fmla="*/ 1046 h 255"/>
                  <a:gd name="T10" fmla="*/ 77 w 1149"/>
                  <a:gd name="T11" fmla="*/ 819 h 255"/>
                  <a:gd name="T12" fmla="*/ 93 w 1149"/>
                  <a:gd name="T13" fmla="*/ 819 h 255"/>
                  <a:gd name="T14" fmla="*/ 13236 w 1149"/>
                  <a:gd name="T15" fmla="*/ 3899 h 255"/>
                  <a:gd name="T16" fmla="*/ 21186 w 1149"/>
                  <a:gd name="T17" fmla="*/ 5603 h 255"/>
                  <a:gd name="T18" fmla="*/ 21074 w 1149"/>
                  <a:gd name="T19" fmla="*/ 5812 h 255"/>
                  <a:gd name="T20" fmla="*/ 21638 w 1149"/>
                  <a:gd name="T21" fmla="*/ 4857 h 255"/>
                  <a:gd name="T22" fmla="*/ 17930 w 1149"/>
                  <a:gd name="T23" fmla="*/ 4100 h 255"/>
                  <a:gd name="T24" fmla="*/ 12225 w 1149"/>
                  <a:gd name="T25" fmla="*/ 2807 h 2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49" h="255">
                    <a:moveTo>
                      <a:pt x="649" y="123"/>
                    </a:moveTo>
                    <a:cubicBezTo>
                      <a:pt x="611" y="116"/>
                      <a:pt x="519" y="105"/>
                      <a:pt x="494" y="101"/>
                    </a:cubicBezTo>
                    <a:cubicBezTo>
                      <a:pt x="424" y="87"/>
                      <a:pt x="395" y="74"/>
                      <a:pt x="301" y="56"/>
                    </a:cubicBezTo>
                    <a:cubicBezTo>
                      <a:pt x="301" y="56"/>
                      <a:pt x="18" y="2"/>
                      <a:pt x="1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90" y="71"/>
                      <a:pt x="613" y="152"/>
                      <a:pt x="703" y="171"/>
                    </a:cubicBezTo>
                    <a:cubicBezTo>
                      <a:pt x="799" y="190"/>
                      <a:pt x="1085" y="240"/>
                      <a:pt x="1125" y="246"/>
                    </a:cubicBezTo>
                    <a:cubicBezTo>
                      <a:pt x="1119" y="255"/>
                      <a:pt x="1119" y="255"/>
                      <a:pt x="1119" y="255"/>
                    </a:cubicBezTo>
                    <a:cubicBezTo>
                      <a:pt x="1149" y="213"/>
                      <a:pt x="1149" y="213"/>
                      <a:pt x="1149" y="213"/>
                    </a:cubicBezTo>
                    <a:cubicBezTo>
                      <a:pt x="1124" y="209"/>
                      <a:pt x="1040" y="195"/>
                      <a:pt x="952" y="180"/>
                    </a:cubicBezTo>
                    <a:cubicBezTo>
                      <a:pt x="890" y="169"/>
                      <a:pt x="754" y="143"/>
                      <a:pt x="649" y="1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2" name="Freeform 202">
                <a:extLst>
                  <a:ext uri="{FF2B5EF4-FFF2-40B4-BE49-F238E27FC236}">
                    <a16:creationId xmlns:a16="http://schemas.microsoft.com/office/drawing/2014/main" id="{2E4A9A0B-C0AC-4918-9683-506479626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852"/>
                <a:ext cx="900" cy="1283"/>
              </a:xfrm>
              <a:custGeom>
                <a:avLst/>
                <a:gdLst>
                  <a:gd name="T0" fmla="*/ 2601 w 338"/>
                  <a:gd name="T1" fmla="*/ 0 h 452"/>
                  <a:gd name="T2" fmla="*/ 431 w 338"/>
                  <a:gd name="T3" fmla="*/ 934 h 452"/>
                  <a:gd name="T4" fmla="*/ 490 w 338"/>
                  <a:gd name="T5" fmla="*/ 1169 h 452"/>
                  <a:gd name="T6" fmla="*/ 511 w 338"/>
                  <a:gd name="T7" fmla="*/ 1169 h 452"/>
                  <a:gd name="T8" fmla="*/ 2601 w 338"/>
                  <a:gd name="T9" fmla="*/ 250 h 452"/>
                  <a:gd name="T10" fmla="*/ 6191 w 338"/>
                  <a:gd name="T11" fmla="*/ 5172 h 452"/>
                  <a:gd name="T12" fmla="*/ 2601 w 338"/>
                  <a:gd name="T13" fmla="*/ 10088 h 452"/>
                  <a:gd name="T14" fmla="*/ 149 w 338"/>
                  <a:gd name="T15" fmla="*/ 8709 h 452"/>
                  <a:gd name="T16" fmla="*/ 114 w 338"/>
                  <a:gd name="T17" fmla="*/ 8694 h 452"/>
                  <a:gd name="T18" fmla="*/ 0 w 338"/>
                  <a:gd name="T19" fmla="*/ 8896 h 452"/>
                  <a:gd name="T20" fmla="*/ 2601 w 338"/>
                  <a:gd name="T21" fmla="*/ 10338 h 452"/>
                  <a:gd name="T22" fmla="*/ 6380 w 338"/>
                  <a:gd name="T23" fmla="*/ 5172 h 452"/>
                  <a:gd name="T24" fmla="*/ 2601 w 338"/>
                  <a:gd name="T25" fmla="*/ 0 h 4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58" y="26"/>
                      <a:pt x="97" y="11"/>
                      <a:pt x="138" y="11"/>
                    </a:cubicBezTo>
                    <a:cubicBezTo>
                      <a:pt x="241" y="11"/>
                      <a:pt x="328" y="107"/>
                      <a:pt x="328" y="226"/>
                    </a:cubicBezTo>
                    <a:cubicBezTo>
                      <a:pt x="328" y="345"/>
                      <a:pt x="241" y="441"/>
                      <a:pt x="138" y="441"/>
                    </a:cubicBezTo>
                    <a:cubicBezTo>
                      <a:pt x="87" y="441"/>
                      <a:pt x="41" y="418"/>
                      <a:pt x="8" y="381"/>
                    </a:cubicBezTo>
                    <a:cubicBezTo>
                      <a:pt x="6" y="380"/>
                      <a:pt x="6" y="380"/>
                      <a:pt x="6" y="380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3" name="Freeform 203">
                <a:extLst>
                  <a:ext uri="{FF2B5EF4-FFF2-40B4-BE49-F238E27FC236}">
                    <a16:creationId xmlns:a16="http://schemas.microsoft.com/office/drawing/2014/main" id="{B77F268F-2CF9-4070-99CC-4CD72732A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48"/>
                <a:ext cx="638" cy="891"/>
              </a:xfrm>
              <a:custGeom>
                <a:avLst/>
                <a:gdLst>
                  <a:gd name="T0" fmla="*/ 1879 w 240"/>
                  <a:gd name="T1" fmla="*/ 0 h 314"/>
                  <a:gd name="T2" fmla="*/ 93 w 240"/>
                  <a:gd name="T3" fmla="*/ 959 h 314"/>
                  <a:gd name="T4" fmla="*/ 149 w 240"/>
                  <a:gd name="T5" fmla="*/ 1209 h 314"/>
                  <a:gd name="T6" fmla="*/ 1879 w 240"/>
                  <a:gd name="T7" fmla="*/ 224 h 314"/>
                  <a:gd name="T8" fmla="*/ 4317 w 240"/>
                  <a:gd name="T9" fmla="*/ 3592 h 314"/>
                  <a:gd name="T10" fmla="*/ 1879 w 240"/>
                  <a:gd name="T11" fmla="*/ 6949 h 314"/>
                  <a:gd name="T12" fmla="*/ 114 w 240"/>
                  <a:gd name="T13" fmla="*/ 5894 h 314"/>
                  <a:gd name="T14" fmla="*/ 0 w 240"/>
                  <a:gd name="T15" fmla="*/ 6078 h 314"/>
                  <a:gd name="T16" fmla="*/ 1879 w 240"/>
                  <a:gd name="T17" fmla="*/ 7173 h 314"/>
                  <a:gd name="T18" fmla="*/ 4509 w 240"/>
                  <a:gd name="T19" fmla="*/ 3592 h 314"/>
                  <a:gd name="T20" fmla="*/ 187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7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7" y="314"/>
                      <a:pt x="240" y="243"/>
                      <a:pt x="240" y="157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4" name="Freeform 204">
                <a:extLst>
                  <a:ext uri="{FF2B5EF4-FFF2-40B4-BE49-F238E27FC236}">
                    <a16:creationId xmlns:a16="http://schemas.microsoft.com/office/drawing/2014/main" id="{7BACF8FD-617C-492B-BF96-238000A45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014"/>
                <a:ext cx="690" cy="959"/>
              </a:xfrm>
              <a:custGeom>
                <a:avLst/>
                <a:gdLst>
                  <a:gd name="T0" fmla="*/ 2043 w 259"/>
                  <a:gd name="T1" fmla="*/ 0 h 338"/>
                  <a:gd name="T2" fmla="*/ 171 w 259"/>
                  <a:gd name="T3" fmla="*/ 911 h 338"/>
                  <a:gd name="T4" fmla="*/ 248 w 259"/>
                  <a:gd name="T5" fmla="*/ 1231 h 338"/>
                  <a:gd name="T6" fmla="*/ 2043 w 259"/>
                  <a:gd name="T7" fmla="*/ 272 h 338"/>
                  <a:gd name="T8" fmla="*/ 4691 w 259"/>
                  <a:gd name="T9" fmla="*/ 3864 h 338"/>
                  <a:gd name="T10" fmla="*/ 2043 w 259"/>
                  <a:gd name="T11" fmla="*/ 7445 h 338"/>
                  <a:gd name="T12" fmla="*/ 149 w 259"/>
                  <a:gd name="T13" fmla="*/ 6353 h 338"/>
                  <a:gd name="T14" fmla="*/ 0 w 259"/>
                  <a:gd name="T15" fmla="*/ 6577 h 338"/>
                  <a:gd name="T16" fmla="*/ 2043 w 259"/>
                  <a:gd name="T17" fmla="*/ 7720 h 338"/>
                  <a:gd name="T18" fmla="*/ 4897 w 259"/>
                  <a:gd name="T19" fmla="*/ 3864 h 338"/>
                  <a:gd name="T20" fmla="*/ 2043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4"/>
                      <a:pt x="9" y="40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2"/>
                      <a:pt x="248" y="169"/>
                    </a:cubicBezTo>
                    <a:cubicBezTo>
                      <a:pt x="248" y="255"/>
                      <a:pt x="185" y="326"/>
                      <a:pt x="108" y="326"/>
                    </a:cubicBezTo>
                    <a:cubicBezTo>
                      <a:pt x="71" y="326"/>
                      <a:pt x="34" y="308"/>
                      <a:pt x="8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2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348" name="Freeform 205">
              <a:extLst>
                <a:ext uri="{FF2B5EF4-FFF2-40B4-BE49-F238E27FC236}">
                  <a16:creationId xmlns:a16="http://schemas.microsoft.com/office/drawing/2014/main" id="{0B048554-018E-46BA-B1D9-D70AF2B09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852"/>
              <a:ext cx="900" cy="1283"/>
            </a:xfrm>
            <a:custGeom>
              <a:avLst/>
              <a:gdLst>
                <a:gd name="T0" fmla="*/ 2601 w 338"/>
                <a:gd name="T1" fmla="*/ 0 h 452"/>
                <a:gd name="T2" fmla="*/ 431 w 338"/>
                <a:gd name="T3" fmla="*/ 934 h 452"/>
                <a:gd name="T4" fmla="*/ 865 w 338"/>
                <a:gd name="T5" fmla="*/ 2787 h 452"/>
                <a:gd name="T6" fmla="*/ 2601 w 338"/>
                <a:gd name="T7" fmla="*/ 1805 h 452"/>
                <a:gd name="T8" fmla="*/ 5062 w 338"/>
                <a:gd name="T9" fmla="*/ 5172 h 452"/>
                <a:gd name="T10" fmla="*/ 2601 w 338"/>
                <a:gd name="T11" fmla="*/ 8533 h 452"/>
                <a:gd name="T12" fmla="*/ 831 w 338"/>
                <a:gd name="T13" fmla="*/ 7477 h 452"/>
                <a:gd name="T14" fmla="*/ 0 w 338"/>
                <a:gd name="T15" fmla="*/ 8896 h 452"/>
                <a:gd name="T16" fmla="*/ 2601 w 338"/>
                <a:gd name="T17" fmla="*/ 10338 h 452"/>
                <a:gd name="T18" fmla="*/ 6380 w 338"/>
                <a:gd name="T19" fmla="*/ 5172 h 452"/>
                <a:gd name="T20" fmla="*/ 2601 w 338"/>
                <a:gd name="T21" fmla="*/ 0 h 4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8" h="452">
                  <a:moveTo>
                    <a:pt x="138" y="0"/>
                  </a:moveTo>
                  <a:cubicBezTo>
                    <a:pt x="95" y="0"/>
                    <a:pt x="56" y="15"/>
                    <a:pt x="23" y="41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70" y="96"/>
                    <a:pt x="102" y="79"/>
                    <a:pt x="138" y="79"/>
                  </a:cubicBezTo>
                  <a:cubicBezTo>
                    <a:pt x="210" y="79"/>
                    <a:pt x="268" y="145"/>
                    <a:pt x="268" y="226"/>
                  </a:cubicBezTo>
                  <a:cubicBezTo>
                    <a:pt x="268" y="307"/>
                    <a:pt x="210" y="373"/>
                    <a:pt x="138" y="373"/>
                  </a:cubicBezTo>
                  <a:cubicBezTo>
                    <a:pt x="101" y="373"/>
                    <a:pt x="68" y="355"/>
                    <a:pt x="44" y="327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36" y="428"/>
                    <a:pt x="84" y="452"/>
                    <a:pt x="138" y="452"/>
                  </a:cubicBezTo>
                  <a:cubicBezTo>
                    <a:pt x="249" y="452"/>
                    <a:pt x="338" y="351"/>
                    <a:pt x="338" y="226"/>
                  </a:cubicBezTo>
                  <a:cubicBezTo>
                    <a:pt x="338" y="101"/>
                    <a:pt x="249" y="0"/>
                    <a:pt x="138" y="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49" name="Freeform 206">
              <a:extLst>
                <a:ext uri="{FF2B5EF4-FFF2-40B4-BE49-F238E27FC236}">
                  <a16:creationId xmlns:a16="http://schemas.microsoft.com/office/drawing/2014/main" id="{A4C7F0FE-0E47-48B7-A094-78FDE7EDF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287"/>
              <a:ext cx="3350" cy="682"/>
            </a:xfrm>
            <a:custGeom>
              <a:avLst/>
              <a:gdLst>
                <a:gd name="T0" fmla="*/ 23187 w 1259"/>
                <a:gd name="T1" fmla="*/ 4564 h 240"/>
                <a:gd name="T2" fmla="*/ 23719 w 1259"/>
                <a:gd name="T3" fmla="*/ 4612 h 240"/>
                <a:gd name="T4" fmla="*/ 12772 w 1259"/>
                <a:gd name="T5" fmla="*/ 2478 h 240"/>
                <a:gd name="T6" fmla="*/ 2826 w 1259"/>
                <a:gd name="T7" fmla="*/ 185 h 240"/>
                <a:gd name="T8" fmla="*/ 0 w 1259"/>
                <a:gd name="T9" fmla="*/ 597 h 240"/>
                <a:gd name="T10" fmla="*/ 0 w 1259"/>
                <a:gd name="T11" fmla="*/ 597 h 240"/>
                <a:gd name="T12" fmla="*/ 9289 w 1259"/>
                <a:gd name="T13" fmla="*/ 2981 h 240"/>
                <a:gd name="T14" fmla="*/ 21021 w 1259"/>
                <a:gd name="T15" fmla="*/ 5507 h 240"/>
                <a:gd name="T16" fmla="*/ 23187 w 1259"/>
                <a:gd name="T17" fmla="*/ 4564 h 2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9" h="240">
                  <a:moveTo>
                    <a:pt x="1231" y="199"/>
                  </a:moveTo>
                  <a:cubicBezTo>
                    <a:pt x="1241" y="199"/>
                    <a:pt x="1250" y="200"/>
                    <a:pt x="1259" y="201"/>
                  </a:cubicBezTo>
                  <a:cubicBezTo>
                    <a:pt x="1163" y="183"/>
                    <a:pt x="808" y="132"/>
                    <a:pt x="678" y="108"/>
                  </a:cubicBezTo>
                  <a:cubicBezTo>
                    <a:pt x="559" y="85"/>
                    <a:pt x="241" y="26"/>
                    <a:pt x="150" y="8"/>
                  </a:cubicBezTo>
                  <a:cubicBezTo>
                    <a:pt x="112" y="1"/>
                    <a:pt x="32" y="0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92" y="45"/>
                    <a:pt x="374" y="108"/>
                    <a:pt x="493" y="130"/>
                  </a:cubicBezTo>
                  <a:cubicBezTo>
                    <a:pt x="629" y="156"/>
                    <a:pt x="1116" y="240"/>
                    <a:pt x="1116" y="240"/>
                  </a:cubicBezTo>
                  <a:cubicBezTo>
                    <a:pt x="1149" y="214"/>
                    <a:pt x="1188" y="199"/>
                    <a:pt x="1231" y="199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0" name="Freeform 207">
              <a:extLst>
                <a:ext uri="{FF2B5EF4-FFF2-40B4-BE49-F238E27FC236}">
                  <a16:creationId xmlns:a16="http://schemas.microsoft.com/office/drawing/2014/main" id="{74B3717E-BE92-49D0-B64F-8A45900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313"/>
              <a:ext cx="1431" cy="250"/>
            </a:xfrm>
            <a:custGeom>
              <a:avLst/>
              <a:gdLst>
                <a:gd name="T0" fmla="*/ 0 w 538"/>
                <a:gd name="T1" fmla="*/ 227 h 88"/>
                <a:gd name="T2" fmla="*/ 1883 w 538"/>
                <a:gd name="T3" fmla="*/ 185 h 88"/>
                <a:gd name="T4" fmla="*/ 10123 w 538"/>
                <a:gd name="T5" fmla="*/ 2017 h 88"/>
                <a:gd name="T6" fmla="*/ 1995 w 538"/>
                <a:gd name="T7" fmla="*/ 412 h 88"/>
                <a:gd name="T8" fmla="*/ 0 w 538"/>
                <a:gd name="T9" fmla="*/ 227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88">
                  <a:moveTo>
                    <a:pt x="0" y="10"/>
                  </a:moveTo>
                  <a:cubicBezTo>
                    <a:pt x="30" y="0"/>
                    <a:pt x="76" y="2"/>
                    <a:pt x="100" y="8"/>
                  </a:cubicBezTo>
                  <a:cubicBezTo>
                    <a:pt x="124" y="14"/>
                    <a:pt x="486" y="78"/>
                    <a:pt x="538" y="88"/>
                  </a:cubicBezTo>
                  <a:cubicBezTo>
                    <a:pt x="504" y="86"/>
                    <a:pt x="126" y="22"/>
                    <a:pt x="106" y="18"/>
                  </a:cubicBezTo>
                  <a:cubicBezTo>
                    <a:pt x="86" y="14"/>
                    <a:pt x="8" y="2"/>
                    <a:pt x="0" y="10"/>
                  </a:cubicBezTo>
                  <a:close/>
                </a:path>
              </a:pathLst>
            </a:custGeom>
            <a:solidFill>
              <a:srgbClr val="FDE4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1" name="Freeform 208">
              <a:extLst>
                <a:ext uri="{FF2B5EF4-FFF2-40B4-BE49-F238E27FC236}">
                  <a16:creationId xmlns:a16="http://schemas.microsoft.com/office/drawing/2014/main" id="{1669ADB3-6F35-46F3-8762-293FC0ADA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360"/>
              <a:ext cx="3281" cy="772"/>
            </a:xfrm>
            <a:custGeom>
              <a:avLst/>
              <a:gdLst>
                <a:gd name="T0" fmla="*/ 21064 w 1233"/>
                <a:gd name="T1" fmla="*/ 4802 h 272"/>
                <a:gd name="T2" fmla="*/ 21064 w 1233"/>
                <a:gd name="T3" fmla="*/ 4777 h 272"/>
                <a:gd name="T4" fmla="*/ 21043 w 1233"/>
                <a:gd name="T5" fmla="*/ 4777 h 272"/>
                <a:gd name="T6" fmla="*/ 13135 w 1233"/>
                <a:gd name="T7" fmla="*/ 3085 h 272"/>
                <a:gd name="T8" fmla="*/ 0 w 1233"/>
                <a:gd name="T9" fmla="*/ 0 h 272"/>
                <a:gd name="T10" fmla="*/ 2302 w 1233"/>
                <a:gd name="T11" fmla="*/ 1257 h 272"/>
                <a:gd name="T12" fmla="*/ 2903 w 1233"/>
                <a:gd name="T13" fmla="*/ 1419 h 272"/>
                <a:gd name="T14" fmla="*/ 15317 w 1233"/>
                <a:gd name="T15" fmla="*/ 4527 h 272"/>
                <a:gd name="T16" fmla="*/ 23233 w 1233"/>
                <a:gd name="T17" fmla="*/ 6219 h 272"/>
                <a:gd name="T18" fmla="*/ 23233 w 1233"/>
                <a:gd name="T19" fmla="*/ 6196 h 272"/>
                <a:gd name="T20" fmla="*/ 21064 w 1233"/>
                <a:gd name="T21" fmla="*/ 4802 h 2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3" h="272">
                  <a:moveTo>
                    <a:pt x="1118" y="210"/>
                  </a:moveTo>
                  <a:cubicBezTo>
                    <a:pt x="1118" y="209"/>
                    <a:pt x="1118" y="209"/>
                    <a:pt x="1118" y="209"/>
                  </a:cubicBezTo>
                  <a:cubicBezTo>
                    <a:pt x="1117" y="209"/>
                    <a:pt x="1117" y="209"/>
                    <a:pt x="1117" y="209"/>
                  </a:cubicBezTo>
                  <a:cubicBezTo>
                    <a:pt x="1089" y="205"/>
                    <a:pt x="795" y="155"/>
                    <a:pt x="697" y="135"/>
                  </a:cubicBezTo>
                  <a:cubicBezTo>
                    <a:pt x="607" y="117"/>
                    <a:pt x="185" y="36"/>
                    <a:pt x="0" y="0"/>
                  </a:cubicBezTo>
                  <a:cubicBezTo>
                    <a:pt x="26" y="29"/>
                    <a:pt x="86" y="46"/>
                    <a:pt x="122" y="55"/>
                  </a:cubicBezTo>
                  <a:cubicBezTo>
                    <a:pt x="126" y="56"/>
                    <a:pt x="154" y="62"/>
                    <a:pt x="154" y="62"/>
                  </a:cubicBezTo>
                  <a:cubicBezTo>
                    <a:pt x="339" y="98"/>
                    <a:pt x="723" y="179"/>
                    <a:pt x="813" y="198"/>
                  </a:cubicBezTo>
                  <a:cubicBezTo>
                    <a:pt x="911" y="218"/>
                    <a:pt x="1205" y="268"/>
                    <a:pt x="1233" y="272"/>
                  </a:cubicBezTo>
                  <a:cubicBezTo>
                    <a:pt x="1233" y="271"/>
                    <a:pt x="1233" y="271"/>
                    <a:pt x="1233" y="271"/>
                  </a:cubicBezTo>
                  <a:cubicBezTo>
                    <a:pt x="1189" y="265"/>
                    <a:pt x="1148" y="243"/>
                    <a:pt x="1118" y="21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2" name="Freeform 209">
              <a:extLst>
                <a:ext uri="{FF2B5EF4-FFF2-40B4-BE49-F238E27FC236}">
                  <a16:creationId xmlns:a16="http://schemas.microsoft.com/office/drawing/2014/main" id="{41084A0B-6BAE-4AAF-88C4-6216BCDC1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332"/>
              <a:ext cx="2993" cy="621"/>
            </a:xfrm>
            <a:custGeom>
              <a:avLst/>
              <a:gdLst>
                <a:gd name="T0" fmla="*/ 21071 w 1125"/>
                <a:gd name="T1" fmla="*/ 4994 h 219"/>
                <a:gd name="T2" fmla="*/ 21185 w 1125"/>
                <a:gd name="T3" fmla="*/ 4784 h 219"/>
                <a:gd name="T4" fmla="*/ 13236 w 1125"/>
                <a:gd name="T5" fmla="*/ 3079 h 219"/>
                <a:gd name="T6" fmla="*/ 93 w 1125"/>
                <a:gd name="T7" fmla="*/ 0 h 219"/>
                <a:gd name="T8" fmla="*/ 77 w 1125"/>
                <a:gd name="T9" fmla="*/ 0 h 219"/>
                <a:gd name="T10" fmla="*/ 0 w 1125"/>
                <a:gd name="T11" fmla="*/ 224 h 219"/>
                <a:gd name="T12" fmla="*/ 13143 w 1125"/>
                <a:gd name="T13" fmla="*/ 3303 h 219"/>
                <a:gd name="T14" fmla="*/ 21049 w 1125"/>
                <a:gd name="T15" fmla="*/ 4994 h 219"/>
                <a:gd name="T16" fmla="*/ 21071 w 1125"/>
                <a:gd name="T17" fmla="*/ 4994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5" h="219">
                  <a:moveTo>
                    <a:pt x="1119" y="219"/>
                  </a:moveTo>
                  <a:cubicBezTo>
                    <a:pt x="1125" y="210"/>
                    <a:pt x="1125" y="210"/>
                    <a:pt x="1125" y="210"/>
                  </a:cubicBezTo>
                  <a:cubicBezTo>
                    <a:pt x="1085" y="204"/>
                    <a:pt x="799" y="154"/>
                    <a:pt x="703" y="135"/>
                  </a:cubicBezTo>
                  <a:cubicBezTo>
                    <a:pt x="613" y="116"/>
                    <a:pt x="190" y="35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85" y="46"/>
                    <a:pt x="608" y="127"/>
                    <a:pt x="698" y="145"/>
                  </a:cubicBezTo>
                  <a:cubicBezTo>
                    <a:pt x="796" y="165"/>
                    <a:pt x="1090" y="215"/>
                    <a:pt x="1118" y="219"/>
                  </a:cubicBezTo>
                  <a:lnTo>
                    <a:pt x="1119" y="219"/>
                  </a:ln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3" name="Freeform 210">
              <a:extLst>
                <a:ext uri="{FF2B5EF4-FFF2-40B4-BE49-F238E27FC236}">
                  <a16:creationId xmlns:a16="http://schemas.microsoft.com/office/drawing/2014/main" id="{38520AE7-328A-4C36-8AA6-490D41D27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517"/>
              <a:ext cx="3031" cy="653"/>
            </a:xfrm>
            <a:custGeom>
              <a:avLst/>
              <a:gdLst>
                <a:gd name="T0" fmla="*/ 21 w 1139"/>
                <a:gd name="T1" fmla="*/ 275 h 230"/>
                <a:gd name="T2" fmla="*/ 56 w 1139"/>
                <a:gd name="T3" fmla="*/ 298 h 230"/>
                <a:gd name="T4" fmla="*/ 136 w 1139"/>
                <a:gd name="T5" fmla="*/ 298 h 230"/>
                <a:gd name="T6" fmla="*/ 149 w 1139"/>
                <a:gd name="T7" fmla="*/ 324 h 230"/>
                <a:gd name="T8" fmla="*/ 6842 w 1139"/>
                <a:gd name="T9" fmla="*/ 1942 h 230"/>
                <a:gd name="T10" fmla="*/ 7409 w 1139"/>
                <a:gd name="T11" fmla="*/ 2078 h 230"/>
                <a:gd name="T12" fmla="*/ 7691 w 1139"/>
                <a:gd name="T13" fmla="*/ 2314 h 230"/>
                <a:gd name="T14" fmla="*/ 9348 w 1139"/>
                <a:gd name="T15" fmla="*/ 3756 h 230"/>
                <a:gd name="T16" fmla="*/ 10777 w 1139"/>
                <a:gd name="T17" fmla="*/ 3892 h 230"/>
                <a:gd name="T18" fmla="*/ 12026 w 1139"/>
                <a:gd name="T19" fmla="*/ 3983 h 230"/>
                <a:gd name="T20" fmla="*/ 13455 w 1139"/>
                <a:gd name="T21" fmla="*/ 4418 h 230"/>
                <a:gd name="T22" fmla="*/ 14319 w 1139"/>
                <a:gd name="T23" fmla="*/ 4369 h 230"/>
                <a:gd name="T24" fmla="*/ 14963 w 1139"/>
                <a:gd name="T25" fmla="*/ 3983 h 230"/>
                <a:gd name="T26" fmla="*/ 15245 w 1139"/>
                <a:gd name="T27" fmla="*/ 3821 h 230"/>
                <a:gd name="T28" fmla="*/ 15599 w 1139"/>
                <a:gd name="T29" fmla="*/ 3909 h 230"/>
                <a:gd name="T30" fmla="*/ 15599 w 1139"/>
                <a:gd name="T31" fmla="*/ 3909 h 230"/>
                <a:gd name="T32" fmla="*/ 18899 w 1139"/>
                <a:gd name="T33" fmla="*/ 4642 h 230"/>
                <a:gd name="T34" fmla="*/ 18899 w 1139"/>
                <a:gd name="T35" fmla="*/ 4642 h 230"/>
                <a:gd name="T36" fmla="*/ 19014 w 1139"/>
                <a:gd name="T37" fmla="*/ 4690 h 230"/>
                <a:gd name="T38" fmla="*/ 19014 w 1139"/>
                <a:gd name="T39" fmla="*/ 4690 h 230"/>
                <a:gd name="T40" fmla="*/ 19107 w 1139"/>
                <a:gd name="T41" fmla="*/ 4716 h 230"/>
                <a:gd name="T42" fmla="*/ 19128 w 1139"/>
                <a:gd name="T43" fmla="*/ 4716 h 230"/>
                <a:gd name="T44" fmla="*/ 19205 w 1139"/>
                <a:gd name="T45" fmla="*/ 4739 h 230"/>
                <a:gd name="T46" fmla="*/ 19219 w 1139"/>
                <a:gd name="T47" fmla="*/ 4739 h 230"/>
                <a:gd name="T48" fmla="*/ 19298 w 1139"/>
                <a:gd name="T49" fmla="*/ 4764 h 230"/>
                <a:gd name="T50" fmla="*/ 19317 w 1139"/>
                <a:gd name="T51" fmla="*/ 4764 h 230"/>
                <a:gd name="T52" fmla="*/ 19376 w 1139"/>
                <a:gd name="T53" fmla="*/ 4764 h 230"/>
                <a:gd name="T54" fmla="*/ 19389 w 1139"/>
                <a:gd name="T55" fmla="*/ 4781 h 230"/>
                <a:gd name="T56" fmla="*/ 19445 w 1139"/>
                <a:gd name="T57" fmla="*/ 4781 h 230"/>
                <a:gd name="T58" fmla="*/ 19466 w 1139"/>
                <a:gd name="T59" fmla="*/ 4781 h 230"/>
                <a:gd name="T60" fmla="*/ 19503 w 1139"/>
                <a:gd name="T61" fmla="*/ 4804 h 230"/>
                <a:gd name="T62" fmla="*/ 19525 w 1139"/>
                <a:gd name="T63" fmla="*/ 4804 h 230"/>
                <a:gd name="T64" fmla="*/ 19559 w 1139"/>
                <a:gd name="T65" fmla="*/ 4829 h 230"/>
                <a:gd name="T66" fmla="*/ 19580 w 1139"/>
                <a:gd name="T67" fmla="*/ 4829 h 230"/>
                <a:gd name="T68" fmla="*/ 19602 w 1139"/>
                <a:gd name="T69" fmla="*/ 4829 h 230"/>
                <a:gd name="T70" fmla="*/ 19615 w 1139"/>
                <a:gd name="T71" fmla="*/ 4829 h 230"/>
                <a:gd name="T72" fmla="*/ 19636 w 1139"/>
                <a:gd name="T73" fmla="*/ 4852 h 230"/>
                <a:gd name="T74" fmla="*/ 19658 w 1139"/>
                <a:gd name="T75" fmla="*/ 4852 h 230"/>
                <a:gd name="T76" fmla="*/ 19674 w 1139"/>
                <a:gd name="T77" fmla="*/ 4852 h 230"/>
                <a:gd name="T78" fmla="*/ 21464 w 1139"/>
                <a:gd name="T79" fmla="*/ 5264 h 230"/>
                <a:gd name="T80" fmla="*/ 21409 w 1139"/>
                <a:gd name="T81" fmla="*/ 4966 h 230"/>
                <a:gd name="T82" fmla="*/ 18503 w 1139"/>
                <a:gd name="T83" fmla="*/ 4330 h 230"/>
                <a:gd name="T84" fmla="*/ 14490 w 1139"/>
                <a:gd name="T85" fmla="*/ 3433 h 230"/>
                <a:gd name="T86" fmla="*/ 11608 w 1139"/>
                <a:gd name="T87" fmla="*/ 2538 h 230"/>
                <a:gd name="T88" fmla="*/ 7874 w 1139"/>
                <a:gd name="T89" fmla="*/ 1942 h 230"/>
                <a:gd name="T90" fmla="*/ 0 w 1139"/>
                <a:gd name="T91" fmla="*/ 0 h 230"/>
                <a:gd name="T92" fmla="*/ 0 w 1139"/>
                <a:gd name="T93" fmla="*/ 275 h 230"/>
                <a:gd name="T94" fmla="*/ 21 w 1139"/>
                <a:gd name="T95" fmla="*/ 275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39" h="230">
                  <a:moveTo>
                    <a:pt x="1" y="12"/>
                  </a:moveTo>
                  <a:cubicBezTo>
                    <a:pt x="1" y="12"/>
                    <a:pt x="2" y="12"/>
                    <a:pt x="3" y="13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7" y="13"/>
                    <a:pt x="7" y="14"/>
                    <a:pt x="8" y="14"/>
                  </a:cubicBezTo>
                  <a:cubicBezTo>
                    <a:pt x="51" y="22"/>
                    <a:pt x="259" y="65"/>
                    <a:pt x="363" y="85"/>
                  </a:cubicBezTo>
                  <a:cubicBezTo>
                    <a:pt x="374" y="88"/>
                    <a:pt x="384" y="90"/>
                    <a:pt x="393" y="91"/>
                  </a:cubicBezTo>
                  <a:cubicBezTo>
                    <a:pt x="399" y="94"/>
                    <a:pt x="406" y="96"/>
                    <a:pt x="408" y="101"/>
                  </a:cubicBezTo>
                  <a:cubicBezTo>
                    <a:pt x="438" y="147"/>
                    <a:pt x="466" y="147"/>
                    <a:pt x="496" y="164"/>
                  </a:cubicBezTo>
                  <a:cubicBezTo>
                    <a:pt x="526" y="180"/>
                    <a:pt x="540" y="170"/>
                    <a:pt x="572" y="170"/>
                  </a:cubicBezTo>
                  <a:cubicBezTo>
                    <a:pt x="604" y="170"/>
                    <a:pt x="602" y="164"/>
                    <a:pt x="638" y="174"/>
                  </a:cubicBezTo>
                  <a:cubicBezTo>
                    <a:pt x="674" y="184"/>
                    <a:pt x="688" y="195"/>
                    <a:pt x="714" y="193"/>
                  </a:cubicBezTo>
                  <a:cubicBezTo>
                    <a:pt x="740" y="191"/>
                    <a:pt x="744" y="193"/>
                    <a:pt x="760" y="191"/>
                  </a:cubicBezTo>
                  <a:cubicBezTo>
                    <a:pt x="773" y="189"/>
                    <a:pt x="786" y="181"/>
                    <a:pt x="794" y="174"/>
                  </a:cubicBezTo>
                  <a:cubicBezTo>
                    <a:pt x="797" y="171"/>
                    <a:pt x="801" y="168"/>
                    <a:pt x="809" y="167"/>
                  </a:cubicBezTo>
                  <a:cubicBezTo>
                    <a:pt x="815" y="168"/>
                    <a:pt x="822" y="170"/>
                    <a:pt x="828" y="171"/>
                  </a:cubicBezTo>
                  <a:cubicBezTo>
                    <a:pt x="828" y="171"/>
                    <a:pt x="828" y="171"/>
                    <a:pt x="828" y="171"/>
                  </a:cubicBezTo>
                  <a:cubicBezTo>
                    <a:pt x="897" y="183"/>
                    <a:pt x="962" y="195"/>
                    <a:pt x="1003" y="203"/>
                  </a:cubicBezTo>
                  <a:cubicBezTo>
                    <a:pt x="1003" y="203"/>
                    <a:pt x="1003" y="203"/>
                    <a:pt x="1003" y="203"/>
                  </a:cubicBezTo>
                  <a:cubicBezTo>
                    <a:pt x="1005" y="204"/>
                    <a:pt x="1007" y="204"/>
                    <a:pt x="1009" y="205"/>
                  </a:cubicBezTo>
                  <a:cubicBezTo>
                    <a:pt x="1009" y="205"/>
                    <a:pt x="1009" y="205"/>
                    <a:pt x="1009" y="205"/>
                  </a:cubicBezTo>
                  <a:cubicBezTo>
                    <a:pt x="1011" y="205"/>
                    <a:pt x="1013" y="205"/>
                    <a:pt x="1014" y="206"/>
                  </a:cubicBezTo>
                  <a:cubicBezTo>
                    <a:pt x="1014" y="206"/>
                    <a:pt x="1015" y="206"/>
                    <a:pt x="1015" y="206"/>
                  </a:cubicBezTo>
                  <a:cubicBezTo>
                    <a:pt x="1016" y="206"/>
                    <a:pt x="1018" y="206"/>
                    <a:pt x="1019" y="207"/>
                  </a:cubicBezTo>
                  <a:cubicBezTo>
                    <a:pt x="1020" y="207"/>
                    <a:pt x="1020" y="207"/>
                    <a:pt x="1020" y="207"/>
                  </a:cubicBezTo>
                  <a:cubicBezTo>
                    <a:pt x="1022" y="207"/>
                    <a:pt x="1023" y="207"/>
                    <a:pt x="1024" y="208"/>
                  </a:cubicBezTo>
                  <a:cubicBezTo>
                    <a:pt x="1024" y="208"/>
                    <a:pt x="1025" y="208"/>
                    <a:pt x="1025" y="208"/>
                  </a:cubicBezTo>
                  <a:cubicBezTo>
                    <a:pt x="1026" y="208"/>
                    <a:pt x="1027" y="208"/>
                    <a:pt x="1028" y="208"/>
                  </a:cubicBezTo>
                  <a:cubicBezTo>
                    <a:pt x="1029" y="209"/>
                    <a:pt x="1029" y="209"/>
                    <a:pt x="1029" y="209"/>
                  </a:cubicBezTo>
                  <a:cubicBezTo>
                    <a:pt x="1030" y="209"/>
                    <a:pt x="1031" y="209"/>
                    <a:pt x="1032" y="209"/>
                  </a:cubicBezTo>
                  <a:cubicBezTo>
                    <a:pt x="1032" y="209"/>
                    <a:pt x="1033" y="209"/>
                    <a:pt x="1033" y="209"/>
                  </a:cubicBezTo>
                  <a:cubicBezTo>
                    <a:pt x="1034" y="210"/>
                    <a:pt x="1035" y="210"/>
                    <a:pt x="1035" y="210"/>
                  </a:cubicBezTo>
                  <a:cubicBezTo>
                    <a:pt x="1036" y="210"/>
                    <a:pt x="1036" y="210"/>
                    <a:pt x="1036" y="210"/>
                  </a:cubicBezTo>
                  <a:cubicBezTo>
                    <a:pt x="1037" y="210"/>
                    <a:pt x="1038" y="210"/>
                    <a:pt x="1038" y="211"/>
                  </a:cubicBezTo>
                  <a:cubicBezTo>
                    <a:pt x="1038" y="211"/>
                    <a:pt x="1039" y="211"/>
                    <a:pt x="1039" y="211"/>
                  </a:cubicBezTo>
                  <a:cubicBezTo>
                    <a:pt x="1039" y="211"/>
                    <a:pt x="1040" y="211"/>
                    <a:pt x="1040" y="211"/>
                  </a:cubicBezTo>
                  <a:cubicBezTo>
                    <a:pt x="1041" y="211"/>
                    <a:pt x="1041" y="211"/>
                    <a:pt x="1041" y="211"/>
                  </a:cubicBezTo>
                  <a:cubicBezTo>
                    <a:pt x="1042" y="211"/>
                    <a:pt x="1042" y="211"/>
                    <a:pt x="1042" y="212"/>
                  </a:cubicBezTo>
                  <a:cubicBezTo>
                    <a:pt x="1042" y="212"/>
                    <a:pt x="1043" y="212"/>
                    <a:pt x="1043" y="212"/>
                  </a:cubicBezTo>
                  <a:cubicBezTo>
                    <a:pt x="1043" y="212"/>
                    <a:pt x="1043" y="212"/>
                    <a:pt x="1044" y="212"/>
                  </a:cubicBezTo>
                  <a:cubicBezTo>
                    <a:pt x="1094" y="221"/>
                    <a:pt x="1127" y="228"/>
                    <a:pt x="1139" y="230"/>
                  </a:cubicBezTo>
                  <a:cubicBezTo>
                    <a:pt x="1136" y="217"/>
                    <a:pt x="1136" y="217"/>
                    <a:pt x="1136" y="217"/>
                  </a:cubicBezTo>
                  <a:cubicBezTo>
                    <a:pt x="1117" y="214"/>
                    <a:pt x="1061" y="203"/>
                    <a:pt x="982" y="189"/>
                  </a:cubicBezTo>
                  <a:cubicBezTo>
                    <a:pt x="952" y="183"/>
                    <a:pt x="857" y="166"/>
                    <a:pt x="769" y="150"/>
                  </a:cubicBezTo>
                  <a:cubicBezTo>
                    <a:pt x="703" y="138"/>
                    <a:pt x="643" y="116"/>
                    <a:pt x="616" y="111"/>
                  </a:cubicBezTo>
                  <a:cubicBezTo>
                    <a:pt x="552" y="99"/>
                    <a:pt x="483" y="97"/>
                    <a:pt x="418" y="85"/>
                  </a:cubicBezTo>
                  <a:cubicBezTo>
                    <a:pt x="314" y="65"/>
                    <a:pt x="18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1" y="12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4" name="Freeform 211">
              <a:extLst>
                <a:ext uri="{FF2B5EF4-FFF2-40B4-BE49-F238E27FC236}">
                  <a16:creationId xmlns:a16="http://schemas.microsoft.com/office/drawing/2014/main" id="{C39FA80F-84DA-438C-B07E-56BBB1270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517"/>
              <a:ext cx="3031" cy="653"/>
            </a:xfrm>
            <a:custGeom>
              <a:avLst/>
              <a:gdLst>
                <a:gd name="T0" fmla="*/ 21 w 1139"/>
                <a:gd name="T1" fmla="*/ 275 h 230"/>
                <a:gd name="T2" fmla="*/ 56 w 1139"/>
                <a:gd name="T3" fmla="*/ 298 h 230"/>
                <a:gd name="T4" fmla="*/ 136 w 1139"/>
                <a:gd name="T5" fmla="*/ 298 h 230"/>
                <a:gd name="T6" fmla="*/ 149 w 1139"/>
                <a:gd name="T7" fmla="*/ 324 h 230"/>
                <a:gd name="T8" fmla="*/ 6842 w 1139"/>
                <a:gd name="T9" fmla="*/ 1942 h 230"/>
                <a:gd name="T10" fmla="*/ 7409 w 1139"/>
                <a:gd name="T11" fmla="*/ 2078 h 230"/>
                <a:gd name="T12" fmla="*/ 7691 w 1139"/>
                <a:gd name="T13" fmla="*/ 2314 h 230"/>
                <a:gd name="T14" fmla="*/ 9348 w 1139"/>
                <a:gd name="T15" fmla="*/ 3756 h 230"/>
                <a:gd name="T16" fmla="*/ 10777 w 1139"/>
                <a:gd name="T17" fmla="*/ 3892 h 230"/>
                <a:gd name="T18" fmla="*/ 12026 w 1139"/>
                <a:gd name="T19" fmla="*/ 3983 h 230"/>
                <a:gd name="T20" fmla="*/ 13455 w 1139"/>
                <a:gd name="T21" fmla="*/ 4418 h 230"/>
                <a:gd name="T22" fmla="*/ 14319 w 1139"/>
                <a:gd name="T23" fmla="*/ 4369 h 230"/>
                <a:gd name="T24" fmla="*/ 14963 w 1139"/>
                <a:gd name="T25" fmla="*/ 3983 h 230"/>
                <a:gd name="T26" fmla="*/ 15245 w 1139"/>
                <a:gd name="T27" fmla="*/ 3821 h 230"/>
                <a:gd name="T28" fmla="*/ 15599 w 1139"/>
                <a:gd name="T29" fmla="*/ 3909 h 230"/>
                <a:gd name="T30" fmla="*/ 15599 w 1139"/>
                <a:gd name="T31" fmla="*/ 3909 h 230"/>
                <a:gd name="T32" fmla="*/ 18899 w 1139"/>
                <a:gd name="T33" fmla="*/ 4642 h 230"/>
                <a:gd name="T34" fmla="*/ 18899 w 1139"/>
                <a:gd name="T35" fmla="*/ 4642 h 230"/>
                <a:gd name="T36" fmla="*/ 19014 w 1139"/>
                <a:gd name="T37" fmla="*/ 4690 h 230"/>
                <a:gd name="T38" fmla="*/ 19014 w 1139"/>
                <a:gd name="T39" fmla="*/ 4690 h 230"/>
                <a:gd name="T40" fmla="*/ 19107 w 1139"/>
                <a:gd name="T41" fmla="*/ 4716 h 230"/>
                <a:gd name="T42" fmla="*/ 19128 w 1139"/>
                <a:gd name="T43" fmla="*/ 4716 h 230"/>
                <a:gd name="T44" fmla="*/ 19205 w 1139"/>
                <a:gd name="T45" fmla="*/ 4739 h 230"/>
                <a:gd name="T46" fmla="*/ 19219 w 1139"/>
                <a:gd name="T47" fmla="*/ 4739 h 230"/>
                <a:gd name="T48" fmla="*/ 19298 w 1139"/>
                <a:gd name="T49" fmla="*/ 4764 h 230"/>
                <a:gd name="T50" fmla="*/ 19317 w 1139"/>
                <a:gd name="T51" fmla="*/ 4764 h 230"/>
                <a:gd name="T52" fmla="*/ 19376 w 1139"/>
                <a:gd name="T53" fmla="*/ 4764 h 230"/>
                <a:gd name="T54" fmla="*/ 19389 w 1139"/>
                <a:gd name="T55" fmla="*/ 4781 h 230"/>
                <a:gd name="T56" fmla="*/ 19445 w 1139"/>
                <a:gd name="T57" fmla="*/ 4781 h 230"/>
                <a:gd name="T58" fmla="*/ 19466 w 1139"/>
                <a:gd name="T59" fmla="*/ 4781 h 230"/>
                <a:gd name="T60" fmla="*/ 19503 w 1139"/>
                <a:gd name="T61" fmla="*/ 4804 h 230"/>
                <a:gd name="T62" fmla="*/ 19525 w 1139"/>
                <a:gd name="T63" fmla="*/ 4804 h 230"/>
                <a:gd name="T64" fmla="*/ 19559 w 1139"/>
                <a:gd name="T65" fmla="*/ 4829 h 230"/>
                <a:gd name="T66" fmla="*/ 19580 w 1139"/>
                <a:gd name="T67" fmla="*/ 4829 h 230"/>
                <a:gd name="T68" fmla="*/ 19602 w 1139"/>
                <a:gd name="T69" fmla="*/ 4829 h 230"/>
                <a:gd name="T70" fmla="*/ 19615 w 1139"/>
                <a:gd name="T71" fmla="*/ 4829 h 230"/>
                <a:gd name="T72" fmla="*/ 19636 w 1139"/>
                <a:gd name="T73" fmla="*/ 4852 h 230"/>
                <a:gd name="T74" fmla="*/ 19658 w 1139"/>
                <a:gd name="T75" fmla="*/ 4852 h 230"/>
                <a:gd name="T76" fmla="*/ 19674 w 1139"/>
                <a:gd name="T77" fmla="*/ 4852 h 230"/>
                <a:gd name="T78" fmla="*/ 21464 w 1139"/>
                <a:gd name="T79" fmla="*/ 5264 h 230"/>
                <a:gd name="T80" fmla="*/ 21409 w 1139"/>
                <a:gd name="T81" fmla="*/ 4966 h 230"/>
                <a:gd name="T82" fmla="*/ 18503 w 1139"/>
                <a:gd name="T83" fmla="*/ 4330 h 230"/>
                <a:gd name="T84" fmla="*/ 14490 w 1139"/>
                <a:gd name="T85" fmla="*/ 3433 h 230"/>
                <a:gd name="T86" fmla="*/ 11608 w 1139"/>
                <a:gd name="T87" fmla="*/ 2538 h 230"/>
                <a:gd name="T88" fmla="*/ 7874 w 1139"/>
                <a:gd name="T89" fmla="*/ 1942 h 230"/>
                <a:gd name="T90" fmla="*/ 0 w 1139"/>
                <a:gd name="T91" fmla="*/ 0 h 230"/>
                <a:gd name="T92" fmla="*/ 0 w 1139"/>
                <a:gd name="T93" fmla="*/ 275 h 230"/>
                <a:gd name="T94" fmla="*/ 21 w 1139"/>
                <a:gd name="T95" fmla="*/ 275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39" h="230">
                  <a:moveTo>
                    <a:pt x="1" y="12"/>
                  </a:moveTo>
                  <a:cubicBezTo>
                    <a:pt x="1" y="12"/>
                    <a:pt x="2" y="12"/>
                    <a:pt x="3" y="13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7" y="13"/>
                    <a:pt x="7" y="14"/>
                    <a:pt x="8" y="14"/>
                  </a:cubicBezTo>
                  <a:cubicBezTo>
                    <a:pt x="51" y="22"/>
                    <a:pt x="259" y="65"/>
                    <a:pt x="363" y="85"/>
                  </a:cubicBezTo>
                  <a:cubicBezTo>
                    <a:pt x="374" y="88"/>
                    <a:pt x="384" y="90"/>
                    <a:pt x="393" y="91"/>
                  </a:cubicBezTo>
                  <a:cubicBezTo>
                    <a:pt x="399" y="94"/>
                    <a:pt x="406" y="96"/>
                    <a:pt x="408" y="101"/>
                  </a:cubicBezTo>
                  <a:cubicBezTo>
                    <a:pt x="438" y="147"/>
                    <a:pt x="466" y="147"/>
                    <a:pt x="496" y="164"/>
                  </a:cubicBezTo>
                  <a:cubicBezTo>
                    <a:pt x="526" y="180"/>
                    <a:pt x="540" y="170"/>
                    <a:pt x="572" y="170"/>
                  </a:cubicBezTo>
                  <a:cubicBezTo>
                    <a:pt x="604" y="170"/>
                    <a:pt x="602" y="164"/>
                    <a:pt x="638" y="174"/>
                  </a:cubicBezTo>
                  <a:cubicBezTo>
                    <a:pt x="674" y="184"/>
                    <a:pt x="688" y="195"/>
                    <a:pt x="714" y="193"/>
                  </a:cubicBezTo>
                  <a:cubicBezTo>
                    <a:pt x="740" y="191"/>
                    <a:pt x="744" y="193"/>
                    <a:pt x="760" y="191"/>
                  </a:cubicBezTo>
                  <a:cubicBezTo>
                    <a:pt x="773" y="189"/>
                    <a:pt x="786" y="181"/>
                    <a:pt x="794" y="174"/>
                  </a:cubicBezTo>
                  <a:cubicBezTo>
                    <a:pt x="797" y="171"/>
                    <a:pt x="801" y="168"/>
                    <a:pt x="809" y="167"/>
                  </a:cubicBezTo>
                  <a:cubicBezTo>
                    <a:pt x="815" y="168"/>
                    <a:pt x="822" y="170"/>
                    <a:pt x="828" y="171"/>
                  </a:cubicBezTo>
                  <a:cubicBezTo>
                    <a:pt x="828" y="171"/>
                    <a:pt x="828" y="171"/>
                    <a:pt x="828" y="171"/>
                  </a:cubicBezTo>
                  <a:cubicBezTo>
                    <a:pt x="897" y="183"/>
                    <a:pt x="962" y="195"/>
                    <a:pt x="1003" y="203"/>
                  </a:cubicBezTo>
                  <a:cubicBezTo>
                    <a:pt x="1003" y="203"/>
                    <a:pt x="1003" y="203"/>
                    <a:pt x="1003" y="203"/>
                  </a:cubicBezTo>
                  <a:cubicBezTo>
                    <a:pt x="1005" y="204"/>
                    <a:pt x="1007" y="204"/>
                    <a:pt x="1009" y="205"/>
                  </a:cubicBezTo>
                  <a:cubicBezTo>
                    <a:pt x="1009" y="205"/>
                    <a:pt x="1009" y="205"/>
                    <a:pt x="1009" y="205"/>
                  </a:cubicBezTo>
                  <a:cubicBezTo>
                    <a:pt x="1011" y="205"/>
                    <a:pt x="1013" y="205"/>
                    <a:pt x="1014" y="206"/>
                  </a:cubicBezTo>
                  <a:cubicBezTo>
                    <a:pt x="1014" y="206"/>
                    <a:pt x="1015" y="206"/>
                    <a:pt x="1015" y="206"/>
                  </a:cubicBezTo>
                  <a:cubicBezTo>
                    <a:pt x="1016" y="206"/>
                    <a:pt x="1018" y="206"/>
                    <a:pt x="1019" y="207"/>
                  </a:cubicBezTo>
                  <a:cubicBezTo>
                    <a:pt x="1020" y="207"/>
                    <a:pt x="1020" y="207"/>
                    <a:pt x="1020" y="207"/>
                  </a:cubicBezTo>
                  <a:cubicBezTo>
                    <a:pt x="1022" y="207"/>
                    <a:pt x="1023" y="207"/>
                    <a:pt x="1024" y="208"/>
                  </a:cubicBezTo>
                  <a:cubicBezTo>
                    <a:pt x="1024" y="208"/>
                    <a:pt x="1025" y="208"/>
                    <a:pt x="1025" y="208"/>
                  </a:cubicBezTo>
                  <a:cubicBezTo>
                    <a:pt x="1026" y="208"/>
                    <a:pt x="1027" y="208"/>
                    <a:pt x="1028" y="208"/>
                  </a:cubicBezTo>
                  <a:cubicBezTo>
                    <a:pt x="1029" y="209"/>
                    <a:pt x="1029" y="209"/>
                    <a:pt x="1029" y="209"/>
                  </a:cubicBezTo>
                  <a:cubicBezTo>
                    <a:pt x="1030" y="209"/>
                    <a:pt x="1031" y="209"/>
                    <a:pt x="1032" y="209"/>
                  </a:cubicBezTo>
                  <a:cubicBezTo>
                    <a:pt x="1032" y="209"/>
                    <a:pt x="1033" y="209"/>
                    <a:pt x="1033" y="209"/>
                  </a:cubicBezTo>
                  <a:cubicBezTo>
                    <a:pt x="1034" y="210"/>
                    <a:pt x="1035" y="210"/>
                    <a:pt x="1035" y="210"/>
                  </a:cubicBezTo>
                  <a:cubicBezTo>
                    <a:pt x="1036" y="210"/>
                    <a:pt x="1036" y="210"/>
                    <a:pt x="1036" y="210"/>
                  </a:cubicBezTo>
                  <a:cubicBezTo>
                    <a:pt x="1037" y="210"/>
                    <a:pt x="1038" y="210"/>
                    <a:pt x="1038" y="211"/>
                  </a:cubicBezTo>
                  <a:cubicBezTo>
                    <a:pt x="1038" y="211"/>
                    <a:pt x="1039" y="211"/>
                    <a:pt x="1039" y="211"/>
                  </a:cubicBezTo>
                  <a:cubicBezTo>
                    <a:pt x="1039" y="211"/>
                    <a:pt x="1040" y="211"/>
                    <a:pt x="1040" y="211"/>
                  </a:cubicBezTo>
                  <a:cubicBezTo>
                    <a:pt x="1041" y="211"/>
                    <a:pt x="1041" y="211"/>
                    <a:pt x="1041" y="211"/>
                  </a:cubicBezTo>
                  <a:cubicBezTo>
                    <a:pt x="1042" y="211"/>
                    <a:pt x="1042" y="211"/>
                    <a:pt x="1042" y="212"/>
                  </a:cubicBezTo>
                  <a:cubicBezTo>
                    <a:pt x="1042" y="212"/>
                    <a:pt x="1043" y="212"/>
                    <a:pt x="1043" y="212"/>
                  </a:cubicBezTo>
                  <a:cubicBezTo>
                    <a:pt x="1043" y="212"/>
                    <a:pt x="1043" y="212"/>
                    <a:pt x="1044" y="212"/>
                  </a:cubicBezTo>
                  <a:cubicBezTo>
                    <a:pt x="1094" y="221"/>
                    <a:pt x="1127" y="228"/>
                    <a:pt x="1139" y="230"/>
                  </a:cubicBezTo>
                  <a:cubicBezTo>
                    <a:pt x="1136" y="217"/>
                    <a:pt x="1136" y="217"/>
                    <a:pt x="1136" y="217"/>
                  </a:cubicBezTo>
                  <a:cubicBezTo>
                    <a:pt x="1117" y="214"/>
                    <a:pt x="1061" y="203"/>
                    <a:pt x="982" y="189"/>
                  </a:cubicBezTo>
                  <a:cubicBezTo>
                    <a:pt x="952" y="183"/>
                    <a:pt x="857" y="166"/>
                    <a:pt x="769" y="150"/>
                  </a:cubicBezTo>
                  <a:cubicBezTo>
                    <a:pt x="703" y="138"/>
                    <a:pt x="643" y="116"/>
                    <a:pt x="616" y="111"/>
                  </a:cubicBezTo>
                  <a:cubicBezTo>
                    <a:pt x="552" y="99"/>
                    <a:pt x="483" y="97"/>
                    <a:pt x="418" y="85"/>
                  </a:cubicBezTo>
                  <a:cubicBezTo>
                    <a:pt x="314" y="65"/>
                    <a:pt x="18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1" y="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5" name="Freeform 212">
              <a:extLst>
                <a:ext uri="{FF2B5EF4-FFF2-40B4-BE49-F238E27FC236}">
                  <a16:creationId xmlns:a16="http://schemas.microsoft.com/office/drawing/2014/main" id="{4947A858-1CC8-486F-959A-895D3E7FE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361"/>
              <a:ext cx="287" cy="999"/>
            </a:xfrm>
            <a:custGeom>
              <a:avLst/>
              <a:gdLst>
                <a:gd name="T0" fmla="*/ 486 w 108"/>
                <a:gd name="T1" fmla="*/ 0 h 352"/>
                <a:gd name="T2" fmla="*/ 431 w 108"/>
                <a:gd name="T3" fmla="*/ 1740 h 352"/>
                <a:gd name="T4" fmla="*/ 1180 w 108"/>
                <a:gd name="T5" fmla="*/ 1916 h 352"/>
                <a:gd name="T6" fmla="*/ 1990 w 108"/>
                <a:gd name="T7" fmla="*/ 4342 h 352"/>
                <a:gd name="T8" fmla="*/ 1052 w 108"/>
                <a:gd name="T9" fmla="*/ 6701 h 352"/>
                <a:gd name="T10" fmla="*/ 375 w 108"/>
                <a:gd name="T11" fmla="*/ 6564 h 352"/>
                <a:gd name="T12" fmla="*/ 0 w 108"/>
                <a:gd name="T13" fmla="*/ 8046 h 3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352">
                  <a:moveTo>
                    <a:pt x="26" y="0"/>
                  </a:moveTo>
                  <a:cubicBezTo>
                    <a:pt x="23" y="76"/>
                    <a:pt x="23" y="76"/>
                    <a:pt x="23" y="76"/>
                  </a:cubicBezTo>
                  <a:cubicBezTo>
                    <a:pt x="63" y="84"/>
                    <a:pt x="63" y="84"/>
                    <a:pt x="63" y="84"/>
                  </a:cubicBezTo>
                  <a:cubicBezTo>
                    <a:pt x="92" y="102"/>
                    <a:pt x="105" y="145"/>
                    <a:pt x="106" y="190"/>
                  </a:cubicBezTo>
                  <a:cubicBezTo>
                    <a:pt x="108" y="231"/>
                    <a:pt x="86" y="272"/>
                    <a:pt x="56" y="293"/>
                  </a:cubicBezTo>
                  <a:cubicBezTo>
                    <a:pt x="20" y="287"/>
                    <a:pt x="20" y="287"/>
                    <a:pt x="20" y="287"/>
                  </a:cubicBezTo>
                  <a:cubicBezTo>
                    <a:pt x="0" y="352"/>
                    <a:pt x="0" y="352"/>
                    <a:pt x="0" y="35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6" name="Freeform 213">
              <a:extLst>
                <a:ext uri="{FF2B5EF4-FFF2-40B4-BE49-F238E27FC236}">
                  <a16:creationId xmlns:a16="http://schemas.microsoft.com/office/drawing/2014/main" id="{4198CE2A-F5A7-40EB-964A-52CBFFF2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756"/>
              <a:ext cx="107" cy="57"/>
            </a:xfrm>
            <a:custGeom>
              <a:avLst/>
              <a:gdLst>
                <a:gd name="T0" fmla="*/ 0 w 40"/>
                <a:gd name="T1" fmla="*/ 351 h 20"/>
                <a:gd name="T2" fmla="*/ 765 w 40"/>
                <a:gd name="T3" fmla="*/ 46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0">
                  <a:moveTo>
                    <a:pt x="0" y="15"/>
                  </a:moveTo>
                  <a:cubicBezTo>
                    <a:pt x="8" y="0"/>
                    <a:pt x="33" y="9"/>
                    <a:pt x="40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7" name="Freeform 214">
              <a:extLst>
                <a:ext uri="{FF2B5EF4-FFF2-40B4-BE49-F238E27FC236}">
                  <a16:creationId xmlns:a16="http://schemas.microsoft.com/office/drawing/2014/main" id="{32BBF11C-B9BB-465C-8C98-1B82338F1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795"/>
              <a:ext cx="69" cy="32"/>
            </a:xfrm>
            <a:custGeom>
              <a:avLst/>
              <a:gdLst>
                <a:gd name="T0" fmla="*/ 0 w 26"/>
                <a:gd name="T1" fmla="*/ 271 h 11"/>
                <a:gd name="T2" fmla="*/ 486 w 26"/>
                <a:gd name="T3" fmla="*/ 19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4" y="0"/>
                    <a:pt x="18" y="5"/>
                    <a:pt x="26" y="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8" name="Freeform 215">
              <a:extLst>
                <a:ext uri="{FF2B5EF4-FFF2-40B4-BE49-F238E27FC236}">
                  <a16:creationId xmlns:a16="http://schemas.microsoft.com/office/drawing/2014/main" id="{4E05CDEA-4FFD-40B4-B0AA-9C37DE62C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866"/>
              <a:ext cx="80" cy="71"/>
            </a:xfrm>
            <a:custGeom>
              <a:avLst/>
              <a:gdLst>
                <a:gd name="T0" fmla="*/ 56 w 30"/>
                <a:gd name="T1" fmla="*/ 0 h 25"/>
                <a:gd name="T2" fmla="*/ 568 w 30"/>
                <a:gd name="T3" fmla="*/ 43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5">
                  <a:moveTo>
                    <a:pt x="3" y="0"/>
                  </a:moveTo>
                  <a:cubicBezTo>
                    <a:pt x="0" y="15"/>
                    <a:pt x="17" y="25"/>
                    <a:pt x="30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9" name="Freeform 216">
              <a:extLst>
                <a:ext uri="{FF2B5EF4-FFF2-40B4-BE49-F238E27FC236}">
                  <a16:creationId xmlns:a16="http://schemas.microsoft.com/office/drawing/2014/main" id="{F202EE52-DC61-4620-9AA3-58DC4F36D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98"/>
              <a:ext cx="42" cy="48"/>
            </a:xfrm>
            <a:custGeom>
              <a:avLst/>
              <a:gdLst>
                <a:gd name="T0" fmla="*/ 21 w 16"/>
                <a:gd name="T1" fmla="*/ 0 h 17"/>
                <a:gd name="T2" fmla="*/ 289 w 16"/>
                <a:gd name="T3" fmla="*/ 3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" y="0"/>
                  </a:moveTo>
                  <a:cubicBezTo>
                    <a:pt x="0" y="10"/>
                    <a:pt x="6" y="16"/>
                    <a:pt x="16" y="1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0" name="Freeform 217">
              <a:extLst>
                <a:ext uri="{FF2B5EF4-FFF2-40B4-BE49-F238E27FC236}">
                  <a16:creationId xmlns:a16="http://schemas.microsoft.com/office/drawing/2014/main" id="{F7307052-0A8F-4E7C-81A3-3F3A65EC6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810"/>
              <a:ext cx="115" cy="56"/>
            </a:xfrm>
            <a:custGeom>
              <a:avLst/>
              <a:gdLst>
                <a:gd name="T0" fmla="*/ 0 w 43"/>
                <a:gd name="T1" fmla="*/ 283 h 20"/>
                <a:gd name="T2" fmla="*/ 824 w 43"/>
                <a:gd name="T3" fmla="*/ 44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13"/>
                  </a:moveTo>
                  <a:cubicBezTo>
                    <a:pt x="12" y="0"/>
                    <a:pt x="35" y="7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1" name="Freeform 218">
              <a:extLst>
                <a:ext uri="{FF2B5EF4-FFF2-40B4-BE49-F238E27FC236}">
                  <a16:creationId xmlns:a16="http://schemas.microsoft.com/office/drawing/2014/main" id="{E64A1B43-A71E-4D26-92CD-FCBF10AAA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852"/>
              <a:ext cx="96" cy="60"/>
            </a:xfrm>
            <a:custGeom>
              <a:avLst/>
              <a:gdLst>
                <a:gd name="T0" fmla="*/ 0 w 36"/>
                <a:gd name="T1" fmla="*/ 189 h 21"/>
                <a:gd name="T2" fmla="*/ 683 w 36"/>
                <a:gd name="T3" fmla="*/ 48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1">
                  <a:moveTo>
                    <a:pt x="0" y="8"/>
                  </a:moveTo>
                  <a:cubicBezTo>
                    <a:pt x="15" y="0"/>
                    <a:pt x="29" y="7"/>
                    <a:pt x="36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2" name="Freeform 219">
              <a:extLst>
                <a:ext uri="{FF2B5EF4-FFF2-40B4-BE49-F238E27FC236}">
                  <a16:creationId xmlns:a16="http://schemas.microsoft.com/office/drawing/2014/main" id="{2103F34A-E471-4086-BDDA-927734473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52"/>
              <a:ext cx="106" cy="45"/>
            </a:xfrm>
            <a:custGeom>
              <a:avLst/>
              <a:gdLst>
                <a:gd name="T0" fmla="*/ 0 w 40"/>
                <a:gd name="T1" fmla="*/ 158 h 16"/>
                <a:gd name="T2" fmla="*/ 745 w 4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6">
                  <a:moveTo>
                    <a:pt x="0" y="7"/>
                  </a:moveTo>
                  <a:cubicBezTo>
                    <a:pt x="9" y="16"/>
                    <a:pt x="39" y="15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3" name="Freeform 220">
              <a:extLst>
                <a:ext uri="{FF2B5EF4-FFF2-40B4-BE49-F238E27FC236}">
                  <a16:creationId xmlns:a16="http://schemas.microsoft.com/office/drawing/2014/main" id="{8AB9E22F-F81E-4F38-BD85-24AC65ADC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926"/>
              <a:ext cx="75" cy="37"/>
            </a:xfrm>
            <a:custGeom>
              <a:avLst/>
              <a:gdLst>
                <a:gd name="T0" fmla="*/ 0 w 28"/>
                <a:gd name="T1" fmla="*/ 0 h 13"/>
                <a:gd name="T2" fmla="*/ 538 w 28"/>
                <a:gd name="T3" fmla="*/ 21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4" y="11"/>
                    <a:pt x="18" y="13"/>
                    <a:pt x="28" y="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4" name="Freeform 221">
              <a:extLst>
                <a:ext uri="{FF2B5EF4-FFF2-40B4-BE49-F238E27FC236}">
                  <a16:creationId xmlns:a16="http://schemas.microsoft.com/office/drawing/2014/main" id="{B3A94BA3-FBBD-4AAD-8749-3CA58450C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966"/>
              <a:ext cx="99" cy="51"/>
            </a:xfrm>
            <a:custGeom>
              <a:avLst/>
              <a:gdLst>
                <a:gd name="T0" fmla="*/ 0 w 37"/>
                <a:gd name="T1" fmla="*/ 0 h 18"/>
                <a:gd name="T2" fmla="*/ 709 w 37"/>
                <a:gd name="T3" fmla="*/ 24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8">
                  <a:moveTo>
                    <a:pt x="0" y="0"/>
                  </a:moveTo>
                  <a:cubicBezTo>
                    <a:pt x="6" y="13"/>
                    <a:pt x="24" y="18"/>
                    <a:pt x="37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5" name="Freeform 222">
              <a:extLst>
                <a:ext uri="{FF2B5EF4-FFF2-40B4-BE49-F238E27FC236}">
                  <a16:creationId xmlns:a16="http://schemas.microsoft.com/office/drawing/2014/main" id="{31470EB9-3325-4722-9CDA-E5123F337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80"/>
              <a:ext cx="48" cy="48"/>
            </a:xfrm>
            <a:custGeom>
              <a:avLst/>
              <a:gdLst>
                <a:gd name="T0" fmla="*/ 0 w 18"/>
                <a:gd name="T1" fmla="*/ 0 h 17"/>
                <a:gd name="T2" fmla="*/ 341 w 18"/>
                <a:gd name="T3" fmla="*/ 3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0"/>
                  </a:moveTo>
                  <a:cubicBezTo>
                    <a:pt x="2" y="9"/>
                    <a:pt x="8" y="17"/>
                    <a:pt x="18" y="1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6" name="Freeform 223">
              <a:extLst>
                <a:ext uri="{FF2B5EF4-FFF2-40B4-BE49-F238E27FC236}">
                  <a16:creationId xmlns:a16="http://schemas.microsoft.com/office/drawing/2014/main" id="{27F9C1F2-AD78-4FA9-B2CB-AE5375A66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895"/>
              <a:ext cx="106" cy="68"/>
            </a:xfrm>
            <a:custGeom>
              <a:avLst/>
              <a:gdLst>
                <a:gd name="T0" fmla="*/ 0 w 40"/>
                <a:gd name="T1" fmla="*/ 113 h 24"/>
                <a:gd name="T2" fmla="*/ 371 w 40"/>
                <a:gd name="T3" fmla="*/ 136 h 24"/>
                <a:gd name="T4" fmla="*/ 745 w 40"/>
                <a:gd name="T5" fmla="*/ 54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0" y="5"/>
                  </a:moveTo>
                  <a:cubicBezTo>
                    <a:pt x="4" y="0"/>
                    <a:pt x="15" y="4"/>
                    <a:pt x="20" y="6"/>
                  </a:cubicBezTo>
                  <a:cubicBezTo>
                    <a:pt x="29" y="9"/>
                    <a:pt x="37" y="15"/>
                    <a:pt x="40" y="2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7" name="Freeform 224">
              <a:extLst>
                <a:ext uri="{FF2B5EF4-FFF2-40B4-BE49-F238E27FC236}">
                  <a16:creationId xmlns:a16="http://schemas.microsoft.com/office/drawing/2014/main" id="{05E61971-439E-4589-BBF1-292A1778C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960"/>
              <a:ext cx="56" cy="57"/>
            </a:xfrm>
            <a:custGeom>
              <a:avLst/>
              <a:gdLst>
                <a:gd name="T0" fmla="*/ 0 w 21"/>
                <a:gd name="T1" fmla="*/ 0 h 20"/>
                <a:gd name="T2" fmla="*/ 397 w 21"/>
                <a:gd name="T3" fmla="*/ 46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9" y="1"/>
                    <a:pt x="20" y="10"/>
                    <a:pt x="21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8" name="Freeform 225">
              <a:extLst>
                <a:ext uri="{FF2B5EF4-FFF2-40B4-BE49-F238E27FC236}">
                  <a16:creationId xmlns:a16="http://schemas.microsoft.com/office/drawing/2014/main" id="{7390518F-8BC8-488D-AEA0-8557AD59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974"/>
              <a:ext cx="51" cy="63"/>
            </a:xfrm>
            <a:custGeom>
              <a:avLst/>
              <a:gdLst>
                <a:gd name="T0" fmla="*/ 346 w 19"/>
                <a:gd name="T1" fmla="*/ 0 h 22"/>
                <a:gd name="T2" fmla="*/ 0 w 19"/>
                <a:gd name="T3" fmla="*/ 49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18" y="0"/>
                  </a:moveTo>
                  <a:cubicBezTo>
                    <a:pt x="19" y="13"/>
                    <a:pt x="15" y="22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9" name="Freeform 226">
              <a:extLst>
                <a:ext uri="{FF2B5EF4-FFF2-40B4-BE49-F238E27FC236}">
                  <a16:creationId xmlns:a16="http://schemas.microsoft.com/office/drawing/2014/main" id="{E72BB835-D1A5-469E-A9FF-C8D1932AD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011"/>
              <a:ext cx="35" cy="37"/>
            </a:xfrm>
            <a:custGeom>
              <a:avLst/>
              <a:gdLst>
                <a:gd name="T0" fmla="*/ 175 w 13"/>
                <a:gd name="T1" fmla="*/ 0 h 13"/>
                <a:gd name="T2" fmla="*/ 0 w 13"/>
                <a:gd name="T3" fmla="*/ 2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3" y="7"/>
                    <a:pt x="7" y="13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0" name="Freeform 227">
              <a:extLst>
                <a:ext uri="{FF2B5EF4-FFF2-40B4-BE49-F238E27FC236}">
                  <a16:creationId xmlns:a16="http://schemas.microsoft.com/office/drawing/2014/main" id="{B7C1E566-CD6F-4280-B079-205488DF0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773"/>
              <a:ext cx="19" cy="28"/>
            </a:xfrm>
            <a:custGeom>
              <a:avLst/>
              <a:gdLst>
                <a:gd name="T0" fmla="*/ 0 w 7"/>
                <a:gd name="T1" fmla="*/ 109 h 10"/>
                <a:gd name="T2" fmla="*/ 141 w 7"/>
                <a:gd name="T3" fmla="*/ 196 h 10"/>
                <a:gd name="T4" fmla="*/ 6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5"/>
                  </a:moveTo>
                  <a:cubicBezTo>
                    <a:pt x="1" y="7"/>
                    <a:pt x="4" y="10"/>
                    <a:pt x="7" y="9"/>
                  </a:cubicBezTo>
                  <a:cubicBezTo>
                    <a:pt x="7" y="6"/>
                    <a:pt x="5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1" name="Freeform 228">
              <a:extLst>
                <a:ext uri="{FF2B5EF4-FFF2-40B4-BE49-F238E27FC236}">
                  <a16:creationId xmlns:a16="http://schemas.microsoft.com/office/drawing/2014/main" id="{C48AB515-4772-41B0-9642-C18C6B3DC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798"/>
              <a:ext cx="26" cy="34"/>
            </a:xfrm>
            <a:custGeom>
              <a:avLst/>
              <a:gdLst>
                <a:gd name="T0" fmla="*/ 156 w 10"/>
                <a:gd name="T1" fmla="*/ 74 h 12"/>
                <a:gd name="T2" fmla="*/ 109 w 10"/>
                <a:gd name="T3" fmla="*/ 249 h 12"/>
                <a:gd name="T4" fmla="*/ 55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9" y="3"/>
                  </a:moveTo>
                  <a:cubicBezTo>
                    <a:pt x="9" y="6"/>
                    <a:pt x="10" y="11"/>
                    <a:pt x="6" y="11"/>
                  </a:cubicBezTo>
                  <a:cubicBezTo>
                    <a:pt x="0" y="12"/>
                    <a:pt x="2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2" name="Freeform 229">
              <a:extLst>
                <a:ext uri="{FF2B5EF4-FFF2-40B4-BE49-F238E27FC236}">
                  <a16:creationId xmlns:a16="http://schemas.microsoft.com/office/drawing/2014/main" id="{F8688A4B-5698-4A81-AF62-0C303B5AF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866"/>
              <a:ext cx="29" cy="29"/>
            </a:xfrm>
            <a:custGeom>
              <a:avLst/>
              <a:gdLst>
                <a:gd name="T0" fmla="*/ 0 w 11"/>
                <a:gd name="T1" fmla="*/ 75 h 10"/>
                <a:gd name="T2" fmla="*/ 200 w 11"/>
                <a:gd name="T3" fmla="*/ 128 h 10"/>
                <a:gd name="T4" fmla="*/ 21 w 11"/>
                <a:gd name="T5" fmla="*/ 2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2" y="1"/>
                    <a:pt x="11" y="0"/>
                    <a:pt x="11" y="5"/>
                  </a:cubicBezTo>
                  <a:cubicBezTo>
                    <a:pt x="11" y="9"/>
                    <a:pt x="4" y="10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3" name="Freeform 230">
              <a:extLst>
                <a:ext uri="{FF2B5EF4-FFF2-40B4-BE49-F238E27FC236}">
                  <a16:creationId xmlns:a16="http://schemas.microsoft.com/office/drawing/2014/main" id="{B05259F1-52C2-4792-A4D6-CC1DD114A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940"/>
              <a:ext cx="13" cy="9"/>
            </a:xfrm>
            <a:custGeom>
              <a:avLst/>
              <a:gdLst>
                <a:gd name="T0" fmla="*/ 0 w 5"/>
                <a:gd name="T1" fmla="*/ 81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4" name="Freeform 231">
              <a:extLst>
                <a:ext uri="{FF2B5EF4-FFF2-40B4-BE49-F238E27FC236}">
                  <a16:creationId xmlns:a16="http://schemas.microsoft.com/office/drawing/2014/main" id="{97C8F282-36C7-43EF-9666-D9893A674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69"/>
              <a:ext cx="27" cy="22"/>
            </a:xfrm>
            <a:custGeom>
              <a:avLst/>
              <a:gdLst>
                <a:gd name="T0" fmla="*/ 0 w 10"/>
                <a:gd name="T1" fmla="*/ 143 h 8"/>
                <a:gd name="T2" fmla="*/ 138 w 10"/>
                <a:gd name="T3" fmla="*/ 22 h 8"/>
                <a:gd name="T4" fmla="*/ 159 w 10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7"/>
                  </a:moveTo>
                  <a:cubicBezTo>
                    <a:pt x="1" y="5"/>
                    <a:pt x="4" y="0"/>
                    <a:pt x="7" y="1"/>
                  </a:cubicBezTo>
                  <a:cubicBezTo>
                    <a:pt x="10" y="2"/>
                    <a:pt x="9" y="6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5" name="Freeform 232">
              <a:extLst>
                <a:ext uri="{FF2B5EF4-FFF2-40B4-BE49-F238E27FC236}">
                  <a16:creationId xmlns:a16="http://schemas.microsoft.com/office/drawing/2014/main" id="{F7243B52-DF53-4FE7-963D-FF367B01A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824"/>
              <a:ext cx="40" cy="37"/>
            </a:xfrm>
            <a:custGeom>
              <a:avLst/>
              <a:gdLst>
                <a:gd name="T0" fmla="*/ 35 w 15"/>
                <a:gd name="T1" fmla="*/ 48 h 13"/>
                <a:gd name="T2" fmla="*/ 136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2" y="2"/>
                  </a:moveTo>
                  <a:cubicBezTo>
                    <a:pt x="0" y="7"/>
                    <a:pt x="15" y="1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6" name="Freeform 233">
              <a:extLst>
                <a:ext uri="{FF2B5EF4-FFF2-40B4-BE49-F238E27FC236}">
                  <a16:creationId xmlns:a16="http://schemas.microsoft.com/office/drawing/2014/main" id="{A403C084-20DF-4D39-88D4-F4B1D60E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878"/>
              <a:ext cx="29" cy="37"/>
            </a:xfrm>
            <a:custGeom>
              <a:avLst/>
              <a:gdLst>
                <a:gd name="T0" fmla="*/ 111 w 11"/>
                <a:gd name="T1" fmla="*/ 299 h 13"/>
                <a:gd name="T2" fmla="*/ 200 w 11"/>
                <a:gd name="T3" fmla="*/ 48 h 13"/>
                <a:gd name="T4" fmla="*/ 0 w 11"/>
                <a:gd name="T5" fmla="*/ 18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6" y="13"/>
                  </a:moveTo>
                  <a:cubicBezTo>
                    <a:pt x="9" y="11"/>
                    <a:pt x="11" y="6"/>
                    <a:pt x="11" y="2"/>
                  </a:cubicBezTo>
                  <a:cubicBezTo>
                    <a:pt x="8" y="0"/>
                    <a:pt x="2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7" name="Freeform 234">
              <a:extLst>
                <a:ext uri="{FF2B5EF4-FFF2-40B4-BE49-F238E27FC236}">
                  <a16:creationId xmlns:a16="http://schemas.microsoft.com/office/drawing/2014/main" id="{1691BF4B-CEE9-4D57-92B4-42AFEF860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946"/>
              <a:ext cx="3" cy="23"/>
            </a:xfrm>
            <a:custGeom>
              <a:avLst/>
              <a:gdLst>
                <a:gd name="T0" fmla="*/ 0 w 1"/>
                <a:gd name="T1" fmla="*/ 0 h 8"/>
                <a:gd name="T2" fmla="*/ 27 w 1"/>
                <a:gd name="T3" fmla="*/ 19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8" name="Freeform 235">
              <a:extLst>
                <a:ext uri="{FF2B5EF4-FFF2-40B4-BE49-F238E27FC236}">
                  <a16:creationId xmlns:a16="http://schemas.microsoft.com/office/drawing/2014/main" id="{5E5DD2BD-D25D-4D5B-A021-FF84D62A9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969"/>
              <a:ext cx="32" cy="22"/>
            </a:xfrm>
            <a:custGeom>
              <a:avLst/>
              <a:gdLst>
                <a:gd name="T0" fmla="*/ 0 w 12"/>
                <a:gd name="T1" fmla="*/ 47 h 8"/>
                <a:gd name="T2" fmla="*/ 192 w 12"/>
                <a:gd name="T3" fmla="*/ 47 h 8"/>
                <a:gd name="T4" fmla="*/ 136 w 12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2"/>
                  </a:moveTo>
                  <a:cubicBezTo>
                    <a:pt x="2" y="2"/>
                    <a:pt x="9" y="0"/>
                    <a:pt x="10" y="2"/>
                  </a:cubicBezTo>
                  <a:cubicBezTo>
                    <a:pt x="12" y="4"/>
                    <a:pt x="10" y="7"/>
                    <a:pt x="7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9" name="Freeform 236">
              <a:extLst>
                <a:ext uri="{FF2B5EF4-FFF2-40B4-BE49-F238E27FC236}">
                  <a16:creationId xmlns:a16="http://schemas.microsoft.com/office/drawing/2014/main" id="{D7EB1DF3-01E4-4E0B-BD15-712F44487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980"/>
              <a:ext cx="43" cy="34"/>
            </a:xfrm>
            <a:custGeom>
              <a:avLst/>
              <a:gdLst>
                <a:gd name="T0" fmla="*/ 94 w 16"/>
                <a:gd name="T1" fmla="*/ 249 h 12"/>
                <a:gd name="T2" fmla="*/ 274 w 16"/>
                <a:gd name="T3" fmla="*/ 88 h 12"/>
                <a:gd name="T4" fmla="*/ 0 w 16"/>
                <a:gd name="T5" fmla="*/ 16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5" y="11"/>
                  </a:moveTo>
                  <a:cubicBezTo>
                    <a:pt x="8" y="12"/>
                    <a:pt x="16" y="8"/>
                    <a:pt x="14" y="4"/>
                  </a:cubicBezTo>
                  <a:cubicBezTo>
                    <a:pt x="12" y="0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0" name="Freeform 237">
              <a:extLst>
                <a:ext uri="{FF2B5EF4-FFF2-40B4-BE49-F238E27FC236}">
                  <a16:creationId xmlns:a16="http://schemas.microsoft.com/office/drawing/2014/main" id="{59B9D6C0-E34B-40ED-BDFC-3622E79DA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971"/>
              <a:ext cx="45" cy="34"/>
            </a:xfrm>
            <a:custGeom>
              <a:avLst/>
              <a:gdLst>
                <a:gd name="T0" fmla="*/ 315 w 17"/>
                <a:gd name="T1" fmla="*/ 88 h 12"/>
                <a:gd name="T2" fmla="*/ 225 w 17"/>
                <a:gd name="T3" fmla="*/ 2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17" y="4"/>
                  </a:moveTo>
                  <a:cubicBezTo>
                    <a:pt x="9" y="0"/>
                    <a:pt x="0" y="12"/>
                    <a:pt x="12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1" name="Freeform 238">
              <a:extLst>
                <a:ext uri="{FF2B5EF4-FFF2-40B4-BE49-F238E27FC236}">
                  <a16:creationId xmlns:a16="http://schemas.microsoft.com/office/drawing/2014/main" id="{3A72D358-98CE-469A-9151-75C860616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895"/>
              <a:ext cx="21" cy="31"/>
            </a:xfrm>
            <a:custGeom>
              <a:avLst/>
              <a:gdLst>
                <a:gd name="T0" fmla="*/ 21 w 8"/>
                <a:gd name="T1" fmla="*/ 0 h 11"/>
                <a:gd name="T2" fmla="*/ 144 w 8"/>
                <a:gd name="T3" fmla="*/ 4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0"/>
                  </a:moveTo>
                  <a:cubicBezTo>
                    <a:pt x="0" y="8"/>
                    <a:pt x="7" y="11"/>
                    <a:pt x="8" y="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2" name="Freeform 239">
              <a:extLst>
                <a:ext uri="{FF2B5EF4-FFF2-40B4-BE49-F238E27FC236}">
                  <a16:creationId xmlns:a16="http://schemas.microsoft.com/office/drawing/2014/main" id="{75189100-17B7-4449-9F4C-C3F6733C2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997"/>
              <a:ext cx="37" cy="37"/>
            </a:xfrm>
            <a:custGeom>
              <a:avLst/>
              <a:gdLst>
                <a:gd name="T0" fmla="*/ 148 w 14"/>
                <a:gd name="T1" fmla="*/ 299 h 13"/>
                <a:gd name="T2" fmla="*/ 225 w 14"/>
                <a:gd name="T3" fmla="*/ 88 h 13"/>
                <a:gd name="T4" fmla="*/ 0 w 14"/>
                <a:gd name="T5" fmla="*/ 22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3"/>
                  </a:moveTo>
                  <a:cubicBezTo>
                    <a:pt x="10" y="12"/>
                    <a:pt x="14" y="6"/>
                    <a:pt x="12" y="4"/>
                  </a:cubicBezTo>
                  <a:cubicBezTo>
                    <a:pt x="9" y="0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3" name="Freeform 240">
              <a:extLst>
                <a:ext uri="{FF2B5EF4-FFF2-40B4-BE49-F238E27FC236}">
                  <a16:creationId xmlns:a16="http://schemas.microsoft.com/office/drawing/2014/main" id="{6C28C82F-B791-4B4F-B975-BFC45EBF0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40"/>
              <a:ext cx="72" cy="31"/>
            </a:xfrm>
            <a:custGeom>
              <a:avLst/>
              <a:gdLst>
                <a:gd name="T0" fmla="*/ 0 w 27"/>
                <a:gd name="T1" fmla="*/ 0 h 11"/>
                <a:gd name="T2" fmla="*/ 512 w 27"/>
                <a:gd name="T3" fmla="*/ 8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2" y="10"/>
                    <a:pt x="22" y="11"/>
                    <a:pt x="27" y="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4" name="Freeform 241">
              <a:extLst>
                <a:ext uri="{FF2B5EF4-FFF2-40B4-BE49-F238E27FC236}">
                  <a16:creationId xmlns:a16="http://schemas.microsoft.com/office/drawing/2014/main" id="{CA4D2CA1-2DA5-4CF5-BC59-E44809881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437"/>
              <a:ext cx="50" cy="28"/>
            </a:xfrm>
            <a:custGeom>
              <a:avLst/>
              <a:gdLst>
                <a:gd name="T0" fmla="*/ 21 w 19"/>
                <a:gd name="T1" fmla="*/ 0 h 10"/>
                <a:gd name="T2" fmla="*/ 347 w 19"/>
                <a:gd name="T3" fmla="*/ 21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" y="0"/>
                  </a:moveTo>
                  <a:cubicBezTo>
                    <a:pt x="0" y="9"/>
                    <a:pt x="13" y="10"/>
                    <a:pt x="19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5" name="Freeform 242">
              <a:extLst>
                <a:ext uri="{FF2B5EF4-FFF2-40B4-BE49-F238E27FC236}">
                  <a16:creationId xmlns:a16="http://schemas.microsoft.com/office/drawing/2014/main" id="{D268DB12-10EC-4FEA-ADF2-F21DEB99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462"/>
              <a:ext cx="72" cy="34"/>
            </a:xfrm>
            <a:custGeom>
              <a:avLst/>
              <a:gdLst>
                <a:gd name="T0" fmla="*/ 77 w 27"/>
                <a:gd name="T1" fmla="*/ 0 h 12"/>
                <a:gd name="T2" fmla="*/ 512 w 27"/>
                <a:gd name="T3" fmla="*/ 21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4" y="0"/>
                  </a:moveTo>
                  <a:cubicBezTo>
                    <a:pt x="0" y="10"/>
                    <a:pt x="21" y="12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6" name="Freeform 243">
              <a:extLst>
                <a:ext uri="{FF2B5EF4-FFF2-40B4-BE49-F238E27FC236}">
                  <a16:creationId xmlns:a16="http://schemas.microsoft.com/office/drawing/2014/main" id="{C23F9146-1ADE-4568-8D85-40839B55A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474"/>
              <a:ext cx="21" cy="31"/>
            </a:xfrm>
            <a:custGeom>
              <a:avLst/>
              <a:gdLst>
                <a:gd name="T0" fmla="*/ 0 w 8"/>
                <a:gd name="T1" fmla="*/ 0 h 11"/>
                <a:gd name="T2" fmla="*/ 144 w 8"/>
                <a:gd name="T3" fmla="*/ 2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6"/>
                    <a:pt x="2" y="9"/>
                    <a:pt x="8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7" name="Freeform 244">
              <a:extLst>
                <a:ext uri="{FF2B5EF4-FFF2-40B4-BE49-F238E27FC236}">
                  <a16:creationId xmlns:a16="http://schemas.microsoft.com/office/drawing/2014/main" id="{578A11A5-EFDE-4F73-8B96-138868612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40"/>
              <a:ext cx="93" cy="51"/>
            </a:xfrm>
            <a:custGeom>
              <a:avLst/>
              <a:gdLst>
                <a:gd name="T0" fmla="*/ 0 w 35"/>
                <a:gd name="T1" fmla="*/ 48 h 18"/>
                <a:gd name="T2" fmla="*/ 656 w 35"/>
                <a:gd name="T3" fmla="*/ 41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2"/>
                  </a:moveTo>
                  <a:cubicBezTo>
                    <a:pt x="13" y="0"/>
                    <a:pt x="30" y="5"/>
                    <a:pt x="35" y="1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8" name="Freeform 245">
              <a:extLst>
                <a:ext uri="{FF2B5EF4-FFF2-40B4-BE49-F238E27FC236}">
                  <a16:creationId xmlns:a16="http://schemas.microsoft.com/office/drawing/2014/main" id="{A813F062-6653-44C4-BEF0-FF328B3AE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380"/>
              <a:ext cx="82" cy="40"/>
            </a:xfrm>
            <a:custGeom>
              <a:avLst/>
              <a:gdLst>
                <a:gd name="T0" fmla="*/ 0 w 31"/>
                <a:gd name="T1" fmla="*/ 140 h 14"/>
                <a:gd name="T2" fmla="*/ 574 w 31"/>
                <a:gd name="T3" fmla="*/ 3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4">
                  <a:moveTo>
                    <a:pt x="0" y="6"/>
                  </a:moveTo>
                  <a:cubicBezTo>
                    <a:pt x="10" y="0"/>
                    <a:pt x="24" y="8"/>
                    <a:pt x="31" y="1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9" name="Freeform 246">
              <a:extLst>
                <a:ext uri="{FF2B5EF4-FFF2-40B4-BE49-F238E27FC236}">
                  <a16:creationId xmlns:a16="http://schemas.microsoft.com/office/drawing/2014/main" id="{333E4B4B-469F-42A4-AD2D-839DDE78E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485"/>
              <a:ext cx="101" cy="63"/>
            </a:xfrm>
            <a:custGeom>
              <a:avLst/>
              <a:gdLst>
                <a:gd name="T0" fmla="*/ 0 w 38"/>
                <a:gd name="T1" fmla="*/ 0 h 22"/>
                <a:gd name="T2" fmla="*/ 712 w 38"/>
                <a:gd name="T3" fmla="*/ 26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3" y="13"/>
                    <a:pt x="28" y="22"/>
                    <a:pt x="38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0" name="Freeform 247">
              <a:extLst>
                <a:ext uri="{FF2B5EF4-FFF2-40B4-BE49-F238E27FC236}">
                  <a16:creationId xmlns:a16="http://schemas.microsoft.com/office/drawing/2014/main" id="{F34D06AB-D46E-4E5D-8348-C108925DB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496"/>
              <a:ext cx="64" cy="40"/>
            </a:xfrm>
            <a:custGeom>
              <a:avLst/>
              <a:gdLst>
                <a:gd name="T0" fmla="*/ 21 w 24"/>
                <a:gd name="T1" fmla="*/ 0 h 14"/>
                <a:gd name="T2" fmla="*/ 456 w 24"/>
                <a:gd name="T3" fmla="*/ 27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1" y="0"/>
                  </a:moveTo>
                  <a:cubicBezTo>
                    <a:pt x="0" y="9"/>
                    <a:pt x="17" y="14"/>
                    <a:pt x="24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1" name="Freeform 248">
              <a:extLst>
                <a:ext uri="{FF2B5EF4-FFF2-40B4-BE49-F238E27FC236}">
                  <a16:creationId xmlns:a16="http://schemas.microsoft.com/office/drawing/2014/main" id="{DDCDC900-9FD0-4C61-8864-18E86A86F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355"/>
              <a:ext cx="48" cy="31"/>
            </a:xfrm>
            <a:custGeom>
              <a:avLst/>
              <a:gdLst>
                <a:gd name="T0" fmla="*/ 0 w 18"/>
                <a:gd name="T1" fmla="*/ 245 h 11"/>
                <a:gd name="T2" fmla="*/ 341 w 1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1" y="3"/>
                    <a:pt x="11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2" name="Freeform 249">
              <a:extLst>
                <a:ext uri="{FF2B5EF4-FFF2-40B4-BE49-F238E27FC236}">
                  <a16:creationId xmlns:a16="http://schemas.microsoft.com/office/drawing/2014/main" id="{16E74EE6-ED26-4298-87D4-1135471C9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389"/>
              <a:ext cx="19" cy="31"/>
            </a:xfrm>
            <a:custGeom>
              <a:avLst/>
              <a:gdLst>
                <a:gd name="T0" fmla="*/ 0 w 7"/>
                <a:gd name="T1" fmla="*/ 0 h 11"/>
                <a:gd name="T2" fmla="*/ 103 w 7"/>
                <a:gd name="T3" fmla="*/ 2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5" y="3"/>
                    <a:pt x="7" y="6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3" name="Freeform 250">
              <a:extLst>
                <a:ext uri="{FF2B5EF4-FFF2-40B4-BE49-F238E27FC236}">
                  <a16:creationId xmlns:a16="http://schemas.microsoft.com/office/drawing/2014/main" id="{904BE636-03BD-4040-9B5F-B6FA4BBFB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397"/>
              <a:ext cx="26" cy="9"/>
            </a:xfrm>
            <a:custGeom>
              <a:avLst/>
              <a:gdLst>
                <a:gd name="T0" fmla="*/ 0 w 10"/>
                <a:gd name="T1" fmla="*/ 81 h 3"/>
                <a:gd name="T2" fmla="*/ 177 w 10"/>
                <a:gd name="T3" fmla="*/ 2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1" y="0"/>
                    <a:pt x="7" y="0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4" name="Freeform 251">
              <a:extLst>
                <a:ext uri="{FF2B5EF4-FFF2-40B4-BE49-F238E27FC236}">
                  <a16:creationId xmlns:a16="http://schemas.microsoft.com/office/drawing/2014/main" id="{7098DBFC-1EA4-40DB-A8E9-1C1684E4B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349"/>
              <a:ext cx="5" cy="20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3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5" name="Freeform 252">
              <a:extLst>
                <a:ext uri="{FF2B5EF4-FFF2-40B4-BE49-F238E27FC236}">
                  <a16:creationId xmlns:a16="http://schemas.microsoft.com/office/drawing/2014/main" id="{BBECE8A3-04DC-4ABD-A596-C78A66524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383"/>
              <a:ext cx="27" cy="43"/>
            </a:xfrm>
            <a:custGeom>
              <a:avLst/>
              <a:gdLst>
                <a:gd name="T0" fmla="*/ 103 w 10"/>
                <a:gd name="T1" fmla="*/ 353 h 15"/>
                <a:gd name="T2" fmla="*/ 159 w 10"/>
                <a:gd name="T3" fmla="*/ 140 h 15"/>
                <a:gd name="T4" fmla="*/ 0 w 10"/>
                <a:gd name="T5" fmla="*/ 27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5" y="15"/>
                  </a:moveTo>
                  <a:cubicBezTo>
                    <a:pt x="8" y="13"/>
                    <a:pt x="10" y="10"/>
                    <a:pt x="8" y="6"/>
                  </a:cubicBezTo>
                  <a:cubicBezTo>
                    <a:pt x="5" y="0"/>
                    <a:pt x="1" y="8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6" name="Freeform 253">
              <a:extLst>
                <a:ext uri="{FF2B5EF4-FFF2-40B4-BE49-F238E27FC236}">
                  <a16:creationId xmlns:a16="http://schemas.microsoft.com/office/drawing/2014/main" id="{222E4B5E-15B9-4151-B1E9-B785B23F6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471"/>
              <a:ext cx="40" cy="37"/>
            </a:xfrm>
            <a:custGeom>
              <a:avLst/>
              <a:gdLst>
                <a:gd name="T0" fmla="*/ 0 w 15"/>
                <a:gd name="T1" fmla="*/ 228 h 13"/>
                <a:gd name="T2" fmla="*/ 77 w 15"/>
                <a:gd name="T3" fmla="*/ 29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0"/>
                  </a:moveTo>
                  <a:cubicBezTo>
                    <a:pt x="9" y="0"/>
                    <a:pt x="15" y="13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7" name="Freeform 254">
              <a:extLst>
                <a:ext uri="{FF2B5EF4-FFF2-40B4-BE49-F238E27FC236}">
                  <a16:creationId xmlns:a16="http://schemas.microsoft.com/office/drawing/2014/main" id="{29F40A0F-58E2-4091-9189-A6A82BEEF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338"/>
              <a:ext cx="2" cy="19"/>
            </a:xfrm>
            <a:custGeom>
              <a:avLst/>
              <a:gdLst>
                <a:gd name="T0" fmla="*/ 8 w 1"/>
                <a:gd name="T1" fmla="*/ 0 h 7"/>
                <a:gd name="T2" fmla="*/ 8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3"/>
                    <a:pt x="1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8" name="Freeform 255">
              <a:extLst>
                <a:ext uri="{FF2B5EF4-FFF2-40B4-BE49-F238E27FC236}">
                  <a16:creationId xmlns:a16="http://schemas.microsoft.com/office/drawing/2014/main" id="{6F970933-7352-4057-91F1-ED0AA1982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43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9" name="Freeform 256">
              <a:extLst>
                <a:ext uri="{FF2B5EF4-FFF2-40B4-BE49-F238E27FC236}">
                  <a16:creationId xmlns:a16="http://schemas.microsoft.com/office/drawing/2014/main" id="{11C5E46B-3F39-47EF-9EAC-983C73492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374"/>
              <a:ext cx="10" cy="9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8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2" y="2"/>
                    <a:pt x="4" y="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0" name="Freeform 257">
              <a:extLst>
                <a:ext uri="{FF2B5EF4-FFF2-40B4-BE49-F238E27FC236}">
                  <a16:creationId xmlns:a16="http://schemas.microsoft.com/office/drawing/2014/main" id="{13ABD549-D60D-486B-8423-286F880DA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513"/>
              <a:ext cx="21" cy="23"/>
            </a:xfrm>
            <a:custGeom>
              <a:avLst/>
              <a:gdLst>
                <a:gd name="T0" fmla="*/ 76 w 8"/>
                <a:gd name="T1" fmla="*/ 190 h 8"/>
                <a:gd name="T2" fmla="*/ 76 w 8"/>
                <a:gd name="T3" fmla="*/ 26 h 8"/>
                <a:gd name="T4" fmla="*/ 0 w 8"/>
                <a:gd name="T5" fmla="*/ 19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cubicBezTo>
                    <a:pt x="6" y="7"/>
                    <a:pt x="8" y="1"/>
                    <a:pt x="4" y="1"/>
                  </a:cubicBezTo>
                  <a:cubicBezTo>
                    <a:pt x="2" y="0"/>
                    <a:pt x="0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1" name="Freeform 258">
              <a:extLst>
                <a:ext uri="{FF2B5EF4-FFF2-40B4-BE49-F238E27FC236}">
                  <a16:creationId xmlns:a16="http://schemas.microsoft.com/office/drawing/2014/main" id="{AD5A18BA-9019-48F5-AF87-2AE86348D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821"/>
              <a:ext cx="1134" cy="304"/>
            </a:xfrm>
            <a:custGeom>
              <a:avLst/>
              <a:gdLst>
                <a:gd name="T0" fmla="*/ 751 w 426"/>
                <a:gd name="T1" fmla="*/ 276 h 107"/>
                <a:gd name="T2" fmla="*/ 1416 w 426"/>
                <a:gd name="T3" fmla="*/ 460 h 107"/>
                <a:gd name="T4" fmla="*/ 2076 w 426"/>
                <a:gd name="T5" fmla="*/ 645 h 107"/>
                <a:gd name="T6" fmla="*/ 4187 w 426"/>
                <a:gd name="T7" fmla="*/ 1259 h 107"/>
                <a:gd name="T8" fmla="*/ 6378 w 426"/>
                <a:gd name="T9" fmla="*/ 1654 h 107"/>
                <a:gd name="T10" fmla="*/ 7943 w 426"/>
                <a:gd name="T11" fmla="*/ 1557 h 107"/>
                <a:gd name="T12" fmla="*/ 8036 w 426"/>
                <a:gd name="T13" fmla="*/ 1631 h 107"/>
                <a:gd name="T14" fmla="*/ 7674 w 426"/>
                <a:gd name="T15" fmla="*/ 2091 h 107"/>
                <a:gd name="T16" fmla="*/ 7094 w 426"/>
                <a:gd name="T17" fmla="*/ 2341 h 107"/>
                <a:gd name="T18" fmla="*/ 5492 w 426"/>
                <a:gd name="T19" fmla="*/ 2244 h 107"/>
                <a:gd name="T20" fmla="*/ 3961 w 426"/>
                <a:gd name="T21" fmla="*/ 2091 h 107"/>
                <a:gd name="T22" fmla="*/ 2191 w 426"/>
                <a:gd name="T23" fmla="*/ 2043 h 107"/>
                <a:gd name="T24" fmla="*/ 793 w 426"/>
                <a:gd name="T25" fmla="*/ 1219 h 107"/>
                <a:gd name="T26" fmla="*/ 341 w 426"/>
                <a:gd name="T27" fmla="*/ 736 h 107"/>
                <a:gd name="T28" fmla="*/ 0 w 426"/>
                <a:gd name="T29" fmla="*/ 0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6" h="107">
                  <a:moveTo>
                    <a:pt x="40" y="12"/>
                  </a:moveTo>
                  <a:cubicBezTo>
                    <a:pt x="48" y="18"/>
                    <a:pt x="65" y="19"/>
                    <a:pt x="75" y="20"/>
                  </a:cubicBezTo>
                  <a:cubicBezTo>
                    <a:pt x="90" y="22"/>
                    <a:pt x="95" y="25"/>
                    <a:pt x="110" y="28"/>
                  </a:cubicBezTo>
                  <a:cubicBezTo>
                    <a:pt x="148" y="38"/>
                    <a:pt x="184" y="45"/>
                    <a:pt x="222" y="55"/>
                  </a:cubicBezTo>
                  <a:cubicBezTo>
                    <a:pt x="257" y="65"/>
                    <a:pt x="302" y="67"/>
                    <a:pt x="338" y="72"/>
                  </a:cubicBezTo>
                  <a:cubicBezTo>
                    <a:pt x="368" y="76"/>
                    <a:pt x="392" y="79"/>
                    <a:pt x="421" y="68"/>
                  </a:cubicBezTo>
                  <a:cubicBezTo>
                    <a:pt x="423" y="67"/>
                    <a:pt x="424" y="71"/>
                    <a:pt x="426" y="71"/>
                  </a:cubicBezTo>
                  <a:cubicBezTo>
                    <a:pt x="423" y="79"/>
                    <a:pt x="414" y="85"/>
                    <a:pt x="407" y="91"/>
                  </a:cubicBezTo>
                  <a:cubicBezTo>
                    <a:pt x="398" y="98"/>
                    <a:pt x="387" y="100"/>
                    <a:pt x="376" y="102"/>
                  </a:cubicBezTo>
                  <a:cubicBezTo>
                    <a:pt x="349" y="107"/>
                    <a:pt x="318" y="104"/>
                    <a:pt x="291" y="98"/>
                  </a:cubicBezTo>
                  <a:cubicBezTo>
                    <a:pt x="265" y="92"/>
                    <a:pt x="237" y="91"/>
                    <a:pt x="210" y="91"/>
                  </a:cubicBezTo>
                  <a:cubicBezTo>
                    <a:pt x="179" y="91"/>
                    <a:pt x="146" y="98"/>
                    <a:pt x="116" y="89"/>
                  </a:cubicBezTo>
                  <a:cubicBezTo>
                    <a:pt x="89" y="81"/>
                    <a:pt x="66" y="68"/>
                    <a:pt x="42" y="53"/>
                  </a:cubicBezTo>
                  <a:cubicBezTo>
                    <a:pt x="33" y="47"/>
                    <a:pt x="26" y="40"/>
                    <a:pt x="18" y="32"/>
                  </a:cubicBezTo>
                  <a:cubicBezTo>
                    <a:pt x="16" y="29"/>
                    <a:pt x="1" y="5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2" name="Freeform 259">
              <a:extLst>
                <a:ext uri="{FF2B5EF4-FFF2-40B4-BE49-F238E27FC236}">
                  <a16:creationId xmlns:a16="http://schemas.microsoft.com/office/drawing/2014/main" id="{C8144642-7F72-48E6-9606-D30EDFCF8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133"/>
              <a:ext cx="1112" cy="338"/>
            </a:xfrm>
            <a:custGeom>
              <a:avLst/>
              <a:gdLst>
                <a:gd name="T0" fmla="*/ 793 w 418"/>
                <a:gd name="T1" fmla="*/ 1630 h 119"/>
                <a:gd name="T2" fmla="*/ 1338 w 418"/>
                <a:gd name="T3" fmla="*/ 1718 h 119"/>
                <a:gd name="T4" fmla="*/ 2596 w 418"/>
                <a:gd name="T5" fmla="*/ 2082 h 119"/>
                <a:gd name="T6" fmla="*/ 2881 w 418"/>
                <a:gd name="T7" fmla="*/ 1968 h 119"/>
                <a:gd name="T8" fmla="*/ 3823 w 418"/>
                <a:gd name="T9" fmla="*/ 2042 h 119"/>
                <a:gd name="T10" fmla="*/ 4932 w 418"/>
                <a:gd name="T11" fmla="*/ 2244 h 119"/>
                <a:gd name="T12" fmla="*/ 6135 w 418"/>
                <a:gd name="T13" fmla="*/ 2451 h 119"/>
                <a:gd name="T14" fmla="*/ 6680 w 418"/>
                <a:gd name="T15" fmla="*/ 2565 h 119"/>
                <a:gd name="T16" fmla="*/ 7396 w 418"/>
                <a:gd name="T17" fmla="*/ 2704 h 119"/>
                <a:gd name="T18" fmla="*/ 7007 w 418"/>
                <a:gd name="T19" fmla="*/ 1653 h 119"/>
                <a:gd name="T20" fmla="*/ 3969 w 418"/>
                <a:gd name="T21" fmla="*/ 114 h 119"/>
                <a:gd name="T22" fmla="*/ 1168 w 418"/>
                <a:gd name="T23" fmla="*/ 250 h 119"/>
                <a:gd name="T24" fmla="*/ 226 w 418"/>
                <a:gd name="T25" fmla="*/ 574 h 119"/>
                <a:gd name="T26" fmla="*/ 77 w 418"/>
                <a:gd name="T27" fmla="*/ 1258 h 119"/>
                <a:gd name="T28" fmla="*/ 694 w 418"/>
                <a:gd name="T29" fmla="*/ 1332 h 1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8" h="119">
                  <a:moveTo>
                    <a:pt x="42" y="71"/>
                  </a:moveTo>
                  <a:cubicBezTo>
                    <a:pt x="50" y="76"/>
                    <a:pt x="62" y="75"/>
                    <a:pt x="71" y="75"/>
                  </a:cubicBezTo>
                  <a:cubicBezTo>
                    <a:pt x="80" y="76"/>
                    <a:pt x="129" y="90"/>
                    <a:pt x="138" y="91"/>
                  </a:cubicBezTo>
                  <a:cubicBezTo>
                    <a:pt x="157" y="92"/>
                    <a:pt x="134" y="84"/>
                    <a:pt x="153" y="86"/>
                  </a:cubicBezTo>
                  <a:cubicBezTo>
                    <a:pt x="169" y="87"/>
                    <a:pt x="186" y="88"/>
                    <a:pt x="203" y="89"/>
                  </a:cubicBezTo>
                  <a:cubicBezTo>
                    <a:pt x="223" y="90"/>
                    <a:pt x="242" y="95"/>
                    <a:pt x="262" y="98"/>
                  </a:cubicBezTo>
                  <a:cubicBezTo>
                    <a:pt x="283" y="101"/>
                    <a:pt x="305" y="104"/>
                    <a:pt x="326" y="107"/>
                  </a:cubicBezTo>
                  <a:cubicBezTo>
                    <a:pt x="336" y="109"/>
                    <a:pt x="345" y="110"/>
                    <a:pt x="355" y="112"/>
                  </a:cubicBezTo>
                  <a:cubicBezTo>
                    <a:pt x="366" y="114"/>
                    <a:pt x="381" y="119"/>
                    <a:pt x="393" y="118"/>
                  </a:cubicBezTo>
                  <a:cubicBezTo>
                    <a:pt x="418" y="114"/>
                    <a:pt x="378" y="77"/>
                    <a:pt x="372" y="72"/>
                  </a:cubicBezTo>
                  <a:cubicBezTo>
                    <a:pt x="328" y="34"/>
                    <a:pt x="269" y="11"/>
                    <a:pt x="211" y="5"/>
                  </a:cubicBezTo>
                  <a:cubicBezTo>
                    <a:pt x="161" y="0"/>
                    <a:pt x="112" y="8"/>
                    <a:pt x="62" y="11"/>
                  </a:cubicBezTo>
                  <a:cubicBezTo>
                    <a:pt x="48" y="12"/>
                    <a:pt x="20" y="10"/>
                    <a:pt x="12" y="25"/>
                  </a:cubicBezTo>
                  <a:cubicBezTo>
                    <a:pt x="7" y="33"/>
                    <a:pt x="0" y="45"/>
                    <a:pt x="4" y="55"/>
                  </a:cubicBezTo>
                  <a:cubicBezTo>
                    <a:pt x="6" y="60"/>
                    <a:pt x="31" y="56"/>
                    <a:pt x="37" y="5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3" name="Freeform 260">
              <a:extLst>
                <a:ext uri="{FF2B5EF4-FFF2-40B4-BE49-F238E27FC236}">
                  <a16:creationId xmlns:a16="http://schemas.microsoft.com/office/drawing/2014/main" id="{AED5FD23-8984-44F0-9622-41A1A0EE7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69"/>
              <a:ext cx="26" cy="14"/>
            </a:xfrm>
            <a:custGeom>
              <a:avLst/>
              <a:gdLst>
                <a:gd name="T0" fmla="*/ 0 w 10"/>
                <a:gd name="T1" fmla="*/ 48 h 5"/>
                <a:gd name="T2" fmla="*/ 88 w 10"/>
                <a:gd name="T3" fmla="*/ 22 h 5"/>
                <a:gd name="T4" fmla="*/ 177 w 10"/>
                <a:gd name="T5" fmla="*/ 87 h 5"/>
                <a:gd name="T6" fmla="*/ 88 w 10"/>
                <a:gd name="T7" fmla="*/ 109 h 5"/>
                <a:gd name="T8" fmla="*/ 0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4" name="Freeform 261">
              <a:extLst>
                <a:ext uri="{FF2B5EF4-FFF2-40B4-BE49-F238E27FC236}">
                  <a16:creationId xmlns:a16="http://schemas.microsoft.com/office/drawing/2014/main" id="{D84187AA-3EF3-44DB-9696-65D3506BC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395"/>
              <a:ext cx="26" cy="15"/>
            </a:xfrm>
            <a:custGeom>
              <a:avLst/>
              <a:gdLst>
                <a:gd name="T0" fmla="*/ 0 w 10"/>
                <a:gd name="T1" fmla="*/ 54 h 5"/>
                <a:gd name="T2" fmla="*/ 88 w 10"/>
                <a:gd name="T3" fmla="*/ 27 h 5"/>
                <a:gd name="T4" fmla="*/ 177 w 10"/>
                <a:gd name="T5" fmla="*/ 108 h 5"/>
                <a:gd name="T6" fmla="*/ 88 w 10"/>
                <a:gd name="T7" fmla="*/ 135 h 5"/>
                <a:gd name="T8" fmla="*/ 0 w 10"/>
                <a:gd name="T9" fmla="*/ 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5" name="Freeform 262">
              <a:extLst>
                <a:ext uri="{FF2B5EF4-FFF2-40B4-BE49-F238E27FC236}">
                  <a16:creationId xmlns:a16="http://schemas.microsoft.com/office/drawing/2014/main" id="{B39E37DA-A2B0-4F64-A023-5CEA8ABC6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554"/>
              <a:ext cx="26" cy="14"/>
            </a:xfrm>
            <a:custGeom>
              <a:avLst/>
              <a:gdLst>
                <a:gd name="T0" fmla="*/ 0 w 10"/>
                <a:gd name="T1" fmla="*/ 22 h 5"/>
                <a:gd name="T2" fmla="*/ 88 w 10"/>
                <a:gd name="T3" fmla="*/ 0 h 5"/>
                <a:gd name="T4" fmla="*/ 156 w 10"/>
                <a:gd name="T5" fmla="*/ 62 h 5"/>
                <a:gd name="T6" fmla="*/ 68 w 10"/>
                <a:gd name="T7" fmla="*/ 87 h 5"/>
                <a:gd name="T8" fmla="*/ 0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6" name="Freeform 263">
              <a:extLst>
                <a:ext uri="{FF2B5EF4-FFF2-40B4-BE49-F238E27FC236}">
                  <a16:creationId xmlns:a16="http://schemas.microsoft.com/office/drawing/2014/main" id="{97D622BF-7B9E-4829-8891-B4AC86A0A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625"/>
              <a:ext cx="26" cy="14"/>
            </a:xfrm>
            <a:custGeom>
              <a:avLst/>
              <a:gdLst>
                <a:gd name="T0" fmla="*/ 0 w 10"/>
                <a:gd name="T1" fmla="*/ 22 h 5"/>
                <a:gd name="T2" fmla="*/ 88 w 10"/>
                <a:gd name="T3" fmla="*/ 0 h 5"/>
                <a:gd name="T4" fmla="*/ 156 w 10"/>
                <a:gd name="T5" fmla="*/ 62 h 5"/>
                <a:gd name="T6" fmla="*/ 68 w 10"/>
                <a:gd name="T7" fmla="*/ 87 h 5"/>
                <a:gd name="T8" fmla="*/ 0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7" name="Freeform 264">
              <a:extLst>
                <a:ext uri="{FF2B5EF4-FFF2-40B4-BE49-F238E27FC236}">
                  <a16:creationId xmlns:a16="http://schemas.microsoft.com/office/drawing/2014/main" id="{5E421C18-C1FD-4D99-83F9-BBA21A10C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696"/>
              <a:ext cx="27" cy="12"/>
            </a:xfrm>
            <a:custGeom>
              <a:avLst/>
              <a:gdLst>
                <a:gd name="T0" fmla="*/ 22 w 10"/>
                <a:gd name="T1" fmla="*/ 27 h 4"/>
                <a:gd name="T2" fmla="*/ 116 w 10"/>
                <a:gd name="T3" fmla="*/ 0 h 4"/>
                <a:gd name="T4" fmla="*/ 197 w 10"/>
                <a:gd name="T5" fmla="*/ 81 h 4"/>
                <a:gd name="T6" fmla="*/ 103 w 10"/>
                <a:gd name="T7" fmla="*/ 108 h 4"/>
                <a:gd name="T8" fmla="*/ 22 w 10"/>
                <a:gd name="T9" fmla="*/ 2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4"/>
                    <a:pt x="5" y="4"/>
                  </a:cubicBezTo>
                  <a:cubicBezTo>
                    <a:pt x="2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8" name="Freeform 265">
              <a:extLst>
                <a:ext uri="{FF2B5EF4-FFF2-40B4-BE49-F238E27FC236}">
                  <a16:creationId xmlns:a16="http://schemas.microsoft.com/office/drawing/2014/main" id="{DD18EFB5-CE8B-4508-811C-A9A4F57DA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770"/>
              <a:ext cx="27" cy="14"/>
            </a:xfrm>
            <a:custGeom>
              <a:avLst/>
              <a:gdLst>
                <a:gd name="T0" fmla="*/ 0 w 10"/>
                <a:gd name="T1" fmla="*/ 22 h 5"/>
                <a:gd name="T2" fmla="*/ 103 w 10"/>
                <a:gd name="T3" fmla="*/ 0 h 5"/>
                <a:gd name="T4" fmla="*/ 197 w 10"/>
                <a:gd name="T5" fmla="*/ 62 h 5"/>
                <a:gd name="T6" fmla="*/ 103 w 10"/>
                <a:gd name="T7" fmla="*/ 87 h 5"/>
                <a:gd name="T8" fmla="*/ 0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5"/>
                    <a:pt x="5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9" name="Freeform 266">
              <a:extLst>
                <a:ext uri="{FF2B5EF4-FFF2-40B4-BE49-F238E27FC236}">
                  <a16:creationId xmlns:a16="http://schemas.microsoft.com/office/drawing/2014/main" id="{E1595243-C00A-4A33-A52C-982237A94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838"/>
              <a:ext cx="27" cy="11"/>
            </a:xfrm>
            <a:custGeom>
              <a:avLst/>
              <a:gdLst>
                <a:gd name="T0" fmla="*/ 0 w 10"/>
                <a:gd name="T1" fmla="*/ 22 h 4"/>
                <a:gd name="T2" fmla="*/ 103 w 10"/>
                <a:gd name="T3" fmla="*/ 0 h 4"/>
                <a:gd name="T4" fmla="*/ 197 w 10"/>
                <a:gd name="T5" fmla="*/ 61 h 4"/>
                <a:gd name="T6" fmla="*/ 103 w 10"/>
                <a:gd name="T7" fmla="*/ 83 h 4"/>
                <a:gd name="T8" fmla="*/ 0 w 10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8" y="0"/>
                    <a:pt x="10" y="2"/>
                    <a:pt x="10" y="3"/>
                  </a:cubicBezTo>
                  <a:cubicBezTo>
                    <a:pt x="10" y="4"/>
                    <a:pt x="7" y="4"/>
                    <a:pt x="5" y="4"/>
                  </a:cubicBezTo>
                  <a:cubicBezTo>
                    <a:pt x="2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0" name="Freeform 267">
              <a:extLst>
                <a:ext uri="{FF2B5EF4-FFF2-40B4-BE49-F238E27FC236}">
                  <a16:creationId xmlns:a16="http://schemas.microsoft.com/office/drawing/2014/main" id="{6A21C96E-B741-4B2E-B94B-91A986D11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898"/>
              <a:ext cx="24" cy="14"/>
            </a:xfrm>
            <a:custGeom>
              <a:avLst/>
              <a:gdLst>
                <a:gd name="T0" fmla="*/ 0 w 9"/>
                <a:gd name="T1" fmla="*/ 48 h 5"/>
                <a:gd name="T2" fmla="*/ 93 w 9"/>
                <a:gd name="T3" fmla="*/ 22 h 5"/>
                <a:gd name="T4" fmla="*/ 171 w 9"/>
                <a:gd name="T5" fmla="*/ 62 h 5"/>
                <a:gd name="T6" fmla="*/ 77 w 9"/>
                <a:gd name="T7" fmla="*/ 109 h 5"/>
                <a:gd name="T8" fmla="*/ 0 w 9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1" name="Freeform 268">
              <a:extLst>
                <a:ext uri="{FF2B5EF4-FFF2-40B4-BE49-F238E27FC236}">
                  <a16:creationId xmlns:a16="http://schemas.microsoft.com/office/drawing/2014/main" id="{26870C23-E37D-4949-B2E5-B0890A2ED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940"/>
              <a:ext cx="27" cy="14"/>
            </a:xfrm>
            <a:custGeom>
              <a:avLst/>
              <a:gdLst>
                <a:gd name="T0" fmla="*/ 0 w 10"/>
                <a:gd name="T1" fmla="*/ 48 h 5"/>
                <a:gd name="T2" fmla="*/ 103 w 10"/>
                <a:gd name="T3" fmla="*/ 22 h 5"/>
                <a:gd name="T4" fmla="*/ 197 w 10"/>
                <a:gd name="T5" fmla="*/ 87 h 5"/>
                <a:gd name="T6" fmla="*/ 103 w 10"/>
                <a:gd name="T7" fmla="*/ 109 h 5"/>
                <a:gd name="T8" fmla="*/ 0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2" name="Freeform 269">
              <a:extLst>
                <a:ext uri="{FF2B5EF4-FFF2-40B4-BE49-F238E27FC236}">
                  <a16:creationId xmlns:a16="http://schemas.microsoft.com/office/drawing/2014/main" id="{03C792AB-312F-452A-B3F0-8A45D0373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16"/>
              <a:ext cx="27" cy="15"/>
            </a:xfrm>
            <a:custGeom>
              <a:avLst/>
              <a:gdLst>
                <a:gd name="T0" fmla="*/ 22 w 10"/>
                <a:gd name="T1" fmla="*/ 54 h 5"/>
                <a:gd name="T2" fmla="*/ 116 w 10"/>
                <a:gd name="T3" fmla="*/ 27 h 5"/>
                <a:gd name="T4" fmla="*/ 197 w 10"/>
                <a:gd name="T5" fmla="*/ 108 h 5"/>
                <a:gd name="T6" fmla="*/ 103 w 10"/>
                <a:gd name="T7" fmla="*/ 135 h 5"/>
                <a:gd name="T8" fmla="*/ 22 w 10"/>
                <a:gd name="T9" fmla="*/ 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3" name="Freeform 270">
              <a:extLst>
                <a:ext uri="{FF2B5EF4-FFF2-40B4-BE49-F238E27FC236}">
                  <a16:creationId xmlns:a16="http://schemas.microsoft.com/office/drawing/2014/main" id="{7E19FA87-925A-4B80-B1CF-235C34ACE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877"/>
              <a:ext cx="24" cy="14"/>
            </a:xfrm>
            <a:custGeom>
              <a:avLst/>
              <a:gdLst>
                <a:gd name="T0" fmla="*/ 0 w 9"/>
                <a:gd name="T1" fmla="*/ 48 h 5"/>
                <a:gd name="T2" fmla="*/ 93 w 9"/>
                <a:gd name="T3" fmla="*/ 22 h 5"/>
                <a:gd name="T4" fmla="*/ 171 w 9"/>
                <a:gd name="T5" fmla="*/ 87 h 5"/>
                <a:gd name="T6" fmla="*/ 77 w 9"/>
                <a:gd name="T7" fmla="*/ 109 h 5"/>
                <a:gd name="T8" fmla="*/ 0 w 9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3"/>
                    <a:pt x="9" y="4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4" name="Freeform 271">
              <a:extLst>
                <a:ext uri="{FF2B5EF4-FFF2-40B4-BE49-F238E27FC236}">
                  <a16:creationId xmlns:a16="http://schemas.microsoft.com/office/drawing/2014/main" id="{A4E67598-9FA3-4E2D-9484-363E1C3DD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03"/>
              <a:ext cx="27" cy="14"/>
            </a:xfrm>
            <a:custGeom>
              <a:avLst/>
              <a:gdLst>
                <a:gd name="T0" fmla="*/ 22 w 10"/>
                <a:gd name="T1" fmla="*/ 48 h 5"/>
                <a:gd name="T2" fmla="*/ 116 w 10"/>
                <a:gd name="T3" fmla="*/ 22 h 5"/>
                <a:gd name="T4" fmla="*/ 197 w 10"/>
                <a:gd name="T5" fmla="*/ 87 h 5"/>
                <a:gd name="T6" fmla="*/ 103 w 10"/>
                <a:gd name="T7" fmla="*/ 109 h 5"/>
                <a:gd name="T8" fmla="*/ 22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5" name="Freeform 272">
              <a:extLst>
                <a:ext uri="{FF2B5EF4-FFF2-40B4-BE49-F238E27FC236}">
                  <a16:creationId xmlns:a16="http://schemas.microsoft.com/office/drawing/2014/main" id="{03A38B65-7D91-40CB-B73A-A1C4E2B43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735"/>
              <a:ext cx="24" cy="14"/>
            </a:xfrm>
            <a:custGeom>
              <a:avLst/>
              <a:gdLst>
                <a:gd name="T0" fmla="*/ 0 w 9"/>
                <a:gd name="T1" fmla="*/ 48 h 5"/>
                <a:gd name="T2" fmla="*/ 93 w 9"/>
                <a:gd name="T3" fmla="*/ 22 h 5"/>
                <a:gd name="T4" fmla="*/ 171 w 9"/>
                <a:gd name="T5" fmla="*/ 87 h 5"/>
                <a:gd name="T6" fmla="*/ 77 w 9"/>
                <a:gd name="T7" fmla="*/ 109 h 5"/>
                <a:gd name="T8" fmla="*/ 0 w 9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3"/>
                    <a:pt x="9" y="4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6" name="Freeform 273">
              <a:extLst>
                <a:ext uri="{FF2B5EF4-FFF2-40B4-BE49-F238E27FC236}">
                  <a16:creationId xmlns:a16="http://schemas.microsoft.com/office/drawing/2014/main" id="{5FD0100B-120D-4C70-BD3C-C71290FC7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658"/>
              <a:ext cx="27" cy="14"/>
            </a:xfrm>
            <a:custGeom>
              <a:avLst/>
              <a:gdLst>
                <a:gd name="T0" fmla="*/ 0 w 10"/>
                <a:gd name="T1" fmla="*/ 48 h 5"/>
                <a:gd name="T2" fmla="*/ 103 w 10"/>
                <a:gd name="T3" fmla="*/ 22 h 5"/>
                <a:gd name="T4" fmla="*/ 176 w 10"/>
                <a:gd name="T5" fmla="*/ 62 h 5"/>
                <a:gd name="T6" fmla="*/ 81 w 10"/>
                <a:gd name="T7" fmla="*/ 87 h 5"/>
                <a:gd name="T8" fmla="*/ 0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1"/>
                    <a:pt x="3" y="0"/>
                    <a:pt x="5" y="1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7" name="Freeform 274">
              <a:extLst>
                <a:ext uri="{FF2B5EF4-FFF2-40B4-BE49-F238E27FC236}">
                  <a16:creationId xmlns:a16="http://schemas.microsoft.com/office/drawing/2014/main" id="{0771D38D-7EC8-4FD2-98B0-5A34A4734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582"/>
              <a:ext cx="24" cy="11"/>
            </a:xfrm>
            <a:custGeom>
              <a:avLst/>
              <a:gdLst>
                <a:gd name="T0" fmla="*/ 0 w 9"/>
                <a:gd name="T1" fmla="*/ 22 h 4"/>
                <a:gd name="T2" fmla="*/ 93 w 9"/>
                <a:gd name="T3" fmla="*/ 0 h 4"/>
                <a:gd name="T4" fmla="*/ 171 w 9"/>
                <a:gd name="T5" fmla="*/ 61 h 4"/>
                <a:gd name="T6" fmla="*/ 77 w 9"/>
                <a:gd name="T7" fmla="*/ 83 h 4"/>
                <a:gd name="T8" fmla="*/ 0 w 9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8" y="1"/>
                    <a:pt x="9" y="2"/>
                    <a:pt x="9" y="3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8" name="Freeform 275">
              <a:extLst>
                <a:ext uri="{FF2B5EF4-FFF2-40B4-BE49-F238E27FC236}">
                  <a16:creationId xmlns:a16="http://schemas.microsoft.com/office/drawing/2014/main" id="{FBAFB757-9F6B-4D2F-A161-3DC12D222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508"/>
              <a:ext cx="27" cy="11"/>
            </a:xfrm>
            <a:custGeom>
              <a:avLst/>
              <a:gdLst>
                <a:gd name="T0" fmla="*/ 22 w 10"/>
                <a:gd name="T1" fmla="*/ 22 h 4"/>
                <a:gd name="T2" fmla="*/ 116 w 10"/>
                <a:gd name="T3" fmla="*/ 0 h 4"/>
                <a:gd name="T4" fmla="*/ 197 w 10"/>
                <a:gd name="T5" fmla="*/ 61 h 4"/>
                <a:gd name="T6" fmla="*/ 103 w 10"/>
                <a:gd name="T7" fmla="*/ 83 h 4"/>
                <a:gd name="T8" fmla="*/ 22 w 10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4"/>
                    <a:pt x="5" y="4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9" name="Freeform 276">
              <a:extLst>
                <a:ext uri="{FF2B5EF4-FFF2-40B4-BE49-F238E27FC236}">
                  <a16:creationId xmlns:a16="http://schemas.microsoft.com/office/drawing/2014/main" id="{C13ECDEA-3845-480A-85B1-635FC977F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434"/>
              <a:ext cx="27" cy="14"/>
            </a:xfrm>
            <a:custGeom>
              <a:avLst/>
              <a:gdLst>
                <a:gd name="T0" fmla="*/ 0 w 10"/>
                <a:gd name="T1" fmla="*/ 48 h 5"/>
                <a:gd name="T2" fmla="*/ 103 w 10"/>
                <a:gd name="T3" fmla="*/ 22 h 5"/>
                <a:gd name="T4" fmla="*/ 197 w 10"/>
                <a:gd name="T5" fmla="*/ 87 h 5"/>
                <a:gd name="T6" fmla="*/ 103 w 10"/>
                <a:gd name="T7" fmla="*/ 109 h 5"/>
                <a:gd name="T8" fmla="*/ 0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0" name="Freeform 277">
              <a:extLst>
                <a:ext uri="{FF2B5EF4-FFF2-40B4-BE49-F238E27FC236}">
                  <a16:creationId xmlns:a16="http://schemas.microsoft.com/office/drawing/2014/main" id="{3EC602C3-1001-41F9-AAC0-478B8F753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366"/>
              <a:ext cx="27" cy="14"/>
            </a:xfrm>
            <a:custGeom>
              <a:avLst/>
              <a:gdLst>
                <a:gd name="T0" fmla="*/ 22 w 10"/>
                <a:gd name="T1" fmla="*/ 22 h 5"/>
                <a:gd name="T2" fmla="*/ 116 w 10"/>
                <a:gd name="T3" fmla="*/ 0 h 5"/>
                <a:gd name="T4" fmla="*/ 197 w 10"/>
                <a:gd name="T5" fmla="*/ 62 h 5"/>
                <a:gd name="T6" fmla="*/ 103 w 10"/>
                <a:gd name="T7" fmla="*/ 87 h 5"/>
                <a:gd name="T8" fmla="*/ 22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8" y="5"/>
                    <a:pt x="5" y="4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1" name="Freeform 278">
              <a:extLst>
                <a:ext uri="{FF2B5EF4-FFF2-40B4-BE49-F238E27FC236}">
                  <a16:creationId xmlns:a16="http://schemas.microsoft.com/office/drawing/2014/main" id="{F122E925-BE41-4496-BCAE-817ABDBE5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883"/>
              <a:ext cx="26" cy="15"/>
            </a:xfrm>
            <a:custGeom>
              <a:avLst/>
              <a:gdLst>
                <a:gd name="T0" fmla="*/ 0 w 10"/>
                <a:gd name="T1" fmla="*/ 108 h 5"/>
                <a:gd name="T2" fmla="*/ 88 w 10"/>
                <a:gd name="T3" fmla="*/ 27 h 5"/>
                <a:gd name="T4" fmla="*/ 177 w 10"/>
                <a:gd name="T5" fmla="*/ 27 h 5"/>
                <a:gd name="T6" fmla="*/ 88 w 10"/>
                <a:gd name="T7" fmla="*/ 108 h 5"/>
                <a:gd name="T8" fmla="*/ 0 w 10"/>
                <a:gd name="T9" fmla="*/ 10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7" y="0"/>
                    <a:pt x="9" y="0"/>
                    <a:pt x="10" y="1"/>
                  </a:cubicBezTo>
                  <a:cubicBezTo>
                    <a:pt x="10" y="2"/>
                    <a:pt x="8" y="4"/>
                    <a:pt x="5" y="4"/>
                  </a:cubicBezTo>
                  <a:cubicBezTo>
                    <a:pt x="3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2" name="Freeform 279">
              <a:extLst>
                <a:ext uri="{FF2B5EF4-FFF2-40B4-BE49-F238E27FC236}">
                  <a16:creationId xmlns:a16="http://schemas.microsoft.com/office/drawing/2014/main" id="{87895D39-7489-44AB-8D77-57A39281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869"/>
              <a:ext cx="24" cy="12"/>
            </a:xfrm>
            <a:custGeom>
              <a:avLst/>
              <a:gdLst>
                <a:gd name="T0" fmla="*/ 0 w 9"/>
                <a:gd name="T1" fmla="*/ 54 h 4"/>
                <a:gd name="T2" fmla="*/ 93 w 9"/>
                <a:gd name="T3" fmla="*/ 0 h 4"/>
                <a:gd name="T4" fmla="*/ 171 w 9"/>
                <a:gd name="T5" fmla="*/ 54 h 4"/>
                <a:gd name="T6" fmla="*/ 77 w 9"/>
                <a:gd name="T7" fmla="*/ 108 h 4"/>
                <a:gd name="T8" fmla="*/ 0 w 9"/>
                <a:gd name="T9" fmla="*/ 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1"/>
                    <a:pt x="9" y="2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3" name="Freeform 280">
              <a:extLst>
                <a:ext uri="{FF2B5EF4-FFF2-40B4-BE49-F238E27FC236}">
                  <a16:creationId xmlns:a16="http://schemas.microsoft.com/office/drawing/2014/main" id="{6BA366F2-3960-4341-BC4C-DD0331C3C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005"/>
              <a:ext cx="22" cy="23"/>
            </a:xfrm>
            <a:custGeom>
              <a:avLst/>
              <a:gdLst>
                <a:gd name="T0" fmla="*/ 22 w 8"/>
                <a:gd name="T1" fmla="*/ 26 h 8"/>
                <a:gd name="T2" fmla="*/ 107 w 8"/>
                <a:gd name="T3" fmla="*/ 75 h 8"/>
                <a:gd name="T4" fmla="*/ 143 w 8"/>
                <a:gd name="T5" fmla="*/ 167 h 8"/>
                <a:gd name="T6" fmla="*/ 61 w 8"/>
                <a:gd name="T7" fmla="*/ 115 h 8"/>
                <a:gd name="T8" fmla="*/ 22 w 8"/>
                <a:gd name="T9" fmla="*/ 2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1" y="0"/>
                    <a:pt x="3" y="1"/>
                    <a:pt x="5" y="3"/>
                  </a:cubicBezTo>
                  <a:cubicBezTo>
                    <a:pt x="7" y="4"/>
                    <a:pt x="8" y="7"/>
                    <a:pt x="7" y="7"/>
                  </a:cubicBezTo>
                  <a:cubicBezTo>
                    <a:pt x="7" y="8"/>
                    <a:pt x="5" y="7"/>
                    <a:pt x="3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4" name="Freeform 281">
              <a:extLst>
                <a:ext uri="{FF2B5EF4-FFF2-40B4-BE49-F238E27FC236}">
                  <a16:creationId xmlns:a16="http://schemas.microsoft.com/office/drawing/2014/main" id="{A83D19F1-D07A-4F81-8CB9-E9A71A14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244"/>
              <a:ext cx="16" cy="25"/>
            </a:xfrm>
            <a:custGeom>
              <a:avLst/>
              <a:gdLst>
                <a:gd name="T0" fmla="*/ 21 w 6"/>
                <a:gd name="T1" fmla="*/ 0 h 9"/>
                <a:gd name="T2" fmla="*/ 93 w 6"/>
                <a:gd name="T3" fmla="*/ 86 h 9"/>
                <a:gd name="T4" fmla="*/ 93 w 6"/>
                <a:gd name="T5" fmla="*/ 192 h 9"/>
                <a:gd name="T6" fmla="*/ 35 w 6"/>
                <a:gd name="T7" fmla="*/ 108 h 9"/>
                <a:gd name="T8" fmla="*/ 21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2" y="0"/>
                    <a:pt x="4" y="1"/>
                    <a:pt x="5" y="4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4" y="9"/>
                    <a:pt x="3" y="8"/>
                    <a:pt x="2" y="5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5" name="Freeform 282">
              <a:extLst>
                <a:ext uri="{FF2B5EF4-FFF2-40B4-BE49-F238E27FC236}">
                  <a16:creationId xmlns:a16="http://schemas.microsoft.com/office/drawing/2014/main" id="{D2FB8C32-49A1-4473-957E-1885AFA45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516"/>
              <a:ext cx="11" cy="29"/>
            </a:xfrm>
            <a:custGeom>
              <a:avLst/>
              <a:gdLst>
                <a:gd name="T0" fmla="*/ 47 w 4"/>
                <a:gd name="T1" fmla="*/ 0 h 10"/>
                <a:gd name="T2" fmla="*/ 83 w 4"/>
                <a:gd name="T3" fmla="*/ 128 h 10"/>
                <a:gd name="T4" fmla="*/ 22 w 4"/>
                <a:gd name="T5" fmla="*/ 244 h 10"/>
                <a:gd name="T6" fmla="*/ 0 w 4"/>
                <a:gd name="T7" fmla="*/ 128 h 10"/>
                <a:gd name="T8" fmla="*/ 47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3" y="0"/>
                    <a:pt x="4" y="3"/>
                    <a:pt x="4" y="5"/>
                  </a:cubicBezTo>
                  <a:cubicBezTo>
                    <a:pt x="4" y="8"/>
                    <a:pt x="2" y="10"/>
                    <a:pt x="1" y="10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6" name="Freeform 283">
              <a:extLst>
                <a:ext uri="{FF2B5EF4-FFF2-40B4-BE49-F238E27FC236}">
                  <a16:creationId xmlns:a16="http://schemas.microsoft.com/office/drawing/2014/main" id="{1426C6E9-8510-42C8-8492-EB28E0F88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772"/>
              <a:ext cx="16" cy="28"/>
            </a:xfrm>
            <a:custGeom>
              <a:avLst/>
              <a:gdLst>
                <a:gd name="T0" fmla="*/ 93 w 6"/>
                <a:gd name="T1" fmla="*/ 22 h 10"/>
                <a:gd name="T2" fmla="*/ 93 w 6"/>
                <a:gd name="T3" fmla="*/ 134 h 10"/>
                <a:gd name="T4" fmla="*/ 21 w 6"/>
                <a:gd name="T5" fmla="*/ 196 h 10"/>
                <a:gd name="T6" fmla="*/ 21 w 6"/>
                <a:gd name="T7" fmla="*/ 87 h 10"/>
                <a:gd name="T8" fmla="*/ 93 w 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5" y="1"/>
                  </a:moveTo>
                  <a:cubicBezTo>
                    <a:pt x="6" y="1"/>
                    <a:pt x="6" y="3"/>
                    <a:pt x="5" y="6"/>
                  </a:cubicBezTo>
                  <a:cubicBezTo>
                    <a:pt x="4" y="8"/>
                    <a:pt x="2" y="10"/>
                    <a:pt x="1" y="9"/>
                  </a:cubicBezTo>
                  <a:cubicBezTo>
                    <a:pt x="0" y="9"/>
                    <a:pt x="0" y="7"/>
                    <a:pt x="1" y="4"/>
                  </a:cubicBezTo>
                  <a:cubicBezTo>
                    <a:pt x="2" y="2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7" name="Freeform 284">
              <a:extLst>
                <a:ext uri="{FF2B5EF4-FFF2-40B4-BE49-F238E27FC236}">
                  <a16:creationId xmlns:a16="http://schemas.microsoft.com/office/drawing/2014/main" id="{7231C837-4FE4-4A21-AC25-F4772A96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985"/>
              <a:ext cx="21" cy="22"/>
            </a:xfrm>
            <a:custGeom>
              <a:avLst/>
              <a:gdLst>
                <a:gd name="T0" fmla="*/ 144 w 8"/>
                <a:gd name="T1" fmla="*/ 22 h 8"/>
                <a:gd name="T2" fmla="*/ 110 w 8"/>
                <a:gd name="T3" fmla="*/ 107 h 8"/>
                <a:gd name="T4" fmla="*/ 21 w 8"/>
                <a:gd name="T5" fmla="*/ 143 h 8"/>
                <a:gd name="T6" fmla="*/ 55 w 8"/>
                <a:gd name="T7" fmla="*/ 47 h 8"/>
                <a:gd name="T8" fmla="*/ 144 w 8"/>
                <a:gd name="T9" fmla="*/ 2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8" y="1"/>
                    <a:pt x="8" y="3"/>
                    <a:pt x="6" y="5"/>
                  </a:cubicBezTo>
                  <a:cubicBezTo>
                    <a:pt x="4" y="7"/>
                    <a:pt x="2" y="8"/>
                    <a:pt x="1" y="7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1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8" name="Freeform 285">
              <a:extLst>
                <a:ext uri="{FF2B5EF4-FFF2-40B4-BE49-F238E27FC236}">
                  <a16:creationId xmlns:a16="http://schemas.microsoft.com/office/drawing/2014/main" id="{DED7366C-4060-4C1B-B7A0-262CA4295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3104"/>
              <a:ext cx="26" cy="14"/>
            </a:xfrm>
            <a:custGeom>
              <a:avLst/>
              <a:gdLst>
                <a:gd name="T0" fmla="*/ 156 w 10"/>
                <a:gd name="T1" fmla="*/ 22 h 5"/>
                <a:gd name="T2" fmla="*/ 88 w 10"/>
                <a:gd name="T3" fmla="*/ 87 h 5"/>
                <a:gd name="T4" fmla="*/ 0 w 10"/>
                <a:gd name="T5" fmla="*/ 62 h 5"/>
                <a:gd name="T6" fmla="*/ 68 w 10"/>
                <a:gd name="T7" fmla="*/ 0 h 5"/>
                <a:gd name="T8" fmla="*/ 156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9" y="1"/>
                  </a:moveTo>
                  <a:cubicBezTo>
                    <a:pt x="10" y="2"/>
                    <a:pt x="8" y="3"/>
                    <a:pt x="5" y="4"/>
                  </a:cubicBezTo>
                  <a:cubicBezTo>
                    <a:pt x="3" y="5"/>
                    <a:pt x="0" y="4"/>
                    <a:pt x="0" y="3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7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9" name="Freeform 286">
              <a:extLst>
                <a:ext uri="{FF2B5EF4-FFF2-40B4-BE49-F238E27FC236}">
                  <a16:creationId xmlns:a16="http://schemas.microsoft.com/office/drawing/2014/main" id="{DFC67308-5673-42CB-A919-052C62CA5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3061"/>
              <a:ext cx="24" cy="17"/>
            </a:xfrm>
            <a:custGeom>
              <a:avLst/>
              <a:gdLst>
                <a:gd name="T0" fmla="*/ 171 w 9"/>
                <a:gd name="T1" fmla="*/ 113 h 6"/>
                <a:gd name="T2" fmla="*/ 77 w 9"/>
                <a:gd name="T3" fmla="*/ 88 h 6"/>
                <a:gd name="T4" fmla="*/ 21 w 9"/>
                <a:gd name="T5" fmla="*/ 0 h 6"/>
                <a:gd name="T6" fmla="*/ 115 w 9"/>
                <a:gd name="T7" fmla="*/ 26 h 6"/>
                <a:gd name="T8" fmla="*/ 171 w 9"/>
                <a:gd name="T9" fmla="*/ 11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4"/>
                  </a:cubicBezTo>
                  <a:cubicBezTo>
                    <a:pt x="2" y="3"/>
                    <a:pt x="0" y="1"/>
                    <a:pt x="1" y="0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4"/>
                    <a:pt x="9" y="5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0" name="Freeform 287">
              <a:extLst>
                <a:ext uri="{FF2B5EF4-FFF2-40B4-BE49-F238E27FC236}">
                  <a16:creationId xmlns:a16="http://schemas.microsoft.com/office/drawing/2014/main" id="{16D0A561-8754-4AA1-A9B0-3693892BD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64"/>
              <a:ext cx="1618" cy="360"/>
            </a:xfrm>
            <a:custGeom>
              <a:avLst/>
              <a:gdLst>
                <a:gd name="T0" fmla="*/ 11310 w 608"/>
                <a:gd name="T1" fmla="*/ 2506 h 127"/>
                <a:gd name="T2" fmla="*/ 10517 w 608"/>
                <a:gd name="T3" fmla="*/ 2211 h 127"/>
                <a:gd name="T4" fmla="*/ 9745 w 608"/>
                <a:gd name="T5" fmla="*/ 1752 h 127"/>
                <a:gd name="T6" fmla="*/ 8540 w 608"/>
                <a:gd name="T7" fmla="*/ 1366 h 127"/>
                <a:gd name="T8" fmla="*/ 7273 w 608"/>
                <a:gd name="T9" fmla="*/ 1253 h 127"/>
                <a:gd name="T10" fmla="*/ 5652 w 608"/>
                <a:gd name="T11" fmla="*/ 797 h 127"/>
                <a:gd name="T12" fmla="*/ 4298 w 608"/>
                <a:gd name="T13" fmla="*/ 570 h 127"/>
                <a:gd name="T14" fmla="*/ 2392 w 608"/>
                <a:gd name="T15" fmla="*/ 363 h 127"/>
                <a:gd name="T16" fmla="*/ 1474 w 608"/>
                <a:gd name="T17" fmla="*/ 272 h 127"/>
                <a:gd name="T18" fmla="*/ 0 w 608"/>
                <a:gd name="T19" fmla="*/ 0 h 127"/>
                <a:gd name="T20" fmla="*/ 192 w 608"/>
                <a:gd name="T21" fmla="*/ 298 h 127"/>
                <a:gd name="T22" fmla="*/ 1091 w 608"/>
                <a:gd name="T23" fmla="*/ 522 h 127"/>
                <a:gd name="T24" fmla="*/ 2621 w 608"/>
                <a:gd name="T25" fmla="*/ 981 h 127"/>
                <a:gd name="T26" fmla="*/ 4881 w 608"/>
                <a:gd name="T27" fmla="*/ 1142 h 127"/>
                <a:gd name="T28" fmla="*/ 6424 w 608"/>
                <a:gd name="T29" fmla="*/ 1616 h 127"/>
                <a:gd name="T30" fmla="*/ 6693 w 608"/>
                <a:gd name="T31" fmla="*/ 2024 h 127"/>
                <a:gd name="T32" fmla="*/ 7819 w 608"/>
                <a:gd name="T33" fmla="*/ 2163 h 127"/>
                <a:gd name="T34" fmla="*/ 10552 w 608"/>
                <a:gd name="T35" fmla="*/ 2803 h 127"/>
                <a:gd name="T36" fmla="*/ 11345 w 608"/>
                <a:gd name="T37" fmla="*/ 2891 h 127"/>
                <a:gd name="T38" fmla="*/ 11310 w 608"/>
                <a:gd name="T39" fmla="*/ 2506 h 1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27">
                  <a:moveTo>
                    <a:pt x="600" y="110"/>
                  </a:moveTo>
                  <a:cubicBezTo>
                    <a:pt x="594" y="105"/>
                    <a:pt x="565" y="101"/>
                    <a:pt x="558" y="97"/>
                  </a:cubicBezTo>
                  <a:cubicBezTo>
                    <a:pt x="546" y="88"/>
                    <a:pt x="531" y="82"/>
                    <a:pt x="517" y="77"/>
                  </a:cubicBezTo>
                  <a:cubicBezTo>
                    <a:pt x="496" y="69"/>
                    <a:pt x="476" y="63"/>
                    <a:pt x="453" y="60"/>
                  </a:cubicBezTo>
                  <a:cubicBezTo>
                    <a:pt x="431" y="57"/>
                    <a:pt x="408" y="60"/>
                    <a:pt x="386" y="55"/>
                  </a:cubicBezTo>
                  <a:cubicBezTo>
                    <a:pt x="357" y="50"/>
                    <a:pt x="329" y="41"/>
                    <a:pt x="300" y="35"/>
                  </a:cubicBezTo>
                  <a:cubicBezTo>
                    <a:pt x="276" y="30"/>
                    <a:pt x="252" y="29"/>
                    <a:pt x="228" y="25"/>
                  </a:cubicBezTo>
                  <a:cubicBezTo>
                    <a:pt x="191" y="19"/>
                    <a:pt x="164" y="18"/>
                    <a:pt x="127" y="16"/>
                  </a:cubicBezTo>
                  <a:cubicBezTo>
                    <a:pt x="110" y="15"/>
                    <a:pt x="95" y="14"/>
                    <a:pt x="78" y="12"/>
                  </a:cubicBezTo>
                  <a:cubicBezTo>
                    <a:pt x="66" y="11"/>
                    <a:pt x="14" y="4"/>
                    <a:pt x="0" y="0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139" y="43"/>
                    <a:pt x="139" y="43"/>
                    <a:pt x="139" y="43"/>
                  </a:cubicBezTo>
                  <a:cubicBezTo>
                    <a:pt x="259" y="50"/>
                    <a:pt x="259" y="50"/>
                    <a:pt x="259" y="50"/>
                  </a:cubicBezTo>
                  <a:cubicBezTo>
                    <a:pt x="341" y="71"/>
                    <a:pt x="341" y="71"/>
                    <a:pt x="341" y="71"/>
                  </a:cubicBezTo>
                  <a:cubicBezTo>
                    <a:pt x="345" y="90"/>
                    <a:pt x="353" y="77"/>
                    <a:pt x="355" y="89"/>
                  </a:cubicBezTo>
                  <a:cubicBezTo>
                    <a:pt x="375" y="91"/>
                    <a:pt x="395" y="93"/>
                    <a:pt x="415" y="95"/>
                  </a:cubicBezTo>
                  <a:cubicBezTo>
                    <a:pt x="486" y="101"/>
                    <a:pt x="534" y="116"/>
                    <a:pt x="560" y="123"/>
                  </a:cubicBezTo>
                  <a:cubicBezTo>
                    <a:pt x="573" y="126"/>
                    <a:pt x="588" y="127"/>
                    <a:pt x="602" y="127"/>
                  </a:cubicBezTo>
                  <a:cubicBezTo>
                    <a:pt x="595" y="120"/>
                    <a:pt x="608" y="115"/>
                    <a:pt x="600" y="11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1" name="Line 288">
              <a:extLst>
                <a:ext uri="{FF2B5EF4-FFF2-40B4-BE49-F238E27FC236}">
                  <a16:creationId xmlns:a16="http://schemas.microsoft.com/office/drawing/2014/main" id="{CF1C98B6-EBCC-4A76-8015-E09A458D6C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2" y="2451"/>
              <a:ext cx="27" cy="6"/>
            </a:xfrm>
            <a:prstGeom prst="line">
              <a:avLst/>
            </a:prstGeom>
            <a:noFill/>
            <a:ln w="49213" cap="rnd">
              <a:solidFill>
                <a:srgbClr val="E00A0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2" name="Freeform 289">
              <a:extLst>
                <a:ext uri="{FF2B5EF4-FFF2-40B4-BE49-F238E27FC236}">
                  <a16:creationId xmlns:a16="http://schemas.microsoft.com/office/drawing/2014/main" id="{BB480082-1AFF-4B29-B42E-F0AE0DDB4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753"/>
              <a:ext cx="1259" cy="284"/>
            </a:xfrm>
            <a:custGeom>
              <a:avLst/>
              <a:gdLst>
                <a:gd name="T0" fmla="*/ 136 w 473"/>
                <a:gd name="T1" fmla="*/ 114 h 100"/>
                <a:gd name="T2" fmla="*/ 602 w 473"/>
                <a:gd name="T3" fmla="*/ 483 h 100"/>
                <a:gd name="T4" fmla="*/ 1246 w 473"/>
                <a:gd name="T5" fmla="*/ 662 h 100"/>
                <a:gd name="T6" fmla="*/ 2055 w 473"/>
                <a:gd name="T7" fmla="*/ 960 h 100"/>
                <a:gd name="T8" fmla="*/ 2925 w 473"/>
                <a:gd name="T9" fmla="*/ 1193 h 100"/>
                <a:gd name="T10" fmla="*/ 3756 w 473"/>
                <a:gd name="T11" fmla="*/ 1534 h 100"/>
                <a:gd name="T12" fmla="*/ 5811 w 473"/>
                <a:gd name="T13" fmla="*/ 1968 h 100"/>
                <a:gd name="T14" fmla="*/ 7445 w 473"/>
                <a:gd name="T15" fmla="*/ 2266 h 100"/>
                <a:gd name="T16" fmla="*/ 7921 w 473"/>
                <a:gd name="T17" fmla="*/ 2292 h 100"/>
                <a:gd name="T18" fmla="*/ 8283 w 473"/>
                <a:gd name="T19" fmla="*/ 2201 h 100"/>
                <a:gd name="T20" fmla="*/ 8616 w 473"/>
                <a:gd name="T21" fmla="*/ 2153 h 100"/>
                <a:gd name="T22" fmla="*/ 8864 w 473"/>
                <a:gd name="T23" fmla="*/ 2016 h 100"/>
                <a:gd name="T24" fmla="*/ 8693 w 473"/>
                <a:gd name="T25" fmla="*/ 1855 h 100"/>
                <a:gd name="T26" fmla="*/ 7956 w 473"/>
                <a:gd name="T27" fmla="*/ 1741 h 100"/>
                <a:gd name="T28" fmla="*/ 7432 w 473"/>
                <a:gd name="T29" fmla="*/ 1670 h 100"/>
                <a:gd name="T30" fmla="*/ 7320 w 473"/>
                <a:gd name="T31" fmla="*/ 1928 h 100"/>
                <a:gd name="T32" fmla="*/ 6923 w 473"/>
                <a:gd name="T33" fmla="*/ 2104 h 100"/>
                <a:gd name="T34" fmla="*/ 6298 w 473"/>
                <a:gd name="T35" fmla="*/ 1928 h 100"/>
                <a:gd name="T36" fmla="*/ 5994 w 473"/>
                <a:gd name="T37" fmla="*/ 1741 h 100"/>
                <a:gd name="T38" fmla="*/ 5470 w 473"/>
                <a:gd name="T39" fmla="*/ 1670 h 100"/>
                <a:gd name="T40" fmla="*/ 4810 w 473"/>
                <a:gd name="T41" fmla="*/ 1491 h 100"/>
                <a:gd name="T42" fmla="*/ 4301 w 473"/>
                <a:gd name="T43" fmla="*/ 1443 h 100"/>
                <a:gd name="T44" fmla="*/ 3812 w 473"/>
                <a:gd name="T45" fmla="*/ 1235 h 100"/>
                <a:gd name="T46" fmla="*/ 3508 w 473"/>
                <a:gd name="T47" fmla="*/ 1218 h 100"/>
                <a:gd name="T48" fmla="*/ 2925 w 473"/>
                <a:gd name="T49" fmla="*/ 1145 h 100"/>
                <a:gd name="T50" fmla="*/ 2076 w 473"/>
                <a:gd name="T51" fmla="*/ 960 h 100"/>
                <a:gd name="T52" fmla="*/ 1871 w 473"/>
                <a:gd name="T53" fmla="*/ 758 h 100"/>
                <a:gd name="T54" fmla="*/ 1544 w 473"/>
                <a:gd name="T55" fmla="*/ 684 h 100"/>
                <a:gd name="T56" fmla="*/ 1224 w 473"/>
                <a:gd name="T57" fmla="*/ 460 h 100"/>
                <a:gd name="T58" fmla="*/ 977 w 473"/>
                <a:gd name="T59" fmla="*/ 250 h 100"/>
                <a:gd name="T60" fmla="*/ 639 w 473"/>
                <a:gd name="T61" fmla="*/ 88 h 100"/>
                <a:gd name="T62" fmla="*/ 261 w 473"/>
                <a:gd name="T63" fmla="*/ 88 h 100"/>
                <a:gd name="T64" fmla="*/ 0 w 473"/>
                <a:gd name="T65" fmla="*/ 0 h 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73" h="100">
                  <a:moveTo>
                    <a:pt x="7" y="5"/>
                  </a:moveTo>
                  <a:cubicBezTo>
                    <a:pt x="15" y="10"/>
                    <a:pt x="25" y="14"/>
                    <a:pt x="32" y="21"/>
                  </a:cubicBezTo>
                  <a:cubicBezTo>
                    <a:pt x="39" y="27"/>
                    <a:pt x="58" y="25"/>
                    <a:pt x="66" y="29"/>
                  </a:cubicBezTo>
                  <a:cubicBezTo>
                    <a:pt x="80" y="35"/>
                    <a:pt x="95" y="39"/>
                    <a:pt x="109" y="42"/>
                  </a:cubicBezTo>
                  <a:cubicBezTo>
                    <a:pt x="124" y="46"/>
                    <a:pt x="140" y="49"/>
                    <a:pt x="155" y="52"/>
                  </a:cubicBezTo>
                  <a:cubicBezTo>
                    <a:pt x="174" y="55"/>
                    <a:pt x="180" y="63"/>
                    <a:pt x="199" y="67"/>
                  </a:cubicBezTo>
                  <a:cubicBezTo>
                    <a:pt x="235" y="75"/>
                    <a:pt x="272" y="79"/>
                    <a:pt x="308" y="86"/>
                  </a:cubicBezTo>
                  <a:cubicBezTo>
                    <a:pt x="336" y="92"/>
                    <a:pt x="366" y="98"/>
                    <a:pt x="395" y="99"/>
                  </a:cubicBezTo>
                  <a:cubicBezTo>
                    <a:pt x="403" y="99"/>
                    <a:pt x="412" y="100"/>
                    <a:pt x="420" y="100"/>
                  </a:cubicBezTo>
                  <a:cubicBezTo>
                    <a:pt x="426" y="99"/>
                    <a:pt x="432" y="97"/>
                    <a:pt x="439" y="96"/>
                  </a:cubicBezTo>
                  <a:cubicBezTo>
                    <a:pt x="445" y="95"/>
                    <a:pt x="451" y="95"/>
                    <a:pt x="457" y="94"/>
                  </a:cubicBezTo>
                  <a:cubicBezTo>
                    <a:pt x="461" y="93"/>
                    <a:pt x="467" y="92"/>
                    <a:pt x="470" y="88"/>
                  </a:cubicBezTo>
                  <a:cubicBezTo>
                    <a:pt x="473" y="82"/>
                    <a:pt x="465" y="82"/>
                    <a:pt x="461" y="81"/>
                  </a:cubicBezTo>
                  <a:cubicBezTo>
                    <a:pt x="448" y="78"/>
                    <a:pt x="435" y="78"/>
                    <a:pt x="422" y="76"/>
                  </a:cubicBezTo>
                  <a:cubicBezTo>
                    <a:pt x="415" y="74"/>
                    <a:pt x="401" y="69"/>
                    <a:pt x="394" y="73"/>
                  </a:cubicBezTo>
                  <a:cubicBezTo>
                    <a:pt x="389" y="75"/>
                    <a:pt x="390" y="80"/>
                    <a:pt x="388" y="84"/>
                  </a:cubicBezTo>
                  <a:cubicBezTo>
                    <a:pt x="385" y="93"/>
                    <a:pt x="375" y="93"/>
                    <a:pt x="367" y="92"/>
                  </a:cubicBezTo>
                  <a:cubicBezTo>
                    <a:pt x="357" y="91"/>
                    <a:pt x="344" y="89"/>
                    <a:pt x="334" y="84"/>
                  </a:cubicBezTo>
                  <a:cubicBezTo>
                    <a:pt x="329" y="82"/>
                    <a:pt x="324" y="78"/>
                    <a:pt x="318" y="76"/>
                  </a:cubicBezTo>
                  <a:cubicBezTo>
                    <a:pt x="309" y="74"/>
                    <a:pt x="300" y="74"/>
                    <a:pt x="290" y="73"/>
                  </a:cubicBezTo>
                  <a:cubicBezTo>
                    <a:pt x="278" y="71"/>
                    <a:pt x="267" y="67"/>
                    <a:pt x="255" y="65"/>
                  </a:cubicBezTo>
                  <a:cubicBezTo>
                    <a:pt x="246" y="63"/>
                    <a:pt x="237" y="65"/>
                    <a:pt x="228" y="63"/>
                  </a:cubicBezTo>
                  <a:cubicBezTo>
                    <a:pt x="219" y="61"/>
                    <a:pt x="211" y="56"/>
                    <a:pt x="202" y="54"/>
                  </a:cubicBezTo>
                  <a:cubicBezTo>
                    <a:pt x="197" y="53"/>
                    <a:pt x="191" y="53"/>
                    <a:pt x="186" y="53"/>
                  </a:cubicBezTo>
                  <a:cubicBezTo>
                    <a:pt x="175" y="53"/>
                    <a:pt x="165" y="51"/>
                    <a:pt x="155" y="50"/>
                  </a:cubicBezTo>
                  <a:cubicBezTo>
                    <a:pt x="140" y="47"/>
                    <a:pt x="124" y="46"/>
                    <a:pt x="110" y="42"/>
                  </a:cubicBezTo>
                  <a:cubicBezTo>
                    <a:pt x="103" y="40"/>
                    <a:pt x="105" y="36"/>
                    <a:pt x="99" y="33"/>
                  </a:cubicBezTo>
                  <a:cubicBezTo>
                    <a:pt x="94" y="31"/>
                    <a:pt x="88" y="32"/>
                    <a:pt x="82" y="30"/>
                  </a:cubicBezTo>
                  <a:cubicBezTo>
                    <a:pt x="76" y="27"/>
                    <a:pt x="71" y="22"/>
                    <a:pt x="65" y="20"/>
                  </a:cubicBezTo>
                  <a:cubicBezTo>
                    <a:pt x="60" y="17"/>
                    <a:pt x="56" y="14"/>
                    <a:pt x="52" y="11"/>
                  </a:cubicBezTo>
                  <a:cubicBezTo>
                    <a:pt x="47" y="7"/>
                    <a:pt x="41" y="5"/>
                    <a:pt x="34" y="4"/>
                  </a:cubicBezTo>
                  <a:cubicBezTo>
                    <a:pt x="27" y="3"/>
                    <a:pt x="21" y="4"/>
                    <a:pt x="14" y="4"/>
                  </a:cubicBezTo>
                  <a:cubicBezTo>
                    <a:pt x="9" y="3"/>
                    <a:pt x="5" y="1"/>
                    <a:pt x="0" y="0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3" name="Freeform 290">
              <a:extLst>
                <a:ext uri="{FF2B5EF4-FFF2-40B4-BE49-F238E27FC236}">
                  <a16:creationId xmlns:a16="http://schemas.microsoft.com/office/drawing/2014/main" id="{B6F78C13-D1BA-49B8-BD2B-0F3FA3A8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795"/>
              <a:ext cx="1177" cy="321"/>
            </a:xfrm>
            <a:custGeom>
              <a:avLst/>
              <a:gdLst>
                <a:gd name="T0" fmla="*/ 8290 w 442"/>
                <a:gd name="T1" fmla="*/ 1792 h 113"/>
                <a:gd name="T2" fmla="*/ 6175 w 442"/>
                <a:gd name="T3" fmla="*/ 1443 h 113"/>
                <a:gd name="T4" fmla="*/ 2964 w 442"/>
                <a:gd name="T5" fmla="*/ 784 h 113"/>
                <a:gd name="T6" fmla="*/ 341 w 442"/>
                <a:gd name="T7" fmla="*/ 26 h 113"/>
                <a:gd name="T8" fmla="*/ 0 w 442"/>
                <a:gd name="T9" fmla="*/ 0 h 113"/>
                <a:gd name="T10" fmla="*/ 397 w 442"/>
                <a:gd name="T11" fmla="*/ 758 h 113"/>
                <a:gd name="T12" fmla="*/ 8346 w 442"/>
                <a:gd name="T13" fmla="*/ 2591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113">
                  <a:moveTo>
                    <a:pt x="439" y="78"/>
                  </a:moveTo>
                  <a:cubicBezTo>
                    <a:pt x="419" y="77"/>
                    <a:pt x="374" y="72"/>
                    <a:pt x="327" y="63"/>
                  </a:cubicBezTo>
                  <a:cubicBezTo>
                    <a:pt x="281" y="54"/>
                    <a:pt x="199" y="38"/>
                    <a:pt x="157" y="34"/>
                  </a:cubicBezTo>
                  <a:cubicBezTo>
                    <a:pt x="115" y="30"/>
                    <a:pt x="47" y="2"/>
                    <a:pt x="18" y="1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442" y="113"/>
                    <a:pt x="442" y="113"/>
                    <a:pt x="442" y="11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4" name="Freeform 291">
              <a:extLst>
                <a:ext uri="{FF2B5EF4-FFF2-40B4-BE49-F238E27FC236}">
                  <a16:creationId xmlns:a16="http://schemas.microsoft.com/office/drawing/2014/main" id="{C32D6457-BB84-4954-9561-5A705D434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360"/>
              <a:ext cx="1347" cy="304"/>
            </a:xfrm>
            <a:custGeom>
              <a:avLst/>
              <a:gdLst>
                <a:gd name="T0" fmla="*/ 4076 w 506"/>
                <a:gd name="T1" fmla="*/ 710 h 107"/>
                <a:gd name="T2" fmla="*/ 4379 w 506"/>
                <a:gd name="T3" fmla="*/ 736 h 107"/>
                <a:gd name="T4" fmla="*/ 4813 w 506"/>
                <a:gd name="T5" fmla="*/ 895 h 107"/>
                <a:gd name="T6" fmla="*/ 5436 w 506"/>
                <a:gd name="T7" fmla="*/ 986 h 107"/>
                <a:gd name="T8" fmla="*/ 6264 w 506"/>
                <a:gd name="T9" fmla="*/ 1236 h 107"/>
                <a:gd name="T10" fmla="*/ 7129 w 506"/>
                <a:gd name="T11" fmla="*/ 1517 h 107"/>
                <a:gd name="T12" fmla="*/ 7845 w 506"/>
                <a:gd name="T13" fmla="*/ 1767 h 107"/>
                <a:gd name="T14" fmla="*/ 8958 w 506"/>
                <a:gd name="T15" fmla="*/ 2065 h 107"/>
                <a:gd name="T16" fmla="*/ 9546 w 506"/>
                <a:gd name="T17" fmla="*/ 2429 h 107"/>
                <a:gd name="T18" fmla="*/ 9410 w 506"/>
                <a:gd name="T19" fmla="*/ 2429 h 107"/>
                <a:gd name="T20" fmla="*/ 8830 w 506"/>
                <a:gd name="T21" fmla="*/ 2267 h 107"/>
                <a:gd name="T22" fmla="*/ 7057 w 506"/>
                <a:gd name="T23" fmla="*/ 1906 h 107"/>
                <a:gd name="T24" fmla="*/ 5888 w 506"/>
                <a:gd name="T25" fmla="*/ 1605 h 107"/>
                <a:gd name="T26" fmla="*/ 4981 w 506"/>
                <a:gd name="T27" fmla="*/ 1372 h 107"/>
                <a:gd name="T28" fmla="*/ 4605 w 506"/>
                <a:gd name="T29" fmla="*/ 1171 h 107"/>
                <a:gd name="T30" fmla="*/ 4392 w 506"/>
                <a:gd name="T31" fmla="*/ 798 h 107"/>
                <a:gd name="T32" fmla="*/ 3927 w 506"/>
                <a:gd name="T33" fmla="*/ 759 h 107"/>
                <a:gd name="T34" fmla="*/ 3210 w 506"/>
                <a:gd name="T35" fmla="*/ 759 h 107"/>
                <a:gd name="T36" fmla="*/ 2601 w 506"/>
                <a:gd name="T37" fmla="*/ 548 h 107"/>
                <a:gd name="T38" fmla="*/ 1927 w 506"/>
                <a:gd name="T39" fmla="*/ 364 h 107"/>
                <a:gd name="T40" fmla="*/ 865 w 506"/>
                <a:gd name="T41" fmla="*/ 347 h 107"/>
                <a:gd name="T42" fmla="*/ 362 w 506"/>
                <a:gd name="T43" fmla="*/ 210 h 107"/>
                <a:gd name="T44" fmla="*/ 0 w 506"/>
                <a:gd name="T45" fmla="*/ 48 h 107"/>
                <a:gd name="T46" fmla="*/ 375 w 506"/>
                <a:gd name="T47" fmla="*/ 26 h 107"/>
                <a:gd name="T48" fmla="*/ 772 w 506"/>
                <a:gd name="T49" fmla="*/ 162 h 10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06" h="107">
                  <a:moveTo>
                    <a:pt x="216" y="31"/>
                  </a:moveTo>
                  <a:cubicBezTo>
                    <a:pt x="221" y="32"/>
                    <a:pt x="226" y="31"/>
                    <a:pt x="232" y="32"/>
                  </a:cubicBezTo>
                  <a:cubicBezTo>
                    <a:pt x="237" y="33"/>
                    <a:pt x="249" y="38"/>
                    <a:pt x="255" y="39"/>
                  </a:cubicBezTo>
                  <a:cubicBezTo>
                    <a:pt x="266" y="40"/>
                    <a:pt x="277" y="41"/>
                    <a:pt x="288" y="43"/>
                  </a:cubicBezTo>
                  <a:cubicBezTo>
                    <a:pt x="303" y="45"/>
                    <a:pt x="316" y="51"/>
                    <a:pt x="332" y="54"/>
                  </a:cubicBezTo>
                  <a:cubicBezTo>
                    <a:pt x="348" y="57"/>
                    <a:pt x="363" y="63"/>
                    <a:pt x="378" y="66"/>
                  </a:cubicBezTo>
                  <a:cubicBezTo>
                    <a:pt x="392" y="69"/>
                    <a:pt x="402" y="74"/>
                    <a:pt x="416" y="77"/>
                  </a:cubicBezTo>
                  <a:cubicBezTo>
                    <a:pt x="426" y="79"/>
                    <a:pt x="467" y="85"/>
                    <a:pt x="475" y="90"/>
                  </a:cubicBezTo>
                  <a:cubicBezTo>
                    <a:pt x="482" y="93"/>
                    <a:pt x="503" y="98"/>
                    <a:pt x="506" y="106"/>
                  </a:cubicBezTo>
                  <a:cubicBezTo>
                    <a:pt x="503" y="107"/>
                    <a:pt x="501" y="107"/>
                    <a:pt x="499" y="106"/>
                  </a:cubicBezTo>
                  <a:cubicBezTo>
                    <a:pt x="488" y="104"/>
                    <a:pt x="478" y="101"/>
                    <a:pt x="468" y="99"/>
                  </a:cubicBezTo>
                  <a:cubicBezTo>
                    <a:pt x="437" y="91"/>
                    <a:pt x="405" y="86"/>
                    <a:pt x="374" y="83"/>
                  </a:cubicBezTo>
                  <a:cubicBezTo>
                    <a:pt x="353" y="80"/>
                    <a:pt x="333" y="74"/>
                    <a:pt x="312" y="70"/>
                  </a:cubicBezTo>
                  <a:cubicBezTo>
                    <a:pt x="297" y="67"/>
                    <a:pt x="277" y="68"/>
                    <a:pt x="264" y="60"/>
                  </a:cubicBezTo>
                  <a:cubicBezTo>
                    <a:pt x="260" y="57"/>
                    <a:pt x="247" y="56"/>
                    <a:pt x="244" y="51"/>
                  </a:cubicBezTo>
                  <a:cubicBezTo>
                    <a:pt x="239" y="45"/>
                    <a:pt x="241" y="37"/>
                    <a:pt x="233" y="35"/>
                  </a:cubicBezTo>
                  <a:cubicBezTo>
                    <a:pt x="225" y="33"/>
                    <a:pt x="217" y="34"/>
                    <a:pt x="208" y="33"/>
                  </a:cubicBezTo>
                  <a:cubicBezTo>
                    <a:pt x="196" y="32"/>
                    <a:pt x="181" y="36"/>
                    <a:pt x="170" y="33"/>
                  </a:cubicBezTo>
                  <a:cubicBezTo>
                    <a:pt x="158" y="30"/>
                    <a:pt x="151" y="23"/>
                    <a:pt x="138" y="24"/>
                  </a:cubicBezTo>
                  <a:cubicBezTo>
                    <a:pt x="125" y="25"/>
                    <a:pt x="116" y="17"/>
                    <a:pt x="102" y="16"/>
                  </a:cubicBezTo>
                  <a:cubicBezTo>
                    <a:pt x="84" y="15"/>
                    <a:pt x="64" y="19"/>
                    <a:pt x="46" y="15"/>
                  </a:cubicBezTo>
                  <a:cubicBezTo>
                    <a:pt x="37" y="13"/>
                    <a:pt x="28" y="11"/>
                    <a:pt x="19" y="9"/>
                  </a:cubicBezTo>
                  <a:cubicBezTo>
                    <a:pt x="15" y="8"/>
                    <a:pt x="2" y="7"/>
                    <a:pt x="0" y="2"/>
                  </a:cubicBezTo>
                  <a:cubicBezTo>
                    <a:pt x="7" y="0"/>
                    <a:pt x="14" y="0"/>
                    <a:pt x="20" y="1"/>
                  </a:cubicBezTo>
                  <a:cubicBezTo>
                    <a:pt x="29" y="2"/>
                    <a:pt x="33" y="5"/>
                    <a:pt x="41" y="7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5" name="Freeform 292">
              <a:extLst>
                <a:ext uri="{FF2B5EF4-FFF2-40B4-BE49-F238E27FC236}">
                  <a16:creationId xmlns:a16="http://schemas.microsoft.com/office/drawing/2014/main" id="{ED458936-AA27-4AA7-8228-580D922F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499"/>
              <a:ext cx="104" cy="57"/>
            </a:xfrm>
            <a:custGeom>
              <a:avLst/>
              <a:gdLst>
                <a:gd name="T0" fmla="*/ 0 w 39"/>
                <a:gd name="T1" fmla="*/ 48 h 20"/>
                <a:gd name="T2" fmla="*/ 739 w 39"/>
                <a:gd name="T3" fmla="*/ 46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">
                  <a:moveTo>
                    <a:pt x="0" y="2"/>
                  </a:moveTo>
                  <a:cubicBezTo>
                    <a:pt x="17" y="0"/>
                    <a:pt x="29" y="4"/>
                    <a:pt x="39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6" name="Freeform 293">
              <a:extLst>
                <a:ext uri="{FF2B5EF4-FFF2-40B4-BE49-F238E27FC236}">
                  <a16:creationId xmlns:a16="http://schemas.microsoft.com/office/drawing/2014/main" id="{4C618FCE-5C93-49AE-8F7F-6D30BAF05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48"/>
              <a:ext cx="74" cy="28"/>
            </a:xfrm>
            <a:custGeom>
              <a:avLst/>
              <a:gdLst>
                <a:gd name="T0" fmla="*/ 0 w 28"/>
                <a:gd name="T1" fmla="*/ 174 h 10"/>
                <a:gd name="T2" fmla="*/ 518 w 28"/>
                <a:gd name="T3" fmla="*/ 21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8"/>
                  </a:moveTo>
                  <a:cubicBezTo>
                    <a:pt x="7" y="2"/>
                    <a:pt x="23" y="0"/>
                    <a:pt x="28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7" name="Freeform 294">
              <a:extLst>
                <a:ext uri="{FF2B5EF4-FFF2-40B4-BE49-F238E27FC236}">
                  <a16:creationId xmlns:a16="http://schemas.microsoft.com/office/drawing/2014/main" id="{19BBB783-E1A4-40FE-8024-4D556C870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599"/>
              <a:ext cx="101" cy="28"/>
            </a:xfrm>
            <a:custGeom>
              <a:avLst/>
              <a:gdLst>
                <a:gd name="T0" fmla="*/ 0 w 38"/>
                <a:gd name="T1" fmla="*/ 0 h 10"/>
                <a:gd name="T2" fmla="*/ 712 w 3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0"/>
                  </a:moveTo>
                  <a:cubicBezTo>
                    <a:pt x="7" y="9"/>
                    <a:pt x="31" y="1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8" name="Freeform 295">
              <a:extLst>
                <a:ext uri="{FF2B5EF4-FFF2-40B4-BE49-F238E27FC236}">
                  <a16:creationId xmlns:a16="http://schemas.microsoft.com/office/drawing/2014/main" id="{36BA3252-1FF3-4545-989C-AD7B8AC03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84"/>
              <a:ext cx="43" cy="34"/>
            </a:xfrm>
            <a:custGeom>
              <a:avLst/>
              <a:gdLst>
                <a:gd name="T0" fmla="*/ 22 w 16"/>
                <a:gd name="T1" fmla="*/ 0 h 12"/>
                <a:gd name="T2" fmla="*/ 312 w 16"/>
                <a:gd name="T3" fmla="*/ 24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" y="0"/>
                  </a:moveTo>
                  <a:cubicBezTo>
                    <a:pt x="0" y="9"/>
                    <a:pt x="9" y="12"/>
                    <a:pt x="16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9" name="Freeform 296">
              <a:extLst>
                <a:ext uri="{FF2B5EF4-FFF2-40B4-BE49-F238E27FC236}">
                  <a16:creationId xmlns:a16="http://schemas.microsoft.com/office/drawing/2014/main" id="{59495F18-A029-49F1-B5FF-1ACD4473F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920"/>
              <a:ext cx="103" cy="26"/>
            </a:xfrm>
            <a:custGeom>
              <a:avLst/>
              <a:gdLst>
                <a:gd name="T0" fmla="*/ 0 w 39"/>
                <a:gd name="T1" fmla="*/ 0 h 9"/>
                <a:gd name="T2" fmla="*/ 718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0" y="0"/>
                  </a:moveTo>
                  <a:cubicBezTo>
                    <a:pt x="9" y="9"/>
                    <a:pt x="31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0" name="Freeform 297">
              <a:extLst>
                <a:ext uri="{FF2B5EF4-FFF2-40B4-BE49-F238E27FC236}">
                  <a16:creationId xmlns:a16="http://schemas.microsoft.com/office/drawing/2014/main" id="{A45ABB14-080E-49CA-BA3C-764CC595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898"/>
              <a:ext cx="88" cy="48"/>
            </a:xfrm>
            <a:custGeom>
              <a:avLst/>
              <a:gdLst>
                <a:gd name="T0" fmla="*/ 0 w 33"/>
                <a:gd name="T1" fmla="*/ 0 h 17"/>
                <a:gd name="T2" fmla="*/ 627 w 33"/>
                <a:gd name="T3" fmla="*/ 31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7">
                  <a:moveTo>
                    <a:pt x="0" y="0"/>
                  </a:moveTo>
                  <a:cubicBezTo>
                    <a:pt x="3" y="17"/>
                    <a:pt x="21" y="14"/>
                    <a:pt x="33" y="1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1" name="Freeform 298">
              <a:extLst>
                <a:ext uri="{FF2B5EF4-FFF2-40B4-BE49-F238E27FC236}">
                  <a16:creationId xmlns:a16="http://schemas.microsoft.com/office/drawing/2014/main" id="{0A3D326E-555E-4F7D-85CC-AB2DFCB98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80"/>
              <a:ext cx="72" cy="34"/>
            </a:xfrm>
            <a:custGeom>
              <a:avLst/>
              <a:gdLst>
                <a:gd name="T0" fmla="*/ 0 w 27"/>
                <a:gd name="T1" fmla="*/ 88 h 12"/>
                <a:gd name="T2" fmla="*/ 512 w 2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0" y="4"/>
                  </a:moveTo>
                  <a:cubicBezTo>
                    <a:pt x="8" y="12"/>
                    <a:pt x="19" y="4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2" name="Freeform 299">
              <a:extLst>
                <a:ext uri="{FF2B5EF4-FFF2-40B4-BE49-F238E27FC236}">
                  <a16:creationId xmlns:a16="http://schemas.microsoft.com/office/drawing/2014/main" id="{24C63774-EBCD-41D9-A48C-7006004FD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977"/>
              <a:ext cx="40" cy="23"/>
            </a:xfrm>
            <a:custGeom>
              <a:avLst/>
              <a:gdLst>
                <a:gd name="T0" fmla="*/ 0 w 15"/>
                <a:gd name="T1" fmla="*/ 0 h 8"/>
                <a:gd name="T2" fmla="*/ 285 w 15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8"/>
                    <a:pt x="11" y="4"/>
                    <a:pt x="15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3" name="Freeform 300">
              <a:extLst>
                <a:ext uri="{FF2B5EF4-FFF2-40B4-BE49-F238E27FC236}">
                  <a16:creationId xmlns:a16="http://schemas.microsoft.com/office/drawing/2014/main" id="{DC8422E6-1B15-44A1-8143-1BCDA25B3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844"/>
              <a:ext cx="99" cy="39"/>
            </a:xfrm>
            <a:custGeom>
              <a:avLst/>
              <a:gdLst>
                <a:gd name="T0" fmla="*/ 0 w 37"/>
                <a:gd name="T1" fmla="*/ 0 h 14"/>
                <a:gd name="T2" fmla="*/ 709 w 37"/>
                <a:gd name="T3" fmla="*/ 10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0" y="0"/>
                  </a:moveTo>
                  <a:cubicBezTo>
                    <a:pt x="8" y="14"/>
                    <a:pt x="24" y="10"/>
                    <a:pt x="37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4" name="Freeform 301">
              <a:extLst>
                <a:ext uri="{FF2B5EF4-FFF2-40B4-BE49-F238E27FC236}">
                  <a16:creationId xmlns:a16="http://schemas.microsoft.com/office/drawing/2014/main" id="{DE8C186B-6506-4358-95AA-F87B6442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835"/>
              <a:ext cx="45" cy="48"/>
            </a:xfrm>
            <a:custGeom>
              <a:avLst/>
              <a:gdLst>
                <a:gd name="T0" fmla="*/ 0 w 17"/>
                <a:gd name="T1" fmla="*/ 0 h 17"/>
                <a:gd name="T2" fmla="*/ 315 w 17"/>
                <a:gd name="T3" fmla="*/ 35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2" y="9"/>
                    <a:pt x="7" y="17"/>
                    <a:pt x="17" y="1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5" name="Freeform 302">
              <a:extLst>
                <a:ext uri="{FF2B5EF4-FFF2-40B4-BE49-F238E27FC236}">
                  <a16:creationId xmlns:a16="http://schemas.microsoft.com/office/drawing/2014/main" id="{154F5721-A88C-44E2-8E69-F3ECFFA60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849"/>
              <a:ext cx="16" cy="9"/>
            </a:xfrm>
            <a:custGeom>
              <a:avLst/>
              <a:gdLst>
                <a:gd name="T0" fmla="*/ 0 w 6"/>
                <a:gd name="T1" fmla="*/ 81 h 3"/>
                <a:gd name="T2" fmla="*/ 11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6" name="Freeform 303">
              <a:extLst>
                <a:ext uri="{FF2B5EF4-FFF2-40B4-BE49-F238E27FC236}">
                  <a16:creationId xmlns:a16="http://schemas.microsoft.com/office/drawing/2014/main" id="{B7DAF7B0-D9A7-463F-AA1D-D4828CD0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20"/>
              <a:ext cx="18" cy="34"/>
            </a:xfrm>
            <a:custGeom>
              <a:avLst/>
              <a:gdLst>
                <a:gd name="T0" fmla="*/ 100 w 7"/>
                <a:gd name="T1" fmla="*/ 249 h 12"/>
                <a:gd name="T2" fmla="*/ 85 w 7"/>
                <a:gd name="T3" fmla="*/ 0 h 12"/>
                <a:gd name="T4" fmla="*/ 21 w 7"/>
                <a:gd name="T5" fmla="*/ 2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6" y="11"/>
                  </a:moveTo>
                  <a:cubicBezTo>
                    <a:pt x="7" y="7"/>
                    <a:pt x="7" y="3"/>
                    <a:pt x="5" y="0"/>
                  </a:cubicBezTo>
                  <a:cubicBezTo>
                    <a:pt x="1" y="2"/>
                    <a:pt x="0" y="8"/>
                    <a:pt x="1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7" name="Freeform 304">
              <a:extLst>
                <a:ext uri="{FF2B5EF4-FFF2-40B4-BE49-F238E27FC236}">
                  <a16:creationId xmlns:a16="http://schemas.microsoft.com/office/drawing/2014/main" id="{97DD075C-0ABF-4394-8629-56D2327B7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74"/>
              <a:ext cx="5" cy="20"/>
            </a:xfrm>
            <a:custGeom>
              <a:avLst/>
              <a:gdLst>
                <a:gd name="T0" fmla="*/ 33 w 2"/>
                <a:gd name="T1" fmla="*/ 163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5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8" name="Freeform 305">
              <a:extLst>
                <a:ext uri="{FF2B5EF4-FFF2-40B4-BE49-F238E27FC236}">
                  <a16:creationId xmlns:a16="http://schemas.microsoft.com/office/drawing/2014/main" id="{C89729D8-BDAE-4FA6-8F34-89EF4636C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847"/>
              <a:ext cx="11" cy="5"/>
            </a:xfrm>
            <a:custGeom>
              <a:avLst/>
              <a:gdLst>
                <a:gd name="T0" fmla="*/ 0 w 4"/>
                <a:gd name="T1" fmla="*/ 33 h 2"/>
                <a:gd name="T2" fmla="*/ 8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9" name="Freeform 306">
              <a:extLst>
                <a:ext uri="{FF2B5EF4-FFF2-40B4-BE49-F238E27FC236}">
                  <a16:creationId xmlns:a16="http://schemas.microsoft.com/office/drawing/2014/main" id="{28E36744-3B69-4CD0-B6B2-54EB82AD0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462"/>
              <a:ext cx="5" cy="15"/>
            </a:xfrm>
            <a:custGeom>
              <a:avLst/>
              <a:gdLst>
                <a:gd name="T0" fmla="*/ 0 w 2"/>
                <a:gd name="T1" fmla="*/ 135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0" name="Freeform 307">
              <a:extLst>
                <a:ext uri="{FF2B5EF4-FFF2-40B4-BE49-F238E27FC236}">
                  <a16:creationId xmlns:a16="http://schemas.microsoft.com/office/drawing/2014/main" id="{941570F7-A1B5-48DF-BD85-1A045A0C1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96"/>
              <a:ext cx="16" cy="12"/>
            </a:xfrm>
            <a:custGeom>
              <a:avLst/>
              <a:gdLst>
                <a:gd name="T0" fmla="*/ 0 w 6"/>
                <a:gd name="T1" fmla="*/ 108 h 4"/>
                <a:gd name="T2" fmla="*/ 11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1" name="Freeform 308">
              <a:extLst>
                <a:ext uri="{FF2B5EF4-FFF2-40B4-BE49-F238E27FC236}">
                  <a16:creationId xmlns:a16="http://schemas.microsoft.com/office/drawing/2014/main" id="{CC584EDF-637A-42BD-84E2-DEE6FEE57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496"/>
              <a:ext cx="29" cy="32"/>
            </a:xfrm>
            <a:custGeom>
              <a:avLst/>
              <a:gdLst>
                <a:gd name="T0" fmla="*/ 21 w 11"/>
                <a:gd name="T1" fmla="*/ 0 h 11"/>
                <a:gd name="T2" fmla="*/ 182 w 11"/>
                <a:gd name="T3" fmla="*/ 2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" y="0"/>
                  </a:moveTo>
                  <a:cubicBezTo>
                    <a:pt x="0" y="11"/>
                    <a:pt x="11" y="10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2" name="Freeform 309">
              <a:extLst>
                <a:ext uri="{FF2B5EF4-FFF2-40B4-BE49-F238E27FC236}">
                  <a16:creationId xmlns:a16="http://schemas.microsoft.com/office/drawing/2014/main" id="{AC436EEE-B281-44FE-9F16-E9C94A67E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553"/>
              <a:ext cx="2" cy="26"/>
            </a:xfrm>
            <a:custGeom>
              <a:avLst/>
              <a:gdLst>
                <a:gd name="T0" fmla="*/ 8 w 1"/>
                <a:gd name="T1" fmla="*/ 0 h 9"/>
                <a:gd name="T2" fmla="*/ 8 w 1"/>
                <a:gd name="T3" fmla="*/ 2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3" name="Freeform 310">
              <a:extLst>
                <a:ext uri="{FF2B5EF4-FFF2-40B4-BE49-F238E27FC236}">
                  <a16:creationId xmlns:a16="http://schemas.microsoft.com/office/drawing/2014/main" id="{1B29EFBD-F4C8-4000-94FC-E2C23CD25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599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4" name="Freeform 311">
              <a:extLst>
                <a:ext uri="{FF2B5EF4-FFF2-40B4-BE49-F238E27FC236}">
                  <a16:creationId xmlns:a16="http://schemas.microsoft.com/office/drawing/2014/main" id="{9B7BE81A-04CB-4FFC-A5AD-FF8EB200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01"/>
              <a:ext cx="24" cy="23"/>
            </a:xfrm>
            <a:custGeom>
              <a:avLst/>
              <a:gdLst>
                <a:gd name="T0" fmla="*/ 115 w 9"/>
                <a:gd name="T1" fmla="*/ 190 h 8"/>
                <a:gd name="T2" fmla="*/ 115 w 9"/>
                <a:gd name="T3" fmla="*/ 0 h 8"/>
                <a:gd name="T4" fmla="*/ 0 w 9"/>
                <a:gd name="T5" fmla="*/ 16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8" y="5"/>
                    <a:pt x="9" y="2"/>
                    <a:pt x="6" y="0"/>
                  </a:cubicBezTo>
                  <a:cubicBezTo>
                    <a:pt x="3" y="0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5" name="Freeform 312">
              <a:extLst>
                <a:ext uri="{FF2B5EF4-FFF2-40B4-BE49-F238E27FC236}">
                  <a16:creationId xmlns:a16="http://schemas.microsoft.com/office/drawing/2014/main" id="{74C6C2C1-BF18-4096-A42B-7A68C4FC9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420"/>
              <a:ext cx="94" cy="31"/>
            </a:xfrm>
            <a:custGeom>
              <a:avLst/>
              <a:gdLst>
                <a:gd name="T0" fmla="*/ 0 w 35"/>
                <a:gd name="T1" fmla="*/ 87 h 11"/>
                <a:gd name="T2" fmla="*/ 677 w 35"/>
                <a:gd name="T3" fmla="*/ 2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4"/>
                  </a:moveTo>
                  <a:cubicBezTo>
                    <a:pt x="10" y="0"/>
                    <a:pt x="30" y="1"/>
                    <a:pt x="35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6" name="Freeform 313">
              <a:extLst>
                <a:ext uri="{FF2B5EF4-FFF2-40B4-BE49-F238E27FC236}">
                  <a16:creationId xmlns:a16="http://schemas.microsoft.com/office/drawing/2014/main" id="{7BC06C0F-A25F-429C-A793-6787820AC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443"/>
              <a:ext cx="56" cy="17"/>
            </a:xfrm>
            <a:custGeom>
              <a:avLst/>
              <a:gdLst>
                <a:gd name="T0" fmla="*/ 0 w 21"/>
                <a:gd name="T1" fmla="*/ 136 h 6"/>
                <a:gd name="T2" fmla="*/ 397 w 21"/>
                <a:gd name="T3" fmla="*/ 7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6" y="2"/>
                    <a:pt x="14" y="0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7" name="Freeform 314">
              <a:extLst>
                <a:ext uri="{FF2B5EF4-FFF2-40B4-BE49-F238E27FC236}">
                  <a16:creationId xmlns:a16="http://schemas.microsoft.com/office/drawing/2014/main" id="{BE4CA411-491D-4F6D-8CB5-7DCE03A87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51"/>
              <a:ext cx="16" cy="14"/>
            </a:xfrm>
            <a:custGeom>
              <a:avLst/>
              <a:gdLst>
                <a:gd name="T0" fmla="*/ 0 w 6"/>
                <a:gd name="T1" fmla="*/ 0 h 5"/>
                <a:gd name="T2" fmla="*/ 115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2"/>
                    <a:pt x="4" y="4"/>
                    <a:pt x="6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8" name="Freeform 315">
              <a:extLst>
                <a:ext uri="{FF2B5EF4-FFF2-40B4-BE49-F238E27FC236}">
                  <a16:creationId xmlns:a16="http://schemas.microsoft.com/office/drawing/2014/main" id="{CF608EC4-5EED-4A7B-A9B8-F6B50450D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445"/>
              <a:ext cx="6" cy="15"/>
            </a:xfrm>
            <a:custGeom>
              <a:avLst/>
              <a:gdLst>
                <a:gd name="T0" fmla="*/ 54 w 2"/>
                <a:gd name="T1" fmla="*/ 0 h 5"/>
                <a:gd name="T2" fmla="*/ 0 w 2"/>
                <a:gd name="T3" fmla="*/ 13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9" name="Freeform 316">
              <a:extLst>
                <a:ext uri="{FF2B5EF4-FFF2-40B4-BE49-F238E27FC236}">
                  <a16:creationId xmlns:a16="http://schemas.microsoft.com/office/drawing/2014/main" id="{6564479D-9828-4051-86A0-5397B2A1C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426"/>
              <a:ext cx="8" cy="14"/>
            </a:xfrm>
            <a:custGeom>
              <a:avLst/>
              <a:gdLst>
                <a:gd name="T0" fmla="*/ 0 w 3"/>
                <a:gd name="T1" fmla="*/ 0 h 5"/>
                <a:gd name="T2" fmla="*/ 56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1"/>
                    <a:pt x="2" y="3"/>
                    <a:pt x="3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0" name="Freeform 317">
              <a:extLst>
                <a:ext uri="{FF2B5EF4-FFF2-40B4-BE49-F238E27FC236}">
                  <a16:creationId xmlns:a16="http://schemas.microsoft.com/office/drawing/2014/main" id="{21D2653F-5B9B-4E01-824F-5368D8797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756"/>
              <a:ext cx="1266" cy="272"/>
            </a:xfrm>
            <a:custGeom>
              <a:avLst/>
              <a:gdLst>
                <a:gd name="T0" fmla="*/ 0 w 476"/>
                <a:gd name="T1" fmla="*/ 184 h 96"/>
                <a:gd name="T2" fmla="*/ 806 w 476"/>
                <a:gd name="T3" fmla="*/ 411 h 96"/>
                <a:gd name="T4" fmla="*/ 3729 w 476"/>
                <a:gd name="T5" fmla="*/ 1165 h 96"/>
                <a:gd name="T6" fmla="*/ 5907 w 476"/>
                <a:gd name="T7" fmla="*/ 1638 h 96"/>
                <a:gd name="T8" fmla="*/ 7583 w 476"/>
                <a:gd name="T9" fmla="*/ 2000 h 96"/>
                <a:gd name="T10" fmla="*/ 8107 w 476"/>
                <a:gd name="T11" fmla="*/ 2071 h 96"/>
                <a:gd name="T12" fmla="*/ 8934 w 476"/>
                <a:gd name="T13" fmla="*/ 2185 h 96"/>
                <a:gd name="T14" fmla="*/ 8955 w 476"/>
                <a:gd name="T15" fmla="*/ 2000 h 96"/>
                <a:gd name="T16" fmla="*/ 8128 w 476"/>
                <a:gd name="T17" fmla="*/ 1887 h 96"/>
                <a:gd name="T18" fmla="*/ 7604 w 476"/>
                <a:gd name="T19" fmla="*/ 1822 h 96"/>
                <a:gd name="T20" fmla="*/ 5928 w 476"/>
                <a:gd name="T21" fmla="*/ 1476 h 96"/>
                <a:gd name="T22" fmla="*/ 3742 w 476"/>
                <a:gd name="T23" fmla="*/ 980 h 96"/>
                <a:gd name="T24" fmla="*/ 848 w 476"/>
                <a:gd name="T25" fmla="*/ 224 h 96"/>
                <a:gd name="T26" fmla="*/ 21 w 476"/>
                <a:gd name="T27" fmla="*/ 0 h 96"/>
                <a:gd name="T28" fmla="*/ 0 w 476"/>
                <a:gd name="T29" fmla="*/ 184 h 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6" h="96">
                  <a:moveTo>
                    <a:pt x="0" y="8"/>
                  </a:moveTo>
                  <a:cubicBezTo>
                    <a:pt x="7" y="9"/>
                    <a:pt x="23" y="13"/>
                    <a:pt x="43" y="18"/>
                  </a:cubicBezTo>
                  <a:cubicBezTo>
                    <a:pt x="85" y="28"/>
                    <a:pt x="150" y="43"/>
                    <a:pt x="198" y="51"/>
                  </a:cubicBezTo>
                  <a:cubicBezTo>
                    <a:pt x="232" y="57"/>
                    <a:pt x="276" y="65"/>
                    <a:pt x="314" y="72"/>
                  </a:cubicBezTo>
                  <a:cubicBezTo>
                    <a:pt x="354" y="80"/>
                    <a:pt x="388" y="87"/>
                    <a:pt x="403" y="88"/>
                  </a:cubicBezTo>
                  <a:cubicBezTo>
                    <a:pt x="431" y="91"/>
                    <a:pt x="431" y="91"/>
                    <a:pt x="431" y="91"/>
                  </a:cubicBezTo>
                  <a:cubicBezTo>
                    <a:pt x="446" y="93"/>
                    <a:pt x="459" y="94"/>
                    <a:pt x="475" y="96"/>
                  </a:cubicBezTo>
                  <a:cubicBezTo>
                    <a:pt x="476" y="88"/>
                    <a:pt x="476" y="88"/>
                    <a:pt x="476" y="88"/>
                  </a:cubicBezTo>
                  <a:cubicBezTo>
                    <a:pt x="459" y="86"/>
                    <a:pt x="447" y="85"/>
                    <a:pt x="432" y="83"/>
                  </a:cubicBezTo>
                  <a:cubicBezTo>
                    <a:pt x="404" y="80"/>
                    <a:pt x="404" y="80"/>
                    <a:pt x="404" y="80"/>
                  </a:cubicBezTo>
                  <a:cubicBezTo>
                    <a:pt x="389" y="79"/>
                    <a:pt x="355" y="72"/>
                    <a:pt x="315" y="65"/>
                  </a:cubicBezTo>
                  <a:cubicBezTo>
                    <a:pt x="277" y="57"/>
                    <a:pt x="234" y="49"/>
                    <a:pt x="199" y="43"/>
                  </a:cubicBezTo>
                  <a:cubicBezTo>
                    <a:pt x="151" y="36"/>
                    <a:pt x="87" y="20"/>
                    <a:pt x="45" y="10"/>
                  </a:cubicBezTo>
                  <a:cubicBezTo>
                    <a:pt x="24" y="5"/>
                    <a:pt x="8" y="1"/>
                    <a:pt x="1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B7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1" name="Freeform 318">
              <a:extLst>
                <a:ext uri="{FF2B5EF4-FFF2-40B4-BE49-F238E27FC236}">
                  <a16:creationId xmlns:a16="http://schemas.microsoft.com/office/drawing/2014/main" id="{59E8DC0F-E48F-4207-87E9-0427D5C4E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332"/>
              <a:ext cx="1426" cy="315"/>
            </a:xfrm>
            <a:custGeom>
              <a:avLst/>
              <a:gdLst>
                <a:gd name="T0" fmla="*/ 0 w 536"/>
                <a:gd name="T1" fmla="*/ 184 h 111"/>
                <a:gd name="T2" fmla="*/ 1564 w 536"/>
                <a:gd name="T3" fmla="*/ 522 h 111"/>
                <a:gd name="T4" fmla="*/ 5704 w 536"/>
                <a:gd name="T5" fmla="*/ 1416 h 111"/>
                <a:gd name="T6" fmla="*/ 6795 w 536"/>
                <a:gd name="T7" fmla="*/ 1714 h 111"/>
                <a:gd name="T8" fmla="*/ 10072 w 536"/>
                <a:gd name="T9" fmla="*/ 2537 h 111"/>
                <a:gd name="T10" fmla="*/ 10094 w 536"/>
                <a:gd name="T11" fmla="*/ 2353 h 111"/>
                <a:gd name="T12" fmla="*/ 6837 w 536"/>
                <a:gd name="T13" fmla="*/ 1530 h 111"/>
                <a:gd name="T14" fmla="*/ 5741 w 536"/>
                <a:gd name="T15" fmla="*/ 1232 h 111"/>
                <a:gd name="T16" fmla="*/ 1599 w 536"/>
                <a:gd name="T17" fmla="*/ 346 h 111"/>
                <a:gd name="T18" fmla="*/ 35 w 536"/>
                <a:gd name="T19" fmla="*/ 0 h 111"/>
                <a:gd name="T20" fmla="*/ 0 w 536"/>
                <a:gd name="T21" fmla="*/ 184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6" h="111">
                  <a:moveTo>
                    <a:pt x="0" y="8"/>
                  </a:moveTo>
                  <a:cubicBezTo>
                    <a:pt x="11" y="11"/>
                    <a:pt x="41" y="16"/>
                    <a:pt x="83" y="23"/>
                  </a:cubicBezTo>
                  <a:cubicBezTo>
                    <a:pt x="145" y="33"/>
                    <a:pt x="230" y="46"/>
                    <a:pt x="303" y="62"/>
                  </a:cubicBezTo>
                  <a:cubicBezTo>
                    <a:pt x="361" y="75"/>
                    <a:pt x="361" y="75"/>
                    <a:pt x="361" y="75"/>
                  </a:cubicBezTo>
                  <a:cubicBezTo>
                    <a:pt x="456" y="95"/>
                    <a:pt x="508" y="107"/>
                    <a:pt x="535" y="111"/>
                  </a:cubicBezTo>
                  <a:cubicBezTo>
                    <a:pt x="536" y="103"/>
                    <a:pt x="536" y="103"/>
                    <a:pt x="536" y="103"/>
                  </a:cubicBezTo>
                  <a:cubicBezTo>
                    <a:pt x="509" y="99"/>
                    <a:pt x="457" y="87"/>
                    <a:pt x="363" y="67"/>
                  </a:cubicBezTo>
                  <a:cubicBezTo>
                    <a:pt x="305" y="54"/>
                    <a:pt x="305" y="54"/>
                    <a:pt x="305" y="54"/>
                  </a:cubicBezTo>
                  <a:cubicBezTo>
                    <a:pt x="231" y="38"/>
                    <a:pt x="147" y="25"/>
                    <a:pt x="85" y="15"/>
                  </a:cubicBezTo>
                  <a:cubicBezTo>
                    <a:pt x="44" y="8"/>
                    <a:pt x="12" y="3"/>
                    <a:pt x="2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B7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2" name="Freeform 319">
              <a:extLst>
                <a:ext uri="{FF2B5EF4-FFF2-40B4-BE49-F238E27FC236}">
                  <a16:creationId xmlns:a16="http://schemas.microsoft.com/office/drawing/2014/main" id="{4AD438ED-F20A-4524-9230-F10D350E8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756"/>
              <a:ext cx="1266" cy="272"/>
            </a:xfrm>
            <a:custGeom>
              <a:avLst/>
              <a:gdLst>
                <a:gd name="T0" fmla="*/ 0 w 476"/>
                <a:gd name="T1" fmla="*/ 184 h 96"/>
                <a:gd name="T2" fmla="*/ 806 w 476"/>
                <a:gd name="T3" fmla="*/ 411 h 96"/>
                <a:gd name="T4" fmla="*/ 3729 w 476"/>
                <a:gd name="T5" fmla="*/ 1165 h 96"/>
                <a:gd name="T6" fmla="*/ 5907 w 476"/>
                <a:gd name="T7" fmla="*/ 1638 h 96"/>
                <a:gd name="T8" fmla="*/ 7583 w 476"/>
                <a:gd name="T9" fmla="*/ 2000 h 96"/>
                <a:gd name="T10" fmla="*/ 8107 w 476"/>
                <a:gd name="T11" fmla="*/ 2071 h 96"/>
                <a:gd name="T12" fmla="*/ 8934 w 476"/>
                <a:gd name="T13" fmla="*/ 2185 h 96"/>
                <a:gd name="T14" fmla="*/ 8955 w 476"/>
                <a:gd name="T15" fmla="*/ 2000 h 96"/>
                <a:gd name="T16" fmla="*/ 8128 w 476"/>
                <a:gd name="T17" fmla="*/ 1887 h 96"/>
                <a:gd name="T18" fmla="*/ 7604 w 476"/>
                <a:gd name="T19" fmla="*/ 1822 h 96"/>
                <a:gd name="T20" fmla="*/ 5928 w 476"/>
                <a:gd name="T21" fmla="*/ 1476 h 96"/>
                <a:gd name="T22" fmla="*/ 3742 w 476"/>
                <a:gd name="T23" fmla="*/ 980 h 96"/>
                <a:gd name="T24" fmla="*/ 848 w 476"/>
                <a:gd name="T25" fmla="*/ 224 h 96"/>
                <a:gd name="T26" fmla="*/ 21 w 476"/>
                <a:gd name="T27" fmla="*/ 0 h 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6" h="96">
                  <a:moveTo>
                    <a:pt x="0" y="8"/>
                  </a:moveTo>
                  <a:cubicBezTo>
                    <a:pt x="7" y="9"/>
                    <a:pt x="23" y="13"/>
                    <a:pt x="43" y="18"/>
                  </a:cubicBezTo>
                  <a:cubicBezTo>
                    <a:pt x="85" y="28"/>
                    <a:pt x="150" y="43"/>
                    <a:pt x="198" y="51"/>
                  </a:cubicBezTo>
                  <a:cubicBezTo>
                    <a:pt x="232" y="57"/>
                    <a:pt x="276" y="65"/>
                    <a:pt x="314" y="72"/>
                  </a:cubicBezTo>
                  <a:cubicBezTo>
                    <a:pt x="354" y="80"/>
                    <a:pt x="388" y="87"/>
                    <a:pt x="403" y="88"/>
                  </a:cubicBezTo>
                  <a:cubicBezTo>
                    <a:pt x="431" y="91"/>
                    <a:pt x="431" y="91"/>
                    <a:pt x="431" y="91"/>
                  </a:cubicBezTo>
                  <a:cubicBezTo>
                    <a:pt x="446" y="93"/>
                    <a:pt x="459" y="94"/>
                    <a:pt x="475" y="96"/>
                  </a:cubicBezTo>
                  <a:cubicBezTo>
                    <a:pt x="476" y="88"/>
                    <a:pt x="476" y="88"/>
                    <a:pt x="476" y="88"/>
                  </a:cubicBezTo>
                  <a:cubicBezTo>
                    <a:pt x="459" y="86"/>
                    <a:pt x="447" y="85"/>
                    <a:pt x="432" y="83"/>
                  </a:cubicBezTo>
                  <a:cubicBezTo>
                    <a:pt x="404" y="80"/>
                    <a:pt x="404" y="80"/>
                    <a:pt x="404" y="80"/>
                  </a:cubicBezTo>
                  <a:cubicBezTo>
                    <a:pt x="389" y="79"/>
                    <a:pt x="355" y="72"/>
                    <a:pt x="315" y="65"/>
                  </a:cubicBezTo>
                  <a:cubicBezTo>
                    <a:pt x="277" y="57"/>
                    <a:pt x="234" y="49"/>
                    <a:pt x="199" y="43"/>
                  </a:cubicBezTo>
                  <a:cubicBezTo>
                    <a:pt x="151" y="36"/>
                    <a:pt x="87" y="20"/>
                    <a:pt x="45" y="10"/>
                  </a:cubicBezTo>
                  <a:cubicBezTo>
                    <a:pt x="24" y="5"/>
                    <a:pt x="8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3" name="Freeform 320">
              <a:extLst>
                <a:ext uri="{FF2B5EF4-FFF2-40B4-BE49-F238E27FC236}">
                  <a16:creationId xmlns:a16="http://schemas.microsoft.com/office/drawing/2014/main" id="{DBA43424-2DC0-49F0-ABB7-DE36C9BF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355"/>
              <a:ext cx="1423" cy="292"/>
            </a:xfrm>
            <a:custGeom>
              <a:avLst/>
              <a:gdLst>
                <a:gd name="T0" fmla="*/ 0 w 535"/>
                <a:gd name="T1" fmla="*/ 0 h 103"/>
                <a:gd name="T2" fmla="*/ 1564 w 535"/>
                <a:gd name="T3" fmla="*/ 346 h 103"/>
                <a:gd name="T4" fmla="*/ 5703 w 535"/>
                <a:gd name="T5" fmla="*/ 1230 h 103"/>
                <a:gd name="T6" fmla="*/ 6791 w 535"/>
                <a:gd name="T7" fmla="*/ 1528 h 103"/>
                <a:gd name="T8" fmla="*/ 10067 w 535"/>
                <a:gd name="T9" fmla="*/ 2347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103">
                  <a:moveTo>
                    <a:pt x="0" y="0"/>
                  </a:moveTo>
                  <a:cubicBezTo>
                    <a:pt x="11" y="3"/>
                    <a:pt x="41" y="8"/>
                    <a:pt x="83" y="15"/>
                  </a:cubicBezTo>
                  <a:cubicBezTo>
                    <a:pt x="145" y="25"/>
                    <a:pt x="230" y="38"/>
                    <a:pt x="303" y="54"/>
                  </a:cubicBezTo>
                  <a:cubicBezTo>
                    <a:pt x="361" y="67"/>
                    <a:pt x="361" y="67"/>
                    <a:pt x="361" y="67"/>
                  </a:cubicBezTo>
                  <a:cubicBezTo>
                    <a:pt x="456" y="87"/>
                    <a:pt x="508" y="99"/>
                    <a:pt x="535" y="10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4" name="Line 321">
              <a:extLst>
                <a:ext uri="{FF2B5EF4-FFF2-40B4-BE49-F238E27FC236}">
                  <a16:creationId xmlns:a16="http://schemas.microsoft.com/office/drawing/2014/main" id="{DD46B38D-4337-4046-91D3-E50C6A53F1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35" y="2363"/>
              <a:ext cx="3" cy="2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5" name="Line 322">
              <a:extLst>
                <a:ext uri="{FF2B5EF4-FFF2-40B4-BE49-F238E27FC236}">
                  <a16:creationId xmlns:a16="http://schemas.microsoft.com/office/drawing/2014/main" id="{DCD70F4B-D49E-4DF4-ADA2-29E9DFAF31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82" y="2601"/>
              <a:ext cx="3" cy="2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6" name="Line 323">
              <a:extLst>
                <a:ext uri="{FF2B5EF4-FFF2-40B4-BE49-F238E27FC236}">
                  <a16:creationId xmlns:a16="http://schemas.microsoft.com/office/drawing/2014/main" id="{8F05AFD4-C6C4-47DF-B709-00D0D6B998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45" y="2550"/>
              <a:ext cx="8" cy="1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7" name="Line 324">
              <a:extLst>
                <a:ext uri="{FF2B5EF4-FFF2-40B4-BE49-F238E27FC236}">
                  <a16:creationId xmlns:a16="http://schemas.microsoft.com/office/drawing/2014/main" id="{1EE133F8-ED8C-47DF-9357-A385C44600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72" y="2511"/>
              <a:ext cx="6" cy="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8" name="Line 325">
              <a:extLst>
                <a:ext uri="{FF2B5EF4-FFF2-40B4-BE49-F238E27FC236}">
                  <a16:creationId xmlns:a16="http://schemas.microsoft.com/office/drawing/2014/main" id="{F3EFA2A8-60F7-4DF6-8D9E-F8D8B0A87C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57" y="2465"/>
              <a:ext cx="3" cy="1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9" name="Line 326">
              <a:extLst>
                <a:ext uri="{FF2B5EF4-FFF2-40B4-BE49-F238E27FC236}">
                  <a16:creationId xmlns:a16="http://schemas.microsoft.com/office/drawing/2014/main" id="{46239458-D462-4336-B6FC-6F99432460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8" y="1795"/>
              <a:ext cx="1" cy="1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0" name="Line 327">
              <a:extLst>
                <a:ext uri="{FF2B5EF4-FFF2-40B4-BE49-F238E27FC236}">
                  <a16:creationId xmlns:a16="http://schemas.microsoft.com/office/drawing/2014/main" id="{1DA9B8AC-9F72-45F7-8E37-4A9CE3AA68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8" y="1838"/>
              <a:ext cx="1" cy="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1" name="Line 328">
              <a:extLst>
                <a:ext uri="{FF2B5EF4-FFF2-40B4-BE49-F238E27FC236}">
                  <a16:creationId xmlns:a16="http://schemas.microsoft.com/office/drawing/2014/main" id="{EE46CE1D-5A54-4421-B7B2-E883E5F7D3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5" y="1886"/>
              <a:ext cx="1" cy="1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2" name="Line 329">
              <a:extLst>
                <a:ext uri="{FF2B5EF4-FFF2-40B4-BE49-F238E27FC236}">
                  <a16:creationId xmlns:a16="http://schemas.microsoft.com/office/drawing/2014/main" id="{AF6C0884-E603-44D3-ACEE-EE324AC155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2" y="1918"/>
              <a:ext cx="1" cy="1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3" name="Line 330">
              <a:extLst>
                <a:ext uri="{FF2B5EF4-FFF2-40B4-BE49-F238E27FC236}">
                  <a16:creationId xmlns:a16="http://schemas.microsoft.com/office/drawing/2014/main" id="{E432F7FE-2D6E-4962-A386-26630F8580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0" y="1954"/>
              <a:ext cx="3" cy="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4" name="Line 331">
              <a:extLst>
                <a:ext uri="{FF2B5EF4-FFF2-40B4-BE49-F238E27FC236}">
                  <a16:creationId xmlns:a16="http://schemas.microsoft.com/office/drawing/2014/main" id="{B68766A2-A2DF-40B1-A55C-1F97D8693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6" y="1988"/>
              <a:ext cx="1" cy="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5" name="Freeform 332">
              <a:extLst>
                <a:ext uri="{FF2B5EF4-FFF2-40B4-BE49-F238E27FC236}">
                  <a16:creationId xmlns:a16="http://schemas.microsoft.com/office/drawing/2014/main" id="{9F9B6645-3CA1-4BD2-AD29-810740AD95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9" y="1804"/>
              <a:ext cx="1439" cy="789"/>
            </a:xfrm>
            <a:custGeom>
              <a:avLst/>
              <a:gdLst>
                <a:gd name="T0" fmla="*/ 9092 w 541"/>
                <a:gd name="T1" fmla="*/ 2722 h 278"/>
                <a:gd name="T2" fmla="*/ 9296 w 541"/>
                <a:gd name="T3" fmla="*/ 1876 h 278"/>
                <a:gd name="T4" fmla="*/ 7996 w 541"/>
                <a:gd name="T5" fmla="*/ 1902 h 278"/>
                <a:gd name="T6" fmla="*/ 5080 w 541"/>
                <a:gd name="T7" fmla="*/ 1328 h 278"/>
                <a:gd name="T8" fmla="*/ 5009 w 541"/>
                <a:gd name="T9" fmla="*/ 1257 h 278"/>
                <a:gd name="T10" fmla="*/ 3785 w 541"/>
                <a:gd name="T11" fmla="*/ 710 h 278"/>
                <a:gd name="T12" fmla="*/ 2277 w 541"/>
                <a:gd name="T13" fmla="*/ 548 h 278"/>
                <a:gd name="T14" fmla="*/ 1032 w 541"/>
                <a:gd name="T15" fmla="*/ 434 h 278"/>
                <a:gd name="T16" fmla="*/ 1133 w 541"/>
                <a:gd name="T17" fmla="*/ 2288 h 278"/>
                <a:gd name="T18" fmla="*/ 942 w 541"/>
                <a:gd name="T19" fmla="*/ 3866 h 278"/>
                <a:gd name="T20" fmla="*/ 1633 w 541"/>
                <a:gd name="T21" fmla="*/ 4689 h 278"/>
                <a:gd name="T22" fmla="*/ 1960 w 541"/>
                <a:gd name="T23" fmla="*/ 4751 h 278"/>
                <a:gd name="T24" fmla="*/ 4535 w 541"/>
                <a:gd name="T25" fmla="*/ 5350 h 278"/>
                <a:gd name="T26" fmla="*/ 7621 w 541"/>
                <a:gd name="T27" fmla="*/ 5855 h 278"/>
                <a:gd name="T28" fmla="*/ 9219 w 541"/>
                <a:gd name="T29" fmla="*/ 5994 h 278"/>
                <a:gd name="T30" fmla="*/ 9206 w 541"/>
                <a:gd name="T31" fmla="*/ 4365 h 278"/>
                <a:gd name="T32" fmla="*/ 8392 w 541"/>
                <a:gd name="T33" fmla="*/ 2512 h 278"/>
                <a:gd name="T34" fmla="*/ 7831 w 541"/>
                <a:gd name="T35" fmla="*/ 3295 h 278"/>
                <a:gd name="T36" fmla="*/ 7246 w 541"/>
                <a:gd name="T37" fmla="*/ 2674 h 278"/>
                <a:gd name="T38" fmla="*/ 6777 w 541"/>
                <a:gd name="T39" fmla="*/ 1876 h 278"/>
                <a:gd name="T40" fmla="*/ 6791 w 541"/>
                <a:gd name="T41" fmla="*/ 3593 h 278"/>
                <a:gd name="T42" fmla="*/ 5610 w 541"/>
                <a:gd name="T43" fmla="*/ 1916 h 278"/>
                <a:gd name="T44" fmla="*/ 5251 w 541"/>
                <a:gd name="T45" fmla="*/ 2151 h 278"/>
                <a:gd name="T46" fmla="*/ 4897 w 541"/>
                <a:gd name="T47" fmla="*/ 1740 h 278"/>
                <a:gd name="T48" fmla="*/ 4173 w 541"/>
                <a:gd name="T49" fmla="*/ 2353 h 278"/>
                <a:gd name="T50" fmla="*/ 4125 w 541"/>
                <a:gd name="T51" fmla="*/ 2191 h 278"/>
                <a:gd name="T52" fmla="*/ 4274 w 541"/>
                <a:gd name="T53" fmla="*/ 2699 h 278"/>
                <a:gd name="T54" fmla="*/ 3671 w 541"/>
                <a:gd name="T55" fmla="*/ 1578 h 278"/>
                <a:gd name="T56" fmla="*/ 3913 w 541"/>
                <a:gd name="T57" fmla="*/ 2901 h 278"/>
                <a:gd name="T58" fmla="*/ 3333 w 541"/>
                <a:gd name="T59" fmla="*/ 2214 h 278"/>
                <a:gd name="T60" fmla="*/ 3367 w 541"/>
                <a:gd name="T61" fmla="*/ 2265 h 278"/>
                <a:gd name="T62" fmla="*/ 2958 w 541"/>
                <a:gd name="T63" fmla="*/ 3383 h 278"/>
                <a:gd name="T64" fmla="*/ 2652 w 541"/>
                <a:gd name="T65" fmla="*/ 1096 h 278"/>
                <a:gd name="T66" fmla="*/ 2405 w 541"/>
                <a:gd name="T67" fmla="*/ 1442 h 278"/>
                <a:gd name="T68" fmla="*/ 1202 w 541"/>
                <a:gd name="T69" fmla="*/ 3318 h 278"/>
                <a:gd name="T70" fmla="*/ 1620 w 541"/>
                <a:gd name="T71" fmla="*/ 2353 h 278"/>
                <a:gd name="T72" fmla="*/ 1692 w 541"/>
                <a:gd name="T73" fmla="*/ 1442 h 278"/>
                <a:gd name="T74" fmla="*/ 1676 w 541"/>
                <a:gd name="T75" fmla="*/ 2472 h 278"/>
                <a:gd name="T76" fmla="*/ 1790 w 541"/>
                <a:gd name="T77" fmla="*/ 3545 h 278"/>
                <a:gd name="T78" fmla="*/ 2370 w 541"/>
                <a:gd name="T79" fmla="*/ 3956 h 278"/>
                <a:gd name="T80" fmla="*/ 2370 w 541"/>
                <a:gd name="T81" fmla="*/ 3956 h 278"/>
                <a:gd name="T82" fmla="*/ 4046 w 541"/>
                <a:gd name="T83" fmla="*/ 3681 h 278"/>
                <a:gd name="T84" fmla="*/ 4514 w 541"/>
                <a:gd name="T85" fmla="*/ 3318 h 278"/>
                <a:gd name="T86" fmla="*/ 4309 w 541"/>
                <a:gd name="T87" fmla="*/ 4615 h 278"/>
                <a:gd name="T88" fmla="*/ 4232 w 541"/>
                <a:gd name="T89" fmla="*/ 4504 h 278"/>
                <a:gd name="T90" fmla="*/ 4987 w 541"/>
                <a:gd name="T91" fmla="*/ 3795 h 278"/>
                <a:gd name="T92" fmla="*/ 4705 w 541"/>
                <a:gd name="T93" fmla="*/ 5123 h 278"/>
                <a:gd name="T94" fmla="*/ 5025 w 541"/>
                <a:gd name="T95" fmla="*/ 4751 h 278"/>
                <a:gd name="T96" fmla="*/ 5498 w 541"/>
                <a:gd name="T97" fmla="*/ 2972 h 278"/>
                <a:gd name="T98" fmla="*/ 6099 w 541"/>
                <a:gd name="T99" fmla="*/ 2512 h 278"/>
                <a:gd name="T100" fmla="*/ 5647 w 541"/>
                <a:gd name="T101" fmla="*/ 3199 h 278"/>
                <a:gd name="T102" fmla="*/ 5724 w 541"/>
                <a:gd name="T103" fmla="*/ 5009 h 278"/>
                <a:gd name="T104" fmla="*/ 6722 w 541"/>
                <a:gd name="T105" fmla="*/ 4689 h 278"/>
                <a:gd name="T106" fmla="*/ 6551 w 541"/>
                <a:gd name="T107" fmla="*/ 4181 h 278"/>
                <a:gd name="T108" fmla="*/ 7267 w 541"/>
                <a:gd name="T109" fmla="*/ 3383 h 278"/>
                <a:gd name="T110" fmla="*/ 7493 w 541"/>
                <a:gd name="T111" fmla="*/ 4938 h 278"/>
                <a:gd name="T112" fmla="*/ 7493 w 541"/>
                <a:gd name="T113" fmla="*/ 4938 h 278"/>
                <a:gd name="T114" fmla="*/ 8900 w 541"/>
                <a:gd name="T115" fmla="*/ 4027 h 278"/>
                <a:gd name="T116" fmla="*/ 8107 w 541"/>
                <a:gd name="T117" fmla="*/ 5285 h 278"/>
                <a:gd name="T118" fmla="*/ 8299 w 541"/>
                <a:gd name="T119" fmla="*/ 4439 h 278"/>
                <a:gd name="T120" fmla="*/ 8448 w 541"/>
                <a:gd name="T121" fmla="*/ 3817 h 278"/>
                <a:gd name="T122" fmla="*/ 8751 w 541"/>
                <a:gd name="T123" fmla="*/ 3020 h 27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41" h="278">
                  <a:moveTo>
                    <a:pt x="232" y="89"/>
                  </a:move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lose/>
                  <a:moveTo>
                    <a:pt x="535" y="145"/>
                  </a:moveTo>
                  <a:cubicBezTo>
                    <a:pt x="534" y="145"/>
                    <a:pt x="534" y="145"/>
                    <a:pt x="534" y="145"/>
                  </a:cubicBezTo>
                  <a:cubicBezTo>
                    <a:pt x="534" y="145"/>
                    <a:pt x="503" y="129"/>
                    <a:pt x="483" y="119"/>
                  </a:cubicBezTo>
                  <a:cubicBezTo>
                    <a:pt x="502" y="117"/>
                    <a:pt x="527" y="114"/>
                    <a:pt x="527" y="114"/>
                  </a:cubicBezTo>
                  <a:cubicBezTo>
                    <a:pt x="528" y="114"/>
                    <a:pt x="528" y="114"/>
                    <a:pt x="528" y="114"/>
                  </a:cubicBezTo>
                  <a:cubicBezTo>
                    <a:pt x="532" y="112"/>
                    <a:pt x="535" y="108"/>
                    <a:pt x="535" y="104"/>
                  </a:cubicBezTo>
                  <a:cubicBezTo>
                    <a:pt x="535" y="104"/>
                    <a:pt x="535" y="104"/>
                    <a:pt x="535" y="103"/>
                  </a:cubicBezTo>
                  <a:cubicBezTo>
                    <a:pt x="535" y="95"/>
                    <a:pt x="525" y="92"/>
                    <a:pt x="517" y="89"/>
                  </a:cubicBezTo>
                  <a:cubicBezTo>
                    <a:pt x="517" y="89"/>
                    <a:pt x="506" y="86"/>
                    <a:pt x="494" y="82"/>
                  </a:cubicBezTo>
                  <a:cubicBezTo>
                    <a:pt x="491" y="80"/>
                    <a:pt x="486" y="78"/>
                    <a:pt x="482" y="77"/>
                  </a:cubicBezTo>
                  <a:cubicBezTo>
                    <a:pt x="470" y="76"/>
                    <a:pt x="458" y="75"/>
                    <a:pt x="446" y="74"/>
                  </a:cubicBezTo>
                  <a:cubicBezTo>
                    <a:pt x="445" y="74"/>
                    <a:pt x="445" y="74"/>
                    <a:pt x="445" y="74"/>
                  </a:cubicBezTo>
                  <a:cubicBezTo>
                    <a:pt x="444" y="77"/>
                    <a:pt x="443" y="82"/>
                    <a:pt x="443" y="85"/>
                  </a:cubicBezTo>
                  <a:cubicBezTo>
                    <a:pt x="438" y="85"/>
                    <a:pt x="432" y="86"/>
                    <a:pt x="427" y="86"/>
                  </a:cubicBezTo>
                  <a:cubicBezTo>
                    <a:pt x="427" y="85"/>
                    <a:pt x="426" y="84"/>
                    <a:pt x="425" y="83"/>
                  </a:cubicBezTo>
                  <a:cubicBezTo>
                    <a:pt x="425" y="83"/>
                    <a:pt x="422" y="82"/>
                    <a:pt x="420" y="81"/>
                  </a:cubicBezTo>
                  <a:cubicBezTo>
                    <a:pt x="425" y="71"/>
                    <a:pt x="425" y="71"/>
                    <a:pt x="425" y="71"/>
                  </a:cubicBezTo>
                  <a:cubicBezTo>
                    <a:pt x="388" y="66"/>
                    <a:pt x="328" y="56"/>
                    <a:pt x="278" y="47"/>
                  </a:cubicBezTo>
                  <a:cubicBezTo>
                    <a:pt x="274" y="57"/>
                    <a:pt x="274" y="57"/>
                    <a:pt x="274" y="57"/>
                  </a:cubicBezTo>
                  <a:cubicBezTo>
                    <a:pt x="274" y="57"/>
                    <a:pt x="275" y="57"/>
                    <a:pt x="275" y="57"/>
                  </a:cubicBezTo>
                  <a:cubicBezTo>
                    <a:pt x="275" y="57"/>
                    <a:pt x="270" y="58"/>
                    <a:pt x="270" y="58"/>
                  </a:cubicBezTo>
                  <a:cubicBezTo>
                    <a:pt x="269" y="58"/>
                    <a:pt x="269" y="58"/>
                    <a:pt x="269" y="58"/>
                  </a:cubicBezTo>
                  <a:cubicBezTo>
                    <a:pt x="269" y="58"/>
                    <a:pt x="269" y="58"/>
                    <a:pt x="269" y="58"/>
                  </a:cubicBezTo>
                  <a:cubicBezTo>
                    <a:pt x="267" y="57"/>
                    <a:pt x="266" y="56"/>
                    <a:pt x="264" y="56"/>
                  </a:cubicBezTo>
                  <a:cubicBezTo>
                    <a:pt x="266" y="56"/>
                    <a:pt x="267" y="56"/>
                    <a:pt x="267" y="56"/>
                  </a:cubicBezTo>
                  <a:cubicBezTo>
                    <a:pt x="266" y="55"/>
                    <a:pt x="266" y="55"/>
                    <a:pt x="266" y="55"/>
                  </a:cubicBezTo>
                  <a:cubicBezTo>
                    <a:pt x="266" y="55"/>
                    <a:pt x="266" y="55"/>
                    <a:pt x="266" y="55"/>
                  </a:cubicBezTo>
                  <a:cubicBezTo>
                    <a:pt x="266" y="55"/>
                    <a:pt x="267" y="55"/>
                    <a:pt x="267" y="55"/>
                  </a:cubicBezTo>
                  <a:cubicBezTo>
                    <a:pt x="266" y="55"/>
                    <a:pt x="266" y="55"/>
                    <a:pt x="266" y="55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50" y="41"/>
                    <a:pt x="232" y="37"/>
                    <a:pt x="218" y="34"/>
                  </a:cubicBezTo>
                  <a:cubicBezTo>
                    <a:pt x="213" y="33"/>
                    <a:pt x="207" y="32"/>
                    <a:pt x="202" y="30"/>
                  </a:cubicBezTo>
                  <a:cubicBezTo>
                    <a:pt x="201" y="30"/>
                    <a:pt x="201" y="30"/>
                    <a:pt x="201" y="31"/>
                  </a:cubicBezTo>
                  <a:cubicBezTo>
                    <a:pt x="200" y="30"/>
                    <a:pt x="199" y="30"/>
                    <a:pt x="199" y="30"/>
                  </a:cubicBezTo>
                  <a:cubicBezTo>
                    <a:pt x="182" y="26"/>
                    <a:pt x="164" y="22"/>
                    <a:pt x="145" y="18"/>
                  </a:cubicBezTo>
                  <a:cubicBezTo>
                    <a:pt x="144" y="21"/>
                    <a:pt x="144" y="25"/>
                    <a:pt x="143" y="28"/>
                  </a:cubicBezTo>
                  <a:cubicBezTo>
                    <a:pt x="138" y="28"/>
                    <a:pt x="132" y="29"/>
                    <a:pt x="128" y="29"/>
                  </a:cubicBezTo>
                  <a:cubicBezTo>
                    <a:pt x="127" y="28"/>
                    <a:pt x="126" y="27"/>
                    <a:pt x="125" y="26"/>
                  </a:cubicBezTo>
                  <a:cubicBezTo>
                    <a:pt x="124" y="25"/>
                    <a:pt x="122" y="24"/>
                    <a:pt x="121" y="24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100" y="9"/>
                    <a:pt x="77" y="4"/>
                    <a:pt x="59" y="0"/>
                  </a:cubicBezTo>
                  <a:cubicBezTo>
                    <a:pt x="56" y="1"/>
                    <a:pt x="53" y="3"/>
                    <a:pt x="52" y="6"/>
                  </a:cubicBezTo>
                  <a:cubicBezTo>
                    <a:pt x="51" y="8"/>
                    <a:pt x="51" y="9"/>
                    <a:pt x="51" y="11"/>
                  </a:cubicBezTo>
                  <a:cubicBezTo>
                    <a:pt x="51" y="14"/>
                    <a:pt x="52" y="17"/>
                    <a:pt x="54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9"/>
                    <a:pt x="67" y="27"/>
                    <a:pt x="77" y="33"/>
                  </a:cubicBezTo>
                  <a:cubicBezTo>
                    <a:pt x="60" y="37"/>
                    <a:pt x="28" y="43"/>
                    <a:pt x="28" y="43"/>
                  </a:cubicBezTo>
                  <a:cubicBezTo>
                    <a:pt x="23" y="44"/>
                    <a:pt x="18" y="48"/>
                    <a:pt x="17" y="54"/>
                  </a:cubicBezTo>
                  <a:cubicBezTo>
                    <a:pt x="17" y="55"/>
                    <a:pt x="16" y="56"/>
                    <a:pt x="16" y="57"/>
                  </a:cubicBezTo>
                  <a:cubicBezTo>
                    <a:pt x="16" y="62"/>
                    <a:pt x="19" y="66"/>
                    <a:pt x="22" y="69"/>
                  </a:cubicBezTo>
                  <a:cubicBezTo>
                    <a:pt x="22" y="69"/>
                    <a:pt x="49" y="91"/>
                    <a:pt x="60" y="100"/>
                  </a:cubicBezTo>
                  <a:cubicBezTo>
                    <a:pt x="47" y="104"/>
                    <a:pt x="11" y="115"/>
                    <a:pt x="11" y="115"/>
                  </a:cubicBezTo>
                  <a:cubicBezTo>
                    <a:pt x="5" y="116"/>
                    <a:pt x="1" y="121"/>
                    <a:pt x="0" y="127"/>
                  </a:cubicBezTo>
                  <a:cubicBezTo>
                    <a:pt x="0" y="127"/>
                    <a:pt x="0" y="128"/>
                    <a:pt x="0" y="129"/>
                  </a:cubicBezTo>
                  <a:cubicBezTo>
                    <a:pt x="0" y="133"/>
                    <a:pt x="2" y="137"/>
                    <a:pt x="5" y="140"/>
                  </a:cubicBezTo>
                  <a:cubicBezTo>
                    <a:pt x="6" y="140"/>
                    <a:pt x="6" y="140"/>
                    <a:pt x="6" y="140"/>
                  </a:cubicBezTo>
                  <a:cubicBezTo>
                    <a:pt x="6" y="140"/>
                    <a:pt x="34" y="159"/>
                    <a:pt x="50" y="169"/>
                  </a:cubicBezTo>
                  <a:cubicBezTo>
                    <a:pt x="38" y="171"/>
                    <a:pt x="23" y="175"/>
                    <a:pt x="23" y="175"/>
                  </a:cubicBezTo>
                  <a:cubicBezTo>
                    <a:pt x="22" y="175"/>
                    <a:pt x="22" y="175"/>
                    <a:pt x="22" y="175"/>
                  </a:cubicBezTo>
                  <a:cubicBezTo>
                    <a:pt x="16" y="178"/>
                    <a:pt x="13" y="183"/>
                    <a:pt x="13" y="187"/>
                  </a:cubicBezTo>
                  <a:cubicBezTo>
                    <a:pt x="13" y="187"/>
                    <a:pt x="13" y="187"/>
                    <a:pt x="14" y="188"/>
                  </a:cubicBezTo>
                  <a:cubicBezTo>
                    <a:pt x="14" y="189"/>
                    <a:pt x="14" y="190"/>
                    <a:pt x="14" y="191"/>
                  </a:cubicBezTo>
                  <a:cubicBezTo>
                    <a:pt x="26" y="193"/>
                    <a:pt x="64" y="201"/>
                    <a:pt x="87" y="205"/>
                  </a:cubicBezTo>
                  <a:cubicBezTo>
                    <a:pt x="87" y="200"/>
                    <a:pt x="87" y="200"/>
                    <a:pt x="87" y="200"/>
                  </a:cubicBezTo>
                  <a:cubicBezTo>
                    <a:pt x="89" y="194"/>
                    <a:pt x="89" y="194"/>
                    <a:pt x="89" y="194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92" y="194"/>
                    <a:pt x="95" y="193"/>
                    <a:pt x="97" y="193"/>
                  </a:cubicBezTo>
                  <a:cubicBezTo>
                    <a:pt x="100" y="194"/>
                    <a:pt x="103" y="196"/>
                    <a:pt x="106" y="197"/>
                  </a:cubicBezTo>
                  <a:cubicBezTo>
                    <a:pt x="105" y="199"/>
                    <a:pt x="105" y="203"/>
                    <a:pt x="104" y="208"/>
                  </a:cubicBezTo>
                  <a:cubicBezTo>
                    <a:pt x="125" y="210"/>
                    <a:pt x="186" y="223"/>
                    <a:pt x="206" y="227"/>
                  </a:cubicBezTo>
                  <a:cubicBezTo>
                    <a:pt x="212" y="229"/>
                    <a:pt x="222" y="230"/>
                    <a:pt x="233" y="232"/>
                  </a:cubicBezTo>
                  <a:cubicBezTo>
                    <a:pt x="233" y="232"/>
                    <a:pt x="233" y="232"/>
                    <a:pt x="233" y="232"/>
                  </a:cubicBezTo>
                  <a:cubicBezTo>
                    <a:pt x="235" y="228"/>
                    <a:pt x="236" y="224"/>
                    <a:pt x="237" y="224"/>
                  </a:cubicBezTo>
                  <a:cubicBezTo>
                    <a:pt x="240" y="223"/>
                    <a:pt x="243" y="223"/>
                    <a:pt x="245" y="223"/>
                  </a:cubicBezTo>
                  <a:cubicBezTo>
                    <a:pt x="241" y="234"/>
                    <a:pt x="241" y="234"/>
                    <a:pt x="241" y="234"/>
                  </a:cubicBezTo>
                  <a:cubicBezTo>
                    <a:pt x="267" y="239"/>
                    <a:pt x="299" y="245"/>
                    <a:pt x="327" y="251"/>
                  </a:cubicBezTo>
                  <a:cubicBezTo>
                    <a:pt x="344" y="255"/>
                    <a:pt x="365" y="259"/>
                    <a:pt x="386" y="264"/>
                  </a:cubicBezTo>
                  <a:cubicBezTo>
                    <a:pt x="386" y="253"/>
                    <a:pt x="386" y="253"/>
                    <a:pt x="386" y="253"/>
                  </a:cubicBezTo>
                  <a:cubicBezTo>
                    <a:pt x="392" y="252"/>
                    <a:pt x="396" y="252"/>
                    <a:pt x="400" y="251"/>
                  </a:cubicBezTo>
                  <a:cubicBezTo>
                    <a:pt x="403" y="253"/>
                    <a:pt x="407" y="255"/>
                    <a:pt x="410" y="257"/>
                  </a:cubicBezTo>
                  <a:cubicBezTo>
                    <a:pt x="408" y="257"/>
                    <a:pt x="405" y="256"/>
                    <a:pt x="405" y="256"/>
                  </a:cubicBezTo>
                  <a:cubicBezTo>
                    <a:pt x="404" y="267"/>
                    <a:pt x="404" y="267"/>
                    <a:pt x="404" y="267"/>
                  </a:cubicBezTo>
                  <a:cubicBezTo>
                    <a:pt x="432" y="273"/>
                    <a:pt x="454" y="278"/>
                    <a:pt x="454" y="278"/>
                  </a:cubicBezTo>
                  <a:cubicBezTo>
                    <a:pt x="495" y="276"/>
                    <a:pt x="495" y="276"/>
                    <a:pt x="495" y="276"/>
                  </a:cubicBezTo>
                  <a:cubicBezTo>
                    <a:pt x="496" y="275"/>
                    <a:pt x="496" y="274"/>
                    <a:pt x="496" y="273"/>
                  </a:cubicBezTo>
                  <a:cubicBezTo>
                    <a:pt x="496" y="270"/>
                    <a:pt x="495" y="267"/>
                    <a:pt x="491" y="263"/>
                  </a:cubicBezTo>
                  <a:cubicBezTo>
                    <a:pt x="490" y="262"/>
                    <a:pt x="490" y="262"/>
                    <a:pt x="490" y="262"/>
                  </a:cubicBezTo>
                  <a:cubicBezTo>
                    <a:pt x="490" y="262"/>
                    <a:pt x="474" y="255"/>
                    <a:pt x="460" y="249"/>
                  </a:cubicBezTo>
                  <a:cubicBezTo>
                    <a:pt x="482" y="247"/>
                    <a:pt x="511" y="245"/>
                    <a:pt x="514" y="245"/>
                  </a:cubicBezTo>
                  <a:cubicBezTo>
                    <a:pt x="517" y="239"/>
                    <a:pt x="521" y="232"/>
                    <a:pt x="524" y="225"/>
                  </a:cubicBezTo>
                  <a:cubicBezTo>
                    <a:pt x="523" y="222"/>
                    <a:pt x="522" y="220"/>
                    <a:pt x="520" y="217"/>
                  </a:cubicBezTo>
                  <a:cubicBezTo>
                    <a:pt x="519" y="217"/>
                    <a:pt x="519" y="217"/>
                    <a:pt x="519" y="217"/>
                  </a:cubicBezTo>
                  <a:cubicBezTo>
                    <a:pt x="519" y="217"/>
                    <a:pt x="498" y="199"/>
                    <a:pt x="489" y="191"/>
                  </a:cubicBezTo>
                  <a:cubicBezTo>
                    <a:pt x="500" y="186"/>
                    <a:pt x="532" y="171"/>
                    <a:pt x="532" y="171"/>
                  </a:cubicBezTo>
                  <a:cubicBezTo>
                    <a:pt x="531" y="172"/>
                    <a:pt x="531" y="172"/>
                    <a:pt x="531" y="172"/>
                  </a:cubicBezTo>
                  <a:cubicBezTo>
                    <a:pt x="537" y="170"/>
                    <a:pt x="541" y="165"/>
                    <a:pt x="541" y="159"/>
                  </a:cubicBezTo>
                  <a:cubicBezTo>
                    <a:pt x="541" y="159"/>
                    <a:pt x="541" y="158"/>
                    <a:pt x="541" y="158"/>
                  </a:cubicBezTo>
                  <a:cubicBezTo>
                    <a:pt x="541" y="153"/>
                    <a:pt x="539" y="148"/>
                    <a:pt x="535" y="145"/>
                  </a:cubicBezTo>
                  <a:close/>
                  <a:moveTo>
                    <a:pt x="446" y="110"/>
                  </a:moveTo>
                  <a:cubicBezTo>
                    <a:pt x="446" y="110"/>
                    <a:pt x="446" y="110"/>
                    <a:pt x="446" y="110"/>
                  </a:cubicBezTo>
                  <a:cubicBezTo>
                    <a:pt x="446" y="110"/>
                    <a:pt x="446" y="110"/>
                    <a:pt x="446" y="111"/>
                  </a:cubicBezTo>
                  <a:cubicBezTo>
                    <a:pt x="446" y="110"/>
                    <a:pt x="446" y="110"/>
                    <a:pt x="446" y="110"/>
                  </a:cubicBezTo>
                  <a:close/>
                  <a:moveTo>
                    <a:pt x="428" y="123"/>
                  </a:moveTo>
                  <a:cubicBezTo>
                    <a:pt x="433" y="127"/>
                    <a:pt x="438" y="132"/>
                    <a:pt x="441" y="135"/>
                  </a:cubicBezTo>
                  <a:cubicBezTo>
                    <a:pt x="436" y="137"/>
                    <a:pt x="425" y="141"/>
                    <a:pt x="416" y="144"/>
                  </a:cubicBezTo>
                  <a:cubicBezTo>
                    <a:pt x="409" y="140"/>
                    <a:pt x="403" y="136"/>
                    <a:pt x="399" y="133"/>
                  </a:cubicBezTo>
                  <a:cubicBezTo>
                    <a:pt x="407" y="130"/>
                    <a:pt x="420" y="126"/>
                    <a:pt x="428" y="123"/>
                  </a:cubicBezTo>
                  <a:close/>
                  <a:moveTo>
                    <a:pt x="387" y="109"/>
                  </a:moveTo>
                  <a:cubicBezTo>
                    <a:pt x="388" y="111"/>
                    <a:pt x="390" y="113"/>
                    <a:pt x="393" y="114"/>
                  </a:cubicBezTo>
                  <a:cubicBezTo>
                    <a:pt x="388" y="116"/>
                    <a:pt x="384" y="117"/>
                    <a:pt x="383" y="118"/>
                  </a:cubicBezTo>
                  <a:cubicBezTo>
                    <a:pt x="384" y="118"/>
                    <a:pt x="384" y="117"/>
                    <a:pt x="385" y="117"/>
                  </a:cubicBezTo>
                  <a:cubicBezTo>
                    <a:pt x="383" y="118"/>
                    <a:pt x="383" y="118"/>
                    <a:pt x="383" y="118"/>
                  </a:cubicBezTo>
                  <a:cubicBezTo>
                    <a:pt x="383" y="118"/>
                    <a:pt x="382" y="118"/>
                    <a:pt x="382" y="118"/>
                  </a:cubicBezTo>
                  <a:cubicBezTo>
                    <a:pt x="381" y="115"/>
                    <a:pt x="379" y="113"/>
                    <a:pt x="378" y="111"/>
                  </a:cubicBezTo>
                  <a:cubicBezTo>
                    <a:pt x="381" y="110"/>
                    <a:pt x="385" y="109"/>
                    <a:pt x="387" y="109"/>
                  </a:cubicBezTo>
                  <a:close/>
                  <a:moveTo>
                    <a:pt x="359" y="82"/>
                  </a:moveTo>
                  <a:cubicBezTo>
                    <a:pt x="360" y="82"/>
                    <a:pt x="360" y="82"/>
                    <a:pt x="360" y="82"/>
                  </a:cubicBezTo>
                  <a:cubicBezTo>
                    <a:pt x="361" y="82"/>
                    <a:pt x="361" y="81"/>
                    <a:pt x="362" y="81"/>
                  </a:cubicBezTo>
                  <a:cubicBezTo>
                    <a:pt x="366" y="84"/>
                    <a:pt x="372" y="87"/>
                    <a:pt x="377" y="91"/>
                  </a:cubicBezTo>
                  <a:cubicBezTo>
                    <a:pt x="367" y="93"/>
                    <a:pt x="353" y="97"/>
                    <a:pt x="343" y="99"/>
                  </a:cubicBezTo>
                  <a:cubicBezTo>
                    <a:pt x="338" y="95"/>
                    <a:pt x="333" y="92"/>
                    <a:pt x="328" y="89"/>
                  </a:cubicBezTo>
                  <a:cubicBezTo>
                    <a:pt x="341" y="86"/>
                    <a:pt x="359" y="82"/>
                    <a:pt x="359" y="82"/>
                  </a:cubicBezTo>
                  <a:close/>
                  <a:moveTo>
                    <a:pt x="361" y="157"/>
                  </a:moveTo>
                  <a:cubicBezTo>
                    <a:pt x="355" y="159"/>
                    <a:pt x="341" y="164"/>
                    <a:pt x="331" y="168"/>
                  </a:cubicBezTo>
                  <a:cubicBezTo>
                    <a:pt x="326" y="163"/>
                    <a:pt x="320" y="159"/>
                    <a:pt x="317" y="156"/>
                  </a:cubicBezTo>
                  <a:cubicBezTo>
                    <a:pt x="324" y="153"/>
                    <a:pt x="338" y="149"/>
                    <a:pt x="348" y="145"/>
                  </a:cubicBezTo>
                  <a:cubicBezTo>
                    <a:pt x="353" y="149"/>
                    <a:pt x="358" y="154"/>
                    <a:pt x="361" y="157"/>
                  </a:cubicBezTo>
                  <a:close/>
                  <a:moveTo>
                    <a:pt x="304" y="75"/>
                  </a:moveTo>
                  <a:cubicBezTo>
                    <a:pt x="301" y="77"/>
                    <a:pt x="299" y="80"/>
                    <a:pt x="298" y="84"/>
                  </a:cubicBezTo>
                  <a:cubicBezTo>
                    <a:pt x="298" y="84"/>
                    <a:pt x="298" y="84"/>
                    <a:pt x="298" y="84"/>
                  </a:cubicBezTo>
                  <a:cubicBezTo>
                    <a:pt x="296" y="83"/>
                    <a:pt x="295" y="81"/>
                    <a:pt x="293" y="80"/>
                  </a:cubicBezTo>
                  <a:cubicBezTo>
                    <a:pt x="293" y="80"/>
                    <a:pt x="293" y="80"/>
                    <a:pt x="293" y="79"/>
                  </a:cubicBezTo>
                  <a:cubicBezTo>
                    <a:pt x="293" y="78"/>
                    <a:pt x="293" y="77"/>
                    <a:pt x="293" y="76"/>
                  </a:cubicBezTo>
                  <a:cubicBezTo>
                    <a:pt x="296" y="76"/>
                    <a:pt x="300" y="75"/>
                    <a:pt x="304" y="75"/>
                  </a:cubicBezTo>
                  <a:close/>
                  <a:moveTo>
                    <a:pt x="279" y="94"/>
                  </a:moveTo>
                  <a:cubicBezTo>
                    <a:pt x="285" y="99"/>
                    <a:pt x="291" y="104"/>
                    <a:pt x="295" y="107"/>
                  </a:cubicBezTo>
                  <a:cubicBezTo>
                    <a:pt x="287" y="109"/>
                    <a:pt x="273" y="114"/>
                    <a:pt x="262" y="117"/>
                  </a:cubicBezTo>
                  <a:cubicBezTo>
                    <a:pt x="256" y="112"/>
                    <a:pt x="251" y="108"/>
                    <a:pt x="247" y="105"/>
                  </a:cubicBezTo>
                  <a:cubicBezTo>
                    <a:pt x="256" y="102"/>
                    <a:pt x="272" y="97"/>
                    <a:pt x="279" y="94"/>
                  </a:cubicBezTo>
                  <a:close/>
                  <a:moveTo>
                    <a:pt x="252" y="72"/>
                  </a:moveTo>
                  <a:cubicBezTo>
                    <a:pt x="254" y="73"/>
                    <a:pt x="257" y="75"/>
                    <a:pt x="260" y="76"/>
                  </a:cubicBezTo>
                  <a:cubicBezTo>
                    <a:pt x="260" y="77"/>
                    <a:pt x="261" y="78"/>
                    <a:pt x="261" y="79"/>
                  </a:cubicBezTo>
                  <a:cubicBezTo>
                    <a:pt x="249" y="83"/>
                    <a:pt x="233" y="89"/>
                    <a:pt x="232" y="89"/>
                  </a:cubicBezTo>
                  <a:cubicBezTo>
                    <a:pt x="233" y="89"/>
                    <a:pt x="233" y="89"/>
                    <a:pt x="234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27" y="90"/>
                    <a:pt x="223" y="94"/>
                    <a:pt x="222" y="99"/>
                  </a:cubicBezTo>
                  <a:cubicBezTo>
                    <a:pt x="222" y="101"/>
                    <a:pt x="222" y="102"/>
                    <a:pt x="222" y="103"/>
                  </a:cubicBezTo>
                  <a:cubicBezTo>
                    <a:pt x="222" y="107"/>
                    <a:pt x="224" y="112"/>
                    <a:pt x="228" y="115"/>
                  </a:cubicBezTo>
                  <a:cubicBezTo>
                    <a:pt x="228" y="115"/>
                    <a:pt x="228" y="115"/>
                    <a:pt x="229" y="116"/>
                  </a:cubicBezTo>
                  <a:cubicBezTo>
                    <a:pt x="228" y="117"/>
                    <a:pt x="228" y="117"/>
                    <a:pt x="227" y="118"/>
                  </a:cubicBezTo>
                  <a:cubicBezTo>
                    <a:pt x="226" y="117"/>
                    <a:pt x="221" y="112"/>
                    <a:pt x="215" y="106"/>
                  </a:cubicBezTo>
                  <a:cubicBezTo>
                    <a:pt x="217" y="104"/>
                    <a:pt x="218" y="101"/>
                    <a:pt x="219" y="98"/>
                  </a:cubicBezTo>
                  <a:cubicBezTo>
                    <a:pt x="219" y="98"/>
                    <a:pt x="219" y="97"/>
                    <a:pt x="219" y="96"/>
                  </a:cubicBezTo>
                  <a:cubicBezTo>
                    <a:pt x="219" y="92"/>
                    <a:pt x="217" y="88"/>
                    <a:pt x="213" y="85"/>
                  </a:cubicBezTo>
                  <a:cubicBezTo>
                    <a:pt x="227" y="82"/>
                    <a:pt x="242" y="78"/>
                    <a:pt x="242" y="78"/>
                  </a:cubicBezTo>
                  <a:cubicBezTo>
                    <a:pt x="242" y="78"/>
                    <a:pt x="242" y="78"/>
                    <a:pt x="242" y="78"/>
                  </a:cubicBezTo>
                  <a:cubicBezTo>
                    <a:pt x="246" y="77"/>
                    <a:pt x="249" y="75"/>
                    <a:pt x="252" y="72"/>
                  </a:cubicBezTo>
                  <a:close/>
                  <a:moveTo>
                    <a:pt x="227" y="118"/>
                  </a:moveTo>
                  <a:cubicBezTo>
                    <a:pt x="227" y="118"/>
                    <a:pt x="227" y="118"/>
                    <a:pt x="227" y="118"/>
                  </a:cubicBezTo>
                  <a:cubicBezTo>
                    <a:pt x="227" y="118"/>
                    <a:pt x="227" y="118"/>
                    <a:pt x="227" y="118"/>
                  </a:cubicBezTo>
                  <a:close/>
                  <a:moveTo>
                    <a:pt x="204" y="53"/>
                  </a:moveTo>
                  <a:cubicBezTo>
                    <a:pt x="205" y="53"/>
                    <a:pt x="205" y="53"/>
                    <a:pt x="205" y="53"/>
                  </a:cubicBezTo>
                  <a:cubicBezTo>
                    <a:pt x="206" y="52"/>
                    <a:pt x="207" y="52"/>
                    <a:pt x="208" y="51"/>
                  </a:cubicBezTo>
                  <a:cubicBezTo>
                    <a:pt x="212" y="54"/>
                    <a:pt x="219" y="58"/>
                    <a:pt x="224" y="62"/>
                  </a:cubicBezTo>
                  <a:cubicBezTo>
                    <a:pt x="216" y="64"/>
                    <a:pt x="204" y="67"/>
                    <a:pt x="195" y="69"/>
                  </a:cubicBezTo>
                  <a:cubicBezTo>
                    <a:pt x="194" y="66"/>
                    <a:pt x="192" y="64"/>
                    <a:pt x="189" y="62"/>
                  </a:cubicBezTo>
                  <a:cubicBezTo>
                    <a:pt x="186" y="60"/>
                    <a:pt x="182" y="59"/>
                    <a:pt x="178" y="59"/>
                  </a:cubicBezTo>
                  <a:cubicBezTo>
                    <a:pt x="177" y="59"/>
                    <a:pt x="175" y="60"/>
                    <a:pt x="174" y="60"/>
                  </a:cubicBezTo>
                  <a:cubicBezTo>
                    <a:pt x="174" y="60"/>
                    <a:pt x="174" y="60"/>
                    <a:pt x="173" y="60"/>
                  </a:cubicBezTo>
                  <a:cubicBezTo>
                    <a:pt x="187" y="57"/>
                    <a:pt x="204" y="53"/>
                    <a:pt x="204" y="53"/>
                  </a:cubicBezTo>
                  <a:close/>
                  <a:moveTo>
                    <a:pt x="208" y="127"/>
                  </a:moveTo>
                  <a:cubicBezTo>
                    <a:pt x="202" y="130"/>
                    <a:pt x="188" y="135"/>
                    <a:pt x="177" y="139"/>
                  </a:cubicBezTo>
                  <a:cubicBezTo>
                    <a:pt x="171" y="134"/>
                    <a:pt x="166" y="130"/>
                    <a:pt x="162" y="126"/>
                  </a:cubicBezTo>
                  <a:cubicBezTo>
                    <a:pt x="170" y="124"/>
                    <a:pt x="184" y="119"/>
                    <a:pt x="195" y="115"/>
                  </a:cubicBezTo>
                  <a:cubicBezTo>
                    <a:pt x="200" y="120"/>
                    <a:pt x="205" y="125"/>
                    <a:pt x="208" y="127"/>
                  </a:cubicBezTo>
                  <a:close/>
                  <a:moveTo>
                    <a:pt x="178" y="98"/>
                  </a:move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8"/>
                    <a:pt x="177" y="98"/>
                    <a:pt x="178" y="98"/>
                  </a:cubicBezTo>
                  <a:close/>
                  <a:moveTo>
                    <a:pt x="163" y="99"/>
                  </a:moveTo>
                  <a:cubicBezTo>
                    <a:pt x="167" y="100"/>
                    <a:pt x="171" y="100"/>
                    <a:pt x="175" y="99"/>
                  </a:cubicBezTo>
                  <a:cubicBezTo>
                    <a:pt x="175" y="98"/>
                    <a:pt x="176" y="98"/>
                    <a:pt x="177" y="97"/>
                  </a:cubicBezTo>
                  <a:cubicBezTo>
                    <a:pt x="177" y="98"/>
                    <a:pt x="178" y="98"/>
                    <a:pt x="179" y="99"/>
                  </a:cubicBezTo>
                  <a:cubicBezTo>
                    <a:pt x="165" y="104"/>
                    <a:pt x="149" y="110"/>
                    <a:pt x="146" y="111"/>
                  </a:cubicBezTo>
                  <a:cubicBezTo>
                    <a:pt x="146" y="110"/>
                    <a:pt x="145" y="109"/>
                    <a:pt x="144" y="109"/>
                  </a:cubicBezTo>
                  <a:cubicBezTo>
                    <a:pt x="144" y="109"/>
                    <a:pt x="142" y="107"/>
                    <a:pt x="137" y="103"/>
                  </a:cubicBezTo>
                  <a:cubicBezTo>
                    <a:pt x="147" y="100"/>
                    <a:pt x="156" y="98"/>
                    <a:pt x="160" y="96"/>
                  </a:cubicBezTo>
                  <a:cubicBezTo>
                    <a:pt x="161" y="97"/>
                    <a:pt x="162" y="98"/>
                    <a:pt x="163" y="99"/>
                  </a:cubicBezTo>
                  <a:close/>
                  <a:moveTo>
                    <a:pt x="157" y="148"/>
                  </a:moveTo>
                  <a:cubicBezTo>
                    <a:pt x="156" y="149"/>
                    <a:pt x="155" y="150"/>
                    <a:pt x="154" y="152"/>
                  </a:cubicBezTo>
                  <a:cubicBezTo>
                    <a:pt x="154" y="149"/>
                    <a:pt x="154" y="147"/>
                    <a:pt x="153" y="145"/>
                  </a:cubicBezTo>
                  <a:cubicBezTo>
                    <a:pt x="154" y="146"/>
                    <a:pt x="155" y="147"/>
                    <a:pt x="157" y="148"/>
                  </a:cubicBezTo>
                  <a:close/>
                  <a:moveTo>
                    <a:pt x="146" y="48"/>
                  </a:moveTo>
                  <a:cubicBezTo>
                    <a:pt x="146" y="49"/>
                    <a:pt x="145" y="50"/>
                    <a:pt x="144" y="51"/>
                  </a:cubicBezTo>
                  <a:cubicBezTo>
                    <a:pt x="143" y="50"/>
                    <a:pt x="142" y="49"/>
                    <a:pt x="141" y="48"/>
                  </a:cubicBezTo>
                  <a:cubicBezTo>
                    <a:pt x="143" y="48"/>
                    <a:pt x="145" y="48"/>
                    <a:pt x="146" y="48"/>
                  </a:cubicBezTo>
                  <a:close/>
                  <a:moveTo>
                    <a:pt x="110" y="26"/>
                  </a:moveTo>
                  <a:cubicBezTo>
                    <a:pt x="110" y="26"/>
                    <a:pt x="110" y="26"/>
                    <a:pt x="109" y="26"/>
                  </a:cubicBezTo>
                  <a:cubicBezTo>
                    <a:pt x="109" y="26"/>
                    <a:pt x="109" y="26"/>
                    <a:pt x="109" y="26"/>
                  </a:cubicBezTo>
                  <a:cubicBezTo>
                    <a:pt x="109" y="26"/>
                    <a:pt x="109" y="26"/>
                    <a:pt x="110" y="26"/>
                  </a:cubicBezTo>
                  <a:close/>
                  <a:moveTo>
                    <a:pt x="128" y="63"/>
                  </a:moveTo>
                  <a:cubicBezTo>
                    <a:pt x="135" y="69"/>
                    <a:pt x="142" y="75"/>
                    <a:pt x="147" y="79"/>
                  </a:cubicBezTo>
                  <a:cubicBezTo>
                    <a:pt x="141" y="81"/>
                    <a:pt x="129" y="85"/>
                    <a:pt x="118" y="88"/>
                  </a:cubicBezTo>
                  <a:cubicBezTo>
                    <a:pt x="113" y="83"/>
                    <a:pt x="108" y="79"/>
                    <a:pt x="105" y="77"/>
                  </a:cubicBezTo>
                  <a:cubicBezTo>
                    <a:pt x="111" y="73"/>
                    <a:pt x="124" y="66"/>
                    <a:pt x="128" y="63"/>
                  </a:cubicBezTo>
                  <a:close/>
                  <a:moveTo>
                    <a:pt x="75" y="134"/>
                  </a:moveTo>
                  <a:cubicBezTo>
                    <a:pt x="70" y="135"/>
                    <a:pt x="65" y="140"/>
                    <a:pt x="64" y="145"/>
                  </a:cubicBezTo>
                  <a:cubicBezTo>
                    <a:pt x="64" y="146"/>
                    <a:pt x="64" y="147"/>
                    <a:pt x="64" y="148"/>
                  </a:cubicBezTo>
                  <a:cubicBezTo>
                    <a:pt x="64" y="151"/>
                    <a:pt x="65" y="154"/>
                    <a:pt x="67" y="156"/>
                  </a:cubicBezTo>
                  <a:cubicBezTo>
                    <a:pt x="56" y="149"/>
                    <a:pt x="38" y="137"/>
                    <a:pt x="28" y="131"/>
                  </a:cubicBezTo>
                  <a:cubicBezTo>
                    <a:pt x="42" y="126"/>
                    <a:pt x="76" y="116"/>
                    <a:pt x="76" y="116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82" y="113"/>
                    <a:pt x="85" y="108"/>
                    <a:pt x="86" y="103"/>
                  </a:cubicBezTo>
                  <a:cubicBezTo>
                    <a:pt x="86" y="102"/>
                    <a:pt x="86" y="102"/>
                    <a:pt x="86" y="101"/>
                  </a:cubicBezTo>
                  <a:cubicBezTo>
                    <a:pt x="86" y="97"/>
                    <a:pt x="84" y="93"/>
                    <a:pt x="81" y="90"/>
                  </a:cubicBezTo>
                  <a:cubicBezTo>
                    <a:pt x="81" y="90"/>
                    <a:pt x="55" y="70"/>
                    <a:pt x="43" y="60"/>
                  </a:cubicBezTo>
                  <a:cubicBezTo>
                    <a:pt x="55" y="58"/>
                    <a:pt x="78" y="53"/>
                    <a:pt x="89" y="51"/>
                  </a:cubicBezTo>
                  <a:cubicBezTo>
                    <a:pt x="92" y="55"/>
                    <a:pt x="96" y="56"/>
                    <a:pt x="99" y="57"/>
                  </a:cubicBezTo>
                  <a:cubicBezTo>
                    <a:pt x="94" y="60"/>
                    <a:pt x="90" y="63"/>
                    <a:pt x="90" y="63"/>
                  </a:cubicBezTo>
                  <a:cubicBezTo>
                    <a:pt x="86" y="65"/>
                    <a:pt x="82" y="68"/>
                    <a:pt x="81" y="73"/>
                  </a:cubicBezTo>
                  <a:cubicBezTo>
                    <a:pt x="81" y="74"/>
                    <a:pt x="81" y="75"/>
                    <a:pt x="81" y="76"/>
                  </a:cubicBezTo>
                  <a:cubicBezTo>
                    <a:pt x="81" y="81"/>
                    <a:pt x="83" y="85"/>
                    <a:pt x="87" y="88"/>
                  </a:cubicBezTo>
                  <a:cubicBezTo>
                    <a:pt x="87" y="88"/>
                    <a:pt x="90" y="91"/>
                    <a:pt x="96" y="95"/>
                  </a:cubicBezTo>
                  <a:cubicBezTo>
                    <a:pt x="92" y="97"/>
                    <a:pt x="90" y="101"/>
                    <a:pt x="89" y="105"/>
                  </a:cubicBezTo>
                  <a:cubicBezTo>
                    <a:pt x="89" y="106"/>
                    <a:pt x="89" y="107"/>
                    <a:pt x="89" y="108"/>
                  </a:cubicBezTo>
                  <a:cubicBezTo>
                    <a:pt x="89" y="112"/>
                    <a:pt x="91" y="116"/>
                    <a:pt x="95" y="119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4" y="118"/>
                    <a:pt x="97" y="121"/>
                    <a:pt x="102" y="125"/>
                  </a:cubicBezTo>
                  <a:cubicBezTo>
                    <a:pt x="89" y="129"/>
                    <a:pt x="75" y="134"/>
                    <a:pt x="75" y="134"/>
                  </a:cubicBezTo>
                  <a:close/>
                  <a:moveTo>
                    <a:pt x="99" y="160"/>
                  </a:moveTo>
                  <a:cubicBezTo>
                    <a:pt x="98" y="158"/>
                    <a:pt x="97" y="156"/>
                    <a:pt x="95" y="155"/>
                  </a:cubicBezTo>
                  <a:cubicBezTo>
                    <a:pt x="94" y="154"/>
                    <a:pt x="93" y="154"/>
                    <a:pt x="92" y="153"/>
                  </a:cubicBezTo>
                  <a:cubicBezTo>
                    <a:pt x="91" y="152"/>
                    <a:pt x="90" y="151"/>
                    <a:pt x="89" y="150"/>
                  </a:cubicBezTo>
                  <a:cubicBezTo>
                    <a:pt x="95" y="148"/>
                    <a:pt x="108" y="144"/>
                    <a:pt x="120" y="141"/>
                  </a:cubicBezTo>
                  <a:cubicBezTo>
                    <a:pt x="124" y="144"/>
                    <a:pt x="128" y="148"/>
                    <a:pt x="130" y="149"/>
                  </a:cubicBezTo>
                  <a:cubicBezTo>
                    <a:pt x="123" y="152"/>
                    <a:pt x="109" y="157"/>
                    <a:pt x="99" y="160"/>
                  </a:cubicBezTo>
                  <a:close/>
                  <a:moveTo>
                    <a:pt x="126" y="173"/>
                  </a:moveTo>
                  <a:cubicBezTo>
                    <a:pt x="126" y="173"/>
                    <a:pt x="126" y="172"/>
                    <a:pt x="126" y="172"/>
                  </a:cubicBezTo>
                  <a:cubicBezTo>
                    <a:pt x="135" y="169"/>
                    <a:pt x="144" y="166"/>
                    <a:pt x="144" y="166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9" y="163"/>
                    <a:pt x="152" y="161"/>
                    <a:pt x="153" y="158"/>
                  </a:cubicBezTo>
                  <a:cubicBezTo>
                    <a:pt x="153" y="162"/>
                    <a:pt x="155" y="166"/>
                    <a:pt x="158" y="168"/>
                  </a:cubicBezTo>
                  <a:cubicBezTo>
                    <a:pt x="143" y="171"/>
                    <a:pt x="126" y="173"/>
                    <a:pt x="126" y="173"/>
                  </a:cubicBezTo>
                  <a:close/>
                  <a:moveTo>
                    <a:pt x="173" y="202"/>
                  </a:moveTo>
                  <a:cubicBezTo>
                    <a:pt x="170" y="200"/>
                    <a:pt x="159" y="195"/>
                    <a:pt x="150" y="190"/>
                  </a:cubicBezTo>
                  <a:cubicBezTo>
                    <a:pt x="160" y="188"/>
                    <a:pt x="172" y="186"/>
                    <a:pt x="181" y="185"/>
                  </a:cubicBezTo>
                  <a:cubicBezTo>
                    <a:pt x="187" y="189"/>
                    <a:pt x="193" y="193"/>
                    <a:pt x="197" y="196"/>
                  </a:cubicBezTo>
                  <a:cubicBezTo>
                    <a:pt x="189" y="198"/>
                    <a:pt x="178" y="201"/>
                    <a:pt x="173" y="202"/>
                  </a:cubicBezTo>
                  <a:close/>
                  <a:moveTo>
                    <a:pt x="215" y="161"/>
                  </a:moveTo>
                  <a:cubicBezTo>
                    <a:pt x="214" y="156"/>
                    <a:pt x="211" y="153"/>
                    <a:pt x="208" y="151"/>
                  </a:cubicBezTo>
                  <a:cubicBezTo>
                    <a:pt x="207" y="151"/>
                    <a:pt x="206" y="150"/>
                    <a:pt x="205" y="150"/>
                  </a:cubicBezTo>
                  <a:cubicBezTo>
                    <a:pt x="210" y="148"/>
                    <a:pt x="214" y="147"/>
                    <a:pt x="217" y="145"/>
                  </a:cubicBezTo>
                  <a:cubicBezTo>
                    <a:pt x="219" y="147"/>
                    <a:pt x="220" y="149"/>
                    <a:pt x="223" y="150"/>
                  </a:cubicBezTo>
                  <a:cubicBezTo>
                    <a:pt x="226" y="152"/>
                    <a:pt x="230" y="152"/>
                    <a:pt x="234" y="150"/>
                  </a:cubicBezTo>
                  <a:cubicBezTo>
                    <a:pt x="237" y="149"/>
                    <a:pt x="239" y="147"/>
                    <a:pt x="240" y="145"/>
                  </a:cubicBezTo>
                  <a:cubicBezTo>
                    <a:pt x="241" y="145"/>
                    <a:pt x="241" y="146"/>
                    <a:pt x="242" y="147"/>
                  </a:cubicBezTo>
                  <a:cubicBezTo>
                    <a:pt x="241" y="146"/>
                    <a:pt x="241" y="146"/>
                    <a:pt x="241" y="146"/>
                  </a:cubicBezTo>
                  <a:cubicBezTo>
                    <a:pt x="241" y="146"/>
                    <a:pt x="243" y="148"/>
                    <a:pt x="247" y="151"/>
                  </a:cubicBezTo>
                  <a:cubicBezTo>
                    <a:pt x="232" y="155"/>
                    <a:pt x="216" y="160"/>
                    <a:pt x="216" y="160"/>
                  </a:cubicBezTo>
                  <a:cubicBezTo>
                    <a:pt x="216" y="161"/>
                    <a:pt x="215" y="161"/>
                    <a:pt x="215" y="161"/>
                  </a:cubicBezTo>
                  <a:close/>
                  <a:moveTo>
                    <a:pt x="229" y="202"/>
                  </a:moveTo>
                  <a:cubicBezTo>
                    <a:pt x="229" y="202"/>
                    <a:pt x="229" y="203"/>
                    <a:pt x="229" y="204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7" y="204"/>
                    <a:pt x="226" y="204"/>
                    <a:pt x="224" y="204"/>
                  </a:cubicBezTo>
                  <a:cubicBezTo>
                    <a:pt x="224" y="203"/>
                    <a:pt x="224" y="203"/>
                    <a:pt x="225" y="202"/>
                  </a:cubicBezTo>
                  <a:cubicBezTo>
                    <a:pt x="225" y="200"/>
                    <a:pt x="225" y="199"/>
                    <a:pt x="225" y="198"/>
                  </a:cubicBezTo>
                  <a:cubicBezTo>
                    <a:pt x="225" y="198"/>
                    <a:pt x="225" y="198"/>
                    <a:pt x="225" y="197"/>
                  </a:cubicBezTo>
                  <a:cubicBezTo>
                    <a:pt x="226" y="198"/>
                    <a:pt x="226" y="198"/>
                    <a:pt x="227" y="199"/>
                  </a:cubicBezTo>
                  <a:cubicBezTo>
                    <a:pt x="228" y="200"/>
                    <a:pt x="229" y="200"/>
                    <a:pt x="230" y="201"/>
                  </a:cubicBezTo>
                  <a:cubicBezTo>
                    <a:pt x="229" y="201"/>
                    <a:pt x="229" y="201"/>
                    <a:pt x="229" y="202"/>
                  </a:cubicBezTo>
                  <a:close/>
                  <a:moveTo>
                    <a:pt x="239" y="183"/>
                  </a:moveTo>
                  <a:cubicBezTo>
                    <a:pt x="237" y="181"/>
                    <a:pt x="234" y="179"/>
                    <a:pt x="231" y="177"/>
                  </a:cubicBezTo>
                  <a:cubicBezTo>
                    <a:pt x="238" y="174"/>
                    <a:pt x="253" y="170"/>
                    <a:pt x="265" y="166"/>
                  </a:cubicBezTo>
                  <a:cubicBezTo>
                    <a:pt x="270" y="171"/>
                    <a:pt x="275" y="175"/>
                    <a:pt x="277" y="177"/>
                  </a:cubicBezTo>
                  <a:cubicBezTo>
                    <a:pt x="271" y="180"/>
                    <a:pt x="256" y="185"/>
                    <a:pt x="246" y="188"/>
                  </a:cubicBezTo>
                  <a:cubicBezTo>
                    <a:pt x="244" y="187"/>
                    <a:pt x="242" y="185"/>
                    <a:pt x="239" y="183"/>
                  </a:cubicBezTo>
                  <a:close/>
                  <a:moveTo>
                    <a:pt x="246" y="223"/>
                  </a:moveTo>
                  <a:cubicBezTo>
                    <a:pt x="247" y="223"/>
                    <a:pt x="247" y="223"/>
                    <a:pt x="248" y="223"/>
                  </a:cubicBezTo>
                  <a:cubicBezTo>
                    <a:pt x="249" y="223"/>
                    <a:pt x="250" y="224"/>
                    <a:pt x="250" y="224"/>
                  </a:cubicBezTo>
                  <a:cubicBezTo>
                    <a:pt x="248" y="224"/>
                    <a:pt x="247" y="223"/>
                    <a:pt x="246" y="223"/>
                  </a:cubicBezTo>
                  <a:close/>
                  <a:moveTo>
                    <a:pt x="281" y="202"/>
                  </a:moveTo>
                  <a:cubicBezTo>
                    <a:pt x="280" y="203"/>
                    <a:pt x="280" y="203"/>
                    <a:pt x="280" y="203"/>
                  </a:cubicBezTo>
                  <a:cubicBezTo>
                    <a:pt x="276" y="204"/>
                    <a:pt x="273" y="208"/>
                    <a:pt x="272" y="213"/>
                  </a:cubicBezTo>
                  <a:cubicBezTo>
                    <a:pt x="271" y="212"/>
                    <a:pt x="269" y="211"/>
                    <a:pt x="268" y="210"/>
                  </a:cubicBezTo>
                  <a:cubicBezTo>
                    <a:pt x="267" y="208"/>
                    <a:pt x="267" y="208"/>
                    <a:pt x="267" y="208"/>
                  </a:cubicBezTo>
                  <a:cubicBezTo>
                    <a:pt x="266" y="206"/>
                    <a:pt x="266" y="205"/>
                    <a:pt x="264" y="203"/>
                  </a:cubicBezTo>
                  <a:cubicBezTo>
                    <a:pt x="272" y="200"/>
                    <a:pt x="281" y="197"/>
                    <a:pt x="286" y="195"/>
                  </a:cubicBezTo>
                  <a:cubicBezTo>
                    <a:pt x="287" y="198"/>
                    <a:pt x="288" y="199"/>
                    <a:pt x="290" y="201"/>
                  </a:cubicBezTo>
                  <a:cubicBezTo>
                    <a:pt x="285" y="202"/>
                    <a:pt x="281" y="202"/>
                    <a:pt x="281" y="202"/>
                  </a:cubicBezTo>
                  <a:close/>
                  <a:moveTo>
                    <a:pt x="300" y="140"/>
                  </a:moveTo>
                  <a:cubicBezTo>
                    <a:pt x="299" y="135"/>
                    <a:pt x="296" y="132"/>
                    <a:pt x="292" y="130"/>
                  </a:cubicBezTo>
                  <a:cubicBezTo>
                    <a:pt x="291" y="130"/>
                    <a:pt x="291" y="130"/>
                    <a:pt x="290" y="129"/>
                  </a:cubicBezTo>
                  <a:cubicBezTo>
                    <a:pt x="301" y="126"/>
                    <a:pt x="310" y="124"/>
                    <a:pt x="310" y="124"/>
                  </a:cubicBezTo>
                  <a:cubicBezTo>
                    <a:pt x="316" y="122"/>
                    <a:pt x="320" y="117"/>
                    <a:pt x="321" y="111"/>
                  </a:cubicBezTo>
                  <a:cubicBezTo>
                    <a:pt x="321" y="111"/>
                    <a:pt x="321" y="110"/>
                    <a:pt x="321" y="109"/>
                  </a:cubicBezTo>
                  <a:cubicBezTo>
                    <a:pt x="321" y="109"/>
                    <a:pt x="321" y="109"/>
                    <a:pt x="321" y="108"/>
                  </a:cubicBezTo>
                  <a:cubicBezTo>
                    <a:pt x="322" y="109"/>
                    <a:pt x="323" y="109"/>
                    <a:pt x="324" y="110"/>
                  </a:cubicBezTo>
                  <a:cubicBezTo>
                    <a:pt x="323" y="111"/>
                    <a:pt x="323" y="111"/>
                    <a:pt x="323" y="112"/>
                  </a:cubicBezTo>
                  <a:cubicBezTo>
                    <a:pt x="322" y="117"/>
                    <a:pt x="324" y="123"/>
                    <a:pt x="328" y="127"/>
                  </a:cubicBezTo>
                  <a:cubicBezTo>
                    <a:pt x="328" y="127"/>
                    <a:pt x="328" y="127"/>
                    <a:pt x="328" y="127"/>
                  </a:cubicBezTo>
                  <a:cubicBezTo>
                    <a:pt x="328" y="127"/>
                    <a:pt x="329" y="128"/>
                    <a:pt x="331" y="130"/>
                  </a:cubicBezTo>
                  <a:cubicBezTo>
                    <a:pt x="317" y="135"/>
                    <a:pt x="300" y="140"/>
                    <a:pt x="300" y="140"/>
                  </a:cubicBezTo>
                  <a:cubicBezTo>
                    <a:pt x="300" y="140"/>
                    <a:pt x="300" y="140"/>
                    <a:pt x="300" y="140"/>
                  </a:cubicBezTo>
                  <a:close/>
                  <a:moveTo>
                    <a:pt x="311" y="198"/>
                  </a:moveTo>
                  <a:cubicBezTo>
                    <a:pt x="311" y="198"/>
                    <a:pt x="311" y="198"/>
                    <a:pt x="311" y="198"/>
                  </a:cubicBezTo>
                  <a:cubicBezTo>
                    <a:pt x="311" y="198"/>
                    <a:pt x="311" y="198"/>
                    <a:pt x="311" y="197"/>
                  </a:cubicBezTo>
                  <a:cubicBezTo>
                    <a:pt x="311" y="198"/>
                    <a:pt x="311" y="198"/>
                    <a:pt x="311" y="198"/>
                  </a:cubicBezTo>
                  <a:close/>
                  <a:moveTo>
                    <a:pt x="326" y="231"/>
                  </a:moveTo>
                  <a:cubicBezTo>
                    <a:pt x="322" y="229"/>
                    <a:pt x="313" y="224"/>
                    <a:pt x="304" y="219"/>
                  </a:cubicBezTo>
                  <a:cubicBezTo>
                    <a:pt x="314" y="218"/>
                    <a:pt x="326" y="216"/>
                    <a:pt x="335" y="214"/>
                  </a:cubicBezTo>
                  <a:cubicBezTo>
                    <a:pt x="340" y="218"/>
                    <a:pt x="346" y="222"/>
                    <a:pt x="350" y="225"/>
                  </a:cubicBezTo>
                  <a:cubicBezTo>
                    <a:pt x="342" y="227"/>
                    <a:pt x="332" y="230"/>
                    <a:pt x="326" y="231"/>
                  </a:cubicBezTo>
                  <a:close/>
                  <a:moveTo>
                    <a:pt x="356" y="205"/>
                  </a:moveTo>
                  <a:cubicBezTo>
                    <a:pt x="356" y="205"/>
                    <a:pt x="356" y="205"/>
                    <a:pt x="356" y="204"/>
                  </a:cubicBezTo>
                  <a:cubicBezTo>
                    <a:pt x="356" y="205"/>
                    <a:pt x="357" y="205"/>
                    <a:pt x="357" y="205"/>
                  </a:cubicBezTo>
                  <a:cubicBezTo>
                    <a:pt x="356" y="205"/>
                    <a:pt x="356" y="205"/>
                    <a:pt x="356" y="205"/>
                  </a:cubicBezTo>
                  <a:close/>
                  <a:moveTo>
                    <a:pt x="368" y="189"/>
                  </a:moveTo>
                  <a:cubicBezTo>
                    <a:pt x="363" y="190"/>
                    <a:pt x="360" y="193"/>
                    <a:pt x="358" y="197"/>
                  </a:cubicBezTo>
                  <a:cubicBezTo>
                    <a:pt x="357" y="193"/>
                    <a:pt x="355" y="189"/>
                    <a:pt x="352" y="186"/>
                  </a:cubicBezTo>
                  <a:cubicBezTo>
                    <a:pt x="351" y="185"/>
                    <a:pt x="351" y="185"/>
                    <a:pt x="351" y="185"/>
                  </a:cubicBezTo>
                  <a:cubicBezTo>
                    <a:pt x="351" y="185"/>
                    <a:pt x="350" y="184"/>
                    <a:pt x="348" y="183"/>
                  </a:cubicBezTo>
                  <a:cubicBezTo>
                    <a:pt x="361" y="178"/>
                    <a:pt x="376" y="172"/>
                    <a:pt x="376" y="172"/>
                  </a:cubicBezTo>
                  <a:cubicBezTo>
                    <a:pt x="376" y="172"/>
                    <a:pt x="376" y="172"/>
                    <a:pt x="376" y="172"/>
                  </a:cubicBezTo>
                  <a:cubicBezTo>
                    <a:pt x="381" y="170"/>
                    <a:pt x="384" y="165"/>
                    <a:pt x="385" y="160"/>
                  </a:cubicBezTo>
                  <a:cubicBezTo>
                    <a:pt x="385" y="159"/>
                    <a:pt x="385" y="159"/>
                    <a:pt x="385" y="158"/>
                  </a:cubicBezTo>
                  <a:cubicBezTo>
                    <a:pt x="385" y="155"/>
                    <a:pt x="384" y="152"/>
                    <a:pt x="383" y="150"/>
                  </a:cubicBezTo>
                  <a:cubicBezTo>
                    <a:pt x="384" y="149"/>
                    <a:pt x="385" y="149"/>
                    <a:pt x="386" y="148"/>
                  </a:cubicBezTo>
                  <a:cubicBezTo>
                    <a:pt x="388" y="149"/>
                    <a:pt x="391" y="151"/>
                    <a:pt x="393" y="153"/>
                  </a:cubicBezTo>
                  <a:cubicBezTo>
                    <a:pt x="391" y="155"/>
                    <a:pt x="389" y="159"/>
                    <a:pt x="389" y="162"/>
                  </a:cubicBezTo>
                  <a:cubicBezTo>
                    <a:pt x="388" y="167"/>
                    <a:pt x="390" y="171"/>
                    <a:pt x="393" y="174"/>
                  </a:cubicBezTo>
                  <a:cubicBezTo>
                    <a:pt x="394" y="175"/>
                    <a:pt x="397" y="178"/>
                    <a:pt x="400" y="182"/>
                  </a:cubicBezTo>
                  <a:cubicBezTo>
                    <a:pt x="384" y="185"/>
                    <a:pt x="368" y="189"/>
                    <a:pt x="368" y="189"/>
                  </a:cubicBezTo>
                  <a:close/>
                  <a:moveTo>
                    <a:pt x="398" y="216"/>
                  </a:moveTo>
                  <a:cubicBezTo>
                    <a:pt x="397" y="215"/>
                    <a:pt x="396" y="213"/>
                    <a:pt x="395" y="212"/>
                  </a:cubicBezTo>
                  <a:cubicBezTo>
                    <a:pt x="392" y="210"/>
                    <a:pt x="390" y="209"/>
                    <a:pt x="387" y="209"/>
                  </a:cubicBezTo>
                  <a:cubicBezTo>
                    <a:pt x="386" y="208"/>
                    <a:pt x="385" y="207"/>
                    <a:pt x="383" y="206"/>
                  </a:cubicBezTo>
                  <a:cubicBezTo>
                    <a:pt x="391" y="204"/>
                    <a:pt x="404" y="201"/>
                    <a:pt x="417" y="198"/>
                  </a:cubicBezTo>
                  <a:cubicBezTo>
                    <a:pt x="420" y="201"/>
                    <a:pt x="422" y="204"/>
                    <a:pt x="423" y="205"/>
                  </a:cubicBezTo>
                  <a:cubicBezTo>
                    <a:pt x="418" y="207"/>
                    <a:pt x="407" y="212"/>
                    <a:pt x="398" y="216"/>
                  </a:cubicBezTo>
                  <a:close/>
                  <a:moveTo>
                    <a:pt x="423" y="177"/>
                  </a:moveTo>
                  <a:cubicBezTo>
                    <a:pt x="420" y="173"/>
                    <a:pt x="416" y="169"/>
                    <a:pt x="414" y="167"/>
                  </a:cubicBezTo>
                  <a:cubicBezTo>
                    <a:pt x="419" y="170"/>
                    <a:pt x="423" y="173"/>
                    <a:pt x="427" y="176"/>
                  </a:cubicBezTo>
                  <a:cubicBezTo>
                    <a:pt x="426" y="176"/>
                    <a:pt x="424" y="176"/>
                    <a:pt x="423" y="177"/>
                  </a:cubicBezTo>
                  <a:close/>
                  <a:moveTo>
                    <a:pt x="472" y="176"/>
                  </a:moveTo>
                  <a:cubicBezTo>
                    <a:pt x="473" y="176"/>
                    <a:pt x="473" y="176"/>
                    <a:pt x="473" y="176"/>
                  </a:cubicBezTo>
                  <a:cubicBezTo>
                    <a:pt x="468" y="177"/>
                    <a:pt x="465" y="182"/>
                    <a:pt x="464" y="187"/>
                  </a:cubicBezTo>
                  <a:cubicBezTo>
                    <a:pt x="463" y="193"/>
                    <a:pt x="465" y="198"/>
                    <a:pt x="469" y="200"/>
                  </a:cubicBezTo>
                  <a:cubicBezTo>
                    <a:pt x="468" y="200"/>
                    <a:pt x="468" y="200"/>
                    <a:pt x="468" y="200"/>
                  </a:cubicBezTo>
                  <a:cubicBezTo>
                    <a:pt x="468" y="200"/>
                    <a:pt x="489" y="218"/>
                    <a:pt x="499" y="226"/>
                  </a:cubicBezTo>
                  <a:cubicBezTo>
                    <a:pt x="481" y="227"/>
                    <a:pt x="432" y="231"/>
                    <a:pt x="432" y="231"/>
                  </a:cubicBezTo>
                  <a:cubicBezTo>
                    <a:pt x="431" y="231"/>
                    <a:pt x="431" y="231"/>
                    <a:pt x="431" y="231"/>
                  </a:cubicBezTo>
                  <a:cubicBezTo>
                    <a:pt x="431" y="231"/>
                    <a:pt x="431" y="231"/>
                    <a:pt x="431" y="231"/>
                  </a:cubicBezTo>
                  <a:cubicBezTo>
                    <a:pt x="431" y="228"/>
                    <a:pt x="430" y="226"/>
                    <a:pt x="428" y="225"/>
                  </a:cubicBezTo>
                  <a:cubicBezTo>
                    <a:pt x="433" y="222"/>
                    <a:pt x="437" y="221"/>
                    <a:pt x="437" y="221"/>
                  </a:cubicBezTo>
                  <a:cubicBezTo>
                    <a:pt x="444" y="218"/>
                    <a:pt x="446" y="213"/>
                    <a:pt x="447" y="210"/>
                  </a:cubicBezTo>
                  <a:cubicBezTo>
                    <a:pt x="447" y="209"/>
                    <a:pt x="447" y="208"/>
                    <a:pt x="447" y="207"/>
                  </a:cubicBezTo>
                  <a:cubicBezTo>
                    <a:pt x="447" y="203"/>
                    <a:pt x="445" y="199"/>
                    <a:pt x="441" y="194"/>
                  </a:cubicBezTo>
                  <a:cubicBezTo>
                    <a:pt x="441" y="194"/>
                    <a:pt x="440" y="194"/>
                    <a:pt x="440" y="193"/>
                  </a:cubicBezTo>
                  <a:cubicBezTo>
                    <a:pt x="442" y="193"/>
                    <a:pt x="444" y="192"/>
                    <a:pt x="444" y="192"/>
                  </a:cubicBezTo>
                  <a:cubicBezTo>
                    <a:pt x="445" y="192"/>
                    <a:pt x="445" y="192"/>
                    <a:pt x="445" y="192"/>
                  </a:cubicBezTo>
                  <a:cubicBezTo>
                    <a:pt x="450" y="189"/>
                    <a:pt x="453" y="185"/>
                    <a:pt x="454" y="179"/>
                  </a:cubicBezTo>
                  <a:cubicBezTo>
                    <a:pt x="454" y="179"/>
                    <a:pt x="454" y="178"/>
                    <a:pt x="454" y="178"/>
                  </a:cubicBezTo>
                  <a:cubicBezTo>
                    <a:pt x="454" y="173"/>
                    <a:pt x="452" y="169"/>
                    <a:pt x="449" y="167"/>
                  </a:cubicBezTo>
                  <a:cubicBezTo>
                    <a:pt x="449" y="166"/>
                    <a:pt x="449" y="166"/>
                    <a:pt x="449" y="166"/>
                  </a:cubicBezTo>
                  <a:cubicBezTo>
                    <a:pt x="449" y="166"/>
                    <a:pt x="443" y="163"/>
                    <a:pt x="436" y="158"/>
                  </a:cubicBezTo>
                  <a:cubicBezTo>
                    <a:pt x="446" y="154"/>
                    <a:pt x="455" y="151"/>
                    <a:pt x="455" y="151"/>
                  </a:cubicBezTo>
                  <a:cubicBezTo>
                    <a:pt x="455" y="151"/>
                    <a:pt x="455" y="151"/>
                    <a:pt x="455" y="151"/>
                  </a:cubicBezTo>
                  <a:cubicBezTo>
                    <a:pt x="461" y="149"/>
                    <a:pt x="465" y="145"/>
                    <a:pt x="465" y="139"/>
                  </a:cubicBezTo>
                  <a:cubicBezTo>
                    <a:pt x="466" y="136"/>
                    <a:pt x="465" y="134"/>
                    <a:pt x="465" y="132"/>
                  </a:cubicBezTo>
                  <a:cubicBezTo>
                    <a:pt x="478" y="139"/>
                    <a:pt x="503" y="152"/>
                    <a:pt x="514" y="157"/>
                  </a:cubicBezTo>
                  <a:cubicBezTo>
                    <a:pt x="502" y="163"/>
                    <a:pt x="472" y="176"/>
                    <a:pt x="472" y="176"/>
                  </a:cubicBezTo>
                  <a:close/>
                  <a:moveTo>
                    <a:pt x="383" y="118"/>
                  </a:moveTo>
                  <a:cubicBezTo>
                    <a:pt x="383" y="118"/>
                    <a:pt x="383" y="118"/>
                    <a:pt x="383" y="118"/>
                  </a:cubicBezTo>
                  <a:cubicBezTo>
                    <a:pt x="383" y="118"/>
                    <a:pt x="383" y="118"/>
                    <a:pt x="383" y="118"/>
                  </a:cubicBezTo>
                  <a:close/>
                </a:path>
              </a:pathLst>
            </a:custGeom>
            <a:solidFill>
              <a:srgbClr val="E117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6" name="Freeform 333">
              <a:extLst>
                <a:ext uri="{FF2B5EF4-FFF2-40B4-BE49-F238E27FC236}">
                  <a16:creationId xmlns:a16="http://schemas.microsoft.com/office/drawing/2014/main" id="{BAC8485E-93FF-4472-8F10-41EF45B0D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028"/>
              <a:ext cx="272" cy="554"/>
            </a:xfrm>
            <a:custGeom>
              <a:avLst/>
              <a:gdLst>
                <a:gd name="T0" fmla="*/ 0 w 102"/>
                <a:gd name="T1" fmla="*/ 4310 h 195"/>
                <a:gd name="T2" fmla="*/ 931 w 102"/>
                <a:gd name="T3" fmla="*/ 4423 h 195"/>
                <a:gd name="T4" fmla="*/ 1003 w 102"/>
                <a:gd name="T5" fmla="*/ 4358 h 195"/>
                <a:gd name="T6" fmla="*/ 56 w 102"/>
                <a:gd name="T7" fmla="*/ 3827 h 195"/>
                <a:gd name="T8" fmla="*/ 56 w 102"/>
                <a:gd name="T9" fmla="*/ 3673 h 195"/>
                <a:gd name="T10" fmla="*/ 1536 w 102"/>
                <a:gd name="T11" fmla="*/ 3534 h 195"/>
                <a:gd name="T12" fmla="*/ 1536 w 102"/>
                <a:gd name="T13" fmla="*/ 3301 h 195"/>
                <a:gd name="T14" fmla="*/ 832 w 102"/>
                <a:gd name="T15" fmla="*/ 2565 h 195"/>
                <a:gd name="T16" fmla="*/ 853 w 102"/>
                <a:gd name="T17" fmla="*/ 2406 h 195"/>
                <a:gd name="T18" fmla="*/ 1843 w 102"/>
                <a:gd name="T19" fmla="*/ 1881 h 195"/>
                <a:gd name="T20" fmla="*/ 1856 w 102"/>
                <a:gd name="T21" fmla="*/ 1671 h 195"/>
                <a:gd name="T22" fmla="*/ 568 w 102"/>
                <a:gd name="T23" fmla="*/ 872 h 195"/>
                <a:gd name="T24" fmla="*/ 568 w 102"/>
                <a:gd name="T25" fmla="*/ 710 h 195"/>
                <a:gd name="T26" fmla="*/ 1763 w 102"/>
                <a:gd name="T27" fmla="*/ 548 h 195"/>
                <a:gd name="T28" fmla="*/ 1571 w 102"/>
                <a:gd name="T29" fmla="*/ 412 h 195"/>
                <a:gd name="T30" fmla="*/ 285 w 102"/>
                <a:gd name="T31" fmla="*/ 0 h 1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2" h="195">
                  <a:moveTo>
                    <a:pt x="0" y="188"/>
                  </a:moveTo>
                  <a:cubicBezTo>
                    <a:pt x="13" y="189"/>
                    <a:pt x="43" y="192"/>
                    <a:pt x="49" y="193"/>
                  </a:cubicBezTo>
                  <a:cubicBezTo>
                    <a:pt x="56" y="195"/>
                    <a:pt x="55" y="192"/>
                    <a:pt x="53" y="190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0" y="165"/>
                    <a:pt x="1" y="161"/>
                    <a:pt x="3" y="160"/>
                  </a:cubicBezTo>
                  <a:cubicBezTo>
                    <a:pt x="81" y="154"/>
                    <a:pt x="81" y="154"/>
                    <a:pt x="81" y="154"/>
                  </a:cubicBezTo>
                  <a:cubicBezTo>
                    <a:pt x="86" y="152"/>
                    <a:pt x="86" y="148"/>
                    <a:pt x="81" y="144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1" y="110"/>
                    <a:pt x="43" y="105"/>
                    <a:pt x="45" y="105"/>
                  </a:cubicBezTo>
                  <a:cubicBezTo>
                    <a:pt x="97" y="82"/>
                    <a:pt x="97" y="82"/>
                    <a:pt x="97" y="82"/>
                  </a:cubicBezTo>
                  <a:cubicBezTo>
                    <a:pt x="101" y="80"/>
                    <a:pt x="102" y="75"/>
                    <a:pt x="98" y="73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6" y="36"/>
                    <a:pt x="26" y="32"/>
                    <a:pt x="30" y="31"/>
                  </a:cubicBezTo>
                  <a:cubicBezTo>
                    <a:pt x="93" y="24"/>
                    <a:pt x="93" y="24"/>
                    <a:pt x="93" y="24"/>
                  </a:cubicBezTo>
                  <a:cubicBezTo>
                    <a:pt x="96" y="23"/>
                    <a:pt x="92" y="21"/>
                    <a:pt x="83" y="18"/>
                  </a:cubicBezTo>
                  <a:cubicBezTo>
                    <a:pt x="78" y="17"/>
                    <a:pt x="27" y="2"/>
                    <a:pt x="15" y="0"/>
                  </a:cubicBezTo>
                </a:path>
              </a:pathLst>
            </a:custGeom>
            <a:noFill/>
            <a:ln w="33338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7" name="Freeform 334">
              <a:extLst>
                <a:ext uri="{FF2B5EF4-FFF2-40B4-BE49-F238E27FC236}">
                  <a16:creationId xmlns:a16="http://schemas.microsoft.com/office/drawing/2014/main" id="{4D86CDDD-4985-4736-9816-48A5A66A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005"/>
              <a:ext cx="280" cy="531"/>
            </a:xfrm>
            <a:custGeom>
              <a:avLst/>
              <a:gdLst>
                <a:gd name="T0" fmla="*/ 1536 w 105"/>
                <a:gd name="T1" fmla="*/ 48 h 187"/>
                <a:gd name="T2" fmla="*/ 909 w 105"/>
                <a:gd name="T3" fmla="*/ 26 h 187"/>
                <a:gd name="T4" fmla="*/ 832 w 105"/>
                <a:gd name="T5" fmla="*/ 136 h 187"/>
                <a:gd name="T6" fmla="*/ 1800 w 105"/>
                <a:gd name="T7" fmla="*/ 710 h 187"/>
                <a:gd name="T8" fmla="*/ 1763 w 105"/>
                <a:gd name="T9" fmla="*/ 872 h 187"/>
                <a:gd name="T10" fmla="*/ 888 w 105"/>
                <a:gd name="T11" fmla="*/ 1258 h 187"/>
                <a:gd name="T12" fmla="*/ 853 w 105"/>
                <a:gd name="T13" fmla="*/ 1443 h 187"/>
                <a:gd name="T14" fmla="*/ 1955 w 105"/>
                <a:gd name="T15" fmla="*/ 2337 h 187"/>
                <a:gd name="T16" fmla="*/ 1912 w 105"/>
                <a:gd name="T17" fmla="*/ 2516 h 187"/>
                <a:gd name="T18" fmla="*/ 589 w 105"/>
                <a:gd name="T19" fmla="*/ 2888 h 187"/>
                <a:gd name="T20" fmla="*/ 533 w 105"/>
                <a:gd name="T21" fmla="*/ 3072 h 187"/>
                <a:gd name="T22" fmla="*/ 1309 w 105"/>
                <a:gd name="T23" fmla="*/ 3822 h 187"/>
                <a:gd name="T24" fmla="*/ 136 w 105"/>
                <a:gd name="T25" fmla="*/ 3919 h 187"/>
                <a:gd name="T26" fmla="*/ 627 w 105"/>
                <a:gd name="T27" fmla="*/ 4282 h 1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187">
                  <a:moveTo>
                    <a:pt x="81" y="2"/>
                  </a:moveTo>
                  <a:cubicBezTo>
                    <a:pt x="79" y="1"/>
                    <a:pt x="57" y="1"/>
                    <a:pt x="48" y="1"/>
                  </a:cubicBezTo>
                  <a:cubicBezTo>
                    <a:pt x="39" y="0"/>
                    <a:pt x="43" y="5"/>
                    <a:pt x="44" y="6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8" y="33"/>
                    <a:pt x="97" y="37"/>
                    <a:pt x="93" y="38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3" y="55"/>
                    <a:pt x="42" y="60"/>
                    <a:pt x="45" y="63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105" y="103"/>
                    <a:pt x="105" y="108"/>
                    <a:pt x="101" y="110"/>
                  </a:cubicBezTo>
                  <a:cubicBezTo>
                    <a:pt x="31" y="126"/>
                    <a:pt x="31" y="126"/>
                    <a:pt x="31" y="126"/>
                  </a:cubicBezTo>
                  <a:cubicBezTo>
                    <a:pt x="26" y="127"/>
                    <a:pt x="25" y="132"/>
                    <a:pt x="28" y="134"/>
                  </a:cubicBezTo>
                  <a:cubicBezTo>
                    <a:pt x="34" y="139"/>
                    <a:pt x="68" y="165"/>
                    <a:pt x="69" y="167"/>
                  </a:cubicBezTo>
                  <a:cubicBezTo>
                    <a:pt x="69" y="169"/>
                    <a:pt x="15" y="172"/>
                    <a:pt x="7" y="171"/>
                  </a:cubicBezTo>
                  <a:cubicBezTo>
                    <a:pt x="0" y="171"/>
                    <a:pt x="33" y="187"/>
                    <a:pt x="33" y="187"/>
                  </a:cubicBezTo>
                </a:path>
              </a:pathLst>
            </a:custGeom>
            <a:noFill/>
            <a:ln w="33338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8" name="Freeform 335">
              <a:extLst>
                <a:ext uri="{FF2B5EF4-FFF2-40B4-BE49-F238E27FC236}">
                  <a16:creationId xmlns:a16="http://schemas.microsoft.com/office/drawing/2014/main" id="{BBB7641A-5281-482C-B526-56559FAE1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923"/>
              <a:ext cx="258" cy="537"/>
            </a:xfrm>
            <a:custGeom>
              <a:avLst/>
              <a:gdLst>
                <a:gd name="T0" fmla="*/ 1543 w 97"/>
                <a:gd name="T1" fmla="*/ 74 h 189"/>
                <a:gd name="T2" fmla="*/ 904 w 97"/>
                <a:gd name="T3" fmla="*/ 26 h 189"/>
                <a:gd name="T4" fmla="*/ 848 w 97"/>
                <a:gd name="T5" fmla="*/ 162 h 189"/>
                <a:gd name="T6" fmla="*/ 1769 w 97"/>
                <a:gd name="T7" fmla="*/ 759 h 189"/>
                <a:gd name="T8" fmla="*/ 1713 w 97"/>
                <a:gd name="T9" fmla="*/ 921 h 189"/>
                <a:gd name="T10" fmla="*/ 883 w 97"/>
                <a:gd name="T11" fmla="*/ 1259 h 189"/>
                <a:gd name="T12" fmla="*/ 862 w 97"/>
                <a:gd name="T13" fmla="*/ 1446 h 189"/>
                <a:gd name="T14" fmla="*/ 1713 w 97"/>
                <a:gd name="T15" fmla="*/ 2293 h 189"/>
                <a:gd name="T16" fmla="*/ 1676 w 97"/>
                <a:gd name="T17" fmla="*/ 2478 h 189"/>
                <a:gd name="T18" fmla="*/ 580 w 97"/>
                <a:gd name="T19" fmla="*/ 2890 h 189"/>
                <a:gd name="T20" fmla="*/ 545 w 97"/>
                <a:gd name="T21" fmla="*/ 3077 h 189"/>
                <a:gd name="T22" fmla="*/ 1301 w 97"/>
                <a:gd name="T23" fmla="*/ 3827 h 189"/>
                <a:gd name="T24" fmla="*/ 149 w 97"/>
                <a:gd name="T25" fmla="*/ 3947 h 189"/>
                <a:gd name="T26" fmla="*/ 848 w 97"/>
                <a:gd name="T27" fmla="*/ 4336 h 1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7" h="189">
                  <a:moveTo>
                    <a:pt x="82" y="3"/>
                  </a:moveTo>
                  <a:cubicBezTo>
                    <a:pt x="80" y="2"/>
                    <a:pt x="58" y="2"/>
                    <a:pt x="48" y="1"/>
                  </a:cubicBezTo>
                  <a:cubicBezTo>
                    <a:pt x="39" y="0"/>
                    <a:pt x="43" y="5"/>
                    <a:pt x="45" y="7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7" y="35"/>
                    <a:pt x="95" y="39"/>
                    <a:pt x="91" y="40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4" y="56"/>
                    <a:pt x="42" y="61"/>
                    <a:pt x="46" y="63"/>
                  </a:cubicBezTo>
                  <a:cubicBezTo>
                    <a:pt x="91" y="100"/>
                    <a:pt x="91" y="100"/>
                    <a:pt x="91" y="100"/>
                  </a:cubicBezTo>
                  <a:cubicBezTo>
                    <a:pt x="93" y="101"/>
                    <a:pt x="93" y="106"/>
                    <a:pt x="89" y="108"/>
                  </a:cubicBezTo>
                  <a:cubicBezTo>
                    <a:pt x="31" y="126"/>
                    <a:pt x="31" y="126"/>
                    <a:pt x="31" y="126"/>
                  </a:cubicBezTo>
                  <a:cubicBezTo>
                    <a:pt x="27" y="128"/>
                    <a:pt x="26" y="132"/>
                    <a:pt x="29" y="134"/>
                  </a:cubicBezTo>
                  <a:cubicBezTo>
                    <a:pt x="34" y="139"/>
                    <a:pt x="69" y="165"/>
                    <a:pt x="69" y="167"/>
                  </a:cubicBezTo>
                  <a:cubicBezTo>
                    <a:pt x="70" y="170"/>
                    <a:pt x="15" y="172"/>
                    <a:pt x="8" y="172"/>
                  </a:cubicBezTo>
                  <a:cubicBezTo>
                    <a:pt x="0" y="171"/>
                    <a:pt x="45" y="189"/>
                    <a:pt x="45" y="189"/>
                  </a:cubicBezTo>
                </a:path>
              </a:pathLst>
            </a:custGeom>
            <a:noFill/>
            <a:ln w="33338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9" name="Freeform 336">
              <a:extLst>
                <a:ext uri="{FF2B5EF4-FFF2-40B4-BE49-F238E27FC236}">
                  <a16:creationId xmlns:a16="http://schemas.microsoft.com/office/drawing/2014/main" id="{4D32F41B-E299-430F-86B1-9F5EB387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971"/>
              <a:ext cx="224" cy="523"/>
            </a:xfrm>
            <a:custGeom>
              <a:avLst/>
              <a:gdLst>
                <a:gd name="T0" fmla="*/ 35 w 84"/>
                <a:gd name="T1" fmla="*/ 4136 h 184"/>
                <a:gd name="T2" fmla="*/ 704 w 84"/>
                <a:gd name="T3" fmla="*/ 4178 h 184"/>
                <a:gd name="T4" fmla="*/ 797 w 84"/>
                <a:gd name="T5" fmla="*/ 4136 h 184"/>
                <a:gd name="T6" fmla="*/ 56 w 84"/>
                <a:gd name="T7" fmla="*/ 3652 h 184"/>
                <a:gd name="T8" fmla="*/ 56 w 84"/>
                <a:gd name="T9" fmla="*/ 3490 h 184"/>
                <a:gd name="T10" fmla="*/ 1195 w 84"/>
                <a:gd name="T11" fmla="*/ 3263 h 184"/>
                <a:gd name="T12" fmla="*/ 1216 w 84"/>
                <a:gd name="T13" fmla="*/ 3030 h 184"/>
                <a:gd name="T14" fmla="*/ 397 w 84"/>
                <a:gd name="T15" fmla="*/ 2206 h 184"/>
                <a:gd name="T16" fmla="*/ 435 w 84"/>
                <a:gd name="T17" fmla="*/ 2044 h 184"/>
                <a:gd name="T18" fmla="*/ 1501 w 84"/>
                <a:gd name="T19" fmla="*/ 1609 h 184"/>
                <a:gd name="T20" fmla="*/ 1536 w 84"/>
                <a:gd name="T21" fmla="*/ 1398 h 184"/>
                <a:gd name="T22" fmla="*/ 547 w 84"/>
                <a:gd name="T23" fmla="*/ 662 h 184"/>
                <a:gd name="T24" fmla="*/ 568 w 84"/>
                <a:gd name="T25" fmla="*/ 509 h 184"/>
                <a:gd name="T26" fmla="*/ 1421 w 84"/>
                <a:gd name="T27" fmla="*/ 276 h 184"/>
                <a:gd name="T28" fmla="*/ 1229 w 84"/>
                <a:gd name="T29" fmla="*/ 162 h 184"/>
                <a:gd name="T30" fmla="*/ 627 w 84"/>
                <a:gd name="T31" fmla="*/ 0 h 1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4" h="184">
                  <a:moveTo>
                    <a:pt x="2" y="180"/>
                  </a:moveTo>
                  <a:cubicBezTo>
                    <a:pt x="18" y="183"/>
                    <a:pt x="32" y="181"/>
                    <a:pt x="37" y="182"/>
                  </a:cubicBezTo>
                  <a:cubicBezTo>
                    <a:pt x="45" y="184"/>
                    <a:pt x="44" y="181"/>
                    <a:pt x="42" y="180"/>
                  </a:cubicBezTo>
                  <a:cubicBezTo>
                    <a:pt x="3" y="159"/>
                    <a:pt x="3" y="159"/>
                    <a:pt x="3" y="159"/>
                  </a:cubicBezTo>
                  <a:cubicBezTo>
                    <a:pt x="0" y="157"/>
                    <a:pt x="1" y="152"/>
                    <a:pt x="3" y="152"/>
                  </a:cubicBezTo>
                  <a:cubicBezTo>
                    <a:pt x="63" y="142"/>
                    <a:pt x="63" y="142"/>
                    <a:pt x="63" y="142"/>
                  </a:cubicBezTo>
                  <a:cubicBezTo>
                    <a:pt x="68" y="140"/>
                    <a:pt x="68" y="136"/>
                    <a:pt x="64" y="132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19" y="94"/>
                    <a:pt x="20" y="90"/>
                    <a:pt x="23" y="8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83" y="69"/>
                    <a:pt x="84" y="63"/>
                    <a:pt x="81" y="6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6" y="27"/>
                    <a:pt x="26" y="23"/>
                    <a:pt x="30" y="22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8" y="11"/>
                    <a:pt x="74" y="9"/>
                    <a:pt x="65" y="7"/>
                  </a:cubicBezTo>
                  <a:cubicBezTo>
                    <a:pt x="60" y="5"/>
                    <a:pt x="44" y="2"/>
                    <a:pt x="33" y="0"/>
                  </a:cubicBezTo>
                </a:path>
              </a:pathLst>
            </a:custGeom>
            <a:noFill/>
            <a:ln w="33338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0" name="Freeform 337">
              <a:extLst>
                <a:ext uri="{FF2B5EF4-FFF2-40B4-BE49-F238E27FC236}">
                  <a16:creationId xmlns:a16="http://schemas.microsoft.com/office/drawing/2014/main" id="{D48871FB-3C86-44E1-A26B-008DDF5AB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841"/>
              <a:ext cx="282" cy="536"/>
            </a:xfrm>
            <a:custGeom>
              <a:avLst/>
              <a:gdLst>
                <a:gd name="T0" fmla="*/ 1522 w 106"/>
                <a:gd name="T1" fmla="*/ 48 h 189"/>
                <a:gd name="T2" fmla="*/ 907 w 106"/>
                <a:gd name="T3" fmla="*/ 0 h 189"/>
                <a:gd name="T4" fmla="*/ 827 w 106"/>
                <a:gd name="T5" fmla="*/ 136 h 189"/>
                <a:gd name="T6" fmla="*/ 1748 w 106"/>
                <a:gd name="T7" fmla="*/ 757 h 189"/>
                <a:gd name="T8" fmla="*/ 1713 w 106"/>
                <a:gd name="T9" fmla="*/ 893 h 189"/>
                <a:gd name="T10" fmla="*/ 1133 w 106"/>
                <a:gd name="T11" fmla="*/ 1302 h 189"/>
                <a:gd name="T12" fmla="*/ 1112 w 106"/>
                <a:gd name="T13" fmla="*/ 1503 h 189"/>
                <a:gd name="T14" fmla="*/ 1961 w 106"/>
                <a:gd name="T15" fmla="*/ 2326 h 189"/>
                <a:gd name="T16" fmla="*/ 1918 w 106"/>
                <a:gd name="T17" fmla="*/ 2510 h 189"/>
                <a:gd name="T18" fmla="*/ 827 w 106"/>
                <a:gd name="T19" fmla="*/ 2944 h 189"/>
                <a:gd name="T20" fmla="*/ 793 w 106"/>
                <a:gd name="T21" fmla="*/ 3105 h 189"/>
                <a:gd name="T22" fmla="*/ 1282 w 106"/>
                <a:gd name="T23" fmla="*/ 3812 h 189"/>
                <a:gd name="T24" fmla="*/ 136 w 106"/>
                <a:gd name="T25" fmla="*/ 3899 h 189"/>
                <a:gd name="T26" fmla="*/ 963 w 106"/>
                <a:gd name="T27" fmla="*/ 4311 h 1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6" h="189">
                  <a:moveTo>
                    <a:pt x="81" y="2"/>
                  </a:moveTo>
                  <a:cubicBezTo>
                    <a:pt x="79" y="1"/>
                    <a:pt x="57" y="1"/>
                    <a:pt x="48" y="0"/>
                  </a:cubicBezTo>
                  <a:cubicBezTo>
                    <a:pt x="38" y="0"/>
                    <a:pt x="42" y="4"/>
                    <a:pt x="44" y="6"/>
                  </a:cubicBezTo>
                  <a:cubicBezTo>
                    <a:pt x="93" y="33"/>
                    <a:pt x="93" y="33"/>
                    <a:pt x="93" y="33"/>
                  </a:cubicBezTo>
                  <a:cubicBezTo>
                    <a:pt x="96" y="35"/>
                    <a:pt x="95" y="39"/>
                    <a:pt x="91" y="39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57" y="58"/>
                    <a:pt x="55" y="63"/>
                    <a:pt x="59" y="66"/>
                  </a:cubicBezTo>
                  <a:cubicBezTo>
                    <a:pt x="104" y="102"/>
                    <a:pt x="104" y="102"/>
                    <a:pt x="104" y="102"/>
                  </a:cubicBezTo>
                  <a:cubicBezTo>
                    <a:pt x="106" y="104"/>
                    <a:pt x="106" y="109"/>
                    <a:pt x="102" y="110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0" y="130"/>
                    <a:pt x="39" y="134"/>
                    <a:pt x="42" y="136"/>
                  </a:cubicBezTo>
                  <a:cubicBezTo>
                    <a:pt x="47" y="142"/>
                    <a:pt x="68" y="165"/>
                    <a:pt x="68" y="167"/>
                  </a:cubicBezTo>
                  <a:cubicBezTo>
                    <a:pt x="69" y="169"/>
                    <a:pt x="14" y="172"/>
                    <a:pt x="7" y="171"/>
                  </a:cubicBezTo>
                  <a:cubicBezTo>
                    <a:pt x="0" y="171"/>
                    <a:pt x="51" y="189"/>
                    <a:pt x="51" y="189"/>
                  </a:cubicBezTo>
                </a:path>
              </a:pathLst>
            </a:custGeom>
            <a:noFill/>
            <a:ln w="33338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1" name="Freeform 338">
              <a:extLst>
                <a:ext uri="{FF2B5EF4-FFF2-40B4-BE49-F238E27FC236}">
                  <a16:creationId xmlns:a16="http://schemas.microsoft.com/office/drawing/2014/main" id="{C8F55C5C-6335-4C96-85BA-B4F0088DE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889"/>
              <a:ext cx="226" cy="522"/>
            </a:xfrm>
            <a:custGeom>
              <a:avLst/>
              <a:gdLst>
                <a:gd name="T0" fmla="*/ 0 w 85"/>
                <a:gd name="T1" fmla="*/ 4065 h 184"/>
                <a:gd name="T2" fmla="*/ 715 w 85"/>
                <a:gd name="T3" fmla="*/ 4153 h 184"/>
                <a:gd name="T4" fmla="*/ 806 w 85"/>
                <a:gd name="T5" fmla="*/ 4088 h 184"/>
                <a:gd name="T6" fmla="*/ 77 w 85"/>
                <a:gd name="T7" fmla="*/ 3628 h 184"/>
                <a:gd name="T8" fmla="*/ 77 w 85"/>
                <a:gd name="T9" fmla="*/ 3444 h 184"/>
                <a:gd name="T10" fmla="*/ 1202 w 85"/>
                <a:gd name="T11" fmla="*/ 3243 h 184"/>
                <a:gd name="T12" fmla="*/ 1223 w 85"/>
                <a:gd name="T13" fmla="*/ 3010 h 184"/>
                <a:gd name="T14" fmla="*/ 409 w 85"/>
                <a:gd name="T15" fmla="*/ 2190 h 184"/>
                <a:gd name="T16" fmla="*/ 452 w 85"/>
                <a:gd name="T17" fmla="*/ 2028 h 184"/>
                <a:gd name="T18" fmla="*/ 1505 w 85"/>
                <a:gd name="T19" fmla="*/ 1577 h 184"/>
                <a:gd name="T20" fmla="*/ 1542 w 85"/>
                <a:gd name="T21" fmla="*/ 1393 h 184"/>
                <a:gd name="T22" fmla="*/ 566 w 85"/>
                <a:gd name="T23" fmla="*/ 661 h 184"/>
                <a:gd name="T24" fmla="*/ 580 w 85"/>
                <a:gd name="T25" fmla="*/ 499 h 184"/>
                <a:gd name="T26" fmla="*/ 1428 w 85"/>
                <a:gd name="T27" fmla="*/ 272 h 184"/>
                <a:gd name="T28" fmla="*/ 1236 w 85"/>
                <a:gd name="T29" fmla="*/ 136 h 184"/>
                <a:gd name="T30" fmla="*/ 635 w 85"/>
                <a:gd name="T31" fmla="*/ 0 h 1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5" h="184">
                  <a:moveTo>
                    <a:pt x="0" y="178"/>
                  </a:moveTo>
                  <a:cubicBezTo>
                    <a:pt x="12" y="179"/>
                    <a:pt x="33" y="181"/>
                    <a:pt x="38" y="182"/>
                  </a:cubicBezTo>
                  <a:cubicBezTo>
                    <a:pt x="46" y="184"/>
                    <a:pt x="45" y="181"/>
                    <a:pt x="43" y="179"/>
                  </a:cubicBezTo>
                  <a:cubicBezTo>
                    <a:pt x="4" y="159"/>
                    <a:pt x="4" y="159"/>
                    <a:pt x="4" y="159"/>
                  </a:cubicBezTo>
                  <a:cubicBezTo>
                    <a:pt x="1" y="156"/>
                    <a:pt x="2" y="152"/>
                    <a:pt x="4" y="151"/>
                  </a:cubicBezTo>
                  <a:cubicBezTo>
                    <a:pt x="64" y="142"/>
                    <a:pt x="64" y="142"/>
                    <a:pt x="64" y="142"/>
                  </a:cubicBezTo>
                  <a:cubicBezTo>
                    <a:pt x="69" y="140"/>
                    <a:pt x="69" y="136"/>
                    <a:pt x="65" y="132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20" y="94"/>
                    <a:pt x="22" y="89"/>
                    <a:pt x="24" y="89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84" y="68"/>
                    <a:pt x="85" y="63"/>
                    <a:pt x="82" y="61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7" y="27"/>
                    <a:pt x="27" y="23"/>
                    <a:pt x="31" y="22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9" y="11"/>
                    <a:pt x="75" y="9"/>
                    <a:pt x="66" y="6"/>
                  </a:cubicBezTo>
                  <a:cubicBezTo>
                    <a:pt x="61" y="5"/>
                    <a:pt x="45" y="2"/>
                    <a:pt x="34" y="0"/>
                  </a:cubicBezTo>
                </a:path>
              </a:pathLst>
            </a:custGeom>
            <a:noFill/>
            <a:ln w="33338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2" name="Freeform 339">
              <a:extLst>
                <a:ext uri="{FF2B5EF4-FFF2-40B4-BE49-F238E27FC236}">
                  <a16:creationId xmlns:a16="http://schemas.microsoft.com/office/drawing/2014/main" id="{F4F57CA3-B750-4E8B-AEFF-67C6E5D6F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45"/>
              <a:ext cx="61" cy="66"/>
            </a:xfrm>
            <a:custGeom>
              <a:avLst/>
              <a:gdLst>
                <a:gd name="T0" fmla="*/ 0 w 23"/>
                <a:gd name="T1" fmla="*/ 238 h 23"/>
                <a:gd name="T2" fmla="*/ 239 w 23"/>
                <a:gd name="T3" fmla="*/ 115 h 23"/>
                <a:gd name="T4" fmla="*/ 239 w 23"/>
                <a:gd name="T5" fmla="*/ 494 h 23"/>
                <a:gd name="T6" fmla="*/ 430 w 23"/>
                <a:gd name="T7" fmla="*/ 42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0" y="10"/>
                  </a:moveTo>
                  <a:cubicBezTo>
                    <a:pt x="7" y="6"/>
                    <a:pt x="12" y="0"/>
                    <a:pt x="13" y="5"/>
                  </a:cubicBezTo>
                  <a:cubicBezTo>
                    <a:pt x="14" y="10"/>
                    <a:pt x="8" y="20"/>
                    <a:pt x="13" y="21"/>
                  </a:cubicBezTo>
                  <a:cubicBezTo>
                    <a:pt x="18" y="23"/>
                    <a:pt x="23" y="18"/>
                    <a:pt x="23" y="18"/>
                  </a:cubicBezTo>
                </a:path>
              </a:pathLst>
            </a:custGeom>
            <a:noFill/>
            <a:ln w="33338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3" name="Freeform 340">
              <a:extLst>
                <a:ext uri="{FF2B5EF4-FFF2-40B4-BE49-F238E27FC236}">
                  <a16:creationId xmlns:a16="http://schemas.microsoft.com/office/drawing/2014/main" id="{D17F1DFB-F3E2-42D3-B179-F9ADD6F47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278"/>
              <a:ext cx="61" cy="62"/>
            </a:xfrm>
            <a:custGeom>
              <a:avLst/>
              <a:gdLst>
                <a:gd name="T0" fmla="*/ 0 w 23"/>
                <a:gd name="T1" fmla="*/ 223 h 22"/>
                <a:gd name="T2" fmla="*/ 260 w 23"/>
                <a:gd name="T3" fmla="*/ 110 h 22"/>
                <a:gd name="T4" fmla="*/ 239 w 23"/>
                <a:gd name="T5" fmla="*/ 468 h 22"/>
                <a:gd name="T6" fmla="*/ 430 w 23"/>
                <a:gd name="T7" fmla="*/ 38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0" y="10"/>
                  </a:moveTo>
                  <a:cubicBezTo>
                    <a:pt x="7" y="5"/>
                    <a:pt x="13" y="0"/>
                    <a:pt x="14" y="5"/>
                  </a:cubicBezTo>
                  <a:cubicBezTo>
                    <a:pt x="15" y="10"/>
                    <a:pt x="8" y="19"/>
                    <a:pt x="13" y="21"/>
                  </a:cubicBezTo>
                  <a:cubicBezTo>
                    <a:pt x="18" y="22"/>
                    <a:pt x="23" y="17"/>
                    <a:pt x="23" y="17"/>
                  </a:cubicBezTo>
                </a:path>
              </a:pathLst>
            </a:custGeom>
            <a:noFill/>
            <a:ln w="33338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4" name="Freeform 341">
              <a:extLst>
                <a:ext uri="{FF2B5EF4-FFF2-40B4-BE49-F238E27FC236}">
                  <a16:creationId xmlns:a16="http://schemas.microsoft.com/office/drawing/2014/main" id="{C6C21D4D-9F7D-4633-80A6-76EFB4A26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128"/>
              <a:ext cx="56" cy="73"/>
            </a:xfrm>
            <a:custGeom>
              <a:avLst/>
              <a:gdLst>
                <a:gd name="T0" fmla="*/ 0 w 21"/>
                <a:gd name="T1" fmla="*/ 135 h 26"/>
                <a:gd name="T2" fmla="*/ 192 w 21"/>
                <a:gd name="T3" fmla="*/ 174 h 26"/>
                <a:gd name="T4" fmla="*/ 248 w 21"/>
                <a:gd name="T5" fmla="*/ 576 h 26"/>
                <a:gd name="T6" fmla="*/ 397 w 21"/>
                <a:gd name="T7" fmla="*/ 44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0" y="6"/>
                  </a:moveTo>
                  <a:cubicBezTo>
                    <a:pt x="2" y="0"/>
                    <a:pt x="11" y="0"/>
                    <a:pt x="10" y="8"/>
                  </a:cubicBezTo>
                  <a:cubicBezTo>
                    <a:pt x="9" y="16"/>
                    <a:pt x="8" y="26"/>
                    <a:pt x="13" y="26"/>
                  </a:cubicBezTo>
                  <a:cubicBezTo>
                    <a:pt x="19" y="26"/>
                    <a:pt x="21" y="20"/>
                    <a:pt x="21" y="20"/>
                  </a:cubicBezTo>
                </a:path>
              </a:pathLst>
            </a:custGeom>
            <a:noFill/>
            <a:ln w="33338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5" name="Freeform 342">
              <a:extLst>
                <a:ext uri="{FF2B5EF4-FFF2-40B4-BE49-F238E27FC236}">
                  <a16:creationId xmlns:a16="http://schemas.microsoft.com/office/drawing/2014/main" id="{165B162D-422E-4215-9AF2-B64631ECA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187"/>
              <a:ext cx="55" cy="82"/>
            </a:xfrm>
            <a:custGeom>
              <a:avLst/>
              <a:gdLst>
                <a:gd name="T0" fmla="*/ 0 w 21"/>
                <a:gd name="T1" fmla="*/ 136 h 29"/>
                <a:gd name="T2" fmla="*/ 178 w 21"/>
                <a:gd name="T3" fmla="*/ 223 h 29"/>
                <a:gd name="T4" fmla="*/ 212 w 21"/>
                <a:gd name="T5" fmla="*/ 631 h 29"/>
                <a:gd name="T6" fmla="*/ 377 w 21"/>
                <a:gd name="T7" fmla="*/ 47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9">
                  <a:moveTo>
                    <a:pt x="0" y="6"/>
                  </a:moveTo>
                  <a:cubicBezTo>
                    <a:pt x="4" y="0"/>
                    <a:pt x="12" y="2"/>
                    <a:pt x="10" y="10"/>
                  </a:cubicBezTo>
                  <a:cubicBezTo>
                    <a:pt x="8" y="18"/>
                    <a:pt x="7" y="26"/>
                    <a:pt x="12" y="28"/>
                  </a:cubicBezTo>
                  <a:cubicBezTo>
                    <a:pt x="18" y="29"/>
                    <a:pt x="21" y="21"/>
                    <a:pt x="21" y="21"/>
                  </a:cubicBezTo>
                </a:path>
              </a:pathLst>
            </a:custGeom>
            <a:noFill/>
            <a:ln w="33338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6" name="Freeform 343">
              <a:extLst>
                <a:ext uri="{FF2B5EF4-FFF2-40B4-BE49-F238E27FC236}">
                  <a16:creationId xmlns:a16="http://schemas.microsoft.com/office/drawing/2014/main" id="{162D7C69-56BD-4B12-8280-0F354C2A6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244"/>
              <a:ext cx="59" cy="79"/>
            </a:xfrm>
            <a:custGeom>
              <a:avLst/>
              <a:gdLst>
                <a:gd name="T0" fmla="*/ 0 w 22"/>
                <a:gd name="T1" fmla="*/ 183 h 28"/>
                <a:gd name="T2" fmla="*/ 252 w 22"/>
                <a:gd name="T3" fmla="*/ 223 h 28"/>
                <a:gd name="T4" fmla="*/ 231 w 22"/>
                <a:gd name="T5" fmla="*/ 581 h 28"/>
                <a:gd name="T6" fmla="*/ 424 w 22"/>
                <a:gd name="T7" fmla="*/ 46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8">
                  <a:moveTo>
                    <a:pt x="0" y="8"/>
                  </a:moveTo>
                  <a:cubicBezTo>
                    <a:pt x="5" y="2"/>
                    <a:pt x="15" y="0"/>
                    <a:pt x="13" y="10"/>
                  </a:cubicBezTo>
                  <a:cubicBezTo>
                    <a:pt x="11" y="18"/>
                    <a:pt x="7" y="24"/>
                    <a:pt x="12" y="26"/>
                  </a:cubicBezTo>
                  <a:cubicBezTo>
                    <a:pt x="17" y="28"/>
                    <a:pt x="22" y="21"/>
                    <a:pt x="22" y="21"/>
                  </a:cubicBezTo>
                </a:path>
              </a:pathLst>
            </a:custGeom>
            <a:noFill/>
            <a:ln w="33338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7" name="Freeform 344">
              <a:extLst>
                <a:ext uri="{FF2B5EF4-FFF2-40B4-BE49-F238E27FC236}">
                  <a16:creationId xmlns:a16="http://schemas.microsoft.com/office/drawing/2014/main" id="{6E8885B6-58F0-4FAB-97E7-C649FB24C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082"/>
              <a:ext cx="62" cy="68"/>
            </a:xfrm>
            <a:custGeom>
              <a:avLst/>
              <a:gdLst>
                <a:gd name="T0" fmla="*/ 0 w 23"/>
                <a:gd name="T1" fmla="*/ 162 h 24"/>
                <a:gd name="T2" fmla="*/ 197 w 23"/>
                <a:gd name="T3" fmla="*/ 184 h 24"/>
                <a:gd name="T4" fmla="*/ 313 w 23"/>
                <a:gd name="T5" fmla="*/ 521 h 24"/>
                <a:gd name="T6" fmla="*/ 450 w 23"/>
                <a:gd name="T7" fmla="*/ 41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0" y="7"/>
                  </a:moveTo>
                  <a:cubicBezTo>
                    <a:pt x="3" y="0"/>
                    <a:pt x="11" y="0"/>
                    <a:pt x="10" y="8"/>
                  </a:cubicBezTo>
                  <a:cubicBezTo>
                    <a:pt x="10" y="17"/>
                    <a:pt x="10" y="23"/>
                    <a:pt x="16" y="23"/>
                  </a:cubicBezTo>
                  <a:cubicBezTo>
                    <a:pt x="21" y="24"/>
                    <a:pt x="23" y="18"/>
                    <a:pt x="23" y="18"/>
                  </a:cubicBezTo>
                </a:path>
              </a:pathLst>
            </a:custGeom>
            <a:noFill/>
            <a:ln w="33338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8" name="Freeform 345">
              <a:extLst>
                <a:ext uri="{FF2B5EF4-FFF2-40B4-BE49-F238E27FC236}">
                  <a16:creationId xmlns:a16="http://schemas.microsoft.com/office/drawing/2014/main" id="{B060C1D3-3102-4F4A-AFAF-6B87BE1B0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986"/>
              <a:ext cx="287" cy="556"/>
            </a:xfrm>
            <a:custGeom>
              <a:avLst/>
              <a:gdLst>
                <a:gd name="T0" fmla="*/ 1334 w 108"/>
                <a:gd name="T1" fmla="*/ 4474 h 196"/>
                <a:gd name="T2" fmla="*/ 260 w 108"/>
                <a:gd name="T3" fmla="*/ 4113 h 196"/>
                <a:gd name="T4" fmla="*/ 191 w 108"/>
                <a:gd name="T5" fmla="*/ 4017 h 196"/>
                <a:gd name="T6" fmla="*/ 938 w 108"/>
                <a:gd name="T7" fmla="*/ 3790 h 196"/>
                <a:gd name="T8" fmla="*/ 975 w 108"/>
                <a:gd name="T9" fmla="*/ 3654 h 196"/>
                <a:gd name="T10" fmla="*/ 35 w 108"/>
                <a:gd name="T11" fmla="*/ 2834 h 196"/>
                <a:gd name="T12" fmla="*/ 93 w 108"/>
                <a:gd name="T13" fmla="*/ 2672 h 196"/>
                <a:gd name="T14" fmla="*/ 1066 w 108"/>
                <a:gd name="T15" fmla="*/ 2238 h 196"/>
                <a:gd name="T16" fmla="*/ 1108 w 108"/>
                <a:gd name="T17" fmla="*/ 2028 h 196"/>
                <a:gd name="T18" fmla="*/ 375 w 108"/>
                <a:gd name="T19" fmla="*/ 1231 h 196"/>
                <a:gd name="T20" fmla="*/ 396 w 108"/>
                <a:gd name="T21" fmla="*/ 1030 h 196"/>
                <a:gd name="T22" fmla="*/ 1462 w 108"/>
                <a:gd name="T23" fmla="*/ 732 h 196"/>
                <a:gd name="T24" fmla="*/ 1504 w 108"/>
                <a:gd name="T25" fmla="*/ 570 h 196"/>
                <a:gd name="T26" fmla="*/ 861 w 108"/>
                <a:gd name="T27" fmla="*/ 74 h 196"/>
                <a:gd name="T28" fmla="*/ 1066 w 108"/>
                <a:gd name="T29" fmla="*/ 26 h 196"/>
                <a:gd name="T30" fmla="*/ 2028 w 108"/>
                <a:gd name="T31" fmla="*/ 210 h 19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8" h="196">
                  <a:moveTo>
                    <a:pt x="71" y="196"/>
                  </a:moveTo>
                  <a:cubicBezTo>
                    <a:pt x="68" y="196"/>
                    <a:pt x="21" y="181"/>
                    <a:pt x="14" y="180"/>
                  </a:cubicBezTo>
                  <a:cubicBezTo>
                    <a:pt x="6" y="179"/>
                    <a:pt x="8" y="177"/>
                    <a:pt x="10" y="176"/>
                  </a:cubicBezTo>
                  <a:cubicBezTo>
                    <a:pt x="50" y="166"/>
                    <a:pt x="50" y="166"/>
                    <a:pt x="50" y="166"/>
                  </a:cubicBezTo>
                  <a:cubicBezTo>
                    <a:pt x="53" y="165"/>
                    <a:pt x="54" y="161"/>
                    <a:pt x="52" y="160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0" y="122"/>
                    <a:pt x="0" y="118"/>
                    <a:pt x="5" y="11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61" y="96"/>
                    <a:pt x="61" y="91"/>
                    <a:pt x="59" y="89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16" y="51"/>
                    <a:pt x="18" y="46"/>
                    <a:pt x="21" y="45"/>
                  </a:cubicBezTo>
                  <a:cubicBezTo>
                    <a:pt x="78" y="32"/>
                    <a:pt x="78" y="32"/>
                    <a:pt x="78" y="32"/>
                  </a:cubicBezTo>
                  <a:cubicBezTo>
                    <a:pt x="82" y="31"/>
                    <a:pt x="83" y="27"/>
                    <a:pt x="80" y="25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4" y="1"/>
                    <a:pt x="48" y="0"/>
                    <a:pt x="57" y="1"/>
                  </a:cubicBezTo>
                  <a:cubicBezTo>
                    <a:pt x="67" y="2"/>
                    <a:pt x="106" y="8"/>
                    <a:pt x="108" y="9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9" name="Freeform 346">
              <a:extLst>
                <a:ext uri="{FF2B5EF4-FFF2-40B4-BE49-F238E27FC236}">
                  <a16:creationId xmlns:a16="http://schemas.microsoft.com/office/drawing/2014/main" id="{D9558F0A-09CD-45E2-B7C7-84D020FC5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903"/>
              <a:ext cx="287" cy="557"/>
            </a:xfrm>
            <a:custGeom>
              <a:avLst/>
              <a:gdLst>
                <a:gd name="T0" fmla="*/ 1334 w 108"/>
                <a:gd name="T1" fmla="*/ 4499 h 196"/>
                <a:gd name="T2" fmla="*/ 260 w 108"/>
                <a:gd name="T3" fmla="*/ 4135 h 196"/>
                <a:gd name="T4" fmla="*/ 191 w 108"/>
                <a:gd name="T5" fmla="*/ 4038 h 196"/>
                <a:gd name="T6" fmla="*/ 938 w 108"/>
                <a:gd name="T7" fmla="*/ 3811 h 196"/>
                <a:gd name="T8" fmla="*/ 975 w 108"/>
                <a:gd name="T9" fmla="*/ 3674 h 196"/>
                <a:gd name="T10" fmla="*/ 56 w 108"/>
                <a:gd name="T11" fmla="*/ 2842 h 196"/>
                <a:gd name="T12" fmla="*/ 93 w 108"/>
                <a:gd name="T13" fmla="*/ 2680 h 196"/>
                <a:gd name="T14" fmla="*/ 1066 w 108"/>
                <a:gd name="T15" fmla="*/ 2254 h 196"/>
                <a:gd name="T16" fmla="*/ 1108 w 108"/>
                <a:gd name="T17" fmla="*/ 2043 h 196"/>
                <a:gd name="T18" fmla="*/ 409 w 108"/>
                <a:gd name="T19" fmla="*/ 1236 h 196"/>
                <a:gd name="T20" fmla="*/ 431 w 108"/>
                <a:gd name="T21" fmla="*/ 1034 h 196"/>
                <a:gd name="T22" fmla="*/ 1462 w 108"/>
                <a:gd name="T23" fmla="*/ 736 h 196"/>
                <a:gd name="T24" fmla="*/ 1504 w 108"/>
                <a:gd name="T25" fmla="*/ 574 h 196"/>
                <a:gd name="T26" fmla="*/ 861 w 108"/>
                <a:gd name="T27" fmla="*/ 74 h 196"/>
                <a:gd name="T28" fmla="*/ 1066 w 108"/>
                <a:gd name="T29" fmla="*/ 26 h 196"/>
                <a:gd name="T30" fmla="*/ 2028 w 108"/>
                <a:gd name="T31" fmla="*/ 210 h 19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8" h="196">
                  <a:moveTo>
                    <a:pt x="71" y="196"/>
                  </a:moveTo>
                  <a:cubicBezTo>
                    <a:pt x="68" y="196"/>
                    <a:pt x="21" y="181"/>
                    <a:pt x="14" y="180"/>
                  </a:cubicBezTo>
                  <a:cubicBezTo>
                    <a:pt x="6" y="179"/>
                    <a:pt x="8" y="177"/>
                    <a:pt x="10" y="176"/>
                  </a:cubicBezTo>
                  <a:cubicBezTo>
                    <a:pt x="50" y="166"/>
                    <a:pt x="50" y="166"/>
                    <a:pt x="50" y="166"/>
                  </a:cubicBezTo>
                  <a:cubicBezTo>
                    <a:pt x="53" y="165"/>
                    <a:pt x="54" y="161"/>
                    <a:pt x="52" y="160"/>
                  </a:cubicBezTo>
                  <a:cubicBezTo>
                    <a:pt x="3" y="124"/>
                    <a:pt x="3" y="124"/>
                    <a:pt x="3" y="124"/>
                  </a:cubicBezTo>
                  <a:cubicBezTo>
                    <a:pt x="0" y="122"/>
                    <a:pt x="1" y="118"/>
                    <a:pt x="5" y="11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61" y="96"/>
                    <a:pt x="61" y="91"/>
                    <a:pt x="59" y="89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18" y="51"/>
                    <a:pt x="20" y="46"/>
                    <a:pt x="23" y="45"/>
                  </a:cubicBezTo>
                  <a:cubicBezTo>
                    <a:pt x="78" y="32"/>
                    <a:pt x="78" y="32"/>
                    <a:pt x="78" y="32"/>
                  </a:cubicBezTo>
                  <a:cubicBezTo>
                    <a:pt x="82" y="31"/>
                    <a:pt x="83" y="27"/>
                    <a:pt x="80" y="25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4" y="1"/>
                    <a:pt x="48" y="0"/>
                    <a:pt x="57" y="1"/>
                  </a:cubicBezTo>
                  <a:cubicBezTo>
                    <a:pt x="67" y="2"/>
                    <a:pt x="106" y="8"/>
                    <a:pt x="108" y="9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0" name="Freeform 347">
              <a:extLst>
                <a:ext uri="{FF2B5EF4-FFF2-40B4-BE49-F238E27FC236}">
                  <a16:creationId xmlns:a16="http://schemas.microsoft.com/office/drawing/2014/main" id="{FF24F19B-559A-4F5A-AA91-A93CAE94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935"/>
              <a:ext cx="263" cy="556"/>
            </a:xfrm>
            <a:custGeom>
              <a:avLst/>
              <a:gdLst>
                <a:gd name="T0" fmla="*/ 77 w 99"/>
                <a:gd name="T1" fmla="*/ 4224 h 196"/>
                <a:gd name="T2" fmla="*/ 954 w 99"/>
                <a:gd name="T3" fmla="*/ 4425 h 196"/>
                <a:gd name="T4" fmla="*/ 1065 w 99"/>
                <a:gd name="T5" fmla="*/ 4289 h 196"/>
                <a:gd name="T6" fmla="*/ 56 w 99"/>
                <a:gd name="T7" fmla="*/ 3654 h 196"/>
                <a:gd name="T8" fmla="*/ 56 w 99"/>
                <a:gd name="T9" fmla="*/ 3492 h 196"/>
                <a:gd name="T10" fmla="*/ 938 w 99"/>
                <a:gd name="T11" fmla="*/ 3129 h 196"/>
                <a:gd name="T12" fmla="*/ 954 w 99"/>
                <a:gd name="T13" fmla="*/ 2874 h 196"/>
                <a:gd name="T14" fmla="*/ 191 w 99"/>
                <a:gd name="T15" fmla="*/ 2076 h 196"/>
                <a:gd name="T16" fmla="*/ 205 w 99"/>
                <a:gd name="T17" fmla="*/ 1915 h 196"/>
                <a:gd name="T18" fmla="*/ 1291 w 99"/>
                <a:gd name="T19" fmla="*/ 1503 h 196"/>
                <a:gd name="T20" fmla="*/ 1334 w 99"/>
                <a:gd name="T21" fmla="*/ 1328 h 196"/>
                <a:gd name="T22" fmla="*/ 622 w 99"/>
                <a:gd name="T23" fmla="*/ 618 h 196"/>
                <a:gd name="T24" fmla="*/ 622 w 99"/>
                <a:gd name="T25" fmla="*/ 460 h 196"/>
                <a:gd name="T26" fmla="*/ 1798 w 99"/>
                <a:gd name="T27" fmla="*/ 346 h 196"/>
                <a:gd name="T28" fmla="*/ 1610 w 99"/>
                <a:gd name="T29" fmla="*/ 210 h 196"/>
                <a:gd name="T30" fmla="*/ 749 w 99"/>
                <a:gd name="T31" fmla="*/ 0 h 19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196">
                  <a:moveTo>
                    <a:pt x="4" y="185"/>
                  </a:moveTo>
                  <a:cubicBezTo>
                    <a:pt x="7" y="186"/>
                    <a:pt x="43" y="192"/>
                    <a:pt x="51" y="194"/>
                  </a:cubicBezTo>
                  <a:cubicBezTo>
                    <a:pt x="59" y="196"/>
                    <a:pt x="61" y="190"/>
                    <a:pt x="57" y="188"/>
                  </a:cubicBezTo>
                  <a:cubicBezTo>
                    <a:pt x="3" y="160"/>
                    <a:pt x="3" y="160"/>
                    <a:pt x="3" y="160"/>
                  </a:cubicBezTo>
                  <a:cubicBezTo>
                    <a:pt x="0" y="158"/>
                    <a:pt x="1" y="154"/>
                    <a:pt x="3" y="153"/>
                  </a:cubicBezTo>
                  <a:cubicBezTo>
                    <a:pt x="50" y="137"/>
                    <a:pt x="50" y="137"/>
                    <a:pt x="50" y="137"/>
                  </a:cubicBezTo>
                  <a:cubicBezTo>
                    <a:pt x="55" y="134"/>
                    <a:pt x="55" y="131"/>
                    <a:pt x="51" y="126"/>
                  </a:cubicBezTo>
                  <a:cubicBezTo>
                    <a:pt x="10" y="91"/>
                    <a:pt x="10" y="91"/>
                    <a:pt x="10" y="91"/>
                  </a:cubicBezTo>
                  <a:cubicBezTo>
                    <a:pt x="7" y="89"/>
                    <a:pt x="9" y="84"/>
                    <a:pt x="11" y="84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3" y="65"/>
                    <a:pt x="74" y="60"/>
                    <a:pt x="71" y="5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0" y="25"/>
                    <a:pt x="30" y="21"/>
                    <a:pt x="33" y="20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9" y="14"/>
                    <a:pt x="95" y="12"/>
                    <a:pt x="86" y="9"/>
                  </a:cubicBezTo>
                  <a:cubicBezTo>
                    <a:pt x="77" y="6"/>
                    <a:pt x="43" y="1"/>
                    <a:pt x="40" y="0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1" name="Freeform 348">
              <a:extLst>
                <a:ext uri="{FF2B5EF4-FFF2-40B4-BE49-F238E27FC236}">
                  <a16:creationId xmlns:a16="http://schemas.microsoft.com/office/drawing/2014/main" id="{C99228A1-E793-495B-9F02-AA804C148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025"/>
              <a:ext cx="264" cy="542"/>
            </a:xfrm>
            <a:custGeom>
              <a:avLst/>
              <a:gdLst>
                <a:gd name="T0" fmla="*/ 264 w 99"/>
                <a:gd name="T1" fmla="*/ 4276 h 191"/>
                <a:gd name="T2" fmla="*/ 989 w 99"/>
                <a:gd name="T3" fmla="*/ 4316 h 191"/>
                <a:gd name="T4" fmla="*/ 1024 w 99"/>
                <a:gd name="T5" fmla="*/ 4180 h 191"/>
                <a:gd name="T6" fmla="*/ 56 w 99"/>
                <a:gd name="T7" fmla="*/ 3593 h 191"/>
                <a:gd name="T8" fmla="*/ 56 w 99"/>
                <a:gd name="T9" fmla="*/ 3431 h 191"/>
                <a:gd name="T10" fmla="*/ 819 w 99"/>
                <a:gd name="T11" fmla="*/ 3019 h 191"/>
                <a:gd name="T12" fmla="*/ 832 w 99"/>
                <a:gd name="T13" fmla="*/ 2787 h 191"/>
                <a:gd name="T14" fmla="*/ 192 w 99"/>
                <a:gd name="T15" fmla="*/ 2012 h 191"/>
                <a:gd name="T16" fmla="*/ 205 w 99"/>
                <a:gd name="T17" fmla="*/ 1853 h 191"/>
                <a:gd name="T18" fmla="*/ 1173 w 99"/>
                <a:gd name="T19" fmla="*/ 1416 h 191"/>
                <a:gd name="T20" fmla="*/ 1195 w 99"/>
                <a:gd name="T21" fmla="*/ 1232 h 191"/>
                <a:gd name="T22" fmla="*/ 627 w 99"/>
                <a:gd name="T23" fmla="*/ 548 h 191"/>
                <a:gd name="T24" fmla="*/ 648 w 99"/>
                <a:gd name="T25" fmla="*/ 386 h 191"/>
                <a:gd name="T26" fmla="*/ 1821 w 99"/>
                <a:gd name="T27" fmla="*/ 272 h 191"/>
                <a:gd name="T28" fmla="*/ 1629 w 99"/>
                <a:gd name="T29" fmla="*/ 136 h 191"/>
                <a:gd name="T30" fmla="*/ 1024 w 99"/>
                <a:gd name="T31" fmla="*/ 0 h 1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191">
                  <a:moveTo>
                    <a:pt x="14" y="187"/>
                  </a:moveTo>
                  <a:cubicBezTo>
                    <a:pt x="27" y="188"/>
                    <a:pt x="46" y="188"/>
                    <a:pt x="52" y="189"/>
                  </a:cubicBezTo>
                  <a:cubicBezTo>
                    <a:pt x="59" y="191"/>
                    <a:pt x="56" y="185"/>
                    <a:pt x="54" y="183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0" y="155"/>
                    <a:pt x="1" y="151"/>
                    <a:pt x="3" y="150"/>
                  </a:cubicBezTo>
                  <a:cubicBezTo>
                    <a:pt x="43" y="132"/>
                    <a:pt x="43" y="132"/>
                    <a:pt x="43" y="132"/>
                  </a:cubicBezTo>
                  <a:cubicBezTo>
                    <a:pt x="48" y="130"/>
                    <a:pt x="48" y="126"/>
                    <a:pt x="44" y="122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7" y="86"/>
                    <a:pt x="9" y="81"/>
                    <a:pt x="11" y="81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6" y="61"/>
                    <a:pt x="67" y="56"/>
                    <a:pt x="63" y="5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0" y="22"/>
                    <a:pt x="30" y="18"/>
                    <a:pt x="34" y="17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11"/>
                    <a:pt x="95" y="9"/>
                    <a:pt x="86" y="6"/>
                  </a:cubicBezTo>
                  <a:cubicBezTo>
                    <a:pt x="81" y="4"/>
                    <a:pt x="65" y="2"/>
                    <a:pt x="54" y="0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2" name="Line 349">
              <a:extLst>
                <a:ext uri="{FF2B5EF4-FFF2-40B4-BE49-F238E27FC236}">
                  <a16:creationId xmlns:a16="http://schemas.microsoft.com/office/drawing/2014/main" id="{842E6204-780F-40CE-A495-79D297B70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0" y="2321"/>
              <a:ext cx="1" cy="1"/>
            </a:xfrm>
            <a:prstGeom prst="line">
              <a:avLst/>
            </a:prstGeom>
            <a:noFill/>
            <a:ln w="33338" cap="rnd">
              <a:solidFill>
                <a:srgbClr val="F5F5F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3" name="Freeform 350">
              <a:extLst>
                <a:ext uri="{FF2B5EF4-FFF2-40B4-BE49-F238E27FC236}">
                  <a16:creationId xmlns:a16="http://schemas.microsoft.com/office/drawing/2014/main" id="{A60D1C52-DE30-4232-911E-E4BAA6F0E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289"/>
              <a:ext cx="69" cy="68"/>
            </a:xfrm>
            <a:custGeom>
              <a:avLst/>
              <a:gdLst>
                <a:gd name="T0" fmla="*/ 0 w 26"/>
                <a:gd name="T1" fmla="*/ 224 h 24"/>
                <a:gd name="T2" fmla="*/ 191 w 26"/>
                <a:gd name="T3" fmla="*/ 482 h 24"/>
                <a:gd name="T4" fmla="*/ 353 w 26"/>
                <a:gd name="T5" fmla="*/ 26 h 24"/>
                <a:gd name="T6" fmla="*/ 486 w 26"/>
                <a:gd name="T7" fmla="*/ 27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0" y="10"/>
                  </a:moveTo>
                  <a:cubicBezTo>
                    <a:pt x="2" y="12"/>
                    <a:pt x="3" y="24"/>
                    <a:pt x="10" y="21"/>
                  </a:cubicBezTo>
                  <a:cubicBezTo>
                    <a:pt x="16" y="19"/>
                    <a:pt x="12" y="2"/>
                    <a:pt x="19" y="1"/>
                  </a:cubicBezTo>
                  <a:cubicBezTo>
                    <a:pt x="25" y="0"/>
                    <a:pt x="26" y="12"/>
                    <a:pt x="26" y="12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4" name="Freeform 351">
              <a:extLst>
                <a:ext uri="{FF2B5EF4-FFF2-40B4-BE49-F238E27FC236}">
                  <a16:creationId xmlns:a16="http://schemas.microsoft.com/office/drawing/2014/main" id="{D1B44208-C054-4267-B70D-FA0206774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417"/>
              <a:ext cx="69" cy="68"/>
            </a:xfrm>
            <a:custGeom>
              <a:avLst/>
              <a:gdLst>
                <a:gd name="T0" fmla="*/ 0 w 26"/>
                <a:gd name="T1" fmla="*/ 224 h 24"/>
                <a:gd name="T2" fmla="*/ 170 w 26"/>
                <a:gd name="T3" fmla="*/ 499 h 24"/>
                <a:gd name="T4" fmla="*/ 337 w 26"/>
                <a:gd name="T5" fmla="*/ 26 h 24"/>
                <a:gd name="T6" fmla="*/ 486 w 26"/>
                <a:gd name="T7" fmla="*/ 29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0" y="10"/>
                  </a:moveTo>
                  <a:cubicBezTo>
                    <a:pt x="2" y="13"/>
                    <a:pt x="3" y="24"/>
                    <a:pt x="9" y="22"/>
                  </a:cubicBezTo>
                  <a:cubicBezTo>
                    <a:pt x="15" y="19"/>
                    <a:pt x="11" y="2"/>
                    <a:pt x="18" y="1"/>
                  </a:cubicBezTo>
                  <a:cubicBezTo>
                    <a:pt x="25" y="0"/>
                    <a:pt x="26" y="13"/>
                    <a:pt x="26" y="13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5" name="Freeform 352">
              <a:extLst>
                <a:ext uri="{FF2B5EF4-FFF2-40B4-BE49-F238E27FC236}">
                  <a16:creationId xmlns:a16="http://schemas.microsoft.com/office/drawing/2014/main" id="{C1A5B5EE-F939-486A-8487-6386DFA8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139"/>
              <a:ext cx="69" cy="68"/>
            </a:xfrm>
            <a:custGeom>
              <a:avLst/>
              <a:gdLst>
                <a:gd name="T0" fmla="*/ 0 w 26"/>
                <a:gd name="T1" fmla="*/ 224 h 24"/>
                <a:gd name="T2" fmla="*/ 170 w 26"/>
                <a:gd name="T3" fmla="*/ 482 h 24"/>
                <a:gd name="T4" fmla="*/ 337 w 26"/>
                <a:gd name="T5" fmla="*/ 26 h 24"/>
                <a:gd name="T6" fmla="*/ 486 w 26"/>
                <a:gd name="T7" fmla="*/ 27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0" y="10"/>
                  </a:moveTo>
                  <a:cubicBezTo>
                    <a:pt x="2" y="12"/>
                    <a:pt x="3" y="24"/>
                    <a:pt x="9" y="21"/>
                  </a:cubicBezTo>
                  <a:cubicBezTo>
                    <a:pt x="15" y="19"/>
                    <a:pt x="12" y="2"/>
                    <a:pt x="18" y="1"/>
                  </a:cubicBezTo>
                  <a:cubicBezTo>
                    <a:pt x="25" y="0"/>
                    <a:pt x="26" y="12"/>
                    <a:pt x="26" y="12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6" name="Freeform 353">
              <a:extLst>
                <a:ext uri="{FF2B5EF4-FFF2-40B4-BE49-F238E27FC236}">
                  <a16:creationId xmlns:a16="http://schemas.microsoft.com/office/drawing/2014/main" id="{6744BCA8-A1A5-4E7F-8E96-AC0B39A1E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991"/>
              <a:ext cx="69" cy="68"/>
            </a:xfrm>
            <a:custGeom>
              <a:avLst/>
              <a:gdLst>
                <a:gd name="T0" fmla="*/ 0 w 26"/>
                <a:gd name="T1" fmla="*/ 224 h 24"/>
                <a:gd name="T2" fmla="*/ 170 w 26"/>
                <a:gd name="T3" fmla="*/ 499 h 24"/>
                <a:gd name="T4" fmla="*/ 337 w 26"/>
                <a:gd name="T5" fmla="*/ 26 h 24"/>
                <a:gd name="T6" fmla="*/ 486 w 26"/>
                <a:gd name="T7" fmla="*/ 29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0" y="10"/>
                  </a:moveTo>
                  <a:cubicBezTo>
                    <a:pt x="2" y="13"/>
                    <a:pt x="2" y="24"/>
                    <a:pt x="9" y="22"/>
                  </a:cubicBezTo>
                  <a:cubicBezTo>
                    <a:pt x="15" y="19"/>
                    <a:pt x="11" y="2"/>
                    <a:pt x="18" y="1"/>
                  </a:cubicBezTo>
                  <a:cubicBezTo>
                    <a:pt x="24" y="0"/>
                    <a:pt x="26" y="13"/>
                    <a:pt x="26" y="13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7" name="Freeform 354">
              <a:extLst>
                <a:ext uri="{FF2B5EF4-FFF2-40B4-BE49-F238E27FC236}">
                  <a16:creationId xmlns:a16="http://schemas.microsoft.com/office/drawing/2014/main" id="{7EF407E6-0CCE-4FD7-92BE-4A22904E6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048"/>
              <a:ext cx="72" cy="54"/>
            </a:xfrm>
            <a:custGeom>
              <a:avLst/>
              <a:gdLst>
                <a:gd name="T0" fmla="*/ 35 w 27"/>
                <a:gd name="T1" fmla="*/ 210 h 19"/>
                <a:gd name="T2" fmla="*/ 115 w 27"/>
                <a:gd name="T3" fmla="*/ 412 h 19"/>
                <a:gd name="T4" fmla="*/ 456 w 27"/>
                <a:gd name="T5" fmla="*/ 74 h 19"/>
                <a:gd name="T6" fmla="*/ 512 w 27"/>
                <a:gd name="T7" fmla="*/ 27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9">
                  <a:moveTo>
                    <a:pt x="2" y="9"/>
                  </a:moveTo>
                  <a:cubicBezTo>
                    <a:pt x="0" y="14"/>
                    <a:pt x="1" y="17"/>
                    <a:pt x="6" y="18"/>
                  </a:cubicBezTo>
                  <a:cubicBezTo>
                    <a:pt x="10" y="19"/>
                    <a:pt x="21" y="0"/>
                    <a:pt x="24" y="3"/>
                  </a:cubicBezTo>
                  <a:cubicBezTo>
                    <a:pt x="27" y="6"/>
                    <a:pt x="24" y="10"/>
                    <a:pt x="27" y="12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8" name="Freeform 355">
              <a:extLst>
                <a:ext uri="{FF2B5EF4-FFF2-40B4-BE49-F238E27FC236}">
                  <a16:creationId xmlns:a16="http://schemas.microsoft.com/office/drawing/2014/main" id="{8E263336-C2D5-4F51-8C28-6A94BF9C9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969"/>
              <a:ext cx="80" cy="36"/>
            </a:xfrm>
            <a:custGeom>
              <a:avLst/>
              <a:gdLst>
                <a:gd name="T0" fmla="*/ 0 w 30"/>
                <a:gd name="T1" fmla="*/ 108 h 13"/>
                <a:gd name="T2" fmla="*/ 205 w 30"/>
                <a:gd name="T3" fmla="*/ 216 h 13"/>
                <a:gd name="T4" fmla="*/ 568 w 30"/>
                <a:gd name="T5" fmla="*/ 19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5"/>
                  </a:moveTo>
                  <a:cubicBezTo>
                    <a:pt x="3" y="11"/>
                    <a:pt x="6" y="13"/>
                    <a:pt x="11" y="10"/>
                  </a:cubicBezTo>
                  <a:cubicBezTo>
                    <a:pt x="17" y="7"/>
                    <a:pt x="22" y="0"/>
                    <a:pt x="30" y="9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9" name="Freeform 356">
              <a:extLst>
                <a:ext uri="{FF2B5EF4-FFF2-40B4-BE49-F238E27FC236}">
                  <a16:creationId xmlns:a16="http://schemas.microsoft.com/office/drawing/2014/main" id="{9AA0BA95-355F-4E6E-940B-1D135C5B6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827"/>
              <a:ext cx="290" cy="553"/>
            </a:xfrm>
            <a:custGeom>
              <a:avLst/>
              <a:gdLst>
                <a:gd name="T0" fmla="*/ 1487 w 109"/>
                <a:gd name="T1" fmla="*/ 4447 h 195"/>
                <a:gd name="T2" fmla="*/ 396 w 109"/>
                <a:gd name="T3" fmla="*/ 4087 h 195"/>
                <a:gd name="T4" fmla="*/ 341 w 109"/>
                <a:gd name="T5" fmla="*/ 3990 h 195"/>
                <a:gd name="T6" fmla="*/ 1075 w 109"/>
                <a:gd name="T7" fmla="*/ 3789 h 195"/>
                <a:gd name="T8" fmla="*/ 1133 w 109"/>
                <a:gd name="T9" fmla="*/ 3627 h 195"/>
                <a:gd name="T10" fmla="*/ 56 w 109"/>
                <a:gd name="T11" fmla="*/ 2782 h 195"/>
                <a:gd name="T12" fmla="*/ 114 w 109"/>
                <a:gd name="T13" fmla="*/ 2623 h 195"/>
                <a:gd name="T14" fmla="*/ 1203 w 109"/>
                <a:gd name="T15" fmla="*/ 2212 h 195"/>
                <a:gd name="T16" fmla="*/ 1245 w 109"/>
                <a:gd name="T17" fmla="*/ 2028 h 195"/>
                <a:gd name="T18" fmla="*/ 375 w 109"/>
                <a:gd name="T19" fmla="*/ 1183 h 195"/>
                <a:gd name="T20" fmla="*/ 418 w 109"/>
                <a:gd name="T21" fmla="*/ 981 h 195"/>
                <a:gd name="T22" fmla="*/ 1599 w 109"/>
                <a:gd name="T23" fmla="*/ 709 h 195"/>
                <a:gd name="T24" fmla="*/ 1636 w 109"/>
                <a:gd name="T25" fmla="*/ 547 h 195"/>
                <a:gd name="T26" fmla="*/ 998 w 109"/>
                <a:gd name="T27" fmla="*/ 48 h 195"/>
                <a:gd name="T28" fmla="*/ 1224 w 109"/>
                <a:gd name="T29" fmla="*/ 0 h 195"/>
                <a:gd name="T30" fmla="*/ 2054 w 109"/>
                <a:gd name="T31" fmla="*/ 113 h 1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195">
                  <a:moveTo>
                    <a:pt x="79" y="195"/>
                  </a:moveTo>
                  <a:cubicBezTo>
                    <a:pt x="75" y="195"/>
                    <a:pt x="29" y="180"/>
                    <a:pt x="21" y="179"/>
                  </a:cubicBezTo>
                  <a:cubicBezTo>
                    <a:pt x="13" y="178"/>
                    <a:pt x="15" y="176"/>
                    <a:pt x="18" y="175"/>
                  </a:cubicBezTo>
                  <a:cubicBezTo>
                    <a:pt x="57" y="166"/>
                    <a:pt x="57" y="166"/>
                    <a:pt x="57" y="166"/>
                  </a:cubicBezTo>
                  <a:cubicBezTo>
                    <a:pt x="60" y="165"/>
                    <a:pt x="61" y="160"/>
                    <a:pt x="60" y="159"/>
                  </a:cubicBezTo>
                  <a:cubicBezTo>
                    <a:pt x="3" y="122"/>
                    <a:pt x="3" y="122"/>
                    <a:pt x="3" y="122"/>
                  </a:cubicBezTo>
                  <a:cubicBezTo>
                    <a:pt x="0" y="120"/>
                    <a:pt x="1" y="116"/>
                    <a:pt x="6" y="115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8" y="95"/>
                    <a:pt x="68" y="90"/>
                    <a:pt x="66" y="89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17" y="49"/>
                    <a:pt x="18" y="44"/>
                    <a:pt x="22" y="43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9" y="30"/>
                    <a:pt x="91" y="26"/>
                    <a:pt x="87" y="24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1" y="0"/>
                    <a:pt x="55" y="0"/>
                    <a:pt x="65" y="0"/>
                  </a:cubicBezTo>
                  <a:cubicBezTo>
                    <a:pt x="74" y="1"/>
                    <a:pt x="107" y="4"/>
                    <a:pt x="109" y="5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0" name="Freeform 357">
              <a:extLst>
                <a:ext uri="{FF2B5EF4-FFF2-40B4-BE49-F238E27FC236}">
                  <a16:creationId xmlns:a16="http://schemas.microsoft.com/office/drawing/2014/main" id="{B372A1A5-717B-4EF0-BDFD-9CD709876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864"/>
              <a:ext cx="260" cy="536"/>
            </a:xfrm>
            <a:custGeom>
              <a:avLst/>
              <a:gdLst>
                <a:gd name="T0" fmla="*/ 260 w 98"/>
                <a:gd name="T1" fmla="*/ 4175 h 189"/>
                <a:gd name="T2" fmla="*/ 971 w 98"/>
                <a:gd name="T3" fmla="*/ 4288 h 189"/>
                <a:gd name="T4" fmla="*/ 1064 w 98"/>
                <a:gd name="T5" fmla="*/ 4223 h 189"/>
                <a:gd name="T6" fmla="*/ 34 w 98"/>
                <a:gd name="T7" fmla="*/ 3579 h 189"/>
                <a:gd name="T8" fmla="*/ 34 w 98"/>
                <a:gd name="T9" fmla="*/ 3417 h 189"/>
                <a:gd name="T10" fmla="*/ 915 w 98"/>
                <a:gd name="T11" fmla="*/ 3057 h 189"/>
                <a:gd name="T12" fmla="*/ 937 w 98"/>
                <a:gd name="T13" fmla="*/ 2808 h 189"/>
                <a:gd name="T14" fmla="*/ 170 w 98"/>
                <a:gd name="T15" fmla="*/ 2011 h 189"/>
                <a:gd name="T16" fmla="*/ 204 w 98"/>
                <a:gd name="T17" fmla="*/ 1849 h 189"/>
                <a:gd name="T18" fmla="*/ 1289 w 98"/>
                <a:gd name="T19" fmla="*/ 1441 h 189"/>
                <a:gd name="T20" fmla="*/ 1308 w 98"/>
                <a:gd name="T21" fmla="*/ 1254 h 189"/>
                <a:gd name="T22" fmla="*/ 618 w 98"/>
                <a:gd name="T23" fmla="*/ 547 h 189"/>
                <a:gd name="T24" fmla="*/ 618 w 98"/>
                <a:gd name="T25" fmla="*/ 386 h 189"/>
                <a:gd name="T26" fmla="*/ 1796 w 98"/>
                <a:gd name="T27" fmla="*/ 272 h 189"/>
                <a:gd name="T28" fmla="*/ 1605 w 98"/>
                <a:gd name="T29" fmla="*/ 136 h 189"/>
                <a:gd name="T30" fmla="*/ 992 w 98"/>
                <a:gd name="T31" fmla="*/ 0 h 1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189">
                  <a:moveTo>
                    <a:pt x="14" y="183"/>
                  </a:moveTo>
                  <a:cubicBezTo>
                    <a:pt x="26" y="185"/>
                    <a:pt x="47" y="186"/>
                    <a:pt x="52" y="188"/>
                  </a:cubicBezTo>
                  <a:cubicBezTo>
                    <a:pt x="60" y="189"/>
                    <a:pt x="59" y="187"/>
                    <a:pt x="57" y="185"/>
                  </a:cubicBezTo>
                  <a:cubicBezTo>
                    <a:pt x="2" y="157"/>
                    <a:pt x="2" y="157"/>
                    <a:pt x="2" y="157"/>
                  </a:cubicBezTo>
                  <a:cubicBezTo>
                    <a:pt x="0" y="155"/>
                    <a:pt x="0" y="151"/>
                    <a:pt x="2" y="150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55" y="131"/>
                    <a:pt x="54" y="128"/>
                    <a:pt x="50" y="123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6" y="86"/>
                    <a:pt x="8" y="81"/>
                    <a:pt x="11" y="81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73" y="62"/>
                    <a:pt x="73" y="57"/>
                    <a:pt x="70" y="55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29" y="22"/>
                    <a:pt x="29" y="18"/>
                    <a:pt x="33" y="17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8" y="11"/>
                    <a:pt x="95" y="9"/>
                    <a:pt x="86" y="6"/>
                  </a:cubicBezTo>
                  <a:cubicBezTo>
                    <a:pt x="80" y="4"/>
                    <a:pt x="65" y="2"/>
                    <a:pt x="53" y="0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1" name="Freeform 358">
              <a:extLst>
                <a:ext uri="{FF2B5EF4-FFF2-40B4-BE49-F238E27FC236}">
                  <a16:creationId xmlns:a16="http://schemas.microsoft.com/office/drawing/2014/main" id="{59592B25-9863-43B3-9602-096F4C1F7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8"/>
              <a:ext cx="69" cy="68"/>
            </a:xfrm>
            <a:custGeom>
              <a:avLst/>
              <a:gdLst>
                <a:gd name="T0" fmla="*/ 0 w 26"/>
                <a:gd name="T1" fmla="*/ 210 h 24"/>
                <a:gd name="T2" fmla="*/ 170 w 26"/>
                <a:gd name="T3" fmla="*/ 482 h 24"/>
                <a:gd name="T4" fmla="*/ 337 w 26"/>
                <a:gd name="T5" fmla="*/ 26 h 24"/>
                <a:gd name="T6" fmla="*/ 486 w 26"/>
                <a:gd name="T7" fmla="*/ 27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0" y="9"/>
                  </a:moveTo>
                  <a:cubicBezTo>
                    <a:pt x="2" y="12"/>
                    <a:pt x="3" y="24"/>
                    <a:pt x="9" y="21"/>
                  </a:cubicBezTo>
                  <a:cubicBezTo>
                    <a:pt x="16" y="18"/>
                    <a:pt x="12" y="1"/>
                    <a:pt x="18" y="1"/>
                  </a:cubicBezTo>
                  <a:cubicBezTo>
                    <a:pt x="25" y="0"/>
                    <a:pt x="26" y="12"/>
                    <a:pt x="26" y="12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2" name="Freeform 359">
              <a:extLst>
                <a:ext uri="{FF2B5EF4-FFF2-40B4-BE49-F238E27FC236}">
                  <a16:creationId xmlns:a16="http://schemas.microsoft.com/office/drawing/2014/main" id="{A9DCD7CF-07C8-47B6-8815-80FD02C23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886"/>
              <a:ext cx="74" cy="54"/>
            </a:xfrm>
            <a:custGeom>
              <a:avLst/>
              <a:gdLst>
                <a:gd name="T0" fmla="*/ 34 w 28"/>
                <a:gd name="T1" fmla="*/ 210 h 19"/>
                <a:gd name="T2" fmla="*/ 182 w 28"/>
                <a:gd name="T3" fmla="*/ 412 h 19"/>
                <a:gd name="T4" fmla="*/ 441 w 28"/>
                <a:gd name="T5" fmla="*/ 74 h 19"/>
                <a:gd name="T6" fmla="*/ 497 w 28"/>
                <a:gd name="T7" fmla="*/ 27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2" y="9"/>
                  </a:moveTo>
                  <a:cubicBezTo>
                    <a:pt x="0" y="15"/>
                    <a:pt x="6" y="17"/>
                    <a:pt x="10" y="18"/>
                  </a:cubicBezTo>
                  <a:cubicBezTo>
                    <a:pt x="14" y="19"/>
                    <a:pt x="21" y="0"/>
                    <a:pt x="24" y="3"/>
                  </a:cubicBezTo>
                  <a:cubicBezTo>
                    <a:pt x="28" y="6"/>
                    <a:pt x="25" y="10"/>
                    <a:pt x="27" y="12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3" name="Freeform 360">
              <a:extLst>
                <a:ext uri="{FF2B5EF4-FFF2-40B4-BE49-F238E27FC236}">
                  <a16:creationId xmlns:a16="http://schemas.microsoft.com/office/drawing/2014/main" id="{C9E02A0A-415C-4F37-9FC1-51BA50848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374"/>
              <a:ext cx="56" cy="34"/>
            </a:xfrm>
            <a:custGeom>
              <a:avLst/>
              <a:gdLst>
                <a:gd name="T0" fmla="*/ 0 w 21"/>
                <a:gd name="T1" fmla="*/ 224 h 12"/>
                <a:gd name="T2" fmla="*/ 397 w 21"/>
                <a:gd name="T3" fmla="*/ 2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0" y="10"/>
                  </a:moveTo>
                  <a:cubicBezTo>
                    <a:pt x="5" y="0"/>
                    <a:pt x="15" y="11"/>
                    <a:pt x="21" y="12"/>
                  </a:cubicBezTo>
                </a:path>
              </a:pathLst>
            </a:custGeom>
            <a:noFill/>
            <a:ln w="33338" cap="flat">
              <a:solidFill>
                <a:srgbClr val="F5F5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4" name="Freeform 361">
              <a:extLst>
                <a:ext uri="{FF2B5EF4-FFF2-40B4-BE49-F238E27FC236}">
                  <a16:creationId xmlns:a16="http://schemas.microsoft.com/office/drawing/2014/main" id="{EC51FB84-ED63-4834-9F91-6AE56DB3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332"/>
              <a:ext cx="1421" cy="292"/>
            </a:xfrm>
            <a:custGeom>
              <a:avLst/>
              <a:gdLst>
                <a:gd name="T0" fmla="*/ 10061 w 534"/>
                <a:gd name="T1" fmla="*/ 2347 h 103"/>
                <a:gd name="T2" fmla="*/ 6804 w 534"/>
                <a:gd name="T3" fmla="*/ 1528 h 103"/>
                <a:gd name="T4" fmla="*/ 5729 w 534"/>
                <a:gd name="T5" fmla="*/ 1301 h 103"/>
                <a:gd name="T6" fmla="*/ 1565 w 534"/>
                <a:gd name="T7" fmla="*/ 346 h 103"/>
                <a:gd name="T8" fmla="*/ 0 w 534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4" h="103">
                  <a:moveTo>
                    <a:pt x="534" y="103"/>
                  </a:moveTo>
                  <a:cubicBezTo>
                    <a:pt x="507" y="99"/>
                    <a:pt x="455" y="87"/>
                    <a:pt x="361" y="67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231" y="41"/>
                    <a:pt x="145" y="25"/>
                    <a:pt x="83" y="15"/>
                  </a:cubicBezTo>
                  <a:cubicBezTo>
                    <a:pt x="42" y="8"/>
                    <a:pt x="1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>
            <a:extLst>
              <a:ext uri="{FF2B5EF4-FFF2-40B4-BE49-F238E27FC236}">
                <a16:creationId xmlns:a16="http://schemas.microsoft.com/office/drawing/2014/main" id="{89631BEF-384E-4CDD-AE73-935BB89099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Stent (2)</a:t>
            </a:r>
          </a:p>
        </p:txBody>
      </p:sp>
      <p:grpSp>
        <p:nvGrpSpPr>
          <p:cNvPr id="58370" name="Arterial-stent-placement-illustration">
            <a:extLst>
              <a:ext uri="{FF2B5EF4-FFF2-40B4-BE49-F238E27FC236}">
                <a16:creationId xmlns:a16="http://schemas.microsoft.com/office/drawing/2014/main" id="{036DCAAF-622B-4477-A554-301077D40961}"/>
              </a:ext>
            </a:extLst>
          </p:cNvPr>
          <p:cNvGrpSpPr>
            <a:grpSpLocks/>
          </p:cNvGrpSpPr>
          <p:nvPr/>
        </p:nvGrpSpPr>
        <p:grpSpPr bwMode="auto">
          <a:xfrm>
            <a:off x="3513138" y="4235450"/>
            <a:ext cx="5397500" cy="1138238"/>
            <a:chOff x="1253" y="2542"/>
            <a:chExt cx="3400" cy="717"/>
          </a:xfrm>
        </p:grpSpPr>
        <p:sp>
          <p:nvSpPr>
            <p:cNvPr id="58558" name="Freeform 4">
              <a:extLst>
                <a:ext uri="{FF2B5EF4-FFF2-40B4-BE49-F238E27FC236}">
                  <a16:creationId xmlns:a16="http://schemas.microsoft.com/office/drawing/2014/main" id="{30731B46-C479-426B-872D-050C7D458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52"/>
              <a:ext cx="3400" cy="655"/>
            </a:xfrm>
            <a:custGeom>
              <a:avLst/>
              <a:gdLst>
                <a:gd name="T0" fmla="*/ 6925 w 1360"/>
                <a:gd name="T1" fmla="*/ 4000 h 262"/>
                <a:gd name="T2" fmla="*/ 6283 w 1360"/>
                <a:gd name="T3" fmla="*/ 3970 h 262"/>
                <a:gd name="T4" fmla="*/ 2300 w 1360"/>
                <a:gd name="T5" fmla="*/ 4083 h 262"/>
                <a:gd name="T6" fmla="*/ 63 w 1360"/>
                <a:gd name="T7" fmla="*/ 3925 h 262"/>
                <a:gd name="T8" fmla="*/ 0 w 1360"/>
                <a:gd name="T9" fmla="*/ 300 h 262"/>
                <a:gd name="T10" fmla="*/ 5908 w 1360"/>
                <a:gd name="T11" fmla="*/ 283 h 262"/>
                <a:gd name="T12" fmla="*/ 10220 w 1360"/>
                <a:gd name="T13" fmla="*/ 20 h 262"/>
                <a:gd name="T14" fmla="*/ 14863 w 1360"/>
                <a:gd name="T15" fmla="*/ 458 h 262"/>
                <a:gd name="T16" fmla="*/ 21250 w 1360"/>
                <a:gd name="T17" fmla="*/ 438 h 262"/>
                <a:gd name="T18" fmla="*/ 21250 w 1360"/>
                <a:gd name="T19" fmla="*/ 3783 h 262"/>
                <a:gd name="T20" fmla="*/ 17083 w 1360"/>
                <a:gd name="T21" fmla="*/ 3958 h 262"/>
                <a:gd name="T22" fmla="*/ 14925 w 1360"/>
                <a:gd name="T23" fmla="*/ 4083 h 2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60" h="262">
                  <a:moveTo>
                    <a:pt x="443" y="256"/>
                  </a:moveTo>
                  <a:cubicBezTo>
                    <a:pt x="429" y="255"/>
                    <a:pt x="416" y="255"/>
                    <a:pt x="402" y="254"/>
                  </a:cubicBezTo>
                  <a:cubicBezTo>
                    <a:pt x="304" y="254"/>
                    <a:pt x="215" y="262"/>
                    <a:pt x="147" y="261"/>
                  </a:cubicBezTo>
                  <a:cubicBezTo>
                    <a:pt x="44" y="261"/>
                    <a:pt x="10" y="251"/>
                    <a:pt x="4" y="251"/>
                  </a:cubicBezTo>
                  <a:cubicBezTo>
                    <a:pt x="46" y="160"/>
                    <a:pt x="16" y="35"/>
                    <a:pt x="0" y="19"/>
                  </a:cubicBezTo>
                  <a:cubicBezTo>
                    <a:pt x="68" y="21"/>
                    <a:pt x="194" y="17"/>
                    <a:pt x="378" y="18"/>
                  </a:cubicBezTo>
                  <a:cubicBezTo>
                    <a:pt x="457" y="19"/>
                    <a:pt x="580" y="0"/>
                    <a:pt x="654" y="1"/>
                  </a:cubicBezTo>
                  <a:cubicBezTo>
                    <a:pt x="789" y="3"/>
                    <a:pt x="909" y="25"/>
                    <a:pt x="951" y="29"/>
                  </a:cubicBezTo>
                  <a:cubicBezTo>
                    <a:pt x="1072" y="41"/>
                    <a:pt x="1280" y="33"/>
                    <a:pt x="1360" y="28"/>
                  </a:cubicBezTo>
                  <a:cubicBezTo>
                    <a:pt x="1336" y="49"/>
                    <a:pt x="1293" y="166"/>
                    <a:pt x="1360" y="242"/>
                  </a:cubicBezTo>
                  <a:cubicBezTo>
                    <a:pt x="1343" y="245"/>
                    <a:pt x="1238" y="253"/>
                    <a:pt x="1093" y="253"/>
                  </a:cubicBezTo>
                  <a:cubicBezTo>
                    <a:pt x="1050" y="253"/>
                    <a:pt x="1004" y="256"/>
                    <a:pt x="955" y="261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9" name="Freeform 5">
              <a:extLst>
                <a:ext uri="{FF2B5EF4-FFF2-40B4-BE49-F238E27FC236}">
                  <a16:creationId xmlns:a16="http://schemas.microsoft.com/office/drawing/2014/main" id="{7E533083-FCB6-458F-A061-81C6B020A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52"/>
              <a:ext cx="3285" cy="275"/>
            </a:xfrm>
            <a:custGeom>
              <a:avLst/>
              <a:gdLst>
                <a:gd name="T0" fmla="*/ 14813 w 1314"/>
                <a:gd name="T1" fmla="*/ 458 h 110"/>
                <a:gd name="T2" fmla="*/ 10175 w 1314"/>
                <a:gd name="T3" fmla="*/ 20 h 110"/>
                <a:gd name="T4" fmla="*/ 5863 w 1314"/>
                <a:gd name="T5" fmla="*/ 283 h 110"/>
                <a:gd name="T6" fmla="*/ 0 w 1314"/>
                <a:gd name="T7" fmla="*/ 300 h 110"/>
                <a:gd name="T8" fmla="*/ 0 w 1314"/>
                <a:gd name="T9" fmla="*/ 313 h 110"/>
                <a:gd name="T10" fmla="*/ 1363 w 1314"/>
                <a:gd name="T11" fmla="*/ 563 h 110"/>
                <a:gd name="T12" fmla="*/ 3020 w 1314"/>
                <a:gd name="T13" fmla="*/ 738 h 110"/>
                <a:gd name="T14" fmla="*/ 4800 w 1314"/>
                <a:gd name="T15" fmla="*/ 845 h 110"/>
                <a:gd name="T16" fmla="*/ 6208 w 1314"/>
                <a:gd name="T17" fmla="*/ 1125 h 110"/>
                <a:gd name="T18" fmla="*/ 7083 w 1314"/>
                <a:gd name="T19" fmla="*/ 1488 h 110"/>
                <a:gd name="T20" fmla="*/ 8845 w 1314"/>
                <a:gd name="T21" fmla="*/ 1720 h 110"/>
                <a:gd name="T22" fmla="*/ 11208 w 1314"/>
                <a:gd name="T23" fmla="*/ 1563 h 110"/>
                <a:gd name="T24" fmla="*/ 13520 w 1314"/>
                <a:gd name="T25" fmla="*/ 1438 h 110"/>
                <a:gd name="T26" fmla="*/ 15333 w 1314"/>
                <a:gd name="T27" fmla="*/ 1158 h 110"/>
                <a:gd name="T28" fmla="*/ 16520 w 1314"/>
                <a:gd name="T29" fmla="*/ 988 h 110"/>
                <a:gd name="T30" fmla="*/ 19738 w 1314"/>
                <a:gd name="T31" fmla="*/ 675 h 110"/>
                <a:gd name="T32" fmla="*/ 20533 w 1314"/>
                <a:gd name="T33" fmla="*/ 470 h 110"/>
                <a:gd name="T34" fmla="*/ 14813 w 1314"/>
                <a:gd name="T35" fmla="*/ 458 h 1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14" h="110">
                  <a:moveTo>
                    <a:pt x="948" y="29"/>
                  </a:moveTo>
                  <a:cubicBezTo>
                    <a:pt x="906" y="25"/>
                    <a:pt x="786" y="3"/>
                    <a:pt x="651" y="1"/>
                  </a:cubicBezTo>
                  <a:cubicBezTo>
                    <a:pt x="577" y="0"/>
                    <a:pt x="454" y="19"/>
                    <a:pt x="375" y="18"/>
                  </a:cubicBezTo>
                  <a:cubicBezTo>
                    <a:pt x="193" y="17"/>
                    <a:pt x="68" y="21"/>
                    <a:pt x="0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5" y="33"/>
                    <a:pt x="59" y="32"/>
                    <a:pt x="87" y="36"/>
                  </a:cubicBezTo>
                  <a:cubicBezTo>
                    <a:pt x="122" y="41"/>
                    <a:pt x="158" y="45"/>
                    <a:pt x="193" y="47"/>
                  </a:cubicBezTo>
                  <a:cubicBezTo>
                    <a:pt x="231" y="49"/>
                    <a:pt x="269" y="54"/>
                    <a:pt x="307" y="54"/>
                  </a:cubicBezTo>
                  <a:cubicBezTo>
                    <a:pt x="338" y="53"/>
                    <a:pt x="368" y="63"/>
                    <a:pt x="397" y="72"/>
                  </a:cubicBezTo>
                  <a:cubicBezTo>
                    <a:pt x="417" y="78"/>
                    <a:pt x="434" y="88"/>
                    <a:pt x="453" y="95"/>
                  </a:cubicBezTo>
                  <a:cubicBezTo>
                    <a:pt x="487" y="107"/>
                    <a:pt x="531" y="110"/>
                    <a:pt x="566" y="110"/>
                  </a:cubicBezTo>
                  <a:cubicBezTo>
                    <a:pt x="623" y="108"/>
                    <a:pt x="660" y="94"/>
                    <a:pt x="717" y="100"/>
                  </a:cubicBezTo>
                  <a:cubicBezTo>
                    <a:pt x="770" y="106"/>
                    <a:pt x="811" y="97"/>
                    <a:pt x="865" y="92"/>
                  </a:cubicBezTo>
                  <a:cubicBezTo>
                    <a:pt x="902" y="89"/>
                    <a:pt x="949" y="94"/>
                    <a:pt x="981" y="74"/>
                  </a:cubicBezTo>
                  <a:cubicBezTo>
                    <a:pt x="995" y="65"/>
                    <a:pt x="1040" y="65"/>
                    <a:pt x="1057" y="63"/>
                  </a:cubicBezTo>
                  <a:cubicBezTo>
                    <a:pt x="1083" y="59"/>
                    <a:pt x="1224" y="47"/>
                    <a:pt x="1263" y="43"/>
                  </a:cubicBezTo>
                  <a:cubicBezTo>
                    <a:pt x="1282" y="41"/>
                    <a:pt x="1296" y="36"/>
                    <a:pt x="1314" y="30"/>
                  </a:cubicBezTo>
                  <a:cubicBezTo>
                    <a:pt x="1217" y="32"/>
                    <a:pt x="1051" y="40"/>
                    <a:pt x="948" y="29"/>
                  </a:cubicBezTo>
                </a:path>
              </a:pathLst>
            </a:custGeom>
            <a:solidFill>
              <a:srgbClr val="E0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0" name="Freeform 6">
              <a:extLst>
                <a:ext uri="{FF2B5EF4-FFF2-40B4-BE49-F238E27FC236}">
                  <a16:creationId xmlns:a16="http://schemas.microsoft.com/office/drawing/2014/main" id="{DCEC242A-845E-4D63-B5B1-5EFEE391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987"/>
              <a:ext cx="3313" cy="220"/>
            </a:xfrm>
            <a:custGeom>
              <a:avLst/>
              <a:gdLst>
                <a:gd name="T0" fmla="*/ 17025 w 1325"/>
                <a:gd name="T1" fmla="*/ 1238 h 88"/>
                <a:gd name="T2" fmla="*/ 20713 w 1325"/>
                <a:gd name="T3" fmla="*/ 1113 h 88"/>
                <a:gd name="T4" fmla="*/ 19288 w 1325"/>
                <a:gd name="T5" fmla="*/ 988 h 88"/>
                <a:gd name="T6" fmla="*/ 17180 w 1325"/>
                <a:gd name="T7" fmla="*/ 783 h 88"/>
                <a:gd name="T8" fmla="*/ 15242 w 1325"/>
                <a:gd name="T9" fmla="*/ 488 h 88"/>
                <a:gd name="T10" fmla="*/ 13692 w 1325"/>
                <a:gd name="T11" fmla="*/ 50 h 88"/>
                <a:gd name="T12" fmla="*/ 11629 w 1325"/>
                <a:gd name="T13" fmla="*/ 95 h 88"/>
                <a:gd name="T14" fmla="*/ 9159 w 1325"/>
                <a:gd name="T15" fmla="*/ 220 h 88"/>
                <a:gd name="T16" fmla="*/ 5896 w 1325"/>
                <a:gd name="T17" fmla="*/ 583 h 88"/>
                <a:gd name="T18" fmla="*/ 3721 w 1325"/>
                <a:gd name="T19" fmla="*/ 800 h 88"/>
                <a:gd name="T20" fmla="*/ 1550 w 1325"/>
                <a:gd name="T21" fmla="*/ 1208 h 88"/>
                <a:gd name="T22" fmla="*/ 500 w 1325"/>
                <a:gd name="T23" fmla="*/ 1220 h 88"/>
                <a:gd name="T24" fmla="*/ 33 w 1325"/>
                <a:gd name="T25" fmla="*/ 1145 h 88"/>
                <a:gd name="T26" fmla="*/ 0 w 1325"/>
                <a:gd name="T27" fmla="*/ 1208 h 88"/>
                <a:gd name="T28" fmla="*/ 2238 w 1325"/>
                <a:gd name="T29" fmla="*/ 1363 h 88"/>
                <a:gd name="T30" fmla="*/ 6221 w 1325"/>
                <a:gd name="T31" fmla="*/ 1250 h 88"/>
                <a:gd name="T32" fmla="*/ 6864 w 1325"/>
                <a:gd name="T33" fmla="*/ 1283 h 88"/>
                <a:gd name="T34" fmla="*/ 14867 w 1325"/>
                <a:gd name="T35" fmla="*/ 1363 h 88"/>
                <a:gd name="T36" fmla="*/ 17025 w 1325"/>
                <a:gd name="T37" fmla="*/ 1238 h 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5" h="88">
                  <a:moveTo>
                    <a:pt x="1089" y="79"/>
                  </a:moveTo>
                  <a:cubicBezTo>
                    <a:pt x="1196" y="79"/>
                    <a:pt x="1281" y="75"/>
                    <a:pt x="1325" y="71"/>
                  </a:cubicBezTo>
                  <a:cubicBezTo>
                    <a:pt x="1289" y="71"/>
                    <a:pt x="1269" y="64"/>
                    <a:pt x="1234" y="63"/>
                  </a:cubicBezTo>
                  <a:cubicBezTo>
                    <a:pt x="1193" y="61"/>
                    <a:pt x="1139" y="57"/>
                    <a:pt x="1099" y="50"/>
                  </a:cubicBezTo>
                  <a:cubicBezTo>
                    <a:pt x="1057" y="43"/>
                    <a:pt x="1014" y="48"/>
                    <a:pt x="975" y="31"/>
                  </a:cubicBezTo>
                  <a:cubicBezTo>
                    <a:pt x="943" y="17"/>
                    <a:pt x="912" y="6"/>
                    <a:pt x="876" y="3"/>
                  </a:cubicBezTo>
                  <a:cubicBezTo>
                    <a:pt x="833" y="0"/>
                    <a:pt x="788" y="6"/>
                    <a:pt x="744" y="6"/>
                  </a:cubicBezTo>
                  <a:cubicBezTo>
                    <a:pt x="684" y="6"/>
                    <a:pt x="646" y="16"/>
                    <a:pt x="586" y="14"/>
                  </a:cubicBezTo>
                  <a:cubicBezTo>
                    <a:pt x="521" y="12"/>
                    <a:pt x="438" y="21"/>
                    <a:pt x="377" y="37"/>
                  </a:cubicBezTo>
                  <a:cubicBezTo>
                    <a:pt x="331" y="48"/>
                    <a:pt x="285" y="47"/>
                    <a:pt x="238" y="51"/>
                  </a:cubicBezTo>
                  <a:cubicBezTo>
                    <a:pt x="191" y="55"/>
                    <a:pt x="146" y="72"/>
                    <a:pt x="99" y="77"/>
                  </a:cubicBezTo>
                  <a:cubicBezTo>
                    <a:pt x="77" y="79"/>
                    <a:pt x="54" y="80"/>
                    <a:pt x="32" y="78"/>
                  </a:cubicBezTo>
                  <a:cubicBezTo>
                    <a:pt x="24" y="77"/>
                    <a:pt x="9" y="77"/>
                    <a:pt x="2" y="73"/>
                  </a:cubicBezTo>
                  <a:cubicBezTo>
                    <a:pt x="1" y="74"/>
                    <a:pt x="1" y="76"/>
                    <a:pt x="0" y="77"/>
                  </a:cubicBezTo>
                  <a:cubicBezTo>
                    <a:pt x="6" y="77"/>
                    <a:pt x="40" y="87"/>
                    <a:pt x="143" y="87"/>
                  </a:cubicBezTo>
                  <a:cubicBezTo>
                    <a:pt x="211" y="88"/>
                    <a:pt x="300" y="80"/>
                    <a:pt x="398" y="80"/>
                  </a:cubicBezTo>
                  <a:cubicBezTo>
                    <a:pt x="412" y="81"/>
                    <a:pt x="425" y="81"/>
                    <a:pt x="439" y="82"/>
                  </a:cubicBezTo>
                  <a:cubicBezTo>
                    <a:pt x="951" y="87"/>
                    <a:pt x="951" y="87"/>
                    <a:pt x="951" y="87"/>
                  </a:cubicBezTo>
                  <a:cubicBezTo>
                    <a:pt x="1000" y="82"/>
                    <a:pt x="1046" y="79"/>
                    <a:pt x="1089" y="79"/>
                  </a:cubicBezTo>
                </a:path>
              </a:pathLst>
            </a:custGeom>
            <a:solidFill>
              <a:srgbClr val="E0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1" name="Freeform 7">
              <a:extLst>
                <a:ext uri="{FF2B5EF4-FFF2-40B4-BE49-F238E27FC236}">
                  <a16:creationId xmlns:a16="http://schemas.microsoft.com/office/drawing/2014/main" id="{75E0C40E-41E0-44DE-8B7B-3800CFA8C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552"/>
              <a:ext cx="1405" cy="132"/>
            </a:xfrm>
            <a:custGeom>
              <a:avLst/>
              <a:gdLst>
                <a:gd name="T0" fmla="*/ 3550 w 562"/>
                <a:gd name="T1" fmla="*/ 12 h 53"/>
                <a:gd name="T2" fmla="*/ 8188 w 562"/>
                <a:gd name="T3" fmla="*/ 446 h 53"/>
                <a:gd name="T4" fmla="*/ 8783 w 562"/>
                <a:gd name="T5" fmla="*/ 508 h 53"/>
                <a:gd name="T6" fmla="*/ 7583 w 562"/>
                <a:gd name="T7" fmla="*/ 807 h 53"/>
                <a:gd name="T8" fmla="*/ 5988 w 562"/>
                <a:gd name="T9" fmla="*/ 745 h 53"/>
                <a:gd name="T10" fmla="*/ 2738 w 562"/>
                <a:gd name="T11" fmla="*/ 775 h 53"/>
                <a:gd name="T12" fmla="*/ 925 w 562"/>
                <a:gd name="T13" fmla="*/ 775 h 53"/>
                <a:gd name="T14" fmla="*/ 0 w 562"/>
                <a:gd name="T15" fmla="*/ 262 h 53"/>
                <a:gd name="T16" fmla="*/ 3550 w 562"/>
                <a:gd name="T17" fmla="*/ 12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2" h="53">
                  <a:moveTo>
                    <a:pt x="227" y="1"/>
                  </a:moveTo>
                  <a:cubicBezTo>
                    <a:pt x="362" y="3"/>
                    <a:pt x="482" y="25"/>
                    <a:pt x="524" y="29"/>
                  </a:cubicBezTo>
                  <a:cubicBezTo>
                    <a:pt x="536" y="30"/>
                    <a:pt x="549" y="32"/>
                    <a:pt x="562" y="33"/>
                  </a:cubicBezTo>
                  <a:cubicBezTo>
                    <a:pt x="539" y="40"/>
                    <a:pt x="511" y="53"/>
                    <a:pt x="485" y="52"/>
                  </a:cubicBezTo>
                  <a:cubicBezTo>
                    <a:pt x="456" y="50"/>
                    <a:pt x="408" y="48"/>
                    <a:pt x="383" y="48"/>
                  </a:cubicBezTo>
                  <a:cubicBezTo>
                    <a:pt x="348" y="48"/>
                    <a:pt x="231" y="50"/>
                    <a:pt x="175" y="50"/>
                  </a:cubicBezTo>
                  <a:cubicBezTo>
                    <a:pt x="119" y="51"/>
                    <a:pt x="76" y="52"/>
                    <a:pt x="59" y="50"/>
                  </a:cubicBezTo>
                  <a:cubicBezTo>
                    <a:pt x="42" y="48"/>
                    <a:pt x="9" y="29"/>
                    <a:pt x="0" y="17"/>
                  </a:cubicBezTo>
                  <a:cubicBezTo>
                    <a:pt x="75" y="12"/>
                    <a:pt x="167" y="0"/>
                    <a:pt x="227" y="1"/>
                  </a:cubicBezTo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2" name="Freeform 8">
              <a:extLst>
                <a:ext uri="{FF2B5EF4-FFF2-40B4-BE49-F238E27FC236}">
                  <a16:creationId xmlns:a16="http://schemas.microsoft.com/office/drawing/2014/main" id="{54FB1FD2-06EF-4FEF-87D4-6245650AB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097"/>
              <a:ext cx="1278" cy="150"/>
            </a:xfrm>
            <a:custGeom>
              <a:avLst/>
              <a:gdLst>
                <a:gd name="T0" fmla="*/ 438 w 511"/>
                <a:gd name="T1" fmla="*/ 125 h 60"/>
                <a:gd name="T2" fmla="*/ 1426 w 511"/>
                <a:gd name="T3" fmla="*/ 95 h 60"/>
                <a:gd name="T4" fmla="*/ 3304 w 511"/>
                <a:gd name="T5" fmla="*/ 95 h 60"/>
                <a:gd name="T6" fmla="*/ 5567 w 511"/>
                <a:gd name="T7" fmla="*/ 50 h 60"/>
                <a:gd name="T8" fmla="*/ 7288 w 511"/>
                <a:gd name="T9" fmla="*/ 63 h 60"/>
                <a:gd name="T10" fmla="*/ 7993 w 511"/>
                <a:gd name="T11" fmla="*/ 675 h 60"/>
                <a:gd name="T12" fmla="*/ 3834 w 511"/>
                <a:gd name="T13" fmla="*/ 925 h 60"/>
                <a:gd name="T14" fmla="*/ 0 w 511"/>
                <a:gd name="T15" fmla="*/ 595 h 60"/>
                <a:gd name="T16" fmla="*/ 438 w 511"/>
                <a:gd name="T17" fmla="*/ 125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60">
                  <a:moveTo>
                    <a:pt x="28" y="8"/>
                  </a:moveTo>
                  <a:cubicBezTo>
                    <a:pt x="46" y="1"/>
                    <a:pt x="56" y="6"/>
                    <a:pt x="91" y="6"/>
                  </a:cubicBezTo>
                  <a:cubicBezTo>
                    <a:pt x="122" y="6"/>
                    <a:pt x="178" y="6"/>
                    <a:pt x="211" y="6"/>
                  </a:cubicBezTo>
                  <a:cubicBezTo>
                    <a:pt x="244" y="5"/>
                    <a:pt x="306" y="4"/>
                    <a:pt x="356" y="3"/>
                  </a:cubicBezTo>
                  <a:cubicBezTo>
                    <a:pt x="407" y="2"/>
                    <a:pt x="438" y="0"/>
                    <a:pt x="466" y="4"/>
                  </a:cubicBezTo>
                  <a:cubicBezTo>
                    <a:pt x="491" y="7"/>
                    <a:pt x="493" y="29"/>
                    <a:pt x="511" y="43"/>
                  </a:cubicBezTo>
                  <a:cubicBezTo>
                    <a:pt x="427" y="50"/>
                    <a:pt x="336" y="60"/>
                    <a:pt x="245" y="59"/>
                  </a:cubicBezTo>
                  <a:cubicBezTo>
                    <a:pt x="167" y="58"/>
                    <a:pt x="82" y="43"/>
                    <a:pt x="0" y="38"/>
                  </a:cubicBezTo>
                  <a:cubicBezTo>
                    <a:pt x="4" y="30"/>
                    <a:pt x="14" y="14"/>
                    <a:pt x="28" y="8"/>
                  </a:cubicBezTo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3" name="Freeform 9">
              <a:extLst>
                <a:ext uri="{FF2B5EF4-FFF2-40B4-BE49-F238E27FC236}">
                  <a16:creationId xmlns:a16="http://schemas.microsoft.com/office/drawing/2014/main" id="{9B6BFB1E-8897-486B-9EAE-BBF40C54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834"/>
              <a:ext cx="65" cy="328"/>
            </a:xfrm>
            <a:custGeom>
              <a:avLst/>
              <a:gdLst>
                <a:gd name="T0" fmla="*/ 0 w 26"/>
                <a:gd name="T1" fmla="*/ 2056 h 131"/>
                <a:gd name="T2" fmla="*/ 270 w 26"/>
                <a:gd name="T3" fmla="*/ 0 h 131"/>
                <a:gd name="T4" fmla="*/ 0 w 26"/>
                <a:gd name="T5" fmla="*/ 2056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1">
                  <a:moveTo>
                    <a:pt x="0" y="131"/>
                  </a:moveTo>
                  <a:cubicBezTo>
                    <a:pt x="16" y="111"/>
                    <a:pt x="21" y="22"/>
                    <a:pt x="17" y="0"/>
                  </a:cubicBezTo>
                  <a:cubicBezTo>
                    <a:pt x="25" y="20"/>
                    <a:pt x="26" y="95"/>
                    <a:pt x="0" y="1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4" name="Freeform 10">
              <a:extLst>
                <a:ext uri="{FF2B5EF4-FFF2-40B4-BE49-F238E27FC236}">
                  <a16:creationId xmlns:a16="http://schemas.microsoft.com/office/drawing/2014/main" id="{7A759973-204B-47A9-943D-1EEF6C822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747"/>
              <a:ext cx="140" cy="382"/>
            </a:xfrm>
            <a:custGeom>
              <a:avLst/>
              <a:gdLst>
                <a:gd name="T0" fmla="*/ 875 w 56"/>
                <a:gd name="T1" fmla="*/ 2382 h 153"/>
                <a:gd name="T2" fmla="*/ 708 w 56"/>
                <a:gd name="T3" fmla="*/ 0 h 153"/>
                <a:gd name="T4" fmla="*/ 875 w 56"/>
                <a:gd name="T5" fmla="*/ 2382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3">
                  <a:moveTo>
                    <a:pt x="56" y="153"/>
                  </a:moveTo>
                  <a:cubicBezTo>
                    <a:pt x="12" y="78"/>
                    <a:pt x="35" y="26"/>
                    <a:pt x="45" y="0"/>
                  </a:cubicBezTo>
                  <a:cubicBezTo>
                    <a:pt x="32" y="13"/>
                    <a:pt x="0" y="76"/>
                    <a:pt x="56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5" name="Freeform 11">
              <a:extLst>
                <a:ext uri="{FF2B5EF4-FFF2-40B4-BE49-F238E27FC236}">
                  <a16:creationId xmlns:a16="http://schemas.microsoft.com/office/drawing/2014/main" id="{6F2DC8E3-E3B6-4B79-B0F8-10E6D94FD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94"/>
              <a:ext cx="1115" cy="613"/>
            </a:xfrm>
            <a:custGeom>
              <a:avLst/>
              <a:gdLst>
                <a:gd name="T0" fmla="*/ 6970 w 446"/>
                <a:gd name="T1" fmla="*/ 3743 h 245"/>
                <a:gd name="T2" fmla="*/ 6283 w 446"/>
                <a:gd name="T3" fmla="*/ 3713 h 245"/>
                <a:gd name="T4" fmla="*/ 2300 w 446"/>
                <a:gd name="T5" fmla="*/ 3818 h 245"/>
                <a:gd name="T6" fmla="*/ 63 w 446"/>
                <a:gd name="T7" fmla="*/ 3663 h 245"/>
                <a:gd name="T8" fmla="*/ 0 w 446"/>
                <a:gd name="T9" fmla="*/ 33 h 245"/>
                <a:gd name="T10" fmla="*/ 5908 w 446"/>
                <a:gd name="T11" fmla="*/ 2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6" h="245">
                  <a:moveTo>
                    <a:pt x="446" y="239"/>
                  </a:moveTo>
                  <a:cubicBezTo>
                    <a:pt x="431" y="238"/>
                    <a:pt x="417" y="238"/>
                    <a:pt x="402" y="237"/>
                  </a:cubicBezTo>
                  <a:cubicBezTo>
                    <a:pt x="304" y="237"/>
                    <a:pt x="215" y="245"/>
                    <a:pt x="147" y="244"/>
                  </a:cubicBezTo>
                  <a:cubicBezTo>
                    <a:pt x="44" y="244"/>
                    <a:pt x="10" y="234"/>
                    <a:pt x="4" y="234"/>
                  </a:cubicBezTo>
                  <a:cubicBezTo>
                    <a:pt x="46" y="143"/>
                    <a:pt x="16" y="18"/>
                    <a:pt x="0" y="2"/>
                  </a:cubicBezTo>
                  <a:cubicBezTo>
                    <a:pt x="68" y="4"/>
                    <a:pt x="194" y="0"/>
                    <a:pt x="378" y="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6" name="Freeform 12">
              <a:extLst>
                <a:ext uri="{FF2B5EF4-FFF2-40B4-BE49-F238E27FC236}">
                  <a16:creationId xmlns:a16="http://schemas.microsoft.com/office/drawing/2014/main" id="{06D404A8-B3C5-47AA-9AEA-FF8A62E1C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622"/>
              <a:ext cx="1012" cy="582"/>
            </a:xfrm>
            <a:custGeom>
              <a:avLst/>
              <a:gdLst>
                <a:gd name="T0" fmla="*/ 530 w 405"/>
                <a:gd name="T1" fmla="*/ 75 h 233"/>
                <a:gd name="T2" fmla="*/ 6319 w 405"/>
                <a:gd name="T3" fmla="*/ 0 h 233"/>
                <a:gd name="T4" fmla="*/ 6319 w 405"/>
                <a:gd name="T5" fmla="*/ 3337 h 233"/>
                <a:gd name="T6" fmla="*/ 2154 w 405"/>
                <a:gd name="T7" fmla="*/ 3507 h 233"/>
                <a:gd name="T8" fmla="*/ 0 w 405"/>
                <a:gd name="T9" fmla="*/ 3632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233">
                  <a:moveTo>
                    <a:pt x="34" y="5"/>
                  </a:moveTo>
                  <a:cubicBezTo>
                    <a:pt x="156" y="14"/>
                    <a:pt x="333" y="5"/>
                    <a:pt x="405" y="0"/>
                  </a:cubicBezTo>
                  <a:cubicBezTo>
                    <a:pt x="381" y="21"/>
                    <a:pt x="338" y="138"/>
                    <a:pt x="405" y="214"/>
                  </a:cubicBezTo>
                  <a:cubicBezTo>
                    <a:pt x="388" y="217"/>
                    <a:pt x="283" y="225"/>
                    <a:pt x="138" y="225"/>
                  </a:cubicBezTo>
                  <a:cubicBezTo>
                    <a:pt x="95" y="225"/>
                    <a:pt x="49" y="228"/>
                    <a:pt x="0" y="23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7" name="Freeform 13">
              <a:extLst>
                <a:ext uri="{FF2B5EF4-FFF2-40B4-BE49-F238E27FC236}">
                  <a16:creationId xmlns:a16="http://schemas.microsoft.com/office/drawing/2014/main" id="{D3D64FF4-F962-402B-ABE3-6835B4885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3117"/>
              <a:ext cx="85" cy="70"/>
            </a:xfrm>
            <a:custGeom>
              <a:avLst/>
              <a:gdLst>
                <a:gd name="T0" fmla="*/ 533 w 34"/>
                <a:gd name="T1" fmla="*/ 438 h 28"/>
                <a:gd name="T2" fmla="*/ 0 w 34"/>
                <a:gd name="T3" fmla="*/ 0 h 28"/>
                <a:gd name="T4" fmla="*/ 533 w 34"/>
                <a:gd name="T5" fmla="*/ 4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34" y="28"/>
                  </a:moveTo>
                  <a:cubicBezTo>
                    <a:pt x="28" y="12"/>
                    <a:pt x="16" y="0"/>
                    <a:pt x="0" y="0"/>
                  </a:cubicBezTo>
                  <a:cubicBezTo>
                    <a:pt x="8" y="3"/>
                    <a:pt x="31" y="20"/>
                    <a:pt x="34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8" name="Freeform 14">
              <a:extLst>
                <a:ext uri="{FF2B5EF4-FFF2-40B4-BE49-F238E27FC236}">
                  <a16:creationId xmlns:a16="http://schemas.microsoft.com/office/drawing/2014/main" id="{C7AE31E4-5DCC-48E5-873C-63251A482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562"/>
              <a:ext cx="1255" cy="72"/>
            </a:xfrm>
            <a:custGeom>
              <a:avLst/>
              <a:gdLst>
                <a:gd name="T0" fmla="*/ 7845 w 502"/>
                <a:gd name="T1" fmla="*/ 400 h 29"/>
                <a:gd name="T2" fmla="*/ 6958 w 502"/>
                <a:gd name="T3" fmla="*/ 184 h 29"/>
                <a:gd name="T4" fmla="*/ 5875 w 502"/>
                <a:gd name="T5" fmla="*/ 184 h 29"/>
                <a:gd name="T6" fmla="*/ 1113 w 502"/>
                <a:gd name="T7" fmla="*/ 42 h 29"/>
                <a:gd name="T8" fmla="*/ 708 w 502"/>
                <a:gd name="T9" fmla="*/ 92 h 29"/>
                <a:gd name="T10" fmla="*/ 208 w 502"/>
                <a:gd name="T11" fmla="*/ 184 h 29"/>
                <a:gd name="T12" fmla="*/ 63 w 502"/>
                <a:gd name="T13" fmla="*/ 353 h 29"/>
                <a:gd name="T14" fmla="*/ 583 w 502"/>
                <a:gd name="T15" fmla="*/ 370 h 29"/>
                <a:gd name="T16" fmla="*/ 1988 w 502"/>
                <a:gd name="T17" fmla="*/ 340 h 29"/>
                <a:gd name="T18" fmla="*/ 3783 w 502"/>
                <a:gd name="T19" fmla="*/ 308 h 29"/>
                <a:gd name="T20" fmla="*/ 4550 w 502"/>
                <a:gd name="T21" fmla="*/ 37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2" h="29">
                  <a:moveTo>
                    <a:pt x="502" y="26"/>
                  </a:moveTo>
                  <a:cubicBezTo>
                    <a:pt x="487" y="17"/>
                    <a:pt x="463" y="14"/>
                    <a:pt x="445" y="12"/>
                  </a:cubicBezTo>
                  <a:cubicBezTo>
                    <a:pt x="421" y="8"/>
                    <a:pt x="400" y="17"/>
                    <a:pt x="376" y="12"/>
                  </a:cubicBezTo>
                  <a:cubicBezTo>
                    <a:pt x="324" y="3"/>
                    <a:pt x="94" y="0"/>
                    <a:pt x="71" y="3"/>
                  </a:cubicBezTo>
                  <a:cubicBezTo>
                    <a:pt x="63" y="4"/>
                    <a:pt x="54" y="4"/>
                    <a:pt x="45" y="6"/>
                  </a:cubicBezTo>
                  <a:cubicBezTo>
                    <a:pt x="35" y="8"/>
                    <a:pt x="23" y="8"/>
                    <a:pt x="13" y="12"/>
                  </a:cubicBezTo>
                  <a:cubicBezTo>
                    <a:pt x="8" y="13"/>
                    <a:pt x="0" y="17"/>
                    <a:pt x="4" y="23"/>
                  </a:cubicBezTo>
                  <a:cubicBezTo>
                    <a:pt x="7" y="29"/>
                    <a:pt x="32" y="25"/>
                    <a:pt x="37" y="24"/>
                  </a:cubicBezTo>
                  <a:cubicBezTo>
                    <a:pt x="67" y="22"/>
                    <a:pt x="97" y="24"/>
                    <a:pt x="127" y="22"/>
                  </a:cubicBezTo>
                  <a:cubicBezTo>
                    <a:pt x="165" y="21"/>
                    <a:pt x="203" y="17"/>
                    <a:pt x="242" y="20"/>
                  </a:cubicBezTo>
                  <a:cubicBezTo>
                    <a:pt x="258" y="21"/>
                    <a:pt x="275" y="24"/>
                    <a:pt x="291" y="24"/>
                  </a:cubicBezTo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9" name="Freeform 15">
              <a:extLst>
                <a:ext uri="{FF2B5EF4-FFF2-40B4-BE49-F238E27FC236}">
                  <a16:creationId xmlns:a16="http://schemas.microsoft.com/office/drawing/2014/main" id="{EF6B39A0-9A5F-4643-8367-495C78DB4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124"/>
              <a:ext cx="185" cy="13"/>
            </a:xfrm>
            <a:custGeom>
              <a:avLst/>
              <a:gdLst>
                <a:gd name="T0" fmla="*/ 0 w 74"/>
                <a:gd name="T1" fmla="*/ 0 h 5"/>
                <a:gd name="T2" fmla="*/ 1158 w 7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5">
                  <a:moveTo>
                    <a:pt x="0" y="0"/>
                  </a:moveTo>
                  <a:cubicBezTo>
                    <a:pt x="16" y="4"/>
                    <a:pt x="61" y="5"/>
                    <a:pt x="7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0" name="Freeform 16">
              <a:extLst>
                <a:ext uri="{FF2B5EF4-FFF2-40B4-BE49-F238E27FC236}">
                  <a16:creationId xmlns:a16="http://schemas.microsoft.com/office/drawing/2014/main" id="{1C5E9876-CD6E-43A6-80C2-305B3A81A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592"/>
              <a:ext cx="127" cy="37"/>
            </a:xfrm>
            <a:custGeom>
              <a:avLst/>
              <a:gdLst>
                <a:gd name="T0" fmla="*/ 787 w 51"/>
                <a:gd name="T1" fmla="*/ 224 h 15"/>
                <a:gd name="T2" fmla="*/ 508 w 51"/>
                <a:gd name="T3" fmla="*/ 30 h 15"/>
                <a:gd name="T4" fmla="*/ 0 w 51"/>
                <a:gd name="T5" fmla="*/ 7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5">
                  <a:moveTo>
                    <a:pt x="51" y="15"/>
                  </a:moveTo>
                  <a:cubicBezTo>
                    <a:pt x="44" y="11"/>
                    <a:pt x="42" y="4"/>
                    <a:pt x="33" y="2"/>
                  </a:cubicBezTo>
                  <a:cubicBezTo>
                    <a:pt x="24" y="0"/>
                    <a:pt x="8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1" name="Freeform 17">
              <a:extLst>
                <a:ext uri="{FF2B5EF4-FFF2-40B4-BE49-F238E27FC236}">
                  <a16:creationId xmlns:a16="http://schemas.microsoft.com/office/drawing/2014/main" id="{27CDA1DB-432C-48CA-B735-A4DD43D3B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577"/>
              <a:ext cx="127" cy="45"/>
            </a:xfrm>
            <a:custGeom>
              <a:avLst/>
              <a:gdLst>
                <a:gd name="T0" fmla="*/ 787 w 51"/>
                <a:gd name="T1" fmla="*/ 283 h 18"/>
                <a:gd name="T2" fmla="*/ 0 w 51"/>
                <a:gd name="T3" fmla="*/ 14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8">
                  <a:moveTo>
                    <a:pt x="51" y="18"/>
                  </a:moveTo>
                  <a:cubicBezTo>
                    <a:pt x="42" y="0"/>
                    <a:pt x="16" y="3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2" name="Freeform 18">
              <a:extLst>
                <a:ext uri="{FF2B5EF4-FFF2-40B4-BE49-F238E27FC236}">
                  <a16:creationId xmlns:a16="http://schemas.microsoft.com/office/drawing/2014/main" id="{0DB77D89-294C-4CE6-B46B-7118F1F64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639"/>
              <a:ext cx="145" cy="43"/>
            </a:xfrm>
            <a:custGeom>
              <a:avLst/>
              <a:gdLst>
                <a:gd name="T0" fmla="*/ 908 w 58"/>
                <a:gd name="T1" fmla="*/ 33 h 17"/>
                <a:gd name="T2" fmla="*/ 0 w 5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7">
                  <a:moveTo>
                    <a:pt x="58" y="2"/>
                  </a:moveTo>
                  <a:cubicBezTo>
                    <a:pt x="46" y="17"/>
                    <a:pt x="11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3" name="Freeform 19">
              <a:extLst>
                <a:ext uri="{FF2B5EF4-FFF2-40B4-BE49-F238E27FC236}">
                  <a16:creationId xmlns:a16="http://schemas.microsoft.com/office/drawing/2014/main" id="{42A5399A-07E3-4417-BC92-6C5354906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622"/>
              <a:ext cx="117" cy="52"/>
            </a:xfrm>
            <a:custGeom>
              <a:avLst/>
              <a:gdLst>
                <a:gd name="T0" fmla="*/ 695 w 47"/>
                <a:gd name="T1" fmla="*/ 0 h 21"/>
                <a:gd name="T2" fmla="*/ 0 w 47"/>
                <a:gd name="T3" fmla="*/ 28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1">
                  <a:moveTo>
                    <a:pt x="45" y="0"/>
                  </a:moveTo>
                  <a:cubicBezTo>
                    <a:pt x="47" y="19"/>
                    <a:pt x="11" y="21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4" name="Freeform 20">
              <a:extLst>
                <a:ext uri="{FF2B5EF4-FFF2-40B4-BE49-F238E27FC236}">
                  <a16:creationId xmlns:a16="http://schemas.microsoft.com/office/drawing/2014/main" id="{1F4D063F-E202-43E9-9DB8-4BFACCCF0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557"/>
              <a:ext cx="122" cy="47"/>
            </a:xfrm>
            <a:custGeom>
              <a:avLst/>
              <a:gdLst>
                <a:gd name="T0" fmla="*/ 757 w 49"/>
                <a:gd name="T1" fmla="*/ 287 h 19"/>
                <a:gd name="T2" fmla="*/ 0 w 49"/>
                <a:gd name="T3" fmla="*/ 19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9">
                  <a:moveTo>
                    <a:pt x="49" y="19"/>
                  </a:moveTo>
                  <a:cubicBezTo>
                    <a:pt x="38" y="0"/>
                    <a:pt x="15" y="4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5" name="Freeform 21">
              <a:extLst>
                <a:ext uri="{FF2B5EF4-FFF2-40B4-BE49-F238E27FC236}">
                  <a16:creationId xmlns:a16="http://schemas.microsoft.com/office/drawing/2014/main" id="{DC4E1ADB-EDC5-471A-A0BD-69B1E8563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567"/>
              <a:ext cx="117" cy="27"/>
            </a:xfrm>
            <a:custGeom>
              <a:avLst/>
              <a:gdLst>
                <a:gd name="T0" fmla="*/ 724 w 47"/>
                <a:gd name="T1" fmla="*/ 133 h 11"/>
                <a:gd name="T2" fmla="*/ 403 w 47"/>
                <a:gd name="T3" fmla="*/ 0 h 11"/>
                <a:gd name="T4" fmla="*/ 0 w 47"/>
                <a:gd name="T5" fmla="*/ 1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1">
                  <a:moveTo>
                    <a:pt x="47" y="9"/>
                  </a:moveTo>
                  <a:cubicBezTo>
                    <a:pt x="40" y="5"/>
                    <a:pt x="36" y="0"/>
                    <a:pt x="26" y="0"/>
                  </a:cubicBezTo>
                  <a:cubicBezTo>
                    <a:pt x="16" y="0"/>
                    <a:pt x="9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6" name="Freeform 22">
              <a:extLst>
                <a:ext uri="{FF2B5EF4-FFF2-40B4-BE49-F238E27FC236}">
                  <a16:creationId xmlns:a16="http://schemas.microsoft.com/office/drawing/2014/main" id="{2DFE1BC0-0935-43D6-9A20-FFCD0A269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577"/>
              <a:ext cx="112" cy="35"/>
            </a:xfrm>
            <a:custGeom>
              <a:avLst/>
              <a:gdLst>
                <a:gd name="T0" fmla="*/ 694 w 45"/>
                <a:gd name="T1" fmla="*/ 220 h 14"/>
                <a:gd name="T2" fmla="*/ 0 w 45"/>
                <a:gd name="T3" fmla="*/ 17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14"/>
                  </a:moveTo>
                  <a:cubicBezTo>
                    <a:pt x="37" y="0"/>
                    <a:pt x="12" y="2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7" name="Freeform 23">
              <a:extLst>
                <a:ext uri="{FF2B5EF4-FFF2-40B4-BE49-F238E27FC236}">
                  <a16:creationId xmlns:a16="http://schemas.microsoft.com/office/drawing/2014/main" id="{94255CC9-5DC0-4A6A-BF6F-599EAEC75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644"/>
              <a:ext cx="112" cy="35"/>
            </a:xfrm>
            <a:custGeom>
              <a:avLst/>
              <a:gdLst>
                <a:gd name="T0" fmla="*/ 694 w 45"/>
                <a:gd name="T1" fmla="*/ 0 h 14"/>
                <a:gd name="T2" fmla="*/ 0 w 45"/>
                <a:gd name="T3" fmla="*/ 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0"/>
                  </a:moveTo>
                  <a:cubicBezTo>
                    <a:pt x="33" y="14"/>
                    <a:pt x="13" y="1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8" name="Freeform 24">
              <a:extLst>
                <a:ext uri="{FF2B5EF4-FFF2-40B4-BE49-F238E27FC236}">
                  <a16:creationId xmlns:a16="http://schemas.microsoft.com/office/drawing/2014/main" id="{7DB1032C-294C-4E41-8F84-125650045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627"/>
              <a:ext cx="82" cy="37"/>
            </a:xfrm>
            <a:custGeom>
              <a:avLst/>
              <a:gdLst>
                <a:gd name="T0" fmla="*/ 507 w 33"/>
                <a:gd name="T1" fmla="*/ 0 h 15"/>
                <a:gd name="T2" fmla="*/ 0 w 33"/>
                <a:gd name="T3" fmla="*/ 15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33" y="0"/>
                  </a:moveTo>
                  <a:cubicBezTo>
                    <a:pt x="31" y="14"/>
                    <a:pt x="9" y="15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9" name="Freeform 25">
              <a:extLst>
                <a:ext uri="{FF2B5EF4-FFF2-40B4-BE49-F238E27FC236}">
                  <a16:creationId xmlns:a16="http://schemas.microsoft.com/office/drawing/2014/main" id="{694DBE4B-0CA3-4234-892F-EDC96DCC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619"/>
              <a:ext cx="122" cy="63"/>
            </a:xfrm>
            <a:custGeom>
              <a:avLst/>
              <a:gdLst>
                <a:gd name="T0" fmla="*/ 757 w 49"/>
                <a:gd name="T1" fmla="*/ 113 h 25"/>
                <a:gd name="T2" fmla="*/ 0 w 49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5">
                  <a:moveTo>
                    <a:pt x="49" y="7"/>
                  </a:moveTo>
                  <a:cubicBezTo>
                    <a:pt x="42" y="25"/>
                    <a:pt x="5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0" name="Freeform 26">
              <a:extLst>
                <a:ext uri="{FF2B5EF4-FFF2-40B4-BE49-F238E27FC236}">
                  <a16:creationId xmlns:a16="http://schemas.microsoft.com/office/drawing/2014/main" id="{2EF38C7A-3437-4969-859C-0749D8848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617"/>
              <a:ext cx="30" cy="35"/>
            </a:xfrm>
            <a:custGeom>
              <a:avLst/>
              <a:gdLst>
                <a:gd name="T0" fmla="*/ 188 w 12"/>
                <a:gd name="T1" fmla="*/ 0 h 14"/>
                <a:gd name="T2" fmla="*/ 50 w 12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8" y="4"/>
                    <a:pt x="0" y="8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1" name="Freeform 27">
              <a:extLst>
                <a:ext uri="{FF2B5EF4-FFF2-40B4-BE49-F238E27FC236}">
                  <a16:creationId xmlns:a16="http://schemas.microsoft.com/office/drawing/2014/main" id="{644BACB1-BECF-41F0-BED5-AFB3554E7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619"/>
              <a:ext cx="27" cy="18"/>
            </a:xfrm>
            <a:custGeom>
              <a:avLst/>
              <a:gdLst>
                <a:gd name="T0" fmla="*/ 162 w 11"/>
                <a:gd name="T1" fmla="*/ 118 h 7"/>
                <a:gd name="T2" fmla="*/ 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10" y="2"/>
                    <a:pt x="5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2" name="Freeform 28">
              <a:extLst>
                <a:ext uri="{FF2B5EF4-FFF2-40B4-BE49-F238E27FC236}">
                  <a16:creationId xmlns:a16="http://schemas.microsoft.com/office/drawing/2014/main" id="{5351E3B0-4C82-4188-B992-887A34E68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179"/>
              <a:ext cx="115" cy="53"/>
            </a:xfrm>
            <a:custGeom>
              <a:avLst/>
              <a:gdLst>
                <a:gd name="T0" fmla="*/ 720 w 46"/>
                <a:gd name="T1" fmla="*/ 0 h 21"/>
                <a:gd name="T2" fmla="*/ 0 w 46"/>
                <a:gd name="T3" fmla="*/ 20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46" y="0"/>
                  </a:moveTo>
                  <a:cubicBezTo>
                    <a:pt x="39" y="19"/>
                    <a:pt x="15" y="21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3" name="Freeform 29">
              <a:extLst>
                <a:ext uri="{FF2B5EF4-FFF2-40B4-BE49-F238E27FC236}">
                  <a16:creationId xmlns:a16="http://schemas.microsoft.com/office/drawing/2014/main" id="{E893D434-CA45-4438-A322-3A2C69234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179"/>
              <a:ext cx="153" cy="65"/>
            </a:xfrm>
            <a:custGeom>
              <a:avLst/>
              <a:gdLst>
                <a:gd name="T0" fmla="*/ 963 w 61"/>
                <a:gd name="T1" fmla="*/ 0 h 26"/>
                <a:gd name="T2" fmla="*/ 0 w 61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6">
                  <a:moveTo>
                    <a:pt x="61" y="0"/>
                  </a:moveTo>
                  <a:cubicBezTo>
                    <a:pt x="55" y="26"/>
                    <a:pt x="17" y="2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4" name="Freeform 30">
              <a:extLst>
                <a:ext uri="{FF2B5EF4-FFF2-40B4-BE49-F238E27FC236}">
                  <a16:creationId xmlns:a16="http://schemas.microsoft.com/office/drawing/2014/main" id="{71E9F8A5-3352-4BAD-BCBA-C60B48986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172"/>
              <a:ext cx="55" cy="70"/>
            </a:xfrm>
            <a:custGeom>
              <a:avLst/>
              <a:gdLst>
                <a:gd name="T0" fmla="*/ 345 w 22"/>
                <a:gd name="T1" fmla="*/ 0 h 28"/>
                <a:gd name="T2" fmla="*/ 0 w 22"/>
                <a:gd name="T3" fmla="*/ 40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cubicBezTo>
                    <a:pt x="22" y="15"/>
                    <a:pt x="19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5" name="Freeform 31">
              <a:extLst>
                <a:ext uri="{FF2B5EF4-FFF2-40B4-BE49-F238E27FC236}">
                  <a16:creationId xmlns:a16="http://schemas.microsoft.com/office/drawing/2014/main" id="{ED38EC78-7585-4702-BF43-46FA39675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107"/>
              <a:ext cx="112" cy="35"/>
            </a:xfrm>
            <a:custGeom>
              <a:avLst/>
              <a:gdLst>
                <a:gd name="T0" fmla="*/ 694 w 45"/>
                <a:gd name="T1" fmla="*/ 220 h 14"/>
                <a:gd name="T2" fmla="*/ 0 w 45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14"/>
                  </a:moveTo>
                  <a:cubicBezTo>
                    <a:pt x="36" y="0"/>
                    <a:pt x="11" y="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6" name="Freeform 32">
              <a:extLst>
                <a:ext uri="{FF2B5EF4-FFF2-40B4-BE49-F238E27FC236}">
                  <a16:creationId xmlns:a16="http://schemas.microsoft.com/office/drawing/2014/main" id="{E178384A-0EC5-45B2-B040-689BE918C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114"/>
              <a:ext cx="112" cy="43"/>
            </a:xfrm>
            <a:custGeom>
              <a:avLst/>
              <a:gdLst>
                <a:gd name="T0" fmla="*/ 694 w 45"/>
                <a:gd name="T1" fmla="*/ 276 h 17"/>
                <a:gd name="T2" fmla="*/ 465 w 45"/>
                <a:gd name="T3" fmla="*/ 51 h 17"/>
                <a:gd name="T4" fmla="*/ 0 w 45"/>
                <a:gd name="T5" fmla="*/ 9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7">
                  <a:moveTo>
                    <a:pt x="45" y="17"/>
                  </a:moveTo>
                  <a:cubicBezTo>
                    <a:pt x="39" y="11"/>
                    <a:pt x="39" y="6"/>
                    <a:pt x="30" y="3"/>
                  </a:cubicBezTo>
                  <a:cubicBezTo>
                    <a:pt x="21" y="0"/>
                    <a:pt x="9" y="2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7" name="Freeform 33">
              <a:extLst>
                <a:ext uri="{FF2B5EF4-FFF2-40B4-BE49-F238E27FC236}">
                  <a16:creationId xmlns:a16="http://schemas.microsoft.com/office/drawing/2014/main" id="{08997648-1C86-4175-BB76-96CB00B8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117"/>
              <a:ext cx="112" cy="45"/>
            </a:xfrm>
            <a:custGeom>
              <a:avLst/>
              <a:gdLst>
                <a:gd name="T0" fmla="*/ 694 w 45"/>
                <a:gd name="T1" fmla="*/ 283 h 18"/>
                <a:gd name="T2" fmla="*/ 495 w 45"/>
                <a:gd name="T3" fmla="*/ 63 h 18"/>
                <a:gd name="T4" fmla="*/ 0 w 45"/>
                <a:gd name="T5" fmla="*/ 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8">
                  <a:moveTo>
                    <a:pt x="45" y="18"/>
                  </a:moveTo>
                  <a:cubicBezTo>
                    <a:pt x="40" y="12"/>
                    <a:pt x="40" y="7"/>
                    <a:pt x="32" y="4"/>
                  </a:cubicBezTo>
                  <a:cubicBezTo>
                    <a:pt x="25" y="1"/>
                    <a:pt x="8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8" name="Freeform 34">
              <a:extLst>
                <a:ext uri="{FF2B5EF4-FFF2-40B4-BE49-F238E27FC236}">
                  <a16:creationId xmlns:a16="http://schemas.microsoft.com/office/drawing/2014/main" id="{61B38E2E-E4B2-4220-BE36-8FA67028C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199"/>
              <a:ext cx="115" cy="50"/>
            </a:xfrm>
            <a:custGeom>
              <a:avLst/>
              <a:gdLst>
                <a:gd name="T0" fmla="*/ 720 w 46"/>
                <a:gd name="T1" fmla="*/ 95 h 20"/>
                <a:gd name="T2" fmla="*/ 0 w 4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0">
                  <a:moveTo>
                    <a:pt x="46" y="6"/>
                  </a:moveTo>
                  <a:cubicBezTo>
                    <a:pt x="41" y="20"/>
                    <a:pt x="3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9" name="Freeform 35">
              <a:extLst>
                <a:ext uri="{FF2B5EF4-FFF2-40B4-BE49-F238E27FC236}">
                  <a16:creationId xmlns:a16="http://schemas.microsoft.com/office/drawing/2014/main" id="{DA4DE2DB-12AB-4533-971C-84633EACA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187"/>
              <a:ext cx="155" cy="52"/>
            </a:xfrm>
            <a:custGeom>
              <a:avLst/>
              <a:gdLst>
                <a:gd name="T0" fmla="*/ 970 w 62"/>
                <a:gd name="T1" fmla="*/ 0 h 21"/>
                <a:gd name="T2" fmla="*/ 0 w 62"/>
                <a:gd name="T3" fmla="*/ 7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1">
                  <a:moveTo>
                    <a:pt x="62" y="0"/>
                  </a:moveTo>
                  <a:cubicBezTo>
                    <a:pt x="56" y="21"/>
                    <a:pt x="11" y="1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0" name="Freeform 36">
              <a:extLst>
                <a:ext uri="{FF2B5EF4-FFF2-40B4-BE49-F238E27FC236}">
                  <a16:creationId xmlns:a16="http://schemas.microsoft.com/office/drawing/2014/main" id="{1618A914-3CD5-4515-9E72-7DB7A013A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3177"/>
              <a:ext cx="108" cy="40"/>
            </a:xfrm>
            <a:custGeom>
              <a:avLst/>
              <a:gdLst>
                <a:gd name="T0" fmla="*/ 588 w 43"/>
                <a:gd name="T1" fmla="*/ 0 h 16"/>
                <a:gd name="T2" fmla="*/ 0 w 43"/>
                <a:gd name="T3" fmla="*/ 18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6">
                  <a:moveTo>
                    <a:pt x="37" y="0"/>
                  </a:moveTo>
                  <a:cubicBezTo>
                    <a:pt x="43" y="16"/>
                    <a:pt x="8" y="14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1" name="Freeform 37">
              <a:extLst>
                <a:ext uri="{FF2B5EF4-FFF2-40B4-BE49-F238E27FC236}">
                  <a16:creationId xmlns:a16="http://schemas.microsoft.com/office/drawing/2014/main" id="{02323762-90F5-435D-BC0F-52FB3833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3104"/>
              <a:ext cx="110" cy="53"/>
            </a:xfrm>
            <a:custGeom>
              <a:avLst/>
              <a:gdLst>
                <a:gd name="T0" fmla="*/ 688 w 44"/>
                <a:gd name="T1" fmla="*/ 209 h 21"/>
                <a:gd name="T2" fmla="*/ 0 w 44"/>
                <a:gd name="T3" fmla="*/ 33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1">
                  <a:moveTo>
                    <a:pt x="44" y="13"/>
                  </a:moveTo>
                  <a:cubicBezTo>
                    <a:pt x="30" y="0"/>
                    <a:pt x="10" y="12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2" name="Freeform 38">
              <a:extLst>
                <a:ext uri="{FF2B5EF4-FFF2-40B4-BE49-F238E27FC236}">
                  <a16:creationId xmlns:a16="http://schemas.microsoft.com/office/drawing/2014/main" id="{A6F2BB70-5783-4CE6-B577-380E4E90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147"/>
              <a:ext cx="80" cy="22"/>
            </a:xfrm>
            <a:custGeom>
              <a:avLst/>
              <a:gdLst>
                <a:gd name="T0" fmla="*/ 500 w 32"/>
                <a:gd name="T1" fmla="*/ 132 h 9"/>
                <a:gd name="T2" fmla="*/ 0 w 32"/>
                <a:gd name="T3" fmla="*/ 1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9"/>
                  </a:moveTo>
                  <a:cubicBezTo>
                    <a:pt x="24" y="0"/>
                    <a:pt x="10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3" name="Freeform 39">
              <a:extLst>
                <a:ext uri="{FF2B5EF4-FFF2-40B4-BE49-F238E27FC236}">
                  <a16:creationId xmlns:a16="http://schemas.microsoft.com/office/drawing/2014/main" id="{8ABD71AF-E776-4D39-B985-9BD9F86EF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3179"/>
              <a:ext cx="12" cy="40"/>
            </a:xfrm>
            <a:custGeom>
              <a:avLst/>
              <a:gdLst>
                <a:gd name="T0" fmla="*/ 70 w 5"/>
                <a:gd name="T1" fmla="*/ 0 h 16"/>
                <a:gd name="T2" fmla="*/ 0 w 5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0" y="3"/>
                    <a:pt x="0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4" name="Freeform 40">
              <a:extLst>
                <a:ext uri="{FF2B5EF4-FFF2-40B4-BE49-F238E27FC236}">
                  <a16:creationId xmlns:a16="http://schemas.microsoft.com/office/drawing/2014/main" id="{FF2D90BF-BA40-4D7F-8C36-B0F4E20B2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84"/>
              <a:ext cx="23" cy="18"/>
            </a:xfrm>
            <a:custGeom>
              <a:avLst/>
              <a:gdLst>
                <a:gd name="T0" fmla="*/ 151 w 9"/>
                <a:gd name="T1" fmla="*/ 118 h 7"/>
                <a:gd name="T2" fmla="*/ 0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7"/>
                  </a:moveTo>
                  <a:cubicBezTo>
                    <a:pt x="7" y="3"/>
                    <a:pt x="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5" name="Freeform 41">
              <a:extLst>
                <a:ext uri="{FF2B5EF4-FFF2-40B4-BE49-F238E27FC236}">
                  <a16:creationId xmlns:a16="http://schemas.microsoft.com/office/drawing/2014/main" id="{B5D65A8A-1720-4C1B-A3AF-5B96B7C53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122"/>
              <a:ext cx="35" cy="32"/>
            </a:xfrm>
            <a:custGeom>
              <a:avLst/>
              <a:gdLst>
                <a:gd name="T0" fmla="*/ 220 w 14"/>
                <a:gd name="T1" fmla="*/ 74 h 13"/>
                <a:gd name="T2" fmla="*/ 125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5"/>
                  </a:moveTo>
                  <a:cubicBezTo>
                    <a:pt x="9" y="13"/>
                    <a:pt x="0" y="9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6" name="Freeform 42">
              <a:extLst>
                <a:ext uri="{FF2B5EF4-FFF2-40B4-BE49-F238E27FC236}">
                  <a16:creationId xmlns:a16="http://schemas.microsoft.com/office/drawing/2014/main" id="{B5D45F0A-3357-4639-83DE-B7ED8C16E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179"/>
              <a:ext cx="22" cy="13"/>
            </a:xfrm>
            <a:custGeom>
              <a:avLst/>
              <a:gdLst>
                <a:gd name="T0" fmla="*/ 132 w 9"/>
                <a:gd name="T1" fmla="*/ 55 h 5"/>
                <a:gd name="T2" fmla="*/ 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8" y="5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7" name="Freeform 43">
              <a:extLst>
                <a:ext uri="{FF2B5EF4-FFF2-40B4-BE49-F238E27FC236}">
                  <a16:creationId xmlns:a16="http://schemas.microsoft.com/office/drawing/2014/main" id="{77F29FF5-1655-4FFA-9B92-EC895F03D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174"/>
              <a:ext cx="30" cy="10"/>
            </a:xfrm>
            <a:custGeom>
              <a:avLst/>
              <a:gdLst>
                <a:gd name="T0" fmla="*/ 188 w 12"/>
                <a:gd name="T1" fmla="*/ 33 h 4"/>
                <a:gd name="T2" fmla="*/ 0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2"/>
                  </a:moveTo>
                  <a:cubicBezTo>
                    <a:pt x="8" y="4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8" name="Freeform 44">
              <a:extLst>
                <a:ext uri="{FF2B5EF4-FFF2-40B4-BE49-F238E27FC236}">
                  <a16:creationId xmlns:a16="http://schemas.microsoft.com/office/drawing/2014/main" id="{492913FC-95EB-40CA-A502-4B7869151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3209"/>
              <a:ext cx="25" cy="5"/>
            </a:xfrm>
            <a:custGeom>
              <a:avLst/>
              <a:gdLst>
                <a:gd name="T0" fmla="*/ 158 w 10"/>
                <a:gd name="T1" fmla="*/ 20 h 2"/>
                <a:gd name="T2" fmla="*/ 0 w 1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2"/>
                    <a:pt x="4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9" name="Freeform 45">
              <a:extLst>
                <a:ext uri="{FF2B5EF4-FFF2-40B4-BE49-F238E27FC236}">
                  <a16:creationId xmlns:a16="http://schemas.microsoft.com/office/drawing/2014/main" id="{FE875924-35BA-419E-8FF0-47B587BFD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3119"/>
              <a:ext cx="25" cy="25"/>
            </a:xfrm>
            <a:custGeom>
              <a:avLst/>
              <a:gdLst>
                <a:gd name="T0" fmla="*/ 158 w 10"/>
                <a:gd name="T1" fmla="*/ 20 h 10"/>
                <a:gd name="T2" fmla="*/ 33 w 10"/>
                <a:gd name="T3" fmla="*/ 125 h 10"/>
                <a:gd name="T4" fmla="*/ 5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8" y="4"/>
                    <a:pt x="6" y="10"/>
                    <a:pt x="2" y="8"/>
                  </a:cubicBezTo>
                  <a:cubicBezTo>
                    <a:pt x="0" y="7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0" name="Freeform 46">
              <a:extLst>
                <a:ext uri="{FF2B5EF4-FFF2-40B4-BE49-F238E27FC236}">
                  <a16:creationId xmlns:a16="http://schemas.microsoft.com/office/drawing/2014/main" id="{7EC62B1C-71EF-4CC4-B42C-5BE03C2ED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3142"/>
              <a:ext cx="33" cy="35"/>
            </a:xfrm>
            <a:custGeom>
              <a:avLst/>
              <a:gdLst>
                <a:gd name="T0" fmla="*/ 0 w 13"/>
                <a:gd name="T1" fmla="*/ 83 h 14"/>
                <a:gd name="T2" fmla="*/ 129 w 13"/>
                <a:gd name="T3" fmla="*/ 208 h 14"/>
                <a:gd name="T4" fmla="*/ 129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5"/>
                  </a:moveTo>
                  <a:cubicBezTo>
                    <a:pt x="2" y="7"/>
                    <a:pt x="3" y="14"/>
                    <a:pt x="8" y="13"/>
                  </a:cubicBezTo>
                  <a:cubicBezTo>
                    <a:pt x="13" y="12"/>
                    <a:pt x="11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1" name="Freeform 47">
              <a:extLst>
                <a:ext uri="{FF2B5EF4-FFF2-40B4-BE49-F238E27FC236}">
                  <a16:creationId xmlns:a16="http://schemas.microsoft.com/office/drawing/2014/main" id="{7D62539B-4ABA-47C7-9452-93E3FAA93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144"/>
              <a:ext cx="20" cy="10"/>
            </a:xfrm>
            <a:custGeom>
              <a:avLst/>
              <a:gdLst>
                <a:gd name="T0" fmla="*/ 125 w 8"/>
                <a:gd name="T1" fmla="*/ 0 h 4"/>
                <a:gd name="T2" fmla="*/ 0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6" y="3"/>
                    <a:pt x="3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2" name="Freeform 48">
              <a:extLst>
                <a:ext uri="{FF2B5EF4-FFF2-40B4-BE49-F238E27FC236}">
                  <a16:creationId xmlns:a16="http://schemas.microsoft.com/office/drawing/2014/main" id="{3FE77F69-F155-420A-B5ED-7909DED08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179"/>
              <a:ext cx="10" cy="28"/>
            </a:xfrm>
            <a:custGeom>
              <a:avLst/>
              <a:gdLst>
                <a:gd name="T0" fmla="*/ 63 w 4"/>
                <a:gd name="T1" fmla="*/ 0 h 11"/>
                <a:gd name="T2" fmla="*/ 0 w 4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4"/>
                    <a:pt x="2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3" name="Freeform 49">
              <a:extLst>
                <a:ext uri="{FF2B5EF4-FFF2-40B4-BE49-F238E27FC236}">
                  <a16:creationId xmlns:a16="http://schemas.microsoft.com/office/drawing/2014/main" id="{FC4A8A05-1FE7-4A3B-97C1-8504231A9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182"/>
              <a:ext cx="35" cy="27"/>
            </a:xfrm>
            <a:custGeom>
              <a:avLst/>
              <a:gdLst>
                <a:gd name="T0" fmla="*/ 220 w 14"/>
                <a:gd name="T1" fmla="*/ 71 h 11"/>
                <a:gd name="T2" fmla="*/ 50 w 14"/>
                <a:gd name="T3" fmla="*/ 29 h 11"/>
                <a:gd name="T4" fmla="*/ 125 w 14"/>
                <a:gd name="T5" fmla="*/ 1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5"/>
                  </a:moveTo>
                  <a:cubicBezTo>
                    <a:pt x="12" y="3"/>
                    <a:pt x="6" y="0"/>
                    <a:pt x="3" y="2"/>
                  </a:cubicBezTo>
                  <a:cubicBezTo>
                    <a:pt x="0" y="4"/>
                    <a:pt x="6" y="10"/>
                    <a:pt x="8" y="1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4" name="Freeform 50">
              <a:extLst>
                <a:ext uri="{FF2B5EF4-FFF2-40B4-BE49-F238E27FC236}">
                  <a16:creationId xmlns:a16="http://schemas.microsoft.com/office/drawing/2014/main" id="{7802826D-EA20-4F33-93A2-BBEA5A078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609"/>
              <a:ext cx="27" cy="30"/>
            </a:xfrm>
            <a:custGeom>
              <a:avLst/>
              <a:gdLst>
                <a:gd name="T0" fmla="*/ 162 w 11"/>
                <a:gd name="T1" fmla="*/ 63 h 12"/>
                <a:gd name="T2" fmla="*/ 29 w 11"/>
                <a:gd name="T3" fmla="*/ 125 h 12"/>
                <a:gd name="T4" fmla="*/ 103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1" y="4"/>
                  </a:moveTo>
                  <a:cubicBezTo>
                    <a:pt x="10" y="5"/>
                    <a:pt x="4" y="12"/>
                    <a:pt x="2" y="8"/>
                  </a:cubicBezTo>
                  <a:cubicBezTo>
                    <a:pt x="0" y="5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5" name="Freeform 51">
              <a:extLst>
                <a:ext uri="{FF2B5EF4-FFF2-40B4-BE49-F238E27FC236}">
                  <a16:creationId xmlns:a16="http://schemas.microsoft.com/office/drawing/2014/main" id="{173FBC79-9AC7-4223-B4CF-A0D9C57B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587"/>
              <a:ext cx="10" cy="15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1"/>
                    <a:pt x="4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6" name="Freeform 52">
              <a:extLst>
                <a:ext uri="{FF2B5EF4-FFF2-40B4-BE49-F238E27FC236}">
                  <a16:creationId xmlns:a16="http://schemas.microsoft.com/office/drawing/2014/main" id="{945BC207-26C0-4D25-B447-407B10C5C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637"/>
              <a:ext cx="28" cy="25"/>
            </a:xfrm>
            <a:custGeom>
              <a:avLst/>
              <a:gdLst>
                <a:gd name="T0" fmla="*/ 181 w 11"/>
                <a:gd name="T1" fmla="*/ 113 h 10"/>
                <a:gd name="T2" fmla="*/ 64 w 11"/>
                <a:gd name="T3" fmla="*/ 20 h 10"/>
                <a:gd name="T4" fmla="*/ 84 w 11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7"/>
                  </a:moveTo>
                  <a:cubicBezTo>
                    <a:pt x="11" y="5"/>
                    <a:pt x="6" y="0"/>
                    <a:pt x="4" y="1"/>
                  </a:cubicBezTo>
                  <a:cubicBezTo>
                    <a:pt x="0" y="3"/>
                    <a:pt x="4" y="8"/>
                    <a:pt x="5" y="1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7" name="Freeform 53">
              <a:extLst>
                <a:ext uri="{FF2B5EF4-FFF2-40B4-BE49-F238E27FC236}">
                  <a16:creationId xmlns:a16="http://schemas.microsoft.com/office/drawing/2014/main" id="{31CB73EB-F037-4099-B09E-CD781E17D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572"/>
              <a:ext cx="33" cy="35"/>
            </a:xfrm>
            <a:custGeom>
              <a:avLst/>
              <a:gdLst>
                <a:gd name="T0" fmla="*/ 0 w 13"/>
                <a:gd name="T1" fmla="*/ 33 h 14"/>
                <a:gd name="T2" fmla="*/ 160 w 13"/>
                <a:gd name="T3" fmla="*/ 188 h 14"/>
                <a:gd name="T4" fmla="*/ 117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2"/>
                  </a:moveTo>
                  <a:cubicBezTo>
                    <a:pt x="1" y="4"/>
                    <a:pt x="6" y="14"/>
                    <a:pt x="10" y="12"/>
                  </a:cubicBezTo>
                  <a:cubicBezTo>
                    <a:pt x="13" y="10"/>
                    <a:pt x="8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8" name="Freeform 54">
              <a:extLst>
                <a:ext uri="{FF2B5EF4-FFF2-40B4-BE49-F238E27FC236}">
                  <a16:creationId xmlns:a16="http://schemas.microsoft.com/office/drawing/2014/main" id="{4EB0C58E-AF99-48D2-B59D-5F9D52A2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609"/>
              <a:ext cx="10" cy="28"/>
            </a:xfrm>
            <a:custGeom>
              <a:avLst/>
              <a:gdLst>
                <a:gd name="T0" fmla="*/ 50 w 4"/>
                <a:gd name="T1" fmla="*/ 0 h 11"/>
                <a:gd name="T2" fmla="*/ 0 w 4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1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9" name="Freeform 55">
              <a:extLst>
                <a:ext uri="{FF2B5EF4-FFF2-40B4-BE49-F238E27FC236}">
                  <a16:creationId xmlns:a16="http://schemas.microsoft.com/office/drawing/2014/main" id="{74342A0F-6D4D-4632-B2EB-8A0091690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577"/>
              <a:ext cx="28" cy="22"/>
            </a:xfrm>
            <a:custGeom>
              <a:avLst/>
              <a:gdLst>
                <a:gd name="T0" fmla="*/ 181 w 11"/>
                <a:gd name="T1" fmla="*/ 0 h 9"/>
                <a:gd name="T2" fmla="*/ 0 w 11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10" y="4"/>
                    <a:pt x="4" y="7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0" name="Freeform 56">
              <a:extLst>
                <a:ext uri="{FF2B5EF4-FFF2-40B4-BE49-F238E27FC236}">
                  <a16:creationId xmlns:a16="http://schemas.microsoft.com/office/drawing/2014/main" id="{8EB309ED-DCAF-4406-BD0E-49D59F0E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587"/>
              <a:ext cx="12" cy="22"/>
            </a:xfrm>
            <a:custGeom>
              <a:avLst/>
              <a:gdLst>
                <a:gd name="T0" fmla="*/ 0 w 5"/>
                <a:gd name="T1" fmla="*/ 0 h 9"/>
                <a:gd name="T2" fmla="*/ 70 w 5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3" y="3"/>
                    <a:pt x="4" y="5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1" name="Freeform 57">
              <a:extLst>
                <a:ext uri="{FF2B5EF4-FFF2-40B4-BE49-F238E27FC236}">
                  <a16:creationId xmlns:a16="http://schemas.microsoft.com/office/drawing/2014/main" id="{0E300F2E-4ABB-4CAF-81B7-F1965D419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642"/>
              <a:ext cx="30" cy="22"/>
            </a:xfrm>
            <a:custGeom>
              <a:avLst/>
              <a:gdLst>
                <a:gd name="T0" fmla="*/ 188 w 12"/>
                <a:gd name="T1" fmla="*/ 90 h 9"/>
                <a:gd name="T2" fmla="*/ 0 w 12"/>
                <a:gd name="T3" fmla="*/ 0 h 9"/>
                <a:gd name="T4" fmla="*/ 63 w 12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4" y="0"/>
                    <a:pt x="0" y="0"/>
                  </a:cubicBezTo>
                  <a:cubicBezTo>
                    <a:pt x="0" y="4"/>
                    <a:pt x="3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2" name="Freeform 58">
              <a:extLst>
                <a:ext uri="{FF2B5EF4-FFF2-40B4-BE49-F238E27FC236}">
                  <a16:creationId xmlns:a16="http://schemas.microsoft.com/office/drawing/2014/main" id="{8473D4A1-81DE-4908-9863-AF8C794D0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632"/>
              <a:ext cx="27" cy="5"/>
            </a:xfrm>
            <a:custGeom>
              <a:avLst/>
              <a:gdLst>
                <a:gd name="T0" fmla="*/ 162 w 11"/>
                <a:gd name="T1" fmla="*/ 33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7" y="1"/>
                    <a:pt x="4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3" name="Freeform 59">
              <a:extLst>
                <a:ext uri="{FF2B5EF4-FFF2-40B4-BE49-F238E27FC236}">
                  <a16:creationId xmlns:a16="http://schemas.microsoft.com/office/drawing/2014/main" id="{512C0C1A-AB90-433E-A7E4-CE749609B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639"/>
              <a:ext cx="18" cy="5"/>
            </a:xfrm>
            <a:custGeom>
              <a:avLst/>
              <a:gdLst>
                <a:gd name="T0" fmla="*/ 118 w 7"/>
                <a:gd name="T1" fmla="*/ 33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4" name="Freeform 60">
              <a:extLst>
                <a:ext uri="{FF2B5EF4-FFF2-40B4-BE49-F238E27FC236}">
                  <a16:creationId xmlns:a16="http://schemas.microsoft.com/office/drawing/2014/main" id="{6BDFE931-D441-492B-B9E2-48B8DB8E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609"/>
              <a:ext cx="12" cy="30"/>
            </a:xfrm>
            <a:custGeom>
              <a:avLst/>
              <a:gdLst>
                <a:gd name="T0" fmla="*/ 0 w 5"/>
                <a:gd name="T1" fmla="*/ 0 h 12"/>
                <a:gd name="T2" fmla="*/ 70 w 5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3" y="3"/>
                    <a:pt x="4" y="8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5" name="Freeform 61">
              <a:extLst>
                <a:ext uri="{FF2B5EF4-FFF2-40B4-BE49-F238E27FC236}">
                  <a16:creationId xmlns:a16="http://schemas.microsoft.com/office/drawing/2014/main" id="{95DC0D7B-950B-4935-8A7E-FC89F3DC6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162"/>
              <a:ext cx="85" cy="52"/>
            </a:xfrm>
            <a:custGeom>
              <a:avLst/>
              <a:gdLst>
                <a:gd name="T0" fmla="*/ 533 w 34"/>
                <a:gd name="T1" fmla="*/ 154 h 21"/>
                <a:gd name="T2" fmla="*/ 0 w 3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1">
                  <a:moveTo>
                    <a:pt x="34" y="10"/>
                  </a:moveTo>
                  <a:cubicBezTo>
                    <a:pt x="30" y="21"/>
                    <a:pt x="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6" name="Freeform 62">
              <a:extLst>
                <a:ext uri="{FF2B5EF4-FFF2-40B4-BE49-F238E27FC236}">
                  <a16:creationId xmlns:a16="http://schemas.microsoft.com/office/drawing/2014/main" id="{4557A7B9-8811-43C4-ABB4-108AB8873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3144"/>
              <a:ext cx="40" cy="35"/>
            </a:xfrm>
            <a:custGeom>
              <a:avLst/>
              <a:gdLst>
                <a:gd name="T0" fmla="*/ 238 w 16"/>
                <a:gd name="T1" fmla="*/ 0 h 14"/>
                <a:gd name="T2" fmla="*/ 0 w 16"/>
                <a:gd name="T3" fmla="*/ 15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5" y="0"/>
                  </a:moveTo>
                  <a:cubicBezTo>
                    <a:pt x="16" y="9"/>
                    <a:pt x="8" y="14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7" name="Freeform 63">
              <a:extLst>
                <a:ext uri="{FF2B5EF4-FFF2-40B4-BE49-F238E27FC236}">
                  <a16:creationId xmlns:a16="http://schemas.microsoft.com/office/drawing/2014/main" id="{13BE97E6-6009-4E1C-96C7-FFA925F83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172"/>
              <a:ext cx="93" cy="50"/>
            </a:xfrm>
            <a:custGeom>
              <a:avLst/>
              <a:gdLst>
                <a:gd name="T0" fmla="*/ 588 w 37"/>
                <a:gd name="T1" fmla="*/ 0 h 20"/>
                <a:gd name="T2" fmla="*/ 0 w 37"/>
                <a:gd name="T3" fmla="*/ 18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31" y="13"/>
                    <a:pt x="13" y="2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8" name="Freeform 64">
              <a:extLst>
                <a:ext uri="{FF2B5EF4-FFF2-40B4-BE49-F238E27FC236}">
                  <a16:creationId xmlns:a16="http://schemas.microsoft.com/office/drawing/2014/main" id="{EC4FCC60-3B70-49F9-8D9A-3D4C517BC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172"/>
              <a:ext cx="32" cy="40"/>
            </a:xfrm>
            <a:custGeom>
              <a:avLst/>
              <a:gdLst>
                <a:gd name="T0" fmla="*/ 182 w 13"/>
                <a:gd name="T1" fmla="*/ 0 h 16"/>
                <a:gd name="T2" fmla="*/ 0 w 13"/>
                <a:gd name="T3" fmla="*/ 22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12" y="0"/>
                  </a:moveTo>
                  <a:cubicBezTo>
                    <a:pt x="13" y="7"/>
                    <a:pt x="9" y="16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9" name="Freeform 65">
              <a:extLst>
                <a:ext uri="{FF2B5EF4-FFF2-40B4-BE49-F238E27FC236}">
                  <a16:creationId xmlns:a16="http://schemas.microsoft.com/office/drawing/2014/main" id="{FD71C2A9-395F-48DA-A374-DC14445C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102"/>
              <a:ext cx="88" cy="30"/>
            </a:xfrm>
            <a:custGeom>
              <a:avLst/>
              <a:gdLst>
                <a:gd name="T0" fmla="*/ 556 w 35"/>
                <a:gd name="T1" fmla="*/ 158 h 12"/>
                <a:gd name="T2" fmla="*/ 0 w 35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2">
                  <a:moveTo>
                    <a:pt x="35" y="10"/>
                  </a:moveTo>
                  <a:cubicBezTo>
                    <a:pt x="24" y="2"/>
                    <a:pt x="8" y="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0" name="Freeform 66">
              <a:extLst>
                <a:ext uri="{FF2B5EF4-FFF2-40B4-BE49-F238E27FC236}">
                  <a16:creationId xmlns:a16="http://schemas.microsoft.com/office/drawing/2014/main" id="{51F44D3D-E9F8-4D4B-87D3-EF6C8F095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114"/>
              <a:ext cx="80" cy="28"/>
            </a:xfrm>
            <a:custGeom>
              <a:avLst/>
              <a:gdLst>
                <a:gd name="T0" fmla="*/ 500 w 32"/>
                <a:gd name="T1" fmla="*/ 181 h 11"/>
                <a:gd name="T2" fmla="*/ 0 w 32"/>
                <a:gd name="T3" fmla="*/ 15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">
                  <a:moveTo>
                    <a:pt x="32" y="11"/>
                  </a:moveTo>
                  <a:cubicBezTo>
                    <a:pt x="26" y="0"/>
                    <a:pt x="8" y="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1" name="Freeform 67">
              <a:extLst>
                <a:ext uri="{FF2B5EF4-FFF2-40B4-BE49-F238E27FC236}">
                  <a16:creationId xmlns:a16="http://schemas.microsoft.com/office/drawing/2014/main" id="{A12AFCFF-F905-4722-B520-F437EE092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587"/>
              <a:ext cx="65" cy="45"/>
            </a:xfrm>
            <a:custGeom>
              <a:avLst/>
              <a:gdLst>
                <a:gd name="T0" fmla="*/ 408 w 26"/>
                <a:gd name="T1" fmla="*/ 33 h 18"/>
                <a:gd name="T2" fmla="*/ 158 w 26"/>
                <a:gd name="T3" fmla="*/ 33 h 18"/>
                <a:gd name="T4" fmla="*/ 0 w 26"/>
                <a:gd name="T5" fmla="*/ 2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8">
                  <a:moveTo>
                    <a:pt x="26" y="2"/>
                  </a:moveTo>
                  <a:cubicBezTo>
                    <a:pt x="22" y="0"/>
                    <a:pt x="14" y="0"/>
                    <a:pt x="10" y="2"/>
                  </a:cubicBezTo>
                  <a:cubicBezTo>
                    <a:pt x="1" y="6"/>
                    <a:pt x="3" y="11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2" name="Freeform 68">
              <a:extLst>
                <a:ext uri="{FF2B5EF4-FFF2-40B4-BE49-F238E27FC236}">
                  <a16:creationId xmlns:a16="http://schemas.microsoft.com/office/drawing/2014/main" id="{CA05C2FA-D4AC-4328-87B9-CE7F4D55A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632"/>
              <a:ext cx="78" cy="17"/>
            </a:xfrm>
            <a:custGeom>
              <a:avLst/>
              <a:gdLst>
                <a:gd name="T0" fmla="*/ 493 w 31"/>
                <a:gd name="T1" fmla="*/ 100 h 7"/>
                <a:gd name="T2" fmla="*/ 0 w 31"/>
                <a:gd name="T3" fmla="*/ 8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31" y="7"/>
                  </a:moveTo>
                  <a:cubicBezTo>
                    <a:pt x="19" y="0"/>
                    <a:pt x="12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3" name="Freeform 69">
              <a:extLst>
                <a:ext uri="{FF2B5EF4-FFF2-40B4-BE49-F238E27FC236}">
                  <a16:creationId xmlns:a16="http://schemas.microsoft.com/office/drawing/2014/main" id="{8BEB0FEB-3927-4864-A566-CEC91A9B9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637"/>
              <a:ext cx="45" cy="30"/>
            </a:xfrm>
            <a:custGeom>
              <a:avLst/>
              <a:gdLst>
                <a:gd name="T0" fmla="*/ 283 w 18"/>
                <a:gd name="T1" fmla="*/ 188 h 12"/>
                <a:gd name="T2" fmla="*/ 0 w 1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18" y="12"/>
                  </a:moveTo>
                  <a:cubicBezTo>
                    <a:pt x="16" y="3"/>
                    <a:pt x="8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4" name="Freeform 70">
              <a:extLst>
                <a:ext uri="{FF2B5EF4-FFF2-40B4-BE49-F238E27FC236}">
                  <a16:creationId xmlns:a16="http://schemas.microsoft.com/office/drawing/2014/main" id="{57E24CF0-9D71-4C18-8F84-EF005F221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637"/>
              <a:ext cx="8" cy="5"/>
            </a:xfrm>
            <a:custGeom>
              <a:avLst/>
              <a:gdLst>
                <a:gd name="T0" fmla="*/ 56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5" name="Freeform 71">
              <a:extLst>
                <a:ext uri="{FF2B5EF4-FFF2-40B4-BE49-F238E27FC236}">
                  <a16:creationId xmlns:a16="http://schemas.microsoft.com/office/drawing/2014/main" id="{FEFF8C60-884F-4C9E-9B1C-C87C4873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589"/>
              <a:ext cx="52" cy="38"/>
            </a:xfrm>
            <a:custGeom>
              <a:avLst/>
              <a:gdLst>
                <a:gd name="T0" fmla="*/ 258 w 21"/>
                <a:gd name="T1" fmla="*/ 243 h 15"/>
                <a:gd name="T2" fmla="*/ 319 w 21"/>
                <a:gd name="T3" fmla="*/ 18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17" y="15"/>
                  </a:moveTo>
                  <a:cubicBezTo>
                    <a:pt x="0" y="14"/>
                    <a:pt x="11" y="0"/>
                    <a:pt x="21" y="1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6" name="Freeform 72">
              <a:extLst>
                <a:ext uri="{FF2B5EF4-FFF2-40B4-BE49-F238E27FC236}">
                  <a16:creationId xmlns:a16="http://schemas.microsoft.com/office/drawing/2014/main" id="{77C2333D-D686-4A77-B7B5-92AC6BC9C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614"/>
              <a:ext cx="45" cy="35"/>
            </a:xfrm>
            <a:custGeom>
              <a:avLst/>
              <a:gdLst>
                <a:gd name="T0" fmla="*/ 0 w 18"/>
                <a:gd name="T1" fmla="*/ 158 h 14"/>
                <a:gd name="T2" fmla="*/ 158 w 18"/>
                <a:gd name="T3" fmla="*/ 33 h 14"/>
                <a:gd name="T4" fmla="*/ 113 w 18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10"/>
                  </a:moveTo>
                  <a:cubicBezTo>
                    <a:pt x="2" y="7"/>
                    <a:pt x="6" y="0"/>
                    <a:pt x="10" y="2"/>
                  </a:cubicBezTo>
                  <a:cubicBezTo>
                    <a:pt x="18" y="5"/>
                    <a:pt x="11" y="11"/>
                    <a:pt x="7" y="14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7" name="Freeform 73">
              <a:extLst>
                <a:ext uri="{FF2B5EF4-FFF2-40B4-BE49-F238E27FC236}">
                  <a16:creationId xmlns:a16="http://schemas.microsoft.com/office/drawing/2014/main" id="{ADEBFC51-08D0-45C1-A12F-14013DF3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3152"/>
              <a:ext cx="22" cy="5"/>
            </a:xfrm>
            <a:custGeom>
              <a:avLst/>
              <a:gdLst>
                <a:gd name="T0" fmla="*/ 132 w 9"/>
                <a:gd name="T1" fmla="*/ 33 h 2"/>
                <a:gd name="T2" fmla="*/ 0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8" name="Freeform 74">
              <a:extLst>
                <a:ext uri="{FF2B5EF4-FFF2-40B4-BE49-F238E27FC236}">
                  <a16:creationId xmlns:a16="http://schemas.microsoft.com/office/drawing/2014/main" id="{F2B66A6D-E510-4784-A217-E288D1664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172"/>
              <a:ext cx="35" cy="25"/>
            </a:xfrm>
            <a:custGeom>
              <a:avLst/>
              <a:gdLst>
                <a:gd name="T0" fmla="*/ 220 w 14"/>
                <a:gd name="T1" fmla="*/ 95 h 10"/>
                <a:gd name="T2" fmla="*/ 145 w 14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6"/>
                  </a:moveTo>
                  <a:cubicBezTo>
                    <a:pt x="5" y="0"/>
                    <a:pt x="0" y="2"/>
                    <a:pt x="9" y="1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9" name="Freeform 75">
              <a:extLst>
                <a:ext uri="{FF2B5EF4-FFF2-40B4-BE49-F238E27FC236}">
                  <a16:creationId xmlns:a16="http://schemas.microsoft.com/office/drawing/2014/main" id="{872D7E57-31F7-4092-BE3E-C082DC93B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112"/>
              <a:ext cx="28" cy="25"/>
            </a:xfrm>
            <a:custGeom>
              <a:avLst/>
              <a:gdLst>
                <a:gd name="T0" fmla="*/ 163 w 11"/>
                <a:gd name="T1" fmla="*/ 20 h 10"/>
                <a:gd name="T2" fmla="*/ 64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0" y="1"/>
                  </a:moveTo>
                  <a:cubicBezTo>
                    <a:pt x="11" y="10"/>
                    <a:pt x="0" y="5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0" name="Freeform 76">
              <a:extLst>
                <a:ext uri="{FF2B5EF4-FFF2-40B4-BE49-F238E27FC236}">
                  <a16:creationId xmlns:a16="http://schemas.microsoft.com/office/drawing/2014/main" id="{46854E1E-9D18-4F0A-8727-83A48EFA9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119"/>
              <a:ext cx="27" cy="23"/>
            </a:xfrm>
            <a:custGeom>
              <a:avLst/>
              <a:gdLst>
                <a:gd name="T0" fmla="*/ 0 w 11"/>
                <a:gd name="T1" fmla="*/ 20 h 9"/>
                <a:gd name="T2" fmla="*/ 162 w 11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1"/>
                  </a:moveTo>
                  <a:cubicBezTo>
                    <a:pt x="5" y="0"/>
                    <a:pt x="10" y="5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1" name="Freeform 77">
              <a:extLst>
                <a:ext uri="{FF2B5EF4-FFF2-40B4-BE49-F238E27FC236}">
                  <a16:creationId xmlns:a16="http://schemas.microsoft.com/office/drawing/2014/main" id="{9C1DEEA4-1E17-46A2-8AD5-904E3FF71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649"/>
              <a:ext cx="85" cy="28"/>
            </a:xfrm>
            <a:custGeom>
              <a:avLst/>
              <a:gdLst>
                <a:gd name="T0" fmla="*/ 533 w 34"/>
                <a:gd name="T1" fmla="*/ 20 h 11"/>
                <a:gd name="T2" fmla="*/ 0 w 3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">
                  <a:moveTo>
                    <a:pt x="34" y="1"/>
                  </a:moveTo>
                  <a:cubicBezTo>
                    <a:pt x="28" y="11"/>
                    <a:pt x="8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2" name="Freeform 78">
              <a:extLst>
                <a:ext uri="{FF2B5EF4-FFF2-40B4-BE49-F238E27FC236}">
                  <a16:creationId xmlns:a16="http://schemas.microsoft.com/office/drawing/2014/main" id="{8CEF94A2-C19D-44C5-B032-CCDFAC879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634"/>
              <a:ext cx="22" cy="28"/>
            </a:xfrm>
            <a:custGeom>
              <a:avLst/>
              <a:gdLst>
                <a:gd name="T0" fmla="*/ 120 w 9"/>
                <a:gd name="T1" fmla="*/ 0 h 11"/>
                <a:gd name="T2" fmla="*/ 0 w 9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8" y="0"/>
                  </a:moveTo>
                  <a:cubicBezTo>
                    <a:pt x="9" y="5"/>
                    <a:pt x="6" y="10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3" name="Freeform 79">
              <a:extLst>
                <a:ext uri="{FF2B5EF4-FFF2-40B4-BE49-F238E27FC236}">
                  <a16:creationId xmlns:a16="http://schemas.microsoft.com/office/drawing/2014/main" id="{EBEF58BD-701F-4472-955A-8CF62EA3C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647"/>
              <a:ext cx="25" cy="15"/>
            </a:xfrm>
            <a:custGeom>
              <a:avLst/>
              <a:gdLst>
                <a:gd name="T0" fmla="*/ 158 w 10"/>
                <a:gd name="T1" fmla="*/ 95 h 6"/>
                <a:gd name="T2" fmla="*/ 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4" name="Freeform 80">
              <a:extLst>
                <a:ext uri="{FF2B5EF4-FFF2-40B4-BE49-F238E27FC236}">
                  <a16:creationId xmlns:a16="http://schemas.microsoft.com/office/drawing/2014/main" id="{009296B5-6922-43F1-B93E-96358F871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642"/>
              <a:ext cx="20" cy="1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5" name="Freeform 81">
              <a:extLst>
                <a:ext uri="{FF2B5EF4-FFF2-40B4-BE49-F238E27FC236}">
                  <a16:creationId xmlns:a16="http://schemas.microsoft.com/office/drawing/2014/main" id="{DFD4A56F-EE23-4147-B73B-001FF629C8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3" y="2672"/>
              <a:ext cx="1168" cy="445"/>
            </a:xfrm>
            <a:custGeom>
              <a:avLst/>
              <a:gdLst>
                <a:gd name="T0" fmla="*/ 1158 w 467"/>
                <a:gd name="T1" fmla="*/ 658 h 178"/>
                <a:gd name="T2" fmla="*/ 833 w 467"/>
                <a:gd name="T3" fmla="*/ 800 h 178"/>
                <a:gd name="T4" fmla="*/ 2021 w 467"/>
                <a:gd name="T5" fmla="*/ 1738 h 178"/>
                <a:gd name="T6" fmla="*/ 1646 w 467"/>
                <a:gd name="T7" fmla="*/ 1300 h 178"/>
                <a:gd name="T8" fmla="*/ 2033 w 467"/>
                <a:gd name="T9" fmla="*/ 770 h 178"/>
                <a:gd name="T10" fmla="*/ 2221 w 467"/>
                <a:gd name="T11" fmla="*/ 345 h 178"/>
                <a:gd name="T12" fmla="*/ 2376 w 467"/>
                <a:gd name="T13" fmla="*/ 283 h 178"/>
                <a:gd name="T14" fmla="*/ 2551 w 467"/>
                <a:gd name="T15" fmla="*/ 625 h 178"/>
                <a:gd name="T16" fmla="*/ 3191 w 467"/>
                <a:gd name="T17" fmla="*/ 1250 h 178"/>
                <a:gd name="T18" fmla="*/ 3254 w 467"/>
                <a:gd name="T19" fmla="*/ 1208 h 178"/>
                <a:gd name="T20" fmla="*/ 3942 w 467"/>
                <a:gd name="T21" fmla="*/ 1000 h 178"/>
                <a:gd name="T22" fmla="*/ 3784 w 467"/>
                <a:gd name="T23" fmla="*/ 250 h 178"/>
                <a:gd name="T24" fmla="*/ 3784 w 467"/>
                <a:gd name="T25" fmla="*/ 250 h 178"/>
                <a:gd name="T26" fmla="*/ 4129 w 467"/>
                <a:gd name="T27" fmla="*/ 1938 h 178"/>
                <a:gd name="T28" fmla="*/ 4429 w 467"/>
                <a:gd name="T29" fmla="*/ 1738 h 178"/>
                <a:gd name="T30" fmla="*/ 4534 w 467"/>
                <a:gd name="T31" fmla="*/ 958 h 178"/>
                <a:gd name="T32" fmla="*/ 4347 w 467"/>
                <a:gd name="T33" fmla="*/ 720 h 178"/>
                <a:gd name="T34" fmla="*/ 4597 w 467"/>
                <a:gd name="T35" fmla="*/ 375 h 178"/>
                <a:gd name="T36" fmla="*/ 4960 w 467"/>
                <a:gd name="T37" fmla="*/ 375 h 178"/>
                <a:gd name="T38" fmla="*/ 4442 w 467"/>
                <a:gd name="T39" fmla="*/ 425 h 178"/>
                <a:gd name="T40" fmla="*/ 6555 w 467"/>
                <a:gd name="T41" fmla="*/ 938 h 178"/>
                <a:gd name="T42" fmla="*/ 6350 w 467"/>
                <a:gd name="T43" fmla="*/ 250 h 178"/>
                <a:gd name="T44" fmla="*/ 6493 w 467"/>
                <a:gd name="T45" fmla="*/ 1988 h 178"/>
                <a:gd name="T46" fmla="*/ 5630 w 467"/>
                <a:gd name="T47" fmla="*/ 1833 h 178"/>
                <a:gd name="T48" fmla="*/ 5963 w 467"/>
                <a:gd name="T49" fmla="*/ 2595 h 178"/>
                <a:gd name="T50" fmla="*/ 6118 w 467"/>
                <a:gd name="T51" fmla="*/ 2520 h 178"/>
                <a:gd name="T52" fmla="*/ 5785 w 467"/>
                <a:gd name="T53" fmla="*/ 1408 h 178"/>
                <a:gd name="T54" fmla="*/ 4785 w 467"/>
                <a:gd name="T55" fmla="*/ 1175 h 178"/>
                <a:gd name="T56" fmla="*/ 5272 w 467"/>
                <a:gd name="T57" fmla="*/ 1970 h 178"/>
                <a:gd name="T58" fmla="*/ 4835 w 467"/>
                <a:gd name="T59" fmla="*/ 2425 h 178"/>
                <a:gd name="T60" fmla="*/ 4785 w 467"/>
                <a:gd name="T61" fmla="*/ 2158 h 178"/>
                <a:gd name="T62" fmla="*/ 3679 w 467"/>
                <a:gd name="T63" fmla="*/ 2500 h 178"/>
                <a:gd name="T64" fmla="*/ 2551 w 467"/>
                <a:gd name="T65" fmla="*/ 1595 h 178"/>
                <a:gd name="T66" fmla="*/ 2534 w 467"/>
                <a:gd name="T67" fmla="*/ 2408 h 178"/>
                <a:gd name="T68" fmla="*/ 2033 w 467"/>
                <a:gd name="T69" fmla="*/ 2283 h 178"/>
                <a:gd name="T70" fmla="*/ 1583 w 467"/>
                <a:gd name="T71" fmla="*/ 2000 h 178"/>
                <a:gd name="T72" fmla="*/ 1721 w 467"/>
                <a:gd name="T73" fmla="*/ 1938 h 178"/>
                <a:gd name="T74" fmla="*/ 1251 w 467"/>
                <a:gd name="T75" fmla="*/ 2500 h 178"/>
                <a:gd name="T76" fmla="*/ 708 w 467"/>
                <a:gd name="T77" fmla="*/ 1470 h 178"/>
                <a:gd name="T78" fmla="*/ 158 w 467"/>
                <a:gd name="T79" fmla="*/ 2145 h 178"/>
                <a:gd name="T80" fmla="*/ 113 w 467"/>
                <a:gd name="T81" fmla="*/ 2583 h 178"/>
                <a:gd name="T82" fmla="*/ 1188 w 467"/>
                <a:gd name="T83" fmla="*/ 2738 h 178"/>
                <a:gd name="T84" fmla="*/ 2801 w 467"/>
                <a:gd name="T85" fmla="*/ 2750 h 178"/>
                <a:gd name="T86" fmla="*/ 7276 w 467"/>
                <a:gd name="T87" fmla="*/ 2645 h 178"/>
                <a:gd name="T88" fmla="*/ 6755 w 467"/>
                <a:gd name="T89" fmla="*/ 2270 h 178"/>
                <a:gd name="T90" fmla="*/ 7163 w 467"/>
                <a:gd name="T91" fmla="*/ 1625 h 178"/>
                <a:gd name="T92" fmla="*/ 7131 w 467"/>
                <a:gd name="T93" fmla="*/ 645 h 178"/>
                <a:gd name="T94" fmla="*/ 7213 w 467"/>
                <a:gd name="T95" fmla="*/ 158 h 178"/>
                <a:gd name="T96" fmla="*/ 5930 w 467"/>
                <a:gd name="T97" fmla="*/ 125 h 178"/>
                <a:gd name="T98" fmla="*/ 5900 w 467"/>
                <a:gd name="T99" fmla="*/ 95 h 178"/>
                <a:gd name="T100" fmla="*/ 4897 w 467"/>
                <a:gd name="T101" fmla="*/ 113 h 178"/>
                <a:gd name="T102" fmla="*/ 2584 w 467"/>
                <a:gd name="T103" fmla="*/ 33 h 178"/>
                <a:gd name="T104" fmla="*/ 125 w 467"/>
                <a:gd name="T105" fmla="*/ 145 h 178"/>
                <a:gd name="T106" fmla="*/ 550 w 467"/>
                <a:gd name="T107" fmla="*/ 533 h 17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67" h="178">
                  <a:moveTo>
                    <a:pt x="53" y="51"/>
                  </a:moveTo>
                  <a:cubicBezTo>
                    <a:pt x="54" y="51"/>
                    <a:pt x="56" y="52"/>
                    <a:pt x="58" y="52"/>
                  </a:cubicBezTo>
                  <a:cubicBezTo>
                    <a:pt x="63" y="53"/>
                    <a:pt x="67" y="51"/>
                    <a:pt x="69" y="49"/>
                  </a:cubicBezTo>
                  <a:cubicBezTo>
                    <a:pt x="71" y="47"/>
                    <a:pt x="73" y="45"/>
                    <a:pt x="74" y="43"/>
                  </a:cubicBezTo>
                  <a:cubicBezTo>
                    <a:pt x="74" y="42"/>
                    <a:pt x="74" y="42"/>
                    <a:pt x="74" y="42"/>
                  </a:cubicBezTo>
                  <a:cubicBezTo>
                    <a:pt x="75" y="43"/>
                    <a:pt x="75" y="43"/>
                    <a:pt x="76" y="43"/>
                  </a:cubicBezTo>
                  <a:cubicBezTo>
                    <a:pt x="77" y="44"/>
                    <a:pt x="96" y="54"/>
                    <a:pt x="108" y="60"/>
                  </a:cubicBezTo>
                  <a:cubicBezTo>
                    <a:pt x="102" y="63"/>
                    <a:pt x="93" y="67"/>
                    <a:pt x="86" y="70"/>
                  </a:cubicBezTo>
                  <a:cubicBezTo>
                    <a:pt x="75" y="66"/>
                    <a:pt x="56" y="59"/>
                    <a:pt x="43" y="54"/>
                  </a:cubicBezTo>
                  <a:cubicBezTo>
                    <a:pt x="46" y="53"/>
                    <a:pt x="50" y="52"/>
                    <a:pt x="53" y="51"/>
                  </a:cubicBezTo>
                  <a:moveTo>
                    <a:pt x="112" y="98"/>
                  </a:moveTo>
                  <a:cubicBezTo>
                    <a:pt x="112" y="98"/>
                    <a:pt x="113" y="98"/>
                    <a:pt x="113" y="98"/>
                  </a:cubicBezTo>
                  <a:cubicBezTo>
                    <a:pt x="113" y="98"/>
                    <a:pt x="130" y="107"/>
                    <a:pt x="142" y="114"/>
                  </a:cubicBezTo>
                  <a:cubicBezTo>
                    <a:pt x="140" y="116"/>
                    <a:pt x="139" y="118"/>
                    <a:pt x="138" y="121"/>
                  </a:cubicBezTo>
                  <a:cubicBezTo>
                    <a:pt x="137" y="116"/>
                    <a:pt x="134" y="113"/>
                    <a:pt x="129" y="111"/>
                  </a:cubicBezTo>
                  <a:cubicBezTo>
                    <a:pt x="129" y="111"/>
                    <a:pt x="111" y="102"/>
                    <a:pt x="96" y="96"/>
                  </a:cubicBezTo>
                  <a:cubicBezTo>
                    <a:pt x="99" y="93"/>
                    <a:pt x="101" y="90"/>
                    <a:pt x="101" y="86"/>
                  </a:cubicBezTo>
                  <a:cubicBezTo>
                    <a:pt x="101" y="86"/>
                    <a:pt x="101" y="86"/>
                    <a:pt x="101" y="85"/>
                  </a:cubicBezTo>
                  <a:cubicBezTo>
                    <a:pt x="101" y="85"/>
                    <a:pt x="101" y="85"/>
                    <a:pt x="101" y="85"/>
                  </a:cubicBezTo>
                  <a:cubicBezTo>
                    <a:pt x="102" y="84"/>
                    <a:pt x="104" y="84"/>
                    <a:pt x="105" y="83"/>
                  </a:cubicBezTo>
                  <a:cubicBezTo>
                    <a:pt x="105" y="84"/>
                    <a:pt x="105" y="84"/>
                    <a:pt x="105" y="84"/>
                  </a:cubicBezTo>
                  <a:cubicBezTo>
                    <a:pt x="105" y="85"/>
                    <a:pt x="105" y="85"/>
                    <a:pt x="105" y="85"/>
                  </a:cubicBezTo>
                  <a:cubicBezTo>
                    <a:pt x="105" y="90"/>
                    <a:pt x="108" y="95"/>
                    <a:pt x="112" y="98"/>
                  </a:cubicBezTo>
                  <a:moveTo>
                    <a:pt x="130" y="49"/>
                  </a:moveTo>
                  <a:cubicBezTo>
                    <a:pt x="130" y="49"/>
                    <a:pt x="130" y="49"/>
                    <a:pt x="130" y="49"/>
                  </a:cubicBezTo>
                  <a:cubicBezTo>
                    <a:pt x="129" y="48"/>
                    <a:pt x="129" y="48"/>
                    <a:pt x="128" y="48"/>
                  </a:cubicBezTo>
                  <a:cubicBezTo>
                    <a:pt x="129" y="48"/>
                    <a:pt x="129" y="48"/>
                    <a:pt x="130" y="49"/>
                  </a:cubicBezTo>
                  <a:moveTo>
                    <a:pt x="136" y="25"/>
                  </a:moveTo>
                  <a:cubicBezTo>
                    <a:pt x="137" y="25"/>
                    <a:pt x="138" y="25"/>
                    <a:pt x="139" y="24"/>
                  </a:cubicBezTo>
                  <a:cubicBezTo>
                    <a:pt x="140" y="23"/>
                    <a:pt x="141" y="23"/>
                    <a:pt x="142" y="22"/>
                  </a:cubicBezTo>
                  <a:cubicBezTo>
                    <a:pt x="146" y="21"/>
                    <a:pt x="149" y="20"/>
                    <a:pt x="149" y="20"/>
                  </a:cubicBezTo>
                  <a:cubicBezTo>
                    <a:pt x="150" y="19"/>
                    <a:pt x="150" y="19"/>
                    <a:pt x="151" y="19"/>
                  </a:cubicBezTo>
                  <a:cubicBezTo>
                    <a:pt x="151" y="19"/>
                    <a:pt x="151" y="19"/>
                    <a:pt x="151" y="19"/>
                  </a:cubicBezTo>
                  <a:cubicBezTo>
                    <a:pt x="151" y="19"/>
                    <a:pt x="151" y="19"/>
                    <a:pt x="152" y="18"/>
                  </a:cubicBezTo>
                  <a:cubicBezTo>
                    <a:pt x="152" y="18"/>
                    <a:pt x="152" y="18"/>
                    <a:pt x="152" y="18"/>
                  </a:cubicBezTo>
                  <a:cubicBezTo>
                    <a:pt x="152" y="18"/>
                    <a:pt x="153" y="19"/>
                    <a:pt x="154" y="20"/>
                  </a:cubicBezTo>
                  <a:cubicBezTo>
                    <a:pt x="155" y="21"/>
                    <a:pt x="156" y="22"/>
                    <a:pt x="158" y="23"/>
                  </a:cubicBezTo>
                  <a:cubicBezTo>
                    <a:pt x="158" y="24"/>
                    <a:pt x="159" y="24"/>
                    <a:pt x="159" y="24"/>
                  </a:cubicBezTo>
                  <a:cubicBezTo>
                    <a:pt x="159" y="24"/>
                    <a:pt x="172" y="29"/>
                    <a:pt x="184" y="33"/>
                  </a:cubicBezTo>
                  <a:cubicBezTo>
                    <a:pt x="178" y="36"/>
                    <a:pt x="170" y="38"/>
                    <a:pt x="163" y="40"/>
                  </a:cubicBezTo>
                  <a:cubicBezTo>
                    <a:pt x="157" y="38"/>
                    <a:pt x="142" y="32"/>
                    <a:pt x="129" y="27"/>
                  </a:cubicBezTo>
                  <a:cubicBezTo>
                    <a:pt x="133" y="26"/>
                    <a:pt x="136" y="25"/>
                    <a:pt x="136" y="25"/>
                  </a:cubicBezTo>
                  <a:moveTo>
                    <a:pt x="208" y="77"/>
                  </a:moveTo>
                  <a:cubicBezTo>
                    <a:pt x="207" y="78"/>
                    <a:pt x="206" y="79"/>
                    <a:pt x="206" y="80"/>
                  </a:cubicBezTo>
                  <a:cubicBezTo>
                    <a:pt x="205" y="80"/>
                    <a:pt x="205" y="80"/>
                    <a:pt x="204" y="80"/>
                  </a:cubicBezTo>
                  <a:cubicBezTo>
                    <a:pt x="204" y="80"/>
                    <a:pt x="186" y="71"/>
                    <a:pt x="171" y="63"/>
                  </a:cubicBezTo>
                  <a:cubicBezTo>
                    <a:pt x="173" y="62"/>
                    <a:pt x="174" y="60"/>
                    <a:pt x="174" y="58"/>
                  </a:cubicBezTo>
                  <a:cubicBezTo>
                    <a:pt x="175" y="57"/>
                    <a:pt x="177" y="57"/>
                    <a:pt x="178" y="57"/>
                  </a:cubicBezTo>
                  <a:cubicBezTo>
                    <a:pt x="179" y="61"/>
                    <a:pt x="182" y="65"/>
                    <a:pt x="186" y="67"/>
                  </a:cubicBezTo>
                  <a:cubicBezTo>
                    <a:pt x="186" y="67"/>
                    <a:pt x="197" y="72"/>
                    <a:pt x="208" y="77"/>
                  </a:cubicBezTo>
                  <a:moveTo>
                    <a:pt x="229" y="43"/>
                  </a:moveTo>
                  <a:cubicBezTo>
                    <a:pt x="230" y="44"/>
                    <a:pt x="231" y="45"/>
                    <a:pt x="233" y="46"/>
                  </a:cubicBezTo>
                  <a:cubicBezTo>
                    <a:pt x="233" y="46"/>
                    <a:pt x="232" y="45"/>
                    <a:pt x="232" y="45"/>
                  </a:cubicBezTo>
                  <a:cubicBezTo>
                    <a:pt x="232" y="45"/>
                    <a:pt x="250" y="54"/>
                    <a:pt x="262" y="60"/>
                  </a:cubicBezTo>
                  <a:cubicBezTo>
                    <a:pt x="259" y="61"/>
                    <a:pt x="255" y="63"/>
                    <a:pt x="252" y="64"/>
                  </a:cubicBezTo>
                  <a:cubicBezTo>
                    <a:pt x="249" y="65"/>
                    <a:pt x="247" y="66"/>
                    <a:pt x="244" y="68"/>
                  </a:cubicBezTo>
                  <a:cubicBezTo>
                    <a:pt x="243" y="69"/>
                    <a:pt x="242" y="69"/>
                    <a:pt x="241" y="70"/>
                  </a:cubicBezTo>
                  <a:cubicBezTo>
                    <a:pt x="231" y="66"/>
                    <a:pt x="216" y="58"/>
                    <a:pt x="206" y="54"/>
                  </a:cubicBezTo>
                  <a:cubicBezTo>
                    <a:pt x="213" y="51"/>
                    <a:pt x="222" y="46"/>
                    <a:pt x="229" y="43"/>
                  </a:cubicBezTo>
                  <a:moveTo>
                    <a:pt x="242" y="16"/>
                  </a:moveTo>
                  <a:cubicBezTo>
                    <a:pt x="241" y="16"/>
                    <a:pt x="241" y="16"/>
                    <a:pt x="241" y="16"/>
                  </a:cubicBezTo>
                  <a:cubicBezTo>
                    <a:pt x="242" y="16"/>
                    <a:pt x="245" y="16"/>
                    <a:pt x="250" y="16"/>
                  </a:cubicBezTo>
                  <a:cubicBezTo>
                    <a:pt x="247" y="16"/>
                    <a:pt x="245" y="17"/>
                    <a:pt x="242" y="18"/>
                  </a:cubicBezTo>
                  <a:cubicBezTo>
                    <a:pt x="241" y="17"/>
                    <a:pt x="240" y="16"/>
                    <a:pt x="239" y="16"/>
                  </a:cubicBezTo>
                  <a:cubicBezTo>
                    <a:pt x="240" y="16"/>
                    <a:pt x="241" y="16"/>
                    <a:pt x="242" y="16"/>
                  </a:cubicBezTo>
                  <a:moveTo>
                    <a:pt x="258" y="127"/>
                  </a:moveTo>
                  <a:cubicBezTo>
                    <a:pt x="251" y="129"/>
                    <a:pt x="247" y="132"/>
                    <a:pt x="243" y="133"/>
                  </a:cubicBezTo>
                  <a:cubicBezTo>
                    <a:pt x="238" y="131"/>
                    <a:pt x="220" y="122"/>
                    <a:pt x="210" y="117"/>
                  </a:cubicBezTo>
                  <a:cubicBezTo>
                    <a:pt x="214" y="115"/>
                    <a:pt x="222" y="111"/>
                    <a:pt x="229" y="107"/>
                  </a:cubicBezTo>
                  <a:cubicBezTo>
                    <a:pt x="238" y="112"/>
                    <a:pt x="254" y="119"/>
                    <a:pt x="264" y="124"/>
                  </a:cubicBezTo>
                  <a:cubicBezTo>
                    <a:pt x="261" y="125"/>
                    <a:pt x="258" y="127"/>
                    <a:pt x="258" y="127"/>
                  </a:cubicBezTo>
                  <a:moveTo>
                    <a:pt x="272" y="100"/>
                  </a:moveTo>
                  <a:cubicBezTo>
                    <a:pt x="276" y="102"/>
                    <a:pt x="282" y="105"/>
                    <a:pt x="288" y="109"/>
                  </a:cubicBezTo>
                  <a:cubicBezTo>
                    <a:pt x="287" y="110"/>
                    <a:pt x="286" y="111"/>
                    <a:pt x="285" y="112"/>
                  </a:cubicBezTo>
                  <a:cubicBezTo>
                    <a:pt x="285" y="112"/>
                    <a:pt x="284" y="111"/>
                    <a:pt x="283" y="111"/>
                  </a:cubicBezTo>
                  <a:cubicBezTo>
                    <a:pt x="283" y="111"/>
                    <a:pt x="276" y="108"/>
                    <a:pt x="267" y="103"/>
                  </a:cubicBezTo>
                  <a:cubicBezTo>
                    <a:pt x="269" y="103"/>
                    <a:pt x="271" y="102"/>
                    <a:pt x="272" y="100"/>
                  </a:cubicBezTo>
                  <a:moveTo>
                    <a:pt x="295" y="53"/>
                  </a:moveTo>
                  <a:cubicBezTo>
                    <a:pt x="294" y="55"/>
                    <a:pt x="293" y="57"/>
                    <a:pt x="293" y="59"/>
                  </a:cubicBezTo>
                  <a:cubicBezTo>
                    <a:pt x="292" y="60"/>
                    <a:pt x="291" y="60"/>
                    <a:pt x="290" y="61"/>
                  </a:cubicBezTo>
                  <a:cubicBezTo>
                    <a:pt x="290" y="61"/>
                    <a:pt x="290" y="60"/>
                    <a:pt x="290" y="60"/>
                  </a:cubicBezTo>
                  <a:cubicBezTo>
                    <a:pt x="290" y="60"/>
                    <a:pt x="290" y="60"/>
                    <a:pt x="290" y="59"/>
                  </a:cubicBezTo>
                  <a:cubicBezTo>
                    <a:pt x="289" y="54"/>
                    <a:pt x="286" y="49"/>
                    <a:pt x="280" y="47"/>
                  </a:cubicBezTo>
                  <a:cubicBezTo>
                    <a:pt x="281" y="47"/>
                    <a:pt x="281" y="47"/>
                    <a:pt x="281" y="47"/>
                  </a:cubicBezTo>
                  <a:cubicBezTo>
                    <a:pt x="281" y="47"/>
                    <a:pt x="280" y="47"/>
                    <a:pt x="278" y="46"/>
                  </a:cubicBezTo>
                  <a:cubicBezTo>
                    <a:pt x="284" y="48"/>
                    <a:pt x="290" y="50"/>
                    <a:pt x="295" y="53"/>
                  </a:cubicBezTo>
                  <a:moveTo>
                    <a:pt x="285" y="27"/>
                  </a:moveTo>
                  <a:cubicBezTo>
                    <a:pt x="289" y="26"/>
                    <a:pt x="291" y="25"/>
                    <a:pt x="291" y="25"/>
                  </a:cubicBezTo>
                  <a:cubicBezTo>
                    <a:pt x="292" y="25"/>
                    <a:pt x="292" y="24"/>
                    <a:pt x="293" y="24"/>
                  </a:cubicBezTo>
                  <a:cubicBezTo>
                    <a:pt x="293" y="24"/>
                    <a:pt x="294" y="24"/>
                    <a:pt x="294" y="24"/>
                  </a:cubicBezTo>
                  <a:cubicBezTo>
                    <a:pt x="300" y="21"/>
                    <a:pt x="305" y="20"/>
                    <a:pt x="305" y="20"/>
                  </a:cubicBezTo>
                  <a:cubicBezTo>
                    <a:pt x="306" y="19"/>
                    <a:pt x="306" y="19"/>
                    <a:pt x="307" y="19"/>
                  </a:cubicBezTo>
                  <a:cubicBezTo>
                    <a:pt x="308" y="18"/>
                    <a:pt x="309" y="17"/>
                    <a:pt x="310" y="16"/>
                  </a:cubicBezTo>
                  <a:cubicBezTo>
                    <a:pt x="311" y="19"/>
                    <a:pt x="312" y="22"/>
                    <a:pt x="315" y="23"/>
                  </a:cubicBezTo>
                  <a:cubicBezTo>
                    <a:pt x="316" y="24"/>
                    <a:pt x="316" y="24"/>
                    <a:pt x="317" y="24"/>
                  </a:cubicBezTo>
                  <a:cubicBezTo>
                    <a:pt x="317" y="24"/>
                    <a:pt x="330" y="29"/>
                    <a:pt x="342" y="33"/>
                  </a:cubicBezTo>
                  <a:cubicBezTo>
                    <a:pt x="339" y="34"/>
                    <a:pt x="337" y="35"/>
                    <a:pt x="334" y="36"/>
                  </a:cubicBezTo>
                  <a:cubicBezTo>
                    <a:pt x="332" y="34"/>
                    <a:pt x="330" y="32"/>
                    <a:pt x="326" y="31"/>
                  </a:cubicBezTo>
                  <a:cubicBezTo>
                    <a:pt x="320" y="29"/>
                    <a:pt x="314" y="31"/>
                    <a:pt x="309" y="37"/>
                  </a:cubicBezTo>
                  <a:cubicBezTo>
                    <a:pt x="302" y="34"/>
                    <a:pt x="293" y="30"/>
                    <a:pt x="284" y="27"/>
                  </a:cubicBezTo>
                  <a:lnTo>
                    <a:pt x="285" y="27"/>
                  </a:lnTo>
                  <a:close/>
                  <a:moveTo>
                    <a:pt x="384" y="41"/>
                  </a:moveTo>
                  <a:cubicBezTo>
                    <a:pt x="386" y="43"/>
                    <a:pt x="388" y="45"/>
                    <a:pt x="391" y="46"/>
                  </a:cubicBezTo>
                  <a:cubicBezTo>
                    <a:pt x="390" y="46"/>
                    <a:pt x="390" y="45"/>
                    <a:pt x="390" y="45"/>
                  </a:cubicBezTo>
                  <a:cubicBezTo>
                    <a:pt x="390" y="45"/>
                    <a:pt x="407" y="54"/>
                    <a:pt x="419" y="60"/>
                  </a:cubicBezTo>
                  <a:cubicBezTo>
                    <a:pt x="412" y="63"/>
                    <a:pt x="403" y="68"/>
                    <a:pt x="395" y="71"/>
                  </a:cubicBezTo>
                  <a:cubicBezTo>
                    <a:pt x="387" y="68"/>
                    <a:pt x="367" y="59"/>
                    <a:pt x="356" y="54"/>
                  </a:cubicBezTo>
                  <a:cubicBezTo>
                    <a:pt x="365" y="50"/>
                    <a:pt x="378" y="44"/>
                    <a:pt x="384" y="41"/>
                  </a:cubicBezTo>
                  <a:moveTo>
                    <a:pt x="407" y="16"/>
                  </a:moveTo>
                  <a:cubicBezTo>
                    <a:pt x="406" y="16"/>
                    <a:pt x="406" y="16"/>
                    <a:pt x="406" y="16"/>
                  </a:cubicBezTo>
                  <a:cubicBezTo>
                    <a:pt x="405" y="16"/>
                    <a:pt x="404" y="17"/>
                    <a:pt x="403" y="17"/>
                  </a:cubicBezTo>
                  <a:cubicBezTo>
                    <a:pt x="402" y="17"/>
                    <a:pt x="402" y="16"/>
                    <a:pt x="402" y="16"/>
                  </a:cubicBezTo>
                  <a:cubicBezTo>
                    <a:pt x="403" y="16"/>
                    <a:pt x="405" y="16"/>
                    <a:pt x="407" y="16"/>
                  </a:cubicBezTo>
                  <a:moveTo>
                    <a:pt x="421" y="124"/>
                  </a:moveTo>
                  <a:cubicBezTo>
                    <a:pt x="419" y="125"/>
                    <a:pt x="415" y="127"/>
                    <a:pt x="415" y="127"/>
                  </a:cubicBezTo>
                  <a:cubicBezTo>
                    <a:pt x="413" y="128"/>
                    <a:pt x="410" y="129"/>
                    <a:pt x="408" y="130"/>
                  </a:cubicBezTo>
                  <a:cubicBezTo>
                    <a:pt x="407" y="128"/>
                    <a:pt x="405" y="126"/>
                    <a:pt x="402" y="125"/>
                  </a:cubicBezTo>
                  <a:cubicBezTo>
                    <a:pt x="397" y="124"/>
                    <a:pt x="391" y="125"/>
                    <a:pt x="387" y="129"/>
                  </a:cubicBezTo>
                  <a:cubicBezTo>
                    <a:pt x="386" y="129"/>
                    <a:pt x="384" y="128"/>
                    <a:pt x="382" y="128"/>
                  </a:cubicBezTo>
                  <a:cubicBezTo>
                    <a:pt x="375" y="125"/>
                    <a:pt x="366" y="120"/>
                    <a:pt x="360" y="117"/>
                  </a:cubicBezTo>
                  <a:cubicBezTo>
                    <a:pt x="365" y="114"/>
                    <a:pt x="374" y="110"/>
                    <a:pt x="382" y="105"/>
                  </a:cubicBezTo>
                  <a:cubicBezTo>
                    <a:pt x="390" y="109"/>
                    <a:pt x="410" y="119"/>
                    <a:pt x="421" y="124"/>
                  </a:cubicBezTo>
                  <a:moveTo>
                    <a:pt x="391" y="161"/>
                  </a:moveTo>
                  <a:cubicBezTo>
                    <a:pt x="392" y="161"/>
                    <a:pt x="392" y="161"/>
                    <a:pt x="392" y="161"/>
                  </a:cubicBezTo>
                  <a:cubicBezTo>
                    <a:pt x="387" y="161"/>
                    <a:pt x="383" y="163"/>
                    <a:pt x="381" y="166"/>
                  </a:cubicBezTo>
                  <a:cubicBezTo>
                    <a:pt x="381" y="165"/>
                    <a:pt x="380" y="164"/>
                    <a:pt x="380" y="163"/>
                  </a:cubicBezTo>
                  <a:cubicBezTo>
                    <a:pt x="386" y="160"/>
                    <a:pt x="386" y="160"/>
                    <a:pt x="386" y="160"/>
                  </a:cubicBezTo>
                  <a:cubicBezTo>
                    <a:pt x="387" y="159"/>
                    <a:pt x="389" y="159"/>
                    <a:pt x="389" y="159"/>
                  </a:cubicBezTo>
                  <a:cubicBezTo>
                    <a:pt x="391" y="160"/>
                    <a:pt x="393" y="160"/>
                    <a:pt x="395" y="161"/>
                  </a:cubicBezTo>
                  <a:cubicBezTo>
                    <a:pt x="393" y="161"/>
                    <a:pt x="391" y="161"/>
                    <a:pt x="391" y="161"/>
                  </a:cubicBezTo>
                  <a:moveTo>
                    <a:pt x="338" y="68"/>
                  </a:moveTo>
                  <a:cubicBezTo>
                    <a:pt x="338" y="68"/>
                    <a:pt x="338" y="68"/>
                    <a:pt x="338" y="68"/>
                  </a:cubicBezTo>
                  <a:cubicBezTo>
                    <a:pt x="343" y="70"/>
                    <a:pt x="361" y="78"/>
                    <a:pt x="373" y="84"/>
                  </a:cubicBezTo>
                  <a:cubicBezTo>
                    <a:pt x="372" y="85"/>
                    <a:pt x="372" y="87"/>
                    <a:pt x="372" y="89"/>
                  </a:cubicBezTo>
                  <a:cubicBezTo>
                    <a:pt x="371" y="89"/>
                    <a:pt x="370" y="89"/>
                    <a:pt x="370" y="90"/>
                  </a:cubicBezTo>
                  <a:cubicBezTo>
                    <a:pt x="369" y="85"/>
                    <a:pt x="366" y="82"/>
                    <a:pt x="362" y="80"/>
                  </a:cubicBezTo>
                  <a:cubicBezTo>
                    <a:pt x="362" y="80"/>
                    <a:pt x="350" y="74"/>
                    <a:pt x="338" y="68"/>
                  </a:cubicBezTo>
                  <a:moveTo>
                    <a:pt x="320" y="103"/>
                  </a:moveTo>
                  <a:cubicBezTo>
                    <a:pt x="312" y="99"/>
                    <a:pt x="296" y="90"/>
                    <a:pt x="287" y="85"/>
                  </a:cubicBezTo>
                  <a:cubicBezTo>
                    <a:pt x="292" y="83"/>
                    <a:pt x="300" y="78"/>
                    <a:pt x="306" y="75"/>
                  </a:cubicBezTo>
                  <a:cubicBezTo>
                    <a:pt x="314" y="78"/>
                    <a:pt x="331" y="87"/>
                    <a:pt x="342" y="92"/>
                  </a:cubicBezTo>
                  <a:cubicBezTo>
                    <a:pt x="335" y="95"/>
                    <a:pt x="327" y="99"/>
                    <a:pt x="320" y="103"/>
                  </a:cubicBezTo>
                  <a:moveTo>
                    <a:pt x="332" y="125"/>
                  </a:moveTo>
                  <a:cubicBezTo>
                    <a:pt x="333" y="124"/>
                    <a:pt x="333" y="122"/>
                    <a:pt x="333" y="121"/>
                  </a:cubicBezTo>
                  <a:cubicBezTo>
                    <a:pt x="334" y="123"/>
                    <a:pt x="335" y="124"/>
                    <a:pt x="337" y="126"/>
                  </a:cubicBezTo>
                  <a:cubicBezTo>
                    <a:pt x="335" y="126"/>
                    <a:pt x="333" y="125"/>
                    <a:pt x="332" y="125"/>
                  </a:cubicBezTo>
                  <a:moveTo>
                    <a:pt x="321" y="153"/>
                  </a:moveTo>
                  <a:cubicBezTo>
                    <a:pt x="316" y="153"/>
                    <a:pt x="312" y="154"/>
                    <a:pt x="310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8" y="155"/>
                    <a:pt x="308" y="155"/>
                  </a:cubicBezTo>
                  <a:cubicBezTo>
                    <a:pt x="308" y="155"/>
                    <a:pt x="297" y="150"/>
                    <a:pt x="286" y="146"/>
                  </a:cubicBezTo>
                  <a:cubicBezTo>
                    <a:pt x="289" y="145"/>
                    <a:pt x="292" y="144"/>
                    <a:pt x="294" y="143"/>
                  </a:cubicBezTo>
                  <a:cubicBezTo>
                    <a:pt x="296" y="142"/>
                    <a:pt x="297" y="142"/>
                    <a:pt x="299" y="141"/>
                  </a:cubicBezTo>
                  <a:cubicBezTo>
                    <a:pt x="301" y="140"/>
                    <a:pt x="304" y="139"/>
                    <a:pt x="306" y="138"/>
                  </a:cubicBezTo>
                  <a:cubicBezTo>
                    <a:pt x="310" y="139"/>
                    <a:pt x="326" y="144"/>
                    <a:pt x="340" y="148"/>
                  </a:cubicBezTo>
                  <a:cubicBezTo>
                    <a:pt x="332" y="150"/>
                    <a:pt x="324" y="153"/>
                    <a:pt x="321" y="153"/>
                  </a:cubicBezTo>
                  <a:moveTo>
                    <a:pt x="238" y="162"/>
                  </a:moveTo>
                  <a:cubicBezTo>
                    <a:pt x="237" y="161"/>
                    <a:pt x="236" y="160"/>
                    <a:pt x="234" y="160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6" y="160"/>
                    <a:pt x="238" y="161"/>
                    <a:pt x="239" y="161"/>
                  </a:cubicBezTo>
                  <a:cubicBezTo>
                    <a:pt x="239" y="161"/>
                    <a:pt x="238" y="162"/>
                    <a:pt x="238" y="162"/>
                  </a:cubicBezTo>
                  <a:moveTo>
                    <a:pt x="170" y="99"/>
                  </a:moveTo>
                  <a:cubicBezTo>
                    <a:pt x="169" y="99"/>
                    <a:pt x="168" y="100"/>
                    <a:pt x="167" y="101"/>
                  </a:cubicBezTo>
                  <a:cubicBezTo>
                    <a:pt x="166" y="101"/>
                    <a:pt x="164" y="102"/>
                    <a:pt x="163" y="102"/>
                  </a:cubicBezTo>
                  <a:cubicBezTo>
                    <a:pt x="155" y="98"/>
                    <a:pt x="140" y="90"/>
                    <a:pt x="132" y="86"/>
                  </a:cubicBezTo>
                  <a:cubicBezTo>
                    <a:pt x="137" y="83"/>
                    <a:pt x="144" y="79"/>
                    <a:pt x="150" y="76"/>
                  </a:cubicBezTo>
                  <a:cubicBezTo>
                    <a:pt x="159" y="80"/>
                    <a:pt x="174" y="87"/>
                    <a:pt x="184" y="92"/>
                  </a:cubicBezTo>
                  <a:cubicBezTo>
                    <a:pt x="180" y="94"/>
                    <a:pt x="175" y="97"/>
                    <a:pt x="170" y="99"/>
                  </a:cubicBezTo>
                  <a:moveTo>
                    <a:pt x="162" y="154"/>
                  </a:moveTo>
                  <a:cubicBezTo>
                    <a:pt x="161" y="154"/>
                    <a:pt x="161" y="154"/>
                    <a:pt x="160" y="155"/>
                  </a:cubicBezTo>
                  <a:cubicBezTo>
                    <a:pt x="158" y="155"/>
                    <a:pt x="157" y="156"/>
                    <a:pt x="156" y="157"/>
                  </a:cubicBezTo>
                  <a:cubicBezTo>
                    <a:pt x="155" y="157"/>
                    <a:pt x="154" y="156"/>
                    <a:pt x="153" y="155"/>
                  </a:cubicBezTo>
                  <a:cubicBezTo>
                    <a:pt x="153" y="155"/>
                    <a:pt x="153" y="155"/>
                    <a:pt x="152" y="155"/>
                  </a:cubicBezTo>
                  <a:cubicBezTo>
                    <a:pt x="152" y="155"/>
                    <a:pt x="141" y="150"/>
                    <a:pt x="130" y="146"/>
                  </a:cubicBezTo>
                  <a:cubicBezTo>
                    <a:pt x="136" y="144"/>
                    <a:pt x="144" y="141"/>
                    <a:pt x="150" y="138"/>
                  </a:cubicBezTo>
                  <a:cubicBezTo>
                    <a:pt x="155" y="140"/>
                    <a:pt x="169" y="144"/>
                    <a:pt x="182" y="148"/>
                  </a:cubicBezTo>
                  <a:cubicBezTo>
                    <a:pt x="172" y="151"/>
                    <a:pt x="162" y="154"/>
                    <a:pt x="162" y="154"/>
                  </a:cubicBezTo>
                  <a:moveTo>
                    <a:pt x="103" y="127"/>
                  </a:moveTo>
                  <a:cubicBezTo>
                    <a:pt x="103" y="127"/>
                    <a:pt x="102" y="127"/>
                    <a:pt x="101" y="128"/>
                  </a:cubicBezTo>
                  <a:cubicBezTo>
                    <a:pt x="100" y="127"/>
                    <a:pt x="99" y="126"/>
                    <a:pt x="97" y="125"/>
                  </a:cubicBezTo>
                  <a:cubicBezTo>
                    <a:pt x="91" y="124"/>
                    <a:pt x="85" y="126"/>
                    <a:pt x="81" y="131"/>
                  </a:cubicBezTo>
                  <a:cubicBezTo>
                    <a:pt x="72" y="127"/>
                    <a:pt x="56" y="121"/>
                    <a:pt x="47" y="117"/>
                  </a:cubicBezTo>
                  <a:cubicBezTo>
                    <a:pt x="53" y="114"/>
                    <a:pt x="63" y="110"/>
                    <a:pt x="72" y="106"/>
                  </a:cubicBezTo>
                  <a:cubicBezTo>
                    <a:pt x="80" y="110"/>
                    <a:pt x="99" y="119"/>
                    <a:pt x="110" y="124"/>
                  </a:cubicBezTo>
                  <a:cubicBezTo>
                    <a:pt x="107" y="125"/>
                    <a:pt x="103" y="127"/>
                    <a:pt x="103" y="127"/>
                  </a:cubicBezTo>
                  <a:moveTo>
                    <a:pt x="76" y="169"/>
                  </a:moveTo>
                  <a:cubicBezTo>
                    <a:pt x="74" y="166"/>
                    <a:pt x="72" y="164"/>
                    <a:pt x="70" y="163"/>
                  </a:cubicBezTo>
                  <a:cubicBezTo>
                    <a:pt x="73" y="162"/>
                    <a:pt x="73" y="162"/>
                    <a:pt x="73" y="162"/>
                  </a:cubicBezTo>
                  <a:cubicBezTo>
                    <a:pt x="76" y="161"/>
                    <a:pt x="78" y="160"/>
                    <a:pt x="80" y="160"/>
                  </a:cubicBezTo>
                  <a:cubicBezTo>
                    <a:pt x="82" y="160"/>
                    <a:pt x="83" y="161"/>
                    <a:pt x="85" y="161"/>
                  </a:cubicBezTo>
                  <a:cubicBezTo>
                    <a:pt x="80" y="162"/>
                    <a:pt x="77" y="165"/>
                    <a:pt x="76" y="169"/>
                  </a:cubicBezTo>
                  <a:moveTo>
                    <a:pt x="9" y="72"/>
                  </a:moveTo>
                  <a:cubicBezTo>
                    <a:pt x="8" y="72"/>
                    <a:pt x="8" y="72"/>
                    <a:pt x="8" y="72"/>
                  </a:cubicBezTo>
                  <a:cubicBezTo>
                    <a:pt x="8" y="72"/>
                    <a:pt x="32" y="87"/>
                    <a:pt x="45" y="94"/>
                  </a:cubicBezTo>
                  <a:cubicBezTo>
                    <a:pt x="33" y="100"/>
                    <a:pt x="12" y="110"/>
                    <a:pt x="12" y="110"/>
                  </a:cubicBezTo>
                  <a:cubicBezTo>
                    <a:pt x="12" y="110"/>
                    <a:pt x="11" y="110"/>
                    <a:pt x="11" y="111"/>
                  </a:cubicBezTo>
                  <a:cubicBezTo>
                    <a:pt x="5" y="114"/>
                    <a:pt x="2" y="119"/>
                    <a:pt x="2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2" y="127"/>
                    <a:pt x="3" y="133"/>
                    <a:pt x="10" y="137"/>
                  </a:cubicBezTo>
                  <a:cubicBezTo>
                    <a:pt x="10" y="137"/>
                    <a:pt x="11" y="137"/>
                    <a:pt x="11" y="137"/>
                  </a:cubicBezTo>
                  <a:cubicBezTo>
                    <a:pt x="11" y="137"/>
                    <a:pt x="23" y="143"/>
                    <a:pt x="35" y="148"/>
                  </a:cubicBezTo>
                  <a:cubicBezTo>
                    <a:pt x="26" y="151"/>
                    <a:pt x="16" y="154"/>
                    <a:pt x="16" y="154"/>
                  </a:cubicBezTo>
                  <a:cubicBezTo>
                    <a:pt x="15" y="154"/>
                    <a:pt x="15" y="154"/>
                    <a:pt x="14" y="155"/>
                  </a:cubicBezTo>
                  <a:cubicBezTo>
                    <a:pt x="9" y="157"/>
                    <a:pt x="7" y="162"/>
                    <a:pt x="7" y="165"/>
                  </a:cubicBezTo>
                  <a:cubicBezTo>
                    <a:pt x="7" y="166"/>
                    <a:pt x="7" y="167"/>
                    <a:pt x="8" y="168"/>
                  </a:cubicBezTo>
                  <a:cubicBezTo>
                    <a:pt x="9" y="171"/>
                    <a:pt x="10" y="173"/>
                    <a:pt x="12" y="174"/>
                  </a:cubicBezTo>
                  <a:cubicBezTo>
                    <a:pt x="23" y="173"/>
                    <a:pt x="35" y="176"/>
                    <a:pt x="59" y="176"/>
                  </a:cubicBezTo>
                  <a:cubicBezTo>
                    <a:pt x="64" y="176"/>
                    <a:pt x="70" y="176"/>
                    <a:pt x="76" y="176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6" y="175"/>
                    <a:pt x="76" y="175"/>
                    <a:pt x="76" y="176"/>
                  </a:cubicBezTo>
                  <a:cubicBezTo>
                    <a:pt x="99" y="176"/>
                    <a:pt x="129" y="176"/>
                    <a:pt x="154" y="176"/>
                  </a:cubicBezTo>
                  <a:cubicBezTo>
                    <a:pt x="155" y="175"/>
                    <a:pt x="156" y="175"/>
                    <a:pt x="157" y="174"/>
                  </a:cubicBezTo>
                  <a:cubicBezTo>
                    <a:pt x="159" y="175"/>
                    <a:pt x="160" y="175"/>
                    <a:pt x="162" y="176"/>
                  </a:cubicBezTo>
                  <a:cubicBezTo>
                    <a:pt x="168" y="176"/>
                    <a:pt x="174" y="176"/>
                    <a:pt x="179" y="176"/>
                  </a:cubicBezTo>
                  <a:cubicBezTo>
                    <a:pt x="212" y="175"/>
                    <a:pt x="274" y="174"/>
                    <a:pt x="324" y="173"/>
                  </a:cubicBezTo>
                  <a:cubicBezTo>
                    <a:pt x="375" y="172"/>
                    <a:pt x="406" y="170"/>
                    <a:pt x="434" y="174"/>
                  </a:cubicBezTo>
                  <a:cubicBezTo>
                    <a:pt x="439" y="174"/>
                    <a:pt x="443" y="175"/>
                    <a:pt x="446" y="177"/>
                  </a:cubicBezTo>
                  <a:cubicBezTo>
                    <a:pt x="447" y="177"/>
                    <a:pt x="448" y="177"/>
                    <a:pt x="449" y="177"/>
                  </a:cubicBezTo>
                  <a:cubicBezTo>
                    <a:pt x="452" y="177"/>
                    <a:pt x="463" y="178"/>
                    <a:pt x="465" y="169"/>
                  </a:cubicBezTo>
                  <a:cubicBezTo>
                    <a:pt x="465" y="168"/>
                    <a:pt x="465" y="167"/>
                    <a:pt x="465" y="166"/>
                  </a:cubicBezTo>
                  <a:cubicBezTo>
                    <a:pt x="465" y="163"/>
                    <a:pt x="464" y="159"/>
                    <a:pt x="460" y="156"/>
                  </a:cubicBezTo>
                  <a:cubicBezTo>
                    <a:pt x="458" y="154"/>
                    <a:pt x="456" y="153"/>
                    <a:pt x="453" y="153"/>
                  </a:cubicBezTo>
                  <a:cubicBezTo>
                    <a:pt x="452" y="152"/>
                    <a:pt x="452" y="152"/>
                    <a:pt x="451" y="152"/>
                  </a:cubicBezTo>
                  <a:cubicBezTo>
                    <a:pt x="446" y="150"/>
                    <a:pt x="439" y="147"/>
                    <a:pt x="432" y="145"/>
                  </a:cubicBezTo>
                  <a:cubicBezTo>
                    <a:pt x="444" y="138"/>
                    <a:pt x="460" y="129"/>
                    <a:pt x="460" y="129"/>
                  </a:cubicBezTo>
                  <a:cubicBezTo>
                    <a:pt x="460" y="129"/>
                    <a:pt x="459" y="129"/>
                    <a:pt x="459" y="129"/>
                  </a:cubicBezTo>
                  <a:cubicBezTo>
                    <a:pt x="464" y="127"/>
                    <a:pt x="467" y="123"/>
                    <a:pt x="467" y="117"/>
                  </a:cubicBezTo>
                  <a:cubicBezTo>
                    <a:pt x="467" y="117"/>
                    <a:pt x="467" y="117"/>
                    <a:pt x="467" y="117"/>
                  </a:cubicBezTo>
                  <a:cubicBezTo>
                    <a:pt x="467" y="112"/>
                    <a:pt x="464" y="107"/>
                    <a:pt x="458" y="104"/>
                  </a:cubicBezTo>
                  <a:cubicBezTo>
                    <a:pt x="458" y="104"/>
                    <a:pt x="432" y="92"/>
                    <a:pt x="419" y="85"/>
                  </a:cubicBezTo>
                  <a:cubicBezTo>
                    <a:pt x="432" y="79"/>
                    <a:pt x="456" y="66"/>
                    <a:pt x="456" y="66"/>
                  </a:cubicBezTo>
                  <a:cubicBezTo>
                    <a:pt x="456" y="66"/>
                    <a:pt x="456" y="66"/>
                    <a:pt x="456" y="66"/>
                  </a:cubicBezTo>
                  <a:cubicBezTo>
                    <a:pt x="461" y="64"/>
                    <a:pt x="465" y="58"/>
                    <a:pt x="464" y="52"/>
                  </a:cubicBezTo>
                  <a:cubicBezTo>
                    <a:pt x="464" y="47"/>
                    <a:pt x="461" y="43"/>
                    <a:pt x="456" y="41"/>
                  </a:cubicBezTo>
                  <a:cubicBezTo>
                    <a:pt x="455" y="40"/>
                    <a:pt x="444" y="34"/>
                    <a:pt x="434" y="29"/>
                  </a:cubicBezTo>
                  <a:cubicBezTo>
                    <a:pt x="442" y="27"/>
                    <a:pt x="448" y="25"/>
                    <a:pt x="448" y="25"/>
                  </a:cubicBezTo>
                  <a:cubicBezTo>
                    <a:pt x="449" y="25"/>
                    <a:pt x="450" y="24"/>
                    <a:pt x="451" y="24"/>
                  </a:cubicBezTo>
                  <a:cubicBezTo>
                    <a:pt x="454" y="22"/>
                    <a:pt x="456" y="20"/>
                    <a:pt x="457" y="18"/>
                  </a:cubicBezTo>
                  <a:cubicBezTo>
                    <a:pt x="460" y="16"/>
                    <a:pt x="461" y="13"/>
                    <a:pt x="461" y="10"/>
                  </a:cubicBezTo>
                  <a:cubicBezTo>
                    <a:pt x="461" y="9"/>
                    <a:pt x="461" y="8"/>
                    <a:pt x="461" y="7"/>
                  </a:cubicBezTo>
                  <a:cubicBezTo>
                    <a:pt x="461" y="5"/>
                    <a:pt x="459" y="3"/>
                    <a:pt x="458" y="2"/>
                  </a:cubicBezTo>
                  <a:cubicBezTo>
                    <a:pt x="450" y="3"/>
                    <a:pt x="443" y="4"/>
                    <a:pt x="436" y="4"/>
                  </a:cubicBezTo>
                  <a:cubicBezTo>
                    <a:pt x="421" y="3"/>
                    <a:pt x="400" y="2"/>
                    <a:pt x="380" y="1"/>
                  </a:cubicBezTo>
                  <a:cubicBezTo>
                    <a:pt x="379" y="3"/>
                    <a:pt x="378" y="6"/>
                    <a:pt x="379" y="8"/>
                  </a:cubicBezTo>
                  <a:cubicBezTo>
                    <a:pt x="379" y="10"/>
                    <a:pt x="381" y="12"/>
                    <a:pt x="383" y="13"/>
                  </a:cubicBezTo>
                  <a:cubicBezTo>
                    <a:pt x="383" y="13"/>
                    <a:pt x="382" y="13"/>
                    <a:pt x="382" y="13"/>
                  </a:cubicBezTo>
                  <a:cubicBezTo>
                    <a:pt x="380" y="13"/>
                    <a:pt x="377" y="12"/>
                    <a:pt x="375" y="12"/>
                  </a:cubicBezTo>
                  <a:cubicBezTo>
                    <a:pt x="376" y="10"/>
                    <a:pt x="377" y="8"/>
                    <a:pt x="377" y="6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7" y="4"/>
                    <a:pt x="377" y="3"/>
                    <a:pt x="376" y="1"/>
                  </a:cubicBezTo>
                  <a:cubicBezTo>
                    <a:pt x="360" y="1"/>
                    <a:pt x="345" y="0"/>
                    <a:pt x="334" y="0"/>
                  </a:cubicBezTo>
                  <a:cubicBezTo>
                    <a:pt x="329" y="0"/>
                    <a:pt x="324" y="0"/>
                    <a:pt x="317" y="0"/>
                  </a:cubicBezTo>
                  <a:cubicBezTo>
                    <a:pt x="315" y="2"/>
                    <a:pt x="313" y="4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2" y="7"/>
                    <a:pt x="312" y="8"/>
                    <a:pt x="312" y="8"/>
                  </a:cubicBezTo>
                  <a:cubicBezTo>
                    <a:pt x="312" y="8"/>
                    <a:pt x="312" y="8"/>
                    <a:pt x="312" y="7"/>
                  </a:cubicBezTo>
                  <a:cubicBezTo>
                    <a:pt x="311" y="4"/>
                    <a:pt x="309" y="2"/>
                    <a:pt x="306" y="0"/>
                  </a:cubicBezTo>
                  <a:cubicBezTo>
                    <a:pt x="269" y="1"/>
                    <a:pt x="211" y="1"/>
                    <a:pt x="165" y="2"/>
                  </a:cubicBezTo>
                  <a:cubicBezTo>
                    <a:pt x="165" y="2"/>
                    <a:pt x="165" y="2"/>
                    <a:pt x="165" y="2"/>
                  </a:cubicBezTo>
                  <a:cubicBezTo>
                    <a:pt x="164" y="2"/>
                    <a:pt x="164" y="2"/>
                    <a:pt x="164" y="2"/>
                  </a:cubicBezTo>
                  <a:cubicBezTo>
                    <a:pt x="150" y="2"/>
                    <a:pt x="137" y="2"/>
                    <a:pt x="126" y="2"/>
                  </a:cubicBezTo>
                  <a:cubicBezTo>
                    <a:pt x="71" y="3"/>
                    <a:pt x="28" y="3"/>
                    <a:pt x="10" y="2"/>
                  </a:cubicBezTo>
                  <a:cubicBezTo>
                    <a:pt x="9" y="3"/>
                    <a:pt x="8" y="4"/>
                    <a:pt x="8" y="7"/>
                  </a:cubicBezTo>
                  <a:cubicBezTo>
                    <a:pt x="8" y="7"/>
                    <a:pt x="8" y="8"/>
                    <a:pt x="8" y="9"/>
                  </a:cubicBezTo>
                  <a:cubicBezTo>
                    <a:pt x="7" y="10"/>
                    <a:pt x="7" y="11"/>
                    <a:pt x="6" y="12"/>
                  </a:cubicBezTo>
                  <a:cubicBezTo>
                    <a:pt x="6" y="13"/>
                    <a:pt x="6" y="13"/>
                    <a:pt x="6" y="14"/>
                  </a:cubicBezTo>
                  <a:cubicBezTo>
                    <a:pt x="6" y="18"/>
                    <a:pt x="8" y="21"/>
                    <a:pt x="12" y="23"/>
                  </a:cubicBezTo>
                  <a:cubicBezTo>
                    <a:pt x="12" y="24"/>
                    <a:pt x="12" y="24"/>
                    <a:pt x="13" y="24"/>
                  </a:cubicBezTo>
                  <a:cubicBezTo>
                    <a:pt x="13" y="24"/>
                    <a:pt x="25" y="29"/>
                    <a:pt x="35" y="34"/>
                  </a:cubicBezTo>
                  <a:cubicBezTo>
                    <a:pt x="24" y="40"/>
                    <a:pt x="8" y="47"/>
                    <a:pt x="8" y="47"/>
                  </a:cubicBezTo>
                  <a:cubicBezTo>
                    <a:pt x="9" y="47"/>
                    <a:pt x="9" y="47"/>
                    <a:pt x="10" y="47"/>
                  </a:cubicBezTo>
                  <a:cubicBezTo>
                    <a:pt x="4" y="48"/>
                    <a:pt x="0" y="53"/>
                    <a:pt x="0" y="59"/>
                  </a:cubicBezTo>
                  <a:cubicBezTo>
                    <a:pt x="0" y="65"/>
                    <a:pt x="3" y="70"/>
                    <a:pt x="9" y="72"/>
                  </a:cubicBezTo>
                </a:path>
              </a:pathLst>
            </a:custGeom>
            <a:solidFill>
              <a:srgbClr val="E01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6" name="Freeform 82">
              <a:extLst>
                <a:ext uri="{FF2B5EF4-FFF2-40B4-BE49-F238E27FC236}">
                  <a16:creationId xmlns:a16="http://schemas.microsoft.com/office/drawing/2014/main" id="{B3E43E45-6746-4447-895D-59278945F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687"/>
              <a:ext cx="162" cy="410"/>
            </a:xfrm>
            <a:custGeom>
              <a:avLst/>
              <a:gdLst>
                <a:gd name="T0" fmla="*/ 695 w 65"/>
                <a:gd name="T1" fmla="*/ 2563 h 164"/>
                <a:gd name="T2" fmla="*/ 229 w 65"/>
                <a:gd name="T3" fmla="*/ 2500 h 164"/>
                <a:gd name="T4" fmla="*/ 167 w 65"/>
                <a:gd name="T5" fmla="*/ 2458 h 164"/>
                <a:gd name="T6" fmla="*/ 695 w 65"/>
                <a:gd name="T7" fmla="*/ 2283 h 164"/>
                <a:gd name="T8" fmla="*/ 728 w 65"/>
                <a:gd name="T9" fmla="*/ 2188 h 164"/>
                <a:gd name="T10" fmla="*/ 105 w 65"/>
                <a:gd name="T11" fmla="*/ 1908 h 164"/>
                <a:gd name="T12" fmla="*/ 125 w 65"/>
                <a:gd name="T13" fmla="*/ 1770 h 164"/>
                <a:gd name="T14" fmla="*/ 808 w 65"/>
                <a:gd name="T15" fmla="*/ 1438 h 164"/>
                <a:gd name="T16" fmla="*/ 808 w 65"/>
                <a:gd name="T17" fmla="*/ 1333 h 164"/>
                <a:gd name="T18" fmla="*/ 62 w 65"/>
                <a:gd name="T19" fmla="*/ 895 h 164"/>
                <a:gd name="T20" fmla="*/ 62 w 65"/>
                <a:gd name="T21" fmla="*/ 783 h 164"/>
                <a:gd name="T22" fmla="*/ 665 w 65"/>
                <a:gd name="T23" fmla="*/ 488 h 164"/>
                <a:gd name="T24" fmla="*/ 683 w 65"/>
                <a:gd name="T25" fmla="*/ 395 h 164"/>
                <a:gd name="T26" fmla="*/ 125 w 65"/>
                <a:gd name="T27" fmla="*/ 145 h 164"/>
                <a:gd name="T28" fmla="*/ 292 w 65"/>
                <a:gd name="T29" fmla="*/ 95 h 164"/>
                <a:gd name="T30" fmla="*/ 1007 w 65"/>
                <a:gd name="T31" fmla="*/ 0 h 1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" h="164">
                  <a:moveTo>
                    <a:pt x="45" y="164"/>
                  </a:moveTo>
                  <a:cubicBezTo>
                    <a:pt x="32" y="163"/>
                    <a:pt x="20" y="160"/>
                    <a:pt x="15" y="160"/>
                  </a:cubicBezTo>
                  <a:cubicBezTo>
                    <a:pt x="7" y="161"/>
                    <a:pt x="8" y="159"/>
                    <a:pt x="11" y="157"/>
                  </a:cubicBezTo>
                  <a:cubicBezTo>
                    <a:pt x="45" y="146"/>
                    <a:pt x="45" y="146"/>
                    <a:pt x="45" y="146"/>
                  </a:cubicBezTo>
                  <a:cubicBezTo>
                    <a:pt x="49" y="144"/>
                    <a:pt x="49" y="141"/>
                    <a:pt x="47" y="140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2" y="119"/>
                    <a:pt x="3" y="116"/>
                    <a:pt x="8" y="113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5" y="90"/>
                    <a:pt x="54" y="86"/>
                    <a:pt x="52" y="85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0" y="56"/>
                    <a:pt x="1" y="51"/>
                    <a:pt x="4" y="50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7" y="29"/>
                    <a:pt x="48" y="26"/>
                    <a:pt x="44" y="25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6" y="8"/>
                    <a:pt x="10" y="6"/>
                    <a:pt x="19" y="6"/>
                  </a:cubicBezTo>
                  <a:cubicBezTo>
                    <a:pt x="25" y="5"/>
                    <a:pt x="53" y="0"/>
                    <a:pt x="65" y="0"/>
                  </a:cubicBezTo>
                </a:path>
              </a:pathLst>
            </a:custGeom>
            <a:noFill/>
            <a:ln w="31750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7" name="Freeform 83">
              <a:extLst>
                <a:ext uri="{FF2B5EF4-FFF2-40B4-BE49-F238E27FC236}">
                  <a16:creationId xmlns:a16="http://schemas.microsoft.com/office/drawing/2014/main" id="{C7AF1306-D8B4-4F91-9210-DC50A5F0E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684"/>
              <a:ext cx="197" cy="415"/>
            </a:xfrm>
            <a:custGeom>
              <a:avLst/>
              <a:gdLst>
                <a:gd name="T0" fmla="*/ 466 w 79"/>
                <a:gd name="T1" fmla="*/ 20 h 166"/>
                <a:gd name="T2" fmla="*/ 978 w 79"/>
                <a:gd name="T3" fmla="*/ 83 h 166"/>
                <a:gd name="T4" fmla="*/ 1025 w 79"/>
                <a:gd name="T5" fmla="*/ 158 h 166"/>
                <a:gd name="T6" fmla="*/ 167 w 79"/>
                <a:gd name="T7" fmla="*/ 363 h 166"/>
                <a:gd name="T8" fmla="*/ 187 w 79"/>
                <a:gd name="T9" fmla="*/ 458 h 166"/>
                <a:gd name="T10" fmla="*/ 840 w 79"/>
                <a:gd name="T11" fmla="*/ 800 h 166"/>
                <a:gd name="T12" fmla="*/ 840 w 79"/>
                <a:gd name="T13" fmla="*/ 925 h 166"/>
                <a:gd name="T14" fmla="*/ 42 w 79"/>
                <a:gd name="T15" fmla="*/ 1300 h 166"/>
                <a:gd name="T16" fmla="*/ 62 w 79"/>
                <a:gd name="T17" fmla="*/ 1408 h 166"/>
                <a:gd name="T18" fmla="*/ 883 w 79"/>
                <a:gd name="T19" fmla="*/ 1800 h 166"/>
                <a:gd name="T20" fmla="*/ 903 w 79"/>
                <a:gd name="T21" fmla="*/ 1908 h 166"/>
                <a:gd name="T22" fmla="*/ 187 w 79"/>
                <a:gd name="T23" fmla="*/ 2250 h 166"/>
                <a:gd name="T24" fmla="*/ 1100 w 79"/>
                <a:gd name="T25" fmla="*/ 2458 h 166"/>
                <a:gd name="T26" fmla="*/ 683 w 79"/>
                <a:gd name="T27" fmla="*/ 2595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9" h="166">
                  <a:moveTo>
                    <a:pt x="30" y="1"/>
                  </a:moveTo>
                  <a:cubicBezTo>
                    <a:pt x="32" y="0"/>
                    <a:pt x="54" y="4"/>
                    <a:pt x="63" y="5"/>
                  </a:cubicBezTo>
                  <a:cubicBezTo>
                    <a:pt x="73" y="6"/>
                    <a:pt x="68" y="9"/>
                    <a:pt x="66" y="10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8" y="24"/>
                    <a:pt x="8" y="28"/>
                    <a:pt x="12" y="29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8" y="53"/>
                    <a:pt x="58" y="57"/>
                    <a:pt x="54" y="59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1" y="84"/>
                    <a:pt x="0" y="88"/>
                    <a:pt x="4" y="90"/>
                  </a:cubicBezTo>
                  <a:cubicBezTo>
                    <a:pt x="57" y="115"/>
                    <a:pt x="57" y="115"/>
                    <a:pt x="57" y="115"/>
                  </a:cubicBezTo>
                  <a:cubicBezTo>
                    <a:pt x="61" y="117"/>
                    <a:pt x="61" y="121"/>
                    <a:pt x="58" y="122"/>
                  </a:cubicBezTo>
                  <a:cubicBezTo>
                    <a:pt x="51" y="126"/>
                    <a:pt x="13" y="142"/>
                    <a:pt x="12" y="144"/>
                  </a:cubicBezTo>
                  <a:cubicBezTo>
                    <a:pt x="11" y="146"/>
                    <a:pt x="64" y="157"/>
                    <a:pt x="71" y="157"/>
                  </a:cubicBezTo>
                  <a:cubicBezTo>
                    <a:pt x="79" y="158"/>
                    <a:pt x="44" y="166"/>
                    <a:pt x="44" y="166"/>
                  </a:cubicBezTo>
                </a:path>
              </a:pathLst>
            </a:custGeom>
            <a:noFill/>
            <a:ln w="31750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8" name="Freeform 84">
              <a:extLst>
                <a:ext uri="{FF2B5EF4-FFF2-40B4-BE49-F238E27FC236}">
                  <a16:creationId xmlns:a16="http://schemas.microsoft.com/office/drawing/2014/main" id="{A584ED39-EBFC-4DE7-959D-CF671B7A0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684"/>
              <a:ext cx="197" cy="415"/>
            </a:xfrm>
            <a:custGeom>
              <a:avLst/>
              <a:gdLst>
                <a:gd name="T0" fmla="*/ 466 w 79"/>
                <a:gd name="T1" fmla="*/ 20 h 166"/>
                <a:gd name="T2" fmla="*/ 978 w 79"/>
                <a:gd name="T3" fmla="*/ 83 h 166"/>
                <a:gd name="T4" fmla="*/ 1025 w 79"/>
                <a:gd name="T5" fmla="*/ 158 h 166"/>
                <a:gd name="T6" fmla="*/ 199 w 79"/>
                <a:gd name="T7" fmla="*/ 395 h 166"/>
                <a:gd name="T8" fmla="*/ 217 w 79"/>
                <a:gd name="T9" fmla="*/ 488 h 166"/>
                <a:gd name="T10" fmla="*/ 853 w 79"/>
                <a:gd name="T11" fmla="*/ 800 h 166"/>
                <a:gd name="T12" fmla="*/ 853 w 79"/>
                <a:gd name="T13" fmla="*/ 925 h 166"/>
                <a:gd name="T14" fmla="*/ 42 w 79"/>
                <a:gd name="T15" fmla="*/ 1300 h 166"/>
                <a:gd name="T16" fmla="*/ 62 w 79"/>
                <a:gd name="T17" fmla="*/ 1408 h 166"/>
                <a:gd name="T18" fmla="*/ 883 w 79"/>
                <a:gd name="T19" fmla="*/ 1800 h 166"/>
                <a:gd name="T20" fmla="*/ 903 w 79"/>
                <a:gd name="T21" fmla="*/ 1908 h 166"/>
                <a:gd name="T22" fmla="*/ 187 w 79"/>
                <a:gd name="T23" fmla="*/ 2250 h 166"/>
                <a:gd name="T24" fmla="*/ 1120 w 79"/>
                <a:gd name="T25" fmla="*/ 2458 h 166"/>
                <a:gd name="T26" fmla="*/ 496 w 79"/>
                <a:gd name="T27" fmla="*/ 2595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9" h="166">
                  <a:moveTo>
                    <a:pt x="30" y="1"/>
                  </a:moveTo>
                  <a:cubicBezTo>
                    <a:pt x="32" y="0"/>
                    <a:pt x="54" y="4"/>
                    <a:pt x="63" y="5"/>
                  </a:cubicBezTo>
                  <a:cubicBezTo>
                    <a:pt x="73" y="6"/>
                    <a:pt x="68" y="9"/>
                    <a:pt x="66" y="10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0" y="26"/>
                    <a:pt x="10" y="30"/>
                    <a:pt x="14" y="31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8" y="53"/>
                    <a:pt x="58" y="57"/>
                    <a:pt x="55" y="59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1" y="84"/>
                    <a:pt x="0" y="88"/>
                    <a:pt x="4" y="90"/>
                  </a:cubicBezTo>
                  <a:cubicBezTo>
                    <a:pt x="57" y="115"/>
                    <a:pt x="57" y="115"/>
                    <a:pt x="57" y="115"/>
                  </a:cubicBezTo>
                  <a:cubicBezTo>
                    <a:pt x="61" y="117"/>
                    <a:pt x="61" y="121"/>
                    <a:pt x="58" y="122"/>
                  </a:cubicBezTo>
                  <a:cubicBezTo>
                    <a:pt x="51" y="126"/>
                    <a:pt x="13" y="142"/>
                    <a:pt x="12" y="144"/>
                  </a:cubicBezTo>
                  <a:cubicBezTo>
                    <a:pt x="11" y="146"/>
                    <a:pt x="64" y="157"/>
                    <a:pt x="72" y="157"/>
                  </a:cubicBezTo>
                  <a:cubicBezTo>
                    <a:pt x="79" y="158"/>
                    <a:pt x="32" y="166"/>
                    <a:pt x="32" y="166"/>
                  </a:cubicBezTo>
                </a:path>
              </a:pathLst>
            </a:custGeom>
            <a:noFill/>
            <a:ln w="31750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9" name="Freeform 85">
              <a:extLst>
                <a:ext uri="{FF2B5EF4-FFF2-40B4-BE49-F238E27FC236}">
                  <a16:creationId xmlns:a16="http://schemas.microsoft.com/office/drawing/2014/main" id="{950331FF-2544-490D-A955-55541568B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699"/>
              <a:ext cx="165" cy="398"/>
            </a:xfrm>
            <a:custGeom>
              <a:avLst/>
              <a:gdLst>
                <a:gd name="T0" fmla="*/ 925 w 66"/>
                <a:gd name="T1" fmla="*/ 2493 h 159"/>
                <a:gd name="T2" fmla="*/ 375 w 66"/>
                <a:gd name="T3" fmla="*/ 2431 h 159"/>
                <a:gd name="T4" fmla="*/ 313 w 66"/>
                <a:gd name="T5" fmla="*/ 2380 h 159"/>
                <a:gd name="T6" fmla="*/ 970 w 66"/>
                <a:gd name="T7" fmla="*/ 2213 h 159"/>
                <a:gd name="T8" fmla="*/ 1000 w 66"/>
                <a:gd name="T9" fmla="*/ 2118 h 159"/>
                <a:gd name="T10" fmla="*/ 95 w 66"/>
                <a:gd name="T11" fmla="*/ 1835 h 159"/>
                <a:gd name="T12" fmla="*/ 125 w 66"/>
                <a:gd name="T13" fmla="*/ 1692 h 159"/>
                <a:gd name="T14" fmla="*/ 875 w 66"/>
                <a:gd name="T15" fmla="*/ 1317 h 159"/>
                <a:gd name="T16" fmla="*/ 875 w 66"/>
                <a:gd name="T17" fmla="*/ 1222 h 159"/>
                <a:gd name="T18" fmla="*/ 63 w 66"/>
                <a:gd name="T19" fmla="*/ 814 h 159"/>
                <a:gd name="T20" fmla="*/ 63 w 66"/>
                <a:gd name="T21" fmla="*/ 708 h 159"/>
                <a:gd name="T22" fmla="*/ 938 w 66"/>
                <a:gd name="T23" fmla="*/ 408 h 159"/>
                <a:gd name="T24" fmla="*/ 958 w 66"/>
                <a:gd name="T25" fmla="*/ 313 h 159"/>
                <a:gd name="T26" fmla="*/ 283 w 66"/>
                <a:gd name="T27" fmla="*/ 63 h 159"/>
                <a:gd name="T28" fmla="*/ 458 w 66"/>
                <a:gd name="T29" fmla="*/ 20 h 159"/>
                <a:gd name="T30" fmla="*/ 988 w 66"/>
                <a:gd name="T31" fmla="*/ 0 h 1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159">
                  <a:moveTo>
                    <a:pt x="59" y="159"/>
                  </a:moveTo>
                  <a:cubicBezTo>
                    <a:pt x="43" y="159"/>
                    <a:pt x="30" y="155"/>
                    <a:pt x="24" y="155"/>
                  </a:cubicBezTo>
                  <a:cubicBezTo>
                    <a:pt x="16" y="156"/>
                    <a:pt x="18" y="154"/>
                    <a:pt x="20" y="152"/>
                  </a:cubicBezTo>
                  <a:cubicBezTo>
                    <a:pt x="62" y="141"/>
                    <a:pt x="62" y="141"/>
                    <a:pt x="62" y="141"/>
                  </a:cubicBezTo>
                  <a:cubicBezTo>
                    <a:pt x="66" y="139"/>
                    <a:pt x="66" y="136"/>
                    <a:pt x="64" y="135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2" y="114"/>
                    <a:pt x="3" y="111"/>
                    <a:pt x="8" y="108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9" y="83"/>
                    <a:pt x="58" y="79"/>
                    <a:pt x="56" y="78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0" y="51"/>
                    <a:pt x="0" y="46"/>
                    <a:pt x="4" y="45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4" y="24"/>
                    <a:pt x="65" y="21"/>
                    <a:pt x="61" y="2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6" y="3"/>
                    <a:pt x="20" y="1"/>
                    <a:pt x="29" y="1"/>
                  </a:cubicBezTo>
                  <a:cubicBezTo>
                    <a:pt x="35" y="0"/>
                    <a:pt x="51" y="0"/>
                    <a:pt x="63" y="0"/>
                  </a:cubicBezTo>
                </a:path>
              </a:pathLst>
            </a:custGeom>
            <a:noFill/>
            <a:ln w="31750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0" name="Freeform 86">
              <a:extLst>
                <a:ext uri="{FF2B5EF4-FFF2-40B4-BE49-F238E27FC236}">
                  <a16:creationId xmlns:a16="http://schemas.microsoft.com/office/drawing/2014/main" id="{6E7E9221-E4AD-44D2-9B05-72BEB1E72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684"/>
              <a:ext cx="195" cy="415"/>
            </a:xfrm>
            <a:custGeom>
              <a:avLst/>
              <a:gdLst>
                <a:gd name="T0" fmla="*/ 470 w 78"/>
                <a:gd name="T1" fmla="*/ 20 h 166"/>
                <a:gd name="T2" fmla="*/ 988 w 78"/>
                <a:gd name="T3" fmla="*/ 83 h 166"/>
                <a:gd name="T4" fmla="*/ 1020 w 78"/>
                <a:gd name="T5" fmla="*/ 158 h 166"/>
                <a:gd name="T6" fmla="*/ 208 w 78"/>
                <a:gd name="T7" fmla="*/ 395 h 166"/>
                <a:gd name="T8" fmla="*/ 220 w 78"/>
                <a:gd name="T9" fmla="*/ 488 h 166"/>
                <a:gd name="T10" fmla="*/ 845 w 78"/>
                <a:gd name="T11" fmla="*/ 800 h 166"/>
                <a:gd name="T12" fmla="*/ 845 w 78"/>
                <a:gd name="T13" fmla="*/ 925 h 166"/>
                <a:gd name="T14" fmla="*/ 50 w 78"/>
                <a:gd name="T15" fmla="*/ 1300 h 166"/>
                <a:gd name="T16" fmla="*/ 50 w 78"/>
                <a:gd name="T17" fmla="*/ 1408 h 166"/>
                <a:gd name="T18" fmla="*/ 875 w 78"/>
                <a:gd name="T19" fmla="*/ 1800 h 166"/>
                <a:gd name="T20" fmla="*/ 908 w 78"/>
                <a:gd name="T21" fmla="*/ 1908 h 166"/>
                <a:gd name="T22" fmla="*/ 188 w 78"/>
                <a:gd name="T23" fmla="*/ 2250 h 166"/>
                <a:gd name="T24" fmla="*/ 1113 w 78"/>
                <a:gd name="T25" fmla="*/ 2458 h 166"/>
                <a:gd name="T26" fmla="*/ 375 w 78"/>
                <a:gd name="T27" fmla="*/ 2595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" h="166">
                  <a:moveTo>
                    <a:pt x="30" y="1"/>
                  </a:moveTo>
                  <a:cubicBezTo>
                    <a:pt x="32" y="0"/>
                    <a:pt x="54" y="4"/>
                    <a:pt x="63" y="5"/>
                  </a:cubicBezTo>
                  <a:cubicBezTo>
                    <a:pt x="72" y="6"/>
                    <a:pt x="67" y="9"/>
                    <a:pt x="65" y="10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9" y="26"/>
                    <a:pt x="10" y="30"/>
                    <a:pt x="14" y="3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8" y="53"/>
                    <a:pt x="58" y="57"/>
                    <a:pt x="54" y="59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1" y="84"/>
                    <a:pt x="0" y="88"/>
                    <a:pt x="3" y="90"/>
                  </a:cubicBezTo>
                  <a:cubicBezTo>
                    <a:pt x="56" y="115"/>
                    <a:pt x="56" y="115"/>
                    <a:pt x="56" y="115"/>
                  </a:cubicBezTo>
                  <a:cubicBezTo>
                    <a:pt x="61" y="117"/>
                    <a:pt x="61" y="121"/>
                    <a:pt x="58" y="122"/>
                  </a:cubicBezTo>
                  <a:cubicBezTo>
                    <a:pt x="51" y="126"/>
                    <a:pt x="13" y="142"/>
                    <a:pt x="12" y="144"/>
                  </a:cubicBezTo>
                  <a:cubicBezTo>
                    <a:pt x="10" y="146"/>
                    <a:pt x="64" y="157"/>
                    <a:pt x="71" y="157"/>
                  </a:cubicBezTo>
                  <a:cubicBezTo>
                    <a:pt x="78" y="158"/>
                    <a:pt x="24" y="166"/>
                    <a:pt x="24" y="166"/>
                  </a:cubicBezTo>
                </a:path>
              </a:pathLst>
            </a:custGeom>
            <a:noFill/>
            <a:ln w="31750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1" name="Freeform 87">
              <a:extLst>
                <a:ext uri="{FF2B5EF4-FFF2-40B4-BE49-F238E27FC236}">
                  <a16:creationId xmlns:a16="http://schemas.microsoft.com/office/drawing/2014/main" id="{A7030B0E-0101-48AE-88EE-B8FBEC1F4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699"/>
              <a:ext cx="162" cy="395"/>
            </a:xfrm>
            <a:custGeom>
              <a:avLst/>
              <a:gdLst>
                <a:gd name="T0" fmla="*/ 974 w 65"/>
                <a:gd name="T1" fmla="*/ 2470 h 158"/>
                <a:gd name="T2" fmla="*/ 374 w 65"/>
                <a:gd name="T3" fmla="*/ 2425 h 158"/>
                <a:gd name="T4" fmla="*/ 312 w 65"/>
                <a:gd name="T5" fmla="*/ 2375 h 158"/>
                <a:gd name="T6" fmla="*/ 962 w 65"/>
                <a:gd name="T7" fmla="*/ 2208 h 158"/>
                <a:gd name="T8" fmla="*/ 974 w 65"/>
                <a:gd name="T9" fmla="*/ 2113 h 158"/>
                <a:gd name="T10" fmla="*/ 92 w 65"/>
                <a:gd name="T11" fmla="*/ 1833 h 158"/>
                <a:gd name="T12" fmla="*/ 105 w 65"/>
                <a:gd name="T13" fmla="*/ 1688 h 158"/>
                <a:gd name="T14" fmla="*/ 850 w 65"/>
                <a:gd name="T15" fmla="*/ 1313 h 158"/>
                <a:gd name="T16" fmla="*/ 850 w 65"/>
                <a:gd name="T17" fmla="*/ 1220 h 158"/>
                <a:gd name="T18" fmla="*/ 62 w 65"/>
                <a:gd name="T19" fmla="*/ 813 h 158"/>
                <a:gd name="T20" fmla="*/ 62 w 65"/>
                <a:gd name="T21" fmla="*/ 708 h 158"/>
                <a:gd name="T22" fmla="*/ 932 w 65"/>
                <a:gd name="T23" fmla="*/ 408 h 158"/>
                <a:gd name="T24" fmla="*/ 945 w 65"/>
                <a:gd name="T25" fmla="*/ 313 h 158"/>
                <a:gd name="T26" fmla="*/ 279 w 65"/>
                <a:gd name="T27" fmla="*/ 63 h 158"/>
                <a:gd name="T28" fmla="*/ 446 w 65"/>
                <a:gd name="T29" fmla="*/ 20 h 158"/>
                <a:gd name="T30" fmla="*/ 962 w 65"/>
                <a:gd name="T31" fmla="*/ 0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" h="158">
                  <a:moveTo>
                    <a:pt x="63" y="158"/>
                  </a:moveTo>
                  <a:cubicBezTo>
                    <a:pt x="50" y="157"/>
                    <a:pt x="29" y="155"/>
                    <a:pt x="24" y="155"/>
                  </a:cubicBezTo>
                  <a:cubicBezTo>
                    <a:pt x="16" y="156"/>
                    <a:pt x="17" y="154"/>
                    <a:pt x="20" y="152"/>
                  </a:cubicBezTo>
                  <a:cubicBezTo>
                    <a:pt x="62" y="141"/>
                    <a:pt x="62" y="141"/>
                    <a:pt x="62" y="141"/>
                  </a:cubicBezTo>
                  <a:cubicBezTo>
                    <a:pt x="65" y="139"/>
                    <a:pt x="65" y="136"/>
                    <a:pt x="63" y="135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1" y="114"/>
                    <a:pt x="2" y="111"/>
                    <a:pt x="7" y="108"/>
                  </a:cubicBezTo>
                  <a:cubicBezTo>
                    <a:pt x="55" y="84"/>
                    <a:pt x="55" y="84"/>
                    <a:pt x="55" y="84"/>
                  </a:cubicBezTo>
                  <a:cubicBezTo>
                    <a:pt x="59" y="83"/>
                    <a:pt x="58" y="79"/>
                    <a:pt x="55" y="78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0" y="51"/>
                    <a:pt x="0" y="46"/>
                    <a:pt x="4" y="45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4" y="24"/>
                    <a:pt x="64" y="21"/>
                    <a:pt x="61" y="2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6" y="3"/>
                    <a:pt x="20" y="1"/>
                    <a:pt x="29" y="1"/>
                  </a:cubicBezTo>
                  <a:cubicBezTo>
                    <a:pt x="35" y="0"/>
                    <a:pt x="50" y="0"/>
                    <a:pt x="62" y="0"/>
                  </a:cubicBezTo>
                </a:path>
              </a:pathLst>
            </a:custGeom>
            <a:noFill/>
            <a:ln w="31750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2" name="Freeform 88">
              <a:extLst>
                <a:ext uri="{FF2B5EF4-FFF2-40B4-BE49-F238E27FC236}">
                  <a16:creationId xmlns:a16="http://schemas.microsoft.com/office/drawing/2014/main" id="{8B9AE138-49EE-404A-8892-68E2E5F31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3014"/>
              <a:ext cx="60" cy="45"/>
            </a:xfrm>
            <a:custGeom>
              <a:avLst/>
              <a:gdLst>
                <a:gd name="T0" fmla="*/ 375 w 24"/>
                <a:gd name="T1" fmla="*/ 158 h 18"/>
                <a:gd name="T2" fmla="*/ 188 w 24"/>
                <a:gd name="T3" fmla="*/ 63 h 18"/>
                <a:gd name="T4" fmla="*/ 145 w 24"/>
                <a:gd name="T5" fmla="*/ 283 h 18"/>
                <a:gd name="T6" fmla="*/ 0 w 24"/>
                <a:gd name="T7" fmla="*/ 20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24" y="10"/>
                  </a:moveTo>
                  <a:cubicBezTo>
                    <a:pt x="18" y="5"/>
                    <a:pt x="14" y="0"/>
                    <a:pt x="12" y="4"/>
                  </a:cubicBezTo>
                  <a:cubicBezTo>
                    <a:pt x="10" y="8"/>
                    <a:pt x="14" y="17"/>
                    <a:pt x="9" y="18"/>
                  </a:cubicBezTo>
                  <a:cubicBezTo>
                    <a:pt x="4" y="18"/>
                    <a:pt x="0" y="13"/>
                    <a:pt x="0" y="13"/>
                  </a:cubicBezTo>
                </a:path>
              </a:pathLst>
            </a:custGeom>
            <a:noFill/>
            <a:ln w="31750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3" name="Freeform 89">
              <a:extLst>
                <a:ext uri="{FF2B5EF4-FFF2-40B4-BE49-F238E27FC236}">
                  <a16:creationId xmlns:a16="http://schemas.microsoft.com/office/drawing/2014/main" id="{306E254F-6FED-43C9-9599-6AAD379AD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3009"/>
              <a:ext cx="62" cy="48"/>
            </a:xfrm>
            <a:custGeom>
              <a:avLst/>
              <a:gdLst>
                <a:gd name="T0" fmla="*/ 382 w 25"/>
                <a:gd name="T1" fmla="*/ 179 h 19"/>
                <a:gd name="T2" fmla="*/ 184 w 25"/>
                <a:gd name="T3" fmla="*/ 83 h 19"/>
                <a:gd name="T4" fmla="*/ 154 w 25"/>
                <a:gd name="T5" fmla="*/ 306 h 19"/>
                <a:gd name="T6" fmla="*/ 0 w 25"/>
                <a:gd name="T7" fmla="*/ 22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9">
                  <a:moveTo>
                    <a:pt x="25" y="11"/>
                  </a:moveTo>
                  <a:cubicBezTo>
                    <a:pt x="18" y="6"/>
                    <a:pt x="14" y="0"/>
                    <a:pt x="12" y="5"/>
                  </a:cubicBezTo>
                  <a:cubicBezTo>
                    <a:pt x="10" y="9"/>
                    <a:pt x="15" y="18"/>
                    <a:pt x="10" y="19"/>
                  </a:cubicBezTo>
                  <a:cubicBezTo>
                    <a:pt x="5" y="19"/>
                    <a:pt x="0" y="14"/>
                    <a:pt x="0" y="14"/>
                  </a:cubicBezTo>
                </a:path>
              </a:pathLst>
            </a:custGeom>
            <a:noFill/>
            <a:ln w="31750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4" name="Freeform 90">
              <a:extLst>
                <a:ext uri="{FF2B5EF4-FFF2-40B4-BE49-F238E27FC236}">
                  <a16:creationId xmlns:a16="http://schemas.microsoft.com/office/drawing/2014/main" id="{FDBEADC6-560F-498A-AF55-E96292353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792"/>
              <a:ext cx="60" cy="57"/>
            </a:xfrm>
            <a:custGeom>
              <a:avLst/>
              <a:gdLst>
                <a:gd name="T0" fmla="*/ 375 w 24"/>
                <a:gd name="T1" fmla="*/ 124 h 23"/>
                <a:gd name="T2" fmla="*/ 220 w 24"/>
                <a:gd name="T3" fmla="*/ 124 h 23"/>
                <a:gd name="T4" fmla="*/ 113 w 24"/>
                <a:gd name="T5" fmla="*/ 337 h 23"/>
                <a:gd name="T6" fmla="*/ 0 w 24"/>
                <a:gd name="T7" fmla="*/ 24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24" y="8"/>
                  </a:moveTo>
                  <a:cubicBezTo>
                    <a:pt x="22" y="2"/>
                    <a:pt x="14" y="0"/>
                    <a:pt x="14" y="8"/>
                  </a:cubicBezTo>
                  <a:cubicBezTo>
                    <a:pt x="13" y="15"/>
                    <a:pt x="12" y="23"/>
                    <a:pt x="7" y="22"/>
                  </a:cubicBezTo>
                  <a:cubicBezTo>
                    <a:pt x="2" y="22"/>
                    <a:pt x="0" y="16"/>
                    <a:pt x="0" y="16"/>
                  </a:cubicBezTo>
                </a:path>
              </a:pathLst>
            </a:custGeom>
            <a:noFill/>
            <a:ln w="31750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5" name="Freeform 91">
              <a:extLst>
                <a:ext uri="{FF2B5EF4-FFF2-40B4-BE49-F238E27FC236}">
                  <a16:creationId xmlns:a16="http://schemas.microsoft.com/office/drawing/2014/main" id="{7437FE1E-12BF-4C05-8619-8499090C2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874"/>
              <a:ext cx="58" cy="55"/>
            </a:xfrm>
            <a:custGeom>
              <a:avLst/>
              <a:gdLst>
                <a:gd name="T0" fmla="*/ 368 w 23"/>
                <a:gd name="T1" fmla="*/ 95 h 22"/>
                <a:gd name="T2" fmla="*/ 209 w 23"/>
                <a:gd name="T3" fmla="*/ 113 h 22"/>
                <a:gd name="T4" fmla="*/ 113 w 23"/>
                <a:gd name="T5" fmla="*/ 345 h 22"/>
                <a:gd name="T6" fmla="*/ 0 w 23"/>
                <a:gd name="T7" fmla="*/ 23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23" y="6"/>
                  </a:moveTo>
                  <a:cubicBezTo>
                    <a:pt x="20" y="0"/>
                    <a:pt x="12" y="0"/>
                    <a:pt x="13" y="7"/>
                  </a:cubicBezTo>
                  <a:cubicBezTo>
                    <a:pt x="13" y="15"/>
                    <a:pt x="13" y="22"/>
                    <a:pt x="7" y="22"/>
                  </a:cubicBezTo>
                  <a:cubicBezTo>
                    <a:pt x="2" y="22"/>
                    <a:pt x="0" y="15"/>
                    <a:pt x="0" y="15"/>
                  </a:cubicBezTo>
                </a:path>
              </a:pathLst>
            </a:custGeom>
            <a:noFill/>
            <a:ln w="31750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6" name="Freeform 92">
              <a:extLst>
                <a:ext uri="{FF2B5EF4-FFF2-40B4-BE49-F238E27FC236}">
                  <a16:creationId xmlns:a16="http://schemas.microsoft.com/office/drawing/2014/main" id="{73FFC16F-D469-4D3B-A6EC-2059B610D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949"/>
              <a:ext cx="60" cy="58"/>
            </a:xfrm>
            <a:custGeom>
              <a:avLst/>
              <a:gdLst>
                <a:gd name="T0" fmla="*/ 375 w 24"/>
                <a:gd name="T1" fmla="*/ 126 h 23"/>
                <a:gd name="T2" fmla="*/ 175 w 24"/>
                <a:gd name="T3" fmla="*/ 126 h 23"/>
                <a:gd name="T4" fmla="*/ 125 w 24"/>
                <a:gd name="T5" fmla="*/ 351 h 23"/>
                <a:gd name="T6" fmla="*/ 0 w 24"/>
                <a:gd name="T7" fmla="*/ 25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24" y="8"/>
                  </a:moveTo>
                  <a:cubicBezTo>
                    <a:pt x="20" y="3"/>
                    <a:pt x="10" y="0"/>
                    <a:pt x="11" y="8"/>
                  </a:cubicBezTo>
                  <a:cubicBezTo>
                    <a:pt x="11" y="16"/>
                    <a:pt x="14" y="21"/>
                    <a:pt x="8" y="22"/>
                  </a:cubicBezTo>
                  <a:cubicBezTo>
                    <a:pt x="3" y="23"/>
                    <a:pt x="0" y="16"/>
                    <a:pt x="0" y="16"/>
                  </a:cubicBezTo>
                </a:path>
              </a:pathLst>
            </a:custGeom>
            <a:noFill/>
            <a:ln w="31750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7" name="Freeform 93">
              <a:extLst>
                <a:ext uri="{FF2B5EF4-FFF2-40B4-BE49-F238E27FC236}">
                  <a16:creationId xmlns:a16="http://schemas.microsoft.com/office/drawing/2014/main" id="{5A221388-7589-4FD3-AFB7-851950F7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729"/>
              <a:ext cx="62" cy="50"/>
            </a:xfrm>
            <a:custGeom>
              <a:avLst/>
              <a:gdLst>
                <a:gd name="T0" fmla="*/ 382 w 25"/>
                <a:gd name="T1" fmla="*/ 113 h 20"/>
                <a:gd name="T2" fmla="*/ 216 w 25"/>
                <a:gd name="T3" fmla="*/ 113 h 20"/>
                <a:gd name="T4" fmla="*/ 104 w 25"/>
                <a:gd name="T5" fmla="*/ 300 h 20"/>
                <a:gd name="T6" fmla="*/ 0 w 25"/>
                <a:gd name="T7" fmla="*/ 20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">
                  <a:moveTo>
                    <a:pt x="25" y="7"/>
                  </a:moveTo>
                  <a:cubicBezTo>
                    <a:pt x="23" y="1"/>
                    <a:pt x="15" y="0"/>
                    <a:pt x="14" y="7"/>
                  </a:cubicBezTo>
                  <a:cubicBezTo>
                    <a:pt x="13" y="14"/>
                    <a:pt x="12" y="20"/>
                    <a:pt x="7" y="19"/>
                  </a:cubicBezTo>
                  <a:cubicBezTo>
                    <a:pt x="1" y="18"/>
                    <a:pt x="0" y="13"/>
                    <a:pt x="0" y="13"/>
                  </a:cubicBezTo>
                </a:path>
              </a:pathLst>
            </a:custGeom>
            <a:noFill/>
            <a:ln w="31750" cap="rnd">
              <a:solidFill>
                <a:srgbClr val="B0B0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8" name="Freeform 94">
              <a:extLst>
                <a:ext uri="{FF2B5EF4-FFF2-40B4-BE49-F238E27FC236}">
                  <a16:creationId xmlns:a16="http://schemas.microsoft.com/office/drawing/2014/main" id="{D17AEEED-5362-43AD-A5FA-5D690CBC2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684"/>
              <a:ext cx="215" cy="418"/>
            </a:xfrm>
            <a:custGeom>
              <a:avLst/>
              <a:gdLst>
                <a:gd name="T0" fmla="*/ 33 w 86"/>
                <a:gd name="T1" fmla="*/ 2601 h 167"/>
                <a:gd name="T2" fmla="*/ 958 w 86"/>
                <a:gd name="T3" fmla="*/ 2538 h 167"/>
                <a:gd name="T4" fmla="*/ 1020 w 86"/>
                <a:gd name="T5" fmla="*/ 2493 h 167"/>
                <a:gd name="T6" fmla="*/ 438 w 86"/>
                <a:gd name="T7" fmla="*/ 2275 h 167"/>
                <a:gd name="T8" fmla="*/ 425 w 86"/>
                <a:gd name="T9" fmla="*/ 2163 h 167"/>
                <a:gd name="T10" fmla="*/ 1283 w 86"/>
                <a:gd name="T11" fmla="*/ 1817 h 167"/>
                <a:gd name="T12" fmla="*/ 1270 w 86"/>
                <a:gd name="T13" fmla="*/ 1710 h 167"/>
                <a:gd name="T14" fmla="*/ 533 w 86"/>
                <a:gd name="T15" fmla="*/ 1317 h 167"/>
                <a:gd name="T16" fmla="*/ 520 w 86"/>
                <a:gd name="T17" fmla="*/ 1209 h 167"/>
                <a:gd name="T18" fmla="*/ 1238 w 86"/>
                <a:gd name="T19" fmla="*/ 833 h 167"/>
                <a:gd name="T20" fmla="*/ 1238 w 86"/>
                <a:gd name="T21" fmla="*/ 721 h 167"/>
                <a:gd name="T22" fmla="*/ 408 w 86"/>
                <a:gd name="T23" fmla="*/ 395 h 167"/>
                <a:gd name="T24" fmla="*/ 395 w 86"/>
                <a:gd name="T25" fmla="*/ 283 h 167"/>
                <a:gd name="T26" fmla="*/ 988 w 86"/>
                <a:gd name="T27" fmla="*/ 83 h 167"/>
                <a:gd name="T28" fmla="*/ 813 w 86"/>
                <a:gd name="T29" fmla="*/ 33 h 167"/>
                <a:gd name="T30" fmla="*/ 0 w 86"/>
                <a:gd name="T31" fmla="*/ 20 h 1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" h="167">
                  <a:moveTo>
                    <a:pt x="2" y="166"/>
                  </a:moveTo>
                  <a:cubicBezTo>
                    <a:pt x="5" y="167"/>
                    <a:pt x="53" y="162"/>
                    <a:pt x="61" y="162"/>
                  </a:cubicBezTo>
                  <a:cubicBezTo>
                    <a:pt x="69" y="162"/>
                    <a:pt x="68" y="160"/>
                    <a:pt x="65" y="159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5" y="143"/>
                    <a:pt x="25" y="139"/>
                    <a:pt x="27" y="138"/>
                  </a:cubicBezTo>
                  <a:cubicBezTo>
                    <a:pt x="82" y="116"/>
                    <a:pt x="82" y="116"/>
                    <a:pt x="82" y="116"/>
                  </a:cubicBezTo>
                  <a:cubicBezTo>
                    <a:pt x="86" y="115"/>
                    <a:pt x="86" y="111"/>
                    <a:pt x="81" y="109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0" y="82"/>
                    <a:pt x="31" y="78"/>
                    <a:pt x="33" y="77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83" y="51"/>
                    <a:pt x="82" y="47"/>
                    <a:pt x="79" y="46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2" y="23"/>
                    <a:pt x="21" y="20"/>
                    <a:pt x="25" y="18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5" y="4"/>
                    <a:pt x="61" y="3"/>
                    <a:pt x="52" y="2"/>
                  </a:cubicBezTo>
                  <a:cubicBezTo>
                    <a:pt x="42" y="1"/>
                    <a:pt x="2" y="0"/>
                    <a:pt x="0" y="1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9" name="Freeform 95">
              <a:extLst>
                <a:ext uri="{FF2B5EF4-FFF2-40B4-BE49-F238E27FC236}">
                  <a16:creationId xmlns:a16="http://schemas.microsoft.com/office/drawing/2014/main" id="{87DFA042-6CB0-4A4F-90B0-956DA1018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684"/>
              <a:ext cx="213" cy="418"/>
            </a:xfrm>
            <a:custGeom>
              <a:avLst/>
              <a:gdLst>
                <a:gd name="T0" fmla="*/ 20 w 85"/>
                <a:gd name="T1" fmla="*/ 2601 h 167"/>
                <a:gd name="T2" fmla="*/ 960 w 85"/>
                <a:gd name="T3" fmla="*/ 2538 h 167"/>
                <a:gd name="T4" fmla="*/ 1022 w 85"/>
                <a:gd name="T5" fmla="*/ 2493 h 167"/>
                <a:gd name="T6" fmla="*/ 439 w 85"/>
                <a:gd name="T7" fmla="*/ 2275 h 167"/>
                <a:gd name="T8" fmla="*/ 426 w 85"/>
                <a:gd name="T9" fmla="*/ 2163 h 167"/>
                <a:gd name="T10" fmla="*/ 1288 w 85"/>
                <a:gd name="T11" fmla="*/ 1817 h 167"/>
                <a:gd name="T12" fmla="*/ 1275 w 85"/>
                <a:gd name="T13" fmla="*/ 1710 h 167"/>
                <a:gd name="T14" fmla="*/ 534 w 85"/>
                <a:gd name="T15" fmla="*/ 1317 h 167"/>
                <a:gd name="T16" fmla="*/ 521 w 85"/>
                <a:gd name="T17" fmla="*/ 1209 h 167"/>
                <a:gd name="T18" fmla="*/ 1193 w 85"/>
                <a:gd name="T19" fmla="*/ 833 h 167"/>
                <a:gd name="T20" fmla="*/ 1193 w 85"/>
                <a:gd name="T21" fmla="*/ 708 h 167"/>
                <a:gd name="T22" fmla="*/ 396 w 85"/>
                <a:gd name="T23" fmla="*/ 395 h 167"/>
                <a:gd name="T24" fmla="*/ 376 w 85"/>
                <a:gd name="T25" fmla="*/ 283 h 167"/>
                <a:gd name="T26" fmla="*/ 972 w 85"/>
                <a:gd name="T27" fmla="*/ 83 h 167"/>
                <a:gd name="T28" fmla="*/ 804 w 85"/>
                <a:gd name="T29" fmla="*/ 33 h 167"/>
                <a:gd name="T30" fmla="*/ 0 w 85"/>
                <a:gd name="T31" fmla="*/ 20 h 1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5" h="167">
                  <a:moveTo>
                    <a:pt x="1" y="166"/>
                  </a:moveTo>
                  <a:cubicBezTo>
                    <a:pt x="5" y="167"/>
                    <a:pt x="53" y="162"/>
                    <a:pt x="61" y="162"/>
                  </a:cubicBezTo>
                  <a:cubicBezTo>
                    <a:pt x="69" y="162"/>
                    <a:pt x="67" y="160"/>
                    <a:pt x="65" y="159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5" y="143"/>
                    <a:pt x="25" y="139"/>
                    <a:pt x="27" y="138"/>
                  </a:cubicBezTo>
                  <a:cubicBezTo>
                    <a:pt x="82" y="116"/>
                    <a:pt x="82" y="116"/>
                    <a:pt x="82" y="116"/>
                  </a:cubicBezTo>
                  <a:cubicBezTo>
                    <a:pt x="85" y="115"/>
                    <a:pt x="85" y="111"/>
                    <a:pt x="81" y="109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0" y="82"/>
                    <a:pt x="31" y="78"/>
                    <a:pt x="33" y="77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80" y="51"/>
                    <a:pt x="80" y="46"/>
                    <a:pt x="76" y="4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1" y="23"/>
                    <a:pt x="21" y="20"/>
                    <a:pt x="24" y="18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4" y="4"/>
                    <a:pt x="60" y="3"/>
                    <a:pt x="51" y="2"/>
                  </a:cubicBezTo>
                  <a:cubicBezTo>
                    <a:pt x="42" y="1"/>
                    <a:pt x="2" y="0"/>
                    <a:pt x="0" y="1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0" name="Freeform 96">
              <a:extLst>
                <a:ext uri="{FF2B5EF4-FFF2-40B4-BE49-F238E27FC236}">
                  <a16:creationId xmlns:a16="http://schemas.microsoft.com/office/drawing/2014/main" id="{E0E87F1D-4101-476F-8215-715C641A3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684"/>
              <a:ext cx="190" cy="413"/>
            </a:xfrm>
            <a:custGeom>
              <a:avLst/>
              <a:gdLst>
                <a:gd name="T0" fmla="*/ 958 w 76"/>
                <a:gd name="T1" fmla="*/ 2588 h 165"/>
                <a:gd name="T2" fmla="*/ 208 w 76"/>
                <a:gd name="T3" fmla="*/ 2588 h 165"/>
                <a:gd name="T4" fmla="*/ 125 w 76"/>
                <a:gd name="T5" fmla="*/ 2493 h 165"/>
                <a:gd name="T6" fmla="*/ 1033 w 76"/>
                <a:gd name="T7" fmla="*/ 2255 h 165"/>
                <a:gd name="T8" fmla="*/ 1063 w 76"/>
                <a:gd name="T9" fmla="*/ 2163 h 165"/>
                <a:gd name="T10" fmla="*/ 395 w 76"/>
                <a:gd name="T11" fmla="*/ 1817 h 165"/>
                <a:gd name="T12" fmla="*/ 408 w 76"/>
                <a:gd name="T13" fmla="*/ 1680 h 165"/>
                <a:gd name="T14" fmla="*/ 1145 w 76"/>
                <a:gd name="T15" fmla="*/ 1304 h 165"/>
                <a:gd name="T16" fmla="*/ 1145 w 76"/>
                <a:gd name="T17" fmla="*/ 1209 h 165"/>
                <a:gd name="T18" fmla="*/ 300 w 76"/>
                <a:gd name="T19" fmla="*/ 834 h 165"/>
                <a:gd name="T20" fmla="*/ 300 w 76"/>
                <a:gd name="T21" fmla="*/ 721 h 165"/>
                <a:gd name="T22" fmla="*/ 958 w 76"/>
                <a:gd name="T23" fmla="*/ 395 h 165"/>
                <a:gd name="T24" fmla="*/ 970 w 76"/>
                <a:gd name="T25" fmla="*/ 300 h 165"/>
                <a:gd name="T26" fmla="*/ 33 w 76"/>
                <a:gd name="T27" fmla="*/ 63 h 165"/>
                <a:gd name="T28" fmla="*/ 208 w 76"/>
                <a:gd name="T29" fmla="*/ 20 h 165"/>
                <a:gd name="T30" fmla="*/ 938 w 76"/>
                <a:gd name="T31" fmla="*/ 20 h 1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6" h="165">
                  <a:moveTo>
                    <a:pt x="61" y="165"/>
                  </a:moveTo>
                  <a:cubicBezTo>
                    <a:pt x="57" y="165"/>
                    <a:pt x="21" y="164"/>
                    <a:pt x="13" y="165"/>
                  </a:cubicBezTo>
                  <a:cubicBezTo>
                    <a:pt x="5" y="165"/>
                    <a:pt x="4" y="160"/>
                    <a:pt x="8" y="159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70" y="142"/>
                    <a:pt x="70" y="139"/>
                    <a:pt x="68" y="138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0" y="113"/>
                    <a:pt x="21" y="110"/>
                    <a:pt x="26" y="107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6" y="82"/>
                    <a:pt x="75" y="78"/>
                    <a:pt x="73" y="77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5" y="51"/>
                    <a:pt x="15" y="47"/>
                    <a:pt x="19" y="46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5" y="24"/>
                    <a:pt x="66" y="20"/>
                    <a:pt x="62" y="19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3"/>
                    <a:pt x="3" y="2"/>
                    <a:pt x="13" y="1"/>
                  </a:cubicBezTo>
                  <a:cubicBezTo>
                    <a:pt x="22" y="0"/>
                    <a:pt x="57" y="1"/>
                    <a:pt x="60" y="1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1" name="Freeform 97">
              <a:extLst>
                <a:ext uri="{FF2B5EF4-FFF2-40B4-BE49-F238E27FC236}">
                  <a16:creationId xmlns:a16="http://schemas.microsoft.com/office/drawing/2014/main" id="{CBE797DC-2ABF-40B9-9EA4-3DC85BDC3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687"/>
              <a:ext cx="190" cy="417"/>
            </a:xfrm>
            <a:custGeom>
              <a:avLst/>
              <a:gdLst>
                <a:gd name="T0" fmla="*/ 783 w 76"/>
                <a:gd name="T1" fmla="*/ 2599 h 167"/>
                <a:gd name="T2" fmla="*/ 208 w 76"/>
                <a:gd name="T3" fmla="*/ 2537 h 167"/>
                <a:gd name="T4" fmla="*/ 175 w 76"/>
                <a:gd name="T5" fmla="*/ 2445 h 167"/>
                <a:gd name="T6" fmla="*/ 1050 w 76"/>
                <a:gd name="T7" fmla="*/ 2225 h 167"/>
                <a:gd name="T8" fmla="*/ 1063 w 76"/>
                <a:gd name="T9" fmla="*/ 2132 h 167"/>
                <a:gd name="T10" fmla="*/ 220 w 76"/>
                <a:gd name="T11" fmla="*/ 1790 h 167"/>
                <a:gd name="T12" fmla="*/ 238 w 76"/>
                <a:gd name="T13" fmla="*/ 1653 h 167"/>
                <a:gd name="T14" fmla="*/ 1145 w 76"/>
                <a:gd name="T15" fmla="*/ 1278 h 167"/>
                <a:gd name="T16" fmla="*/ 1145 w 76"/>
                <a:gd name="T17" fmla="*/ 1184 h 167"/>
                <a:gd name="T18" fmla="*/ 125 w 76"/>
                <a:gd name="T19" fmla="*/ 812 h 167"/>
                <a:gd name="T20" fmla="*/ 125 w 76"/>
                <a:gd name="T21" fmla="*/ 699 h 167"/>
                <a:gd name="T22" fmla="*/ 970 w 76"/>
                <a:gd name="T23" fmla="*/ 375 h 167"/>
                <a:gd name="T24" fmla="*/ 988 w 76"/>
                <a:gd name="T25" fmla="*/ 280 h 167"/>
                <a:gd name="T26" fmla="*/ 33 w 76"/>
                <a:gd name="T27" fmla="*/ 42 h 167"/>
                <a:gd name="T28" fmla="*/ 208 w 76"/>
                <a:gd name="T29" fmla="*/ 0 h 167"/>
                <a:gd name="T30" fmla="*/ 720 w 76"/>
                <a:gd name="T31" fmla="*/ 0 h 1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6" h="167">
                  <a:moveTo>
                    <a:pt x="50" y="167"/>
                  </a:moveTo>
                  <a:cubicBezTo>
                    <a:pt x="37" y="166"/>
                    <a:pt x="18" y="162"/>
                    <a:pt x="13" y="163"/>
                  </a:cubicBezTo>
                  <a:cubicBezTo>
                    <a:pt x="5" y="163"/>
                    <a:pt x="9" y="158"/>
                    <a:pt x="11" y="157"/>
                  </a:cubicBezTo>
                  <a:cubicBezTo>
                    <a:pt x="67" y="143"/>
                    <a:pt x="67" y="143"/>
                    <a:pt x="67" y="143"/>
                  </a:cubicBezTo>
                  <a:cubicBezTo>
                    <a:pt x="70" y="141"/>
                    <a:pt x="70" y="138"/>
                    <a:pt x="68" y="137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9" y="112"/>
                    <a:pt x="10" y="109"/>
                    <a:pt x="15" y="106"/>
                  </a:cubicBezTo>
                  <a:cubicBezTo>
                    <a:pt x="73" y="82"/>
                    <a:pt x="73" y="82"/>
                    <a:pt x="73" y="82"/>
                  </a:cubicBezTo>
                  <a:cubicBezTo>
                    <a:pt x="76" y="81"/>
                    <a:pt x="75" y="77"/>
                    <a:pt x="73" y="76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4" y="50"/>
                    <a:pt x="5" y="46"/>
                    <a:pt x="8" y="45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5" y="23"/>
                    <a:pt x="66" y="19"/>
                    <a:pt x="63" y="18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2"/>
                    <a:pt x="4" y="1"/>
                    <a:pt x="13" y="0"/>
                  </a:cubicBezTo>
                  <a:cubicBezTo>
                    <a:pt x="19" y="0"/>
                    <a:pt x="34" y="0"/>
                    <a:pt x="46" y="0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2" name="Freeform 98">
              <a:extLst>
                <a:ext uri="{FF2B5EF4-FFF2-40B4-BE49-F238E27FC236}">
                  <a16:creationId xmlns:a16="http://schemas.microsoft.com/office/drawing/2014/main" id="{817639CC-6C75-4D72-8314-A669BBB58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937"/>
              <a:ext cx="65" cy="60"/>
            </a:xfrm>
            <a:custGeom>
              <a:avLst/>
              <a:gdLst>
                <a:gd name="T0" fmla="*/ 408 w 26"/>
                <a:gd name="T1" fmla="*/ 208 h 24"/>
                <a:gd name="T2" fmla="*/ 238 w 26"/>
                <a:gd name="T3" fmla="*/ 333 h 24"/>
                <a:gd name="T4" fmla="*/ 158 w 26"/>
                <a:gd name="T5" fmla="*/ 33 h 24"/>
                <a:gd name="T6" fmla="*/ 0 w 26"/>
                <a:gd name="T7" fmla="*/ 1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26" y="13"/>
                  </a:moveTo>
                  <a:cubicBezTo>
                    <a:pt x="24" y="15"/>
                    <a:pt x="21" y="24"/>
                    <a:pt x="15" y="21"/>
                  </a:cubicBezTo>
                  <a:cubicBezTo>
                    <a:pt x="10" y="18"/>
                    <a:pt x="16" y="4"/>
                    <a:pt x="10" y="2"/>
                  </a:cubicBezTo>
                  <a:cubicBezTo>
                    <a:pt x="4" y="0"/>
                    <a:pt x="0" y="11"/>
                    <a:pt x="0" y="11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3" name="Freeform 99">
              <a:extLst>
                <a:ext uri="{FF2B5EF4-FFF2-40B4-BE49-F238E27FC236}">
                  <a16:creationId xmlns:a16="http://schemas.microsoft.com/office/drawing/2014/main" id="{23AEE850-8EC5-43F5-AFAB-77D49CFD4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004"/>
              <a:ext cx="65" cy="60"/>
            </a:xfrm>
            <a:custGeom>
              <a:avLst/>
              <a:gdLst>
                <a:gd name="T0" fmla="*/ 408 w 26"/>
                <a:gd name="T1" fmla="*/ 208 h 24"/>
                <a:gd name="T2" fmla="*/ 238 w 26"/>
                <a:gd name="T3" fmla="*/ 333 h 24"/>
                <a:gd name="T4" fmla="*/ 158 w 26"/>
                <a:gd name="T5" fmla="*/ 33 h 24"/>
                <a:gd name="T6" fmla="*/ 0 w 26"/>
                <a:gd name="T7" fmla="*/ 1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26" y="13"/>
                  </a:moveTo>
                  <a:cubicBezTo>
                    <a:pt x="23" y="14"/>
                    <a:pt x="20" y="24"/>
                    <a:pt x="15" y="21"/>
                  </a:cubicBezTo>
                  <a:cubicBezTo>
                    <a:pt x="9" y="18"/>
                    <a:pt x="16" y="4"/>
                    <a:pt x="10" y="2"/>
                  </a:cubicBezTo>
                  <a:cubicBezTo>
                    <a:pt x="3" y="0"/>
                    <a:pt x="0" y="11"/>
                    <a:pt x="0" y="11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4" name="Freeform 100">
              <a:extLst>
                <a:ext uri="{FF2B5EF4-FFF2-40B4-BE49-F238E27FC236}">
                  <a16:creationId xmlns:a16="http://schemas.microsoft.com/office/drawing/2014/main" id="{7353267D-AAC9-4A1F-9BDA-DDD2461DF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852"/>
              <a:ext cx="65" cy="62"/>
            </a:xfrm>
            <a:custGeom>
              <a:avLst/>
              <a:gdLst>
                <a:gd name="T0" fmla="*/ 408 w 26"/>
                <a:gd name="T1" fmla="*/ 196 h 25"/>
                <a:gd name="T2" fmla="*/ 238 w 26"/>
                <a:gd name="T3" fmla="*/ 320 h 25"/>
                <a:gd name="T4" fmla="*/ 158 w 26"/>
                <a:gd name="T5" fmla="*/ 30 h 25"/>
                <a:gd name="T6" fmla="*/ 0 w 26"/>
                <a:gd name="T7" fmla="*/ 16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5">
                  <a:moveTo>
                    <a:pt x="26" y="13"/>
                  </a:moveTo>
                  <a:cubicBezTo>
                    <a:pt x="24" y="15"/>
                    <a:pt x="21" y="25"/>
                    <a:pt x="15" y="21"/>
                  </a:cubicBezTo>
                  <a:cubicBezTo>
                    <a:pt x="10" y="18"/>
                    <a:pt x="16" y="4"/>
                    <a:pt x="10" y="2"/>
                  </a:cubicBezTo>
                  <a:cubicBezTo>
                    <a:pt x="4" y="0"/>
                    <a:pt x="0" y="11"/>
                    <a:pt x="0" y="11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5" name="Freeform 101">
              <a:extLst>
                <a:ext uri="{FF2B5EF4-FFF2-40B4-BE49-F238E27FC236}">
                  <a16:creationId xmlns:a16="http://schemas.microsoft.com/office/drawing/2014/main" id="{CC4348B7-E62D-4858-908E-37B07EFFC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767"/>
              <a:ext cx="65" cy="60"/>
            </a:xfrm>
            <a:custGeom>
              <a:avLst/>
              <a:gdLst>
                <a:gd name="T0" fmla="*/ 408 w 26"/>
                <a:gd name="T1" fmla="*/ 208 h 24"/>
                <a:gd name="T2" fmla="*/ 238 w 26"/>
                <a:gd name="T3" fmla="*/ 333 h 24"/>
                <a:gd name="T4" fmla="*/ 158 w 26"/>
                <a:gd name="T5" fmla="*/ 33 h 24"/>
                <a:gd name="T6" fmla="*/ 0 w 26"/>
                <a:gd name="T7" fmla="*/ 1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26" y="13"/>
                  </a:moveTo>
                  <a:cubicBezTo>
                    <a:pt x="24" y="15"/>
                    <a:pt x="21" y="24"/>
                    <a:pt x="15" y="21"/>
                  </a:cubicBezTo>
                  <a:cubicBezTo>
                    <a:pt x="10" y="18"/>
                    <a:pt x="16" y="4"/>
                    <a:pt x="10" y="2"/>
                  </a:cubicBezTo>
                  <a:cubicBezTo>
                    <a:pt x="4" y="0"/>
                    <a:pt x="0" y="11"/>
                    <a:pt x="0" y="11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6" name="Freeform 102">
              <a:extLst>
                <a:ext uri="{FF2B5EF4-FFF2-40B4-BE49-F238E27FC236}">
                  <a16:creationId xmlns:a16="http://schemas.microsoft.com/office/drawing/2014/main" id="{AAA7F71E-F7E5-44D1-A58D-6E122158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717"/>
              <a:ext cx="65" cy="45"/>
            </a:xfrm>
            <a:custGeom>
              <a:avLst/>
              <a:gdLst>
                <a:gd name="T0" fmla="*/ 395 w 26"/>
                <a:gd name="T1" fmla="*/ 175 h 18"/>
                <a:gd name="T2" fmla="*/ 300 w 26"/>
                <a:gd name="T3" fmla="*/ 283 h 18"/>
                <a:gd name="T4" fmla="*/ 63 w 26"/>
                <a:gd name="T5" fmla="*/ 33 h 18"/>
                <a:gd name="T6" fmla="*/ 0 w 26"/>
                <a:gd name="T7" fmla="*/ 14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25" y="11"/>
                  </a:moveTo>
                  <a:cubicBezTo>
                    <a:pt x="26" y="16"/>
                    <a:pt x="24" y="18"/>
                    <a:pt x="19" y="18"/>
                  </a:cubicBezTo>
                  <a:cubicBezTo>
                    <a:pt x="15" y="18"/>
                    <a:pt x="8" y="0"/>
                    <a:pt x="4" y="2"/>
                  </a:cubicBezTo>
                  <a:cubicBezTo>
                    <a:pt x="0" y="4"/>
                    <a:pt x="3" y="8"/>
                    <a:pt x="0" y="9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7" name="Freeform 103">
              <a:extLst>
                <a:ext uri="{FF2B5EF4-FFF2-40B4-BE49-F238E27FC236}">
                  <a16:creationId xmlns:a16="http://schemas.microsoft.com/office/drawing/2014/main" id="{DA4AE7B9-E901-48B0-AD09-72A9BC720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82"/>
              <a:ext cx="72" cy="35"/>
            </a:xfrm>
            <a:custGeom>
              <a:avLst/>
              <a:gdLst>
                <a:gd name="T0" fmla="*/ 444 w 29"/>
                <a:gd name="T1" fmla="*/ 125 h 14"/>
                <a:gd name="T2" fmla="*/ 258 w 29"/>
                <a:gd name="T3" fmla="*/ 175 h 14"/>
                <a:gd name="T4" fmla="*/ 0 w 29"/>
                <a:gd name="T5" fmla="*/ 9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4">
                  <a:moveTo>
                    <a:pt x="29" y="8"/>
                  </a:moveTo>
                  <a:cubicBezTo>
                    <a:pt x="26" y="12"/>
                    <a:pt x="22" y="14"/>
                    <a:pt x="17" y="11"/>
                  </a:cubicBezTo>
                  <a:cubicBezTo>
                    <a:pt x="12" y="7"/>
                    <a:pt x="8" y="0"/>
                    <a:pt x="0" y="6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8" name="Freeform 104">
              <a:extLst>
                <a:ext uri="{FF2B5EF4-FFF2-40B4-BE49-F238E27FC236}">
                  <a16:creationId xmlns:a16="http://schemas.microsoft.com/office/drawing/2014/main" id="{7A515CAF-7D61-43AB-A07D-A5D8A170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684"/>
              <a:ext cx="175" cy="418"/>
            </a:xfrm>
            <a:custGeom>
              <a:avLst/>
              <a:gdLst>
                <a:gd name="T0" fmla="*/ 33 w 70"/>
                <a:gd name="T1" fmla="*/ 2601 h 167"/>
                <a:gd name="T2" fmla="*/ 958 w 70"/>
                <a:gd name="T3" fmla="*/ 2538 h 167"/>
                <a:gd name="T4" fmla="*/ 1020 w 70"/>
                <a:gd name="T5" fmla="*/ 2493 h 167"/>
                <a:gd name="T6" fmla="*/ 438 w 70"/>
                <a:gd name="T7" fmla="*/ 2275 h 167"/>
                <a:gd name="T8" fmla="*/ 425 w 70"/>
                <a:gd name="T9" fmla="*/ 2163 h 167"/>
                <a:gd name="T10" fmla="*/ 1050 w 70"/>
                <a:gd name="T11" fmla="*/ 1805 h 167"/>
                <a:gd name="T12" fmla="*/ 1020 w 70"/>
                <a:gd name="T13" fmla="*/ 1692 h 167"/>
                <a:gd name="T14" fmla="*/ 270 w 70"/>
                <a:gd name="T15" fmla="*/ 1317 h 167"/>
                <a:gd name="T16" fmla="*/ 250 w 70"/>
                <a:gd name="T17" fmla="*/ 1209 h 167"/>
                <a:gd name="T18" fmla="*/ 988 w 70"/>
                <a:gd name="T19" fmla="*/ 813 h 167"/>
                <a:gd name="T20" fmla="*/ 988 w 70"/>
                <a:gd name="T21" fmla="*/ 708 h 167"/>
                <a:gd name="T22" fmla="*/ 408 w 70"/>
                <a:gd name="T23" fmla="*/ 395 h 167"/>
                <a:gd name="T24" fmla="*/ 395 w 70"/>
                <a:gd name="T25" fmla="*/ 283 h 167"/>
                <a:gd name="T26" fmla="*/ 970 w 70"/>
                <a:gd name="T27" fmla="*/ 83 h 167"/>
                <a:gd name="T28" fmla="*/ 800 w 70"/>
                <a:gd name="T29" fmla="*/ 33 h 167"/>
                <a:gd name="T30" fmla="*/ 0 w 70"/>
                <a:gd name="T31" fmla="*/ 20 h 1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167">
                  <a:moveTo>
                    <a:pt x="2" y="166"/>
                  </a:moveTo>
                  <a:cubicBezTo>
                    <a:pt x="5" y="167"/>
                    <a:pt x="53" y="162"/>
                    <a:pt x="61" y="162"/>
                  </a:cubicBezTo>
                  <a:cubicBezTo>
                    <a:pt x="69" y="162"/>
                    <a:pt x="67" y="160"/>
                    <a:pt x="65" y="159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5" y="143"/>
                    <a:pt x="25" y="139"/>
                    <a:pt x="27" y="138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70" y="114"/>
                    <a:pt x="70" y="110"/>
                    <a:pt x="65" y="108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3" y="82"/>
                    <a:pt x="14" y="78"/>
                    <a:pt x="16" y="77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7" y="50"/>
                    <a:pt x="67" y="46"/>
                    <a:pt x="63" y="4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2" y="23"/>
                    <a:pt x="21" y="20"/>
                    <a:pt x="25" y="18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5" y="4"/>
                    <a:pt x="61" y="3"/>
                    <a:pt x="51" y="2"/>
                  </a:cubicBezTo>
                  <a:cubicBezTo>
                    <a:pt x="42" y="1"/>
                    <a:pt x="2" y="0"/>
                    <a:pt x="0" y="1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9" name="Freeform 105">
              <a:extLst>
                <a:ext uri="{FF2B5EF4-FFF2-40B4-BE49-F238E27FC236}">
                  <a16:creationId xmlns:a16="http://schemas.microsoft.com/office/drawing/2014/main" id="{E8CFAD4B-E1EA-4533-BA23-DAD3DFE65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687"/>
              <a:ext cx="190" cy="407"/>
            </a:xfrm>
            <a:custGeom>
              <a:avLst/>
              <a:gdLst>
                <a:gd name="T0" fmla="*/ 800 w 76"/>
                <a:gd name="T1" fmla="*/ 2537 h 163"/>
                <a:gd name="T2" fmla="*/ 188 w 76"/>
                <a:gd name="T3" fmla="*/ 2507 h 163"/>
                <a:gd name="T4" fmla="*/ 125 w 76"/>
                <a:gd name="T5" fmla="*/ 2462 h 163"/>
                <a:gd name="T6" fmla="*/ 1033 w 76"/>
                <a:gd name="T7" fmla="*/ 2225 h 163"/>
                <a:gd name="T8" fmla="*/ 1063 w 76"/>
                <a:gd name="T9" fmla="*/ 2132 h 163"/>
                <a:gd name="T10" fmla="*/ 395 w 76"/>
                <a:gd name="T11" fmla="*/ 1790 h 163"/>
                <a:gd name="T12" fmla="*/ 408 w 76"/>
                <a:gd name="T13" fmla="*/ 1653 h 163"/>
                <a:gd name="T14" fmla="*/ 1145 w 76"/>
                <a:gd name="T15" fmla="*/ 1278 h 163"/>
                <a:gd name="T16" fmla="*/ 1145 w 76"/>
                <a:gd name="T17" fmla="*/ 1184 h 163"/>
                <a:gd name="T18" fmla="*/ 300 w 76"/>
                <a:gd name="T19" fmla="*/ 812 h 163"/>
                <a:gd name="T20" fmla="*/ 300 w 76"/>
                <a:gd name="T21" fmla="*/ 699 h 163"/>
                <a:gd name="T22" fmla="*/ 970 w 76"/>
                <a:gd name="T23" fmla="*/ 375 h 163"/>
                <a:gd name="T24" fmla="*/ 988 w 76"/>
                <a:gd name="T25" fmla="*/ 280 h 163"/>
                <a:gd name="T26" fmla="*/ 33 w 76"/>
                <a:gd name="T27" fmla="*/ 42 h 163"/>
                <a:gd name="T28" fmla="*/ 208 w 76"/>
                <a:gd name="T29" fmla="*/ 0 h 163"/>
                <a:gd name="T30" fmla="*/ 720 w 76"/>
                <a:gd name="T31" fmla="*/ 0 h 1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6" h="163">
                  <a:moveTo>
                    <a:pt x="51" y="163"/>
                  </a:moveTo>
                  <a:cubicBezTo>
                    <a:pt x="38" y="162"/>
                    <a:pt x="17" y="160"/>
                    <a:pt x="12" y="161"/>
                  </a:cubicBezTo>
                  <a:cubicBezTo>
                    <a:pt x="4" y="161"/>
                    <a:pt x="5" y="159"/>
                    <a:pt x="8" y="158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70" y="141"/>
                    <a:pt x="70" y="138"/>
                    <a:pt x="68" y="137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0" y="112"/>
                    <a:pt x="21" y="109"/>
                    <a:pt x="26" y="106"/>
                  </a:cubicBezTo>
                  <a:cubicBezTo>
                    <a:pt x="73" y="82"/>
                    <a:pt x="73" y="82"/>
                    <a:pt x="73" y="82"/>
                  </a:cubicBezTo>
                  <a:cubicBezTo>
                    <a:pt x="76" y="81"/>
                    <a:pt x="75" y="77"/>
                    <a:pt x="73" y="76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5" y="50"/>
                    <a:pt x="15" y="46"/>
                    <a:pt x="19" y="45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5" y="23"/>
                    <a:pt x="66" y="19"/>
                    <a:pt x="63" y="18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2"/>
                    <a:pt x="3" y="1"/>
                    <a:pt x="13" y="0"/>
                  </a:cubicBezTo>
                  <a:cubicBezTo>
                    <a:pt x="19" y="0"/>
                    <a:pt x="34" y="0"/>
                    <a:pt x="46" y="0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0" name="Freeform 106">
              <a:extLst>
                <a:ext uri="{FF2B5EF4-FFF2-40B4-BE49-F238E27FC236}">
                  <a16:creationId xmlns:a16="http://schemas.microsoft.com/office/drawing/2014/main" id="{5E1E3E23-F716-4F1E-A7BF-93EF22395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004"/>
              <a:ext cx="65" cy="60"/>
            </a:xfrm>
            <a:custGeom>
              <a:avLst/>
              <a:gdLst>
                <a:gd name="T0" fmla="*/ 408 w 26"/>
                <a:gd name="T1" fmla="*/ 208 h 24"/>
                <a:gd name="T2" fmla="*/ 238 w 26"/>
                <a:gd name="T3" fmla="*/ 333 h 24"/>
                <a:gd name="T4" fmla="*/ 158 w 26"/>
                <a:gd name="T5" fmla="*/ 33 h 24"/>
                <a:gd name="T6" fmla="*/ 0 w 26"/>
                <a:gd name="T7" fmla="*/ 1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26" y="13"/>
                  </a:moveTo>
                  <a:cubicBezTo>
                    <a:pt x="23" y="14"/>
                    <a:pt x="20" y="24"/>
                    <a:pt x="15" y="21"/>
                  </a:cubicBezTo>
                  <a:cubicBezTo>
                    <a:pt x="9" y="18"/>
                    <a:pt x="16" y="4"/>
                    <a:pt x="10" y="2"/>
                  </a:cubicBezTo>
                  <a:cubicBezTo>
                    <a:pt x="3" y="0"/>
                    <a:pt x="0" y="11"/>
                    <a:pt x="0" y="11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1" name="Freeform 107">
              <a:extLst>
                <a:ext uri="{FF2B5EF4-FFF2-40B4-BE49-F238E27FC236}">
                  <a16:creationId xmlns:a16="http://schemas.microsoft.com/office/drawing/2014/main" id="{69A6503A-CA05-4CCA-94F1-8B561F968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717"/>
              <a:ext cx="65" cy="42"/>
            </a:xfrm>
            <a:custGeom>
              <a:avLst/>
              <a:gdLst>
                <a:gd name="T0" fmla="*/ 395 w 26"/>
                <a:gd name="T1" fmla="*/ 166 h 17"/>
                <a:gd name="T2" fmla="*/ 250 w 26"/>
                <a:gd name="T3" fmla="*/ 257 h 17"/>
                <a:gd name="T4" fmla="*/ 63 w 26"/>
                <a:gd name="T5" fmla="*/ 30 h 17"/>
                <a:gd name="T6" fmla="*/ 0 w 26"/>
                <a:gd name="T7" fmla="*/ 13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7">
                  <a:moveTo>
                    <a:pt x="25" y="11"/>
                  </a:moveTo>
                  <a:cubicBezTo>
                    <a:pt x="26" y="16"/>
                    <a:pt x="20" y="16"/>
                    <a:pt x="16" y="17"/>
                  </a:cubicBezTo>
                  <a:cubicBezTo>
                    <a:pt x="11" y="17"/>
                    <a:pt x="8" y="0"/>
                    <a:pt x="4" y="2"/>
                  </a:cubicBezTo>
                  <a:cubicBezTo>
                    <a:pt x="0" y="4"/>
                    <a:pt x="3" y="8"/>
                    <a:pt x="0" y="9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2" name="Freeform 108">
              <a:extLst>
                <a:ext uri="{FF2B5EF4-FFF2-40B4-BE49-F238E27FC236}">
                  <a16:creationId xmlns:a16="http://schemas.microsoft.com/office/drawing/2014/main" id="{AA63F0AF-B5A6-429F-BF85-79E0E217B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069"/>
              <a:ext cx="53" cy="20"/>
            </a:xfrm>
            <a:custGeom>
              <a:avLst/>
              <a:gdLst>
                <a:gd name="T0" fmla="*/ 338 w 21"/>
                <a:gd name="T1" fmla="*/ 125 h 8"/>
                <a:gd name="T2" fmla="*/ 0 w 21"/>
                <a:gd name="T3" fmla="*/ 1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21" y="8"/>
                  </a:moveTo>
                  <a:cubicBezTo>
                    <a:pt x="18" y="0"/>
                    <a:pt x="6" y="7"/>
                    <a:pt x="0" y="7"/>
                  </a:cubicBezTo>
                </a:path>
              </a:pathLst>
            </a:custGeom>
            <a:noFill/>
            <a:ln w="31750" cap="flat">
              <a:solidFill>
                <a:srgbClr val="EA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3" name="Freeform 109">
              <a:extLst>
                <a:ext uri="{FF2B5EF4-FFF2-40B4-BE49-F238E27FC236}">
                  <a16:creationId xmlns:a16="http://schemas.microsoft.com/office/drawing/2014/main" id="{72F480E0-A96A-42CA-857D-F8222897FE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3" y="2674"/>
              <a:ext cx="1120" cy="440"/>
            </a:xfrm>
            <a:custGeom>
              <a:avLst/>
              <a:gdLst>
                <a:gd name="T0" fmla="*/ 6125 w 448"/>
                <a:gd name="T1" fmla="*/ 2238 h 176"/>
                <a:gd name="T2" fmla="*/ 5250 w 448"/>
                <a:gd name="T3" fmla="*/ 1800 h 176"/>
                <a:gd name="T4" fmla="*/ 6250 w 448"/>
                <a:gd name="T5" fmla="*/ 2175 h 176"/>
                <a:gd name="T6" fmla="*/ 4583 w 448"/>
                <a:gd name="T7" fmla="*/ 2488 h 176"/>
                <a:gd name="T8" fmla="*/ 4813 w 448"/>
                <a:gd name="T9" fmla="*/ 1720 h 176"/>
                <a:gd name="T10" fmla="*/ 5063 w 448"/>
                <a:gd name="T11" fmla="*/ 938 h 176"/>
                <a:gd name="T12" fmla="*/ 5175 w 448"/>
                <a:gd name="T13" fmla="*/ 1938 h 176"/>
                <a:gd name="T14" fmla="*/ 4770 w 448"/>
                <a:gd name="T15" fmla="*/ 720 h 176"/>
                <a:gd name="T16" fmla="*/ 5925 w 448"/>
                <a:gd name="T17" fmla="*/ 425 h 176"/>
                <a:gd name="T18" fmla="*/ 6813 w 448"/>
                <a:gd name="T19" fmla="*/ 813 h 176"/>
                <a:gd name="T20" fmla="*/ 2738 w 448"/>
                <a:gd name="T21" fmla="*/ 1813 h 176"/>
                <a:gd name="T22" fmla="*/ 2563 w 448"/>
                <a:gd name="T23" fmla="*/ 1613 h 176"/>
                <a:gd name="T24" fmla="*/ 2425 w 448"/>
                <a:gd name="T25" fmla="*/ 833 h 176"/>
                <a:gd name="T26" fmla="*/ 2113 w 448"/>
                <a:gd name="T27" fmla="*/ 188 h 176"/>
                <a:gd name="T28" fmla="*/ 2750 w 448"/>
                <a:gd name="T29" fmla="*/ 720 h 176"/>
                <a:gd name="T30" fmla="*/ 1488 w 448"/>
                <a:gd name="T31" fmla="*/ 2175 h 176"/>
                <a:gd name="T32" fmla="*/ 1363 w 448"/>
                <a:gd name="T33" fmla="*/ 2238 h 176"/>
                <a:gd name="T34" fmla="*/ 1208 w 448"/>
                <a:gd name="T35" fmla="*/ 1425 h 176"/>
                <a:gd name="T36" fmla="*/ 1113 w 448"/>
                <a:gd name="T37" fmla="*/ 458 h 176"/>
                <a:gd name="T38" fmla="*/ 2300 w 448"/>
                <a:gd name="T39" fmla="*/ 833 h 176"/>
                <a:gd name="T40" fmla="*/ 2345 w 448"/>
                <a:gd name="T41" fmla="*/ 1833 h 176"/>
                <a:gd name="T42" fmla="*/ 6145 w 448"/>
                <a:gd name="T43" fmla="*/ 1313 h 176"/>
                <a:gd name="T44" fmla="*/ 6300 w 448"/>
                <a:gd name="T45" fmla="*/ 395 h 176"/>
                <a:gd name="T46" fmla="*/ 5845 w 448"/>
                <a:gd name="T47" fmla="*/ 20 h 176"/>
                <a:gd name="T48" fmla="*/ 6158 w 448"/>
                <a:gd name="T49" fmla="*/ 458 h 176"/>
                <a:gd name="T50" fmla="*/ 5863 w 448"/>
                <a:gd name="T51" fmla="*/ 238 h 176"/>
                <a:gd name="T52" fmla="*/ 5470 w 448"/>
                <a:gd name="T53" fmla="*/ 20 h 176"/>
                <a:gd name="T54" fmla="*/ 5738 w 448"/>
                <a:gd name="T55" fmla="*/ 408 h 176"/>
                <a:gd name="T56" fmla="*/ 5020 w 448"/>
                <a:gd name="T57" fmla="*/ 800 h 176"/>
                <a:gd name="T58" fmla="*/ 4533 w 448"/>
                <a:gd name="T59" fmla="*/ 208 h 176"/>
                <a:gd name="T60" fmla="*/ 3550 w 448"/>
                <a:gd name="T61" fmla="*/ 145 h 176"/>
                <a:gd name="T62" fmla="*/ 4708 w 448"/>
                <a:gd name="T63" fmla="*/ 833 h 176"/>
                <a:gd name="T64" fmla="*/ 3908 w 448"/>
                <a:gd name="T65" fmla="*/ 1395 h 176"/>
                <a:gd name="T66" fmla="*/ 2783 w 448"/>
                <a:gd name="T67" fmla="*/ 833 h 176"/>
                <a:gd name="T68" fmla="*/ 3470 w 448"/>
                <a:gd name="T69" fmla="*/ 300 h 176"/>
                <a:gd name="T70" fmla="*/ 2658 w 448"/>
                <a:gd name="T71" fmla="*/ 20 h 176"/>
                <a:gd name="T72" fmla="*/ 2095 w 448"/>
                <a:gd name="T73" fmla="*/ 63 h 176"/>
                <a:gd name="T74" fmla="*/ 1375 w 448"/>
                <a:gd name="T75" fmla="*/ 395 h 176"/>
                <a:gd name="T76" fmla="*/ 1375 w 448"/>
                <a:gd name="T77" fmla="*/ 488 h 176"/>
                <a:gd name="T78" fmla="*/ 770 w 448"/>
                <a:gd name="T79" fmla="*/ 145 h 176"/>
                <a:gd name="T80" fmla="*/ 50 w 448"/>
                <a:gd name="T81" fmla="*/ 188 h 176"/>
                <a:gd name="T82" fmla="*/ 158 w 448"/>
                <a:gd name="T83" fmla="*/ 958 h 176"/>
                <a:gd name="T84" fmla="*/ 238 w 448"/>
                <a:gd name="T85" fmla="*/ 1938 h 176"/>
                <a:gd name="T86" fmla="*/ 113 w 448"/>
                <a:gd name="T87" fmla="*/ 2613 h 176"/>
                <a:gd name="T88" fmla="*/ 345 w 448"/>
                <a:gd name="T89" fmla="*/ 2563 h 176"/>
                <a:gd name="T90" fmla="*/ 1250 w 448"/>
                <a:gd name="T91" fmla="*/ 2158 h 176"/>
                <a:gd name="T92" fmla="*/ 1550 w 448"/>
                <a:gd name="T93" fmla="*/ 2563 h 176"/>
                <a:gd name="T94" fmla="*/ 2208 w 448"/>
                <a:gd name="T95" fmla="*/ 2583 h 176"/>
                <a:gd name="T96" fmla="*/ 2488 w 448"/>
                <a:gd name="T97" fmla="*/ 1833 h 176"/>
                <a:gd name="T98" fmla="*/ 2813 w 448"/>
                <a:gd name="T99" fmla="*/ 1938 h 176"/>
                <a:gd name="T100" fmla="*/ 3000 w 448"/>
                <a:gd name="T101" fmla="*/ 2708 h 176"/>
                <a:gd name="T102" fmla="*/ 3533 w 448"/>
                <a:gd name="T103" fmla="*/ 2375 h 176"/>
                <a:gd name="T104" fmla="*/ 2875 w 448"/>
                <a:gd name="T105" fmla="*/ 1813 h 176"/>
                <a:gd name="T106" fmla="*/ 3770 w 448"/>
                <a:gd name="T107" fmla="*/ 1208 h 176"/>
                <a:gd name="T108" fmla="*/ 3925 w 448"/>
                <a:gd name="T109" fmla="*/ 2175 h 176"/>
                <a:gd name="T110" fmla="*/ 3970 w 448"/>
                <a:gd name="T111" fmla="*/ 2563 h 176"/>
                <a:gd name="T112" fmla="*/ 4688 w 448"/>
                <a:gd name="T113" fmla="*/ 2625 h 176"/>
                <a:gd name="T114" fmla="*/ 5613 w 448"/>
                <a:gd name="T115" fmla="*/ 2563 h 176"/>
                <a:gd name="T116" fmla="*/ 5958 w 448"/>
                <a:gd name="T117" fmla="*/ 2250 h 176"/>
                <a:gd name="T118" fmla="*/ 6270 w 448"/>
                <a:gd name="T119" fmla="*/ 2375 h 176"/>
                <a:gd name="T120" fmla="*/ 6813 w 448"/>
                <a:gd name="T121" fmla="*/ 2658 h 176"/>
                <a:gd name="T122" fmla="*/ 6938 w 448"/>
                <a:gd name="T123" fmla="*/ 1925 h 1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8" h="176">
                  <a:moveTo>
                    <a:pt x="400" y="139"/>
                  </a:moveTo>
                  <a:cubicBezTo>
                    <a:pt x="398" y="140"/>
                    <a:pt x="397" y="142"/>
                    <a:pt x="397" y="145"/>
                  </a:cubicBezTo>
                  <a:cubicBezTo>
                    <a:pt x="397" y="145"/>
                    <a:pt x="397" y="145"/>
                    <a:pt x="397" y="145"/>
                  </a:cubicBezTo>
                  <a:cubicBezTo>
                    <a:pt x="396" y="145"/>
                    <a:pt x="396" y="145"/>
                    <a:pt x="396" y="145"/>
                  </a:cubicBezTo>
                  <a:cubicBezTo>
                    <a:pt x="395" y="147"/>
                    <a:pt x="394" y="149"/>
                    <a:pt x="393" y="150"/>
                  </a:cubicBezTo>
                  <a:cubicBezTo>
                    <a:pt x="392" y="149"/>
                    <a:pt x="392" y="145"/>
                    <a:pt x="392" y="143"/>
                  </a:cubicBezTo>
                  <a:cubicBezTo>
                    <a:pt x="393" y="139"/>
                    <a:pt x="393" y="132"/>
                    <a:pt x="387" y="130"/>
                  </a:cubicBezTo>
                  <a:cubicBezTo>
                    <a:pt x="381" y="128"/>
                    <a:pt x="377" y="132"/>
                    <a:pt x="374" y="137"/>
                  </a:cubicBezTo>
                  <a:cubicBezTo>
                    <a:pt x="334" y="117"/>
                    <a:pt x="334" y="117"/>
                    <a:pt x="334" y="117"/>
                  </a:cubicBezTo>
                  <a:cubicBezTo>
                    <a:pt x="334" y="117"/>
                    <a:pt x="334" y="117"/>
                    <a:pt x="334" y="117"/>
                  </a:cubicBezTo>
                  <a:cubicBezTo>
                    <a:pt x="334" y="117"/>
                    <a:pt x="334" y="116"/>
                    <a:pt x="334" y="116"/>
                  </a:cubicBezTo>
                  <a:cubicBezTo>
                    <a:pt x="334" y="116"/>
                    <a:pt x="335" y="115"/>
                    <a:pt x="336" y="115"/>
                  </a:cubicBezTo>
                  <a:cubicBezTo>
                    <a:pt x="382" y="91"/>
                    <a:pt x="382" y="91"/>
                    <a:pt x="382" y="91"/>
                  </a:cubicBezTo>
                  <a:cubicBezTo>
                    <a:pt x="384" y="90"/>
                    <a:pt x="385" y="89"/>
                    <a:pt x="386" y="88"/>
                  </a:cubicBezTo>
                  <a:cubicBezTo>
                    <a:pt x="387" y="89"/>
                    <a:pt x="388" y="91"/>
                    <a:pt x="389" y="92"/>
                  </a:cubicBezTo>
                  <a:cubicBezTo>
                    <a:pt x="439" y="116"/>
                    <a:pt x="439" y="116"/>
                    <a:pt x="439" y="116"/>
                  </a:cubicBezTo>
                  <a:cubicBezTo>
                    <a:pt x="439" y="116"/>
                    <a:pt x="439" y="116"/>
                    <a:pt x="439" y="116"/>
                  </a:cubicBezTo>
                  <a:cubicBezTo>
                    <a:pt x="438" y="117"/>
                    <a:pt x="400" y="139"/>
                    <a:pt x="400" y="139"/>
                  </a:cubicBezTo>
                  <a:moveTo>
                    <a:pt x="314" y="159"/>
                  </a:moveTo>
                  <a:cubicBezTo>
                    <a:pt x="314" y="159"/>
                    <a:pt x="314" y="159"/>
                    <a:pt x="314" y="159"/>
                  </a:cubicBezTo>
                  <a:cubicBezTo>
                    <a:pt x="314" y="159"/>
                    <a:pt x="313" y="160"/>
                    <a:pt x="313" y="160"/>
                  </a:cubicBezTo>
                  <a:cubicBezTo>
                    <a:pt x="308" y="157"/>
                    <a:pt x="302" y="159"/>
                    <a:pt x="298" y="160"/>
                  </a:cubicBezTo>
                  <a:cubicBezTo>
                    <a:pt x="297" y="160"/>
                    <a:pt x="296" y="161"/>
                    <a:pt x="295" y="161"/>
                  </a:cubicBezTo>
                  <a:cubicBezTo>
                    <a:pt x="294" y="160"/>
                    <a:pt x="294" y="160"/>
                    <a:pt x="293" y="159"/>
                  </a:cubicBezTo>
                  <a:cubicBezTo>
                    <a:pt x="293" y="159"/>
                    <a:pt x="293" y="159"/>
                    <a:pt x="293" y="159"/>
                  </a:cubicBezTo>
                  <a:cubicBezTo>
                    <a:pt x="293" y="159"/>
                    <a:pt x="258" y="146"/>
                    <a:pt x="256" y="145"/>
                  </a:cubicBezTo>
                  <a:cubicBezTo>
                    <a:pt x="260" y="144"/>
                    <a:pt x="310" y="124"/>
                    <a:pt x="310" y="124"/>
                  </a:cubicBezTo>
                  <a:cubicBezTo>
                    <a:pt x="312" y="123"/>
                    <a:pt x="314" y="120"/>
                    <a:pt x="314" y="117"/>
                  </a:cubicBezTo>
                  <a:cubicBezTo>
                    <a:pt x="314" y="117"/>
                    <a:pt x="314" y="117"/>
                    <a:pt x="314" y="117"/>
                  </a:cubicBezTo>
                  <a:cubicBezTo>
                    <a:pt x="314" y="114"/>
                    <a:pt x="312" y="111"/>
                    <a:pt x="308" y="110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1" y="85"/>
                    <a:pt x="261" y="85"/>
                    <a:pt x="261" y="84"/>
                  </a:cubicBezTo>
                  <a:cubicBezTo>
                    <a:pt x="262" y="84"/>
                    <a:pt x="304" y="60"/>
                    <a:pt x="304" y="60"/>
                  </a:cubicBezTo>
                  <a:cubicBezTo>
                    <a:pt x="307" y="59"/>
                    <a:pt x="309" y="57"/>
                    <a:pt x="309" y="54"/>
                  </a:cubicBezTo>
                  <a:cubicBezTo>
                    <a:pt x="309" y="57"/>
                    <a:pt x="310" y="60"/>
                    <a:pt x="313" y="62"/>
                  </a:cubicBezTo>
                  <a:cubicBezTo>
                    <a:pt x="318" y="64"/>
                    <a:pt x="321" y="62"/>
                    <a:pt x="324" y="60"/>
                  </a:cubicBezTo>
                  <a:cubicBezTo>
                    <a:pt x="324" y="60"/>
                    <a:pt x="325" y="60"/>
                    <a:pt x="325" y="61"/>
                  </a:cubicBezTo>
                  <a:cubicBezTo>
                    <a:pt x="325" y="61"/>
                    <a:pt x="376" y="83"/>
                    <a:pt x="378" y="84"/>
                  </a:cubicBezTo>
                  <a:cubicBezTo>
                    <a:pt x="375" y="86"/>
                    <a:pt x="332" y="108"/>
                    <a:pt x="332" y="108"/>
                  </a:cubicBezTo>
                  <a:cubicBezTo>
                    <a:pt x="330" y="109"/>
                    <a:pt x="325" y="112"/>
                    <a:pt x="325" y="116"/>
                  </a:cubicBezTo>
                  <a:cubicBezTo>
                    <a:pt x="325" y="116"/>
                    <a:pt x="325" y="116"/>
                    <a:pt x="325" y="116"/>
                  </a:cubicBezTo>
                  <a:cubicBezTo>
                    <a:pt x="325" y="119"/>
                    <a:pt x="327" y="122"/>
                    <a:pt x="331" y="124"/>
                  </a:cubicBezTo>
                  <a:cubicBezTo>
                    <a:pt x="331" y="124"/>
                    <a:pt x="369" y="143"/>
                    <a:pt x="372" y="144"/>
                  </a:cubicBezTo>
                  <a:cubicBezTo>
                    <a:pt x="370" y="145"/>
                    <a:pt x="314" y="159"/>
                    <a:pt x="314" y="159"/>
                  </a:cubicBezTo>
                  <a:moveTo>
                    <a:pt x="309" y="43"/>
                  </a:moveTo>
                  <a:cubicBezTo>
                    <a:pt x="309" y="43"/>
                    <a:pt x="309" y="46"/>
                    <a:pt x="309" y="48"/>
                  </a:cubicBezTo>
                  <a:cubicBezTo>
                    <a:pt x="309" y="49"/>
                    <a:pt x="309" y="50"/>
                    <a:pt x="309" y="51"/>
                  </a:cubicBezTo>
                  <a:cubicBezTo>
                    <a:pt x="308" y="49"/>
                    <a:pt x="307" y="47"/>
                    <a:pt x="305" y="46"/>
                  </a:cubicBezTo>
                  <a:cubicBezTo>
                    <a:pt x="307" y="44"/>
                    <a:pt x="308" y="43"/>
                    <a:pt x="309" y="43"/>
                  </a:cubicBezTo>
                  <a:moveTo>
                    <a:pt x="329" y="53"/>
                  </a:moveTo>
                  <a:cubicBezTo>
                    <a:pt x="371" y="33"/>
                    <a:pt x="371" y="33"/>
                    <a:pt x="371" y="33"/>
                  </a:cubicBezTo>
                  <a:cubicBezTo>
                    <a:pt x="373" y="32"/>
                    <a:pt x="375" y="31"/>
                    <a:pt x="376" y="29"/>
                  </a:cubicBezTo>
                  <a:cubicBezTo>
                    <a:pt x="377" y="28"/>
                    <a:pt x="378" y="26"/>
                    <a:pt x="378" y="25"/>
                  </a:cubicBezTo>
                  <a:cubicBezTo>
                    <a:pt x="379" y="26"/>
                    <a:pt x="379" y="27"/>
                    <a:pt x="379" y="27"/>
                  </a:cubicBezTo>
                  <a:cubicBezTo>
                    <a:pt x="382" y="33"/>
                    <a:pt x="384" y="38"/>
                    <a:pt x="389" y="38"/>
                  </a:cubicBezTo>
                  <a:cubicBezTo>
                    <a:pt x="393" y="37"/>
                    <a:pt x="398" y="37"/>
                    <a:pt x="400" y="33"/>
                  </a:cubicBezTo>
                  <a:cubicBezTo>
                    <a:pt x="400" y="33"/>
                    <a:pt x="400" y="33"/>
                    <a:pt x="400" y="33"/>
                  </a:cubicBezTo>
                  <a:cubicBezTo>
                    <a:pt x="436" y="52"/>
                    <a:pt x="436" y="52"/>
                    <a:pt x="436" y="52"/>
                  </a:cubicBezTo>
                  <a:cubicBezTo>
                    <a:pt x="436" y="52"/>
                    <a:pt x="436" y="52"/>
                    <a:pt x="437" y="52"/>
                  </a:cubicBezTo>
                  <a:cubicBezTo>
                    <a:pt x="437" y="52"/>
                    <a:pt x="436" y="52"/>
                    <a:pt x="436" y="52"/>
                  </a:cubicBezTo>
                  <a:cubicBezTo>
                    <a:pt x="389" y="78"/>
                    <a:pt x="389" y="78"/>
                    <a:pt x="389" y="78"/>
                  </a:cubicBezTo>
                  <a:cubicBezTo>
                    <a:pt x="388" y="78"/>
                    <a:pt x="387" y="80"/>
                    <a:pt x="386" y="81"/>
                  </a:cubicBezTo>
                  <a:cubicBezTo>
                    <a:pt x="385" y="80"/>
                    <a:pt x="384" y="78"/>
                    <a:pt x="382" y="77"/>
                  </a:cubicBezTo>
                  <a:cubicBezTo>
                    <a:pt x="329" y="53"/>
                    <a:pt x="329" y="53"/>
                    <a:pt x="329" y="53"/>
                  </a:cubicBezTo>
                  <a:close/>
                  <a:moveTo>
                    <a:pt x="182" y="108"/>
                  </a:moveTo>
                  <a:cubicBezTo>
                    <a:pt x="180" y="109"/>
                    <a:pt x="175" y="112"/>
                    <a:pt x="175" y="116"/>
                  </a:cubicBezTo>
                  <a:cubicBezTo>
                    <a:pt x="175" y="116"/>
                    <a:pt x="175" y="116"/>
                    <a:pt x="175" y="116"/>
                  </a:cubicBezTo>
                  <a:cubicBezTo>
                    <a:pt x="175" y="116"/>
                    <a:pt x="175" y="117"/>
                    <a:pt x="175" y="117"/>
                  </a:cubicBezTo>
                  <a:cubicBezTo>
                    <a:pt x="174" y="119"/>
                    <a:pt x="174" y="119"/>
                    <a:pt x="174" y="119"/>
                  </a:cubicBezTo>
                  <a:cubicBezTo>
                    <a:pt x="173" y="120"/>
                    <a:pt x="171" y="123"/>
                    <a:pt x="171" y="123"/>
                  </a:cubicBezTo>
                  <a:cubicBezTo>
                    <a:pt x="170" y="122"/>
                    <a:pt x="170" y="118"/>
                    <a:pt x="170" y="117"/>
                  </a:cubicBezTo>
                  <a:cubicBezTo>
                    <a:pt x="170" y="112"/>
                    <a:pt x="171" y="105"/>
                    <a:pt x="164" y="103"/>
                  </a:cubicBezTo>
                  <a:cubicBezTo>
                    <a:pt x="159" y="102"/>
                    <a:pt x="155" y="105"/>
                    <a:pt x="152" y="109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6" y="85"/>
                    <a:pt x="106" y="85"/>
                    <a:pt x="106" y="84"/>
                  </a:cubicBezTo>
                  <a:cubicBezTo>
                    <a:pt x="107" y="84"/>
                    <a:pt x="151" y="60"/>
                    <a:pt x="151" y="60"/>
                  </a:cubicBezTo>
                  <a:cubicBezTo>
                    <a:pt x="154" y="59"/>
                    <a:pt x="156" y="56"/>
                    <a:pt x="156" y="53"/>
                  </a:cubicBezTo>
                  <a:cubicBezTo>
                    <a:pt x="156" y="53"/>
                    <a:pt x="155" y="53"/>
                    <a:pt x="155" y="53"/>
                  </a:cubicBezTo>
                  <a:cubicBezTo>
                    <a:pt x="155" y="50"/>
                    <a:pt x="153" y="47"/>
                    <a:pt x="150" y="46"/>
                  </a:cubicBezTo>
                  <a:cubicBezTo>
                    <a:pt x="150" y="46"/>
                    <a:pt x="101" y="26"/>
                    <a:pt x="98" y="25"/>
                  </a:cubicBezTo>
                  <a:cubicBezTo>
                    <a:pt x="103" y="24"/>
                    <a:pt x="134" y="13"/>
                    <a:pt x="134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3"/>
                    <a:pt x="135" y="13"/>
                    <a:pt x="135" y="12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9" y="9"/>
                    <a:pt x="141" y="11"/>
                    <a:pt x="144" y="14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54" y="21"/>
                    <a:pt x="160" y="20"/>
                    <a:pt x="165" y="14"/>
                  </a:cubicBezTo>
                  <a:cubicBezTo>
                    <a:pt x="180" y="17"/>
                    <a:pt x="212" y="25"/>
                    <a:pt x="216" y="26"/>
                  </a:cubicBezTo>
                  <a:cubicBezTo>
                    <a:pt x="214" y="28"/>
                    <a:pt x="175" y="46"/>
                    <a:pt x="175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2" y="47"/>
                    <a:pt x="170" y="50"/>
                    <a:pt x="170" y="53"/>
                  </a:cubicBezTo>
                  <a:cubicBezTo>
                    <a:pt x="170" y="53"/>
                    <a:pt x="170" y="53"/>
                    <a:pt x="170" y="53"/>
                  </a:cubicBezTo>
                  <a:cubicBezTo>
                    <a:pt x="170" y="56"/>
                    <a:pt x="172" y="59"/>
                    <a:pt x="175" y="61"/>
                  </a:cubicBezTo>
                  <a:cubicBezTo>
                    <a:pt x="175" y="61"/>
                    <a:pt x="226" y="83"/>
                    <a:pt x="228" y="84"/>
                  </a:cubicBezTo>
                  <a:cubicBezTo>
                    <a:pt x="225" y="86"/>
                    <a:pt x="182" y="108"/>
                    <a:pt x="182" y="108"/>
                  </a:cubicBezTo>
                  <a:moveTo>
                    <a:pt x="95" y="139"/>
                  </a:moveTo>
                  <a:cubicBezTo>
                    <a:pt x="95" y="139"/>
                    <a:pt x="95" y="139"/>
                    <a:pt x="95" y="139"/>
                  </a:cubicBezTo>
                  <a:cubicBezTo>
                    <a:pt x="93" y="140"/>
                    <a:pt x="92" y="142"/>
                    <a:pt x="92" y="145"/>
                  </a:cubicBezTo>
                  <a:cubicBezTo>
                    <a:pt x="92" y="145"/>
                    <a:pt x="92" y="145"/>
                    <a:pt x="92" y="145"/>
                  </a:cubicBezTo>
                  <a:cubicBezTo>
                    <a:pt x="91" y="145"/>
                    <a:pt x="91" y="145"/>
                    <a:pt x="91" y="145"/>
                  </a:cubicBezTo>
                  <a:cubicBezTo>
                    <a:pt x="91" y="147"/>
                    <a:pt x="89" y="149"/>
                    <a:pt x="88" y="150"/>
                  </a:cubicBezTo>
                  <a:cubicBezTo>
                    <a:pt x="87" y="149"/>
                    <a:pt x="87" y="145"/>
                    <a:pt x="87" y="143"/>
                  </a:cubicBezTo>
                  <a:cubicBezTo>
                    <a:pt x="88" y="139"/>
                    <a:pt x="88" y="132"/>
                    <a:pt x="82" y="130"/>
                  </a:cubicBezTo>
                  <a:cubicBezTo>
                    <a:pt x="76" y="128"/>
                    <a:pt x="72" y="132"/>
                    <a:pt x="69" y="137"/>
                  </a:cubicBezTo>
                  <a:cubicBezTo>
                    <a:pt x="58" y="132"/>
                    <a:pt x="20" y="117"/>
                    <a:pt x="19" y="117"/>
                  </a:cubicBezTo>
                  <a:cubicBezTo>
                    <a:pt x="19" y="116"/>
                    <a:pt x="19" y="116"/>
                    <a:pt x="18" y="116"/>
                  </a:cubicBezTo>
                  <a:cubicBezTo>
                    <a:pt x="19" y="116"/>
                    <a:pt x="19" y="115"/>
                    <a:pt x="20" y="115"/>
                  </a:cubicBezTo>
                  <a:cubicBezTo>
                    <a:pt x="21" y="114"/>
                    <a:pt x="77" y="91"/>
                    <a:pt x="77" y="91"/>
                  </a:cubicBezTo>
                  <a:cubicBezTo>
                    <a:pt x="80" y="90"/>
                    <a:pt x="82" y="88"/>
                    <a:pt x="82" y="85"/>
                  </a:cubicBezTo>
                  <a:cubicBezTo>
                    <a:pt x="82" y="85"/>
                    <a:pt x="82" y="85"/>
                    <a:pt x="82" y="84"/>
                  </a:cubicBezTo>
                  <a:cubicBezTo>
                    <a:pt x="82" y="81"/>
                    <a:pt x="80" y="79"/>
                    <a:pt x="77" y="77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8" y="32"/>
                    <a:pt x="70" y="31"/>
                    <a:pt x="71" y="29"/>
                  </a:cubicBezTo>
                  <a:cubicBezTo>
                    <a:pt x="73" y="27"/>
                    <a:pt x="73" y="25"/>
                    <a:pt x="74" y="24"/>
                  </a:cubicBezTo>
                  <a:cubicBezTo>
                    <a:pt x="75" y="26"/>
                    <a:pt x="76" y="27"/>
                    <a:pt x="77" y="29"/>
                  </a:cubicBezTo>
                  <a:cubicBezTo>
                    <a:pt x="80" y="35"/>
                    <a:pt x="83" y="39"/>
                    <a:pt x="88" y="39"/>
                  </a:cubicBezTo>
                  <a:cubicBezTo>
                    <a:pt x="91" y="39"/>
                    <a:pt x="94" y="38"/>
                    <a:pt x="95" y="36"/>
                  </a:cubicBezTo>
                  <a:cubicBezTo>
                    <a:pt x="96" y="35"/>
                    <a:pt x="96" y="34"/>
                    <a:pt x="96" y="33"/>
                  </a:cubicBezTo>
                  <a:cubicBezTo>
                    <a:pt x="147" y="53"/>
                    <a:pt x="147" y="53"/>
                    <a:pt x="147" y="53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9" y="79"/>
                    <a:pt x="98" y="81"/>
                    <a:pt x="98" y="84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8" y="87"/>
                    <a:pt x="99" y="90"/>
                    <a:pt x="102" y="92"/>
                  </a:cubicBezTo>
                  <a:cubicBezTo>
                    <a:pt x="149" y="117"/>
                    <a:pt x="149" y="117"/>
                    <a:pt x="149" y="117"/>
                  </a:cubicBezTo>
                  <a:cubicBezTo>
                    <a:pt x="149" y="117"/>
                    <a:pt x="149" y="117"/>
                    <a:pt x="150" y="117"/>
                  </a:cubicBezTo>
                  <a:cubicBezTo>
                    <a:pt x="147" y="118"/>
                    <a:pt x="95" y="139"/>
                    <a:pt x="95" y="139"/>
                  </a:cubicBezTo>
                  <a:moveTo>
                    <a:pt x="448" y="116"/>
                  </a:moveTo>
                  <a:cubicBezTo>
                    <a:pt x="448" y="116"/>
                    <a:pt x="448" y="116"/>
                    <a:pt x="448" y="116"/>
                  </a:cubicBezTo>
                  <a:cubicBezTo>
                    <a:pt x="448" y="113"/>
                    <a:pt x="446" y="110"/>
                    <a:pt x="442" y="109"/>
                  </a:cubicBezTo>
                  <a:cubicBezTo>
                    <a:pt x="393" y="85"/>
                    <a:pt x="393" y="85"/>
                    <a:pt x="393" y="85"/>
                  </a:cubicBezTo>
                  <a:cubicBezTo>
                    <a:pt x="393" y="85"/>
                    <a:pt x="393" y="85"/>
                    <a:pt x="393" y="84"/>
                  </a:cubicBezTo>
                  <a:cubicBezTo>
                    <a:pt x="394" y="84"/>
                    <a:pt x="440" y="59"/>
                    <a:pt x="440" y="59"/>
                  </a:cubicBezTo>
                  <a:cubicBezTo>
                    <a:pt x="443" y="58"/>
                    <a:pt x="445" y="55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49"/>
                    <a:pt x="443" y="46"/>
                    <a:pt x="439" y="45"/>
                  </a:cubicBezTo>
                  <a:cubicBezTo>
                    <a:pt x="440" y="45"/>
                    <a:pt x="440" y="45"/>
                    <a:pt x="440" y="45"/>
                  </a:cubicBezTo>
                  <a:cubicBezTo>
                    <a:pt x="440" y="45"/>
                    <a:pt x="405" y="26"/>
                    <a:pt x="403" y="25"/>
                  </a:cubicBezTo>
                  <a:cubicBezTo>
                    <a:pt x="407" y="24"/>
                    <a:pt x="439" y="13"/>
                    <a:pt x="439" y="13"/>
                  </a:cubicBezTo>
                  <a:cubicBezTo>
                    <a:pt x="439" y="13"/>
                    <a:pt x="439" y="13"/>
                    <a:pt x="439" y="13"/>
                  </a:cubicBezTo>
                  <a:cubicBezTo>
                    <a:pt x="441" y="12"/>
                    <a:pt x="442" y="10"/>
                    <a:pt x="442" y="9"/>
                  </a:cubicBezTo>
                  <a:cubicBezTo>
                    <a:pt x="442" y="8"/>
                    <a:pt x="442" y="8"/>
                    <a:pt x="442" y="8"/>
                  </a:cubicBezTo>
                  <a:cubicBezTo>
                    <a:pt x="441" y="4"/>
                    <a:pt x="438" y="3"/>
                    <a:pt x="427" y="2"/>
                  </a:cubicBezTo>
                  <a:cubicBezTo>
                    <a:pt x="419" y="1"/>
                    <a:pt x="377" y="0"/>
                    <a:pt x="374" y="1"/>
                  </a:cubicBezTo>
                  <a:cubicBezTo>
                    <a:pt x="376" y="9"/>
                    <a:pt x="376" y="9"/>
                    <a:pt x="376" y="9"/>
                  </a:cubicBezTo>
                  <a:cubicBezTo>
                    <a:pt x="379" y="8"/>
                    <a:pt x="412" y="9"/>
                    <a:pt x="424" y="10"/>
                  </a:cubicBezTo>
                  <a:cubicBezTo>
                    <a:pt x="412" y="14"/>
                    <a:pt x="398" y="19"/>
                    <a:pt x="398" y="19"/>
                  </a:cubicBezTo>
                  <a:cubicBezTo>
                    <a:pt x="395" y="20"/>
                    <a:pt x="393" y="22"/>
                    <a:pt x="393" y="25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3" y="26"/>
                    <a:pt x="394" y="28"/>
                    <a:pt x="394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3" y="29"/>
                    <a:pt x="390" y="30"/>
                  </a:cubicBezTo>
                  <a:cubicBezTo>
                    <a:pt x="389" y="29"/>
                    <a:pt x="387" y="26"/>
                    <a:pt x="387" y="24"/>
                  </a:cubicBezTo>
                  <a:cubicBezTo>
                    <a:pt x="384" y="19"/>
                    <a:pt x="383" y="16"/>
                    <a:pt x="379" y="15"/>
                  </a:cubicBezTo>
                  <a:cubicBezTo>
                    <a:pt x="375" y="15"/>
                    <a:pt x="375" y="15"/>
                    <a:pt x="375" y="15"/>
                  </a:cubicBezTo>
                  <a:cubicBezTo>
                    <a:pt x="373" y="16"/>
                    <a:pt x="372" y="18"/>
                    <a:pt x="372" y="19"/>
                  </a:cubicBezTo>
                  <a:cubicBezTo>
                    <a:pt x="370" y="19"/>
                    <a:pt x="346" y="13"/>
                    <a:pt x="329" y="9"/>
                  </a:cubicBezTo>
                  <a:cubicBezTo>
                    <a:pt x="335" y="9"/>
                    <a:pt x="343" y="9"/>
                    <a:pt x="350" y="9"/>
                  </a:cubicBezTo>
                  <a:cubicBezTo>
                    <a:pt x="354" y="9"/>
                    <a:pt x="354" y="9"/>
                    <a:pt x="354" y="9"/>
                  </a:cubicBezTo>
                  <a:cubicBezTo>
                    <a:pt x="354" y="1"/>
                    <a:pt x="354" y="1"/>
                    <a:pt x="354" y="1"/>
                  </a:cubicBezTo>
                  <a:cubicBezTo>
                    <a:pt x="350" y="1"/>
                    <a:pt x="350" y="1"/>
                    <a:pt x="350" y="1"/>
                  </a:cubicBezTo>
                  <a:cubicBezTo>
                    <a:pt x="339" y="1"/>
                    <a:pt x="326" y="1"/>
                    <a:pt x="320" y="1"/>
                  </a:cubicBezTo>
                  <a:cubicBezTo>
                    <a:pt x="309" y="2"/>
                    <a:pt x="306" y="3"/>
                    <a:pt x="305" y="7"/>
                  </a:cubicBezTo>
                  <a:cubicBezTo>
                    <a:pt x="305" y="7"/>
                    <a:pt x="305" y="7"/>
                    <a:pt x="305" y="8"/>
                  </a:cubicBezTo>
                  <a:cubicBezTo>
                    <a:pt x="305" y="9"/>
                    <a:pt x="306" y="11"/>
                    <a:pt x="308" y="12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08" y="12"/>
                    <a:pt x="361" y="25"/>
                    <a:pt x="367" y="26"/>
                  </a:cubicBezTo>
                  <a:cubicBezTo>
                    <a:pt x="364" y="28"/>
                    <a:pt x="325" y="46"/>
                    <a:pt x="325" y="46"/>
                  </a:cubicBezTo>
                  <a:cubicBezTo>
                    <a:pt x="326" y="46"/>
                    <a:pt x="326" y="46"/>
                    <a:pt x="326" y="46"/>
                  </a:cubicBezTo>
                  <a:cubicBezTo>
                    <a:pt x="325" y="46"/>
                    <a:pt x="325" y="46"/>
                    <a:pt x="324" y="47"/>
                  </a:cubicBezTo>
                  <a:cubicBezTo>
                    <a:pt x="324" y="47"/>
                    <a:pt x="324" y="47"/>
                    <a:pt x="324" y="47"/>
                  </a:cubicBezTo>
                  <a:cubicBezTo>
                    <a:pt x="324" y="47"/>
                    <a:pt x="324" y="47"/>
                    <a:pt x="324" y="47"/>
                  </a:cubicBezTo>
                  <a:cubicBezTo>
                    <a:pt x="322" y="48"/>
                    <a:pt x="321" y="49"/>
                    <a:pt x="321" y="51"/>
                  </a:cubicBezTo>
                  <a:cubicBezTo>
                    <a:pt x="320" y="52"/>
                    <a:pt x="318" y="54"/>
                    <a:pt x="317" y="55"/>
                  </a:cubicBezTo>
                  <a:cubicBezTo>
                    <a:pt x="317" y="54"/>
                    <a:pt x="317" y="50"/>
                    <a:pt x="317" y="49"/>
                  </a:cubicBezTo>
                  <a:cubicBezTo>
                    <a:pt x="317" y="44"/>
                    <a:pt x="318" y="37"/>
                    <a:pt x="311" y="35"/>
                  </a:cubicBezTo>
                  <a:cubicBezTo>
                    <a:pt x="305" y="33"/>
                    <a:pt x="301" y="38"/>
                    <a:pt x="298" y="43"/>
                  </a:cubicBezTo>
                  <a:cubicBezTo>
                    <a:pt x="285" y="38"/>
                    <a:pt x="256" y="26"/>
                    <a:pt x="254" y="25"/>
                  </a:cubicBezTo>
                  <a:cubicBezTo>
                    <a:pt x="258" y="24"/>
                    <a:pt x="290" y="13"/>
                    <a:pt x="290" y="13"/>
                  </a:cubicBezTo>
                  <a:cubicBezTo>
                    <a:pt x="290" y="13"/>
                    <a:pt x="290" y="13"/>
                    <a:pt x="290" y="13"/>
                  </a:cubicBezTo>
                  <a:cubicBezTo>
                    <a:pt x="292" y="12"/>
                    <a:pt x="293" y="10"/>
                    <a:pt x="293" y="9"/>
                  </a:cubicBezTo>
                  <a:cubicBezTo>
                    <a:pt x="293" y="8"/>
                    <a:pt x="293" y="8"/>
                    <a:pt x="293" y="8"/>
                  </a:cubicBezTo>
                  <a:cubicBezTo>
                    <a:pt x="292" y="4"/>
                    <a:pt x="289" y="3"/>
                    <a:pt x="278" y="2"/>
                  </a:cubicBezTo>
                  <a:cubicBezTo>
                    <a:pt x="269" y="1"/>
                    <a:pt x="228" y="0"/>
                    <a:pt x="225" y="1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30" y="8"/>
                    <a:pt x="262" y="9"/>
                    <a:pt x="274" y="10"/>
                  </a:cubicBezTo>
                  <a:cubicBezTo>
                    <a:pt x="263" y="14"/>
                    <a:pt x="249" y="19"/>
                    <a:pt x="249" y="19"/>
                  </a:cubicBezTo>
                  <a:cubicBezTo>
                    <a:pt x="246" y="20"/>
                    <a:pt x="244" y="22"/>
                    <a:pt x="244" y="25"/>
                  </a:cubicBezTo>
                  <a:cubicBezTo>
                    <a:pt x="244" y="25"/>
                    <a:pt x="244" y="25"/>
                    <a:pt x="244" y="25"/>
                  </a:cubicBezTo>
                  <a:cubicBezTo>
                    <a:pt x="244" y="28"/>
                    <a:pt x="246" y="31"/>
                    <a:pt x="250" y="32"/>
                  </a:cubicBezTo>
                  <a:cubicBezTo>
                    <a:pt x="301" y="53"/>
                    <a:pt x="301" y="53"/>
                    <a:pt x="301" y="53"/>
                  </a:cubicBezTo>
                  <a:cubicBezTo>
                    <a:pt x="300" y="53"/>
                    <a:pt x="300" y="53"/>
                    <a:pt x="300" y="53"/>
                  </a:cubicBezTo>
                  <a:cubicBezTo>
                    <a:pt x="257" y="78"/>
                    <a:pt x="257" y="78"/>
                    <a:pt x="257" y="78"/>
                  </a:cubicBezTo>
                  <a:cubicBezTo>
                    <a:pt x="255" y="79"/>
                    <a:pt x="253" y="81"/>
                    <a:pt x="253" y="84"/>
                  </a:cubicBezTo>
                  <a:cubicBezTo>
                    <a:pt x="253" y="84"/>
                    <a:pt x="253" y="84"/>
                    <a:pt x="253" y="84"/>
                  </a:cubicBezTo>
                  <a:cubicBezTo>
                    <a:pt x="253" y="85"/>
                    <a:pt x="253" y="85"/>
                    <a:pt x="253" y="85"/>
                  </a:cubicBezTo>
                  <a:cubicBezTo>
                    <a:pt x="252" y="86"/>
                    <a:pt x="250" y="89"/>
                    <a:pt x="250" y="89"/>
                  </a:cubicBezTo>
                  <a:cubicBezTo>
                    <a:pt x="249" y="88"/>
                    <a:pt x="249" y="85"/>
                    <a:pt x="249" y="83"/>
                  </a:cubicBezTo>
                  <a:cubicBezTo>
                    <a:pt x="249" y="78"/>
                    <a:pt x="250" y="71"/>
                    <a:pt x="243" y="70"/>
                  </a:cubicBezTo>
                  <a:cubicBezTo>
                    <a:pt x="237" y="68"/>
                    <a:pt x="233" y="72"/>
                    <a:pt x="230" y="77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221" y="33"/>
                    <a:pt x="221" y="33"/>
                    <a:pt x="221" y="33"/>
                  </a:cubicBezTo>
                  <a:cubicBezTo>
                    <a:pt x="224" y="32"/>
                    <a:pt x="227" y="29"/>
                    <a:pt x="227" y="26"/>
                  </a:cubicBezTo>
                  <a:cubicBezTo>
                    <a:pt x="227" y="26"/>
                    <a:pt x="227" y="26"/>
                    <a:pt x="227" y="26"/>
                  </a:cubicBezTo>
                  <a:cubicBezTo>
                    <a:pt x="227" y="23"/>
                    <a:pt x="225" y="20"/>
                    <a:pt x="222" y="19"/>
                  </a:cubicBezTo>
                  <a:cubicBezTo>
                    <a:pt x="222" y="19"/>
                    <a:pt x="222" y="19"/>
                    <a:pt x="222" y="19"/>
                  </a:cubicBezTo>
                  <a:cubicBezTo>
                    <a:pt x="222" y="19"/>
                    <a:pt x="197" y="13"/>
                    <a:pt x="179" y="9"/>
                  </a:cubicBezTo>
                  <a:cubicBezTo>
                    <a:pt x="185" y="9"/>
                    <a:pt x="193" y="9"/>
                    <a:pt x="200" y="9"/>
                  </a:cubicBezTo>
                  <a:cubicBezTo>
                    <a:pt x="212" y="9"/>
                    <a:pt x="217" y="9"/>
                    <a:pt x="219" y="9"/>
                  </a:cubicBezTo>
                  <a:cubicBezTo>
                    <a:pt x="217" y="1"/>
                    <a:pt x="217" y="1"/>
                    <a:pt x="217" y="1"/>
                  </a:cubicBezTo>
                  <a:cubicBezTo>
                    <a:pt x="216" y="1"/>
                    <a:pt x="208" y="1"/>
                    <a:pt x="200" y="1"/>
                  </a:cubicBezTo>
                  <a:cubicBezTo>
                    <a:pt x="189" y="1"/>
                    <a:pt x="176" y="1"/>
                    <a:pt x="170" y="1"/>
                  </a:cubicBezTo>
                  <a:cubicBezTo>
                    <a:pt x="159" y="2"/>
                    <a:pt x="156" y="3"/>
                    <a:pt x="155" y="7"/>
                  </a:cubicBezTo>
                  <a:cubicBezTo>
                    <a:pt x="155" y="7"/>
                    <a:pt x="155" y="7"/>
                    <a:pt x="155" y="8"/>
                  </a:cubicBezTo>
                  <a:cubicBezTo>
                    <a:pt x="155" y="9"/>
                    <a:pt x="155" y="10"/>
                    <a:pt x="157" y="11"/>
                  </a:cubicBezTo>
                  <a:cubicBezTo>
                    <a:pt x="155" y="12"/>
                    <a:pt x="154" y="11"/>
                    <a:pt x="152" y="10"/>
                  </a:cubicBezTo>
                  <a:cubicBezTo>
                    <a:pt x="150" y="8"/>
                    <a:pt x="150" y="8"/>
                    <a:pt x="150" y="8"/>
                  </a:cubicBezTo>
                  <a:cubicBezTo>
                    <a:pt x="146" y="5"/>
                    <a:pt x="141" y="1"/>
                    <a:pt x="134" y="4"/>
                  </a:cubicBezTo>
                  <a:cubicBezTo>
                    <a:pt x="131" y="3"/>
                    <a:pt x="128" y="3"/>
                    <a:pt x="122" y="2"/>
                  </a:cubicBezTo>
                  <a:cubicBezTo>
                    <a:pt x="114" y="1"/>
                    <a:pt x="73" y="0"/>
                    <a:pt x="69" y="1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4" y="8"/>
                    <a:pt x="107" y="9"/>
                    <a:pt x="119" y="10"/>
                  </a:cubicBezTo>
                  <a:cubicBezTo>
                    <a:pt x="108" y="14"/>
                    <a:pt x="93" y="19"/>
                    <a:pt x="93" y="19"/>
                  </a:cubicBezTo>
                  <a:cubicBezTo>
                    <a:pt x="90" y="20"/>
                    <a:pt x="88" y="22"/>
                    <a:pt x="88" y="25"/>
                  </a:cubicBezTo>
                  <a:cubicBezTo>
                    <a:pt x="88" y="25"/>
                    <a:pt x="88" y="25"/>
                    <a:pt x="88" y="25"/>
                  </a:cubicBezTo>
                  <a:cubicBezTo>
                    <a:pt x="88" y="26"/>
                    <a:pt x="89" y="28"/>
                    <a:pt x="89" y="29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29"/>
                    <a:pt x="89" y="30"/>
                    <a:pt x="89" y="30"/>
                  </a:cubicBezTo>
                  <a:cubicBezTo>
                    <a:pt x="89" y="30"/>
                    <a:pt x="89" y="31"/>
                    <a:pt x="89" y="31"/>
                  </a:cubicBezTo>
                  <a:cubicBezTo>
                    <a:pt x="89" y="31"/>
                    <a:pt x="89" y="31"/>
                    <a:pt x="88" y="31"/>
                  </a:cubicBezTo>
                  <a:cubicBezTo>
                    <a:pt x="87" y="30"/>
                    <a:pt x="85" y="27"/>
                    <a:pt x="83" y="24"/>
                  </a:cubicBezTo>
                  <a:cubicBezTo>
                    <a:pt x="80" y="18"/>
                    <a:pt x="76" y="12"/>
                    <a:pt x="70" y="15"/>
                  </a:cubicBezTo>
                  <a:cubicBezTo>
                    <a:pt x="68" y="16"/>
                    <a:pt x="67" y="18"/>
                    <a:pt x="67" y="19"/>
                  </a:cubicBezTo>
                  <a:cubicBezTo>
                    <a:pt x="65" y="19"/>
                    <a:pt x="41" y="13"/>
                    <a:pt x="24" y="9"/>
                  </a:cubicBezTo>
                  <a:cubicBezTo>
                    <a:pt x="30" y="9"/>
                    <a:pt x="38" y="9"/>
                    <a:pt x="45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34" y="1"/>
                    <a:pt x="21" y="1"/>
                    <a:pt x="15" y="1"/>
                  </a:cubicBezTo>
                  <a:cubicBezTo>
                    <a:pt x="4" y="2"/>
                    <a:pt x="1" y="3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9"/>
                    <a:pt x="1" y="11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56" y="25"/>
                    <a:pt x="61" y="26"/>
                  </a:cubicBezTo>
                  <a:cubicBezTo>
                    <a:pt x="58" y="27"/>
                    <a:pt x="10" y="46"/>
                    <a:pt x="10" y="46"/>
                  </a:cubicBezTo>
                  <a:cubicBezTo>
                    <a:pt x="7" y="47"/>
                    <a:pt x="5" y="50"/>
                    <a:pt x="5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6"/>
                    <a:pt x="7" y="59"/>
                    <a:pt x="10" y="61"/>
                  </a:cubicBezTo>
                  <a:cubicBezTo>
                    <a:pt x="10" y="61"/>
                    <a:pt x="70" y="83"/>
                    <a:pt x="73" y="84"/>
                  </a:cubicBezTo>
                  <a:cubicBezTo>
                    <a:pt x="70" y="86"/>
                    <a:pt x="16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15" y="109"/>
                    <a:pt x="10" y="112"/>
                    <a:pt x="10" y="116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10" y="119"/>
                    <a:pt x="12" y="122"/>
                    <a:pt x="15" y="124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5" y="124"/>
                    <a:pt x="63" y="143"/>
                    <a:pt x="67" y="144"/>
                  </a:cubicBezTo>
                  <a:cubicBezTo>
                    <a:pt x="65" y="145"/>
                    <a:pt x="13" y="158"/>
                    <a:pt x="13" y="158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1" y="159"/>
                    <a:pt x="7" y="162"/>
                    <a:pt x="7" y="166"/>
                  </a:cubicBezTo>
                  <a:cubicBezTo>
                    <a:pt x="7" y="166"/>
                    <a:pt x="7" y="167"/>
                    <a:pt x="7" y="167"/>
                  </a:cubicBezTo>
                  <a:cubicBezTo>
                    <a:pt x="8" y="169"/>
                    <a:pt x="10" y="172"/>
                    <a:pt x="16" y="172"/>
                  </a:cubicBezTo>
                  <a:cubicBezTo>
                    <a:pt x="18" y="172"/>
                    <a:pt x="25" y="172"/>
                    <a:pt x="32" y="173"/>
                  </a:cubicBezTo>
                  <a:cubicBezTo>
                    <a:pt x="53" y="176"/>
                    <a:pt x="53" y="176"/>
                    <a:pt x="53" y="176"/>
                  </a:cubicBezTo>
                  <a:cubicBezTo>
                    <a:pt x="53" y="168"/>
                    <a:pt x="53" y="168"/>
                    <a:pt x="53" y="168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29" y="165"/>
                    <a:pt x="25" y="164"/>
                    <a:pt x="22" y="164"/>
                  </a:cubicBezTo>
                  <a:cubicBezTo>
                    <a:pt x="32" y="161"/>
                    <a:pt x="71" y="152"/>
                    <a:pt x="71" y="152"/>
                  </a:cubicBezTo>
                  <a:cubicBezTo>
                    <a:pt x="71" y="152"/>
                    <a:pt x="71" y="152"/>
                    <a:pt x="71" y="152"/>
                  </a:cubicBezTo>
                  <a:cubicBezTo>
                    <a:pt x="74" y="150"/>
                    <a:pt x="76" y="147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3"/>
                    <a:pt x="76" y="143"/>
                    <a:pt x="76" y="142"/>
                  </a:cubicBezTo>
                  <a:cubicBezTo>
                    <a:pt x="77" y="140"/>
                    <a:pt x="78" y="137"/>
                    <a:pt x="80" y="138"/>
                  </a:cubicBezTo>
                  <a:cubicBezTo>
                    <a:pt x="80" y="138"/>
                    <a:pt x="80" y="141"/>
                    <a:pt x="79" y="143"/>
                  </a:cubicBezTo>
                  <a:cubicBezTo>
                    <a:pt x="79" y="147"/>
                    <a:pt x="79" y="154"/>
                    <a:pt x="84" y="156"/>
                  </a:cubicBezTo>
                  <a:cubicBezTo>
                    <a:pt x="90" y="160"/>
                    <a:pt x="94" y="156"/>
                    <a:pt x="96" y="152"/>
                  </a:cubicBezTo>
                  <a:cubicBezTo>
                    <a:pt x="96" y="152"/>
                    <a:pt x="97" y="152"/>
                    <a:pt x="97" y="152"/>
                  </a:cubicBezTo>
                  <a:cubicBezTo>
                    <a:pt x="97" y="152"/>
                    <a:pt x="112" y="158"/>
                    <a:pt x="123" y="162"/>
                  </a:cubicBezTo>
                  <a:cubicBezTo>
                    <a:pt x="116" y="163"/>
                    <a:pt x="108" y="163"/>
                    <a:pt x="99" y="164"/>
                  </a:cubicBezTo>
                  <a:cubicBezTo>
                    <a:pt x="88" y="165"/>
                    <a:pt x="74" y="166"/>
                    <a:pt x="72" y="166"/>
                  </a:cubicBezTo>
                  <a:cubicBezTo>
                    <a:pt x="71" y="174"/>
                    <a:pt x="71" y="174"/>
                    <a:pt x="71" y="174"/>
                  </a:cubicBezTo>
                  <a:cubicBezTo>
                    <a:pt x="73" y="174"/>
                    <a:pt x="79" y="174"/>
                    <a:pt x="99" y="172"/>
                  </a:cubicBezTo>
                  <a:cubicBezTo>
                    <a:pt x="112" y="171"/>
                    <a:pt x="127" y="170"/>
                    <a:pt x="131" y="170"/>
                  </a:cubicBezTo>
                  <a:cubicBezTo>
                    <a:pt x="134" y="170"/>
                    <a:pt x="140" y="170"/>
                    <a:pt x="141" y="166"/>
                  </a:cubicBezTo>
                  <a:cubicBezTo>
                    <a:pt x="141" y="166"/>
                    <a:pt x="141" y="165"/>
                    <a:pt x="141" y="165"/>
                  </a:cubicBezTo>
                  <a:cubicBezTo>
                    <a:pt x="141" y="163"/>
                    <a:pt x="140" y="161"/>
                    <a:pt x="137" y="159"/>
                  </a:cubicBezTo>
                  <a:cubicBezTo>
                    <a:pt x="137" y="159"/>
                    <a:pt x="137" y="159"/>
                    <a:pt x="137" y="159"/>
                  </a:cubicBezTo>
                  <a:cubicBezTo>
                    <a:pt x="137" y="159"/>
                    <a:pt x="102" y="146"/>
                    <a:pt x="101" y="145"/>
                  </a:cubicBezTo>
                  <a:cubicBezTo>
                    <a:pt x="104" y="144"/>
                    <a:pt x="154" y="124"/>
                    <a:pt x="154" y="124"/>
                  </a:cubicBezTo>
                  <a:cubicBezTo>
                    <a:pt x="157" y="123"/>
                    <a:pt x="159" y="120"/>
                    <a:pt x="159" y="117"/>
                  </a:cubicBezTo>
                  <a:cubicBezTo>
                    <a:pt x="159" y="117"/>
                    <a:pt x="159" y="117"/>
                    <a:pt x="159" y="117"/>
                  </a:cubicBezTo>
                  <a:cubicBezTo>
                    <a:pt x="159" y="116"/>
                    <a:pt x="159" y="116"/>
                    <a:pt x="158" y="115"/>
                  </a:cubicBezTo>
                  <a:cubicBezTo>
                    <a:pt x="159" y="113"/>
                    <a:pt x="161" y="111"/>
                    <a:pt x="162" y="111"/>
                  </a:cubicBezTo>
                  <a:cubicBezTo>
                    <a:pt x="162" y="112"/>
                    <a:pt x="162" y="114"/>
                    <a:pt x="162" y="116"/>
                  </a:cubicBezTo>
                  <a:cubicBezTo>
                    <a:pt x="162" y="121"/>
                    <a:pt x="161" y="127"/>
                    <a:pt x="166" y="130"/>
                  </a:cubicBezTo>
                  <a:cubicBezTo>
                    <a:pt x="173" y="134"/>
                    <a:pt x="178" y="127"/>
                    <a:pt x="180" y="123"/>
                  </a:cubicBezTo>
                  <a:cubicBezTo>
                    <a:pt x="180" y="123"/>
                    <a:pt x="180" y="124"/>
                    <a:pt x="180" y="124"/>
                  </a:cubicBezTo>
                  <a:cubicBezTo>
                    <a:pt x="180" y="124"/>
                    <a:pt x="219" y="143"/>
                    <a:pt x="222" y="144"/>
                  </a:cubicBezTo>
                  <a:cubicBezTo>
                    <a:pt x="220" y="145"/>
                    <a:pt x="165" y="159"/>
                    <a:pt x="165" y="159"/>
                  </a:cubicBezTo>
                  <a:cubicBezTo>
                    <a:pt x="162" y="160"/>
                    <a:pt x="160" y="162"/>
                    <a:pt x="160" y="165"/>
                  </a:cubicBezTo>
                  <a:cubicBezTo>
                    <a:pt x="160" y="165"/>
                    <a:pt x="160" y="166"/>
                    <a:pt x="160" y="166"/>
                  </a:cubicBezTo>
                  <a:cubicBezTo>
                    <a:pt x="160" y="169"/>
                    <a:pt x="164" y="173"/>
                    <a:pt x="171" y="173"/>
                  </a:cubicBezTo>
                  <a:cubicBezTo>
                    <a:pt x="192" y="173"/>
                    <a:pt x="192" y="173"/>
                    <a:pt x="192" y="173"/>
                  </a:cubicBezTo>
                  <a:cubicBezTo>
                    <a:pt x="209" y="173"/>
                    <a:pt x="217" y="173"/>
                    <a:pt x="219" y="173"/>
                  </a:cubicBezTo>
                  <a:cubicBezTo>
                    <a:pt x="218" y="165"/>
                    <a:pt x="218" y="165"/>
                    <a:pt x="218" y="165"/>
                  </a:cubicBezTo>
                  <a:cubicBezTo>
                    <a:pt x="216" y="165"/>
                    <a:pt x="202" y="165"/>
                    <a:pt x="192" y="165"/>
                  </a:cubicBezTo>
                  <a:cubicBezTo>
                    <a:pt x="192" y="165"/>
                    <a:pt x="179" y="165"/>
                    <a:pt x="174" y="165"/>
                  </a:cubicBezTo>
                  <a:cubicBezTo>
                    <a:pt x="185" y="162"/>
                    <a:pt x="226" y="152"/>
                    <a:pt x="226" y="152"/>
                  </a:cubicBezTo>
                  <a:cubicBezTo>
                    <a:pt x="226" y="152"/>
                    <a:pt x="226" y="152"/>
                    <a:pt x="226" y="152"/>
                  </a:cubicBezTo>
                  <a:cubicBezTo>
                    <a:pt x="229" y="150"/>
                    <a:pt x="231" y="147"/>
                    <a:pt x="231" y="144"/>
                  </a:cubicBezTo>
                  <a:cubicBezTo>
                    <a:pt x="231" y="144"/>
                    <a:pt x="231" y="144"/>
                    <a:pt x="231" y="144"/>
                  </a:cubicBezTo>
                  <a:cubicBezTo>
                    <a:pt x="231" y="142"/>
                    <a:pt x="230" y="139"/>
                    <a:pt x="228" y="138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4" y="117"/>
                    <a:pt x="184" y="116"/>
                    <a:pt x="184" y="116"/>
                  </a:cubicBezTo>
                  <a:cubicBezTo>
                    <a:pt x="184" y="116"/>
                    <a:pt x="185" y="115"/>
                    <a:pt x="186" y="115"/>
                  </a:cubicBezTo>
                  <a:cubicBezTo>
                    <a:pt x="232" y="91"/>
                    <a:pt x="232" y="91"/>
                    <a:pt x="232" y="91"/>
                  </a:cubicBezTo>
                  <a:cubicBezTo>
                    <a:pt x="235" y="90"/>
                    <a:pt x="236" y="88"/>
                    <a:pt x="237" y="85"/>
                  </a:cubicBezTo>
                  <a:cubicBezTo>
                    <a:pt x="237" y="85"/>
                    <a:pt x="237" y="85"/>
                    <a:pt x="237" y="84"/>
                  </a:cubicBezTo>
                  <a:cubicBezTo>
                    <a:pt x="237" y="84"/>
                    <a:pt x="236" y="84"/>
                    <a:pt x="236" y="83"/>
                  </a:cubicBezTo>
                  <a:cubicBezTo>
                    <a:pt x="237" y="80"/>
                    <a:pt x="240" y="77"/>
                    <a:pt x="241" y="77"/>
                  </a:cubicBezTo>
                  <a:cubicBezTo>
                    <a:pt x="241" y="78"/>
                    <a:pt x="241" y="81"/>
                    <a:pt x="241" y="82"/>
                  </a:cubicBezTo>
                  <a:cubicBezTo>
                    <a:pt x="241" y="87"/>
                    <a:pt x="240" y="93"/>
                    <a:pt x="245" y="96"/>
                  </a:cubicBezTo>
                  <a:cubicBezTo>
                    <a:pt x="251" y="99"/>
                    <a:pt x="255" y="95"/>
                    <a:pt x="258" y="92"/>
                  </a:cubicBezTo>
                  <a:cubicBezTo>
                    <a:pt x="305" y="117"/>
                    <a:pt x="305" y="117"/>
                    <a:pt x="305" y="117"/>
                  </a:cubicBezTo>
                  <a:cubicBezTo>
                    <a:pt x="305" y="117"/>
                    <a:pt x="305" y="117"/>
                    <a:pt x="305" y="117"/>
                  </a:cubicBezTo>
                  <a:cubicBezTo>
                    <a:pt x="303" y="118"/>
                    <a:pt x="251" y="139"/>
                    <a:pt x="251" y="139"/>
                  </a:cubicBezTo>
                  <a:cubicBezTo>
                    <a:pt x="251" y="139"/>
                    <a:pt x="251" y="139"/>
                    <a:pt x="251" y="139"/>
                  </a:cubicBezTo>
                  <a:cubicBezTo>
                    <a:pt x="249" y="140"/>
                    <a:pt x="247" y="142"/>
                    <a:pt x="247" y="145"/>
                  </a:cubicBezTo>
                  <a:cubicBezTo>
                    <a:pt x="247" y="145"/>
                    <a:pt x="247" y="145"/>
                    <a:pt x="247" y="145"/>
                  </a:cubicBezTo>
                  <a:cubicBezTo>
                    <a:pt x="247" y="148"/>
                    <a:pt x="249" y="151"/>
                    <a:pt x="252" y="152"/>
                  </a:cubicBezTo>
                  <a:cubicBezTo>
                    <a:pt x="252" y="152"/>
                    <a:pt x="267" y="158"/>
                    <a:pt x="278" y="162"/>
                  </a:cubicBezTo>
                  <a:cubicBezTo>
                    <a:pt x="272" y="163"/>
                    <a:pt x="263" y="163"/>
                    <a:pt x="254" y="164"/>
                  </a:cubicBezTo>
                  <a:cubicBezTo>
                    <a:pt x="243" y="165"/>
                    <a:pt x="230" y="166"/>
                    <a:pt x="228" y="166"/>
                  </a:cubicBezTo>
                  <a:cubicBezTo>
                    <a:pt x="227" y="174"/>
                    <a:pt x="227" y="174"/>
                    <a:pt x="227" y="174"/>
                  </a:cubicBezTo>
                  <a:cubicBezTo>
                    <a:pt x="228" y="174"/>
                    <a:pt x="235" y="174"/>
                    <a:pt x="255" y="172"/>
                  </a:cubicBezTo>
                  <a:cubicBezTo>
                    <a:pt x="268" y="171"/>
                    <a:pt x="283" y="170"/>
                    <a:pt x="287" y="170"/>
                  </a:cubicBezTo>
                  <a:cubicBezTo>
                    <a:pt x="289" y="170"/>
                    <a:pt x="292" y="170"/>
                    <a:pt x="294" y="169"/>
                  </a:cubicBezTo>
                  <a:cubicBezTo>
                    <a:pt x="296" y="169"/>
                    <a:pt x="298" y="168"/>
                    <a:pt x="300" y="168"/>
                  </a:cubicBezTo>
                  <a:cubicBezTo>
                    <a:pt x="308" y="165"/>
                    <a:pt x="309" y="166"/>
                    <a:pt x="309" y="168"/>
                  </a:cubicBezTo>
                  <a:cubicBezTo>
                    <a:pt x="311" y="167"/>
                    <a:pt x="311" y="167"/>
                    <a:pt x="311" y="167"/>
                  </a:cubicBezTo>
                  <a:cubicBezTo>
                    <a:pt x="313" y="170"/>
                    <a:pt x="317" y="170"/>
                    <a:pt x="320" y="170"/>
                  </a:cubicBezTo>
                  <a:cubicBezTo>
                    <a:pt x="324" y="170"/>
                    <a:pt x="336" y="170"/>
                    <a:pt x="346" y="171"/>
                  </a:cubicBezTo>
                  <a:cubicBezTo>
                    <a:pt x="358" y="172"/>
                    <a:pt x="358" y="172"/>
                    <a:pt x="358" y="172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47" y="163"/>
                    <a:pt x="347" y="163"/>
                    <a:pt x="347" y="163"/>
                  </a:cubicBezTo>
                  <a:cubicBezTo>
                    <a:pt x="342" y="163"/>
                    <a:pt x="338" y="163"/>
                    <a:pt x="334" y="162"/>
                  </a:cubicBezTo>
                  <a:cubicBezTo>
                    <a:pt x="351" y="158"/>
                    <a:pt x="376" y="152"/>
                    <a:pt x="376" y="152"/>
                  </a:cubicBezTo>
                  <a:cubicBezTo>
                    <a:pt x="376" y="152"/>
                    <a:pt x="376" y="152"/>
                    <a:pt x="376" y="152"/>
                  </a:cubicBezTo>
                  <a:cubicBezTo>
                    <a:pt x="379" y="150"/>
                    <a:pt x="381" y="147"/>
                    <a:pt x="381" y="144"/>
                  </a:cubicBezTo>
                  <a:cubicBezTo>
                    <a:pt x="381" y="144"/>
                    <a:pt x="381" y="144"/>
                    <a:pt x="381" y="144"/>
                  </a:cubicBezTo>
                  <a:cubicBezTo>
                    <a:pt x="381" y="143"/>
                    <a:pt x="381" y="143"/>
                    <a:pt x="381" y="142"/>
                  </a:cubicBezTo>
                  <a:cubicBezTo>
                    <a:pt x="382" y="140"/>
                    <a:pt x="383" y="137"/>
                    <a:pt x="384" y="138"/>
                  </a:cubicBezTo>
                  <a:cubicBezTo>
                    <a:pt x="385" y="138"/>
                    <a:pt x="384" y="141"/>
                    <a:pt x="384" y="143"/>
                  </a:cubicBezTo>
                  <a:cubicBezTo>
                    <a:pt x="384" y="147"/>
                    <a:pt x="384" y="154"/>
                    <a:pt x="389" y="156"/>
                  </a:cubicBezTo>
                  <a:cubicBezTo>
                    <a:pt x="395" y="160"/>
                    <a:pt x="399" y="156"/>
                    <a:pt x="401" y="152"/>
                  </a:cubicBezTo>
                  <a:cubicBezTo>
                    <a:pt x="401" y="152"/>
                    <a:pt x="401" y="152"/>
                    <a:pt x="401" y="152"/>
                  </a:cubicBezTo>
                  <a:cubicBezTo>
                    <a:pt x="401" y="152"/>
                    <a:pt x="417" y="158"/>
                    <a:pt x="427" y="162"/>
                  </a:cubicBezTo>
                  <a:cubicBezTo>
                    <a:pt x="421" y="163"/>
                    <a:pt x="413" y="163"/>
                    <a:pt x="404" y="164"/>
                  </a:cubicBezTo>
                  <a:cubicBezTo>
                    <a:pt x="393" y="165"/>
                    <a:pt x="379" y="166"/>
                    <a:pt x="377" y="166"/>
                  </a:cubicBezTo>
                  <a:cubicBezTo>
                    <a:pt x="376" y="174"/>
                    <a:pt x="376" y="174"/>
                    <a:pt x="376" y="174"/>
                  </a:cubicBezTo>
                  <a:cubicBezTo>
                    <a:pt x="378" y="174"/>
                    <a:pt x="384" y="174"/>
                    <a:pt x="404" y="172"/>
                  </a:cubicBezTo>
                  <a:cubicBezTo>
                    <a:pt x="417" y="171"/>
                    <a:pt x="432" y="170"/>
                    <a:pt x="436" y="170"/>
                  </a:cubicBezTo>
                  <a:cubicBezTo>
                    <a:pt x="439" y="170"/>
                    <a:pt x="445" y="170"/>
                    <a:pt x="446" y="166"/>
                  </a:cubicBezTo>
                  <a:cubicBezTo>
                    <a:pt x="446" y="166"/>
                    <a:pt x="446" y="165"/>
                    <a:pt x="446" y="165"/>
                  </a:cubicBezTo>
                  <a:cubicBezTo>
                    <a:pt x="446" y="163"/>
                    <a:pt x="445" y="161"/>
                    <a:pt x="442" y="159"/>
                  </a:cubicBezTo>
                  <a:cubicBezTo>
                    <a:pt x="442" y="159"/>
                    <a:pt x="442" y="159"/>
                    <a:pt x="442" y="159"/>
                  </a:cubicBezTo>
                  <a:cubicBezTo>
                    <a:pt x="442" y="159"/>
                    <a:pt x="406" y="145"/>
                    <a:pt x="405" y="145"/>
                  </a:cubicBezTo>
                  <a:cubicBezTo>
                    <a:pt x="408" y="144"/>
                    <a:pt x="444" y="123"/>
                    <a:pt x="444" y="123"/>
                  </a:cubicBezTo>
                  <a:cubicBezTo>
                    <a:pt x="443" y="123"/>
                    <a:pt x="443" y="123"/>
                    <a:pt x="443" y="123"/>
                  </a:cubicBezTo>
                  <a:cubicBezTo>
                    <a:pt x="446" y="122"/>
                    <a:pt x="448" y="119"/>
                    <a:pt x="448" y="116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4" name="Freeform 110">
              <a:extLst>
                <a:ext uri="{FF2B5EF4-FFF2-40B4-BE49-F238E27FC236}">
                  <a16:creationId xmlns:a16="http://schemas.microsoft.com/office/drawing/2014/main" id="{0485F051-2FC4-4570-B5D9-779CAAFF7B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3" y="2674"/>
              <a:ext cx="1120" cy="440"/>
            </a:xfrm>
            <a:custGeom>
              <a:avLst/>
              <a:gdLst>
                <a:gd name="T0" fmla="*/ 6125 w 448"/>
                <a:gd name="T1" fmla="*/ 2238 h 176"/>
                <a:gd name="T2" fmla="*/ 5250 w 448"/>
                <a:gd name="T3" fmla="*/ 1800 h 176"/>
                <a:gd name="T4" fmla="*/ 6250 w 448"/>
                <a:gd name="T5" fmla="*/ 2175 h 176"/>
                <a:gd name="T6" fmla="*/ 4583 w 448"/>
                <a:gd name="T7" fmla="*/ 2488 h 176"/>
                <a:gd name="T8" fmla="*/ 4813 w 448"/>
                <a:gd name="T9" fmla="*/ 1720 h 176"/>
                <a:gd name="T10" fmla="*/ 5063 w 448"/>
                <a:gd name="T11" fmla="*/ 938 h 176"/>
                <a:gd name="T12" fmla="*/ 5175 w 448"/>
                <a:gd name="T13" fmla="*/ 1938 h 176"/>
                <a:gd name="T14" fmla="*/ 4770 w 448"/>
                <a:gd name="T15" fmla="*/ 720 h 176"/>
                <a:gd name="T16" fmla="*/ 5925 w 448"/>
                <a:gd name="T17" fmla="*/ 425 h 176"/>
                <a:gd name="T18" fmla="*/ 6813 w 448"/>
                <a:gd name="T19" fmla="*/ 813 h 176"/>
                <a:gd name="T20" fmla="*/ 2738 w 448"/>
                <a:gd name="T21" fmla="*/ 1813 h 176"/>
                <a:gd name="T22" fmla="*/ 2563 w 448"/>
                <a:gd name="T23" fmla="*/ 1613 h 176"/>
                <a:gd name="T24" fmla="*/ 2425 w 448"/>
                <a:gd name="T25" fmla="*/ 833 h 176"/>
                <a:gd name="T26" fmla="*/ 2113 w 448"/>
                <a:gd name="T27" fmla="*/ 188 h 176"/>
                <a:gd name="T28" fmla="*/ 2750 w 448"/>
                <a:gd name="T29" fmla="*/ 720 h 176"/>
                <a:gd name="T30" fmla="*/ 1488 w 448"/>
                <a:gd name="T31" fmla="*/ 2175 h 176"/>
                <a:gd name="T32" fmla="*/ 1363 w 448"/>
                <a:gd name="T33" fmla="*/ 2238 h 176"/>
                <a:gd name="T34" fmla="*/ 1208 w 448"/>
                <a:gd name="T35" fmla="*/ 1425 h 176"/>
                <a:gd name="T36" fmla="*/ 1113 w 448"/>
                <a:gd name="T37" fmla="*/ 458 h 176"/>
                <a:gd name="T38" fmla="*/ 2300 w 448"/>
                <a:gd name="T39" fmla="*/ 833 h 176"/>
                <a:gd name="T40" fmla="*/ 2345 w 448"/>
                <a:gd name="T41" fmla="*/ 1833 h 176"/>
                <a:gd name="T42" fmla="*/ 6145 w 448"/>
                <a:gd name="T43" fmla="*/ 1313 h 176"/>
                <a:gd name="T44" fmla="*/ 6300 w 448"/>
                <a:gd name="T45" fmla="*/ 395 h 176"/>
                <a:gd name="T46" fmla="*/ 5845 w 448"/>
                <a:gd name="T47" fmla="*/ 20 h 176"/>
                <a:gd name="T48" fmla="*/ 6158 w 448"/>
                <a:gd name="T49" fmla="*/ 458 h 176"/>
                <a:gd name="T50" fmla="*/ 5863 w 448"/>
                <a:gd name="T51" fmla="*/ 238 h 176"/>
                <a:gd name="T52" fmla="*/ 5470 w 448"/>
                <a:gd name="T53" fmla="*/ 20 h 176"/>
                <a:gd name="T54" fmla="*/ 5738 w 448"/>
                <a:gd name="T55" fmla="*/ 408 h 176"/>
                <a:gd name="T56" fmla="*/ 5020 w 448"/>
                <a:gd name="T57" fmla="*/ 800 h 176"/>
                <a:gd name="T58" fmla="*/ 4533 w 448"/>
                <a:gd name="T59" fmla="*/ 208 h 176"/>
                <a:gd name="T60" fmla="*/ 3550 w 448"/>
                <a:gd name="T61" fmla="*/ 145 h 176"/>
                <a:gd name="T62" fmla="*/ 4708 w 448"/>
                <a:gd name="T63" fmla="*/ 833 h 176"/>
                <a:gd name="T64" fmla="*/ 3908 w 448"/>
                <a:gd name="T65" fmla="*/ 1395 h 176"/>
                <a:gd name="T66" fmla="*/ 2783 w 448"/>
                <a:gd name="T67" fmla="*/ 833 h 176"/>
                <a:gd name="T68" fmla="*/ 3470 w 448"/>
                <a:gd name="T69" fmla="*/ 300 h 176"/>
                <a:gd name="T70" fmla="*/ 2658 w 448"/>
                <a:gd name="T71" fmla="*/ 20 h 176"/>
                <a:gd name="T72" fmla="*/ 2095 w 448"/>
                <a:gd name="T73" fmla="*/ 63 h 176"/>
                <a:gd name="T74" fmla="*/ 1375 w 448"/>
                <a:gd name="T75" fmla="*/ 395 h 176"/>
                <a:gd name="T76" fmla="*/ 1375 w 448"/>
                <a:gd name="T77" fmla="*/ 488 h 176"/>
                <a:gd name="T78" fmla="*/ 770 w 448"/>
                <a:gd name="T79" fmla="*/ 145 h 176"/>
                <a:gd name="T80" fmla="*/ 50 w 448"/>
                <a:gd name="T81" fmla="*/ 188 h 176"/>
                <a:gd name="T82" fmla="*/ 158 w 448"/>
                <a:gd name="T83" fmla="*/ 958 h 176"/>
                <a:gd name="T84" fmla="*/ 238 w 448"/>
                <a:gd name="T85" fmla="*/ 1938 h 176"/>
                <a:gd name="T86" fmla="*/ 113 w 448"/>
                <a:gd name="T87" fmla="*/ 2613 h 176"/>
                <a:gd name="T88" fmla="*/ 345 w 448"/>
                <a:gd name="T89" fmla="*/ 2563 h 176"/>
                <a:gd name="T90" fmla="*/ 1250 w 448"/>
                <a:gd name="T91" fmla="*/ 2158 h 176"/>
                <a:gd name="T92" fmla="*/ 1550 w 448"/>
                <a:gd name="T93" fmla="*/ 2563 h 176"/>
                <a:gd name="T94" fmla="*/ 2208 w 448"/>
                <a:gd name="T95" fmla="*/ 2583 h 176"/>
                <a:gd name="T96" fmla="*/ 2488 w 448"/>
                <a:gd name="T97" fmla="*/ 1833 h 176"/>
                <a:gd name="T98" fmla="*/ 2813 w 448"/>
                <a:gd name="T99" fmla="*/ 1938 h 176"/>
                <a:gd name="T100" fmla="*/ 3000 w 448"/>
                <a:gd name="T101" fmla="*/ 2708 h 176"/>
                <a:gd name="T102" fmla="*/ 3533 w 448"/>
                <a:gd name="T103" fmla="*/ 2375 h 176"/>
                <a:gd name="T104" fmla="*/ 2875 w 448"/>
                <a:gd name="T105" fmla="*/ 1813 h 176"/>
                <a:gd name="T106" fmla="*/ 3770 w 448"/>
                <a:gd name="T107" fmla="*/ 1208 h 176"/>
                <a:gd name="T108" fmla="*/ 3925 w 448"/>
                <a:gd name="T109" fmla="*/ 2175 h 176"/>
                <a:gd name="T110" fmla="*/ 3970 w 448"/>
                <a:gd name="T111" fmla="*/ 2563 h 176"/>
                <a:gd name="T112" fmla="*/ 4688 w 448"/>
                <a:gd name="T113" fmla="*/ 2625 h 176"/>
                <a:gd name="T114" fmla="*/ 5613 w 448"/>
                <a:gd name="T115" fmla="*/ 2563 h 176"/>
                <a:gd name="T116" fmla="*/ 5958 w 448"/>
                <a:gd name="T117" fmla="*/ 2250 h 176"/>
                <a:gd name="T118" fmla="*/ 6270 w 448"/>
                <a:gd name="T119" fmla="*/ 2375 h 176"/>
                <a:gd name="T120" fmla="*/ 6813 w 448"/>
                <a:gd name="T121" fmla="*/ 2658 h 176"/>
                <a:gd name="T122" fmla="*/ 6938 w 448"/>
                <a:gd name="T123" fmla="*/ 1925 h 1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8" h="176">
                  <a:moveTo>
                    <a:pt x="400" y="139"/>
                  </a:moveTo>
                  <a:cubicBezTo>
                    <a:pt x="398" y="140"/>
                    <a:pt x="397" y="142"/>
                    <a:pt x="397" y="145"/>
                  </a:cubicBezTo>
                  <a:cubicBezTo>
                    <a:pt x="397" y="145"/>
                    <a:pt x="397" y="145"/>
                    <a:pt x="397" y="145"/>
                  </a:cubicBezTo>
                  <a:cubicBezTo>
                    <a:pt x="396" y="145"/>
                    <a:pt x="396" y="145"/>
                    <a:pt x="396" y="145"/>
                  </a:cubicBezTo>
                  <a:cubicBezTo>
                    <a:pt x="395" y="147"/>
                    <a:pt x="394" y="149"/>
                    <a:pt x="393" y="150"/>
                  </a:cubicBezTo>
                  <a:cubicBezTo>
                    <a:pt x="392" y="149"/>
                    <a:pt x="392" y="145"/>
                    <a:pt x="392" y="143"/>
                  </a:cubicBezTo>
                  <a:cubicBezTo>
                    <a:pt x="393" y="139"/>
                    <a:pt x="393" y="132"/>
                    <a:pt x="387" y="130"/>
                  </a:cubicBezTo>
                  <a:cubicBezTo>
                    <a:pt x="381" y="128"/>
                    <a:pt x="377" y="132"/>
                    <a:pt x="374" y="137"/>
                  </a:cubicBezTo>
                  <a:cubicBezTo>
                    <a:pt x="334" y="117"/>
                    <a:pt x="334" y="117"/>
                    <a:pt x="334" y="117"/>
                  </a:cubicBezTo>
                  <a:cubicBezTo>
                    <a:pt x="334" y="117"/>
                    <a:pt x="334" y="117"/>
                    <a:pt x="334" y="117"/>
                  </a:cubicBezTo>
                  <a:cubicBezTo>
                    <a:pt x="334" y="117"/>
                    <a:pt x="334" y="116"/>
                    <a:pt x="334" y="116"/>
                  </a:cubicBezTo>
                  <a:cubicBezTo>
                    <a:pt x="334" y="116"/>
                    <a:pt x="335" y="115"/>
                    <a:pt x="336" y="115"/>
                  </a:cubicBezTo>
                  <a:cubicBezTo>
                    <a:pt x="382" y="91"/>
                    <a:pt x="382" y="91"/>
                    <a:pt x="382" y="91"/>
                  </a:cubicBezTo>
                  <a:cubicBezTo>
                    <a:pt x="384" y="90"/>
                    <a:pt x="385" y="89"/>
                    <a:pt x="386" y="88"/>
                  </a:cubicBezTo>
                  <a:cubicBezTo>
                    <a:pt x="387" y="89"/>
                    <a:pt x="388" y="91"/>
                    <a:pt x="389" y="92"/>
                  </a:cubicBezTo>
                  <a:cubicBezTo>
                    <a:pt x="439" y="116"/>
                    <a:pt x="439" y="116"/>
                    <a:pt x="439" y="116"/>
                  </a:cubicBezTo>
                  <a:cubicBezTo>
                    <a:pt x="439" y="116"/>
                    <a:pt x="439" y="116"/>
                    <a:pt x="439" y="116"/>
                  </a:cubicBezTo>
                  <a:cubicBezTo>
                    <a:pt x="438" y="117"/>
                    <a:pt x="400" y="139"/>
                    <a:pt x="400" y="139"/>
                  </a:cubicBezTo>
                  <a:close/>
                  <a:moveTo>
                    <a:pt x="314" y="159"/>
                  </a:moveTo>
                  <a:cubicBezTo>
                    <a:pt x="314" y="159"/>
                    <a:pt x="314" y="159"/>
                    <a:pt x="314" y="159"/>
                  </a:cubicBezTo>
                  <a:cubicBezTo>
                    <a:pt x="314" y="159"/>
                    <a:pt x="313" y="160"/>
                    <a:pt x="313" y="160"/>
                  </a:cubicBezTo>
                  <a:cubicBezTo>
                    <a:pt x="308" y="157"/>
                    <a:pt x="302" y="159"/>
                    <a:pt x="298" y="160"/>
                  </a:cubicBezTo>
                  <a:cubicBezTo>
                    <a:pt x="297" y="160"/>
                    <a:pt x="296" y="161"/>
                    <a:pt x="295" y="161"/>
                  </a:cubicBezTo>
                  <a:cubicBezTo>
                    <a:pt x="294" y="160"/>
                    <a:pt x="294" y="160"/>
                    <a:pt x="293" y="159"/>
                  </a:cubicBezTo>
                  <a:cubicBezTo>
                    <a:pt x="293" y="159"/>
                    <a:pt x="293" y="159"/>
                    <a:pt x="293" y="159"/>
                  </a:cubicBezTo>
                  <a:cubicBezTo>
                    <a:pt x="293" y="159"/>
                    <a:pt x="258" y="146"/>
                    <a:pt x="256" y="145"/>
                  </a:cubicBezTo>
                  <a:cubicBezTo>
                    <a:pt x="260" y="144"/>
                    <a:pt x="310" y="124"/>
                    <a:pt x="310" y="124"/>
                  </a:cubicBezTo>
                  <a:cubicBezTo>
                    <a:pt x="312" y="123"/>
                    <a:pt x="314" y="120"/>
                    <a:pt x="314" y="117"/>
                  </a:cubicBezTo>
                  <a:cubicBezTo>
                    <a:pt x="314" y="117"/>
                    <a:pt x="314" y="117"/>
                    <a:pt x="314" y="117"/>
                  </a:cubicBezTo>
                  <a:cubicBezTo>
                    <a:pt x="314" y="114"/>
                    <a:pt x="312" y="111"/>
                    <a:pt x="308" y="110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1" y="85"/>
                    <a:pt x="261" y="85"/>
                    <a:pt x="261" y="84"/>
                  </a:cubicBezTo>
                  <a:cubicBezTo>
                    <a:pt x="262" y="84"/>
                    <a:pt x="304" y="60"/>
                    <a:pt x="304" y="60"/>
                  </a:cubicBezTo>
                  <a:cubicBezTo>
                    <a:pt x="307" y="59"/>
                    <a:pt x="309" y="57"/>
                    <a:pt x="309" y="54"/>
                  </a:cubicBezTo>
                  <a:cubicBezTo>
                    <a:pt x="309" y="57"/>
                    <a:pt x="310" y="60"/>
                    <a:pt x="313" y="62"/>
                  </a:cubicBezTo>
                  <a:cubicBezTo>
                    <a:pt x="318" y="64"/>
                    <a:pt x="321" y="62"/>
                    <a:pt x="324" y="60"/>
                  </a:cubicBezTo>
                  <a:cubicBezTo>
                    <a:pt x="324" y="60"/>
                    <a:pt x="325" y="60"/>
                    <a:pt x="325" y="61"/>
                  </a:cubicBezTo>
                  <a:cubicBezTo>
                    <a:pt x="325" y="61"/>
                    <a:pt x="376" y="83"/>
                    <a:pt x="378" y="84"/>
                  </a:cubicBezTo>
                  <a:cubicBezTo>
                    <a:pt x="375" y="86"/>
                    <a:pt x="332" y="108"/>
                    <a:pt x="332" y="108"/>
                  </a:cubicBezTo>
                  <a:cubicBezTo>
                    <a:pt x="330" y="109"/>
                    <a:pt x="325" y="112"/>
                    <a:pt x="325" y="116"/>
                  </a:cubicBezTo>
                  <a:cubicBezTo>
                    <a:pt x="325" y="116"/>
                    <a:pt x="325" y="116"/>
                    <a:pt x="325" y="116"/>
                  </a:cubicBezTo>
                  <a:cubicBezTo>
                    <a:pt x="325" y="119"/>
                    <a:pt x="327" y="122"/>
                    <a:pt x="331" y="124"/>
                  </a:cubicBezTo>
                  <a:cubicBezTo>
                    <a:pt x="331" y="124"/>
                    <a:pt x="369" y="143"/>
                    <a:pt x="372" y="144"/>
                  </a:cubicBezTo>
                  <a:cubicBezTo>
                    <a:pt x="370" y="145"/>
                    <a:pt x="314" y="159"/>
                    <a:pt x="314" y="159"/>
                  </a:cubicBezTo>
                  <a:close/>
                  <a:moveTo>
                    <a:pt x="309" y="43"/>
                  </a:moveTo>
                  <a:cubicBezTo>
                    <a:pt x="309" y="43"/>
                    <a:pt x="309" y="46"/>
                    <a:pt x="309" y="48"/>
                  </a:cubicBezTo>
                  <a:cubicBezTo>
                    <a:pt x="309" y="49"/>
                    <a:pt x="309" y="50"/>
                    <a:pt x="309" y="51"/>
                  </a:cubicBezTo>
                  <a:cubicBezTo>
                    <a:pt x="308" y="49"/>
                    <a:pt x="307" y="47"/>
                    <a:pt x="305" y="46"/>
                  </a:cubicBezTo>
                  <a:cubicBezTo>
                    <a:pt x="307" y="44"/>
                    <a:pt x="308" y="43"/>
                    <a:pt x="309" y="43"/>
                  </a:cubicBezTo>
                  <a:close/>
                  <a:moveTo>
                    <a:pt x="329" y="53"/>
                  </a:moveTo>
                  <a:cubicBezTo>
                    <a:pt x="371" y="33"/>
                    <a:pt x="371" y="33"/>
                    <a:pt x="371" y="33"/>
                  </a:cubicBezTo>
                  <a:cubicBezTo>
                    <a:pt x="373" y="32"/>
                    <a:pt x="375" y="31"/>
                    <a:pt x="376" y="29"/>
                  </a:cubicBezTo>
                  <a:cubicBezTo>
                    <a:pt x="377" y="28"/>
                    <a:pt x="378" y="26"/>
                    <a:pt x="378" y="25"/>
                  </a:cubicBezTo>
                  <a:cubicBezTo>
                    <a:pt x="379" y="26"/>
                    <a:pt x="379" y="27"/>
                    <a:pt x="379" y="27"/>
                  </a:cubicBezTo>
                  <a:cubicBezTo>
                    <a:pt x="382" y="33"/>
                    <a:pt x="384" y="38"/>
                    <a:pt x="389" y="38"/>
                  </a:cubicBezTo>
                  <a:cubicBezTo>
                    <a:pt x="393" y="37"/>
                    <a:pt x="398" y="37"/>
                    <a:pt x="400" y="33"/>
                  </a:cubicBezTo>
                  <a:cubicBezTo>
                    <a:pt x="400" y="33"/>
                    <a:pt x="400" y="33"/>
                    <a:pt x="400" y="33"/>
                  </a:cubicBezTo>
                  <a:cubicBezTo>
                    <a:pt x="436" y="52"/>
                    <a:pt x="436" y="52"/>
                    <a:pt x="436" y="52"/>
                  </a:cubicBezTo>
                  <a:cubicBezTo>
                    <a:pt x="436" y="52"/>
                    <a:pt x="436" y="52"/>
                    <a:pt x="437" y="52"/>
                  </a:cubicBezTo>
                  <a:cubicBezTo>
                    <a:pt x="437" y="52"/>
                    <a:pt x="436" y="52"/>
                    <a:pt x="436" y="52"/>
                  </a:cubicBezTo>
                  <a:cubicBezTo>
                    <a:pt x="389" y="78"/>
                    <a:pt x="389" y="78"/>
                    <a:pt x="389" y="78"/>
                  </a:cubicBezTo>
                  <a:cubicBezTo>
                    <a:pt x="388" y="78"/>
                    <a:pt x="387" y="80"/>
                    <a:pt x="386" y="81"/>
                  </a:cubicBezTo>
                  <a:cubicBezTo>
                    <a:pt x="385" y="80"/>
                    <a:pt x="384" y="78"/>
                    <a:pt x="382" y="77"/>
                  </a:cubicBezTo>
                  <a:cubicBezTo>
                    <a:pt x="329" y="53"/>
                    <a:pt x="329" y="53"/>
                    <a:pt x="329" y="53"/>
                  </a:cubicBezTo>
                  <a:close/>
                  <a:moveTo>
                    <a:pt x="182" y="108"/>
                  </a:moveTo>
                  <a:cubicBezTo>
                    <a:pt x="180" y="109"/>
                    <a:pt x="175" y="112"/>
                    <a:pt x="175" y="116"/>
                  </a:cubicBezTo>
                  <a:cubicBezTo>
                    <a:pt x="175" y="116"/>
                    <a:pt x="175" y="116"/>
                    <a:pt x="175" y="116"/>
                  </a:cubicBezTo>
                  <a:cubicBezTo>
                    <a:pt x="175" y="116"/>
                    <a:pt x="175" y="117"/>
                    <a:pt x="175" y="117"/>
                  </a:cubicBezTo>
                  <a:cubicBezTo>
                    <a:pt x="174" y="119"/>
                    <a:pt x="174" y="119"/>
                    <a:pt x="174" y="119"/>
                  </a:cubicBezTo>
                  <a:cubicBezTo>
                    <a:pt x="173" y="120"/>
                    <a:pt x="171" y="123"/>
                    <a:pt x="171" y="123"/>
                  </a:cubicBezTo>
                  <a:cubicBezTo>
                    <a:pt x="170" y="122"/>
                    <a:pt x="170" y="118"/>
                    <a:pt x="170" y="117"/>
                  </a:cubicBezTo>
                  <a:cubicBezTo>
                    <a:pt x="170" y="112"/>
                    <a:pt x="171" y="105"/>
                    <a:pt x="164" y="103"/>
                  </a:cubicBezTo>
                  <a:cubicBezTo>
                    <a:pt x="159" y="102"/>
                    <a:pt x="155" y="105"/>
                    <a:pt x="152" y="109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6" y="85"/>
                    <a:pt x="106" y="85"/>
                    <a:pt x="106" y="84"/>
                  </a:cubicBezTo>
                  <a:cubicBezTo>
                    <a:pt x="107" y="84"/>
                    <a:pt x="151" y="60"/>
                    <a:pt x="151" y="60"/>
                  </a:cubicBezTo>
                  <a:cubicBezTo>
                    <a:pt x="154" y="59"/>
                    <a:pt x="156" y="56"/>
                    <a:pt x="156" y="53"/>
                  </a:cubicBezTo>
                  <a:cubicBezTo>
                    <a:pt x="156" y="53"/>
                    <a:pt x="155" y="53"/>
                    <a:pt x="155" y="53"/>
                  </a:cubicBezTo>
                  <a:cubicBezTo>
                    <a:pt x="155" y="50"/>
                    <a:pt x="153" y="47"/>
                    <a:pt x="150" y="46"/>
                  </a:cubicBezTo>
                  <a:cubicBezTo>
                    <a:pt x="150" y="46"/>
                    <a:pt x="101" y="26"/>
                    <a:pt x="98" y="25"/>
                  </a:cubicBezTo>
                  <a:cubicBezTo>
                    <a:pt x="103" y="24"/>
                    <a:pt x="134" y="13"/>
                    <a:pt x="134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3"/>
                    <a:pt x="135" y="13"/>
                    <a:pt x="135" y="12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9" y="9"/>
                    <a:pt x="141" y="11"/>
                    <a:pt x="144" y="14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54" y="21"/>
                    <a:pt x="160" y="20"/>
                    <a:pt x="165" y="14"/>
                  </a:cubicBezTo>
                  <a:cubicBezTo>
                    <a:pt x="180" y="17"/>
                    <a:pt x="212" y="25"/>
                    <a:pt x="216" y="26"/>
                  </a:cubicBezTo>
                  <a:cubicBezTo>
                    <a:pt x="214" y="28"/>
                    <a:pt x="175" y="46"/>
                    <a:pt x="175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2" y="47"/>
                    <a:pt x="170" y="50"/>
                    <a:pt x="170" y="53"/>
                  </a:cubicBezTo>
                  <a:cubicBezTo>
                    <a:pt x="170" y="53"/>
                    <a:pt x="170" y="53"/>
                    <a:pt x="170" y="53"/>
                  </a:cubicBezTo>
                  <a:cubicBezTo>
                    <a:pt x="170" y="56"/>
                    <a:pt x="172" y="59"/>
                    <a:pt x="175" y="61"/>
                  </a:cubicBezTo>
                  <a:cubicBezTo>
                    <a:pt x="175" y="61"/>
                    <a:pt x="226" y="83"/>
                    <a:pt x="228" y="84"/>
                  </a:cubicBezTo>
                  <a:cubicBezTo>
                    <a:pt x="225" y="86"/>
                    <a:pt x="182" y="108"/>
                    <a:pt x="182" y="108"/>
                  </a:cubicBezTo>
                  <a:close/>
                  <a:moveTo>
                    <a:pt x="95" y="139"/>
                  </a:moveTo>
                  <a:cubicBezTo>
                    <a:pt x="95" y="139"/>
                    <a:pt x="95" y="139"/>
                    <a:pt x="95" y="139"/>
                  </a:cubicBezTo>
                  <a:cubicBezTo>
                    <a:pt x="93" y="140"/>
                    <a:pt x="92" y="142"/>
                    <a:pt x="92" y="145"/>
                  </a:cubicBezTo>
                  <a:cubicBezTo>
                    <a:pt x="92" y="145"/>
                    <a:pt x="92" y="145"/>
                    <a:pt x="92" y="145"/>
                  </a:cubicBezTo>
                  <a:cubicBezTo>
                    <a:pt x="91" y="145"/>
                    <a:pt x="91" y="145"/>
                    <a:pt x="91" y="145"/>
                  </a:cubicBezTo>
                  <a:cubicBezTo>
                    <a:pt x="91" y="147"/>
                    <a:pt x="89" y="149"/>
                    <a:pt x="88" y="150"/>
                  </a:cubicBezTo>
                  <a:cubicBezTo>
                    <a:pt x="87" y="149"/>
                    <a:pt x="87" y="145"/>
                    <a:pt x="87" y="143"/>
                  </a:cubicBezTo>
                  <a:cubicBezTo>
                    <a:pt x="88" y="139"/>
                    <a:pt x="88" y="132"/>
                    <a:pt x="82" y="130"/>
                  </a:cubicBezTo>
                  <a:cubicBezTo>
                    <a:pt x="76" y="128"/>
                    <a:pt x="72" y="132"/>
                    <a:pt x="69" y="137"/>
                  </a:cubicBezTo>
                  <a:cubicBezTo>
                    <a:pt x="58" y="132"/>
                    <a:pt x="20" y="117"/>
                    <a:pt x="19" y="117"/>
                  </a:cubicBezTo>
                  <a:cubicBezTo>
                    <a:pt x="19" y="116"/>
                    <a:pt x="19" y="116"/>
                    <a:pt x="18" y="116"/>
                  </a:cubicBezTo>
                  <a:cubicBezTo>
                    <a:pt x="19" y="116"/>
                    <a:pt x="19" y="115"/>
                    <a:pt x="20" y="115"/>
                  </a:cubicBezTo>
                  <a:cubicBezTo>
                    <a:pt x="21" y="114"/>
                    <a:pt x="77" y="91"/>
                    <a:pt x="77" y="91"/>
                  </a:cubicBezTo>
                  <a:cubicBezTo>
                    <a:pt x="80" y="90"/>
                    <a:pt x="82" y="88"/>
                    <a:pt x="82" y="85"/>
                  </a:cubicBezTo>
                  <a:cubicBezTo>
                    <a:pt x="82" y="85"/>
                    <a:pt x="82" y="85"/>
                    <a:pt x="82" y="84"/>
                  </a:cubicBezTo>
                  <a:cubicBezTo>
                    <a:pt x="82" y="81"/>
                    <a:pt x="80" y="79"/>
                    <a:pt x="77" y="77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8" y="32"/>
                    <a:pt x="70" y="31"/>
                    <a:pt x="71" y="29"/>
                  </a:cubicBezTo>
                  <a:cubicBezTo>
                    <a:pt x="73" y="27"/>
                    <a:pt x="73" y="25"/>
                    <a:pt x="74" y="24"/>
                  </a:cubicBezTo>
                  <a:cubicBezTo>
                    <a:pt x="75" y="26"/>
                    <a:pt x="76" y="27"/>
                    <a:pt x="77" y="29"/>
                  </a:cubicBezTo>
                  <a:cubicBezTo>
                    <a:pt x="80" y="35"/>
                    <a:pt x="83" y="39"/>
                    <a:pt x="88" y="39"/>
                  </a:cubicBezTo>
                  <a:cubicBezTo>
                    <a:pt x="91" y="39"/>
                    <a:pt x="94" y="38"/>
                    <a:pt x="95" y="36"/>
                  </a:cubicBezTo>
                  <a:cubicBezTo>
                    <a:pt x="96" y="35"/>
                    <a:pt x="96" y="34"/>
                    <a:pt x="96" y="33"/>
                  </a:cubicBezTo>
                  <a:cubicBezTo>
                    <a:pt x="147" y="53"/>
                    <a:pt x="147" y="53"/>
                    <a:pt x="147" y="53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9" y="79"/>
                    <a:pt x="98" y="81"/>
                    <a:pt x="98" y="84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8" y="87"/>
                    <a:pt x="99" y="90"/>
                    <a:pt x="102" y="92"/>
                  </a:cubicBezTo>
                  <a:cubicBezTo>
                    <a:pt x="149" y="117"/>
                    <a:pt x="149" y="117"/>
                    <a:pt x="149" y="117"/>
                  </a:cubicBezTo>
                  <a:cubicBezTo>
                    <a:pt x="149" y="117"/>
                    <a:pt x="149" y="117"/>
                    <a:pt x="150" y="117"/>
                  </a:cubicBezTo>
                  <a:cubicBezTo>
                    <a:pt x="147" y="118"/>
                    <a:pt x="95" y="139"/>
                    <a:pt x="95" y="139"/>
                  </a:cubicBezTo>
                  <a:close/>
                  <a:moveTo>
                    <a:pt x="448" y="116"/>
                  </a:moveTo>
                  <a:cubicBezTo>
                    <a:pt x="448" y="116"/>
                    <a:pt x="448" y="116"/>
                    <a:pt x="448" y="116"/>
                  </a:cubicBezTo>
                  <a:cubicBezTo>
                    <a:pt x="448" y="113"/>
                    <a:pt x="446" y="110"/>
                    <a:pt x="442" y="109"/>
                  </a:cubicBezTo>
                  <a:cubicBezTo>
                    <a:pt x="393" y="85"/>
                    <a:pt x="393" y="85"/>
                    <a:pt x="393" y="85"/>
                  </a:cubicBezTo>
                  <a:cubicBezTo>
                    <a:pt x="393" y="85"/>
                    <a:pt x="393" y="85"/>
                    <a:pt x="393" y="84"/>
                  </a:cubicBezTo>
                  <a:cubicBezTo>
                    <a:pt x="394" y="84"/>
                    <a:pt x="440" y="59"/>
                    <a:pt x="440" y="59"/>
                  </a:cubicBezTo>
                  <a:cubicBezTo>
                    <a:pt x="443" y="58"/>
                    <a:pt x="445" y="55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49"/>
                    <a:pt x="443" y="46"/>
                    <a:pt x="439" y="45"/>
                  </a:cubicBezTo>
                  <a:cubicBezTo>
                    <a:pt x="440" y="45"/>
                    <a:pt x="440" y="45"/>
                    <a:pt x="440" y="45"/>
                  </a:cubicBezTo>
                  <a:cubicBezTo>
                    <a:pt x="440" y="45"/>
                    <a:pt x="405" y="26"/>
                    <a:pt x="403" y="25"/>
                  </a:cubicBezTo>
                  <a:cubicBezTo>
                    <a:pt x="407" y="24"/>
                    <a:pt x="439" y="13"/>
                    <a:pt x="439" y="13"/>
                  </a:cubicBezTo>
                  <a:cubicBezTo>
                    <a:pt x="439" y="13"/>
                    <a:pt x="439" y="13"/>
                    <a:pt x="439" y="13"/>
                  </a:cubicBezTo>
                  <a:cubicBezTo>
                    <a:pt x="441" y="12"/>
                    <a:pt x="442" y="10"/>
                    <a:pt x="442" y="9"/>
                  </a:cubicBezTo>
                  <a:cubicBezTo>
                    <a:pt x="442" y="8"/>
                    <a:pt x="442" y="8"/>
                    <a:pt x="442" y="8"/>
                  </a:cubicBezTo>
                  <a:cubicBezTo>
                    <a:pt x="441" y="4"/>
                    <a:pt x="438" y="3"/>
                    <a:pt x="427" y="2"/>
                  </a:cubicBezTo>
                  <a:cubicBezTo>
                    <a:pt x="419" y="1"/>
                    <a:pt x="377" y="0"/>
                    <a:pt x="374" y="1"/>
                  </a:cubicBezTo>
                  <a:cubicBezTo>
                    <a:pt x="376" y="9"/>
                    <a:pt x="376" y="9"/>
                    <a:pt x="376" y="9"/>
                  </a:cubicBezTo>
                  <a:cubicBezTo>
                    <a:pt x="379" y="8"/>
                    <a:pt x="412" y="9"/>
                    <a:pt x="424" y="10"/>
                  </a:cubicBezTo>
                  <a:cubicBezTo>
                    <a:pt x="412" y="14"/>
                    <a:pt x="398" y="19"/>
                    <a:pt x="398" y="19"/>
                  </a:cubicBezTo>
                  <a:cubicBezTo>
                    <a:pt x="395" y="20"/>
                    <a:pt x="393" y="22"/>
                    <a:pt x="393" y="25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3" y="26"/>
                    <a:pt x="394" y="28"/>
                    <a:pt x="394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3" y="29"/>
                    <a:pt x="390" y="30"/>
                  </a:cubicBezTo>
                  <a:cubicBezTo>
                    <a:pt x="389" y="29"/>
                    <a:pt x="387" y="26"/>
                    <a:pt x="387" y="24"/>
                  </a:cubicBezTo>
                  <a:cubicBezTo>
                    <a:pt x="384" y="19"/>
                    <a:pt x="383" y="16"/>
                    <a:pt x="379" y="15"/>
                  </a:cubicBezTo>
                  <a:cubicBezTo>
                    <a:pt x="375" y="15"/>
                    <a:pt x="375" y="15"/>
                    <a:pt x="375" y="15"/>
                  </a:cubicBezTo>
                  <a:cubicBezTo>
                    <a:pt x="373" y="16"/>
                    <a:pt x="372" y="18"/>
                    <a:pt x="372" y="19"/>
                  </a:cubicBezTo>
                  <a:cubicBezTo>
                    <a:pt x="370" y="19"/>
                    <a:pt x="346" y="13"/>
                    <a:pt x="329" y="9"/>
                  </a:cubicBezTo>
                  <a:cubicBezTo>
                    <a:pt x="335" y="9"/>
                    <a:pt x="343" y="9"/>
                    <a:pt x="350" y="9"/>
                  </a:cubicBezTo>
                  <a:cubicBezTo>
                    <a:pt x="354" y="9"/>
                    <a:pt x="354" y="9"/>
                    <a:pt x="354" y="9"/>
                  </a:cubicBezTo>
                  <a:cubicBezTo>
                    <a:pt x="354" y="1"/>
                    <a:pt x="354" y="1"/>
                    <a:pt x="354" y="1"/>
                  </a:cubicBezTo>
                  <a:cubicBezTo>
                    <a:pt x="350" y="1"/>
                    <a:pt x="350" y="1"/>
                    <a:pt x="350" y="1"/>
                  </a:cubicBezTo>
                  <a:cubicBezTo>
                    <a:pt x="339" y="1"/>
                    <a:pt x="326" y="1"/>
                    <a:pt x="320" y="1"/>
                  </a:cubicBezTo>
                  <a:cubicBezTo>
                    <a:pt x="309" y="2"/>
                    <a:pt x="306" y="3"/>
                    <a:pt x="305" y="7"/>
                  </a:cubicBezTo>
                  <a:cubicBezTo>
                    <a:pt x="305" y="7"/>
                    <a:pt x="305" y="7"/>
                    <a:pt x="305" y="8"/>
                  </a:cubicBezTo>
                  <a:cubicBezTo>
                    <a:pt x="305" y="9"/>
                    <a:pt x="306" y="11"/>
                    <a:pt x="308" y="12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08" y="12"/>
                    <a:pt x="361" y="25"/>
                    <a:pt x="367" y="26"/>
                  </a:cubicBezTo>
                  <a:cubicBezTo>
                    <a:pt x="364" y="28"/>
                    <a:pt x="325" y="46"/>
                    <a:pt x="325" y="46"/>
                  </a:cubicBezTo>
                  <a:cubicBezTo>
                    <a:pt x="326" y="46"/>
                    <a:pt x="326" y="46"/>
                    <a:pt x="326" y="46"/>
                  </a:cubicBezTo>
                  <a:cubicBezTo>
                    <a:pt x="325" y="46"/>
                    <a:pt x="325" y="46"/>
                    <a:pt x="324" y="47"/>
                  </a:cubicBezTo>
                  <a:cubicBezTo>
                    <a:pt x="324" y="47"/>
                    <a:pt x="324" y="47"/>
                    <a:pt x="324" y="47"/>
                  </a:cubicBezTo>
                  <a:cubicBezTo>
                    <a:pt x="324" y="47"/>
                    <a:pt x="324" y="47"/>
                    <a:pt x="324" y="47"/>
                  </a:cubicBezTo>
                  <a:cubicBezTo>
                    <a:pt x="322" y="48"/>
                    <a:pt x="321" y="49"/>
                    <a:pt x="321" y="51"/>
                  </a:cubicBezTo>
                  <a:cubicBezTo>
                    <a:pt x="320" y="52"/>
                    <a:pt x="318" y="54"/>
                    <a:pt x="317" y="55"/>
                  </a:cubicBezTo>
                  <a:cubicBezTo>
                    <a:pt x="317" y="54"/>
                    <a:pt x="317" y="50"/>
                    <a:pt x="317" y="49"/>
                  </a:cubicBezTo>
                  <a:cubicBezTo>
                    <a:pt x="317" y="44"/>
                    <a:pt x="318" y="37"/>
                    <a:pt x="311" y="35"/>
                  </a:cubicBezTo>
                  <a:cubicBezTo>
                    <a:pt x="305" y="33"/>
                    <a:pt x="301" y="38"/>
                    <a:pt x="298" y="43"/>
                  </a:cubicBezTo>
                  <a:cubicBezTo>
                    <a:pt x="285" y="38"/>
                    <a:pt x="256" y="26"/>
                    <a:pt x="254" y="25"/>
                  </a:cubicBezTo>
                  <a:cubicBezTo>
                    <a:pt x="258" y="24"/>
                    <a:pt x="290" y="13"/>
                    <a:pt x="290" y="13"/>
                  </a:cubicBezTo>
                  <a:cubicBezTo>
                    <a:pt x="290" y="13"/>
                    <a:pt x="290" y="13"/>
                    <a:pt x="290" y="13"/>
                  </a:cubicBezTo>
                  <a:cubicBezTo>
                    <a:pt x="292" y="12"/>
                    <a:pt x="293" y="10"/>
                    <a:pt x="293" y="9"/>
                  </a:cubicBezTo>
                  <a:cubicBezTo>
                    <a:pt x="293" y="8"/>
                    <a:pt x="293" y="8"/>
                    <a:pt x="293" y="8"/>
                  </a:cubicBezTo>
                  <a:cubicBezTo>
                    <a:pt x="292" y="4"/>
                    <a:pt x="289" y="3"/>
                    <a:pt x="278" y="2"/>
                  </a:cubicBezTo>
                  <a:cubicBezTo>
                    <a:pt x="269" y="1"/>
                    <a:pt x="228" y="0"/>
                    <a:pt x="225" y="1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30" y="8"/>
                    <a:pt x="262" y="9"/>
                    <a:pt x="274" y="10"/>
                  </a:cubicBezTo>
                  <a:cubicBezTo>
                    <a:pt x="263" y="14"/>
                    <a:pt x="249" y="19"/>
                    <a:pt x="249" y="19"/>
                  </a:cubicBezTo>
                  <a:cubicBezTo>
                    <a:pt x="246" y="20"/>
                    <a:pt x="244" y="22"/>
                    <a:pt x="244" y="25"/>
                  </a:cubicBezTo>
                  <a:cubicBezTo>
                    <a:pt x="244" y="25"/>
                    <a:pt x="244" y="25"/>
                    <a:pt x="244" y="25"/>
                  </a:cubicBezTo>
                  <a:cubicBezTo>
                    <a:pt x="244" y="28"/>
                    <a:pt x="246" y="31"/>
                    <a:pt x="250" y="32"/>
                  </a:cubicBezTo>
                  <a:cubicBezTo>
                    <a:pt x="301" y="53"/>
                    <a:pt x="301" y="53"/>
                    <a:pt x="301" y="53"/>
                  </a:cubicBezTo>
                  <a:cubicBezTo>
                    <a:pt x="300" y="53"/>
                    <a:pt x="300" y="53"/>
                    <a:pt x="300" y="53"/>
                  </a:cubicBezTo>
                  <a:cubicBezTo>
                    <a:pt x="257" y="78"/>
                    <a:pt x="257" y="78"/>
                    <a:pt x="257" y="78"/>
                  </a:cubicBezTo>
                  <a:cubicBezTo>
                    <a:pt x="255" y="79"/>
                    <a:pt x="253" y="81"/>
                    <a:pt x="253" y="84"/>
                  </a:cubicBezTo>
                  <a:cubicBezTo>
                    <a:pt x="253" y="84"/>
                    <a:pt x="253" y="84"/>
                    <a:pt x="253" y="84"/>
                  </a:cubicBezTo>
                  <a:cubicBezTo>
                    <a:pt x="253" y="85"/>
                    <a:pt x="253" y="85"/>
                    <a:pt x="253" y="85"/>
                  </a:cubicBezTo>
                  <a:cubicBezTo>
                    <a:pt x="252" y="86"/>
                    <a:pt x="250" y="89"/>
                    <a:pt x="250" y="89"/>
                  </a:cubicBezTo>
                  <a:cubicBezTo>
                    <a:pt x="249" y="88"/>
                    <a:pt x="249" y="85"/>
                    <a:pt x="249" y="83"/>
                  </a:cubicBezTo>
                  <a:cubicBezTo>
                    <a:pt x="249" y="78"/>
                    <a:pt x="250" y="71"/>
                    <a:pt x="243" y="70"/>
                  </a:cubicBezTo>
                  <a:cubicBezTo>
                    <a:pt x="237" y="68"/>
                    <a:pt x="233" y="72"/>
                    <a:pt x="230" y="77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221" y="33"/>
                    <a:pt x="221" y="33"/>
                    <a:pt x="221" y="33"/>
                  </a:cubicBezTo>
                  <a:cubicBezTo>
                    <a:pt x="224" y="32"/>
                    <a:pt x="227" y="29"/>
                    <a:pt x="227" y="26"/>
                  </a:cubicBezTo>
                  <a:cubicBezTo>
                    <a:pt x="227" y="26"/>
                    <a:pt x="227" y="26"/>
                    <a:pt x="227" y="26"/>
                  </a:cubicBezTo>
                  <a:cubicBezTo>
                    <a:pt x="227" y="23"/>
                    <a:pt x="225" y="20"/>
                    <a:pt x="222" y="19"/>
                  </a:cubicBezTo>
                  <a:cubicBezTo>
                    <a:pt x="222" y="19"/>
                    <a:pt x="222" y="19"/>
                    <a:pt x="222" y="19"/>
                  </a:cubicBezTo>
                  <a:cubicBezTo>
                    <a:pt x="222" y="19"/>
                    <a:pt x="197" y="13"/>
                    <a:pt x="179" y="9"/>
                  </a:cubicBezTo>
                  <a:cubicBezTo>
                    <a:pt x="185" y="9"/>
                    <a:pt x="193" y="9"/>
                    <a:pt x="200" y="9"/>
                  </a:cubicBezTo>
                  <a:cubicBezTo>
                    <a:pt x="212" y="9"/>
                    <a:pt x="217" y="9"/>
                    <a:pt x="219" y="9"/>
                  </a:cubicBezTo>
                  <a:cubicBezTo>
                    <a:pt x="217" y="1"/>
                    <a:pt x="217" y="1"/>
                    <a:pt x="217" y="1"/>
                  </a:cubicBezTo>
                  <a:cubicBezTo>
                    <a:pt x="216" y="1"/>
                    <a:pt x="208" y="1"/>
                    <a:pt x="200" y="1"/>
                  </a:cubicBezTo>
                  <a:cubicBezTo>
                    <a:pt x="189" y="1"/>
                    <a:pt x="176" y="1"/>
                    <a:pt x="170" y="1"/>
                  </a:cubicBezTo>
                  <a:cubicBezTo>
                    <a:pt x="159" y="2"/>
                    <a:pt x="156" y="3"/>
                    <a:pt x="155" y="7"/>
                  </a:cubicBezTo>
                  <a:cubicBezTo>
                    <a:pt x="155" y="7"/>
                    <a:pt x="155" y="7"/>
                    <a:pt x="155" y="8"/>
                  </a:cubicBezTo>
                  <a:cubicBezTo>
                    <a:pt x="155" y="9"/>
                    <a:pt x="155" y="10"/>
                    <a:pt x="157" y="11"/>
                  </a:cubicBezTo>
                  <a:cubicBezTo>
                    <a:pt x="155" y="12"/>
                    <a:pt x="154" y="11"/>
                    <a:pt x="152" y="10"/>
                  </a:cubicBezTo>
                  <a:cubicBezTo>
                    <a:pt x="150" y="8"/>
                    <a:pt x="150" y="8"/>
                    <a:pt x="150" y="8"/>
                  </a:cubicBezTo>
                  <a:cubicBezTo>
                    <a:pt x="146" y="5"/>
                    <a:pt x="141" y="1"/>
                    <a:pt x="134" y="4"/>
                  </a:cubicBezTo>
                  <a:cubicBezTo>
                    <a:pt x="131" y="3"/>
                    <a:pt x="128" y="3"/>
                    <a:pt x="122" y="2"/>
                  </a:cubicBezTo>
                  <a:cubicBezTo>
                    <a:pt x="114" y="1"/>
                    <a:pt x="73" y="0"/>
                    <a:pt x="69" y="1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4" y="8"/>
                    <a:pt x="107" y="9"/>
                    <a:pt x="119" y="10"/>
                  </a:cubicBezTo>
                  <a:cubicBezTo>
                    <a:pt x="108" y="14"/>
                    <a:pt x="93" y="19"/>
                    <a:pt x="93" y="19"/>
                  </a:cubicBezTo>
                  <a:cubicBezTo>
                    <a:pt x="90" y="20"/>
                    <a:pt x="88" y="22"/>
                    <a:pt x="88" y="25"/>
                  </a:cubicBezTo>
                  <a:cubicBezTo>
                    <a:pt x="88" y="25"/>
                    <a:pt x="88" y="25"/>
                    <a:pt x="88" y="25"/>
                  </a:cubicBezTo>
                  <a:cubicBezTo>
                    <a:pt x="88" y="26"/>
                    <a:pt x="89" y="28"/>
                    <a:pt x="89" y="29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29"/>
                    <a:pt x="89" y="30"/>
                    <a:pt x="89" y="30"/>
                  </a:cubicBezTo>
                  <a:cubicBezTo>
                    <a:pt x="89" y="30"/>
                    <a:pt x="89" y="31"/>
                    <a:pt x="89" y="31"/>
                  </a:cubicBezTo>
                  <a:cubicBezTo>
                    <a:pt x="89" y="31"/>
                    <a:pt x="89" y="31"/>
                    <a:pt x="88" y="31"/>
                  </a:cubicBezTo>
                  <a:cubicBezTo>
                    <a:pt x="87" y="30"/>
                    <a:pt x="85" y="27"/>
                    <a:pt x="83" y="24"/>
                  </a:cubicBezTo>
                  <a:cubicBezTo>
                    <a:pt x="80" y="18"/>
                    <a:pt x="76" y="12"/>
                    <a:pt x="70" y="15"/>
                  </a:cubicBezTo>
                  <a:cubicBezTo>
                    <a:pt x="68" y="16"/>
                    <a:pt x="67" y="18"/>
                    <a:pt x="67" y="19"/>
                  </a:cubicBezTo>
                  <a:cubicBezTo>
                    <a:pt x="65" y="19"/>
                    <a:pt x="41" y="13"/>
                    <a:pt x="24" y="9"/>
                  </a:cubicBezTo>
                  <a:cubicBezTo>
                    <a:pt x="30" y="9"/>
                    <a:pt x="38" y="9"/>
                    <a:pt x="45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34" y="1"/>
                    <a:pt x="21" y="1"/>
                    <a:pt x="15" y="1"/>
                  </a:cubicBezTo>
                  <a:cubicBezTo>
                    <a:pt x="4" y="2"/>
                    <a:pt x="1" y="3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9"/>
                    <a:pt x="1" y="11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56" y="25"/>
                    <a:pt x="61" y="26"/>
                  </a:cubicBezTo>
                  <a:cubicBezTo>
                    <a:pt x="58" y="27"/>
                    <a:pt x="10" y="46"/>
                    <a:pt x="10" y="46"/>
                  </a:cubicBezTo>
                  <a:cubicBezTo>
                    <a:pt x="7" y="47"/>
                    <a:pt x="5" y="50"/>
                    <a:pt x="5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6"/>
                    <a:pt x="7" y="59"/>
                    <a:pt x="10" y="61"/>
                  </a:cubicBezTo>
                  <a:cubicBezTo>
                    <a:pt x="10" y="61"/>
                    <a:pt x="70" y="83"/>
                    <a:pt x="73" y="84"/>
                  </a:cubicBezTo>
                  <a:cubicBezTo>
                    <a:pt x="70" y="86"/>
                    <a:pt x="16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15" y="109"/>
                    <a:pt x="10" y="112"/>
                    <a:pt x="10" y="116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10" y="119"/>
                    <a:pt x="12" y="122"/>
                    <a:pt x="15" y="124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5" y="124"/>
                    <a:pt x="63" y="143"/>
                    <a:pt x="67" y="144"/>
                  </a:cubicBezTo>
                  <a:cubicBezTo>
                    <a:pt x="65" y="145"/>
                    <a:pt x="13" y="158"/>
                    <a:pt x="13" y="158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1" y="159"/>
                    <a:pt x="7" y="162"/>
                    <a:pt x="7" y="166"/>
                  </a:cubicBezTo>
                  <a:cubicBezTo>
                    <a:pt x="7" y="166"/>
                    <a:pt x="7" y="167"/>
                    <a:pt x="7" y="167"/>
                  </a:cubicBezTo>
                  <a:cubicBezTo>
                    <a:pt x="8" y="169"/>
                    <a:pt x="10" y="172"/>
                    <a:pt x="16" y="172"/>
                  </a:cubicBezTo>
                  <a:cubicBezTo>
                    <a:pt x="18" y="172"/>
                    <a:pt x="25" y="172"/>
                    <a:pt x="32" y="173"/>
                  </a:cubicBezTo>
                  <a:cubicBezTo>
                    <a:pt x="53" y="176"/>
                    <a:pt x="53" y="176"/>
                    <a:pt x="53" y="176"/>
                  </a:cubicBezTo>
                  <a:cubicBezTo>
                    <a:pt x="53" y="168"/>
                    <a:pt x="53" y="168"/>
                    <a:pt x="53" y="168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29" y="165"/>
                    <a:pt x="25" y="164"/>
                    <a:pt x="22" y="164"/>
                  </a:cubicBezTo>
                  <a:cubicBezTo>
                    <a:pt x="32" y="161"/>
                    <a:pt x="71" y="152"/>
                    <a:pt x="71" y="152"/>
                  </a:cubicBezTo>
                  <a:cubicBezTo>
                    <a:pt x="71" y="152"/>
                    <a:pt x="71" y="152"/>
                    <a:pt x="71" y="152"/>
                  </a:cubicBezTo>
                  <a:cubicBezTo>
                    <a:pt x="74" y="150"/>
                    <a:pt x="76" y="147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3"/>
                    <a:pt x="76" y="143"/>
                    <a:pt x="76" y="142"/>
                  </a:cubicBezTo>
                  <a:cubicBezTo>
                    <a:pt x="77" y="140"/>
                    <a:pt x="78" y="137"/>
                    <a:pt x="80" y="138"/>
                  </a:cubicBezTo>
                  <a:cubicBezTo>
                    <a:pt x="80" y="138"/>
                    <a:pt x="80" y="141"/>
                    <a:pt x="79" y="143"/>
                  </a:cubicBezTo>
                  <a:cubicBezTo>
                    <a:pt x="79" y="147"/>
                    <a:pt x="79" y="154"/>
                    <a:pt x="84" y="156"/>
                  </a:cubicBezTo>
                  <a:cubicBezTo>
                    <a:pt x="90" y="160"/>
                    <a:pt x="94" y="156"/>
                    <a:pt x="96" y="152"/>
                  </a:cubicBezTo>
                  <a:cubicBezTo>
                    <a:pt x="96" y="152"/>
                    <a:pt x="97" y="152"/>
                    <a:pt x="97" y="152"/>
                  </a:cubicBezTo>
                  <a:cubicBezTo>
                    <a:pt x="97" y="152"/>
                    <a:pt x="112" y="158"/>
                    <a:pt x="123" y="162"/>
                  </a:cubicBezTo>
                  <a:cubicBezTo>
                    <a:pt x="116" y="163"/>
                    <a:pt x="108" y="163"/>
                    <a:pt x="99" y="164"/>
                  </a:cubicBezTo>
                  <a:cubicBezTo>
                    <a:pt x="88" y="165"/>
                    <a:pt x="74" y="166"/>
                    <a:pt x="72" y="166"/>
                  </a:cubicBezTo>
                  <a:cubicBezTo>
                    <a:pt x="71" y="174"/>
                    <a:pt x="71" y="174"/>
                    <a:pt x="71" y="174"/>
                  </a:cubicBezTo>
                  <a:cubicBezTo>
                    <a:pt x="73" y="174"/>
                    <a:pt x="79" y="174"/>
                    <a:pt x="99" y="172"/>
                  </a:cubicBezTo>
                  <a:cubicBezTo>
                    <a:pt x="112" y="171"/>
                    <a:pt x="127" y="170"/>
                    <a:pt x="131" y="170"/>
                  </a:cubicBezTo>
                  <a:cubicBezTo>
                    <a:pt x="134" y="170"/>
                    <a:pt x="140" y="170"/>
                    <a:pt x="141" y="166"/>
                  </a:cubicBezTo>
                  <a:cubicBezTo>
                    <a:pt x="141" y="166"/>
                    <a:pt x="141" y="165"/>
                    <a:pt x="141" y="165"/>
                  </a:cubicBezTo>
                  <a:cubicBezTo>
                    <a:pt x="141" y="163"/>
                    <a:pt x="140" y="161"/>
                    <a:pt x="137" y="159"/>
                  </a:cubicBezTo>
                  <a:cubicBezTo>
                    <a:pt x="137" y="159"/>
                    <a:pt x="137" y="159"/>
                    <a:pt x="137" y="159"/>
                  </a:cubicBezTo>
                  <a:cubicBezTo>
                    <a:pt x="137" y="159"/>
                    <a:pt x="102" y="146"/>
                    <a:pt x="101" y="145"/>
                  </a:cubicBezTo>
                  <a:cubicBezTo>
                    <a:pt x="104" y="144"/>
                    <a:pt x="154" y="124"/>
                    <a:pt x="154" y="124"/>
                  </a:cubicBezTo>
                  <a:cubicBezTo>
                    <a:pt x="157" y="123"/>
                    <a:pt x="159" y="120"/>
                    <a:pt x="159" y="117"/>
                  </a:cubicBezTo>
                  <a:cubicBezTo>
                    <a:pt x="159" y="117"/>
                    <a:pt x="159" y="117"/>
                    <a:pt x="159" y="117"/>
                  </a:cubicBezTo>
                  <a:cubicBezTo>
                    <a:pt x="159" y="116"/>
                    <a:pt x="159" y="116"/>
                    <a:pt x="158" y="115"/>
                  </a:cubicBezTo>
                  <a:cubicBezTo>
                    <a:pt x="159" y="113"/>
                    <a:pt x="161" y="111"/>
                    <a:pt x="162" y="111"/>
                  </a:cubicBezTo>
                  <a:cubicBezTo>
                    <a:pt x="162" y="112"/>
                    <a:pt x="162" y="114"/>
                    <a:pt x="162" y="116"/>
                  </a:cubicBezTo>
                  <a:cubicBezTo>
                    <a:pt x="162" y="121"/>
                    <a:pt x="161" y="127"/>
                    <a:pt x="166" y="130"/>
                  </a:cubicBezTo>
                  <a:cubicBezTo>
                    <a:pt x="173" y="134"/>
                    <a:pt x="178" y="127"/>
                    <a:pt x="180" y="123"/>
                  </a:cubicBezTo>
                  <a:cubicBezTo>
                    <a:pt x="180" y="123"/>
                    <a:pt x="180" y="124"/>
                    <a:pt x="180" y="124"/>
                  </a:cubicBezTo>
                  <a:cubicBezTo>
                    <a:pt x="180" y="124"/>
                    <a:pt x="219" y="143"/>
                    <a:pt x="222" y="144"/>
                  </a:cubicBezTo>
                  <a:cubicBezTo>
                    <a:pt x="220" y="145"/>
                    <a:pt x="165" y="159"/>
                    <a:pt x="165" y="159"/>
                  </a:cubicBezTo>
                  <a:cubicBezTo>
                    <a:pt x="162" y="160"/>
                    <a:pt x="160" y="162"/>
                    <a:pt x="160" y="165"/>
                  </a:cubicBezTo>
                  <a:cubicBezTo>
                    <a:pt x="160" y="165"/>
                    <a:pt x="160" y="166"/>
                    <a:pt x="160" y="166"/>
                  </a:cubicBezTo>
                  <a:cubicBezTo>
                    <a:pt x="160" y="169"/>
                    <a:pt x="164" y="173"/>
                    <a:pt x="171" y="173"/>
                  </a:cubicBezTo>
                  <a:cubicBezTo>
                    <a:pt x="192" y="173"/>
                    <a:pt x="192" y="173"/>
                    <a:pt x="192" y="173"/>
                  </a:cubicBezTo>
                  <a:cubicBezTo>
                    <a:pt x="209" y="173"/>
                    <a:pt x="217" y="173"/>
                    <a:pt x="219" y="173"/>
                  </a:cubicBezTo>
                  <a:cubicBezTo>
                    <a:pt x="218" y="165"/>
                    <a:pt x="218" y="165"/>
                    <a:pt x="218" y="165"/>
                  </a:cubicBezTo>
                  <a:cubicBezTo>
                    <a:pt x="216" y="165"/>
                    <a:pt x="202" y="165"/>
                    <a:pt x="192" y="165"/>
                  </a:cubicBezTo>
                  <a:cubicBezTo>
                    <a:pt x="192" y="165"/>
                    <a:pt x="179" y="165"/>
                    <a:pt x="174" y="165"/>
                  </a:cubicBezTo>
                  <a:cubicBezTo>
                    <a:pt x="185" y="162"/>
                    <a:pt x="226" y="152"/>
                    <a:pt x="226" y="152"/>
                  </a:cubicBezTo>
                  <a:cubicBezTo>
                    <a:pt x="226" y="152"/>
                    <a:pt x="226" y="152"/>
                    <a:pt x="226" y="152"/>
                  </a:cubicBezTo>
                  <a:cubicBezTo>
                    <a:pt x="229" y="150"/>
                    <a:pt x="231" y="147"/>
                    <a:pt x="231" y="144"/>
                  </a:cubicBezTo>
                  <a:cubicBezTo>
                    <a:pt x="231" y="144"/>
                    <a:pt x="231" y="144"/>
                    <a:pt x="231" y="144"/>
                  </a:cubicBezTo>
                  <a:cubicBezTo>
                    <a:pt x="231" y="142"/>
                    <a:pt x="230" y="139"/>
                    <a:pt x="228" y="138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4" y="117"/>
                    <a:pt x="184" y="116"/>
                    <a:pt x="184" y="116"/>
                  </a:cubicBezTo>
                  <a:cubicBezTo>
                    <a:pt x="184" y="116"/>
                    <a:pt x="185" y="115"/>
                    <a:pt x="186" y="115"/>
                  </a:cubicBezTo>
                  <a:cubicBezTo>
                    <a:pt x="232" y="91"/>
                    <a:pt x="232" y="91"/>
                    <a:pt x="232" y="91"/>
                  </a:cubicBezTo>
                  <a:cubicBezTo>
                    <a:pt x="235" y="90"/>
                    <a:pt x="236" y="88"/>
                    <a:pt x="237" y="85"/>
                  </a:cubicBezTo>
                  <a:cubicBezTo>
                    <a:pt x="237" y="85"/>
                    <a:pt x="237" y="85"/>
                    <a:pt x="237" y="84"/>
                  </a:cubicBezTo>
                  <a:cubicBezTo>
                    <a:pt x="237" y="84"/>
                    <a:pt x="236" y="84"/>
                    <a:pt x="236" y="83"/>
                  </a:cubicBezTo>
                  <a:cubicBezTo>
                    <a:pt x="237" y="80"/>
                    <a:pt x="240" y="77"/>
                    <a:pt x="241" y="77"/>
                  </a:cubicBezTo>
                  <a:cubicBezTo>
                    <a:pt x="241" y="78"/>
                    <a:pt x="241" y="81"/>
                    <a:pt x="241" y="82"/>
                  </a:cubicBezTo>
                  <a:cubicBezTo>
                    <a:pt x="241" y="87"/>
                    <a:pt x="240" y="93"/>
                    <a:pt x="245" y="96"/>
                  </a:cubicBezTo>
                  <a:cubicBezTo>
                    <a:pt x="251" y="99"/>
                    <a:pt x="255" y="95"/>
                    <a:pt x="258" y="92"/>
                  </a:cubicBezTo>
                  <a:cubicBezTo>
                    <a:pt x="305" y="117"/>
                    <a:pt x="305" y="117"/>
                    <a:pt x="305" y="117"/>
                  </a:cubicBezTo>
                  <a:cubicBezTo>
                    <a:pt x="305" y="117"/>
                    <a:pt x="305" y="117"/>
                    <a:pt x="305" y="117"/>
                  </a:cubicBezTo>
                  <a:cubicBezTo>
                    <a:pt x="303" y="118"/>
                    <a:pt x="251" y="139"/>
                    <a:pt x="251" y="139"/>
                  </a:cubicBezTo>
                  <a:cubicBezTo>
                    <a:pt x="251" y="139"/>
                    <a:pt x="251" y="139"/>
                    <a:pt x="251" y="139"/>
                  </a:cubicBezTo>
                  <a:cubicBezTo>
                    <a:pt x="249" y="140"/>
                    <a:pt x="247" y="142"/>
                    <a:pt x="247" y="145"/>
                  </a:cubicBezTo>
                  <a:cubicBezTo>
                    <a:pt x="247" y="145"/>
                    <a:pt x="247" y="145"/>
                    <a:pt x="247" y="145"/>
                  </a:cubicBezTo>
                  <a:cubicBezTo>
                    <a:pt x="247" y="148"/>
                    <a:pt x="249" y="151"/>
                    <a:pt x="252" y="152"/>
                  </a:cubicBezTo>
                  <a:cubicBezTo>
                    <a:pt x="252" y="152"/>
                    <a:pt x="267" y="158"/>
                    <a:pt x="278" y="162"/>
                  </a:cubicBezTo>
                  <a:cubicBezTo>
                    <a:pt x="272" y="163"/>
                    <a:pt x="263" y="163"/>
                    <a:pt x="254" y="164"/>
                  </a:cubicBezTo>
                  <a:cubicBezTo>
                    <a:pt x="243" y="165"/>
                    <a:pt x="230" y="166"/>
                    <a:pt x="228" y="166"/>
                  </a:cubicBezTo>
                  <a:cubicBezTo>
                    <a:pt x="227" y="174"/>
                    <a:pt x="227" y="174"/>
                    <a:pt x="227" y="174"/>
                  </a:cubicBezTo>
                  <a:cubicBezTo>
                    <a:pt x="228" y="174"/>
                    <a:pt x="235" y="174"/>
                    <a:pt x="255" y="172"/>
                  </a:cubicBezTo>
                  <a:cubicBezTo>
                    <a:pt x="268" y="171"/>
                    <a:pt x="283" y="170"/>
                    <a:pt x="287" y="170"/>
                  </a:cubicBezTo>
                  <a:cubicBezTo>
                    <a:pt x="289" y="170"/>
                    <a:pt x="292" y="170"/>
                    <a:pt x="294" y="169"/>
                  </a:cubicBezTo>
                  <a:cubicBezTo>
                    <a:pt x="296" y="169"/>
                    <a:pt x="298" y="168"/>
                    <a:pt x="300" y="168"/>
                  </a:cubicBezTo>
                  <a:cubicBezTo>
                    <a:pt x="308" y="165"/>
                    <a:pt x="309" y="166"/>
                    <a:pt x="309" y="168"/>
                  </a:cubicBezTo>
                  <a:cubicBezTo>
                    <a:pt x="311" y="167"/>
                    <a:pt x="311" y="167"/>
                    <a:pt x="311" y="167"/>
                  </a:cubicBezTo>
                  <a:cubicBezTo>
                    <a:pt x="313" y="170"/>
                    <a:pt x="317" y="170"/>
                    <a:pt x="320" y="170"/>
                  </a:cubicBezTo>
                  <a:cubicBezTo>
                    <a:pt x="324" y="170"/>
                    <a:pt x="336" y="170"/>
                    <a:pt x="346" y="171"/>
                  </a:cubicBezTo>
                  <a:cubicBezTo>
                    <a:pt x="358" y="172"/>
                    <a:pt x="358" y="172"/>
                    <a:pt x="358" y="172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47" y="163"/>
                    <a:pt x="347" y="163"/>
                    <a:pt x="347" y="163"/>
                  </a:cubicBezTo>
                  <a:cubicBezTo>
                    <a:pt x="342" y="163"/>
                    <a:pt x="338" y="163"/>
                    <a:pt x="334" y="162"/>
                  </a:cubicBezTo>
                  <a:cubicBezTo>
                    <a:pt x="351" y="158"/>
                    <a:pt x="376" y="152"/>
                    <a:pt x="376" y="152"/>
                  </a:cubicBezTo>
                  <a:cubicBezTo>
                    <a:pt x="376" y="152"/>
                    <a:pt x="376" y="152"/>
                    <a:pt x="376" y="152"/>
                  </a:cubicBezTo>
                  <a:cubicBezTo>
                    <a:pt x="379" y="150"/>
                    <a:pt x="381" y="147"/>
                    <a:pt x="381" y="144"/>
                  </a:cubicBezTo>
                  <a:cubicBezTo>
                    <a:pt x="381" y="144"/>
                    <a:pt x="381" y="144"/>
                    <a:pt x="381" y="144"/>
                  </a:cubicBezTo>
                  <a:cubicBezTo>
                    <a:pt x="381" y="143"/>
                    <a:pt x="381" y="143"/>
                    <a:pt x="381" y="142"/>
                  </a:cubicBezTo>
                  <a:cubicBezTo>
                    <a:pt x="382" y="140"/>
                    <a:pt x="383" y="137"/>
                    <a:pt x="384" y="138"/>
                  </a:cubicBezTo>
                  <a:cubicBezTo>
                    <a:pt x="385" y="138"/>
                    <a:pt x="384" y="141"/>
                    <a:pt x="384" y="143"/>
                  </a:cubicBezTo>
                  <a:cubicBezTo>
                    <a:pt x="384" y="147"/>
                    <a:pt x="384" y="154"/>
                    <a:pt x="389" y="156"/>
                  </a:cubicBezTo>
                  <a:cubicBezTo>
                    <a:pt x="395" y="160"/>
                    <a:pt x="399" y="156"/>
                    <a:pt x="401" y="152"/>
                  </a:cubicBezTo>
                  <a:cubicBezTo>
                    <a:pt x="401" y="152"/>
                    <a:pt x="401" y="152"/>
                    <a:pt x="401" y="152"/>
                  </a:cubicBezTo>
                  <a:cubicBezTo>
                    <a:pt x="401" y="152"/>
                    <a:pt x="417" y="158"/>
                    <a:pt x="427" y="162"/>
                  </a:cubicBezTo>
                  <a:cubicBezTo>
                    <a:pt x="421" y="163"/>
                    <a:pt x="413" y="163"/>
                    <a:pt x="404" y="164"/>
                  </a:cubicBezTo>
                  <a:cubicBezTo>
                    <a:pt x="393" y="165"/>
                    <a:pt x="379" y="166"/>
                    <a:pt x="377" y="166"/>
                  </a:cubicBezTo>
                  <a:cubicBezTo>
                    <a:pt x="376" y="174"/>
                    <a:pt x="376" y="174"/>
                    <a:pt x="376" y="174"/>
                  </a:cubicBezTo>
                  <a:cubicBezTo>
                    <a:pt x="378" y="174"/>
                    <a:pt x="384" y="174"/>
                    <a:pt x="404" y="172"/>
                  </a:cubicBezTo>
                  <a:cubicBezTo>
                    <a:pt x="417" y="171"/>
                    <a:pt x="432" y="170"/>
                    <a:pt x="436" y="170"/>
                  </a:cubicBezTo>
                  <a:cubicBezTo>
                    <a:pt x="439" y="170"/>
                    <a:pt x="445" y="170"/>
                    <a:pt x="446" y="166"/>
                  </a:cubicBezTo>
                  <a:cubicBezTo>
                    <a:pt x="446" y="166"/>
                    <a:pt x="446" y="165"/>
                    <a:pt x="446" y="165"/>
                  </a:cubicBezTo>
                  <a:cubicBezTo>
                    <a:pt x="446" y="163"/>
                    <a:pt x="445" y="161"/>
                    <a:pt x="442" y="159"/>
                  </a:cubicBezTo>
                  <a:cubicBezTo>
                    <a:pt x="442" y="159"/>
                    <a:pt x="442" y="159"/>
                    <a:pt x="442" y="159"/>
                  </a:cubicBezTo>
                  <a:cubicBezTo>
                    <a:pt x="442" y="159"/>
                    <a:pt x="406" y="145"/>
                    <a:pt x="405" y="145"/>
                  </a:cubicBezTo>
                  <a:cubicBezTo>
                    <a:pt x="408" y="144"/>
                    <a:pt x="444" y="123"/>
                    <a:pt x="444" y="123"/>
                  </a:cubicBezTo>
                  <a:cubicBezTo>
                    <a:pt x="443" y="123"/>
                    <a:pt x="443" y="123"/>
                    <a:pt x="443" y="123"/>
                  </a:cubicBezTo>
                  <a:cubicBezTo>
                    <a:pt x="446" y="122"/>
                    <a:pt x="448" y="119"/>
                    <a:pt x="448" y="116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5" name="Freeform 111">
              <a:extLst>
                <a:ext uri="{FF2B5EF4-FFF2-40B4-BE49-F238E27FC236}">
                  <a16:creationId xmlns:a16="http://schemas.microsoft.com/office/drawing/2014/main" id="{E338DD66-2AB1-4195-AFD8-C90E9E0CF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594"/>
              <a:ext cx="1405" cy="90"/>
            </a:xfrm>
            <a:custGeom>
              <a:avLst/>
              <a:gdLst>
                <a:gd name="T0" fmla="*/ 8783 w 562"/>
                <a:gd name="T1" fmla="*/ 250 h 36"/>
                <a:gd name="T2" fmla="*/ 7583 w 562"/>
                <a:gd name="T3" fmla="*/ 550 h 36"/>
                <a:gd name="T4" fmla="*/ 5988 w 562"/>
                <a:gd name="T5" fmla="*/ 488 h 36"/>
                <a:gd name="T6" fmla="*/ 2738 w 562"/>
                <a:gd name="T7" fmla="*/ 520 h 36"/>
                <a:gd name="T8" fmla="*/ 925 w 562"/>
                <a:gd name="T9" fmla="*/ 520 h 36"/>
                <a:gd name="T10" fmla="*/ 0 w 562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2" h="36">
                  <a:moveTo>
                    <a:pt x="562" y="16"/>
                  </a:moveTo>
                  <a:cubicBezTo>
                    <a:pt x="539" y="23"/>
                    <a:pt x="511" y="36"/>
                    <a:pt x="485" y="35"/>
                  </a:cubicBezTo>
                  <a:cubicBezTo>
                    <a:pt x="456" y="33"/>
                    <a:pt x="408" y="31"/>
                    <a:pt x="383" y="31"/>
                  </a:cubicBezTo>
                  <a:cubicBezTo>
                    <a:pt x="348" y="31"/>
                    <a:pt x="231" y="33"/>
                    <a:pt x="175" y="33"/>
                  </a:cubicBezTo>
                  <a:cubicBezTo>
                    <a:pt x="119" y="34"/>
                    <a:pt x="76" y="35"/>
                    <a:pt x="59" y="33"/>
                  </a:cubicBezTo>
                  <a:cubicBezTo>
                    <a:pt x="42" y="31"/>
                    <a:pt x="9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6" name="Freeform 112">
              <a:extLst>
                <a:ext uri="{FF2B5EF4-FFF2-40B4-BE49-F238E27FC236}">
                  <a16:creationId xmlns:a16="http://schemas.microsoft.com/office/drawing/2014/main" id="{D9C28722-8139-4BE7-B31B-A85FC46DB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097"/>
              <a:ext cx="1278" cy="107"/>
            </a:xfrm>
            <a:custGeom>
              <a:avLst/>
              <a:gdLst>
                <a:gd name="T0" fmla="*/ 0 w 511"/>
                <a:gd name="T1" fmla="*/ 587 h 43"/>
                <a:gd name="T2" fmla="*/ 438 w 511"/>
                <a:gd name="T3" fmla="*/ 124 h 43"/>
                <a:gd name="T4" fmla="*/ 1426 w 511"/>
                <a:gd name="T5" fmla="*/ 92 h 43"/>
                <a:gd name="T6" fmla="*/ 3304 w 511"/>
                <a:gd name="T7" fmla="*/ 92 h 43"/>
                <a:gd name="T8" fmla="*/ 5567 w 511"/>
                <a:gd name="T9" fmla="*/ 42 h 43"/>
                <a:gd name="T10" fmla="*/ 7288 w 511"/>
                <a:gd name="T11" fmla="*/ 62 h 43"/>
                <a:gd name="T12" fmla="*/ 7993 w 511"/>
                <a:gd name="T13" fmla="*/ 66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1" h="43">
                  <a:moveTo>
                    <a:pt x="0" y="38"/>
                  </a:moveTo>
                  <a:cubicBezTo>
                    <a:pt x="4" y="30"/>
                    <a:pt x="14" y="14"/>
                    <a:pt x="28" y="8"/>
                  </a:cubicBezTo>
                  <a:cubicBezTo>
                    <a:pt x="46" y="1"/>
                    <a:pt x="56" y="6"/>
                    <a:pt x="91" y="6"/>
                  </a:cubicBezTo>
                  <a:cubicBezTo>
                    <a:pt x="122" y="6"/>
                    <a:pt x="178" y="6"/>
                    <a:pt x="211" y="6"/>
                  </a:cubicBezTo>
                  <a:cubicBezTo>
                    <a:pt x="244" y="5"/>
                    <a:pt x="306" y="4"/>
                    <a:pt x="356" y="3"/>
                  </a:cubicBezTo>
                  <a:cubicBezTo>
                    <a:pt x="407" y="2"/>
                    <a:pt x="438" y="0"/>
                    <a:pt x="466" y="4"/>
                  </a:cubicBezTo>
                  <a:cubicBezTo>
                    <a:pt x="491" y="7"/>
                    <a:pt x="493" y="29"/>
                    <a:pt x="511" y="4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7" name="Freeform 113">
              <a:extLst>
                <a:ext uri="{FF2B5EF4-FFF2-40B4-BE49-F238E27FC236}">
                  <a16:creationId xmlns:a16="http://schemas.microsoft.com/office/drawing/2014/main" id="{524EBE6E-754D-4329-8639-7B1A463C5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42"/>
              <a:ext cx="3400" cy="105"/>
            </a:xfrm>
            <a:custGeom>
              <a:avLst/>
              <a:gdLst>
                <a:gd name="T0" fmla="*/ 21250 w 1360"/>
                <a:gd name="T1" fmla="*/ 500 h 42"/>
                <a:gd name="T2" fmla="*/ 14863 w 1360"/>
                <a:gd name="T3" fmla="*/ 550 h 42"/>
                <a:gd name="T4" fmla="*/ 5908 w 1360"/>
                <a:gd name="T5" fmla="*/ 345 h 42"/>
                <a:gd name="T6" fmla="*/ 0 w 1360"/>
                <a:gd name="T7" fmla="*/ 363 h 42"/>
                <a:gd name="T8" fmla="*/ 0 w 1360"/>
                <a:gd name="T9" fmla="*/ 50 h 42"/>
                <a:gd name="T10" fmla="*/ 5875 w 1360"/>
                <a:gd name="T11" fmla="*/ 20 h 42"/>
                <a:gd name="T12" fmla="*/ 14863 w 1360"/>
                <a:gd name="T13" fmla="*/ 188 h 42"/>
                <a:gd name="T14" fmla="*/ 21250 w 1360"/>
                <a:gd name="T15" fmla="*/ 175 h 42"/>
                <a:gd name="T16" fmla="*/ 21250 w 1360"/>
                <a:gd name="T17" fmla="*/ 50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0" h="42">
                  <a:moveTo>
                    <a:pt x="1360" y="32"/>
                  </a:moveTo>
                  <a:cubicBezTo>
                    <a:pt x="1280" y="37"/>
                    <a:pt x="1033" y="42"/>
                    <a:pt x="951" y="35"/>
                  </a:cubicBezTo>
                  <a:cubicBezTo>
                    <a:pt x="908" y="31"/>
                    <a:pt x="457" y="23"/>
                    <a:pt x="378" y="22"/>
                  </a:cubicBezTo>
                  <a:cubicBezTo>
                    <a:pt x="194" y="21"/>
                    <a:pt x="68" y="25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8" y="6"/>
                    <a:pt x="193" y="0"/>
                    <a:pt x="376" y="1"/>
                  </a:cubicBezTo>
                  <a:cubicBezTo>
                    <a:pt x="461" y="2"/>
                    <a:pt x="910" y="10"/>
                    <a:pt x="951" y="12"/>
                  </a:cubicBezTo>
                  <a:cubicBezTo>
                    <a:pt x="1072" y="19"/>
                    <a:pt x="1280" y="17"/>
                    <a:pt x="1360" y="11"/>
                  </a:cubicBezTo>
                  <a:lnTo>
                    <a:pt x="1360" y="32"/>
                  </a:lnTo>
                  <a:close/>
                </a:path>
              </a:pathLst>
            </a:custGeom>
            <a:solidFill>
              <a:srgbClr val="F7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8" name="Freeform 114">
              <a:extLst>
                <a:ext uri="{FF2B5EF4-FFF2-40B4-BE49-F238E27FC236}">
                  <a16:creationId xmlns:a16="http://schemas.microsoft.com/office/drawing/2014/main" id="{B319E239-1C73-489D-AE96-AA2609FED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42"/>
              <a:ext cx="3400" cy="110"/>
            </a:xfrm>
            <a:custGeom>
              <a:avLst/>
              <a:gdLst>
                <a:gd name="T0" fmla="*/ 15425 w 1360"/>
                <a:gd name="T1" fmla="*/ 563 h 44"/>
                <a:gd name="T2" fmla="*/ 21250 w 1360"/>
                <a:gd name="T3" fmla="*/ 500 h 44"/>
                <a:gd name="T4" fmla="*/ 21250 w 1360"/>
                <a:gd name="T5" fmla="*/ 175 h 44"/>
                <a:gd name="T6" fmla="*/ 14863 w 1360"/>
                <a:gd name="T7" fmla="*/ 188 h 44"/>
                <a:gd name="T8" fmla="*/ 5875 w 1360"/>
                <a:gd name="T9" fmla="*/ 20 h 44"/>
                <a:gd name="T10" fmla="*/ 0 w 1360"/>
                <a:gd name="T11" fmla="*/ 50 h 44"/>
                <a:gd name="T12" fmla="*/ 0 w 1360"/>
                <a:gd name="T13" fmla="*/ 363 h 44"/>
                <a:gd name="T14" fmla="*/ 5908 w 1360"/>
                <a:gd name="T15" fmla="*/ 345 h 44"/>
                <a:gd name="T16" fmla="*/ 15425 w 1360"/>
                <a:gd name="T17" fmla="*/ 56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0" h="44">
                  <a:moveTo>
                    <a:pt x="987" y="36"/>
                  </a:moveTo>
                  <a:cubicBezTo>
                    <a:pt x="1109" y="44"/>
                    <a:pt x="1287" y="37"/>
                    <a:pt x="1360" y="32"/>
                  </a:cubicBezTo>
                  <a:cubicBezTo>
                    <a:pt x="1360" y="11"/>
                    <a:pt x="1360" y="11"/>
                    <a:pt x="1360" y="11"/>
                  </a:cubicBezTo>
                  <a:cubicBezTo>
                    <a:pt x="1280" y="17"/>
                    <a:pt x="1074" y="18"/>
                    <a:pt x="951" y="12"/>
                  </a:cubicBezTo>
                  <a:cubicBezTo>
                    <a:pt x="910" y="10"/>
                    <a:pt x="461" y="2"/>
                    <a:pt x="376" y="1"/>
                  </a:cubicBezTo>
                  <a:cubicBezTo>
                    <a:pt x="193" y="0"/>
                    <a:pt x="68" y="6"/>
                    <a:pt x="0" y="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8" y="25"/>
                    <a:pt x="194" y="21"/>
                    <a:pt x="378" y="22"/>
                  </a:cubicBezTo>
                  <a:cubicBezTo>
                    <a:pt x="393" y="22"/>
                    <a:pt x="987" y="36"/>
                    <a:pt x="987" y="36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9" name="Freeform 115">
              <a:extLst>
                <a:ext uri="{FF2B5EF4-FFF2-40B4-BE49-F238E27FC236}">
                  <a16:creationId xmlns:a16="http://schemas.microsoft.com/office/drawing/2014/main" id="{E37D46B1-906C-44F8-9203-DB356B15A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3157"/>
              <a:ext cx="3390" cy="102"/>
            </a:xfrm>
            <a:custGeom>
              <a:avLst/>
              <a:gdLst>
                <a:gd name="T0" fmla="*/ 21188 w 1356"/>
                <a:gd name="T1" fmla="*/ 321 h 41"/>
                <a:gd name="T2" fmla="*/ 17020 w 1356"/>
                <a:gd name="T3" fmla="*/ 495 h 41"/>
                <a:gd name="T4" fmla="*/ 6220 w 1356"/>
                <a:gd name="T5" fmla="*/ 508 h 41"/>
                <a:gd name="T6" fmla="*/ 2238 w 1356"/>
                <a:gd name="T7" fmla="*/ 619 h 41"/>
                <a:gd name="T8" fmla="*/ 0 w 1356"/>
                <a:gd name="T9" fmla="*/ 465 h 41"/>
                <a:gd name="T10" fmla="*/ 0 w 1356"/>
                <a:gd name="T11" fmla="*/ 403 h 41"/>
                <a:gd name="T12" fmla="*/ 0 w 1356"/>
                <a:gd name="T13" fmla="*/ 137 h 41"/>
                <a:gd name="T14" fmla="*/ 2238 w 1356"/>
                <a:gd name="T15" fmla="*/ 291 h 41"/>
                <a:gd name="T16" fmla="*/ 6220 w 1356"/>
                <a:gd name="T17" fmla="*/ 187 h 41"/>
                <a:gd name="T18" fmla="*/ 17020 w 1356"/>
                <a:gd name="T19" fmla="*/ 167 h 41"/>
                <a:gd name="T20" fmla="*/ 21188 w 1356"/>
                <a:gd name="T21" fmla="*/ 0 h 41"/>
                <a:gd name="T22" fmla="*/ 21188 w 1356"/>
                <a:gd name="T23" fmla="*/ 321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6" h="41">
                  <a:moveTo>
                    <a:pt x="1356" y="21"/>
                  </a:moveTo>
                  <a:cubicBezTo>
                    <a:pt x="1339" y="24"/>
                    <a:pt x="1234" y="32"/>
                    <a:pt x="1089" y="32"/>
                  </a:cubicBezTo>
                  <a:cubicBezTo>
                    <a:pt x="972" y="32"/>
                    <a:pt x="492" y="34"/>
                    <a:pt x="398" y="33"/>
                  </a:cubicBezTo>
                  <a:cubicBezTo>
                    <a:pt x="300" y="33"/>
                    <a:pt x="211" y="41"/>
                    <a:pt x="143" y="40"/>
                  </a:cubicBezTo>
                  <a:cubicBezTo>
                    <a:pt x="40" y="40"/>
                    <a:pt x="6" y="30"/>
                    <a:pt x="0" y="3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40" y="19"/>
                    <a:pt x="143" y="19"/>
                  </a:cubicBezTo>
                  <a:cubicBezTo>
                    <a:pt x="211" y="20"/>
                    <a:pt x="300" y="12"/>
                    <a:pt x="398" y="12"/>
                  </a:cubicBezTo>
                  <a:cubicBezTo>
                    <a:pt x="492" y="13"/>
                    <a:pt x="972" y="11"/>
                    <a:pt x="1089" y="11"/>
                  </a:cubicBezTo>
                  <a:cubicBezTo>
                    <a:pt x="1234" y="11"/>
                    <a:pt x="1339" y="3"/>
                    <a:pt x="1356" y="0"/>
                  </a:cubicBezTo>
                  <a:cubicBezTo>
                    <a:pt x="1356" y="21"/>
                    <a:pt x="1356" y="21"/>
                    <a:pt x="1356" y="21"/>
                  </a:cubicBezTo>
                  <a:close/>
                </a:path>
              </a:pathLst>
            </a:custGeom>
            <a:solidFill>
              <a:srgbClr val="F7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0" name="Freeform 116">
              <a:extLst>
                <a:ext uri="{FF2B5EF4-FFF2-40B4-BE49-F238E27FC236}">
                  <a16:creationId xmlns:a16="http://schemas.microsoft.com/office/drawing/2014/main" id="{0223F227-67D6-45D5-ACA4-94E70F84A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3157"/>
              <a:ext cx="3390" cy="102"/>
            </a:xfrm>
            <a:custGeom>
              <a:avLst/>
              <a:gdLst>
                <a:gd name="T0" fmla="*/ 17020 w 1356"/>
                <a:gd name="T1" fmla="*/ 167 h 41"/>
                <a:gd name="T2" fmla="*/ 21188 w 1356"/>
                <a:gd name="T3" fmla="*/ 0 h 41"/>
                <a:gd name="T4" fmla="*/ 21188 w 1356"/>
                <a:gd name="T5" fmla="*/ 321 h 41"/>
                <a:gd name="T6" fmla="*/ 21188 w 1356"/>
                <a:gd name="T7" fmla="*/ 321 h 41"/>
                <a:gd name="T8" fmla="*/ 17020 w 1356"/>
                <a:gd name="T9" fmla="*/ 495 h 41"/>
                <a:gd name="T10" fmla="*/ 6220 w 1356"/>
                <a:gd name="T11" fmla="*/ 508 h 41"/>
                <a:gd name="T12" fmla="*/ 2238 w 1356"/>
                <a:gd name="T13" fmla="*/ 619 h 41"/>
                <a:gd name="T14" fmla="*/ 0 w 1356"/>
                <a:gd name="T15" fmla="*/ 465 h 41"/>
                <a:gd name="T16" fmla="*/ 0 w 1356"/>
                <a:gd name="T17" fmla="*/ 403 h 41"/>
                <a:gd name="T18" fmla="*/ 0 w 1356"/>
                <a:gd name="T19" fmla="*/ 137 h 41"/>
                <a:gd name="T20" fmla="*/ 2238 w 1356"/>
                <a:gd name="T21" fmla="*/ 291 h 41"/>
                <a:gd name="T22" fmla="*/ 6220 w 1356"/>
                <a:gd name="T23" fmla="*/ 187 h 41"/>
                <a:gd name="T24" fmla="*/ 17020 w 1356"/>
                <a:gd name="T25" fmla="*/ 167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56" h="41">
                  <a:moveTo>
                    <a:pt x="1089" y="11"/>
                  </a:moveTo>
                  <a:cubicBezTo>
                    <a:pt x="1234" y="11"/>
                    <a:pt x="1339" y="3"/>
                    <a:pt x="1356" y="0"/>
                  </a:cubicBezTo>
                  <a:cubicBezTo>
                    <a:pt x="1356" y="21"/>
                    <a:pt x="1356" y="21"/>
                    <a:pt x="1356" y="21"/>
                  </a:cubicBezTo>
                  <a:cubicBezTo>
                    <a:pt x="1356" y="21"/>
                    <a:pt x="1356" y="21"/>
                    <a:pt x="1356" y="21"/>
                  </a:cubicBezTo>
                  <a:cubicBezTo>
                    <a:pt x="1339" y="24"/>
                    <a:pt x="1234" y="32"/>
                    <a:pt x="1089" y="32"/>
                  </a:cubicBezTo>
                  <a:cubicBezTo>
                    <a:pt x="972" y="32"/>
                    <a:pt x="492" y="34"/>
                    <a:pt x="398" y="33"/>
                  </a:cubicBezTo>
                  <a:cubicBezTo>
                    <a:pt x="300" y="33"/>
                    <a:pt x="211" y="41"/>
                    <a:pt x="143" y="40"/>
                  </a:cubicBezTo>
                  <a:cubicBezTo>
                    <a:pt x="40" y="40"/>
                    <a:pt x="6" y="30"/>
                    <a:pt x="0" y="3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40" y="19"/>
                    <a:pt x="143" y="19"/>
                  </a:cubicBezTo>
                  <a:cubicBezTo>
                    <a:pt x="211" y="20"/>
                    <a:pt x="300" y="12"/>
                    <a:pt x="398" y="12"/>
                  </a:cubicBezTo>
                  <a:lnTo>
                    <a:pt x="1089" y="11"/>
                  </a:ln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1" name="balloon-expandable-stent-insertion">
            <a:extLst>
              <a:ext uri="{FF2B5EF4-FFF2-40B4-BE49-F238E27FC236}">
                <a16:creationId xmlns:a16="http://schemas.microsoft.com/office/drawing/2014/main" id="{D82E56E6-CD31-4F5D-8C51-F5CF9F2A4919}"/>
              </a:ext>
            </a:extLst>
          </p:cNvPr>
          <p:cNvGrpSpPr>
            <a:grpSpLocks/>
          </p:cNvGrpSpPr>
          <p:nvPr/>
        </p:nvGrpSpPr>
        <p:grpSpPr bwMode="auto">
          <a:xfrm>
            <a:off x="3240088" y="2185988"/>
            <a:ext cx="5707062" cy="1138237"/>
            <a:chOff x="1081" y="1251"/>
            <a:chExt cx="3595" cy="717"/>
          </a:xfrm>
        </p:grpSpPr>
        <p:sp>
          <p:nvSpPr>
            <p:cNvPr id="58372" name="Freeform 118">
              <a:extLst>
                <a:ext uri="{FF2B5EF4-FFF2-40B4-BE49-F238E27FC236}">
                  <a16:creationId xmlns:a16="http://schemas.microsoft.com/office/drawing/2014/main" id="{122BE5B1-81B3-491D-BAE8-B718CD7FF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303"/>
              <a:ext cx="3418" cy="620"/>
            </a:xfrm>
            <a:custGeom>
              <a:avLst/>
              <a:gdLst>
                <a:gd name="T0" fmla="*/ 5896 w 1367"/>
                <a:gd name="T1" fmla="*/ 113 h 248"/>
                <a:gd name="T2" fmla="*/ 8051 w 1367"/>
                <a:gd name="T3" fmla="*/ 50 h 248"/>
                <a:gd name="T4" fmla="*/ 10241 w 1367"/>
                <a:gd name="T5" fmla="*/ 0 h 248"/>
                <a:gd name="T6" fmla="*/ 14817 w 1367"/>
                <a:gd name="T7" fmla="*/ 208 h 248"/>
                <a:gd name="T8" fmla="*/ 17693 w 1367"/>
                <a:gd name="T9" fmla="*/ 238 h 248"/>
                <a:gd name="T10" fmla="*/ 21368 w 1367"/>
                <a:gd name="T11" fmla="*/ 238 h 248"/>
                <a:gd name="T12" fmla="*/ 21243 w 1367"/>
                <a:gd name="T13" fmla="*/ 3500 h 248"/>
                <a:gd name="T14" fmla="*/ 17067 w 1367"/>
                <a:gd name="T15" fmla="*/ 3658 h 248"/>
                <a:gd name="T16" fmla="*/ 14255 w 1367"/>
                <a:gd name="T17" fmla="*/ 3770 h 248"/>
                <a:gd name="T18" fmla="*/ 10754 w 1367"/>
                <a:gd name="T19" fmla="*/ 3863 h 248"/>
                <a:gd name="T20" fmla="*/ 6283 w 1367"/>
                <a:gd name="T21" fmla="*/ 3688 h 248"/>
                <a:gd name="T22" fmla="*/ 4051 w 1367"/>
                <a:gd name="T23" fmla="*/ 3750 h 248"/>
                <a:gd name="T24" fmla="*/ 2283 w 1367"/>
                <a:gd name="T25" fmla="*/ 3800 h 248"/>
                <a:gd name="T26" fmla="*/ 50 w 1367"/>
                <a:gd name="T27" fmla="*/ 3645 h 248"/>
                <a:gd name="T28" fmla="*/ 0 w 1367"/>
                <a:gd name="T29" fmla="*/ 33 h 248"/>
                <a:gd name="T30" fmla="*/ 5896 w 1367"/>
                <a:gd name="T31" fmla="*/ 113 h 2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67" h="248">
                  <a:moveTo>
                    <a:pt x="377" y="7"/>
                  </a:moveTo>
                  <a:cubicBezTo>
                    <a:pt x="416" y="7"/>
                    <a:pt x="466" y="5"/>
                    <a:pt x="515" y="3"/>
                  </a:cubicBezTo>
                  <a:cubicBezTo>
                    <a:pt x="567" y="2"/>
                    <a:pt x="618" y="0"/>
                    <a:pt x="655" y="0"/>
                  </a:cubicBezTo>
                  <a:cubicBezTo>
                    <a:pt x="790" y="2"/>
                    <a:pt x="905" y="13"/>
                    <a:pt x="948" y="13"/>
                  </a:cubicBezTo>
                  <a:cubicBezTo>
                    <a:pt x="1005" y="13"/>
                    <a:pt x="1070" y="14"/>
                    <a:pt x="1132" y="15"/>
                  </a:cubicBezTo>
                  <a:cubicBezTo>
                    <a:pt x="1228" y="16"/>
                    <a:pt x="1319" y="18"/>
                    <a:pt x="1367" y="15"/>
                  </a:cubicBezTo>
                  <a:cubicBezTo>
                    <a:pt x="1343" y="36"/>
                    <a:pt x="1292" y="148"/>
                    <a:pt x="1359" y="224"/>
                  </a:cubicBezTo>
                  <a:cubicBezTo>
                    <a:pt x="1342" y="227"/>
                    <a:pt x="1237" y="234"/>
                    <a:pt x="1092" y="234"/>
                  </a:cubicBezTo>
                  <a:cubicBezTo>
                    <a:pt x="1037" y="234"/>
                    <a:pt x="976" y="237"/>
                    <a:pt x="912" y="241"/>
                  </a:cubicBezTo>
                  <a:cubicBezTo>
                    <a:pt x="840" y="244"/>
                    <a:pt x="764" y="248"/>
                    <a:pt x="688" y="247"/>
                  </a:cubicBezTo>
                  <a:cubicBezTo>
                    <a:pt x="597" y="245"/>
                    <a:pt x="495" y="237"/>
                    <a:pt x="402" y="236"/>
                  </a:cubicBezTo>
                  <a:cubicBezTo>
                    <a:pt x="351" y="236"/>
                    <a:pt x="303" y="238"/>
                    <a:pt x="259" y="240"/>
                  </a:cubicBezTo>
                  <a:cubicBezTo>
                    <a:pt x="217" y="241"/>
                    <a:pt x="179" y="243"/>
                    <a:pt x="146" y="243"/>
                  </a:cubicBezTo>
                  <a:cubicBezTo>
                    <a:pt x="43" y="243"/>
                    <a:pt x="9" y="232"/>
                    <a:pt x="3" y="233"/>
                  </a:cubicBezTo>
                  <a:cubicBezTo>
                    <a:pt x="45" y="142"/>
                    <a:pt x="15" y="18"/>
                    <a:pt x="0" y="2"/>
                  </a:cubicBezTo>
                  <a:cubicBezTo>
                    <a:pt x="67" y="4"/>
                    <a:pt x="193" y="5"/>
                    <a:pt x="377" y="7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3" name="Freeform 119">
              <a:extLst>
                <a:ext uri="{FF2B5EF4-FFF2-40B4-BE49-F238E27FC236}">
                  <a16:creationId xmlns:a16="http://schemas.microsoft.com/office/drawing/2014/main" id="{9FF920E5-9A08-4DB8-954E-A043B906F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08"/>
              <a:ext cx="3385" cy="615"/>
            </a:xfrm>
            <a:custGeom>
              <a:avLst/>
              <a:gdLst>
                <a:gd name="T0" fmla="*/ 20345 w 1354"/>
                <a:gd name="T1" fmla="*/ 3345 h 246"/>
                <a:gd name="T2" fmla="*/ 18158 w 1354"/>
                <a:gd name="T3" fmla="*/ 3313 h 246"/>
                <a:gd name="T4" fmla="*/ 16333 w 1354"/>
                <a:gd name="T5" fmla="*/ 3125 h 246"/>
                <a:gd name="T6" fmla="*/ 15688 w 1354"/>
                <a:gd name="T7" fmla="*/ 2908 h 246"/>
                <a:gd name="T8" fmla="*/ 15895 w 1354"/>
                <a:gd name="T9" fmla="*/ 2333 h 246"/>
                <a:gd name="T10" fmla="*/ 16313 w 1354"/>
                <a:gd name="T11" fmla="*/ 2283 h 246"/>
                <a:gd name="T12" fmla="*/ 16863 w 1354"/>
                <a:gd name="T13" fmla="*/ 2063 h 246"/>
                <a:gd name="T14" fmla="*/ 16363 w 1354"/>
                <a:gd name="T15" fmla="*/ 1770 h 246"/>
                <a:gd name="T16" fmla="*/ 15363 w 1354"/>
                <a:gd name="T17" fmla="*/ 1738 h 246"/>
                <a:gd name="T18" fmla="*/ 15158 w 1354"/>
                <a:gd name="T19" fmla="*/ 1208 h 246"/>
                <a:gd name="T20" fmla="*/ 15875 w 1354"/>
                <a:gd name="T21" fmla="*/ 783 h 246"/>
                <a:gd name="T22" fmla="*/ 16958 w 1354"/>
                <a:gd name="T23" fmla="*/ 708 h 246"/>
                <a:gd name="T24" fmla="*/ 18625 w 1354"/>
                <a:gd name="T25" fmla="*/ 520 h 246"/>
                <a:gd name="T26" fmla="*/ 20300 w 1354"/>
                <a:gd name="T27" fmla="*/ 250 h 246"/>
                <a:gd name="T28" fmla="*/ 14770 w 1354"/>
                <a:gd name="T29" fmla="*/ 188 h 246"/>
                <a:gd name="T30" fmla="*/ 5813 w 1354"/>
                <a:gd name="T31" fmla="*/ 83 h 246"/>
                <a:gd name="T32" fmla="*/ 0 w 1354"/>
                <a:gd name="T33" fmla="*/ 0 h 246"/>
                <a:gd name="T34" fmla="*/ 20 w 1354"/>
                <a:gd name="T35" fmla="*/ 63 h 246"/>
                <a:gd name="T36" fmla="*/ 3583 w 1354"/>
                <a:gd name="T37" fmla="*/ 533 h 246"/>
                <a:gd name="T38" fmla="*/ 4375 w 1354"/>
                <a:gd name="T39" fmla="*/ 520 h 246"/>
                <a:gd name="T40" fmla="*/ 7083 w 1354"/>
                <a:gd name="T41" fmla="*/ 813 h 246"/>
                <a:gd name="T42" fmla="*/ 7333 w 1354"/>
                <a:gd name="T43" fmla="*/ 1708 h 246"/>
                <a:gd name="T44" fmla="*/ 6988 w 1354"/>
                <a:gd name="T45" fmla="*/ 1908 h 246"/>
                <a:gd name="T46" fmla="*/ 6783 w 1354"/>
                <a:gd name="T47" fmla="*/ 2208 h 246"/>
                <a:gd name="T48" fmla="*/ 5283 w 1354"/>
                <a:gd name="T49" fmla="*/ 3208 h 246"/>
                <a:gd name="T50" fmla="*/ 4020 w 1354"/>
                <a:gd name="T51" fmla="*/ 3438 h 246"/>
                <a:gd name="T52" fmla="*/ 2800 w 1354"/>
                <a:gd name="T53" fmla="*/ 3520 h 246"/>
                <a:gd name="T54" fmla="*/ 1583 w 1354"/>
                <a:gd name="T55" fmla="*/ 3658 h 246"/>
                <a:gd name="T56" fmla="*/ 770 w 1354"/>
                <a:gd name="T57" fmla="*/ 3708 h 246"/>
                <a:gd name="T58" fmla="*/ 2208 w 1354"/>
                <a:gd name="T59" fmla="*/ 3770 h 246"/>
                <a:gd name="T60" fmla="*/ 3970 w 1354"/>
                <a:gd name="T61" fmla="*/ 3720 h 246"/>
                <a:gd name="T62" fmla="*/ 6208 w 1354"/>
                <a:gd name="T63" fmla="*/ 3658 h 246"/>
                <a:gd name="T64" fmla="*/ 10675 w 1354"/>
                <a:gd name="T65" fmla="*/ 3833 h 246"/>
                <a:gd name="T66" fmla="*/ 14175 w 1354"/>
                <a:gd name="T67" fmla="*/ 3738 h 246"/>
                <a:gd name="T68" fmla="*/ 16988 w 1354"/>
                <a:gd name="T69" fmla="*/ 3625 h 246"/>
                <a:gd name="T70" fmla="*/ 21158 w 1354"/>
                <a:gd name="T71" fmla="*/ 3470 h 246"/>
                <a:gd name="T72" fmla="*/ 21145 w 1354"/>
                <a:gd name="T73" fmla="*/ 3438 h 246"/>
                <a:gd name="T74" fmla="*/ 21095 w 1354"/>
                <a:gd name="T75" fmla="*/ 3438 h 246"/>
                <a:gd name="T76" fmla="*/ 20345 w 1354"/>
                <a:gd name="T77" fmla="*/ 3345 h 24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354" h="246">
                  <a:moveTo>
                    <a:pt x="1302" y="214"/>
                  </a:moveTo>
                  <a:cubicBezTo>
                    <a:pt x="1246" y="212"/>
                    <a:pt x="1207" y="214"/>
                    <a:pt x="1162" y="212"/>
                  </a:cubicBezTo>
                  <a:cubicBezTo>
                    <a:pt x="1121" y="211"/>
                    <a:pt x="1086" y="204"/>
                    <a:pt x="1045" y="200"/>
                  </a:cubicBezTo>
                  <a:cubicBezTo>
                    <a:pt x="1034" y="199"/>
                    <a:pt x="1009" y="198"/>
                    <a:pt x="1004" y="186"/>
                  </a:cubicBezTo>
                  <a:cubicBezTo>
                    <a:pt x="998" y="175"/>
                    <a:pt x="1007" y="154"/>
                    <a:pt x="1017" y="149"/>
                  </a:cubicBezTo>
                  <a:cubicBezTo>
                    <a:pt x="1024" y="145"/>
                    <a:pt x="1034" y="146"/>
                    <a:pt x="1044" y="146"/>
                  </a:cubicBezTo>
                  <a:cubicBezTo>
                    <a:pt x="1059" y="146"/>
                    <a:pt x="1074" y="147"/>
                    <a:pt x="1079" y="132"/>
                  </a:cubicBezTo>
                  <a:cubicBezTo>
                    <a:pt x="1086" y="107"/>
                    <a:pt x="1064" y="112"/>
                    <a:pt x="1047" y="113"/>
                  </a:cubicBezTo>
                  <a:cubicBezTo>
                    <a:pt x="1027" y="114"/>
                    <a:pt x="1003" y="116"/>
                    <a:pt x="983" y="111"/>
                  </a:cubicBezTo>
                  <a:cubicBezTo>
                    <a:pt x="962" y="106"/>
                    <a:pt x="961" y="94"/>
                    <a:pt x="970" y="77"/>
                  </a:cubicBezTo>
                  <a:cubicBezTo>
                    <a:pt x="980" y="60"/>
                    <a:pt x="997" y="52"/>
                    <a:pt x="1016" y="50"/>
                  </a:cubicBezTo>
                  <a:cubicBezTo>
                    <a:pt x="1039" y="47"/>
                    <a:pt x="1062" y="49"/>
                    <a:pt x="1085" y="45"/>
                  </a:cubicBezTo>
                  <a:cubicBezTo>
                    <a:pt x="1107" y="41"/>
                    <a:pt x="1170" y="35"/>
                    <a:pt x="1192" y="33"/>
                  </a:cubicBezTo>
                  <a:cubicBezTo>
                    <a:pt x="1234" y="29"/>
                    <a:pt x="1252" y="25"/>
                    <a:pt x="1299" y="16"/>
                  </a:cubicBezTo>
                  <a:cubicBezTo>
                    <a:pt x="1215" y="13"/>
                    <a:pt x="1098" y="14"/>
                    <a:pt x="945" y="12"/>
                  </a:cubicBezTo>
                  <a:cubicBezTo>
                    <a:pt x="902" y="11"/>
                    <a:pt x="451" y="5"/>
                    <a:pt x="372" y="5"/>
                  </a:cubicBezTo>
                  <a:cubicBezTo>
                    <a:pt x="192" y="3"/>
                    <a:pt x="68" y="2"/>
                    <a:pt x="0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73" y="32"/>
                    <a:pt x="153" y="34"/>
                    <a:pt x="229" y="34"/>
                  </a:cubicBezTo>
                  <a:cubicBezTo>
                    <a:pt x="246" y="34"/>
                    <a:pt x="263" y="34"/>
                    <a:pt x="280" y="33"/>
                  </a:cubicBezTo>
                  <a:cubicBezTo>
                    <a:pt x="339" y="31"/>
                    <a:pt x="400" y="29"/>
                    <a:pt x="453" y="52"/>
                  </a:cubicBezTo>
                  <a:cubicBezTo>
                    <a:pt x="472" y="60"/>
                    <a:pt x="479" y="90"/>
                    <a:pt x="469" y="109"/>
                  </a:cubicBezTo>
                  <a:cubicBezTo>
                    <a:pt x="463" y="118"/>
                    <a:pt x="458" y="119"/>
                    <a:pt x="447" y="122"/>
                  </a:cubicBezTo>
                  <a:cubicBezTo>
                    <a:pt x="432" y="126"/>
                    <a:pt x="427" y="124"/>
                    <a:pt x="434" y="141"/>
                  </a:cubicBezTo>
                  <a:cubicBezTo>
                    <a:pt x="462" y="208"/>
                    <a:pt x="380" y="199"/>
                    <a:pt x="338" y="205"/>
                  </a:cubicBezTo>
                  <a:cubicBezTo>
                    <a:pt x="311" y="209"/>
                    <a:pt x="284" y="216"/>
                    <a:pt x="257" y="220"/>
                  </a:cubicBezTo>
                  <a:cubicBezTo>
                    <a:pt x="231" y="224"/>
                    <a:pt x="205" y="222"/>
                    <a:pt x="179" y="225"/>
                  </a:cubicBezTo>
                  <a:cubicBezTo>
                    <a:pt x="153" y="227"/>
                    <a:pt x="127" y="232"/>
                    <a:pt x="101" y="234"/>
                  </a:cubicBezTo>
                  <a:cubicBezTo>
                    <a:pt x="85" y="236"/>
                    <a:pt x="67" y="236"/>
                    <a:pt x="49" y="237"/>
                  </a:cubicBezTo>
                  <a:cubicBezTo>
                    <a:pt x="70" y="239"/>
                    <a:pt x="100" y="241"/>
                    <a:pt x="141" y="241"/>
                  </a:cubicBezTo>
                  <a:cubicBezTo>
                    <a:pt x="174" y="241"/>
                    <a:pt x="212" y="239"/>
                    <a:pt x="254" y="238"/>
                  </a:cubicBezTo>
                  <a:cubicBezTo>
                    <a:pt x="298" y="236"/>
                    <a:pt x="346" y="234"/>
                    <a:pt x="397" y="234"/>
                  </a:cubicBezTo>
                  <a:cubicBezTo>
                    <a:pt x="490" y="235"/>
                    <a:pt x="592" y="243"/>
                    <a:pt x="683" y="245"/>
                  </a:cubicBezTo>
                  <a:cubicBezTo>
                    <a:pt x="759" y="246"/>
                    <a:pt x="835" y="242"/>
                    <a:pt x="907" y="239"/>
                  </a:cubicBezTo>
                  <a:cubicBezTo>
                    <a:pt x="971" y="235"/>
                    <a:pt x="1032" y="232"/>
                    <a:pt x="1087" y="232"/>
                  </a:cubicBezTo>
                  <a:cubicBezTo>
                    <a:pt x="1232" y="232"/>
                    <a:pt x="1337" y="225"/>
                    <a:pt x="1354" y="222"/>
                  </a:cubicBezTo>
                  <a:cubicBezTo>
                    <a:pt x="1354" y="221"/>
                    <a:pt x="1353" y="221"/>
                    <a:pt x="1353" y="220"/>
                  </a:cubicBezTo>
                  <a:cubicBezTo>
                    <a:pt x="1352" y="220"/>
                    <a:pt x="1351" y="220"/>
                    <a:pt x="1350" y="220"/>
                  </a:cubicBezTo>
                  <a:cubicBezTo>
                    <a:pt x="1334" y="218"/>
                    <a:pt x="1319" y="214"/>
                    <a:pt x="1302" y="214"/>
                  </a:cubicBezTo>
                </a:path>
              </a:pathLst>
            </a:custGeom>
            <a:solidFill>
              <a:srgbClr val="E0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4" name="Freeform 120">
              <a:extLst>
                <a:ext uri="{FF2B5EF4-FFF2-40B4-BE49-F238E27FC236}">
                  <a16:creationId xmlns:a16="http://schemas.microsoft.com/office/drawing/2014/main" id="{5A704252-321E-4084-BE0D-A66838BFC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293"/>
              <a:ext cx="1245" cy="153"/>
            </a:xfrm>
            <a:custGeom>
              <a:avLst/>
              <a:gdLst>
                <a:gd name="T0" fmla="*/ 2783 w 498"/>
                <a:gd name="T1" fmla="*/ 20 h 61"/>
                <a:gd name="T2" fmla="*/ 7783 w 498"/>
                <a:gd name="T3" fmla="*/ 301 h 61"/>
                <a:gd name="T4" fmla="*/ 6800 w 498"/>
                <a:gd name="T5" fmla="*/ 742 h 61"/>
                <a:gd name="T6" fmla="*/ 6033 w 498"/>
                <a:gd name="T7" fmla="*/ 818 h 61"/>
                <a:gd name="T8" fmla="*/ 3550 w 498"/>
                <a:gd name="T9" fmla="*/ 868 h 61"/>
                <a:gd name="T10" fmla="*/ 1145 w 498"/>
                <a:gd name="T11" fmla="*/ 805 h 61"/>
                <a:gd name="T12" fmla="*/ 0 w 498"/>
                <a:gd name="T13" fmla="*/ 95 h 61"/>
                <a:gd name="T14" fmla="*/ 2783 w 498"/>
                <a:gd name="T15" fmla="*/ 2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8" h="61">
                  <a:moveTo>
                    <a:pt x="178" y="1"/>
                  </a:moveTo>
                  <a:cubicBezTo>
                    <a:pt x="313" y="3"/>
                    <a:pt x="491" y="19"/>
                    <a:pt x="498" y="19"/>
                  </a:cubicBezTo>
                  <a:cubicBezTo>
                    <a:pt x="477" y="27"/>
                    <a:pt x="458" y="43"/>
                    <a:pt x="435" y="47"/>
                  </a:cubicBezTo>
                  <a:cubicBezTo>
                    <a:pt x="415" y="51"/>
                    <a:pt x="407" y="50"/>
                    <a:pt x="386" y="52"/>
                  </a:cubicBezTo>
                  <a:cubicBezTo>
                    <a:pt x="337" y="57"/>
                    <a:pt x="276" y="55"/>
                    <a:pt x="227" y="55"/>
                  </a:cubicBezTo>
                  <a:cubicBezTo>
                    <a:pt x="181" y="54"/>
                    <a:pt x="118" y="61"/>
                    <a:pt x="73" y="51"/>
                  </a:cubicBezTo>
                  <a:cubicBezTo>
                    <a:pt x="60" y="48"/>
                    <a:pt x="17" y="24"/>
                    <a:pt x="0" y="6"/>
                  </a:cubicBezTo>
                  <a:cubicBezTo>
                    <a:pt x="64" y="0"/>
                    <a:pt x="131" y="0"/>
                    <a:pt x="178" y="1"/>
                  </a:cubicBez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5" name="Freeform 121">
              <a:extLst>
                <a:ext uri="{FF2B5EF4-FFF2-40B4-BE49-F238E27FC236}">
                  <a16:creationId xmlns:a16="http://schemas.microsoft.com/office/drawing/2014/main" id="{C080F7B6-EA43-4929-A267-0E78852F2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723"/>
              <a:ext cx="1298" cy="200"/>
            </a:xfrm>
            <a:custGeom>
              <a:avLst/>
              <a:gdLst>
                <a:gd name="T0" fmla="*/ 783 w 519"/>
                <a:gd name="T1" fmla="*/ 533 h 80"/>
                <a:gd name="T2" fmla="*/ 3189 w 519"/>
                <a:gd name="T3" fmla="*/ 125 h 80"/>
                <a:gd name="T4" fmla="*/ 5305 w 519"/>
                <a:gd name="T5" fmla="*/ 113 h 80"/>
                <a:gd name="T6" fmla="*/ 6055 w 519"/>
                <a:gd name="T7" fmla="*/ 113 h 80"/>
                <a:gd name="T8" fmla="*/ 6805 w 519"/>
                <a:gd name="T9" fmla="*/ 175 h 80"/>
                <a:gd name="T10" fmla="*/ 8118 w 519"/>
                <a:gd name="T11" fmla="*/ 1095 h 80"/>
                <a:gd name="T12" fmla="*/ 3879 w 519"/>
                <a:gd name="T13" fmla="*/ 1238 h 80"/>
                <a:gd name="T14" fmla="*/ 0 w 519"/>
                <a:gd name="T15" fmla="*/ 1083 h 80"/>
                <a:gd name="T16" fmla="*/ 783 w 519"/>
                <a:gd name="T17" fmla="*/ 533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9" h="80">
                  <a:moveTo>
                    <a:pt x="50" y="34"/>
                  </a:moveTo>
                  <a:cubicBezTo>
                    <a:pt x="92" y="0"/>
                    <a:pt x="154" y="10"/>
                    <a:pt x="204" y="8"/>
                  </a:cubicBezTo>
                  <a:cubicBezTo>
                    <a:pt x="249" y="6"/>
                    <a:pt x="294" y="7"/>
                    <a:pt x="339" y="7"/>
                  </a:cubicBezTo>
                  <a:cubicBezTo>
                    <a:pt x="355" y="7"/>
                    <a:pt x="370" y="6"/>
                    <a:pt x="387" y="7"/>
                  </a:cubicBezTo>
                  <a:cubicBezTo>
                    <a:pt x="399" y="7"/>
                    <a:pt x="423" y="8"/>
                    <a:pt x="435" y="11"/>
                  </a:cubicBezTo>
                  <a:cubicBezTo>
                    <a:pt x="460" y="17"/>
                    <a:pt x="489" y="55"/>
                    <a:pt x="519" y="70"/>
                  </a:cubicBezTo>
                  <a:cubicBezTo>
                    <a:pt x="434" y="74"/>
                    <a:pt x="341" y="80"/>
                    <a:pt x="248" y="79"/>
                  </a:cubicBezTo>
                  <a:cubicBezTo>
                    <a:pt x="170" y="78"/>
                    <a:pt x="81" y="71"/>
                    <a:pt x="0" y="69"/>
                  </a:cubicBezTo>
                  <a:cubicBezTo>
                    <a:pt x="19" y="52"/>
                    <a:pt x="41" y="42"/>
                    <a:pt x="50" y="34"/>
                  </a:cubicBezTo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6" name="Freeform 122">
              <a:extLst>
                <a:ext uri="{FF2B5EF4-FFF2-40B4-BE49-F238E27FC236}">
                  <a16:creationId xmlns:a16="http://schemas.microsoft.com/office/drawing/2014/main" id="{C4A8830A-3AA7-4DEA-9584-C8CF01063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608"/>
              <a:ext cx="1045" cy="145"/>
            </a:xfrm>
            <a:custGeom>
              <a:avLst/>
              <a:gdLst>
                <a:gd name="T0" fmla="*/ 33 w 418"/>
                <a:gd name="T1" fmla="*/ 208 h 58"/>
                <a:gd name="T2" fmla="*/ 4750 w 418"/>
                <a:gd name="T3" fmla="*/ 208 h 58"/>
                <a:gd name="T4" fmla="*/ 4875 w 418"/>
                <a:gd name="T5" fmla="*/ 0 h 58"/>
                <a:gd name="T6" fmla="*/ 6345 w 418"/>
                <a:gd name="T7" fmla="*/ 0 h 58"/>
                <a:gd name="T8" fmla="*/ 6533 w 418"/>
                <a:gd name="T9" fmla="*/ 345 h 58"/>
                <a:gd name="T10" fmla="*/ 5145 w 418"/>
                <a:gd name="T11" fmla="*/ 345 h 58"/>
                <a:gd name="T12" fmla="*/ 4345 w 418"/>
                <a:gd name="T13" fmla="*/ 908 h 58"/>
                <a:gd name="T14" fmla="*/ 0 w 418"/>
                <a:gd name="T15" fmla="*/ 908 h 58"/>
                <a:gd name="T16" fmla="*/ 33 w 418"/>
                <a:gd name="T17" fmla="*/ 208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8" h="58">
                  <a:moveTo>
                    <a:pt x="2" y="13"/>
                  </a:moveTo>
                  <a:cubicBezTo>
                    <a:pt x="304" y="13"/>
                    <a:pt x="304" y="13"/>
                    <a:pt x="304" y="13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18" y="22"/>
                    <a:pt x="418" y="22"/>
                    <a:pt x="418" y="22"/>
                  </a:cubicBezTo>
                  <a:cubicBezTo>
                    <a:pt x="329" y="22"/>
                    <a:pt x="329" y="22"/>
                    <a:pt x="329" y="22"/>
                  </a:cubicBezTo>
                  <a:cubicBezTo>
                    <a:pt x="322" y="34"/>
                    <a:pt x="317" y="58"/>
                    <a:pt x="278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2" y="13"/>
                    <a:pt x="2" y="13"/>
                    <a:pt x="2" y="13"/>
                  </a:cubicBezTo>
                </a:path>
              </a:pathLst>
            </a:custGeom>
            <a:solidFill>
              <a:srgbClr val="E0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7" name="Freeform 123">
              <a:extLst>
                <a:ext uri="{FF2B5EF4-FFF2-40B4-BE49-F238E27FC236}">
                  <a16:creationId xmlns:a16="http://schemas.microsoft.com/office/drawing/2014/main" id="{AA6634C5-A2D3-41A1-905D-705437197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1763"/>
              <a:ext cx="42" cy="108"/>
            </a:xfrm>
            <a:custGeom>
              <a:avLst/>
              <a:gdLst>
                <a:gd name="T0" fmla="*/ 225 w 17"/>
                <a:gd name="T1" fmla="*/ 0 h 43"/>
                <a:gd name="T2" fmla="*/ 0 w 17"/>
                <a:gd name="T3" fmla="*/ 681 h 43"/>
                <a:gd name="T4" fmla="*/ 225 w 17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3">
                  <a:moveTo>
                    <a:pt x="15" y="0"/>
                  </a:moveTo>
                  <a:cubicBezTo>
                    <a:pt x="15" y="4"/>
                    <a:pt x="8" y="33"/>
                    <a:pt x="0" y="43"/>
                  </a:cubicBezTo>
                  <a:cubicBezTo>
                    <a:pt x="12" y="34"/>
                    <a:pt x="17" y="10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8" name="Freeform 124">
              <a:extLst>
                <a:ext uri="{FF2B5EF4-FFF2-40B4-BE49-F238E27FC236}">
                  <a16:creationId xmlns:a16="http://schemas.microsoft.com/office/drawing/2014/main" id="{C9F5D9BD-50DE-4D5A-855E-9238185F5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428"/>
              <a:ext cx="142" cy="405"/>
            </a:xfrm>
            <a:custGeom>
              <a:avLst/>
              <a:gdLst>
                <a:gd name="T0" fmla="*/ 882 w 57"/>
                <a:gd name="T1" fmla="*/ 2533 h 162"/>
                <a:gd name="T2" fmla="*/ 837 w 57"/>
                <a:gd name="T3" fmla="*/ 0 h 162"/>
                <a:gd name="T4" fmla="*/ 882 w 57"/>
                <a:gd name="T5" fmla="*/ 2533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62">
                  <a:moveTo>
                    <a:pt x="57" y="162"/>
                  </a:moveTo>
                  <a:cubicBezTo>
                    <a:pt x="13" y="87"/>
                    <a:pt x="43" y="27"/>
                    <a:pt x="54" y="0"/>
                  </a:cubicBezTo>
                  <a:cubicBezTo>
                    <a:pt x="41" y="14"/>
                    <a:pt x="0" y="85"/>
                    <a:pt x="57" y="1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9" name="Freeform 125">
              <a:extLst>
                <a:ext uri="{FF2B5EF4-FFF2-40B4-BE49-F238E27FC236}">
                  <a16:creationId xmlns:a16="http://schemas.microsoft.com/office/drawing/2014/main" id="{44B7146D-7061-445D-84D6-BB03046C7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303"/>
              <a:ext cx="1195" cy="613"/>
            </a:xfrm>
            <a:custGeom>
              <a:avLst/>
              <a:gdLst>
                <a:gd name="T0" fmla="*/ 6875 w 478"/>
                <a:gd name="T1" fmla="*/ 3681 h 245"/>
                <a:gd name="T2" fmla="*/ 6313 w 478"/>
                <a:gd name="T3" fmla="*/ 3681 h 245"/>
                <a:gd name="T4" fmla="*/ 6145 w 478"/>
                <a:gd name="T5" fmla="*/ 3681 h 245"/>
                <a:gd name="T6" fmla="*/ 2345 w 478"/>
                <a:gd name="T7" fmla="*/ 3788 h 245"/>
                <a:gd name="T8" fmla="*/ 2313 w 478"/>
                <a:gd name="T9" fmla="*/ 3788 h 245"/>
                <a:gd name="T10" fmla="*/ 658 w 478"/>
                <a:gd name="T11" fmla="*/ 3693 h 245"/>
                <a:gd name="T12" fmla="*/ 270 w 478"/>
                <a:gd name="T13" fmla="*/ 3650 h 245"/>
                <a:gd name="T14" fmla="*/ 83 w 478"/>
                <a:gd name="T15" fmla="*/ 3618 h 245"/>
                <a:gd name="T16" fmla="*/ 83 w 478"/>
                <a:gd name="T17" fmla="*/ 3618 h 245"/>
                <a:gd name="T18" fmla="*/ 83 w 478"/>
                <a:gd name="T19" fmla="*/ 3650 h 245"/>
                <a:gd name="T20" fmla="*/ 95 w 478"/>
                <a:gd name="T21" fmla="*/ 3650 h 245"/>
                <a:gd name="T22" fmla="*/ 438 w 478"/>
                <a:gd name="T23" fmla="*/ 1929 h 245"/>
                <a:gd name="T24" fmla="*/ 300 w 478"/>
                <a:gd name="T25" fmla="*/ 676 h 245"/>
                <a:gd name="T26" fmla="*/ 175 w 478"/>
                <a:gd name="T27" fmla="*/ 250 h 245"/>
                <a:gd name="T28" fmla="*/ 50 w 478"/>
                <a:gd name="T29" fmla="*/ 20 h 245"/>
                <a:gd name="T30" fmla="*/ 33 w 478"/>
                <a:gd name="T31" fmla="*/ 33 h 245"/>
                <a:gd name="T32" fmla="*/ 33 w 478"/>
                <a:gd name="T33" fmla="*/ 50 h 245"/>
                <a:gd name="T34" fmla="*/ 5925 w 478"/>
                <a:gd name="T35" fmla="*/ 125 h 245"/>
                <a:gd name="T36" fmla="*/ 5988 w 478"/>
                <a:gd name="T37" fmla="*/ 125 h 245"/>
                <a:gd name="T38" fmla="*/ 7438 w 478"/>
                <a:gd name="T39" fmla="*/ 50 h 245"/>
                <a:gd name="T40" fmla="*/ 7470 w 478"/>
                <a:gd name="T41" fmla="*/ 33 h 245"/>
                <a:gd name="T42" fmla="*/ 7438 w 478"/>
                <a:gd name="T43" fmla="*/ 0 h 245"/>
                <a:gd name="T44" fmla="*/ 5988 w 478"/>
                <a:gd name="T45" fmla="*/ 83 h 245"/>
                <a:gd name="T46" fmla="*/ 5925 w 478"/>
                <a:gd name="T47" fmla="*/ 83 h 245"/>
                <a:gd name="T48" fmla="*/ 33 w 478"/>
                <a:gd name="T49" fmla="*/ 0 h 245"/>
                <a:gd name="T50" fmla="*/ 0 w 478"/>
                <a:gd name="T51" fmla="*/ 20 h 245"/>
                <a:gd name="T52" fmla="*/ 20 w 478"/>
                <a:gd name="T53" fmla="*/ 50 h 245"/>
                <a:gd name="T54" fmla="*/ 125 w 478"/>
                <a:gd name="T55" fmla="*/ 270 h 245"/>
                <a:gd name="T56" fmla="*/ 395 w 478"/>
                <a:gd name="T57" fmla="*/ 1929 h 245"/>
                <a:gd name="T58" fmla="*/ 63 w 478"/>
                <a:gd name="T59" fmla="*/ 3630 h 245"/>
                <a:gd name="T60" fmla="*/ 63 w 478"/>
                <a:gd name="T61" fmla="*/ 3650 h 245"/>
                <a:gd name="T62" fmla="*/ 83 w 478"/>
                <a:gd name="T63" fmla="*/ 3663 h 245"/>
                <a:gd name="T64" fmla="*/ 83 w 478"/>
                <a:gd name="T65" fmla="*/ 3663 h 245"/>
                <a:gd name="T66" fmla="*/ 250 w 478"/>
                <a:gd name="T67" fmla="*/ 3693 h 245"/>
                <a:gd name="T68" fmla="*/ 2313 w 478"/>
                <a:gd name="T69" fmla="*/ 3838 h 245"/>
                <a:gd name="T70" fmla="*/ 2345 w 478"/>
                <a:gd name="T71" fmla="*/ 3838 h 245"/>
                <a:gd name="T72" fmla="*/ 6145 w 478"/>
                <a:gd name="T73" fmla="*/ 3726 h 245"/>
                <a:gd name="T74" fmla="*/ 6313 w 478"/>
                <a:gd name="T75" fmla="*/ 3726 h 245"/>
                <a:gd name="T76" fmla="*/ 6875 w 478"/>
                <a:gd name="T77" fmla="*/ 3726 h 245"/>
                <a:gd name="T78" fmla="*/ 6895 w 478"/>
                <a:gd name="T79" fmla="*/ 3713 h 245"/>
                <a:gd name="T80" fmla="*/ 6875 w 478"/>
                <a:gd name="T81" fmla="*/ 3681 h 24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78" h="245">
                  <a:moveTo>
                    <a:pt x="440" y="235"/>
                  </a:moveTo>
                  <a:cubicBezTo>
                    <a:pt x="427" y="235"/>
                    <a:pt x="415" y="235"/>
                    <a:pt x="404" y="235"/>
                  </a:cubicBezTo>
                  <a:cubicBezTo>
                    <a:pt x="400" y="235"/>
                    <a:pt x="397" y="235"/>
                    <a:pt x="393" y="235"/>
                  </a:cubicBezTo>
                  <a:cubicBezTo>
                    <a:pt x="300" y="235"/>
                    <a:pt x="215" y="242"/>
                    <a:pt x="150" y="242"/>
                  </a:cubicBezTo>
                  <a:cubicBezTo>
                    <a:pt x="150" y="242"/>
                    <a:pt x="149" y="242"/>
                    <a:pt x="148" y="242"/>
                  </a:cubicBezTo>
                  <a:cubicBezTo>
                    <a:pt x="98" y="241"/>
                    <a:pt x="64" y="239"/>
                    <a:pt x="42" y="236"/>
                  </a:cubicBezTo>
                  <a:cubicBezTo>
                    <a:pt x="31" y="235"/>
                    <a:pt x="23" y="234"/>
                    <a:pt x="17" y="233"/>
                  </a:cubicBezTo>
                  <a:cubicBezTo>
                    <a:pt x="11" y="232"/>
                    <a:pt x="8" y="231"/>
                    <a:pt x="5" y="231"/>
                  </a:cubicBezTo>
                  <a:cubicBezTo>
                    <a:pt x="5" y="231"/>
                    <a:pt x="5" y="231"/>
                    <a:pt x="5" y="231"/>
                  </a:cubicBezTo>
                  <a:cubicBezTo>
                    <a:pt x="5" y="233"/>
                    <a:pt x="5" y="233"/>
                    <a:pt x="5" y="233"/>
                  </a:cubicBezTo>
                  <a:cubicBezTo>
                    <a:pt x="6" y="233"/>
                    <a:pt x="6" y="233"/>
                    <a:pt x="6" y="233"/>
                  </a:cubicBezTo>
                  <a:cubicBezTo>
                    <a:pt x="22" y="199"/>
                    <a:pt x="28" y="159"/>
                    <a:pt x="28" y="123"/>
                  </a:cubicBezTo>
                  <a:cubicBezTo>
                    <a:pt x="28" y="93"/>
                    <a:pt x="24" y="65"/>
                    <a:pt x="19" y="43"/>
                  </a:cubicBezTo>
                  <a:cubicBezTo>
                    <a:pt x="17" y="33"/>
                    <a:pt x="14" y="23"/>
                    <a:pt x="11" y="16"/>
                  </a:cubicBezTo>
                  <a:cubicBezTo>
                    <a:pt x="8" y="9"/>
                    <a:pt x="5" y="4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69" y="6"/>
                    <a:pt x="195" y="7"/>
                    <a:pt x="379" y="8"/>
                  </a:cubicBezTo>
                  <a:cubicBezTo>
                    <a:pt x="380" y="8"/>
                    <a:pt x="382" y="8"/>
                    <a:pt x="383" y="8"/>
                  </a:cubicBezTo>
                  <a:cubicBezTo>
                    <a:pt x="410" y="8"/>
                    <a:pt x="443" y="6"/>
                    <a:pt x="476" y="3"/>
                  </a:cubicBezTo>
                  <a:cubicBezTo>
                    <a:pt x="477" y="3"/>
                    <a:pt x="478" y="2"/>
                    <a:pt x="478" y="2"/>
                  </a:cubicBezTo>
                  <a:cubicBezTo>
                    <a:pt x="478" y="1"/>
                    <a:pt x="477" y="0"/>
                    <a:pt x="476" y="0"/>
                  </a:cubicBezTo>
                  <a:cubicBezTo>
                    <a:pt x="443" y="3"/>
                    <a:pt x="410" y="5"/>
                    <a:pt x="383" y="5"/>
                  </a:cubicBezTo>
                  <a:cubicBezTo>
                    <a:pt x="382" y="5"/>
                    <a:pt x="380" y="5"/>
                    <a:pt x="379" y="5"/>
                  </a:cubicBezTo>
                  <a:cubicBezTo>
                    <a:pt x="195" y="4"/>
                    <a:pt x="69" y="3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3" y="5"/>
                    <a:pt x="5" y="10"/>
                    <a:pt x="8" y="17"/>
                  </a:cubicBezTo>
                  <a:cubicBezTo>
                    <a:pt x="17" y="38"/>
                    <a:pt x="25" y="78"/>
                    <a:pt x="25" y="123"/>
                  </a:cubicBezTo>
                  <a:cubicBezTo>
                    <a:pt x="25" y="159"/>
                    <a:pt x="20" y="198"/>
                    <a:pt x="4" y="232"/>
                  </a:cubicBezTo>
                  <a:cubicBezTo>
                    <a:pt x="4" y="232"/>
                    <a:pt x="4" y="233"/>
                    <a:pt x="4" y="233"/>
                  </a:cubicBezTo>
                  <a:cubicBezTo>
                    <a:pt x="4" y="234"/>
                    <a:pt x="5" y="234"/>
                    <a:pt x="5" y="234"/>
                  </a:cubicBezTo>
                  <a:cubicBezTo>
                    <a:pt x="5" y="234"/>
                    <a:pt x="5" y="234"/>
                    <a:pt x="5" y="234"/>
                  </a:cubicBezTo>
                  <a:cubicBezTo>
                    <a:pt x="7" y="234"/>
                    <a:pt x="11" y="235"/>
                    <a:pt x="16" y="236"/>
                  </a:cubicBezTo>
                  <a:cubicBezTo>
                    <a:pt x="34" y="239"/>
                    <a:pt x="72" y="244"/>
                    <a:pt x="148" y="245"/>
                  </a:cubicBezTo>
                  <a:cubicBezTo>
                    <a:pt x="149" y="245"/>
                    <a:pt x="150" y="245"/>
                    <a:pt x="150" y="245"/>
                  </a:cubicBezTo>
                  <a:cubicBezTo>
                    <a:pt x="215" y="245"/>
                    <a:pt x="300" y="238"/>
                    <a:pt x="393" y="238"/>
                  </a:cubicBezTo>
                  <a:cubicBezTo>
                    <a:pt x="397" y="238"/>
                    <a:pt x="400" y="238"/>
                    <a:pt x="404" y="238"/>
                  </a:cubicBezTo>
                  <a:cubicBezTo>
                    <a:pt x="415" y="238"/>
                    <a:pt x="427" y="238"/>
                    <a:pt x="440" y="238"/>
                  </a:cubicBezTo>
                  <a:cubicBezTo>
                    <a:pt x="440" y="238"/>
                    <a:pt x="441" y="237"/>
                    <a:pt x="441" y="237"/>
                  </a:cubicBezTo>
                  <a:cubicBezTo>
                    <a:pt x="441" y="236"/>
                    <a:pt x="440" y="235"/>
                    <a:pt x="440" y="23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0" name="Freeform 126">
              <a:extLst>
                <a:ext uri="{FF2B5EF4-FFF2-40B4-BE49-F238E27FC236}">
                  <a16:creationId xmlns:a16="http://schemas.microsoft.com/office/drawing/2014/main" id="{E6577B30-4FF2-49B4-A2A1-8A28170DB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336"/>
              <a:ext cx="1018" cy="567"/>
            </a:xfrm>
            <a:custGeom>
              <a:avLst/>
              <a:gdLst>
                <a:gd name="T0" fmla="*/ 6318 w 407"/>
                <a:gd name="T1" fmla="*/ 12 h 227"/>
                <a:gd name="T2" fmla="*/ 5900 w 407"/>
                <a:gd name="T3" fmla="*/ 687 h 227"/>
                <a:gd name="T4" fmla="*/ 5663 w 407"/>
                <a:gd name="T5" fmla="*/ 1853 h 227"/>
                <a:gd name="T6" fmla="*/ 6193 w 407"/>
                <a:gd name="T7" fmla="*/ 3307 h 227"/>
                <a:gd name="T8" fmla="*/ 6213 w 407"/>
                <a:gd name="T9" fmla="*/ 3287 h 227"/>
                <a:gd name="T10" fmla="*/ 6213 w 407"/>
                <a:gd name="T11" fmla="*/ 3257 h 227"/>
                <a:gd name="T12" fmla="*/ 4897 w 407"/>
                <a:gd name="T13" fmla="*/ 3370 h 227"/>
                <a:gd name="T14" fmla="*/ 2096 w 407"/>
                <a:gd name="T15" fmla="*/ 3432 h 227"/>
                <a:gd name="T16" fmla="*/ 2033 w 407"/>
                <a:gd name="T17" fmla="*/ 3432 h 227"/>
                <a:gd name="T18" fmla="*/ 2001 w 407"/>
                <a:gd name="T19" fmla="*/ 3432 h 227"/>
                <a:gd name="T20" fmla="*/ 20 w 407"/>
                <a:gd name="T21" fmla="*/ 3494 h 227"/>
                <a:gd name="T22" fmla="*/ 0 w 407"/>
                <a:gd name="T23" fmla="*/ 3507 h 227"/>
                <a:gd name="T24" fmla="*/ 33 w 407"/>
                <a:gd name="T25" fmla="*/ 3537 h 227"/>
                <a:gd name="T26" fmla="*/ 2001 w 407"/>
                <a:gd name="T27" fmla="*/ 3474 h 227"/>
                <a:gd name="T28" fmla="*/ 2033 w 407"/>
                <a:gd name="T29" fmla="*/ 3474 h 227"/>
                <a:gd name="T30" fmla="*/ 2096 w 407"/>
                <a:gd name="T31" fmla="*/ 3474 h 227"/>
                <a:gd name="T32" fmla="*/ 4897 w 407"/>
                <a:gd name="T33" fmla="*/ 3412 h 227"/>
                <a:gd name="T34" fmla="*/ 6213 w 407"/>
                <a:gd name="T35" fmla="*/ 3307 h 227"/>
                <a:gd name="T36" fmla="*/ 6243 w 407"/>
                <a:gd name="T37" fmla="*/ 3287 h 227"/>
                <a:gd name="T38" fmla="*/ 6226 w 407"/>
                <a:gd name="T39" fmla="*/ 3275 h 227"/>
                <a:gd name="T40" fmla="*/ 5713 w 407"/>
                <a:gd name="T41" fmla="*/ 1853 h 227"/>
                <a:gd name="T42" fmla="*/ 5943 w 407"/>
                <a:gd name="T43" fmla="*/ 717 h 227"/>
                <a:gd name="T44" fmla="*/ 6351 w 407"/>
                <a:gd name="T45" fmla="*/ 42 h 227"/>
                <a:gd name="T46" fmla="*/ 6351 w 407"/>
                <a:gd name="T47" fmla="*/ 12 h 227"/>
                <a:gd name="T48" fmla="*/ 6318 w 407"/>
                <a:gd name="T49" fmla="*/ 12 h 2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07" h="227">
                  <a:moveTo>
                    <a:pt x="404" y="1"/>
                  </a:moveTo>
                  <a:cubicBezTo>
                    <a:pt x="396" y="8"/>
                    <a:pt x="386" y="24"/>
                    <a:pt x="377" y="44"/>
                  </a:cubicBezTo>
                  <a:cubicBezTo>
                    <a:pt x="369" y="65"/>
                    <a:pt x="362" y="92"/>
                    <a:pt x="362" y="119"/>
                  </a:cubicBezTo>
                  <a:cubicBezTo>
                    <a:pt x="362" y="150"/>
                    <a:pt x="371" y="184"/>
                    <a:pt x="396" y="212"/>
                  </a:cubicBezTo>
                  <a:cubicBezTo>
                    <a:pt x="397" y="211"/>
                    <a:pt x="397" y="211"/>
                    <a:pt x="397" y="211"/>
                  </a:cubicBezTo>
                  <a:cubicBezTo>
                    <a:pt x="397" y="209"/>
                    <a:pt x="397" y="209"/>
                    <a:pt x="397" y="209"/>
                  </a:cubicBezTo>
                  <a:cubicBezTo>
                    <a:pt x="389" y="211"/>
                    <a:pt x="359" y="213"/>
                    <a:pt x="313" y="216"/>
                  </a:cubicBezTo>
                  <a:cubicBezTo>
                    <a:pt x="267" y="218"/>
                    <a:pt x="205" y="220"/>
                    <a:pt x="134" y="220"/>
                  </a:cubicBezTo>
                  <a:cubicBezTo>
                    <a:pt x="132" y="220"/>
                    <a:pt x="131" y="220"/>
                    <a:pt x="130" y="220"/>
                  </a:cubicBezTo>
                  <a:cubicBezTo>
                    <a:pt x="129" y="220"/>
                    <a:pt x="129" y="220"/>
                    <a:pt x="128" y="220"/>
                  </a:cubicBezTo>
                  <a:cubicBezTo>
                    <a:pt x="89" y="220"/>
                    <a:pt x="46" y="221"/>
                    <a:pt x="1" y="224"/>
                  </a:cubicBezTo>
                  <a:cubicBezTo>
                    <a:pt x="1" y="224"/>
                    <a:pt x="0" y="224"/>
                    <a:pt x="0" y="225"/>
                  </a:cubicBezTo>
                  <a:cubicBezTo>
                    <a:pt x="0" y="226"/>
                    <a:pt x="1" y="227"/>
                    <a:pt x="2" y="227"/>
                  </a:cubicBezTo>
                  <a:cubicBezTo>
                    <a:pt x="46" y="224"/>
                    <a:pt x="89" y="223"/>
                    <a:pt x="128" y="223"/>
                  </a:cubicBezTo>
                  <a:cubicBezTo>
                    <a:pt x="129" y="223"/>
                    <a:pt x="129" y="223"/>
                    <a:pt x="130" y="223"/>
                  </a:cubicBezTo>
                  <a:cubicBezTo>
                    <a:pt x="131" y="223"/>
                    <a:pt x="132" y="223"/>
                    <a:pt x="134" y="223"/>
                  </a:cubicBezTo>
                  <a:cubicBezTo>
                    <a:pt x="205" y="223"/>
                    <a:pt x="267" y="221"/>
                    <a:pt x="313" y="219"/>
                  </a:cubicBezTo>
                  <a:cubicBezTo>
                    <a:pt x="359" y="216"/>
                    <a:pt x="389" y="214"/>
                    <a:pt x="397" y="212"/>
                  </a:cubicBezTo>
                  <a:cubicBezTo>
                    <a:pt x="398" y="212"/>
                    <a:pt x="398" y="212"/>
                    <a:pt x="399" y="211"/>
                  </a:cubicBezTo>
                  <a:cubicBezTo>
                    <a:pt x="399" y="211"/>
                    <a:pt x="399" y="210"/>
                    <a:pt x="398" y="210"/>
                  </a:cubicBezTo>
                  <a:cubicBezTo>
                    <a:pt x="374" y="182"/>
                    <a:pt x="365" y="150"/>
                    <a:pt x="365" y="119"/>
                  </a:cubicBezTo>
                  <a:cubicBezTo>
                    <a:pt x="365" y="92"/>
                    <a:pt x="372" y="66"/>
                    <a:pt x="380" y="46"/>
                  </a:cubicBezTo>
                  <a:cubicBezTo>
                    <a:pt x="388" y="25"/>
                    <a:pt x="399" y="9"/>
                    <a:pt x="406" y="3"/>
                  </a:cubicBezTo>
                  <a:cubicBezTo>
                    <a:pt x="407" y="2"/>
                    <a:pt x="407" y="2"/>
                    <a:pt x="406" y="1"/>
                  </a:cubicBezTo>
                  <a:cubicBezTo>
                    <a:pt x="406" y="0"/>
                    <a:pt x="405" y="0"/>
                    <a:pt x="404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1" name="Freeform 127">
              <a:extLst>
                <a:ext uri="{FF2B5EF4-FFF2-40B4-BE49-F238E27FC236}">
                  <a16:creationId xmlns:a16="http://schemas.microsoft.com/office/drawing/2014/main" id="{623FD769-E93B-47B6-A98D-BCA73291B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758"/>
              <a:ext cx="220" cy="123"/>
            </a:xfrm>
            <a:custGeom>
              <a:avLst/>
              <a:gdLst>
                <a:gd name="T0" fmla="*/ 1375 w 88"/>
                <a:gd name="T1" fmla="*/ 776 h 49"/>
                <a:gd name="T2" fmla="*/ 533 w 88"/>
                <a:gd name="T3" fmla="*/ 63 h 49"/>
                <a:gd name="T4" fmla="*/ 0 w 88"/>
                <a:gd name="T5" fmla="*/ 20 h 49"/>
                <a:gd name="T6" fmla="*/ 550 w 88"/>
                <a:gd name="T7" fmla="*/ 188 h 49"/>
                <a:gd name="T8" fmla="*/ 1375 w 88"/>
                <a:gd name="T9" fmla="*/ 77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49">
                  <a:moveTo>
                    <a:pt x="88" y="49"/>
                  </a:moveTo>
                  <a:cubicBezTo>
                    <a:pt x="70" y="34"/>
                    <a:pt x="44" y="8"/>
                    <a:pt x="34" y="4"/>
                  </a:cubicBezTo>
                  <a:cubicBezTo>
                    <a:pt x="24" y="0"/>
                    <a:pt x="8" y="0"/>
                    <a:pt x="0" y="1"/>
                  </a:cubicBezTo>
                  <a:cubicBezTo>
                    <a:pt x="10" y="1"/>
                    <a:pt x="27" y="6"/>
                    <a:pt x="35" y="12"/>
                  </a:cubicBezTo>
                  <a:cubicBezTo>
                    <a:pt x="43" y="18"/>
                    <a:pt x="88" y="49"/>
                    <a:pt x="88" y="49"/>
                  </a:cubicBezTo>
                </a:path>
              </a:pathLst>
            </a:custGeom>
            <a:solidFill>
              <a:srgbClr val="FBB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2" name="Freeform 128">
              <a:extLst>
                <a:ext uri="{FF2B5EF4-FFF2-40B4-BE49-F238E27FC236}">
                  <a16:creationId xmlns:a16="http://schemas.microsoft.com/office/drawing/2014/main" id="{629BFA7B-F988-4A8B-BCC2-6CD25ED8E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1868"/>
              <a:ext cx="1248" cy="80"/>
            </a:xfrm>
            <a:custGeom>
              <a:avLst/>
              <a:gdLst>
                <a:gd name="T0" fmla="*/ 7806 w 499"/>
                <a:gd name="T1" fmla="*/ 208 h 32"/>
                <a:gd name="T2" fmla="*/ 7493 w 499"/>
                <a:gd name="T3" fmla="*/ 270 h 32"/>
                <a:gd name="T4" fmla="*/ 7055 w 499"/>
                <a:gd name="T5" fmla="*/ 345 h 32"/>
                <a:gd name="T6" fmla="*/ 5942 w 499"/>
                <a:gd name="T7" fmla="*/ 408 h 32"/>
                <a:gd name="T8" fmla="*/ 3409 w 499"/>
                <a:gd name="T9" fmla="*/ 470 h 32"/>
                <a:gd name="T10" fmla="*/ 2158 w 499"/>
                <a:gd name="T11" fmla="*/ 408 h 32"/>
                <a:gd name="T12" fmla="*/ 1751 w 499"/>
                <a:gd name="T13" fmla="*/ 345 h 32"/>
                <a:gd name="T14" fmla="*/ 1283 w 499"/>
                <a:gd name="T15" fmla="*/ 345 h 32"/>
                <a:gd name="T16" fmla="*/ 500 w 499"/>
                <a:gd name="T17" fmla="*/ 270 h 32"/>
                <a:gd name="T18" fmla="*/ 0 w 499"/>
                <a:gd name="T19" fmla="*/ 158 h 32"/>
                <a:gd name="T20" fmla="*/ 363 w 499"/>
                <a:gd name="T21" fmla="*/ 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9" h="32">
                  <a:moveTo>
                    <a:pt x="499" y="13"/>
                  </a:moveTo>
                  <a:cubicBezTo>
                    <a:pt x="493" y="12"/>
                    <a:pt x="485" y="16"/>
                    <a:pt x="479" y="17"/>
                  </a:cubicBezTo>
                  <a:cubicBezTo>
                    <a:pt x="470" y="18"/>
                    <a:pt x="460" y="21"/>
                    <a:pt x="451" y="22"/>
                  </a:cubicBezTo>
                  <a:cubicBezTo>
                    <a:pt x="427" y="27"/>
                    <a:pt x="404" y="26"/>
                    <a:pt x="380" y="26"/>
                  </a:cubicBezTo>
                  <a:cubicBezTo>
                    <a:pt x="326" y="26"/>
                    <a:pt x="272" y="27"/>
                    <a:pt x="218" y="30"/>
                  </a:cubicBezTo>
                  <a:cubicBezTo>
                    <a:pt x="192" y="32"/>
                    <a:pt x="164" y="28"/>
                    <a:pt x="138" y="26"/>
                  </a:cubicBezTo>
                  <a:cubicBezTo>
                    <a:pt x="129" y="25"/>
                    <a:pt x="121" y="22"/>
                    <a:pt x="112" y="22"/>
                  </a:cubicBezTo>
                  <a:cubicBezTo>
                    <a:pt x="102" y="22"/>
                    <a:pt x="92" y="24"/>
                    <a:pt x="82" y="22"/>
                  </a:cubicBezTo>
                  <a:cubicBezTo>
                    <a:pt x="65" y="19"/>
                    <a:pt x="49" y="20"/>
                    <a:pt x="32" y="17"/>
                  </a:cubicBezTo>
                  <a:cubicBezTo>
                    <a:pt x="23" y="16"/>
                    <a:pt x="3" y="20"/>
                    <a:pt x="0" y="10"/>
                  </a:cubicBezTo>
                  <a:cubicBezTo>
                    <a:pt x="6" y="4"/>
                    <a:pt x="15" y="4"/>
                    <a:pt x="23" y="0"/>
                  </a:cubicBezTo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3" name="Freeform 129">
              <a:extLst>
                <a:ext uri="{FF2B5EF4-FFF2-40B4-BE49-F238E27FC236}">
                  <a16:creationId xmlns:a16="http://schemas.microsoft.com/office/drawing/2014/main" id="{EDF8316A-0D0F-4574-ADB6-CA525B496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773"/>
              <a:ext cx="175" cy="95"/>
            </a:xfrm>
            <a:custGeom>
              <a:avLst/>
              <a:gdLst>
                <a:gd name="T0" fmla="*/ 0 w 70"/>
                <a:gd name="T1" fmla="*/ 595 h 38"/>
                <a:gd name="T2" fmla="*/ 595 w 70"/>
                <a:gd name="T3" fmla="*/ 188 h 38"/>
                <a:gd name="T4" fmla="*/ 1095 w 70"/>
                <a:gd name="T5" fmla="*/ 0 h 38"/>
                <a:gd name="T6" fmla="*/ 550 w 70"/>
                <a:gd name="T7" fmla="*/ 345 h 38"/>
                <a:gd name="T8" fmla="*/ 0 w 70"/>
                <a:gd name="T9" fmla="*/ 59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8">
                  <a:moveTo>
                    <a:pt x="0" y="38"/>
                  </a:moveTo>
                  <a:cubicBezTo>
                    <a:pt x="16" y="26"/>
                    <a:pt x="27" y="21"/>
                    <a:pt x="38" y="12"/>
                  </a:cubicBezTo>
                  <a:cubicBezTo>
                    <a:pt x="49" y="3"/>
                    <a:pt x="60" y="3"/>
                    <a:pt x="70" y="0"/>
                  </a:cubicBezTo>
                  <a:cubicBezTo>
                    <a:pt x="59" y="5"/>
                    <a:pt x="44" y="15"/>
                    <a:pt x="35" y="22"/>
                  </a:cubicBezTo>
                  <a:cubicBezTo>
                    <a:pt x="26" y="29"/>
                    <a:pt x="0" y="38"/>
                    <a:pt x="0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4" name="Freeform 130">
              <a:extLst>
                <a:ext uri="{FF2B5EF4-FFF2-40B4-BE49-F238E27FC236}">
                  <a16:creationId xmlns:a16="http://schemas.microsoft.com/office/drawing/2014/main" id="{3CD5073A-C2FA-4BEB-861C-565C07C37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286"/>
              <a:ext cx="260" cy="35"/>
            </a:xfrm>
            <a:custGeom>
              <a:avLst/>
              <a:gdLst>
                <a:gd name="T0" fmla="*/ 0 w 104"/>
                <a:gd name="T1" fmla="*/ 220 h 14"/>
                <a:gd name="T2" fmla="*/ 970 w 104"/>
                <a:gd name="T3" fmla="*/ 20 h 14"/>
                <a:gd name="T4" fmla="*/ 1625 w 10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4">
                  <a:moveTo>
                    <a:pt x="0" y="14"/>
                  </a:moveTo>
                  <a:cubicBezTo>
                    <a:pt x="13" y="10"/>
                    <a:pt x="32" y="2"/>
                    <a:pt x="62" y="1"/>
                  </a:cubicBezTo>
                  <a:cubicBezTo>
                    <a:pt x="92" y="0"/>
                    <a:pt x="104" y="0"/>
                    <a:pt x="10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5" name="Freeform 131">
              <a:extLst>
                <a:ext uri="{FF2B5EF4-FFF2-40B4-BE49-F238E27FC236}">
                  <a16:creationId xmlns:a16="http://schemas.microsoft.com/office/drawing/2014/main" id="{36AD884F-5787-4447-9814-6660802B7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433"/>
              <a:ext cx="147" cy="308"/>
            </a:xfrm>
            <a:custGeom>
              <a:avLst/>
              <a:gdLst>
                <a:gd name="T0" fmla="*/ 217 w 59"/>
                <a:gd name="T1" fmla="*/ 1755 h 123"/>
                <a:gd name="T2" fmla="*/ 187 w 59"/>
                <a:gd name="T3" fmla="*/ 1755 h 123"/>
                <a:gd name="T4" fmla="*/ 199 w 59"/>
                <a:gd name="T5" fmla="*/ 1775 h 123"/>
                <a:gd name="T6" fmla="*/ 217 w 59"/>
                <a:gd name="T7" fmla="*/ 1788 h 123"/>
                <a:gd name="T8" fmla="*/ 217 w 59"/>
                <a:gd name="T9" fmla="*/ 1805 h 123"/>
                <a:gd name="T10" fmla="*/ 217 w 59"/>
                <a:gd name="T11" fmla="*/ 1838 h 123"/>
                <a:gd name="T12" fmla="*/ 199 w 59"/>
                <a:gd name="T13" fmla="*/ 1851 h 123"/>
                <a:gd name="T14" fmla="*/ 653 w 59"/>
                <a:gd name="T15" fmla="*/ 1535 h 123"/>
                <a:gd name="T16" fmla="*/ 137 w 59"/>
                <a:gd name="T17" fmla="*/ 1335 h 123"/>
                <a:gd name="T18" fmla="*/ 154 w 59"/>
                <a:gd name="T19" fmla="*/ 1335 h 123"/>
                <a:gd name="T20" fmla="*/ 154 w 59"/>
                <a:gd name="T21" fmla="*/ 1367 h 123"/>
                <a:gd name="T22" fmla="*/ 154 w 59"/>
                <a:gd name="T23" fmla="*/ 1367 h 123"/>
                <a:gd name="T24" fmla="*/ 154 w 59"/>
                <a:gd name="T25" fmla="*/ 1380 h 123"/>
                <a:gd name="T26" fmla="*/ 154 w 59"/>
                <a:gd name="T27" fmla="*/ 1380 h 123"/>
                <a:gd name="T28" fmla="*/ 695 w 59"/>
                <a:gd name="T29" fmla="*/ 1067 h 123"/>
                <a:gd name="T30" fmla="*/ 715 w 59"/>
                <a:gd name="T31" fmla="*/ 942 h 123"/>
                <a:gd name="T32" fmla="*/ 125 w 59"/>
                <a:gd name="T33" fmla="*/ 626 h 123"/>
                <a:gd name="T34" fmla="*/ 125 w 59"/>
                <a:gd name="T35" fmla="*/ 626 h 123"/>
                <a:gd name="T36" fmla="*/ 125 w 59"/>
                <a:gd name="T37" fmla="*/ 646 h 123"/>
                <a:gd name="T38" fmla="*/ 125 w 59"/>
                <a:gd name="T39" fmla="*/ 659 h 123"/>
                <a:gd name="T40" fmla="*/ 125 w 59"/>
                <a:gd name="T41" fmla="*/ 659 h 123"/>
                <a:gd name="T42" fmla="*/ 125 w 59"/>
                <a:gd name="T43" fmla="*/ 659 h 123"/>
                <a:gd name="T44" fmla="*/ 665 w 59"/>
                <a:gd name="T45" fmla="*/ 426 h 123"/>
                <a:gd name="T46" fmla="*/ 620 w 59"/>
                <a:gd name="T47" fmla="*/ 270 h 123"/>
                <a:gd name="T48" fmla="*/ 187 w 59"/>
                <a:gd name="T49" fmla="*/ 113 h 123"/>
                <a:gd name="T50" fmla="*/ 199 w 59"/>
                <a:gd name="T51" fmla="*/ 125 h 123"/>
                <a:gd name="T52" fmla="*/ 199 w 59"/>
                <a:gd name="T53" fmla="*/ 145 h 123"/>
                <a:gd name="T54" fmla="*/ 199 w 59"/>
                <a:gd name="T55" fmla="*/ 175 h 123"/>
                <a:gd name="T56" fmla="*/ 167 w 59"/>
                <a:gd name="T57" fmla="*/ 188 h 123"/>
                <a:gd name="T58" fmla="*/ 167 w 59"/>
                <a:gd name="T59" fmla="*/ 188 h 123"/>
                <a:gd name="T60" fmla="*/ 167 w 59"/>
                <a:gd name="T61" fmla="*/ 188 h 123"/>
                <a:gd name="T62" fmla="*/ 292 w 59"/>
                <a:gd name="T63" fmla="*/ 175 h 123"/>
                <a:gd name="T64" fmla="*/ 912 w 59"/>
                <a:gd name="T65" fmla="*/ 63 h 123"/>
                <a:gd name="T66" fmla="*/ 279 w 59"/>
                <a:gd name="T67" fmla="*/ 50 h 123"/>
                <a:gd name="T68" fmla="*/ 75 w 59"/>
                <a:gd name="T69" fmla="*/ 145 h 123"/>
                <a:gd name="T70" fmla="*/ 571 w 59"/>
                <a:gd name="T71" fmla="*/ 396 h 123"/>
                <a:gd name="T72" fmla="*/ 571 w 59"/>
                <a:gd name="T73" fmla="*/ 396 h 123"/>
                <a:gd name="T74" fmla="*/ 571 w 59"/>
                <a:gd name="T75" fmla="*/ 396 h 123"/>
                <a:gd name="T76" fmla="*/ 571 w 59"/>
                <a:gd name="T77" fmla="*/ 376 h 123"/>
                <a:gd name="T78" fmla="*/ 571 w 59"/>
                <a:gd name="T79" fmla="*/ 363 h 123"/>
                <a:gd name="T80" fmla="*/ 571 w 59"/>
                <a:gd name="T81" fmla="*/ 333 h 123"/>
                <a:gd name="T82" fmla="*/ 558 w 59"/>
                <a:gd name="T83" fmla="*/ 346 h 123"/>
                <a:gd name="T84" fmla="*/ 0 w 59"/>
                <a:gd name="T85" fmla="*/ 646 h 123"/>
                <a:gd name="T86" fmla="*/ 665 w 59"/>
                <a:gd name="T87" fmla="*/ 1054 h 123"/>
                <a:gd name="T88" fmla="*/ 683 w 59"/>
                <a:gd name="T89" fmla="*/ 1034 h 123"/>
                <a:gd name="T90" fmla="*/ 683 w 59"/>
                <a:gd name="T91" fmla="*/ 1034 h 123"/>
                <a:gd name="T92" fmla="*/ 695 w 59"/>
                <a:gd name="T93" fmla="*/ 1034 h 123"/>
                <a:gd name="T94" fmla="*/ 683 w 59"/>
                <a:gd name="T95" fmla="*/ 1034 h 123"/>
                <a:gd name="T96" fmla="*/ 62 w 59"/>
                <a:gd name="T97" fmla="*/ 1285 h 123"/>
                <a:gd name="T98" fmla="*/ 105 w 59"/>
                <a:gd name="T99" fmla="*/ 1460 h 123"/>
                <a:gd name="T100" fmla="*/ 590 w 59"/>
                <a:gd name="T101" fmla="*/ 1618 h 123"/>
                <a:gd name="T102" fmla="*/ 590 w 59"/>
                <a:gd name="T103" fmla="*/ 1618 h 123"/>
                <a:gd name="T104" fmla="*/ 590 w 59"/>
                <a:gd name="T105" fmla="*/ 1600 h 123"/>
                <a:gd name="T106" fmla="*/ 590 w 59"/>
                <a:gd name="T107" fmla="*/ 1600 h 123"/>
                <a:gd name="T108" fmla="*/ 620 w 59"/>
                <a:gd name="T109" fmla="*/ 1663 h 123"/>
                <a:gd name="T110" fmla="*/ 105 w 59"/>
                <a:gd name="T111" fmla="*/ 1775 h 123"/>
                <a:gd name="T112" fmla="*/ 217 w 59"/>
                <a:gd name="T113" fmla="*/ 1881 h 123"/>
                <a:gd name="T114" fmla="*/ 665 w 59"/>
                <a:gd name="T115" fmla="*/ 1868 h 12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9" h="123">
                  <a:moveTo>
                    <a:pt x="39" y="115"/>
                  </a:moveTo>
                  <a:cubicBezTo>
                    <a:pt x="34" y="114"/>
                    <a:pt x="30" y="114"/>
                    <a:pt x="26" y="113"/>
                  </a:cubicBezTo>
                  <a:cubicBezTo>
                    <a:pt x="22" y="113"/>
                    <a:pt x="18" y="112"/>
                    <a:pt x="15" y="112"/>
                  </a:cubicBezTo>
                  <a:cubicBezTo>
                    <a:pt x="15" y="112"/>
                    <a:pt x="15" y="112"/>
                    <a:pt x="15" y="112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3" y="112"/>
                    <a:pt x="13" y="112"/>
                    <a:pt x="12" y="112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4" y="115"/>
                    <a:pt x="14" y="114"/>
                    <a:pt x="14" y="114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14" y="117"/>
                    <a:pt x="14" y="117"/>
                    <a:pt x="14" y="117"/>
                  </a:cubicBezTo>
                  <a:cubicBezTo>
                    <a:pt x="14" y="117"/>
                    <a:pt x="14" y="116"/>
                    <a:pt x="14" y="115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14" y="117"/>
                    <a:pt x="14" y="117"/>
                    <a:pt x="14" y="117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13" y="118"/>
                    <a:pt x="13" y="118"/>
                    <a:pt x="14" y="117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4" y="109"/>
                    <a:pt x="46" y="106"/>
                    <a:pt x="46" y="103"/>
                  </a:cubicBezTo>
                  <a:cubicBezTo>
                    <a:pt x="46" y="101"/>
                    <a:pt x="44" y="99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10" y="86"/>
                    <a:pt x="10" y="86"/>
                    <a:pt x="10" y="86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10" y="86"/>
                    <a:pt x="10" y="86"/>
                    <a:pt x="10" y="86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0" y="86"/>
                    <a:pt x="10" y="85"/>
                    <a:pt x="10" y="85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8"/>
                    <a:pt x="10" y="87"/>
                    <a:pt x="11" y="86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5" y="68"/>
                    <a:pt x="45" y="68"/>
                    <a:pt x="45" y="68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71"/>
                    <a:pt x="48" y="71"/>
                    <a:pt x="49" y="69"/>
                  </a:cubicBezTo>
                  <a:cubicBezTo>
                    <a:pt x="50" y="68"/>
                    <a:pt x="50" y="67"/>
                    <a:pt x="50" y="66"/>
                  </a:cubicBezTo>
                  <a:cubicBezTo>
                    <a:pt x="50" y="64"/>
                    <a:pt x="50" y="63"/>
                    <a:pt x="49" y="62"/>
                  </a:cubicBezTo>
                  <a:cubicBezTo>
                    <a:pt x="49" y="61"/>
                    <a:pt x="48" y="60"/>
                    <a:pt x="46" y="60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40" y="29"/>
                    <a:pt x="42" y="28"/>
                    <a:pt x="43" y="27"/>
                  </a:cubicBezTo>
                  <a:cubicBezTo>
                    <a:pt x="44" y="26"/>
                    <a:pt x="45" y="25"/>
                    <a:pt x="45" y="23"/>
                  </a:cubicBezTo>
                  <a:cubicBezTo>
                    <a:pt x="45" y="21"/>
                    <a:pt x="44" y="20"/>
                    <a:pt x="43" y="19"/>
                  </a:cubicBezTo>
                  <a:cubicBezTo>
                    <a:pt x="42" y="18"/>
                    <a:pt x="41" y="17"/>
                    <a:pt x="40" y="17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8"/>
                    <a:pt x="13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0"/>
                    <a:pt x="13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2" y="12"/>
                    <a:pt x="12" y="12"/>
                    <a:pt x="13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2" y="12"/>
                    <a:pt x="14" y="12"/>
                  </a:cubicBezTo>
                  <a:cubicBezTo>
                    <a:pt x="15" y="12"/>
                    <a:pt x="17" y="12"/>
                    <a:pt x="19" y="11"/>
                  </a:cubicBezTo>
                  <a:cubicBezTo>
                    <a:pt x="20" y="11"/>
                    <a:pt x="22" y="11"/>
                    <a:pt x="25" y="11"/>
                  </a:cubicBezTo>
                  <a:cubicBezTo>
                    <a:pt x="29" y="10"/>
                    <a:pt x="35" y="9"/>
                    <a:pt x="41" y="9"/>
                  </a:cubicBezTo>
                  <a:cubicBezTo>
                    <a:pt x="46" y="8"/>
                    <a:pt x="51" y="8"/>
                    <a:pt x="55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7" y="8"/>
                    <a:pt x="59" y="6"/>
                    <a:pt x="59" y="4"/>
                  </a:cubicBezTo>
                  <a:cubicBezTo>
                    <a:pt x="59" y="2"/>
                    <a:pt x="57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49" y="0"/>
                    <a:pt x="42" y="1"/>
                    <a:pt x="34" y="2"/>
                  </a:cubicBezTo>
                  <a:cubicBezTo>
                    <a:pt x="31" y="2"/>
                    <a:pt x="27" y="2"/>
                    <a:pt x="24" y="3"/>
                  </a:cubicBezTo>
                  <a:cubicBezTo>
                    <a:pt x="21" y="3"/>
                    <a:pt x="19" y="3"/>
                    <a:pt x="18" y="3"/>
                  </a:cubicBezTo>
                  <a:cubicBezTo>
                    <a:pt x="15" y="4"/>
                    <a:pt x="13" y="4"/>
                    <a:pt x="11" y="4"/>
                  </a:cubicBezTo>
                  <a:cubicBezTo>
                    <a:pt x="10" y="5"/>
                    <a:pt x="9" y="5"/>
                    <a:pt x="8" y="5"/>
                  </a:cubicBezTo>
                  <a:cubicBezTo>
                    <a:pt x="8" y="5"/>
                    <a:pt x="7" y="5"/>
                    <a:pt x="7" y="6"/>
                  </a:cubicBezTo>
                  <a:cubicBezTo>
                    <a:pt x="6" y="6"/>
                    <a:pt x="6" y="7"/>
                    <a:pt x="6" y="7"/>
                  </a:cubicBezTo>
                  <a:cubicBezTo>
                    <a:pt x="5" y="8"/>
                    <a:pt x="5" y="8"/>
                    <a:pt x="5" y="9"/>
                  </a:cubicBezTo>
                  <a:cubicBezTo>
                    <a:pt x="5" y="10"/>
                    <a:pt x="5" y="11"/>
                    <a:pt x="6" y="11"/>
                  </a:cubicBezTo>
                  <a:cubicBezTo>
                    <a:pt x="6" y="12"/>
                    <a:pt x="6" y="12"/>
                    <a:pt x="7" y="13"/>
                  </a:cubicBezTo>
                  <a:cubicBezTo>
                    <a:pt x="7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7" y="24"/>
                    <a:pt x="37" y="24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2"/>
                    <a:pt x="37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4" y="35"/>
                    <a:pt x="3" y="36"/>
                    <a:pt x="2" y="37"/>
                  </a:cubicBezTo>
                  <a:cubicBezTo>
                    <a:pt x="1" y="38"/>
                    <a:pt x="0" y="40"/>
                    <a:pt x="0" y="41"/>
                  </a:cubicBezTo>
                  <a:cubicBezTo>
                    <a:pt x="0" y="43"/>
                    <a:pt x="1" y="44"/>
                    <a:pt x="2" y="45"/>
                  </a:cubicBezTo>
                  <a:cubicBezTo>
                    <a:pt x="3" y="46"/>
                    <a:pt x="4" y="47"/>
                    <a:pt x="5" y="48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42" y="66"/>
                    <a:pt x="43" y="67"/>
                    <a:pt x="43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3" y="65"/>
                    <a:pt x="42" y="66"/>
                    <a:pt x="42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4" y="64"/>
                    <a:pt x="43" y="64"/>
                    <a:pt x="43" y="65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6" y="80"/>
                    <a:pt x="5" y="81"/>
                    <a:pt x="4" y="82"/>
                  </a:cubicBezTo>
                  <a:cubicBezTo>
                    <a:pt x="4" y="82"/>
                    <a:pt x="3" y="83"/>
                    <a:pt x="3" y="84"/>
                  </a:cubicBezTo>
                  <a:cubicBezTo>
                    <a:pt x="2" y="85"/>
                    <a:pt x="2" y="85"/>
                    <a:pt x="2" y="87"/>
                  </a:cubicBezTo>
                  <a:cubicBezTo>
                    <a:pt x="2" y="88"/>
                    <a:pt x="3" y="90"/>
                    <a:pt x="4" y="91"/>
                  </a:cubicBezTo>
                  <a:cubicBezTo>
                    <a:pt x="5" y="92"/>
                    <a:pt x="6" y="92"/>
                    <a:pt x="7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39" y="105"/>
                    <a:pt x="39" y="105"/>
                    <a:pt x="39" y="105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39" y="105"/>
                    <a:pt x="39" y="105"/>
                    <a:pt x="39" y="105"/>
                  </a:cubicBezTo>
                  <a:cubicBezTo>
                    <a:pt x="40" y="103"/>
                    <a:pt x="40" y="103"/>
                    <a:pt x="40" y="103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8" y="104"/>
                    <a:pt x="38" y="105"/>
                    <a:pt x="39" y="105"/>
                  </a:cubicBezTo>
                  <a:cubicBezTo>
                    <a:pt x="40" y="103"/>
                    <a:pt x="40" y="103"/>
                    <a:pt x="40" y="103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9" y="111"/>
                    <a:pt x="9" y="111"/>
                    <a:pt x="8" y="112"/>
                  </a:cubicBezTo>
                  <a:cubicBezTo>
                    <a:pt x="8" y="112"/>
                    <a:pt x="7" y="112"/>
                    <a:pt x="7" y="113"/>
                  </a:cubicBezTo>
                  <a:cubicBezTo>
                    <a:pt x="7" y="113"/>
                    <a:pt x="6" y="114"/>
                    <a:pt x="6" y="115"/>
                  </a:cubicBezTo>
                  <a:cubicBezTo>
                    <a:pt x="6" y="116"/>
                    <a:pt x="6" y="117"/>
                    <a:pt x="7" y="117"/>
                  </a:cubicBezTo>
                  <a:cubicBezTo>
                    <a:pt x="7" y="118"/>
                    <a:pt x="8" y="119"/>
                    <a:pt x="9" y="119"/>
                  </a:cubicBezTo>
                  <a:cubicBezTo>
                    <a:pt x="10" y="120"/>
                    <a:pt x="10" y="120"/>
                    <a:pt x="11" y="120"/>
                  </a:cubicBezTo>
                  <a:cubicBezTo>
                    <a:pt x="12" y="120"/>
                    <a:pt x="13" y="120"/>
                    <a:pt x="14" y="120"/>
                  </a:cubicBezTo>
                  <a:cubicBezTo>
                    <a:pt x="14" y="120"/>
                    <a:pt x="15" y="120"/>
                    <a:pt x="15" y="120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7" y="120"/>
                    <a:pt x="21" y="121"/>
                    <a:pt x="25" y="121"/>
                  </a:cubicBezTo>
                  <a:cubicBezTo>
                    <a:pt x="29" y="122"/>
                    <a:pt x="34" y="122"/>
                    <a:pt x="39" y="123"/>
                  </a:cubicBezTo>
                  <a:cubicBezTo>
                    <a:pt x="41" y="123"/>
                    <a:pt x="43" y="121"/>
                    <a:pt x="43" y="119"/>
                  </a:cubicBezTo>
                  <a:cubicBezTo>
                    <a:pt x="43" y="117"/>
                    <a:pt x="41" y="115"/>
                    <a:pt x="39" y="115"/>
                  </a:cubicBezTo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6" name="Freeform 132">
              <a:extLst>
                <a:ext uri="{FF2B5EF4-FFF2-40B4-BE49-F238E27FC236}">
                  <a16:creationId xmlns:a16="http://schemas.microsoft.com/office/drawing/2014/main" id="{F7C5BAB1-1A15-48E1-8B98-6E11F6892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433"/>
              <a:ext cx="162" cy="310"/>
            </a:xfrm>
            <a:custGeom>
              <a:avLst/>
              <a:gdLst>
                <a:gd name="T0" fmla="*/ 434 w 65"/>
                <a:gd name="T1" fmla="*/ 83 h 124"/>
                <a:gd name="T2" fmla="*/ 870 w 65"/>
                <a:gd name="T3" fmla="*/ 175 h 124"/>
                <a:gd name="T4" fmla="*/ 850 w 65"/>
                <a:gd name="T5" fmla="*/ 158 h 124"/>
                <a:gd name="T6" fmla="*/ 837 w 65"/>
                <a:gd name="T7" fmla="*/ 125 h 124"/>
                <a:gd name="T8" fmla="*/ 850 w 65"/>
                <a:gd name="T9" fmla="*/ 95 h 124"/>
                <a:gd name="T10" fmla="*/ 850 w 65"/>
                <a:gd name="T11" fmla="*/ 95 h 124"/>
                <a:gd name="T12" fmla="*/ 850 w 65"/>
                <a:gd name="T13" fmla="*/ 95 h 124"/>
                <a:gd name="T14" fmla="*/ 167 w 65"/>
                <a:gd name="T15" fmla="*/ 238 h 124"/>
                <a:gd name="T16" fmla="*/ 199 w 65"/>
                <a:gd name="T17" fmla="*/ 363 h 124"/>
                <a:gd name="T18" fmla="*/ 715 w 65"/>
                <a:gd name="T19" fmla="*/ 658 h 124"/>
                <a:gd name="T20" fmla="*/ 728 w 65"/>
                <a:gd name="T21" fmla="*/ 645 h 124"/>
                <a:gd name="T22" fmla="*/ 728 w 65"/>
                <a:gd name="T23" fmla="*/ 645 h 124"/>
                <a:gd name="T24" fmla="*/ 715 w 65"/>
                <a:gd name="T25" fmla="*/ 645 h 124"/>
                <a:gd name="T26" fmla="*/ 695 w 65"/>
                <a:gd name="T27" fmla="*/ 625 h 124"/>
                <a:gd name="T28" fmla="*/ 0 w 65"/>
                <a:gd name="T29" fmla="*/ 988 h 124"/>
                <a:gd name="T30" fmla="*/ 728 w 65"/>
                <a:gd name="T31" fmla="*/ 1363 h 124"/>
                <a:gd name="T32" fmla="*/ 745 w 65"/>
                <a:gd name="T33" fmla="*/ 1375 h 124"/>
                <a:gd name="T34" fmla="*/ 745 w 65"/>
                <a:gd name="T35" fmla="*/ 1363 h 124"/>
                <a:gd name="T36" fmla="*/ 745 w 65"/>
                <a:gd name="T37" fmla="*/ 1363 h 124"/>
                <a:gd name="T38" fmla="*/ 745 w 65"/>
                <a:gd name="T39" fmla="*/ 1333 h 124"/>
                <a:gd name="T40" fmla="*/ 745 w 65"/>
                <a:gd name="T41" fmla="*/ 1333 h 124"/>
                <a:gd name="T42" fmla="*/ 621 w 65"/>
                <a:gd name="T43" fmla="*/ 1375 h 124"/>
                <a:gd name="T44" fmla="*/ 155 w 65"/>
                <a:gd name="T45" fmla="*/ 1583 h 124"/>
                <a:gd name="T46" fmla="*/ 167 w 65"/>
                <a:gd name="T47" fmla="*/ 1688 h 124"/>
                <a:gd name="T48" fmla="*/ 932 w 65"/>
                <a:gd name="T49" fmla="*/ 1833 h 124"/>
                <a:gd name="T50" fmla="*/ 932 w 65"/>
                <a:gd name="T51" fmla="*/ 1800 h 124"/>
                <a:gd name="T52" fmla="*/ 945 w 65"/>
                <a:gd name="T53" fmla="*/ 1783 h 124"/>
                <a:gd name="T54" fmla="*/ 945 w 65"/>
                <a:gd name="T55" fmla="*/ 1783 h 124"/>
                <a:gd name="T56" fmla="*/ 945 w 65"/>
                <a:gd name="T57" fmla="*/ 1783 h 124"/>
                <a:gd name="T58" fmla="*/ 945 w 65"/>
                <a:gd name="T59" fmla="*/ 1783 h 124"/>
                <a:gd name="T60" fmla="*/ 932 w 65"/>
                <a:gd name="T61" fmla="*/ 1770 h 124"/>
                <a:gd name="T62" fmla="*/ 912 w 65"/>
                <a:gd name="T63" fmla="*/ 1720 h 124"/>
                <a:gd name="T64" fmla="*/ 528 w 65"/>
                <a:gd name="T65" fmla="*/ 1875 h 124"/>
                <a:gd name="T66" fmla="*/ 974 w 65"/>
                <a:gd name="T67" fmla="*/ 1833 h 124"/>
                <a:gd name="T68" fmla="*/ 974 w 65"/>
                <a:gd name="T69" fmla="*/ 1720 h 124"/>
                <a:gd name="T70" fmla="*/ 279 w 65"/>
                <a:gd name="T71" fmla="*/ 1583 h 124"/>
                <a:gd name="T72" fmla="*/ 229 w 65"/>
                <a:gd name="T73" fmla="*/ 1583 h 124"/>
                <a:gd name="T74" fmla="*/ 229 w 65"/>
                <a:gd name="T75" fmla="*/ 1583 h 124"/>
                <a:gd name="T76" fmla="*/ 249 w 65"/>
                <a:gd name="T77" fmla="*/ 1595 h 124"/>
                <a:gd name="T78" fmla="*/ 262 w 65"/>
                <a:gd name="T79" fmla="*/ 1625 h 124"/>
                <a:gd name="T80" fmla="*/ 229 w 65"/>
                <a:gd name="T81" fmla="*/ 1675 h 124"/>
                <a:gd name="T82" fmla="*/ 229 w 65"/>
                <a:gd name="T83" fmla="*/ 1675 h 124"/>
                <a:gd name="T84" fmla="*/ 541 w 65"/>
                <a:gd name="T85" fmla="*/ 1550 h 124"/>
                <a:gd name="T86" fmla="*/ 837 w 65"/>
                <a:gd name="T87" fmla="*/ 1408 h 124"/>
                <a:gd name="T88" fmla="*/ 778 w 65"/>
                <a:gd name="T89" fmla="*/ 1250 h 124"/>
                <a:gd name="T90" fmla="*/ 105 w 65"/>
                <a:gd name="T91" fmla="*/ 988 h 124"/>
                <a:gd name="T92" fmla="*/ 105 w 65"/>
                <a:gd name="T93" fmla="*/ 988 h 124"/>
                <a:gd name="T94" fmla="*/ 105 w 65"/>
                <a:gd name="T95" fmla="*/ 988 h 124"/>
                <a:gd name="T96" fmla="*/ 105 w 65"/>
                <a:gd name="T97" fmla="*/ 1020 h 124"/>
                <a:gd name="T98" fmla="*/ 820 w 65"/>
                <a:gd name="T99" fmla="*/ 645 h 124"/>
                <a:gd name="T100" fmla="*/ 229 w 65"/>
                <a:gd name="T101" fmla="*/ 313 h 124"/>
                <a:gd name="T102" fmla="*/ 217 w 65"/>
                <a:gd name="T103" fmla="*/ 313 h 124"/>
                <a:gd name="T104" fmla="*/ 217 w 65"/>
                <a:gd name="T105" fmla="*/ 333 h 124"/>
                <a:gd name="T106" fmla="*/ 217 w 65"/>
                <a:gd name="T107" fmla="*/ 363 h 124"/>
                <a:gd name="T108" fmla="*/ 199 w 65"/>
                <a:gd name="T109" fmla="*/ 363 h 124"/>
                <a:gd name="T110" fmla="*/ 199 w 65"/>
                <a:gd name="T111" fmla="*/ 363 h 124"/>
                <a:gd name="T112" fmla="*/ 187 w 65"/>
                <a:gd name="T113" fmla="*/ 300 h 124"/>
                <a:gd name="T114" fmla="*/ 945 w 65"/>
                <a:gd name="T115" fmla="*/ 175 h 124"/>
                <a:gd name="T116" fmla="*/ 621 w 65"/>
                <a:gd name="T117" fmla="*/ 20 h 124"/>
                <a:gd name="T118" fmla="*/ 434 w 65"/>
                <a:gd name="T119" fmla="*/ 125 h 1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5" h="124">
                  <a:moveTo>
                    <a:pt x="28" y="8"/>
                  </a:moveTo>
                  <a:cubicBezTo>
                    <a:pt x="28" y="5"/>
                    <a:pt x="28" y="5"/>
                    <a:pt x="28" y="5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30" y="8"/>
                    <a:pt x="32" y="8"/>
                  </a:cubicBezTo>
                  <a:cubicBezTo>
                    <a:pt x="38" y="9"/>
                    <a:pt x="48" y="10"/>
                    <a:pt x="54" y="10"/>
                  </a:cubicBezTo>
                  <a:cubicBezTo>
                    <a:pt x="55" y="10"/>
                    <a:pt x="56" y="11"/>
                    <a:pt x="56" y="11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4" y="9"/>
                    <a:pt x="55" y="10"/>
                    <a:pt x="55" y="10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4" y="7"/>
                    <a:pt x="54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4" y="6"/>
                    <a:pt x="54" y="7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9" y="16"/>
                    <a:pt x="8" y="17"/>
                  </a:cubicBezTo>
                  <a:cubicBezTo>
                    <a:pt x="7" y="18"/>
                    <a:pt x="6" y="20"/>
                    <a:pt x="6" y="21"/>
                  </a:cubicBezTo>
                  <a:cubicBezTo>
                    <a:pt x="6" y="23"/>
                    <a:pt x="7" y="24"/>
                    <a:pt x="8" y="25"/>
                  </a:cubicBezTo>
                  <a:cubicBezTo>
                    <a:pt x="9" y="26"/>
                    <a:pt x="10" y="27"/>
                    <a:pt x="12" y="2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2" y="58"/>
                    <a:pt x="0" y="61"/>
                    <a:pt x="0" y="63"/>
                  </a:cubicBezTo>
                  <a:cubicBezTo>
                    <a:pt x="0" y="65"/>
                    <a:pt x="1" y="66"/>
                    <a:pt x="1" y="67"/>
                  </a:cubicBezTo>
                  <a:cubicBezTo>
                    <a:pt x="2" y="68"/>
                    <a:pt x="3" y="69"/>
                    <a:pt x="4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6"/>
                    <a:pt x="48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7" y="85"/>
                    <a:pt x="44" y="87"/>
                    <a:pt x="40" y="88"/>
                  </a:cubicBezTo>
                  <a:cubicBezTo>
                    <a:pt x="35" y="90"/>
                    <a:pt x="28" y="93"/>
                    <a:pt x="22" y="95"/>
                  </a:cubicBezTo>
                  <a:cubicBezTo>
                    <a:pt x="19" y="97"/>
                    <a:pt x="16" y="98"/>
                    <a:pt x="14" y="99"/>
                  </a:cubicBezTo>
                  <a:cubicBezTo>
                    <a:pt x="13" y="99"/>
                    <a:pt x="13" y="99"/>
                    <a:pt x="12" y="100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10" y="101"/>
                    <a:pt x="10" y="101"/>
                    <a:pt x="9" y="102"/>
                  </a:cubicBezTo>
                  <a:cubicBezTo>
                    <a:pt x="9" y="102"/>
                    <a:pt x="9" y="102"/>
                    <a:pt x="9" y="102"/>
                  </a:cubicBezTo>
                  <a:cubicBezTo>
                    <a:pt x="9" y="102"/>
                    <a:pt x="9" y="103"/>
                    <a:pt x="9" y="104"/>
                  </a:cubicBezTo>
                  <a:cubicBezTo>
                    <a:pt x="9" y="105"/>
                    <a:pt x="9" y="106"/>
                    <a:pt x="10" y="106"/>
                  </a:cubicBezTo>
                  <a:cubicBezTo>
                    <a:pt x="10" y="107"/>
                    <a:pt x="11" y="107"/>
                    <a:pt x="11" y="108"/>
                  </a:cubicBezTo>
                  <a:cubicBezTo>
                    <a:pt x="12" y="108"/>
                    <a:pt x="12" y="108"/>
                    <a:pt x="13" y="108"/>
                  </a:cubicBezTo>
                  <a:cubicBezTo>
                    <a:pt x="15" y="109"/>
                    <a:pt x="18" y="110"/>
                    <a:pt x="23" y="111"/>
                  </a:cubicBezTo>
                  <a:cubicBezTo>
                    <a:pt x="29" y="112"/>
                    <a:pt x="37" y="114"/>
                    <a:pt x="45" y="115"/>
                  </a:cubicBezTo>
                  <a:cubicBezTo>
                    <a:pt x="48" y="116"/>
                    <a:pt x="52" y="116"/>
                    <a:pt x="54" y="117"/>
                  </a:cubicBezTo>
                  <a:cubicBezTo>
                    <a:pt x="57" y="117"/>
                    <a:pt x="59" y="117"/>
                    <a:pt x="60" y="117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60" y="115"/>
                    <a:pt x="60" y="115"/>
                    <a:pt x="60" y="115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60" y="115"/>
                    <a:pt x="60" y="115"/>
                    <a:pt x="60" y="115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59" y="117"/>
                    <a:pt x="59" y="117"/>
                    <a:pt x="60" y="117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7" y="114"/>
                    <a:pt x="57" y="114"/>
                    <a:pt x="57" y="114"/>
                  </a:cubicBezTo>
                  <a:cubicBezTo>
                    <a:pt x="57" y="115"/>
                    <a:pt x="58" y="116"/>
                    <a:pt x="58" y="116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7" y="114"/>
                    <a:pt x="57" y="114"/>
                    <a:pt x="57" y="114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8" y="112"/>
                    <a:pt x="58" y="112"/>
                    <a:pt x="58" y="112"/>
                  </a:cubicBezTo>
                  <a:cubicBezTo>
                    <a:pt x="58" y="112"/>
                    <a:pt x="57" y="113"/>
                    <a:pt x="57" y="114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8" y="112"/>
                    <a:pt x="58" y="112"/>
                    <a:pt x="58" y="112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9" y="111"/>
                    <a:pt x="59" y="111"/>
                    <a:pt x="59" y="111"/>
                  </a:cubicBezTo>
                  <a:cubicBezTo>
                    <a:pt x="59" y="111"/>
                    <a:pt x="58" y="111"/>
                    <a:pt x="58" y="112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9" y="111"/>
                    <a:pt x="59" y="111"/>
                    <a:pt x="59" y="111"/>
                  </a:cubicBezTo>
                  <a:cubicBezTo>
                    <a:pt x="60" y="113"/>
                    <a:pt x="60" y="113"/>
                    <a:pt x="60" y="113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1"/>
                    <a:pt x="59" y="111"/>
                    <a:pt x="59" y="111"/>
                  </a:cubicBezTo>
                  <a:cubicBezTo>
                    <a:pt x="60" y="113"/>
                    <a:pt x="60" y="113"/>
                    <a:pt x="60" y="113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1"/>
                    <a:pt x="59" y="111"/>
                    <a:pt x="59" y="111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1"/>
                    <a:pt x="59" y="111"/>
                    <a:pt x="59" y="111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1"/>
                    <a:pt x="58" y="111"/>
                    <a:pt x="58" y="111"/>
                  </a:cubicBezTo>
                  <a:cubicBezTo>
                    <a:pt x="55" y="112"/>
                    <a:pt x="50" y="113"/>
                    <a:pt x="45" y="114"/>
                  </a:cubicBezTo>
                  <a:cubicBezTo>
                    <a:pt x="43" y="114"/>
                    <a:pt x="41" y="115"/>
                    <a:pt x="40" y="115"/>
                  </a:cubicBezTo>
                  <a:cubicBezTo>
                    <a:pt x="38" y="116"/>
                    <a:pt x="37" y="116"/>
                    <a:pt x="37" y="116"/>
                  </a:cubicBezTo>
                  <a:cubicBezTo>
                    <a:pt x="35" y="116"/>
                    <a:pt x="34" y="118"/>
                    <a:pt x="34" y="120"/>
                  </a:cubicBezTo>
                  <a:cubicBezTo>
                    <a:pt x="35" y="123"/>
                    <a:pt x="37" y="124"/>
                    <a:pt x="39" y="124"/>
                  </a:cubicBezTo>
                  <a:cubicBezTo>
                    <a:pt x="39" y="124"/>
                    <a:pt x="45" y="122"/>
                    <a:pt x="51" y="121"/>
                  </a:cubicBezTo>
                  <a:cubicBezTo>
                    <a:pt x="54" y="120"/>
                    <a:pt x="56" y="120"/>
                    <a:pt x="59" y="119"/>
                  </a:cubicBezTo>
                  <a:cubicBezTo>
                    <a:pt x="60" y="119"/>
                    <a:pt x="61" y="118"/>
                    <a:pt x="62" y="118"/>
                  </a:cubicBezTo>
                  <a:cubicBezTo>
                    <a:pt x="62" y="118"/>
                    <a:pt x="63" y="118"/>
                    <a:pt x="63" y="117"/>
                  </a:cubicBezTo>
                  <a:cubicBezTo>
                    <a:pt x="63" y="117"/>
                    <a:pt x="64" y="117"/>
                    <a:pt x="64" y="117"/>
                  </a:cubicBezTo>
                  <a:cubicBezTo>
                    <a:pt x="64" y="116"/>
                    <a:pt x="65" y="116"/>
                    <a:pt x="65" y="116"/>
                  </a:cubicBezTo>
                  <a:cubicBezTo>
                    <a:pt x="65" y="115"/>
                    <a:pt x="65" y="114"/>
                    <a:pt x="65" y="114"/>
                  </a:cubicBezTo>
                  <a:cubicBezTo>
                    <a:pt x="65" y="113"/>
                    <a:pt x="65" y="112"/>
                    <a:pt x="65" y="112"/>
                  </a:cubicBezTo>
                  <a:cubicBezTo>
                    <a:pt x="64" y="111"/>
                    <a:pt x="64" y="110"/>
                    <a:pt x="63" y="110"/>
                  </a:cubicBezTo>
                  <a:cubicBezTo>
                    <a:pt x="63" y="110"/>
                    <a:pt x="62" y="110"/>
                    <a:pt x="62" y="110"/>
                  </a:cubicBezTo>
                  <a:cubicBezTo>
                    <a:pt x="61" y="109"/>
                    <a:pt x="61" y="109"/>
                    <a:pt x="61" y="109"/>
                  </a:cubicBezTo>
                  <a:cubicBezTo>
                    <a:pt x="60" y="109"/>
                    <a:pt x="56" y="109"/>
                    <a:pt x="51" y="108"/>
                  </a:cubicBezTo>
                  <a:cubicBezTo>
                    <a:pt x="44" y="107"/>
                    <a:pt x="35" y="105"/>
                    <a:pt x="27" y="104"/>
                  </a:cubicBezTo>
                  <a:cubicBezTo>
                    <a:pt x="23" y="103"/>
                    <a:pt x="20" y="102"/>
                    <a:pt x="18" y="101"/>
                  </a:cubicBezTo>
                  <a:cubicBezTo>
                    <a:pt x="16" y="101"/>
                    <a:pt x="15" y="101"/>
                    <a:pt x="15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4" y="103"/>
                    <a:pt x="14" y="103"/>
                    <a:pt x="14" y="103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4" y="103"/>
                    <a:pt x="14" y="103"/>
                    <a:pt x="14" y="103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16" y="101"/>
                    <a:pt x="15" y="101"/>
                    <a:pt x="15" y="101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7" y="104"/>
                    <a:pt x="17" y="104"/>
                    <a:pt x="17" y="104"/>
                  </a:cubicBezTo>
                  <a:cubicBezTo>
                    <a:pt x="17" y="103"/>
                    <a:pt x="16" y="102"/>
                    <a:pt x="16" y="102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7" y="104"/>
                    <a:pt x="17" y="104"/>
                    <a:pt x="17" y="104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6" y="106"/>
                    <a:pt x="17" y="105"/>
                    <a:pt x="17" y="104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5" y="107"/>
                    <a:pt x="15" y="107"/>
                    <a:pt x="16" y="106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5" y="107"/>
                    <a:pt x="16" y="107"/>
                    <a:pt x="17" y="106"/>
                  </a:cubicBezTo>
                  <a:cubicBezTo>
                    <a:pt x="21" y="104"/>
                    <a:pt x="28" y="101"/>
                    <a:pt x="35" y="99"/>
                  </a:cubicBezTo>
                  <a:cubicBezTo>
                    <a:pt x="39" y="97"/>
                    <a:pt x="42" y="96"/>
                    <a:pt x="45" y="95"/>
                  </a:cubicBezTo>
                  <a:cubicBezTo>
                    <a:pt x="48" y="94"/>
                    <a:pt x="50" y="93"/>
                    <a:pt x="51" y="92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2" y="92"/>
                    <a:pt x="53" y="91"/>
                    <a:pt x="54" y="90"/>
                  </a:cubicBezTo>
                  <a:cubicBezTo>
                    <a:pt x="55" y="89"/>
                    <a:pt x="56" y="88"/>
                    <a:pt x="56" y="87"/>
                  </a:cubicBezTo>
                  <a:cubicBezTo>
                    <a:pt x="56" y="85"/>
                    <a:pt x="55" y="83"/>
                    <a:pt x="54" y="82"/>
                  </a:cubicBezTo>
                  <a:cubicBezTo>
                    <a:pt x="53" y="81"/>
                    <a:pt x="51" y="80"/>
                    <a:pt x="50" y="80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8" y="64"/>
                    <a:pt x="8" y="64"/>
                    <a:pt x="8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0" y="47"/>
                    <a:pt x="51" y="46"/>
                    <a:pt x="52" y="45"/>
                  </a:cubicBezTo>
                  <a:cubicBezTo>
                    <a:pt x="53" y="44"/>
                    <a:pt x="53" y="43"/>
                    <a:pt x="53" y="41"/>
                  </a:cubicBezTo>
                  <a:cubicBezTo>
                    <a:pt x="53" y="40"/>
                    <a:pt x="52" y="38"/>
                    <a:pt x="51" y="37"/>
                  </a:cubicBezTo>
                  <a:cubicBezTo>
                    <a:pt x="51" y="36"/>
                    <a:pt x="49" y="35"/>
                    <a:pt x="48" y="35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2"/>
                    <a:pt x="14" y="22"/>
                    <a:pt x="14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3"/>
                    <a:pt x="59" y="13"/>
                    <a:pt x="60" y="12"/>
                  </a:cubicBezTo>
                  <a:cubicBezTo>
                    <a:pt x="60" y="12"/>
                    <a:pt x="61" y="12"/>
                    <a:pt x="61" y="11"/>
                  </a:cubicBezTo>
                  <a:cubicBezTo>
                    <a:pt x="62" y="10"/>
                    <a:pt x="62" y="9"/>
                    <a:pt x="62" y="8"/>
                  </a:cubicBezTo>
                  <a:cubicBezTo>
                    <a:pt x="62" y="7"/>
                    <a:pt x="62" y="5"/>
                    <a:pt x="61" y="5"/>
                  </a:cubicBezTo>
                  <a:cubicBezTo>
                    <a:pt x="60" y="4"/>
                    <a:pt x="59" y="3"/>
                    <a:pt x="58" y="3"/>
                  </a:cubicBezTo>
                  <a:cubicBezTo>
                    <a:pt x="57" y="3"/>
                    <a:pt x="56" y="2"/>
                    <a:pt x="54" y="2"/>
                  </a:cubicBezTo>
                  <a:cubicBezTo>
                    <a:pt x="51" y="2"/>
                    <a:pt x="45" y="1"/>
                    <a:pt x="40" y="1"/>
                  </a:cubicBezTo>
                  <a:cubicBezTo>
                    <a:pt x="38" y="0"/>
                    <a:pt x="35" y="0"/>
                    <a:pt x="33" y="0"/>
                  </a:cubicBezTo>
                  <a:cubicBezTo>
                    <a:pt x="31" y="0"/>
                    <a:pt x="29" y="0"/>
                    <a:pt x="28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4" y="0"/>
                    <a:pt x="23" y="2"/>
                    <a:pt x="23" y="4"/>
                  </a:cubicBezTo>
                  <a:cubicBezTo>
                    <a:pt x="24" y="7"/>
                    <a:pt x="26" y="8"/>
                    <a:pt x="28" y="8"/>
                  </a:cubicBezTo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7" name="Freeform 133">
              <a:extLst>
                <a:ext uri="{FF2B5EF4-FFF2-40B4-BE49-F238E27FC236}">
                  <a16:creationId xmlns:a16="http://schemas.microsoft.com/office/drawing/2014/main" id="{C01C4A0A-F8C7-44EF-B22A-838CC31EA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433"/>
              <a:ext cx="162" cy="310"/>
            </a:xfrm>
            <a:custGeom>
              <a:avLst/>
              <a:gdLst>
                <a:gd name="T0" fmla="*/ 416 w 65"/>
                <a:gd name="T1" fmla="*/ 83 h 124"/>
                <a:gd name="T2" fmla="*/ 850 w 65"/>
                <a:gd name="T3" fmla="*/ 175 h 124"/>
                <a:gd name="T4" fmla="*/ 850 w 65"/>
                <a:gd name="T5" fmla="*/ 158 h 124"/>
                <a:gd name="T6" fmla="*/ 837 w 65"/>
                <a:gd name="T7" fmla="*/ 125 h 124"/>
                <a:gd name="T8" fmla="*/ 850 w 65"/>
                <a:gd name="T9" fmla="*/ 95 h 124"/>
                <a:gd name="T10" fmla="*/ 850 w 65"/>
                <a:gd name="T11" fmla="*/ 95 h 124"/>
                <a:gd name="T12" fmla="*/ 850 w 65"/>
                <a:gd name="T13" fmla="*/ 95 h 124"/>
                <a:gd name="T14" fmla="*/ 187 w 65"/>
                <a:gd name="T15" fmla="*/ 270 h 124"/>
                <a:gd name="T16" fmla="*/ 217 w 65"/>
                <a:gd name="T17" fmla="*/ 395 h 124"/>
                <a:gd name="T18" fmla="*/ 695 w 65"/>
                <a:gd name="T19" fmla="*/ 658 h 124"/>
                <a:gd name="T20" fmla="*/ 695 w 65"/>
                <a:gd name="T21" fmla="*/ 645 h 124"/>
                <a:gd name="T22" fmla="*/ 695 w 65"/>
                <a:gd name="T23" fmla="*/ 625 h 124"/>
                <a:gd name="T24" fmla="*/ 695 w 65"/>
                <a:gd name="T25" fmla="*/ 625 h 124"/>
                <a:gd name="T26" fmla="*/ 695 w 65"/>
                <a:gd name="T27" fmla="*/ 625 h 124"/>
                <a:gd name="T28" fmla="*/ 62 w 65"/>
                <a:gd name="T29" fmla="*/ 1095 h 124"/>
                <a:gd name="T30" fmla="*/ 745 w 65"/>
                <a:gd name="T31" fmla="*/ 1375 h 124"/>
                <a:gd name="T32" fmla="*/ 728 w 65"/>
                <a:gd name="T33" fmla="*/ 1363 h 124"/>
                <a:gd name="T34" fmla="*/ 728 w 65"/>
                <a:gd name="T35" fmla="*/ 1363 h 124"/>
                <a:gd name="T36" fmla="*/ 745 w 65"/>
                <a:gd name="T37" fmla="*/ 1333 h 124"/>
                <a:gd name="T38" fmla="*/ 745 w 65"/>
                <a:gd name="T39" fmla="*/ 1333 h 124"/>
                <a:gd name="T40" fmla="*/ 745 w 65"/>
                <a:gd name="T41" fmla="*/ 1333 h 124"/>
                <a:gd name="T42" fmla="*/ 217 w 65"/>
                <a:gd name="T43" fmla="*/ 1550 h 124"/>
                <a:gd name="T44" fmla="*/ 137 w 65"/>
                <a:gd name="T45" fmla="*/ 1595 h 124"/>
                <a:gd name="T46" fmla="*/ 341 w 65"/>
                <a:gd name="T47" fmla="*/ 1738 h 124"/>
                <a:gd name="T48" fmla="*/ 932 w 65"/>
                <a:gd name="T49" fmla="*/ 1800 h 124"/>
                <a:gd name="T50" fmla="*/ 932 w 65"/>
                <a:gd name="T51" fmla="*/ 1783 h 124"/>
                <a:gd name="T52" fmla="*/ 945 w 65"/>
                <a:gd name="T53" fmla="*/ 1783 h 124"/>
                <a:gd name="T54" fmla="*/ 945 w 65"/>
                <a:gd name="T55" fmla="*/ 1783 h 124"/>
                <a:gd name="T56" fmla="*/ 945 w 65"/>
                <a:gd name="T57" fmla="*/ 1783 h 124"/>
                <a:gd name="T58" fmla="*/ 932 w 65"/>
                <a:gd name="T59" fmla="*/ 1770 h 124"/>
                <a:gd name="T60" fmla="*/ 932 w 65"/>
                <a:gd name="T61" fmla="*/ 1750 h 124"/>
                <a:gd name="T62" fmla="*/ 882 w 65"/>
                <a:gd name="T63" fmla="*/ 1738 h 124"/>
                <a:gd name="T64" fmla="*/ 695 w 65"/>
                <a:gd name="T65" fmla="*/ 1895 h 124"/>
                <a:gd name="T66" fmla="*/ 994 w 65"/>
                <a:gd name="T67" fmla="*/ 1813 h 124"/>
                <a:gd name="T68" fmla="*/ 932 w 65"/>
                <a:gd name="T69" fmla="*/ 1708 h 124"/>
                <a:gd name="T70" fmla="*/ 217 w 65"/>
                <a:gd name="T71" fmla="*/ 1583 h 124"/>
                <a:gd name="T72" fmla="*/ 229 w 65"/>
                <a:gd name="T73" fmla="*/ 1583 h 124"/>
                <a:gd name="T74" fmla="*/ 249 w 65"/>
                <a:gd name="T75" fmla="*/ 1595 h 124"/>
                <a:gd name="T76" fmla="*/ 249 w 65"/>
                <a:gd name="T77" fmla="*/ 1625 h 124"/>
                <a:gd name="T78" fmla="*/ 249 w 65"/>
                <a:gd name="T79" fmla="*/ 1658 h 124"/>
                <a:gd name="T80" fmla="*/ 229 w 65"/>
                <a:gd name="T81" fmla="*/ 1675 h 124"/>
                <a:gd name="T82" fmla="*/ 229 w 65"/>
                <a:gd name="T83" fmla="*/ 1675 h 124"/>
                <a:gd name="T84" fmla="*/ 758 w 65"/>
                <a:gd name="T85" fmla="*/ 1395 h 124"/>
                <a:gd name="T86" fmla="*/ 778 w 65"/>
                <a:gd name="T87" fmla="*/ 1250 h 124"/>
                <a:gd name="T88" fmla="*/ 125 w 65"/>
                <a:gd name="T89" fmla="*/ 988 h 124"/>
                <a:gd name="T90" fmla="*/ 105 w 65"/>
                <a:gd name="T91" fmla="*/ 988 h 124"/>
                <a:gd name="T92" fmla="*/ 92 w 65"/>
                <a:gd name="T93" fmla="*/ 988 h 124"/>
                <a:gd name="T94" fmla="*/ 92 w 65"/>
                <a:gd name="T95" fmla="*/ 988 h 124"/>
                <a:gd name="T96" fmla="*/ 745 w 65"/>
                <a:gd name="T97" fmla="*/ 750 h 124"/>
                <a:gd name="T98" fmla="*/ 715 w 65"/>
                <a:gd name="T99" fmla="*/ 613 h 124"/>
                <a:gd name="T100" fmla="*/ 229 w 65"/>
                <a:gd name="T101" fmla="*/ 333 h 124"/>
                <a:gd name="T102" fmla="*/ 229 w 65"/>
                <a:gd name="T103" fmla="*/ 333 h 124"/>
                <a:gd name="T104" fmla="*/ 229 w 65"/>
                <a:gd name="T105" fmla="*/ 345 h 124"/>
                <a:gd name="T106" fmla="*/ 229 w 65"/>
                <a:gd name="T107" fmla="*/ 375 h 124"/>
                <a:gd name="T108" fmla="*/ 217 w 65"/>
                <a:gd name="T109" fmla="*/ 375 h 124"/>
                <a:gd name="T110" fmla="*/ 217 w 65"/>
                <a:gd name="T111" fmla="*/ 375 h 124"/>
                <a:gd name="T112" fmla="*/ 882 w 65"/>
                <a:gd name="T113" fmla="*/ 220 h 124"/>
                <a:gd name="T114" fmla="*/ 882 w 65"/>
                <a:gd name="T115" fmla="*/ 50 h 124"/>
                <a:gd name="T116" fmla="*/ 404 w 65"/>
                <a:gd name="T117" fmla="*/ 0 h 1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5" h="124">
                  <a:moveTo>
                    <a:pt x="28" y="8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30" y="8"/>
                    <a:pt x="32" y="8"/>
                  </a:cubicBezTo>
                  <a:cubicBezTo>
                    <a:pt x="38" y="9"/>
                    <a:pt x="48" y="10"/>
                    <a:pt x="53" y="10"/>
                  </a:cubicBezTo>
                  <a:cubicBezTo>
                    <a:pt x="55" y="10"/>
                    <a:pt x="55" y="11"/>
                    <a:pt x="55" y="11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4" y="9"/>
                    <a:pt x="54" y="10"/>
                    <a:pt x="55" y="10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4" y="6"/>
                    <a:pt x="54" y="7"/>
                    <a:pt x="54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4" y="6"/>
                    <a:pt x="54" y="7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7"/>
                    <a:pt x="10" y="18"/>
                    <a:pt x="9" y="19"/>
                  </a:cubicBezTo>
                  <a:cubicBezTo>
                    <a:pt x="8" y="19"/>
                    <a:pt x="7" y="21"/>
                    <a:pt x="7" y="22"/>
                  </a:cubicBezTo>
                  <a:cubicBezTo>
                    <a:pt x="7" y="24"/>
                    <a:pt x="8" y="26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1" y="58"/>
                    <a:pt x="0" y="61"/>
                    <a:pt x="0" y="63"/>
                  </a:cubicBezTo>
                  <a:cubicBezTo>
                    <a:pt x="0" y="65"/>
                    <a:pt x="0" y="66"/>
                    <a:pt x="1" y="67"/>
                  </a:cubicBezTo>
                  <a:cubicBezTo>
                    <a:pt x="2" y="68"/>
                    <a:pt x="3" y="69"/>
                    <a:pt x="4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7" y="85"/>
                    <a:pt x="47" y="86"/>
                    <a:pt x="47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7" y="85"/>
                    <a:pt x="44" y="87"/>
                    <a:pt x="40" y="88"/>
                  </a:cubicBezTo>
                  <a:cubicBezTo>
                    <a:pt x="34" y="90"/>
                    <a:pt x="27" y="93"/>
                    <a:pt x="21" y="95"/>
                  </a:cubicBezTo>
                  <a:cubicBezTo>
                    <a:pt x="19" y="97"/>
                    <a:pt x="16" y="98"/>
                    <a:pt x="14" y="99"/>
                  </a:cubicBezTo>
                  <a:cubicBezTo>
                    <a:pt x="13" y="99"/>
                    <a:pt x="12" y="99"/>
                    <a:pt x="11" y="100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10" y="101"/>
                    <a:pt x="9" y="101"/>
                    <a:pt x="9" y="102"/>
                  </a:cubicBezTo>
                  <a:cubicBezTo>
                    <a:pt x="9" y="102"/>
                    <a:pt x="9" y="102"/>
                    <a:pt x="9" y="102"/>
                  </a:cubicBezTo>
                  <a:cubicBezTo>
                    <a:pt x="9" y="102"/>
                    <a:pt x="8" y="103"/>
                    <a:pt x="8" y="104"/>
                  </a:cubicBezTo>
                  <a:cubicBezTo>
                    <a:pt x="8" y="105"/>
                    <a:pt x="9" y="106"/>
                    <a:pt x="9" y="106"/>
                  </a:cubicBezTo>
                  <a:cubicBezTo>
                    <a:pt x="10" y="107"/>
                    <a:pt x="10" y="107"/>
                    <a:pt x="11" y="108"/>
                  </a:cubicBezTo>
                  <a:cubicBezTo>
                    <a:pt x="11" y="108"/>
                    <a:pt x="12" y="108"/>
                    <a:pt x="12" y="108"/>
                  </a:cubicBezTo>
                  <a:cubicBezTo>
                    <a:pt x="14" y="109"/>
                    <a:pt x="18" y="110"/>
                    <a:pt x="22" y="111"/>
                  </a:cubicBezTo>
                  <a:cubicBezTo>
                    <a:pt x="29" y="112"/>
                    <a:pt x="37" y="114"/>
                    <a:pt x="44" y="115"/>
                  </a:cubicBezTo>
                  <a:cubicBezTo>
                    <a:pt x="48" y="116"/>
                    <a:pt x="51" y="116"/>
                    <a:pt x="54" y="117"/>
                  </a:cubicBezTo>
                  <a:cubicBezTo>
                    <a:pt x="57" y="117"/>
                    <a:pt x="58" y="117"/>
                    <a:pt x="60" y="117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60" y="115"/>
                    <a:pt x="60" y="115"/>
                    <a:pt x="60" y="115"/>
                  </a:cubicBezTo>
                  <a:cubicBezTo>
                    <a:pt x="59" y="117"/>
                    <a:pt x="59" y="117"/>
                    <a:pt x="59" y="117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60" y="115"/>
                    <a:pt x="60" y="115"/>
                    <a:pt x="60" y="115"/>
                  </a:cubicBezTo>
                  <a:cubicBezTo>
                    <a:pt x="59" y="117"/>
                    <a:pt x="59" y="117"/>
                    <a:pt x="59" y="117"/>
                  </a:cubicBezTo>
                  <a:cubicBezTo>
                    <a:pt x="60" y="114"/>
                    <a:pt x="60" y="114"/>
                    <a:pt x="60" y="114"/>
                  </a:cubicBezTo>
                  <a:cubicBezTo>
                    <a:pt x="58" y="117"/>
                    <a:pt x="58" y="117"/>
                    <a:pt x="58" y="117"/>
                  </a:cubicBezTo>
                  <a:cubicBezTo>
                    <a:pt x="59" y="117"/>
                    <a:pt x="59" y="117"/>
                    <a:pt x="59" y="117"/>
                  </a:cubicBezTo>
                  <a:cubicBezTo>
                    <a:pt x="60" y="114"/>
                    <a:pt x="60" y="114"/>
                    <a:pt x="60" y="114"/>
                  </a:cubicBezTo>
                  <a:cubicBezTo>
                    <a:pt x="58" y="117"/>
                    <a:pt x="58" y="117"/>
                    <a:pt x="58" y="117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7" y="115"/>
                    <a:pt x="57" y="115"/>
                    <a:pt x="57" y="115"/>
                  </a:cubicBezTo>
                  <a:cubicBezTo>
                    <a:pt x="57" y="116"/>
                    <a:pt x="58" y="116"/>
                    <a:pt x="58" y="117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7" y="115"/>
                    <a:pt x="57" y="115"/>
                    <a:pt x="57" y="115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7" y="114"/>
                    <a:pt x="57" y="114"/>
                    <a:pt x="57" y="114"/>
                  </a:cubicBezTo>
                  <a:cubicBezTo>
                    <a:pt x="57" y="114"/>
                    <a:pt x="57" y="115"/>
                    <a:pt x="57" y="115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7" y="114"/>
                    <a:pt x="57" y="114"/>
                    <a:pt x="57" y="114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8" y="111"/>
                    <a:pt x="58" y="111"/>
                    <a:pt x="58" y="111"/>
                  </a:cubicBezTo>
                  <a:cubicBezTo>
                    <a:pt x="57" y="112"/>
                    <a:pt x="57" y="112"/>
                    <a:pt x="57" y="114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8" y="111"/>
                    <a:pt x="58" y="111"/>
                    <a:pt x="58" y="111"/>
                  </a:cubicBezTo>
                  <a:cubicBezTo>
                    <a:pt x="60" y="113"/>
                    <a:pt x="60" y="113"/>
                    <a:pt x="60" y="113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0"/>
                    <a:pt x="58" y="110"/>
                    <a:pt x="58" y="111"/>
                  </a:cubicBezTo>
                  <a:cubicBezTo>
                    <a:pt x="60" y="113"/>
                    <a:pt x="60" y="113"/>
                    <a:pt x="60" y="113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0"/>
                    <a:pt x="58" y="110"/>
                    <a:pt x="57" y="111"/>
                  </a:cubicBezTo>
                  <a:cubicBezTo>
                    <a:pt x="53" y="112"/>
                    <a:pt x="45" y="113"/>
                    <a:pt x="39" y="114"/>
                  </a:cubicBezTo>
                  <a:cubicBezTo>
                    <a:pt x="33" y="115"/>
                    <a:pt x="27" y="115"/>
                    <a:pt x="27" y="115"/>
                  </a:cubicBezTo>
                  <a:cubicBezTo>
                    <a:pt x="25" y="116"/>
                    <a:pt x="24" y="118"/>
                    <a:pt x="24" y="120"/>
                  </a:cubicBezTo>
                  <a:cubicBezTo>
                    <a:pt x="24" y="122"/>
                    <a:pt x="26" y="124"/>
                    <a:pt x="29" y="123"/>
                  </a:cubicBezTo>
                  <a:cubicBezTo>
                    <a:pt x="29" y="123"/>
                    <a:pt x="37" y="122"/>
                    <a:pt x="45" y="121"/>
                  </a:cubicBezTo>
                  <a:cubicBezTo>
                    <a:pt x="49" y="120"/>
                    <a:pt x="53" y="119"/>
                    <a:pt x="56" y="119"/>
                  </a:cubicBezTo>
                  <a:cubicBezTo>
                    <a:pt x="58" y="119"/>
                    <a:pt x="59" y="118"/>
                    <a:pt x="60" y="118"/>
                  </a:cubicBezTo>
                  <a:cubicBezTo>
                    <a:pt x="61" y="118"/>
                    <a:pt x="61" y="118"/>
                    <a:pt x="62" y="118"/>
                  </a:cubicBezTo>
                  <a:cubicBezTo>
                    <a:pt x="62" y="117"/>
                    <a:pt x="62" y="117"/>
                    <a:pt x="63" y="117"/>
                  </a:cubicBezTo>
                  <a:cubicBezTo>
                    <a:pt x="63" y="117"/>
                    <a:pt x="63" y="117"/>
                    <a:pt x="64" y="116"/>
                  </a:cubicBezTo>
                  <a:cubicBezTo>
                    <a:pt x="64" y="116"/>
                    <a:pt x="65" y="115"/>
                    <a:pt x="65" y="114"/>
                  </a:cubicBezTo>
                  <a:cubicBezTo>
                    <a:pt x="65" y="113"/>
                    <a:pt x="64" y="112"/>
                    <a:pt x="64" y="111"/>
                  </a:cubicBezTo>
                  <a:cubicBezTo>
                    <a:pt x="63" y="110"/>
                    <a:pt x="63" y="110"/>
                    <a:pt x="62" y="110"/>
                  </a:cubicBezTo>
                  <a:cubicBezTo>
                    <a:pt x="62" y="110"/>
                    <a:pt x="61" y="110"/>
                    <a:pt x="61" y="110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59" y="109"/>
                    <a:pt x="55" y="109"/>
                    <a:pt x="51" y="108"/>
                  </a:cubicBezTo>
                  <a:cubicBezTo>
                    <a:pt x="44" y="107"/>
                    <a:pt x="34" y="105"/>
                    <a:pt x="27" y="104"/>
                  </a:cubicBezTo>
                  <a:cubicBezTo>
                    <a:pt x="23" y="103"/>
                    <a:pt x="19" y="102"/>
                    <a:pt x="17" y="101"/>
                  </a:cubicBezTo>
                  <a:cubicBezTo>
                    <a:pt x="16" y="101"/>
                    <a:pt x="15" y="101"/>
                    <a:pt x="15" y="101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6" y="103"/>
                    <a:pt x="16" y="102"/>
                    <a:pt x="16" y="102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6" y="106"/>
                    <a:pt x="16" y="105"/>
                    <a:pt x="16" y="104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5" y="107"/>
                    <a:pt x="15" y="107"/>
                    <a:pt x="16" y="106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5" y="107"/>
                    <a:pt x="16" y="107"/>
                    <a:pt x="17" y="106"/>
                  </a:cubicBezTo>
                  <a:cubicBezTo>
                    <a:pt x="20" y="104"/>
                    <a:pt x="28" y="101"/>
                    <a:pt x="35" y="99"/>
                  </a:cubicBezTo>
                  <a:cubicBezTo>
                    <a:pt x="38" y="97"/>
                    <a:pt x="42" y="96"/>
                    <a:pt x="45" y="95"/>
                  </a:cubicBezTo>
                  <a:cubicBezTo>
                    <a:pt x="48" y="94"/>
                    <a:pt x="50" y="93"/>
                    <a:pt x="51" y="92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2" y="92"/>
                    <a:pt x="53" y="91"/>
                    <a:pt x="54" y="90"/>
                  </a:cubicBezTo>
                  <a:cubicBezTo>
                    <a:pt x="55" y="89"/>
                    <a:pt x="55" y="88"/>
                    <a:pt x="55" y="87"/>
                  </a:cubicBezTo>
                  <a:cubicBezTo>
                    <a:pt x="55" y="85"/>
                    <a:pt x="54" y="83"/>
                    <a:pt x="53" y="82"/>
                  </a:cubicBezTo>
                  <a:cubicBezTo>
                    <a:pt x="52" y="81"/>
                    <a:pt x="51" y="80"/>
                    <a:pt x="50" y="80"/>
                  </a:cubicBezTo>
                  <a:cubicBezTo>
                    <a:pt x="48" y="84"/>
                    <a:pt x="48" y="84"/>
                    <a:pt x="48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4"/>
                    <a:pt x="8" y="64"/>
                    <a:pt x="8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9" y="47"/>
                    <a:pt x="50" y="46"/>
                    <a:pt x="51" y="45"/>
                  </a:cubicBezTo>
                  <a:cubicBezTo>
                    <a:pt x="52" y="44"/>
                    <a:pt x="53" y="43"/>
                    <a:pt x="53" y="41"/>
                  </a:cubicBezTo>
                  <a:cubicBezTo>
                    <a:pt x="53" y="40"/>
                    <a:pt x="52" y="38"/>
                    <a:pt x="51" y="37"/>
                  </a:cubicBezTo>
                  <a:cubicBezTo>
                    <a:pt x="50" y="36"/>
                    <a:pt x="49" y="35"/>
                    <a:pt x="48" y="35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5" y="21"/>
                    <a:pt x="15" y="21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8" y="13"/>
                    <a:pt x="59" y="13"/>
                    <a:pt x="59" y="12"/>
                  </a:cubicBezTo>
                  <a:cubicBezTo>
                    <a:pt x="60" y="12"/>
                    <a:pt x="60" y="12"/>
                    <a:pt x="61" y="11"/>
                  </a:cubicBezTo>
                  <a:cubicBezTo>
                    <a:pt x="61" y="10"/>
                    <a:pt x="62" y="9"/>
                    <a:pt x="62" y="8"/>
                  </a:cubicBezTo>
                  <a:cubicBezTo>
                    <a:pt x="62" y="7"/>
                    <a:pt x="61" y="5"/>
                    <a:pt x="61" y="5"/>
                  </a:cubicBezTo>
                  <a:cubicBezTo>
                    <a:pt x="60" y="4"/>
                    <a:pt x="58" y="3"/>
                    <a:pt x="57" y="3"/>
                  </a:cubicBezTo>
                  <a:cubicBezTo>
                    <a:pt x="56" y="3"/>
                    <a:pt x="55" y="2"/>
                    <a:pt x="54" y="2"/>
                  </a:cubicBezTo>
                  <a:cubicBezTo>
                    <a:pt x="51" y="2"/>
                    <a:pt x="45" y="1"/>
                    <a:pt x="40" y="1"/>
                  </a:cubicBezTo>
                  <a:cubicBezTo>
                    <a:pt x="37" y="0"/>
                    <a:pt x="35" y="0"/>
                    <a:pt x="33" y="0"/>
                  </a:cubicBezTo>
                  <a:cubicBezTo>
                    <a:pt x="30" y="0"/>
                    <a:pt x="29" y="0"/>
                    <a:pt x="28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4" y="0"/>
                    <a:pt x="22" y="2"/>
                    <a:pt x="23" y="4"/>
                  </a:cubicBezTo>
                  <a:cubicBezTo>
                    <a:pt x="23" y="7"/>
                    <a:pt x="26" y="8"/>
                    <a:pt x="28" y="8"/>
                  </a:cubicBezTo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8" name="Freeform 134">
              <a:extLst>
                <a:ext uri="{FF2B5EF4-FFF2-40B4-BE49-F238E27FC236}">
                  <a16:creationId xmlns:a16="http://schemas.microsoft.com/office/drawing/2014/main" id="{48754B21-C0B6-4C60-8F78-EC0AF98D5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441"/>
              <a:ext cx="148" cy="300"/>
            </a:xfrm>
            <a:custGeom>
              <a:avLst/>
              <a:gdLst>
                <a:gd name="T0" fmla="*/ 364 w 59"/>
                <a:gd name="T1" fmla="*/ 1708 h 120"/>
                <a:gd name="T2" fmla="*/ 301 w 59"/>
                <a:gd name="T3" fmla="*/ 1738 h 120"/>
                <a:gd name="T4" fmla="*/ 283 w 59"/>
                <a:gd name="T5" fmla="*/ 1750 h 120"/>
                <a:gd name="T6" fmla="*/ 283 w 59"/>
                <a:gd name="T7" fmla="*/ 1750 h 120"/>
                <a:gd name="T8" fmla="*/ 283 w 59"/>
                <a:gd name="T9" fmla="*/ 1750 h 120"/>
                <a:gd name="T10" fmla="*/ 314 w 59"/>
                <a:gd name="T11" fmla="*/ 1770 h 120"/>
                <a:gd name="T12" fmla="*/ 334 w 59"/>
                <a:gd name="T13" fmla="*/ 1800 h 120"/>
                <a:gd name="T14" fmla="*/ 931 w 59"/>
                <a:gd name="T15" fmla="*/ 1563 h 120"/>
                <a:gd name="T16" fmla="*/ 158 w 59"/>
                <a:gd name="T17" fmla="*/ 1300 h 120"/>
                <a:gd name="T18" fmla="*/ 145 w 59"/>
                <a:gd name="T19" fmla="*/ 1283 h 120"/>
                <a:gd name="T20" fmla="*/ 145 w 59"/>
                <a:gd name="T21" fmla="*/ 1283 h 120"/>
                <a:gd name="T22" fmla="*/ 158 w 59"/>
                <a:gd name="T23" fmla="*/ 1313 h 120"/>
                <a:gd name="T24" fmla="*/ 158 w 59"/>
                <a:gd name="T25" fmla="*/ 1313 h 120"/>
                <a:gd name="T26" fmla="*/ 145 w 59"/>
                <a:gd name="T27" fmla="*/ 1333 h 120"/>
                <a:gd name="T28" fmla="*/ 176 w 59"/>
                <a:gd name="T29" fmla="*/ 1313 h 120"/>
                <a:gd name="T30" fmla="*/ 838 w 59"/>
                <a:gd name="T31" fmla="*/ 958 h 120"/>
                <a:gd name="T32" fmla="*/ 125 w 59"/>
                <a:gd name="T33" fmla="*/ 583 h 120"/>
                <a:gd name="T34" fmla="*/ 125 w 59"/>
                <a:gd name="T35" fmla="*/ 583 h 120"/>
                <a:gd name="T36" fmla="*/ 125 w 59"/>
                <a:gd name="T37" fmla="*/ 583 h 120"/>
                <a:gd name="T38" fmla="*/ 125 w 59"/>
                <a:gd name="T39" fmla="*/ 595 h 120"/>
                <a:gd name="T40" fmla="*/ 125 w 59"/>
                <a:gd name="T41" fmla="*/ 613 h 120"/>
                <a:gd name="T42" fmla="*/ 113 w 59"/>
                <a:gd name="T43" fmla="*/ 613 h 120"/>
                <a:gd name="T44" fmla="*/ 838 w 59"/>
                <a:gd name="T45" fmla="*/ 408 h 120"/>
                <a:gd name="T46" fmla="*/ 850 w 59"/>
                <a:gd name="T47" fmla="*/ 220 h 120"/>
                <a:gd name="T48" fmla="*/ 314 w 59"/>
                <a:gd name="T49" fmla="*/ 63 h 120"/>
                <a:gd name="T50" fmla="*/ 334 w 59"/>
                <a:gd name="T51" fmla="*/ 83 h 120"/>
                <a:gd name="T52" fmla="*/ 334 w 59"/>
                <a:gd name="T53" fmla="*/ 95 h 120"/>
                <a:gd name="T54" fmla="*/ 334 w 59"/>
                <a:gd name="T55" fmla="*/ 125 h 120"/>
                <a:gd name="T56" fmla="*/ 314 w 59"/>
                <a:gd name="T57" fmla="*/ 145 h 120"/>
                <a:gd name="T58" fmla="*/ 314 w 59"/>
                <a:gd name="T59" fmla="*/ 145 h 120"/>
                <a:gd name="T60" fmla="*/ 314 w 59"/>
                <a:gd name="T61" fmla="*/ 145 h 120"/>
                <a:gd name="T62" fmla="*/ 429 w 59"/>
                <a:gd name="T63" fmla="*/ 125 h 120"/>
                <a:gd name="T64" fmla="*/ 584 w 59"/>
                <a:gd name="T65" fmla="*/ 0 h 120"/>
                <a:gd name="T66" fmla="*/ 221 w 59"/>
                <a:gd name="T67" fmla="*/ 63 h 120"/>
                <a:gd name="T68" fmla="*/ 271 w 59"/>
                <a:gd name="T69" fmla="*/ 175 h 120"/>
                <a:gd name="T70" fmla="*/ 805 w 59"/>
                <a:gd name="T71" fmla="*/ 333 h 120"/>
                <a:gd name="T72" fmla="*/ 818 w 59"/>
                <a:gd name="T73" fmla="*/ 313 h 120"/>
                <a:gd name="T74" fmla="*/ 838 w 59"/>
                <a:gd name="T75" fmla="*/ 313 h 120"/>
                <a:gd name="T76" fmla="*/ 818 w 59"/>
                <a:gd name="T77" fmla="*/ 313 h 120"/>
                <a:gd name="T78" fmla="*/ 805 w 59"/>
                <a:gd name="T79" fmla="*/ 300 h 120"/>
                <a:gd name="T80" fmla="*/ 805 w 59"/>
                <a:gd name="T81" fmla="*/ 283 h 120"/>
                <a:gd name="T82" fmla="*/ 0 w 59"/>
                <a:gd name="T83" fmla="*/ 595 h 120"/>
                <a:gd name="T84" fmla="*/ 722 w 59"/>
                <a:gd name="T85" fmla="*/ 970 h 120"/>
                <a:gd name="T86" fmla="*/ 743 w 59"/>
                <a:gd name="T87" fmla="*/ 958 h 120"/>
                <a:gd name="T88" fmla="*/ 743 w 59"/>
                <a:gd name="T89" fmla="*/ 958 h 120"/>
                <a:gd name="T90" fmla="*/ 755 w 59"/>
                <a:gd name="T91" fmla="*/ 958 h 120"/>
                <a:gd name="T92" fmla="*/ 743 w 59"/>
                <a:gd name="T93" fmla="*/ 958 h 120"/>
                <a:gd name="T94" fmla="*/ 63 w 59"/>
                <a:gd name="T95" fmla="*/ 1238 h 120"/>
                <a:gd name="T96" fmla="*/ 113 w 59"/>
                <a:gd name="T97" fmla="*/ 1408 h 120"/>
                <a:gd name="T98" fmla="*/ 805 w 59"/>
                <a:gd name="T99" fmla="*/ 1563 h 120"/>
                <a:gd name="T100" fmla="*/ 818 w 59"/>
                <a:gd name="T101" fmla="*/ 1563 h 120"/>
                <a:gd name="T102" fmla="*/ 818 w 59"/>
                <a:gd name="T103" fmla="*/ 1550 h 120"/>
                <a:gd name="T104" fmla="*/ 818 w 59"/>
                <a:gd name="T105" fmla="*/ 1550 h 120"/>
                <a:gd name="T106" fmla="*/ 818 w 59"/>
                <a:gd name="T107" fmla="*/ 1550 h 120"/>
                <a:gd name="T108" fmla="*/ 221 w 59"/>
                <a:gd name="T109" fmla="*/ 1750 h 120"/>
                <a:gd name="T110" fmla="*/ 364 w 59"/>
                <a:gd name="T111" fmla="*/ 1833 h 120"/>
                <a:gd name="T112" fmla="*/ 868 w 59"/>
                <a:gd name="T113" fmla="*/ 1813 h 1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9" h="120">
                  <a:moveTo>
                    <a:pt x="51" y="112"/>
                  </a:moveTo>
                  <a:cubicBezTo>
                    <a:pt x="50" y="112"/>
                    <a:pt x="50" y="112"/>
                    <a:pt x="49" y="112"/>
                  </a:cubicBezTo>
                  <a:cubicBezTo>
                    <a:pt x="44" y="112"/>
                    <a:pt x="38" y="111"/>
                    <a:pt x="34" y="110"/>
                  </a:cubicBezTo>
                  <a:cubicBezTo>
                    <a:pt x="32" y="110"/>
                    <a:pt x="30" y="110"/>
                    <a:pt x="28" y="110"/>
                  </a:cubicBezTo>
                  <a:cubicBezTo>
                    <a:pt x="26" y="109"/>
                    <a:pt x="24" y="109"/>
                    <a:pt x="23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2" y="109"/>
                    <a:pt x="22" y="109"/>
                    <a:pt x="21" y="109"/>
                  </a:cubicBezTo>
                  <a:cubicBezTo>
                    <a:pt x="21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22" y="112"/>
                    <a:pt x="22" y="111"/>
                    <a:pt x="21" y="111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4"/>
                    <a:pt x="22" y="113"/>
                    <a:pt x="22" y="112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21" y="115"/>
                    <a:pt x="21" y="114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7" y="106"/>
                    <a:pt x="59" y="103"/>
                    <a:pt x="59" y="100"/>
                  </a:cubicBezTo>
                  <a:cubicBezTo>
                    <a:pt x="59" y="98"/>
                    <a:pt x="58" y="96"/>
                    <a:pt x="56" y="95"/>
                  </a:cubicBezTo>
                  <a:cubicBezTo>
                    <a:pt x="55" y="95"/>
                    <a:pt x="55" y="95"/>
                    <a:pt x="55" y="95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3"/>
                    <a:pt x="9" y="82"/>
                    <a:pt x="9" y="82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5"/>
                    <a:pt x="10" y="84"/>
                    <a:pt x="11" y="83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50" y="67"/>
                    <a:pt x="52" y="66"/>
                    <a:pt x="52" y="65"/>
                  </a:cubicBezTo>
                  <a:cubicBezTo>
                    <a:pt x="53" y="64"/>
                    <a:pt x="53" y="62"/>
                    <a:pt x="53" y="61"/>
                  </a:cubicBezTo>
                  <a:cubicBezTo>
                    <a:pt x="53" y="60"/>
                    <a:pt x="53" y="59"/>
                    <a:pt x="52" y="57"/>
                  </a:cubicBezTo>
                  <a:cubicBezTo>
                    <a:pt x="52" y="56"/>
                    <a:pt x="51" y="56"/>
                    <a:pt x="49" y="55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8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4" y="26"/>
                    <a:pt x="55" y="25"/>
                    <a:pt x="56" y="24"/>
                  </a:cubicBezTo>
                  <a:cubicBezTo>
                    <a:pt x="57" y="23"/>
                    <a:pt x="58" y="22"/>
                    <a:pt x="58" y="20"/>
                  </a:cubicBezTo>
                  <a:cubicBezTo>
                    <a:pt x="58" y="18"/>
                    <a:pt x="58" y="17"/>
                    <a:pt x="57" y="16"/>
                  </a:cubicBezTo>
                  <a:cubicBezTo>
                    <a:pt x="56" y="15"/>
                    <a:pt x="55" y="14"/>
                    <a:pt x="54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4"/>
                    <a:pt x="20" y="4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5"/>
                    <a:pt x="21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7"/>
                    <a:pt x="21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1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1" y="9"/>
                    <a:pt x="22" y="9"/>
                  </a:cubicBezTo>
                  <a:cubicBezTo>
                    <a:pt x="23" y="9"/>
                    <a:pt x="25" y="9"/>
                    <a:pt x="27" y="8"/>
                  </a:cubicBezTo>
                  <a:cubicBezTo>
                    <a:pt x="29" y="8"/>
                    <a:pt x="33" y="8"/>
                    <a:pt x="37" y="8"/>
                  </a:cubicBezTo>
                  <a:cubicBezTo>
                    <a:pt x="43" y="8"/>
                    <a:pt x="48" y="8"/>
                    <a:pt x="53" y="8"/>
                  </a:cubicBezTo>
                  <a:cubicBezTo>
                    <a:pt x="55" y="8"/>
                    <a:pt x="57" y="7"/>
                    <a:pt x="57" y="4"/>
                  </a:cubicBezTo>
                  <a:cubicBezTo>
                    <a:pt x="57" y="2"/>
                    <a:pt x="56" y="0"/>
                    <a:pt x="53" y="0"/>
                  </a:cubicBezTo>
                  <a:cubicBezTo>
                    <a:pt x="48" y="0"/>
                    <a:pt x="43" y="0"/>
                    <a:pt x="37" y="0"/>
                  </a:cubicBezTo>
                  <a:cubicBezTo>
                    <a:pt x="33" y="0"/>
                    <a:pt x="29" y="0"/>
                    <a:pt x="26" y="0"/>
                  </a:cubicBezTo>
                  <a:cubicBezTo>
                    <a:pt x="23" y="1"/>
                    <a:pt x="21" y="1"/>
                    <a:pt x="19" y="1"/>
                  </a:cubicBezTo>
                  <a:cubicBezTo>
                    <a:pt x="18" y="2"/>
                    <a:pt x="17" y="2"/>
                    <a:pt x="16" y="2"/>
                  </a:cubicBezTo>
                  <a:cubicBezTo>
                    <a:pt x="16" y="2"/>
                    <a:pt x="16" y="2"/>
                    <a:pt x="15" y="3"/>
                  </a:cubicBezTo>
                  <a:cubicBezTo>
                    <a:pt x="15" y="3"/>
                    <a:pt x="14" y="4"/>
                    <a:pt x="14" y="4"/>
                  </a:cubicBezTo>
                  <a:cubicBezTo>
                    <a:pt x="14" y="5"/>
                    <a:pt x="13" y="5"/>
                    <a:pt x="13" y="6"/>
                  </a:cubicBezTo>
                  <a:cubicBezTo>
                    <a:pt x="13" y="7"/>
                    <a:pt x="14" y="8"/>
                    <a:pt x="14" y="8"/>
                  </a:cubicBezTo>
                  <a:cubicBezTo>
                    <a:pt x="14" y="9"/>
                    <a:pt x="15" y="9"/>
                    <a:pt x="15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1"/>
                    <a:pt x="51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0" y="19"/>
                    <a:pt x="50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4" y="32"/>
                    <a:pt x="3" y="33"/>
                    <a:pt x="2" y="34"/>
                  </a:cubicBezTo>
                  <a:cubicBezTo>
                    <a:pt x="1" y="35"/>
                    <a:pt x="0" y="37"/>
                    <a:pt x="0" y="38"/>
                  </a:cubicBezTo>
                  <a:cubicBezTo>
                    <a:pt x="0" y="40"/>
                    <a:pt x="1" y="41"/>
                    <a:pt x="1" y="42"/>
                  </a:cubicBezTo>
                  <a:cubicBezTo>
                    <a:pt x="2" y="43"/>
                    <a:pt x="4" y="44"/>
                    <a:pt x="5" y="4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6" y="60"/>
                    <a:pt x="46" y="61"/>
                    <a:pt x="46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47" y="59"/>
                    <a:pt x="46" y="60"/>
                    <a:pt x="46" y="60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46" y="59"/>
                    <a:pt x="46" y="59"/>
                    <a:pt x="46" y="59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6" y="77"/>
                    <a:pt x="5" y="78"/>
                    <a:pt x="4" y="79"/>
                  </a:cubicBezTo>
                  <a:cubicBezTo>
                    <a:pt x="3" y="79"/>
                    <a:pt x="3" y="80"/>
                    <a:pt x="2" y="81"/>
                  </a:cubicBezTo>
                  <a:cubicBezTo>
                    <a:pt x="2" y="82"/>
                    <a:pt x="2" y="82"/>
                    <a:pt x="2" y="84"/>
                  </a:cubicBezTo>
                  <a:cubicBezTo>
                    <a:pt x="2" y="85"/>
                    <a:pt x="3" y="87"/>
                    <a:pt x="3" y="88"/>
                  </a:cubicBezTo>
                  <a:cubicBezTo>
                    <a:pt x="4" y="89"/>
                    <a:pt x="5" y="89"/>
                    <a:pt x="7" y="90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4" y="99"/>
                    <a:pt x="54" y="99"/>
                    <a:pt x="54" y="99"/>
                  </a:cubicBezTo>
                  <a:cubicBezTo>
                    <a:pt x="52" y="102"/>
                    <a:pt x="52" y="102"/>
                    <a:pt x="52" y="102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1"/>
                    <a:pt x="52" y="102"/>
                    <a:pt x="52" y="102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17" y="108"/>
                    <a:pt x="16" y="108"/>
                    <a:pt x="16" y="109"/>
                  </a:cubicBezTo>
                  <a:cubicBezTo>
                    <a:pt x="15" y="109"/>
                    <a:pt x="15" y="109"/>
                    <a:pt x="15" y="110"/>
                  </a:cubicBezTo>
                  <a:cubicBezTo>
                    <a:pt x="14" y="110"/>
                    <a:pt x="14" y="111"/>
                    <a:pt x="14" y="112"/>
                  </a:cubicBezTo>
                  <a:cubicBezTo>
                    <a:pt x="14" y="113"/>
                    <a:pt x="14" y="114"/>
                    <a:pt x="14" y="114"/>
                  </a:cubicBezTo>
                  <a:cubicBezTo>
                    <a:pt x="15" y="115"/>
                    <a:pt x="16" y="116"/>
                    <a:pt x="16" y="116"/>
                  </a:cubicBezTo>
                  <a:cubicBezTo>
                    <a:pt x="17" y="117"/>
                    <a:pt x="18" y="117"/>
                    <a:pt x="19" y="117"/>
                  </a:cubicBezTo>
                  <a:cubicBezTo>
                    <a:pt x="20" y="117"/>
                    <a:pt x="20" y="117"/>
                    <a:pt x="21" y="117"/>
                  </a:cubicBezTo>
                  <a:cubicBezTo>
                    <a:pt x="22" y="117"/>
                    <a:pt x="22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4" y="117"/>
                    <a:pt x="25" y="117"/>
                    <a:pt x="27" y="117"/>
                  </a:cubicBezTo>
                  <a:cubicBezTo>
                    <a:pt x="32" y="118"/>
                    <a:pt x="40" y="120"/>
                    <a:pt x="49" y="120"/>
                  </a:cubicBezTo>
                  <a:cubicBezTo>
                    <a:pt x="50" y="120"/>
                    <a:pt x="50" y="120"/>
                    <a:pt x="51" y="120"/>
                  </a:cubicBezTo>
                  <a:cubicBezTo>
                    <a:pt x="53" y="120"/>
                    <a:pt x="55" y="118"/>
                    <a:pt x="55" y="116"/>
                  </a:cubicBezTo>
                  <a:cubicBezTo>
                    <a:pt x="55" y="113"/>
                    <a:pt x="53" y="112"/>
                    <a:pt x="51" y="112"/>
                  </a:cubicBezTo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9" name="Freeform 135">
              <a:extLst>
                <a:ext uri="{FF2B5EF4-FFF2-40B4-BE49-F238E27FC236}">
                  <a16:creationId xmlns:a16="http://schemas.microsoft.com/office/drawing/2014/main" id="{50BB0320-6B63-4EA2-A512-4A4D56395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1433"/>
              <a:ext cx="162" cy="308"/>
            </a:xfrm>
            <a:custGeom>
              <a:avLst/>
              <a:gdLst>
                <a:gd name="T0" fmla="*/ 434 w 65"/>
                <a:gd name="T1" fmla="*/ 83 h 123"/>
                <a:gd name="T2" fmla="*/ 870 w 65"/>
                <a:gd name="T3" fmla="*/ 175 h 123"/>
                <a:gd name="T4" fmla="*/ 850 w 65"/>
                <a:gd name="T5" fmla="*/ 158 h 123"/>
                <a:gd name="T6" fmla="*/ 837 w 65"/>
                <a:gd name="T7" fmla="*/ 125 h 123"/>
                <a:gd name="T8" fmla="*/ 850 w 65"/>
                <a:gd name="T9" fmla="*/ 95 h 123"/>
                <a:gd name="T10" fmla="*/ 850 w 65"/>
                <a:gd name="T11" fmla="*/ 95 h 123"/>
                <a:gd name="T12" fmla="*/ 850 w 65"/>
                <a:gd name="T13" fmla="*/ 95 h 123"/>
                <a:gd name="T14" fmla="*/ 187 w 65"/>
                <a:gd name="T15" fmla="*/ 270 h 123"/>
                <a:gd name="T16" fmla="*/ 217 w 65"/>
                <a:gd name="T17" fmla="*/ 396 h 123"/>
                <a:gd name="T18" fmla="*/ 715 w 65"/>
                <a:gd name="T19" fmla="*/ 659 h 123"/>
                <a:gd name="T20" fmla="*/ 728 w 65"/>
                <a:gd name="T21" fmla="*/ 646 h 123"/>
                <a:gd name="T22" fmla="*/ 728 w 65"/>
                <a:gd name="T23" fmla="*/ 646 h 123"/>
                <a:gd name="T24" fmla="*/ 715 w 65"/>
                <a:gd name="T25" fmla="*/ 646 h 123"/>
                <a:gd name="T26" fmla="*/ 695 w 65"/>
                <a:gd name="T27" fmla="*/ 626 h 123"/>
                <a:gd name="T28" fmla="*/ 12 w 65"/>
                <a:gd name="T29" fmla="*/ 1054 h 123"/>
                <a:gd name="T30" fmla="*/ 745 w 65"/>
                <a:gd name="T31" fmla="*/ 1380 h 123"/>
                <a:gd name="T32" fmla="*/ 758 w 65"/>
                <a:gd name="T33" fmla="*/ 1367 h 123"/>
                <a:gd name="T34" fmla="*/ 778 w 65"/>
                <a:gd name="T35" fmla="*/ 1367 h 123"/>
                <a:gd name="T36" fmla="*/ 778 w 65"/>
                <a:gd name="T37" fmla="*/ 1367 h 123"/>
                <a:gd name="T38" fmla="*/ 758 w 65"/>
                <a:gd name="T39" fmla="*/ 1347 h 123"/>
                <a:gd name="T40" fmla="*/ 758 w 65"/>
                <a:gd name="T41" fmla="*/ 1335 h 123"/>
                <a:gd name="T42" fmla="*/ 341 w 65"/>
                <a:gd name="T43" fmla="*/ 1492 h 123"/>
                <a:gd name="T44" fmla="*/ 137 w 65"/>
                <a:gd name="T45" fmla="*/ 1600 h 123"/>
                <a:gd name="T46" fmla="*/ 354 w 65"/>
                <a:gd name="T47" fmla="*/ 1743 h 123"/>
                <a:gd name="T48" fmla="*/ 932 w 65"/>
                <a:gd name="T49" fmla="*/ 1805 h 123"/>
                <a:gd name="T50" fmla="*/ 945 w 65"/>
                <a:gd name="T51" fmla="*/ 1788 h 123"/>
                <a:gd name="T52" fmla="*/ 945 w 65"/>
                <a:gd name="T53" fmla="*/ 1788 h 123"/>
                <a:gd name="T54" fmla="*/ 945 w 65"/>
                <a:gd name="T55" fmla="*/ 1788 h 123"/>
                <a:gd name="T56" fmla="*/ 945 w 65"/>
                <a:gd name="T57" fmla="*/ 1788 h 123"/>
                <a:gd name="T58" fmla="*/ 945 w 65"/>
                <a:gd name="T59" fmla="*/ 1775 h 123"/>
                <a:gd name="T60" fmla="*/ 932 w 65"/>
                <a:gd name="T61" fmla="*/ 1775 h 123"/>
                <a:gd name="T62" fmla="*/ 912 w 65"/>
                <a:gd name="T63" fmla="*/ 1725 h 123"/>
                <a:gd name="T64" fmla="*/ 882 w 65"/>
                <a:gd name="T65" fmla="*/ 1725 h 123"/>
                <a:gd name="T66" fmla="*/ 653 w 65"/>
                <a:gd name="T67" fmla="*/ 1901 h 123"/>
                <a:gd name="T68" fmla="*/ 994 w 65"/>
                <a:gd name="T69" fmla="*/ 1818 h 123"/>
                <a:gd name="T70" fmla="*/ 945 w 65"/>
                <a:gd name="T71" fmla="*/ 1713 h 123"/>
                <a:gd name="T72" fmla="*/ 229 w 65"/>
                <a:gd name="T73" fmla="*/ 1588 h 123"/>
                <a:gd name="T74" fmla="*/ 199 w 65"/>
                <a:gd name="T75" fmla="*/ 1618 h 123"/>
                <a:gd name="T76" fmla="*/ 199 w 65"/>
                <a:gd name="T77" fmla="*/ 1630 h 123"/>
                <a:gd name="T78" fmla="*/ 199 w 65"/>
                <a:gd name="T79" fmla="*/ 1630 h 123"/>
                <a:gd name="T80" fmla="*/ 199 w 65"/>
                <a:gd name="T81" fmla="*/ 1630 h 123"/>
                <a:gd name="T82" fmla="*/ 249 w 65"/>
                <a:gd name="T83" fmla="*/ 1663 h 123"/>
                <a:gd name="T84" fmla="*/ 229 w 65"/>
                <a:gd name="T85" fmla="*/ 1680 h 123"/>
                <a:gd name="T86" fmla="*/ 695 w 65"/>
                <a:gd name="T87" fmla="*/ 1492 h 123"/>
                <a:gd name="T88" fmla="*/ 870 w 65"/>
                <a:gd name="T89" fmla="*/ 1367 h 123"/>
                <a:gd name="T90" fmla="*/ 125 w 65"/>
                <a:gd name="T91" fmla="*/ 972 h 123"/>
                <a:gd name="T92" fmla="*/ 125 w 65"/>
                <a:gd name="T93" fmla="*/ 992 h 123"/>
                <a:gd name="T94" fmla="*/ 125 w 65"/>
                <a:gd name="T95" fmla="*/ 992 h 123"/>
                <a:gd name="T96" fmla="*/ 105 w 65"/>
                <a:gd name="T97" fmla="*/ 1022 h 123"/>
                <a:gd name="T98" fmla="*/ 745 w 65"/>
                <a:gd name="T99" fmla="*/ 751 h 123"/>
                <a:gd name="T100" fmla="*/ 790 w 65"/>
                <a:gd name="T101" fmla="*/ 583 h 123"/>
                <a:gd name="T102" fmla="*/ 249 w 65"/>
                <a:gd name="T103" fmla="*/ 333 h 123"/>
                <a:gd name="T104" fmla="*/ 229 w 65"/>
                <a:gd name="T105" fmla="*/ 333 h 123"/>
                <a:gd name="T106" fmla="*/ 229 w 65"/>
                <a:gd name="T107" fmla="*/ 333 h 123"/>
                <a:gd name="T108" fmla="*/ 249 w 65"/>
                <a:gd name="T109" fmla="*/ 346 h 123"/>
                <a:gd name="T110" fmla="*/ 229 w 65"/>
                <a:gd name="T111" fmla="*/ 376 h 123"/>
                <a:gd name="T112" fmla="*/ 229 w 65"/>
                <a:gd name="T113" fmla="*/ 376 h 123"/>
                <a:gd name="T114" fmla="*/ 882 w 65"/>
                <a:gd name="T115" fmla="*/ 220 h 123"/>
                <a:gd name="T116" fmla="*/ 945 w 65"/>
                <a:gd name="T117" fmla="*/ 83 h 123"/>
                <a:gd name="T118" fmla="*/ 434 w 65"/>
                <a:gd name="T119" fmla="*/ 0 h 12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5" h="123">
                  <a:moveTo>
                    <a:pt x="28" y="8"/>
                  </a:moveTo>
                  <a:cubicBezTo>
                    <a:pt x="28" y="5"/>
                    <a:pt x="28" y="5"/>
                    <a:pt x="28" y="5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30" y="8"/>
                    <a:pt x="32" y="8"/>
                  </a:cubicBezTo>
                  <a:cubicBezTo>
                    <a:pt x="38" y="9"/>
                    <a:pt x="48" y="10"/>
                    <a:pt x="54" y="10"/>
                  </a:cubicBezTo>
                  <a:cubicBezTo>
                    <a:pt x="55" y="10"/>
                    <a:pt x="56" y="11"/>
                    <a:pt x="56" y="11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4" y="9"/>
                    <a:pt x="55" y="10"/>
                    <a:pt x="55" y="10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4" y="7"/>
                    <a:pt x="54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4" y="6"/>
                    <a:pt x="54" y="7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7"/>
                    <a:pt x="10" y="18"/>
                    <a:pt x="9" y="19"/>
                  </a:cubicBezTo>
                  <a:cubicBezTo>
                    <a:pt x="8" y="19"/>
                    <a:pt x="8" y="21"/>
                    <a:pt x="8" y="22"/>
                  </a:cubicBezTo>
                  <a:cubicBezTo>
                    <a:pt x="8" y="24"/>
                    <a:pt x="9" y="26"/>
                    <a:pt x="10" y="27"/>
                  </a:cubicBezTo>
                  <a:cubicBezTo>
                    <a:pt x="11" y="28"/>
                    <a:pt x="12" y="28"/>
                    <a:pt x="13" y="29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2" y="58"/>
                    <a:pt x="0" y="61"/>
                    <a:pt x="0" y="63"/>
                  </a:cubicBezTo>
                  <a:cubicBezTo>
                    <a:pt x="0" y="65"/>
                    <a:pt x="1" y="66"/>
                    <a:pt x="1" y="67"/>
                  </a:cubicBezTo>
                  <a:cubicBezTo>
                    <a:pt x="2" y="68"/>
                    <a:pt x="3" y="69"/>
                    <a:pt x="4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6"/>
                    <a:pt x="48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7" y="85"/>
                    <a:pt x="44" y="87"/>
                    <a:pt x="40" y="88"/>
                  </a:cubicBezTo>
                  <a:cubicBezTo>
                    <a:pt x="35" y="90"/>
                    <a:pt x="28" y="93"/>
                    <a:pt x="22" y="95"/>
                  </a:cubicBezTo>
                  <a:cubicBezTo>
                    <a:pt x="19" y="97"/>
                    <a:pt x="16" y="98"/>
                    <a:pt x="14" y="99"/>
                  </a:cubicBezTo>
                  <a:cubicBezTo>
                    <a:pt x="13" y="99"/>
                    <a:pt x="12" y="99"/>
                    <a:pt x="12" y="100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10" y="101"/>
                    <a:pt x="10" y="101"/>
                    <a:pt x="9" y="102"/>
                  </a:cubicBezTo>
                  <a:cubicBezTo>
                    <a:pt x="9" y="102"/>
                    <a:pt x="9" y="103"/>
                    <a:pt x="9" y="104"/>
                  </a:cubicBezTo>
                  <a:cubicBezTo>
                    <a:pt x="9" y="105"/>
                    <a:pt x="9" y="106"/>
                    <a:pt x="10" y="106"/>
                  </a:cubicBezTo>
                  <a:cubicBezTo>
                    <a:pt x="10" y="107"/>
                    <a:pt x="11" y="107"/>
                    <a:pt x="11" y="108"/>
                  </a:cubicBezTo>
                  <a:cubicBezTo>
                    <a:pt x="12" y="108"/>
                    <a:pt x="12" y="108"/>
                    <a:pt x="13" y="108"/>
                  </a:cubicBezTo>
                  <a:cubicBezTo>
                    <a:pt x="15" y="109"/>
                    <a:pt x="18" y="110"/>
                    <a:pt x="23" y="111"/>
                  </a:cubicBezTo>
                  <a:cubicBezTo>
                    <a:pt x="29" y="112"/>
                    <a:pt x="37" y="114"/>
                    <a:pt x="45" y="115"/>
                  </a:cubicBezTo>
                  <a:cubicBezTo>
                    <a:pt x="48" y="116"/>
                    <a:pt x="52" y="116"/>
                    <a:pt x="54" y="117"/>
                  </a:cubicBezTo>
                  <a:cubicBezTo>
                    <a:pt x="57" y="117"/>
                    <a:pt x="59" y="117"/>
                    <a:pt x="60" y="117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60" y="115"/>
                    <a:pt x="60" y="115"/>
                    <a:pt x="60" y="115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60" y="115"/>
                    <a:pt x="60" y="115"/>
                    <a:pt x="60" y="115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8" y="117"/>
                    <a:pt x="58" y="117"/>
                    <a:pt x="58" y="117"/>
                  </a:cubicBezTo>
                  <a:cubicBezTo>
                    <a:pt x="59" y="117"/>
                    <a:pt x="59" y="117"/>
                    <a:pt x="60" y="117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8" y="117"/>
                    <a:pt x="58" y="117"/>
                    <a:pt x="58" y="117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58" y="116"/>
                    <a:pt x="58" y="116"/>
                    <a:pt x="58" y="117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7" y="114"/>
                    <a:pt x="57" y="114"/>
                    <a:pt x="57" y="114"/>
                  </a:cubicBezTo>
                  <a:cubicBezTo>
                    <a:pt x="57" y="114"/>
                    <a:pt x="57" y="115"/>
                    <a:pt x="58" y="116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7" y="114"/>
                    <a:pt x="57" y="114"/>
                    <a:pt x="57" y="114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7" y="112"/>
                    <a:pt x="57" y="112"/>
                    <a:pt x="57" y="112"/>
                  </a:cubicBezTo>
                  <a:cubicBezTo>
                    <a:pt x="57" y="112"/>
                    <a:pt x="57" y="113"/>
                    <a:pt x="57" y="114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57" y="112"/>
                    <a:pt x="57" y="112"/>
                    <a:pt x="57" y="112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8" y="110"/>
                    <a:pt x="58" y="111"/>
                    <a:pt x="57" y="112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60" y="113"/>
                    <a:pt x="60" y="113"/>
                    <a:pt x="60" y="113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60" y="113"/>
                    <a:pt x="60" y="113"/>
                    <a:pt x="60" y="113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0"/>
                    <a:pt x="58" y="110"/>
                    <a:pt x="57" y="110"/>
                  </a:cubicBezTo>
                  <a:cubicBezTo>
                    <a:pt x="53" y="111"/>
                    <a:pt x="44" y="112"/>
                    <a:pt x="36" y="113"/>
                  </a:cubicBezTo>
                  <a:cubicBezTo>
                    <a:pt x="29" y="114"/>
                    <a:pt x="22" y="115"/>
                    <a:pt x="22" y="115"/>
                  </a:cubicBezTo>
                  <a:cubicBezTo>
                    <a:pt x="20" y="115"/>
                    <a:pt x="19" y="117"/>
                    <a:pt x="19" y="120"/>
                  </a:cubicBezTo>
                  <a:cubicBezTo>
                    <a:pt x="19" y="122"/>
                    <a:pt x="21" y="123"/>
                    <a:pt x="23" y="123"/>
                  </a:cubicBezTo>
                  <a:cubicBezTo>
                    <a:pt x="23" y="123"/>
                    <a:pt x="33" y="122"/>
                    <a:pt x="42" y="121"/>
                  </a:cubicBezTo>
                  <a:cubicBezTo>
                    <a:pt x="47" y="120"/>
                    <a:pt x="52" y="119"/>
                    <a:pt x="56" y="119"/>
                  </a:cubicBezTo>
                  <a:cubicBezTo>
                    <a:pt x="57" y="119"/>
                    <a:pt x="59" y="118"/>
                    <a:pt x="60" y="118"/>
                  </a:cubicBezTo>
                  <a:cubicBezTo>
                    <a:pt x="61" y="118"/>
                    <a:pt x="61" y="118"/>
                    <a:pt x="62" y="118"/>
                  </a:cubicBezTo>
                  <a:cubicBezTo>
                    <a:pt x="62" y="118"/>
                    <a:pt x="62" y="117"/>
                    <a:pt x="63" y="117"/>
                  </a:cubicBezTo>
                  <a:cubicBezTo>
                    <a:pt x="63" y="117"/>
                    <a:pt x="63" y="117"/>
                    <a:pt x="64" y="116"/>
                  </a:cubicBezTo>
                  <a:cubicBezTo>
                    <a:pt x="64" y="116"/>
                    <a:pt x="64" y="116"/>
                    <a:pt x="65" y="116"/>
                  </a:cubicBezTo>
                  <a:cubicBezTo>
                    <a:pt x="65" y="115"/>
                    <a:pt x="65" y="114"/>
                    <a:pt x="65" y="114"/>
                  </a:cubicBezTo>
                  <a:cubicBezTo>
                    <a:pt x="65" y="113"/>
                    <a:pt x="65" y="112"/>
                    <a:pt x="64" y="111"/>
                  </a:cubicBezTo>
                  <a:cubicBezTo>
                    <a:pt x="64" y="110"/>
                    <a:pt x="63" y="110"/>
                    <a:pt x="63" y="110"/>
                  </a:cubicBezTo>
                  <a:cubicBezTo>
                    <a:pt x="62" y="110"/>
                    <a:pt x="62" y="110"/>
                    <a:pt x="61" y="109"/>
                  </a:cubicBezTo>
                  <a:cubicBezTo>
                    <a:pt x="61" y="109"/>
                    <a:pt x="61" y="109"/>
                    <a:pt x="61" y="109"/>
                  </a:cubicBezTo>
                  <a:cubicBezTo>
                    <a:pt x="60" y="109"/>
                    <a:pt x="56" y="109"/>
                    <a:pt x="51" y="108"/>
                  </a:cubicBezTo>
                  <a:cubicBezTo>
                    <a:pt x="44" y="107"/>
                    <a:pt x="35" y="105"/>
                    <a:pt x="27" y="104"/>
                  </a:cubicBezTo>
                  <a:cubicBezTo>
                    <a:pt x="23" y="103"/>
                    <a:pt x="20" y="102"/>
                    <a:pt x="17" y="101"/>
                  </a:cubicBezTo>
                  <a:cubicBezTo>
                    <a:pt x="16" y="101"/>
                    <a:pt x="15" y="101"/>
                    <a:pt x="15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16" y="101"/>
                    <a:pt x="15" y="101"/>
                    <a:pt x="15" y="101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7" y="104"/>
                    <a:pt x="17" y="104"/>
                    <a:pt x="17" y="104"/>
                  </a:cubicBezTo>
                  <a:cubicBezTo>
                    <a:pt x="17" y="103"/>
                    <a:pt x="16" y="102"/>
                    <a:pt x="16" y="102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7" y="104"/>
                    <a:pt x="17" y="104"/>
                    <a:pt x="17" y="104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6" y="106"/>
                    <a:pt x="17" y="105"/>
                    <a:pt x="17" y="104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5" y="107"/>
                    <a:pt x="15" y="107"/>
                    <a:pt x="16" y="106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5" y="107"/>
                    <a:pt x="16" y="107"/>
                    <a:pt x="17" y="106"/>
                  </a:cubicBezTo>
                  <a:cubicBezTo>
                    <a:pt x="21" y="104"/>
                    <a:pt x="28" y="101"/>
                    <a:pt x="35" y="99"/>
                  </a:cubicBezTo>
                  <a:cubicBezTo>
                    <a:pt x="39" y="97"/>
                    <a:pt x="42" y="96"/>
                    <a:pt x="45" y="95"/>
                  </a:cubicBezTo>
                  <a:cubicBezTo>
                    <a:pt x="48" y="94"/>
                    <a:pt x="50" y="93"/>
                    <a:pt x="51" y="92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2" y="92"/>
                    <a:pt x="53" y="91"/>
                    <a:pt x="54" y="90"/>
                  </a:cubicBezTo>
                  <a:cubicBezTo>
                    <a:pt x="55" y="89"/>
                    <a:pt x="56" y="88"/>
                    <a:pt x="56" y="87"/>
                  </a:cubicBezTo>
                  <a:cubicBezTo>
                    <a:pt x="56" y="85"/>
                    <a:pt x="55" y="83"/>
                    <a:pt x="54" y="82"/>
                  </a:cubicBezTo>
                  <a:cubicBezTo>
                    <a:pt x="53" y="81"/>
                    <a:pt x="51" y="80"/>
                    <a:pt x="50" y="80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8" y="64"/>
                    <a:pt x="8" y="64"/>
                    <a:pt x="8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0" y="47"/>
                    <a:pt x="51" y="46"/>
                    <a:pt x="52" y="45"/>
                  </a:cubicBezTo>
                  <a:cubicBezTo>
                    <a:pt x="52" y="44"/>
                    <a:pt x="53" y="43"/>
                    <a:pt x="53" y="41"/>
                  </a:cubicBezTo>
                  <a:cubicBezTo>
                    <a:pt x="53" y="40"/>
                    <a:pt x="52" y="38"/>
                    <a:pt x="51" y="37"/>
                  </a:cubicBezTo>
                  <a:cubicBezTo>
                    <a:pt x="51" y="36"/>
                    <a:pt x="49" y="35"/>
                    <a:pt x="48" y="35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1"/>
                    <a:pt x="15" y="21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6" y="23"/>
                    <a:pt x="16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3"/>
                    <a:pt x="59" y="13"/>
                    <a:pt x="60" y="12"/>
                  </a:cubicBezTo>
                  <a:cubicBezTo>
                    <a:pt x="60" y="12"/>
                    <a:pt x="61" y="12"/>
                    <a:pt x="61" y="11"/>
                  </a:cubicBezTo>
                  <a:cubicBezTo>
                    <a:pt x="62" y="10"/>
                    <a:pt x="62" y="9"/>
                    <a:pt x="62" y="8"/>
                  </a:cubicBezTo>
                  <a:cubicBezTo>
                    <a:pt x="62" y="7"/>
                    <a:pt x="62" y="5"/>
                    <a:pt x="61" y="5"/>
                  </a:cubicBezTo>
                  <a:cubicBezTo>
                    <a:pt x="60" y="4"/>
                    <a:pt x="59" y="3"/>
                    <a:pt x="58" y="3"/>
                  </a:cubicBezTo>
                  <a:cubicBezTo>
                    <a:pt x="57" y="3"/>
                    <a:pt x="56" y="2"/>
                    <a:pt x="54" y="2"/>
                  </a:cubicBezTo>
                  <a:cubicBezTo>
                    <a:pt x="51" y="2"/>
                    <a:pt x="45" y="1"/>
                    <a:pt x="40" y="1"/>
                  </a:cubicBezTo>
                  <a:cubicBezTo>
                    <a:pt x="38" y="0"/>
                    <a:pt x="35" y="0"/>
                    <a:pt x="33" y="0"/>
                  </a:cubicBezTo>
                  <a:cubicBezTo>
                    <a:pt x="31" y="0"/>
                    <a:pt x="29" y="0"/>
                    <a:pt x="28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4" y="0"/>
                    <a:pt x="23" y="2"/>
                    <a:pt x="23" y="4"/>
                  </a:cubicBezTo>
                  <a:cubicBezTo>
                    <a:pt x="24" y="7"/>
                    <a:pt x="26" y="8"/>
                    <a:pt x="28" y="8"/>
                  </a:cubicBezTo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0" name="Freeform 136">
              <a:extLst>
                <a:ext uri="{FF2B5EF4-FFF2-40B4-BE49-F238E27FC236}">
                  <a16:creationId xmlns:a16="http://schemas.microsoft.com/office/drawing/2014/main" id="{30173635-C5BC-46EB-824A-16E8914B2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441"/>
              <a:ext cx="150" cy="297"/>
            </a:xfrm>
            <a:custGeom>
              <a:avLst/>
              <a:gdLst>
                <a:gd name="T0" fmla="*/ 345 w 60"/>
                <a:gd name="T1" fmla="*/ 1695 h 119"/>
                <a:gd name="T2" fmla="*/ 313 w 60"/>
                <a:gd name="T3" fmla="*/ 1695 h 119"/>
                <a:gd name="T4" fmla="*/ 333 w 60"/>
                <a:gd name="T5" fmla="*/ 1712 h 119"/>
                <a:gd name="T6" fmla="*/ 345 w 60"/>
                <a:gd name="T7" fmla="*/ 1725 h 119"/>
                <a:gd name="T8" fmla="*/ 345 w 60"/>
                <a:gd name="T9" fmla="*/ 1745 h 119"/>
                <a:gd name="T10" fmla="*/ 345 w 60"/>
                <a:gd name="T11" fmla="*/ 1775 h 119"/>
                <a:gd name="T12" fmla="*/ 333 w 60"/>
                <a:gd name="T13" fmla="*/ 1787 h 119"/>
                <a:gd name="T14" fmla="*/ 875 w 60"/>
                <a:gd name="T15" fmla="*/ 1478 h 119"/>
                <a:gd name="T16" fmla="*/ 158 w 60"/>
                <a:gd name="T17" fmla="*/ 1278 h 119"/>
                <a:gd name="T18" fmla="*/ 158 w 60"/>
                <a:gd name="T19" fmla="*/ 1278 h 119"/>
                <a:gd name="T20" fmla="*/ 158 w 60"/>
                <a:gd name="T21" fmla="*/ 1308 h 119"/>
                <a:gd name="T22" fmla="*/ 158 w 60"/>
                <a:gd name="T23" fmla="*/ 1308 h 119"/>
                <a:gd name="T24" fmla="*/ 158 w 60"/>
                <a:gd name="T25" fmla="*/ 1320 h 119"/>
                <a:gd name="T26" fmla="*/ 158 w 60"/>
                <a:gd name="T27" fmla="*/ 1320 h 119"/>
                <a:gd name="T28" fmla="*/ 750 w 60"/>
                <a:gd name="T29" fmla="*/ 978 h 119"/>
                <a:gd name="T30" fmla="*/ 783 w 60"/>
                <a:gd name="T31" fmla="*/ 854 h 119"/>
                <a:gd name="T32" fmla="*/ 125 w 60"/>
                <a:gd name="T33" fmla="*/ 574 h 119"/>
                <a:gd name="T34" fmla="*/ 125 w 60"/>
                <a:gd name="T35" fmla="*/ 574 h 119"/>
                <a:gd name="T36" fmla="*/ 125 w 60"/>
                <a:gd name="T37" fmla="*/ 592 h 119"/>
                <a:gd name="T38" fmla="*/ 125 w 60"/>
                <a:gd name="T39" fmla="*/ 604 h 119"/>
                <a:gd name="T40" fmla="*/ 125 w 60"/>
                <a:gd name="T41" fmla="*/ 604 h 119"/>
                <a:gd name="T42" fmla="*/ 125 w 60"/>
                <a:gd name="T43" fmla="*/ 604 h 119"/>
                <a:gd name="T44" fmla="*/ 925 w 60"/>
                <a:gd name="T45" fmla="*/ 312 h 119"/>
                <a:gd name="T46" fmla="*/ 283 w 60"/>
                <a:gd name="T47" fmla="*/ 105 h 119"/>
                <a:gd name="T48" fmla="*/ 300 w 60"/>
                <a:gd name="T49" fmla="*/ 92 h 119"/>
                <a:gd name="T50" fmla="*/ 283 w 60"/>
                <a:gd name="T51" fmla="*/ 92 h 119"/>
                <a:gd name="T52" fmla="*/ 283 w 60"/>
                <a:gd name="T53" fmla="*/ 92 h 119"/>
                <a:gd name="T54" fmla="*/ 283 w 60"/>
                <a:gd name="T55" fmla="*/ 92 h 119"/>
                <a:gd name="T56" fmla="*/ 283 w 60"/>
                <a:gd name="T57" fmla="*/ 105 h 119"/>
                <a:gd name="T58" fmla="*/ 300 w 60"/>
                <a:gd name="T59" fmla="*/ 125 h 119"/>
                <a:gd name="T60" fmla="*/ 313 w 60"/>
                <a:gd name="T61" fmla="*/ 137 h 119"/>
                <a:gd name="T62" fmla="*/ 845 w 60"/>
                <a:gd name="T63" fmla="*/ 125 h 119"/>
                <a:gd name="T64" fmla="*/ 300 w 60"/>
                <a:gd name="T65" fmla="*/ 12 h 119"/>
                <a:gd name="T66" fmla="*/ 220 w 60"/>
                <a:gd name="T67" fmla="*/ 125 h 119"/>
                <a:gd name="T68" fmla="*/ 833 w 60"/>
                <a:gd name="T69" fmla="*/ 280 h 119"/>
                <a:gd name="T70" fmla="*/ 813 w 60"/>
                <a:gd name="T71" fmla="*/ 342 h 119"/>
                <a:gd name="T72" fmla="*/ 800 w 60"/>
                <a:gd name="T73" fmla="*/ 342 h 119"/>
                <a:gd name="T74" fmla="*/ 800 w 60"/>
                <a:gd name="T75" fmla="*/ 324 h 119"/>
                <a:gd name="T76" fmla="*/ 800 w 60"/>
                <a:gd name="T77" fmla="*/ 312 h 119"/>
                <a:gd name="T78" fmla="*/ 800 w 60"/>
                <a:gd name="T79" fmla="*/ 280 h 119"/>
                <a:gd name="T80" fmla="*/ 800 w 60"/>
                <a:gd name="T81" fmla="*/ 280 h 119"/>
                <a:gd name="T82" fmla="*/ 33 w 60"/>
                <a:gd name="T83" fmla="*/ 654 h 119"/>
                <a:gd name="T84" fmla="*/ 738 w 60"/>
                <a:gd name="T85" fmla="*/ 966 h 119"/>
                <a:gd name="T86" fmla="*/ 720 w 60"/>
                <a:gd name="T87" fmla="*/ 966 h 119"/>
                <a:gd name="T88" fmla="*/ 720 w 60"/>
                <a:gd name="T89" fmla="*/ 946 h 119"/>
                <a:gd name="T90" fmla="*/ 720 w 60"/>
                <a:gd name="T91" fmla="*/ 933 h 119"/>
                <a:gd name="T92" fmla="*/ 738 w 60"/>
                <a:gd name="T93" fmla="*/ 916 h 119"/>
                <a:gd name="T94" fmla="*/ 50 w 60"/>
                <a:gd name="T95" fmla="*/ 1258 h 119"/>
                <a:gd name="T96" fmla="*/ 845 w 60"/>
                <a:gd name="T97" fmla="*/ 1587 h 119"/>
                <a:gd name="T98" fmla="*/ 833 w 60"/>
                <a:gd name="T99" fmla="*/ 1587 h 119"/>
                <a:gd name="T100" fmla="*/ 813 w 60"/>
                <a:gd name="T101" fmla="*/ 1557 h 119"/>
                <a:gd name="T102" fmla="*/ 813 w 60"/>
                <a:gd name="T103" fmla="*/ 1557 h 119"/>
                <a:gd name="T104" fmla="*/ 813 w 60"/>
                <a:gd name="T105" fmla="*/ 1537 h 119"/>
                <a:gd name="T106" fmla="*/ 833 w 60"/>
                <a:gd name="T107" fmla="*/ 1537 h 119"/>
                <a:gd name="T108" fmla="*/ 220 w 60"/>
                <a:gd name="T109" fmla="*/ 1745 h 119"/>
                <a:gd name="T110" fmla="*/ 363 w 60"/>
                <a:gd name="T111" fmla="*/ 1819 h 119"/>
                <a:gd name="T112" fmla="*/ 845 w 60"/>
                <a:gd name="T113" fmla="*/ 1725 h 11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0" h="119">
                  <a:moveTo>
                    <a:pt x="54" y="111"/>
                  </a:moveTo>
                  <a:cubicBezTo>
                    <a:pt x="49" y="111"/>
                    <a:pt x="43" y="110"/>
                    <a:pt x="38" y="110"/>
                  </a:cubicBezTo>
                  <a:cubicBezTo>
                    <a:pt x="32" y="109"/>
                    <a:pt x="27" y="109"/>
                    <a:pt x="24" y="109"/>
                  </a:cubicBezTo>
                  <a:cubicBezTo>
                    <a:pt x="23" y="109"/>
                    <a:pt x="23" y="109"/>
                    <a:pt x="23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22" y="111"/>
                    <a:pt x="22" y="111"/>
                    <a:pt x="22" y="111"/>
                  </a:cubicBezTo>
                  <a:cubicBezTo>
                    <a:pt x="22" y="110"/>
                    <a:pt x="21" y="110"/>
                    <a:pt x="21" y="110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22" y="111"/>
                    <a:pt x="22" y="111"/>
                    <a:pt x="22" y="111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22" y="112"/>
                    <a:pt x="22" y="111"/>
                    <a:pt x="22" y="111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2" y="114"/>
                    <a:pt x="22" y="113"/>
                    <a:pt x="22" y="112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21" y="115"/>
                    <a:pt x="22" y="114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8" y="106"/>
                    <a:pt x="60" y="103"/>
                    <a:pt x="60" y="100"/>
                  </a:cubicBezTo>
                  <a:cubicBezTo>
                    <a:pt x="60" y="98"/>
                    <a:pt x="58" y="96"/>
                    <a:pt x="56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3"/>
                    <a:pt x="10" y="82"/>
                    <a:pt x="10" y="82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5"/>
                    <a:pt x="10" y="84"/>
                    <a:pt x="12" y="83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50" y="67"/>
                    <a:pt x="50" y="67"/>
                    <a:pt x="50" y="67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50" y="67"/>
                    <a:pt x="50" y="67"/>
                    <a:pt x="50" y="67"/>
                  </a:cubicBezTo>
                  <a:cubicBezTo>
                    <a:pt x="51" y="67"/>
                    <a:pt x="52" y="66"/>
                    <a:pt x="53" y="65"/>
                  </a:cubicBezTo>
                  <a:cubicBezTo>
                    <a:pt x="54" y="64"/>
                    <a:pt x="54" y="62"/>
                    <a:pt x="54" y="61"/>
                  </a:cubicBezTo>
                  <a:cubicBezTo>
                    <a:pt x="54" y="60"/>
                    <a:pt x="53" y="59"/>
                    <a:pt x="53" y="57"/>
                  </a:cubicBezTo>
                  <a:cubicBezTo>
                    <a:pt x="52" y="56"/>
                    <a:pt x="51" y="56"/>
                    <a:pt x="50" y="55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8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4" y="26"/>
                    <a:pt x="56" y="25"/>
                    <a:pt x="57" y="24"/>
                  </a:cubicBezTo>
                  <a:cubicBezTo>
                    <a:pt x="58" y="23"/>
                    <a:pt x="59" y="22"/>
                    <a:pt x="59" y="20"/>
                  </a:cubicBezTo>
                  <a:cubicBezTo>
                    <a:pt x="59" y="18"/>
                    <a:pt x="58" y="17"/>
                    <a:pt x="57" y="16"/>
                  </a:cubicBezTo>
                  <a:cubicBezTo>
                    <a:pt x="56" y="15"/>
                    <a:pt x="55" y="14"/>
                    <a:pt x="54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5"/>
                    <a:pt x="21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2" y="8"/>
                    <a:pt x="22" y="7"/>
                    <a:pt x="22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1" y="9"/>
                    <a:pt x="21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1" y="9"/>
                    <a:pt x="22" y="9"/>
                  </a:cubicBezTo>
                  <a:cubicBezTo>
                    <a:pt x="24" y="9"/>
                    <a:pt x="25" y="9"/>
                    <a:pt x="27" y="8"/>
                  </a:cubicBezTo>
                  <a:cubicBezTo>
                    <a:pt x="29" y="8"/>
                    <a:pt x="33" y="8"/>
                    <a:pt x="38" y="8"/>
                  </a:cubicBezTo>
                  <a:cubicBezTo>
                    <a:pt x="43" y="8"/>
                    <a:pt x="49" y="8"/>
                    <a:pt x="54" y="8"/>
                  </a:cubicBezTo>
                  <a:cubicBezTo>
                    <a:pt x="56" y="8"/>
                    <a:pt x="58" y="7"/>
                    <a:pt x="58" y="4"/>
                  </a:cubicBezTo>
                  <a:cubicBezTo>
                    <a:pt x="58" y="2"/>
                    <a:pt x="56" y="0"/>
                    <a:pt x="54" y="0"/>
                  </a:cubicBezTo>
                  <a:cubicBezTo>
                    <a:pt x="49" y="0"/>
                    <a:pt x="43" y="0"/>
                    <a:pt x="38" y="0"/>
                  </a:cubicBezTo>
                  <a:cubicBezTo>
                    <a:pt x="33" y="0"/>
                    <a:pt x="29" y="0"/>
                    <a:pt x="27" y="0"/>
                  </a:cubicBezTo>
                  <a:cubicBezTo>
                    <a:pt x="24" y="1"/>
                    <a:pt x="21" y="1"/>
                    <a:pt x="19" y="1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16" y="2"/>
                    <a:pt x="16" y="2"/>
                    <a:pt x="15" y="3"/>
                  </a:cubicBezTo>
                  <a:cubicBezTo>
                    <a:pt x="15" y="3"/>
                    <a:pt x="15" y="4"/>
                    <a:pt x="14" y="4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14" y="7"/>
                    <a:pt x="14" y="8"/>
                    <a:pt x="14" y="8"/>
                  </a:cubicBezTo>
                  <a:cubicBezTo>
                    <a:pt x="15" y="9"/>
                    <a:pt x="15" y="9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0"/>
                    <a:pt x="51" y="21"/>
                    <a:pt x="51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9"/>
                    <a:pt x="51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4" y="32"/>
                    <a:pt x="3" y="33"/>
                    <a:pt x="2" y="34"/>
                  </a:cubicBezTo>
                  <a:cubicBezTo>
                    <a:pt x="1" y="35"/>
                    <a:pt x="0" y="37"/>
                    <a:pt x="0" y="38"/>
                  </a:cubicBezTo>
                  <a:cubicBezTo>
                    <a:pt x="0" y="40"/>
                    <a:pt x="1" y="41"/>
                    <a:pt x="2" y="42"/>
                  </a:cubicBezTo>
                  <a:cubicBezTo>
                    <a:pt x="3" y="43"/>
                    <a:pt x="4" y="44"/>
                    <a:pt x="5" y="45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6" y="62"/>
                    <a:pt x="47" y="62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6" y="60"/>
                    <a:pt x="46" y="61"/>
                    <a:pt x="46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47" y="59"/>
                    <a:pt x="47" y="60"/>
                    <a:pt x="46" y="60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6" y="77"/>
                    <a:pt x="5" y="78"/>
                    <a:pt x="4" y="79"/>
                  </a:cubicBezTo>
                  <a:cubicBezTo>
                    <a:pt x="4" y="79"/>
                    <a:pt x="3" y="80"/>
                    <a:pt x="3" y="81"/>
                  </a:cubicBezTo>
                  <a:cubicBezTo>
                    <a:pt x="2" y="82"/>
                    <a:pt x="2" y="82"/>
                    <a:pt x="2" y="84"/>
                  </a:cubicBezTo>
                  <a:cubicBezTo>
                    <a:pt x="2" y="85"/>
                    <a:pt x="3" y="87"/>
                    <a:pt x="4" y="88"/>
                  </a:cubicBezTo>
                  <a:cubicBezTo>
                    <a:pt x="5" y="89"/>
                    <a:pt x="6" y="89"/>
                    <a:pt x="7" y="90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1"/>
                    <a:pt x="52" y="102"/>
                    <a:pt x="53" y="102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19" y="107"/>
                    <a:pt x="19" y="107"/>
                    <a:pt x="19" y="10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17" y="108"/>
                    <a:pt x="17" y="108"/>
                    <a:pt x="16" y="109"/>
                  </a:cubicBezTo>
                  <a:cubicBezTo>
                    <a:pt x="16" y="109"/>
                    <a:pt x="15" y="109"/>
                    <a:pt x="15" y="110"/>
                  </a:cubicBezTo>
                  <a:cubicBezTo>
                    <a:pt x="15" y="110"/>
                    <a:pt x="14" y="111"/>
                    <a:pt x="14" y="112"/>
                  </a:cubicBezTo>
                  <a:cubicBezTo>
                    <a:pt x="14" y="113"/>
                    <a:pt x="14" y="114"/>
                    <a:pt x="15" y="114"/>
                  </a:cubicBezTo>
                  <a:cubicBezTo>
                    <a:pt x="15" y="115"/>
                    <a:pt x="16" y="116"/>
                    <a:pt x="17" y="116"/>
                  </a:cubicBezTo>
                  <a:cubicBezTo>
                    <a:pt x="18" y="117"/>
                    <a:pt x="18" y="117"/>
                    <a:pt x="19" y="117"/>
                  </a:cubicBezTo>
                  <a:cubicBezTo>
                    <a:pt x="20" y="117"/>
                    <a:pt x="21" y="117"/>
                    <a:pt x="22" y="117"/>
                  </a:cubicBezTo>
                  <a:cubicBezTo>
                    <a:pt x="22" y="117"/>
                    <a:pt x="23" y="117"/>
                    <a:pt x="23" y="117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26" y="117"/>
                    <a:pt x="31" y="117"/>
                    <a:pt x="37" y="118"/>
                  </a:cubicBezTo>
                  <a:cubicBezTo>
                    <a:pt x="43" y="118"/>
                    <a:pt x="49" y="119"/>
                    <a:pt x="54" y="119"/>
                  </a:cubicBezTo>
                  <a:cubicBezTo>
                    <a:pt x="56" y="119"/>
                    <a:pt x="58" y="117"/>
                    <a:pt x="58" y="115"/>
                  </a:cubicBezTo>
                  <a:cubicBezTo>
                    <a:pt x="58" y="113"/>
                    <a:pt x="56" y="111"/>
                    <a:pt x="54" y="111"/>
                  </a:cubicBezTo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1" name="Freeform 137">
              <a:extLst>
                <a:ext uri="{FF2B5EF4-FFF2-40B4-BE49-F238E27FC236}">
                  <a16:creationId xmlns:a16="http://schemas.microsoft.com/office/drawing/2014/main" id="{D5C416EC-1C6F-436A-AE3B-B8F454778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666"/>
              <a:ext cx="70" cy="47"/>
            </a:xfrm>
            <a:custGeom>
              <a:avLst/>
              <a:gdLst>
                <a:gd name="T0" fmla="*/ 333 w 28"/>
                <a:gd name="T1" fmla="*/ 42 h 19"/>
                <a:gd name="T2" fmla="*/ 238 w 28"/>
                <a:gd name="T3" fmla="*/ 0 h 19"/>
                <a:gd name="T4" fmla="*/ 158 w 28"/>
                <a:gd name="T5" fmla="*/ 42 h 19"/>
                <a:gd name="T6" fmla="*/ 158 w 28"/>
                <a:gd name="T7" fmla="*/ 153 h 19"/>
                <a:gd name="T8" fmla="*/ 158 w 28"/>
                <a:gd name="T9" fmla="*/ 195 h 19"/>
                <a:gd name="T10" fmla="*/ 158 w 28"/>
                <a:gd name="T11" fmla="*/ 195 h 19"/>
                <a:gd name="T12" fmla="*/ 158 w 28"/>
                <a:gd name="T13" fmla="*/ 195 h 19"/>
                <a:gd name="T14" fmla="*/ 188 w 28"/>
                <a:gd name="T15" fmla="*/ 195 h 19"/>
                <a:gd name="T16" fmla="*/ 158 w 28"/>
                <a:gd name="T17" fmla="*/ 195 h 19"/>
                <a:gd name="T18" fmla="*/ 158 w 28"/>
                <a:gd name="T19" fmla="*/ 183 h 19"/>
                <a:gd name="T20" fmla="*/ 188 w 28"/>
                <a:gd name="T21" fmla="*/ 166 h 19"/>
                <a:gd name="T22" fmla="*/ 188 w 28"/>
                <a:gd name="T23" fmla="*/ 195 h 19"/>
                <a:gd name="T24" fmla="*/ 175 w 28"/>
                <a:gd name="T25" fmla="*/ 166 h 19"/>
                <a:gd name="T26" fmla="*/ 113 w 28"/>
                <a:gd name="T27" fmla="*/ 134 h 19"/>
                <a:gd name="T28" fmla="*/ 113 w 28"/>
                <a:gd name="T29" fmla="*/ 134 h 19"/>
                <a:gd name="T30" fmla="*/ 113 w 28"/>
                <a:gd name="T31" fmla="*/ 134 h 19"/>
                <a:gd name="T32" fmla="*/ 95 w 28"/>
                <a:gd name="T33" fmla="*/ 153 h 19"/>
                <a:gd name="T34" fmla="*/ 33 w 28"/>
                <a:gd name="T35" fmla="*/ 134 h 19"/>
                <a:gd name="T36" fmla="*/ 63 w 28"/>
                <a:gd name="T37" fmla="*/ 257 h 19"/>
                <a:gd name="T38" fmla="*/ 188 w 28"/>
                <a:gd name="T39" fmla="*/ 287 h 19"/>
                <a:gd name="T40" fmla="*/ 270 w 28"/>
                <a:gd name="T41" fmla="*/ 228 h 19"/>
                <a:gd name="T42" fmla="*/ 270 w 28"/>
                <a:gd name="T43" fmla="*/ 134 h 19"/>
                <a:gd name="T44" fmla="*/ 270 w 28"/>
                <a:gd name="T45" fmla="*/ 104 h 19"/>
                <a:gd name="T46" fmla="*/ 270 w 28"/>
                <a:gd name="T47" fmla="*/ 104 h 19"/>
                <a:gd name="T48" fmla="*/ 250 w 28"/>
                <a:gd name="T49" fmla="*/ 104 h 19"/>
                <a:gd name="T50" fmla="*/ 238 w 28"/>
                <a:gd name="T51" fmla="*/ 92 h 19"/>
                <a:gd name="T52" fmla="*/ 270 w 28"/>
                <a:gd name="T53" fmla="*/ 104 h 19"/>
                <a:gd name="T54" fmla="*/ 270 w 28"/>
                <a:gd name="T55" fmla="*/ 121 h 19"/>
                <a:gd name="T56" fmla="*/ 238 w 28"/>
                <a:gd name="T57" fmla="*/ 121 h 19"/>
                <a:gd name="T58" fmla="*/ 238 w 28"/>
                <a:gd name="T59" fmla="*/ 92 h 19"/>
                <a:gd name="T60" fmla="*/ 238 w 28"/>
                <a:gd name="T61" fmla="*/ 104 h 19"/>
                <a:gd name="T62" fmla="*/ 238 w 28"/>
                <a:gd name="T63" fmla="*/ 121 h 19"/>
                <a:gd name="T64" fmla="*/ 238 w 28"/>
                <a:gd name="T65" fmla="*/ 121 h 19"/>
                <a:gd name="T66" fmla="*/ 270 w 28"/>
                <a:gd name="T67" fmla="*/ 153 h 19"/>
                <a:gd name="T68" fmla="*/ 425 w 28"/>
                <a:gd name="T69" fmla="*/ 183 h 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" h="19">
                  <a:moveTo>
                    <a:pt x="26" y="7"/>
                  </a:moveTo>
                  <a:cubicBezTo>
                    <a:pt x="24" y="5"/>
                    <a:pt x="23" y="4"/>
                    <a:pt x="21" y="3"/>
                  </a:cubicBezTo>
                  <a:cubicBezTo>
                    <a:pt x="20" y="2"/>
                    <a:pt x="20" y="2"/>
                    <a:pt x="19" y="1"/>
                  </a:cubicBezTo>
                  <a:cubicBezTo>
                    <a:pt x="18" y="1"/>
                    <a:pt x="17" y="0"/>
                    <a:pt x="15" y="0"/>
                  </a:cubicBezTo>
                  <a:cubicBezTo>
                    <a:pt x="14" y="0"/>
                    <a:pt x="13" y="0"/>
                    <a:pt x="12" y="1"/>
                  </a:cubicBezTo>
                  <a:cubicBezTo>
                    <a:pt x="11" y="2"/>
                    <a:pt x="11" y="3"/>
                    <a:pt x="10" y="3"/>
                  </a:cubicBezTo>
                  <a:cubicBezTo>
                    <a:pt x="9" y="5"/>
                    <a:pt x="9" y="6"/>
                    <a:pt x="9" y="7"/>
                  </a:cubicBezTo>
                  <a:cubicBezTo>
                    <a:pt x="9" y="8"/>
                    <a:pt x="9" y="10"/>
                    <a:pt x="10" y="10"/>
                  </a:cubicBezTo>
                  <a:cubicBezTo>
                    <a:pt x="10" y="11"/>
                    <a:pt x="10" y="12"/>
                    <a:pt x="10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3"/>
                    <a:pt x="10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1"/>
                    <a:pt x="11" y="11"/>
                    <a:pt x="10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9" y="11"/>
                    <a:pt x="9" y="10"/>
                  </a:cubicBezTo>
                  <a:cubicBezTo>
                    <a:pt x="8" y="10"/>
                    <a:pt x="8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7"/>
                    <a:pt x="3" y="7"/>
                    <a:pt x="2" y="9"/>
                  </a:cubicBezTo>
                  <a:cubicBezTo>
                    <a:pt x="0" y="10"/>
                    <a:pt x="0" y="13"/>
                    <a:pt x="1" y="14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6" y="18"/>
                    <a:pt x="8" y="19"/>
                    <a:pt x="1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4" y="19"/>
                    <a:pt x="15" y="18"/>
                  </a:cubicBezTo>
                  <a:cubicBezTo>
                    <a:pt x="16" y="18"/>
                    <a:pt x="17" y="16"/>
                    <a:pt x="17" y="15"/>
                  </a:cubicBezTo>
                  <a:cubicBezTo>
                    <a:pt x="18" y="14"/>
                    <a:pt x="18" y="13"/>
                    <a:pt x="18" y="12"/>
                  </a:cubicBezTo>
                  <a:cubicBezTo>
                    <a:pt x="18" y="11"/>
                    <a:pt x="18" y="10"/>
                    <a:pt x="17" y="9"/>
                  </a:cubicBezTo>
                  <a:cubicBezTo>
                    <a:pt x="17" y="8"/>
                    <a:pt x="17" y="8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7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9"/>
                    <a:pt x="17" y="10"/>
                  </a:cubicBezTo>
                  <a:cubicBezTo>
                    <a:pt x="19" y="11"/>
                    <a:pt x="20" y="12"/>
                    <a:pt x="22" y="13"/>
                  </a:cubicBezTo>
                  <a:cubicBezTo>
                    <a:pt x="23" y="14"/>
                    <a:pt x="26" y="14"/>
                    <a:pt x="27" y="12"/>
                  </a:cubicBezTo>
                  <a:cubicBezTo>
                    <a:pt x="28" y="10"/>
                    <a:pt x="28" y="8"/>
                    <a:pt x="26" y="7"/>
                  </a:cubicBezTo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2" name="Freeform 138">
              <a:extLst>
                <a:ext uri="{FF2B5EF4-FFF2-40B4-BE49-F238E27FC236}">
                  <a16:creationId xmlns:a16="http://schemas.microsoft.com/office/drawing/2014/main" id="{A9EA6671-D019-49BC-8180-BF0ECDE8E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663"/>
              <a:ext cx="70" cy="48"/>
            </a:xfrm>
            <a:custGeom>
              <a:avLst/>
              <a:gdLst>
                <a:gd name="T0" fmla="*/ 333 w 28"/>
                <a:gd name="T1" fmla="*/ 51 h 19"/>
                <a:gd name="T2" fmla="*/ 238 w 28"/>
                <a:gd name="T3" fmla="*/ 0 h 19"/>
                <a:gd name="T4" fmla="*/ 158 w 28"/>
                <a:gd name="T5" fmla="*/ 63 h 19"/>
                <a:gd name="T6" fmla="*/ 145 w 28"/>
                <a:gd name="T7" fmla="*/ 179 h 19"/>
                <a:gd name="T8" fmla="*/ 145 w 28"/>
                <a:gd name="T9" fmla="*/ 210 h 19"/>
                <a:gd name="T10" fmla="*/ 145 w 28"/>
                <a:gd name="T11" fmla="*/ 210 h 19"/>
                <a:gd name="T12" fmla="*/ 145 w 28"/>
                <a:gd name="T13" fmla="*/ 210 h 19"/>
                <a:gd name="T14" fmla="*/ 158 w 28"/>
                <a:gd name="T15" fmla="*/ 192 h 19"/>
                <a:gd name="T16" fmla="*/ 175 w 28"/>
                <a:gd name="T17" fmla="*/ 210 h 19"/>
                <a:gd name="T18" fmla="*/ 175 w 28"/>
                <a:gd name="T19" fmla="*/ 210 h 19"/>
                <a:gd name="T20" fmla="*/ 158 w 28"/>
                <a:gd name="T21" fmla="*/ 192 h 19"/>
                <a:gd name="T22" fmla="*/ 175 w 28"/>
                <a:gd name="T23" fmla="*/ 179 h 19"/>
                <a:gd name="T24" fmla="*/ 125 w 28"/>
                <a:gd name="T25" fmla="*/ 159 h 19"/>
                <a:gd name="T26" fmla="*/ 113 w 28"/>
                <a:gd name="T27" fmla="*/ 147 h 19"/>
                <a:gd name="T28" fmla="*/ 95 w 28"/>
                <a:gd name="T29" fmla="*/ 159 h 19"/>
                <a:gd name="T30" fmla="*/ 95 w 28"/>
                <a:gd name="T31" fmla="*/ 159 h 19"/>
                <a:gd name="T32" fmla="*/ 20 w 28"/>
                <a:gd name="T33" fmla="*/ 147 h 19"/>
                <a:gd name="T34" fmla="*/ 63 w 28"/>
                <a:gd name="T35" fmla="*/ 275 h 19"/>
                <a:gd name="T36" fmla="*/ 188 w 28"/>
                <a:gd name="T37" fmla="*/ 306 h 19"/>
                <a:gd name="T38" fmla="*/ 270 w 28"/>
                <a:gd name="T39" fmla="*/ 243 h 19"/>
                <a:gd name="T40" fmla="*/ 270 w 28"/>
                <a:gd name="T41" fmla="*/ 159 h 19"/>
                <a:gd name="T42" fmla="*/ 270 w 28"/>
                <a:gd name="T43" fmla="*/ 114 h 19"/>
                <a:gd name="T44" fmla="*/ 250 w 28"/>
                <a:gd name="T45" fmla="*/ 114 h 19"/>
                <a:gd name="T46" fmla="*/ 270 w 28"/>
                <a:gd name="T47" fmla="*/ 114 h 19"/>
                <a:gd name="T48" fmla="*/ 270 w 28"/>
                <a:gd name="T49" fmla="*/ 114 h 19"/>
                <a:gd name="T50" fmla="*/ 250 w 28"/>
                <a:gd name="T51" fmla="*/ 129 h 19"/>
                <a:gd name="T52" fmla="*/ 238 w 28"/>
                <a:gd name="T53" fmla="*/ 96 h 19"/>
                <a:gd name="T54" fmla="*/ 238 w 28"/>
                <a:gd name="T55" fmla="*/ 96 h 19"/>
                <a:gd name="T56" fmla="*/ 250 w 28"/>
                <a:gd name="T57" fmla="*/ 129 h 19"/>
                <a:gd name="T58" fmla="*/ 238 w 28"/>
                <a:gd name="T59" fmla="*/ 129 h 19"/>
                <a:gd name="T60" fmla="*/ 220 w 28"/>
                <a:gd name="T61" fmla="*/ 129 h 19"/>
                <a:gd name="T62" fmla="*/ 238 w 28"/>
                <a:gd name="T63" fmla="*/ 114 h 19"/>
                <a:gd name="T64" fmla="*/ 238 w 28"/>
                <a:gd name="T65" fmla="*/ 129 h 19"/>
                <a:gd name="T66" fmla="*/ 333 w 28"/>
                <a:gd name="T67" fmla="*/ 210 h 19"/>
                <a:gd name="T68" fmla="*/ 408 w 28"/>
                <a:gd name="T69" fmla="*/ 114 h 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" h="19">
                  <a:moveTo>
                    <a:pt x="26" y="7"/>
                  </a:moveTo>
                  <a:cubicBezTo>
                    <a:pt x="24" y="6"/>
                    <a:pt x="22" y="4"/>
                    <a:pt x="21" y="3"/>
                  </a:cubicBezTo>
                  <a:cubicBezTo>
                    <a:pt x="20" y="2"/>
                    <a:pt x="19" y="2"/>
                    <a:pt x="18" y="1"/>
                  </a:cubicBezTo>
                  <a:cubicBezTo>
                    <a:pt x="17" y="1"/>
                    <a:pt x="16" y="0"/>
                    <a:pt x="15" y="0"/>
                  </a:cubicBezTo>
                  <a:cubicBezTo>
                    <a:pt x="14" y="0"/>
                    <a:pt x="13" y="1"/>
                    <a:pt x="12" y="1"/>
                  </a:cubicBezTo>
                  <a:cubicBezTo>
                    <a:pt x="11" y="2"/>
                    <a:pt x="10" y="3"/>
                    <a:pt x="10" y="4"/>
                  </a:cubicBezTo>
                  <a:cubicBezTo>
                    <a:pt x="9" y="5"/>
                    <a:pt x="9" y="6"/>
                    <a:pt x="9" y="7"/>
                  </a:cubicBezTo>
                  <a:cubicBezTo>
                    <a:pt x="9" y="9"/>
                    <a:pt x="9" y="10"/>
                    <a:pt x="9" y="11"/>
                  </a:cubicBezTo>
                  <a:cubicBezTo>
                    <a:pt x="9" y="12"/>
                    <a:pt x="9" y="12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9" y="13"/>
                    <a:pt x="9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0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9" y="11"/>
                    <a:pt x="8" y="10"/>
                  </a:cubicBezTo>
                  <a:cubicBezTo>
                    <a:pt x="8" y="10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5" y="8"/>
                    <a:pt x="3" y="7"/>
                    <a:pt x="1" y="9"/>
                  </a:cubicBezTo>
                  <a:cubicBezTo>
                    <a:pt x="0" y="11"/>
                    <a:pt x="0" y="13"/>
                    <a:pt x="1" y="15"/>
                  </a:cubicBezTo>
                  <a:cubicBezTo>
                    <a:pt x="1" y="15"/>
                    <a:pt x="2" y="16"/>
                    <a:pt x="4" y="17"/>
                  </a:cubicBezTo>
                  <a:cubicBezTo>
                    <a:pt x="6" y="18"/>
                    <a:pt x="8" y="19"/>
                    <a:pt x="1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3" y="19"/>
                    <a:pt x="14" y="18"/>
                  </a:cubicBezTo>
                  <a:cubicBezTo>
                    <a:pt x="16" y="18"/>
                    <a:pt x="17" y="17"/>
                    <a:pt x="17" y="15"/>
                  </a:cubicBezTo>
                  <a:cubicBezTo>
                    <a:pt x="17" y="14"/>
                    <a:pt x="17" y="13"/>
                    <a:pt x="17" y="13"/>
                  </a:cubicBezTo>
                  <a:cubicBezTo>
                    <a:pt x="17" y="11"/>
                    <a:pt x="17" y="10"/>
                    <a:pt x="17" y="10"/>
                  </a:cubicBezTo>
                  <a:cubicBezTo>
                    <a:pt x="17" y="9"/>
                    <a:pt x="17" y="8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9"/>
                    <a:pt x="16" y="9"/>
                    <a:pt x="17" y="10"/>
                  </a:cubicBezTo>
                  <a:cubicBezTo>
                    <a:pt x="18" y="11"/>
                    <a:pt x="20" y="12"/>
                    <a:pt x="21" y="13"/>
                  </a:cubicBezTo>
                  <a:cubicBezTo>
                    <a:pt x="23" y="15"/>
                    <a:pt x="26" y="14"/>
                    <a:pt x="27" y="12"/>
                  </a:cubicBezTo>
                  <a:cubicBezTo>
                    <a:pt x="28" y="11"/>
                    <a:pt x="28" y="8"/>
                    <a:pt x="26" y="7"/>
                  </a:cubicBezTo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3" name="Freeform 139">
              <a:extLst>
                <a:ext uri="{FF2B5EF4-FFF2-40B4-BE49-F238E27FC236}">
                  <a16:creationId xmlns:a16="http://schemas.microsoft.com/office/drawing/2014/main" id="{EECB7007-B582-435F-BE7E-772FF480C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511"/>
              <a:ext cx="70" cy="55"/>
            </a:xfrm>
            <a:custGeom>
              <a:avLst/>
              <a:gdLst>
                <a:gd name="T0" fmla="*/ 425 w 28"/>
                <a:gd name="T1" fmla="*/ 113 h 22"/>
                <a:gd name="T2" fmla="*/ 375 w 28"/>
                <a:gd name="T3" fmla="*/ 33 h 22"/>
                <a:gd name="T4" fmla="*/ 283 w 28"/>
                <a:gd name="T5" fmla="*/ 0 h 22"/>
                <a:gd name="T6" fmla="*/ 220 w 28"/>
                <a:gd name="T7" fmla="*/ 33 h 22"/>
                <a:gd name="T8" fmla="*/ 175 w 28"/>
                <a:gd name="T9" fmla="*/ 113 h 22"/>
                <a:gd name="T10" fmla="*/ 175 w 28"/>
                <a:gd name="T11" fmla="*/ 113 h 22"/>
                <a:gd name="T12" fmla="*/ 158 w 28"/>
                <a:gd name="T13" fmla="*/ 208 h 22"/>
                <a:gd name="T14" fmla="*/ 158 w 28"/>
                <a:gd name="T15" fmla="*/ 220 h 22"/>
                <a:gd name="T16" fmla="*/ 158 w 28"/>
                <a:gd name="T17" fmla="*/ 220 h 22"/>
                <a:gd name="T18" fmla="*/ 158 w 28"/>
                <a:gd name="T19" fmla="*/ 238 h 22"/>
                <a:gd name="T20" fmla="*/ 158 w 28"/>
                <a:gd name="T21" fmla="*/ 220 h 22"/>
                <a:gd name="T22" fmla="*/ 158 w 28"/>
                <a:gd name="T23" fmla="*/ 220 h 22"/>
                <a:gd name="T24" fmla="*/ 158 w 28"/>
                <a:gd name="T25" fmla="*/ 238 h 22"/>
                <a:gd name="T26" fmla="*/ 158 w 28"/>
                <a:gd name="T27" fmla="*/ 220 h 22"/>
                <a:gd name="T28" fmla="*/ 158 w 28"/>
                <a:gd name="T29" fmla="*/ 238 h 22"/>
                <a:gd name="T30" fmla="*/ 158 w 28"/>
                <a:gd name="T31" fmla="*/ 220 h 22"/>
                <a:gd name="T32" fmla="*/ 158 w 28"/>
                <a:gd name="T33" fmla="*/ 220 h 22"/>
                <a:gd name="T34" fmla="*/ 158 w 28"/>
                <a:gd name="T35" fmla="*/ 238 h 22"/>
                <a:gd name="T36" fmla="*/ 158 w 28"/>
                <a:gd name="T37" fmla="*/ 220 h 22"/>
                <a:gd name="T38" fmla="*/ 158 w 28"/>
                <a:gd name="T39" fmla="*/ 220 h 22"/>
                <a:gd name="T40" fmla="*/ 145 w 28"/>
                <a:gd name="T41" fmla="*/ 208 h 22"/>
                <a:gd name="T42" fmla="*/ 125 w 28"/>
                <a:gd name="T43" fmla="*/ 188 h 22"/>
                <a:gd name="T44" fmla="*/ 125 w 28"/>
                <a:gd name="T45" fmla="*/ 188 h 22"/>
                <a:gd name="T46" fmla="*/ 113 w 28"/>
                <a:gd name="T47" fmla="*/ 208 h 22"/>
                <a:gd name="T48" fmla="*/ 125 w 28"/>
                <a:gd name="T49" fmla="*/ 188 h 22"/>
                <a:gd name="T50" fmla="*/ 125 w 28"/>
                <a:gd name="T51" fmla="*/ 188 h 22"/>
                <a:gd name="T52" fmla="*/ 113 w 28"/>
                <a:gd name="T53" fmla="*/ 208 h 22"/>
                <a:gd name="T54" fmla="*/ 125 w 28"/>
                <a:gd name="T55" fmla="*/ 188 h 22"/>
                <a:gd name="T56" fmla="*/ 50 w 28"/>
                <a:gd name="T57" fmla="*/ 145 h 22"/>
                <a:gd name="T58" fmla="*/ 0 w 28"/>
                <a:gd name="T59" fmla="*/ 220 h 22"/>
                <a:gd name="T60" fmla="*/ 33 w 28"/>
                <a:gd name="T61" fmla="*/ 283 h 22"/>
                <a:gd name="T62" fmla="*/ 145 w 28"/>
                <a:gd name="T63" fmla="*/ 345 h 22"/>
                <a:gd name="T64" fmla="*/ 158 w 28"/>
                <a:gd name="T65" fmla="*/ 345 h 22"/>
                <a:gd name="T66" fmla="*/ 238 w 28"/>
                <a:gd name="T67" fmla="*/ 313 h 22"/>
                <a:gd name="T68" fmla="*/ 270 w 28"/>
                <a:gd name="T69" fmla="*/ 270 h 22"/>
                <a:gd name="T70" fmla="*/ 283 w 28"/>
                <a:gd name="T71" fmla="*/ 188 h 22"/>
                <a:gd name="T72" fmla="*/ 300 w 28"/>
                <a:gd name="T73" fmla="*/ 125 h 22"/>
                <a:gd name="T74" fmla="*/ 300 w 28"/>
                <a:gd name="T75" fmla="*/ 125 h 22"/>
                <a:gd name="T76" fmla="*/ 283 w 28"/>
                <a:gd name="T77" fmla="*/ 113 h 22"/>
                <a:gd name="T78" fmla="*/ 300 w 28"/>
                <a:gd name="T79" fmla="*/ 125 h 22"/>
                <a:gd name="T80" fmla="*/ 300 w 28"/>
                <a:gd name="T81" fmla="*/ 125 h 22"/>
                <a:gd name="T82" fmla="*/ 283 w 28"/>
                <a:gd name="T83" fmla="*/ 113 h 22"/>
                <a:gd name="T84" fmla="*/ 300 w 28"/>
                <a:gd name="T85" fmla="*/ 125 h 22"/>
                <a:gd name="T86" fmla="*/ 283 w 28"/>
                <a:gd name="T87" fmla="*/ 113 h 22"/>
                <a:gd name="T88" fmla="*/ 300 w 28"/>
                <a:gd name="T89" fmla="*/ 125 h 22"/>
                <a:gd name="T90" fmla="*/ 300 w 28"/>
                <a:gd name="T91" fmla="*/ 125 h 22"/>
                <a:gd name="T92" fmla="*/ 283 w 28"/>
                <a:gd name="T93" fmla="*/ 113 h 22"/>
                <a:gd name="T94" fmla="*/ 300 w 28"/>
                <a:gd name="T95" fmla="*/ 125 h 22"/>
                <a:gd name="T96" fmla="*/ 283 w 28"/>
                <a:gd name="T97" fmla="*/ 125 h 22"/>
                <a:gd name="T98" fmla="*/ 283 w 28"/>
                <a:gd name="T99" fmla="*/ 125 h 22"/>
                <a:gd name="T100" fmla="*/ 300 w 28"/>
                <a:gd name="T101" fmla="*/ 125 h 22"/>
                <a:gd name="T102" fmla="*/ 283 w 28"/>
                <a:gd name="T103" fmla="*/ 125 h 22"/>
                <a:gd name="T104" fmla="*/ 283 w 28"/>
                <a:gd name="T105" fmla="*/ 125 h 22"/>
                <a:gd name="T106" fmla="*/ 300 w 28"/>
                <a:gd name="T107" fmla="*/ 125 h 22"/>
                <a:gd name="T108" fmla="*/ 300 w 28"/>
                <a:gd name="T109" fmla="*/ 145 h 22"/>
                <a:gd name="T110" fmla="*/ 375 w 28"/>
                <a:gd name="T111" fmla="*/ 175 h 22"/>
                <a:gd name="T112" fmla="*/ 425 w 28"/>
                <a:gd name="T113" fmla="*/ 113 h 2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" h="22">
                  <a:moveTo>
                    <a:pt x="27" y="7"/>
                  </a:moveTo>
                  <a:cubicBezTo>
                    <a:pt x="27" y="4"/>
                    <a:pt x="25" y="3"/>
                    <a:pt x="24" y="2"/>
                  </a:cubicBezTo>
                  <a:cubicBezTo>
                    <a:pt x="22" y="1"/>
                    <a:pt x="20" y="0"/>
                    <a:pt x="18" y="0"/>
                  </a:cubicBezTo>
                  <a:cubicBezTo>
                    <a:pt x="17" y="0"/>
                    <a:pt x="15" y="0"/>
                    <a:pt x="14" y="2"/>
                  </a:cubicBezTo>
                  <a:cubicBezTo>
                    <a:pt x="12" y="3"/>
                    <a:pt x="11" y="5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9"/>
                    <a:pt x="10" y="12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9" y="13"/>
                    <a:pt x="9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6" y="9"/>
                    <a:pt x="3" y="9"/>
                  </a:cubicBezTo>
                  <a:cubicBezTo>
                    <a:pt x="1" y="10"/>
                    <a:pt x="0" y="12"/>
                    <a:pt x="0" y="14"/>
                  </a:cubicBezTo>
                  <a:cubicBezTo>
                    <a:pt x="1" y="15"/>
                    <a:pt x="1" y="16"/>
                    <a:pt x="2" y="18"/>
                  </a:cubicBezTo>
                  <a:cubicBezTo>
                    <a:pt x="3" y="19"/>
                    <a:pt x="6" y="21"/>
                    <a:pt x="9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2" y="22"/>
                    <a:pt x="14" y="21"/>
                    <a:pt x="15" y="20"/>
                  </a:cubicBezTo>
                  <a:cubicBezTo>
                    <a:pt x="16" y="19"/>
                    <a:pt x="17" y="18"/>
                    <a:pt x="17" y="17"/>
                  </a:cubicBezTo>
                  <a:cubicBezTo>
                    <a:pt x="18" y="15"/>
                    <a:pt x="18" y="14"/>
                    <a:pt x="18" y="12"/>
                  </a:cubicBezTo>
                  <a:cubicBezTo>
                    <a:pt x="19" y="11"/>
                    <a:pt x="19" y="9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11"/>
                    <a:pt x="22" y="12"/>
                    <a:pt x="24" y="11"/>
                  </a:cubicBezTo>
                  <a:cubicBezTo>
                    <a:pt x="27" y="11"/>
                    <a:pt x="28" y="9"/>
                    <a:pt x="27" y="7"/>
                  </a:cubicBezTo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4" name="Freeform 140">
              <a:extLst>
                <a:ext uri="{FF2B5EF4-FFF2-40B4-BE49-F238E27FC236}">
                  <a16:creationId xmlns:a16="http://schemas.microsoft.com/office/drawing/2014/main" id="{9B1E9923-2ED8-4DA6-826B-757C1AF07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566"/>
              <a:ext cx="70" cy="57"/>
            </a:xfrm>
            <a:custGeom>
              <a:avLst/>
              <a:gdLst>
                <a:gd name="T0" fmla="*/ 425 w 28"/>
                <a:gd name="T1" fmla="*/ 74 h 23"/>
                <a:gd name="T2" fmla="*/ 363 w 28"/>
                <a:gd name="T3" fmla="*/ 30 h 23"/>
                <a:gd name="T4" fmla="*/ 283 w 28"/>
                <a:gd name="T5" fmla="*/ 0 h 23"/>
                <a:gd name="T6" fmla="*/ 208 w 28"/>
                <a:gd name="T7" fmla="*/ 30 h 23"/>
                <a:gd name="T8" fmla="*/ 175 w 28"/>
                <a:gd name="T9" fmla="*/ 124 h 23"/>
                <a:gd name="T10" fmla="*/ 175 w 28"/>
                <a:gd name="T11" fmla="*/ 136 h 23"/>
                <a:gd name="T12" fmla="*/ 175 w 28"/>
                <a:gd name="T13" fmla="*/ 183 h 23"/>
                <a:gd name="T14" fmla="*/ 175 w 28"/>
                <a:gd name="T15" fmla="*/ 228 h 23"/>
                <a:gd name="T16" fmla="*/ 175 w 28"/>
                <a:gd name="T17" fmla="*/ 228 h 23"/>
                <a:gd name="T18" fmla="*/ 175 w 28"/>
                <a:gd name="T19" fmla="*/ 228 h 23"/>
                <a:gd name="T20" fmla="*/ 175 w 28"/>
                <a:gd name="T21" fmla="*/ 228 h 23"/>
                <a:gd name="T22" fmla="*/ 175 w 28"/>
                <a:gd name="T23" fmla="*/ 228 h 23"/>
                <a:gd name="T24" fmla="*/ 175 w 28"/>
                <a:gd name="T25" fmla="*/ 228 h 23"/>
                <a:gd name="T26" fmla="*/ 175 w 28"/>
                <a:gd name="T27" fmla="*/ 228 h 23"/>
                <a:gd name="T28" fmla="*/ 175 w 28"/>
                <a:gd name="T29" fmla="*/ 228 h 23"/>
                <a:gd name="T30" fmla="*/ 175 w 28"/>
                <a:gd name="T31" fmla="*/ 228 h 23"/>
                <a:gd name="T32" fmla="*/ 175 w 28"/>
                <a:gd name="T33" fmla="*/ 228 h 23"/>
                <a:gd name="T34" fmla="*/ 175 w 28"/>
                <a:gd name="T35" fmla="*/ 228 h 23"/>
                <a:gd name="T36" fmla="*/ 175 w 28"/>
                <a:gd name="T37" fmla="*/ 228 h 23"/>
                <a:gd name="T38" fmla="*/ 175 w 28"/>
                <a:gd name="T39" fmla="*/ 228 h 23"/>
                <a:gd name="T40" fmla="*/ 158 w 28"/>
                <a:gd name="T41" fmla="*/ 228 h 23"/>
                <a:gd name="T42" fmla="*/ 145 w 28"/>
                <a:gd name="T43" fmla="*/ 216 h 23"/>
                <a:gd name="T44" fmla="*/ 145 w 28"/>
                <a:gd name="T45" fmla="*/ 196 h 23"/>
                <a:gd name="T46" fmla="*/ 145 w 28"/>
                <a:gd name="T47" fmla="*/ 196 h 23"/>
                <a:gd name="T48" fmla="*/ 95 w 28"/>
                <a:gd name="T49" fmla="*/ 196 h 23"/>
                <a:gd name="T50" fmla="*/ 145 w 28"/>
                <a:gd name="T51" fmla="*/ 196 h 23"/>
                <a:gd name="T52" fmla="*/ 145 w 28"/>
                <a:gd name="T53" fmla="*/ 196 h 23"/>
                <a:gd name="T54" fmla="*/ 95 w 28"/>
                <a:gd name="T55" fmla="*/ 196 h 23"/>
                <a:gd name="T56" fmla="*/ 145 w 28"/>
                <a:gd name="T57" fmla="*/ 196 h 23"/>
                <a:gd name="T58" fmla="*/ 63 w 28"/>
                <a:gd name="T59" fmla="*/ 154 h 23"/>
                <a:gd name="T60" fmla="*/ 20 w 28"/>
                <a:gd name="T61" fmla="*/ 228 h 23"/>
                <a:gd name="T62" fmla="*/ 50 w 28"/>
                <a:gd name="T63" fmla="*/ 287 h 23"/>
                <a:gd name="T64" fmla="*/ 95 w 28"/>
                <a:gd name="T65" fmla="*/ 320 h 23"/>
                <a:gd name="T66" fmla="*/ 175 w 28"/>
                <a:gd name="T67" fmla="*/ 349 h 23"/>
                <a:gd name="T68" fmla="*/ 175 w 28"/>
                <a:gd name="T69" fmla="*/ 349 h 23"/>
                <a:gd name="T70" fmla="*/ 238 w 28"/>
                <a:gd name="T71" fmla="*/ 320 h 23"/>
                <a:gd name="T72" fmla="*/ 283 w 28"/>
                <a:gd name="T73" fmla="*/ 258 h 23"/>
                <a:gd name="T74" fmla="*/ 300 w 28"/>
                <a:gd name="T75" fmla="*/ 183 h 23"/>
                <a:gd name="T76" fmla="*/ 300 w 28"/>
                <a:gd name="T77" fmla="*/ 124 h 23"/>
                <a:gd name="T78" fmla="*/ 300 w 28"/>
                <a:gd name="T79" fmla="*/ 124 h 23"/>
                <a:gd name="T80" fmla="*/ 300 w 28"/>
                <a:gd name="T81" fmla="*/ 124 h 23"/>
                <a:gd name="T82" fmla="*/ 283 w 28"/>
                <a:gd name="T83" fmla="*/ 124 h 23"/>
                <a:gd name="T84" fmla="*/ 300 w 28"/>
                <a:gd name="T85" fmla="*/ 124 h 23"/>
                <a:gd name="T86" fmla="*/ 300 w 28"/>
                <a:gd name="T87" fmla="*/ 124 h 23"/>
                <a:gd name="T88" fmla="*/ 283 w 28"/>
                <a:gd name="T89" fmla="*/ 124 h 23"/>
                <a:gd name="T90" fmla="*/ 300 w 28"/>
                <a:gd name="T91" fmla="*/ 124 h 23"/>
                <a:gd name="T92" fmla="*/ 283 w 28"/>
                <a:gd name="T93" fmla="*/ 124 h 23"/>
                <a:gd name="T94" fmla="*/ 283 w 28"/>
                <a:gd name="T95" fmla="*/ 124 h 23"/>
                <a:gd name="T96" fmla="*/ 300 w 28"/>
                <a:gd name="T97" fmla="*/ 124 h 23"/>
                <a:gd name="T98" fmla="*/ 283 w 28"/>
                <a:gd name="T99" fmla="*/ 124 h 23"/>
                <a:gd name="T100" fmla="*/ 283 w 28"/>
                <a:gd name="T101" fmla="*/ 124 h 23"/>
                <a:gd name="T102" fmla="*/ 283 w 28"/>
                <a:gd name="T103" fmla="*/ 124 h 23"/>
                <a:gd name="T104" fmla="*/ 300 w 28"/>
                <a:gd name="T105" fmla="*/ 136 h 23"/>
                <a:gd name="T106" fmla="*/ 313 w 28"/>
                <a:gd name="T107" fmla="*/ 136 h 23"/>
                <a:gd name="T108" fmla="*/ 395 w 28"/>
                <a:gd name="T109" fmla="*/ 166 h 23"/>
                <a:gd name="T110" fmla="*/ 425 w 28"/>
                <a:gd name="T111" fmla="*/ 74 h 2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" h="23">
                  <a:moveTo>
                    <a:pt x="27" y="5"/>
                  </a:moveTo>
                  <a:cubicBezTo>
                    <a:pt x="26" y="4"/>
                    <a:pt x="25" y="2"/>
                    <a:pt x="23" y="2"/>
                  </a:cubicBezTo>
                  <a:cubicBezTo>
                    <a:pt x="22" y="1"/>
                    <a:pt x="20" y="0"/>
                    <a:pt x="18" y="0"/>
                  </a:cubicBezTo>
                  <a:cubicBezTo>
                    <a:pt x="17" y="0"/>
                    <a:pt x="15" y="1"/>
                    <a:pt x="13" y="2"/>
                  </a:cubicBezTo>
                  <a:cubicBezTo>
                    <a:pt x="12" y="4"/>
                    <a:pt x="11" y="6"/>
                    <a:pt x="11" y="8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11" y="11"/>
                    <a:pt x="11" y="12"/>
                  </a:cubicBezTo>
                  <a:cubicBezTo>
                    <a:pt x="11" y="13"/>
                    <a:pt x="11" y="14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4"/>
                    <a:pt x="9" y="1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1"/>
                    <a:pt x="6" y="9"/>
                    <a:pt x="4" y="10"/>
                  </a:cubicBezTo>
                  <a:cubicBezTo>
                    <a:pt x="2" y="11"/>
                    <a:pt x="0" y="13"/>
                    <a:pt x="1" y="15"/>
                  </a:cubicBezTo>
                  <a:cubicBezTo>
                    <a:pt x="1" y="15"/>
                    <a:pt x="2" y="17"/>
                    <a:pt x="3" y="19"/>
                  </a:cubicBezTo>
                  <a:cubicBezTo>
                    <a:pt x="4" y="20"/>
                    <a:pt x="4" y="21"/>
                    <a:pt x="6" y="21"/>
                  </a:cubicBezTo>
                  <a:cubicBezTo>
                    <a:pt x="7" y="22"/>
                    <a:pt x="9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3"/>
                    <a:pt x="14" y="22"/>
                    <a:pt x="15" y="21"/>
                  </a:cubicBezTo>
                  <a:cubicBezTo>
                    <a:pt x="17" y="20"/>
                    <a:pt x="18" y="18"/>
                    <a:pt x="18" y="17"/>
                  </a:cubicBezTo>
                  <a:cubicBezTo>
                    <a:pt x="19" y="15"/>
                    <a:pt x="19" y="13"/>
                    <a:pt x="19" y="12"/>
                  </a:cubicBezTo>
                  <a:cubicBezTo>
                    <a:pt x="19" y="10"/>
                    <a:pt x="19" y="9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11"/>
                    <a:pt x="23" y="12"/>
                    <a:pt x="25" y="11"/>
                  </a:cubicBezTo>
                  <a:cubicBezTo>
                    <a:pt x="27" y="10"/>
                    <a:pt x="28" y="7"/>
                    <a:pt x="27" y="5"/>
                  </a:cubicBezTo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5" name="Freeform 141">
              <a:extLst>
                <a:ext uri="{FF2B5EF4-FFF2-40B4-BE49-F238E27FC236}">
                  <a16:creationId xmlns:a16="http://schemas.microsoft.com/office/drawing/2014/main" id="{47E929A9-313E-4044-BE85-CE012D1CB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621"/>
              <a:ext cx="70" cy="55"/>
            </a:xfrm>
            <a:custGeom>
              <a:avLst/>
              <a:gdLst>
                <a:gd name="T0" fmla="*/ 345 w 28"/>
                <a:gd name="T1" fmla="*/ 33 h 22"/>
                <a:gd name="T2" fmla="*/ 175 w 28"/>
                <a:gd name="T3" fmla="*/ 33 h 22"/>
                <a:gd name="T4" fmla="*/ 145 w 28"/>
                <a:gd name="T5" fmla="*/ 125 h 22"/>
                <a:gd name="T6" fmla="*/ 158 w 28"/>
                <a:gd name="T7" fmla="*/ 208 h 22"/>
                <a:gd name="T8" fmla="*/ 158 w 28"/>
                <a:gd name="T9" fmla="*/ 238 h 22"/>
                <a:gd name="T10" fmla="*/ 158 w 28"/>
                <a:gd name="T11" fmla="*/ 238 h 22"/>
                <a:gd name="T12" fmla="*/ 175 w 28"/>
                <a:gd name="T13" fmla="*/ 238 h 22"/>
                <a:gd name="T14" fmla="*/ 188 w 28"/>
                <a:gd name="T15" fmla="*/ 238 h 22"/>
                <a:gd name="T16" fmla="*/ 158 w 28"/>
                <a:gd name="T17" fmla="*/ 238 h 22"/>
                <a:gd name="T18" fmla="*/ 175 w 28"/>
                <a:gd name="T19" fmla="*/ 220 h 22"/>
                <a:gd name="T20" fmla="*/ 175 w 28"/>
                <a:gd name="T21" fmla="*/ 220 h 22"/>
                <a:gd name="T22" fmla="*/ 175 w 28"/>
                <a:gd name="T23" fmla="*/ 238 h 22"/>
                <a:gd name="T24" fmla="*/ 175 w 28"/>
                <a:gd name="T25" fmla="*/ 220 h 22"/>
                <a:gd name="T26" fmla="*/ 158 w 28"/>
                <a:gd name="T27" fmla="*/ 220 h 22"/>
                <a:gd name="T28" fmla="*/ 125 w 28"/>
                <a:gd name="T29" fmla="*/ 188 h 22"/>
                <a:gd name="T30" fmla="*/ 95 w 28"/>
                <a:gd name="T31" fmla="*/ 208 h 22"/>
                <a:gd name="T32" fmla="*/ 125 w 28"/>
                <a:gd name="T33" fmla="*/ 188 h 22"/>
                <a:gd name="T34" fmla="*/ 125 w 28"/>
                <a:gd name="T35" fmla="*/ 188 h 22"/>
                <a:gd name="T36" fmla="*/ 20 w 28"/>
                <a:gd name="T37" fmla="*/ 250 h 22"/>
                <a:gd name="T38" fmla="*/ 95 w 28"/>
                <a:gd name="T39" fmla="*/ 333 h 22"/>
                <a:gd name="T40" fmla="*/ 188 w 28"/>
                <a:gd name="T41" fmla="*/ 345 h 22"/>
                <a:gd name="T42" fmla="*/ 270 w 28"/>
                <a:gd name="T43" fmla="*/ 283 h 22"/>
                <a:gd name="T44" fmla="*/ 270 w 28"/>
                <a:gd name="T45" fmla="*/ 175 h 22"/>
                <a:gd name="T46" fmla="*/ 270 w 28"/>
                <a:gd name="T47" fmla="*/ 125 h 22"/>
                <a:gd name="T48" fmla="*/ 250 w 28"/>
                <a:gd name="T49" fmla="*/ 113 h 22"/>
                <a:gd name="T50" fmla="*/ 270 w 28"/>
                <a:gd name="T51" fmla="*/ 125 h 22"/>
                <a:gd name="T52" fmla="*/ 270 w 28"/>
                <a:gd name="T53" fmla="*/ 125 h 22"/>
                <a:gd name="T54" fmla="*/ 250 w 28"/>
                <a:gd name="T55" fmla="*/ 125 h 22"/>
                <a:gd name="T56" fmla="*/ 250 w 28"/>
                <a:gd name="T57" fmla="*/ 113 h 22"/>
                <a:gd name="T58" fmla="*/ 250 w 28"/>
                <a:gd name="T59" fmla="*/ 125 h 22"/>
                <a:gd name="T60" fmla="*/ 250 w 28"/>
                <a:gd name="T61" fmla="*/ 125 h 22"/>
                <a:gd name="T62" fmla="*/ 250 w 28"/>
                <a:gd name="T63" fmla="*/ 125 h 22"/>
                <a:gd name="T64" fmla="*/ 283 w 28"/>
                <a:gd name="T65" fmla="*/ 145 h 22"/>
                <a:gd name="T66" fmla="*/ 408 w 28"/>
                <a:gd name="T67" fmla="*/ 175 h 2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8" h="22">
                  <a:moveTo>
                    <a:pt x="27" y="6"/>
                  </a:moveTo>
                  <a:cubicBezTo>
                    <a:pt x="26" y="4"/>
                    <a:pt x="24" y="3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5" y="0"/>
                    <a:pt x="13" y="1"/>
                    <a:pt x="11" y="2"/>
                  </a:cubicBezTo>
                  <a:cubicBezTo>
                    <a:pt x="10" y="3"/>
                    <a:pt x="10" y="4"/>
                    <a:pt x="10" y="5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10"/>
                    <a:pt x="9" y="12"/>
                    <a:pt x="10" y="13"/>
                  </a:cubicBezTo>
                  <a:cubicBezTo>
                    <a:pt x="10" y="14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9" y="13"/>
                    <a:pt x="9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0"/>
                    <a:pt x="5" y="9"/>
                    <a:pt x="3" y="10"/>
                  </a:cubicBezTo>
                  <a:cubicBezTo>
                    <a:pt x="1" y="11"/>
                    <a:pt x="0" y="14"/>
                    <a:pt x="1" y="16"/>
                  </a:cubicBezTo>
                  <a:cubicBezTo>
                    <a:pt x="1" y="16"/>
                    <a:pt x="2" y="17"/>
                    <a:pt x="3" y="19"/>
                  </a:cubicBezTo>
                  <a:cubicBezTo>
                    <a:pt x="4" y="19"/>
                    <a:pt x="5" y="20"/>
                    <a:pt x="6" y="21"/>
                  </a:cubicBezTo>
                  <a:cubicBezTo>
                    <a:pt x="7" y="21"/>
                    <a:pt x="9" y="22"/>
                    <a:pt x="10" y="22"/>
                  </a:cubicBezTo>
                  <a:cubicBezTo>
                    <a:pt x="11" y="22"/>
                    <a:pt x="11" y="22"/>
                    <a:pt x="12" y="22"/>
                  </a:cubicBezTo>
                  <a:cubicBezTo>
                    <a:pt x="13" y="22"/>
                    <a:pt x="14" y="21"/>
                    <a:pt x="14" y="21"/>
                  </a:cubicBezTo>
                  <a:cubicBezTo>
                    <a:pt x="16" y="20"/>
                    <a:pt x="17" y="19"/>
                    <a:pt x="17" y="18"/>
                  </a:cubicBezTo>
                  <a:cubicBezTo>
                    <a:pt x="18" y="17"/>
                    <a:pt x="18" y="16"/>
                    <a:pt x="18" y="15"/>
                  </a:cubicBezTo>
                  <a:cubicBezTo>
                    <a:pt x="18" y="14"/>
                    <a:pt x="18" y="12"/>
                    <a:pt x="17" y="11"/>
                  </a:cubicBezTo>
                  <a:cubicBezTo>
                    <a:pt x="17" y="10"/>
                    <a:pt x="17" y="9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8" y="9"/>
                    <a:pt x="18" y="9"/>
                  </a:cubicBezTo>
                  <a:cubicBezTo>
                    <a:pt x="19" y="10"/>
                    <a:pt x="20" y="10"/>
                    <a:pt x="20" y="11"/>
                  </a:cubicBezTo>
                  <a:cubicBezTo>
                    <a:pt x="22" y="12"/>
                    <a:pt x="24" y="13"/>
                    <a:pt x="26" y="11"/>
                  </a:cubicBezTo>
                  <a:cubicBezTo>
                    <a:pt x="28" y="10"/>
                    <a:pt x="28" y="8"/>
                    <a:pt x="27" y="6"/>
                  </a:cubicBezTo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6" name="Freeform 142">
              <a:extLst>
                <a:ext uri="{FF2B5EF4-FFF2-40B4-BE49-F238E27FC236}">
                  <a16:creationId xmlns:a16="http://schemas.microsoft.com/office/drawing/2014/main" id="{16F9714C-9155-4181-A396-A1D485312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466"/>
              <a:ext cx="72" cy="50"/>
            </a:xfrm>
            <a:custGeom>
              <a:avLst/>
              <a:gdLst>
                <a:gd name="T0" fmla="*/ 432 w 29"/>
                <a:gd name="T1" fmla="*/ 113 h 20"/>
                <a:gd name="T2" fmla="*/ 382 w 29"/>
                <a:gd name="T3" fmla="*/ 33 h 20"/>
                <a:gd name="T4" fmla="*/ 290 w 29"/>
                <a:gd name="T5" fmla="*/ 0 h 20"/>
                <a:gd name="T6" fmla="*/ 216 w 29"/>
                <a:gd name="T7" fmla="*/ 33 h 20"/>
                <a:gd name="T8" fmla="*/ 184 w 29"/>
                <a:gd name="T9" fmla="*/ 113 h 20"/>
                <a:gd name="T10" fmla="*/ 166 w 29"/>
                <a:gd name="T11" fmla="*/ 188 h 20"/>
                <a:gd name="T12" fmla="*/ 166 w 29"/>
                <a:gd name="T13" fmla="*/ 188 h 20"/>
                <a:gd name="T14" fmla="*/ 154 w 29"/>
                <a:gd name="T15" fmla="*/ 188 h 20"/>
                <a:gd name="T16" fmla="*/ 166 w 29"/>
                <a:gd name="T17" fmla="*/ 188 h 20"/>
                <a:gd name="T18" fmla="*/ 166 w 29"/>
                <a:gd name="T19" fmla="*/ 188 h 20"/>
                <a:gd name="T20" fmla="*/ 154 w 29"/>
                <a:gd name="T21" fmla="*/ 188 h 20"/>
                <a:gd name="T22" fmla="*/ 166 w 29"/>
                <a:gd name="T23" fmla="*/ 188 h 20"/>
                <a:gd name="T24" fmla="*/ 166 w 29"/>
                <a:gd name="T25" fmla="*/ 188 h 20"/>
                <a:gd name="T26" fmla="*/ 154 w 29"/>
                <a:gd name="T27" fmla="*/ 188 h 20"/>
                <a:gd name="T28" fmla="*/ 154 w 29"/>
                <a:gd name="T29" fmla="*/ 188 h 20"/>
                <a:gd name="T30" fmla="*/ 124 w 29"/>
                <a:gd name="T31" fmla="*/ 175 h 20"/>
                <a:gd name="T32" fmla="*/ 124 w 29"/>
                <a:gd name="T33" fmla="*/ 175 h 20"/>
                <a:gd name="T34" fmla="*/ 124 w 29"/>
                <a:gd name="T35" fmla="*/ 158 h 20"/>
                <a:gd name="T36" fmla="*/ 104 w 29"/>
                <a:gd name="T37" fmla="*/ 175 h 20"/>
                <a:gd name="T38" fmla="*/ 124 w 29"/>
                <a:gd name="T39" fmla="*/ 175 h 20"/>
                <a:gd name="T40" fmla="*/ 124 w 29"/>
                <a:gd name="T41" fmla="*/ 158 h 20"/>
                <a:gd name="T42" fmla="*/ 104 w 29"/>
                <a:gd name="T43" fmla="*/ 175 h 20"/>
                <a:gd name="T44" fmla="*/ 124 w 29"/>
                <a:gd name="T45" fmla="*/ 175 h 20"/>
                <a:gd name="T46" fmla="*/ 42 w 29"/>
                <a:gd name="T47" fmla="*/ 125 h 20"/>
                <a:gd name="T48" fmla="*/ 0 w 29"/>
                <a:gd name="T49" fmla="*/ 208 h 20"/>
                <a:gd name="T50" fmla="*/ 30 w 29"/>
                <a:gd name="T51" fmla="*/ 250 h 20"/>
                <a:gd name="T52" fmla="*/ 137 w 29"/>
                <a:gd name="T53" fmla="*/ 313 h 20"/>
                <a:gd name="T54" fmla="*/ 154 w 29"/>
                <a:gd name="T55" fmla="*/ 313 h 20"/>
                <a:gd name="T56" fmla="*/ 228 w 29"/>
                <a:gd name="T57" fmla="*/ 300 h 20"/>
                <a:gd name="T58" fmla="*/ 290 w 29"/>
                <a:gd name="T59" fmla="*/ 220 h 20"/>
                <a:gd name="T60" fmla="*/ 308 w 29"/>
                <a:gd name="T61" fmla="*/ 125 h 20"/>
                <a:gd name="T62" fmla="*/ 308 w 29"/>
                <a:gd name="T63" fmla="*/ 125 h 20"/>
                <a:gd name="T64" fmla="*/ 290 w 29"/>
                <a:gd name="T65" fmla="*/ 113 h 20"/>
                <a:gd name="T66" fmla="*/ 308 w 29"/>
                <a:gd name="T67" fmla="*/ 125 h 20"/>
                <a:gd name="T68" fmla="*/ 308 w 29"/>
                <a:gd name="T69" fmla="*/ 125 h 20"/>
                <a:gd name="T70" fmla="*/ 290 w 29"/>
                <a:gd name="T71" fmla="*/ 113 h 20"/>
                <a:gd name="T72" fmla="*/ 308 w 29"/>
                <a:gd name="T73" fmla="*/ 125 h 20"/>
                <a:gd name="T74" fmla="*/ 290 w 29"/>
                <a:gd name="T75" fmla="*/ 113 h 20"/>
                <a:gd name="T76" fmla="*/ 290 w 29"/>
                <a:gd name="T77" fmla="*/ 125 h 20"/>
                <a:gd name="T78" fmla="*/ 308 w 29"/>
                <a:gd name="T79" fmla="*/ 125 h 20"/>
                <a:gd name="T80" fmla="*/ 290 w 29"/>
                <a:gd name="T81" fmla="*/ 113 h 20"/>
                <a:gd name="T82" fmla="*/ 290 w 29"/>
                <a:gd name="T83" fmla="*/ 125 h 20"/>
                <a:gd name="T84" fmla="*/ 290 w 29"/>
                <a:gd name="T85" fmla="*/ 125 h 20"/>
                <a:gd name="T86" fmla="*/ 290 w 29"/>
                <a:gd name="T87" fmla="*/ 125 h 20"/>
                <a:gd name="T88" fmla="*/ 290 w 29"/>
                <a:gd name="T89" fmla="*/ 125 h 20"/>
                <a:gd name="T90" fmla="*/ 290 w 29"/>
                <a:gd name="T91" fmla="*/ 125 h 20"/>
                <a:gd name="T92" fmla="*/ 290 w 29"/>
                <a:gd name="T93" fmla="*/ 125 h 20"/>
                <a:gd name="T94" fmla="*/ 308 w 29"/>
                <a:gd name="T95" fmla="*/ 125 h 20"/>
                <a:gd name="T96" fmla="*/ 308 w 29"/>
                <a:gd name="T97" fmla="*/ 145 h 20"/>
                <a:gd name="T98" fmla="*/ 382 w 29"/>
                <a:gd name="T99" fmla="*/ 188 h 20"/>
                <a:gd name="T100" fmla="*/ 432 w 29"/>
                <a:gd name="T101" fmla="*/ 113 h 2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9" h="20">
                  <a:moveTo>
                    <a:pt x="28" y="7"/>
                  </a:moveTo>
                  <a:cubicBezTo>
                    <a:pt x="27" y="5"/>
                    <a:pt x="26" y="3"/>
                    <a:pt x="25" y="2"/>
                  </a:cubicBezTo>
                  <a:cubicBezTo>
                    <a:pt x="23" y="1"/>
                    <a:pt x="21" y="0"/>
                    <a:pt x="19" y="0"/>
                  </a:cubicBezTo>
                  <a:cubicBezTo>
                    <a:pt x="18" y="0"/>
                    <a:pt x="16" y="1"/>
                    <a:pt x="14" y="2"/>
                  </a:cubicBezTo>
                  <a:cubicBezTo>
                    <a:pt x="13" y="3"/>
                    <a:pt x="12" y="5"/>
                    <a:pt x="12" y="7"/>
                  </a:cubicBezTo>
                  <a:cubicBezTo>
                    <a:pt x="12" y="9"/>
                    <a:pt x="11" y="11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2"/>
                    <a:pt x="9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8"/>
                    <a:pt x="5" y="7"/>
                    <a:pt x="3" y="8"/>
                  </a:cubicBezTo>
                  <a:cubicBezTo>
                    <a:pt x="1" y="8"/>
                    <a:pt x="0" y="10"/>
                    <a:pt x="0" y="13"/>
                  </a:cubicBezTo>
                  <a:cubicBezTo>
                    <a:pt x="0" y="13"/>
                    <a:pt x="1" y="14"/>
                    <a:pt x="2" y="16"/>
                  </a:cubicBezTo>
                  <a:cubicBezTo>
                    <a:pt x="3" y="18"/>
                    <a:pt x="6" y="19"/>
                    <a:pt x="9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2" y="20"/>
                    <a:pt x="14" y="19"/>
                    <a:pt x="15" y="19"/>
                  </a:cubicBezTo>
                  <a:cubicBezTo>
                    <a:pt x="17" y="17"/>
                    <a:pt x="18" y="15"/>
                    <a:pt x="19" y="14"/>
                  </a:cubicBezTo>
                  <a:cubicBezTo>
                    <a:pt x="19" y="12"/>
                    <a:pt x="20" y="10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11"/>
                    <a:pt x="23" y="12"/>
                    <a:pt x="25" y="12"/>
                  </a:cubicBezTo>
                  <a:cubicBezTo>
                    <a:pt x="27" y="11"/>
                    <a:pt x="29" y="9"/>
                    <a:pt x="28" y="7"/>
                  </a:cubicBezTo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7" name="Freeform 143">
              <a:extLst>
                <a:ext uri="{FF2B5EF4-FFF2-40B4-BE49-F238E27FC236}">
                  <a16:creationId xmlns:a16="http://schemas.microsoft.com/office/drawing/2014/main" id="{54362352-4560-43C7-BD22-32C06AD36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553"/>
              <a:ext cx="1380" cy="70"/>
            </a:xfrm>
            <a:custGeom>
              <a:avLst/>
              <a:gdLst>
                <a:gd name="T0" fmla="*/ 8613 w 552"/>
                <a:gd name="T1" fmla="*/ 438 h 28"/>
                <a:gd name="T2" fmla="*/ 8625 w 552"/>
                <a:gd name="T3" fmla="*/ 220 h 28"/>
                <a:gd name="T4" fmla="*/ 8613 w 552"/>
                <a:gd name="T5" fmla="*/ 0 h 28"/>
                <a:gd name="T6" fmla="*/ 8613 w 552"/>
                <a:gd name="T7" fmla="*/ 0 h 28"/>
                <a:gd name="T8" fmla="*/ 83 w 552"/>
                <a:gd name="T9" fmla="*/ 0 h 28"/>
                <a:gd name="T10" fmla="*/ 83 w 552"/>
                <a:gd name="T11" fmla="*/ 438 h 28"/>
                <a:gd name="T12" fmla="*/ 8613 w 552"/>
                <a:gd name="T13" fmla="*/ 438 h 28"/>
                <a:gd name="T14" fmla="*/ 8613 w 552"/>
                <a:gd name="T15" fmla="*/ 43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2" h="28">
                  <a:moveTo>
                    <a:pt x="551" y="28"/>
                  </a:moveTo>
                  <a:cubicBezTo>
                    <a:pt x="552" y="24"/>
                    <a:pt x="552" y="19"/>
                    <a:pt x="552" y="14"/>
                  </a:cubicBezTo>
                  <a:cubicBezTo>
                    <a:pt x="552" y="9"/>
                    <a:pt x="552" y="4"/>
                    <a:pt x="551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19"/>
                    <a:pt x="5" y="28"/>
                  </a:cubicBezTo>
                  <a:cubicBezTo>
                    <a:pt x="551" y="28"/>
                    <a:pt x="551" y="28"/>
                    <a:pt x="551" y="28"/>
                  </a:cubicBezTo>
                  <a:cubicBezTo>
                    <a:pt x="551" y="28"/>
                    <a:pt x="551" y="28"/>
                    <a:pt x="551" y="28"/>
                  </a:cubicBezTo>
                </a:path>
              </a:pathLst>
            </a:custGeom>
            <a:solidFill>
              <a:srgbClr val="8EA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8" name="Freeform 144">
              <a:extLst>
                <a:ext uri="{FF2B5EF4-FFF2-40B4-BE49-F238E27FC236}">
                  <a16:creationId xmlns:a16="http://schemas.microsoft.com/office/drawing/2014/main" id="{9A9245B4-633C-4617-8F91-8907764187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8" y="1471"/>
              <a:ext cx="110" cy="170"/>
            </a:xfrm>
            <a:custGeom>
              <a:avLst/>
              <a:gdLst>
                <a:gd name="T0" fmla="*/ 595 w 44"/>
                <a:gd name="T1" fmla="*/ 970 h 68"/>
                <a:gd name="T2" fmla="*/ 488 w 44"/>
                <a:gd name="T3" fmla="*/ 970 h 68"/>
                <a:gd name="T4" fmla="*/ 438 w 44"/>
                <a:gd name="T5" fmla="*/ 1063 h 68"/>
                <a:gd name="T6" fmla="*/ 550 w 44"/>
                <a:gd name="T7" fmla="*/ 1063 h 68"/>
                <a:gd name="T8" fmla="*/ 595 w 44"/>
                <a:gd name="T9" fmla="*/ 970 h 68"/>
                <a:gd name="T10" fmla="*/ 345 w 44"/>
                <a:gd name="T11" fmla="*/ 0 h 68"/>
                <a:gd name="T12" fmla="*/ 220 w 44"/>
                <a:gd name="T13" fmla="*/ 50 h 68"/>
                <a:gd name="T14" fmla="*/ 113 w 44"/>
                <a:gd name="T15" fmla="*/ 208 h 68"/>
                <a:gd name="T16" fmla="*/ 20 w 44"/>
                <a:gd name="T17" fmla="*/ 520 h 68"/>
                <a:gd name="T18" fmla="*/ 20 w 44"/>
                <a:gd name="T19" fmla="*/ 533 h 68"/>
                <a:gd name="T20" fmla="*/ 0 w 44"/>
                <a:gd name="T21" fmla="*/ 708 h 68"/>
                <a:gd name="T22" fmla="*/ 0 w 44"/>
                <a:gd name="T23" fmla="*/ 708 h 68"/>
                <a:gd name="T24" fmla="*/ 0 w 44"/>
                <a:gd name="T25" fmla="*/ 738 h 68"/>
                <a:gd name="T26" fmla="*/ 0 w 44"/>
                <a:gd name="T27" fmla="*/ 738 h 68"/>
                <a:gd name="T28" fmla="*/ 20 w 44"/>
                <a:gd name="T29" fmla="*/ 938 h 68"/>
                <a:gd name="T30" fmla="*/ 20 w 44"/>
                <a:gd name="T31" fmla="*/ 958 h 68"/>
                <a:gd name="T32" fmla="*/ 33 w 44"/>
                <a:gd name="T33" fmla="*/ 1063 h 68"/>
                <a:gd name="T34" fmla="*/ 270 w 44"/>
                <a:gd name="T35" fmla="*/ 1063 h 68"/>
                <a:gd name="T36" fmla="*/ 220 w 44"/>
                <a:gd name="T37" fmla="*/ 970 h 68"/>
                <a:gd name="T38" fmla="*/ 220 w 44"/>
                <a:gd name="T39" fmla="*/ 970 h 68"/>
                <a:gd name="T40" fmla="*/ 188 w 44"/>
                <a:gd name="T41" fmla="*/ 958 h 68"/>
                <a:gd name="T42" fmla="*/ 158 w 44"/>
                <a:gd name="T43" fmla="*/ 738 h 68"/>
                <a:gd name="T44" fmla="*/ 188 w 44"/>
                <a:gd name="T45" fmla="*/ 520 h 68"/>
                <a:gd name="T46" fmla="*/ 188 w 44"/>
                <a:gd name="T47" fmla="*/ 520 h 68"/>
                <a:gd name="T48" fmla="*/ 220 w 44"/>
                <a:gd name="T49" fmla="*/ 500 h 68"/>
                <a:gd name="T50" fmla="*/ 220 w 44"/>
                <a:gd name="T51" fmla="*/ 500 h 68"/>
                <a:gd name="T52" fmla="*/ 345 w 44"/>
                <a:gd name="T53" fmla="*/ 363 h 68"/>
                <a:gd name="T54" fmla="*/ 488 w 44"/>
                <a:gd name="T55" fmla="*/ 500 h 68"/>
                <a:gd name="T56" fmla="*/ 688 w 44"/>
                <a:gd name="T57" fmla="*/ 500 h 68"/>
                <a:gd name="T58" fmla="*/ 675 w 44"/>
                <a:gd name="T59" fmla="*/ 488 h 68"/>
                <a:gd name="T60" fmla="*/ 550 w 44"/>
                <a:gd name="T61" fmla="*/ 125 h 68"/>
                <a:gd name="T62" fmla="*/ 345 w 44"/>
                <a:gd name="T63" fmla="*/ 0 h 6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4" h="68">
                  <a:moveTo>
                    <a:pt x="38" y="62"/>
                  </a:moveTo>
                  <a:cubicBezTo>
                    <a:pt x="31" y="62"/>
                    <a:pt x="31" y="62"/>
                    <a:pt x="31" y="62"/>
                  </a:cubicBezTo>
                  <a:cubicBezTo>
                    <a:pt x="30" y="64"/>
                    <a:pt x="29" y="66"/>
                    <a:pt x="28" y="68"/>
                  </a:cubicBezTo>
                  <a:cubicBezTo>
                    <a:pt x="35" y="68"/>
                    <a:pt x="35" y="68"/>
                    <a:pt x="35" y="68"/>
                  </a:cubicBezTo>
                  <a:cubicBezTo>
                    <a:pt x="38" y="62"/>
                    <a:pt x="38" y="62"/>
                    <a:pt x="38" y="62"/>
                  </a:cubicBezTo>
                  <a:moveTo>
                    <a:pt x="22" y="0"/>
                  </a:moveTo>
                  <a:cubicBezTo>
                    <a:pt x="19" y="0"/>
                    <a:pt x="17" y="1"/>
                    <a:pt x="14" y="3"/>
                  </a:cubicBezTo>
                  <a:cubicBezTo>
                    <a:pt x="11" y="5"/>
                    <a:pt x="9" y="9"/>
                    <a:pt x="7" y="13"/>
                  </a:cubicBezTo>
                  <a:cubicBezTo>
                    <a:pt x="4" y="19"/>
                    <a:pt x="2" y="26"/>
                    <a:pt x="1" y="33"/>
                  </a:cubicBezTo>
                  <a:cubicBezTo>
                    <a:pt x="1" y="33"/>
                    <a:pt x="1" y="33"/>
                    <a:pt x="1" y="34"/>
                  </a:cubicBezTo>
                  <a:cubicBezTo>
                    <a:pt x="0" y="37"/>
                    <a:pt x="0" y="41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6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2"/>
                    <a:pt x="0" y="56"/>
                    <a:pt x="1" y="60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3"/>
                    <a:pt x="2" y="66"/>
                    <a:pt x="2" y="68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6" y="66"/>
                    <a:pt x="15" y="64"/>
                    <a:pt x="14" y="62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3" y="62"/>
                    <a:pt x="12" y="62"/>
                    <a:pt x="12" y="61"/>
                  </a:cubicBezTo>
                  <a:cubicBezTo>
                    <a:pt x="11" y="57"/>
                    <a:pt x="10" y="52"/>
                    <a:pt x="10" y="47"/>
                  </a:cubicBezTo>
                  <a:cubicBezTo>
                    <a:pt x="10" y="42"/>
                    <a:pt x="11" y="37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2"/>
                    <a:pt x="13" y="32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6" y="26"/>
                    <a:pt x="19" y="23"/>
                    <a:pt x="22" y="23"/>
                  </a:cubicBezTo>
                  <a:cubicBezTo>
                    <a:pt x="26" y="23"/>
                    <a:pt x="29" y="26"/>
                    <a:pt x="31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2" y="22"/>
                    <a:pt x="39" y="14"/>
                    <a:pt x="35" y="8"/>
                  </a:cubicBezTo>
                  <a:cubicBezTo>
                    <a:pt x="31" y="3"/>
                    <a:pt x="27" y="0"/>
                    <a:pt x="22" y="0"/>
                  </a:cubicBezTo>
                </a:path>
              </a:pathLst>
            </a:custGeom>
            <a:solidFill>
              <a:srgbClr val="C59B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9" name="Freeform 145">
              <a:extLst>
                <a:ext uri="{FF2B5EF4-FFF2-40B4-BE49-F238E27FC236}">
                  <a16:creationId xmlns:a16="http://schemas.microsoft.com/office/drawing/2014/main" id="{7DC2F429-1B8F-464C-B465-431CFAF40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626"/>
              <a:ext cx="103" cy="80"/>
            </a:xfrm>
            <a:custGeom>
              <a:avLst/>
              <a:gdLst>
                <a:gd name="T0" fmla="*/ 651 w 41"/>
                <a:gd name="T1" fmla="*/ 0 h 32"/>
                <a:gd name="T2" fmla="*/ 568 w 41"/>
                <a:gd name="T3" fmla="*/ 0 h 32"/>
                <a:gd name="T4" fmla="*/ 525 w 41"/>
                <a:gd name="T5" fmla="*/ 95 h 32"/>
                <a:gd name="T6" fmla="*/ 409 w 41"/>
                <a:gd name="T7" fmla="*/ 95 h 32"/>
                <a:gd name="T8" fmla="*/ 317 w 41"/>
                <a:gd name="T9" fmla="*/ 145 h 32"/>
                <a:gd name="T10" fmla="*/ 239 w 41"/>
                <a:gd name="T11" fmla="*/ 95 h 32"/>
                <a:gd name="T12" fmla="*/ 0 w 41"/>
                <a:gd name="T13" fmla="*/ 95 h 32"/>
                <a:gd name="T14" fmla="*/ 188 w 41"/>
                <a:gd name="T15" fmla="*/ 458 h 32"/>
                <a:gd name="T16" fmla="*/ 317 w 41"/>
                <a:gd name="T17" fmla="*/ 500 h 32"/>
                <a:gd name="T18" fmla="*/ 430 w 41"/>
                <a:gd name="T19" fmla="*/ 470 h 32"/>
                <a:gd name="T20" fmla="*/ 538 w 41"/>
                <a:gd name="T21" fmla="*/ 363 h 32"/>
                <a:gd name="T22" fmla="*/ 651 w 41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8"/>
                    <a:pt x="22" y="9"/>
                    <a:pt x="20" y="9"/>
                  </a:cubicBezTo>
                  <a:cubicBezTo>
                    <a:pt x="18" y="9"/>
                    <a:pt x="17" y="8"/>
                    <a:pt x="15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16"/>
                    <a:pt x="7" y="25"/>
                    <a:pt x="12" y="29"/>
                  </a:cubicBezTo>
                  <a:cubicBezTo>
                    <a:pt x="15" y="31"/>
                    <a:pt x="17" y="32"/>
                    <a:pt x="20" y="32"/>
                  </a:cubicBezTo>
                  <a:cubicBezTo>
                    <a:pt x="23" y="32"/>
                    <a:pt x="25" y="31"/>
                    <a:pt x="27" y="30"/>
                  </a:cubicBezTo>
                  <a:cubicBezTo>
                    <a:pt x="29" y="28"/>
                    <a:pt x="32" y="26"/>
                    <a:pt x="34" y="23"/>
                  </a:cubicBezTo>
                  <a:cubicBezTo>
                    <a:pt x="37" y="17"/>
                    <a:pt x="40" y="9"/>
                    <a:pt x="41" y="0"/>
                  </a:cubicBezTo>
                </a:path>
              </a:pathLst>
            </a:custGeom>
            <a:solidFill>
              <a:srgbClr val="C391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0" name="Freeform 146">
              <a:extLst>
                <a:ext uri="{FF2B5EF4-FFF2-40B4-BE49-F238E27FC236}">
                  <a16:creationId xmlns:a16="http://schemas.microsoft.com/office/drawing/2014/main" id="{8DE5A5CF-1E87-464C-8A4F-062636FF4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553"/>
              <a:ext cx="878" cy="70"/>
            </a:xfrm>
            <a:custGeom>
              <a:avLst/>
              <a:gdLst>
                <a:gd name="T0" fmla="*/ 20 w 351"/>
                <a:gd name="T1" fmla="*/ 438 h 28"/>
                <a:gd name="T2" fmla="*/ 0 w 351"/>
                <a:gd name="T3" fmla="*/ 220 h 28"/>
                <a:gd name="T4" fmla="*/ 20 w 351"/>
                <a:gd name="T5" fmla="*/ 0 h 28"/>
                <a:gd name="T6" fmla="*/ 5493 w 351"/>
                <a:gd name="T7" fmla="*/ 0 h 28"/>
                <a:gd name="T8" fmla="*/ 5476 w 351"/>
                <a:gd name="T9" fmla="*/ 220 h 28"/>
                <a:gd name="T10" fmla="*/ 5493 w 351"/>
                <a:gd name="T11" fmla="*/ 438 h 28"/>
                <a:gd name="T12" fmla="*/ 20 w 351"/>
                <a:gd name="T13" fmla="*/ 43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1" h="28">
                  <a:moveTo>
                    <a:pt x="1" y="28"/>
                  </a:moveTo>
                  <a:cubicBezTo>
                    <a:pt x="1" y="23"/>
                    <a:pt x="0" y="19"/>
                    <a:pt x="0" y="14"/>
                  </a:cubicBezTo>
                  <a:cubicBezTo>
                    <a:pt x="0" y="9"/>
                    <a:pt x="1" y="5"/>
                    <a:pt x="1" y="0"/>
                  </a:cubicBezTo>
                  <a:cubicBezTo>
                    <a:pt x="351" y="0"/>
                    <a:pt x="351" y="0"/>
                    <a:pt x="351" y="0"/>
                  </a:cubicBezTo>
                  <a:cubicBezTo>
                    <a:pt x="351" y="5"/>
                    <a:pt x="350" y="9"/>
                    <a:pt x="350" y="14"/>
                  </a:cubicBezTo>
                  <a:cubicBezTo>
                    <a:pt x="350" y="19"/>
                    <a:pt x="351" y="23"/>
                    <a:pt x="351" y="28"/>
                  </a:cubicBezTo>
                  <a:cubicBezTo>
                    <a:pt x="1" y="28"/>
                    <a:pt x="1" y="28"/>
                    <a:pt x="1" y="28"/>
                  </a:cubicBezTo>
                </a:path>
              </a:pathLst>
            </a:custGeom>
            <a:solidFill>
              <a:srgbClr val="8EA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1" name="Freeform 147">
              <a:extLst>
                <a:ext uri="{FF2B5EF4-FFF2-40B4-BE49-F238E27FC236}">
                  <a16:creationId xmlns:a16="http://schemas.microsoft.com/office/drawing/2014/main" id="{EE1A3FF4-208B-4D2E-BA66-D4A1A9E67F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3" y="1528"/>
              <a:ext cx="43" cy="113"/>
            </a:xfrm>
            <a:custGeom>
              <a:avLst/>
              <a:gdLst>
                <a:gd name="T0" fmla="*/ 276 w 17"/>
                <a:gd name="T1" fmla="*/ 618 h 45"/>
                <a:gd name="T2" fmla="*/ 0 w 17"/>
                <a:gd name="T3" fmla="*/ 618 h 45"/>
                <a:gd name="T4" fmla="*/ 51 w 17"/>
                <a:gd name="T5" fmla="*/ 713 h 45"/>
                <a:gd name="T6" fmla="*/ 225 w 17"/>
                <a:gd name="T7" fmla="*/ 713 h 45"/>
                <a:gd name="T8" fmla="*/ 276 w 17"/>
                <a:gd name="T9" fmla="*/ 618 h 45"/>
                <a:gd name="T10" fmla="*/ 129 w 17"/>
                <a:gd name="T11" fmla="*/ 0 h 45"/>
                <a:gd name="T12" fmla="*/ 0 w 17"/>
                <a:gd name="T13" fmla="*/ 146 h 45"/>
                <a:gd name="T14" fmla="*/ 276 w 17"/>
                <a:gd name="T15" fmla="*/ 146 h 45"/>
                <a:gd name="T16" fmla="*/ 129 w 17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5">
                  <a:moveTo>
                    <a:pt x="17" y="39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1" y="41"/>
                    <a:pt x="2" y="43"/>
                    <a:pt x="3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3"/>
                    <a:pt x="16" y="41"/>
                    <a:pt x="17" y="39"/>
                  </a:cubicBezTo>
                  <a:moveTo>
                    <a:pt x="8" y="0"/>
                  </a:moveTo>
                  <a:cubicBezTo>
                    <a:pt x="5" y="0"/>
                    <a:pt x="2" y="3"/>
                    <a:pt x="0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3"/>
                    <a:pt x="12" y="0"/>
                    <a:pt x="8" y="0"/>
                  </a:cubicBezTo>
                </a:path>
              </a:pathLst>
            </a:custGeom>
            <a:solidFill>
              <a:srgbClr val="77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2" name="Freeform 148">
              <a:extLst>
                <a:ext uri="{FF2B5EF4-FFF2-40B4-BE49-F238E27FC236}">
                  <a16:creationId xmlns:a16="http://schemas.microsoft.com/office/drawing/2014/main" id="{3E1B01A1-252A-4722-9ECB-82B214CAD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641"/>
              <a:ext cx="27" cy="7"/>
            </a:xfrm>
            <a:custGeom>
              <a:avLst/>
              <a:gdLst>
                <a:gd name="T0" fmla="*/ 162 w 11"/>
                <a:gd name="T1" fmla="*/ 0 h 3"/>
                <a:gd name="T2" fmla="*/ 0 w 11"/>
                <a:gd name="T3" fmla="*/ 0 h 3"/>
                <a:gd name="T4" fmla="*/ 71 w 11"/>
                <a:gd name="T5" fmla="*/ 37 h 3"/>
                <a:gd name="T6" fmla="*/ 162 w 1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3" y="3"/>
                    <a:pt x="5" y="3"/>
                  </a:cubicBezTo>
                  <a:cubicBezTo>
                    <a:pt x="7" y="3"/>
                    <a:pt x="9" y="2"/>
                    <a:pt x="11" y="0"/>
                  </a:cubicBezTo>
                </a:path>
              </a:pathLst>
            </a:custGeom>
            <a:solidFill>
              <a:srgbClr val="7776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3" name="Freeform 149">
              <a:extLst>
                <a:ext uri="{FF2B5EF4-FFF2-40B4-BE49-F238E27FC236}">
                  <a16:creationId xmlns:a16="http://schemas.microsoft.com/office/drawing/2014/main" id="{86587868-18FD-481D-9824-D49FD3CE4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553"/>
              <a:ext cx="323" cy="70"/>
            </a:xfrm>
            <a:custGeom>
              <a:avLst/>
              <a:gdLst>
                <a:gd name="T0" fmla="*/ 33 w 129"/>
                <a:gd name="T1" fmla="*/ 0 h 28"/>
                <a:gd name="T2" fmla="*/ 2026 w 129"/>
                <a:gd name="T3" fmla="*/ 0 h 28"/>
                <a:gd name="T4" fmla="*/ 2026 w 129"/>
                <a:gd name="T5" fmla="*/ 33 h 28"/>
                <a:gd name="T6" fmla="*/ 2026 w 129"/>
                <a:gd name="T7" fmla="*/ 408 h 28"/>
                <a:gd name="T8" fmla="*/ 2026 w 129"/>
                <a:gd name="T9" fmla="*/ 408 h 28"/>
                <a:gd name="T10" fmla="*/ 2026 w 129"/>
                <a:gd name="T11" fmla="*/ 438 h 28"/>
                <a:gd name="T12" fmla="*/ 33 w 129"/>
                <a:gd name="T13" fmla="*/ 438 h 28"/>
                <a:gd name="T14" fmla="*/ 0 w 129"/>
                <a:gd name="T15" fmla="*/ 220 h 28"/>
                <a:gd name="T16" fmla="*/ 33 w 129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28">
                  <a:moveTo>
                    <a:pt x="2" y="0"/>
                  </a:moveTo>
                  <a:cubicBezTo>
                    <a:pt x="129" y="0"/>
                    <a:pt x="129" y="0"/>
                    <a:pt x="129" y="0"/>
                  </a:cubicBezTo>
                  <a:cubicBezTo>
                    <a:pt x="129" y="1"/>
                    <a:pt x="129" y="1"/>
                    <a:pt x="129" y="2"/>
                  </a:cubicBezTo>
                  <a:cubicBezTo>
                    <a:pt x="126" y="6"/>
                    <a:pt x="125" y="18"/>
                    <a:pt x="129" y="26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9" y="26"/>
                    <a:pt x="129" y="27"/>
                    <a:pt x="129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0" y="24"/>
                    <a:pt x="0" y="19"/>
                    <a:pt x="0" y="14"/>
                  </a:cubicBezTo>
                  <a:cubicBezTo>
                    <a:pt x="0" y="9"/>
                    <a:pt x="0" y="4"/>
                    <a:pt x="2" y="0"/>
                  </a:cubicBezTo>
                </a:path>
              </a:pathLst>
            </a:custGeom>
            <a:solidFill>
              <a:srgbClr val="8EA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4" name="Freeform 150">
              <a:extLst>
                <a:ext uri="{FF2B5EF4-FFF2-40B4-BE49-F238E27FC236}">
                  <a16:creationId xmlns:a16="http://schemas.microsoft.com/office/drawing/2014/main" id="{89930C6C-99FC-47B6-9CF7-ACFEDC912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553"/>
              <a:ext cx="52" cy="70"/>
            </a:xfrm>
            <a:custGeom>
              <a:avLst/>
              <a:gdLst>
                <a:gd name="T0" fmla="*/ 0 w 21"/>
                <a:gd name="T1" fmla="*/ 438 h 28"/>
                <a:gd name="T2" fmla="*/ 30 w 21"/>
                <a:gd name="T3" fmla="*/ 220 h 28"/>
                <a:gd name="T4" fmla="*/ 0 w 21"/>
                <a:gd name="T5" fmla="*/ 0 h 28"/>
                <a:gd name="T6" fmla="*/ 287 w 21"/>
                <a:gd name="T7" fmla="*/ 0 h 28"/>
                <a:gd name="T8" fmla="*/ 319 w 21"/>
                <a:gd name="T9" fmla="*/ 220 h 28"/>
                <a:gd name="T10" fmla="*/ 287 w 21"/>
                <a:gd name="T11" fmla="*/ 438 h 28"/>
                <a:gd name="T12" fmla="*/ 0 w 21"/>
                <a:gd name="T13" fmla="*/ 43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0" y="28"/>
                  </a:moveTo>
                  <a:cubicBezTo>
                    <a:pt x="2" y="24"/>
                    <a:pt x="2" y="19"/>
                    <a:pt x="2" y="14"/>
                  </a:cubicBezTo>
                  <a:cubicBezTo>
                    <a:pt x="2" y="9"/>
                    <a:pt x="2" y="4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4"/>
                    <a:pt x="21" y="9"/>
                    <a:pt x="21" y="14"/>
                  </a:cubicBezTo>
                  <a:cubicBezTo>
                    <a:pt x="21" y="19"/>
                    <a:pt x="20" y="24"/>
                    <a:pt x="19" y="28"/>
                  </a:cubicBezTo>
                  <a:cubicBezTo>
                    <a:pt x="0" y="28"/>
                    <a:pt x="0" y="28"/>
                    <a:pt x="0" y="28"/>
                  </a:cubicBezTo>
                </a:path>
              </a:pathLst>
            </a:custGeom>
            <a:solidFill>
              <a:srgbClr val="17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5" name="Freeform 151">
              <a:extLst>
                <a:ext uri="{FF2B5EF4-FFF2-40B4-BE49-F238E27FC236}">
                  <a16:creationId xmlns:a16="http://schemas.microsoft.com/office/drawing/2014/main" id="{0B194A4F-D298-4AB0-8460-D200A1CE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553"/>
              <a:ext cx="258" cy="70"/>
            </a:xfrm>
            <a:custGeom>
              <a:avLst/>
              <a:gdLst>
                <a:gd name="T0" fmla="*/ 0 w 103"/>
                <a:gd name="T1" fmla="*/ 438 h 28"/>
                <a:gd name="T2" fmla="*/ 20 w 103"/>
                <a:gd name="T3" fmla="*/ 220 h 28"/>
                <a:gd name="T4" fmla="*/ 0 w 103"/>
                <a:gd name="T5" fmla="*/ 0 h 28"/>
                <a:gd name="T6" fmla="*/ 0 w 103"/>
                <a:gd name="T7" fmla="*/ 0 h 28"/>
                <a:gd name="T8" fmla="*/ 1443 w 103"/>
                <a:gd name="T9" fmla="*/ 0 h 28"/>
                <a:gd name="T10" fmla="*/ 1443 w 103"/>
                <a:gd name="T11" fmla="*/ 438 h 28"/>
                <a:gd name="T12" fmla="*/ 0 w 103"/>
                <a:gd name="T13" fmla="*/ 438 h 28"/>
                <a:gd name="T14" fmla="*/ 0 w 103"/>
                <a:gd name="T15" fmla="*/ 43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28">
                  <a:moveTo>
                    <a:pt x="0" y="28"/>
                  </a:moveTo>
                  <a:cubicBezTo>
                    <a:pt x="1" y="24"/>
                    <a:pt x="1" y="19"/>
                    <a:pt x="1" y="14"/>
                  </a:cubicBezTo>
                  <a:cubicBezTo>
                    <a:pt x="1" y="9"/>
                    <a:pt x="1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03" y="4"/>
                    <a:pt x="103" y="24"/>
                    <a:pt x="92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</a:path>
              </a:pathLst>
            </a:custGeom>
            <a:solidFill>
              <a:srgbClr val="8EA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6" name="Freeform 152">
              <a:extLst>
                <a:ext uri="{FF2B5EF4-FFF2-40B4-BE49-F238E27FC236}">
                  <a16:creationId xmlns:a16="http://schemas.microsoft.com/office/drawing/2014/main" id="{6790A478-5C07-48FF-BCB3-2E75C50B2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553"/>
              <a:ext cx="53" cy="70"/>
            </a:xfrm>
            <a:custGeom>
              <a:avLst/>
              <a:gdLst>
                <a:gd name="T0" fmla="*/ 338 w 21"/>
                <a:gd name="T1" fmla="*/ 438 h 28"/>
                <a:gd name="T2" fmla="*/ 305 w 21"/>
                <a:gd name="T3" fmla="*/ 220 h 28"/>
                <a:gd name="T4" fmla="*/ 338 w 21"/>
                <a:gd name="T5" fmla="*/ 0 h 28"/>
                <a:gd name="T6" fmla="*/ 33 w 21"/>
                <a:gd name="T7" fmla="*/ 0 h 28"/>
                <a:gd name="T8" fmla="*/ 0 w 21"/>
                <a:gd name="T9" fmla="*/ 220 h 28"/>
                <a:gd name="T10" fmla="*/ 33 w 21"/>
                <a:gd name="T11" fmla="*/ 438 h 28"/>
                <a:gd name="T12" fmla="*/ 338 w 21"/>
                <a:gd name="T13" fmla="*/ 43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21" y="28"/>
                  </a:moveTo>
                  <a:cubicBezTo>
                    <a:pt x="20" y="24"/>
                    <a:pt x="19" y="19"/>
                    <a:pt x="19" y="14"/>
                  </a:cubicBezTo>
                  <a:cubicBezTo>
                    <a:pt x="19" y="9"/>
                    <a:pt x="20" y="4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4"/>
                    <a:pt x="0" y="9"/>
                    <a:pt x="0" y="14"/>
                  </a:cubicBezTo>
                  <a:cubicBezTo>
                    <a:pt x="0" y="19"/>
                    <a:pt x="1" y="24"/>
                    <a:pt x="2" y="28"/>
                  </a:cubicBezTo>
                  <a:cubicBezTo>
                    <a:pt x="21" y="28"/>
                    <a:pt x="21" y="28"/>
                    <a:pt x="21" y="28"/>
                  </a:cubicBezTo>
                </a:path>
              </a:pathLst>
            </a:custGeom>
            <a:solidFill>
              <a:srgbClr val="17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7" name="Rectangle 153">
              <a:extLst>
                <a:ext uri="{FF2B5EF4-FFF2-40B4-BE49-F238E27FC236}">
                  <a16:creationId xmlns:a16="http://schemas.microsoft.com/office/drawing/2014/main" id="{3F39E4AC-ABD9-4A06-BD05-B6D38438A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" y="1566"/>
              <a:ext cx="858" cy="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08" name="Rectangle 154">
              <a:extLst>
                <a:ext uri="{FF2B5EF4-FFF2-40B4-BE49-F238E27FC236}">
                  <a16:creationId xmlns:a16="http://schemas.microsoft.com/office/drawing/2014/main" id="{DA2890F4-70C0-4C60-B556-962B542BB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" y="1566"/>
              <a:ext cx="858" cy="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09" name="Rectangle 155">
              <a:extLst>
                <a:ext uri="{FF2B5EF4-FFF2-40B4-BE49-F238E27FC236}">
                  <a16:creationId xmlns:a16="http://schemas.microsoft.com/office/drawing/2014/main" id="{D3F16F90-21BA-4073-81BF-DDB60DB32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6" y="1566"/>
              <a:ext cx="302" cy="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10" name="Freeform 156">
              <a:extLst>
                <a:ext uri="{FF2B5EF4-FFF2-40B4-BE49-F238E27FC236}">
                  <a16:creationId xmlns:a16="http://schemas.microsoft.com/office/drawing/2014/main" id="{3206E299-DA69-4248-9627-7D9EA696D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566"/>
              <a:ext cx="302" cy="10"/>
            </a:xfrm>
            <a:custGeom>
              <a:avLst/>
              <a:gdLst>
                <a:gd name="T0" fmla="*/ 302 w 302"/>
                <a:gd name="T1" fmla="*/ 0 h 10"/>
                <a:gd name="T2" fmla="*/ 0 w 302"/>
                <a:gd name="T3" fmla="*/ 0 h 10"/>
                <a:gd name="T4" fmla="*/ 0 w 302"/>
                <a:gd name="T5" fmla="*/ 10 h 10"/>
                <a:gd name="T6" fmla="*/ 302 w 302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0">
                  <a:moveTo>
                    <a:pt x="302" y="0"/>
                  </a:moveTo>
                  <a:lnTo>
                    <a:pt x="0" y="0"/>
                  </a:lnTo>
                  <a:lnTo>
                    <a:pt x="0" y="10"/>
                  </a:lnTo>
                  <a:lnTo>
                    <a:pt x="302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1" name="Rectangle 157">
              <a:extLst>
                <a:ext uri="{FF2B5EF4-FFF2-40B4-BE49-F238E27FC236}">
                  <a16:creationId xmlns:a16="http://schemas.microsoft.com/office/drawing/2014/main" id="{90FEBCA4-0849-4D64-9872-7D19E66C0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566"/>
              <a:ext cx="1328" cy="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12" name="Rectangle 158">
              <a:extLst>
                <a:ext uri="{FF2B5EF4-FFF2-40B4-BE49-F238E27FC236}">
                  <a16:creationId xmlns:a16="http://schemas.microsoft.com/office/drawing/2014/main" id="{667C0171-2D39-487D-83FF-5FF14AFE6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566"/>
              <a:ext cx="1328" cy="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13" name="Freeform 159">
              <a:extLst>
                <a:ext uri="{FF2B5EF4-FFF2-40B4-BE49-F238E27FC236}">
                  <a16:creationId xmlns:a16="http://schemas.microsoft.com/office/drawing/2014/main" id="{6067DDD3-F796-4DF5-BF15-618513088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566"/>
              <a:ext cx="227" cy="45"/>
            </a:xfrm>
            <a:custGeom>
              <a:avLst/>
              <a:gdLst>
                <a:gd name="T0" fmla="*/ 30 w 91"/>
                <a:gd name="T1" fmla="*/ 63 h 18"/>
                <a:gd name="T2" fmla="*/ 1320 w 91"/>
                <a:gd name="T3" fmla="*/ 63 h 18"/>
                <a:gd name="T4" fmla="*/ 1320 w 91"/>
                <a:gd name="T5" fmla="*/ 33 h 18"/>
                <a:gd name="T6" fmla="*/ 1320 w 91"/>
                <a:gd name="T7" fmla="*/ 63 h 18"/>
                <a:gd name="T8" fmla="*/ 1337 w 91"/>
                <a:gd name="T9" fmla="*/ 63 h 18"/>
                <a:gd name="T10" fmla="*/ 1350 w 91"/>
                <a:gd name="T11" fmla="*/ 95 h 18"/>
                <a:gd name="T12" fmla="*/ 1350 w 91"/>
                <a:gd name="T13" fmla="*/ 145 h 18"/>
                <a:gd name="T14" fmla="*/ 1350 w 91"/>
                <a:gd name="T15" fmla="*/ 188 h 18"/>
                <a:gd name="T16" fmla="*/ 1320 w 91"/>
                <a:gd name="T17" fmla="*/ 220 h 18"/>
                <a:gd name="T18" fmla="*/ 1320 w 91"/>
                <a:gd name="T19" fmla="*/ 270 h 18"/>
                <a:gd name="T20" fmla="*/ 1369 w 91"/>
                <a:gd name="T21" fmla="*/ 283 h 18"/>
                <a:gd name="T22" fmla="*/ 1399 w 91"/>
                <a:gd name="T23" fmla="*/ 220 h 18"/>
                <a:gd name="T24" fmla="*/ 1412 w 91"/>
                <a:gd name="T25" fmla="*/ 145 h 18"/>
                <a:gd name="T26" fmla="*/ 1399 w 91"/>
                <a:gd name="T27" fmla="*/ 50 h 18"/>
                <a:gd name="T28" fmla="*/ 1369 w 91"/>
                <a:gd name="T29" fmla="*/ 20 h 18"/>
                <a:gd name="T30" fmla="*/ 1337 w 91"/>
                <a:gd name="T31" fmla="*/ 0 h 18"/>
                <a:gd name="T32" fmla="*/ 1320 w 91"/>
                <a:gd name="T33" fmla="*/ 0 h 18"/>
                <a:gd name="T34" fmla="*/ 30 w 91"/>
                <a:gd name="T35" fmla="*/ 0 h 18"/>
                <a:gd name="T36" fmla="*/ 0 w 91"/>
                <a:gd name="T37" fmla="*/ 33 h 18"/>
                <a:gd name="T38" fmla="*/ 30 w 91"/>
                <a:gd name="T39" fmla="*/ 63 h 1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1" h="18">
                  <a:moveTo>
                    <a:pt x="2" y="4"/>
                  </a:moveTo>
                  <a:cubicBezTo>
                    <a:pt x="85" y="4"/>
                    <a:pt x="85" y="4"/>
                    <a:pt x="85" y="4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6" y="4"/>
                    <a:pt x="86" y="5"/>
                    <a:pt x="87" y="6"/>
                  </a:cubicBezTo>
                  <a:cubicBezTo>
                    <a:pt x="87" y="7"/>
                    <a:pt x="87" y="8"/>
                    <a:pt x="87" y="9"/>
                  </a:cubicBezTo>
                  <a:cubicBezTo>
                    <a:pt x="87" y="10"/>
                    <a:pt x="87" y="11"/>
                    <a:pt x="87" y="12"/>
                  </a:cubicBezTo>
                  <a:cubicBezTo>
                    <a:pt x="86" y="13"/>
                    <a:pt x="86" y="14"/>
                    <a:pt x="85" y="14"/>
                  </a:cubicBezTo>
                  <a:cubicBezTo>
                    <a:pt x="84" y="15"/>
                    <a:pt x="84" y="16"/>
                    <a:pt x="85" y="17"/>
                  </a:cubicBezTo>
                  <a:cubicBezTo>
                    <a:pt x="86" y="18"/>
                    <a:pt x="87" y="18"/>
                    <a:pt x="88" y="18"/>
                  </a:cubicBezTo>
                  <a:cubicBezTo>
                    <a:pt x="89" y="16"/>
                    <a:pt x="90" y="15"/>
                    <a:pt x="90" y="14"/>
                  </a:cubicBezTo>
                  <a:cubicBezTo>
                    <a:pt x="91" y="12"/>
                    <a:pt x="91" y="11"/>
                    <a:pt x="91" y="9"/>
                  </a:cubicBezTo>
                  <a:cubicBezTo>
                    <a:pt x="91" y="7"/>
                    <a:pt x="91" y="5"/>
                    <a:pt x="90" y="3"/>
                  </a:cubicBezTo>
                  <a:cubicBezTo>
                    <a:pt x="90" y="2"/>
                    <a:pt x="89" y="2"/>
                    <a:pt x="88" y="1"/>
                  </a:cubicBezTo>
                  <a:cubicBezTo>
                    <a:pt x="88" y="0"/>
                    <a:pt x="87" y="0"/>
                    <a:pt x="86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4" name="Freeform 160">
              <a:extLst>
                <a:ext uri="{FF2B5EF4-FFF2-40B4-BE49-F238E27FC236}">
                  <a16:creationId xmlns:a16="http://schemas.microsoft.com/office/drawing/2014/main" id="{7B35AB75-06E6-4A33-8580-6E3E2DA7E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351"/>
              <a:ext cx="125" cy="40"/>
            </a:xfrm>
            <a:custGeom>
              <a:avLst/>
              <a:gdLst>
                <a:gd name="T0" fmla="*/ 783 w 50"/>
                <a:gd name="T1" fmla="*/ 220 h 16"/>
                <a:gd name="T2" fmla="*/ 595 w 50"/>
                <a:gd name="T3" fmla="*/ 50 h 16"/>
                <a:gd name="T4" fmla="*/ 313 w 50"/>
                <a:gd name="T5" fmla="*/ 0 h 16"/>
                <a:gd name="T6" fmla="*/ 20 w 50"/>
                <a:gd name="T7" fmla="*/ 33 h 16"/>
                <a:gd name="T8" fmla="*/ 0 w 50"/>
                <a:gd name="T9" fmla="*/ 50 h 16"/>
                <a:gd name="T10" fmla="*/ 20 w 50"/>
                <a:gd name="T11" fmla="*/ 63 h 16"/>
                <a:gd name="T12" fmla="*/ 313 w 50"/>
                <a:gd name="T13" fmla="*/ 33 h 16"/>
                <a:gd name="T14" fmla="*/ 595 w 50"/>
                <a:gd name="T15" fmla="*/ 83 h 16"/>
                <a:gd name="T16" fmla="*/ 750 w 50"/>
                <a:gd name="T17" fmla="*/ 238 h 16"/>
                <a:gd name="T18" fmla="*/ 770 w 50"/>
                <a:gd name="T19" fmla="*/ 238 h 16"/>
                <a:gd name="T20" fmla="*/ 783 w 50"/>
                <a:gd name="T21" fmla="*/ 22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16">
                  <a:moveTo>
                    <a:pt x="50" y="14"/>
                  </a:moveTo>
                  <a:cubicBezTo>
                    <a:pt x="48" y="9"/>
                    <a:pt x="44" y="5"/>
                    <a:pt x="38" y="3"/>
                  </a:cubicBezTo>
                  <a:cubicBezTo>
                    <a:pt x="33" y="1"/>
                    <a:pt x="27" y="0"/>
                    <a:pt x="20" y="0"/>
                  </a:cubicBezTo>
                  <a:cubicBezTo>
                    <a:pt x="13" y="0"/>
                    <a:pt x="5" y="1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6" y="3"/>
                    <a:pt x="13" y="2"/>
                    <a:pt x="20" y="2"/>
                  </a:cubicBezTo>
                  <a:cubicBezTo>
                    <a:pt x="26" y="2"/>
                    <a:pt x="33" y="3"/>
                    <a:pt x="38" y="5"/>
                  </a:cubicBezTo>
                  <a:cubicBezTo>
                    <a:pt x="43" y="7"/>
                    <a:pt x="46" y="10"/>
                    <a:pt x="48" y="15"/>
                  </a:cubicBezTo>
                  <a:cubicBezTo>
                    <a:pt x="48" y="15"/>
                    <a:pt x="48" y="16"/>
                    <a:pt x="49" y="15"/>
                  </a:cubicBezTo>
                  <a:cubicBezTo>
                    <a:pt x="49" y="15"/>
                    <a:pt x="50" y="15"/>
                    <a:pt x="50" y="14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5" name="Freeform 161">
              <a:extLst>
                <a:ext uri="{FF2B5EF4-FFF2-40B4-BE49-F238E27FC236}">
                  <a16:creationId xmlns:a16="http://schemas.microsoft.com/office/drawing/2014/main" id="{3F5293D1-9866-44E2-8C51-14B5AA212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338"/>
              <a:ext cx="115" cy="58"/>
            </a:xfrm>
            <a:custGeom>
              <a:avLst/>
              <a:gdLst>
                <a:gd name="T0" fmla="*/ 720 w 46"/>
                <a:gd name="T1" fmla="*/ 351 h 23"/>
                <a:gd name="T2" fmla="*/ 533 w 46"/>
                <a:gd name="T3" fmla="*/ 96 h 23"/>
                <a:gd name="T4" fmla="*/ 238 w 46"/>
                <a:gd name="T5" fmla="*/ 0 h 23"/>
                <a:gd name="T6" fmla="*/ 20 w 46"/>
                <a:gd name="T7" fmla="*/ 50 h 23"/>
                <a:gd name="T8" fmla="*/ 0 w 46"/>
                <a:gd name="T9" fmla="*/ 63 h 23"/>
                <a:gd name="T10" fmla="*/ 20 w 46"/>
                <a:gd name="T11" fmla="*/ 83 h 23"/>
                <a:gd name="T12" fmla="*/ 238 w 46"/>
                <a:gd name="T13" fmla="*/ 33 h 23"/>
                <a:gd name="T14" fmla="*/ 520 w 46"/>
                <a:gd name="T15" fmla="*/ 113 h 23"/>
                <a:gd name="T16" fmla="*/ 688 w 46"/>
                <a:gd name="T17" fmla="*/ 351 h 23"/>
                <a:gd name="T18" fmla="*/ 708 w 46"/>
                <a:gd name="T19" fmla="*/ 368 h 23"/>
                <a:gd name="T20" fmla="*/ 720 w 46"/>
                <a:gd name="T21" fmla="*/ 351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3">
                  <a:moveTo>
                    <a:pt x="46" y="22"/>
                  </a:moveTo>
                  <a:cubicBezTo>
                    <a:pt x="44" y="15"/>
                    <a:pt x="40" y="9"/>
                    <a:pt x="34" y="6"/>
                  </a:cubicBezTo>
                  <a:cubicBezTo>
                    <a:pt x="29" y="2"/>
                    <a:pt x="22" y="0"/>
                    <a:pt x="15" y="0"/>
                  </a:cubicBezTo>
                  <a:cubicBezTo>
                    <a:pt x="10" y="0"/>
                    <a:pt x="5" y="1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6" y="3"/>
                    <a:pt x="10" y="2"/>
                    <a:pt x="15" y="2"/>
                  </a:cubicBezTo>
                  <a:cubicBezTo>
                    <a:pt x="22" y="2"/>
                    <a:pt x="28" y="4"/>
                    <a:pt x="33" y="7"/>
                  </a:cubicBezTo>
                  <a:cubicBezTo>
                    <a:pt x="38" y="11"/>
                    <a:pt x="42" y="16"/>
                    <a:pt x="44" y="22"/>
                  </a:cubicBezTo>
                  <a:cubicBezTo>
                    <a:pt x="44" y="23"/>
                    <a:pt x="44" y="23"/>
                    <a:pt x="45" y="23"/>
                  </a:cubicBezTo>
                  <a:cubicBezTo>
                    <a:pt x="45" y="23"/>
                    <a:pt x="46" y="22"/>
                    <a:pt x="46" y="22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6" name="Freeform 162">
              <a:extLst>
                <a:ext uri="{FF2B5EF4-FFF2-40B4-BE49-F238E27FC236}">
                  <a16:creationId xmlns:a16="http://schemas.microsoft.com/office/drawing/2014/main" id="{DFE668E1-D1B8-4BCB-AD8E-B9191A070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386"/>
              <a:ext cx="135" cy="27"/>
            </a:xfrm>
            <a:custGeom>
              <a:avLst/>
              <a:gdLst>
                <a:gd name="T0" fmla="*/ 813 w 54"/>
                <a:gd name="T1" fmla="*/ 12 h 11"/>
                <a:gd name="T2" fmla="*/ 520 w 54"/>
                <a:gd name="T3" fmla="*/ 133 h 11"/>
                <a:gd name="T4" fmla="*/ 20 w 54"/>
                <a:gd name="T5" fmla="*/ 0 h 11"/>
                <a:gd name="T6" fmla="*/ 0 w 54"/>
                <a:gd name="T7" fmla="*/ 0 h 11"/>
                <a:gd name="T8" fmla="*/ 0 w 54"/>
                <a:gd name="T9" fmla="*/ 29 h 11"/>
                <a:gd name="T10" fmla="*/ 520 w 54"/>
                <a:gd name="T11" fmla="*/ 162 h 11"/>
                <a:gd name="T12" fmla="*/ 833 w 54"/>
                <a:gd name="T13" fmla="*/ 29 h 11"/>
                <a:gd name="T14" fmla="*/ 833 w 54"/>
                <a:gd name="T15" fmla="*/ 0 h 11"/>
                <a:gd name="T16" fmla="*/ 813 w 54"/>
                <a:gd name="T17" fmla="*/ 12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1">
                  <a:moveTo>
                    <a:pt x="52" y="1"/>
                  </a:moveTo>
                  <a:cubicBezTo>
                    <a:pt x="48" y="7"/>
                    <a:pt x="41" y="9"/>
                    <a:pt x="33" y="9"/>
                  </a:cubicBezTo>
                  <a:cubicBezTo>
                    <a:pt x="22" y="9"/>
                    <a:pt x="9" y="4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8" y="6"/>
                    <a:pt x="22" y="11"/>
                    <a:pt x="33" y="11"/>
                  </a:cubicBezTo>
                  <a:cubicBezTo>
                    <a:pt x="41" y="11"/>
                    <a:pt x="49" y="9"/>
                    <a:pt x="53" y="2"/>
                  </a:cubicBezTo>
                  <a:cubicBezTo>
                    <a:pt x="54" y="1"/>
                    <a:pt x="54" y="1"/>
                    <a:pt x="53" y="0"/>
                  </a:cubicBezTo>
                  <a:cubicBezTo>
                    <a:pt x="53" y="0"/>
                    <a:pt x="52" y="0"/>
                    <a:pt x="52" y="1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7" name="Freeform 163">
              <a:extLst>
                <a:ext uri="{FF2B5EF4-FFF2-40B4-BE49-F238E27FC236}">
                  <a16:creationId xmlns:a16="http://schemas.microsoft.com/office/drawing/2014/main" id="{6FA41D70-ED90-443A-8189-6700D9EBA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68"/>
              <a:ext cx="80" cy="48"/>
            </a:xfrm>
            <a:custGeom>
              <a:avLst/>
              <a:gdLst>
                <a:gd name="T0" fmla="*/ 458 w 32"/>
                <a:gd name="T1" fmla="*/ 20 h 19"/>
                <a:gd name="T2" fmla="*/ 125 w 32"/>
                <a:gd name="T3" fmla="*/ 275 h 19"/>
                <a:gd name="T4" fmla="*/ 20 w 32"/>
                <a:gd name="T5" fmla="*/ 255 h 19"/>
                <a:gd name="T6" fmla="*/ 0 w 32"/>
                <a:gd name="T7" fmla="*/ 255 h 19"/>
                <a:gd name="T8" fmla="*/ 20 w 32"/>
                <a:gd name="T9" fmla="*/ 275 h 19"/>
                <a:gd name="T10" fmla="*/ 125 w 32"/>
                <a:gd name="T11" fmla="*/ 306 h 19"/>
                <a:gd name="T12" fmla="*/ 488 w 32"/>
                <a:gd name="T13" fmla="*/ 33 h 19"/>
                <a:gd name="T14" fmla="*/ 488 w 32"/>
                <a:gd name="T15" fmla="*/ 20 h 19"/>
                <a:gd name="T16" fmla="*/ 458 w 32"/>
                <a:gd name="T17" fmla="*/ 2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9">
                  <a:moveTo>
                    <a:pt x="29" y="1"/>
                  </a:moveTo>
                  <a:cubicBezTo>
                    <a:pt x="27" y="10"/>
                    <a:pt x="17" y="17"/>
                    <a:pt x="8" y="17"/>
                  </a:cubicBezTo>
                  <a:cubicBezTo>
                    <a:pt x="6" y="17"/>
                    <a:pt x="3" y="16"/>
                    <a:pt x="1" y="16"/>
                  </a:cubicBezTo>
                  <a:cubicBezTo>
                    <a:pt x="1" y="15"/>
                    <a:pt x="0" y="16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  <a:cubicBezTo>
                    <a:pt x="3" y="18"/>
                    <a:pt x="5" y="19"/>
                    <a:pt x="8" y="19"/>
                  </a:cubicBezTo>
                  <a:cubicBezTo>
                    <a:pt x="18" y="19"/>
                    <a:pt x="28" y="11"/>
                    <a:pt x="31" y="2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0" y="0"/>
                    <a:pt x="30" y="1"/>
                    <a:pt x="29" y="1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8" name="Freeform 164">
              <a:extLst>
                <a:ext uri="{FF2B5EF4-FFF2-40B4-BE49-F238E27FC236}">
                  <a16:creationId xmlns:a16="http://schemas.microsoft.com/office/drawing/2014/main" id="{8DE6720E-0311-47D7-A347-3DBF9ED01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293"/>
              <a:ext cx="125" cy="35"/>
            </a:xfrm>
            <a:custGeom>
              <a:avLst/>
              <a:gdLst>
                <a:gd name="T0" fmla="*/ 783 w 50"/>
                <a:gd name="T1" fmla="*/ 208 h 14"/>
                <a:gd name="T2" fmla="*/ 395 w 50"/>
                <a:gd name="T3" fmla="*/ 0 h 14"/>
                <a:gd name="T4" fmla="*/ 20 w 50"/>
                <a:gd name="T5" fmla="*/ 113 h 14"/>
                <a:gd name="T6" fmla="*/ 0 w 50"/>
                <a:gd name="T7" fmla="*/ 125 h 14"/>
                <a:gd name="T8" fmla="*/ 33 w 50"/>
                <a:gd name="T9" fmla="*/ 125 h 14"/>
                <a:gd name="T10" fmla="*/ 395 w 50"/>
                <a:gd name="T11" fmla="*/ 33 h 14"/>
                <a:gd name="T12" fmla="*/ 750 w 50"/>
                <a:gd name="T13" fmla="*/ 220 h 14"/>
                <a:gd name="T14" fmla="*/ 783 w 50"/>
                <a:gd name="T15" fmla="*/ 220 h 14"/>
                <a:gd name="T16" fmla="*/ 783 w 50"/>
                <a:gd name="T17" fmla="*/ 20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4">
                  <a:moveTo>
                    <a:pt x="50" y="13"/>
                  </a:moveTo>
                  <a:cubicBezTo>
                    <a:pt x="44" y="4"/>
                    <a:pt x="34" y="0"/>
                    <a:pt x="25" y="0"/>
                  </a:cubicBezTo>
                  <a:cubicBezTo>
                    <a:pt x="16" y="0"/>
                    <a:pt x="8" y="3"/>
                    <a:pt x="1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1" y="9"/>
                    <a:pt x="1" y="9"/>
                    <a:pt x="2" y="8"/>
                  </a:cubicBezTo>
                  <a:cubicBezTo>
                    <a:pt x="9" y="5"/>
                    <a:pt x="17" y="2"/>
                    <a:pt x="25" y="2"/>
                  </a:cubicBezTo>
                  <a:cubicBezTo>
                    <a:pt x="34" y="2"/>
                    <a:pt x="43" y="6"/>
                    <a:pt x="48" y="14"/>
                  </a:cubicBezTo>
                  <a:cubicBezTo>
                    <a:pt x="49" y="14"/>
                    <a:pt x="49" y="14"/>
                    <a:pt x="50" y="14"/>
                  </a:cubicBezTo>
                  <a:cubicBezTo>
                    <a:pt x="50" y="14"/>
                    <a:pt x="50" y="13"/>
                    <a:pt x="50" y="13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9" name="Freeform 165">
              <a:extLst>
                <a:ext uri="{FF2B5EF4-FFF2-40B4-BE49-F238E27FC236}">
                  <a16:creationId xmlns:a16="http://schemas.microsoft.com/office/drawing/2014/main" id="{46B0DE92-D8B2-444B-A040-24884A8A3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308"/>
              <a:ext cx="78" cy="28"/>
            </a:xfrm>
            <a:custGeom>
              <a:avLst/>
              <a:gdLst>
                <a:gd name="T0" fmla="*/ 493 w 31"/>
                <a:gd name="T1" fmla="*/ 150 h 11"/>
                <a:gd name="T2" fmla="*/ 335 w 31"/>
                <a:gd name="T3" fmla="*/ 20 h 11"/>
                <a:gd name="T4" fmla="*/ 146 w 31"/>
                <a:gd name="T5" fmla="*/ 0 h 11"/>
                <a:gd name="T6" fmla="*/ 20 w 31"/>
                <a:gd name="T7" fmla="*/ 0 h 11"/>
                <a:gd name="T8" fmla="*/ 20 w 31"/>
                <a:gd name="T9" fmla="*/ 0 h 11"/>
                <a:gd name="T10" fmla="*/ 0 w 31"/>
                <a:gd name="T11" fmla="*/ 20 h 11"/>
                <a:gd name="T12" fmla="*/ 20 w 31"/>
                <a:gd name="T13" fmla="*/ 33 h 11"/>
                <a:gd name="T14" fmla="*/ 20 w 31"/>
                <a:gd name="T15" fmla="*/ 33 h 11"/>
                <a:gd name="T16" fmla="*/ 146 w 31"/>
                <a:gd name="T17" fmla="*/ 33 h 11"/>
                <a:gd name="T18" fmla="*/ 317 w 31"/>
                <a:gd name="T19" fmla="*/ 51 h 11"/>
                <a:gd name="T20" fmla="*/ 463 w 31"/>
                <a:gd name="T21" fmla="*/ 163 h 11"/>
                <a:gd name="T22" fmla="*/ 476 w 31"/>
                <a:gd name="T23" fmla="*/ 181 h 11"/>
                <a:gd name="T24" fmla="*/ 493 w 31"/>
                <a:gd name="T25" fmla="*/ 150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11">
                  <a:moveTo>
                    <a:pt x="31" y="9"/>
                  </a:moveTo>
                  <a:cubicBezTo>
                    <a:pt x="28" y="5"/>
                    <a:pt x="25" y="3"/>
                    <a:pt x="21" y="1"/>
                  </a:cubicBezTo>
                  <a:cubicBezTo>
                    <a:pt x="17" y="0"/>
                    <a:pt x="13" y="0"/>
                    <a:pt x="9" y="0"/>
                  </a:cubicBezTo>
                  <a:cubicBezTo>
                    <a:pt x="6" y="0"/>
                    <a:pt x="4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2"/>
                    <a:pt x="6" y="2"/>
                    <a:pt x="9" y="2"/>
                  </a:cubicBezTo>
                  <a:cubicBezTo>
                    <a:pt x="13" y="2"/>
                    <a:pt x="17" y="2"/>
                    <a:pt x="20" y="3"/>
                  </a:cubicBezTo>
                  <a:cubicBezTo>
                    <a:pt x="24" y="4"/>
                    <a:pt x="27" y="7"/>
                    <a:pt x="29" y="10"/>
                  </a:cubicBezTo>
                  <a:cubicBezTo>
                    <a:pt x="29" y="11"/>
                    <a:pt x="30" y="11"/>
                    <a:pt x="30" y="11"/>
                  </a:cubicBezTo>
                  <a:cubicBezTo>
                    <a:pt x="31" y="10"/>
                    <a:pt x="31" y="10"/>
                    <a:pt x="31" y="9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0" name="Freeform 166">
              <a:extLst>
                <a:ext uri="{FF2B5EF4-FFF2-40B4-BE49-F238E27FC236}">
                  <a16:creationId xmlns:a16="http://schemas.microsoft.com/office/drawing/2014/main" id="{D97099B3-F17B-4F6B-A863-5C9E4BE9A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386"/>
              <a:ext cx="115" cy="25"/>
            </a:xfrm>
            <a:custGeom>
              <a:avLst/>
              <a:gdLst>
                <a:gd name="T0" fmla="*/ 688 w 46"/>
                <a:gd name="T1" fmla="*/ 0 h 10"/>
                <a:gd name="T2" fmla="*/ 408 w 46"/>
                <a:gd name="T3" fmla="*/ 125 h 10"/>
                <a:gd name="T4" fmla="*/ 20 w 46"/>
                <a:gd name="T5" fmla="*/ 33 h 10"/>
                <a:gd name="T6" fmla="*/ 0 w 46"/>
                <a:gd name="T7" fmla="*/ 50 h 10"/>
                <a:gd name="T8" fmla="*/ 0 w 46"/>
                <a:gd name="T9" fmla="*/ 63 h 10"/>
                <a:gd name="T10" fmla="*/ 408 w 46"/>
                <a:gd name="T11" fmla="*/ 158 h 10"/>
                <a:gd name="T12" fmla="*/ 708 w 46"/>
                <a:gd name="T13" fmla="*/ 20 h 10"/>
                <a:gd name="T14" fmla="*/ 708 w 46"/>
                <a:gd name="T15" fmla="*/ 0 h 10"/>
                <a:gd name="T16" fmla="*/ 688 w 46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0">
                  <a:moveTo>
                    <a:pt x="44" y="0"/>
                  </a:moveTo>
                  <a:cubicBezTo>
                    <a:pt x="40" y="6"/>
                    <a:pt x="33" y="8"/>
                    <a:pt x="26" y="8"/>
                  </a:cubicBezTo>
                  <a:cubicBezTo>
                    <a:pt x="17" y="8"/>
                    <a:pt x="7" y="5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7" y="7"/>
                    <a:pt x="17" y="10"/>
                    <a:pt x="26" y="10"/>
                  </a:cubicBezTo>
                  <a:cubicBezTo>
                    <a:pt x="34" y="10"/>
                    <a:pt x="41" y="8"/>
                    <a:pt x="45" y="1"/>
                  </a:cubicBezTo>
                  <a:cubicBezTo>
                    <a:pt x="46" y="1"/>
                    <a:pt x="46" y="0"/>
                    <a:pt x="45" y="0"/>
                  </a:cubicBezTo>
                  <a:cubicBezTo>
                    <a:pt x="45" y="0"/>
                    <a:pt x="44" y="0"/>
                    <a:pt x="44" y="0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1" name="Freeform 167">
              <a:extLst>
                <a:ext uri="{FF2B5EF4-FFF2-40B4-BE49-F238E27FC236}">
                  <a16:creationId xmlns:a16="http://schemas.microsoft.com/office/drawing/2014/main" id="{2C51E294-CA84-4752-9B1E-A3A81D864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373"/>
              <a:ext cx="70" cy="33"/>
            </a:xfrm>
            <a:custGeom>
              <a:avLst/>
              <a:gdLst>
                <a:gd name="T0" fmla="*/ 408 w 28"/>
                <a:gd name="T1" fmla="*/ 20 h 13"/>
                <a:gd name="T2" fmla="*/ 300 w 28"/>
                <a:gd name="T3" fmla="*/ 147 h 13"/>
                <a:gd name="T4" fmla="*/ 145 w 28"/>
                <a:gd name="T5" fmla="*/ 180 h 13"/>
                <a:gd name="T6" fmla="*/ 20 w 28"/>
                <a:gd name="T7" fmla="*/ 180 h 13"/>
                <a:gd name="T8" fmla="*/ 0 w 28"/>
                <a:gd name="T9" fmla="*/ 193 h 13"/>
                <a:gd name="T10" fmla="*/ 20 w 28"/>
                <a:gd name="T11" fmla="*/ 213 h 13"/>
                <a:gd name="T12" fmla="*/ 145 w 28"/>
                <a:gd name="T13" fmla="*/ 213 h 13"/>
                <a:gd name="T14" fmla="*/ 313 w 28"/>
                <a:gd name="T15" fmla="*/ 180 h 13"/>
                <a:gd name="T16" fmla="*/ 438 w 28"/>
                <a:gd name="T17" fmla="*/ 33 h 13"/>
                <a:gd name="T18" fmla="*/ 438 w 28"/>
                <a:gd name="T19" fmla="*/ 20 h 13"/>
                <a:gd name="T20" fmla="*/ 408 w 28"/>
                <a:gd name="T21" fmla="*/ 2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13">
                  <a:moveTo>
                    <a:pt x="26" y="1"/>
                  </a:moveTo>
                  <a:cubicBezTo>
                    <a:pt x="25" y="5"/>
                    <a:pt x="22" y="8"/>
                    <a:pt x="19" y="9"/>
                  </a:cubicBezTo>
                  <a:cubicBezTo>
                    <a:pt x="16" y="11"/>
                    <a:pt x="13" y="11"/>
                    <a:pt x="9" y="11"/>
                  </a:cubicBezTo>
                  <a:cubicBezTo>
                    <a:pt x="6" y="11"/>
                    <a:pt x="4" y="11"/>
                    <a:pt x="1" y="11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4" y="13"/>
                    <a:pt x="6" y="13"/>
                    <a:pt x="9" y="13"/>
                  </a:cubicBezTo>
                  <a:cubicBezTo>
                    <a:pt x="13" y="13"/>
                    <a:pt x="17" y="13"/>
                    <a:pt x="20" y="11"/>
                  </a:cubicBezTo>
                  <a:cubicBezTo>
                    <a:pt x="24" y="9"/>
                    <a:pt x="26" y="7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7" y="0"/>
                    <a:pt x="27" y="1"/>
                    <a:pt x="26" y="1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2" name="Freeform 168">
              <a:extLst>
                <a:ext uri="{FF2B5EF4-FFF2-40B4-BE49-F238E27FC236}">
                  <a16:creationId xmlns:a16="http://schemas.microsoft.com/office/drawing/2014/main" id="{6B60B733-5716-42BA-A0C0-C69BD0F4C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278"/>
              <a:ext cx="148" cy="43"/>
            </a:xfrm>
            <a:custGeom>
              <a:avLst/>
              <a:gdLst>
                <a:gd name="T0" fmla="*/ 931 w 59"/>
                <a:gd name="T1" fmla="*/ 159 h 17"/>
                <a:gd name="T2" fmla="*/ 630 w 59"/>
                <a:gd name="T3" fmla="*/ 0 h 17"/>
                <a:gd name="T4" fmla="*/ 0 w 59"/>
                <a:gd name="T5" fmla="*/ 243 h 17"/>
                <a:gd name="T6" fmla="*/ 0 w 59"/>
                <a:gd name="T7" fmla="*/ 255 h 17"/>
                <a:gd name="T8" fmla="*/ 20 w 59"/>
                <a:gd name="T9" fmla="*/ 276 h 17"/>
                <a:gd name="T10" fmla="*/ 630 w 59"/>
                <a:gd name="T11" fmla="*/ 33 h 17"/>
                <a:gd name="T12" fmla="*/ 901 w 59"/>
                <a:gd name="T13" fmla="*/ 180 h 17"/>
                <a:gd name="T14" fmla="*/ 931 w 59"/>
                <a:gd name="T15" fmla="*/ 180 h 17"/>
                <a:gd name="T16" fmla="*/ 931 w 59"/>
                <a:gd name="T17" fmla="*/ 159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17">
                  <a:moveTo>
                    <a:pt x="59" y="10"/>
                  </a:moveTo>
                  <a:cubicBezTo>
                    <a:pt x="54" y="3"/>
                    <a:pt x="47" y="0"/>
                    <a:pt x="40" y="0"/>
                  </a:cubicBezTo>
                  <a:cubicBezTo>
                    <a:pt x="26" y="0"/>
                    <a:pt x="10" y="9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7"/>
                    <a:pt x="1" y="17"/>
                    <a:pt x="1" y="17"/>
                  </a:cubicBezTo>
                  <a:cubicBezTo>
                    <a:pt x="11" y="11"/>
                    <a:pt x="26" y="2"/>
                    <a:pt x="40" y="2"/>
                  </a:cubicBezTo>
                  <a:cubicBezTo>
                    <a:pt x="47" y="2"/>
                    <a:pt x="53" y="5"/>
                    <a:pt x="57" y="11"/>
                  </a:cubicBezTo>
                  <a:cubicBezTo>
                    <a:pt x="58" y="11"/>
                    <a:pt x="58" y="11"/>
                    <a:pt x="59" y="11"/>
                  </a:cubicBezTo>
                  <a:cubicBezTo>
                    <a:pt x="59" y="11"/>
                    <a:pt x="59" y="10"/>
                    <a:pt x="59" y="10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3" name="Freeform 169">
              <a:extLst>
                <a:ext uri="{FF2B5EF4-FFF2-40B4-BE49-F238E27FC236}">
                  <a16:creationId xmlns:a16="http://schemas.microsoft.com/office/drawing/2014/main" id="{24D42EB6-7AED-45FF-8AAF-586F879AF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308"/>
              <a:ext cx="100" cy="35"/>
            </a:xfrm>
            <a:custGeom>
              <a:avLst/>
              <a:gdLst>
                <a:gd name="T0" fmla="*/ 613 w 40"/>
                <a:gd name="T1" fmla="*/ 208 h 14"/>
                <a:gd name="T2" fmla="*/ 470 w 40"/>
                <a:gd name="T3" fmla="*/ 50 h 14"/>
                <a:gd name="T4" fmla="*/ 220 w 40"/>
                <a:gd name="T5" fmla="*/ 0 h 14"/>
                <a:gd name="T6" fmla="*/ 20 w 40"/>
                <a:gd name="T7" fmla="*/ 50 h 14"/>
                <a:gd name="T8" fmla="*/ 20 w 40"/>
                <a:gd name="T9" fmla="*/ 63 h 14"/>
                <a:gd name="T10" fmla="*/ 33 w 40"/>
                <a:gd name="T11" fmla="*/ 83 h 14"/>
                <a:gd name="T12" fmla="*/ 220 w 40"/>
                <a:gd name="T13" fmla="*/ 33 h 14"/>
                <a:gd name="T14" fmla="*/ 458 w 40"/>
                <a:gd name="T15" fmla="*/ 83 h 14"/>
                <a:gd name="T16" fmla="*/ 595 w 40"/>
                <a:gd name="T17" fmla="*/ 220 h 14"/>
                <a:gd name="T18" fmla="*/ 613 w 40"/>
                <a:gd name="T19" fmla="*/ 220 h 14"/>
                <a:gd name="T20" fmla="*/ 613 w 40"/>
                <a:gd name="T21" fmla="*/ 208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4">
                  <a:moveTo>
                    <a:pt x="39" y="13"/>
                  </a:moveTo>
                  <a:cubicBezTo>
                    <a:pt x="38" y="8"/>
                    <a:pt x="34" y="5"/>
                    <a:pt x="30" y="3"/>
                  </a:cubicBezTo>
                  <a:cubicBezTo>
                    <a:pt x="25" y="1"/>
                    <a:pt x="20" y="0"/>
                    <a:pt x="14" y="0"/>
                  </a:cubicBezTo>
                  <a:cubicBezTo>
                    <a:pt x="9" y="0"/>
                    <a:pt x="5" y="1"/>
                    <a:pt x="1" y="3"/>
                  </a:cubicBezTo>
                  <a:cubicBezTo>
                    <a:pt x="1" y="3"/>
                    <a:pt x="0" y="4"/>
                    <a:pt x="1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5" y="3"/>
                    <a:pt x="10" y="2"/>
                    <a:pt x="14" y="2"/>
                  </a:cubicBezTo>
                  <a:cubicBezTo>
                    <a:pt x="19" y="2"/>
                    <a:pt x="25" y="3"/>
                    <a:pt x="29" y="5"/>
                  </a:cubicBezTo>
                  <a:cubicBezTo>
                    <a:pt x="33" y="7"/>
                    <a:pt x="36" y="10"/>
                    <a:pt x="38" y="14"/>
                  </a:cubicBezTo>
                  <a:cubicBezTo>
                    <a:pt x="38" y="14"/>
                    <a:pt x="38" y="14"/>
                    <a:pt x="39" y="14"/>
                  </a:cubicBezTo>
                  <a:cubicBezTo>
                    <a:pt x="39" y="14"/>
                    <a:pt x="40" y="13"/>
                    <a:pt x="39" y="13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4" name="Freeform 170">
              <a:extLst>
                <a:ext uri="{FF2B5EF4-FFF2-40B4-BE49-F238E27FC236}">
                  <a16:creationId xmlns:a16="http://schemas.microsoft.com/office/drawing/2014/main" id="{534A053D-3ADB-4635-A4BD-F8C215616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368"/>
              <a:ext cx="105" cy="38"/>
            </a:xfrm>
            <a:custGeom>
              <a:avLst/>
              <a:gdLst>
                <a:gd name="T0" fmla="*/ 625 w 42"/>
                <a:gd name="T1" fmla="*/ 147 h 15"/>
                <a:gd name="T2" fmla="*/ 595 w 42"/>
                <a:gd name="T3" fmla="*/ 193 h 15"/>
                <a:gd name="T4" fmla="*/ 500 w 42"/>
                <a:gd name="T5" fmla="*/ 213 h 15"/>
                <a:gd name="T6" fmla="*/ 220 w 42"/>
                <a:gd name="T7" fmla="*/ 129 h 15"/>
                <a:gd name="T8" fmla="*/ 95 w 42"/>
                <a:gd name="T9" fmla="*/ 63 h 15"/>
                <a:gd name="T10" fmla="*/ 33 w 42"/>
                <a:gd name="T11" fmla="*/ 0 h 15"/>
                <a:gd name="T12" fmla="*/ 20 w 42"/>
                <a:gd name="T13" fmla="*/ 0 h 15"/>
                <a:gd name="T14" fmla="*/ 20 w 42"/>
                <a:gd name="T15" fmla="*/ 20 h 15"/>
                <a:gd name="T16" fmla="*/ 83 w 42"/>
                <a:gd name="T17" fmla="*/ 96 h 15"/>
                <a:gd name="T18" fmla="*/ 500 w 42"/>
                <a:gd name="T19" fmla="*/ 243 h 15"/>
                <a:gd name="T20" fmla="*/ 595 w 42"/>
                <a:gd name="T21" fmla="*/ 213 h 15"/>
                <a:gd name="T22" fmla="*/ 658 w 42"/>
                <a:gd name="T23" fmla="*/ 147 h 15"/>
                <a:gd name="T24" fmla="*/ 645 w 42"/>
                <a:gd name="T25" fmla="*/ 129 h 15"/>
                <a:gd name="T26" fmla="*/ 625 w 42"/>
                <a:gd name="T27" fmla="*/ 147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" h="15">
                  <a:moveTo>
                    <a:pt x="40" y="9"/>
                  </a:moveTo>
                  <a:cubicBezTo>
                    <a:pt x="40" y="10"/>
                    <a:pt x="39" y="11"/>
                    <a:pt x="38" y="12"/>
                  </a:cubicBezTo>
                  <a:cubicBezTo>
                    <a:pt x="36" y="12"/>
                    <a:pt x="34" y="13"/>
                    <a:pt x="32" y="13"/>
                  </a:cubicBezTo>
                  <a:cubicBezTo>
                    <a:pt x="27" y="13"/>
                    <a:pt x="20" y="11"/>
                    <a:pt x="14" y="8"/>
                  </a:cubicBezTo>
                  <a:cubicBezTo>
                    <a:pt x="11" y="7"/>
                    <a:pt x="8" y="6"/>
                    <a:pt x="6" y="4"/>
                  </a:cubicBezTo>
                  <a:cubicBezTo>
                    <a:pt x="4" y="3"/>
                    <a:pt x="3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3"/>
                    <a:pt x="3" y="4"/>
                    <a:pt x="5" y="6"/>
                  </a:cubicBezTo>
                  <a:cubicBezTo>
                    <a:pt x="12" y="10"/>
                    <a:pt x="24" y="15"/>
                    <a:pt x="32" y="15"/>
                  </a:cubicBezTo>
                  <a:cubicBezTo>
                    <a:pt x="34" y="15"/>
                    <a:pt x="37" y="14"/>
                    <a:pt x="38" y="13"/>
                  </a:cubicBezTo>
                  <a:cubicBezTo>
                    <a:pt x="40" y="13"/>
                    <a:pt x="42" y="11"/>
                    <a:pt x="42" y="9"/>
                  </a:cubicBezTo>
                  <a:cubicBezTo>
                    <a:pt x="42" y="9"/>
                    <a:pt x="42" y="8"/>
                    <a:pt x="41" y="8"/>
                  </a:cubicBezTo>
                  <a:cubicBezTo>
                    <a:pt x="41" y="8"/>
                    <a:pt x="40" y="8"/>
                    <a:pt x="40" y="9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5" name="Freeform 171">
              <a:extLst>
                <a:ext uri="{FF2B5EF4-FFF2-40B4-BE49-F238E27FC236}">
                  <a16:creationId xmlns:a16="http://schemas.microsoft.com/office/drawing/2014/main" id="{F403D78A-9FDA-42B9-BB0C-DE3EA65F7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348"/>
              <a:ext cx="90" cy="25"/>
            </a:xfrm>
            <a:custGeom>
              <a:avLst/>
              <a:gdLst>
                <a:gd name="T0" fmla="*/ 533 w 36"/>
                <a:gd name="T1" fmla="*/ 20 h 10"/>
                <a:gd name="T2" fmla="*/ 425 w 36"/>
                <a:gd name="T3" fmla="*/ 95 h 10"/>
                <a:gd name="T4" fmla="*/ 250 w 36"/>
                <a:gd name="T5" fmla="*/ 125 h 10"/>
                <a:gd name="T6" fmla="*/ 33 w 36"/>
                <a:gd name="T7" fmla="*/ 50 h 10"/>
                <a:gd name="T8" fmla="*/ 20 w 36"/>
                <a:gd name="T9" fmla="*/ 50 h 10"/>
                <a:gd name="T10" fmla="*/ 20 w 36"/>
                <a:gd name="T11" fmla="*/ 63 h 10"/>
                <a:gd name="T12" fmla="*/ 250 w 36"/>
                <a:gd name="T13" fmla="*/ 158 h 10"/>
                <a:gd name="T14" fmla="*/ 438 w 36"/>
                <a:gd name="T15" fmla="*/ 125 h 10"/>
                <a:gd name="T16" fmla="*/ 563 w 36"/>
                <a:gd name="T17" fmla="*/ 33 h 10"/>
                <a:gd name="T18" fmla="*/ 550 w 36"/>
                <a:gd name="T19" fmla="*/ 0 h 10"/>
                <a:gd name="T20" fmla="*/ 533 w 36"/>
                <a:gd name="T21" fmla="*/ 2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10">
                  <a:moveTo>
                    <a:pt x="34" y="1"/>
                  </a:moveTo>
                  <a:cubicBezTo>
                    <a:pt x="33" y="3"/>
                    <a:pt x="30" y="5"/>
                    <a:pt x="27" y="6"/>
                  </a:cubicBezTo>
                  <a:cubicBezTo>
                    <a:pt x="24" y="8"/>
                    <a:pt x="20" y="8"/>
                    <a:pt x="16" y="8"/>
                  </a:cubicBezTo>
                  <a:cubicBezTo>
                    <a:pt x="10" y="8"/>
                    <a:pt x="5" y="7"/>
                    <a:pt x="2" y="3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4" y="9"/>
                    <a:pt x="10" y="10"/>
                    <a:pt x="16" y="10"/>
                  </a:cubicBezTo>
                  <a:cubicBezTo>
                    <a:pt x="20" y="10"/>
                    <a:pt x="24" y="10"/>
                    <a:pt x="28" y="8"/>
                  </a:cubicBezTo>
                  <a:cubicBezTo>
                    <a:pt x="31" y="7"/>
                    <a:pt x="34" y="5"/>
                    <a:pt x="36" y="2"/>
                  </a:cubicBezTo>
                  <a:cubicBezTo>
                    <a:pt x="36" y="1"/>
                    <a:pt x="36" y="1"/>
                    <a:pt x="35" y="0"/>
                  </a:cubicBezTo>
                  <a:cubicBezTo>
                    <a:pt x="35" y="0"/>
                    <a:pt x="34" y="0"/>
                    <a:pt x="34" y="1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6" name="Freeform 172">
              <a:extLst>
                <a:ext uri="{FF2B5EF4-FFF2-40B4-BE49-F238E27FC236}">
                  <a16:creationId xmlns:a16="http://schemas.microsoft.com/office/drawing/2014/main" id="{4F991808-9FD5-49B3-BB41-A59F05AF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858"/>
              <a:ext cx="147" cy="48"/>
            </a:xfrm>
            <a:custGeom>
              <a:avLst/>
              <a:gdLst>
                <a:gd name="T0" fmla="*/ 882 w 59"/>
                <a:gd name="T1" fmla="*/ 20 h 19"/>
                <a:gd name="T2" fmla="*/ 787 w 59"/>
                <a:gd name="T3" fmla="*/ 129 h 19"/>
                <a:gd name="T4" fmla="*/ 695 w 59"/>
                <a:gd name="T5" fmla="*/ 222 h 19"/>
                <a:gd name="T6" fmla="*/ 496 w 59"/>
                <a:gd name="T7" fmla="*/ 275 h 19"/>
                <a:gd name="T8" fmla="*/ 30 w 59"/>
                <a:gd name="T9" fmla="*/ 179 h 19"/>
                <a:gd name="T10" fmla="*/ 12 w 59"/>
                <a:gd name="T11" fmla="*/ 179 h 19"/>
                <a:gd name="T12" fmla="*/ 12 w 59"/>
                <a:gd name="T13" fmla="*/ 210 h 19"/>
                <a:gd name="T14" fmla="*/ 496 w 59"/>
                <a:gd name="T15" fmla="*/ 306 h 19"/>
                <a:gd name="T16" fmla="*/ 695 w 59"/>
                <a:gd name="T17" fmla="*/ 255 h 19"/>
                <a:gd name="T18" fmla="*/ 820 w 59"/>
                <a:gd name="T19" fmla="*/ 147 h 19"/>
                <a:gd name="T20" fmla="*/ 899 w 59"/>
                <a:gd name="T21" fmla="*/ 33 h 19"/>
                <a:gd name="T22" fmla="*/ 899 w 59"/>
                <a:gd name="T23" fmla="*/ 20 h 19"/>
                <a:gd name="T24" fmla="*/ 882 w 59"/>
                <a:gd name="T25" fmla="*/ 2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19">
                  <a:moveTo>
                    <a:pt x="57" y="1"/>
                  </a:moveTo>
                  <a:cubicBezTo>
                    <a:pt x="54" y="3"/>
                    <a:pt x="53" y="6"/>
                    <a:pt x="51" y="8"/>
                  </a:cubicBezTo>
                  <a:cubicBezTo>
                    <a:pt x="50" y="11"/>
                    <a:pt x="48" y="13"/>
                    <a:pt x="45" y="14"/>
                  </a:cubicBezTo>
                  <a:cubicBezTo>
                    <a:pt x="41" y="16"/>
                    <a:pt x="36" y="17"/>
                    <a:pt x="32" y="17"/>
                  </a:cubicBezTo>
                  <a:cubicBezTo>
                    <a:pt x="22" y="17"/>
                    <a:pt x="11" y="13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1" y="12"/>
                    <a:pt x="1" y="13"/>
                  </a:cubicBezTo>
                  <a:cubicBezTo>
                    <a:pt x="10" y="15"/>
                    <a:pt x="21" y="19"/>
                    <a:pt x="32" y="19"/>
                  </a:cubicBezTo>
                  <a:cubicBezTo>
                    <a:pt x="37" y="19"/>
                    <a:pt x="41" y="18"/>
                    <a:pt x="45" y="16"/>
                  </a:cubicBezTo>
                  <a:cubicBezTo>
                    <a:pt x="50" y="15"/>
                    <a:pt x="52" y="12"/>
                    <a:pt x="53" y="9"/>
                  </a:cubicBezTo>
                  <a:cubicBezTo>
                    <a:pt x="55" y="7"/>
                    <a:pt x="56" y="4"/>
                    <a:pt x="58" y="2"/>
                  </a:cubicBezTo>
                  <a:cubicBezTo>
                    <a:pt x="59" y="2"/>
                    <a:pt x="59" y="1"/>
                    <a:pt x="58" y="1"/>
                  </a:cubicBezTo>
                  <a:cubicBezTo>
                    <a:pt x="58" y="0"/>
                    <a:pt x="57" y="0"/>
                    <a:pt x="57" y="1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7" name="Freeform 173">
              <a:extLst>
                <a:ext uri="{FF2B5EF4-FFF2-40B4-BE49-F238E27FC236}">
                  <a16:creationId xmlns:a16="http://schemas.microsoft.com/office/drawing/2014/main" id="{F345F60E-E524-4BFA-9DE2-67FE5E33E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858"/>
              <a:ext cx="120" cy="48"/>
            </a:xfrm>
            <a:custGeom>
              <a:avLst/>
              <a:gdLst>
                <a:gd name="T0" fmla="*/ 720 w 48"/>
                <a:gd name="T1" fmla="*/ 20 h 19"/>
                <a:gd name="T2" fmla="*/ 720 w 48"/>
                <a:gd name="T3" fmla="*/ 20 h 19"/>
                <a:gd name="T4" fmla="*/ 595 w 48"/>
                <a:gd name="T5" fmla="*/ 210 h 19"/>
                <a:gd name="T6" fmla="*/ 333 w 48"/>
                <a:gd name="T7" fmla="*/ 275 h 19"/>
                <a:gd name="T8" fmla="*/ 33 w 48"/>
                <a:gd name="T9" fmla="*/ 210 h 19"/>
                <a:gd name="T10" fmla="*/ 20 w 48"/>
                <a:gd name="T11" fmla="*/ 210 h 19"/>
                <a:gd name="T12" fmla="*/ 20 w 48"/>
                <a:gd name="T13" fmla="*/ 243 h 19"/>
                <a:gd name="T14" fmla="*/ 333 w 48"/>
                <a:gd name="T15" fmla="*/ 306 h 19"/>
                <a:gd name="T16" fmla="*/ 613 w 48"/>
                <a:gd name="T17" fmla="*/ 243 h 19"/>
                <a:gd name="T18" fmla="*/ 750 w 48"/>
                <a:gd name="T19" fmla="*/ 20 h 19"/>
                <a:gd name="T20" fmla="*/ 750 w 48"/>
                <a:gd name="T21" fmla="*/ 20 h 19"/>
                <a:gd name="T22" fmla="*/ 738 w 48"/>
                <a:gd name="T23" fmla="*/ 0 h 19"/>
                <a:gd name="T24" fmla="*/ 720 w 48"/>
                <a:gd name="T25" fmla="*/ 2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19">
                  <a:moveTo>
                    <a:pt x="46" y="1"/>
                  </a:moveTo>
                  <a:cubicBezTo>
                    <a:pt x="46" y="1"/>
                    <a:pt x="46" y="1"/>
                    <a:pt x="46" y="1"/>
                  </a:cubicBezTo>
                  <a:cubicBezTo>
                    <a:pt x="46" y="7"/>
                    <a:pt x="43" y="11"/>
                    <a:pt x="38" y="13"/>
                  </a:cubicBezTo>
                  <a:cubicBezTo>
                    <a:pt x="34" y="16"/>
                    <a:pt x="27" y="17"/>
                    <a:pt x="21" y="17"/>
                  </a:cubicBezTo>
                  <a:cubicBezTo>
                    <a:pt x="13" y="17"/>
                    <a:pt x="6" y="16"/>
                    <a:pt x="2" y="13"/>
                  </a:cubicBezTo>
                  <a:cubicBezTo>
                    <a:pt x="2" y="13"/>
                    <a:pt x="1" y="13"/>
                    <a:pt x="1" y="13"/>
                  </a:cubicBezTo>
                  <a:cubicBezTo>
                    <a:pt x="0" y="14"/>
                    <a:pt x="1" y="14"/>
                    <a:pt x="1" y="15"/>
                  </a:cubicBezTo>
                  <a:cubicBezTo>
                    <a:pt x="6" y="18"/>
                    <a:pt x="13" y="19"/>
                    <a:pt x="21" y="19"/>
                  </a:cubicBezTo>
                  <a:cubicBezTo>
                    <a:pt x="27" y="19"/>
                    <a:pt x="34" y="18"/>
                    <a:pt x="39" y="15"/>
                  </a:cubicBezTo>
                  <a:cubicBezTo>
                    <a:pt x="45" y="12"/>
                    <a:pt x="48" y="7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0"/>
                    <a:pt x="48" y="0"/>
                    <a:pt x="47" y="0"/>
                  </a:cubicBezTo>
                  <a:cubicBezTo>
                    <a:pt x="47" y="0"/>
                    <a:pt x="46" y="0"/>
                    <a:pt x="46" y="1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8" name="Freeform 174">
              <a:extLst>
                <a:ext uri="{FF2B5EF4-FFF2-40B4-BE49-F238E27FC236}">
                  <a16:creationId xmlns:a16="http://schemas.microsoft.com/office/drawing/2014/main" id="{2881C742-A8ED-4512-B1A7-B1AE527C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863"/>
              <a:ext cx="120" cy="50"/>
            </a:xfrm>
            <a:custGeom>
              <a:avLst/>
              <a:gdLst>
                <a:gd name="T0" fmla="*/ 720 w 48"/>
                <a:gd name="T1" fmla="*/ 20 h 20"/>
                <a:gd name="T2" fmla="*/ 563 w 48"/>
                <a:gd name="T3" fmla="*/ 238 h 20"/>
                <a:gd name="T4" fmla="*/ 283 w 48"/>
                <a:gd name="T5" fmla="*/ 283 h 20"/>
                <a:gd name="T6" fmla="*/ 20 w 48"/>
                <a:gd name="T7" fmla="*/ 250 h 20"/>
                <a:gd name="T8" fmla="*/ 0 w 48"/>
                <a:gd name="T9" fmla="*/ 270 h 20"/>
                <a:gd name="T10" fmla="*/ 20 w 48"/>
                <a:gd name="T11" fmla="*/ 283 h 20"/>
                <a:gd name="T12" fmla="*/ 283 w 48"/>
                <a:gd name="T13" fmla="*/ 313 h 20"/>
                <a:gd name="T14" fmla="*/ 583 w 48"/>
                <a:gd name="T15" fmla="*/ 250 h 20"/>
                <a:gd name="T16" fmla="*/ 750 w 48"/>
                <a:gd name="T17" fmla="*/ 33 h 20"/>
                <a:gd name="T18" fmla="*/ 738 w 48"/>
                <a:gd name="T19" fmla="*/ 0 h 20"/>
                <a:gd name="T20" fmla="*/ 720 w 48"/>
                <a:gd name="T21" fmla="*/ 2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0">
                  <a:moveTo>
                    <a:pt x="46" y="1"/>
                  </a:moveTo>
                  <a:cubicBezTo>
                    <a:pt x="45" y="8"/>
                    <a:pt x="42" y="12"/>
                    <a:pt x="36" y="15"/>
                  </a:cubicBezTo>
                  <a:cubicBezTo>
                    <a:pt x="31" y="17"/>
                    <a:pt x="24" y="18"/>
                    <a:pt x="18" y="18"/>
                  </a:cubicBezTo>
                  <a:cubicBezTo>
                    <a:pt x="12" y="18"/>
                    <a:pt x="6" y="17"/>
                    <a:pt x="1" y="16"/>
                  </a:cubicBezTo>
                  <a:cubicBezTo>
                    <a:pt x="1" y="16"/>
                    <a:pt x="0" y="16"/>
                    <a:pt x="0" y="17"/>
                  </a:cubicBezTo>
                  <a:cubicBezTo>
                    <a:pt x="0" y="17"/>
                    <a:pt x="0" y="18"/>
                    <a:pt x="1" y="18"/>
                  </a:cubicBezTo>
                  <a:cubicBezTo>
                    <a:pt x="5" y="19"/>
                    <a:pt x="12" y="20"/>
                    <a:pt x="18" y="20"/>
                  </a:cubicBezTo>
                  <a:cubicBezTo>
                    <a:pt x="25" y="20"/>
                    <a:pt x="32" y="19"/>
                    <a:pt x="37" y="16"/>
                  </a:cubicBezTo>
                  <a:cubicBezTo>
                    <a:pt x="43" y="14"/>
                    <a:pt x="47" y="9"/>
                    <a:pt x="48" y="2"/>
                  </a:cubicBezTo>
                  <a:cubicBezTo>
                    <a:pt x="48" y="1"/>
                    <a:pt x="48" y="1"/>
                    <a:pt x="47" y="0"/>
                  </a:cubicBezTo>
                  <a:cubicBezTo>
                    <a:pt x="47" y="0"/>
                    <a:pt x="46" y="1"/>
                    <a:pt x="46" y="1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9" name="Freeform 175">
              <a:extLst>
                <a:ext uri="{FF2B5EF4-FFF2-40B4-BE49-F238E27FC236}">
                  <a16:creationId xmlns:a16="http://schemas.microsoft.com/office/drawing/2014/main" id="{11D527D5-0165-48F8-A544-66F3320C7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751"/>
              <a:ext cx="148" cy="37"/>
            </a:xfrm>
            <a:custGeom>
              <a:avLst/>
              <a:gdLst>
                <a:gd name="T0" fmla="*/ 913 w 59"/>
                <a:gd name="T1" fmla="*/ 121 h 15"/>
                <a:gd name="T2" fmla="*/ 597 w 59"/>
                <a:gd name="T3" fmla="*/ 0 h 15"/>
                <a:gd name="T4" fmla="*/ 0 w 59"/>
                <a:gd name="T5" fmla="*/ 195 h 15"/>
                <a:gd name="T6" fmla="*/ 0 w 59"/>
                <a:gd name="T7" fmla="*/ 212 h 15"/>
                <a:gd name="T8" fmla="*/ 20 w 59"/>
                <a:gd name="T9" fmla="*/ 212 h 15"/>
                <a:gd name="T10" fmla="*/ 597 w 59"/>
                <a:gd name="T11" fmla="*/ 30 h 15"/>
                <a:gd name="T12" fmla="*/ 901 w 59"/>
                <a:gd name="T13" fmla="*/ 133 h 15"/>
                <a:gd name="T14" fmla="*/ 913 w 59"/>
                <a:gd name="T15" fmla="*/ 133 h 15"/>
                <a:gd name="T16" fmla="*/ 913 w 59"/>
                <a:gd name="T17" fmla="*/ 121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15">
                  <a:moveTo>
                    <a:pt x="58" y="8"/>
                  </a:moveTo>
                  <a:cubicBezTo>
                    <a:pt x="53" y="2"/>
                    <a:pt x="46" y="0"/>
                    <a:pt x="38" y="0"/>
                  </a:cubicBezTo>
                  <a:cubicBezTo>
                    <a:pt x="24" y="0"/>
                    <a:pt x="9" y="6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1" y="15"/>
                    <a:pt x="1" y="14"/>
                  </a:cubicBezTo>
                  <a:cubicBezTo>
                    <a:pt x="10" y="8"/>
                    <a:pt x="25" y="2"/>
                    <a:pt x="38" y="2"/>
                  </a:cubicBezTo>
                  <a:cubicBezTo>
                    <a:pt x="45" y="2"/>
                    <a:pt x="52" y="4"/>
                    <a:pt x="57" y="9"/>
                  </a:cubicBezTo>
                  <a:cubicBezTo>
                    <a:pt x="57" y="10"/>
                    <a:pt x="58" y="10"/>
                    <a:pt x="58" y="9"/>
                  </a:cubicBezTo>
                  <a:cubicBezTo>
                    <a:pt x="59" y="9"/>
                    <a:pt x="59" y="8"/>
                    <a:pt x="58" y="8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0" name="Freeform 176">
              <a:extLst>
                <a:ext uri="{FF2B5EF4-FFF2-40B4-BE49-F238E27FC236}">
                  <a16:creationId xmlns:a16="http://schemas.microsoft.com/office/drawing/2014/main" id="{3EF7E25E-FB9E-4416-929C-1AC2E00FC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763"/>
              <a:ext cx="113" cy="45"/>
            </a:xfrm>
            <a:custGeom>
              <a:avLst/>
              <a:gdLst>
                <a:gd name="T0" fmla="*/ 713 w 45"/>
                <a:gd name="T1" fmla="*/ 250 h 18"/>
                <a:gd name="T2" fmla="*/ 208 w 45"/>
                <a:gd name="T3" fmla="*/ 0 h 18"/>
                <a:gd name="T4" fmla="*/ 20 w 45"/>
                <a:gd name="T5" fmla="*/ 50 h 18"/>
                <a:gd name="T6" fmla="*/ 0 w 45"/>
                <a:gd name="T7" fmla="*/ 63 h 18"/>
                <a:gd name="T8" fmla="*/ 33 w 45"/>
                <a:gd name="T9" fmla="*/ 83 h 18"/>
                <a:gd name="T10" fmla="*/ 208 w 45"/>
                <a:gd name="T11" fmla="*/ 33 h 18"/>
                <a:gd name="T12" fmla="*/ 681 w 45"/>
                <a:gd name="T13" fmla="*/ 270 h 18"/>
                <a:gd name="T14" fmla="*/ 713 w 45"/>
                <a:gd name="T15" fmla="*/ 283 h 18"/>
                <a:gd name="T16" fmla="*/ 713 w 45"/>
                <a:gd name="T17" fmla="*/ 25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45" y="16"/>
                  </a:moveTo>
                  <a:cubicBezTo>
                    <a:pt x="39" y="7"/>
                    <a:pt x="25" y="0"/>
                    <a:pt x="13" y="0"/>
                  </a:cubicBezTo>
                  <a:cubicBezTo>
                    <a:pt x="9" y="0"/>
                    <a:pt x="4" y="1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5" y="3"/>
                    <a:pt x="9" y="2"/>
                    <a:pt x="13" y="2"/>
                  </a:cubicBezTo>
                  <a:cubicBezTo>
                    <a:pt x="25" y="2"/>
                    <a:pt x="38" y="9"/>
                    <a:pt x="43" y="17"/>
                  </a:cubicBezTo>
                  <a:cubicBezTo>
                    <a:pt x="44" y="18"/>
                    <a:pt x="44" y="18"/>
                    <a:pt x="45" y="18"/>
                  </a:cubicBezTo>
                  <a:cubicBezTo>
                    <a:pt x="45" y="17"/>
                    <a:pt x="45" y="17"/>
                    <a:pt x="45" y="16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1" name="Freeform 177">
              <a:extLst>
                <a:ext uri="{FF2B5EF4-FFF2-40B4-BE49-F238E27FC236}">
                  <a16:creationId xmlns:a16="http://schemas.microsoft.com/office/drawing/2014/main" id="{8BF690D8-6DDD-41EE-8860-757FA9E7F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791"/>
              <a:ext cx="70" cy="20"/>
            </a:xfrm>
            <a:custGeom>
              <a:avLst/>
              <a:gdLst>
                <a:gd name="T0" fmla="*/ 425 w 28"/>
                <a:gd name="T1" fmla="*/ 33 h 8"/>
                <a:gd name="T2" fmla="*/ 238 w 28"/>
                <a:gd name="T3" fmla="*/ 0 h 8"/>
                <a:gd name="T4" fmla="*/ 0 w 28"/>
                <a:gd name="T5" fmla="*/ 113 h 8"/>
                <a:gd name="T6" fmla="*/ 0 w 28"/>
                <a:gd name="T7" fmla="*/ 125 h 8"/>
                <a:gd name="T8" fmla="*/ 33 w 28"/>
                <a:gd name="T9" fmla="*/ 125 h 8"/>
                <a:gd name="T10" fmla="*/ 238 w 28"/>
                <a:gd name="T11" fmla="*/ 33 h 8"/>
                <a:gd name="T12" fmla="*/ 408 w 28"/>
                <a:gd name="T13" fmla="*/ 63 h 8"/>
                <a:gd name="T14" fmla="*/ 438 w 28"/>
                <a:gd name="T15" fmla="*/ 63 h 8"/>
                <a:gd name="T16" fmla="*/ 425 w 28"/>
                <a:gd name="T17" fmla="*/ 33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8">
                  <a:moveTo>
                    <a:pt x="27" y="2"/>
                  </a:moveTo>
                  <a:cubicBezTo>
                    <a:pt x="23" y="1"/>
                    <a:pt x="19" y="0"/>
                    <a:pt x="15" y="0"/>
                  </a:cubicBezTo>
                  <a:cubicBezTo>
                    <a:pt x="10" y="0"/>
                    <a:pt x="4" y="2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1" y="8"/>
                    <a:pt x="1" y="8"/>
                    <a:pt x="2" y="8"/>
                  </a:cubicBezTo>
                  <a:cubicBezTo>
                    <a:pt x="5" y="3"/>
                    <a:pt x="10" y="2"/>
                    <a:pt x="15" y="2"/>
                  </a:cubicBezTo>
                  <a:cubicBezTo>
                    <a:pt x="19" y="2"/>
                    <a:pt x="23" y="3"/>
                    <a:pt x="26" y="4"/>
                  </a:cubicBezTo>
                  <a:cubicBezTo>
                    <a:pt x="27" y="4"/>
                    <a:pt x="27" y="4"/>
                    <a:pt x="28" y="4"/>
                  </a:cubicBezTo>
                  <a:cubicBezTo>
                    <a:pt x="28" y="3"/>
                    <a:pt x="28" y="2"/>
                    <a:pt x="27" y="2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2" name="Freeform 178">
              <a:extLst>
                <a:ext uri="{FF2B5EF4-FFF2-40B4-BE49-F238E27FC236}">
                  <a16:creationId xmlns:a16="http://schemas.microsoft.com/office/drawing/2014/main" id="{D0FA5C3F-CC82-475A-8905-88C562376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768"/>
              <a:ext cx="35" cy="35"/>
            </a:xfrm>
            <a:custGeom>
              <a:avLst/>
              <a:gdLst>
                <a:gd name="T0" fmla="*/ 220 w 14"/>
                <a:gd name="T1" fmla="*/ 208 h 14"/>
                <a:gd name="T2" fmla="*/ 158 w 14"/>
                <a:gd name="T3" fmla="*/ 63 h 14"/>
                <a:gd name="T4" fmla="*/ 20 w 14"/>
                <a:gd name="T5" fmla="*/ 0 h 14"/>
                <a:gd name="T6" fmla="*/ 20 w 14"/>
                <a:gd name="T7" fmla="*/ 0 h 14"/>
                <a:gd name="T8" fmla="*/ 0 w 14"/>
                <a:gd name="T9" fmla="*/ 20 h 14"/>
                <a:gd name="T10" fmla="*/ 20 w 14"/>
                <a:gd name="T11" fmla="*/ 33 h 14"/>
                <a:gd name="T12" fmla="*/ 20 w 14"/>
                <a:gd name="T13" fmla="*/ 33 h 14"/>
                <a:gd name="T14" fmla="*/ 145 w 14"/>
                <a:gd name="T15" fmla="*/ 83 h 14"/>
                <a:gd name="T16" fmla="*/ 188 w 14"/>
                <a:gd name="T17" fmla="*/ 208 h 14"/>
                <a:gd name="T18" fmla="*/ 208 w 14"/>
                <a:gd name="T19" fmla="*/ 220 h 14"/>
                <a:gd name="T20" fmla="*/ 220 w 14"/>
                <a:gd name="T21" fmla="*/ 208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4">
                  <a:moveTo>
                    <a:pt x="14" y="13"/>
                  </a:moveTo>
                  <a:cubicBezTo>
                    <a:pt x="14" y="9"/>
                    <a:pt x="13" y="6"/>
                    <a:pt x="10" y="4"/>
                  </a:cubicBezTo>
                  <a:cubicBezTo>
                    <a:pt x="8" y="1"/>
                    <a:pt x="5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2"/>
                    <a:pt x="7" y="3"/>
                    <a:pt x="9" y="5"/>
                  </a:cubicBezTo>
                  <a:cubicBezTo>
                    <a:pt x="11" y="7"/>
                    <a:pt x="12" y="10"/>
                    <a:pt x="12" y="13"/>
                  </a:cubicBezTo>
                  <a:cubicBezTo>
                    <a:pt x="12" y="13"/>
                    <a:pt x="13" y="14"/>
                    <a:pt x="13" y="14"/>
                  </a:cubicBezTo>
                  <a:cubicBezTo>
                    <a:pt x="14" y="14"/>
                    <a:pt x="14" y="13"/>
                    <a:pt x="14" y="13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3" name="Freeform 179">
              <a:extLst>
                <a:ext uri="{FF2B5EF4-FFF2-40B4-BE49-F238E27FC236}">
                  <a16:creationId xmlns:a16="http://schemas.microsoft.com/office/drawing/2014/main" id="{070BAB23-A60A-4279-834F-68B101C9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878"/>
              <a:ext cx="145" cy="35"/>
            </a:xfrm>
            <a:custGeom>
              <a:avLst/>
              <a:gdLst>
                <a:gd name="T0" fmla="*/ 875 w 58"/>
                <a:gd name="T1" fmla="*/ 20 h 14"/>
                <a:gd name="T2" fmla="*/ 750 w 58"/>
                <a:gd name="T3" fmla="*/ 145 h 14"/>
                <a:gd name="T4" fmla="*/ 500 w 58"/>
                <a:gd name="T5" fmla="*/ 188 h 14"/>
                <a:gd name="T6" fmla="*/ 220 w 58"/>
                <a:gd name="T7" fmla="*/ 145 h 14"/>
                <a:gd name="T8" fmla="*/ 33 w 58"/>
                <a:gd name="T9" fmla="*/ 63 h 14"/>
                <a:gd name="T10" fmla="*/ 20 w 58"/>
                <a:gd name="T11" fmla="*/ 63 h 14"/>
                <a:gd name="T12" fmla="*/ 20 w 58"/>
                <a:gd name="T13" fmla="*/ 83 h 14"/>
                <a:gd name="T14" fmla="*/ 208 w 58"/>
                <a:gd name="T15" fmla="*/ 175 h 14"/>
                <a:gd name="T16" fmla="*/ 500 w 58"/>
                <a:gd name="T17" fmla="*/ 220 h 14"/>
                <a:gd name="T18" fmla="*/ 750 w 58"/>
                <a:gd name="T19" fmla="*/ 175 h 14"/>
                <a:gd name="T20" fmla="*/ 908 w 58"/>
                <a:gd name="T21" fmla="*/ 20 h 14"/>
                <a:gd name="T22" fmla="*/ 895 w 58"/>
                <a:gd name="T23" fmla="*/ 0 h 14"/>
                <a:gd name="T24" fmla="*/ 875 w 58"/>
                <a:gd name="T25" fmla="*/ 20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14">
                  <a:moveTo>
                    <a:pt x="56" y="1"/>
                  </a:moveTo>
                  <a:cubicBezTo>
                    <a:pt x="55" y="4"/>
                    <a:pt x="52" y="7"/>
                    <a:pt x="48" y="9"/>
                  </a:cubicBezTo>
                  <a:cubicBezTo>
                    <a:pt x="43" y="11"/>
                    <a:pt x="38" y="12"/>
                    <a:pt x="32" y="12"/>
                  </a:cubicBezTo>
                  <a:cubicBezTo>
                    <a:pt x="26" y="12"/>
                    <a:pt x="19" y="11"/>
                    <a:pt x="14" y="9"/>
                  </a:cubicBezTo>
                  <a:cubicBezTo>
                    <a:pt x="9" y="8"/>
                    <a:pt x="4" y="6"/>
                    <a:pt x="2" y="4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3" y="8"/>
                    <a:pt x="8" y="10"/>
                    <a:pt x="13" y="11"/>
                  </a:cubicBezTo>
                  <a:cubicBezTo>
                    <a:pt x="19" y="13"/>
                    <a:pt x="25" y="14"/>
                    <a:pt x="32" y="14"/>
                  </a:cubicBezTo>
                  <a:cubicBezTo>
                    <a:pt x="38" y="14"/>
                    <a:pt x="44" y="13"/>
                    <a:pt x="48" y="11"/>
                  </a:cubicBezTo>
                  <a:cubicBezTo>
                    <a:pt x="53" y="9"/>
                    <a:pt x="57" y="6"/>
                    <a:pt x="58" y="1"/>
                  </a:cubicBezTo>
                  <a:cubicBezTo>
                    <a:pt x="58" y="1"/>
                    <a:pt x="58" y="0"/>
                    <a:pt x="57" y="0"/>
                  </a:cubicBezTo>
                  <a:cubicBezTo>
                    <a:pt x="57" y="0"/>
                    <a:pt x="56" y="0"/>
                    <a:pt x="56" y="1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4" name="Freeform 180">
              <a:extLst>
                <a:ext uri="{FF2B5EF4-FFF2-40B4-BE49-F238E27FC236}">
                  <a16:creationId xmlns:a16="http://schemas.microsoft.com/office/drawing/2014/main" id="{33ADDD25-55CF-4080-A865-B6C82EBDC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863"/>
              <a:ext cx="125" cy="38"/>
            </a:xfrm>
            <a:custGeom>
              <a:avLst/>
              <a:gdLst>
                <a:gd name="T0" fmla="*/ 750 w 50"/>
                <a:gd name="T1" fmla="*/ 20 h 15"/>
                <a:gd name="T2" fmla="*/ 625 w 50"/>
                <a:gd name="T3" fmla="*/ 180 h 15"/>
                <a:gd name="T4" fmla="*/ 438 w 50"/>
                <a:gd name="T5" fmla="*/ 213 h 15"/>
                <a:gd name="T6" fmla="*/ 33 w 50"/>
                <a:gd name="T7" fmla="*/ 96 h 15"/>
                <a:gd name="T8" fmla="*/ 0 w 50"/>
                <a:gd name="T9" fmla="*/ 96 h 15"/>
                <a:gd name="T10" fmla="*/ 20 w 50"/>
                <a:gd name="T11" fmla="*/ 129 h 15"/>
                <a:gd name="T12" fmla="*/ 438 w 50"/>
                <a:gd name="T13" fmla="*/ 243 h 15"/>
                <a:gd name="T14" fmla="*/ 645 w 50"/>
                <a:gd name="T15" fmla="*/ 193 h 15"/>
                <a:gd name="T16" fmla="*/ 783 w 50"/>
                <a:gd name="T17" fmla="*/ 33 h 15"/>
                <a:gd name="T18" fmla="*/ 770 w 50"/>
                <a:gd name="T19" fmla="*/ 0 h 15"/>
                <a:gd name="T20" fmla="*/ 750 w 50"/>
                <a:gd name="T21" fmla="*/ 2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15">
                  <a:moveTo>
                    <a:pt x="48" y="1"/>
                  </a:moveTo>
                  <a:cubicBezTo>
                    <a:pt x="47" y="6"/>
                    <a:pt x="44" y="9"/>
                    <a:pt x="40" y="11"/>
                  </a:cubicBezTo>
                  <a:cubicBezTo>
                    <a:pt x="37" y="13"/>
                    <a:pt x="33" y="13"/>
                    <a:pt x="28" y="13"/>
                  </a:cubicBezTo>
                  <a:cubicBezTo>
                    <a:pt x="19" y="13"/>
                    <a:pt x="8" y="10"/>
                    <a:pt x="2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0" y="7"/>
                    <a:pt x="0" y="7"/>
                    <a:pt x="1" y="8"/>
                  </a:cubicBezTo>
                  <a:cubicBezTo>
                    <a:pt x="7" y="12"/>
                    <a:pt x="18" y="15"/>
                    <a:pt x="28" y="15"/>
                  </a:cubicBezTo>
                  <a:cubicBezTo>
                    <a:pt x="33" y="15"/>
                    <a:pt x="38" y="15"/>
                    <a:pt x="41" y="12"/>
                  </a:cubicBezTo>
                  <a:cubicBezTo>
                    <a:pt x="45" y="10"/>
                    <a:pt x="48" y="7"/>
                    <a:pt x="50" y="2"/>
                  </a:cubicBezTo>
                  <a:cubicBezTo>
                    <a:pt x="50" y="1"/>
                    <a:pt x="50" y="1"/>
                    <a:pt x="49" y="0"/>
                  </a:cubicBezTo>
                  <a:cubicBezTo>
                    <a:pt x="49" y="0"/>
                    <a:pt x="48" y="1"/>
                    <a:pt x="48" y="1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5" name="Freeform 181">
              <a:extLst>
                <a:ext uri="{FF2B5EF4-FFF2-40B4-BE49-F238E27FC236}">
                  <a16:creationId xmlns:a16="http://schemas.microsoft.com/office/drawing/2014/main" id="{ED05BDB6-7AD3-4915-96A5-B2CAF134F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756"/>
              <a:ext cx="125" cy="35"/>
            </a:xfrm>
            <a:custGeom>
              <a:avLst/>
              <a:gdLst>
                <a:gd name="T0" fmla="*/ 783 w 50"/>
                <a:gd name="T1" fmla="*/ 208 h 14"/>
                <a:gd name="T2" fmla="*/ 613 w 50"/>
                <a:gd name="T3" fmla="*/ 50 h 14"/>
                <a:gd name="T4" fmla="*/ 375 w 50"/>
                <a:gd name="T5" fmla="*/ 0 h 14"/>
                <a:gd name="T6" fmla="*/ 0 w 50"/>
                <a:gd name="T7" fmla="*/ 158 h 14"/>
                <a:gd name="T8" fmla="*/ 0 w 50"/>
                <a:gd name="T9" fmla="*/ 188 h 14"/>
                <a:gd name="T10" fmla="*/ 33 w 50"/>
                <a:gd name="T11" fmla="*/ 175 h 14"/>
                <a:gd name="T12" fmla="*/ 375 w 50"/>
                <a:gd name="T13" fmla="*/ 33 h 14"/>
                <a:gd name="T14" fmla="*/ 613 w 50"/>
                <a:gd name="T15" fmla="*/ 83 h 14"/>
                <a:gd name="T16" fmla="*/ 750 w 50"/>
                <a:gd name="T17" fmla="*/ 208 h 14"/>
                <a:gd name="T18" fmla="*/ 770 w 50"/>
                <a:gd name="T19" fmla="*/ 220 h 14"/>
                <a:gd name="T20" fmla="*/ 783 w 50"/>
                <a:gd name="T21" fmla="*/ 208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14">
                  <a:moveTo>
                    <a:pt x="50" y="13"/>
                  </a:moveTo>
                  <a:cubicBezTo>
                    <a:pt x="48" y="8"/>
                    <a:pt x="44" y="5"/>
                    <a:pt x="39" y="3"/>
                  </a:cubicBezTo>
                  <a:cubicBezTo>
                    <a:pt x="35" y="1"/>
                    <a:pt x="29" y="0"/>
                    <a:pt x="24" y="0"/>
                  </a:cubicBezTo>
                  <a:cubicBezTo>
                    <a:pt x="14" y="0"/>
                    <a:pt x="4" y="3"/>
                    <a:pt x="0" y="10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1" y="12"/>
                    <a:pt x="1" y="12"/>
                    <a:pt x="2" y="11"/>
                  </a:cubicBezTo>
                  <a:cubicBezTo>
                    <a:pt x="5" y="5"/>
                    <a:pt x="14" y="2"/>
                    <a:pt x="24" y="2"/>
                  </a:cubicBezTo>
                  <a:cubicBezTo>
                    <a:pt x="29" y="2"/>
                    <a:pt x="34" y="3"/>
                    <a:pt x="39" y="5"/>
                  </a:cubicBezTo>
                  <a:cubicBezTo>
                    <a:pt x="43" y="7"/>
                    <a:pt x="46" y="10"/>
                    <a:pt x="48" y="13"/>
                  </a:cubicBezTo>
                  <a:cubicBezTo>
                    <a:pt x="48" y="14"/>
                    <a:pt x="49" y="14"/>
                    <a:pt x="49" y="14"/>
                  </a:cubicBezTo>
                  <a:cubicBezTo>
                    <a:pt x="50" y="14"/>
                    <a:pt x="50" y="13"/>
                    <a:pt x="50" y="13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6" name="Freeform 182">
              <a:extLst>
                <a:ext uri="{FF2B5EF4-FFF2-40B4-BE49-F238E27FC236}">
                  <a16:creationId xmlns:a16="http://schemas.microsoft.com/office/drawing/2014/main" id="{012FDB55-96A1-48DC-B272-D62DA278E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766"/>
              <a:ext cx="105" cy="40"/>
            </a:xfrm>
            <a:custGeom>
              <a:avLst/>
              <a:gdLst>
                <a:gd name="T0" fmla="*/ 658 w 42"/>
                <a:gd name="T1" fmla="*/ 238 h 16"/>
                <a:gd name="T2" fmla="*/ 220 w 42"/>
                <a:gd name="T3" fmla="*/ 0 h 16"/>
                <a:gd name="T4" fmla="*/ 20 w 42"/>
                <a:gd name="T5" fmla="*/ 50 h 16"/>
                <a:gd name="T6" fmla="*/ 20 w 42"/>
                <a:gd name="T7" fmla="*/ 83 h 16"/>
                <a:gd name="T8" fmla="*/ 33 w 42"/>
                <a:gd name="T9" fmla="*/ 83 h 16"/>
                <a:gd name="T10" fmla="*/ 220 w 42"/>
                <a:gd name="T11" fmla="*/ 33 h 16"/>
                <a:gd name="T12" fmla="*/ 625 w 42"/>
                <a:gd name="T13" fmla="*/ 250 h 16"/>
                <a:gd name="T14" fmla="*/ 658 w 42"/>
                <a:gd name="T15" fmla="*/ 250 h 16"/>
                <a:gd name="T16" fmla="*/ 658 w 42"/>
                <a:gd name="T17" fmla="*/ 23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6">
                  <a:moveTo>
                    <a:pt x="42" y="15"/>
                  </a:moveTo>
                  <a:cubicBezTo>
                    <a:pt x="37" y="6"/>
                    <a:pt x="25" y="0"/>
                    <a:pt x="14" y="0"/>
                  </a:cubicBezTo>
                  <a:cubicBezTo>
                    <a:pt x="9" y="0"/>
                    <a:pt x="5" y="1"/>
                    <a:pt x="1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5" y="3"/>
                    <a:pt x="10" y="2"/>
                    <a:pt x="14" y="2"/>
                  </a:cubicBezTo>
                  <a:cubicBezTo>
                    <a:pt x="24" y="2"/>
                    <a:pt x="35" y="8"/>
                    <a:pt x="40" y="16"/>
                  </a:cubicBezTo>
                  <a:cubicBezTo>
                    <a:pt x="40" y="16"/>
                    <a:pt x="41" y="16"/>
                    <a:pt x="42" y="16"/>
                  </a:cubicBezTo>
                  <a:cubicBezTo>
                    <a:pt x="42" y="16"/>
                    <a:pt x="42" y="15"/>
                    <a:pt x="42" y="15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7" name="Freeform 183">
              <a:extLst>
                <a:ext uri="{FF2B5EF4-FFF2-40B4-BE49-F238E27FC236}">
                  <a16:creationId xmlns:a16="http://schemas.microsoft.com/office/drawing/2014/main" id="{E479C6B5-4475-445E-A4A4-4F3C0697A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756"/>
              <a:ext cx="130" cy="50"/>
            </a:xfrm>
            <a:custGeom>
              <a:avLst/>
              <a:gdLst>
                <a:gd name="T0" fmla="*/ 813 w 52"/>
                <a:gd name="T1" fmla="*/ 283 h 20"/>
                <a:gd name="T2" fmla="*/ 613 w 52"/>
                <a:gd name="T3" fmla="*/ 83 h 20"/>
                <a:gd name="T4" fmla="*/ 313 w 52"/>
                <a:gd name="T5" fmla="*/ 0 h 20"/>
                <a:gd name="T6" fmla="*/ 0 w 52"/>
                <a:gd name="T7" fmla="*/ 125 h 20"/>
                <a:gd name="T8" fmla="*/ 0 w 52"/>
                <a:gd name="T9" fmla="*/ 145 h 20"/>
                <a:gd name="T10" fmla="*/ 33 w 52"/>
                <a:gd name="T11" fmla="*/ 145 h 20"/>
                <a:gd name="T12" fmla="*/ 313 w 52"/>
                <a:gd name="T13" fmla="*/ 33 h 20"/>
                <a:gd name="T14" fmla="*/ 595 w 52"/>
                <a:gd name="T15" fmla="*/ 95 h 20"/>
                <a:gd name="T16" fmla="*/ 783 w 52"/>
                <a:gd name="T17" fmla="*/ 300 h 20"/>
                <a:gd name="T18" fmla="*/ 800 w 52"/>
                <a:gd name="T19" fmla="*/ 300 h 20"/>
                <a:gd name="T20" fmla="*/ 813 w 52"/>
                <a:gd name="T21" fmla="*/ 283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20">
                  <a:moveTo>
                    <a:pt x="52" y="18"/>
                  </a:moveTo>
                  <a:cubicBezTo>
                    <a:pt x="50" y="12"/>
                    <a:pt x="45" y="8"/>
                    <a:pt x="39" y="5"/>
                  </a:cubicBezTo>
                  <a:cubicBezTo>
                    <a:pt x="34" y="1"/>
                    <a:pt x="27" y="0"/>
                    <a:pt x="20" y="0"/>
                  </a:cubicBezTo>
                  <a:cubicBezTo>
                    <a:pt x="13" y="0"/>
                    <a:pt x="5" y="2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6" y="4"/>
                    <a:pt x="13" y="2"/>
                    <a:pt x="20" y="2"/>
                  </a:cubicBezTo>
                  <a:cubicBezTo>
                    <a:pt x="26" y="2"/>
                    <a:pt x="33" y="3"/>
                    <a:pt x="38" y="6"/>
                  </a:cubicBezTo>
                  <a:cubicBezTo>
                    <a:pt x="44" y="9"/>
                    <a:pt x="48" y="14"/>
                    <a:pt x="50" y="19"/>
                  </a:cubicBezTo>
                  <a:cubicBezTo>
                    <a:pt x="50" y="19"/>
                    <a:pt x="51" y="20"/>
                    <a:pt x="51" y="19"/>
                  </a:cubicBezTo>
                  <a:cubicBezTo>
                    <a:pt x="52" y="19"/>
                    <a:pt x="52" y="19"/>
                    <a:pt x="52" y="18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8" name="Freeform 184">
              <a:extLst>
                <a:ext uri="{FF2B5EF4-FFF2-40B4-BE49-F238E27FC236}">
                  <a16:creationId xmlns:a16="http://schemas.microsoft.com/office/drawing/2014/main" id="{19068F43-51B6-4D5D-A23E-2DADEB317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863"/>
              <a:ext cx="108" cy="40"/>
            </a:xfrm>
            <a:custGeom>
              <a:avLst/>
              <a:gdLst>
                <a:gd name="T0" fmla="*/ 651 w 43"/>
                <a:gd name="T1" fmla="*/ 158 h 16"/>
                <a:gd name="T2" fmla="*/ 379 w 43"/>
                <a:gd name="T3" fmla="*/ 220 h 16"/>
                <a:gd name="T4" fmla="*/ 158 w 43"/>
                <a:gd name="T5" fmla="*/ 175 h 16"/>
                <a:gd name="T6" fmla="*/ 33 w 43"/>
                <a:gd name="T7" fmla="*/ 20 h 16"/>
                <a:gd name="T8" fmla="*/ 20 w 43"/>
                <a:gd name="T9" fmla="*/ 0 h 16"/>
                <a:gd name="T10" fmla="*/ 0 w 43"/>
                <a:gd name="T11" fmla="*/ 33 h 16"/>
                <a:gd name="T12" fmla="*/ 146 w 43"/>
                <a:gd name="T13" fmla="*/ 188 h 16"/>
                <a:gd name="T14" fmla="*/ 379 w 43"/>
                <a:gd name="T15" fmla="*/ 250 h 16"/>
                <a:gd name="T16" fmla="*/ 663 w 43"/>
                <a:gd name="T17" fmla="*/ 175 h 16"/>
                <a:gd name="T18" fmla="*/ 663 w 43"/>
                <a:gd name="T19" fmla="*/ 158 h 16"/>
                <a:gd name="T20" fmla="*/ 651 w 43"/>
                <a:gd name="T21" fmla="*/ 158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16">
                  <a:moveTo>
                    <a:pt x="41" y="10"/>
                  </a:moveTo>
                  <a:cubicBezTo>
                    <a:pt x="38" y="12"/>
                    <a:pt x="31" y="14"/>
                    <a:pt x="24" y="14"/>
                  </a:cubicBezTo>
                  <a:cubicBezTo>
                    <a:pt x="19" y="14"/>
                    <a:pt x="14" y="13"/>
                    <a:pt x="10" y="11"/>
                  </a:cubicBezTo>
                  <a:cubicBezTo>
                    <a:pt x="5" y="9"/>
                    <a:pt x="3" y="6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7"/>
                    <a:pt x="4" y="10"/>
                    <a:pt x="9" y="12"/>
                  </a:cubicBezTo>
                  <a:cubicBezTo>
                    <a:pt x="13" y="15"/>
                    <a:pt x="19" y="16"/>
                    <a:pt x="24" y="16"/>
                  </a:cubicBezTo>
                  <a:cubicBezTo>
                    <a:pt x="31" y="16"/>
                    <a:pt x="38" y="14"/>
                    <a:pt x="42" y="11"/>
                  </a:cubicBezTo>
                  <a:cubicBezTo>
                    <a:pt x="43" y="11"/>
                    <a:pt x="43" y="10"/>
                    <a:pt x="42" y="10"/>
                  </a:cubicBezTo>
                  <a:cubicBezTo>
                    <a:pt x="42" y="9"/>
                    <a:pt x="41" y="9"/>
                    <a:pt x="41" y="10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9" name="Freeform 185">
              <a:extLst>
                <a:ext uri="{FF2B5EF4-FFF2-40B4-BE49-F238E27FC236}">
                  <a16:creationId xmlns:a16="http://schemas.microsoft.com/office/drawing/2014/main" id="{AF23BF36-CC1A-4B34-AB53-9FFC87DB1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851"/>
              <a:ext cx="100" cy="27"/>
            </a:xfrm>
            <a:custGeom>
              <a:avLst/>
              <a:gdLst>
                <a:gd name="T0" fmla="*/ 583 w 40"/>
                <a:gd name="T1" fmla="*/ 12 h 11"/>
                <a:gd name="T2" fmla="*/ 500 w 40"/>
                <a:gd name="T3" fmla="*/ 103 h 11"/>
                <a:gd name="T4" fmla="*/ 345 w 40"/>
                <a:gd name="T5" fmla="*/ 133 h 11"/>
                <a:gd name="T6" fmla="*/ 158 w 40"/>
                <a:gd name="T7" fmla="*/ 103 h 11"/>
                <a:gd name="T8" fmla="*/ 33 w 40"/>
                <a:gd name="T9" fmla="*/ 12 h 11"/>
                <a:gd name="T10" fmla="*/ 20 w 40"/>
                <a:gd name="T11" fmla="*/ 12 h 11"/>
                <a:gd name="T12" fmla="*/ 20 w 40"/>
                <a:gd name="T13" fmla="*/ 29 h 11"/>
                <a:gd name="T14" fmla="*/ 145 w 40"/>
                <a:gd name="T15" fmla="*/ 133 h 11"/>
                <a:gd name="T16" fmla="*/ 345 w 40"/>
                <a:gd name="T17" fmla="*/ 162 h 11"/>
                <a:gd name="T18" fmla="*/ 520 w 40"/>
                <a:gd name="T19" fmla="*/ 133 h 11"/>
                <a:gd name="T20" fmla="*/ 613 w 40"/>
                <a:gd name="T21" fmla="*/ 12 h 11"/>
                <a:gd name="T22" fmla="*/ 613 w 40"/>
                <a:gd name="T23" fmla="*/ 0 h 11"/>
                <a:gd name="T24" fmla="*/ 583 w 40"/>
                <a:gd name="T25" fmla="*/ 12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11">
                  <a:moveTo>
                    <a:pt x="37" y="1"/>
                  </a:moveTo>
                  <a:cubicBezTo>
                    <a:pt x="37" y="4"/>
                    <a:pt x="35" y="6"/>
                    <a:pt x="32" y="7"/>
                  </a:cubicBezTo>
                  <a:cubicBezTo>
                    <a:pt x="29" y="9"/>
                    <a:pt x="25" y="9"/>
                    <a:pt x="22" y="9"/>
                  </a:cubicBezTo>
                  <a:cubicBezTo>
                    <a:pt x="18" y="9"/>
                    <a:pt x="13" y="9"/>
                    <a:pt x="10" y="7"/>
                  </a:cubicBezTo>
                  <a:cubicBezTo>
                    <a:pt x="6" y="6"/>
                    <a:pt x="4" y="4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2"/>
                    <a:pt x="1" y="2"/>
                  </a:cubicBezTo>
                  <a:cubicBezTo>
                    <a:pt x="2" y="5"/>
                    <a:pt x="5" y="7"/>
                    <a:pt x="9" y="9"/>
                  </a:cubicBezTo>
                  <a:cubicBezTo>
                    <a:pt x="13" y="11"/>
                    <a:pt x="17" y="11"/>
                    <a:pt x="22" y="11"/>
                  </a:cubicBezTo>
                  <a:cubicBezTo>
                    <a:pt x="26" y="11"/>
                    <a:pt x="30" y="11"/>
                    <a:pt x="33" y="9"/>
                  </a:cubicBezTo>
                  <a:cubicBezTo>
                    <a:pt x="36" y="7"/>
                    <a:pt x="39" y="5"/>
                    <a:pt x="39" y="1"/>
                  </a:cubicBezTo>
                  <a:cubicBezTo>
                    <a:pt x="40" y="1"/>
                    <a:pt x="39" y="0"/>
                    <a:pt x="39" y="0"/>
                  </a:cubicBezTo>
                  <a:cubicBezTo>
                    <a:pt x="38" y="0"/>
                    <a:pt x="38" y="0"/>
                    <a:pt x="37" y="1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0" name="Freeform 186">
              <a:extLst>
                <a:ext uri="{FF2B5EF4-FFF2-40B4-BE49-F238E27FC236}">
                  <a16:creationId xmlns:a16="http://schemas.microsoft.com/office/drawing/2014/main" id="{B7B549C3-821E-46CB-9DEA-441ECDD2B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816"/>
              <a:ext cx="22" cy="30"/>
            </a:xfrm>
            <a:custGeom>
              <a:avLst/>
              <a:gdLst>
                <a:gd name="T0" fmla="*/ 90 w 9"/>
                <a:gd name="T1" fmla="*/ 0 h 12"/>
                <a:gd name="T2" fmla="*/ 71 w 9"/>
                <a:gd name="T3" fmla="*/ 95 h 12"/>
                <a:gd name="T4" fmla="*/ 0 w 9"/>
                <a:gd name="T5" fmla="*/ 158 h 12"/>
                <a:gd name="T6" fmla="*/ 0 w 9"/>
                <a:gd name="T7" fmla="*/ 175 h 12"/>
                <a:gd name="T8" fmla="*/ 12 w 9"/>
                <a:gd name="T9" fmla="*/ 188 h 12"/>
                <a:gd name="T10" fmla="*/ 90 w 9"/>
                <a:gd name="T11" fmla="*/ 113 h 12"/>
                <a:gd name="T12" fmla="*/ 120 w 9"/>
                <a:gd name="T13" fmla="*/ 20 h 12"/>
                <a:gd name="T14" fmla="*/ 120 w 9"/>
                <a:gd name="T15" fmla="*/ 0 h 12"/>
                <a:gd name="T16" fmla="*/ 90 w 9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2">
                  <a:moveTo>
                    <a:pt x="6" y="0"/>
                  </a:moveTo>
                  <a:cubicBezTo>
                    <a:pt x="6" y="3"/>
                    <a:pt x="6" y="5"/>
                    <a:pt x="5" y="6"/>
                  </a:cubicBezTo>
                  <a:cubicBezTo>
                    <a:pt x="4" y="8"/>
                    <a:pt x="2" y="9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2"/>
                    <a:pt x="0" y="12"/>
                    <a:pt x="1" y="12"/>
                  </a:cubicBezTo>
                  <a:cubicBezTo>
                    <a:pt x="3" y="11"/>
                    <a:pt x="5" y="9"/>
                    <a:pt x="6" y="7"/>
                  </a:cubicBezTo>
                  <a:cubicBezTo>
                    <a:pt x="8" y="5"/>
                    <a:pt x="8" y="3"/>
                    <a:pt x="8" y="1"/>
                  </a:cubicBezTo>
                  <a:cubicBezTo>
                    <a:pt x="9" y="0"/>
                    <a:pt x="8" y="0"/>
                    <a:pt x="8" y="0"/>
                  </a:cubicBezTo>
                  <a:cubicBezTo>
                    <a:pt x="7" y="0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1" name="Freeform 187">
              <a:extLst>
                <a:ext uri="{FF2B5EF4-FFF2-40B4-BE49-F238E27FC236}">
                  <a16:creationId xmlns:a16="http://schemas.microsoft.com/office/drawing/2014/main" id="{B3E13DDF-F76A-48CB-8A7D-B6612A9CC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831"/>
              <a:ext cx="33" cy="32"/>
            </a:xfrm>
            <a:custGeom>
              <a:avLst/>
              <a:gdLst>
                <a:gd name="T0" fmla="*/ 20 w 13"/>
                <a:gd name="T1" fmla="*/ 30 h 13"/>
                <a:gd name="T2" fmla="*/ 117 w 13"/>
                <a:gd name="T3" fmla="*/ 91 h 13"/>
                <a:gd name="T4" fmla="*/ 180 w 13"/>
                <a:gd name="T5" fmla="*/ 182 h 13"/>
                <a:gd name="T6" fmla="*/ 193 w 13"/>
                <a:gd name="T7" fmla="*/ 194 h 13"/>
                <a:gd name="T8" fmla="*/ 213 w 13"/>
                <a:gd name="T9" fmla="*/ 182 h 13"/>
                <a:gd name="T10" fmla="*/ 147 w 13"/>
                <a:gd name="T11" fmla="*/ 62 h 13"/>
                <a:gd name="T12" fmla="*/ 20 w 13"/>
                <a:gd name="T13" fmla="*/ 0 h 13"/>
                <a:gd name="T14" fmla="*/ 0 w 13"/>
                <a:gd name="T15" fmla="*/ 0 h 13"/>
                <a:gd name="T16" fmla="*/ 20 w 13"/>
                <a:gd name="T17" fmla="*/ 3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" y="2"/>
                  </a:moveTo>
                  <a:cubicBezTo>
                    <a:pt x="3" y="2"/>
                    <a:pt x="6" y="4"/>
                    <a:pt x="7" y="6"/>
                  </a:cubicBezTo>
                  <a:cubicBezTo>
                    <a:pt x="9" y="7"/>
                    <a:pt x="11" y="9"/>
                    <a:pt x="11" y="12"/>
                  </a:cubicBezTo>
                  <a:cubicBezTo>
                    <a:pt x="11" y="12"/>
                    <a:pt x="12" y="13"/>
                    <a:pt x="12" y="13"/>
                  </a:cubicBezTo>
                  <a:cubicBezTo>
                    <a:pt x="13" y="13"/>
                    <a:pt x="13" y="12"/>
                    <a:pt x="13" y="12"/>
                  </a:cubicBezTo>
                  <a:cubicBezTo>
                    <a:pt x="13" y="9"/>
                    <a:pt x="11" y="6"/>
                    <a:pt x="9" y="4"/>
                  </a:cubicBezTo>
                  <a:cubicBezTo>
                    <a:pt x="7" y="2"/>
                    <a:pt x="4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2" name="Freeform 188">
              <a:extLst>
                <a:ext uri="{FF2B5EF4-FFF2-40B4-BE49-F238E27FC236}">
                  <a16:creationId xmlns:a16="http://schemas.microsoft.com/office/drawing/2014/main" id="{3697F04F-CE41-431B-B0D9-61A206E9B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803"/>
              <a:ext cx="32" cy="43"/>
            </a:xfrm>
            <a:custGeom>
              <a:avLst/>
              <a:gdLst>
                <a:gd name="T0" fmla="*/ 162 w 13"/>
                <a:gd name="T1" fmla="*/ 0 h 17"/>
                <a:gd name="T2" fmla="*/ 0 w 13"/>
                <a:gd name="T3" fmla="*/ 255 h 17"/>
                <a:gd name="T4" fmla="*/ 12 w 13"/>
                <a:gd name="T5" fmla="*/ 276 h 17"/>
                <a:gd name="T6" fmla="*/ 30 w 13"/>
                <a:gd name="T7" fmla="*/ 255 h 17"/>
                <a:gd name="T8" fmla="*/ 182 w 13"/>
                <a:gd name="T9" fmla="*/ 33 h 17"/>
                <a:gd name="T10" fmla="*/ 182 w 13"/>
                <a:gd name="T11" fmla="*/ 20 h 17"/>
                <a:gd name="T12" fmla="*/ 162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11" y="0"/>
                  </a:moveTo>
                  <a:cubicBezTo>
                    <a:pt x="4" y="2"/>
                    <a:pt x="0" y="9"/>
                    <a:pt x="0" y="16"/>
                  </a:cubicBezTo>
                  <a:cubicBezTo>
                    <a:pt x="0" y="16"/>
                    <a:pt x="0" y="17"/>
                    <a:pt x="1" y="17"/>
                  </a:cubicBezTo>
                  <a:cubicBezTo>
                    <a:pt x="1" y="17"/>
                    <a:pt x="2" y="16"/>
                    <a:pt x="2" y="16"/>
                  </a:cubicBezTo>
                  <a:cubicBezTo>
                    <a:pt x="2" y="10"/>
                    <a:pt x="6" y="3"/>
                    <a:pt x="12" y="2"/>
                  </a:cubicBezTo>
                  <a:cubicBezTo>
                    <a:pt x="12" y="2"/>
                    <a:pt x="13" y="1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3" name="Freeform 189">
              <a:extLst>
                <a:ext uri="{FF2B5EF4-FFF2-40B4-BE49-F238E27FC236}">
                  <a16:creationId xmlns:a16="http://schemas.microsoft.com/office/drawing/2014/main" id="{79CC486B-B107-4E97-825B-9AA9E766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813"/>
              <a:ext cx="38" cy="20"/>
            </a:xfrm>
            <a:custGeom>
              <a:avLst/>
              <a:gdLst>
                <a:gd name="T0" fmla="*/ 225 w 15"/>
                <a:gd name="T1" fmla="*/ 95 h 8"/>
                <a:gd name="T2" fmla="*/ 33 w 15"/>
                <a:gd name="T3" fmla="*/ 0 h 8"/>
                <a:gd name="T4" fmla="*/ 20 w 15"/>
                <a:gd name="T5" fmla="*/ 0 h 8"/>
                <a:gd name="T6" fmla="*/ 0 w 15"/>
                <a:gd name="T7" fmla="*/ 20 h 8"/>
                <a:gd name="T8" fmla="*/ 20 w 15"/>
                <a:gd name="T9" fmla="*/ 33 h 8"/>
                <a:gd name="T10" fmla="*/ 33 w 15"/>
                <a:gd name="T11" fmla="*/ 33 h 8"/>
                <a:gd name="T12" fmla="*/ 213 w 15"/>
                <a:gd name="T13" fmla="*/ 113 h 8"/>
                <a:gd name="T14" fmla="*/ 225 w 15"/>
                <a:gd name="T15" fmla="*/ 113 h 8"/>
                <a:gd name="T16" fmla="*/ 225 w 15"/>
                <a:gd name="T17" fmla="*/ 95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8">
                  <a:moveTo>
                    <a:pt x="14" y="6"/>
                  </a:moveTo>
                  <a:cubicBezTo>
                    <a:pt x="11" y="3"/>
                    <a:pt x="7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10" y="4"/>
                    <a:pt x="13" y="7"/>
                  </a:cubicBezTo>
                  <a:cubicBezTo>
                    <a:pt x="13" y="8"/>
                    <a:pt x="14" y="8"/>
                    <a:pt x="14" y="7"/>
                  </a:cubicBezTo>
                  <a:cubicBezTo>
                    <a:pt x="15" y="7"/>
                    <a:pt x="15" y="6"/>
                    <a:pt x="14" y="6"/>
                  </a:cubicBezTo>
                  <a:close/>
                </a:path>
              </a:pathLst>
            </a:custGeom>
            <a:solidFill>
              <a:srgbClr val="EE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4" name="Freeform 190">
              <a:extLst>
                <a:ext uri="{FF2B5EF4-FFF2-40B4-BE49-F238E27FC236}">
                  <a16:creationId xmlns:a16="http://schemas.microsoft.com/office/drawing/2014/main" id="{751623B3-558D-4686-A6E6-A9776CC5F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773"/>
              <a:ext cx="30" cy="43"/>
            </a:xfrm>
            <a:custGeom>
              <a:avLst/>
              <a:gdLst>
                <a:gd name="T0" fmla="*/ 125 w 12"/>
                <a:gd name="T1" fmla="*/ 63 h 17"/>
                <a:gd name="T2" fmla="*/ 125 w 12"/>
                <a:gd name="T3" fmla="*/ 96 h 17"/>
                <a:gd name="T4" fmla="*/ 125 w 12"/>
                <a:gd name="T5" fmla="*/ 192 h 17"/>
                <a:gd name="T6" fmla="*/ 113 w 12"/>
                <a:gd name="T7" fmla="*/ 210 h 17"/>
                <a:gd name="T8" fmla="*/ 113 w 12"/>
                <a:gd name="T9" fmla="*/ 210 h 17"/>
                <a:gd name="T10" fmla="*/ 113 w 12"/>
                <a:gd name="T11" fmla="*/ 210 h 17"/>
                <a:gd name="T12" fmla="*/ 95 w 12"/>
                <a:gd name="T13" fmla="*/ 192 h 17"/>
                <a:gd name="T14" fmla="*/ 63 w 12"/>
                <a:gd name="T15" fmla="*/ 96 h 17"/>
                <a:gd name="T16" fmla="*/ 63 w 12"/>
                <a:gd name="T17" fmla="*/ 0 h 17"/>
                <a:gd name="T18" fmla="*/ 0 w 12"/>
                <a:gd name="T19" fmla="*/ 20 h 17"/>
                <a:gd name="T20" fmla="*/ 0 w 12"/>
                <a:gd name="T21" fmla="*/ 63 h 17"/>
                <a:gd name="T22" fmla="*/ 20 w 12"/>
                <a:gd name="T23" fmla="*/ 192 h 17"/>
                <a:gd name="T24" fmla="*/ 50 w 12"/>
                <a:gd name="T25" fmla="*/ 243 h 17"/>
                <a:gd name="T26" fmla="*/ 113 w 12"/>
                <a:gd name="T27" fmla="*/ 276 h 17"/>
                <a:gd name="T28" fmla="*/ 113 w 12"/>
                <a:gd name="T29" fmla="*/ 276 h 17"/>
                <a:gd name="T30" fmla="*/ 175 w 12"/>
                <a:gd name="T31" fmla="*/ 255 h 17"/>
                <a:gd name="T32" fmla="*/ 188 w 12"/>
                <a:gd name="T33" fmla="*/ 180 h 17"/>
                <a:gd name="T34" fmla="*/ 188 w 12"/>
                <a:gd name="T35" fmla="*/ 96 h 17"/>
                <a:gd name="T36" fmla="*/ 188 w 12"/>
                <a:gd name="T37" fmla="*/ 63 h 17"/>
                <a:gd name="T38" fmla="*/ 125 w 12"/>
                <a:gd name="T39" fmla="*/ 63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" h="17">
                  <a:moveTo>
                    <a:pt x="8" y="4"/>
                  </a:moveTo>
                  <a:cubicBezTo>
                    <a:pt x="8" y="5"/>
                    <a:pt x="8" y="5"/>
                    <a:pt x="8" y="6"/>
                  </a:cubicBezTo>
                  <a:cubicBezTo>
                    <a:pt x="8" y="8"/>
                    <a:pt x="8" y="10"/>
                    <a:pt x="8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2"/>
                  </a:cubicBezTo>
                  <a:cubicBezTo>
                    <a:pt x="5" y="11"/>
                    <a:pt x="4" y="9"/>
                    <a:pt x="4" y="6"/>
                  </a:cubicBezTo>
                  <a:cubicBezTo>
                    <a:pt x="4" y="4"/>
                    <a:pt x="4" y="2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7"/>
                    <a:pt x="0" y="9"/>
                    <a:pt x="1" y="12"/>
                  </a:cubicBezTo>
                  <a:cubicBezTo>
                    <a:pt x="2" y="13"/>
                    <a:pt x="2" y="14"/>
                    <a:pt x="3" y="15"/>
                  </a:cubicBezTo>
                  <a:cubicBezTo>
                    <a:pt x="4" y="16"/>
                    <a:pt x="5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9" y="17"/>
                    <a:pt x="10" y="16"/>
                    <a:pt x="11" y="16"/>
                  </a:cubicBezTo>
                  <a:cubicBezTo>
                    <a:pt x="12" y="14"/>
                    <a:pt x="12" y="13"/>
                    <a:pt x="12" y="11"/>
                  </a:cubicBezTo>
                  <a:cubicBezTo>
                    <a:pt x="12" y="9"/>
                    <a:pt x="12" y="8"/>
                    <a:pt x="12" y="6"/>
                  </a:cubicBezTo>
                  <a:cubicBezTo>
                    <a:pt x="12" y="5"/>
                    <a:pt x="12" y="5"/>
                    <a:pt x="12" y="4"/>
                  </a:cubicBezTo>
                  <a:lnTo>
                    <a:pt x="8" y="4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5" name="Freeform 191">
              <a:extLst>
                <a:ext uri="{FF2B5EF4-FFF2-40B4-BE49-F238E27FC236}">
                  <a16:creationId xmlns:a16="http://schemas.microsoft.com/office/drawing/2014/main" id="{74F95673-E37B-4CF6-8173-D69962D1C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853"/>
              <a:ext cx="33" cy="35"/>
            </a:xfrm>
            <a:custGeom>
              <a:avLst/>
              <a:gdLst>
                <a:gd name="T0" fmla="*/ 213 w 13"/>
                <a:gd name="T1" fmla="*/ 83 h 14"/>
                <a:gd name="T2" fmla="*/ 160 w 13"/>
                <a:gd name="T3" fmla="*/ 33 h 14"/>
                <a:gd name="T4" fmla="*/ 84 w 13"/>
                <a:gd name="T5" fmla="*/ 0 h 14"/>
                <a:gd name="T6" fmla="*/ 33 w 13"/>
                <a:gd name="T7" fmla="*/ 0 h 14"/>
                <a:gd name="T8" fmla="*/ 0 w 13"/>
                <a:gd name="T9" fmla="*/ 33 h 14"/>
                <a:gd name="T10" fmla="*/ 0 w 13"/>
                <a:gd name="T11" fmla="*/ 63 h 14"/>
                <a:gd name="T12" fmla="*/ 20 w 13"/>
                <a:gd name="T13" fmla="*/ 125 h 14"/>
                <a:gd name="T14" fmla="*/ 129 w 13"/>
                <a:gd name="T15" fmla="*/ 220 h 14"/>
                <a:gd name="T16" fmla="*/ 160 w 13"/>
                <a:gd name="T17" fmla="*/ 175 h 14"/>
                <a:gd name="T18" fmla="*/ 96 w 13"/>
                <a:gd name="T19" fmla="*/ 125 h 14"/>
                <a:gd name="T20" fmla="*/ 63 w 13"/>
                <a:gd name="T21" fmla="*/ 83 h 14"/>
                <a:gd name="T22" fmla="*/ 63 w 13"/>
                <a:gd name="T23" fmla="*/ 63 h 14"/>
                <a:gd name="T24" fmla="*/ 63 w 13"/>
                <a:gd name="T25" fmla="*/ 63 h 14"/>
                <a:gd name="T26" fmla="*/ 63 w 13"/>
                <a:gd name="T27" fmla="*/ 63 h 14"/>
                <a:gd name="T28" fmla="*/ 84 w 13"/>
                <a:gd name="T29" fmla="*/ 63 h 14"/>
                <a:gd name="T30" fmla="*/ 117 w 13"/>
                <a:gd name="T31" fmla="*/ 83 h 14"/>
                <a:gd name="T32" fmla="*/ 160 w 13"/>
                <a:gd name="T33" fmla="*/ 125 h 14"/>
                <a:gd name="T34" fmla="*/ 213 w 13"/>
                <a:gd name="T35" fmla="*/ 83 h 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" h="14">
                  <a:moveTo>
                    <a:pt x="13" y="5"/>
                  </a:moveTo>
                  <a:cubicBezTo>
                    <a:pt x="13" y="4"/>
                    <a:pt x="11" y="3"/>
                    <a:pt x="10" y="2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3" y="11"/>
                    <a:pt x="6" y="13"/>
                    <a:pt x="8" y="14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0"/>
                    <a:pt x="7" y="9"/>
                    <a:pt x="6" y="8"/>
                  </a:cubicBezTo>
                  <a:cubicBezTo>
                    <a:pt x="5" y="7"/>
                    <a:pt x="5" y="6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6" y="4"/>
                    <a:pt x="7" y="5"/>
                  </a:cubicBezTo>
                  <a:cubicBezTo>
                    <a:pt x="9" y="6"/>
                    <a:pt x="10" y="7"/>
                    <a:pt x="10" y="8"/>
                  </a:cubicBezTo>
                  <a:lnTo>
                    <a:pt x="13" y="5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6" name="Freeform 192">
              <a:extLst>
                <a:ext uri="{FF2B5EF4-FFF2-40B4-BE49-F238E27FC236}">
                  <a16:creationId xmlns:a16="http://schemas.microsoft.com/office/drawing/2014/main" id="{CF1EC2B8-8FEF-4FCD-AD17-898143D8D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858"/>
              <a:ext cx="33" cy="20"/>
            </a:xfrm>
            <a:custGeom>
              <a:avLst/>
              <a:gdLst>
                <a:gd name="T0" fmla="*/ 213 w 13"/>
                <a:gd name="T1" fmla="*/ 63 h 8"/>
                <a:gd name="T2" fmla="*/ 0 w 13"/>
                <a:gd name="T3" fmla="*/ 0 h 8"/>
                <a:gd name="T4" fmla="*/ 0 w 13"/>
                <a:gd name="T5" fmla="*/ 63 h 8"/>
                <a:gd name="T6" fmla="*/ 193 w 13"/>
                <a:gd name="T7" fmla="*/ 125 h 8"/>
                <a:gd name="T8" fmla="*/ 213 w 13"/>
                <a:gd name="T9" fmla="*/ 6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3" y="4"/>
                  </a:moveTo>
                  <a:cubicBezTo>
                    <a:pt x="9" y="3"/>
                    <a:pt x="5" y="1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5"/>
                    <a:pt x="7" y="7"/>
                    <a:pt x="12" y="8"/>
                  </a:cubicBezTo>
                  <a:lnTo>
                    <a:pt x="13" y="4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7" name="Freeform 193">
              <a:extLst>
                <a:ext uri="{FF2B5EF4-FFF2-40B4-BE49-F238E27FC236}">
                  <a16:creationId xmlns:a16="http://schemas.microsoft.com/office/drawing/2014/main" id="{50BE475E-05B5-4CE2-90F1-B28EEFA06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23"/>
              <a:ext cx="33" cy="38"/>
            </a:xfrm>
            <a:custGeom>
              <a:avLst/>
              <a:gdLst>
                <a:gd name="T0" fmla="*/ 147 w 13"/>
                <a:gd name="T1" fmla="*/ 84 h 15"/>
                <a:gd name="T2" fmla="*/ 117 w 13"/>
                <a:gd name="T3" fmla="*/ 147 h 15"/>
                <a:gd name="T4" fmla="*/ 96 w 13"/>
                <a:gd name="T5" fmla="*/ 160 h 15"/>
                <a:gd name="T6" fmla="*/ 84 w 13"/>
                <a:gd name="T7" fmla="*/ 180 h 15"/>
                <a:gd name="T8" fmla="*/ 63 w 13"/>
                <a:gd name="T9" fmla="*/ 160 h 15"/>
                <a:gd name="T10" fmla="*/ 63 w 13"/>
                <a:gd name="T11" fmla="*/ 160 h 15"/>
                <a:gd name="T12" fmla="*/ 63 w 13"/>
                <a:gd name="T13" fmla="*/ 160 h 15"/>
                <a:gd name="T14" fmla="*/ 96 w 13"/>
                <a:gd name="T15" fmla="*/ 96 h 15"/>
                <a:gd name="T16" fmla="*/ 129 w 13"/>
                <a:gd name="T17" fmla="*/ 51 h 15"/>
                <a:gd name="T18" fmla="*/ 96 w 13"/>
                <a:gd name="T19" fmla="*/ 0 h 15"/>
                <a:gd name="T20" fmla="*/ 33 w 13"/>
                <a:gd name="T21" fmla="*/ 63 h 15"/>
                <a:gd name="T22" fmla="*/ 0 w 13"/>
                <a:gd name="T23" fmla="*/ 160 h 15"/>
                <a:gd name="T24" fmla="*/ 20 w 13"/>
                <a:gd name="T25" fmla="*/ 193 h 15"/>
                <a:gd name="T26" fmla="*/ 51 w 13"/>
                <a:gd name="T27" fmla="*/ 225 h 15"/>
                <a:gd name="T28" fmla="*/ 84 w 13"/>
                <a:gd name="T29" fmla="*/ 243 h 15"/>
                <a:gd name="T30" fmla="*/ 129 w 13"/>
                <a:gd name="T31" fmla="*/ 213 h 15"/>
                <a:gd name="T32" fmla="*/ 180 w 13"/>
                <a:gd name="T33" fmla="*/ 160 h 15"/>
                <a:gd name="T34" fmla="*/ 213 w 13"/>
                <a:gd name="T35" fmla="*/ 96 h 15"/>
                <a:gd name="T36" fmla="*/ 147 w 13"/>
                <a:gd name="T37" fmla="*/ 84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" h="15">
                  <a:moveTo>
                    <a:pt x="9" y="5"/>
                  </a:moveTo>
                  <a:cubicBezTo>
                    <a:pt x="9" y="6"/>
                    <a:pt x="8" y="8"/>
                    <a:pt x="7" y="9"/>
                  </a:cubicBezTo>
                  <a:cubicBezTo>
                    <a:pt x="7" y="9"/>
                    <a:pt x="6" y="10"/>
                    <a:pt x="6" y="10"/>
                  </a:cubicBezTo>
                  <a:cubicBezTo>
                    <a:pt x="6" y="11"/>
                    <a:pt x="5" y="11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4" y="7"/>
                    <a:pt x="6" y="6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2"/>
                    <a:pt x="2" y="4"/>
                  </a:cubicBezTo>
                  <a:cubicBezTo>
                    <a:pt x="1" y="5"/>
                    <a:pt x="0" y="7"/>
                    <a:pt x="0" y="10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1" y="13"/>
                    <a:pt x="2" y="14"/>
                    <a:pt x="3" y="14"/>
                  </a:cubicBezTo>
                  <a:cubicBezTo>
                    <a:pt x="4" y="14"/>
                    <a:pt x="4" y="15"/>
                    <a:pt x="5" y="15"/>
                  </a:cubicBezTo>
                  <a:cubicBezTo>
                    <a:pt x="6" y="15"/>
                    <a:pt x="8" y="14"/>
                    <a:pt x="8" y="13"/>
                  </a:cubicBezTo>
                  <a:cubicBezTo>
                    <a:pt x="10" y="12"/>
                    <a:pt x="11" y="11"/>
                    <a:pt x="11" y="10"/>
                  </a:cubicBezTo>
                  <a:cubicBezTo>
                    <a:pt x="12" y="8"/>
                    <a:pt x="13" y="7"/>
                    <a:pt x="13" y="6"/>
                  </a:cubicBezTo>
                  <a:lnTo>
                    <a:pt x="9" y="5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8" name="Freeform 194">
              <a:extLst>
                <a:ext uri="{FF2B5EF4-FFF2-40B4-BE49-F238E27FC236}">
                  <a16:creationId xmlns:a16="http://schemas.microsoft.com/office/drawing/2014/main" id="{493366AF-925C-4EB7-A14C-12359D72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86"/>
              <a:ext cx="30" cy="22"/>
            </a:xfrm>
            <a:custGeom>
              <a:avLst/>
              <a:gdLst>
                <a:gd name="T0" fmla="*/ 145 w 12"/>
                <a:gd name="T1" fmla="*/ 0 h 9"/>
                <a:gd name="T2" fmla="*/ 83 w 12"/>
                <a:gd name="T3" fmla="*/ 42 h 9"/>
                <a:gd name="T4" fmla="*/ 0 w 12"/>
                <a:gd name="T5" fmla="*/ 71 h 9"/>
                <a:gd name="T6" fmla="*/ 20 w 12"/>
                <a:gd name="T7" fmla="*/ 132 h 9"/>
                <a:gd name="T8" fmla="*/ 113 w 12"/>
                <a:gd name="T9" fmla="*/ 103 h 9"/>
                <a:gd name="T10" fmla="*/ 188 w 12"/>
                <a:gd name="T11" fmla="*/ 29 h 9"/>
                <a:gd name="T12" fmla="*/ 145 w 12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8" y="1"/>
                    <a:pt x="7" y="2"/>
                    <a:pt x="5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3" y="8"/>
                    <a:pt x="5" y="8"/>
                    <a:pt x="7" y="7"/>
                  </a:cubicBezTo>
                  <a:cubicBezTo>
                    <a:pt x="9" y="6"/>
                    <a:pt x="11" y="4"/>
                    <a:pt x="12" y="2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9" name="Freeform 195">
              <a:extLst>
                <a:ext uri="{FF2B5EF4-FFF2-40B4-BE49-F238E27FC236}">
                  <a16:creationId xmlns:a16="http://schemas.microsoft.com/office/drawing/2014/main" id="{64E84D65-E1EB-4753-BF0C-50A449EDD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751"/>
              <a:ext cx="37" cy="40"/>
            </a:xfrm>
            <a:custGeom>
              <a:avLst/>
              <a:gdLst>
                <a:gd name="T0" fmla="*/ 0 w 15"/>
                <a:gd name="T1" fmla="*/ 83 h 16"/>
                <a:gd name="T2" fmla="*/ 12 w 15"/>
                <a:gd name="T3" fmla="*/ 125 h 16"/>
                <a:gd name="T4" fmla="*/ 12 w 15"/>
                <a:gd name="T5" fmla="*/ 158 h 16"/>
                <a:gd name="T6" fmla="*/ 12 w 15"/>
                <a:gd name="T7" fmla="*/ 220 h 16"/>
                <a:gd name="T8" fmla="*/ 42 w 15"/>
                <a:gd name="T9" fmla="*/ 238 h 16"/>
                <a:gd name="T10" fmla="*/ 91 w 15"/>
                <a:gd name="T11" fmla="*/ 250 h 16"/>
                <a:gd name="T12" fmla="*/ 104 w 15"/>
                <a:gd name="T13" fmla="*/ 250 h 16"/>
                <a:gd name="T14" fmla="*/ 195 w 15"/>
                <a:gd name="T15" fmla="*/ 188 h 16"/>
                <a:gd name="T16" fmla="*/ 224 w 15"/>
                <a:gd name="T17" fmla="*/ 95 h 16"/>
                <a:gd name="T18" fmla="*/ 212 w 15"/>
                <a:gd name="T19" fmla="*/ 33 h 16"/>
                <a:gd name="T20" fmla="*/ 165 w 15"/>
                <a:gd name="T21" fmla="*/ 0 h 16"/>
                <a:gd name="T22" fmla="*/ 153 w 15"/>
                <a:gd name="T23" fmla="*/ 63 h 16"/>
                <a:gd name="T24" fmla="*/ 165 w 15"/>
                <a:gd name="T25" fmla="*/ 63 h 16"/>
                <a:gd name="T26" fmla="*/ 165 w 15"/>
                <a:gd name="T27" fmla="*/ 95 h 16"/>
                <a:gd name="T28" fmla="*/ 133 w 15"/>
                <a:gd name="T29" fmla="*/ 158 h 16"/>
                <a:gd name="T30" fmla="*/ 91 w 15"/>
                <a:gd name="T31" fmla="*/ 188 h 16"/>
                <a:gd name="T32" fmla="*/ 91 w 15"/>
                <a:gd name="T33" fmla="*/ 188 h 16"/>
                <a:gd name="T34" fmla="*/ 74 w 15"/>
                <a:gd name="T35" fmla="*/ 188 h 16"/>
                <a:gd name="T36" fmla="*/ 74 w 15"/>
                <a:gd name="T37" fmla="*/ 175 h 16"/>
                <a:gd name="T38" fmla="*/ 74 w 15"/>
                <a:gd name="T39" fmla="*/ 158 h 16"/>
                <a:gd name="T40" fmla="*/ 74 w 15"/>
                <a:gd name="T41" fmla="*/ 125 h 16"/>
                <a:gd name="T42" fmla="*/ 62 w 15"/>
                <a:gd name="T43" fmla="*/ 50 h 16"/>
                <a:gd name="T44" fmla="*/ 0 w 15"/>
                <a:gd name="T45" fmla="*/ 83 h 1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" h="16">
                  <a:moveTo>
                    <a:pt x="0" y="5"/>
                  </a:moveTo>
                  <a:cubicBezTo>
                    <a:pt x="0" y="6"/>
                    <a:pt x="1" y="7"/>
                    <a:pt x="1" y="8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1" y="11"/>
                    <a:pt x="1" y="12"/>
                    <a:pt x="1" y="14"/>
                  </a:cubicBezTo>
                  <a:cubicBezTo>
                    <a:pt x="2" y="14"/>
                    <a:pt x="3" y="15"/>
                    <a:pt x="3" y="15"/>
                  </a:cubicBezTo>
                  <a:cubicBezTo>
                    <a:pt x="4" y="16"/>
                    <a:pt x="5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9" y="16"/>
                    <a:pt x="11" y="14"/>
                    <a:pt x="13" y="12"/>
                  </a:cubicBezTo>
                  <a:cubicBezTo>
                    <a:pt x="14" y="10"/>
                    <a:pt x="15" y="8"/>
                    <a:pt x="15" y="6"/>
                  </a:cubicBezTo>
                  <a:cubicBezTo>
                    <a:pt x="15" y="4"/>
                    <a:pt x="15" y="3"/>
                    <a:pt x="14" y="2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1" y="4"/>
                    <a:pt x="11" y="4"/>
                  </a:cubicBezTo>
                  <a:cubicBezTo>
                    <a:pt x="11" y="5"/>
                    <a:pt x="11" y="5"/>
                    <a:pt x="11" y="6"/>
                  </a:cubicBezTo>
                  <a:cubicBezTo>
                    <a:pt x="11" y="7"/>
                    <a:pt x="10" y="8"/>
                    <a:pt x="9" y="10"/>
                  </a:cubicBezTo>
                  <a:cubicBezTo>
                    <a:pt x="8" y="11"/>
                    <a:pt x="7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5" y="12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4" y="10"/>
                    <a:pt x="5" y="10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6"/>
                    <a:pt x="4" y="5"/>
                    <a:pt x="4" y="3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0" name="Freeform 196">
              <a:extLst>
                <a:ext uri="{FF2B5EF4-FFF2-40B4-BE49-F238E27FC236}">
                  <a16:creationId xmlns:a16="http://schemas.microsoft.com/office/drawing/2014/main" id="{81C91541-E069-446E-9E5E-095D28D1C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803"/>
              <a:ext cx="25" cy="25"/>
            </a:xfrm>
            <a:custGeom>
              <a:avLst/>
              <a:gdLst>
                <a:gd name="T0" fmla="*/ 0 w 10"/>
                <a:gd name="T1" fmla="*/ 33 h 10"/>
                <a:gd name="T2" fmla="*/ 50 w 10"/>
                <a:gd name="T3" fmla="*/ 113 h 10"/>
                <a:gd name="T4" fmla="*/ 95 w 10"/>
                <a:gd name="T5" fmla="*/ 158 h 10"/>
                <a:gd name="T6" fmla="*/ 158 w 10"/>
                <a:gd name="T7" fmla="*/ 145 h 10"/>
                <a:gd name="T8" fmla="*/ 95 w 10"/>
                <a:gd name="T9" fmla="*/ 63 h 10"/>
                <a:gd name="T10" fmla="*/ 50 w 10"/>
                <a:gd name="T11" fmla="*/ 0 h 10"/>
                <a:gd name="T12" fmla="*/ 0 w 10"/>
                <a:gd name="T13" fmla="*/ 3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1" y="4"/>
                    <a:pt x="2" y="5"/>
                    <a:pt x="3" y="7"/>
                  </a:cubicBezTo>
                  <a:cubicBezTo>
                    <a:pt x="5" y="8"/>
                    <a:pt x="6" y="9"/>
                    <a:pt x="6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7"/>
                    <a:pt x="8" y="5"/>
                    <a:pt x="6" y="4"/>
                  </a:cubicBezTo>
                  <a:cubicBezTo>
                    <a:pt x="5" y="2"/>
                    <a:pt x="4" y="1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1" name="Freeform 197">
              <a:extLst>
                <a:ext uri="{FF2B5EF4-FFF2-40B4-BE49-F238E27FC236}">
                  <a16:creationId xmlns:a16="http://schemas.microsoft.com/office/drawing/2014/main" id="{436DFE0B-99BE-41B5-9AFF-45FFE7CD0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756"/>
              <a:ext cx="35" cy="35"/>
            </a:xfrm>
            <a:custGeom>
              <a:avLst/>
              <a:gdLst>
                <a:gd name="T0" fmla="*/ 175 w 14"/>
                <a:gd name="T1" fmla="*/ 95 h 14"/>
                <a:gd name="T2" fmla="*/ 113 w 14"/>
                <a:gd name="T3" fmla="*/ 125 h 14"/>
                <a:gd name="T4" fmla="*/ 83 w 14"/>
                <a:gd name="T5" fmla="*/ 158 h 14"/>
                <a:gd name="T6" fmla="*/ 63 w 14"/>
                <a:gd name="T7" fmla="*/ 158 h 14"/>
                <a:gd name="T8" fmla="*/ 63 w 14"/>
                <a:gd name="T9" fmla="*/ 158 h 14"/>
                <a:gd name="T10" fmla="*/ 63 w 14"/>
                <a:gd name="T11" fmla="*/ 158 h 14"/>
                <a:gd name="T12" fmla="*/ 63 w 14"/>
                <a:gd name="T13" fmla="*/ 158 h 14"/>
                <a:gd name="T14" fmla="*/ 63 w 14"/>
                <a:gd name="T15" fmla="*/ 158 h 14"/>
                <a:gd name="T16" fmla="*/ 63 w 14"/>
                <a:gd name="T17" fmla="*/ 158 h 14"/>
                <a:gd name="T18" fmla="*/ 63 w 14"/>
                <a:gd name="T19" fmla="*/ 158 h 14"/>
                <a:gd name="T20" fmla="*/ 63 w 14"/>
                <a:gd name="T21" fmla="*/ 158 h 14"/>
                <a:gd name="T22" fmla="*/ 63 w 14"/>
                <a:gd name="T23" fmla="*/ 125 h 14"/>
                <a:gd name="T24" fmla="*/ 113 w 14"/>
                <a:gd name="T25" fmla="*/ 83 h 14"/>
                <a:gd name="T26" fmla="*/ 145 w 14"/>
                <a:gd name="T27" fmla="*/ 63 h 14"/>
                <a:gd name="T28" fmla="*/ 158 w 14"/>
                <a:gd name="T29" fmla="*/ 63 h 14"/>
                <a:gd name="T30" fmla="*/ 145 w 14"/>
                <a:gd name="T31" fmla="*/ 0 h 14"/>
                <a:gd name="T32" fmla="*/ 113 w 14"/>
                <a:gd name="T33" fmla="*/ 20 h 14"/>
                <a:gd name="T34" fmla="*/ 33 w 14"/>
                <a:gd name="T35" fmla="*/ 83 h 14"/>
                <a:gd name="T36" fmla="*/ 0 w 14"/>
                <a:gd name="T37" fmla="*/ 158 h 14"/>
                <a:gd name="T38" fmla="*/ 20 w 14"/>
                <a:gd name="T39" fmla="*/ 208 h 14"/>
                <a:gd name="T40" fmla="*/ 63 w 14"/>
                <a:gd name="T41" fmla="*/ 220 h 14"/>
                <a:gd name="T42" fmla="*/ 113 w 14"/>
                <a:gd name="T43" fmla="*/ 208 h 14"/>
                <a:gd name="T44" fmla="*/ 175 w 14"/>
                <a:gd name="T45" fmla="*/ 175 h 14"/>
                <a:gd name="T46" fmla="*/ 220 w 14"/>
                <a:gd name="T47" fmla="*/ 125 h 14"/>
                <a:gd name="T48" fmla="*/ 175 w 14"/>
                <a:gd name="T49" fmla="*/ 95 h 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" h="14">
                  <a:moveTo>
                    <a:pt x="11" y="6"/>
                  </a:moveTo>
                  <a:cubicBezTo>
                    <a:pt x="10" y="6"/>
                    <a:pt x="9" y="7"/>
                    <a:pt x="7" y="8"/>
                  </a:cubicBezTo>
                  <a:cubicBezTo>
                    <a:pt x="7" y="9"/>
                    <a:pt x="6" y="9"/>
                    <a:pt x="5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9"/>
                    <a:pt x="4" y="8"/>
                  </a:cubicBezTo>
                  <a:cubicBezTo>
                    <a:pt x="5" y="7"/>
                    <a:pt x="6" y="6"/>
                    <a:pt x="7" y="5"/>
                  </a:cubicBezTo>
                  <a:cubicBezTo>
                    <a:pt x="8" y="5"/>
                    <a:pt x="9" y="5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1"/>
                  </a:cubicBezTo>
                  <a:cubicBezTo>
                    <a:pt x="5" y="2"/>
                    <a:pt x="3" y="3"/>
                    <a:pt x="2" y="5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2" y="14"/>
                    <a:pt x="3" y="14"/>
                    <a:pt x="4" y="14"/>
                  </a:cubicBezTo>
                  <a:cubicBezTo>
                    <a:pt x="5" y="14"/>
                    <a:pt x="6" y="14"/>
                    <a:pt x="7" y="13"/>
                  </a:cubicBezTo>
                  <a:cubicBezTo>
                    <a:pt x="8" y="13"/>
                    <a:pt x="10" y="12"/>
                    <a:pt x="11" y="11"/>
                  </a:cubicBezTo>
                  <a:cubicBezTo>
                    <a:pt x="12" y="10"/>
                    <a:pt x="13" y="9"/>
                    <a:pt x="14" y="8"/>
                  </a:cubicBezTo>
                  <a:lnTo>
                    <a:pt x="11" y="6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2" name="Freeform 198">
              <a:extLst>
                <a:ext uri="{FF2B5EF4-FFF2-40B4-BE49-F238E27FC236}">
                  <a16:creationId xmlns:a16="http://schemas.microsoft.com/office/drawing/2014/main" id="{98B2D912-C509-4383-BD73-625AE5A1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753"/>
              <a:ext cx="32" cy="33"/>
            </a:xfrm>
            <a:custGeom>
              <a:avLst/>
              <a:gdLst>
                <a:gd name="T0" fmla="*/ 0 w 13"/>
                <a:gd name="T1" fmla="*/ 96 h 13"/>
                <a:gd name="T2" fmla="*/ 42 w 13"/>
                <a:gd name="T3" fmla="*/ 160 h 13"/>
                <a:gd name="T4" fmla="*/ 62 w 13"/>
                <a:gd name="T5" fmla="*/ 193 h 13"/>
                <a:gd name="T6" fmla="*/ 103 w 13"/>
                <a:gd name="T7" fmla="*/ 213 h 13"/>
                <a:gd name="T8" fmla="*/ 153 w 13"/>
                <a:gd name="T9" fmla="*/ 193 h 13"/>
                <a:gd name="T10" fmla="*/ 194 w 13"/>
                <a:gd name="T11" fmla="*/ 129 h 13"/>
                <a:gd name="T12" fmla="*/ 162 w 13"/>
                <a:gd name="T13" fmla="*/ 51 h 13"/>
                <a:gd name="T14" fmla="*/ 91 w 13"/>
                <a:gd name="T15" fmla="*/ 0 h 13"/>
                <a:gd name="T16" fmla="*/ 91 w 13"/>
                <a:gd name="T17" fmla="*/ 63 h 13"/>
                <a:gd name="T18" fmla="*/ 121 w 13"/>
                <a:gd name="T19" fmla="*/ 84 h 13"/>
                <a:gd name="T20" fmla="*/ 133 w 13"/>
                <a:gd name="T21" fmla="*/ 129 h 13"/>
                <a:gd name="T22" fmla="*/ 121 w 13"/>
                <a:gd name="T23" fmla="*/ 147 h 13"/>
                <a:gd name="T24" fmla="*/ 103 w 13"/>
                <a:gd name="T25" fmla="*/ 147 h 13"/>
                <a:gd name="T26" fmla="*/ 103 w 13"/>
                <a:gd name="T27" fmla="*/ 147 h 13"/>
                <a:gd name="T28" fmla="*/ 74 w 13"/>
                <a:gd name="T29" fmla="*/ 117 h 13"/>
                <a:gd name="T30" fmla="*/ 62 w 13"/>
                <a:gd name="T31" fmla="*/ 63 h 13"/>
                <a:gd name="T32" fmla="*/ 0 w 13"/>
                <a:gd name="T33" fmla="*/ 96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1" y="7"/>
                    <a:pt x="2" y="9"/>
                    <a:pt x="3" y="10"/>
                  </a:cubicBezTo>
                  <a:cubicBezTo>
                    <a:pt x="3" y="11"/>
                    <a:pt x="4" y="12"/>
                    <a:pt x="4" y="12"/>
                  </a:cubicBezTo>
                  <a:cubicBezTo>
                    <a:pt x="5" y="13"/>
                    <a:pt x="6" y="13"/>
                    <a:pt x="7" y="13"/>
                  </a:cubicBezTo>
                  <a:cubicBezTo>
                    <a:pt x="8" y="13"/>
                    <a:pt x="9" y="13"/>
                    <a:pt x="10" y="12"/>
                  </a:cubicBezTo>
                  <a:cubicBezTo>
                    <a:pt x="12" y="11"/>
                    <a:pt x="13" y="9"/>
                    <a:pt x="13" y="8"/>
                  </a:cubicBezTo>
                  <a:cubicBezTo>
                    <a:pt x="13" y="6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7" y="5"/>
                    <a:pt x="8" y="5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9" y="8"/>
                    <a:pt x="9" y="8"/>
                    <a:pt x="8" y="9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6" y="8"/>
                    <a:pt x="5" y="7"/>
                  </a:cubicBezTo>
                  <a:cubicBezTo>
                    <a:pt x="5" y="6"/>
                    <a:pt x="4" y="5"/>
                    <a:pt x="4" y="4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3" name="Freeform 199">
              <a:extLst>
                <a:ext uri="{FF2B5EF4-FFF2-40B4-BE49-F238E27FC236}">
                  <a16:creationId xmlns:a16="http://schemas.microsoft.com/office/drawing/2014/main" id="{F4675A50-5BF3-4E0A-BEC7-E995FB58D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856"/>
              <a:ext cx="40" cy="32"/>
            </a:xfrm>
            <a:custGeom>
              <a:avLst/>
              <a:gdLst>
                <a:gd name="T0" fmla="*/ 50 w 16"/>
                <a:gd name="T1" fmla="*/ 0 h 13"/>
                <a:gd name="T2" fmla="*/ 33 w 16"/>
                <a:gd name="T3" fmla="*/ 62 h 13"/>
                <a:gd name="T4" fmla="*/ 0 w 16"/>
                <a:gd name="T5" fmla="*/ 153 h 13"/>
                <a:gd name="T6" fmla="*/ 0 w 16"/>
                <a:gd name="T7" fmla="*/ 153 h 13"/>
                <a:gd name="T8" fmla="*/ 0 w 16"/>
                <a:gd name="T9" fmla="*/ 162 h 13"/>
                <a:gd name="T10" fmla="*/ 33 w 16"/>
                <a:gd name="T11" fmla="*/ 182 h 13"/>
                <a:gd name="T12" fmla="*/ 83 w 16"/>
                <a:gd name="T13" fmla="*/ 194 h 13"/>
                <a:gd name="T14" fmla="*/ 188 w 16"/>
                <a:gd name="T15" fmla="*/ 153 h 13"/>
                <a:gd name="T16" fmla="*/ 250 w 16"/>
                <a:gd name="T17" fmla="*/ 62 h 13"/>
                <a:gd name="T18" fmla="*/ 188 w 16"/>
                <a:gd name="T19" fmla="*/ 62 h 13"/>
                <a:gd name="T20" fmla="*/ 158 w 16"/>
                <a:gd name="T21" fmla="*/ 103 h 13"/>
                <a:gd name="T22" fmla="*/ 83 w 16"/>
                <a:gd name="T23" fmla="*/ 133 h 13"/>
                <a:gd name="T24" fmla="*/ 50 w 16"/>
                <a:gd name="T25" fmla="*/ 121 h 13"/>
                <a:gd name="T26" fmla="*/ 33 w 16"/>
                <a:gd name="T27" fmla="*/ 153 h 13"/>
                <a:gd name="T28" fmla="*/ 63 w 16"/>
                <a:gd name="T29" fmla="*/ 153 h 13"/>
                <a:gd name="T30" fmla="*/ 63 w 16"/>
                <a:gd name="T31" fmla="*/ 153 h 13"/>
                <a:gd name="T32" fmla="*/ 83 w 16"/>
                <a:gd name="T33" fmla="*/ 91 h 13"/>
                <a:gd name="T34" fmla="*/ 113 w 16"/>
                <a:gd name="T35" fmla="*/ 30 h 13"/>
                <a:gd name="T36" fmla="*/ 50 w 16"/>
                <a:gd name="T37" fmla="*/ 0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" h="13">
                  <a:moveTo>
                    <a:pt x="3" y="0"/>
                  </a:moveTo>
                  <a:cubicBezTo>
                    <a:pt x="3" y="1"/>
                    <a:pt x="2" y="3"/>
                    <a:pt x="2" y="4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2"/>
                    <a:pt x="4" y="13"/>
                    <a:pt x="5" y="13"/>
                  </a:cubicBezTo>
                  <a:cubicBezTo>
                    <a:pt x="8" y="13"/>
                    <a:pt x="10" y="12"/>
                    <a:pt x="12" y="10"/>
                  </a:cubicBezTo>
                  <a:cubicBezTo>
                    <a:pt x="14" y="9"/>
                    <a:pt x="16" y="7"/>
                    <a:pt x="16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9" y="8"/>
                    <a:pt x="7" y="9"/>
                    <a:pt x="5" y="9"/>
                  </a:cubicBezTo>
                  <a:cubicBezTo>
                    <a:pt x="4" y="9"/>
                    <a:pt x="4" y="8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7"/>
                    <a:pt x="5" y="6"/>
                  </a:cubicBezTo>
                  <a:cubicBezTo>
                    <a:pt x="6" y="5"/>
                    <a:pt x="6" y="3"/>
                    <a:pt x="7" y="2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4" name="Freeform 200">
              <a:extLst>
                <a:ext uri="{FF2B5EF4-FFF2-40B4-BE49-F238E27FC236}">
                  <a16:creationId xmlns:a16="http://schemas.microsoft.com/office/drawing/2014/main" id="{5709A0D2-C24B-4C30-BF5E-C84C25A8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866"/>
              <a:ext cx="40" cy="40"/>
            </a:xfrm>
            <a:custGeom>
              <a:avLst/>
              <a:gdLst>
                <a:gd name="T0" fmla="*/ 125 w 16"/>
                <a:gd name="T1" fmla="*/ 0 h 16"/>
                <a:gd name="T2" fmla="*/ 113 w 16"/>
                <a:gd name="T3" fmla="*/ 20 h 16"/>
                <a:gd name="T4" fmla="*/ 33 w 16"/>
                <a:gd name="T5" fmla="*/ 95 h 16"/>
                <a:gd name="T6" fmla="*/ 0 w 16"/>
                <a:gd name="T7" fmla="*/ 145 h 16"/>
                <a:gd name="T8" fmla="*/ 0 w 16"/>
                <a:gd name="T9" fmla="*/ 188 h 16"/>
                <a:gd name="T10" fmla="*/ 0 w 16"/>
                <a:gd name="T11" fmla="*/ 220 h 16"/>
                <a:gd name="T12" fmla="*/ 33 w 16"/>
                <a:gd name="T13" fmla="*/ 250 h 16"/>
                <a:gd name="T14" fmla="*/ 63 w 16"/>
                <a:gd name="T15" fmla="*/ 250 h 16"/>
                <a:gd name="T16" fmla="*/ 113 w 16"/>
                <a:gd name="T17" fmla="*/ 238 h 16"/>
                <a:gd name="T18" fmla="*/ 208 w 16"/>
                <a:gd name="T19" fmla="*/ 188 h 16"/>
                <a:gd name="T20" fmla="*/ 238 w 16"/>
                <a:gd name="T21" fmla="*/ 158 h 16"/>
                <a:gd name="T22" fmla="*/ 250 w 16"/>
                <a:gd name="T23" fmla="*/ 125 h 16"/>
                <a:gd name="T24" fmla="*/ 188 w 16"/>
                <a:gd name="T25" fmla="*/ 113 h 16"/>
                <a:gd name="T26" fmla="*/ 188 w 16"/>
                <a:gd name="T27" fmla="*/ 113 h 16"/>
                <a:gd name="T28" fmla="*/ 188 w 16"/>
                <a:gd name="T29" fmla="*/ 113 h 16"/>
                <a:gd name="T30" fmla="*/ 188 w 16"/>
                <a:gd name="T31" fmla="*/ 113 h 16"/>
                <a:gd name="T32" fmla="*/ 188 w 16"/>
                <a:gd name="T33" fmla="*/ 113 h 16"/>
                <a:gd name="T34" fmla="*/ 188 w 16"/>
                <a:gd name="T35" fmla="*/ 113 h 16"/>
                <a:gd name="T36" fmla="*/ 175 w 16"/>
                <a:gd name="T37" fmla="*/ 125 h 16"/>
                <a:gd name="T38" fmla="*/ 113 w 16"/>
                <a:gd name="T39" fmla="*/ 175 h 16"/>
                <a:gd name="T40" fmla="*/ 63 w 16"/>
                <a:gd name="T41" fmla="*/ 188 h 16"/>
                <a:gd name="T42" fmla="*/ 50 w 16"/>
                <a:gd name="T43" fmla="*/ 188 h 16"/>
                <a:gd name="T44" fmla="*/ 50 w 16"/>
                <a:gd name="T45" fmla="*/ 188 h 16"/>
                <a:gd name="T46" fmla="*/ 50 w 16"/>
                <a:gd name="T47" fmla="*/ 188 h 16"/>
                <a:gd name="T48" fmla="*/ 50 w 16"/>
                <a:gd name="T49" fmla="*/ 188 h 16"/>
                <a:gd name="T50" fmla="*/ 50 w 16"/>
                <a:gd name="T51" fmla="*/ 188 h 16"/>
                <a:gd name="T52" fmla="*/ 50 w 16"/>
                <a:gd name="T53" fmla="*/ 188 h 16"/>
                <a:gd name="T54" fmla="*/ 50 w 16"/>
                <a:gd name="T55" fmla="*/ 188 h 16"/>
                <a:gd name="T56" fmla="*/ 50 w 16"/>
                <a:gd name="T57" fmla="*/ 188 h 16"/>
                <a:gd name="T58" fmla="*/ 50 w 16"/>
                <a:gd name="T59" fmla="*/ 188 h 16"/>
                <a:gd name="T60" fmla="*/ 50 w 16"/>
                <a:gd name="T61" fmla="*/ 188 h 16"/>
                <a:gd name="T62" fmla="*/ 50 w 16"/>
                <a:gd name="T63" fmla="*/ 188 h 16"/>
                <a:gd name="T64" fmla="*/ 50 w 16"/>
                <a:gd name="T65" fmla="*/ 188 h 16"/>
                <a:gd name="T66" fmla="*/ 63 w 16"/>
                <a:gd name="T67" fmla="*/ 188 h 16"/>
                <a:gd name="T68" fmla="*/ 50 w 16"/>
                <a:gd name="T69" fmla="*/ 188 h 16"/>
                <a:gd name="T70" fmla="*/ 50 w 16"/>
                <a:gd name="T71" fmla="*/ 188 h 16"/>
                <a:gd name="T72" fmla="*/ 63 w 16"/>
                <a:gd name="T73" fmla="*/ 188 h 16"/>
                <a:gd name="T74" fmla="*/ 63 w 16"/>
                <a:gd name="T75" fmla="*/ 188 h 16"/>
                <a:gd name="T76" fmla="*/ 113 w 16"/>
                <a:gd name="T77" fmla="*/ 113 h 16"/>
                <a:gd name="T78" fmla="*/ 145 w 16"/>
                <a:gd name="T79" fmla="*/ 83 h 16"/>
                <a:gd name="T80" fmla="*/ 158 w 16"/>
                <a:gd name="T81" fmla="*/ 63 h 16"/>
                <a:gd name="T82" fmla="*/ 158 w 16"/>
                <a:gd name="T83" fmla="*/ 63 h 16"/>
                <a:gd name="T84" fmla="*/ 158 w 16"/>
                <a:gd name="T85" fmla="*/ 63 h 16"/>
                <a:gd name="T86" fmla="*/ 125 w 16"/>
                <a:gd name="T87" fmla="*/ 0 h 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6" y="2"/>
                    <a:pt x="4" y="4"/>
                    <a:pt x="2" y="6"/>
                  </a:cubicBezTo>
                  <a:cubicBezTo>
                    <a:pt x="2" y="7"/>
                    <a:pt x="1" y="8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1" y="15"/>
                    <a:pt x="2" y="16"/>
                  </a:cubicBezTo>
                  <a:cubicBezTo>
                    <a:pt x="2" y="16"/>
                    <a:pt x="3" y="16"/>
                    <a:pt x="4" y="16"/>
                  </a:cubicBezTo>
                  <a:cubicBezTo>
                    <a:pt x="5" y="16"/>
                    <a:pt x="6" y="16"/>
                    <a:pt x="7" y="15"/>
                  </a:cubicBezTo>
                  <a:cubicBezTo>
                    <a:pt x="9" y="14"/>
                    <a:pt x="11" y="13"/>
                    <a:pt x="13" y="12"/>
                  </a:cubicBezTo>
                  <a:cubicBezTo>
                    <a:pt x="14" y="11"/>
                    <a:pt x="14" y="11"/>
                    <a:pt x="15" y="10"/>
                  </a:cubicBezTo>
                  <a:cubicBezTo>
                    <a:pt x="15" y="9"/>
                    <a:pt x="16" y="9"/>
                    <a:pt x="16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1" y="8"/>
                  </a:cubicBezTo>
                  <a:cubicBezTo>
                    <a:pt x="10" y="9"/>
                    <a:pt x="9" y="10"/>
                    <a:pt x="7" y="11"/>
                  </a:cubicBezTo>
                  <a:cubicBezTo>
                    <a:pt x="6" y="12"/>
                    <a:pt x="4" y="12"/>
                    <a:pt x="4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1"/>
                    <a:pt x="5" y="9"/>
                    <a:pt x="7" y="7"/>
                  </a:cubicBezTo>
                  <a:cubicBezTo>
                    <a:pt x="8" y="6"/>
                    <a:pt x="8" y="5"/>
                    <a:pt x="9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5" name="Freeform 201">
              <a:extLst>
                <a:ext uri="{FF2B5EF4-FFF2-40B4-BE49-F238E27FC236}">
                  <a16:creationId xmlns:a16="http://schemas.microsoft.com/office/drawing/2014/main" id="{60502AA9-38E0-4339-A1AA-294FD60D4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863"/>
              <a:ext cx="35" cy="23"/>
            </a:xfrm>
            <a:custGeom>
              <a:avLst/>
              <a:gdLst>
                <a:gd name="T0" fmla="*/ 220 w 14"/>
                <a:gd name="T1" fmla="*/ 97 h 9"/>
                <a:gd name="T2" fmla="*/ 125 w 14"/>
                <a:gd name="T3" fmla="*/ 33 h 9"/>
                <a:gd name="T4" fmla="*/ 20 w 14"/>
                <a:gd name="T5" fmla="*/ 0 h 9"/>
                <a:gd name="T6" fmla="*/ 0 w 14"/>
                <a:gd name="T7" fmla="*/ 66 h 9"/>
                <a:gd name="T8" fmla="*/ 95 w 14"/>
                <a:gd name="T9" fmla="*/ 97 h 9"/>
                <a:gd name="T10" fmla="*/ 188 w 14"/>
                <a:gd name="T11" fmla="*/ 151 h 9"/>
                <a:gd name="T12" fmla="*/ 220 w 14"/>
                <a:gd name="T13" fmla="*/ 9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">
                  <a:moveTo>
                    <a:pt x="14" y="6"/>
                  </a:moveTo>
                  <a:cubicBezTo>
                    <a:pt x="12" y="4"/>
                    <a:pt x="10" y="3"/>
                    <a:pt x="8" y="2"/>
                  </a:cubicBezTo>
                  <a:cubicBezTo>
                    <a:pt x="5" y="1"/>
                    <a:pt x="3" y="1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4" y="5"/>
                    <a:pt x="6" y="6"/>
                  </a:cubicBezTo>
                  <a:cubicBezTo>
                    <a:pt x="8" y="7"/>
                    <a:pt x="10" y="7"/>
                    <a:pt x="12" y="9"/>
                  </a:cubicBezTo>
                  <a:lnTo>
                    <a:pt x="14" y="6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6" name="Freeform 202">
              <a:extLst>
                <a:ext uri="{FF2B5EF4-FFF2-40B4-BE49-F238E27FC236}">
                  <a16:creationId xmlns:a16="http://schemas.microsoft.com/office/drawing/2014/main" id="{B4DE2B24-B4AA-46F6-BD86-B985A35EB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78"/>
              <a:ext cx="53" cy="25"/>
            </a:xfrm>
            <a:custGeom>
              <a:avLst/>
              <a:gdLst>
                <a:gd name="T0" fmla="*/ 179 w 21"/>
                <a:gd name="T1" fmla="*/ 63 h 10"/>
                <a:gd name="T2" fmla="*/ 192 w 21"/>
                <a:gd name="T3" fmla="*/ 63 h 10"/>
                <a:gd name="T4" fmla="*/ 242 w 21"/>
                <a:gd name="T5" fmla="*/ 83 h 10"/>
                <a:gd name="T6" fmla="*/ 275 w 21"/>
                <a:gd name="T7" fmla="*/ 113 h 10"/>
                <a:gd name="T8" fmla="*/ 305 w 21"/>
                <a:gd name="T9" fmla="*/ 113 h 10"/>
                <a:gd name="T10" fmla="*/ 275 w 21"/>
                <a:gd name="T11" fmla="*/ 83 h 10"/>
                <a:gd name="T12" fmla="*/ 242 w 21"/>
                <a:gd name="T13" fmla="*/ 95 h 10"/>
                <a:gd name="T14" fmla="*/ 126 w 21"/>
                <a:gd name="T15" fmla="*/ 63 h 10"/>
                <a:gd name="T16" fmla="*/ 50 w 21"/>
                <a:gd name="T17" fmla="*/ 0 h 10"/>
                <a:gd name="T18" fmla="*/ 0 w 21"/>
                <a:gd name="T19" fmla="*/ 50 h 10"/>
                <a:gd name="T20" fmla="*/ 96 w 21"/>
                <a:gd name="T21" fmla="*/ 125 h 10"/>
                <a:gd name="T22" fmla="*/ 242 w 21"/>
                <a:gd name="T23" fmla="*/ 158 h 10"/>
                <a:gd name="T24" fmla="*/ 318 w 21"/>
                <a:gd name="T25" fmla="*/ 125 h 10"/>
                <a:gd name="T26" fmla="*/ 338 w 21"/>
                <a:gd name="T27" fmla="*/ 113 h 10"/>
                <a:gd name="T28" fmla="*/ 338 w 21"/>
                <a:gd name="T29" fmla="*/ 95 h 10"/>
                <a:gd name="T30" fmla="*/ 275 w 21"/>
                <a:gd name="T31" fmla="*/ 33 h 10"/>
                <a:gd name="T32" fmla="*/ 192 w 21"/>
                <a:gd name="T33" fmla="*/ 0 h 10"/>
                <a:gd name="T34" fmla="*/ 159 w 21"/>
                <a:gd name="T35" fmla="*/ 0 h 10"/>
                <a:gd name="T36" fmla="*/ 179 w 21"/>
                <a:gd name="T37" fmla="*/ 63 h 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" h="10">
                  <a:moveTo>
                    <a:pt x="11" y="4"/>
                  </a:moveTo>
                  <a:cubicBezTo>
                    <a:pt x="11" y="4"/>
                    <a:pt x="12" y="4"/>
                    <a:pt x="12" y="4"/>
                  </a:cubicBezTo>
                  <a:cubicBezTo>
                    <a:pt x="13" y="4"/>
                    <a:pt x="14" y="4"/>
                    <a:pt x="15" y="5"/>
                  </a:cubicBezTo>
                  <a:cubicBezTo>
                    <a:pt x="16" y="6"/>
                    <a:pt x="17" y="6"/>
                    <a:pt x="17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6"/>
                    <a:pt x="16" y="6"/>
                    <a:pt x="15" y="6"/>
                  </a:cubicBezTo>
                  <a:cubicBezTo>
                    <a:pt x="13" y="6"/>
                    <a:pt x="11" y="5"/>
                    <a:pt x="8" y="4"/>
                  </a:cubicBezTo>
                  <a:cubicBezTo>
                    <a:pt x="6" y="3"/>
                    <a:pt x="4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4"/>
                    <a:pt x="4" y="6"/>
                    <a:pt x="6" y="8"/>
                  </a:cubicBezTo>
                  <a:cubicBezTo>
                    <a:pt x="9" y="9"/>
                    <a:pt x="12" y="10"/>
                    <a:pt x="15" y="10"/>
                  </a:cubicBezTo>
                  <a:cubicBezTo>
                    <a:pt x="17" y="10"/>
                    <a:pt x="19" y="10"/>
                    <a:pt x="20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4"/>
                    <a:pt x="19" y="3"/>
                    <a:pt x="17" y="2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lnTo>
                    <a:pt x="11" y="4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7" name="Freeform 203">
              <a:extLst>
                <a:ext uri="{FF2B5EF4-FFF2-40B4-BE49-F238E27FC236}">
                  <a16:creationId xmlns:a16="http://schemas.microsoft.com/office/drawing/2014/main" id="{B8DE54FD-9C64-4388-B9B5-4C50465C4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753"/>
              <a:ext cx="25" cy="20"/>
            </a:xfrm>
            <a:custGeom>
              <a:avLst/>
              <a:gdLst>
                <a:gd name="T0" fmla="*/ 158 w 10"/>
                <a:gd name="T1" fmla="*/ 0 h 8"/>
                <a:gd name="T2" fmla="*/ 145 w 10"/>
                <a:gd name="T3" fmla="*/ 0 h 8"/>
                <a:gd name="T4" fmla="*/ 63 w 10"/>
                <a:gd name="T5" fmla="*/ 33 h 8"/>
                <a:gd name="T6" fmla="*/ 0 w 10"/>
                <a:gd name="T7" fmla="*/ 95 h 8"/>
                <a:gd name="T8" fmla="*/ 63 w 10"/>
                <a:gd name="T9" fmla="*/ 125 h 8"/>
                <a:gd name="T10" fmla="*/ 95 w 10"/>
                <a:gd name="T11" fmla="*/ 83 h 8"/>
                <a:gd name="T12" fmla="*/ 145 w 10"/>
                <a:gd name="T13" fmla="*/ 63 h 8"/>
                <a:gd name="T14" fmla="*/ 145 w 10"/>
                <a:gd name="T15" fmla="*/ 63 h 8"/>
                <a:gd name="T16" fmla="*/ 158 w 10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10" y="0"/>
                    <a:pt x="9" y="0"/>
                    <a:pt x="9" y="0"/>
                  </a:cubicBezTo>
                  <a:cubicBezTo>
                    <a:pt x="7" y="0"/>
                    <a:pt x="5" y="1"/>
                    <a:pt x="4" y="2"/>
                  </a:cubicBezTo>
                  <a:cubicBezTo>
                    <a:pt x="2" y="3"/>
                    <a:pt x="1" y="5"/>
                    <a:pt x="0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5" y="6"/>
                    <a:pt x="6" y="5"/>
                  </a:cubicBezTo>
                  <a:cubicBezTo>
                    <a:pt x="7" y="5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8" name="Freeform 204">
              <a:extLst>
                <a:ext uri="{FF2B5EF4-FFF2-40B4-BE49-F238E27FC236}">
                  <a16:creationId xmlns:a16="http://schemas.microsoft.com/office/drawing/2014/main" id="{25CC1988-E89E-4488-8256-F2FE7D6C0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378"/>
              <a:ext cx="35" cy="50"/>
            </a:xfrm>
            <a:custGeom>
              <a:avLst/>
              <a:gdLst>
                <a:gd name="T0" fmla="*/ 220 w 14"/>
                <a:gd name="T1" fmla="*/ 145 h 20"/>
                <a:gd name="T2" fmla="*/ 158 w 14"/>
                <a:gd name="T3" fmla="*/ 63 h 20"/>
                <a:gd name="T4" fmla="*/ 50 w 14"/>
                <a:gd name="T5" fmla="*/ 0 h 20"/>
                <a:gd name="T6" fmla="*/ 33 w 14"/>
                <a:gd name="T7" fmla="*/ 0 h 20"/>
                <a:gd name="T8" fmla="*/ 20 w 14"/>
                <a:gd name="T9" fmla="*/ 20 h 20"/>
                <a:gd name="T10" fmla="*/ 0 w 14"/>
                <a:gd name="T11" fmla="*/ 83 h 20"/>
                <a:gd name="T12" fmla="*/ 50 w 14"/>
                <a:gd name="T13" fmla="*/ 220 h 20"/>
                <a:gd name="T14" fmla="*/ 113 w 14"/>
                <a:gd name="T15" fmla="*/ 313 h 20"/>
                <a:gd name="T16" fmla="*/ 175 w 14"/>
                <a:gd name="T17" fmla="*/ 283 h 20"/>
                <a:gd name="T18" fmla="*/ 95 w 14"/>
                <a:gd name="T19" fmla="*/ 175 h 20"/>
                <a:gd name="T20" fmla="*/ 63 w 14"/>
                <a:gd name="T21" fmla="*/ 83 h 20"/>
                <a:gd name="T22" fmla="*/ 63 w 14"/>
                <a:gd name="T23" fmla="*/ 50 h 20"/>
                <a:gd name="T24" fmla="*/ 50 w 14"/>
                <a:gd name="T25" fmla="*/ 33 h 20"/>
                <a:gd name="T26" fmla="*/ 33 w 14"/>
                <a:gd name="T27" fmla="*/ 63 h 20"/>
                <a:gd name="T28" fmla="*/ 113 w 14"/>
                <a:gd name="T29" fmla="*/ 113 h 20"/>
                <a:gd name="T30" fmla="*/ 175 w 14"/>
                <a:gd name="T31" fmla="*/ 188 h 20"/>
                <a:gd name="T32" fmla="*/ 220 w 14"/>
                <a:gd name="T33" fmla="*/ 145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20">
                  <a:moveTo>
                    <a:pt x="14" y="9"/>
                  </a:moveTo>
                  <a:cubicBezTo>
                    <a:pt x="13" y="8"/>
                    <a:pt x="11" y="6"/>
                    <a:pt x="10" y="4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0" y="8"/>
                    <a:pt x="1" y="11"/>
                    <a:pt x="3" y="14"/>
                  </a:cubicBezTo>
                  <a:cubicBezTo>
                    <a:pt x="4" y="16"/>
                    <a:pt x="6" y="19"/>
                    <a:pt x="7" y="20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9" y="16"/>
                    <a:pt x="8" y="14"/>
                    <a:pt x="6" y="11"/>
                  </a:cubicBezTo>
                  <a:cubicBezTo>
                    <a:pt x="5" y="9"/>
                    <a:pt x="4" y="7"/>
                    <a:pt x="4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5" y="5"/>
                    <a:pt x="7" y="7"/>
                  </a:cubicBezTo>
                  <a:cubicBezTo>
                    <a:pt x="8" y="8"/>
                    <a:pt x="10" y="10"/>
                    <a:pt x="11" y="12"/>
                  </a:cubicBezTo>
                  <a:lnTo>
                    <a:pt x="14" y="9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9" name="Freeform 205">
              <a:extLst>
                <a:ext uri="{FF2B5EF4-FFF2-40B4-BE49-F238E27FC236}">
                  <a16:creationId xmlns:a16="http://schemas.microsoft.com/office/drawing/2014/main" id="{3D561339-0AF6-4108-BCDA-8E00E3BF4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298"/>
              <a:ext cx="33" cy="33"/>
            </a:xfrm>
            <a:custGeom>
              <a:avLst/>
              <a:gdLst>
                <a:gd name="T0" fmla="*/ 160 w 13"/>
                <a:gd name="T1" fmla="*/ 51 h 13"/>
                <a:gd name="T2" fmla="*/ 117 w 13"/>
                <a:gd name="T3" fmla="*/ 117 h 13"/>
                <a:gd name="T4" fmla="*/ 84 w 13"/>
                <a:gd name="T5" fmla="*/ 147 h 13"/>
                <a:gd name="T6" fmla="*/ 63 w 13"/>
                <a:gd name="T7" fmla="*/ 147 h 13"/>
                <a:gd name="T8" fmla="*/ 63 w 13"/>
                <a:gd name="T9" fmla="*/ 147 h 13"/>
                <a:gd name="T10" fmla="*/ 63 w 13"/>
                <a:gd name="T11" fmla="*/ 147 h 13"/>
                <a:gd name="T12" fmla="*/ 63 w 13"/>
                <a:gd name="T13" fmla="*/ 147 h 13"/>
                <a:gd name="T14" fmla="*/ 63 w 13"/>
                <a:gd name="T15" fmla="*/ 129 h 13"/>
                <a:gd name="T16" fmla="*/ 117 w 13"/>
                <a:gd name="T17" fmla="*/ 96 h 13"/>
                <a:gd name="T18" fmla="*/ 147 w 13"/>
                <a:gd name="T19" fmla="*/ 63 h 13"/>
                <a:gd name="T20" fmla="*/ 117 w 13"/>
                <a:gd name="T21" fmla="*/ 0 h 13"/>
                <a:gd name="T22" fmla="*/ 51 w 13"/>
                <a:gd name="T23" fmla="*/ 51 h 13"/>
                <a:gd name="T24" fmla="*/ 20 w 13"/>
                <a:gd name="T25" fmla="*/ 96 h 13"/>
                <a:gd name="T26" fmla="*/ 0 w 13"/>
                <a:gd name="T27" fmla="*/ 147 h 13"/>
                <a:gd name="T28" fmla="*/ 33 w 13"/>
                <a:gd name="T29" fmla="*/ 193 h 13"/>
                <a:gd name="T30" fmla="*/ 63 w 13"/>
                <a:gd name="T31" fmla="*/ 213 h 13"/>
                <a:gd name="T32" fmla="*/ 117 w 13"/>
                <a:gd name="T33" fmla="*/ 193 h 13"/>
                <a:gd name="T34" fmla="*/ 180 w 13"/>
                <a:gd name="T35" fmla="*/ 147 h 13"/>
                <a:gd name="T36" fmla="*/ 213 w 13"/>
                <a:gd name="T37" fmla="*/ 96 h 13"/>
                <a:gd name="T38" fmla="*/ 160 w 13"/>
                <a:gd name="T39" fmla="*/ 51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" h="13">
                  <a:moveTo>
                    <a:pt x="10" y="3"/>
                  </a:moveTo>
                  <a:cubicBezTo>
                    <a:pt x="9" y="4"/>
                    <a:pt x="8" y="6"/>
                    <a:pt x="7" y="7"/>
                  </a:cubicBezTo>
                  <a:cubicBezTo>
                    <a:pt x="6" y="8"/>
                    <a:pt x="6" y="8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5" y="7"/>
                    <a:pt x="6" y="6"/>
                    <a:pt x="7" y="6"/>
                  </a:cubicBezTo>
                  <a:cubicBezTo>
                    <a:pt x="8" y="5"/>
                    <a:pt x="9" y="4"/>
                    <a:pt x="9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4" y="2"/>
                    <a:pt x="3" y="3"/>
                  </a:cubicBezTo>
                  <a:cubicBezTo>
                    <a:pt x="2" y="4"/>
                    <a:pt x="1" y="5"/>
                    <a:pt x="1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0"/>
                    <a:pt x="0" y="12"/>
                    <a:pt x="2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6" y="13"/>
                    <a:pt x="7" y="13"/>
                    <a:pt x="7" y="12"/>
                  </a:cubicBezTo>
                  <a:cubicBezTo>
                    <a:pt x="9" y="11"/>
                    <a:pt x="10" y="10"/>
                    <a:pt x="11" y="9"/>
                  </a:cubicBezTo>
                  <a:cubicBezTo>
                    <a:pt x="12" y="7"/>
                    <a:pt x="12" y="6"/>
                    <a:pt x="13" y="6"/>
                  </a:cubicBezTo>
                  <a:lnTo>
                    <a:pt x="10" y="3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0" name="Freeform 206">
              <a:extLst>
                <a:ext uri="{FF2B5EF4-FFF2-40B4-BE49-F238E27FC236}">
                  <a16:creationId xmlns:a16="http://schemas.microsoft.com/office/drawing/2014/main" id="{34DD4BCF-0423-4158-B223-BCBD09EE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303"/>
              <a:ext cx="12" cy="20"/>
            </a:xfrm>
            <a:custGeom>
              <a:avLst/>
              <a:gdLst>
                <a:gd name="T0" fmla="*/ 12 w 5"/>
                <a:gd name="T1" fmla="*/ 20 h 8"/>
                <a:gd name="T2" fmla="*/ 12 w 5"/>
                <a:gd name="T3" fmla="*/ 33 h 8"/>
                <a:gd name="T4" fmla="*/ 0 w 5"/>
                <a:gd name="T5" fmla="*/ 113 h 8"/>
                <a:gd name="T6" fmla="*/ 41 w 5"/>
                <a:gd name="T7" fmla="*/ 125 h 8"/>
                <a:gd name="T8" fmla="*/ 70 w 5"/>
                <a:gd name="T9" fmla="*/ 33 h 8"/>
                <a:gd name="T10" fmla="*/ 70 w 5"/>
                <a:gd name="T11" fmla="*/ 0 h 8"/>
                <a:gd name="T12" fmla="*/ 12 w 5"/>
                <a:gd name="T13" fmla="*/ 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8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6"/>
                    <a:pt x="5" y="4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1" name="Freeform 207">
              <a:extLst>
                <a:ext uri="{FF2B5EF4-FFF2-40B4-BE49-F238E27FC236}">
                  <a16:creationId xmlns:a16="http://schemas.microsoft.com/office/drawing/2014/main" id="{1B01F68B-5B40-48B8-BA26-2EBF3D3EC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283"/>
              <a:ext cx="35" cy="30"/>
            </a:xfrm>
            <a:custGeom>
              <a:avLst/>
              <a:gdLst>
                <a:gd name="T0" fmla="*/ 158 w 14"/>
                <a:gd name="T1" fmla="*/ 63 h 12"/>
                <a:gd name="T2" fmla="*/ 175 w 14"/>
                <a:gd name="T3" fmla="*/ 63 h 12"/>
                <a:gd name="T4" fmla="*/ 158 w 14"/>
                <a:gd name="T5" fmla="*/ 63 h 12"/>
                <a:gd name="T6" fmla="*/ 158 w 14"/>
                <a:gd name="T7" fmla="*/ 63 h 12"/>
                <a:gd name="T8" fmla="*/ 175 w 14"/>
                <a:gd name="T9" fmla="*/ 63 h 12"/>
                <a:gd name="T10" fmla="*/ 158 w 14"/>
                <a:gd name="T11" fmla="*/ 63 h 12"/>
                <a:gd name="T12" fmla="*/ 145 w 14"/>
                <a:gd name="T13" fmla="*/ 83 h 12"/>
                <a:gd name="T14" fmla="*/ 113 w 14"/>
                <a:gd name="T15" fmla="*/ 113 h 12"/>
                <a:gd name="T16" fmla="*/ 63 w 14"/>
                <a:gd name="T17" fmla="*/ 125 h 12"/>
                <a:gd name="T18" fmla="*/ 63 w 14"/>
                <a:gd name="T19" fmla="*/ 125 h 12"/>
                <a:gd name="T20" fmla="*/ 63 w 14"/>
                <a:gd name="T21" fmla="*/ 125 h 12"/>
                <a:gd name="T22" fmla="*/ 63 w 14"/>
                <a:gd name="T23" fmla="*/ 125 h 12"/>
                <a:gd name="T24" fmla="*/ 63 w 14"/>
                <a:gd name="T25" fmla="*/ 125 h 12"/>
                <a:gd name="T26" fmla="*/ 63 w 14"/>
                <a:gd name="T27" fmla="*/ 125 h 12"/>
                <a:gd name="T28" fmla="*/ 63 w 14"/>
                <a:gd name="T29" fmla="*/ 125 h 12"/>
                <a:gd name="T30" fmla="*/ 63 w 14"/>
                <a:gd name="T31" fmla="*/ 125 h 12"/>
                <a:gd name="T32" fmla="*/ 63 w 14"/>
                <a:gd name="T33" fmla="*/ 125 h 12"/>
                <a:gd name="T34" fmla="*/ 63 w 14"/>
                <a:gd name="T35" fmla="*/ 125 h 12"/>
                <a:gd name="T36" fmla="*/ 63 w 14"/>
                <a:gd name="T37" fmla="*/ 125 h 12"/>
                <a:gd name="T38" fmla="*/ 63 w 14"/>
                <a:gd name="T39" fmla="*/ 125 h 12"/>
                <a:gd name="T40" fmla="*/ 63 w 14"/>
                <a:gd name="T41" fmla="*/ 125 h 12"/>
                <a:gd name="T42" fmla="*/ 63 w 14"/>
                <a:gd name="T43" fmla="*/ 125 h 12"/>
                <a:gd name="T44" fmla="*/ 63 w 14"/>
                <a:gd name="T45" fmla="*/ 125 h 12"/>
                <a:gd name="T46" fmla="*/ 63 w 14"/>
                <a:gd name="T47" fmla="*/ 125 h 12"/>
                <a:gd name="T48" fmla="*/ 63 w 14"/>
                <a:gd name="T49" fmla="*/ 125 h 12"/>
                <a:gd name="T50" fmla="*/ 63 w 14"/>
                <a:gd name="T51" fmla="*/ 125 h 12"/>
                <a:gd name="T52" fmla="*/ 63 w 14"/>
                <a:gd name="T53" fmla="*/ 125 h 12"/>
                <a:gd name="T54" fmla="*/ 63 w 14"/>
                <a:gd name="T55" fmla="*/ 125 h 12"/>
                <a:gd name="T56" fmla="*/ 63 w 14"/>
                <a:gd name="T57" fmla="*/ 125 h 12"/>
                <a:gd name="T58" fmla="*/ 63 w 14"/>
                <a:gd name="T59" fmla="*/ 125 h 12"/>
                <a:gd name="T60" fmla="*/ 63 w 14"/>
                <a:gd name="T61" fmla="*/ 125 h 12"/>
                <a:gd name="T62" fmla="*/ 63 w 14"/>
                <a:gd name="T63" fmla="*/ 125 h 12"/>
                <a:gd name="T64" fmla="*/ 63 w 14"/>
                <a:gd name="T65" fmla="*/ 125 h 12"/>
                <a:gd name="T66" fmla="*/ 63 w 14"/>
                <a:gd name="T67" fmla="*/ 125 h 12"/>
                <a:gd name="T68" fmla="*/ 113 w 14"/>
                <a:gd name="T69" fmla="*/ 83 h 12"/>
                <a:gd name="T70" fmla="*/ 125 w 14"/>
                <a:gd name="T71" fmla="*/ 63 h 12"/>
                <a:gd name="T72" fmla="*/ 145 w 14"/>
                <a:gd name="T73" fmla="*/ 63 h 12"/>
                <a:gd name="T74" fmla="*/ 158 w 14"/>
                <a:gd name="T75" fmla="*/ 63 h 12"/>
                <a:gd name="T76" fmla="*/ 158 w 14"/>
                <a:gd name="T77" fmla="*/ 50 h 12"/>
                <a:gd name="T78" fmla="*/ 145 w 14"/>
                <a:gd name="T79" fmla="*/ 63 h 12"/>
                <a:gd name="T80" fmla="*/ 158 w 14"/>
                <a:gd name="T81" fmla="*/ 63 h 12"/>
                <a:gd name="T82" fmla="*/ 158 w 14"/>
                <a:gd name="T83" fmla="*/ 50 h 12"/>
                <a:gd name="T84" fmla="*/ 145 w 14"/>
                <a:gd name="T85" fmla="*/ 63 h 12"/>
                <a:gd name="T86" fmla="*/ 175 w 14"/>
                <a:gd name="T87" fmla="*/ 0 h 12"/>
                <a:gd name="T88" fmla="*/ 145 w 14"/>
                <a:gd name="T89" fmla="*/ 0 h 12"/>
                <a:gd name="T90" fmla="*/ 113 w 14"/>
                <a:gd name="T91" fmla="*/ 20 h 12"/>
                <a:gd name="T92" fmla="*/ 50 w 14"/>
                <a:gd name="T93" fmla="*/ 50 h 12"/>
                <a:gd name="T94" fmla="*/ 0 w 14"/>
                <a:gd name="T95" fmla="*/ 125 h 12"/>
                <a:gd name="T96" fmla="*/ 20 w 14"/>
                <a:gd name="T97" fmla="*/ 145 h 12"/>
                <a:gd name="T98" fmla="*/ 20 w 14"/>
                <a:gd name="T99" fmla="*/ 145 h 12"/>
                <a:gd name="T100" fmla="*/ 20 w 14"/>
                <a:gd name="T101" fmla="*/ 145 h 12"/>
                <a:gd name="T102" fmla="*/ 33 w 14"/>
                <a:gd name="T103" fmla="*/ 175 h 12"/>
                <a:gd name="T104" fmla="*/ 63 w 14"/>
                <a:gd name="T105" fmla="*/ 188 h 12"/>
                <a:gd name="T106" fmla="*/ 158 w 14"/>
                <a:gd name="T107" fmla="*/ 145 h 12"/>
                <a:gd name="T108" fmla="*/ 188 w 14"/>
                <a:gd name="T109" fmla="*/ 125 h 12"/>
                <a:gd name="T110" fmla="*/ 220 w 14"/>
                <a:gd name="T111" fmla="*/ 95 h 12"/>
                <a:gd name="T112" fmla="*/ 158 w 14"/>
                <a:gd name="T113" fmla="*/ 63 h 1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" h="12">
                  <a:moveTo>
                    <a:pt x="10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5"/>
                    <a:pt x="9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6" y="7"/>
                    <a:pt x="5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7"/>
                    <a:pt x="6" y="6"/>
                    <a:pt x="7" y="5"/>
                  </a:cubicBezTo>
                  <a:cubicBezTo>
                    <a:pt x="7" y="5"/>
                    <a:pt x="8" y="4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1"/>
                    <a:pt x="2" y="11"/>
                  </a:cubicBezTo>
                  <a:cubicBezTo>
                    <a:pt x="3" y="11"/>
                    <a:pt x="4" y="12"/>
                    <a:pt x="4" y="12"/>
                  </a:cubicBezTo>
                  <a:cubicBezTo>
                    <a:pt x="6" y="11"/>
                    <a:pt x="8" y="11"/>
                    <a:pt x="10" y="9"/>
                  </a:cubicBezTo>
                  <a:cubicBezTo>
                    <a:pt x="11" y="9"/>
                    <a:pt x="12" y="8"/>
                    <a:pt x="12" y="8"/>
                  </a:cubicBezTo>
                  <a:cubicBezTo>
                    <a:pt x="13" y="7"/>
                    <a:pt x="13" y="7"/>
                    <a:pt x="14" y="6"/>
                  </a:cubicBezTo>
                  <a:lnTo>
                    <a:pt x="10" y="4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2" name="Freeform 208">
              <a:extLst>
                <a:ext uri="{FF2B5EF4-FFF2-40B4-BE49-F238E27FC236}">
                  <a16:creationId xmlns:a16="http://schemas.microsoft.com/office/drawing/2014/main" id="{F4536F00-10BD-40E1-A2B5-47092F0FD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308"/>
              <a:ext cx="12" cy="25"/>
            </a:xfrm>
            <a:custGeom>
              <a:avLst/>
              <a:gdLst>
                <a:gd name="T0" fmla="*/ 0 w 5"/>
                <a:gd name="T1" fmla="*/ 20 h 10"/>
                <a:gd name="T2" fmla="*/ 12 w 5"/>
                <a:gd name="T3" fmla="*/ 95 h 10"/>
                <a:gd name="T4" fmla="*/ 0 w 5"/>
                <a:gd name="T5" fmla="*/ 125 h 10"/>
                <a:gd name="T6" fmla="*/ 58 w 5"/>
                <a:gd name="T7" fmla="*/ 158 h 10"/>
                <a:gd name="T8" fmla="*/ 70 w 5"/>
                <a:gd name="T9" fmla="*/ 95 h 10"/>
                <a:gd name="T10" fmla="*/ 41 w 5"/>
                <a:gd name="T11" fmla="*/ 0 h 10"/>
                <a:gd name="T12" fmla="*/ 0 w 5"/>
                <a:gd name="T13" fmla="*/ 2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0" y="3"/>
                    <a:pt x="1" y="5"/>
                    <a:pt x="1" y="6"/>
                  </a:cubicBezTo>
                  <a:cubicBezTo>
                    <a:pt x="1" y="7"/>
                    <a:pt x="1" y="8"/>
                    <a:pt x="0" y="8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4"/>
                    <a:pt x="4" y="2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3" name="Freeform 209">
              <a:extLst>
                <a:ext uri="{FF2B5EF4-FFF2-40B4-BE49-F238E27FC236}">
                  <a16:creationId xmlns:a16="http://schemas.microsoft.com/office/drawing/2014/main" id="{EB724AE1-45FC-4E99-ACF6-55A07F001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383"/>
              <a:ext cx="22" cy="28"/>
            </a:xfrm>
            <a:custGeom>
              <a:avLst/>
              <a:gdLst>
                <a:gd name="T0" fmla="*/ 0 w 9"/>
                <a:gd name="T1" fmla="*/ 51 h 11"/>
                <a:gd name="T2" fmla="*/ 90 w 9"/>
                <a:gd name="T3" fmla="*/ 181 h 11"/>
                <a:gd name="T4" fmla="*/ 132 w 9"/>
                <a:gd name="T5" fmla="*/ 130 h 11"/>
                <a:gd name="T6" fmla="*/ 29 w 9"/>
                <a:gd name="T7" fmla="*/ 0 h 11"/>
                <a:gd name="T8" fmla="*/ 0 w 9"/>
                <a:gd name="T9" fmla="*/ 5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3"/>
                  </a:moveTo>
                  <a:cubicBezTo>
                    <a:pt x="2" y="5"/>
                    <a:pt x="4" y="8"/>
                    <a:pt x="6" y="11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7" y="5"/>
                    <a:pt x="5" y="3"/>
                    <a:pt x="2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4" name="Freeform 210">
              <a:extLst>
                <a:ext uri="{FF2B5EF4-FFF2-40B4-BE49-F238E27FC236}">
                  <a16:creationId xmlns:a16="http://schemas.microsoft.com/office/drawing/2014/main" id="{43BC1603-D848-4C58-8B0D-532923885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348"/>
              <a:ext cx="32" cy="35"/>
            </a:xfrm>
            <a:custGeom>
              <a:avLst/>
              <a:gdLst>
                <a:gd name="T0" fmla="*/ 42 w 13"/>
                <a:gd name="T1" fmla="*/ 125 h 14"/>
                <a:gd name="T2" fmla="*/ 62 w 13"/>
                <a:gd name="T3" fmla="*/ 113 h 14"/>
                <a:gd name="T4" fmla="*/ 91 w 13"/>
                <a:gd name="T5" fmla="*/ 83 h 14"/>
                <a:gd name="T6" fmla="*/ 133 w 13"/>
                <a:gd name="T7" fmla="*/ 63 h 14"/>
                <a:gd name="T8" fmla="*/ 133 w 13"/>
                <a:gd name="T9" fmla="*/ 63 h 14"/>
                <a:gd name="T10" fmla="*/ 133 w 13"/>
                <a:gd name="T11" fmla="*/ 63 h 14"/>
                <a:gd name="T12" fmla="*/ 133 w 13"/>
                <a:gd name="T13" fmla="*/ 63 h 14"/>
                <a:gd name="T14" fmla="*/ 133 w 13"/>
                <a:gd name="T15" fmla="*/ 63 h 14"/>
                <a:gd name="T16" fmla="*/ 133 w 13"/>
                <a:gd name="T17" fmla="*/ 63 h 14"/>
                <a:gd name="T18" fmla="*/ 133 w 13"/>
                <a:gd name="T19" fmla="*/ 63 h 14"/>
                <a:gd name="T20" fmla="*/ 133 w 13"/>
                <a:gd name="T21" fmla="*/ 83 h 14"/>
                <a:gd name="T22" fmla="*/ 121 w 13"/>
                <a:gd name="T23" fmla="*/ 125 h 14"/>
                <a:gd name="T24" fmla="*/ 91 w 13"/>
                <a:gd name="T25" fmla="*/ 188 h 14"/>
                <a:gd name="T26" fmla="*/ 153 w 13"/>
                <a:gd name="T27" fmla="*/ 220 h 14"/>
                <a:gd name="T28" fmla="*/ 182 w 13"/>
                <a:gd name="T29" fmla="*/ 158 h 14"/>
                <a:gd name="T30" fmla="*/ 194 w 13"/>
                <a:gd name="T31" fmla="*/ 83 h 14"/>
                <a:gd name="T32" fmla="*/ 182 w 13"/>
                <a:gd name="T33" fmla="*/ 20 h 14"/>
                <a:gd name="T34" fmla="*/ 133 w 13"/>
                <a:gd name="T35" fmla="*/ 0 h 14"/>
                <a:gd name="T36" fmla="*/ 74 w 13"/>
                <a:gd name="T37" fmla="*/ 20 h 14"/>
                <a:gd name="T38" fmla="*/ 30 w 13"/>
                <a:gd name="T39" fmla="*/ 63 h 14"/>
                <a:gd name="T40" fmla="*/ 0 w 13"/>
                <a:gd name="T41" fmla="*/ 113 h 14"/>
                <a:gd name="T42" fmla="*/ 42 w 13"/>
                <a:gd name="T43" fmla="*/ 125 h 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" h="14">
                  <a:moveTo>
                    <a:pt x="3" y="8"/>
                  </a:moveTo>
                  <a:cubicBezTo>
                    <a:pt x="3" y="8"/>
                    <a:pt x="4" y="8"/>
                    <a:pt x="4" y="7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9" y="6"/>
                    <a:pt x="9" y="7"/>
                    <a:pt x="8" y="8"/>
                  </a:cubicBezTo>
                  <a:cubicBezTo>
                    <a:pt x="7" y="10"/>
                    <a:pt x="7" y="11"/>
                    <a:pt x="6" y="12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3"/>
                    <a:pt x="11" y="12"/>
                    <a:pt x="12" y="10"/>
                  </a:cubicBezTo>
                  <a:cubicBezTo>
                    <a:pt x="12" y="8"/>
                    <a:pt x="13" y="6"/>
                    <a:pt x="13" y="5"/>
                  </a:cubicBezTo>
                  <a:cubicBezTo>
                    <a:pt x="13" y="4"/>
                    <a:pt x="13" y="2"/>
                    <a:pt x="12" y="1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5"/>
                    <a:pt x="0" y="6"/>
                    <a:pt x="0" y="7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5" name="Freeform 211">
              <a:extLst>
                <a:ext uri="{FF2B5EF4-FFF2-40B4-BE49-F238E27FC236}">
                  <a16:creationId xmlns:a16="http://schemas.microsoft.com/office/drawing/2014/main" id="{71C9771B-792A-45E4-AD39-5103ACB37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383"/>
              <a:ext cx="30" cy="30"/>
            </a:xfrm>
            <a:custGeom>
              <a:avLst/>
              <a:gdLst>
                <a:gd name="T0" fmla="*/ 83 w 12"/>
                <a:gd name="T1" fmla="*/ 158 h 12"/>
                <a:gd name="T2" fmla="*/ 63 w 12"/>
                <a:gd name="T3" fmla="*/ 145 h 12"/>
                <a:gd name="T4" fmla="*/ 63 w 12"/>
                <a:gd name="T5" fmla="*/ 113 h 12"/>
                <a:gd name="T6" fmla="*/ 83 w 12"/>
                <a:gd name="T7" fmla="*/ 83 h 12"/>
                <a:gd name="T8" fmla="*/ 83 w 12"/>
                <a:gd name="T9" fmla="*/ 63 h 12"/>
                <a:gd name="T10" fmla="*/ 83 w 12"/>
                <a:gd name="T11" fmla="*/ 63 h 12"/>
                <a:gd name="T12" fmla="*/ 83 w 12"/>
                <a:gd name="T13" fmla="*/ 63 h 12"/>
                <a:gd name="T14" fmla="*/ 83 w 12"/>
                <a:gd name="T15" fmla="*/ 63 h 12"/>
                <a:gd name="T16" fmla="*/ 83 w 12"/>
                <a:gd name="T17" fmla="*/ 63 h 12"/>
                <a:gd name="T18" fmla="*/ 83 w 12"/>
                <a:gd name="T19" fmla="*/ 63 h 12"/>
                <a:gd name="T20" fmla="*/ 83 w 12"/>
                <a:gd name="T21" fmla="*/ 63 h 12"/>
                <a:gd name="T22" fmla="*/ 83 w 12"/>
                <a:gd name="T23" fmla="*/ 63 h 12"/>
                <a:gd name="T24" fmla="*/ 95 w 12"/>
                <a:gd name="T25" fmla="*/ 83 h 12"/>
                <a:gd name="T26" fmla="*/ 113 w 12"/>
                <a:gd name="T27" fmla="*/ 125 h 12"/>
                <a:gd name="T28" fmla="*/ 125 w 12"/>
                <a:gd name="T29" fmla="*/ 188 h 12"/>
                <a:gd name="T30" fmla="*/ 188 w 12"/>
                <a:gd name="T31" fmla="*/ 175 h 12"/>
                <a:gd name="T32" fmla="*/ 158 w 12"/>
                <a:gd name="T33" fmla="*/ 83 h 12"/>
                <a:gd name="T34" fmla="*/ 145 w 12"/>
                <a:gd name="T35" fmla="*/ 33 h 12"/>
                <a:gd name="T36" fmla="*/ 83 w 12"/>
                <a:gd name="T37" fmla="*/ 0 h 12"/>
                <a:gd name="T38" fmla="*/ 63 w 12"/>
                <a:gd name="T39" fmla="*/ 0 h 12"/>
                <a:gd name="T40" fmla="*/ 33 w 12"/>
                <a:gd name="T41" fmla="*/ 33 h 12"/>
                <a:gd name="T42" fmla="*/ 20 w 12"/>
                <a:gd name="T43" fmla="*/ 63 h 12"/>
                <a:gd name="T44" fmla="*/ 0 w 12"/>
                <a:gd name="T45" fmla="*/ 113 h 12"/>
                <a:gd name="T46" fmla="*/ 20 w 12"/>
                <a:gd name="T47" fmla="*/ 158 h 12"/>
                <a:gd name="T48" fmla="*/ 20 w 12"/>
                <a:gd name="T49" fmla="*/ 188 h 12"/>
                <a:gd name="T50" fmla="*/ 83 w 12"/>
                <a:gd name="T51" fmla="*/ 158 h 1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" h="12">
                  <a:moveTo>
                    <a:pt x="5" y="10"/>
                  </a:moveTo>
                  <a:cubicBezTo>
                    <a:pt x="5" y="10"/>
                    <a:pt x="5" y="10"/>
                    <a:pt x="4" y="9"/>
                  </a:cubicBezTo>
                  <a:cubicBezTo>
                    <a:pt x="4" y="9"/>
                    <a:pt x="4" y="8"/>
                    <a:pt x="4" y="7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6" y="5"/>
                  </a:cubicBezTo>
                  <a:cubicBezTo>
                    <a:pt x="6" y="5"/>
                    <a:pt x="7" y="7"/>
                    <a:pt x="7" y="8"/>
                  </a:cubicBezTo>
                  <a:cubicBezTo>
                    <a:pt x="7" y="9"/>
                    <a:pt x="8" y="11"/>
                    <a:pt x="8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0"/>
                    <a:pt x="11" y="8"/>
                    <a:pt x="10" y="5"/>
                  </a:cubicBezTo>
                  <a:cubicBezTo>
                    <a:pt x="10" y="4"/>
                    <a:pt x="9" y="3"/>
                    <a:pt x="9" y="2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1" y="11"/>
                    <a:pt x="1" y="12"/>
                  </a:cubicBezTo>
                  <a:lnTo>
                    <a:pt x="5" y="10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6" name="Freeform 212">
              <a:extLst>
                <a:ext uri="{FF2B5EF4-FFF2-40B4-BE49-F238E27FC236}">
                  <a16:creationId xmlns:a16="http://schemas.microsoft.com/office/drawing/2014/main" id="{9CD9F40D-5E9F-4D12-AAE4-4EB05FAE4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393"/>
              <a:ext cx="28" cy="25"/>
            </a:xfrm>
            <a:custGeom>
              <a:avLst/>
              <a:gdLst>
                <a:gd name="T0" fmla="*/ 64 w 11"/>
                <a:gd name="T1" fmla="*/ 145 h 10"/>
                <a:gd name="T2" fmla="*/ 64 w 11"/>
                <a:gd name="T3" fmla="*/ 95 h 10"/>
                <a:gd name="T4" fmla="*/ 84 w 11"/>
                <a:gd name="T5" fmla="*/ 50 h 10"/>
                <a:gd name="T6" fmla="*/ 51 w 11"/>
                <a:gd name="T7" fmla="*/ 33 h 10"/>
                <a:gd name="T8" fmla="*/ 33 w 11"/>
                <a:gd name="T9" fmla="*/ 63 h 10"/>
                <a:gd name="T10" fmla="*/ 130 w 11"/>
                <a:gd name="T11" fmla="*/ 158 h 10"/>
                <a:gd name="T12" fmla="*/ 181 w 11"/>
                <a:gd name="T13" fmla="*/ 125 h 10"/>
                <a:gd name="T14" fmla="*/ 64 w 11"/>
                <a:gd name="T15" fmla="*/ 20 h 10"/>
                <a:gd name="T16" fmla="*/ 33 w 11"/>
                <a:gd name="T17" fmla="*/ 0 h 10"/>
                <a:gd name="T18" fmla="*/ 20 w 11"/>
                <a:gd name="T19" fmla="*/ 20 h 10"/>
                <a:gd name="T20" fmla="*/ 0 w 11"/>
                <a:gd name="T21" fmla="*/ 95 h 10"/>
                <a:gd name="T22" fmla="*/ 0 w 11"/>
                <a:gd name="T23" fmla="*/ 158 h 10"/>
                <a:gd name="T24" fmla="*/ 64 w 11"/>
                <a:gd name="T25" fmla="*/ 145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10">
                  <a:moveTo>
                    <a:pt x="4" y="9"/>
                  </a:moveTo>
                  <a:cubicBezTo>
                    <a:pt x="4" y="8"/>
                    <a:pt x="4" y="7"/>
                    <a:pt x="4" y="6"/>
                  </a:cubicBezTo>
                  <a:cubicBezTo>
                    <a:pt x="4" y="5"/>
                    <a:pt x="4" y="4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7" y="8"/>
                    <a:pt x="8" y="1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5"/>
                    <a:pt x="7" y="2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0" y="9"/>
                    <a:pt x="0" y="10"/>
                  </a:cubicBezTo>
                  <a:lnTo>
                    <a:pt x="4" y="9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7" name="Freeform 213">
              <a:extLst>
                <a:ext uri="{FF2B5EF4-FFF2-40B4-BE49-F238E27FC236}">
                  <a16:creationId xmlns:a16="http://schemas.microsoft.com/office/drawing/2014/main" id="{5C624188-635A-4103-B14E-EF467B55B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381"/>
              <a:ext cx="38" cy="35"/>
            </a:xfrm>
            <a:custGeom>
              <a:avLst/>
              <a:gdLst>
                <a:gd name="T0" fmla="*/ 243 w 15"/>
                <a:gd name="T1" fmla="*/ 95 h 14"/>
                <a:gd name="T2" fmla="*/ 180 w 15"/>
                <a:gd name="T3" fmla="*/ 33 h 14"/>
                <a:gd name="T4" fmla="*/ 84 w 15"/>
                <a:gd name="T5" fmla="*/ 0 h 14"/>
                <a:gd name="T6" fmla="*/ 33 w 15"/>
                <a:gd name="T7" fmla="*/ 20 h 14"/>
                <a:gd name="T8" fmla="*/ 20 w 15"/>
                <a:gd name="T9" fmla="*/ 63 h 14"/>
                <a:gd name="T10" fmla="*/ 33 w 15"/>
                <a:gd name="T11" fmla="*/ 125 h 14"/>
                <a:gd name="T12" fmla="*/ 84 w 15"/>
                <a:gd name="T13" fmla="*/ 188 h 14"/>
                <a:gd name="T14" fmla="*/ 147 w 15"/>
                <a:gd name="T15" fmla="*/ 220 h 14"/>
                <a:gd name="T16" fmla="*/ 160 w 15"/>
                <a:gd name="T17" fmla="*/ 158 h 14"/>
                <a:gd name="T18" fmla="*/ 117 w 15"/>
                <a:gd name="T19" fmla="*/ 125 h 14"/>
                <a:gd name="T20" fmla="*/ 84 w 15"/>
                <a:gd name="T21" fmla="*/ 95 h 14"/>
                <a:gd name="T22" fmla="*/ 84 w 15"/>
                <a:gd name="T23" fmla="*/ 63 h 14"/>
                <a:gd name="T24" fmla="*/ 84 w 15"/>
                <a:gd name="T25" fmla="*/ 63 h 14"/>
                <a:gd name="T26" fmla="*/ 84 w 15"/>
                <a:gd name="T27" fmla="*/ 63 h 14"/>
                <a:gd name="T28" fmla="*/ 147 w 15"/>
                <a:gd name="T29" fmla="*/ 83 h 14"/>
                <a:gd name="T30" fmla="*/ 193 w 15"/>
                <a:gd name="T31" fmla="*/ 125 h 14"/>
                <a:gd name="T32" fmla="*/ 243 w 15"/>
                <a:gd name="T33" fmla="*/ 95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" h="14">
                  <a:moveTo>
                    <a:pt x="15" y="6"/>
                  </a:moveTo>
                  <a:cubicBezTo>
                    <a:pt x="14" y="5"/>
                    <a:pt x="13" y="3"/>
                    <a:pt x="11" y="2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3" y="9"/>
                    <a:pt x="4" y="11"/>
                    <a:pt x="5" y="12"/>
                  </a:cubicBezTo>
                  <a:cubicBezTo>
                    <a:pt x="7" y="13"/>
                    <a:pt x="8" y="13"/>
                    <a:pt x="9" y="14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8" y="9"/>
                    <a:pt x="7" y="8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5"/>
                    <a:pt x="4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8" y="4"/>
                    <a:pt x="9" y="5"/>
                  </a:cubicBezTo>
                  <a:cubicBezTo>
                    <a:pt x="10" y="6"/>
                    <a:pt x="12" y="8"/>
                    <a:pt x="12" y="8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8" name="Freeform 214">
              <a:extLst>
                <a:ext uri="{FF2B5EF4-FFF2-40B4-BE49-F238E27FC236}">
                  <a16:creationId xmlns:a16="http://schemas.microsoft.com/office/drawing/2014/main" id="{E07414CB-DDE1-4E0F-9188-C45F8E6B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336"/>
              <a:ext cx="18" cy="22"/>
            </a:xfrm>
            <a:custGeom>
              <a:avLst/>
              <a:gdLst>
                <a:gd name="T0" fmla="*/ 0 w 7"/>
                <a:gd name="T1" fmla="*/ 42 h 9"/>
                <a:gd name="T2" fmla="*/ 67 w 7"/>
                <a:gd name="T3" fmla="*/ 132 h 9"/>
                <a:gd name="T4" fmla="*/ 118 w 7"/>
                <a:gd name="T5" fmla="*/ 103 h 9"/>
                <a:gd name="T6" fmla="*/ 54 w 7"/>
                <a:gd name="T7" fmla="*/ 0 h 9"/>
                <a:gd name="T8" fmla="*/ 0 w 7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2" y="5"/>
                    <a:pt x="3" y="7"/>
                    <a:pt x="4" y="9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5"/>
                    <a:pt x="5" y="2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9" name="Freeform 215">
              <a:extLst>
                <a:ext uri="{FF2B5EF4-FFF2-40B4-BE49-F238E27FC236}">
                  <a16:creationId xmlns:a16="http://schemas.microsoft.com/office/drawing/2014/main" id="{40C3DF7D-B447-4F8F-90E0-02AF23E78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378"/>
              <a:ext cx="30" cy="13"/>
            </a:xfrm>
            <a:custGeom>
              <a:avLst/>
              <a:gdLst>
                <a:gd name="T0" fmla="*/ 145 w 12"/>
                <a:gd name="T1" fmla="*/ 0 h 5"/>
                <a:gd name="T2" fmla="*/ 113 w 12"/>
                <a:gd name="T3" fmla="*/ 21 h 5"/>
                <a:gd name="T4" fmla="*/ 83 w 12"/>
                <a:gd name="T5" fmla="*/ 21 h 5"/>
                <a:gd name="T6" fmla="*/ 0 w 12"/>
                <a:gd name="T7" fmla="*/ 21 h 5"/>
                <a:gd name="T8" fmla="*/ 0 w 12"/>
                <a:gd name="T9" fmla="*/ 88 h 5"/>
                <a:gd name="T10" fmla="*/ 83 w 12"/>
                <a:gd name="T11" fmla="*/ 88 h 5"/>
                <a:gd name="T12" fmla="*/ 145 w 12"/>
                <a:gd name="T13" fmla="*/ 88 h 5"/>
                <a:gd name="T14" fmla="*/ 188 w 12"/>
                <a:gd name="T15" fmla="*/ 34 h 5"/>
                <a:gd name="T16" fmla="*/ 145 w 12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5">
                  <a:moveTo>
                    <a:pt x="9" y="0"/>
                  </a:moveTo>
                  <a:cubicBezTo>
                    <a:pt x="8" y="0"/>
                    <a:pt x="8" y="1"/>
                    <a:pt x="7" y="1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3" y="5"/>
                    <a:pt x="5" y="5"/>
                  </a:cubicBezTo>
                  <a:cubicBezTo>
                    <a:pt x="6" y="5"/>
                    <a:pt x="7" y="5"/>
                    <a:pt x="9" y="5"/>
                  </a:cubicBezTo>
                  <a:cubicBezTo>
                    <a:pt x="10" y="4"/>
                    <a:pt x="11" y="3"/>
                    <a:pt x="12" y="2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0" name="Freeform 216">
              <a:extLst>
                <a:ext uri="{FF2B5EF4-FFF2-40B4-BE49-F238E27FC236}">
                  <a16:creationId xmlns:a16="http://schemas.microsoft.com/office/drawing/2014/main" id="{E2DEACA5-E3C2-4C5A-956E-65BE38B59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463"/>
              <a:ext cx="125" cy="250"/>
            </a:xfrm>
            <a:custGeom>
              <a:avLst/>
              <a:gdLst>
                <a:gd name="T0" fmla="*/ 770 w 50"/>
                <a:gd name="T1" fmla="*/ 533 h 100"/>
                <a:gd name="T2" fmla="*/ 645 w 50"/>
                <a:gd name="T3" fmla="*/ 158 h 100"/>
                <a:gd name="T4" fmla="*/ 395 w 50"/>
                <a:gd name="T5" fmla="*/ 0 h 100"/>
                <a:gd name="T6" fmla="*/ 238 w 50"/>
                <a:gd name="T7" fmla="*/ 63 h 100"/>
                <a:gd name="T8" fmla="*/ 0 w 50"/>
                <a:gd name="T9" fmla="*/ 783 h 100"/>
                <a:gd name="T10" fmla="*/ 113 w 50"/>
                <a:gd name="T11" fmla="*/ 1333 h 100"/>
                <a:gd name="T12" fmla="*/ 238 w 50"/>
                <a:gd name="T13" fmla="*/ 1500 h 100"/>
                <a:gd name="T14" fmla="*/ 395 w 50"/>
                <a:gd name="T15" fmla="*/ 1563 h 100"/>
                <a:gd name="T16" fmla="*/ 533 w 50"/>
                <a:gd name="T17" fmla="*/ 1520 h 100"/>
                <a:gd name="T18" fmla="*/ 783 w 50"/>
                <a:gd name="T19" fmla="*/ 988 h 100"/>
                <a:gd name="T20" fmla="*/ 750 w 50"/>
                <a:gd name="T21" fmla="*/ 958 h 100"/>
                <a:gd name="T22" fmla="*/ 738 w 50"/>
                <a:gd name="T23" fmla="*/ 988 h 100"/>
                <a:gd name="T24" fmla="*/ 613 w 50"/>
                <a:gd name="T25" fmla="*/ 1375 h 100"/>
                <a:gd name="T26" fmla="*/ 500 w 50"/>
                <a:gd name="T27" fmla="*/ 1488 h 100"/>
                <a:gd name="T28" fmla="*/ 395 w 50"/>
                <a:gd name="T29" fmla="*/ 1520 h 100"/>
                <a:gd name="T30" fmla="*/ 270 w 50"/>
                <a:gd name="T31" fmla="*/ 1470 h 100"/>
                <a:gd name="T32" fmla="*/ 50 w 50"/>
                <a:gd name="T33" fmla="*/ 783 h 100"/>
                <a:gd name="T34" fmla="*/ 158 w 50"/>
                <a:gd name="T35" fmla="*/ 250 h 100"/>
                <a:gd name="T36" fmla="*/ 270 w 50"/>
                <a:gd name="T37" fmla="*/ 95 h 100"/>
                <a:gd name="T38" fmla="*/ 395 w 50"/>
                <a:gd name="T39" fmla="*/ 50 h 100"/>
                <a:gd name="T40" fmla="*/ 595 w 50"/>
                <a:gd name="T41" fmla="*/ 175 h 100"/>
                <a:gd name="T42" fmla="*/ 720 w 50"/>
                <a:gd name="T43" fmla="*/ 533 h 100"/>
                <a:gd name="T44" fmla="*/ 750 w 50"/>
                <a:gd name="T45" fmla="*/ 563 h 100"/>
                <a:gd name="T46" fmla="*/ 770 w 50"/>
                <a:gd name="T47" fmla="*/ 533 h 1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0" h="100">
                  <a:moveTo>
                    <a:pt x="49" y="34"/>
                  </a:moveTo>
                  <a:cubicBezTo>
                    <a:pt x="48" y="24"/>
                    <a:pt x="45" y="16"/>
                    <a:pt x="41" y="10"/>
                  </a:cubicBezTo>
                  <a:cubicBezTo>
                    <a:pt x="36" y="3"/>
                    <a:pt x="31" y="0"/>
                    <a:pt x="25" y="0"/>
                  </a:cubicBezTo>
                  <a:cubicBezTo>
                    <a:pt x="22" y="0"/>
                    <a:pt x="18" y="1"/>
                    <a:pt x="15" y="4"/>
                  </a:cubicBezTo>
                  <a:cubicBezTo>
                    <a:pt x="6" y="12"/>
                    <a:pt x="0" y="29"/>
                    <a:pt x="0" y="50"/>
                  </a:cubicBezTo>
                  <a:cubicBezTo>
                    <a:pt x="0" y="64"/>
                    <a:pt x="3" y="76"/>
                    <a:pt x="7" y="85"/>
                  </a:cubicBezTo>
                  <a:cubicBezTo>
                    <a:pt x="9" y="90"/>
                    <a:pt x="12" y="93"/>
                    <a:pt x="15" y="96"/>
                  </a:cubicBezTo>
                  <a:cubicBezTo>
                    <a:pt x="18" y="99"/>
                    <a:pt x="22" y="100"/>
                    <a:pt x="25" y="100"/>
                  </a:cubicBezTo>
                  <a:cubicBezTo>
                    <a:pt x="28" y="100"/>
                    <a:pt x="31" y="99"/>
                    <a:pt x="34" y="97"/>
                  </a:cubicBezTo>
                  <a:cubicBezTo>
                    <a:pt x="42" y="92"/>
                    <a:pt x="48" y="79"/>
                    <a:pt x="50" y="63"/>
                  </a:cubicBezTo>
                  <a:cubicBezTo>
                    <a:pt x="50" y="62"/>
                    <a:pt x="49" y="61"/>
                    <a:pt x="48" y="61"/>
                  </a:cubicBezTo>
                  <a:cubicBezTo>
                    <a:pt x="48" y="61"/>
                    <a:pt x="47" y="62"/>
                    <a:pt x="47" y="63"/>
                  </a:cubicBezTo>
                  <a:cubicBezTo>
                    <a:pt x="45" y="73"/>
                    <a:pt x="42" y="82"/>
                    <a:pt x="39" y="88"/>
                  </a:cubicBezTo>
                  <a:cubicBezTo>
                    <a:pt x="37" y="91"/>
                    <a:pt x="34" y="93"/>
                    <a:pt x="32" y="95"/>
                  </a:cubicBezTo>
                  <a:cubicBezTo>
                    <a:pt x="30" y="96"/>
                    <a:pt x="28" y="97"/>
                    <a:pt x="25" y="97"/>
                  </a:cubicBezTo>
                  <a:cubicBezTo>
                    <a:pt x="22" y="97"/>
                    <a:pt x="20" y="96"/>
                    <a:pt x="17" y="94"/>
                  </a:cubicBezTo>
                  <a:cubicBezTo>
                    <a:pt x="9" y="87"/>
                    <a:pt x="3" y="70"/>
                    <a:pt x="3" y="50"/>
                  </a:cubicBezTo>
                  <a:cubicBezTo>
                    <a:pt x="3" y="37"/>
                    <a:pt x="6" y="25"/>
                    <a:pt x="10" y="16"/>
                  </a:cubicBezTo>
                  <a:cubicBezTo>
                    <a:pt x="12" y="12"/>
                    <a:pt x="14" y="8"/>
                    <a:pt x="17" y="6"/>
                  </a:cubicBezTo>
                  <a:cubicBezTo>
                    <a:pt x="20" y="4"/>
                    <a:pt x="22" y="3"/>
                    <a:pt x="25" y="3"/>
                  </a:cubicBezTo>
                  <a:cubicBezTo>
                    <a:pt x="30" y="3"/>
                    <a:pt x="34" y="6"/>
                    <a:pt x="38" y="11"/>
                  </a:cubicBezTo>
                  <a:cubicBezTo>
                    <a:pt x="42" y="17"/>
                    <a:pt x="45" y="25"/>
                    <a:pt x="46" y="34"/>
                  </a:cubicBezTo>
                  <a:cubicBezTo>
                    <a:pt x="47" y="35"/>
                    <a:pt x="47" y="36"/>
                    <a:pt x="48" y="36"/>
                  </a:cubicBezTo>
                  <a:cubicBezTo>
                    <a:pt x="49" y="35"/>
                    <a:pt x="49" y="35"/>
                    <a:pt x="49" y="3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1" name="Freeform 217">
              <a:extLst>
                <a:ext uri="{FF2B5EF4-FFF2-40B4-BE49-F238E27FC236}">
                  <a16:creationId xmlns:a16="http://schemas.microsoft.com/office/drawing/2014/main" id="{D5069EE5-4FB9-4CCC-B65E-625A3FF3C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551"/>
              <a:ext cx="883" cy="75"/>
            </a:xfrm>
            <a:custGeom>
              <a:avLst/>
              <a:gdLst>
                <a:gd name="T0" fmla="*/ 20 w 353"/>
                <a:gd name="T1" fmla="*/ 50 h 30"/>
                <a:gd name="T2" fmla="*/ 5493 w 353"/>
                <a:gd name="T3" fmla="*/ 50 h 30"/>
                <a:gd name="T4" fmla="*/ 5493 w 353"/>
                <a:gd name="T5" fmla="*/ 20 h 30"/>
                <a:gd name="T6" fmla="*/ 5476 w 353"/>
                <a:gd name="T7" fmla="*/ 20 h 30"/>
                <a:gd name="T8" fmla="*/ 5463 w 353"/>
                <a:gd name="T9" fmla="*/ 238 h 30"/>
                <a:gd name="T10" fmla="*/ 5476 w 353"/>
                <a:gd name="T11" fmla="*/ 458 h 30"/>
                <a:gd name="T12" fmla="*/ 5493 w 353"/>
                <a:gd name="T13" fmla="*/ 458 h 30"/>
                <a:gd name="T14" fmla="*/ 5493 w 353"/>
                <a:gd name="T15" fmla="*/ 425 h 30"/>
                <a:gd name="T16" fmla="*/ 20 w 353"/>
                <a:gd name="T17" fmla="*/ 425 h 30"/>
                <a:gd name="T18" fmla="*/ 0 w 353"/>
                <a:gd name="T19" fmla="*/ 458 h 30"/>
                <a:gd name="T20" fmla="*/ 20 w 353"/>
                <a:gd name="T21" fmla="*/ 470 h 30"/>
                <a:gd name="T22" fmla="*/ 5493 w 353"/>
                <a:gd name="T23" fmla="*/ 470 h 30"/>
                <a:gd name="T24" fmla="*/ 5506 w 353"/>
                <a:gd name="T25" fmla="*/ 470 h 30"/>
                <a:gd name="T26" fmla="*/ 5526 w 353"/>
                <a:gd name="T27" fmla="*/ 438 h 30"/>
                <a:gd name="T28" fmla="*/ 5506 w 353"/>
                <a:gd name="T29" fmla="*/ 238 h 30"/>
                <a:gd name="T30" fmla="*/ 5526 w 353"/>
                <a:gd name="T31" fmla="*/ 33 h 30"/>
                <a:gd name="T32" fmla="*/ 5506 w 353"/>
                <a:gd name="T33" fmla="*/ 0 h 30"/>
                <a:gd name="T34" fmla="*/ 5493 w 353"/>
                <a:gd name="T35" fmla="*/ 0 h 30"/>
                <a:gd name="T36" fmla="*/ 20 w 353"/>
                <a:gd name="T37" fmla="*/ 0 h 30"/>
                <a:gd name="T38" fmla="*/ 0 w 353"/>
                <a:gd name="T39" fmla="*/ 20 h 30"/>
                <a:gd name="T40" fmla="*/ 20 w 353"/>
                <a:gd name="T41" fmla="*/ 50 h 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3" h="30">
                  <a:moveTo>
                    <a:pt x="1" y="3"/>
                  </a:moveTo>
                  <a:cubicBezTo>
                    <a:pt x="351" y="3"/>
                    <a:pt x="351" y="3"/>
                    <a:pt x="351" y="3"/>
                  </a:cubicBezTo>
                  <a:cubicBezTo>
                    <a:pt x="351" y="1"/>
                    <a:pt x="351" y="1"/>
                    <a:pt x="351" y="1"/>
                  </a:cubicBezTo>
                  <a:cubicBezTo>
                    <a:pt x="350" y="1"/>
                    <a:pt x="350" y="1"/>
                    <a:pt x="350" y="1"/>
                  </a:cubicBezTo>
                  <a:cubicBezTo>
                    <a:pt x="349" y="6"/>
                    <a:pt x="349" y="10"/>
                    <a:pt x="349" y="15"/>
                  </a:cubicBezTo>
                  <a:cubicBezTo>
                    <a:pt x="349" y="20"/>
                    <a:pt x="349" y="24"/>
                    <a:pt x="350" y="29"/>
                  </a:cubicBezTo>
                  <a:cubicBezTo>
                    <a:pt x="351" y="29"/>
                    <a:pt x="351" y="29"/>
                    <a:pt x="351" y="29"/>
                  </a:cubicBezTo>
                  <a:cubicBezTo>
                    <a:pt x="351" y="27"/>
                    <a:pt x="351" y="27"/>
                    <a:pt x="35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7"/>
                    <a:pt x="0" y="28"/>
                    <a:pt x="0" y="29"/>
                  </a:cubicBezTo>
                  <a:cubicBezTo>
                    <a:pt x="0" y="29"/>
                    <a:pt x="0" y="30"/>
                    <a:pt x="1" y="30"/>
                  </a:cubicBezTo>
                  <a:cubicBezTo>
                    <a:pt x="351" y="30"/>
                    <a:pt x="351" y="30"/>
                    <a:pt x="351" y="30"/>
                  </a:cubicBezTo>
                  <a:cubicBezTo>
                    <a:pt x="352" y="30"/>
                    <a:pt x="352" y="30"/>
                    <a:pt x="352" y="30"/>
                  </a:cubicBezTo>
                  <a:cubicBezTo>
                    <a:pt x="353" y="29"/>
                    <a:pt x="353" y="29"/>
                    <a:pt x="353" y="28"/>
                  </a:cubicBezTo>
                  <a:cubicBezTo>
                    <a:pt x="352" y="24"/>
                    <a:pt x="352" y="20"/>
                    <a:pt x="352" y="15"/>
                  </a:cubicBezTo>
                  <a:cubicBezTo>
                    <a:pt x="352" y="10"/>
                    <a:pt x="352" y="6"/>
                    <a:pt x="353" y="2"/>
                  </a:cubicBezTo>
                  <a:cubicBezTo>
                    <a:pt x="353" y="1"/>
                    <a:pt x="353" y="1"/>
                    <a:pt x="352" y="0"/>
                  </a:cubicBezTo>
                  <a:cubicBezTo>
                    <a:pt x="352" y="0"/>
                    <a:pt x="352" y="0"/>
                    <a:pt x="35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2" name="Freeform 218">
              <a:extLst>
                <a:ext uri="{FF2B5EF4-FFF2-40B4-BE49-F238E27FC236}">
                  <a16:creationId xmlns:a16="http://schemas.microsoft.com/office/drawing/2014/main" id="{A7746019-8523-45E3-BE63-42108A4230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8" y="1523"/>
              <a:ext cx="53" cy="130"/>
            </a:xfrm>
            <a:custGeom>
              <a:avLst/>
              <a:gdLst>
                <a:gd name="T0" fmla="*/ 305 w 21"/>
                <a:gd name="T1" fmla="*/ 625 h 52"/>
                <a:gd name="T2" fmla="*/ 305 w 21"/>
                <a:gd name="T3" fmla="*/ 595 h 52"/>
                <a:gd name="T4" fmla="*/ 33 w 21"/>
                <a:gd name="T5" fmla="*/ 595 h 52"/>
                <a:gd name="T6" fmla="*/ 0 w 21"/>
                <a:gd name="T7" fmla="*/ 613 h 52"/>
                <a:gd name="T8" fmla="*/ 0 w 21"/>
                <a:gd name="T9" fmla="*/ 625 h 52"/>
                <a:gd name="T10" fmla="*/ 63 w 21"/>
                <a:gd name="T11" fmla="*/ 750 h 52"/>
                <a:gd name="T12" fmla="*/ 159 w 21"/>
                <a:gd name="T13" fmla="*/ 813 h 52"/>
                <a:gd name="T14" fmla="*/ 255 w 21"/>
                <a:gd name="T15" fmla="*/ 750 h 52"/>
                <a:gd name="T16" fmla="*/ 318 w 21"/>
                <a:gd name="T17" fmla="*/ 625 h 52"/>
                <a:gd name="T18" fmla="*/ 318 w 21"/>
                <a:gd name="T19" fmla="*/ 613 h 52"/>
                <a:gd name="T20" fmla="*/ 305 w 21"/>
                <a:gd name="T21" fmla="*/ 595 h 52"/>
                <a:gd name="T22" fmla="*/ 305 w 21"/>
                <a:gd name="T23" fmla="*/ 625 h 52"/>
                <a:gd name="T24" fmla="*/ 288 w 21"/>
                <a:gd name="T25" fmla="*/ 613 h 52"/>
                <a:gd name="T26" fmla="*/ 222 w 21"/>
                <a:gd name="T27" fmla="*/ 720 h 52"/>
                <a:gd name="T28" fmla="*/ 159 w 21"/>
                <a:gd name="T29" fmla="*/ 770 h 52"/>
                <a:gd name="T30" fmla="*/ 96 w 21"/>
                <a:gd name="T31" fmla="*/ 720 h 52"/>
                <a:gd name="T32" fmla="*/ 50 w 21"/>
                <a:gd name="T33" fmla="*/ 613 h 52"/>
                <a:gd name="T34" fmla="*/ 33 w 21"/>
                <a:gd name="T35" fmla="*/ 625 h 52"/>
                <a:gd name="T36" fmla="*/ 33 w 21"/>
                <a:gd name="T37" fmla="*/ 645 h 52"/>
                <a:gd name="T38" fmla="*/ 305 w 21"/>
                <a:gd name="T39" fmla="*/ 645 h 52"/>
                <a:gd name="T40" fmla="*/ 305 w 21"/>
                <a:gd name="T41" fmla="*/ 625 h 52"/>
                <a:gd name="T42" fmla="*/ 288 w 21"/>
                <a:gd name="T43" fmla="*/ 613 h 52"/>
                <a:gd name="T44" fmla="*/ 305 w 21"/>
                <a:gd name="T45" fmla="*/ 625 h 52"/>
                <a:gd name="T46" fmla="*/ 33 w 21"/>
                <a:gd name="T47" fmla="*/ 188 h 52"/>
                <a:gd name="T48" fmla="*/ 33 w 21"/>
                <a:gd name="T49" fmla="*/ 220 h 52"/>
                <a:gd name="T50" fmla="*/ 305 w 21"/>
                <a:gd name="T51" fmla="*/ 220 h 52"/>
                <a:gd name="T52" fmla="*/ 318 w 21"/>
                <a:gd name="T53" fmla="*/ 208 h 52"/>
                <a:gd name="T54" fmla="*/ 318 w 21"/>
                <a:gd name="T55" fmla="*/ 188 h 52"/>
                <a:gd name="T56" fmla="*/ 255 w 21"/>
                <a:gd name="T57" fmla="*/ 63 h 52"/>
                <a:gd name="T58" fmla="*/ 159 w 21"/>
                <a:gd name="T59" fmla="*/ 0 h 52"/>
                <a:gd name="T60" fmla="*/ 63 w 21"/>
                <a:gd name="T61" fmla="*/ 63 h 52"/>
                <a:gd name="T62" fmla="*/ 0 w 21"/>
                <a:gd name="T63" fmla="*/ 188 h 52"/>
                <a:gd name="T64" fmla="*/ 0 w 21"/>
                <a:gd name="T65" fmla="*/ 208 h 52"/>
                <a:gd name="T66" fmla="*/ 33 w 21"/>
                <a:gd name="T67" fmla="*/ 220 h 52"/>
                <a:gd name="T68" fmla="*/ 33 w 21"/>
                <a:gd name="T69" fmla="*/ 188 h 52"/>
                <a:gd name="T70" fmla="*/ 50 w 21"/>
                <a:gd name="T71" fmla="*/ 208 h 52"/>
                <a:gd name="T72" fmla="*/ 96 w 21"/>
                <a:gd name="T73" fmla="*/ 95 h 52"/>
                <a:gd name="T74" fmla="*/ 159 w 21"/>
                <a:gd name="T75" fmla="*/ 50 h 52"/>
                <a:gd name="T76" fmla="*/ 222 w 21"/>
                <a:gd name="T77" fmla="*/ 95 h 52"/>
                <a:gd name="T78" fmla="*/ 288 w 21"/>
                <a:gd name="T79" fmla="*/ 208 h 52"/>
                <a:gd name="T80" fmla="*/ 305 w 21"/>
                <a:gd name="T81" fmla="*/ 188 h 52"/>
                <a:gd name="T82" fmla="*/ 305 w 21"/>
                <a:gd name="T83" fmla="*/ 175 h 52"/>
                <a:gd name="T84" fmla="*/ 33 w 21"/>
                <a:gd name="T85" fmla="*/ 175 h 52"/>
                <a:gd name="T86" fmla="*/ 33 w 21"/>
                <a:gd name="T87" fmla="*/ 188 h 52"/>
                <a:gd name="T88" fmla="*/ 50 w 21"/>
                <a:gd name="T89" fmla="*/ 208 h 52"/>
                <a:gd name="T90" fmla="*/ 33 w 21"/>
                <a:gd name="T91" fmla="*/ 188 h 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1" h="52">
                  <a:moveTo>
                    <a:pt x="19" y="40"/>
                  </a:moveTo>
                  <a:cubicBezTo>
                    <a:pt x="19" y="38"/>
                    <a:pt x="19" y="38"/>
                    <a:pt x="19" y="38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1" y="38"/>
                    <a:pt x="0" y="39"/>
                  </a:cubicBezTo>
                  <a:cubicBezTo>
                    <a:pt x="0" y="39"/>
                    <a:pt x="0" y="40"/>
                    <a:pt x="0" y="40"/>
                  </a:cubicBezTo>
                  <a:cubicBezTo>
                    <a:pt x="1" y="43"/>
                    <a:pt x="2" y="46"/>
                    <a:pt x="4" y="48"/>
                  </a:cubicBezTo>
                  <a:cubicBezTo>
                    <a:pt x="6" y="50"/>
                    <a:pt x="8" y="52"/>
                    <a:pt x="10" y="52"/>
                  </a:cubicBezTo>
                  <a:cubicBezTo>
                    <a:pt x="13" y="52"/>
                    <a:pt x="15" y="50"/>
                    <a:pt x="16" y="48"/>
                  </a:cubicBezTo>
                  <a:cubicBezTo>
                    <a:pt x="18" y="46"/>
                    <a:pt x="19" y="43"/>
                    <a:pt x="20" y="40"/>
                  </a:cubicBezTo>
                  <a:cubicBezTo>
                    <a:pt x="21" y="40"/>
                    <a:pt x="20" y="39"/>
                    <a:pt x="20" y="39"/>
                  </a:cubicBezTo>
                  <a:cubicBezTo>
                    <a:pt x="20" y="38"/>
                    <a:pt x="19" y="38"/>
                    <a:pt x="19" y="38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7" y="42"/>
                    <a:pt x="15" y="45"/>
                    <a:pt x="14" y="46"/>
                  </a:cubicBezTo>
                  <a:cubicBezTo>
                    <a:pt x="13" y="48"/>
                    <a:pt x="11" y="49"/>
                    <a:pt x="10" y="49"/>
                  </a:cubicBezTo>
                  <a:cubicBezTo>
                    <a:pt x="9" y="49"/>
                    <a:pt x="8" y="48"/>
                    <a:pt x="6" y="46"/>
                  </a:cubicBezTo>
                  <a:cubicBezTo>
                    <a:pt x="5" y="45"/>
                    <a:pt x="4" y="42"/>
                    <a:pt x="3" y="39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8" y="39"/>
                    <a:pt x="18" y="39"/>
                    <a:pt x="18" y="39"/>
                  </a:cubicBezTo>
                  <a:lnTo>
                    <a:pt x="19" y="40"/>
                  </a:lnTo>
                  <a:close/>
                  <a:moveTo>
                    <a:pt x="2" y="12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20" y="14"/>
                    <a:pt x="20" y="13"/>
                  </a:cubicBezTo>
                  <a:cubicBezTo>
                    <a:pt x="20" y="13"/>
                    <a:pt x="21" y="12"/>
                    <a:pt x="20" y="12"/>
                  </a:cubicBezTo>
                  <a:cubicBezTo>
                    <a:pt x="19" y="9"/>
                    <a:pt x="18" y="6"/>
                    <a:pt x="16" y="4"/>
                  </a:cubicBez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6" y="2"/>
                    <a:pt x="4" y="4"/>
                  </a:cubicBezTo>
                  <a:cubicBezTo>
                    <a:pt x="2" y="6"/>
                    <a:pt x="1" y="9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1" y="14"/>
                    <a:pt x="1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0"/>
                    <a:pt x="5" y="7"/>
                    <a:pt x="6" y="6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1" y="3"/>
                    <a:pt x="13" y="4"/>
                    <a:pt x="14" y="6"/>
                  </a:cubicBezTo>
                  <a:cubicBezTo>
                    <a:pt x="15" y="7"/>
                    <a:pt x="17" y="10"/>
                    <a:pt x="18" y="13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3"/>
                    <a:pt x="3" y="13"/>
                    <a:pt x="3" y="13"/>
                  </a:cubicBezTo>
                  <a:lnTo>
                    <a:pt x="2" y="1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3" name="Freeform 219">
              <a:extLst>
                <a:ext uri="{FF2B5EF4-FFF2-40B4-BE49-F238E27FC236}">
                  <a16:creationId xmlns:a16="http://schemas.microsoft.com/office/drawing/2014/main" id="{A9C1024B-7EF0-42D4-BB30-BF7CCF5A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551"/>
              <a:ext cx="330" cy="75"/>
            </a:xfrm>
            <a:custGeom>
              <a:avLst/>
              <a:gdLst>
                <a:gd name="T0" fmla="*/ 63 w 132"/>
                <a:gd name="T1" fmla="*/ 20 h 30"/>
                <a:gd name="T2" fmla="*/ 63 w 132"/>
                <a:gd name="T3" fmla="*/ 50 h 30"/>
                <a:gd name="T4" fmla="*/ 2050 w 132"/>
                <a:gd name="T5" fmla="*/ 50 h 30"/>
                <a:gd name="T6" fmla="*/ 2050 w 132"/>
                <a:gd name="T7" fmla="*/ 20 h 30"/>
                <a:gd name="T8" fmla="*/ 2020 w 132"/>
                <a:gd name="T9" fmla="*/ 20 h 30"/>
                <a:gd name="T10" fmla="*/ 2020 w 132"/>
                <a:gd name="T11" fmla="*/ 33 h 30"/>
                <a:gd name="T12" fmla="*/ 2050 w 132"/>
                <a:gd name="T13" fmla="*/ 50 h 30"/>
                <a:gd name="T14" fmla="*/ 2020 w 132"/>
                <a:gd name="T15" fmla="*/ 33 h 30"/>
                <a:gd name="T16" fmla="*/ 1988 w 132"/>
                <a:gd name="T17" fmla="*/ 238 h 30"/>
                <a:gd name="T18" fmla="*/ 2020 w 132"/>
                <a:gd name="T19" fmla="*/ 425 h 30"/>
                <a:gd name="T20" fmla="*/ 2050 w 132"/>
                <a:gd name="T21" fmla="*/ 425 h 30"/>
                <a:gd name="T22" fmla="*/ 2020 w 132"/>
                <a:gd name="T23" fmla="*/ 425 h 30"/>
                <a:gd name="T24" fmla="*/ 2020 w 132"/>
                <a:gd name="T25" fmla="*/ 425 h 30"/>
                <a:gd name="T26" fmla="*/ 2020 w 132"/>
                <a:gd name="T27" fmla="*/ 458 h 30"/>
                <a:gd name="T28" fmla="*/ 2050 w 132"/>
                <a:gd name="T29" fmla="*/ 458 h 30"/>
                <a:gd name="T30" fmla="*/ 2050 w 132"/>
                <a:gd name="T31" fmla="*/ 425 h 30"/>
                <a:gd name="T32" fmla="*/ 63 w 132"/>
                <a:gd name="T33" fmla="*/ 425 h 30"/>
                <a:gd name="T34" fmla="*/ 63 w 132"/>
                <a:gd name="T35" fmla="*/ 458 h 30"/>
                <a:gd name="T36" fmla="*/ 83 w 132"/>
                <a:gd name="T37" fmla="*/ 438 h 30"/>
                <a:gd name="T38" fmla="*/ 50 w 132"/>
                <a:gd name="T39" fmla="*/ 238 h 30"/>
                <a:gd name="T40" fmla="*/ 83 w 132"/>
                <a:gd name="T41" fmla="*/ 33 h 30"/>
                <a:gd name="T42" fmla="*/ 63 w 132"/>
                <a:gd name="T43" fmla="*/ 20 h 30"/>
                <a:gd name="T44" fmla="*/ 63 w 132"/>
                <a:gd name="T45" fmla="*/ 50 h 30"/>
                <a:gd name="T46" fmla="*/ 63 w 132"/>
                <a:gd name="T47" fmla="*/ 20 h 30"/>
                <a:gd name="T48" fmla="*/ 33 w 132"/>
                <a:gd name="T49" fmla="*/ 20 h 30"/>
                <a:gd name="T50" fmla="*/ 0 w 132"/>
                <a:gd name="T51" fmla="*/ 238 h 30"/>
                <a:gd name="T52" fmla="*/ 33 w 132"/>
                <a:gd name="T53" fmla="*/ 458 h 30"/>
                <a:gd name="T54" fmla="*/ 63 w 132"/>
                <a:gd name="T55" fmla="*/ 470 h 30"/>
                <a:gd name="T56" fmla="*/ 2050 w 132"/>
                <a:gd name="T57" fmla="*/ 470 h 30"/>
                <a:gd name="T58" fmla="*/ 2063 w 132"/>
                <a:gd name="T59" fmla="*/ 470 h 30"/>
                <a:gd name="T60" fmla="*/ 2063 w 132"/>
                <a:gd name="T61" fmla="*/ 438 h 30"/>
                <a:gd name="T62" fmla="*/ 2063 w 132"/>
                <a:gd name="T63" fmla="*/ 425 h 30"/>
                <a:gd name="T64" fmla="*/ 2063 w 132"/>
                <a:gd name="T65" fmla="*/ 425 h 30"/>
                <a:gd name="T66" fmla="*/ 2063 w 132"/>
                <a:gd name="T67" fmla="*/ 408 h 30"/>
                <a:gd name="T68" fmla="*/ 2033 w 132"/>
                <a:gd name="T69" fmla="*/ 238 h 30"/>
                <a:gd name="T70" fmla="*/ 2063 w 132"/>
                <a:gd name="T71" fmla="*/ 50 h 30"/>
                <a:gd name="T72" fmla="*/ 2063 w 132"/>
                <a:gd name="T73" fmla="*/ 50 h 30"/>
                <a:gd name="T74" fmla="*/ 2063 w 132"/>
                <a:gd name="T75" fmla="*/ 33 h 30"/>
                <a:gd name="T76" fmla="*/ 2063 w 132"/>
                <a:gd name="T77" fmla="*/ 0 h 30"/>
                <a:gd name="T78" fmla="*/ 2050 w 132"/>
                <a:gd name="T79" fmla="*/ 0 h 30"/>
                <a:gd name="T80" fmla="*/ 63 w 132"/>
                <a:gd name="T81" fmla="*/ 0 h 30"/>
                <a:gd name="T82" fmla="*/ 33 w 132"/>
                <a:gd name="T83" fmla="*/ 20 h 30"/>
                <a:gd name="T84" fmla="*/ 63 w 132"/>
                <a:gd name="T85" fmla="*/ 20 h 3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" h="30">
                  <a:moveTo>
                    <a:pt x="4" y="1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131" y="3"/>
                    <a:pt x="131" y="3"/>
                    <a:pt x="131" y="3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31" y="3"/>
                    <a:pt x="131" y="3"/>
                    <a:pt x="131" y="3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8" y="5"/>
                    <a:pt x="127" y="9"/>
                    <a:pt x="127" y="15"/>
                  </a:cubicBezTo>
                  <a:cubicBezTo>
                    <a:pt x="127" y="19"/>
                    <a:pt x="128" y="24"/>
                    <a:pt x="129" y="27"/>
                  </a:cubicBezTo>
                  <a:cubicBezTo>
                    <a:pt x="131" y="27"/>
                    <a:pt x="131" y="27"/>
                    <a:pt x="131" y="27"/>
                  </a:cubicBezTo>
                  <a:cubicBezTo>
                    <a:pt x="129" y="27"/>
                    <a:pt x="129" y="27"/>
                    <a:pt x="129" y="27"/>
                  </a:cubicBezTo>
                  <a:cubicBezTo>
                    <a:pt x="129" y="27"/>
                    <a:pt x="129" y="27"/>
                    <a:pt x="129" y="27"/>
                  </a:cubicBezTo>
                  <a:cubicBezTo>
                    <a:pt x="129" y="28"/>
                    <a:pt x="129" y="28"/>
                    <a:pt x="129" y="29"/>
                  </a:cubicBezTo>
                  <a:cubicBezTo>
                    <a:pt x="131" y="29"/>
                    <a:pt x="131" y="29"/>
                    <a:pt x="131" y="29"/>
                  </a:cubicBezTo>
                  <a:cubicBezTo>
                    <a:pt x="131" y="27"/>
                    <a:pt x="131" y="27"/>
                    <a:pt x="131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4" y="24"/>
                    <a:pt x="3" y="20"/>
                    <a:pt x="3" y="15"/>
                  </a:cubicBezTo>
                  <a:cubicBezTo>
                    <a:pt x="3" y="10"/>
                    <a:pt x="4" y="5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5"/>
                    <a:pt x="0" y="10"/>
                    <a:pt x="0" y="15"/>
                  </a:cubicBezTo>
                  <a:cubicBezTo>
                    <a:pt x="0" y="20"/>
                    <a:pt x="1" y="25"/>
                    <a:pt x="2" y="29"/>
                  </a:cubicBezTo>
                  <a:cubicBezTo>
                    <a:pt x="2" y="30"/>
                    <a:pt x="3" y="30"/>
                    <a:pt x="4" y="30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1" y="30"/>
                    <a:pt x="132" y="30"/>
                    <a:pt x="132" y="30"/>
                  </a:cubicBezTo>
                  <a:cubicBezTo>
                    <a:pt x="132" y="29"/>
                    <a:pt x="132" y="29"/>
                    <a:pt x="132" y="28"/>
                  </a:cubicBezTo>
                  <a:cubicBezTo>
                    <a:pt x="132" y="28"/>
                    <a:pt x="132" y="27"/>
                    <a:pt x="132" y="27"/>
                  </a:cubicBezTo>
                  <a:cubicBezTo>
                    <a:pt x="132" y="27"/>
                    <a:pt x="132" y="27"/>
                    <a:pt x="132" y="27"/>
                  </a:cubicBezTo>
                  <a:cubicBezTo>
                    <a:pt x="132" y="26"/>
                    <a:pt x="132" y="26"/>
                    <a:pt x="132" y="26"/>
                  </a:cubicBezTo>
                  <a:cubicBezTo>
                    <a:pt x="131" y="23"/>
                    <a:pt x="130" y="19"/>
                    <a:pt x="130" y="15"/>
                  </a:cubicBezTo>
                  <a:cubicBezTo>
                    <a:pt x="130" y="10"/>
                    <a:pt x="131" y="5"/>
                    <a:pt x="132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32" y="2"/>
                    <a:pt x="132" y="2"/>
                    <a:pt x="132" y="2"/>
                  </a:cubicBezTo>
                  <a:cubicBezTo>
                    <a:pt x="132" y="1"/>
                    <a:pt x="132" y="1"/>
                    <a:pt x="132" y="0"/>
                  </a:cubicBezTo>
                  <a:cubicBezTo>
                    <a:pt x="132" y="0"/>
                    <a:pt x="131" y="0"/>
                    <a:pt x="1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4" name="Freeform 220">
              <a:extLst>
                <a:ext uri="{FF2B5EF4-FFF2-40B4-BE49-F238E27FC236}">
                  <a16:creationId xmlns:a16="http://schemas.microsoft.com/office/drawing/2014/main" id="{EFED0DCB-5649-4113-BAAD-AC2B1D119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551"/>
              <a:ext cx="58" cy="75"/>
            </a:xfrm>
            <a:custGeom>
              <a:avLst/>
              <a:gdLst>
                <a:gd name="T0" fmla="*/ 50 w 23"/>
                <a:gd name="T1" fmla="*/ 458 h 30"/>
                <a:gd name="T2" fmla="*/ 83 w 23"/>
                <a:gd name="T3" fmla="*/ 238 h 30"/>
                <a:gd name="T4" fmla="*/ 50 w 23"/>
                <a:gd name="T5" fmla="*/ 20 h 30"/>
                <a:gd name="T6" fmla="*/ 20 w 23"/>
                <a:gd name="T7" fmla="*/ 20 h 30"/>
                <a:gd name="T8" fmla="*/ 20 w 23"/>
                <a:gd name="T9" fmla="*/ 50 h 30"/>
                <a:gd name="T10" fmla="*/ 318 w 23"/>
                <a:gd name="T11" fmla="*/ 50 h 30"/>
                <a:gd name="T12" fmla="*/ 318 w 23"/>
                <a:gd name="T13" fmla="*/ 20 h 30"/>
                <a:gd name="T14" fmla="*/ 305 w 23"/>
                <a:gd name="T15" fmla="*/ 33 h 30"/>
                <a:gd name="T16" fmla="*/ 318 w 23"/>
                <a:gd name="T17" fmla="*/ 238 h 30"/>
                <a:gd name="T18" fmla="*/ 305 w 23"/>
                <a:gd name="T19" fmla="*/ 438 h 30"/>
                <a:gd name="T20" fmla="*/ 318 w 23"/>
                <a:gd name="T21" fmla="*/ 470 h 30"/>
                <a:gd name="T22" fmla="*/ 351 w 23"/>
                <a:gd name="T23" fmla="*/ 458 h 30"/>
                <a:gd name="T24" fmla="*/ 368 w 23"/>
                <a:gd name="T25" fmla="*/ 238 h 30"/>
                <a:gd name="T26" fmla="*/ 351 w 23"/>
                <a:gd name="T27" fmla="*/ 20 h 30"/>
                <a:gd name="T28" fmla="*/ 318 w 23"/>
                <a:gd name="T29" fmla="*/ 0 h 30"/>
                <a:gd name="T30" fmla="*/ 20 w 23"/>
                <a:gd name="T31" fmla="*/ 0 h 30"/>
                <a:gd name="T32" fmla="*/ 0 w 23"/>
                <a:gd name="T33" fmla="*/ 0 h 30"/>
                <a:gd name="T34" fmla="*/ 0 w 23"/>
                <a:gd name="T35" fmla="*/ 33 h 30"/>
                <a:gd name="T36" fmla="*/ 33 w 23"/>
                <a:gd name="T37" fmla="*/ 238 h 30"/>
                <a:gd name="T38" fmla="*/ 0 w 23"/>
                <a:gd name="T39" fmla="*/ 438 h 30"/>
                <a:gd name="T40" fmla="*/ 20 w 23"/>
                <a:gd name="T41" fmla="*/ 470 h 30"/>
                <a:gd name="T42" fmla="*/ 50 w 23"/>
                <a:gd name="T43" fmla="*/ 458 h 3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3" h="30">
                  <a:moveTo>
                    <a:pt x="3" y="29"/>
                  </a:moveTo>
                  <a:cubicBezTo>
                    <a:pt x="4" y="25"/>
                    <a:pt x="5" y="20"/>
                    <a:pt x="5" y="15"/>
                  </a:cubicBezTo>
                  <a:cubicBezTo>
                    <a:pt x="5" y="10"/>
                    <a:pt x="4" y="5"/>
                    <a:pt x="3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5"/>
                    <a:pt x="20" y="10"/>
                    <a:pt x="20" y="15"/>
                  </a:cubicBezTo>
                  <a:cubicBezTo>
                    <a:pt x="20" y="20"/>
                    <a:pt x="20" y="24"/>
                    <a:pt x="19" y="28"/>
                  </a:cubicBezTo>
                  <a:cubicBezTo>
                    <a:pt x="18" y="29"/>
                    <a:pt x="19" y="30"/>
                    <a:pt x="20" y="30"/>
                  </a:cubicBezTo>
                  <a:cubicBezTo>
                    <a:pt x="20" y="30"/>
                    <a:pt x="21" y="30"/>
                    <a:pt x="22" y="29"/>
                  </a:cubicBezTo>
                  <a:cubicBezTo>
                    <a:pt x="23" y="25"/>
                    <a:pt x="23" y="20"/>
                    <a:pt x="23" y="15"/>
                  </a:cubicBezTo>
                  <a:cubicBezTo>
                    <a:pt x="23" y="10"/>
                    <a:pt x="23" y="5"/>
                    <a:pt x="22" y="1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5"/>
                    <a:pt x="2" y="10"/>
                    <a:pt x="2" y="15"/>
                  </a:cubicBezTo>
                  <a:cubicBezTo>
                    <a:pt x="2" y="20"/>
                    <a:pt x="1" y="24"/>
                    <a:pt x="0" y="28"/>
                  </a:cubicBezTo>
                  <a:cubicBezTo>
                    <a:pt x="0" y="29"/>
                    <a:pt x="0" y="30"/>
                    <a:pt x="1" y="30"/>
                  </a:cubicBezTo>
                  <a:cubicBezTo>
                    <a:pt x="2" y="30"/>
                    <a:pt x="3" y="30"/>
                    <a:pt x="3" y="2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5" name="Freeform 221">
              <a:extLst>
                <a:ext uri="{FF2B5EF4-FFF2-40B4-BE49-F238E27FC236}">
                  <a16:creationId xmlns:a16="http://schemas.microsoft.com/office/drawing/2014/main" id="{8901F756-4C31-476D-A10A-ABAA51679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551"/>
              <a:ext cx="260" cy="75"/>
            </a:xfrm>
            <a:custGeom>
              <a:avLst/>
              <a:gdLst>
                <a:gd name="T0" fmla="*/ 33 w 104"/>
                <a:gd name="T1" fmla="*/ 458 h 30"/>
                <a:gd name="T2" fmla="*/ 50 w 104"/>
                <a:gd name="T3" fmla="*/ 458 h 30"/>
                <a:gd name="T4" fmla="*/ 83 w 104"/>
                <a:gd name="T5" fmla="*/ 238 h 30"/>
                <a:gd name="T6" fmla="*/ 50 w 104"/>
                <a:gd name="T7" fmla="*/ 20 h 30"/>
                <a:gd name="T8" fmla="*/ 33 w 104"/>
                <a:gd name="T9" fmla="*/ 20 h 30"/>
                <a:gd name="T10" fmla="*/ 33 w 104"/>
                <a:gd name="T11" fmla="*/ 50 h 30"/>
                <a:gd name="T12" fmla="*/ 33 w 104"/>
                <a:gd name="T13" fmla="*/ 50 h 30"/>
                <a:gd name="T14" fmla="*/ 1470 w 104"/>
                <a:gd name="T15" fmla="*/ 50 h 30"/>
                <a:gd name="T16" fmla="*/ 1470 w 104"/>
                <a:gd name="T17" fmla="*/ 20 h 30"/>
                <a:gd name="T18" fmla="*/ 1470 w 104"/>
                <a:gd name="T19" fmla="*/ 50 h 30"/>
                <a:gd name="T20" fmla="*/ 1550 w 104"/>
                <a:gd name="T21" fmla="*/ 113 h 30"/>
                <a:gd name="T22" fmla="*/ 1583 w 104"/>
                <a:gd name="T23" fmla="*/ 238 h 30"/>
                <a:gd name="T24" fmla="*/ 1550 w 104"/>
                <a:gd name="T25" fmla="*/ 363 h 30"/>
                <a:gd name="T26" fmla="*/ 1470 w 104"/>
                <a:gd name="T27" fmla="*/ 425 h 30"/>
                <a:gd name="T28" fmla="*/ 1470 w 104"/>
                <a:gd name="T29" fmla="*/ 458 h 30"/>
                <a:gd name="T30" fmla="*/ 1470 w 104"/>
                <a:gd name="T31" fmla="*/ 425 h 30"/>
                <a:gd name="T32" fmla="*/ 33 w 104"/>
                <a:gd name="T33" fmla="*/ 425 h 30"/>
                <a:gd name="T34" fmla="*/ 33 w 104"/>
                <a:gd name="T35" fmla="*/ 425 h 30"/>
                <a:gd name="T36" fmla="*/ 33 w 104"/>
                <a:gd name="T37" fmla="*/ 458 h 30"/>
                <a:gd name="T38" fmla="*/ 50 w 104"/>
                <a:gd name="T39" fmla="*/ 458 h 30"/>
                <a:gd name="T40" fmla="*/ 33 w 104"/>
                <a:gd name="T41" fmla="*/ 458 h 30"/>
                <a:gd name="T42" fmla="*/ 33 w 104"/>
                <a:gd name="T43" fmla="*/ 470 h 30"/>
                <a:gd name="T44" fmla="*/ 33 w 104"/>
                <a:gd name="T45" fmla="*/ 470 h 30"/>
                <a:gd name="T46" fmla="*/ 1470 w 104"/>
                <a:gd name="T47" fmla="*/ 470 h 30"/>
                <a:gd name="T48" fmla="*/ 1470 w 104"/>
                <a:gd name="T49" fmla="*/ 470 h 30"/>
                <a:gd name="T50" fmla="*/ 1595 w 104"/>
                <a:gd name="T51" fmla="*/ 375 h 30"/>
                <a:gd name="T52" fmla="*/ 1625 w 104"/>
                <a:gd name="T53" fmla="*/ 238 h 30"/>
                <a:gd name="T54" fmla="*/ 1595 w 104"/>
                <a:gd name="T55" fmla="*/ 95 h 30"/>
                <a:gd name="T56" fmla="*/ 1488 w 104"/>
                <a:gd name="T57" fmla="*/ 0 h 30"/>
                <a:gd name="T58" fmla="*/ 1470 w 104"/>
                <a:gd name="T59" fmla="*/ 0 h 30"/>
                <a:gd name="T60" fmla="*/ 33 w 104"/>
                <a:gd name="T61" fmla="*/ 0 h 30"/>
                <a:gd name="T62" fmla="*/ 33 w 104"/>
                <a:gd name="T63" fmla="*/ 0 h 30"/>
                <a:gd name="T64" fmla="*/ 0 w 104"/>
                <a:gd name="T65" fmla="*/ 0 h 30"/>
                <a:gd name="T66" fmla="*/ 0 w 104"/>
                <a:gd name="T67" fmla="*/ 33 h 30"/>
                <a:gd name="T68" fmla="*/ 33 w 104"/>
                <a:gd name="T69" fmla="*/ 238 h 30"/>
                <a:gd name="T70" fmla="*/ 0 w 104"/>
                <a:gd name="T71" fmla="*/ 438 h 30"/>
                <a:gd name="T72" fmla="*/ 0 w 104"/>
                <a:gd name="T73" fmla="*/ 470 h 30"/>
                <a:gd name="T74" fmla="*/ 33 w 104"/>
                <a:gd name="T75" fmla="*/ 470 h 30"/>
                <a:gd name="T76" fmla="*/ 33 w 104"/>
                <a:gd name="T77" fmla="*/ 458 h 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04" h="30">
                  <a:moveTo>
                    <a:pt x="2" y="29"/>
                  </a:moveTo>
                  <a:cubicBezTo>
                    <a:pt x="3" y="29"/>
                    <a:pt x="3" y="29"/>
                    <a:pt x="3" y="29"/>
                  </a:cubicBezTo>
                  <a:cubicBezTo>
                    <a:pt x="4" y="25"/>
                    <a:pt x="5" y="20"/>
                    <a:pt x="5" y="15"/>
                  </a:cubicBezTo>
                  <a:cubicBezTo>
                    <a:pt x="5" y="10"/>
                    <a:pt x="4" y="5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6" y="4"/>
                    <a:pt x="98" y="5"/>
                    <a:pt x="99" y="7"/>
                  </a:cubicBezTo>
                  <a:cubicBezTo>
                    <a:pt x="100" y="10"/>
                    <a:pt x="101" y="12"/>
                    <a:pt x="101" y="15"/>
                  </a:cubicBezTo>
                  <a:cubicBezTo>
                    <a:pt x="101" y="18"/>
                    <a:pt x="100" y="21"/>
                    <a:pt x="99" y="23"/>
                  </a:cubicBezTo>
                  <a:cubicBezTo>
                    <a:pt x="98" y="25"/>
                    <a:pt x="96" y="26"/>
                    <a:pt x="94" y="27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98" y="29"/>
                    <a:pt x="100" y="27"/>
                    <a:pt x="102" y="24"/>
                  </a:cubicBezTo>
                  <a:cubicBezTo>
                    <a:pt x="103" y="21"/>
                    <a:pt x="104" y="18"/>
                    <a:pt x="104" y="15"/>
                  </a:cubicBezTo>
                  <a:cubicBezTo>
                    <a:pt x="104" y="12"/>
                    <a:pt x="103" y="9"/>
                    <a:pt x="102" y="6"/>
                  </a:cubicBezTo>
                  <a:cubicBezTo>
                    <a:pt x="100" y="3"/>
                    <a:pt x="98" y="1"/>
                    <a:pt x="95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5"/>
                    <a:pt x="2" y="10"/>
                    <a:pt x="2" y="15"/>
                  </a:cubicBezTo>
                  <a:cubicBezTo>
                    <a:pt x="2" y="20"/>
                    <a:pt x="1" y="24"/>
                    <a:pt x="0" y="28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1" y="30"/>
                    <a:pt x="1" y="30"/>
                    <a:pt x="2" y="30"/>
                  </a:cubicBezTo>
                  <a:cubicBezTo>
                    <a:pt x="2" y="29"/>
                    <a:pt x="2" y="29"/>
                    <a:pt x="2" y="2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6" name="Freeform 222">
              <a:extLst>
                <a:ext uri="{FF2B5EF4-FFF2-40B4-BE49-F238E27FC236}">
                  <a16:creationId xmlns:a16="http://schemas.microsoft.com/office/drawing/2014/main" id="{8BEC2EAC-32D0-4095-ADE9-50EECE2D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551"/>
              <a:ext cx="57" cy="75"/>
            </a:xfrm>
            <a:custGeom>
              <a:avLst/>
              <a:gdLst>
                <a:gd name="T0" fmla="*/ 349 w 23"/>
                <a:gd name="T1" fmla="*/ 438 h 30"/>
                <a:gd name="T2" fmla="*/ 320 w 23"/>
                <a:gd name="T3" fmla="*/ 238 h 30"/>
                <a:gd name="T4" fmla="*/ 349 w 23"/>
                <a:gd name="T5" fmla="*/ 33 h 30"/>
                <a:gd name="T6" fmla="*/ 349 w 23"/>
                <a:gd name="T7" fmla="*/ 0 h 30"/>
                <a:gd name="T8" fmla="*/ 337 w 23"/>
                <a:gd name="T9" fmla="*/ 0 h 30"/>
                <a:gd name="T10" fmla="*/ 42 w 23"/>
                <a:gd name="T11" fmla="*/ 0 h 30"/>
                <a:gd name="T12" fmla="*/ 30 w 23"/>
                <a:gd name="T13" fmla="*/ 20 h 30"/>
                <a:gd name="T14" fmla="*/ 0 w 23"/>
                <a:gd name="T15" fmla="*/ 238 h 30"/>
                <a:gd name="T16" fmla="*/ 30 w 23"/>
                <a:gd name="T17" fmla="*/ 458 h 30"/>
                <a:gd name="T18" fmla="*/ 62 w 23"/>
                <a:gd name="T19" fmla="*/ 470 h 30"/>
                <a:gd name="T20" fmla="*/ 74 w 23"/>
                <a:gd name="T21" fmla="*/ 438 h 30"/>
                <a:gd name="T22" fmla="*/ 42 w 23"/>
                <a:gd name="T23" fmla="*/ 238 h 30"/>
                <a:gd name="T24" fmla="*/ 74 w 23"/>
                <a:gd name="T25" fmla="*/ 33 h 30"/>
                <a:gd name="T26" fmla="*/ 42 w 23"/>
                <a:gd name="T27" fmla="*/ 20 h 30"/>
                <a:gd name="T28" fmla="*/ 42 w 23"/>
                <a:gd name="T29" fmla="*/ 50 h 30"/>
                <a:gd name="T30" fmla="*/ 337 w 23"/>
                <a:gd name="T31" fmla="*/ 50 h 30"/>
                <a:gd name="T32" fmla="*/ 337 w 23"/>
                <a:gd name="T33" fmla="*/ 20 h 30"/>
                <a:gd name="T34" fmla="*/ 307 w 23"/>
                <a:gd name="T35" fmla="*/ 20 h 30"/>
                <a:gd name="T36" fmla="*/ 278 w 23"/>
                <a:gd name="T37" fmla="*/ 238 h 30"/>
                <a:gd name="T38" fmla="*/ 307 w 23"/>
                <a:gd name="T39" fmla="*/ 458 h 30"/>
                <a:gd name="T40" fmla="*/ 337 w 23"/>
                <a:gd name="T41" fmla="*/ 470 h 30"/>
                <a:gd name="T42" fmla="*/ 349 w 23"/>
                <a:gd name="T43" fmla="*/ 438 h 3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3" h="30">
                  <a:moveTo>
                    <a:pt x="23" y="28"/>
                  </a:moveTo>
                  <a:cubicBezTo>
                    <a:pt x="22" y="24"/>
                    <a:pt x="21" y="20"/>
                    <a:pt x="21" y="15"/>
                  </a:cubicBezTo>
                  <a:cubicBezTo>
                    <a:pt x="21" y="10"/>
                    <a:pt x="22" y="5"/>
                    <a:pt x="23" y="2"/>
                  </a:cubicBezTo>
                  <a:cubicBezTo>
                    <a:pt x="23" y="1"/>
                    <a:pt x="23" y="1"/>
                    <a:pt x="23" y="0"/>
                  </a:cubicBezTo>
                  <a:cubicBezTo>
                    <a:pt x="23" y="0"/>
                    <a:pt x="22" y="0"/>
                    <a:pt x="2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0" y="5"/>
                    <a:pt x="0" y="10"/>
                    <a:pt x="0" y="15"/>
                  </a:cubicBezTo>
                  <a:cubicBezTo>
                    <a:pt x="0" y="20"/>
                    <a:pt x="0" y="25"/>
                    <a:pt x="2" y="29"/>
                  </a:cubicBezTo>
                  <a:cubicBezTo>
                    <a:pt x="2" y="30"/>
                    <a:pt x="3" y="30"/>
                    <a:pt x="4" y="30"/>
                  </a:cubicBezTo>
                  <a:cubicBezTo>
                    <a:pt x="4" y="30"/>
                    <a:pt x="5" y="29"/>
                    <a:pt x="5" y="28"/>
                  </a:cubicBezTo>
                  <a:cubicBezTo>
                    <a:pt x="3" y="24"/>
                    <a:pt x="3" y="20"/>
                    <a:pt x="3" y="15"/>
                  </a:cubicBezTo>
                  <a:cubicBezTo>
                    <a:pt x="3" y="10"/>
                    <a:pt x="3" y="5"/>
                    <a:pt x="5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5"/>
                    <a:pt x="18" y="10"/>
                    <a:pt x="18" y="15"/>
                  </a:cubicBezTo>
                  <a:cubicBezTo>
                    <a:pt x="18" y="20"/>
                    <a:pt x="19" y="25"/>
                    <a:pt x="20" y="29"/>
                  </a:cubicBezTo>
                  <a:cubicBezTo>
                    <a:pt x="21" y="30"/>
                    <a:pt x="21" y="30"/>
                    <a:pt x="22" y="30"/>
                  </a:cubicBezTo>
                  <a:cubicBezTo>
                    <a:pt x="23" y="30"/>
                    <a:pt x="23" y="29"/>
                    <a:pt x="23" y="2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7" name="Freeform 223">
              <a:extLst>
                <a:ext uri="{FF2B5EF4-FFF2-40B4-BE49-F238E27FC236}">
                  <a16:creationId xmlns:a16="http://schemas.microsoft.com/office/drawing/2014/main" id="{37F92107-9342-4840-ABBD-79C9DFD9B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551"/>
              <a:ext cx="1385" cy="75"/>
            </a:xfrm>
            <a:custGeom>
              <a:avLst/>
              <a:gdLst>
                <a:gd name="T0" fmla="*/ 8613 w 554"/>
                <a:gd name="T1" fmla="*/ 458 h 30"/>
                <a:gd name="T2" fmla="*/ 8625 w 554"/>
                <a:gd name="T3" fmla="*/ 458 h 30"/>
                <a:gd name="T4" fmla="*/ 8658 w 554"/>
                <a:gd name="T5" fmla="*/ 238 h 30"/>
                <a:gd name="T6" fmla="*/ 8625 w 554"/>
                <a:gd name="T7" fmla="*/ 20 h 30"/>
                <a:gd name="T8" fmla="*/ 8613 w 554"/>
                <a:gd name="T9" fmla="*/ 20 h 30"/>
                <a:gd name="T10" fmla="*/ 8613 w 554"/>
                <a:gd name="T11" fmla="*/ 50 h 30"/>
                <a:gd name="T12" fmla="*/ 8613 w 554"/>
                <a:gd name="T13" fmla="*/ 50 h 30"/>
                <a:gd name="T14" fmla="*/ 8625 w 554"/>
                <a:gd name="T15" fmla="*/ 33 h 30"/>
                <a:gd name="T16" fmla="*/ 8625 w 554"/>
                <a:gd name="T17" fmla="*/ 20 h 30"/>
                <a:gd name="T18" fmla="*/ 8625 w 554"/>
                <a:gd name="T19" fmla="*/ 0 h 30"/>
                <a:gd name="T20" fmla="*/ 8613 w 554"/>
                <a:gd name="T21" fmla="*/ 0 h 30"/>
                <a:gd name="T22" fmla="*/ 83 w 554"/>
                <a:gd name="T23" fmla="*/ 0 h 30"/>
                <a:gd name="T24" fmla="*/ 63 w 554"/>
                <a:gd name="T25" fmla="*/ 0 h 30"/>
                <a:gd name="T26" fmla="*/ 20 w 554"/>
                <a:gd name="T27" fmla="*/ 95 h 30"/>
                <a:gd name="T28" fmla="*/ 0 w 554"/>
                <a:gd name="T29" fmla="*/ 238 h 30"/>
                <a:gd name="T30" fmla="*/ 50 w 554"/>
                <a:gd name="T31" fmla="*/ 458 h 30"/>
                <a:gd name="T32" fmla="*/ 83 w 554"/>
                <a:gd name="T33" fmla="*/ 470 h 30"/>
                <a:gd name="T34" fmla="*/ 8613 w 554"/>
                <a:gd name="T35" fmla="*/ 470 h 30"/>
                <a:gd name="T36" fmla="*/ 8625 w 554"/>
                <a:gd name="T37" fmla="*/ 470 h 30"/>
                <a:gd name="T38" fmla="*/ 8625 w 554"/>
                <a:gd name="T39" fmla="*/ 458 h 30"/>
                <a:gd name="T40" fmla="*/ 8625 w 554"/>
                <a:gd name="T41" fmla="*/ 438 h 30"/>
                <a:gd name="T42" fmla="*/ 8613 w 554"/>
                <a:gd name="T43" fmla="*/ 425 h 30"/>
                <a:gd name="T44" fmla="*/ 8613 w 554"/>
                <a:gd name="T45" fmla="*/ 425 h 30"/>
                <a:gd name="T46" fmla="*/ 8613 w 554"/>
                <a:gd name="T47" fmla="*/ 458 h 30"/>
                <a:gd name="T48" fmla="*/ 8625 w 554"/>
                <a:gd name="T49" fmla="*/ 458 h 30"/>
                <a:gd name="T50" fmla="*/ 8613 w 554"/>
                <a:gd name="T51" fmla="*/ 458 h 30"/>
                <a:gd name="T52" fmla="*/ 8613 w 554"/>
                <a:gd name="T53" fmla="*/ 470 h 30"/>
                <a:gd name="T54" fmla="*/ 8613 w 554"/>
                <a:gd name="T55" fmla="*/ 470 h 30"/>
                <a:gd name="T56" fmla="*/ 8625 w 554"/>
                <a:gd name="T57" fmla="*/ 470 h 30"/>
                <a:gd name="T58" fmla="*/ 8625 w 554"/>
                <a:gd name="T59" fmla="*/ 458 h 30"/>
                <a:gd name="T60" fmla="*/ 8625 w 554"/>
                <a:gd name="T61" fmla="*/ 438 h 30"/>
                <a:gd name="T62" fmla="*/ 8613 w 554"/>
                <a:gd name="T63" fmla="*/ 425 h 30"/>
                <a:gd name="T64" fmla="*/ 83 w 554"/>
                <a:gd name="T65" fmla="*/ 425 h 30"/>
                <a:gd name="T66" fmla="*/ 83 w 554"/>
                <a:gd name="T67" fmla="*/ 458 h 30"/>
                <a:gd name="T68" fmla="*/ 95 w 554"/>
                <a:gd name="T69" fmla="*/ 438 h 30"/>
                <a:gd name="T70" fmla="*/ 50 w 554"/>
                <a:gd name="T71" fmla="*/ 238 h 30"/>
                <a:gd name="T72" fmla="*/ 63 w 554"/>
                <a:gd name="T73" fmla="*/ 113 h 30"/>
                <a:gd name="T74" fmla="*/ 95 w 554"/>
                <a:gd name="T75" fmla="*/ 33 h 30"/>
                <a:gd name="T76" fmla="*/ 83 w 554"/>
                <a:gd name="T77" fmla="*/ 20 h 30"/>
                <a:gd name="T78" fmla="*/ 83 w 554"/>
                <a:gd name="T79" fmla="*/ 50 h 30"/>
                <a:gd name="T80" fmla="*/ 8613 w 554"/>
                <a:gd name="T81" fmla="*/ 50 h 30"/>
                <a:gd name="T82" fmla="*/ 8625 w 554"/>
                <a:gd name="T83" fmla="*/ 33 h 30"/>
                <a:gd name="T84" fmla="*/ 8625 w 554"/>
                <a:gd name="T85" fmla="*/ 20 h 30"/>
                <a:gd name="T86" fmla="*/ 8625 w 554"/>
                <a:gd name="T87" fmla="*/ 0 h 30"/>
                <a:gd name="T88" fmla="*/ 8613 w 554"/>
                <a:gd name="T89" fmla="*/ 0 h 30"/>
                <a:gd name="T90" fmla="*/ 8613 w 554"/>
                <a:gd name="T91" fmla="*/ 0 h 30"/>
                <a:gd name="T92" fmla="*/ 8583 w 554"/>
                <a:gd name="T93" fmla="*/ 0 h 30"/>
                <a:gd name="T94" fmla="*/ 8583 w 554"/>
                <a:gd name="T95" fmla="*/ 33 h 30"/>
                <a:gd name="T96" fmla="*/ 8613 w 554"/>
                <a:gd name="T97" fmla="*/ 238 h 30"/>
                <a:gd name="T98" fmla="*/ 8583 w 554"/>
                <a:gd name="T99" fmla="*/ 438 h 30"/>
                <a:gd name="T100" fmla="*/ 8583 w 554"/>
                <a:gd name="T101" fmla="*/ 470 h 30"/>
                <a:gd name="T102" fmla="*/ 8613 w 554"/>
                <a:gd name="T103" fmla="*/ 470 h 30"/>
                <a:gd name="T104" fmla="*/ 8613 w 554"/>
                <a:gd name="T105" fmla="*/ 458 h 3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54" h="30">
                  <a:moveTo>
                    <a:pt x="551" y="29"/>
                  </a:moveTo>
                  <a:cubicBezTo>
                    <a:pt x="552" y="29"/>
                    <a:pt x="552" y="29"/>
                    <a:pt x="552" y="29"/>
                  </a:cubicBezTo>
                  <a:cubicBezTo>
                    <a:pt x="553" y="25"/>
                    <a:pt x="554" y="20"/>
                    <a:pt x="554" y="15"/>
                  </a:cubicBezTo>
                  <a:cubicBezTo>
                    <a:pt x="554" y="10"/>
                    <a:pt x="553" y="5"/>
                    <a:pt x="552" y="1"/>
                  </a:cubicBezTo>
                  <a:cubicBezTo>
                    <a:pt x="551" y="1"/>
                    <a:pt x="551" y="1"/>
                    <a:pt x="551" y="1"/>
                  </a:cubicBezTo>
                  <a:cubicBezTo>
                    <a:pt x="551" y="3"/>
                    <a:pt x="551" y="3"/>
                    <a:pt x="551" y="3"/>
                  </a:cubicBezTo>
                  <a:cubicBezTo>
                    <a:pt x="551" y="3"/>
                    <a:pt x="551" y="3"/>
                    <a:pt x="551" y="3"/>
                  </a:cubicBezTo>
                  <a:cubicBezTo>
                    <a:pt x="551" y="3"/>
                    <a:pt x="551" y="3"/>
                    <a:pt x="552" y="2"/>
                  </a:cubicBezTo>
                  <a:cubicBezTo>
                    <a:pt x="552" y="2"/>
                    <a:pt x="552" y="2"/>
                    <a:pt x="552" y="1"/>
                  </a:cubicBezTo>
                  <a:cubicBezTo>
                    <a:pt x="552" y="1"/>
                    <a:pt x="552" y="1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2" y="3"/>
                    <a:pt x="1" y="6"/>
                  </a:cubicBezTo>
                  <a:cubicBezTo>
                    <a:pt x="0" y="9"/>
                    <a:pt x="0" y="12"/>
                    <a:pt x="0" y="15"/>
                  </a:cubicBezTo>
                  <a:cubicBezTo>
                    <a:pt x="0" y="20"/>
                    <a:pt x="1" y="25"/>
                    <a:pt x="3" y="29"/>
                  </a:cubicBezTo>
                  <a:cubicBezTo>
                    <a:pt x="4" y="30"/>
                    <a:pt x="4" y="30"/>
                    <a:pt x="5" y="30"/>
                  </a:cubicBezTo>
                  <a:cubicBezTo>
                    <a:pt x="551" y="30"/>
                    <a:pt x="551" y="30"/>
                    <a:pt x="551" y="30"/>
                  </a:cubicBezTo>
                  <a:cubicBezTo>
                    <a:pt x="551" y="30"/>
                    <a:pt x="551" y="30"/>
                    <a:pt x="552" y="30"/>
                  </a:cubicBezTo>
                  <a:cubicBezTo>
                    <a:pt x="552" y="29"/>
                    <a:pt x="552" y="29"/>
                    <a:pt x="552" y="29"/>
                  </a:cubicBezTo>
                  <a:cubicBezTo>
                    <a:pt x="552" y="28"/>
                    <a:pt x="552" y="28"/>
                    <a:pt x="552" y="28"/>
                  </a:cubicBezTo>
                  <a:cubicBezTo>
                    <a:pt x="551" y="27"/>
                    <a:pt x="551" y="27"/>
                    <a:pt x="551" y="27"/>
                  </a:cubicBezTo>
                  <a:cubicBezTo>
                    <a:pt x="551" y="27"/>
                    <a:pt x="551" y="27"/>
                    <a:pt x="551" y="27"/>
                  </a:cubicBezTo>
                  <a:cubicBezTo>
                    <a:pt x="551" y="29"/>
                    <a:pt x="551" y="29"/>
                    <a:pt x="551" y="29"/>
                  </a:cubicBezTo>
                  <a:cubicBezTo>
                    <a:pt x="552" y="29"/>
                    <a:pt x="552" y="29"/>
                    <a:pt x="552" y="29"/>
                  </a:cubicBezTo>
                  <a:cubicBezTo>
                    <a:pt x="551" y="29"/>
                    <a:pt x="551" y="29"/>
                    <a:pt x="551" y="29"/>
                  </a:cubicBezTo>
                  <a:cubicBezTo>
                    <a:pt x="551" y="30"/>
                    <a:pt x="551" y="30"/>
                    <a:pt x="551" y="30"/>
                  </a:cubicBezTo>
                  <a:cubicBezTo>
                    <a:pt x="551" y="30"/>
                    <a:pt x="551" y="30"/>
                    <a:pt x="551" y="30"/>
                  </a:cubicBezTo>
                  <a:cubicBezTo>
                    <a:pt x="551" y="30"/>
                    <a:pt x="551" y="30"/>
                    <a:pt x="552" y="30"/>
                  </a:cubicBezTo>
                  <a:cubicBezTo>
                    <a:pt x="552" y="29"/>
                    <a:pt x="552" y="29"/>
                    <a:pt x="552" y="29"/>
                  </a:cubicBezTo>
                  <a:cubicBezTo>
                    <a:pt x="552" y="28"/>
                    <a:pt x="552" y="28"/>
                    <a:pt x="552" y="28"/>
                  </a:cubicBezTo>
                  <a:cubicBezTo>
                    <a:pt x="551" y="27"/>
                    <a:pt x="551" y="27"/>
                    <a:pt x="551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24"/>
                    <a:pt x="3" y="19"/>
                    <a:pt x="3" y="15"/>
                  </a:cubicBezTo>
                  <a:cubicBezTo>
                    <a:pt x="3" y="12"/>
                    <a:pt x="3" y="9"/>
                    <a:pt x="4" y="7"/>
                  </a:cubicBezTo>
                  <a:cubicBezTo>
                    <a:pt x="4" y="4"/>
                    <a:pt x="5" y="3"/>
                    <a:pt x="6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51" y="3"/>
                    <a:pt x="551" y="3"/>
                    <a:pt x="551" y="3"/>
                  </a:cubicBezTo>
                  <a:cubicBezTo>
                    <a:pt x="551" y="3"/>
                    <a:pt x="551" y="3"/>
                    <a:pt x="552" y="2"/>
                  </a:cubicBezTo>
                  <a:cubicBezTo>
                    <a:pt x="552" y="2"/>
                    <a:pt x="552" y="2"/>
                    <a:pt x="552" y="1"/>
                  </a:cubicBezTo>
                  <a:cubicBezTo>
                    <a:pt x="552" y="1"/>
                    <a:pt x="552" y="1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50" y="0"/>
                    <a:pt x="550" y="0"/>
                    <a:pt x="549" y="0"/>
                  </a:cubicBezTo>
                  <a:cubicBezTo>
                    <a:pt x="549" y="1"/>
                    <a:pt x="549" y="1"/>
                    <a:pt x="549" y="2"/>
                  </a:cubicBezTo>
                  <a:cubicBezTo>
                    <a:pt x="550" y="5"/>
                    <a:pt x="551" y="10"/>
                    <a:pt x="551" y="15"/>
                  </a:cubicBezTo>
                  <a:cubicBezTo>
                    <a:pt x="551" y="20"/>
                    <a:pt x="550" y="24"/>
                    <a:pt x="549" y="28"/>
                  </a:cubicBezTo>
                  <a:cubicBezTo>
                    <a:pt x="549" y="29"/>
                    <a:pt x="549" y="29"/>
                    <a:pt x="549" y="30"/>
                  </a:cubicBezTo>
                  <a:cubicBezTo>
                    <a:pt x="550" y="30"/>
                    <a:pt x="550" y="30"/>
                    <a:pt x="551" y="30"/>
                  </a:cubicBezTo>
                  <a:cubicBezTo>
                    <a:pt x="551" y="29"/>
                    <a:pt x="551" y="29"/>
                    <a:pt x="551" y="2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8" name="Freeform 224">
              <a:extLst>
                <a:ext uri="{FF2B5EF4-FFF2-40B4-BE49-F238E27FC236}">
                  <a16:creationId xmlns:a16="http://schemas.microsoft.com/office/drawing/2014/main" id="{E672B5FE-7FE9-4BB8-90A3-914AFAAE4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466"/>
              <a:ext cx="225" cy="245"/>
            </a:xfrm>
            <a:custGeom>
              <a:avLst/>
              <a:gdLst>
                <a:gd name="T0" fmla="*/ 1333 w 90"/>
                <a:gd name="T1" fmla="*/ 0 h 98"/>
                <a:gd name="T2" fmla="*/ 595 w 90"/>
                <a:gd name="T3" fmla="*/ 0 h 98"/>
                <a:gd name="T4" fmla="*/ 375 w 90"/>
                <a:gd name="T5" fmla="*/ 0 h 98"/>
                <a:gd name="T6" fmla="*/ 0 w 90"/>
                <a:gd name="T7" fmla="*/ 770 h 98"/>
                <a:gd name="T8" fmla="*/ 375 w 90"/>
                <a:gd name="T9" fmla="*/ 1533 h 98"/>
                <a:gd name="T10" fmla="*/ 738 w 90"/>
                <a:gd name="T11" fmla="*/ 1533 h 98"/>
                <a:gd name="T12" fmla="*/ 1375 w 90"/>
                <a:gd name="T13" fmla="*/ 1533 h 98"/>
                <a:gd name="T14" fmla="*/ 1408 w 90"/>
                <a:gd name="T15" fmla="*/ 1000 h 98"/>
                <a:gd name="T16" fmla="*/ 158 w 90"/>
                <a:gd name="T17" fmla="*/ 1000 h 98"/>
                <a:gd name="T18" fmla="*/ 145 w 90"/>
                <a:gd name="T19" fmla="*/ 988 h 98"/>
                <a:gd name="T20" fmla="*/ 158 w 90"/>
                <a:gd name="T21" fmla="*/ 958 h 98"/>
                <a:gd name="T22" fmla="*/ 145 w 90"/>
                <a:gd name="T23" fmla="*/ 770 h 98"/>
                <a:gd name="T24" fmla="*/ 158 w 90"/>
                <a:gd name="T25" fmla="*/ 583 h 98"/>
                <a:gd name="T26" fmla="*/ 145 w 90"/>
                <a:gd name="T27" fmla="*/ 550 h 98"/>
                <a:gd name="T28" fmla="*/ 158 w 90"/>
                <a:gd name="T29" fmla="*/ 533 h 98"/>
                <a:gd name="T30" fmla="*/ 1395 w 90"/>
                <a:gd name="T31" fmla="*/ 533 h 98"/>
                <a:gd name="T32" fmla="*/ 1333 w 90"/>
                <a:gd name="T33" fmla="*/ 0 h 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0" h="98">
                  <a:moveTo>
                    <a:pt x="85" y="0"/>
                  </a:moveTo>
                  <a:cubicBezTo>
                    <a:pt x="38" y="0"/>
                    <a:pt x="38" y="0"/>
                    <a:pt x="3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22"/>
                    <a:pt x="0" y="49"/>
                  </a:cubicBezTo>
                  <a:cubicBezTo>
                    <a:pt x="0" y="76"/>
                    <a:pt x="11" y="98"/>
                    <a:pt x="24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9" y="87"/>
                    <a:pt x="90" y="75"/>
                    <a:pt x="90" y="64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9" y="64"/>
                    <a:pt x="9" y="63"/>
                    <a:pt x="9" y="63"/>
                  </a:cubicBezTo>
                  <a:cubicBezTo>
                    <a:pt x="9" y="62"/>
                    <a:pt x="9" y="61"/>
                    <a:pt x="10" y="61"/>
                  </a:cubicBezTo>
                  <a:cubicBezTo>
                    <a:pt x="10" y="57"/>
                    <a:pt x="9" y="53"/>
                    <a:pt x="9" y="49"/>
                  </a:cubicBezTo>
                  <a:cubicBezTo>
                    <a:pt x="9" y="45"/>
                    <a:pt x="10" y="41"/>
                    <a:pt x="10" y="37"/>
                  </a:cubicBezTo>
                  <a:cubicBezTo>
                    <a:pt x="9" y="37"/>
                    <a:pt x="9" y="36"/>
                    <a:pt x="9" y="35"/>
                  </a:cubicBezTo>
                  <a:cubicBezTo>
                    <a:pt x="9" y="34"/>
                    <a:pt x="9" y="34"/>
                    <a:pt x="10" y="34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88" y="22"/>
                    <a:pt x="87" y="11"/>
                    <a:pt x="85" y="0"/>
                  </a:cubicBezTo>
                </a:path>
              </a:pathLst>
            </a:custGeom>
            <a:solidFill>
              <a:srgbClr val="E4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9" name="Freeform 225">
              <a:extLst>
                <a:ext uri="{FF2B5EF4-FFF2-40B4-BE49-F238E27FC236}">
                  <a16:creationId xmlns:a16="http://schemas.microsoft.com/office/drawing/2014/main" id="{7C701EE9-2D70-439A-B06A-F92EB2581B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06" y="1466"/>
              <a:ext cx="722" cy="245"/>
            </a:xfrm>
            <a:custGeom>
              <a:avLst/>
              <a:gdLst>
                <a:gd name="T0" fmla="*/ 4225 w 289"/>
                <a:gd name="T1" fmla="*/ 1000 h 98"/>
                <a:gd name="T2" fmla="*/ 75 w 289"/>
                <a:gd name="T3" fmla="*/ 1000 h 98"/>
                <a:gd name="T4" fmla="*/ 42 w 289"/>
                <a:gd name="T5" fmla="*/ 1533 h 98"/>
                <a:gd name="T6" fmla="*/ 75 w 289"/>
                <a:gd name="T7" fmla="*/ 1533 h 98"/>
                <a:gd name="T8" fmla="*/ 92 w 289"/>
                <a:gd name="T9" fmla="*/ 1095 h 98"/>
                <a:gd name="T10" fmla="*/ 4245 w 289"/>
                <a:gd name="T11" fmla="*/ 1095 h 98"/>
                <a:gd name="T12" fmla="*/ 4225 w 289"/>
                <a:gd name="T13" fmla="*/ 1000 h 98"/>
                <a:gd name="T14" fmla="*/ 4507 w 289"/>
                <a:gd name="T15" fmla="*/ 0 h 98"/>
                <a:gd name="T16" fmla="*/ 0 w 289"/>
                <a:gd name="T17" fmla="*/ 0 h 98"/>
                <a:gd name="T18" fmla="*/ 62 w 289"/>
                <a:gd name="T19" fmla="*/ 533 h 98"/>
                <a:gd name="T20" fmla="*/ 4225 w 289"/>
                <a:gd name="T21" fmla="*/ 533 h 98"/>
                <a:gd name="T22" fmla="*/ 4444 w 289"/>
                <a:gd name="T23" fmla="*/ 50 h 98"/>
                <a:gd name="T24" fmla="*/ 4507 w 289"/>
                <a:gd name="T25" fmla="*/ 0 h 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9" h="98">
                  <a:moveTo>
                    <a:pt x="271" y="64"/>
                  </a:moveTo>
                  <a:cubicBezTo>
                    <a:pt x="5" y="64"/>
                    <a:pt x="5" y="64"/>
                    <a:pt x="5" y="64"/>
                  </a:cubicBezTo>
                  <a:cubicBezTo>
                    <a:pt x="5" y="75"/>
                    <a:pt x="4" y="87"/>
                    <a:pt x="3" y="98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272" y="70"/>
                    <a:pt x="272" y="70"/>
                    <a:pt x="272" y="70"/>
                  </a:cubicBezTo>
                  <a:cubicBezTo>
                    <a:pt x="272" y="68"/>
                    <a:pt x="271" y="66"/>
                    <a:pt x="271" y="64"/>
                  </a:cubicBezTo>
                  <a:moveTo>
                    <a:pt x="28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1"/>
                    <a:pt x="4" y="22"/>
                    <a:pt x="4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3" y="20"/>
                    <a:pt x="278" y="9"/>
                    <a:pt x="285" y="3"/>
                  </a:cubicBezTo>
                  <a:cubicBezTo>
                    <a:pt x="286" y="2"/>
                    <a:pt x="288" y="1"/>
                    <a:pt x="289" y="0"/>
                  </a:cubicBezTo>
                </a:path>
              </a:pathLst>
            </a:custGeom>
            <a:solidFill>
              <a:srgbClr val="E0B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0" name="Freeform 226">
              <a:extLst>
                <a:ext uri="{FF2B5EF4-FFF2-40B4-BE49-F238E27FC236}">
                  <a16:creationId xmlns:a16="http://schemas.microsoft.com/office/drawing/2014/main" id="{F1007EA1-AEDB-4D97-997B-BD965EAA3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641"/>
              <a:ext cx="710" cy="70"/>
            </a:xfrm>
            <a:custGeom>
              <a:avLst/>
              <a:gdLst>
                <a:gd name="T0" fmla="*/ 4175 w 284"/>
                <a:gd name="T1" fmla="*/ 0 h 28"/>
                <a:gd name="T2" fmla="*/ 20 w 284"/>
                <a:gd name="T3" fmla="*/ 0 h 28"/>
                <a:gd name="T4" fmla="*/ 0 w 284"/>
                <a:gd name="T5" fmla="*/ 438 h 28"/>
                <a:gd name="T6" fmla="*/ 4438 w 284"/>
                <a:gd name="T7" fmla="*/ 438 h 28"/>
                <a:gd name="T8" fmla="*/ 4375 w 284"/>
                <a:gd name="T9" fmla="*/ 395 h 28"/>
                <a:gd name="T10" fmla="*/ 4250 w 284"/>
                <a:gd name="T11" fmla="*/ 220 h 28"/>
                <a:gd name="T12" fmla="*/ 4175 w 284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4" h="28">
                  <a:moveTo>
                    <a:pt x="267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284" y="28"/>
                    <a:pt x="284" y="28"/>
                    <a:pt x="284" y="28"/>
                  </a:cubicBezTo>
                  <a:cubicBezTo>
                    <a:pt x="283" y="27"/>
                    <a:pt x="281" y="26"/>
                    <a:pt x="280" y="25"/>
                  </a:cubicBezTo>
                  <a:cubicBezTo>
                    <a:pt x="277" y="22"/>
                    <a:pt x="274" y="19"/>
                    <a:pt x="272" y="14"/>
                  </a:cubicBezTo>
                  <a:cubicBezTo>
                    <a:pt x="270" y="10"/>
                    <a:pt x="268" y="5"/>
                    <a:pt x="267" y="0"/>
                  </a:cubicBezTo>
                </a:path>
              </a:pathLst>
            </a:custGeom>
            <a:solidFill>
              <a:srgbClr val="DDA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1" name="Freeform 227">
              <a:extLst>
                <a:ext uri="{FF2B5EF4-FFF2-40B4-BE49-F238E27FC236}">
                  <a16:creationId xmlns:a16="http://schemas.microsoft.com/office/drawing/2014/main" id="{877D6460-DC1B-43C5-BC6A-51B26E5868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98" y="1466"/>
              <a:ext cx="20" cy="245"/>
            </a:xfrm>
            <a:custGeom>
              <a:avLst/>
              <a:gdLst>
                <a:gd name="T0" fmla="*/ 125 w 8"/>
                <a:gd name="T1" fmla="*/ 1000 h 98"/>
                <a:gd name="T2" fmla="*/ 83 w 8"/>
                <a:gd name="T3" fmla="*/ 1000 h 98"/>
                <a:gd name="T4" fmla="*/ 50 w 8"/>
                <a:gd name="T5" fmla="*/ 1533 h 98"/>
                <a:gd name="T6" fmla="*/ 95 w 8"/>
                <a:gd name="T7" fmla="*/ 1533 h 98"/>
                <a:gd name="T8" fmla="*/ 125 w 8"/>
                <a:gd name="T9" fmla="*/ 1000 h 98"/>
                <a:gd name="T10" fmla="*/ 50 w 8"/>
                <a:gd name="T11" fmla="*/ 0 h 98"/>
                <a:gd name="T12" fmla="*/ 0 w 8"/>
                <a:gd name="T13" fmla="*/ 0 h 98"/>
                <a:gd name="T14" fmla="*/ 63 w 8"/>
                <a:gd name="T15" fmla="*/ 533 h 98"/>
                <a:gd name="T16" fmla="*/ 113 w 8"/>
                <a:gd name="T17" fmla="*/ 533 h 98"/>
                <a:gd name="T18" fmla="*/ 50 w 8"/>
                <a:gd name="T19" fmla="*/ 0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98">
                  <a:moveTo>
                    <a:pt x="8" y="64"/>
                  </a:moveTo>
                  <a:cubicBezTo>
                    <a:pt x="5" y="64"/>
                    <a:pt x="5" y="64"/>
                    <a:pt x="5" y="64"/>
                  </a:cubicBezTo>
                  <a:cubicBezTo>
                    <a:pt x="5" y="75"/>
                    <a:pt x="4" y="87"/>
                    <a:pt x="3" y="98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7" y="87"/>
                    <a:pt x="8" y="75"/>
                    <a:pt x="8" y="64"/>
                  </a:cubicBezTo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1"/>
                    <a:pt x="3" y="22"/>
                    <a:pt x="4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22"/>
                    <a:pt x="5" y="11"/>
                    <a:pt x="3" y="0"/>
                  </a:cubicBezTo>
                </a:path>
              </a:pathLst>
            </a:custGeom>
            <a:solidFill>
              <a:srgbClr val="879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2" name="Freeform 228">
              <a:extLst>
                <a:ext uri="{FF2B5EF4-FFF2-40B4-BE49-F238E27FC236}">
                  <a16:creationId xmlns:a16="http://schemas.microsoft.com/office/drawing/2014/main" id="{94B37AAD-76AB-4624-A212-A1DE4767A8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08" y="1558"/>
              <a:ext cx="875" cy="60"/>
            </a:xfrm>
            <a:custGeom>
              <a:avLst/>
              <a:gdLst>
                <a:gd name="T0" fmla="*/ 63 w 350"/>
                <a:gd name="T1" fmla="*/ 113 h 24"/>
                <a:gd name="T2" fmla="*/ 63 w 350"/>
                <a:gd name="T3" fmla="*/ 50 h 24"/>
                <a:gd name="T4" fmla="*/ 5425 w 350"/>
                <a:gd name="T5" fmla="*/ 50 h 24"/>
                <a:gd name="T6" fmla="*/ 5425 w 350"/>
                <a:gd name="T7" fmla="*/ 113 h 24"/>
                <a:gd name="T8" fmla="*/ 63 w 350"/>
                <a:gd name="T9" fmla="*/ 113 h 24"/>
                <a:gd name="T10" fmla="*/ 20 w 350"/>
                <a:gd name="T11" fmla="*/ 0 h 24"/>
                <a:gd name="T12" fmla="*/ 0 w 350"/>
                <a:gd name="T13" fmla="*/ 188 h 24"/>
                <a:gd name="T14" fmla="*/ 20 w 350"/>
                <a:gd name="T15" fmla="*/ 375 h 24"/>
                <a:gd name="T16" fmla="*/ 20 w 350"/>
                <a:gd name="T17" fmla="*/ 375 h 24"/>
                <a:gd name="T18" fmla="*/ 5470 w 350"/>
                <a:gd name="T19" fmla="*/ 375 h 24"/>
                <a:gd name="T20" fmla="*/ 5458 w 350"/>
                <a:gd name="T21" fmla="*/ 220 h 24"/>
                <a:gd name="T22" fmla="*/ 5458 w 350"/>
                <a:gd name="T23" fmla="*/ 220 h 24"/>
                <a:gd name="T24" fmla="*/ 5458 w 350"/>
                <a:gd name="T25" fmla="*/ 188 h 24"/>
                <a:gd name="T26" fmla="*/ 5458 w 350"/>
                <a:gd name="T27" fmla="*/ 188 h 24"/>
                <a:gd name="T28" fmla="*/ 5458 w 350"/>
                <a:gd name="T29" fmla="*/ 188 h 24"/>
                <a:gd name="T30" fmla="*/ 5458 w 350"/>
                <a:gd name="T31" fmla="*/ 188 h 24"/>
                <a:gd name="T32" fmla="*/ 5458 w 350"/>
                <a:gd name="T33" fmla="*/ 175 h 24"/>
                <a:gd name="T34" fmla="*/ 5458 w 350"/>
                <a:gd name="T35" fmla="*/ 158 h 24"/>
                <a:gd name="T36" fmla="*/ 5458 w 350"/>
                <a:gd name="T37" fmla="*/ 145 h 24"/>
                <a:gd name="T38" fmla="*/ 5458 w 350"/>
                <a:gd name="T39" fmla="*/ 125 h 24"/>
                <a:gd name="T40" fmla="*/ 5470 w 350"/>
                <a:gd name="T41" fmla="*/ 0 h 24"/>
                <a:gd name="T42" fmla="*/ 20 w 350"/>
                <a:gd name="T43" fmla="*/ 0 h 24"/>
                <a:gd name="T44" fmla="*/ 20 w 350"/>
                <a:gd name="T45" fmla="*/ 0 h 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50" h="24">
                  <a:moveTo>
                    <a:pt x="4" y="7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347" y="3"/>
                    <a:pt x="347" y="3"/>
                    <a:pt x="347" y="3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4" y="7"/>
                    <a:pt x="4" y="7"/>
                    <a:pt x="4" y="7"/>
                  </a:cubicBezTo>
                  <a:moveTo>
                    <a:pt x="1" y="0"/>
                  </a:moveTo>
                  <a:cubicBezTo>
                    <a:pt x="1" y="4"/>
                    <a:pt x="0" y="8"/>
                    <a:pt x="0" y="12"/>
                  </a:cubicBezTo>
                  <a:cubicBezTo>
                    <a:pt x="0" y="16"/>
                    <a:pt x="1" y="20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49" y="21"/>
                    <a:pt x="349" y="17"/>
                    <a:pt x="349" y="14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13"/>
                    <a:pt x="349" y="13"/>
                    <a:pt x="349" y="12"/>
                  </a:cubicBezTo>
                  <a:cubicBezTo>
                    <a:pt x="349" y="12"/>
                    <a:pt x="349" y="12"/>
                    <a:pt x="349" y="12"/>
                  </a:cubicBezTo>
                  <a:cubicBezTo>
                    <a:pt x="349" y="12"/>
                    <a:pt x="349" y="12"/>
                    <a:pt x="349" y="12"/>
                  </a:cubicBezTo>
                  <a:cubicBezTo>
                    <a:pt x="349" y="12"/>
                    <a:pt x="349" y="12"/>
                    <a:pt x="349" y="12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49" y="10"/>
                    <a:pt x="349" y="10"/>
                    <a:pt x="349" y="10"/>
                  </a:cubicBezTo>
                  <a:cubicBezTo>
                    <a:pt x="349" y="9"/>
                    <a:pt x="349" y="9"/>
                    <a:pt x="349" y="9"/>
                  </a:cubicBezTo>
                  <a:cubicBezTo>
                    <a:pt x="349" y="9"/>
                    <a:pt x="349" y="8"/>
                    <a:pt x="349" y="8"/>
                  </a:cubicBezTo>
                  <a:cubicBezTo>
                    <a:pt x="349" y="5"/>
                    <a:pt x="349" y="3"/>
                    <a:pt x="35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6D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3" name="Rectangle 229">
              <a:extLst>
                <a:ext uri="{FF2B5EF4-FFF2-40B4-BE49-F238E27FC236}">
                  <a16:creationId xmlns:a16="http://schemas.microsoft.com/office/drawing/2014/main" id="{0D16B63E-E42E-44E4-BA58-78F8B91E6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" y="1566"/>
              <a:ext cx="858" cy="10"/>
            </a:xfrm>
            <a:prstGeom prst="rect">
              <a:avLst/>
            </a:prstGeom>
            <a:solidFill>
              <a:srgbClr val="E4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84" name="Rectangle 230">
              <a:extLst>
                <a:ext uri="{FF2B5EF4-FFF2-40B4-BE49-F238E27FC236}">
                  <a16:creationId xmlns:a16="http://schemas.microsoft.com/office/drawing/2014/main" id="{9643490C-A6B4-429E-B0C1-8C16DA579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" y="1566"/>
              <a:ext cx="858" cy="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85" name="Freeform 231">
              <a:extLst>
                <a:ext uri="{FF2B5EF4-FFF2-40B4-BE49-F238E27FC236}">
                  <a16:creationId xmlns:a16="http://schemas.microsoft.com/office/drawing/2014/main" id="{A0A20B3B-A244-4492-860A-B2BD47A2FF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" y="1466"/>
              <a:ext cx="62" cy="245"/>
            </a:xfrm>
            <a:custGeom>
              <a:avLst/>
              <a:gdLst>
                <a:gd name="T0" fmla="*/ 42 w 25"/>
                <a:gd name="T1" fmla="*/ 1000 h 98"/>
                <a:gd name="T2" fmla="*/ 30 w 25"/>
                <a:gd name="T3" fmla="*/ 1000 h 98"/>
                <a:gd name="T4" fmla="*/ 12 w 25"/>
                <a:gd name="T5" fmla="*/ 1000 h 98"/>
                <a:gd name="T6" fmla="*/ 30 w 25"/>
                <a:gd name="T7" fmla="*/ 1095 h 98"/>
                <a:gd name="T8" fmla="*/ 104 w 25"/>
                <a:gd name="T9" fmla="*/ 1313 h 98"/>
                <a:gd name="T10" fmla="*/ 228 w 25"/>
                <a:gd name="T11" fmla="*/ 1488 h 98"/>
                <a:gd name="T12" fmla="*/ 290 w 25"/>
                <a:gd name="T13" fmla="*/ 1533 h 98"/>
                <a:gd name="T14" fmla="*/ 382 w 25"/>
                <a:gd name="T15" fmla="*/ 1533 h 98"/>
                <a:gd name="T16" fmla="*/ 42 w 25"/>
                <a:gd name="T17" fmla="*/ 1000 h 98"/>
                <a:gd name="T18" fmla="*/ 0 w 25"/>
                <a:gd name="T19" fmla="*/ 800 h 98"/>
                <a:gd name="T20" fmla="*/ 12 w 25"/>
                <a:gd name="T21" fmla="*/ 958 h 98"/>
                <a:gd name="T22" fmla="*/ 12 w 25"/>
                <a:gd name="T23" fmla="*/ 958 h 98"/>
                <a:gd name="T24" fmla="*/ 0 w 25"/>
                <a:gd name="T25" fmla="*/ 800 h 98"/>
                <a:gd name="T26" fmla="*/ 0 w 25"/>
                <a:gd name="T27" fmla="*/ 770 h 98"/>
                <a:gd name="T28" fmla="*/ 0 w 25"/>
                <a:gd name="T29" fmla="*/ 770 h 98"/>
                <a:gd name="T30" fmla="*/ 0 w 25"/>
                <a:gd name="T31" fmla="*/ 800 h 98"/>
                <a:gd name="T32" fmla="*/ 0 w 25"/>
                <a:gd name="T33" fmla="*/ 770 h 98"/>
                <a:gd name="T34" fmla="*/ 0 w 25"/>
                <a:gd name="T35" fmla="*/ 750 h 98"/>
                <a:gd name="T36" fmla="*/ 0 w 25"/>
                <a:gd name="T37" fmla="*/ 770 h 98"/>
                <a:gd name="T38" fmla="*/ 0 w 25"/>
                <a:gd name="T39" fmla="*/ 750 h 98"/>
                <a:gd name="T40" fmla="*/ 0 w 25"/>
                <a:gd name="T41" fmla="*/ 720 h 98"/>
                <a:gd name="T42" fmla="*/ 0 w 25"/>
                <a:gd name="T43" fmla="*/ 738 h 98"/>
                <a:gd name="T44" fmla="*/ 0 w 25"/>
                <a:gd name="T45" fmla="*/ 720 h 98"/>
                <a:gd name="T46" fmla="*/ 12 w 25"/>
                <a:gd name="T47" fmla="*/ 583 h 98"/>
                <a:gd name="T48" fmla="*/ 12 w 25"/>
                <a:gd name="T49" fmla="*/ 583 h 98"/>
                <a:gd name="T50" fmla="*/ 0 w 25"/>
                <a:gd name="T51" fmla="*/ 708 h 98"/>
                <a:gd name="T52" fmla="*/ 12 w 25"/>
                <a:gd name="T53" fmla="*/ 583 h 98"/>
                <a:gd name="T54" fmla="*/ 382 w 25"/>
                <a:gd name="T55" fmla="*/ 0 h 98"/>
                <a:gd name="T56" fmla="*/ 290 w 25"/>
                <a:gd name="T57" fmla="*/ 0 h 98"/>
                <a:gd name="T58" fmla="*/ 228 w 25"/>
                <a:gd name="T59" fmla="*/ 50 h 98"/>
                <a:gd name="T60" fmla="*/ 12 w 25"/>
                <a:gd name="T61" fmla="*/ 533 h 98"/>
                <a:gd name="T62" fmla="*/ 30 w 25"/>
                <a:gd name="T63" fmla="*/ 533 h 98"/>
                <a:gd name="T64" fmla="*/ 42 w 25"/>
                <a:gd name="T65" fmla="*/ 533 h 98"/>
                <a:gd name="T66" fmla="*/ 382 w 25"/>
                <a:gd name="T67" fmla="*/ 0 h 9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" h="98">
                  <a:moveTo>
                    <a:pt x="3" y="64"/>
                  </a:moveTo>
                  <a:cubicBezTo>
                    <a:pt x="2" y="64"/>
                    <a:pt x="2" y="64"/>
                    <a:pt x="2" y="64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6"/>
                    <a:pt x="2" y="68"/>
                    <a:pt x="2" y="70"/>
                  </a:cubicBezTo>
                  <a:cubicBezTo>
                    <a:pt x="3" y="75"/>
                    <a:pt x="5" y="80"/>
                    <a:pt x="7" y="84"/>
                  </a:cubicBezTo>
                  <a:cubicBezTo>
                    <a:pt x="9" y="89"/>
                    <a:pt x="12" y="92"/>
                    <a:pt x="15" y="95"/>
                  </a:cubicBezTo>
                  <a:cubicBezTo>
                    <a:pt x="16" y="96"/>
                    <a:pt x="18" y="97"/>
                    <a:pt x="19" y="98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15" y="98"/>
                    <a:pt x="6" y="84"/>
                    <a:pt x="3" y="64"/>
                  </a:cubicBezTo>
                  <a:moveTo>
                    <a:pt x="0" y="51"/>
                  </a:moveTo>
                  <a:cubicBezTo>
                    <a:pt x="0" y="54"/>
                    <a:pt x="0" y="58"/>
                    <a:pt x="1" y="6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58"/>
                    <a:pt x="0" y="54"/>
                    <a:pt x="0" y="51"/>
                  </a:cubicBezTo>
                  <a:moveTo>
                    <a:pt x="0" y="4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1"/>
                  </a:cubicBezTo>
                  <a:cubicBezTo>
                    <a:pt x="0" y="50"/>
                    <a:pt x="0" y="50"/>
                    <a:pt x="0" y="49"/>
                  </a:cubicBezTo>
                  <a:moveTo>
                    <a:pt x="0" y="48"/>
                  </a:moveTo>
                  <a:cubicBezTo>
                    <a:pt x="0" y="48"/>
                    <a:pt x="0" y="48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moveTo>
                    <a:pt x="0" y="46"/>
                  </a:moveTo>
                  <a:cubicBezTo>
                    <a:pt x="0" y="46"/>
                    <a:pt x="0" y="46"/>
                    <a:pt x="0" y="47"/>
                  </a:cubicBezTo>
                  <a:cubicBezTo>
                    <a:pt x="0" y="46"/>
                    <a:pt x="0" y="46"/>
                    <a:pt x="0" y="46"/>
                  </a:cubicBezTo>
                  <a:moveTo>
                    <a:pt x="1" y="37"/>
                  </a:moveTo>
                  <a:cubicBezTo>
                    <a:pt x="1" y="37"/>
                    <a:pt x="1" y="37"/>
                    <a:pt x="1" y="37"/>
                  </a:cubicBezTo>
                  <a:cubicBezTo>
                    <a:pt x="0" y="40"/>
                    <a:pt x="0" y="42"/>
                    <a:pt x="0" y="45"/>
                  </a:cubicBezTo>
                  <a:cubicBezTo>
                    <a:pt x="0" y="42"/>
                    <a:pt x="0" y="40"/>
                    <a:pt x="1" y="37"/>
                  </a:cubicBezTo>
                  <a:moveTo>
                    <a:pt x="25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8" y="1"/>
                    <a:pt x="16" y="2"/>
                    <a:pt x="15" y="3"/>
                  </a:cubicBezTo>
                  <a:cubicBezTo>
                    <a:pt x="8" y="9"/>
                    <a:pt x="3" y="20"/>
                    <a:pt x="1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4"/>
                    <a:pt x="3" y="34"/>
                  </a:cubicBezTo>
                  <a:cubicBezTo>
                    <a:pt x="6" y="14"/>
                    <a:pt x="15" y="0"/>
                    <a:pt x="25" y="0"/>
                  </a:cubicBezTo>
                </a:path>
              </a:pathLst>
            </a:custGeom>
            <a:solidFill>
              <a:srgbClr val="879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6" name="Freeform 232">
              <a:extLst>
                <a:ext uri="{FF2B5EF4-FFF2-40B4-BE49-F238E27FC236}">
                  <a16:creationId xmlns:a16="http://schemas.microsoft.com/office/drawing/2014/main" id="{74090579-DFD0-41FA-A4AA-01323BF34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551"/>
              <a:ext cx="880" cy="75"/>
            </a:xfrm>
            <a:custGeom>
              <a:avLst/>
              <a:gdLst>
                <a:gd name="T0" fmla="*/ 5488 w 352"/>
                <a:gd name="T1" fmla="*/ 0 h 30"/>
                <a:gd name="T2" fmla="*/ 5470 w 352"/>
                <a:gd name="T3" fmla="*/ 0 h 30"/>
                <a:gd name="T4" fmla="*/ 1300 w 352"/>
                <a:gd name="T5" fmla="*/ 0 h 30"/>
                <a:gd name="T6" fmla="*/ 1250 w 352"/>
                <a:gd name="T7" fmla="*/ 0 h 30"/>
                <a:gd name="T8" fmla="*/ 20 w 352"/>
                <a:gd name="T9" fmla="*/ 0 h 30"/>
                <a:gd name="T10" fmla="*/ 0 w 352"/>
                <a:gd name="T11" fmla="*/ 20 h 30"/>
                <a:gd name="T12" fmla="*/ 20 w 352"/>
                <a:gd name="T13" fmla="*/ 50 h 30"/>
                <a:gd name="T14" fmla="*/ 20 w 352"/>
                <a:gd name="T15" fmla="*/ 50 h 30"/>
                <a:gd name="T16" fmla="*/ 5470 w 352"/>
                <a:gd name="T17" fmla="*/ 50 h 30"/>
                <a:gd name="T18" fmla="*/ 5470 w 352"/>
                <a:gd name="T19" fmla="*/ 50 h 30"/>
                <a:gd name="T20" fmla="*/ 5458 w 352"/>
                <a:gd name="T21" fmla="*/ 175 h 30"/>
                <a:gd name="T22" fmla="*/ 5458 w 352"/>
                <a:gd name="T23" fmla="*/ 188 h 30"/>
                <a:gd name="T24" fmla="*/ 5458 w 352"/>
                <a:gd name="T25" fmla="*/ 208 h 30"/>
                <a:gd name="T26" fmla="*/ 5458 w 352"/>
                <a:gd name="T27" fmla="*/ 220 h 30"/>
                <a:gd name="T28" fmla="*/ 5458 w 352"/>
                <a:gd name="T29" fmla="*/ 238 h 30"/>
                <a:gd name="T30" fmla="*/ 5458 w 352"/>
                <a:gd name="T31" fmla="*/ 238 h 30"/>
                <a:gd name="T32" fmla="*/ 5458 w 352"/>
                <a:gd name="T33" fmla="*/ 238 h 30"/>
                <a:gd name="T34" fmla="*/ 5458 w 352"/>
                <a:gd name="T35" fmla="*/ 270 h 30"/>
                <a:gd name="T36" fmla="*/ 5458 w 352"/>
                <a:gd name="T37" fmla="*/ 270 h 30"/>
                <a:gd name="T38" fmla="*/ 5470 w 352"/>
                <a:gd name="T39" fmla="*/ 425 h 30"/>
                <a:gd name="T40" fmla="*/ 5470 w 352"/>
                <a:gd name="T41" fmla="*/ 425 h 30"/>
                <a:gd name="T42" fmla="*/ 20 w 352"/>
                <a:gd name="T43" fmla="*/ 425 h 30"/>
                <a:gd name="T44" fmla="*/ 20 w 352"/>
                <a:gd name="T45" fmla="*/ 425 h 30"/>
                <a:gd name="T46" fmla="*/ 0 w 352"/>
                <a:gd name="T47" fmla="*/ 458 h 30"/>
                <a:gd name="T48" fmla="*/ 20 w 352"/>
                <a:gd name="T49" fmla="*/ 470 h 30"/>
                <a:gd name="T50" fmla="*/ 1270 w 352"/>
                <a:gd name="T51" fmla="*/ 470 h 30"/>
                <a:gd name="T52" fmla="*/ 1313 w 352"/>
                <a:gd name="T53" fmla="*/ 470 h 30"/>
                <a:gd name="T54" fmla="*/ 5470 w 352"/>
                <a:gd name="T55" fmla="*/ 470 h 30"/>
                <a:gd name="T56" fmla="*/ 5488 w 352"/>
                <a:gd name="T57" fmla="*/ 470 h 30"/>
                <a:gd name="T58" fmla="*/ 5500 w 352"/>
                <a:gd name="T59" fmla="*/ 470 h 30"/>
                <a:gd name="T60" fmla="*/ 5470 w 352"/>
                <a:gd name="T61" fmla="*/ 238 h 30"/>
                <a:gd name="T62" fmla="*/ 5500 w 352"/>
                <a:gd name="T63" fmla="*/ 0 h 30"/>
                <a:gd name="T64" fmla="*/ 5488 w 352"/>
                <a:gd name="T65" fmla="*/ 0 h 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2" h="30">
                  <a:moveTo>
                    <a:pt x="351" y="0"/>
                  </a:moveTo>
                  <a:cubicBezTo>
                    <a:pt x="350" y="0"/>
                    <a:pt x="350" y="0"/>
                    <a:pt x="350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50" y="3"/>
                    <a:pt x="350" y="3"/>
                    <a:pt x="350" y="3"/>
                  </a:cubicBezTo>
                  <a:cubicBezTo>
                    <a:pt x="350" y="3"/>
                    <a:pt x="350" y="3"/>
                    <a:pt x="350" y="3"/>
                  </a:cubicBezTo>
                  <a:cubicBezTo>
                    <a:pt x="349" y="6"/>
                    <a:pt x="349" y="8"/>
                    <a:pt x="349" y="11"/>
                  </a:cubicBezTo>
                  <a:cubicBezTo>
                    <a:pt x="349" y="11"/>
                    <a:pt x="349" y="12"/>
                    <a:pt x="349" y="12"/>
                  </a:cubicBezTo>
                  <a:cubicBezTo>
                    <a:pt x="349" y="12"/>
                    <a:pt x="349" y="12"/>
                    <a:pt x="349" y="13"/>
                  </a:cubicBezTo>
                  <a:cubicBezTo>
                    <a:pt x="349" y="13"/>
                    <a:pt x="349" y="13"/>
                    <a:pt x="349" y="14"/>
                  </a:cubicBezTo>
                  <a:cubicBezTo>
                    <a:pt x="349" y="14"/>
                    <a:pt x="349" y="14"/>
                    <a:pt x="349" y="15"/>
                  </a:cubicBezTo>
                  <a:cubicBezTo>
                    <a:pt x="349" y="15"/>
                    <a:pt x="349" y="15"/>
                    <a:pt x="349" y="15"/>
                  </a:cubicBezTo>
                  <a:cubicBezTo>
                    <a:pt x="349" y="15"/>
                    <a:pt x="349" y="15"/>
                    <a:pt x="349" y="15"/>
                  </a:cubicBezTo>
                  <a:cubicBezTo>
                    <a:pt x="349" y="16"/>
                    <a:pt x="349" y="16"/>
                    <a:pt x="349" y="17"/>
                  </a:cubicBezTo>
                  <a:cubicBezTo>
                    <a:pt x="349" y="17"/>
                    <a:pt x="349" y="17"/>
                    <a:pt x="349" y="17"/>
                  </a:cubicBezTo>
                  <a:cubicBezTo>
                    <a:pt x="349" y="20"/>
                    <a:pt x="349" y="24"/>
                    <a:pt x="350" y="27"/>
                  </a:cubicBezTo>
                  <a:cubicBezTo>
                    <a:pt x="350" y="27"/>
                    <a:pt x="350" y="27"/>
                    <a:pt x="350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7"/>
                    <a:pt x="0" y="28"/>
                    <a:pt x="0" y="29"/>
                  </a:cubicBezTo>
                  <a:cubicBezTo>
                    <a:pt x="0" y="29"/>
                    <a:pt x="0" y="30"/>
                    <a:pt x="1" y="30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350" y="30"/>
                    <a:pt x="350" y="30"/>
                    <a:pt x="350" y="30"/>
                  </a:cubicBezTo>
                  <a:cubicBezTo>
                    <a:pt x="351" y="30"/>
                    <a:pt x="351" y="30"/>
                    <a:pt x="351" y="30"/>
                  </a:cubicBezTo>
                  <a:cubicBezTo>
                    <a:pt x="351" y="30"/>
                    <a:pt x="351" y="30"/>
                    <a:pt x="352" y="30"/>
                  </a:cubicBezTo>
                  <a:cubicBezTo>
                    <a:pt x="351" y="25"/>
                    <a:pt x="350" y="20"/>
                    <a:pt x="350" y="15"/>
                  </a:cubicBezTo>
                  <a:cubicBezTo>
                    <a:pt x="350" y="10"/>
                    <a:pt x="351" y="5"/>
                    <a:pt x="352" y="0"/>
                  </a:cubicBezTo>
                  <a:cubicBezTo>
                    <a:pt x="351" y="0"/>
                    <a:pt x="351" y="0"/>
                    <a:pt x="351" y="0"/>
                  </a:cubicBezTo>
                </a:path>
              </a:pathLst>
            </a:custGeom>
            <a:solidFill>
              <a:srgbClr val="879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7" name="Freeform 233">
              <a:extLst>
                <a:ext uri="{FF2B5EF4-FFF2-40B4-BE49-F238E27FC236}">
                  <a16:creationId xmlns:a16="http://schemas.microsoft.com/office/drawing/2014/main" id="{6AE55B84-9E24-4443-8A3B-AB9D559E6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463"/>
              <a:ext cx="907" cy="250"/>
            </a:xfrm>
            <a:custGeom>
              <a:avLst/>
              <a:gdLst>
                <a:gd name="T0" fmla="*/ 30 w 363"/>
                <a:gd name="T1" fmla="*/ 50 h 100"/>
                <a:gd name="T2" fmla="*/ 250 w 363"/>
                <a:gd name="T3" fmla="*/ 50 h 100"/>
                <a:gd name="T4" fmla="*/ 5632 w 363"/>
                <a:gd name="T5" fmla="*/ 50 h 100"/>
                <a:gd name="T6" fmla="*/ 5649 w 363"/>
                <a:gd name="T7" fmla="*/ 33 h 100"/>
                <a:gd name="T8" fmla="*/ 5662 w 363"/>
                <a:gd name="T9" fmla="*/ 20 h 100"/>
                <a:gd name="T10" fmla="*/ 5649 w 363"/>
                <a:gd name="T11" fmla="*/ 0 h 100"/>
                <a:gd name="T12" fmla="*/ 5632 w 363"/>
                <a:gd name="T13" fmla="*/ 0 h 100"/>
                <a:gd name="T14" fmla="*/ 5474 w 363"/>
                <a:gd name="T15" fmla="*/ 63 h 100"/>
                <a:gd name="T16" fmla="*/ 5245 w 363"/>
                <a:gd name="T17" fmla="*/ 783 h 100"/>
                <a:gd name="T18" fmla="*/ 5350 w 363"/>
                <a:gd name="T19" fmla="*/ 1333 h 100"/>
                <a:gd name="T20" fmla="*/ 5474 w 363"/>
                <a:gd name="T21" fmla="*/ 1500 h 100"/>
                <a:gd name="T22" fmla="*/ 5632 w 363"/>
                <a:gd name="T23" fmla="*/ 1563 h 100"/>
                <a:gd name="T24" fmla="*/ 5649 w 363"/>
                <a:gd name="T25" fmla="*/ 1563 h 100"/>
                <a:gd name="T26" fmla="*/ 5662 w 363"/>
                <a:gd name="T27" fmla="*/ 1550 h 100"/>
                <a:gd name="T28" fmla="*/ 5649 w 363"/>
                <a:gd name="T29" fmla="*/ 1533 h 100"/>
                <a:gd name="T30" fmla="*/ 5632 w 363"/>
                <a:gd name="T31" fmla="*/ 1520 h 100"/>
                <a:gd name="T32" fmla="*/ 387 w 363"/>
                <a:gd name="T33" fmla="*/ 1520 h 100"/>
                <a:gd name="T34" fmla="*/ 30 w 363"/>
                <a:gd name="T35" fmla="*/ 1520 h 100"/>
                <a:gd name="T36" fmla="*/ 0 w 363"/>
                <a:gd name="T37" fmla="*/ 1550 h 100"/>
                <a:gd name="T38" fmla="*/ 30 w 363"/>
                <a:gd name="T39" fmla="*/ 1563 h 100"/>
                <a:gd name="T40" fmla="*/ 387 w 363"/>
                <a:gd name="T41" fmla="*/ 1563 h 100"/>
                <a:gd name="T42" fmla="*/ 5632 w 363"/>
                <a:gd name="T43" fmla="*/ 1563 h 100"/>
                <a:gd name="T44" fmla="*/ 5649 w 363"/>
                <a:gd name="T45" fmla="*/ 1563 h 100"/>
                <a:gd name="T46" fmla="*/ 5662 w 363"/>
                <a:gd name="T47" fmla="*/ 1550 h 100"/>
                <a:gd name="T48" fmla="*/ 5649 w 363"/>
                <a:gd name="T49" fmla="*/ 1533 h 100"/>
                <a:gd name="T50" fmla="*/ 5632 w 363"/>
                <a:gd name="T51" fmla="*/ 1520 h 100"/>
                <a:gd name="T52" fmla="*/ 5507 w 363"/>
                <a:gd name="T53" fmla="*/ 1470 h 100"/>
                <a:gd name="T54" fmla="*/ 5287 w 363"/>
                <a:gd name="T55" fmla="*/ 783 h 100"/>
                <a:gd name="T56" fmla="*/ 5400 w 363"/>
                <a:gd name="T57" fmla="*/ 250 h 100"/>
                <a:gd name="T58" fmla="*/ 5507 w 363"/>
                <a:gd name="T59" fmla="*/ 95 h 100"/>
                <a:gd name="T60" fmla="*/ 5632 w 363"/>
                <a:gd name="T61" fmla="*/ 50 h 100"/>
                <a:gd name="T62" fmla="*/ 5649 w 363"/>
                <a:gd name="T63" fmla="*/ 33 h 100"/>
                <a:gd name="T64" fmla="*/ 5662 w 363"/>
                <a:gd name="T65" fmla="*/ 20 h 100"/>
                <a:gd name="T66" fmla="*/ 5649 w 363"/>
                <a:gd name="T67" fmla="*/ 0 h 100"/>
                <a:gd name="T68" fmla="*/ 5632 w 363"/>
                <a:gd name="T69" fmla="*/ 0 h 100"/>
                <a:gd name="T70" fmla="*/ 250 w 363"/>
                <a:gd name="T71" fmla="*/ 0 h 100"/>
                <a:gd name="T72" fmla="*/ 30 w 363"/>
                <a:gd name="T73" fmla="*/ 0 h 100"/>
                <a:gd name="T74" fmla="*/ 0 w 363"/>
                <a:gd name="T75" fmla="*/ 20 h 100"/>
                <a:gd name="T76" fmla="*/ 30 w 363"/>
                <a:gd name="T77" fmla="*/ 50 h 10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3" h="100">
                  <a:moveTo>
                    <a:pt x="2" y="3"/>
                  </a:moveTo>
                  <a:cubicBezTo>
                    <a:pt x="16" y="3"/>
                    <a:pt x="16" y="3"/>
                    <a:pt x="16" y="3"/>
                  </a:cubicBezTo>
                  <a:cubicBezTo>
                    <a:pt x="361" y="3"/>
                    <a:pt x="361" y="3"/>
                    <a:pt x="361" y="3"/>
                  </a:cubicBezTo>
                  <a:cubicBezTo>
                    <a:pt x="362" y="3"/>
                    <a:pt x="362" y="2"/>
                    <a:pt x="362" y="2"/>
                  </a:cubicBezTo>
                  <a:cubicBezTo>
                    <a:pt x="363" y="2"/>
                    <a:pt x="363" y="2"/>
                    <a:pt x="363" y="1"/>
                  </a:cubicBezTo>
                  <a:cubicBezTo>
                    <a:pt x="363" y="1"/>
                    <a:pt x="363" y="0"/>
                    <a:pt x="362" y="0"/>
                  </a:cubicBezTo>
                  <a:cubicBezTo>
                    <a:pt x="362" y="0"/>
                    <a:pt x="362" y="0"/>
                    <a:pt x="361" y="0"/>
                  </a:cubicBezTo>
                  <a:cubicBezTo>
                    <a:pt x="358" y="0"/>
                    <a:pt x="354" y="1"/>
                    <a:pt x="351" y="4"/>
                  </a:cubicBezTo>
                  <a:cubicBezTo>
                    <a:pt x="342" y="12"/>
                    <a:pt x="336" y="29"/>
                    <a:pt x="336" y="50"/>
                  </a:cubicBezTo>
                  <a:cubicBezTo>
                    <a:pt x="336" y="64"/>
                    <a:pt x="339" y="76"/>
                    <a:pt x="343" y="85"/>
                  </a:cubicBezTo>
                  <a:cubicBezTo>
                    <a:pt x="345" y="90"/>
                    <a:pt x="348" y="93"/>
                    <a:pt x="351" y="96"/>
                  </a:cubicBezTo>
                  <a:cubicBezTo>
                    <a:pt x="354" y="99"/>
                    <a:pt x="358" y="100"/>
                    <a:pt x="361" y="100"/>
                  </a:cubicBezTo>
                  <a:cubicBezTo>
                    <a:pt x="362" y="100"/>
                    <a:pt x="362" y="100"/>
                    <a:pt x="362" y="100"/>
                  </a:cubicBezTo>
                  <a:cubicBezTo>
                    <a:pt x="363" y="100"/>
                    <a:pt x="363" y="99"/>
                    <a:pt x="363" y="99"/>
                  </a:cubicBezTo>
                  <a:cubicBezTo>
                    <a:pt x="363" y="98"/>
                    <a:pt x="363" y="98"/>
                    <a:pt x="362" y="98"/>
                  </a:cubicBezTo>
                  <a:cubicBezTo>
                    <a:pt x="362" y="97"/>
                    <a:pt x="362" y="97"/>
                    <a:pt x="361" y="97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" y="97"/>
                    <a:pt x="2" y="97"/>
                    <a:pt x="2" y="97"/>
                  </a:cubicBezTo>
                  <a:cubicBezTo>
                    <a:pt x="1" y="97"/>
                    <a:pt x="0" y="98"/>
                    <a:pt x="0" y="99"/>
                  </a:cubicBezTo>
                  <a:cubicBezTo>
                    <a:pt x="0" y="100"/>
                    <a:pt x="1" y="100"/>
                    <a:pt x="2" y="100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361" y="100"/>
                    <a:pt x="361" y="100"/>
                    <a:pt x="361" y="100"/>
                  </a:cubicBezTo>
                  <a:cubicBezTo>
                    <a:pt x="362" y="100"/>
                    <a:pt x="362" y="100"/>
                    <a:pt x="362" y="100"/>
                  </a:cubicBezTo>
                  <a:cubicBezTo>
                    <a:pt x="363" y="100"/>
                    <a:pt x="363" y="99"/>
                    <a:pt x="363" y="99"/>
                  </a:cubicBezTo>
                  <a:cubicBezTo>
                    <a:pt x="363" y="98"/>
                    <a:pt x="363" y="98"/>
                    <a:pt x="362" y="98"/>
                  </a:cubicBezTo>
                  <a:cubicBezTo>
                    <a:pt x="362" y="97"/>
                    <a:pt x="362" y="97"/>
                    <a:pt x="361" y="97"/>
                  </a:cubicBezTo>
                  <a:cubicBezTo>
                    <a:pt x="358" y="97"/>
                    <a:pt x="356" y="96"/>
                    <a:pt x="353" y="94"/>
                  </a:cubicBezTo>
                  <a:cubicBezTo>
                    <a:pt x="345" y="87"/>
                    <a:pt x="339" y="70"/>
                    <a:pt x="339" y="50"/>
                  </a:cubicBezTo>
                  <a:cubicBezTo>
                    <a:pt x="339" y="37"/>
                    <a:pt x="342" y="25"/>
                    <a:pt x="346" y="16"/>
                  </a:cubicBezTo>
                  <a:cubicBezTo>
                    <a:pt x="348" y="12"/>
                    <a:pt x="350" y="8"/>
                    <a:pt x="353" y="6"/>
                  </a:cubicBezTo>
                  <a:cubicBezTo>
                    <a:pt x="356" y="4"/>
                    <a:pt x="358" y="3"/>
                    <a:pt x="361" y="3"/>
                  </a:cubicBezTo>
                  <a:cubicBezTo>
                    <a:pt x="362" y="3"/>
                    <a:pt x="362" y="2"/>
                    <a:pt x="362" y="2"/>
                  </a:cubicBezTo>
                  <a:cubicBezTo>
                    <a:pt x="363" y="2"/>
                    <a:pt x="363" y="2"/>
                    <a:pt x="363" y="1"/>
                  </a:cubicBezTo>
                  <a:cubicBezTo>
                    <a:pt x="363" y="1"/>
                    <a:pt x="363" y="0"/>
                    <a:pt x="362" y="0"/>
                  </a:cubicBezTo>
                  <a:cubicBezTo>
                    <a:pt x="362" y="0"/>
                    <a:pt x="362" y="0"/>
                    <a:pt x="361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8" name="Freeform 234">
              <a:extLst>
                <a:ext uri="{FF2B5EF4-FFF2-40B4-BE49-F238E27FC236}">
                  <a16:creationId xmlns:a16="http://schemas.microsoft.com/office/drawing/2014/main" id="{65221C6E-04E2-4C63-9C00-FFCF6C22D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463"/>
              <a:ext cx="67" cy="250"/>
            </a:xfrm>
            <a:custGeom>
              <a:avLst/>
              <a:gdLst>
                <a:gd name="T0" fmla="*/ 400 w 27"/>
                <a:gd name="T1" fmla="*/ 1520 h 100"/>
                <a:gd name="T2" fmla="*/ 258 w 27"/>
                <a:gd name="T3" fmla="*/ 1470 h 100"/>
                <a:gd name="T4" fmla="*/ 42 w 27"/>
                <a:gd name="T5" fmla="*/ 783 h 100"/>
                <a:gd name="T6" fmla="*/ 154 w 27"/>
                <a:gd name="T7" fmla="*/ 250 h 100"/>
                <a:gd name="T8" fmla="*/ 258 w 27"/>
                <a:gd name="T9" fmla="*/ 95 h 100"/>
                <a:gd name="T10" fmla="*/ 400 w 27"/>
                <a:gd name="T11" fmla="*/ 50 h 100"/>
                <a:gd name="T12" fmla="*/ 412 w 27"/>
                <a:gd name="T13" fmla="*/ 20 h 100"/>
                <a:gd name="T14" fmla="*/ 400 w 27"/>
                <a:gd name="T15" fmla="*/ 0 h 100"/>
                <a:gd name="T16" fmla="*/ 246 w 27"/>
                <a:gd name="T17" fmla="*/ 63 h 100"/>
                <a:gd name="T18" fmla="*/ 0 w 27"/>
                <a:gd name="T19" fmla="*/ 783 h 100"/>
                <a:gd name="T20" fmla="*/ 124 w 27"/>
                <a:gd name="T21" fmla="*/ 1333 h 100"/>
                <a:gd name="T22" fmla="*/ 246 w 27"/>
                <a:gd name="T23" fmla="*/ 1500 h 100"/>
                <a:gd name="T24" fmla="*/ 400 w 27"/>
                <a:gd name="T25" fmla="*/ 1563 h 100"/>
                <a:gd name="T26" fmla="*/ 412 w 27"/>
                <a:gd name="T27" fmla="*/ 1550 h 100"/>
                <a:gd name="T28" fmla="*/ 400 w 27"/>
                <a:gd name="T29" fmla="*/ 1520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100">
                  <a:moveTo>
                    <a:pt x="26" y="97"/>
                  </a:moveTo>
                  <a:cubicBezTo>
                    <a:pt x="23" y="97"/>
                    <a:pt x="20" y="96"/>
                    <a:pt x="17" y="94"/>
                  </a:cubicBezTo>
                  <a:cubicBezTo>
                    <a:pt x="9" y="87"/>
                    <a:pt x="3" y="70"/>
                    <a:pt x="3" y="50"/>
                  </a:cubicBezTo>
                  <a:cubicBezTo>
                    <a:pt x="3" y="37"/>
                    <a:pt x="6" y="25"/>
                    <a:pt x="10" y="16"/>
                  </a:cubicBezTo>
                  <a:cubicBezTo>
                    <a:pt x="12" y="12"/>
                    <a:pt x="15" y="8"/>
                    <a:pt x="17" y="6"/>
                  </a:cubicBezTo>
                  <a:cubicBezTo>
                    <a:pt x="20" y="4"/>
                    <a:pt x="23" y="3"/>
                    <a:pt x="26" y="3"/>
                  </a:cubicBezTo>
                  <a:cubicBezTo>
                    <a:pt x="27" y="3"/>
                    <a:pt x="27" y="2"/>
                    <a:pt x="27" y="1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2" y="0"/>
                    <a:pt x="19" y="1"/>
                    <a:pt x="16" y="4"/>
                  </a:cubicBezTo>
                  <a:cubicBezTo>
                    <a:pt x="6" y="12"/>
                    <a:pt x="0" y="29"/>
                    <a:pt x="0" y="50"/>
                  </a:cubicBezTo>
                  <a:cubicBezTo>
                    <a:pt x="0" y="64"/>
                    <a:pt x="3" y="76"/>
                    <a:pt x="8" y="85"/>
                  </a:cubicBezTo>
                  <a:cubicBezTo>
                    <a:pt x="10" y="90"/>
                    <a:pt x="12" y="93"/>
                    <a:pt x="16" y="96"/>
                  </a:cubicBezTo>
                  <a:cubicBezTo>
                    <a:pt x="19" y="99"/>
                    <a:pt x="22" y="100"/>
                    <a:pt x="26" y="100"/>
                  </a:cubicBezTo>
                  <a:cubicBezTo>
                    <a:pt x="27" y="100"/>
                    <a:pt x="27" y="100"/>
                    <a:pt x="27" y="99"/>
                  </a:cubicBezTo>
                  <a:cubicBezTo>
                    <a:pt x="27" y="98"/>
                    <a:pt x="27" y="97"/>
                    <a:pt x="26" y="9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9" name="Freeform 235">
              <a:extLst>
                <a:ext uri="{FF2B5EF4-FFF2-40B4-BE49-F238E27FC236}">
                  <a16:creationId xmlns:a16="http://schemas.microsoft.com/office/drawing/2014/main" id="{E5A487FE-97E7-4C40-B648-DF1A30C144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46" y="1486"/>
              <a:ext cx="1357" cy="65"/>
            </a:xfrm>
            <a:custGeom>
              <a:avLst/>
              <a:gdLst>
                <a:gd name="T0" fmla="*/ 8337 w 543"/>
                <a:gd name="T1" fmla="*/ 238 h 26"/>
                <a:gd name="T2" fmla="*/ 8319 w 543"/>
                <a:gd name="T3" fmla="*/ 408 h 26"/>
                <a:gd name="T4" fmla="*/ 8474 w 543"/>
                <a:gd name="T5" fmla="*/ 408 h 26"/>
                <a:gd name="T6" fmla="*/ 8337 w 543"/>
                <a:gd name="T7" fmla="*/ 238 h 26"/>
                <a:gd name="T8" fmla="*/ 592 w 543"/>
                <a:gd name="T9" fmla="*/ 0 h 26"/>
                <a:gd name="T10" fmla="*/ 405 w 543"/>
                <a:gd name="T11" fmla="*/ 95 h 26"/>
                <a:gd name="T12" fmla="*/ 42 w 543"/>
                <a:gd name="T13" fmla="*/ 313 h 26"/>
                <a:gd name="T14" fmla="*/ 0 w 543"/>
                <a:gd name="T15" fmla="*/ 408 h 26"/>
                <a:gd name="T16" fmla="*/ 637 w 543"/>
                <a:gd name="T17" fmla="*/ 408 h 26"/>
                <a:gd name="T18" fmla="*/ 592 w 543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3" h="26">
                  <a:moveTo>
                    <a:pt x="534" y="15"/>
                  </a:moveTo>
                  <a:cubicBezTo>
                    <a:pt x="533" y="19"/>
                    <a:pt x="532" y="23"/>
                    <a:pt x="533" y="26"/>
                  </a:cubicBezTo>
                  <a:cubicBezTo>
                    <a:pt x="543" y="26"/>
                    <a:pt x="543" y="26"/>
                    <a:pt x="543" y="26"/>
                  </a:cubicBezTo>
                  <a:cubicBezTo>
                    <a:pt x="542" y="22"/>
                    <a:pt x="539" y="19"/>
                    <a:pt x="534" y="15"/>
                  </a:cubicBezTo>
                  <a:moveTo>
                    <a:pt x="38" y="0"/>
                  </a:moveTo>
                  <a:cubicBezTo>
                    <a:pt x="34" y="2"/>
                    <a:pt x="30" y="4"/>
                    <a:pt x="26" y="6"/>
                  </a:cubicBezTo>
                  <a:cubicBezTo>
                    <a:pt x="16" y="10"/>
                    <a:pt x="7" y="15"/>
                    <a:pt x="3" y="20"/>
                  </a:cubicBezTo>
                  <a:cubicBezTo>
                    <a:pt x="1" y="22"/>
                    <a:pt x="0" y="24"/>
                    <a:pt x="0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2" y="17"/>
                    <a:pt x="41" y="8"/>
                    <a:pt x="38" y="0"/>
                  </a:cubicBezTo>
                </a:path>
              </a:pathLst>
            </a:custGeom>
            <a:solidFill>
              <a:srgbClr val="ECB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0" name="Freeform 236">
              <a:extLst>
                <a:ext uri="{FF2B5EF4-FFF2-40B4-BE49-F238E27FC236}">
                  <a16:creationId xmlns:a16="http://schemas.microsoft.com/office/drawing/2014/main" id="{80B47A94-DFC1-4342-91DF-BDF28F3252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1" y="1443"/>
              <a:ext cx="1240" cy="108"/>
            </a:xfrm>
            <a:custGeom>
              <a:avLst/>
              <a:gdLst>
                <a:gd name="T0" fmla="*/ 2563 w 496"/>
                <a:gd name="T1" fmla="*/ 651 h 43"/>
                <a:gd name="T2" fmla="*/ 1613 w 496"/>
                <a:gd name="T3" fmla="*/ 442 h 43"/>
                <a:gd name="T4" fmla="*/ 1425 w 496"/>
                <a:gd name="T5" fmla="*/ 409 h 43"/>
                <a:gd name="T6" fmla="*/ 2270 w 496"/>
                <a:gd name="T7" fmla="*/ 588 h 43"/>
                <a:gd name="T8" fmla="*/ 1688 w 496"/>
                <a:gd name="T9" fmla="*/ 284 h 43"/>
                <a:gd name="T10" fmla="*/ 1020 w 496"/>
                <a:gd name="T11" fmla="*/ 126 h 43"/>
                <a:gd name="T12" fmla="*/ 4833 w 496"/>
                <a:gd name="T13" fmla="*/ 126 h 43"/>
                <a:gd name="T14" fmla="*/ 5363 w 496"/>
                <a:gd name="T15" fmla="*/ 113 h 43"/>
                <a:gd name="T16" fmla="*/ 5363 w 496"/>
                <a:gd name="T17" fmla="*/ 208 h 43"/>
                <a:gd name="T18" fmla="*/ 5345 w 496"/>
                <a:gd name="T19" fmla="*/ 397 h 43"/>
                <a:gd name="T20" fmla="*/ 5970 w 496"/>
                <a:gd name="T21" fmla="*/ 681 h 43"/>
                <a:gd name="T22" fmla="*/ 5625 w 496"/>
                <a:gd name="T23" fmla="*/ 284 h 43"/>
                <a:gd name="T24" fmla="*/ 5800 w 496"/>
                <a:gd name="T25" fmla="*/ 176 h 43"/>
                <a:gd name="T26" fmla="*/ 6458 w 496"/>
                <a:gd name="T27" fmla="*/ 113 h 43"/>
                <a:gd name="T28" fmla="*/ 6095 w 496"/>
                <a:gd name="T29" fmla="*/ 239 h 43"/>
                <a:gd name="T30" fmla="*/ 6333 w 496"/>
                <a:gd name="T31" fmla="*/ 588 h 43"/>
                <a:gd name="T32" fmla="*/ 7488 w 496"/>
                <a:gd name="T33" fmla="*/ 651 h 43"/>
                <a:gd name="T34" fmla="*/ 7738 w 496"/>
                <a:gd name="T35" fmla="*/ 505 h 43"/>
                <a:gd name="T36" fmla="*/ 970 w 496"/>
                <a:gd name="T37" fmla="*/ 20 h 43"/>
                <a:gd name="T38" fmla="*/ 908 w 496"/>
                <a:gd name="T39" fmla="*/ 681 h 43"/>
                <a:gd name="T40" fmla="*/ 925 w 496"/>
                <a:gd name="T41" fmla="*/ 492 h 43"/>
                <a:gd name="T42" fmla="*/ 958 w 496"/>
                <a:gd name="T43" fmla="*/ 146 h 43"/>
                <a:gd name="T44" fmla="*/ 958 w 496"/>
                <a:gd name="T45" fmla="*/ 33 h 43"/>
                <a:gd name="T46" fmla="*/ 1708 w 496"/>
                <a:gd name="T47" fmla="*/ 63 h 43"/>
                <a:gd name="T48" fmla="*/ 1238 w 496"/>
                <a:gd name="T49" fmla="*/ 113 h 43"/>
                <a:gd name="T50" fmla="*/ 1520 w 496"/>
                <a:gd name="T51" fmla="*/ 239 h 43"/>
                <a:gd name="T52" fmla="*/ 1533 w 496"/>
                <a:gd name="T53" fmla="*/ 334 h 43"/>
                <a:gd name="T54" fmla="*/ 1595 w 496"/>
                <a:gd name="T55" fmla="*/ 176 h 43"/>
                <a:gd name="T56" fmla="*/ 1770 w 496"/>
                <a:gd name="T57" fmla="*/ 176 h 43"/>
                <a:gd name="T58" fmla="*/ 2033 w 496"/>
                <a:gd name="T59" fmla="*/ 63 h 43"/>
                <a:gd name="T60" fmla="*/ 2895 w 496"/>
                <a:gd name="T61" fmla="*/ 0 h 43"/>
                <a:gd name="T62" fmla="*/ 2550 w 496"/>
                <a:gd name="T63" fmla="*/ 113 h 43"/>
                <a:gd name="T64" fmla="*/ 1895 w 496"/>
                <a:gd name="T65" fmla="*/ 284 h 43"/>
                <a:gd name="T66" fmla="*/ 2425 w 496"/>
                <a:gd name="T67" fmla="*/ 630 h 43"/>
                <a:gd name="T68" fmla="*/ 2458 w 496"/>
                <a:gd name="T69" fmla="*/ 535 h 43"/>
                <a:gd name="T70" fmla="*/ 2658 w 496"/>
                <a:gd name="T71" fmla="*/ 460 h 43"/>
                <a:gd name="T72" fmla="*/ 2800 w 496"/>
                <a:gd name="T73" fmla="*/ 146 h 43"/>
                <a:gd name="T74" fmla="*/ 2770 w 496"/>
                <a:gd name="T75" fmla="*/ 50 h 43"/>
                <a:gd name="T76" fmla="*/ 2895 w 496"/>
                <a:gd name="T77" fmla="*/ 0 h 43"/>
                <a:gd name="T78" fmla="*/ 3375 w 496"/>
                <a:gd name="T79" fmla="*/ 113 h 43"/>
                <a:gd name="T80" fmla="*/ 3395 w 496"/>
                <a:gd name="T81" fmla="*/ 208 h 43"/>
                <a:gd name="T82" fmla="*/ 3375 w 496"/>
                <a:gd name="T83" fmla="*/ 397 h 43"/>
                <a:gd name="T84" fmla="*/ 3988 w 496"/>
                <a:gd name="T85" fmla="*/ 681 h 43"/>
                <a:gd name="T86" fmla="*/ 3645 w 496"/>
                <a:gd name="T87" fmla="*/ 284 h 43"/>
                <a:gd name="T88" fmla="*/ 4208 w 496"/>
                <a:gd name="T89" fmla="*/ 83 h 43"/>
                <a:gd name="T90" fmla="*/ 3958 w 496"/>
                <a:gd name="T91" fmla="*/ 63 h 43"/>
                <a:gd name="T92" fmla="*/ 4470 w 496"/>
                <a:gd name="T93" fmla="*/ 0 h 43"/>
                <a:gd name="T94" fmla="*/ 4458 w 496"/>
                <a:gd name="T95" fmla="*/ 126 h 43"/>
                <a:gd name="T96" fmla="*/ 4283 w 496"/>
                <a:gd name="T97" fmla="*/ 492 h 43"/>
                <a:gd name="T98" fmla="*/ 4313 w 496"/>
                <a:gd name="T99" fmla="*/ 681 h 43"/>
                <a:gd name="T100" fmla="*/ 4550 w 496"/>
                <a:gd name="T101" fmla="*/ 522 h 43"/>
                <a:gd name="T102" fmla="*/ 4783 w 496"/>
                <a:gd name="T103" fmla="*/ 158 h 43"/>
                <a:gd name="T104" fmla="*/ 4738 w 496"/>
                <a:gd name="T105" fmla="*/ 83 h 43"/>
                <a:gd name="T106" fmla="*/ 4750 w 496"/>
                <a:gd name="T107" fmla="*/ 33 h 43"/>
                <a:gd name="T108" fmla="*/ 4863 w 496"/>
                <a:gd name="T109" fmla="*/ 0 h 43"/>
                <a:gd name="T110" fmla="*/ 6095 w 496"/>
                <a:gd name="T111" fmla="*/ 95 h 43"/>
                <a:gd name="T112" fmla="*/ 5938 w 496"/>
                <a:gd name="T113" fmla="*/ 63 h 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96" h="43">
                  <a:moveTo>
                    <a:pt x="164" y="41"/>
                  </a:moveTo>
                  <a:cubicBezTo>
                    <a:pt x="164" y="41"/>
                    <a:pt x="164" y="42"/>
                    <a:pt x="164" y="43"/>
                  </a:cubicBezTo>
                  <a:cubicBezTo>
                    <a:pt x="166" y="43"/>
                    <a:pt x="166" y="43"/>
                    <a:pt x="166" y="43"/>
                  </a:cubicBezTo>
                  <a:cubicBezTo>
                    <a:pt x="166" y="42"/>
                    <a:pt x="165" y="42"/>
                    <a:pt x="164" y="41"/>
                  </a:cubicBezTo>
                  <a:cubicBezTo>
                    <a:pt x="164" y="41"/>
                    <a:pt x="164" y="41"/>
                    <a:pt x="164" y="41"/>
                  </a:cubicBezTo>
                  <a:moveTo>
                    <a:pt x="108" y="17"/>
                  </a:moveTo>
                  <a:cubicBezTo>
                    <a:pt x="107" y="19"/>
                    <a:pt x="107" y="21"/>
                    <a:pt x="107" y="23"/>
                  </a:cubicBezTo>
                  <a:cubicBezTo>
                    <a:pt x="106" y="24"/>
                    <a:pt x="105" y="26"/>
                    <a:pt x="103" y="28"/>
                  </a:cubicBezTo>
                  <a:cubicBezTo>
                    <a:pt x="102" y="28"/>
                    <a:pt x="100" y="29"/>
                    <a:pt x="99" y="29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29"/>
                    <a:pt x="98" y="29"/>
                    <a:pt x="97" y="29"/>
                  </a:cubicBezTo>
                  <a:cubicBezTo>
                    <a:pt x="94" y="29"/>
                    <a:pt x="92" y="27"/>
                    <a:pt x="91" y="26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132" y="43"/>
                    <a:pt x="132" y="43"/>
                    <a:pt x="132" y="43"/>
                  </a:cubicBezTo>
                  <a:cubicBezTo>
                    <a:pt x="145" y="37"/>
                    <a:pt x="145" y="37"/>
                    <a:pt x="145" y="37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2" y="23"/>
                    <a:pt x="111" y="22"/>
                    <a:pt x="110" y="21"/>
                  </a:cubicBezTo>
                  <a:cubicBezTo>
                    <a:pt x="109" y="21"/>
                    <a:pt x="109" y="20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moveTo>
                    <a:pt x="65" y="8"/>
                  </a:moveTo>
                  <a:cubicBezTo>
                    <a:pt x="65" y="8"/>
                    <a:pt x="65" y="8"/>
                    <a:pt x="65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8"/>
                    <a:pt x="65" y="8"/>
                    <a:pt x="65" y="8"/>
                  </a:cubicBezTo>
                  <a:moveTo>
                    <a:pt x="309" y="8"/>
                  </a:moveTo>
                  <a:cubicBezTo>
                    <a:pt x="309" y="8"/>
                    <a:pt x="309" y="8"/>
                    <a:pt x="309" y="8"/>
                  </a:cubicBezTo>
                  <a:cubicBezTo>
                    <a:pt x="309" y="8"/>
                    <a:pt x="309" y="8"/>
                    <a:pt x="309" y="8"/>
                  </a:cubicBezTo>
                  <a:cubicBezTo>
                    <a:pt x="309" y="8"/>
                    <a:pt x="309" y="8"/>
                    <a:pt x="309" y="8"/>
                  </a:cubicBezTo>
                  <a:moveTo>
                    <a:pt x="344" y="7"/>
                  </a:moveTo>
                  <a:cubicBezTo>
                    <a:pt x="344" y="7"/>
                    <a:pt x="343" y="7"/>
                    <a:pt x="343" y="7"/>
                  </a:cubicBezTo>
                  <a:cubicBezTo>
                    <a:pt x="338" y="7"/>
                    <a:pt x="332" y="7"/>
                    <a:pt x="327" y="7"/>
                  </a:cubicBezTo>
                  <a:cubicBezTo>
                    <a:pt x="326" y="7"/>
                    <a:pt x="326" y="7"/>
                    <a:pt x="325" y="7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4" y="13"/>
                    <a:pt x="345" y="14"/>
                    <a:pt x="346" y="15"/>
                  </a:cubicBezTo>
                  <a:cubicBezTo>
                    <a:pt x="347" y="16"/>
                    <a:pt x="348" y="17"/>
                    <a:pt x="348" y="19"/>
                  </a:cubicBezTo>
                  <a:cubicBezTo>
                    <a:pt x="348" y="21"/>
                    <a:pt x="347" y="22"/>
                    <a:pt x="346" y="23"/>
                  </a:cubicBezTo>
                  <a:cubicBezTo>
                    <a:pt x="345" y="24"/>
                    <a:pt x="343" y="25"/>
                    <a:pt x="342" y="25"/>
                  </a:cubicBezTo>
                  <a:cubicBezTo>
                    <a:pt x="342" y="25"/>
                    <a:pt x="342" y="25"/>
                    <a:pt x="342" y="25"/>
                  </a:cubicBezTo>
                  <a:cubicBezTo>
                    <a:pt x="300" y="37"/>
                    <a:pt x="300" y="37"/>
                    <a:pt x="300" y="37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82" y="43"/>
                    <a:pt x="382" y="43"/>
                    <a:pt x="382" y="43"/>
                  </a:cubicBezTo>
                  <a:cubicBezTo>
                    <a:pt x="395" y="37"/>
                    <a:pt x="395" y="37"/>
                    <a:pt x="395" y="37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4" y="24"/>
                    <a:pt x="363" y="24"/>
                    <a:pt x="362" y="23"/>
                  </a:cubicBezTo>
                  <a:cubicBezTo>
                    <a:pt x="361" y="22"/>
                    <a:pt x="360" y="20"/>
                    <a:pt x="360" y="18"/>
                  </a:cubicBezTo>
                  <a:cubicBezTo>
                    <a:pt x="360" y="17"/>
                    <a:pt x="360" y="15"/>
                    <a:pt x="361" y="15"/>
                  </a:cubicBezTo>
                  <a:cubicBezTo>
                    <a:pt x="362" y="14"/>
                    <a:pt x="363" y="13"/>
                    <a:pt x="364" y="13"/>
                  </a:cubicBezTo>
                  <a:cubicBezTo>
                    <a:pt x="365" y="13"/>
                    <a:pt x="365" y="13"/>
                    <a:pt x="365" y="13"/>
                  </a:cubicBezTo>
                  <a:cubicBezTo>
                    <a:pt x="371" y="11"/>
                    <a:pt x="371" y="11"/>
                    <a:pt x="371" y="11"/>
                  </a:cubicBezTo>
                  <a:cubicBezTo>
                    <a:pt x="362" y="10"/>
                    <a:pt x="353" y="8"/>
                    <a:pt x="344" y="7"/>
                  </a:cubicBezTo>
                  <a:moveTo>
                    <a:pt x="414" y="3"/>
                  </a:moveTo>
                  <a:cubicBezTo>
                    <a:pt x="414" y="3"/>
                    <a:pt x="414" y="4"/>
                    <a:pt x="414" y="4"/>
                  </a:cubicBezTo>
                  <a:cubicBezTo>
                    <a:pt x="414" y="5"/>
                    <a:pt x="414" y="6"/>
                    <a:pt x="413" y="7"/>
                  </a:cubicBezTo>
                  <a:cubicBezTo>
                    <a:pt x="413" y="8"/>
                    <a:pt x="412" y="8"/>
                    <a:pt x="412" y="8"/>
                  </a:cubicBezTo>
                  <a:cubicBezTo>
                    <a:pt x="411" y="9"/>
                    <a:pt x="411" y="9"/>
                    <a:pt x="410" y="9"/>
                  </a:cubicBezTo>
                  <a:cubicBezTo>
                    <a:pt x="451" y="17"/>
                    <a:pt x="475" y="28"/>
                    <a:pt x="486" y="39"/>
                  </a:cubicBezTo>
                  <a:cubicBezTo>
                    <a:pt x="465" y="32"/>
                    <a:pt x="430" y="22"/>
                    <a:pt x="390" y="15"/>
                  </a:cubicBezTo>
                  <a:cubicBezTo>
                    <a:pt x="372" y="19"/>
                    <a:pt x="372" y="19"/>
                    <a:pt x="372" y="19"/>
                  </a:cubicBezTo>
                  <a:cubicBezTo>
                    <a:pt x="400" y="31"/>
                    <a:pt x="400" y="31"/>
                    <a:pt x="400" y="31"/>
                  </a:cubicBezTo>
                  <a:cubicBezTo>
                    <a:pt x="401" y="32"/>
                    <a:pt x="403" y="32"/>
                    <a:pt x="403" y="33"/>
                  </a:cubicBezTo>
                  <a:cubicBezTo>
                    <a:pt x="404" y="34"/>
                    <a:pt x="405" y="36"/>
                    <a:pt x="405" y="37"/>
                  </a:cubicBezTo>
                  <a:cubicBezTo>
                    <a:pt x="405" y="39"/>
                    <a:pt x="404" y="40"/>
                    <a:pt x="404" y="41"/>
                  </a:cubicBezTo>
                  <a:cubicBezTo>
                    <a:pt x="403" y="42"/>
                    <a:pt x="403" y="42"/>
                    <a:pt x="402" y="43"/>
                  </a:cubicBezTo>
                  <a:cubicBezTo>
                    <a:pt x="476" y="43"/>
                    <a:pt x="476" y="43"/>
                    <a:pt x="476" y="43"/>
                  </a:cubicBezTo>
                  <a:cubicBezTo>
                    <a:pt x="476" y="42"/>
                    <a:pt x="478" y="41"/>
                    <a:pt x="479" y="41"/>
                  </a:cubicBezTo>
                  <a:cubicBezTo>
                    <a:pt x="481" y="41"/>
                    <a:pt x="482" y="42"/>
                    <a:pt x="482" y="43"/>
                  </a:cubicBezTo>
                  <a:cubicBezTo>
                    <a:pt x="495" y="43"/>
                    <a:pt x="495" y="43"/>
                    <a:pt x="495" y="43"/>
                  </a:cubicBezTo>
                  <a:cubicBezTo>
                    <a:pt x="494" y="40"/>
                    <a:pt x="495" y="36"/>
                    <a:pt x="496" y="32"/>
                  </a:cubicBezTo>
                  <a:cubicBezTo>
                    <a:pt x="496" y="32"/>
                    <a:pt x="495" y="32"/>
                    <a:pt x="495" y="32"/>
                  </a:cubicBezTo>
                  <a:cubicBezTo>
                    <a:pt x="489" y="28"/>
                    <a:pt x="481" y="24"/>
                    <a:pt x="473" y="20"/>
                  </a:cubicBezTo>
                  <a:cubicBezTo>
                    <a:pt x="455" y="13"/>
                    <a:pt x="433" y="7"/>
                    <a:pt x="416" y="3"/>
                  </a:cubicBezTo>
                  <a:cubicBezTo>
                    <a:pt x="416" y="3"/>
                    <a:pt x="415" y="3"/>
                    <a:pt x="414" y="3"/>
                  </a:cubicBezTo>
                  <a:moveTo>
                    <a:pt x="62" y="1"/>
                  </a:moveTo>
                  <a:cubicBezTo>
                    <a:pt x="55" y="2"/>
                    <a:pt x="47" y="4"/>
                    <a:pt x="38" y="6"/>
                  </a:cubicBezTo>
                  <a:cubicBezTo>
                    <a:pt x="26" y="9"/>
                    <a:pt x="13" y="13"/>
                    <a:pt x="0" y="17"/>
                  </a:cubicBezTo>
                  <a:cubicBezTo>
                    <a:pt x="3" y="25"/>
                    <a:pt x="4" y="34"/>
                    <a:pt x="3" y="43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7" y="42"/>
                    <a:pt x="56" y="42"/>
                    <a:pt x="56" y="41"/>
                  </a:cubicBezTo>
                  <a:cubicBezTo>
                    <a:pt x="55" y="40"/>
                    <a:pt x="54" y="39"/>
                    <a:pt x="54" y="37"/>
                  </a:cubicBezTo>
                  <a:cubicBezTo>
                    <a:pt x="54" y="36"/>
                    <a:pt x="55" y="34"/>
                    <a:pt x="56" y="33"/>
                  </a:cubicBezTo>
                  <a:cubicBezTo>
                    <a:pt x="57" y="32"/>
                    <a:pt x="58" y="31"/>
                    <a:pt x="59" y="31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9"/>
                    <a:pt x="61" y="9"/>
                    <a:pt x="61" y="9"/>
                  </a:cubicBezTo>
                  <a:cubicBezTo>
                    <a:pt x="60" y="8"/>
                    <a:pt x="60" y="8"/>
                    <a:pt x="60" y="7"/>
                  </a:cubicBezTo>
                  <a:cubicBezTo>
                    <a:pt x="59" y="7"/>
                    <a:pt x="59" y="6"/>
                    <a:pt x="59" y="5"/>
                  </a:cubicBezTo>
                  <a:cubicBezTo>
                    <a:pt x="59" y="4"/>
                    <a:pt x="59" y="4"/>
                    <a:pt x="60" y="3"/>
                  </a:cubicBezTo>
                  <a:cubicBezTo>
                    <a:pt x="60" y="3"/>
                    <a:pt x="60" y="2"/>
                    <a:pt x="61" y="2"/>
                  </a:cubicBezTo>
                  <a:cubicBezTo>
                    <a:pt x="61" y="2"/>
                    <a:pt x="61" y="1"/>
                    <a:pt x="62" y="1"/>
                  </a:cubicBezTo>
                  <a:moveTo>
                    <a:pt x="125" y="0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2"/>
                    <a:pt x="111" y="4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5" y="4"/>
                    <a:pt x="100" y="4"/>
                    <a:pt x="95" y="5"/>
                  </a:cubicBezTo>
                  <a:cubicBezTo>
                    <a:pt x="89" y="5"/>
                    <a:pt x="83" y="6"/>
                    <a:pt x="79" y="7"/>
                  </a:cubicBezTo>
                  <a:cubicBezTo>
                    <a:pt x="79" y="7"/>
                    <a:pt x="78" y="7"/>
                    <a:pt x="78" y="7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5" y="13"/>
                    <a:pt x="96" y="14"/>
                    <a:pt x="97" y="15"/>
                  </a:cubicBezTo>
                  <a:cubicBezTo>
                    <a:pt x="98" y="16"/>
                    <a:pt x="99" y="17"/>
                    <a:pt x="99" y="19"/>
                  </a:cubicBezTo>
                  <a:cubicBezTo>
                    <a:pt x="99" y="20"/>
                    <a:pt x="98" y="20"/>
                    <a:pt x="98" y="21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9" y="20"/>
                    <a:pt x="100" y="18"/>
                    <a:pt x="100" y="16"/>
                  </a:cubicBezTo>
                  <a:cubicBezTo>
                    <a:pt x="100" y="14"/>
                    <a:pt x="101" y="12"/>
                    <a:pt x="102" y="11"/>
                  </a:cubicBezTo>
                  <a:cubicBezTo>
                    <a:pt x="104" y="10"/>
                    <a:pt x="106" y="9"/>
                    <a:pt x="107" y="9"/>
                  </a:cubicBezTo>
                  <a:cubicBezTo>
                    <a:pt x="107" y="9"/>
                    <a:pt x="107" y="9"/>
                    <a:pt x="107" y="9"/>
                  </a:cubicBezTo>
                  <a:cubicBezTo>
                    <a:pt x="109" y="9"/>
                    <a:pt x="111" y="10"/>
                    <a:pt x="113" y="11"/>
                  </a:cubicBezTo>
                  <a:cubicBezTo>
                    <a:pt x="113" y="11"/>
                    <a:pt x="113" y="11"/>
                    <a:pt x="113" y="11"/>
                  </a:cubicBezTo>
                  <a:cubicBezTo>
                    <a:pt x="113" y="11"/>
                    <a:pt x="113" y="11"/>
                    <a:pt x="113" y="11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0" y="5"/>
                    <a:pt x="137" y="4"/>
                    <a:pt x="134" y="4"/>
                  </a:cubicBezTo>
                  <a:cubicBezTo>
                    <a:pt x="132" y="4"/>
                    <a:pt x="131" y="4"/>
                    <a:pt x="130" y="4"/>
                  </a:cubicBezTo>
                  <a:cubicBezTo>
                    <a:pt x="130" y="4"/>
                    <a:pt x="129" y="4"/>
                    <a:pt x="129" y="4"/>
                  </a:cubicBezTo>
                  <a:cubicBezTo>
                    <a:pt x="127" y="4"/>
                    <a:pt x="126" y="2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moveTo>
                    <a:pt x="185" y="0"/>
                  </a:moveTo>
                  <a:cubicBezTo>
                    <a:pt x="162" y="0"/>
                    <a:pt x="162" y="0"/>
                    <a:pt x="162" y="0"/>
                  </a:cubicBezTo>
                  <a:cubicBezTo>
                    <a:pt x="162" y="0"/>
                    <a:pt x="163" y="0"/>
                    <a:pt x="163" y="1"/>
                  </a:cubicBezTo>
                  <a:cubicBezTo>
                    <a:pt x="164" y="1"/>
                    <a:pt x="164" y="3"/>
                    <a:pt x="164" y="4"/>
                  </a:cubicBezTo>
                  <a:cubicBezTo>
                    <a:pt x="164" y="5"/>
                    <a:pt x="164" y="6"/>
                    <a:pt x="163" y="7"/>
                  </a:cubicBezTo>
                  <a:cubicBezTo>
                    <a:pt x="163" y="8"/>
                    <a:pt x="162" y="8"/>
                    <a:pt x="162" y="8"/>
                  </a:cubicBezTo>
                  <a:cubicBezTo>
                    <a:pt x="161" y="9"/>
                    <a:pt x="160" y="9"/>
                    <a:pt x="160" y="10"/>
                  </a:cubicBezTo>
                  <a:cubicBezTo>
                    <a:pt x="159" y="10"/>
                    <a:pt x="159" y="10"/>
                    <a:pt x="159" y="10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50" y="31"/>
                    <a:pt x="150" y="31"/>
                    <a:pt x="150" y="31"/>
                  </a:cubicBezTo>
                  <a:cubicBezTo>
                    <a:pt x="151" y="32"/>
                    <a:pt x="153" y="32"/>
                    <a:pt x="153" y="33"/>
                  </a:cubicBezTo>
                  <a:cubicBezTo>
                    <a:pt x="154" y="34"/>
                    <a:pt x="155" y="36"/>
                    <a:pt x="155" y="37"/>
                  </a:cubicBezTo>
                  <a:cubicBezTo>
                    <a:pt x="155" y="38"/>
                    <a:pt x="155" y="39"/>
                    <a:pt x="155" y="40"/>
                  </a:cubicBezTo>
                  <a:cubicBezTo>
                    <a:pt x="155" y="40"/>
                    <a:pt x="155" y="40"/>
                    <a:pt x="155" y="40"/>
                  </a:cubicBezTo>
                  <a:cubicBezTo>
                    <a:pt x="155" y="40"/>
                    <a:pt x="155" y="41"/>
                    <a:pt x="156" y="41"/>
                  </a:cubicBezTo>
                  <a:cubicBezTo>
                    <a:pt x="156" y="40"/>
                    <a:pt x="156" y="40"/>
                    <a:pt x="156" y="40"/>
                  </a:cubicBezTo>
                  <a:cubicBezTo>
                    <a:pt x="156" y="39"/>
                    <a:pt x="157" y="36"/>
                    <a:pt x="157" y="34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7" y="32"/>
                    <a:pt x="158" y="30"/>
                    <a:pt x="160" y="29"/>
                  </a:cubicBezTo>
                  <a:cubicBezTo>
                    <a:pt x="161" y="27"/>
                    <a:pt x="163" y="27"/>
                    <a:pt x="164" y="27"/>
                  </a:cubicBezTo>
                  <a:cubicBezTo>
                    <a:pt x="166" y="27"/>
                    <a:pt x="168" y="28"/>
                    <a:pt x="170" y="29"/>
                  </a:cubicBezTo>
                  <a:cubicBezTo>
                    <a:pt x="170" y="29"/>
                    <a:pt x="171" y="29"/>
                    <a:pt x="171" y="30"/>
                  </a:cubicBezTo>
                  <a:cubicBezTo>
                    <a:pt x="208" y="19"/>
                    <a:pt x="208" y="19"/>
                    <a:pt x="208" y="19"/>
                  </a:cubicBezTo>
                  <a:cubicBezTo>
                    <a:pt x="180" y="10"/>
                    <a:pt x="180" y="10"/>
                    <a:pt x="180" y="10"/>
                  </a:cubicBezTo>
                  <a:cubicBezTo>
                    <a:pt x="179" y="9"/>
                    <a:pt x="179" y="9"/>
                    <a:pt x="179" y="9"/>
                  </a:cubicBezTo>
                  <a:cubicBezTo>
                    <a:pt x="179" y="9"/>
                    <a:pt x="179" y="9"/>
                    <a:pt x="178" y="9"/>
                  </a:cubicBezTo>
                  <a:cubicBezTo>
                    <a:pt x="178" y="8"/>
                    <a:pt x="177" y="8"/>
                    <a:pt x="177" y="7"/>
                  </a:cubicBezTo>
                  <a:cubicBezTo>
                    <a:pt x="177" y="7"/>
                    <a:pt x="176" y="6"/>
                    <a:pt x="176" y="5"/>
                  </a:cubicBezTo>
                  <a:cubicBezTo>
                    <a:pt x="176" y="4"/>
                    <a:pt x="177" y="4"/>
                    <a:pt x="177" y="3"/>
                  </a:cubicBezTo>
                  <a:cubicBezTo>
                    <a:pt x="177" y="3"/>
                    <a:pt x="178" y="2"/>
                    <a:pt x="178" y="2"/>
                  </a:cubicBezTo>
                  <a:cubicBezTo>
                    <a:pt x="179" y="1"/>
                    <a:pt x="179" y="1"/>
                    <a:pt x="179" y="1"/>
                  </a:cubicBezTo>
                  <a:cubicBezTo>
                    <a:pt x="180" y="1"/>
                    <a:pt x="181" y="1"/>
                    <a:pt x="182" y="0"/>
                  </a:cubicBezTo>
                  <a:cubicBezTo>
                    <a:pt x="183" y="0"/>
                    <a:pt x="184" y="0"/>
                    <a:pt x="185" y="0"/>
                  </a:cubicBezTo>
                  <a:moveTo>
                    <a:pt x="249" y="0"/>
                  </a:moveTo>
                  <a:cubicBezTo>
                    <a:pt x="218" y="0"/>
                    <a:pt x="218" y="0"/>
                    <a:pt x="218" y="0"/>
                  </a:cubicBezTo>
                  <a:cubicBezTo>
                    <a:pt x="220" y="1"/>
                    <a:pt x="220" y="2"/>
                    <a:pt x="220" y="3"/>
                  </a:cubicBezTo>
                  <a:cubicBezTo>
                    <a:pt x="220" y="6"/>
                    <a:pt x="218" y="7"/>
                    <a:pt x="216" y="7"/>
                  </a:cubicBezTo>
                  <a:cubicBezTo>
                    <a:pt x="211" y="7"/>
                    <a:pt x="206" y="7"/>
                    <a:pt x="200" y="7"/>
                  </a:cubicBezTo>
                  <a:cubicBezTo>
                    <a:pt x="200" y="7"/>
                    <a:pt x="199" y="7"/>
                    <a:pt x="199" y="7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9" y="14"/>
                    <a:pt x="220" y="15"/>
                  </a:cubicBezTo>
                  <a:cubicBezTo>
                    <a:pt x="221" y="16"/>
                    <a:pt x="221" y="17"/>
                    <a:pt x="221" y="19"/>
                  </a:cubicBezTo>
                  <a:cubicBezTo>
                    <a:pt x="221" y="21"/>
                    <a:pt x="220" y="22"/>
                    <a:pt x="219" y="23"/>
                  </a:cubicBezTo>
                  <a:cubicBezTo>
                    <a:pt x="218" y="24"/>
                    <a:pt x="217" y="25"/>
                    <a:pt x="216" y="25"/>
                  </a:cubicBezTo>
                  <a:cubicBezTo>
                    <a:pt x="216" y="25"/>
                    <a:pt x="216" y="25"/>
                    <a:pt x="216" y="25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68" y="37"/>
                    <a:pt x="268" y="37"/>
                    <a:pt x="268" y="37"/>
                  </a:cubicBezTo>
                  <a:cubicBezTo>
                    <a:pt x="239" y="25"/>
                    <a:pt x="239" y="25"/>
                    <a:pt x="239" y="25"/>
                  </a:cubicBezTo>
                  <a:cubicBezTo>
                    <a:pt x="237" y="24"/>
                    <a:pt x="236" y="24"/>
                    <a:pt x="235" y="23"/>
                  </a:cubicBezTo>
                  <a:cubicBezTo>
                    <a:pt x="234" y="22"/>
                    <a:pt x="233" y="20"/>
                    <a:pt x="233" y="18"/>
                  </a:cubicBezTo>
                  <a:cubicBezTo>
                    <a:pt x="233" y="17"/>
                    <a:pt x="234" y="15"/>
                    <a:pt x="235" y="15"/>
                  </a:cubicBezTo>
                  <a:cubicBezTo>
                    <a:pt x="236" y="14"/>
                    <a:pt x="237" y="13"/>
                    <a:pt x="238" y="13"/>
                  </a:cubicBezTo>
                  <a:cubicBezTo>
                    <a:pt x="238" y="13"/>
                    <a:pt x="238" y="13"/>
                    <a:pt x="238" y="13"/>
                  </a:cubicBezTo>
                  <a:cubicBezTo>
                    <a:pt x="269" y="5"/>
                    <a:pt x="269" y="5"/>
                    <a:pt x="269" y="5"/>
                  </a:cubicBezTo>
                  <a:cubicBezTo>
                    <a:pt x="265" y="5"/>
                    <a:pt x="261" y="4"/>
                    <a:pt x="258" y="4"/>
                  </a:cubicBezTo>
                  <a:cubicBezTo>
                    <a:pt x="256" y="4"/>
                    <a:pt x="254" y="4"/>
                    <a:pt x="254" y="4"/>
                  </a:cubicBezTo>
                  <a:cubicBezTo>
                    <a:pt x="253" y="4"/>
                    <a:pt x="253" y="4"/>
                    <a:pt x="253" y="4"/>
                  </a:cubicBezTo>
                  <a:cubicBezTo>
                    <a:pt x="253" y="4"/>
                    <a:pt x="253" y="4"/>
                    <a:pt x="253" y="4"/>
                  </a:cubicBezTo>
                  <a:cubicBezTo>
                    <a:pt x="251" y="4"/>
                    <a:pt x="249" y="2"/>
                    <a:pt x="249" y="0"/>
                  </a:cubicBezTo>
                  <a:cubicBezTo>
                    <a:pt x="249" y="0"/>
                    <a:pt x="249" y="0"/>
                    <a:pt x="249" y="0"/>
                  </a:cubicBezTo>
                  <a:moveTo>
                    <a:pt x="311" y="0"/>
                  </a:moveTo>
                  <a:cubicBezTo>
                    <a:pt x="286" y="0"/>
                    <a:pt x="286" y="0"/>
                    <a:pt x="286" y="0"/>
                  </a:cubicBezTo>
                  <a:cubicBezTo>
                    <a:pt x="286" y="0"/>
                    <a:pt x="286" y="0"/>
                    <a:pt x="287" y="1"/>
                  </a:cubicBezTo>
                  <a:cubicBezTo>
                    <a:pt x="287" y="1"/>
                    <a:pt x="288" y="3"/>
                    <a:pt x="288" y="4"/>
                  </a:cubicBezTo>
                  <a:cubicBezTo>
                    <a:pt x="288" y="5"/>
                    <a:pt x="287" y="6"/>
                    <a:pt x="287" y="7"/>
                  </a:cubicBezTo>
                  <a:cubicBezTo>
                    <a:pt x="286" y="8"/>
                    <a:pt x="286" y="8"/>
                    <a:pt x="285" y="8"/>
                  </a:cubicBezTo>
                  <a:cubicBezTo>
                    <a:pt x="285" y="9"/>
                    <a:pt x="284" y="9"/>
                    <a:pt x="283" y="10"/>
                  </a:cubicBezTo>
                  <a:cubicBezTo>
                    <a:pt x="282" y="10"/>
                    <a:pt x="282" y="10"/>
                    <a:pt x="282" y="10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74" y="31"/>
                    <a:pt x="274" y="31"/>
                    <a:pt x="274" y="31"/>
                  </a:cubicBezTo>
                  <a:cubicBezTo>
                    <a:pt x="275" y="32"/>
                    <a:pt x="276" y="32"/>
                    <a:pt x="277" y="33"/>
                  </a:cubicBezTo>
                  <a:cubicBezTo>
                    <a:pt x="278" y="34"/>
                    <a:pt x="279" y="36"/>
                    <a:pt x="279" y="37"/>
                  </a:cubicBezTo>
                  <a:cubicBezTo>
                    <a:pt x="279" y="39"/>
                    <a:pt x="278" y="40"/>
                    <a:pt x="277" y="41"/>
                  </a:cubicBezTo>
                  <a:cubicBezTo>
                    <a:pt x="277" y="42"/>
                    <a:pt x="276" y="42"/>
                    <a:pt x="276" y="43"/>
                  </a:cubicBezTo>
                  <a:cubicBezTo>
                    <a:pt x="293" y="43"/>
                    <a:pt x="293" y="43"/>
                    <a:pt x="293" y="43"/>
                  </a:cubicBezTo>
                  <a:cubicBezTo>
                    <a:pt x="292" y="42"/>
                    <a:pt x="291" y="42"/>
                    <a:pt x="291" y="41"/>
                  </a:cubicBezTo>
                  <a:cubicBezTo>
                    <a:pt x="290" y="40"/>
                    <a:pt x="289" y="39"/>
                    <a:pt x="289" y="37"/>
                  </a:cubicBezTo>
                  <a:cubicBezTo>
                    <a:pt x="289" y="36"/>
                    <a:pt x="290" y="34"/>
                    <a:pt x="291" y="33"/>
                  </a:cubicBezTo>
                  <a:cubicBezTo>
                    <a:pt x="292" y="32"/>
                    <a:pt x="293" y="31"/>
                    <a:pt x="295" y="31"/>
                  </a:cubicBezTo>
                  <a:cubicBezTo>
                    <a:pt x="295" y="31"/>
                    <a:pt x="295" y="31"/>
                    <a:pt x="295" y="31"/>
                  </a:cubicBezTo>
                  <a:cubicBezTo>
                    <a:pt x="335" y="19"/>
                    <a:pt x="335" y="19"/>
                    <a:pt x="335" y="19"/>
                  </a:cubicBezTo>
                  <a:cubicBezTo>
                    <a:pt x="306" y="10"/>
                    <a:pt x="306" y="10"/>
                    <a:pt x="306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04" y="8"/>
                    <a:pt x="304" y="8"/>
                    <a:pt x="303" y="7"/>
                  </a:cubicBezTo>
                  <a:cubicBezTo>
                    <a:pt x="303" y="7"/>
                    <a:pt x="303" y="6"/>
                    <a:pt x="303" y="5"/>
                  </a:cubicBezTo>
                  <a:cubicBezTo>
                    <a:pt x="303" y="4"/>
                    <a:pt x="303" y="4"/>
                    <a:pt x="303" y="3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0" y="3"/>
                    <a:pt x="296" y="3"/>
                    <a:pt x="292" y="3"/>
                  </a:cubicBezTo>
                  <a:cubicBezTo>
                    <a:pt x="296" y="2"/>
                    <a:pt x="300" y="2"/>
                    <a:pt x="304" y="2"/>
                  </a:cubicBezTo>
                  <a:cubicBezTo>
                    <a:pt x="304" y="2"/>
                    <a:pt x="304" y="2"/>
                    <a:pt x="304" y="2"/>
                  </a:cubicBezTo>
                  <a:cubicBezTo>
                    <a:pt x="305" y="1"/>
                    <a:pt x="305" y="1"/>
                    <a:pt x="306" y="1"/>
                  </a:cubicBezTo>
                  <a:cubicBezTo>
                    <a:pt x="307" y="1"/>
                    <a:pt x="307" y="1"/>
                    <a:pt x="308" y="0"/>
                  </a:cubicBezTo>
                  <a:cubicBezTo>
                    <a:pt x="309" y="0"/>
                    <a:pt x="310" y="0"/>
                    <a:pt x="311" y="0"/>
                  </a:cubicBezTo>
                  <a:moveTo>
                    <a:pt x="375" y="0"/>
                  </a:moveTo>
                  <a:cubicBezTo>
                    <a:pt x="345" y="0"/>
                    <a:pt x="345" y="0"/>
                    <a:pt x="345" y="0"/>
                  </a:cubicBezTo>
                  <a:cubicBezTo>
                    <a:pt x="346" y="1"/>
                    <a:pt x="346" y="2"/>
                    <a:pt x="347" y="3"/>
                  </a:cubicBezTo>
                  <a:cubicBezTo>
                    <a:pt x="362" y="4"/>
                    <a:pt x="377" y="5"/>
                    <a:pt x="390" y="6"/>
                  </a:cubicBezTo>
                  <a:cubicBezTo>
                    <a:pt x="395" y="5"/>
                    <a:pt x="395" y="5"/>
                    <a:pt x="395" y="5"/>
                  </a:cubicBezTo>
                  <a:cubicBezTo>
                    <a:pt x="391" y="5"/>
                    <a:pt x="387" y="4"/>
                    <a:pt x="384" y="4"/>
                  </a:cubicBezTo>
                  <a:cubicBezTo>
                    <a:pt x="382" y="4"/>
                    <a:pt x="380" y="4"/>
                    <a:pt x="380" y="4"/>
                  </a:cubicBezTo>
                  <a:cubicBezTo>
                    <a:pt x="380" y="4"/>
                    <a:pt x="380" y="4"/>
                    <a:pt x="380" y="4"/>
                  </a:cubicBezTo>
                  <a:cubicBezTo>
                    <a:pt x="380" y="4"/>
                    <a:pt x="379" y="4"/>
                    <a:pt x="379" y="4"/>
                  </a:cubicBezTo>
                  <a:cubicBezTo>
                    <a:pt x="377" y="4"/>
                    <a:pt x="376" y="2"/>
                    <a:pt x="375" y="0"/>
                  </a:cubicBezTo>
                  <a:cubicBezTo>
                    <a:pt x="375" y="0"/>
                    <a:pt x="375" y="0"/>
                    <a:pt x="375" y="0"/>
                  </a:cubicBezTo>
                </a:path>
              </a:pathLst>
            </a:custGeom>
            <a:solidFill>
              <a:srgbClr val="E9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1" name="Freeform 237">
              <a:extLst>
                <a:ext uri="{FF2B5EF4-FFF2-40B4-BE49-F238E27FC236}">
                  <a16:creationId xmlns:a16="http://schemas.microsoft.com/office/drawing/2014/main" id="{DAF9B61C-EE75-47F2-9C60-8C6E8FA86B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6" y="1443"/>
              <a:ext cx="147" cy="108"/>
            </a:xfrm>
            <a:custGeom>
              <a:avLst/>
              <a:gdLst>
                <a:gd name="T0" fmla="*/ 105 w 59"/>
                <a:gd name="T1" fmla="*/ 600 h 43"/>
                <a:gd name="T2" fmla="*/ 105 w 59"/>
                <a:gd name="T3" fmla="*/ 600 h 43"/>
                <a:gd name="T4" fmla="*/ 167 w 59"/>
                <a:gd name="T5" fmla="*/ 126 h 43"/>
                <a:gd name="T6" fmla="*/ 167 w 59"/>
                <a:gd name="T7" fmla="*/ 126 h 43"/>
                <a:gd name="T8" fmla="*/ 167 w 59"/>
                <a:gd name="T9" fmla="*/ 126 h 43"/>
                <a:gd name="T10" fmla="*/ 167 w 59"/>
                <a:gd name="T11" fmla="*/ 126 h 43"/>
                <a:gd name="T12" fmla="*/ 167 w 59"/>
                <a:gd name="T13" fmla="*/ 126 h 43"/>
                <a:gd name="T14" fmla="*/ 167 w 59"/>
                <a:gd name="T15" fmla="*/ 126 h 43"/>
                <a:gd name="T16" fmla="*/ 167 w 59"/>
                <a:gd name="T17" fmla="*/ 126 h 43"/>
                <a:gd name="T18" fmla="*/ 167 w 59"/>
                <a:gd name="T19" fmla="*/ 126 h 43"/>
                <a:gd name="T20" fmla="*/ 167 w 59"/>
                <a:gd name="T21" fmla="*/ 113 h 43"/>
                <a:gd name="T22" fmla="*/ 167 w 59"/>
                <a:gd name="T23" fmla="*/ 113 h 43"/>
                <a:gd name="T24" fmla="*/ 154 w 59"/>
                <a:gd name="T25" fmla="*/ 95 h 43"/>
                <a:gd name="T26" fmla="*/ 154 w 59"/>
                <a:gd name="T27" fmla="*/ 95 h 43"/>
                <a:gd name="T28" fmla="*/ 311 w 59"/>
                <a:gd name="T29" fmla="*/ 0 h 43"/>
                <a:gd name="T30" fmla="*/ 125 w 59"/>
                <a:gd name="T31" fmla="*/ 20 h 43"/>
                <a:gd name="T32" fmla="*/ 105 w 59"/>
                <a:gd name="T33" fmla="*/ 33 h 43"/>
                <a:gd name="T34" fmla="*/ 92 w 59"/>
                <a:gd name="T35" fmla="*/ 50 h 43"/>
                <a:gd name="T36" fmla="*/ 75 w 59"/>
                <a:gd name="T37" fmla="*/ 83 h 43"/>
                <a:gd name="T38" fmla="*/ 92 w 59"/>
                <a:gd name="T39" fmla="*/ 113 h 43"/>
                <a:gd name="T40" fmla="*/ 105 w 59"/>
                <a:gd name="T41" fmla="*/ 146 h 43"/>
                <a:gd name="T42" fmla="*/ 125 w 59"/>
                <a:gd name="T43" fmla="*/ 146 h 43"/>
                <a:gd name="T44" fmla="*/ 125 w 59"/>
                <a:gd name="T45" fmla="*/ 146 h 43"/>
                <a:gd name="T46" fmla="*/ 508 w 59"/>
                <a:gd name="T47" fmla="*/ 304 h 43"/>
                <a:gd name="T48" fmla="*/ 75 w 59"/>
                <a:gd name="T49" fmla="*/ 492 h 43"/>
                <a:gd name="T50" fmla="*/ 30 w 59"/>
                <a:gd name="T51" fmla="*/ 522 h 43"/>
                <a:gd name="T52" fmla="*/ 0 w 59"/>
                <a:gd name="T53" fmla="*/ 588 h 43"/>
                <a:gd name="T54" fmla="*/ 30 w 59"/>
                <a:gd name="T55" fmla="*/ 651 h 43"/>
                <a:gd name="T56" fmla="*/ 62 w 59"/>
                <a:gd name="T57" fmla="*/ 681 h 43"/>
                <a:gd name="T58" fmla="*/ 324 w 59"/>
                <a:gd name="T59" fmla="*/ 681 h 43"/>
                <a:gd name="T60" fmla="*/ 154 w 59"/>
                <a:gd name="T61" fmla="*/ 588 h 43"/>
                <a:gd name="T62" fmla="*/ 571 w 59"/>
                <a:gd name="T63" fmla="*/ 409 h 43"/>
                <a:gd name="T64" fmla="*/ 558 w 59"/>
                <a:gd name="T65" fmla="*/ 397 h 43"/>
                <a:gd name="T66" fmla="*/ 528 w 59"/>
                <a:gd name="T67" fmla="*/ 347 h 43"/>
                <a:gd name="T68" fmla="*/ 571 w 59"/>
                <a:gd name="T69" fmla="*/ 271 h 43"/>
                <a:gd name="T70" fmla="*/ 590 w 59"/>
                <a:gd name="T71" fmla="*/ 271 h 43"/>
                <a:gd name="T72" fmla="*/ 653 w 59"/>
                <a:gd name="T73" fmla="*/ 316 h 43"/>
                <a:gd name="T74" fmla="*/ 653 w 59"/>
                <a:gd name="T75" fmla="*/ 316 h 43"/>
                <a:gd name="T76" fmla="*/ 653 w 59"/>
                <a:gd name="T77" fmla="*/ 316 h 43"/>
                <a:gd name="T78" fmla="*/ 683 w 59"/>
                <a:gd name="T79" fmla="*/ 334 h 43"/>
                <a:gd name="T80" fmla="*/ 683 w 59"/>
                <a:gd name="T81" fmla="*/ 334 h 43"/>
                <a:gd name="T82" fmla="*/ 695 w 59"/>
                <a:gd name="T83" fmla="*/ 304 h 43"/>
                <a:gd name="T84" fmla="*/ 665 w 59"/>
                <a:gd name="T85" fmla="*/ 239 h 43"/>
                <a:gd name="T86" fmla="*/ 620 w 59"/>
                <a:gd name="T87" fmla="*/ 208 h 43"/>
                <a:gd name="T88" fmla="*/ 620 w 59"/>
                <a:gd name="T89" fmla="*/ 208 h 43"/>
                <a:gd name="T90" fmla="*/ 371 w 59"/>
                <a:gd name="T91" fmla="*/ 113 h 43"/>
                <a:gd name="T92" fmla="*/ 384 w 59"/>
                <a:gd name="T93" fmla="*/ 113 h 43"/>
                <a:gd name="T94" fmla="*/ 633 w 59"/>
                <a:gd name="T95" fmla="*/ 83 h 43"/>
                <a:gd name="T96" fmla="*/ 850 w 59"/>
                <a:gd name="T97" fmla="*/ 63 h 43"/>
                <a:gd name="T98" fmla="*/ 850 w 59"/>
                <a:gd name="T99" fmla="*/ 63 h 43"/>
                <a:gd name="T100" fmla="*/ 850 w 59"/>
                <a:gd name="T101" fmla="*/ 63 h 43"/>
                <a:gd name="T102" fmla="*/ 912 w 59"/>
                <a:gd name="T103" fmla="*/ 0 h 43"/>
                <a:gd name="T104" fmla="*/ 311 w 59"/>
                <a:gd name="T105" fmla="*/ 0 h 43"/>
                <a:gd name="T106" fmla="*/ 311 w 59"/>
                <a:gd name="T107" fmla="*/ 0 h 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9" h="43">
                  <a:moveTo>
                    <a:pt x="7" y="38"/>
                  </a:moveTo>
                  <a:cubicBezTo>
                    <a:pt x="7" y="38"/>
                    <a:pt x="7" y="38"/>
                    <a:pt x="7" y="38"/>
                  </a:cubicBezTo>
                  <a:moveTo>
                    <a:pt x="11" y="8"/>
                  </a:moveTo>
                  <a:cubicBezTo>
                    <a:pt x="11" y="8"/>
                    <a:pt x="11" y="8"/>
                    <a:pt x="11" y="8"/>
                  </a:cubicBezTo>
                  <a:moveTo>
                    <a:pt x="11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moveTo>
                    <a:pt x="11" y="8"/>
                  </a:moveTo>
                  <a:cubicBezTo>
                    <a:pt x="11" y="8"/>
                    <a:pt x="11" y="8"/>
                    <a:pt x="11" y="8"/>
                  </a:cubicBezTo>
                  <a:moveTo>
                    <a:pt x="11" y="7"/>
                  </a:moveTo>
                  <a:cubicBezTo>
                    <a:pt x="11" y="7"/>
                    <a:pt x="11" y="7"/>
                    <a:pt x="11" y="7"/>
                  </a:cubicBezTo>
                  <a:moveTo>
                    <a:pt x="10" y="6"/>
                  </a:moveTo>
                  <a:cubicBezTo>
                    <a:pt x="10" y="6"/>
                    <a:pt x="10" y="6"/>
                    <a:pt x="10" y="6"/>
                  </a:cubicBezTo>
                  <a:moveTo>
                    <a:pt x="20" y="0"/>
                  </a:moveTo>
                  <a:cubicBezTo>
                    <a:pt x="18" y="0"/>
                    <a:pt x="13" y="0"/>
                    <a:pt x="8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5" y="7"/>
                    <a:pt x="6" y="7"/>
                  </a:cubicBezTo>
                  <a:cubicBezTo>
                    <a:pt x="6" y="8"/>
                    <a:pt x="6" y="8"/>
                    <a:pt x="7" y="9"/>
                  </a:cubicBezTo>
                  <a:cubicBezTo>
                    <a:pt x="7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4" y="31"/>
                    <a:pt x="3" y="32"/>
                    <a:pt x="2" y="33"/>
                  </a:cubicBezTo>
                  <a:cubicBezTo>
                    <a:pt x="1" y="34"/>
                    <a:pt x="0" y="36"/>
                    <a:pt x="0" y="37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2" y="42"/>
                    <a:pt x="3" y="42"/>
                    <a:pt x="4" y="43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7" y="26"/>
                    <a:pt x="36" y="25"/>
                    <a:pt x="36" y="25"/>
                  </a:cubicBezTo>
                  <a:cubicBezTo>
                    <a:pt x="35" y="23"/>
                    <a:pt x="34" y="22"/>
                    <a:pt x="34" y="22"/>
                  </a:cubicBezTo>
                  <a:cubicBezTo>
                    <a:pt x="34" y="19"/>
                    <a:pt x="35" y="17"/>
                    <a:pt x="37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7"/>
                    <a:pt x="42" y="18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3" y="20"/>
                    <a:pt x="43" y="21"/>
                    <a:pt x="44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0"/>
                    <a:pt x="45" y="20"/>
                    <a:pt x="45" y="19"/>
                  </a:cubicBezTo>
                  <a:cubicBezTo>
                    <a:pt x="45" y="17"/>
                    <a:pt x="44" y="16"/>
                    <a:pt x="43" y="15"/>
                  </a:cubicBezTo>
                  <a:cubicBezTo>
                    <a:pt x="42" y="14"/>
                    <a:pt x="41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5" y="7"/>
                    <a:pt x="25" y="7"/>
                  </a:cubicBezTo>
                  <a:cubicBezTo>
                    <a:pt x="29" y="6"/>
                    <a:pt x="35" y="5"/>
                    <a:pt x="41" y="5"/>
                  </a:cubicBezTo>
                  <a:cubicBezTo>
                    <a:pt x="46" y="4"/>
                    <a:pt x="51" y="4"/>
                    <a:pt x="55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7" y="4"/>
                    <a:pt x="59" y="2"/>
                    <a:pt x="5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2" name="Freeform 238">
              <a:extLst>
                <a:ext uri="{FF2B5EF4-FFF2-40B4-BE49-F238E27FC236}">
                  <a16:creationId xmlns:a16="http://schemas.microsoft.com/office/drawing/2014/main" id="{EBF93524-3DA1-4A6E-AD7F-C1BFA3D066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3" y="1443"/>
              <a:ext cx="138" cy="108"/>
            </a:xfrm>
            <a:custGeom>
              <a:avLst/>
              <a:gdLst>
                <a:gd name="T0" fmla="*/ 334 w 55"/>
                <a:gd name="T1" fmla="*/ 20 h 43"/>
                <a:gd name="T2" fmla="*/ 334 w 55"/>
                <a:gd name="T3" fmla="*/ 20 h 43"/>
                <a:gd name="T4" fmla="*/ 838 w 55"/>
                <a:gd name="T5" fmla="*/ 0 h 43"/>
                <a:gd name="T6" fmla="*/ 251 w 55"/>
                <a:gd name="T7" fmla="*/ 0 h 43"/>
                <a:gd name="T8" fmla="*/ 251 w 55"/>
                <a:gd name="T9" fmla="*/ 0 h 43"/>
                <a:gd name="T10" fmla="*/ 314 w 55"/>
                <a:gd name="T11" fmla="*/ 63 h 43"/>
                <a:gd name="T12" fmla="*/ 334 w 55"/>
                <a:gd name="T13" fmla="*/ 63 h 43"/>
                <a:gd name="T14" fmla="*/ 396 w 55"/>
                <a:gd name="T15" fmla="*/ 63 h 43"/>
                <a:gd name="T16" fmla="*/ 555 w 55"/>
                <a:gd name="T17" fmla="*/ 83 h 43"/>
                <a:gd name="T18" fmla="*/ 63 w 55"/>
                <a:gd name="T19" fmla="*/ 176 h 43"/>
                <a:gd name="T20" fmla="*/ 63 w 55"/>
                <a:gd name="T21" fmla="*/ 176 h 43"/>
                <a:gd name="T22" fmla="*/ 113 w 55"/>
                <a:gd name="T23" fmla="*/ 251 h 43"/>
                <a:gd name="T24" fmla="*/ 63 w 55"/>
                <a:gd name="T25" fmla="*/ 334 h 43"/>
                <a:gd name="T26" fmla="*/ 50 w 55"/>
                <a:gd name="T27" fmla="*/ 334 h 43"/>
                <a:gd name="T28" fmla="*/ 0 w 55"/>
                <a:gd name="T29" fmla="*/ 284 h 43"/>
                <a:gd name="T30" fmla="*/ 20 w 55"/>
                <a:gd name="T31" fmla="*/ 334 h 43"/>
                <a:gd name="T32" fmla="*/ 63 w 55"/>
                <a:gd name="T33" fmla="*/ 367 h 43"/>
                <a:gd name="T34" fmla="*/ 567 w 55"/>
                <a:gd name="T35" fmla="*/ 588 h 43"/>
                <a:gd name="T36" fmla="*/ 366 w 55"/>
                <a:gd name="T37" fmla="*/ 681 h 43"/>
                <a:gd name="T38" fmla="*/ 597 w 55"/>
                <a:gd name="T39" fmla="*/ 681 h 43"/>
                <a:gd name="T40" fmla="*/ 585 w 55"/>
                <a:gd name="T41" fmla="*/ 651 h 43"/>
                <a:gd name="T42" fmla="*/ 630 w 55"/>
                <a:gd name="T43" fmla="*/ 568 h 43"/>
                <a:gd name="T44" fmla="*/ 647 w 55"/>
                <a:gd name="T45" fmla="*/ 568 h 43"/>
                <a:gd name="T46" fmla="*/ 713 w 55"/>
                <a:gd name="T47" fmla="*/ 618 h 43"/>
                <a:gd name="T48" fmla="*/ 713 w 55"/>
                <a:gd name="T49" fmla="*/ 618 h 43"/>
                <a:gd name="T50" fmla="*/ 725 w 55"/>
                <a:gd name="T51" fmla="*/ 630 h 43"/>
                <a:gd name="T52" fmla="*/ 725 w 55"/>
                <a:gd name="T53" fmla="*/ 588 h 43"/>
                <a:gd name="T54" fmla="*/ 693 w 55"/>
                <a:gd name="T55" fmla="*/ 522 h 43"/>
                <a:gd name="T56" fmla="*/ 647 w 55"/>
                <a:gd name="T57" fmla="*/ 492 h 43"/>
                <a:gd name="T58" fmla="*/ 188 w 55"/>
                <a:gd name="T59" fmla="*/ 284 h 43"/>
                <a:gd name="T60" fmla="*/ 788 w 55"/>
                <a:gd name="T61" fmla="*/ 158 h 43"/>
                <a:gd name="T62" fmla="*/ 805 w 55"/>
                <a:gd name="T63" fmla="*/ 158 h 43"/>
                <a:gd name="T64" fmla="*/ 838 w 55"/>
                <a:gd name="T65" fmla="*/ 126 h 43"/>
                <a:gd name="T66" fmla="*/ 851 w 55"/>
                <a:gd name="T67" fmla="*/ 113 h 43"/>
                <a:gd name="T68" fmla="*/ 868 w 55"/>
                <a:gd name="T69" fmla="*/ 63 h 43"/>
                <a:gd name="T70" fmla="*/ 851 w 55"/>
                <a:gd name="T71" fmla="*/ 20 h 43"/>
                <a:gd name="T72" fmla="*/ 838 w 55"/>
                <a:gd name="T73" fmla="*/ 0 h 4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5" h="43">
                  <a:moveTo>
                    <a:pt x="21" y="1"/>
                  </a:moveTo>
                  <a:cubicBezTo>
                    <a:pt x="21" y="1"/>
                    <a:pt x="21" y="1"/>
                    <a:pt x="21" y="1"/>
                  </a:cubicBezTo>
                  <a:moveTo>
                    <a:pt x="53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2"/>
                    <a:pt x="18" y="4"/>
                    <a:pt x="20" y="4"/>
                  </a:cubicBezTo>
                  <a:cubicBezTo>
                    <a:pt x="20" y="4"/>
                    <a:pt x="21" y="4"/>
                    <a:pt x="21" y="4"/>
                  </a:cubicBezTo>
                  <a:cubicBezTo>
                    <a:pt x="22" y="4"/>
                    <a:pt x="23" y="4"/>
                    <a:pt x="25" y="4"/>
                  </a:cubicBezTo>
                  <a:cubicBezTo>
                    <a:pt x="28" y="4"/>
                    <a:pt x="31" y="5"/>
                    <a:pt x="35" y="5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2"/>
                    <a:pt x="6" y="14"/>
                    <a:pt x="7" y="16"/>
                  </a:cubicBezTo>
                  <a:cubicBezTo>
                    <a:pt x="8" y="18"/>
                    <a:pt x="6" y="20"/>
                    <a:pt x="4" y="21"/>
                  </a:cubicBezTo>
                  <a:cubicBezTo>
                    <a:pt x="4" y="21"/>
                    <a:pt x="4" y="21"/>
                    <a:pt x="3" y="21"/>
                  </a:cubicBezTo>
                  <a:cubicBezTo>
                    <a:pt x="2" y="21"/>
                    <a:pt x="0" y="20"/>
                    <a:pt x="0" y="18"/>
                  </a:cubicBezTo>
                  <a:cubicBezTo>
                    <a:pt x="0" y="20"/>
                    <a:pt x="0" y="21"/>
                    <a:pt x="1" y="21"/>
                  </a:cubicBezTo>
                  <a:cubicBezTo>
                    <a:pt x="2" y="22"/>
                    <a:pt x="3" y="23"/>
                    <a:pt x="4" y="23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2"/>
                    <a:pt x="38" y="41"/>
                    <a:pt x="37" y="41"/>
                  </a:cubicBezTo>
                  <a:cubicBezTo>
                    <a:pt x="37" y="39"/>
                    <a:pt x="38" y="37"/>
                    <a:pt x="40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3" y="36"/>
                    <a:pt x="45" y="38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39"/>
                    <a:pt x="46" y="38"/>
                    <a:pt x="46" y="37"/>
                  </a:cubicBezTo>
                  <a:cubicBezTo>
                    <a:pt x="46" y="36"/>
                    <a:pt x="45" y="34"/>
                    <a:pt x="44" y="33"/>
                  </a:cubicBezTo>
                  <a:cubicBezTo>
                    <a:pt x="44" y="32"/>
                    <a:pt x="42" y="32"/>
                    <a:pt x="41" y="31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1" y="9"/>
                    <a:pt x="52" y="9"/>
                    <a:pt x="53" y="8"/>
                  </a:cubicBezTo>
                  <a:cubicBezTo>
                    <a:pt x="53" y="8"/>
                    <a:pt x="54" y="8"/>
                    <a:pt x="54" y="7"/>
                  </a:cubicBezTo>
                  <a:cubicBezTo>
                    <a:pt x="55" y="6"/>
                    <a:pt x="55" y="5"/>
                    <a:pt x="55" y="4"/>
                  </a:cubicBezTo>
                  <a:cubicBezTo>
                    <a:pt x="55" y="3"/>
                    <a:pt x="55" y="1"/>
                    <a:pt x="54" y="1"/>
                  </a:cubicBezTo>
                  <a:cubicBezTo>
                    <a:pt x="54" y="0"/>
                    <a:pt x="53" y="0"/>
                    <a:pt x="53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3" name="Freeform 239">
              <a:extLst>
                <a:ext uri="{FF2B5EF4-FFF2-40B4-BE49-F238E27FC236}">
                  <a16:creationId xmlns:a16="http://schemas.microsoft.com/office/drawing/2014/main" id="{6B24E703-6BCC-49FF-A802-55EB7A8200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3" y="1443"/>
              <a:ext cx="138" cy="108"/>
            </a:xfrm>
            <a:custGeom>
              <a:avLst/>
              <a:gdLst>
                <a:gd name="T0" fmla="*/ 113 w 55"/>
                <a:gd name="T1" fmla="*/ 304 h 43"/>
                <a:gd name="T2" fmla="*/ 113 w 55"/>
                <a:gd name="T3" fmla="*/ 304 h 43"/>
                <a:gd name="T4" fmla="*/ 314 w 55"/>
                <a:gd name="T5" fmla="*/ 20 h 43"/>
                <a:gd name="T6" fmla="*/ 314 w 55"/>
                <a:gd name="T7" fmla="*/ 20 h 43"/>
                <a:gd name="T8" fmla="*/ 838 w 55"/>
                <a:gd name="T9" fmla="*/ 0 h 43"/>
                <a:gd name="T10" fmla="*/ 251 w 55"/>
                <a:gd name="T11" fmla="*/ 0 h 43"/>
                <a:gd name="T12" fmla="*/ 251 w 55"/>
                <a:gd name="T13" fmla="*/ 0 h 43"/>
                <a:gd name="T14" fmla="*/ 314 w 55"/>
                <a:gd name="T15" fmla="*/ 63 h 43"/>
                <a:gd name="T16" fmla="*/ 314 w 55"/>
                <a:gd name="T17" fmla="*/ 63 h 43"/>
                <a:gd name="T18" fmla="*/ 334 w 55"/>
                <a:gd name="T19" fmla="*/ 63 h 43"/>
                <a:gd name="T20" fmla="*/ 396 w 55"/>
                <a:gd name="T21" fmla="*/ 63 h 43"/>
                <a:gd name="T22" fmla="*/ 567 w 55"/>
                <a:gd name="T23" fmla="*/ 83 h 43"/>
                <a:gd name="T24" fmla="*/ 83 w 55"/>
                <a:gd name="T25" fmla="*/ 208 h 43"/>
                <a:gd name="T26" fmla="*/ 83 w 55"/>
                <a:gd name="T27" fmla="*/ 208 h 43"/>
                <a:gd name="T28" fmla="*/ 33 w 55"/>
                <a:gd name="T29" fmla="*/ 239 h 43"/>
                <a:gd name="T30" fmla="*/ 0 w 55"/>
                <a:gd name="T31" fmla="*/ 284 h 43"/>
                <a:gd name="T32" fmla="*/ 33 w 55"/>
                <a:gd name="T33" fmla="*/ 367 h 43"/>
                <a:gd name="T34" fmla="*/ 95 w 55"/>
                <a:gd name="T35" fmla="*/ 397 h 43"/>
                <a:gd name="T36" fmla="*/ 555 w 55"/>
                <a:gd name="T37" fmla="*/ 588 h 43"/>
                <a:gd name="T38" fmla="*/ 346 w 55"/>
                <a:gd name="T39" fmla="*/ 681 h 43"/>
                <a:gd name="T40" fmla="*/ 680 w 55"/>
                <a:gd name="T41" fmla="*/ 681 h 43"/>
                <a:gd name="T42" fmla="*/ 693 w 55"/>
                <a:gd name="T43" fmla="*/ 651 h 43"/>
                <a:gd name="T44" fmla="*/ 725 w 55"/>
                <a:gd name="T45" fmla="*/ 588 h 43"/>
                <a:gd name="T46" fmla="*/ 693 w 55"/>
                <a:gd name="T47" fmla="*/ 522 h 43"/>
                <a:gd name="T48" fmla="*/ 647 w 55"/>
                <a:gd name="T49" fmla="*/ 492 h 43"/>
                <a:gd name="T50" fmla="*/ 208 w 55"/>
                <a:gd name="T51" fmla="*/ 304 h 43"/>
                <a:gd name="T52" fmla="*/ 775 w 55"/>
                <a:gd name="T53" fmla="*/ 158 h 43"/>
                <a:gd name="T54" fmla="*/ 788 w 55"/>
                <a:gd name="T55" fmla="*/ 158 h 43"/>
                <a:gd name="T56" fmla="*/ 818 w 55"/>
                <a:gd name="T57" fmla="*/ 126 h 43"/>
                <a:gd name="T58" fmla="*/ 851 w 55"/>
                <a:gd name="T59" fmla="*/ 113 h 43"/>
                <a:gd name="T60" fmla="*/ 868 w 55"/>
                <a:gd name="T61" fmla="*/ 63 h 43"/>
                <a:gd name="T62" fmla="*/ 851 w 55"/>
                <a:gd name="T63" fmla="*/ 20 h 43"/>
                <a:gd name="T64" fmla="*/ 838 w 55"/>
                <a:gd name="T65" fmla="*/ 0 h 4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5" h="43">
                  <a:moveTo>
                    <a:pt x="7" y="19"/>
                  </a:moveTo>
                  <a:cubicBezTo>
                    <a:pt x="7" y="19"/>
                    <a:pt x="7" y="19"/>
                    <a:pt x="7" y="19"/>
                  </a:cubicBezTo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moveTo>
                    <a:pt x="53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2"/>
                    <a:pt x="18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3" y="4"/>
                    <a:pt x="25" y="4"/>
                  </a:cubicBezTo>
                  <a:cubicBezTo>
                    <a:pt x="28" y="4"/>
                    <a:pt x="32" y="5"/>
                    <a:pt x="36" y="5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3" y="14"/>
                    <a:pt x="2" y="15"/>
                  </a:cubicBezTo>
                  <a:cubicBezTo>
                    <a:pt x="1" y="15"/>
                    <a:pt x="0" y="17"/>
                    <a:pt x="0" y="18"/>
                  </a:cubicBezTo>
                  <a:cubicBezTo>
                    <a:pt x="0" y="20"/>
                    <a:pt x="1" y="22"/>
                    <a:pt x="2" y="23"/>
                  </a:cubicBezTo>
                  <a:cubicBezTo>
                    <a:pt x="3" y="24"/>
                    <a:pt x="4" y="24"/>
                    <a:pt x="6" y="25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2"/>
                    <a:pt x="44" y="42"/>
                    <a:pt x="44" y="41"/>
                  </a:cubicBezTo>
                  <a:cubicBezTo>
                    <a:pt x="45" y="40"/>
                    <a:pt x="46" y="39"/>
                    <a:pt x="46" y="37"/>
                  </a:cubicBezTo>
                  <a:cubicBezTo>
                    <a:pt x="46" y="36"/>
                    <a:pt x="45" y="34"/>
                    <a:pt x="44" y="33"/>
                  </a:cubicBezTo>
                  <a:cubicBezTo>
                    <a:pt x="43" y="32"/>
                    <a:pt x="42" y="32"/>
                    <a:pt x="41" y="31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1" y="9"/>
                    <a:pt x="52" y="9"/>
                    <a:pt x="52" y="8"/>
                  </a:cubicBezTo>
                  <a:cubicBezTo>
                    <a:pt x="53" y="8"/>
                    <a:pt x="53" y="8"/>
                    <a:pt x="54" y="7"/>
                  </a:cubicBezTo>
                  <a:cubicBezTo>
                    <a:pt x="54" y="6"/>
                    <a:pt x="55" y="5"/>
                    <a:pt x="55" y="4"/>
                  </a:cubicBezTo>
                  <a:cubicBezTo>
                    <a:pt x="55" y="3"/>
                    <a:pt x="54" y="1"/>
                    <a:pt x="54" y="1"/>
                  </a:cubicBezTo>
                  <a:cubicBezTo>
                    <a:pt x="53" y="0"/>
                    <a:pt x="53" y="0"/>
                    <a:pt x="53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4" name="Freeform 240">
              <a:extLst>
                <a:ext uri="{FF2B5EF4-FFF2-40B4-BE49-F238E27FC236}">
                  <a16:creationId xmlns:a16="http://schemas.microsoft.com/office/drawing/2014/main" id="{0AA4A457-E19D-4E06-ACCC-92D9C8610C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1" y="1443"/>
              <a:ext cx="142" cy="108"/>
            </a:xfrm>
            <a:custGeom>
              <a:avLst/>
              <a:gdLst>
                <a:gd name="T0" fmla="*/ 262 w 57"/>
                <a:gd name="T1" fmla="*/ 95 h 43"/>
                <a:gd name="T2" fmla="*/ 262 w 57"/>
                <a:gd name="T3" fmla="*/ 95 h 43"/>
                <a:gd name="T4" fmla="*/ 837 w 57"/>
                <a:gd name="T5" fmla="*/ 0 h 43"/>
                <a:gd name="T6" fmla="*/ 324 w 57"/>
                <a:gd name="T7" fmla="*/ 0 h 43"/>
                <a:gd name="T8" fmla="*/ 279 w 57"/>
                <a:gd name="T9" fmla="*/ 0 h 43"/>
                <a:gd name="T10" fmla="*/ 229 w 57"/>
                <a:gd name="T11" fmla="*/ 20 h 43"/>
                <a:gd name="T12" fmla="*/ 217 w 57"/>
                <a:gd name="T13" fmla="*/ 33 h 43"/>
                <a:gd name="T14" fmla="*/ 199 w 57"/>
                <a:gd name="T15" fmla="*/ 50 h 43"/>
                <a:gd name="T16" fmla="*/ 187 w 57"/>
                <a:gd name="T17" fmla="*/ 83 h 43"/>
                <a:gd name="T18" fmla="*/ 199 w 57"/>
                <a:gd name="T19" fmla="*/ 113 h 43"/>
                <a:gd name="T20" fmla="*/ 217 w 57"/>
                <a:gd name="T21" fmla="*/ 146 h 43"/>
                <a:gd name="T22" fmla="*/ 229 w 57"/>
                <a:gd name="T23" fmla="*/ 146 h 43"/>
                <a:gd name="T24" fmla="*/ 249 w 57"/>
                <a:gd name="T25" fmla="*/ 158 h 43"/>
                <a:gd name="T26" fmla="*/ 683 w 57"/>
                <a:gd name="T27" fmla="*/ 304 h 43"/>
                <a:gd name="T28" fmla="*/ 105 w 57"/>
                <a:gd name="T29" fmla="*/ 472 h 43"/>
                <a:gd name="T30" fmla="*/ 137 w 57"/>
                <a:gd name="T31" fmla="*/ 535 h 43"/>
                <a:gd name="T32" fmla="*/ 92 w 57"/>
                <a:gd name="T33" fmla="*/ 600 h 43"/>
                <a:gd name="T34" fmla="*/ 75 w 57"/>
                <a:gd name="T35" fmla="*/ 618 h 43"/>
                <a:gd name="T36" fmla="*/ 12 w 57"/>
                <a:gd name="T37" fmla="*/ 568 h 43"/>
                <a:gd name="T38" fmla="*/ 12 w 57"/>
                <a:gd name="T39" fmla="*/ 555 h 43"/>
                <a:gd name="T40" fmla="*/ 12 w 57"/>
                <a:gd name="T41" fmla="*/ 555 h 43"/>
                <a:gd name="T42" fmla="*/ 0 w 57"/>
                <a:gd name="T43" fmla="*/ 618 h 43"/>
                <a:gd name="T44" fmla="*/ 0 w 57"/>
                <a:gd name="T45" fmla="*/ 651 h 43"/>
                <a:gd name="T46" fmla="*/ 0 w 57"/>
                <a:gd name="T47" fmla="*/ 651 h 43"/>
                <a:gd name="T48" fmla="*/ 30 w 57"/>
                <a:gd name="T49" fmla="*/ 681 h 43"/>
                <a:gd name="T50" fmla="*/ 341 w 57"/>
                <a:gd name="T51" fmla="*/ 681 h 43"/>
                <a:gd name="T52" fmla="*/ 154 w 57"/>
                <a:gd name="T53" fmla="*/ 588 h 43"/>
                <a:gd name="T54" fmla="*/ 807 w 57"/>
                <a:gd name="T55" fmla="*/ 397 h 43"/>
                <a:gd name="T56" fmla="*/ 807 w 57"/>
                <a:gd name="T57" fmla="*/ 397 h 43"/>
                <a:gd name="T58" fmla="*/ 850 w 57"/>
                <a:gd name="T59" fmla="*/ 367 h 43"/>
                <a:gd name="T60" fmla="*/ 882 w 57"/>
                <a:gd name="T61" fmla="*/ 304 h 43"/>
                <a:gd name="T62" fmla="*/ 869 w 57"/>
                <a:gd name="T63" fmla="*/ 239 h 43"/>
                <a:gd name="T64" fmla="*/ 820 w 57"/>
                <a:gd name="T65" fmla="*/ 208 h 43"/>
                <a:gd name="T66" fmla="*/ 820 w 57"/>
                <a:gd name="T67" fmla="*/ 208 h 43"/>
                <a:gd name="T68" fmla="*/ 541 w 57"/>
                <a:gd name="T69" fmla="*/ 113 h 43"/>
                <a:gd name="T70" fmla="*/ 558 w 57"/>
                <a:gd name="T71" fmla="*/ 113 h 43"/>
                <a:gd name="T72" fmla="*/ 807 w 57"/>
                <a:gd name="T73" fmla="*/ 113 h 43"/>
                <a:gd name="T74" fmla="*/ 869 w 57"/>
                <a:gd name="T75" fmla="*/ 50 h 43"/>
                <a:gd name="T76" fmla="*/ 837 w 57"/>
                <a:gd name="T77" fmla="*/ 0 h 4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7" h="43">
                  <a:moveTo>
                    <a:pt x="17" y="6"/>
                  </a:moveTo>
                  <a:cubicBezTo>
                    <a:pt x="17" y="6"/>
                    <a:pt x="17" y="6"/>
                    <a:pt x="17" y="6"/>
                  </a:cubicBezTo>
                  <a:moveTo>
                    <a:pt x="54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1"/>
                    <a:pt x="16" y="1"/>
                    <a:pt x="15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4" y="2"/>
                    <a:pt x="13" y="3"/>
                    <a:pt x="13" y="3"/>
                  </a:cubicBezTo>
                  <a:cubicBezTo>
                    <a:pt x="13" y="4"/>
                    <a:pt x="12" y="4"/>
                    <a:pt x="12" y="5"/>
                  </a:cubicBezTo>
                  <a:cubicBezTo>
                    <a:pt x="12" y="6"/>
                    <a:pt x="13" y="7"/>
                    <a:pt x="13" y="7"/>
                  </a:cubicBezTo>
                  <a:cubicBezTo>
                    <a:pt x="13" y="8"/>
                    <a:pt x="14" y="8"/>
                    <a:pt x="1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8" y="31"/>
                    <a:pt x="9" y="32"/>
                    <a:pt x="9" y="34"/>
                  </a:cubicBezTo>
                  <a:cubicBezTo>
                    <a:pt x="10" y="36"/>
                    <a:pt x="9" y="38"/>
                    <a:pt x="6" y="38"/>
                  </a:cubicBezTo>
                  <a:cubicBezTo>
                    <a:pt x="6" y="39"/>
                    <a:pt x="6" y="39"/>
                    <a:pt x="5" y="39"/>
                  </a:cubicBezTo>
                  <a:cubicBezTo>
                    <a:pt x="4" y="39"/>
                    <a:pt x="2" y="38"/>
                    <a:pt x="1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1" y="38"/>
                    <a:pt x="0" y="39"/>
                  </a:cubicBezTo>
                  <a:cubicBezTo>
                    <a:pt x="0" y="40"/>
                    <a:pt x="0" y="40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" y="42"/>
                    <a:pt x="2" y="42"/>
                    <a:pt x="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3" y="25"/>
                    <a:pt x="54" y="24"/>
                    <a:pt x="55" y="23"/>
                  </a:cubicBezTo>
                  <a:cubicBezTo>
                    <a:pt x="56" y="22"/>
                    <a:pt x="57" y="21"/>
                    <a:pt x="57" y="19"/>
                  </a:cubicBezTo>
                  <a:cubicBezTo>
                    <a:pt x="57" y="17"/>
                    <a:pt x="57" y="16"/>
                    <a:pt x="56" y="15"/>
                  </a:cubicBezTo>
                  <a:cubicBezTo>
                    <a:pt x="55" y="14"/>
                    <a:pt x="54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6" y="7"/>
                    <a:pt x="36" y="7"/>
                  </a:cubicBezTo>
                  <a:cubicBezTo>
                    <a:pt x="42" y="7"/>
                    <a:pt x="47" y="7"/>
                    <a:pt x="52" y="7"/>
                  </a:cubicBezTo>
                  <a:cubicBezTo>
                    <a:pt x="54" y="7"/>
                    <a:pt x="56" y="6"/>
                    <a:pt x="56" y="3"/>
                  </a:cubicBezTo>
                  <a:cubicBezTo>
                    <a:pt x="56" y="2"/>
                    <a:pt x="56" y="1"/>
                    <a:pt x="54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5" name="Freeform 241">
              <a:extLst>
                <a:ext uri="{FF2B5EF4-FFF2-40B4-BE49-F238E27FC236}">
                  <a16:creationId xmlns:a16="http://schemas.microsoft.com/office/drawing/2014/main" id="{C677A05A-A437-4FF6-885C-7B7B47BEF0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1" y="1443"/>
              <a:ext cx="135" cy="108"/>
            </a:xfrm>
            <a:custGeom>
              <a:avLst/>
              <a:gdLst>
                <a:gd name="T0" fmla="*/ 95 w 54"/>
                <a:gd name="T1" fmla="*/ 304 h 43"/>
                <a:gd name="T2" fmla="*/ 95 w 54"/>
                <a:gd name="T3" fmla="*/ 304 h 43"/>
                <a:gd name="T4" fmla="*/ 175 w 54"/>
                <a:gd name="T5" fmla="*/ 176 h 43"/>
                <a:gd name="T6" fmla="*/ 83 w 54"/>
                <a:gd name="T7" fmla="*/ 208 h 43"/>
                <a:gd name="T8" fmla="*/ 63 w 54"/>
                <a:gd name="T9" fmla="*/ 208 h 43"/>
                <a:gd name="T10" fmla="*/ 20 w 54"/>
                <a:gd name="T11" fmla="*/ 239 h 43"/>
                <a:gd name="T12" fmla="*/ 0 w 54"/>
                <a:gd name="T13" fmla="*/ 284 h 43"/>
                <a:gd name="T14" fmla="*/ 33 w 54"/>
                <a:gd name="T15" fmla="*/ 367 h 43"/>
                <a:gd name="T16" fmla="*/ 83 w 54"/>
                <a:gd name="T17" fmla="*/ 397 h 43"/>
                <a:gd name="T18" fmla="*/ 550 w 54"/>
                <a:gd name="T19" fmla="*/ 588 h 43"/>
                <a:gd name="T20" fmla="*/ 345 w 54"/>
                <a:gd name="T21" fmla="*/ 681 h 43"/>
                <a:gd name="T22" fmla="*/ 658 w 54"/>
                <a:gd name="T23" fmla="*/ 681 h 43"/>
                <a:gd name="T24" fmla="*/ 688 w 54"/>
                <a:gd name="T25" fmla="*/ 651 h 43"/>
                <a:gd name="T26" fmla="*/ 708 w 54"/>
                <a:gd name="T27" fmla="*/ 588 h 43"/>
                <a:gd name="T28" fmla="*/ 675 w 54"/>
                <a:gd name="T29" fmla="*/ 522 h 43"/>
                <a:gd name="T30" fmla="*/ 625 w 54"/>
                <a:gd name="T31" fmla="*/ 492 h 43"/>
                <a:gd name="T32" fmla="*/ 188 w 54"/>
                <a:gd name="T33" fmla="*/ 304 h 43"/>
                <a:gd name="T34" fmla="*/ 470 w 54"/>
                <a:gd name="T35" fmla="*/ 239 h 43"/>
                <a:gd name="T36" fmla="*/ 175 w 54"/>
                <a:gd name="T37" fmla="*/ 176 h 43"/>
                <a:gd name="T38" fmla="*/ 313 w 54"/>
                <a:gd name="T39" fmla="*/ 20 h 43"/>
                <a:gd name="T40" fmla="*/ 313 w 54"/>
                <a:gd name="T41" fmla="*/ 20 h 43"/>
                <a:gd name="T42" fmla="*/ 500 w 54"/>
                <a:gd name="T43" fmla="*/ 0 h 43"/>
                <a:gd name="T44" fmla="*/ 500 w 54"/>
                <a:gd name="T45" fmla="*/ 0 h 43"/>
                <a:gd name="T46" fmla="*/ 238 w 54"/>
                <a:gd name="T47" fmla="*/ 0 h 43"/>
                <a:gd name="T48" fmla="*/ 238 w 54"/>
                <a:gd name="T49" fmla="*/ 0 h 43"/>
                <a:gd name="T50" fmla="*/ 300 w 54"/>
                <a:gd name="T51" fmla="*/ 63 h 43"/>
                <a:gd name="T52" fmla="*/ 313 w 54"/>
                <a:gd name="T53" fmla="*/ 63 h 43"/>
                <a:gd name="T54" fmla="*/ 313 w 54"/>
                <a:gd name="T55" fmla="*/ 63 h 43"/>
                <a:gd name="T56" fmla="*/ 375 w 54"/>
                <a:gd name="T57" fmla="*/ 63 h 43"/>
                <a:gd name="T58" fmla="*/ 550 w 54"/>
                <a:gd name="T59" fmla="*/ 83 h 43"/>
                <a:gd name="T60" fmla="*/ 470 w 54"/>
                <a:gd name="T61" fmla="*/ 95 h 43"/>
                <a:gd name="T62" fmla="*/ 783 w 54"/>
                <a:gd name="T63" fmla="*/ 146 h 43"/>
                <a:gd name="T64" fmla="*/ 813 w 54"/>
                <a:gd name="T65" fmla="*/ 126 h 43"/>
                <a:gd name="T66" fmla="*/ 833 w 54"/>
                <a:gd name="T67" fmla="*/ 113 h 43"/>
                <a:gd name="T68" fmla="*/ 845 w 54"/>
                <a:gd name="T69" fmla="*/ 63 h 43"/>
                <a:gd name="T70" fmla="*/ 845 w 54"/>
                <a:gd name="T71" fmla="*/ 50 h 43"/>
                <a:gd name="T72" fmla="*/ 500 w 54"/>
                <a:gd name="T73" fmla="*/ 0 h 4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43">
                  <a:moveTo>
                    <a:pt x="6" y="19"/>
                  </a:moveTo>
                  <a:cubicBezTo>
                    <a:pt x="6" y="19"/>
                    <a:pt x="6" y="19"/>
                    <a:pt x="6" y="19"/>
                  </a:cubicBezTo>
                  <a:moveTo>
                    <a:pt x="11" y="11"/>
                  </a:move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2" y="14"/>
                    <a:pt x="1" y="15"/>
                  </a:cubicBezTo>
                  <a:cubicBezTo>
                    <a:pt x="0" y="15"/>
                    <a:pt x="0" y="17"/>
                    <a:pt x="0" y="18"/>
                  </a:cubicBezTo>
                  <a:cubicBezTo>
                    <a:pt x="0" y="20"/>
                    <a:pt x="1" y="22"/>
                    <a:pt x="2" y="23"/>
                  </a:cubicBezTo>
                  <a:cubicBezTo>
                    <a:pt x="3" y="24"/>
                    <a:pt x="4" y="24"/>
                    <a:pt x="5" y="25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3" y="42"/>
                    <a:pt x="43" y="42"/>
                    <a:pt x="44" y="41"/>
                  </a:cubicBezTo>
                  <a:cubicBezTo>
                    <a:pt x="44" y="40"/>
                    <a:pt x="45" y="39"/>
                    <a:pt x="45" y="37"/>
                  </a:cubicBezTo>
                  <a:cubicBezTo>
                    <a:pt x="45" y="36"/>
                    <a:pt x="44" y="34"/>
                    <a:pt x="43" y="33"/>
                  </a:cubicBezTo>
                  <a:cubicBezTo>
                    <a:pt x="43" y="32"/>
                    <a:pt x="41" y="32"/>
                    <a:pt x="40" y="31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4" y="13"/>
                    <a:pt x="17" y="12"/>
                    <a:pt x="11" y="11"/>
                  </a:cubicBezTo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2"/>
                    <a:pt x="17" y="4"/>
                    <a:pt x="19" y="4"/>
                  </a:cubicBezTo>
                  <a:cubicBezTo>
                    <a:pt x="19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2" y="4"/>
                    <a:pt x="24" y="4"/>
                  </a:cubicBezTo>
                  <a:cubicBezTo>
                    <a:pt x="27" y="4"/>
                    <a:pt x="31" y="5"/>
                    <a:pt x="35" y="5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7" y="7"/>
                    <a:pt x="44" y="8"/>
                    <a:pt x="50" y="9"/>
                  </a:cubicBezTo>
                  <a:cubicBezTo>
                    <a:pt x="51" y="9"/>
                    <a:pt x="51" y="9"/>
                    <a:pt x="52" y="8"/>
                  </a:cubicBezTo>
                  <a:cubicBezTo>
                    <a:pt x="52" y="8"/>
                    <a:pt x="53" y="8"/>
                    <a:pt x="53" y="7"/>
                  </a:cubicBezTo>
                  <a:cubicBezTo>
                    <a:pt x="54" y="6"/>
                    <a:pt x="54" y="5"/>
                    <a:pt x="54" y="4"/>
                  </a:cubicBezTo>
                  <a:cubicBezTo>
                    <a:pt x="54" y="4"/>
                    <a:pt x="54" y="3"/>
                    <a:pt x="54" y="3"/>
                  </a:cubicBezTo>
                  <a:cubicBezTo>
                    <a:pt x="44" y="1"/>
                    <a:pt x="36" y="0"/>
                    <a:pt x="32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6" name="Freeform 242">
              <a:extLst>
                <a:ext uri="{FF2B5EF4-FFF2-40B4-BE49-F238E27FC236}">
                  <a16:creationId xmlns:a16="http://schemas.microsoft.com/office/drawing/2014/main" id="{C8C3D72B-32E2-461D-B823-3E0AC5ED73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3" y="1443"/>
              <a:ext cx="148" cy="108"/>
            </a:xfrm>
            <a:custGeom>
              <a:avLst/>
              <a:gdLst>
                <a:gd name="T0" fmla="*/ 113 w 59"/>
                <a:gd name="T1" fmla="*/ 600 h 43"/>
                <a:gd name="T2" fmla="*/ 113 w 59"/>
                <a:gd name="T3" fmla="*/ 600 h 43"/>
                <a:gd name="T4" fmla="*/ 314 w 59"/>
                <a:gd name="T5" fmla="*/ 126 h 43"/>
                <a:gd name="T6" fmla="*/ 314 w 59"/>
                <a:gd name="T7" fmla="*/ 126 h 43"/>
                <a:gd name="T8" fmla="*/ 314 w 59"/>
                <a:gd name="T9" fmla="*/ 126 h 43"/>
                <a:gd name="T10" fmla="*/ 314 w 59"/>
                <a:gd name="T11" fmla="*/ 126 h 43"/>
                <a:gd name="T12" fmla="*/ 314 w 59"/>
                <a:gd name="T13" fmla="*/ 126 h 43"/>
                <a:gd name="T14" fmla="*/ 314 w 59"/>
                <a:gd name="T15" fmla="*/ 126 h 43"/>
                <a:gd name="T16" fmla="*/ 314 w 59"/>
                <a:gd name="T17" fmla="*/ 126 h 43"/>
                <a:gd name="T18" fmla="*/ 314 w 59"/>
                <a:gd name="T19" fmla="*/ 126 h 43"/>
                <a:gd name="T20" fmla="*/ 301 w 59"/>
                <a:gd name="T21" fmla="*/ 113 h 43"/>
                <a:gd name="T22" fmla="*/ 301 w 59"/>
                <a:gd name="T23" fmla="*/ 113 h 43"/>
                <a:gd name="T24" fmla="*/ 283 w 59"/>
                <a:gd name="T25" fmla="*/ 95 h 43"/>
                <a:gd name="T26" fmla="*/ 283 w 59"/>
                <a:gd name="T27" fmla="*/ 95 h 43"/>
                <a:gd name="T28" fmla="*/ 221 w 59"/>
                <a:gd name="T29" fmla="*/ 50 h 43"/>
                <a:gd name="T30" fmla="*/ 221 w 59"/>
                <a:gd name="T31" fmla="*/ 50 h 43"/>
                <a:gd name="T32" fmla="*/ 221 w 59"/>
                <a:gd name="T33" fmla="*/ 83 h 43"/>
                <a:gd name="T34" fmla="*/ 221 w 59"/>
                <a:gd name="T35" fmla="*/ 113 h 43"/>
                <a:gd name="T36" fmla="*/ 251 w 59"/>
                <a:gd name="T37" fmla="*/ 146 h 43"/>
                <a:gd name="T38" fmla="*/ 251 w 59"/>
                <a:gd name="T39" fmla="*/ 146 h 43"/>
                <a:gd name="T40" fmla="*/ 271 w 59"/>
                <a:gd name="T41" fmla="*/ 158 h 43"/>
                <a:gd name="T42" fmla="*/ 722 w 59"/>
                <a:gd name="T43" fmla="*/ 304 h 43"/>
                <a:gd name="T44" fmla="*/ 95 w 59"/>
                <a:gd name="T45" fmla="*/ 492 h 43"/>
                <a:gd name="T46" fmla="*/ 95 w 59"/>
                <a:gd name="T47" fmla="*/ 492 h 43"/>
                <a:gd name="T48" fmla="*/ 33 w 59"/>
                <a:gd name="T49" fmla="*/ 522 h 43"/>
                <a:gd name="T50" fmla="*/ 0 w 59"/>
                <a:gd name="T51" fmla="*/ 588 h 43"/>
                <a:gd name="T52" fmla="*/ 33 w 59"/>
                <a:gd name="T53" fmla="*/ 651 h 43"/>
                <a:gd name="T54" fmla="*/ 63 w 59"/>
                <a:gd name="T55" fmla="*/ 681 h 43"/>
                <a:gd name="T56" fmla="*/ 379 w 59"/>
                <a:gd name="T57" fmla="*/ 681 h 43"/>
                <a:gd name="T58" fmla="*/ 176 w 59"/>
                <a:gd name="T59" fmla="*/ 588 h 43"/>
                <a:gd name="T60" fmla="*/ 838 w 59"/>
                <a:gd name="T61" fmla="*/ 397 h 43"/>
                <a:gd name="T62" fmla="*/ 838 w 59"/>
                <a:gd name="T63" fmla="*/ 397 h 43"/>
                <a:gd name="T64" fmla="*/ 901 w 59"/>
                <a:gd name="T65" fmla="*/ 367 h 43"/>
                <a:gd name="T66" fmla="*/ 931 w 59"/>
                <a:gd name="T67" fmla="*/ 304 h 43"/>
                <a:gd name="T68" fmla="*/ 901 w 59"/>
                <a:gd name="T69" fmla="*/ 239 h 43"/>
                <a:gd name="T70" fmla="*/ 850 w 59"/>
                <a:gd name="T71" fmla="*/ 208 h 43"/>
                <a:gd name="T72" fmla="*/ 850 w 59"/>
                <a:gd name="T73" fmla="*/ 208 h 43"/>
                <a:gd name="T74" fmla="*/ 567 w 59"/>
                <a:gd name="T75" fmla="*/ 113 h 43"/>
                <a:gd name="T76" fmla="*/ 597 w 59"/>
                <a:gd name="T77" fmla="*/ 113 h 43"/>
                <a:gd name="T78" fmla="*/ 850 w 59"/>
                <a:gd name="T79" fmla="*/ 113 h 43"/>
                <a:gd name="T80" fmla="*/ 868 w 59"/>
                <a:gd name="T81" fmla="*/ 113 h 43"/>
                <a:gd name="T82" fmla="*/ 221 w 59"/>
                <a:gd name="T83" fmla="*/ 50 h 43"/>
                <a:gd name="T84" fmla="*/ 880 w 59"/>
                <a:gd name="T85" fmla="*/ 0 h 43"/>
                <a:gd name="T86" fmla="*/ 346 w 59"/>
                <a:gd name="T87" fmla="*/ 0 h 43"/>
                <a:gd name="T88" fmla="*/ 301 w 59"/>
                <a:gd name="T89" fmla="*/ 0 h 43"/>
                <a:gd name="T90" fmla="*/ 271 w 59"/>
                <a:gd name="T91" fmla="*/ 20 h 43"/>
                <a:gd name="T92" fmla="*/ 238 w 59"/>
                <a:gd name="T93" fmla="*/ 33 h 43"/>
                <a:gd name="T94" fmla="*/ 238 w 59"/>
                <a:gd name="T95" fmla="*/ 33 h 43"/>
                <a:gd name="T96" fmla="*/ 409 w 59"/>
                <a:gd name="T97" fmla="*/ 33 h 43"/>
                <a:gd name="T98" fmla="*/ 913 w 59"/>
                <a:gd name="T99" fmla="*/ 50 h 43"/>
                <a:gd name="T100" fmla="*/ 880 w 59"/>
                <a:gd name="T101" fmla="*/ 0 h 4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9" h="43">
                  <a:moveTo>
                    <a:pt x="7" y="38"/>
                  </a:moveTo>
                  <a:cubicBezTo>
                    <a:pt x="7" y="38"/>
                    <a:pt x="7" y="38"/>
                    <a:pt x="7" y="38"/>
                  </a:cubicBezTo>
                  <a:moveTo>
                    <a:pt x="20" y="8"/>
                  </a:moveTo>
                  <a:cubicBezTo>
                    <a:pt x="20" y="8"/>
                    <a:pt x="20" y="8"/>
                    <a:pt x="20" y="8"/>
                  </a:cubicBezTo>
                  <a:moveTo>
                    <a:pt x="20" y="8"/>
                  </a:move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moveTo>
                    <a:pt x="20" y="8"/>
                  </a:moveTo>
                  <a:cubicBezTo>
                    <a:pt x="20" y="8"/>
                    <a:pt x="20" y="8"/>
                    <a:pt x="20" y="8"/>
                  </a:cubicBezTo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moveTo>
                    <a:pt x="18" y="6"/>
                  </a:moveTo>
                  <a:cubicBezTo>
                    <a:pt x="18" y="6"/>
                    <a:pt x="18" y="6"/>
                    <a:pt x="18" y="6"/>
                  </a:cubicBezTo>
                  <a:moveTo>
                    <a:pt x="14" y="3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5"/>
                  </a:cubicBezTo>
                  <a:cubicBezTo>
                    <a:pt x="14" y="6"/>
                    <a:pt x="14" y="7"/>
                    <a:pt x="14" y="7"/>
                  </a:cubicBezTo>
                  <a:cubicBezTo>
                    <a:pt x="15" y="8"/>
                    <a:pt x="15" y="8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4" y="31"/>
                    <a:pt x="3" y="32"/>
                    <a:pt x="2" y="33"/>
                  </a:cubicBezTo>
                  <a:cubicBezTo>
                    <a:pt x="1" y="34"/>
                    <a:pt x="0" y="36"/>
                    <a:pt x="0" y="37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2" y="42"/>
                    <a:pt x="3" y="42"/>
                    <a:pt x="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4" y="25"/>
                    <a:pt x="56" y="24"/>
                    <a:pt x="57" y="23"/>
                  </a:cubicBezTo>
                  <a:cubicBezTo>
                    <a:pt x="58" y="22"/>
                    <a:pt x="59" y="21"/>
                    <a:pt x="59" y="19"/>
                  </a:cubicBezTo>
                  <a:cubicBezTo>
                    <a:pt x="59" y="17"/>
                    <a:pt x="58" y="16"/>
                    <a:pt x="57" y="15"/>
                  </a:cubicBezTo>
                  <a:cubicBezTo>
                    <a:pt x="56" y="14"/>
                    <a:pt x="55" y="13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7" y="7"/>
                    <a:pt x="37" y="7"/>
                    <a:pt x="38" y="7"/>
                  </a:cubicBezTo>
                  <a:cubicBezTo>
                    <a:pt x="43" y="7"/>
                    <a:pt x="49" y="7"/>
                    <a:pt x="54" y="7"/>
                  </a:cubicBezTo>
                  <a:cubicBezTo>
                    <a:pt x="54" y="7"/>
                    <a:pt x="55" y="7"/>
                    <a:pt x="55" y="7"/>
                  </a:cubicBezTo>
                  <a:cubicBezTo>
                    <a:pt x="42" y="5"/>
                    <a:pt x="28" y="4"/>
                    <a:pt x="14" y="3"/>
                  </a:cubicBezTo>
                  <a:moveTo>
                    <a:pt x="56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0"/>
                    <a:pt x="19" y="0"/>
                  </a:cubicBezTo>
                  <a:cubicBezTo>
                    <a:pt x="18" y="1"/>
                    <a:pt x="18" y="1"/>
                    <a:pt x="17" y="1"/>
                  </a:cubicBezTo>
                  <a:cubicBezTo>
                    <a:pt x="16" y="1"/>
                    <a:pt x="16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9" y="2"/>
                    <a:pt x="23" y="2"/>
                    <a:pt x="26" y="2"/>
                  </a:cubicBezTo>
                  <a:cubicBezTo>
                    <a:pt x="37" y="2"/>
                    <a:pt x="48" y="2"/>
                    <a:pt x="58" y="3"/>
                  </a:cubicBezTo>
                  <a:cubicBezTo>
                    <a:pt x="57" y="2"/>
                    <a:pt x="57" y="1"/>
                    <a:pt x="56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7" name="Freeform 243">
              <a:extLst>
                <a:ext uri="{FF2B5EF4-FFF2-40B4-BE49-F238E27FC236}">
                  <a16:creationId xmlns:a16="http://schemas.microsoft.com/office/drawing/2014/main" id="{7B93D2F5-2D1B-4ECA-9D3E-EA79D7620A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6" y="1511"/>
              <a:ext cx="70" cy="40"/>
            </a:xfrm>
            <a:custGeom>
              <a:avLst/>
              <a:gdLst>
                <a:gd name="T0" fmla="*/ 283 w 28"/>
                <a:gd name="T1" fmla="*/ 113 h 16"/>
                <a:gd name="T2" fmla="*/ 283 w 28"/>
                <a:gd name="T3" fmla="*/ 113 h 16"/>
                <a:gd name="T4" fmla="*/ 283 w 28"/>
                <a:gd name="T5" fmla="*/ 113 h 16"/>
                <a:gd name="T6" fmla="*/ 283 w 28"/>
                <a:gd name="T7" fmla="*/ 113 h 16"/>
                <a:gd name="T8" fmla="*/ 283 w 28"/>
                <a:gd name="T9" fmla="*/ 113 h 16"/>
                <a:gd name="T10" fmla="*/ 283 w 28"/>
                <a:gd name="T11" fmla="*/ 113 h 16"/>
                <a:gd name="T12" fmla="*/ 283 w 28"/>
                <a:gd name="T13" fmla="*/ 0 h 16"/>
                <a:gd name="T14" fmla="*/ 220 w 28"/>
                <a:gd name="T15" fmla="*/ 33 h 16"/>
                <a:gd name="T16" fmla="*/ 175 w 28"/>
                <a:gd name="T17" fmla="*/ 113 h 16"/>
                <a:gd name="T18" fmla="*/ 175 w 28"/>
                <a:gd name="T19" fmla="*/ 113 h 16"/>
                <a:gd name="T20" fmla="*/ 158 w 28"/>
                <a:gd name="T21" fmla="*/ 208 h 16"/>
                <a:gd name="T22" fmla="*/ 158 w 28"/>
                <a:gd name="T23" fmla="*/ 220 h 16"/>
                <a:gd name="T24" fmla="*/ 145 w 28"/>
                <a:gd name="T25" fmla="*/ 208 h 16"/>
                <a:gd name="T26" fmla="*/ 145 w 28"/>
                <a:gd name="T27" fmla="*/ 208 h 16"/>
                <a:gd name="T28" fmla="*/ 125 w 28"/>
                <a:gd name="T29" fmla="*/ 188 h 16"/>
                <a:gd name="T30" fmla="*/ 125 w 28"/>
                <a:gd name="T31" fmla="*/ 188 h 16"/>
                <a:gd name="T32" fmla="*/ 63 w 28"/>
                <a:gd name="T33" fmla="*/ 145 h 16"/>
                <a:gd name="T34" fmla="*/ 50 w 28"/>
                <a:gd name="T35" fmla="*/ 145 h 16"/>
                <a:gd name="T36" fmla="*/ 0 w 28"/>
                <a:gd name="T37" fmla="*/ 220 h 16"/>
                <a:gd name="T38" fmla="*/ 20 w 28"/>
                <a:gd name="T39" fmla="*/ 250 h 16"/>
                <a:gd name="T40" fmla="*/ 283 w 28"/>
                <a:gd name="T41" fmla="*/ 250 h 16"/>
                <a:gd name="T42" fmla="*/ 283 w 28"/>
                <a:gd name="T43" fmla="*/ 220 h 16"/>
                <a:gd name="T44" fmla="*/ 283 w 28"/>
                <a:gd name="T45" fmla="*/ 188 h 16"/>
                <a:gd name="T46" fmla="*/ 300 w 28"/>
                <a:gd name="T47" fmla="*/ 125 h 16"/>
                <a:gd name="T48" fmla="*/ 300 w 28"/>
                <a:gd name="T49" fmla="*/ 125 h 16"/>
                <a:gd name="T50" fmla="*/ 300 w 28"/>
                <a:gd name="T51" fmla="*/ 145 h 16"/>
                <a:gd name="T52" fmla="*/ 363 w 28"/>
                <a:gd name="T53" fmla="*/ 188 h 16"/>
                <a:gd name="T54" fmla="*/ 375 w 28"/>
                <a:gd name="T55" fmla="*/ 175 h 16"/>
                <a:gd name="T56" fmla="*/ 425 w 28"/>
                <a:gd name="T57" fmla="*/ 113 h 16"/>
                <a:gd name="T58" fmla="*/ 395 w 28"/>
                <a:gd name="T59" fmla="*/ 50 h 16"/>
                <a:gd name="T60" fmla="*/ 375 w 28"/>
                <a:gd name="T61" fmla="*/ 33 h 16"/>
                <a:gd name="T62" fmla="*/ 283 w 28"/>
                <a:gd name="T63" fmla="*/ 0 h 1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8" h="16">
                  <a:moveTo>
                    <a:pt x="18" y="7"/>
                  </a:moveTo>
                  <a:cubicBezTo>
                    <a:pt x="18" y="7"/>
                    <a:pt x="18" y="7"/>
                    <a:pt x="18" y="7"/>
                  </a:cubicBezTo>
                  <a:moveTo>
                    <a:pt x="18" y="7"/>
                  </a:moveTo>
                  <a:cubicBezTo>
                    <a:pt x="18" y="7"/>
                    <a:pt x="18" y="7"/>
                    <a:pt x="18" y="7"/>
                  </a:cubicBezTo>
                  <a:moveTo>
                    <a:pt x="18" y="7"/>
                  </a:moveTo>
                  <a:cubicBezTo>
                    <a:pt x="18" y="7"/>
                    <a:pt x="18" y="7"/>
                    <a:pt x="18" y="7"/>
                  </a:cubicBezTo>
                  <a:moveTo>
                    <a:pt x="18" y="0"/>
                  </a:moveTo>
                  <a:cubicBezTo>
                    <a:pt x="17" y="0"/>
                    <a:pt x="15" y="0"/>
                    <a:pt x="14" y="2"/>
                  </a:cubicBezTo>
                  <a:cubicBezTo>
                    <a:pt x="12" y="3"/>
                    <a:pt x="11" y="5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9"/>
                    <a:pt x="10" y="12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6" y="9"/>
                    <a:pt x="4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1" y="10"/>
                    <a:pt x="0" y="12"/>
                    <a:pt x="0" y="14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5"/>
                    <a:pt x="18" y="14"/>
                    <a:pt x="18" y="14"/>
                  </a:cubicBezTo>
                  <a:cubicBezTo>
                    <a:pt x="18" y="13"/>
                    <a:pt x="18" y="13"/>
                    <a:pt x="18" y="12"/>
                  </a:cubicBezTo>
                  <a:cubicBezTo>
                    <a:pt x="19" y="11"/>
                    <a:pt x="19" y="9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11"/>
                    <a:pt x="22" y="12"/>
                    <a:pt x="23" y="12"/>
                  </a:cubicBezTo>
                  <a:cubicBezTo>
                    <a:pt x="24" y="12"/>
                    <a:pt x="24" y="12"/>
                    <a:pt x="24" y="11"/>
                  </a:cubicBezTo>
                  <a:cubicBezTo>
                    <a:pt x="27" y="11"/>
                    <a:pt x="28" y="9"/>
                    <a:pt x="27" y="7"/>
                  </a:cubicBezTo>
                  <a:cubicBezTo>
                    <a:pt x="27" y="5"/>
                    <a:pt x="26" y="4"/>
                    <a:pt x="25" y="3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2" y="1"/>
                    <a:pt x="20" y="0"/>
                    <a:pt x="18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8" name="Freeform 244">
              <a:extLst>
                <a:ext uri="{FF2B5EF4-FFF2-40B4-BE49-F238E27FC236}">
                  <a16:creationId xmlns:a16="http://schemas.microsoft.com/office/drawing/2014/main" id="{E8CF6E4F-41CE-4C85-BD1A-ECAB570963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1" y="1466"/>
              <a:ext cx="72" cy="50"/>
            </a:xfrm>
            <a:custGeom>
              <a:avLst/>
              <a:gdLst>
                <a:gd name="T0" fmla="*/ 290 w 29"/>
                <a:gd name="T1" fmla="*/ 113 h 20"/>
                <a:gd name="T2" fmla="*/ 290 w 29"/>
                <a:gd name="T3" fmla="*/ 113 h 20"/>
                <a:gd name="T4" fmla="*/ 290 w 29"/>
                <a:gd name="T5" fmla="*/ 113 h 20"/>
                <a:gd name="T6" fmla="*/ 290 w 29"/>
                <a:gd name="T7" fmla="*/ 113 h 20"/>
                <a:gd name="T8" fmla="*/ 290 w 29"/>
                <a:gd name="T9" fmla="*/ 0 h 20"/>
                <a:gd name="T10" fmla="*/ 216 w 29"/>
                <a:gd name="T11" fmla="*/ 33 h 20"/>
                <a:gd name="T12" fmla="*/ 184 w 29"/>
                <a:gd name="T13" fmla="*/ 113 h 20"/>
                <a:gd name="T14" fmla="*/ 166 w 29"/>
                <a:gd name="T15" fmla="*/ 188 h 20"/>
                <a:gd name="T16" fmla="*/ 166 w 29"/>
                <a:gd name="T17" fmla="*/ 188 h 20"/>
                <a:gd name="T18" fmla="*/ 154 w 29"/>
                <a:gd name="T19" fmla="*/ 188 h 20"/>
                <a:gd name="T20" fmla="*/ 154 w 29"/>
                <a:gd name="T21" fmla="*/ 188 h 20"/>
                <a:gd name="T22" fmla="*/ 154 w 29"/>
                <a:gd name="T23" fmla="*/ 188 h 20"/>
                <a:gd name="T24" fmla="*/ 154 w 29"/>
                <a:gd name="T25" fmla="*/ 188 h 20"/>
                <a:gd name="T26" fmla="*/ 124 w 29"/>
                <a:gd name="T27" fmla="*/ 175 h 20"/>
                <a:gd name="T28" fmla="*/ 124 w 29"/>
                <a:gd name="T29" fmla="*/ 175 h 20"/>
                <a:gd name="T30" fmla="*/ 62 w 29"/>
                <a:gd name="T31" fmla="*/ 125 h 20"/>
                <a:gd name="T32" fmla="*/ 42 w 29"/>
                <a:gd name="T33" fmla="*/ 125 h 20"/>
                <a:gd name="T34" fmla="*/ 0 w 29"/>
                <a:gd name="T35" fmla="*/ 208 h 20"/>
                <a:gd name="T36" fmla="*/ 30 w 29"/>
                <a:gd name="T37" fmla="*/ 250 h 20"/>
                <a:gd name="T38" fmla="*/ 42 w 29"/>
                <a:gd name="T39" fmla="*/ 270 h 20"/>
                <a:gd name="T40" fmla="*/ 137 w 29"/>
                <a:gd name="T41" fmla="*/ 313 h 20"/>
                <a:gd name="T42" fmla="*/ 154 w 29"/>
                <a:gd name="T43" fmla="*/ 313 h 20"/>
                <a:gd name="T44" fmla="*/ 166 w 29"/>
                <a:gd name="T45" fmla="*/ 313 h 20"/>
                <a:gd name="T46" fmla="*/ 228 w 29"/>
                <a:gd name="T47" fmla="*/ 300 h 20"/>
                <a:gd name="T48" fmla="*/ 290 w 29"/>
                <a:gd name="T49" fmla="*/ 220 h 20"/>
                <a:gd name="T50" fmla="*/ 308 w 29"/>
                <a:gd name="T51" fmla="*/ 125 h 20"/>
                <a:gd name="T52" fmla="*/ 308 w 29"/>
                <a:gd name="T53" fmla="*/ 125 h 20"/>
                <a:gd name="T54" fmla="*/ 308 w 29"/>
                <a:gd name="T55" fmla="*/ 145 h 20"/>
                <a:gd name="T56" fmla="*/ 320 w 29"/>
                <a:gd name="T57" fmla="*/ 145 h 20"/>
                <a:gd name="T58" fmla="*/ 370 w 29"/>
                <a:gd name="T59" fmla="*/ 188 h 20"/>
                <a:gd name="T60" fmla="*/ 382 w 29"/>
                <a:gd name="T61" fmla="*/ 188 h 20"/>
                <a:gd name="T62" fmla="*/ 432 w 29"/>
                <a:gd name="T63" fmla="*/ 113 h 20"/>
                <a:gd name="T64" fmla="*/ 382 w 29"/>
                <a:gd name="T65" fmla="*/ 33 h 20"/>
                <a:gd name="T66" fmla="*/ 382 w 29"/>
                <a:gd name="T67" fmla="*/ 33 h 20"/>
                <a:gd name="T68" fmla="*/ 290 w 29"/>
                <a:gd name="T69" fmla="*/ 0 h 20"/>
                <a:gd name="T70" fmla="*/ 290 w 29"/>
                <a:gd name="T71" fmla="*/ 0 h 2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9" h="20"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moveTo>
                    <a:pt x="19" y="0"/>
                  </a:moveTo>
                  <a:cubicBezTo>
                    <a:pt x="18" y="0"/>
                    <a:pt x="16" y="1"/>
                    <a:pt x="14" y="2"/>
                  </a:cubicBezTo>
                  <a:cubicBezTo>
                    <a:pt x="13" y="3"/>
                    <a:pt x="12" y="5"/>
                    <a:pt x="12" y="7"/>
                  </a:cubicBezTo>
                  <a:cubicBezTo>
                    <a:pt x="12" y="9"/>
                    <a:pt x="11" y="11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2"/>
                    <a:pt x="9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1" y="8"/>
                    <a:pt x="0" y="10"/>
                    <a:pt x="0" y="13"/>
                  </a:cubicBezTo>
                  <a:cubicBezTo>
                    <a:pt x="0" y="13"/>
                    <a:pt x="1" y="14"/>
                    <a:pt x="2" y="16"/>
                  </a:cubicBezTo>
                  <a:cubicBezTo>
                    <a:pt x="2" y="16"/>
                    <a:pt x="3" y="17"/>
                    <a:pt x="3" y="17"/>
                  </a:cubicBezTo>
                  <a:cubicBezTo>
                    <a:pt x="4" y="18"/>
                    <a:pt x="6" y="20"/>
                    <a:pt x="9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1" y="20"/>
                  </a:cubicBezTo>
                  <a:cubicBezTo>
                    <a:pt x="12" y="20"/>
                    <a:pt x="14" y="19"/>
                    <a:pt x="15" y="19"/>
                  </a:cubicBezTo>
                  <a:cubicBezTo>
                    <a:pt x="17" y="17"/>
                    <a:pt x="18" y="15"/>
                    <a:pt x="19" y="14"/>
                  </a:cubicBezTo>
                  <a:cubicBezTo>
                    <a:pt x="19" y="12"/>
                    <a:pt x="19" y="10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1" y="9"/>
                  </a:cubicBezTo>
                  <a:cubicBezTo>
                    <a:pt x="21" y="11"/>
                    <a:pt x="23" y="12"/>
                    <a:pt x="24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7" y="11"/>
                    <a:pt x="29" y="9"/>
                    <a:pt x="28" y="7"/>
                  </a:cubicBezTo>
                  <a:cubicBezTo>
                    <a:pt x="27" y="5"/>
                    <a:pt x="26" y="3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3" y="1"/>
                    <a:pt x="21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9" name="Freeform 245">
              <a:extLst>
                <a:ext uri="{FF2B5EF4-FFF2-40B4-BE49-F238E27FC236}">
                  <a16:creationId xmlns:a16="http://schemas.microsoft.com/office/drawing/2014/main" id="{64DD032B-FCCC-44B2-89C3-B6E96503C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558"/>
              <a:ext cx="65" cy="60"/>
            </a:xfrm>
            <a:custGeom>
              <a:avLst/>
              <a:gdLst>
                <a:gd name="T0" fmla="*/ 375 w 26"/>
                <a:gd name="T1" fmla="*/ 0 h 24"/>
                <a:gd name="T2" fmla="*/ 20 w 26"/>
                <a:gd name="T3" fmla="*/ 0 h 24"/>
                <a:gd name="T4" fmla="*/ 0 w 26"/>
                <a:gd name="T5" fmla="*/ 20 h 24"/>
                <a:gd name="T6" fmla="*/ 20 w 26"/>
                <a:gd name="T7" fmla="*/ 50 h 24"/>
                <a:gd name="T8" fmla="*/ 270 w 26"/>
                <a:gd name="T9" fmla="*/ 50 h 24"/>
                <a:gd name="T10" fmla="*/ 270 w 26"/>
                <a:gd name="T11" fmla="*/ 113 h 24"/>
                <a:gd name="T12" fmla="*/ 20 w 26"/>
                <a:gd name="T13" fmla="*/ 113 h 24"/>
                <a:gd name="T14" fmla="*/ 20 w 26"/>
                <a:gd name="T15" fmla="*/ 188 h 24"/>
                <a:gd name="T16" fmla="*/ 0 w 26"/>
                <a:gd name="T17" fmla="*/ 375 h 24"/>
                <a:gd name="T18" fmla="*/ 375 w 26"/>
                <a:gd name="T19" fmla="*/ 375 h 24"/>
                <a:gd name="T20" fmla="*/ 408 w 26"/>
                <a:gd name="T21" fmla="*/ 188 h 24"/>
                <a:gd name="T22" fmla="*/ 375 w 26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24">
                  <a:moveTo>
                    <a:pt x="2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10"/>
                    <a:pt x="1" y="12"/>
                  </a:cubicBezTo>
                  <a:cubicBezTo>
                    <a:pt x="1" y="16"/>
                    <a:pt x="1" y="20"/>
                    <a:pt x="0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5" y="21"/>
                    <a:pt x="26" y="16"/>
                    <a:pt x="26" y="12"/>
                  </a:cubicBezTo>
                  <a:cubicBezTo>
                    <a:pt x="26" y="7"/>
                    <a:pt x="25" y="3"/>
                    <a:pt x="24" y="0"/>
                  </a:cubicBezTo>
                </a:path>
              </a:pathLst>
            </a:custGeom>
            <a:solidFill>
              <a:srgbClr val="C6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0" name="Freeform 246">
              <a:extLst>
                <a:ext uri="{FF2B5EF4-FFF2-40B4-BE49-F238E27FC236}">
                  <a16:creationId xmlns:a16="http://schemas.microsoft.com/office/drawing/2014/main" id="{743C14F0-835B-431C-B7C6-96C5BEBC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566"/>
              <a:ext cx="40" cy="10"/>
            </a:xfrm>
            <a:custGeom>
              <a:avLst/>
              <a:gdLst>
                <a:gd name="T0" fmla="*/ 250 w 16"/>
                <a:gd name="T1" fmla="*/ 0 h 4"/>
                <a:gd name="T2" fmla="*/ 0 w 16"/>
                <a:gd name="T3" fmla="*/ 0 h 4"/>
                <a:gd name="T4" fmla="*/ 0 w 16"/>
                <a:gd name="T5" fmla="*/ 63 h 4"/>
                <a:gd name="T6" fmla="*/ 250 w 16"/>
                <a:gd name="T7" fmla="*/ 63 h 4"/>
                <a:gd name="T8" fmla="*/ 250 w 1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F2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1" name="Freeform 247">
              <a:extLst>
                <a:ext uri="{FF2B5EF4-FFF2-40B4-BE49-F238E27FC236}">
                  <a16:creationId xmlns:a16="http://schemas.microsoft.com/office/drawing/2014/main" id="{34E89AB4-5127-4157-A739-11596910A7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6" y="1558"/>
              <a:ext cx="42" cy="60"/>
            </a:xfrm>
            <a:custGeom>
              <a:avLst/>
              <a:gdLst>
                <a:gd name="T0" fmla="*/ 257 w 17"/>
                <a:gd name="T1" fmla="*/ 113 h 24"/>
                <a:gd name="T2" fmla="*/ 30 w 17"/>
                <a:gd name="T3" fmla="*/ 113 h 24"/>
                <a:gd name="T4" fmla="*/ 30 w 17"/>
                <a:gd name="T5" fmla="*/ 188 h 24"/>
                <a:gd name="T6" fmla="*/ 0 w 17"/>
                <a:gd name="T7" fmla="*/ 375 h 24"/>
                <a:gd name="T8" fmla="*/ 245 w 17"/>
                <a:gd name="T9" fmla="*/ 375 h 24"/>
                <a:gd name="T10" fmla="*/ 257 w 17"/>
                <a:gd name="T11" fmla="*/ 188 h 24"/>
                <a:gd name="T12" fmla="*/ 257 w 17"/>
                <a:gd name="T13" fmla="*/ 113 h 24"/>
                <a:gd name="T14" fmla="*/ 212 w 17"/>
                <a:gd name="T15" fmla="*/ 0 h 24"/>
                <a:gd name="T16" fmla="*/ 0 w 17"/>
                <a:gd name="T17" fmla="*/ 0 h 24"/>
                <a:gd name="T18" fmla="*/ 12 w 17"/>
                <a:gd name="T19" fmla="*/ 50 h 24"/>
                <a:gd name="T20" fmla="*/ 257 w 17"/>
                <a:gd name="T21" fmla="*/ 50 h 24"/>
                <a:gd name="T22" fmla="*/ 245 w 17"/>
                <a:gd name="T23" fmla="*/ 33 h 24"/>
                <a:gd name="T24" fmla="*/ 212 w 17"/>
                <a:gd name="T25" fmla="*/ 0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" h="24">
                  <a:moveTo>
                    <a:pt x="17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10"/>
                    <a:pt x="2" y="12"/>
                  </a:cubicBezTo>
                  <a:cubicBezTo>
                    <a:pt x="2" y="16"/>
                    <a:pt x="1" y="20"/>
                    <a:pt x="0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7" y="21"/>
                    <a:pt x="17" y="16"/>
                    <a:pt x="17" y="12"/>
                  </a:cubicBezTo>
                  <a:cubicBezTo>
                    <a:pt x="17" y="10"/>
                    <a:pt x="17" y="8"/>
                    <a:pt x="17" y="7"/>
                  </a:cubicBezTo>
                  <a:moveTo>
                    <a:pt x="1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2"/>
                    <a:pt x="16" y="2"/>
                  </a:cubicBezTo>
                  <a:cubicBezTo>
                    <a:pt x="15" y="2"/>
                    <a:pt x="14" y="1"/>
                    <a:pt x="14" y="0"/>
                  </a:cubicBezTo>
                </a:path>
              </a:pathLst>
            </a:custGeom>
            <a:solidFill>
              <a:srgbClr val="8A9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2" name="Freeform 248">
              <a:extLst>
                <a:ext uri="{FF2B5EF4-FFF2-40B4-BE49-F238E27FC236}">
                  <a16:creationId xmlns:a16="http://schemas.microsoft.com/office/drawing/2014/main" id="{E27725C8-8369-47C0-818C-968A62946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566"/>
              <a:ext cx="40" cy="10"/>
            </a:xfrm>
            <a:custGeom>
              <a:avLst/>
              <a:gdLst>
                <a:gd name="T0" fmla="*/ 250 w 16"/>
                <a:gd name="T1" fmla="*/ 0 h 4"/>
                <a:gd name="T2" fmla="*/ 0 w 16"/>
                <a:gd name="T3" fmla="*/ 0 h 4"/>
                <a:gd name="T4" fmla="*/ 20 w 16"/>
                <a:gd name="T5" fmla="*/ 63 h 4"/>
                <a:gd name="T6" fmla="*/ 250 w 16"/>
                <a:gd name="T7" fmla="*/ 63 h 4"/>
                <a:gd name="T8" fmla="*/ 250 w 1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1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2"/>
                    <a:pt x="16" y="1"/>
                    <a:pt x="16" y="0"/>
                  </a:cubicBezTo>
                </a:path>
              </a:pathLst>
            </a:custGeom>
            <a:solidFill>
              <a:srgbClr val="F2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3" name="Freeform 249">
              <a:extLst>
                <a:ext uri="{FF2B5EF4-FFF2-40B4-BE49-F238E27FC236}">
                  <a16:creationId xmlns:a16="http://schemas.microsoft.com/office/drawing/2014/main" id="{162014D8-2B72-4A58-8338-D02BF5BF64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8" y="1558"/>
              <a:ext cx="1145" cy="60"/>
            </a:xfrm>
            <a:custGeom>
              <a:avLst/>
              <a:gdLst>
                <a:gd name="T0" fmla="*/ 7145 w 458"/>
                <a:gd name="T1" fmla="*/ 113 h 24"/>
                <a:gd name="T2" fmla="*/ 20 w 458"/>
                <a:gd name="T3" fmla="*/ 113 h 24"/>
                <a:gd name="T4" fmla="*/ 0 w 458"/>
                <a:gd name="T5" fmla="*/ 188 h 24"/>
                <a:gd name="T6" fmla="*/ 33 w 458"/>
                <a:gd name="T7" fmla="*/ 375 h 24"/>
                <a:gd name="T8" fmla="*/ 7125 w 458"/>
                <a:gd name="T9" fmla="*/ 375 h 24"/>
                <a:gd name="T10" fmla="*/ 7158 w 458"/>
                <a:gd name="T11" fmla="*/ 188 h 24"/>
                <a:gd name="T12" fmla="*/ 7145 w 458"/>
                <a:gd name="T13" fmla="*/ 113 h 24"/>
                <a:gd name="T14" fmla="*/ 7125 w 458"/>
                <a:gd name="T15" fmla="*/ 0 h 24"/>
                <a:gd name="T16" fmla="*/ 33 w 458"/>
                <a:gd name="T17" fmla="*/ 0 h 24"/>
                <a:gd name="T18" fmla="*/ 20 w 458"/>
                <a:gd name="T19" fmla="*/ 50 h 24"/>
                <a:gd name="T20" fmla="*/ 7145 w 458"/>
                <a:gd name="T21" fmla="*/ 50 h 24"/>
                <a:gd name="T22" fmla="*/ 7125 w 458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8" h="24">
                  <a:moveTo>
                    <a:pt x="457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0" y="16"/>
                    <a:pt x="1" y="21"/>
                    <a:pt x="2" y="24"/>
                  </a:cubicBezTo>
                  <a:cubicBezTo>
                    <a:pt x="456" y="24"/>
                    <a:pt x="456" y="24"/>
                    <a:pt x="456" y="24"/>
                  </a:cubicBezTo>
                  <a:cubicBezTo>
                    <a:pt x="457" y="21"/>
                    <a:pt x="458" y="16"/>
                    <a:pt x="458" y="12"/>
                  </a:cubicBezTo>
                  <a:cubicBezTo>
                    <a:pt x="458" y="10"/>
                    <a:pt x="458" y="8"/>
                    <a:pt x="457" y="7"/>
                  </a:cubicBezTo>
                  <a:moveTo>
                    <a:pt x="45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457" y="3"/>
                    <a:pt x="457" y="3"/>
                    <a:pt x="457" y="3"/>
                  </a:cubicBezTo>
                  <a:cubicBezTo>
                    <a:pt x="457" y="2"/>
                    <a:pt x="457" y="1"/>
                    <a:pt x="456" y="0"/>
                  </a:cubicBezTo>
                </a:path>
              </a:pathLst>
            </a:custGeom>
            <a:solidFill>
              <a:srgbClr val="C6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4" name="Freeform 250">
              <a:extLst>
                <a:ext uri="{FF2B5EF4-FFF2-40B4-BE49-F238E27FC236}">
                  <a16:creationId xmlns:a16="http://schemas.microsoft.com/office/drawing/2014/main" id="{DBCDF4C5-CB0A-4479-AD4A-D4697A08E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566"/>
              <a:ext cx="1140" cy="10"/>
            </a:xfrm>
            <a:custGeom>
              <a:avLst/>
              <a:gdLst>
                <a:gd name="T0" fmla="*/ 7125 w 456"/>
                <a:gd name="T1" fmla="*/ 0 h 4"/>
                <a:gd name="T2" fmla="*/ 0 w 456"/>
                <a:gd name="T3" fmla="*/ 0 h 4"/>
                <a:gd name="T4" fmla="*/ 0 w 456"/>
                <a:gd name="T5" fmla="*/ 63 h 4"/>
                <a:gd name="T6" fmla="*/ 7125 w 456"/>
                <a:gd name="T7" fmla="*/ 63 h 4"/>
                <a:gd name="T8" fmla="*/ 7125 w 45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4">
                  <a:moveTo>
                    <a:pt x="45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456" y="4"/>
                    <a:pt x="456" y="4"/>
                    <a:pt x="456" y="4"/>
                  </a:cubicBezTo>
                  <a:cubicBezTo>
                    <a:pt x="456" y="2"/>
                    <a:pt x="456" y="1"/>
                    <a:pt x="456" y="0"/>
                  </a:cubicBezTo>
                </a:path>
              </a:pathLst>
            </a:custGeom>
            <a:solidFill>
              <a:srgbClr val="F2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5" name="Freeform 251">
              <a:extLst>
                <a:ext uri="{FF2B5EF4-FFF2-40B4-BE49-F238E27FC236}">
                  <a16:creationId xmlns:a16="http://schemas.microsoft.com/office/drawing/2014/main" id="{C56DCBC7-D6CD-48B9-974A-B128B8B5DC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8" y="1558"/>
              <a:ext cx="58" cy="60"/>
            </a:xfrm>
            <a:custGeom>
              <a:avLst/>
              <a:gdLst>
                <a:gd name="T0" fmla="*/ 351 w 23"/>
                <a:gd name="T1" fmla="*/ 20 h 24"/>
                <a:gd name="T2" fmla="*/ 318 w 23"/>
                <a:gd name="T3" fmla="*/ 33 h 24"/>
                <a:gd name="T4" fmla="*/ 305 w 23"/>
                <a:gd name="T5" fmla="*/ 33 h 24"/>
                <a:gd name="T6" fmla="*/ 318 w 23"/>
                <a:gd name="T7" fmla="*/ 50 h 24"/>
                <a:gd name="T8" fmla="*/ 318 w 23"/>
                <a:gd name="T9" fmla="*/ 113 h 24"/>
                <a:gd name="T10" fmla="*/ 318 w 23"/>
                <a:gd name="T11" fmla="*/ 188 h 24"/>
                <a:gd name="T12" fmla="*/ 305 w 23"/>
                <a:gd name="T13" fmla="*/ 375 h 24"/>
                <a:gd name="T14" fmla="*/ 351 w 23"/>
                <a:gd name="T15" fmla="*/ 375 h 24"/>
                <a:gd name="T16" fmla="*/ 368 w 23"/>
                <a:gd name="T17" fmla="*/ 188 h 24"/>
                <a:gd name="T18" fmla="*/ 368 w 23"/>
                <a:gd name="T19" fmla="*/ 113 h 24"/>
                <a:gd name="T20" fmla="*/ 368 w 23"/>
                <a:gd name="T21" fmla="*/ 50 h 24"/>
                <a:gd name="T22" fmla="*/ 351 w 23"/>
                <a:gd name="T23" fmla="*/ 20 h 24"/>
                <a:gd name="T24" fmla="*/ 272 w 23"/>
                <a:gd name="T25" fmla="*/ 0 h 24"/>
                <a:gd name="T26" fmla="*/ 0 w 23"/>
                <a:gd name="T27" fmla="*/ 0 h 24"/>
                <a:gd name="T28" fmla="*/ 20 w 23"/>
                <a:gd name="T29" fmla="*/ 50 h 24"/>
                <a:gd name="T30" fmla="*/ 20 w 23"/>
                <a:gd name="T31" fmla="*/ 113 h 24"/>
                <a:gd name="T32" fmla="*/ 33 w 23"/>
                <a:gd name="T33" fmla="*/ 188 h 24"/>
                <a:gd name="T34" fmla="*/ 0 w 23"/>
                <a:gd name="T35" fmla="*/ 375 h 24"/>
                <a:gd name="T36" fmla="*/ 50 w 23"/>
                <a:gd name="T37" fmla="*/ 375 h 24"/>
                <a:gd name="T38" fmla="*/ 83 w 23"/>
                <a:gd name="T39" fmla="*/ 188 h 24"/>
                <a:gd name="T40" fmla="*/ 83 w 23"/>
                <a:gd name="T41" fmla="*/ 113 h 24"/>
                <a:gd name="T42" fmla="*/ 63 w 23"/>
                <a:gd name="T43" fmla="*/ 50 h 24"/>
                <a:gd name="T44" fmla="*/ 50 w 23"/>
                <a:gd name="T45" fmla="*/ 0 h 24"/>
                <a:gd name="T46" fmla="*/ 272 w 23"/>
                <a:gd name="T47" fmla="*/ 0 h 24"/>
                <a:gd name="T48" fmla="*/ 272 w 23"/>
                <a:gd name="T49" fmla="*/ 0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3" h="24">
                  <a:moveTo>
                    <a:pt x="22" y="1"/>
                  </a:moveTo>
                  <a:cubicBezTo>
                    <a:pt x="22" y="2"/>
                    <a:pt x="21" y="2"/>
                    <a:pt x="20" y="2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20" y="2"/>
                    <a:pt x="20" y="3"/>
                    <a:pt x="20" y="3"/>
                  </a:cubicBezTo>
                  <a:cubicBezTo>
                    <a:pt x="20" y="4"/>
                    <a:pt x="20" y="5"/>
                    <a:pt x="20" y="7"/>
                  </a:cubicBezTo>
                  <a:cubicBezTo>
                    <a:pt x="20" y="8"/>
                    <a:pt x="20" y="10"/>
                    <a:pt x="20" y="12"/>
                  </a:cubicBezTo>
                  <a:cubicBezTo>
                    <a:pt x="20" y="16"/>
                    <a:pt x="20" y="21"/>
                    <a:pt x="19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0"/>
                    <a:pt x="23" y="16"/>
                    <a:pt x="23" y="12"/>
                  </a:cubicBezTo>
                  <a:cubicBezTo>
                    <a:pt x="23" y="10"/>
                    <a:pt x="23" y="8"/>
                    <a:pt x="23" y="7"/>
                  </a:cubicBezTo>
                  <a:cubicBezTo>
                    <a:pt x="23" y="5"/>
                    <a:pt x="23" y="4"/>
                    <a:pt x="23" y="3"/>
                  </a:cubicBezTo>
                  <a:cubicBezTo>
                    <a:pt x="23" y="2"/>
                    <a:pt x="22" y="2"/>
                    <a:pt x="22" y="1"/>
                  </a:cubicBezTo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" y="4"/>
                    <a:pt x="1" y="5"/>
                    <a:pt x="1" y="7"/>
                  </a:cubicBezTo>
                  <a:cubicBezTo>
                    <a:pt x="2" y="8"/>
                    <a:pt x="2" y="10"/>
                    <a:pt x="2" y="12"/>
                  </a:cubicBezTo>
                  <a:cubicBezTo>
                    <a:pt x="2" y="16"/>
                    <a:pt x="1" y="21"/>
                    <a:pt x="0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0"/>
                    <a:pt x="5" y="16"/>
                    <a:pt x="5" y="12"/>
                  </a:cubicBezTo>
                  <a:cubicBezTo>
                    <a:pt x="5" y="10"/>
                    <a:pt x="5" y="8"/>
                    <a:pt x="5" y="7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solidFill>
              <a:srgbClr val="94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6" name="Freeform 252">
              <a:extLst>
                <a:ext uri="{FF2B5EF4-FFF2-40B4-BE49-F238E27FC236}">
                  <a16:creationId xmlns:a16="http://schemas.microsoft.com/office/drawing/2014/main" id="{61366C30-993F-405C-907B-BD1C1DE74B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3" y="1558"/>
              <a:ext cx="43" cy="60"/>
            </a:xfrm>
            <a:custGeom>
              <a:avLst/>
              <a:gdLst>
                <a:gd name="T0" fmla="*/ 255 w 17"/>
                <a:gd name="T1" fmla="*/ 113 h 24"/>
                <a:gd name="T2" fmla="*/ 0 w 17"/>
                <a:gd name="T3" fmla="*/ 113 h 24"/>
                <a:gd name="T4" fmla="*/ 0 w 17"/>
                <a:gd name="T5" fmla="*/ 188 h 24"/>
                <a:gd name="T6" fmla="*/ 20 w 17"/>
                <a:gd name="T7" fmla="*/ 375 h 24"/>
                <a:gd name="T8" fmla="*/ 276 w 17"/>
                <a:gd name="T9" fmla="*/ 375 h 24"/>
                <a:gd name="T10" fmla="*/ 243 w 17"/>
                <a:gd name="T11" fmla="*/ 188 h 24"/>
                <a:gd name="T12" fmla="*/ 255 w 17"/>
                <a:gd name="T13" fmla="*/ 113 h 24"/>
                <a:gd name="T14" fmla="*/ 276 w 17"/>
                <a:gd name="T15" fmla="*/ 0 h 24"/>
                <a:gd name="T16" fmla="*/ 20 w 17"/>
                <a:gd name="T17" fmla="*/ 0 h 24"/>
                <a:gd name="T18" fmla="*/ 20 w 17"/>
                <a:gd name="T19" fmla="*/ 50 h 24"/>
                <a:gd name="T20" fmla="*/ 255 w 17"/>
                <a:gd name="T21" fmla="*/ 50 h 24"/>
                <a:gd name="T22" fmla="*/ 276 w 17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" h="24">
                  <a:moveTo>
                    <a:pt x="16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0" y="16"/>
                    <a:pt x="0" y="21"/>
                    <a:pt x="1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0"/>
                    <a:pt x="15" y="16"/>
                    <a:pt x="15" y="12"/>
                  </a:cubicBezTo>
                  <a:cubicBezTo>
                    <a:pt x="15" y="10"/>
                    <a:pt x="16" y="8"/>
                    <a:pt x="16" y="7"/>
                  </a:cubicBezTo>
                  <a:moveTo>
                    <a:pt x="17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2"/>
                    <a:pt x="17" y="1"/>
                    <a:pt x="17" y="0"/>
                  </a:cubicBezTo>
                </a:path>
              </a:pathLst>
            </a:custGeom>
            <a:solidFill>
              <a:srgbClr val="8A9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7" name="Freeform 253">
              <a:extLst>
                <a:ext uri="{FF2B5EF4-FFF2-40B4-BE49-F238E27FC236}">
                  <a16:creationId xmlns:a16="http://schemas.microsoft.com/office/drawing/2014/main" id="{CC4E4E91-77E0-47B9-8A3F-EE22390CE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566"/>
              <a:ext cx="40" cy="10"/>
            </a:xfrm>
            <a:custGeom>
              <a:avLst/>
              <a:gdLst>
                <a:gd name="T0" fmla="*/ 250 w 16"/>
                <a:gd name="T1" fmla="*/ 0 h 4"/>
                <a:gd name="T2" fmla="*/ 20 w 16"/>
                <a:gd name="T3" fmla="*/ 0 h 4"/>
                <a:gd name="T4" fmla="*/ 0 w 16"/>
                <a:gd name="T5" fmla="*/ 63 h 4"/>
                <a:gd name="T6" fmla="*/ 250 w 16"/>
                <a:gd name="T7" fmla="*/ 63 h 4"/>
                <a:gd name="T8" fmla="*/ 250 w 1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2"/>
                    <a:pt x="16" y="1"/>
                    <a:pt x="16" y="0"/>
                  </a:cubicBezTo>
                </a:path>
              </a:pathLst>
            </a:custGeom>
            <a:solidFill>
              <a:srgbClr val="F2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8" name="Freeform 254">
              <a:extLst>
                <a:ext uri="{FF2B5EF4-FFF2-40B4-BE49-F238E27FC236}">
                  <a16:creationId xmlns:a16="http://schemas.microsoft.com/office/drawing/2014/main" id="{6170AA60-D3BD-45FA-A2C6-A0477BBBD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558"/>
              <a:ext cx="60" cy="60"/>
            </a:xfrm>
            <a:custGeom>
              <a:avLst/>
              <a:gdLst>
                <a:gd name="T0" fmla="*/ 375 w 24"/>
                <a:gd name="T1" fmla="*/ 0 h 24"/>
                <a:gd name="T2" fmla="*/ 33 w 24"/>
                <a:gd name="T3" fmla="*/ 0 h 24"/>
                <a:gd name="T4" fmla="*/ 33 w 24"/>
                <a:gd name="T5" fmla="*/ 0 h 24"/>
                <a:gd name="T6" fmla="*/ 33 w 24"/>
                <a:gd name="T7" fmla="*/ 0 h 24"/>
                <a:gd name="T8" fmla="*/ 33 w 24"/>
                <a:gd name="T9" fmla="*/ 20 h 24"/>
                <a:gd name="T10" fmla="*/ 0 w 24"/>
                <a:gd name="T11" fmla="*/ 125 h 24"/>
                <a:gd name="T12" fmla="*/ 0 w 24"/>
                <a:gd name="T13" fmla="*/ 188 h 24"/>
                <a:gd name="T14" fmla="*/ 0 w 24"/>
                <a:gd name="T15" fmla="*/ 188 h 24"/>
                <a:gd name="T16" fmla="*/ 20 w 24"/>
                <a:gd name="T17" fmla="*/ 333 h 24"/>
                <a:gd name="T18" fmla="*/ 33 w 24"/>
                <a:gd name="T19" fmla="*/ 375 h 24"/>
                <a:gd name="T20" fmla="*/ 145 w 24"/>
                <a:gd name="T21" fmla="*/ 375 h 24"/>
                <a:gd name="T22" fmla="*/ 63 w 24"/>
                <a:gd name="T23" fmla="*/ 63 h 24"/>
                <a:gd name="T24" fmla="*/ 250 w 24"/>
                <a:gd name="T25" fmla="*/ 375 h 24"/>
                <a:gd name="T26" fmla="*/ 375 w 24"/>
                <a:gd name="T27" fmla="*/ 375 h 24"/>
                <a:gd name="T28" fmla="*/ 363 w 24"/>
                <a:gd name="T29" fmla="*/ 188 h 24"/>
                <a:gd name="T30" fmla="*/ 363 w 24"/>
                <a:gd name="T31" fmla="*/ 113 h 24"/>
                <a:gd name="T32" fmla="*/ 125 w 24"/>
                <a:gd name="T33" fmla="*/ 113 h 24"/>
                <a:gd name="T34" fmla="*/ 125 w 24"/>
                <a:gd name="T35" fmla="*/ 50 h 24"/>
                <a:gd name="T36" fmla="*/ 375 w 24"/>
                <a:gd name="T37" fmla="*/ 50 h 24"/>
                <a:gd name="T38" fmla="*/ 375 w 24"/>
                <a:gd name="T39" fmla="*/ 0 h 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" h="24">
                  <a:moveTo>
                    <a:pt x="2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3"/>
                    <a:pt x="1" y="5"/>
                    <a:pt x="0" y="8"/>
                  </a:cubicBezTo>
                  <a:cubicBezTo>
                    <a:pt x="0" y="9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5"/>
                    <a:pt x="0" y="18"/>
                    <a:pt x="1" y="21"/>
                  </a:cubicBezTo>
                  <a:cubicBezTo>
                    <a:pt x="2" y="22"/>
                    <a:pt x="2" y="23"/>
                    <a:pt x="2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6" y="18"/>
                    <a:pt x="4" y="12"/>
                    <a:pt x="4" y="4"/>
                  </a:cubicBezTo>
                  <a:cubicBezTo>
                    <a:pt x="5" y="11"/>
                    <a:pt x="10" y="18"/>
                    <a:pt x="16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0"/>
                    <a:pt x="23" y="16"/>
                    <a:pt x="23" y="12"/>
                  </a:cubicBezTo>
                  <a:cubicBezTo>
                    <a:pt x="23" y="10"/>
                    <a:pt x="23" y="8"/>
                    <a:pt x="23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2"/>
                    <a:pt x="24" y="1"/>
                    <a:pt x="24" y="0"/>
                  </a:cubicBezTo>
                </a:path>
              </a:pathLst>
            </a:custGeom>
            <a:solidFill>
              <a:srgbClr val="C6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9" name="Freeform 255">
              <a:extLst>
                <a:ext uri="{FF2B5EF4-FFF2-40B4-BE49-F238E27FC236}">
                  <a16:creationId xmlns:a16="http://schemas.microsoft.com/office/drawing/2014/main" id="{BD00D2A8-D5AE-4B4B-B613-B76670C1B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566"/>
              <a:ext cx="40" cy="10"/>
            </a:xfrm>
            <a:custGeom>
              <a:avLst/>
              <a:gdLst>
                <a:gd name="T0" fmla="*/ 250 w 16"/>
                <a:gd name="T1" fmla="*/ 0 h 4"/>
                <a:gd name="T2" fmla="*/ 0 w 16"/>
                <a:gd name="T3" fmla="*/ 0 h 4"/>
                <a:gd name="T4" fmla="*/ 0 w 16"/>
                <a:gd name="T5" fmla="*/ 63 h 4"/>
                <a:gd name="T6" fmla="*/ 238 w 16"/>
                <a:gd name="T7" fmla="*/ 63 h 4"/>
                <a:gd name="T8" fmla="*/ 250 w 1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5" y="1"/>
                    <a:pt x="16" y="0"/>
                  </a:cubicBezTo>
                </a:path>
              </a:pathLst>
            </a:custGeom>
            <a:solidFill>
              <a:srgbClr val="F2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0" name="Freeform 256">
              <a:extLst>
                <a:ext uri="{FF2B5EF4-FFF2-40B4-BE49-F238E27FC236}">
                  <a16:creationId xmlns:a16="http://schemas.microsoft.com/office/drawing/2014/main" id="{116847DD-CF11-446E-AC2D-0BBCF17F3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588"/>
              <a:ext cx="3" cy="23"/>
            </a:xfrm>
            <a:custGeom>
              <a:avLst/>
              <a:gdLst>
                <a:gd name="T0" fmla="*/ 0 w 1"/>
                <a:gd name="T1" fmla="*/ 0 h 9"/>
                <a:gd name="T2" fmla="*/ 27 w 1"/>
                <a:gd name="T3" fmla="*/ 151 h 9"/>
                <a:gd name="T4" fmla="*/ 0 w 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solidFill>
              <a:srgbClr val="94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1" name="Freeform 257">
              <a:extLst>
                <a:ext uri="{FF2B5EF4-FFF2-40B4-BE49-F238E27FC236}">
                  <a16:creationId xmlns:a16="http://schemas.microsoft.com/office/drawing/2014/main" id="{325558DB-70B7-40DB-AE1D-5D88CDA8F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62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2" name="Freeform 258">
              <a:extLst>
                <a:ext uri="{FF2B5EF4-FFF2-40B4-BE49-F238E27FC236}">
                  <a16:creationId xmlns:a16="http://schemas.microsoft.com/office/drawing/2014/main" id="{5E792E32-4693-4675-99FC-FCA5FE2449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46" y="1626"/>
              <a:ext cx="1357" cy="107"/>
            </a:xfrm>
            <a:custGeom>
              <a:avLst/>
              <a:gdLst>
                <a:gd name="T0" fmla="*/ 4353 w 543"/>
                <a:gd name="T1" fmla="*/ 465 h 43"/>
                <a:gd name="T2" fmla="*/ 6320 w 543"/>
                <a:gd name="T3" fmla="*/ 465 h 43"/>
                <a:gd name="T4" fmla="*/ 2292 w 543"/>
                <a:gd name="T5" fmla="*/ 478 h 43"/>
                <a:gd name="T6" fmla="*/ 2092 w 543"/>
                <a:gd name="T7" fmla="*/ 495 h 43"/>
                <a:gd name="T8" fmla="*/ 2104 w 543"/>
                <a:gd name="T9" fmla="*/ 649 h 43"/>
                <a:gd name="T10" fmla="*/ 2854 w 543"/>
                <a:gd name="T11" fmla="*/ 587 h 43"/>
                <a:gd name="T12" fmla="*/ 2324 w 543"/>
                <a:gd name="T13" fmla="*/ 416 h 43"/>
                <a:gd name="T14" fmla="*/ 6195 w 543"/>
                <a:gd name="T15" fmla="*/ 465 h 43"/>
                <a:gd name="T16" fmla="*/ 5995 w 543"/>
                <a:gd name="T17" fmla="*/ 495 h 43"/>
                <a:gd name="T18" fmla="*/ 6008 w 543"/>
                <a:gd name="T19" fmla="*/ 632 h 43"/>
                <a:gd name="T20" fmla="*/ 6653 w 543"/>
                <a:gd name="T21" fmla="*/ 557 h 43"/>
                <a:gd name="T22" fmla="*/ 6228 w 543"/>
                <a:gd name="T23" fmla="*/ 416 h 43"/>
                <a:gd name="T24" fmla="*/ 3279 w 543"/>
                <a:gd name="T25" fmla="*/ 167 h 43"/>
                <a:gd name="T26" fmla="*/ 5121 w 543"/>
                <a:gd name="T27" fmla="*/ 249 h 43"/>
                <a:gd name="T28" fmla="*/ 4903 w 543"/>
                <a:gd name="T29" fmla="*/ 261 h 43"/>
                <a:gd name="T30" fmla="*/ 4541 w 543"/>
                <a:gd name="T31" fmla="*/ 416 h 43"/>
                <a:gd name="T32" fmla="*/ 5121 w 543"/>
                <a:gd name="T33" fmla="*/ 528 h 43"/>
                <a:gd name="T34" fmla="*/ 5058 w 543"/>
                <a:gd name="T35" fmla="*/ 632 h 43"/>
                <a:gd name="T36" fmla="*/ 5371 w 543"/>
                <a:gd name="T37" fmla="*/ 649 h 43"/>
                <a:gd name="T38" fmla="*/ 5383 w 543"/>
                <a:gd name="T39" fmla="*/ 508 h 43"/>
                <a:gd name="T40" fmla="*/ 5166 w 543"/>
                <a:gd name="T41" fmla="*/ 216 h 43"/>
                <a:gd name="T42" fmla="*/ 1637 w 543"/>
                <a:gd name="T43" fmla="*/ 0 h 43"/>
                <a:gd name="T44" fmla="*/ 125 w 543"/>
                <a:gd name="T45" fmla="*/ 0 h 43"/>
                <a:gd name="T46" fmla="*/ 467 w 543"/>
                <a:gd name="T47" fmla="*/ 341 h 43"/>
                <a:gd name="T48" fmla="*/ 1542 w 543"/>
                <a:gd name="T49" fmla="*/ 557 h 43"/>
                <a:gd name="T50" fmla="*/ 1542 w 543"/>
                <a:gd name="T51" fmla="*/ 249 h 43"/>
                <a:gd name="T52" fmla="*/ 1499 w 543"/>
                <a:gd name="T53" fmla="*/ 75 h 43"/>
                <a:gd name="T54" fmla="*/ 1949 w 543"/>
                <a:gd name="T55" fmla="*/ 0 h 43"/>
                <a:gd name="T56" fmla="*/ 2137 w 543"/>
                <a:gd name="T57" fmla="*/ 383 h 43"/>
                <a:gd name="T58" fmla="*/ 2187 w 543"/>
                <a:gd name="T59" fmla="*/ 291 h 43"/>
                <a:gd name="T60" fmla="*/ 2354 w 543"/>
                <a:gd name="T61" fmla="*/ 291 h 43"/>
                <a:gd name="T62" fmla="*/ 2529 w 543"/>
                <a:gd name="T63" fmla="*/ 0 h 43"/>
                <a:gd name="T64" fmla="*/ 3029 w 543"/>
                <a:gd name="T65" fmla="*/ 75 h 43"/>
                <a:gd name="T66" fmla="*/ 2729 w 543"/>
                <a:gd name="T67" fmla="*/ 341 h 43"/>
                <a:gd name="T68" fmla="*/ 3154 w 543"/>
                <a:gd name="T69" fmla="*/ 508 h 43"/>
                <a:gd name="T70" fmla="*/ 3186 w 543"/>
                <a:gd name="T71" fmla="*/ 620 h 43"/>
                <a:gd name="T72" fmla="*/ 3434 w 543"/>
                <a:gd name="T73" fmla="*/ 662 h 43"/>
                <a:gd name="T74" fmla="*/ 3374 w 543"/>
                <a:gd name="T75" fmla="*/ 557 h 43"/>
                <a:gd name="T76" fmla="*/ 3249 w 543"/>
                <a:gd name="T77" fmla="*/ 249 h 43"/>
                <a:gd name="T78" fmla="*/ 3199 w 543"/>
                <a:gd name="T79" fmla="*/ 75 h 43"/>
                <a:gd name="T80" fmla="*/ 3654 w 543"/>
                <a:gd name="T81" fmla="*/ 0 h 43"/>
                <a:gd name="T82" fmla="*/ 3996 w 543"/>
                <a:gd name="T83" fmla="*/ 508 h 43"/>
                <a:gd name="T84" fmla="*/ 3934 w 543"/>
                <a:gd name="T85" fmla="*/ 587 h 43"/>
                <a:gd name="T86" fmla="*/ 4716 w 543"/>
                <a:gd name="T87" fmla="*/ 570 h 43"/>
                <a:gd name="T88" fmla="*/ 4246 w 543"/>
                <a:gd name="T89" fmla="*/ 416 h 43"/>
                <a:gd name="T90" fmla="*/ 4291 w 543"/>
                <a:gd name="T91" fmla="*/ 353 h 43"/>
                <a:gd name="T92" fmla="*/ 4466 w 543"/>
                <a:gd name="T93" fmla="*/ 0 h 43"/>
                <a:gd name="T94" fmla="*/ 4946 w 543"/>
                <a:gd name="T95" fmla="*/ 75 h 43"/>
                <a:gd name="T96" fmla="*/ 4978 w 543"/>
                <a:gd name="T97" fmla="*/ 154 h 43"/>
                <a:gd name="T98" fmla="*/ 4996 w 543"/>
                <a:gd name="T99" fmla="*/ 92 h 43"/>
                <a:gd name="T100" fmla="*/ 5308 w 543"/>
                <a:gd name="T101" fmla="*/ 0 h 43"/>
                <a:gd name="T102" fmla="*/ 5620 w 543"/>
                <a:gd name="T103" fmla="*/ 0 h 43"/>
                <a:gd name="T104" fmla="*/ 6040 w 543"/>
                <a:gd name="T105" fmla="*/ 371 h 43"/>
                <a:gd name="T106" fmla="*/ 6028 w 543"/>
                <a:gd name="T107" fmla="*/ 383 h 43"/>
                <a:gd name="T108" fmla="*/ 6070 w 543"/>
                <a:gd name="T109" fmla="*/ 403 h 43"/>
                <a:gd name="T110" fmla="*/ 6165 w 543"/>
                <a:gd name="T111" fmla="*/ 229 h 43"/>
                <a:gd name="T112" fmla="*/ 6715 w 543"/>
                <a:gd name="T113" fmla="*/ 167 h 43"/>
                <a:gd name="T114" fmla="*/ 6870 w 543"/>
                <a:gd name="T115" fmla="*/ 42 h 43"/>
                <a:gd name="T116" fmla="*/ 6882 w 543"/>
                <a:gd name="T117" fmla="*/ 229 h 43"/>
                <a:gd name="T118" fmla="*/ 6508 w 543"/>
                <a:gd name="T119" fmla="*/ 416 h 43"/>
                <a:gd name="T120" fmla="*/ 7087 w 543"/>
                <a:gd name="T121" fmla="*/ 528 h 43"/>
                <a:gd name="T122" fmla="*/ 7370 w 543"/>
                <a:gd name="T123" fmla="*/ 537 h 4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43" h="43">
                  <a:moveTo>
                    <a:pt x="155" y="30"/>
                  </a:moveTo>
                  <a:cubicBezTo>
                    <a:pt x="155" y="30"/>
                    <a:pt x="155" y="30"/>
                    <a:pt x="155" y="30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5" y="30"/>
                    <a:pt x="155" y="30"/>
                    <a:pt x="155" y="30"/>
                  </a:cubicBezTo>
                  <a:moveTo>
                    <a:pt x="279" y="30"/>
                  </a:moveTo>
                  <a:cubicBezTo>
                    <a:pt x="279" y="30"/>
                    <a:pt x="279" y="30"/>
                    <a:pt x="279" y="30"/>
                  </a:cubicBezTo>
                  <a:cubicBezTo>
                    <a:pt x="279" y="30"/>
                    <a:pt x="279" y="30"/>
                    <a:pt x="279" y="30"/>
                  </a:cubicBezTo>
                  <a:cubicBezTo>
                    <a:pt x="279" y="30"/>
                    <a:pt x="279" y="30"/>
                    <a:pt x="279" y="30"/>
                  </a:cubicBezTo>
                  <a:moveTo>
                    <a:pt x="405" y="30"/>
                  </a:moveTo>
                  <a:cubicBezTo>
                    <a:pt x="405" y="30"/>
                    <a:pt x="405" y="30"/>
                    <a:pt x="405" y="30"/>
                  </a:cubicBezTo>
                  <a:cubicBezTo>
                    <a:pt x="405" y="30"/>
                    <a:pt x="405" y="30"/>
                    <a:pt x="405" y="30"/>
                  </a:cubicBezTo>
                  <a:cubicBezTo>
                    <a:pt x="405" y="30"/>
                    <a:pt x="405" y="30"/>
                    <a:pt x="405" y="30"/>
                  </a:cubicBezTo>
                  <a:moveTo>
                    <a:pt x="148" y="26"/>
                  </a:moveTo>
                  <a:cubicBezTo>
                    <a:pt x="148" y="27"/>
                    <a:pt x="148" y="28"/>
                    <a:pt x="148" y="28"/>
                  </a:cubicBezTo>
                  <a:cubicBezTo>
                    <a:pt x="148" y="29"/>
                    <a:pt x="148" y="30"/>
                    <a:pt x="147" y="31"/>
                  </a:cubicBezTo>
                  <a:cubicBezTo>
                    <a:pt x="147" y="32"/>
                    <a:pt x="146" y="34"/>
                    <a:pt x="145" y="34"/>
                  </a:cubicBezTo>
                  <a:cubicBezTo>
                    <a:pt x="144" y="35"/>
                    <a:pt x="143" y="35"/>
                    <a:pt x="142" y="35"/>
                  </a:cubicBezTo>
                  <a:cubicBezTo>
                    <a:pt x="141" y="35"/>
                    <a:pt x="141" y="35"/>
                    <a:pt x="141" y="35"/>
                  </a:cubicBezTo>
                  <a:cubicBezTo>
                    <a:pt x="138" y="35"/>
                    <a:pt x="136" y="34"/>
                    <a:pt x="134" y="33"/>
                  </a:cubicBezTo>
                  <a:cubicBezTo>
                    <a:pt x="134" y="33"/>
                    <a:pt x="134" y="33"/>
                    <a:pt x="134" y="32"/>
                  </a:cubicBezTo>
                  <a:cubicBezTo>
                    <a:pt x="134" y="33"/>
                    <a:pt x="133" y="33"/>
                    <a:pt x="133" y="33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4" y="37"/>
                    <a:pt x="127" y="37"/>
                    <a:pt x="131" y="38"/>
                  </a:cubicBezTo>
                  <a:cubicBezTo>
                    <a:pt x="133" y="38"/>
                    <a:pt x="135" y="40"/>
                    <a:pt x="135" y="42"/>
                  </a:cubicBezTo>
                  <a:cubicBezTo>
                    <a:pt x="135" y="42"/>
                    <a:pt x="135" y="43"/>
                    <a:pt x="135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1"/>
                    <a:pt x="175" y="39"/>
                    <a:pt x="177" y="39"/>
                  </a:cubicBezTo>
                  <a:cubicBezTo>
                    <a:pt x="177" y="39"/>
                    <a:pt x="178" y="39"/>
                    <a:pt x="180" y="38"/>
                  </a:cubicBezTo>
                  <a:cubicBezTo>
                    <a:pt x="181" y="38"/>
                    <a:pt x="182" y="38"/>
                    <a:pt x="183" y="38"/>
                  </a:cubicBezTo>
                  <a:cubicBezTo>
                    <a:pt x="176" y="36"/>
                    <a:pt x="169" y="35"/>
                    <a:pt x="163" y="34"/>
                  </a:cubicBezTo>
                  <a:cubicBezTo>
                    <a:pt x="158" y="33"/>
                    <a:pt x="155" y="32"/>
                    <a:pt x="153" y="31"/>
                  </a:cubicBezTo>
                  <a:cubicBezTo>
                    <a:pt x="152" y="31"/>
                    <a:pt x="152" y="31"/>
                    <a:pt x="151" y="31"/>
                  </a:cubicBezTo>
                  <a:cubicBezTo>
                    <a:pt x="151" y="30"/>
                    <a:pt x="150" y="30"/>
                    <a:pt x="150" y="29"/>
                  </a:cubicBezTo>
                  <a:cubicBezTo>
                    <a:pt x="149" y="29"/>
                    <a:pt x="149" y="28"/>
                    <a:pt x="149" y="27"/>
                  </a:cubicBezTo>
                  <a:cubicBezTo>
                    <a:pt x="149" y="27"/>
                    <a:pt x="149" y="27"/>
                    <a:pt x="149" y="27"/>
                  </a:cubicBezTo>
                  <a:cubicBezTo>
                    <a:pt x="148" y="27"/>
                    <a:pt x="148" y="26"/>
                    <a:pt x="148" y="26"/>
                  </a:cubicBezTo>
                  <a:moveTo>
                    <a:pt x="397" y="25"/>
                  </a:moveTo>
                  <a:cubicBezTo>
                    <a:pt x="397" y="26"/>
                    <a:pt x="397" y="27"/>
                    <a:pt x="397" y="28"/>
                  </a:cubicBezTo>
                  <a:cubicBezTo>
                    <a:pt x="397" y="28"/>
                    <a:pt x="397" y="29"/>
                    <a:pt x="397" y="30"/>
                  </a:cubicBezTo>
                  <a:cubicBezTo>
                    <a:pt x="397" y="32"/>
                    <a:pt x="396" y="33"/>
                    <a:pt x="394" y="33"/>
                  </a:cubicBezTo>
                  <a:cubicBezTo>
                    <a:pt x="393" y="34"/>
                    <a:pt x="393" y="34"/>
                    <a:pt x="392" y="34"/>
                  </a:cubicBezTo>
                  <a:cubicBezTo>
                    <a:pt x="391" y="34"/>
                    <a:pt x="391" y="34"/>
                    <a:pt x="391" y="34"/>
                  </a:cubicBezTo>
                  <a:cubicBezTo>
                    <a:pt x="388" y="34"/>
                    <a:pt x="386" y="33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3" y="32"/>
                    <a:pt x="383" y="32"/>
                    <a:pt x="382" y="33"/>
                  </a:cubicBezTo>
                  <a:cubicBezTo>
                    <a:pt x="382" y="33"/>
                    <a:pt x="382" y="33"/>
                    <a:pt x="382" y="33"/>
                  </a:cubicBezTo>
                  <a:cubicBezTo>
                    <a:pt x="368" y="36"/>
                    <a:pt x="368" y="36"/>
                    <a:pt x="368" y="36"/>
                  </a:cubicBezTo>
                  <a:cubicBezTo>
                    <a:pt x="373" y="36"/>
                    <a:pt x="378" y="37"/>
                    <a:pt x="381" y="37"/>
                  </a:cubicBezTo>
                  <a:cubicBezTo>
                    <a:pt x="383" y="37"/>
                    <a:pt x="385" y="39"/>
                    <a:pt x="385" y="41"/>
                  </a:cubicBezTo>
                  <a:cubicBezTo>
                    <a:pt x="385" y="42"/>
                    <a:pt x="385" y="42"/>
                    <a:pt x="384" y="43"/>
                  </a:cubicBezTo>
                  <a:cubicBezTo>
                    <a:pt x="409" y="43"/>
                    <a:pt x="409" y="43"/>
                    <a:pt x="409" y="43"/>
                  </a:cubicBezTo>
                  <a:cubicBezTo>
                    <a:pt x="409" y="43"/>
                    <a:pt x="409" y="43"/>
                    <a:pt x="409" y="43"/>
                  </a:cubicBezTo>
                  <a:cubicBezTo>
                    <a:pt x="409" y="40"/>
                    <a:pt x="410" y="38"/>
                    <a:pt x="412" y="38"/>
                  </a:cubicBezTo>
                  <a:cubicBezTo>
                    <a:pt x="412" y="38"/>
                    <a:pt x="419" y="37"/>
                    <a:pt x="426" y="36"/>
                  </a:cubicBezTo>
                  <a:cubicBezTo>
                    <a:pt x="421" y="36"/>
                    <a:pt x="417" y="35"/>
                    <a:pt x="413" y="34"/>
                  </a:cubicBezTo>
                  <a:cubicBezTo>
                    <a:pt x="408" y="33"/>
                    <a:pt x="405" y="32"/>
                    <a:pt x="403" y="31"/>
                  </a:cubicBezTo>
                  <a:cubicBezTo>
                    <a:pt x="402" y="31"/>
                    <a:pt x="402" y="31"/>
                    <a:pt x="401" y="31"/>
                  </a:cubicBezTo>
                  <a:cubicBezTo>
                    <a:pt x="401" y="30"/>
                    <a:pt x="400" y="30"/>
                    <a:pt x="400" y="29"/>
                  </a:cubicBezTo>
                  <a:cubicBezTo>
                    <a:pt x="399" y="29"/>
                    <a:pt x="399" y="28"/>
                    <a:pt x="399" y="27"/>
                  </a:cubicBezTo>
                  <a:cubicBezTo>
                    <a:pt x="399" y="27"/>
                    <a:pt x="399" y="27"/>
                    <a:pt x="399" y="26"/>
                  </a:cubicBezTo>
                  <a:cubicBezTo>
                    <a:pt x="398" y="26"/>
                    <a:pt x="398" y="26"/>
                    <a:pt x="397" y="25"/>
                  </a:cubicBezTo>
                  <a:moveTo>
                    <a:pt x="210" y="11"/>
                  </a:moveTo>
                  <a:cubicBezTo>
                    <a:pt x="210" y="11"/>
                    <a:pt x="210" y="11"/>
                    <a:pt x="210" y="11"/>
                  </a:cubicBezTo>
                  <a:cubicBezTo>
                    <a:pt x="210" y="11"/>
                    <a:pt x="210" y="11"/>
                    <a:pt x="210" y="11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328" y="7"/>
                  </a:moveTo>
                  <a:cubicBezTo>
                    <a:pt x="328" y="7"/>
                    <a:pt x="328" y="8"/>
                    <a:pt x="328" y="9"/>
                  </a:cubicBezTo>
                  <a:cubicBezTo>
                    <a:pt x="329" y="10"/>
                    <a:pt x="329" y="12"/>
                    <a:pt x="329" y="13"/>
                  </a:cubicBezTo>
                  <a:cubicBezTo>
                    <a:pt x="329" y="14"/>
                    <a:pt x="329" y="15"/>
                    <a:pt x="328" y="16"/>
                  </a:cubicBezTo>
                  <a:cubicBezTo>
                    <a:pt x="328" y="17"/>
                    <a:pt x="327" y="18"/>
                    <a:pt x="325" y="19"/>
                  </a:cubicBezTo>
                  <a:cubicBezTo>
                    <a:pt x="325" y="19"/>
                    <a:pt x="324" y="20"/>
                    <a:pt x="323" y="20"/>
                  </a:cubicBezTo>
                  <a:cubicBezTo>
                    <a:pt x="322" y="20"/>
                    <a:pt x="322" y="20"/>
                    <a:pt x="321" y="20"/>
                  </a:cubicBezTo>
                  <a:cubicBezTo>
                    <a:pt x="320" y="20"/>
                    <a:pt x="318" y="19"/>
                    <a:pt x="317" y="19"/>
                  </a:cubicBezTo>
                  <a:cubicBezTo>
                    <a:pt x="316" y="18"/>
                    <a:pt x="315" y="17"/>
                    <a:pt x="314" y="17"/>
                  </a:cubicBezTo>
                  <a:cubicBezTo>
                    <a:pt x="314" y="16"/>
                    <a:pt x="314" y="16"/>
                    <a:pt x="314" y="16"/>
                  </a:cubicBezTo>
                  <a:cubicBezTo>
                    <a:pt x="312" y="16"/>
                    <a:pt x="311" y="17"/>
                    <a:pt x="309" y="18"/>
                  </a:cubicBezTo>
                  <a:cubicBezTo>
                    <a:pt x="306" y="19"/>
                    <a:pt x="302" y="20"/>
                    <a:pt x="299" y="22"/>
                  </a:cubicBezTo>
                  <a:cubicBezTo>
                    <a:pt x="295" y="23"/>
                    <a:pt x="291" y="25"/>
                    <a:pt x="288" y="26"/>
                  </a:cubicBezTo>
                  <a:cubicBezTo>
                    <a:pt x="289" y="26"/>
                    <a:pt x="290" y="26"/>
                    <a:pt x="291" y="27"/>
                  </a:cubicBezTo>
                  <a:cubicBezTo>
                    <a:pt x="298" y="28"/>
                    <a:pt x="308" y="30"/>
                    <a:pt x="315" y="31"/>
                  </a:cubicBezTo>
                  <a:cubicBezTo>
                    <a:pt x="319" y="32"/>
                    <a:pt x="323" y="32"/>
                    <a:pt x="324" y="32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25" y="33"/>
                    <a:pt x="326" y="33"/>
                    <a:pt x="326" y="33"/>
                  </a:cubicBezTo>
                  <a:cubicBezTo>
                    <a:pt x="327" y="33"/>
                    <a:pt x="327" y="33"/>
                    <a:pt x="328" y="34"/>
                  </a:cubicBezTo>
                  <a:cubicBezTo>
                    <a:pt x="328" y="35"/>
                    <a:pt x="329" y="36"/>
                    <a:pt x="329" y="37"/>
                  </a:cubicBezTo>
                  <a:cubicBezTo>
                    <a:pt x="329" y="38"/>
                    <a:pt x="328" y="39"/>
                    <a:pt x="328" y="39"/>
                  </a:cubicBezTo>
                  <a:cubicBezTo>
                    <a:pt x="327" y="40"/>
                    <a:pt x="327" y="40"/>
                    <a:pt x="327" y="40"/>
                  </a:cubicBezTo>
                  <a:cubicBezTo>
                    <a:pt x="326" y="40"/>
                    <a:pt x="326" y="40"/>
                    <a:pt x="326" y="41"/>
                  </a:cubicBezTo>
                  <a:cubicBezTo>
                    <a:pt x="325" y="41"/>
                    <a:pt x="325" y="41"/>
                    <a:pt x="324" y="41"/>
                  </a:cubicBezTo>
                  <a:cubicBezTo>
                    <a:pt x="323" y="41"/>
                    <a:pt x="322" y="42"/>
                    <a:pt x="320" y="42"/>
                  </a:cubicBezTo>
                  <a:cubicBezTo>
                    <a:pt x="319" y="42"/>
                    <a:pt x="316" y="43"/>
                    <a:pt x="314" y="43"/>
                  </a:cubicBezTo>
                  <a:cubicBezTo>
                    <a:pt x="346" y="43"/>
                    <a:pt x="346" y="43"/>
                    <a:pt x="346" y="43"/>
                  </a:cubicBezTo>
                  <a:cubicBezTo>
                    <a:pt x="346" y="43"/>
                    <a:pt x="346" y="43"/>
                    <a:pt x="346" y="43"/>
                  </a:cubicBezTo>
                  <a:cubicBezTo>
                    <a:pt x="345" y="43"/>
                    <a:pt x="345" y="43"/>
                    <a:pt x="344" y="42"/>
                  </a:cubicBezTo>
                  <a:cubicBezTo>
                    <a:pt x="343" y="42"/>
                    <a:pt x="342" y="41"/>
                    <a:pt x="342" y="40"/>
                  </a:cubicBezTo>
                  <a:cubicBezTo>
                    <a:pt x="341" y="40"/>
                    <a:pt x="341" y="39"/>
                    <a:pt x="341" y="38"/>
                  </a:cubicBezTo>
                  <a:cubicBezTo>
                    <a:pt x="341" y="37"/>
                    <a:pt x="342" y="36"/>
                    <a:pt x="342" y="36"/>
                  </a:cubicBezTo>
                  <a:cubicBezTo>
                    <a:pt x="342" y="35"/>
                    <a:pt x="343" y="35"/>
                    <a:pt x="343" y="35"/>
                  </a:cubicBezTo>
                  <a:cubicBezTo>
                    <a:pt x="344" y="34"/>
                    <a:pt x="344" y="34"/>
                    <a:pt x="345" y="33"/>
                  </a:cubicBezTo>
                  <a:cubicBezTo>
                    <a:pt x="346" y="33"/>
                    <a:pt x="346" y="33"/>
                    <a:pt x="346" y="33"/>
                  </a:cubicBezTo>
                  <a:cubicBezTo>
                    <a:pt x="374" y="27"/>
                    <a:pt x="374" y="27"/>
                    <a:pt x="374" y="27"/>
                  </a:cubicBezTo>
                  <a:cubicBezTo>
                    <a:pt x="335" y="16"/>
                    <a:pt x="335" y="16"/>
                    <a:pt x="335" y="16"/>
                  </a:cubicBezTo>
                  <a:cubicBezTo>
                    <a:pt x="334" y="16"/>
                    <a:pt x="334" y="16"/>
                    <a:pt x="334" y="16"/>
                  </a:cubicBezTo>
                  <a:cubicBezTo>
                    <a:pt x="333" y="15"/>
                    <a:pt x="332" y="15"/>
                    <a:pt x="331" y="14"/>
                  </a:cubicBezTo>
                  <a:cubicBezTo>
                    <a:pt x="330" y="13"/>
                    <a:pt x="329" y="11"/>
                    <a:pt x="329" y="10"/>
                  </a:cubicBezTo>
                  <a:cubicBezTo>
                    <a:pt x="329" y="9"/>
                    <a:pt x="329" y="8"/>
                    <a:pt x="330" y="7"/>
                  </a:cubicBezTo>
                  <a:cubicBezTo>
                    <a:pt x="330" y="7"/>
                    <a:pt x="330" y="7"/>
                    <a:pt x="329" y="7"/>
                  </a:cubicBezTo>
                  <a:cubicBezTo>
                    <a:pt x="329" y="7"/>
                    <a:pt x="329" y="7"/>
                    <a:pt x="328" y="7"/>
                  </a:cubicBezTo>
                  <a:moveTo>
                    <a:pt x="105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40" y="20"/>
                    <a:pt x="83" y="34"/>
                    <a:pt x="93" y="36"/>
                  </a:cubicBezTo>
                  <a:cubicBezTo>
                    <a:pt x="94" y="36"/>
                    <a:pt x="94" y="36"/>
                    <a:pt x="94" y="36"/>
                  </a:cubicBezTo>
                  <a:cubicBezTo>
                    <a:pt x="94" y="36"/>
                    <a:pt x="94" y="36"/>
                    <a:pt x="93" y="36"/>
                  </a:cubicBezTo>
                  <a:cubicBezTo>
                    <a:pt x="45" y="26"/>
                    <a:pt x="19" y="16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3" y="5"/>
                    <a:pt x="5" y="8"/>
                    <a:pt x="8" y="10"/>
                  </a:cubicBezTo>
                  <a:cubicBezTo>
                    <a:pt x="13" y="14"/>
                    <a:pt x="21" y="18"/>
                    <a:pt x="30" y="22"/>
                  </a:cubicBezTo>
                  <a:cubicBezTo>
                    <a:pt x="48" y="30"/>
                    <a:pt x="70" y="36"/>
                    <a:pt x="87" y="39"/>
                  </a:cubicBezTo>
                  <a:cubicBezTo>
                    <a:pt x="92" y="40"/>
                    <a:pt x="96" y="41"/>
                    <a:pt x="100" y="42"/>
                  </a:cubicBezTo>
                  <a:cubicBezTo>
                    <a:pt x="99" y="41"/>
                    <a:pt x="99" y="41"/>
                    <a:pt x="99" y="40"/>
                  </a:cubicBezTo>
                  <a:cubicBezTo>
                    <a:pt x="98" y="40"/>
                    <a:pt x="98" y="39"/>
                    <a:pt x="98" y="38"/>
                  </a:cubicBezTo>
                  <a:cubicBezTo>
                    <a:pt x="98" y="37"/>
                    <a:pt x="99" y="36"/>
                    <a:pt x="99" y="36"/>
                  </a:cubicBezTo>
                  <a:cubicBezTo>
                    <a:pt x="99" y="35"/>
                    <a:pt x="100" y="35"/>
                    <a:pt x="100" y="35"/>
                  </a:cubicBezTo>
                  <a:cubicBezTo>
                    <a:pt x="101" y="34"/>
                    <a:pt x="101" y="34"/>
                    <a:pt x="102" y="33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8" y="15"/>
                    <a:pt x="97" y="15"/>
                    <a:pt x="96" y="14"/>
                  </a:cubicBezTo>
                  <a:cubicBezTo>
                    <a:pt x="95" y="13"/>
                    <a:pt x="94" y="11"/>
                    <a:pt x="94" y="10"/>
                  </a:cubicBezTo>
                  <a:cubicBezTo>
                    <a:pt x="94" y="8"/>
                    <a:pt x="94" y="8"/>
                    <a:pt x="95" y="7"/>
                  </a:cubicBezTo>
                  <a:cubicBezTo>
                    <a:pt x="95" y="6"/>
                    <a:pt x="96" y="5"/>
                    <a:pt x="96" y="5"/>
                  </a:cubicBezTo>
                  <a:cubicBezTo>
                    <a:pt x="97" y="4"/>
                    <a:pt x="98" y="3"/>
                    <a:pt x="100" y="2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5" y="0"/>
                    <a:pt x="105" y="0"/>
                    <a:pt x="105" y="0"/>
                  </a:cubicBezTo>
                  <a:moveTo>
                    <a:pt x="162" y="0"/>
                  </a:moveTo>
                  <a:cubicBezTo>
                    <a:pt x="125" y="0"/>
                    <a:pt x="125" y="0"/>
                    <a:pt x="125" y="0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34" y="21"/>
                    <a:pt x="134" y="21"/>
                    <a:pt x="134" y="21"/>
                  </a:cubicBezTo>
                  <a:cubicBezTo>
                    <a:pt x="134" y="21"/>
                    <a:pt x="134" y="21"/>
                    <a:pt x="134" y="21"/>
                  </a:cubicBezTo>
                  <a:cubicBezTo>
                    <a:pt x="136" y="22"/>
                    <a:pt x="137" y="23"/>
                    <a:pt x="137" y="25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8" y="25"/>
                    <a:pt x="138" y="26"/>
                    <a:pt x="139" y="26"/>
                  </a:cubicBezTo>
                  <a:cubicBezTo>
                    <a:pt x="139" y="26"/>
                    <a:pt x="139" y="26"/>
                    <a:pt x="140" y="27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39" y="26"/>
                    <a:pt x="139" y="24"/>
                    <a:pt x="139" y="23"/>
                  </a:cubicBezTo>
                  <a:cubicBezTo>
                    <a:pt x="139" y="22"/>
                    <a:pt x="139" y="21"/>
                    <a:pt x="140" y="19"/>
                  </a:cubicBezTo>
                  <a:cubicBezTo>
                    <a:pt x="141" y="19"/>
                    <a:pt x="141" y="18"/>
                    <a:pt x="142" y="17"/>
                  </a:cubicBezTo>
                  <a:cubicBezTo>
                    <a:pt x="143" y="16"/>
                    <a:pt x="144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7" y="16"/>
                    <a:pt x="148" y="17"/>
                    <a:pt x="149" y="17"/>
                  </a:cubicBezTo>
                  <a:cubicBezTo>
                    <a:pt x="150" y="18"/>
                    <a:pt x="150" y="18"/>
                    <a:pt x="151" y="19"/>
                  </a:cubicBezTo>
                  <a:cubicBezTo>
                    <a:pt x="152" y="20"/>
                    <a:pt x="153" y="20"/>
                    <a:pt x="155" y="21"/>
                  </a:cubicBezTo>
                  <a:cubicBezTo>
                    <a:pt x="157" y="21"/>
                    <a:pt x="159" y="20"/>
                    <a:pt x="162" y="18"/>
                  </a:cubicBezTo>
                  <a:cubicBezTo>
                    <a:pt x="168" y="16"/>
                    <a:pt x="175" y="13"/>
                    <a:pt x="180" y="11"/>
                  </a:cubicBezTo>
                  <a:cubicBezTo>
                    <a:pt x="182" y="10"/>
                    <a:pt x="183" y="10"/>
                    <a:pt x="185" y="9"/>
                  </a:cubicBezTo>
                  <a:cubicBezTo>
                    <a:pt x="162" y="0"/>
                    <a:pt x="162" y="0"/>
                    <a:pt x="162" y="0"/>
                  </a:cubicBezTo>
                  <a:moveTo>
                    <a:pt x="214" y="0"/>
                  </a:moveTo>
                  <a:cubicBezTo>
                    <a:pt x="183" y="0"/>
                    <a:pt x="183" y="0"/>
                    <a:pt x="183" y="0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2" y="3"/>
                    <a:pt x="193" y="4"/>
                    <a:pt x="194" y="5"/>
                  </a:cubicBezTo>
                  <a:cubicBezTo>
                    <a:pt x="195" y="6"/>
                    <a:pt x="196" y="8"/>
                    <a:pt x="196" y="10"/>
                  </a:cubicBezTo>
                  <a:cubicBezTo>
                    <a:pt x="196" y="11"/>
                    <a:pt x="195" y="12"/>
                    <a:pt x="194" y="13"/>
                  </a:cubicBezTo>
                  <a:cubicBezTo>
                    <a:pt x="193" y="14"/>
                    <a:pt x="192" y="15"/>
                    <a:pt x="191" y="15"/>
                  </a:cubicBezTo>
                  <a:cubicBezTo>
                    <a:pt x="190" y="16"/>
                    <a:pt x="188" y="17"/>
                    <a:pt x="185" y="18"/>
                  </a:cubicBezTo>
                  <a:cubicBezTo>
                    <a:pt x="182" y="19"/>
                    <a:pt x="179" y="20"/>
                    <a:pt x="175" y="22"/>
                  </a:cubicBezTo>
                  <a:cubicBezTo>
                    <a:pt x="172" y="23"/>
                    <a:pt x="168" y="25"/>
                    <a:pt x="164" y="26"/>
                  </a:cubicBezTo>
                  <a:cubicBezTo>
                    <a:pt x="165" y="26"/>
                    <a:pt x="166" y="26"/>
                    <a:pt x="167" y="27"/>
                  </a:cubicBezTo>
                  <a:cubicBezTo>
                    <a:pt x="175" y="28"/>
                    <a:pt x="184" y="30"/>
                    <a:pt x="191" y="31"/>
                  </a:cubicBezTo>
                  <a:cubicBezTo>
                    <a:pt x="196" y="32"/>
                    <a:pt x="200" y="32"/>
                    <a:pt x="201" y="32"/>
                  </a:cubicBezTo>
                  <a:cubicBezTo>
                    <a:pt x="202" y="33"/>
                    <a:pt x="202" y="33"/>
                    <a:pt x="202" y="33"/>
                  </a:cubicBezTo>
                  <a:cubicBezTo>
                    <a:pt x="202" y="33"/>
                    <a:pt x="203" y="33"/>
                    <a:pt x="203" y="33"/>
                  </a:cubicBezTo>
                  <a:cubicBezTo>
                    <a:pt x="204" y="33"/>
                    <a:pt x="204" y="34"/>
                    <a:pt x="205" y="35"/>
                  </a:cubicBezTo>
                  <a:cubicBezTo>
                    <a:pt x="205" y="35"/>
                    <a:pt x="205" y="36"/>
                    <a:pt x="205" y="37"/>
                  </a:cubicBezTo>
                  <a:cubicBezTo>
                    <a:pt x="205" y="37"/>
                    <a:pt x="205" y="38"/>
                    <a:pt x="205" y="39"/>
                  </a:cubicBezTo>
                  <a:cubicBezTo>
                    <a:pt x="205" y="39"/>
                    <a:pt x="204" y="39"/>
                    <a:pt x="204" y="40"/>
                  </a:cubicBezTo>
                  <a:cubicBezTo>
                    <a:pt x="204" y="40"/>
                    <a:pt x="203" y="40"/>
                    <a:pt x="203" y="40"/>
                  </a:cubicBezTo>
                  <a:cubicBezTo>
                    <a:pt x="203" y="41"/>
                    <a:pt x="202" y="41"/>
                    <a:pt x="202" y="41"/>
                  </a:cubicBezTo>
                  <a:cubicBezTo>
                    <a:pt x="201" y="41"/>
                    <a:pt x="200" y="42"/>
                    <a:pt x="199" y="42"/>
                  </a:cubicBezTo>
                  <a:cubicBezTo>
                    <a:pt x="198" y="42"/>
                    <a:pt x="196" y="43"/>
                    <a:pt x="195" y="43"/>
                  </a:cubicBezTo>
                  <a:cubicBezTo>
                    <a:pt x="220" y="43"/>
                    <a:pt x="220" y="43"/>
                    <a:pt x="220" y="43"/>
                  </a:cubicBezTo>
                  <a:cubicBezTo>
                    <a:pt x="220" y="43"/>
                    <a:pt x="220" y="43"/>
                    <a:pt x="220" y="43"/>
                  </a:cubicBezTo>
                  <a:cubicBezTo>
                    <a:pt x="219" y="43"/>
                    <a:pt x="218" y="43"/>
                    <a:pt x="217" y="42"/>
                  </a:cubicBezTo>
                  <a:cubicBezTo>
                    <a:pt x="217" y="42"/>
                    <a:pt x="216" y="41"/>
                    <a:pt x="215" y="40"/>
                  </a:cubicBezTo>
                  <a:cubicBezTo>
                    <a:pt x="215" y="40"/>
                    <a:pt x="215" y="39"/>
                    <a:pt x="215" y="38"/>
                  </a:cubicBezTo>
                  <a:cubicBezTo>
                    <a:pt x="215" y="37"/>
                    <a:pt x="215" y="36"/>
                    <a:pt x="216" y="36"/>
                  </a:cubicBezTo>
                  <a:cubicBezTo>
                    <a:pt x="216" y="35"/>
                    <a:pt x="216" y="35"/>
                    <a:pt x="217" y="35"/>
                  </a:cubicBezTo>
                  <a:cubicBezTo>
                    <a:pt x="217" y="34"/>
                    <a:pt x="218" y="34"/>
                    <a:pt x="219" y="33"/>
                  </a:cubicBezTo>
                  <a:cubicBezTo>
                    <a:pt x="219" y="33"/>
                    <a:pt x="219" y="33"/>
                    <a:pt x="219" y="33"/>
                  </a:cubicBezTo>
                  <a:cubicBezTo>
                    <a:pt x="247" y="27"/>
                    <a:pt x="247" y="27"/>
                    <a:pt x="247" y="27"/>
                  </a:cubicBezTo>
                  <a:cubicBezTo>
                    <a:pt x="208" y="16"/>
                    <a:pt x="208" y="16"/>
                    <a:pt x="208" y="16"/>
                  </a:cubicBezTo>
                  <a:cubicBezTo>
                    <a:pt x="208" y="16"/>
                    <a:pt x="208" y="16"/>
                    <a:pt x="208" y="16"/>
                  </a:cubicBezTo>
                  <a:cubicBezTo>
                    <a:pt x="206" y="15"/>
                    <a:pt x="205" y="15"/>
                    <a:pt x="204" y="14"/>
                  </a:cubicBezTo>
                  <a:cubicBezTo>
                    <a:pt x="204" y="13"/>
                    <a:pt x="203" y="11"/>
                    <a:pt x="203" y="10"/>
                  </a:cubicBezTo>
                  <a:cubicBezTo>
                    <a:pt x="203" y="8"/>
                    <a:pt x="203" y="8"/>
                    <a:pt x="203" y="7"/>
                  </a:cubicBezTo>
                  <a:cubicBezTo>
                    <a:pt x="204" y="6"/>
                    <a:pt x="204" y="5"/>
                    <a:pt x="205" y="5"/>
                  </a:cubicBezTo>
                  <a:cubicBezTo>
                    <a:pt x="206" y="4"/>
                    <a:pt x="207" y="3"/>
                    <a:pt x="208" y="2"/>
                  </a:cubicBezTo>
                  <a:cubicBezTo>
                    <a:pt x="209" y="2"/>
                    <a:pt x="209" y="2"/>
                    <a:pt x="209" y="2"/>
                  </a:cubicBezTo>
                  <a:cubicBezTo>
                    <a:pt x="214" y="0"/>
                    <a:pt x="214" y="0"/>
                    <a:pt x="214" y="0"/>
                  </a:cubicBezTo>
                  <a:moveTo>
                    <a:pt x="286" y="0"/>
                  </a:moveTo>
                  <a:cubicBezTo>
                    <a:pt x="234" y="0"/>
                    <a:pt x="234" y="0"/>
                    <a:pt x="234" y="0"/>
                  </a:cubicBezTo>
                  <a:cubicBezTo>
                    <a:pt x="213" y="9"/>
                    <a:pt x="213" y="9"/>
                    <a:pt x="213" y="9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7" y="21"/>
                    <a:pt x="257" y="21"/>
                    <a:pt x="257" y="21"/>
                  </a:cubicBezTo>
                  <a:cubicBezTo>
                    <a:pt x="259" y="22"/>
                    <a:pt x="260" y="24"/>
                    <a:pt x="260" y="26"/>
                  </a:cubicBezTo>
                  <a:cubicBezTo>
                    <a:pt x="260" y="29"/>
                    <a:pt x="258" y="32"/>
                    <a:pt x="256" y="33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38" y="37"/>
                    <a:pt x="238" y="37"/>
                    <a:pt x="238" y="37"/>
                  </a:cubicBezTo>
                  <a:cubicBezTo>
                    <a:pt x="242" y="37"/>
                    <a:pt x="246" y="38"/>
                    <a:pt x="250" y="38"/>
                  </a:cubicBezTo>
                  <a:cubicBezTo>
                    <a:pt x="251" y="38"/>
                    <a:pt x="251" y="38"/>
                    <a:pt x="252" y="38"/>
                  </a:cubicBezTo>
                  <a:cubicBezTo>
                    <a:pt x="252" y="38"/>
                    <a:pt x="252" y="38"/>
                    <a:pt x="252" y="38"/>
                  </a:cubicBezTo>
                  <a:cubicBezTo>
                    <a:pt x="254" y="38"/>
                    <a:pt x="256" y="39"/>
                    <a:pt x="256" y="42"/>
                  </a:cubicBezTo>
                  <a:cubicBezTo>
                    <a:pt x="256" y="42"/>
                    <a:pt x="256" y="43"/>
                    <a:pt x="255" y="43"/>
                  </a:cubicBezTo>
                  <a:cubicBezTo>
                    <a:pt x="288" y="43"/>
                    <a:pt x="288" y="43"/>
                    <a:pt x="288" y="43"/>
                  </a:cubicBezTo>
                  <a:cubicBezTo>
                    <a:pt x="288" y="41"/>
                    <a:pt x="289" y="39"/>
                    <a:pt x="291" y="38"/>
                  </a:cubicBezTo>
                  <a:cubicBezTo>
                    <a:pt x="291" y="38"/>
                    <a:pt x="296" y="38"/>
                    <a:pt x="302" y="37"/>
                  </a:cubicBezTo>
                  <a:cubicBezTo>
                    <a:pt x="297" y="36"/>
                    <a:pt x="291" y="35"/>
                    <a:pt x="286" y="34"/>
                  </a:cubicBezTo>
                  <a:cubicBezTo>
                    <a:pt x="282" y="33"/>
                    <a:pt x="278" y="32"/>
                    <a:pt x="276" y="31"/>
                  </a:cubicBezTo>
                  <a:cubicBezTo>
                    <a:pt x="276" y="31"/>
                    <a:pt x="275" y="31"/>
                    <a:pt x="275" y="31"/>
                  </a:cubicBezTo>
                  <a:cubicBezTo>
                    <a:pt x="274" y="30"/>
                    <a:pt x="274" y="30"/>
                    <a:pt x="273" y="29"/>
                  </a:cubicBezTo>
                  <a:cubicBezTo>
                    <a:pt x="273" y="29"/>
                    <a:pt x="272" y="28"/>
                    <a:pt x="272" y="27"/>
                  </a:cubicBezTo>
                  <a:cubicBezTo>
                    <a:pt x="272" y="26"/>
                    <a:pt x="273" y="25"/>
                    <a:pt x="273" y="25"/>
                  </a:cubicBezTo>
                  <a:cubicBezTo>
                    <a:pt x="273" y="25"/>
                    <a:pt x="273" y="25"/>
                    <a:pt x="273" y="25"/>
                  </a:cubicBezTo>
                  <a:cubicBezTo>
                    <a:pt x="273" y="24"/>
                    <a:pt x="274" y="24"/>
                    <a:pt x="274" y="24"/>
                  </a:cubicBezTo>
                  <a:cubicBezTo>
                    <a:pt x="274" y="23"/>
                    <a:pt x="274" y="23"/>
                    <a:pt x="274" y="23"/>
                  </a:cubicBezTo>
                  <a:cubicBezTo>
                    <a:pt x="275" y="23"/>
                    <a:pt x="275" y="23"/>
                    <a:pt x="275" y="23"/>
                  </a:cubicBezTo>
                  <a:cubicBezTo>
                    <a:pt x="276" y="22"/>
                    <a:pt x="277" y="22"/>
                    <a:pt x="278" y="22"/>
                  </a:cubicBezTo>
                  <a:cubicBezTo>
                    <a:pt x="280" y="21"/>
                    <a:pt x="283" y="20"/>
                    <a:pt x="285" y="18"/>
                  </a:cubicBezTo>
                  <a:cubicBezTo>
                    <a:pt x="291" y="16"/>
                    <a:pt x="298" y="13"/>
                    <a:pt x="304" y="11"/>
                  </a:cubicBezTo>
                  <a:cubicBezTo>
                    <a:pt x="306" y="10"/>
                    <a:pt x="307" y="10"/>
                    <a:pt x="308" y="9"/>
                  </a:cubicBezTo>
                  <a:cubicBezTo>
                    <a:pt x="286" y="0"/>
                    <a:pt x="286" y="0"/>
                    <a:pt x="286" y="0"/>
                  </a:cubicBezTo>
                  <a:moveTo>
                    <a:pt x="322" y="0"/>
                  </a:moveTo>
                  <a:cubicBezTo>
                    <a:pt x="307" y="0"/>
                    <a:pt x="307" y="0"/>
                    <a:pt x="307" y="0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3"/>
                    <a:pt x="316" y="4"/>
                    <a:pt x="317" y="5"/>
                  </a:cubicBezTo>
                  <a:cubicBezTo>
                    <a:pt x="318" y="6"/>
                    <a:pt x="319" y="8"/>
                    <a:pt x="319" y="10"/>
                  </a:cubicBezTo>
                  <a:cubicBezTo>
                    <a:pt x="319" y="10"/>
                    <a:pt x="319" y="10"/>
                    <a:pt x="319" y="10"/>
                  </a:cubicBezTo>
                  <a:cubicBezTo>
                    <a:pt x="319" y="10"/>
                    <a:pt x="319" y="10"/>
                    <a:pt x="319" y="10"/>
                  </a:cubicBezTo>
                  <a:cubicBezTo>
                    <a:pt x="319" y="10"/>
                    <a:pt x="319" y="10"/>
                    <a:pt x="319" y="10"/>
                  </a:cubicBezTo>
                  <a:cubicBezTo>
                    <a:pt x="319" y="10"/>
                    <a:pt x="319" y="10"/>
                    <a:pt x="319" y="10"/>
                  </a:cubicBezTo>
                  <a:cubicBezTo>
                    <a:pt x="319" y="10"/>
                    <a:pt x="319" y="10"/>
                    <a:pt x="319" y="10"/>
                  </a:cubicBezTo>
                  <a:cubicBezTo>
                    <a:pt x="320" y="11"/>
                    <a:pt x="320" y="11"/>
                    <a:pt x="320" y="11"/>
                  </a:cubicBezTo>
                  <a:cubicBezTo>
                    <a:pt x="320" y="11"/>
                    <a:pt x="320" y="12"/>
                    <a:pt x="321" y="12"/>
                  </a:cubicBezTo>
                  <a:cubicBezTo>
                    <a:pt x="321" y="11"/>
                    <a:pt x="321" y="11"/>
                    <a:pt x="321" y="11"/>
                  </a:cubicBezTo>
                  <a:cubicBezTo>
                    <a:pt x="320" y="10"/>
                    <a:pt x="320" y="8"/>
                    <a:pt x="320" y="6"/>
                  </a:cubicBezTo>
                  <a:cubicBezTo>
                    <a:pt x="320" y="6"/>
                    <a:pt x="320" y="6"/>
                    <a:pt x="320" y="6"/>
                  </a:cubicBezTo>
                  <a:cubicBezTo>
                    <a:pt x="320" y="5"/>
                    <a:pt x="320" y="4"/>
                    <a:pt x="321" y="3"/>
                  </a:cubicBezTo>
                  <a:cubicBezTo>
                    <a:pt x="321" y="2"/>
                    <a:pt x="321" y="1"/>
                    <a:pt x="322" y="0"/>
                  </a:cubicBezTo>
                  <a:cubicBezTo>
                    <a:pt x="322" y="0"/>
                    <a:pt x="322" y="0"/>
                    <a:pt x="322" y="0"/>
                  </a:cubicBezTo>
                  <a:moveTo>
                    <a:pt x="340" y="0"/>
                  </a:moveTo>
                  <a:cubicBezTo>
                    <a:pt x="333" y="0"/>
                    <a:pt x="333" y="0"/>
                    <a:pt x="333" y="0"/>
                  </a:cubicBezTo>
                  <a:cubicBezTo>
                    <a:pt x="334" y="1"/>
                    <a:pt x="335" y="1"/>
                    <a:pt x="336" y="2"/>
                  </a:cubicBezTo>
                  <a:cubicBezTo>
                    <a:pt x="340" y="0"/>
                    <a:pt x="340" y="0"/>
                    <a:pt x="340" y="0"/>
                  </a:cubicBezTo>
                  <a:moveTo>
                    <a:pt x="412" y="0"/>
                  </a:moveTo>
                  <a:cubicBezTo>
                    <a:pt x="360" y="0"/>
                    <a:pt x="360" y="0"/>
                    <a:pt x="360" y="0"/>
                  </a:cubicBezTo>
                  <a:cubicBezTo>
                    <a:pt x="339" y="9"/>
                    <a:pt x="339" y="9"/>
                    <a:pt x="339" y="9"/>
                  </a:cubicBezTo>
                  <a:cubicBezTo>
                    <a:pt x="383" y="21"/>
                    <a:pt x="383" y="21"/>
                    <a:pt x="383" y="21"/>
                  </a:cubicBezTo>
                  <a:cubicBezTo>
                    <a:pt x="383" y="21"/>
                    <a:pt x="383" y="21"/>
                    <a:pt x="383" y="21"/>
                  </a:cubicBezTo>
                  <a:cubicBezTo>
                    <a:pt x="384" y="22"/>
                    <a:pt x="385" y="22"/>
                    <a:pt x="386" y="23"/>
                  </a:cubicBezTo>
                  <a:cubicBezTo>
                    <a:pt x="386" y="24"/>
                    <a:pt x="387" y="24"/>
                    <a:pt x="387" y="24"/>
                  </a:cubicBezTo>
                  <a:cubicBezTo>
                    <a:pt x="386" y="25"/>
                    <a:pt x="386" y="25"/>
                    <a:pt x="386" y="25"/>
                  </a:cubicBezTo>
                  <a:cubicBezTo>
                    <a:pt x="386" y="25"/>
                    <a:pt x="386" y="25"/>
                    <a:pt x="386" y="25"/>
                  </a:cubicBezTo>
                  <a:cubicBezTo>
                    <a:pt x="387" y="24"/>
                    <a:pt x="387" y="24"/>
                    <a:pt x="387" y="24"/>
                  </a:cubicBezTo>
                  <a:cubicBezTo>
                    <a:pt x="386" y="25"/>
                    <a:pt x="386" y="25"/>
                    <a:pt x="386" y="25"/>
                  </a:cubicBezTo>
                  <a:cubicBezTo>
                    <a:pt x="386" y="25"/>
                    <a:pt x="386" y="25"/>
                    <a:pt x="386" y="25"/>
                  </a:cubicBezTo>
                  <a:cubicBezTo>
                    <a:pt x="387" y="24"/>
                    <a:pt x="387" y="24"/>
                    <a:pt x="387" y="24"/>
                  </a:cubicBezTo>
                  <a:cubicBezTo>
                    <a:pt x="387" y="24"/>
                    <a:pt x="387" y="24"/>
                    <a:pt x="387" y="24"/>
                  </a:cubicBezTo>
                  <a:cubicBezTo>
                    <a:pt x="387" y="24"/>
                    <a:pt x="387" y="24"/>
                    <a:pt x="387" y="24"/>
                  </a:cubicBezTo>
                  <a:cubicBezTo>
                    <a:pt x="387" y="25"/>
                    <a:pt x="388" y="25"/>
                    <a:pt x="388" y="25"/>
                  </a:cubicBezTo>
                  <a:cubicBezTo>
                    <a:pt x="389" y="25"/>
                    <a:pt x="389" y="26"/>
                    <a:pt x="389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5"/>
                    <a:pt x="389" y="24"/>
                    <a:pt x="389" y="22"/>
                  </a:cubicBezTo>
                  <a:cubicBezTo>
                    <a:pt x="389" y="21"/>
                    <a:pt x="389" y="20"/>
                    <a:pt x="390" y="19"/>
                  </a:cubicBezTo>
                  <a:cubicBezTo>
                    <a:pt x="390" y="18"/>
                    <a:pt x="391" y="17"/>
                    <a:pt x="392" y="16"/>
                  </a:cubicBezTo>
                  <a:cubicBezTo>
                    <a:pt x="393" y="16"/>
                    <a:pt x="394" y="15"/>
                    <a:pt x="395" y="15"/>
                  </a:cubicBezTo>
                  <a:cubicBezTo>
                    <a:pt x="396" y="15"/>
                    <a:pt x="397" y="16"/>
                    <a:pt x="398" y="16"/>
                  </a:cubicBezTo>
                  <a:cubicBezTo>
                    <a:pt x="399" y="17"/>
                    <a:pt x="400" y="17"/>
                    <a:pt x="401" y="18"/>
                  </a:cubicBezTo>
                  <a:cubicBezTo>
                    <a:pt x="402" y="19"/>
                    <a:pt x="404" y="20"/>
                    <a:pt x="405" y="21"/>
                  </a:cubicBezTo>
                  <a:cubicBezTo>
                    <a:pt x="407" y="20"/>
                    <a:pt x="409" y="19"/>
                    <a:pt x="412" y="18"/>
                  </a:cubicBezTo>
                  <a:cubicBezTo>
                    <a:pt x="418" y="16"/>
                    <a:pt x="425" y="13"/>
                    <a:pt x="430" y="11"/>
                  </a:cubicBezTo>
                  <a:cubicBezTo>
                    <a:pt x="432" y="10"/>
                    <a:pt x="433" y="10"/>
                    <a:pt x="435" y="9"/>
                  </a:cubicBezTo>
                  <a:cubicBezTo>
                    <a:pt x="412" y="0"/>
                    <a:pt x="412" y="0"/>
                    <a:pt x="412" y="0"/>
                  </a:cubicBezTo>
                  <a:moveTo>
                    <a:pt x="543" y="0"/>
                  </a:moveTo>
                  <a:cubicBezTo>
                    <a:pt x="433" y="0"/>
                    <a:pt x="433" y="0"/>
                    <a:pt x="433" y="0"/>
                  </a:cubicBezTo>
                  <a:cubicBezTo>
                    <a:pt x="440" y="3"/>
                    <a:pt x="440" y="3"/>
                    <a:pt x="440" y="3"/>
                  </a:cubicBezTo>
                  <a:cubicBezTo>
                    <a:pt x="440" y="3"/>
                    <a:pt x="440" y="3"/>
                    <a:pt x="440" y="3"/>
                  </a:cubicBezTo>
                  <a:cubicBezTo>
                    <a:pt x="442" y="3"/>
                    <a:pt x="443" y="4"/>
                    <a:pt x="444" y="5"/>
                  </a:cubicBezTo>
                  <a:cubicBezTo>
                    <a:pt x="445" y="6"/>
                    <a:pt x="446" y="8"/>
                    <a:pt x="446" y="10"/>
                  </a:cubicBezTo>
                  <a:cubicBezTo>
                    <a:pt x="446" y="11"/>
                    <a:pt x="445" y="12"/>
                    <a:pt x="444" y="13"/>
                  </a:cubicBezTo>
                  <a:cubicBezTo>
                    <a:pt x="443" y="14"/>
                    <a:pt x="442" y="15"/>
                    <a:pt x="441" y="15"/>
                  </a:cubicBezTo>
                  <a:cubicBezTo>
                    <a:pt x="441" y="15"/>
                    <a:pt x="441" y="15"/>
                    <a:pt x="441" y="15"/>
                  </a:cubicBezTo>
                  <a:cubicBezTo>
                    <a:pt x="440" y="16"/>
                    <a:pt x="438" y="17"/>
                    <a:pt x="435" y="18"/>
                  </a:cubicBezTo>
                  <a:cubicBezTo>
                    <a:pt x="432" y="19"/>
                    <a:pt x="429" y="20"/>
                    <a:pt x="425" y="22"/>
                  </a:cubicBezTo>
                  <a:cubicBezTo>
                    <a:pt x="422" y="23"/>
                    <a:pt x="418" y="25"/>
                    <a:pt x="414" y="26"/>
                  </a:cubicBezTo>
                  <a:cubicBezTo>
                    <a:pt x="415" y="26"/>
                    <a:pt x="416" y="26"/>
                    <a:pt x="417" y="27"/>
                  </a:cubicBezTo>
                  <a:cubicBezTo>
                    <a:pt x="425" y="28"/>
                    <a:pt x="434" y="30"/>
                    <a:pt x="441" y="31"/>
                  </a:cubicBezTo>
                  <a:cubicBezTo>
                    <a:pt x="446" y="32"/>
                    <a:pt x="450" y="32"/>
                    <a:pt x="451" y="32"/>
                  </a:cubicBezTo>
                  <a:cubicBezTo>
                    <a:pt x="451" y="32"/>
                    <a:pt x="451" y="32"/>
                    <a:pt x="451" y="32"/>
                  </a:cubicBezTo>
                  <a:cubicBezTo>
                    <a:pt x="452" y="33"/>
                    <a:pt x="452" y="33"/>
                    <a:pt x="453" y="33"/>
                  </a:cubicBezTo>
                  <a:cubicBezTo>
                    <a:pt x="453" y="33"/>
                    <a:pt x="454" y="33"/>
                    <a:pt x="454" y="34"/>
                  </a:cubicBezTo>
                  <a:cubicBezTo>
                    <a:pt x="455" y="35"/>
                    <a:pt x="455" y="36"/>
                    <a:pt x="455" y="37"/>
                  </a:cubicBezTo>
                  <a:cubicBezTo>
                    <a:pt x="455" y="37"/>
                    <a:pt x="455" y="38"/>
                    <a:pt x="455" y="39"/>
                  </a:cubicBezTo>
                  <a:cubicBezTo>
                    <a:pt x="454" y="39"/>
                    <a:pt x="454" y="39"/>
                    <a:pt x="454" y="39"/>
                  </a:cubicBezTo>
                  <a:cubicBezTo>
                    <a:pt x="454" y="40"/>
                    <a:pt x="454" y="40"/>
                    <a:pt x="454" y="40"/>
                  </a:cubicBezTo>
                  <a:cubicBezTo>
                    <a:pt x="459" y="38"/>
                    <a:pt x="465" y="37"/>
                    <a:pt x="472" y="35"/>
                  </a:cubicBezTo>
                  <a:cubicBezTo>
                    <a:pt x="490" y="31"/>
                    <a:pt x="511" y="24"/>
                    <a:pt x="526" y="16"/>
                  </a:cubicBezTo>
                  <a:cubicBezTo>
                    <a:pt x="535" y="11"/>
                    <a:pt x="541" y="5"/>
                    <a:pt x="543" y="0"/>
                  </a:cubicBezTo>
                </a:path>
              </a:pathLst>
            </a:custGeom>
            <a:solidFill>
              <a:srgbClr val="E9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3" name="Freeform 259">
              <a:extLst>
                <a:ext uri="{FF2B5EF4-FFF2-40B4-BE49-F238E27FC236}">
                  <a16:creationId xmlns:a16="http://schemas.microsoft.com/office/drawing/2014/main" id="{EF6FDCD9-14F9-454D-9FBD-94A146B4B5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1" y="1626"/>
              <a:ext cx="107" cy="107"/>
            </a:xfrm>
            <a:custGeom>
              <a:avLst/>
              <a:gdLst>
                <a:gd name="T0" fmla="*/ 105 w 43"/>
                <a:gd name="T1" fmla="*/ 154 h 43"/>
                <a:gd name="T2" fmla="*/ 105 w 43"/>
                <a:gd name="T3" fmla="*/ 154 h 43"/>
                <a:gd name="T4" fmla="*/ 478 w 43"/>
                <a:gd name="T5" fmla="*/ 0 h 43"/>
                <a:gd name="T6" fmla="*/ 167 w 43"/>
                <a:gd name="T7" fmla="*/ 0 h 43"/>
                <a:gd name="T8" fmla="*/ 92 w 43"/>
                <a:gd name="T9" fmla="*/ 30 h 43"/>
                <a:gd name="T10" fmla="*/ 92 w 43"/>
                <a:gd name="T11" fmla="*/ 30 h 43"/>
                <a:gd name="T12" fmla="*/ 30 w 43"/>
                <a:gd name="T13" fmla="*/ 75 h 43"/>
                <a:gd name="T14" fmla="*/ 12 w 43"/>
                <a:gd name="T15" fmla="*/ 105 h 43"/>
                <a:gd name="T16" fmla="*/ 0 w 43"/>
                <a:gd name="T17" fmla="*/ 154 h 43"/>
                <a:gd name="T18" fmla="*/ 30 w 43"/>
                <a:gd name="T19" fmla="*/ 216 h 43"/>
                <a:gd name="T20" fmla="*/ 75 w 43"/>
                <a:gd name="T21" fmla="*/ 249 h 43"/>
                <a:gd name="T22" fmla="*/ 75 w 43"/>
                <a:gd name="T23" fmla="*/ 249 h 43"/>
                <a:gd name="T24" fmla="*/ 495 w 43"/>
                <a:gd name="T25" fmla="*/ 403 h 43"/>
                <a:gd name="T26" fmla="*/ 137 w 43"/>
                <a:gd name="T27" fmla="*/ 508 h 43"/>
                <a:gd name="T28" fmla="*/ 124 w 43"/>
                <a:gd name="T29" fmla="*/ 508 h 43"/>
                <a:gd name="T30" fmla="*/ 92 w 43"/>
                <a:gd name="T31" fmla="*/ 537 h 43"/>
                <a:gd name="T32" fmla="*/ 75 w 43"/>
                <a:gd name="T33" fmla="*/ 557 h 43"/>
                <a:gd name="T34" fmla="*/ 62 w 43"/>
                <a:gd name="T35" fmla="*/ 587 h 43"/>
                <a:gd name="T36" fmla="*/ 75 w 43"/>
                <a:gd name="T37" fmla="*/ 620 h 43"/>
                <a:gd name="T38" fmla="*/ 92 w 43"/>
                <a:gd name="T39" fmla="*/ 649 h 43"/>
                <a:gd name="T40" fmla="*/ 279 w 43"/>
                <a:gd name="T41" fmla="*/ 662 h 43"/>
                <a:gd name="T42" fmla="*/ 632 w 43"/>
                <a:gd name="T43" fmla="*/ 662 h 43"/>
                <a:gd name="T44" fmla="*/ 632 w 43"/>
                <a:gd name="T45" fmla="*/ 649 h 43"/>
                <a:gd name="T46" fmla="*/ 570 w 43"/>
                <a:gd name="T47" fmla="*/ 587 h 43"/>
                <a:gd name="T48" fmla="*/ 403 w 43"/>
                <a:gd name="T49" fmla="*/ 557 h 43"/>
                <a:gd name="T50" fmla="*/ 600 w 43"/>
                <a:gd name="T51" fmla="*/ 508 h 43"/>
                <a:gd name="T52" fmla="*/ 600 w 43"/>
                <a:gd name="T53" fmla="*/ 508 h 43"/>
                <a:gd name="T54" fmla="*/ 620 w 43"/>
                <a:gd name="T55" fmla="*/ 495 h 43"/>
                <a:gd name="T56" fmla="*/ 570 w 43"/>
                <a:gd name="T57" fmla="*/ 465 h 43"/>
                <a:gd name="T58" fmla="*/ 587 w 43"/>
                <a:gd name="T59" fmla="*/ 383 h 43"/>
                <a:gd name="T60" fmla="*/ 620 w 43"/>
                <a:gd name="T61" fmla="*/ 371 h 43"/>
                <a:gd name="T62" fmla="*/ 662 w 43"/>
                <a:gd name="T63" fmla="*/ 383 h 43"/>
                <a:gd name="T64" fmla="*/ 662 w 43"/>
                <a:gd name="T65" fmla="*/ 383 h 43"/>
                <a:gd name="T66" fmla="*/ 662 w 43"/>
                <a:gd name="T67" fmla="*/ 383 h 43"/>
                <a:gd name="T68" fmla="*/ 662 w 43"/>
                <a:gd name="T69" fmla="*/ 383 h 43"/>
                <a:gd name="T70" fmla="*/ 620 w 43"/>
                <a:gd name="T71" fmla="*/ 321 h 43"/>
                <a:gd name="T72" fmla="*/ 620 w 43"/>
                <a:gd name="T73" fmla="*/ 321 h 43"/>
                <a:gd name="T74" fmla="*/ 154 w 43"/>
                <a:gd name="T75" fmla="*/ 137 h 43"/>
                <a:gd name="T76" fmla="*/ 478 w 43"/>
                <a:gd name="T77" fmla="*/ 0 h 4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3" h="43">
                  <a:moveTo>
                    <a:pt x="7" y="10"/>
                  </a:moveTo>
                  <a:cubicBezTo>
                    <a:pt x="7" y="10"/>
                    <a:pt x="7" y="10"/>
                    <a:pt x="7" y="10"/>
                  </a:cubicBezTo>
                  <a:moveTo>
                    <a:pt x="3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0" y="8"/>
                    <a:pt x="0" y="8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  <a:cubicBezTo>
                    <a:pt x="3" y="15"/>
                    <a:pt x="4" y="15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7" y="34"/>
                    <a:pt x="7" y="34"/>
                    <a:pt x="6" y="35"/>
                  </a:cubicBezTo>
                  <a:cubicBezTo>
                    <a:pt x="6" y="35"/>
                    <a:pt x="5" y="35"/>
                    <a:pt x="5" y="36"/>
                  </a:cubicBezTo>
                  <a:cubicBezTo>
                    <a:pt x="5" y="36"/>
                    <a:pt x="4" y="37"/>
                    <a:pt x="4" y="38"/>
                  </a:cubicBezTo>
                  <a:cubicBezTo>
                    <a:pt x="4" y="39"/>
                    <a:pt x="4" y="40"/>
                    <a:pt x="5" y="40"/>
                  </a:cubicBezTo>
                  <a:cubicBezTo>
                    <a:pt x="5" y="41"/>
                    <a:pt x="5" y="41"/>
                    <a:pt x="6" y="42"/>
                  </a:cubicBezTo>
                  <a:cubicBezTo>
                    <a:pt x="11" y="43"/>
                    <a:pt x="16" y="43"/>
                    <a:pt x="18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2"/>
                    <a:pt x="41" y="42"/>
                  </a:cubicBezTo>
                  <a:cubicBezTo>
                    <a:pt x="41" y="40"/>
                    <a:pt x="39" y="38"/>
                    <a:pt x="37" y="38"/>
                  </a:cubicBezTo>
                  <a:cubicBezTo>
                    <a:pt x="33" y="37"/>
                    <a:pt x="30" y="37"/>
                    <a:pt x="26" y="36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33"/>
                    <a:pt x="40" y="33"/>
                    <a:pt x="40" y="32"/>
                  </a:cubicBezTo>
                  <a:cubicBezTo>
                    <a:pt x="38" y="31"/>
                    <a:pt x="38" y="31"/>
                    <a:pt x="37" y="30"/>
                  </a:cubicBezTo>
                  <a:cubicBezTo>
                    <a:pt x="36" y="29"/>
                    <a:pt x="36" y="26"/>
                    <a:pt x="38" y="25"/>
                  </a:cubicBezTo>
                  <a:cubicBezTo>
                    <a:pt x="38" y="24"/>
                    <a:pt x="39" y="24"/>
                    <a:pt x="40" y="24"/>
                  </a:cubicBezTo>
                  <a:cubicBezTo>
                    <a:pt x="41" y="24"/>
                    <a:pt x="42" y="24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3"/>
                    <a:pt x="42" y="22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31" y="0"/>
                    <a:pt x="31" y="0"/>
                    <a:pt x="31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4" name="Freeform 260">
              <a:extLst>
                <a:ext uri="{FF2B5EF4-FFF2-40B4-BE49-F238E27FC236}">
                  <a16:creationId xmlns:a16="http://schemas.microsoft.com/office/drawing/2014/main" id="{6C17FBED-F396-45A4-8E23-6ABCAF4AC3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8" y="1626"/>
              <a:ext cx="140" cy="107"/>
            </a:xfrm>
            <a:custGeom>
              <a:avLst/>
              <a:gdLst>
                <a:gd name="T0" fmla="*/ 95 w 56"/>
                <a:gd name="T1" fmla="*/ 465 h 43"/>
                <a:gd name="T2" fmla="*/ 95 w 56"/>
                <a:gd name="T3" fmla="*/ 465 h 43"/>
                <a:gd name="T4" fmla="*/ 95 w 56"/>
                <a:gd name="T5" fmla="*/ 465 h 43"/>
                <a:gd name="T6" fmla="*/ 95 w 56"/>
                <a:gd name="T7" fmla="*/ 465 h 43"/>
                <a:gd name="T8" fmla="*/ 95 w 56"/>
                <a:gd name="T9" fmla="*/ 465 h 43"/>
                <a:gd name="T10" fmla="*/ 95 w 56"/>
                <a:gd name="T11" fmla="*/ 465 h 43"/>
                <a:gd name="T12" fmla="*/ 533 w 56"/>
                <a:gd name="T13" fmla="*/ 0 h 43"/>
                <a:gd name="T14" fmla="*/ 208 w 56"/>
                <a:gd name="T15" fmla="*/ 0 h 43"/>
                <a:gd name="T16" fmla="*/ 563 w 56"/>
                <a:gd name="T17" fmla="*/ 137 h 43"/>
                <a:gd name="T18" fmla="*/ 488 w 56"/>
                <a:gd name="T19" fmla="*/ 167 h 43"/>
                <a:gd name="T20" fmla="*/ 208 w 56"/>
                <a:gd name="T21" fmla="*/ 279 h 43"/>
                <a:gd name="T22" fmla="*/ 95 w 56"/>
                <a:gd name="T23" fmla="*/ 321 h 43"/>
                <a:gd name="T24" fmla="*/ 113 w 56"/>
                <a:gd name="T25" fmla="*/ 353 h 43"/>
                <a:gd name="T26" fmla="*/ 125 w 56"/>
                <a:gd name="T27" fmla="*/ 433 h 43"/>
                <a:gd name="T28" fmla="*/ 83 w 56"/>
                <a:gd name="T29" fmla="*/ 465 h 43"/>
                <a:gd name="T30" fmla="*/ 50 w 56"/>
                <a:gd name="T31" fmla="*/ 445 h 43"/>
                <a:gd name="T32" fmla="*/ 0 w 56"/>
                <a:gd name="T33" fmla="*/ 416 h 43"/>
                <a:gd name="T34" fmla="*/ 0 w 56"/>
                <a:gd name="T35" fmla="*/ 416 h 43"/>
                <a:gd name="T36" fmla="*/ 20 w 56"/>
                <a:gd name="T37" fmla="*/ 445 h 43"/>
                <a:gd name="T38" fmla="*/ 33 w 56"/>
                <a:gd name="T39" fmla="*/ 478 h 43"/>
                <a:gd name="T40" fmla="*/ 63 w 56"/>
                <a:gd name="T41" fmla="*/ 478 h 43"/>
                <a:gd name="T42" fmla="*/ 220 w 56"/>
                <a:gd name="T43" fmla="*/ 528 h 43"/>
                <a:gd name="T44" fmla="*/ 533 w 56"/>
                <a:gd name="T45" fmla="*/ 587 h 43"/>
                <a:gd name="T46" fmla="*/ 488 w 56"/>
                <a:gd name="T47" fmla="*/ 587 h 43"/>
                <a:gd name="T48" fmla="*/ 438 w 56"/>
                <a:gd name="T49" fmla="*/ 600 h 43"/>
                <a:gd name="T50" fmla="*/ 395 w 56"/>
                <a:gd name="T51" fmla="*/ 662 h 43"/>
                <a:gd name="T52" fmla="*/ 720 w 56"/>
                <a:gd name="T53" fmla="*/ 662 h 43"/>
                <a:gd name="T54" fmla="*/ 783 w 56"/>
                <a:gd name="T55" fmla="*/ 649 h 43"/>
                <a:gd name="T56" fmla="*/ 833 w 56"/>
                <a:gd name="T57" fmla="*/ 632 h 43"/>
                <a:gd name="T58" fmla="*/ 845 w 56"/>
                <a:gd name="T59" fmla="*/ 620 h 43"/>
                <a:gd name="T60" fmla="*/ 863 w 56"/>
                <a:gd name="T61" fmla="*/ 620 h 43"/>
                <a:gd name="T62" fmla="*/ 875 w 56"/>
                <a:gd name="T63" fmla="*/ 600 h 43"/>
                <a:gd name="T64" fmla="*/ 875 w 56"/>
                <a:gd name="T65" fmla="*/ 570 h 43"/>
                <a:gd name="T66" fmla="*/ 875 w 56"/>
                <a:gd name="T67" fmla="*/ 537 h 43"/>
                <a:gd name="T68" fmla="*/ 845 w 56"/>
                <a:gd name="T69" fmla="*/ 508 h 43"/>
                <a:gd name="T70" fmla="*/ 833 w 56"/>
                <a:gd name="T71" fmla="*/ 508 h 43"/>
                <a:gd name="T72" fmla="*/ 813 w 56"/>
                <a:gd name="T73" fmla="*/ 495 h 43"/>
                <a:gd name="T74" fmla="*/ 658 w 56"/>
                <a:gd name="T75" fmla="*/ 478 h 43"/>
                <a:gd name="T76" fmla="*/ 283 w 56"/>
                <a:gd name="T77" fmla="*/ 416 h 43"/>
                <a:gd name="T78" fmla="*/ 238 w 56"/>
                <a:gd name="T79" fmla="*/ 403 h 43"/>
                <a:gd name="T80" fmla="*/ 408 w 56"/>
                <a:gd name="T81" fmla="*/ 341 h 43"/>
                <a:gd name="T82" fmla="*/ 563 w 56"/>
                <a:gd name="T83" fmla="*/ 279 h 43"/>
                <a:gd name="T84" fmla="*/ 658 w 56"/>
                <a:gd name="T85" fmla="*/ 229 h 43"/>
                <a:gd name="T86" fmla="*/ 708 w 56"/>
                <a:gd name="T87" fmla="*/ 199 h 43"/>
                <a:gd name="T88" fmla="*/ 738 w 56"/>
                <a:gd name="T89" fmla="*/ 154 h 43"/>
                <a:gd name="T90" fmla="*/ 708 w 56"/>
                <a:gd name="T91" fmla="*/ 75 h 43"/>
                <a:gd name="T92" fmla="*/ 645 w 56"/>
                <a:gd name="T93" fmla="*/ 42 h 43"/>
                <a:gd name="T94" fmla="*/ 645 w 56"/>
                <a:gd name="T95" fmla="*/ 42 h 43"/>
                <a:gd name="T96" fmla="*/ 533 w 56"/>
                <a:gd name="T97" fmla="*/ 0 h 4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" h="43">
                  <a:moveTo>
                    <a:pt x="6" y="30"/>
                  </a:moveTo>
                  <a:cubicBezTo>
                    <a:pt x="6" y="30"/>
                    <a:pt x="6" y="30"/>
                    <a:pt x="6" y="30"/>
                  </a:cubicBezTo>
                  <a:moveTo>
                    <a:pt x="6" y="30"/>
                  </a:move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moveTo>
                    <a:pt x="3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4" y="10"/>
                    <a:pt x="33" y="10"/>
                    <a:pt x="31" y="11"/>
                  </a:cubicBezTo>
                  <a:cubicBezTo>
                    <a:pt x="26" y="13"/>
                    <a:pt x="19" y="16"/>
                    <a:pt x="13" y="18"/>
                  </a:cubicBezTo>
                  <a:cubicBezTo>
                    <a:pt x="10" y="20"/>
                    <a:pt x="8" y="21"/>
                    <a:pt x="6" y="21"/>
                  </a:cubicBezTo>
                  <a:cubicBezTo>
                    <a:pt x="6" y="22"/>
                    <a:pt x="7" y="22"/>
                    <a:pt x="7" y="23"/>
                  </a:cubicBezTo>
                  <a:cubicBezTo>
                    <a:pt x="9" y="24"/>
                    <a:pt x="9" y="26"/>
                    <a:pt x="8" y="28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4" y="30"/>
                    <a:pt x="3" y="30"/>
                    <a:pt x="3" y="29"/>
                  </a:cubicBezTo>
                  <a:cubicBezTo>
                    <a:pt x="2" y="28"/>
                    <a:pt x="1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9"/>
                    <a:pt x="1" y="29"/>
                  </a:cubicBezTo>
                  <a:cubicBezTo>
                    <a:pt x="1" y="30"/>
                    <a:pt x="2" y="30"/>
                    <a:pt x="2" y="31"/>
                  </a:cubicBezTo>
                  <a:cubicBezTo>
                    <a:pt x="3" y="31"/>
                    <a:pt x="3" y="31"/>
                    <a:pt x="4" y="31"/>
                  </a:cubicBezTo>
                  <a:cubicBezTo>
                    <a:pt x="6" y="32"/>
                    <a:pt x="9" y="33"/>
                    <a:pt x="14" y="34"/>
                  </a:cubicBezTo>
                  <a:cubicBezTo>
                    <a:pt x="20" y="35"/>
                    <a:pt x="27" y="36"/>
                    <a:pt x="34" y="38"/>
                  </a:cubicBezTo>
                  <a:cubicBezTo>
                    <a:pt x="33" y="38"/>
                    <a:pt x="32" y="38"/>
                    <a:pt x="31" y="38"/>
                  </a:cubicBezTo>
                  <a:cubicBezTo>
                    <a:pt x="29" y="39"/>
                    <a:pt x="28" y="39"/>
                    <a:pt x="28" y="39"/>
                  </a:cubicBezTo>
                  <a:cubicBezTo>
                    <a:pt x="26" y="39"/>
                    <a:pt x="25" y="41"/>
                    <a:pt x="25" y="43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7" y="43"/>
                    <a:pt x="49" y="42"/>
                    <a:pt x="50" y="42"/>
                  </a:cubicBezTo>
                  <a:cubicBezTo>
                    <a:pt x="51" y="42"/>
                    <a:pt x="52" y="41"/>
                    <a:pt x="53" y="41"/>
                  </a:cubicBezTo>
                  <a:cubicBezTo>
                    <a:pt x="53" y="41"/>
                    <a:pt x="54" y="41"/>
                    <a:pt x="54" y="40"/>
                  </a:cubicBezTo>
                  <a:cubicBezTo>
                    <a:pt x="54" y="40"/>
                    <a:pt x="55" y="40"/>
                    <a:pt x="55" y="40"/>
                  </a:cubicBezTo>
                  <a:cubicBezTo>
                    <a:pt x="55" y="39"/>
                    <a:pt x="56" y="39"/>
                    <a:pt x="56" y="39"/>
                  </a:cubicBezTo>
                  <a:cubicBezTo>
                    <a:pt x="56" y="38"/>
                    <a:pt x="56" y="37"/>
                    <a:pt x="56" y="37"/>
                  </a:cubicBezTo>
                  <a:cubicBezTo>
                    <a:pt x="56" y="36"/>
                    <a:pt x="56" y="35"/>
                    <a:pt x="56" y="35"/>
                  </a:cubicBezTo>
                  <a:cubicBezTo>
                    <a:pt x="55" y="34"/>
                    <a:pt x="55" y="33"/>
                    <a:pt x="54" y="33"/>
                  </a:cubicBezTo>
                  <a:cubicBezTo>
                    <a:pt x="54" y="33"/>
                    <a:pt x="53" y="33"/>
                    <a:pt x="53" y="33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1" y="32"/>
                    <a:pt x="47" y="32"/>
                    <a:pt x="42" y="31"/>
                  </a:cubicBezTo>
                  <a:cubicBezTo>
                    <a:pt x="35" y="30"/>
                    <a:pt x="26" y="28"/>
                    <a:pt x="18" y="27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9" y="25"/>
                    <a:pt x="23" y="23"/>
                    <a:pt x="26" y="22"/>
                  </a:cubicBezTo>
                  <a:cubicBezTo>
                    <a:pt x="30" y="20"/>
                    <a:pt x="33" y="19"/>
                    <a:pt x="36" y="18"/>
                  </a:cubicBezTo>
                  <a:cubicBezTo>
                    <a:pt x="39" y="17"/>
                    <a:pt x="41" y="16"/>
                    <a:pt x="42" y="15"/>
                  </a:cubicBezTo>
                  <a:cubicBezTo>
                    <a:pt x="43" y="15"/>
                    <a:pt x="44" y="14"/>
                    <a:pt x="45" y="13"/>
                  </a:cubicBezTo>
                  <a:cubicBezTo>
                    <a:pt x="46" y="12"/>
                    <a:pt x="47" y="11"/>
                    <a:pt x="47" y="10"/>
                  </a:cubicBezTo>
                  <a:cubicBezTo>
                    <a:pt x="47" y="8"/>
                    <a:pt x="46" y="6"/>
                    <a:pt x="45" y="5"/>
                  </a:cubicBezTo>
                  <a:cubicBezTo>
                    <a:pt x="44" y="4"/>
                    <a:pt x="43" y="3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5" name="Freeform 261">
              <a:extLst>
                <a:ext uri="{FF2B5EF4-FFF2-40B4-BE49-F238E27FC236}">
                  <a16:creationId xmlns:a16="http://schemas.microsoft.com/office/drawing/2014/main" id="{2F9E2FE2-7BAA-4613-B7C0-C80758E925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6" y="1626"/>
              <a:ext cx="142" cy="107"/>
            </a:xfrm>
            <a:custGeom>
              <a:avLst/>
              <a:gdLst>
                <a:gd name="T0" fmla="*/ 787 w 57"/>
                <a:gd name="T1" fmla="*/ 508 h 43"/>
                <a:gd name="T2" fmla="*/ 787 w 57"/>
                <a:gd name="T3" fmla="*/ 508 h 43"/>
                <a:gd name="T4" fmla="*/ 105 w 57"/>
                <a:gd name="T5" fmla="*/ 465 h 43"/>
                <a:gd name="T6" fmla="*/ 105 w 57"/>
                <a:gd name="T7" fmla="*/ 465 h 43"/>
                <a:gd name="T8" fmla="*/ 105 w 57"/>
                <a:gd name="T9" fmla="*/ 465 h 43"/>
                <a:gd name="T10" fmla="*/ 105 w 57"/>
                <a:gd name="T11" fmla="*/ 465 h 43"/>
                <a:gd name="T12" fmla="*/ 105 w 57"/>
                <a:gd name="T13" fmla="*/ 465 h 43"/>
                <a:gd name="T14" fmla="*/ 105 w 57"/>
                <a:gd name="T15" fmla="*/ 465 h 43"/>
                <a:gd name="T16" fmla="*/ 92 w 57"/>
                <a:gd name="T17" fmla="*/ 445 h 43"/>
                <a:gd name="T18" fmla="*/ 92 w 57"/>
                <a:gd name="T19" fmla="*/ 445 h 43"/>
                <a:gd name="T20" fmla="*/ 541 w 57"/>
                <a:gd name="T21" fmla="*/ 0 h 43"/>
                <a:gd name="T22" fmla="*/ 217 w 57"/>
                <a:gd name="T23" fmla="*/ 0 h 43"/>
                <a:gd name="T24" fmla="*/ 558 w 57"/>
                <a:gd name="T25" fmla="*/ 137 h 43"/>
                <a:gd name="T26" fmla="*/ 496 w 57"/>
                <a:gd name="T27" fmla="*/ 167 h 43"/>
                <a:gd name="T28" fmla="*/ 199 w 57"/>
                <a:gd name="T29" fmla="*/ 279 h 43"/>
                <a:gd name="T30" fmla="*/ 92 w 57"/>
                <a:gd name="T31" fmla="*/ 341 h 43"/>
                <a:gd name="T32" fmla="*/ 42 w 57"/>
                <a:gd name="T33" fmla="*/ 353 h 43"/>
                <a:gd name="T34" fmla="*/ 30 w 57"/>
                <a:gd name="T35" fmla="*/ 353 h 43"/>
                <a:gd name="T36" fmla="*/ 30 w 57"/>
                <a:gd name="T37" fmla="*/ 371 h 43"/>
                <a:gd name="T38" fmla="*/ 12 w 57"/>
                <a:gd name="T39" fmla="*/ 383 h 43"/>
                <a:gd name="T40" fmla="*/ 12 w 57"/>
                <a:gd name="T41" fmla="*/ 383 h 43"/>
                <a:gd name="T42" fmla="*/ 0 w 57"/>
                <a:gd name="T43" fmla="*/ 416 h 43"/>
                <a:gd name="T44" fmla="*/ 12 w 57"/>
                <a:gd name="T45" fmla="*/ 445 h 43"/>
                <a:gd name="T46" fmla="*/ 42 w 57"/>
                <a:gd name="T47" fmla="*/ 478 h 43"/>
                <a:gd name="T48" fmla="*/ 62 w 57"/>
                <a:gd name="T49" fmla="*/ 478 h 43"/>
                <a:gd name="T50" fmla="*/ 217 w 57"/>
                <a:gd name="T51" fmla="*/ 528 h 43"/>
                <a:gd name="T52" fmla="*/ 466 w 57"/>
                <a:gd name="T53" fmla="*/ 570 h 43"/>
                <a:gd name="T54" fmla="*/ 291 w 57"/>
                <a:gd name="T55" fmla="*/ 587 h 43"/>
                <a:gd name="T56" fmla="*/ 249 w 57"/>
                <a:gd name="T57" fmla="*/ 662 h 43"/>
                <a:gd name="T58" fmla="*/ 653 w 57"/>
                <a:gd name="T59" fmla="*/ 662 h 43"/>
                <a:gd name="T60" fmla="*/ 745 w 57"/>
                <a:gd name="T61" fmla="*/ 649 h 43"/>
                <a:gd name="T62" fmla="*/ 807 w 57"/>
                <a:gd name="T63" fmla="*/ 632 h 43"/>
                <a:gd name="T64" fmla="*/ 837 w 57"/>
                <a:gd name="T65" fmla="*/ 632 h 43"/>
                <a:gd name="T66" fmla="*/ 850 w 57"/>
                <a:gd name="T67" fmla="*/ 620 h 43"/>
                <a:gd name="T68" fmla="*/ 869 w 57"/>
                <a:gd name="T69" fmla="*/ 600 h 43"/>
                <a:gd name="T70" fmla="*/ 882 w 57"/>
                <a:gd name="T71" fmla="*/ 570 h 43"/>
                <a:gd name="T72" fmla="*/ 869 w 57"/>
                <a:gd name="T73" fmla="*/ 528 h 43"/>
                <a:gd name="T74" fmla="*/ 837 w 57"/>
                <a:gd name="T75" fmla="*/ 508 h 43"/>
                <a:gd name="T76" fmla="*/ 820 w 57"/>
                <a:gd name="T77" fmla="*/ 508 h 43"/>
                <a:gd name="T78" fmla="*/ 807 w 57"/>
                <a:gd name="T79" fmla="*/ 495 h 43"/>
                <a:gd name="T80" fmla="*/ 665 w 57"/>
                <a:gd name="T81" fmla="*/ 478 h 43"/>
                <a:gd name="T82" fmla="*/ 291 w 57"/>
                <a:gd name="T83" fmla="*/ 416 h 43"/>
                <a:gd name="T84" fmla="*/ 249 w 57"/>
                <a:gd name="T85" fmla="*/ 403 h 43"/>
                <a:gd name="T86" fmla="*/ 416 w 57"/>
                <a:gd name="T87" fmla="*/ 341 h 43"/>
                <a:gd name="T88" fmla="*/ 570 w 57"/>
                <a:gd name="T89" fmla="*/ 279 h 43"/>
                <a:gd name="T90" fmla="*/ 653 w 57"/>
                <a:gd name="T91" fmla="*/ 249 h 43"/>
                <a:gd name="T92" fmla="*/ 620 w 57"/>
                <a:gd name="T93" fmla="*/ 216 h 43"/>
                <a:gd name="T94" fmla="*/ 653 w 57"/>
                <a:gd name="T95" fmla="*/ 124 h 43"/>
                <a:gd name="T96" fmla="*/ 683 w 57"/>
                <a:gd name="T97" fmla="*/ 124 h 43"/>
                <a:gd name="T98" fmla="*/ 725 w 57"/>
                <a:gd name="T99" fmla="*/ 154 h 43"/>
                <a:gd name="T100" fmla="*/ 725 w 57"/>
                <a:gd name="T101" fmla="*/ 154 h 43"/>
                <a:gd name="T102" fmla="*/ 695 w 57"/>
                <a:gd name="T103" fmla="*/ 75 h 43"/>
                <a:gd name="T104" fmla="*/ 653 w 57"/>
                <a:gd name="T105" fmla="*/ 42 h 43"/>
                <a:gd name="T106" fmla="*/ 653 w 57"/>
                <a:gd name="T107" fmla="*/ 42 h 43"/>
                <a:gd name="T108" fmla="*/ 541 w 57"/>
                <a:gd name="T109" fmla="*/ 0 h 4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7" h="43">
                  <a:moveTo>
                    <a:pt x="51" y="33"/>
                  </a:moveTo>
                  <a:cubicBezTo>
                    <a:pt x="51" y="33"/>
                    <a:pt x="51" y="33"/>
                    <a:pt x="51" y="33"/>
                  </a:cubicBezTo>
                  <a:moveTo>
                    <a:pt x="7" y="30"/>
                  </a:moveTo>
                  <a:cubicBezTo>
                    <a:pt x="7" y="30"/>
                    <a:pt x="7" y="30"/>
                    <a:pt x="7" y="30"/>
                  </a:cubicBezTo>
                  <a:moveTo>
                    <a:pt x="7" y="30"/>
                  </a:moveTo>
                  <a:cubicBezTo>
                    <a:pt x="7" y="30"/>
                    <a:pt x="7" y="30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moveTo>
                    <a:pt x="6" y="29"/>
                  </a:moveTo>
                  <a:cubicBezTo>
                    <a:pt x="6" y="29"/>
                    <a:pt x="6" y="29"/>
                    <a:pt x="6" y="29"/>
                  </a:cubicBezTo>
                  <a:moveTo>
                    <a:pt x="3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5" y="10"/>
                    <a:pt x="34" y="10"/>
                    <a:pt x="32" y="11"/>
                  </a:cubicBezTo>
                  <a:cubicBezTo>
                    <a:pt x="26" y="13"/>
                    <a:pt x="19" y="16"/>
                    <a:pt x="13" y="18"/>
                  </a:cubicBezTo>
                  <a:cubicBezTo>
                    <a:pt x="11" y="20"/>
                    <a:pt x="8" y="21"/>
                    <a:pt x="6" y="22"/>
                  </a:cubicBezTo>
                  <a:cubicBezTo>
                    <a:pt x="5" y="22"/>
                    <a:pt x="4" y="22"/>
                    <a:pt x="3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1" y="24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0" y="26"/>
                    <a:pt x="0" y="27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1"/>
                    <a:pt x="4" y="31"/>
                    <a:pt x="4" y="31"/>
                  </a:cubicBezTo>
                  <a:cubicBezTo>
                    <a:pt x="6" y="32"/>
                    <a:pt x="10" y="33"/>
                    <a:pt x="14" y="34"/>
                  </a:cubicBezTo>
                  <a:cubicBezTo>
                    <a:pt x="19" y="35"/>
                    <a:pt x="25" y="36"/>
                    <a:pt x="30" y="37"/>
                  </a:cubicBezTo>
                  <a:cubicBezTo>
                    <a:pt x="24" y="38"/>
                    <a:pt x="19" y="38"/>
                    <a:pt x="19" y="38"/>
                  </a:cubicBezTo>
                  <a:cubicBezTo>
                    <a:pt x="17" y="39"/>
                    <a:pt x="16" y="41"/>
                    <a:pt x="16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4" y="43"/>
                    <a:pt x="47" y="42"/>
                    <a:pt x="48" y="42"/>
                  </a:cubicBezTo>
                  <a:cubicBezTo>
                    <a:pt x="50" y="42"/>
                    <a:pt x="51" y="41"/>
                    <a:pt x="52" y="41"/>
                  </a:cubicBezTo>
                  <a:cubicBezTo>
                    <a:pt x="53" y="41"/>
                    <a:pt x="53" y="41"/>
                    <a:pt x="54" y="41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39"/>
                  </a:cubicBezTo>
                  <a:cubicBezTo>
                    <a:pt x="56" y="39"/>
                    <a:pt x="57" y="38"/>
                    <a:pt x="57" y="37"/>
                  </a:cubicBezTo>
                  <a:cubicBezTo>
                    <a:pt x="57" y="36"/>
                    <a:pt x="56" y="35"/>
                    <a:pt x="56" y="34"/>
                  </a:cubicBezTo>
                  <a:cubicBezTo>
                    <a:pt x="55" y="33"/>
                    <a:pt x="55" y="33"/>
                    <a:pt x="54" y="33"/>
                  </a:cubicBezTo>
                  <a:cubicBezTo>
                    <a:pt x="54" y="33"/>
                    <a:pt x="53" y="33"/>
                    <a:pt x="53" y="33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1" y="32"/>
                    <a:pt x="47" y="32"/>
                    <a:pt x="43" y="31"/>
                  </a:cubicBezTo>
                  <a:cubicBezTo>
                    <a:pt x="36" y="30"/>
                    <a:pt x="26" y="28"/>
                    <a:pt x="19" y="27"/>
                  </a:cubicBezTo>
                  <a:cubicBezTo>
                    <a:pt x="18" y="26"/>
                    <a:pt x="17" y="26"/>
                    <a:pt x="16" y="26"/>
                  </a:cubicBezTo>
                  <a:cubicBezTo>
                    <a:pt x="19" y="25"/>
                    <a:pt x="23" y="23"/>
                    <a:pt x="27" y="22"/>
                  </a:cubicBezTo>
                  <a:cubicBezTo>
                    <a:pt x="30" y="20"/>
                    <a:pt x="34" y="19"/>
                    <a:pt x="37" y="18"/>
                  </a:cubicBezTo>
                  <a:cubicBezTo>
                    <a:pt x="39" y="17"/>
                    <a:pt x="40" y="16"/>
                    <a:pt x="42" y="16"/>
                  </a:cubicBezTo>
                  <a:cubicBezTo>
                    <a:pt x="41" y="15"/>
                    <a:pt x="40" y="14"/>
                    <a:pt x="40" y="14"/>
                  </a:cubicBezTo>
                  <a:cubicBezTo>
                    <a:pt x="39" y="12"/>
                    <a:pt x="40" y="9"/>
                    <a:pt x="42" y="8"/>
                  </a:cubicBezTo>
                  <a:cubicBezTo>
                    <a:pt x="42" y="8"/>
                    <a:pt x="43" y="8"/>
                    <a:pt x="44" y="8"/>
                  </a:cubicBezTo>
                  <a:cubicBezTo>
                    <a:pt x="45" y="8"/>
                    <a:pt x="46" y="9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7" y="8"/>
                    <a:pt x="46" y="6"/>
                    <a:pt x="45" y="5"/>
                  </a:cubicBezTo>
                  <a:cubicBezTo>
                    <a:pt x="44" y="4"/>
                    <a:pt x="43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6" name="Freeform 262">
              <a:extLst>
                <a:ext uri="{FF2B5EF4-FFF2-40B4-BE49-F238E27FC236}">
                  <a16:creationId xmlns:a16="http://schemas.microsoft.com/office/drawing/2014/main" id="{470F5F68-B77E-4D49-808D-C21E861759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3" y="1626"/>
              <a:ext cx="143" cy="107"/>
            </a:xfrm>
            <a:custGeom>
              <a:avLst/>
              <a:gdLst>
                <a:gd name="T0" fmla="*/ 113 w 57"/>
                <a:gd name="T1" fmla="*/ 167 h 43"/>
                <a:gd name="T2" fmla="*/ 113 w 57"/>
                <a:gd name="T3" fmla="*/ 167 h 43"/>
                <a:gd name="T4" fmla="*/ 113 w 57"/>
                <a:gd name="T5" fmla="*/ 167 h 43"/>
                <a:gd name="T6" fmla="*/ 113 w 57"/>
                <a:gd name="T7" fmla="*/ 167 h 43"/>
                <a:gd name="T8" fmla="*/ 113 w 57"/>
                <a:gd name="T9" fmla="*/ 167 h 43"/>
                <a:gd name="T10" fmla="*/ 113 w 57"/>
                <a:gd name="T11" fmla="*/ 167 h 43"/>
                <a:gd name="T12" fmla="*/ 113 w 57"/>
                <a:gd name="T13" fmla="*/ 154 h 43"/>
                <a:gd name="T14" fmla="*/ 113 w 57"/>
                <a:gd name="T15" fmla="*/ 154 h 43"/>
                <a:gd name="T16" fmla="*/ 492 w 57"/>
                <a:gd name="T17" fmla="*/ 0 h 43"/>
                <a:gd name="T18" fmla="*/ 176 w 57"/>
                <a:gd name="T19" fmla="*/ 0 h 43"/>
                <a:gd name="T20" fmla="*/ 95 w 57"/>
                <a:gd name="T21" fmla="*/ 30 h 43"/>
                <a:gd name="T22" fmla="*/ 83 w 57"/>
                <a:gd name="T23" fmla="*/ 30 h 43"/>
                <a:gd name="T24" fmla="*/ 33 w 57"/>
                <a:gd name="T25" fmla="*/ 75 h 43"/>
                <a:gd name="T26" fmla="*/ 0 w 57"/>
                <a:gd name="T27" fmla="*/ 105 h 43"/>
                <a:gd name="T28" fmla="*/ 0 w 57"/>
                <a:gd name="T29" fmla="*/ 154 h 43"/>
                <a:gd name="T30" fmla="*/ 20 w 57"/>
                <a:gd name="T31" fmla="*/ 216 h 43"/>
                <a:gd name="T32" fmla="*/ 83 w 57"/>
                <a:gd name="T33" fmla="*/ 249 h 43"/>
                <a:gd name="T34" fmla="*/ 83 w 57"/>
                <a:gd name="T35" fmla="*/ 249 h 43"/>
                <a:gd name="T36" fmla="*/ 692 w 57"/>
                <a:gd name="T37" fmla="*/ 416 h 43"/>
                <a:gd name="T38" fmla="*/ 251 w 57"/>
                <a:gd name="T39" fmla="*/ 508 h 43"/>
                <a:gd name="T40" fmla="*/ 251 w 57"/>
                <a:gd name="T41" fmla="*/ 508 h 43"/>
                <a:gd name="T42" fmla="*/ 221 w 57"/>
                <a:gd name="T43" fmla="*/ 537 h 43"/>
                <a:gd name="T44" fmla="*/ 208 w 57"/>
                <a:gd name="T45" fmla="*/ 557 h 43"/>
                <a:gd name="T46" fmla="*/ 188 w 57"/>
                <a:gd name="T47" fmla="*/ 587 h 43"/>
                <a:gd name="T48" fmla="*/ 188 w 57"/>
                <a:gd name="T49" fmla="*/ 620 h 43"/>
                <a:gd name="T50" fmla="*/ 221 w 57"/>
                <a:gd name="T51" fmla="*/ 649 h 43"/>
                <a:gd name="T52" fmla="*/ 271 w 57"/>
                <a:gd name="T53" fmla="*/ 662 h 43"/>
                <a:gd name="T54" fmla="*/ 271 w 57"/>
                <a:gd name="T55" fmla="*/ 662 h 43"/>
                <a:gd name="T56" fmla="*/ 818 w 57"/>
                <a:gd name="T57" fmla="*/ 662 h 43"/>
                <a:gd name="T58" fmla="*/ 838 w 57"/>
                <a:gd name="T59" fmla="*/ 649 h 43"/>
                <a:gd name="T60" fmla="*/ 775 w 57"/>
                <a:gd name="T61" fmla="*/ 587 h 43"/>
                <a:gd name="T62" fmla="*/ 775 w 57"/>
                <a:gd name="T63" fmla="*/ 587 h 43"/>
                <a:gd name="T64" fmla="*/ 743 w 57"/>
                <a:gd name="T65" fmla="*/ 587 h 43"/>
                <a:gd name="T66" fmla="*/ 554 w 57"/>
                <a:gd name="T67" fmla="*/ 570 h 43"/>
                <a:gd name="T68" fmla="*/ 818 w 57"/>
                <a:gd name="T69" fmla="*/ 508 h 43"/>
                <a:gd name="T70" fmla="*/ 838 w 57"/>
                <a:gd name="T71" fmla="*/ 508 h 43"/>
                <a:gd name="T72" fmla="*/ 901 w 57"/>
                <a:gd name="T73" fmla="*/ 403 h 43"/>
                <a:gd name="T74" fmla="*/ 850 w 57"/>
                <a:gd name="T75" fmla="*/ 321 h 43"/>
                <a:gd name="T76" fmla="*/ 838 w 57"/>
                <a:gd name="T77" fmla="*/ 321 h 43"/>
                <a:gd name="T78" fmla="*/ 158 w 57"/>
                <a:gd name="T79" fmla="*/ 137 h 43"/>
                <a:gd name="T80" fmla="*/ 492 w 57"/>
                <a:gd name="T81" fmla="*/ 0 h 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7" h="43"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moveTo>
                    <a:pt x="7" y="10"/>
                  </a:moveTo>
                  <a:cubicBezTo>
                    <a:pt x="7" y="10"/>
                    <a:pt x="7" y="10"/>
                    <a:pt x="7" y="10"/>
                  </a:cubicBezTo>
                  <a:moveTo>
                    <a:pt x="3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5"/>
                    <a:pt x="1" y="6"/>
                    <a:pt x="0" y="7"/>
                  </a:cubicBezTo>
                  <a:cubicBezTo>
                    <a:pt x="0" y="8"/>
                    <a:pt x="0" y="8"/>
                    <a:pt x="0" y="10"/>
                  </a:cubicBezTo>
                  <a:cubicBezTo>
                    <a:pt x="0" y="11"/>
                    <a:pt x="1" y="13"/>
                    <a:pt x="1" y="14"/>
                  </a:cubicBezTo>
                  <a:cubicBezTo>
                    <a:pt x="2" y="15"/>
                    <a:pt x="3" y="15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5" y="34"/>
                    <a:pt x="14" y="34"/>
                    <a:pt x="14" y="35"/>
                  </a:cubicBezTo>
                  <a:cubicBezTo>
                    <a:pt x="13" y="35"/>
                    <a:pt x="13" y="35"/>
                    <a:pt x="13" y="36"/>
                  </a:cubicBezTo>
                  <a:cubicBezTo>
                    <a:pt x="12" y="36"/>
                    <a:pt x="12" y="37"/>
                    <a:pt x="12" y="38"/>
                  </a:cubicBezTo>
                  <a:cubicBezTo>
                    <a:pt x="12" y="39"/>
                    <a:pt x="12" y="40"/>
                    <a:pt x="12" y="40"/>
                  </a:cubicBezTo>
                  <a:cubicBezTo>
                    <a:pt x="13" y="41"/>
                    <a:pt x="14" y="42"/>
                    <a:pt x="14" y="42"/>
                  </a:cubicBezTo>
                  <a:cubicBezTo>
                    <a:pt x="15" y="43"/>
                    <a:pt x="16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3" y="43"/>
                    <a:pt x="53" y="42"/>
                    <a:pt x="53" y="42"/>
                  </a:cubicBezTo>
                  <a:cubicBezTo>
                    <a:pt x="53" y="39"/>
                    <a:pt x="51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3" y="38"/>
                    <a:pt x="39" y="37"/>
                    <a:pt x="35" y="37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5" y="32"/>
                    <a:pt x="57" y="29"/>
                    <a:pt x="57" y="26"/>
                  </a:cubicBezTo>
                  <a:cubicBezTo>
                    <a:pt x="57" y="24"/>
                    <a:pt x="56" y="22"/>
                    <a:pt x="54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31" y="0"/>
                    <a:pt x="31" y="0"/>
                    <a:pt x="31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7" name="Freeform 263">
              <a:extLst>
                <a:ext uri="{FF2B5EF4-FFF2-40B4-BE49-F238E27FC236}">
                  <a16:creationId xmlns:a16="http://schemas.microsoft.com/office/drawing/2014/main" id="{52F123E5-0287-4001-98B3-CAB74ED680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3" y="1626"/>
              <a:ext cx="140" cy="107"/>
            </a:xfrm>
            <a:custGeom>
              <a:avLst/>
              <a:gdLst>
                <a:gd name="T0" fmla="*/ 95 w 56"/>
                <a:gd name="T1" fmla="*/ 465 h 43"/>
                <a:gd name="T2" fmla="*/ 95 w 56"/>
                <a:gd name="T3" fmla="*/ 465 h 43"/>
                <a:gd name="T4" fmla="*/ 95 w 56"/>
                <a:gd name="T5" fmla="*/ 465 h 43"/>
                <a:gd name="T6" fmla="*/ 95 w 56"/>
                <a:gd name="T7" fmla="*/ 465 h 43"/>
                <a:gd name="T8" fmla="*/ 95 w 56"/>
                <a:gd name="T9" fmla="*/ 465 h 43"/>
                <a:gd name="T10" fmla="*/ 95 w 56"/>
                <a:gd name="T11" fmla="*/ 465 h 43"/>
                <a:gd name="T12" fmla="*/ 83 w 56"/>
                <a:gd name="T13" fmla="*/ 445 h 43"/>
                <a:gd name="T14" fmla="*/ 83 w 56"/>
                <a:gd name="T15" fmla="*/ 445 h 43"/>
                <a:gd name="T16" fmla="*/ 533 w 56"/>
                <a:gd name="T17" fmla="*/ 0 h 43"/>
                <a:gd name="T18" fmla="*/ 208 w 56"/>
                <a:gd name="T19" fmla="*/ 0 h 43"/>
                <a:gd name="T20" fmla="*/ 563 w 56"/>
                <a:gd name="T21" fmla="*/ 137 h 43"/>
                <a:gd name="T22" fmla="*/ 488 w 56"/>
                <a:gd name="T23" fmla="*/ 167 h 43"/>
                <a:gd name="T24" fmla="*/ 208 w 56"/>
                <a:gd name="T25" fmla="*/ 279 h 43"/>
                <a:gd name="T26" fmla="*/ 95 w 56"/>
                <a:gd name="T27" fmla="*/ 321 h 43"/>
                <a:gd name="T28" fmla="*/ 113 w 56"/>
                <a:gd name="T29" fmla="*/ 341 h 43"/>
                <a:gd name="T30" fmla="*/ 125 w 56"/>
                <a:gd name="T31" fmla="*/ 416 h 43"/>
                <a:gd name="T32" fmla="*/ 83 w 56"/>
                <a:gd name="T33" fmla="*/ 445 h 43"/>
                <a:gd name="T34" fmla="*/ 33 w 56"/>
                <a:gd name="T35" fmla="*/ 433 h 43"/>
                <a:gd name="T36" fmla="*/ 0 w 56"/>
                <a:gd name="T37" fmla="*/ 403 h 43"/>
                <a:gd name="T38" fmla="*/ 0 w 56"/>
                <a:gd name="T39" fmla="*/ 416 h 43"/>
                <a:gd name="T40" fmla="*/ 20 w 56"/>
                <a:gd name="T41" fmla="*/ 445 h 43"/>
                <a:gd name="T42" fmla="*/ 33 w 56"/>
                <a:gd name="T43" fmla="*/ 478 h 43"/>
                <a:gd name="T44" fmla="*/ 63 w 56"/>
                <a:gd name="T45" fmla="*/ 478 h 43"/>
                <a:gd name="T46" fmla="*/ 220 w 56"/>
                <a:gd name="T47" fmla="*/ 528 h 43"/>
                <a:gd name="T48" fmla="*/ 425 w 56"/>
                <a:gd name="T49" fmla="*/ 557 h 43"/>
                <a:gd name="T50" fmla="*/ 208 w 56"/>
                <a:gd name="T51" fmla="*/ 587 h 43"/>
                <a:gd name="T52" fmla="*/ 158 w 56"/>
                <a:gd name="T53" fmla="*/ 662 h 43"/>
                <a:gd name="T54" fmla="*/ 158 w 56"/>
                <a:gd name="T55" fmla="*/ 662 h 43"/>
                <a:gd name="T56" fmla="*/ 488 w 56"/>
                <a:gd name="T57" fmla="*/ 662 h 43"/>
                <a:gd name="T58" fmla="*/ 863 w 56"/>
                <a:gd name="T59" fmla="*/ 620 h 43"/>
                <a:gd name="T60" fmla="*/ 863 w 56"/>
                <a:gd name="T61" fmla="*/ 600 h 43"/>
                <a:gd name="T62" fmla="*/ 875 w 56"/>
                <a:gd name="T63" fmla="*/ 600 h 43"/>
                <a:gd name="T64" fmla="*/ 875 w 56"/>
                <a:gd name="T65" fmla="*/ 570 h 43"/>
                <a:gd name="T66" fmla="*/ 863 w 56"/>
                <a:gd name="T67" fmla="*/ 528 h 43"/>
                <a:gd name="T68" fmla="*/ 845 w 56"/>
                <a:gd name="T69" fmla="*/ 508 h 43"/>
                <a:gd name="T70" fmla="*/ 813 w 56"/>
                <a:gd name="T71" fmla="*/ 495 h 43"/>
                <a:gd name="T72" fmla="*/ 813 w 56"/>
                <a:gd name="T73" fmla="*/ 495 h 43"/>
                <a:gd name="T74" fmla="*/ 658 w 56"/>
                <a:gd name="T75" fmla="*/ 478 h 43"/>
                <a:gd name="T76" fmla="*/ 283 w 56"/>
                <a:gd name="T77" fmla="*/ 416 h 43"/>
                <a:gd name="T78" fmla="*/ 238 w 56"/>
                <a:gd name="T79" fmla="*/ 403 h 43"/>
                <a:gd name="T80" fmla="*/ 408 w 56"/>
                <a:gd name="T81" fmla="*/ 341 h 43"/>
                <a:gd name="T82" fmla="*/ 563 w 56"/>
                <a:gd name="T83" fmla="*/ 279 h 43"/>
                <a:gd name="T84" fmla="*/ 658 w 56"/>
                <a:gd name="T85" fmla="*/ 229 h 43"/>
                <a:gd name="T86" fmla="*/ 658 w 56"/>
                <a:gd name="T87" fmla="*/ 229 h 43"/>
                <a:gd name="T88" fmla="*/ 708 w 56"/>
                <a:gd name="T89" fmla="*/ 199 h 43"/>
                <a:gd name="T90" fmla="*/ 738 w 56"/>
                <a:gd name="T91" fmla="*/ 154 h 43"/>
                <a:gd name="T92" fmla="*/ 708 w 56"/>
                <a:gd name="T93" fmla="*/ 75 h 43"/>
                <a:gd name="T94" fmla="*/ 645 w 56"/>
                <a:gd name="T95" fmla="*/ 42 h 43"/>
                <a:gd name="T96" fmla="*/ 645 w 56"/>
                <a:gd name="T97" fmla="*/ 42 h 43"/>
                <a:gd name="T98" fmla="*/ 533 w 56"/>
                <a:gd name="T99" fmla="*/ 0 h 4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" h="43">
                  <a:moveTo>
                    <a:pt x="6" y="30"/>
                  </a:moveTo>
                  <a:cubicBezTo>
                    <a:pt x="6" y="30"/>
                    <a:pt x="6" y="30"/>
                    <a:pt x="6" y="30"/>
                  </a:cubicBezTo>
                  <a:moveTo>
                    <a:pt x="6" y="30"/>
                  </a:move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moveTo>
                    <a:pt x="5" y="29"/>
                  </a:moveTo>
                  <a:cubicBezTo>
                    <a:pt x="5" y="29"/>
                    <a:pt x="5" y="29"/>
                    <a:pt x="5" y="29"/>
                  </a:cubicBezTo>
                  <a:moveTo>
                    <a:pt x="3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4" y="10"/>
                    <a:pt x="33" y="10"/>
                    <a:pt x="31" y="11"/>
                  </a:cubicBezTo>
                  <a:cubicBezTo>
                    <a:pt x="26" y="13"/>
                    <a:pt x="19" y="16"/>
                    <a:pt x="13" y="18"/>
                  </a:cubicBezTo>
                  <a:cubicBezTo>
                    <a:pt x="10" y="19"/>
                    <a:pt x="8" y="20"/>
                    <a:pt x="6" y="21"/>
                  </a:cubicBezTo>
                  <a:cubicBezTo>
                    <a:pt x="6" y="21"/>
                    <a:pt x="7" y="22"/>
                    <a:pt x="7" y="22"/>
                  </a:cubicBezTo>
                  <a:cubicBezTo>
                    <a:pt x="9" y="23"/>
                    <a:pt x="9" y="26"/>
                    <a:pt x="8" y="27"/>
                  </a:cubicBezTo>
                  <a:cubicBezTo>
                    <a:pt x="7" y="28"/>
                    <a:pt x="6" y="29"/>
                    <a:pt x="5" y="29"/>
                  </a:cubicBezTo>
                  <a:cubicBezTo>
                    <a:pt x="4" y="29"/>
                    <a:pt x="3" y="29"/>
                    <a:pt x="2" y="28"/>
                  </a:cubicBezTo>
                  <a:cubicBezTo>
                    <a:pt x="1" y="28"/>
                    <a:pt x="0" y="27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9"/>
                    <a:pt x="1" y="29"/>
                  </a:cubicBezTo>
                  <a:cubicBezTo>
                    <a:pt x="1" y="30"/>
                    <a:pt x="2" y="30"/>
                    <a:pt x="2" y="31"/>
                  </a:cubicBezTo>
                  <a:cubicBezTo>
                    <a:pt x="3" y="31"/>
                    <a:pt x="3" y="31"/>
                    <a:pt x="4" y="31"/>
                  </a:cubicBezTo>
                  <a:cubicBezTo>
                    <a:pt x="6" y="32"/>
                    <a:pt x="9" y="33"/>
                    <a:pt x="14" y="34"/>
                  </a:cubicBezTo>
                  <a:cubicBezTo>
                    <a:pt x="18" y="35"/>
                    <a:pt x="22" y="36"/>
                    <a:pt x="27" y="36"/>
                  </a:cubicBezTo>
                  <a:cubicBezTo>
                    <a:pt x="20" y="37"/>
                    <a:pt x="13" y="38"/>
                    <a:pt x="13" y="38"/>
                  </a:cubicBezTo>
                  <a:cubicBezTo>
                    <a:pt x="11" y="38"/>
                    <a:pt x="10" y="40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5" y="43"/>
                    <a:pt x="44" y="42"/>
                    <a:pt x="55" y="40"/>
                  </a:cubicBezTo>
                  <a:cubicBezTo>
                    <a:pt x="55" y="40"/>
                    <a:pt x="55" y="40"/>
                    <a:pt x="55" y="39"/>
                  </a:cubicBezTo>
                  <a:cubicBezTo>
                    <a:pt x="55" y="39"/>
                    <a:pt x="55" y="39"/>
                    <a:pt x="56" y="39"/>
                  </a:cubicBezTo>
                  <a:cubicBezTo>
                    <a:pt x="56" y="38"/>
                    <a:pt x="56" y="37"/>
                    <a:pt x="56" y="37"/>
                  </a:cubicBezTo>
                  <a:cubicBezTo>
                    <a:pt x="56" y="36"/>
                    <a:pt x="56" y="35"/>
                    <a:pt x="55" y="34"/>
                  </a:cubicBezTo>
                  <a:cubicBezTo>
                    <a:pt x="55" y="33"/>
                    <a:pt x="54" y="33"/>
                    <a:pt x="54" y="33"/>
                  </a:cubicBezTo>
                  <a:cubicBezTo>
                    <a:pt x="53" y="33"/>
                    <a:pt x="53" y="33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1" y="32"/>
                    <a:pt x="47" y="32"/>
                    <a:pt x="42" y="31"/>
                  </a:cubicBezTo>
                  <a:cubicBezTo>
                    <a:pt x="35" y="30"/>
                    <a:pt x="26" y="28"/>
                    <a:pt x="18" y="27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9" y="25"/>
                    <a:pt x="23" y="23"/>
                    <a:pt x="26" y="22"/>
                  </a:cubicBezTo>
                  <a:cubicBezTo>
                    <a:pt x="30" y="20"/>
                    <a:pt x="33" y="19"/>
                    <a:pt x="36" y="18"/>
                  </a:cubicBezTo>
                  <a:cubicBezTo>
                    <a:pt x="39" y="17"/>
                    <a:pt x="41" y="16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3" y="15"/>
                    <a:pt x="44" y="14"/>
                    <a:pt x="45" y="13"/>
                  </a:cubicBezTo>
                  <a:cubicBezTo>
                    <a:pt x="46" y="12"/>
                    <a:pt x="47" y="11"/>
                    <a:pt x="47" y="10"/>
                  </a:cubicBezTo>
                  <a:cubicBezTo>
                    <a:pt x="47" y="8"/>
                    <a:pt x="46" y="6"/>
                    <a:pt x="45" y="5"/>
                  </a:cubicBezTo>
                  <a:cubicBezTo>
                    <a:pt x="44" y="4"/>
                    <a:pt x="43" y="3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8" name="Freeform 264">
              <a:extLst>
                <a:ext uri="{FF2B5EF4-FFF2-40B4-BE49-F238E27FC236}">
                  <a16:creationId xmlns:a16="http://schemas.microsoft.com/office/drawing/2014/main" id="{4CCCB05B-A65E-45C1-8F2B-7178C40165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8" y="1626"/>
              <a:ext cx="143" cy="107"/>
            </a:xfrm>
            <a:custGeom>
              <a:avLst/>
              <a:gdLst>
                <a:gd name="T0" fmla="*/ 283 w 57"/>
                <a:gd name="T1" fmla="*/ 600 h 43"/>
                <a:gd name="T2" fmla="*/ 283 w 57"/>
                <a:gd name="T3" fmla="*/ 600 h 43"/>
                <a:gd name="T4" fmla="*/ 492 w 57"/>
                <a:gd name="T5" fmla="*/ 0 h 43"/>
                <a:gd name="T6" fmla="*/ 176 w 57"/>
                <a:gd name="T7" fmla="*/ 0 h 43"/>
                <a:gd name="T8" fmla="*/ 113 w 57"/>
                <a:gd name="T9" fmla="*/ 30 h 43"/>
                <a:gd name="T10" fmla="*/ 146 w 57"/>
                <a:gd name="T11" fmla="*/ 62 h 43"/>
                <a:gd name="T12" fmla="*/ 125 w 57"/>
                <a:gd name="T13" fmla="*/ 137 h 43"/>
                <a:gd name="T14" fmla="*/ 95 w 57"/>
                <a:gd name="T15" fmla="*/ 154 h 43"/>
                <a:gd name="T16" fmla="*/ 33 w 57"/>
                <a:gd name="T17" fmla="*/ 137 h 43"/>
                <a:gd name="T18" fmla="*/ 20 w 57"/>
                <a:gd name="T19" fmla="*/ 105 h 43"/>
                <a:gd name="T20" fmla="*/ 0 w 57"/>
                <a:gd name="T21" fmla="*/ 154 h 43"/>
                <a:gd name="T22" fmla="*/ 33 w 57"/>
                <a:gd name="T23" fmla="*/ 216 h 43"/>
                <a:gd name="T24" fmla="*/ 83 w 57"/>
                <a:gd name="T25" fmla="*/ 249 h 43"/>
                <a:gd name="T26" fmla="*/ 95 w 57"/>
                <a:gd name="T27" fmla="*/ 249 h 43"/>
                <a:gd name="T28" fmla="*/ 710 w 57"/>
                <a:gd name="T29" fmla="*/ 416 h 43"/>
                <a:gd name="T30" fmla="*/ 271 w 57"/>
                <a:gd name="T31" fmla="*/ 508 h 43"/>
                <a:gd name="T32" fmla="*/ 251 w 57"/>
                <a:gd name="T33" fmla="*/ 508 h 43"/>
                <a:gd name="T34" fmla="*/ 221 w 57"/>
                <a:gd name="T35" fmla="*/ 537 h 43"/>
                <a:gd name="T36" fmla="*/ 208 w 57"/>
                <a:gd name="T37" fmla="*/ 557 h 43"/>
                <a:gd name="T38" fmla="*/ 188 w 57"/>
                <a:gd name="T39" fmla="*/ 587 h 43"/>
                <a:gd name="T40" fmla="*/ 208 w 57"/>
                <a:gd name="T41" fmla="*/ 620 h 43"/>
                <a:gd name="T42" fmla="*/ 238 w 57"/>
                <a:gd name="T43" fmla="*/ 649 h 43"/>
                <a:gd name="T44" fmla="*/ 271 w 57"/>
                <a:gd name="T45" fmla="*/ 662 h 43"/>
                <a:gd name="T46" fmla="*/ 271 w 57"/>
                <a:gd name="T47" fmla="*/ 662 h 43"/>
                <a:gd name="T48" fmla="*/ 868 w 57"/>
                <a:gd name="T49" fmla="*/ 662 h 43"/>
                <a:gd name="T50" fmla="*/ 881 w 57"/>
                <a:gd name="T51" fmla="*/ 632 h 43"/>
                <a:gd name="T52" fmla="*/ 818 w 57"/>
                <a:gd name="T53" fmla="*/ 570 h 43"/>
                <a:gd name="T54" fmla="*/ 617 w 57"/>
                <a:gd name="T55" fmla="*/ 557 h 43"/>
                <a:gd name="T56" fmla="*/ 838 w 57"/>
                <a:gd name="T57" fmla="*/ 508 h 43"/>
                <a:gd name="T58" fmla="*/ 838 w 57"/>
                <a:gd name="T59" fmla="*/ 508 h 43"/>
                <a:gd name="T60" fmla="*/ 868 w 57"/>
                <a:gd name="T61" fmla="*/ 495 h 43"/>
                <a:gd name="T62" fmla="*/ 818 w 57"/>
                <a:gd name="T63" fmla="*/ 465 h 43"/>
                <a:gd name="T64" fmla="*/ 818 w 57"/>
                <a:gd name="T65" fmla="*/ 371 h 43"/>
                <a:gd name="T66" fmla="*/ 868 w 57"/>
                <a:gd name="T67" fmla="*/ 353 h 43"/>
                <a:gd name="T68" fmla="*/ 901 w 57"/>
                <a:gd name="T69" fmla="*/ 353 h 43"/>
                <a:gd name="T70" fmla="*/ 850 w 57"/>
                <a:gd name="T71" fmla="*/ 321 h 43"/>
                <a:gd name="T72" fmla="*/ 850 w 57"/>
                <a:gd name="T73" fmla="*/ 321 h 43"/>
                <a:gd name="T74" fmla="*/ 158 w 57"/>
                <a:gd name="T75" fmla="*/ 137 h 43"/>
                <a:gd name="T76" fmla="*/ 492 w 57"/>
                <a:gd name="T77" fmla="*/ 0 h 4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7" h="43">
                  <a:moveTo>
                    <a:pt x="18" y="39"/>
                  </a:moveTo>
                  <a:cubicBezTo>
                    <a:pt x="18" y="39"/>
                    <a:pt x="18" y="39"/>
                    <a:pt x="18" y="39"/>
                  </a:cubicBezTo>
                  <a:moveTo>
                    <a:pt x="3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3"/>
                    <a:pt x="9" y="4"/>
                  </a:cubicBezTo>
                  <a:cubicBezTo>
                    <a:pt x="10" y="6"/>
                    <a:pt x="10" y="8"/>
                    <a:pt x="8" y="9"/>
                  </a:cubicBezTo>
                  <a:cubicBezTo>
                    <a:pt x="7" y="10"/>
                    <a:pt x="6" y="10"/>
                    <a:pt x="6" y="10"/>
                  </a:cubicBezTo>
                  <a:cubicBezTo>
                    <a:pt x="4" y="10"/>
                    <a:pt x="3" y="10"/>
                    <a:pt x="2" y="9"/>
                  </a:cubicBezTo>
                  <a:cubicBezTo>
                    <a:pt x="2" y="8"/>
                    <a:pt x="1" y="8"/>
                    <a:pt x="1" y="7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  <a:cubicBezTo>
                    <a:pt x="3" y="15"/>
                    <a:pt x="4" y="15"/>
                    <a:pt x="5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5" y="34"/>
                    <a:pt x="15" y="34"/>
                    <a:pt x="14" y="35"/>
                  </a:cubicBezTo>
                  <a:cubicBezTo>
                    <a:pt x="14" y="35"/>
                    <a:pt x="13" y="35"/>
                    <a:pt x="13" y="36"/>
                  </a:cubicBezTo>
                  <a:cubicBezTo>
                    <a:pt x="13" y="36"/>
                    <a:pt x="12" y="37"/>
                    <a:pt x="12" y="38"/>
                  </a:cubicBezTo>
                  <a:cubicBezTo>
                    <a:pt x="12" y="39"/>
                    <a:pt x="12" y="40"/>
                    <a:pt x="13" y="40"/>
                  </a:cubicBezTo>
                  <a:cubicBezTo>
                    <a:pt x="13" y="41"/>
                    <a:pt x="14" y="42"/>
                    <a:pt x="15" y="42"/>
                  </a:cubicBezTo>
                  <a:cubicBezTo>
                    <a:pt x="16" y="43"/>
                    <a:pt x="16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6" y="42"/>
                    <a:pt x="56" y="42"/>
                    <a:pt x="56" y="41"/>
                  </a:cubicBezTo>
                  <a:cubicBezTo>
                    <a:pt x="56" y="39"/>
                    <a:pt x="54" y="37"/>
                    <a:pt x="52" y="37"/>
                  </a:cubicBezTo>
                  <a:cubicBezTo>
                    <a:pt x="49" y="37"/>
                    <a:pt x="44" y="36"/>
                    <a:pt x="39" y="36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4" y="32"/>
                    <a:pt x="54" y="32"/>
                    <a:pt x="55" y="32"/>
                  </a:cubicBezTo>
                  <a:cubicBezTo>
                    <a:pt x="53" y="31"/>
                    <a:pt x="52" y="30"/>
                    <a:pt x="52" y="30"/>
                  </a:cubicBezTo>
                  <a:cubicBezTo>
                    <a:pt x="51" y="28"/>
                    <a:pt x="51" y="26"/>
                    <a:pt x="52" y="24"/>
                  </a:cubicBezTo>
                  <a:cubicBezTo>
                    <a:pt x="53" y="23"/>
                    <a:pt x="54" y="23"/>
                    <a:pt x="55" y="23"/>
                  </a:cubicBezTo>
                  <a:cubicBezTo>
                    <a:pt x="56" y="23"/>
                    <a:pt x="56" y="23"/>
                    <a:pt x="57" y="23"/>
                  </a:cubicBezTo>
                  <a:cubicBezTo>
                    <a:pt x="56" y="22"/>
                    <a:pt x="55" y="22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31" y="0"/>
                    <a:pt x="31" y="0"/>
                    <a:pt x="31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9" name="Freeform 265">
              <a:extLst>
                <a:ext uri="{FF2B5EF4-FFF2-40B4-BE49-F238E27FC236}">
                  <a16:creationId xmlns:a16="http://schemas.microsoft.com/office/drawing/2014/main" id="{FCD7C837-88B8-481E-9DE3-1FF2F94F83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1" y="1666"/>
              <a:ext cx="70" cy="47"/>
            </a:xfrm>
            <a:custGeom>
              <a:avLst/>
              <a:gdLst>
                <a:gd name="T0" fmla="*/ 250 w 28"/>
                <a:gd name="T1" fmla="*/ 104 h 19"/>
                <a:gd name="T2" fmla="*/ 250 w 28"/>
                <a:gd name="T3" fmla="*/ 104 h 19"/>
                <a:gd name="T4" fmla="*/ 238 w 28"/>
                <a:gd name="T5" fmla="*/ 92 h 19"/>
                <a:gd name="T6" fmla="*/ 238 w 28"/>
                <a:gd name="T7" fmla="*/ 92 h 19"/>
                <a:gd name="T8" fmla="*/ 238 w 28"/>
                <a:gd name="T9" fmla="*/ 0 h 19"/>
                <a:gd name="T10" fmla="*/ 188 w 28"/>
                <a:gd name="T11" fmla="*/ 12 h 19"/>
                <a:gd name="T12" fmla="*/ 158 w 28"/>
                <a:gd name="T13" fmla="*/ 42 h 19"/>
                <a:gd name="T14" fmla="*/ 145 w 28"/>
                <a:gd name="T15" fmla="*/ 104 h 19"/>
                <a:gd name="T16" fmla="*/ 158 w 28"/>
                <a:gd name="T17" fmla="*/ 153 h 19"/>
                <a:gd name="T18" fmla="*/ 158 w 28"/>
                <a:gd name="T19" fmla="*/ 166 h 19"/>
                <a:gd name="T20" fmla="*/ 145 w 28"/>
                <a:gd name="T21" fmla="*/ 153 h 19"/>
                <a:gd name="T22" fmla="*/ 113 w 28"/>
                <a:gd name="T23" fmla="*/ 134 h 19"/>
                <a:gd name="T24" fmla="*/ 113 w 28"/>
                <a:gd name="T25" fmla="*/ 134 h 19"/>
                <a:gd name="T26" fmla="*/ 113 w 28"/>
                <a:gd name="T27" fmla="*/ 134 h 19"/>
                <a:gd name="T28" fmla="*/ 113 w 28"/>
                <a:gd name="T29" fmla="*/ 134 h 19"/>
                <a:gd name="T30" fmla="*/ 113 w 28"/>
                <a:gd name="T31" fmla="*/ 134 h 19"/>
                <a:gd name="T32" fmla="*/ 63 w 28"/>
                <a:gd name="T33" fmla="*/ 121 h 19"/>
                <a:gd name="T34" fmla="*/ 33 w 28"/>
                <a:gd name="T35" fmla="*/ 134 h 19"/>
                <a:gd name="T36" fmla="*/ 20 w 28"/>
                <a:gd name="T37" fmla="*/ 215 h 19"/>
                <a:gd name="T38" fmla="*/ 63 w 28"/>
                <a:gd name="T39" fmla="*/ 245 h 19"/>
                <a:gd name="T40" fmla="*/ 63 w 28"/>
                <a:gd name="T41" fmla="*/ 257 h 19"/>
                <a:gd name="T42" fmla="*/ 175 w 28"/>
                <a:gd name="T43" fmla="*/ 287 h 19"/>
                <a:gd name="T44" fmla="*/ 188 w 28"/>
                <a:gd name="T45" fmla="*/ 287 h 19"/>
                <a:gd name="T46" fmla="*/ 238 w 28"/>
                <a:gd name="T47" fmla="*/ 275 h 19"/>
                <a:gd name="T48" fmla="*/ 270 w 28"/>
                <a:gd name="T49" fmla="*/ 228 h 19"/>
                <a:gd name="T50" fmla="*/ 283 w 28"/>
                <a:gd name="T51" fmla="*/ 183 h 19"/>
                <a:gd name="T52" fmla="*/ 283 w 28"/>
                <a:gd name="T53" fmla="*/ 153 h 19"/>
                <a:gd name="T54" fmla="*/ 300 w 28"/>
                <a:gd name="T55" fmla="*/ 166 h 19"/>
                <a:gd name="T56" fmla="*/ 345 w 28"/>
                <a:gd name="T57" fmla="*/ 195 h 19"/>
                <a:gd name="T58" fmla="*/ 375 w 28"/>
                <a:gd name="T59" fmla="*/ 215 h 19"/>
                <a:gd name="T60" fmla="*/ 425 w 28"/>
                <a:gd name="T61" fmla="*/ 183 h 19"/>
                <a:gd name="T62" fmla="*/ 408 w 28"/>
                <a:gd name="T63" fmla="*/ 104 h 19"/>
                <a:gd name="T64" fmla="*/ 395 w 28"/>
                <a:gd name="T65" fmla="*/ 74 h 19"/>
                <a:gd name="T66" fmla="*/ 333 w 28"/>
                <a:gd name="T67" fmla="*/ 42 h 19"/>
                <a:gd name="T68" fmla="*/ 300 w 28"/>
                <a:gd name="T69" fmla="*/ 12 h 19"/>
                <a:gd name="T70" fmla="*/ 238 w 28"/>
                <a:gd name="T71" fmla="*/ 0 h 19"/>
                <a:gd name="T72" fmla="*/ 238 w 28"/>
                <a:gd name="T73" fmla="*/ 0 h 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8" h="19">
                  <a:moveTo>
                    <a:pt x="16" y="7"/>
                  </a:moveTo>
                  <a:cubicBezTo>
                    <a:pt x="16" y="7"/>
                    <a:pt x="16" y="7"/>
                    <a:pt x="16" y="7"/>
                  </a:cubicBezTo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moveTo>
                    <a:pt x="15" y="0"/>
                  </a:moveTo>
                  <a:cubicBezTo>
                    <a:pt x="14" y="0"/>
                    <a:pt x="13" y="0"/>
                    <a:pt x="12" y="1"/>
                  </a:cubicBezTo>
                  <a:cubicBezTo>
                    <a:pt x="11" y="2"/>
                    <a:pt x="11" y="3"/>
                    <a:pt x="10" y="3"/>
                  </a:cubicBezTo>
                  <a:cubicBezTo>
                    <a:pt x="9" y="5"/>
                    <a:pt x="9" y="6"/>
                    <a:pt x="9" y="7"/>
                  </a:cubicBezTo>
                  <a:cubicBezTo>
                    <a:pt x="9" y="8"/>
                    <a:pt x="9" y="10"/>
                    <a:pt x="10" y="10"/>
                  </a:cubicBezTo>
                  <a:cubicBezTo>
                    <a:pt x="10" y="10"/>
                    <a:pt x="10" y="10"/>
                    <a:pt x="10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8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0" y="10"/>
                    <a:pt x="0" y="13"/>
                    <a:pt x="1" y="14"/>
                  </a:cubicBezTo>
                  <a:cubicBezTo>
                    <a:pt x="2" y="15"/>
                    <a:pt x="2" y="15"/>
                    <a:pt x="4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8"/>
                    <a:pt x="8" y="19"/>
                    <a:pt x="1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4" y="19"/>
                    <a:pt x="15" y="18"/>
                  </a:cubicBezTo>
                  <a:cubicBezTo>
                    <a:pt x="16" y="18"/>
                    <a:pt x="17" y="16"/>
                    <a:pt x="17" y="15"/>
                  </a:cubicBezTo>
                  <a:cubicBezTo>
                    <a:pt x="18" y="14"/>
                    <a:pt x="18" y="13"/>
                    <a:pt x="18" y="12"/>
                  </a:cubicBezTo>
                  <a:cubicBezTo>
                    <a:pt x="18" y="12"/>
                    <a:pt x="18" y="11"/>
                    <a:pt x="18" y="10"/>
                  </a:cubicBezTo>
                  <a:cubicBezTo>
                    <a:pt x="18" y="10"/>
                    <a:pt x="18" y="11"/>
                    <a:pt x="19" y="11"/>
                  </a:cubicBezTo>
                  <a:cubicBezTo>
                    <a:pt x="20" y="12"/>
                    <a:pt x="21" y="12"/>
                    <a:pt x="22" y="13"/>
                  </a:cubicBezTo>
                  <a:cubicBezTo>
                    <a:pt x="22" y="14"/>
                    <a:pt x="23" y="14"/>
                    <a:pt x="24" y="14"/>
                  </a:cubicBezTo>
                  <a:cubicBezTo>
                    <a:pt x="25" y="14"/>
                    <a:pt x="26" y="13"/>
                    <a:pt x="27" y="12"/>
                  </a:cubicBezTo>
                  <a:cubicBezTo>
                    <a:pt x="28" y="10"/>
                    <a:pt x="28" y="8"/>
                    <a:pt x="26" y="7"/>
                  </a:cubicBezTo>
                  <a:cubicBezTo>
                    <a:pt x="26" y="6"/>
                    <a:pt x="25" y="6"/>
                    <a:pt x="25" y="5"/>
                  </a:cubicBezTo>
                  <a:cubicBezTo>
                    <a:pt x="23" y="4"/>
                    <a:pt x="22" y="4"/>
                    <a:pt x="21" y="3"/>
                  </a:cubicBezTo>
                  <a:cubicBezTo>
                    <a:pt x="20" y="2"/>
                    <a:pt x="20" y="2"/>
                    <a:pt x="19" y="1"/>
                  </a:cubicBezTo>
                  <a:cubicBezTo>
                    <a:pt x="18" y="1"/>
                    <a:pt x="17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0" name="Freeform 266">
              <a:extLst>
                <a:ext uri="{FF2B5EF4-FFF2-40B4-BE49-F238E27FC236}">
                  <a16:creationId xmlns:a16="http://schemas.microsoft.com/office/drawing/2014/main" id="{E0A8D92B-8835-4F57-B17F-A5D913BAC4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6" y="1663"/>
              <a:ext cx="70" cy="48"/>
            </a:xfrm>
            <a:custGeom>
              <a:avLst/>
              <a:gdLst>
                <a:gd name="T0" fmla="*/ 238 w 28"/>
                <a:gd name="T1" fmla="*/ 96 h 19"/>
                <a:gd name="T2" fmla="*/ 238 w 28"/>
                <a:gd name="T3" fmla="*/ 96 h 19"/>
                <a:gd name="T4" fmla="*/ 238 w 28"/>
                <a:gd name="T5" fmla="*/ 0 h 19"/>
                <a:gd name="T6" fmla="*/ 188 w 28"/>
                <a:gd name="T7" fmla="*/ 20 h 19"/>
                <a:gd name="T8" fmla="*/ 158 w 28"/>
                <a:gd name="T9" fmla="*/ 63 h 19"/>
                <a:gd name="T10" fmla="*/ 145 w 28"/>
                <a:gd name="T11" fmla="*/ 114 h 19"/>
                <a:gd name="T12" fmla="*/ 145 w 28"/>
                <a:gd name="T13" fmla="*/ 179 h 19"/>
                <a:gd name="T14" fmla="*/ 145 w 28"/>
                <a:gd name="T15" fmla="*/ 179 h 19"/>
                <a:gd name="T16" fmla="*/ 125 w 28"/>
                <a:gd name="T17" fmla="*/ 159 h 19"/>
                <a:gd name="T18" fmla="*/ 113 w 28"/>
                <a:gd name="T19" fmla="*/ 147 h 19"/>
                <a:gd name="T20" fmla="*/ 113 w 28"/>
                <a:gd name="T21" fmla="*/ 147 h 19"/>
                <a:gd name="T22" fmla="*/ 113 w 28"/>
                <a:gd name="T23" fmla="*/ 147 h 19"/>
                <a:gd name="T24" fmla="*/ 95 w 28"/>
                <a:gd name="T25" fmla="*/ 159 h 19"/>
                <a:gd name="T26" fmla="*/ 95 w 28"/>
                <a:gd name="T27" fmla="*/ 159 h 19"/>
                <a:gd name="T28" fmla="*/ 95 w 28"/>
                <a:gd name="T29" fmla="*/ 159 h 19"/>
                <a:gd name="T30" fmla="*/ 113 w 28"/>
                <a:gd name="T31" fmla="*/ 147 h 19"/>
                <a:gd name="T32" fmla="*/ 95 w 28"/>
                <a:gd name="T33" fmla="*/ 159 h 19"/>
                <a:gd name="T34" fmla="*/ 95 w 28"/>
                <a:gd name="T35" fmla="*/ 159 h 19"/>
                <a:gd name="T36" fmla="*/ 95 w 28"/>
                <a:gd name="T37" fmla="*/ 159 h 19"/>
                <a:gd name="T38" fmla="*/ 113 w 28"/>
                <a:gd name="T39" fmla="*/ 147 h 19"/>
                <a:gd name="T40" fmla="*/ 95 w 28"/>
                <a:gd name="T41" fmla="*/ 129 h 19"/>
                <a:gd name="T42" fmla="*/ 63 w 28"/>
                <a:gd name="T43" fmla="*/ 129 h 19"/>
                <a:gd name="T44" fmla="*/ 20 w 28"/>
                <a:gd name="T45" fmla="*/ 147 h 19"/>
                <a:gd name="T46" fmla="*/ 20 w 28"/>
                <a:gd name="T47" fmla="*/ 243 h 19"/>
                <a:gd name="T48" fmla="*/ 63 w 28"/>
                <a:gd name="T49" fmla="*/ 275 h 19"/>
                <a:gd name="T50" fmla="*/ 63 w 28"/>
                <a:gd name="T51" fmla="*/ 275 h 19"/>
                <a:gd name="T52" fmla="*/ 175 w 28"/>
                <a:gd name="T53" fmla="*/ 306 h 19"/>
                <a:gd name="T54" fmla="*/ 188 w 28"/>
                <a:gd name="T55" fmla="*/ 306 h 19"/>
                <a:gd name="T56" fmla="*/ 220 w 28"/>
                <a:gd name="T57" fmla="*/ 288 h 19"/>
                <a:gd name="T58" fmla="*/ 270 w 28"/>
                <a:gd name="T59" fmla="*/ 243 h 19"/>
                <a:gd name="T60" fmla="*/ 270 w 28"/>
                <a:gd name="T61" fmla="*/ 210 h 19"/>
                <a:gd name="T62" fmla="*/ 270 w 28"/>
                <a:gd name="T63" fmla="*/ 159 h 19"/>
                <a:gd name="T64" fmla="*/ 300 w 28"/>
                <a:gd name="T65" fmla="*/ 179 h 19"/>
                <a:gd name="T66" fmla="*/ 333 w 28"/>
                <a:gd name="T67" fmla="*/ 210 h 19"/>
                <a:gd name="T68" fmla="*/ 375 w 28"/>
                <a:gd name="T69" fmla="*/ 222 h 19"/>
                <a:gd name="T70" fmla="*/ 425 w 28"/>
                <a:gd name="T71" fmla="*/ 192 h 19"/>
                <a:gd name="T72" fmla="*/ 408 w 28"/>
                <a:gd name="T73" fmla="*/ 114 h 19"/>
                <a:gd name="T74" fmla="*/ 395 w 28"/>
                <a:gd name="T75" fmla="*/ 96 h 19"/>
                <a:gd name="T76" fmla="*/ 333 w 28"/>
                <a:gd name="T77" fmla="*/ 51 h 19"/>
                <a:gd name="T78" fmla="*/ 283 w 28"/>
                <a:gd name="T79" fmla="*/ 20 h 19"/>
                <a:gd name="T80" fmla="*/ 238 w 28"/>
                <a:gd name="T81" fmla="*/ 0 h 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" h="19"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moveTo>
                    <a:pt x="15" y="0"/>
                  </a:moveTo>
                  <a:cubicBezTo>
                    <a:pt x="14" y="0"/>
                    <a:pt x="13" y="1"/>
                    <a:pt x="12" y="1"/>
                  </a:cubicBezTo>
                  <a:cubicBezTo>
                    <a:pt x="11" y="2"/>
                    <a:pt x="10" y="3"/>
                    <a:pt x="10" y="4"/>
                  </a:cubicBezTo>
                  <a:cubicBezTo>
                    <a:pt x="9" y="5"/>
                    <a:pt x="9" y="6"/>
                    <a:pt x="9" y="7"/>
                  </a:cubicBezTo>
                  <a:cubicBezTo>
                    <a:pt x="9" y="9"/>
                    <a:pt x="9" y="10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0"/>
                    <a:pt x="8" y="10"/>
                  </a:cubicBezTo>
                  <a:cubicBezTo>
                    <a:pt x="8" y="10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9"/>
                    <a:pt x="6" y="8"/>
                  </a:cubicBezTo>
                  <a:cubicBezTo>
                    <a:pt x="5" y="8"/>
                    <a:pt x="5" y="8"/>
                    <a:pt x="4" y="8"/>
                  </a:cubicBezTo>
                  <a:cubicBezTo>
                    <a:pt x="3" y="8"/>
                    <a:pt x="2" y="8"/>
                    <a:pt x="1" y="9"/>
                  </a:cubicBezTo>
                  <a:cubicBezTo>
                    <a:pt x="0" y="11"/>
                    <a:pt x="0" y="13"/>
                    <a:pt x="1" y="15"/>
                  </a:cubicBezTo>
                  <a:cubicBezTo>
                    <a:pt x="1" y="15"/>
                    <a:pt x="2" y="16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8"/>
                    <a:pt x="8" y="19"/>
                    <a:pt x="1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3" y="19"/>
                    <a:pt x="14" y="18"/>
                  </a:cubicBezTo>
                  <a:cubicBezTo>
                    <a:pt x="16" y="18"/>
                    <a:pt x="17" y="17"/>
                    <a:pt x="17" y="15"/>
                  </a:cubicBezTo>
                  <a:cubicBezTo>
                    <a:pt x="17" y="14"/>
                    <a:pt x="17" y="13"/>
                    <a:pt x="17" y="13"/>
                  </a:cubicBezTo>
                  <a:cubicBezTo>
                    <a:pt x="17" y="12"/>
                    <a:pt x="17" y="11"/>
                    <a:pt x="17" y="10"/>
                  </a:cubicBezTo>
                  <a:cubicBezTo>
                    <a:pt x="18" y="11"/>
                    <a:pt x="18" y="11"/>
                    <a:pt x="19" y="11"/>
                  </a:cubicBezTo>
                  <a:cubicBezTo>
                    <a:pt x="19" y="12"/>
                    <a:pt x="20" y="13"/>
                    <a:pt x="21" y="13"/>
                  </a:cubicBezTo>
                  <a:cubicBezTo>
                    <a:pt x="22" y="14"/>
                    <a:pt x="23" y="14"/>
                    <a:pt x="24" y="14"/>
                  </a:cubicBezTo>
                  <a:cubicBezTo>
                    <a:pt x="25" y="14"/>
                    <a:pt x="26" y="13"/>
                    <a:pt x="27" y="12"/>
                  </a:cubicBezTo>
                  <a:cubicBezTo>
                    <a:pt x="28" y="11"/>
                    <a:pt x="28" y="8"/>
                    <a:pt x="26" y="7"/>
                  </a:cubicBezTo>
                  <a:cubicBezTo>
                    <a:pt x="26" y="7"/>
                    <a:pt x="25" y="6"/>
                    <a:pt x="25" y="6"/>
                  </a:cubicBezTo>
                  <a:cubicBezTo>
                    <a:pt x="24" y="5"/>
                    <a:pt x="22" y="4"/>
                    <a:pt x="21" y="3"/>
                  </a:cubicBezTo>
                  <a:cubicBezTo>
                    <a:pt x="20" y="2"/>
                    <a:pt x="19" y="2"/>
                    <a:pt x="18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1" name="Freeform 267">
              <a:extLst>
                <a:ext uri="{FF2B5EF4-FFF2-40B4-BE49-F238E27FC236}">
                  <a16:creationId xmlns:a16="http://schemas.microsoft.com/office/drawing/2014/main" id="{FCBBE2B7-138A-4080-BF06-803E3F3232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3" y="1626"/>
              <a:ext cx="70" cy="50"/>
            </a:xfrm>
            <a:custGeom>
              <a:avLst/>
              <a:gdLst>
                <a:gd name="T0" fmla="*/ 250 w 28"/>
                <a:gd name="T1" fmla="*/ 95 h 20"/>
                <a:gd name="T2" fmla="*/ 250 w 28"/>
                <a:gd name="T3" fmla="*/ 95 h 20"/>
                <a:gd name="T4" fmla="*/ 250 w 28"/>
                <a:gd name="T5" fmla="*/ 83 h 20"/>
                <a:gd name="T6" fmla="*/ 250 w 28"/>
                <a:gd name="T7" fmla="*/ 83 h 20"/>
                <a:gd name="T8" fmla="*/ 250 w 28"/>
                <a:gd name="T9" fmla="*/ 83 h 20"/>
                <a:gd name="T10" fmla="*/ 250 w 28"/>
                <a:gd name="T11" fmla="*/ 83 h 20"/>
                <a:gd name="T12" fmla="*/ 345 w 28"/>
                <a:gd name="T13" fmla="*/ 0 h 20"/>
                <a:gd name="T14" fmla="*/ 175 w 28"/>
                <a:gd name="T15" fmla="*/ 0 h 20"/>
                <a:gd name="T16" fmla="*/ 175 w 28"/>
                <a:gd name="T17" fmla="*/ 0 h 20"/>
                <a:gd name="T18" fmla="*/ 158 w 28"/>
                <a:gd name="T19" fmla="*/ 50 h 20"/>
                <a:gd name="T20" fmla="*/ 145 w 28"/>
                <a:gd name="T21" fmla="*/ 95 h 20"/>
                <a:gd name="T22" fmla="*/ 145 w 28"/>
                <a:gd name="T23" fmla="*/ 95 h 20"/>
                <a:gd name="T24" fmla="*/ 158 w 28"/>
                <a:gd name="T25" fmla="*/ 175 h 20"/>
                <a:gd name="T26" fmla="*/ 158 w 28"/>
                <a:gd name="T27" fmla="*/ 188 h 20"/>
                <a:gd name="T28" fmla="*/ 145 w 28"/>
                <a:gd name="T29" fmla="*/ 175 h 20"/>
                <a:gd name="T30" fmla="*/ 125 w 28"/>
                <a:gd name="T31" fmla="*/ 158 h 20"/>
                <a:gd name="T32" fmla="*/ 125 w 28"/>
                <a:gd name="T33" fmla="*/ 158 h 20"/>
                <a:gd name="T34" fmla="*/ 125 w 28"/>
                <a:gd name="T35" fmla="*/ 158 h 20"/>
                <a:gd name="T36" fmla="*/ 125 w 28"/>
                <a:gd name="T37" fmla="*/ 158 h 20"/>
                <a:gd name="T38" fmla="*/ 83 w 28"/>
                <a:gd name="T39" fmla="*/ 125 h 20"/>
                <a:gd name="T40" fmla="*/ 50 w 28"/>
                <a:gd name="T41" fmla="*/ 125 h 20"/>
                <a:gd name="T42" fmla="*/ 20 w 28"/>
                <a:gd name="T43" fmla="*/ 220 h 20"/>
                <a:gd name="T44" fmla="*/ 50 w 28"/>
                <a:gd name="T45" fmla="*/ 250 h 20"/>
                <a:gd name="T46" fmla="*/ 50 w 28"/>
                <a:gd name="T47" fmla="*/ 270 h 20"/>
                <a:gd name="T48" fmla="*/ 95 w 28"/>
                <a:gd name="T49" fmla="*/ 300 h 20"/>
                <a:gd name="T50" fmla="*/ 158 w 28"/>
                <a:gd name="T51" fmla="*/ 313 h 20"/>
                <a:gd name="T52" fmla="*/ 188 w 28"/>
                <a:gd name="T53" fmla="*/ 313 h 20"/>
                <a:gd name="T54" fmla="*/ 220 w 28"/>
                <a:gd name="T55" fmla="*/ 300 h 20"/>
                <a:gd name="T56" fmla="*/ 270 w 28"/>
                <a:gd name="T57" fmla="*/ 250 h 20"/>
                <a:gd name="T58" fmla="*/ 283 w 28"/>
                <a:gd name="T59" fmla="*/ 208 h 20"/>
                <a:gd name="T60" fmla="*/ 270 w 28"/>
                <a:gd name="T61" fmla="*/ 145 h 20"/>
                <a:gd name="T62" fmla="*/ 270 w 28"/>
                <a:gd name="T63" fmla="*/ 113 h 20"/>
                <a:gd name="T64" fmla="*/ 283 w 28"/>
                <a:gd name="T65" fmla="*/ 113 h 20"/>
                <a:gd name="T66" fmla="*/ 300 w 28"/>
                <a:gd name="T67" fmla="*/ 113 h 20"/>
                <a:gd name="T68" fmla="*/ 313 w 28"/>
                <a:gd name="T69" fmla="*/ 145 h 20"/>
                <a:gd name="T70" fmla="*/ 375 w 28"/>
                <a:gd name="T71" fmla="*/ 158 h 20"/>
                <a:gd name="T72" fmla="*/ 408 w 28"/>
                <a:gd name="T73" fmla="*/ 145 h 20"/>
                <a:gd name="T74" fmla="*/ 425 w 28"/>
                <a:gd name="T75" fmla="*/ 63 h 20"/>
                <a:gd name="T76" fmla="*/ 395 w 28"/>
                <a:gd name="T77" fmla="*/ 33 h 20"/>
                <a:gd name="T78" fmla="*/ 345 w 28"/>
                <a:gd name="T79" fmla="*/ 0 h 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8" h="20">
                  <a:moveTo>
                    <a:pt x="16" y="6"/>
                  </a:moveTo>
                  <a:cubicBezTo>
                    <a:pt x="16" y="6"/>
                    <a:pt x="16" y="6"/>
                    <a:pt x="16" y="6"/>
                  </a:cubicBezTo>
                  <a:moveTo>
                    <a:pt x="16" y="5"/>
                  </a:moveTo>
                  <a:cubicBezTo>
                    <a:pt x="16" y="5"/>
                    <a:pt x="16" y="5"/>
                    <a:pt x="16" y="5"/>
                  </a:cubicBezTo>
                  <a:moveTo>
                    <a:pt x="16" y="5"/>
                  </a:moveTo>
                  <a:cubicBezTo>
                    <a:pt x="16" y="5"/>
                    <a:pt x="16" y="5"/>
                    <a:pt x="16" y="5"/>
                  </a:cubicBezTo>
                  <a:moveTo>
                    <a:pt x="22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1"/>
                    <a:pt x="10" y="2"/>
                    <a:pt x="10" y="3"/>
                  </a:cubicBezTo>
                  <a:cubicBezTo>
                    <a:pt x="9" y="4"/>
                    <a:pt x="9" y="5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8"/>
                    <a:pt x="9" y="10"/>
                    <a:pt x="10" y="11"/>
                  </a:cubicBezTo>
                  <a:cubicBezTo>
                    <a:pt x="10" y="11"/>
                    <a:pt x="10" y="11"/>
                    <a:pt x="10" y="12"/>
                  </a:cubicBezTo>
                  <a:cubicBezTo>
                    <a:pt x="9" y="12"/>
                    <a:pt x="9" y="11"/>
                    <a:pt x="9" y="11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9"/>
                    <a:pt x="6" y="8"/>
                    <a:pt x="5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1" y="9"/>
                    <a:pt x="0" y="12"/>
                    <a:pt x="1" y="14"/>
                  </a:cubicBezTo>
                  <a:cubicBezTo>
                    <a:pt x="1" y="14"/>
                    <a:pt x="2" y="15"/>
                    <a:pt x="3" y="16"/>
                  </a:cubicBezTo>
                  <a:cubicBezTo>
                    <a:pt x="3" y="16"/>
                    <a:pt x="3" y="16"/>
                    <a:pt x="3" y="17"/>
                  </a:cubicBezTo>
                  <a:cubicBezTo>
                    <a:pt x="4" y="17"/>
                    <a:pt x="5" y="18"/>
                    <a:pt x="6" y="19"/>
                  </a:cubicBezTo>
                  <a:cubicBezTo>
                    <a:pt x="7" y="19"/>
                    <a:pt x="9" y="20"/>
                    <a:pt x="10" y="20"/>
                  </a:cubicBezTo>
                  <a:cubicBezTo>
                    <a:pt x="11" y="20"/>
                    <a:pt x="11" y="20"/>
                    <a:pt x="12" y="20"/>
                  </a:cubicBezTo>
                  <a:cubicBezTo>
                    <a:pt x="13" y="20"/>
                    <a:pt x="14" y="19"/>
                    <a:pt x="14" y="19"/>
                  </a:cubicBezTo>
                  <a:cubicBezTo>
                    <a:pt x="16" y="18"/>
                    <a:pt x="17" y="17"/>
                    <a:pt x="17" y="16"/>
                  </a:cubicBezTo>
                  <a:cubicBezTo>
                    <a:pt x="18" y="15"/>
                    <a:pt x="18" y="14"/>
                    <a:pt x="18" y="13"/>
                  </a:cubicBezTo>
                  <a:cubicBezTo>
                    <a:pt x="18" y="12"/>
                    <a:pt x="18" y="10"/>
                    <a:pt x="17" y="9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20" y="8"/>
                    <a:pt x="20" y="9"/>
                  </a:cubicBezTo>
                  <a:cubicBezTo>
                    <a:pt x="21" y="10"/>
                    <a:pt x="22" y="10"/>
                    <a:pt x="24" y="10"/>
                  </a:cubicBezTo>
                  <a:cubicBezTo>
                    <a:pt x="24" y="10"/>
                    <a:pt x="25" y="10"/>
                    <a:pt x="26" y="9"/>
                  </a:cubicBezTo>
                  <a:cubicBezTo>
                    <a:pt x="28" y="8"/>
                    <a:pt x="28" y="6"/>
                    <a:pt x="27" y="4"/>
                  </a:cubicBezTo>
                  <a:cubicBezTo>
                    <a:pt x="26" y="3"/>
                    <a:pt x="26" y="2"/>
                    <a:pt x="25" y="2"/>
                  </a:cubicBezTo>
                  <a:cubicBezTo>
                    <a:pt x="24" y="1"/>
                    <a:pt x="23" y="1"/>
                    <a:pt x="22" y="0"/>
                  </a:cubicBezTo>
                </a:path>
              </a:pathLst>
            </a:custGeom>
            <a:solidFill>
              <a:srgbClr val="D2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2" name="Freeform 268">
              <a:extLst>
                <a:ext uri="{FF2B5EF4-FFF2-40B4-BE49-F238E27FC236}">
                  <a16:creationId xmlns:a16="http://schemas.microsoft.com/office/drawing/2014/main" id="{77C63D99-E8F6-41DF-9527-C9215A6A6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558"/>
              <a:ext cx="57" cy="60"/>
            </a:xfrm>
            <a:custGeom>
              <a:avLst/>
              <a:gdLst>
                <a:gd name="T0" fmla="*/ 349 w 23"/>
                <a:gd name="T1" fmla="*/ 0 h 24"/>
                <a:gd name="T2" fmla="*/ 12 w 23"/>
                <a:gd name="T3" fmla="*/ 0 h 24"/>
                <a:gd name="T4" fmla="*/ 12 w 23"/>
                <a:gd name="T5" fmla="*/ 50 h 24"/>
                <a:gd name="T6" fmla="*/ 0 w 23"/>
                <a:gd name="T7" fmla="*/ 113 h 24"/>
                <a:gd name="T8" fmla="*/ 0 w 23"/>
                <a:gd name="T9" fmla="*/ 188 h 24"/>
                <a:gd name="T10" fmla="*/ 12 w 23"/>
                <a:gd name="T11" fmla="*/ 375 h 24"/>
                <a:gd name="T12" fmla="*/ 62 w 23"/>
                <a:gd name="T13" fmla="*/ 375 h 24"/>
                <a:gd name="T14" fmla="*/ 42 w 23"/>
                <a:gd name="T15" fmla="*/ 188 h 24"/>
                <a:gd name="T16" fmla="*/ 42 w 23"/>
                <a:gd name="T17" fmla="*/ 113 h 24"/>
                <a:gd name="T18" fmla="*/ 62 w 23"/>
                <a:gd name="T19" fmla="*/ 50 h 24"/>
                <a:gd name="T20" fmla="*/ 62 w 23"/>
                <a:gd name="T21" fmla="*/ 0 h 24"/>
                <a:gd name="T22" fmla="*/ 307 w 23"/>
                <a:gd name="T23" fmla="*/ 0 h 24"/>
                <a:gd name="T24" fmla="*/ 287 w 23"/>
                <a:gd name="T25" fmla="*/ 50 h 24"/>
                <a:gd name="T26" fmla="*/ 287 w 23"/>
                <a:gd name="T27" fmla="*/ 113 h 24"/>
                <a:gd name="T28" fmla="*/ 278 w 23"/>
                <a:gd name="T29" fmla="*/ 188 h 24"/>
                <a:gd name="T30" fmla="*/ 307 w 23"/>
                <a:gd name="T31" fmla="*/ 375 h 24"/>
                <a:gd name="T32" fmla="*/ 349 w 23"/>
                <a:gd name="T33" fmla="*/ 375 h 24"/>
                <a:gd name="T34" fmla="*/ 320 w 23"/>
                <a:gd name="T35" fmla="*/ 188 h 24"/>
                <a:gd name="T36" fmla="*/ 337 w 23"/>
                <a:gd name="T37" fmla="*/ 113 h 24"/>
                <a:gd name="T38" fmla="*/ 337 w 23"/>
                <a:gd name="T39" fmla="*/ 50 h 24"/>
                <a:gd name="T40" fmla="*/ 349 w 23"/>
                <a:gd name="T41" fmla="*/ 0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24">
                  <a:moveTo>
                    <a:pt x="23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3" y="21"/>
                    <a:pt x="3" y="16"/>
                    <a:pt x="3" y="12"/>
                  </a:cubicBezTo>
                  <a:cubicBezTo>
                    <a:pt x="3" y="10"/>
                    <a:pt x="3" y="8"/>
                    <a:pt x="3" y="7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3"/>
                  </a:cubicBezTo>
                  <a:cubicBezTo>
                    <a:pt x="19" y="4"/>
                    <a:pt x="19" y="5"/>
                    <a:pt x="19" y="7"/>
                  </a:cubicBezTo>
                  <a:cubicBezTo>
                    <a:pt x="19" y="8"/>
                    <a:pt x="18" y="10"/>
                    <a:pt x="18" y="12"/>
                  </a:cubicBezTo>
                  <a:cubicBezTo>
                    <a:pt x="18" y="16"/>
                    <a:pt x="19" y="20"/>
                    <a:pt x="20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2" y="21"/>
                    <a:pt x="21" y="16"/>
                    <a:pt x="21" y="12"/>
                  </a:cubicBezTo>
                  <a:cubicBezTo>
                    <a:pt x="21" y="10"/>
                    <a:pt x="21" y="8"/>
                    <a:pt x="22" y="7"/>
                  </a:cubicBezTo>
                  <a:cubicBezTo>
                    <a:pt x="22" y="5"/>
                    <a:pt x="22" y="4"/>
                    <a:pt x="22" y="3"/>
                  </a:cubicBezTo>
                  <a:cubicBezTo>
                    <a:pt x="22" y="2"/>
                    <a:pt x="23" y="1"/>
                    <a:pt x="23" y="0"/>
                  </a:cubicBezTo>
                </a:path>
              </a:pathLst>
            </a:custGeom>
            <a:solidFill>
              <a:srgbClr val="94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3" name="Freeform 269">
              <a:extLst>
                <a:ext uri="{FF2B5EF4-FFF2-40B4-BE49-F238E27FC236}">
                  <a16:creationId xmlns:a16="http://schemas.microsoft.com/office/drawing/2014/main" id="{C4FF0EBE-F938-4E26-9973-6E745DBEB6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8" y="1551"/>
              <a:ext cx="1370" cy="75"/>
            </a:xfrm>
            <a:custGeom>
              <a:avLst/>
              <a:gdLst>
                <a:gd name="T0" fmla="*/ 8158 w 548"/>
                <a:gd name="T1" fmla="*/ 425 h 30"/>
                <a:gd name="T2" fmla="*/ 7863 w 548"/>
                <a:gd name="T3" fmla="*/ 425 h 30"/>
                <a:gd name="T4" fmla="*/ 720 w 548"/>
                <a:gd name="T5" fmla="*/ 425 h 30"/>
                <a:gd name="T6" fmla="*/ 425 w 548"/>
                <a:gd name="T7" fmla="*/ 425 h 30"/>
                <a:gd name="T8" fmla="*/ 250 w 548"/>
                <a:gd name="T9" fmla="*/ 425 h 30"/>
                <a:gd name="T10" fmla="*/ 1688 w 548"/>
                <a:gd name="T11" fmla="*/ 470 h 30"/>
                <a:gd name="T12" fmla="*/ 2583 w 548"/>
                <a:gd name="T13" fmla="*/ 470 h 30"/>
                <a:gd name="T14" fmla="*/ 3395 w 548"/>
                <a:gd name="T15" fmla="*/ 470 h 30"/>
                <a:gd name="T16" fmla="*/ 4520 w 548"/>
                <a:gd name="T17" fmla="*/ 470 h 30"/>
                <a:gd name="T18" fmla="*/ 5083 w 548"/>
                <a:gd name="T19" fmla="*/ 470 h 30"/>
                <a:gd name="T20" fmla="*/ 5363 w 548"/>
                <a:gd name="T21" fmla="*/ 470 h 30"/>
                <a:gd name="T22" fmla="*/ 6488 w 548"/>
                <a:gd name="T23" fmla="*/ 470 h 30"/>
                <a:gd name="T24" fmla="*/ 8533 w 548"/>
                <a:gd name="T25" fmla="*/ 470 h 30"/>
                <a:gd name="T26" fmla="*/ 8533 w 548"/>
                <a:gd name="T27" fmla="*/ 438 h 30"/>
                <a:gd name="T28" fmla="*/ 8533 w 548"/>
                <a:gd name="T29" fmla="*/ 425 h 30"/>
                <a:gd name="T30" fmla="*/ 0 w 548"/>
                <a:gd name="T31" fmla="*/ 250 h 30"/>
                <a:gd name="T32" fmla="*/ 33 w 548"/>
                <a:gd name="T33" fmla="*/ 425 h 30"/>
                <a:gd name="T34" fmla="*/ 50 w 548"/>
                <a:gd name="T35" fmla="*/ 470 h 30"/>
                <a:gd name="T36" fmla="*/ 145 w 548"/>
                <a:gd name="T37" fmla="*/ 425 h 30"/>
                <a:gd name="T38" fmla="*/ 20 w 548"/>
                <a:gd name="T39" fmla="*/ 375 h 30"/>
                <a:gd name="T40" fmla="*/ 0 w 548"/>
                <a:gd name="T41" fmla="*/ 238 h 30"/>
                <a:gd name="T42" fmla="*/ 8083 w 548"/>
                <a:gd name="T43" fmla="*/ 0 h 30"/>
                <a:gd name="T44" fmla="*/ 6613 w 548"/>
                <a:gd name="T45" fmla="*/ 0 h 30"/>
                <a:gd name="T46" fmla="*/ 5220 w 548"/>
                <a:gd name="T47" fmla="*/ 0 h 30"/>
                <a:gd name="T48" fmla="*/ 4625 w 548"/>
                <a:gd name="T49" fmla="*/ 0 h 30"/>
                <a:gd name="T50" fmla="*/ 3238 w 548"/>
                <a:gd name="T51" fmla="*/ 0 h 30"/>
                <a:gd name="T52" fmla="*/ 2938 w 548"/>
                <a:gd name="T53" fmla="*/ 0 h 30"/>
                <a:gd name="T54" fmla="*/ 1813 w 548"/>
                <a:gd name="T55" fmla="*/ 0 h 30"/>
                <a:gd name="T56" fmla="*/ 688 w 548"/>
                <a:gd name="T57" fmla="*/ 0 h 30"/>
                <a:gd name="T58" fmla="*/ 33 w 548"/>
                <a:gd name="T59" fmla="*/ 50 h 30"/>
                <a:gd name="T60" fmla="*/ 375 w 548"/>
                <a:gd name="T61" fmla="*/ 50 h 30"/>
                <a:gd name="T62" fmla="*/ 7813 w 548"/>
                <a:gd name="T63" fmla="*/ 50 h 30"/>
                <a:gd name="T64" fmla="*/ 8063 w 548"/>
                <a:gd name="T65" fmla="*/ 20 h 30"/>
                <a:gd name="T66" fmla="*/ 8533 w 548"/>
                <a:gd name="T67" fmla="*/ 0 h 30"/>
                <a:gd name="T68" fmla="*/ 8175 w 548"/>
                <a:gd name="T69" fmla="*/ 0 h 30"/>
                <a:gd name="T70" fmla="*/ 8175 w 548"/>
                <a:gd name="T71" fmla="*/ 50 h 30"/>
                <a:gd name="T72" fmla="*/ 8563 w 548"/>
                <a:gd name="T73" fmla="*/ 238 h 30"/>
                <a:gd name="T74" fmla="*/ 8533 w 548"/>
                <a:gd name="T75" fmla="*/ 33 h 30"/>
                <a:gd name="T76" fmla="*/ 8533 w 548"/>
                <a:gd name="T77" fmla="*/ 0 h 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48" h="30">
                  <a:moveTo>
                    <a:pt x="546" y="27"/>
                  </a:moveTo>
                  <a:cubicBezTo>
                    <a:pt x="522" y="27"/>
                    <a:pt x="522" y="27"/>
                    <a:pt x="522" y="27"/>
                  </a:cubicBezTo>
                  <a:cubicBezTo>
                    <a:pt x="519" y="27"/>
                    <a:pt x="519" y="27"/>
                    <a:pt x="519" y="27"/>
                  </a:cubicBezTo>
                  <a:cubicBezTo>
                    <a:pt x="503" y="27"/>
                    <a:pt x="503" y="27"/>
                    <a:pt x="503" y="27"/>
                  </a:cubicBezTo>
                  <a:cubicBezTo>
                    <a:pt x="500" y="27"/>
                    <a:pt x="500" y="27"/>
                    <a:pt x="500" y="27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7" y="28"/>
                    <a:pt x="18" y="29"/>
                    <a:pt x="20" y="30"/>
                  </a:cubicBezTo>
                  <a:cubicBezTo>
                    <a:pt x="108" y="30"/>
                    <a:pt x="108" y="30"/>
                    <a:pt x="108" y="30"/>
                  </a:cubicBezTo>
                  <a:cubicBezTo>
                    <a:pt x="128" y="30"/>
                    <a:pt x="128" y="30"/>
                    <a:pt x="128" y="30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86" y="30"/>
                    <a:pt x="186" y="30"/>
                    <a:pt x="186" y="30"/>
                  </a:cubicBezTo>
                  <a:cubicBezTo>
                    <a:pt x="217" y="30"/>
                    <a:pt x="217" y="30"/>
                    <a:pt x="217" y="30"/>
                  </a:cubicBezTo>
                  <a:cubicBezTo>
                    <a:pt x="237" y="30"/>
                    <a:pt x="237" y="30"/>
                    <a:pt x="237" y="30"/>
                  </a:cubicBezTo>
                  <a:cubicBezTo>
                    <a:pt x="289" y="30"/>
                    <a:pt x="289" y="30"/>
                    <a:pt x="289" y="30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25" y="30"/>
                    <a:pt x="325" y="30"/>
                    <a:pt x="325" y="30"/>
                  </a:cubicBezTo>
                  <a:cubicBezTo>
                    <a:pt x="336" y="30"/>
                    <a:pt x="336" y="30"/>
                    <a:pt x="336" y="30"/>
                  </a:cubicBezTo>
                  <a:cubicBezTo>
                    <a:pt x="343" y="30"/>
                    <a:pt x="343" y="30"/>
                    <a:pt x="343" y="30"/>
                  </a:cubicBezTo>
                  <a:cubicBezTo>
                    <a:pt x="363" y="30"/>
                    <a:pt x="363" y="30"/>
                    <a:pt x="363" y="30"/>
                  </a:cubicBezTo>
                  <a:cubicBezTo>
                    <a:pt x="415" y="30"/>
                    <a:pt x="415" y="30"/>
                    <a:pt x="415" y="30"/>
                  </a:cubicBezTo>
                  <a:cubicBezTo>
                    <a:pt x="436" y="30"/>
                    <a:pt x="436" y="30"/>
                    <a:pt x="436" y="30"/>
                  </a:cubicBezTo>
                  <a:cubicBezTo>
                    <a:pt x="546" y="30"/>
                    <a:pt x="546" y="30"/>
                    <a:pt x="546" y="30"/>
                  </a:cubicBezTo>
                  <a:cubicBezTo>
                    <a:pt x="546" y="30"/>
                    <a:pt x="546" y="30"/>
                    <a:pt x="546" y="29"/>
                  </a:cubicBezTo>
                  <a:cubicBezTo>
                    <a:pt x="546" y="28"/>
                    <a:pt x="546" y="28"/>
                    <a:pt x="546" y="28"/>
                  </a:cubicBezTo>
                  <a:cubicBezTo>
                    <a:pt x="546" y="28"/>
                    <a:pt x="546" y="28"/>
                    <a:pt x="546" y="28"/>
                  </a:cubicBezTo>
                  <a:cubicBezTo>
                    <a:pt x="546" y="28"/>
                    <a:pt x="546" y="27"/>
                    <a:pt x="546" y="27"/>
                  </a:cubicBezTo>
                  <a:moveTo>
                    <a:pt x="0" y="11"/>
                  </a:moveTo>
                  <a:cubicBezTo>
                    <a:pt x="0" y="12"/>
                    <a:pt x="0" y="14"/>
                    <a:pt x="0" y="16"/>
                  </a:cubicBezTo>
                  <a:cubicBezTo>
                    <a:pt x="0" y="19"/>
                    <a:pt x="0" y="22"/>
                    <a:pt x="2" y="2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8"/>
                    <a:pt x="2" y="29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9"/>
                    <a:pt x="9" y="28"/>
                    <a:pt x="9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6"/>
                    <a:pt x="2" y="25"/>
                    <a:pt x="1" y="24"/>
                  </a:cubicBezTo>
                  <a:cubicBezTo>
                    <a:pt x="0" y="21"/>
                    <a:pt x="0" y="18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moveTo>
                    <a:pt x="517" y="0"/>
                  </a:moveTo>
                  <a:cubicBezTo>
                    <a:pt x="443" y="0"/>
                    <a:pt x="443" y="0"/>
                    <a:pt x="443" y="0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34" y="0"/>
                    <a:pt x="334" y="0"/>
                    <a:pt x="334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296" y="0"/>
                    <a:pt x="296" y="0"/>
                    <a:pt x="296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500" y="3"/>
                    <a:pt x="500" y="3"/>
                    <a:pt x="500" y="3"/>
                  </a:cubicBezTo>
                  <a:cubicBezTo>
                    <a:pt x="517" y="3"/>
                    <a:pt x="517" y="3"/>
                    <a:pt x="517" y="3"/>
                  </a:cubicBezTo>
                  <a:cubicBezTo>
                    <a:pt x="516" y="2"/>
                    <a:pt x="516" y="2"/>
                    <a:pt x="516" y="1"/>
                  </a:cubicBezTo>
                  <a:cubicBezTo>
                    <a:pt x="516" y="1"/>
                    <a:pt x="516" y="0"/>
                    <a:pt x="517" y="0"/>
                  </a:cubicBezTo>
                  <a:moveTo>
                    <a:pt x="546" y="0"/>
                  </a:moveTo>
                  <a:cubicBezTo>
                    <a:pt x="536" y="0"/>
                    <a:pt x="536" y="0"/>
                    <a:pt x="536" y="0"/>
                  </a:cubicBezTo>
                  <a:cubicBezTo>
                    <a:pt x="523" y="0"/>
                    <a:pt x="523" y="0"/>
                    <a:pt x="523" y="0"/>
                  </a:cubicBezTo>
                  <a:cubicBezTo>
                    <a:pt x="524" y="0"/>
                    <a:pt x="524" y="1"/>
                    <a:pt x="524" y="1"/>
                  </a:cubicBezTo>
                  <a:cubicBezTo>
                    <a:pt x="524" y="2"/>
                    <a:pt x="524" y="2"/>
                    <a:pt x="523" y="3"/>
                  </a:cubicBezTo>
                  <a:cubicBezTo>
                    <a:pt x="546" y="3"/>
                    <a:pt x="546" y="3"/>
                    <a:pt x="546" y="3"/>
                  </a:cubicBezTo>
                  <a:cubicBezTo>
                    <a:pt x="547" y="6"/>
                    <a:pt x="548" y="10"/>
                    <a:pt x="548" y="15"/>
                  </a:cubicBezTo>
                  <a:cubicBezTo>
                    <a:pt x="548" y="15"/>
                    <a:pt x="548" y="15"/>
                    <a:pt x="548" y="15"/>
                  </a:cubicBezTo>
                  <a:cubicBezTo>
                    <a:pt x="548" y="10"/>
                    <a:pt x="547" y="5"/>
                    <a:pt x="546" y="2"/>
                  </a:cubicBezTo>
                  <a:cubicBezTo>
                    <a:pt x="546" y="2"/>
                    <a:pt x="546" y="1"/>
                    <a:pt x="546" y="1"/>
                  </a:cubicBezTo>
                  <a:cubicBezTo>
                    <a:pt x="546" y="1"/>
                    <a:pt x="546" y="0"/>
                    <a:pt x="546" y="0"/>
                  </a:cubicBezTo>
                </a:path>
              </a:pathLst>
            </a:custGeom>
            <a:solidFill>
              <a:srgbClr val="94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4" name="Freeform 270">
              <a:extLst>
                <a:ext uri="{FF2B5EF4-FFF2-40B4-BE49-F238E27FC236}">
                  <a16:creationId xmlns:a16="http://schemas.microsoft.com/office/drawing/2014/main" id="{26201A40-FF7C-4155-8A4D-157ED810D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436"/>
              <a:ext cx="1385" cy="305"/>
            </a:xfrm>
            <a:custGeom>
              <a:avLst/>
              <a:gdLst>
                <a:gd name="T0" fmla="*/ 8625 w 554"/>
                <a:gd name="T1" fmla="*/ 738 h 122"/>
                <a:gd name="T2" fmla="*/ 8158 w 554"/>
                <a:gd name="T3" fmla="*/ 345 h 122"/>
                <a:gd name="T4" fmla="*/ 6813 w 554"/>
                <a:gd name="T5" fmla="*/ 0 h 122"/>
                <a:gd name="T6" fmla="*/ 1458 w 554"/>
                <a:gd name="T7" fmla="*/ 63 h 122"/>
                <a:gd name="T8" fmla="*/ 188 w 554"/>
                <a:gd name="T9" fmla="*/ 533 h 122"/>
                <a:gd name="T10" fmla="*/ 33 w 554"/>
                <a:gd name="T11" fmla="*/ 770 h 122"/>
                <a:gd name="T12" fmla="*/ 33 w 554"/>
                <a:gd name="T13" fmla="*/ 770 h 122"/>
                <a:gd name="T14" fmla="*/ 33 w 554"/>
                <a:gd name="T15" fmla="*/ 1145 h 122"/>
                <a:gd name="T16" fmla="*/ 33 w 554"/>
                <a:gd name="T17" fmla="*/ 1145 h 122"/>
                <a:gd name="T18" fmla="*/ 470 w 554"/>
                <a:gd name="T19" fmla="*/ 1550 h 122"/>
                <a:gd name="T20" fmla="*/ 1845 w 554"/>
                <a:gd name="T21" fmla="*/ 1908 h 122"/>
                <a:gd name="T22" fmla="*/ 7208 w 554"/>
                <a:gd name="T23" fmla="*/ 1845 h 122"/>
                <a:gd name="T24" fmla="*/ 8438 w 554"/>
                <a:gd name="T25" fmla="*/ 1408 h 122"/>
                <a:gd name="T26" fmla="*/ 8625 w 554"/>
                <a:gd name="T27" fmla="*/ 1188 h 122"/>
                <a:gd name="T28" fmla="*/ 8613 w 554"/>
                <a:gd name="T29" fmla="*/ 1175 h 122"/>
                <a:gd name="T30" fmla="*/ 8658 w 554"/>
                <a:gd name="T31" fmla="*/ 958 h 122"/>
                <a:gd name="T32" fmla="*/ 8613 w 554"/>
                <a:gd name="T33" fmla="*/ 738 h 122"/>
                <a:gd name="T34" fmla="*/ 8613 w 554"/>
                <a:gd name="T35" fmla="*/ 770 h 122"/>
                <a:gd name="T36" fmla="*/ 8613 w 554"/>
                <a:gd name="T37" fmla="*/ 738 h 122"/>
                <a:gd name="T38" fmla="*/ 8595 w 554"/>
                <a:gd name="T39" fmla="*/ 720 h 122"/>
                <a:gd name="T40" fmla="*/ 8583 w 554"/>
                <a:gd name="T41" fmla="*/ 750 h 122"/>
                <a:gd name="T42" fmla="*/ 8583 w 554"/>
                <a:gd name="T43" fmla="*/ 1158 h 122"/>
                <a:gd name="T44" fmla="*/ 8583 w 554"/>
                <a:gd name="T45" fmla="*/ 1175 h 122"/>
                <a:gd name="T46" fmla="*/ 8583 w 554"/>
                <a:gd name="T47" fmla="*/ 1175 h 122"/>
                <a:gd name="T48" fmla="*/ 7470 w 554"/>
                <a:gd name="T49" fmla="*/ 1738 h 122"/>
                <a:gd name="T50" fmla="*/ 1845 w 554"/>
                <a:gd name="T51" fmla="*/ 1863 h 122"/>
                <a:gd name="T52" fmla="*/ 563 w 554"/>
                <a:gd name="T53" fmla="*/ 1533 h 122"/>
                <a:gd name="T54" fmla="*/ 113 w 554"/>
                <a:gd name="T55" fmla="*/ 1238 h 122"/>
                <a:gd name="T56" fmla="*/ 83 w 554"/>
                <a:gd name="T57" fmla="*/ 1125 h 122"/>
                <a:gd name="T58" fmla="*/ 83 w 554"/>
                <a:gd name="T59" fmla="*/ 783 h 122"/>
                <a:gd name="T60" fmla="*/ 145 w 554"/>
                <a:gd name="T61" fmla="*/ 625 h 122"/>
                <a:gd name="T62" fmla="*/ 1283 w 554"/>
                <a:gd name="T63" fmla="*/ 145 h 122"/>
                <a:gd name="T64" fmla="*/ 6813 w 554"/>
                <a:gd name="T65" fmla="*/ 50 h 122"/>
                <a:gd name="T66" fmla="*/ 8083 w 554"/>
                <a:gd name="T67" fmla="*/ 363 h 122"/>
                <a:gd name="T68" fmla="*/ 8583 w 554"/>
                <a:gd name="T69" fmla="*/ 750 h 122"/>
                <a:gd name="T70" fmla="*/ 8595 w 554"/>
                <a:gd name="T71" fmla="*/ 720 h 1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54" h="122">
                  <a:moveTo>
                    <a:pt x="551" y="47"/>
                  </a:moveTo>
                  <a:cubicBezTo>
                    <a:pt x="552" y="47"/>
                    <a:pt x="552" y="47"/>
                    <a:pt x="552" y="47"/>
                  </a:cubicBezTo>
                  <a:cubicBezTo>
                    <a:pt x="552" y="43"/>
                    <a:pt x="549" y="40"/>
                    <a:pt x="546" y="37"/>
                  </a:cubicBezTo>
                  <a:cubicBezTo>
                    <a:pt x="541" y="31"/>
                    <a:pt x="532" y="27"/>
                    <a:pt x="522" y="22"/>
                  </a:cubicBezTo>
                  <a:cubicBezTo>
                    <a:pt x="507" y="15"/>
                    <a:pt x="488" y="10"/>
                    <a:pt x="472" y="6"/>
                  </a:cubicBezTo>
                  <a:cubicBezTo>
                    <a:pt x="456" y="2"/>
                    <a:pt x="442" y="0"/>
                    <a:pt x="436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4" y="0"/>
                    <a:pt x="104" y="1"/>
                    <a:pt x="93" y="4"/>
                  </a:cubicBezTo>
                  <a:cubicBezTo>
                    <a:pt x="75" y="7"/>
                    <a:pt x="53" y="13"/>
                    <a:pt x="35" y="21"/>
                  </a:cubicBezTo>
                  <a:cubicBezTo>
                    <a:pt x="26" y="25"/>
                    <a:pt x="18" y="29"/>
                    <a:pt x="12" y="34"/>
                  </a:cubicBezTo>
                  <a:cubicBezTo>
                    <a:pt x="9" y="36"/>
                    <a:pt x="7" y="38"/>
                    <a:pt x="5" y="41"/>
                  </a:cubicBezTo>
                  <a:cubicBezTo>
                    <a:pt x="3" y="44"/>
                    <a:pt x="2" y="46"/>
                    <a:pt x="2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1" y="52"/>
                    <a:pt x="0" y="56"/>
                    <a:pt x="0" y="62"/>
                  </a:cubicBezTo>
                  <a:cubicBezTo>
                    <a:pt x="0" y="65"/>
                    <a:pt x="1" y="69"/>
                    <a:pt x="2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7"/>
                    <a:pt x="4" y="80"/>
                    <a:pt x="7" y="83"/>
                  </a:cubicBezTo>
                  <a:cubicBezTo>
                    <a:pt x="12" y="89"/>
                    <a:pt x="20" y="94"/>
                    <a:pt x="30" y="99"/>
                  </a:cubicBezTo>
                  <a:cubicBezTo>
                    <a:pt x="45" y="106"/>
                    <a:pt x="65" y="112"/>
                    <a:pt x="81" y="116"/>
                  </a:cubicBezTo>
                  <a:cubicBezTo>
                    <a:pt x="98" y="120"/>
                    <a:pt x="112" y="122"/>
                    <a:pt x="118" y="122"/>
                  </a:cubicBezTo>
                  <a:cubicBezTo>
                    <a:pt x="436" y="122"/>
                    <a:pt x="436" y="122"/>
                    <a:pt x="436" y="122"/>
                  </a:cubicBezTo>
                  <a:cubicBezTo>
                    <a:pt x="441" y="122"/>
                    <a:pt x="450" y="121"/>
                    <a:pt x="461" y="118"/>
                  </a:cubicBezTo>
                  <a:cubicBezTo>
                    <a:pt x="477" y="115"/>
                    <a:pt x="499" y="109"/>
                    <a:pt x="517" y="102"/>
                  </a:cubicBezTo>
                  <a:cubicBezTo>
                    <a:pt x="525" y="99"/>
                    <a:pt x="534" y="95"/>
                    <a:pt x="540" y="90"/>
                  </a:cubicBezTo>
                  <a:cubicBezTo>
                    <a:pt x="546" y="86"/>
                    <a:pt x="551" y="81"/>
                    <a:pt x="552" y="76"/>
                  </a:cubicBezTo>
                  <a:cubicBezTo>
                    <a:pt x="552" y="76"/>
                    <a:pt x="552" y="76"/>
                    <a:pt x="552" y="76"/>
                  </a:cubicBezTo>
                  <a:cubicBezTo>
                    <a:pt x="552" y="75"/>
                    <a:pt x="552" y="75"/>
                    <a:pt x="552" y="75"/>
                  </a:cubicBezTo>
                  <a:cubicBezTo>
                    <a:pt x="551" y="75"/>
                    <a:pt x="551" y="75"/>
                    <a:pt x="551" y="75"/>
                  </a:cubicBezTo>
                  <a:cubicBezTo>
                    <a:pt x="552" y="75"/>
                    <a:pt x="552" y="75"/>
                    <a:pt x="552" y="75"/>
                  </a:cubicBezTo>
                  <a:cubicBezTo>
                    <a:pt x="553" y="71"/>
                    <a:pt x="554" y="66"/>
                    <a:pt x="554" y="61"/>
                  </a:cubicBezTo>
                  <a:cubicBezTo>
                    <a:pt x="554" y="56"/>
                    <a:pt x="553" y="51"/>
                    <a:pt x="552" y="47"/>
                  </a:cubicBezTo>
                  <a:cubicBezTo>
                    <a:pt x="551" y="47"/>
                    <a:pt x="551" y="47"/>
                    <a:pt x="551" y="47"/>
                  </a:cubicBezTo>
                  <a:cubicBezTo>
                    <a:pt x="551" y="49"/>
                    <a:pt x="551" y="49"/>
                    <a:pt x="551" y="49"/>
                  </a:cubicBezTo>
                  <a:cubicBezTo>
                    <a:pt x="551" y="49"/>
                    <a:pt x="551" y="49"/>
                    <a:pt x="551" y="49"/>
                  </a:cubicBezTo>
                  <a:cubicBezTo>
                    <a:pt x="552" y="49"/>
                    <a:pt x="552" y="48"/>
                    <a:pt x="552" y="47"/>
                  </a:cubicBezTo>
                  <a:cubicBezTo>
                    <a:pt x="551" y="47"/>
                    <a:pt x="551" y="47"/>
                    <a:pt x="551" y="47"/>
                  </a:cubicBezTo>
                  <a:cubicBezTo>
                    <a:pt x="550" y="46"/>
                    <a:pt x="550" y="46"/>
                    <a:pt x="550" y="46"/>
                  </a:cubicBezTo>
                  <a:cubicBezTo>
                    <a:pt x="550" y="46"/>
                    <a:pt x="550" y="46"/>
                    <a:pt x="550" y="46"/>
                  </a:cubicBezTo>
                  <a:cubicBezTo>
                    <a:pt x="550" y="46"/>
                    <a:pt x="550" y="46"/>
                    <a:pt x="549" y="47"/>
                  </a:cubicBezTo>
                  <a:cubicBezTo>
                    <a:pt x="549" y="47"/>
                    <a:pt x="549" y="47"/>
                    <a:pt x="549" y="48"/>
                  </a:cubicBezTo>
                  <a:cubicBezTo>
                    <a:pt x="550" y="51"/>
                    <a:pt x="551" y="56"/>
                    <a:pt x="551" y="61"/>
                  </a:cubicBezTo>
                  <a:cubicBezTo>
                    <a:pt x="551" y="66"/>
                    <a:pt x="550" y="70"/>
                    <a:pt x="549" y="74"/>
                  </a:cubicBezTo>
                  <a:cubicBezTo>
                    <a:pt x="549" y="74"/>
                    <a:pt x="549" y="74"/>
                    <a:pt x="549" y="74"/>
                  </a:cubicBezTo>
                  <a:cubicBezTo>
                    <a:pt x="549" y="75"/>
                    <a:pt x="549" y="75"/>
                    <a:pt x="549" y="75"/>
                  </a:cubicBezTo>
                  <a:cubicBezTo>
                    <a:pt x="550" y="76"/>
                    <a:pt x="550" y="76"/>
                    <a:pt x="550" y="76"/>
                  </a:cubicBezTo>
                  <a:cubicBezTo>
                    <a:pt x="549" y="75"/>
                    <a:pt x="549" y="75"/>
                    <a:pt x="549" y="75"/>
                  </a:cubicBezTo>
                  <a:cubicBezTo>
                    <a:pt x="548" y="81"/>
                    <a:pt x="541" y="87"/>
                    <a:pt x="532" y="92"/>
                  </a:cubicBezTo>
                  <a:cubicBezTo>
                    <a:pt x="517" y="100"/>
                    <a:pt x="496" y="107"/>
                    <a:pt x="478" y="111"/>
                  </a:cubicBezTo>
                  <a:cubicBezTo>
                    <a:pt x="459" y="116"/>
                    <a:pt x="442" y="119"/>
                    <a:pt x="436" y="119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114" y="119"/>
                    <a:pt x="105" y="118"/>
                    <a:pt x="93" y="115"/>
                  </a:cubicBezTo>
                  <a:cubicBezTo>
                    <a:pt x="76" y="112"/>
                    <a:pt x="54" y="106"/>
                    <a:pt x="36" y="98"/>
                  </a:cubicBezTo>
                  <a:cubicBezTo>
                    <a:pt x="27" y="94"/>
                    <a:pt x="19" y="90"/>
                    <a:pt x="14" y="86"/>
                  </a:cubicBezTo>
                  <a:cubicBezTo>
                    <a:pt x="11" y="84"/>
                    <a:pt x="9" y="81"/>
                    <a:pt x="7" y="79"/>
                  </a:cubicBezTo>
                  <a:cubicBezTo>
                    <a:pt x="6" y="77"/>
                    <a:pt x="5" y="75"/>
                    <a:pt x="5" y="73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3" y="68"/>
                    <a:pt x="3" y="65"/>
                    <a:pt x="3" y="62"/>
                  </a:cubicBezTo>
                  <a:cubicBezTo>
                    <a:pt x="3" y="57"/>
                    <a:pt x="4" y="53"/>
                    <a:pt x="5" y="50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5" y="46"/>
                    <a:pt x="7" y="43"/>
                    <a:pt x="9" y="40"/>
                  </a:cubicBezTo>
                  <a:cubicBezTo>
                    <a:pt x="13" y="35"/>
                    <a:pt x="22" y="30"/>
                    <a:pt x="32" y="26"/>
                  </a:cubicBezTo>
                  <a:cubicBezTo>
                    <a:pt x="46" y="19"/>
                    <a:pt x="65" y="13"/>
                    <a:pt x="82" y="9"/>
                  </a:cubicBezTo>
                  <a:cubicBezTo>
                    <a:pt x="98" y="5"/>
                    <a:pt x="113" y="3"/>
                    <a:pt x="118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40" y="3"/>
                    <a:pt x="449" y="4"/>
                    <a:pt x="460" y="6"/>
                  </a:cubicBezTo>
                  <a:cubicBezTo>
                    <a:pt x="477" y="10"/>
                    <a:pt x="499" y="16"/>
                    <a:pt x="517" y="23"/>
                  </a:cubicBezTo>
                  <a:cubicBezTo>
                    <a:pt x="525" y="27"/>
                    <a:pt x="533" y="31"/>
                    <a:pt x="539" y="35"/>
                  </a:cubicBezTo>
                  <a:cubicBezTo>
                    <a:pt x="545" y="39"/>
                    <a:pt x="549" y="43"/>
                    <a:pt x="549" y="48"/>
                  </a:cubicBezTo>
                  <a:cubicBezTo>
                    <a:pt x="551" y="47"/>
                    <a:pt x="551" y="47"/>
                    <a:pt x="551" y="47"/>
                  </a:cubicBezTo>
                  <a:cubicBezTo>
                    <a:pt x="550" y="46"/>
                    <a:pt x="550" y="46"/>
                    <a:pt x="550" y="46"/>
                  </a:cubicBezTo>
                  <a:cubicBezTo>
                    <a:pt x="551" y="47"/>
                    <a:pt x="551" y="47"/>
                    <a:pt x="551" y="4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5" name="Oval 271">
              <a:extLst>
                <a:ext uri="{FF2B5EF4-FFF2-40B4-BE49-F238E27FC236}">
                  <a16:creationId xmlns:a16="http://schemas.microsoft.com/office/drawing/2014/main" id="{118D503B-BBD8-487C-A609-3336F1251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1533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26" name="Oval 272">
              <a:extLst>
                <a:ext uri="{FF2B5EF4-FFF2-40B4-BE49-F238E27FC236}">
                  <a16:creationId xmlns:a16="http://schemas.microsoft.com/office/drawing/2014/main" id="{F7F29F47-B779-4E24-9B2D-4D54C2D60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1538"/>
              <a:ext cx="22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27" name="Oval 273">
              <a:extLst>
                <a:ext uri="{FF2B5EF4-FFF2-40B4-BE49-F238E27FC236}">
                  <a16:creationId xmlns:a16="http://schemas.microsoft.com/office/drawing/2014/main" id="{62B2B809-D846-423C-85D6-A76317867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546"/>
              <a:ext cx="20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28" name="Freeform 274">
              <a:extLst>
                <a:ext uri="{FF2B5EF4-FFF2-40B4-BE49-F238E27FC236}">
                  <a16:creationId xmlns:a16="http://schemas.microsoft.com/office/drawing/2014/main" id="{18BC586D-8129-48D8-B31B-6763E298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1" y="1448"/>
              <a:ext cx="485" cy="93"/>
            </a:xfrm>
            <a:custGeom>
              <a:avLst/>
              <a:gdLst>
                <a:gd name="T0" fmla="*/ 1845 w 194"/>
                <a:gd name="T1" fmla="*/ 113 h 37"/>
                <a:gd name="T2" fmla="*/ 1845 w 194"/>
                <a:gd name="T3" fmla="*/ 126 h 37"/>
                <a:gd name="T4" fmla="*/ 1833 w 194"/>
                <a:gd name="T5" fmla="*/ 126 h 37"/>
                <a:gd name="T6" fmla="*/ 1533 w 194"/>
                <a:gd name="T7" fmla="*/ 209 h 37"/>
                <a:gd name="T8" fmla="*/ 3033 w 194"/>
                <a:gd name="T9" fmla="*/ 588 h 37"/>
                <a:gd name="T10" fmla="*/ 1845 w 194"/>
                <a:gd name="T11" fmla="*/ 113 h 37"/>
                <a:gd name="T12" fmla="*/ 863 w 194"/>
                <a:gd name="T13" fmla="*/ 20 h 37"/>
                <a:gd name="T14" fmla="*/ 863 w 194"/>
                <a:gd name="T15" fmla="*/ 20 h 37"/>
                <a:gd name="T16" fmla="*/ 813 w 194"/>
                <a:gd name="T17" fmla="*/ 83 h 37"/>
                <a:gd name="T18" fmla="*/ 1238 w 194"/>
                <a:gd name="T19" fmla="*/ 146 h 37"/>
                <a:gd name="T20" fmla="*/ 1533 w 194"/>
                <a:gd name="T21" fmla="*/ 63 h 37"/>
                <a:gd name="T22" fmla="*/ 863 w 194"/>
                <a:gd name="T23" fmla="*/ 20 h 37"/>
                <a:gd name="T24" fmla="*/ 188 w 194"/>
                <a:gd name="T25" fmla="*/ 0 h 37"/>
                <a:gd name="T26" fmla="*/ 0 w 194"/>
                <a:gd name="T27" fmla="*/ 20 h 37"/>
                <a:gd name="T28" fmla="*/ 175 w 194"/>
                <a:gd name="T29" fmla="*/ 20 h 37"/>
                <a:gd name="T30" fmla="*/ 188 w 194"/>
                <a:gd name="T31" fmla="*/ 0 h 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4" h="37">
                  <a:moveTo>
                    <a:pt x="118" y="7"/>
                  </a:moveTo>
                  <a:cubicBezTo>
                    <a:pt x="118" y="8"/>
                    <a:pt x="118" y="8"/>
                    <a:pt x="118" y="8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138" y="20"/>
                    <a:pt x="173" y="30"/>
                    <a:pt x="194" y="37"/>
                  </a:cubicBezTo>
                  <a:cubicBezTo>
                    <a:pt x="183" y="26"/>
                    <a:pt x="159" y="15"/>
                    <a:pt x="118" y="7"/>
                  </a:cubicBezTo>
                  <a:moveTo>
                    <a:pt x="55" y="1"/>
                  </a:moveTo>
                  <a:cubicBezTo>
                    <a:pt x="55" y="1"/>
                    <a:pt x="55" y="1"/>
                    <a:pt x="55" y="1"/>
                  </a:cubicBezTo>
                  <a:cubicBezTo>
                    <a:pt x="55" y="3"/>
                    <a:pt x="54" y="4"/>
                    <a:pt x="52" y="5"/>
                  </a:cubicBezTo>
                  <a:cubicBezTo>
                    <a:pt x="61" y="6"/>
                    <a:pt x="70" y="8"/>
                    <a:pt x="79" y="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85" y="3"/>
                    <a:pt x="70" y="2"/>
                    <a:pt x="55" y="1"/>
                  </a:cubicBezTo>
                  <a:moveTo>
                    <a:pt x="12" y="0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4" y="1"/>
                    <a:pt x="8" y="1"/>
                    <a:pt x="11" y="1"/>
                  </a:cubicBezTo>
                  <a:cubicBezTo>
                    <a:pt x="12" y="1"/>
                    <a:pt x="12" y="0"/>
                    <a:pt x="12" y="0"/>
                  </a:cubicBezTo>
                </a:path>
              </a:pathLst>
            </a:custGeom>
            <a:solidFill>
              <a:srgbClr val="F9E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9" name="Freeform 275">
              <a:extLst>
                <a:ext uri="{FF2B5EF4-FFF2-40B4-BE49-F238E27FC236}">
                  <a16:creationId xmlns:a16="http://schemas.microsoft.com/office/drawing/2014/main" id="{C3CF2F20-0815-46AD-8659-EEFA50230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458"/>
              <a:ext cx="98" cy="23"/>
            </a:xfrm>
            <a:custGeom>
              <a:avLst/>
              <a:gdLst>
                <a:gd name="T0" fmla="*/ 304 w 39"/>
                <a:gd name="T1" fmla="*/ 0 h 9"/>
                <a:gd name="T2" fmla="*/ 0 w 39"/>
                <a:gd name="T3" fmla="*/ 84 h 9"/>
                <a:gd name="T4" fmla="*/ 304 w 39"/>
                <a:gd name="T5" fmla="*/ 151 h 9"/>
                <a:gd name="T6" fmla="*/ 601 w 39"/>
                <a:gd name="T7" fmla="*/ 66 h 9"/>
                <a:gd name="T8" fmla="*/ 618 w 39"/>
                <a:gd name="T9" fmla="*/ 66 h 9"/>
                <a:gd name="T10" fmla="*/ 618 w 39"/>
                <a:gd name="T11" fmla="*/ 51 h 9"/>
                <a:gd name="T12" fmla="*/ 304 w 39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9">
                  <a:moveTo>
                    <a:pt x="19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6"/>
                    <a:pt x="13" y="7"/>
                    <a:pt x="19" y="9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3"/>
                  </a:cubicBezTo>
                  <a:cubicBezTo>
                    <a:pt x="33" y="2"/>
                    <a:pt x="26" y="1"/>
                    <a:pt x="19" y="0"/>
                  </a:cubicBezTo>
                </a:path>
              </a:pathLst>
            </a:custGeom>
            <a:solidFill>
              <a:srgbClr val="F1F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0" name="Freeform 276">
              <a:extLst>
                <a:ext uri="{FF2B5EF4-FFF2-40B4-BE49-F238E27FC236}">
                  <a16:creationId xmlns:a16="http://schemas.microsoft.com/office/drawing/2014/main" id="{2A3DCAA6-5A54-4D05-A5DC-C122103DF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448"/>
              <a:ext cx="110" cy="13"/>
            </a:xfrm>
            <a:custGeom>
              <a:avLst/>
              <a:gdLst>
                <a:gd name="T0" fmla="*/ 188 w 44"/>
                <a:gd name="T1" fmla="*/ 0 h 5"/>
                <a:gd name="T2" fmla="*/ 20 w 44"/>
                <a:gd name="T3" fmla="*/ 0 h 5"/>
                <a:gd name="T4" fmla="*/ 0 w 44"/>
                <a:gd name="T5" fmla="*/ 21 h 5"/>
                <a:gd name="T6" fmla="*/ 645 w 44"/>
                <a:gd name="T7" fmla="*/ 88 h 5"/>
                <a:gd name="T8" fmla="*/ 688 w 44"/>
                <a:gd name="T9" fmla="*/ 21 h 5"/>
                <a:gd name="T10" fmla="*/ 688 w 44"/>
                <a:gd name="T11" fmla="*/ 21 h 5"/>
                <a:gd name="T12" fmla="*/ 188 w 44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">
                  <a:moveTo>
                    <a:pt x="12" y="0"/>
                  </a:moveTo>
                  <a:cubicBezTo>
                    <a:pt x="9" y="0"/>
                    <a:pt x="5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4" y="2"/>
                    <a:pt x="28" y="3"/>
                    <a:pt x="41" y="5"/>
                  </a:cubicBezTo>
                  <a:cubicBezTo>
                    <a:pt x="43" y="4"/>
                    <a:pt x="44" y="3"/>
                    <a:pt x="44" y="1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34" y="0"/>
                    <a:pt x="23" y="0"/>
                    <a:pt x="12" y="0"/>
                  </a:cubicBezTo>
                </a:path>
              </a:pathLst>
            </a:custGeom>
            <a:solidFill>
              <a:srgbClr val="F1F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1" name="Freeform 277">
              <a:extLst>
                <a:ext uri="{FF2B5EF4-FFF2-40B4-BE49-F238E27FC236}">
                  <a16:creationId xmlns:a16="http://schemas.microsoft.com/office/drawing/2014/main" id="{DEEE42ED-96D6-41CB-87B2-49FF1FCA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568"/>
              <a:ext cx="30" cy="50"/>
            </a:xfrm>
            <a:custGeom>
              <a:avLst/>
              <a:gdLst>
                <a:gd name="T0" fmla="*/ 0 w 12"/>
                <a:gd name="T1" fmla="*/ 0 h 20"/>
                <a:gd name="T2" fmla="*/ 83 w 12"/>
                <a:gd name="T3" fmla="*/ 313 h 20"/>
                <a:gd name="T4" fmla="*/ 188 w 12"/>
                <a:gd name="T5" fmla="*/ 313 h 20"/>
                <a:gd name="T6" fmla="*/ 0 w 1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0" y="8"/>
                    <a:pt x="2" y="14"/>
                    <a:pt x="5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6" y="14"/>
                    <a:pt x="1" y="7"/>
                    <a:pt x="0" y="0"/>
                  </a:cubicBezTo>
                </a:path>
              </a:pathLst>
            </a:custGeom>
            <a:solidFill>
              <a:srgbClr val="D0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2" name="Freeform 278">
              <a:extLst>
                <a:ext uri="{FF2B5EF4-FFF2-40B4-BE49-F238E27FC236}">
                  <a16:creationId xmlns:a16="http://schemas.microsoft.com/office/drawing/2014/main" id="{43BC3497-FF96-49A9-8198-EE03DFFAB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626"/>
              <a:ext cx="212" cy="90"/>
            </a:xfrm>
            <a:custGeom>
              <a:avLst/>
              <a:gdLst>
                <a:gd name="T0" fmla="*/ 137 w 85"/>
                <a:gd name="T1" fmla="*/ 0 h 36"/>
                <a:gd name="T2" fmla="*/ 0 w 85"/>
                <a:gd name="T3" fmla="*/ 0 h 36"/>
                <a:gd name="T4" fmla="*/ 1319 w 85"/>
                <a:gd name="T5" fmla="*/ 563 h 36"/>
                <a:gd name="T6" fmla="*/ 137 w 85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36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16"/>
                    <a:pt x="37" y="26"/>
                    <a:pt x="85" y="36"/>
                  </a:cubicBezTo>
                  <a:cubicBezTo>
                    <a:pt x="75" y="34"/>
                    <a:pt x="32" y="20"/>
                    <a:pt x="9" y="0"/>
                  </a:cubicBezTo>
                </a:path>
              </a:pathLst>
            </a:custGeom>
            <a:solidFill>
              <a:srgbClr val="D6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3" name="Freeform 279">
              <a:extLst>
                <a:ext uri="{FF2B5EF4-FFF2-40B4-BE49-F238E27FC236}">
                  <a16:creationId xmlns:a16="http://schemas.microsoft.com/office/drawing/2014/main" id="{78D05198-AEF6-458B-A108-3467714FB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618"/>
              <a:ext cx="27" cy="8"/>
            </a:xfrm>
            <a:custGeom>
              <a:avLst/>
              <a:gdLst>
                <a:gd name="T0" fmla="*/ 103 w 11"/>
                <a:gd name="T1" fmla="*/ 0 h 3"/>
                <a:gd name="T2" fmla="*/ 0 w 11"/>
                <a:gd name="T3" fmla="*/ 0 h 3"/>
                <a:gd name="T4" fmla="*/ 29 w 11"/>
                <a:gd name="T5" fmla="*/ 56 h 3"/>
                <a:gd name="T6" fmla="*/ 162 w 11"/>
                <a:gd name="T7" fmla="*/ 56 h 3"/>
                <a:gd name="T8" fmla="*/ 103 w 1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C8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4" name="Freeform 280">
              <a:extLst>
                <a:ext uri="{FF2B5EF4-FFF2-40B4-BE49-F238E27FC236}">
                  <a16:creationId xmlns:a16="http://schemas.microsoft.com/office/drawing/2014/main" id="{714B1CCD-DBC1-4378-B177-8CB736B61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716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6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5" name="Freeform 281">
              <a:extLst>
                <a:ext uri="{FF2B5EF4-FFF2-40B4-BE49-F238E27FC236}">
                  <a16:creationId xmlns:a16="http://schemas.microsoft.com/office/drawing/2014/main" id="{90F31D3E-DF4F-4BB8-AB47-8890E80E9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431"/>
              <a:ext cx="182" cy="310"/>
            </a:xfrm>
            <a:custGeom>
              <a:avLst/>
              <a:gdLst>
                <a:gd name="T0" fmla="*/ 778 w 73"/>
                <a:gd name="T1" fmla="*/ 1908 h 124"/>
                <a:gd name="T2" fmla="*/ 903 w 73"/>
                <a:gd name="T3" fmla="*/ 1863 h 124"/>
                <a:gd name="T4" fmla="*/ 853 w 73"/>
                <a:gd name="T5" fmla="*/ 1750 h 124"/>
                <a:gd name="T6" fmla="*/ 386 w 73"/>
                <a:gd name="T7" fmla="*/ 1595 h 124"/>
                <a:gd name="T8" fmla="*/ 386 w 73"/>
                <a:gd name="T9" fmla="*/ 1613 h 124"/>
                <a:gd name="T10" fmla="*/ 374 w 73"/>
                <a:gd name="T11" fmla="*/ 1613 h 124"/>
                <a:gd name="T12" fmla="*/ 354 w 73"/>
                <a:gd name="T13" fmla="*/ 1583 h 124"/>
                <a:gd name="T14" fmla="*/ 1132 w 73"/>
                <a:gd name="T15" fmla="*/ 1300 h 124"/>
                <a:gd name="T16" fmla="*/ 466 w 73"/>
                <a:gd name="T17" fmla="*/ 938 h 124"/>
                <a:gd name="T18" fmla="*/ 466 w 73"/>
                <a:gd name="T19" fmla="*/ 938 h 124"/>
                <a:gd name="T20" fmla="*/ 479 w 73"/>
                <a:gd name="T21" fmla="*/ 938 h 124"/>
                <a:gd name="T22" fmla="*/ 449 w 73"/>
                <a:gd name="T23" fmla="*/ 970 h 124"/>
                <a:gd name="T24" fmla="*/ 1025 w 73"/>
                <a:gd name="T25" fmla="*/ 708 h 124"/>
                <a:gd name="T26" fmla="*/ 1070 w 73"/>
                <a:gd name="T27" fmla="*/ 533 h 124"/>
                <a:gd name="T28" fmla="*/ 354 w 73"/>
                <a:gd name="T29" fmla="*/ 270 h 124"/>
                <a:gd name="T30" fmla="*/ 354 w 73"/>
                <a:gd name="T31" fmla="*/ 270 h 124"/>
                <a:gd name="T32" fmla="*/ 354 w 73"/>
                <a:gd name="T33" fmla="*/ 270 h 124"/>
                <a:gd name="T34" fmla="*/ 354 w 73"/>
                <a:gd name="T35" fmla="*/ 300 h 124"/>
                <a:gd name="T36" fmla="*/ 354 w 73"/>
                <a:gd name="T37" fmla="*/ 313 h 124"/>
                <a:gd name="T38" fmla="*/ 342 w 73"/>
                <a:gd name="T39" fmla="*/ 333 h 124"/>
                <a:gd name="T40" fmla="*/ 342 w 73"/>
                <a:gd name="T41" fmla="*/ 333 h 124"/>
                <a:gd name="T42" fmla="*/ 870 w 73"/>
                <a:gd name="T43" fmla="*/ 113 h 124"/>
                <a:gd name="T44" fmla="*/ 404 w 73"/>
                <a:gd name="T45" fmla="*/ 20 h 124"/>
                <a:gd name="T46" fmla="*/ 30 w 73"/>
                <a:gd name="T47" fmla="*/ 125 h 124"/>
                <a:gd name="T48" fmla="*/ 30 w 73"/>
                <a:gd name="T49" fmla="*/ 125 h 124"/>
                <a:gd name="T50" fmla="*/ 758 w 73"/>
                <a:gd name="T51" fmla="*/ 158 h 124"/>
                <a:gd name="T52" fmla="*/ 778 w 73"/>
                <a:gd name="T53" fmla="*/ 158 h 124"/>
                <a:gd name="T54" fmla="*/ 778 w 73"/>
                <a:gd name="T55" fmla="*/ 158 h 124"/>
                <a:gd name="T56" fmla="*/ 758 w 73"/>
                <a:gd name="T57" fmla="*/ 158 h 124"/>
                <a:gd name="T58" fmla="*/ 745 w 73"/>
                <a:gd name="T59" fmla="*/ 145 h 124"/>
                <a:gd name="T60" fmla="*/ 745 w 73"/>
                <a:gd name="T61" fmla="*/ 113 h 124"/>
                <a:gd name="T62" fmla="*/ 745 w 73"/>
                <a:gd name="T63" fmla="*/ 83 h 124"/>
                <a:gd name="T64" fmla="*/ 758 w 73"/>
                <a:gd name="T65" fmla="*/ 63 h 124"/>
                <a:gd name="T66" fmla="*/ 312 w 73"/>
                <a:gd name="T67" fmla="*/ 208 h 124"/>
                <a:gd name="T68" fmla="*/ 324 w 73"/>
                <a:gd name="T69" fmla="*/ 395 h 124"/>
                <a:gd name="T70" fmla="*/ 975 w 73"/>
                <a:gd name="T71" fmla="*/ 625 h 124"/>
                <a:gd name="T72" fmla="*/ 975 w 73"/>
                <a:gd name="T73" fmla="*/ 613 h 124"/>
                <a:gd name="T74" fmla="*/ 975 w 73"/>
                <a:gd name="T75" fmla="*/ 595 h 124"/>
                <a:gd name="T76" fmla="*/ 975 w 73"/>
                <a:gd name="T77" fmla="*/ 583 h 124"/>
                <a:gd name="T78" fmla="*/ 975 w 73"/>
                <a:gd name="T79" fmla="*/ 583 h 124"/>
                <a:gd name="T80" fmla="*/ 416 w 73"/>
                <a:gd name="T81" fmla="*/ 845 h 124"/>
                <a:gd name="T82" fmla="*/ 1007 w 73"/>
                <a:gd name="T83" fmla="*/ 1313 h 124"/>
                <a:gd name="T84" fmla="*/ 1007 w 73"/>
                <a:gd name="T85" fmla="*/ 1313 h 124"/>
                <a:gd name="T86" fmla="*/ 1007 w 73"/>
                <a:gd name="T87" fmla="*/ 1300 h 124"/>
                <a:gd name="T88" fmla="*/ 1025 w 73"/>
                <a:gd name="T89" fmla="*/ 1283 h 124"/>
                <a:gd name="T90" fmla="*/ 1025 w 73"/>
                <a:gd name="T91" fmla="*/ 1283 h 124"/>
                <a:gd name="T92" fmla="*/ 1025 w 73"/>
                <a:gd name="T93" fmla="*/ 1283 h 124"/>
                <a:gd name="T94" fmla="*/ 1037 w 73"/>
                <a:gd name="T95" fmla="*/ 1333 h 124"/>
                <a:gd name="T96" fmla="*/ 342 w 73"/>
                <a:gd name="T97" fmla="*/ 1708 h 124"/>
                <a:gd name="T98" fmla="*/ 808 w 73"/>
                <a:gd name="T99" fmla="*/ 1863 h 124"/>
                <a:gd name="T100" fmla="*/ 808 w 73"/>
                <a:gd name="T101" fmla="*/ 1863 h 124"/>
                <a:gd name="T102" fmla="*/ 840 w 73"/>
                <a:gd name="T103" fmla="*/ 1833 h 124"/>
                <a:gd name="T104" fmla="*/ 840 w 73"/>
                <a:gd name="T105" fmla="*/ 1833 h 124"/>
                <a:gd name="T106" fmla="*/ 853 w 73"/>
                <a:gd name="T107" fmla="*/ 1833 h 124"/>
                <a:gd name="T108" fmla="*/ 840 w 73"/>
                <a:gd name="T109" fmla="*/ 1833 h 124"/>
                <a:gd name="T110" fmla="*/ 840 w 73"/>
                <a:gd name="T111" fmla="*/ 1800 h 124"/>
                <a:gd name="T112" fmla="*/ 778 w 73"/>
                <a:gd name="T113" fmla="*/ 1783 h 124"/>
                <a:gd name="T114" fmla="*/ 42 w 73"/>
                <a:gd name="T115" fmla="*/ 1813 h 124"/>
                <a:gd name="T116" fmla="*/ 42 w 73"/>
                <a:gd name="T117" fmla="*/ 1845 h 1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3" h="124">
                  <a:moveTo>
                    <a:pt x="2" y="124"/>
                  </a:moveTo>
                  <a:cubicBezTo>
                    <a:pt x="2" y="124"/>
                    <a:pt x="3" y="124"/>
                    <a:pt x="3" y="124"/>
                  </a:cubicBezTo>
                  <a:cubicBezTo>
                    <a:pt x="5" y="124"/>
                    <a:pt x="8" y="124"/>
                    <a:pt x="12" y="124"/>
                  </a:cubicBezTo>
                  <a:cubicBezTo>
                    <a:pt x="18" y="124"/>
                    <a:pt x="26" y="123"/>
                    <a:pt x="34" y="122"/>
                  </a:cubicBezTo>
                  <a:cubicBezTo>
                    <a:pt x="41" y="122"/>
                    <a:pt x="47" y="122"/>
                    <a:pt x="50" y="122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51" y="122"/>
                    <a:pt x="51" y="122"/>
                    <a:pt x="51" y="122"/>
                  </a:cubicBezTo>
                  <a:cubicBezTo>
                    <a:pt x="53" y="122"/>
                    <a:pt x="54" y="122"/>
                    <a:pt x="55" y="121"/>
                  </a:cubicBezTo>
                  <a:cubicBezTo>
                    <a:pt x="56" y="121"/>
                    <a:pt x="56" y="121"/>
                    <a:pt x="57" y="120"/>
                  </a:cubicBezTo>
                  <a:cubicBezTo>
                    <a:pt x="58" y="120"/>
                    <a:pt x="58" y="119"/>
                    <a:pt x="58" y="119"/>
                  </a:cubicBezTo>
                  <a:cubicBezTo>
                    <a:pt x="59" y="118"/>
                    <a:pt x="59" y="117"/>
                    <a:pt x="59" y="117"/>
                  </a:cubicBezTo>
                  <a:cubicBezTo>
                    <a:pt x="59" y="116"/>
                    <a:pt x="58" y="115"/>
                    <a:pt x="58" y="114"/>
                  </a:cubicBezTo>
                  <a:cubicBezTo>
                    <a:pt x="58" y="113"/>
                    <a:pt x="57" y="113"/>
                    <a:pt x="57" y="113"/>
                  </a:cubicBezTo>
                  <a:cubicBezTo>
                    <a:pt x="56" y="112"/>
                    <a:pt x="56" y="112"/>
                    <a:pt x="55" y="112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6" y="102"/>
                    <a:pt x="26" y="102"/>
                    <a:pt x="25" y="102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4"/>
                    <a:pt x="26" y="103"/>
                    <a:pt x="26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70" y="89"/>
                    <a:pt x="71" y="88"/>
                    <a:pt x="72" y="87"/>
                  </a:cubicBezTo>
                  <a:cubicBezTo>
                    <a:pt x="73" y="86"/>
                    <a:pt x="73" y="85"/>
                    <a:pt x="73" y="83"/>
                  </a:cubicBezTo>
                  <a:cubicBezTo>
                    <a:pt x="73" y="82"/>
                    <a:pt x="72" y="80"/>
                    <a:pt x="71" y="79"/>
                  </a:cubicBezTo>
                  <a:cubicBezTo>
                    <a:pt x="70" y="78"/>
                    <a:pt x="69" y="77"/>
                    <a:pt x="68" y="77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30" y="61"/>
                    <a:pt x="30" y="61"/>
                    <a:pt x="31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4" y="41"/>
                    <a:pt x="64" y="41"/>
                    <a:pt x="64" y="41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7" y="44"/>
                    <a:pt x="68" y="43"/>
                    <a:pt x="69" y="42"/>
                  </a:cubicBezTo>
                  <a:cubicBezTo>
                    <a:pt x="70" y="41"/>
                    <a:pt x="71" y="40"/>
                    <a:pt x="71" y="38"/>
                  </a:cubicBezTo>
                  <a:cubicBezTo>
                    <a:pt x="71" y="37"/>
                    <a:pt x="70" y="35"/>
                    <a:pt x="69" y="34"/>
                  </a:cubicBezTo>
                  <a:cubicBezTo>
                    <a:pt x="68" y="33"/>
                    <a:pt x="67" y="32"/>
                    <a:pt x="65" y="32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8"/>
                    <a:pt x="23" y="18"/>
                    <a:pt x="23" y="17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19"/>
                    <a:pt x="23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4" y="11"/>
                    <a:pt x="54" y="11"/>
                    <a:pt x="55" y="10"/>
                  </a:cubicBezTo>
                  <a:cubicBezTo>
                    <a:pt x="55" y="10"/>
                    <a:pt x="55" y="10"/>
                    <a:pt x="55" y="9"/>
                  </a:cubicBezTo>
                  <a:cubicBezTo>
                    <a:pt x="56" y="8"/>
                    <a:pt x="56" y="8"/>
                    <a:pt x="56" y="7"/>
                  </a:cubicBezTo>
                  <a:cubicBezTo>
                    <a:pt x="56" y="6"/>
                    <a:pt x="56" y="5"/>
                    <a:pt x="55" y="5"/>
                  </a:cubicBezTo>
                  <a:cubicBezTo>
                    <a:pt x="55" y="4"/>
                    <a:pt x="54" y="4"/>
                    <a:pt x="54" y="3"/>
                  </a:cubicBezTo>
                  <a:cubicBezTo>
                    <a:pt x="53" y="3"/>
                    <a:pt x="52" y="3"/>
                    <a:pt x="51" y="2"/>
                  </a:cubicBezTo>
                  <a:cubicBezTo>
                    <a:pt x="49" y="2"/>
                    <a:pt x="47" y="2"/>
                    <a:pt x="43" y="1"/>
                  </a:cubicBezTo>
                  <a:cubicBezTo>
                    <a:pt x="40" y="1"/>
                    <a:pt x="33" y="1"/>
                    <a:pt x="26" y="1"/>
                  </a:cubicBezTo>
                  <a:cubicBezTo>
                    <a:pt x="19" y="0"/>
                    <a:pt x="11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4" y="8"/>
                    <a:pt x="5" y="8"/>
                    <a:pt x="6" y="8"/>
                  </a:cubicBezTo>
                  <a:cubicBezTo>
                    <a:pt x="11" y="8"/>
                    <a:pt x="19" y="8"/>
                    <a:pt x="26" y="9"/>
                  </a:cubicBezTo>
                  <a:cubicBezTo>
                    <a:pt x="33" y="9"/>
                    <a:pt x="40" y="9"/>
                    <a:pt x="42" y="9"/>
                  </a:cubicBezTo>
                  <a:cubicBezTo>
                    <a:pt x="45" y="10"/>
                    <a:pt x="47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50" y="10"/>
                    <a:pt x="50" y="10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9" y="10"/>
                    <a:pt x="49" y="10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8"/>
                    <a:pt x="48" y="8"/>
                    <a:pt x="48" y="9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6"/>
                    <a:pt x="48" y="6"/>
                    <a:pt x="48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4"/>
                    <a:pt x="49" y="5"/>
                    <a:pt x="48" y="5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13"/>
                    <a:pt x="18" y="14"/>
                    <a:pt x="17" y="15"/>
                  </a:cubicBezTo>
                  <a:cubicBezTo>
                    <a:pt x="16" y="16"/>
                    <a:pt x="15" y="17"/>
                    <a:pt x="15" y="19"/>
                  </a:cubicBezTo>
                  <a:cubicBezTo>
                    <a:pt x="15" y="21"/>
                    <a:pt x="16" y="22"/>
                    <a:pt x="17" y="23"/>
                  </a:cubicBezTo>
                  <a:cubicBezTo>
                    <a:pt x="18" y="24"/>
                    <a:pt x="19" y="25"/>
                    <a:pt x="21" y="25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4" y="55"/>
                    <a:pt x="23" y="58"/>
                    <a:pt x="23" y="60"/>
                  </a:cubicBezTo>
                  <a:cubicBezTo>
                    <a:pt x="22" y="62"/>
                    <a:pt x="23" y="63"/>
                    <a:pt x="24" y="64"/>
                  </a:cubicBezTo>
                  <a:cubicBezTo>
                    <a:pt x="24" y="65"/>
                    <a:pt x="25" y="66"/>
                    <a:pt x="27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5" y="82"/>
                    <a:pt x="65" y="83"/>
                    <a:pt x="65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19" y="98"/>
                    <a:pt x="18" y="101"/>
                    <a:pt x="18" y="103"/>
                  </a:cubicBezTo>
                  <a:cubicBezTo>
                    <a:pt x="18" y="105"/>
                    <a:pt x="20" y="108"/>
                    <a:pt x="22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1" y="117"/>
                    <a:pt x="51" y="117"/>
                    <a:pt x="51" y="117"/>
                  </a:cubicBezTo>
                  <a:cubicBezTo>
                    <a:pt x="51" y="118"/>
                    <a:pt x="51" y="118"/>
                    <a:pt x="52" y="119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1" y="117"/>
                    <a:pt x="51" y="117"/>
                    <a:pt x="51" y="117"/>
                  </a:cubicBezTo>
                  <a:cubicBezTo>
                    <a:pt x="55" y="117"/>
                    <a:pt x="55" y="117"/>
                    <a:pt x="55" y="117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6"/>
                    <a:pt x="51" y="116"/>
                    <a:pt x="51" y="117"/>
                  </a:cubicBezTo>
                  <a:cubicBezTo>
                    <a:pt x="55" y="117"/>
                    <a:pt x="55" y="117"/>
                    <a:pt x="55" y="117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2" y="114"/>
                    <a:pt x="52" y="114"/>
                    <a:pt x="51" y="115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4" y="115"/>
                    <a:pt x="54" y="115"/>
                    <a:pt x="54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4" y="115"/>
                    <a:pt x="54" y="115"/>
                    <a:pt x="54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3" y="114"/>
                    <a:pt x="52" y="114"/>
                    <a:pt x="51" y="114"/>
                  </a:cubicBezTo>
                  <a:cubicBezTo>
                    <a:pt x="51" y="114"/>
                    <a:pt x="51" y="114"/>
                    <a:pt x="50" y="114"/>
                  </a:cubicBezTo>
                  <a:cubicBezTo>
                    <a:pt x="50" y="114"/>
                    <a:pt x="50" y="114"/>
                    <a:pt x="50" y="114"/>
                  </a:cubicBezTo>
                  <a:cubicBezTo>
                    <a:pt x="48" y="114"/>
                    <a:pt x="44" y="114"/>
                    <a:pt x="40" y="114"/>
                  </a:cubicBezTo>
                  <a:cubicBezTo>
                    <a:pt x="33" y="114"/>
                    <a:pt x="25" y="115"/>
                    <a:pt x="18" y="116"/>
                  </a:cubicBezTo>
                  <a:cubicBezTo>
                    <a:pt x="15" y="116"/>
                    <a:pt x="12" y="116"/>
                    <a:pt x="9" y="116"/>
                  </a:cubicBezTo>
                  <a:cubicBezTo>
                    <a:pt x="6" y="116"/>
                    <a:pt x="4" y="116"/>
                    <a:pt x="3" y="116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3" y="116"/>
                    <a:pt x="3" y="116"/>
                    <a:pt x="3" y="116"/>
                  </a:cubicBezTo>
                  <a:lnTo>
                    <a:pt x="2" y="124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6" name="Freeform 282">
              <a:extLst>
                <a:ext uri="{FF2B5EF4-FFF2-40B4-BE49-F238E27FC236}">
                  <a16:creationId xmlns:a16="http://schemas.microsoft.com/office/drawing/2014/main" id="{1832E805-F119-4004-BEE6-869691D0C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431"/>
              <a:ext cx="183" cy="310"/>
            </a:xfrm>
            <a:custGeom>
              <a:avLst/>
              <a:gdLst>
                <a:gd name="T0" fmla="*/ 772 w 73"/>
                <a:gd name="T1" fmla="*/ 1908 h 124"/>
                <a:gd name="T2" fmla="*/ 910 w 73"/>
                <a:gd name="T3" fmla="*/ 1863 h 124"/>
                <a:gd name="T4" fmla="*/ 867 w 73"/>
                <a:gd name="T5" fmla="*/ 1750 h 124"/>
                <a:gd name="T6" fmla="*/ 396 w 73"/>
                <a:gd name="T7" fmla="*/ 1595 h 124"/>
                <a:gd name="T8" fmla="*/ 376 w 73"/>
                <a:gd name="T9" fmla="*/ 1613 h 124"/>
                <a:gd name="T10" fmla="*/ 376 w 73"/>
                <a:gd name="T11" fmla="*/ 1613 h 124"/>
                <a:gd name="T12" fmla="*/ 363 w 73"/>
                <a:gd name="T13" fmla="*/ 1583 h 124"/>
                <a:gd name="T14" fmla="*/ 1151 w 73"/>
                <a:gd name="T15" fmla="*/ 1300 h 124"/>
                <a:gd name="T16" fmla="*/ 471 w 73"/>
                <a:gd name="T17" fmla="*/ 938 h 124"/>
                <a:gd name="T18" fmla="*/ 471 w 73"/>
                <a:gd name="T19" fmla="*/ 938 h 124"/>
                <a:gd name="T20" fmla="*/ 471 w 73"/>
                <a:gd name="T21" fmla="*/ 938 h 124"/>
                <a:gd name="T22" fmla="*/ 459 w 73"/>
                <a:gd name="T23" fmla="*/ 970 h 124"/>
                <a:gd name="T24" fmla="*/ 1005 w 73"/>
                <a:gd name="T25" fmla="*/ 688 h 124"/>
                <a:gd name="T26" fmla="*/ 1055 w 73"/>
                <a:gd name="T27" fmla="*/ 533 h 124"/>
                <a:gd name="T28" fmla="*/ 363 w 73"/>
                <a:gd name="T29" fmla="*/ 270 h 124"/>
                <a:gd name="T30" fmla="*/ 346 w 73"/>
                <a:gd name="T31" fmla="*/ 270 h 124"/>
                <a:gd name="T32" fmla="*/ 363 w 73"/>
                <a:gd name="T33" fmla="*/ 270 h 124"/>
                <a:gd name="T34" fmla="*/ 363 w 73"/>
                <a:gd name="T35" fmla="*/ 300 h 124"/>
                <a:gd name="T36" fmla="*/ 346 w 73"/>
                <a:gd name="T37" fmla="*/ 313 h 124"/>
                <a:gd name="T38" fmla="*/ 346 w 73"/>
                <a:gd name="T39" fmla="*/ 333 h 124"/>
                <a:gd name="T40" fmla="*/ 346 w 73"/>
                <a:gd name="T41" fmla="*/ 333 h 124"/>
                <a:gd name="T42" fmla="*/ 880 w 73"/>
                <a:gd name="T43" fmla="*/ 113 h 124"/>
                <a:gd name="T44" fmla="*/ 409 w 73"/>
                <a:gd name="T45" fmla="*/ 20 h 124"/>
                <a:gd name="T46" fmla="*/ 33 w 73"/>
                <a:gd name="T47" fmla="*/ 125 h 124"/>
                <a:gd name="T48" fmla="*/ 33 w 73"/>
                <a:gd name="T49" fmla="*/ 125 h 124"/>
                <a:gd name="T50" fmla="*/ 772 w 73"/>
                <a:gd name="T51" fmla="*/ 158 h 124"/>
                <a:gd name="T52" fmla="*/ 785 w 73"/>
                <a:gd name="T53" fmla="*/ 158 h 124"/>
                <a:gd name="T54" fmla="*/ 772 w 73"/>
                <a:gd name="T55" fmla="*/ 158 h 124"/>
                <a:gd name="T56" fmla="*/ 772 w 73"/>
                <a:gd name="T57" fmla="*/ 158 h 124"/>
                <a:gd name="T58" fmla="*/ 755 w 73"/>
                <a:gd name="T59" fmla="*/ 145 h 124"/>
                <a:gd name="T60" fmla="*/ 755 w 73"/>
                <a:gd name="T61" fmla="*/ 113 h 124"/>
                <a:gd name="T62" fmla="*/ 755 w 73"/>
                <a:gd name="T63" fmla="*/ 83 h 124"/>
                <a:gd name="T64" fmla="*/ 772 w 73"/>
                <a:gd name="T65" fmla="*/ 63 h 124"/>
                <a:gd name="T66" fmla="*/ 313 w 73"/>
                <a:gd name="T67" fmla="*/ 208 h 124"/>
                <a:gd name="T68" fmla="*/ 313 w 73"/>
                <a:gd name="T69" fmla="*/ 395 h 124"/>
                <a:gd name="T70" fmla="*/ 975 w 73"/>
                <a:gd name="T71" fmla="*/ 613 h 124"/>
                <a:gd name="T72" fmla="*/ 963 w 73"/>
                <a:gd name="T73" fmla="*/ 613 h 124"/>
                <a:gd name="T74" fmla="*/ 963 w 73"/>
                <a:gd name="T75" fmla="*/ 595 h 124"/>
                <a:gd name="T76" fmla="*/ 963 w 73"/>
                <a:gd name="T77" fmla="*/ 583 h 124"/>
                <a:gd name="T78" fmla="*/ 963 w 73"/>
                <a:gd name="T79" fmla="*/ 583 h 124"/>
                <a:gd name="T80" fmla="*/ 409 w 73"/>
                <a:gd name="T81" fmla="*/ 845 h 124"/>
                <a:gd name="T82" fmla="*/ 1005 w 73"/>
                <a:gd name="T83" fmla="*/ 1313 h 124"/>
                <a:gd name="T84" fmla="*/ 1025 w 73"/>
                <a:gd name="T85" fmla="*/ 1313 h 124"/>
                <a:gd name="T86" fmla="*/ 1025 w 73"/>
                <a:gd name="T87" fmla="*/ 1300 h 124"/>
                <a:gd name="T88" fmla="*/ 1025 w 73"/>
                <a:gd name="T89" fmla="*/ 1283 h 124"/>
                <a:gd name="T90" fmla="*/ 1038 w 73"/>
                <a:gd name="T91" fmla="*/ 1283 h 124"/>
                <a:gd name="T92" fmla="*/ 1038 w 73"/>
                <a:gd name="T93" fmla="*/ 1283 h 124"/>
                <a:gd name="T94" fmla="*/ 1055 w 73"/>
                <a:gd name="T95" fmla="*/ 1333 h 124"/>
                <a:gd name="T96" fmla="*/ 346 w 73"/>
                <a:gd name="T97" fmla="*/ 1708 h 124"/>
                <a:gd name="T98" fmla="*/ 817 w 73"/>
                <a:gd name="T99" fmla="*/ 1863 h 124"/>
                <a:gd name="T100" fmla="*/ 817 w 73"/>
                <a:gd name="T101" fmla="*/ 1863 h 124"/>
                <a:gd name="T102" fmla="*/ 835 w 73"/>
                <a:gd name="T103" fmla="*/ 1833 h 124"/>
                <a:gd name="T104" fmla="*/ 847 w 73"/>
                <a:gd name="T105" fmla="*/ 1833 h 124"/>
                <a:gd name="T106" fmla="*/ 847 w 73"/>
                <a:gd name="T107" fmla="*/ 1833 h 124"/>
                <a:gd name="T108" fmla="*/ 847 w 73"/>
                <a:gd name="T109" fmla="*/ 1833 h 124"/>
                <a:gd name="T110" fmla="*/ 835 w 73"/>
                <a:gd name="T111" fmla="*/ 1800 h 124"/>
                <a:gd name="T112" fmla="*/ 772 w 73"/>
                <a:gd name="T113" fmla="*/ 1783 h 124"/>
                <a:gd name="T114" fmla="*/ 50 w 73"/>
                <a:gd name="T115" fmla="*/ 1813 h 124"/>
                <a:gd name="T116" fmla="*/ 50 w 73"/>
                <a:gd name="T117" fmla="*/ 1845 h 1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3" h="124">
                  <a:moveTo>
                    <a:pt x="2" y="124"/>
                  </a:moveTo>
                  <a:cubicBezTo>
                    <a:pt x="2" y="124"/>
                    <a:pt x="3" y="124"/>
                    <a:pt x="3" y="124"/>
                  </a:cubicBezTo>
                  <a:cubicBezTo>
                    <a:pt x="5" y="124"/>
                    <a:pt x="8" y="124"/>
                    <a:pt x="12" y="124"/>
                  </a:cubicBezTo>
                  <a:cubicBezTo>
                    <a:pt x="18" y="124"/>
                    <a:pt x="26" y="123"/>
                    <a:pt x="33" y="122"/>
                  </a:cubicBezTo>
                  <a:cubicBezTo>
                    <a:pt x="41" y="122"/>
                    <a:pt x="47" y="122"/>
                    <a:pt x="49" y="122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50" y="122"/>
                    <a:pt x="51" y="122"/>
                    <a:pt x="51" y="122"/>
                  </a:cubicBezTo>
                  <a:cubicBezTo>
                    <a:pt x="53" y="122"/>
                    <a:pt x="54" y="122"/>
                    <a:pt x="55" y="121"/>
                  </a:cubicBezTo>
                  <a:cubicBezTo>
                    <a:pt x="56" y="121"/>
                    <a:pt x="56" y="121"/>
                    <a:pt x="57" y="120"/>
                  </a:cubicBezTo>
                  <a:cubicBezTo>
                    <a:pt x="58" y="120"/>
                    <a:pt x="58" y="119"/>
                    <a:pt x="58" y="119"/>
                  </a:cubicBezTo>
                  <a:cubicBezTo>
                    <a:pt x="59" y="118"/>
                    <a:pt x="59" y="117"/>
                    <a:pt x="59" y="117"/>
                  </a:cubicBezTo>
                  <a:cubicBezTo>
                    <a:pt x="59" y="116"/>
                    <a:pt x="58" y="115"/>
                    <a:pt x="58" y="114"/>
                  </a:cubicBezTo>
                  <a:cubicBezTo>
                    <a:pt x="57" y="113"/>
                    <a:pt x="57" y="113"/>
                    <a:pt x="56" y="113"/>
                  </a:cubicBezTo>
                  <a:cubicBezTo>
                    <a:pt x="56" y="112"/>
                    <a:pt x="55" y="112"/>
                    <a:pt x="55" y="112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6" y="102"/>
                    <a:pt x="25" y="102"/>
                    <a:pt x="25" y="102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5" y="104"/>
                    <a:pt x="26" y="103"/>
                    <a:pt x="26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70" y="89"/>
                    <a:pt x="71" y="88"/>
                    <a:pt x="71" y="87"/>
                  </a:cubicBezTo>
                  <a:cubicBezTo>
                    <a:pt x="72" y="86"/>
                    <a:pt x="73" y="85"/>
                    <a:pt x="73" y="83"/>
                  </a:cubicBezTo>
                  <a:cubicBezTo>
                    <a:pt x="73" y="82"/>
                    <a:pt x="72" y="80"/>
                    <a:pt x="71" y="79"/>
                  </a:cubicBezTo>
                  <a:cubicBezTo>
                    <a:pt x="70" y="78"/>
                    <a:pt x="69" y="77"/>
                    <a:pt x="67" y="77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30" y="61"/>
                    <a:pt x="30" y="61"/>
                    <a:pt x="30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5" y="44"/>
                    <a:pt x="67" y="43"/>
                    <a:pt x="67" y="42"/>
                  </a:cubicBezTo>
                  <a:cubicBezTo>
                    <a:pt x="68" y="41"/>
                    <a:pt x="69" y="40"/>
                    <a:pt x="69" y="38"/>
                  </a:cubicBezTo>
                  <a:cubicBezTo>
                    <a:pt x="69" y="37"/>
                    <a:pt x="68" y="35"/>
                    <a:pt x="67" y="34"/>
                  </a:cubicBezTo>
                  <a:cubicBezTo>
                    <a:pt x="66" y="33"/>
                    <a:pt x="65" y="32"/>
                    <a:pt x="64" y="32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8"/>
                    <a:pt x="23" y="18"/>
                    <a:pt x="23" y="17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0"/>
                    <a:pt x="23" y="19"/>
                    <a:pt x="23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3" y="11"/>
                    <a:pt x="54" y="11"/>
                    <a:pt x="54" y="10"/>
                  </a:cubicBezTo>
                  <a:cubicBezTo>
                    <a:pt x="55" y="10"/>
                    <a:pt x="55" y="9"/>
                    <a:pt x="55" y="9"/>
                  </a:cubicBezTo>
                  <a:cubicBezTo>
                    <a:pt x="55" y="8"/>
                    <a:pt x="56" y="8"/>
                    <a:pt x="56" y="7"/>
                  </a:cubicBezTo>
                  <a:cubicBezTo>
                    <a:pt x="56" y="6"/>
                    <a:pt x="55" y="5"/>
                    <a:pt x="55" y="5"/>
                  </a:cubicBezTo>
                  <a:cubicBezTo>
                    <a:pt x="54" y="4"/>
                    <a:pt x="54" y="4"/>
                    <a:pt x="53" y="3"/>
                  </a:cubicBezTo>
                  <a:cubicBezTo>
                    <a:pt x="53" y="3"/>
                    <a:pt x="52" y="3"/>
                    <a:pt x="51" y="2"/>
                  </a:cubicBezTo>
                  <a:cubicBezTo>
                    <a:pt x="49" y="2"/>
                    <a:pt x="47" y="2"/>
                    <a:pt x="43" y="1"/>
                  </a:cubicBezTo>
                  <a:cubicBezTo>
                    <a:pt x="40" y="1"/>
                    <a:pt x="33" y="1"/>
                    <a:pt x="26" y="1"/>
                  </a:cubicBezTo>
                  <a:cubicBezTo>
                    <a:pt x="19" y="0"/>
                    <a:pt x="11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4" y="8"/>
                    <a:pt x="5" y="8"/>
                    <a:pt x="6" y="8"/>
                  </a:cubicBezTo>
                  <a:cubicBezTo>
                    <a:pt x="11" y="8"/>
                    <a:pt x="19" y="8"/>
                    <a:pt x="26" y="9"/>
                  </a:cubicBezTo>
                  <a:cubicBezTo>
                    <a:pt x="33" y="9"/>
                    <a:pt x="39" y="9"/>
                    <a:pt x="42" y="9"/>
                  </a:cubicBezTo>
                  <a:cubicBezTo>
                    <a:pt x="45" y="10"/>
                    <a:pt x="47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9" y="10"/>
                    <a:pt x="49" y="10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8"/>
                    <a:pt x="48" y="8"/>
                    <a:pt x="48" y="9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6"/>
                    <a:pt x="48" y="6"/>
                    <a:pt x="48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4"/>
                    <a:pt x="48" y="5"/>
                    <a:pt x="48" y="5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8" y="13"/>
                    <a:pt x="17" y="14"/>
                    <a:pt x="17" y="15"/>
                  </a:cubicBezTo>
                  <a:cubicBezTo>
                    <a:pt x="16" y="16"/>
                    <a:pt x="15" y="17"/>
                    <a:pt x="15" y="19"/>
                  </a:cubicBezTo>
                  <a:cubicBezTo>
                    <a:pt x="15" y="21"/>
                    <a:pt x="16" y="22"/>
                    <a:pt x="17" y="23"/>
                  </a:cubicBezTo>
                  <a:cubicBezTo>
                    <a:pt x="18" y="24"/>
                    <a:pt x="19" y="25"/>
                    <a:pt x="20" y="25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1" y="38"/>
                    <a:pt x="61" y="39"/>
                    <a:pt x="61" y="39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8"/>
                    <a:pt x="61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4" y="55"/>
                    <a:pt x="22" y="58"/>
                    <a:pt x="22" y="60"/>
                  </a:cubicBezTo>
                  <a:cubicBezTo>
                    <a:pt x="22" y="62"/>
                    <a:pt x="23" y="63"/>
                    <a:pt x="23" y="64"/>
                  </a:cubicBezTo>
                  <a:cubicBezTo>
                    <a:pt x="24" y="65"/>
                    <a:pt x="25" y="66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3"/>
                    <a:pt x="65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19" y="98"/>
                    <a:pt x="18" y="101"/>
                    <a:pt x="18" y="103"/>
                  </a:cubicBezTo>
                  <a:cubicBezTo>
                    <a:pt x="18" y="105"/>
                    <a:pt x="20" y="108"/>
                    <a:pt x="22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3" y="117"/>
                    <a:pt x="53" y="117"/>
                    <a:pt x="53" y="117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3" y="117"/>
                    <a:pt x="53" y="117"/>
                    <a:pt x="53" y="117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1" y="117"/>
                    <a:pt x="51" y="117"/>
                    <a:pt x="51" y="117"/>
                  </a:cubicBezTo>
                  <a:cubicBezTo>
                    <a:pt x="51" y="118"/>
                    <a:pt x="51" y="118"/>
                    <a:pt x="51" y="119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1" y="117"/>
                    <a:pt x="51" y="117"/>
                    <a:pt x="51" y="117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6"/>
                    <a:pt x="51" y="116"/>
                    <a:pt x="51" y="117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2" y="114"/>
                    <a:pt x="52" y="114"/>
                    <a:pt x="51" y="115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3" y="114"/>
                    <a:pt x="52" y="114"/>
                    <a:pt x="51" y="114"/>
                  </a:cubicBezTo>
                  <a:cubicBezTo>
                    <a:pt x="51" y="114"/>
                    <a:pt x="51" y="114"/>
                    <a:pt x="50" y="114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47" y="114"/>
                    <a:pt x="44" y="114"/>
                    <a:pt x="40" y="114"/>
                  </a:cubicBezTo>
                  <a:cubicBezTo>
                    <a:pt x="33" y="114"/>
                    <a:pt x="25" y="115"/>
                    <a:pt x="18" y="116"/>
                  </a:cubicBezTo>
                  <a:cubicBezTo>
                    <a:pt x="15" y="116"/>
                    <a:pt x="11" y="116"/>
                    <a:pt x="9" y="116"/>
                  </a:cubicBezTo>
                  <a:cubicBezTo>
                    <a:pt x="6" y="116"/>
                    <a:pt x="4" y="116"/>
                    <a:pt x="3" y="116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3" y="116"/>
                    <a:pt x="3" y="116"/>
                    <a:pt x="3" y="116"/>
                  </a:cubicBezTo>
                  <a:lnTo>
                    <a:pt x="2" y="124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7" name="Freeform 283">
              <a:extLst>
                <a:ext uri="{FF2B5EF4-FFF2-40B4-BE49-F238E27FC236}">
                  <a16:creationId xmlns:a16="http://schemas.microsoft.com/office/drawing/2014/main" id="{9168AEA4-E330-4F61-A5E8-85F39DA3F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431"/>
              <a:ext cx="168" cy="310"/>
            </a:xfrm>
            <a:custGeom>
              <a:avLst/>
              <a:gdLst>
                <a:gd name="T0" fmla="*/ 283 w 67"/>
                <a:gd name="T1" fmla="*/ 1800 h 124"/>
                <a:gd name="T2" fmla="*/ 176 w 67"/>
                <a:gd name="T3" fmla="*/ 1800 h 124"/>
                <a:gd name="T4" fmla="*/ 176 w 67"/>
                <a:gd name="T5" fmla="*/ 1833 h 124"/>
                <a:gd name="T6" fmla="*/ 176 w 67"/>
                <a:gd name="T7" fmla="*/ 1863 h 124"/>
                <a:gd name="T8" fmla="*/ 158 w 67"/>
                <a:gd name="T9" fmla="*/ 1863 h 124"/>
                <a:gd name="T10" fmla="*/ 900 w 67"/>
                <a:gd name="T11" fmla="*/ 1708 h 124"/>
                <a:gd name="T12" fmla="*/ 376 w 67"/>
                <a:gd name="T13" fmla="*/ 1283 h 124"/>
                <a:gd name="T14" fmla="*/ 364 w 67"/>
                <a:gd name="T15" fmla="*/ 1283 h 124"/>
                <a:gd name="T16" fmla="*/ 346 w 67"/>
                <a:gd name="T17" fmla="*/ 1300 h 124"/>
                <a:gd name="T18" fmla="*/ 346 w 67"/>
                <a:gd name="T19" fmla="*/ 1300 h 124"/>
                <a:gd name="T20" fmla="*/ 364 w 67"/>
                <a:gd name="T21" fmla="*/ 1300 h 124"/>
                <a:gd name="T22" fmla="*/ 364 w 67"/>
                <a:gd name="T23" fmla="*/ 1313 h 124"/>
                <a:gd name="T24" fmla="*/ 396 w 67"/>
                <a:gd name="T25" fmla="*/ 1300 h 124"/>
                <a:gd name="T26" fmla="*/ 975 w 67"/>
                <a:gd name="T27" fmla="*/ 1033 h 124"/>
                <a:gd name="T28" fmla="*/ 301 w 67"/>
                <a:gd name="T29" fmla="*/ 583 h 124"/>
                <a:gd name="T30" fmla="*/ 301 w 67"/>
                <a:gd name="T31" fmla="*/ 583 h 124"/>
                <a:gd name="T32" fmla="*/ 301 w 67"/>
                <a:gd name="T33" fmla="*/ 595 h 124"/>
                <a:gd name="T34" fmla="*/ 313 w 67"/>
                <a:gd name="T35" fmla="*/ 595 h 124"/>
                <a:gd name="T36" fmla="*/ 301 w 67"/>
                <a:gd name="T37" fmla="*/ 613 h 124"/>
                <a:gd name="T38" fmla="*/ 301 w 67"/>
                <a:gd name="T39" fmla="*/ 625 h 124"/>
                <a:gd name="T40" fmla="*/ 850 w 67"/>
                <a:gd name="T41" fmla="*/ 395 h 124"/>
                <a:gd name="T42" fmla="*/ 900 w 67"/>
                <a:gd name="T43" fmla="*/ 238 h 124"/>
                <a:gd name="T44" fmla="*/ 95 w 67"/>
                <a:gd name="T45" fmla="*/ 50 h 124"/>
                <a:gd name="T46" fmla="*/ 113 w 67"/>
                <a:gd name="T47" fmla="*/ 63 h 124"/>
                <a:gd name="T48" fmla="*/ 113 w 67"/>
                <a:gd name="T49" fmla="*/ 83 h 124"/>
                <a:gd name="T50" fmla="*/ 125 w 67"/>
                <a:gd name="T51" fmla="*/ 95 h 124"/>
                <a:gd name="T52" fmla="*/ 113 w 67"/>
                <a:gd name="T53" fmla="*/ 125 h 124"/>
                <a:gd name="T54" fmla="*/ 95 w 67"/>
                <a:gd name="T55" fmla="*/ 158 h 124"/>
                <a:gd name="T56" fmla="*/ 95 w 67"/>
                <a:gd name="T57" fmla="*/ 158 h 124"/>
                <a:gd name="T58" fmla="*/ 95 w 67"/>
                <a:gd name="T59" fmla="*/ 158 h 124"/>
                <a:gd name="T60" fmla="*/ 772 w 67"/>
                <a:gd name="T61" fmla="*/ 145 h 124"/>
                <a:gd name="T62" fmla="*/ 785 w 67"/>
                <a:gd name="T63" fmla="*/ 0 h 124"/>
                <a:gd name="T64" fmla="*/ 722 w 67"/>
                <a:gd name="T65" fmla="*/ 20 h 124"/>
                <a:gd name="T66" fmla="*/ 20 w 67"/>
                <a:gd name="T67" fmla="*/ 50 h 124"/>
                <a:gd name="T68" fmla="*/ 33 w 67"/>
                <a:gd name="T69" fmla="*/ 158 h 124"/>
                <a:gd name="T70" fmla="*/ 817 w 67"/>
                <a:gd name="T71" fmla="*/ 333 h 124"/>
                <a:gd name="T72" fmla="*/ 805 w 67"/>
                <a:gd name="T73" fmla="*/ 333 h 124"/>
                <a:gd name="T74" fmla="*/ 805 w 67"/>
                <a:gd name="T75" fmla="*/ 313 h 124"/>
                <a:gd name="T76" fmla="*/ 805 w 67"/>
                <a:gd name="T77" fmla="*/ 300 h 124"/>
                <a:gd name="T78" fmla="*/ 805 w 67"/>
                <a:gd name="T79" fmla="*/ 283 h 124"/>
                <a:gd name="T80" fmla="*/ 805 w 67"/>
                <a:gd name="T81" fmla="*/ 283 h 124"/>
                <a:gd name="T82" fmla="*/ 283 w 67"/>
                <a:gd name="T83" fmla="*/ 563 h 124"/>
                <a:gd name="T84" fmla="*/ 251 w 67"/>
                <a:gd name="T85" fmla="*/ 708 h 124"/>
                <a:gd name="T86" fmla="*/ 930 w 67"/>
                <a:gd name="T87" fmla="*/ 970 h 124"/>
                <a:gd name="T88" fmla="*/ 930 w 67"/>
                <a:gd name="T89" fmla="*/ 958 h 124"/>
                <a:gd name="T90" fmla="*/ 930 w 67"/>
                <a:gd name="T91" fmla="*/ 938 h 124"/>
                <a:gd name="T92" fmla="*/ 930 w 67"/>
                <a:gd name="T93" fmla="*/ 925 h 124"/>
                <a:gd name="T94" fmla="*/ 333 w 67"/>
                <a:gd name="T95" fmla="*/ 1188 h 124"/>
                <a:gd name="T96" fmla="*/ 333 w 67"/>
                <a:gd name="T97" fmla="*/ 1395 h 124"/>
                <a:gd name="T98" fmla="*/ 880 w 67"/>
                <a:gd name="T99" fmla="*/ 1595 h 124"/>
                <a:gd name="T100" fmla="*/ 880 w 67"/>
                <a:gd name="T101" fmla="*/ 1595 h 124"/>
                <a:gd name="T102" fmla="*/ 868 w 67"/>
                <a:gd name="T103" fmla="*/ 1595 h 124"/>
                <a:gd name="T104" fmla="*/ 868 w 67"/>
                <a:gd name="T105" fmla="*/ 1583 h 124"/>
                <a:gd name="T106" fmla="*/ 850 w 67"/>
                <a:gd name="T107" fmla="*/ 1583 h 124"/>
                <a:gd name="T108" fmla="*/ 83 w 67"/>
                <a:gd name="T109" fmla="*/ 1770 h 124"/>
                <a:gd name="T110" fmla="*/ 208 w 67"/>
                <a:gd name="T111" fmla="*/ 1938 h 124"/>
                <a:gd name="T112" fmla="*/ 817 w 67"/>
                <a:gd name="T113" fmla="*/ 1925 h 12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7" h="124">
                  <a:moveTo>
                    <a:pt x="51" y="115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0" y="116"/>
                    <a:pt x="48" y="116"/>
                  </a:cubicBezTo>
                  <a:cubicBezTo>
                    <a:pt x="47" y="116"/>
                    <a:pt x="45" y="116"/>
                    <a:pt x="43" y="116"/>
                  </a:cubicBezTo>
                  <a:cubicBezTo>
                    <a:pt x="36" y="116"/>
                    <a:pt x="25" y="115"/>
                    <a:pt x="18" y="115"/>
                  </a:cubicBezTo>
                  <a:cubicBezTo>
                    <a:pt x="16" y="115"/>
                    <a:pt x="14" y="115"/>
                    <a:pt x="13" y="116"/>
                  </a:cubicBezTo>
                  <a:cubicBezTo>
                    <a:pt x="13" y="116"/>
                    <a:pt x="13" y="116"/>
                    <a:pt x="13" y="116"/>
                  </a:cubicBezTo>
                  <a:cubicBezTo>
                    <a:pt x="11" y="116"/>
                    <a:pt x="11" y="115"/>
                    <a:pt x="11" y="115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11" y="117"/>
                    <a:pt x="11" y="117"/>
                    <a:pt x="11" y="117"/>
                  </a:cubicBezTo>
                  <a:cubicBezTo>
                    <a:pt x="11" y="116"/>
                    <a:pt x="11" y="115"/>
                    <a:pt x="11" y="115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11" y="117"/>
                    <a:pt x="11" y="117"/>
                    <a:pt x="11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1" y="118"/>
                    <a:pt x="11" y="118"/>
                    <a:pt x="11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0" y="119"/>
                    <a:pt x="10" y="119"/>
                    <a:pt x="11" y="119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58" y="109"/>
                    <a:pt x="58" y="109"/>
                    <a:pt x="58" y="109"/>
                  </a:cubicBezTo>
                  <a:cubicBezTo>
                    <a:pt x="60" y="108"/>
                    <a:pt x="62" y="105"/>
                    <a:pt x="62" y="102"/>
                  </a:cubicBezTo>
                  <a:cubicBezTo>
                    <a:pt x="62" y="100"/>
                    <a:pt x="61" y="98"/>
                    <a:pt x="59" y="97"/>
                  </a:cubicBezTo>
                  <a:cubicBezTo>
                    <a:pt x="59" y="97"/>
                    <a:pt x="59" y="97"/>
                    <a:pt x="59" y="97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2" y="85"/>
                    <a:pt x="22" y="85"/>
                    <a:pt x="22" y="85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4" y="82"/>
                    <a:pt x="24" y="81"/>
                    <a:pt x="23" y="81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3"/>
                    <a:pt x="25" y="83"/>
                  </a:cubicBezTo>
                  <a:cubicBezTo>
                    <a:pt x="23" y="79"/>
                    <a:pt x="23" y="79"/>
                    <a:pt x="23" y="79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3" y="66"/>
                    <a:pt x="65" y="65"/>
                    <a:pt x="65" y="64"/>
                  </a:cubicBezTo>
                  <a:cubicBezTo>
                    <a:pt x="66" y="63"/>
                    <a:pt x="67" y="62"/>
                    <a:pt x="67" y="60"/>
                  </a:cubicBezTo>
                  <a:cubicBezTo>
                    <a:pt x="67" y="59"/>
                    <a:pt x="66" y="58"/>
                    <a:pt x="65" y="57"/>
                  </a:cubicBezTo>
                  <a:cubicBezTo>
                    <a:pt x="65" y="56"/>
                    <a:pt x="64" y="55"/>
                    <a:pt x="62" y="54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20" y="39"/>
                    <a:pt x="20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5" y="25"/>
                    <a:pt x="56" y="24"/>
                    <a:pt x="57" y="23"/>
                  </a:cubicBezTo>
                  <a:cubicBezTo>
                    <a:pt x="58" y="22"/>
                    <a:pt x="59" y="21"/>
                    <a:pt x="59" y="19"/>
                  </a:cubicBezTo>
                  <a:cubicBezTo>
                    <a:pt x="59" y="18"/>
                    <a:pt x="58" y="16"/>
                    <a:pt x="57" y="15"/>
                  </a:cubicBezTo>
                  <a:cubicBezTo>
                    <a:pt x="56" y="14"/>
                    <a:pt x="55" y="14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7" y="5"/>
                    <a:pt x="7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8" y="7"/>
                    <a:pt x="8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7" y="9"/>
                    <a:pt x="7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9"/>
                    <a:pt x="8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5" y="8"/>
                    <a:pt x="19" y="8"/>
                    <a:pt x="24" y="8"/>
                  </a:cubicBezTo>
                  <a:cubicBezTo>
                    <a:pt x="31" y="8"/>
                    <a:pt x="40" y="9"/>
                    <a:pt x="46" y="9"/>
                  </a:cubicBezTo>
                  <a:cubicBezTo>
                    <a:pt x="47" y="9"/>
                    <a:pt x="48" y="9"/>
                    <a:pt x="49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1"/>
                    <a:pt x="50" y="1"/>
                    <a:pt x="49" y="1"/>
                  </a:cubicBezTo>
                  <a:cubicBezTo>
                    <a:pt x="48" y="1"/>
                    <a:pt x="47" y="1"/>
                    <a:pt x="46" y="1"/>
                  </a:cubicBezTo>
                  <a:cubicBezTo>
                    <a:pt x="40" y="1"/>
                    <a:pt x="31" y="0"/>
                    <a:pt x="24" y="0"/>
                  </a:cubicBezTo>
                  <a:cubicBezTo>
                    <a:pt x="19" y="0"/>
                    <a:pt x="15" y="0"/>
                    <a:pt x="13" y="1"/>
                  </a:cubicBezTo>
                  <a:cubicBezTo>
                    <a:pt x="9" y="1"/>
                    <a:pt x="7" y="1"/>
                    <a:pt x="5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1" y="4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9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5" y="32"/>
                    <a:pt x="14" y="33"/>
                    <a:pt x="13" y="34"/>
                  </a:cubicBezTo>
                  <a:cubicBezTo>
                    <a:pt x="12" y="35"/>
                    <a:pt x="12" y="37"/>
                    <a:pt x="12" y="38"/>
                  </a:cubicBezTo>
                  <a:cubicBezTo>
                    <a:pt x="12" y="40"/>
                    <a:pt x="12" y="41"/>
                    <a:pt x="13" y="42"/>
                  </a:cubicBezTo>
                  <a:cubicBezTo>
                    <a:pt x="14" y="43"/>
                    <a:pt x="15" y="44"/>
                    <a:pt x="16" y="45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59" y="61"/>
                    <a:pt x="59" y="62"/>
                    <a:pt x="59" y="62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59"/>
                    <a:pt x="60" y="59"/>
                    <a:pt x="60" y="59"/>
                  </a:cubicBezTo>
                  <a:cubicBezTo>
                    <a:pt x="60" y="59"/>
                    <a:pt x="59" y="59"/>
                    <a:pt x="59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59"/>
                    <a:pt x="60" y="59"/>
                    <a:pt x="60" y="59"/>
                  </a:cubicBezTo>
                  <a:cubicBezTo>
                    <a:pt x="60" y="59"/>
                    <a:pt x="60" y="59"/>
                    <a:pt x="60" y="59"/>
                  </a:cubicBezTo>
                  <a:cubicBezTo>
                    <a:pt x="22" y="75"/>
                    <a:pt x="22" y="75"/>
                    <a:pt x="22" y="75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0" y="76"/>
                    <a:pt x="19" y="77"/>
                    <a:pt x="18" y="78"/>
                  </a:cubicBezTo>
                  <a:cubicBezTo>
                    <a:pt x="17" y="79"/>
                    <a:pt x="17" y="79"/>
                    <a:pt x="17" y="80"/>
                  </a:cubicBezTo>
                  <a:cubicBezTo>
                    <a:pt x="16" y="81"/>
                    <a:pt x="16" y="82"/>
                    <a:pt x="16" y="83"/>
                  </a:cubicBezTo>
                  <a:cubicBezTo>
                    <a:pt x="16" y="84"/>
                    <a:pt x="17" y="86"/>
                    <a:pt x="18" y="87"/>
                  </a:cubicBezTo>
                  <a:cubicBezTo>
                    <a:pt x="18" y="88"/>
                    <a:pt x="19" y="88"/>
                    <a:pt x="21" y="89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3"/>
                    <a:pt x="54" y="104"/>
                    <a:pt x="55" y="104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6" y="105"/>
                    <a:pt x="56" y="105"/>
                    <a:pt x="56" y="105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7" y="112"/>
                    <a:pt x="6" y="112"/>
                    <a:pt x="5" y="113"/>
                  </a:cubicBezTo>
                  <a:cubicBezTo>
                    <a:pt x="4" y="114"/>
                    <a:pt x="3" y="115"/>
                    <a:pt x="3" y="117"/>
                  </a:cubicBezTo>
                  <a:cubicBezTo>
                    <a:pt x="3" y="118"/>
                    <a:pt x="4" y="119"/>
                    <a:pt x="4" y="120"/>
                  </a:cubicBezTo>
                  <a:cubicBezTo>
                    <a:pt x="5" y="121"/>
                    <a:pt x="7" y="122"/>
                    <a:pt x="8" y="123"/>
                  </a:cubicBezTo>
                  <a:cubicBezTo>
                    <a:pt x="9" y="123"/>
                    <a:pt x="11" y="124"/>
                    <a:pt x="13" y="124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4" y="123"/>
                    <a:pt x="16" y="123"/>
                    <a:pt x="18" y="123"/>
                  </a:cubicBezTo>
                  <a:cubicBezTo>
                    <a:pt x="25" y="123"/>
                    <a:pt x="36" y="124"/>
                    <a:pt x="43" y="124"/>
                  </a:cubicBezTo>
                  <a:cubicBezTo>
                    <a:pt x="45" y="124"/>
                    <a:pt x="47" y="124"/>
                    <a:pt x="49" y="124"/>
                  </a:cubicBezTo>
                  <a:cubicBezTo>
                    <a:pt x="49" y="124"/>
                    <a:pt x="50" y="124"/>
                    <a:pt x="51" y="123"/>
                  </a:cubicBezTo>
                  <a:cubicBezTo>
                    <a:pt x="51" y="123"/>
                    <a:pt x="52" y="123"/>
                    <a:pt x="52" y="123"/>
                  </a:cubicBezTo>
                  <a:lnTo>
                    <a:pt x="51" y="115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8" name="Freeform 284">
              <a:extLst>
                <a:ext uri="{FF2B5EF4-FFF2-40B4-BE49-F238E27FC236}">
                  <a16:creationId xmlns:a16="http://schemas.microsoft.com/office/drawing/2014/main" id="{E817C4A4-114D-407A-9264-45560DDC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431"/>
              <a:ext cx="167" cy="312"/>
            </a:xfrm>
            <a:custGeom>
              <a:avLst/>
              <a:gdLst>
                <a:gd name="T0" fmla="*/ 199 w 67"/>
                <a:gd name="T1" fmla="*/ 1787 h 125"/>
                <a:gd name="T2" fmla="*/ 187 w 67"/>
                <a:gd name="T3" fmla="*/ 1820 h 125"/>
                <a:gd name="T4" fmla="*/ 167 w 67"/>
                <a:gd name="T5" fmla="*/ 1837 h 125"/>
                <a:gd name="T6" fmla="*/ 187 w 67"/>
                <a:gd name="T7" fmla="*/ 1837 h 125"/>
                <a:gd name="T8" fmla="*/ 199 w 67"/>
                <a:gd name="T9" fmla="*/ 1837 h 125"/>
                <a:gd name="T10" fmla="*/ 217 w 67"/>
                <a:gd name="T11" fmla="*/ 1837 h 125"/>
                <a:gd name="T12" fmla="*/ 975 w 67"/>
                <a:gd name="T13" fmla="*/ 1587 h 125"/>
                <a:gd name="T14" fmla="*/ 262 w 67"/>
                <a:gd name="T15" fmla="*/ 1278 h 125"/>
                <a:gd name="T16" fmla="*/ 249 w 67"/>
                <a:gd name="T17" fmla="*/ 1258 h 125"/>
                <a:gd name="T18" fmla="*/ 249 w 67"/>
                <a:gd name="T19" fmla="*/ 1258 h 125"/>
                <a:gd name="T20" fmla="*/ 249 w 67"/>
                <a:gd name="T21" fmla="*/ 1290 h 125"/>
                <a:gd name="T22" fmla="*/ 249 w 67"/>
                <a:gd name="T23" fmla="*/ 1308 h 125"/>
                <a:gd name="T24" fmla="*/ 249 w 67"/>
                <a:gd name="T25" fmla="*/ 1308 h 125"/>
                <a:gd name="T26" fmla="*/ 262 w 67"/>
                <a:gd name="T27" fmla="*/ 1290 h 125"/>
                <a:gd name="T28" fmla="*/ 1037 w 67"/>
                <a:gd name="T29" fmla="*/ 934 h 125"/>
                <a:gd name="T30" fmla="*/ 155 w 67"/>
                <a:gd name="T31" fmla="*/ 636 h 125"/>
                <a:gd name="T32" fmla="*/ 187 w 67"/>
                <a:gd name="T33" fmla="*/ 574 h 125"/>
                <a:gd name="T34" fmla="*/ 187 w 67"/>
                <a:gd name="T35" fmla="*/ 592 h 125"/>
                <a:gd name="T36" fmla="*/ 187 w 67"/>
                <a:gd name="T37" fmla="*/ 604 h 125"/>
                <a:gd name="T38" fmla="*/ 167 w 67"/>
                <a:gd name="T39" fmla="*/ 624 h 125"/>
                <a:gd name="T40" fmla="*/ 837 w 67"/>
                <a:gd name="T41" fmla="*/ 387 h 125"/>
                <a:gd name="T42" fmla="*/ 900 w 67"/>
                <a:gd name="T43" fmla="*/ 230 h 125"/>
                <a:gd name="T44" fmla="*/ 105 w 67"/>
                <a:gd name="T45" fmla="*/ 42 h 125"/>
                <a:gd name="T46" fmla="*/ 105 w 67"/>
                <a:gd name="T47" fmla="*/ 62 h 125"/>
                <a:gd name="T48" fmla="*/ 125 w 67"/>
                <a:gd name="T49" fmla="*/ 75 h 125"/>
                <a:gd name="T50" fmla="*/ 125 w 67"/>
                <a:gd name="T51" fmla="*/ 92 h 125"/>
                <a:gd name="T52" fmla="*/ 125 w 67"/>
                <a:gd name="T53" fmla="*/ 125 h 125"/>
                <a:gd name="T54" fmla="*/ 105 w 67"/>
                <a:gd name="T55" fmla="*/ 155 h 125"/>
                <a:gd name="T56" fmla="*/ 105 w 67"/>
                <a:gd name="T57" fmla="*/ 155 h 125"/>
                <a:gd name="T58" fmla="*/ 105 w 67"/>
                <a:gd name="T59" fmla="*/ 155 h 125"/>
                <a:gd name="T60" fmla="*/ 621 w 67"/>
                <a:gd name="T61" fmla="*/ 12 h 125"/>
                <a:gd name="T62" fmla="*/ 30 w 67"/>
                <a:gd name="T63" fmla="*/ 42 h 125"/>
                <a:gd name="T64" fmla="*/ 42 w 67"/>
                <a:gd name="T65" fmla="*/ 155 h 125"/>
                <a:gd name="T66" fmla="*/ 808 w 67"/>
                <a:gd name="T67" fmla="*/ 324 h 125"/>
                <a:gd name="T68" fmla="*/ 808 w 67"/>
                <a:gd name="T69" fmla="*/ 324 h 125"/>
                <a:gd name="T70" fmla="*/ 808 w 67"/>
                <a:gd name="T71" fmla="*/ 312 h 125"/>
                <a:gd name="T72" fmla="*/ 808 w 67"/>
                <a:gd name="T73" fmla="*/ 292 h 125"/>
                <a:gd name="T74" fmla="*/ 808 w 67"/>
                <a:gd name="T75" fmla="*/ 280 h 125"/>
                <a:gd name="T76" fmla="*/ 808 w 67"/>
                <a:gd name="T77" fmla="*/ 280 h 125"/>
                <a:gd name="T78" fmla="*/ 155 w 67"/>
                <a:gd name="T79" fmla="*/ 562 h 125"/>
                <a:gd name="T80" fmla="*/ 137 w 67"/>
                <a:gd name="T81" fmla="*/ 699 h 125"/>
                <a:gd name="T82" fmla="*/ 945 w 67"/>
                <a:gd name="T83" fmla="*/ 934 h 125"/>
                <a:gd name="T84" fmla="*/ 945 w 67"/>
                <a:gd name="T85" fmla="*/ 934 h 125"/>
                <a:gd name="T86" fmla="*/ 945 w 67"/>
                <a:gd name="T87" fmla="*/ 934 h 125"/>
                <a:gd name="T88" fmla="*/ 945 w 67"/>
                <a:gd name="T89" fmla="*/ 934 h 125"/>
                <a:gd name="T90" fmla="*/ 945 w 67"/>
                <a:gd name="T91" fmla="*/ 916 h 125"/>
                <a:gd name="T92" fmla="*/ 125 w 67"/>
                <a:gd name="T93" fmla="*/ 1290 h 125"/>
                <a:gd name="T94" fmla="*/ 900 w 67"/>
                <a:gd name="T95" fmla="*/ 1570 h 125"/>
                <a:gd name="T96" fmla="*/ 882 w 67"/>
                <a:gd name="T97" fmla="*/ 1587 h 125"/>
                <a:gd name="T98" fmla="*/ 870 w 67"/>
                <a:gd name="T99" fmla="*/ 1587 h 125"/>
                <a:gd name="T100" fmla="*/ 870 w 67"/>
                <a:gd name="T101" fmla="*/ 1587 h 125"/>
                <a:gd name="T102" fmla="*/ 850 w 67"/>
                <a:gd name="T103" fmla="*/ 1570 h 125"/>
                <a:gd name="T104" fmla="*/ 167 w 67"/>
                <a:gd name="T105" fmla="*/ 1725 h 125"/>
                <a:gd name="T106" fmla="*/ 105 w 67"/>
                <a:gd name="T107" fmla="*/ 1870 h 125"/>
                <a:gd name="T108" fmla="*/ 217 w 67"/>
                <a:gd name="T109" fmla="*/ 1912 h 12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7" h="125">
                  <a:moveTo>
                    <a:pt x="44" y="117"/>
                  </a:moveTo>
                  <a:cubicBezTo>
                    <a:pt x="39" y="117"/>
                    <a:pt x="33" y="117"/>
                    <a:pt x="27" y="116"/>
                  </a:cubicBezTo>
                  <a:cubicBezTo>
                    <a:pt x="25" y="116"/>
                    <a:pt x="22" y="115"/>
                    <a:pt x="20" y="115"/>
                  </a:cubicBezTo>
                  <a:cubicBezTo>
                    <a:pt x="17" y="115"/>
                    <a:pt x="15" y="115"/>
                    <a:pt x="14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2" y="115"/>
                    <a:pt x="12" y="115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4" y="117"/>
                    <a:pt x="14" y="116"/>
                    <a:pt x="13" y="115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4" y="119"/>
                    <a:pt x="14" y="119"/>
                    <a:pt x="14" y="119"/>
                  </a:cubicBezTo>
                  <a:cubicBezTo>
                    <a:pt x="14" y="119"/>
                    <a:pt x="14" y="118"/>
                    <a:pt x="14" y="118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4" y="119"/>
                    <a:pt x="14" y="119"/>
                    <a:pt x="14" y="119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14" y="119"/>
                    <a:pt x="14" y="119"/>
                    <a:pt x="14" y="119"/>
                  </a:cubicBezTo>
                  <a:cubicBezTo>
                    <a:pt x="14" y="119"/>
                    <a:pt x="14" y="119"/>
                    <a:pt x="14" y="119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14" y="119"/>
                    <a:pt x="14" y="119"/>
                    <a:pt x="14" y="119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58" y="109"/>
                    <a:pt x="58" y="109"/>
                    <a:pt x="58" y="109"/>
                  </a:cubicBezTo>
                  <a:cubicBezTo>
                    <a:pt x="58" y="109"/>
                    <a:pt x="58" y="109"/>
                    <a:pt x="58" y="109"/>
                  </a:cubicBezTo>
                  <a:cubicBezTo>
                    <a:pt x="61" y="108"/>
                    <a:pt x="63" y="105"/>
                    <a:pt x="63" y="102"/>
                  </a:cubicBezTo>
                  <a:cubicBezTo>
                    <a:pt x="63" y="100"/>
                    <a:pt x="62" y="98"/>
                    <a:pt x="60" y="97"/>
                  </a:cubicBezTo>
                  <a:cubicBezTo>
                    <a:pt x="59" y="97"/>
                    <a:pt x="59" y="97"/>
                    <a:pt x="59" y="97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82"/>
                    <a:pt x="16" y="81"/>
                    <a:pt x="16" y="81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4"/>
                    <a:pt x="17" y="83"/>
                    <a:pt x="18" y="83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4" y="66"/>
                    <a:pt x="65" y="65"/>
                    <a:pt x="66" y="64"/>
                  </a:cubicBezTo>
                  <a:cubicBezTo>
                    <a:pt x="67" y="63"/>
                    <a:pt x="67" y="62"/>
                    <a:pt x="67" y="60"/>
                  </a:cubicBezTo>
                  <a:cubicBezTo>
                    <a:pt x="67" y="59"/>
                    <a:pt x="67" y="58"/>
                    <a:pt x="66" y="57"/>
                  </a:cubicBezTo>
                  <a:cubicBezTo>
                    <a:pt x="66" y="56"/>
                    <a:pt x="65" y="55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7"/>
                    <a:pt x="12" y="37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9"/>
                    <a:pt x="12" y="39"/>
                    <a:pt x="12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5" y="25"/>
                    <a:pt x="57" y="24"/>
                    <a:pt x="58" y="23"/>
                  </a:cubicBezTo>
                  <a:cubicBezTo>
                    <a:pt x="59" y="22"/>
                    <a:pt x="60" y="21"/>
                    <a:pt x="60" y="19"/>
                  </a:cubicBezTo>
                  <a:cubicBezTo>
                    <a:pt x="60" y="18"/>
                    <a:pt x="59" y="16"/>
                    <a:pt x="58" y="15"/>
                  </a:cubicBezTo>
                  <a:cubicBezTo>
                    <a:pt x="57" y="14"/>
                    <a:pt x="56" y="14"/>
                    <a:pt x="55" y="13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7"/>
                    <a:pt x="8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8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8" y="9"/>
                    <a:pt x="9" y="9"/>
                  </a:cubicBezTo>
                  <a:cubicBezTo>
                    <a:pt x="10" y="9"/>
                    <a:pt x="12" y="9"/>
                    <a:pt x="14" y="9"/>
                  </a:cubicBezTo>
                  <a:cubicBezTo>
                    <a:pt x="16" y="8"/>
                    <a:pt x="20" y="8"/>
                    <a:pt x="24" y="8"/>
                  </a:cubicBezTo>
                  <a:cubicBezTo>
                    <a:pt x="29" y="8"/>
                    <a:pt x="35" y="8"/>
                    <a:pt x="40" y="9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5" y="0"/>
                    <a:pt x="30" y="0"/>
                    <a:pt x="24" y="0"/>
                  </a:cubicBezTo>
                  <a:cubicBezTo>
                    <a:pt x="20" y="0"/>
                    <a:pt x="16" y="0"/>
                    <a:pt x="13" y="1"/>
                  </a:cubicBezTo>
                  <a:cubicBezTo>
                    <a:pt x="10" y="1"/>
                    <a:pt x="8" y="1"/>
                    <a:pt x="6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1" y="9"/>
                    <a:pt x="2" y="10"/>
                    <a:pt x="2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6" y="33"/>
                    <a:pt x="5" y="34"/>
                  </a:cubicBezTo>
                  <a:cubicBezTo>
                    <a:pt x="5" y="35"/>
                    <a:pt x="4" y="37"/>
                    <a:pt x="4" y="38"/>
                  </a:cubicBezTo>
                  <a:cubicBezTo>
                    <a:pt x="4" y="40"/>
                    <a:pt x="4" y="41"/>
                    <a:pt x="5" y="42"/>
                  </a:cubicBezTo>
                  <a:cubicBezTo>
                    <a:pt x="6" y="43"/>
                    <a:pt x="7" y="44"/>
                    <a:pt x="9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0" y="62"/>
                    <a:pt x="60" y="62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1"/>
                    <a:pt x="60" y="61"/>
                    <a:pt x="60" y="61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59"/>
                    <a:pt x="60" y="59"/>
                    <a:pt x="60" y="59"/>
                  </a:cubicBezTo>
                  <a:cubicBezTo>
                    <a:pt x="60" y="60"/>
                    <a:pt x="59" y="60"/>
                    <a:pt x="59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59"/>
                    <a:pt x="60" y="59"/>
                    <a:pt x="60" y="59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0" y="59"/>
                    <a:pt x="60" y="59"/>
                    <a:pt x="60" y="59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2" y="76"/>
                    <a:pt x="11" y="77"/>
                    <a:pt x="10" y="78"/>
                  </a:cubicBezTo>
                  <a:cubicBezTo>
                    <a:pt x="10" y="79"/>
                    <a:pt x="9" y="79"/>
                    <a:pt x="9" y="80"/>
                  </a:cubicBezTo>
                  <a:cubicBezTo>
                    <a:pt x="8" y="81"/>
                    <a:pt x="8" y="82"/>
                    <a:pt x="8" y="83"/>
                  </a:cubicBezTo>
                  <a:cubicBezTo>
                    <a:pt x="8" y="84"/>
                    <a:pt x="9" y="86"/>
                    <a:pt x="10" y="87"/>
                  </a:cubicBezTo>
                  <a:cubicBezTo>
                    <a:pt x="11" y="88"/>
                    <a:pt x="12" y="88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3"/>
                    <a:pt x="55" y="104"/>
                    <a:pt x="56" y="104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7" y="105"/>
                    <a:pt x="57" y="105"/>
                    <a:pt x="57" y="105"/>
                  </a:cubicBezTo>
                  <a:cubicBezTo>
                    <a:pt x="56" y="101"/>
                    <a:pt x="56" y="101"/>
                    <a:pt x="56" y="10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0" y="112"/>
                    <a:pt x="9" y="112"/>
                    <a:pt x="8" y="113"/>
                  </a:cubicBezTo>
                  <a:cubicBezTo>
                    <a:pt x="8" y="113"/>
                    <a:pt x="7" y="114"/>
                    <a:pt x="7" y="115"/>
                  </a:cubicBezTo>
                  <a:cubicBezTo>
                    <a:pt x="6" y="115"/>
                    <a:pt x="6" y="116"/>
                    <a:pt x="6" y="118"/>
                  </a:cubicBezTo>
                  <a:cubicBezTo>
                    <a:pt x="6" y="118"/>
                    <a:pt x="6" y="120"/>
                    <a:pt x="7" y="120"/>
                  </a:cubicBezTo>
                  <a:cubicBezTo>
                    <a:pt x="8" y="122"/>
                    <a:pt x="9" y="122"/>
                    <a:pt x="10" y="122"/>
                  </a:cubicBezTo>
                  <a:cubicBezTo>
                    <a:pt x="11" y="123"/>
                    <a:pt x="12" y="123"/>
                    <a:pt x="13" y="123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5" y="123"/>
                    <a:pt x="17" y="123"/>
                    <a:pt x="19" y="123"/>
                  </a:cubicBezTo>
                  <a:cubicBezTo>
                    <a:pt x="25" y="124"/>
                    <a:pt x="36" y="125"/>
                    <a:pt x="43" y="125"/>
                  </a:cubicBezTo>
                  <a:lnTo>
                    <a:pt x="44" y="117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9" name="Freeform 285">
              <a:extLst>
                <a:ext uri="{FF2B5EF4-FFF2-40B4-BE49-F238E27FC236}">
                  <a16:creationId xmlns:a16="http://schemas.microsoft.com/office/drawing/2014/main" id="{EA0D87DF-6EA3-40E1-B8F2-FE4494B9F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611"/>
              <a:ext cx="67" cy="55"/>
            </a:xfrm>
            <a:custGeom>
              <a:avLst/>
              <a:gdLst>
                <a:gd name="T0" fmla="*/ 308 w 27"/>
                <a:gd name="T1" fmla="*/ 175 h 22"/>
                <a:gd name="T2" fmla="*/ 278 w 27"/>
                <a:gd name="T3" fmla="*/ 220 h 22"/>
                <a:gd name="T4" fmla="*/ 278 w 27"/>
                <a:gd name="T5" fmla="*/ 238 h 22"/>
                <a:gd name="T6" fmla="*/ 278 w 27"/>
                <a:gd name="T7" fmla="*/ 220 h 22"/>
                <a:gd name="T8" fmla="*/ 278 w 27"/>
                <a:gd name="T9" fmla="*/ 220 h 22"/>
                <a:gd name="T10" fmla="*/ 278 w 27"/>
                <a:gd name="T11" fmla="*/ 220 h 22"/>
                <a:gd name="T12" fmla="*/ 278 w 27"/>
                <a:gd name="T13" fmla="*/ 220 h 22"/>
                <a:gd name="T14" fmla="*/ 278 w 27"/>
                <a:gd name="T15" fmla="*/ 220 h 22"/>
                <a:gd name="T16" fmla="*/ 278 w 27"/>
                <a:gd name="T17" fmla="*/ 220 h 22"/>
                <a:gd name="T18" fmla="*/ 258 w 27"/>
                <a:gd name="T19" fmla="*/ 238 h 22"/>
                <a:gd name="T20" fmla="*/ 278 w 27"/>
                <a:gd name="T21" fmla="*/ 238 h 22"/>
                <a:gd name="T22" fmla="*/ 278 w 27"/>
                <a:gd name="T23" fmla="*/ 220 h 22"/>
                <a:gd name="T24" fmla="*/ 278 w 27"/>
                <a:gd name="T25" fmla="*/ 220 h 22"/>
                <a:gd name="T26" fmla="*/ 278 w 27"/>
                <a:gd name="T27" fmla="*/ 208 h 22"/>
                <a:gd name="T28" fmla="*/ 258 w 27"/>
                <a:gd name="T29" fmla="*/ 63 h 22"/>
                <a:gd name="T30" fmla="*/ 196 w 27"/>
                <a:gd name="T31" fmla="*/ 0 h 22"/>
                <a:gd name="T32" fmla="*/ 92 w 27"/>
                <a:gd name="T33" fmla="*/ 33 h 22"/>
                <a:gd name="T34" fmla="*/ 0 w 27"/>
                <a:gd name="T35" fmla="*/ 145 h 22"/>
                <a:gd name="T36" fmla="*/ 124 w 27"/>
                <a:gd name="T37" fmla="*/ 188 h 22"/>
                <a:gd name="T38" fmla="*/ 124 w 27"/>
                <a:gd name="T39" fmla="*/ 188 h 22"/>
                <a:gd name="T40" fmla="*/ 124 w 27"/>
                <a:gd name="T41" fmla="*/ 188 h 22"/>
                <a:gd name="T42" fmla="*/ 154 w 27"/>
                <a:gd name="T43" fmla="*/ 125 h 22"/>
                <a:gd name="T44" fmla="*/ 166 w 27"/>
                <a:gd name="T45" fmla="*/ 125 h 22"/>
                <a:gd name="T46" fmla="*/ 154 w 27"/>
                <a:gd name="T47" fmla="*/ 125 h 22"/>
                <a:gd name="T48" fmla="*/ 166 w 27"/>
                <a:gd name="T49" fmla="*/ 113 h 22"/>
                <a:gd name="T50" fmla="*/ 166 w 27"/>
                <a:gd name="T51" fmla="*/ 113 h 22"/>
                <a:gd name="T52" fmla="*/ 154 w 27"/>
                <a:gd name="T53" fmla="*/ 125 h 22"/>
                <a:gd name="T54" fmla="*/ 154 w 27"/>
                <a:gd name="T55" fmla="*/ 125 h 22"/>
                <a:gd name="T56" fmla="*/ 154 w 27"/>
                <a:gd name="T57" fmla="*/ 113 h 22"/>
                <a:gd name="T58" fmla="*/ 166 w 27"/>
                <a:gd name="T59" fmla="*/ 113 h 22"/>
                <a:gd name="T60" fmla="*/ 154 w 27"/>
                <a:gd name="T61" fmla="*/ 145 h 22"/>
                <a:gd name="T62" fmla="*/ 166 w 27"/>
                <a:gd name="T63" fmla="*/ 270 h 22"/>
                <a:gd name="T64" fmla="*/ 278 w 27"/>
                <a:gd name="T65" fmla="*/ 345 h 22"/>
                <a:gd name="T66" fmla="*/ 400 w 27"/>
                <a:gd name="T67" fmla="*/ 270 h 22"/>
                <a:gd name="T68" fmla="*/ 412 w 27"/>
                <a:gd name="T69" fmla="*/ 238 h 22"/>
                <a:gd name="T70" fmla="*/ 412 w 27"/>
                <a:gd name="T71" fmla="*/ 238 h 22"/>
                <a:gd name="T72" fmla="*/ 412 w 27"/>
                <a:gd name="T73" fmla="*/ 238 h 22"/>
                <a:gd name="T74" fmla="*/ 400 w 27"/>
                <a:gd name="T75" fmla="*/ 220 h 22"/>
                <a:gd name="T76" fmla="*/ 412 w 27"/>
                <a:gd name="T77" fmla="*/ 238 h 22"/>
                <a:gd name="T78" fmla="*/ 412 w 27"/>
                <a:gd name="T79" fmla="*/ 238 h 2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7" h="22">
                  <a:moveTo>
                    <a:pt x="23" y="8"/>
                  </a:moveTo>
                  <a:cubicBezTo>
                    <a:pt x="21" y="9"/>
                    <a:pt x="21" y="10"/>
                    <a:pt x="20" y="11"/>
                  </a:cubicBezTo>
                  <a:cubicBezTo>
                    <a:pt x="20" y="12"/>
                    <a:pt x="19" y="13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3"/>
                    <a:pt x="18" y="13"/>
                  </a:cubicBezTo>
                  <a:cubicBezTo>
                    <a:pt x="18" y="12"/>
                    <a:pt x="18" y="10"/>
                    <a:pt x="18" y="9"/>
                  </a:cubicBezTo>
                  <a:cubicBezTo>
                    <a:pt x="18" y="7"/>
                    <a:pt x="18" y="6"/>
                    <a:pt x="17" y="4"/>
                  </a:cubicBezTo>
                  <a:cubicBezTo>
                    <a:pt x="17" y="3"/>
                    <a:pt x="17" y="3"/>
                    <a:pt x="16" y="2"/>
                  </a:cubicBezTo>
                  <a:cubicBezTo>
                    <a:pt x="15" y="1"/>
                    <a:pt x="14" y="1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6" y="2"/>
                  </a:cubicBezTo>
                  <a:cubicBezTo>
                    <a:pt x="4" y="3"/>
                    <a:pt x="2" y="5"/>
                    <a:pt x="2" y="6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0"/>
                    <a:pt x="9" y="9"/>
                  </a:cubicBezTo>
                  <a:cubicBezTo>
                    <a:pt x="10" y="9"/>
                    <a:pt x="10" y="9"/>
                    <a:pt x="10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10" y="10"/>
                    <a:pt x="10" y="11"/>
                    <a:pt x="10" y="13"/>
                  </a:cubicBezTo>
                  <a:cubicBezTo>
                    <a:pt x="10" y="14"/>
                    <a:pt x="10" y="16"/>
                    <a:pt x="11" y="17"/>
                  </a:cubicBezTo>
                  <a:cubicBezTo>
                    <a:pt x="11" y="19"/>
                    <a:pt x="12" y="20"/>
                    <a:pt x="14" y="21"/>
                  </a:cubicBezTo>
                  <a:cubicBezTo>
                    <a:pt x="15" y="22"/>
                    <a:pt x="17" y="22"/>
                    <a:pt x="18" y="22"/>
                  </a:cubicBezTo>
                  <a:cubicBezTo>
                    <a:pt x="20" y="22"/>
                    <a:pt x="21" y="21"/>
                    <a:pt x="23" y="20"/>
                  </a:cubicBezTo>
                  <a:cubicBezTo>
                    <a:pt x="24" y="19"/>
                    <a:pt x="25" y="18"/>
                    <a:pt x="26" y="17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lnTo>
                    <a:pt x="23" y="8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0" name="Freeform 286">
              <a:extLst>
                <a:ext uri="{FF2B5EF4-FFF2-40B4-BE49-F238E27FC236}">
                  <a16:creationId xmlns:a16="http://schemas.microsoft.com/office/drawing/2014/main" id="{45EA8E1F-D06D-4927-840A-B0096474B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658"/>
              <a:ext cx="67" cy="55"/>
            </a:xfrm>
            <a:custGeom>
              <a:avLst/>
              <a:gdLst>
                <a:gd name="T0" fmla="*/ 308 w 27"/>
                <a:gd name="T1" fmla="*/ 175 h 22"/>
                <a:gd name="T2" fmla="*/ 278 w 27"/>
                <a:gd name="T3" fmla="*/ 220 h 22"/>
                <a:gd name="T4" fmla="*/ 278 w 27"/>
                <a:gd name="T5" fmla="*/ 220 h 22"/>
                <a:gd name="T6" fmla="*/ 278 w 27"/>
                <a:gd name="T7" fmla="*/ 220 h 22"/>
                <a:gd name="T8" fmla="*/ 278 w 27"/>
                <a:gd name="T9" fmla="*/ 220 h 22"/>
                <a:gd name="T10" fmla="*/ 278 w 27"/>
                <a:gd name="T11" fmla="*/ 220 h 22"/>
                <a:gd name="T12" fmla="*/ 278 w 27"/>
                <a:gd name="T13" fmla="*/ 220 h 22"/>
                <a:gd name="T14" fmla="*/ 278 w 27"/>
                <a:gd name="T15" fmla="*/ 220 h 22"/>
                <a:gd name="T16" fmla="*/ 258 w 27"/>
                <a:gd name="T17" fmla="*/ 238 h 22"/>
                <a:gd name="T18" fmla="*/ 278 w 27"/>
                <a:gd name="T19" fmla="*/ 220 h 22"/>
                <a:gd name="T20" fmla="*/ 278 w 27"/>
                <a:gd name="T21" fmla="*/ 220 h 22"/>
                <a:gd name="T22" fmla="*/ 278 w 27"/>
                <a:gd name="T23" fmla="*/ 220 h 22"/>
                <a:gd name="T24" fmla="*/ 278 w 27"/>
                <a:gd name="T25" fmla="*/ 220 h 22"/>
                <a:gd name="T26" fmla="*/ 278 w 27"/>
                <a:gd name="T27" fmla="*/ 220 h 22"/>
                <a:gd name="T28" fmla="*/ 278 w 27"/>
                <a:gd name="T29" fmla="*/ 125 h 22"/>
                <a:gd name="T30" fmla="*/ 246 w 27"/>
                <a:gd name="T31" fmla="*/ 33 h 22"/>
                <a:gd name="T32" fmla="*/ 166 w 27"/>
                <a:gd name="T33" fmla="*/ 0 h 22"/>
                <a:gd name="T34" fmla="*/ 12 w 27"/>
                <a:gd name="T35" fmla="*/ 95 h 22"/>
                <a:gd name="T36" fmla="*/ 124 w 27"/>
                <a:gd name="T37" fmla="*/ 188 h 22"/>
                <a:gd name="T38" fmla="*/ 124 w 27"/>
                <a:gd name="T39" fmla="*/ 188 h 22"/>
                <a:gd name="T40" fmla="*/ 124 w 27"/>
                <a:gd name="T41" fmla="*/ 188 h 22"/>
                <a:gd name="T42" fmla="*/ 136 w 27"/>
                <a:gd name="T43" fmla="*/ 145 h 22"/>
                <a:gd name="T44" fmla="*/ 166 w 27"/>
                <a:gd name="T45" fmla="*/ 125 h 22"/>
                <a:gd name="T46" fmla="*/ 166 w 27"/>
                <a:gd name="T47" fmla="*/ 113 h 22"/>
                <a:gd name="T48" fmla="*/ 166 w 27"/>
                <a:gd name="T49" fmla="*/ 125 h 22"/>
                <a:gd name="T50" fmla="*/ 154 w 27"/>
                <a:gd name="T51" fmla="*/ 125 h 22"/>
                <a:gd name="T52" fmla="*/ 154 w 27"/>
                <a:gd name="T53" fmla="*/ 113 h 22"/>
                <a:gd name="T54" fmla="*/ 166 w 27"/>
                <a:gd name="T55" fmla="*/ 113 h 22"/>
                <a:gd name="T56" fmla="*/ 154 w 27"/>
                <a:gd name="T57" fmla="*/ 113 h 22"/>
                <a:gd name="T58" fmla="*/ 154 w 27"/>
                <a:gd name="T59" fmla="*/ 113 h 22"/>
                <a:gd name="T60" fmla="*/ 154 w 27"/>
                <a:gd name="T61" fmla="*/ 113 h 22"/>
                <a:gd name="T62" fmla="*/ 154 w 27"/>
                <a:gd name="T63" fmla="*/ 208 h 22"/>
                <a:gd name="T64" fmla="*/ 216 w 27"/>
                <a:gd name="T65" fmla="*/ 333 h 22"/>
                <a:gd name="T66" fmla="*/ 216 w 27"/>
                <a:gd name="T67" fmla="*/ 333 h 22"/>
                <a:gd name="T68" fmla="*/ 337 w 27"/>
                <a:gd name="T69" fmla="*/ 313 h 22"/>
                <a:gd name="T70" fmla="*/ 412 w 27"/>
                <a:gd name="T71" fmla="*/ 238 h 22"/>
                <a:gd name="T72" fmla="*/ 412 w 27"/>
                <a:gd name="T73" fmla="*/ 238 h 22"/>
                <a:gd name="T74" fmla="*/ 412 w 27"/>
                <a:gd name="T75" fmla="*/ 238 h 22"/>
                <a:gd name="T76" fmla="*/ 412 w 27"/>
                <a:gd name="T77" fmla="*/ 238 h 22"/>
                <a:gd name="T78" fmla="*/ 412 w 27"/>
                <a:gd name="T79" fmla="*/ 238 h 22"/>
                <a:gd name="T80" fmla="*/ 400 w 27"/>
                <a:gd name="T81" fmla="*/ 220 h 22"/>
                <a:gd name="T82" fmla="*/ 350 w 27"/>
                <a:gd name="T83" fmla="*/ 125 h 2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7" h="22">
                  <a:moveTo>
                    <a:pt x="23" y="8"/>
                  </a:moveTo>
                  <a:cubicBezTo>
                    <a:pt x="21" y="9"/>
                    <a:pt x="21" y="10"/>
                    <a:pt x="20" y="11"/>
                  </a:cubicBezTo>
                  <a:cubicBezTo>
                    <a:pt x="19" y="12"/>
                    <a:pt x="19" y="13"/>
                    <a:pt x="18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3"/>
                    <a:pt x="18" y="13"/>
                  </a:cubicBezTo>
                  <a:cubicBezTo>
                    <a:pt x="18" y="12"/>
                    <a:pt x="18" y="10"/>
                    <a:pt x="18" y="8"/>
                  </a:cubicBezTo>
                  <a:cubicBezTo>
                    <a:pt x="18" y="7"/>
                    <a:pt x="18" y="6"/>
                    <a:pt x="17" y="4"/>
                  </a:cubicBezTo>
                  <a:cubicBezTo>
                    <a:pt x="17" y="3"/>
                    <a:pt x="16" y="2"/>
                    <a:pt x="16" y="2"/>
                  </a:cubicBezTo>
                  <a:cubicBezTo>
                    <a:pt x="15" y="1"/>
                    <a:pt x="14" y="1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3" y="3"/>
                    <a:pt x="2" y="5"/>
                    <a:pt x="1" y="6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0"/>
                    <a:pt x="9" y="9"/>
                  </a:cubicBezTo>
                  <a:cubicBezTo>
                    <a:pt x="9" y="9"/>
                    <a:pt x="10" y="8"/>
                    <a:pt x="10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10" y="10"/>
                    <a:pt x="10" y="11"/>
                    <a:pt x="10" y="13"/>
                  </a:cubicBezTo>
                  <a:cubicBezTo>
                    <a:pt x="10" y="14"/>
                    <a:pt x="10" y="15"/>
                    <a:pt x="11" y="17"/>
                  </a:cubicBezTo>
                  <a:cubicBezTo>
                    <a:pt x="11" y="18"/>
                    <a:pt x="12" y="20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5" y="22"/>
                    <a:pt x="16" y="22"/>
                    <a:pt x="18" y="22"/>
                  </a:cubicBezTo>
                  <a:cubicBezTo>
                    <a:pt x="20" y="22"/>
                    <a:pt x="21" y="21"/>
                    <a:pt x="22" y="20"/>
                  </a:cubicBezTo>
                  <a:cubicBezTo>
                    <a:pt x="24" y="19"/>
                    <a:pt x="25" y="18"/>
                    <a:pt x="26" y="16"/>
                  </a:cubicBezTo>
                  <a:cubicBezTo>
                    <a:pt x="26" y="16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lnTo>
                    <a:pt x="23" y="8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1" name="Freeform 287">
              <a:extLst>
                <a:ext uri="{FF2B5EF4-FFF2-40B4-BE49-F238E27FC236}">
                  <a16:creationId xmlns:a16="http://schemas.microsoft.com/office/drawing/2014/main" id="{D869E7B0-FDFB-4D04-8A29-E50C0F870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551"/>
              <a:ext cx="67" cy="55"/>
            </a:xfrm>
            <a:custGeom>
              <a:avLst/>
              <a:gdLst>
                <a:gd name="T0" fmla="*/ 308 w 27"/>
                <a:gd name="T1" fmla="*/ 175 h 22"/>
                <a:gd name="T2" fmla="*/ 258 w 27"/>
                <a:gd name="T3" fmla="*/ 220 h 22"/>
                <a:gd name="T4" fmla="*/ 258 w 27"/>
                <a:gd name="T5" fmla="*/ 238 h 22"/>
                <a:gd name="T6" fmla="*/ 258 w 27"/>
                <a:gd name="T7" fmla="*/ 220 h 22"/>
                <a:gd name="T8" fmla="*/ 258 w 27"/>
                <a:gd name="T9" fmla="*/ 220 h 22"/>
                <a:gd name="T10" fmla="*/ 258 w 27"/>
                <a:gd name="T11" fmla="*/ 220 h 22"/>
                <a:gd name="T12" fmla="*/ 258 w 27"/>
                <a:gd name="T13" fmla="*/ 238 h 22"/>
                <a:gd name="T14" fmla="*/ 258 w 27"/>
                <a:gd name="T15" fmla="*/ 220 h 22"/>
                <a:gd name="T16" fmla="*/ 278 w 27"/>
                <a:gd name="T17" fmla="*/ 238 h 22"/>
                <a:gd name="T18" fmla="*/ 258 w 27"/>
                <a:gd name="T19" fmla="*/ 238 h 22"/>
                <a:gd name="T20" fmla="*/ 258 w 27"/>
                <a:gd name="T21" fmla="*/ 238 h 22"/>
                <a:gd name="T22" fmla="*/ 278 w 27"/>
                <a:gd name="T23" fmla="*/ 238 h 22"/>
                <a:gd name="T24" fmla="*/ 278 w 27"/>
                <a:gd name="T25" fmla="*/ 238 h 22"/>
                <a:gd name="T26" fmla="*/ 258 w 27"/>
                <a:gd name="T27" fmla="*/ 208 h 22"/>
                <a:gd name="T28" fmla="*/ 258 w 27"/>
                <a:gd name="T29" fmla="*/ 83 h 22"/>
                <a:gd name="T30" fmla="*/ 184 w 27"/>
                <a:gd name="T31" fmla="*/ 20 h 22"/>
                <a:gd name="T32" fmla="*/ 74 w 27"/>
                <a:gd name="T33" fmla="*/ 33 h 22"/>
                <a:gd name="T34" fmla="*/ 0 w 27"/>
                <a:gd name="T35" fmla="*/ 145 h 22"/>
                <a:gd name="T36" fmla="*/ 104 w 27"/>
                <a:gd name="T37" fmla="*/ 188 h 22"/>
                <a:gd name="T38" fmla="*/ 104 w 27"/>
                <a:gd name="T39" fmla="*/ 188 h 22"/>
                <a:gd name="T40" fmla="*/ 104 w 27"/>
                <a:gd name="T41" fmla="*/ 188 h 22"/>
                <a:gd name="T42" fmla="*/ 154 w 27"/>
                <a:gd name="T43" fmla="*/ 145 h 22"/>
                <a:gd name="T44" fmla="*/ 154 w 27"/>
                <a:gd name="T45" fmla="*/ 125 h 22"/>
                <a:gd name="T46" fmla="*/ 154 w 27"/>
                <a:gd name="T47" fmla="*/ 125 h 22"/>
                <a:gd name="T48" fmla="*/ 166 w 27"/>
                <a:gd name="T49" fmla="*/ 113 h 22"/>
                <a:gd name="T50" fmla="*/ 166 w 27"/>
                <a:gd name="T51" fmla="*/ 113 h 22"/>
                <a:gd name="T52" fmla="*/ 154 w 27"/>
                <a:gd name="T53" fmla="*/ 125 h 22"/>
                <a:gd name="T54" fmla="*/ 154 w 27"/>
                <a:gd name="T55" fmla="*/ 125 h 22"/>
                <a:gd name="T56" fmla="*/ 154 w 27"/>
                <a:gd name="T57" fmla="*/ 125 h 22"/>
                <a:gd name="T58" fmla="*/ 154 w 27"/>
                <a:gd name="T59" fmla="*/ 125 h 22"/>
                <a:gd name="T60" fmla="*/ 154 w 27"/>
                <a:gd name="T61" fmla="*/ 145 h 22"/>
                <a:gd name="T62" fmla="*/ 154 w 27"/>
                <a:gd name="T63" fmla="*/ 270 h 22"/>
                <a:gd name="T64" fmla="*/ 258 w 27"/>
                <a:gd name="T65" fmla="*/ 345 h 22"/>
                <a:gd name="T66" fmla="*/ 400 w 27"/>
                <a:gd name="T67" fmla="*/ 270 h 22"/>
                <a:gd name="T68" fmla="*/ 412 w 27"/>
                <a:gd name="T69" fmla="*/ 238 h 22"/>
                <a:gd name="T70" fmla="*/ 412 w 27"/>
                <a:gd name="T71" fmla="*/ 238 h 22"/>
                <a:gd name="T72" fmla="*/ 412 w 27"/>
                <a:gd name="T73" fmla="*/ 238 h 22"/>
                <a:gd name="T74" fmla="*/ 400 w 27"/>
                <a:gd name="T75" fmla="*/ 220 h 22"/>
                <a:gd name="T76" fmla="*/ 412 w 27"/>
                <a:gd name="T77" fmla="*/ 238 h 22"/>
                <a:gd name="T78" fmla="*/ 412 w 27"/>
                <a:gd name="T79" fmla="*/ 238 h 2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7" h="22">
                  <a:moveTo>
                    <a:pt x="22" y="9"/>
                  </a:moveTo>
                  <a:cubicBezTo>
                    <a:pt x="21" y="10"/>
                    <a:pt x="20" y="10"/>
                    <a:pt x="20" y="11"/>
                  </a:cubicBezTo>
                  <a:cubicBezTo>
                    <a:pt x="19" y="12"/>
                    <a:pt x="18" y="13"/>
                    <a:pt x="18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4"/>
                    <a:pt x="17" y="14"/>
                    <a:pt x="17" y="13"/>
                  </a:cubicBezTo>
                  <a:cubicBezTo>
                    <a:pt x="17" y="12"/>
                    <a:pt x="18" y="11"/>
                    <a:pt x="18" y="9"/>
                  </a:cubicBezTo>
                  <a:cubicBezTo>
                    <a:pt x="18" y="8"/>
                    <a:pt x="18" y="6"/>
                    <a:pt x="17" y="5"/>
                  </a:cubicBezTo>
                  <a:cubicBezTo>
                    <a:pt x="16" y="4"/>
                    <a:pt x="16" y="3"/>
                    <a:pt x="15" y="2"/>
                  </a:cubicBezTo>
                  <a:cubicBezTo>
                    <a:pt x="14" y="1"/>
                    <a:pt x="13" y="1"/>
                    <a:pt x="12" y="1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8" y="0"/>
                    <a:pt x="6" y="1"/>
                    <a:pt x="5" y="2"/>
                  </a:cubicBezTo>
                  <a:cubicBezTo>
                    <a:pt x="3" y="4"/>
                    <a:pt x="2" y="5"/>
                    <a:pt x="1" y="7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8" y="11"/>
                    <a:pt x="9" y="10"/>
                  </a:cubicBezTo>
                  <a:cubicBezTo>
                    <a:pt x="9" y="9"/>
                    <a:pt x="9" y="9"/>
                    <a:pt x="10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10" y="10"/>
                    <a:pt x="9" y="12"/>
                    <a:pt x="9" y="13"/>
                  </a:cubicBezTo>
                  <a:cubicBezTo>
                    <a:pt x="9" y="14"/>
                    <a:pt x="10" y="16"/>
                    <a:pt x="10" y="17"/>
                  </a:cubicBezTo>
                  <a:cubicBezTo>
                    <a:pt x="11" y="19"/>
                    <a:pt x="12" y="21"/>
                    <a:pt x="14" y="21"/>
                  </a:cubicBezTo>
                  <a:cubicBezTo>
                    <a:pt x="15" y="22"/>
                    <a:pt x="16" y="22"/>
                    <a:pt x="17" y="22"/>
                  </a:cubicBezTo>
                  <a:cubicBezTo>
                    <a:pt x="19" y="22"/>
                    <a:pt x="21" y="22"/>
                    <a:pt x="22" y="21"/>
                  </a:cubicBezTo>
                  <a:cubicBezTo>
                    <a:pt x="24" y="19"/>
                    <a:pt x="25" y="18"/>
                    <a:pt x="26" y="17"/>
                  </a:cubicBezTo>
                  <a:cubicBezTo>
                    <a:pt x="26" y="16"/>
                    <a:pt x="26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lnTo>
                    <a:pt x="22" y="9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2" name="Freeform 288">
              <a:extLst>
                <a:ext uri="{FF2B5EF4-FFF2-40B4-BE49-F238E27FC236}">
                  <a16:creationId xmlns:a16="http://schemas.microsoft.com/office/drawing/2014/main" id="{9E15737A-D2FC-4807-981F-B959E10DD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491"/>
              <a:ext cx="67" cy="55"/>
            </a:xfrm>
            <a:custGeom>
              <a:avLst/>
              <a:gdLst>
                <a:gd name="T0" fmla="*/ 308 w 27"/>
                <a:gd name="T1" fmla="*/ 175 h 22"/>
                <a:gd name="T2" fmla="*/ 278 w 27"/>
                <a:gd name="T3" fmla="*/ 220 h 22"/>
                <a:gd name="T4" fmla="*/ 278 w 27"/>
                <a:gd name="T5" fmla="*/ 238 h 22"/>
                <a:gd name="T6" fmla="*/ 278 w 27"/>
                <a:gd name="T7" fmla="*/ 220 h 22"/>
                <a:gd name="T8" fmla="*/ 278 w 27"/>
                <a:gd name="T9" fmla="*/ 220 h 22"/>
                <a:gd name="T10" fmla="*/ 278 w 27"/>
                <a:gd name="T11" fmla="*/ 220 h 22"/>
                <a:gd name="T12" fmla="*/ 278 w 27"/>
                <a:gd name="T13" fmla="*/ 238 h 22"/>
                <a:gd name="T14" fmla="*/ 278 w 27"/>
                <a:gd name="T15" fmla="*/ 220 h 22"/>
                <a:gd name="T16" fmla="*/ 278 w 27"/>
                <a:gd name="T17" fmla="*/ 220 h 22"/>
                <a:gd name="T18" fmla="*/ 258 w 27"/>
                <a:gd name="T19" fmla="*/ 238 h 22"/>
                <a:gd name="T20" fmla="*/ 278 w 27"/>
                <a:gd name="T21" fmla="*/ 238 h 22"/>
                <a:gd name="T22" fmla="*/ 278 w 27"/>
                <a:gd name="T23" fmla="*/ 220 h 22"/>
                <a:gd name="T24" fmla="*/ 278 w 27"/>
                <a:gd name="T25" fmla="*/ 238 h 22"/>
                <a:gd name="T26" fmla="*/ 278 w 27"/>
                <a:gd name="T27" fmla="*/ 208 h 22"/>
                <a:gd name="T28" fmla="*/ 258 w 27"/>
                <a:gd name="T29" fmla="*/ 63 h 22"/>
                <a:gd name="T30" fmla="*/ 196 w 27"/>
                <a:gd name="T31" fmla="*/ 20 h 22"/>
                <a:gd name="T32" fmla="*/ 74 w 27"/>
                <a:gd name="T33" fmla="*/ 33 h 22"/>
                <a:gd name="T34" fmla="*/ 0 w 27"/>
                <a:gd name="T35" fmla="*/ 145 h 22"/>
                <a:gd name="T36" fmla="*/ 124 w 27"/>
                <a:gd name="T37" fmla="*/ 188 h 22"/>
                <a:gd name="T38" fmla="*/ 124 w 27"/>
                <a:gd name="T39" fmla="*/ 188 h 22"/>
                <a:gd name="T40" fmla="*/ 124 w 27"/>
                <a:gd name="T41" fmla="*/ 188 h 22"/>
                <a:gd name="T42" fmla="*/ 154 w 27"/>
                <a:gd name="T43" fmla="*/ 145 h 22"/>
                <a:gd name="T44" fmla="*/ 166 w 27"/>
                <a:gd name="T45" fmla="*/ 125 h 22"/>
                <a:gd name="T46" fmla="*/ 154 w 27"/>
                <a:gd name="T47" fmla="*/ 125 h 22"/>
                <a:gd name="T48" fmla="*/ 166 w 27"/>
                <a:gd name="T49" fmla="*/ 113 h 22"/>
                <a:gd name="T50" fmla="*/ 166 w 27"/>
                <a:gd name="T51" fmla="*/ 113 h 22"/>
                <a:gd name="T52" fmla="*/ 154 w 27"/>
                <a:gd name="T53" fmla="*/ 125 h 22"/>
                <a:gd name="T54" fmla="*/ 154 w 27"/>
                <a:gd name="T55" fmla="*/ 125 h 22"/>
                <a:gd name="T56" fmla="*/ 154 w 27"/>
                <a:gd name="T57" fmla="*/ 125 h 22"/>
                <a:gd name="T58" fmla="*/ 154 w 27"/>
                <a:gd name="T59" fmla="*/ 125 h 22"/>
                <a:gd name="T60" fmla="*/ 154 w 27"/>
                <a:gd name="T61" fmla="*/ 145 h 22"/>
                <a:gd name="T62" fmla="*/ 166 w 27"/>
                <a:gd name="T63" fmla="*/ 270 h 22"/>
                <a:gd name="T64" fmla="*/ 278 w 27"/>
                <a:gd name="T65" fmla="*/ 345 h 22"/>
                <a:gd name="T66" fmla="*/ 400 w 27"/>
                <a:gd name="T67" fmla="*/ 270 h 22"/>
                <a:gd name="T68" fmla="*/ 412 w 27"/>
                <a:gd name="T69" fmla="*/ 238 h 22"/>
                <a:gd name="T70" fmla="*/ 412 w 27"/>
                <a:gd name="T71" fmla="*/ 238 h 22"/>
                <a:gd name="T72" fmla="*/ 412 w 27"/>
                <a:gd name="T73" fmla="*/ 238 h 22"/>
                <a:gd name="T74" fmla="*/ 400 w 27"/>
                <a:gd name="T75" fmla="*/ 220 h 22"/>
                <a:gd name="T76" fmla="*/ 412 w 27"/>
                <a:gd name="T77" fmla="*/ 238 h 22"/>
                <a:gd name="T78" fmla="*/ 412 w 27"/>
                <a:gd name="T79" fmla="*/ 238 h 2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7" h="22">
                  <a:moveTo>
                    <a:pt x="23" y="9"/>
                  </a:moveTo>
                  <a:cubicBezTo>
                    <a:pt x="21" y="10"/>
                    <a:pt x="21" y="10"/>
                    <a:pt x="20" y="11"/>
                  </a:cubicBezTo>
                  <a:cubicBezTo>
                    <a:pt x="19" y="12"/>
                    <a:pt x="19" y="13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3"/>
                  </a:cubicBezTo>
                  <a:cubicBezTo>
                    <a:pt x="18" y="12"/>
                    <a:pt x="18" y="11"/>
                    <a:pt x="18" y="9"/>
                  </a:cubicBezTo>
                  <a:cubicBezTo>
                    <a:pt x="18" y="8"/>
                    <a:pt x="18" y="6"/>
                    <a:pt x="17" y="4"/>
                  </a:cubicBezTo>
                  <a:cubicBezTo>
                    <a:pt x="17" y="4"/>
                    <a:pt x="16" y="3"/>
                    <a:pt x="16" y="2"/>
                  </a:cubicBezTo>
                  <a:cubicBezTo>
                    <a:pt x="15" y="1"/>
                    <a:pt x="14" y="1"/>
                    <a:pt x="13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4" y="4"/>
                    <a:pt x="2" y="5"/>
                    <a:pt x="2" y="7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1"/>
                    <a:pt x="9" y="10"/>
                  </a:cubicBezTo>
                  <a:cubicBezTo>
                    <a:pt x="9" y="9"/>
                    <a:pt x="10" y="9"/>
                    <a:pt x="10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10" y="10"/>
                    <a:pt x="10" y="11"/>
                    <a:pt x="10" y="13"/>
                  </a:cubicBezTo>
                  <a:cubicBezTo>
                    <a:pt x="10" y="14"/>
                    <a:pt x="10" y="16"/>
                    <a:pt x="11" y="17"/>
                  </a:cubicBezTo>
                  <a:cubicBezTo>
                    <a:pt x="11" y="19"/>
                    <a:pt x="12" y="21"/>
                    <a:pt x="14" y="21"/>
                  </a:cubicBezTo>
                  <a:cubicBezTo>
                    <a:pt x="15" y="22"/>
                    <a:pt x="17" y="22"/>
                    <a:pt x="18" y="22"/>
                  </a:cubicBezTo>
                  <a:cubicBezTo>
                    <a:pt x="20" y="22"/>
                    <a:pt x="21" y="22"/>
                    <a:pt x="22" y="21"/>
                  </a:cubicBezTo>
                  <a:cubicBezTo>
                    <a:pt x="24" y="19"/>
                    <a:pt x="25" y="18"/>
                    <a:pt x="26" y="17"/>
                  </a:cubicBezTo>
                  <a:cubicBezTo>
                    <a:pt x="26" y="16"/>
                    <a:pt x="27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lnTo>
                    <a:pt x="23" y="9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3" name="Freeform 289">
              <a:extLst>
                <a:ext uri="{FF2B5EF4-FFF2-40B4-BE49-F238E27FC236}">
                  <a16:creationId xmlns:a16="http://schemas.microsoft.com/office/drawing/2014/main" id="{A04BF7D9-1F57-4D5D-90D9-78E1630CE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456"/>
              <a:ext cx="68" cy="50"/>
            </a:xfrm>
            <a:custGeom>
              <a:avLst/>
              <a:gdLst>
                <a:gd name="T0" fmla="*/ 305 w 27"/>
                <a:gd name="T1" fmla="*/ 188 h 20"/>
                <a:gd name="T2" fmla="*/ 305 w 27"/>
                <a:gd name="T3" fmla="*/ 188 h 20"/>
                <a:gd name="T4" fmla="*/ 305 w 27"/>
                <a:gd name="T5" fmla="*/ 188 h 20"/>
                <a:gd name="T6" fmla="*/ 305 w 27"/>
                <a:gd name="T7" fmla="*/ 188 h 20"/>
                <a:gd name="T8" fmla="*/ 305 w 27"/>
                <a:gd name="T9" fmla="*/ 175 h 20"/>
                <a:gd name="T10" fmla="*/ 317 w 27"/>
                <a:gd name="T11" fmla="*/ 188 h 20"/>
                <a:gd name="T12" fmla="*/ 305 w 27"/>
                <a:gd name="T13" fmla="*/ 175 h 20"/>
                <a:gd name="T14" fmla="*/ 285 w 27"/>
                <a:gd name="T15" fmla="*/ 220 h 20"/>
                <a:gd name="T16" fmla="*/ 285 w 27"/>
                <a:gd name="T17" fmla="*/ 188 h 20"/>
                <a:gd name="T18" fmla="*/ 285 w 27"/>
                <a:gd name="T19" fmla="*/ 188 h 20"/>
                <a:gd name="T20" fmla="*/ 305 w 27"/>
                <a:gd name="T21" fmla="*/ 188 h 20"/>
                <a:gd name="T22" fmla="*/ 285 w 27"/>
                <a:gd name="T23" fmla="*/ 220 h 20"/>
                <a:gd name="T24" fmla="*/ 285 w 27"/>
                <a:gd name="T25" fmla="*/ 208 h 20"/>
                <a:gd name="T26" fmla="*/ 305 w 27"/>
                <a:gd name="T27" fmla="*/ 188 h 20"/>
                <a:gd name="T28" fmla="*/ 305 w 27"/>
                <a:gd name="T29" fmla="*/ 188 h 20"/>
                <a:gd name="T30" fmla="*/ 305 w 27"/>
                <a:gd name="T31" fmla="*/ 188 h 20"/>
                <a:gd name="T32" fmla="*/ 305 w 27"/>
                <a:gd name="T33" fmla="*/ 188 h 20"/>
                <a:gd name="T34" fmla="*/ 305 w 27"/>
                <a:gd name="T35" fmla="*/ 188 h 20"/>
                <a:gd name="T36" fmla="*/ 209 w 27"/>
                <a:gd name="T37" fmla="*/ 63 h 20"/>
                <a:gd name="T38" fmla="*/ 146 w 27"/>
                <a:gd name="T39" fmla="*/ 20 h 20"/>
                <a:gd name="T40" fmla="*/ 63 w 27"/>
                <a:gd name="T41" fmla="*/ 20 h 20"/>
                <a:gd name="T42" fmla="*/ 20 w 27"/>
                <a:gd name="T43" fmla="*/ 50 h 20"/>
                <a:gd name="T44" fmla="*/ 0 w 27"/>
                <a:gd name="T45" fmla="*/ 113 h 20"/>
                <a:gd name="T46" fmla="*/ 0 w 27"/>
                <a:gd name="T47" fmla="*/ 95 h 20"/>
                <a:gd name="T48" fmla="*/ 33 w 27"/>
                <a:gd name="T49" fmla="*/ 113 h 20"/>
                <a:gd name="T50" fmla="*/ 33 w 27"/>
                <a:gd name="T51" fmla="*/ 125 h 20"/>
                <a:gd name="T52" fmla="*/ 0 w 27"/>
                <a:gd name="T53" fmla="*/ 95 h 20"/>
                <a:gd name="T54" fmla="*/ 20 w 27"/>
                <a:gd name="T55" fmla="*/ 95 h 20"/>
                <a:gd name="T56" fmla="*/ 96 w 27"/>
                <a:gd name="T57" fmla="*/ 188 h 20"/>
                <a:gd name="T58" fmla="*/ 126 w 27"/>
                <a:gd name="T59" fmla="*/ 125 h 20"/>
                <a:gd name="T60" fmla="*/ 126 w 27"/>
                <a:gd name="T61" fmla="*/ 125 h 20"/>
                <a:gd name="T62" fmla="*/ 126 w 27"/>
                <a:gd name="T63" fmla="*/ 125 h 20"/>
                <a:gd name="T64" fmla="*/ 113 w 27"/>
                <a:gd name="T65" fmla="*/ 113 h 20"/>
                <a:gd name="T66" fmla="*/ 113 w 27"/>
                <a:gd name="T67" fmla="*/ 113 h 20"/>
                <a:gd name="T68" fmla="*/ 126 w 27"/>
                <a:gd name="T69" fmla="*/ 125 h 20"/>
                <a:gd name="T70" fmla="*/ 126 w 27"/>
                <a:gd name="T71" fmla="*/ 125 h 20"/>
                <a:gd name="T72" fmla="*/ 126 w 27"/>
                <a:gd name="T73" fmla="*/ 125 h 20"/>
                <a:gd name="T74" fmla="*/ 113 w 27"/>
                <a:gd name="T75" fmla="*/ 125 h 20"/>
                <a:gd name="T76" fmla="*/ 113 w 27"/>
                <a:gd name="T77" fmla="*/ 83 h 20"/>
                <a:gd name="T78" fmla="*/ 113 w 27"/>
                <a:gd name="T79" fmla="*/ 95 h 20"/>
                <a:gd name="T80" fmla="*/ 113 w 27"/>
                <a:gd name="T81" fmla="*/ 125 h 20"/>
                <a:gd name="T82" fmla="*/ 96 w 27"/>
                <a:gd name="T83" fmla="*/ 125 h 20"/>
                <a:gd name="T84" fmla="*/ 96 w 27"/>
                <a:gd name="T85" fmla="*/ 125 h 20"/>
                <a:gd name="T86" fmla="*/ 96 w 27"/>
                <a:gd name="T87" fmla="*/ 113 h 20"/>
                <a:gd name="T88" fmla="*/ 96 w 27"/>
                <a:gd name="T89" fmla="*/ 125 h 20"/>
                <a:gd name="T90" fmla="*/ 96 w 27"/>
                <a:gd name="T91" fmla="*/ 125 h 20"/>
                <a:gd name="T92" fmla="*/ 83 w 27"/>
                <a:gd name="T93" fmla="*/ 125 h 20"/>
                <a:gd name="T94" fmla="*/ 179 w 27"/>
                <a:gd name="T95" fmla="*/ 238 h 20"/>
                <a:gd name="T96" fmla="*/ 254 w 27"/>
                <a:gd name="T97" fmla="*/ 300 h 20"/>
                <a:gd name="T98" fmla="*/ 285 w 27"/>
                <a:gd name="T99" fmla="*/ 313 h 20"/>
                <a:gd name="T100" fmla="*/ 413 w 27"/>
                <a:gd name="T101" fmla="*/ 238 h 20"/>
                <a:gd name="T102" fmla="*/ 413 w 27"/>
                <a:gd name="T103" fmla="*/ 158 h 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7" h="20">
                  <a:moveTo>
                    <a:pt x="19" y="11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2"/>
                    <a:pt x="18" y="12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8" y="11"/>
                    <a:pt x="17" y="10"/>
                  </a:cubicBezTo>
                  <a:cubicBezTo>
                    <a:pt x="16" y="8"/>
                    <a:pt x="14" y="6"/>
                    <a:pt x="13" y="4"/>
                  </a:cubicBezTo>
                  <a:cubicBezTo>
                    <a:pt x="12" y="3"/>
                    <a:pt x="12" y="3"/>
                    <a:pt x="11" y="2"/>
                  </a:cubicBezTo>
                  <a:cubicBezTo>
                    <a:pt x="10" y="1"/>
                    <a:pt x="10" y="1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2"/>
                    <a:pt x="1" y="3"/>
                  </a:cubicBezTo>
                  <a:cubicBezTo>
                    <a:pt x="0" y="5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3"/>
                    <a:pt x="5" y="12"/>
                    <a:pt x="6" y="12"/>
                  </a:cubicBezTo>
                  <a:cubicBezTo>
                    <a:pt x="7" y="11"/>
                    <a:pt x="7" y="10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8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6" y="9"/>
                    <a:pt x="7" y="10"/>
                  </a:cubicBezTo>
                  <a:cubicBezTo>
                    <a:pt x="8" y="11"/>
                    <a:pt x="10" y="13"/>
                    <a:pt x="11" y="15"/>
                  </a:cubicBezTo>
                  <a:cubicBezTo>
                    <a:pt x="12" y="16"/>
                    <a:pt x="13" y="17"/>
                    <a:pt x="14" y="18"/>
                  </a:cubicBezTo>
                  <a:cubicBezTo>
                    <a:pt x="14" y="18"/>
                    <a:pt x="15" y="19"/>
                    <a:pt x="16" y="19"/>
                  </a:cubicBezTo>
                  <a:cubicBezTo>
                    <a:pt x="16" y="19"/>
                    <a:pt x="17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20" y="19"/>
                    <a:pt x="22" y="19"/>
                    <a:pt x="24" y="18"/>
                  </a:cubicBezTo>
                  <a:cubicBezTo>
                    <a:pt x="25" y="17"/>
                    <a:pt x="26" y="16"/>
                    <a:pt x="26" y="15"/>
                  </a:cubicBezTo>
                  <a:cubicBezTo>
                    <a:pt x="26" y="14"/>
                    <a:pt x="27" y="13"/>
                    <a:pt x="27" y="12"/>
                  </a:cubicBezTo>
                  <a:cubicBezTo>
                    <a:pt x="27" y="11"/>
                    <a:pt x="27" y="11"/>
                    <a:pt x="26" y="10"/>
                  </a:cubicBezTo>
                  <a:lnTo>
                    <a:pt x="19" y="11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4" name="Freeform 290">
              <a:extLst>
                <a:ext uri="{FF2B5EF4-FFF2-40B4-BE49-F238E27FC236}">
                  <a16:creationId xmlns:a16="http://schemas.microsoft.com/office/drawing/2014/main" id="{82073FBE-4921-4199-B5F9-96FE91864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436"/>
              <a:ext cx="73" cy="35"/>
            </a:xfrm>
            <a:custGeom>
              <a:avLst/>
              <a:gdLst>
                <a:gd name="T0" fmla="*/ 368 w 29"/>
                <a:gd name="T1" fmla="*/ 63 h 14"/>
                <a:gd name="T2" fmla="*/ 335 w 29"/>
                <a:gd name="T3" fmla="*/ 95 h 14"/>
                <a:gd name="T4" fmla="*/ 335 w 29"/>
                <a:gd name="T5" fmla="*/ 95 h 14"/>
                <a:gd name="T6" fmla="*/ 305 w 29"/>
                <a:gd name="T7" fmla="*/ 83 h 14"/>
                <a:gd name="T8" fmla="*/ 242 w 29"/>
                <a:gd name="T9" fmla="*/ 33 h 14"/>
                <a:gd name="T10" fmla="*/ 126 w 29"/>
                <a:gd name="T11" fmla="*/ 0 h 14"/>
                <a:gd name="T12" fmla="*/ 0 w 29"/>
                <a:gd name="T13" fmla="*/ 33 h 14"/>
                <a:gd name="T14" fmla="*/ 63 w 29"/>
                <a:gd name="T15" fmla="*/ 145 h 14"/>
                <a:gd name="T16" fmla="*/ 126 w 29"/>
                <a:gd name="T17" fmla="*/ 125 h 14"/>
                <a:gd name="T18" fmla="*/ 159 w 29"/>
                <a:gd name="T19" fmla="*/ 145 h 14"/>
                <a:gd name="T20" fmla="*/ 222 w 29"/>
                <a:gd name="T21" fmla="*/ 188 h 14"/>
                <a:gd name="T22" fmla="*/ 335 w 29"/>
                <a:gd name="T23" fmla="*/ 220 h 14"/>
                <a:gd name="T24" fmla="*/ 413 w 29"/>
                <a:gd name="T25" fmla="*/ 188 h 14"/>
                <a:gd name="T26" fmla="*/ 463 w 29"/>
                <a:gd name="T27" fmla="*/ 145 h 14"/>
                <a:gd name="T28" fmla="*/ 368 w 29"/>
                <a:gd name="T29" fmla="*/ 63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" h="14">
                  <a:moveTo>
                    <a:pt x="23" y="4"/>
                  </a:moveTo>
                  <a:cubicBezTo>
                    <a:pt x="22" y="5"/>
                    <a:pt x="22" y="5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20" y="6"/>
                    <a:pt x="19" y="5"/>
                  </a:cubicBezTo>
                  <a:cubicBezTo>
                    <a:pt x="18" y="5"/>
                    <a:pt x="16" y="3"/>
                    <a:pt x="15" y="2"/>
                  </a:cubicBezTo>
                  <a:cubicBezTo>
                    <a:pt x="13" y="1"/>
                    <a:pt x="11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7" y="8"/>
                    <a:pt x="8" y="8"/>
                  </a:cubicBezTo>
                  <a:cubicBezTo>
                    <a:pt x="8" y="8"/>
                    <a:pt x="9" y="8"/>
                    <a:pt x="10" y="9"/>
                  </a:cubicBezTo>
                  <a:cubicBezTo>
                    <a:pt x="11" y="10"/>
                    <a:pt x="13" y="11"/>
                    <a:pt x="14" y="12"/>
                  </a:cubicBezTo>
                  <a:cubicBezTo>
                    <a:pt x="16" y="13"/>
                    <a:pt x="18" y="14"/>
                    <a:pt x="21" y="14"/>
                  </a:cubicBezTo>
                  <a:cubicBezTo>
                    <a:pt x="22" y="14"/>
                    <a:pt x="24" y="13"/>
                    <a:pt x="26" y="12"/>
                  </a:cubicBezTo>
                  <a:cubicBezTo>
                    <a:pt x="27" y="12"/>
                    <a:pt x="28" y="10"/>
                    <a:pt x="29" y="9"/>
                  </a:cubicBezTo>
                  <a:lnTo>
                    <a:pt x="23" y="4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5" name="Freeform 291">
              <a:extLst>
                <a:ext uri="{FF2B5EF4-FFF2-40B4-BE49-F238E27FC236}">
                  <a16:creationId xmlns:a16="http://schemas.microsoft.com/office/drawing/2014/main" id="{0D0257C1-8496-4B29-8A27-432FA110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431"/>
              <a:ext cx="150" cy="310"/>
            </a:xfrm>
            <a:custGeom>
              <a:avLst/>
              <a:gdLst>
                <a:gd name="T0" fmla="*/ 770 w 60"/>
                <a:gd name="T1" fmla="*/ 1908 h 124"/>
                <a:gd name="T2" fmla="*/ 908 w 60"/>
                <a:gd name="T3" fmla="*/ 1863 h 124"/>
                <a:gd name="T4" fmla="*/ 863 w 60"/>
                <a:gd name="T5" fmla="*/ 1750 h 124"/>
                <a:gd name="T6" fmla="*/ 395 w 60"/>
                <a:gd name="T7" fmla="*/ 1595 h 124"/>
                <a:gd name="T8" fmla="*/ 375 w 60"/>
                <a:gd name="T9" fmla="*/ 1613 h 124"/>
                <a:gd name="T10" fmla="*/ 363 w 60"/>
                <a:gd name="T11" fmla="*/ 1613 h 124"/>
                <a:gd name="T12" fmla="*/ 375 w 60"/>
                <a:gd name="T13" fmla="*/ 1645 h 124"/>
                <a:gd name="T14" fmla="*/ 938 w 60"/>
                <a:gd name="T15" fmla="*/ 1300 h 124"/>
                <a:gd name="T16" fmla="*/ 250 w 60"/>
                <a:gd name="T17" fmla="*/ 925 h 124"/>
                <a:gd name="T18" fmla="*/ 250 w 60"/>
                <a:gd name="T19" fmla="*/ 938 h 124"/>
                <a:gd name="T20" fmla="*/ 250 w 60"/>
                <a:gd name="T21" fmla="*/ 938 h 124"/>
                <a:gd name="T22" fmla="*/ 238 w 60"/>
                <a:gd name="T23" fmla="*/ 970 h 124"/>
                <a:gd name="T24" fmla="*/ 833 w 60"/>
                <a:gd name="T25" fmla="*/ 688 h 124"/>
                <a:gd name="T26" fmla="*/ 875 w 60"/>
                <a:gd name="T27" fmla="*/ 533 h 124"/>
                <a:gd name="T28" fmla="*/ 363 w 60"/>
                <a:gd name="T29" fmla="*/ 270 h 124"/>
                <a:gd name="T30" fmla="*/ 345 w 60"/>
                <a:gd name="T31" fmla="*/ 270 h 124"/>
                <a:gd name="T32" fmla="*/ 345 w 60"/>
                <a:gd name="T33" fmla="*/ 270 h 124"/>
                <a:gd name="T34" fmla="*/ 363 w 60"/>
                <a:gd name="T35" fmla="*/ 300 h 124"/>
                <a:gd name="T36" fmla="*/ 345 w 60"/>
                <a:gd name="T37" fmla="*/ 313 h 124"/>
                <a:gd name="T38" fmla="*/ 345 w 60"/>
                <a:gd name="T39" fmla="*/ 333 h 124"/>
                <a:gd name="T40" fmla="*/ 345 w 60"/>
                <a:gd name="T41" fmla="*/ 333 h 124"/>
                <a:gd name="T42" fmla="*/ 863 w 60"/>
                <a:gd name="T43" fmla="*/ 113 h 124"/>
                <a:gd name="T44" fmla="*/ 408 w 60"/>
                <a:gd name="T45" fmla="*/ 20 h 124"/>
                <a:gd name="T46" fmla="*/ 33 w 60"/>
                <a:gd name="T47" fmla="*/ 125 h 124"/>
                <a:gd name="T48" fmla="*/ 20 w 60"/>
                <a:gd name="T49" fmla="*/ 125 h 124"/>
                <a:gd name="T50" fmla="*/ 750 w 60"/>
                <a:gd name="T51" fmla="*/ 158 h 124"/>
                <a:gd name="T52" fmla="*/ 770 w 60"/>
                <a:gd name="T53" fmla="*/ 158 h 124"/>
                <a:gd name="T54" fmla="*/ 770 w 60"/>
                <a:gd name="T55" fmla="*/ 158 h 124"/>
                <a:gd name="T56" fmla="*/ 750 w 60"/>
                <a:gd name="T57" fmla="*/ 158 h 124"/>
                <a:gd name="T58" fmla="*/ 750 w 60"/>
                <a:gd name="T59" fmla="*/ 145 h 124"/>
                <a:gd name="T60" fmla="*/ 738 w 60"/>
                <a:gd name="T61" fmla="*/ 113 h 124"/>
                <a:gd name="T62" fmla="*/ 750 w 60"/>
                <a:gd name="T63" fmla="*/ 83 h 124"/>
                <a:gd name="T64" fmla="*/ 770 w 60"/>
                <a:gd name="T65" fmla="*/ 63 h 124"/>
                <a:gd name="T66" fmla="*/ 300 w 60"/>
                <a:gd name="T67" fmla="*/ 208 h 124"/>
                <a:gd name="T68" fmla="*/ 313 w 60"/>
                <a:gd name="T69" fmla="*/ 395 h 124"/>
                <a:gd name="T70" fmla="*/ 783 w 60"/>
                <a:gd name="T71" fmla="*/ 613 h 124"/>
                <a:gd name="T72" fmla="*/ 783 w 60"/>
                <a:gd name="T73" fmla="*/ 613 h 124"/>
                <a:gd name="T74" fmla="*/ 783 w 60"/>
                <a:gd name="T75" fmla="*/ 595 h 124"/>
                <a:gd name="T76" fmla="*/ 783 w 60"/>
                <a:gd name="T77" fmla="*/ 583 h 124"/>
                <a:gd name="T78" fmla="*/ 783 w 60"/>
                <a:gd name="T79" fmla="*/ 583 h 124"/>
                <a:gd name="T80" fmla="*/ 188 w 60"/>
                <a:gd name="T81" fmla="*/ 845 h 124"/>
                <a:gd name="T82" fmla="*/ 813 w 60"/>
                <a:gd name="T83" fmla="*/ 1313 h 124"/>
                <a:gd name="T84" fmla="*/ 813 w 60"/>
                <a:gd name="T85" fmla="*/ 1313 h 124"/>
                <a:gd name="T86" fmla="*/ 813 w 60"/>
                <a:gd name="T87" fmla="*/ 1300 h 124"/>
                <a:gd name="T88" fmla="*/ 833 w 60"/>
                <a:gd name="T89" fmla="*/ 1270 h 124"/>
                <a:gd name="T90" fmla="*/ 833 w 60"/>
                <a:gd name="T91" fmla="*/ 1270 h 124"/>
                <a:gd name="T92" fmla="*/ 833 w 60"/>
                <a:gd name="T93" fmla="*/ 1270 h 124"/>
                <a:gd name="T94" fmla="*/ 833 w 60"/>
                <a:gd name="T95" fmla="*/ 1270 h 124"/>
                <a:gd name="T96" fmla="*/ 345 w 60"/>
                <a:gd name="T97" fmla="*/ 1708 h 124"/>
                <a:gd name="T98" fmla="*/ 813 w 60"/>
                <a:gd name="T99" fmla="*/ 1863 h 124"/>
                <a:gd name="T100" fmla="*/ 813 w 60"/>
                <a:gd name="T101" fmla="*/ 1863 h 124"/>
                <a:gd name="T102" fmla="*/ 833 w 60"/>
                <a:gd name="T103" fmla="*/ 1833 h 124"/>
                <a:gd name="T104" fmla="*/ 845 w 60"/>
                <a:gd name="T105" fmla="*/ 1833 h 124"/>
                <a:gd name="T106" fmla="*/ 845 w 60"/>
                <a:gd name="T107" fmla="*/ 1833 h 124"/>
                <a:gd name="T108" fmla="*/ 845 w 60"/>
                <a:gd name="T109" fmla="*/ 1833 h 124"/>
                <a:gd name="T110" fmla="*/ 833 w 60"/>
                <a:gd name="T111" fmla="*/ 1800 h 124"/>
                <a:gd name="T112" fmla="*/ 770 w 60"/>
                <a:gd name="T113" fmla="*/ 1783 h 124"/>
                <a:gd name="T114" fmla="*/ 50 w 60"/>
                <a:gd name="T115" fmla="*/ 1813 h 124"/>
                <a:gd name="T116" fmla="*/ 33 w 60"/>
                <a:gd name="T117" fmla="*/ 1845 h 1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0" h="124">
                  <a:moveTo>
                    <a:pt x="1" y="124"/>
                  </a:moveTo>
                  <a:cubicBezTo>
                    <a:pt x="2" y="124"/>
                    <a:pt x="2" y="124"/>
                    <a:pt x="3" y="124"/>
                  </a:cubicBezTo>
                  <a:cubicBezTo>
                    <a:pt x="5" y="124"/>
                    <a:pt x="8" y="124"/>
                    <a:pt x="12" y="124"/>
                  </a:cubicBezTo>
                  <a:cubicBezTo>
                    <a:pt x="18" y="124"/>
                    <a:pt x="26" y="123"/>
                    <a:pt x="33" y="122"/>
                  </a:cubicBezTo>
                  <a:cubicBezTo>
                    <a:pt x="40" y="122"/>
                    <a:pt x="47" y="122"/>
                    <a:pt x="49" y="122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50" y="122"/>
                    <a:pt x="50" y="122"/>
                    <a:pt x="51" y="122"/>
                  </a:cubicBezTo>
                  <a:cubicBezTo>
                    <a:pt x="52" y="122"/>
                    <a:pt x="54" y="122"/>
                    <a:pt x="55" y="121"/>
                  </a:cubicBezTo>
                  <a:cubicBezTo>
                    <a:pt x="55" y="121"/>
                    <a:pt x="56" y="121"/>
                    <a:pt x="57" y="120"/>
                  </a:cubicBezTo>
                  <a:cubicBezTo>
                    <a:pt x="57" y="120"/>
                    <a:pt x="58" y="119"/>
                    <a:pt x="58" y="119"/>
                  </a:cubicBezTo>
                  <a:cubicBezTo>
                    <a:pt x="58" y="118"/>
                    <a:pt x="59" y="117"/>
                    <a:pt x="59" y="117"/>
                  </a:cubicBezTo>
                  <a:cubicBezTo>
                    <a:pt x="58" y="116"/>
                    <a:pt x="58" y="115"/>
                    <a:pt x="58" y="114"/>
                  </a:cubicBezTo>
                  <a:cubicBezTo>
                    <a:pt x="57" y="113"/>
                    <a:pt x="57" y="113"/>
                    <a:pt x="56" y="113"/>
                  </a:cubicBezTo>
                  <a:cubicBezTo>
                    <a:pt x="56" y="112"/>
                    <a:pt x="55" y="112"/>
                    <a:pt x="55" y="112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3" y="105"/>
                    <a:pt x="23" y="105"/>
                    <a:pt x="23" y="105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5" y="104"/>
                    <a:pt x="25" y="103"/>
                    <a:pt x="25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7" y="88"/>
                    <a:pt x="58" y="87"/>
                    <a:pt x="59" y="87"/>
                  </a:cubicBezTo>
                  <a:cubicBezTo>
                    <a:pt x="60" y="86"/>
                    <a:pt x="60" y="84"/>
                    <a:pt x="60" y="83"/>
                  </a:cubicBezTo>
                  <a:cubicBezTo>
                    <a:pt x="60" y="81"/>
                    <a:pt x="59" y="79"/>
                    <a:pt x="58" y="78"/>
                  </a:cubicBezTo>
                  <a:cubicBezTo>
                    <a:pt x="57" y="77"/>
                    <a:pt x="56" y="77"/>
                    <a:pt x="55" y="76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6" y="61"/>
                    <a:pt x="16" y="61"/>
                    <a:pt x="16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4" y="44"/>
                    <a:pt x="55" y="43"/>
                    <a:pt x="56" y="42"/>
                  </a:cubicBezTo>
                  <a:cubicBezTo>
                    <a:pt x="57" y="40"/>
                    <a:pt x="58" y="39"/>
                    <a:pt x="58" y="38"/>
                  </a:cubicBezTo>
                  <a:cubicBezTo>
                    <a:pt x="58" y="36"/>
                    <a:pt x="57" y="35"/>
                    <a:pt x="56" y="34"/>
                  </a:cubicBezTo>
                  <a:cubicBezTo>
                    <a:pt x="55" y="32"/>
                    <a:pt x="54" y="32"/>
                    <a:pt x="53" y="31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8"/>
                    <a:pt x="23" y="18"/>
                    <a:pt x="22" y="17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3" y="19"/>
                    <a:pt x="23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3" y="11"/>
                    <a:pt x="54" y="11"/>
                    <a:pt x="54" y="10"/>
                  </a:cubicBezTo>
                  <a:cubicBezTo>
                    <a:pt x="54" y="10"/>
                    <a:pt x="55" y="10"/>
                    <a:pt x="55" y="9"/>
                  </a:cubicBezTo>
                  <a:cubicBezTo>
                    <a:pt x="55" y="8"/>
                    <a:pt x="55" y="8"/>
                    <a:pt x="55" y="7"/>
                  </a:cubicBezTo>
                  <a:cubicBezTo>
                    <a:pt x="55" y="6"/>
                    <a:pt x="55" y="5"/>
                    <a:pt x="55" y="5"/>
                  </a:cubicBezTo>
                  <a:cubicBezTo>
                    <a:pt x="54" y="4"/>
                    <a:pt x="54" y="4"/>
                    <a:pt x="53" y="3"/>
                  </a:cubicBezTo>
                  <a:cubicBezTo>
                    <a:pt x="52" y="3"/>
                    <a:pt x="52" y="3"/>
                    <a:pt x="51" y="2"/>
                  </a:cubicBezTo>
                  <a:cubicBezTo>
                    <a:pt x="49" y="2"/>
                    <a:pt x="46" y="2"/>
                    <a:pt x="42" y="1"/>
                  </a:cubicBezTo>
                  <a:cubicBezTo>
                    <a:pt x="39" y="1"/>
                    <a:pt x="33" y="1"/>
                    <a:pt x="26" y="1"/>
                  </a:cubicBezTo>
                  <a:cubicBezTo>
                    <a:pt x="19" y="0"/>
                    <a:pt x="11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4" y="8"/>
                    <a:pt x="5" y="8"/>
                    <a:pt x="6" y="8"/>
                  </a:cubicBezTo>
                  <a:cubicBezTo>
                    <a:pt x="11" y="8"/>
                    <a:pt x="18" y="8"/>
                    <a:pt x="25" y="9"/>
                  </a:cubicBezTo>
                  <a:cubicBezTo>
                    <a:pt x="32" y="9"/>
                    <a:pt x="39" y="9"/>
                    <a:pt x="42" y="9"/>
                  </a:cubicBezTo>
                  <a:cubicBezTo>
                    <a:pt x="45" y="10"/>
                    <a:pt x="47" y="10"/>
                    <a:pt x="48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10"/>
                    <a:pt x="48" y="10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8" y="8"/>
                    <a:pt x="48" y="9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6"/>
                    <a:pt x="47" y="6"/>
                    <a:pt x="47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8" y="4"/>
                    <a:pt x="48" y="5"/>
                    <a:pt x="48" y="5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3"/>
                    <a:pt x="17" y="14"/>
                    <a:pt x="16" y="15"/>
                  </a:cubicBezTo>
                  <a:cubicBezTo>
                    <a:pt x="15" y="16"/>
                    <a:pt x="15" y="17"/>
                    <a:pt x="15" y="19"/>
                  </a:cubicBezTo>
                  <a:cubicBezTo>
                    <a:pt x="15" y="21"/>
                    <a:pt x="16" y="22"/>
                    <a:pt x="17" y="23"/>
                  </a:cubicBezTo>
                  <a:cubicBezTo>
                    <a:pt x="18" y="24"/>
                    <a:pt x="19" y="25"/>
                    <a:pt x="20" y="25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50" y="38"/>
                    <a:pt x="50" y="39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7"/>
                    <a:pt x="50" y="37"/>
                    <a:pt x="50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0" y="55"/>
                    <a:pt x="8" y="58"/>
                    <a:pt x="8" y="60"/>
                  </a:cubicBezTo>
                  <a:cubicBezTo>
                    <a:pt x="8" y="62"/>
                    <a:pt x="9" y="63"/>
                    <a:pt x="9" y="64"/>
                  </a:cubicBezTo>
                  <a:cubicBezTo>
                    <a:pt x="10" y="65"/>
                    <a:pt x="11" y="66"/>
                    <a:pt x="12" y="67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52" y="84"/>
                    <a:pt x="52" y="84"/>
                    <a:pt x="52" y="84"/>
                  </a:cubicBezTo>
                  <a:cubicBezTo>
                    <a:pt x="52" y="84"/>
                    <a:pt x="52" y="84"/>
                    <a:pt x="52" y="84"/>
                  </a:cubicBezTo>
                  <a:cubicBezTo>
                    <a:pt x="52" y="84"/>
                    <a:pt x="52" y="84"/>
                    <a:pt x="52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3"/>
                    <a:pt x="53" y="83"/>
                    <a:pt x="53" y="83"/>
                  </a:cubicBezTo>
                  <a:cubicBezTo>
                    <a:pt x="52" y="84"/>
                    <a:pt x="52" y="84"/>
                    <a:pt x="52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3"/>
                    <a:pt x="53" y="83"/>
                    <a:pt x="53" y="83"/>
                  </a:cubicBezTo>
                  <a:cubicBezTo>
                    <a:pt x="52" y="84"/>
                    <a:pt x="52" y="84"/>
                    <a:pt x="52" y="84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2" y="83"/>
                    <a:pt x="52" y="83"/>
                    <a:pt x="52" y="84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2" y="81"/>
                    <a:pt x="52" y="82"/>
                    <a:pt x="52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22" y="101"/>
                    <a:pt x="22" y="101"/>
                    <a:pt x="22" y="101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19" y="98"/>
                    <a:pt x="17" y="101"/>
                    <a:pt x="17" y="103"/>
                  </a:cubicBezTo>
                  <a:cubicBezTo>
                    <a:pt x="17" y="105"/>
                    <a:pt x="19" y="108"/>
                    <a:pt x="22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3" y="117"/>
                    <a:pt x="53" y="117"/>
                    <a:pt x="53" y="117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3" y="117"/>
                    <a:pt x="53" y="117"/>
                    <a:pt x="53" y="117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1" y="117"/>
                    <a:pt x="51" y="117"/>
                    <a:pt x="51" y="117"/>
                  </a:cubicBezTo>
                  <a:cubicBezTo>
                    <a:pt x="51" y="118"/>
                    <a:pt x="51" y="118"/>
                    <a:pt x="51" y="119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1" y="117"/>
                    <a:pt x="51" y="117"/>
                    <a:pt x="51" y="117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6"/>
                    <a:pt x="51" y="116"/>
                    <a:pt x="51" y="117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52" y="114"/>
                    <a:pt x="51" y="114"/>
                    <a:pt x="51" y="115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2" y="114"/>
                    <a:pt x="52" y="114"/>
                    <a:pt x="51" y="114"/>
                  </a:cubicBezTo>
                  <a:cubicBezTo>
                    <a:pt x="51" y="114"/>
                    <a:pt x="50" y="114"/>
                    <a:pt x="50" y="114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47" y="114"/>
                    <a:pt x="44" y="114"/>
                    <a:pt x="39" y="114"/>
                  </a:cubicBezTo>
                  <a:cubicBezTo>
                    <a:pt x="33" y="114"/>
                    <a:pt x="25" y="115"/>
                    <a:pt x="18" y="116"/>
                  </a:cubicBezTo>
                  <a:cubicBezTo>
                    <a:pt x="14" y="116"/>
                    <a:pt x="11" y="116"/>
                    <a:pt x="8" y="116"/>
                  </a:cubicBezTo>
                  <a:cubicBezTo>
                    <a:pt x="6" y="116"/>
                    <a:pt x="4" y="116"/>
                    <a:pt x="3" y="116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3" y="116"/>
                    <a:pt x="3" y="116"/>
                    <a:pt x="3" y="116"/>
                  </a:cubicBezTo>
                  <a:lnTo>
                    <a:pt x="1" y="124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6" name="Freeform 292">
              <a:extLst>
                <a:ext uri="{FF2B5EF4-FFF2-40B4-BE49-F238E27FC236}">
                  <a16:creationId xmlns:a16="http://schemas.microsoft.com/office/drawing/2014/main" id="{C42D13B4-85D9-4F29-A50A-F0084D1AD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431"/>
              <a:ext cx="168" cy="307"/>
            </a:xfrm>
            <a:custGeom>
              <a:avLst/>
              <a:gdLst>
                <a:gd name="T0" fmla="*/ 176 w 67"/>
                <a:gd name="T1" fmla="*/ 1757 h 123"/>
                <a:gd name="T2" fmla="*/ 176 w 67"/>
                <a:gd name="T3" fmla="*/ 1775 h 123"/>
                <a:gd name="T4" fmla="*/ 176 w 67"/>
                <a:gd name="T5" fmla="*/ 1787 h 123"/>
                <a:gd name="T6" fmla="*/ 188 w 67"/>
                <a:gd name="T7" fmla="*/ 1820 h 123"/>
                <a:gd name="T8" fmla="*/ 176 w 67"/>
                <a:gd name="T9" fmla="*/ 1849 h 123"/>
                <a:gd name="T10" fmla="*/ 176 w 67"/>
                <a:gd name="T11" fmla="*/ 1849 h 123"/>
                <a:gd name="T12" fmla="*/ 145 w 67"/>
                <a:gd name="T13" fmla="*/ 1787 h 123"/>
                <a:gd name="T14" fmla="*/ 930 w 67"/>
                <a:gd name="T15" fmla="*/ 1508 h 123"/>
                <a:gd name="T16" fmla="*/ 376 w 67"/>
                <a:gd name="T17" fmla="*/ 1258 h 123"/>
                <a:gd name="T18" fmla="*/ 364 w 67"/>
                <a:gd name="T19" fmla="*/ 1278 h 123"/>
                <a:gd name="T20" fmla="*/ 346 w 67"/>
                <a:gd name="T21" fmla="*/ 1290 h 123"/>
                <a:gd name="T22" fmla="*/ 346 w 67"/>
                <a:gd name="T23" fmla="*/ 1290 h 123"/>
                <a:gd name="T24" fmla="*/ 364 w 67"/>
                <a:gd name="T25" fmla="*/ 1290 h 123"/>
                <a:gd name="T26" fmla="*/ 376 w 67"/>
                <a:gd name="T27" fmla="*/ 1308 h 123"/>
                <a:gd name="T28" fmla="*/ 993 w 67"/>
                <a:gd name="T29" fmla="*/ 1028 h 123"/>
                <a:gd name="T30" fmla="*/ 1038 w 67"/>
                <a:gd name="T31" fmla="*/ 884 h 123"/>
                <a:gd name="T32" fmla="*/ 301 w 67"/>
                <a:gd name="T33" fmla="*/ 592 h 123"/>
                <a:gd name="T34" fmla="*/ 283 w 67"/>
                <a:gd name="T35" fmla="*/ 592 h 123"/>
                <a:gd name="T36" fmla="*/ 301 w 67"/>
                <a:gd name="T37" fmla="*/ 604 h 123"/>
                <a:gd name="T38" fmla="*/ 301 w 67"/>
                <a:gd name="T39" fmla="*/ 604 h 123"/>
                <a:gd name="T40" fmla="*/ 301 w 67"/>
                <a:gd name="T41" fmla="*/ 624 h 123"/>
                <a:gd name="T42" fmla="*/ 900 w 67"/>
                <a:gd name="T43" fmla="*/ 354 h 123"/>
                <a:gd name="T44" fmla="*/ 83 w 67"/>
                <a:gd name="T45" fmla="*/ 42 h 123"/>
                <a:gd name="T46" fmla="*/ 95 w 67"/>
                <a:gd name="T47" fmla="*/ 42 h 123"/>
                <a:gd name="T48" fmla="*/ 113 w 67"/>
                <a:gd name="T49" fmla="*/ 62 h 123"/>
                <a:gd name="T50" fmla="*/ 125 w 67"/>
                <a:gd name="T51" fmla="*/ 75 h 123"/>
                <a:gd name="T52" fmla="*/ 125 w 67"/>
                <a:gd name="T53" fmla="*/ 92 h 123"/>
                <a:gd name="T54" fmla="*/ 125 w 67"/>
                <a:gd name="T55" fmla="*/ 125 h 123"/>
                <a:gd name="T56" fmla="*/ 95 w 67"/>
                <a:gd name="T57" fmla="*/ 155 h 123"/>
                <a:gd name="T58" fmla="*/ 95 w 67"/>
                <a:gd name="T59" fmla="*/ 155 h 123"/>
                <a:gd name="T60" fmla="*/ 376 w 67"/>
                <a:gd name="T61" fmla="*/ 125 h 123"/>
                <a:gd name="T62" fmla="*/ 95 w 67"/>
                <a:gd name="T63" fmla="*/ 30 h 123"/>
                <a:gd name="T64" fmla="*/ 0 w 67"/>
                <a:gd name="T65" fmla="*/ 125 h 123"/>
                <a:gd name="T66" fmla="*/ 835 w 67"/>
                <a:gd name="T67" fmla="*/ 262 h 123"/>
                <a:gd name="T68" fmla="*/ 817 w 67"/>
                <a:gd name="T69" fmla="*/ 324 h 123"/>
                <a:gd name="T70" fmla="*/ 817 w 67"/>
                <a:gd name="T71" fmla="*/ 324 h 123"/>
                <a:gd name="T72" fmla="*/ 805 w 67"/>
                <a:gd name="T73" fmla="*/ 312 h 123"/>
                <a:gd name="T74" fmla="*/ 805 w 67"/>
                <a:gd name="T75" fmla="*/ 292 h 123"/>
                <a:gd name="T76" fmla="*/ 817 w 67"/>
                <a:gd name="T77" fmla="*/ 280 h 123"/>
                <a:gd name="T78" fmla="*/ 805 w 67"/>
                <a:gd name="T79" fmla="*/ 280 h 123"/>
                <a:gd name="T80" fmla="*/ 188 w 67"/>
                <a:gd name="T81" fmla="*/ 592 h 123"/>
                <a:gd name="T82" fmla="*/ 943 w 67"/>
                <a:gd name="T83" fmla="*/ 933 h 123"/>
                <a:gd name="T84" fmla="*/ 943 w 67"/>
                <a:gd name="T85" fmla="*/ 933 h 123"/>
                <a:gd name="T86" fmla="*/ 963 w 67"/>
                <a:gd name="T87" fmla="*/ 933 h 123"/>
                <a:gd name="T88" fmla="*/ 963 w 67"/>
                <a:gd name="T89" fmla="*/ 933 h 123"/>
                <a:gd name="T90" fmla="*/ 943 w 67"/>
                <a:gd name="T91" fmla="*/ 916 h 123"/>
                <a:gd name="T92" fmla="*/ 251 w 67"/>
                <a:gd name="T93" fmla="*/ 1290 h 123"/>
                <a:gd name="T94" fmla="*/ 900 w 67"/>
                <a:gd name="T95" fmla="*/ 1570 h 123"/>
                <a:gd name="T96" fmla="*/ 900 w 67"/>
                <a:gd name="T97" fmla="*/ 1587 h 123"/>
                <a:gd name="T98" fmla="*/ 880 w 67"/>
                <a:gd name="T99" fmla="*/ 1587 h 123"/>
                <a:gd name="T100" fmla="*/ 868 w 67"/>
                <a:gd name="T101" fmla="*/ 1587 h 123"/>
                <a:gd name="T102" fmla="*/ 868 w 67"/>
                <a:gd name="T103" fmla="*/ 1570 h 123"/>
                <a:gd name="T104" fmla="*/ 125 w 67"/>
                <a:gd name="T105" fmla="*/ 1725 h 123"/>
                <a:gd name="T106" fmla="*/ 63 w 67"/>
                <a:gd name="T107" fmla="*/ 1849 h 123"/>
                <a:gd name="T108" fmla="*/ 208 w 67"/>
                <a:gd name="T109" fmla="*/ 1882 h 12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7" h="123">
                  <a:moveTo>
                    <a:pt x="44" y="115"/>
                  </a:moveTo>
                  <a:cubicBezTo>
                    <a:pt x="39" y="115"/>
                    <a:pt x="33" y="114"/>
                    <a:pt x="27" y="114"/>
                  </a:cubicBezTo>
                  <a:cubicBezTo>
                    <a:pt x="21" y="114"/>
                    <a:pt x="16" y="113"/>
                    <a:pt x="13" y="113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12" y="113"/>
                    <a:pt x="11" y="113"/>
                  </a:cubicBezTo>
                  <a:cubicBezTo>
                    <a:pt x="11" y="113"/>
                    <a:pt x="10" y="113"/>
                    <a:pt x="10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9" y="116"/>
                    <a:pt x="9" y="116"/>
                    <a:pt x="9" y="116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9" y="116"/>
                    <a:pt x="9" y="116"/>
                    <a:pt x="9" y="116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12" y="116"/>
                    <a:pt x="12" y="115"/>
                    <a:pt x="11" y="115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1" y="118"/>
                    <a:pt x="12" y="118"/>
                    <a:pt x="12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9" y="115"/>
                    <a:pt x="9" y="115"/>
                    <a:pt x="9" y="115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58" y="109"/>
                    <a:pt x="58" y="109"/>
                    <a:pt x="58" y="109"/>
                  </a:cubicBezTo>
                  <a:cubicBezTo>
                    <a:pt x="58" y="109"/>
                    <a:pt x="58" y="109"/>
                    <a:pt x="58" y="109"/>
                  </a:cubicBezTo>
                  <a:cubicBezTo>
                    <a:pt x="61" y="108"/>
                    <a:pt x="62" y="105"/>
                    <a:pt x="62" y="102"/>
                  </a:cubicBezTo>
                  <a:cubicBezTo>
                    <a:pt x="62" y="100"/>
                    <a:pt x="61" y="98"/>
                    <a:pt x="59" y="97"/>
                  </a:cubicBezTo>
                  <a:cubicBezTo>
                    <a:pt x="59" y="97"/>
                    <a:pt x="59" y="97"/>
                    <a:pt x="59" y="97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4" y="82"/>
                    <a:pt x="24" y="81"/>
                    <a:pt x="24" y="81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5" y="83"/>
                    <a:pt x="26" y="83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4" y="66"/>
                    <a:pt x="65" y="65"/>
                    <a:pt x="66" y="64"/>
                  </a:cubicBezTo>
                  <a:cubicBezTo>
                    <a:pt x="67" y="63"/>
                    <a:pt x="67" y="62"/>
                    <a:pt x="67" y="60"/>
                  </a:cubicBezTo>
                  <a:cubicBezTo>
                    <a:pt x="67" y="59"/>
                    <a:pt x="67" y="58"/>
                    <a:pt x="66" y="57"/>
                  </a:cubicBezTo>
                  <a:cubicBezTo>
                    <a:pt x="65" y="56"/>
                    <a:pt x="64" y="55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38"/>
                    <a:pt x="20" y="37"/>
                    <a:pt x="20" y="37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0" y="39"/>
                    <a:pt x="20" y="39"/>
                    <a:pt x="20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5" y="25"/>
                    <a:pt x="56" y="24"/>
                    <a:pt x="57" y="23"/>
                  </a:cubicBezTo>
                  <a:cubicBezTo>
                    <a:pt x="58" y="22"/>
                    <a:pt x="59" y="21"/>
                    <a:pt x="59" y="19"/>
                  </a:cubicBezTo>
                  <a:cubicBezTo>
                    <a:pt x="59" y="18"/>
                    <a:pt x="58" y="16"/>
                    <a:pt x="58" y="15"/>
                  </a:cubicBezTo>
                  <a:cubicBezTo>
                    <a:pt x="57" y="14"/>
                    <a:pt x="56" y="14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7"/>
                    <a:pt x="8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9"/>
                    <a:pt x="7" y="9"/>
                    <a:pt x="8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9"/>
                    <a:pt x="8" y="9"/>
                  </a:cubicBezTo>
                  <a:cubicBezTo>
                    <a:pt x="10" y="9"/>
                    <a:pt x="11" y="9"/>
                    <a:pt x="14" y="9"/>
                  </a:cubicBezTo>
                  <a:cubicBezTo>
                    <a:pt x="16" y="8"/>
                    <a:pt x="19" y="8"/>
                    <a:pt x="24" y="8"/>
                  </a:cubicBezTo>
                  <a:cubicBezTo>
                    <a:pt x="29" y="8"/>
                    <a:pt x="35" y="8"/>
                    <a:pt x="40" y="9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5" y="0"/>
                    <a:pt x="29" y="0"/>
                    <a:pt x="24" y="0"/>
                  </a:cubicBezTo>
                  <a:cubicBezTo>
                    <a:pt x="19" y="0"/>
                    <a:pt x="15" y="0"/>
                    <a:pt x="13" y="1"/>
                  </a:cubicBezTo>
                  <a:cubicBezTo>
                    <a:pt x="10" y="1"/>
                    <a:pt x="7" y="1"/>
                    <a:pt x="6" y="2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1" y="9"/>
                    <a:pt x="1" y="10"/>
                    <a:pt x="2" y="10"/>
                  </a:cubicBezTo>
                  <a:cubicBezTo>
                    <a:pt x="2" y="10"/>
                    <a:pt x="2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1" y="18"/>
                    <a:pt x="51" y="18"/>
                    <a:pt x="51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6" y="32"/>
                    <a:pt x="15" y="33"/>
                    <a:pt x="14" y="34"/>
                  </a:cubicBezTo>
                  <a:cubicBezTo>
                    <a:pt x="13" y="35"/>
                    <a:pt x="12" y="37"/>
                    <a:pt x="12" y="38"/>
                  </a:cubicBezTo>
                  <a:cubicBezTo>
                    <a:pt x="12" y="40"/>
                    <a:pt x="13" y="41"/>
                    <a:pt x="13" y="42"/>
                  </a:cubicBezTo>
                  <a:cubicBezTo>
                    <a:pt x="14" y="43"/>
                    <a:pt x="16" y="44"/>
                    <a:pt x="17" y="45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59" y="61"/>
                    <a:pt x="59" y="62"/>
                    <a:pt x="60" y="62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59"/>
                    <a:pt x="60" y="59"/>
                    <a:pt x="60" y="59"/>
                  </a:cubicBezTo>
                  <a:cubicBezTo>
                    <a:pt x="60" y="59"/>
                    <a:pt x="60" y="59"/>
                    <a:pt x="59" y="59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59"/>
                    <a:pt x="60" y="59"/>
                    <a:pt x="60" y="59"/>
                  </a:cubicBezTo>
                  <a:cubicBezTo>
                    <a:pt x="60" y="59"/>
                    <a:pt x="60" y="59"/>
                    <a:pt x="60" y="59"/>
                  </a:cubicBezTo>
                  <a:cubicBezTo>
                    <a:pt x="22" y="75"/>
                    <a:pt x="22" y="75"/>
                    <a:pt x="22" y="75"/>
                  </a:cubicBezTo>
                  <a:cubicBezTo>
                    <a:pt x="22" y="76"/>
                    <a:pt x="22" y="76"/>
                    <a:pt x="22" y="76"/>
                  </a:cubicBezTo>
                  <a:cubicBezTo>
                    <a:pt x="21" y="76"/>
                    <a:pt x="19" y="77"/>
                    <a:pt x="18" y="78"/>
                  </a:cubicBezTo>
                  <a:cubicBezTo>
                    <a:pt x="18" y="79"/>
                    <a:pt x="17" y="79"/>
                    <a:pt x="17" y="80"/>
                  </a:cubicBezTo>
                  <a:cubicBezTo>
                    <a:pt x="17" y="81"/>
                    <a:pt x="16" y="82"/>
                    <a:pt x="16" y="83"/>
                  </a:cubicBezTo>
                  <a:cubicBezTo>
                    <a:pt x="16" y="84"/>
                    <a:pt x="17" y="86"/>
                    <a:pt x="18" y="87"/>
                  </a:cubicBezTo>
                  <a:cubicBezTo>
                    <a:pt x="19" y="88"/>
                    <a:pt x="20" y="88"/>
                    <a:pt x="21" y="89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3"/>
                    <a:pt x="55" y="104"/>
                    <a:pt x="56" y="104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2"/>
                    <a:pt x="54" y="102"/>
                    <a:pt x="54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6" y="105"/>
                    <a:pt x="56" y="105"/>
                    <a:pt x="56" y="105"/>
                  </a:cubicBezTo>
                  <a:cubicBezTo>
                    <a:pt x="56" y="101"/>
                    <a:pt x="56" y="101"/>
                    <a:pt x="56" y="101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7" y="112"/>
                    <a:pt x="6" y="112"/>
                    <a:pt x="6" y="113"/>
                  </a:cubicBezTo>
                  <a:cubicBezTo>
                    <a:pt x="5" y="113"/>
                    <a:pt x="5" y="113"/>
                    <a:pt x="5" y="114"/>
                  </a:cubicBezTo>
                  <a:cubicBezTo>
                    <a:pt x="4" y="114"/>
                    <a:pt x="4" y="115"/>
                    <a:pt x="4" y="117"/>
                  </a:cubicBezTo>
                  <a:cubicBezTo>
                    <a:pt x="4" y="117"/>
                    <a:pt x="4" y="118"/>
                    <a:pt x="4" y="119"/>
                  </a:cubicBezTo>
                  <a:cubicBezTo>
                    <a:pt x="5" y="120"/>
                    <a:pt x="6" y="120"/>
                    <a:pt x="6" y="121"/>
                  </a:cubicBezTo>
                  <a:cubicBezTo>
                    <a:pt x="7" y="121"/>
                    <a:pt x="8" y="121"/>
                    <a:pt x="9" y="121"/>
                  </a:cubicBezTo>
                  <a:cubicBezTo>
                    <a:pt x="10" y="121"/>
                    <a:pt x="10" y="121"/>
                    <a:pt x="11" y="121"/>
                  </a:cubicBezTo>
                  <a:cubicBezTo>
                    <a:pt x="12" y="121"/>
                    <a:pt x="12" y="121"/>
                    <a:pt x="13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6" y="121"/>
                    <a:pt x="21" y="122"/>
                    <a:pt x="27" y="122"/>
                  </a:cubicBezTo>
                  <a:cubicBezTo>
                    <a:pt x="32" y="122"/>
                    <a:pt x="39" y="123"/>
                    <a:pt x="43" y="123"/>
                  </a:cubicBezTo>
                  <a:lnTo>
                    <a:pt x="44" y="115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7" name="Freeform 293">
              <a:extLst>
                <a:ext uri="{FF2B5EF4-FFF2-40B4-BE49-F238E27FC236}">
                  <a16:creationId xmlns:a16="http://schemas.microsoft.com/office/drawing/2014/main" id="{3F0535BC-5AA7-4031-A7B1-61F7BF5BF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658"/>
              <a:ext cx="68" cy="55"/>
            </a:xfrm>
            <a:custGeom>
              <a:avLst/>
              <a:gdLst>
                <a:gd name="T0" fmla="*/ 317 w 27"/>
                <a:gd name="T1" fmla="*/ 175 h 22"/>
                <a:gd name="T2" fmla="*/ 272 w 27"/>
                <a:gd name="T3" fmla="*/ 220 h 22"/>
                <a:gd name="T4" fmla="*/ 272 w 27"/>
                <a:gd name="T5" fmla="*/ 220 h 22"/>
                <a:gd name="T6" fmla="*/ 272 w 27"/>
                <a:gd name="T7" fmla="*/ 220 h 22"/>
                <a:gd name="T8" fmla="*/ 272 w 27"/>
                <a:gd name="T9" fmla="*/ 220 h 22"/>
                <a:gd name="T10" fmla="*/ 272 w 27"/>
                <a:gd name="T11" fmla="*/ 220 h 22"/>
                <a:gd name="T12" fmla="*/ 272 w 27"/>
                <a:gd name="T13" fmla="*/ 220 h 22"/>
                <a:gd name="T14" fmla="*/ 272 w 27"/>
                <a:gd name="T15" fmla="*/ 220 h 22"/>
                <a:gd name="T16" fmla="*/ 272 w 27"/>
                <a:gd name="T17" fmla="*/ 238 h 22"/>
                <a:gd name="T18" fmla="*/ 272 w 27"/>
                <a:gd name="T19" fmla="*/ 220 h 22"/>
                <a:gd name="T20" fmla="*/ 272 w 27"/>
                <a:gd name="T21" fmla="*/ 220 h 22"/>
                <a:gd name="T22" fmla="*/ 285 w 27"/>
                <a:gd name="T23" fmla="*/ 220 h 22"/>
                <a:gd name="T24" fmla="*/ 272 w 27"/>
                <a:gd name="T25" fmla="*/ 220 h 22"/>
                <a:gd name="T26" fmla="*/ 272 w 27"/>
                <a:gd name="T27" fmla="*/ 220 h 22"/>
                <a:gd name="T28" fmla="*/ 285 w 27"/>
                <a:gd name="T29" fmla="*/ 125 h 22"/>
                <a:gd name="T30" fmla="*/ 242 w 27"/>
                <a:gd name="T31" fmla="*/ 33 h 22"/>
                <a:gd name="T32" fmla="*/ 159 w 27"/>
                <a:gd name="T33" fmla="*/ 0 h 22"/>
                <a:gd name="T34" fmla="*/ 20 w 27"/>
                <a:gd name="T35" fmla="*/ 95 h 22"/>
                <a:gd name="T36" fmla="*/ 113 w 27"/>
                <a:gd name="T37" fmla="*/ 188 h 22"/>
                <a:gd name="T38" fmla="*/ 113 w 27"/>
                <a:gd name="T39" fmla="*/ 188 h 22"/>
                <a:gd name="T40" fmla="*/ 113 w 27"/>
                <a:gd name="T41" fmla="*/ 188 h 22"/>
                <a:gd name="T42" fmla="*/ 146 w 27"/>
                <a:gd name="T43" fmla="*/ 145 h 22"/>
                <a:gd name="T44" fmla="*/ 159 w 27"/>
                <a:gd name="T45" fmla="*/ 125 h 22"/>
                <a:gd name="T46" fmla="*/ 179 w 27"/>
                <a:gd name="T47" fmla="*/ 113 h 22"/>
                <a:gd name="T48" fmla="*/ 159 w 27"/>
                <a:gd name="T49" fmla="*/ 125 h 22"/>
                <a:gd name="T50" fmla="*/ 159 w 27"/>
                <a:gd name="T51" fmla="*/ 125 h 22"/>
                <a:gd name="T52" fmla="*/ 159 w 27"/>
                <a:gd name="T53" fmla="*/ 113 h 22"/>
                <a:gd name="T54" fmla="*/ 179 w 27"/>
                <a:gd name="T55" fmla="*/ 113 h 22"/>
                <a:gd name="T56" fmla="*/ 159 w 27"/>
                <a:gd name="T57" fmla="*/ 113 h 22"/>
                <a:gd name="T58" fmla="*/ 159 w 27"/>
                <a:gd name="T59" fmla="*/ 113 h 22"/>
                <a:gd name="T60" fmla="*/ 159 w 27"/>
                <a:gd name="T61" fmla="*/ 113 h 22"/>
                <a:gd name="T62" fmla="*/ 146 w 27"/>
                <a:gd name="T63" fmla="*/ 208 h 22"/>
                <a:gd name="T64" fmla="*/ 222 w 27"/>
                <a:gd name="T65" fmla="*/ 333 h 22"/>
                <a:gd name="T66" fmla="*/ 222 w 27"/>
                <a:gd name="T67" fmla="*/ 333 h 22"/>
                <a:gd name="T68" fmla="*/ 350 w 27"/>
                <a:gd name="T69" fmla="*/ 313 h 22"/>
                <a:gd name="T70" fmla="*/ 413 w 27"/>
                <a:gd name="T71" fmla="*/ 238 h 22"/>
                <a:gd name="T72" fmla="*/ 431 w 27"/>
                <a:gd name="T73" fmla="*/ 238 h 22"/>
                <a:gd name="T74" fmla="*/ 431 w 27"/>
                <a:gd name="T75" fmla="*/ 238 h 22"/>
                <a:gd name="T76" fmla="*/ 431 w 27"/>
                <a:gd name="T77" fmla="*/ 238 h 22"/>
                <a:gd name="T78" fmla="*/ 431 w 27"/>
                <a:gd name="T79" fmla="*/ 238 h 22"/>
                <a:gd name="T80" fmla="*/ 413 w 27"/>
                <a:gd name="T81" fmla="*/ 220 h 22"/>
                <a:gd name="T82" fmla="*/ 350 w 27"/>
                <a:gd name="T83" fmla="*/ 125 h 2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7" h="22">
                  <a:moveTo>
                    <a:pt x="22" y="8"/>
                  </a:moveTo>
                  <a:cubicBezTo>
                    <a:pt x="21" y="9"/>
                    <a:pt x="20" y="10"/>
                    <a:pt x="20" y="11"/>
                  </a:cubicBezTo>
                  <a:cubicBezTo>
                    <a:pt x="19" y="12"/>
                    <a:pt x="18" y="13"/>
                    <a:pt x="18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3"/>
                    <a:pt x="17" y="13"/>
                  </a:cubicBezTo>
                  <a:cubicBezTo>
                    <a:pt x="17" y="12"/>
                    <a:pt x="18" y="10"/>
                    <a:pt x="18" y="8"/>
                  </a:cubicBezTo>
                  <a:cubicBezTo>
                    <a:pt x="18" y="7"/>
                    <a:pt x="18" y="6"/>
                    <a:pt x="17" y="4"/>
                  </a:cubicBezTo>
                  <a:cubicBezTo>
                    <a:pt x="16" y="3"/>
                    <a:pt x="16" y="2"/>
                    <a:pt x="15" y="2"/>
                  </a:cubicBezTo>
                  <a:cubicBezTo>
                    <a:pt x="14" y="1"/>
                    <a:pt x="13" y="1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8" y="0"/>
                    <a:pt x="6" y="1"/>
                    <a:pt x="5" y="2"/>
                  </a:cubicBezTo>
                  <a:cubicBezTo>
                    <a:pt x="3" y="3"/>
                    <a:pt x="2" y="5"/>
                    <a:pt x="1" y="6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1"/>
                    <a:pt x="8" y="10"/>
                    <a:pt x="9" y="9"/>
                  </a:cubicBezTo>
                  <a:cubicBezTo>
                    <a:pt x="9" y="9"/>
                    <a:pt x="9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10" y="10"/>
                    <a:pt x="9" y="11"/>
                    <a:pt x="9" y="13"/>
                  </a:cubicBezTo>
                  <a:cubicBezTo>
                    <a:pt x="9" y="14"/>
                    <a:pt x="10" y="15"/>
                    <a:pt x="10" y="17"/>
                  </a:cubicBezTo>
                  <a:cubicBezTo>
                    <a:pt x="11" y="18"/>
                    <a:pt x="12" y="20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5" y="22"/>
                    <a:pt x="16" y="22"/>
                    <a:pt x="17" y="22"/>
                  </a:cubicBezTo>
                  <a:cubicBezTo>
                    <a:pt x="19" y="22"/>
                    <a:pt x="21" y="21"/>
                    <a:pt x="22" y="20"/>
                  </a:cubicBezTo>
                  <a:cubicBezTo>
                    <a:pt x="24" y="19"/>
                    <a:pt x="25" y="18"/>
                    <a:pt x="25" y="16"/>
                  </a:cubicBezTo>
                  <a:cubicBezTo>
                    <a:pt x="26" y="16"/>
                    <a:pt x="26" y="15"/>
                    <a:pt x="26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lnTo>
                    <a:pt x="22" y="8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8" name="Freeform 294">
              <a:extLst>
                <a:ext uri="{FF2B5EF4-FFF2-40B4-BE49-F238E27FC236}">
                  <a16:creationId xmlns:a16="http://schemas.microsoft.com/office/drawing/2014/main" id="{0CD197CA-6907-4F72-8FC7-19D540A5B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456"/>
              <a:ext cx="68" cy="47"/>
            </a:xfrm>
            <a:custGeom>
              <a:avLst/>
              <a:gdLst>
                <a:gd name="T0" fmla="*/ 317 w 27"/>
                <a:gd name="T1" fmla="*/ 166 h 19"/>
                <a:gd name="T2" fmla="*/ 305 w 27"/>
                <a:gd name="T3" fmla="*/ 166 h 19"/>
                <a:gd name="T4" fmla="*/ 305 w 27"/>
                <a:gd name="T5" fmla="*/ 166 h 19"/>
                <a:gd name="T6" fmla="*/ 317 w 27"/>
                <a:gd name="T7" fmla="*/ 153 h 19"/>
                <a:gd name="T8" fmla="*/ 335 w 27"/>
                <a:gd name="T9" fmla="*/ 166 h 19"/>
                <a:gd name="T10" fmla="*/ 317 w 27"/>
                <a:gd name="T11" fmla="*/ 166 h 19"/>
                <a:gd name="T12" fmla="*/ 317 w 27"/>
                <a:gd name="T13" fmla="*/ 153 h 19"/>
                <a:gd name="T14" fmla="*/ 317 w 27"/>
                <a:gd name="T15" fmla="*/ 153 h 19"/>
                <a:gd name="T16" fmla="*/ 254 w 27"/>
                <a:gd name="T17" fmla="*/ 166 h 19"/>
                <a:gd name="T18" fmla="*/ 254 w 27"/>
                <a:gd name="T19" fmla="*/ 166 h 19"/>
                <a:gd name="T20" fmla="*/ 254 w 27"/>
                <a:gd name="T21" fmla="*/ 195 h 19"/>
                <a:gd name="T22" fmla="*/ 254 w 27"/>
                <a:gd name="T23" fmla="*/ 195 h 19"/>
                <a:gd name="T24" fmla="*/ 254 w 27"/>
                <a:gd name="T25" fmla="*/ 166 h 19"/>
                <a:gd name="T26" fmla="*/ 272 w 27"/>
                <a:gd name="T27" fmla="*/ 166 h 19"/>
                <a:gd name="T28" fmla="*/ 272 w 27"/>
                <a:gd name="T29" fmla="*/ 166 h 19"/>
                <a:gd name="T30" fmla="*/ 272 w 27"/>
                <a:gd name="T31" fmla="*/ 166 h 19"/>
                <a:gd name="T32" fmla="*/ 254 w 27"/>
                <a:gd name="T33" fmla="*/ 134 h 19"/>
                <a:gd name="T34" fmla="*/ 179 w 27"/>
                <a:gd name="T35" fmla="*/ 30 h 19"/>
                <a:gd name="T36" fmla="*/ 113 w 27"/>
                <a:gd name="T37" fmla="*/ 0 h 19"/>
                <a:gd name="T38" fmla="*/ 83 w 27"/>
                <a:gd name="T39" fmla="*/ 12 h 19"/>
                <a:gd name="T40" fmla="*/ 33 w 27"/>
                <a:gd name="T41" fmla="*/ 42 h 19"/>
                <a:gd name="T42" fmla="*/ 0 w 27"/>
                <a:gd name="T43" fmla="*/ 104 h 19"/>
                <a:gd name="T44" fmla="*/ 20 w 27"/>
                <a:gd name="T45" fmla="*/ 92 h 19"/>
                <a:gd name="T46" fmla="*/ 33 w 27"/>
                <a:gd name="T47" fmla="*/ 104 h 19"/>
                <a:gd name="T48" fmla="*/ 50 w 27"/>
                <a:gd name="T49" fmla="*/ 121 h 19"/>
                <a:gd name="T50" fmla="*/ 20 w 27"/>
                <a:gd name="T51" fmla="*/ 92 h 19"/>
                <a:gd name="T52" fmla="*/ 33 w 27"/>
                <a:gd name="T53" fmla="*/ 92 h 19"/>
                <a:gd name="T54" fmla="*/ 96 w 27"/>
                <a:gd name="T55" fmla="*/ 183 h 19"/>
                <a:gd name="T56" fmla="*/ 126 w 27"/>
                <a:gd name="T57" fmla="*/ 121 h 19"/>
                <a:gd name="T58" fmla="*/ 146 w 27"/>
                <a:gd name="T59" fmla="*/ 121 h 19"/>
                <a:gd name="T60" fmla="*/ 126 w 27"/>
                <a:gd name="T61" fmla="*/ 121 h 19"/>
                <a:gd name="T62" fmla="*/ 126 w 27"/>
                <a:gd name="T63" fmla="*/ 104 h 19"/>
                <a:gd name="T64" fmla="*/ 126 w 27"/>
                <a:gd name="T65" fmla="*/ 104 h 19"/>
                <a:gd name="T66" fmla="*/ 126 w 27"/>
                <a:gd name="T67" fmla="*/ 121 h 19"/>
                <a:gd name="T68" fmla="*/ 126 w 27"/>
                <a:gd name="T69" fmla="*/ 121 h 19"/>
                <a:gd name="T70" fmla="*/ 126 w 27"/>
                <a:gd name="T71" fmla="*/ 121 h 19"/>
                <a:gd name="T72" fmla="*/ 113 w 27"/>
                <a:gd name="T73" fmla="*/ 74 h 19"/>
                <a:gd name="T74" fmla="*/ 126 w 27"/>
                <a:gd name="T75" fmla="*/ 121 h 19"/>
                <a:gd name="T76" fmla="*/ 113 w 27"/>
                <a:gd name="T77" fmla="*/ 121 h 19"/>
                <a:gd name="T78" fmla="*/ 96 w 27"/>
                <a:gd name="T79" fmla="*/ 121 h 19"/>
                <a:gd name="T80" fmla="*/ 113 w 27"/>
                <a:gd name="T81" fmla="*/ 92 h 19"/>
                <a:gd name="T82" fmla="*/ 96 w 27"/>
                <a:gd name="T83" fmla="*/ 104 h 19"/>
                <a:gd name="T84" fmla="*/ 96 w 27"/>
                <a:gd name="T85" fmla="*/ 121 h 19"/>
                <a:gd name="T86" fmla="*/ 96 w 27"/>
                <a:gd name="T87" fmla="*/ 121 h 19"/>
                <a:gd name="T88" fmla="*/ 146 w 27"/>
                <a:gd name="T89" fmla="*/ 215 h 19"/>
                <a:gd name="T90" fmla="*/ 209 w 27"/>
                <a:gd name="T91" fmla="*/ 275 h 19"/>
                <a:gd name="T92" fmla="*/ 254 w 27"/>
                <a:gd name="T93" fmla="*/ 287 h 19"/>
                <a:gd name="T94" fmla="*/ 400 w 27"/>
                <a:gd name="T95" fmla="*/ 245 h 19"/>
                <a:gd name="T96" fmla="*/ 431 w 27"/>
                <a:gd name="T97" fmla="*/ 153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7" h="19">
                  <a:moveTo>
                    <a:pt x="19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8" y="10"/>
                  </a:cubicBezTo>
                  <a:cubicBezTo>
                    <a:pt x="18" y="11"/>
                    <a:pt x="17" y="11"/>
                    <a:pt x="16" y="11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6" y="11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6" y="10"/>
                    <a:pt x="16" y="9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1" y="2"/>
                    <a:pt x="10" y="1"/>
                    <a:pt x="10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1" y="5"/>
                    <a:pt x="1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3"/>
                    <a:pt x="6" y="12"/>
                    <a:pt x="6" y="12"/>
                  </a:cubicBezTo>
                  <a:cubicBezTo>
                    <a:pt x="8" y="11"/>
                    <a:pt x="8" y="10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7" y="9"/>
                  </a:cubicBezTo>
                  <a:cubicBezTo>
                    <a:pt x="7" y="11"/>
                    <a:pt x="8" y="13"/>
                    <a:pt x="9" y="14"/>
                  </a:cubicBezTo>
                  <a:cubicBezTo>
                    <a:pt x="10" y="15"/>
                    <a:pt x="11" y="16"/>
                    <a:pt x="12" y="17"/>
                  </a:cubicBezTo>
                  <a:cubicBezTo>
                    <a:pt x="12" y="17"/>
                    <a:pt x="13" y="18"/>
                    <a:pt x="13" y="18"/>
                  </a:cubicBezTo>
                  <a:cubicBezTo>
                    <a:pt x="14" y="18"/>
                    <a:pt x="15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8" y="19"/>
                    <a:pt x="20" y="18"/>
                    <a:pt x="22" y="18"/>
                  </a:cubicBezTo>
                  <a:cubicBezTo>
                    <a:pt x="23" y="17"/>
                    <a:pt x="24" y="17"/>
                    <a:pt x="25" y="16"/>
                  </a:cubicBezTo>
                  <a:cubicBezTo>
                    <a:pt x="26" y="15"/>
                    <a:pt x="27" y="13"/>
                    <a:pt x="27" y="11"/>
                  </a:cubicBezTo>
                  <a:cubicBezTo>
                    <a:pt x="27" y="11"/>
                    <a:pt x="27" y="10"/>
                    <a:pt x="27" y="10"/>
                  </a:cubicBezTo>
                  <a:lnTo>
                    <a:pt x="19" y="11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9" name="Freeform 295">
              <a:extLst>
                <a:ext uri="{FF2B5EF4-FFF2-40B4-BE49-F238E27FC236}">
                  <a16:creationId xmlns:a16="http://schemas.microsoft.com/office/drawing/2014/main" id="{31A9E714-DAE6-46D0-83B3-032424F6E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708"/>
              <a:ext cx="53" cy="25"/>
            </a:xfrm>
            <a:custGeom>
              <a:avLst/>
              <a:gdLst>
                <a:gd name="T0" fmla="*/ 338 w 21"/>
                <a:gd name="T1" fmla="*/ 83 h 10"/>
                <a:gd name="T2" fmla="*/ 275 w 21"/>
                <a:gd name="T3" fmla="*/ 20 h 10"/>
                <a:gd name="T4" fmla="*/ 192 w 21"/>
                <a:gd name="T5" fmla="*/ 0 h 10"/>
                <a:gd name="T6" fmla="*/ 83 w 21"/>
                <a:gd name="T7" fmla="*/ 20 h 10"/>
                <a:gd name="T8" fmla="*/ 0 w 21"/>
                <a:gd name="T9" fmla="*/ 33 h 10"/>
                <a:gd name="T10" fmla="*/ 0 w 21"/>
                <a:gd name="T11" fmla="*/ 33 h 10"/>
                <a:gd name="T12" fmla="*/ 0 w 21"/>
                <a:gd name="T13" fmla="*/ 158 h 10"/>
                <a:gd name="T14" fmla="*/ 0 w 21"/>
                <a:gd name="T15" fmla="*/ 158 h 10"/>
                <a:gd name="T16" fmla="*/ 114 w 21"/>
                <a:gd name="T17" fmla="*/ 145 h 10"/>
                <a:gd name="T18" fmla="*/ 192 w 21"/>
                <a:gd name="T19" fmla="*/ 125 h 10"/>
                <a:gd name="T20" fmla="*/ 209 w 21"/>
                <a:gd name="T21" fmla="*/ 125 h 10"/>
                <a:gd name="T22" fmla="*/ 209 w 21"/>
                <a:gd name="T23" fmla="*/ 125 h 10"/>
                <a:gd name="T24" fmla="*/ 209 w 21"/>
                <a:gd name="T25" fmla="*/ 125 h 10"/>
                <a:gd name="T26" fmla="*/ 209 w 21"/>
                <a:gd name="T27" fmla="*/ 125 h 10"/>
                <a:gd name="T28" fmla="*/ 209 w 21"/>
                <a:gd name="T29" fmla="*/ 125 h 10"/>
                <a:gd name="T30" fmla="*/ 209 w 21"/>
                <a:gd name="T31" fmla="*/ 125 h 10"/>
                <a:gd name="T32" fmla="*/ 209 w 21"/>
                <a:gd name="T33" fmla="*/ 125 h 10"/>
                <a:gd name="T34" fmla="*/ 338 w 21"/>
                <a:gd name="T35" fmla="*/ 83 h 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" h="10">
                  <a:moveTo>
                    <a:pt x="21" y="5"/>
                  </a:moveTo>
                  <a:cubicBezTo>
                    <a:pt x="20" y="4"/>
                    <a:pt x="19" y="2"/>
                    <a:pt x="17" y="1"/>
                  </a:cubicBezTo>
                  <a:cubicBezTo>
                    <a:pt x="15" y="0"/>
                    <a:pt x="14" y="0"/>
                    <a:pt x="12" y="0"/>
                  </a:cubicBezTo>
                  <a:cubicBezTo>
                    <a:pt x="10" y="0"/>
                    <a:pt x="7" y="1"/>
                    <a:pt x="5" y="1"/>
                  </a:cubicBezTo>
                  <a:cubicBezTo>
                    <a:pt x="3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10"/>
                    <a:pt x="5" y="9"/>
                    <a:pt x="7" y="9"/>
                  </a:cubicBezTo>
                  <a:cubicBezTo>
                    <a:pt x="9" y="8"/>
                    <a:pt x="11" y="8"/>
                    <a:pt x="12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lnTo>
                    <a:pt x="21" y="5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0" name="Freeform 296">
              <a:extLst>
                <a:ext uri="{FF2B5EF4-FFF2-40B4-BE49-F238E27FC236}">
                  <a16:creationId xmlns:a16="http://schemas.microsoft.com/office/drawing/2014/main" id="{5FF412EE-437C-43D9-B123-E90D891B82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1" y="1431"/>
              <a:ext cx="902" cy="312"/>
            </a:xfrm>
            <a:custGeom>
              <a:avLst/>
              <a:gdLst>
                <a:gd name="T0" fmla="*/ 4945 w 361"/>
                <a:gd name="T1" fmla="*/ 1587 h 125"/>
                <a:gd name="T2" fmla="*/ 4837 w 361"/>
                <a:gd name="T3" fmla="*/ 996 h 125"/>
                <a:gd name="T4" fmla="*/ 3933 w 361"/>
                <a:gd name="T5" fmla="*/ 1745 h 125"/>
                <a:gd name="T6" fmla="*/ 3883 w 361"/>
                <a:gd name="T7" fmla="*/ 1383 h 125"/>
                <a:gd name="T8" fmla="*/ 3883 w 361"/>
                <a:gd name="T9" fmla="*/ 654 h 125"/>
                <a:gd name="T10" fmla="*/ 4070 w 361"/>
                <a:gd name="T11" fmla="*/ 1290 h 125"/>
                <a:gd name="T12" fmla="*/ 3870 w 361"/>
                <a:gd name="T13" fmla="*/ 529 h 125"/>
                <a:gd name="T14" fmla="*/ 4757 w 361"/>
                <a:gd name="T15" fmla="*/ 324 h 125"/>
                <a:gd name="T16" fmla="*/ 4807 w 361"/>
                <a:gd name="T17" fmla="*/ 841 h 125"/>
                <a:gd name="T18" fmla="*/ 4932 w 361"/>
                <a:gd name="T19" fmla="*/ 324 h 125"/>
                <a:gd name="T20" fmla="*/ 2154 w 361"/>
                <a:gd name="T21" fmla="*/ 1290 h 125"/>
                <a:gd name="T22" fmla="*/ 1979 w 361"/>
                <a:gd name="T23" fmla="*/ 592 h 125"/>
                <a:gd name="T24" fmla="*/ 1699 w 361"/>
                <a:gd name="T25" fmla="*/ 167 h 125"/>
                <a:gd name="T26" fmla="*/ 2199 w 361"/>
                <a:gd name="T27" fmla="*/ 499 h 125"/>
                <a:gd name="T28" fmla="*/ 1199 w 361"/>
                <a:gd name="T29" fmla="*/ 1508 h 125"/>
                <a:gd name="T30" fmla="*/ 1124 w 361"/>
                <a:gd name="T31" fmla="*/ 1587 h 125"/>
                <a:gd name="T32" fmla="*/ 1042 w 361"/>
                <a:gd name="T33" fmla="*/ 946 h 125"/>
                <a:gd name="T34" fmla="*/ 937 w 361"/>
                <a:gd name="T35" fmla="*/ 312 h 125"/>
                <a:gd name="T36" fmla="*/ 1279 w 361"/>
                <a:gd name="T37" fmla="*/ 841 h 125"/>
                <a:gd name="T38" fmla="*/ 5557 w 361"/>
                <a:gd name="T39" fmla="*/ 1183 h 125"/>
                <a:gd name="T40" fmla="*/ 5524 w 361"/>
                <a:gd name="T41" fmla="*/ 479 h 125"/>
                <a:gd name="T42" fmla="*/ 5350 w 361"/>
                <a:gd name="T43" fmla="*/ 12 h 125"/>
                <a:gd name="T44" fmla="*/ 4932 w 361"/>
                <a:gd name="T45" fmla="*/ 292 h 125"/>
                <a:gd name="T46" fmla="*/ 4308 w 361"/>
                <a:gd name="T47" fmla="*/ 125 h 125"/>
                <a:gd name="T48" fmla="*/ 3820 w 361"/>
                <a:gd name="T49" fmla="*/ 92 h 125"/>
                <a:gd name="T50" fmla="*/ 4070 w 361"/>
                <a:gd name="T51" fmla="*/ 512 h 125"/>
                <a:gd name="T52" fmla="*/ 3995 w 361"/>
                <a:gd name="T53" fmla="*/ 542 h 125"/>
                <a:gd name="T54" fmla="*/ 3653 w 361"/>
                <a:gd name="T55" fmla="*/ 167 h 125"/>
                <a:gd name="T56" fmla="*/ 3341 w 361"/>
                <a:gd name="T57" fmla="*/ 137 h 125"/>
                <a:gd name="T58" fmla="*/ 3228 w 361"/>
                <a:gd name="T59" fmla="*/ 841 h 125"/>
                <a:gd name="T60" fmla="*/ 3153 w 361"/>
                <a:gd name="T61" fmla="*/ 884 h 125"/>
                <a:gd name="T62" fmla="*/ 2871 w 361"/>
                <a:gd name="T63" fmla="*/ 292 h 125"/>
                <a:gd name="T64" fmla="*/ 2728 w 361"/>
                <a:gd name="T65" fmla="*/ 12 h 125"/>
                <a:gd name="T66" fmla="*/ 1936 w 361"/>
                <a:gd name="T67" fmla="*/ 105 h 125"/>
                <a:gd name="T68" fmla="*/ 1387 w 361"/>
                <a:gd name="T69" fmla="*/ 137 h 125"/>
                <a:gd name="T70" fmla="*/ 1062 w 361"/>
                <a:gd name="T71" fmla="*/ 262 h 125"/>
                <a:gd name="T72" fmla="*/ 625 w 361"/>
                <a:gd name="T73" fmla="*/ 12 h 125"/>
                <a:gd name="T74" fmla="*/ 62 w 361"/>
                <a:gd name="T75" fmla="*/ 167 h 125"/>
                <a:gd name="T76" fmla="*/ 875 w 361"/>
                <a:gd name="T77" fmla="*/ 934 h 125"/>
                <a:gd name="T78" fmla="*/ 200 w 361"/>
                <a:gd name="T79" fmla="*/ 1383 h 125"/>
                <a:gd name="T80" fmla="*/ 217 w 361"/>
                <a:gd name="T81" fmla="*/ 1912 h 125"/>
                <a:gd name="T82" fmla="*/ 904 w 361"/>
                <a:gd name="T83" fmla="*/ 1695 h 125"/>
                <a:gd name="T84" fmla="*/ 999 w 361"/>
                <a:gd name="T85" fmla="*/ 1570 h 125"/>
                <a:gd name="T86" fmla="*/ 917 w 361"/>
                <a:gd name="T87" fmla="*/ 1807 h 125"/>
                <a:gd name="T88" fmla="*/ 1729 w 361"/>
                <a:gd name="T89" fmla="*/ 1745 h 125"/>
                <a:gd name="T90" fmla="*/ 2011 w 361"/>
                <a:gd name="T91" fmla="*/ 1278 h 125"/>
                <a:gd name="T92" fmla="*/ 2746 w 361"/>
                <a:gd name="T93" fmla="*/ 1587 h 125"/>
                <a:gd name="T94" fmla="*/ 2758 w 361"/>
                <a:gd name="T95" fmla="*/ 1912 h 125"/>
                <a:gd name="T96" fmla="*/ 2916 w 361"/>
                <a:gd name="T97" fmla="*/ 1587 h 125"/>
                <a:gd name="T98" fmla="*/ 2996 w 361"/>
                <a:gd name="T99" fmla="*/ 934 h 125"/>
                <a:gd name="T100" fmla="*/ 3246 w 361"/>
                <a:gd name="T101" fmla="*/ 1041 h 125"/>
                <a:gd name="T102" fmla="*/ 3166 w 361"/>
                <a:gd name="T103" fmla="*/ 1695 h 125"/>
                <a:gd name="T104" fmla="*/ 3603 w 361"/>
                <a:gd name="T105" fmla="*/ 1899 h 125"/>
                <a:gd name="T106" fmla="*/ 4353 w 361"/>
                <a:gd name="T107" fmla="*/ 1899 h 125"/>
                <a:gd name="T108" fmla="*/ 4787 w 361"/>
                <a:gd name="T109" fmla="*/ 1587 h 125"/>
                <a:gd name="T110" fmla="*/ 4882 w 361"/>
                <a:gd name="T111" fmla="*/ 1745 h 125"/>
                <a:gd name="T112" fmla="*/ 5070 w 361"/>
                <a:gd name="T113" fmla="*/ 1912 h 125"/>
                <a:gd name="T114" fmla="*/ 5132 w 361"/>
                <a:gd name="T115" fmla="*/ 1600 h 12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61" h="125">
                  <a:moveTo>
                    <a:pt x="322" y="97"/>
                  </a:moveTo>
                  <a:cubicBezTo>
                    <a:pt x="320" y="98"/>
                    <a:pt x="319" y="100"/>
                    <a:pt x="318" y="102"/>
                  </a:cubicBezTo>
                  <a:cubicBezTo>
                    <a:pt x="318" y="102"/>
                    <a:pt x="318" y="102"/>
                    <a:pt x="318" y="102"/>
                  </a:cubicBezTo>
                  <a:cubicBezTo>
                    <a:pt x="318" y="103"/>
                    <a:pt x="317" y="104"/>
                    <a:pt x="317" y="104"/>
                  </a:cubicBezTo>
                  <a:cubicBezTo>
                    <a:pt x="316" y="104"/>
                    <a:pt x="316" y="104"/>
                    <a:pt x="316" y="104"/>
                  </a:cubicBezTo>
                  <a:cubicBezTo>
                    <a:pt x="316" y="103"/>
                    <a:pt x="316" y="102"/>
                    <a:pt x="317" y="102"/>
                  </a:cubicBezTo>
                  <a:cubicBezTo>
                    <a:pt x="317" y="101"/>
                    <a:pt x="317" y="100"/>
                    <a:pt x="317" y="100"/>
                  </a:cubicBezTo>
                  <a:cubicBezTo>
                    <a:pt x="317" y="96"/>
                    <a:pt x="316" y="92"/>
                    <a:pt x="311" y="91"/>
                  </a:cubicBezTo>
                  <a:cubicBezTo>
                    <a:pt x="307" y="90"/>
                    <a:pt x="303" y="93"/>
                    <a:pt x="301" y="96"/>
                  </a:cubicBezTo>
                  <a:cubicBezTo>
                    <a:pt x="293" y="92"/>
                    <a:pt x="273" y="83"/>
                    <a:pt x="271" y="82"/>
                  </a:cubicBezTo>
                  <a:cubicBezTo>
                    <a:pt x="272" y="82"/>
                    <a:pt x="308" y="66"/>
                    <a:pt x="308" y="66"/>
                  </a:cubicBezTo>
                  <a:cubicBezTo>
                    <a:pt x="309" y="66"/>
                    <a:pt x="310" y="65"/>
                    <a:pt x="310" y="64"/>
                  </a:cubicBezTo>
                  <a:cubicBezTo>
                    <a:pt x="311" y="65"/>
                    <a:pt x="312" y="66"/>
                    <a:pt x="313" y="67"/>
                  </a:cubicBezTo>
                  <a:cubicBezTo>
                    <a:pt x="313" y="67"/>
                    <a:pt x="347" y="81"/>
                    <a:pt x="351" y="83"/>
                  </a:cubicBezTo>
                  <a:cubicBezTo>
                    <a:pt x="346" y="85"/>
                    <a:pt x="322" y="97"/>
                    <a:pt x="322" y="97"/>
                  </a:cubicBezTo>
                  <a:moveTo>
                    <a:pt x="253" y="111"/>
                  </a:moveTo>
                  <a:cubicBezTo>
                    <a:pt x="253" y="112"/>
                    <a:pt x="253" y="112"/>
                    <a:pt x="253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48" y="110"/>
                    <a:pt x="243" y="111"/>
                    <a:pt x="240" y="112"/>
                  </a:cubicBezTo>
                  <a:cubicBezTo>
                    <a:pt x="237" y="113"/>
                    <a:pt x="237" y="113"/>
                    <a:pt x="237" y="113"/>
                  </a:cubicBezTo>
                  <a:cubicBezTo>
                    <a:pt x="237" y="112"/>
                    <a:pt x="237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16" y="105"/>
                    <a:pt x="210" y="103"/>
                  </a:cubicBezTo>
                  <a:cubicBezTo>
                    <a:pt x="218" y="100"/>
                    <a:pt x="249" y="89"/>
                    <a:pt x="249" y="89"/>
                  </a:cubicBezTo>
                  <a:cubicBezTo>
                    <a:pt x="252" y="88"/>
                    <a:pt x="254" y="86"/>
                    <a:pt x="254" y="83"/>
                  </a:cubicBezTo>
                  <a:cubicBezTo>
                    <a:pt x="254" y="83"/>
                    <a:pt x="254" y="83"/>
                    <a:pt x="254" y="83"/>
                  </a:cubicBezTo>
                  <a:cubicBezTo>
                    <a:pt x="254" y="81"/>
                    <a:pt x="252" y="78"/>
                    <a:pt x="248" y="77"/>
                  </a:cubicBezTo>
                  <a:cubicBezTo>
                    <a:pt x="248" y="77"/>
                    <a:pt x="216" y="62"/>
                    <a:pt x="213" y="60"/>
                  </a:cubicBezTo>
                  <a:cubicBezTo>
                    <a:pt x="217" y="58"/>
                    <a:pt x="245" y="44"/>
                    <a:pt x="245" y="44"/>
                  </a:cubicBezTo>
                  <a:cubicBezTo>
                    <a:pt x="247" y="44"/>
                    <a:pt x="248" y="43"/>
                    <a:pt x="249" y="42"/>
                  </a:cubicBezTo>
                  <a:cubicBezTo>
                    <a:pt x="249" y="43"/>
                    <a:pt x="250" y="44"/>
                    <a:pt x="252" y="45"/>
                  </a:cubicBezTo>
                  <a:cubicBezTo>
                    <a:pt x="256" y="47"/>
                    <a:pt x="259" y="46"/>
                    <a:pt x="261" y="44"/>
                  </a:cubicBezTo>
                  <a:cubicBezTo>
                    <a:pt x="262" y="45"/>
                    <a:pt x="262" y="45"/>
                    <a:pt x="262" y="45"/>
                  </a:cubicBezTo>
                  <a:cubicBezTo>
                    <a:pt x="262" y="45"/>
                    <a:pt x="295" y="58"/>
                    <a:pt x="301" y="60"/>
                  </a:cubicBezTo>
                  <a:cubicBezTo>
                    <a:pt x="295" y="63"/>
                    <a:pt x="267" y="75"/>
                    <a:pt x="267" y="75"/>
                  </a:cubicBezTo>
                  <a:cubicBezTo>
                    <a:pt x="265" y="76"/>
                    <a:pt x="261" y="79"/>
                    <a:pt x="261" y="83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61" y="85"/>
                    <a:pt x="263" y="87"/>
                    <a:pt x="266" y="89"/>
                  </a:cubicBezTo>
                  <a:cubicBezTo>
                    <a:pt x="266" y="89"/>
                    <a:pt x="289" y="99"/>
                    <a:pt x="296" y="102"/>
                  </a:cubicBezTo>
                  <a:cubicBezTo>
                    <a:pt x="288" y="104"/>
                    <a:pt x="253" y="111"/>
                    <a:pt x="253" y="111"/>
                  </a:cubicBezTo>
                  <a:moveTo>
                    <a:pt x="248" y="33"/>
                  </a:moveTo>
                  <a:cubicBezTo>
                    <a:pt x="248" y="34"/>
                    <a:pt x="248" y="34"/>
                    <a:pt x="248" y="34"/>
                  </a:cubicBezTo>
                  <a:cubicBezTo>
                    <a:pt x="248" y="33"/>
                    <a:pt x="248" y="33"/>
                    <a:pt x="248" y="33"/>
                  </a:cubicBezTo>
                  <a:cubicBezTo>
                    <a:pt x="248" y="33"/>
                    <a:pt x="248" y="33"/>
                    <a:pt x="248" y="33"/>
                  </a:cubicBezTo>
                  <a:moveTo>
                    <a:pt x="299" y="25"/>
                  </a:moveTo>
                  <a:cubicBezTo>
                    <a:pt x="301" y="25"/>
                    <a:pt x="302" y="24"/>
                    <a:pt x="303" y="22"/>
                  </a:cubicBezTo>
                  <a:cubicBezTo>
                    <a:pt x="304" y="22"/>
                    <a:pt x="304" y="21"/>
                    <a:pt x="304" y="21"/>
                  </a:cubicBezTo>
                  <a:cubicBezTo>
                    <a:pt x="305" y="21"/>
                    <a:pt x="305" y="21"/>
                    <a:pt x="305" y="21"/>
                  </a:cubicBezTo>
                  <a:cubicBezTo>
                    <a:pt x="307" y="25"/>
                    <a:pt x="309" y="29"/>
                    <a:pt x="313" y="29"/>
                  </a:cubicBezTo>
                  <a:cubicBezTo>
                    <a:pt x="316" y="29"/>
                    <a:pt x="320" y="28"/>
                    <a:pt x="322" y="26"/>
                  </a:cubicBezTo>
                  <a:cubicBezTo>
                    <a:pt x="328" y="28"/>
                    <a:pt x="345" y="36"/>
                    <a:pt x="349" y="38"/>
                  </a:cubicBezTo>
                  <a:cubicBezTo>
                    <a:pt x="344" y="40"/>
                    <a:pt x="313" y="54"/>
                    <a:pt x="313" y="54"/>
                  </a:cubicBezTo>
                  <a:cubicBezTo>
                    <a:pt x="312" y="55"/>
                    <a:pt x="311" y="55"/>
                    <a:pt x="310" y="56"/>
                  </a:cubicBezTo>
                  <a:cubicBezTo>
                    <a:pt x="310" y="55"/>
                    <a:pt x="309" y="55"/>
                    <a:pt x="308" y="54"/>
                  </a:cubicBezTo>
                  <a:cubicBezTo>
                    <a:pt x="308" y="54"/>
                    <a:pt x="272" y="40"/>
                    <a:pt x="268" y="38"/>
                  </a:cubicBezTo>
                  <a:cubicBezTo>
                    <a:pt x="272" y="36"/>
                    <a:pt x="299" y="25"/>
                    <a:pt x="299" y="25"/>
                  </a:cubicBezTo>
                  <a:moveTo>
                    <a:pt x="316" y="21"/>
                  </a:moveTo>
                  <a:cubicBezTo>
                    <a:pt x="316" y="21"/>
                    <a:pt x="316" y="21"/>
                    <a:pt x="316" y="21"/>
                  </a:cubicBezTo>
                  <a:cubicBezTo>
                    <a:pt x="316" y="21"/>
                    <a:pt x="316" y="21"/>
                    <a:pt x="316" y="21"/>
                  </a:cubicBezTo>
                  <a:cubicBezTo>
                    <a:pt x="316" y="21"/>
                    <a:pt x="316" y="21"/>
                    <a:pt x="316" y="21"/>
                  </a:cubicBezTo>
                  <a:moveTo>
                    <a:pt x="147" y="75"/>
                  </a:moveTo>
                  <a:cubicBezTo>
                    <a:pt x="145" y="76"/>
                    <a:pt x="141" y="78"/>
                    <a:pt x="141" y="82"/>
                  </a:cubicBezTo>
                  <a:cubicBezTo>
                    <a:pt x="140" y="84"/>
                    <a:pt x="140" y="84"/>
                    <a:pt x="140" y="84"/>
                  </a:cubicBezTo>
                  <a:cubicBezTo>
                    <a:pt x="139" y="84"/>
                    <a:pt x="139" y="85"/>
                    <a:pt x="138" y="86"/>
                  </a:cubicBezTo>
                  <a:cubicBezTo>
                    <a:pt x="138" y="85"/>
                    <a:pt x="138" y="85"/>
                    <a:pt x="138" y="85"/>
                  </a:cubicBezTo>
                  <a:cubicBezTo>
                    <a:pt x="138" y="84"/>
                    <a:pt x="138" y="84"/>
                    <a:pt x="138" y="83"/>
                  </a:cubicBezTo>
                  <a:cubicBezTo>
                    <a:pt x="138" y="82"/>
                    <a:pt x="138" y="82"/>
                    <a:pt x="138" y="81"/>
                  </a:cubicBezTo>
                  <a:cubicBezTo>
                    <a:pt x="138" y="78"/>
                    <a:pt x="138" y="74"/>
                    <a:pt x="133" y="72"/>
                  </a:cubicBezTo>
                  <a:cubicBezTo>
                    <a:pt x="129" y="71"/>
                    <a:pt x="125" y="74"/>
                    <a:pt x="123" y="77"/>
                  </a:cubicBezTo>
                  <a:cubicBezTo>
                    <a:pt x="119" y="74"/>
                    <a:pt x="91" y="62"/>
                    <a:pt x="88" y="60"/>
                  </a:cubicBezTo>
                  <a:cubicBezTo>
                    <a:pt x="93" y="58"/>
                    <a:pt x="122" y="45"/>
                    <a:pt x="122" y="45"/>
                  </a:cubicBezTo>
                  <a:cubicBezTo>
                    <a:pt x="125" y="44"/>
                    <a:pt x="127" y="41"/>
                    <a:pt x="127" y="38"/>
                  </a:cubicBezTo>
                  <a:cubicBezTo>
                    <a:pt x="127" y="38"/>
                    <a:pt x="127" y="38"/>
                    <a:pt x="127" y="38"/>
                  </a:cubicBezTo>
                  <a:cubicBezTo>
                    <a:pt x="126" y="35"/>
                    <a:pt x="124" y="33"/>
                    <a:pt x="121" y="32"/>
                  </a:cubicBezTo>
                  <a:cubicBezTo>
                    <a:pt x="121" y="32"/>
                    <a:pt x="91" y="21"/>
                    <a:pt x="84" y="19"/>
                  </a:cubicBezTo>
                  <a:cubicBezTo>
                    <a:pt x="91" y="17"/>
                    <a:pt x="109" y="11"/>
                    <a:pt x="109" y="11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3" y="9"/>
                    <a:pt x="114" y="10"/>
                    <a:pt x="117" y="12"/>
                  </a:cubicBezTo>
                  <a:cubicBezTo>
                    <a:pt x="119" y="14"/>
                    <a:pt x="119" y="14"/>
                    <a:pt x="119" y="14"/>
                  </a:cubicBezTo>
                  <a:cubicBezTo>
                    <a:pt x="125" y="17"/>
                    <a:pt x="129" y="16"/>
                    <a:pt x="134" y="12"/>
                  </a:cubicBezTo>
                  <a:cubicBezTo>
                    <a:pt x="144" y="14"/>
                    <a:pt x="164" y="18"/>
                    <a:pt x="171" y="20"/>
                  </a:cubicBezTo>
                  <a:cubicBezTo>
                    <a:pt x="164" y="23"/>
                    <a:pt x="141" y="32"/>
                    <a:pt x="141" y="32"/>
                  </a:cubicBezTo>
                  <a:cubicBezTo>
                    <a:pt x="139" y="33"/>
                    <a:pt x="137" y="35"/>
                    <a:pt x="137" y="38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37" y="41"/>
                    <a:pt x="138" y="44"/>
                    <a:pt x="141" y="45"/>
                  </a:cubicBezTo>
                  <a:cubicBezTo>
                    <a:pt x="141" y="45"/>
                    <a:pt x="175" y="58"/>
                    <a:pt x="181" y="60"/>
                  </a:cubicBezTo>
                  <a:cubicBezTo>
                    <a:pt x="175" y="63"/>
                    <a:pt x="147" y="75"/>
                    <a:pt x="147" y="75"/>
                  </a:cubicBezTo>
                  <a:moveTo>
                    <a:pt x="77" y="97"/>
                  </a:moveTo>
                  <a:cubicBezTo>
                    <a:pt x="77" y="97"/>
                    <a:pt x="77" y="97"/>
                    <a:pt x="77" y="97"/>
                  </a:cubicBezTo>
                  <a:cubicBezTo>
                    <a:pt x="75" y="98"/>
                    <a:pt x="74" y="100"/>
                    <a:pt x="74" y="102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3" y="103"/>
                    <a:pt x="73" y="104"/>
                    <a:pt x="72" y="104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2" y="103"/>
                    <a:pt x="72" y="102"/>
                    <a:pt x="72" y="102"/>
                  </a:cubicBezTo>
                  <a:cubicBezTo>
                    <a:pt x="72" y="101"/>
                    <a:pt x="72" y="100"/>
                    <a:pt x="72" y="100"/>
                  </a:cubicBezTo>
                  <a:cubicBezTo>
                    <a:pt x="72" y="97"/>
                    <a:pt x="71" y="92"/>
                    <a:pt x="67" y="91"/>
                  </a:cubicBezTo>
                  <a:cubicBezTo>
                    <a:pt x="62" y="90"/>
                    <a:pt x="59" y="93"/>
                    <a:pt x="56" y="96"/>
                  </a:cubicBezTo>
                  <a:cubicBezTo>
                    <a:pt x="47" y="93"/>
                    <a:pt x="22" y="84"/>
                    <a:pt x="18" y="82"/>
                  </a:cubicBezTo>
                  <a:cubicBezTo>
                    <a:pt x="21" y="82"/>
                    <a:pt x="63" y="66"/>
                    <a:pt x="63" y="66"/>
                  </a:cubicBezTo>
                  <a:cubicBezTo>
                    <a:pt x="66" y="65"/>
                    <a:pt x="67" y="63"/>
                    <a:pt x="67" y="61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8"/>
                    <a:pt x="66" y="55"/>
                    <a:pt x="63" y="54"/>
                  </a:cubicBezTo>
                  <a:cubicBezTo>
                    <a:pt x="63" y="54"/>
                    <a:pt x="21" y="41"/>
                    <a:pt x="15" y="38"/>
                  </a:cubicBezTo>
                  <a:cubicBezTo>
                    <a:pt x="21" y="36"/>
                    <a:pt x="54" y="25"/>
                    <a:pt x="54" y="25"/>
                  </a:cubicBezTo>
                  <a:cubicBezTo>
                    <a:pt x="56" y="25"/>
                    <a:pt x="58" y="24"/>
                    <a:pt x="59" y="22"/>
                  </a:cubicBezTo>
                  <a:cubicBezTo>
                    <a:pt x="59" y="21"/>
                    <a:pt x="60" y="21"/>
                    <a:pt x="60" y="20"/>
                  </a:cubicBezTo>
                  <a:cubicBezTo>
                    <a:pt x="61" y="21"/>
                    <a:pt x="61" y="21"/>
                    <a:pt x="62" y="22"/>
                  </a:cubicBezTo>
                  <a:cubicBezTo>
                    <a:pt x="65" y="26"/>
                    <a:pt x="68" y="30"/>
                    <a:pt x="71" y="30"/>
                  </a:cubicBezTo>
                  <a:cubicBezTo>
                    <a:pt x="74" y="29"/>
                    <a:pt x="77" y="28"/>
                    <a:pt x="78" y="27"/>
                  </a:cubicBezTo>
                  <a:cubicBezTo>
                    <a:pt x="79" y="26"/>
                    <a:pt x="79" y="26"/>
                    <a:pt x="79" y="26"/>
                  </a:cubicBezTo>
                  <a:cubicBezTo>
                    <a:pt x="86" y="28"/>
                    <a:pt x="112" y="37"/>
                    <a:pt x="116" y="39"/>
                  </a:cubicBezTo>
                  <a:cubicBezTo>
                    <a:pt x="111" y="41"/>
                    <a:pt x="82" y="54"/>
                    <a:pt x="82" y="54"/>
                  </a:cubicBezTo>
                  <a:cubicBezTo>
                    <a:pt x="80" y="55"/>
                    <a:pt x="79" y="57"/>
                    <a:pt x="79" y="60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3"/>
                    <a:pt x="80" y="65"/>
                    <a:pt x="83" y="67"/>
                  </a:cubicBezTo>
                  <a:cubicBezTo>
                    <a:pt x="83" y="67"/>
                    <a:pt x="114" y="81"/>
                    <a:pt x="118" y="83"/>
                  </a:cubicBezTo>
                  <a:cubicBezTo>
                    <a:pt x="112" y="85"/>
                    <a:pt x="77" y="97"/>
                    <a:pt x="77" y="97"/>
                  </a:cubicBezTo>
                  <a:moveTo>
                    <a:pt x="356" y="76"/>
                  </a:moveTo>
                  <a:cubicBezTo>
                    <a:pt x="356" y="76"/>
                    <a:pt x="323" y="62"/>
                    <a:pt x="319" y="60"/>
                  </a:cubicBezTo>
                  <a:cubicBezTo>
                    <a:pt x="324" y="58"/>
                    <a:pt x="354" y="44"/>
                    <a:pt x="354" y="44"/>
                  </a:cubicBezTo>
                  <a:cubicBezTo>
                    <a:pt x="357" y="43"/>
                    <a:pt x="359" y="40"/>
                    <a:pt x="359" y="38"/>
                  </a:cubicBezTo>
                  <a:cubicBezTo>
                    <a:pt x="359" y="37"/>
                    <a:pt x="359" y="37"/>
                    <a:pt x="359" y="37"/>
                  </a:cubicBezTo>
                  <a:cubicBezTo>
                    <a:pt x="359" y="35"/>
                    <a:pt x="357" y="32"/>
                    <a:pt x="354" y="31"/>
                  </a:cubicBezTo>
                  <a:cubicBezTo>
                    <a:pt x="354" y="31"/>
                    <a:pt x="354" y="31"/>
                    <a:pt x="354" y="31"/>
                  </a:cubicBezTo>
                  <a:cubicBezTo>
                    <a:pt x="354" y="31"/>
                    <a:pt x="333" y="22"/>
                    <a:pt x="328" y="19"/>
                  </a:cubicBezTo>
                  <a:cubicBezTo>
                    <a:pt x="334" y="17"/>
                    <a:pt x="353" y="11"/>
                    <a:pt x="353" y="11"/>
                  </a:cubicBezTo>
                  <a:cubicBezTo>
                    <a:pt x="354" y="11"/>
                    <a:pt x="354" y="11"/>
                    <a:pt x="354" y="11"/>
                  </a:cubicBezTo>
                  <a:cubicBezTo>
                    <a:pt x="356" y="10"/>
                    <a:pt x="356" y="8"/>
                    <a:pt x="356" y="7"/>
                  </a:cubicBezTo>
                  <a:cubicBezTo>
                    <a:pt x="356" y="6"/>
                    <a:pt x="356" y="6"/>
                    <a:pt x="356" y="6"/>
                  </a:cubicBezTo>
                  <a:cubicBezTo>
                    <a:pt x="356" y="3"/>
                    <a:pt x="352" y="2"/>
                    <a:pt x="343" y="1"/>
                  </a:cubicBezTo>
                  <a:cubicBezTo>
                    <a:pt x="338" y="1"/>
                    <a:pt x="304" y="0"/>
                    <a:pt x="301" y="1"/>
                  </a:cubicBezTo>
                  <a:cubicBezTo>
                    <a:pt x="302" y="8"/>
                    <a:pt x="302" y="8"/>
                    <a:pt x="302" y="8"/>
                  </a:cubicBezTo>
                  <a:cubicBezTo>
                    <a:pt x="305" y="8"/>
                    <a:pt x="322" y="8"/>
                    <a:pt x="334" y="9"/>
                  </a:cubicBezTo>
                  <a:cubicBezTo>
                    <a:pt x="327" y="11"/>
                    <a:pt x="320" y="13"/>
                    <a:pt x="320" y="13"/>
                  </a:cubicBezTo>
                  <a:cubicBezTo>
                    <a:pt x="317" y="14"/>
                    <a:pt x="316" y="17"/>
                    <a:pt x="316" y="19"/>
                  </a:cubicBezTo>
                  <a:cubicBezTo>
                    <a:pt x="316" y="19"/>
                    <a:pt x="316" y="19"/>
                    <a:pt x="316" y="19"/>
                  </a:cubicBezTo>
                  <a:cubicBezTo>
                    <a:pt x="316" y="19"/>
                    <a:pt x="316" y="20"/>
                    <a:pt x="316" y="20"/>
                  </a:cubicBezTo>
                  <a:cubicBezTo>
                    <a:pt x="316" y="20"/>
                    <a:pt x="315" y="20"/>
                    <a:pt x="314" y="21"/>
                  </a:cubicBezTo>
                  <a:cubicBezTo>
                    <a:pt x="313" y="20"/>
                    <a:pt x="312" y="18"/>
                    <a:pt x="312" y="17"/>
                  </a:cubicBezTo>
                  <a:cubicBezTo>
                    <a:pt x="310" y="14"/>
                    <a:pt x="307" y="8"/>
                    <a:pt x="302" y="11"/>
                  </a:cubicBezTo>
                  <a:cubicBezTo>
                    <a:pt x="300" y="11"/>
                    <a:pt x="299" y="12"/>
                    <a:pt x="299" y="13"/>
                  </a:cubicBezTo>
                  <a:cubicBezTo>
                    <a:pt x="296" y="13"/>
                    <a:pt x="286" y="11"/>
                    <a:pt x="276" y="8"/>
                  </a:cubicBezTo>
                  <a:cubicBezTo>
                    <a:pt x="278" y="8"/>
                    <a:pt x="280" y="8"/>
                    <a:pt x="282" y="9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1"/>
                    <a:pt x="285" y="1"/>
                    <a:pt x="285" y="1"/>
                  </a:cubicBezTo>
                  <a:cubicBezTo>
                    <a:pt x="282" y="1"/>
                    <a:pt x="282" y="1"/>
                    <a:pt x="282" y="1"/>
                  </a:cubicBezTo>
                  <a:cubicBezTo>
                    <a:pt x="273" y="0"/>
                    <a:pt x="262" y="0"/>
                    <a:pt x="258" y="1"/>
                  </a:cubicBezTo>
                  <a:cubicBezTo>
                    <a:pt x="250" y="1"/>
                    <a:pt x="246" y="2"/>
                    <a:pt x="245" y="6"/>
                  </a:cubicBezTo>
                  <a:cubicBezTo>
                    <a:pt x="245" y="6"/>
                    <a:pt x="245" y="6"/>
                    <a:pt x="245" y="6"/>
                  </a:cubicBezTo>
                  <a:cubicBezTo>
                    <a:pt x="245" y="8"/>
                    <a:pt x="246" y="10"/>
                    <a:pt x="248" y="10"/>
                  </a:cubicBezTo>
                  <a:cubicBezTo>
                    <a:pt x="248" y="11"/>
                    <a:pt x="248" y="11"/>
                    <a:pt x="248" y="11"/>
                  </a:cubicBezTo>
                  <a:cubicBezTo>
                    <a:pt x="248" y="11"/>
                    <a:pt x="282" y="18"/>
                    <a:pt x="291" y="20"/>
                  </a:cubicBezTo>
                  <a:cubicBezTo>
                    <a:pt x="284" y="23"/>
                    <a:pt x="262" y="32"/>
                    <a:pt x="262" y="32"/>
                  </a:cubicBezTo>
                  <a:cubicBezTo>
                    <a:pt x="261" y="32"/>
                    <a:pt x="261" y="32"/>
                    <a:pt x="261" y="33"/>
                  </a:cubicBezTo>
                  <a:cubicBezTo>
                    <a:pt x="261" y="33"/>
                    <a:pt x="261" y="33"/>
                    <a:pt x="261" y="33"/>
                  </a:cubicBezTo>
                  <a:cubicBezTo>
                    <a:pt x="260" y="33"/>
                    <a:pt x="260" y="33"/>
                    <a:pt x="260" y="33"/>
                  </a:cubicBezTo>
                  <a:cubicBezTo>
                    <a:pt x="259" y="33"/>
                    <a:pt x="258" y="35"/>
                    <a:pt x="257" y="36"/>
                  </a:cubicBezTo>
                  <a:cubicBezTo>
                    <a:pt x="257" y="37"/>
                    <a:pt x="257" y="37"/>
                    <a:pt x="256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37"/>
                    <a:pt x="256" y="36"/>
                    <a:pt x="256" y="35"/>
                  </a:cubicBezTo>
                  <a:cubicBezTo>
                    <a:pt x="256" y="35"/>
                    <a:pt x="256" y="34"/>
                    <a:pt x="256" y="33"/>
                  </a:cubicBezTo>
                  <a:cubicBezTo>
                    <a:pt x="256" y="30"/>
                    <a:pt x="255" y="26"/>
                    <a:pt x="251" y="25"/>
                  </a:cubicBezTo>
                  <a:cubicBezTo>
                    <a:pt x="246" y="23"/>
                    <a:pt x="242" y="27"/>
                    <a:pt x="240" y="30"/>
                  </a:cubicBezTo>
                  <a:cubicBezTo>
                    <a:pt x="231" y="27"/>
                    <a:pt x="214" y="21"/>
                    <a:pt x="208" y="19"/>
                  </a:cubicBezTo>
                  <a:cubicBezTo>
                    <a:pt x="216" y="17"/>
                    <a:pt x="234" y="11"/>
                    <a:pt x="234" y="11"/>
                  </a:cubicBezTo>
                  <a:cubicBezTo>
                    <a:pt x="234" y="11"/>
                    <a:pt x="234" y="11"/>
                    <a:pt x="234" y="11"/>
                  </a:cubicBezTo>
                  <a:cubicBezTo>
                    <a:pt x="236" y="10"/>
                    <a:pt x="237" y="8"/>
                    <a:pt x="237" y="7"/>
                  </a:cubicBezTo>
                  <a:cubicBezTo>
                    <a:pt x="237" y="6"/>
                    <a:pt x="237" y="6"/>
                    <a:pt x="237" y="6"/>
                  </a:cubicBezTo>
                  <a:cubicBezTo>
                    <a:pt x="236" y="3"/>
                    <a:pt x="232" y="2"/>
                    <a:pt x="224" y="1"/>
                  </a:cubicBezTo>
                  <a:cubicBezTo>
                    <a:pt x="218" y="1"/>
                    <a:pt x="184" y="0"/>
                    <a:pt x="181" y="1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85" y="8"/>
                    <a:pt x="203" y="8"/>
                    <a:pt x="214" y="9"/>
                  </a:cubicBezTo>
                  <a:cubicBezTo>
                    <a:pt x="208" y="11"/>
                    <a:pt x="201" y="13"/>
                    <a:pt x="201" y="13"/>
                  </a:cubicBezTo>
                  <a:cubicBezTo>
                    <a:pt x="197" y="14"/>
                    <a:pt x="196" y="17"/>
                    <a:pt x="196" y="19"/>
                  </a:cubicBezTo>
                  <a:cubicBezTo>
                    <a:pt x="196" y="19"/>
                    <a:pt x="196" y="19"/>
                    <a:pt x="196" y="19"/>
                  </a:cubicBezTo>
                  <a:cubicBezTo>
                    <a:pt x="196" y="22"/>
                    <a:pt x="198" y="24"/>
                    <a:pt x="201" y="25"/>
                  </a:cubicBezTo>
                  <a:cubicBezTo>
                    <a:pt x="201" y="25"/>
                    <a:pt x="235" y="37"/>
                    <a:pt x="239" y="38"/>
                  </a:cubicBezTo>
                  <a:cubicBezTo>
                    <a:pt x="235" y="40"/>
                    <a:pt x="207" y="54"/>
                    <a:pt x="207" y="54"/>
                  </a:cubicBezTo>
                  <a:cubicBezTo>
                    <a:pt x="205" y="55"/>
                    <a:pt x="204" y="57"/>
                    <a:pt x="203" y="60"/>
                  </a:cubicBezTo>
                  <a:cubicBezTo>
                    <a:pt x="203" y="60"/>
                    <a:pt x="203" y="60"/>
                    <a:pt x="203" y="60"/>
                  </a:cubicBezTo>
                  <a:cubicBezTo>
                    <a:pt x="203" y="60"/>
                    <a:pt x="202" y="61"/>
                    <a:pt x="202" y="62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201" y="61"/>
                    <a:pt x="201" y="60"/>
                    <a:pt x="202" y="59"/>
                  </a:cubicBezTo>
                  <a:cubicBezTo>
                    <a:pt x="202" y="59"/>
                    <a:pt x="202" y="58"/>
                    <a:pt x="202" y="57"/>
                  </a:cubicBezTo>
                  <a:cubicBezTo>
                    <a:pt x="202" y="54"/>
                    <a:pt x="201" y="50"/>
                    <a:pt x="196" y="49"/>
                  </a:cubicBezTo>
                  <a:cubicBezTo>
                    <a:pt x="192" y="47"/>
                    <a:pt x="188" y="50"/>
                    <a:pt x="186" y="54"/>
                  </a:cubicBezTo>
                  <a:cubicBezTo>
                    <a:pt x="179" y="51"/>
                    <a:pt x="151" y="40"/>
                    <a:pt x="147" y="38"/>
                  </a:cubicBezTo>
                  <a:cubicBezTo>
                    <a:pt x="152" y="36"/>
                    <a:pt x="179" y="25"/>
                    <a:pt x="179" y="25"/>
                  </a:cubicBezTo>
                  <a:cubicBezTo>
                    <a:pt x="182" y="24"/>
                    <a:pt x="184" y="22"/>
                    <a:pt x="184" y="19"/>
                  </a:cubicBezTo>
                  <a:cubicBezTo>
                    <a:pt x="184" y="19"/>
                    <a:pt x="184" y="19"/>
                    <a:pt x="184" y="19"/>
                  </a:cubicBezTo>
                  <a:cubicBezTo>
                    <a:pt x="184" y="17"/>
                    <a:pt x="182" y="15"/>
                    <a:pt x="179" y="13"/>
                  </a:cubicBezTo>
                  <a:cubicBezTo>
                    <a:pt x="179" y="13"/>
                    <a:pt x="179" y="13"/>
                    <a:pt x="179" y="13"/>
                  </a:cubicBezTo>
                  <a:cubicBezTo>
                    <a:pt x="179" y="13"/>
                    <a:pt x="167" y="11"/>
                    <a:pt x="156" y="8"/>
                  </a:cubicBezTo>
                  <a:cubicBezTo>
                    <a:pt x="158" y="8"/>
                    <a:pt x="160" y="8"/>
                    <a:pt x="161" y="9"/>
                  </a:cubicBezTo>
                  <a:cubicBezTo>
                    <a:pt x="171" y="9"/>
                    <a:pt x="175" y="9"/>
                    <a:pt x="176" y="8"/>
                  </a:cubicBezTo>
                  <a:cubicBezTo>
                    <a:pt x="175" y="1"/>
                    <a:pt x="175" y="1"/>
                    <a:pt x="175" y="1"/>
                  </a:cubicBezTo>
                  <a:cubicBezTo>
                    <a:pt x="174" y="1"/>
                    <a:pt x="167" y="1"/>
                    <a:pt x="162" y="1"/>
                  </a:cubicBezTo>
                  <a:cubicBezTo>
                    <a:pt x="152" y="0"/>
                    <a:pt x="142" y="0"/>
                    <a:pt x="138" y="1"/>
                  </a:cubicBezTo>
                  <a:cubicBezTo>
                    <a:pt x="129" y="1"/>
                    <a:pt x="125" y="2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7"/>
                    <a:pt x="125" y="7"/>
                    <a:pt x="125" y="8"/>
                  </a:cubicBezTo>
                  <a:cubicBezTo>
                    <a:pt x="124" y="8"/>
                    <a:pt x="124" y="7"/>
                    <a:pt x="124" y="7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19" y="3"/>
                    <a:pt x="114" y="0"/>
                    <a:pt x="108" y="3"/>
                  </a:cubicBezTo>
                  <a:cubicBezTo>
                    <a:pt x="106" y="2"/>
                    <a:pt x="103" y="2"/>
                    <a:pt x="99" y="1"/>
                  </a:cubicBezTo>
                  <a:cubicBezTo>
                    <a:pt x="93" y="1"/>
                    <a:pt x="59" y="0"/>
                    <a:pt x="56" y="1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60" y="8"/>
                    <a:pt x="78" y="8"/>
                    <a:pt x="89" y="9"/>
                  </a:cubicBezTo>
                  <a:cubicBezTo>
                    <a:pt x="83" y="11"/>
                    <a:pt x="76" y="13"/>
                    <a:pt x="76" y="13"/>
                  </a:cubicBezTo>
                  <a:cubicBezTo>
                    <a:pt x="72" y="14"/>
                    <a:pt x="71" y="17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0"/>
                    <a:pt x="72" y="21"/>
                    <a:pt x="72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1" y="21"/>
                    <a:pt x="69" y="19"/>
                    <a:pt x="68" y="17"/>
                  </a:cubicBezTo>
                  <a:cubicBezTo>
                    <a:pt x="65" y="13"/>
                    <a:pt x="62" y="8"/>
                    <a:pt x="57" y="11"/>
                  </a:cubicBezTo>
                  <a:cubicBezTo>
                    <a:pt x="56" y="11"/>
                    <a:pt x="55" y="12"/>
                    <a:pt x="54" y="13"/>
                  </a:cubicBezTo>
                  <a:cubicBezTo>
                    <a:pt x="52" y="13"/>
                    <a:pt x="42" y="11"/>
                    <a:pt x="32" y="8"/>
                  </a:cubicBezTo>
                  <a:cubicBezTo>
                    <a:pt x="33" y="8"/>
                    <a:pt x="35" y="8"/>
                    <a:pt x="37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28" y="0"/>
                    <a:pt x="18" y="0"/>
                    <a:pt x="13" y="1"/>
                  </a:cubicBezTo>
                  <a:cubicBezTo>
                    <a:pt x="5" y="1"/>
                    <a:pt x="1" y="2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1" y="10"/>
                    <a:pt x="3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6" y="18"/>
                    <a:pt x="46" y="20"/>
                  </a:cubicBezTo>
                  <a:cubicBezTo>
                    <a:pt x="37" y="23"/>
                    <a:pt x="9" y="32"/>
                    <a:pt x="9" y="32"/>
                  </a:cubicBezTo>
                  <a:cubicBezTo>
                    <a:pt x="6" y="33"/>
                    <a:pt x="4" y="35"/>
                    <a:pt x="4" y="38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4" y="41"/>
                    <a:pt x="6" y="44"/>
                    <a:pt x="9" y="45"/>
                  </a:cubicBezTo>
                  <a:cubicBezTo>
                    <a:pt x="9" y="45"/>
                    <a:pt x="48" y="58"/>
                    <a:pt x="56" y="60"/>
                  </a:cubicBezTo>
                  <a:cubicBezTo>
                    <a:pt x="48" y="63"/>
                    <a:pt x="14" y="75"/>
                    <a:pt x="14" y="75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2" y="76"/>
                    <a:pt x="8" y="79"/>
                    <a:pt x="8" y="83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5"/>
                    <a:pt x="10" y="87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9"/>
                    <a:pt x="42" y="99"/>
                    <a:pt x="51" y="102"/>
                  </a:cubicBezTo>
                  <a:cubicBezTo>
                    <a:pt x="42" y="104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9" y="112"/>
                    <a:pt x="6" y="114"/>
                    <a:pt x="6" y="117"/>
                  </a:cubicBezTo>
                  <a:cubicBezTo>
                    <a:pt x="6" y="118"/>
                    <a:pt x="6" y="118"/>
                    <a:pt x="6" y="119"/>
                  </a:cubicBezTo>
                  <a:cubicBezTo>
                    <a:pt x="7" y="121"/>
                    <a:pt x="8" y="123"/>
                    <a:pt x="14" y="123"/>
                  </a:cubicBezTo>
                  <a:cubicBezTo>
                    <a:pt x="16" y="123"/>
                    <a:pt x="21" y="123"/>
                    <a:pt x="27" y="124"/>
                  </a:cubicBezTo>
                  <a:cubicBezTo>
                    <a:pt x="43" y="125"/>
                    <a:pt x="43" y="125"/>
                    <a:pt x="43" y="125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7" y="116"/>
                    <a:pt x="27" y="116"/>
                    <a:pt x="26" y="116"/>
                  </a:cubicBezTo>
                  <a:cubicBezTo>
                    <a:pt x="39" y="113"/>
                    <a:pt x="58" y="109"/>
                    <a:pt x="58" y="109"/>
                  </a:cubicBezTo>
                  <a:cubicBezTo>
                    <a:pt x="58" y="109"/>
                    <a:pt x="58" y="109"/>
                    <a:pt x="58" y="109"/>
                  </a:cubicBezTo>
                  <a:cubicBezTo>
                    <a:pt x="61" y="107"/>
                    <a:pt x="63" y="105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63" y="102"/>
                    <a:pt x="63" y="101"/>
                    <a:pt x="63" y="101"/>
                  </a:cubicBezTo>
                  <a:cubicBezTo>
                    <a:pt x="63" y="100"/>
                    <a:pt x="64" y="100"/>
                    <a:pt x="64" y="99"/>
                  </a:cubicBezTo>
                  <a:cubicBezTo>
                    <a:pt x="64" y="100"/>
                    <a:pt x="64" y="101"/>
                    <a:pt x="64" y="101"/>
                  </a:cubicBezTo>
                  <a:cubicBezTo>
                    <a:pt x="64" y="102"/>
                    <a:pt x="64" y="103"/>
                    <a:pt x="64" y="104"/>
                  </a:cubicBezTo>
                  <a:cubicBezTo>
                    <a:pt x="64" y="107"/>
                    <a:pt x="64" y="110"/>
                    <a:pt x="68" y="112"/>
                  </a:cubicBezTo>
                  <a:cubicBezTo>
                    <a:pt x="73" y="114"/>
                    <a:pt x="76" y="112"/>
                    <a:pt x="79" y="109"/>
                  </a:cubicBezTo>
                  <a:cubicBezTo>
                    <a:pt x="80" y="110"/>
                    <a:pt x="87" y="112"/>
                    <a:pt x="93" y="114"/>
                  </a:cubicBezTo>
                  <a:cubicBezTo>
                    <a:pt x="89" y="114"/>
                    <a:pt x="85" y="115"/>
                    <a:pt x="80" y="115"/>
                  </a:cubicBezTo>
                  <a:cubicBezTo>
                    <a:pt x="71" y="116"/>
                    <a:pt x="61" y="117"/>
                    <a:pt x="59" y="116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9" y="125"/>
                    <a:pt x="64" y="124"/>
                    <a:pt x="81" y="123"/>
                  </a:cubicBezTo>
                  <a:cubicBezTo>
                    <a:pt x="91" y="122"/>
                    <a:pt x="103" y="121"/>
                    <a:pt x="106" y="122"/>
                  </a:cubicBezTo>
                  <a:cubicBezTo>
                    <a:pt x="109" y="122"/>
                    <a:pt x="114" y="122"/>
                    <a:pt x="115" y="118"/>
                  </a:cubicBezTo>
                  <a:cubicBezTo>
                    <a:pt x="115" y="118"/>
                    <a:pt x="115" y="117"/>
                    <a:pt x="115" y="117"/>
                  </a:cubicBezTo>
                  <a:cubicBezTo>
                    <a:pt x="115" y="115"/>
                    <a:pt x="114" y="113"/>
                    <a:pt x="111" y="112"/>
                  </a:cubicBezTo>
                  <a:cubicBezTo>
                    <a:pt x="111" y="112"/>
                    <a:pt x="111" y="112"/>
                    <a:pt x="111" y="112"/>
                  </a:cubicBezTo>
                  <a:cubicBezTo>
                    <a:pt x="111" y="112"/>
                    <a:pt x="91" y="105"/>
                    <a:pt x="85" y="103"/>
                  </a:cubicBezTo>
                  <a:cubicBezTo>
                    <a:pt x="93" y="100"/>
                    <a:pt x="125" y="89"/>
                    <a:pt x="125" y="89"/>
                  </a:cubicBezTo>
                  <a:cubicBezTo>
                    <a:pt x="127" y="88"/>
                    <a:pt x="129" y="86"/>
                    <a:pt x="129" y="83"/>
                  </a:cubicBezTo>
                  <a:cubicBezTo>
                    <a:pt x="129" y="83"/>
                    <a:pt x="129" y="83"/>
                    <a:pt x="129" y="83"/>
                  </a:cubicBezTo>
                  <a:cubicBezTo>
                    <a:pt x="129" y="83"/>
                    <a:pt x="129" y="83"/>
                    <a:pt x="129" y="82"/>
                  </a:cubicBezTo>
                  <a:cubicBezTo>
                    <a:pt x="129" y="81"/>
                    <a:pt x="130" y="81"/>
                    <a:pt x="130" y="81"/>
                  </a:cubicBezTo>
                  <a:cubicBezTo>
                    <a:pt x="130" y="81"/>
                    <a:pt x="130" y="82"/>
                    <a:pt x="130" y="83"/>
                  </a:cubicBezTo>
                  <a:cubicBezTo>
                    <a:pt x="130" y="83"/>
                    <a:pt x="130" y="84"/>
                    <a:pt x="130" y="85"/>
                  </a:cubicBezTo>
                  <a:cubicBezTo>
                    <a:pt x="130" y="88"/>
                    <a:pt x="131" y="91"/>
                    <a:pt x="134" y="93"/>
                  </a:cubicBezTo>
                  <a:cubicBezTo>
                    <a:pt x="140" y="96"/>
                    <a:pt x="144" y="92"/>
                    <a:pt x="146" y="89"/>
                  </a:cubicBezTo>
                  <a:cubicBezTo>
                    <a:pt x="148" y="90"/>
                    <a:pt x="169" y="99"/>
                    <a:pt x="176" y="102"/>
                  </a:cubicBezTo>
                  <a:cubicBezTo>
                    <a:pt x="168" y="104"/>
                    <a:pt x="133" y="111"/>
                    <a:pt x="133" y="111"/>
                  </a:cubicBezTo>
                  <a:cubicBezTo>
                    <a:pt x="130" y="112"/>
                    <a:pt x="128" y="114"/>
                    <a:pt x="128" y="117"/>
                  </a:cubicBezTo>
                  <a:cubicBezTo>
                    <a:pt x="128" y="117"/>
                    <a:pt x="128" y="117"/>
                    <a:pt x="128" y="117"/>
                  </a:cubicBezTo>
                  <a:cubicBezTo>
                    <a:pt x="129" y="121"/>
                    <a:pt x="132" y="124"/>
                    <a:pt x="138" y="124"/>
                  </a:cubicBezTo>
                  <a:cubicBezTo>
                    <a:pt x="155" y="124"/>
                    <a:pt x="155" y="124"/>
                    <a:pt x="155" y="124"/>
                  </a:cubicBezTo>
                  <a:cubicBezTo>
                    <a:pt x="169" y="124"/>
                    <a:pt x="175" y="124"/>
                    <a:pt x="177" y="123"/>
                  </a:cubicBezTo>
                  <a:cubicBezTo>
                    <a:pt x="176" y="115"/>
                    <a:pt x="176" y="115"/>
                    <a:pt x="176" y="115"/>
                  </a:cubicBezTo>
                  <a:cubicBezTo>
                    <a:pt x="174" y="116"/>
                    <a:pt x="163" y="116"/>
                    <a:pt x="155" y="116"/>
                  </a:cubicBezTo>
                  <a:cubicBezTo>
                    <a:pt x="155" y="116"/>
                    <a:pt x="153" y="116"/>
                    <a:pt x="151" y="116"/>
                  </a:cubicBezTo>
                  <a:cubicBezTo>
                    <a:pt x="165" y="112"/>
                    <a:pt x="182" y="109"/>
                    <a:pt x="182" y="109"/>
                  </a:cubicBezTo>
                  <a:cubicBezTo>
                    <a:pt x="183" y="109"/>
                    <a:pt x="183" y="109"/>
                    <a:pt x="183" y="109"/>
                  </a:cubicBezTo>
                  <a:cubicBezTo>
                    <a:pt x="185" y="107"/>
                    <a:pt x="187" y="105"/>
                    <a:pt x="187" y="102"/>
                  </a:cubicBezTo>
                  <a:cubicBezTo>
                    <a:pt x="187" y="102"/>
                    <a:pt x="187" y="102"/>
                    <a:pt x="187" y="102"/>
                  </a:cubicBezTo>
                  <a:cubicBezTo>
                    <a:pt x="187" y="100"/>
                    <a:pt x="186" y="98"/>
                    <a:pt x="184" y="97"/>
                  </a:cubicBezTo>
                  <a:cubicBezTo>
                    <a:pt x="184" y="97"/>
                    <a:pt x="154" y="84"/>
                    <a:pt x="151" y="82"/>
                  </a:cubicBezTo>
                  <a:cubicBezTo>
                    <a:pt x="151" y="82"/>
                    <a:pt x="188" y="66"/>
                    <a:pt x="188" y="66"/>
                  </a:cubicBezTo>
                  <a:cubicBezTo>
                    <a:pt x="190" y="65"/>
                    <a:pt x="191" y="63"/>
                    <a:pt x="192" y="61"/>
                  </a:cubicBezTo>
                  <a:cubicBezTo>
                    <a:pt x="192" y="60"/>
                    <a:pt x="192" y="60"/>
                    <a:pt x="192" y="60"/>
                  </a:cubicBezTo>
                  <a:cubicBezTo>
                    <a:pt x="191" y="60"/>
                    <a:pt x="191" y="60"/>
                    <a:pt x="191" y="60"/>
                  </a:cubicBezTo>
                  <a:cubicBezTo>
                    <a:pt x="192" y="59"/>
                    <a:pt x="193" y="57"/>
                    <a:pt x="194" y="57"/>
                  </a:cubicBezTo>
                  <a:cubicBezTo>
                    <a:pt x="194" y="58"/>
                    <a:pt x="194" y="58"/>
                    <a:pt x="194" y="59"/>
                  </a:cubicBezTo>
                  <a:cubicBezTo>
                    <a:pt x="194" y="59"/>
                    <a:pt x="193" y="60"/>
                    <a:pt x="193" y="61"/>
                  </a:cubicBezTo>
                  <a:cubicBezTo>
                    <a:pt x="193" y="64"/>
                    <a:pt x="194" y="68"/>
                    <a:pt x="198" y="69"/>
                  </a:cubicBezTo>
                  <a:cubicBezTo>
                    <a:pt x="202" y="72"/>
                    <a:pt x="206" y="69"/>
                    <a:pt x="208" y="67"/>
                  </a:cubicBezTo>
                  <a:cubicBezTo>
                    <a:pt x="212" y="69"/>
                    <a:pt x="239" y="81"/>
                    <a:pt x="243" y="83"/>
                  </a:cubicBezTo>
                  <a:cubicBezTo>
                    <a:pt x="236" y="85"/>
                    <a:pt x="202" y="97"/>
                    <a:pt x="202" y="97"/>
                  </a:cubicBezTo>
                  <a:cubicBezTo>
                    <a:pt x="202" y="97"/>
                    <a:pt x="202" y="97"/>
                    <a:pt x="202" y="97"/>
                  </a:cubicBezTo>
                  <a:cubicBezTo>
                    <a:pt x="200" y="98"/>
                    <a:pt x="199" y="100"/>
                    <a:pt x="199" y="103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199" y="106"/>
                    <a:pt x="200" y="108"/>
                    <a:pt x="203" y="109"/>
                  </a:cubicBezTo>
                  <a:cubicBezTo>
                    <a:pt x="203" y="109"/>
                    <a:pt x="211" y="112"/>
                    <a:pt x="218" y="114"/>
                  </a:cubicBezTo>
                  <a:cubicBezTo>
                    <a:pt x="214" y="114"/>
                    <a:pt x="210" y="115"/>
                    <a:pt x="205" y="115"/>
                  </a:cubicBezTo>
                  <a:cubicBezTo>
                    <a:pt x="196" y="116"/>
                    <a:pt x="185" y="117"/>
                    <a:pt x="184" y="116"/>
                  </a:cubicBezTo>
                  <a:cubicBezTo>
                    <a:pt x="183" y="124"/>
                    <a:pt x="183" y="124"/>
                    <a:pt x="183" y="124"/>
                  </a:cubicBezTo>
                  <a:cubicBezTo>
                    <a:pt x="184" y="125"/>
                    <a:pt x="189" y="124"/>
                    <a:pt x="206" y="123"/>
                  </a:cubicBezTo>
                  <a:cubicBezTo>
                    <a:pt x="216" y="122"/>
                    <a:pt x="228" y="121"/>
                    <a:pt x="231" y="122"/>
                  </a:cubicBezTo>
                  <a:cubicBezTo>
                    <a:pt x="233" y="122"/>
                    <a:pt x="236" y="122"/>
                    <a:pt x="237" y="121"/>
                  </a:cubicBezTo>
                  <a:cubicBezTo>
                    <a:pt x="242" y="120"/>
                    <a:pt x="242" y="120"/>
                    <a:pt x="242" y="120"/>
                  </a:cubicBezTo>
                  <a:cubicBezTo>
                    <a:pt x="244" y="119"/>
                    <a:pt x="247" y="119"/>
                    <a:pt x="248" y="119"/>
                  </a:cubicBezTo>
                  <a:cubicBezTo>
                    <a:pt x="249" y="119"/>
                    <a:pt x="249" y="119"/>
                    <a:pt x="249" y="119"/>
                  </a:cubicBezTo>
                  <a:cubicBezTo>
                    <a:pt x="251" y="122"/>
                    <a:pt x="255" y="121"/>
                    <a:pt x="258" y="121"/>
                  </a:cubicBezTo>
                  <a:cubicBezTo>
                    <a:pt x="261" y="121"/>
                    <a:pt x="270" y="122"/>
                    <a:pt x="279" y="122"/>
                  </a:cubicBezTo>
                  <a:cubicBezTo>
                    <a:pt x="288" y="123"/>
                    <a:pt x="288" y="123"/>
                    <a:pt x="288" y="123"/>
                  </a:cubicBezTo>
                  <a:cubicBezTo>
                    <a:pt x="289" y="115"/>
                    <a:pt x="289" y="115"/>
                    <a:pt x="289" y="115"/>
                  </a:cubicBezTo>
                  <a:cubicBezTo>
                    <a:pt x="289" y="115"/>
                    <a:pt x="278" y="114"/>
                    <a:pt x="277" y="114"/>
                  </a:cubicBezTo>
                  <a:cubicBezTo>
                    <a:pt x="290" y="112"/>
                    <a:pt x="303" y="109"/>
                    <a:pt x="303" y="109"/>
                  </a:cubicBezTo>
                  <a:cubicBezTo>
                    <a:pt x="303" y="109"/>
                    <a:pt x="303" y="109"/>
                    <a:pt x="303" y="109"/>
                  </a:cubicBezTo>
                  <a:cubicBezTo>
                    <a:pt x="306" y="107"/>
                    <a:pt x="307" y="105"/>
                    <a:pt x="307" y="102"/>
                  </a:cubicBezTo>
                  <a:cubicBezTo>
                    <a:pt x="307" y="102"/>
                    <a:pt x="307" y="102"/>
                    <a:pt x="307" y="102"/>
                  </a:cubicBezTo>
                  <a:cubicBezTo>
                    <a:pt x="307" y="102"/>
                    <a:pt x="307" y="101"/>
                    <a:pt x="307" y="101"/>
                  </a:cubicBezTo>
                  <a:cubicBezTo>
                    <a:pt x="308" y="100"/>
                    <a:pt x="308" y="100"/>
                    <a:pt x="309" y="99"/>
                  </a:cubicBezTo>
                  <a:cubicBezTo>
                    <a:pt x="309" y="100"/>
                    <a:pt x="309" y="101"/>
                    <a:pt x="309" y="101"/>
                  </a:cubicBezTo>
                  <a:cubicBezTo>
                    <a:pt x="308" y="102"/>
                    <a:pt x="308" y="103"/>
                    <a:pt x="308" y="104"/>
                  </a:cubicBezTo>
                  <a:cubicBezTo>
                    <a:pt x="308" y="107"/>
                    <a:pt x="309" y="110"/>
                    <a:pt x="313" y="112"/>
                  </a:cubicBezTo>
                  <a:cubicBezTo>
                    <a:pt x="317" y="114"/>
                    <a:pt x="321" y="112"/>
                    <a:pt x="323" y="109"/>
                  </a:cubicBezTo>
                  <a:cubicBezTo>
                    <a:pt x="324" y="110"/>
                    <a:pt x="331" y="112"/>
                    <a:pt x="338" y="114"/>
                  </a:cubicBezTo>
                  <a:cubicBezTo>
                    <a:pt x="334" y="114"/>
                    <a:pt x="329" y="115"/>
                    <a:pt x="325" y="115"/>
                  </a:cubicBezTo>
                  <a:cubicBezTo>
                    <a:pt x="316" y="116"/>
                    <a:pt x="305" y="117"/>
                    <a:pt x="303" y="116"/>
                  </a:cubicBezTo>
                  <a:cubicBezTo>
                    <a:pt x="302" y="124"/>
                    <a:pt x="302" y="124"/>
                    <a:pt x="302" y="124"/>
                  </a:cubicBezTo>
                  <a:cubicBezTo>
                    <a:pt x="304" y="125"/>
                    <a:pt x="309" y="124"/>
                    <a:pt x="325" y="123"/>
                  </a:cubicBezTo>
                  <a:cubicBezTo>
                    <a:pt x="336" y="122"/>
                    <a:pt x="348" y="121"/>
                    <a:pt x="351" y="122"/>
                  </a:cubicBezTo>
                  <a:cubicBezTo>
                    <a:pt x="353" y="122"/>
                    <a:pt x="358" y="122"/>
                    <a:pt x="359" y="118"/>
                  </a:cubicBezTo>
                  <a:cubicBezTo>
                    <a:pt x="359" y="118"/>
                    <a:pt x="360" y="117"/>
                    <a:pt x="360" y="117"/>
                  </a:cubicBezTo>
                  <a:cubicBezTo>
                    <a:pt x="360" y="115"/>
                    <a:pt x="359" y="113"/>
                    <a:pt x="356" y="112"/>
                  </a:cubicBezTo>
                  <a:cubicBezTo>
                    <a:pt x="356" y="112"/>
                    <a:pt x="356" y="112"/>
                    <a:pt x="356" y="112"/>
                  </a:cubicBezTo>
                  <a:cubicBezTo>
                    <a:pt x="356" y="112"/>
                    <a:pt x="334" y="104"/>
                    <a:pt x="329" y="103"/>
                  </a:cubicBezTo>
                  <a:cubicBezTo>
                    <a:pt x="335" y="100"/>
                    <a:pt x="357" y="88"/>
                    <a:pt x="357" y="88"/>
                  </a:cubicBezTo>
                  <a:cubicBezTo>
                    <a:pt x="357" y="88"/>
                    <a:pt x="357" y="88"/>
                    <a:pt x="357" y="88"/>
                  </a:cubicBezTo>
                  <a:cubicBezTo>
                    <a:pt x="359" y="88"/>
                    <a:pt x="361" y="85"/>
                    <a:pt x="361" y="83"/>
                  </a:cubicBezTo>
                  <a:cubicBezTo>
                    <a:pt x="361" y="83"/>
                    <a:pt x="361" y="83"/>
                    <a:pt x="361" y="83"/>
                  </a:cubicBezTo>
                  <a:cubicBezTo>
                    <a:pt x="361" y="80"/>
                    <a:pt x="359" y="77"/>
                    <a:pt x="356" y="76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1" name="Freeform 297">
              <a:extLst>
                <a:ext uri="{FF2B5EF4-FFF2-40B4-BE49-F238E27FC236}">
                  <a16:creationId xmlns:a16="http://schemas.microsoft.com/office/drawing/2014/main" id="{6E443B54-7440-45E9-8A6C-C245E62A1E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8" y="1428"/>
              <a:ext cx="908" cy="318"/>
            </a:xfrm>
            <a:custGeom>
              <a:avLst/>
              <a:gdLst>
                <a:gd name="T0" fmla="*/ 4838 w 363"/>
                <a:gd name="T1" fmla="*/ 1067 h 127"/>
                <a:gd name="T2" fmla="*/ 4255 w 363"/>
                <a:gd name="T3" fmla="*/ 1305 h 127"/>
                <a:gd name="T4" fmla="*/ 3960 w 363"/>
                <a:gd name="T5" fmla="*/ 1755 h 127"/>
                <a:gd name="T6" fmla="*/ 3647 w 363"/>
                <a:gd name="T7" fmla="*/ 1084 h 127"/>
                <a:gd name="T8" fmla="*/ 4180 w 363"/>
                <a:gd name="T9" fmla="*/ 1430 h 127"/>
                <a:gd name="T10" fmla="*/ 4117 w 363"/>
                <a:gd name="T11" fmla="*/ 709 h 127"/>
                <a:gd name="T12" fmla="*/ 3710 w 363"/>
                <a:gd name="T13" fmla="*/ 1775 h 127"/>
                <a:gd name="T14" fmla="*/ 3880 w 363"/>
                <a:gd name="T15" fmla="*/ 521 h 127"/>
                <a:gd name="T16" fmla="*/ 5476 w 363"/>
                <a:gd name="T17" fmla="*/ 613 h 127"/>
                <a:gd name="T18" fmla="*/ 5163 w 363"/>
                <a:gd name="T19" fmla="*/ 771 h 127"/>
                <a:gd name="T20" fmla="*/ 4963 w 363"/>
                <a:gd name="T21" fmla="*/ 346 h 127"/>
                <a:gd name="T22" fmla="*/ 2189 w 363"/>
                <a:gd name="T23" fmla="*/ 1317 h 127"/>
                <a:gd name="T24" fmla="*/ 1721 w 363"/>
                <a:gd name="T25" fmla="*/ 208 h 127"/>
                <a:gd name="T26" fmla="*/ 2146 w 363"/>
                <a:gd name="T27" fmla="*/ 613 h 127"/>
                <a:gd name="T28" fmla="*/ 2114 w 363"/>
                <a:gd name="T29" fmla="*/ 188 h 127"/>
                <a:gd name="T30" fmla="*/ 1989 w 363"/>
                <a:gd name="T31" fmla="*/ 613 h 127"/>
                <a:gd name="T32" fmla="*/ 2271 w 363"/>
                <a:gd name="T33" fmla="*/ 1254 h 127"/>
                <a:gd name="T34" fmla="*/ 313 w 363"/>
                <a:gd name="T35" fmla="*/ 1285 h 127"/>
                <a:gd name="T36" fmla="*/ 1126 w 363"/>
                <a:gd name="T37" fmla="*/ 501 h 127"/>
                <a:gd name="T38" fmla="*/ 1876 w 363"/>
                <a:gd name="T39" fmla="*/ 1317 h 127"/>
                <a:gd name="T40" fmla="*/ 958 w 363"/>
                <a:gd name="T41" fmla="*/ 313 h 127"/>
                <a:gd name="T42" fmla="*/ 1063 w 363"/>
                <a:gd name="T43" fmla="*/ 1460 h 127"/>
                <a:gd name="T44" fmla="*/ 5568 w 363"/>
                <a:gd name="T45" fmla="*/ 721 h 127"/>
                <a:gd name="T46" fmla="*/ 4713 w 363"/>
                <a:gd name="T47" fmla="*/ 33 h 127"/>
                <a:gd name="T48" fmla="*/ 4430 w 363"/>
                <a:gd name="T49" fmla="*/ 175 h 127"/>
                <a:gd name="T50" fmla="*/ 4097 w 363"/>
                <a:gd name="T51" fmla="*/ 521 h 127"/>
                <a:gd name="T52" fmla="*/ 3680 w 363"/>
                <a:gd name="T53" fmla="*/ 208 h 127"/>
                <a:gd name="T54" fmla="*/ 3755 w 363"/>
                <a:gd name="T55" fmla="*/ 613 h 127"/>
                <a:gd name="T56" fmla="*/ 2596 w 363"/>
                <a:gd name="T57" fmla="*/ 521 h 127"/>
                <a:gd name="T58" fmla="*/ 1959 w 363"/>
                <a:gd name="T59" fmla="*/ 113 h 127"/>
                <a:gd name="T60" fmla="*/ 1113 w 363"/>
                <a:gd name="T61" fmla="*/ 313 h 127"/>
                <a:gd name="T62" fmla="*/ 83 w 363"/>
                <a:gd name="T63" fmla="*/ 33 h 127"/>
                <a:gd name="T64" fmla="*/ 238 w 363"/>
                <a:gd name="T65" fmla="*/ 1192 h 127"/>
                <a:gd name="T66" fmla="*/ 708 w 363"/>
                <a:gd name="T67" fmla="*/ 1993 h 127"/>
                <a:gd name="T68" fmla="*/ 1251 w 363"/>
                <a:gd name="T69" fmla="*/ 1743 h 127"/>
                <a:gd name="T70" fmla="*/ 1346 w 363"/>
                <a:gd name="T71" fmla="*/ 1630 h 127"/>
                <a:gd name="T72" fmla="*/ 2001 w 363"/>
                <a:gd name="T73" fmla="*/ 1850 h 127"/>
                <a:gd name="T74" fmla="*/ 2897 w 363"/>
                <a:gd name="T75" fmla="*/ 1522 h 127"/>
                <a:gd name="T76" fmla="*/ 3817 w 363"/>
                <a:gd name="T77" fmla="*/ 1317 h 127"/>
                <a:gd name="T78" fmla="*/ 3742 w 363"/>
                <a:gd name="T79" fmla="*/ 1931 h 127"/>
                <a:gd name="T80" fmla="*/ 4630 w 363"/>
                <a:gd name="T81" fmla="*/ 1775 h 127"/>
                <a:gd name="T82" fmla="*/ 4743 w 363"/>
                <a:gd name="T83" fmla="*/ 1838 h 127"/>
                <a:gd name="T84" fmla="*/ 5681 w 363"/>
                <a:gd name="T85" fmla="*/ 1317 h 127"/>
                <a:gd name="T86" fmla="*/ 5493 w 363"/>
                <a:gd name="T87" fmla="*/ 1913 h 127"/>
                <a:gd name="T88" fmla="*/ 4818 w 363"/>
                <a:gd name="T89" fmla="*/ 1618 h 127"/>
                <a:gd name="T90" fmla="*/ 3805 w 363"/>
                <a:gd name="T91" fmla="*/ 1880 h 127"/>
                <a:gd name="T92" fmla="*/ 3179 w 363"/>
                <a:gd name="T93" fmla="*/ 1555 h 127"/>
                <a:gd name="T94" fmla="*/ 2366 w 363"/>
                <a:gd name="T95" fmla="*/ 1305 h 127"/>
                <a:gd name="T96" fmla="*/ 2646 w 363"/>
                <a:gd name="T97" fmla="*/ 1943 h 127"/>
                <a:gd name="T98" fmla="*/ 2021 w 363"/>
                <a:gd name="T99" fmla="*/ 1285 h 127"/>
                <a:gd name="T100" fmla="*/ 938 w 363"/>
                <a:gd name="T101" fmla="*/ 1976 h 127"/>
                <a:gd name="T102" fmla="*/ 926 w 363"/>
                <a:gd name="T103" fmla="*/ 1713 h 127"/>
                <a:gd name="T104" fmla="*/ 813 w 363"/>
                <a:gd name="T105" fmla="*/ 1600 h 127"/>
                <a:gd name="T106" fmla="*/ 158 w 363"/>
                <a:gd name="T107" fmla="*/ 533 h 127"/>
                <a:gd name="T108" fmla="*/ 875 w 363"/>
                <a:gd name="T109" fmla="*/ 238 h 127"/>
                <a:gd name="T110" fmla="*/ 1001 w 363"/>
                <a:gd name="T111" fmla="*/ 33 h 127"/>
                <a:gd name="T112" fmla="*/ 2772 w 363"/>
                <a:gd name="T113" fmla="*/ 145 h 127"/>
                <a:gd name="T114" fmla="*/ 3147 w 363"/>
                <a:gd name="T115" fmla="*/ 972 h 127"/>
                <a:gd name="T116" fmla="*/ 2879 w 363"/>
                <a:gd name="T117" fmla="*/ 145 h 127"/>
                <a:gd name="T118" fmla="*/ 4005 w 363"/>
                <a:gd name="T119" fmla="*/ 533 h 127"/>
                <a:gd name="T120" fmla="*/ 3847 w 363"/>
                <a:gd name="T121" fmla="*/ 113 h 127"/>
                <a:gd name="T122" fmla="*/ 4963 w 363"/>
                <a:gd name="T123" fmla="*/ 313 h 127"/>
                <a:gd name="T124" fmla="*/ 5538 w 363"/>
                <a:gd name="T125" fmla="*/ 175 h 12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63" h="127">
                  <a:moveTo>
                    <a:pt x="323" y="98"/>
                  </a:moveTo>
                  <a:cubicBezTo>
                    <a:pt x="322" y="97"/>
                    <a:pt x="322" y="97"/>
                    <a:pt x="322" y="97"/>
                  </a:cubicBezTo>
                  <a:cubicBezTo>
                    <a:pt x="320" y="99"/>
                    <a:pt x="319" y="101"/>
                    <a:pt x="318" y="103"/>
                  </a:cubicBezTo>
                  <a:cubicBezTo>
                    <a:pt x="319" y="103"/>
                    <a:pt x="319" y="103"/>
                    <a:pt x="319" y="103"/>
                  </a:cubicBezTo>
                  <a:cubicBezTo>
                    <a:pt x="319" y="102"/>
                    <a:pt x="319" y="102"/>
                    <a:pt x="319" y="102"/>
                  </a:cubicBezTo>
                  <a:cubicBezTo>
                    <a:pt x="318" y="103"/>
                    <a:pt x="318" y="103"/>
                    <a:pt x="318" y="103"/>
                  </a:cubicBezTo>
                  <a:cubicBezTo>
                    <a:pt x="318" y="103"/>
                    <a:pt x="318" y="103"/>
                    <a:pt x="318" y="103"/>
                  </a:cubicBezTo>
                  <a:cubicBezTo>
                    <a:pt x="318" y="103"/>
                    <a:pt x="317" y="104"/>
                    <a:pt x="317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4"/>
                    <a:pt x="318" y="103"/>
                    <a:pt x="319" y="103"/>
                  </a:cubicBezTo>
                  <a:cubicBezTo>
                    <a:pt x="319" y="103"/>
                    <a:pt x="319" y="103"/>
                    <a:pt x="319" y="103"/>
                  </a:cubicBezTo>
                  <a:cubicBezTo>
                    <a:pt x="319" y="102"/>
                    <a:pt x="319" y="101"/>
                    <a:pt x="319" y="101"/>
                  </a:cubicBezTo>
                  <a:cubicBezTo>
                    <a:pt x="319" y="99"/>
                    <a:pt x="318" y="97"/>
                    <a:pt x="318" y="95"/>
                  </a:cubicBezTo>
                  <a:cubicBezTo>
                    <a:pt x="317" y="94"/>
                    <a:pt x="315" y="92"/>
                    <a:pt x="313" y="91"/>
                  </a:cubicBezTo>
                  <a:cubicBezTo>
                    <a:pt x="312" y="91"/>
                    <a:pt x="311" y="91"/>
                    <a:pt x="310" y="91"/>
                  </a:cubicBezTo>
                  <a:cubicBezTo>
                    <a:pt x="306" y="91"/>
                    <a:pt x="303" y="93"/>
                    <a:pt x="301" y="96"/>
                  </a:cubicBezTo>
                  <a:cubicBezTo>
                    <a:pt x="302" y="97"/>
                    <a:pt x="302" y="97"/>
                    <a:pt x="302" y="97"/>
                  </a:cubicBezTo>
                  <a:cubicBezTo>
                    <a:pt x="302" y="96"/>
                    <a:pt x="302" y="96"/>
                    <a:pt x="302" y="96"/>
                  </a:cubicBezTo>
                  <a:cubicBezTo>
                    <a:pt x="295" y="92"/>
                    <a:pt x="275" y="84"/>
                    <a:pt x="272" y="83"/>
                  </a:cubicBezTo>
                  <a:cubicBezTo>
                    <a:pt x="272" y="83"/>
                    <a:pt x="272" y="83"/>
                    <a:pt x="272" y="83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3" y="84"/>
                    <a:pt x="309" y="68"/>
                    <a:pt x="309" y="68"/>
                  </a:cubicBezTo>
                  <a:cubicBezTo>
                    <a:pt x="309" y="67"/>
                    <a:pt x="309" y="67"/>
                    <a:pt x="309" y="67"/>
                  </a:cubicBezTo>
                  <a:cubicBezTo>
                    <a:pt x="309" y="68"/>
                    <a:pt x="309" y="68"/>
                    <a:pt x="309" y="68"/>
                  </a:cubicBezTo>
                  <a:cubicBezTo>
                    <a:pt x="310" y="68"/>
                    <a:pt x="311" y="67"/>
                    <a:pt x="312" y="66"/>
                  </a:cubicBezTo>
                  <a:cubicBezTo>
                    <a:pt x="311" y="65"/>
                    <a:pt x="311" y="65"/>
                    <a:pt x="311" y="65"/>
                  </a:cubicBezTo>
                  <a:cubicBezTo>
                    <a:pt x="311" y="66"/>
                    <a:pt x="311" y="66"/>
                    <a:pt x="311" y="66"/>
                  </a:cubicBezTo>
                  <a:cubicBezTo>
                    <a:pt x="311" y="67"/>
                    <a:pt x="312" y="68"/>
                    <a:pt x="314" y="69"/>
                  </a:cubicBezTo>
                  <a:cubicBezTo>
                    <a:pt x="314" y="69"/>
                    <a:pt x="314" y="69"/>
                    <a:pt x="314" y="69"/>
                  </a:cubicBezTo>
                  <a:cubicBezTo>
                    <a:pt x="314" y="69"/>
                    <a:pt x="348" y="83"/>
                    <a:pt x="351" y="85"/>
                  </a:cubicBezTo>
                  <a:cubicBezTo>
                    <a:pt x="352" y="84"/>
                    <a:pt x="352" y="84"/>
                    <a:pt x="352" y="84"/>
                  </a:cubicBezTo>
                  <a:cubicBezTo>
                    <a:pt x="351" y="83"/>
                    <a:pt x="351" y="83"/>
                    <a:pt x="351" y="83"/>
                  </a:cubicBezTo>
                  <a:cubicBezTo>
                    <a:pt x="349" y="84"/>
                    <a:pt x="342" y="88"/>
                    <a:pt x="335" y="91"/>
                  </a:cubicBezTo>
                  <a:cubicBezTo>
                    <a:pt x="328" y="94"/>
                    <a:pt x="322" y="97"/>
                    <a:pt x="322" y="97"/>
                  </a:cubicBezTo>
                  <a:cubicBezTo>
                    <a:pt x="323" y="98"/>
                    <a:pt x="323" y="98"/>
                    <a:pt x="323" y="98"/>
                  </a:cubicBezTo>
                  <a:cubicBezTo>
                    <a:pt x="322" y="97"/>
                    <a:pt x="322" y="97"/>
                    <a:pt x="322" y="97"/>
                  </a:cubicBezTo>
                  <a:cubicBezTo>
                    <a:pt x="323" y="98"/>
                    <a:pt x="323" y="98"/>
                    <a:pt x="323" y="98"/>
                  </a:cubicBezTo>
                  <a:cubicBezTo>
                    <a:pt x="323" y="99"/>
                    <a:pt x="323" y="99"/>
                    <a:pt x="323" y="99"/>
                  </a:cubicBezTo>
                  <a:cubicBezTo>
                    <a:pt x="323" y="99"/>
                    <a:pt x="347" y="87"/>
                    <a:pt x="352" y="85"/>
                  </a:cubicBezTo>
                  <a:cubicBezTo>
                    <a:pt x="352" y="84"/>
                    <a:pt x="353" y="84"/>
                    <a:pt x="353" y="84"/>
                  </a:cubicBezTo>
                  <a:cubicBezTo>
                    <a:pt x="353" y="83"/>
                    <a:pt x="352" y="83"/>
                    <a:pt x="352" y="83"/>
                  </a:cubicBezTo>
                  <a:cubicBezTo>
                    <a:pt x="350" y="82"/>
                    <a:pt x="341" y="78"/>
                    <a:pt x="332" y="74"/>
                  </a:cubicBezTo>
                  <a:cubicBezTo>
                    <a:pt x="323" y="70"/>
                    <a:pt x="315" y="67"/>
                    <a:pt x="315" y="67"/>
                  </a:cubicBezTo>
                  <a:cubicBezTo>
                    <a:pt x="314" y="68"/>
                    <a:pt x="314" y="68"/>
                    <a:pt x="314" y="68"/>
                  </a:cubicBezTo>
                  <a:cubicBezTo>
                    <a:pt x="315" y="67"/>
                    <a:pt x="315" y="67"/>
                    <a:pt x="315" y="67"/>
                  </a:cubicBezTo>
                  <a:cubicBezTo>
                    <a:pt x="314" y="66"/>
                    <a:pt x="313" y="66"/>
                    <a:pt x="312" y="65"/>
                  </a:cubicBezTo>
                  <a:cubicBezTo>
                    <a:pt x="312" y="64"/>
                    <a:pt x="312" y="64"/>
                    <a:pt x="312" y="64"/>
                  </a:cubicBezTo>
                  <a:cubicBezTo>
                    <a:pt x="311" y="65"/>
                    <a:pt x="311" y="65"/>
                    <a:pt x="311" y="65"/>
                  </a:cubicBezTo>
                  <a:cubicBezTo>
                    <a:pt x="310" y="65"/>
                    <a:pt x="309" y="66"/>
                    <a:pt x="309" y="66"/>
                  </a:cubicBezTo>
                  <a:cubicBezTo>
                    <a:pt x="309" y="66"/>
                    <a:pt x="309" y="66"/>
                    <a:pt x="309" y="66"/>
                  </a:cubicBezTo>
                  <a:cubicBezTo>
                    <a:pt x="309" y="66"/>
                    <a:pt x="300" y="70"/>
                    <a:pt x="290" y="74"/>
                  </a:cubicBezTo>
                  <a:cubicBezTo>
                    <a:pt x="281" y="78"/>
                    <a:pt x="272" y="82"/>
                    <a:pt x="272" y="83"/>
                  </a:cubicBezTo>
                  <a:cubicBezTo>
                    <a:pt x="271" y="83"/>
                    <a:pt x="271" y="83"/>
                    <a:pt x="271" y="83"/>
                  </a:cubicBezTo>
                  <a:cubicBezTo>
                    <a:pt x="271" y="84"/>
                    <a:pt x="271" y="84"/>
                    <a:pt x="272" y="84"/>
                  </a:cubicBezTo>
                  <a:cubicBezTo>
                    <a:pt x="274" y="85"/>
                    <a:pt x="294" y="94"/>
                    <a:pt x="302" y="98"/>
                  </a:cubicBezTo>
                  <a:cubicBezTo>
                    <a:pt x="302" y="98"/>
                    <a:pt x="303" y="98"/>
                    <a:pt x="303" y="97"/>
                  </a:cubicBezTo>
                  <a:cubicBezTo>
                    <a:pt x="305" y="95"/>
                    <a:pt x="307" y="93"/>
                    <a:pt x="310" y="93"/>
                  </a:cubicBezTo>
                  <a:cubicBezTo>
                    <a:pt x="311" y="93"/>
                    <a:pt x="311" y="93"/>
                    <a:pt x="312" y="93"/>
                  </a:cubicBezTo>
                  <a:cubicBezTo>
                    <a:pt x="314" y="94"/>
                    <a:pt x="315" y="95"/>
                    <a:pt x="316" y="96"/>
                  </a:cubicBezTo>
                  <a:cubicBezTo>
                    <a:pt x="316" y="97"/>
                    <a:pt x="317" y="99"/>
                    <a:pt x="317" y="101"/>
                  </a:cubicBezTo>
                  <a:cubicBezTo>
                    <a:pt x="317" y="101"/>
                    <a:pt x="317" y="102"/>
                    <a:pt x="317" y="103"/>
                  </a:cubicBezTo>
                  <a:cubicBezTo>
                    <a:pt x="317" y="103"/>
                    <a:pt x="317" y="103"/>
                    <a:pt x="317" y="103"/>
                  </a:cubicBezTo>
                  <a:cubicBezTo>
                    <a:pt x="316" y="103"/>
                    <a:pt x="316" y="104"/>
                    <a:pt x="316" y="105"/>
                  </a:cubicBezTo>
                  <a:cubicBezTo>
                    <a:pt x="316" y="105"/>
                    <a:pt x="316" y="105"/>
                    <a:pt x="316" y="105"/>
                  </a:cubicBezTo>
                  <a:cubicBezTo>
                    <a:pt x="317" y="106"/>
                    <a:pt x="317" y="106"/>
                    <a:pt x="317" y="106"/>
                  </a:cubicBezTo>
                  <a:cubicBezTo>
                    <a:pt x="317" y="106"/>
                    <a:pt x="317" y="106"/>
                    <a:pt x="317" y="106"/>
                  </a:cubicBezTo>
                  <a:cubicBezTo>
                    <a:pt x="318" y="106"/>
                    <a:pt x="318" y="106"/>
                    <a:pt x="318" y="106"/>
                  </a:cubicBezTo>
                  <a:cubicBezTo>
                    <a:pt x="319" y="106"/>
                    <a:pt x="320" y="105"/>
                    <a:pt x="320" y="104"/>
                  </a:cubicBezTo>
                  <a:cubicBezTo>
                    <a:pt x="319" y="103"/>
                    <a:pt x="319" y="103"/>
                    <a:pt x="319" y="103"/>
                  </a:cubicBezTo>
                  <a:cubicBezTo>
                    <a:pt x="320" y="104"/>
                    <a:pt x="320" y="104"/>
                    <a:pt x="320" y="104"/>
                  </a:cubicBezTo>
                  <a:cubicBezTo>
                    <a:pt x="320" y="104"/>
                    <a:pt x="320" y="104"/>
                    <a:pt x="320" y="104"/>
                  </a:cubicBezTo>
                  <a:cubicBezTo>
                    <a:pt x="320" y="103"/>
                    <a:pt x="320" y="103"/>
                    <a:pt x="320" y="103"/>
                  </a:cubicBezTo>
                  <a:cubicBezTo>
                    <a:pt x="321" y="101"/>
                    <a:pt x="322" y="100"/>
                    <a:pt x="323" y="99"/>
                  </a:cubicBezTo>
                  <a:cubicBezTo>
                    <a:pt x="323" y="99"/>
                    <a:pt x="323" y="99"/>
                    <a:pt x="323" y="99"/>
                  </a:cubicBezTo>
                  <a:lnTo>
                    <a:pt x="323" y="98"/>
                  </a:lnTo>
                  <a:close/>
                  <a:moveTo>
                    <a:pt x="254" y="112"/>
                  </a:moveTo>
                  <a:cubicBezTo>
                    <a:pt x="254" y="112"/>
                    <a:pt x="254" y="112"/>
                    <a:pt x="254" y="112"/>
                  </a:cubicBezTo>
                  <a:cubicBezTo>
                    <a:pt x="253" y="112"/>
                    <a:pt x="253" y="112"/>
                    <a:pt x="253" y="112"/>
                  </a:cubicBezTo>
                  <a:cubicBezTo>
                    <a:pt x="253" y="112"/>
                    <a:pt x="253" y="112"/>
                    <a:pt x="253" y="112"/>
                  </a:cubicBezTo>
                  <a:cubicBezTo>
                    <a:pt x="253" y="112"/>
                    <a:pt x="253" y="112"/>
                    <a:pt x="253" y="112"/>
                  </a:cubicBezTo>
                  <a:cubicBezTo>
                    <a:pt x="253" y="113"/>
                    <a:pt x="253" y="113"/>
                    <a:pt x="253" y="113"/>
                  </a:cubicBezTo>
                  <a:cubicBezTo>
                    <a:pt x="253" y="112"/>
                    <a:pt x="253" y="112"/>
                    <a:pt x="253" y="112"/>
                  </a:cubicBezTo>
                  <a:cubicBezTo>
                    <a:pt x="252" y="111"/>
                    <a:pt x="250" y="111"/>
                    <a:pt x="248" y="111"/>
                  </a:cubicBezTo>
                  <a:cubicBezTo>
                    <a:pt x="245" y="111"/>
                    <a:pt x="243" y="112"/>
                    <a:pt x="241" y="112"/>
                  </a:cubicBezTo>
                  <a:cubicBezTo>
                    <a:pt x="241" y="113"/>
                    <a:pt x="241" y="113"/>
                    <a:pt x="241" y="113"/>
                  </a:cubicBezTo>
                  <a:cubicBezTo>
                    <a:pt x="241" y="112"/>
                    <a:pt x="241" y="112"/>
                    <a:pt x="241" y="112"/>
                  </a:cubicBezTo>
                  <a:cubicBezTo>
                    <a:pt x="238" y="113"/>
                    <a:pt x="238" y="113"/>
                    <a:pt x="238" y="113"/>
                  </a:cubicBezTo>
                  <a:cubicBezTo>
                    <a:pt x="238" y="114"/>
                    <a:pt x="238" y="114"/>
                    <a:pt x="238" y="114"/>
                  </a:cubicBezTo>
                  <a:cubicBezTo>
                    <a:pt x="239" y="113"/>
                    <a:pt x="239" y="113"/>
                    <a:pt x="239" y="113"/>
                  </a:cubicBezTo>
                  <a:cubicBezTo>
                    <a:pt x="238" y="113"/>
                    <a:pt x="238" y="112"/>
                    <a:pt x="237" y="112"/>
                  </a:cubicBezTo>
                  <a:cubicBezTo>
                    <a:pt x="237" y="113"/>
                    <a:pt x="237" y="113"/>
                    <a:pt x="237" y="113"/>
                  </a:cubicBezTo>
                  <a:cubicBezTo>
                    <a:pt x="237" y="112"/>
                    <a:pt x="237" y="112"/>
                    <a:pt x="237" y="112"/>
                  </a:cubicBezTo>
                  <a:cubicBezTo>
                    <a:pt x="237" y="112"/>
                    <a:pt x="237" y="112"/>
                    <a:pt x="237" y="112"/>
                  </a:cubicBezTo>
                  <a:cubicBezTo>
                    <a:pt x="237" y="112"/>
                    <a:pt x="237" y="112"/>
                    <a:pt x="237" y="112"/>
                  </a:cubicBezTo>
                  <a:cubicBezTo>
                    <a:pt x="237" y="112"/>
                    <a:pt x="232" y="110"/>
                    <a:pt x="227" y="108"/>
                  </a:cubicBezTo>
                  <a:cubicBezTo>
                    <a:pt x="221" y="106"/>
                    <a:pt x="214" y="104"/>
                    <a:pt x="211" y="103"/>
                  </a:cubicBezTo>
                  <a:cubicBezTo>
                    <a:pt x="211" y="104"/>
                    <a:pt x="211" y="104"/>
                    <a:pt x="211" y="104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5" y="104"/>
                    <a:pt x="225" y="100"/>
                    <a:pt x="234" y="97"/>
                  </a:cubicBezTo>
                  <a:cubicBezTo>
                    <a:pt x="243" y="94"/>
                    <a:pt x="251" y="91"/>
                    <a:pt x="251" y="91"/>
                  </a:cubicBezTo>
                  <a:cubicBezTo>
                    <a:pt x="251" y="91"/>
                    <a:pt x="251" y="91"/>
                    <a:pt x="251" y="91"/>
                  </a:cubicBezTo>
                  <a:cubicBezTo>
                    <a:pt x="254" y="90"/>
                    <a:pt x="256" y="88"/>
                    <a:pt x="256" y="84"/>
                  </a:cubicBezTo>
                  <a:cubicBezTo>
                    <a:pt x="256" y="84"/>
                    <a:pt x="256" y="84"/>
                    <a:pt x="256" y="84"/>
                  </a:cubicBezTo>
                  <a:cubicBezTo>
                    <a:pt x="256" y="84"/>
                    <a:pt x="256" y="84"/>
                    <a:pt x="256" y="84"/>
                  </a:cubicBezTo>
                  <a:cubicBezTo>
                    <a:pt x="256" y="81"/>
                    <a:pt x="254" y="78"/>
                    <a:pt x="250" y="77"/>
                  </a:cubicBezTo>
                  <a:cubicBezTo>
                    <a:pt x="249" y="78"/>
                    <a:pt x="249" y="78"/>
                    <a:pt x="249" y="78"/>
                  </a:cubicBezTo>
                  <a:cubicBezTo>
                    <a:pt x="250" y="77"/>
                    <a:pt x="250" y="77"/>
                    <a:pt x="250" y="77"/>
                  </a:cubicBezTo>
                  <a:cubicBezTo>
                    <a:pt x="250" y="77"/>
                    <a:pt x="242" y="73"/>
                    <a:pt x="233" y="69"/>
                  </a:cubicBezTo>
                  <a:cubicBezTo>
                    <a:pt x="225" y="65"/>
                    <a:pt x="216" y="61"/>
                    <a:pt x="214" y="61"/>
                  </a:cubicBezTo>
                  <a:cubicBezTo>
                    <a:pt x="214" y="61"/>
                    <a:pt x="214" y="61"/>
                    <a:pt x="214" y="61"/>
                  </a:cubicBezTo>
                  <a:cubicBezTo>
                    <a:pt x="214" y="62"/>
                    <a:pt x="214" y="62"/>
                    <a:pt x="214" y="62"/>
                  </a:cubicBezTo>
                  <a:cubicBezTo>
                    <a:pt x="219" y="60"/>
                    <a:pt x="247" y="46"/>
                    <a:pt x="247" y="46"/>
                  </a:cubicBezTo>
                  <a:cubicBezTo>
                    <a:pt x="246" y="45"/>
                    <a:pt x="246" y="45"/>
                    <a:pt x="246" y="45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8" y="46"/>
                    <a:pt x="250" y="45"/>
                    <a:pt x="251" y="43"/>
                  </a:cubicBezTo>
                  <a:cubicBezTo>
                    <a:pt x="250" y="43"/>
                    <a:pt x="250" y="43"/>
                    <a:pt x="250" y="43"/>
                  </a:cubicBezTo>
                  <a:cubicBezTo>
                    <a:pt x="249" y="43"/>
                    <a:pt x="249" y="43"/>
                    <a:pt x="249" y="43"/>
                  </a:cubicBezTo>
                  <a:cubicBezTo>
                    <a:pt x="249" y="45"/>
                    <a:pt x="251" y="46"/>
                    <a:pt x="253" y="47"/>
                  </a:cubicBezTo>
                  <a:cubicBezTo>
                    <a:pt x="254" y="48"/>
                    <a:pt x="255" y="48"/>
                    <a:pt x="257" y="48"/>
                  </a:cubicBezTo>
                  <a:cubicBezTo>
                    <a:pt x="259" y="48"/>
                    <a:pt x="261" y="47"/>
                    <a:pt x="263" y="46"/>
                  </a:cubicBezTo>
                  <a:cubicBezTo>
                    <a:pt x="262" y="45"/>
                    <a:pt x="262" y="45"/>
                    <a:pt x="262" y="45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62" y="47"/>
                    <a:pt x="262" y="47"/>
                    <a:pt x="262" y="47"/>
                  </a:cubicBezTo>
                  <a:cubicBezTo>
                    <a:pt x="262" y="47"/>
                    <a:pt x="262" y="47"/>
                    <a:pt x="262" y="47"/>
                  </a:cubicBezTo>
                  <a:cubicBezTo>
                    <a:pt x="262" y="47"/>
                    <a:pt x="296" y="60"/>
                    <a:pt x="302" y="62"/>
                  </a:cubicBezTo>
                  <a:cubicBezTo>
                    <a:pt x="302" y="61"/>
                    <a:pt x="302" y="61"/>
                    <a:pt x="302" y="61"/>
                  </a:cubicBezTo>
                  <a:cubicBezTo>
                    <a:pt x="302" y="60"/>
                    <a:pt x="302" y="60"/>
                    <a:pt x="302" y="60"/>
                  </a:cubicBezTo>
                  <a:cubicBezTo>
                    <a:pt x="299" y="62"/>
                    <a:pt x="290" y="66"/>
                    <a:pt x="282" y="69"/>
                  </a:cubicBezTo>
                  <a:cubicBezTo>
                    <a:pt x="275" y="72"/>
                    <a:pt x="268" y="75"/>
                    <a:pt x="268" y="75"/>
                  </a:cubicBezTo>
                  <a:cubicBezTo>
                    <a:pt x="268" y="76"/>
                    <a:pt x="268" y="76"/>
                    <a:pt x="268" y="76"/>
                  </a:cubicBezTo>
                  <a:cubicBezTo>
                    <a:pt x="267" y="76"/>
                    <a:pt x="265" y="77"/>
                    <a:pt x="264" y="78"/>
                  </a:cubicBezTo>
                  <a:cubicBezTo>
                    <a:pt x="263" y="79"/>
                    <a:pt x="261" y="81"/>
                    <a:pt x="261" y="84"/>
                  </a:cubicBezTo>
                  <a:cubicBezTo>
                    <a:pt x="261" y="84"/>
                    <a:pt x="261" y="84"/>
                    <a:pt x="261" y="84"/>
                  </a:cubicBezTo>
                  <a:cubicBezTo>
                    <a:pt x="261" y="84"/>
                    <a:pt x="261" y="84"/>
                    <a:pt x="261" y="84"/>
                  </a:cubicBezTo>
                  <a:cubicBezTo>
                    <a:pt x="261" y="87"/>
                    <a:pt x="263" y="89"/>
                    <a:pt x="267" y="91"/>
                  </a:cubicBezTo>
                  <a:cubicBezTo>
                    <a:pt x="267" y="91"/>
                    <a:pt x="267" y="91"/>
                    <a:pt x="267" y="91"/>
                  </a:cubicBezTo>
                  <a:cubicBezTo>
                    <a:pt x="267" y="91"/>
                    <a:pt x="272" y="93"/>
                    <a:pt x="279" y="96"/>
                  </a:cubicBezTo>
                  <a:cubicBezTo>
                    <a:pt x="285" y="99"/>
                    <a:pt x="293" y="102"/>
                    <a:pt x="297" y="104"/>
                  </a:cubicBezTo>
                  <a:cubicBezTo>
                    <a:pt x="297" y="103"/>
                    <a:pt x="297" y="103"/>
                    <a:pt x="297" y="103"/>
                  </a:cubicBezTo>
                  <a:cubicBezTo>
                    <a:pt x="297" y="102"/>
                    <a:pt x="297" y="102"/>
                    <a:pt x="297" y="102"/>
                  </a:cubicBezTo>
                  <a:cubicBezTo>
                    <a:pt x="289" y="104"/>
                    <a:pt x="254" y="111"/>
                    <a:pt x="254" y="111"/>
                  </a:cubicBezTo>
                  <a:cubicBezTo>
                    <a:pt x="254" y="112"/>
                    <a:pt x="254" y="112"/>
                    <a:pt x="254" y="112"/>
                  </a:cubicBezTo>
                  <a:cubicBezTo>
                    <a:pt x="254" y="112"/>
                    <a:pt x="254" y="112"/>
                    <a:pt x="254" y="112"/>
                  </a:cubicBezTo>
                  <a:cubicBezTo>
                    <a:pt x="254" y="113"/>
                    <a:pt x="254" y="113"/>
                    <a:pt x="254" y="113"/>
                  </a:cubicBezTo>
                  <a:cubicBezTo>
                    <a:pt x="254" y="113"/>
                    <a:pt x="263" y="112"/>
                    <a:pt x="273" y="109"/>
                  </a:cubicBezTo>
                  <a:cubicBezTo>
                    <a:pt x="283" y="107"/>
                    <a:pt x="293" y="105"/>
                    <a:pt x="297" y="104"/>
                  </a:cubicBezTo>
                  <a:cubicBezTo>
                    <a:pt x="298" y="104"/>
                    <a:pt x="298" y="104"/>
                    <a:pt x="298" y="103"/>
                  </a:cubicBezTo>
                  <a:cubicBezTo>
                    <a:pt x="298" y="103"/>
                    <a:pt x="298" y="102"/>
                    <a:pt x="297" y="102"/>
                  </a:cubicBezTo>
                  <a:cubicBezTo>
                    <a:pt x="294" y="101"/>
                    <a:pt x="286" y="97"/>
                    <a:pt x="280" y="94"/>
                  </a:cubicBezTo>
                  <a:cubicBezTo>
                    <a:pt x="273" y="92"/>
                    <a:pt x="267" y="89"/>
                    <a:pt x="267" y="89"/>
                  </a:cubicBezTo>
                  <a:cubicBezTo>
                    <a:pt x="267" y="90"/>
                    <a:pt x="267" y="90"/>
                    <a:pt x="267" y="90"/>
                  </a:cubicBezTo>
                  <a:cubicBezTo>
                    <a:pt x="267" y="89"/>
                    <a:pt x="267" y="89"/>
                    <a:pt x="267" y="89"/>
                  </a:cubicBezTo>
                  <a:cubicBezTo>
                    <a:pt x="265" y="88"/>
                    <a:pt x="263" y="86"/>
                    <a:pt x="263" y="84"/>
                  </a:cubicBezTo>
                  <a:cubicBezTo>
                    <a:pt x="263" y="84"/>
                    <a:pt x="263" y="84"/>
                    <a:pt x="263" y="84"/>
                  </a:cubicBezTo>
                  <a:cubicBezTo>
                    <a:pt x="263" y="84"/>
                    <a:pt x="263" y="84"/>
                    <a:pt x="263" y="84"/>
                  </a:cubicBezTo>
                  <a:cubicBezTo>
                    <a:pt x="263" y="82"/>
                    <a:pt x="264" y="81"/>
                    <a:pt x="265" y="80"/>
                  </a:cubicBezTo>
                  <a:cubicBezTo>
                    <a:pt x="266" y="78"/>
                    <a:pt x="268" y="78"/>
                    <a:pt x="269" y="77"/>
                  </a:cubicBezTo>
                  <a:cubicBezTo>
                    <a:pt x="268" y="76"/>
                    <a:pt x="268" y="76"/>
                    <a:pt x="268" y="76"/>
                  </a:cubicBezTo>
                  <a:cubicBezTo>
                    <a:pt x="269" y="77"/>
                    <a:pt x="269" y="77"/>
                    <a:pt x="269" y="77"/>
                  </a:cubicBezTo>
                  <a:cubicBezTo>
                    <a:pt x="269" y="77"/>
                    <a:pt x="296" y="65"/>
                    <a:pt x="303" y="62"/>
                  </a:cubicBezTo>
                  <a:cubicBezTo>
                    <a:pt x="303" y="62"/>
                    <a:pt x="303" y="62"/>
                    <a:pt x="303" y="61"/>
                  </a:cubicBezTo>
                  <a:cubicBezTo>
                    <a:pt x="303" y="61"/>
                    <a:pt x="303" y="60"/>
                    <a:pt x="303" y="60"/>
                  </a:cubicBezTo>
                  <a:cubicBezTo>
                    <a:pt x="300" y="59"/>
                    <a:pt x="290" y="55"/>
                    <a:pt x="281" y="52"/>
                  </a:cubicBezTo>
                  <a:cubicBezTo>
                    <a:pt x="271" y="48"/>
                    <a:pt x="263" y="45"/>
                    <a:pt x="263" y="45"/>
                  </a:cubicBezTo>
                  <a:cubicBezTo>
                    <a:pt x="263" y="46"/>
                    <a:pt x="263" y="46"/>
                    <a:pt x="263" y="46"/>
                  </a:cubicBezTo>
                  <a:cubicBezTo>
                    <a:pt x="263" y="45"/>
                    <a:pt x="263" y="45"/>
                    <a:pt x="263" y="45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0" y="46"/>
                    <a:pt x="258" y="46"/>
                    <a:pt x="257" y="46"/>
                  </a:cubicBezTo>
                  <a:cubicBezTo>
                    <a:pt x="256" y="46"/>
                    <a:pt x="255" y="46"/>
                    <a:pt x="254" y="45"/>
                  </a:cubicBezTo>
                  <a:cubicBezTo>
                    <a:pt x="252" y="45"/>
                    <a:pt x="251" y="44"/>
                    <a:pt x="251" y="42"/>
                  </a:cubicBezTo>
                  <a:cubicBezTo>
                    <a:pt x="251" y="42"/>
                    <a:pt x="250" y="42"/>
                    <a:pt x="250" y="42"/>
                  </a:cubicBezTo>
                  <a:cubicBezTo>
                    <a:pt x="249" y="42"/>
                    <a:pt x="249" y="42"/>
                    <a:pt x="249" y="42"/>
                  </a:cubicBezTo>
                  <a:cubicBezTo>
                    <a:pt x="248" y="43"/>
                    <a:pt x="247" y="44"/>
                    <a:pt x="246" y="44"/>
                  </a:cubicBezTo>
                  <a:cubicBezTo>
                    <a:pt x="246" y="44"/>
                    <a:pt x="246" y="44"/>
                    <a:pt x="246" y="44"/>
                  </a:cubicBezTo>
                  <a:cubicBezTo>
                    <a:pt x="246" y="44"/>
                    <a:pt x="239" y="48"/>
                    <a:pt x="231" y="52"/>
                  </a:cubicBezTo>
                  <a:cubicBezTo>
                    <a:pt x="224" y="55"/>
                    <a:pt x="216" y="59"/>
                    <a:pt x="213" y="61"/>
                  </a:cubicBezTo>
                  <a:cubicBezTo>
                    <a:pt x="213" y="61"/>
                    <a:pt x="213" y="61"/>
                    <a:pt x="213" y="61"/>
                  </a:cubicBezTo>
                  <a:cubicBezTo>
                    <a:pt x="213" y="62"/>
                    <a:pt x="213" y="62"/>
                    <a:pt x="214" y="62"/>
                  </a:cubicBezTo>
                  <a:cubicBezTo>
                    <a:pt x="217" y="64"/>
                    <a:pt x="249" y="79"/>
                    <a:pt x="249" y="79"/>
                  </a:cubicBezTo>
                  <a:cubicBezTo>
                    <a:pt x="249" y="79"/>
                    <a:pt x="249" y="79"/>
                    <a:pt x="249" y="79"/>
                  </a:cubicBezTo>
                  <a:cubicBezTo>
                    <a:pt x="252" y="80"/>
                    <a:pt x="254" y="82"/>
                    <a:pt x="254" y="84"/>
                  </a:cubicBezTo>
                  <a:cubicBezTo>
                    <a:pt x="254" y="84"/>
                    <a:pt x="254" y="84"/>
                    <a:pt x="254" y="84"/>
                  </a:cubicBezTo>
                  <a:cubicBezTo>
                    <a:pt x="254" y="84"/>
                    <a:pt x="254" y="84"/>
                    <a:pt x="254" y="84"/>
                  </a:cubicBezTo>
                  <a:cubicBezTo>
                    <a:pt x="254" y="87"/>
                    <a:pt x="253" y="88"/>
                    <a:pt x="250" y="89"/>
                  </a:cubicBezTo>
                  <a:cubicBezTo>
                    <a:pt x="250" y="90"/>
                    <a:pt x="250" y="90"/>
                    <a:pt x="250" y="90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19" y="100"/>
                    <a:pt x="211" y="103"/>
                  </a:cubicBezTo>
                  <a:cubicBezTo>
                    <a:pt x="210" y="103"/>
                    <a:pt x="210" y="104"/>
                    <a:pt x="210" y="104"/>
                  </a:cubicBezTo>
                  <a:cubicBezTo>
                    <a:pt x="210" y="104"/>
                    <a:pt x="210" y="105"/>
                    <a:pt x="211" y="105"/>
                  </a:cubicBezTo>
                  <a:cubicBezTo>
                    <a:pt x="217" y="107"/>
                    <a:pt x="237" y="114"/>
                    <a:pt x="237" y="114"/>
                  </a:cubicBezTo>
                  <a:cubicBezTo>
                    <a:pt x="237" y="113"/>
                    <a:pt x="237" y="113"/>
                    <a:pt x="237" y="113"/>
                  </a:cubicBezTo>
                  <a:cubicBezTo>
                    <a:pt x="236" y="114"/>
                    <a:pt x="236" y="114"/>
                    <a:pt x="236" y="114"/>
                  </a:cubicBezTo>
                  <a:cubicBezTo>
                    <a:pt x="237" y="114"/>
                    <a:pt x="237" y="114"/>
                    <a:pt x="237" y="114"/>
                  </a:cubicBezTo>
                  <a:cubicBezTo>
                    <a:pt x="237" y="114"/>
                    <a:pt x="237" y="114"/>
                    <a:pt x="237" y="114"/>
                  </a:cubicBezTo>
                  <a:cubicBezTo>
                    <a:pt x="237" y="114"/>
                    <a:pt x="237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41" y="114"/>
                    <a:pt x="241" y="114"/>
                    <a:pt x="241" y="114"/>
                  </a:cubicBezTo>
                  <a:cubicBezTo>
                    <a:pt x="241" y="114"/>
                    <a:pt x="241" y="114"/>
                    <a:pt x="241" y="114"/>
                  </a:cubicBezTo>
                  <a:cubicBezTo>
                    <a:pt x="243" y="114"/>
                    <a:pt x="246" y="113"/>
                    <a:pt x="248" y="113"/>
                  </a:cubicBezTo>
                  <a:cubicBezTo>
                    <a:pt x="250" y="113"/>
                    <a:pt x="251" y="113"/>
                    <a:pt x="253" y="114"/>
                  </a:cubicBezTo>
                  <a:cubicBezTo>
                    <a:pt x="253" y="114"/>
                    <a:pt x="253" y="114"/>
                    <a:pt x="253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4" y="113"/>
                    <a:pt x="254" y="113"/>
                    <a:pt x="254" y="113"/>
                  </a:cubicBezTo>
                  <a:cubicBezTo>
                    <a:pt x="254" y="112"/>
                    <a:pt x="254" y="112"/>
                    <a:pt x="254" y="112"/>
                  </a:cubicBezTo>
                  <a:cubicBezTo>
                    <a:pt x="254" y="113"/>
                    <a:pt x="254" y="113"/>
                    <a:pt x="254" y="113"/>
                  </a:cubicBezTo>
                  <a:lnTo>
                    <a:pt x="254" y="112"/>
                  </a:lnTo>
                  <a:close/>
                  <a:moveTo>
                    <a:pt x="249" y="34"/>
                  </a:moveTo>
                  <a:cubicBezTo>
                    <a:pt x="248" y="34"/>
                    <a:pt x="248" y="34"/>
                    <a:pt x="248" y="34"/>
                  </a:cubicBezTo>
                  <a:cubicBezTo>
                    <a:pt x="248" y="35"/>
                    <a:pt x="248" y="35"/>
                    <a:pt x="248" y="35"/>
                  </a:cubicBezTo>
                  <a:cubicBezTo>
                    <a:pt x="249" y="35"/>
                    <a:pt x="249" y="35"/>
                    <a:pt x="249" y="35"/>
                  </a:cubicBezTo>
                  <a:cubicBezTo>
                    <a:pt x="250" y="34"/>
                    <a:pt x="250" y="34"/>
                    <a:pt x="250" y="34"/>
                  </a:cubicBezTo>
                  <a:cubicBezTo>
                    <a:pt x="249" y="34"/>
                    <a:pt x="249" y="34"/>
                    <a:pt x="249" y="34"/>
                  </a:cubicBezTo>
                  <a:cubicBezTo>
                    <a:pt x="249" y="34"/>
                    <a:pt x="249" y="34"/>
                    <a:pt x="249" y="34"/>
                  </a:cubicBezTo>
                  <a:cubicBezTo>
                    <a:pt x="249" y="35"/>
                    <a:pt x="249" y="35"/>
                    <a:pt x="249" y="35"/>
                  </a:cubicBezTo>
                  <a:cubicBezTo>
                    <a:pt x="250" y="35"/>
                    <a:pt x="250" y="35"/>
                    <a:pt x="250" y="35"/>
                  </a:cubicBezTo>
                  <a:cubicBezTo>
                    <a:pt x="249" y="34"/>
                    <a:pt x="249" y="34"/>
                    <a:pt x="249" y="34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249" y="34"/>
                    <a:pt x="249" y="34"/>
                    <a:pt x="249" y="34"/>
                  </a:cubicBezTo>
                  <a:cubicBezTo>
                    <a:pt x="248" y="33"/>
                    <a:pt x="248" y="33"/>
                    <a:pt x="248" y="33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248" y="35"/>
                    <a:pt x="248" y="35"/>
                    <a:pt x="248" y="35"/>
                  </a:cubicBezTo>
                  <a:cubicBezTo>
                    <a:pt x="248" y="36"/>
                    <a:pt x="248" y="36"/>
                    <a:pt x="248" y="36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50" y="36"/>
                    <a:pt x="250" y="35"/>
                    <a:pt x="250" y="35"/>
                  </a:cubicBezTo>
                  <a:cubicBezTo>
                    <a:pt x="250" y="34"/>
                    <a:pt x="250" y="34"/>
                    <a:pt x="250" y="34"/>
                  </a:cubicBezTo>
                  <a:cubicBezTo>
                    <a:pt x="250" y="33"/>
                    <a:pt x="250" y="33"/>
                    <a:pt x="250" y="33"/>
                  </a:cubicBezTo>
                  <a:cubicBezTo>
                    <a:pt x="248" y="33"/>
                    <a:pt x="248" y="33"/>
                    <a:pt x="248" y="33"/>
                  </a:cubicBezTo>
                  <a:lnTo>
                    <a:pt x="249" y="34"/>
                  </a:lnTo>
                  <a:close/>
                  <a:moveTo>
                    <a:pt x="300" y="26"/>
                  </a:moveTo>
                  <a:cubicBezTo>
                    <a:pt x="300" y="27"/>
                    <a:pt x="300" y="27"/>
                    <a:pt x="300" y="27"/>
                  </a:cubicBezTo>
                  <a:cubicBezTo>
                    <a:pt x="302" y="27"/>
                    <a:pt x="304" y="25"/>
                    <a:pt x="305" y="24"/>
                  </a:cubicBezTo>
                  <a:cubicBezTo>
                    <a:pt x="304" y="23"/>
                    <a:pt x="304" y="23"/>
                    <a:pt x="304" y="23"/>
                  </a:cubicBezTo>
                  <a:cubicBezTo>
                    <a:pt x="305" y="24"/>
                    <a:pt x="305" y="24"/>
                    <a:pt x="305" y="24"/>
                  </a:cubicBezTo>
                  <a:cubicBezTo>
                    <a:pt x="305" y="23"/>
                    <a:pt x="306" y="23"/>
                    <a:pt x="306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24"/>
                    <a:pt x="307" y="26"/>
                    <a:pt x="308" y="28"/>
                  </a:cubicBezTo>
                  <a:cubicBezTo>
                    <a:pt x="310" y="29"/>
                    <a:pt x="311" y="31"/>
                    <a:pt x="314" y="31"/>
                  </a:cubicBezTo>
                  <a:cubicBezTo>
                    <a:pt x="314" y="31"/>
                    <a:pt x="314" y="31"/>
                    <a:pt x="314" y="31"/>
                  </a:cubicBezTo>
                  <a:cubicBezTo>
                    <a:pt x="318" y="30"/>
                    <a:pt x="321" y="30"/>
                    <a:pt x="324" y="27"/>
                  </a:cubicBezTo>
                  <a:cubicBezTo>
                    <a:pt x="323" y="27"/>
                    <a:pt x="323" y="27"/>
                    <a:pt x="323" y="27"/>
                  </a:cubicBezTo>
                  <a:cubicBezTo>
                    <a:pt x="323" y="27"/>
                    <a:pt x="323" y="27"/>
                    <a:pt x="323" y="27"/>
                  </a:cubicBezTo>
                  <a:cubicBezTo>
                    <a:pt x="328" y="30"/>
                    <a:pt x="346" y="38"/>
                    <a:pt x="349" y="40"/>
                  </a:cubicBezTo>
                  <a:cubicBezTo>
                    <a:pt x="350" y="39"/>
                    <a:pt x="350" y="39"/>
                    <a:pt x="350" y="39"/>
                  </a:cubicBezTo>
                  <a:cubicBezTo>
                    <a:pt x="349" y="38"/>
                    <a:pt x="349" y="38"/>
                    <a:pt x="349" y="38"/>
                  </a:cubicBezTo>
                  <a:cubicBezTo>
                    <a:pt x="345" y="40"/>
                    <a:pt x="314" y="54"/>
                    <a:pt x="314" y="54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314" y="54"/>
                    <a:pt x="314" y="54"/>
                    <a:pt x="314" y="54"/>
                  </a:cubicBezTo>
                  <a:cubicBezTo>
                    <a:pt x="312" y="55"/>
                    <a:pt x="311" y="56"/>
                    <a:pt x="311" y="57"/>
                  </a:cubicBezTo>
                  <a:cubicBezTo>
                    <a:pt x="311" y="57"/>
                    <a:pt x="311" y="57"/>
                    <a:pt x="311" y="57"/>
                  </a:cubicBezTo>
                  <a:cubicBezTo>
                    <a:pt x="312" y="57"/>
                    <a:pt x="312" y="57"/>
                    <a:pt x="312" y="57"/>
                  </a:cubicBezTo>
                  <a:cubicBezTo>
                    <a:pt x="311" y="56"/>
                    <a:pt x="310" y="55"/>
                    <a:pt x="309" y="54"/>
                  </a:cubicBezTo>
                  <a:cubicBezTo>
                    <a:pt x="309" y="54"/>
                    <a:pt x="307" y="53"/>
                    <a:pt x="304" y="52"/>
                  </a:cubicBezTo>
                  <a:cubicBezTo>
                    <a:pt x="293" y="48"/>
                    <a:pt x="273" y="40"/>
                    <a:pt x="269" y="38"/>
                  </a:cubicBezTo>
                  <a:cubicBezTo>
                    <a:pt x="269" y="39"/>
                    <a:pt x="269" y="39"/>
                    <a:pt x="269" y="39"/>
                  </a:cubicBezTo>
                  <a:cubicBezTo>
                    <a:pt x="269" y="40"/>
                    <a:pt x="269" y="40"/>
                    <a:pt x="269" y="40"/>
                  </a:cubicBezTo>
                  <a:cubicBezTo>
                    <a:pt x="271" y="39"/>
                    <a:pt x="279" y="36"/>
                    <a:pt x="286" y="33"/>
                  </a:cubicBezTo>
                  <a:cubicBezTo>
                    <a:pt x="294" y="30"/>
                    <a:pt x="300" y="27"/>
                    <a:pt x="300" y="27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7"/>
                    <a:pt x="300" y="27"/>
                    <a:pt x="300" y="27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300" y="25"/>
                    <a:pt x="273" y="37"/>
                    <a:pt x="268" y="38"/>
                  </a:cubicBezTo>
                  <a:cubicBezTo>
                    <a:pt x="268" y="39"/>
                    <a:pt x="268" y="39"/>
                    <a:pt x="268" y="39"/>
                  </a:cubicBezTo>
                  <a:cubicBezTo>
                    <a:pt x="268" y="40"/>
                    <a:pt x="268" y="40"/>
                    <a:pt x="268" y="40"/>
                  </a:cubicBezTo>
                  <a:cubicBezTo>
                    <a:pt x="273" y="42"/>
                    <a:pt x="308" y="56"/>
                    <a:pt x="308" y="56"/>
                  </a:cubicBezTo>
                  <a:cubicBezTo>
                    <a:pt x="309" y="57"/>
                    <a:pt x="310" y="57"/>
                    <a:pt x="311" y="58"/>
                  </a:cubicBezTo>
                  <a:cubicBezTo>
                    <a:pt x="312" y="58"/>
                    <a:pt x="312" y="58"/>
                    <a:pt x="312" y="58"/>
                  </a:cubicBezTo>
                  <a:cubicBezTo>
                    <a:pt x="312" y="58"/>
                    <a:pt x="312" y="58"/>
                    <a:pt x="312" y="58"/>
                  </a:cubicBezTo>
                  <a:cubicBezTo>
                    <a:pt x="313" y="57"/>
                    <a:pt x="314" y="57"/>
                    <a:pt x="314" y="56"/>
                  </a:cubicBezTo>
                  <a:cubicBezTo>
                    <a:pt x="314" y="56"/>
                    <a:pt x="314" y="56"/>
                    <a:pt x="314" y="56"/>
                  </a:cubicBezTo>
                  <a:cubicBezTo>
                    <a:pt x="314" y="56"/>
                    <a:pt x="322" y="53"/>
                    <a:pt x="330" y="49"/>
                  </a:cubicBezTo>
                  <a:cubicBezTo>
                    <a:pt x="339" y="45"/>
                    <a:pt x="348" y="41"/>
                    <a:pt x="350" y="40"/>
                  </a:cubicBezTo>
                  <a:cubicBezTo>
                    <a:pt x="350" y="39"/>
                    <a:pt x="351" y="39"/>
                    <a:pt x="351" y="39"/>
                  </a:cubicBezTo>
                  <a:cubicBezTo>
                    <a:pt x="351" y="38"/>
                    <a:pt x="350" y="38"/>
                    <a:pt x="350" y="38"/>
                  </a:cubicBezTo>
                  <a:cubicBezTo>
                    <a:pt x="347" y="36"/>
                    <a:pt x="329" y="28"/>
                    <a:pt x="324" y="26"/>
                  </a:cubicBezTo>
                  <a:cubicBezTo>
                    <a:pt x="323" y="25"/>
                    <a:pt x="323" y="26"/>
                    <a:pt x="323" y="26"/>
                  </a:cubicBezTo>
                  <a:cubicBezTo>
                    <a:pt x="321" y="28"/>
                    <a:pt x="317" y="29"/>
                    <a:pt x="314" y="29"/>
                  </a:cubicBezTo>
                  <a:cubicBezTo>
                    <a:pt x="314" y="29"/>
                    <a:pt x="314" y="29"/>
                    <a:pt x="314" y="29"/>
                  </a:cubicBezTo>
                  <a:cubicBezTo>
                    <a:pt x="312" y="29"/>
                    <a:pt x="311" y="28"/>
                    <a:pt x="310" y="27"/>
                  </a:cubicBezTo>
                  <a:cubicBezTo>
                    <a:pt x="308" y="25"/>
                    <a:pt x="307" y="23"/>
                    <a:pt x="307" y="22"/>
                  </a:cubicBezTo>
                  <a:cubicBezTo>
                    <a:pt x="306" y="22"/>
                    <a:pt x="306" y="22"/>
                    <a:pt x="306" y="22"/>
                  </a:cubicBezTo>
                  <a:cubicBezTo>
                    <a:pt x="306" y="21"/>
                    <a:pt x="306" y="21"/>
                    <a:pt x="306" y="21"/>
                  </a:cubicBezTo>
                  <a:cubicBezTo>
                    <a:pt x="305" y="21"/>
                    <a:pt x="305" y="21"/>
                    <a:pt x="305" y="21"/>
                  </a:cubicBezTo>
                  <a:cubicBezTo>
                    <a:pt x="305" y="21"/>
                    <a:pt x="305" y="21"/>
                    <a:pt x="305" y="21"/>
                  </a:cubicBezTo>
                  <a:cubicBezTo>
                    <a:pt x="304" y="22"/>
                    <a:pt x="304" y="22"/>
                    <a:pt x="303" y="22"/>
                  </a:cubicBezTo>
                  <a:cubicBezTo>
                    <a:pt x="303" y="23"/>
                    <a:pt x="303" y="23"/>
                    <a:pt x="303" y="23"/>
                  </a:cubicBezTo>
                  <a:cubicBezTo>
                    <a:pt x="302" y="24"/>
                    <a:pt x="301" y="25"/>
                    <a:pt x="300" y="25"/>
                  </a:cubicBezTo>
                  <a:cubicBezTo>
                    <a:pt x="300" y="25"/>
                    <a:pt x="300" y="25"/>
                    <a:pt x="300" y="25"/>
                  </a:cubicBezTo>
                  <a:lnTo>
                    <a:pt x="300" y="26"/>
                  </a:lnTo>
                  <a:close/>
                  <a:moveTo>
                    <a:pt x="317" y="22"/>
                  </a:moveTo>
                  <a:cubicBezTo>
                    <a:pt x="316" y="22"/>
                    <a:pt x="316" y="22"/>
                    <a:pt x="316" y="22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7" y="22"/>
                    <a:pt x="317" y="22"/>
                    <a:pt x="317" y="22"/>
                  </a:cubicBezTo>
                  <a:cubicBezTo>
                    <a:pt x="317" y="21"/>
                    <a:pt x="317" y="21"/>
                    <a:pt x="317" y="21"/>
                  </a:cubicBezTo>
                  <a:cubicBezTo>
                    <a:pt x="317" y="21"/>
                    <a:pt x="317" y="21"/>
                    <a:pt x="317" y="21"/>
                  </a:cubicBezTo>
                  <a:cubicBezTo>
                    <a:pt x="317" y="22"/>
                    <a:pt x="317" y="22"/>
                    <a:pt x="317" y="22"/>
                  </a:cubicBezTo>
                  <a:cubicBezTo>
                    <a:pt x="318" y="23"/>
                    <a:pt x="318" y="23"/>
                    <a:pt x="318" y="23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7" y="22"/>
                    <a:pt x="317" y="22"/>
                    <a:pt x="317" y="22"/>
                  </a:cubicBezTo>
                  <a:cubicBezTo>
                    <a:pt x="316" y="22"/>
                    <a:pt x="316" y="22"/>
                    <a:pt x="316" y="22"/>
                  </a:cubicBezTo>
                  <a:cubicBezTo>
                    <a:pt x="317" y="22"/>
                    <a:pt x="317" y="22"/>
                    <a:pt x="317" y="22"/>
                  </a:cubicBezTo>
                  <a:cubicBezTo>
                    <a:pt x="316" y="22"/>
                    <a:pt x="316" y="22"/>
                    <a:pt x="316" y="22"/>
                  </a:cubicBezTo>
                  <a:cubicBezTo>
                    <a:pt x="316" y="22"/>
                    <a:pt x="316" y="22"/>
                    <a:pt x="316" y="22"/>
                  </a:cubicBezTo>
                  <a:cubicBezTo>
                    <a:pt x="316" y="23"/>
                    <a:pt x="316" y="23"/>
                    <a:pt x="316" y="23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23"/>
                    <a:pt x="318" y="23"/>
                    <a:pt x="318" y="23"/>
                  </a:cubicBezTo>
                  <a:cubicBezTo>
                    <a:pt x="318" y="23"/>
                    <a:pt x="318" y="23"/>
                    <a:pt x="318" y="23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21"/>
                    <a:pt x="318" y="21"/>
                    <a:pt x="318" y="21"/>
                  </a:cubicBezTo>
                  <a:cubicBezTo>
                    <a:pt x="318" y="21"/>
                    <a:pt x="317" y="21"/>
                    <a:pt x="317" y="21"/>
                  </a:cubicBezTo>
                  <a:cubicBezTo>
                    <a:pt x="317" y="21"/>
                    <a:pt x="316" y="21"/>
                    <a:pt x="316" y="22"/>
                  </a:cubicBezTo>
                  <a:lnTo>
                    <a:pt x="317" y="22"/>
                  </a:lnTo>
                  <a:close/>
                  <a:moveTo>
                    <a:pt x="148" y="76"/>
                  </a:moveTo>
                  <a:cubicBezTo>
                    <a:pt x="147" y="76"/>
                    <a:pt x="147" y="76"/>
                    <a:pt x="147" y="76"/>
                  </a:cubicBezTo>
                  <a:cubicBezTo>
                    <a:pt x="146" y="76"/>
                    <a:pt x="145" y="77"/>
                    <a:pt x="144" y="78"/>
                  </a:cubicBezTo>
                  <a:cubicBezTo>
                    <a:pt x="142" y="79"/>
                    <a:pt x="141" y="81"/>
                    <a:pt x="141" y="83"/>
                  </a:cubicBezTo>
                  <a:cubicBezTo>
                    <a:pt x="142" y="83"/>
                    <a:pt x="142" y="83"/>
                    <a:pt x="142" y="83"/>
                  </a:cubicBezTo>
                  <a:cubicBezTo>
                    <a:pt x="141" y="83"/>
                    <a:pt x="141" y="83"/>
                    <a:pt x="141" y="83"/>
                  </a:cubicBezTo>
                  <a:cubicBezTo>
                    <a:pt x="140" y="84"/>
                    <a:pt x="140" y="84"/>
                    <a:pt x="140" y="84"/>
                  </a:cubicBezTo>
                  <a:cubicBezTo>
                    <a:pt x="140" y="84"/>
                    <a:pt x="140" y="84"/>
                    <a:pt x="140" y="84"/>
                  </a:cubicBezTo>
                  <a:cubicBezTo>
                    <a:pt x="140" y="85"/>
                    <a:pt x="139" y="85"/>
                    <a:pt x="138" y="86"/>
                  </a:cubicBezTo>
                  <a:cubicBezTo>
                    <a:pt x="139" y="87"/>
                    <a:pt x="139" y="87"/>
                    <a:pt x="139" y="87"/>
                  </a:cubicBezTo>
                  <a:cubicBezTo>
                    <a:pt x="140" y="87"/>
                    <a:pt x="140" y="87"/>
                    <a:pt x="140" y="87"/>
                  </a:cubicBezTo>
                  <a:cubicBezTo>
                    <a:pt x="140" y="86"/>
                    <a:pt x="140" y="86"/>
                    <a:pt x="140" y="86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0" y="86"/>
                    <a:pt x="140" y="86"/>
                    <a:pt x="140" y="86"/>
                  </a:cubicBezTo>
                  <a:cubicBezTo>
                    <a:pt x="140" y="85"/>
                    <a:pt x="140" y="85"/>
                    <a:pt x="140" y="84"/>
                  </a:cubicBezTo>
                  <a:cubicBezTo>
                    <a:pt x="140" y="84"/>
                    <a:pt x="140" y="84"/>
                    <a:pt x="140" y="84"/>
                  </a:cubicBezTo>
                  <a:cubicBezTo>
                    <a:pt x="140" y="83"/>
                    <a:pt x="140" y="83"/>
                    <a:pt x="140" y="82"/>
                  </a:cubicBezTo>
                  <a:cubicBezTo>
                    <a:pt x="140" y="80"/>
                    <a:pt x="140" y="78"/>
                    <a:pt x="139" y="76"/>
                  </a:cubicBezTo>
                  <a:cubicBezTo>
                    <a:pt x="138" y="75"/>
                    <a:pt x="137" y="73"/>
                    <a:pt x="134" y="72"/>
                  </a:cubicBezTo>
                  <a:cubicBezTo>
                    <a:pt x="133" y="72"/>
                    <a:pt x="133" y="72"/>
                    <a:pt x="132" y="72"/>
                  </a:cubicBezTo>
                  <a:cubicBezTo>
                    <a:pt x="128" y="72"/>
                    <a:pt x="125" y="74"/>
                    <a:pt x="123" y="77"/>
                  </a:cubicBezTo>
                  <a:cubicBezTo>
                    <a:pt x="124" y="78"/>
                    <a:pt x="124" y="78"/>
                    <a:pt x="124" y="78"/>
                  </a:cubicBezTo>
                  <a:cubicBezTo>
                    <a:pt x="124" y="77"/>
                    <a:pt x="124" y="77"/>
                    <a:pt x="124" y="77"/>
                  </a:cubicBezTo>
                  <a:cubicBezTo>
                    <a:pt x="120" y="75"/>
                    <a:pt x="93" y="62"/>
                    <a:pt x="90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2" y="61"/>
                    <a:pt x="100" y="57"/>
                    <a:pt x="108" y="54"/>
                  </a:cubicBezTo>
                  <a:cubicBezTo>
                    <a:pt x="116" y="50"/>
                    <a:pt x="123" y="47"/>
                    <a:pt x="123" y="47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6" y="45"/>
                    <a:pt x="129" y="43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8" y="36"/>
                    <a:pt x="126" y="33"/>
                    <a:pt x="123" y="32"/>
                  </a:cubicBezTo>
                  <a:cubicBezTo>
                    <a:pt x="122" y="33"/>
                    <a:pt x="122" y="33"/>
                    <a:pt x="122" y="33"/>
                  </a:cubicBezTo>
                  <a:cubicBezTo>
                    <a:pt x="123" y="32"/>
                    <a:pt x="123" y="32"/>
                    <a:pt x="123" y="32"/>
                  </a:cubicBezTo>
                  <a:cubicBezTo>
                    <a:pt x="123" y="32"/>
                    <a:pt x="115" y="29"/>
                    <a:pt x="107" y="26"/>
                  </a:cubicBezTo>
                  <a:cubicBezTo>
                    <a:pt x="98" y="24"/>
                    <a:pt x="89" y="20"/>
                    <a:pt x="85" y="19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5" y="21"/>
                    <a:pt x="85" y="21"/>
                    <a:pt x="85" y="21"/>
                  </a:cubicBezTo>
                  <a:cubicBezTo>
                    <a:pt x="89" y="20"/>
                    <a:pt x="95" y="18"/>
                    <a:pt x="100" y="16"/>
                  </a:cubicBezTo>
                  <a:cubicBezTo>
                    <a:pt x="106" y="15"/>
                    <a:pt x="110" y="13"/>
                    <a:pt x="110" y="13"/>
                  </a:cubicBezTo>
                  <a:cubicBezTo>
                    <a:pt x="110" y="13"/>
                    <a:pt x="110" y="13"/>
                    <a:pt x="110" y="13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09" y="12"/>
                    <a:pt x="109" y="12"/>
                    <a:pt x="109" y="12"/>
                  </a:cubicBezTo>
                  <a:cubicBezTo>
                    <a:pt x="109" y="12"/>
                    <a:pt x="109" y="12"/>
                    <a:pt x="109" y="12"/>
                  </a:cubicBezTo>
                  <a:cubicBezTo>
                    <a:pt x="110" y="13"/>
                    <a:pt x="110" y="13"/>
                    <a:pt x="110" y="13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2" y="12"/>
                    <a:pt x="113" y="12"/>
                    <a:pt x="114" y="12"/>
                  </a:cubicBezTo>
                  <a:cubicBezTo>
                    <a:pt x="114" y="12"/>
                    <a:pt x="114" y="12"/>
                    <a:pt x="115" y="12"/>
                  </a:cubicBezTo>
                  <a:cubicBezTo>
                    <a:pt x="115" y="13"/>
                    <a:pt x="116" y="13"/>
                    <a:pt x="117" y="14"/>
                  </a:cubicBezTo>
                  <a:cubicBezTo>
                    <a:pt x="117" y="14"/>
                    <a:pt x="117" y="14"/>
                    <a:pt x="117" y="14"/>
                  </a:cubicBezTo>
                  <a:cubicBezTo>
                    <a:pt x="120" y="16"/>
                    <a:pt x="120" y="16"/>
                    <a:pt x="120" y="16"/>
                  </a:cubicBezTo>
                  <a:cubicBezTo>
                    <a:pt x="120" y="16"/>
                    <a:pt x="120" y="16"/>
                    <a:pt x="120" y="16"/>
                  </a:cubicBezTo>
                  <a:cubicBezTo>
                    <a:pt x="122" y="17"/>
                    <a:pt x="124" y="18"/>
                    <a:pt x="127" y="18"/>
                  </a:cubicBezTo>
                  <a:cubicBezTo>
                    <a:pt x="130" y="18"/>
                    <a:pt x="133" y="16"/>
                    <a:pt x="135" y="14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4" y="14"/>
                    <a:pt x="134" y="14"/>
                    <a:pt x="134" y="14"/>
                  </a:cubicBezTo>
                  <a:cubicBezTo>
                    <a:pt x="144" y="16"/>
                    <a:pt x="165" y="20"/>
                    <a:pt x="172" y="22"/>
                  </a:cubicBezTo>
                  <a:cubicBezTo>
                    <a:pt x="172" y="21"/>
                    <a:pt x="172" y="21"/>
                    <a:pt x="172" y="21"/>
                  </a:cubicBezTo>
                  <a:cubicBezTo>
                    <a:pt x="171" y="20"/>
                    <a:pt x="171" y="20"/>
                    <a:pt x="171" y="20"/>
                  </a:cubicBezTo>
                  <a:cubicBezTo>
                    <a:pt x="168" y="21"/>
                    <a:pt x="161" y="24"/>
                    <a:pt x="154" y="27"/>
                  </a:cubicBezTo>
                  <a:cubicBezTo>
                    <a:pt x="148" y="30"/>
                    <a:pt x="142" y="32"/>
                    <a:pt x="142" y="32"/>
                  </a:cubicBezTo>
                  <a:cubicBezTo>
                    <a:pt x="142" y="33"/>
                    <a:pt x="142" y="33"/>
                    <a:pt x="142" y="33"/>
                  </a:cubicBezTo>
                  <a:cubicBezTo>
                    <a:pt x="142" y="32"/>
                    <a:pt x="142" y="32"/>
                    <a:pt x="142" y="32"/>
                  </a:cubicBezTo>
                  <a:cubicBezTo>
                    <a:pt x="139" y="33"/>
                    <a:pt x="137" y="36"/>
                    <a:pt x="137" y="39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37" y="43"/>
                    <a:pt x="139" y="45"/>
                    <a:pt x="142" y="47"/>
                  </a:cubicBezTo>
                  <a:cubicBezTo>
                    <a:pt x="142" y="47"/>
                    <a:pt x="175" y="60"/>
                    <a:pt x="181" y="62"/>
                  </a:cubicBezTo>
                  <a:cubicBezTo>
                    <a:pt x="182" y="61"/>
                    <a:pt x="182" y="61"/>
                    <a:pt x="182" y="61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78" y="62"/>
                    <a:pt x="170" y="66"/>
                    <a:pt x="162" y="69"/>
                  </a:cubicBezTo>
                  <a:cubicBezTo>
                    <a:pt x="154" y="72"/>
                    <a:pt x="147" y="75"/>
                    <a:pt x="147" y="75"/>
                  </a:cubicBezTo>
                  <a:cubicBezTo>
                    <a:pt x="147" y="76"/>
                    <a:pt x="147" y="76"/>
                    <a:pt x="147" y="76"/>
                  </a:cubicBezTo>
                  <a:cubicBezTo>
                    <a:pt x="148" y="76"/>
                    <a:pt x="148" y="76"/>
                    <a:pt x="148" y="76"/>
                  </a:cubicBezTo>
                  <a:cubicBezTo>
                    <a:pt x="148" y="77"/>
                    <a:pt x="148" y="77"/>
                    <a:pt x="148" y="77"/>
                  </a:cubicBezTo>
                  <a:cubicBezTo>
                    <a:pt x="148" y="77"/>
                    <a:pt x="176" y="65"/>
                    <a:pt x="182" y="62"/>
                  </a:cubicBezTo>
                  <a:cubicBezTo>
                    <a:pt x="183" y="62"/>
                    <a:pt x="183" y="62"/>
                    <a:pt x="183" y="61"/>
                  </a:cubicBezTo>
                  <a:cubicBezTo>
                    <a:pt x="183" y="61"/>
                    <a:pt x="183" y="60"/>
                    <a:pt x="182" y="60"/>
                  </a:cubicBezTo>
                  <a:cubicBezTo>
                    <a:pt x="179" y="59"/>
                    <a:pt x="169" y="55"/>
                    <a:pt x="160" y="52"/>
                  </a:cubicBezTo>
                  <a:cubicBezTo>
                    <a:pt x="151" y="48"/>
                    <a:pt x="143" y="45"/>
                    <a:pt x="143" y="45"/>
                  </a:cubicBezTo>
                  <a:cubicBezTo>
                    <a:pt x="140" y="44"/>
                    <a:pt x="139" y="42"/>
                    <a:pt x="139" y="39"/>
                  </a:cubicBezTo>
                  <a:cubicBezTo>
                    <a:pt x="138" y="39"/>
                    <a:pt x="138" y="39"/>
                    <a:pt x="138" y="39"/>
                  </a:cubicBezTo>
                  <a:cubicBezTo>
                    <a:pt x="139" y="39"/>
                    <a:pt x="139" y="39"/>
                    <a:pt x="139" y="39"/>
                  </a:cubicBezTo>
                  <a:cubicBezTo>
                    <a:pt x="139" y="39"/>
                    <a:pt x="139" y="39"/>
                    <a:pt x="139" y="39"/>
                  </a:cubicBezTo>
                  <a:cubicBezTo>
                    <a:pt x="138" y="39"/>
                    <a:pt x="138" y="39"/>
                    <a:pt x="138" y="39"/>
                  </a:cubicBezTo>
                  <a:cubicBezTo>
                    <a:pt x="139" y="39"/>
                    <a:pt x="139" y="39"/>
                    <a:pt x="139" y="39"/>
                  </a:cubicBezTo>
                  <a:cubicBezTo>
                    <a:pt x="139" y="37"/>
                    <a:pt x="140" y="35"/>
                    <a:pt x="143" y="34"/>
                  </a:cubicBezTo>
                  <a:cubicBezTo>
                    <a:pt x="143" y="34"/>
                    <a:pt x="143" y="34"/>
                    <a:pt x="143" y="34"/>
                  </a:cubicBezTo>
                  <a:cubicBezTo>
                    <a:pt x="143" y="34"/>
                    <a:pt x="165" y="25"/>
                    <a:pt x="172" y="22"/>
                  </a:cubicBezTo>
                  <a:cubicBezTo>
                    <a:pt x="173" y="22"/>
                    <a:pt x="173" y="21"/>
                    <a:pt x="173" y="21"/>
                  </a:cubicBezTo>
                  <a:cubicBezTo>
                    <a:pt x="173" y="20"/>
                    <a:pt x="172" y="20"/>
                    <a:pt x="172" y="20"/>
                  </a:cubicBezTo>
                  <a:cubicBezTo>
                    <a:pt x="165" y="18"/>
                    <a:pt x="145" y="14"/>
                    <a:pt x="135" y="12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131" y="15"/>
                    <a:pt x="129" y="16"/>
                    <a:pt x="127" y="16"/>
                  </a:cubicBezTo>
                  <a:cubicBezTo>
                    <a:pt x="125" y="16"/>
                    <a:pt x="123" y="15"/>
                    <a:pt x="121" y="14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1" y="14"/>
                    <a:pt x="121" y="14"/>
                    <a:pt x="121" y="14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3"/>
                    <a:pt x="118" y="13"/>
                    <a:pt x="118" y="13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7" y="12"/>
                    <a:pt x="117" y="11"/>
                    <a:pt x="116" y="11"/>
                  </a:cubicBezTo>
                  <a:cubicBezTo>
                    <a:pt x="115" y="10"/>
                    <a:pt x="114" y="10"/>
                    <a:pt x="114" y="10"/>
                  </a:cubicBezTo>
                  <a:cubicBezTo>
                    <a:pt x="112" y="10"/>
                    <a:pt x="111" y="10"/>
                    <a:pt x="110" y="11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0" y="11"/>
                    <a:pt x="92" y="17"/>
                    <a:pt x="84" y="19"/>
                  </a:cubicBezTo>
                  <a:cubicBezTo>
                    <a:pt x="84" y="19"/>
                    <a:pt x="84" y="20"/>
                    <a:pt x="84" y="20"/>
                  </a:cubicBezTo>
                  <a:cubicBezTo>
                    <a:pt x="84" y="20"/>
                    <a:pt x="84" y="21"/>
                    <a:pt x="84" y="21"/>
                  </a:cubicBezTo>
                  <a:cubicBezTo>
                    <a:pt x="92" y="23"/>
                    <a:pt x="122" y="34"/>
                    <a:pt x="122" y="34"/>
                  </a:cubicBezTo>
                  <a:cubicBezTo>
                    <a:pt x="122" y="34"/>
                    <a:pt x="122" y="34"/>
                    <a:pt x="122" y="34"/>
                  </a:cubicBezTo>
                  <a:cubicBezTo>
                    <a:pt x="125" y="35"/>
                    <a:pt x="126" y="37"/>
                    <a:pt x="127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7" y="42"/>
                    <a:pt x="125" y="44"/>
                    <a:pt x="123" y="45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3" y="45"/>
                    <a:pt x="93" y="58"/>
                    <a:pt x="89" y="61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8" y="62"/>
                    <a:pt x="88" y="62"/>
                    <a:pt x="89" y="62"/>
                  </a:cubicBezTo>
                  <a:cubicBezTo>
                    <a:pt x="92" y="64"/>
                    <a:pt x="119" y="76"/>
                    <a:pt x="124" y="78"/>
                  </a:cubicBezTo>
                  <a:cubicBezTo>
                    <a:pt x="124" y="79"/>
                    <a:pt x="124" y="78"/>
                    <a:pt x="125" y="78"/>
                  </a:cubicBezTo>
                  <a:cubicBezTo>
                    <a:pt x="126" y="76"/>
                    <a:pt x="129" y="74"/>
                    <a:pt x="132" y="74"/>
                  </a:cubicBezTo>
                  <a:cubicBezTo>
                    <a:pt x="132" y="74"/>
                    <a:pt x="133" y="74"/>
                    <a:pt x="134" y="74"/>
                  </a:cubicBezTo>
                  <a:cubicBezTo>
                    <a:pt x="136" y="75"/>
                    <a:pt x="137" y="76"/>
                    <a:pt x="137" y="77"/>
                  </a:cubicBezTo>
                  <a:cubicBezTo>
                    <a:pt x="138" y="79"/>
                    <a:pt x="138" y="80"/>
                    <a:pt x="138" y="82"/>
                  </a:cubicBezTo>
                  <a:cubicBezTo>
                    <a:pt x="138" y="83"/>
                    <a:pt x="138" y="83"/>
                    <a:pt x="138" y="84"/>
                  </a:cubicBezTo>
                  <a:cubicBezTo>
                    <a:pt x="139" y="84"/>
                    <a:pt x="139" y="84"/>
                    <a:pt x="139" y="84"/>
                  </a:cubicBezTo>
                  <a:cubicBezTo>
                    <a:pt x="138" y="84"/>
                    <a:pt x="138" y="84"/>
                    <a:pt x="138" y="84"/>
                  </a:cubicBezTo>
                  <a:cubicBezTo>
                    <a:pt x="138" y="85"/>
                    <a:pt x="138" y="85"/>
                    <a:pt x="138" y="86"/>
                  </a:cubicBezTo>
                  <a:cubicBezTo>
                    <a:pt x="138" y="86"/>
                    <a:pt x="138" y="86"/>
                    <a:pt x="138" y="86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87"/>
                    <a:pt x="138" y="87"/>
                    <a:pt x="139" y="88"/>
                  </a:cubicBezTo>
                  <a:cubicBezTo>
                    <a:pt x="140" y="87"/>
                    <a:pt x="140" y="87"/>
                    <a:pt x="140" y="87"/>
                  </a:cubicBezTo>
                  <a:cubicBezTo>
                    <a:pt x="141" y="87"/>
                    <a:pt x="141" y="86"/>
                    <a:pt x="142" y="85"/>
                  </a:cubicBezTo>
                  <a:cubicBezTo>
                    <a:pt x="141" y="85"/>
                    <a:pt x="141" y="85"/>
                    <a:pt x="141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43" y="84"/>
                    <a:pt x="143" y="84"/>
                    <a:pt x="143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3" y="82"/>
                    <a:pt x="144" y="81"/>
                    <a:pt x="145" y="80"/>
                  </a:cubicBezTo>
                  <a:cubicBezTo>
                    <a:pt x="146" y="78"/>
                    <a:pt x="147" y="78"/>
                    <a:pt x="148" y="77"/>
                  </a:cubicBezTo>
                  <a:cubicBezTo>
                    <a:pt x="148" y="76"/>
                    <a:pt x="148" y="76"/>
                    <a:pt x="148" y="76"/>
                  </a:cubicBezTo>
                  <a:cubicBezTo>
                    <a:pt x="148" y="77"/>
                    <a:pt x="148" y="77"/>
                    <a:pt x="148" y="77"/>
                  </a:cubicBezTo>
                  <a:lnTo>
                    <a:pt x="148" y="76"/>
                  </a:lnTo>
                  <a:close/>
                  <a:moveTo>
                    <a:pt x="78" y="98"/>
                  </a:moveTo>
                  <a:cubicBezTo>
                    <a:pt x="78" y="97"/>
                    <a:pt x="78" y="97"/>
                    <a:pt x="78" y="97"/>
                  </a:cubicBezTo>
                  <a:cubicBezTo>
                    <a:pt x="78" y="97"/>
                    <a:pt x="78" y="97"/>
                    <a:pt x="78" y="97"/>
                  </a:cubicBezTo>
                  <a:cubicBezTo>
                    <a:pt x="75" y="99"/>
                    <a:pt x="74" y="101"/>
                    <a:pt x="74" y="103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3" y="103"/>
                    <a:pt x="73" y="104"/>
                    <a:pt x="72" y="105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4" y="104"/>
                    <a:pt x="74" y="103"/>
                    <a:pt x="74" y="103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2"/>
                    <a:pt x="74" y="101"/>
                    <a:pt x="74" y="101"/>
                  </a:cubicBezTo>
                  <a:cubicBezTo>
                    <a:pt x="74" y="99"/>
                    <a:pt x="74" y="97"/>
                    <a:pt x="73" y="95"/>
                  </a:cubicBezTo>
                  <a:cubicBezTo>
                    <a:pt x="72" y="94"/>
                    <a:pt x="71" y="92"/>
                    <a:pt x="68" y="91"/>
                  </a:cubicBezTo>
                  <a:cubicBezTo>
                    <a:pt x="67" y="91"/>
                    <a:pt x="66" y="91"/>
                    <a:pt x="65" y="91"/>
                  </a:cubicBezTo>
                  <a:cubicBezTo>
                    <a:pt x="61" y="91"/>
                    <a:pt x="59" y="94"/>
                    <a:pt x="57" y="96"/>
                  </a:cubicBezTo>
                  <a:cubicBezTo>
                    <a:pt x="57" y="97"/>
                    <a:pt x="57" y="97"/>
                    <a:pt x="57" y="97"/>
                  </a:cubicBezTo>
                  <a:cubicBezTo>
                    <a:pt x="58" y="96"/>
                    <a:pt x="58" y="96"/>
                    <a:pt x="58" y="96"/>
                  </a:cubicBezTo>
                  <a:cubicBezTo>
                    <a:pt x="49" y="93"/>
                    <a:pt x="23" y="84"/>
                    <a:pt x="20" y="8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22" y="83"/>
                    <a:pt x="65" y="68"/>
                    <a:pt x="65" y="68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7" y="67"/>
                    <a:pt x="69" y="65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58"/>
                    <a:pt x="67" y="55"/>
                    <a:pt x="65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65" y="54"/>
                    <a:pt x="23" y="41"/>
                    <a:pt x="16" y="38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23" y="38"/>
                    <a:pt x="55" y="27"/>
                    <a:pt x="55" y="27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8" y="27"/>
                    <a:pt x="59" y="25"/>
                    <a:pt x="60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1" y="23"/>
                    <a:pt x="62" y="22"/>
                    <a:pt x="62" y="21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1" y="22"/>
                    <a:pt x="62" y="23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4" y="26"/>
                    <a:pt x="65" y="28"/>
                    <a:pt x="67" y="29"/>
                  </a:cubicBezTo>
                  <a:cubicBezTo>
                    <a:pt x="68" y="31"/>
                    <a:pt x="70" y="32"/>
                    <a:pt x="72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6" y="31"/>
                    <a:pt x="78" y="30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87" y="30"/>
                    <a:pt x="112" y="39"/>
                    <a:pt x="117" y="41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4" y="40"/>
                    <a:pt x="106" y="44"/>
                    <a:pt x="98" y="47"/>
                  </a:cubicBezTo>
                  <a:cubicBezTo>
                    <a:pt x="90" y="51"/>
                    <a:pt x="83" y="54"/>
                    <a:pt x="83" y="54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0" y="55"/>
                    <a:pt x="79" y="58"/>
                    <a:pt x="79" y="61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8" y="64"/>
                    <a:pt x="80" y="67"/>
                    <a:pt x="83" y="69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3" y="69"/>
                    <a:pt x="114" y="83"/>
                    <a:pt x="119" y="85"/>
                  </a:cubicBezTo>
                  <a:cubicBezTo>
                    <a:pt x="119" y="84"/>
                    <a:pt x="119" y="84"/>
                    <a:pt x="119" y="84"/>
                  </a:cubicBezTo>
                  <a:cubicBezTo>
                    <a:pt x="119" y="83"/>
                    <a:pt x="119" y="83"/>
                    <a:pt x="119" y="83"/>
                  </a:cubicBezTo>
                  <a:cubicBezTo>
                    <a:pt x="115" y="84"/>
                    <a:pt x="105" y="88"/>
                    <a:pt x="96" y="91"/>
                  </a:cubicBezTo>
                  <a:cubicBezTo>
                    <a:pt x="87" y="94"/>
                    <a:pt x="78" y="97"/>
                    <a:pt x="78" y="97"/>
                  </a:cubicBezTo>
                  <a:cubicBezTo>
                    <a:pt x="78" y="97"/>
                    <a:pt x="78" y="97"/>
                    <a:pt x="78" y="97"/>
                  </a:cubicBezTo>
                  <a:cubicBezTo>
                    <a:pt x="78" y="98"/>
                    <a:pt x="78" y="98"/>
                    <a:pt x="78" y="98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79" y="99"/>
                    <a:pt x="113" y="87"/>
                    <a:pt x="119" y="85"/>
                  </a:cubicBezTo>
                  <a:cubicBezTo>
                    <a:pt x="120" y="85"/>
                    <a:pt x="120" y="84"/>
                    <a:pt x="120" y="84"/>
                  </a:cubicBezTo>
                  <a:cubicBezTo>
                    <a:pt x="120" y="84"/>
                    <a:pt x="120" y="83"/>
                    <a:pt x="119" y="83"/>
                  </a:cubicBezTo>
                  <a:cubicBezTo>
                    <a:pt x="117" y="82"/>
                    <a:pt x="108" y="78"/>
                    <a:pt x="100" y="74"/>
                  </a:cubicBezTo>
                  <a:cubicBezTo>
                    <a:pt x="92" y="70"/>
                    <a:pt x="84" y="67"/>
                    <a:pt x="84" y="67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82" y="66"/>
                    <a:pt x="81" y="64"/>
                    <a:pt x="81" y="61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59"/>
                    <a:pt x="82" y="57"/>
                    <a:pt x="84" y="56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4" y="56"/>
                    <a:pt x="113" y="43"/>
                    <a:pt x="117" y="41"/>
                  </a:cubicBezTo>
                  <a:cubicBezTo>
                    <a:pt x="118" y="40"/>
                    <a:pt x="118" y="40"/>
                    <a:pt x="118" y="40"/>
                  </a:cubicBezTo>
                  <a:cubicBezTo>
                    <a:pt x="118" y="39"/>
                    <a:pt x="118" y="39"/>
                    <a:pt x="117" y="39"/>
                  </a:cubicBezTo>
                  <a:cubicBezTo>
                    <a:pt x="113" y="37"/>
                    <a:pt x="87" y="28"/>
                    <a:pt x="80" y="26"/>
                  </a:cubicBezTo>
                  <a:cubicBezTo>
                    <a:pt x="80" y="26"/>
                    <a:pt x="79" y="26"/>
                    <a:pt x="79" y="26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9"/>
                    <a:pt x="75" y="29"/>
                    <a:pt x="72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1" y="30"/>
                    <a:pt x="69" y="29"/>
                    <a:pt x="68" y="28"/>
                  </a:cubicBezTo>
                  <a:cubicBezTo>
                    <a:pt x="67" y="26"/>
                    <a:pt x="65" y="25"/>
                    <a:pt x="64" y="22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3" y="22"/>
                    <a:pt x="63" y="21"/>
                    <a:pt x="62" y="20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1"/>
                    <a:pt x="60" y="22"/>
                    <a:pt x="59" y="22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8" y="24"/>
                    <a:pt x="57" y="25"/>
                    <a:pt x="55" y="25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5" y="25"/>
                    <a:pt x="22" y="36"/>
                    <a:pt x="16" y="38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40"/>
                    <a:pt x="15" y="40"/>
                    <a:pt x="16" y="40"/>
                  </a:cubicBezTo>
                  <a:cubicBezTo>
                    <a:pt x="19" y="41"/>
                    <a:pt x="31" y="45"/>
                    <a:pt x="42" y="49"/>
                  </a:cubicBezTo>
                  <a:cubicBezTo>
                    <a:pt x="54" y="53"/>
                    <a:pt x="64" y="56"/>
                    <a:pt x="64" y="56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6" y="57"/>
                    <a:pt x="67" y="59"/>
                    <a:pt x="67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7" y="64"/>
                    <a:pt x="66" y="65"/>
                    <a:pt x="64" y="66"/>
                  </a:cubicBezTo>
                  <a:cubicBezTo>
                    <a:pt x="64" y="66"/>
                    <a:pt x="64" y="66"/>
                    <a:pt x="64" y="66"/>
                  </a:cubicBezTo>
                  <a:cubicBezTo>
                    <a:pt x="64" y="66"/>
                    <a:pt x="53" y="70"/>
                    <a:pt x="42" y="74"/>
                  </a:cubicBezTo>
                  <a:cubicBezTo>
                    <a:pt x="31" y="78"/>
                    <a:pt x="20" y="82"/>
                    <a:pt x="19" y="82"/>
                  </a:cubicBezTo>
                  <a:cubicBezTo>
                    <a:pt x="19" y="83"/>
                    <a:pt x="18" y="83"/>
                    <a:pt x="18" y="83"/>
                  </a:cubicBezTo>
                  <a:cubicBezTo>
                    <a:pt x="18" y="84"/>
                    <a:pt x="19" y="84"/>
                    <a:pt x="19" y="84"/>
                  </a:cubicBezTo>
                  <a:cubicBezTo>
                    <a:pt x="22" y="85"/>
                    <a:pt x="48" y="95"/>
                    <a:pt x="57" y="98"/>
                  </a:cubicBezTo>
                  <a:cubicBezTo>
                    <a:pt x="57" y="98"/>
                    <a:pt x="58" y="98"/>
                    <a:pt x="58" y="97"/>
                  </a:cubicBezTo>
                  <a:cubicBezTo>
                    <a:pt x="60" y="95"/>
                    <a:pt x="62" y="93"/>
                    <a:pt x="65" y="93"/>
                  </a:cubicBezTo>
                  <a:cubicBezTo>
                    <a:pt x="66" y="93"/>
                    <a:pt x="67" y="93"/>
                    <a:pt x="68" y="93"/>
                  </a:cubicBezTo>
                  <a:cubicBezTo>
                    <a:pt x="70" y="94"/>
                    <a:pt x="71" y="95"/>
                    <a:pt x="71" y="96"/>
                  </a:cubicBezTo>
                  <a:cubicBezTo>
                    <a:pt x="72" y="97"/>
                    <a:pt x="72" y="99"/>
                    <a:pt x="72" y="101"/>
                  </a:cubicBezTo>
                  <a:cubicBezTo>
                    <a:pt x="72" y="101"/>
                    <a:pt x="72" y="102"/>
                    <a:pt x="72" y="103"/>
                  </a:cubicBezTo>
                  <a:cubicBezTo>
                    <a:pt x="72" y="103"/>
                    <a:pt x="72" y="103"/>
                    <a:pt x="72" y="103"/>
                  </a:cubicBezTo>
                  <a:cubicBezTo>
                    <a:pt x="72" y="103"/>
                    <a:pt x="72" y="104"/>
                    <a:pt x="72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2" y="106"/>
                    <a:pt x="72" y="106"/>
                    <a:pt x="73" y="106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4" y="106"/>
                    <a:pt x="75" y="105"/>
                    <a:pt x="76" y="104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6" y="104"/>
                    <a:pt x="76" y="104"/>
                    <a:pt x="76" y="104"/>
                  </a:cubicBezTo>
                  <a:cubicBezTo>
                    <a:pt x="76" y="103"/>
                    <a:pt x="76" y="103"/>
                    <a:pt x="76" y="103"/>
                  </a:cubicBezTo>
                  <a:cubicBezTo>
                    <a:pt x="76" y="101"/>
                    <a:pt x="77" y="100"/>
                    <a:pt x="79" y="99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78" y="98"/>
                    <a:pt x="78" y="98"/>
                    <a:pt x="78" y="98"/>
                  </a:cubicBezTo>
                  <a:cubicBezTo>
                    <a:pt x="79" y="99"/>
                    <a:pt x="79" y="99"/>
                    <a:pt x="79" y="99"/>
                  </a:cubicBezTo>
                  <a:lnTo>
                    <a:pt x="78" y="98"/>
                  </a:lnTo>
                  <a:close/>
                  <a:moveTo>
                    <a:pt x="357" y="77"/>
                  </a:moveTo>
                  <a:cubicBezTo>
                    <a:pt x="357" y="76"/>
                    <a:pt x="357" y="76"/>
                    <a:pt x="357" y="76"/>
                  </a:cubicBezTo>
                  <a:cubicBezTo>
                    <a:pt x="357" y="76"/>
                    <a:pt x="324" y="62"/>
                    <a:pt x="320" y="61"/>
                  </a:cubicBezTo>
                  <a:cubicBezTo>
                    <a:pt x="320" y="61"/>
                    <a:pt x="320" y="61"/>
                    <a:pt x="320" y="61"/>
                  </a:cubicBezTo>
                  <a:cubicBezTo>
                    <a:pt x="320" y="62"/>
                    <a:pt x="320" y="62"/>
                    <a:pt x="320" y="62"/>
                  </a:cubicBezTo>
                  <a:cubicBezTo>
                    <a:pt x="323" y="61"/>
                    <a:pt x="332" y="57"/>
                    <a:pt x="340" y="53"/>
                  </a:cubicBezTo>
                  <a:cubicBezTo>
                    <a:pt x="348" y="49"/>
                    <a:pt x="356" y="46"/>
                    <a:pt x="356" y="46"/>
                  </a:cubicBezTo>
                  <a:cubicBezTo>
                    <a:pt x="355" y="45"/>
                    <a:pt x="355" y="45"/>
                    <a:pt x="355" y="45"/>
                  </a:cubicBezTo>
                  <a:cubicBezTo>
                    <a:pt x="356" y="46"/>
                    <a:pt x="356" y="46"/>
                    <a:pt x="356" y="46"/>
                  </a:cubicBezTo>
                  <a:cubicBezTo>
                    <a:pt x="359" y="45"/>
                    <a:pt x="361" y="42"/>
                    <a:pt x="361" y="39"/>
                  </a:cubicBezTo>
                  <a:cubicBezTo>
                    <a:pt x="361" y="39"/>
                    <a:pt x="361" y="39"/>
                    <a:pt x="361" y="39"/>
                  </a:cubicBezTo>
                  <a:cubicBezTo>
                    <a:pt x="361" y="38"/>
                    <a:pt x="361" y="38"/>
                    <a:pt x="361" y="38"/>
                  </a:cubicBezTo>
                  <a:cubicBezTo>
                    <a:pt x="361" y="38"/>
                    <a:pt x="361" y="38"/>
                    <a:pt x="361" y="38"/>
                  </a:cubicBezTo>
                  <a:cubicBezTo>
                    <a:pt x="361" y="35"/>
                    <a:pt x="358" y="32"/>
                    <a:pt x="355" y="31"/>
                  </a:cubicBezTo>
                  <a:cubicBezTo>
                    <a:pt x="354" y="31"/>
                    <a:pt x="354" y="31"/>
                    <a:pt x="354" y="32"/>
                  </a:cubicBezTo>
                  <a:cubicBezTo>
                    <a:pt x="353" y="32"/>
                    <a:pt x="354" y="33"/>
                    <a:pt x="354" y="33"/>
                  </a:cubicBezTo>
                  <a:cubicBezTo>
                    <a:pt x="355" y="33"/>
                    <a:pt x="355" y="33"/>
                    <a:pt x="355" y="33"/>
                  </a:cubicBezTo>
                  <a:cubicBezTo>
                    <a:pt x="355" y="34"/>
                    <a:pt x="356" y="33"/>
                    <a:pt x="356" y="33"/>
                  </a:cubicBezTo>
                  <a:cubicBezTo>
                    <a:pt x="356" y="32"/>
                    <a:pt x="356" y="32"/>
                    <a:pt x="356" y="32"/>
                  </a:cubicBezTo>
                  <a:cubicBezTo>
                    <a:pt x="356" y="32"/>
                    <a:pt x="350" y="29"/>
                    <a:pt x="344" y="26"/>
                  </a:cubicBezTo>
                  <a:cubicBezTo>
                    <a:pt x="338" y="24"/>
                    <a:pt x="332" y="21"/>
                    <a:pt x="329" y="19"/>
                  </a:cubicBezTo>
                  <a:cubicBezTo>
                    <a:pt x="329" y="20"/>
                    <a:pt x="329" y="20"/>
                    <a:pt x="329" y="20"/>
                  </a:cubicBezTo>
                  <a:cubicBezTo>
                    <a:pt x="329" y="21"/>
                    <a:pt x="329" y="21"/>
                    <a:pt x="329" y="21"/>
                  </a:cubicBezTo>
                  <a:cubicBezTo>
                    <a:pt x="336" y="19"/>
                    <a:pt x="355" y="13"/>
                    <a:pt x="355" y="13"/>
                  </a:cubicBezTo>
                  <a:cubicBezTo>
                    <a:pt x="355" y="13"/>
                    <a:pt x="355" y="13"/>
                    <a:pt x="355" y="13"/>
                  </a:cubicBezTo>
                  <a:cubicBezTo>
                    <a:pt x="355" y="13"/>
                    <a:pt x="355" y="13"/>
                    <a:pt x="355" y="13"/>
                  </a:cubicBezTo>
                  <a:cubicBezTo>
                    <a:pt x="357" y="12"/>
                    <a:pt x="358" y="10"/>
                    <a:pt x="358" y="8"/>
                  </a:cubicBezTo>
                  <a:cubicBezTo>
                    <a:pt x="358" y="8"/>
                    <a:pt x="358" y="8"/>
                    <a:pt x="358" y="8"/>
                  </a:cubicBezTo>
                  <a:cubicBezTo>
                    <a:pt x="358" y="7"/>
                    <a:pt x="358" y="7"/>
                    <a:pt x="358" y="7"/>
                  </a:cubicBezTo>
                  <a:cubicBezTo>
                    <a:pt x="358" y="7"/>
                    <a:pt x="358" y="7"/>
                    <a:pt x="358" y="7"/>
                  </a:cubicBezTo>
                  <a:cubicBezTo>
                    <a:pt x="358" y="6"/>
                    <a:pt x="358" y="5"/>
                    <a:pt x="357" y="4"/>
                  </a:cubicBezTo>
                  <a:cubicBezTo>
                    <a:pt x="356" y="3"/>
                    <a:pt x="354" y="3"/>
                    <a:pt x="352" y="2"/>
                  </a:cubicBezTo>
                  <a:cubicBezTo>
                    <a:pt x="350" y="2"/>
                    <a:pt x="348" y="2"/>
                    <a:pt x="344" y="1"/>
                  </a:cubicBezTo>
                  <a:cubicBezTo>
                    <a:pt x="340" y="1"/>
                    <a:pt x="320" y="0"/>
                    <a:pt x="309" y="0"/>
                  </a:cubicBezTo>
                  <a:cubicBezTo>
                    <a:pt x="307" y="0"/>
                    <a:pt x="306" y="0"/>
                    <a:pt x="304" y="0"/>
                  </a:cubicBezTo>
                  <a:cubicBezTo>
                    <a:pt x="303" y="0"/>
                    <a:pt x="302" y="0"/>
                    <a:pt x="302" y="1"/>
                  </a:cubicBezTo>
                  <a:cubicBezTo>
                    <a:pt x="301" y="1"/>
                    <a:pt x="301" y="1"/>
                    <a:pt x="301" y="2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3" y="10"/>
                    <a:pt x="303" y="10"/>
                    <a:pt x="304" y="10"/>
                  </a:cubicBezTo>
                  <a:cubicBezTo>
                    <a:pt x="304" y="10"/>
                    <a:pt x="306" y="10"/>
                    <a:pt x="308" y="10"/>
                  </a:cubicBezTo>
                  <a:cubicBezTo>
                    <a:pt x="314" y="10"/>
                    <a:pt x="326" y="11"/>
                    <a:pt x="335" y="11"/>
                  </a:cubicBezTo>
                  <a:cubicBezTo>
                    <a:pt x="335" y="10"/>
                    <a:pt x="335" y="10"/>
                    <a:pt x="335" y="10"/>
                  </a:cubicBezTo>
                  <a:cubicBezTo>
                    <a:pt x="335" y="9"/>
                    <a:pt x="335" y="9"/>
                    <a:pt x="335" y="9"/>
                  </a:cubicBezTo>
                  <a:cubicBezTo>
                    <a:pt x="328" y="11"/>
                    <a:pt x="321" y="13"/>
                    <a:pt x="321" y="13"/>
                  </a:cubicBezTo>
                  <a:cubicBezTo>
                    <a:pt x="321" y="13"/>
                    <a:pt x="321" y="13"/>
                    <a:pt x="321" y="13"/>
                  </a:cubicBezTo>
                  <a:cubicBezTo>
                    <a:pt x="317" y="14"/>
                    <a:pt x="316" y="17"/>
                    <a:pt x="316" y="20"/>
                  </a:cubicBezTo>
                  <a:cubicBezTo>
                    <a:pt x="316" y="20"/>
                    <a:pt x="316" y="20"/>
                    <a:pt x="316" y="20"/>
                  </a:cubicBezTo>
                  <a:cubicBezTo>
                    <a:pt x="316" y="20"/>
                    <a:pt x="316" y="20"/>
                    <a:pt x="316" y="20"/>
                  </a:cubicBezTo>
                  <a:cubicBezTo>
                    <a:pt x="316" y="21"/>
                    <a:pt x="316" y="21"/>
                    <a:pt x="316" y="21"/>
                  </a:cubicBezTo>
                  <a:cubicBezTo>
                    <a:pt x="317" y="21"/>
                    <a:pt x="317" y="21"/>
                    <a:pt x="317" y="21"/>
                  </a:cubicBezTo>
                  <a:cubicBezTo>
                    <a:pt x="317" y="20"/>
                    <a:pt x="317" y="20"/>
                    <a:pt x="317" y="20"/>
                  </a:cubicBezTo>
                  <a:cubicBezTo>
                    <a:pt x="316" y="20"/>
                    <a:pt x="316" y="20"/>
                    <a:pt x="315" y="21"/>
                  </a:cubicBezTo>
                  <a:cubicBezTo>
                    <a:pt x="315" y="22"/>
                    <a:pt x="315" y="22"/>
                    <a:pt x="315" y="22"/>
                  </a:cubicBezTo>
                  <a:cubicBezTo>
                    <a:pt x="315" y="21"/>
                    <a:pt x="315" y="21"/>
                    <a:pt x="315" y="21"/>
                  </a:cubicBezTo>
                  <a:cubicBezTo>
                    <a:pt x="315" y="20"/>
                    <a:pt x="314" y="19"/>
                    <a:pt x="314" y="18"/>
                  </a:cubicBezTo>
                  <a:cubicBezTo>
                    <a:pt x="313" y="16"/>
                    <a:pt x="312" y="14"/>
                    <a:pt x="311" y="13"/>
                  </a:cubicBezTo>
                  <a:cubicBezTo>
                    <a:pt x="309" y="11"/>
                    <a:pt x="307" y="10"/>
                    <a:pt x="305" y="10"/>
                  </a:cubicBezTo>
                  <a:cubicBezTo>
                    <a:pt x="304" y="10"/>
                    <a:pt x="303" y="10"/>
                    <a:pt x="302" y="11"/>
                  </a:cubicBezTo>
                  <a:cubicBezTo>
                    <a:pt x="301" y="12"/>
                    <a:pt x="300" y="13"/>
                    <a:pt x="299" y="14"/>
                  </a:cubicBezTo>
                  <a:cubicBezTo>
                    <a:pt x="300" y="14"/>
                    <a:pt x="300" y="14"/>
                    <a:pt x="300" y="14"/>
                  </a:cubicBezTo>
                  <a:cubicBezTo>
                    <a:pt x="300" y="13"/>
                    <a:pt x="300" y="13"/>
                    <a:pt x="300" y="13"/>
                  </a:cubicBezTo>
                  <a:cubicBezTo>
                    <a:pt x="298" y="13"/>
                    <a:pt x="287" y="11"/>
                    <a:pt x="277" y="8"/>
                  </a:cubicBezTo>
                  <a:cubicBezTo>
                    <a:pt x="277" y="9"/>
                    <a:pt x="277" y="9"/>
                    <a:pt x="277" y="9"/>
                  </a:cubicBezTo>
                  <a:cubicBezTo>
                    <a:pt x="277" y="10"/>
                    <a:pt x="277" y="10"/>
                    <a:pt x="277" y="10"/>
                  </a:cubicBezTo>
                  <a:cubicBezTo>
                    <a:pt x="279" y="10"/>
                    <a:pt x="281" y="10"/>
                    <a:pt x="283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7" y="10"/>
                    <a:pt x="287" y="10"/>
                    <a:pt x="287" y="10"/>
                  </a:cubicBezTo>
                  <a:cubicBezTo>
                    <a:pt x="287" y="10"/>
                    <a:pt x="287" y="10"/>
                    <a:pt x="287" y="10"/>
                  </a:cubicBezTo>
                  <a:cubicBezTo>
                    <a:pt x="287" y="2"/>
                    <a:pt x="287" y="2"/>
                    <a:pt x="287" y="2"/>
                  </a:cubicBezTo>
                  <a:cubicBezTo>
                    <a:pt x="287" y="1"/>
                    <a:pt x="286" y="1"/>
                    <a:pt x="286" y="1"/>
                  </a:cubicBezTo>
                  <a:cubicBezTo>
                    <a:pt x="283" y="1"/>
                    <a:pt x="283" y="1"/>
                    <a:pt x="283" y="1"/>
                  </a:cubicBezTo>
                  <a:cubicBezTo>
                    <a:pt x="279" y="0"/>
                    <a:pt x="274" y="0"/>
                    <a:pt x="270" y="0"/>
                  </a:cubicBezTo>
                  <a:cubicBezTo>
                    <a:pt x="265" y="0"/>
                    <a:pt x="261" y="0"/>
                    <a:pt x="259" y="1"/>
                  </a:cubicBezTo>
                  <a:cubicBezTo>
                    <a:pt x="255" y="1"/>
                    <a:pt x="252" y="1"/>
                    <a:pt x="249" y="2"/>
                  </a:cubicBezTo>
                  <a:cubicBezTo>
                    <a:pt x="248" y="3"/>
                    <a:pt x="247" y="3"/>
                    <a:pt x="247" y="4"/>
                  </a:cubicBezTo>
                  <a:cubicBezTo>
                    <a:pt x="246" y="4"/>
                    <a:pt x="245" y="5"/>
                    <a:pt x="245" y="6"/>
                  </a:cubicBezTo>
                  <a:cubicBezTo>
                    <a:pt x="245" y="7"/>
                    <a:pt x="245" y="7"/>
                    <a:pt x="245" y="7"/>
                  </a:cubicBezTo>
                  <a:cubicBezTo>
                    <a:pt x="245" y="7"/>
                    <a:pt x="245" y="7"/>
                    <a:pt x="245" y="7"/>
                  </a:cubicBezTo>
                  <a:cubicBezTo>
                    <a:pt x="245" y="7"/>
                    <a:pt x="245" y="7"/>
                    <a:pt x="245" y="7"/>
                  </a:cubicBezTo>
                  <a:cubicBezTo>
                    <a:pt x="245" y="9"/>
                    <a:pt x="246" y="11"/>
                    <a:pt x="248" y="12"/>
                  </a:cubicBezTo>
                  <a:cubicBezTo>
                    <a:pt x="249" y="13"/>
                    <a:pt x="249" y="13"/>
                    <a:pt x="249" y="13"/>
                  </a:cubicBezTo>
                  <a:cubicBezTo>
                    <a:pt x="249" y="13"/>
                    <a:pt x="249" y="13"/>
                    <a:pt x="249" y="13"/>
                  </a:cubicBezTo>
                  <a:cubicBezTo>
                    <a:pt x="249" y="13"/>
                    <a:pt x="283" y="20"/>
                    <a:pt x="292" y="22"/>
                  </a:cubicBezTo>
                  <a:cubicBezTo>
                    <a:pt x="292" y="21"/>
                    <a:pt x="292" y="21"/>
                    <a:pt x="292" y="21"/>
                  </a:cubicBezTo>
                  <a:cubicBezTo>
                    <a:pt x="292" y="20"/>
                    <a:pt x="292" y="20"/>
                    <a:pt x="292" y="20"/>
                  </a:cubicBezTo>
                  <a:cubicBezTo>
                    <a:pt x="285" y="23"/>
                    <a:pt x="262" y="32"/>
                    <a:pt x="262" y="32"/>
                  </a:cubicBezTo>
                  <a:cubicBezTo>
                    <a:pt x="263" y="33"/>
                    <a:pt x="263" y="33"/>
                    <a:pt x="263" y="33"/>
                  </a:cubicBezTo>
                  <a:cubicBezTo>
                    <a:pt x="262" y="32"/>
                    <a:pt x="262" y="32"/>
                    <a:pt x="262" y="32"/>
                  </a:cubicBezTo>
                  <a:cubicBezTo>
                    <a:pt x="262" y="32"/>
                    <a:pt x="261" y="33"/>
                    <a:pt x="261" y="33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2" y="33"/>
                    <a:pt x="262" y="33"/>
                    <a:pt x="262" y="33"/>
                  </a:cubicBezTo>
                  <a:cubicBezTo>
                    <a:pt x="262" y="33"/>
                    <a:pt x="262" y="33"/>
                    <a:pt x="262" y="33"/>
                  </a:cubicBezTo>
                  <a:cubicBezTo>
                    <a:pt x="262" y="33"/>
                    <a:pt x="262" y="33"/>
                    <a:pt x="262" y="33"/>
                  </a:cubicBezTo>
                  <a:cubicBezTo>
                    <a:pt x="261" y="33"/>
                    <a:pt x="261" y="33"/>
                    <a:pt x="261" y="33"/>
                  </a:cubicBezTo>
                  <a:cubicBezTo>
                    <a:pt x="261" y="33"/>
                    <a:pt x="261" y="33"/>
                    <a:pt x="261" y="33"/>
                  </a:cubicBezTo>
                  <a:cubicBezTo>
                    <a:pt x="261" y="34"/>
                    <a:pt x="261" y="34"/>
                    <a:pt x="261" y="34"/>
                  </a:cubicBezTo>
                  <a:cubicBezTo>
                    <a:pt x="261" y="33"/>
                    <a:pt x="261" y="33"/>
                    <a:pt x="261" y="33"/>
                  </a:cubicBezTo>
                  <a:cubicBezTo>
                    <a:pt x="259" y="34"/>
                    <a:pt x="258" y="35"/>
                    <a:pt x="258" y="37"/>
                  </a:cubicBezTo>
                  <a:cubicBezTo>
                    <a:pt x="258" y="37"/>
                    <a:pt x="258" y="37"/>
                    <a:pt x="258" y="37"/>
                  </a:cubicBezTo>
                  <a:cubicBezTo>
                    <a:pt x="258" y="37"/>
                    <a:pt x="258" y="37"/>
                    <a:pt x="258" y="37"/>
                  </a:cubicBezTo>
                  <a:cubicBezTo>
                    <a:pt x="257" y="37"/>
                    <a:pt x="257" y="38"/>
                    <a:pt x="256" y="38"/>
                  </a:cubicBezTo>
                  <a:cubicBezTo>
                    <a:pt x="257" y="39"/>
                    <a:pt x="257" y="39"/>
                    <a:pt x="257" y="39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8"/>
                    <a:pt x="258" y="38"/>
                    <a:pt x="258" y="38"/>
                  </a:cubicBezTo>
                  <a:cubicBezTo>
                    <a:pt x="257" y="38"/>
                    <a:pt x="257" y="38"/>
                    <a:pt x="257" y="38"/>
                  </a:cubicBezTo>
                  <a:cubicBezTo>
                    <a:pt x="258" y="38"/>
                    <a:pt x="258" y="38"/>
                    <a:pt x="258" y="38"/>
                  </a:cubicBezTo>
                  <a:cubicBezTo>
                    <a:pt x="258" y="38"/>
                    <a:pt x="258" y="37"/>
                    <a:pt x="258" y="36"/>
                  </a:cubicBezTo>
                  <a:cubicBezTo>
                    <a:pt x="258" y="36"/>
                    <a:pt x="258" y="35"/>
                    <a:pt x="258" y="34"/>
                  </a:cubicBezTo>
                  <a:cubicBezTo>
                    <a:pt x="258" y="32"/>
                    <a:pt x="258" y="30"/>
                    <a:pt x="257" y="29"/>
                  </a:cubicBezTo>
                  <a:cubicBezTo>
                    <a:pt x="256" y="27"/>
                    <a:pt x="255" y="25"/>
                    <a:pt x="252" y="25"/>
                  </a:cubicBezTo>
                  <a:cubicBezTo>
                    <a:pt x="251" y="24"/>
                    <a:pt x="250" y="24"/>
                    <a:pt x="250" y="24"/>
                  </a:cubicBezTo>
                  <a:cubicBezTo>
                    <a:pt x="245" y="24"/>
                    <a:pt x="242" y="27"/>
                    <a:pt x="240" y="30"/>
                  </a:cubicBezTo>
                  <a:cubicBezTo>
                    <a:pt x="241" y="31"/>
                    <a:pt x="241" y="31"/>
                    <a:pt x="241" y="31"/>
                  </a:cubicBezTo>
                  <a:cubicBezTo>
                    <a:pt x="241" y="30"/>
                    <a:pt x="241" y="30"/>
                    <a:pt x="241" y="30"/>
                  </a:cubicBezTo>
                  <a:cubicBezTo>
                    <a:pt x="233" y="27"/>
                    <a:pt x="215" y="21"/>
                    <a:pt x="210" y="19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10" y="21"/>
                    <a:pt x="210" y="21"/>
                    <a:pt x="210" y="21"/>
                  </a:cubicBezTo>
                  <a:cubicBezTo>
                    <a:pt x="213" y="20"/>
                    <a:pt x="220" y="18"/>
                    <a:pt x="225" y="16"/>
                  </a:cubicBezTo>
                  <a:cubicBezTo>
                    <a:pt x="231" y="15"/>
                    <a:pt x="235" y="13"/>
                    <a:pt x="235" y="13"/>
                  </a:cubicBezTo>
                  <a:cubicBezTo>
                    <a:pt x="235" y="13"/>
                    <a:pt x="235" y="13"/>
                    <a:pt x="235" y="13"/>
                  </a:cubicBezTo>
                  <a:cubicBezTo>
                    <a:pt x="235" y="13"/>
                    <a:pt x="235" y="13"/>
                    <a:pt x="235" y="13"/>
                  </a:cubicBezTo>
                  <a:cubicBezTo>
                    <a:pt x="238" y="12"/>
                    <a:pt x="239" y="10"/>
                    <a:pt x="239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7"/>
                    <a:pt x="239" y="7"/>
                    <a:pt x="239" y="7"/>
                  </a:cubicBezTo>
                  <a:cubicBezTo>
                    <a:pt x="239" y="7"/>
                    <a:pt x="239" y="7"/>
                    <a:pt x="239" y="7"/>
                  </a:cubicBezTo>
                  <a:cubicBezTo>
                    <a:pt x="238" y="6"/>
                    <a:pt x="238" y="5"/>
                    <a:pt x="237" y="4"/>
                  </a:cubicBezTo>
                  <a:cubicBezTo>
                    <a:pt x="236" y="3"/>
                    <a:pt x="235" y="3"/>
                    <a:pt x="232" y="2"/>
                  </a:cubicBezTo>
                  <a:cubicBezTo>
                    <a:pt x="230" y="2"/>
                    <a:pt x="228" y="2"/>
                    <a:pt x="225" y="1"/>
                  </a:cubicBezTo>
                  <a:cubicBezTo>
                    <a:pt x="221" y="1"/>
                    <a:pt x="200" y="0"/>
                    <a:pt x="189" y="0"/>
                  </a:cubicBezTo>
                  <a:cubicBezTo>
                    <a:pt x="187" y="0"/>
                    <a:pt x="186" y="0"/>
                    <a:pt x="185" y="0"/>
                  </a:cubicBezTo>
                  <a:cubicBezTo>
                    <a:pt x="183" y="0"/>
                    <a:pt x="183" y="0"/>
                    <a:pt x="182" y="1"/>
                  </a:cubicBezTo>
                  <a:cubicBezTo>
                    <a:pt x="182" y="1"/>
                    <a:pt x="181" y="1"/>
                    <a:pt x="181" y="2"/>
                  </a:cubicBezTo>
                  <a:cubicBezTo>
                    <a:pt x="183" y="10"/>
                    <a:pt x="183" y="10"/>
                    <a:pt x="183" y="10"/>
                  </a:cubicBezTo>
                  <a:cubicBezTo>
                    <a:pt x="183" y="10"/>
                    <a:pt x="183" y="10"/>
                    <a:pt x="184" y="10"/>
                  </a:cubicBezTo>
                  <a:cubicBezTo>
                    <a:pt x="184" y="10"/>
                    <a:pt x="186" y="10"/>
                    <a:pt x="188" y="10"/>
                  </a:cubicBezTo>
                  <a:cubicBezTo>
                    <a:pt x="195" y="10"/>
                    <a:pt x="207" y="11"/>
                    <a:pt x="215" y="11"/>
                  </a:cubicBezTo>
                  <a:cubicBezTo>
                    <a:pt x="215" y="10"/>
                    <a:pt x="215" y="10"/>
                    <a:pt x="215" y="10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08" y="11"/>
                    <a:pt x="201" y="13"/>
                    <a:pt x="201" y="13"/>
                  </a:cubicBezTo>
                  <a:cubicBezTo>
                    <a:pt x="201" y="13"/>
                    <a:pt x="201" y="13"/>
                    <a:pt x="201" y="13"/>
                  </a:cubicBezTo>
                  <a:cubicBezTo>
                    <a:pt x="198" y="14"/>
                    <a:pt x="196" y="17"/>
                    <a:pt x="196" y="20"/>
                  </a:cubicBezTo>
                  <a:cubicBezTo>
                    <a:pt x="196" y="20"/>
                    <a:pt x="196" y="20"/>
                    <a:pt x="196" y="20"/>
                  </a:cubicBezTo>
                  <a:cubicBezTo>
                    <a:pt x="196" y="20"/>
                    <a:pt x="196" y="20"/>
                    <a:pt x="196" y="20"/>
                  </a:cubicBezTo>
                  <a:cubicBezTo>
                    <a:pt x="196" y="23"/>
                    <a:pt x="199" y="26"/>
                    <a:pt x="202" y="27"/>
                  </a:cubicBezTo>
                  <a:cubicBezTo>
                    <a:pt x="202" y="26"/>
                    <a:pt x="202" y="26"/>
                    <a:pt x="202" y="26"/>
                  </a:cubicBezTo>
                  <a:cubicBezTo>
                    <a:pt x="202" y="27"/>
                    <a:pt x="202" y="27"/>
                    <a:pt x="202" y="27"/>
                  </a:cubicBezTo>
                  <a:cubicBezTo>
                    <a:pt x="202" y="27"/>
                    <a:pt x="210" y="30"/>
                    <a:pt x="219" y="33"/>
                  </a:cubicBezTo>
                  <a:cubicBezTo>
                    <a:pt x="228" y="36"/>
                    <a:pt x="238" y="39"/>
                    <a:pt x="240" y="40"/>
                  </a:cubicBezTo>
                  <a:cubicBezTo>
                    <a:pt x="240" y="39"/>
                    <a:pt x="240" y="39"/>
                    <a:pt x="240" y="39"/>
                  </a:cubicBezTo>
                  <a:cubicBezTo>
                    <a:pt x="240" y="38"/>
                    <a:pt x="240" y="38"/>
                    <a:pt x="240" y="38"/>
                  </a:cubicBezTo>
                  <a:cubicBezTo>
                    <a:pt x="238" y="39"/>
                    <a:pt x="230" y="44"/>
                    <a:pt x="222" y="47"/>
                  </a:cubicBezTo>
                  <a:cubicBezTo>
                    <a:pt x="215" y="51"/>
                    <a:pt x="208" y="55"/>
                    <a:pt x="208" y="55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4"/>
                    <a:pt x="208" y="54"/>
                    <a:pt x="208" y="54"/>
                  </a:cubicBezTo>
                  <a:cubicBezTo>
                    <a:pt x="205" y="55"/>
                    <a:pt x="204" y="58"/>
                    <a:pt x="203" y="61"/>
                  </a:cubicBezTo>
                  <a:cubicBezTo>
                    <a:pt x="204" y="61"/>
                    <a:pt x="204" y="61"/>
                    <a:pt x="204" y="61"/>
                  </a:cubicBezTo>
                  <a:cubicBezTo>
                    <a:pt x="204" y="60"/>
                    <a:pt x="204" y="60"/>
                    <a:pt x="204" y="60"/>
                  </a:cubicBezTo>
                  <a:cubicBezTo>
                    <a:pt x="204" y="60"/>
                    <a:pt x="204" y="60"/>
                    <a:pt x="204" y="60"/>
                  </a:cubicBezTo>
                  <a:cubicBezTo>
                    <a:pt x="203" y="60"/>
                    <a:pt x="203" y="60"/>
                    <a:pt x="203" y="60"/>
                  </a:cubicBezTo>
                  <a:cubicBezTo>
                    <a:pt x="203" y="61"/>
                    <a:pt x="202" y="62"/>
                    <a:pt x="202" y="62"/>
                  </a:cubicBezTo>
                  <a:cubicBezTo>
                    <a:pt x="203" y="63"/>
                    <a:pt x="203" y="63"/>
                    <a:pt x="203" y="63"/>
                  </a:cubicBezTo>
                  <a:cubicBezTo>
                    <a:pt x="204" y="63"/>
                    <a:pt x="204" y="63"/>
                    <a:pt x="204" y="63"/>
                  </a:cubicBezTo>
                  <a:cubicBezTo>
                    <a:pt x="203" y="62"/>
                    <a:pt x="203" y="62"/>
                    <a:pt x="203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3" y="62"/>
                    <a:pt x="203" y="62"/>
                  </a:cubicBezTo>
                  <a:cubicBezTo>
                    <a:pt x="203" y="62"/>
                    <a:pt x="203" y="61"/>
                    <a:pt x="204" y="60"/>
                  </a:cubicBezTo>
                  <a:cubicBezTo>
                    <a:pt x="204" y="60"/>
                    <a:pt x="204" y="59"/>
                    <a:pt x="204" y="58"/>
                  </a:cubicBezTo>
                  <a:cubicBezTo>
                    <a:pt x="204" y="56"/>
                    <a:pt x="203" y="55"/>
                    <a:pt x="203" y="53"/>
                  </a:cubicBezTo>
                  <a:cubicBezTo>
                    <a:pt x="202" y="51"/>
                    <a:pt x="200" y="49"/>
                    <a:pt x="198" y="49"/>
                  </a:cubicBezTo>
                  <a:cubicBezTo>
                    <a:pt x="197" y="49"/>
                    <a:pt x="196" y="48"/>
                    <a:pt x="195" y="48"/>
                  </a:cubicBezTo>
                  <a:cubicBezTo>
                    <a:pt x="191" y="48"/>
                    <a:pt x="188" y="51"/>
                    <a:pt x="186" y="54"/>
                  </a:cubicBezTo>
                  <a:cubicBezTo>
                    <a:pt x="187" y="55"/>
                    <a:pt x="187" y="55"/>
                    <a:pt x="187" y="55"/>
                  </a:cubicBezTo>
                  <a:cubicBezTo>
                    <a:pt x="187" y="54"/>
                    <a:pt x="187" y="54"/>
                    <a:pt x="187" y="54"/>
                  </a:cubicBezTo>
                  <a:cubicBezTo>
                    <a:pt x="180" y="51"/>
                    <a:pt x="153" y="40"/>
                    <a:pt x="149" y="38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51" y="39"/>
                    <a:pt x="159" y="36"/>
                    <a:pt x="166" y="33"/>
                  </a:cubicBezTo>
                  <a:cubicBezTo>
                    <a:pt x="173" y="30"/>
                    <a:pt x="180" y="27"/>
                    <a:pt x="180" y="27"/>
                  </a:cubicBezTo>
                  <a:cubicBezTo>
                    <a:pt x="180" y="26"/>
                    <a:pt x="180" y="26"/>
                    <a:pt x="180" y="26"/>
                  </a:cubicBezTo>
                  <a:cubicBezTo>
                    <a:pt x="180" y="27"/>
                    <a:pt x="180" y="27"/>
                    <a:pt x="180" y="27"/>
                  </a:cubicBezTo>
                  <a:cubicBezTo>
                    <a:pt x="183" y="26"/>
                    <a:pt x="186" y="24"/>
                    <a:pt x="186" y="20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186" y="18"/>
                    <a:pt x="184" y="15"/>
                    <a:pt x="180" y="14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80" y="13"/>
                    <a:pt x="177" y="13"/>
                    <a:pt x="173" y="12"/>
                  </a:cubicBezTo>
                  <a:cubicBezTo>
                    <a:pt x="168" y="11"/>
                    <a:pt x="163" y="10"/>
                    <a:pt x="157" y="8"/>
                  </a:cubicBezTo>
                  <a:cubicBezTo>
                    <a:pt x="157" y="9"/>
                    <a:pt x="157" y="9"/>
                    <a:pt x="157" y="9"/>
                  </a:cubicBezTo>
                  <a:cubicBezTo>
                    <a:pt x="157" y="10"/>
                    <a:pt x="157" y="10"/>
                    <a:pt x="157" y="10"/>
                  </a:cubicBezTo>
                  <a:cubicBezTo>
                    <a:pt x="159" y="10"/>
                    <a:pt x="161" y="10"/>
                    <a:pt x="162" y="11"/>
                  </a:cubicBezTo>
                  <a:cubicBezTo>
                    <a:pt x="167" y="11"/>
                    <a:pt x="170" y="11"/>
                    <a:pt x="172" y="11"/>
                  </a:cubicBezTo>
                  <a:cubicBezTo>
                    <a:pt x="175" y="11"/>
                    <a:pt x="177" y="11"/>
                    <a:pt x="178" y="10"/>
                  </a:cubicBezTo>
                  <a:cubicBezTo>
                    <a:pt x="178" y="10"/>
                    <a:pt x="179" y="10"/>
                    <a:pt x="178" y="9"/>
                  </a:cubicBezTo>
                  <a:cubicBezTo>
                    <a:pt x="177" y="1"/>
                    <a:pt x="177" y="1"/>
                    <a:pt x="177" y="1"/>
                  </a:cubicBezTo>
                  <a:cubicBezTo>
                    <a:pt x="177" y="1"/>
                    <a:pt x="177" y="0"/>
                    <a:pt x="176" y="1"/>
                  </a:cubicBezTo>
                  <a:cubicBezTo>
                    <a:pt x="176" y="1"/>
                    <a:pt x="174" y="1"/>
                    <a:pt x="172" y="1"/>
                  </a:cubicBezTo>
                  <a:cubicBezTo>
                    <a:pt x="170" y="1"/>
                    <a:pt x="166" y="1"/>
                    <a:pt x="163" y="1"/>
                  </a:cubicBezTo>
                  <a:cubicBezTo>
                    <a:pt x="158" y="0"/>
                    <a:pt x="154" y="0"/>
                    <a:pt x="150" y="0"/>
                  </a:cubicBezTo>
                  <a:cubicBezTo>
                    <a:pt x="145" y="0"/>
                    <a:pt x="141" y="0"/>
                    <a:pt x="138" y="1"/>
                  </a:cubicBezTo>
                  <a:cubicBezTo>
                    <a:pt x="134" y="1"/>
                    <a:pt x="131" y="1"/>
                    <a:pt x="129" y="2"/>
                  </a:cubicBezTo>
                  <a:cubicBezTo>
                    <a:pt x="128" y="3"/>
                    <a:pt x="127" y="3"/>
                    <a:pt x="126" y="4"/>
                  </a:cubicBezTo>
                  <a:cubicBezTo>
                    <a:pt x="125" y="4"/>
                    <a:pt x="125" y="5"/>
                    <a:pt x="125" y="6"/>
                  </a:cubicBezTo>
                  <a:cubicBezTo>
                    <a:pt x="125" y="7"/>
                    <a:pt x="125" y="7"/>
                    <a:pt x="125" y="7"/>
                  </a:cubicBezTo>
                  <a:cubicBezTo>
                    <a:pt x="125" y="7"/>
                    <a:pt x="125" y="7"/>
                    <a:pt x="125" y="7"/>
                  </a:cubicBezTo>
                  <a:cubicBezTo>
                    <a:pt x="125" y="7"/>
                    <a:pt x="125" y="7"/>
                    <a:pt x="125" y="7"/>
                  </a:cubicBezTo>
                  <a:cubicBezTo>
                    <a:pt x="125" y="8"/>
                    <a:pt x="125" y="9"/>
                    <a:pt x="125" y="9"/>
                  </a:cubicBezTo>
                  <a:cubicBezTo>
                    <a:pt x="126" y="9"/>
                    <a:pt x="126" y="9"/>
                    <a:pt x="126" y="9"/>
                  </a:cubicBezTo>
                  <a:cubicBezTo>
                    <a:pt x="126" y="8"/>
                    <a:pt x="126" y="8"/>
                    <a:pt x="126" y="8"/>
                  </a:cubicBezTo>
                  <a:cubicBezTo>
                    <a:pt x="126" y="8"/>
                    <a:pt x="126" y="8"/>
                    <a:pt x="125" y="7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7"/>
                    <a:pt x="125" y="7"/>
                    <a:pt x="125" y="7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21" y="4"/>
                    <a:pt x="118" y="2"/>
                    <a:pt x="114" y="2"/>
                  </a:cubicBezTo>
                  <a:cubicBezTo>
                    <a:pt x="112" y="2"/>
                    <a:pt x="111" y="2"/>
                    <a:pt x="109" y="3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07" y="2"/>
                    <a:pt x="104" y="2"/>
                    <a:pt x="100" y="1"/>
                  </a:cubicBezTo>
                  <a:cubicBezTo>
                    <a:pt x="96" y="1"/>
                    <a:pt x="75" y="0"/>
                    <a:pt x="64" y="0"/>
                  </a:cubicBezTo>
                  <a:cubicBezTo>
                    <a:pt x="63" y="0"/>
                    <a:pt x="61" y="0"/>
                    <a:pt x="60" y="0"/>
                  </a:cubicBezTo>
                  <a:cubicBezTo>
                    <a:pt x="59" y="0"/>
                    <a:pt x="58" y="0"/>
                    <a:pt x="57" y="1"/>
                  </a:cubicBezTo>
                  <a:cubicBezTo>
                    <a:pt x="57" y="1"/>
                    <a:pt x="56" y="1"/>
                    <a:pt x="56" y="2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8" y="10"/>
                    <a:pt x="59" y="10"/>
                    <a:pt x="59" y="10"/>
                  </a:cubicBezTo>
                  <a:cubicBezTo>
                    <a:pt x="59" y="10"/>
                    <a:pt x="61" y="10"/>
                    <a:pt x="63" y="10"/>
                  </a:cubicBezTo>
                  <a:cubicBezTo>
                    <a:pt x="70" y="10"/>
                    <a:pt x="82" y="11"/>
                    <a:pt x="90" y="11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83" y="11"/>
                    <a:pt x="77" y="13"/>
                    <a:pt x="77" y="13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3" y="14"/>
                    <a:pt x="71" y="17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1"/>
                    <a:pt x="72" y="22"/>
                    <a:pt x="72" y="23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1"/>
                    <a:pt x="71" y="19"/>
                    <a:pt x="70" y="18"/>
                  </a:cubicBezTo>
                  <a:cubicBezTo>
                    <a:pt x="69" y="16"/>
                    <a:pt x="68" y="14"/>
                    <a:pt x="66" y="13"/>
                  </a:cubicBezTo>
                  <a:cubicBezTo>
                    <a:pt x="65" y="11"/>
                    <a:pt x="63" y="10"/>
                    <a:pt x="61" y="10"/>
                  </a:cubicBezTo>
                  <a:cubicBezTo>
                    <a:pt x="60" y="10"/>
                    <a:pt x="59" y="10"/>
                    <a:pt x="58" y="11"/>
                  </a:cubicBezTo>
                  <a:cubicBezTo>
                    <a:pt x="56" y="12"/>
                    <a:pt x="55" y="13"/>
                    <a:pt x="54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3" y="13"/>
                    <a:pt x="43" y="11"/>
                    <a:pt x="33" y="8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10"/>
                    <a:pt x="36" y="10"/>
                    <a:pt x="38" y="11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1"/>
                    <a:pt x="42" y="1"/>
                    <a:pt x="4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4" y="0"/>
                    <a:pt x="30" y="0"/>
                    <a:pt x="25" y="0"/>
                  </a:cubicBezTo>
                  <a:cubicBezTo>
                    <a:pt x="21" y="0"/>
                    <a:pt x="17" y="0"/>
                    <a:pt x="14" y="1"/>
                  </a:cubicBezTo>
                  <a:cubicBezTo>
                    <a:pt x="10" y="1"/>
                    <a:pt x="7" y="1"/>
                    <a:pt x="5" y="2"/>
                  </a:cubicBezTo>
                  <a:cubicBezTo>
                    <a:pt x="4" y="3"/>
                    <a:pt x="3" y="3"/>
                    <a:pt x="2" y="4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1" y="11"/>
                    <a:pt x="4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12" y="14"/>
                    <a:pt x="22" y="16"/>
                  </a:cubicBezTo>
                  <a:cubicBezTo>
                    <a:pt x="31" y="18"/>
                    <a:pt x="42" y="21"/>
                    <a:pt x="47" y="22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38" y="23"/>
                    <a:pt x="10" y="32"/>
                    <a:pt x="10" y="32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6" y="33"/>
                    <a:pt x="4" y="36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43"/>
                    <a:pt x="6" y="45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12" y="47"/>
                    <a:pt x="16" y="49"/>
                  </a:cubicBezTo>
                  <a:cubicBezTo>
                    <a:pt x="27" y="53"/>
                    <a:pt x="51" y="60"/>
                    <a:pt x="57" y="62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0"/>
                    <a:pt x="57" y="60"/>
                    <a:pt x="57" y="60"/>
                  </a:cubicBezTo>
                  <a:cubicBezTo>
                    <a:pt x="53" y="62"/>
                    <a:pt x="42" y="65"/>
                    <a:pt x="33" y="69"/>
                  </a:cubicBezTo>
                  <a:cubicBezTo>
                    <a:pt x="23" y="72"/>
                    <a:pt x="15" y="75"/>
                    <a:pt x="15" y="75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4" y="76"/>
                    <a:pt x="12" y="77"/>
                    <a:pt x="11" y="78"/>
                  </a:cubicBezTo>
                  <a:cubicBezTo>
                    <a:pt x="9" y="79"/>
                    <a:pt x="8" y="81"/>
                    <a:pt x="8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7"/>
                    <a:pt x="10" y="89"/>
                    <a:pt x="13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42" y="101"/>
                    <a:pt x="51" y="104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47" y="103"/>
                    <a:pt x="37" y="105"/>
                    <a:pt x="29" y="107"/>
                  </a:cubicBezTo>
                  <a:cubicBezTo>
                    <a:pt x="20" y="109"/>
                    <a:pt x="12" y="111"/>
                    <a:pt x="12" y="111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0" y="112"/>
                    <a:pt x="9" y="113"/>
                    <a:pt x="8" y="114"/>
                  </a:cubicBezTo>
                  <a:cubicBezTo>
                    <a:pt x="7" y="115"/>
                    <a:pt x="6" y="117"/>
                    <a:pt x="6" y="118"/>
                  </a:cubicBezTo>
                  <a:cubicBezTo>
                    <a:pt x="6" y="119"/>
                    <a:pt x="6" y="119"/>
                    <a:pt x="6" y="120"/>
                  </a:cubicBezTo>
                  <a:cubicBezTo>
                    <a:pt x="6" y="121"/>
                    <a:pt x="7" y="122"/>
                    <a:pt x="8" y="123"/>
                  </a:cubicBezTo>
                  <a:cubicBezTo>
                    <a:pt x="10" y="124"/>
                    <a:pt x="11" y="125"/>
                    <a:pt x="14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7" y="125"/>
                    <a:pt x="23" y="125"/>
                    <a:pt x="28" y="126"/>
                  </a:cubicBezTo>
                  <a:cubicBezTo>
                    <a:pt x="28" y="126"/>
                    <a:pt x="28" y="126"/>
                    <a:pt x="28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6" y="118"/>
                    <a:pt x="46" y="118"/>
                    <a:pt x="45" y="117"/>
                  </a:cubicBezTo>
                  <a:cubicBezTo>
                    <a:pt x="29" y="116"/>
                    <a:pt x="29" y="116"/>
                    <a:pt x="29" y="116"/>
                  </a:cubicBezTo>
                  <a:cubicBezTo>
                    <a:pt x="29" y="117"/>
                    <a:pt x="29" y="117"/>
                    <a:pt x="29" y="117"/>
                  </a:cubicBezTo>
                  <a:cubicBezTo>
                    <a:pt x="29" y="116"/>
                    <a:pt x="29" y="116"/>
                    <a:pt x="29" y="116"/>
                  </a:cubicBezTo>
                  <a:cubicBezTo>
                    <a:pt x="28" y="116"/>
                    <a:pt x="28" y="116"/>
                    <a:pt x="27" y="116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40" y="115"/>
                    <a:pt x="59" y="111"/>
                    <a:pt x="59" y="111"/>
                  </a:cubicBezTo>
                  <a:cubicBezTo>
                    <a:pt x="59" y="111"/>
                    <a:pt x="59" y="111"/>
                    <a:pt x="59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3" y="109"/>
                    <a:pt x="65" y="107"/>
                    <a:pt x="65" y="103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5" y="103"/>
                    <a:pt x="65" y="102"/>
                    <a:pt x="65" y="102"/>
                  </a:cubicBezTo>
                  <a:cubicBezTo>
                    <a:pt x="64" y="102"/>
                    <a:pt x="64" y="102"/>
                    <a:pt x="64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65" y="102"/>
                    <a:pt x="65" y="101"/>
                    <a:pt x="66" y="101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01"/>
                    <a:pt x="64" y="102"/>
                    <a:pt x="64" y="102"/>
                  </a:cubicBezTo>
                  <a:cubicBezTo>
                    <a:pt x="64" y="102"/>
                    <a:pt x="64" y="102"/>
                    <a:pt x="64" y="102"/>
                  </a:cubicBezTo>
                  <a:cubicBezTo>
                    <a:pt x="64" y="103"/>
                    <a:pt x="64" y="104"/>
                    <a:pt x="64" y="105"/>
                  </a:cubicBezTo>
                  <a:cubicBezTo>
                    <a:pt x="64" y="106"/>
                    <a:pt x="64" y="108"/>
                    <a:pt x="65" y="110"/>
                  </a:cubicBezTo>
                  <a:cubicBezTo>
                    <a:pt x="65" y="111"/>
                    <a:pt x="67" y="113"/>
                    <a:pt x="69" y="114"/>
                  </a:cubicBezTo>
                  <a:cubicBezTo>
                    <a:pt x="70" y="115"/>
                    <a:pt x="71" y="115"/>
                    <a:pt x="73" y="115"/>
                  </a:cubicBezTo>
                  <a:cubicBezTo>
                    <a:pt x="76" y="115"/>
                    <a:pt x="79" y="113"/>
                    <a:pt x="80" y="111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79" y="111"/>
                    <a:pt x="79" y="111"/>
                    <a:pt x="79" y="111"/>
                  </a:cubicBezTo>
                  <a:cubicBezTo>
                    <a:pt x="80" y="111"/>
                    <a:pt x="87" y="114"/>
                    <a:pt x="94" y="116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4" y="114"/>
                    <a:pt x="94" y="114"/>
                    <a:pt x="94" y="114"/>
                  </a:cubicBezTo>
                  <a:cubicBezTo>
                    <a:pt x="90" y="114"/>
                    <a:pt x="86" y="115"/>
                    <a:pt x="81" y="115"/>
                  </a:cubicBezTo>
                  <a:cubicBezTo>
                    <a:pt x="73" y="116"/>
                    <a:pt x="63" y="116"/>
                    <a:pt x="60" y="116"/>
                  </a:cubicBezTo>
                  <a:cubicBezTo>
                    <a:pt x="60" y="116"/>
                    <a:pt x="60" y="116"/>
                    <a:pt x="60" y="116"/>
                  </a:cubicBezTo>
                  <a:cubicBezTo>
                    <a:pt x="59" y="116"/>
                    <a:pt x="59" y="117"/>
                    <a:pt x="59" y="117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8" y="126"/>
                    <a:pt x="58" y="126"/>
                    <a:pt x="59" y="126"/>
                  </a:cubicBezTo>
                  <a:cubicBezTo>
                    <a:pt x="59" y="126"/>
                    <a:pt x="60" y="126"/>
                    <a:pt x="60" y="126"/>
                  </a:cubicBezTo>
                  <a:cubicBezTo>
                    <a:pt x="63" y="126"/>
                    <a:pt x="69" y="126"/>
                    <a:pt x="82" y="125"/>
                  </a:cubicBezTo>
                  <a:cubicBezTo>
                    <a:pt x="92" y="124"/>
                    <a:pt x="103" y="124"/>
                    <a:pt x="107" y="124"/>
                  </a:cubicBezTo>
                  <a:cubicBezTo>
                    <a:pt x="107" y="124"/>
                    <a:pt x="107" y="124"/>
                    <a:pt x="107" y="124"/>
                  </a:cubicBezTo>
                  <a:cubicBezTo>
                    <a:pt x="107" y="124"/>
                    <a:pt x="108" y="124"/>
                    <a:pt x="109" y="124"/>
                  </a:cubicBezTo>
                  <a:cubicBezTo>
                    <a:pt x="110" y="124"/>
                    <a:pt x="112" y="124"/>
                    <a:pt x="113" y="123"/>
                  </a:cubicBezTo>
                  <a:cubicBezTo>
                    <a:pt x="115" y="122"/>
                    <a:pt x="116" y="121"/>
                    <a:pt x="117" y="119"/>
                  </a:cubicBezTo>
                  <a:cubicBezTo>
                    <a:pt x="116" y="119"/>
                    <a:pt x="116" y="119"/>
                    <a:pt x="116" y="119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7" y="119"/>
                    <a:pt x="117" y="118"/>
                    <a:pt x="117" y="118"/>
                  </a:cubicBezTo>
                  <a:cubicBezTo>
                    <a:pt x="117" y="116"/>
                    <a:pt x="116" y="114"/>
                    <a:pt x="113" y="112"/>
                  </a:cubicBezTo>
                  <a:cubicBezTo>
                    <a:pt x="112" y="113"/>
                    <a:pt x="112" y="113"/>
                    <a:pt x="112" y="113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12" y="112"/>
                    <a:pt x="112" y="112"/>
                    <a:pt x="112" y="112"/>
                  </a:cubicBezTo>
                  <a:cubicBezTo>
                    <a:pt x="112" y="112"/>
                    <a:pt x="112" y="112"/>
                    <a:pt x="112" y="112"/>
                  </a:cubicBezTo>
                  <a:cubicBezTo>
                    <a:pt x="112" y="112"/>
                    <a:pt x="93" y="105"/>
                    <a:pt x="87" y="103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91" y="104"/>
                    <a:pt x="100" y="100"/>
                    <a:pt x="109" y="97"/>
                  </a:cubicBezTo>
                  <a:cubicBezTo>
                    <a:pt x="118" y="94"/>
                    <a:pt x="126" y="91"/>
                    <a:pt x="126" y="91"/>
                  </a:cubicBezTo>
                  <a:cubicBezTo>
                    <a:pt x="126" y="91"/>
                    <a:pt x="126" y="91"/>
                    <a:pt x="126" y="91"/>
                  </a:cubicBezTo>
                  <a:cubicBezTo>
                    <a:pt x="129" y="90"/>
                    <a:pt x="131" y="88"/>
                    <a:pt x="131" y="84"/>
                  </a:cubicBezTo>
                  <a:cubicBezTo>
                    <a:pt x="131" y="84"/>
                    <a:pt x="131" y="84"/>
                    <a:pt x="131" y="84"/>
                  </a:cubicBezTo>
                  <a:cubicBezTo>
                    <a:pt x="131" y="84"/>
                    <a:pt x="131" y="84"/>
                    <a:pt x="131" y="84"/>
                  </a:cubicBezTo>
                  <a:cubicBezTo>
                    <a:pt x="131" y="84"/>
                    <a:pt x="131" y="83"/>
                    <a:pt x="131" y="83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31" y="84"/>
                    <a:pt x="131" y="84"/>
                    <a:pt x="131" y="84"/>
                  </a:cubicBezTo>
                  <a:cubicBezTo>
                    <a:pt x="131" y="83"/>
                    <a:pt x="132" y="83"/>
                    <a:pt x="132" y="8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0" y="82"/>
                    <a:pt x="130" y="82"/>
                    <a:pt x="130" y="82"/>
                  </a:cubicBezTo>
                  <a:cubicBezTo>
                    <a:pt x="130" y="82"/>
                    <a:pt x="130" y="83"/>
                    <a:pt x="130" y="83"/>
                  </a:cubicBezTo>
                  <a:cubicBezTo>
                    <a:pt x="130" y="84"/>
                    <a:pt x="130" y="85"/>
                    <a:pt x="130" y="86"/>
                  </a:cubicBezTo>
                  <a:cubicBezTo>
                    <a:pt x="130" y="87"/>
                    <a:pt x="130" y="89"/>
                    <a:pt x="131" y="91"/>
                  </a:cubicBezTo>
                  <a:cubicBezTo>
                    <a:pt x="132" y="92"/>
                    <a:pt x="133" y="94"/>
                    <a:pt x="135" y="95"/>
                  </a:cubicBezTo>
                  <a:cubicBezTo>
                    <a:pt x="136" y="96"/>
                    <a:pt x="138" y="96"/>
                    <a:pt x="139" y="96"/>
                  </a:cubicBezTo>
                  <a:cubicBezTo>
                    <a:pt x="141" y="96"/>
                    <a:pt x="143" y="95"/>
                    <a:pt x="144" y="94"/>
                  </a:cubicBezTo>
                  <a:cubicBezTo>
                    <a:pt x="146" y="93"/>
                    <a:pt x="147" y="92"/>
                    <a:pt x="148" y="91"/>
                  </a:cubicBezTo>
                  <a:cubicBezTo>
                    <a:pt x="147" y="90"/>
                    <a:pt x="147" y="90"/>
                    <a:pt x="147" y="90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8" y="92"/>
                    <a:pt x="169" y="101"/>
                    <a:pt x="176" y="104"/>
                  </a:cubicBezTo>
                  <a:cubicBezTo>
                    <a:pt x="177" y="103"/>
                    <a:pt x="177" y="103"/>
                    <a:pt x="177" y="103"/>
                  </a:cubicBezTo>
                  <a:cubicBezTo>
                    <a:pt x="176" y="102"/>
                    <a:pt x="176" y="102"/>
                    <a:pt x="176" y="102"/>
                  </a:cubicBezTo>
                  <a:cubicBezTo>
                    <a:pt x="169" y="104"/>
                    <a:pt x="134" y="111"/>
                    <a:pt x="134" y="111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1" y="112"/>
                    <a:pt x="128" y="115"/>
                    <a:pt x="128" y="118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28" y="119"/>
                    <a:pt x="128" y="119"/>
                    <a:pt x="128" y="119"/>
                  </a:cubicBezTo>
                  <a:cubicBezTo>
                    <a:pt x="128" y="119"/>
                    <a:pt x="128" y="119"/>
                    <a:pt x="128" y="119"/>
                  </a:cubicBezTo>
                  <a:cubicBezTo>
                    <a:pt x="129" y="122"/>
                    <a:pt x="132" y="126"/>
                    <a:pt x="139" y="126"/>
                  </a:cubicBezTo>
                  <a:cubicBezTo>
                    <a:pt x="139" y="126"/>
                    <a:pt x="139" y="126"/>
                    <a:pt x="139" y="126"/>
                  </a:cubicBezTo>
                  <a:cubicBezTo>
                    <a:pt x="139" y="125"/>
                    <a:pt x="139" y="125"/>
                    <a:pt x="139" y="125"/>
                  </a:cubicBezTo>
                  <a:cubicBezTo>
                    <a:pt x="139" y="126"/>
                    <a:pt x="139" y="126"/>
                    <a:pt x="139" y="126"/>
                  </a:cubicBezTo>
                  <a:cubicBezTo>
                    <a:pt x="156" y="126"/>
                    <a:pt x="156" y="126"/>
                    <a:pt x="156" y="126"/>
                  </a:cubicBezTo>
                  <a:cubicBezTo>
                    <a:pt x="162" y="126"/>
                    <a:pt x="166" y="126"/>
                    <a:pt x="169" y="126"/>
                  </a:cubicBezTo>
                  <a:cubicBezTo>
                    <a:pt x="174" y="126"/>
                    <a:pt x="177" y="126"/>
                    <a:pt x="178" y="125"/>
                  </a:cubicBezTo>
                  <a:cubicBezTo>
                    <a:pt x="179" y="125"/>
                    <a:pt x="179" y="125"/>
                    <a:pt x="179" y="124"/>
                  </a:cubicBezTo>
                  <a:cubicBezTo>
                    <a:pt x="178" y="116"/>
                    <a:pt x="178" y="116"/>
                    <a:pt x="178" y="116"/>
                  </a:cubicBezTo>
                  <a:cubicBezTo>
                    <a:pt x="178" y="116"/>
                    <a:pt x="177" y="115"/>
                    <a:pt x="177" y="115"/>
                  </a:cubicBezTo>
                  <a:cubicBezTo>
                    <a:pt x="176" y="116"/>
                    <a:pt x="173" y="116"/>
                    <a:pt x="169" y="116"/>
                  </a:cubicBezTo>
                  <a:cubicBezTo>
                    <a:pt x="165" y="116"/>
                    <a:pt x="160" y="116"/>
                    <a:pt x="156" y="116"/>
                  </a:cubicBezTo>
                  <a:cubicBezTo>
                    <a:pt x="156" y="116"/>
                    <a:pt x="156" y="116"/>
                    <a:pt x="156" y="116"/>
                  </a:cubicBezTo>
                  <a:cubicBezTo>
                    <a:pt x="156" y="116"/>
                    <a:pt x="154" y="116"/>
                    <a:pt x="152" y="116"/>
                  </a:cubicBezTo>
                  <a:cubicBezTo>
                    <a:pt x="152" y="117"/>
                    <a:pt x="152" y="117"/>
                    <a:pt x="152" y="117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67" y="114"/>
                    <a:pt x="183" y="111"/>
                    <a:pt x="183" y="111"/>
                  </a:cubicBezTo>
                  <a:cubicBezTo>
                    <a:pt x="184" y="111"/>
                    <a:pt x="184" y="111"/>
                    <a:pt x="184" y="111"/>
                  </a:cubicBezTo>
                  <a:cubicBezTo>
                    <a:pt x="184" y="111"/>
                    <a:pt x="184" y="111"/>
                    <a:pt x="184" y="111"/>
                  </a:cubicBezTo>
                  <a:cubicBezTo>
                    <a:pt x="184" y="111"/>
                    <a:pt x="184" y="111"/>
                    <a:pt x="184" y="111"/>
                  </a:cubicBezTo>
                  <a:cubicBezTo>
                    <a:pt x="187" y="109"/>
                    <a:pt x="189" y="107"/>
                    <a:pt x="189" y="103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9" y="101"/>
                    <a:pt x="188" y="98"/>
                    <a:pt x="185" y="97"/>
                  </a:cubicBezTo>
                  <a:cubicBezTo>
                    <a:pt x="185" y="97"/>
                    <a:pt x="185" y="97"/>
                    <a:pt x="185" y="97"/>
                  </a:cubicBezTo>
                  <a:cubicBezTo>
                    <a:pt x="185" y="97"/>
                    <a:pt x="178" y="94"/>
                    <a:pt x="170" y="90"/>
                  </a:cubicBezTo>
                  <a:cubicBezTo>
                    <a:pt x="162" y="87"/>
                    <a:pt x="153" y="83"/>
                    <a:pt x="152" y="83"/>
                  </a:cubicBezTo>
                  <a:cubicBezTo>
                    <a:pt x="152" y="83"/>
                    <a:pt x="152" y="83"/>
                    <a:pt x="152" y="83"/>
                  </a:cubicBezTo>
                  <a:cubicBezTo>
                    <a:pt x="152" y="84"/>
                    <a:pt x="152" y="84"/>
                    <a:pt x="152" y="84"/>
                  </a:cubicBezTo>
                  <a:cubicBezTo>
                    <a:pt x="153" y="84"/>
                    <a:pt x="189" y="68"/>
                    <a:pt x="189" y="68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9" y="68"/>
                    <a:pt x="189" y="68"/>
                    <a:pt x="189" y="68"/>
                  </a:cubicBezTo>
                  <a:cubicBezTo>
                    <a:pt x="192" y="67"/>
                    <a:pt x="193" y="65"/>
                    <a:pt x="194" y="62"/>
                  </a:cubicBezTo>
                  <a:cubicBezTo>
                    <a:pt x="194" y="62"/>
                    <a:pt x="194" y="62"/>
                    <a:pt x="194" y="62"/>
                  </a:cubicBezTo>
                  <a:cubicBezTo>
                    <a:pt x="194" y="61"/>
                    <a:pt x="194" y="61"/>
                    <a:pt x="194" y="61"/>
                  </a:cubicBezTo>
                  <a:cubicBezTo>
                    <a:pt x="194" y="61"/>
                    <a:pt x="194" y="61"/>
                    <a:pt x="194" y="61"/>
                  </a:cubicBezTo>
                  <a:cubicBezTo>
                    <a:pt x="193" y="61"/>
                    <a:pt x="193" y="61"/>
                    <a:pt x="193" y="61"/>
                  </a:cubicBezTo>
                  <a:cubicBezTo>
                    <a:pt x="192" y="61"/>
                    <a:pt x="192" y="61"/>
                    <a:pt x="192" y="61"/>
                  </a:cubicBezTo>
                  <a:cubicBezTo>
                    <a:pt x="193" y="61"/>
                    <a:pt x="193" y="61"/>
                    <a:pt x="193" y="61"/>
                  </a:cubicBezTo>
                  <a:cubicBezTo>
                    <a:pt x="194" y="60"/>
                    <a:pt x="195" y="59"/>
                    <a:pt x="195" y="59"/>
                  </a:cubicBezTo>
                  <a:cubicBezTo>
                    <a:pt x="195" y="58"/>
                    <a:pt x="195" y="58"/>
                    <a:pt x="195" y="58"/>
                  </a:cubicBezTo>
                  <a:cubicBezTo>
                    <a:pt x="194" y="58"/>
                    <a:pt x="194" y="58"/>
                    <a:pt x="194" y="58"/>
                  </a:cubicBezTo>
                  <a:cubicBezTo>
                    <a:pt x="194" y="58"/>
                    <a:pt x="194" y="59"/>
                    <a:pt x="194" y="60"/>
                  </a:cubicBezTo>
                  <a:cubicBezTo>
                    <a:pt x="194" y="60"/>
                    <a:pt x="194" y="60"/>
                    <a:pt x="194" y="60"/>
                  </a:cubicBezTo>
                  <a:cubicBezTo>
                    <a:pt x="194" y="60"/>
                    <a:pt x="193" y="61"/>
                    <a:pt x="193" y="62"/>
                  </a:cubicBezTo>
                  <a:cubicBezTo>
                    <a:pt x="193" y="64"/>
                    <a:pt x="194" y="65"/>
                    <a:pt x="194" y="67"/>
                  </a:cubicBezTo>
                  <a:cubicBezTo>
                    <a:pt x="195" y="69"/>
                    <a:pt x="196" y="70"/>
                    <a:pt x="198" y="71"/>
                  </a:cubicBezTo>
                  <a:cubicBezTo>
                    <a:pt x="200" y="72"/>
                    <a:pt x="201" y="72"/>
                    <a:pt x="202" y="72"/>
                  </a:cubicBezTo>
                  <a:cubicBezTo>
                    <a:pt x="206" y="72"/>
                    <a:pt x="208" y="70"/>
                    <a:pt x="210" y="69"/>
                  </a:cubicBezTo>
                  <a:cubicBezTo>
                    <a:pt x="209" y="68"/>
                    <a:pt x="209" y="68"/>
                    <a:pt x="209" y="68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12" y="71"/>
                    <a:pt x="239" y="83"/>
                    <a:pt x="243" y="85"/>
                  </a:cubicBezTo>
                  <a:cubicBezTo>
                    <a:pt x="244" y="84"/>
                    <a:pt x="244" y="84"/>
                    <a:pt x="244" y="84"/>
                  </a:cubicBezTo>
                  <a:cubicBezTo>
                    <a:pt x="244" y="83"/>
                    <a:pt x="244" y="83"/>
                    <a:pt x="244" y="83"/>
                  </a:cubicBezTo>
                  <a:cubicBezTo>
                    <a:pt x="240" y="84"/>
                    <a:pt x="230" y="88"/>
                    <a:pt x="221" y="91"/>
                  </a:cubicBezTo>
                  <a:cubicBezTo>
                    <a:pt x="211" y="94"/>
                    <a:pt x="203" y="97"/>
                    <a:pt x="203" y="97"/>
                  </a:cubicBezTo>
                  <a:cubicBezTo>
                    <a:pt x="203" y="97"/>
                    <a:pt x="203" y="97"/>
                    <a:pt x="203" y="97"/>
                  </a:cubicBezTo>
                  <a:cubicBezTo>
                    <a:pt x="203" y="97"/>
                    <a:pt x="203" y="97"/>
                    <a:pt x="203" y="97"/>
                  </a:cubicBezTo>
                  <a:cubicBezTo>
                    <a:pt x="203" y="97"/>
                    <a:pt x="203" y="97"/>
                    <a:pt x="203" y="97"/>
                  </a:cubicBezTo>
                  <a:cubicBezTo>
                    <a:pt x="200" y="99"/>
                    <a:pt x="199" y="101"/>
                    <a:pt x="199" y="104"/>
                  </a:cubicBezTo>
                  <a:cubicBezTo>
                    <a:pt x="199" y="104"/>
                    <a:pt x="199" y="104"/>
                    <a:pt x="199" y="104"/>
                  </a:cubicBezTo>
                  <a:cubicBezTo>
                    <a:pt x="199" y="104"/>
                    <a:pt x="199" y="104"/>
                    <a:pt x="199" y="104"/>
                  </a:cubicBezTo>
                  <a:cubicBezTo>
                    <a:pt x="199" y="107"/>
                    <a:pt x="201" y="110"/>
                    <a:pt x="204" y="111"/>
                  </a:cubicBezTo>
                  <a:cubicBezTo>
                    <a:pt x="204" y="111"/>
                    <a:pt x="204" y="111"/>
                    <a:pt x="204" y="111"/>
                  </a:cubicBezTo>
                  <a:cubicBezTo>
                    <a:pt x="204" y="111"/>
                    <a:pt x="211" y="114"/>
                    <a:pt x="219" y="116"/>
                  </a:cubicBezTo>
                  <a:cubicBezTo>
                    <a:pt x="219" y="115"/>
                    <a:pt x="219" y="115"/>
                    <a:pt x="219" y="115"/>
                  </a:cubicBezTo>
                  <a:cubicBezTo>
                    <a:pt x="219" y="114"/>
                    <a:pt x="219" y="114"/>
                    <a:pt x="219" y="114"/>
                  </a:cubicBezTo>
                  <a:cubicBezTo>
                    <a:pt x="215" y="114"/>
                    <a:pt x="211" y="115"/>
                    <a:pt x="206" y="115"/>
                  </a:cubicBezTo>
                  <a:cubicBezTo>
                    <a:pt x="198" y="116"/>
                    <a:pt x="188" y="116"/>
                    <a:pt x="185" y="116"/>
                  </a:cubicBezTo>
                  <a:cubicBezTo>
                    <a:pt x="185" y="116"/>
                    <a:pt x="185" y="116"/>
                    <a:pt x="185" y="116"/>
                  </a:cubicBezTo>
                  <a:cubicBezTo>
                    <a:pt x="184" y="116"/>
                    <a:pt x="184" y="117"/>
                    <a:pt x="184" y="117"/>
                  </a:cubicBezTo>
                  <a:cubicBezTo>
                    <a:pt x="183" y="125"/>
                    <a:pt x="183" y="125"/>
                    <a:pt x="183" y="125"/>
                  </a:cubicBezTo>
                  <a:cubicBezTo>
                    <a:pt x="183" y="126"/>
                    <a:pt x="183" y="126"/>
                    <a:pt x="184" y="126"/>
                  </a:cubicBezTo>
                  <a:cubicBezTo>
                    <a:pt x="184" y="126"/>
                    <a:pt x="184" y="126"/>
                    <a:pt x="185" y="126"/>
                  </a:cubicBezTo>
                  <a:cubicBezTo>
                    <a:pt x="188" y="126"/>
                    <a:pt x="194" y="126"/>
                    <a:pt x="207" y="125"/>
                  </a:cubicBezTo>
                  <a:cubicBezTo>
                    <a:pt x="217" y="124"/>
                    <a:pt x="228" y="124"/>
                    <a:pt x="231" y="124"/>
                  </a:cubicBezTo>
                  <a:cubicBezTo>
                    <a:pt x="232" y="124"/>
                    <a:pt x="232" y="124"/>
                    <a:pt x="232" y="124"/>
                  </a:cubicBezTo>
                  <a:cubicBezTo>
                    <a:pt x="232" y="124"/>
                    <a:pt x="233" y="124"/>
                    <a:pt x="233" y="124"/>
                  </a:cubicBezTo>
                  <a:cubicBezTo>
                    <a:pt x="235" y="124"/>
                    <a:pt x="237" y="123"/>
                    <a:pt x="239" y="122"/>
                  </a:cubicBezTo>
                  <a:cubicBezTo>
                    <a:pt x="238" y="122"/>
                    <a:pt x="238" y="122"/>
                    <a:pt x="238" y="122"/>
                  </a:cubicBezTo>
                  <a:cubicBezTo>
                    <a:pt x="239" y="123"/>
                    <a:pt x="239" y="123"/>
                    <a:pt x="239" y="123"/>
                  </a:cubicBezTo>
                  <a:cubicBezTo>
                    <a:pt x="243" y="122"/>
                    <a:pt x="243" y="122"/>
                    <a:pt x="243" y="122"/>
                  </a:cubicBezTo>
                  <a:cubicBezTo>
                    <a:pt x="243" y="122"/>
                    <a:pt x="243" y="122"/>
                    <a:pt x="243" y="122"/>
                  </a:cubicBezTo>
                  <a:cubicBezTo>
                    <a:pt x="244" y="122"/>
                    <a:pt x="247" y="121"/>
                    <a:pt x="248" y="121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0" y="121"/>
                    <a:pt x="250" y="121"/>
                    <a:pt x="250" y="121"/>
                  </a:cubicBezTo>
                  <a:cubicBezTo>
                    <a:pt x="251" y="121"/>
                    <a:pt x="251" y="121"/>
                    <a:pt x="251" y="121"/>
                  </a:cubicBezTo>
                  <a:cubicBezTo>
                    <a:pt x="250" y="120"/>
                    <a:pt x="250" y="120"/>
                    <a:pt x="250" y="120"/>
                  </a:cubicBezTo>
                  <a:cubicBezTo>
                    <a:pt x="250" y="120"/>
                    <a:pt x="250" y="120"/>
                    <a:pt x="250" y="120"/>
                  </a:cubicBezTo>
                  <a:cubicBezTo>
                    <a:pt x="250" y="122"/>
                    <a:pt x="252" y="122"/>
                    <a:pt x="253" y="123"/>
                  </a:cubicBezTo>
                  <a:cubicBezTo>
                    <a:pt x="255" y="123"/>
                    <a:pt x="256" y="123"/>
                    <a:pt x="257" y="123"/>
                  </a:cubicBezTo>
                  <a:cubicBezTo>
                    <a:pt x="258" y="123"/>
                    <a:pt x="258" y="123"/>
                    <a:pt x="259" y="123"/>
                  </a:cubicBezTo>
                  <a:cubicBezTo>
                    <a:pt x="259" y="123"/>
                    <a:pt x="259" y="123"/>
                    <a:pt x="259" y="123"/>
                  </a:cubicBezTo>
                  <a:cubicBezTo>
                    <a:pt x="263" y="123"/>
                    <a:pt x="272" y="124"/>
                    <a:pt x="279" y="124"/>
                  </a:cubicBezTo>
                  <a:cubicBezTo>
                    <a:pt x="289" y="125"/>
                    <a:pt x="289" y="125"/>
                    <a:pt x="289" y="125"/>
                  </a:cubicBezTo>
                  <a:cubicBezTo>
                    <a:pt x="290" y="125"/>
                    <a:pt x="290" y="125"/>
                    <a:pt x="290" y="125"/>
                  </a:cubicBezTo>
                  <a:cubicBezTo>
                    <a:pt x="290" y="124"/>
                    <a:pt x="290" y="124"/>
                    <a:pt x="290" y="124"/>
                  </a:cubicBezTo>
                  <a:cubicBezTo>
                    <a:pt x="291" y="116"/>
                    <a:pt x="291" y="116"/>
                    <a:pt x="291" y="116"/>
                  </a:cubicBezTo>
                  <a:cubicBezTo>
                    <a:pt x="291" y="116"/>
                    <a:pt x="290" y="115"/>
                    <a:pt x="290" y="115"/>
                  </a:cubicBezTo>
                  <a:cubicBezTo>
                    <a:pt x="290" y="115"/>
                    <a:pt x="279" y="114"/>
                    <a:pt x="278" y="114"/>
                  </a:cubicBezTo>
                  <a:cubicBezTo>
                    <a:pt x="278" y="115"/>
                    <a:pt x="278" y="115"/>
                    <a:pt x="278" y="115"/>
                  </a:cubicBezTo>
                  <a:cubicBezTo>
                    <a:pt x="278" y="116"/>
                    <a:pt x="278" y="116"/>
                    <a:pt x="278" y="116"/>
                  </a:cubicBezTo>
                  <a:cubicBezTo>
                    <a:pt x="285" y="115"/>
                    <a:pt x="291" y="114"/>
                    <a:pt x="296" y="113"/>
                  </a:cubicBezTo>
                  <a:cubicBezTo>
                    <a:pt x="301" y="111"/>
                    <a:pt x="304" y="111"/>
                    <a:pt x="304" y="111"/>
                  </a:cubicBezTo>
                  <a:cubicBezTo>
                    <a:pt x="304" y="111"/>
                    <a:pt x="304" y="111"/>
                    <a:pt x="304" y="111"/>
                  </a:cubicBezTo>
                  <a:cubicBezTo>
                    <a:pt x="304" y="111"/>
                    <a:pt x="304" y="111"/>
                    <a:pt x="304" y="111"/>
                  </a:cubicBezTo>
                  <a:cubicBezTo>
                    <a:pt x="304" y="111"/>
                    <a:pt x="304" y="111"/>
                    <a:pt x="304" y="111"/>
                  </a:cubicBezTo>
                  <a:cubicBezTo>
                    <a:pt x="307" y="109"/>
                    <a:pt x="309" y="107"/>
                    <a:pt x="309" y="103"/>
                  </a:cubicBezTo>
                  <a:cubicBezTo>
                    <a:pt x="309" y="103"/>
                    <a:pt x="309" y="103"/>
                    <a:pt x="309" y="103"/>
                  </a:cubicBezTo>
                  <a:cubicBezTo>
                    <a:pt x="309" y="103"/>
                    <a:pt x="309" y="103"/>
                    <a:pt x="309" y="103"/>
                  </a:cubicBezTo>
                  <a:cubicBezTo>
                    <a:pt x="309" y="103"/>
                    <a:pt x="309" y="102"/>
                    <a:pt x="309" y="102"/>
                  </a:cubicBezTo>
                  <a:cubicBezTo>
                    <a:pt x="308" y="102"/>
                    <a:pt x="308" y="102"/>
                    <a:pt x="308" y="102"/>
                  </a:cubicBezTo>
                  <a:cubicBezTo>
                    <a:pt x="309" y="102"/>
                    <a:pt x="309" y="102"/>
                    <a:pt x="309" y="102"/>
                  </a:cubicBezTo>
                  <a:cubicBezTo>
                    <a:pt x="309" y="102"/>
                    <a:pt x="310" y="101"/>
                    <a:pt x="310" y="101"/>
                  </a:cubicBezTo>
                  <a:cubicBezTo>
                    <a:pt x="310" y="100"/>
                    <a:pt x="310" y="100"/>
                    <a:pt x="310" y="100"/>
                  </a:cubicBezTo>
                  <a:cubicBezTo>
                    <a:pt x="309" y="100"/>
                    <a:pt x="309" y="100"/>
                    <a:pt x="309" y="100"/>
                  </a:cubicBezTo>
                  <a:cubicBezTo>
                    <a:pt x="309" y="101"/>
                    <a:pt x="309" y="102"/>
                    <a:pt x="309" y="102"/>
                  </a:cubicBezTo>
                  <a:cubicBezTo>
                    <a:pt x="308" y="103"/>
                    <a:pt x="308" y="104"/>
                    <a:pt x="308" y="105"/>
                  </a:cubicBezTo>
                  <a:cubicBezTo>
                    <a:pt x="308" y="106"/>
                    <a:pt x="309" y="108"/>
                    <a:pt x="309" y="110"/>
                  </a:cubicBezTo>
                  <a:cubicBezTo>
                    <a:pt x="310" y="111"/>
                    <a:pt x="311" y="113"/>
                    <a:pt x="313" y="114"/>
                  </a:cubicBezTo>
                  <a:cubicBezTo>
                    <a:pt x="315" y="115"/>
                    <a:pt x="316" y="115"/>
                    <a:pt x="317" y="115"/>
                  </a:cubicBezTo>
                  <a:cubicBezTo>
                    <a:pt x="321" y="115"/>
                    <a:pt x="323" y="113"/>
                    <a:pt x="325" y="111"/>
                  </a:cubicBezTo>
                  <a:cubicBezTo>
                    <a:pt x="324" y="110"/>
                    <a:pt x="324" y="110"/>
                    <a:pt x="324" y="110"/>
                  </a:cubicBezTo>
                  <a:cubicBezTo>
                    <a:pt x="324" y="111"/>
                    <a:pt x="324" y="111"/>
                    <a:pt x="324" y="111"/>
                  </a:cubicBezTo>
                  <a:cubicBezTo>
                    <a:pt x="325" y="111"/>
                    <a:pt x="332" y="114"/>
                    <a:pt x="339" y="116"/>
                  </a:cubicBezTo>
                  <a:cubicBezTo>
                    <a:pt x="339" y="115"/>
                    <a:pt x="339" y="115"/>
                    <a:pt x="339" y="115"/>
                  </a:cubicBezTo>
                  <a:cubicBezTo>
                    <a:pt x="339" y="114"/>
                    <a:pt x="339" y="114"/>
                    <a:pt x="339" y="114"/>
                  </a:cubicBezTo>
                  <a:cubicBezTo>
                    <a:pt x="335" y="114"/>
                    <a:pt x="330" y="115"/>
                    <a:pt x="326" y="115"/>
                  </a:cubicBezTo>
                  <a:cubicBezTo>
                    <a:pt x="317" y="116"/>
                    <a:pt x="307" y="116"/>
                    <a:pt x="305" y="116"/>
                  </a:cubicBezTo>
                  <a:cubicBezTo>
                    <a:pt x="305" y="116"/>
                    <a:pt x="305" y="116"/>
                    <a:pt x="305" y="116"/>
                  </a:cubicBezTo>
                  <a:cubicBezTo>
                    <a:pt x="304" y="116"/>
                    <a:pt x="304" y="117"/>
                    <a:pt x="303" y="117"/>
                  </a:cubicBezTo>
                  <a:cubicBezTo>
                    <a:pt x="302" y="125"/>
                    <a:pt x="302" y="125"/>
                    <a:pt x="302" y="125"/>
                  </a:cubicBezTo>
                  <a:cubicBezTo>
                    <a:pt x="302" y="126"/>
                    <a:pt x="303" y="126"/>
                    <a:pt x="303" y="126"/>
                  </a:cubicBezTo>
                  <a:cubicBezTo>
                    <a:pt x="304" y="126"/>
                    <a:pt x="304" y="126"/>
                    <a:pt x="305" y="126"/>
                  </a:cubicBezTo>
                  <a:cubicBezTo>
                    <a:pt x="308" y="126"/>
                    <a:pt x="313" y="126"/>
                    <a:pt x="326" y="125"/>
                  </a:cubicBezTo>
                  <a:cubicBezTo>
                    <a:pt x="336" y="124"/>
                    <a:pt x="347" y="124"/>
                    <a:pt x="351" y="124"/>
                  </a:cubicBezTo>
                  <a:cubicBezTo>
                    <a:pt x="352" y="124"/>
                    <a:pt x="352" y="124"/>
                    <a:pt x="352" y="124"/>
                  </a:cubicBezTo>
                  <a:cubicBezTo>
                    <a:pt x="352" y="124"/>
                    <a:pt x="353" y="124"/>
                    <a:pt x="353" y="124"/>
                  </a:cubicBezTo>
                  <a:cubicBezTo>
                    <a:pt x="355" y="124"/>
                    <a:pt x="356" y="124"/>
                    <a:pt x="358" y="123"/>
                  </a:cubicBezTo>
                  <a:cubicBezTo>
                    <a:pt x="359" y="122"/>
                    <a:pt x="361" y="121"/>
                    <a:pt x="361" y="119"/>
                  </a:cubicBezTo>
                  <a:cubicBezTo>
                    <a:pt x="361" y="119"/>
                    <a:pt x="361" y="119"/>
                    <a:pt x="361" y="119"/>
                  </a:cubicBezTo>
                  <a:cubicBezTo>
                    <a:pt x="361" y="119"/>
                    <a:pt x="362" y="118"/>
                    <a:pt x="362" y="118"/>
                  </a:cubicBezTo>
                  <a:cubicBezTo>
                    <a:pt x="362" y="116"/>
                    <a:pt x="361" y="114"/>
                    <a:pt x="357" y="112"/>
                  </a:cubicBezTo>
                  <a:cubicBezTo>
                    <a:pt x="357" y="112"/>
                    <a:pt x="357" y="112"/>
                    <a:pt x="357" y="112"/>
                  </a:cubicBezTo>
                  <a:cubicBezTo>
                    <a:pt x="357" y="112"/>
                    <a:pt x="357" y="112"/>
                    <a:pt x="357" y="112"/>
                  </a:cubicBezTo>
                  <a:cubicBezTo>
                    <a:pt x="357" y="112"/>
                    <a:pt x="351" y="110"/>
                    <a:pt x="345" y="108"/>
                  </a:cubicBezTo>
                  <a:cubicBezTo>
                    <a:pt x="339" y="106"/>
                    <a:pt x="333" y="104"/>
                    <a:pt x="330" y="103"/>
                  </a:cubicBezTo>
                  <a:cubicBezTo>
                    <a:pt x="330" y="104"/>
                    <a:pt x="330" y="104"/>
                    <a:pt x="330" y="104"/>
                  </a:cubicBezTo>
                  <a:cubicBezTo>
                    <a:pt x="330" y="105"/>
                    <a:pt x="330" y="105"/>
                    <a:pt x="330" y="105"/>
                  </a:cubicBezTo>
                  <a:cubicBezTo>
                    <a:pt x="333" y="103"/>
                    <a:pt x="340" y="99"/>
                    <a:pt x="347" y="96"/>
                  </a:cubicBezTo>
                  <a:cubicBezTo>
                    <a:pt x="353" y="93"/>
                    <a:pt x="359" y="90"/>
                    <a:pt x="359" y="90"/>
                  </a:cubicBezTo>
                  <a:cubicBezTo>
                    <a:pt x="359" y="90"/>
                    <a:pt x="359" y="89"/>
                    <a:pt x="359" y="89"/>
                  </a:cubicBezTo>
                  <a:cubicBezTo>
                    <a:pt x="359" y="88"/>
                    <a:pt x="358" y="88"/>
                    <a:pt x="358" y="88"/>
                  </a:cubicBezTo>
                  <a:cubicBezTo>
                    <a:pt x="357" y="89"/>
                    <a:pt x="357" y="89"/>
                    <a:pt x="357" y="89"/>
                  </a:cubicBezTo>
                  <a:cubicBezTo>
                    <a:pt x="357" y="89"/>
                    <a:pt x="357" y="89"/>
                    <a:pt x="357" y="90"/>
                  </a:cubicBezTo>
                  <a:cubicBezTo>
                    <a:pt x="357" y="90"/>
                    <a:pt x="358" y="91"/>
                    <a:pt x="358" y="90"/>
                  </a:cubicBezTo>
                  <a:cubicBezTo>
                    <a:pt x="361" y="89"/>
                    <a:pt x="363" y="87"/>
                    <a:pt x="363" y="84"/>
                  </a:cubicBezTo>
                  <a:cubicBezTo>
                    <a:pt x="363" y="84"/>
                    <a:pt x="363" y="84"/>
                    <a:pt x="363" y="84"/>
                  </a:cubicBezTo>
                  <a:cubicBezTo>
                    <a:pt x="363" y="84"/>
                    <a:pt x="363" y="84"/>
                    <a:pt x="363" y="84"/>
                  </a:cubicBezTo>
                  <a:cubicBezTo>
                    <a:pt x="363" y="80"/>
                    <a:pt x="361" y="78"/>
                    <a:pt x="357" y="76"/>
                  </a:cubicBezTo>
                  <a:cubicBezTo>
                    <a:pt x="357" y="77"/>
                    <a:pt x="357" y="77"/>
                    <a:pt x="357" y="77"/>
                  </a:cubicBezTo>
                  <a:cubicBezTo>
                    <a:pt x="357" y="76"/>
                    <a:pt x="357" y="76"/>
                    <a:pt x="357" y="76"/>
                  </a:cubicBezTo>
                  <a:cubicBezTo>
                    <a:pt x="357" y="77"/>
                    <a:pt x="357" y="77"/>
                    <a:pt x="357" y="77"/>
                  </a:cubicBezTo>
                  <a:cubicBezTo>
                    <a:pt x="356" y="78"/>
                    <a:pt x="356" y="78"/>
                    <a:pt x="356" y="78"/>
                  </a:cubicBezTo>
                  <a:cubicBezTo>
                    <a:pt x="360" y="79"/>
                    <a:pt x="361" y="81"/>
                    <a:pt x="361" y="84"/>
                  </a:cubicBezTo>
                  <a:cubicBezTo>
                    <a:pt x="361" y="84"/>
                    <a:pt x="361" y="84"/>
                    <a:pt x="361" y="84"/>
                  </a:cubicBezTo>
                  <a:cubicBezTo>
                    <a:pt x="361" y="84"/>
                    <a:pt x="361" y="84"/>
                    <a:pt x="361" y="84"/>
                  </a:cubicBezTo>
                  <a:cubicBezTo>
                    <a:pt x="361" y="86"/>
                    <a:pt x="360" y="88"/>
                    <a:pt x="357" y="89"/>
                  </a:cubicBezTo>
                  <a:cubicBezTo>
                    <a:pt x="358" y="89"/>
                    <a:pt x="358" y="89"/>
                    <a:pt x="358" y="89"/>
                  </a:cubicBezTo>
                  <a:cubicBezTo>
                    <a:pt x="358" y="90"/>
                    <a:pt x="358" y="90"/>
                    <a:pt x="358" y="90"/>
                  </a:cubicBezTo>
                  <a:cubicBezTo>
                    <a:pt x="359" y="90"/>
                    <a:pt x="359" y="90"/>
                    <a:pt x="359" y="90"/>
                  </a:cubicBezTo>
                  <a:cubicBezTo>
                    <a:pt x="358" y="89"/>
                    <a:pt x="358" y="89"/>
                    <a:pt x="358" y="89"/>
                  </a:cubicBezTo>
                  <a:cubicBezTo>
                    <a:pt x="358" y="88"/>
                    <a:pt x="358" y="88"/>
                    <a:pt x="358" y="88"/>
                  </a:cubicBezTo>
                  <a:cubicBezTo>
                    <a:pt x="358" y="88"/>
                    <a:pt x="335" y="100"/>
                    <a:pt x="329" y="103"/>
                  </a:cubicBezTo>
                  <a:cubicBezTo>
                    <a:pt x="329" y="103"/>
                    <a:pt x="329" y="103"/>
                    <a:pt x="329" y="104"/>
                  </a:cubicBezTo>
                  <a:cubicBezTo>
                    <a:pt x="329" y="104"/>
                    <a:pt x="329" y="104"/>
                    <a:pt x="330" y="105"/>
                  </a:cubicBezTo>
                  <a:cubicBezTo>
                    <a:pt x="335" y="106"/>
                    <a:pt x="356" y="114"/>
                    <a:pt x="356" y="114"/>
                  </a:cubicBezTo>
                  <a:cubicBezTo>
                    <a:pt x="357" y="113"/>
                    <a:pt x="357" y="113"/>
                    <a:pt x="357" y="113"/>
                  </a:cubicBezTo>
                  <a:cubicBezTo>
                    <a:pt x="356" y="114"/>
                    <a:pt x="356" y="114"/>
                    <a:pt x="356" y="114"/>
                  </a:cubicBezTo>
                  <a:cubicBezTo>
                    <a:pt x="356" y="114"/>
                    <a:pt x="356" y="114"/>
                    <a:pt x="356" y="114"/>
                  </a:cubicBezTo>
                  <a:cubicBezTo>
                    <a:pt x="359" y="115"/>
                    <a:pt x="359" y="117"/>
                    <a:pt x="360" y="118"/>
                  </a:cubicBezTo>
                  <a:cubicBezTo>
                    <a:pt x="359" y="119"/>
                    <a:pt x="359" y="119"/>
                    <a:pt x="359" y="119"/>
                  </a:cubicBezTo>
                  <a:cubicBezTo>
                    <a:pt x="359" y="119"/>
                    <a:pt x="359" y="119"/>
                    <a:pt x="359" y="119"/>
                  </a:cubicBezTo>
                  <a:cubicBezTo>
                    <a:pt x="359" y="120"/>
                    <a:pt x="358" y="121"/>
                    <a:pt x="357" y="121"/>
                  </a:cubicBezTo>
                  <a:cubicBezTo>
                    <a:pt x="356" y="122"/>
                    <a:pt x="354" y="122"/>
                    <a:pt x="353" y="122"/>
                  </a:cubicBezTo>
                  <a:cubicBezTo>
                    <a:pt x="353" y="122"/>
                    <a:pt x="352" y="122"/>
                    <a:pt x="352" y="122"/>
                  </a:cubicBezTo>
                  <a:cubicBezTo>
                    <a:pt x="351" y="122"/>
                    <a:pt x="351" y="122"/>
                    <a:pt x="351" y="122"/>
                  </a:cubicBezTo>
                  <a:cubicBezTo>
                    <a:pt x="347" y="122"/>
                    <a:pt x="336" y="122"/>
                    <a:pt x="326" y="123"/>
                  </a:cubicBezTo>
                  <a:cubicBezTo>
                    <a:pt x="313" y="124"/>
                    <a:pt x="307" y="124"/>
                    <a:pt x="305" y="124"/>
                  </a:cubicBezTo>
                  <a:cubicBezTo>
                    <a:pt x="304" y="124"/>
                    <a:pt x="304" y="124"/>
                    <a:pt x="304" y="124"/>
                  </a:cubicBezTo>
                  <a:cubicBezTo>
                    <a:pt x="303" y="125"/>
                    <a:pt x="303" y="125"/>
                    <a:pt x="303" y="125"/>
                  </a:cubicBezTo>
                  <a:cubicBezTo>
                    <a:pt x="304" y="126"/>
                    <a:pt x="304" y="126"/>
                    <a:pt x="304" y="126"/>
                  </a:cubicBezTo>
                  <a:cubicBezTo>
                    <a:pt x="305" y="118"/>
                    <a:pt x="305" y="118"/>
                    <a:pt x="305" y="118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04" y="118"/>
                    <a:pt x="304" y="118"/>
                    <a:pt x="304" y="118"/>
                  </a:cubicBezTo>
                  <a:cubicBezTo>
                    <a:pt x="305" y="118"/>
                    <a:pt x="305" y="118"/>
                    <a:pt x="305" y="118"/>
                  </a:cubicBezTo>
                  <a:cubicBezTo>
                    <a:pt x="308" y="118"/>
                    <a:pt x="318" y="118"/>
                    <a:pt x="326" y="117"/>
                  </a:cubicBezTo>
                  <a:cubicBezTo>
                    <a:pt x="330" y="117"/>
                    <a:pt x="335" y="116"/>
                    <a:pt x="339" y="116"/>
                  </a:cubicBezTo>
                  <a:cubicBezTo>
                    <a:pt x="339" y="116"/>
                    <a:pt x="340" y="116"/>
                    <a:pt x="340" y="115"/>
                  </a:cubicBezTo>
                  <a:cubicBezTo>
                    <a:pt x="340" y="115"/>
                    <a:pt x="340" y="114"/>
                    <a:pt x="339" y="114"/>
                  </a:cubicBezTo>
                  <a:cubicBezTo>
                    <a:pt x="332" y="112"/>
                    <a:pt x="326" y="110"/>
                    <a:pt x="324" y="109"/>
                  </a:cubicBezTo>
                  <a:cubicBezTo>
                    <a:pt x="324" y="109"/>
                    <a:pt x="324" y="109"/>
                    <a:pt x="323" y="109"/>
                  </a:cubicBezTo>
                  <a:cubicBezTo>
                    <a:pt x="322" y="111"/>
                    <a:pt x="320" y="113"/>
                    <a:pt x="317" y="113"/>
                  </a:cubicBezTo>
                  <a:cubicBezTo>
                    <a:pt x="316" y="113"/>
                    <a:pt x="315" y="113"/>
                    <a:pt x="314" y="112"/>
                  </a:cubicBezTo>
                  <a:cubicBezTo>
                    <a:pt x="313" y="111"/>
                    <a:pt x="312" y="110"/>
                    <a:pt x="311" y="109"/>
                  </a:cubicBezTo>
                  <a:cubicBezTo>
                    <a:pt x="311" y="108"/>
                    <a:pt x="310" y="106"/>
                    <a:pt x="310" y="105"/>
                  </a:cubicBezTo>
                  <a:cubicBezTo>
                    <a:pt x="310" y="104"/>
                    <a:pt x="310" y="103"/>
                    <a:pt x="311" y="102"/>
                  </a:cubicBezTo>
                  <a:cubicBezTo>
                    <a:pt x="311" y="102"/>
                    <a:pt x="311" y="101"/>
                    <a:pt x="311" y="100"/>
                  </a:cubicBezTo>
                  <a:cubicBezTo>
                    <a:pt x="311" y="100"/>
                    <a:pt x="310" y="100"/>
                    <a:pt x="310" y="100"/>
                  </a:cubicBezTo>
                  <a:cubicBezTo>
                    <a:pt x="309" y="100"/>
                    <a:pt x="309" y="100"/>
                    <a:pt x="309" y="100"/>
                  </a:cubicBezTo>
                  <a:cubicBezTo>
                    <a:pt x="308" y="100"/>
                    <a:pt x="308" y="101"/>
                    <a:pt x="307" y="101"/>
                  </a:cubicBezTo>
                  <a:cubicBezTo>
                    <a:pt x="307" y="102"/>
                    <a:pt x="307" y="102"/>
                    <a:pt x="307" y="102"/>
                  </a:cubicBezTo>
                  <a:cubicBezTo>
                    <a:pt x="307" y="102"/>
                    <a:pt x="307" y="103"/>
                    <a:pt x="307" y="103"/>
                  </a:cubicBezTo>
                  <a:cubicBezTo>
                    <a:pt x="307" y="103"/>
                    <a:pt x="307" y="103"/>
                    <a:pt x="307" y="103"/>
                  </a:cubicBezTo>
                  <a:cubicBezTo>
                    <a:pt x="308" y="103"/>
                    <a:pt x="308" y="103"/>
                    <a:pt x="308" y="103"/>
                  </a:cubicBezTo>
                  <a:cubicBezTo>
                    <a:pt x="307" y="103"/>
                    <a:pt x="307" y="103"/>
                    <a:pt x="307" y="103"/>
                  </a:cubicBezTo>
                  <a:cubicBezTo>
                    <a:pt x="307" y="106"/>
                    <a:pt x="306" y="108"/>
                    <a:pt x="304" y="109"/>
                  </a:cubicBezTo>
                  <a:cubicBezTo>
                    <a:pt x="304" y="110"/>
                    <a:pt x="304" y="110"/>
                    <a:pt x="304" y="110"/>
                  </a:cubicBezTo>
                  <a:cubicBezTo>
                    <a:pt x="304" y="109"/>
                    <a:pt x="304" y="109"/>
                    <a:pt x="304" y="109"/>
                  </a:cubicBezTo>
                  <a:cubicBezTo>
                    <a:pt x="303" y="109"/>
                    <a:pt x="303" y="109"/>
                    <a:pt x="303" y="109"/>
                  </a:cubicBezTo>
                  <a:cubicBezTo>
                    <a:pt x="304" y="110"/>
                    <a:pt x="304" y="110"/>
                    <a:pt x="304" y="110"/>
                  </a:cubicBezTo>
                  <a:cubicBezTo>
                    <a:pt x="303" y="109"/>
                    <a:pt x="303" y="109"/>
                    <a:pt x="303" y="109"/>
                  </a:cubicBezTo>
                  <a:cubicBezTo>
                    <a:pt x="303" y="109"/>
                    <a:pt x="290" y="112"/>
                    <a:pt x="278" y="114"/>
                  </a:cubicBezTo>
                  <a:cubicBezTo>
                    <a:pt x="277" y="115"/>
                    <a:pt x="277" y="115"/>
                    <a:pt x="277" y="115"/>
                  </a:cubicBezTo>
                  <a:cubicBezTo>
                    <a:pt x="277" y="116"/>
                    <a:pt x="278" y="116"/>
                    <a:pt x="278" y="116"/>
                  </a:cubicBezTo>
                  <a:cubicBezTo>
                    <a:pt x="279" y="116"/>
                    <a:pt x="290" y="117"/>
                    <a:pt x="290" y="117"/>
                  </a:cubicBezTo>
                  <a:cubicBezTo>
                    <a:pt x="290" y="116"/>
                    <a:pt x="290" y="116"/>
                    <a:pt x="290" y="116"/>
                  </a:cubicBezTo>
                  <a:cubicBezTo>
                    <a:pt x="289" y="116"/>
                    <a:pt x="289" y="116"/>
                    <a:pt x="289" y="116"/>
                  </a:cubicBezTo>
                  <a:cubicBezTo>
                    <a:pt x="288" y="123"/>
                    <a:pt x="288" y="123"/>
                    <a:pt x="288" y="123"/>
                  </a:cubicBezTo>
                  <a:cubicBezTo>
                    <a:pt x="280" y="122"/>
                    <a:pt x="280" y="122"/>
                    <a:pt x="280" y="122"/>
                  </a:cubicBezTo>
                  <a:cubicBezTo>
                    <a:pt x="272" y="122"/>
                    <a:pt x="263" y="121"/>
                    <a:pt x="259" y="121"/>
                  </a:cubicBezTo>
                  <a:cubicBezTo>
                    <a:pt x="259" y="121"/>
                    <a:pt x="259" y="121"/>
                    <a:pt x="259" y="121"/>
                  </a:cubicBezTo>
                  <a:cubicBezTo>
                    <a:pt x="258" y="121"/>
                    <a:pt x="258" y="121"/>
                    <a:pt x="257" y="121"/>
                  </a:cubicBezTo>
                  <a:cubicBezTo>
                    <a:pt x="256" y="121"/>
                    <a:pt x="255" y="121"/>
                    <a:pt x="254" y="121"/>
                  </a:cubicBezTo>
                  <a:cubicBezTo>
                    <a:pt x="253" y="121"/>
                    <a:pt x="252" y="120"/>
                    <a:pt x="251" y="119"/>
                  </a:cubicBezTo>
                  <a:cubicBezTo>
                    <a:pt x="251" y="119"/>
                    <a:pt x="251" y="119"/>
                    <a:pt x="250" y="119"/>
                  </a:cubicBezTo>
                  <a:cubicBezTo>
                    <a:pt x="249" y="119"/>
                    <a:pt x="249" y="119"/>
                    <a:pt x="249" y="119"/>
                  </a:cubicBezTo>
                  <a:cubicBezTo>
                    <a:pt x="249" y="120"/>
                    <a:pt x="249" y="120"/>
                    <a:pt x="249" y="120"/>
                  </a:cubicBezTo>
                  <a:cubicBezTo>
                    <a:pt x="250" y="119"/>
                    <a:pt x="250" y="119"/>
                    <a:pt x="250" y="119"/>
                  </a:cubicBezTo>
                  <a:cubicBezTo>
                    <a:pt x="249" y="119"/>
                    <a:pt x="249" y="119"/>
                    <a:pt x="248" y="119"/>
                  </a:cubicBezTo>
                  <a:cubicBezTo>
                    <a:pt x="247" y="119"/>
                    <a:pt x="244" y="120"/>
                    <a:pt x="243" y="120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3" y="120"/>
                    <a:pt x="243" y="120"/>
                    <a:pt x="243" y="120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7" y="121"/>
                    <a:pt x="235" y="122"/>
                    <a:pt x="233" y="122"/>
                  </a:cubicBezTo>
                  <a:cubicBezTo>
                    <a:pt x="233" y="122"/>
                    <a:pt x="232" y="122"/>
                    <a:pt x="232" y="122"/>
                  </a:cubicBezTo>
                  <a:cubicBezTo>
                    <a:pt x="231" y="122"/>
                    <a:pt x="231" y="122"/>
                    <a:pt x="231" y="122"/>
                  </a:cubicBezTo>
                  <a:cubicBezTo>
                    <a:pt x="228" y="122"/>
                    <a:pt x="216" y="122"/>
                    <a:pt x="206" y="123"/>
                  </a:cubicBezTo>
                  <a:cubicBezTo>
                    <a:pt x="193" y="124"/>
                    <a:pt x="188" y="124"/>
                    <a:pt x="185" y="124"/>
                  </a:cubicBezTo>
                  <a:cubicBezTo>
                    <a:pt x="185" y="124"/>
                    <a:pt x="184" y="124"/>
                    <a:pt x="184" y="124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185" y="126"/>
                    <a:pt x="185" y="126"/>
                    <a:pt x="185" y="126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5" y="117"/>
                    <a:pt x="185" y="117"/>
                    <a:pt x="185" y="117"/>
                  </a:cubicBezTo>
                  <a:cubicBezTo>
                    <a:pt x="185" y="118"/>
                    <a:pt x="185" y="118"/>
                    <a:pt x="185" y="118"/>
                  </a:cubicBezTo>
                  <a:cubicBezTo>
                    <a:pt x="185" y="118"/>
                    <a:pt x="185" y="118"/>
                    <a:pt x="185" y="118"/>
                  </a:cubicBezTo>
                  <a:cubicBezTo>
                    <a:pt x="188" y="118"/>
                    <a:pt x="198" y="118"/>
                    <a:pt x="206" y="117"/>
                  </a:cubicBezTo>
                  <a:cubicBezTo>
                    <a:pt x="211" y="117"/>
                    <a:pt x="215" y="116"/>
                    <a:pt x="219" y="116"/>
                  </a:cubicBezTo>
                  <a:cubicBezTo>
                    <a:pt x="220" y="116"/>
                    <a:pt x="220" y="116"/>
                    <a:pt x="220" y="115"/>
                  </a:cubicBezTo>
                  <a:cubicBezTo>
                    <a:pt x="220" y="115"/>
                    <a:pt x="220" y="114"/>
                    <a:pt x="220" y="114"/>
                  </a:cubicBezTo>
                  <a:cubicBezTo>
                    <a:pt x="212" y="112"/>
                    <a:pt x="205" y="109"/>
                    <a:pt x="204" y="109"/>
                  </a:cubicBezTo>
                  <a:cubicBezTo>
                    <a:pt x="204" y="110"/>
                    <a:pt x="204" y="110"/>
                    <a:pt x="204" y="110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2" y="108"/>
                    <a:pt x="201" y="106"/>
                    <a:pt x="201" y="104"/>
                  </a:cubicBezTo>
                  <a:cubicBezTo>
                    <a:pt x="200" y="104"/>
                    <a:pt x="200" y="104"/>
                    <a:pt x="200" y="104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2"/>
                    <a:pt x="202" y="100"/>
                    <a:pt x="203" y="99"/>
                  </a:cubicBezTo>
                  <a:cubicBezTo>
                    <a:pt x="203" y="98"/>
                    <a:pt x="203" y="98"/>
                    <a:pt x="203" y="98"/>
                  </a:cubicBezTo>
                  <a:cubicBezTo>
                    <a:pt x="203" y="99"/>
                    <a:pt x="203" y="99"/>
                    <a:pt x="203" y="99"/>
                  </a:cubicBezTo>
                  <a:cubicBezTo>
                    <a:pt x="204" y="99"/>
                    <a:pt x="204" y="99"/>
                    <a:pt x="204" y="99"/>
                  </a:cubicBezTo>
                  <a:cubicBezTo>
                    <a:pt x="203" y="98"/>
                    <a:pt x="203" y="98"/>
                    <a:pt x="203" y="98"/>
                  </a:cubicBezTo>
                  <a:cubicBezTo>
                    <a:pt x="204" y="99"/>
                    <a:pt x="204" y="99"/>
                    <a:pt x="204" y="99"/>
                  </a:cubicBezTo>
                  <a:cubicBezTo>
                    <a:pt x="204" y="99"/>
                    <a:pt x="238" y="87"/>
                    <a:pt x="244" y="85"/>
                  </a:cubicBezTo>
                  <a:cubicBezTo>
                    <a:pt x="245" y="85"/>
                    <a:pt x="245" y="84"/>
                    <a:pt x="245" y="84"/>
                  </a:cubicBezTo>
                  <a:cubicBezTo>
                    <a:pt x="245" y="84"/>
                    <a:pt x="245" y="83"/>
                    <a:pt x="244" y="83"/>
                  </a:cubicBezTo>
                  <a:cubicBezTo>
                    <a:pt x="240" y="81"/>
                    <a:pt x="213" y="69"/>
                    <a:pt x="209" y="67"/>
                  </a:cubicBezTo>
                  <a:cubicBezTo>
                    <a:pt x="209" y="67"/>
                    <a:pt x="208" y="67"/>
                    <a:pt x="208" y="67"/>
                  </a:cubicBezTo>
                  <a:cubicBezTo>
                    <a:pt x="207" y="69"/>
                    <a:pt x="205" y="70"/>
                    <a:pt x="202" y="70"/>
                  </a:cubicBezTo>
                  <a:cubicBezTo>
                    <a:pt x="201" y="70"/>
                    <a:pt x="200" y="70"/>
                    <a:pt x="199" y="70"/>
                  </a:cubicBezTo>
                  <a:cubicBezTo>
                    <a:pt x="198" y="69"/>
                    <a:pt x="197" y="68"/>
                    <a:pt x="196" y="66"/>
                  </a:cubicBezTo>
                  <a:cubicBezTo>
                    <a:pt x="196" y="65"/>
                    <a:pt x="195" y="63"/>
                    <a:pt x="195" y="62"/>
                  </a:cubicBezTo>
                  <a:cubicBezTo>
                    <a:pt x="195" y="61"/>
                    <a:pt x="196" y="61"/>
                    <a:pt x="196" y="60"/>
                  </a:cubicBezTo>
                  <a:cubicBezTo>
                    <a:pt x="196" y="60"/>
                    <a:pt x="196" y="60"/>
                    <a:pt x="196" y="60"/>
                  </a:cubicBezTo>
                  <a:cubicBezTo>
                    <a:pt x="196" y="59"/>
                    <a:pt x="196" y="59"/>
                    <a:pt x="196" y="58"/>
                  </a:cubicBezTo>
                  <a:cubicBezTo>
                    <a:pt x="196" y="58"/>
                    <a:pt x="195" y="57"/>
                    <a:pt x="195" y="57"/>
                  </a:cubicBezTo>
                  <a:cubicBezTo>
                    <a:pt x="194" y="57"/>
                    <a:pt x="194" y="57"/>
                    <a:pt x="194" y="57"/>
                  </a:cubicBezTo>
                  <a:cubicBezTo>
                    <a:pt x="193" y="58"/>
                    <a:pt x="192" y="59"/>
                    <a:pt x="192" y="60"/>
                  </a:cubicBezTo>
                  <a:cubicBezTo>
                    <a:pt x="191" y="61"/>
                    <a:pt x="191" y="61"/>
                    <a:pt x="191" y="61"/>
                  </a:cubicBezTo>
                  <a:cubicBezTo>
                    <a:pt x="192" y="61"/>
                    <a:pt x="192" y="61"/>
                    <a:pt x="192" y="61"/>
                  </a:cubicBezTo>
                  <a:cubicBezTo>
                    <a:pt x="192" y="62"/>
                    <a:pt x="192" y="62"/>
                    <a:pt x="192" y="62"/>
                  </a:cubicBezTo>
                  <a:cubicBezTo>
                    <a:pt x="193" y="62"/>
                    <a:pt x="193" y="62"/>
                    <a:pt x="193" y="62"/>
                  </a:cubicBezTo>
                  <a:cubicBezTo>
                    <a:pt x="192" y="62"/>
                    <a:pt x="192" y="62"/>
                    <a:pt x="192" y="62"/>
                  </a:cubicBezTo>
                  <a:cubicBezTo>
                    <a:pt x="191" y="64"/>
                    <a:pt x="190" y="65"/>
                    <a:pt x="188" y="66"/>
                  </a:cubicBezTo>
                  <a:cubicBezTo>
                    <a:pt x="188" y="66"/>
                    <a:pt x="188" y="66"/>
                    <a:pt x="188" y="66"/>
                  </a:cubicBezTo>
                  <a:cubicBezTo>
                    <a:pt x="188" y="66"/>
                    <a:pt x="186" y="67"/>
                    <a:pt x="182" y="69"/>
                  </a:cubicBezTo>
                  <a:cubicBezTo>
                    <a:pt x="172" y="73"/>
                    <a:pt x="152" y="82"/>
                    <a:pt x="151" y="83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1" y="84"/>
                    <a:pt x="151" y="84"/>
                    <a:pt x="151" y="84"/>
                  </a:cubicBezTo>
                  <a:cubicBezTo>
                    <a:pt x="154" y="86"/>
                    <a:pt x="184" y="99"/>
                    <a:pt x="184" y="99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86" y="100"/>
                    <a:pt x="187" y="101"/>
                    <a:pt x="187" y="103"/>
                  </a:cubicBezTo>
                  <a:cubicBezTo>
                    <a:pt x="187" y="103"/>
                    <a:pt x="187" y="103"/>
                    <a:pt x="187" y="103"/>
                  </a:cubicBezTo>
                  <a:cubicBezTo>
                    <a:pt x="188" y="103"/>
                    <a:pt x="188" y="103"/>
                    <a:pt x="188" y="103"/>
                  </a:cubicBezTo>
                  <a:cubicBezTo>
                    <a:pt x="187" y="103"/>
                    <a:pt x="187" y="103"/>
                    <a:pt x="187" y="103"/>
                  </a:cubicBezTo>
                  <a:cubicBezTo>
                    <a:pt x="187" y="106"/>
                    <a:pt x="186" y="108"/>
                    <a:pt x="183" y="109"/>
                  </a:cubicBezTo>
                  <a:cubicBezTo>
                    <a:pt x="184" y="110"/>
                    <a:pt x="184" y="110"/>
                    <a:pt x="184" y="110"/>
                  </a:cubicBezTo>
                  <a:cubicBezTo>
                    <a:pt x="183" y="109"/>
                    <a:pt x="183" y="109"/>
                    <a:pt x="183" y="109"/>
                  </a:cubicBezTo>
                  <a:cubicBezTo>
                    <a:pt x="183" y="109"/>
                    <a:pt x="183" y="109"/>
                    <a:pt x="183" y="109"/>
                  </a:cubicBezTo>
                  <a:cubicBezTo>
                    <a:pt x="183" y="110"/>
                    <a:pt x="183" y="110"/>
                    <a:pt x="183" y="110"/>
                  </a:cubicBezTo>
                  <a:cubicBezTo>
                    <a:pt x="183" y="109"/>
                    <a:pt x="183" y="109"/>
                    <a:pt x="183" y="109"/>
                  </a:cubicBezTo>
                  <a:cubicBezTo>
                    <a:pt x="183" y="109"/>
                    <a:pt x="179" y="110"/>
                    <a:pt x="173" y="111"/>
                  </a:cubicBezTo>
                  <a:cubicBezTo>
                    <a:pt x="167" y="112"/>
                    <a:pt x="159" y="114"/>
                    <a:pt x="152" y="116"/>
                  </a:cubicBezTo>
                  <a:cubicBezTo>
                    <a:pt x="152" y="116"/>
                    <a:pt x="151" y="116"/>
                    <a:pt x="151" y="117"/>
                  </a:cubicBezTo>
                  <a:cubicBezTo>
                    <a:pt x="152" y="117"/>
                    <a:pt x="152" y="118"/>
                    <a:pt x="152" y="118"/>
                  </a:cubicBezTo>
                  <a:cubicBezTo>
                    <a:pt x="154" y="118"/>
                    <a:pt x="156" y="118"/>
                    <a:pt x="156" y="118"/>
                  </a:cubicBezTo>
                  <a:cubicBezTo>
                    <a:pt x="156" y="118"/>
                    <a:pt x="156" y="118"/>
                    <a:pt x="156" y="118"/>
                  </a:cubicBezTo>
                  <a:cubicBezTo>
                    <a:pt x="160" y="118"/>
                    <a:pt x="165" y="118"/>
                    <a:pt x="169" y="118"/>
                  </a:cubicBezTo>
                  <a:cubicBezTo>
                    <a:pt x="173" y="118"/>
                    <a:pt x="176" y="118"/>
                    <a:pt x="177" y="117"/>
                  </a:cubicBezTo>
                  <a:cubicBezTo>
                    <a:pt x="177" y="116"/>
                    <a:pt x="177" y="116"/>
                    <a:pt x="177" y="116"/>
                  </a:cubicBezTo>
                  <a:cubicBezTo>
                    <a:pt x="176" y="117"/>
                    <a:pt x="176" y="117"/>
                    <a:pt x="176" y="117"/>
                  </a:cubicBezTo>
                  <a:cubicBezTo>
                    <a:pt x="177" y="125"/>
                    <a:pt x="177" y="125"/>
                    <a:pt x="177" y="125"/>
                  </a:cubicBezTo>
                  <a:cubicBezTo>
                    <a:pt x="178" y="124"/>
                    <a:pt x="178" y="124"/>
                    <a:pt x="178" y="124"/>
                  </a:cubicBezTo>
                  <a:cubicBezTo>
                    <a:pt x="178" y="123"/>
                    <a:pt x="178" y="123"/>
                    <a:pt x="178" y="123"/>
                  </a:cubicBezTo>
                  <a:cubicBezTo>
                    <a:pt x="177" y="124"/>
                    <a:pt x="174" y="124"/>
                    <a:pt x="169" y="124"/>
                  </a:cubicBezTo>
                  <a:cubicBezTo>
                    <a:pt x="166" y="124"/>
                    <a:pt x="162" y="124"/>
                    <a:pt x="156" y="124"/>
                  </a:cubicBezTo>
                  <a:cubicBezTo>
                    <a:pt x="139" y="124"/>
                    <a:pt x="139" y="124"/>
                    <a:pt x="139" y="124"/>
                  </a:cubicBezTo>
                  <a:cubicBezTo>
                    <a:pt x="139" y="124"/>
                    <a:pt x="139" y="124"/>
                    <a:pt x="139" y="124"/>
                  </a:cubicBezTo>
                  <a:cubicBezTo>
                    <a:pt x="139" y="124"/>
                    <a:pt x="139" y="124"/>
                    <a:pt x="139" y="124"/>
                  </a:cubicBezTo>
                  <a:cubicBezTo>
                    <a:pt x="133" y="123"/>
                    <a:pt x="131" y="121"/>
                    <a:pt x="130" y="118"/>
                  </a:cubicBezTo>
                  <a:cubicBezTo>
                    <a:pt x="129" y="118"/>
                    <a:pt x="129" y="118"/>
                    <a:pt x="129" y="118"/>
                  </a:cubicBezTo>
                  <a:cubicBezTo>
                    <a:pt x="130" y="118"/>
                    <a:pt x="130" y="118"/>
                    <a:pt x="130" y="118"/>
                  </a:cubicBezTo>
                  <a:cubicBezTo>
                    <a:pt x="130" y="118"/>
                    <a:pt x="130" y="118"/>
                    <a:pt x="130" y="118"/>
                  </a:cubicBezTo>
                  <a:cubicBezTo>
                    <a:pt x="129" y="118"/>
                    <a:pt x="129" y="118"/>
                    <a:pt x="129" y="118"/>
                  </a:cubicBezTo>
                  <a:cubicBezTo>
                    <a:pt x="130" y="118"/>
                    <a:pt x="130" y="118"/>
                    <a:pt x="130" y="118"/>
                  </a:cubicBezTo>
                  <a:cubicBezTo>
                    <a:pt x="130" y="116"/>
                    <a:pt x="132" y="114"/>
                    <a:pt x="134" y="113"/>
                  </a:cubicBezTo>
                  <a:cubicBezTo>
                    <a:pt x="134" y="113"/>
                    <a:pt x="134" y="113"/>
                    <a:pt x="134" y="113"/>
                  </a:cubicBezTo>
                  <a:cubicBezTo>
                    <a:pt x="134" y="113"/>
                    <a:pt x="143" y="111"/>
                    <a:pt x="153" y="109"/>
                  </a:cubicBezTo>
                  <a:cubicBezTo>
                    <a:pt x="162" y="107"/>
                    <a:pt x="173" y="105"/>
                    <a:pt x="177" y="104"/>
                  </a:cubicBezTo>
                  <a:cubicBezTo>
                    <a:pt x="177" y="104"/>
                    <a:pt x="177" y="104"/>
                    <a:pt x="177" y="103"/>
                  </a:cubicBezTo>
                  <a:cubicBezTo>
                    <a:pt x="178" y="103"/>
                    <a:pt x="177" y="102"/>
                    <a:pt x="177" y="102"/>
                  </a:cubicBezTo>
                  <a:cubicBezTo>
                    <a:pt x="170" y="99"/>
                    <a:pt x="149" y="90"/>
                    <a:pt x="147" y="89"/>
                  </a:cubicBezTo>
                  <a:cubicBezTo>
                    <a:pt x="147" y="89"/>
                    <a:pt x="146" y="89"/>
                    <a:pt x="146" y="89"/>
                  </a:cubicBezTo>
                  <a:cubicBezTo>
                    <a:pt x="145" y="90"/>
                    <a:pt x="144" y="92"/>
                    <a:pt x="143" y="93"/>
                  </a:cubicBezTo>
                  <a:cubicBezTo>
                    <a:pt x="142" y="93"/>
                    <a:pt x="141" y="94"/>
                    <a:pt x="139" y="94"/>
                  </a:cubicBezTo>
                  <a:cubicBezTo>
                    <a:pt x="138" y="94"/>
                    <a:pt x="137" y="94"/>
                    <a:pt x="136" y="93"/>
                  </a:cubicBezTo>
                  <a:cubicBezTo>
                    <a:pt x="134" y="92"/>
                    <a:pt x="133" y="91"/>
                    <a:pt x="133" y="90"/>
                  </a:cubicBezTo>
                  <a:cubicBezTo>
                    <a:pt x="132" y="89"/>
                    <a:pt x="132" y="87"/>
                    <a:pt x="132" y="86"/>
                  </a:cubicBezTo>
                  <a:cubicBezTo>
                    <a:pt x="132" y="85"/>
                    <a:pt x="132" y="84"/>
                    <a:pt x="132" y="84"/>
                  </a:cubicBezTo>
                  <a:cubicBezTo>
                    <a:pt x="132" y="83"/>
                    <a:pt x="132" y="82"/>
                    <a:pt x="132" y="82"/>
                  </a:cubicBezTo>
                  <a:cubicBezTo>
                    <a:pt x="132" y="81"/>
                    <a:pt x="132" y="81"/>
                    <a:pt x="132" y="81"/>
                  </a:cubicBezTo>
                  <a:cubicBezTo>
                    <a:pt x="131" y="81"/>
                    <a:pt x="131" y="81"/>
                    <a:pt x="131" y="81"/>
                  </a:cubicBezTo>
                  <a:cubicBezTo>
                    <a:pt x="130" y="81"/>
                    <a:pt x="130" y="82"/>
                    <a:pt x="129" y="82"/>
                  </a:cubicBezTo>
                  <a:cubicBezTo>
                    <a:pt x="129" y="83"/>
                    <a:pt x="129" y="83"/>
                    <a:pt x="129" y="83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129" y="87"/>
                    <a:pt x="128" y="88"/>
                    <a:pt x="125" y="89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5" y="89"/>
                    <a:pt x="94" y="100"/>
                    <a:pt x="86" y="103"/>
                  </a:cubicBezTo>
                  <a:cubicBezTo>
                    <a:pt x="86" y="103"/>
                    <a:pt x="85" y="104"/>
                    <a:pt x="85" y="104"/>
                  </a:cubicBezTo>
                  <a:cubicBezTo>
                    <a:pt x="85" y="104"/>
                    <a:pt x="86" y="105"/>
                    <a:pt x="86" y="105"/>
                  </a:cubicBezTo>
                  <a:cubicBezTo>
                    <a:pt x="89" y="106"/>
                    <a:pt x="95" y="108"/>
                    <a:pt x="101" y="110"/>
                  </a:cubicBezTo>
                  <a:cubicBezTo>
                    <a:pt x="107" y="112"/>
                    <a:pt x="112" y="114"/>
                    <a:pt x="112" y="114"/>
                  </a:cubicBezTo>
                  <a:cubicBezTo>
                    <a:pt x="112" y="113"/>
                    <a:pt x="112" y="113"/>
                    <a:pt x="112" y="113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5" y="115"/>
                    <a:pt x="115" y="117"/>
                    <a:pt x="115" y="118"/>
                  </a:cubicBezTo>
                  <a:cubicBezTo>
                    <a:pt x="115" y="119"/>
                    <a:pt x="115" y="119"/>
                    <a:pt x="115" y="119"/>
                  </a:cubicBezTo>
                  <a:cubicBezTo>
                    <a:pt x="115" y="119"/>
                    <a:pt x="115" y="119"/>
                    <a:pt x="115" y="119"/>
                  </a:cubicBezTo>
                  <a:cubicBezTo>
                    <a:pt x="115" y="120"/>
                    <a:pt x="114" y="121"/>
                    <a:pt x="113" y="121"/>
                  </a:cubicBezTo>
                  <a:cubicBezTo>
                    <a:pt x="111" y="122"/>
                    <a:pt x="110" y="122"/>
                    <a:pt x="109" y="122"/>
                  </a:cubicBezTo>
                  <a:cubicBezTo>
                    <a:pt x="108" y="122"/>
                    <a:pt x="108" y="122"/>
                    <a:pt x="107" y="122"/>
                  </a:cubicBezTo>
                  <a:cubicBezTo>
                    <a:pt x="107" y="122"/>
                    <a:pt x="107" y="122"/>
                    <a:pt x="107" y="122"/>
                  </a:cubicBezTo>
                  <a:cubicBezTo>
                    <a:pt x="103" y="122"/>
                    <a:pt x="92" y="122"/>
                    <a:pt x="82" y="123"/>
                  </a:cubicBezTo>
                  <a:cubicBezTo>
                    <a:pt x="69" y="124"/>
                    <a:pt x="63" y="124"/>
                    <a:pt x="60" y="124"/>
                  </a:cubicBezTo>
                  <a:cubicBezTo>
                    <a:pt x="60" y="124"/>
                    <a:pt x="59" y="124"/>
                    <a:pt x="59" y="124"/>
                  </a:cubicBezTo>
                  <a:cubicBezTo>
                    <a:pt x="59" y="125"/>
                    <a:pt x="59" y="125"/>
                    <a:pt x="59" y="125"/>
                  </a:cubicBezTo>
                  <a:cubicBezTo>
                    <a:pt x="60" y="126"/>
                    <a:pt x="60" y="126"/>
                    <a:pt x="60" y="126"/>
                  </a:cubicBezTo>
                  <a:cubicBezTo>
                    <a:pt x="61" y="118"/>
                    <a:pt x="61" y="118"/>
                    <a:pt x="61" y="118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60" y="118"/>
                    <a:pt x="60" y="118"/>
                    <a:pt x="60" y="118"/>
                  </a:cubicBezTo>
                  <a:cubicBezTo>
                    <a:pt x="60" y="118"/>
                    <a:pt x="60" y="118"/>
                    <a:pt x="60" y="118"/>
                  </a:cubicBezTo>
                  <a:cubicBezTo>
                    <a:pt x="63" y="118"/>
                    <a:pt x="73" y="118"/>
                    <a:pt x="81" y="117"/>
                  </a:cubicBezTo>
                  <a:cubicBezTo>
                    <a:pt x="86" y="117"/>
                    <a:pt x="90" y="116"/>
                    <a:pt x="94" y="116"/>
                  </a:cubicBezTo>
                  <a:cubicBezTo>
                    <a:pt x="95" y="116"/>
                    <a:pt x="95" y="116"/>
                    <a:pt x="95" y="115"/>
                  </a:cubicBezTo>
                  <a:cubicBezTo>
                    <a:pt x="95" y="115"/>
                    <a:pt x="95" y="114"/>
                    <a:pt x="95" y="114"/>
                  </a:cubicBezTo>
                  <a:cubicBezTo>
                    <a:pt x="88" y="112"/>
                    <a:pt x="81" y="110"/>
                    <a:pt x="80" y="109"/>
                  </a:cubicBezTo>
                  <a:cubicBezTo>
                    <a:pt x="80" y="109"/>
                    <a:pt x="79" y="109"/>
                    <a:pt x="79" y="109"/>
                  </a:cubicBezTo>
                  <a:cubicBezTo>
                    <a:pt x="77" y="111"/>
                    <a:pt x="75" y="113"/>
                    <a:pt x="73" y="113"/>
                  </a:cubicBezTo>
                  <a:cubicBezTo>
                    <a:pt x="72" y="113"/>
                    <a:pt x="71" y="113"/>
                    <a:pt x="70" y="112"/>
                  </a:cubicBezTo>
                  <a:cubicBezTo>
                    <a:pt x="68" y="111"/>
                    <a:pt x="67" y="110"/>
                    <a:pt x="67" y="109"/>
                  </a:cubicBezTo>
                  <a:cubicBezTo>
                    <a:pt x="66" y="108"/>
                    <a:pt x="66" y="106"/>
                    <a:pt x="66" y="105"/>
                  </a:cubicBezTo>
                  <a:cubicBezTo>
                    <a:pt x="66" y="104"/>
                    <a:pt x="66" y="103"/>
                    <a:pt x="66" y="102"/>
                  </a:cubicBezTo>
                  <a:cubicBezTo>
                    <a:pt x="66" y="102"/>
                    <a:pt x="66" y="102"/>
                    <a:pt x="66" y="102"/>
                  </a:cubicBezTo>
                  <a:cubicBezTo>
                    <a:pt x="66" y="102"/>
                    <a:pt x="66" y="101"/>
                    <a:pt x="66" y="100"/>
                  </a:cubicBezTo>
                  <a:cubicBezTo>
                    <a:pt x="66" y="100"/>
                    <a:pt x="66" y="100"/>
                    <a:pt x="66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4" y="100"/>
                    <a:pt x="63" y="101"/>
                    <a:pt x="63" y="101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63" y="102"/>
                    <a:pt x="63" y="103"/>
                    <a:pt x="63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3" y="106"/>
                    <a:pt x="61" y="108"/>
                    <a:pt x="59" y="109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59" y="109"/>
                    <a:pt x="54" y="110"/>
                    <a:pt x="48" y="111"/>
                  </a:cubicBezTo>
                  <a:cubicBezTo>
                    <a:pt x="41" y="113"/>
                    <a:pt x="33" y="114"/>
                    <a:pt x="27" y="116"/>
                  </a:cubicBezTo>
                  <a:cubicBezTo>
                    <a:pt x="26" y="116"/>
                    <a:pt x="26" y="116"/>
                    <a:pt x="26" y="117"/>
                  </a:cubicBezTo>
                  <a:cubicBezTo>
                    <a:pt x="26" y="117"/>
                    <a:pt x="27" y="118"/>
                    <a:pt x="27" y="118"/>
                  </a:cubicBezTo>
                  <a:cubicBezTo>
                    <a:pt x="28" y="118"/>
                    <a:pt x="28" y="118"/>
                    <a:pt x="29" y="118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44" y="119"/>
                    <a:pt x="44" y="119"/>
                    <a:pt x="44" y="119"/>
                  </a:cubicBezTo>
                  <a:cubicBezTo>
                    <a:pt x="43" y="125"/>
                    <a:pt x="43" y="125"/>
                    <a:pt x="43" y="125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8" y="125"/>
                    <a:pt x="28" y="125"/>
                    <a:pt x="28" y="125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3" y="123"/>
                    <a:pt x="17" y="123"/>
                    <a:pt x="15" y="123"/>
                  </a:cubicBezTo>
                  <a:cubicBezTo>
                    <a:pt x="15" y="123"/>
                    <a:pt x="15" y="123"/>
                    <a:pt x="15" y="123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2" y="123"/>
                    <a:pt x="10" y="122"/>
                    <a:pt x="9" y="122"/>
                  </a:cubicBezTo>
                  <a:cubicBezTo>
                    <a:pt x="9" y="121"/>
                    <a:pt x="8" y="120"/>
                    <a:pt x="8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8" y="117"/>
                    <a:pt x="9" y="116"/>
                    <a:pt x="9" y="115"/>
                  </a:cubicBezTo>
                  <a:cubicBezTo>
                    <a:pt x="10" y="114"/>
                    <a:pt x="11" y="113"/>
                    <a:pt x="12" y="113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44" y="106"/>
                    <a:pt x="52" y="104"/>
                  </a:cubicBezTo>
                  <a:cubicBezTo>
                    <a:pt x="52" y="104"/>
                    <a:pt x="53" y="104"/>
                    <a:pt x="53" y="103"/>
                  </a:cubicBezTo>
                  <a:cubicBezTo>
                    <a:pt x="53" y="103"/>
                    <a:pt x="52" y="102"/>
                    <a:pt x="52" y="102"/>
                  </a:cubicBezTo>
                  <a:cubicBezTo>
                    <a:pt x="48" y="101"/>
                    <a:pt x="38" y="97"/>
                    <a:pt x="30" y="95"/>
                  </a:cubicBezTo>
                  <a:cubicBezTo>
                    <a:pt x="22" y="92"/>
                    <a:pt x="15" y="89"/>
                    <a:pt x="14" y="89"/>
                  </a:cubicBezTo>
                  <a:cubicBezTo>
                    <a:pt x="14" y="90"/>
                    <a:pt x="14" y="90"/>
                    <a:pt x="14" y="90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4" y="89"/>
                    <a:pt x="14" y="89"/>
                    <a:pt x="14" y="89"/>
                  </a:cubicBezTo>
                  <a:cubicBezTo>
                    <a:pt x="11" y="88"/>
                    <a:pt x="10" y="86"/>
                    <a:pt x="10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2"/>
                    <a:pt x="11" y="81"/>
                    <a:pt x="12" y="80"/>
                  </a:cubicBezTo>
                  <a:cubicBezTo>
                    <a:pt x="13" y="79"/>
                    <a:pt x="15" y="78"/>
                    <a:pt x="15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5" y="77"/>
                    <a:pt x="50" y="65"/>
                    <a:pt x="57" y="62"/>
                  </a:cubicBezTo>
                  <a:cubicBezTo>
                    <a:pt x="58" y="62"/>
                    <a:pt x="58" y="62"/>
                    <a:pt x="58" y="61"/>
                  </a:cubicBezTo>
                  <a:cubicBezTo>
                    <a:pt x="58" y="61"/>
                    <a:pt x="58" y="60"/>
                    <a:pt x="57" y="60"/>
                  </a:cubicBezTo>
                  <a:cubicBezTo>
                    <a:pt x="49" y="58"/>
                    <a:pt x="10" y="45"/>
                    <a:pt x="10" y="45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7" y="44"/>
                    <a:pt x="6" y="42"/>
                    <a:pt x="6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7"/>
                    <a:pt x="8" y="35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7" y="32"/>
                    <a:pt x="26" y="29"/>
                  </a:cubicBezTo>
                  <a:cubicBezTo>
                    <a:pt x="34" y="26"/>
                    <a:pt x="43" y="23"/>
                    <a:pt x="47" y="22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0"/>
                    <a:pt x="48" y="20"/>
                    <a:pt x="47" y="20"/>
                  </a:cubicBezTo>
                  <a:cubicBezTo>
                    <a:pt x="37" y="18"/>
                    <a:pt x="5" y="11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0"/>
                    <a:pt x="3" y="9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4" y="5"/>
                    <a:pt x="5" y="4"/>
                    <a:pt x="7" y="4"/>
                  </a:cubicBezTo>
                  <a:cubicBezTo>
                    <a:pt x="9" y="3"/>
                    <a:pt x="11" y="3"/>
                    <a:pt x="15" y="3"/>
                  </a:cubicBezTo>
                  <a:cubicBezTo>
                    <a:pt x="17" y="2"/>
                    <a:pt x="21" y="2"/>
                    <a:pt x="25" y="2"/>
                  </a:cubicBezTo>
                  <a:cubicBezTo>
                    <a:pt x="29" y="2"/>
                    <a:pt x="34" y="2"/>
                    <a:pt x="38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6" y="8"/>
                    <a:pt x="34" y="8"/>
                    <a:pt x="33" y="8"/>
                  </a:cubicBezTo>
                  <a:cubicBezTo>
                    <a:pt x="32" y="8"/>
                    <a:pt x="32" y="9"/>
                    <a:pt x="32" y="9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42" y="13"/>
                    <a:pt x="53" y="15"/>
                    <a:pt x="55" y="15"/>
                  </a:cubicBezTo>
                  <a:cubicBezTo>
                    <a:pt x="55" y="15"/>
                    <a:pt x="56" y="15"/>
                    <a:pt x="56" y="15"/>
                  </a:cubicBezTo>
                  <a:cubicBezTo>
                    <a:pt x="57" y="14"/>
                    <a:pt x="57" y="13"/>
                    <a:pt x="59" y="13"/>
                  </a:cubicBezTo>
                  <a:cubicBezTo>
                    <a:pt x="59" y="12"/>
                    <a:pt x="60" y="12"/>
                    <a:pt x="61" y="12"/>
                  </a:cubicBezTo>
                  <a:cubicBezTo>
                    <a:pt x="62" y="12"/>
                    <a:pt x="63" y="13"/>
                    <a:pt x="65" y="14"/>
                  </a:cubicBezTo>
                  <a:cubicBezTo>
                    <a:pt x="66" y="15"/>
                    <a:pt x="67" y="17"/>
                    <a:pt x="69" y="19"/>
                  </a:cubicBezTo>
                  <a:cubicBezTo>
                    <a:pt x="70" y="20"/>
                    <a:pt x="71" y="22"/>
                    <a:pt x="72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3" y="21"/>
                    <a:pt x="73" y="21"/>
                    <a:pt x="73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18"/>
                    <a:pt x="74" y="16"/>
                    <a:pt x="77" y="15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5"/>
                    <a:pt x="84" y="13"/>
                    <a:pt x="91" y="11"/>
                  </a:cubicBezTo>
                  <a:cubicBezTo>
                    <a:pt x="91" y="11"/>
                    <a:pt x="91" y="10"/>
                    <a:pt x="91" y="10"/>
                  </a:cubicBezTo>
                  <a:cubicBezTo>
                    <a:pt x="91" y="9"/>
                    <a:pt x="91" y="9"/>
                    <a:pt x="90" y="9"/>
                  </a:cubicBezTo>
                  <a:cubicBezTo>
                    <a:pt x="82" y="9"/>
                    <a:pt x="70" y="8"/>
                    <a:pt x="63" y="8"/>
                  </a:cubicBezTo>
                  <a:cubicBezTo>
                    <a:pt x="61" y="8"/>
                    <a:pt x="59" y="8"/>
                    <a:pt x="59" y="8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2"/>
                    <a:pt x="59" y="2"/>
                    <a:pt x="60" y="2"/>
                  </a:cubicBezTo>
                  <a:cubicBezTo>
                    <a:pt x="61" y="2"/>
                    <a:pt x="63" y="2"/>
                    <a:pt x="64" y="2"/>
                  </a:cubicBezTo>
                  <a:cubicBezTo>
                    <a:pt x="75" y="2"/>
                    <a:pt x="96" y="3"/>
                    <a:pt x="100" y="3"/>
                  </a:cubicBezTo>
                  <a:cubicBezTo>
                    <a:pt x="104" y="4"/>
                    <a:pt x="107" y="4"/>
                    <a:pt x="109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1" y="4"/>
                    <a:pt x="112" y="4"/>
                    <a:pt x="114" y="4"/>
                  </a:cubicBezTo>
                  <a:cubicBezTo>
                    <a:pt x="117" y="4"/>
                    <a:pt x="120" y="6"/>
                    <a:pt x="122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5" y="9"/>
                    <a:pt x="125" y="10"/>
                    <a:pt x="126" y="10"/>
                  </a:cubicBezTo>
                  <a:cubicBezTo>
                    <a:pt x="127" y="10"/>
                    <a:pt x="127" y="10"/>
                    <a:pt x="127" y="10"/>
                  </a:cubicBezTo>
                  <a:cubicBezTo>
                    <a:pt x="127" y="8"/>
                    <a:pt x="127" y="8"/>
                    <a:pt x="127" y="8"/>
                  </a:cubicBezTo>
                  <a:cubicBezTo>
                    <a:pt x="127" y="8"/>
                    <a:pt x="127" y="8"/>
                    <a:pt x="127" y="7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7" y="8"/>
                    <a:pt x="127" y="8"/>
                    <a:pt x="127" y="8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7" y="6"/>
                    <a:pt x="127" y="6"/>
                    <a:pt x="128" y="5"/>
                  </a:cubicBezTo>
                  <a:cubicBezTo>
                    <a:pt x="128" y="5"/>
                    <a:pt x="129" y="4"/>
                    <a:pt x="131" y="4"/>
                  </a:cubicBezTo>
                  <a:cubicBezTo>
                    <a:pt x="133" y="3"/>
                    <a:pt x="136" y="3"/>
                    <a:pt x="139" y="3"/>
                  </a:cubicBezTo>
                  <a:cubicBezTo>
                    <a:pt x="141" y="2"/>
                    <a:pt x="145" y="2"/>
                    <a:pt x="150" y="2"/>
                  </a:cubicBezTo>
                  <a:cubicBezTo>
                    <a:pt x="154" y="2"/>
                    <a:pt x="158" y="2"/>
                    <a:pt x="162" y="3"/>
                  </a:cubicBezTo>
                  <a:cubicBezTo>
                    <a:pt x="166" y="3"/>
                    <a:pt x="170" y="3"/>
                    <a:pt x="172" y="3"/>
                  </a:cubicBezTo>
                  <a:cubicBezTo>
                    <a:pt x="174" y="3"/>
                    <a:pt x="176" y="3"/>
                    <a:pt x="176" y="2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75" y="2"/>
                    <a:pt x="175" y="2"/>
                    <a:pt x="175" y="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77" y="9"/>
                    <a:pt x="177" y="9"/>
                    <a:pt x="177" y="9"/>
                  </a:cubicBezTo>
                  <a:cubicBezTo>
                    <a:pt x="177" y="8"/>
                    <a:pt x="177" y="8"/>
                    <a:pt x="177" y="8"/>
                  </a:cubicBezTo>
                  <a:cubicBezTo>
                    <a:pt x="177" y="9"/>
                    <a:pt x="175" y="9"/>
                    <a:pt x="172" y="9"/>
                  </a:cubicBezTo>
                  <a:cubicBezTo>
                    <a:pt x="170" y="9"/>
                    <a:pt x="167" y="9"/>
                    <a:pt x="162" y="9"/>
                  </a:cubicBezTo>
                  <a:cubicBezTo>
                    <a:pt x="161" y="8"/>
                    <a:pt x="159" y="8"/>
                    <a:pt x="157" y="8"/>
                  </a:cubicBezTo>
                  <a:cubicBezTo>
                    <a:pt x="156" y="8"/>
                    <a:pt x="156" y="9"/>
                    <a:pt x="156" y="9"/>
                  </a:cubicBezTo>
                  <a:cubicBezTo>
                    <a:pt x="156" y="10"/>
                    <a:pt x="156" y="10"/>
                    <a:pt x="157" y="10"/>
                  </a:cubicBezTo>
                  <a:cubicBezTo>
                    <a:pt x="168" y="13"/>
                    <a:pt x="180" y="15"/>
                    <a:pt x="180" y="15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3" y="16"/>
                    <a:pt x="184" y="19"/>
                    <a:pt x="184" y="20"/>
                  </a:cubicBezTo>
                  <a:cubicBezTo>
                    <a:pt x="184" y="20"/>
                    <a:pt x="184" y="20"/>
                    <a:pt x="184" y="20"/>
                  </a:cubicBezTo>
                  <a:cubicBezTo>
                    <a:pt x="185" y="20"/>
                    <a:pt x="185" y="20"/>
                    <a:pt x="185" y="20"/>
                  </a:cubicBezTo>
                  <a:cubicBezTo>
                    <a:pt x="184" y="20"/>
                    <a:pt x="184" y="20"/>
                    <a:pt x="184" y="20"/>
                  </a:cubicBezTo>
                  <a:cubicBezTo>
                    <a:pt x="184" y="22"/>
                    <a:pt x="182" y="25"/>
                    <a:pt x="179" y="25"/>
                  </a:cubicBezTo>
                  <a:cubicBezTo>
                    <a:pt x="179" y="25"/>
                    <a:pt x="179" y="25"/>
                    <a:pt x="179" y="25"/>
                  </a:cubicBezTo>
                  <a:cubicBezTo>
                    <a:pt x="179" y="25"/>
                    <a:pt x="152" y="37"/>
                    <a:pt x="148" y="38"/>
                  </a:cubicBezTo>
                  <a:cubicBezTo>
                    <a:pt x="147" y="39"/>
                    <a:pt x="147" y="39"/>
                    <a:pt x="147" y="39"/>
                  </a:cubicBezTo>
                  <a:cubicBezTo>
                    <a:pt x="147" y="40"/>
                    <a:pt x="147" y="40"/>
                    <a:pt x="148" y="40"/>
                  </a:cubicBezTo>
                  <a:cubicBezTo>
                    <a:pt x="152" y="42"/>
                    <a:pt x="179" y="53"/>
                    <a:pt x="186" y="56"/>
                  </a:cubicBezTo>
                  <a:cubicBezTo>
                    <a:pt x="187" y="56"/>
                    <a:pt x="187" y="56"/>
                    <a:pt x="188" y="55"/>
                  </a:cubicBezTo>
                  <a:cubicBezTo>
                    <a:pt x="189" y="53"/>
                    <a:pt x="192" y="50"/>
                    <a:pt x="195" y="50"/>
                  </a:cubicBezTo>
                  <a:cubicBezTo>
                    <a:pt x="196" y="50"/>
                    <a:pt x="196" y="50"/>
                    <a:pt x="197" y="51"/>
                  </a:cubicBezTo>
                  <a:cubicBezTo>
                    <a:pt x="199" y="51"/>
                    <a:pt x="200" y="52"/>
                    <a:pt x="201" y="54"/>
                  </a:cubicBezTo>
                  <a:cubicBezTo>
                    <a:pt x="201" y="55"/>
                    <a:pt x="202" y="57"/>
                    <a:pt x="202" y="58"/>
                  </a:cubicBezTo>
                  <a:cubicBezTo>
                    <a:pt x="202" y="59"/>
                    <a:pt x="202" y="60"/>
                    <a:pt x="202" y="60"/>
                  </a:cubicBezTo>
                  <a:cubicBezTo>
                    <a:pt x="201" y="61"/>
                    <a:pt x="201" y="62"/>
                    <a:pt x="201" y="62"/>
                  </a:cubicBezTo>
                  <a:cubicBezTo>
                    <a:pt x="201" y="62"/>
                    <a:pt x="201" y="62"/>
                    <a:pt x="201" y="62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4"/>
                    <a:pt x="202" y="64"/>
                  </a:cubicBezTo>
                  <a:cubicBezTo>
                    <a:pt x="203" y="64"/>
                    <a:pt x="203" y="64"/>
                    <a:pt x="203" y="64"/>
                  </a:cubicBezTo>
                  <a:cubicBezTo>
                    <a:pt x="204" y="63"/>
                    <a:pt x="205" y="62"/>
                    <a:pt x="205" y="61"/>
                  </a:cubicBezTo>
                  <a:cubicBezTo>
                    <a:pt x="204" y="61"/>
                    <a:pt x="204" y="61"/>
                    <a:pt x="204" y="61"/>
                  </a:cubicBezTo>
                  <a:cubicBezTo>
                    <a:pt x="205" y="61"/>
                    <a:pt x="205" y="61"/>
                    <a:pt x="205" y="61"/>
                  </a:cubicBezTo>
                  <a:cubicBezTo>
                    <a:pt x="205" y="61"/>
                    <a:pt x="205" y="61"/>
                    <a:pt x="205" y="61"/>
                  </a:cubicBezTo>
                  <a:cubicBezTo>
                    <a:pt x="205" y="61"/>
                    <a:pt x="205" y="61"/>
                    <a:pt x="205" y="61"/>
                  </a:cubicBezTo>
                  <a:cubicBezTo>
                    <a:pt x="206" y="59"/>
                    <a:pt x="207" y="57"/>
                    <a:pt x="208" y="56"/>
                  </a:cubicBezTo>
                  <a:cubicBezTo>
                    <a:pt x="209" y="56"/>
                    <a:pt x="209" y="56"/>
                    <a:pt x="209" y="56"/>
                  </a:cubicBezTo>
                  <a:cubicBezTo>
                    <a:pt x="209" y="56"/>
                    <a:pt x="237" y="42"/>
                    <a:pt x="241" y="40"/>
                  </a:cubicBezTo>
                  <a:cubicBezTo>
                    <a:pt x="241" y="40"/>
                    <a:pt x="241" y="40"/>
                    <a:pt x="241" y="39"/>
                  </a:cubicBezTo>
                  <a:cubicBezTo>
                    <a:pt x="241" y="39"/>
                    <a:pt x="241" y="39"/>
                    <a:pt x="241" y="38"/>
                  </a:cubicBezTo>
                  <a:cubicBezTo>
                    <a:pt x="236" y="37"/>
                    <a:pt x="203" y="25"/>
                    <a:pt x="203" y="25"/>
                  </a:cubicBezTo>
                  <a:cubicBezTo>
                    <a:pt x="203" y="25"/>
                    <a:pt x="203" y="25"/>
                    <a:pt x="203" y="25"/>
                  </a:cubicBezTo>
                  <a:cubicBezTo>
                    <a:pt x="200" y="24"/>
                    <a:pt x="198" y="22"/>
                    <a:pt x="198" y="20"/>
                  </a:cubicBezTo>
                  <a:cubicBezTo>
                    <a:pt x="197" y="20"/>
                    <a:pt x="197" y="20"/>
                    <a:pt x="197" y="20"/>
                  </a:cubicBezTo>
                  <a:cubicBezTo>
                    <a:pt x="198" y="20"/>
                    <a:pt x="198" y="20"/>
                    <a:pt x="198" y="20"/>
                  </a:cubicBezTo>
                  <a:cubicBezTo>
                    <a:pt x="198" y="20"/>
                    <a:pt x="198" y="20"/>
                    <a:pt x="198" y="20"/>
                  </a:cubicBezTo>
                  <a:cubicBezTo>
                    <a:pt x="198" y="18"/>
                    <a:pt x="199" y="16"/>
                    <a:pt x="202" y="15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2" y="15"/>
                    <a:pt x="202" y="15"/>
                    <a:pt x="202" y="15"/>
                  </a:cubicBezTo>
                  <a:cubicBezTo>
                    <a:pt x="202" y="15"/>
                    <a:pt x="209" y="13"/>
                    <a:pt x="216" y="11"/>
                  </a:cubicBezTo>
                  <a:cubicBezTo>
                    <a:pt x="216" y="11"/>
                    <a:pt x="216" y="10"/>
                    <a:pt x="216" y="10"/>
                  </a:cubicBezTo>
                  <a:cubicBezTo>
                    <a:pt x="216" y="9"/>
                    <a:pt x="216" y="9"/>
                    <a:pt x="215" y="9"/>
                  </a:cubicBezTo>
                  <a:cubicBezTo>
                    <a:pt x="207" y="9"/>
                    <a:pt x="195" y="8"/>
                    <a:pt x="188" y="8"/>
                  </a:cubicBezTo>
                  <a:cubicBezTo>
                    <a:pt x="186" y="8"/>
                    <a:pt x="184" y="8"/>
                    <a:pt x="184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85" y="9"/>
                    <a:pt x="185" y="9"/>
                    <a:pt x="185" y="9"/>
                  </a:cubicBezTo>
                  <a:cubicBezTo>
                    <a:pt x="183" y="1"/>
                    <a:pt x="183" y="1"/>
                    <a:pt x="183" y="1"/>
                  </a:cubicBezTo>
                  <a:cubicBezTo>
                    <a:pt x="182" y="2"/>
                    <a:pt x="182" y="2"/>
                    <a:pt x="182" y="2"/>
                  </a:cubicBezTo>
                  <a:cubicBezTo>
                    <a:pt x="183" y="3"/>
                    <a:pt x="183" y="3"/>
                    <a:pt x="183" y="3"/>
                  </a:cubicBezTo>
                  <a:cubicBezTo>
                    <a:pt x="183" y="2"/>
                    <a:pt x="184" y="2"/>
                    <a:pt x="185" y="2"/>
                  </a:cubicBezTo>
                  <a:cubicBezTo>
                    <a:pt x="186" y="2"/>
                    <a:pt x="187" y="2"/>
                    <a:pt x="189" y="2"/>
                  </a:cubicBezTo>
                  <a:cubicBezTo>
                    <a:pt x="200" y="2"/>
                    <a:pt x="221" y="3"/>
                    <a:pt x="225" y="3"/>
                  </a:cubicBezTo>
                  <a:cubicBezTo>
                    <a:pt x="229" y="4"/>
                    <a:pt x="232" y="4"/>
                    <a:pt x="234" y="5"/>
                  </a:cubicBezTo>
                  <a:cubicBezTo>
                    <a:pt x="235" y="5"/>
                    <a:pt x="235" y="5"/>
                    <a:pt x="236" y="6"/>
                  </a:cubicBezTo>
                  <a:cubicBezTo>
                    <a:pt x="236" y="6"/>
                    <a:pt x="236" y="7"/>
                    <a:pt x="237" y="7"/>
                  </a:cubicBezTo>
                  <a:cubicBezTo>
                    <a:pt x="238" y="7"/>
                    <a:pt x="238" y="7"/>
                    <a:pt x="238" y="7"/>
                  </a:cubicBezTo>
                  <a:cubicBezTo>
                    <a:pt x="237" y="7"/>
                    <a:pt x="237" y="7"/>
                    <a:pt x="237" y="7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8" y="8"/>
                    <a:pt x="238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9"/>
                    <a:pt x="236" y="10"/>
                    <a:pt x="235" y="11"/>
                  </a:cubicBezTo>
                  <a:cubicBezTo>
                    <a:pt x="234" y="11"/>
                    <a:pt x="234" y="11"/>
                    <a:pt x="234" y="11"/>
                  </a:cubicBezTo>
                  <a:cubicBezTo>
                    <a:pt x="235" y="12"/>
                    <a:pt x="235" y="12"/>
                    <a:pt x="235" y="12"/>
                  </a:cubicBezTo>
                  <a:cubicBezTo>
                    <a:pt x="234" y="11"/>
                    <a:pt x="234" y="11"/>
                    <a:pt x="234" y="11"/>
                  </a:cubicBezTo>
                  <a:cubicBezTo>
                    <a:pt x="234" y="11"/>
                    <a:pt x="216" y="17"/>
                    <a:pt x="209" y="19"/>
                  </a:cubicBezTo>
                  <a:cubicBezTo>
                    <a:pt x="209" y="19"/>
                    <a:pt x="208" y="20"/>
                    <a:pt x="208" y="20"/>
                  </a:cubicBezTo>
                  <a:cubicBezTo>
                    <a:pt x="208" y="20"/>
                    <a:pt x="209" y="21"/>
                    <a:pt x="209" y="21"/>
                  </a:cubicBezTo>
                  <a:cubicBezTo>
                    <a:pt x="214" y="23"/>
                    <a:pt x="232" y="29"/>
                    <a:pt x="241" y="32"/>
                  </a:cubicBezTo>
                  <a:cubicBezTo>
                    <a:pt x="241" y="32"/>
                    <a:pt x="241" y="32"/>
                    <a:pt x="242" y="32"/>
                  </a:cubicBezTo>
                  <a:cubicBezTo>
                    <a:pt x="243" y="29"/>
                    <a:pt x="246" y="26"/>
                    <a:pt x="250" y="26"/>
                  </a:cubicBezTo>
                  <a:cubicBezTo>
                    <a:pt x="250" y="26"/>
                    <a:pt x="251" y="26"/>
                    <a:pt x="252" y="27"/>
                  </a:cubicBezTo>
                  <a:cubicBezTo>
                    <a:pt x="254" y="27"/>
                    <a:pt x="255" y="28"/>
                    <a:pt x="255" y="30"/>
                  </a:cubicBezTo>
                  <a:cubicBezTo>
                    <a:pt x="256" y="31"/>
                    <a:pt x="256" y="33"/>
                    <a:pt x="256" y="34"/>
                  </a:cubicBezTo>
                  <a:cubicBezTo>
                    <a:pt x="256" y="35"/>
                    <a:pt x="256" y="36"/>
                    <a:pt x="256" y="36"/>
                  </a:cubicBezTo>
                  <a:cubicBezTo>
                    <a:pt x="256" y="37"/>
                    <a:pt x="256" y="38"/>
                    <a:pt x="256" y="38"/>
                  </a:cubicBezTo>
                  <a:cubicBezTo>
                    <a:pt x="256" y="38"/>
                    <a:pt x="256" y="38"/>
                    <a:pt x="256" y="38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56" y="39"/>
                    <a:pt x="256" y="40"/>
                    <a:pt x="257" y="40"/>
                  </a:cubicBezTo>
                  <a:cubicBezTo>
                    <a:pt x="258" y="40"/>
                    <a:pt x="258" y="40"/>
                    <a:pt x="258" y="40"/>
                  </a:cubicBezTo>
                  <a:cubicBezTo>
                    <a:pt x="258" y="39"/>
                    <a:pt x="259" y="38"/>
                    <a:pt x="259" y="38"/>
                  </a:cubicBezTo>
                  <a:cubicBezTo>
                    <a:pt x="259" y="37"/>
                    <a:pt x="259" y="37"/>
                    <a:pt x="259" y="37"/>
                  </a:cubicBezTo>
                  <a:cubicBezTo>
                    <a:pt x="260" y="36"/>
                    <a:pt x="261" y="35"/>
                    <a:pt x="262" y="35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1" y="34"/>
                    <a:pt x="261" y="34"/>
                    <a:pt x="261" y="34"/>
                  </a:cubicBezTo>
                  <a:cubicBezTo>
                    <a:pt x="261" y="34"/>
                    <a:pt x="261" y="34"/>
                    <a:pt x="261" y="34"/>
                  </a:cubicBezTo>
                  <a:cubicBezTo>
                    <a:pt x="261" y="35"/>
                    <a:pt x="262" y="35"/>
                    <a:pt x="262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4"/>
                    <a:pt x="269" y="32"/>
                    <a:pt x="275" y="29"/>
                  </a:cubicBezTo>
                  <a:cubicBezTo>
                    <a:pt x="282" y="26"/>
                    <a:pt x="289" y="23"/>
                    <a:pt x="293" y="22"/>
                  </a:cubicBezTo>
                  <a:cubicBezTo>
                    <a:pt x="293" y="22"/>
                    <a:pt x="293" y="21"/>
                    <a:pt x="293" y="21"/>
                  </a:cubicBezTo>
                  <a:cubicBezTo>
                    <a:pt x="293" y="20"/>
                    <a:pt x="293" y="20"/>
                    <a:pt x="292" y="20"/>
                  </a:cubicBezTo>
                  <a:cubicBezTo>
                    <a:pt x="288" y="19"/>
                    <a:pt x="277" y="17"/>
                    <a:pt x="267" y="15"/>
                  </a:cubicBezTo>
                  <a:cubicBezTo>
                    <a:pt x="258" y="13"/>
                    <a:pt x="249" y="11"/>
                    <a:pt x="249" y="11"/>
                  </a:cubicBezTo>
                  <a:cubicBezTo>
                    <a:pt x="249" y="12"/>
                    <a:pt x="249" y="12"/>
                    <a:pt x="249" y="12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9" y="11"/>
                    <a:pt x="249" y="11"/>
                    <a:pt x="249" y="11"/>
                  </a:cubicBezTo>
                  <a:cubicBezTo>
                    <a:pt x="247" y="10"/>
                    <a:pt x="247" y="9"/>
                    <a:pt x="247" y="7"/>
                  </a:cubicBezTo>
                  <a:cubicBezTo>
                    <a:pt x="246" y="7"/>
                    <a:pt x="246" y="7"/>
                    <a:pt x="246" y="7"/>
                  </a:cubicBezTo>
                  <a:cubicBezTo>
                    <a:pt x="247" y="8"/>
                    <a:pt x="247" y="8"/>
                    <a:pt x="247" y="8"/>
                  </a:cubicBezTo>
                  <a:cubicBezTo>
                    <a:pt x="247" y="7"/>
                    <a:pt x="247" y="7"/>
                    <a:pt x="247" y="7"/>
                  </a:cubicBezTo>
                  <a:cubicBezTo>
                    <a:pt x="246" y="7"/>
                    <a:pt x="246" y="7"/>
                    <a:pt x="246" y="7"/>
                  </a:cubicBezTo>
                  <a:cubicBezTo>
                    <a:pt x="247" y="7"/>
                    <a:pt x="247" y="7"/>
                    <a:pt x="247" y="7"/>
                  </a:cubicBezTo>
                  <a:cubicBezTo>
                    <a:pt x="247" y="6"/>
                    <a:pt x="247" y="6"/>
                    <a:pt x="248" y="5"/>
                  </a:cubicBezTo>
                  <a:cubicBezTo>
                    <a:pt x="249" y="5"/>
                    <a:pt x="250" y="4"/>
                    <a:pt x="252" y="4"/>
                  </a:cubicBezTo>
                  <a:cubicBezTo>
                    <a:pt x="253" y="3"/>
                    <a:pt x="256" y="3"/>
                    <a:pt x="259" y="3"/>
                  </a:cubicBezTo>
                  <a:cubicBezTo>
                    <a:pt x="261" y="2"/>
                    <a:pt x="265" y="2"/>
                    <a:pt x="270" y="2"/>
                  </a:cubicBezTo>
                  <a:cubicBezTo>
                    <a:pt x="274" y="2"/>
                    <a:pt x="279" y="2"/>
                    <a:pt x="283" y="3"/>
                  </a:cubicBezTo>
                  <a:cubicBezTo>
                    <a:pt x="285" y="3"/>
                    <a:pt x="285" y="3"/>
                    <a:pt x="285" y="3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1" y="8"/>
                    <a:pt x="279" y="8"/>
                    <a:pt x="277" y="8"/>
                  </a:cubicBezTo>
                  <a:cubicBezTo>
                    <a:pt x="277" y="8"/>
                    <a:pt x="276" y="9"/>
                    <a:pt x="276" y="9"/>
                  </a:cubicBezTo>
                  <a:cubicBezTo>
                    <a:pt x="276" y="10"/>
                    <a:pt x="276" y="10"/>
                    <a:pt x="277" y="10"/>
                  </a:cubicBezTo>
                  <a:cubicBezTo>
                    <a:pt x="287" y="13"/>
                    <a:pt x="297" y="15"/>
                    <a:pt x="300" y="15"/>
                  </a:cubicBezTo>
                  <a:cubicBezTo>
                    <a:pt x="300" y="15"/>
                    <a:pt x="300" y="15"/>
                    <a:pt x="301" y="15"/>
                  </a:cubicBezTo>
                  <a:cubicBezTo>
                    <a:pt x="301" y="14"/>
                    <a:pt x="302" y="13"/>
                    <a:pt x="303" y="13"/>
                  </a:cubicBezTo>
                  <a:cubicBezTo>
                    <a:pt x="304" y="12"/>
                    <a:pt x="305" y="12"/>
                    <a:pt x="305" y="12"/>
                  </a:cubicBezTo>
                  <a:cubicBezTo>
                    <a:pt x="307" y="12"/>
                    <a:pt x="308" y="13"/>
                    <a:pt x="309" y="14"/>
                  </a:cubicBezTo>
                  <a:cubicBezTo>
                    <a:pt x="310" y="16"/>
                    <a:pt x="311" y="17"/>
                    <a:pt x="312" y="19"/>
                  </a:cubicBezTo>
                  <a:cubicBezTo>
                    <a:pt x="312" y="20"/>
                    <a:pt x="313" y="21"/>
                    <a:pt x="314" y="22"/>
                  </a:cubicBezTo>
                  <a:cubicBezTo>
                    <a:pt x="315" y="23"/>
                    <a:pt x="315" y="23"/>
                    <a:pt x="315" y="23"/>
                  </a:cubicBezTo>
                  <a:cubicBezTo>
                    <a:pt x="316" y="22"/>
                    <a:pt x="317" y="22"/>
                    <a:pt x="317" y="22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21"/>
                    <a:pt x="318" y="21"/>
                    <a:pt x="318" y="21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7" y="20"/>
                    <a:pt x="317" y="20"/>
                    <a:pt x="317" y="20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8" y="18"/>
                    <a:pt x="319" y="16"/>
                    <a:pt x="322" y="15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2" y="15"/>
                    <a:pt x="322" y="15"/>
                    <a:pt x="322" y="15"/>
                  </a:cubicBezTo>
                  <a:cubicBezTo>
                    <a:pt x="322" y="15"/>
                    <a:pt x="329" y="13"/>
                    <a:pt x="335" y="11"/>
                  </a:cubicBezTo>
                  <a:cubicBezTo>
                    <a:pt x="336" y="11"/>
                    <a:pt x="336" y="10"/>
                    <a:pt x="336" y="10"/>
                  </a:cubicBezTo>
                  <a:cubicBezTo>
                    <a:pt x="336" y="9"/>
                    <a:pt x="335" y="9"/>
                    <a:pt x="335" y="9"/>
                  </a:cubicBezTo>
                  <a:cubicBezTo>
                    <a:pt x="326" y="9"/>
                    <a:pt x="314" y="8"/>
                    <a:pt x="308" y="8"/>
                  </a:cubicBezTo>
                  <a:cubicBezTo>
                    <a:pt x="306" y="8"/>
                    <a:pt x="304" y="8"/>
                    <a:pt x="303" y="8"/>
                  </a:cubicBezTo>
                  <a:cubicBezTo>
                    <a:pt x="303" y="9"/>
                    <a:pt x="303" y="9"/>
                    <a:pt x="303" y="9"/>
                  </a:cubicBezTo>
                  <a:cubicBezTo>
                    <a:pt x="304" y="9"/>
                    <a:pt x="304" y="9"/>
                    <a:pt x="304" y="9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302" y="2"/>
                    <a:pt x="302" y="2"/>
                    <a:pt x="302" y="2"/>
                  </a:cubicBezTo>
                  <a:cubicBezTo>
                    <a:pt x="302" y="3"/>
                    <a:pt x="302" y="3"/>
                    <a:pt x="302" y="3"/>
                  </a:cubicBezTo>
                  <a:cubicBezTo>
                    <a:pt x="302" y="2"/>
                    <a:pt x="303" y="2"/>
                    <a:pt x="304" y="2"/>
                  </a:cubicBezTo>
                  <a:cubicBezTo>
                    <a:pt x="306" y="2"/>
                    <a:pt x="307" y="2"/>
                    <a:pt x="309" y="2"/>
                  </a:cubicBezTo>
                  <a:cubicBezTo>
                    <a:pt x="320" y="2"/>
                    <a:pt x="340" y="3"/>
                    <a:pt x="344" y="3"/>
                  </a:cubicBezTo>
                  <a:cubicBezTo>
                    <a:pt x="349" y="4"/>
                    <a:pt x="352" y="4"/>
                    <a:pt x="353" y="5"/>
                  </a:cubicBezTo>
                  <a:cubicBezTo>
                    <a:pt x="354" y="5"/>
                    <a:pt x="355" y="5"/>
                    <a:pt x="355" y="6"/>
                  </a:cubicBezTo>
                  <a:cubicBezTo>
                    <a:pt x="356" y="6"/>
                    <a:pt x="356" y="7"/>
                    <a:pt x="356" y="7"/>
                  </a:cubicBezTo>
                  <a:cubicBezTo>
                    <a:pt x="357" y="7"/>
                    <a:pt x="357" y="7"/>
                    <a:pt x="357" y="7"/>
                  </a:cubicBezTo>
                  <a:cubicBezTo>
                    <a:pt x="356" y="7"/>
                    <a:pt x="356" y="7"/>
                    <a:pt x="356" y="7"/>
                  </a:cubicBezTo>
                  <a:cubicBezTo>
                    <a:pt x="356" y="8"/>
                    <a:pt x="356" y="8"/>
                    <a:pt x="356" y="8"/>
                  </a:cubicBezTo>
                  <a:cubicBezTo>
                    <a:pt x="357" y="8"/>
                    <a:pt x="357" y="8"/>
                    <a:pt x="357" y="8"/>
                  </a:cubicBezTo>
                  <a:cubicBezTo>
                    <a:pt x="356" y="8"/>
                    <a:pt x="356" y="8"/>
                    <a:pt x="356" y="8"/>
                  </a:cubicBezTo>
                  <a:cubicBezTo>
                    <a:pt x="356" y="9"/>
                    <a:pt x="356" y="10"/>
                    <a:pt x="354" y="11"/>
                  </a:cubicBezTo>
                  <a:cubicBezTo>
                    <a:pt x="354" y="11"/>
                    <a:pt x="354" y="11"/>
                    <a:pt x="354" y="11"/>
                  </a:cubicBezTo>
                  <a:cubicBezTo>
                    <a:pt x="354" y="12"/>
                    <a:pt x="354" y="12"/>
                    <a:pt x="354" y="12"/>
                  </a:cubicBezTo>
                  <a:cubicBezTo>
                    <a:pt x="354" y="11"/>
                    <a:pt x="354" y="11"/>
                    <a:pt x="354" y="11"/>
                  </a:cubicBezTo>
                  <a:cubicBezTo>
                    <a:pt x="354" y="11"/>
                    <a:pt x="335" y="17"/>
                    <a:pt x="328" y="19"/>
                  </a:cubicBezTo>
                  <a:cubicBezTo>
                    <a:pt x="328" y="19"/>
                    <a:pt x="328" y="20"/>
                    <a:pt x="328" y="20"/>
                  </a:cubicBezTo>
                  <a:cubicBezTo>
                    <a:pt x="328" y="21"/>
                    <a:pt x="328" y="21"/>
                    <a:pt x="328" y="21"/>
                  </a:cubicBezTo>
                  <a:cubicBezTo>
                    <a:pt x="334" y="24"/>
                    <a:pt x="355" y="33"/>
                    <a:pt x="355" y="33"/>
                  </a:cubicBezTo>
                  <a:cubicBezTo>
                    <a:pt x="355" y="32"/>
                    <a:pt x="355" y="32"/>
                    <a:pt x="355" y="32"/>
                  </a:cubicBezTo>
                  <a:cubicBezTo>
                    <a:pt x="355" y="32"/>
                    <a:pt x="355" y="32"/>
                    <a:pt x="355" y="32"/>
                  </a:cubicBezTo>
                  <a:cubicBezTo>
                    <a:pt x="355" y="31"/>
                    <a:pt x="355" y="31"/>
                    <a:pt x="355" y="31"/>
                  </a:cubicBezTo>
                  <a:cubicBezTo>
                    <a:pt x="355" y="32"/>
                    <a:pt x="355" y="32"/>
                    <a:pt x="355" y="32"/>
                  </a:cubicBezTo>
                  <a:cubicBezTo>
                    <a:pt x="354" y="33"/>
                    <a:pt x="354" y="33"/>
                    <a:pt x="354" y="33"/>
                  </a:cubicBezTo>
                  <a:cubicBezTo>
                    <a:pt x="357" y="34"/>
                    <a:pt x="359" y="36"/>
                    <a:pt x="359" y="38"/>
                  </a:cubicBezTo>
                  <a:cubicBezTo>
                    <a:pt x="360" y="38"/>
                    <a:pt x="360" y="38"/>
                    <a:pt x="360" y="38"/>
                  </a:cubicBezTo>
                  <a:cubicBezTo>
                    <a:pt x="359" y="38"/>
                    <a:pt x="359" y="38"/>
                    <a:pt x="359" y="38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60" y="39"/>
                    <a:pt x="360" y="39"/>
                    <a:pt x="360" y="39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9" y="41"/>
                    <a:pt x="357" y="43"/>
                    <a:pt x="355" y="44"/>
                  </a:cubicBezTo>
                  <a:cubicBezTo>
                    <a:pt x="355" y="44"/>
                    <a:pt x="355" y="44"/>
                    <a:pt x="355" y="44"/>
                  </a:cubicBezTo>
                  <a:cubicBezTo>
                    <a:pt x="355" y="44"/>
                    <a:pt x="324" y="58"/>
                    <a:pt x="319" y="61"/>
                  </a:cubicBezTo>
                  <a:cubicBezTo>
                    <a:pt x="319" y="61"/>
                    <a:pt x="319" y="61"/>
                    <a:pt x="319" y="61"/>
                  </a:cubicBezTo>
                  <a:cubicBezTo>
                    <a:pt x="319" y="62"/>
                    <a:pt x="319" y="62"/>
                    <a:pt x="320" y="62"/>
                  </a:cubicBezTo>
                  <a:cubicBezTo>
                    <a:pt x="321" y="63"/>
                    <a:pt x="331" y="67"/>
                    <a:pt x="339" y="71"/>
                  </a:cubicBezTo>
                  <a:cubicBezTo>
                    <a:pt x="348" y="75"/>
                    <a:pt x="356" y="78"/>
                    <a:pt x="356" y="78"/>
                  </a:cubicBezTo>
                  <a:cubicBezTo>
                    <a:pt x="356" y="78"/>
                    <a:pt x="356" y="78"/>
                    <a:pt x="356" y="78"/>
                  </a:cubicBezTo>
                  <a:lnTo>
                    <a:pt x="357" y="7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2" name="Freeform 298">
              <a:extLst>
                <a:ext uri="{FF2B5EF4-FFF2-40B4-BE49-F238E27FC236}">
                  <a16:creationId xmlns:a16="http://schemas.microsoft.com/office/drawing/2014/main" id="{FAFCD80B-644C-42B9-ADBA-E95DCB054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303"/>
              <a:ext cx="1252" cy="135"/>
            </a:xfrm>
            <a:custGeom>
              <a:avLst/>
              <a:gdLst>
                <a:gd name="T0" fmla="*/ 7787 w 501"/>
                <a:gd name="T1" fmla="*/ 220 h 54"/>
                <a:gd name="T2" fmla="*/ 6807 w 501"/>
                <a:gd name="T3" fmla="*/ 658 h 54"/>
                <a:gd name="T4" fmla="*/ 6040 w 501"/>
                <a:gd name="T5" fmla="*/ 738 h 54"/>
                <a:gd name="T6" fmla="*/ 4633 w 501"/>
                <a:gd name="T7" fmla="*/ 783 h 54"/>
                <a:gd name="T8" fmla="*/ 3559 w 501"/>
                <a:gd name="T9" fmla="*/ 770 h 54"/>
                <a:gd name="T10" fmla="*/ 3479 w 501"/>
                <a:gd name="T11" fmla="*/ 770 h 54"/>
                <a:gd name="T12" fmla="*/ 2187 w 501"/>
                <a:gd name="T13" fmla="*/ 800 h 54"/>
                <a:gd name="T14" fmla="*/ 1155 w 501"/>
                <a:gd name="T15" fmla="*/ 708 h 54"/>
                <a:gd name="T16" fmla="*/ 937 w 501"/>
                <a:gd name="T17" fmla="*/ 625 h 54"/>
                <a:gd name="T18" fmla="*/ 30 w 501"/>
                <a:gd name="T19" fmla="*/ 20 h 54"/>
                <a:gd name="T20" fmla="*/ 0 w 501"/>
                <a:gd name="T21" fmla="*/ 20 h 54"/>
                <a:gd name="T22" fmla="*/ 0 w 501"/>
                <a:gd name="T23" fmla="*/ 50 h 54"/>
                <a:gd name="T24" fmla="*/ 592 w 501"/>
                <a:gd name="T25" fmla="*/ 488 h 54"/>
                <a:gd name="T26" fmla="*/ 917 w 501"/>
                <a:gd name="T27" fmla="*/ 675 h 54"/>
                <a:gd name="T28" fmla="*/ 1155 w 501"/>
                <a:gd name="T29" fmla="*/ 750 h 54"/>
                <a:gd name="T30" fmla="*/ 2187 w 501"/>
                <a:gd name="T31" fmla="*/ 845 h 54"/>
                <a:gd name="T32" fmla="*/ 3479 w 501"/>
                <a:gd name="T33" fmla="*/ 813 h 54"/>
                <a:gd name="T34" fmla="*/ 3559 w 501"/>
                <a:gd name="T35" fmla="*/ 813 h 54"/>
                <a:gd name="T36" fmla="*/ 4633 w 501"/>
                <a:gd name="T37" fmla="*/ 833 h 54"/>
                <a:gd name="T38" fmla="*/ 6040 w 501"/>
                <a:gd name="T39" fmla="*/ 783 h 54"/>
                <a:gd name="T40" fmla="*/ 6807 w 501"/>
                <a:gd name="T41" fmla="*/ 708 h 54"/>
                <a:gd name="T42" fmla="*/ 7807 w 501"/>
                <a:gd name="T43" fmla="*/ 270 h 54"/>
                <a:gd name="T44" fmla="*/ 7819 w 501"/>
                <a:gd name="T45" fmla="*/ 238 h 54"/>
                <a:gd name="T46" fmla="*/ 7787 w 501"/>
                <a:gd name="T47" fmla="*/ 220 h 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01" h="54">
                  <a:moveTo>
                    <a:pt x="499" y="14"/>
                  </a:moveTo>
                  <a:cubicBezTo>
                    <a:pt x="477" y="22"/>
                    <a:pt x="458" y="38"/>
                    <a:pt x="436" y="42"/>
                  </a:cubicBezTo>
                  <a:cubicBezTo>
                    <a:pt x="415" y="45"/>
                    <a:pt x="408" y="45"/>
                    <a:pt x="387" y="47"/>
                  </a:cubicBezTo>
                  <a:cubicBezTo>
                    <a:pt x="359" y="49"/>
                    <a:pt x="328" y="50"/>
                    <a:pt x="297" y="50"/>
                  </a:cubicBezTo>
                  <a:cubicBezTo>
                    <a:pt x="273" y="50"/>
                    <a:pt x="249" y="50"/>
                    <a:pt x="228" y="49"/>
                  </a:cubicBezTo>
                  <a:cubicBezTo>
                    <a:pt x="226" y="49"/>
                    <a:pt x="224" y="49"/>
                    <a:pt x="223" y="49"/>
                  </a:cubicBezTo>
                  <a:cubicBezTo>
                    <a:pt x="197" y="49"/>
                    <a:pt x="168" y="51"/>
                    <a:pt x="140" y="51"/>
                  </a:cubicBezTo>
                  <a:cubicBezTo>
                    <a:pt x="116" y="51"/>
                    <a:pt x="94" y="50"/>
                    <a:pt x="74" y="45"/>
                  </a:cubicBezTo>
                  <a:cubicBezTo>
                    <a:pt x="71" y="45"/>
                    <a:pt x="66" y="43"/>
                    <a:pt x="60" y="40"/>
                  </a:cubicBezTo>
                  <a:cubicBezTo>
                    <a:pt x="42" y="31"/>
                    <a:pt x="14" y="14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8" y="12"/>
                    <a:pt x="23" y="23"/>
                    <a:pt x="38" y="31"/>
                  </a:cubicBezTo>
                  <a:cubicBezTo>
                    <a:pt x="45" y="36"/>
                    <a:pt x="52" y="40"/>
                    <a:pt x="59" y="43"/>
                  </a:cubicBezTo>
                  <a:cubicBezTo>
                    <a:pt x="65" y="46"/>
                    <a:pt x="70" y="48"/>
                    <a:pt x="74" y="48"/>
                  </a:cubicBezTo>
                  <a:cubicBezTo>
                    <a:pt x="93" y="53"/>
                    <a:pt x="116" y="54"/>
                    <a:pt x="140" y="54"/>
                  </a:cubicBezTo>
                  <a:cubicBezTo>
                    <a:pt x="168" y="54"/>
                    <a:pt x="198" y="52"/>
                    <a:pt x="223" y="52"/>
                  </a:cubicBezTo>
                  <a:cubicBezTo>
                    <a:pt x="224" y="52"/>
                    <a:pt x="226" y="52"/>
                    <a:pt x="228" y="52"/>
                  </a:cubicBezTo>
                  <a:cubicBezTo>
                    <a:pt x="249" y="53"/>
                    <a:pt x="273" y="53"/>
                    <a:pt x="297" y="53"/>
                  </a:cubicBezTo>
                  <a:cubicBezTo>
                    <a:pt x="328" y="53"/>
                    <a:pt x="360" y="52"/>
                    <a:pt x="387" y="50"/>
                  </a:cubicBezTo>
                  <a:cubicBezTo>
                    <a:pt x="408" y="48"/>
                    <a:pt x="416" y="48"/>
                    <a:pt x="436" y="45"/>
                  </a:cubicBezTo>
                  <a:cubicBezTo>
                    <a:pt x="460" y="41"/>
                    <a:pt x="479" y="25"/>
                    <a:pt x="500" y="17"/>
                  </a:cubicBezTo>
                  <a:cubicBezTo>
                    <a:pt x="501" y="16"/>
                    <a:pt x="501" y="16"/>
                    <a:pt x="501" y="15"/>
                  </a:cubicBezTo>
                  <a:cubicBezTo>
                    <a:pt x="501" y="14"/>
                    <a:pt x="500" y="14"/>
                    <a:pt x="499" y="1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3" name="Freeform 299">
              <a:extLst>
                <a:ext uri="{FF2B5EF4-FFF2-40B4-BE49-F238E27FC236}">
                  <a16:creationId xmlns:a16="http://schemas.microsoft.com/office/drawing/2014/main" id="{D9D31C47-84B5-42DD-BF16-57D84A687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736"/>
              <a:ext cx="1308" cy="167"/>
            </a:xfrm>
            <a:custGeom>
              <a:avLst/>
              <a:gdLst>
                <a:gd name="T0" fmla="*/ 50 w 523"/>
                <a:gd name="T1" fmla="*/ 1007 h 67"/>
                <a:gd name="T2" fmla="*/ 488 w 523"/>
                <a:gd name="T3" fmla="*/ 683 h 67"/>
                <a:gd name="T4" fmla="*/ 833 w 523"/>
                <a:gd name="T5" fmla="*/ 466 h 67"/>
                <a:gd name="T6" fmla="*/ 2396 w 523"/>
                <a:gd name="T7" fmla="*/ 75 h 67"/>
                <a:gd name="T8" fmla="*/ 2971 w 523"/>
                <a:gd name="T9" fmla="*/ 75 h 67"/>
                <a:gd name="T10" fmla="*/ 3221 w 523"/>
                <a:gd name="T11" fmla="*/ 75 h 67"/>
                <a:gd name="T12" fmla="*/ 4567 w 523"/>
                <a:gd name="T13" fmla="*/ 42 h 67"/>
                <a:gd name="T14" fmla="*/ 5335 w 523"/>
                <a:gd name="T15" fmla="*/ 42 h 67"/>
                <a:gd name="T16" fmla="*/ 5335 w 523"/>
                <a:gd name="T17" fmla="*/ 42 h 67"/>
                <a:gd name="T18" fmla="*/ 5835 w 523"/>
                <a:gd name="T19" fmla="*/ 42 h 67"/>
                <a:gd name="T20" fmla="*/ 6085 w 523"/>
                <a:gd name="T21" fmla="*/ 42 h 67"/>
                <a:gd name="T22" fmla="*/ 6838 w 523"/>
                <a:gd name="T23" fmla="*/ 105 h 67"/>
                <a:gd name="T24" fmla="*/ 7443 w 523"/>
                <a:gd name="T25" fmla="*/ 508 h 67"/>
                <a:gd name="T26" fmla="*/ 8151 w 523"/>
                <a:gd name="T27" fmla="*/ 1037 h 67"/>
                <a:gd name="T28" fmla="*/ 8181 w 523"/>
                <a:gd name="T29" fmla="*/ 1024 h 67"/>
                <a:gd name="T30" fmla="*/ 8163 w 523"/>
                <a:gd name="T31" fmla="*/ 995 h 67"/>
                <a:gd name="T32" fmla="*/ 7475 w 523"/>
                <a:gd name="T33" fmla="*/ 479 h 67"/>
                <a:gd name="T34" fmla="*/ 6838 w 523"/>
                <a:gd name="T35" fmla="*/ 75 h 67"/>
                <a:gd name="T36" fmla="*/ 6085 w 523"/>
                <a:gd name="T37" fmla="*/ 0 h 67"/>
                <a:gd name="T38" fmla="*/ 5835 w 523"/>
                <a:gd name="T39" fmla="*/ 0 h 67"/>
                <a:gd name="T40" fmla="*/ 5335 w 523"/>
                <a:gd name="T41" fmla="*/ 0 h 67"/>
                <a:gd name="T42" fmla="*/ 5335 w 523"/>
                <a:gd name="T43" fmla="*/ 0 h 67"/>
                <a:gd name="T44" fmla="*/ 4567 w 523"/>
                <a:gd name="T45" fmla="*/ 0 h 67"/>
                <a:gd name="T46" fmla="*/ 3221 w 523"/>
                <a:gd name="T47" fmla="*/ 30 h 67"/>
                <a:gd name="T48" fmla="*/ 2971 w 523"/>
                <a:gd name="T49" fmla="*/ 30 h 67"/>
                <a:gd name="T50" fmla="*/ 2396 w 523"/>
                <a:gd name="T51" fmla="*/ 30 h 67"/>
                <a:gd name="T52" fmla="*/ 800 w 523"/>
                <a:gd name="T53" fmla="*/ 434 h 67"/>
                <a:gd name="T54" fmla="*/ 470 w 523"/>
                <a:gd name="T55" fmla="*/ 653 h 67"/>
                <a:gd name="T56" fmla="*/ 20 w 523"/>
                <a:gd name="T57" fmla="*/ 975 h 67"/>
                <a:gd name="T58" fmla="*/ 20 w 523"/>
                <a:gd name="T59" fmla="*/ 1007 h 67"/>
                <a:gd name="T60" fmla="*/ 50 w 523"/>
                <a:gd name="T61" fmla="*/ 1007 h 6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23" h="67">
                  <a:moveTo>
                    <a:pt x="3" y="65"/>
                  </a:moveTo>
                  <a:cubicBezTo>
                    <a:pt x="12" y="57"/>
                    <a:pt x="22" y="50"/>
                    <a:pt x="31" y="44"/>
                  </a:cubicBezTo>
                  <a:cubicBezTo>
                    <a:pt x="40" y="39"/>
                    <a:pt x="48" y="34"/>
                    <a:pt x="53" y="30"/>
                  </a:cubicBezTo>
                  <a:cubicBezTo>
                    <a:pt x="80" y="8"/>
                    <a:pt x="117" y="5"/>
                    <a:pt x="153" y="5"/>
                  </a:cubicBezTo>
                  <a:cubicBezTo>
                    <a:pt x="166" y="5"/>
                    <a:pt x="178" y="5"/>
                    <a:pt x="190" y="5"/>
                  </a:cubicBezTo>
                  <a:cubicBezTo>
                    <a:pt x="195" y="5"/>
                    <a:pt x="201" y="5"/>
                    <a:pt x="206" y="5"/>
                  </a:cubicBezTo>
                  <a:cubicBezTo>
                    <a:pt x="235" y="4"/>
                    <a:pt x="263" y="3"/>
                    <a:pt x="292" y="3"/>
                  </a:cubicBezTo>
                  <a:cubicBezTo>
                    <a:pt x="308" y="3"/>
                    <a:pt x="324" y="3"/>
                    <a:pt x="341" y="3"/>
                  </a:cubicBezTo>
                  <a:cubicBezTo>
                    <a:pt x="341" y="3"/>
                    <a:pt x="341" y="3"/>
                    <a:pt x="341" y="3"/>
                  </a:cubicBezTo>
                  <a:cubicBezTo>
                    <a:pt x="352" y="3"/>
                    <a:pt x="362" y="3"/>
                    <a:pt x="373" y="3"/>
                  </a:cubicBezTo>
                  <a:cubicBezTo>
                    <a:pt x="378" y="3"/>
                    <a:pt x="383" y="3"/>
                    <a:pt x="389" y="3"/>
                  </a:cubicBezTo>
                  <a:cubicBezTo>
                    <a:pt x="401" y="4"/>
                    <a:pt x="425" y="5"/>
                    <a:pt x="437" y="7"/>
                  </a:cubicBezTo>
                  <a:cubicBezTo>
                    <a:pt x="449" y="10"/>
                    <a:pt x="462" y="21"/>
                    <a:pt x="476" y="33"/>
                  </a:cubicBezTo>
                  <a:cubicBezTo>
                    <a:pt x="490" y="45"/>
                    <a:pt x="505" y="59"/>
                    <a:pt x="521" y="67"/>
                  </a:cubicBezTo>
                  <a:cubicBezTo>
                    <a:pt x="521" y="67"/>
                    <a:pt x="522" y="67"/>
                    <a:pt x="523" y="66"/>
                  </a:cubicBezTo>
                  <a:cubicBezTo>
                    <a:pt x="523" y="65"/>
                    <a:pt x="523" y="64"/>
                    <a:pt x="522" y="64"/>
                  </a:cubicBezTo>
                  <a:cubicBezTo>
                    <a:pt x="507" y="56"/>
                    <a:pt x="492" y="43"/>
                    <a:pt x="478" y="31"/>
                  </a:cubicBezTo>
                  <a:cubicBezTo>
                    <a:pt x="464" y="19"/>
                    <a:pt x="450" y="8"/>
                    <a:pt x="437" y="5"/>
                  </a:cubicBezTo>
                  <a:cubicBezTo>
                    <a:pt x="425" y="2"/>
                    <a:pt x="401" y="1"/>
                    <a:pt x="389" y="0"/>
                  </a:cubicBezTo>
                  <a:cubicBezTo>
                    <a:pt x="383" y="0"/>
                    <a:pt x="378" y="0"/>
                    <a:pt x="373" y="0"/>
                  </a:cubicBezTo>
                  <a:cubicBezTo>
                    <a:pt x="362" y="0"/>
                    <a:pt x="352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24" y="0"/>
                    <a:pt x="308" y="0"/>
                    <a:pt x="292" y="0"/>
                  </a:cubicBezTo>
                  <a:cubicBezTo>
                    <a:pt x="263" y="0"/>
                    <a:pt x="235" y="1"/>
                    <a:pt x="206" y="2"/>
                  </a:cubicBezTo>
                  <a:cubicBezTo>
                    <a:pt x="201" y="2"/>
                    <a:pt x="195" y="2"/>
                    <a:pt x="190" y="2"/>
                  </a:cubicBezTo>
                  <a:cubicBezTo>
                    <a:pt x="178" y="2"/>
                    <a:pt x="166" y="2"/>
                    <a:pt x="153" y="2"/>
                  </a:cubicBezTo>
                  <a:cubicBezTo>
                    <a:pt x="117" y="2"/>
                    <a:pt x="79" y="5"/>
                    <a:pt x="51" y="28"/>
                  </a:cubicBezTo>
                  <a:cubicBezTo>
                    <a:pt x="46" y="32"/>
                    <a:pt x="39" y="36"/>
                    <a:pt x="30" y="42"/>
                  </a:cubicBezTo>
                  <a:cubicBezTo>
                    <a:pt x="21" y="47"/>
                    <a:pt x="10" y="54"/>
                    <a:pt x="1" y="63"/>
                  </a:cubicBezTo>
                  <a:cubicBezTo>
                    <a:pt x="0" y="63"/>
                    <a:pt x="0" y="64"/>
                    <a:pt x="1" y="65"/>
                  </a:cubicBezTo>
                  <a:cubicBezTo>
                    <a:pt x="2" y="65"/>
                    <a:pt x="2" y="65"/>
                    <a:pt x="3" y="6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4" name="Freeform 300">
              <a:extLst>
                <a:ext uri="{FF2B5EF4-FFF2-40B4-BE49-F238E27FC236}">
                  <a16:creationId xmlns:a16="http://schemas.microsoft.com/office/drawing/2014/main" id="{4FC5F02E-C583-4ECD-8B46-F56625633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56"/>
              <a:ext cx="3418" cy="97"/>
            </a:xfrm>
            <a:custGeom>
              <a:avLst/>
              <a:gdLst>
                <a:gd name="T0" fmla="*/ 21368 w 1367"/>
                <a:gd name="T1" fmla="*/ 525 h 39"/>
                <a:gd name="T2" fmla="*/ 0 w 1367"/>
                <a:gd name="T3" fmla="*/ 321 h 39"/>
                <a:gd name="T4" fmla="*/ 0 w 1367"/>
                <a:gd name="T5" fmla="*/ 291 h 39"/>
                <a:gd name="T6" fmla="*/ 0 w 1367"/>
                <a:gd name="T7" fmla="*/ 0 h 39"/>
                <a:gd name="T8" fmla="*/ 5863 w 1367"/>
                <a:gd name="T9" fmla="*/ 75 h 39"/>
                <a:gd name="T10" fmla="*/ 21368 w 1367"/>
                <a:gd name="T11" fmla="*/ 199 h 39"/>
                <a:gd name="T12" fmla="*/ 21368 w 1367"/>
                <a:gd name="T13" fmla="*/ 52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7" h="39">
                  <a:moveTo>
                    <a:pt x="1367" y="34"/>
                  </a:moveTo>
                  <a:cubicBezTo>
                    <a:pt x="1287" y="39"/>
                    <a:pt x="67" y="23"/>
                    <a:pt x="0" y="2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7" y="2"/>
                    <a:pt x="192" y="3"/>
                    <a:pt x="375" y="5"/>
                  </a:cubicBezTo>
                  <a:cubicBezTo>
                    <a:pt x="460" y="5"/>
                    <a:pt x="1287" y="18"/>
                    <a:pt x="1367" y="13"/>
                  </a:cubicBezTo>
                  <a:lnTo>
                    <a:pt x="1367" y="34"/>
                  </a:lnTo>
                  <a:close/>
                </a:path>
              </a:pathLst>
            </a:custGeom>
            <a:solidFill>
              <a:srgbClr val="F7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5" name="Freeform 301">
              <a:extLst>
                <a:ext uri="{FF2B5EF4-FFF2-40B4-BE49-F238E27FC236}">
                  <a16:creationId xmlns:a16="http://schemas.microsoft.com/office/drawing/2014/main" id="{33C76C03-1019-48C0-ACE4-439A6C43E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51"/>
              <a:ext cx="3428" cy="95"/>
            </a:xfrm>
            <a:custGeom>
              <a:avLst/>
              <a:gdLst>
                <a:gd name="T0" fmla="*/ 21401 w 1371"/>
                <a:gd name="T1" fmla="*/ 563 h 38"/>
                <a:gd name="T2" fmla="*/ 21431 w 1371"/>
                <a:gd name="T3" fmla="*/ 563 h 38"/>
                <a:gd name="T4" fmla="*/ 21431 w 1371"/>
                <a:gd name="T5" fmla="*/ 238 h 38"/>
                <a:gd name="T6" fmla="*/ 21413 w 1371"/>
                <a:gd name="T7" fmla="*/ 220 h 38"/>
                <a:gd name="T8" fmla="*/ 21401 w 1371"/>
                <a:gd name="T9" fmla="*/ 208 h 38"/>
                <a:gd name="T10" fmla="*/ 19913 w 1371"/>
                <a:gd name="T11" fmla="*/ 220 h 38"/>
                <a:gd name="T12" fmla="*/ 33 w 1371"/>
                <a:gd name="T13" fmla="*/ 0 h 38"/>
                <a:gd name="T14" fmla="*/ 20 w 1371"/>
                <a:gd name="T15" fmla="*/ 20 h 38"/>
                <a:gd name="T16" fmla="*/ 0 w 1371"/>
                <a:gd name="T17" fmla="*/ 33 h 38"/>
                <a:gd name="T18" fmla="*/ 0 w 1371"/>
                <a:gd name="T19" fmla="*/ 333 h 38"/>
                <a:gd name="T20" fmla="*/ 0 w 1371"/>
                <a:gd name="T21" fmla="*/ 363 h 38"/>
                <a:gd name="T22" fmla="*/ 33 w 1371"/>
                <a:gd name="T23" fmla="*/ 375 h 38"/>
                <a:gd name="T24" fmla="*/ 20025 w 1371"/>
                <a:gd name="T25" fmla="*/ 595 h 38"/>
                <a:gd name="T26" fmla="*/ 21401 w 1371"/>
                <a:gd name="T27" fmla="*/ 583 h 38"/>
                <a:gd name="T28" fmla="*/ 21431 w 1371"/>
                <a:gd name="T29" fmla="*/ 563 h 38"/>
                <a:gd name="T30" fmla="*/ 21401 w 1371"/>
                <a:gd name="T31" fmla="*/ 563 h 38"/>
                <a:gd name="T32" fmla="*/ 21401 w 1371"/>
                <a:gd name="T33" fmla="*/ 533 h 38"/>
                <a:gd name="T34" fmla="*/ 20025 w 1371"/>
                <a:gd name="T35" fmla="*/ 550 h 38"/>
                <a:gd name="T36" fmla="*/ 33 w 1371"/>
                <a:gd name="T37" fmla="*/ 333 h 38"/>
                <a:gd name="T38" fmla="*/ 33 w 1371"/>
                <a:gd name="T39" fmla="*/ 363 h 38"/>
                <a:gd name="T40" fmla="*/ 50 w 1371"/>
                <a:gd name="T41" fmla="*/ 363 h 38"/>
                <a:gd name="T42" fmla="*/ 50 w 1371"/>
                <a:gd name="T43" fmla="*/ 333 h 38"/>
                <a:gd name="T44" fmla="*/ 50 w 1371"/>
                <a:gd name="T45" fmla="*/ 33 h 38"/>
                <a:gd name="T46" fmla="*/ 33 w 1371"/>
                <a:gd name="T47" fmla="*/ 33 h 38"/>
                <a:gd name="T48" fmla="*/ 33 w 1371"/>
                <a:gd name="T49" fmla="*/ 50 h 38"/>
                <a:gd name="T50" fmla="*/ 19913 w 1371"/>
                <a:gd name="T51" fmla="*/ 270 h 38"/>
                <a:gd name="T52" fmla="*/ 21401 w 1371"/>
                <a:gd name="T53" fmla="*/ 250 h 38"/>
                <a:gd name="T54" fmla="*/ 21401 w 1371"/>
                <a:gd name="T55" fmla="*/ 238 h 38"/>
                <a:gd name="T56" fmla="*/ 21381 w 1371"/>
                <a:gd name="T57" fmla="*/ 238 h 38"/>
                <a:gd name="T58" fmla="*/ 21381 w 1371"/>
                <a:gd name="T59" fmla="*/ 563 h 38"/>
                <a:gd name="T60" fmla="*/ 21401 w 1371"/>
                <a:gd name="T61" fmla="*/ 563 h 38"/>
                <a:gd name="T62" fmla="*/ 21401 w 1371"/>
                <a:gd name="T63" fmla="*/ 533 h 38"/>
                <a:gd name="T64" fmla="*/ 21401 w 1371"/>
                <a:gd name="T65" fmla="*/ 563 h 3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71" h="38">
                  <a:moveTo>
                    <a:pt x="1369" y="36"/>
                  </a:moveTo>
                  <a:cubicBezTo>
                    <a:pt x="1371" y="36"/>
                    <a:pt x="1371" y="36"/>
                    <a:pt x="1371" y="36"/>
                  </a:cubicBezTo>
                  <a:cubicBezTo>
                    <a:pt x="1371" y="15"/>
                    <a:pt x="1371" y="15"/>
                    <a:pt x="1371" y="15"/>
                  </a:cubicBezTo>
                  <a:cubicBezTo>
                    <a:pt x="1371" y="14"/>
                    <a:pt x="1371" y="14"/>
                    <a:pt x="1370" y="14"/>
                  </a:cubicBezTo>
                  <a:cubicBezTo>
                    <a:pt x="1370" y="14"/>
                    <a:pt x="1370" y="13"/>
                    <a:pt x="1369" y="13"/>
                  </a:cubicBezTo>
                  <a:cubicBezTo>
                    <a:pt x="1358" y="14"/>
                    <a:pt x="1324" y="14"/>
                    <a:pt x="1274" y="14"/>
                  </a:cubicBezTo>
                  <a:cubicBezTo>
                    <a:pt x="969" y="14"/>
                    <a:pt x="59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1" y="24"/>
                    <a:pt x="2" y="24"/>
                  </a:cubicBezTo>
                  <a:cubicBezTo>
                    <a:pt x="60" y="26"/>
                    <a:pt x="983" y="38"/>
                    <a:pt x="1281" y="38"/>
                  </a:cubicBezTo>
                  <a:cubicBezTo>
                    <a:pt x="1328" y="38"/>
                    <a:pt x="1359" y="38"/>
                    <a:pt x="1369" y="37"/>
                  </a:cubicBezTo>
                  <a:cubicBezTo>
                    <a:pt x="1370" y="37"/>
                    <a:pt x="1371" y="37"/>
                    <a:pt x="1371" y="36"/>
                  </a:cubicBezTo>
                  <a:cubicBezTo>
                    <a:pt x="1369" y="36"/>
                    <a:pt x="1369" y="36"/>
                    <a:pt x="1369" y="36"/>
                  </a:cubicBezTo>
                  <a:cubicBezTo>
                    <a:pt x="1369" y="34"/>
                    <a:pt x="1369" y="34"/>
                    <a:pt x="1369" y="34"/>
                  </a:cubicBezTo>
                  <a:cubicBezTo>
                    <a:pt x="1359" y="35"/>
                    <a:pt x="1328" y="35"/>
                    <a:pt x="1281" y="35"/>
                  </a:cubicBezTo>
                  <a:cubicBezTo>
                    <a:pt x="983" y="35"/>
                    <a:pt x="60" y="23"/>
                    <a:pt x="2" y="21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59" y="5"/>
                    <a:pt x="969" y="17"/>
                    <a:pt x="1274" y="17"/>
                  </a:cubicBezTo>
                  <a:cubicBezTo>
                    <a:pt x="1324" y="17"/>
                    <a:pt x="1358" y="17"/>
                    <a:pt x="1369" y="16"/>
                  </a:cubicBezTo>
                  <a:cubicBezTo>
                    <a:pt x="1369" y="15"/>
                    <a:pt x="1369" y="15"/>
                    <a:pt x="1369" y="15"/>
                  </a:cubicBezTo>
                  <a:cubicBezTo>
                    <a:pt x="1368" y="15"/>
                    <a:pt x="1368" y="15"/>
                    <a:pt x="1368" y="15"/>
                  </a:cubicBezTo>
                  <a:cubicBezTo>
                    <a:pt x="1368" y="36"/>
                    <a:pt x="1368" y="36"/>
                    <a:pt x="1368" y="36"/>
                  </a:cubicBezTo>
                  <a:cubicBezTo>
                    <a:pt x="1369" y="36"/>
                    <a:pt x="1369" y="36"/>
                    <a:pt x="1369" y="36"/>
                  </a:cubicBezTo>
                  <a:cubicBezTo>
                    <a:pt x="1369" y="34"/>
                    <a:pt x="1369" y="34"/>
                    <a:pt x="1369" y="34"/>
                  </a:cubicBezTo>
                  <a:lnTo>
                    <a:pt x="1369" y="3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6" name="Freeform 302">
              <a:extLst>
                <a:ext uri="{FF2B5EF4-FFF2-40B4-BE49-F238E27FC236}">
                  <a16:creationId xmlns:a16="http://schemas.microsoft.com/office/drawing/2014/main" id="{619B334E-598C-4867-AFC3-2F50C5CEC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863"/>
              <a:ext cx="3390" cy="100"/>
            </a:xfrm>
            <a:custGeom>
              <a:avLst/>
              <a:gdLst>
                <a:gd name="T0" fmla="*/ 21188 w 1356"/>
                <a:gd name="T1" fmla="*/ 333 h 40"/>
                <a:gd name="T2" fmla="*/ 17020 w 1356"/>
                <a:gd name="T3" fmla="*/ 488 h 40"/>
                <a:gd name="T4" fmla="*/ 6238 w 1356"/>
                <a:gd name="T5" fmla="*/ 520 h 40"/>
                <a:gd name="T6" fmla="*/ 2238 w 1356"/>
                <a:gd name="T7" fmla="*/ 625 h 40"/>
                <a:gd name="T8" fmla="*/ 0 w 1356"/>
                <a:gd name="T9" fmla="*/ 470 h 40"/>
                <a:gd name="T10" fmla="*/ 0 w 1356"/>
                <a:gd name="T11" fmla="*/ 408 h 40"/>
                <a:gd name="T12" fmla="*/ 0 w 1356"/>
                <a:gd name="T13" fmla="*/ 145 h 40"/>
                <a:gd name="T14" fmla="*/ 2238 w 1356"/>
                <a:gd name="T15" fmla="*/ 300 h 40"/>
                <a:gd name="T16" fmla="*/ 6238 w 1356"/>
                <a:gd name="T17" fmla="*/ 188 h 40"/>
                <a:gd name="T18" fmla="*/ 17020 w 1356"/>
                <a:gd name="T19" fmla="*/ 158 h 40"/>
                <a:gd name="T20" fmla="*/ 21188 w 1356"/>
                <a:gd name="T21" fmla="*/ 0 h 40"/>
                <a:gd name="T22" fmla="*/ 21188 w 1356"/>
                <a:gd name="T23" fmla="*/ 333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6" h="40">
                  <a:moveTo>
                    <a:pt x="1356" y="21"/>
                  </a:moveTo>
                  <a:cubicBezTo>
                    <a:pt x="1339" y="24"/>
                    <a:pt x="1234" y="31"/>
                    <a:pt x="1089" y="31"/>
                  </a:cubicBezTo>
                  <a:cubicBezTo>
                    <a:pt x="972" y="31"/>
                    <a:pt x="492" y="34"/>
                    <a:pt x="399" y="33"/>
                  </a:cubicBezTo>
                  <a:cubicBezTo>
                    <a:pt x="300" y="32"/>
                    <a:pt x="211" y="40"/>
                    <a:pt x="143" y="40"/>
                  </a:cubicBezTo>
                  <a:cubicBezTo>
                    <a:pt x="40" y="40"/>
                    <a:pt x="6" y="29"/>
                    <a:pt x="0" y="3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8"/>
                    <a:pt x="40" y="19"/>
                    <a:pt x="143" y="19"/>
                  </a:cubicBezTo>
                  <a:cubicBezTo>
                    <a:pt x="211" y="19"/>
                    <a:pt x="300" y="12"/>
                    <a:pt x="399" y="12"/>
                  </a:cubicBezTo>
                  <a:cubicBezTo>
                    <a:pt x="492" y="13"/>
                    <a:pt x="972" y="10"/>
                    <a:pt x="1089" y="10"/>
                  </a:cubicBezTo>
                  <a:cubicBezTo>
                    <a:pt x="1234" y="10"/>
                    <a:pt x="1339" y="3"/>
                    <a:pt x="1356" y="0"/>
                  </a:cubicBezTo>
                  <a:cubicBezTo>
                    <a:pt x="1356" y="21"/>
                    <a:pt x="1356" y="21"/>
                    <a:pt x="1356" y="21"/>
                  </a:cubicBezTo>
                  <a:close/>
                </a:path>
              </a:pathLst>
            </a:custGeom>
            <a:solidFill>
              <a:srgbClr val="F7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7" name="Freeform 303">
              <a:extLst>
                <a:ext uri="{FF2B5EF4-FFF2-40B4-BE49-F238E27FC236}">
                  <a16:creationId xmlns:a16="http://schemas.microsoft.com/office/drawing/2014/main" id="{664A6E5E-16C9-4F38-8EE8-51363B1E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58"/>
              <a:ext cx="3398" cy="110"/>
            </a:xfrm>
            <a:custGeom>
              <a:avLst/>
              <a:gdLst>
                <a:gd name="T0" fmla="*/ 6846 w 1359"/>
                <a:gd name="T1" fmla="*/ 208 h 44"/>
                <a:gd name="T2" fmla="*/ 6083 w 1359"/>
                <a:gd name="T3" fmla="*/ 208 h 44"/>
                <a:gd name="T4" fmla="*/ 2250 w 1359"/>
                <a:gd name="T5" fmla="*/ 313 h 44"/>
                <a:gd name="T6" fmla="*/ 208 w 1359"/>
                <a:gd name="T7" fmla="*/ 175 h 44"/>
                <a:gd name="T8" fmla="*/ 20 w 1359"/>
                <a:gd name="T9" fmla="*/ 145 h 44"/>
                <a:gd name="T10" fmla="*/ 0 w 1359"/>
                <a:gd name="T11" fmla="*/ 438 h 44"/>
                <a:gd name="T12" fmla="*/ 0 w 1359"/>
                <a:gd name="T13" fmla="*/ 520 h 44"/>
                <a:gd name="T14" fmla="*/ 20 w 1359"/>
                <a:gd name="T15" fmla="*/ 520 h 44"/>
                <a:gd name="T16" fmla="*/ 2250 w 1359"/>
                <a:gd name="T17" fmla="*/ 688 h 44"/>
                <a:gd name="T18" fmla="*/ 6083 w 1359"/>
                <a:gd name="T19" fmla="*/ 583 h 44"/>
                <a:gd name="T20" fmla="*/ 6846 w 1359"/>
                <a:gd name="T21" fmla="*/ 583 h 44"/>
                <a:gd name="T22" fmla="*/ 17038 w 1359"/>
                <a:gd name="T23" fmla="*/ 550 h 44"/>
                <a:gd name="T24" fmla="*/ 19900 w 1359"/>
                <a:gd name="T25" fmla="*/ 488 h 44"/>
                <a:gd name="T26" fmla="*/ 21213 w 1359"/>
                <a:gd name="T27" fmla="*/ 363 h 44"/>
                <a:gd name="T28" fmla="*/ 21193 w 1359"/>
                <a:gd name="T29" fmla="*/ 363 h 44"/>
                <a:gd name="T30" fmla="*/ 21213 w 1359"/>
                <a:gd name="T31" fmla="*/ 375 h 44"/>
                <a:gd name="T32" fmla="*/ 21243 w 1359"/>
                <a:gd name="T33" fmla="*/ 363 h 44"/>
                <a:gd name="T34" fmla="*/ 21226 w 1359"/>
                <a:gd name="T35" fmla="*/ 20 h 44"/>
                <a:gd name="T36" fmla="*/ 19900 w 1359"/>
                <a:gd name="T37" fmla="*/ 113 h 44"/>
                <a:gd name="T38" fmla="*/ 17038 w 1359"/>
                <a:gd name="T39" fmla="*/ 175 h 44"/>
                <a:gd name="T40" fmla="*/ 6846 w 1359"/>
                <a:gd name="T41" fmla="*/ 208 h 44"/>
                <a:gd name="T42" fmla="*/ 6846 w 1359"/>
                <a:gd name="T43" fmla="*/ 208 h 44"/>
                <a:gd name="T44" fmla="*/ 6846 w 1359"/>
                <a:gd name="T45" fmla="*/ 250 h 44"/>
                <a:gd name="T46" fmla="*/ 17025 w 1359"/>
                <a:gd name="T47" fmla="*/ 220 h 44"/>
                <a:gd name="T48" fmla="*/ 17100 w 1359"/>
                <a:gd name="T49" fmla="*/ 220 h 44"/>
                <a:gd name="T50" fmla="*/ 21213 w 1359"/>
                <a:gd name="T51" fmla="*/ 50 h 44"/>
                <a:gd name="T52" fmla="*/ 21193 w 1359"/>
                <a:gd name="T53" fmla="*/ 33 h 44"/>
                <a:gd name="T54" fmla="*/ 21193 w 1359"/>
                <a:gd name="T55" fmla="*/ 375 h 44"/>
                <a:gd name="T56" fmla="*/ 21226 w 1359"/>
                <a:gd name="T57" fmla="*/ 375 h 44"/>
                <a:gd name="T58" fmla="*/ 21243 w 1359"/>
                <a:gd name="T59" fmla="*/ 363 h 44"/>
                <a:gd name="T60" fmla="*/ 21213 w 1359"/>
                <a:gd name="T61" fmla="*/ 333 h 44"/>
                <a:gd name="T62" fmla="*/ 17100 w 1359"/>
                <a:gd name="T63" fmla="*/ 500 h 44"/>
                <a:gd name="T64" fmla="*/ 16897 w 1359"/>
                <a:gd name="T65" fmla="*/ 500 h 44"/>
                <a:gd name="T66" fmla="*/ 6251 w 1359"/>
                <a:gd name="T67" fmla="*/ 533 h 44"/>
                <a:gd name="T68" fmla="*/ 2300 w 1359"/>
                <a:gd name="T69" fmla="*/ 645 h 44"/>
                <a:gd name="T70" fmla="*/ 595 w 1359"/>
                <a:gd name="T71" fmla="*/ 550 h 44"/>
                <a:gd name="T72" fmla="*/ 20 w 1359"/>
                <a:gd name="T73" fmla="*/ 470 h 44"/>
                <a:gd name="T74" fmla="*/ 20 w 1359"/>
                <a:gd name="T75" fmla="*/ 500 h 44"/>
                <a:gd name="T76" fmla="*/ 50 w 1359"/>
                <a:gd name="T77" fmla="*/ 438 h 44"/>
                <a:gd name="T78" fmla="*/ 20 w 1359"/>
                <a:gd name="T79" fmla="*/ 175 h 44"/>
                <a:gd name="T80" fmla="*/ 20 w 1359"/>
                <a:gd name="T81" fmla="*/ 188 h 44"/>
                <a:gd name="T82" fmla="*/ 2250 w 1359"/>
                <a:gd name="T83" fmla="*/ 363 h 44"/>
                <a:gd name="T84" fmla="*/ 6083 w 1359"/>
                <a:gd name="T85" fmla="*/ 250 h 44"/>
                <a:gd name="T86" fmla="*/ 6846 w 1359"/>
                <a:gd name="T87" fmla="*/ 250 h 44"/>
                <a:gd name="T88" fmla="*/ 6846 w 1359"/>
                <a:gd name="T89" fmla="*/ 238 h 4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59" h="44">
                  <a:moveTo>
                    <a:pt x="438" y="15"/>
                  </a:moveTo>
                  <a:cubicBezTo>
                    <a:pt x="438" y="13"/>
                    <a:pt x="438" y="13"/>
                    <a:pt x="438" y="13"/>
                  </a:cubicBezTo>
                  <a:cubicBezTo>
                    <a:pt x="425" y="13"/>
                    <a:pt x="412" y="13"/>
                    <a:pt x="400" y="13"/>
                  </a:cubicBezTo>
                  <a:cubicBezTo>
                    <a:pt x="396" y="13"/>
                    <a:pt x="393" y="13"/>
                    <a:pt x="389" y="13"/>
                  </a:cubicBezTo>
                  <a:cubicBezTo>
                    <a:pt x="296" y="13"/>
                    <a:pt x="211" y="20"/>
                    <a:pt x="146" y="20"/>
                  </a:cubicBezTo>
                  <a:cubicBezTo>
                    <a:pt x="146" y="20"/>
                    <a:pt x="145" y="20"/>
                    <a:pt x="144" y="20"/>
                  </a:cubicBezTo>
                  <a:cubicBezTo>
                    <a:pt x="94" y="19"/>
                    <a:pt x="60" y="17"/>
                    <a:pt x="38" y="14"/>
                  </a:cubicBezTo>
                  <a:cubicBezTo>
                    <a:pt x="27" y="13"/>
                    <a:pt x="19" y="12"/>
                    <a:pt x="13" y="11"/>
                  </a:cubicBezTo>
                  <a:cubicBezTo>
                    <a:pt x="7" y="10"/>
                    <a:pt x="4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3"/>
                  </a:cubicBezTo>
                  <a:cubicBezTo>
                    <a:pt x="0" y="33"/>
                    <a:pt x="1" y="33"/>
                    <a:pt x="1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3" y="33"/>
                    <a:pt x="7" y="34"/>
                    <a:pt x="12" y="35"/>
                  </a:cubicBezTo>
                  <a:cubicBezTo>
                    <a:pt x="30" y="38"/>
                    <a:pt x="68" y="43"/>
                    <a:pt x="144" y="44"/>
                  </a:cubicBezTo>
                  <a:cubicBezTo>
                    <a:pt x="145" y="44"/>
                    <a:pt x="146" y="44"/>
                    <a:pt x="147" y="44"/>
                  </a:cubicBezTo>
                  <a:cubicBezTo>
                    <a:pt x="211" y="44"/>
                    <a:pt x="296" y="37"/>
                    <a:pt x="389" y="37"/>
                  </a:cubicBezTo>
                  <a:cubicBezTo>
                    <a:pt x="393" y="37"/>
                    <a:pt x="396" y="37"/>
                    <a:pt x="400" y="37"/>
                  </a:cubicBezTo>
                  <a:cubicBezTo>
                    <a:pt x="409" y="37"/>
                    <a:pt x="422" y="37"/>
                    <a:pt x="438" y="37"/>
                  </a:cubicBezTo>
                  <a:cubicBezTo>
                    <a:pt x="581" y="37"/>
                    <a:pt x="964" y="35"/>
                    <a:pt x="1081" y="35"/>
                  </a:cubicBezTo>
                  <a:cubicBezTo>
                    <a:pt x="1084" y="35"/>
                    <a:pt x="1087" y="35"/>
                    <a:pt x="1090" y="35"/>
                  </a:cubicBezTo>
                  <a:cubicBezTo>
                    <a:pt x="1091" y="35"/>
                    <a:pt x="1092" y="35"/>
                    <a:pt x="1094" y="35"/>
                  </a:cubicBezTo>
                  <a:cubicBezTo>
                    <a:pt x="1165" y="35"/>
                    <a:pt x="1227" y="33"/>
                    <a:pt x="1273" y="31"/>
                  </a:cubicBezTo>
                  <a:cubicBezTo>
                    <a:pt x="1319" y="28"/>
                    <a:pt x="1349" y="26"/>
                    <a:pt x="1357" y="24"/>
                  </a:cubicBezTo>
                  <a:cubicBezTo>
                    <a:pt x="1357" y="23"/>
                    <a:pt x="1357" y="23"/>
                    <a:pt x="1357" y="23"/>
                  </a:cubicBezTo>
                  <a:cubicBezTo>
                    <a:pt x="1356" y="23"/>
                    <a:pt x="1356" y="23"/>
                    <a:pt x="1356" y="23"/>
                  </a:cubicBezTo>
                  <a:cubicBezTo>
                    <a:pt x="1356" y="23"/>
                    <a:pt x="1356" y="23"/>
                    <a:pt x="1356" y="23"/>
                  </a:cubicBezTo>
                  <a:cubicBezTo>
                    <a:pt x="1356" y="23"/>
                    <a:pt x="1356" y="24"/>
                    <a:pt x="1356" y="24"/>
                  </a:cubicBezTo>
                  <a:cubicBezTo>
                    <a:pt x="1356" y="24"/>
                    <a:pt x="1357" y="24"/>
                    <a:pt x="1357" y="24"/>
                  </a:cubicBezTo>
                  <a:cubicBezTo>
                    <a:pt x="1358" y="24"/>
                    <a:pt x="1358" y="24"/>
                    <a:pt x="1358" y="24"/>
                  </a:cubicBezTo>
                  <a:cubicBezTo>
                    <a:pt x="1359" y="24"/>
                    <a:pt x="1359" y="23"/>
                    <a:pt x="1359" y="23"/>
                  </a:cubicBezTo>
                  <a:cubicBezTo>
                    <a:pt x="1359" y="2"/>
                    <a:pt x="1359" y="2"/>
                    <a:pt x="1359" y="2"/>
                  </a:cubicBezTo>
                  <a:cubicBezTo>
                    <a:pt x="1359" y="1"/>
                    <a:pt x="1359" y="1"/>
                    <a:pt x="1358" y="1"/>
                  </a:cubicBezTo>
                  <a:cubicBezTo>
                    <a:pt x="1358" y="0"/>
                    <a:pt x="1357" y="0"/>
                    <a:pt x="1357" y="0"/>
                  </a:cubicBezTo>
                  <a:cubicBezTo>
                    <a:pt x="1349" y="2"/>
                    <a:pt x="1319" y="4"/>
                    <a:pt x="1273" y="7"/>
                  </a:cubicBezTo>
                  <a:cubicBezTo>
                    <a:pt x="1227" y="9"/>
                    <a:pt x="1165" y="11"/>
                    <a:pt x="1094" y="11"/>
                  </a:cubicBezTo>
                  <a:cubicBezTo>
                    <a:pt x="1092" y="11"/>
                    <a:pt x="1091" y="11"/>
                    <a:pt x="1090" y="11"/>
                  </a:cubicBezTo>
                  <a:cubicBezTo>
                    <a:pt x="1090" y="11"/>
                    <a:pt x="1089" y="11"/>
                    <a:pt x="1089" y="11"/>
                  </a:cubicBezTo>
                  <a:cubicBezTo>
                    <a:pt x="1039" y="11"/>
                    <a:pt x="438" y="13"/>
                    <a:pt x="438" y="13"/>
                  </a:cubicBezTo>
                  <a:cubicBezTo>
                    <a:pt x="438" y="15"/>
                    <a:pt x="438" y="15"/>
                    <a:pt x="438" y="15"/>
                  </a:cubicBezTo>
                  <a:cubicBezTo>
                    <a:pt x="438" y="13"/>
                    <a:pt x="438" y="13"/>
                    <a:pt x="438" y="13"/>
                  </a:cubicBezTo>
                  <a:cubicBezTo>
                    <a:pt x="438" y="15"/>
                    <a:pt x="438" y="15"/>
                    <a:pt x="438" y="15"/>
                  </a:cubicBezTo>
                  <a:cubicBezTo>
                    <a:pt x="438" y="16"/>
                    <a:pt x="438" y="16"/>
                    <a:pt x="438" y="16"/>
                  </a:cubicBezTo>
                  <a:cubicBezTo>
                    <a:pt x="438" y="16"/>
                    <a:pt x="447" y="16"/>
                    <a:pt x="464" y="16"/>
                  </a:cubicBezTo>
                  <a:cubicBezTo>
                    <a:pt x="580" y="16"/>
                    <a:pt x="1045" y="14"/>
                    <a:pt x="1089" y="14"/>
                  </a:cubicBezTo>
                  <a:cubicBezTo>
                    <a:pt x="1089" y="14"/>
                    <a:pt x="1090" y="14"/>
                    <a:pt x="1090" y="14"/>
                  </a:cubicBezTo>
                  <a:cubicBezTo>
                    <a:pt x="1091" y="14"/>
                    <a:pt x="1092" y="14"/>
                    <a:pt x="1094" y="14"/>
                  </a:cubicBezTo>
                  <a:cubicBezTo>
                    <a:pt x="1165" y="14"/>
                    <a:pt x="1227" y="12"/>
                    <a:pt x="1273" y="10"/>
                  </a:cubicBezTo>
                  <a:cubicBezTo>
                    <a:pt x="1319" y="7"/>
                    <a:pt x="1349" y="5"/>
                    <a:pt x="1357" y="3"/>
                  </a:cubicBezTo>
                  <a:cubicBezTo>
                    <a:pt x="1357" y="2"/>
                    <a:pt x="1357" y="2"/>
                    <a:pt x="1357" y="2"/>
                  </a:cubicBezTo>
                  <a:cubicBezTo>
                    <a:pt x="1356" y="2"/>
                    <a:pt x="1356" y="2"/>
                    <a:pt x="1356" y="2"/>
                  </a:cubicBezTo>
                  <a:cubicBezTo>
                    <a:pt x="1356" y="23"/>
                    <a:pt x="1356" y="23"/>
                    <a:pt x="1356" y="23"/>
                  </a:cubicBezTo>
                  <a:cubicBezTo>
                    <a:pt x="1356" y="23"/>
                    <a:pt x="1356" y="24"/>
                    <a:pt x="1356" y="24"/>
                  </a:cubicBezTo>
                  <a:cubicBezTo>
                    <a:pt x="1356" y="24"/>
                    <a:pt x="1357" y="24"/>
                    <a:pt x="1357" y="24"/>
                  </a:cubicBezTo>
                  <a:cubicBezTo>
                    <a:pt x="1358" y="24"/>
                    <a:pt x="1358" y="24"/>
                    <a:pt x="1358" y="24"/>
                  </a:cubicBezTo>
                  <a:cubicBezTo>
                    <a:pt x="1359" y="24"/>
                    <a:pt x="1359" y="23"/>
                    <a:pt x="1359" y="23"/>
                  </a:cubicBezTo>
                  <a:cubicBezTo>
                    <a:pt x="1359" y="23"/>
                    <a:pt x="1359" y="23"/>
                    <a:pt x="1359" y="23"/>
                  </a:cubicBezTo>
                  <a:cubicBezTo>
                    <a:pt x="1359" y="22"/>
                    <a:pt x="1359" y="22"/>
                    <a:pt x="1358" y="22"/>
                  </a:cubicBezTo>
                  <a:cubicBezTo>
                    <a:pt x="1358" y="21"/>
                    <a:pt x="1357" y="21"/>
                    <a:pt x="1357" y="21"/>
                  </a:cubicBezTo>
                  <a:cubicBezTo>
                    <a:pt x="1349" y="23"/>
                    <a:pt x="1319" y="25"/>
                    <a:pt x="1273" y="28"/>
                  </a:cubicBezTo>
                  <a:cubicBezTo>
                    <a:pt x="1227" y="30"/>
                    <a:pt x="1165" y="32"/>
                    <a:pt x="1094" y="32"/>
                  </a:cubicBezTo>
                  <a:cubicBezTo>
                    <a:pt x="1092" y="32"/>
                    <a:pt x="1091" y="32"/>
                    <a:pt x="1090" y="32"/>
                  </a:cubicBezTo>
                  <a:cubicBezTo>
                    <a:pt x="1087" y="32"/>
                    <a:pt x="1084" y="32"/>
                    <a:pt x="1081" y="32"/>
                  </a:cubicBezTo>
                  <a:cubicBezTo>
                    <a:pt x="964" y="32"/>
                    <a:pt x="581" y="34"/>
                    <a:pt x="438" y="34"/>
                  </a:cubicBezTo>
                  <a:cubicBezTo>
                    <a:pt x="422" y="34"/>
                    <a:pt x="409" y="34"/>
                    <a:pt x="400" y="34"/>
                  </a:cubicBezTo>
                  <a:cubicBezTo>
                    <a:pt x="396" y="34"/>
                    <a:pt x="393" y="34"/>
                    <a:pt x="389" y="34"/>
                  </a:cubicBezTo>
                  <a:cubicBezTo>
                    <a:pt x="296" y="34"/>
                    <a:pt x="211" y="41"/>
                    <a:pt x="147" y="41"/>
                  </a:cubicBezTo>
                  <a:cubicBezTo>
                    <a:pt x="146" y="41"/>
                    <a:pt x="145" y="41"/>
                    <a:pt x="144" y="41"/>
                  </a:cubicBezTo>
                  <a:cubicBezTo>
                    <a:pt x="94" y="40"/>
                    <a:pt x="60" y="38"/>
                    <a:pt x="38" y="35"/>
                  </a:cubicBezTo>
                  <a:cubicBezTo>
                    <a:pt x="27" y="34"/>
                    <a:pt x="19" y="33"/>
                    <a:pt x="13" y="32"/>
                  </a:cubicBezTo>
                  <a:cubicBezTo>
                    <a:pt x="7" y="31"/>
                    <a:pt x="4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3" y="12"/>
                    <a:pt x="7" y="13"/>
                    <a:pt x="12" y="14"/>
                  </a:cubicBezTo>
                  <a:cubicBezTo>
                    <a:pt x="30" y="17"/>
                    <a:pt x="68" y="22"/>
                    <a:pt x="144" y="23"/>
                  </a:cubicBezTo>
                  <a:cubicBezTo>
                    <a:pt x="145" y="23"/>
                    <a:pt x="146" y="23"/>
                    <a:pt x="146" y="23"/>
                  </a:cubicBezTo>
                  <a:cubicBezTo>
                    <a:pt x="211" y="23"/>
                    <a:pt x="296" y="16"/>
                    <a:pt x="389" y="16"/>
                  </a:cubicBezTo>
                  <a:cubicBezTo>
                    <a:pt x="393" y="16"/>
                    <a:pt x="396" y="16"/>
                    <a:pt x="400" y="16"/>
                  </a:cubicBezTo>
                  <a:cubicBezTo>
                    <a:pt x="412" y="16"/>
                    <a:pt x="425" y="16"/>
                    <a:pt x="438" y="16"/>
                  </a:cubicBezTo>
                  <a:cubicBezTo>
                    <a:pt x="438" y="16"/>
                    <a:pt x="438" y="16"/>
                    <a:pt x="438" y="16"/>
                  </a:cubicBezTo>
                  <a:lnTo>
                    <a:pt x="438" y="1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3">
            <a:extLst>
              <a:ext uri="{FF2B5EF4-FFF2-40B4-BE49-F238E27FC236}">
                <a16:creationId xmlns:a16="http://schemas.microsoft.com/office/drawing/2014/main" id="{C6E4DCCB-8DE4-45EC-B036-62060FF2F3A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Stent (3)</a:t>
            </a:r>
          </a:p>
        </p:txBody>
      </p:sp>
      <p:grpSp>
        <p:nvGrpSpPr>
          <p:cNvPr id="59394" name="vascular-stent-mesh-structure">
            <a:extLst>
              <a:ext uri="{FF2B5EF4-FFF2-40B4-BE49-F238E27FC236}">
                <a16:creationId xmlns:a16="http://schemas.microsoft.com/office/drawing/2014/main" id="{FB91667F-ABBD-4A83-B3AB-EBF010B45DB7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630363"/>
            <a:ext cx="3679825" cy="1355725"/>
            <a:chOff x="408" y="816"/>
            <a:chExt cx="2174" cy="801"/>
          </a:xfrm>
        </p:grpSpPr>
        <p:sp>
          <p:nvSpPr>
            <p:cNvPr id="59533" name="Freeform 5">
              <a:extLst>
                <a:ext uri="{FF2B5EF4-FFF2-40B4-BE49-F238E27FC236}">
                  <a16:creationId xmlns:a16="http://schemas.microsoft.com/office/drawing/2014/main" id="{98AD856D-B9C6-4EA2-8368-11C36CCA4A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" y="816"/>
              <a:ext cx="1903" cy="800"/>
            </a:xfrm>
            <a:custGeom>
              <a:avLst/>
              <a:gdLst>
                <a:gd name="T0" fmla="*/ 594 w 2072"/>
                <a:gd name="T1" fmla="*/ 683 h 866"/>
                <a:gd name="T2" fmla="*/ 345 w 2072"/>
                <a:gd name="T3" fmla="*/ 647 h 866"/>
                <a:gd name="T4" fmla="*/ 607 w 2072"/>
                <a:gd name="T5" fmla="*/ 550 h 866"/>
                <a:gd name="T6" fmla="*/ 711 w 2072"/>
                <a:gd name="T7" fmla="*/ 633 h 866"/>
                <a:gd name="T8" fmla="*/ 1239 w 2072"/>
                <a:gd name="T9" fmla="*/ 683 h 866"/>
                <a:gd name="T10" fmla="*/ 989 w 2072"/>
                <a:gd name="T11" fmla="*/ 647 h 866"/>
                <a:gd name="T12" fmla="*/ 1252 w 2072"/>
                <a:gd name="T13" fmla="*/ 550 h 866"/>
                <a:gd name="T14" fmla="*/ 1356 w 2072"/>
                <a:gd name="T15" fmla="*/ 633 h 866"/>
                <a:gd name="T16" fmla="*/ 1565 w 2072"/>
                <a:gd name="T17" fmla="*/ 680 h 866"/>
                <a:gd name="T18" fmla="*/ 1386 w 2072"/>
                <a:gd name="T19" fmla="*/ 636 h 866"/>
                <a:gd name="T20" fmla="*/ 1359 w 2072"/>
                <a:gd name="T21" fmla="*/ 364 h 866"/>
                <a:gd name="T22" fmla="*/ 1537 w 2072"/>
                <a:gd name="T23" fmla="*/ 188 h 866"/>
                <a:gd name="T24" fmla="*/ 1358 w 2072"/>
                <a:gd name="T25" fmla="*/ 52 h 866"/>
                <a:gd name="T26" fmla="*/ 1572 w 2072"/>
                <a:gd name="T27" fmla="*/ 3 h 866"/>
                <a:gd name="T28" fmla="*/ 967 w 2072"/>
                <a:gd name="T29" fmla="*/ 41 h 866"/>
                <a:gd name="T30" fmla="*/ 1228 w 2072"/>
                <a:gd name="T31" fmla="*/ 138 h 866"/>
                <a:gd name="T32" fmla="*/ 714 w 2072"/>
                <a:gd name="T33" fmla="*/ 52 h 866"/>
                <a:gd name="T34" fmla="*/ 926 w 2072"/>
                <a:gd name="T35" fmla="*/ 3 h 866"/>
                <a:gd name="T36" fmla="*/ 323 w 2072"/>
                <a:gd name="T37" fmla="*/ 41 h 866"/>
                <a:gd name="T38" fmla="*/ 584 w 2072"/>
                <a:gd name="T39" fmla="*/ 138 h 866"/>
                <a:gd name="T40" fmla="*/ 70 w 2072"/>
                <a:gd name="T41" fmla="*/ 52 h 866"/>
                <a:gd name="T42" fmla="*/ 259 w 2072"/>
                <a:gd name="T43" fmla="*/ 1 h 866"/>
                <a:gd name="T44" fmla="*/ 88 w 2072"/>
                <a:gd name="T45" fmla="*/ 58 h 866"/>
                <a:gd name="T46" fmla="*/ 87 w 2072"/>
                <a:gd name="T47" fmla="*/ 289 h 866"/>
                <a:gd name="T48" fmla="*/ 224 w 2072"/>
                <a:gd name="T49" fmla="*/ 511 h 866"/>
                <a:gd name="T50" fmla="*/ 67 w 2072"/>
                <a:gd name="T51" fmla="*/ 633 h 866"/>
                <a:gd name="T52" fmla="*/ 987 w 2072"/>
                <a:gd name="T53" fmla="*/ 335 h 866"/>
                <a:gd name="T54" fmla="*/ 1249 w 2072"/>
                <a:gd name="T55" fmla="*/ 143 h 866"/>
                <a:gd name="T56" fmla="*/ 987 w 2072"/>
                <a:gd name="T57" fmla="*/ 41 h 866"/>
                <a:gd name="T58" fmla="*/ 1349 w 2072"/>
                <a:gd name="T59" fmla="*/ 26 h 866"/>
                <a:gd name="T60" fmla="*/ 1498 w 2072"/>
                <a:gd name="T61" fmla="*/ 106 h 866"/>
                <a:gd name="T62" fmla="*/ 1354 w 2072"/>
                <a:gd name="T63" fmla="*/ 294 h 866"/>
                <a:gd name="T64" fmla="*/ 1549 w 2072"/>
                <a:gd name="T65" fmla="*/ 532 h 866"/>
                <a:gd name="T66" fmla="*/ 931 w 2072"/>
                <a:gd name="T67" fmla="*/ 538 h 866"/>
                <a:gd name="T68" fmla="*/ 714 w 2072"/>
                <a:gd name="T69" fmla="*/ 306 h 866"/>
                <a:gd name="T70" fmla="*/ 1229 w 2072"/>
                <a:gd name="T71" fmla="*/ 155 h 866"/>
                <a:gd name="T72" fmla="*/ 967 w 2072"/>
                <a:gd name="T73" fmla="*/ 334 h 866"/>
                <a:gd name="T74" fmla="*/ 1195 w 2072"/>
                <a:gd name="T75" fmla="*/ 567 h 866"/>
                <a:gd name="T76" fmla="*/ 1029 w 2072"/>
                <a:gd name="T77" fmla="*/ 661 h 866"/>
                <a:gd name="T78" fmla="*/ 667 w 2072"/>
                <a:gd name="T79" fmla="*/ 647 h 866"/>
                <a:gd name="T80" fmla="*/ 571 w 2072"/>
                <a:gd name="T81" fmla="*/ 498 h 866"/>
                <a:gd name="T82" fmla="*/ 418 w 2072"/>
                <a:gd name="T83" fmla="*/ 301 h 866"/>
                <a:gd name="T84" fmla="*/ 418 w 2072"/>
                <a:gd name="T85" fmla="*/ 54 h 866"/>
                <a:gd name="T86" fmla="*/ 594 w 2072"/>
                <a:gd name="T87" fmla="*/ 6 h 866"/>
                <a:gd name="T88" fmla="*/ 709 w 2072"/>
                <a:gd name="T89" fmla="*/ 57 h 866"/>
                <a:gd name="T90" fmla="*/ 857 w 2072"/>
                <a:gd name="T91" fmla="*/ 184 h 866"/>
                <a:gd name="T92" fmla="*/ 704 w 2072"/>
                <a:gd name="T93" fmla="*/ 375 h 866"/>
                <a:gd name="T94" fmla="*/ 571 w 2072"/>
                <a:gd name="T95" fmla="*/ 498 h 866"/>
                <a:gd name="T96" fmla="*/ 250 w 2072"/>
                <a:gd name="T97" fmla="*/ 584 h 866"/>
                <a:gd name="T98" fmla="*/ 21 w 2072"/>
                <a:gd name="T99" fmla="*/ 335 h 866"/>
                <a:gd name="T100" fmla="*/ 284 w 2072"/>
                <a:gd name="T101" fmla="*/ 155 h 866"/>
                <a:gd name="T102" fmla="*/ 388 w 2072"/>
                <a:gd name="T103" fmla="*/ 294 h 866"/>
                <a:gd name="T104" fmla="*/ 588 w 2072"/>
                <a:gd name="T105" fmla="*/ 538 h 866"/>
                <a:gd name="T106" fmla="*/ 324 w 2072"/>
                <a:gd name="T107" fmla="*/ 647 h 866"/>
                <a:gd name="T108" fmla="*/ 70 w 2072"/>
                <a:gd name="T109" fmla="*/ 657 h 86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072" h="866">
                  <a:moveTo>
                    <a:pt x="2" y="821"/>
                  </a:moveTo>
                  <a:cubicBezTo>
                    <a:pt x="2" y="838"/>
                    <a:pt x="79" y="838"/>
                    <a:pt x="79" y="838"/>
                  </a:cubicBezTo>
                  <a:cubicBezTo>
                    <a:pt x="79" y="838"/>
                    <a:pt x="328" y="866"/>
                    <a:pt x="331" y="866"/>
                  </a:cubicBezTo>
                  <a:cubicBezTo>
                    <a:pt x="767" y="866"/>
                    <a:pt x="767" y="866"/>
                    <a:pt x="767" y="866"/>
                  </a:cubicBezTo>
                  <a:cubicBezTo>
                    <a:pt x="773" y="866"/>
                    <a:pt x="777" y="865"/>
                    <a:pt x="777" y="864"/>
                  </a:cubicBezTo>
                  <a:cubicBezTo>
                    <a:pt x="777" y="862"/>
                    <a:pt x="762" y="862"/>
                    <a:pt x="762" y="862"/>
                  </a:cubicBezTo>
                  <a:cubicBezTo>
                    <a:pt x="506" y="833"/>
                    <a:pt x="506" y="833"/>
                    <a:pt x="506" y="833"/>
                  </a:cubicBezTo>
                  <a:cubicBezTo>
                    <a:pt x="506" y="833"/>
                    <a:pt x="445" y="832"/>
                    <a:pt x="445" y="821"/>
                  </a:cubicBezTo>
                  <a:cubicBezTo>
                    <a:pt x="445" y="809"/>
                    <a:pt x="508" y="808"/>
                    <a:pt x="508" y="808"/>
                  </a:cubicBezTo>
                  <a:cubicBezTo>
                    <a:pt x="508" y="808"/>
                    <a:pt x="527" y="808"/>
                    <a:pt x="541" y="806"/>
                  </a:cubicBezTo>
                  <a:cubicBezTo>
                    <a:pt x="560" y="803"/>
                    <a:pt x="711" y="755"/>
                    <a:pt x="738" y="740"/>
                  </a:cubicBezTo>
                  <a:cubicBezTo>
                    <a:pt x="762" y="727"/>
                    <a:pt x="778" y="714"/>
                    <a:pt x="784" y="697"/>
                  </a:cubicBezTo>
                  <a:cubicBezTo>
                    <a:pt x="1165" y="699"/>
                    <a:pt x="1165" y="699"/>
                    <a:pt x="1165" y="699"/>
                  </a:cubicBezTo>
                  <a:cubicBezTo>
                    <a:pt x="1212" y="695"/>
                    <a:pt x="1157" y="735"/>
                    <a:pt x="1141" y="743"/>
                  </a:cubicBezTo>
                  <a:cubicBezTo>
                    <a:pt x="1081" y="775"/>
                    <a:pt x="959" y="799"/>
                    <a:pt x="946" y="801"/>
                  </a:cubicBezTo>
                  <a:cubicBezTo>
                    <a:pt x="935" y="802"/>
                    <a:pt x="918" y="802"/>
                    <a:pt x="918" y="802"/>
                  </a:cubicBezTo>
                  <a:cubicBezTo>
                    <a:pt x="918" y="802"/>
                    <a:pt x="835" y="802"/>
                    <a:pt x="834" y="821"/>
                  </a:cubicBezTo>
                  <a:cubicBezTo>
                    <a:pt x="834" y="838"/>
                    <a:pt x="911" y="838"/>
                    <a:pt x="911" y="838"/>
                  </a:cubicBezTo>
                  <a:cubicBezTo>
                    <a:pt x="911" y="838"/>
                    <a:pt x="1160" y="866"/>
                    <a:pt x="1163" y="866"/>
                  </a:cubicBezTo>
                  <a:cubicBezTo>
                    <a:pt x="1599" y="866"/>
                    <a:pt x="1599" y="866"/>
                    <a:pt x="1599" y="866"/>
                  </a:cubicBezTo>
                  <a:cubicBezTo>
                    <a:pt x="1605" y="866"/>
                    <a:pt x="1609" y="865"/>
                    <a:pt x="1609" y="864"/>
                  </a:cubicBezTo>
                  <a:cubicBezTo>
                    <a:pt x="1609" y="862"/>
                    <a:pt x="1594" y="862"/>
                    <a:pt x="1594" y="862"/>
                  </a:cubicBezTo>
                  <a:cubicBezTo>
                    <a:pt x="1338" y="833"/>
                    <a:pt x="1338" y="833"/>
                    <a:pt x="1338" y="833"/>
                  </a:cubicBezTo>
                  <a:cubicBezTo>
                    <a:pt x="1338" y="833"/>
                    <a:pt x="1277" y="832"/>
                    <a:pt x="1277" y="821"/>
                  </a:cubicBezTo>
                  <a:cubicBezTo>
                    <a:pt x="1277" y="809"/>
                    <a:pt x="1340" y="808"/>
                    <a:pt x="1340" y="808"/>
                  </a:cubicBezTo>
                  <a:cubicBezTo>
                    <a:pt x="1340" y="808"/>
                    <a:pt x="1359" y="808"/>
                    <a:pt x="1373" y="806"/>
                  </a:cubicBezTo>
                  <a:cubicBezTo>
                    <a:pt x="1392" y="803"/>
                    <a:pt x="1543" y="755"/>
                    <a:pt x="1570" y="740"/>
                  </a:cubicBezTo>
                  <a:cubicBezTo>
                    <a:pt x="1594" y="727"/>
                    <a:pt x="1610" y="714"/>
                    <a:pt x="1616" y="697"/>
                  </a:cubicBezTo>
                  <a:cubicBezTo>
                    <a:pt x="1995" y="697"/>
                    <a:pt x="1995" y="697"/>
                    <a:pt x="1995" y="697"/>
                  </a:cubicBezTo>
                  <a:cubicBezTo>
                    <a:pt x="2019" y="698"/>
                    <a:pt x="2021" y="715"/>
                    <a:pt x="1976" y="739"/>
                  </a:cubicBezTo>
                  <a:cubicBezTo>
                    <a:pt x="1907" y="774"/>
                    <a:pt x="1791" y="799"/>
                    <a:pt x="1778" y="801"/>
                  </a:cubicBezTo>
                  <a:cubicBezTo>
                    <a:pt x="1767" y="802"/>
                    <a:pt x="1750" y="802"/>
                    <a:pt x="1750" y="802"/>
                  </a:cubicBezTo>
                  <a:cubicBezTo>
                    <a:pt x="1750" y="802"/>
                    <a:pt x="1666" y="802"/>
                    <a:pt x="1666" y="821"/>
                  </a:cubicBezTo>
                  <a:cubicBezTo>
                    <a:pt x="1666" y="838"/>
                    <a:pt x="1743" y="838"/>
                    <a:pt x="1743" y="838"/>
                  </a:cubicBezTo>
                  <a:cubicBezTo>
                    <a:pt x="1991" y="865"/>
                    <a:pt x="1991" y="865"/>
                    <a:pt x="1991" y="865"/>
                  </a:cubicBezTo>
                  <a:cubicBezTo>
                    <a:pt x="2021" y="864"/>
                    <a:pt x="2020" y="863"/>
                    <a:pt x="2020" y="863"/>
                  </a:cubicBezTo>
                  <a:cubicBezTo>
                    <a:pt x="1754" y="833"/>
                    <a:pt x="1754" y="833"/>
                    <a:pt x="1754" y="833"/>
                  </a:cubicBezTo>
                  <a:cubicBezTo>
                    <a:pt x="1754" y="833"/>
                    <a:pt x="1693" y="832"/>
                    <a:pt x="1693" y="821"/>
                  </a:cubicBezTo>
                  <a:cubicBezTo>
                    <a:pt x="1693" y="809"/>
                    <a:pt x="1755" y="808"/>
                    <a:pt x="1755" y="808"/>
                  </a:cubicBezTo>
                  <a:cubicBezTo>
                    <a:pt x="1755" y="808"/>
                    <a:pt x="1775" y="808"/>
                    <a:pt x="1789" y="806"/>
                  </a:cubicBezTo>
                  <a:cubicBezTo>
                    <a:pt x="1808" y="803"/>
                    <a:pt x="1972" y="769"/>
                    <a:pt x="2001" y="756"/>
                  </a:cubicBezTo>
                  <a:cubicBezTo>
                    <a:pt x="2072" y="724"/>
                    <a:pt x="2032" y="708"/>
                    <a:pt x="2032" y="683"/>
                  </a:cubicBezTo>
                  <a:cubicBezTo>
                    <a:pt x="2032" y="664"/>
                    <a:pt x="2072" y="647"/>
                    <a:pt x="1996" y="611"/>
                  </a:cubicBezTo>
                  <a:cubicBezTo>
                    <a:pt x="1754" y="462"/>
                    <a:pt x="1754" y="462"/>
                    <a:pt x="1754" y="462"/>
                  </a:cubicBezTo>
                  <a:cubicBezTo>
                    <a:pt x="1754" y="462"/>
                    <a:pt x="1691" y="455"/>
                    <a:pt x="1691" y="425"/>
                  </a:cubicBezTo>
                  <a:cubicBezTo>
                    <a:pt x="1691" y="391"/>
                    <a:pt x="1753" y="388"/>
                    <a:pt x="1753" y="388"/>
                  </a:cubicBezTo>
                  <a:cubicBezTo>
                    <a:pt x="1753" y="388"/>
                    <a:pt x="1776" y="389"/>
                    <a:pt x="1787" y="382"/>
                  </a:cubicBezTo>
                  <a:cubicBezTo>
                    <a:pt x="1804" y="373"/>
                    <a:pt x="1954" y="250"/>
                    <a:pt x="1984" y="239"/>
                  </a:cubicBezTo>
                  <a:cubicBezTo>
                    <a:pt x="2016" y="227"/>
                    <a:pt x="2032" y="200"/>
                    <a:pt x="2032" y="185"/>
                  </a:cubicBezTo>
                  <a:cubicBezTo>
                    <a:pt x="2032" y="160"/>
                    <a:pt x="2000" y="138"/>
                    <a:pt x="1982" y="131"/>
                  </a:cubicBezTo>
                  <a:cubicBezTo>
                    <a:pt x="1958" y="122"/>
                    <a:pt x="1808" y="72"/>
                    <a:pt x="1787" y="68"/>
                  </a:cubicBezTo>
                  <a:cubicBezTo>
                    <a:pt x="1773" y="66"/>
                    <a:pt x="1753" y="66"/>
                    <a:pt x="1753" y="66"/>
                  </a:cubicBezTo>
                  <a:cubicBezTo>
                    <a:pt x="1753" y="66"/>
                    <a:pt x="1691" y="65"/>
                    <a:pt x="1691" y="52"/>
                  </a:cubicBezTo>
                  <a:cubicBezTo>
                    <a:pt x="1691" y="40"/>
                    <a:pt x="1752" y="38"/>
                    <a:pt x="1752" y="38"/>
                  </a:cubicBezTo>
                  <a:cubicBezTo>
                    <a:pt x="2018" y="6"/>
                    <a:pt x="2018" y="6"/>
                    <a:pt x="2018" y="6"/>
                  </a:cubicBezTo>
                  <a:cubicBezTo>
                    <a:pt x="2018" y="6"/>
                    <a:pt x="2029" y="5"/>
                    <a:pt x="2029" y="3"/>
                  </a:cubicBezTo>
                  <a:cubicBezTo>
                    <a:pt x="2029" y="2"/>
                    <a:pt x="2025" y="1"/>
                    <a:pt x="2020" y="1"/>
                  </a:cubicBezTo>
                  <a:cubicBezTo>
                    <a:pt x="1583" y="1"/>
                    <a:pt x="1583" y="1"/>
                    <a:pt x="1583" y="1"/>
                  </a:cubicBezTo>
                  <a:cubicBezTo>
                    <a:pt x="1579" y="1"/>
                    <a:pt x="1325" y="33"/>
                    <a:pt x="1325" y="33"/>
                  </a:cubicBezTo>
                  <a:cubicBezTo>
                    <a:pt x="1325" y="33"/>
                    <a:pt x="1248" y="33"/>
                    <a:pt x="1248" y="52"/>
                  </a:cubicBezTo>
                  <a:cubicBezTo>
                    <a:pt x="1249" y="73"/>
                    <a:pt x="1332" y="73"/>
                    <a:pt x="1332" y="73"/>
                  </a:cubicBezTo>
                  <a:cubicBezTo>
                    <a:pt x="1332" y="73"/>
                    <a:pt x="1351" y="73"/>
                    <a:pt x="1360" y="74"/>
                  </a:cubicBezTo>
                  <a:cubicBezTo>
                    <a:pt x="1375" y="76"/>
                    <a:pt x="1510" y="101"/>
                    <a:pt x="1574" y="139"/>
                  </a:cubicBezTo>
                  <a:cubicBezTo>
                    <a:pt x="1597" y="153"/>
                    <a:pt x="1601" y="172"/>
                    <a:pt x="1585" y="174"/>
                  </a:cubicBezTo>
                  <a:cubicBezTo>
                    <a:pt x="1198" y="174"/>
                    <a:pt x="1198" y="174"/>
                    <a:pt x="1198" y="174"/>
                  </a:cubicBezTo>
                  <a:cubicBezTo>
                    <a:pt x="1191" y="154"/>
                    <a:pt x="1165" y="137"/>
                    <a:pt x="1151" y="131"/>
                  </a:cubicBezTo>
                  <a:cubicBezTo>
                    <a:pt x="1126" y="122"/>
                    <a:pt x="976" y="72"/>
                    <a:pt x="955" y="68"/>
                  </a:cubicBezTo>
                  <a:cubicBezTo>
                    <a:pt x="941" y="66"/>
                    <a:pt x="921" y="66"/>
                    <a:pt x="921" y="66"/>
                  </a:cubicBezTo>
                  <a:cubicBezTo>
                    <a:pt x="921" y="66"/>
                    <a:pt x="859" y="65"/>
                    <a:pt x="859" y="52"/>
                  </a:cubicBezTo>
                  <a:cubicBezTo>
                    <a:pt x="859" y="40"/>
                    <a:pt x="920" y="38"/>
                    <a:pt x="920" y="38"/>
                  </a:cubicBezTo>
                  <a:cubicBezTo>
                    <a:pt x="1186" y="6"/>
                    <a:pt x="1186" y="6"/>
                    <a:pt x="1186" y="6"/>
                  </a:cubicBezTo>
                  <a:cubicBezTo>
                    <a:pt x="1186" y="6"/>
                    <a:pt x="1194" y="5"/>
                    <a:pt x="1194" y="3"/>
                  </a:cubicBezTo>
                  <a:cubicBezTo>
                    <a:pt x="1194" y="2"/>
                    <a:pt x="1190" y="1"/>
                    <a:pt x="1184" y="1"/>
                  </a:cubicBezTo>
                  <a:cubicBezTo>
                    <a:pt x="748" y="1"/>
                    <a:pt x="748" y="1"/>
                    <a:pt x="748" y="1"/>
                  </a:cubicBezTo>
                  <a:cubicBezTo>
                    <a:pt x="743" y="1"/>
                    <a:pt x="493" y="33"/>
                    <a:pt x="493" y="33"/>
                  </a:cubicBezTo>
                  <a:cubicBezTo>
                    <a:pt x="493" y="33"/>
                    <a:pt x="416" y="33"/>
                    <a:pt x="417" y="52"/>
                  </a:cubicBezTo>
                  <a:cubicBezTo>
                    <a:pt x="417" y="73"/>
                    <a:pt x="500" y="73"/>
                    <a:pt x="500" y="73"/>
                  </a:cubicBezTo>
                  <a:cubicBezTo>
                    <a:pt x="500" y="73"/>
                    <a:pt x="519" y="73"/>
                    <a:pt x="528" y="74"/>
                  </a:cubicBezTo>
                  <a:cubicBezTo>
                    <a:pt x="547" y="77"/>
                    <a:pt x="698" y="116"/>
                    <a:pt x="698" y="116"/>
                  </a:cubicBezTo>
                  <a:cubicBezTo>
                    <a:pt x="698" y="116"/>
                    <a:pt x="797" y="158"/>
                    <a:pt x="754" y="174"/>
                  </a:cubicBezTo>
                  <a:cubicBezTo>
                    <a:pt x="366" y="174"/>
                    <a:pt x="366" y="174"/>
                    <a:pt x="366" y="174"/>
                  </a:cubicBezTo>
                  <a:cubicBezTo>
                    <a:pt x="359" y="154"/>
                    <a:pt x="334" y="137"/>
                    <a:pt x="319" y="131"/>
                  </a:cubicBezTo>
                  <a:cubicBezTo>
                    <a:pt x="295" y="122"/>
                    <a:pt x="144" y="72"/>
                    <a:pt x="123" y="68"/>
                  </a:cubicBezTo>
                  <a:cubicBezTo>
                    <a:pt x="109" y="66"/>
                    <a:pt x="90" y="66"/>
                    <a:pt x="90" y="66"/>
                  </a:cubicBezTo>
                  <a:cubicBezTo>
                    <a:pt x="90" y="66"/>
                    <a:pt x="27" y="65"/>
                    <a:pt x="27" y="52"/>
                  </a:cubicBezTo>
                  <a:cubicBezTo>
                    <a:pt x="27" y="40"/>
                    <a:pt x="88" y="38"/>
                    <a:pt x="88" y="38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57" y="0"/>
                    <a:pt x="334" y="1"/>
                    <a:pt x="334" y="1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77" y="33"/>
                    <a:pt x="0" y="33"/>
                    <a:pt x="1" y="52"/>
                  </a:cubicBezTo>
                  <a:cubicBezTo>
                    <a:pt x="1" y="73"/>
                    <a:pt x="84" y="73"/>
                    <a:pt x="84" y="73"/>
                  </a:cubicBezTo>
                  <a:cubicBezTo>
                    <a:pt x="84" y="73"/>
                    <a:pt x="103" y="73"/>
                    <a:pt x="113" y="74"/>
                  </a:cubicBezTo>
                  <a:cubicBezTo>
                    <a:pt x="131" y="77"/>
                    <a:pt x="270" y="134"/>
                    <a:pt x="270" y="134"/>
                  </a:cubicBezTo>
                  <a:cubicBezTo>
                    <a:pt x="270" y="134"/>
                    <a:pt x="341" y="155"/>
                    <a:pt x="341" y="187"/>
                  </a:cubicBezTo>
                  <a:cubicBezTo>
                    <a:pt x="341" y="214"/>
                    <a:pt x="274" y="233"/>
                    <a:pt x="274" y="233"/>
                  </a:cubicBezTo>
                  <a:cubicBezTo>
                    <a:pt x="274" y="233"/>
                    <a:pt x="130" y="358"/>
                    <a:pt x="112" y="367"/>
                  </a:cubicBezTo>
                  <a:cubicBezTo>
                    <a:pt x="99" y="374"/>
                    <a:pt x="85" y="372"/>
                    <a:pt x="85" y="372"/>
                  </a:cubicBezTo>
                  <a:cubicBezTo>
                    <a:pt x="85" y="372"/>
                    <a:pt x="1" y="370"/>
                    <a:pt x="1" y="424"/>
                  </a:cubicBezTo>
                  <a:cubicBezTo>
                    <a:pt x="0" y="471"/>
                    <a:pt x="77" y="475"/>
                    <a:pt x="77" y="475"/>
                  </a:cubicBezTo>
                  <a:cubicBezTo>
                    <a:pt x="77" y="475"/>
                    <a:pt x="209" y="598"/>
                    <a:pt x="290" y="648"/>
                  </a:cubicBezTo>
                  <a:cubicBezTo>
                    <a:pt x="316" y="664"/>
                    <a:pt x="341" y="672"/>
                    <a:pt x="343" y="682"/>
                  </a:cubicBezTo>
                  <a:cubicBezTo>
                    <a:pt x="344" y="693"/>
                    <a:pt x="322" y="702"/>
                    <a:pt x="295" y="720"/>
                  </a:cubicBezTo>
                  <a:cubicBezTo>
                    <a:pt x="232" y="762"/>
                    <a:pt x="127" y="799"/>
                    <a:pt x="114" y="801"/>
                  </a:cubicBezTo>
                  <a:cubicBezTo>
                    <a:pt x="103" y="802"/>
                    <a:pt x="86" y="802"/>
                    <a:pt x="86" y="802"/>
                  </a:cubicBezTo>
                  <a:cubicBezTo>
                    <a:pt x="86" y="802"/>
                    <a:pt x="3" y="802"/>
                    <a:pt x="2" y="821"/>
                  </a:cubicBezTo>
                  <a:close/>
                  <a:moveTo>
                    <a:pt x="1569" y="632"/>
                  </a:moveTo>
                  <a:cubicBezTo>
                    <a:pt x="1338" y="462"/>
                    <a:pt x="1338" y="462"/>
                    <a:pt x="1338" y="462"/>
                  </a:cubicBezTo>
                  <a:cubicBezTo>
                    <a:pt x="1338" y="462"/>
                    <a:pt x="1275" y="455"/>
                    <a:pt x="1275" y="425"/>
                  </a:cubicBezTo>
                  <a:cubicBezTo>
                    <a:pt x="1275" y="391"/>
                    <a:pt x="1337" y="388"/>
                    <a:pt x="1337" y="388"/>
                  </a:cubicBezTo>
                  <a:cubicBezTo>
                    <a:pt x="1337" y="388"/>
                    <a:pt x="1360" y="389"/>
                    <a:pt x="1371" y="382"/>
                  </a:cubicBezTo>
                  <a:cubicBezTo>
                    <a:pt x="1388" y="373"/>
                    <a:pt x="1551" y="270"/>
                    <a:pt x="1581" y="253"/>
                  </a:cubicBezTo>
                  <a:cubicBezTo>
                    <a:pt x="1651" y="210"/>
                    <a:pt x="1613" y="197"/>
                    <a:pt x="1613" y="182"/>
                  </a:cubicBezTo>
                  <a:cubicBezTo>
                    <a:pt x="1613" y="158"/>
                    <a:pt x="1675" y="165"/>
                    <a:pt x="1589" y="121"/>
                  </a:cubicBezTo>
                  <a:cubicBezTo>
                    <a:pt x="1567" y="109"/>
                    <a:pt x="1392" y="72"/>
                    <a:pt x="1371" y="68"/>
                  </a:cubicBezTo>
                  <a:cubicBezTo>
                    <a:pt x="1357" y="66"/>
                    <a:pt x="1337" y="66"/>
                    <a:pt x="1337" y="66"/>
                  </a:cubicBezTo>
                  <a:cubicBezTo>
                    <a:pt x="1337" y="66"/>
                    <a:pt x="1275" y="65"/>
                    <a:pt x="1275" y="52"/>
                  </a:cubicBezTo>
                  <a:cubicBezTo>
                    <a:pt x="1275" y="40"/>
                    <a:pt x="1336" y="38"/>
                    <a:pt x="1336" y="38"/>
                  </a:cubicBezTo>
                  <a:cubicBezTo>
                    <a:pt x="1599" y="6"/>
                    <a:pt x="1599" y="6"/>
                    <a:pt x="1599" y="6"/>
                  </a:cubicBezTo>
                  <a:cubicBezTo>
                    <a:pt x="1965" y="6"/>
                    <a:pt x="1965" y="6"/>
                    <a:pt x="1965" y="6"/>
                  </a:cubicBezTo>
                  <a:cubicBezTo>
                    <a:pt x="1741" y="33"/>
                    <a:pt x="1741" y="33"/>
                    <a:pt x="1741" y="33"/>
                  </a:cubicBezTo>
                  <a:cubicBezTo>
                    <a:pt x="1741" y="33"/>
                    <a:pt x="1664" y="33"/>
                    <a:pt x="1664" y="52"/>
                  </a:cubicBezTo>
                  <a:cubicBezTo>
                    <a:pt x="1665" y="73"/>
                    <a:pt x="1748" y="73"/>
                    <a:pt x="1748" y="73"/>
                  </a:cubicBezTo>
                  <a:cubicBezTo>
                    <a:pt x="1748" y="73"/>
                    <a:pt x="1767" y="73"/>
                    <a:pt x="1776" y="74"/>
                  </a:cubicBezTo>
                  <a:cubicBezTo>
                    <a:pt x="1795" y="77"/>
                    <a:pt x="1934" y="134"/>
                    <a:pt x="1934" y="134"/>
                  </a:cubicBezTo>
                  <a:cubicBezTo>
                    <a:pt x="1934" y="134"/>
                    <a:pt x="2005" y="155"/>
                    <a:pt x="2005" y="187"/>
                  </a:cubicBezTo>
                  <a:cubicBezTo>
                    <a:pt x="2005" y="214"/>
                    <a:pt x="1938" y="233"/>
                    <a:pt x="1938" y="233"/>
                  </a:cubicBezTo>
                  <a:cubicBezTo>
                    <a:pt x="1938" y="233"/>
                    <a:pt x="1793" y="358"/>
                    <a:pt x="1776" y="367"/>
                  </a:cubicBezTo>
                  <a:cubicBezTo>
                    <a:pt x="1763" y="374"/>
                    <a:pt x="1748" y="372"/>
                    <a:pt x="1748" y="372"/>
                  </a:cubicBezTo>
                  <a:cubicBezTo>
                    <a:pt x="1748" y="372"/>
                    <a:pt x="1665" y="370"/>
                    <a:pt x="1664" y="424"/>
                  </a:cubicBezTo>
                  <a:cubicBezTo>
                    <a:pt x="1664" y="471"/>
                    <a:pt x="1741" y="475"/>
                    <a:pt x="1741" y="475"/>
                  </a:cubicBezTo>
                  <a:cubicBezTo>
                    <a:pt x="1741" y="475"/>
                    <a:pt x="1886" y="585"/>
                    <a:pt x="1969" y="632"/>
                  </a:cubicBezTo>
                  <a:cubicBezTo>
                    <a:pt x="2002" y="652"/>
                    <a:pt x="2025" y="671"/>
                    <a:pt x="2000" y="674"/>
                  </a:cubicBezTo>
                  <a:cubicBezTo>
                    <a:pt x="1617" y="674"/>
                    <a:pt x="1617" y="674"/>
                    <a:pt x="1617" y="674"/>
                  </a:cubicBezTo>
                  <a:cubicBezTo>
                    <a:pt x="1614" y="660"/>
                    <a:pt x="1601" y="650"/>
                    <a:pt x="1569" y="632"/>
                  </a:cubicBezTo>
                  <a:close/>
                  <a:moveTo>
                    <a:pt x="1167" y="755"/>
                  </a:moveTo>
                  <a:cubicBezTo>
                    <a:pt x="1252" y="713"/>
                    <a:pt x="1202" y="708"/>
                    <a:pt x="1202" y="682"/>
                  </a:cubicBezTo>
                  <a:cubicBezTo>
                    <a:pt x="1202" y="663"/>
                    <a:pt x="1245" y="652"/>
                    <a:pt x="1171" y="616"/>
                  </a:cubicBezTo>
                  <a:cubicBezTo>
                    <a:pt x="922" y="462"/>
                    <a:pt x="922" y="462"/>
                    <a:pt x="922" y="462"/>
                  </a:cubicBezTo>
                  <a:cubicBezTo>
                    <a:pt x="922" y="462"/>
                    <a:pt x="859" y="455"/>
                    <a:pt x="859" y="425"/>
                  </a:cubicBezTo>
                  <a:cubicBezTo>
                    <a:pt x="859" y="391"/>
                    <a:pt x="921" y="388"/>
                    <a:pt x="921" y="388"/>
                  </a:cubicBezTo>
                  <a:cubicBezTo>
                    <a:pt x="921" y="388"/>
                    <a:pt x="944" y="389"/>
                    <a:pt x="955" y="382"/>
                  </a:cubicBezTo>
                  <a:cubicBezTo>
                    <a:pt x="972" y="373"/>
                    <a:pt x="1122" y="250"/>
                    <a:pt x="1153" y="239"/>
                  </a:cubicBezTo>
                  <a:cubicBezTo>
                    <a:pt x="1176" y="230"/>
                    <a:pt x="1192" y="212"/>
                    <a:pt x="1198" y="197"/>
                  </a:cubicBezTo>
                  <a:cubicBezTo>
                    <a:pt x="1586" y="197"/>
                    <a:pt x="1586" y="197"/>
                    <a:pt x="1586" y="197"/>
                  </a:cubicBezTo>
                  <a:cubicBezTo>
                    <a:pt x="1604" y="201"/>
                    <a:pt x="1595" y="218"/>
                    <a:pt x="1572" y="230"/>
                  </a:cubicBezTo>
                  <a:cubicBezTo>
                    <a:pt x="1513" y="269"/>
                    <a:pt x="1374" y="360"/>
                    <a:pt x="1360" y="367"/>
                  </a:cubicBezTo>
                  <a:cubicBezTo>
                    <a:pt x="1347" y="374"/>
                    <a:pt x="1332" y="372"/>
                    <a:pt x="1332" y="372"/>
                  </a:cubicBezTo>
                  <a:cubicBezTo>
                    <a:pt x="1332" y="372"/>
                    <a:pt x="1249" y="370"/>
                    <a:pt x="1248" y="424"/>
                  </a:cubicBezTo>
                  <a:cubicBezTo>
                    <a:pt x="1248" y="471"/>
                    <a:pt x="1325" y="475"/>
                    <a:pt x="1325" y="475"/>
                  </a:cubicBezTo>
                  <a:cubicBezTo>
                    <a:pt x="1325" y="475"/>
                    <a:pt x="1457" y="598"/>
                    <a:pt x="1538" y="648"/>
                  </a:cubicBezTo>
                  <a:cubicBezTo>
                    <a:pt x="1564" y="664"/>
                    <a:pt x="1589" y="672"/>
                    <a:pt x="1590" y="682"/>
                  </a:cubicBezTo>
                  <a:cubicBezTo>
                    <a:pt x="1592" y="693"/>
                    <a:pt x="1570" y="702"/>
                    <a:pt x="1542" y="720"/>
                  </a:cubicBezTo>
                  <a:cubicBezTo>
                    <a:pt x="1480" y="762"/>
                    <a:pt x="1375" y="799"/>
                    <a:pt x="1362" y="801"/>
                  </a:cubicBezTo>
                  <a:cubicBezTo>
                    <a:pt x="1351" y="802"/>
                    <a:pt x="1334" y="802"/>
                    <a:pt x="1334" y="802"/>
                  </a:cubicBezTo>
                  <a:cubicBezTo>
                    <a:pt x="1334" y="802"/>
                    <a:pt x="1250" y="802"/>
                    <a:pt x="1250" y="821"/>
                  </a:cubicBezTo>
                  <a:cubicBezTo>
                    <a:pt x="1250" y="838"/>
                    <a:pt x="1327" y="838"/>
                    <a:pt x="1327" y="838"/>
                  </a:cubicBezTo>
                  <a:cubicBezTo>
                    <a:pt x="1540" y="862"/>
                    <a:pt x="1540" y="862"/>
                    <a:pt x="1540" y="862"/>
                  </a:cubicBezTo>
                  <a:cubicBezTo>
                    <a:pt x="1178" y="862"/>
                    <a:pt x="1178" y="862"/>
                    <a:pt x="1178" y="862"/>
                  </a:cubicBezTo>
                  <a:cubicBezTo>
                    <a:pt x="922" y="833"/>
                    <a:pt x="922" y="833"/>
                    <a:pt x="922" y="833"/>
                  </a:cubicBezTo>
                  <a:cubicBezTo>
                    <a:pt x="922" y="833"/>
                    <a:pt x="861" y="832"/>
                    <a:pt x="861" y="821"/>
                  </a:cubicBezTo>
                  <a:cubicBezTo>
                    <a:pt x="861" y="809"/>
                    <a:pt x="924" y="808"/>
                    <a:pt x="924" y="808"/>
                  </a:cubicBezTo>
                  <a:cubicBezTo>
                    <a:pt x="924" y="808"/>
                    <a:pt x="943" y="808"/>
                    <a:pt x="957" y="806"/>
                  </a:cubicBezTo>
                  <a:cubicBezTo>
                    <a:pt x="976" y="803"/>
                    <a:pt x="1139" y="769"/>
                    <a:pt x="1167" y="755"/>
                  </a:cubicBezTo>
                  <a:close/>
                  <a:moveTo>
                    <a:pt x="737" y="632"/>
                  </a:moveTo>
                  <a:cubicBezTo>
                    <a:pt x="506" y="462"/>
                    <a:pt x="506" y="462"/>
                    <a:pt x="506" y="462"/>
                  </a:cubicBezTo>
                  <a:cubicBezTo>
                    <a:pt x="506" y="462"/>
                    <a:pt x="443" y="455"/>
                    <a:pt x="443" y="425"/>
                  </a:cubicBezTo>
                  <a:cubicBezTo>
                    <a:pt x="443" y="391"/>
                    <a:pt x="505" y="388"/>
                    <a:pt x="505" y="388"/>
                  </a:cubicBezTo>
                  <a:cubicBezTo>
                    <a:pt x="505" y="388"/>
                    <a:pt x="528" y="389"/>
                    <a:pt x="539" y="382"/>
                  </a:cubicBezTo>
                  <a:cubicBezTo>
                    <a:pt x="556" y="373"/>
                    <a:pt x="718" y="267"/>
                    <a:pt x="747" y="251"/>
                  </a:cubicBezTo>
                  <a:cubicBezTo>
                    <a:pt x="817" y="213"/>
                    <a:pt x="786" y="193"/>
                    <a:pt x="784" y="182"/>
                  </a:cubicBezTo>
                  <a:cubicBezTo>
                    <a:pt x="778" y="157"/>
                    <a:pt x="816" y="148"/>
                    <a:pt x="745" y="114"/>
                  </a:cubicBezTo>
                  <a:cubicBezTo>
                    <a:pt x="719" y="102"/>
                    <a:pt x="560" y="72"/>
                    <a:pt x="539" y="68"/>
                  </a:cubicBezTo>
                  <a:cubicBezTo>
                    <a:pt x="525" y="66"/>
                    <a:pt x="505" y="66"/>
                    <a:pt x="505" y="66"/>
                  </a:cubicBezTo>
                  <a:cubicBezTo>
                    <a:pt x="505" y="66"/>
                    <a:pt x="443" y="65"/>
                    <a:pt x="443" y="52"/>
                  </a:cubicBezTo>
                  <a:cubicBezTo>
                    <a:pt x="443" y="40"/>
                    <a:pt x="504" y="38"/>
                    <a:pt x="504" y="38"/>
                  </a:cubicBezTo>
                  <a:cubicBezTo>
                    <a:pt x="767" y="6"/>
                    <a:pt x="767" y="6"/>
                    <a:pt x="767" y="6"/>
                  </a:cubicBezTo>
                  <a:cubicBezTo>
                    <a:pt x="1133" y="6"/>
                    <a:pt x="1133" y="6"/>
                    <a:pt x="1133" y="6"/>
                  </a:cubicBezTo>
                  <a:cubicBezTo>
                    <a:pt x="909" y="33"/>
                    <a:pt x="909" y="33"/>
                    <a:pt x="909" y="33"/>
                  </a:cubicBezTo>
                  <a:cubicBezTo>
                    <a:pt x="909" y="33"/>
                    <a:pt x="832" y="33"/>
                    <a:pt x="832" y="52"/>
                  </a:cubicBezTo>
                  <a:cubicBezTo>
                    <a:pt x="833" y="73"/>
                    <a:pt x="916" y="73"/>
                    <a:pt x="916" y="73"/>
                  </a:cubicBezTo>
                  <a:cubicBezTo>
                    <a:pt x="916" y="73"/>
                    <a:pt x="935" y="73"/>
                    <a:pt x="944" y="74"/>
                  </a:cubicBezTo>
                  <a:cubicBezTo>
                    <a:pt x="963" y="77"/>
                    <a:pt x="1102" y="134"/>
                    <a:pt x="1102" y="134"/>
                  </a:cubicBezTo>
                  <a:cubicBezTo>
                    <a:pt x="1102" y="134"/>
                    <a:pt x="1173" y="155"/>
                    <a:pt x="1173" y="187"/>
                  </a:cubicBezTo>
                  <a:cubicBezTo>
                    <a:pt x="1173" y="214"/>
                    <a:pt x="1106" y="233"/>
                    <a:pt x="1106" y="233"/>
                  </a:cubicBezTo>
                  <a:cubicBezTo>
                    <a:pt x="1106" y="233"/>
                    <a:pt x="961" y="358"/>
                    <a:pt x="944" y="367"/>
                  </a:cubicBezTo>
                  <a:cubicBezTo>
                    <a:pt x="931" y="374"/>
                    <a:pt x="916" y="372"/>
                    <a:pt x="916" y="372"/>
                  </a:cubicBezTo>
                  <a:cubicBezTo>
                    <a:pt x="916" y="372"/>
                    <a:pt x="833" y="370"/>
                    <a:pt x="832" y="424"/>
                  </a:cubicBezTo>
                  <a:cubicBezTo>
                    <a:pt x="832" y="471"/>
                    <a:pt x="909" y="475"/>
                    <a:pt x="909" y="475"/>
                  </a:cubicBezTo>
                  <a:cubicBezTo>
                    <a:pt x="909" y="475"/>
                    <a:pt x="1054" y="577"/>
                    <a:pt x="1135" y="628"/>
                  </a:cubicBezTo>
                  <a:cubicBezTo>
                    <a:pt x="1154" y="639"/>
                    <a:pt x="1197" y="672"/>
                    <a:pt x="1169" y="674"/>
                  </a:cubicBezTo>
                  <a:cubicBezTo>
                    <a:pt x="785" y="674"/>
                    <a:pt x="785" y="674"/>
                    <a:pt x="785" y="674"/>
                  </a:cubicBezTo>
                  <a:cubicBezTo>
                    <a:pt x="782" y="660"/>
                    <a:pt x="769" y="650"/>
                    <a:pt x="737" y="632"/>
                  </a:cubicBezTo>
                  <a:close/>
                  <a:moveTo>
                    <a:pt x="29" y="821"/>
                  </a:moveTo>
                  <a:cubicBezTo>
                    <a:pt x="29" y="809"/>
                    <a:pt x="92" y="808"/>
                    <a:pt x="92" y="808"/>
                  </a:cubicBezTo>
                  <a:cubicBezTo>
                    <a:pt x="92" y="808"/>
                    <a:pt x="111" y="808"/>
                    <a:pt x="125" y="806"/>
                  </a:cubicBezTo>
                  <a:cubicBezTo>
                    <a:pt x="144" y="803"/>
                    <a:pt x="295" y="755"/>
                    <a:pt x="322" y="740"/>
                  </a:cubicBezTo>
                  <a:cubicBezTo>
                    <a:pt x="353" y="724"/>
                    <a:pt x="370" y="708"/>
                    <a:pt x="370" y="682"/>
                  </a:cubicBezTo>
                  <a:cubicBezTo>
                    <a:pt x="370" y="663"/>
                    <a:pt x="359" y="653"/>
                    <a:pt x="321" y="632"/>
                  </a:cubicBezTo>
                  <a:cubicBezTo>
                    <a:pt x="90" y="462"/>
                    <a:pt x="90" y="462"/>
                    <a:pt x="90" y="462"/>
                  </a:cubicBezTo>
                  <a:cubicBezTo>
                    <a:pt x="90" y="462"/>
                    <a:pt x="27" y="455"/>
                    <a:pt x="27" y="425"/>
                  </a:cubicBezTo>
                  <a:cubicBezTo>
                    <a:pt x="27" y="391"/>
                    <a:pt x="90" y="388"/>
                    <a:pt x="90" y="388"/>
                  </a:cubicBezTo>
                  <a:cubicBezTo>
                    <a:pt x="90" y="388"/>
                    <a:pt x="112" y="389"/>
                    <a:pt x="123" y="382"/>
                  </a:cubicBezTo>
                  <a:cubicBezTo>
                    <a:pt x="140" y="373"/>
                    <a:pt x="290" y="250"/>
                    <a:pt x="321" y="239"/>
                  </a:cubicBezTo>
                  <a:cubicBezTo>
                    <a:pt x="345" y="230"/>
                    <a:pt x="360" y="212"/>
                    <a:pt x="366" y="197"/>
                  </a:cubicBezTo>
                  <a:cubicBezTo>
                    <a:pt x="754" y="197"/>
                    <a:pt x="754" y="197"/>
                    <a:pt x="754" y="197"/>
                  </a:cubicBezTo>
                  <a:cubicBezTo>
                    <a:pt x="790" y="207"/>
                    <a:pt x="702" y="246"/>
                    <a:pt x="702" y="246"/>
                  </a:cubicBezTo>
                  <a:cubicBezTo>
                    <a:pt x="702" y="246"/>
                    <a:pt x="546" y="358"/>
                    <a:pt x="528" y="367"/>
                  </a:cubicBezTo>
                  <a:cubicBezTo>
                    <a:pt x="515" y="374"/>
                    <a:pt x="500" y="372"/>
                    <a:pt x="500" y="372"/>
                  </a:cubicBezTo>
                  <a:cubicBezTo>
                    <a:pt x="500" y="372"/>
                    <a:pt x="417" y="370"/>
                    <a:pt x="416" y="424"/>
                  </a:cubicBezTo>
                  <a:cubicBezTo>
                    <a:pt x="416" y="471"/>
                    <a:pt x="493" y="475"/>
                    <a:pt x="493" y="475"/>
                  </a:cubicBezTo>
                  <a:cubicBezTo>
                    <a:pt x="493" y="475"/>
                    <a:pt x="625" y="598"/>
                    <a:pt x="706" y="648"/>
                  </a:cubicBezTo>
                  <a:cubicBezTo>
                    <a:pt x="732" y="664"/>
                    <a:pt x="757" y="672"/>
                    <a:pt x="759" y="682"/>
                  </a:cubicBezTo>
                  <a:cubicBezTo>
                    <a:pt x="760" y="693"/>
                    <a:pt x="738" y="702"/>
                    <a:pt x="711" y="720"/>
                  </a:cubicBezTo>
                  <a:cubicBezTo>
                    <a:pt x="648" y="762"/>
                    <a:pt x="543" y="799"/>
                    <a:pt x="530" y="801"/>
                  </a:cubicBezTo>
                  <a:cubicBezTo>
                    <a:pt x="519" y="802"/>
                    <a:pt x="502" y="802"/>
                    <a:pt x="502" y="802"/>
                  </a:cubicBezTo>
                  <a:cubicBezTo>
                    <a:pt x="502" y="802"/>
                    <a:pt x="419" y="802"/>
                    <a:pt x="418" y="821"/>
                  </a:cubicBezTo>
                  <a:cubicBezTo>
                    <a:pt x="418" y="838"/>
                    <a:pt x="495" y="838"/>
                    <a:pt x="495" y="838"/>
                  </a:cubicBezTo>
                  <a:cubicBezTo>
                    <a:pt x="708" y="862"/>
                    <a:pt x="708" y="862"/>
                    <a:pt x="708" y="862"/>
                  </a:cubicBezTo>
                  <a:cubicBezTo>
                    <a:pt x="346" y="862"/>
                    <a:pt x="346" y="862"/>
                    <a:pt x="346" y="862"/>
                  </a:cubicBezTo>
                  <a:cubicBezTo>
                    <a:pt x="90" y="833"/>
                    <a:pt x="90" y="833"/>
                    <a:pt x="90" y="833"/>
                  </a:cubicBezTo>
                  <a:cubicBezTo>
                    <a:pt x="90" y="833"/>
                    <a:pt x="29" y="832"/>
                    <a:pt x="29" y="821"/>
                  </a:cubicBezTo>
                  <a:close/>
                </a:path>
              </a:pathLst>
            </a:custGeom>
            <a:solidFill>
              <a:srgbClr val="545454"/>
            </a:solidFill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4" name="Freeform 6">
              <a:extLst>
                <a:ext uri="{FF2B5EF4-FFF2-40B4-BE49-F238E27FC236}">
                  <a16:creationId xmlns:a16="http://schemas.microsoft.com/office/drawing/2014/main" id="{B56E595B-E6A9-4C23-86EE-40CF284F5D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8" y="817"/>
              <a:ext cx="1903" cy="800"/>
            </a:xfrm>
            <a:custGeom>
              <a:avLst/>
              <a:gdLst>
                <a:gd name="T0" fmla="*/ 1339 w 2072"/>
                <a:gd name="T1" fmla="*/ 538 h 866"/>
                <a:gd name="T2" fmla="*/ 1540 w 2072"/>
                <a:gd name="T3" fmla="*/ 272 h 866"/>
                <a:gd name="T4" fmla="*/ 1396 w 2072"/>
                <a:gd name="T5" fmla="*/ 106 h 866"/>
                <a:gd name="T6" fmla="*/ 1546 w 2072"/>
                <a:gd name="T7" fmla="*/ 26 h 866"/>
                <a:gd name="T8" fmla="*/ 1584 w 2072"/>
                <a:gd name="T9" fmla="*/ 41 h 866"/>
                <a:gd name="T10" fmla="*/ 1322 w 2072"/>
                <a:gd name="T11" fmla="*/ 138 h 866"/>
                <a:gd name="T12" fmla="*/ 1218 w 2072"/>
                <a:gd name="T13" fmla="*/ 57 h 866"/>
                <a:gd name="T14" fmla="*/ 688 w 2072"/>
                <a:gd name="T15" fmla="*/ 1 h 866"/>
                <a:gd name="T16" fmla="*/ 940 w 2072"/>
                <a:gd name="T17" fmla="*/ 41 h 866"/>
                <a:gd name="T18" fmla="*/ 678 w 2072"/>
                <a:gd name="T19" fmla="*/ 138 h 866"/>
                <a:gd name="T20" fmla="*/ 574 w 2072"/>
                <a:gd name="T21" fmla="*/ 57 h 866"/>
                <a:gd name="T22" fmla="*/ 40 w 2072"/>
                <a:gd name="T23" fmla="*/ 1 h 866"/>
                <a:gd name="T24" fmla="*/ 295 w 2072"/>
                <a:gd name="T25" fmla="*/ 41 h 866"/>
                <a:gd name="T26" fmla="*/ 31 w 2072"/>
                <a:gd name="T27" fmla="*/ 146 h 866"/>
                <a:gd name="T28" fmla="*/ 295 w 2072"/>
                <a:gd name="T29" fmla="*/ 333 h 866"/>
                <a:gd name="T30" fmla="*/ 55 w 2072"/>
                <a:gd name="T31" fmla="*/ 596 h 866"/>
                <a:gd name="T32" fmla="*/ 246 w 2072"/>
                <a:gd name="T33" fmla="*/ 657 h 866"/>
                <a:gd name="T34" fmla="*/ 315 w 2072"/>
                <a:gd name="T35" fmla="*/ 647 h 866"/>
                <a:gd name="T36" fmla="*/ 60 w 2072"/>
                <a:gd name="T37" fmla="*/ 550 h 866"/>
                <a:gd name="T38" fmla="*/ 568 w 2072"/>
                <a:gd name="T39" fmla="*/ 636 h 866"/>
                <a:gd name="T40" fmla="*/ 358 w 2072"/>
                <a:gd name="T41" fmla="*/ 681 h 866"/>
                <a:gd name="T42" fmla="*/ 959 w 2072"/>
                <a:gd name="T43" fmla="*/ 647 h 866"/>
                <a:gd name="T44" fmla="*/ 704 w 2072"/>
                <a:gd name="T45" fmla="*/ 552 h 866"/>
                <a:gd name="T46" fmla="*/ 1211 w 2072"/>
                <a:gd name="T47" fmla="*/ 636 h 866"/>
                <a:gd name="T48" fmla="*/ 1003 w 2072"/>
                <a:gd name="T49" fmla="*/ 681 h 866"/>
                <a:gd name="T50" fmla="*/ 1604 w 2072"/>
                <a:gd name="T51" fmla="*/ 647 h 866"/>
                <a:gd name="T52" fmla="*/ 80 w 2072"/>
                <a:gd name="T53" fmla="*/ 499 h 866"/>
                <a:gd name="T54" fmla="*/ 230 w 2072"/>
                <a:gd name="T55" fmla="*/ 264 h 866"/>
                <a:gd name="T56" fmla="*/ 230 w 2072"/>
                <a:gd name="T57" fmla="*/ 58 h 866"/>
                <a:gd name="T58" fmla="*/ 83 w 2072"/>
                <a:gd name="T59" fmla="*/ 6 h 866"/>
                <a:gd name="T60" fmla="*/ 569 w 2072"/>
                <a:gd name="T61" fmla="*/ 52 h 866"/>
                <a:gd name="T62" fmla="*/ 380 w 2072"/>
                <a:gd name="T63" fmla="*/ 200 h 866"/>
                <a:gd name="T64" fmla="*/ 569 w 2072"/>
                <a:gd name="T65" fmla="*/ 377 h 866"/>
                <a:gd name="T66" fmla="*/ 889 w 2072"/>
                <a:gd name="T67" fmla="*/ 636 h 866"/>
                <a:gd name="T68" fmla="*/ 412 w 2072"/>
                <a:gd name="T69" fmla="*/ 679 h 866"/>
                <a:gd name="T70" fmla="*/ 550 w 2072"/>
                <a:gd name="T71" fmla="*/ 632 h 866"/>
                <a:gd name="T72" fmla="*/ 579 w 2072"/>
                <a:gd name="T73" fmla="*/ 392 h 866"/>
                <a:gd name="T74" fmla="*/ 388 w 2072"/>
                <a:gd name="T75" fmla="*/ 181 h 866"/>
                <a:gd name="T76" fmla="*/ 865 w 2072"/>
                <a:gd name="T77" fmla="*/ 284 h 866"/>
                <a:gd name="T78" fmla="*/ 698 w 2072"/>
                <a:gd name="T79" fmla="*/ 486 h 866"/>
                <a:gd name="T80" fmla="*/ 997 w 2072"/>
                <a:gd name="T81" fmla="*/ 532 h 866"/>
                <a:gd name="T82" fmla="*/ 961 w 2072"/>
                <a:gd name="T83" fmla="*/ 332 h 866"/>
                <a:gd name="T84" fmla="*/ 697 w 2072"/>
                <a:gd name="T85" fmla="*/ 148 h 866"/>
                <a:gd name="T86" fmla="*/ 961 w 2072"/>
                <a:gd name="T87" fmla="*/ 41 h 866"/>
                <a:gd name="T88" fmla="*/ 1215 w 2072"/>
                <a:gd name="T89" fmla="*/ 30 h 866"/>
                <a:gd name="T90" fmla="*/ 1029 w 2072"/>
                <a:gd name="T91" fmla="*/ 90 h 866"/>
                <a:gd name="T92" fmla="*/ 1214 w 2072"/>
                <a:gd name="T93" fmla="*/ 289 h 866"/>
                <a:gd name="T94" fmla="*/ 997 w 2072"/>
                <a:gd name="T95" fmla="*/ 532 h 866"/>
                <a:gd name="T96" fmla="*/ 1222 w 2072"/>
                <a:gd name="T97" fmla="*/ 661 h 866"/>
                <a:gd name="T98" fmla="*/ 1055 w 2072"/>
                <a:gd name="T99" fmla="*/ 567 h 866"/>
                <a:gd name="T100" fmla="*/ 1283 w 2072"/>
                <a:gd name="T101" fmla="*/ 332 h 866"/>
                <a:gd name="T102" fmla="*/ 1020 w 2072"/>
                <a:gd name="T103" fmla="*/ 155 h 866"/>
                <a:gd name="T104" fmla="*/ 1536 w 2072"/>
                <a:gd name="T105" fmla="*/ 289 h 866"/>
                <a:gd name="T106" fmla="*/ 1319 w 2072"/>
                <a:gd name="T107" fmla="*/ 538 h 866"/>
                <a:gd name="T108" fmla="*/ 1582 w 2072"/>
                <a:gd name="T109" fmla="*/ 647 h 86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072" h="866">
                  <a:moveTo>
                    <a:pt x="1986" y="802"/>
                  </a:moveTo>
                  <a:cubicBezTo>
                    <a:pt x="1986" y="802"/>
                    <a:pt x="1969" y="802"/>
                    <a:pt x="1958" y="801"/>
                  </a:cubicBezTo>
                  <a:cubicBezTo>
                    <a:pt x="1945" y="799"/>
                    <a:pt x="1840" y="763"/>
                    <a:pt x="1777" y="720"/>
                  </a:cubicBezTo>
                  <a:cubicBezTo>
                    <a:pt x="1750" y="702"/>
                    <a:pt x="1728" y="693"/>
                    <a:pt x="1729" y="682"/>
                  </a:cubicBezTo>
                  <a:cubicBezTo>
                    <a:pt x="1731" y="672"/>
                    <a:pt x="1756" y="664"/>
                    <a:pt x="1782" y="648"/>
                  </a:cubicBezTo>
                  <a:cubicBezTo>
                    <a:pt x="1863" y="598"/>
                    <a:pt x="1995" y="497"/>
                    <a:pt x="1995" y="497"/>
                  </a:cubicBezTo>
                  <a:cubicBezTo>
                    <a:pt x="1995" y="497"/>
                    <a:pt x="2072" y="491"/>
                    <a:pt x="2072" y="421"/>
                  </a:cubicBezTo>
                  <a:cubicBezTo>
                    <a:pt x="2071" y="341"/>
                    <a:pt x="1988" y="344"/>
                    <a:pt x="1988" y="344"/>
                  </a:cubicBezTo>
                  <a:cubicBezTo>
                    <a:pt x="1988" y="344"/>
                    <a:pt x="1973" y="346"/>
                    <a:pt x="1960" y="336"/>
                  </a:cubicBezTo>
                  <a:cubicBezTo>
                    <a:pt x="1942" y="323"/>
                    <a:pt x="1798" y="233"/>
                    <a:pt x="1798" y="233"/>
                  </a:cubicBezTo>
                  <a:cubicBezTo>
                    <a:pt x="1798" y="233"/>
                    <a:pt x="1731" y="214"/>
                    <a:pt x="1731" y="187"/>
                  </a:cubicBezTo>
                  <a:cubicBezTo>
                    <a:pt x="1731" y="155"/>
                    <a:pt x="1802" y="135"/>
                    <a:pt x="1802" y="135"/>
                  </a:cubicBezTo>
                  <a:cubicBezTo>
                    <a:pt x="1802" y="135"/>
                    <a:pt x="1941" y="77"/>
                    <a:pt x="1960" y="74"/>
                  </a:cubicBezTo>
                  <a:cubicBezTo>
                    <a:pt x="1969" y="73"/>
                    <a:pt x="1988" y="73"/>
                    <a:pt x="1988" y="73"/>
                  </a:cubicBezTo>
                  <a:cubicBezTo>
                    <a:pt x="1988" y="73"/>
                    <a:pt x="2071" y="73"/>
                    <a:pt x="2071" y="52"/>
                  </a:cubicBezTo>
                  <a:cubicBezTo>
                    <a:pt x="2072" y="33"/>
                    <a:pt x="1995" y="33"/>
                    <a:pt x="1995" y="33"/>
                  </a:cubicBezTo>
                  <a:cubicBezTo>
                    <a:pt x="1738" y="2"/>
                    <a:pt x="1738" y="2"/>
                    <a:pt x="1738" y="2"/>
                  </a:cubicBezTo>
                  <a:cubicBezTo>
                    <a:pt x="1738" y="2"/>
                    <a:pt x="1715" y="0"/>
                    <a:pt x="1710" y="5"/>
                  </a:cubicBezTo>
                  <a:cubicBezTo>
                    <a:pt x="1984" y="38"/>
                    <a:pt x="1984" y="38"/>
                    <a:pt x="1984" y="38"/>
                  </a:cubicBezTo>
                  <a:cubicBezTo>
                    <a:pt x="1984" y="38"/>
                    <a:pt x="2045" y="40"/>
                    <a:pt x="2045" y="52"/>
                  </a:cubicBezTo>
                  <a:cubicBezTo>
                    <a:pt x="2045" y="65"/>
                    <a:pt x="1983" y="66"/>
                    <a:pt x="1983" y="66"/>
                  </a:cubicBezTo>
                  <a:cubicBezTo>
                    <a:pt x="1983" y="66"/>
                    <a:pt x="1963" y="66"/>
                    <a:pt x="1949" y="68"/>
                  </a:cubicBezTo>
                  <a:cubicBezTo>
                    <a:pt x="1928" y="72"/>
                    <a:pt x="1777" y="122"/>
                    <a:pt x="1753" y="131"/>
                  </a:cubicBezTo>
                  <a:cubicBezTo>
                    <a:pt x="1738" y="137"/>
                    <a:pt x="1713" y="154"/>
                    <a:pt x="1706" y="174"/>
                  </a:cubicBezTo>
                  <a:cubicBezTo>
                    <a:pt x="1318" y="174"/>
                    <a:pt x="1318" y="174"/>
                    <a:pt x="1318" y="174"/>
                  </a:cubicBezTo>
                  <a:cubicBezTo>
                    <a:pt x="1275" y="158"/>
                    <a:pt x="1374" y="116"/>
                    <a:pt x="1374" y="116"/>
                  </a:cubicBezTo>
                  <a:cubicBezTo>
                    <a:pt x="1374" y="116"/>
                    <a:pt x="1525" y="77"/>
                    <a:pt x="1544" y="74"/>
                  </a:cubicBezTo>
                  <a:cubicBezTo>
                    <a:pt x="1553" y="73"/>
                    <a:pt x="1572" y="73"/>
                    <a:pt x="1572" y="73"/>
                  </a:cubicBezTo>
                  <a:cubicBezTo>
                    <a:pt x="1572" y="73"/>
                    <a:pt x="1655" y="73"/>
                    <a:pt x="1656" y="52"/>
                  </a:cubicBezTo>
                  <a:cubicBezTo>
                    <a:pt x="1656" y="33"/>
                    <a:pt x="1579" y="33"/>
                    <a:pt x="1579" y="33"/>
                  </a:cubicBezTo>
                  <a:cubicBezTo>
                    <a:pt x="1579" y="33"/>
                    <a:pt x="1329" y="1"/>
                    <a:pt x="1324" y="1"/>
                  </a:cubicBezTo>
                  <a:cubicBezTo>
                    <a:pt x="888" y="1"/>
                    <a:pt x="888" y="1"/>
                    <a:pt x="888" y="1"/>
                  </a:cubicBezTo>
                  <a:cubicBezTo>
                    <a:pt x="882" y="1"/>
                    <a:pt x="878" y="2"/>
                    <a:pt x="878" y="3"/>
                  </a:cubicBezTo>
                  <a:cubicBezTo>
                    <a:pt x="878" y="5"/>
                    <a:pt x="886" y="6"/>
                    <a:pt x="886" y="6"/>
                  </a:cubicBezTo>
                  <a:cubicBezTo>
                    <a:pt x="1152" y="38"/>
                    <a:pt x="1152" y="38"/>
                    <a:pt x="1152" y="38"/>
                  </a:cubicBezTo>
                  <a:cubicBezTo>
                    <a:pt x="1152" y="38"/>
                    <a:pt x="1213" y="40"/>
                    <a:pt x="1213" y="52"/>
                  </a:cubicBezTo>
                  <a:cubicBezTo>
                    <a:pt x="1213" y="65"/>
                    <a:pt x="1151" y="66"/>
                    <a:pt x="1151" y="66"/>
                  </a:cubicBezTo>
                  <a:cubicBezTo>
                    <a:pt x="1151" y="66"/>
                    <a:pt x="1131" y="66"/>
                    <a:pt x="1117" y="68"/>
                  </a:cubicBezTo>
                  <a:cubicBezTo>
                    <a:pt x="1096" y="72"/>
                    <a:pt x="946" y="122"/>
                    <a:pt x="922" y="131"/>
                  </a:cubicBezTo>
                  <a:cubicBezTo>
                    <a:pt x="907" y="137"/>
                    <a:pt x="881" y="154"/>
                    <a:pt x="874" y="174"/>
                  </a:cubicBezTo>
                  <a:cubicBezTo>
                    <a:pt x="487" y="174"/>
                    <a:pt x="487" y="174"/>
                    <a:pt x="487" y="174"/>
                  </a:cubicBezTo>
                  <a:cubicBezTo>
                    <a:pt x="471" y="172"/>
                    <a:pt x="475" y="153"/>
                    <a:pt x="498" y="139"/>
                  </a:cubicBezTo>
                  <a:cubicBezTo>
                    <a:pt x="562" y="102"/>
                    <a:pt x="697" y="77"/>
                    <a:pt x="712" y="74"/>
                  </a:cubicBezTo>
                  <a:cubicBezTo>
                    <a:pt x="721" y="73"/>
                    <a:pt x="740" y="73"/>
                    <a:pt x="740" y="73"/>
                  </a:cubicBezTo>
                  <a:cubicBezTo>
                    <a:pt x="740" y="73"/>
                    <a:pt x="823" y="73"/>
                    <a:pt x="824" y="52"/>
                  </a:cubicBezTo>
                  <a:cubicBezTo>
                    <a:pt x="824" y="33"/>
                    <a:pt x="747" y="33"/>
                    <a:pt x="747" y="33"/>
                  </a:cubicBezTo>
                  <a:cubicBezTo>
                    <a:pt x="747" y="33"/>
                    <a:pt x="493" y="1"/>
                    <a:pt x="489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47" y="1"/>
                    <a:pt x="43" y="2"/>
                    <a:pt x="43" y="3"/>
                  </a:cubicBezTo>
                  <a:cubicBezTo>
                    <a:pt x="43" y="5"/>
                    <a:pt x="54" y="6"/>
                    <a:pt x="54" y="6"/>
                  </a:cubicBezTo>
                  <a:cubicBezTo>
                    <a:pt x="320" y="38"/>
                    <a:pt x="320" y="38"/>
                    <a:pt x="320" y="38"/>
                  </a:cubicBezTo>
                  <a:cubicBezTo>
                    <a:pt x="320" y="38"/>
                    <a:pt x="381" y="40"/>
                    <a:pt x="381" y="52"/>
                  </a:cubicBezTo>
                  <a:cubicBezTo>
                    <a:pt x="381" y="65"/>
                    <a:pt x="319" y="66"/>
                    <a:pt x="319" y="66"/>
                  </a:cubicBezTo>
                  <a:cubicBezTo>
                    <a:pt x="319" y="66"/>
                    <a:pt x="299" y="66"/>
                    <a:pt x="285" y="68"/>
                  </a:cubicBezTo>
                  <a:cubicBezTo>
                    <a:pt x="264" y="72"/>
                    <a:pt x="114" y="122"/>
                    <a:pt x="90" y="131"/>
                  </a:cubicBezTo>
                  <a:cubicBezTo>
                    <a:pt x="72" y="138"/>
                    <a:pt x="40" y="160"/>
                    <a:pt x="40" y="185"/>
                  </a:cubicBezTo>
                  <a:cubicBezTo>
                    <a:pt x="40" y="200"/>
                    <a:pt x="56" y="228"/>
                    <a:pt x="88" y="239"/>
                  </a:cubicBezTo>
                  <a:cubicBezTo>
                    <a:pt x="118" y="250"/>
                    <a:pt x="268" y="345"/>
                    <a:pt x="285" y="359"/>
                  </a:cubicBezTo>
                  <a:cubicBezTo>
                    <a:pt x="296" y="369"/>
                    <a:pt x="319" y="367"/>
                    <a:pt x="319" y="367"/>
                  </a:cubicBezTo>
                  <a:cubicBezTo>
                    <a:pt x="319" y="367"/>
                    <a:pt x="381" y="371"/>
                    <a:pt x="381" y="422"/>
                  </a:cubicBezTo>
                  <a:cubicBezTo>
                    <a:pt x="381" y="466"/>
                    <a:pt x="318" y="478"/>
                    <a:pt x="318" y="478"/>
                  </a:cubicBezTo>
                  <a:cubicBezTo>
                    <a:pt x="77" y="611"/>
                    <a:pt x="77" y="611"/>
                    <a:pt x="77" y="611"/>
                  </a:cubicBezTo>
                  <a:cubicBezTo>
                    <a:pt x="0" y="647"/>
                    <a:pt x="40" y="664"/>
                    <a:pt x="40" y="683"/>
                  </a:cubicBezTo>
                  <a:cubicBezTo>
                    <a:pt x="40" y="708"/>
                    <a:pt x="0" y="724"/>
                    <a:pt x="71" y="756"/>
                  </a:cubicBezTo>
                  <a:cubicBezTo>
                    <a:pt x="100" y="769"/>
                    <a:pt x="264" y="804"/>
                    <a:pt x="283" y="806"/>
                  </a:cubicBezTo>
                  <a:cubicBezTo>
                    <a:pt x="298" y="808"/>
                    <a:pt x="317" y="808"/>
                    <a:pt x="317" y="808"/>
                  </a:cubicBezTo>
                  <a:cubicBezTo>
                    <a:pt x="317" y="808"/>
                    <a:pt x="379" y="809"/>
                    <a:pt x="379" y="821"/>
                  </a:cubicBezTo>
                  <a:cubicBezTo>
                    <a:pt x="379" y="832"/>
                    <a:pt x="318" y="833"/>
                    <a:pt x="318" y="833"/>
                  </a:cubicBezTo>
                  <a:cubicBezTo>
                    <a:pt x="53" y="863"/>
                    <a:pt x="53" y="863"/>
                    <a:pt x="53" y="863"/>
                  </a:cubicBezTo>
                  <a:cubicBezTo>
                    <a:pt x="53" y="863"/>
                    <a:pt x="51" y="864"/>
                    <a:pt x="81" y="865"/>
                  </a:cubicBezTo>
                  <a:cubicBezTo>
                    <a:pt x="329" y="838"/>
                    <a:pt x="329" y="838"/>
                    <a:pt x="329" y="838"/>
                  </a:cubicBezTo>
                  <a:cubicBezTo>
                    <a:pt x="329" y="838"/>
                    <a:pt x="407" y="838"/>
                    <a:pt x="406" y="821"/>
                  </a:cubicBezTo>
                  <a:cubicBezTo>
                    <a:pt x="406" y="802"/>
                    <a:pt x="322" y="802"/>
                    <a:pt x="322" y="802"/>
                  </a:cubicBezTo>
                  <a:cubicBezTo>
                    <a:pt x="322" y="802"/>
                    <a:pt x="305" y="802"/>
                    <a:pt x="294" y="801"/>
                  </a:cubicBezTo>
                  <a:cubicBezTo>
                    <a:pt x="281" y="799"/>
                    <a:pt x="165" y="774"/>
                    <a:pt x="96" y="739"/>
                  </a:cubicBezTo>
                  <a:cubicBezTo>
                    <a:pt x="51" y="715"/>
                    <a:pt x="53" y="698"/>
                    <a:pt x="77" y="697"/>
                  </a:cubicBezTo>
                  <a:cubicBezTo>
                    <a:pt x="456" y="697"/>
                    <a:pt x="456" y="697"/>
                    <a:pt x="456" y="697"/>
                  </a:cubicBezTo>
                  <a:cubicBezTo>
                    <a:pt x="462" y="714"/>
                    <a:pt x="478" y="727"/>
                    <a:pt x="502" y="740"/>
                  </a:cubicBezTo>
                  <a:cubicBezTo>
                    <a:pt x="529" y="755"/>
                    <a:pt x="680" y="804"/>
                    <a:pt x="699" y="806"/>
                  </a:cubicBezTo>
                  <a:cubicBezTo>
                    <a:pt x="713" y="808"/>
                    <a:pt x="733" y="808"/>
                    <a:pt x="733" y="808"/>
                  </a:cubicBezTo>
                  <a:cubicBezTo>
                    <a:pt x="733" y="808"/>
                    <a:pt x="795" y="809"/>
                    <a:pt x="795" y="821"/>
                  </a:cubicBezTo>
                  <a:cubicBezTo>
                    <a:pt x="795" y="832"/>
                    <a:pt x="734" y="833"/>
                    <a:pt x="734" y="833"/>
                  </a:cubicBezTo>
                  <a:cubicBezTo>
                    <a:pt x="478" y="862"/>
                    <a:pt x="478" y="862"/>
                    <a:pt x="478" y="862"/>
                  </a:cubicBezTo>
                  <a:cubicBezTo>
                    <a:pt x="478" y="862"/>
                    <a:pt x="463" y="863"/>
                    <a:pt x="463" y="864"/>
                  </a:cubicBezTo>
                  <a:cubicBezTo>
                    <a:pt x="463" y="865"/>
                    <a:pt x="467" y="866"/>
                    <a:pt x="473" y="866"/>
                  </a:cubicBezTo>
                  <a:cubicBezTo>
                    <a:pt x="909" y="866"/>
                    <a:pt x="909" y="866"/>
                    <a:pt x="909" y="866"/>
                  </a:cubicBezTo>
                  <a:cubicBezTo>
                    <a:pt x="912" y="866"/>
                    <a:pt x="1161" y="838"/>
                    <a:pt x="1161" y="838"/>
                  </a:cubicBezTo>
                  <a:cubicBezTo>
                    <a:pt x="1161" y="838"/>
                    <a:pt x="1238" y="838"/>
                    <a:pt x="1238" y="821"/>
                  </a:cubicBezTo>
                  <a:cubicBezTo>
                    <a:pt x="1238" y="802"/>
                    <a:pt x="1154" y="802"/>
                    <a:pt x="1154" y="802"/>
                  </a:cubicBezTo>
                  <a:cubicBezTo>
                    <a:pt x="1154" y="802"/>
                    <a:pt x="1137" y="802"/>
                    <a:pt x="1126" y="801"/>
                  </a:cubicBezTo>
                  <a:cubicBezTo>
                    <a:pt x="1113" y="799"/>
                    <a:pt x="991" y="775"/>
                    <a:pt x="931" y="743"/>
                  </a:cubicBezTo>
                  <a:cubicBezTo>
                    <a:pt x="915" y="735"/>
                    <a:pt x="860" y="695"/>
                    <a:pt x="908" y="699"/>
                  </a:cubicBezTo>
                  <a:cubicBezTo>
                    <a:pt x="1288" y="697"/>
                    <a:pt x="1288" y="697"/>
                    <a:pt x="1288" y="697"/>
                  </a:cubicBezTo>
                  <a:cubicBezTo>
                    <a:pt x="1294" y="714"/>
                    <a:pt x="1310" y="727"/>
                    <a:pt x="1334" y="740"/>
                  </a:cubicBezTo>
                  <a:cubicBezTo>
                    <a:pt x="1361" y="755"/>
                    <a:pt x="1512" y="804"/>
                    <a:pt x="1531" y="806"/>
                  </a:cubicBezTo>
                  <a:cubicBezTo>
                    <a:pt x="1545" y="808"/>
                    <a:pt x="1564" y="808"/>
                    <a:pt x="1564" y="808"/>
                  </a:cubicBezTo>
                  <a:cubicBezTo>
                    <a:pt x="1564" y="808"/>
                    <a:pt x="1627" y="809"/>
                    <a:pt x="1627" y="821"/>
                  </a:cubicBezTo>
                  <a:cubicBezTo>
                    <a:pt x="1627" y="832"/>
                    <a:pt x="1566" y="833"/>
                    <a:pt x="1566" y="833"/>
                  </a:cubicBezTo>
                  <a:cubicBezTo>
                    <a:pt x="1310" y="862"/>
                    <a:pt x="1310" y="862"/>
                    <a:pt x="1310" y="862"/>
                  </a:cubicBezTo>
                  <a:cubicBezTo>
                    <a:pt x="1310" y="862"/>
                    <a:pt x="1295" y="863"/>
                    <a:pt x="1295" y="864"/>
                  </a:cubicBezTo>
                  <a:cubicBezTo>
                    <a:pt x="1295" y="865"/>
                    <a:pt x="1299" y="866"/>
                    <a:pt x="1305" y="866"/>
                  </a:cubicBezTo>
                  <a:cubicBezTo>
                    <a:pt x="1741" y="866"/>
                    <a:pt x="1741" y="866"/>
                    <a:pt x="1741" y="866"/>
                  </a:cubicBezTo>
                  <a:cubicBezTo>
                    <a:pt x="1745" y="866"/>
                    <a:pt x="1993" y="838"/>
                    <a:pt x="1993" y="838"/>
                  </a:cubicBezTo>
                  <a:cubicBezTo>
                    <a:pt x="1993" y="838"/>
                    <a:pt x="2070" y="838"/>
                    <a:pt x="2070" y="821"/>
                  </a:cubicBezTo>
                  <a:cubicBezTo>
                    <a:pt x="2069" y="802"/>
                    <a:pt x="1986" y="802"/>
                    <a:pt x="1986" y="802"/>
                  </a:cubicBezTo>
                  <a:close/>
                  <a:moveTo>
                    <a:pt x="455" y="674"/>
                  </a:moveTo>
                  <a:cubicBezTo>
                    <a:pt x="72" y="674"/>
                    <a:pt x="72" y="674"/>
                    <a:pt x="72" y="674"/>
                  </a:cubicBezTo>
                  <a:cubicBezTo>
                    <a:pt x="47" y="671"/>
                    <a:pt x="70" y="652"/>
                    <a:pt x="103" y="633"/>
                  </a:cubicBezTo>
                  <a:cubicBezTo>
                    <a:pt x="186" y="585"/>
                    <a:pt x="331" y="497"/>
                    <a:pt x="331" y="497"/>
                  </a:cubicBezTo>
                  <a:cubicBezTo>
                    <a:pt x="331" y="497"/>
                    <a:pt x="408" y="491"/>
                    <a:pt x="408" y="421"/>
                  </a:cubicBezTo>
                  <a:cubicBezTo>
                    <a:pt x="407" y="341"/>
                    <a:pt x="324" y="344"/>
                    <a:pt x="324" y="344"/>
                  </a:cubicBezTo>
                  <a:cubicBezTo>
                    <a:pt x="324" y="344"/>
                    <a:pt x="309" y="346"/>
                    <a:pt x="296" y="336"/>
                  </a:cubicBezTo>
                  <a:cubicBezTo>
                    <a:pt x="279" y="323"/>
                    <a:pt x="134" y="233"/>
                    <a:pt x="134" y="233"/>
                  </a:cubicBezTo>
                  <a:cubicBezTo>
                    <a:pt x="134" y="233"/>
                    <a:pt x="67" y="214"/>
                    <a:pt x="67" y="187"/>
                  </a:cubicBezTo>
                  <a:cubicBezTo>
                    <a:pt x="67" y="155"/>
                    <a:pt x="138" y="135"/>
                    <a:pt x="138" y="135"/>
                  </a:cubicBezTo>
                  <a:cubicBezTo>
                    <a:pt x="138" y="135"/>
                    <a:pt x="277" y="77"/>
                    <a:pt x="296" y="74"/>
                  </a:cubicBezTo>
                  <a:cubicBezTo>
                    <a:pt x="305" y="73"/>
                    <a:pt x="324" y="73"/>
                    <a:pt x="324" y="73"/>
                  </a:cubicBezTo>
                  <a:cubicBezTo>
                    <a:pt x="324" y="73"/>
                    <a:pt x="407" y="73"/>
                    <a:pt x="408" y="52"/>
                  </a:cubicBezTo>
                  <a:cubicBezTo>
                    <a:pt x="408" y="33"/>
                    <a:pt x="331" y="33"/>
                    <a:pt x="331" y="33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473" y="6"/>
                    <a:pt x="473" y="6"/>
                    <a:pt x="473" y="6"/>
                  </a:cubicBezTo>
                  <a:cubicBezTo>
                    <a:pt x="736" y="38"/>
                    <a:pt x="736" y="38"/>
                    <a:pt x="736" y="38"/>
                  </a:cubicBezTo>
                  <a:cubicBezTo>
                    <a:pt x="736" y="38"/>
                    <a:pt x="797" y="40"/>
                    <a:pt x="797" y="52"/>
                  </a:cubicBezTo>
                  <a:cubicBezTo>
                    <a:pt x="797" y="65"/>
                    <a:pt x="735" y="66"/>
                    <a:pt x="735" y="66"/>
                  </a:cubicBezTo>
                  <a:cubicBezTo>
                    <a:pt x="735" y="66"/>
                    <a:pt x="715" y="66"/>
                    <a:pt x="701" y="68"/>
                  </a:cubicBezTo>
                  <a:cubicBezTo>
                    <a:pt x="680" y="72"/>
                    <a:pt x="506" y="109"/>
                    <a:pt x="483" y="121"/>
                  </a:cubicBezTo>
                  <a:cubicBezTo>
                    <a:pt x="397" y="166"/>
                    <a:pt x="459" y="158"/>
                    <a:pt x="459" y="182"/>
                  </a:cubicBezTo>
                  <a:cubicBezTo>
                    <a:pt x="459" y="197"/>
                    <a:pt x="421" y="210"/>
                    <a:pt x="491" y="253"/>
                  </a:cubicBezTo>
                  <a:cubicBezTo>
                    <a:pt x="521" y="271"/>
                    <a:pt x="684" y="345"/>
                    <a:pt x="701" y="359"/>
                  </a:cubicBezTo>
                  <a:cubicBezTo>
                    <a:pt x="712" y="369"/>
                    <a:pt x="735" y="367"/>
                    <a:pt x="735" y="367"/>
                  </a:cubicBezTo>
                  <a:cubicBezTo>
                    <a:pt x="735" y="367"/>
                    <a:pt x="797" y="371"/>
                    <a:pt x="797" y="422"/>
                  </a:cubicBezTo>
                  <a:cubicBezTo>
                    <a:pt x="797" y="466"/>
                    <a:pt x="734" y="478"/>
                    <a:pt x="734" y="478"/>
                  </a:cubicBezTo>
                  <a:cubicBezTo>
                    <a:pt x="503" y="632"/>
                    <a:pt x="503" y="632"/>
                    <a:pt x="503" y="632"/>
                  </a:cubicBezTo>
                  <a:cubicBezTo>
                    <a:pt x="471" y="650"/>
                    <a:pt x="458" y="660"/>
                    <a:pt x="455" y="674"/>
                  </a:cubicBezTo>
                  <a:close/>
                  <a:moveTo>
                    <a:pt x="1115" y="806"/>
                  </a:moveTo>
                  <a:cubicBezTo>
                    <a:pt x="1129" y="808"/>
                    <a:pt x="1148" y="808"/>
                    <a:pt x="1148" y="808"/>
                  </a:cubicBezTo>
                  <a:cubicBezTo>
                    <a:pt x="1148" y="808"/>
                    <a:pt x="1211" y="809"/>
                    <a:pt x="1211" y="821"/>
                  </a:cubicBezTo>
                  <a:cubicBezTo>
                    <a:pt x="1211" y="832"/>
                    <a:pt x="1150" y="833"/>
                    <a:pt x="1150" y="833"/>
                  </a:cubicBezTo>
                  <a:cubicBezTo>
                    <a:pt x="894" y="862"/>
                    <a:pt x="894" y="862"/>
                    <a:pt x="894" y="862"/>
                  </a:cubicBezTo>
                  <a:cubicBezTo>
                    <a:pt x="532" y="862"/>
                    <a:pt x="532" y="862"/>
                    <a:pt x="532" y="862"/>
                  </a:cubicBezTo>
                  <a:cubicBezTo>
                    <a:pt x="745" y="838"/>
                    <a:pt x="745" y="838"/>
                    <a:pt x="745" y="838"/>
                  </a:cubicBezTo>
                  <a:cubicBezTo>
                    <a:pt x="745" y="838"/>
                    <a:pt x="822" y="838"/>
                    <a:pt x="822" y="821"/>
                  </a:cubicBezTo>
                  <a:cubicBezTo>
                    <a:pt x="822" y="802"/>
                    <a:pt x="738" y="802"/>
                    <a:pt x="738" y="802"/>
                  </a:cubicBezTo>
                  <a:cubicBezTo>
                    <a:pt x="738" y="802"/>
                    <a:pt x="721" y="802"/>
                    <a:pt x="710" y="801"/>
                  </a:cubicBezTo>
                  <a:cubicBezTo>
                    <a:pt x="697" y="799"/>
                    <a:pt x="592" y="763"/>
                    <a:pt x="530" y="720"/>
                  </a:cubicBezTo>
                  <a:cubicBezTo>
                    <a:pt x="502" y="702"/>
                    <a:pt x="480" y="693"/>
                    <a:pt x="482" y="682"/>
                  </a:cubicBezTo>
                  <a:cubicBezTo>
                    <a:pt x="483" y="672"/>
                    <a:pt x="508" y="664"/>
                    <a:pt x="534" y="648"/>
                  </a:cubicBezTo>
                  <a:cubicBezTo>
                    <a:pt x="615" y="598"/>
                    <a:pt x="747" y="497"/>
                    <a:pt x="747" y="497"/>
                  </a:cubicBezTo>
                  <a:cubicBezTo>
                    <a:pt x="747" y="497"/>
                    <a:pt x="824" y="491"/>
                    <a:pt x="824" y="421"/>
                  </a:cubicBezTo>
                  <a:cubicBezTo>
                    <a:pt x="823" y="341"/>
                    <a:pt x="740" y="344"/>
                    <a:pt x="740" y="344"/>
                  </a:cubicBezTo>
                  <a:cubicBezTo>
                    <a:pt x="740" y="344"/>
                    <a:pt x="725" y="346"/>
                    <a:pt x="712" y="336"/>
                  </a:cubicBezTo>
                  <a:cubicBezTo>
                    <a:pt x="698" y="326"/>
                    <a:pt x="559" y="269"/>
                    <a:pt x="500" y="230"/>
                  </a:cubicBezTo>
                  <a:cubicBezTo>
                    <a:pt x="477" y="218"/>
                    <a:pt x="468" y="201"/>
                    <a:pt x="486" y="197"/>
                  </a:cubicBezTo>
                  <a:cubicBezTo>
                    <a:pt x="875" y="197"/>
                    <a:pt x="875" y="197"/>
                    <a:pt x="875" y="197"/>
                  </a:cubicBezTo>
                  <a:cubicBezTo>
                    <a:pt x="880" y="212"/>
                    <a:pt x="896" y="230"/>
                    <a:pt x="919" y="239"/>
                  </a:cubicBezTo>
                  <a:cubicBezTo>
                    <a:pt x="950" y="250"/>
                    <a:pt x="1100" y="345"/>
                    <a:pt x="1117" y="359"/>
                  </a:cubicBezTo>
                  <a:cubicBezTo>
                    <a:pt x="1128" y="369"/>
                    <a:pt x="1151" y="367"/>
                    <a:pt x="1151" y="367"/>
                  </a:cubicBezTo>
                  <a:cubicBezTo>
                    <a:pt x="1151" y="367"/>
                    <a:pt x="1213" y="371"/>
                    <a:pt x="1213" y="422"/>
                  </a:cubicBezTo>
                  <a:cubicBezTo>
                    <a:pt x="1213" y="466"/>
                    <a:pt x="1150" y="478"/>
                    <a:pt x="1150" y="478"/>
                  </a:cubicBezTo>
                  <a:cubicBezTo>
                    <a:pt x="901" y="616"/>
                    <a:pt x="901" y="616"/>
                    <a:pt x="901" y="616"/>
                  </a:cubicBezTo>
                  <a:cubicBezTo>
                    <a:pt x="827" y="652"/>
                    <a:pt x="870" y="663"/>
                    <a:pt x="870" y="682"/>
                  </a:cubicBezTo>
                  <a:cubicBezTo>
                    <a:pt x="870" y="708"/>
                    <a:pt x="820" y="713"/>
                    <a:pt x="905" y="755"/>
                  </a:cubicBezTo>
                  <a:cubicBezTo>
                    <a:pt x="933" y="769"/>
                    <a:pt x="1096" y="804"/>
                    <a:pt x="1115" y="806"/>
                  </a:cubicBezTo>
                  <a:close/>
                  <a:moveTo>
                    <a:pt x="1287" y="674"/>
                  </a:moveTo>
                  <a:cubicBezTo>
                    <a:pt x="904" y="674"/>
                    <a:pt x="904" y="674"/>
                    <a:pt x="904" y="674"/>
                  </a:cubicBezTo>
                  <a:cubicBezTo>
                    <a:pt x="875" y="672"/>
                    <a:pt x="918" y="639"/>
                    <a:pt x="937" y="628"/>
                  </a:cubicBezTo>
                  <a:cubicBezTo>
                    <a:pt x="1018" y="577"/>
                    <a:pt x="1163" y="497"/>
                    <a:pt x="1163" y="497"/>
                  </a:cubicBezTo>
                  <a:cubicBezTo>
                    <a:pt x="1163" y="497"/>
                    <a:pt x="1240" y="491"/>
                    <a:pt x="1240" y="421"/>
                  </a:cubicBezTo>
                  <a:cubicBezTo>
                    <a:pt x="1239" y="341"/>
                    <a:pt x="1156" y="344"/>
                    <a:pt x="1156" y="344"/>
                  </a:cubicBezTo>
                  <a:cubicBezTo>
                    <a:pt x="1156" y="344"/>
                    <a:pt x="1141" y="346"/>
                    <a:pt x="1128" y="336"/>
                  </a:cubicBezTo>
                  <a:cubicBezTo>
                    <a:pt x="1111" y="323"/>
                    <a:pt x="966" y="233"/>
                    <a:pt x="966" y="233"/>
                  </a:cubicBezTo>
                  <a:cubicBezTo>
                    <a:pt x="966" y="233"/>
                    <a:pt x="899" y="214"/>
                    <a:pt x="899" y="187"/>
                  </a:cubicBezTo>
                  <a:cubicBezTo>
                    <a:pt x="899" y="155"/>
                    <a:pt x="970" y="135"/>
                    <a:pt x="970" y="135"/>
                  </a:cubicBezTo>
                  <a:cubicBezTo>
                    <a:pt x="970" y="135"/>
                    <a:pt x="1109" y="77"/>
                    <a:pt x="1128" y="74"/>
                  </a:cubicBezTo>
                  <a:cubicBezTo>
                    <a:pt x="1137" y="73"/>
                    <a:pt x="1156" y="73"/>
                    <a:pt x="1156" y="73"/>
                  </a:cubicBezTo>
                  <a:cubicBezTo>
                    <a:pt x="1156" y="73"/>
                    <a:pt x="1239" y="73"/>
                    <a:pt x="1240" y="52"/>
                  </a:cubicBezTo>
                  <a:cubicBezTo>
                    <a:pt x="1240" y="33"/>
                    <a:pt x="1163" y="33"/>
                    <a:pt x="1163" y="33"/>
                  </a:cubicBezTo>
                  <a:cubicBezTo>
                    <a:pt x="939" y="6"/>
                    <a:pt x="939" y="6"/>
                    <a:pt x="939" y="6"/>
                  </a:cubicBezTo>
                  <a:cubicBezTo>
                    <a:pt x="1305" y="6"/>
                    <a:pt x="1305" y="6"/>
                    <a:pt x="1305" y="6"/>
                  </a:cubicBezTo>
                  <a:cubicBezTo>
                    <a:pt x="1568" y="38"/>
                    <a:pt x="1568" y="38"/>
                    <a:pt x="1568" y="38"/>
                  </a:cubicBezTo>
                  <a:cubicBezTo>
                    <a:pt x="1568" y="38"/>
                    <a:pt x="1629" y="40"/>
                    <a:pt x="1629" y="52"/>
                  </a:cubicBezTo>
                  <a:cubicBezTo>
                    <a:pt x="1629" y="65"/>
                    <a:pt x="1567" y="66"/>
                    <a:pt x="1567" y="66"/>
                  </a:cubicBezTo>
                  <a:cubicBezTo>
                    <a:pt x="1567" y="66"/>
                    <a:pt x="1547" y="66"/>
                    <a:pt x="1533" y="68"/>
                  </a:cubicBezTo>
                  <a:cubicBezTo>
                    <a:pt x="1512" y="72"/>
                    <a:pt x="1353" y="102"/>
                    <a:pt x="1327" y="114"/>
                  </a:cubicBezTo>
                  <a:cubicBezTo>
                    <a:pt x="1256" y="148"/>
                    <a:pt x="1294" y="157"/>
                    <a:pt x="1289" y="182"/>
                  </a:cubicBezTo>
                  <a:cubicBezTo>
                    <a:pt x="1286" y="193"/>
                    <a:pt x="1255" y="213"/>
                    <a:pt x="1325" y="251"/>
                  </a:cubicBezTo>
                  <a:cubicBezTo>
                    <a:pt x="1354" y="267"/>
                    <a:pt x="1516" y="345"/>
                    <a:pt x="1533" y="359"/>
                  </a:cubicBezTo>
                  <a:cubicBezTo>
                    <a:pt x="1544" y="369"/>
                    <a:pt x="1567" y="367"/>
                    <a:pt x="1567" y="367"/>
                  </a:cubicBezTo>
                  <a:cubicBezTo>
                    <a:pt x="1567" y="367"/>
                    <a:pt x="1629" y="371"/>
                    <a:pt x="1629" y="422"/>
                  </a:cubicBezTo>
                  <a:cubicBezTo>
                    <a:pt x="1629" y="466"/>
                    <a:pt x="1566" y="478"/>
                    <a:pt x="1566" y="478"/>
                  </a:cubicBezTo>
                  <a:cubicBezTo>
                    <a:pt x="1335" y="632"/>
                    <a:pt x="1335" y="632"/>
                    <a:pt x="1335" y="632"/>
                  </a:cubicBezTo>
                  <a:cubicBezTo>
                    <a:pt x="1303" y="650"/>
                    <a:pt x="1290" y="660"/>
                    <a:pt x="1287" y="674"/>
                  </a:cubicBezTo>
                  <a:close/>
                  <a:moveTo>
                    <a:pt x="1982" y="833"/>
                  </a:moveTo>
                  <a:cubicBezTo>
                    <a:pt x="1726" y="862"/>
                    <a:pt x="1726" y="862"/>
                    <a:pt x="1726" y="862"/>
                  </a:cubicBezTo>
                  <a:cubicBezTo>
                    <a:pt x="1364" y="862"/>
                    <a:pt x="1364" y="862"/>
                    <a:pt x="1364" y="862"/>
                  </a:cubicBezTo>
                  <a:cubicBezTo>
                    <a:pt x="1577" y="838"/>
                    <a:pt x="1577" y="838"/>
                    <a:pt x="1577" y="838"/>
                  </a:cubicBezTo>
                  <a:cubicBezTo>
                    <a:pt x="1577" y="838"/>
                    <a:pt x="1654" y="838"/>
                    <a:pt x="1654" y="821"/>
                  </a:cubicBezTo>
                  <a:cubicBezTo>
                    <a:pt x="1653" y="802"/>
                    <a:pt x="1570" y="802"/>
                    <a:pt x="1570" y="802"/>
                  </a:cubicBezTo>
                  <a:cubicBezTo>
                    <a:pt x="1570" y="802"/>
                    <a:pt x="1553" y="802"/>
                    <a:pt x="1542" y="801"/>
                  </a:cubicBezTo>
                  <a:cubicBezTo>
                    <a:pt x="1529" y="799"/>
                    <a:pt x="1424" y="763"/>
                    <a:pt x="1362" y="720"/>
                  </a:cubicBezTo>
                  <a:cubicBezTo>
                    <a:pt x="1334" y="702"/>
                    <a:pt x="1312" y="693"/>
                    <a:pt x="1314" y="682"/>
                  </a:cubicBezTo>
                  <a:cubicBezTo>
                    <a:pt x="1315" y="672"/>
                    <a:pt x="1340" y="664"/>
                    <a:pt x="1366" y="648"/>
                  </a:cubicBezTo>
                  <a:cubicBezTo>
                    <a:pt x="1447" y="598"/>
                    <a:pt x="1579" y="497"/>
                    <a:pt x="1579" y="497"/>
                  </a:cubicBezTo>
                  <a:cubicBezTo>
                    <a:pt x="1579" y="497"/>
                    <a:pt x="1656" y="491"/>
                    <a:pt x="1656" y="421"/>
                  </a:cubicBezTo>
                  <a:cubicBezTo>
                    <a:pt x="1655" y="341"/>
                    <a:pt x="1572" y="344"/>
                    <a:pt x="1572" y="344"/>
                  </a:cubicBezTo>
                  <a:cubicBezTo>
                    <a:pt x="1572" y="344"/>
                    <a:pt x="1557" y="346"/>
                    <a:pt x="1544" y="336"/>
                  </a:cubicBezTo>
                  <a:cubicBezTo>
                    <a:pt x="1527" y="323"/>
                    <a:pt x="1370" y="246"/>
                    <a:pt x="1370" y="246"/>
                  </a:cubicBezTo>
                  <a:cubicBezTo>
                    <a:pt x="1370" y="246"/>
                    <a:pt x="1282" y="207"/>
                    <a:pt x="1318" y="197"/>
                  </a:cubicBezTo>
                  <a:cubicBezTo>
                    <a:pt x="1706" y="197"/>
                    <a:pt x="1706" y="197"/>
                    <a:pt x="1706" y="197"/>
                  </a:cubicBezTo>
                  <a:cubicBezTo>
                    <a:pt x="1712" y="212"/>
                    <a:pt x="1728" y="230"/>
                    <a:pt x="1751" y="239"/>
                  </a:cubicBezTo>
                  <a:cubicBezTo>
                    <a:pt x="1782" y="250"/>
                    <a:pt x="1932" y="345"/>
                    <a:pt x="1949" y="359"/>
                  </a:cubicBezTo>
                  <a:cubicBezTo>
                    <a:pt x="1960" y="369"/>
                    <a:pt x="1983" y="367"/>
                    <a:pt x="1983" y="367"/>
                  </a:cubicBezTo>
                  <a:cubicBezTo>
                    <a:pt x="1983" y="367"/>
                    <a:pt x="2045" y="371"/>
                    <a:pt x="2045" y="422"/>
                  </a:cubicBezTo>
                  <a:cubicBezTo>
                    <a:pt x="2045" y="466"/>
                    <a:pt x="1982" y="478"/>
                    <a:pt x="1982" y="478"/>
                  </a:cubicBezTo>
                  <a:cubicBezTo>
                    <a:pt x="1751" y="632"/>
                    <a:pt x="1751" y="632"/>
                    <a:pt x="1751" y="632"/>
                  </a:cubicBezTo>
                  <a:cubicBezTo>
                    <a:pt x="1713" y="653"/>
                    <a:pt x="1702" y="663"/>
                    <a:pt x="1702" y="682"/>
                  </a:cubicBezTo>
                  <a:cubicBezTo>
                    <a:pt x="1702" y="708"/>
                    <a:pt x="1719" y="724"/>
                    <a:pt x="1750" y="740"/>
                  </a:cubicBezTo>
                  <a:cubicBezTo>
                    <a:pt x="1777" y="755"/>
                    <a:pt x="1928" y="804"/>
                    <a:pt x="1947" y="806"/>
                  </a:cubicBezTo>
                  <a:cubicBezTo>
                    <a:pt x="1961" y="808"/>
                    <a:pt x="1980" y="808"/>
                    <a:pt x="1980" y="808"/>
                  </a:cubicBezTo>
                  <a:cubicBezTo>
                    <a:pt x="1980" y="808"/>
                    <a:pt x="2043" y="809"/>
                    <a:pt x="2043" y="821"/>
                  </a:cubicBezTo>
                  <a:cubicBezTo>
                    <a:pt x="2043" y="832"/>
                    <a:pt x="1982" y="833"/>
                    <a:pt x="1982" y="833"/>
                  </a:cubicBezTo>
                  <a:close/>
                </a:path>
              </a:pathLst>
            </a:custGeom>
            <a:solidFill>
              <a:srgbClr val="D3CFD1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5" name="Freeform 7">
              <a:extLst>
                <a:ext uri="{FF2B5EF4-FFF2-40B4-BE49-F238E27FC236}">
                  <a16:creationId xmlns:a16="http://schemas.microsoft.com/office/drawing/2014/main" id="{48588608-E937-4551-9797-BF1DDC0AA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139"/>
              <a:ext cx="65" cy="79"/>
            </a:xfrm>
            <a:custGeom>
              <a:avLst/>
              <a:gdLst>
                <a:gd name="T0" fmla="*/ 0 w 71"/>
                <a:gd name="T1" fmla="*/ 0 h 85"/>
                <a:gd name="T2" fmla="*/ 50 w 71"/>
                <a:gd name="T3" fmla="*/ 68 h 85"/>
                <a:gd name="T4" fmla="*/ 0 w 71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85">
                  <a:moveTo>
                    <a:pt x="0" y="0"/>
                  </a:moveTo>
                  <a:cubicBezTo>
                    <a:pt x="0" y="0"/>
                    <a:pt x="71" y="5"/>
                    <a:pt x="65" y="85"/>
                  </a:cubicBezTo>
                  <a:cubicBezTo>
                    <a:pt x="65" y="85"/>
                    <a:pt x="5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6" name="Freeform 8">
              <a:extLst>
                <a:ext uri="{FF2B5EF4-FFF2-40B4-BE49-F238E27FC236}">
                  <a16:creationId xmlns:a16="http://schemas.microsoft.com/office/drawing/2014/main" id="{5FE62A0F-8523-4B39-976E-D7A656C59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139"/>
              <a:ext cx="65" cy="79"/>
            </a:xfrm>
            <a:custGeom>
              <a:avLst/>
              <a:gdLst>
                <a:gd name="T0" fmla="*/ 0 w 71"/>
                <a:gd name="T1" fmla="*/ 0 h 85"/>
                <a:gd name="T2" fmla="*/ 50 w 71"/>
                <a:gd name="T3" fmla="*/ 68 h 85"/>
                <a:gd name="T4" fmla="*/ 0 w 71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85">
                  <a:moveTo>
                    <a:pt x="0" y="0"/>
                  </a:moveTo>
                  <a:cubicBezTo>
                    <a:pt x="0" y="0"/>
                    <a:pt x="71" y="5"/>
                    <a:pt x="65" y="85"/>
                  </a:cubicBezTo>
                  <a:cubicBezTo>
                    <a:pt x="65" y="85"/>
                    <a:pt x="5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7" name="Freeform 9">
              <a:extLst>
                <a:ext uri="{FF2B5EF4-FFF2-40B4-BE49-F238E27FC236}">
                  <a16:creationId xmlns:a16="http://schemas.microsoft.com/office/drawing/2014/main" id="{7874A271-1FE7-410B-8FBD-852B00BA6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139"/>
              <a:ext cx="65" cy="79"/>
            </a:xfrm>
            <a:custGeom>
              <a:avLst/>
              <a:gdLst>
                <a:gd name="T0" fmla="*/ 0 w 71"/>
                <a:gd name="T1" fmla="*/ 0 h 85"/>
                <a:gd name="T2" fmla="*/ 50 w 71"/>
                <a:gd name="T3" fmla="*/ 68 h 85"/>
                <a:gd name="T4" fmla="*/ 0 w 71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85">
                  <a:moveTo>
                    <a:pt x="0" y="0"/>
                  </a:moveTo>
                  <a:cubicBezTo>
                    <a:pt x="0" y="0"/>
                    <a:pt x="71" y="5"/>
                    <a:pt x="65" y="85"/>
                  </a:cubicBezTo>
                  <a:cubicBezTo>
                    <a:pt x="65" y="85"/>
                    <a:pt x="5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8" name="Freeform 10">
              <a:extLst>
                <a:ext uri="{FF2B5EF4-FFF2-40B4-BE49-F238E27FC236}">
                  <a16:creationId xmlns:a16="http://schemas.microsoft.com/office/drawing/2014/main" id="{77EC269C-A17C-4C69-98EB-5E5E3FC35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139"/>
              <a:ext cx="65" cy="79"/>
            </a:xfrm>
            <a:custGeom>
              <a:avLst/>
              <a:gdLst>
                <a:gd name="T0" fmla="*/ 0 w 71"/>
                <a:gd name="T1" fmla="*/ 0 h 85"/>
                <a:gd name="T2" fmla="*/ 50 w 71"/>
                <a:gd name="T3" fmla="*/ 68 h 85"/>
                <a:gd name="T4" fmla="*/ 0 w 71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85">
                  <a:moveTo>
                    <a:pt x="0" y="0"/>
                  </a:moveTo>
                  <a:cubicBezTo>
                    <a:pt x="0" y="0"/>
                    <a:pt x="71" y="5"/>
                    <a:pt x="65" y="85"/>
                  </a:cubicBezTo>
                  <a:cubicBezTo>
                    <a:pt x="65" y="85"/>
                    <a:pt x="5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9" name="Freeform 11">
              <a:extLst>
                <a:ext uri="{FF2B5EF4-FFF2-40B4-BE49-F238E27FC236}">
                  <a16:creationId xmlns:a16="http://schemas.microsoft.com/office/drawing/2014/main" id="{07C06C22-76B3-4BDB-8146-28761F888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1139"/>
              <a:ext cx="65" cy="79"/>
            </a:xfrm>
            <a:custGeom>
              <a:avLst/>
              <a:gdLst>
                <a:gd name="T0" fmla="*/ 0 w 71"/>
                <a:gd name="T1" fmla="*/ 0 h 85"/>
                <a:gd name="T2" fmla="*/ 50 w 71"/>
                <a:gd name="T3" fmla="*/ 68 h 85"/>
                <a:gd name="T4" fmla="*/ 0 w 71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85">
                  <a:moveTo>
                    <a:pt x="0" y="0"/>
                  </a:moveTo>
                  <a:cubicBezTo>
                    <a:pt x="0" y="0"/>
                    <a:pt x="71" y="5"/>
                    <a:pt x="65" y="85"/>
                  </a:cubicBezTo>
                  <a:cubicBezTo>
                    <a:pt x="65" y="85"/>
                    <a:pt x="5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0" name="Freeform 12">
              <a:extLst>
                <a:ext uri="{FF2B5EF4-FFF2-40B4-BE49-F238E27FC236}">
                  <a16:creationId xmlns:a16="http://schemas.microsoft.com/office/drawing/2014/main" id="{F65CC8FC-4FBB-46E6-8C4E-F7036CBAF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444"/>
              <a:ext cx="361" cy="6"/>
            </a:xfrm>
            <a:custGeom>
              <a:avLst/>
              <a:gdLst>
                <a:gd name="T0" fmla="*/ 361 w 361"/>
                <a:gd name="T1" fmla="*/ 0 h 6"/>
                <a:gd name="T2" fmla="*/ 0 w 361"/>
                <a:gd name="T3" fmla="*/ 0 h 6"/>
                <a:gd name="T4" fmla="*/ 361 w 361"/>
                <a:gd name="T5" fmla="*/ 6 h 6"/>
                <a:gd name="T6" fmla="*/ 361 w 36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6">
                  <a:moveTo>
                    <a:pt x="361" y="0"/>
                  </a:moveTo>
                  <a:lnTo>
                    <a:pt x="0" y="0"/>
                  </a:lnTo>
                  <a:lnTo>
                    <a:pt x="361" y="6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1" name="Freeform 13">
              <a:extLst>
                <a:ext uri="{FF2B5EF4-FFF2-40B4-BE49-F238E27FC236}">
                  <a16:creationId xmlns:a16="http://schemas.microsoft.com/office/drawing/2014/main" id="{4976A152-2E57-4E1F-8570-EFA22E9F9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43"/>
              <a:ext cx="360" cy="5"/>
            </a:xfrm>
            <a:custGeom>
              <a:avLst/>
              <a:gdLst>
                <a:gd name="T0" fmla="*/ 0 w 360"/>
                <a:gd name="T1" fmla="*/ 0 h 5"/>
                <a:gd name="T2" fmla="*/ 360 w 360"/>
                <a:gd name="T3" fmla="*/ 0 h 5"/>
                <a:gd name="T4" fmla="*/ 359 w 360"/>
                <a:gd name="T5" fmla="*/ 5 h 5"/>
                <a:gd name="T6" fmla="*/ 0 w 36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0" h="5">
                  <a:moveTo>
                    <a:pt x="0" y="0"/>
                  </a:moveTo>
                  <a:lnTo>
                    <a:pt x="360" y="0"/>
                  </a:lnTo>
                  <a:lnTo>
                    <a:pt x="35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2" name="Freeform 14">
              <a:extLst>
                <a:ext uri="{FF2B5EF4-FFF2-40B4-BE49-F238E27FC236}">
                  <a16:creationId xmlns:a16="http://schemas.microsoft.com/office/drawing/2014/main" id="{501E6D38-AC01-489A-ACD5-2B278BD13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981"/>
              <a:ext cx="361" cy="7"/>
            </a:xfrm>
            <a:custGeom>
              <a:avLst/>
              <a:gdLst>
                <a:gd name="T0" fmla="*/ 1 w 361"/>
                <a:gd name="T1" fmla="*/ 0 h 7"/>
                <a:gd name="T2" fmla="*/ 361 w 361"/>
                <a:gd name="T3" fmla="*/ 0 h 7"/>
                <a:gd name="T4" fmla="*/ 0 w 361"/>
                <a:gd name="T5" fmla="*/ 7 h 7"/>
                <a:gd name="T6" fmla="*/ 1 w 36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7">
                  <a:moveTo>
                    <a:pt x="1" y="0"/>
                  </a:moveTo>
                  <a:lnTo>
                    <a:pt x="361" y="0"/>
                  </a:lnTo>
                  <a:lnTo>
                    <a:pt x="0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3" name="Freeform 15">
              <a:extLst>
                <a:ext uri="{FF2B5EF4-FFF2-40B4-BE49-F238E27FC236}">
                  <a16:creationId xmlns:a16="http://schemas.microsoft.com/office/drawing/2014/main" id="{02E87219-3693-4731-9630-944DEADFE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982"/>
              <a:ext cx="361" cy="4"/>
            </a:xfrm>
            <a:custGeom>
              <a:avLst/>
              <a:gdLst>
                <a:gd name="T0" fmla="*/ 1 w 361"/>
                <a:gd name="T1" fmla="*/ 0 h 4"/>
                <a:gd name="T2" fmla="*/ 361 w 361"/>
                <a:gd name="T3" fmla="*/ 0 h 4"/>
                <a:gd name="T4" fmla="*/ 0 w 361"/>
                <a:gd name="T5" fmla="*/ 4 h 4"/>
                <a:gd name="T6" fmla="*/ 1 w 36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">
                  <a:moveTo>
                    <a:pt x="1" y="0"/>
                  </a:moveTo>
                  <a:lnTo>
                    <a:pt x="361" y="0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4" name="Freeform 16">
              <a:extLst>
                <a:ext uri="{FF2B5EF4-FFF2-40B4-BE49-F238E27FC236}">
                  <a16:creationId xmlns:a16="http://schemas.microsoft.com/office/drawing/2014/main" id="{DDD945A6-68CE-4E4C-B1DF-1D8C21786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003"/>
              <a:ext cx="58" cy="47"/>
            </a:xfrm>
            <a:custGeom>
              <a:avLst/>
              <a:gdLst>
                <a:gd name="T0" fmla="*/ 15 w 63"/>
                <a:gd name="T1" fmla="*/ 0 h 51"/>
                <a:gd name="T2" fmla="*/ 49 w 63"/>
                <a:gd name="T3" fmla="*/ 40 h 51"/>
                <a:gd name="T4" fmla="*/ 15 w 63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1">
                  <a:moveTo>
                    <a:pt x="19" y="0"/>
                  </a:moveTo>
                  <a:cubicBezTo>
                    <a:pt x="19" y="0"/>
                    <a:pt x="0" y="15"/>
                    <a:pt x="63" y="51"/>
                  </a:cubicBezTo>
                  <a:cubicBezTo>
                    <a:pt x="63" y="51"/>
                    <a:pt x="15" y="14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5" name="Freeform 17">
              <a:extLst>
                <a:ext uri="{FF2B5EF4-FFF2-40B4-BE49-F238E27FC236}">
                  <a16:creationId xmlns:a16="http://schemas.microsoft.com/office/drawing/2014/main" id="{F0D9D03F-CC56-4EEB-B771-078B2A709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005"/>
              <a:ext cx="42" cy="42"/>
            </a:xfrm>
            <a:custGeom>
              <a:avLst/>
              <a:gdLst>
                <a:gd name="T0" fmla="*/ 2 w 45"/>
                <a:gd name="T1" fmla="*/ 0 h 45"/>
                <a:gd name="T2" fmla="*/ 36 w 45"/>
                <a:gd name="T3" fmla="*/ 36 h 45"/>
                <a:gd name="T4" fmla="*/ 2 w 45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5">
                  <a:moveTo>
                    <a:pt x="2" y="0"/>
                  </a:moveTo>
                  <a:cubicBezTo>
                    <a:pt x="2" y="0"/>
                    <a:pt x="0" y="21"/>
                    <a:pt x="45" y="45"/>
                  </a:cubicBezTo>
                  <a:cubicBezTo>
                    <a:pt x="45" y="45"/>
                    <a:pt x="5" y="1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6" name="Freeform 18">
              <a:extLst>
                <a:ext uri="{FF2B5EF4-FFF2-40B4-BE49-F238E27FC236}">
                  <a16:creationId xmlns:a16="http://schemas.microsoft.com/office/drawing/2014/main" id="{202C9CF2-8297-4457-8C44-24CC3A644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1474"/>
              <a:ext cx="61" cy="41"/>
            </a:xfrm>
            <a:custGeom>
              <a:avLst/>
              <a:gdLst>
                <a:gd name="T0" fmla="*/ 15 w 67"/>
                <a:gd name="T1" fmla="*/ 0 h 44"/>
                <a:gd name="T2" fmla="*/ 51 w 67"/>
                <a:gd name="T3" fmla="*/ 35 h 44"/>
                <a:gd name="T4" fmla="*/ 15 w 67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4">
                  <a:moveTo>
                    <a:pt x="20" y="0"/>
                  </a:moveTo>
                  <a:cubicBezTo>
                    <a:pt x="20" y="0"/>
                    <a:pt x="0" y="20"/>
                    <a:pt x="67" y="44"/>
                  </a:cubicBezTo>
                  <a:cubicBezTo>
                    <a:pt x="67" y="44"/>
                    <a:pt x="13" y="15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7" name="Freeform 19">
              <a:extLst>
                <a:ext uri="{FF2B5EF4-FFF2-40B4-BE49-F238E27FC236}">
                  <a16:creationId xmlns:a16="http://schemas.microsoft.com/office/drawing/2014/main" id="{55107C9C-CE99-4730-9006-5BB4E2258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467"/>
              <a:ext cx="62" cy="45"/>
            </a:xfrm>
            <a:custGeom>
              <a:avLst/>
              <a:gdLst>
                <a:gd name="T0" fmla="*/ 21 w 68"/>
                <a:gd name="T1" fmla="*/ 0 h 48"/>
                <a:gd name="T2" fmla="*/ 52 w 68"/>
                <a:gd name="T3" fmla="*/ 39 h 48"/>
                <a:gd name="T4" fmla="*/ 21 w 68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8">
                  <a:moveTo>
                    <a:pt x="27" y="0"/>
                  </a:moveTo>
                  <a:cubicBezTo>
                    <a:pt x="27" y="0"/>
                    <a:pt x="0" y="18"/>
                    <a:pt x="68" y="48"/>
                  </a:cubicBezTo>
                  <a:cubicBezTo>
                    <a:pt x="68" y="48"/>
                    <a:pt x="16" y="19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8" name="Freeform 20">
              <a:extLst>
                <a:ext uri="{FF2B5EF4-FFF2-40B4-BE49-F238E27FC236}">
                  <a16:creationId xmlns:a16="http://schemas.microsoft.com/office/drawing/2014/main" id="{D1E2C403-7388-427A-AC28-0F706F85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949"/>
              <a:ext cx="63" cy="56"/>
            </a:xfrm>
            <a:custGeom>
              <a:avLst/>
              <a:gdLst>
                <a:gd name="T0" fmla="*/ 54 w 68"/>
                <a:gd name="T1" fmla="*/ 0 h 61"/>
                <a:gd name="T2" fmla="*/ 27 w 68"/>
                <a:gd name="T3" fmla="*/ 47 h 61"/>
                <a:gd name="T4" fmla="*/ 54 w 68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1">
                  <a:moveTo>
                    <a:pt x="68" y="0"/>
                  </a:moveTo>
                  <a:cubicBezTo>
                    <a:pt x="68" y="0"/>
                    <a:pt x="11" y="31"/>
                    <a:pt x="33" y="61"/>
                  </a:cubicBezTo>
                  <a:cubicBezTo>
                    <a:pt x="33" y="61"/>
                    <a:pt x="0" y="25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9" name="Freeform 21">
              <a:extLst>
                <a:ext uri="{FF2B5EF4-FFF2-40B4-BE49-F238E27FC236}">
                  <a16:creationId xmlns:a16="http://schemas.microsoft.com/office/drawing/2014/main" id="{CC1CC793-B539-4EF4-A380-2364A1628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858"/>
              <a:ext cx="25" cy="14"/>
            </a:xfrm>
            <a:custGeom>
              <a:avLst/>
              <a:gdLst>
                <a:gd name="T0" fmla="*/ 0 w 27"/>
                <a:gd name="T1" fmla="*/ 0 h 16"/>
                <a:gd name="T2" fmla="*/ 2 w 27"/>
                <a:gd name="T3" fmla="*/ 11 h 16"/>
                <a:gd name="T4" fmla="*/ 0 w 2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0" y="0"/>
                    <a:pt x="27" y="3"/>
                    <a:pt x="2" y="16"/>
                  </a:cubicBezTo>
                  <a:cubicBezTo>
                    <a:pt x="2" y="16"/>
                    <a:pt x="18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0" name="Freeform 22">
              <a:extLst>
                <a:ext uri="{FF2B5EF4-FFF2-40B4-BE49-F238E27FC236}">
                  <a16:creationId xmlns:a16="http://schemas.microsoft.com/office/drawing/2014/main" id="{75C1A0BD-DA40-46AD-B079-7798EFED4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858"/>
              <a:ext cx="26" cy="14"/>
            </a:xfrm>
            <a:custGeom>
              <a:avLst/>
              <a:gdLst>
                <a:gd name="T0" fmla="*/ 0 w 28"/>
                <a:gd name="T1" fmla="*/ 0 h 16"/>
                <a:gd name="T2" fmla="*/ 2 w 28"/>
                <a:gd name="T3" fmla="*/ 11 h 16"/>
                <a:gd name="T4" fmla="*/ 0 w 2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0" y="0"/>
                  </a:moveTo>
                  <a:cubicBezTo>
                    <a:pt x="0" y="0"/>
                    <a:pt x="28" y="3"/>
                    <a:pt x="2" y="16"/>
                  </a:cubicBezTo>
                  <a:cubicBezTo>
                    <a:pt x="2" y="16"/>
                    <a:pt x="19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1" name="Freeform 23">
              <a:extLst>
                <a:ext uri="{FF2B5EF4-FFF2-40B4-BE49-F238E27FC236}">
                  <a16:creationId xmlns:a16="http://schemas.microsoft.com/office/drawing/2014/main" id="{C730D709-D7AE-4631-9FFA-4F9D1F1C4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858"/>
              <a:ext cx="25" cy="14"/>
            </a:xfrm>
            <a:custGeom>
              <a:avLst/>
              <a:gdLst>
                <a:gd name="T0" fmla="*/ 0 w 27"/>
                <a:gd name="T1" fmla="*/ 0 h 16"/>
                <a:gd name="T2" fmla="*/ 2 w 27"/>
                <a:gd name="T3" fmla="*/ 11 h 16"/>
                <a:gd name="T4" fmla="*/ 0 w 2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0" y="0"/>
                    <a:pt x="27" y="3"/>
                    <a:pt x="2" y="16"/>
                  </a:cubicBezTo>
                  <a:cubicBezTo>
                    <a:pt x="2" y="16"/>
                    <a:pt x="18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2" name="Freeform 24">
              <a:extLst>
                <a:ext uri="{FF2B5EF4-FFF2-40B4-BE49-F238E27FC236}">
                  <a16:creationId xmlns:a16="http://schemas.microsoft.com/office/drawing/2014/main" id="{21F36517-BE55-4FAF-B316-FF8BD7DDF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858"/>
              <a:ext cx="26" cy="14"/>
            </a:xfrm>
            <a:custGeom>
              <a:avLst/>
              <a:gdLst>
                <a:gd name="T0" fmla="*/ 0 w 28"/>
                <a:gd name="T1" fmla="*/ 0 h 16"/>
                <a:gd name="T2" fmla="*/ 2 w 28"/>
                <a:gd name="T3" fmla="*/ 11 h 16"/>
                <a:gd name="T4" fmla="*/ 0 w 2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0" y="0"/>
                  </a:moveTo>
                  <a:cubicBezTo>
                    <a:pt x="0" y="0"/>
                    <a:pt x="28" y="3"/>
                    <a:pt x="2" y="16"/>
                  </a:cubicBezTo>
                  <a:cubicBezTo>
                    <a:pt x="2" y="16"/>
                    <a:pt x="18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3" name="Freeform 25">
              <a:extLst>
                <a:ext uri="{FF2B5EF4-FFF2-40B4-BE49-F238E27FC236}">
                  <a16:creationId xmlns:a16="http://schemas.microsoft.com/office/drawing/2014/main" id="{CE80827A-FEED-49EB-B9B7-A23D2B661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858"/>
              <a:ext cx="26" cy="14"/>
            </a:xfrm>
            <a:custGeom>
              <a:avLst/>
              <a:gdLst>
                <a:gd name="T0" fmla="*/ 0 w 28"/>
                <a:gd name="T1" fmla="*/ 0 h 16"/>
                <a:gd name="T2" fmla="*/ 2 w 28"/>
                <a:gd name="T3" fmla="*/ 11 h 16"/>
                <a:gd name="T4" fmla="*/ 0 w 2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0" y="0"/>
                  </a:moveTo>
                  <a:cubicBezTo>
                    <a:pt x="0" y="0"/>
                    <a:pt x="28" y="3"/>
                    <a:pt x="2" y="16"/>
                  </a:cubicBezTo>
                  <a:cubicBezTo>
                    <a:pt x="2" y="16"/>
                    <a:pt x="19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5" name="expandable-metallic-vascular-stent">
            <a:extLst>
              <a:ext uri="{FF2B5EF4-FFF2-40B4-BE49-F238E27FC236}">
                <a16:creationId xmlns:a16="http://schemas.microsoft.com/office/drawing/2014/main" id="{70D87AA6-9723-4336-97A3-4BA3AD29BD29}"/>
              </a:ext>
            </a:extLst>
          </p:cNvPr>
          <p:cNvGrpSpPr>
            <a:grpSpLocks/>
          </p:cNvGrpSpPr>
          <p:nvPr/>
        </p:nvGrpSpPr>
        <p:grpSpPr bwMode="auto">
          <a:xfrm>
            <a:off x="2095500" y="3230563"/>
            <a:ext cx="3746500" cy="1330325"/>
            <a:chOff x="370" y="1632"/>
            <a:chExt cx="2360" cy="838"/>
          </a:xfrm>
        </p:grpSpPr>
        <p:sp>
          <p:nvSpPr>
            <p:cNvPr id="59513" name="Freeform 27">
              <a:extLst>
                <a:ext uri="{FF2B5EF4-FFF2-40B4-BE49-F238E27FC236}">
                  <a16:creationId xmlns:a16="http://schemas.microsoft.com/office/drawing/2014/main" id="{ECFDC888-C22D-466A-B907-ADDF51AFB6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7" y="1635"/>
              <a:ext cx="2173" cy="835"/>
            </a:xfrm>
            <a:custGeom>
              <a:avLst/>
              <a:gdLst>
                <a:gd name="T0" fmla="*/ 277 w 2259"/>
                <a:gd name="T1" fmla="*/ 773 h 867"/>
                <a:gd name="T2" fmla="*/ 1984 w 2259"/>
                <a:gd name="T3" fmla="*/ 772 h 867"/>
                <a:gd name="T4" fmla="*/ 1798 w 2259"/>
                <a:gd name="T5" fmla="*/ 691 h 867"/>
                <a:gd name="T6" fmla="*/ 1769 w 2259"/>
                <a:gd name="T7" fmla="*/ 369 h 867"/>
                <a:gd name="T8" fmla="*/ 1797 w 2259"/>
                <a:gd name="T9" fmla="*/ 108 h 867"/>
                <a:gd name="T10" fmla="*/ 1979 w 2259"/>
                <a:gd name="T11" fmla="*/ 8 h 867"/>
                <a:gd name="T12" fmla="*/ 63 w 2259"/>
                <a:gd name="T13" fmla="*/ 56 h 867"/>
                <a:gd name="T14" fmla="*/ 91 w 2259"/>
                <a:gd name="T15" fmla="*/ 117 h 867"/>
                <a:gd name="T16" fmla="*/ 1 w 2259"/>
                <a:gd name="T17" fmla="*/ 389 h 867"/>
                <a:gd name="T18" fmla="*/ 70 w 2259"/>
                <a:gd name="T19" fmla="*/ 686 h 867"/>
                <a:gd name="T20" fmla="*/ 329 w 2259"/>
                <a:gd name="T21" fmla="*/ 85 h 867"/>
                <a:gd name="T22" fmla="*/ 299 w 2259"/>
                <a:gd name="T23" fmla="*/ 175 h 867"/>
                <a:gd name="T24" fmla="*/ 72 w 2259"/>
                <a:gd name="T25" fmla="*/ 65 h 867"/>
                <a:gd name="T26" fmla="*/ 1101 w 2259"/>
                <a:gd name="T27" fmla="*/ 56 h 867"/>
                <a:gd name="T28" fmla="*/ 1130 w 2259"/>
                <a:gd name="T29" fmla="*/ 117 h 867"/>
                <a:gd name="T30" fmla="*/ 1039 w 2259"/>
                <a:gd name="T31" fmla="*/ 389 h 867"/>
                <a:gd name="T32" fmla="*/ 1286 w 2259"/>
                <a:gd name="T33" fmla="*/ 592 h 867"/>
                <a:gd name="T34" fmla="*/ 732 w 2259"/>
                <a:gd name="T35" fmla="*/ 369 h 867"/>
                <a:gd name="T36" fmla="*/ 732 w 2259"/>
                <a:gd name="T37" fmla="*/ 106 h 867"/>
                <a:gd name="T38" fmla="*/ 1277 w 2259"/>
                <a:gd name="T39" fmla="*/ 6 h 867"/>
                <a:gd name="T40" fmla="*/ 1338 w 2259"/>
                <a:gd name="T41" fmla="*/ 592 h 867"/>
                <a:gd name="T42" fmla="*/ 1138 w 2259"/>
                <a:gd name="T43" fmla="*/ 367 h 867"/>
                <a:gd name="T44" fmla="*/ 1435 w 2259"/>
                <a:gd name="T45" fmla="*/ 359 h 867"/>
                <a:gd name="T46" fmla="*/ 1368 w 2259"/>
                <a:gd name="T47" fmla="*/ 85 h 867"/>
                <a:gd name="T48" fmla="*/ 1337 w 2259"/>
                <a:gd name="T49" fmla="*/ 171 h 867"/>
                <a:gd name="T50" fmla="*/ 1110 w 2259"/>
                <a:gd name="T51" fmla="*/ 65 h 867"/>
                <a:gd name="T52" fmla="*/ 1674 w 2259"/>
                <a:gd name="T53" fmla="*/ 173 h 867"/>
                <a:gd name="T54" fmla="*/ 1391 w 2259"/>
                <a:gd name="T55" fmla="*/ 79 h 867"/>
                <a:gd name="T56" fmla="*/ 1760 w 2259"/>
                <a:gd name="T57" fmla="*/ 56 h 867"/>
                <a:gd name="T58" fmla="*/ 1788 w 2259"/>
                <a:gd name="T59" fmla="*/ 117 h 867"/>
                <a:gd name="T60" fmla="*/ 1391 w 2259"/>
                <a:gd name="T61" fmla="*/ 714 h 867"/>
                <a:gd name="T62" fmla="*/ 1657 w 2259"/>
                <a:gd name="T63" fmla="*/ 644 h 867"/>
                <a:gd name="T64" fmla="*/ 1389 w 2259"/>
                <a:gd name="T65" fmla="*/ 389 h 867"/>
                <a:gd name="T66" fmla="*/ 1958 w 2259"/>
                <a:gd name="T67" fmla="*/ 198 h 867"/>
                <a:gd name="T68" fmla="*/ 1760 w 2259"/>
                <a:gd name="T69" fmla="*/ 416 h 867"/>
                <a:gd name="T70" fmla="*/ 1700 w 2259"/>
                <a:gd name="T71" fmla="*/ 702 h 867"/>
                <a:gd name="T72" fmla="*/ 1649 w 2259"/>
                <a:gd name="T73" fmla="*/ 769 h 867"/>
                <a:gd name="T74" fmla="*/ 1111 w 2259"/>
                <a:gd name="T75" fmla="*/ 692 h 867"/>
                <a:gd name="T76" fmla="*/ 1653 w 2259"/>
                <a:gd name="T77" fmla="*/ 617 h 867"/>
                <a:gd name="T78" fmla="*/ 1368 w 2259"/>
                <a:gd name="T79" fmla="*/ 711 h 867"/>
                <a:gd name="T80" fmla="*/ 944 w 2259"/>
                <a:gd name="T81" fmla="*/ 769 h 867"/>
                <a:gd name="T82" fmla="*/ 761 w 2259"/>
                <a:gd name="T83" fmla="*/ 691 h 867"/>
                <a:gd name="T84" fmla="*/ 1130 w 2259"/>
                <a:gd name="T85" fmla="*/ 684 h 867"/>
                <a:gd name="T86" fmla="*/ 1102 w 2259"/>
                <a:gd name="T87" fmla="*/ 732 h 867"/>
                <a:gd name="T88" fmla="*/ 402 w 2259"/>
                <a:gd name="T89" fmla="*/ 724 h 867"/>
                <a:gd name="T90" fmla="*/ 431 w 2259"/>
                <a:gd name="T91" fmla="*/ 691 h 867"/>
                <a:gd name="T92" fmla="*/ 351 w 2259"/>
                <a:gd name="T93" fmla="*/ 389 h 867"/>
                <a:gd name="T94" fmla="*/ 634 w 2259"/>
                <a:gd name="T95" fmla="*/ 185 h 867"/>
                <a:gd name="T96" fmla="*/ 352 w 2259"/>
                <a:gd name="T97" fmla="*/ 91 h 867"/>
                <a:gd name="T98" fmla="*/ 619 w 2259"/>
                <a:gd name="T99" fmla="*/ 6 h 867"/>
                <a:gd name="T100" fmla="*/ 661 w 2259"/>
                <a:gd name="T101" fmla="*/ 91 h 867"/>
                <a:gd name="T102" fmla="*/ 750 w 2259"/>
                <a:gd name="T103" fmla="*/ 356 h 867"/>
                <a:gd name="T104" fmla="*/ 929 w 2259"/>
                <a:gd name="T105" fmla="*/ 592 h 867"/>
                <a:gd name="T106" fmla="*/ 663 w 2259"/>
                <a:gd name="T107" fmla="*/ 702 h 867"/>
                <a:gd name="T108" fmla="*/ 612 w 2259"/>
                <a:gd name="T109" fmla="*/ 769 h 867"/>
                <a:gd name="T110" fmla="*/ 300 w 2259"/>
                <a:gd name="T111" fmla="*/ 619 h 867"/>
                <a:gd name="T112" fmla="*/ 22 w 2259"/>
                <a:gd name="T113" fmla="*/ 389 h 867"/>
                <a:gd name="T114" fmla="*/ 299 w 2259"/>
                <a:gd name="T115" fmla="*/ 198 h 867"/>
                <a:gd name="T116" fmla="*/ 329 w 2259"/>
                <a:gd name="T117" fmla="*/ 389 h 867"/>
                <a:gd name="T118" fmla="*/ 422 w 2259"/>
                <a:gd name="T119" fmla="*/ 684 h 867"/>
                <a:gd name="T120" fmla="*/ 569 w 2259"/>
                <a:gd name="T121" fmla="*/ 769 h 86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259" h="867">
                  <a:moveTo>
                    <a:pt x="4" y="787"/>
                  </a:moveTo>
                  <a:cubicBezTo>
                    <a:pt x="3" y="799"/>
                    <a:pt x="3" y="799"/>
                    <a:pt x="3" y="799"/>
                  </a:cubicBezTo>
                  <a:cubicBezTo>
                    <a:pt x="11" y="823"/>
                    <a:pt x="72" y="819"/>
                    <a:pt x="72" y="819"/>
                  </a:cubicBezTo>
                  <a:cubicBezTo>
                    <a:pt x="72" y="819"/>
                    <a:pt x="309" y="866"/>
                    <a:pt x="311" y="866"/>
                  </a:cubicBezTo>
                  <a:cubicBezTo>
                    <a:pt x="313" y="866"/>
                    <a:pt x="313" y="866"/>
                    <a:pt x="313" y="866"/>
                  </a:cubicBezTo>
                  <a:cubicBezTo>
                    <a:pt x="317" y="866"/>
                    <a:pt x="337" y="867"/>
                    <a:pt x="360" y="867"/>
                  </a:cubicBezTo>
                  <a:cubicBezTo>
                    <a:pt x="2182" y="867"/>
                    <a:pt x="2182" y="867"/>
                    <a:pt x="2182" y="867"/>
                  </a:cubicBezTo>
                  <a:cubicBezTo>
                    <a:pt x="2208" y="867"/>
                    <a:pt x="2230" y="866"/>
                    <a:pt x="2230" y="865"/>
                  </a:cubicBezTo>
                  <a:cubicBezTo>
                    <a:pt x="1988" y="811"/>
                    <a:pt x="1988" y="811"/>
                    <a:pt x="1988" y="811"/>
                  </a:cubicBezTo>
                  <a:cubicBezTo>
                    <a:pt x="1988" y="811"/>
                    <a:pt x="1933" y="813"/>
                    <a:pt x="1933" y="794"/>
                  </a:cubicBezTo>
                  <a:cubicBezTo>
                    <a:pt x="1933" y="773"/>
                    <a:pt x="1989" y="776"/>
                    <a:pt x="1989" y="776"/>
                  </a:cubicBezTo>
                  <a:cubicBezTo>
                    <a:pt x="1989" y="776"/>
                    <a:pt x="2004" y="780"/>
                    <a:pt x="2020" y="775"/>
                  </a:cubicBezTo>
                  <a:cubicBezTo>
                    <a:pt x="2036" y="769"/>
                    <a:pt x="2259" y="715"/>
                    <a:pt x="2256" y="678"/>
                  </a:cubicBezTo>
                  <a:cubicBezTo>
                    <a:pt x="2252" y="642"/>
                    <a:pt x="1987" y="456"/>
                    <a:pt x="1987" y="456"/>
                  </a:cubicBezTo>
                  <a:cubicBezTo>
                    <a:pt x="1987" y="456"/>
                    <a:pt x="1931" y="459"/>
                    <a:pt x="1931" y="436"/>
                  </a:cubicBezTo>
                  <a:cubicBezTo>
                    <a:pt x="1931" y="409"/>
                    <a:pt x="1988" y="413"/>
                    <a:pt x="1988" y="413"/>
                  </a:cubicBezTo>
                  <a:cubicBezTo>
                    <a:pt x="1988" y="413"/>
                    <a:pt x="2003" y="418"/>
                    <a:pt x="2019" y="411"/>
                  </a:cubicBezTo>
                  <a:cubicBezTo>
                    <a:pt x="2035" y="405"/>
                    <a:pt x="2237" y="244"/>
                    <a:pt x="2241" y="222"/>
                  </a:cubicBezTo>
                  <a:cubicBezTo>
                    <a:pt x="2240" y="187"/>
                    <a:pt x="2240" y="187"/>
                    <a:pt x="2240" y="187"/>
                  </a:cubicBezTo>
                  <a:cubicBezTo>
                    <a:pt x="2218" y="149"/>
                    <a:pt x="2037" y="127"/>
                    <a:pt x="2019" y="120"/>
                  </a:cubicBezTo>
                  <a:cubicBezTo>
                    <a:pt x="2006" y="115"/>
                    <a:pt x="1988" y="118"/>
                    <a:pt x="1988" y="118"/>
                  </a:cubicBezTo>
                  <a:cubicBezTo>
                    <a:pt x="1988" y="118"/>
                    <a:pt x="1931" y="122"/>
                    <a:pt x="1931" y="95"/>
                  </a:cubicBezTo>
                  <a:cubicBezTo>
                    <a:pt x="1931" y="71"/>
                    <a:pt x="1987" y="74"/>
                    <a:pt x="1987" y="74"/>
                  </a:cubicBezTo>
                  <a:cubicBezTo>
                    <a:pt x="2223" y="8"/>
                    <a:pt x="2223" y="8"/>
                    <a:pt x="2223" y="8"/>
                  </a:cubicBezTo>
                  <a:cubicBezTo>
                    <a:pt x="2228" y="7"/>
                    <a:pt x="2231" y="0"/>
                    <a:pt x="2191" y="1"/>
                  </a:cubicBezTo>
                  <a:cubicBezTo>
                    <a:pt x="332" y="1"/>
                    <a:pt x="332" y="1"/>
                    <a:pt x="332" y="1"/>
                  </a:cubicBezTo>
                  <a:cubicBezTo>
                    <a:pt x="308" y="1"/>
                    <a:pt x="288" y="7"/>
                    <a:pt x="288" y="7"/>
                  </a:cubicBezTo>
                  <a:cubicBezTo>
                    <a:pt x="236" y="22"/>
                    <a:pt x="71" y="62"/>
                    <a:pt x="71" y="62"/>
                  </a:cubicBezTo>
                  <a:cubicBezTo>
                    <a:pt x="71" y="62"/>
                    <a:pt x="10" y="58"/>
                    <a:pt x="2" y="88"/>
                  </a:cubicBezTo>
                  <a:cubicBezTo>
                    <a:pt x="2" y="88"/>
                    <a:pt x="0" y="98"/>
                    <a:pt x="2" y="103"/>
                  </a:cubicBezTo>
                  <a:cubicBezTo>
                    <a:pt x="11" y="137"/>
                    <a:pt x="77" y="129"/>
                    <a:pt x="77" y="129"/>
                  </a:cubicBezTo>
                  <a:cubicBezTo>
                    <a:pt x="77" y="129"/>
                    <a:pt x="91" y="127"/>
                    <a:pt x="103" y="132"/>
                  </a:cubicBezTo>
                  <a:cubicBezTo>
                    <a:pt x="119" y="139"/>
                    <a:pt x="310" y="189"/>
                    <a:pt x="310" y="205"/>
                  </a:cubicBezTo>
                  <a:cubicBezTo>
                    <a:pt x="310" y="221"/>
                    <a:pt x="119" y="392"/>
                    <a:pt x="103" y="399"/>
                  </a:cubicBezTo>
                  <a:cubicBezTo>
                    <a:pt x="91" y="405"/>
                    <a:pt x="77" y="402"/>
                    <a:pt x="77" y="402"/>
                  </a:cubicBezTo>
                  <a:cubicBezTo>
                    <a:pt x="77" y="402"/>
                    <a:pt x="1" y="394"/>
                    <a:pt x="1" y="435"/>
                  </a:cubicBezTo>
                  <a:cubicBezTo>
                    <a:pt x="0" y="472"/>
                    <a:pt x="71" y="466"/>
                    <a:pt x="71" y="466"/>
                  </a:cubicBezTo>
                  <a:cubicBezTo>
                    <a:pt x="71" y="466"/>
                    <a:pt x="312" y="658"/>
                    <a:pt x="312" y="674"/>
                  </a:cubicBezTo>
                  <a:cubicBezTo>
                    <a:pt x="312" y="690"/>
                    <a:pt x="120" y="759"/>
                    <a:pt x="105" y="765"/>
                  </a:cubicBezTo>
                  <a:cubicBezTo>
                    <a:pt x="93" y="769"/>
                    <a:pt x="79" y="767"/>
                    <a:pt x="79" y="767"/>
                  </a:cubicBezTo>
                  <a:cubicBezTo>
                    <a:pt x="79" y="767"/>
                    <a:pt x="13" y="761"/>
                    <a:pt x="4" y="787"/>
                  </a:cubicBezTo>
                  <a:close/>
                  <a:moveTo>
                    <a:pt x="643" y="8"/>
                  </a:moveTo>
                  <a:cubicBezTo>
                    <a:pt x="440" y="62"/>
                    <a:pt x="440" y="62"/>
                    <a:pt x="440" y="62"/>
                  </a:cubicBezTo>
                  <a:cubicBezTo>
                    <a:pt x="440" y="62"/>
                    <a:pt x="369" y="57"/>
                    <a:pt x="370" y="95"/>
                  </a:cubicBezTo>
                  <a:cubicBezTo>
                    <a:pt x="370" y="138"/>
                    <a:pt x="446" y="129"/>
                    <a:pt x="446" y="129"/>
                  </a:cubicBezTo>
                  <a:cubicBezTo>
                    <a:pt x="446" y="129"/>
                    <a:pt x="460" y="127"/>
                    <a:pt x="472" y="132"/>
                  </a:cubicBezTo>
                  <a:cubicBezTo>
                    <a:pt x="488" y="139"/>
                    <a:pt x="686" y="194"/>
                    <a:pt x="687" y="196"/>
                  </a:cubicBezTo>
                  <a:cubicBezTo>
                    <a:pt x="336" y="196"/>
                    <a:pt x="336" y="196"/>
                    <a:pt x="336" y="196"/>
                  </a:cubicBezTo>
                  <a:cubicBezTo>
                    <a:pt x="338" y="178"/>
                    <a:pt x="132" y="128"/>
                    <a:pt x="113" y="120"/>
                  </a:cubicBezTo>
                  <a:cubicBezTo>
                    <a:pt x="100" y="115"/>
                    <a:pt x="82" y="118"/>
                    <a:pt x="82" y="118"/>
                  </a:cubicBezTo>
                  <a:cubicBezTo>
                    <a:pt x="82" y="118"/>
                    <a:pt x="25" y="122"/>
                    <a:pt x="25" y="95"/>
                  </a:cubicBezTo>
                  <a:cubicBezTo>
                    <a:pt x="25" y="71"/>
                    <a:pt x="81" y="74"/>
                    <a:pt x="81" y="74"/>
                  </a:cubicBezTo>
                  <a:cubicBezTo>
                    <a:pt x="322" y="8"/>
                    <a:pt x="322" y="8"/>
                    <a:pt x="322" y="8"/>
                  </a:cubicBezTo>
                  <a:lnTo>
                    <a:pt x="643" y="8"/>
                  </a:lnTo>
                  <a:close/>
                  <a:moveTo>
                    <a:pt x="1436" y="6"/>
                  </a:moveTo>
                  <a:cubicBezTo>
                    <a:pt x="1371" y="24"/>
                    <a:pt x="1237" y="62"/>
                    <a:pt x="1237" y="62"/>
                  </a:cubicBezTo>
                  <a:cubicBezTo>
                    <a:pt x="1237" y="62"/>
                    <a:pt x="1176" y="58"/>
                    <a:pt x="1168" y="88"/>
                  </a:cubicBezTo>
                  <a:cubicBezTo>
                    <a:pt x="1168" y="88"/>
                    <a:pt x="1165" y="98"/>
                    <a:pt x="1168" y="103"/>
                  </a:cubicBezTo>
                  <a:cubicBezTo>
                    <a:pt x="1177" y="137"/>
                    <a:pt x="1243" y="129"/>
                    <a:pt x="1243" y="129"/>
                  </a:cubicBezTo>
                  <a:cubicBezTo>
                    <a:pt x="1243" y="129"/>
                    <a:pt x="1257" y="127"/>
                    <a:pt x="1269" y="132"/>
                  </a:cubicBezTo>
                  <a:cubicBezTo>
                    <a:pt x="1285" y="139"/>
                    <a:pt x="1476" y="189"/>
                    <a:pt x="1476" y="205"/>
                  </a:cubicBezTo>
                  <a:cubicBezTo>
                    <a:pt x="1476" y="221"/>
                    <a:pt x="1285" y="392"/>
                    <a:pt x="1269" y="399"/>
                  </a:cubicBezTo>
                  <a:cubicBezTo>
                    <a:pt x="1257" y="405"/>
                    <a:pt x="1243" y="402"/>
                    <a:pt x="1243" y="402"/>
                  </a:cubicBezTo>
                  <a:cubicBezTo>
                    <a:pt x="1243" y="402"/>
                    <a:pt x="1167" y="394"/>
                    <a:pt x="1167" y="435"/>
                  </a:cubicBezTo>
                  <a:cubicBezTo>
                    <a:pt x="1166" y="472"/>
                    <a:pt x="1237" y="466"/>
                    <a:pt x="1237" y="466"/>
                  </a:cubicBezTo>
                  <a:cubicBezTo>
                    <a:pt x="1237" y="466"/>
                    <a:pt x="1428" y="623"/>
                    <a:pt x="1469" y="664"/>
                  </a:cubicBezTo>
                  <a:cubicBezTo>
                    <a:pt x="1445" y="664"/>
                    <a:pt x="1445" y="664"/>
                    <a:pt x="1445" y="664"/>
                  </a:cubicBezTo>
                  <a:cubicBezTo>
                    <a:pt x="1445" y="664"/>
                    <a:pt x="1445" y="664"/>
                    <a:pt x="1445" y="664"/>
                  </a:cubicBezTo>
                  <a:cubicBezTo>
                    <a:pt x="1078" y="664"/>
                    <a:pt x="1078" y="664"/>
                    <a:pt x="1078" y="664"/>
                  </a:cubicBezTo>
                  <a:cubicBezTo>
                    <a:pt x="1071" y="628"/>
                    <a:pt x="821" y="456"/>
                    <a:pt x="821" y="456"/>
                  </a:cubicBezTo>
                  <a:cubicBezTo>
                    <a:pt x="821" y="456"/>
                    <a:pt x="765" y="459"/>
                    <a:pt x="765" y="436"/>
                  </a:cubicBezTo>
                  <a:cubicBezTo>
                    <a:pt x="765" y="409"/>
                    <a:pt x="822" y="413"/>
                    <a:pt x="822" y="413"/>
                  </a:cubicBezTo>
                  <a:cubicBezTo>
                    <a:pt x="822" y="413"/>
                    <a:pt x="837" y="418"/>
                    <a:pt x="853" y="411"/>
                  </a:cubicBezTo>
                  <a:cubicBezTo>
                    <a:pt x="869" y="405"/>
                    <a:pt x="1087" y="242"/>
                    <a:pt x="1086" y="208"/>
                  </a:cubicBezTo>
                  <a:cubicBezTo>
                    <a:pt x="1087" y="165"/>
                    <a:pt x="871" y="127"/>
                    <a:pt x="853" y="120"/>
                  </a:cubicBezTo>
                  <a:cubicBezTo>
                    <a:pt x="840" y="115"/>
                    <a:pt x="822" y="118"/>
                    <a:pt x="822" y="118"/>
                  </a:cubicBezTo>
                  <a:cubicBezTo>
                    <a:pt x="822" y="118"/>
                    <a:pt x="765" y="122"/>
                    <a:pt x="765" y="95"/>
                  </a:cubicBezTo>
                  <a:cubicBezTo>
                    <a:pt x="765" y="71"/>
                    <a:pt x="821" y="74"/>
                    <a:pt x="821" y="74"/>
                  </a:cubicBezTo>
                  <a:cubicBezTo>
                    <a:pt x="1057" y="6"/>
                    <a:pt x="1057" y="6"/>
                    <a:pt x="1057" y="6"/>
                  </a:cubicBezTo>
                  <a:lnTo>
                    <a:pt x="1436" y="6"/>
                  </a:lnTo>
                  <a:close/>
                  <a:moveTo>
                    <a:pt x="1535" y="435"/>
                  </a:moveTo>
                  <a:cubicBezTo>
                    <a:pt x="1535" y="472"/>
                    <a:pt x="1605" y="466"/>
                    <a:pt x="1605" y="466"/>
                  </a:cubicBezTo>
                  <a:cubicBezTo>
                    <a:pt x="1853" y="664"/>
                    <a:pt x="1853" y="664"/>
                    <a:pt x="1853" y="664"/>
                  </a:cubicBezTo>
                  <a:cubicBezTo>
                    <a:pt x="1503" y="664"/>
                    <a:pt x="1503" y="664"/>
                    <a:pt x="1503" y="664"/>
                  </a:cubicBezTo>
                  <a:cubicBezTo>
                    <a:pt x="1494" y="629"/>
                    <a:pt x="1247" y="456"/>
                    <a:pt x="1247" y="456"/>
                  </a:cubicBezTo>
                  <a:cubicBezTo>
                    <a:pt x="1247" y="456"/>
                    <a:pt x="1191" y="459"/>
                    <a:pt x="1191" y="436"/>
                  </a:cubicBezTo>
                  <a:cubicBezTo>
                    <a:pt x="1191" y="409"/>
                    <a:pt x="1248" y="413"/>
                    <a:pt x="1248" y="413"/>
                  </a:cubicBezTo>
                  <a:cubicBezTo>
                    <a:pt x="1248" y="413"/>
                    <a:pt x="1263" y="418"/>
                    <a:pt x="1279" y="411"/>
                  </a:cubicBezTo>
                  <a:cubicBezTo>
                    <a:pt x="1295" y="405"/>
                    <a:pt x="1497" y="244"/>
                    <a:pt x="1501" y="222"/>
                  </a:cubicBezTo>
                  <a:cubicBezTo>
                    <a:pt x="1851" y="222"/>
                    <a:pt x="1851" y="222"/>
                    <a:pt x="1851" y="222"/>
                  </a:cubicBezTo>
                  <a:cubicBezTo>
                    <a:pt x="1854" y="231"/>
                    <a:pt x="1653" y="392"/>
                    <a:pt x="1638" y="399"/>
                  </a:cubicBezTo>
                  <a:cubicBezTo>
                    <a:pt x="1626" y="405"/>
                    <a:pt x="1612" y="402"/>
                    <a:pt x="1612" y="402"/>
                  </a:cubicBezTo>
                  <a:cubicBezTo>
                    <a:pt x="1612" y="402"/>
                    <a:pt x="1536" y="394"/>
                    <a:pt x="1535" y="435"/>
                  </a:cubicBezTo>
                  <a:close/>
                  <a:moveTo>
                    <a:pt x="1807" y="8"/>
                  </a:moveTo>
                  <a:cubicBezTo>
                    <a:pt x="1606" y="62"/>
                    <a:pt x="1606" y="62"/>
                    <a:pt x="1606" y="62"/>
                  </a:cubicBezTo>
                  <a:cubicBezTo>
                    <a:pt x="1606" y="62"/>
                    <a:pt x="1535" y="57"/>
                    <a:pt x="1536" y="95"/>
                  </a:cubicBezTo>
                  <a:cubicBezTo>
                    <a:pt x="1536" y="138"/>
                    <a:pt x="1612" y="129"/>
                    <a:pt x="1612" y="129"/>
                  </a:cubicBezTo>
                  <a:cubicBezTo>
                    <a:pt x="1612" y="129"/>
                    <a:pt x="1626" y="127"/>
                    <a:pt x="1638" y="132"/>
                  </a:cubicBezTo>
                  <a:cubicBezTo>
                    <a:pt x="1653" y="139"/>
                    <a:pt x="1854" y="183"/>
                    <a:pt x="1850" y="192"/>
                  </a:cubicBezTo>
                  <a:cubicBezTo>
                    <a:pt x="1502" y="192"/>
                    <a:pt x="1502" y="192"/>
                    <a:pt x="1502" y="192"/>
                  </a:cubicBezTo>
                  <a:cubicBezTo>
                    <a:pt x="1497" y="160"/>
                    <a:pt x="1298" y="128"/>
                    <a:pt x="1279" y="120"/>
                  </a:cubicBezTo>
                  <a:cubicBezTo>
                    <a:pt x="1266" y="115"/>
                    <a:pt x="1248" y="118"/>
                    <a:pt x="1248" y="118"/>
                  </a:cubicBezTo>
                  <a:cubicBezTo>
                    <a:pt x="1248" y="118"/>
                    <a:pt x="1191" y="122"/>
                    <a:pt x="1191" y="95"/>
                  </a:cubicBezTo>
                  <a:cubicBezTo>
                    <a:pt x="1191" y="71"/>
                    <a:pt x="1247" y="74"/>
                    <a:pt x="1247" y="74"/>
                  </a:cubicBezTo>
                  <a:cubicBezTo>
                    <a:pt x="1488" y="8"/>
                    <a:pt x="1488" y="8"/>
                    <a:pt x="1488" y="8"/>
                  </a:cubicBezTo>
                  <a:lnTo>
                    <a:pt x="1807" y="8"/>
                  </a:lnTo>
                  <a:close/>
                  <a:moveTo>
                    <a:pt x="2207" y="194"/>
                  </a:moveTo>
                  <a:cubicBezTo>
                    <a:pt x="1881" y="194"/>
                    <a:pt x="1881" y="194"/>
                    <a:pt x="1881" y="194"/>
                  </a:cubicBezTo>
                  <a:cubicBezTo>
                    <a:pt x="1847" y="139"/>
                    <a:pt x="1662" y="127"/>
                    <a:pt x="1648" y="120"/>
                  </a:cubicBezTo>
                  <a:cubicBezTo>
                    <a:pt x="1636" y="114"/>
                    <a:pt x="1617" y="118"/>
                    <a:pt x="1617" y="118"/>
                  </a:cubicBezTo>
                  <a:cubicBezTo>
                    <a:pt x="1617" y="118"/>
                    <a:pt x="1572" y="121"/>
                    <a:pt x="1562" y="103"/>
                  </a:cubicBezTo>
                  <a:cubicBezTo>
                    <a:pt x="1558" y="95"/>
                    <a:pt x="1562" y="88"/>
                    <a:pt x="1562" y="88"/>
                  </a:cubicBezTo>
                  <a:cubicBezTo>
                    <a:pt x="1572" y="71"/>
                    <a:pt x="1616" y="74"/>
                    <a:pt x="1616" y="74"/>
                  </a:cubicBezTo>
                  <a:cubicBezTo>
                    <a:pt x="1854" y="8"/>
                    <a:pt x="1854" y="8"/>
                    <a:pt x="1854" y="8"/>
                  </a:cubicBezTo>
                  <a:cubicBezTo>
                    <a:pt x="2174" y="8"/>
                    <a:pt x="2174" y="8"/>
                    <a:pt x="2174" y="8"/>
                  </a:cubicBezTo>
                  <a:cubicBezTo>
                    <a:pt x="2102" y="27"/>
                    <a:pt x="1977" y="62"/>
                    <a:pt x="1977" y="62"/>
                  </a:cubicBezTo>
                  <a:cubicBezTo>
                    <a:pt x="1977" y="62"/>
                    <a:pt x="1916" y="58"/>
                    <a:pt x="1908" y="88"/>
                  </a:cubicBezTo>
                  <a:cubicBezTo>
                    <a:pt x="1908" y="103"/>
                    <a:pt x="1908" y="103"/>
                    <a:pt x="1908" y="103"/>
                  </a:cubicBezTo>
                  <a:cubicBezTo>
                    <a:pt x="1917" y="137"/>
                    <a:pt x="1983" y="129"/>
                    <a:pt x="1983" y="129"/>
                  </a:cubicBezTo>
                  <a:cubicBezTo>
                    <a:pt x="1983" y="129"/>
                    <a:pt x="1997" y="127"/>
                    <a:pt x="2009" y="132"/>
                  </a:cubicBezTo>
                  <a:cubicBezTo>
                    <a:pt x="2023" y="138"/>
                    <a:pt x="2170" y="159"/>
                    <a:pt x="2207" y="194"/>
                  </a:cubicBezTo>
                  <a:close/>
                  <a:moveTo>
                    <a:pt x="1853" y="861"/>
                  </a:moveTo>
                  <a:cubicBezTo>
                    <a:pt x="1618" y="811"/>
                    <a:pt x="1618" y="811"/>
                    <a:pt x="1618" y="811"/>
                  </a:cubicBezTo>
                  <a:cubicBezTo>
                    <a:pt x="1618" y="811"/>
                    <a:pt x="1568" y="813"/>
                    <a:pt x="1562" y="798"/>
                  </a:cubicBezTo>
                  <a:cubicBezTo>
                    <a:pt x="1566" y="786"/>
                    <a:pt x="1566" y="786"/>
                    <a:pt x="1566" y="786"/>
                  </a:cubicBezTo>
                  <a:cubicBezTo>
                    <a:pt x="1579" y="774"/>
                    <a:pt x="1619" y="777"/>
                    <a:pt x="1619" y="777"/>
                  </a:cubicBezTo>
                  <a:cubicBezTo>
                    <a:pt x="1619" y="777"/>
                    <a:pt x="1633" y="781"/>
                    <a:pt x="1649" y="775"/>
                  </a:cubicBezTo>
                  <a:cubicBezTo>
                    <a:pt x="1662" y="771"/>
                    <a:pt x="1812" y="741"/>
                    <a:pt x="1862" y="722"/>
                  </a:cubicBezTo>
                  <a:cubicBezTo>
                    <a:pt x="1919" y="700"/>
                    <a:pt x="1890" y="690"/>
                    <a:pt x="1891" y="676"/>
                  </a:cubicBezTo>
                  <a:cubicBezTo>
                    <a:pt x="1892" y="664"/>
                    <a:pt x="1906" y="662"/>
                    <a:pt x="1868" y="636"/>
                  </a:cubicBezTo>
                  <a:cubicBezTo>
                    <a:pt x="1859" y="630"/>
                    <a:pt x="1616" y="456"/>
                    <a:pt x="1616" y="456"/>
                  </a:cubicBezTo>
                  <a:cubicBezTo>
                    <a:pt x="1616" y="456"/>
                    <a:pt x="1560" y="459"/>
                    <a:pt x="1560" y="436"/>
                  </a:cubicBezTo>
                  <a:cubicBezTo>
                    <a:pt x="1560" y="409"/>
                    <a:pt x="1617" y="413"/>
                    <a:pt x="1617" y="413"/>
                  </a:cubicBezTo>
                  <a:cubicBezTo>
                    <a:pt x="1617" y="413"/>
                    <a:pt x="1632" y="418"/>
                    <a:pt x="1648" y="411"/>
                  </a:cubicBezTo>
                  <a:cubicBezTo>
                    <a:pt x="1662" y="405"/>
                    <a:pt x="1853" y="277"/>
                    <a:pt x="1882" y="222"/>
                  </a:cubicBezTo>
                  <a:cubicBezTo>
                    <a:pt x="2201" y="222"/>
                    <a:pt x="2201" y="222"/>
                    <a:pt x="2201" y="222"/>
                  </a:cubicBezTo>
                  <a:cubicBezTo>
                    <a:pt x="2155" y="261"/>
                    <a:pt x="2022" y="394"/>
                    <a:pt x="2009" y="399"/>
                  </a:cubicBezTo>
                  <a:cubicBezTo>
                    <a:pt x="1997" y="405"/>
                    <a:pt x="1983" y="402"/>
                    <a:pt x="1983" y="402"/>
                  </a:cubicBezTo>
                  <a:cubicBezTo>
                    <a:pt x="1983" y="402"/>
                    <a:pt x="1907" y="394"/>
                    <a:pt x="1907" y="435"/>
                  </a:cubicBezTo>
                  <a:cubicBezTo>
                    <a:pt x="1906" y="472"/>
                    <a:pt x="1977" y="466"/>
                    <a:pt x="1977" y="466"/>
                  </a:cubicBezTo>
                  <a:cubicBezTo>
                    <a:pt x="1977" y="466"/>
                    <a:pt x="2217" y="658"/>
                    <a:pt x="2217" y="674"/>
                  </a:cubicBezTo>
                  <a:cubicBezTo>
                    <a:pt x="2217" y="690"/>
                    <a:pt x="2026" y="759"/>
                    <a:pt x="2010" y="765"/>
                  </a:cubicBezTo>
                  <a:cubicBezTo>
                    <a:pt x="1998" y="769"/>
                    <a:pt x="1985" y="767"/>
                    <a:pt x="1985" y="767"/>
                  </a:cubicBezTo>
                  <a:cubicBezTo>
                    <a:pt x="1985" y="767"/>
                    <a:pt x="1921" y="761"/>
                    <a:pt x="1910" y="786"/>
                  </a:cubicBezTo>
                  <a:cubicBezTo>
                    <a:pt x="1909" y="798"/>
                    <a:pt x="1909" y="798"/>
                    <a:pt x="1909" y="798"/>
                  </a:cubicBezTo>
                  <a:cubicBezTo>
                    <a:pt x="1915" y="823"/>
                    <a:pt x="1978" y="819"/>
                    <a:pt x="1978" y="819"/>
                  </a:cubicBezTo>
                  <a:cubicBezTo>
                    <a:pt x="1978" y="819"/>
                    <a:pt x="2111" y="847"/>
                    <a:pt x="2177" y="861"/>
                  </a:cubicBezTo>
                  <a:lnTo>
                    <a:pt x="1853" y="861"/>
                  </a:lnTo>
                  <a:close/>
                  <a:moveTo>
                    <a:pt x="1486" y="861"/>
                  </a:moveTo>
                  <a:cubicBezTo>
                    <a:pt x="1248" y="811"/>
                    <a:pt x="1248" y="811"/>
                    <a:pt x="1248" y="811"/>
                  </a:cubicBezTo>
                  <a:cubicBezTo>
                    <a:pt x="1248" y="811"/>
                    <a:pt x="1193" y="813"/>
                    <a:pt x="1193" y="794"/>
                  </a:cubicBezTo>
                  <a:cubicBezTo>
                    <a:pt x="1193" y="773"/>
                    <a:pt x="1249" y="776"/>
                    <a:pt x="1249" y="776"/>
                  </a:cubicBezTo>
                  <a:cubicBezTo>
                    <a:pt x="1249" y="776"/>
                    <a:pt x="1264" y="780"/>
                    <a:pt x="1280" y="775"/>
                  </a:cubicBezTo>
                  <a:cubicBezTo>
                    <a:pt x="1296" y="769"/>
                    <a:pt x="1495" y="716"/>
                    <a:pt x="1502" y="694"/>
                  </a:cubicBezTo>
                  <a:cubicBezTo>
                    <a:pt x="1503" y="694"/>
                    <a:pt x="1503" y="693"/>
                    <a:pt x="1504" y="692"/>
                  </a:cubicBezTo>
                  <a:cubicBezTo>
                    <a:pt x="1857" y="692"/>
                    <a:pt x="1857" y="692"/>
                    <a:pt x="1857" y="692"/>
                  </a:cubicBezTo>
                  <a:cubicBezTo>
                    <a:pt x="1856" y="693"/>
                    <a:pt x="1854" y="693"/>
                    <a:pt x="1853" y="694"/>
                  </a:cubicBezTo>
                  <a:cubicBezTo>
                    <a:pt x="1853" y="694"/>
                    <a:pt x="1655" y="760"/>
                    <a:pt x="1639" y="765"/>
                  </a:cubicBezTo>
                  <a:cubicBezTo>
                    <a:pt x="1627" y="770"/>
                    <a:pt x="1614" y="768"/>
                    <a:pt x="1614" y="768"/>
                  </a:cubicBezTo>
                  <a:cubicBezTo>
                    <a:pt x="1614" y="768"/>
                    <a:pt x="1538" y="761"/>
                    <a:pt x="1537" y="795"/>
                  </a:cubicBezTo>
                  <a:cubicBezTo>
                    <a:pt x="1537" y="824"/>
                    <a:pt x="1607" y="820"/>
                    <a:pt x="1607" y="820"/>
                  </a:cubicBezTo>
                  <a:cubicBezTo>
                    <a:pt x="1804" y="861"/>
                    <a:pt x="1804" y="861"/>
                    <a:pt x="1804" y="861"/>
                  </a:cubicBezTo>
                  <a:lnTo>
                    <a:pt x="1486" y="861"/>
                  </a:lnTo>
                  <a:close/>
                  <a:moveTo>
                    <a:pt x="1060" y="861"/>
                  </a:moveTo>
                  <a:cubicBezTo>
                    <a:pt x="823" y="811"/>
                    <a:pt x="823" y="811"/>
                    <a:pt x="823" y="811"/>
                  </a:cubicBezTo>
                  <a:cubicBezTo>
                    <a:pt x="823" y="811"/>
                    <a:pt x="767" y="813"/>
                    <a:pt x="767" y="794"/>
                  </a:cubicBezTo>
                  <a:cubicBezTo>
                    <a:pt x="767" y="773"/>
                    <a:pt x="824" y="776"/>
                    <a:pt x="824" y="776"/>
                  </a:cubicBezTo>
                  <a:cubicBezTo>
                    <a:pt x="824" y="776"/>
                    <a:pt x="839" y="780"/>
                    <a:pt x="855" y="775"/>
                  </a:cubicBezTo>
                  <a:cubicBezTo>
                    <a:pt x="871" y="769"/>
                    <a:pt x="1072" y="715"/>
                    <a:pt x="1077" y="694"/>
                  </a:cubicBezTo>
                  <a:cubicBezTo>
                    <a:pt x="1077" y="693"/>
                    <a:pt x="1077" y="693"/>
                    <a:pt x="1078" y="692"/>
                  </a:cubicBezTo>
                  <a:cubicBezTo>
                    <a:pt x="1462" y="692"/>
                    <a:pt x="1462" y="692"/>
                    <a:pt x="1462" y="692"/>
                  </a:cubicBezTo>
                  <a:cubicBezTo>
                    <a:pt x="1416" y="731"/>
                    <a:pt x="1283" y="760"/>
                    <a:pt x="1270" y="765"/>
                  </a:cubicBezTo>
                  <a:cubicBezTo>
                    <a:pt x="1258" y="769"/>
                    <a:pt x="1245" y="767"/>
                    <a:pt x="1245" y="767"/>
                  </a:cubicBezTo>
                  <a:cubicBezTo>
                    <a:pt x="1245" y="767"/>
                    <a:pt x="1179" y="761"/>
                    <a:pt x="1169" y="787"/>
                  </a:cubicBezTo>
                  <a:cubicBezTo>
                    <a:pt x="1169" y="799"/>
                    <a:pt x="1169" y="799"/>
                    <a:pt x="1169" y="799"/>
                  </a:cubicBezTo>
                  <a:cubicBezTo>
                    <a:pt x="1176" y="823"/>
                    <a:pt x="1238" y="819"/>
                    <a:pt x="1238" y="819"/>
                  </a:cubicBezTo>
                  <a:cubicBezTo>
                    <a:pt x="1238" y="819"/>
                    <a:pt x="1379" y="849"/>
                    <a:pt x="1442" y="862"/>
                  </a:cubicBezTo>
                  <a:cubicBezTo>
                    <a:pt x="1442" y="862"/>
                    <a:pt x="1064" y="862"/>
                    <a:pt x="1060" y="861"/>
                  </a:cubicBezTo>
                  <a:close/>
                  <a:moveTo>
                    <a:pt x="687" y="861"/>
                  </a:moveTo>
                  <a:cubicBezTo>
                    <a:pt x="452" y="811"/>
                    <a:pt x="452" y="811"/>
                    <a:pt x="452" y="811"/>
                  </a:cubicBezTo>
                  <a:cubicBezTo>
                    <a:pt x="452" y="811"/>
                    <a:pt x="403" y="813"/>
                    <a:pt x="396" y="798"/>
                  </a:cubicBezTo>
                  <a:cubicBezTo>
                    <a:pt x="400" y="786"/>
                    <a:pt x="400" y="786"/>
                    <a:pt x="400" y="786"/>
                  </a:cubicBezTo>
                  <a:cubicBezTo>
                    <a:pt x="413" y="774"/>
                    <a:pt x="453" y="777"/>
                    <a:pt x="453" y="777"/>
                  </a:cubicBezTo>
                  <a:cubicBezTo>
                    <a:pt x="453" y="777"/>
                    <a:pt x="468" y="781"/>
                    <a:pt x="484" y="775"/>
                  </a:cubicBezTo>
                  <a:cubicBezTo>
                    <a:pt x="496" y="771"/>
                    <a:pt x="664" y="737"/>
                    <a:pt x="696" y="722"/>
                  </a:cubicBezTo>
                  <a:cubicBezTo>
                    <a:pt x="723" y="709"/>
                    <a:pt x="771" y="673"/>
                    <a:pt x="702" y="636"/>
                  </a:cubicBezTo>
                  <a:cubicBezTo>
                    <a:pt x="693" y="631"/>
                    <a:pt x="450" y="456"/>
                    <a:pt x="450" y="456"/>
                  </a:cubicBezTo>
                  <a:cubicBezTo>
                    <a:pt x="450" y="456"/>
                    <a:pt x="394" y="459"/>
                    <a:pt x="394" y="436"/>
                  </a:cubicBezTo>
                  <a:cubicBezTo>
                    <a:pt x="394" y="409"/>
                    <a:pt x="451" y="413"/>
                    <a:pt x="451" y="413"/>
                  </a:cubicBezTo>
                  <a:cubicBezTo>
                    <a:pt x="451" y="413"/>
                    <a:pt x="466" y="418"/>
                    <a:pt x="482" y="411"/>
                  </a:cubicBezTo>
                  <a:cubicBezTo>
                    <a:pt x="496" y="406"/>
                    <a:pt x="665" y="288"/>
                    <a:pt x="710" y="232"/>
                  </a:cubicBezTo>
                  <a:cubicBezTo>
                    <a:pt x="717" y="222"/>
                    <a:pt x="717" y="216"/>
                    <a:pt x="712" y="207"/>
                  </a:cubicBezTo>
                  <a:cubicBezTo>
                    <a:pt x="708" y="202"/>
                    <a:pt x="721" y="192"/>
                    <a:pt x="708" y="184"/>
                  </a:cubicBezTo>
                  <a:cubicBezTo>
                    <a:pt x="645" y="145"/>
                    <a:pt x="495" y="127"/>
                    <a:pt x="482" y="120"/>
                  </a:cubicBezTo>
                  <a:cubicBezTo>
                    <a:pt x="470" y="114"/>
                    <a:pt x="451" y="118"/>
                    <a:pt x="451" y="118"/>
                  </a:cubicBezTo>
                  <a:cubicBezTo>
                    <a:pt x="451" y="118"/>
                    <a:pt x="406" y="121"/>
                    <a:pt x="396" y="103"/>
                  </a:cubicBezTo>
                  <a:cubicBezTo>
                    <a:pt x="392" y="95"/>
                    <a:pt x="396" y="88"/>
                    <a:pt x="396" y="88"/>
                  </a:cubicBezTo>
                  <a:cubicBezTo>
                    <a:pt x="406" y="71"/>
                    <a:pt x="450" y="74"/>
                    <a:pt x="450" y="74"/>
                  </a:cubicBezTo>
                  <a:cubicBezTo>
                    <a:pt x="691" y="8"/>
                    <a:pt x="691" y="8"/>
                    <a:pt x="691" y="8"/>
                  </a:cubicBezTo>
                  <a:cubicBezTo>
                    <a:pt x="693" y="7"/>
                    <a:pt x="695" y="7"/>
                    <a:pt x="696" y="6"/>
                  </a:cubicBezTo>
                  <a:cubicBezTo>
                    <a:pt x="1016" y="6"/>
                    <a:pt x="1016" y="6"/>
                    <a:pt x="1016" y="6"/>
                  </a:cubicBezTo>
                  <a:cubicBezTo>
                    <a:pt x="946" y="25"/>
                    <a:pt x="811" y="62"/>
                    <a:pt x="811" y="62"/>
                  </a:cubicBezTo>
                  <a:cubicBezTo>
                    <a:pt x="811" y="62"/>
                    <a:pt x="750" y="58"/>
                    <a:pt x="742" y="88"/>
                  </a:cubicBezTo>
                  <a:cubicBezTo>
                    <a:pt x="742" y="103"/>
                    <a:pt x="742" y="103"/>
                    <a:pt x="742" y="103"/>
                  </a:cubicBezTo>
                  <a:cubicBezTo>
                    <a:pt x="751" y="137"/>
                    <a:pt x="817" y="129"/>
                    <a:pt x="817" y="129"/>
                  </a:cubicBezTo>
                  <a:cubicBezTo>
                    <a:pt x="817" y="129"/>
                    <a:pt x="831" y="127"/>
                    <a:pt x="843" y="132"/>
                  </a:cubicBezTo>
                  <a:cubicBezTo>
                    <a:pt x="859" y="139"/>
                    <a:pt x="1050" y="189"/>
                    <a:pt x="1050" y="205"/>
                  </a:cubicBezTo>
                  <a:cubicBezTo>
                    <a:pt x="1050" y="221"/>
                    <a:pt x="859" y="392"/>
                    <a:pt x="843" y="399"/>
                  </a:cubicBezTo>
                  <a:cubicBezTo>
                    <a:pt x="831" y="405"/>
                    <a:pt x="817" y="402"/>
                    <a:pt x="817" y="402"/>
                  </a:cubicBezTo>
                  <a:cubicBezTo>
                    <a:pt x="817" y="402"/>
                    <a:pt x="741" y="394"/>
                    <a:pt x="741" y="435"/>
                  </a:cubicBezTo>
                  <a:cubicBezTo>
                    <a:pt x="740" y="472"/>
                    <a:pt x="811" y="466"/>
                    <a:pt x="811" y="466"/>
                  </a:cubicBezTo>
                  <a:cubicBezTo>
                    <a:pt x="811" y="466"/>
                    <a:pt x="1002" y="624"/>
                    <a:pt x="1044" y="664"/>
                  </a:cubicBezTo>
                  <a:cubicBezTo>
                    <a:pt x="1058" y="680"/>
                    <a:pt x="1036" y="692"/>
                    <a:pt x="1036" y="692"/>
                  </a:cubicBezTo>
                  <a:cubicBezTo>
                    <a:pt x="990" y="731"/>
                    <a:pt x="858" y="760"/>
                    <a:pt x="845" y="765"/>
                  </a:cubicBezTo>
                  <a:cubicBezTo>
                    <a:pt x="833" y="769"/>
                    <a:pt x="819" y="767"/>
                    <a:pt x="819" y="767"/>
                  </a:cubicBezTo>
                  <a:cubicBezTo>
                    <a:pt x="819" y="767"/>
                    <a:pt x="755" y="761"/>
                    <a:pt x="744" y="786"/>
                  </a:cubicBezTo>
                  <a:cubicBezTo>
                    <a:pt x="743" y="798"/>
                    <a:pt x="743" y="798"/>
                    <a:pt x="743" y="798"/>
                  </a:cubicBezTo>
                  <a:cubicBezTo>
                    <a:pt x="749" y="823"/>
                    <a:pt x="812" y="819"/>
                    <a:pt x="812" y="819"/>
                  </a:cubicBezTo>
                  <a:cubicBezTo>
                    <a:pt x="812" y="819"/>
                    <a:pt x="945" y="847"/>
                    <a:pt x="1011" y="861"/>
                  </a:cubicBezTo>
                  <a:lnTo>
                    <a:pt x="687" y="861"/>
                  </a:lnTo>
                  <a:close/>
                  <a:moveTo>
                    <a:pt x="27" y="794"/>
                  </a:moveTo>
                  <a:cubicBezTo>
                    <a:pt x="27" y="773"/>
                    <a:pt x="84" y="776"/>
                    <a:pt x="84" y="776"/>
                  </a:cubicBezTo>
                  <a:cubicBezTo>
                    <a:pt x="84" y="776"/>
                    <a:pt x="99" y="780"/>
                    <a:pt x="115" y="775"/>
                  </a:cubicBezTo>
                  <a:cubicBezTo>
                    <a:pt x="131" y="769"/>
                    <a:pt x="329" y="716"/>
                    <a:pt x="337" y="694"/>
                  </a:cubicBezTo>
                  <a:cubicBezTo>
                    <a:pt x="343" y="684"/>
                    <a:pt x="335" y="677"/>
                    <a:pt x="335" y="677"/>
                  </a:cubicBezTo>
                  <a:cubicBezTo>
                    <a:pt x="340" y="674"/>
                    <a:pt x="338" y="665"/>
                    <a:pt x="338" y="665"/>
                  </a:cubicBezTo>
                  <a:cubicBezTo>
                    <a:pt x="334" y="630"/>
                    <a:pt x="81" y="456"/>
                    <a:pt x="81" y="456"/>
                  </a:cubicBezTo>
                  <a:cubicBezTo>
                    <a:pt x="81" y="456"/>
                    <a:pt x="25" y="459"/>
                    <a:pt x="25" y="436"/>
                  </a:cubicBezTo>
                  <a:cubicBezTo>
                    <a:pt x="25" y="409"/>
                    <a:pt x="82" y="413"/>
                    <a:pt x="82" y="413"/>
                  </a:cubicBezTo>
                  <a:cubicBezTo>
                    <a:pt x="82" y="413"/>
                    <a:pt x="97" y="418"/>
                    <a:pt x="113" y="411"/>
                  </a:cubicBezTo>
                  <a:cubicBezTo>
                    <a:pt x="129" y="405"/>
                    <a:pt x="326" y="244"/>
                    <a:pt x="336" y="222"/>
                  </a:cubicBezTo>
                  <a:cubicBezTo>
                    <a:pt x="336" y="222"/>
                    <a:pt x="336" y="222"/>
                    <a:pt x="336" y="222"/>
                  </a:cubicBezTo>
                  <a:cubicBezTo>
                    <a:pt x="686" y="222"/>
                    <a:pt x="686" y="222"/>
                    <a:pt x="686" y="222"/>
                  </a:cubicBezTo>
                  <a:cubicBezTo>
                    <a:pt x="686" y="222"/>
                    <a:pt x="488" y="392"/>
                    <a:pt x="472" y="399"/>
                  </a:cubicBezTo>
                  <a:cubicBezTo>
                    <a:pt x="460" y="405"/>
                    <a:pt x="446" y="402"/>
                    <a:pt x="446" y="402"/>
                  </a:cubicBezTo>
                  <a:cubicBezTo>
                    <a:pt x="446" y="402"/>
                    <a:pt x="370" y="394"/>
                    <a:pt x="370" y="435"/>
                  </a:cubicBezTo>
                  <a:cubicBezTo>
                    <a:pt x="369" y="472"/>
                    <a:pt x="440" y="466"/>
                    <a:pt x="440" y="466"/>
                  </a:cubicBezTo>
                  <a:cubicBezTo>
                    <a:pt x="689" y="665"/>
                    <a:pt x="689" y="665"/>
                    <a:pt x="689" y="665"/>
                  </a:cubicBezTo>
                  <a:cubicBezTo>
                    <a:pt x="689" y="665"/>
                    <a:pt x="715" y="679"/>
                    <a:pt x="687" y="694"/>
                  </a:cubicBezTo>
                  <a:cubicBezTo>
                    <a:pt x="687" y="694"/>
                    <a:pt x="489" y="760"/>
                    <a:pt x="474" y="765"/>
                  </a:cubicBezTo>
                  <a:cubicBezTo>
                    <a:pt x="462" y="770"/>
                    <a:pt x="448" y="768"/>
                    <a:pt x="448" y="768"/>
                  </a:cubicBezTo>
                  <a:cubicBezTo>
                    <a:pt x="448" y="768"/>
                    <a:pt x="372" y="761"/>
                    <a:pt x="372" y="795"/>
                  </a:cubicBezTo>
                  <a:cubicBezTo>
                    <a:pt x="371" y="824"/>
                    <a:pt x="442" y="820"/>
                    <a:pt x="442" y="820"/>
                  </a:cubicBezTo>
                  <a:cubicBezTo>
                    <a:pt x="638" y="861"/>
                    <a:pt x="638" y="861"/>
                    <a:pt x="638" y="861"/>
                  </a:cubicBezTo>
                  <a:cubicBezTo>
                    <a:pt x="321" y="861"/>
                    <a:pt x="321" y="861"/>
                    <a:pt x="321" y="861"/>
                  </a:cubicBezTo>
                  <a:cubicBezTo>
                    <a:pt x="83" y="811"/>
                    <a:pt x="83" y="811"/>
                    <a:pt x="83" y="811"/>
                  </a:cubicBezTo>
                  <a:cubicBezTo>
                    <a:pt x="83" y="811"/>
                    <a:pt x="27" y="813"/>
                    <a:pt x="27" y="794"/>
                  </a:cubicBezTo>
                  <a:close/>
                </a:path>
              </a:pathLst>
            </a:custGeom>
            <a:solidFill>
              <a:srgbClr val="545454"/>
            </a:solidFill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4" name="Freeform 28">
              <a:extLst>
                <a:ext uri="{FF2B5EF4-FFF2-40B4-BE49-F238E27FC236}">
                  <a16:creationId xmlns:a16="http://schemas.microsoft.com/office/drawing/2014/main" id="{11BA1159-84F4-4EE5-B7F9-FB9A2F7CDD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" y="1632"/>
              <a:ext cx="2174" cy="834"/>
            </a:xfrm>
            <a:custGeom>
              <a:avLst/>
              <a:gdLst>
                <a:gd name="T0" fmla="*/ 1948 w 2260"/>
                <a:gd name="T1" fmla="*/ 437 h 866"/>
                <a:gd name="T2" fmla="*/ 1735 w 2260"/>
                <a:gd name="T3" fmla="*/ 183 h 866"/>
                <a:gd name="T4" fmla="*/ 2009 w 2260"/>
                <a:gd name="T5" fmla="*/ 78 h 866"/>
                <a:gd name="T6" fmla="*/ 61 w 2260"/>
                <a:gd name="T7" fmla="*/ 1 h 866"/>
                <a:gd name="T8" fmla="*/ 241 w 2260"/>
                <a:gd name="T9" fmla="*/ 106 h 866"/>
                <a:gd name="T10" fmla="*/ 214 w 2260"/>
                <a:gd name="T11" fmla="*/ 343 h 866"/>
                <a:gd name="T12" fmla="*/ 3 w 2260"/>
                <a:gd name="T13" fmla="*/ 606 h 866"/>
                <a:gd name="T14" fmla="*/ 241 w 2260"/>
                <a:gd name="T15" fmla="*/ 724 h 866"/>
                <a:gd name="T16" fmla="*/ 1732 w 2260"/>
                <a:gd name="T17" fmla="*/ 772 h 866"/>
                <a:gd name="T18" fmla="*/ 2008 w 2260"/>
                <a:gd name="T19" fmla="*/ 703 h 866"/>
                <a:gd name="T20" fmla="*/ 1988 w 2260"/>
                <a:gd name="T21" fmla="*/ 85 h 866"/>
                <a:gd name="T22" fmla="*/ 1399 w 2260"/>
                <a:gd name="T23" fmla="*/ 174 h 866"/>
                <a:gd name="T24" fmla="*/ 1619 w 2260"/>
                <a:gd name="T25" fmla="*/ 56 h 866"/>
                <a:gd name="T26" fmla="*/ 1279 w 2260"/>
                <a:gd name="T27" fmla="*/ 65 h 866"/>
                <a:gd name="T28" fmla="*/ 1044 w 2260"/>
                <a:gd name="T29" fmla="*/ 186 h 866"/>
                <a:gd name="T30" fmla="*/ 1279 w 2260"/>
                <a:gd name="T31" fmla="*/ 419 h 866"/>
                <a:gd name="T32" fmla="*/ 703 w 2260"/>
                <a:gd name="T33" fmla="*/ 592 h 866"/>
                <a:gd name="T34" fmla="*/ 881 w 2260"/>
                <a:gd name="T35" fmla="*/ 322 h 866"/>
                <a:gd name="T36" fmla="*/ 971 w 2260"/>
                <a:gd name="T37" fmla="*/ 91 h 866"/>
                <a:gd name="T38" fmla="*/ 1070 w 2260"/>
                <a:gd name="T39" fmla="*/ 6 h 866"/>
                <a:gd name="T40" fmla="*/ 674 w 2260"/>
                <a:gd name="T41" fmla="*/ 198 h 866"/>
                <a:gd name="T42" fmla="*/ 900 w 2260"/>
                <a:gd name="T43" fmla="*/ 419 h 866"/>
                <a:gd name="T44" fmla="*/ 645 w 2260"/>
                <a:gd name="T45" fmla="*/ 383 h 866"/>
                <a:gd name="T46" fmla="*/ 950 w 2260"/>
                <a:gd name="T47" fmla="*/ 85 h 866"/>
                <a:gd name="T48" fmla="*/ 364 w 2260"/>
                <a:gd name="T49" fmla="*/ 171 h 866"/>
                <a:gd name="T50" fmla="*/ 582 w 2260"/>
                <a:gd name="T51" fmla="*/ 56 h 866"/>
                <a:gd name="T52" fmla="*/ 245 w 2260"/>
                <a:gd name="T53" fmla="*/ 115 h 866"/>
                <a:gd name="T54" fmla="*/ 76 w 2260"/>
                <a:gd name="T55" fmla="*/ 8 h 866"/>
                <a:gd name="T56" fmla="*/ 620 w 2260"/>
                <a:gd name="T57" fmla="*/ 91 h 866"/>
                <a:gd name="T58" fmla="*/ 46 w 2260"/>
                <a:gd name="T59" fmla="*/ 173 h 866"/>
                <a:gd name="T60" fmla="*/ 313 w 2260"/>
                <a:gd name="T61" fmla="*/ 714 h 866"/>
                <a:gd name="T62" fmla="*/ 37 w 2260"/>
                <a:gd name="T63" fmla="*/ 602 h 866"/>
                <a:gd name="T64" fmla="*/ 222 w 2260"/>
                <a:gd name="T65" fmla="*/ 322 h 866"/>
                <a:gd name="T66" fmla="*/ 571 w 2260"/>
                <a:gd name="T67" fmla="*/ 346 h 866"/>
                <a:gd name="T68" fmla="*/ 328 w 2260"/>
                <a:gd name="T69" fmla="*/ 604 h 866"/>
                <a:gd name="T70" fmla="*/ 619 w 2260"/>
                <a:gd name="T71" fmla="*/ 702 h 866"/>
                <a:gd name="T72" fmla="*/ 73 w 2260"/>
                <a:gd name="T73" fmla="*/ 769 h 866"/>
                <a:gd name="T74" fmla="*/ 573 w 2260"/>
                <a:gd name="T75" fmla="*/ 687 h 866"/>
                <a:gd name="T76" fmla="*/ 671 w 2260"/>
                <a:gd name="T77" fmla="*/ 617 h 866"/>
                <a:gd name="T78" fmla="*/ 949 w 2260"/>
                <a:gd name="T79" fmla="*/ 710 h 866"/>
                <a:gd name="T80" fmla="*/ 727 w 2260"/>
                <a:gd name="T81" fmla="*/ 769 h 866"/>
                <a:gd name="T82" fmla="*/ 903 w 2260"/>
                <a:gd name="T83" fmla="*/ 686 h 866"/>
                <a:gd name="T84" fmla="*/ 1053 w 2260"/>
                <a:gd name="T85" fmla="*/ 619 h 866"/>
                <a:gd name="T86" fmla="*/ 1277 w 2260"/>
                <a:gd name="T87" fmla="*/ 724 h 866"/>
                <a:gd name="T88" fmla="*/ 1288 w 2260"/>
                <a:gd name="T89" fmla="*/ 732 h 866"/>
                <a:gd name="T90" fmla="*/ 1259 w 2260"/>
                <a:gd name="T91" fmla="*/ 684 h 866"/>
                <a:gd name="T92" fmla="*/ 1351 w 2260"/>
                <a:gd name="T93" fmla="*/ 383 h 866"/>
                <a:gd name="T94" fmla="*/ 1260 w 2260"/>
                <a:gd name="T95" fmla="*/ 117 h 866"/>
                <a:gd name="T96" fmla="*/ 1289 w 2260"/>
                <a:gd name="T97" fmla="*/ 56 h 866"/>
                <a:gd name="T98" fmla="*/ 1610 w 2260"/>
                <a:gd name="T99" fmla="*/ 65 h 866"/>
                <a:gd name="T100" fmla="*/ 1581 w 2260"/>
                <a:gd name="T101" fmla="*/ 108 h 866"/>
                <a:gd name="T102" fmla="*/ 1581 w 2260"/>
                <a:gd name="T103" fmla="*/ 343 h 866"/>
                <a:gd name="T104" fmla="*/ 1386 w 2260"/>
                <a:gd name="T105" fmla="*/ 567 h 866"/>
                <a:gd name="T106" fmla="*/ 1655 w 2260"/>
                <a:gd name="T107" fmla="*/ 702 h 866"/>
                <a:gd name="T108" fmla="*/ 1111 w 2260"/>
                <a:gd name="T109" fmla="*/ 769 h 866"/>
                <a:gd name="T110" fmla="*/ 1618 w 2260"/>
                <a:gd name="T111" fmla="*/ 733 h 866"/>
                <a:gd name="T112" fmla="*/ 1399 w 2260"/>
                <a:gd name="T113" fmla="*/ 619 h 866"/>
                <a:gd name="T114" fmla="*/ 1614 w 2260"/>
                <a:gd name="T115" fmla="*/ 326 h 866"/>
                <a:gd name="T116" fmla="*/ 1713 w 2260"/>
                <a:gd name="T117" fmla="*/ 198 h 866"/>
                <a:gd name="T118" fmla="*/ 1938 w 2260"/>
                <a:gd name="T119" fmla="*/ 419 h 866"/>
                <a:gd name="T120" fmla="*/ 1986 w 2260"/>
                <a:gd name="T121" fmla="*/ 710 h 86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260" h="866">
                  <a:moveTo>
                    <a:pt x="2180" y="767"/>
                  </a:moveTo>
                  <a:cubicBezTo>
                    <a:pt x="2180" y="767"/>
                    <a:pt x="2167" y="769"/>
                    <a:pt x="2155" y="765"/>
                  </a:cubicBezTo>
                  <a:cubicBezTo>
                    <a:pt x="2139" y="759"/>
                    <a:pt x="1947" y="690"/>
                    <a:pt x="1947" y="674"/>
                  </a:cubicBezTo>
                  <a:cubicBezTo>
                    <a:pt x="1947" y="658"/>
                    <a:pt x="2188" y="489"/>
                    <a:pt x="2188" y="489"/>
                  </a:cubicBezTo>
                  <a:cubicBezTo>
                    <a:pt x="2188" y="489"/>
                    <a:pt x="2259" y="499"/>
                    <a:pt x="2258" y="429"/>
                  </a:cubicBezTo>
                  <a:cubicBezTo>
                    <a:pt x="2258" y="350"/>
                    <a:pt x="2182" y="366"/>
                    <a:pt x="2182" y="366"/>
                  </a:cubicBezTo>
                  <a:cubicBezTo>
                    <a:pt x="2182" y="366"/>
                    <a:pt x="2168" y="371"/>
                    <a:pt x="2156" y="360"/>
                  </a:cubicBezTo>
                  <a:cubicBezTo>
                    <a:pt x="2140" y="347"/>
                    <a:pt x="1949" y="221"/>
                    <a:pt x="1949" y="205"/>
                  </a:cubicBezTo>
                  <a:cubicBezTo>
                    <a:pt x="1949" y="189"/>
                    <a:pt x="2140" y="139"/>
                    <a:pt x="2156" y="132"/>
                  </a:cubicBezTo>
                  <a:cubicBezTo>
                    <a:pt x="2168" y="126"/>
                    <a:pt x="2182" y="129"/>
                    <a:pt x="2182" y="129"/>
                  </a:cubicBezTo>
                  <a:cubicBezTo>
                    <a:pt x="2182" y="129"/>
                    <a:pt x="2248" y="137"/>
                    <a:pt x="2257" y="102"/>
                  </a:cubicBezTo>
                  <a:cubicBezTo>
                    <a:pt x="2260" y="98"/>
                    <a:pt x="2257" y="87"/>
                    <a:pt x="2257" y="87"/>
                  </a:cubicBezTo>
                  <a:cubicBezTo>
                    <a:pt x="2249" y="58"/>
                    <a:pt x="2188" y="62"/>
                    <a:pt x="2188" y="62"/>
                  </a:cubicBezTo>
                  <a:cubicBezTo>
                    <a:pt x="2188" y="62"/>
                    <a:pt x="2023" y="21"/>
                    <a:pt x="1971" y="7"/>
                  </a:cubicBezTo>
                  <a:cubicBezTo>
                    <a:pt x="1971" y="7"/>
                    <a:pt x="1951" y="1"/>
                    <a:pt x="1927" y="1"/>
                  </a:cubicBezTo>
                  <a:cubicBezTo>
                    <a:pt x="68" y="1"/>
                    <a:pt x="68" y="1"/>
                    <a:pt x="68" y="1"/>
                  </a:cubicBezTo>
                  <a:cubicBezTo>
                    <a:pt x="28" y="0"/>
                    <a:pt x="32" y="7"/>
                    <a:pt x="36" y="8"/>
                  </a:cubicBezTo>
                  <a:cubicBezTo>
                    <a:pt x="272" y="74"/>
                    <a:pt x="272" y="74"/>
                    <a:pt x="272" y="74"/>
                  </a:cubicBezTo>
                  <a:cubicBezTo>
                    <a:pt x="272" y="74"/>
                    <a:pt x="328" y="71"/>
                    <a:pt x="328" y="95"/>
                  </a:cubicBezTo>
                  <a:cubicBezTo>
                    <a:pt x="328" y="122"/>
                    <a:pt x="271" y="118"/>
                    <a:pt x="271" y="118"/>
                  </a:cubicBezTo>
                  <a:cubicBezTo>
                    <a:pt x="271" y="118"/>
                    <a:pt x="253" y="115"/>
                    <a:pt x="240" y="120"/>
                  </a:cubicBezTo>
                  <a:cubicBezTo>
                    <a:pt x="222" y="127"/>
                    <a:pt x="41" y="149"/>
                    <a:pt x="19" y="187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22" y="244"/>
                    <a:pt x="224" y="371"/>
                    <a:pt x="240" y="384"/>
                  </a:cubicBezTo>
                  <a:cubicBezTo>
                    <a:pt x="256" y="397"/>
                    <a:pt x="271" y="387"/>
                    <a:pt x="271" y="387"/>
                  </a:cubicBezTo>
                  <a:cubicBezTo>
                    <a:pt x="271" y="387"/>
                    <a:pt x="328" y="380"/>
                    <a:pt x="328" y="431"/>
                  </a:cubicBezTo>
                  <a:cubicBezTo>
                    <a:pt x="328" y="475"/>
                    <a:pt x="272" y="469"/>
                    <a:pt x="272" y="469"/>
                  </a:cubicBezTo>
                  <a:cubicBezTo>
                    <a:pt x="272" y="469"/>
                    <a:pt x="7" y="642"/>
                    <a:pt x="3" y="678"/>
                  </a:cubicBezTo>
                  <a:cubicBezTo>
                    <a:pt x="0" y="714"/>
                    <a:pt x="223" y="769"/>
                    <a:pt x="239" y="774"/>
                  </a:cubicBezTo>
                  <a:cubicBezTo>
                    <a:pt x="255" y="780"/>
                    <a:pt x="270" y="776"/>
                    <a:pt x="270" y="776"/>
                  </a:cubicBezTo>
                  <a:cubicBezTo>
                    <a:pt x="270" y="776"/>
                    <a:pt x="327" y="773"/>
                    <a:pt x="327" y="794"/>
                  </a:cubicBezTo>
                  <a:cubicBezTo>
                    <a:pt x="327" y="813"/>
                    <a:pt x="271" y="811"/>
                    <a:pt x="271" y="811"/>
                  </a:cubicBezTo>
                  <a:cubicBezTo>
                    <a:pt x="29" y="865"/>
                    <a:pt x="29" y="865"/>
                    <a:pt x="29" y="865"/>
                  </a:cubicBezTo>
                  <a:cubicBezTo>
                    <a:pt x="29" y="866"/>
                    <a:pt x="51" y="866"/>
                    <a:pt x="77" y="866"/>
                  </a:cubicBezTo>
                  <a:cubicBezTo>
                    <a:pt x="1899" y="866"/>
                    <a:pt x="1899" y="866"/>
                    <a:pt x="1899" y="866"/>
                  </a:cubicBezTo>
                  <a:cubicBezTo>
                    <a:pt x="1923" y="866"/>
                    <a:pt x="1942" y="866"/>
                    <a:pt x="1946" y="865"/>
                  </a:cubicBezTo>
                  <a:cubicBezTo>
                    <a:pt x="1948" y="865"/>
                    <a:pt x="1948" y="865"/>
                    <a:pt x="1948" y="865"/>
                  </a:cubicBezTo>
                  <a:cubicBezTo>
                    <a:pt x="1951" y="865"/>
                    <a:pt x="2187" y="819"/>
                    <a:pt x="2187" y="819"/>
                  </a:cubicBezTo>
                  <a:cubicBezTo>
                    <a:pt x="2187" y="819"/>
                    <a:pt x="2249" y="823"/>
                    <a:pt x="2256" y="799"/>
                  </a:cubicBezTo>
                  <a:cubicBezTo>
                    <a:pt x="2256" y="787"/>
                    <a:pt x="2256" y="787"/>
                    <a:pt x="2256" y="787"/>
                  </a:cubicBezTo>
                  <a:cubicBezTo>
                    <a:pt x="2246" y="761"/>
                    <a:pt x="2180" y="767"/>
                    <a:pt x="2180" y="767"/>
                  </a:cubicBezTo>
                  <a:close/>
                  <a:moveTo>
                    <a:pt x="1937" y="7"/>
                  </a:moveTo>
                  <a:cubicBezTo>
                    <a:pt x="2178" y="74"/>
                    <a:pt x="2178" y="74"/>
                    <a:pt x="2178" y="74"/>
                  </a:cubicBezTo>
                  <a:cubicBezTo>
                    <a:pt x="2178" y="74"/>
                    <a:pt x="2234" y="71"/>
                    <a:pt x="2234" y="95"/>
                  </a:cubicBezTo>
                  <a:cubicBezTo>
                    <a:pt x="2234" y="122"/>
                    <a:pt x="2177" y="118"/>
                    <a:pt x="2177" y="118"/>
                  </a:cubicBezTo>
                  <a:cubicBezTo>
                    <a:pt x="2177" y="118"/>
                    <a:pt x="2159" y="115"/>
                    <a:pt x="2146" y="120"/>
                  </a:cubicBezTo>
                  <a:cubicBezTo>
                    <a:pt x="2127" y="127"/>
                    <a:pt x="1922" y="178"/>
                    <a:pt x="1923" y="195"/>
                  </a:cubicBezTo>
                  <a:cubicBezTo>
                    <a:pt x="1572" y="195"/>
                    <a:pt x="1572" y="195"/>
                    <a:pt x="1572" y="195"/>
                  </a:cubicBezTo>
                  <a:cubicBezTo>
                    <a:pt x="1574" y="193"/>
                    <a:pt x="1771" y="139"/>
                    <a:pt x="1787" y="132"/>
                  </a:cubicBezTo>
                  <a:cubicBezTo>
                    <a:pt x="1799" y="126"/>
                    <a:pt x="1813" y="129"/>
                    <a:pt x="1813" y="129"/>
                  </a:cubicBezTo>
                  <a:cubicBezTo>
                    <a:pt x="1813" y="129"/>
                    <a:pt x="1889" y="138"/>
                    <a:pt x="1889" y="95"/>
                  </a:cubicBezTo>
                  <a:cubicBezTo>
                    <a:pt x="1890" y="57"/>
                    <a:pt x="1819" y="62"/>
                    <a:pt x="1819" y="62"/>
                  </a:cubicBezTo>
                  <a:cubicBezTo>
                    <a:pt x="1616" y="7"/>
                    <a:pt x="1616" y="7"/>
                    <a:pt x="1616" y="7"/>
                  </a:cubicBezTo>
                  <a:lnTo>
                    <a:pt x="1937" y="7"/>
                  </a:lnTo>
                  <a:close/>
                  <a:moveTo>
                    <a:pt x="1202" y="6"/>
                  </a:moveTo>
                  <a:cubicBezTo>
                    <a:pt x="1438" y="74"/>
                    <a:pt x="1438" y="74"/>
                    <a:pt x="1438" y="74"/>
                  </a:cubicBezTo>
                  <a:cubicBezTo>
                    <a:pt x="1438" y="74"/>
                    <a:pt x="1494" y="71"/>
                    <a:pt x="1494" y="95"/>
                  </a:cubicBezTo>
                  <a:cubicBezTo>
                    <a:pt x="1494" y="122"/>
                    <a:pt x="1437" y="118"/>
                    <a:pt x="1437" y="118"/>
                  </a:cubicBezTo>
                  <a:cubicBezTo>
                    <a:pt x="1437" y="118"/>
                    <a:pt x="1419" y="115"/>
                    <a:pt x="1406" y="120"/>
                  </a:cubicBezTo>
                  <a:cubicBezTo>
                    <a:pt x="1388" y="127"/>
                    <a:pt x="1172" y="164"/>
                    <a:pt x="1173" y="208"/>
                  </a:cubicBezTo>
                  <a:cubicBezTo>
                    <a:pt x="1172" y="242"/>
                    <a:pt x="1390" y="371"/>
                    <a:pt x="1406" y="384"/>
                  </a:cubicBezTo>
                  <a:cubicBezTo>
                    <a:pt x="1422" y="397"/>
                    <a:pt x="1437" y="387"/>
                    <a:pt x="1437" y="387"/>
                  </a:cubicBezTo>
                  <a:cubicBezTo>
                    <a:pt x="1437" y="387"/>
                    <a:pt x="1494" y="380"/>
                    <a:pt x="1494" y="431"/>
                  </a:cubicBezTo>
                  <a:cubicBezTo>
                    <a:pt x="1494" y="475"/>
                    <a:pt x="1438" y="469"/>
                    <a:pt x="1438" y="469"/>
                  </a:cubicBezTo>
                  <a:cubicBezTo>
                    <a:pt x="1438" y="469"/>
                    <a:pt x="1188" y="628"/>
                    <a:pt x="1181" y="664"/>
                  </a:cubicBezTo>
                  <a:cubicBezTo>
                    <a:pt x="814" y="664"/>
                    <a:pt x="814" y="664"/>
                    <a:pt x="814" y="664"/>
                  </a:cubicBezTo>
                  <a:cubicBezTo>
                    <a:pt x="814" y="664"/>
                    <a:pt x="814" y="664"/>
                    <a:pt x="814" y="664"/>
                  </a:cubicBezTo>
                  <a:cubicBezTo>
                    <a:pt x="790" y="664"/>
                    <a:pt x="790" y="664"/>
                    <a:pt x="790" y="664"/>
                  </a:cubicBezTo>
                  <a:cubicBezTo>
                    <a:pt x="832" y="623"/>
                    <a:pt x="1023" y="489"/>
                    <a:pt x="1023" y="489"/>
                  </a:cubicBezTo>
                  <a:cubicBezTo>
                    <a:pt x="1023" y="489"/>
                    <a:pt x="1093" y="499"/>
                    <a:pt x="1093" y="429"/>
                  </a:cubicBezTo>
                  <a:cubicBezTo>
                    <a:pt x="1092" y="350"/>
                    <a:pt x="1016" y="366"/>
                    <a:pt x="1016" y="366"/>
                  </a:cubicBezTo>
                  <a:cubicBezTo>
                    <a:pt x="1016" y="366"/>
                    <a:pt x="1002" y="371"/>
                    <a:pt x="990" y="360"/>
                  </a:cubicBezTo>
                  <a:cubicBezTo>
                    <a:pt x="975" y="347"/>
                    <a:pt x="783" y="221"/>
                    <a:pt x="783" y="205"/>
                  </a:cubicBezTo>
                  <a:cubicBezTo>
                    <a:pt x="783" y="189"/>
                    <a:pt x="975" y="139"/>
                    <a:pt x="990" y="132"/>
                  </a:cubicBezTo>
                  <a:cubicBezTo>
                    <a:pt x="1002" y="126"/>
                    <a:pt x="1016" y="129"/>
                    <a:pt x="1016" y="129"/>
                  </a:cubicBezTo>
                  <a:cubicBezTo>
                    <a:pt x="1016" y="129"/>
                    <a:pt x="1082" y="137"/>
                    <a:pt x="1091" y="102"/>
                  </a:cubicBezTo>
                  <a:cubicBezTo>
                    <a:pt x="1094" y="98"/>
                    <a:pt x="1092" y="87"/>
                    <a:pt x="1092" y="87"/>
                  </a:cubicBezTo>
                  <a:cubicBezTo>
                    <a:pt x="1083" y="58"/>
                    <a:pt x="1022" y="62"/>
                    <a:pt x="1022" y="62"/>
                  </a:cubicBezTo>
                  <a:cubicBezTo>
                    <a:pt x="1022" y="62"/>
                    <a:pt x="888" y="24"/>
                    <a:pt x="824" y="6"/>
                  </a:cubicBezTo>
                  <a:lnTo>
                    <a:pt x="1202" y="6"/>
                  </a:lnTo>
                  <a:close/>
                  <a:moveTo>
                    <a:pt x="647" y="366"/>
                  </a:moveTo>
                  <a:cubicBezTo>
                    <a:pt x="647" y="366"/>
                    <a:pt x="633" y="371"/>
                    <a:pt x="621" y="360"/>
                  </a:cubicBezTo>
                  <a:cubicBezTo>
                    <a:pt x="606" y="347"/>
                    <a:pt x="405" y="231"/>
                    <a:pt x="408" y="222"/>
                  </a:cubicBezTo>
                  <a:cubicBezTo>
                    <a:pt x="758" y="222"/>
                    <a:pt x="758" y="222"/>
                    <a:pt x="758" y="222"/>
                  </a:cubicBezTo>
                  <a:cubicBezTo>
                    <a:pt x="762" y="244"/>
                    <a:pt x="964" y="371"/>
                    <a:pt x="980" y="384"/>
                  </a:cubicBezTo>
                  <a:cubicBezTo>
                    <a:pt x="996" y="397"/>
                    <a:pt x="1011" y="387"/>
                    <a:pt x="1011" y="387"/>
                  </a:cubicBezTo>
                  <a:cubicBezTo>
                    <a:pt x="1011" y="387"/>
                    <a:pt x="1068" y="380"/>
                    <a:pt x="1068" y="431"/>
                  </a:cubicBezTo>
                  <a:cubicBezTo>
                    <a:pt x="1068" y="475"/>
                    <a:pt x="1012" y="469"/>
                    <a:pt x="1012" y="469"/>
                  </a:cubicBezTo>
                  <a:cubicBezTo>
                    <a:pt x="1012" y="469"/>
                    <a:pt x="765" y="629"/>
                    <a:pt x="756" y="664"/>
                  </a:cubicBezTo>
                  <a:cubicBezTo>
                    <a:pt x="406" y="664"/>
                    <a:pt x="406" y="664"/>
                    <a:pt x="406" y="664"/>
                  </a:cubicBezTo>
                  <a:cubicBezTo>
                    <a:pt x="654" y="489"/>
                    <a:pt x="654" y="489"/>
                    <a:pt x="654" y="489"/>
                  </a:cubicBezTo>
                  <a:cubicBezTo>
                    <a:pt x="654" y="489"/>
                    <a:pt x="724" y="499"/>
                    <a:pt x="724" y="429"/>
                  </a:cubicBezTo>
                  <a:cubicBezTo>
                    <a:pt x="723" y="350"/>
                    <a:pt x="647" y="366"/>
                    <a:pt x="647" y="366"/>
                  </a:cubicBezTo>
                  <a:close/>
                  <a:moveTo>
                    <a:pt x="771" y="7"/>
                  </a:moveTo>
                  <a:cubicBezTo>
                    <a:pt x="1012" y="74"/>
                    <a:pt x="1012" y="74"/>
                    <a:pt x="1012" y="74"/>
                  </a:cubicBezTo>
                  <a:cubicBezTo>
                    <a:pt x="1012" y="74"/>
                    <a:pt x="1068" y="71"/>
                    <a:pt x="1068" y="95"/>
                  </a:cubicBezTo>
                  <a:cubicBezTo>
                    <a:pt x="1068" y="122"/>
                    <a:pt x="1011" y="118"/>
                    <a:pt x="1011" y="118"/>
                  </a:cubicBezTo>
                  <a:cubicBezTo>
                    <a:pt x="1011" y="118"/>
                    <a:pt x="993" y="115"/>
                    <a:pt x="980" y="120"/>
                  </a:cubicBezTo>
                  <a:cubicBezTo>
                    <a:pt x="961" y="127"/>
                    <a:pt x="763" y="160"/>
                    <a:pt x="757" y="192"/>
                  </a:cubicBezTo>
                  <a:cubicBezTo>
                    <a:pt x="409" y="192"/>
                    <a:pt x="409" y="192"/>
                    <a:pt x="409" y="192"/>
                  </a:cubicBezTo>
                  <a:cubicBezTo>
                    <a:pt x="405" y="183"/>
                    <a:pt x="606" y="139"/>
                    <a:pt x="621" y="132"/>
                  </a:cubicBezTo>
                  <a:cubicBezTo>
                    <a:pt x="633" y="126"/>
                    <a:pt x="647" y="129"/>
                    <a:pt x="647" y="129"/>
                  </a:cubicBezTo>
                  <a:cubicBezTo>
                    <a:pt x="647" y="129"/>
                    <a:pt x="723" y="138"/>
                    <a:pt x="724" y="95"/>
                  </a:cubicBezTo>
                  <a:cubicBezTo>
                    <a:pt x="724" y="57"/>
                    <a:pt x="654" y="62"/>
                    <a:pt x="654" y="62"/>
                  </a:cubicBezTo>
                  <a:cubicBezTo>
                    <a:pt x="452" y="8"/>
                    <a:pt x="452" y="8"/>
                    <a:pt x="452" y="8"/>
                  </a:cubicBezTo>
                  <a:lnTo>
                    <a:pt x="771" y="7"/>
                  </a:lnTo>
                  <a:close/>
                  <a:moveTo>
                    <a:pt x="250" y="132"/>
                  </a:moveTo>
                  <a:cubicBezTo>
                    <a:pt x="262" y="126"/>
                    <a:pt x="276" y="129"/>
                    <a:pt x="276" y="129"/>
                  </a:cubicBezTo>
                  <a:cubicBezTo>
                    <a:pt x="276" y="129"/>
                    <a:pt x="342" y="137"/>
                    <a:pt x="351" y="102"/>
                  </a:cubicBezTo>
                  <a:cubicBezTo>
                    <a:pt x="352" y="87"/>
                    <a:pt x="352" y="87"/>
                    <a:pt x="352" y="87"/>
                  </a:cubicBezTo>
                  <a:cubicBezTo>
                    <a:pt x="343" y="58"/>
                    <a:pt x="282" y="62"/>
                    <a:pt x="282" y="62"/>
                  </a:cubicBezTo>
                  <a:cubicBezTo>
                    <a:pt x="282" y="62"/>
                    <a:pt x="157" y="27"/>
                    <a:pt x="85" y="8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643" y="74"/>
                    <a:pt x="643" y="74"/>
                    <a:pt x="643" y="74"/>
                  </a:cubicBezTo>
                  <a:cubicBezTo>
                    <a:pt x="643" y="74"/>
                    <a:pt x="687" y="71"/>
                    <a:pt x="697" y="87"/>
                  </a:cubicBezTo>
                  <a:cubicBezTo>
                    <a:pt x="697" y="87"/>
                    <a:pt x="701" y="95"/>
                    <a:pt x="697" y="102"/>
                  </a:cubicBezTo>
                  <a:cubicBezTo>
                    <a:pt x="688" y="121"/>
                    <a:pt x="642" y="118"/>
                    <a:pt x="642" y="118"/>
                  </a:cubicBezTo>
                  <a:cubicBezTo>
                    <a:pt x="642" y="118"/>
                    <a:pt x="623" y="114"/>
                    <a:pt x="611" y="120"/>
                  </a:cubicBezTo>
                  <a:cubicBezTo>
                    <a:pt x="598" y="127"/>
                    <a:pt x="412" y="139"/>
                    <a:pt x="378" y="194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90" y="159"/>
                    <a:pt x="237" y="138"/>
                    <a:pt x="250" y="132"/>
                  </a:cubicBezTo>
                  <a:close/>
                  <a:moveTo>
                    <a:pt x="82" y="861"/>
                  </a:moveTo>
                  <a:cubicBezTo>
                    <a:pt x="148" y="847"/>
                    <a:pt x="281" y="819"/>
                    <a:pt x="281" y="819"/>
                  </a:cubicBezTo>
                  <a:cubicBezTo>
                    <a:pt x="281" y="819"/>
                    <a:pt x="345" y="823"/>
                    <a:pt x="351" y="798"/>
                  </a:cubicBezTo>
                  <a:cubicBezTo>
                    <a:pt x="349" y="786"/>
                    <a:pt x="349" y="786"/>
                    <a:pt x="349" y="786"/>
                  </a:cubicBezTo>
                  <a:cubicBezTo>
                    <a:pt x="338" y="761"/>
                    <a:pt x="275" y="767"/>
                    <a:pt x="275" y="767"/>
                  </a:cubicBezTo>
                  <a:cubicBezTo>
                    <a:pt x="275" y="767"/>
                    <a:pt x="261" y="769"/>
                    <a:pt x="249" y="765"/>
                  </a:cubicBezTo>
                  <a:cubicBezTo>
                    <a:pt x="233" y="759"/>
                    <a:pt x="42" y="690"/>
                    <a:pt x="42" y="674"/>
                  </a:cubicBezTo>
                  <a:cubicBezTo>
                    <a:pt x="42" y="658"/>
                    <a:pt x="283" y="489"/>
                    <a:pt x="283" y="489"/>
                  </a:cubicBezTo>
                  <a:cubicBezTo>
                    <a:pt x="283" y="489"/>
                    <a:pt x="353" y="499"/>
                    <a:pt x="353" y="429"/>
                  </a:cubicBezTo>
                  <a:cubicBezTo>
                    <a:pt x="352" y="350"/>
                    <a:pt x="276" y="366"/>
                    <a:pt x="276" y="366"/>
                  </a:cubicBezTo>
                  <a:cubicBezTo>
                    <a:pt x="276" y="366"/>
                    <a:pt x="262" y="371"/>
                    <a:pt x="250" y="360"/>
                  </a:cubicBezTo>
                  <a:cubicBezTo>
                    <a:pt x="237" y="349"/>
                    <a:pt x="104" y="261"/>
                    <a:pt x="58" y="222"/>
                  </a:cubicBezTo>
                  <a:cubicBezTo>
                    <a:pt x="377" y="222"/>
                    <a:pt x="377" y="222"/>
                    <a:pt x="377" y="222"/>
                  </a:cubicBezTo>
                  <a:cubicBezTo>
                    <a:pt x="406" y="277"/>
                    <a:pt x="597" y="372"/>
                    <a:pt x="611" y="384"/>
                  </a:cubicBezTo>
                  <a:cubicBezTo>
                    <a:pt x="627" y="397"/>
                    <a:pt x="642" y="387"/>
                    <a:pt x="642" y="387"/>
                  </a:cubicBezTo>
                  <a:cubicBezTo>
                    <a:pt x="642" y="387"/>
                    <a:pt x="699" y="380"/>
                    <a:pt x="699" y="431"/>
                  </a:cubicBezTo>
                  <a:cubicBezTo>
                    <a:pt x="699" y="475"/>
                    <a:pt x="643" y="469"/>
                    <a:pt x="643" y="469"/>
                  </a:cubicBezTo>
                  <a:cubicBezTo>
                    <a:pt x="643" y="469"/>
                    <a:pt x="400" y="630"/>
                    <a:pt x="392" y="636"/>
                  </a:cubicBezTo>
                  <a:cubicBezTo>
                    <a:pt x="353" y="662"/>
                    <a:pt x="368" y="664"/>
                    <a:pt x="368" y="676"/>
                  </a:cubicBezTo>
                  <a:cubicBezTo>
                    <a:pt x="369" y="690"/>
                    <a:pt x="340" y="700"/>
                    <a:pt x="397" y="722"/>
                  </a:cubicBezTo>
                  <a:cubicBezTo>
                    <a:pt x="447" y="741"/>
                    <a:pt x="598" y="771"/>
                    <a:pt x="610" y="775"/>
                  </a:cubicBezTo>
                  <a:cubicBezTo>
                    <a:pt x="626" y="780"/>
                    <a:pt x="641" y="777"/>
                    <a:pt x="641" y="777"/>
                  </a:cubicBezTo>
                  <a:cubicBezTo>
                    <a:pt x="641" y="777"/>
                    <a:pt x="681" y="774"/>
                    <a:pt x="694" y="786"/>
                  </a:cubicBezTo>
                  <a:cubicBezTo>
                    <a:pt x="697" y="798"/>
                    <a:pt x="697" y="798"/>
                    <a:pt x="697" y="798"/>
                  </a:cubicBezTo>
                  <a:cubicBezTo>
                    <a:pt x="691" y="813"/>
                    <a:pt x="642" y="811"/>
                    <a:pt x="642" y="811"/>
                  </a:cubicBezTo>
                  <a:cubicBezTo>
                    <a:pt x="406" y="861"/>
                    <a:pt x="406" y="861"/>
                    <a:pt x="406" y="861"/>
                  </a:cubicBezTo>
                  <a:lnTo>
                    <a:pt x="82" y="861"/>
                  </a:lnTo>
                  <a:close/>
                  <a:moveTo>
                    <a:pt x="455" y="861"/>
                  </a:moveTo>
                  <a:cubicBezTo>
                    <a:pt x="652" y="820"/>
                    <a:pt x="652" y="820"/>
                    <a:pt x="652" y="820"/>
                  </a:cubicBezTo>
                  <a:cubicBezTo>
                    <a:pt x="652" y="820"/>
                    <a:pt x="722" y="824"/>
                    <a:pt x="722" y="794"/>
                  </a:cubicBezTo>
                  <a:cubicBezTo>
                    <a:pt x="721" y="761"/>
                    <a:pt x="645" y="768"/>
                    <a:pt x="645" y="768"/>
                  </a:cubicBezTo>
                  <a:cubicBezTo>
                    <a:pt x="645" y="768"/>
                    <a:pt x="632" y="770"/>
                    <a:pt x="620" y="765"/>
                  </a:cubicBezTo>
                  <a:cubicBezTo>
                    <a:pt x="604" y="760"/>
                    <a:pt x="407" y="694"/>
                    <a:pt x="407" y="694"/>
                  </a:cubicBezTo>
                  <a:cubicBezTo>
                    <a:pt x="405" y="693"/>
                    <a:pt x="403" y="692"/>
                    <a:pt x="402" y="692"/>
                  </a:cubicBezTo>
                  <a:cubicBezTo>
                    <a:pt x="755" y="692"/>
                    <a:pt x="755" y="692"/>
                    <a:pt x="755" y="692"/>
                  </a:cubicBezTo>
                  <a:cubicBezTo>
                    <a:pt x="756" y="692"/>
                    <a:pt x="756" y="693"/>
                    <a:pt x="757" y="694"/>
                  </a:cubicBezTo>
                  <a:cubicBezTo>
                    <a:pt x="765" y="716"/>
                    <a:pt x="963" y="769"/>
                    <a:pt x="979" y="774"/>
                  </a:cubicBezTo>
                  <a:cubicBezTo>
                    <a:pt x="995" y="780"/>
                    <a:pt x="1010" y="776"/>
                    <a:pt x="1010" y="776"/>
                  </a:cubicBezTo>
                  <a:cubicBezTo>
                    <a:pt x="1010" y="776"/>
                    <a:pt x="1067" y="773"/>
                    <a:pt x="1067" y="794"/>
                  </a:cubicBezTo>
                  <a:cubicBezTo>
                    <a:pt x="1067" y="813"/>
                    <a:pt x="1011" y="811"/>
                    <a:pt x="1011" y="811"/>
                  </a:cubicBezTo>
                  <a:cubicBezTo>
                    <a:pt x="773" y="861"/>
                    <a:pt x="773" y="861"/>
                    <a:pt x="773" y="861"/>
                  </a:cubicBezTo>
                  <a:lnTo>
                    <a:pt x="455" y="861"/>
                  </a:lnTo>
                  <a:close/>
                  <a:moveTo>
                    <a:pt x="817" y="862"/>
                  </a:moveTo>
                  <a:cubicBezTo>
                    <a:pt x="880" y="849"/>
                    <a:pt x="1021" y="819"/>
                    <a:pt x="1021" y="819"/>
                  </a:cubicBezTo>
                  <a:cubicBezTo>
                    <a:pt x="1021" y="819"/>
                    <a:pt x="1083" y="823"/>
                    <a:pt x="1090" y="799"/>
                  </a:cubicBezTo>
                  <a:cubicBezTo>
                    <a:pt x="1090" y="787"/>
                    <a:pt x="1090" y="787"/>
                    <a:pt x="1090" y="787"/>
                  </a:cubicBezTo>
                  <a:cubicBezTo>
                    <a:pt x="1080" y="761"/>
                    <a:pt x="1015" y="767"/>
                    <a:pt x="1015" y="767"/>
                  </a:cubicBezTo>
                  <a:cubicBezTo>
                    <a:pt x="1015" y="767"/>
                    <a:pt x="1001" y="769"/>
                    <a:pt x="989" y="765"/>
                  </a:cubicBezTo>
                  <a:cubicBezTo>
                    <a:pt x="976" y="760"/>
                    <a:pt x="844" y="731"/>
                    <a:pt x="797" y="692"/>
                  </a:cubicBezTo>
                  <a:cubicBezTo>
                    <a:pt x="1181" y="692"/>
                    <a:pt x="1181" y="692"/>
                    <a:pt x="1181" y="692"/>
                  </a:cubicBezTo>
                  <a:cubicBezTo>
                    <a:pt x="1182" y="692"/>
                    <a:pt x="1182" y="693"/>
                    <a:pt x="1183" y="694"/>
                  </a:cubicBezTo>
                  <a:cubicBezTo>
                    <a:pt x="1187" y="715"/>
                    <a:pt x="1389" y="769"/>
                    <a:pt x="1405" y="774"/>
                  </a:cubicBezTo>
                  <a:cubicBezTo>
                    <a:pt x="1421" y="780"/>
                    <a:pt x="1435" y="776"/>
                    <a:pt x="1435" y="776"/>
                  </a:cubicBezTo>
                  <a:cubicBezTo>
                    <a:pt x="1435" y="776"/>
                    <a:pt x="1492" y="773"/>
                    <a:pt x="1492" y="794"/>
                  </a:cubicBezTo>
                  <a:cubicBezTo>
                    <a:pt x="1492" y="813"/>
                    <a:pt x="1436" y="811"/>
                    <a:pt x="1436" y="811"/>
                  </a:cubicBezTo>
                  <a:cubicBezTo>
                    <a:pt x="1199" y="861"/>
                    <a:pt x="1199" y="861"/>
                    <a:pt x="1199" y="861"/>
                  </a:cubicBezTo>
                  <a:cubicBezTo>
                    <a:pt x="1195" y="861"/>
                    <a:pt x="817" y="862"/>
                    <a:pt x="817" y="862"/>
                  </a:cubicBezTo>
                  <a:close/>
                  <a:moveTo>
                    <a:pt x="1248" y="861"/>
                  </a:moveTo>
                  <a:cubicBezTo>
                    <a:pt x="1314" y="847"/>
                    <a:pt x="1447" y="819"/>
                    <a:pt x="1447" y="819"/>
                  </a:cubicBezTo>
                  <a:cubicBezTo>
                    <a:pt x="1447" y="819"/>
                    <a:pt x="1510" y="823"/>
                    <a:pt x="1516" y="798"/>
                  </a:cubicBezTo>
                  <a:cubicBezTo>
                    <a:pt x="1515" y="786"/>
                    <a:pt x="1515" y="786"/>
                    <a:pt x="1515" y="786"/>
                  </a:cubicBezTo>
                  <a:cubicBezTo>
                    <a:pt x="1504" y="761"/>
                    <a:pt x="1440" y="767"/>
                    <a:pt x="1440" y="767"/>
                  </a:cubicBezTo>
                  <a:cubicBezTo>
                    <a:pt x="1440" y="767"/>
                    <a:pt x="1427" y="769"/>
                    <a:pt x="1415" y="765"/>
                  </a:cubicBezTo>
                  <a:cubicBezTo>
                    <a:pt x="1402" y="760"/>
                    <a:pt x="1269" y="731"/>
                    <a:pt x="1223" y="692"/>
                  </a:cubicBezTo>
                  <a:cubicBezTo>
                    <a:pt x="1223" y="692"/>
                    <a:pt x="1201" y="680"/>
                    <a:pt x="1215" y="664"/>
                  </a:cubicBezTo>
                  <a:cubicBezTo>
                    <a:pt x="1257" y="624"/>
                    <a:pt x="1448" y="489"/>
                    <a:pt x="1448" y="489"/>
                  </a:cubicBezTo>
                  <a:cubicBezTo>
                    <a:pt x="1448" y="489"/>
                    <a:pt x="1519" y="499"/>
                    <a:pt x="1518" y="429"/>
                  </a:cubicBezTo>
                  <a:cubicBezTo>
                    <a:pt x="1518" y="350"/>
                    <a:pt x="1442" y="366"/>
                    <a:pt x="1442" y="366"/>
                  </a:cubicBezTo>
                  <a:cubicBezTo>
                    <a:pt x="1442" y="366"/>
                    <a:pt x="1428" y="371"/>
                    <a:pt x="1416" y="360"/>
                  </a:cubicBezTo>
                  <a:cubicBezTo>
                    <a:pt x="1400" y="347"/>
                    <a:pt x="1209" y="221"/>
                    <a:pt x="1209" y="205"/>
                  </a:cubicBezTo>
                  <a:cubicBezTo>
                    <a:pt x="1209" y="189"/>
                    <a:pt x="1400" y="139"/>
                    <a:pt x="1416" y="132"/>
                  </a:cubicBezTo>
                  <a:cubicBezTo>
                    <a:pt x="1428" y="126"/>
                    <a:pt x="1442" y="129"/>
                    <a:pt x="1442" y="129"/>
                  </a:cubicBezTo>
                  <a:cubicBezTo>
                    <a:pt x="1442" y="129"/>
                    <a:pt x="1508" y="137"/>
                    <a:pt x="1517" y="102"/>
                  </a:cubicBezTo>
                  <a:cubicBezTo>
                    <a:pt x="1517" y="87"/>
                    <a:pt x="1517" y="87"/>
                    <a:pt x="1517" y="87"/>
                  </a:cubicBezTo>
                  <a:cubicBezTo>
                    <a:pt x="1509" y="58"/>
                    <a:pt x="1448" y="62"/>
                    <a:pt x="1448" y="62"/>
                  </a:cubicBezTo>
                  <a:cubicBezTo>
                    <a:pt x="1448" y="62"/>
                    <a:pt x="1313" y="24"/>
                    <a:pt x="1243" y="6"/>
                  </a:cubicBezTo>
                  <a:cubicBezTo>
                    <a:pt x="1563" y="6"/>
                    <a:pt x="1563" y="6"/>
                    <a:pt x="1563" y="6"/>
                  </a:cubicBezTo>
                  <a:cubicBezTo>
                    <a:pt x="1564" y="7"/>
                    <a:pt x="1566" y="7"/>
                    <a:pt x="1569" y="7"/>
                  </a:cubicBezTo>
                  <a:cubicBezTo>
                    <a:pt x="1809" y="74"/>
                    <a:pt x="1809" y="74"/>
                    <a:pt x="1809" y="74"/>
                  </a:cubicBezTo>
                  <a:cubicBezTo>
                    <a:pt x="1809" y="74"/>
                    <a:pt x="1853" y="71"/>
                    <a:pt x="1863" y="87"/>
                  </a:cubicBezTo>
                  <a:cubicBezTo>
                    <a:pt x="1863" y="87"/>
                    <a:pt x="1867" y="95"/>
                    <a:pt x="1863" y="102"/>
                  </a:cubicBezTo>
                  <a:cubicBezTo>
                    <a:pt x="1853" y="121"/>
                    <a:pt x="1808" y="118"/>
                    <a:pt x="1808" y="118"/>
                  </a:cubicBezTo>
                  <a:cubicBezTo>
                    <a:pt x="1808" y="118"/>
                    <a:pt x="1789" y="114"/>
                    <a:pt x="1777" y="120"/>
                  </a:cubicBezTo>
                  <a:cubicBezTo>
                    <a:pt x="1764" y="127"/>
                    <a:pt x="1614" y="144"/>
                    <a:pt x="1552" y="183"/>
                  </a:cubicBezTo>
                  <a:cubicBezTo>
                    <a:pt x="1538" y="192"/>
                    <a:pt x="1551" y="202"/>
                    <a:pt x="1547" y="207"/>
                  </a:cubicBezTo>
                  <a:cubicBezTo>
                    <a:pt x="1542" y="215"/>
                    <a:pt x="1542" y="222"/>
                    <a:pt x="1549" y="232"/>
                  </a:cubicBezTo>
                  <a:cubicBezTo>
                    <a:pt x="1594" y="288"/>
                    <a:pt x="1764" y="372"/>
                    <a:pt x="1777" y="384"/>
                  </a:cubicBezTo>
                  <a:cubicBezTo>
                    <a:pt x="1793" y="397"/>
                    <a:pt x="1808" y="387"/>
                    <a:pt x="1808" y="387"/>
                  </a:cubicBezTo>
                  <a:cubicBezTo>
                    <a:pt x="1808" y="387"/>
                    <a:pt x="1865" y="380"/>
                    <a:pt x="1865" y="431"/>
                  </a:cubicBezTo>
                  <a:cubicBezTo>
                    <a:pt x="1865" y="475"/>
                    <a:pt x="1809" y="469"/>
                    <a:pt x="1809" y="469"/>
                  </a:cubicBezTo>
                  <a:cubicBezTo>
                    <a:pt x="1809" y="469"/>
                    <a:pt x="1566" y="631"/>
                    <a:pt x="1557" y="636"/>
                  </a:cubicBezTo>
                  <a:cubicBezTo>
                    <a:pt x="1488" y="673"/>
                    <a:pt x="1536" y="709"/>
                    <a:pt x="1563" y="722"/>
                  </a:cubicBezTo>
                  <a:cubicBezTo>
                    <a:pt x="1595" y="737"/>
                    <a:pt x="1763" y="771"/>
                    <a:pt x="1775" y="775"/>
                  </a:cubicBezTo>
                  <a:cubicBezTo>
                    <a:pt x="1791" y="780"/>
                    <a:pt x="1806" y="777"/>
                    <a:pt x="1806" y="777"/>
                  </a:cubicBezTo>
                  <a:cubicBezTo>
                    <a:pt x="1806" y="777"/>
                    <a:pt x="1846" y="774"/>
                    <a:pt x="1859" y="786"/>
                  </a:cubicBezTo>
                  <a:cubicBezTo>
                    <a:pt x="1863" y="798"/>
                    <a:pt x="1863" y="798"/>
                    <a:pt x="1863" y="798"/>
                  </a:cubicBezTo>
                  <a:cubicBezTo>
                    <a:pt x="1857" y="813"/>
                    <a:pt x="1807" y="811"/>
                    <a:pt x="1807" y="811"/>
                  </a:cubicBezTo>
                  <a:cubicBezTo>
                    <a:pt x="1572" y="861"/>
                    <a:pt x="1572" y="861"/>
                    <a:pt x="1572" y="861"/>
                  </a:cubicBezTo>
                  <a:lnTo>
                    <a:pt x="1248" y="861"/>
                  </a:lnTo>
                  <a:close/>
                  <a:moveTo>
                    <a:pt x="2176" y="811"/>
                  </a:moveTo>
                  <a:cubicBezTo>
                    <a:pt x="1938" y="861"/>
                    <a:pt x="1938" y="861"/>
                    <a:pt x="1938" y="861"/>
                  </a:cubicBezTo>
                  <a:cubicBezTo>
                    <a:pt x="1621" y="861"/>
                    <a:pt x="1621" y="861"/>
                    <a:pt x="1621" y="861"/>
                  </a:cubicBezTo>
                  <a:cubicBezTo>
                    <a:pt x="1818" y="820"/>
                    <a:pt x="1818" y="820"/>
                    <a:pt x="1818" y="820"/>
                  </a:cubicBezTo>
                  <a:cubicBezTo>
                    <a:pt x="1818" y="820"/>
                    <a:pt x="1888" y="824"/>
                    <a:pt x="1888" y="794"/>
                  </a:cubicBezTo>
                  <a:cubicBezTo>
                    <a:pt x="1887" y="761"/>
                    <a:pt x="1811" y="768"/>
                    <a:pt x="1811" y="768"/>
                  </a:cubicBezTo>
                  <a:cubicBezTo>
                    <a:pt x="1811" y="768"/>
                    <a:pt x="1797" y="770"/>
                    <a:pt x="1785" y="765"/>
                  </a:cubicBezTo>
                  <a:cubicBezTo>
                    <a:pt x="1770" y="760"/>
                    <a:pt x="1572" y="694"/>
                    <a:pt x="1572" y="694"/>
                  </a:cubicBezTo>
                  <a:cubicBezTo>
                    <a:pt x="1544" y="679"/>
                    <a:pt x="1570" y="665"/>
                    <a:pt x="1570" y="665"/>
                  </a:cubicBezTo>
                  <a:cubicBezTo>
                    <a:pt x="1819" y="489"/>
                    <a:pt x="1819" y="489"/>
                    <a:pt x="1819" y="489"/>
                  </a:cubicBezTo>
                  <a:cubicBezTo>
                    <a:pt x="1819" y="489"/>
                    <a:pt x="1890" y="499"/>
                    <a:pt x="1889" y="429"/>
                  </a:cubicBezTo>
                  <a:cubicBezTo>
                    <a:pt x="1889" y="350"/>
                    <a:pt x="1813" y="366"/>
                    <a:pt x="1813" y="366"/>
                  </a:cubicBezTo>
                  <a:cubicBezTo>
                    <a:pt x="1813" y="366"/>
                    <a:pt x="1799" y="371"/>
                    <a:pt x="1787" y="360"/>
                  </a:cubicBezTo>
                  <a:cubicBezTo>
                    <a:pt x="1772" y="347"/>
                    <a:pt x="1573" y="222"/>
                    <a:pt x="1573" y="221"/>
                  </a:cubicBezTo>
                  <a:cubicBezTo>
                    <a:pt x="1923" y="221"/>
                    <a:pt x="1923" y="221"/>
                    <a:pt x="1923" y="221"/>
                  </a:cubicBezTo>
                  <a:cubicBezTo>
                    <a:pt x="1923" y="222"/>
                    <a:pt x="1923" y="222"/>
                    <a:pt x="1924" y="222"/>
                  </a:cubicBezTo>
                  <a:cubicBezTo>
                    <a:pt x="1933" y="244"/>
                    <a:pt x="2130" y="371"/>
                    <a:pt x="2146" y="384"/>
                  </a:cubicBezTo>
                  <a:cubicBezTo>
                    <a:pt x="2162" y="397"/>
                    <a:pt x="2177" y="387"/>
                    <a:pt x="2177" y="387"/>
                  </a:cubicBezTo>
                  <a:cubicBezTo>
                    <a:pt x="2177" y="387"/>
                    <a:pt x="2234" y="380"/>
                    <a:pt x="2234" y="431"/>
                  </a:cubicBezTo>
                  <a:cubicBezTo>
                    <a:pt x="2234" y="475"/>
                    <a:pt x="2178" y="469"/>
                    <a:pt x="2178" y="469"/>
                  </a:cubicBezTo>
                  <a:cubicBezTo>
                    <a:pt x="2178" y="469"/>
                    <a:pt x="1924" y="628"/>
                    <a:pt x="1919" y="674"/>
                  </a:cubicBezTo>
                  <a:cubicBezTo>
                    <a:pt x="1914" y="717"/>
                    <a:pt x="2129" y="769"/>
                    <a:pt x="2145" y="774"/>
                  </a:cubicBezTo>
                  <a:cubicBezTo>
                    <a:pt x="2161" y="780"/>
                    <a:pt x="2175" y="776"/>
                    <a:pt x="2175" y="776"/>
                  </a:cubicBezTo>
                  <a:cubicBezTo>
                    <a:pt x="2175" y="776"/>
                    <a:pt x="2232" y="773"/>
                    <a:pt x="2232" y="794"/>
                  </a:cubicBezTo>
                  <a:cubicBezTo>
                    <a:pt x="2232" y="813"/>
                    <a:pt x="2176" y="811"/>
                    <a:pt x="2176" y="811"/>
                  </a:cubicBezTo>
                  <a:close/>
                </a:path>
              </a:pathLst>
            </a:custGeom>
            <a:solidFill>
              <a:srgbClr val="D3CFD1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5" name="Freeform 29">
              <a:extLst>
                <a:ext uri="{FF2B5EF4-FFF2-40B4-BE49-F238E27FC236}">
                  <a16:creationId xmlns:a16="http://schemas.microsoft.com/office/drawing/2014/main" id="{A81C5954-9DA9-420F-9162-7453F2A76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1828"/>
              <a:ext cx="694" cy="11"/>
            </a:xfrm>
            <a:custGeom>
              <a:avLst/>
              <a:gdLst>
                <a:gd name="T0" fmla="*/ 0 w 694"/>
                <a:gd name="T1" fmla="*/ 9 h 11"/>
                <a:gd name="T2" fmla="*/ 694 w 694"/>
                <a:gd name="T3" fmla="*/ 11 h 11"/>
                <a:gd name="T4" fmla="*/ 1 w 694"/>
                <a:gd name="T5" fmla="*/ 0 h 11"/>
                <a:gd name="T6" fmla="*/ 0 w 694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4" h="11">
                  <a:moveTo>
                    <a:pt x="0" y="9"/>
                  </a:moveTo>
                  <a:lnTo>
                    <a:pt x="694" y="11"/>
                  </a:lnTo>
                  <a:lnTo>
                    <a:pt x="1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6" name="Line 30">
              <a:extLst>
                <a:ext uri="{FF2B5EF4-FFF2-40B4-BE49-F238E27FC236}">
                  <a16:creationId xmlns:a16="http://schemas.microsoft.com/office/drawing/2014/main" id="{191C1D99-2CCC-47E6-A5AE-B5B80F775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1" y="228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7" name="Line 31">
              <a:extLst>
                <a:ext uri="{FF2B5EF4-FFF2-40B4-BE49-F238E27FC236}">
                  <a16:creationId xmlns:a16="http://schemas.microsoft.com/office/drawing/2014/main" id="{2CB34E3C-9579-4837-9A75-A8BBC39AC4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1" y="228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8" name="Freeform 32">
              <a:extLst>
                <a:ext uri="{FF2B5EF4-FFF2-40B4-BE49-F238E27FC236}">
                  <a16:creationId xmlns:a16="http://schemas.microsoft.com/office/drawing/2014/main" id="{697BB0CF-4F89-4873-A9FA-0F033082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284"/>
              <a:ext cx="765" cy="10"/>
            </a:xfrm>
            <a:custGeom>
              <a:avLst/>
              <a:gdLst>
                <a:gd name="T0" fmla="*/ 765 w 765"/>
                <a:gd name="T1" fmla="*/ 8 h 10"/>
                <a:gd name="T2" fmla="*/ 1 w 765"/>
                <a:gd name="T3" fmla="*/ 10 h 10"/>
                <a:gd name="T4" fmla="*/ 0 w 765"/>
                <a:gd name="T5" fmla="*/ 0 h 10"/>
                <a:gd name="T6" fmla="*/ 765 w 765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5" h="10">
                  <a:moveTo>
                    <a:pt x="765" y="8"/>
                  </a:moveTo>
                  <a:lnTo>
                    <a:pt x="1" y="10"/>
                  </a:lnTo>
                  <a:lnTo>
                    <a:pt x="0" y="0"/>
                  </a:lnTo>
                  <a:lnTo>
                    <a:pt x="765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9" name="Freeform 33">
              <a:extLst>
                <a:ext uri="{FF2B5EF4-FFF2-40B4-BE49-F238E27FC236}">
                  <a16:creationId xmlns:a16="http://schemas.microsoft.com/office/drawing/2014/main" id="{8D7DC426-CE81-4524-9DF9-BF9EE121B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830"/>
              <a:ext cx="274" cy="7"/>
            </a:xfrm>
            <a:custGeom>
              <a:avLst/>
              <a:gdLst>
                <a:gd name="T0" fmla="*/ 0 w 274"/>
                <a:gd name="T1" fmla="*/ 7 h 7"/>
                <a:gd name="T2" fmla="*/ 274 w 274"/>
                <a:gd name="T3" fmla="*/ 7 h 7"/>
                <a:gd name="T4" fmla="*/ 2 w 274"/>
                <a:gd name="T5" fmla="*/ 0 h 7"/>
                <a:gd name="T6" fmla="*/ 0 w 274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7">
                  <a:moveTo>
                    <a:pt x="0" y="7"/>
                  </a:moveTo>
                  <a:lnTo>
                    <a:pt x="274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0" name="Freeform 34">
              <a:extLst>
                <a:ext uri="{FF2B5EF4-FFF2-40B4-BE49-F238E27FC236}">
                  <a16:creationId xmlns:a16="http://schemas.microsoft.com/office/drawing/2014/main" id="{EEEE7300-F6CD-4BAE-85DE-141BCF574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988"/>
              <a:ext cx="48" cy="54"/>
            </a:xfrm>
            <a:custGeom>
              <a:avLst/>
              <a:gdLst>
                <a:gd name="T0" fmla="*/ 0 w 50"/>
                <a:gd name="T1" fmla="*/ 0 h 57"/>
                <a:gd name="T2" fmla="*/ 44 w 50"/>
                <a:gd name="T3" fmla="*/ 48 h 57"/>
                <a:gd name="T4" fmla="*/ 0 w 50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7">
                  <a:moveTo>
                    <a:pt x="0" y="0"/>
                  </a:moveTo>
                  <a:cubicBezTo>
                    <a:pt x="0" y="0"/>
                    <a:pt x="47" y="0"/>
                    <a:pt x="50" y="57"/>
                  </a:cubicBezTo>
                  <a:cubicBezTo>
                    <a:pt x="50" y="57"/>
                    <a:pt x="34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1" name="Freeform 35">
              <a:extLst>
                <a:ext uri="{FF2B5EF4-FFF2-40B4-BE49-F238E27FC236}">
                  <a16:creationId xmlns:a16="http://schemas.microsoft.com/office/drawing/2014/main" id="{CB5327E3-D550-4518-819A-76F5FE6E2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989"/>
              <a:ext cx="38" cy="64"/>
            </a:xfrm>
            <a:custGeom>
              <a:avLst/>
              <a:gdLst>
                <a:gd name="T0" fmla="*/ 0 w 40"/>
                <a:gd name="T1" fmla="*/ 0 h 66"/>
                <a:gd name="T2" fmla="*/ 29 w 40"/>
                <a:gd name="T3" fmla="*/ 60 h 66"/>
                <a:gd name="T4" fmla="*/ 0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0" y="0"/>
                  </a:moveTo>
                  <a:cubicBezTo>
                    <a:pt x="0" y="0"/>
                    <a:pt x="40" y="13"/>
                    <a:pt x="34" y="66"/>
                  </a:cubicBezTo>
                  <a:cubicBezTo>
                    <a:pt x="34" y="66"/>
                    <a:pt x="22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2" name="Freeform 36">
              <a:extLst>
                <a:ext uri="{FF2B5EF4-FFF2-40B4-BE49-F238E27FC236}">
                  <a16:creationId xmlns:a16="http://schemas.microsoft.com/office/drawing/2014/main" id="{3A018906-C32A-4DFA-A811-52FE2C85B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990"/>
              <a:ext cx="38" cy="64"/>
            </a:xfrm>
            <a:custGeom>
              <a:avLst/>
              <a:gdLst>
                <a:gd name="T0" fmla="*/ 0 w 40"/>
                <a:gd name="T1" fmla="*/ 0 h 66"/>
                <a:gd name="T2" fmla="*/ 29 w 40"/>
                <a:gd name="T3" fmla="*/ 60 h 66"/>
                <a:gd name="T4" fmla="*/ 0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0" y="0"/>
                  </a:moveTo>
                  <a:cubicBezTo>
                    <a:pt x="0" y="0"/>
                    <a:pt x="40" y="13"/>
                    <a:pt x="34" y="66"/>
                  </a:cubicBezTo>
                  <a:cubicBezTo>
                    <a:pt x="34" y="66"/>
                    <a:pt x="22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3" name="Freeform 37">
              <a:extLst>
                <a:ext uri="{FF2B5EF4-FFF2-40B4-BE49-F238E27FC236}">
                  <a16:creationId xmlns:a16="http://schemas.microsoft.com/office/drawing/2014/main" id="{0F3240FA-F162-477A-B7C6-D30A707D3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989"/>
              <a:ext cx="39" cy="64"/>
            </a:xfrm>
            <a:custGeom>
              <a:avLst/>
              <a:gdLst>
                <a:gd name="T0" fmla="*/ 0 w 41"/>
                <a:gd name="T1" fmla="*/ 0 h 66"/>
                <a:gd name="T2" fmla="*/ 29 w 41"/>
                <a:gd name="T3" fmla="*/ 60 h 66"/>
                <a:gd name="T4" fmla="*/ 0 w 41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6">
                  <a:moveTo>
                    <a:pt x="0" y="0"/>
                  </a:moveTo>
                  <a:cubicBezTo>
                    <a:pt x="0" y="0"/>
                    <a:pt x="41" y="13"/>
                    <a:pt x="35" y="66"/>
                  </a:cubicBezTo>
                  <a:cubicBezTo>
                    <a:pt x="35" y="66"/>
                    <a:pt x="22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4" name="Freeform 38">
              <a:extLst>
                <a:ext uri="{FF2B5EF4-FFF2-40B4-BE49-F238E27FC236}">
                  <a16:creationId xmlns:a16="http://schemas.microsoft.com/office/drawing/2014/main" id="{9EB092A7-6D25-473F-99C3-26E7E81B0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991"/>
              <a:ext cx="39" cy="64"/>
            </a:xfrm>
            <a:custGeom>
              <a:avLst/>
              <a:gdLst>
                <a:gd name="T0" fmla="*/ 0 w 40"/>
                <a:gd name="T1" fmla="*/ 0 h 66"/>
                <a:gd name="T2" fmla="*/ 31 w 40"/>
                <a:gd name="T3" fmla="*/ 60 h 66"/>
                <a:gd name="T4" fmla="*/ 0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0" y="0"/>
                  </a:moveTo>
                  <a:cubicBezTo>
                    <a:pt x="0" y="0"/>
                    <a:pt x="40" y="13"/>
                    <a:pt x="34" y="66"/>
                  </a:cubicBezTo>
                  <a:cubicBezTo>
                    <a:pt x="34" y="66"/>
                    <a:pt x="22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5" name="Freeform 39">
              <a:extLst>
                <a:ext uri="{FF2B5EF4-FFF2-40B4-BE49-F238E27FC236}">
                  <a16:creationId xmlns:a16="http://schemas.microsoft.com/office/drawing/2014/main" id="{33F40D50-4146-4AB1-B55A-7D8D23686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989"/>
              <a:ext cx="39" cy="63"/>
            </a:xfrm>
            <a:custGeom>
              <a:avLst/>
              <a:gdLst>
                <a:gd name="T0" fmla="*/ 0 w 40"/>
                <a:gd name="T1" fmla="*/ 0 h 65"/>
                <a:gd name="T2" fmla="*/ 31 w 40"/>
                <a:gd name="T3" fmla="*/ 59 h 65"/>
                <a:gd name="T4" fmla="*/ 0 w 40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5">
                  <a:moveTo>
                    <a:pt x="0" y="0"/>
                  </a:moveTo>
                  <a:cubicBezTo>
                    <a:pt x="0" y="0"/>
                    <a:pt x="40" y="13"/>
                    <a:pt x="34" y="65"/>
                  </a:cubicBezTo>
                  <a:cubicBezTo>
                    <a:pt x="34" y="65"/>
                    <a:pt x="22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6" name="Freeform 40">
              <a:extLst>
                <a:ext uri="{FF2B5EF4-FFF2-40B4-BE49-F238E27FC236}">
                  <a16:creationId xmlns:a16="http://schemas.microsoft.com/office/drawing/2014/main" id="{A6BD34DB-5ACB-4703-A20E-A5E37A420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702"/>
              <a:ext cx="46" cy="31"/>
            </a:xfrm>
            <a:custGeom>
              <a:avLst/>
              <a:gdLst>
                <a:gd name="T0" fmla="*/ 0 w 48"/>
                <a:gd name="T1" fmla="*/ 0 h 32"/>
                <a:gd name="T2" fmla="*/ 16 w 48"/>
                <a:gd name="T3" fmla="*/ 29 h 32"/>
                <a:gd name="T4" fmla="*/ 0 w 48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2">
                  <a:moveTo>
                    <a:pt x="0" y="0"/>
                  </a:moveTo>
                  <a:cubicBezTo>
                    <a:pt x="0" y="0"/>
                    <a:pt x="33" y="7"/>
                    <a:pt x="19" y="32"/>
                  </a:cubicBezTo>
                  <a:cubicBezTo>
                    <a:pt x="19" y="32"/>
                    <a:pt x="4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7" name="Freeform 41">
              <a:extLst>
                <a:ext uri="{FF2B5EF4-FFF2-40B4-BE49-F238E27FC236}">
                  <a16:creationId xmlns:a16="http://schemas.microsoft.com/office/drawing/2014/main" id="{CB8CCF44-C16F-41C7-81BC-55A52C48B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702"/>
              <a:ext cx="46" cy="31"/>
            </a:xfrm>
            <a:custGeom>
              <a:avLst/>
              <a:gdLst>
                <a:gd name="T0" fmla="*/ 0 w 48"/>
                <a:gd name="T1" fmla="*/ 0 h 32"/>
                <a:gd name="T2" fmla="*/ 16 w 48"/>
                <a:gd name="T3" fmla="*/ 29 h 32"/>
                <a:gd name="T4" fmla="*/ 0 w 48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2">
                  <a:moveTo>
                    <a:pt x="0" y="0"/>
                  </a:moveTo>
                  <a:cubicBezTo>
                    <a:pt x="0" y="0"/>
                    <a:pt x="33" y="7"/>
                    <a:pt x="19" y="32"/>
                  </a:cubicBezTo>
                  <a:cubicBezTo>
                    <a:pt x="19" y="32"/>
                    <a:pt x="4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8" name="Freeform 42">
              <a:extLst>
                <a:ext uri="{FF2B5EF4-FFF2-40B4-BE49-F238E27FC236}">
                  <a16:creationId xmlns:a16="http://schemas.microsoft.com/office/drawing/2014/main" id="{B88E5747-CD4B-4353-A102-8E8CCD81B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702"/>
              <a:ext cx="47" cy="31"/>
            </a:xfrm>
            <a:custGeom>
              <a:avLst/>
              <a:gdLst>
                <a:gd name="T0" fmla="*/ 0 w 48"/>
                <a:gd name="T1" fmla="*/ 0 h 32"/>
                <a:gd name="T2" fmla="*/ 19 w 48"/>
                <a:gd name="T3" fmla="*/ 29 h 32"/>
                <a:gd name="T4" fmla="*/ 0 w 48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2">
                  <a:moveTo>
                    <a:pt x="0" y="0"/>
                  </a:moveTo>
                  <a:cubicBezTo>
                    <a:pt x="0" y="0"/>
                    <a:pt x="33" y="7"/>
                    <a:pt x="19" y="32"/>
                  </a:cubicBezTo>
                  <a:cubicBezTo>
                    <a:pt x="19" y="32"/>
                    <a:pt x="4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9" name="Freeform 43">
              <a:extLst>
                <a:ext uri="{FF2B5EF4-FFF2-40B4-BE49-F238E27FC236}">
                  <a16:creationId xmlns:a16="http://schemas.microsoft.com/office/drawing/2014/main" id="{656A7608-F20A-4AB1-8D4C-98AC59316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2256"/>
              <a:ext cx="46" cy="46"/>
            </a:xfrm>
            <a:custGeom>
              <a:avLst/>
              <a:gdLst>
                <a:gd name="T0" fmla="*/ 42 w 48"/>
                <a:gd name="T1" fmla="*/ 0 h 48"/>
                <a:gd name="T2" fmla="*/ 33 w 48"/>
                <a:gd name="T3" fmla="*/ 42 h 48"/>
                <a:gd name="T4" fmla="*/ 42 w 48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cubicBezTo>
                    <a:pt x="48" y="0"/>
                    <a:pt x="0" y="30"/>
                    <a:pt x="37" y="48"/>
                  </a:cubicBezTo>
                  <a:cubicBezTo>
                    <a:pt x="37" y="48"/>
                    <a:pt x="11" y="2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0" name="Freeform 44">
              <a:extLst>
                <a:ext uri="{FF2B5EF4-FFF2-40B4-BE49-F238E27FC236}">
                  <a16:creationId xmlns:a16="http://schemas.microsoft.com/office/drawing/2014/main" id="{FB056042-35B5-4026-B22D-9CEEC1443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794"/>
              <a:ext cx="72" cy="44"/>
            </a:xfrm>
            <a:custGeom>
              <a:avLst/>
              <a:gdLst>
                <a:gd name="T0" fmla="*/ 66 w 75"/>
                <a:gd name="T1" fmla="*/ 0 h 46"/>
                <a:gd name="T2" fmla="*/ 12 w 75"/>
                <a:gd name="T3" fmla="*/ 40 h 46"/>
                <a:gd name="T4" fmla="*/ 66 w 75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6">
                  <a:moveTo>
                    <a:pt x="75" y="0"/>
                  </a:moveTo>
                  <a:cubicBezTo>
                    <a:pt x="75" y="0"/>
                    <a:pt x="0" y="23"/>
                    <a:pt x="15" y="46"/>
                  </a:cubicBezTo>
                  <a:cubicBezTo>
                    <a:pt x="15" y="46"/>
                    <a:pt x="20" y="23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1" name="Freeform 45">
              <a:extLst>
                <a:ext uri="{FF2B5EF4-FFF2-40B4-BE49-F238E27FC236}">
                  <a16:creationId xmlns:a16="http://schemas.microsoft.com/office/drawing/2014/main" id="{204C1FFD-479E-4D8C-AE5F-B460467C9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257"/>
              <a:ext cx="30" cy="41"/>
            </a:xfrm>
            <a:custGeom>
              <a:avLst/>
              <a:gdLst>
                <a:gd name="T0" fmla="*/ 27 w 31"/>
                <a:gd name="T1" fmla="*/ 0 h 42"/>
                <a:gd name="T2" fmla="*/ 15 w 31"/>
                <a:gd name="T3" fmla="*/ 39 h 42"/>
                <a:gd name="T4" fmla="*/ 28 w 3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30" y="0"/>
                  </a:moveTo>
                  <a:cubicBezTo>
                    <a:pt x="30" y="0"/>
                    <a:pt x="0" y="14"/>
                    <a:pt x="16" y="42"/>
                  </a:cubicBezTo>
                  <a:cubicBezTo>
                    <a:pt x="16" y="42"/>
                    <a:pt x="8" y="1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2" name="Freeform 46">
              <a:extLst>
                <a:ext uri="{FF2B5EF4-FFF2-40B4-BE49-F238E27FC236}">
                  <a16:creationId xmlns:a16="http://schemas.microsoft.com/office/drawing/2014/main" id="{F8255468-AE9A-45A4-AE21-B3997199E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259"/>
              <a:ext cx="29" cy="39"/>
            </a:xfrm>
            <a:custGeom>
              <a:avLst/>
              <a:gdLst>
                <a:gd name="T0" fmla="*/ 27 w 30"/>
                <a:gd name="T1" fmla="*/ 0 h 40"/>
                <a:gd name="T2" fmla="*/ 21 w 30"/>
                <a:gd name="T3" fmla="*/ 37 h 40"/>
                <a:gd name="T4" fmla="*/ 27 w 30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0">
                  <a:moveTo>
                    <a:pt x="30" y="0"/>
                  </a:moveTo>
                  <a:cubicBezTo>
                    <a:pt x="30" y="0"/>
                    <a:pt x="0" y="19"/>
                    <a:pt x="24" y="40"/>
                  </a:cubicBezTo>
                  <a:cubicBezTo>
                    <a:pt x="24" y="40"/>
                    <a:pt x="12" y="16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6" name="Expandable-Metallic-Vascular-Stent">
            <a:extLst>
              <a:ext uri="{FF2B5EF4-FFF2-40B4-BE49-F238E27FC236}">
                <a16:creationId xmlns:a16="http://schemas.microsoft.com/office/drawing/2014/main" id="{3038C810-EAC4-404E-9D1E-B895FFF2257A}"/>
              </a:ext>
            </a:extLst>
          </p:cNvPr>
          <p:cNvGrpSpPr>
            <a:grpSpLocks/>
          </p:cNvGrpSpPr>
          <p:nvPr/>
        </p:nvGrpSpPr>
        <p:grpSpPr bwMode="auto">
          <a:xfrm>
            <a:off x="6161088" y="1620838"/>
            <a:ext cx="3897312" cy="1381125"/>
            <a:chOff x="381" y="2498"/>
            <a:chExt cx="2263" cy="802"/>
          </a:xfrm>
        </p:grpSpPr>
        <p:sp>
          <p:nvSpPr>
            <p:cNvPr id="59491" name="Line 48">
              <a:extLst>
                <a:ext uri="{FF2B5EF4-FFF2-40B4-BE49-F238E27FC236}">
                  <a16:creationId xmlns:a16="http://schemas.microsoft.com/office/drawing/2014/main" id="{2F6BADD1-CFBC-4C79-A275-BC105E492E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1" y="249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2" name="Line 49">
              <a:extLst>
                <a:ext uri="{FF2B5EF4-FFF2-40B4-BE49-F238E27FC236}">
                  <a16:creationId xmlns:a16="http://schemas.microsoft.com/office/drawing/2014/main" id="{9778A256-949A-4128-8332-97C14DBA1F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1" y="2499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3" name="Freeform 50">
              <a:extLst>
                <a:ext uri="{FF2B5EF4-FFF2-40B4-BE49-F238E27FC236}">
                  <a16:creationId xmlns:a16="http://schemas.microsoft.com/office/drawing/2014/main" id="{55671120-B95B-46D9-82E1-80601CEA86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9" y="2498"/>
              <a:ext cx="2075" cy="799"/>
            </a:xfrm>
            <a:custGeom>
              <a:avLst/>
              <a:gdLst>
                <a:gd name="T0" fmla="*/ 245 w 2249"/>
                <a:gd name="T1" fmla="*/ 686 h 862"/>
                <a:gd name="T2" fmla="*/ 1751 w 2249"/>
                <a:gd name="T3" fmla="*/ 685 h 862"/>
                <a:gd name="T4" fmla="*/ 1588 w 2249"/>
                <a:gd name="T5" fmla="*/ 605 h 862"/>
                <a:gd name="T6" fmla="*/ 1561 w 2249"/>
                <a:gd name="T7" fmla="*/ 348 h 862"/>
                <a:gd name="T8" fmla="*/ 1761 w 2249"/>
                <a:gd name="T9" fmla="*/ 169 h 862"/>
                <a:gd name="T10" fmla="*/ 1518 w 2249"/>
                <a:gd name="T11" fmla="*/ 53 h 862"/>
                <a:gd name="T12" fmla="*/ 261 w 2249"/>
                <a:gd name="T13" fmla="*/ 0 h 862"/>
                <a:gd name="T14" fmla="*/ 3 w 2249"/>
                <a:gd name="T15" fmla="*/ 57 h 862"/>
                <a:gd name="T16" fmla="*/ 82 w 2249"/>
                <a:gd name="T17" fmla="*/ 314 h 862"/>
                <a:gd name="T18" fmla="*/ 245 w 2249"/>
                <a:gd name="T19" fmla="*/ 528 h 862"/>
                <a:gd name="T20" fmla="*/ 798 w 2249"/>
                <a:gd name="T21" fmla="*/ 3 h 862"/>
                <a:gd name="T22" fmla="*/ 643 w 2249"/>
                <a:gd name="T23" fmla="*/ 71 h 862"/>
                <a:gd name="T24" fmla="*/ 643 w 2249"/>
                <a:gd name="T25" fmla="*/ 316 h 862"/>
                <a:gd name="T26" fmla="*/ 573 w 2249"/>
                <a:gd name="T27" fmla="*/ 520 h 862"/>
                <a:gd name="T28" fmla="*/ 355 w 2249"/>
                <a:gd name="T29" fmla="*/ 323 h 862"/>
                <a:gd name="T30" fmla="*/ 555 w 2249"/>
                <a:gd name="T31" fmla="*/ 137 h 862"/>
                <a:gd name="T32" fmla="*/ 312 w 2249"/>
                <a:gd name="T33" fmla="*/ 49 h 862"/>
                <a:gd name="T34" fmla="*/ 798 w 2249"/>
                <a:gd name="T35" fmla="*/ 3 h 862"/>
                <a:gd name="T36" fmla="*/ 1168 w 2249"/>
                <a:gd name="T37" fmla="*/ 681 h 862"/>
                <a:gd name="T38" fmla="*/ 1007 w 2249"/>
                <a:gd name="T39" fmla="*/ 605 h 862"/>
                <a:gd name="T40" fmla="*/ 980 w 2249"/>
                <a:gd name="T41" fmla="*/ 348 h 862"/>
                <a:gd name="T42" fmla="*/ 1180 w 2249"/>
                <a:gd name="T43" fmla="*/ 169 h 862"/>
                <a:gd name="T44" fmla="*/ 1206 w 2249"/>
                <a:gd name="T45" fmla="*/ 336 h 862"/>
                <a:gd name="T46" fmla="*/ 1288 w 2249"/>
                <a:gd name="T47" fmla="*/ 597 h 862"/>
                <a:gd name="T48" fmla="*/ 833 w 2249"/>
                <a:gd name="T49" fmla="*/ 681 h 862"/>
                <a:gd name="T50" fmla="*/ 672 w 2249"/>
                <a:gd name="T51" fmla="*/ 605 h 862"/>
                <a:gd name="T52" fmla="*/ 998 w 2249"/>
                <a:gd name="T53" fmla="*/ 597 h 862"/>
                <a:gd name="T54" fmla="*/ 973 w 2249"/>
                <a:gd name="T55" fmla="*/ 645 h 862"/>
                <a:gd name="T56" fmla="*/ 312 w 2249"/>
                <a:gd name="T57" fmla="*/ 627 h 862"/>
                <a:gd name="T58" fmla="*/ 547 w 2249"/>
                <a:gd name="T59" fmla="*/ 557 h 862"/>
                <a:gd name="T60" fmla="*/ 644 w 2249"/>
                <a:gd name="T61" fmla="*/ 599 h 862"/>
                <a:gd name="T62" fmla="*/ 795 w 2249"/>
                <a:gd name="T63" fmla="*/ 681 h 862"/>
                <a:gd name="T64" fmla="*/ 918 w 2249"/>
                <a:gd name="T65" fmla="*/ 49 h 862"/>
                <a:gd name="T66" fmla="*/ 1161 w 2249"/>
                <a:gd name="T67" fmla="*/ 155 h 862"/>
                <a:gd name="T68" fmla="*/ 972 w 2249"/>
                <a:gd name="T69" fmla="*/ 354 h 862"/>
                <a:gd name="T70" fmla="*/ 602 w 2249"/>
                <a:gd name="T71" fmla="*/ 336 h 862"/>
                <a:gd name="T72" fmla="*/ 841 w 2249"/>
                <a:gd name="T73" fmla="*/ 155 h 862"/>
                <a:gd name="T74" fmla="*/ 602 w 2249"/>
                <a:gd name="T75" fmla="*/ 53 h 862"/>
                <a:gd name="T76" fmla="*/ 1420 w 2249"/>
                <a:gd name="T77" fmla="*/ 5 h 862"/>
                <a:gd name="T78" fmla="*/ 1286 w 2249"/>
                <a:gd name="T79" fmla="*/ 74 h 862"/>
                <a:gd name="T80" fmla="*/ 981 w 2249"/>
                <a:gd name="T81" fmla="*/ 66 h 862"/>
                <a:gd name="T82" fmla="*/ 1420 w 2249"/>
                <a:gd name="T83" fmla="*/ 5 h 862"/>
                <a:gd name="T84" fmla="*/ 1270 w 2249"/>
                <a:gd name="T85" fmla="*/ 66 h 862"/>
                <a:gd name="T86" fmla="*/ 1457 w 2249"/>
                <a:gd name="T87" fmla="*/ 5 h 862"/>
                <a:gd name="T88" fmla="*/ 1498 w 2249"/>
                <a:gd name="T89" fmla="*/ 57 h 862"/>
                <a:gd name="T90" fmla="*/ 1711 w 2249"/>
                <a:gd name="T91" fmla="*/ 681 h 862"/>
                <a:gd name="T92" fmla="*/ 1230 w 2249"/>
                <a:gd name="T93" fmla="*/ 616 h 862"/>
                <a:gd name="T94" fmla="*/ 1486 w 2249"/>
                <a:gd name="T95" fmla="*/ 529 h 862"/>
                <a:gd name="T96" fmla="*/ 1270 w 2249"/>
                <a:gd name="T97" fmla="*/ 323 h 862"/>
                <a:gd name="T98" fmla="*/ 1579 w 2249"/>
                <a:gd name="T99" fmla="*/ 314 h 862"/>
                <a:gd name="T100" fmla="*/ 1742 w 2249"/>
                <a:gd name="T101" fmla="*/ 528 h 862"/>
                <a:gd name="T102" fmla="*/ 1499 w 2249"/>
                <a:gd name="T103" fmla="*/ 627 h 862"/>
                <a:gd name="T104" fmla="*/ 66 w 2249"/>
                <a:gd name="T105" fmla="*/ 606 h 862"/>
                <a:gd name="T106" fmla="*/ 267 w 2249"/>
                <a:gd name="T107" fmla="*/ 521 h 862"/>
                <a:gd name="T108" fmla="*/ 89 w 2249"/>
                <a:gd name="T109" fmla="*/ 322 h 862"/>
                <a:gd name="T110" fmla="*/ 89 w 2249"/>
                <a:gd name="T111" fmla="*/ 67 h 862"/>
                <a:gd name="T112" fmla="*/ 254 w 2249"/>
                <a:gd name="T113" fmla="*/ 4 h 862"/>
                <a:gd name="T114" fmla="*/ 351 w 2249"/>
                <a:gd name="T115" fmla="*/ 71 h 862"/>
                <a:gd name="T116" fmla="*/ 371 w 2249"/>
                <a:gd name="T117" fmla="*/ 314 h 862"/>
                <a:gd name="T118" fmla="*/ 543 w 2249"/>
                <a:gd name="T119" fmla="*/ 522 h 862"/>
                <a:gd name="T120" fmla="*/ 292 w 2249"/>
                <a:gd name="T121" fmla="*/ 623 h 862"/>
                <a:gd name="T122" fmla="*/ 66 w 2249"/>
                <a:gd name="T123" fmla="*/ 638 h 86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249" h="862">
                  <a:moveTo>
                    <a:pt x="4" y="774"/>
                  </a:moveTo>
                  <a:cubicBezTo>
                    <a:pt x="4" y="787"/>
                    <a:pt x="4" y="787"/>
                    <a:pt x="4" y="787"/>
                  </a:cubicBezTo>
                  <a:cubicBezTo>
                    <a:pt x="11" y="814"/>
                    <a:pt x="73" y="810"/>
                    <a:pt x="73" y="810"/>
                  </a:cubicBezTo>
                  <a:cubicBezTo>
                    <a:pt x="73" y="810"/>
                    <a:pt x="309" y="861"/>
                    <a:pt x="312" y="861"/>
                  </a:cubicBezTo>
                  <a:cubicBezTo>
                    <a:pt x="314" y="861"/>
                    <a:pt x="314" y="861"/>
                    <a:pt x="314" y="861"/>
                  </a:cubicBezTo>
                  <a:cubicBezTo>
                    <a:pt x="318" y="861"/>
                    <a:pt x="337" y="862"/>
                    <a:pt x="361" y="862"/>
                  </a:cubicBezTo>
                  <a:cubicBezTo>
                    <a:pt x="2182" y="862"/>
                    <a:pt x="2182" y="862"/>
                    <a:pt x="2182" y="862"/>
                  </a:cubicBezTo>
                  <a:cubicBezTo>
                    <a:pt x="2209" y="862"/>
                    <a:pt x="2230" y="861"/>
                    <a:pt x="2230" y="860"/>
                  </a:cubicBezTo>
                  <a:cubicBezTo>
                    <a:pt x="1989" y="800"/>
                    <a:pt x="1989" y="800"/>
                    <a:pt x="1989" y="800"/>
                  </a:cubicBezTo>
                  <a:cubicBezTo>
                    <a:pt x="1989" y="800"/>
                    <a:pt x="1933" y="803"/>
                    <a:pt x="1933" y="782"/>
                  </a:cubicBezTo>
                  <a:cubicBezTo>
                    <a:pt x="1933" y="759"/>
                    <a:pt x="1990" y="762"/>
                    <a:pt x="1990" y="762"/>
                  </a:cubicBezTo>
                  <a:cubicBezTo>
                    <a:pt x="1990" y="762"/>
                    <a:pt x="2005" y="766"/>
                    <a:pt x="2021" y="760"/>
                  </a:cubicBezTo>
                  <a:cubicBezTo>
                    <a:pt x="2037" y="754"/>
                    <a:pt x="2239" y="704"/>
                    <a:pt x="2243" y="684"/>
                  </a:cubicBezTo>
                  <a:cubicBezTo>
                    <a:pt x="2249" y="672"/>
                    <a:pt x="2241" y="666"/>
                    <a:pt x="2241" y="666"/>
                  </a:cubicBezTo>
                  <a:cubicBezTo>
                    <a:pt x="2246" y="660"/>
                    <a:pt x="2244" y="654"/>
                    <a:pt x="2244" y="654"/>
                  </a:cubicBezTo>
                  <a:cubicBezTo>
                    <a:pt x="2240" y="619"/>
                    <a:pt x="1988" y="437"/>
                    <a:pt x="1988" y="437"/>
                  </a:cubicBezTo>
                  <a:cubicBezTo>
                    <a:pt x="1988" y="437"/>
                    <a:pt x="1932" y="440"/>
                    <a:pt x="1932" y="422"/>
                  </a:cubicBezTo>
                  <a:cubicBezTo>
                    <a:pt x="1932" y="403"/>
                    <a:pt x="1989" y="406"/>
                    <a:pt x="1989" y="406"/>
                  </a:cubicBezTo>
                  <a:cubicBezTo>
                    <a:pt x="1989" y="406"/>
                    <a:pt x="2004" y="409"/>
                    <a:pt x="2020" y="404"/>
                  </a:cubicBezTo>
                  <a:cubicBezTo>
                    <a:pt x="2036" y="399"/>
                    <a:pt x="2238" y="234"/>
                    <a:pt x="2242" y="211"/>
                  </a:cubicBezTo>
                  <a:cubicBezTo>
                    <a:pt x="2240" y="177"/>
                    <a:pt x="2240" y="177"/>
                    <a:pt x="2240" y="177"/>
                  </a:cubicBezTo>
                  <a:cubicBezTo>
                    <a:pt x="2219" y="139"/>
                    <a:pt x="2038" y="89"/>
                    <a:pt x="2020" y="84"/>
                  </a:cubicBezTo>
                  <a:cubicBezTo>
                    <a:pt x="2007" y="81"/>
                    <a:pt x="1989" y="83"/>
                    <a:pt x="1989" y="83"/>
                  </a:cubicBezTo>
                  <a:cubicBezTo>
                    <a:pt x="1989" y="83"/>
                    <a:pt x="1932" y="86"/>
                    <a:pt x="1932" y="66"/>
                  </a:cubicBezTo>
                  <a:cubicBezTo>
                    <a:pt x="1932" y="49"/>
                    <a:pt x="1988" y="51"/>
                    <a:pt x="1988" y="51"/>
                  </a:cubicBezTo>
                  <a:cubicBezTo>
                    <a:pt x="1988" y="51"/>
                    <a:pt x="2232" y="3"/>
                    <a:pt x="2233" y="2"/>
                  </a:cubicBezTo>
                  <a:cubicBezTo>
                    <a:pt x="2234" y="2"/>
                    <a:pt x="2213" y="0"/>
                    <a:pt x="2192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09" y="0"/>
                    <a:pt x="289" y="4"/>
                    <a:pt x="289" y="4"/>
                  </a:cubicBezTo>
                  <a:cubicBezTo>
                    <a:pt x="237" y="14"/>
                    <a:pt x="72" y="43"/>
                    <a:pt x="72" y="43"/>
                  </a:cubicBezTo>
                  <a:cubicBezTo>
                    <a:pt x="72" y="43"/>
                    <a:pt x="11" y="40"/>
                    <a:pt x="3" y="61"/>
                  </a:cubicBezTo>
                  <a:cubicBezTo>
                    <a:pt x="3" y="61"/>
                    <a:pt x="0" y="68"/>
                    <a:pt x="3" y="72"/>
                  </a:cubicBezTo>
                  <a:cubicBezTo>
                    <a:pt x="12" y="96"/>
                    <a:pt x="78" y="90"/>
                    <a:pt x="78" y="90"/>
                  </a:cubicBezTo>
                  <a:cubicBezTo>
                    <a:pt x="78" y="90"/>
                    <a:pt x="92" y="89"/>
                    <a:pt x="104" y="93"/>
                  </a:cubicBezTo>
                  <a:cubicBezTo>
                    <a:pt x="120" y="98"/>
                    <a:pt x="311" y="178"/>
                    <a:pt x="311" y="194"/>
                  </a:cubicBezTo>
                  <a:cubicBezTo>
                    <a:pt x="311" y="210"/>
                    <a:pt x="120" y="390"/>
                    <a:pt x="104" y="395"/>
                  </a:cubicBezTo>
                  <a:cubicBezTo>
                    <a:pt x="92" y="399"/>
                    <a:pt x="78" y="397"/>
                    <a:pt x="78" y="397"/>
                  </a:cubicBezTo>
                  <a:cubicBezTo>
                    <a:pt x="78" y="397"/>
                    <a:pt x="2" y="391"/>
                    <a:pt x="2" y="422"/>
                  </a:cubicBezTo>
                  <a:cubicBezTo>
                    <a:pt x="1" y="449"/>
                    <a:pt x="72" y="445"/>
                    <a:pt x="72" y="445"/>
                  </a:cubicBezTo>
                  <a:cubicBezTo>
                    <a:pt x="72" y="445"/>
                    <a:pt x="312" y="648"/>
                    <a:pt x="312" y="664"/>
                  </a:cubicBezTo>
                  <a:cubicBezTo>
                    <a:pt x="312" y="680"/>
                    <a:pt x="121" y="743"/>
                    <a:pt x="105" y="750"/>
                  </a:cubicBezTo>
                  <a:cubicBezTo>
                    <a:pt x="93" y="754"/>
                    <a:pt x="80" y="752"/>
                    <a:pt x="80" y="752"/>
                  </a:cubicBezTo>
                  <a:cubicBezTo>
                    <a:pt x="80" y="752"/>
                    <a:pt x="14" y="746"/>
                    <a:pt x="4" y="774"/>
                  </a:cubicBezTo>
                  <a:close/>
                  <a:moveTo>
                    <a:pt x="1017" y="3"/>
                  </a:moveTo>
                  <a:cubicBezTo>
                    <a:pt x="947" y="16"/>
                    <a:pt x="812" y="43"/>
                    <a:pt x="812" y="43"/>
                  </a:cubicBezTo>
                  <a:cubicBezTo>
                    <a:pt x="812" y="43"/>
                    <a:pt x="751" y="40"/>
                    <a:pt x="743" y="61"/>
                  </a:cubicBezTo>
                  <a:cubicBezTo>
                    <a:pt x="743" y="72"/>
                    <a:pt x="743" y="72"/>
                    <a:pt x="743" y="72"/>
                  </a:cubicBezTo>
                  <a:cubicBezTo>
                    <a:pt x="752" y="96"/>
                    <a:pt x="818" y="90"/>
                    <a:pt x="818" y="90"/>
                  </a:cubicBezTo>
                  <a:cubicBezTo>
                    <a:pt x="818" y="90"/>
                    <a:pt x="832" y="89"/>
                    <a:pt x="844" y="93"/>
                  </a:cubicBezTo>
                  <a:cubicBezTo>
                    <a:pt x="860" y="98"/>
                    <a:pt x="1051" y="178"/>
                    <a:pt x="1051" y="194"/>
                  </a:cubicBezTo>
                  <a:cubicBezTo>
                    <a:pt x="1051" y="210"/>
                    <a:pt x="860" y="390"/>
                    <a:pt x="844" y="395"/>
                  </a:cubicBezTo>
                  <a:cubicBezTo>
                    <a:pt x="832" y="399"/>
                    <a:pt x="818" y="397"/>
                    <a:pt x="818" y="397"/>
                  </a:cubicBezTo>
                  <a:cubicBezTo>
                    <a:pt x="818" y="397"/>
                    <a:pt x="742" y="391"/>
                    <a:pt x="742" y="422"/>
                  </a:cubicBezTo>
                  <a:cubicBezTo>
                    <a:pt x="741" y="449"/>
                    <a:pt x="812" y="445"/>
                    <a:pt x="812" y="445"/>
                  </a:cubicBezTo>
                  <a:cubicBezTo>
                    <a:pt x="812" y="445"/>
                    <a:pt x="1003" y="613"/>
                    <a:pt x="1045" y="653"/>
                  </a:cubicBezTo>
                  <a:cubicBezTo>
                    <a:pt x="729" y="653"/>
                    <a:pt x="729" y="653"/>
                    <a:pt x="729" y="653"/>
                  </a:cubicBezTo>
                  <a:cubicBezTo>
                    <a:pt x="729" y="648"/>
                    <a:pt x="725" y="641"/>
                    <a:pt x="703" y="625"/>
                  </a:cubicBezTo>
                  <a:cubicBezTo>
                    <a:pt x="694" y="619"/>
                    <a:pt x="451" y="437"/>
                    <a:pt x="451" y="437"/>
                  </a:cubicBezTo>
                  <a:cubicBezTo>
                    <a:pt x="451" y="437"/>
                    <a:pt x="395" y="440"/>
                    <a:pt x="395" y="422"/>
                  </a:cubicBezTo>
                  <a:cubicBezTo>
                    <a:pt x="395" y="403"/>
                    <a:pt x="452" y="406"/>
                    <a:pt x="452" y="406"/>
                  </a:cubicBezTo>
                  <a:cubicBezTo>
                    <a:pt x="452" y="406"/>
                    <a:pt x="467" y="409"/>
                    <a:pt x="483" y="404"/>
                  </a:cubicBezTo>
                  <a:cubicBezTo>
                    <a:pt x="496" y="400"/>
                    <a:pt x="666" y="277"/>
                    <a:pt x="710" y="221"/>
                  </a:cubicBezTo>
                  <a:cubicBezTo>
                    <a:pt x="718" y="212"/>
                    <a:pt x="718" y="205"/>
                    <a:pt x="713" y="197"/>
                  </a:cubicBezTo>
                  <a:cubicBezTo>
                    <a:pt x="709" y="191"/>
                    <a:pt x="719" y="185"/>
                    <a:pt x="708" y="173"/>
                  </a:cubicBezTo>
                  <a:cubicBezTo>
                    <a:pt x="658" y="120"/>
                    <a:pt x="496" y="89"/>
                    <a:pt x="483" y="84"/>
                  </a:cubicBezTo>
                  <a:cubicBezTo>
                    <a:pt x="471" y="80"/>
                    <a:pt x="452" y="83"/>
                    <a:pt x="452" y="83"/>
                  </a:cubicBezTo>
                  <a:cubicBezTo>
                    <a:pt x="452" y="83"/>
                    <a:pt x="407" y="85"/>
                    <a:pt x="397" y="72"/>
                  </a:cubicBezTo>
                  <a:cubicBezTo>
                    <a:pt x="393" y="66"/>
                    <a:pt x="397" y="61"/>
                    <a:pt x="397" y="61"/>
                  </a:cubicBezTo>
                  <a:cubicBezTo>
                    <a:pt x="407" y="50"/>
                    <a:pt x="451" y="51"/>
                    <a:pt x="451" y="51"/>
                  </a:cubicBezTo>
                  <a:cubicBezTo>
                    <a:pt x="691" y="4"/>
                    <a:pt x="691" y="4"/>
                    <a:pt x="691" y="4"/>
                  </a:cubicBezTo>
                  <a:cubicBezTo>
                    <a:pt x="694" y="4"/>
                    <a:pt x="696" y="4"/>
                    <a:pt x="697" y="3"/>
                  </a:cubicBezTo>
                  <a:lnTo>
                    <a:pt x="1017" y="3"/>
                  </a:lnTo>
                  <a:close/>
                  <a:moveTo>
                    <a:pt x="1538" y="782"/>
                  </a:moveTo>
                  <a:cubicBezTo>
                    <a:pt x="1538" y="815"/>
                    <a:pt x="1608" y="810"/>
                    <a:pt x="1608" y="810"/>
                  </a:cubicBezTo>
                  <a:cubicBezTo>
                    <a:pt x="1805" y="856"/>
                    <a:pt x="1805" y="856"/>
                    <a:pt x="1805" y="856"/>
                  </a:cubicBezTo>
                  <a:cubicBezTo>
                    <a:pt x="1487" y="856"/>
                    <a:pt x="1487" y="856"/>
                    <a:pt x="1487" y="856"/>
                  </a:cubicBezTo>
                  <a:cubicBezTo>
                    <a:pt x="1249" y="800"/>
                    <a:pt x="1249" y="800"/>
                    <a:pt x="1249" y="800"/>
                  </a:cubicBezTo>
                  <a:cubicBezTo>
                    <a:pt x="1249" y="800"/>
                    <a:pt x="1193" y="803"/>
                    <a:pt x="1193" y="782"/>
                  </a:cubicBezTo>
                  <a:cubicBezTo>
                    <a:pt x="1193" y="759"/>
                    <a:pt x="1250" y="762"/>
                    <a:pt x="1250" y="762"/>
                  </a:cubicBezTo>
                  <a:cubicBezTo>
                    <a:pt x="1250" y="762"/>
                    <a:pt x="1265" y="766"/>
                    <a:pt x="1281" y="760"/>
                  </a:cubicBezTo>
                  <a:cubicBezTo>
                    <a:pt x="1297" y="754"/>
                    <a:pt x="1495" y="705"/>
                    <a:pt x="1503" y="684"/>
                  </a:cubicBezTo>
                  <a:cubicBezTo>
                    <a:pt x="1506" y="679"/>
                    <a:pt x="1507" y="674"/>
                    <a:pt x="1507" y="668"/>
                  </a:cubicBezTo>
                  <a:cubicBezTo>
                    <a:pt x="1507" y="661"/>
                    <a:pt x="1504" y="654"/>
                    <a:pt x="1504" y="654"/>
                  </a:cubicBezTo>
                  <a:cubicBezTo>
                    <a:pt x="1498" y="621"/>
                    <a:pt x="1248" y="437"/>
                    <a:pt x="1248" y="437"/>
                  </a:cubicBezTo>
                  <a:cubicBezTo>
                    <a:pt x="1248" y="437"/>
                    <a:pt x="1192" y="440"/>
                    <a:pt x="1192" y="422"/>
                  </a:cubicBezTo>
                  <a:cubicBezTo>
                    <a:pt x="1192" y="403"/>
                    <a:pt x="1249" y="406"/>
                    <a:pt x="1249" y="406"/>
                  </a:cubicBezTo>
                  <a:cubicBezTo>
                    <a:pt x="1249" y="406"/>
                    <a:pt x="1264" y="409"/>
                    <a:pt x="1280" y="404"/>
                  </a:cubicBezTo>
                  <a:cubicBezTo>
                    <a:pt x="1296" y="399"/>
                    <a:pt x="1498" y="234"/>
                    <a:pt x="1502" y="211"/>
                  </a:cubicBezTo>
                  <a:cubicBezTo>
                    <a:pt x="1852" y="211"/>
                    <a:pt x="1852" y="211"/>
                    <a:pt x="1852" y="211"/>
                  </a:cubicBezTo>
                  <a:cubicBezTo>
                    <a:pt x="1855" y="220"/>
                    <a:pt x="1654" y="390"/>
                    <a:pt x="1638" y="395"/>
                  </a:cubicBezTo>
                  <a:cubicBezTo>
                    <a:pt x="1626" y="399"/>
                    <a:pt x="1613" y="397"/>
                    <a:pt x="1613" y="397"/>
                  </a:cubicBezTo>
                  <a:cubicBezTo>
                    <a:pt x="1613" y="397"/>
                    <a:pt x="1537" y="391"/>
                    <a:pt x="1536" y="422"/>
                  </a:cubicBezTo>
                  <a:cubicBezTo>
                    <a:pt x="1536" y="449"/>
                    <a:pt x="1606" y="445"/>
                    <a:pt x="1606" y="445"/>
                  </a:cubicBezTo>
                  <a:cubicBezTo>
                    <a:pt x="1856" y="655"/>
                    <a:pt x="1856" y="655"/>
                    <a:pt x="1856" y="655"/>
                  </a:cubicBezTo>
                  <a:cubicBezTo>
                    <a:pt x="1856" y="655"/>
                    <a:pt x="1882" y="668"/>
                    <a:pt x="1853" y="684"/>
                  </a:cubicBezTo>
                  <a:cubicBezTo>
                    <a:pt x="1853" y="684"/>
                    <a:pt x="1656" y="744"/>
                    <a:pt x="1640" y="750"/>
                  </a:cubicBezTo>
                  <a:cubicBezTo>
                    <a:pt x="1628" y="755"/>
                    <a:pt x="1614" y="753"/>
                    <a:pt x="1614" y="753"/>
                  </a:cubicBezTo>
                  <a:cubicBezTo>
                    <a:pt x="1614" y="753"/>
                    <a:pt x="1538" y="745"/>
                    <a:pt x="1538" y="782"/>
                  </a:cubicBezTo>
                  <a:close/>
                  <a:moveTo>
                    <a:pt x="1442" y="857"/>
                  </a:moveTo>
                  <a:cubicBezTo>
                    <a:pt x="1442" y="857"/>
                    <a:pt x="1065" y="856"/>
                    <a:pt x="1061" y="856"/>
                  </a:cubicBezTo>
                  <a:cubicBezTo>
                    <a:pt x="823" y="800"/>
                    <a:pt x="823" y="800"/>
                    <a:pt x="823" y="800"/>
                  </a:cubicBezTo>
                  <a:cubicBezTo>
                    <a:pt x="823" y="800"/>
                    <a:pt x="768" y="803"/>
                    <a:pt x="768" y="782"/>
                  </a:cubicBezTo>
                  <a:cubicBezTo>
                    <a:pt x="768" y="759"/>
                    <a:pt x="824" y="762"/>
                    <a:pt x="824" y="762"/>
                  </a:cubicBezTo>
                  <a:cubicBezTo>
                    <a:pt x="824" y="762"/>
                    <a:pt x="839" y="766"/>
                    <a:pt x="855" y="760"/>
                  </a:cubicBezTo>
                  <a:cubicBezTo>
                    <a:pt x="871" y="754"/>
                    <a:pt x="1073" y="704"/>
                    <a:pt x="1077" y="684"/>
                  </a:cubicBezTo>
                  <a:cubicBezTo>
                    <a:pt x="1078" y="683"/>
                    <a:pt x="1078" y="682"/>
                    <a:pt x="1079" y="681"/>
                  </a:cubicBezTo>
                  <a:cubicBezTo>
                    <a:pt x="1462" y="681"/>
                    <a:pt x="1462" y="681"/>
                    <a:pt x="1462" y="681"/>
                  </a:cubicBezTo>
                  <a:cubicBezTo>
                    <a:pt x="1416" y="721"/>
                    <a:pt x="1284" y="745"/>
                    <a:pt x="1271" y="750"/>
                  </a:cubicBezTo>
                  <a:cubicBezTo>
                    <a:pt x="1259" y="754"/>
                    <a:pt x="1245" y="752"/>
                    <a:pt x="1245" y="752"/>
                  </a:cubicBezTo>
                  <a:cubicBezTo>
                    <a:pt x="1245" y="752"/>
                    <a:pt x="1180" y="746"/>
                    <a:pt x="1170" y="774"/>
                  </a:cubicBezTo>
                  <a:cubicBezTo>
                    <a:pt x="1170" y="787"/>
                    <a:pt x="1170" y="787"/>
                    <a:pt x="1170" y="787"/>
                  </a:cubicBezTo>
                  <a:cubicBezTo>
                    <a:pt x="1177" y="814"/>
                    <a:pt x="1239" y="810"/>
                    <a:pt x="1239" y="810"/>
                  </a:cubicBezTo>
                  <a:cubicBezTo>
                    <a:pt x="1239" y="810"/>
                    <a:pt x="1379" y="842"/>
                    <a:pt x="1442" y="857"/>
                  </a:cubicBezTo>
                  <a:close/>
                  <a:moveTo>
                    <a:pt x="688" y="856"/>
                  </a:moveTo>
                  <a:cubicBezTo>
                    <a:pt x="453" y="801"/>
                    <a:pt x="453" y="801"/>
                    <a:pt x="453" y="801"/>
                  </a:cubicBezTo>
                  <a:cubicBezTo>
                    <a:pt x="453" y="801"/>
                    <a:pt x="403" y="803"/>
                    <a:pt x="397" y="786"/>
                  </a:cubicBezTo>
                  <a:cubicBezTo>
                    <a:pt x="401" y="773"/>
                    <a:pt x="401" y="773"/>
                    <a:pt x="401" y="773"/>
                  </a:cubicBezTo>
                  <a:cubicBezTo>
                    <a:pt x="414" y="760"/>
                    <a:pt x="454" y="763"/>
                    <a:pt x="454" y="763"/>
                  </a:cubicBezTo>
                  <a:cubicBezTo>
                    <a:pt x="454" y="763"/>
                    <a:pt x="468" y="767"/>
                    <a:pt x="484" y="761"/>
                  </a:cubicBezTo>
                  <a:cubicBezTo>
                    <a:pt x="497" y="756"/>
                    <a:pt x="625" y="722"/>
                    <a:pt x="697" y="699"/>
                  </a:cubicBezTo>
                  <a:cubicBezTo>
                    <a:pt x="722" y="692"/>
                    <a:pt x="729" y="687"/>
                    <a:pt x="730" y="681"/>
                  </a:cubicBezTo>
                  <a:cubicBezTo>
                    <a:pt x="1037" y="681"/>
                    <a:pt x="1037" y="681"/>
                    <a:pt x="1037" y="681"/>
                  </a:cubicBezTo>
                  <a:cubicBezTo>
                    <a:pt x="991" y="721"/>
                    <a:pt x="858" y="745"/>
                    <a:pt x="845" y="750"/>
                  </a:cubicBezTo>
                  <a:cubicBezTo>
                    <a:pt x="833" y="754"/>
                    <a:pt x="820" y="752"/>
                    <a:pt x="820" y="752"/>
                  </a:cubicBezTo>
                  <a:cubicBezTo>
                    <a:pt x="820" y="752"/>
                    <a:pt x="756" y="746"/>
                    <a:pt x="745" y="773"/>
                  </a:cubicBezTo>
                  <a:cubicBezTo>
                    <a:pt x="744" y="786"/>
                    <a:pt x="744" y="786"/>
                    <a:pt x="744" y="786"/>
                  </a:cubicBezTo>
                  <a:cubicBezTo>
                    <a:pt x="750" y="814"/>
                    <a:pt x="813" y="810"/>
                    <a:pt x="813" y="810"/>
                  </a:cubicBezTo>
                  <a:cubicBezTo>
                    <a:pt x="813" y="810"/>
                    <a:pt x="946" y="840"/>
                    <a:pt x="1012" y="856"/>
                  </a:cubicBezTo>
                  <a:lnTo>
                    <a:pt x="688" y="856"/>
                  </a:lnTo>
                  <a:close/>
                  <a:moveTo>
                    <a:pt x="1436" y="3"/>
                  </a:moveTo>
                  <a:cubicBezTo>
                    <a:pt x="1371" y="16"/>
                    <a:pt x="1237" y="43"/>
                    <a:pt x="1237" y="43"/>
                  </a:cubicBezTo>
                  <a:cubicBezTo>
                    <a:pt x="1237" y="43"/>
                    <a:pt x="1176" y="40"/>
                    <a:pt x="1168" y="61"/>
                  </a:cubicBezTo>
                  <a:cubicBezTo>
                    <a:pt x="1168" y="61"/>
                    <a:pt x="1166" y="68"/>
                    <a:pt x="1168" y="72"/>
                  </a:cubicBezTo>
                  <a:cubicBezTo>
                    <a:pt x="1178" y="96"/>
                    <a:pt x="1244" y="90"/>
                    <a:pt x="1244" y="90"/>
                  </a:cubicBezTo>
                  <a:cubicBezTo>
                    <a:pt x="1244" y="90"/>
                    <a:pt x="1258" y="89"/>
                    <a:pt x="1270" y="93"/>
                  </a:cubicBezTo>
                  <a:cubicBezTo>
                    <a:pt x="1285" y="98"/>
                    <a:pt x="1477" y="178"/>
                    <a:pt x="1477" y="194"/>
                  </a:cubicBezTo>
                  <a:cubicBezTo>
                    <a:pt x="1477" y="210"/>
                    <a:pt x="1285" y="390"/>
                    <a:pt x="1270" y="395"/>
                  </a:cubicBezTo>
                  <a:cubicBezTo>
                    <a:pt x="1258" y="399"/>
                    <a:pt x="1244" y="397"/>
                    <a:pt x="1244" y="397"/>
                  </a:cubicBezTo>
                  <a:cubicBezTo>
                    <a:pt x="1244" y="397"/>
                    <a:pt x="1168" y="391"/>
                    <a:pt x="1167" y="422"/>
                  </a:cubicBezTo>
                  <a:cubicBezTo>
                    <a:pt x="1167" y="449"/>
                    <a:pt x="1237" y="445"/>
                    <a:pt x="1237" y="445"/>
                  </a:cubicBezTo>
                  <a:cubicBezTo>
                    <a:pt x="1237" y="445"/>
                    <a:pt x="1429" y="613"/>
                    <a:pt x="1470" y="653"/>
                  </a:cubicBezTo>
                  <a:cubicBezTo>
                    <a:pt x="1079" y="653"/>
                    <a:pt x="1079" y="653"/>
                    <a:pt x="1079" y="653"/>
                  </a:cubicBezTo>
                  <a:cubicBezTo>
                    <a:pt x="1072" y="618"/>
                    <a:pt x="822" y="437"/>
                    <a:pt x="822" y="437"/>
                  </a:cubicBezTo>
                  <a:cubicBezTo>
                    <a:pt x="822" y="437"/>
                    <a:pt x="766" y="440"/>
                    <a:pt x="766" y="422"/>
                  </a:cubicBezTo>
                  <a:cubicBezTo>
                    <a:pt x="766" y="403"/>
                    <a:pt x="823" y="406"/>
                    <a:pt x="823" y="406"/>
                  </a:cubicBezTo>
                  <a:cubicBezTo>
                    <a:pt x="823" y="406"/>
                    <a:pt x="838" y="409"/>
                    <a:pt x="854" y="404"/>
                  </a:cubicBezTo>
                  <a:cubicBezTo>
                    <a:pt x="870" y="399"/>
                    <a:pt x="1079" y="233"/>
                    <a:pt x="1077" y="211"/>
                  </a:cubicBezTo>
                  <a:cubicBezTo>
                    <a:pt x="1079" y="200"/>
                    <a:pt x="1072" y="194"/>
                    <a:pt x="1072" y="194"/>
                  </a:cubicBezTo>
                  <a:cubicBezTo>
                    <a:pt x="1072" y="194"/>
                    <a:pt x="1076" y="187"/>
                    <a:pt x="1075" y="177"/>
                  </a:cubicBezTo>
                  <a:cubicBezTo>
                    <a:pt x="1074" y="150"/>
                    <a:pt x="872" y="89"/>
                    <a:pt x="854" y="84"/>
                  </a:cubicBezTo>
                  <a:cubicBezTo>
                    <a:pt x="841" y="81"/>
                    <a:pt x="823" y="83"/>
                    <a:pt x="823" y="83"/>
                  </a:cubicBezTo>
                  <a:cubicBezTo>
                    <a:pt x="823" y="83"/>
                    <a:pt x="766" y="86"/>
                    <a:pt x="766" y="66"/>
                  </a:cubicBezTo>
                  <a:cubicBezTo>
                    <a:pt x="766" y="49"/>
                    <a:pt x="822" y="51"/>
                    <a:pt x="822" y="51"/>
                  </a:cubicBezTo>
                  <a:cubicBezTo>
                    <a:pt x="1058" y="3"/>
                    <a:pt x="1058" y="3"/>
                    <a:pt x="1058" y="3"/>
                  </a:cubicBezTo>
                  <a:lnTo>
                    <a:pt x="1436" y="3"/>
                  </a:lnTo>
                  <a:close/>
                  <a:moveTo>
                    <a:pt x="1808" y="5"/>
                  </a:moveTo>
                  <a:cubicBezTo>
                    <a:pt x="1606" y="43"/>
                    <a:pt x="1606" y="43"/>
                    <a:pt x="1606" y="43"/>
                  </a:cubicBezTo>
                  <a:cubicBezTo>
                    <a:pt x="1606" y="43"/>
                    <a:pt x="1536" y="39"/>
                    <a:pt x="1536" y="66"/>
                  </a:cubicBezTo>
                  <a:cubicBezTo>
                    <a:pt x="1537" y="97"/>
                    <a:pt x="1613" y="90"/>
                    <a:pt x="1613" y="90"/>
                  </a:cubicBezTo>
                  <a:cubicBezTo>
                    <a:pt x="1613" y="90"/>
                    <a:pt x="1627" y="89"/>
                    <a:pt x="1638" y="93"/>
                  </a:cubicBezTo>
                  <a:cubicBezTo>
                    <a:pt x="1654" y="98"/>
                    <a:pt x="1855" y="172"/>
                    <a:pt x="1851" y="182"/>
                  </a:cubicBezTo>
                  <a:cubicBezTo>
                    <a:pt x="1502" y="182"/>
                    <a:pt x="1502" y="182"/>
                    <a:pt x="1502" y="182"/>
                  </a:cubicBezTo>
                  <a:cubicBezTo>
                    <a:pt x="1497" y="150"/>
                    <a:pt x="1298" y="89"/>
                    <a:pt x="1280" y="84"/>
                  </a:cubicBezTo>
                  <a:cubicBezTo>
                    <a:pt x="1267" y="81"/>
                    <a:pt x="1249" y="83"/>
                    <a:pt x="1249" y="83"/>
                  </a:cubicBezTo>
                  <a:cubicBezTo>
                    <a:pt x="1249" y="83"/>
                    <a:pt x="1192" y="86"/>
                    <a:pt x="1192" y="66"/>
                  </a:cubicBezTo>
                  <a:cubicBezTo>
                    <a:pt x="1192" y="49"/>
                    <a:pt x="1248" y="51"/>
                    <a:pt x="1248" y="51"/>
                  </a:cubicBezTo>
                  <a:cubicBezTo>
                    <a:pt x="1488" y="4"/>
                    <a:pt x="1488" y="4"/>
                    <a:pt x="1488" y="4"/>
                  </a:cubicBezTo>
                  <a:lnTo>
                    <a:pt x="1808" y="5"/>
                  </a:lnTo>
                  <a:close/>
                  <a:moveTo>
                    <a:pt x="2208" y="183"/>
                  </a:moveTo>
                  <a:cubicBezTo>
                    <a:pt x="1882" y="183"/>
                    <a:pt x="1882" y="183"/>
                    <a:pt x="1882" y="183"/>
                  </a:cubicBezTo>
                  <a:cubicBezTo>
                    <a:pt x="1848" y="128"/>
                    <a:pt x="1662" y="89"/>
                    <a:pt x="1648" y="84"/>
                  </a:cubicBezTo>
                  <a:cubicBezTo>
                    <a:pt x="1637" y="80"/>
                    <a:pt x="1618" y="83"/>
                    <a:pt x="1618" y="83"/>
                  </a:cubicBezTo>
                  <a:cubicBezTo>
                    <a:pt x="1618" y="83"/>
                    <a:pt x="1572" y="85"/>
                    <a:pt x="1562" y="72"/>
                  </a:cubicBezTo>
                  <a:cubicBezTo>
                    <a:pt x="1559" y="66"/>
                    <a:pt x="1563" y="61"/>
                    <a:pt x="1563" y="61"/>
                  </a:cubicBezTo>
                  <a:cubicBezTo>
                    <a:pt x="1573" y="50"/>
                    <a:pt x="1617" y="51"/>
                    <a:pt x="1617" y="51"/>
                  </a:cubicBezTo>
                  <a:cubicBezTo>
                    <a:pt x="1855" y="5"/>
                    <a:pt x="1855" y="5"/>
                    <a:pt x="1855" y="5"/>
                  </a:cubicBezTo>
                  <a:cubicBezTo>
                    <a:pt x="2175" y="5"/>
                    <a:pt x="2175" y="5"/>
                    <a:pt x="2175" y="5"/>
                  </a:cubicBezTo>
                  <a:cubicBezTo>
                    <a:pt x="2103" y="18"/>
                    <a:pt x="1977" y="43"/>
                    <a:pt x="1977" y="43"/>
                  </a:cubicBezTo>
                  <a:cubicBezTo>
                    <a:pt x="1977" y="43"/>
                    <a:pt x="1916" y="40"/>
                    <a:pt x="1908" y="61"/>
                  </a:cubicBezTo>
                  <a:cubicBezTo>
                    <a:pt x="1908" y="72"/>
                    <a:pt x="1908" y="72"/>
                    <a:pt x="1908" y="72"/>
                  </a:cubicBezTo>
                  <a:cubicBezTo>
                    <a:pt x="1918" y="96"/>
                    <a:pt x="1984" y="90"/>
                    <a:pt x="1984" y="90"/>
                  </a:cubicBezTo>
                  <a:cubicBezTo>
                    <a:pt x="1984" y="90"/>
                    <a:pt x="1998" y="89"/>
                    <a:pt x="2010" y="93"/>
                  </a:cubicBezTo>
                  <a:cubicBezTo>
                    <a:pt x="2023" y="97"/>
                    <a:pt x="2170" y="148"/>
                    <a:pt x="2208" y="183"/>
                  </a:cubicBezTo>
                  <a:close/>
                  <a:moveTo>
                    <a:pt x="2178" y="856"/>
                  </a:moveTo>
                  <a:cubicBezTo>
                    <a:pt x="1854" y="856"/>
                    <a:pt x="1854" y="856"/>
                    <a:pt x="1854" y="856"/>
                  </a:cubicBezTo>
                  <a:cubicBezTo>
                    <a:pt x="1618" y="801"/>
                    <a:pt x="1618" y="801"/>
                    <a:pt x="1618" y="801"/>
                  </a:cubicBezTo>
                  <a:cubicBezTo>
                    <a:pt x="1618" y="801"/>
                    <a:pt x="1569" y="803"/>
                    <a:pt x="1563" y="786"/>
                  </a:cubicBezTo>
                  <a:cubicBezTo>
                    <a:pt x="1566" y="773"/>
                    <a:pt x="1566" y="773"/>
                    <a:pt x="1566" y="773"/>
                  </a:cubicBezTo>
                  <a:cubicBezTo>
                    <a:pt x="1579" y="760"/>
                    <a:pt x="1619" y="763"/>
                    <a:pt x="1619" y="763"/>
                  </a:cubicBezTo>
                  <a:cubicBezTo>
                    <a:pt x="1619" y="763"/>
                    <a:pt x="1634" y="767"/>
                    <a:pt x="1650" y="761"/>
                  </a:cubicBezTo>
                  <a:cubicBezTo>
                    <a:pt x="1662" y="756"/>
                    <a:pt x="1791" y="722"/>
                    <a:pt x="1863" y="699"/>
                  </a:cubicBezTo>
                  <a:cubicBezTo>
                    <a:pt x="1914" y="683"/>
                    <a:pt x="1891" y="679"/>
                    <a:pt x="1892" y="665"/>
                  </a:cubicBezTo>
                  <a:cubicBezTo>
                    <a:pt x="1892" y="654"/>
                    <a:pt x="1906" y="651"/>
                    <a:pt x="1868" y="625"/>
                  </a:cubicBezTo>
                  <a:cubicBezTo>
                    <a:pt x="1860" y="619"/>
                    <a:pt x="1617" y="437"/>
                    <a:pt x="1617" y="437"/>
                  </a:cubicBezTo>
                  <a:cubicBezTo>
                    <a:pt x="1617" y="437"/>
                    <a:pt x="1561" y="440"/>
                    <a:pt x="1561" y="422"/>
                  </a:cubicBezTo>
                  <a:cubicBezTo>
                    <a:pt x="1561" y="403"/>
                    <a:pt x="1618" y="406"/>
                    <a:pt x="1618" y="406"/>
                  </a:cubicBezTo>
                  <a:cubicBezTo>
                    <a:pt x="1618" y="406"/>
                    <a:pt x="1632" y="409"/>
                    <a:pt x="1648" y="404"/>
                  </a:cubicBezTo>
                  <a:cubicBezTo>
                    <a:pt x="1663" y="400"/>
                    <a:pt x="1854" y="266"/>
                    <a:pt x="1883" y="211"/>
                  </a:cubicBezTo>
                  <a:cubicBezTo>
                    <a:pt x="2202" y="211"/>
                    <a:pt x="2202" y="211"/>
                    <a:pt x="2202" y="211"/>
                  </a:cubicBezTo>
                  <a:cubicBezTo>
                    <a:pt x="2156" y="250"/>
                    <a:pt x="2023" y="391"/>
                    <a:pt x="2010" y="395"/>
                  </a:cubicBezTo>
                  <a:cubicBezTo>
                    <a:pt x="1998" y="399"/>
                    <a:pt x="1984" y="397"/>
                    <a:pt x="1984" y="397"/>
                  </a:cubicBezTo>
                  <a:cubicBezTo>
                    <a:pt x="1984" y="397"/>
                    <a:pt x="1908" y="391"/>
                    <a:pt x="1907" y="422"/>
                  </a:cubicBezTo>
                  <a:cubicBezTo>
                    <a:pt x="1907" y="449"/>
                    <a:pt x="1977" y="445"/>
                    <a:pt x="1977" y="445"/>
                  </a:cubicBezTo>
                  <a:cubicBezTo>
                    <a:pt x="1977" y="445"/>
                    <a:pt x="2218" y="648"/>
                    <a:pt x="2218" y="664"/>
                  </a:cubicBezTo>
                  <a:cubicBezTo>
                    <a:pt x="2218" y="680"/>
                    <a:pt x="2027" y="743"/>
                    <a:pt x="2011" y="750"/>
                  </a:cubicBezTo>
                  <a:cubicBezTo>
                    <a:pt x="1999" y="754"/>
                    <a:pt x="1985" y="752"/>
                    <a:pt x="1985" y="752"/>
                  </a:cubicBezTo>
                  <a:cubicBezTo>
                    <a:pt x="1985" y="752"/>
                    <a:pt x="1922" y="746"/>
                    <a:pt x="1911" y="773"/>
                  </a:cubicBezTo>
                  <a:cubicBezTo>
                    <a:pt x="1909" y="786"/>
                    <a:pt x="1909" y="786"/>
                    <a:pt x="1909" y="786"/>
                  </a:cubicBezTo>
                  <a:cubicBezTo>
                    <a:pt x="1915" y="814"/>
                    <a:pt x="1979" y="810"/>
                    <a:pt x="1979" y="810"/>
                  </a:cubicBezTo>
                  <a:cubicBezTo>
                    <a:pt x="1979" y="810"/>
                    <a:pt x="2112" y="840"/>
                    <a:pt x="2178" y="856"/>
                  </a:cubicBezTo>
                  <a:close/>
                  <a:moveTo>
                    <a:pt x="28" y="782"/>
                  </a:moveTo>
                  <a:cubicBezTo>
                    <a:pt x="28" y="759"/>
                    <a:pt x="84" y="762"/>
                    <a:pt x="84" y="762"/>
                  </a:cubicBezTo>
                  <a:cubicBezTo>
                    <a:pt x="84" y="762"/>
                    <a:pt x="99" y="766"/>
                    <a:pt x="115" y="760"/>
                  </a:cubicBezTo>
                  <a:cubicBezTo>
                    <a:pt x="131" y="754"/>
                    <a:pt x="330" y="705"/>
                    <a:pt x="337" y="684"/>
                  </a:cubicBezTo>
                  <a:cubicBezTo>
                    <a:pt x="343" y="673"/>
                    <a:pt x="336" y="667"/>
                    <a:pt x="336" y="667"/>
                  </a:cubicBezTo>
                  <a:cubicBezTo>
                    <a:pt x="341" y="663"/>
                    <a:pt x="339" y="654"/>
                    <a:pt x="339" y="654"/>
                  </a:cubicBezTo>
                  <a:cubicBezTo>
                    <a:pt x="335" y="619"/>
                    <a:pt x="82" y="437"/>
                    <a:pt x="82" y="437"/>
                  </a:cubicBezTo>
                  <a:cubicBezTo>
                    <a:pt x="82" y="437"/>
                    <a:pt x="26" y="440"/>
                    <a:pt x="26" y="422"/>
                  </a:cubicBezTo>
                  <a:cubicBezTo>
                    <a:pt x="26" y="403"/>
                    <a:pt x="83" y="406"/>
                    <a:pt x="83" y="406"/>
                  </a:cubicBezTo>
                  <a:cubicBezTo>
                    <a:pt x="83" y="406"/>
                    <a:pt x="98" y="409"/>
                    <a:pt x="114" y="404"/>
                  </a:cubicBezTo>
                  <a:cubicBezTo>
                    <a:pt x="130" y="399"/>
                    <a:pt x="327" y="234"/>
                    <a:pt x="336" y="211"/>
                  </a:cubicBezTo>
                  <a:cubicBezTo>
                    <a:pt x="342" y="202"/>
                    <a:pt x="336" y="199"/>
                    <a:pt x="336" y="194"/>
                  </a:cubicBezTo>
                  <a:cubicBezTo>
                    <a:pt x="337" y="184"/>
                    <a:pt x="338" y="180"/>
                    <a:pt x="338" y="180"/>
                  </a:cubicBezTo>
                  <a:cubicBezTo>
                    <a:pt x="333" y="148"/>
                    <a:pt x="133" y="89"/>
                    <a:pt x="114" y="84"/>
                  </a:cubicBezTo>
                  <a:cubicBezTo>
                    <a:pt x="101" y="81"/>
                    <a:pt x="83" y="83"/>
                    <a:pt x="83" y="83"/>
                  </a:cubicBezTo>
                  <a:cubicBezTo>
                    <a:pt x="83" y="83"/>
                    <a:pt x="26" y="86"/>
                    <a:pt x="26" y="66"/>
                  </a:cubicBezTo>
                  <a:cubicBezTo>
                    <a:pt x="26" y="49"/>
                    <a:pt x="82" y="51"/>
                    <a:pt x="82" y="51"/>
                  </a:cubicBezTo>
                  <a:cubicBezTo>
                    <a:pt x="323" y="4"/>
                    <a:pt x="323" y="4"/>
                    <a:pt x="323" y="4"/>
                  </a:cubicBezTo>
                  <a:cubicBezTo>
                    <a:pt x="644" y="4"/>
                    <a:pt x="644" y="4"/>
                    <a:pt x="644" y="4"/>
                  </a:cubicBezTo>
                  <a:cubicBezTo>
                    <a:pt x="441" y="43"/>
                    <a:pt x="441" y="43"/>
                    <a:pt x="441" y="43"/>
                  </a:cubicBezTo>
                  <a:cubicBezTo>
                    <a:pt x="441" y="43"/>
                    <a:pt x="370" y="39"/>
                    <a:pt x="371" y="66"/>
                  </a:cubicBezTo>
                  <a:cubicBezTo>
                    <a:pt x="371" y="97"/>
                    <a:pt x="447" y="90"/>
                    <a:pt x="447" y="90"/>
                  </a:cubicBezTo>
                  <a:cubicBezTo>
                    <a:pt x="447" y="90"/>
                    <a:pt x="461" y="89"/>
                    <a:pt x="473" y="93"/>
                  </a:cubicBezTo>
                  <a:cubicBezTo>
                    <a:pt x="488" y="98"/>
                    <a:pt x="683" y="173"/>
                    <a:pt x="685" y="182"/>
                  </a:cubicBezTo>
                  <a:cubicBezTo>
                    <a:pt x="685" y="182"/>
                    <a:pt x="698" y="195"/>
                    <a:pt x="686" y="211"/>
                  </a:cubicBezTo>
                  <a:cubicBezTo>
                    <a:pt x="686" y="217"/>
                    <a:pt x="488" y="390"/>
                    <a:pt x="473" y="395"/>
                  </a:cubicBezTo>
                  <a:cubicBezTo>
                    <a:pt x="461" y="399"/>
                    <a:pt x="447" y="397"/>
                    <a:pt x="447" y="397"/>
                  </a:cubicBezTo>
                  <a:cubicBezTo>
                    <a:pt x="447" y="397"/>
                    <a:pt x="371" y="391"/>
                    <a:pt x="370" y="422"/>
                  </a:cubicBezTo>
                  <a:cubicBezTo>
                    <a:pt x="370" y="449"/>
                    <a:pt x="440" y="445"/>
                    <a:pt x="440" y="445"/>
                  </a:cubicBezTo>
                  <a:cubicBezTo>
                    <a:pt x="690" y="655"/>
                    <a:pt x="690" y="655"/>
                    <a:pt x="690" y="655"/>
                  </a:cubicBezTo>
                  <a:cubicBezTo>
                    <a:pt x="690" y="655"/>
                    <a:pt x="716" y="668"/>
                    <a:pt x="688" y="684"/>
                  </a:cubicBezTo>
                  <a:cubicBezTo>
                    <a:pt x="688" y="684"/>
                    <a:pt x="490" y="744"/>
                    <a:pt x="474" y="750"/>
                  </a:cubicBezTo>
                  <a:cubicBezTo>
                    <a:pt x="462" y="755"/>
                    <a:pt x="449" y="753"/>
                    <a:pt x="449" y="753"/>
                  </a:cubicBezTo>
                  <a:cubicBezTo>
                    <a:pt x="449" y="753"/>
                    <a:pt x="373" y="745"/>
                    <a:pt x="372" y="782"/>
                  </a:cubicBezTo>
                  <a:cubicBezTo>
                    <a:pt x="372" y="815"/>
                    <a:pt x="442" y="810"/>
                    <a:pt x="442" y="810"/>
                  </a:cubicBezTo>
                  <a:cubicBezTo>
                    <a:pt x="639" y="856"/>
                    <a:pt x="639" y="856"/>
                    <a:pt x="639" y="856"/>
                  </a:cubicBezTo>
                  <a:cubicBezTo>
                    <a:pt x="321" y="856"/>
                    <a:pt x="321" y="856"/>
                    <a:pt x="321" y="856"/>
                  </a:cubicBezTo>
                  <a:cubicBezTo>
                    <a:pt x="83" y="800"/>
                    <a:pt x="83" y="800"/>
                    <a:pt x="83" y="800"/>
                  </a:cubicBezTo>
                  <a:cubicBezTo>
                    <a:pt x="83" y="800"/>
                    <a:pt x="28" y="803"/>
                    <a:pt x="28" y="782"/>
                  </a:cubicBezTo>
                  <a:close/>
                </a:path>
              </a:pathLst>
            </a:custGeom>
            <a:solidFill>
              <a:srgbClr val="545454"/>
            </a:solidFill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4" name="Line 51">
              <a:extLst>
                <a:ext uri="{FF2B5EF4-FFF2-40B4-BE49-F238E27FC236}">
                  <a16:creationId xmlns:a16="http://schemas.microsoft.com/office/drawing/2014/main" id="{8D275766-06A8-401A-B9F1-A09F7EB5BC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" y="2502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5" name="Line 52">
              <a:extLst>
                <a:ext uri="{FF2B5EF4-FFF2-40B4-BE49-F238E27FC236}">
                  <a16:creationId xmlns:a16="http://schemas.microsoft.com/office/drawing/2014/main" id="{F34E6434-E923-470C-A344-2B7421C4A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" y="2502"/>
              <a:ext cx="1" cy="1"/>
            </a:xfrm>
            <a:prstGeom prst="lin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6" name="Freeform 53">
              <a:extLst>
                <a:ext uri="{FF2B5EF4-FFF2-40B4-BE49-F238E27FC236}">
                  <a16:creationId xmlns:a16="http://schemas.microsoft.com/office/drawing/2014/main" id="{57E786A0-EB18-4D0A-ACCC-4AE203614D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" y="2500"/>
              <a:ext cx="2075" cy="800"/>
            </a:xfrm>
            <a:custGeom>
              <a:avLst/>
              <a:gdLst>
                <a:gd name="T0" fmla="*/ 1711 w 2249"/>
                <a:gd name="T1" fmla="*/ 383 h 863"/>
                <a:gd name="T2" fmla="*/ 1523 w 2249"/>
                <a:gd name="T3" fmla="*/ 156 h 863"/>
                <a:gd name="T4" fmla="*/ 1765 w 2249"/>
                <a:gd name="T5" fmla="*/ 49 h 863"/>
                <a:gd name="T6" fmla="*/ 46 w 2249"/>
                <a:gd name="T7" fmla="*/ 1 h 863"/>
                <a:gd name="T8" fmla="*/ 205 w 2249"/>
                <a:gd name="T9" fmla="*/ 67 h 863"/>
                <a:gd name="T10" fmla="*/ 181 w 2249"/>
                <a:gd name="T11" fmla="*/ 298 h 863"/>
                <a:gd name="T12" fmla="*/ 5 w 2249"/>
                <a:gd name="T13" fmla="*/ 522 h 863"/>
                <a:gd name="T14" fmla="*/ 204 w 2249"/>
                <a:gd name="T15" fmla="*/ 607 h 863"/>
                <a:gd name="T16" fmla="*/ 53 w 2249"/>
                <a:gd name="T17" fmla="*/ 688 h 863"/>
                <a:gd name="T18" fmla="*/ 1711 w 2249"/>
                <a:gd name="T19" fmla="*/ 646 h 863"/>
                <a:gd name="T20" fmla="*/ 1220 w 2249"/>
                <a:gd name="T21" fmla="*/ 4 h 863"/>
                <a:gd name="T22" fmla="*/ 1456 w 2249"/>
                <a:gd name="T23" fmla="*/ 58 h 863"/>
                <a:gd name="T24" fmla="*/ 1207 w 2249"/>
                <a:gd name="T25" fmla="*/ 159 h 863"/>
                <a:gd name="T26" fmla="*/ 1457 w 2249"/>
                <a:gd name="T27" fmla="*/ 336 h 863"/>
                <a:gd name="T28" fmla="*/ 947 w 2249"/>
                <a:gd name="T29" fmla="*/ 521 h 863"/>
                <a:gd name="T30" fmla="*/ 1104 w 2249"/>
                <a:gd name="T31" fmla="*/ 279 h 863"/>
                <a:gd name="T32" fmla="*/ 1183 w 2249"/>
                <a:gd name="T33" fmla="*/ 58 h 863"/>
                <a:gd name="T34" fmla="*/ 1220 w 2249"/>
                <a:gd name="T35" fmla="*/ 4 h 863"/>
                <a:gd name="T36" fmla="*/ 310 w 2249"/>
                <a:gd name="T37" fmla="*/ 523 h 863"/>
                <a:gd name="T38" fmla="*/ 480 w 2249"/>
                <a:gd name="T39" fmla="*/ 279 h 863"/>
                <a:gd name="T40" fmla="*/ 787 w 2249"/>
                <a:gd name="T41" fmla="*/ 300 h 863"/>
                <a:gd name="T42" fmla="*/ 583 w 2249"/>
                <a:gd name="T43" fmla="*/ 533 h 863"/>
                <a:gd name="T44" fmla="*/ 829 w 2249"/>
                <a:gd name="T45" fmla="*/ 624 h 863"/>
                <a:gd name="T46" fmla="*/ 504 w 2249"/>
                <a:gd name="T47" fmla="*/ 646 h 863"/>
                <a:gd name="T48" fmla="*/ 848 w 2249"/>
                <a:gd name="T49" fmla="*/ 628 h 863"/>
                <a:gd name="T50" fmla="*/ 618 w 2249"/>
                <a:gd name="T51" fmla="*/ 543 h 863"/>
                <a:gd name="T52" fmla="*/ 1119 w 2249"/>
                <a:gd name="T53" fmla="*/ 607 h 863"/>
                <a:gd name="T54" fmla="*/ 634 w 2249"/>
                <a:gd name="T55" fmla="*/ 683 h 863"/>
                <a:gd name="T56" fmla="*/ 1183 w 2249"/>
                <a:gd name="T57" fmla="*/ 628 h 863"/>
                <a:gd name="T58" fmla="*/ 952 w 2249"/>
                <a:gd name="T59" fmla="*/ 543 h 863"/>
                <a:gd name="T60" fmla="*/ 1411 w 2249"/>
                <a:gd name="T61" fmla="*/ 608 h 863"/>
                <a:gd name="T62" fmla="*/ 1226 w 2249"/>
                <a:gd name="T63" fmla="*/ 682 h 863"/>
                <a:gd name="T64" fmla="*/ 1165 w 2249"/>
                <a:gd name="T65" fmla="*/ 53 h 863"/>
                <a:gd name="T66" fmla="*/ 924 w 2249"/>
                <a:gd name="T67" fmla="*/ 156 h 863"/>
                <a:gd name="T68" fmla="*/ 1165 w 2249"/>
                <a:gd name="T69" fmla="*/ 336 h 863"/>
                <a:gd name="T70" fmla="*/ 795 w 2249"/>
                <a:gd name="T71" fmla="*/ 383 h 863"/>
                <a:gd name="T72" fmla="*/ 607 w 2249"/>
                <a:gd name="T73" fmla="*/ 156 h 863"/>
                <a:gd name="T74" fmla="*/ 849 w 2249"/>
                <a:gd name="T75" fmla="*/ 49 h 863"/>
                <a:gd name="T76" fmla="*/ 598 w 2249"/>
                <a:gd name="T77" fmla="*/ 5 h 863"/>
                <a:gd name="T78" fmla="*/ 762 w 2249"/>
                <a:gd name="T79" fmla="*/ 68 h 863"/>
                <a:gd name="T80" fmla="*/ 501 w 2249"/>
                <a:gd name="T81" fmla="*/ 72 h 863"/>
                <a:gd name="T82" fmla="*/ 598 w 2249"/>
                <a:gd name="T83" fmla="*/ 5 h 863"/>
                <a:gd name="T84" fmla="*/ 268 w 2249"/>
                <a:gd name="T85" fmla="*/ 49 h 863"/>
                <a:gd name="T86" fmla="*/ 497 w 2249"/>
                <a:gd name="T87" fmla="*/ 41 h 863"/>
                <a:gd name="T88" fmla="*/ 472 w 2249"/>
                <a:gd name="T89" fmla="*/ 68 h 863"/>
                <a:gd name="T90" fmla="*/ 213 w 2249"/>
                <a:gd name="T91" fmla="*/ 646 h 863"/>
                <a:gd name="T92" fmla="*/ 188 w 2249"/>
                <a:gd name="T93" fmla="*/ 598 h 863"/>
                <a:gd name="T94" fmla="*/ 209 w 2249"/>
                <a:gd name="T95" fmla="*/ 284 h 863"/>
                <a:gd name="T96" fmla="*/ 472 w 2249"/>
                <a:gd name="T97" fmla="*/ 298 h 863"/>
                <a:gd name="T98" fmla="*/ 300 w 2249"/>
                <a:gd name="T99" fmla="*/ 499 h 863"/>
                <a:gd name="T100" fmla="*/ 495 w 2249"/>
                <a:gd name="T101" fmla="*/ 608 h 863"/>
                <a:gd name="T102" fmla="*/ 311 w 2249"/>
                <a:gd name="T103" fmla="*/ 682 h 863"/>
                <a:gd name="T104" fmla="*/ 1514 w 2249"/>
                <a:gd name="T105" fmla="*/ 682 h 863"/>
                <a:gd name="T106" fmla="*/ 1414 w 2249"/>
                <a:gd name="T107" fmla="*/ 601 h 863"/>
                <a:gd name="T108" fmla="*/ 1421 w 2249"/>
                <a:gd name="T109" fmla="*/ 383 h 863"/>
                <a:gd name="T110" fmla="*/ 1227 w 2249"/>
                <a:gd name="T111" fmla="*/ 170 h 863"/>
                <a:gd name="T112" fmla="*/ 1476 w 2249"/>
                <a:gd name="T113" fmla="*/ 53 h 863"/>
                <a:gd name="T114" fmla="*/ 1702 w 2249"/>
                <a:gd name="T115" fmla="*/ 41 h 863"/>
                <a:gd name="T116" fmla="*/ 1502 w 2249"/>
                <a:gd name="T117" fmla="*/ 145 h 863"/>
                <a:gd name="T118" fmla="*/ 1701 w 2249"/>
                <a:gd name="T119" fmla="*/ 300 h 863"/>
                <a:gd name="T120" fmla="*/ 1503 w 2249"/>
                <a:gd name="T121" fmla="*/ 532 h 863"/>
                <a:gd name="T122" fmla="*/ 1745 w 2249"/>
                <a:gd name="T123" fmla="*/ 624 h 86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249" h="863">
                  <a:moveTo>
                    <a:pt x="2170" y="753"/>
                  </a:moveTo>
                  <a:cubicBezTo>
                    <a:pt x="2170" y="753"/>
                    <a:pt x="2156" y="755"/>
                    <a:pt x="2144" y="751"/>
                  </a:cubicBezTo>
                  <a:cubicBezTo>
                    <a:pt x="2129" y="744"/>
                    <a:pt x="1937" y="681"/>
                    <a:pt x="1937" y="665"/>
                  </a:cubicBezTo>
                  <a:cubicBezTo>
                    <a:pt x="1937" y="649"/>
                    <a:pt x="2178" y="480"/>
                    <a:pt x="2178" y="480"/>
                  </a:cubicBezTo>
                  <a:cubicBezTo>
                    <a:pt x="2178" y="480"/>
                    <a:pt x="2248" y="490"/>
                    <a:pt x="2248" y="420"/>
                  </a:cubicBezTo>
                  <a:cubicBezTo>
                    <a:pt x="2248" y="340"/>
                    <a:pt x="2172" y="356"/>
                    <a:pt x="2172" y="356"/>
                  </a:cubicBezTo>
                  <a:cubicBezTo>
                    <a:pt x="2172" y="356"/>
                    <a:pt x="2158" y="361"/>
                    <a:pt x="2146" y="351"/>
                  </a:cubicBezTo>
                  <a:cubicBezTo>
                    <a:pt x="2130" y="338"/>
                    <a:pt x="1939" y="211"/>
                    <a:pt x="1939" y="195"/>
                  </a:cubicBezTo>
                  <a:cubicBezTo>
                    <a:pt x="1939" y="179"/>
                    <a:pt x="2130" y="99"/>
                    <a:pt x="2146" y="94"/>
                  </a:cubicBezTo>
                  <a:cubicBezTo>
                    <a:pt x="2158" y="90"/>
                    <a:pt x="2172" y="91"/>
                    <a:pt x="2172" y="91"/>
                  </a:cubicBezTo>
                  <a:cubicBezTo>
                    <a:pt x="2172" y="91"/>
                    <a:pt x="2238" y="97"/>
                    <a:pt x="2247" y="73"/>
                  </a:cubicBezTo>
                  <a:cubicBezTo>
                    <a:pt x="2249" y="69"/>
                    <a:pt x="2247" y="62"/>
                    <a:pt x="2247" y="62"/>
                  </a:cubicBezTo>
                  <a:cubicBezTo>
                    <a:pt x="2239" y="41"/>
                    <a:pt x="2178" y="44"/>
                    <a:pt x="2178" y="44"/>
                  </a:cubicBezTo>
                  <a:cubicBezTo>
                    <a:pt x="2178" y="44"/>
                    <a:pt x="2013" y="15"/>
                    <a:pt x="1961" y="5"/>
                  </a:cubicBezTo>
                  <a:cubicBezTo>
                    <a:pt x="1961" y="5"/>
                    <a:pt x="1941" y="1"/>
                    <a:pt x="1917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19" y="0"/>
                    <a:pt x="21" y="5"/>
                    <a:pt x="26" y="5"/>
                  </a:cubicBezTo>
                  <a:cubicBezTo>
                    <a:pt x="262" y="52"/>
                    <a:pt x="262" y="52"/>
                    <a:pt x="262" y="52"/>
                  </a:cubicBezTo>
                  <a:cubicBezTo>
                    <a:pt x="262" y="52"/>
                    <a:pt x="318" y="50"/>
                    <a:pt x="318" y="67"/>
                  </a:cubicBezTo>
                  <a:cubicBezTo>
                    <a:pt x="318" y="87"/>
                    <a:pt x="261" y="84"/>
                    <a:pt x="261" y="84"/>
                  </a:cubicBezTo>
                  <a:cubicBezTo>
                    <a:pt x="261" y="84"/>
                    <a:pt x="243" y="82"/>
                    <a:pt x="230" y="85"/>
                  </a:cubicBezTo>
                  <a:cubicBezTo>
                    <a:pt x="212" y="90"/>
                    <a:pt x="31" y="140"/>
                    <a:pt x="9" y="178"/>
                  </a:cubicBezTo>
                  <a:cubicBezTo>
                    <a:pt x="8" y="212"/>
                    <a:pt x="8" y="212"/>
                    <a:pt x="8" y="212"/>
                  </a:cubicBezTo>
                  <a:cubicBezTo>
                    <a:pt x="12" y="235"/>
                    <a:pt x="214" y="361"/>
                    <a:pt x="230" y="374"/>
                  </a:cubicBezTo>
                  <a:cubicBezTo>
                    <a:pt x="246" y="387"/>
                    <a:pt x="261" y="378"/>
                    <a:pt x="261" y="378"/>
                  </a:cubicBezTo>
                  <a:cubicBezTo>
                    <a:pt x="261" y="378"/>
                    <a:pt x="318" y="370"/>
                    <a:pt x="318" y="421"/>
                  </a:cubicBezTo>
                  <a:cubicBezTo>
                    <a:pt x="318" y="465"/>
                    <a:pt x="262" y="459"/>
                    <a:pt x="262" y="459"/>
                  </a:cubicBezTo>
                  <a:cubicBezTo>
                    <a:pt x="262" y="459"/>
                    <a:pt x="9" y="620"/>
                    <a:pt x="5" y="655"/>
                  </a:cubicBezTo>
                  <a:cubicBezTo>
                    <a:pt x="5" y="655"/>
                    <a:pt x="4" y="661"/>
                    <a:pt x="9" y="667"/>
                  </a:cubicBezTo>
                  <a:cubicBezTo>
                    <a:pt x="9" y="667"/>
                    <a:pt x="0" y="673"/>
                    <a:pt x="7" y="685"/>
                  </a:cubicBezTo>
                  <a:cubicBezTo>
                    <a:pt x="11" y="705"/>
                    <a:pt x="213" y="755"/>
                    <a:pt x="229" y="761"/>
                  </a:cubicBezTo>
                  <a:cubicBezTo>
                    <a:pt x="245" y="767"/>
                    <a:pt x="260" y="763"/>
                    <a:pt x="260" y="763"/>
                  </a:cubicBezTo>
                  <a:cubicBezTo>
                    <a:pt x="260" y="763"/>
                    <a:pt x="316" y="760"/>
                    <a:pt x="316" y="783"/>
                  </a:cubicBezTo>
                  <a:cubicBezTo>
                    <a:pt x="316" y="804"/>
                    <a:pt x="261" y="801"/>
                    <a:pt x="261" y="801"/>
                  </a:cubicBezTo>
                  <a:cubicBezTo>
                    <a:pt x="19" y="861"/>
                    <a:pt x="19" y="861"/>
                    <a:pt x="19" y="861"/>
                  </a:cubicBezTo>
                  <a:cubicBezTo>
                    <a:pt x="19" y="862"/>
                    <a:pt x="41" y="863"/>
                    <a:pt x="67" y="863"/>
                  </a:cubicBezTo>
                  <a:cubicBezTo>
                    <a:pt x="1889" y="863"/>
                    <a:pt x="1889" y="863"/>
                    <a:pt x="1889" y="863"/>
                  </a:cubicBezTo>
                  <a:cubicBezTo>
                    <a:pt x="1912" y="863"/>
                    <a:pt x="1932" y="862"/>
                    <a:pt x="1936" y="862"/>
                  </a:cubicBezTo>
                  <a:cubicBezTo>
                    <a:pt x="1938" y="862"/>
                    <a:pt x="1938" y="862"/>
                    <a:pt x="1938" y="862"/>
                  </a:cubicBezTo>
                  <a:cubicBezTo>
                    <a:pt x="1940" y="862"/>
                    <a:pt x="2177" y="811"/>
                    <a:pt x="2177" y="811"/>
                  </a:cubicBezTo>
                  <a:cubicBezTo>
                    <a:pt x="2177" y="811"/>
                    <a:pt x="2238" y="815"/>
                    <a:pt x="2246" y="788"/>
                  </a:cubicBezTo>
                  <a:cubicBezTo>
                    <a:pt x="2245" y="776"/>
                    <a:pt x="2245" y="776"/>
                    <a:pt x="2245" y="776"/>
                  </a:cubicBezTo>
                  <a:cubicBezTo>
                    <a:pt x="2236" y="747"/>
                    <a:pt x="2170" y="753"/>
                    <a:pt x="2170" y="753"/>
                  </a:cubicBezTo>
                  <a:close/>
                  <a:moveTo>
                    <a:pt x="1553" y="4"/>
                  </a:moveTo>
                  <a:cubicBezTo>
                    <a:pt x="1554" y="5"/>
                    <a:pt x="1556" y="5"/>
                    <a:pt x="1558" y="5"/>
                  </a:cubicBezTo>
                  <a:cubicBezTo>
                    <a:pt x="1799" y="52"/>
                    <a:pt x="1799" y="52"/>
                    <a:pt x="1799" y="52"/>
                  </a:cubicBezTo>
                  <a:cubicBezTo>
                    <a:pt x="1799" y="52"/>
                    <a:pt x="1843" y="51"/>
                    <a:pt x="1853" y="62"/>
                  </a:cubicBezTo>
                  <a:cubicBezTo>
                    <a:pt x="1853" y="62"/>
                    <a:pt x="1857" y="67"/>
                    <a:pt x="1853" y="73"/>
                  </a:cubicBezTo>
                  <a:cubicBezTo>
                    <a:pt x="1843" y="86"/>
                    <a:pt x="1798" y="84"/>
                    <a:pt x="1798" y="84"/>
                  </a:cubicBezTo>
                  <a:cubicBezTo>
                    <a:pt x="1798" y="84"/>
                    <a:pt x="1779" y="81"/>
                    <a:pt x="1767" y="85"/>
                  </a:cubicBezTo>
                  <a:cubicBezTo>
                    <a:pt x="1754" y="90"/>
                    <a:pt x="1592" y="121"/>
                    <a:pt x="1541" y="174"/>
                  </a:cubicBezTo>
                  <a:cubicBezTo>
                    <a:pt x="1530" y="186"/>
                    <a:pt x="1541" y="192"/>
                    <a:pt x="1537" y="198"/>
                  </a:cubicBezTo>
                  <a:cubicBezTo>
                    <a:pt x="1532" y="206"/>
                    <a:pt x="1532" y="213"/>
                    <a:pt x="1539" y="222"/>
                  </a:cubicBezTo>
                  <a:cubicBezTo>
                    <a:pt x="1584" y="278"/>
                    <a:pt x="1753" y="363"/>
                    <a:pt x="1767" y="374"/>
                  </a:cubicBezTo>
                  <a:cubicBezTo>
                    <a:pt x="1783" y="387"/>
                    <a:pt x="1798" y="378"/>
                    <a:pt x="1798" y="378"/>
                  </a:cubicBezTo>
                  <a:cubicBezTo>
                    <a:pt x="1798" y="378"/>
                    <a:pt x="1855" y="370"/>
                    <a:pt x="1855" y="421"/>
                  </a:cubicBezTo>
                  <a:cubicBezTo>
                    <a:pt x="1855" y="465"/>
                    <a:pt x="1799" y="459"/>
                    <a:pt x="1799" y="459"/>
                  </a:cubicBezTo>
                  <a:cubicBezTo>
                    <a:pt x="1799" y="459"/>
                    <a:pt x="1556" y="620"/>
                    <a:pt x="1547" y="626"/>
                  </a:cubicBezTo>
                  <a:cubicBezTo>
                    <a:pt x="1524" y="642"/>
                    <a:pt x="1520" y="649"/>
                    <a:pt x="1521" y="654"/>
                  </a:cubicBezTo>
                  <a:cubicBezTo>
                    <a:pt x="1205" y="654"/>
                    <a:pt x="1205" y="654"/>
                    <a:pt x="1205" y="654"/>
                  </a:cubicBezTo>
                  <a:cubicBezTo>
                    <a:pt x="1247" y="614"/>
                    <a:pt x="1438" y="480"/>
                    <a:pt x="1438" y="480"/>
                  </a:cubicBezTo>
                  <a:cubicBezTo>
                    <a:pt x="1438" y="480"/>
                    <a:pt x="1508" y="490"/>
                    <a:pt x="1508" y="420"/>
                  </a:cubicBezTo>
                  <a:cubicBezTo>
                    <a:pt x="1508" y="340"/>
                    <a:pt x="1432" y="356"/>
                    <a:pt x="1432" y="356"/>
                  </a:cubicBezTo>
                  <a:cubicBezTo>
                    <a:pt x="1432" y="356"/>
                    <a:pt x="1418" y="361"/>
                    <a:pt x="1406" y="351"/>
                  </a:cubicBezTo>
                  <a:cubicBezTo>
                    <a:pt x="1390" y="338"/>
                    <a:pt x="1199" y="211"/>
                    <a:pt x="1199" y="195"/>
                  </a:cubicBezTo>
                  <a:cubicBezTo>
                    <a:pt x="1199" y="179"/>
                    <a:pt x="1390" y="99"/>
                    <a:pt x="1406" y="94"/>
                  </a:cubicBezTo>
                  <a:cubicBezTo>
                    <a:pt x="1418" y="90"/>
                    <a:pt x="1432" y="91"/>
                    <a:pt x="1432" y="91"/>
                  </a:cubicBezTo>
                  <a:cubicBezTo>
                    <a:pt x="1432" y="91"/>
                    <a:pt x="1498" y="97"/>
                    <a:pt x="1507" y="73"/>
                  </a:cubicBezTo>
                  <a:cubicBezTo>
                    <a:pt x="1507" y="62"/>
                    <a:pt x="1507" y="62"/>
                    <a:pt x="1507" y="62"/>
                  </a:cubicBezTo>
                  <a:cubicBezTo>
                    <a:pt x="1499" y="41"/>
                    <a:pt x="1438" y="44"/>
                    <a:pt x="1438" y="44"/>
                  </a:cubicBezTo>
                  <a:cubicBezTo>
                    <a:pt x="1438" y="44"/>
                    <a:pt x="1303" y="17"/>
                    <a:pt x="1233" y="4"/>
                  </a:cubicBezTo>
                  <a:lnTo>
                    <a:pt x="1553" y="4"/>
                  </a:lnTo>
                  <a:close/>
                  <a:moveTo>
                    <a:pt x="635" y="754"/>
                  </a:moveTo>
                  <a:cubicBezTo>
                    <a:pt x="635" y="754"/>
                    <a:pt x="621" y="756"/>
                    <a:pt x="609" y="751"/>
                  </a:cubicBezTo>
                  <a:cubicBezTo>
                    <a:pt x="594" y="745"/>
                    <a:pt x="396" y="685"/>
                    <a:pt x="396" y="685"/>
                  </a:cubicBezTo>
                  <a:cubicBezTo>
                    <a:pt x="368" y="669"/>
                    <a:pt x="394" y="656"/>
                    <a:pt x="394" y="656"/>
                  </a:cubicBezTo>
                  <a:cubicBezTo>
                    <a:pt x="643" y="480"/>
                    <a:pt x="643" y="480"/>
                    <a:pt x="643" y="480"/>
                  </a:cubicBezTo>
                  <a:cubicBezTo>
                    <a:pt x="643" y="480"/>
                    <a:pt x="714" y="490"/>
                    <a:pt x="714" y="420"/>
                  </a:cubicBezTo>
                  <a:cubicBezTo>
                    <a:pt x="713" y="340"/>
                    <a:pt x="637" y="356"/>
                    <a:pt x="637" y="356"/>
                  </a:cubicBezTo>
                  <a:cubicBezTo>
                    <a:pt x="637" y="356"/>
                    <a:pt x="623" y="361"/>
                    <a:pt x="611" y="351"/>
                  </a:cubicBezTo>
                  <a:cubicBezTo>
                    <a:pt x="596" y="338"/>
                    <a:pt x="395" y="221"/>
                    <a:pt x="398" y="212"/>
                  </a:cubicBezTo>
                  <a:cubicBezTo>
                    <a:pt x="748" y="212"/>
                    <a:pt x="748" y="212"/>
                    <a:pt x="748" y="212"/>
                  </a:cubicBezTo>
                  <a:cubicBezTo>
                    <a:pt x="752" y="235"/>
                    <a:pt x="954" y="361"/>
                    <a:pt x="970" y="374"/>
                  </a:cubicBezTo>
                  <a:cubicBezTo>
                    <a:pt x="986" y="387"/>
                    <a:pt x="1001" y="378"/>
                    <a:pt x="1001" y="378"/>
                  </a:cubicBezTo>
                  <a:cubicBezTo>
                    <a:pt x="1001" y="378"/>
                    <a:pt x="1058" y="370"/>
                    <a:pt x="1058" y="421"/>
                  </a:cubicBezTo>
                  <a:cubicBezTo>
                    <a:pt x="1058" y="465"/>
                    <a:pt x="1002" y="459"/>
                    <a:pt x="1002" y="459"/>
                  </a:cubicBezTo>
                  <a:cubicBezTo>
                    <a:pt x="1002" y="459"/>
                    <a:pt x="751" y="622"/>
                    <a:pt x="745" y="655"/>
                  </a:cubicBezTo>
                  <a:cubicBezTo>
                    <a:pt x="745" y="655"/>
                    <a:pt x="743" y="662"/>
                    <a:pt x="742" y="669"/>
                  </a:cubicBezTo>
                  <a:cubicBezTo>
                    <a:pt x="742" y="675"/>
                    <a:pt x="744" y="680"/>
                    <a:pt x="747" y="685"/>
                  </a:cubicBezTo>
                  <a:cubicBezTo>
                    <a:pt x="754" y="706"/>
                    <a:pt x="953" y="755"/>
                    <a:pt x="969" y="761"/>
                  </a:cubicBezTo>
                  <a:cubicBezTo>
                    <a:pt x="985" y="767"/>
                    <a:pt x="1000" y="763"/>
                    <a:pt x="1000" y="763"/>
                  </a:cubicBezTo>
                  <a:cubicBezTo>
                    <a:pt x="1000" y="763"/>
                    <a:pt x="1056" y="760"/>
                    <a:pt x="1056" y="783"/>
                  </a:cubicBezTo>
                  <a:cubicBezTo>
                    <a:pt x="1056" y="804"/>
                    <a:pt x="1001" y="801"/>
                    <a:pt x="1001" y="801"/>
                  </a:cubicBezTo>
                  <a:cubicBezTo>
                    <a:pt x="763" y="857"/>
                    <a:pt x="763" y="857"/>
                    <a:pt x="763" y="857"/>
                  </a:cubicBezTo>
                  <a:cubicBezTo>
                    <a:pt x="445" y="857"/>
                    <a:pt x="445" y="857"/>
                    <a:pt x="445" y="857"/>
                  </a:cubicBezTo>
                  <a:cubicBezTo>
                    <a:pt x="642" y="811"/>
                    <a:pt x="642" y="811"/>
                    <a:pt x="642" y="811"/>
                  </a:cubicBezTo>
                  <a:cubicBezTo>
                    <a:pt x="642" y="811"/>
                    <a:pt x="712" y="816"/>
                    <a:pt x="712" y="783"/>
                  </a:cubicBezTo>
                  <a:cubicBezTo>
                    <a:pt x="711" y="746"/>
                    <a:pt x="635" y="754"/>
                    <a:pt x="635" y="754"/>
                  </a:cubicBezTo>
                  <a:close/>
                  <a:moveTo>
                    <a:pt x="1011" y="811"/>
                  </a:moveTo>
                  <a:cubicBezTo>
                    <a:pt x="1011" y="811"/>
                    <a:pt x="1073" y="815"/>
                    <a:pt x="1080" y="788"/>
                  </a:cubicBezTo>
                  <a:cubicBezTo>
                    <a:pt x="1080" y="776"/>
                    <a:pt x="1080" y="776"/>
                    <a:pt x="1080" y="776"/>
                  </a:cubicBezTo>
                  <a:cubicBezTo>
                    <a:pt x="1070" y="747"/>
                    <a:pt x="1004" y="753"/>
                    <a:pt x="1004" y="753"/>
                  </a:cubicBezTo>
                  <a:cubicBezTo>
                    <a:pt x="1004" y="753"/>
                    <a:pt x="991" y="755"/>
                    <a:pt x="979" y="751"/>
                  </a:cubicBezTo>
                  <a:cubicBezTo>
                    <a:pt x="966" y="746"/>
                    <a:pt x="833" y="722"/>
                    <a:pt x="787" y="682"/>
                  </a:cubicBezTo>
                  <a:cubicBezTo>
                    <a:pt x="1171" y="682"/>
                    <a:pt x="1171" y="682"/>
                    <a:pt x="1171" y="682"/>
                  </a:cubicBezTo>
                  <a:cubicBezTo>
                    <a:pt x="1171" y="683"/>
                    <a:pt x="1172" y="684"/>
                    <a:pt x="1172" y="685"/>
                  </a:cubicBezTo>
                  <a:cubicBezTo>
                    <a:pt x="1177" y="705"/>
                    <a:pt x="1378" y="755"/>
                    <a:pt x="1394" y="761"/>
                  </a:cubicBezTo>
                  <a:cubicBezTo>
                    <a:pt x="1410" y="767"/>
                    <a:pt x="1425" y="763"/>
                    <a:pt x="1425" y="763"/>
                  </a:cubicBezTo>
                  <a:cubicBezTo>
                    <a:pt x="1425" y="763"/>
                    <a:pt x="1482" y="760"/>
                    <a:pt x="1482" y="783"/>
                  </a:cubicBezTo>
                  <a:cubicBezTo>
                    <a:pt x="1482" y="804"/>
                    <a:pt x="1426" y="801"/>
                    <a:pt x="1426" y="801"/>
                  </a:cubicBezTo>
                  <a:cubicBezTo>
                    <a:pt x="1189" y="857"/>
                    <a:pt x="1189" y="857"/>
                    <a:pt x="1189" y="857"/>
                  </a:cubicBezTo>
                  <a:cubicBezTo>
                    <a:pt x="1185" y="857"/>
                    <a:pt x="807" y="858"/>
                    <a:pt x="807" y="858"/>
                  </a:cubicBezTo>
                  <a:cubicBezTo>
                    <a:pt x="870" y="843"/>
                    <a:pt x="1011" y="811"/>
                    <a:pt x="1011" y="811"/>
                  </a:cubicBezTo>
                  <a:close/>
                  <a:moveTo>
                    <a:pt x="1238" y="857"/>
                  </a:moveTo>
                  <a:cubicBezTo>
                    <a:pt x="1304" y="842"/>
                    <a:pt x="1437" y="811"/>
                    <a:pt x="1437" y="811"/>
                  </a:cubicBezTo>
                  <a:cubicBezTo>
                    <a:pt x="1437" y="811"/>
                    <a:pt x="1500" y="815"/>
                    <a:pt x="1506" y="787"/>
                  </a:cubicBezTo>
                  <a:cubicBezTo>
                    <a:pt x="1505" y="774"/>
                    <a:pt x="1505" y="774"/>
                    <a:pt x="1505" y="774"/>
                  </a:cubicBezTo>
                  <a:cubicBezTo>
                    <a:pt x="1494" y="747"/>
                    <a:pt x="1430" y="753"/>
                    <a:pt x="1430" y="753"/>
                  </a:cubicBezTo>
                  <a:cubicBezTo>
                    <a:pt x="1430" y="753"/>
                    <a:pt x="1416" y="755"/>
                    <a:pt x="1404" y="751"/>
                  </a:cubicBezTo>
                  <a:cubicBezTo>
                    <a:pt x="1391" y="746"/>
                    <a:pt x="1259" y="722"/>
                    <a:pt x="1213" y="682"/>
                  </a:cubicBezTo>
                  <a:cubicBezTo>
                    <a:pt x="1520" y="682"/>
                    <a:pt x="1520" y="682"/>
                    <a:pt x="1520" y="682"/>
                  </a:cubicBezTo>
                  <a:cubicBezTo>
                    <a:pt x="1521" y="688"/>
                    <a:pt x="1528" y="693"/>
                    <a:pt x="1553" y="700"/>
                  </a:cubicBezTo>
                  <a:cubicBezTo>
                    <a:pt x="1624" y="723"/>
                    <a:pt x="1753" y="757"/>
                    <a:pt x="1765" y="762"/>
                  </a:cubicBezTo>
                  <a:cubicBezTo>
                    <a:pt x="1781" y="768"/>
                    <a:pt x="1796" y="764"/>
                    <a:pt x="1796" y="764"/>
                  </a:cubicBezTo>
                  <a:cubicBezTo>
                    <a:pt x="1796" y="764"/>
                    <a:pt x="1836" y="761"/>
                    <a:pt x="1849" y="774"/>
                  </a:cubicBezTo>
                  <a:cubicBezTo>
                    <a:pt x="1852" y="787"/>
                    <a:pt x="1852" y="787"/>
                    <a:pt x="1852" y="787"/>
                  </a:cubicBezTo>
                  <a:cubicBezTo>
                    <a:pt x="1846" y="804"/>
                    <a:pt x="1797" y="802"/>
                    <a:pt x="1797" y="802"/>
                  </a:cubicBezTo>
                  <a:cubicBezTo>
                    <a:pt x="1561" y="857"/>
                    <a:pt x="1561" y="857"/>
                    <a:pt x="1561" y="857"/>
                  </a:cubicBezTo>
                  <a:lnTo>
                    <a:pt x="1238" y="857"/>
                  </a:lnTo>
                  <a:close/>
                  <a:moveTo>
                    <a:pt x="1192" y="4"/>
                  </a:moveTo>
                  <a:cubicBezTo>
                    <a:pt x="1428" y="52"/>
                    <a:pt x="1428" y="52"/>
                    <a:pt x="1428" y="52"/>
                  </a:cubicBezTo>
                  <a:cubicBezTo>
                    <a:pt x="1428" y="52"/>
                    <a:pt x="1484" y="50"/>
                    <a:pt x="1484" y="67"/>
                  </a:cubicBezTo>
                  <a:cubicBezTo>
                    <a:pt x="1484" y="87"/>
                    <a:pt x="1427" y="84"/>
                    <a:pt x="1427" y="84"/>
                  </a:cubicBezTo>
                  <a:cubicBezTo>
                    <a:pt x="1427" y="84"/>
                    <a:pt x="1409" y="82"/>
                    <a:pt x="1396" y="85"/>
                  </a:cubicBezTo>
                  <a:cubicBezTo>
                    <a:pt x="1378" y="90"/>
                    <a:pt x="1176" y="151"/>
                    <a:pt x="1175" y="178"/>
                  </a:cubicBezTo>
                  <a:cubicBezTo>
                    <a:pt x="1174" y="188"/>
                    <a:pt x="1177" y="195"/>
                    <a:pt x="1177" y="195"/>
                  </a:cubicBezTo>
                  <a:cubicBezTo>
                    <a:pt x="1177" y="195"/>
                    <a:pt x="1171" y="201"/>
                    <a:pt x="1173" y="212"/>
                  </a:cubicBezTo>
                  <a:cubicBezTo>
                    <a:pt x="1171" y="234"/>
                    <a:pt x="1380" y="361"/>
                    <a:pt x="1396" y="374"/>
                  </a:cubicBezTo>
                  <a:cubicBezTo>
                    <a:pt x="1412" y="387"/>
                    <a:pt x="1427" y="378"/>
                    <a:pt x="1427" y="378"/>
                  </a:cubicBezTo>
                  <a:cubicBezTo>
                    <a:pt x="1427" y="378"/>
                    <a:pt x="1484" y="370"/>
                    <a:pt x="1484" y="421"/>
                  </a:cubicBezTo>
                  <a:cubicBezTo>
                    <a:pt x="1484" y="465"/>
                    <a:pt x="1428" y="459"/>
                    <a:pt x="1428" y="459"/>
                  </a:cubicBezTo>
                  <a:cubicBezTo>
                    <a:pt x="1428" y="459"/>
                    <a:pt x="1178" y="619"/>
                    <a:pt x="1171" y="654"/>
                  </a:cubicBezTo>
                  <a:cubicBezTo>
                    <a:pt x="779" y="654"/>
                    <a:pt x="779" y="654"/>
                    <a:pt x="779" y="654"/>
                  </a:cubicBezTo>
                  <a:cubicBezTo>
                    <a:pt x="821" y="614"/>
                    <a:pt x="1012" y="480"/>
                    <a:pt x="1012" y="480"/>
                  </a:cubicBezTo>
                  <a:cubicBezTo>
                    <a:pt x="1012" y="480"/>
                    <a:pt x="1083" y="490"/>
                    <a:pt x="1082" y="420"/>
                  </a:cubicBezTo>
                  <a:cubicBezTo>
                    <a:pt x="1082" y="340"/>
                    <a:pt x="1006" y="356"/>
                    <a:pt x="1006" y="356"/>
                  </a:cubicBezTo>
                  <a:cubicBezTo>
                    <a:pt x="1006" y="356"/>
                    <a:pt x="992" y="361"/>
                    <a:pt x="980" y="351"/>
                  </a:cubicBezTo>
                  <a:cubicBezTo>
                    <a:pt x="964" y="338"/>
                    <a:pt x="773" y="211"/>
                    <a:pt x="773" y="195"/>
                  </a:cubicBezTo>
                  <a:cubicBezTo>
                    <a:pt x="773" y="179"/>
                    <a:pt x="964" y="99"/>
                    <a:pt x="980" y="94"/>
                  </a:cubicBezTo>
                  <a:cubicBezTo>
                    <a:pt x="992" y="90"/>
                    <a:pt x="1006" y="91"/>
                    <a:pt x="1006" y="91"/>
                  </a:cubicBezTo>
                  <a:cubicBezTo>
                    <a:pt x="1006" y="91"/>
                    <a:pt x="1072" y="97"/>
                    <a:pt x="1081" y="73"/>
                  </a:cubicBezTo>
                  <a:cubicBezTo>
                    <a:pt x="1084" y="69"/>
                    <a:pt x="1081" y="62"/>
                    <a:pt x="1081" y="62"/>
                  </a:cubicBezTo>
                  <a:cubicBezTo>
                    <a:pt x="1073" y="41"/>
                    <a:pt x="1012" y="44"/>
                    <a:pt x="1012" y="44"/>
                  </a:cubicBezTo>
                  <a:cubicBezTo>
                    <a:pt x="1012" y="44"/>
                    <a:pt x="878" y="17"/>
                    <a:pt x="813" y="4"/>
                  </a:cubicBezTo>
                  <a:lnTo>
                    <a:pt x="1192" y="4"/>
                  </a:lnTo>
                  <a:close/>
                  <a:moveTo>
                    <a:pt x="761" y="5"/>
                  </a:moveTo>
                  <a:cubicBezTo>
                    <a:pt x="1002" y="52"/>
                    <a:pt x="1002" y="52"/>
                    <a:pt x="1002" y="52"/>
                  </a:cubicBezTo>
                  <a:cubicBezTo>
                    <a:pt x="1002" y="52"/>
                    <a:pt x="1058" y="50"/>
                    <a:pt x="1058" y="67"/>
                  </a:cubicBezTo>
                  <a:cubicBezTo>
                    <a:pt x="1058" y="87"/>
                    <a:pt x="1001" y="84"/>
                    <a:pt x="1001" y="84"/>
                  </a:cubicBezTo>
                  <a:cubicBezTo>
                    <a:pt x="1001" y="84"/>
                    <a:pt x="983" y="82"/>
                    <a:pt x="970" y="85"/>
                  </a:cubicBezTo>
                  <a:cubicBezTo>
                    <a:pt x="951" y="90"/>
                    <a:pt x="752" y="151"/>
                    <a:pt x="747" y="183"/>
                  </a:cubicBezTo>
                  <a:cubicBezTo>
                    <a:pt x="399" y="183"/>
                    <a:pt x="399" y="183"/>
                    <a:pt x="399" y="183"/>
                  </a:cubicBezTo>
                  <a:cubicBezTo>
                    <a:pt x="395" y="173"/>
                    <a:pt x="596" y="99"/>
                    <a:pt x="611" y="94"/>
                  </a:cubicBezTo>
                  <a:cubicBezTo>
                    <a:pt x="623" y="90"/>
                    <a:pt x="637" y="91"/>
                    <a:pt x="637" y="91"/>
                  </a:cubicBezTo>
                  <a:cubicBezTo>
                    <a:pt x="637" y="91"/>
                    <a:pt x="713" y="98"/>
                    <a:pt x="713" y="67"/>
                  </a:cubicBezTo>
                  <a:cubicBezTo>
                    <a:pt x="714" y="40"/>
                    <a:pt x="643" y="44"/>
                    <a:pt x="643" y="44"/>
                  </a:cubicBezTo>
                  <a:cubicBezTo>
                    <a:pt x="442" y="6"/>
                    <a:pt x="442" y="6"/>
                    <a:pt x="442" y="6"/>
                  </a:cubicBezTo>
                  <a:lnTo>
                    <a:pt x="761" y="5"/>
                  </a:lnTo>
                  <a:close/>
                  <a:moveTo>
                    <a:pt x="240" y="94"/>
                  </a:moveTo>
                  <a:cubicBezTo>
                    <a:pt x="252" y="90"/>
                    <a:pt x="266" y="91"/>
                    <a:pt x="266" y="91"/>
                  </a:cubicBezTo>
                  <a:cubicBezTo>
                    <a:pt x="266" y="91"/>
                    <a:pt x="332" y="97"/>
                    <a:pt x="341" y="73"/>
                  </a:cubicBezTo>
                  <a:cubicBezTo>
                    <a:pt x="341" y="62"/>
                    <a:pt x="341" y="62"/>
                    <a:pt x="341" y="62"/>
                  </a:cubicBezTo>
                  <a:cubicBezTo>
                    <a:pt x="333" y="41"/>
                    <a:pt x="272" y="44"/>
                    <a:pt x="272" y="44"/>
                  </a:cubicBezTo>
                  <a:cubicBezTo>
                    <a:pt x="272" y="44"/>
                    <a:pt x="147" y="19"/>
                    <a:pt x="75" y="6"/>
                  </a:cubicBezTo>
                  <a:cubicBezTo>
                    <a:pt x="395" y="6"/>
                    <a:pt x="395" y="6"/>
                    <a:pt x="395" y="6"/>
                  </a:cubicBezTo>
                  <a:cubicBezTo>
                    <a:pt x="633" y="52"/>
                    <a:pt x="633" y="52"/>
                    <a:pt x="633" y="52"/>
                  </a:cubicBezTo>
                  <a:cubicBezTo>
                    <a:pt x="633" y="52"/>
                    <a:pt x="677" y="51"/>
                    <a:pt x="687" y="62"/>
                  </a:cubicBezTo>
                  <a:cubicBezTo>
                    <a:pt x="687" y="62"/>
                    <a:pt x="691" y="67"/>
                    <a:pt x="687" y="73"/>
                  </a:cubicBezTo>
                  <a:cubicBezTo>
                    <a:pt x="677" y="86"/>
                    <a:pt x="632" y="84"/>
                    <a:pt x="632" y="84"/>
                  </a:cubicBezTo>
                  <a:cubicBezTo>
                    <a:pt x="632" y="84"/>
                    <a:pt x="613" y="81"/>
                    <a:pt x="601" y="85"/>
                  </a:cubicBezTo>
                  <a:cubicBezTo>
                    <a:pt x="587" y="90"/>
                    <a:pt x="402" y="129"/>
                    <a:pt x="368" y="184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79" y="149"/>
                    <a:pt x="226" y="98"/>
                    <a:pt x="240" y="94"/>
                  </a:cubicBezTo>
                  <a:close/>
                  <a:moveTo>
                    <a:pt x="271" y="811"/>
                  </a:moveTo>
                  <a:cubicBezTo>
                    <a:pt x="271" y="811"/>
                    <a:pt x="334" y="815"/>
                    <a:pt x="340" y="787"/>
                  </a:cubicBezTo>
                  <a:cubicBezTo>
                    <a:pt x="339" y="774"/>
                    <a:pt x="339" y="774"/>
                    <a:pt x="339" y="774"/>
                  </a:cubicBezTo>
                  <a:cubicBezTo>
                    <a:pt x="328" y="747"/>
                    <a:pt x="264" y="753"/>
                    <a:pt x="264" y="753"/>
                  </a:cubicBezTo>
                  <a:cubicBezTo>
                    <a:pt x="264" y="753"/>
                    <a:pt x="251" y="755"/>
                    <a:pt x="239" y="751"/>
                  </a:cubicBezTo>
                  <a:cubicBezTo>
                    <a:pt x="223" y="744"/>
                    <a:pt x="31" y="681"/>
                    <a:pt x="31" y="665"/>
                  </a:cubicBezTo>
                  <a:cubicBezTo>
                    <a:pt x="31" y="649"/>
                    <a:pt x="272" y="480"/>
                    <a:pt x="272" y="480"/>
                  </a:cubicBezTo>
                  <a:cubicBezTo>
                    <a:pt x="272" y="480"/>
                    <a:pt x="343" y="490"/>
                    <a:pt x="342" y="420"/>
                  </a:cubicBezTo>
                  <a:cubicBezTo>
                    <a:pt x="342" y="340"/>
                    <a:pt x="266" y="356"/>
                    <a:pt x="266" y="356"/>
                  </a:cubicBezTo>
                  <a:cubicBezTo>
                    <a:pt x="266" y="356"/>
                    <a:pt x="252" y="361"/>
                    <a:pt x="240" y="351"/>
                  </a:cubicBezTo>
                  <a:cubicBezTo>
                    <a:pt x="227" y="340"/>
                    <a:pt x="94" y="251"/>
                    <a:pt x="48" y="212"/>
                  </a:cubicBezTo>
                  <a:cubicBezTo>
                    <a:pt x="367" y="212"/>
                    <a:pt x="367" y="212"/>
                    <a:pt x="367" y="212"/>
                  </a:cubicBezTo>
                  <a:cubicBezTo>
                    <a:pt x="396" y="267"/>
                    <a:pt x="587" y="362"/>
                    <a:pt x="601" y="374"/>
                  </a:cubicBezTo>
                  <a:cubicBezTo>
                    <a:pt x="617" y="387"/>
                    <a:pt x="632" y="378"/>
                    <a:pt x="632" y="378"/>
                  </a:cubicBezTo>
                  <a:cubicBezTo>
                    <a:pt x="632" y="378"/>
                    <a:pt x="689" y="370"/>
                    <a:pt x="689" y="421"/>
                  </a:cubicBezTo>
                  <a:cubicBezTo>
                    <a:pt x="689" y="465"/>
                    <a:pt x="633" y="459"/>
                    <a:pt x="633" y="459"/>
                  </a:cubicBezTo>
                  <a:cubicBezTo>
                    <a:pt x="633" y="459"/>
                    <a:pt x="390" y="620"/>
                    <a:pt x="381" y="626"/>
                  </a:cubicBezTo>
                  <a:cubicBezTo>
                    <a:pt x="343" y="652"/>
                    <a:pt x="357" y="655"/>
                    <a:pt x="358" y="666"/>
                  </a:cubicBezTo>
                  <a:cubicBezTo>
                    <a:pt x="359" y="680"/>
                    <a:pt x="336" y="684"/>
                    <a:pt x="387" y="700"/>
                  </a:cubicBezTo>
                  <a:cubicBezTo>
                    <a:pt x="458" y="723"/>
                    <a:pt x="587" y="757"/>
                    <a:pt x="599" y="762"/>
                  </a:cubicBezTo>
                  <a:cubicBezTo>
                    <a:pt x="615" y="768"/>
                    <a:pt x="630" y="764"/>
                    <a:pt x="630" y="764"/>
                  </a:cubicBezTo>
                  <a:cubicBezTo>
                    <a:pt x="630" y="764"/>
                    <a:pt x="670" y="761"/>
                    <a:pt x="683" y="774"/>
                  </a:cubicBezTo>
                  <a:cubicBezTo>
                    <a:pt x="687" y="787"/>
                    <a:pt x="687" y="787"/>
                    <a:pt x="687" y="787"/>
                  </a:cubicBezTo>
                  <a:cubicBezTo>
                    <a:pt x="681" y="804"/>
                    <a:pt x="631" y="802"/>
                    <a:pt x="631" y="802"/>
                  </a:cubicBezTo>
                  <a:cubicBezTo>
                    <a:pt x="396" y="857"/>
                    <a:pt x="396" y="857"/>
                    <a:pt x="396" y="857"/>
                  </a:cubicBezTo>
                  <a:cubicBezTo>
                    <a:pt x="72" y="857"/>
                    <a:pt x="72" y="857"/>
                    <a:pt x="72" y="857"/>
                  </a:cubicBezTo>
                  <a:cubicBezTo>
                    <a:pt x="138" y="842"/>
                    <a:pt x="271" y="811"/>
                    <a:pt x="271" y="811"/>
                  </a:cubicBezTo>
                  <a:close/>
                  <a:moveTo>
                    <a:pt x="2166" y="801"/>
                  </a:moveTo>
                  <a:cubicBezTo>
                    <a:pt x="1928" y="857"/>
                    <a:pt x="1928" y="857"/>
                    <a:pt x="1928" y="857"/>
                  </a:cubicBezTo>
                  <a:cubicBezTo>
                    <a:pt x="1611" y="857"/>
                    <a:pt x="1611" y="857"/>
                    <a:pt x="1611" y="857"/>
                  </a:cubicBezTo>
                  <a:cubicBezTo>
                    <a:pt x="1807" y="811"/>
                    <a:pt x="1807" y="811"/>
                    <a:pt x="1807" y="811"/>
                  </a:cubicBezTo>
                  <a:cubicBezTo>
                    <a:pt x="1807" y="811"/>
                    <a:pt x="1878" y="816"/>
                    <a:pt x="1877" y="783"/>
                  </a:cubicBezTo>
                  <a:cubicBezTo>
                    <a:pt x="1877" y="746"/>
                    <a:pt x="1801" y="754"/>
                    <a:pt x="1801" y="754"/>
                  </a:cubicBezTo>
                  <a:cubicBezTo>
                    <a:pt x="1801" y="754"/>
                    <a:pt x="1787" y="756"/>
                    <a:pt x="1775" y="751"/>
                  </a:cubicBezTo>
                  <a:cubicBezTo>
                    <a:pt x="1760" y="745"/>
                    <a:pt x="1562" y="685"/>
                    <a:pt x="1562" y="685"/>
                  </a:cubicBezTo>
                  <a:cubicBezTo>
                    <a:pt x="1534" y="669"/>
                    <a:pt x="1560" y="656"/>
                    <a:pt x="1560" y="656"/>
                  </a:cubicBezTo>
                  <a:cubicBezTo>
                    <a:pt x="1809" y="480"/>
                    <a:pt x="1809" y="480"/>
                    <a:pt x="1809" y="480"/>
                  </a:cubicBezTo>
                  <a:cubicBezTo>
                    <a:pt x="1809" y="480"/>
                    <a:pt x="1880" y="490"/>
                    <a:pt x="1879" y="420"/>
                  </a:cubicBezTo>
                  <a:cubicBezTo>
                    <a:pt x="1879" y="340"/>
                    <a:pt x="1803" y="356"/>
                    <a:pt x="1803" y="356"/>
                  </a:cubicBezTo>
                  <a:cubicBezTo>
                    <a:pt x="1803" y="356"/>
                    <a:pt x="1789" y="361"/>
                    <a:pt x="1777" y="351"/>
                  </a:cubicBezTo>
                  <a:cubicBezTo>
                    <a:pt x="1761" y="338"/>
                    <a:pt x="1564" y="218"/>
                    <a:pt x="1563" y="212"/>
                  </a:cubicBezTo>
                  <a:cubicBezTo>
                    <a:pt x="1552" y="196"/>
                    <a:pt x="1564" y="183"/>
                    <a:pt x="1564" y="183"/>
                  </a:cubicBezTo>
                  <a:cubicBezTo>
                    <a:pt x="1566" y="174"/>
                    <a:pt x="1761" y="99"/>
                    <a:pt x="1777" y="94"/>
                  </a:cubicBezTo>
                  <a:cubicBezTo>
                    <a:pt x="1789" y="90"/>
                    <a:pt x="1803" y="91"/>
                    <a:pt x="1803" y="91"/>
                  </a:cubicBezTo>
                  <a:cubicBezTo>
                    <a:pt x="1803" y="91"/>
                    <a:pt x="1879" y="98"/>
                    <a:pt x="1879" y="67"/>
                  </a:cubicBezTo>
                  <a:cubicBezTo>
                    <a:pt x="1880" y="40"/>
                    <a:pt x="1809" y="44"/>
                    <a:pt x="1809" y="44"/>
                  </a:cubicBezTo>
                  <a:cubicBezTo>
                    <a:pt x="1606" y="5"/>
                    <a:pt x="1606" y="5"/>
                    <a:pt x="1606" y="5"/>
                  </a:cubicBezTo>
                  <a:cubicBezTo>
                    <a:pt x="1927" y="5"/>
                    <a:pt x="1927" y="5"/>
                    <a:pt x="1927" y="5"/>
                  </a:cubicBezTo>
                  <a:cubicBezTo>
                    <a:pt x="2168" y="52"/>
                    <a:pt x="2168" y="52"/>
                    <a:pt x="2168" y="52"/>
                  </a:cubicBezTo>
                  <a:cubicBezTo>
                    <a:pt x="2168" y="52"/>
                    <a:pt x="2224" y="50"/>
                    <a:pt x="2224" y="67"/>
                  </a:cubicBezTo>
                  <a:cubicBezTo>
                    <a:pt x="2224" y="87"/>
                    <a:pt x="2167" y="84"/>
                    <a:pt x="2167" y="84"/>
                  </a:cubicBezTo>
                  <a:cubicBezTo>
                    <a:pt x="2167" y="84"/>
                    <a:pt x="2149" y="82"/>
                    <a:pt x="2136" y="85"/>
                  </a:cubicBezTo>
                  <a:cubicBezTo>
                    <a:pt x="2117" y="90"/>
                    <a:pt x="1917" y="149"/>
                    <a:pt x="1912" y="181"/>
                  </a:cubicBezTo>
                  <a:cubicBezTo>
                    <a:pt x="1912" y="181"/>
                    <a:pt x="1912" y="185"/>
                    <a:pt x="1914" y="195"/>
                  </a:cubicBezTo>
                  <a:cubicBezTo>
                    <a:pt x="1913" y="200"/>
                    <a:pt x="1908" y="203"/>
                    <a:pt x="1913" y="212"/>
                  </a:cubicBezTo>
                  <a:cubicBezTo>
                    <a:pt x="1923" y="235"/>
                    <a:pt x="2120" y="361"/>
                    <a:pt x="2136" y="374"/>
                  </a:cubicBezTo>
                  <a:cubicBezTo>
                    <a:pt x="2152" y="387"/>
                    <a:pt x="2167" y="378"/>
                    <a:pt x="2167" y="378"/>
                  </a:cubicBezTo>
                  <a:cubicBezTo>
                    <a:pt x="2167" y="378"/>
                    <a:pt x="2224" y="370"/>
                    <a:pt x="2224" y="421"/>
                  </a:cubicBezTo>
                  <a:cubicBezTo>
                    <a:pt x="2224" y="465"/>
                    <a:pt x="2168" y="459"/>
                    <a:pt x="2168" y="459"/>
                  </a:cubicBezTo>
                  <a:cubicBezTo>
                    <a:pt x="2168" y="459"/>
                    <a:pt x="1915" y="620"/>
                    <a:pt x="1911" y="655"/>
                  </a:cubicBezTo>
                  <a:cubicBezTo>
                    <a:pt x="1911" y="655"/>
                    <a:pt x="1909" y="664"/>
                    <a:pt x="1914" y="668"/>
                  </a:cubicBezTo>
                  <a:cubicBezTo>
                    <a:pt x="1914" y="668"/>
                    <a:pt x="1906" y="674"/>
                    <a:pt x="1912" y="685"/>
                  </a:cubicBezTo>
                  <a:cubicBezTo>
                    <a:pt x="1920" y="706"/>
                    <a:pt x="2118" y="755"/>
                    <a:pt x="2134" y="761"/>
                  </a:cubicBezTo>
                  <a:cubicBezTo>
                    <a:pt x="2150" y="767"/>
                    <a:pt x="2165" y="763"/>
                    <a:pt x="2165" y="763"/>
                  </a:cubicBezTo>
                  <a:cubicBezTo>
                    <a:pt x="2165" y="763"/>
                    <a:pt x="2222" y="760"/>
                    <a:pt x="2222" y="783"/>
                  </a:cubicBezTo>
                  <a:cubicBezTo>
                    <a:pt x="2222" y="804"/>
                    <a:pt x="2166" y="801"/>
                    <a:pt x="2166" y="801"/>
                  </a:cubicBezTo>
                  <a:close/>
                </a:path>
              </a:pathLst>
            </a:custGeom>
            <a:solidFill>
              <a:srgbClr val="D3CFD1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7" name="Freeform 54">
              <a:extLst>
                <a:ext uri="{FF2B5EF4-FFF2-40B4-BE49-F238E27FC236}">
                  <a16:creationId xmlns:a16="http://schemas.microsoft.com/office/drawing/2014/main" id="{5604B2F4-EC0A-4054-B1C5-7BE27FB1B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676"/>
              <a:ext cx="634" cy="7"/>
            </a:xfrm>
            <a:custGeom>
              <a:avLst/>
              <a:gdLst>
                <a:gd name="T0" fmla="*/ 0 w 634"/>
                <a:gd name="T1" fmla="*/ 0 h 7"/>
                <a:gd name="T2" fmla="*/ 634 w 634"/>
                <a:gd name="T3" fmla="*/ 0 h 7"/>
                <a:gd name="T4" fmla="*/ 634 w 634"/>
                <a:gd name="T5" fmla="*/ 7 h 7"/>
                <a:gd name="T6" fmla="*/ 0 w 63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4" h="7">
                  <a:moveTo>
                    <a:pt x="0" y="0"/>
                  </a:moveTo>
                  <a:lnTo>
                    <a:pt x="634" y="0"/>
                  </a:lnTo>
                  <a:lnTo>
                    <a:pt x="63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8" name="Freeform 55">
              <a:extLst>
                <a:ext uri="{FF2B5EF4-FFF2-40B4-BE49-F238E27FC236}">
                  <a16:creationId xmlns:a16="http://schemas.microsoft.com/office/drawing/2014/main" id="{38739E31-D14C-4642-9B7C-7FB5B28BF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111"/>
              <a:ext cx="669" cy="8"/>
            </a:xfrm>
            <a:custGeom>
              <a:avLst/>
              <a:gdLst>
                <a:gd name="T0" fmla="*/ 0 w 669"/>
                <a:gd name="T1" fmla="*/ 0 h 8"/>
                <a:gd name="T2" fmla="*/ 669 w 669"/>
                <a:gd name="T3" fmla="*/ 0 h 8"/>
                <a:gd name="T4" fmla="*/ 668 w 669"/>
                <a:gd name="T5" fmla="*/ 8 h 8"/>
                <a:gd name="T6" fmla="*/ 0 w 66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9" h="8">
                  <a:moveTo>
                    <a:pt x="0" y="0"/>
                  </a:moveTo>
                  <a:lnTo>
                    <a:pt x="669" y="0"/>
                  </a:lnTo>
                  <a:lnTo>
                    <a:pt x="668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9" name="Freeform 56">
              <a:extLst>
                <a:ext uri="{FF2B5EF4-FFF2-40B4-BE49-F238E27FC236}">
                  <a16:creationId xmlns:a16="http://schemas.microsoft.com/office/drawing/2014/main" id="{219D3846-65FD-49B7-A034-D26AF6863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832"/>
              <a:ext cx="47" cy="56"/>
            </a:xfrm>
            <a:custGeom>
              <a:avLst/>
              <a:gdLst>
                <a:gd name="T0" fmla="*/ 0 w 51"/>
                <a:gd name="T1" fmla="*/ 1 h 61"/>
                <a:gd name="T2" fmla="*/ 40 w 51"/>
                <a:gd name="T3" fmla="*/ 47 h 61"/>
                <a:gd name="T4" fmla="*/ 0 w 51"/>
                <a:gd name="T5" fmla="*/ 1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1">
                  <a:moveTo>
                    <a:pt x="0" y="1"/>
                  </a:moveTo>
                  <a:cubicBezTo>
                    <a:pt x="0" y="1"/>
                    <a:pt x="49" y="0"/>
                    <a:pt x="51" y="61"/>
                  </a:cubicBezTo>
                  <a:cubicBezTo>
                    <a:pt x="51" y="61"/>
                    <a:pt x="42" y="1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0" name="Freeform 57">
              <a:extLst>
                <a:ext uri="{FF2B5EF4-FFF2-40B4-BE49-F238E27FC236}">
                  <a16:creationId xmlns:a16="http://schemas.microsoft.com/office/drawing/2014/main" id="{F6134E8D-0254-4103-BA8E-AE536F55D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831"/>
              <a:ext cx="46" cy="53"/>
            </a:xfrm>
            <a:custGeom>
              <a:avLst/>
              <a:gdLst>
                <a:gd name="T0" fmla="*/ 0 w 50"/>
                <a:gd name="T1" fmla="*/ 2 h 57"/>
                <a:gd name="T2" fmla="*/ 39 w 50"/>
                <a:gd name="T3" fmla="*/ 46 h 57"/>
                <a:gd name="T4" fmla="*/ 0 w 50"/>
                <a:gd name="T5" fmla="*/ 2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7">
                  <a:moveTo>
                    <a:pt x="0" y="2"/>
                  </a:moveTo>
                  <a:cubicBezTo>
                    <a:pt x="0" y="2"/>
                    <a:pt x="43" y="0"/>
                    <a:pt x="50" y="57"/>
                  </a:cubicBezTo>
                  <a:cubicBezTo>
                    <a:pt x="50" y="57"/>
                    <a:pt x="34" y="1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1" name="Freeform 58">
              <a:extLst>
                <a:ext uri="{FF2B5EF4-FFF2-40B4-BE49-F238E27FC236}">
                  <a16:creationId xmlns:a16="http://schemas.microsoft.com/office/drawing/2014/main" id="{49ABA5B7-E908-40B0-9F91-9645F40C6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830"/>
              <a:ext cx="46" cy="49"/>
            </a:xfrm>
            <a:custGeom>
              <a:avLst/>
              <a:gdLst>
                <a:gd name="T0" fmla="*/ 0 w 50"/>
                <a:gd name="T1" fmla="*/ 3 h 53"/>
                <a:gd name="T2" fmla="*/ 39 w 50"/>
                <a:gd name="T3" fmla="*/ 42 h 53"/>
                <a:gd name="T4" fmla="*/ 0 w 50"/>
                <a:gd name="T5" fmla="*/ 3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3">
                  <a:moveTo>
                    <a:pt x="0" y="3"/>
                  </a:moveTo>
                  <a:cubicBezTo>
                    <a:pt x="0" y="3"/>
                    <a:pt x="42" y="0"/>
                    <a:pt x="50" y="53"/>
                  </a:cubicBezTo>
                  <a:cubicBezTo>
                    <a:pt x="50" y="53"/>
                    <a:pt x="31" y="7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2" name="Freeform 59">
              <a:extLst>
                <a:ext uri="{FF2B5EF4-FFF2-40B4-BE49-F238E27FC236}">
                  <a16:creationId xmlns:a16="http://schemas.microsoft.com/office/drawing/2014/main" id="{FCBEED1C-08F8-494D-A1B7-9EE5C0C7C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834"/>
              <a:ext cx="38" cy="54"/>
            </a:xfrm>
            <a:custGeom>
              <a:avLst/>
              <a:gdLst>
                <a:gd name="T0" fmla="*/ 0 w 41"/>
                <a:gd name="T1" fmla="*/ 0 h 59"/>
                <a:gd name="T2" fmla="*/ 32 w 41"/>
                <a:gd name="T3" fmla="*/ 45 h 59"/>
                <a:gd name="T4" fmla="*/ 0 w 4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9">
                  <a:moveTo>
                    <a:pt x="0" y="0"/>
                  </a:moveTo>
                  <a:cubicBezTo>
                    <a:pt x="0" y="0"/>
                    <a:pt x="40" y="7"/>
                    <a:pt x="41" y="59"/>
                  </a:cubicBezTo>
                  <a:cubicBezTo>
                    <a:pt x="41" y="59"/>
                    <a:pt x="26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3" name="Freeform 60">
              <a:extLst>
                <a:ext uri="{FF2B5EF4-FFF2-40B4-BE49-F238E27FC236}">
                  <a16:creationId xmlns:a16="http://schemas.microsoft.com/office/drawing/2014/main" id="{F74403CA-0352-46B7-B676-354CC19C3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836"/>
              <a:ext cx="28" cy="54"/>
            </a:xfrm>
            <a:custGeom>
              <a:avLst/>
              <a:gdLst>
                <a:gd name="T0" fmla="*/ 0 w 31"/>
                <a:gd name="T1" fmla="*/ 0 h 58"/>
                <a:gd name="T2" fmla="*/ 23 w 31"/>
                <a:gd name="T3" fmla="*/ 47 h 58"/>
                <a:gd name="T4" fmla="*/ 0 w 3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8">
                  <a:moveTo>
                    <a:pt x="0" y="0"/>
                  </a:moveTo>
                  <a:cubicBezTo>
                    <a:pt x="0" y="0"/>
                    <a:pt x="31" y="8"/>
                    <a:pt x="31" y="58"/>
                  </a:cubicBezTo>
                  <a:cubicBezTo>
                    <a:pt x="31" y="58"/>
                    <a:pt x="21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4" name="Freeform 61">
              <a:extLst>
                <a:ext uri="{FF2B5EF4-FFF2-40B4-BE49-F238E27FC236}">
                  <a16:creationId xmlns:a16="http://schemas.microsoft.com/office/drawing/2014/main" id="{F8FFA115-CF1A-413B-B97D-D9A7C8384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837"/>
              <a:ext cx="29" cy="50"/>
            </a:xfrm>
            <a:custGeom>
              <a:avLst/>
              <a:gdLst>
                <a:gd name="T0" fmla="*/ 0 w 31"/>
                <a:gd name="T1" fmla="*/ 0 h 53"/>
                <a:gd name="T2" fmla="*/ 25 w 31"/>
                <a:gd name="T3" fmla="*/ 44 h 53"/>
                <a:gd name="T4" fmla="*/ 0 w 31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0" y="0"/>
                    <a:pt x="29" y="8"/>
                    <a:pt x="31" y="53"/>
                  </a:cubicBezTo>
                  <a:cubicBezTo>
                    <a:pt x="31" y="53"/>
                    <a:pt x="19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5" name="Freeform 62">
              <a:extLst>
                <a:ext uri="{FF2B5EF4-FFF2-40B4-BE49-F238E27FC236}">
                  <a16:creationId xmlns:a16="http://schemas.microsoft.com/office/drawing/2014/main" id="{B5BA1FA0-F01D-44AE-A855-C3BE23F2B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564"/>
              <a:ext cx="23" cy="16"/>
            </a:xfrm>
            <a:custGeom>
              <a:avLst/>
              <a:gdLst>
                <a:gd name="T0" fmla="*/ 19 w 25"/>
                <a:gd name="T1" fmla="*/ 0 h 18"/>
                <a:gd name="T2" fmla="*/ 0 w 25"/>
                <a:gd name="T3" fmla="*/ 12 h 18"/>
                <a:gd name="T4" fmla="*/ 19 w 2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25" y="0"/>
                  </a:moveTo>
                  <a:cubicBezTo>
                    <a:pt x="25" y="0"/>
                    <a:pt x="24" y="13"/>
                    <a:pt x="0" y="18"/>
                  </a:cubicBezTo>
                  <a:cubicBezTo>
                    <a:pt x="0" y="18"/>
                    <a:pt x="23" y="8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6" name="Freeform 63">
              <a:extLst>
                <a:ext uri="{FF2B5EF4-FFF2-40B4-BE49-F238E27FC236}">
                  <a16:creationId xmlns:a16="http://schemas.microsoft.com/office/drawing/2014/main" id="{2B6399B4-05C6-46C9-BDC7-6B562E98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63"/>
              <a:ext cx="37" cy="18"/>
            </a:xfrm>
            <a:custGeom>
              <a:avLst/>
              <a:gdLst>
                <a:gd name="T0" fmla="*/ 26 w 41"/>
                <a:gd name="T1" fmla="*/ 0 h 20"/>
                <a:gd name="T2" fmla="*/ 0 w 41"/>
                <a:gd name="T3" fmla="*/ 14 h 20"/>
                <a:gd name="T4" fmla="*/ 26 w 4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0">
                  <a:moveTo>
                    <a:pt x="36" y="0"/>
                  </a:moveTo>
                  <a:cubicBezTo>
                    <a:pt x="36" y="0"/>
                    <a:pt x="41" y="14"/>
                    <a:pt x="0" y="20"/>
                  </a:cubicBezTo>
                  <a:cubicBezTo>
                    <a:pt x="0" y="20"/>
                    <a:pt x="31" y="13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7" name="Freeform 64">
              <a:extLst>
                <a:ext uri="{FF2B5EF4-FFF2-40B4-BE49-F238E27FC236}">
                  <a16:creationId xmlns:a16="http://schemas.microsoft.com/office/drawing/2014/main" id="{65F1DBEB-A833-4D77-AA1D-EE346CADA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561"/>
              <a:ext cx="43" cy="20"/>
            </a:xfrm>
            <a:custGeom>
              <a:avLst/>
              <a:gdLst>
                <a:gd name="T0" fmla="*/ 32 w 46"/>
                <a:gd name="T1" fmla="*/ 0 h 22"/>
                <a:gd name="T2" fmla="*/ 0 w 46"/>
                <a:gd name="T3" fmla="*/ 16 h 22"/>
                <a:gd name="T4" fmla="*/ 32 w 4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2">
                  <a:moveTo>
                    <a:pt x="38" y="0"/>
                  </a:moveTo>
                  <a:cubicBezTo>
                    <a:pt x="38" y="0"/>
                    <a:pt x="46" y="17"/>
                    <a:pt x="0" y="22"/>
                  </a:cubicBezTo>
                  <a:cubicBezTo>
                    <a:pt x="0" y="22"/>
                    <a:pt x="34" y="17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8" name="Freeform 65">
              <a:extLst>
                <a:ext uri="{FF2B5EF4-FFF2-40B4-BE49-F238E27FC236}">
                  <a16:creationId xmlns:a16="http://schemas.microsoft.com/office/drawing/2014/main" id="{E9299ABB-D265-4094-A59A-ECDFB1E87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3224"/>
              <a:ext cx="44" cy="21"/>
            </a:xfrm>
            <a:custGeom>
              <a:avLst/>
              <a:gdLst>
                <a:gd name="T0" fmla="*/ 25 w 48"/>
                <a:gd name="T1" fmla="*/ 0 h 23"/>
                <a:gd name="T2" fmla="*/ 0 w 48"/>
                <a:gd name="T3" fmla="*/ 17 h 23"/>
                <a:gd name="T4" fmla="*/ 25 w 4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32" y="0"/>
                  </a:moveTo>
                  <a:cubicBezTo>
                    <a:pt x="32" y="0"/>
                    <a:pt x="39" y="19"/>
                    <a:pt x="0" y="23"/>
                  </a:cubicBezTo>
                  <a:cubicBezTo>
                    <a:pt x="0" y="23"/>
                    <a:pt x="48" y="22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9" name="Freeform 66">
              <a:extLst>
                <a:ext uri="{FF2B5EF4-FFF2-40B4-BE49-F238E27FC236}">
                  <a16:creationId xmlns:a16="http://schemas.microsoft.com/office/drawing/2014/main" id="{4225DFDA-0C92-4E12-90A3-852883903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225"/>
              <a:ext cx="43" cy="19"/>
            </a:xfrm>
            <a:custGeom>
              <a:avLst/>
              <a:gdLst>
                <a:gd name="T0" fmla="*/ 26 w 47"/>
                <a:gd name="T1" fmla="*/ 0 h 21"/>
                <a:gd name="T2" fmla="*/ 0 w 47"/>
                <a:gd name="T3" fmla="*/ 15 h 21"/>
                <a:gd name="T4" fmla="*/ 26 w 4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">
                  <a:moveTo>
                    <a:pt x="34" y="0"/>
                  </a:moveTo>
                  <a:cubicBezTo>
                    <a:pt x="34" y="0"/>
                    <a:pt x="37" y="18"/>
                    <a:pt x="0" y="21"/>
                  </a:cubicBezTo>
                  <a:cubicBezTo>
                    <a:pt x="0" y="21"/>
                    <a:pt x="47" y="21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0" name="Freeform 67">
              <a:extLst>
                <a:ext uri="{FF2B5EF4-FFF2-40B4-BE49-F238E27FC236}">
                  <a16:creationId xmlns:a16="http://schemas.microsoft.com/office/drawing/2014/main" id="{CC63335E-FA4D-44F7-AF30-6E0FAAE2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3228"/>
              <a:ext cx="45" cy="22"/>
            </a:xfrm>
            <a:custGeom>
              <a:avLst/>
              <a:gdLst>
                <a:gd name="T0" fmla="*/ 33 w 49"/>
                <a:gd name="T1" fmla="*/ 0 h 24"/>
                <a:gd name="T2" fmla="*/ 0 w 49"/>
                <a:gd name="T3" fmla="*/ 16 h 24"/>
                <a:gd name="T4" fmla="*/ 33 w 49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4">
                  <a:moveTo>
                    <a:pt x="43" y="0"/>
                  </a:moveTo>
                  <a:cubicBezTo>
                    <a:pt x="43" y="0"/>
                    <a:pt x="44" y="19"/>
                    <a:pt x="0" y="20"/>
                  </a:cubicBezTo>
                  <a:cubicBezTo>
                    <a:pt x="0" y="20"/>
                    <a:pt x="49" y="24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1" name="Freeform 68">
              <a:extLst>
                <a:ext uri="{FF2B5EF4-FFF2-40B4-BE49-F238E27FC236}">
                  <a16:creationId xmlns:a16="http://schemas.microsoft.com/office/drawing/2014/main" id="{B70B9A8F-9292-4645-828B-EBD598213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711"/>
              <a:ext cx="194" cy="132"/>
            </a:xfrm>
            <a:custGeom>
              <a:avLst/>
              <a:gdLst>
                <a:gd name="T0" fmla="*/ 0 w 194"/>
                <a:gd name="T1" fmla="*/ 0 h 132"/>
                <a:gd name="T2" fmla="*/ 191 w 194"/>
                <a:gd name="T3" fmla="*/ 132 h 132"/>
                <a:gd name="T4" fmla="*/ 194 w 194"/>
                <a:gd name="T5" fmla="*/ 128 h 132"/>
                <a:gd name="T6" fmla="*/ 0 w 194"/>
                <a:gd name="T7" fmla="*/ 0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4" h="132">
                  <a:moveTo>
                    <a:pt x="0" y="0"/>
                  </a:moveTo>
                  <a:lnTo>
                    <a:pt x="191" y="132"/>
                  </a:lnTo>
                  <a:lnTo>
                    <a:pt x="194" y="1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2" name="Freeform 69">
              <a:extLst>
                <a:ext uri="{FF2B5EF4-FFF2-40B4-BE49-F238E27FC236}">
                  <a16:creationId xmlns:a16="http://schemas.microsoft.com/office/drawing/2014/main" id="{90A49D97-1439-4F3C-BE94-01B27F9CD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00"/>
              <a:ext cx="186" cy="135"/>
            </a:xfrm>
            <a:custGeom>
              <a:avLst/>
              <a:gdLst>
                <a:gd name="T0" fmla="*/ 0 w 186"/>
                <a:gd name="T1" fmla="*/ 0 h 135"/>
                <a:gd name="T2" fmla="*/ 186 w 186"/>
                <a:gd name="T3" fmla="*/ 135 h 135"/>
                <a:gd name="T4" fmla="*/ 186 w 186"/>
                <a:gd name="T5" fmla="*/ 129 h 135"/>
                <a:gd name="T6" fmla="*/ 0 w 186"/>
                <a:gd name="T7" fmla="*/ 0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6" h="135">
                  <a:moveTo>
                    <a:pt x="0" y="0"/>
                  </a:moveTo>
                  <a:lnTo>
                    <a:pt x="186" y="135"/>
                  </a:lnTo>
                  <a:lnTo>
                    <a:pt x="186" y="1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7" name="medical-vascular-stent-mesh-illustration">
            <a:extLst>
              <a:ext uri="{FF2B5EF4-FFF2-40B4-BE49-F238E27FC236}">
                <a16:creationId xmlns:a16="http://schemas.microsoft.com/office/drawing/2014/main" id="{3596A099-059D-4218-8F39-40E0C8684D52}"/>
              </a:ext>
            </a:extLst>
          </p:cNvPr>
          <p:cNvGrpSpPr>
            <a:grpSpLocks/>
          </p:cNvGrpSpPr>
          <p:nvPr/>
        </p:nvGrpSpPr>
        <p:grpSpPr bwMode="auto">
          <a:xfrm>
            <a:off x="6296025" y="3230563"/>
            <a:ext cx="3684588" cy="1354137"/>
            <a:chOff x="2920" y="818"/>
            <a:chExt cx="2417" cy="888"/>
          </a:xfrm>
        </p:grpSpPr>
        <p:sp>
          <p:nvSpPr>
            <p:cNvPr id="59470" name="Freeform 71">
              <a:extLst>
                <a:ext uri="{FF2B5EF4-FFF2-40B4-BE49-F238E27FC236}">
                  <a16:creationId xmlns:a16="http://schemas.microsoft.com/office/drawing/2014/main" id="{D1DFBE48-5D67-4D35-911B-86F65C5345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6" y="819"/>
              <a:ext cx="2281" cy="887"/>
            </a:xfrm>
            <a:custGeom>
              <a:avLst/>
              <a:gdLst>
                <a:gd name="T0" fmla="*/ 756 w 2210"/>
                <a:gd name="T1" fmla="*/ 942 h 857"/>
                <a:gd name="T2" fmla="*/ 1583 w 2210"/>
                <a:gd name="T3" fmla="*/ 950 h 857"/>
                <a:gd name="T4" fmla="*/ 1718 w 2210"/>
                <a:gd name="T5" fmla="*/ 764 h 857"/>
                <a:gd name="T6" fmla="*/ 2135 w 2210"/>
                <a:gd name="T7" fmla="*/ 758 h 857"/>
                <a:gd name="T8" fmla="*/ 2407 w 2210"/>
                <a:gd name="T9" fmla="*/ 702 h 857"/>
                <a:gd name="T10" fmla="*/ 2133 w 2210"/>
                <a:gd name="T11" fmla="*/ 496 h 857"/>
                <a:gd name="T12" fmla="*/ 2405 w 2210"/>
                <a:gd name="T13" fmla="*/ 343 h 857"/>
                <a:gd name="T14" fmla="*/ 2168 w 2210"/>
                <a:gd name="T15" fmla="*/ 215 h 857"/>
                <a:gd name="T16" fmla="*/ 2385 w 2210"/>
                <a:gd name="T17" fmla="*/ 0 h 857"/>
                <a:gd name="T18" fmla="*/ 1584 w 2210"/>
                <a:gd name="T19" fmla="*/ 8 h 857"/>
                <a:gd name="T20" fmla="*/ 435 w 2210"/>
                <a:gd name="T21" fmla="*/ 196 h 857"/>
                <a:gd name="T22" fmla="*/ 760 w 2210"/>
                <a:gd name="T23" fmla="*/ 0 h 857"/>
                <a:gd name="T24" fmla="*/ 270 w 2210"/>
                <a:gd name="T25" fmla="*/ 258 h 857"/>
                <a:gd name="T26" fmla="*/ 84 w 2210"/>
                <a:gd name="T27" fmla="*/ 417 h 857"/>
                <a:gd name="T28" fmla="*/ 276 w 2210"/>
                <a:gd name="T29" fmla="*/ 693 h 857"/>
                <a:gd name="T30" fmla="*/ 745 w 2210"/>
                <a:gd name="T31" fmla="*/ 330 h 857"/>
                <a:gd name="T32" fmla="*/ 483 w 2210"/>
                <a:gd name="T33" fmla="*/ 511 h 857"/>
                <a:gd name="T34" fmla="*/ 321 w 2210"/>
                <a:gd name="T35" fmla="*/ 615 h 857"/>
                <a:gd name="T36" fmla="*/ 368 w 2210"/>
                <a:gd name="T37" fmla="*/ 307 h 857"/>
                <a:gd name="T38" fmla="*/ 745 w 2210"/>
                <a:gd name="T39" fmla="*/ 258 h 857"/>
                <a:gd name="T40" fmla="*/ 27 w 2210"/>
                <a:gd name="T41" fmla="*/ 201 h 857"/>
                <a:gd name="T42" fmla="*/ 1232 w 2210"/>
                <a:gd name="T43" fmla="*/ 201 h 857"/>
                <a:gd name="T44" fmla="*/ 1578 w 2210"/>
                <a:gd name="T45" fmla="*/ 284 h 857"/>
                <a:gd name="T46" fmla="*/ 915 w 2210"/>
                <a:gd name="T47" fmla="*/ 189 h 857"/>
                <a:gd name="T48" fmla="*/ 1309 w 2210"/>
                <a:gd name="T49" fmla="*/ 511 h 857"/>
                <a:gd name="T50" fmla="*/ 1149 w 2210"/>
                <a:gd name="T51" fmla="*/ 615 h 857"/>
                <a:gd name="T52" fmla="*/ 1194 w 2210"/>
                <a:gd name="T53" fmla="*/ 307 h 857"/>
                <a:gd name="T54" fmla="*/ 1316 w 2210"/>
                <a:gd name="T55" fmla="*/ 417 h 857"/>
                <a:gd name="T56" fmla="*/ 1730 w 2210"/>
                <a:gd name="T57" fmla="*/ 214 h 857"/>
                <a:gd name="T58" fmla="*/ 2047 w 2210"/>
                <a:gd name="T59" fmla="*/ 201 h 857"/>
                <a:gd name="T60" fmla="*/ 2391 w 2210"/>
                <a:gd name="T61" fmla="*/ 284 h 857"/>
                <a:gd name="T62" fmla="*/ 1730 w 2210"/>
                <a:gd name="T63" fmla="*/ 434 h 857"/>
                <a:gd name="T64" fmla="*/ 2346 w 2210"/>
                <a:gd name="T65" fmla="*/ 328 h 857"/>
                <a:gd name="T66" fmla="*/ 2321 w 2210"/>
                <a:gd name="T67" fmla="*/ 615 h 857"/>
                <a:gd name="T68" fmla="*/ 1765 w 2210"/>
                <a:gd name="T69" fmla="*/ 730 h 857"/>
                <a:gd name="T70" fmla="*/ 2319 w 2210"/>
                <a:gd name="T71" fmla="*/ 691 h 857"/>
                <a:gd name="T72" fmla="*/ 1992 w 2210"/>
                <a:gd name="T73" fmla="*/ 942 h 857"/>
                <a:gd name="T74" fmla="*/ 1516 w 2210"/>
                <a:gd name="T75" fmla="*/ 709 h 857"/>
                <a:gd name="T76" fmla="*/ 1535 w 2210"/>
                <a:gd name="T77" fmla="*/ 602 h 857"/>
                <a:gd name="T78" fmla="*/ 1514 w 2210"/>
                <a:gd name="T79" fmla="*/ 350 h 857"/>
                <a:gd name="T80" fmla="*/ 1533 w 2210"/>
                <a:gd name="T81" fmla="*/ 242 h 857"/>
                <a:gd name="T82" fmla="*/ 1724 w 2210"/>
                <a:gd name="T83" fmla="*/ 219 h 857"/>
                <a:gd name="T84" fmla="*/ 1916 w 2210"/>
                <a:gd name="T85" fmla="*/ 334 h 857"/>
                <a:gd name="T86" fmla="*/ 1983 w 2210"/>
                <a:gd name="T87" fmla="*/ 653 h 857"/>
                <a:gd name="T88" fmla="*/ 1265 w 2210"/>
                <a:gd name="T89" fmla="*/ 738 h 857"/>
                <a:gd name="T90" fmla="*/ 1581 w 2210"/>
                <a:gd name="T91" fmla="*/ 668 h 857"/>
                <a:gd name="T92" fmla="*/ 1319 w 2210"/>
                <a:gd name="T93" fmla="*/ 725 h 857"/>
                <a:gd name="T94" fmla="*/ 856 w 2210"/>
                <a:gd name="T95" fmla="*/ 745 h 857"/>
                <a:gd name="T96" fmla="*/ 766 w 2210"/>
                <a:gd name="T97" fmla="*/ 702 h 857"/>
                <a:gd name="T98" fmla="*/ 493 w 2210"/>
                <a:gd name="T99" fmla="*/ 496 h 857"/>
                <a:gd name="T100" fmla="*/ 764 w 2210"/>
                <a:gd name="T101" fmla="*/ 343 h 857"/>
                <a:gd name="T102" fmla="*/ 528 w 2210"/>
                <a:gd name="T103" fmla="*/ 215 h 857"/>
                <a:gd name="T104" fmla="*/ 1097 w 2210"/>
                <a:gd name="T105" fmla="*/ 258 h 857"/>
                <a:gd name="T106" fmla="*/ 910 w 2210"/>
                <a:gd name="T107" fmla="*/ 417 h 857"/>
                <a:gd name="T108" fmla="*/ 1102 w 2210"/>
                <a:gd name="T109" fmla="*/ 693 h 857"/>
                <a:gd name="T110" fmla="*/ 92 w 2210"/>
                <a:gd name="T111" fmla="*/ 731 h 857"/>
                <a:gd name="T112" fmla="*/ 747 w 2210"/>
                <a:gd name="T113" fmla="*/ 691 h 857"/>
                <a:gd name="T114" fmla="*/ 485 w 2210"/>
                <a:gd name="T115" fmla="*/ 764 h 8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10" h="857">
                  <a:moveTo>
                    <a:pt x="1" y="671"/>
                  </a:moveTo>
                  <a:cubicBezTo>
                    <a:pt x="1" y="692"/>
                    <a:pt x="72" y="689"/>
                    <a:pt x="72" y="689"/>
                  </a:cubicBezTo>
                  <a:cubicBezTo>
                    <a:pt x="72" y="689"/>
                    <a:pt x="301" y="857"/>
                    <a:pt x="306" y="857"/>
                  </a:cubicBezTo>
                  <a:cubicBezTo>
                    <a:pt x="691" y="857"/>
                    <a:pt x="691" y="857"/>
                    <a:pt x="691" y="857"/>
                  </a:cubicBezTo>
                  <a:cubicBezTo>
                    <a:pt x="696" y="857"/>
                    <a:pt x="701" y="856"/>
                    <a:pt x="701" y="853"/>
                  </a:cubicBezTo>
                  <a:cubicBezTo>
                    <a:pt x="701" y="851"/>
                    <a:pt x="687" y="849"/>
                    <a:pt x="687" y="849"/>
                  </a:cubicBezTo>
                  <a:cubicBezTo>
                    <a:pt x="451" y="683"/>
                    <a:pt x="451" y="683"/>
                    <a:pt x="451" y="683"/>
                  </a:cubicBezTo>
                  <a:cubicBezTo>
                    <a:pt x="451" y="683"/>
                    <a:pt x="404" y="684"/>
                    <a:pt x="396" y="675"/>
                  </a:cubicBezTo>
                  <a:cubicBezTo>
                    <a:pt x="754" y="675"/>
                    <a:pt x="754" y="675"/>
                    <a:pt x="754" y="675"/>
                  </a:cubicBezTo>
                  <a:cubicBezTo>
                    <a:pt x="761" y="691"/>
                    <a:pt x="823" y="689"/>
                    <a:pt x="823" y="689"/>
                  </a:cubicBezTo>
                  <a:cubicBezTo>
                    <a:pt x="823" y="689"/>
                    <a:pt x="1050" y="857"/>
                    <a:pt x="1055" y="857"/>
                  </a:cubicBezTo>
                  <a:cubicBezTo>
                    <a:pt x="1440" y="857"/>
                    <a:pt x="1440" y="857"/>
                    <a:pt x="1440" y="857"/>
                  </a:cubicBezTo>
                  <a:cubicBezTo>
                    <a:pt x="1446" y="857"/>
                    <a:pt x="1450" y="856"/>
                    <a:pt x="1450" y="853"/>
                  </a:cubicBezTo>
                  <a:cubicBezTo>
                    <a:pt x="1450" y="851"/>
                    <a:pt x="1439" y="849"/>
                    <a:pt x="1439" y="849"/>
                  </a:cubicBezTo>
                  <a:cubicBezTo>
                    <a:pt x="1203" y="683"/>
                    <a:pt x="1203" y="683"/>
                    <a:pt x="1203" y="683"/>
                  </a:cubicBezTo>
                  <a:cubicBezTo>
                    <a:pt x="1203" y="683"/>
                    <a:pt x="1153" y="685"/>
                    <a:pt x="1147" y="674"/>
                  </a:cubicBezTo>
                  <a:cubicBezTo>
                    <a:pt x="1494" y="674"/>
                    <a:pt x="1494" y="674"/>
                    <a:pt x="1494" y="674"/>
                  </a:cubicBezTo>
                  <a:cubicBezTo>
                    <a:pt x="1500" y="691"/>
                    <a:pt x="1563" y="689"/>
                    <a:pt x="1563" y="689"/>
                  </a:cubicBezTo>
                  <a:cubicBezTo>
                    <a:pt x="1563" y="689"/>
                    <a:pt x="1796" y="856"/>
                    <a:pt x="1799" y="856"/>
                  </a:cubicBezTo>
                  <a:cubicBezTo>
                    <a:pt x="2178" y="856"/>
                    <a:pt x="2178" y="856"/>
                    <a:pt x="2178" y="856"/>
                  </a:cubicBezTo>
                  <a:cubicBezTo>
                    <a:pt x="2183" y="856"/>
                    <a:pt x="2187" y="855"/>
                    <a:pt x="2187" y="853"/>
                  </a:cubicBezTo>
                  <a:cubicBezTo>
                    <a:pt x="2187" y="852"/>
                    <a:pt x="2183" y="850"/>
                    <a:pt x="2178" y="849"/>
                  </a:cubicBezTo>
                  <a:cubicBezTo>
                    <a:pt x="2178" y="849"/>
                    <a:pt x="2178" y="849"/>
                    <a:pt x="2178" y="849"/>
                  </a:cubicBezTo>
                  <a:cubicBezTo>
                    <a:pt x="1943" y="683"/>
                    <a:pt x="1943" y="683"/>
                    <a:pt x="1943" y="683"/>
                  </a:cubicBezTo>
                  <a:cubicBezTo>
                    <a:pt x="1943" y="683"/>
                    <a:pt x="1887" y="685"/>
                    <a:pt x="1887" y="672"/>
                  </a:cubicBezTo>
                  <a:cubicBezTo>
                    <a:pt x="1887" y="657"/>
                    <a:pt x="1944" y="659"/>
                    <a:pt x="1944" y="659"/>
                  </a:cubicBezTo>
                  <a:cubicBezTo>
                    <a:pt x="1944" y="659"/>
                    <a:pt x="1959" y="662"/>
                    <a:pt x="1975" y="658"/>
                  </a:cubicBezTo>
                  <a:cubicBezTo>
                    <a:pt x="1991" y="654"/>
                    <a:pt x="2119" y="640"/>
                    <a:pt x="2119" y="640"/>
                  </a:cubicBezTo>
                  <a:cubicBezTo>
                    <a:pt x="2119" y="640"/>
                    <a:pt x="2129" y="633"/>
                    <a:pt x="2136" y="638"/>
                  </a:cubicBezTo>
                  <a:cubicBezTo>
                    <a:pt x="2143" y="643"/>
                    <a:pt x="2168" y="651"/>
                    <a:pt x="2189" y="633"/>
                  </a:cubicBezTo>
                  <a:cubicBezTo>
                    <a:pt x="2210" y="615"/>
                    <a:pt x="2197" y="595"/>
                    <a:pt x="2190" y="591"/>
                  </a:cubicBezTo>
                  <a:cubicBezTo>
                    <a:pt x="2190" y="590"/>
                    <a:pt x="2190" y="590"/>
                    <a:pt x="2190" y="590"/>
                  </a:cubicBezTo>
                  <a:cubicBezTo>
                    <a:pt x="2197" y="586"/>
                    <a:pt x="2210" y="566"/>
                    <a:pt x="2189" y="548"/>
                  </a:cubicBezTo>
                  <a:cubicBezTo>
                    <a:pt x="2168" y="530"/>
                    <a:pt x="2141" y="539"/>
                    <a:pt x="2136" y="543"/>
                  </a:cubicBezTo>
                  <a:cubicBezTo>
                    <a:pt x="2130" y="546"/>
                    <a:pt x="2129" y="544"/>
                    <a:pt x="2123" y="540"/>
                  </a:cubicBezTo>
                  <a:cubicBezTo>
                    <a:pt x="2116" y="535"/>
                    <a:pt x="1941" y="447"/>
                    <a:pt x="1941" y="447"/>
                  </a:cubicBezTo>
                  <a:cubicBezTo>
                    <a:pt x="1941" y="447"/>
                    <a:pt x="1885" y="451"/>
                    <a:pt x="1885" y="421"/>
                  </a:cubicBezTo>
                  <a:cubicBezTo>
                    <a:pt x="1885" y="385"/>
                    <a:pt x="1942" y="391"/>
                    <a:pt x="1942" y="391"/>
                  </a:cubicBezTo>
                  <a:cubicBezTo>
                    <a:pt x="1942" y="391"/>
                    <a:pt x="1957" y="397"/>
                    <a:pt x="1973" y="388"/>
                  </a:cubicBezTo>
                  <a:cubicBezTo>
                    <a:pt x="1989" y="379"/>
                    <a:pt x="2117" y="316"/>
                    <a:pt x="2117" y="316"/>
                  </a:cubicBezTo>
                  <a:cubicBezTo>
                    <a:pt x="2117" y="316"/>
                    <a:pt x="2127" y="309"/>
                    <a:pt x="2134" y="314"/>
                  </a:cubicBezTo>
                  <a:cubicBezTo>
                    <a:pt x="2141" y="318"/>
                    <a:pt x="2166" y="327"/>
                    <a:pt x="2187" y="309"/>
                  </a:cubicBezTo>
                  <a:cubicBezTo>
                    <a:pt x="2208" y="291"/>
                    <a:pt x="2195" y="271"/>
                    <a:pt x="2188" y="266"/>
                  </a:cubicBezTo>
                  <a:cubicBezTo>
                    <a:pt x="2188" y="266"/>
                    <a:pt x="2188" y="266"/>
                    <a:pt x="2188" y="266"/>
                  </a:cubicBezTo>
                  <a:cubicBezTo>
                    <a:pt x="2195" y="261"/>
                    <a:pt x="2208" y="241"/>
                    <a:pt x="2187" y="223"/>
                  </a:cubicBezTo>
                  <a:cubicBezTo>
                    <a:pt x="2166" y="205"/>
                    <a:pt x="2141" y="213"/>
                    <a:pt x="2134" y="218"/>
                  </a:cubicBezTo>
                  <a:cubicBezTo>
                    <a:pt x="2127" y="223"/>
                    <a:pt x="2117" y="216"/>
                    <a:pt x="2117" y="216"/>
                  </a:cubicBezTo>
                  <a:cubicBezTo>
                    <a:pt x="2117" y="216"/>
                    <a:pt x="1988" y="198"/>
                    <a:pt x="1973" y="194"/>
                  </a:cubicBezTo>
                  <a:cubicBezTo>
                    <a:pt x="1961" y="191"/>
                    <a:pt x="1942" y="193"/>
                    <a:pt x="1942" y="193"/>
                  </a:cubicBezTo>
                  <a:cubicBezTo>
                    <a:pt x="1942" y="193"/>
                    <a:pt x="1885" y="195"/>
                    <a:pt x="1885" y="181"/>
                  </a:cubicBezTo>
                  <a:cubicBezTo>
                    <a:pt x="1885" y="169"/>
                    <a:pt x="1941" y="171"/>
                    <a:pt x="1941" y="171"/>
                  </a:cubicBezTo>
                  <a:cubicBezTo>
                    <a:pt x="2180" y="8"/>
                    <a:pt x="2180" y="8"/>
                    <a:pt x="2180" y="8"/>
                  </a:cubicBezTo>
                  <a:cubicBezTo>
                    <a:pt x="2182" y="7"/>
                    <a:pt x="2183" y="6"/>
                    <a:pt x="2183" y="4"/>
                  </a:cubicBezTo>
                  <a:cubicBezTo>
                    <a:pt x="2183" y="2"/>
                    <a:pt x="2177" y="0"/>
                    <a:pt x="2169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799" y="0"/>
                    <a:pt x="1562" y="165"/>
                    <a:pt x="1562" y="165"/>
                  </a:cubicBezTo>
                  <a:cubicBezTo>
                    <a:pt x="1562" y="165"/>
                    <a:pt x="1501" y="163"/>
                    <a:pt x="1493" y="177"/>
                  </a:cubicBezTo>
                  <a:cubicBezTo>
                    <a:pt x="1147" y="177"/>
                    <a:pt x="1147" y="177"/>
                    <a:pt x="1147" y="177"/>
                  </a:cubicBezTo>
                  <a:cubicBezTo>
                    <a:pt x="1157" y="169"/>
                    <a:pt x="1201" y="171"/>
                    <a:pt x="1201" y="171"/>
                  </a:cubicBezTo>
                  <a:cubicBezTo>
                    <a:pt x="1441" y="8"/>
                    <a:pt x="1441" y="8"/>
                    <a:pt x="1441" y="8"/>
                  </a:cubicBezTo>
                  <a:cubicBezTo>
                    <a:pt x="1446" y="8"/>
                    <a:pt x="1450" y="6"/>
                    <a:pt x="1450" y="4"/>
                  </a:cubicBezTo>
                  <a:cubicBezTo>
                    <a:pt x="1450" y="2"/>
                    <a:pt x="1446" y="0"/>
                    <a:pt x="1440" y="0"/>
                  </a:cubicBezTo>
                  <a:cubicBezTo>
                    <a:pt x="1055" y="0"/>
                    <a:pt x="1055" y="0"/>
                    <a:pt x="1055" y="0"/>
                  </a:cubicBezTo>
                  <a:cubicBezTo>
                    <a:pt x="1050" y="0"/>
                    <a:pt x="822" y="165"/>
                    <a:pt x="822" y="165"/>
                  </a:cubicBezTo>
                  <a:cubicBezTo>
                    <a:pt x="822" y="165"/>
                    <a:pt x="761" y="163"/>
                    <a:pt x="753" y="177"/>
                  </a:cubicBezTo>
                  <a:cubicBezTo>
                    <a:pt x="395" y="177"/>
                    <a:pt x="395" y="177"/>
                    <a:pt x="395" y="177"/>
                  </a:cubicBezTo>
                  <a:cubicBezTo>
                    <a:pt x="405" y="169"/>
                    <a:pt x="449" y="171"/>
                    <a:pt x="449" y="171"/>
                  </a:cubicBezTo>
                  <a:cubicBezTo>
                    <a:pt x="692" y="8"/>
                    <a:pt x="692" y="8"/>
                    <a:pt x="692" y="8"/>
                  </a:cubicBezTo>
                  <a:cubicBezTo>
                    <a:pt x="690" y="8"/>
                    <a:pt x="690" y="8"/>
                    <a:pt x="690" y="8"/>
                  </a:cubicBezTo>
                  <a:cubicBezTo>
                    <a:pt x="691" y="8"/>
                    <a:pt x="691" y="8"/>
                    <a:pt x="691" y="8"/>
                  </a:cubicBezTo>
                  <a:cubicBezTo>
                    <a:pt x="696" y="8"/>
                    <a:pt x="701" y="6"/>
                    <a:pt x="701" y="4"/>
                  </a:cubicBezTo>
                  <a:cubicBezTo>
                    <a:pt x="701" y="2"/>
                    <a:pt x="696" y="0"/>
                    <a:pt x="691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1" y="0"/>
                    <a:pt x="70" y="165"/>
                    <a:pt x="70" y="165"/>
                  </a:cubicBezTo>
                  <a:cubicBezTo>
                    <a:pt x="70" y="165"/>
                    <a:pt x="0" y="162"/>
                    <a:pt x="0" y="181"/>
                  </a:cubicBezTo>
                  <a:cubicBezTo>
                    <a:pt x="0" y="203"/>
                    <a:pt x="76" y="198"/>
                    <a:pt x="76" y="198"/>
                  </a:cubicBezTo>
                  <a:cubicBezTo>
                    <a:pt x="76" y="198"/>
                    <a:pt x="90" y="197"/>
                    <a:pt x="102" y="200"/>
                  </a:cubicBezTo>
                  <a:cubicBezTo>
                    <a:pt x="118" y="203"/>
                    <a:pt x="246" y="233"/>
                    <a:pt x="246" y="233"/>
                  </a:cubicBezTo>
                  <a:cubicBezTo>
                    <a:pt x="246" y="233"/>
                    <a:pt x="265" y="245"/>
                    <a:pt x="281" y="246"/>
                  </a:cubicBezTo>
                  <a:cubicBezTo>
                    <a:pt x="298" y="247"/>
                    <a:pt x="309" y="254"/>
                    <a:pt x="309" y="265"/>
                  </a:cubicBezTo>
                  <a:cubicBezTo>
                    <a:pt x="309" y="276"/>
                    <a:pt x="306" y="287"/>
                    <a:pt x="288" y="288"/>
                  </a:cubicBezTo>
                  <a:cubicBezTo>
                    <a:pt x="272" y="289"/>
                    <a:pt x="250" y="301"/>
                    <a:pt x="250" y="301"/>
                  </a:cubicBezTo>
                  <a:cubicBezTo>
                    <a:pt x="250" y="301"/>
                    <a:pt x="118" y="363"/>
                    <a:pt x="102" y="372"/>
                  </a:cubicBezTo>
                  <a:cubicBezTo>
                    <a:pt x="90" y="379"/>
                    <a:pt x="76" y="376"/>
                    <a:pt x="76" y="376"/>
                  </a:cubicBezTo>
                  <a:cubicBezTo>
                    <a:pt x="76" y="376"/>
                    <a:pt x="0" y="365"/>
                    <a:pt x="0" y="420"/>
                  </a:cubicBezTo>
                  <a:cubicBezTo>
                    <a:pt x="0" y="468"/>
                    <a:pt x="70" y="461"/>
                    <a:pt x="70" y="461"/>
                  </a:cubicBezTo>
                  <a:cubicBezTo>
                    <a:pt x="282" y="570"/>
                    <a:pt x="282" y="570"/>
                    <a:pt x="282" y="570"/>
                  </a:cubicBezTo>
                  <a:cubicBezTo>
                    <a:pt x="300" y="571"/>
                    <a:pt x="311" y="578"/>
                    <a:pt x="311" y="589"/>
                  </a:cubicBezTo>
                  <a:cubicBezTo>
                    <a:pt x="311" y="600"/>
                    <a:pt x="308" y="611"/>
                    <a:pt x="289" y="612"/>
                  </a:cubicBezTo>
                  <a:cubicBezTo>
                    <a:pt x="274" y="613"/>
                    <a:pt x="251" y="625"/>
                    <a:pt x="251" y="625"/>
                  </a:cubicBezTo>
                  <a:cubicBezTo>
                    <a:pt x="251" y="625"/>
                    <a:pt x="119" y="647"/>
                    <a:pt x="104" y="651"/>
                  </a:cubicBezTo>
                  <a:cubicBezTo>
                    <a:pt x="92" y="654"/>
                    <a:pt x="78" y="653"/>
                    <a:pt x="78" y="653"/>
                  </a:cubicBezTo>
                  <a:cubicBezTo>
                    <a:pt x="78" y="653"/>
                    <a:pt x="2" y="648"/>
                    <a:pt x="1" y="671"/>
                  </a:cubicBezTo>
                  <a:close/>
                  <a:moveTo>
                    <a:pt x="335" y="277"/>
                  </a:moveTo>
                  <a:cubicBezTo>
                    <a:pt x="685" y="277"/>
                    <a:pt x="685" y="277"/>
                    <a:pt x="685" y="277"/>
                  </a:cubicBezTo>
                  <a:cubicBezTo>
                    <a:pt x="688" y="283"/>
                    <a:pt x="687" y="291"/>
                    <a:pt x="678" y="298"/>
                  </a:cubicBezTo>
                  <a:cubicBezTo>
                    <a:pt x="663" y="309"/>
                    <a:pt x="649" y="299"/>
                    <a:pt x="641" y="296"/>
                  </a:cubicBezTo>
                  <a:cubicBezTo>
                    <a:pt x="628" y="290"/>
                    <a:pt x="615" y="298"/>
                    <a:pt x="615" y="298"/>
                  </a:cubicBezTo>
                  <a:cubicBezTo>
                    <a:pt x="615" y="298"/>
                    <a:pt x="487" y="363"/>
                    <a:pt x="471" y="372"/>
                  </a:cubicBezTo>
                  <a:cubicBezTo>
                    <a:pt x="459" y="379"/>
                    <a:pt x="445" y="376"/>
                    <a:pt x="445" y="376"/>
                  </a:cubicBezTo>
                  <a:cubicBezTo>
                    <a:pt x="445" y="376"/>
                    <a:pt x="369" y="365"/>
                    <a:pt x="369" y="420"/>
                  </a:cubicBezTo>
                  <a:cubicBezTo>
                    <a:pt x="368" y="468"/>
                    <a:pt x="439" y="461"/>
                    <a:pt x="439" y="461"/>
                  </a:cubicBezTo>
                  <a:cubicBezTo>
                    <a:pt x="620" y="555"/>
                    <a:pt x="620" y="555"/>
                    <a:pt x="620" y="555"/>
                  </a:cubicBezTo>
                  <a:cubicBezTo>
                    <a:pt x="620" y="555"/>
                    <a:pt x="634" y="564"/>
                    <a:pt x="643" y="560"/>
                  </a:cubicBezTo>
                  <a:cubicBezTo>
                    <a:pt x="651" y="556"/>
                    <a:pt x="665" y="547"/>
                    <a:pt x="680" y="558"/>
                  </a:cubicBezTo>
                  <a:cubicBezTo>
                    <a:pt x="691" y="566"/>
                    <a:pt x="689" y="575"/>
                    <a:pt x="685" y="582"/>
                  </a:cubicBezTo>
                  <a:cubicBezTo>
                    <a:pt x="337" y="582"/>
                    <a:pt x="337" y="582"/>
                    <a:pt x="337" y="582"/>
                  </a:cubicBezTo>
                  <a:cubicBezTo>
                    <a:pt x="333" y="558"/>
                    <a:pt x="307" y="557"/>
                    <a:pt x="292" y="555"/>
                  </a:cubicBezTo>
                  <a:cubicBezTo>
                    <a:pt x="80" y="447"/>
                    <a:pt x="80" y="447"/>
                    <a:pt x="80" y="447"/>
                  </a:cubicBezTo>
                  <a:cubicBezTo>
                    <a:pt x="80" y="447"/>
                    <a:pt x="24" y="451"/>
                    <a:pt x="24" y="421"/>
                  </a:cubicBezTo>
                  <a:cubicBezTo>
                    <a:pt x="24" y="385"/>
                    <a:pt x="81" y="391"/>
                    <a:pt x="81" y="391"/>
                  </a:cubicBezTo>
                  <a:cubicBezTo>
                    <a:pt x="81" y="391"/>
                    <a:pt x="96" y="397"/>
                    <a:pt x="112" y="388"/>
                  </a:cubicBezTo>
                  <a:cubicBezTo>
                    <a:pt x="128" y="379"/>
                    <a:pt x="264" y="309"/>
                    <a:pt x="292" y="305"/>
                  </a:cubicBezTo>
                  <a:cubicBezTo>
                    <a:pt x="318" y="301"/>
                    <a:pt x="331" y="292"/>
                    <a:pt x="335" y="277"/>
                  </a:cubicBezTo>
                  <a:close/>
                  <a:moveTo>
                    <a:pt x="369" y="181"/>
                  </a:moveTo>
                  <a:cubicBezTo>
                    <a:pt x="369" y="203"/>
                    <a:pt x="445" y="198"/>
                    <a:pt x="445" y="198"/>
                  </a:cubicBezTo>
                  <a:cubicBezTo>
                    <a:pt x="445" y="198"/>
                    <a:pt x="459" y="197"/>
                    <a:pt x="471" y="200"/>
                  </a:cubicBezTo>
                  <a:cubicBezTo>
                    <a:pt x="487" y="203"/>
                    <a:pt x="615" y="233"/>
                    <a:pt x="615" y="233"/>
                  </a:cubicBezTo>
                  <a:cubicBezTo>
                    <a:pt x="615" y="233"/>
                    <a:pt x="628" y="241"/>
                    <a:pt x="641" y="235"/>
                  </a:cubicBezTo>
                  <a:cubicBezTo>
                    <a:pt x="649" y="232"/>
                    <a:pt x="663" y="222"/>
                    <a:pt x="678" y="233"/>
                  </a:cubicBezTo>
                  <a:cubicBezTo>
                    <a:pt x="688" y="241"/>
                    <a:pt x="687" y="250"/>
                    <a:pt x="684" y="256"/>
                  </a:cubicBezTo>
                  <a:cubicBezTo>
                    <a:pt x="335" y="256"/>
                    <a:pt x="335" y="256"/>
                    <a:pt x="335" y="256"/>
                  </a:cubicBezTo>
                  <a:cubicBezTo>
                    <a:pt x="330" y="234"/>
                    <a:pt x="305" y="233"/>
                    <a:pt x="291" y="231"/>
                  </a:cubicBezTo>
                  <a:cubicBezTo>
                    <a:pt x="267" y="227"/>
                    <a:pt x="131" y="198"/>
                    <a:pt x="112" y="194"/>
                  </a:cubicBezTo>
                  <a:cubicBezTo>
                    <a:pt x="99" y="191"/>
                    <a:pt x="81" y="193"/>
                    <a:pt x="81" y="193"/>
                  </a:cubicBezTo>
                  <a:cubicBezTo>
                    <a:pt x="81" y="193"/>
                    <a:pt x="24" y="195"/>
                    <a:pt x="24" y="181"/>
                  </a:cubicBezTo>
                  <a:cubicBezTo>
                    <a:pt x="24" y="169"/>
                    <a:pt x="80" y="171"/>
                    <a:pt x="80" y="171"/>
                  </a:cubicBezTo>
                  <a:cubicBezTo>
                    <a:pt x="321" y="8"/>
                    <a:pt x="321" y="8"/>
                    <a:pt x="321" y="8"/>
                  </a:cubicBezTo>
                  <a:cubicBezTo>
                    <a:pt x="642" y="8"/>
                    <a:pt x="642" y="8"/>
                    <a:pt x="642" y="8"/>
                  </a:cubicBezTo>
                  <a:cubicBezTo>
                    <a:pt x="439" y="165"/>
                    <a:pt x="439" y="165"/>
                    <a:pt x="439" y="165"/>
                  </a:cubicBezTo>
                  <a:cubicBezTo>
                    <a:pt x="439" y="165"/>
                    <a:pt x="369" y="162"/>
                    <a:pt x="369" y="181"/>
                  </a:cubicBezTo>
                  <a:close/>
                  <a:moveTo>
                    <a:pt x="1121" y="181"/>
                  </a:moveTo>
                  <a:cubicBezTo>
                    <a:pt x="1121" y="203"/>
                    <a:pt x="1197" y="198"/>
                    <a:pt x="1197" y="198"/>
                  </a:cubicBezTo>
                  <a:cubicBezTo>
                    <a:pt x="1197" y="198"/>
                    <a:pt x="1211" y="197"/>
                    <a:pt x="1223" y="200"/>
                  </a:cubicBezTo>
                  <a:cubicBezTo>
                    <a:pt x="1239" y="203"/>
                    <a:pt x="1367" y="233"/>
                    <a:pt x="1367" y="233"/>
                  </a:cubicBezTo>
                  <a:cubicBezTo>
                    <a:pt x="1367" y="233"/>
                    <a:pt x="1379" y="241"/>
                    <a:pt x="1393" y="235"/>
                  </a:cubicBezTo>
                  <a:cubicBezTo>
                    <a:pt x="1401" y="232"/>
                    <a:pt x="1415" y="222"/>
                    <a:pt x="1430" y="233"/>
                  </a:cubicBezTo>
                  <a:cubicBezTo>
                    <a:pt x="1440" y="241"/>
                    <a:pt x="1439" y="250"/>
                    <a:pt x="1435" y="256"/>
                  </a:cubicBezTo>
                  <a:cubicBezTo>
                    <a:pt x="1087" y="256"/>
                    <a:pt x="1087" y="256"/>
                    <a:pt x="1087" y="256"/>
                  </a:cubicBezTo>
                  <a:cubicBezTo>
                    <a:pt x="1082" y="234"/>
                    <a:pt x="1057" y="233"/>
                    <a:pt x="1042" y="231"/>
                  </a:cubicBezTo>
                  <a:cubicBezTo>
                    <a:pt x="1019" y="227"/>
                    <a:pt x="883" y="198"/>
                    <a:pt x="864" y="194"/>
                  </a:cubicBezTo>
                  <a:cubicBezTo>
                    <a:pt x="851" y="191"/>
                    <a:pt x="833" y="193"/>
                    <a:pt x="833" y="193"/>
                  </a:cubicBezTo>
                  <a:cubicBezTo>
                    <a:pt x="833" y="193"/>
                    <a:pt x="776" y="195"/>
                    <a:pt x="776" y="181"/>
                  </a:cubicBezTo>
                  <a:cubicBezTo>
                    <a:pt x="776" y="169"/>
                    <a:pt x="832" y="171"/>
                    <a:pt x="832" y="171"/>
                  </a:cubicBezTo>
                  <a:cubicBezTo>
                    <a:pt x="1073" y="8"/>
                    <a:pt x="1073" y="8"/>
                    <a:pt x="1073" y="8"/>
                  </a:cubicBezTo>
                  <a:cubicBezTo>
                    <a:pt x="1394" y="8"/>
                    <a:pt x="1394" y="8"/>
                    <a:pt x="1394" y="8"/>
                  </a:cubicBezTo>
                  <a:cubicBezTo>
                    <a:pt x="1191" y="165"/>
                    <a:pt x="1191" y="165"/>
                    <a:pt x="1191" y="165"/>
                  </a:cubicBezTo>
                  <a:cubicBezTo>
                    <a:pt x="1191" y="165"/>
                    <a:pt x="1120" y="162"/>
                    <a:pt x="1121" y="181"/>
                  </a:cubicBezTo>
                  <a:close/>
                  <a:moveTo>
                    <a:pt x="1121" y="420"/>
                  </a:moveTo>
                  <a:cubicBezTo>
                    <a:pt x="1120" y="468"/>
                    <a:pt x="1191" y="461"/>
                    <a:pt x="1191" y="461"/>
                  </a:cubicBezTo>
                  <a:cubicBezTo>
                    <a:pt x="1371" y="555"/>
                    <a:pt x="1371" y="555"/>
                    <a:pt x="1371" y="555"/>
                  </a:cubicBezTo>
                  <a:cubicBezTo>
                    <a:pt x="1371" y="555"/>
                    <a:pt x="1385" y="564"/>
                    <a:pt x="1395" y="560"/>
                  </a:cubicBezTo>
                  <a:cubicBezTo>
                    <a:pt x="1403" y="556"/>
                    <a:pt x="1417" y="547"/>
                    <a:pt x="1431" y="558"/>
                  </a:cubicBezTo>
                  <a:cubicBezTo>
                    <a:pt x="1442" y="566"/>
                    <a:pt x="1441" y="575"/>
                    <a:pt x="1437" y="582"/>
                  </a:cubicBezTo>
                  <a:cubicBezTo>
                    <a:pt x="1089" y="582"/>
                    <a:pt x="1089" y="582"/>
                    <a:pt x="1089" y="582"/>
                  </a:cubicBezTo>
                  <a:cubicBezTo>
                    <a:pt x="1085" y="558"/>
                    <a:pt x="1059" y="557"/>
                    <a:pt x="1044" y="555"/>
                  </a:cubicBezTo>
                  <a:cubicBezTo>
                    <a:pt x="832" y="447"/>
                    <a:pt x="832" y="447"/>
                    <a:pt x="832" y="447"/>
                  </a:cubicBezTo>
                  <a:cubicBezTo>
                    <a:pt x="832" y="447"/>
                    <a:pt x="776" y="451"/>
                    <a:pt x="776" y="421"/>
                  </a:cubicBezTo>
                  <a:cubicBezTo>
                    <a:pt x="776" y="385"/>
                    <a:pt x="833" y="391"/>
                    <a:pt x="833" y="391"/>
                  </a:cubicBezTo>
                  <a:cubicBezTo>
                    <a:pt x="833" y="391"/>
                    <a:pt x="848" y="397"/>
                    <a:pt x="864" y="388"/>
                  </a:cubicBezTo>
                  <a:cubicBezTo>
                    <a:pt x="880" y="379"/>
                    <a:pt x="1016" y="309"/>
                    <a:pt x="1044" y="305"/>
                  </a:cubicBezTo>
                  <a:cubicBezTo>
                    <a:pt x="1070" y="301"/>
                    <a:pt x="1082" y="292"/>
                    <a:pt x="1086" y="277"/>
                  </a:cubicBezTo>
                  <a:cubicBezTo>
                    <a:pt x="1436" y="277"/>
                    <a:pt x="1436" y="277"/>
                    <a:pt x="1436" y="277"/>
                  </a:cubicBezTo>
                  <a:cubicBezTo>
                    <a:pt x="1439" y="283"/>
                    <a:pt x="1439" y="291"/>
                    <a:pt x="1429" y="298"/>
                  </a:cubicBezTo>
                  <a:cubicBezTo>
                    <a:pt x="1415" y="309"/>
                    <a:pt x="1401" y="299"/>
                    <a:pt x="1393" y="296"/>
                  </a:cubicBezTo>
                  <a:cubicBezTo>
                    <a:pt x="1379" y="290"/>
                    <a:pt x="1367" y="298"/>
                    <a:pt x="1367" y="298"/>
                  </a:cubicBezTo>
                  <a:cubicBezTo>
                    <a:pt x="1367" y="298"/>
                    <a:pt x="1239" y="363"/>
                    <a:pt x="1223" y="372"/>
                  </a:cubicBezTo>
                  <a:cubicBezTo>
                    <a:pt x="1211" y="379"/>
                    <a:pt x="1197" y="376"/>
                    <a:pt x="1197" y="376"/>
                  </a:cubicBezTo>
                  <a:cubicBezTo>
                    <a:pt x="1197" y="376"/>
                    <a:pt x="1121" y="365"/>
                    <a:pt x="1121" y="420"/>
                  </a:cubicBezTo>
                  <a:close/>
                  <a:moveTo>
                    <a:pt x="2175" y="256"/>
                  </a:moveTo>
                  <a:cubicBezTo>
                    <a:pt x="1827" y="256"/>
                    <a:pt x="1827" y="256"/>
                    <a:pt x="1827" y="256"/>
                  </a:cubicBezTo>
                  <a:cubicBezTo>
                    <a:pt x="1822" y="234"/>
                    <a:pt x="1797" y="233"/>
                    <a:pt x="1782" y="231"/>
                  </a:cubicBezTo>
                  <a:cubicBezTo>
                    <a:pt x="1759" y="227"/>
                    <a:pt x="1623" y="198"/>
                    <a:pt x="1604" y="194"/>
                  </a:cubicBezTo>
                  <a:cubicBezTo>
                    <a:pt x="1591" y="191"/>
                    <a:pt x="1573" y="193"/>
                    <a:pt x="1573" y="193"/>
                  </a:cubicBezTo>
                  <a:cubicBezTo>
                    <a:pt x="1573" y="193"/>
                    <a:pt x="1516" y="195"/>
                    <a:pt x="1516" y="181"/>
                  </a:cubicBezTo>
                  <a:cubicBezTo>
                    <a:pt x="1516" y="169"/>
                    <a:pt x="1572" y="171"/>
                    <a:pt x="1572" y="171"/>
                  </a:cubicBezTo>
                  <a:cubicBezTo>
                    <a:pt x="1811" y="9"/>
                    <a:pt x="1811" y="9"/>
                    <a:pt x="1811" y="9"/>
                  </a:cubicBezTo>
                  <a:cubicBezTo>
                    <a:pt x="2129" y="9"/>
                    <a:pt x="2129" y="9"/>
                    <a:pt x="2129" y="9"/>
                  </a:cubicBezTo>
                  <a:cubicBezTo>
                    <a:pt x="1931" y="165"/>
                    <a:pt x="1931" y="165"/>
                    <a:pt x="1931" y="165"/>
                  </a:cubicBezTo>
                  <a:cubicBezTo>
                    <a:pt x="1931" y="165"/>
                    <a:pt x="1860" y="162"/>
                    <a:pt x="1861" y="181"/>
                  </a:cubicBezTo>
                  <a:cubicBezTo>
                    <a:pt x="1861" y="203"/>
                    <a:pt x="1937" y="198"/>
                    <a:pt x="1937" y="198"/>
                  </a:cubicBezTo>
                  <a:cubicBezTo>
                    <a:pt x="1937" y="198"/>
                    <a:pt x="1951" y="197"/>
                    <a:pt x="1963" y="200"/>
                  </a:cubicBezTo>
                  <a:cubicBezTo>
                    <a:pt x="1979" y="203"/>
                    <a:pt x="2107" y="233"/>
                    <a:pt x="2107" y="233"/>
                  </a:cubicBezTo>
                  <a:cubicBezTo>
                    <a:pt x="2107" y="233"/>
                    <a:pt x="2119" y="241"/>
                    <a:pt x="2133" y="235"/>
                  </a:cubicBezTo>
                  <a:cubicBezTo>
                    <a:pt x="2141" y="232"/>
                    <a:pt x="2155" y="222"/>
                    <a:pt x="2170" y="233"/>
                  </a:cubicBezTo>
                  <a:cubicBezTo>
                    <a:pt x="2180" y="241"/>
                    <a:pt x="2179" y="250"/>
                    <a:pt x="2175" y="256"/>
                  </a:cubicBezTo>
                  <a:close/>
                  <a:moveTo>
                    <a:pt x="2177" y="582"/>
                  </a:moveTo>
                  <a:cubicBezTo>
                    <a:pt x="1829" y="582"/>
                    <a:pt x="1829" y="582"/>
                    <a:pt x="1829" y="582"/>
                  </a:cubicBezTo>
                  <a:cubicBezTo>
                    <a:pt x="1825" y="558"/>
                    <a:pt x="1799" y="557"/>
                    <a:pt x="1784" y="555"/>
                  </a:cubicBezTo>
                  <a:cubicBezTo>
                    <a:pt x="1572" y="447"/>
                    <a:pt x="1572" y="447"/>
                    <a:pt x="1572" y="447"/>
                  </a:cubicBezTo>
                  <a:cubicBezTo>
                    <a:pt x="1572" y="447"/>
                    <a:pt x="1516" y="451"/>
                    <a:pt x="1516" y="421"/>
                  </a:cubicBezTo>
                  <a:cubicBezTo>
                    <a:pt x="1516" y="385"/>
                    <a:pt x="1573" y="391"/>
                    <a:pt x="1573" y="391"/>
                  </a:cubicBezTo>
                  <a:cubicBezTo>
                    <a:pt x="1573" y="391"/>
                    <a:pt x="1588" y="397"/>
                    <a:pt x="1604" y="388"/>
                  </a:cubicBezTo>
                  <a:cubicBezTo>
                    <a:pt x="1620" y="379"/>
                    <a:pt x="1756" y="309"/>
                    <a:pt x="1784" y="305"/>
                  </a:cubicBezTo>
                  <a:cubicBezTo>
                    <a:pt x="1810" y="301"/>
                    <a:pt x="1822" y="292"/>
                    <a:pt x="1826" y="277"/>
                  </a:cubicBezTo>
                  <a:cubicBezTo>
                    <a:pt x="2176" y="277"/>
                    <a:pt x="2176" y="277"/>
                    <a:pt x="2176" y="277"/>
                  </a:cubicBezTo>
                  <a:cubicBezTo>
                    <a:pt x="2179" y="283"/>
                    <a:pt x="2179" y="291"/>
                    <a:pt x="2169" y="298"/>
                  </a:cubicBezTo>
                  <a:cubicBezTo>
                    <a:pt x="2155" y="309"/>
                    <a:pt x="2141" y="299"/>
                    <a:pt x="2133" y="296"/>
                  </a:cubicBezTo>
                  <a:cubicBezTo>
                    <a:pt x="2119" y="290"/>
                    <a:pt x="2107" y="298"/>
                    <a:pt x="2107" y="298"/>
                  </a:cubicBezTo>
                  <a:cubicBezTo>
                    <a:pt x="2107" y="298"/>
                    <a:pt x="1979" y="363"/>
                    <a:pt x="1963" y="372"/>
                  </a:cubicBezTo>
                  <a:cubicBezTo>
                    <a:pt x="1951" y="379"/>
                    <a:pt x="1937" y="376"/>
                    <a:pt x="1937" y="376"/>
                  </a:cubicBezTo>
                  <a:cubicBezTo>
                    <a:pt x="1937" y="376"/>
                    <a:pt x="1861" y="365"/>
                    <a:pt x="1861" y="420"/>
                  </a:cubicBezTo>
                  <a:cubicBezTo>
                    <a:pt x="1860" y="468"/>
                    <a:pt x="1931" y="461"/>
                    <a:pt x="1931" y="461"/>
                  </a:cubicBezTo>
                  <a:cubicBezTo>
                    <a:pt x="2111" y="555"/>
                    <a:pt x="2111" y="555"/>
                    <a:pt x="2111" y="555"/>
                  </a:cubicBezTo>
                  <a:cubicBezTo>
                    <a:pt x="2111" y="555"/>
                    <a:pt x="2125" y="564"/>
                    <a:pt x="2135" y="560"/>
                  </a:cubicBezTo>
                  <a:cubicBezTo>
                    <a:pt x="2143" y="556"/>
                    <a:pt x="2157" y="547"/>
                    <a:pt x="2171" y="558"/>
                  </a:cubicBezTo>
                  <a:cubicBezTo>
                    <a:pt x="2182" y="566"/>
                    <a:pt x="2181" y="575"/>
                    <a:pt x="2177" y="582"/>
                  </a:cubicBezTo>
                  <a:close/>
                  <a:moveTo>
                    <a:pt x="1518" y="672"/>
                  </a:moveTo>
                  <a:cubicBezTo>
                    <a:pt x="1518" y="657"/>
                    <a:pt x="1575" y="659"/>
                    <a:pt x="1575" y="659"/>
                  </a:cubicBezTo>
                  <a:cubicBezTo>
                    <a:pt x="1575" y="659"/>
                    <a:pt x="1589" y="662"/>
                    <a:pt x="1605" y="658"/>
                  </a:cubicBezTo>
                  <a:cubicBezTo>
                    <a:pt x="1621" y="654"/>
                    <a:pt x="1757" y="633"/>
                    <a:pt x="1786" y="629"/>
                  </a:cubicBezTo>
                  <a:cubicBezTo>
                    <a:pt x="1810" y="625"/>
                    <a:pt x="1823" y="617"/>
                    <a:pt x="1827" y="602"/>
                  </a:cubicBezTo>
                  <a:cubicBezTo>
                    <a:pt x="2178" y="602"/>
                    <a:pt x="2178" y="602"/>
                    <a:pt x="2178" y="602"/>
                  </a:cubicBezTo>
                  <a:cubicBezTo>
                    <a:pt x="2178" y="602"/>
                    <a:pt x="2181" y="615"/>
                    <a:pt x="2171" y="623"/>
                  </a:cubicBezTo>
                  <a:cubicBezTo>
                    <a:pt x="2157" y="634"/>
                    <a:pt x="2143" y="624"/>
                    <a:pt x="2135" y="620"/>
                  </a:cubicBezTo>
                  <a:cubicBezTo>
                    <a:pt x="2121" y="615"/>
                    <a:pt x="2109" y="623"/>
                    <a:pt x="2109" y="623"/>
                  </a:cubicBezTo>
                  <a:cubicBezTo>
                    <a:pt x="2109" y="623"/>
                    <a:pt x="1980" y="648"/>
                    <a:pt x="1965" y="652"/>
                  </a:cubicBezTo>
                  <a:cubicBezTo>
                    <a:pt x="1953" y="655"/>
                    <a:pt x="1939" y="653"/>
                    <a:pt x="1939" y="653"/>
                  </a:cubicBezTo>
                  <a:cubicBezTo>
                    <a:pt x="1939" y="653"/>
                    <a:pt x="1863" y="648"/>
                    <a:pt x="1862" y="672"/>
                  </a:cubicBezTo>
                  <a:cubicBezTo>
                    <a:pt x="1862" y="692"/>
                    <a:pt x="1932" y="689"/>
                    <a:pt x="1932" y="689"/>
                  </a:cubicBezTo>
                  <a:cubicBezTo>
                    <a:pt x="2129" y="849"/>
                    <a:pt x="2129" y="849"/>
                    <a:pt x="2129" y="849"/>
                  </a:cubicBezTo>
                  <a:cubicBezTo>
                    <a:pt x="1812" y="849"/>
                    <a:pt x="1812" y="849"/>
                    <a:pt x="1812" y="849"/>
                  </a:cubicBezTo>
                  <a:cubicBezTo>
                    <a:pt x="1574" y="683"/>
                    <a:pt x="1574" y="683"/>
                    <a:pt x="1574" y="683"/>
                  </a:cubicBezTo>
                  <a:cubicBezTo>
                    <a:pt x="1574" y="683"/>
                    <a:pt x="1518" y="684"/>
                    <a:pt x="1518" y="672"/>
                  </a:cubicBezTo>
                  <a:close/>
                  <a:moveTo>
                    <a:pt x="1151" y="666"/>
                  </a:moveTo>
                  <a:cubicBezTo>
                    <a:pt x="1164" y="658"/>
                    <a:pt x="1204" y="659"/>
                    <a:pt x="1204" y="659"/>
                  </a:cubicBezTo>
                  <a:cubicBezTo>
                    <a:pt x="1204" y="659"/>
                    <a:pt x="1219" y="662"/>
                    <a:pt x="1235" y="658"/>
                  </a:cubicBezTo>
                  <a:cubicBezTo>
                    <a:pt x="1251" y="654"/>
                    <a:pt x="1379" y="640"/>
                    <a:pt x="1379" y="640"/>
                  </a:cubicBezTo>
                  <a:cubicBezTo>
                    <a:pt x="1379" y="640"/>
                    <a:pt x="1389" y="633"/>
                    <a:pt x="1396" y="638"/>
                  </a:cubicBezTo>
                  <a:cubicBezTo>
                    <a:pt x="1403" y="643"/>
                    <a:pt x="1428" y="651"/>
                    <a:pt x="1449" y="633"/>
                  </a:cubicBezTo>
                  <a:cubicBezTo>
                    <a:pt x="1470" y="615"/>
                    <a:pt x="1457" y="595"/>
                    <a:pt x="1450" y="591"/>
                  </a:cubicBezTo>
                  <a:cubicBezTo>
                    <a:pt x="1450" y="590"/>
                    <a:pt x="1450" y="590"/>
                    <a:pt x="1450" y="590"/>
                  </a:cubicBezTo>
                  <a:cubicBezTo>
                    <a:pt x="1457" y="586"/>
                    <a:pt x="1470" y="566"/>
                    <a:pt x="1449" y="548"/>
                  </a:cubicBezTo>
                  <a:cubicBezTo>
                    <a:pt x="1428" y="530"/>
                    <a:pt x="1401" y="539"/>
                    <a:pt x="1396" y="543"/>
                  </a:cubicBezTo>
                  <a:cubicBezTo>
                    <a:pt x="1390" y="546"/>
                    <a:pt x="1389" y="544"/>
                    <a:pt x="1383" y="540"/>
                  </a:cubicBezTo>
                  <a:cubicBezTo>
                    <a:pt x="1376" y="535"/>
                    <a:pt x="1201" y="447"/>
                    <a:pt x="1201" y="447"/>
                  </a:cubicBezTo>
                  <a:cubicBezTo>
                    <a:pt x="1201" y="447"/>
                    <a:pt x="1145" y="451"/>
                    <a:pt x="1145" y="421"/>
                  </a:cubicBezTo>
                  <a:cubicBezTo>
                    <a:pt x="1145" y="385"/>
                    <a:pt x="1202" y="391"/>
                    <a:pt x="1202" y="391"/>
                  </a:cubicBezTo>
                  <a:cubicBezTo>
                    <a:pt x="1202" y="391"/>
                    <a:pt x="1217" y="397"/>
                    <a:pt x="1233" y="388"/>
                  </a:cubicBezTo>
                  <a:cubicBezTo>
                    <a:pt x="1249" y="379"/>
                    <a:pt x="1377" y="316"/>
                    <a:pt x="1377" y="316"/>
                  </a:cubicBezTo>
                  <a:cubicBezTo>
                    <a:pt x="1377" y="316"/>
                    <a:pt x="1387" y="309"/>
                    <a:pt x="1394" y="314"/>
                  </a:cubicBezTo>
                  <a:cubicBezTo>
                    <a:pt x="1401" y="318"/>
                    <a:pt x="1426" y="327"/>
                    <a:pt x="1447" y="309"/>
                  </a:cubicBezTo>
                  <a:cubicBezTo>
                    <a:pt x="1468" y="291"/>
                    <a:pt x="1455" y="271"/>
                    <a:pt x="1448" y="266"/>
                  </a:cubicBezTo>
                  <a:cubicBezTo>
                    <a:pt x="1448" y="266"/>
                    <a:pt x="1448" y="266"/>
                    <a:pt x="1448" y="266"/>
                  </a:cubicBezTo>
                  <a:cubicBezTo>
                    <a:pt x="1455" y="261"/>
                    <a:pt x="1468" y="241"/>
                    <a:pt x="1447" y="223"/>
                  </a:cubicBezTo>
                  <a:cubicBezTo>
                    <a:pt x="1426" y="205"/>
                    <a:pt x="1401" y="213"/>
                    <a:pt x="1394" y="218"/>
                  </a:cubicBezTo>
                  <a:cubicBezTo>
                    <a:pt x="1387" y="223"/>
                    <a:pt x="1377" y="216"/>
                    <a:pt x="1377" y="216"/>
                  </a:cubicBezTo>
                  <a:cubicBezTo>
                    <a:pt x="1377" y="216"/>
                    <a:pt x="1248" y="198"/>
                    <a:pt x="1233" y="194"/>
                  </a:cubicBezTo>
                  <a:cubicBezTo>
                    <a:pt x="1221" y="191"/>
                    <a:pt x="1202" y="193"/>
                    <a:pt x="1202" y="193"/>
                  </a:cubicBezTo>
                  <a:cubicBezTo>
                    <a:pt x="1202" y="193"/>
                    <a:pt x="1157" y="194"/>
                    <a:pt x="1147" y="185"/>
                  </a:cubicBezTo>
                  <a:cubicBezTo>
                    <a:pt x="1493" y="185"/>
                    <a:pt x="1493" y="185"/>
                    <a:pt x="1493" y="185"/>
                  </a:cubicBezTo>
                  <a:cubicBezTo>
                    <a:pt x="1502" y="202"/>
                    <a:pt x="1568" y="198"/>
                    <a:pt x="1568" y="198"/>
                  </a:cubicBezTo>
                  <a:cubicBezTo>
                    <a:pt x="1568" y="198"/>
                    <a:pt x="1582" y="197"/>
                    <a:pt x="1594" y="200"/>
                  </a:cubicBezTo>
                  <a:cubicBezTo>
                    <a:pt x="1610" y="203"/>
                    <a:pt x="1738" y="233"/>
                    <a:pt x="1738" y="233"/>
                  </a:cubicBezTo>
                  <a:cubicBezTo>
                    <a:pt x="1738" y="233"/>
                    <a:pt x="1757" y="245"/>
                    <a:pt x="1772" y="246"/>
                  </a:cubicBezTo>
                  <a:cubicBezTo>
                    <a:pt x="1790" y="247"/>
                    <a:pt x="1801" y="254"/>
                    <a:pt x="1801" y="265"/>
                  </a:cubicBezTo>
                  <a:cubicBezTo>
                    <a:pt x="1801" y="276"/>
                    <a:pt x="1798" y="287"/>
                    <a:pt x="1779" y="288"/>
                  </a:cubicBezTo>
                  <a:cubicBezTo>
                    <a:pt x="1764" y="289"/>
                    <a:pt x="1742" y="301"/>
                    <a:pt x="1742" y="301"/>
                  </a:cubicBezTo>
                  <a:cubicBezTo>
                    <a:pt x="1742" y="301"/>
                    <a:pt x="1610" y="363"/>
                    <a:pt x="1594" y="372"/>
                  </a:cubicBezTo>
                  <a:cubicBezTo>
                    <a:pt x="1582" y="379"/>
                    <a:pt x="1568" y="376"/>
                    <a:pt x="1568" y="376"/>
                  </a:cubicBezTo>
                  <a:cubicBezTo>
                    <a:pt x="1568" y="376"/>
                    <a:pt x="1492" y="365"/>
                    <a:pt x="1492" y="420"/>
                  </a:cubicBezTo>
                  <a:cubicBezTo>
                    <a:pt x="1491" y="468"/>
                    <a:pt x="1562" y="461"/>
                    <a:pt x="1562" y="461"/>
                  </a:cubicBezTo>
                  <a:cubicBezTo>
                    <a:pt x="1774" y="570"/>
                    <a:pt x="1774" y="570"/>
                    <a:pt x="1774" y="570"/>
                  </a:cubicBezTo>
                  <a:cubicBezTo>
                    <a:pt x="1791" y="571"/>
                    <a:pt x="1803" y="578"/>
                    <a:pt x="1803" y="589"/>
                  </a:cubicBezTo>
                  <a:cubicBezTo>
                    <a:pt x="1803" y="600"/>
                    <a:pt x="1800" y="611"/>
                    <a:pt x="1781" y="612"/>
                  </a:cubicBezTo>
                  <a:cubicBezTo>
                    <a:pt x="1765" y="613"/>
                    <a:pt x="1743" y="625"/>
                    <a:pt x="1743" y="625"/>
                  </a:cubicBezTo>
                  <a:cubicBezTo>
                    <a:pt x="1743" y="625"/>
                    <a:pt x="1611" y="647"/>
                    <a:pt x="1596" y="651"/>
                  </a:cubicBezTo>
                  <a:cubicBezTo>
                    <a:pt x="1584" y="654"/>
                    <a:pt x="1570" y="653"/>
                    <a:pt x="1570" y="653"/>
                  </a:cubicBezTo>
                  <a:cubicBezTo>
                    <a:pt x="1570" y="653"/>
                    <a:pt x="1506" y="649"/>
                    <a:pt x="1495" y="666"/>
                  </a:cubicBezTo>
                  <a:lnTo>
                    <a:pt x="1151" y="666"/>
                  </a:lnTo>
                  <a:close/>
                  <a:moveTo>
                    <a:pt x="778" y="672"/>
                  </a:moveTo>
                  <a:cubicBezTo>
                    <a:pt x="778" y="657"/>
                    <a:pt x="835" y="659"/>
                    <a:pt x="835" y="659"/>
                  </a:cubicBezTo>
                  <a:cubicBezTo>
                    <a:pt x="835" y="659"/>
                    <a:pt x="849" y="662"/>
                    <a:pt x="865" y="658"/>
                  </a:cubicBezTo>
                  <a:cubicBezTo>
                    <a:pt x="881" y="654"/>
                    <a:pt x="1017" y="633"/>
                    <a:pt x="1046" y="629"/>
                  </a:cubicBezTo>
                  <a:cubicBezTo>
                    <a:pt x="1070" y="625"/>
                    <a:pt x="1083" y="617"/>
                    <a:pt x="1087" y="602"/>
                  </a:cubicBezTo>
                  <a:cubicBezTo>
                    <a:pt x="1438" y="602"/>
                    <a:pt x="1438" y="602"/>
                    <a:pt x="1438" y="602"/>
                  </a:cubicBezTo>
                  <a:cubicBezTo>
                    <a:pt x="1438" y="600"/>
                    <a:pt x="1438" y="600"/>
                    <a:pt x="1438" y="600"/>
                  </a:cubicBezTo>
                  <a:cubicBezTo>
                    <a:pt x="1441" y="607"/>
                    <a:pt x="1441" y="615"/>
                    <a:pt x="1431" y="623"/>
                  </a:cubicBezTo>
                  <a:cubicBezTo>
                    <a:pt x="1417" y="634"/>
                    <a:pt x="1403" y="624"/>
                    <a:pt x="1395" y="620"/>
                  </a:cubicBezTo>
                  <a:cubicBezTo>
                    <a:pt x="1381" y="615"/>
                    <a:pt x="1369" y="623"/>
                    <a:pt x="1369" y="623"/>
                  </a:cubicBezTo>
                  <a:cubicBezTo>
                    <a:pt x="1369" y="623"/>
                    <a:pt x="1240" y="648"/>
                    <a:pt x="1225" y="652"/>
                  </a:cubicBezTo>
                  <a:cubicBezTo>
                    <a:pt x="1213" y="655"/>
                    <a:pt x="1199" y="653"/>
                    <a:pt x="1199" y="653"/>
                  </a:cubicBezTo>
                  <a:cubicBezTo>
                    <a:pt x="1199" y="653"/>
                    <a:pt x="1123" y="648"/>
                    <a:pt x="1122" y="672"/>
                  </a:cubicBezTo>
                  <a:cubicBezTo>
                    <a:pt x="1122" y="692"/>
                    <a:pt x="1192" y="689"/>
                    <a:pt x="1192" y="689"/>
                  </a:cubicBezTo>
                  <a:cubicBezTo>
                    <a:pt x="1390" y="849"/>
                    <a:pt x="1390" y="849"/>
                    <a:pt x="1390" y="849"/>
                  </a:cubicBezTo>
                  <a:cubicBezTo>
                    <a:pt x="1072" y="849"/>
                    <a:pt x="1072" y="849"/>
                    <a:pt x="1072" y="849"/>
                  </a:cubicBezTo>
                  <a:cubicBezTo>
                    <a:pt x="834" y="683"/>
                    <a:pt x="834" y="683"/>
                    <a:pt x="834" y="683"/>
                  </a:cubicBezTo>
                  <a:cubicBezTo>
                    <a:pt x="834" y="683"/>
                    <a:pt x="778" y="684"/>
                    <a:pt x="778" y="672"/>
                  </a:cubicBezTo>
                  <a:close/>
                  <a:moveTo>
                    <a:pt x="398" y="667"/>
                  </a:moveTo>
                  <a:cubicBezTo>
                    <a:pt x="410" y="658"/>
                    <a:pt x="452" y="659"/>
                    <a:pt x="452" y="659"/>
                  </a:cubicBezTo>
                  <a:cubicBezTo>
                    <a:pt x="452" y="659"/>
                    <a:pt x="467" y="662"/>
                    <a:pt x="483" y="658"/>
                  </a:cubicBezTo>
                  <a:cubicBezTo>
                    <a:pt x="499" y="654"/>
                    <a:pt x="627" y="640"/>
                    <a:pt x="627" y="640"/>
                  </a:cubicBezTo>
                  <a:cubicBezTo>
                    <a:pt x="627" y="640"/>
                    <a:pt x="637" y="633"/>
                    <a:pt x="644" y="638"/>
                  </a:cubicBezTo>
                  <a:cubicBezTo>
                    <a:pt x="651" y="643"/>
                    <a:pt x="676" y="651"/>
                    <a:pt x="697" y="633"/>
                  </a:cubicBezTo>
                  <a:cubicBezTo>
                    <a:pt x="718" y="615"/>
                    <a:pt x="705" y="595"/>
                    <a:pt x="698" y="591"/>
                  </a:cubicBezTo>
                  <a:cubicBezTo>
                    <a:pt x="698" y="590"/>
                    <a:pt x="698" y="590"/>
                    <a:pt x="698" y="590"/>
                  </a:cubicBezTo>
                  <a:cubicBezTo>
                    <a:pt x="705" y="586"/>
                    <a:pt x="718" y="566"/>
                    <a:pt x="697" y="548"/>
                  </a:cubicBezTo>
                  <a:cubicBezTo>
                    <a:pt x="676" y="530"/>
                    <a:pt x="650" y="539"/>
                    <a:pt x="644" y="543"/>
                  </a:cubicBezTo>
                  <a:cubicBezTo>
                    <a:pt x="638" y="546"/>
                    <a:pt x="637" y="544"/>
                    <a:pt x="631" y="540"/>
                  </a:cubicBezTo>
                  <a:cubicBezTo>
                    <a:pt x="624" y="535"/>
                    <a:pt x="449" y="447"/>
                    <a:pt x="449" y="447"/>
                  </a:cubicBezTo>
                  <a:cubicBezTo>
                    <a:pt x="449" y="447"/>
                    <a:pt x="393" y="451"/>
                    <a:pt x="393" y="421"/>
                  </a:cubicBezTo>
                  <a:cubicBezTo>
                    <a:pt x="393" y="385"/>
                    <a:pt x="450" y="391"/>
                    <a:pt x="450" y="391"/>
                  </a:cubicBezTo>
                  <a:cubicBezTo>
                    <a:pt x="450" y="391"/>
                    <a:pt x="465" y="397"/>
                    <a:pt x="481" y="388"/>
                  </a:cubicBezTo>
                  <a:cubicBezTo>
                    <a:pt x="497" y="379"/>
                    <a:pt x="625" y="316"/>
                    <a:pt x="625" y="316"/>
                  </a:cubicBezTo>
                  <a:cubicBezTo>
                    <a:pt x="625" y="316"/>
                    <a:pt x="635" y="309"/>
                    <a:pt x="642" y="314"/>
                  </a:cubicBezTo>
                  <a:cubicBezTo>
                    <a:pt x="649" y="318"/>
                    <a:pt x="674" y="327"/>
                    <a:pt x="695" y="309"/>
                  </a:cubicBezTo>
                  <a:cubicBezTo>
                    <a:pt x="716" y="291"/>
                    <a:pt x="703" y="271"/>
                    <a:pt x="696" y="266"/>
                  </a:cubicBezTo>
                  <a:cubicBezTo>
                    <a:pt x="696" y="266"/>
                    <a:pt x="696" y="266"/>
                    <a:pt x="696" y="266"/>
                  </a:cubicBezTo>
                  <a:cubicBezTo>
                    <a:pt x="703" y="261"/>
                    <a:pt x="716" y="241"/>
                    <a:pt x="695" y="223"/>
                  </a:cubicBezTo>
                  <a:cubicBezTo>
                    <a:pt x="674" y="205"/>
                    <a:pt x="649" y="213"/>
                    <a:pt x="642" y="218"/>
                  </a:cubicBezTo>
                  <a:cubicBezTo>
                    <a:pt x="635" y="223"/>
                    <a:pt x="625" y="216"/>
                    <a:pt x="625" y="216"/>
                  </a:cubicBezTo>
                  <a:cubicBezTo>
                    <a:pt x="625" y="216"/>
                    <a:pt x="496" y="198"/>
                    <a:pt x="481" y="194"/>
                  </a:cubicBezTo>
                  <a:cubicBezTo>
                    <a:pt x="469" y="191"/>
                    <a:pt x="450" y="193"/>
                    <a:pt x="450" y="193"/>
                  </a:cubicBezTo>
                  <a:cubicBezTo>
                    <a:pt x="450" y="193"/>
                    <a:pt x="405" y="194"/>
                    <a:pt x="395" y="185"/>
                  </a:cubicBezTo>
                  <a:cubicBezTo>
                    <a:pt x="753" y="185"/>
                    <a:pt x="753" y="185"/>
                    <a:pt x="753" y="185"/>
                  </a:cubicBezTo>
                  <a:cubicBezTo>
                    <a:pt x="762" y="202"/>
                    <a:pt x="828" y="198"/>
                    <a:pt x="828" y="198"/>
                  </a:cubicBezTo>
                  <a:cubicBezTo>
                    <a:pt x="828" y="198"/>
                    <a:pt x="842" y="197"/>
                    <a:pt x="854" y="200"/>
                  </a:cubicBezTo>
                  <a:cubicBezTo>
                    <a:pt x="870" y="203"/>
                    <a:pt x="998" y="233"/>
                    <a:pt x="998" y="233"/>
                  </a:cubicBezTo>
                  <a:cubicBezTo>
                    <a:pt x="998" y="233"/>
                    <a:pt x="1017" y="245"/>
                    <a:pt x="1032" y="246"/>
                  </a:cubicBezTo>
                  <a:cubicBezTo>
                    <a:pt x="1050" y="247"/>
                    <a:pt x="1061" y="254"/>
                    <a:pt x="1061" y="265"/>
                  </a:cubicBezTo>
                  <a:cubicBezTo>
                    <a:pt x="1061" y="276"/>
                    <a:pt x="1058" y="287"/>
                    <a:pt x="1039" y="288"/>
                  </a:cubicBezTo>
                  <a:cubicBezTo>
                    <a:pt x="1024" y="289"/>
                    <a:pt x="1002" y="301"/>
                    <a:pt x="1002" y="301"/>
                  </a:cubicBezTo>
                  <a:cubicBezTo>
                    <a:pt x="1002" y="301"/>
                    <a:pt x="870" y="363"/>
                    <a:pt x="854" y="372"/>
                  </a:cubicBezTo>
                  <a:cubicBezTo>
                    <a:pt x="842" y="379"/>
                    <a:pt x="828" y="376"/>
                    <a:pt x="828" y="376"/>
                  </a:cubicBezTo>
                  <a:cubicBezTo>
                    <a:pt x="828" y="376"/>
                    <a:pt x="752" y="365"/>
                    <a:pt x="752" y="420"/>
                  </a:cubicBezTo>
                  <a:cubicBezTo>
                    <a:pt x="751" y="468"/>
                    <a:pt x="822" y="461"/>
                    <a:pt x="822" y="461"/>
                  </a:cubicBezTo>
                  <a:cubicBezTo>
                    <a:pt x="1034" y="570"/>
                    <a:pt x="1034" y="570"/>
                    <a:pt x="1034" y="570"/>
                  </a:cubicBezTo>
                  <a:cubicBezTo>
                    <a:pt x="1051" y="571"/>
                    <a:pt x="1063" y="578"/>
                    <a:pt x="1063" y="589"/>
                  </a:cubicBezTo>
                  <a:cubicBezTo>
                    <a:pt x="1063" y="600"/>
                    <a:pt x="1060" y="611"/>
                    <a:pt x="1041" y="612"/>
                  </a:cubicBezTo>
                  <a:cubicBezTo>
                    <a:pt x="1025" y="613"/>
                    <a:pt x="1003" y="625"/>
                    <a:pt x="1003" y="625"/>
                  </a:cubicBezTo>
                  <a:cubicBezTo>
                    <a:pt x="1003" y="625"/>
                    <a:pt x="871" y="647"/>
                    <a:pt x="856" y="651"/>
                  </a:cubicBezTo>
                  <a:cubicBezTo>
                    <a:pt x="844" y="654"/>
                    <a:pt x="830" y="653"/>
                    <a:pt x="830" y="653"/>
                  </a:cubicBezTo>
                  <a:cubicBezTo>
                    <a:pt x="830" y="653"/>
                    <a:pt x="764" y="649"/>
                    <a:pt x="755" y="667"/>
                  </a:cubicBezTo>
                  <a:lnTo>
                    <a:pt x="398" y="667"/>
                  </a:lnTo>
                  <a:close/>
                  <a:moveTo>
                    <a:pt x="26" y="672"/>
                  </a:moveTo>
                  <a:cubicBezTo>
                    <a:pt x="26" y="657"/>
                    <a:pt x="83" y="659"/>
                    <a:pt x="83" y="659"/>
                  </a:cubicBezTo>
                  <a:cubicBezTo>
                    <a:pt x="83" y="659"/>
                    <a:pt x="98" y="662"/>
                    <a:pt x="114" y="658"/>
                  </a:cubicBezTo>
                  <a:cubicBezTo>
                    <a:pt x="130" y="654"/>
                    <a:pt x="265" y="633"/>
                    <a:pt x="294" y="629"/>
                  </a:cubicBezTo>
                  <a:cubicBezTo>
                    <a:pt x="318" y="625"/>
                    <a:pt x="331" y="617"/>
                    <a:pt x="336" y="602"/>
                  </a:cubicBezTo>
                  <a:cubicBezTo>
                    <a:pt x="686" y="602"/>
                    <a:pt x="686" y="602"/>
                    <a:pt x="686" y="602"/>
                  </a:cubicBezTo>
                  <a:cubicBezTo>
                    <a:pt x="686" y="600"/>
                    <a:pt x="686" y="600"/>
                    <a:pt x="686" y="600"/>
                  </a:cubicBezTo>
                  <a:cubicBezTo>
                    <a:pt x="689" y="607"/>
                    <a:pt x="690" y="615"/>
                    <a:pt x="679" y="623"/>
                  </a:cubicBezTo>
                  <a:cubicBezTo>
                    <a:pt x="665" y="634"/>
                    <a:pt x="651" y="624"/>
                    <a:pt x="643" y="620"/>
                  </a:cubicBezTo>
                  <a:cubicBezTo>
                    <a:pt x="629" y="615"/>
                    <a:pt x="617" y="623"/>
                    <a:pt x="617" y="623"/>
                  </a:cubicBezTo>
                  <a:cubicBezTo>
                    <a:pt x="617" y="623"/>
                    <a:pt x="489" y="648"/>
                    <a:pt x="473" y="652"/>
                  </a:cubicBezTo>
                  <a:cubicBezTo>
                    <a:pt x="461" y="655"/>
                    <a:pt x="447" y="653"/>
                    <a:pt x="447" y="653"/>
                  </a:cubicBezTo>
                  <a:cubicBezTo>
                    <a:pt x="447" y="653"/>
                    <a:pt x="371" y="648"/>
                    <a:pt x="371" y="672"/>
                  </a:cubicBezTo>
                  <a:cubicBezTo>
                    <a:pt x="370" y="692"/>
                    <a:pt x="441" y="689"/>
                    <a:pt x="441" y="689"/>
                  </a:cubicBezTo>
                  <a:cubicBezTo>
                    <a:pt x="638" y="849"/>
                    <a:pt x="638" y="849"/>
                    <a:pt x="638" y="849"/>
                  </a:cubicBezTo>
                  <a:cubicBezTo>
                    <a:pt x="321" y="849"/>
                    <a:pt x="321" y="849"/>
                    <a:pt x="321" y="849"/>
                  </a:cubicBezTo>
                  <a:cubicBezTo>
                    <a:pt x="82" y="683"/>
                    <a:pt x="82" y="683"/>
                    <a:pt x="82" y="683"/>
                  </a:cubicBezTo>
                  <a:cubicBezTo>
                    <a:pt x="82" y="683"/>
                    <a:pt x="26" y="684"/>
                    <a:pt x="26" y="672"/>
                  </a:cubicBezTo>
                  <a:close/>
                </a:path>
              </a:pathLst>
            </a:custGeom>
            <a:solidFill>
              <a:srgbClr val="545454"/>
            </a:solidFill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1" name="Freeform 72">
              <a:extLst>
                <a:ext uri="{FF2B5EF4-FFF2-40B4-BE49-F238E27FC236}">
                  <a16:creationId xmlns:a16="http://schemas.microsoft.com/office/drawing/2014/main" id="{1C1B6329-9097-42AE-B7A3-6D25765B96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0" y="818"/>
              <a:ext cx="2281" cy="887"/>
            </a:xfrm>
            <a:custGeom>
              <a:avLst/>
              <a:gdLst>
                <a:gd name="T0" fmla="*/ 2119 w 2210"/>
                <a:gd name="T1" fmla="*/ 704 h 857"/>
                <a:gd name="T2" fmla="*/ 2114 w 2210"/>
                <a:gd name="T3" fmla="*/ 252 h 857"/>
                <a:gd name="T4" fmla="*/ 2429 w 2210"/>
                <a:gd name="T5" fmla="*/ 79 h 857"/>
                <a:gd name="T6" fmla="*/ 1671 w 2210"/>
                <a:gd name="T7" fmla="*/ 8 h 857"/>
                <a:gd name="T8" fmla="*/ 1270 w 2210"/>
                <a:gd name="T9" fmla="*/ 0 h 857"/>
                <a:gd name="T10" fmla="*/ 789 w 2210"/>
                <a:gd name="T11" fmla="*/ 72 h 857"/>
                <a:gd name="T12" fmla="*/ 296 w 2210"/>
                <a:gd name="T13" fmla="*/ 62 h 857"/>
                <a:gd name="T14" fmla="*/ 26 w 2210"/>
                <a:gd name="T15" fmla="*/ 147 h 857"/>
                <a:gd name="T16" fmla="*/ 261 w 2210"/>
                <a:gd name="T17" fmla="*/ 412 h 857"/>
                <a:gd name="T18" fmla="*/ 24 w 2210"/>
                <a:gd name="T19" fmla="*/ 669 h 857"/>
                <a:gd name="T20" fmla="*/ 259 w 2210"/>
                <a:gd name="T21" fmla="*/ 847 h 857"/>
                <a:gd name="T22" fmla="*/ 25 w 2210"/>
                <a:gd name="T23" fmla="*/ 946 h 857"/>
                <a:gd name="T24" fmla="*/ 1106 w 2210"/>
                <a:gd name="T25" fmla="*/ 886 h 857"/>
                <a:gd name="T26" fmla="*/ 1600 w 2210"/>
                <a:gd name="T27" fmla="*/ 874 h 857"/>
                <a:gd name="T28" fmla="*/ 2093 w 2210"/>
                <a:gd name="T29" fmla="*/ 950 h 857"/>
                <a:gd name="T30" fmla="*/ 2340 w 2210"/>
                <a:gd name="T31" fmla="*/ 416 h 857"/>
                <a:gd name="T32" fmla="*/ 1682 w 2210"/>
                <a:gd name="T33" fmla="*/ 685 h 857"/>
                <a:gd name="T34" fmla="*/ 1911 w 2210"/>
                <a:gd name="T35" fmla="*/ 386 h 857"/>
                <a:gd name="T36" fmla="*/ 2109 w 2210"/>
                <a:gd name="T37" fmla="*/ 278 h 857"/>
                <a:gd name="T38" fmla="*/ 2340 w 2210"/>
                <a:gd name="T39" fmla="*/ 97 h 857"/>
                <a:gd name="T40" fmla="*/ 1724 w 2210"/>
                <a:gd name="T41" fmla="*/ 166 h 857"/>
                <a:gd name="T42" fmla="*/ 1121 w 2210"/>
                <a:gd name="T43" fmla="*/ 54 h 857"/>
                <a:gd name="T44" fmla="*/ 1479 w 2210"/>
                <a:gd name="T45" fmla="*/ 99 h 857"/>
                <a:gd name="T46" fmla="*/ 926 w 2210"/>
                <a:gd name="T47" fmla="*/ 162 h 857"/>
                <a:gd name="T48" fmla="*/ 1086 w 2210"/>
                <a:gd name="T49" fmla="*/ 386 h 857"/>
                <a:gd name="T50" fmla="*/ 1281 w 2210"/>
                <a:gd name="T51" fmla="*/ 278 h 857"/>
                <a:gd name="T52" fmla="*/ 1232 w 2210"/>
                <a:gd name="T53" fmla="*/ 725 h 857"/>
                <a:gd name="T54" fmla="*/ 1197 w 2210"/>
                <a:gd name="T55" fmla="*/ 464 h 857"/>
                <a:gd name="T56" fmla="*/ 299 w 2210"/>
                <a:gd name="T57" fmla="*/ 106 h 857"/>
                <a:gd name="T58" fmla="*/ 762 w 2210"/>
                <a:gd name="T59" fmla="*/ 79 h 857"/>
                <a:gd name="T60" fmla="*/ 43 w 2210"/>
                <a:gd name="T61" fmla="*/ 162 h 857"/>
                <a:gd name="T62" fmla="*/ 299 w 2210"/>
                <a:gd name="T63" fmla="*/ 392 h 857"/>
                <a:gd name="T64" fmla="*/ 421 w 2210"/>
                <a:gd name="T65" fmla="*/ 233 h 857"/>
                <a:gd name="T66" fmla="*/ 469 w 2210"/>
                <a:gd name="T67" fmla="*/ 679 h 857"/>
                <a:gd name="T68" fmla="*/ 90 w 2210"/>
                <a:gd name="T69" fmla="*/ 942 h 857"/>
                <a:gd name="T70" fmla="*/ 82 w 2210"/>
                <a:gd name="T71" fmla="*/ 786 h 857"/>
                <a:gd name="T72" fmla="*/ 698 w 2210"/>
                <a:gd name="T73" fmla="*/ 848 h 857"/>
                <a:gd name="T74" fmla="*/ 512 w 2210"/>
                <a:gd name="T75" fmla="*/ 793 h 857"/>
                <a:gd name="T76" fmla="*/ 705 w 2210"/>
                <a:gd name="T77" fmla="*/ 392 h 857"/>
                <a:gd name="T78" fmla="*/ 518 w 2210"/>
                <a:gd name="T79" fmla="*/ 162 h 857"/>
                <a:gd name="T80" fmla="*/ 1073 w 2210"/>
                <a:gd name="T81" fmla="*/ 99 h 857"/>
                <a:gd name="T82" fmla="*/ 839 w 2210"/>
                <a:gd name="T83" fmla="*/ 285 h 857"/>
                <a:gd name="T84" fmla="*/ 1109 w 2210"/>
                <a:gd name="T85" fmla="*/ 507 h 857"/>
                <a:gd name="T86" fmla="*/ 836 w 2210"/>
                <a:gd name="T87" fmla="*/ 805 h 857"/>
                <a:gd name="T88" fmla="*/ 786 w 2210"/>
                <a:gd name="T89" fmla="*/ 859 h 857"/>
                <a:gd name="T90" fmla="*/ 1112 w 2210"/>
                <a:gd name="T91" fmla="*/ 837 h 857"/>
                <a:gd name="T92" fmla="*/ 1233 w 2210"/>
                <a:gd name="T93" fmla="*/ 757 h 857"/>
                <a:gd name="T94" fmla="*/ 1600 w 2210"/>
                <a:gd name="T95" fmla="*/ 860 h 857"/>
                <a:gd name="T96" fmla="*/ 1292 w 2210"/>
                <a:gd name="T97" fmla="*/ 704 h 857"/>
                <a:gd name="T98" fmla="*/ 1287 w 2210"/>
                <a:gd name="T99" fmla="*/ 252 h 857"/>
                <a:gd name="T100" fmla="*/ 1602 w 2210"/>
                <a:gd name="T101" fmla="*/ 86 h 857"/>
                <a:gd name="T102" fmla="*/ 1665 w 2210"/>
                <a:gd name="T103" fmla="*/ 147 h 857"/>
                <a:gd name="T104" fmla="*/ 1900 w 2210"/>
                <a:gd name="T105" fmla="*/ 412 h 857"/>
                <a:gd name="T106" fmla="*/ 1664 w 2210"/>
                <a:gd name="T107" fmla="*/ 669 h 857"/>
                <a:gd name="T108" fmla="*/ 1898 w 2210"/>
                <a:gd name="T109" fmla="*/ 847 h 857"/>
                <a:gd name="T110" fmla="*/ 1727 w 2210"/>
                <a:gd name="T111" fmla="*/ 942 h 857"/>
                <a:gd name="T112" fmla="*/ 1723 w 2210"/>
                <a:gd name="T113" fmla="*/ 786 h 857"/>
                <a:gd name="T114" fmla="*/ 2339 w 2210"/>
                <a:gd name="T115" fmla="*/ 848 h 8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10" h="857">
                  <a:moveTo>
                    <a:pt x="2132" y="755"/>
                  </a:moveTo>
                  <a:cubicBezTo>
                    <a:pt x="2132" y="755"/>
                    <a:pt x="2118" y="757"/>
                    <a:pt x="2106" y="753"/>
                  </a:cubicBezTo>
                  <a:cubicBezTo>
                    <a:pt x="2090" y="747"/>
                    <a:pt x="1958" y="715"/>
                    <a:pt x="1958" y="715"/>
                  </a:cubicBezTo>
                  <a:cubicBezTo>
                    <a:pt x="1958" y="715"/>
                    <a:pt x="1936" y="698"/>
                    <a:pt x="1920" y="696"/>
                  </a:cubicBezTo>
                  <a:cubicBezTo>
                    <a:pt x="1902" y="694"/>
                    <a:pt x="1899" y="678"/>
                    <a:pt x="1899" y="662"/>
                  </a:cubicBezTo>
                  <a:cubicBezTo>
                    <a:pt x="1899" y="646"/>
                    <a:pt x="1910" y="637"/>
                    <a:pt x="1927" y="635"/>
                  </a:cubicBezTo>
                  <a:cubicBezTo>
                    <a:pt x="2139" y="477"/>
                    <a:pt x="2139" y="477"/>
                    <a:pt x="2139" y="477"/>
                  </a:cubicBezTo>
                  <a:cubicBezTo>
                    <a:pt x="2139" y="477"/>
                    <a:pt x="2210" y="487"/>
                    <a:pt x="2209" y="418"/>
                  </a:cubicBezTo>
                  <a:cubicBezTo>
                    <a:pt x="2209" y="338"/>
                    <a:pt x="2133" y="354"/>
                    <a:pt x="2133" y="354"/>
                  </a:cubicBezTo>
                  <a:cubicBezTo>
                    <a:pt x="2133" y="354"/>
                    <a:pt x="2119" y="359"/>
                    <a:pt x="2107" y="348"/>
                  </a:cubicBezTo>
                  <a:cubicBezTo>
                    <a:pt x="2092" y="335"/>
                    <a:pt x="1960" y="246"/>
                    <a:pt x="1960" y="246"/>
                  </a:cubicBezTo>
                  <a:cubicBezTo>
                    <a:pt x="1960" y="246"/>
                    <a:pt x="1937" y="228"/>
                    <a:pt x="1922" y="227"/>
                  </a:cubicBezTo>
                  <a:cubicBezTo>
                    <a:pt x="1903" y="225"/>
                    <a:pt x="1900" y="209"/>
                    <a:pt x="1900" y="193"/>
                  </a:cubicBezTo>
                  <a:cubicBezTo>
                    <a:pt x="1900" y="177"/>
                    <a:pt x="1911" y="168"/>
                    <a:pt x="1929" y="166"/>
                  </a:cubicBezTo>
                  <a:cubicBezTo>
                    <a:pt x="1944" y="165"/>
                    <a:pt x="1963" y="147"/>
                    <a:pt x="1963" y="147"/>
                  </a:cubicBezTo>
                  <a:cubicBezTo>
                    <a:pt x="1963" y="147"/>
                    <a:pt x="2092" y="104"/>
                    <a:pt x="2107" y="98"/>
                  </a:cubicBezTo>
                  <a:cubicBezTo>
                    <a:pt x="2119" y="94"/>
                    <a:pt x="2133" y="96"/>
                    <a:pt x="2133" y="96"/>
                  </a:cubicBezTo>
                  <a:cubicBezTo>
                    <a:pt x="2133" y="96"/>
                    <a:pt x="2209" y="103"/>
                    <a:pt x="2209" y="71"/>
                  </a:cubicBezTo>
                  <a:cubicBezTo>
                    <a:pt x="2210" y="44"/>
                    <a:pt x="2139" y="48"/>
                    <a:pt x="2139" y="48"/>
                  </a:cubicBezTo>
                  <a:cubicBezTo>
                    <a:pt x="2139" y="48"/>
                    <a:pt x="1909" y="0"/>
                    <a:pt x="1904" y="0"/>
                  </a:cubicBezTo>
                  <a:cubicBezTo>
                    <a:pt x="1518" y="0"/>
                    <a:pt x="1518" y="0"/>
                    <a:pt x="1518" y="0"/>
                  </a:cubicBezTo>
                  <a:cubicBezTo>
                    <a:pt x="1513" y="0"/>
                    <a:pt x="1509" y="2"/>
                    <a:pt x="1509" y="4"/>
                  </a:cubicBezTo>
                  <a:cubicBezTo>
                    <a:pt x="1509" y="6"/>
                    <a:pt x="1513" y="8"/>
                    <a:pt x="1518" y="8"/>
                  </a:cubicBezTo>
                  <a:cubicBezTo>
                    <a:pt x="1520" y="8"/>
                    <a:pt x="1520" y="8"/>
                    <a:pt x="1520" y="8"/>
                  </a:cubicBezTo>
                  <a:cubicBezTo>
                    <a:pt x="1518" y="8"/>
                    <a:pt x="1518" y="8"/>
                    <a:pt x="1518" y="8"/>
                  </a:cubicBezTo>
                  <a:cubicBezTo>
                    <a:pt x="1760" y="56"/>
                    <a:pt x="1760" y="56"/>
                    <a:pt x="1760" y="56"/>
                  </a:cubicBezTo>
                  <a:cubicBezTo>
                    <a:pt x="1760" y="56"/>
                    <a:pt x="1804" y="54"/>
                    <a:pt x="1814" y="66"/>
                  </a:cubicBezTo>
                  <a:cubicBezTo>
                    <a:pt x="1457" y="66"/>
                    <a:pt x="1457" y="66"/>
                    <a:pt x="1457" y="66"/>
                  </a:cubicBezTo>
                  <a:cubicBezTo>
                    <a:pt x="1449" y="44"/>
                    <a:pt x="1388" y="48"/>
                    <a:pt x="1388" y="48"/>
                  </a:cubicBezTo>
                  <a:cubicBezTo>
                    <a:pt x="1388" y="48"/>
                    <a:pt x="1160" y="0"/>
                    <a:pt x="1155" y="0"/>
                  </a:cubicBezTo>
                  <a:cubicBezTo>
                    <a:pt x="769" y="0"/>
                    <a:pt x="769" y="0"/>
                    <a:pt x="769" y="0"/>
                  </a:cubicBezTo>
                  <a:cubicBezTo>
                    <a:pt x="764" y="0"/>
                    <a:pt x="759" y="2"/>
                    <a:pt x="759" y="4"/>
                  </a:cubicBezTo>
                  <a:cubicBezTo>
                    <a:pt x="759" y="6"/>
                    <a:pt x="763" y="8"/>
                    <a:pt x="768" y="8"/>
                  </a:cubicBezTo>
                  <a:cubicBezTo>
                    <a:pt x="1009" y="56"/>
                    <a:pt x="1009" y="56"/>
                    <a:pt x="1009" y="56"/>
                  </a:cubicBezTo>
                  <a:cubicBezTo>
                    <a:pt x="1009" y="56"/>
                    <a:pt x="1052" y="54"/>
                    <a:pt x="1062" y="66"/>
                  </a:cubicBezTo>
                  <a:cubicBezTo>
                    <a:pt x="717" y="66"/>
                    <a:pt x="717" y="66"/>
                    <a:pt x="717" y="66"/>
                  </a:cubicBezTo>
                  <a:cubicBezTo>
                    <a:pt x="709" y="44"/>
                    <a:pt x="648" y="48"/>
                    <a:pt x="648" y="48"/>
                  </a:cubicBezTo>
                  <a:cubicBezTo>
                    <a:pt x="648" y="48"/>
                    <a:pt x="410" y="0"/>
                    <a:pt x="402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2" y="0"/>
                    <a:pt x="26" y="2"/>
                    <a:pt x="26" y="4"/>
                  </a:cubicBezTo>
                  <a:cubicBezTo>
                    <a:pt x="26" y="5"/>
                    <a:pt x="27" y="7"/>
                    <a:pt x="30" y="7"/>
                  </a:cubicBezTo>
                  <a:cubicBezTo>
                    <a:pt x="269" y="56"/>
                    <a:pt x="269" y="56"/>
                    <a:pt x="269" y="56"/>
                  </a:cubicBezTo>
                  <a:cubicBezTo>
                    <a:pt x="269" y="56"/>
                    <a:pt x="324" y="54"/>
                    <a:pt x="324" y="71"/>
                  </a:cubicBezTo>
                  <a:cubicBezTo>
                    <a:pt x="324" y="91"/>
                    <a:pt x="268" y="88"/>
                    <a:pt x="268" y="88"/>
                  </a:cubicBezTo>
                  <a:cubicBezTo>
                    <a:pt x="268" y="88"/>
                    <a:pt x="248" y="85"/>
                    <a:pt x="237" y="90"/>
                  </a:cubicBezTo>
                  <a:cubicBezTo>
                    <a:pt x="222" y="95"/>
                    <a:pt x="93" y="122"/>
                    <a:pt x="93" y="122"/>
                  </a:cubicBezTo>
                  <a:cubicBezTo>
                    <a:pt x="93" y="122"/>
                    <a:pt x="83" y="132"/>
                    <a:pt x="76" y="125"/>
                  </a:cubicBezTo>
                  <a:cubicBezTo>
                    <a:pt x="69" y="118"/>
                    <a:pt x="44" y="106"/>
                    <a:pt x="23" y="132"/>
                  </a:cubicBezTo>
                  <a:cubicBezTo>
                    <a:pt x="2" y="158"/>
                    <a:pt x="15" y="187"/>
                    <a:pt x="22" y="194"/>
                  </a:cubicBezTo>
                  <a:cubicBezTo>
                    <a:pt x="22" y="195"/>
                    <a:pt x="22" y="195"/>
                    <a:pt x="22" y="195"/>
                  </a:cubicBezTo>
                  <a:cubicBezTo>
                    <a:pt x="15" y="202"/>
                    <a:pt x="2" y="231"/>
                    <a:pt x="23" y="257"/>
                  </a:cubicBezTo>
                  <a:cubicBezTo>
                    <a:pt x="44" y="283"/>
                    <a:pt x="69" y="271"/>
                    <a:pt x="76" y="264"/>
                  </a:cubicBezTo>
                  <a:cubicBezTo>
                    <a:pt x="83" y="257"/>
                    <a:pt x="93" y="267"/>
                    <a:pt x="93" y="267"/>
                  </a:cubicBezTo>
                  <a:cubicBezTo>
                    <a:pt x="93" y="267"/>
                    <a:pt x="221" y="359"/>
                    <a:pt x="237" y="372"/>
                  </a:cubicBezTo>
                  <a:cubicBezTo>
                    <a:pt x="253" y="385"/>
                    <a:pt x="268" y="375"/>
                    <a:pt x="268" y="375"/>
                  </a:cubicBezTo>
                  <a:cubicBezTo>
                    <a:pt x="268" y="375"/>
                    <a:pt x="324" y="368"/>
                    <a:pt x="324" y="419"/>
                  </a:cubicBezTo>
                  <a:cubicBezTo>
                    <a:pt x="324" y="463"/>
                    <a:pt x="269" y="457"/>
                    <a:pt x="269" y="457"/>
                  </a:cubicBezTo>
                  <a:cubicBezTo>
                    <a:pt x="269" y="457"/>
                    <a:pt x="93" y="585"/>
                    <a:pt x="87" y="591"/>
                  </a:cubicBezTo>
                  <a:cubicBezTo>
                    <a:pt x="81" y="598"/>
                    <a:pt x="80" y="601"/>
                    <a:pt x="74" y="596"/>
                  </a:cubicBezTo>
                  <a:cubicBezTo>
                    <a:pt x="68" y="591"/>
                    <a:pt x="42" y="577"/>
                    <a:pt x="21" y="603"/>
                  </a:cubicBezTo>
                  <a:cubicBezTo>
                    <a:pt x="0" y="629"/>
                    <a:pt x="13" y="658"/>
                    <a:pt x="20" y="665"/>
                  </a:cubicBezTo>
                  <a:cubicBezTo>
                    <a:pt x="20" y="665"/>
                    <a:pt x="20" y="665"/>
                    <a:pt x="20" y="665"/>
                  </a:cubicBezTo>
                  <a:cubicBezTo>
                    <a:pt x="13" y="672"/>
                    <a:pt x="0" y="701"/>
                    <a:pt x="21" y="727"/>
                  </a:cubicBezTo>
                  <a:cubicBezTo>
                    <a:pt x="42" y="753"/>
                    <a:pt x="67" y="741"/>
                    <a:pt x="74" y="734"/>
                  </a:cubicBezTo>
                  <a:cubicBezTo>
                    <a:pt x="81" y="727"/>
                    <a:pt x="91" y="737"/>
                    <a:pt x="91" y="737"/>
                  </a:cubicBezTo>
                  <a:cubicBezTo>
                    <a:pt x="91" y="737"/>
                    <a:pt x="219" y="758"/>
                    <a:pt x="235" y="763"/>
                  </a:cubicBezTo>
                  <a:cubicBezTo>
                    <a:pt x="251" y="769"/>
                    <a:pt x="266" y="765"/>
                    <a:pt x="266" y="765"/>
                  </a:cubicBezTo>
                  <a:cubicBezTo>
                    <a:pt x="266" y="765"/>
                    <a:pt x="323" y="762"/>
                    <a:pt x="323" y="783"/>
                  </a:cubicBezTo>
                  <a:cubicBezTo>
                    <a:pt x="323" y="802"/>
                    <a:pt x="267" y="799"/>
                    <a:pt x="267" y="799"/>
                  </a:cubicBezTo>
                  <a:cubicBezTo>
                    <a:pt x="31" y="849"/>
                    <a:pt x="31" y="849"/>
                    <a:pt x="31" y="849"/>
                  </a:cubicBezTo>
                  <a:cubicBezTo>
                    <a:pt x="31" y="849"/>
                    <a:pt x="31" y="849"/>
                    <a:pt x="31" y="849"/>
                  </a:cubicBezTo>
                  <a:cubicBezTo>
                    <a:pt x="26" y="850"/>
                    <a:pt x="23" y="851"/>
                    <a:pt x="22" y="853"/>
                  </a:cubicBezTo>
                  <a:cubicBezTo>
                    <a:pt x="22" y="855"/>
                    <a:pt x="26" y="856"/>
                    <a:pt x="31" y="856"/>
                  </a:cubicBezTo>
                  <a:cubicBezTo>
                    <a:pt x="411" y="856"/>
                    <a:pt x="411" y="856"/>
                    <a:pt x="411" y="856"/>
                  </a:cubicBezTo>
                  <a:cubicBezTo>
                    <a:pt x="414" y="856"/>
                    <a:pt x="646" y="807"/>
                    <a:pt x="646" y="807"/>
                  </a:cubicBezTo>
                  <a:cubicBezTo>
                    <a:pt x="646" y="807"/>
                    <a:pt x="710" y="811"/>
                    <a:pt x="716" y="786"/>
                  </a:cubicBezTo>
                  <a:cubicBezTo>
                    <a:pt x="1062" y="786"/>
                    <a:pt x="1062" y="786"/>
                    <a:pt x="1062" y="786"/>
                  </a:cubicBezTo>
                  <a:cubicBezTo>
                    <a:pt x="1056" y="801"/>
                    <a:pt x="1007" y="799"/>
                    <a:pt x="1007" y="799"/>
                  </a:cubicBezTo>
                  <a:cubicBezTo>
                    <a:pt x="770" y="849"/>
                    <a:pt x="770" y="849"/>
                    <a:pt x="770" y="849"/>
                  </a:cubicBezTo>
                  <a:cubicBezTo>
                    <a:pt x="770" y="849"/>
                    <a:pt x="759" y="851"/>
                    <a:pt x="759" y="853"/>
                  </a:cubicBezTo>
                  <a:cubicBezTo>
                    <a:pt x="759" y="855"/>
                    <a:pt x="764" y="857"/>
                    <a:pt x="769" y="857"/>
                  </a:cubicBezTo>
                  <a:cubicBezTo>
                    <a:pt x="1155" y="857"/>
                    <a:pt x="1155" y="857"/>
                    <a:pt x="1155" y="857"/>
                  </a:cubicBezTo>
                  <a:cubicBezTo>
                    <a:pt x="1159" y="857"/>
                    <a:pt x="1386" y="807"/>
                    <a:pt x="1386" y="807"/>
                  </a:cubicBezTo>
                  <a:cubicBezTo>
                    <a:pt x="1386" y="807"/>
                    <a:pt x="1448" y="811"/>
                    <a:pt x="1455" y="787"/>
                  </a:cubicBezTo>
                  <a:cubicBezTo>
                    <a:pt x="1813" y="787"/>
                    <a:pt x="1813" y="787"/>
                    <a:pt x="1813" y="787"/>
                  </a:cubicBezTo>
                  <a:cubicBezTo>
                    <a:pt x="1805" y="801"/>
                    <a:pt x="1759" y="799"/>
                    <a:pt x="1759" y="799"/>
                  </a:cubicBezTo>
                  <a:cubicBezTo>
                    <a:pt x="1522" y="849"/>
                    <a:pt x="1522" y="849"/>
                    <a:pt x="1522" y="849"/>
                  </a:cubicBezTo>
                  <a:cubicBezTo>
                    <a:pt x="1522" y="849"/>
                    <a:pt x="1509" y="851"/>
                    <a:pt x="1509" y="853"/>
                  </a:cubicBezTo>
                  <a:cubicBezTo>
                    <a:pt x="1509" y="855"/>
                    <a:pt x="1513" y="857"/>
                    <a:pt x="1518" y="857"/>
                  </a:cubicBezTo>
                  <a:cubicBezTo>
                    <a:pt x="1904" y="857"/>
                    <a:pt x="1904" y="857"/>
                    <a:pt x="1904" y="857"/>
                  </a:cubicBezTo>
                  <a:cubicBezTo>
                    <a:pt x="1908" y="857"/>
                    <a:pt x="2138" y="807"/>
                    <a:pt x="2138" y="807"/>
                  </a:cubicBezTo>
                  <a:cubicBezTo>
                    <a:pt x="2138" y="807"/>
                    <a:pt x="2208" y="812"/>
                    <a:pt x="2208" y="782"/>
                  </a:cubicBezTo>
                  <a:cubicBezTo>
                    <a:pt x="2208" y="749"/>
                    <a:pt x="2132" y="755"/>
                    <a:pt x="2132" y="755"/>
                  </a:cubicBezTo>
                  <a:close/>
                  <a:moveTo>
                    <a:pt x="1917" y="251"/>
                  </a:moveTo>
                  <a:cubicBezTo>
                    <a:pt x="1946" y="257"/>
                    <a:pt x="2081" y="359"/>
                    <a:pt x="2097" y="372"/>
                  </a:cubicBezTo>
                  <a:cubicBezTo>
                    <a:pt x="2113" y="385"/>
                    <a:pt x="2128" y="375"/>
                    <a:pt x="2128" y="375"/>
                  </a:cubicBezTo>
                  <a:cubicBezTo>
                    <a:pt x="2128" y="375"/>
                    <a:pt x="2185" y="368"/>
                    <a:pt x="2185" y="419"/>
                  </a:cubicBezTo>
                  <a:cubicBezTo>
                    <a:pt x="2185" y="463"/>
                    <a:pt x="2129" y="457"/>
                    <a:pt x="2129" y="457"/>
                  </a:cubicBezTo>
                  <a:cubicBezTo>
                    <a:pt x="1917" y="613"/>
                    <a:pt x="1917" y="613"/>
                    <a:pt x="1917" y="613"/>
                  </a:cubicBezTo>
                  <a:cubicBezTo>
                    <a:pt x="1902" y="617"/>
                    <a:pt x="1877" y="618"/>
                    <a:pt x="1872" y="653"/>
                  </a:cubicBezTo>
                  <a:cubicBezTo>
                    <a:pt x="1525" y="653"/>
                    <a:pt x="1525" y="653"/>
                    <a:pt x="1525" y="653"/>
                  </a:cubicBezTo>
                  <a:cubicBezTo>
                    <a:pt x="1520" y="643"/>
                    <a:pt x="1519" y="630"/>
                    <a:pt x="1530" y="618"/>
                  </a:cubicBezTo>
                  <a:cubicBezTo>
                    <a:pt x="1544" y="601"/>
                    <a:pt x="1558" y="616"/>
                    <a:pt x="1567" y="621"/>
                  </a:cubicBezTo>
                  <a:cubicBezTo>
                    <a:pt x="1576" y="626"/>
                    <a:pt x="1590" y="613"/>
                    <a:pt x="1590" y="613"/>
                  </a:cubicBezTo>
                  <a:cubicBezTo>
                    <a:pt x="1771" y="477"/>
                    <a:pt x="1771" y="477"/>
                    <a:pt x="1771" y="477"/>
                  </a:cubicBezTo>
                  <a:cubicBezTo>
                    <a:pt x="1771" y="477"/>
                    <a:pt x="1841" y="487"/>
                    <a:pt x="1841" y="418"/>
                  </a:cubicBezTo>
                  <a:cubicBezTo>
                    <a:pt x="1840" y="338"/>
                    <a:pt x="1764" y="354"/>
                    <a:pt x="1764" y="354"/>
                  </a:cubicBezTo>
                  <a:cubicBezTo>
                    <a:pt x="1764" y="354"/>
                    <a:pt x="1750" y="359"/>
                    <a:pt x="1738" y="348"/>
                  </a:cubicBezTo>
                  <a:cubicBezTo>
                    <a:pt x="1723" y="335"/>
                    <a:pt x="1594" y="241"/>
                    <a:pt x="1594" y="241"/>
                  </a:cubicBezTo>
                  <a:cubicBezTo>
                    <a:pt x="1594" y="241"/>
                    <a:pt x="1582" y="229"/>
                    <a:pt x="1568" y="238"/>
                  </a:cubicBezTo>
                  <a:cubicBezTo>
                    <a:pt x="1560" y="243"/>
                    <a:pt x="1546" y="257"/>
                    <a:pt x="1532" y="241"/>
                  </a:cubicBezTo>
                  <a:cubicBezTo>
                    <a:pt x="1522" y="230"/>
                    <a:pt x="1522" y="219"/>
                    <a:pt x="1525" y="210"/>
                  </a:cubicBezTo>
                  <a:cubicBezTo>
                    <a:pt x="1875" y="210"/>
                    <a:pt x="1875" y="210"/>
                    <a:pt x="1875" y="210"/>
                  </a:cubicBezTo>
                  <a:cubicBezTo>
                    <a:pt x="1879" y="232"/>
                    <a:pt x="1892" y="246"/>
                    <a:pt x="1917" y="251"/>
                  </a:cubicBezTo>
                  <a:close/>
                  <a:moveTo>
                    <a:pt x="1771" y="48"/>
                  </a:moveTo>
                  <a:cubicBezTo>
                    <a:pt x="1567" y="8"/>
                    <a:pt x="1567" y="8"/>
                    <a:pt x="1567" y="8"/>
                  </a:cubicBezTo>
                  <a:cubicBezTo>
                    <a:pt x="1888" y="8"/>
                    <a:pt x="1888" y="8"/>
                    <a:pt x="1888" y="8"/>
                  </a:cubicBezTo>
                  <a:cubicBezTo>
                    <a:pt x="2129" y="56"/>
                    <a:pt x="2129" y="56"/>
                    <a:pt x="2129" y="56"/>
                  </a:cubicBezTo>
                  <a:cubicBezTo>
                    <a:pt x="2129" y="56"/>
                    <a:pt x="2185" y="54"/>
                    <a:pt x="2185" y="71"/>
                  </a:cubicBezTo>
                  <a:cubicBezTo>
                    <a:pt x="2185" y="91"/>
                    <a:pt x="2128" y="88"/>
                    <a:pt x="2128" y="88"/>
                  </a:cubicBezTo>
                  <a:cubicBezTo>
                    <a:pt x="2128" y="88"/>
                    <a:pt x="2110" y="86"/>
                    <a:pt x="2097" y="90"/>
                  </a:cubicBezTo>
                  <a:cubicBezTo>
                    <a:pt x="2078" y="95"/>
                    <a:pt x="1942" y="138"/>
                    <a:pt x="1919" y="143"/>
                  </a:cubicBezTo>
                  <a:cubicBezTo>
                    <a:pt x="1904" y="147"/>
                    <a:pt x="1879" y="148"/>
                    <a:pt x="1874" y="180"/>
                  </a:cubicBezTo>
                  <a:cubicBezTo>
                    <a:pt x="1526" y="180"/>
                    <a:pt x="1526" y="180"/>
                    <a:pt x="1526" y="180"/>
                  </a:cubicBezTo>
                  <a:cubicBezTo>
                    <a:pt x="1522" y="171"/>
                    <a:pt x="1521" y="159"/>
                    <a:pt x="1532" y="147"/>
                  </a:cubicBezTo>
                  <a:cubicBezTo>
                    <a:pt x="1546" y="131"/>
                    <a:pt x="1560" y="145"/>
                    <a:pt x="1568" y="150"/>
                  </a:cubicBezTo>
                  <a:cubicBezTo>
                    <a:pt x="1582" y="158"/>
                    <a:pt x="1594" y="147"/>
                    <a:pt x="1594" y="147"/>
                  </a:cubicBezTo>
                  <a:cubicBezTo>
                    <a:pt x="1594" y="147"/>
                    <a:pt x="1723" y="104"/>
                    <a:pt x="1738" y="98"/>
                  </a:cubicBezTo>
                  <a:cubicBezTo>
                    <a:pt x="1750" y="94"/>
                    <a:pt x="1764" y="96"/>
                    <a:pt x="1764" y="96"/>
                  </a:cubicBezTo>
                  <a:cubicBezTo>
                    <a:pt x="1764" y="96"/>
                    <a:pt x="1840" y="103"/>
                    <a:pt x="1841" y="71"/>
                  </a:cubicBezTo>
                  <a:cubicBezTo>
                    <a:pt x="1841" y="44"/>
                    <a:pt x="1771" y="48"/>
                    <a:pt x="1771" y="48"/>
                  </a:cubicBezTo>
                  <a:close/>
                  <a:moveTo>
                    <a:pt x="1019" y="48"/>
                  </a:moveTo>
                  <a:cubicBezTo>
                    <a:pt x="815" y="8"/>
                    <a:pt x="815" y="8"/>
                    <a:pt x="815" y="8"/>
                  </a:cubicBezTo>
                  <a:cubicBezTo>
                    <a:pt x="1137" y="8"/>
                    <a:pt x="1137" y="8"/>
                    <a:pt x="1137" y="8"/>
                  </a:cubicBezTo>
                  <a:cubicBezTo>
                    <a:pt x="1377" y="56"/>
                    <a:pt x="1377" y="56"/>
                    <a:pt x="1377" y="56"/>
                  </a:cubicBezTo>
                  <a:cubicBezTo>
                    <a:pt x="1377" y="56"/>
                    <a:pt x="1433" y="54"/>
                    <a:pt x="1433" y="71"/>
                  </a:cubicBezTo>
                  <a:cubicBezTo>
                    <a:pt x="1433" y="91"/>
                    <a:pt x="1376" y="88"/>
                    <a:pt x="1376" y="88"/>
                  </a:cubicBezTo>
                  <a:cubicBezTo>
                    <a:pt x="1376" y="88"/>
                    <a:pt x="1358" y="86"/>
                    <a:pt x="1345" y="90"/>
                  </a:cubicBezTo>
                  <a:cubicBezTo>
                    <a:pt x="1327" y="95"/>
                    <a:pt x="1191" y="138"/>
                    <a:pt x="1167" y="143"/>
                  </a:cubicBezTo>
                  <a:cubicBezTo>
                    <a:pt x="1153" y="147"/>
                    <a:pt x="1128" y="148"/>
                    <a:pt x="1123" y="180"/>
                  </a:cubicBezTo>
                  <a:cubicBezTo>
                    <a:pt x="774" y="180"/>
                    <a:pt x="774" y="180"/>
                    <a:pt x="774" y="180"/>
                  </a:cubicBezTo>
                  <a:cubicBezTo>
                    <a:pt x="770" y="171"/>
                    <a:pt x="769" y="159"/>
                    <a:pt x="780" y="147"/>
                  </a:cubicBezTo>
                  <a:cubicBezTo>
                    <a:pt x="794" y="131"/>
                    <a:pt x="808" y="145"/>
                    <a:pt x="817" y="150"/>
                  </a:cubicBezTo>
                  <a:cubicBezTo>
                    <a:pt x="830" y="158"/>
                    <a:pt x="842" y="147"/>
                    <a:pt x="842" y="147"/>
                  </a:cubicBezTo>
                  <a:cubicBezTo>
                    <a:pt x="842" y="147"/>
                    <a:pt x="971" y="104"/>
                    <a:pt x="987" y="98"/>
                  </a:cubicBezTo>
                  <a:cubicBezTo>
                    <a:pt x="999" y="94"/>
                    <a:pt x="1012" y="96"/>
                    <a:pt x="1012" y="96"/>
                  </a:cubicBezTo>
                  <a:cubicBezTo>
                    <a:pt x="1012" y="96"/>
                    <a:pt x="1088" y="103"/>
                    <a:pt x="1089" y="71"/>
                  </a:cubicBezTo>
                  <a:cubicBezTo>
                    <a:pt x="1089" y="44"/>
                    <a:pt x="1019" y="48"/>
                    <a:pt x="1019" y="48"/>
                  </a:cubicBezTo>
                  <a:close/>
                  <a:moveTo>
                    <a:pt x="1012" y="354"/>
                  </a:moveTo>
                  <a:cubicBezTo>
                    <a:pt x="1012" y="354"/>
                    <a:pt x="999" y="359"/>
                    <a:pt x="987" y="348"/>
                  </a:cubicBezTo>
                  <a:cubicBezTo>
                    <a:pt x="971" y="335"/>
                    <a:pt x="842" y="241"/>
                    <a:pt x="842" y="241"/>
                  </a:cubicBezTo>
                  <a:cubicBezTo>
                    <a:pt x="842" y="241"/>
                    <a:pt x="830" y="229"/>
                    <a:pt x="817" y="238"/>
                  </a:cubicBezTo>
                  <a:cubicBezTo>
                    <a:pt x="808" y="243"/>
                    <a:pt x="795" y="257"/>
                    <a:pt x="780" y="241"/>
                  </a:cubicBezTo>
                  <a:cubicBezTo>
                    <a:pt x="770" y="230"/>
                    <a:pt x="770" y="219"/>
                    <a:pt x="773" y="210"/>
                  </a:cubicBezTo>
                  <a:cubicBezTo>
                    <a:pt x="1123" y="210"/>
                    <a:pt x="1123" y="210"/>
                    <a:pt x="1123" y="210"/>
                  </a:cubicBezTo>
                  <a:cubicBezTo>
                    <a:pt x="1127" y="232"/>
                    <a:pt x="1140" y="246"/>
                    <a:pt x="1165" y="251"/>
                  </a:cubicBezTo>
                  <a:cubicBezTo>
                    <a:pt x="1194" y="257"/>
                    <a:pt x="1329" y="359"/>
                    <a:pt x="1345" y="372"/>
                  </a:cubicBezTo>
                  <a:cubicBezTo>
                    <a:pt x="1361" y="385"/>
                    <a:pt x="1376" y="375"/>
                    <a:pt x="1376" y="375"/>
                  </a:cubicBezTo>
                  <a:cubicBezTo>
                    <a:pt x="1376" y="375"/>
                    <a:pt x="1433" y="368"/>
                    <a:pt x="1433" y="419"/>
                  </a:cubicBezTo>
                  <a:cubicBezTo>
                    <a:pt x="1433" y="463"/>
                    <a:pt x="1377" y="457"/>
                    <a:pt x="1377" y="457"/>
                  </a:cubicBezTo>
                  <a:cubicBezTo>
                    <a:pt x="1166" y="613"/>
                    <a:pt x="1166" y="613"/>
                    <a:pt x="1166" y="613"/>
                  </a:cubicBezTo>
                  <a:cubicBezTo>
                    <a:pt x="1151" y="617"/>
                    <a:pt x="1125" y="618"/>
                    <a:pt x="1121" y="653"/>
                  </a:cubicBezTo>
                  <a:cubicBezTo>
                    <a:pt x="773" y="653"/>
                    <a:pt x="773" y="653"/>
                    <a:pt x="773" y="653"/>
                  </a:cubicBezTo>
                  <a:cubicBezTo>
                    <a:pt x="769" y="643"/>
                    <a:pt x="767" y="630"/>
                    <a:pt x="778" y="618"/>
                  </a:cubicBezTo>
                  <a:cubicBezTo>
                    <a:pt x="793" y="601"/>
                    <a:pt x="806" y="616"/>
                    <a:pt x="815" y="621"/>
                  </a:cubicBezTo>
                  <a:cubicBezTo>
                    <a:pt x="824" y="626"/>
                    <a:pt x="838" y="613"/>
                    <a:pt x="838" y="613"/>
                  </a:cubicBezTo>
                  <a:cubicBezTo>
                    <a:pt x="1019" y="477"/>
                    <a:pt x="1019" y="477"/>
                    <a:pt x="1019" y="477"/>
                  </a:cubicBezTo>
                  <a:cubicBezTo>
                    <a:pt x="1019" y="477"/>
                    <a:pt x="1089" y="487"/>
                    <a:pt x="1089" y="418"/>
                  </a:cubicBezTo>
                  <a:cubicBezTo>
                    <a:pt x="1088" y="338"/>
                    <a:pt x="1012" y="354"/>
                    <a:pt x="1012" y="354"/>
                  </a:cubicBezTo>
                  <a:close/>
                  <a:moveTo>
                    <a:pt x="40" y="147"/>
                  </a:moveTo>
                  <a:cubicBezTo>
                    <a:pt x="54" y="131"/>
                    <a:pt x="68" y="145"/>
                    <a:pt x="77" y="150"/>
                  </a:cubicBezTo>
                  <a:cubicBezTo>
                    <a:pt x="90" y="158"/>
                    <a:pt x="102" y="147"/>
                    <a:pt x="102" y="147"/>
                  </a:cubicBezTo>
                  <a:cubicBezTo>
                    <a:pt x="102" y="147"/>
                    <a:pt x="231" y="104"/>
                    <a:pt x="247" y="98"/>
                  </a:cubicBezTo>
                  <a:cubicBezTo>
                    <a:pt x="259" y="94"/>
                    <a:pt x="272" y="96"/>
                    <a:pt x="272" y="96"/>
                  </a:cubicBezTo>
                  <a:cubicBezTo>
                    <a:pt x="272" y="96"/>
                    <a:pt x="348" y="103"/>
                    <a:pt x="349" y="71"/>
                  </a:cubicBezTo>
                  <a:cubicBezTo>
                    <a:pt x="349" y="44"/>
                    <a:pt x="279" y="48"/>
                    <a:pt x="279" y="48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398" y="9"/>
                    <a:pt x="398" y="9"/>
                    <a:pt x="398" y="9"/>
                  </a:cubicBezTo>
                  <a:cubicBezTo>
                    <a:pt x="637" y="56"/>
                    <a:pt x="637" y="56"/>
                    <a:pt x="637" y="56"/>
                  </a:cubicBezTo>
                  <a:cubicBezTo>
                    <a:pt x="637" y="56"/>
                    <a:pt x="693" y="54"/>
                    <a:pt x="693" y="71"/>
                  </a:cubicBezTo>
                  <a:cubicBezTo>
                    <a:pt x="693" y="91"/>
                    <a:pt x="636" y="88"/>
                    <a:pt x="636" y="88"/>
                  </a:cubicBezTo>
                  <a:cubicBezTo>
                    <a:pt x="636" y="88"/>
                    <a:pt x="618" y="86"/>
                    <a:pt x="605" y="90"/>
                  </a:cubicBezTo>
                  <a:cubicBezTo>
                    <a:pt x="587" y="95"/>
                    <a:pt x="451" y="138"/>
                    <a:pt x="427" y="143"/>
                  </a:cubicBezTo>
                  <a:cubicBezTo>
                    <a:pt x="413" y="147"/>
                    <a:pt x="388" y="148"/>
                    <a:pt x="383" y="180"/>
                  </a:cubicBezTo>
                  <a:cubicBezTo>
                    <a:pt x="34" y="180"/>
                    <a:pt x="34" y="180"/>
                    <a:pt x="34" y="180"/>
                  </a:cubicBezTo>
                  <a:cubicBezTo>
                    <a:pt x="30" y="171"/>
                    <a:pt x="29" y="159"/>
                    <a:pt x="40" y="147"/>
                  </a:cubicBezTo>
                  <a:close/>
                  <a:moveTo>
                    <a:pt x="38" y="618"/>
                  </a:moveTo>
                  <a:cubicBezTo>
                    <a:pt x="53" y="601"/>
                    <a:pt x="66" y="616"/>
                    <a:pt x="75" y="621"/>
                  </a:cubicBezTo>
                  <a:cubicBezTo>
                    <a:pt x="84" y="626"/>
                    <a:pt x="98" y="613"/>
                    <a:pt x="98" y="613"/>
                  </a:cubicBezTo>
                  <a:cubicBezTo>
                    <a:pt x="279" y="477"/>
                    <a:pt x="279" y="477"/>
                    <a:pt x="279" y="477"/>
                  </a:cubicBezTo>
                  <a:cubicBezTo>
                    <a:pt x="279" y="477"/>
                    <a:pt x="349" y="487"/>
                    <a:pt x="349" y="418"/>
                  </a:cubicBezTo>
                  <a:cubicBezTo>
                    <a:pt x="348" y="338"/>
                    <a:pt x="272" y="354"/>
                    <a:pt x="272" y="354"/>
                  </a:cubicBezTo>
                  <a:cubicBezTo>
                    <a:pt x="272" y="354"/>
                    <a:pt x="259" y="359"/>
                    <a:pt x="247" y="348"/>
                  </a:cubicBezTo>
                  <a:cubicBezTo>
                    <a:pt x="231" y="335"/>
                    <a:pt x="102" y="241"/>
                    <a:pt x="102" y="241"/>
                  </a:cubicBezTo>
                  <a:cubicBezTo>
                    <a:pt x="102" y="241"/>
                    <a:pt x="90" y="229"/>
                    <a:pt x="77" y="238"/>
                  </a:cubicBezTo>
                  <a:cubicBezTo>
                    <a:pt x="68" y="243"/>
                    <a:pt x="55" y="257"/>
                    <a:pt x="40" y="241"/>
                  </a:cubicBezTo>
                  <a:cubicBezTo>
                    <a:pt x="30" y="230"/>
                    <a:pt x="30" y="219"/>
                    <a:pt x="33" y="210"/>
                  </a:cubicBezTo>
                  <a:cubicBezTo>
                    <a:pt x="383" y="210"/>
                    <a:pt x="383" y="210"/>
                    <a:pt x="383" y="210"/>
                  </a:cubicBezTo>
                  <a:cubicBezTo>
                    <a:pt x="387" y="232"/>
                    <a:pt x="400" y="246"/>
                    <a:pt x="425" y="251"/>
                  </a:cubicBezTo>
                  <a:cubicBezTo>
                    <a:pt x="454" y="257"/>
                    <a:pt x="589" y="359"/>
                    <a:pt x="605" y="372"/>
                  </a:cubicBezTo>
                  <a:cubicBezTo>
                    <a:pt x="621" y="385"/>
                    <a:pt x="636" y="375"/>
                    <a:pt x="636" y="375"/>
                  </a:cubicBezTo>
                  <a:cubicBezTo>
                    <a:pt x="636" y="375"/>
                    <a:pt x="693" y="368"/>
                    <a:pt x="693" y="419"/>
                  </a:cubicBezTo>
                  <a:cubicBezTo>
                    <a:pt x="693" y="463"/>
                    <a:pt x="637" y="457"/>
                    <a:pt x="637" y="457"/>
                  </a:cubicBezTo>
                  <a:cubicBezTo>
                    <a:pt x="426" y="613"/>
                    <a:pt x="426" y="613"/>
                    <a:pt x="426" y="613"/>
                  </a:cubicBezTo>
                  <a:cubicBezTo>
                    <a:pt x="411" y="617"/>
                    <a:pt x="385" y="618"/>
                    <a:pt x="381" y="653"/>
                  </a:cubicBezTo>
                  <a:cubicBezTo>
                    <a:pt x="33" y="653"/>
                    <a:pt x="33" y="653"/>
                    <a:pt x="33" y="653"/>
                  </a:cubicBezTo>
                  <a:cubicBezTo>
                    <a:pt x="29" y="643"/>
                    <a:pt x="27" y="630"/>
                    <a:pt x="38" y="618"/>
                  </a:cubicBezTo>
                  <a:close/>
                  <a:moveTo>
                    <a:pt x="636" y="799"/>
                  </a:moveTo>
                  <a:cubicBezTo>
                    <a:pt x="398" y="849"/>
                    <a:pt x="398" y="849"/>
                    <a:pt x="398" y="849"/>
                  </a:cubicBezTo>
                  <a:cubicBezTo>
                    <a:pt x="81" y="849"/>
                    <a:pt x="81" y="849"/>
                    <a:pt x="81" y="849"/>
                  </a:cubicBezTo>
                  <a:cubicBezTo>
                    <a:pt x="277" y="808"/>
                    <a:pt x="277" y="808"/>
                    <a:pt x="277" y="808"/>
                  </a:cubicBezTo>
                  <a:cubicBezTo>
                    <a:pt x="277" y="808"/>
                    <a:pt x="347" y="812"/>
                    <a:pt x="347" y="783"/>
                  </a:cubicBezTo>
                  <a:cubicBezTo>
                    <a:pt x="347" y="749"/>
                    <a:pt x="271" y="756"/>
                    <a:pt x="271" y="756"/>
                  </a:cubicBezTo>
                  <a:cubicBezTo>
                    <a:pt x="271" y="756"/>
                    <a:pt x="257" y="758"/>
                    <a:pt x="245" y="754"/>
                  </a:cubicBezTo>
                  <a:cubicBezTo>
                    <a:pt x="229" y="748"/>
                    <a:pt x="101" y="712"/>
                    <a:pt x="101" y="712"/>
                  </a:cubicBezTo>
                  <a:cubicBezTo>
                    <a:pt x="101" y="712"/>
                    <a:pt x="88" y="700"/>
                    <a:pt x="75" y="708"/>
                  </a:cubicBezTo>
                  <a:cubicBezTo>
                    <a:pt x="66" y="713"/>
                    <a:pt x="53" y="728"/>
                    <a:pt x="38" y="712"/>
                  </a:cubicBezTo>
                  <a:cubicBezTo>
                    <a:pt x="28" y="700"/>
                    <a:pt x="32" y="682"/>
                    <a:pt x="32" y="682"/>
                  </a:cubicBezTo>
                  <a:cubicBezTo>
                    <a:pt x="382" y="682"/>
                    <a:pt x="382" y="682"/>
                    <a:pt x="382" y="682"/>
                  </a:cubicBezTo>
                  <a:cubicBezTo>
                    <a:pt x="386" y="703"/>
                    <a:pt x="399" y="716"/>
                    <a:pt x="424" y="721"/>
                  </a:cubicBezTo>
                  <a:cubicBezTo>
                    <a:pt x="452" y="727"/>
                    <a:pt x="588" y="757"/>
                    <a:pt x="604" y="763"/>
                  </a:cubicBezTo>
                  <a:cubicBezTo>
                    <a:pt x="620" y="768"/>
                    <a:pt x="635" y="764"/>
                    <a:pt x="635" y="764"/>
                  </a:cubicBezTo>
                  <a:cubicBezTo>
                    <a:pt x="635" y="764"/>
                    <a:pt x="692" y="761"/>
                    <a:pt x="692" y="783"/>
                  </a:cubicBezTo>
                  <a:cubicBezTo>
                    <a:pt x="692" y="801"/>
                    <a:pt x="636" y="799"/>
                    <a:pt x="636" y="799"/>
                  </a:cubicBezTo>
                  <a:close/>
                  <a:moveTo>
                    <a:pt x="715" y="775"/>
                  </a:moveTo>
                  <a:cubicBezTo>
                    <a:pt x="703" y="750"/>
                    <a:pt x="640" y="755"/>
                    <a:pt x="640" y="755"/>
                  </a:cubicBezTo>
                  <a:cubicBezTo>
                    <a:pt x="640" y="755"/>
                    <a:pt x="626" y="757"/>
                    <a:pt x="614" y="753"/>
                  </a:cubicBezTo>
                  <a:cubicBezTo>
                    <a:pt x="598" y="747"/>
                    <a:pt x="466" y="715"/>
                    <a:pt x="466" y="715"/>
                  </a:cubicBezTo>
                  <a:cubicBezTo>
                    <a:pt x="466" y="715"/>
                    <a:pt x="444" y="698"/>
                    <a:pt x="428" y="696"/>
                  </a:cubicBezTo>
                  <a:cubicBezTo>
                    <a:pt x="410" y="694"/>
                    <a:pt x="407" y="678"/>
                    <a:pt x="407" y="662"/>
                  </a:cubicBezTo>
                  <a:cubicBezTo>
                    <a:pt x="407" y="646"/>
                    <a:pt x="418" y="637"/>
                    <a:pt x="435" y="635"/>
                  </a:cubicBezTo>
                  <a:cubicBezTo>
                    <a:pt x="648" y="477"/>
                    <a:pt x="648" y="477"/>
                    <a:pt x="648" y="477"/>
                  </a:cubicBezTo>
                  <a:cubicBezTo>
                    <a:pt x="648" y="477"/>
                    <a:pt x="718" y="487"/>
                    <a:pt x="718" y="418"/>
                  </a:cubicBezTo>
                  <a:cubicBezTo>
                    <a:pt x="717" y="338"/>
                    <a:pt x="641" y="354"/>
                    <a:pt x="641" y="354"/>
                  </a:cubicBezTo>
                  <a:cubicBezTo>
                    <a:pt x="641" y="354"/>
                    <a:pt x="627" y="359"/>
                    <a:pt x="615" y="348"/>
                  </a:cubicBezTo>
                  <a:cubicBezTo>
                    <a:pt x="600" y="335"/>
                    <a:pt x="468" y="246"/>
                    <a:pt x="468" y="246"/>
                  </a:cubicBezTo>
                  <a:cubicBezTo>
                    <a:pt x="468" y="246"/>
                    <a:pt x="446" y="228"/>
                    <a:pt x="430" y="227"/>
                  </a:cubicBezTo>
                  <a:cubicBezTo>
                    <a:pt x="411" y="225"/>
                    <a:pt x="408" y="209"/>
                    <a:pt x="408" y="193"/>
                  </a:cubicBezTo>
                  <a:cubicBezTo>
                    <a:pt x="408" y="177"/>
                    <a:pt x="420" y="168"/>
                    <a:pt x="437" y="166"/>
                  </a:cubicBezTo>
                  <a:cubicBezTo>
                    <a:pt x="452" y="165"/>
                    <a:pt x="471" y="147"/>
                    <a:pt x="471" y="147"/>
                  </a:cubicBezTo>
                  <a:cubicBezTo>
                    <a:pt x="471" y="147"/>
                    <a:pt x="600" y="104"/>
                    <a:pt x="615" y="98"/>
                  </a:cubicBezTo>
                  <a:cubicBezTo>
                    <a:pt x="627" y="94"/>
                    <a:pt x="641" y="96"/>
                    <a:pt x="641" y="96"/>
                  </a:cubicBezTo>
                  <a:cubicBezTo>
                    <a:pt x="641" y="96"/>
                    <a:pt x="708" y="102"/>
                    <a:pt x="717" y="77"/>
                  </a:cubicBezTo>
                  <a:cubicBezTo>
                    <a:pt x="1063" y="77"/>
                    <a:pt x="1063" y="77"/>
                    <a:pt x="1063" y="77"/>
                  </a:cubicBezTo>
                  <a:cubicBezTo>
                    <a:pt x="1053" y="91"/>
                    <a:pt x="1008" y="88"/>
                    <a:pt x="1008" y="88"/>
                  </a:cubicBezTo>
                  <a:cubicBezTo>
                    <a:pt x="1008" y="88"/>
                    <a:pt x="988" y="85"/>
                    <a:pt x="977" y="90"/>
                  </a:cubicBezTo>
                  <a:cubicBezTo>
                    <a:pt x="962" y="95"/>
                    <a:pt x="833" y="122"/>
                    <a:pt x="833" y="122"/>
                  </a:cubicBezTo>
                  <a:cubicBezTo>
                    <a:pt x="833" y="122"/>
                    <a:pt x="823" y="132"/>
                    <a:pt x="816" y="125"/>
                  </a:cubicBezTo>
                  <a:cubicBezTo>
                    <a:pt x="809" y="118"/>
                    <a:pt x="784" y="106"/>
                    <a:pt x="763" y="132"/>
                  </a:cubicBezTo>
                  <a:cubicBezTo>
                    <a:pt x="742" y="158"/>
                    <a:pt x="755" y="187"/>
                    <a:pt x="762" y="194"/>
                  </a:cubicBezTo>
                  <a:cubicBezTo>
                    <a:pt x="762" y="195"/>
                    <a:pt x="762" y="195"/>
                    <a:pt x="762" y="195"/>
                  </a:cubicBezTo>
                  <a:cubicBezTo>
                    <a:pt x="755" y="202"/>
                    <a:pt x="742" y="231"/>
                    <a:pt x="763" y="257"/>
                  </a:cubicBezTo>
                  <a:cubicBezTo>
                    <a:pt x="784" y="283"/>
                    <a:pt x="809" y="271"/>
                    <a:pt x="816" y="264"/>
                  </a:cubicBezTo>
                  <a:cubicBezTo>
                    <a:pt x="823" y="257"/>
                    <a:pt x="833" y="267"/>
                    <a:pt x="833" y="267"/>
                  </a:cubicBezTo>
                  <a:cubicBezTo>
                    <a:pt x="833" y="267"/>
                    <a:pt x="961" y="359"/>
                    <a:pt x="977" y="372"/>
                  </a:cubicBezTo>
                  <a:cubicBezTo>
                    <a:pt x="993" y="385"/>
                    <a:pt x="1008" y="375"/>
                    <a:pt x="1008" y="375"/>
                  </a:cubicBezTo>
                  <a:cubicBezTo>
                    <a:pt x="1008" y="375"/>
                    <a:pt x="1064" y="368"/>
                    <a:pt x="1064" y="419"/>
                  </a:cubicBezTo>
                  <a:cubicBezTo>
                    <a:pt x="1064" y="463"/>
                    <a:pt x="1009" y="457"/>
                    <a:pt x="1009" y="457"/>
                  </a:cubicBezTo>
                  <a:cubicBezTo>
                    <a:pt x="1009" y="457"/>
                    <a:pt x="833" y="585"/>
                    <a:pt x="827" y="591"/>
                  </a:cubicBezTo>
                  <a:cubicBezTo>
                    <a:pt x="821" y="598"/>
                    <a:pt x="820" y="601"/>
                    <a:pt x="814" y="596"/>
                  </a:cubicBezTo>
                  <a:cubicBezTo>
                    <a:pt x="808" y="591"/>
                    <a:pt x="782" y="577"/>
                    <a:pt x="761" y="603"/>
                  </a:cubicBezTo>
                  <a:cubicBezTo>
                    <a:pt x="740" y="629"/>
                    <a:pt x="753" y="658"/>
                    <a:pt x="760" y="665"/>
                  </a:cubicBezTo>
                  <a:cubicBezTo>
                    <a:pt x="760" y="665"/>
                    <a:pt x="760" y="665"/>
                    <a:pt x="760" y="665"/>
                  </a:cubicBezTo>
                  <a:cubicBezTo>
                    <a:pt x="753" y="672"/>
                    <a:pt x="740" y="701"/>
                    <a:pt x="761" y="727"/>
                  </a:cubicBezTo>
                  <a:cubicBezTo>
                    <a:pt x="782" y="753"/>
                    <a:pt x="807" y="741"/>
                    <a:pt x="814" y="734"/>
                  </a:cubicBezTo>
                  <a:cubicBezTo>
                    <a:pt x="821" y="727"/>
                    <a:pt x="831" y="737"/>
                    <a:pt x="831" y="737"/>
                  </a:cubicBezTo>
                  <a:cubicBezTo>
                    <a:pt x="831" y="737"/>
                    <a:pt x="959" y="758"/>
                    <a:pt x="975" y="763"/>
                  </a:cubicBezTo>
                  <a:cubicBezTo>
                    <a:pt x="991" y="769"/>
                    <a:pt x="1006" y="765"/>
                    <a:pt x="1006" y="765"/>
                  </a:cubicBezTo>
                  <a:cubicBezTo>
                    <a:pt x="1006" y="765"/>
                    <a:pt x="1046" y="763"/>
                    <a:pt x="1059" y="775"/>
                  </a:cubicBezTo>
                  <a:lnTo>
                    <a:pt x="715" y="775"/>
                  </a:lnTo>
                  <a:close/>
                  <a:moveTo>
                    <a:pt x="1376" y="799"/>
                  </a:moveTo>
                  <a:cubicBezTo>
                    <a:pt x="1137" y="849"/>
                    <a:pt x="1137" y="849"/>
                    <a:pt x="1137" y="849"/>
                  </a:cubicBezTo>
                  <a:cubicBezTo>
                    <a:pt x="820" y="849"/>
                    <a:pt x="820" y="849"/>
                    <a:pt x="820" y="849"/>
                  </a:cubicBezTo>
                  <a:cubicBezTo>
                    <a:pt x="1017" y="808"/>
                    <a:pt x="1017" y="808"/>
                    <a:pt x="1017" y="808"/>
                  </a:cubicBezTo>
                  <a:cubicBezTo>
                    <a:pt x="1017" y="808"/>
                    <a:pt x="1087" y="812"/>
                    <a:pt x="1087" y="783"/>
                  </a:cubicBezTo>
                  <a:cubicBezTo>
                    <a:pt x="1087" y="749"/>
                    <a:pt x="1011" y="756"/>
                    <a:pt x="1011" y="756"/>
                  </a:cubicBezTo>
                  <a:cubicBezTo>
                    <a:pt x="1011" y="756"/>
                    <a:pt x="997" y="758"/>
                    <a:pt x="985" y="754"/>
                  </a:cubicBezTo>
                  <a:cubicBezTo>
                    <a:pt x="969" y="748"/>
                    <a:pt x="841" y="712"/>
                    <a:pt x="841" y="712"/>
                  </a:cubicBezTo>
                  <a:cubicBezTo>
                    <a:pt x="841" y="712"/>
                    <a:pt x="828" y="700"/>
                    <a:pt x="815" y="708"/>
                  </a:cubicBezTo>
                  <a:cubicBezTo>
                    <a:pt x="806" y="713"/>
                    <a:pt x="793" y="728"/>
                    <a:pt x="778" y="712"/>
                  </a:cubicBezTo>
                  <a:cubicBezTo>
                    <a:pt x="768" y="700"/>
                    <a:pt x="772" y="682"/>
                    <a:pt x="772" y="682"/>
                  </a:cubicBezTo>
                  <a:cubicBezTo>
                    <a:pt x="1122" y="682"/>
                    <a:pt x="1122" y="682"/>
                    <a:pt x="1122" y="682"/>
                  </a:cubicBezTo>
                  <a:cubicBezTo>
                    <a:pt x="1126" y="703"/>
                    <a:pt x="1139" y="716"/>
                    <a:pt x="1164" y="721"/>
                  </a:cubicBezTo>
                  <a:cubicBezTo>
                    <a:pt x="1192" y="727"/>
                    <a:pt x="1328" y="757"/>
                    <a:pt x="1344" y="763"/>
                  </a:cubicBezTo>
                  <a:cubicBezTo>
                    <a:pt x="1360" y="768"/>
                    <a:pt x="1375" y="764"/>
                    <a:pt x="1375" y="764"/>
                  </a:cubicBezTo>
                  <a:cubicBezTo>
                    <a:pt x="1375" y="764"/>
                    <a:pt x="1432" y="761"/>
                    <a:pt x="1432" y="783"/>
                  </a:cubicBezTo>
                  <a:cubicBezTo>
                    <a:pt x="1432" y="801"/>
                    <a:pt x="1376" y="799"/>
                    <a:pt x="1376" y="799"/>
                  </a:cubicBezTo>
                  <a:close/>
                  <a:moveTo>
                    <a:pt x="1455" y="776"/>
                  </a:moveTo>
                  <a:cubicBezTo>
                    <a:pt x="1445" y="750"/>
                    <a:pt x="1380" y="755"/>
                    <a:pt x="1380" y="755"/>
                  </a:cubicBezTo>
                  <a:cubicBezTo>
                    <a:pt x="1380" y="755"/>
                    <a:pt x="1366" y="757"/>
                    <a:pt x="1354" y="753"/>
                  </a:cubicBezTo>
                  <a:cubicBezTo>
                    <a:pt x="1338" y="747"/>
                    <a:pt x="1206" y="715"/>
                    <a:pt x="1206" y="715"/>
                  </a:cubicBezTo>
                  <a:cubicBezTo>
                    <a:pt x="1206" y="715"/>
                    <a:pt x="1184" y="698"/>
                    <a:pt x="1168" y="696"/>
                  </a:cubicBezTo>
                  <a:cubicBezTo>
                    <a:pt x="1150" y="694"/>
                    <a:pt x="1147" y="678"/>
                    <a:pt x="1147" y="662"/>
                  </a:cubicBezTo>
                  <a:cubicBezTo>
                    <a:pt x="1147" y="646"/>
                    <a:pt x="1158" y="637"/>
                    <a:pt x="1175" y="635"/>
                  </a:cubicBezTo>
                  <a:cubicBezTo>
                    <a:pt x="1388" y="477"/>
                    <a:pt x="1388" y="477"/>
                    <a:pt x="1388" y="477"/>
                  </a:cubicBezTo>
                  <a:cubicBezTo>
                    <a:pt x="1388" y="477"/>
                    <a:pt x="1458" y="487"/>
                    <a:pt x="1458" y="418"/>
                  </a:cubicBezTo>
                  <a:cubicBezTo>
                    <a:pt x="1457" y="338"/>
                    <a:pt x="1381" y="354"/>
                    <a:pt x="1381" y="354"/>
                  </a:cubicBezTo>
                  <a:cubicBezTo>
                    <a:pt x="1381" y="354"/>
                    <a:pt x="1367" y="359"/>
                    <a:pt x="1355" y="348"/>
                  </a:cubicBezTo>
                  <a:cubicBezTo>
                    <a:pt x="1340" y="335"/>
                    <a:pt x="1208" y="246"/>
                    <a:pt x="1208" y="246"/>
                  </a:cubicBezTo>
                  <a:cubicBezTo>
                    <a:pt x="1208" y="246"/>
                    <a:pt x="1186" y="228"/>
                    <a:pt x="1170" y="227"/>
                  </a:cubicBezTo>
                  <a:cubicBezTo>
                    <a:pt x="1151" y="225"/>
                    <a:pt x="1148" y="209"/>
                    <a:pt x="1148" y="193"/>
                  </a:cubicBezTo>
                  <a:cubicBezTo>
                    <a:pt x="1148" y="177"/>
                    <a:pt x="1160" y="168"/>
                    <a:pt x="1177" y="166"/>
                  </a:cubicBezTo>
                  <a:cubicBezTo>
                    <a:pt x="1192" y="165"/>
                    <a:pt x="1211" y="147"/>
                    <a:pt x="1211" y="147"/>
                  </a:cubicBezTo>
                  <a:cubicBezTo>
                    <a:pt x="1211" y="147"/>
                    <a:pt x="1340" y="104"/>
                    <a:pt x="1355" y="98"/>
                  </a:cubicBezTo>
                  <a:cubicBezTo>
                    <a:pt x="1367" y="94"/>
                    <a:pt x="1381" y="96"/>
                    <a:pt x="1381" y="96"/>
                  </a:cubicBezTo>
                  <a:cubicBezTo>
                    <a:pt x="1381" y="96"/>
                    <a:pt x="1448" y="102"/>
                    <a:pt x="1457" y="77"/>
                  </a:cubicBezTo>
                  <a:cubicBezTo>
                    <a:pt x="1814" y="77"/>
                    <a:pt x="1814" y="77"/>
                    <a:pt x="1814" y="77"/>
                  </a:cubicBezTo>
                  <a:cubicBezTo>
                    <a:pt x="1804" y="91"/>
                    <a:pt x="1759" y="88"/>
                    <a:pt x="1759" y="88"/>
                  </a:cubicBezTo>
                  <a:cubicBezTo>
                    <a:pt x="1759" y="88"/>
                    <a:pt x="1740" y="85"/>
                    <a:pt x="1728" y="90"/>
                  </a:cubicBezTo>
                  <a:cubicBezTo>
                    <a:pt x="1713" y="95"/>
                    <a:pt x="1584" y="122"/>
                    <a:pt x="1584" y="122"/>
                  </a:cubicBezTo>
                  <a:cubicBezTo>
                    <a:pt x="1584" y="122"/>
                    <a:pt x="1574" y="132"/>
                    <a:pt x="1567" y="125"/>
                  </a:cubicBezTo>
                  <a:cubicBezTo>
                    <a:pt x="1560" y="118"/>
                    <a:pt x="1535" y="106"/>
                    <a:pt x="1514" y="132"/>
                  </a:cubicBezTo>
                  <a:cubicBezTo>
                    <a:pt x="1493" y="158"/>
                    <a:pt x="1506" y="187"/>
                    <a:pt x="1513" y="194"/>
                  </a:cubicBezTo>
                  <a:cubicBezTo>
                    <a:pt x="1513" y="195"/>
                    <a:pt x="1513" y="195"/>
                    <a:pt x="1513" y="195"/>
                  </a:cubicBezTo>
                  <a:cubicBezTo>
                    <a:pt x="1506" y="202"/>
                    <a:pt x="1493" y="231"/>
                    <a:pt x="1514" y="257"/>
                  </a:cubicBezTo>
                  <a:cubicBezTo>
                    <a:pt x="1535" y="283"/>
                    <a:pt x="1560" y="271"/>
                    <a:pt x="1567" y="264"/>
                  </a:cubicBezTo>
                  <a:cubicBezTo>
                    <a:pt x="1574" y="257"/>
                    <a:pt x="1584" y="267"/>
                    <a:pt x="1584" y="267"/>
                  </a:cubicBezTo>
                  <a:cubicBezTo>
                    <a:pt x="1584" y="267"/>
                    <a:pt x="1712" y="359"/>
                    <a:pt x="1728" y="372"/>
                  </a:cubicBezTo>
                  <a:cubicBezTo>
                    <a:pt x="1744" y="385"/>
                    <a:pt x="1759" y="375"/>
                    <a:pt x="1759" y="375"/>
                  </a:cubicBezTo>
                  <a:cubicBezTo>
                    <a:pt x="1759" y="375"/>
                    <a:pt x="1816" y="368"/>
                    <a:pt x="1816" y="419"/>
                  </a:cubicBezTo>
                  <a:cubicBezTo>
                    <a:pt x="1816" y="463"/>
                    <a:pt x="1760" y="457"/>
                    <a:pt x="1760" y="457"/>
                  </a:cubicBezTo>
                  <a:cubicBezTo>
                    <a:pt x="1760" y="457"/>
                    <a:pt x="1585" y="585"/>
                    <a:pt x="1579" y="591"/>
                  </a:cubicBezTo>
                  <a:cubicBezTo>
                    <a:pt x="1572" y="598"/>
                    <a:pt x="1571" y="601"/>
                    <a:pt x="1566" y="596"/>
                  </a:cubicBezTo>
                  <a:cubicBezTo>
                    <a:pt x="1560" y="591"/>
                    <a:pt x="1534" y="577"/>
                    <a:pt x="1513" y="603"/>
                  </a:cubicBezTo>
                  <a:cubicBezTo>
                    <a:pt x="1492" y="629"/>
                    <a:pt x="1505" y="658"/>
                    <a:pt x="1512" y="665"/>
                  </a:cubicBezTo>
                  <a:cubicBezTo>
                    <a:pt x="1512" y="665"/>
                    <a:pt x="1512" y="665"/>
                    <a:pt x="1512" y="665"/>
                  </a:cubicBezTo>
                  <a:cubicBezTo>
                    <a:pt x="1505" y="672"/>
                    <a:pt x="1492" y="701"/>
                    <a:pt x="1513" y="727"/>
                  </a:cubicBezTo>
                  <a:cubicBezTo>
                    <a:pt x="1534" y="753"/>
                    <a:pt x="1559" y="741"/>
                    <a:pt x="1566" y="734"/>
                  </a:cubicBezTo>
                  <a:cubicBezTo>
                    <a:pt x="1573" y="727"/>
                    <a:pt x="1583" y="737"/>
                    <a:pt x="1583" y="737"/>
                  </a:cubicBezTo>
                  <a:cubicBezTo>
                    <a:pt x="1583" y="737"/>
                    <a:pt x="1711" y="758"/>
                    <a:pt x="1727" y="763"/>
                  </a:cubicBezTo>
                  <a:cubicBezTo>
                    <a:pt x="1743" y="769"/>
                    <a:pt x="1758" y="765"/>
                    <a:pt x="1758" y="765"/>
                  </a:cubicBezTo>
                  <a:cubicBezTo>
                    <a:pt x="1758" y="765"/>
                    <a:pt x="1800" y="763"/>
                    <a:pt x="1811" y="776"/>
                  </a:cubicBezTo>
                  <a:lnTo>
                    <a:pt x="1455" y="776"/>
                  </a:lnTo>
                  <a:close/>
                  <a:moveTo>
                    <a:pt x="2128" y="799"/>
                  </a:moveTo>
                  <a:cubicBezTo>
                    <a:pt x="1889" y="849"/>
                    <a:pt x="1889" y="849"/>
                    <a:pt x="1889" y="849"/>
                  </a:cubicBezTo>
                  <a:cubicBezTo>
                    <a:pt x="1571" y="849"/>
                    <a:pt x="1571" y="849"/>
                    <a:pt x="1571" y="849"/>
                  </a:cubicBezTo>
                  <a:cubicBezTo>
                    <a:pt x="1769" y="808"/>
                    <a:pt x="1769" y="808"/>
                    <a:pt x="1769" y="808"/>
                  </a:cubicBezTo>
                  <a:cubicBezTo>
                    <a:pt x="1769" y="808"/>
                    <a:pt x="1839" y="812"/>
                    <a:pt x="1839" y="783"/>
                  </a:cubicBezTo>
                  <a:cubicBezTo>
                    <a:pt x="1838" y="749"/>
                    <a:pt x="1762" y="756"/>
                    <a:pt x="1762" y="756"/>
                  </a:cubicBezTo>
                  <a:cubicBezTo>
                    <a:pt x="1762" y="756"/>
                    <a:pt x="1749" y="758"/>
                    <a:pt x="1737" y="754"/>
                  </a:cubicBezTo>
                  <a:cubicBezTo>
                    <a:pt x="1721" y="748"/>
                    <a:pt x="1592" y="712"/>
                    <a:pt x="1592" y="712"/>
                  </a:cubicBezTo>
                  <a:cubicBezTo>
                    <a:pt x="1592" y="712"/>
                    <a:pt x="1580" y="700"/>
                    <a:pt x="1567" y="708"/>
                  </a:cubicBezTo>
                  <a:cubicBezTo>
                    <a:pt x="1558" y="713"/>
                    <a:pt x="1544" y="728"/>
                    <a:pt x="1530" y="712"/>
                  </a:cubicBezTo>
                  <a:cubicBezTo>
                    <a:pt x="1520" y="700"/>
                    <a:pt x="1524" y="682"/>
                    <a:pt x="1524" y="682"/>
                  </a:cubicBezTo>
                  <a:cubicBezTo>
                    <a:pt x="1874" y="682"/>
                    <a:pt x="1874" y="682"/>
                    <a:pt x="1874" y="682"/>
                  </a:cubicBezTo>
                  <a:cubicBezTo>
                    <a:pt x="1878" y="703"/>
                    <a:pt x="1891" y="716"/>
                    <a:pt x="1915" y="721"/>
                  </a:cubicBezTo>
                  <a:cubicBezTo>
                    <a:pt x="1944" y="727"/>
                    <a:pt x="2080" y="757"/>
                    <a:pt x="2096" y="763"/>
                  </a:cubicBezTo>
                  <a:cubicBezTo>
                    <a:pt x="2112" y="768"/>
                    <a:pt x="2127" y="764"/>
                    <a:pt x="2127" y="764"/>
                  </a:cubicBezTo>
                  <a:cubicBezTo>
                    <a:pt x="2127" y="764"/>
                    <a:pt x="2184" y="761"/>
                    <a:pt x="2184" y="783"/>
                  </a:cubicBezTo>
                  <a:cubicBezTo>
                    <a:pt x="2184" y="801"/>
                    <a:pt x="2128" y="799"/>
                    <a:pt x="2128" y="799"/>
                  </a:cubicBezTo>
                  <a:close/>
                </a:path>
              </a:pathLst>
            </a:custGeom>
            <a:solidFill>
              <a:srgbClr val="D3CFD1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2" name="Freeform 73">
              <a:extLst>
                <a:ext uri="{FF2B5EF4-FFF2-40B4-BE49-F238E27FC236}">
                  <a16:creationId xmlns:a16="http://schemas.microsoft.com/office/drawing/2014/main" id="{F3BDB4D8-8311-4BFE-A90B-31B1C49E9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179"/>
              <a:ext cx="63" cy="49"/>
            </a:xfrm>
            <a:custGeom>
              <a:avLst/>
              <a:gdLst>
                <a:gd name="T0" fmla="*/ 0 w 61"/>
                <a:gd name="T1" fmla="*/ 8 h 47"/>
                <a:gd name="T2" fmla="*/ 67 w 61"/>
                <a:gd name="T3" fmla="*/ 53 h 47"/>
                <a:gd name="T4" fmla="*/ 0 w 61"/>
                <a:gd name="T5" fmla="*/ 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7">
                  <a:moveTo>
                    <a:pt x="0" y="8"/>
                  </a:moveTo>
                  <a:cubicBezTo>
                    <a:pt x="0" y="8"/>
                    <a:pt x="47" y="0"/>
                    <a:pt x="61" y="47"/>
                  </a:cubicBezTo>
                  <a:cubicBezTo>
                    <a:pt x="61" y="47"/>
                    <a:pt x="38" y="7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3" name="Freeform 74">
              <a:extLst>
                <a:ext uri="{FF2B5EF4-FFF2-40B4-BE49-F238E27FC236}">
                  <a16:creationId xmlns:a16="http://schemas.microsoft.com/office/drawing/2014/main" id="{859EB3B0-5ABC-4E2E-A6B6-70C7A8DA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524"/>
              <a:ext cx="40" cy="58"/>
            </a:xfrm>
            <a:custGeom>
              <a:avLst/>
              <a:gdLst>
                <a:gd name="T0" fmla="*/ 14 w 39"/>
                <a:gd name="T1" fmla="*/ 0 h 56"/>
                <a:gd name="T2" fmla="*/ 42 w 39"/>
                <a:gd name="T3" fmla="*/ 62 h 56"/>
                <a:gd name="T4" fmla="*/ 14 w 3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6">
                  <a:moveTo>
                    <a:pt x="14" y="0"/>
                  </a:moveTo>
                  <a:cubicBezTo>
                    <a:pt x="14" y="0"/>
                    <a:pt x="0" y="37"/>
                    <a:pt x="39" y="56"/>
                  </a:cubicBezTo>
                  <a:cubicBezTo>
                    <a:pt x="39" y="56"/>
                    <a:pt x="16" y="31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4" name="Freeform 75">
              <a:extLst>
                <a:ext uri="{FF2B5EF4-FFF2-40B4-BE49-F238E27FC236}">
                  <a16:creationId xmlns:a16="http://schemas.microsoft.com/office/drawing/2014/main" id="{8B685C67-4E93-44A6-9C7E-D3271B769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431"/>
              <a:ext cx="32" cy="47"/>
            </a:xfrm>
            <a:custGeom>
              <a:avLst/>
              <a:gdLst>
                <a:gd name="T0" fmla="*/ 3 w 31"/>
                <a:gd name="T1" fmla="*/ 49 h 46"/>
                <a:gd name="T2" fmla="*/ 34 w 31"/>
                <a:gd name="T3" fmla="*/ 0 h 46"/>
                <a:gd name="T4" fmla="*/ 3 w 31"/>
                <a:gd name="T5" fmla="*/ 4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6">
                  <a:moveTo>
                    <a:pt x="3" y="46"/>
                  </a:moveTo>
                  <a:cubicBezTo>
                    <a:pt x="3" y="46"/>
                    <a:pt x="0" y="10"/>
                    <a:pt x="31" y="0"/>
                  </a:cubicBezTo>
                  <a:cubicBezTo>
                    <a:pt x="31" y="0"/>
                    <a:pt x="9" y="15"/>
                    <a:pt x="3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5" name="Freeform 76">
              <a:extLst>
                <a:ext uri="{FF2B5EF4-FFF2-40B4-BE49-F238E27FC236}">
                  <a16:creationId xmlns:a16="http://schemas.microsoft.com/office/drawing/2014/main" id="{68092DC5-E097-4E24-83DE-F3348319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511"/>
              <a:ext cx="40" cy="47"/>
            </a:xfrm>
            <a:custGeom>
              <a:avLst/>
              <a:gdLst>
                <a:gd name="T0" fmla="*/ 0 w 39"/>
                <a:gd name="T1" fmla="*/ 0 h 45"/>
                <a:gd name="T2" fmla="*/ 42 w 39"/>
                <a:gd name="T3" fmla="*/ 51 h 45"/>
                <a:gd name="T4" fmla="*/ 0 w 39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5">
                  <a:moveTo>
                    <a:pt x="0" y="0"/>
                  </a:moveTo>
                  <a:cubicBezTo>
                    <a:pt x="0" y="0"/>
                    <a:pt x="2" y="36"/>
                    <a:pt x="39" y="45"/>
                  </a:cubicBezTo>
                  <a:cubicBezTo>
                    <a:pt x="39" y="45"/>
                    <a:pt x="10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6" name="Freeform 77">
              <a:extLst>
                <a:ext uri="{FF2B5EF4-FFF2-40B4-BE49-F238E27FC236}">
                  <a16:creationId xmlns:a16="http://schemas.microsoft.com/office/drawing/2014/main" id="{699853F5-85CC-4E49-9057-70EED8D0F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612"/>
              <a:ext cx="24" cy="30"/>
            </a:xfrm>
            <a:custGeom>
              <a:avLst/>
              <a:gdLst>
                <a:gd name="T0" fmla="*/ 0 w 23"/>
                <a:gd name="T1" fmla="*/ 0 h 29"/>
                <a:gd name="T2" fmla="*/ 1 w 23"/>
                <a:gd name="T3" fmla="*/ 32 h 29"/>
                <a:gd name="T4" fmla="*/ 0 w 2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">
                  <a:moveTo>
                    <a:pt x="0" y="0"/>
                  </a:moveTo>
                  <a:cubicBezTo>
                    <a:pt x="0" y="0"/>
                    <a:pt x="23" y="16"/>
                    <a:pt x="1" y="29"/>
                  </a:cubicBezTo>
                  <a:cubicBezTo>
                    <a:pt x="1" y="29"/>
                    <a:pt x="13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7" name="Freeform 78">
              <a:extLst>
                <a:ext uri="{FF2B5EF4-FFF2-40B4-BE49-F238E27FC236}">
                  <a16:creationId xmlns:a16="http://schemas.microsoft.com/office/drawing/2014/main" id="{CD322A67-F098-43EA-8F29-56C67C344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190"/>
              <a:ext cx="43" cy="61"/>
            </a:xfrm>
            <a:custGeom>
              <a:avLst/>
              <a:gdLst>
                <a:gd name="T0" fmla="*/ 0 w 41"/>
                <a:gd name="T1" fmla="*/ 0 h 59"/>
                <a:gd name="T2" fmla="*/ 46 w 41"/>
                <a:gd name="T3" fmla="*/ 65 h 59"/>
                <a:gd name="T4" fmla="*/ 0 w 4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9">
                  <a:moveTo>
                    <a:pt x="0" y="0"/>
                  </a:moveTo>
                  <a:cubicBezTo>
                    <a:pt x="0" y="0"/>
                    <a:pt x="41" y="10"/>
                    <a:pt x="40" y="59"/>
                  </a:cubicBezTo>
                  <a:cubicBezTo>
                    <a:pt x="40" y="59"/>
                    <a:pt x="26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8" name="Freeform 79">
              <a:extLst>
                <a:ext uri="{FF2B5EF4-FFF2-40B4-BE49-F238E27FC236}">
                  <a16:creationId xmlns:a16="http://schemas.microsoft.com/office/drawing/2014/main" id="{4B082F40-A0F8-4C2B-AF56-674EB2E67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190"/>
              <a:ext cx="46" cy="62"/>
            </a:xfrm>
            <a:custGeom>
              <a:avLst/>
              <a:gdLst>
                <a:gd name="T0" fmla="*/ 0 w 44"/>
                <a:gd name="T1" fmla="*/ 0 h 60"/>
                <a:gd name="T2" fmla="*/ 47 w 44"/>
                <a:gd name="T3" fmla="*/ 66 h 60"/>
                <a:gd name="T4" fmla="*/ 0 w 4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0">
                  <a:moveTo>
                    <a:pt x="0" y="0"/>
                  </a:moveTo>
                  <a:cubicBezTo>
                    <a:pt x="0" y="0"/>
                    <a:pt x="44" y="10"/>
                    <a:pt x="41" y="60"/>
                  </a:cubicBezTo>
                  <a:cubicBezTo>
                    <a:pt x="41" y="60"/>
                    <a:pt x="31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9" name="Freeform 80">
              <a:extLst>
                <a:ext uri="{FF2B5EF4-FFF2-40B4-BE49-F238E27FC236}">
                  <a16:creationId xmlns:a16="http://schemas.microsoft.com/office/drawing/2014/main" id="{CE42190E-147C-490C-A88A-E344B5AC1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190"/>
              <a:ext cx="43" cy="61"/>
            </a:xfrm>
            <a:custGeom>
              <a:avLst/>
              <a:gdLst>
                <a:gd name="T0" fmla="*/ 0 w 41"/>
                <a:gd name="T1" fmla="*/ 0 h 59"/>
                <a:gd name="T2" fmla="*/ 47 w 41"/>
                <a:gd name="T3" fmla="*/ 65 h 59"/>
                <a:gd name="T4" fmla="*/ 0 w 4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9">
                  <a:moveTo>
                    <a:pt x="0" y="0"/>
                  </a:moveTo>
                  <a:cubicBezTo>
                    <a:pt x="0" y="0"/>
                    <a:pt x="40" y="8"/>
                    <a:pt x="41" y="59"/>
                  </a:cubicBezTo>
                  <a:cubicBezTo>
                    <a:pt x="41" y="59"/>
                    <a:pt x="33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0" name="Freeform 81">
              <a:extLst>
                <a:ext uri="{FF2B5EF4-FFF2-40B4-BE49-F238E27FC236}">
                  <a16:creationId xmlns:a16="http://schemas.microsoft.com/office/drawing/2014/main" id="{13FDD511-C05A-45D6-BD3A-94514504B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192"/>
              <a:ext cx="35" cy="64"/>
            </a:xfrm>
            <a:custGeom>
              <a:avLst/>
              <a:gdLst>
                <a:gd name="T0" fmla="*/ 0 w 34"/>
                <a:gd name="T1" fmla="*/ 0 h 62"/>
                <a:gd name="T2" fmla="*/ 34 w 34"/>
                <a:gd name="T3" fmla="*/ 68 h 62"/>
                <a:gd name="T4" fmla="*/ 0 w 34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2">
                  <a:moveTo>
                    <a:pt x="0" y="0"/>
                  </a:moveTo>
                  <a:cubicBezTo>
                    <a:pt x="0" y="0"/>
                    <a:pt x="34" y="13"/>
                    <a:pt x="31" y="62"/>
                  </a:cubicBezTo>
                  <a:cubicBezTo>
                    <a:pt x="31" y="62"/>
                    <a:pt x="25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1" name="Freeform 82">
              <a:extLst>
                <a:ext uri="{FF2B5EF4-FFF2-40B4-BE49-F238E27FC236}">
                  <a16:creationId xmlns:a16="http://schemas.microsoft.com/office/drawing/2014/main" id="{D6F626A4-5D9E-4DE6-B5CC-4E59BC99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191"/>
              <a:ext cx="39" cy="66"/>
            </a:xfrm>
            <a:custGeom>
              <a:avLst/>
              <a:gdLst>
                <a:gd name="T0" fmla="*/ 0 w 38"/>
                <a:gd name="T1" fmla="*/ 0 h 64"/>
                <a:gd name="T2" fmla="*/ 39 w 38"/>
                <a:gd name="T3" fmla="*/ 70 h 64"/>
                <a:gd name="T4" fmla="*/ 0 w 38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4">
                  <a:moveTo>
                    <a:pt x="0" y="0"/>
                  </a:moveTo>
                  <a:cubicBezTo>
                    <a:pt x="0" y="0"/>
                    <a:pt x="38" y="10"/>
                    <a:pt x="36" y="64"/>
                  </a:cubicBezTo>
                  <a:cubicBezTo>
                    <a:pt x="36" y="64"/>
                    <a:pt x="30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2" name="Freeform 83">
              <a:extLst>
                <a:ext uri="{FF2B5EF4-FFF2-40B4-BE49-F238E27FC236}">
                  <a16:creationId xmlns:a16="http://schemas.microsoft.com/office/drawing/2014/main" id="{F9F27C84-1E4A-4856-B0BD-817FFE288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012"/>
              <a:ext cx="354" cy="8"/>
            </a:xfrm>
            <a:custGeom>
              <a:avLst/>
              <a:gdLst>
                <a:gd name="T0" fmla="*/ 1 w 354"/>
                <a:gd name="T1" fmla="*/ 0 h 8"/>
                <a:gd name="T2" fmla="*/ 0 w 354"/>
                <a:gd name="T3" fmla="*/ 8 h 8"/>
                <a:gd name="T4" fmla="*/ 354 w 354"/>
                <a:gd name="T5" fmla="*/ 0 h 8"/>
                <a:gd name="T6" fmla="*/ 1 w 35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4" h="8">
                  <a:moveTo>
                    <a:pt x="1" y="0"/>
                  </a:moveTo>
                  <a:lnTo>
                    <a:pt x="0" y="8"/>
                  </a:lnTo>
                  <a:lnTo>
                    <a:pt x="35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3" name="Freeform 84">
              <a:extLst>
                <a:ext uri="{FF2B5EF4-FFF2-40B4-BE49-F238E27FC236}">
                  <a16:creationId xmlns:a16="http://schemas.microsoft.com/office/drawing/2014/main" id="{CDD2C2B5-561F-43D7-AB2F-97863CBB5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010"/>
              <a:ext cx="328" cy="8"/>
            </a:xfrm>
            <a:custGeom>
              <a:avLst/>
              <a:gdLst>
                <a:gd name="T0" fmla="*/ 2 w 328"/>
                <a:gd name="T1" fmla="*/ 0 h 8"/>
                <a:gd name="T2" fmla="*/ 0 w 328"/>
                <a:gd name="T3" fmla="*/ 8 h 8"/>
                <a:gd name="T4" fmla="*/ 328 w 328"/>
                <a:gd name="T5" fmla="*/ 2 h 8"/>
                <a:gd name="T6" fmla="*/ 2 w 32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8">
                  <a:moveTo>
                    <a:pt x="2" y="0"/>
                  </a:moveTo>
                  <a:lnTo>
                    <a:pt x="0" y="8"/>
                  </a:lnTo>
                  <a:lnTo>
                    <a:pt x="328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4" name="Freeform 85">
              <a:extLst>
                <a:ext uri="{FF2B5EF4-FFF2-40B4-BE49-F238E27FC236}">
                  <a16:creationId xmlns:a16="http://schemas.microsoft.com/office/drawing/2014/main" id="{94CAC832-5E3C-4061-A685-00FED40E4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011"/>
              <a:ext cx="315" cy="5"/>
            </a:xfrm>
            <a:custGeom>
              <a:avLst/>
              <a:gdLst>
                <a:gd name="T0" fmla="*/ 1 w 315"/>
                <a:gd name="T1" fmla="*/ 0 h 5"/>
                <a:gd name="T2" fmla="*/ 0 w 315"/>
                <a:gd name="T3" fmla="*/ 5 h 5"/>
                <a:gd name="T4" fmla="*/ 315 w 315"/>
                <a:gd name="T5" fmla="*/ 4 h 5"/>
                <a:gd name="T6" fmla="*/ 1 w 31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5" h="5">
                  <a:moveTo>
                    <a:pt x="1" y="0"/>
                  </a:moveTo>
                  <a:lnTo>
                    <a:pt x="0" y="5"/>
                  </a:lnTo>
                  <a:lnTo>
                    <a:pt x="3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5" name="Freeform 86">
              <a:extLst>
                <a:ext uri="{FF2B5EF4-FFF2-40B4-BE49-F238E27FC236}">
                  <a16:creationId xmlns:a16="http://schemas.microsoft.com/office/drawing/2014/main" id="{F5C6D416-8F45-4CCF-9E6A-EA313872A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500"/>
              <a:ext cx="318" cy="5"/>
            </a:xfrm>
            <a:custGeom>
              <a:avLst/>
              <a:gdLst>
                <a:gd name="T0" fmla="*/ 2 w 318"/>
                <a:gd name="T1" fmla="*/ 0 h 5"/>
                <a:gd name="T2" fmla="*/ 0 w 318"/>
                <a:gd name="T3" fmla="*/ 5 h 5"/>
                <a:gd name="T4" fmla="*/ 318 w 318"/>
                <a:gd name="T5" fmla="*/ 1 h 5"/>
                <a:gd name="T6" fmla="*/ 2 w 31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8" h="5">
                  <a:moveTo>
                    <a:pt x="2" y="0"/>
                  </a:moveTo>
                  <a:lnTo>
                    <a:pt x="0" y="5"/>
                  </a:lnTo>
                  <a:lnTo>
                    <a:pt x="318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6" name="Freeform 87">
              <a:extLst>
                <a:ext uri="{FF2B5EF4-FFF2-40B4-BE49-F238E27FC236}">
                  <a16:creationId xmlns:a16="http://schemas.microsoft.com/office/drawing/2014/main" id="{10361606-0E01-405F-97DF-86EAC4D9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875"/>
              <a:ext cx="40" cy="33"/>
            </a:xfrm>
            <a:custGeom>
              <a:avLst/>
              <a:gdLst>
                <a:gd name="T0" fmla="*/ 0 w 39"/>
                <a:gd name="T1" fmla="*/ 0 h 32"/>
                <a:gd name="T2" fmla="*/ 3 w 39"/>
                <a:gd name="T3" fmla="*/ 35 h 32"/>
                <a:gd name="T4" fmla="*/ 0 w 3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2">
                  <a:moveTo>
                    <a:pt x="0" y="0"/>
                  </a:moveTo>
                  <a:cubicBezTo>
                    <a:pt x="0" y="0"/>
                    <a:pt x="39" y="15"/>
                    <a:pt x="3" y="32"/>
                  </a:cubicBezTo>
                  <a:cubicBezTo>
                    <a:pt x="3" y="32"/>
                    <a:pt x="25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7" name="Freeform 88">
              <a:extLst>
                <a:ext uri="{FF2B5EF4-FFF2-40B4-BE49-F238E27FC236}">
                  <a16:creationId xmlns:a16="http://schemas.microsoft.com/office/drawing/2014/main" id="{B034D63E-72DE-4A32-8748-21558D903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878"/>
              <a:ext cx="27" cy="29"/>
            </a:xfrm>
            <a:custGeom>
              <a:avLst/>
              <a:gdLst>
                <a:gd name="T0" fmla="*/ 0 w 27"/>
                <a:gd name="T1" fmla="*/ 0 h 28"/>
                <a:gd name="T2" fmla="*/ 1 w 27"/>
                <a:gd name="T3" fmla="*/ 31 h 28"/>
                <a:gd name="T4" fmla="*/ 0 w 2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0" y="0"/>
                  </a:moveTo>
                  <a:cubicBezTo>
                    <a:pt x="0" y="0"/>
                    <a:pt x="27" y="12"/>
                    <a:pt x="1" y="28"/>
                  </a:cubicBezTo>
                  <a:cubicBezTo>
                    <a:pt x="1" y="28"/>
                    <a:pt x="16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8" name="Freeform 89">
              <a:extLst>
                <a:ext uri="{FF2B5EF4-FFF2-40B4-BE49-F238E27FC236}">
                  <a16:creationId xmlns:a16="http://schemas.microsoft.com/office/drawing/2014/main" id="{15874CF0-0FA9-40E5-AB63-BA36BF7E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1612"/>
              <a:ext cx="43" cy="31"/>
            </a:xfrm>
            <a:custGeom>
              <a:avLst/>
              <a:gdLst>
                <a:gd name="T0" fmla="*/ 3 w 42"/>
                <a:gd name="T1" fmla="*/ 0 h 30"/>
                <a:gd name="T2" fmla="*/ 0 w 42"/>
                <a:gd name="T3" fmla="*/ 33 h 30"/>
                <a:gd name="T4" fmla="*/ 3 w 42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3" y="0"/>
                  </a:moveTo>
                  <a:cubicBezTo>
                    <a:pt x="3" y="0"/>
                    <a:pt x="30" y="17"/>
                    <a:pt x="0" y="30"/>
                  </a:cubicBezTo>
                  <a:cubicBezTo>
                    <a:pt x="0" y="30"/>
                    <a:pt x="42" y="1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9" name="Freeform 90">
              <a:extLst>
                <a:ext uri="{FF2B5EF4-FFF2-40B4-BE49-F238E27FC236}">
                  <a16:creationId xmlns:a16="http://schemas.microsoft.com/office/drawing/2014/main" id="{3935C57F-357B-445F-9230-AA6D6C1E3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612"/>
              <a:ext cx="39" cy="30"/>
            </a:xfrm>
            <a:custGeom>
              <a:avLst/>
              <a:gdLst>
                <a:gd name="T0" fmla="*/ 0 w 38"/>
                <a:gd name="T1" fmla="*/ 0 h 29"/>
                <a:gd name="T2" fmla="*/ 0 w 38"/>
                <a:gd name="T3" fmla="*/ 32 h 29"/>
                <a:gd name="T4" fmla="*/ 0 w 3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9">
                  <a:moveTo>
                    <a:pt x="0" y="0"/>
                  </a:moveTo>
                  <a:cubicBezTo>
                    <a:pt x="0" y="0"/>
                    <a:pt x="27" y="16"/>
                    <a:pt x="0" y="29"/>
                  </a:cubicBezTo>
                  <a:cubicBezTo>
                    <a:pt x="0" y="29"/>
                    <a:pt x="38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0" name="Freeform 91">
              <a:extLst>
                <a:ext uri="{FF2B5EF4-FFF2-40B4-BE49-F238E27FC236}">
                  <a16:creationId xmlns:a16="http://schemas.microsoft.com/office/drawing/2014/main" id="{73FED883-00D5-4F55-A352-3680C7656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612"/>
              <a:ext cx="39" cy="30"/>
            </a:xfrm>
            <a:custGeom>
              <a:avLst/>
              <a:gdLst>
                <a:gd name="T0" fmla="*/ 1 w 38"/>
                <a:gd name="T1" fmla="*/ 0 h 29"/>
                <a:gd name="T2" fmla="*/ 0 w 38"/>
                <a:gd name="T3" fmla="*/ 32 h 29"/>
                <a:gd name="T4" fmla="*/ 1 w 3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9">
                  <a:moveTo>
                    <a:pt x="1" y="0"/>
                  </a:moveTo>
                  <a:cubicBezTo>
                    <a:pt x="1" y="0"/>
                    <a:pt x="27" y="14"/>
                    <a:pt x="0" y="29"/>
                  </a:cubicBezTo>
                  <a:cubicBezTo>
                    <a:pt x="0" y="29"/>
                    <a:pt x="38" y="19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8" name="Expandable-metallic-vascular-stent">
            <a:extLst>
              <a:ext uri="{FF2B5EF4-FFF2-40B4-BE49-F238E27FC236}">
                <a16:creationId xmlns:a16="http://schemas.microsoft.com/office/drawing/2014/main" id="{8E990CAF-19EE-4464-9254-4FD1646443DB}"/>
              </a:ext>
            </a:extLst>
          </p:cNvPr>
          <p:cNvGrpSpPr>
            <a:grpSpLocks/>
          </p:cNvGrpSpPr>
          <p:nvPr/>
        </p:nvGrpSpPr>
        <p:grpSpPr bwMode="auto">
          <a:xfrm>
            <a:off x="4262438" y="4830763"/>
            <a:ext cx="3686175" cy="1335087"/>
            <a:chOff x="2966" y="1826"/>
            <a:chExt cx="2322" cy="841"/>
          </a:xfrm>
        </p:grpSpPr>
        <p:sp>
          <p:nvSpPr>
            <p:cNvPr id="59399" name="Freeform 93">
              <a:extLst>
                <a:ext uri="{FF2B5EF4-FFF2-40B4-BE49-F238E27FC236}">
                  <a16:creationId xmlns:a16="http://schemas.microsoft.com/office/drawing/2014/main" id="{07BE65C3-2202-4D02-BAF4-27AF269E7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2660"/>
              <a:ext cx="342" cy="7"/>
            </a:xfrm>
            <a:custGeom>
              <a:avLst/>
              <a:gdLst>
                <a:gd name="T0" fmla="*/ 287 w 354"/>
                <a:gd name="T1" fmla="*/ 2 h 7"/>
                <a:gd name="T2" fmla="*/ 4 w 354"/>
                <a:gd name="T3" fmla="*/ 2 h 7"/>
                <a:gd name="T4" fmla="*/ 0 w 354"/>
                <a:gd name="T5" fmla="*/ 3 h 7"/>
                <a:gd name="T6" fmla="*/ 3 w 354"/>
                <a:gd name="T7" fmla="*/ 6 h 7"/>
                <a:gd name="T8" fmla="*/ 273 w 354"/>
                <a:gd name="T9" fmla="*/ 6 h 7"/>
                <a:gd name="T10" fmla="*/ 317 w 354"/>
                <a:gd name="T11" fmla="*/ 5 h 7"/>
                <a:gd name="T12" fmla="*/ 302 w 354"/>
                <a:gd name="T13" fmla="*/ 0 h 7"/>
                <a:gd name="T14" fmla="*/ 283 w 354"/>
                <a:gd name="T15" fmla="*/ 1 h 7"/>
                <a:gd name="T16" fmla="*/ 287 w 354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4" h="7">
                  <a:moveTo>
                    <a:pt x="318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91" y="6"/>
                    <a:pt x="303" y="6"/>
                  </a:cubicBezTo>
                  <a:cubicBezTo>
                    <a:pt x="316" y="7"/>
                    <a:pt x="350" y="7"/>
                    <a:pt x="352" y="5"/>
                  </a:cubicBezTo>
                  <a:cubicBezTo>
                    <a:pt x="354" y="4"/>
                    <a:pt x="335" y="0"/>
                    <a:pt x="335" y="0"/>
                  </a:cubicBezTo>
                  <a:cubicBezTo>
                    <a:pt x="314" y="1"/>
                    <a:pt x="314" y="1"/>
                    <a:pt x="314" y="1"/>
                  </a:cubicBezTo>
                  <a:lnTo>
                    <a:pt x="318" y="2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0" name="Freeform 94">
              <a:extLst>
                <a:ext uri="{FF2B5EF4-FFF2-40B4-BE49-F238E27FC236}">
                  <a16:creationId xmlns:a16="http://schemas.microsoft.com/office/drawing/2014/main" id="{A9AF7DFC-2407-4263-BB59-2754B7116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660"/>
              <a:ext cx="272" cy="7"/>
            </a:xfrm>
            <a:custGeom>
              <a:avLst/>
              <a:gdLst>
                <a:gd name="T0" fmla="*/ 221 w 282"/>
                <a:gd name="T1" fmla="*/ 2 h 7"/>
                <a:gd name="T2" fmla="*/ 5 w 282"/>
                <a:gd name="T3" fmla="*/ 2 h 7"/>
                <a:gd name="T4" fmla="*/ 0 w 282"/>
                <a:gd name="T5" fmla="*/ 3 h 7"/>
                <a:gd name="T6" fmla="*/ 3 w 282"/>
                <a:gd name="T7" fmla="*/ 6 h 7"/>
                <a:gd name="T8" fmla="*/ 207 w 282"/>
                <a:gd name="T9" fmla="*/ 6 h 7"/>
                <a:gd name="T10" fmla="*/ 251 w 282"/>
                <a:gd name="T11" fmla="*/ 5 h 7"/>
                <a:gd name="T12" fmla="*/ 236 w 282"/>
                <a:gd name="T13" fmla="*/ 0 h 7"/>
                <a:gd name="T14" fmla="*/ 217 w 282"/>
                <a:gd name="T15" fmla="*/ 1 h 7"/>
                <a:gd name="T16" fmla="*/ 221 w 282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2" h="7">
                  <a:moveTo>
                    <a:pt x="246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19" y="6"/>
                    <a:pt x="231" y="6"/>
                  </a:cubicBezTo>
                  <a:cubicBezTo>
                    <a:pt x="244" y="7"/>
                    <a:pt x="278" y="7"/>
                    <a:pt x="280" y="5"/>
                  </a:cubicBezTo>
                  <a:cubicBezTo>
                    <a:pt x="282" y="4"/>
                    <a:pt x="263" y="0"/>
                    <a:pt x="263" y="0"/>
                  </a:cubicBezTo>
                  <a:cubicBezTo>
                    <a:pt x="242" y="1"/>
                    <a:pt x="242" y="1"/>
                    <a:pt x="242" y="1"/>
                  </a:cubicBezTo>
                  <a:lnTo>
                    <a:pt x="246" y="2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1" name="Freeform 95">
              <a:extLst>
                <a:ext uri="{FF2B5EF4-FFF2-40B4-BE49-F238E27FC236}">
                  <a16:creationId xmlns:a16="http://schemas.microsoft.com/office/drawing/2014/main" id="{16BEE296-3C16-41EC-A651-D6A70D186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661"/>
              <a:ext cx="269" cy="6"/>
            </a:xfrm>
            <a:custGeom>
              <a:avLst/>
              <a:gdLst>
                <a:gd name="T0" fmla="*/ 219 w 278"/>
                <a:gd name="T1" fmla="*/ 1 h 6"/>
                <a:gd name="T2" fmla="*/ 4 w 278"/>
                <a:gd name="T3" fmla="*/ 1 h 6"/>
                <a:gd name="T4" fmla="*/ 0 w 278"/>
                <a:gd name="T5" fmla="*/ 2 h 6"/>
                <a:gd name="T6" fmla="*/ 3 w 278"/>
                <a:gd name="T7" fmla="*/ 5 h 6"/>
                <a:gd name="T8" fmla="*/ 206 w 278"/>
                <a:gd name="T9" fmla="*/ 5 h 6"/>
                <a:gd name="T10" fmla="*/ 250 w 278"/>
                <a:gd name="T11" fmla="*/ 4 h 6"/>
                <a:gd name="T12" fmla="*/ 232 w 278"/>
                <a:gd name="T13" fmla="*/ 0 h 6"/>
                <a:gd name="T14" fmla="*/ 216 w 278"/>
                <a:gd name="T15" fmla="*/ 0 h 6"/>
                <a:gd name="T16" fmla="*/ 219 w 278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8" h="6">
                  <a:moveTo>
                    <a:pt x="242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15" y="5"/>
                    <a:pt x="227" y="5"/>
                  </a:cubicBezTo>
                  <a:cubicBezTo>
                    <a:pt x="240" y="6"/>
                    <a:pt x="274" y="6"/>
                    <a:pt x="276" y="4"/>
                  </a:cubicBezTo>
                  <a:cubicBezTo>
                    <a:pt x="278" y="3"/>
                    <a:pt x="256" y="0"/>
                    <a:pt x="256" y="0"/>
                  </a:cubicBezTo>
                  <a:cubicBezTo>
                    <a:pt x="238" y="0"/>
                    <a:pt x="238" y="0"/>
                    <a:pt x="238" y="0"/>
                  </a:cubicBezTo>
                  <a:lnTo>
                    <a:pt x="242" y="1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2" name="Freeform 96">
              <a:extLst>
                <a:ext uri="{FF2B5EF4-FFF2-40B4-BE49-F238E27FC236}">
                  <a16:creationId xmlns:a16="http://schemas.microsoft.com/office/drawing/2014/main" id="{9245A9FF-8A7F-4A0C-81FA-18DE51AE2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661"/>
              <a:ext cx="274" cy="6"/>
            </a:xfrm>
            <a:custGeom>
              <a:avLst/>
              <a:gdLst>
                <a:gd name="T0" fmla="*/ 223 w 283"/>
                <a:gd name="T1" fmla="*/ 1 h 6"/>
                <a:gd name="T2" fmla="*/ 5 w 283"/>
                <a:gd name="T3" fmla="*/ 1 h 6"/>
                <a:gd name="T4" fmla="*/ 0 w 283"/>
                <a:gd name="T5" fmla="*/ 2 h 6"/>
                <a:gd name="T6" fmla="*/ 3 w 283"/>
                <a:gd name="T7" fmla="*/ 5 h 6"/>
                <a:gd name="T8" fmla="*/ 210 w 283"/>
                <a:gd name="T9" fmla="*/ 5 h 6"/>
                <a:gd name="T10" fmla="*/ 253 w 283"/>
                <a:gd name="T11" fmla="*/ 5 h 6"/>
                <a:gd name="T12" fmla="*/ 234 w 283"/>
                <a:gd name="T13" fmla="*/ 0 h 6"/>
                <a:gd name="T14" fmla="*/ 220 w 283"/>
                <a:gd name="T15" fmla="*/ 0 h 6"/>
                <a:gd name="T16" fmla="*/ 223 w 283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6">
                  <a:moveTo>
                    <a:pt x="246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19" y="5"/>
                    <a:pt x="231" y="5"/>
                  </a:cubicBezTo>
                  <a:cubicBezTo>
                    <a:pt x="244" y="6"/>
                    <a:pt x="277" y="6"/>
                    <a:pt x="279" y="5"/>
                  </a:cubicBezTo>
                  <a:cubicBezTo>
                    <a:pt x="283" y="4"/>
                    <a:pt x="258" y="0"/>
                    <a:pt x="258" y="0"/>
                  </a:cubicBezTo>
                  <a:cubicBezTo>
                    <a:pt x="242" y="0"/>
                    <a:pt x="242" y="0"/>
                    <a:pt x="242" y="0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3" name="Freeform 97">
              <a:extLst>
                <a:ext uri="{FF2B5EF4-FFF2-40B4-BE49-F238E27FC236}">
                  <a16:creationId xmlns:a16="http://schemas.microsoft.com/office/drawing/2014/main" id="{D3D3B73B-1B0E-4DA4-991F-283BE8434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827"/>
              <a:ext cx="301" cy="9"/>
            </a:xfrm>
            <a:custGeom>
              <a:avLst/>
              <a:gdLst>
                <a:gd name="T0" fmla="*/ 230 w 311"/>
                <a:gd name="T1" fmla="*/ 8 h 9"/>
                <a:gd name="T2" fmla="*/ 252 w 311"/>
                <a:gd name="T3" fmla="*/ 9 h 9"/>
                <a:gd name="T4" fmla="*/ 263 w 311"/>
                <a:gd name="T5" fmla="*/ 6 h 9"/>
                <a:gd name="T6" fmla="*/ 253 w 311"/>
                <a:gd name="T7" fmla="*/ 1 h 9"/>
                <a:gd name="T8" fmla="*/ 6 w 311"/>
                <a:gd name="T9" fmla="*/ 1 h 9"/>
                <a:gd name="T10" fmla="*/ 0 w 311"/>
                <a:gd name="T11" fmla="*/ 4 h 9"/>
                <a:gd name="T12" fmla="*/ 5 w 311"/>
                <a:gd name="T13" fmla="*/ 7 h 9"/>
                <a:gd name="T14" fmla="*/ 230 w 311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1" h="9">
                  <a:moveTo>
                    <a:pt x="254" y="8"/>
                  </a:moveTo>
                  <a:cubicBezTo>
                    <a:pt x="278" y="9"/>
                    <a:pt x="278" y="9"/>
                    <a:pt x="278" y="9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290" y="6"/>
                    <a:pt x="311" y="0"/>
                    <a:pt x="279" y="1"/>
                  </a:cubicBezTo>
                  <a:cubicBezTo>
                    <a:pt x="246" y="1"/>
                    <a:pt x="6" y="1"/>
                    <a:pt x="6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7"/>
                    <a:pt x="5" y="7"/>
                    <a:pt x="5" y="7"/>
                  </a:cubicBezTo>
                  <a:lnTo>
                    <a:pt x="254" y="8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4" name="Freeform 98">
              <a:extLst>
                <a:ext uri="{FF2B5EF4-FFF2-40B4-BE49-F238E27FC236}">
                  <a16:creationId xmlns:a16="http://schemas.microsoft.com/office/drawing/2014/main" id="{077A9FBF-2E73-43CB-B3C5-C5096F51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827"/>
              <a:ext cx="300" cy="9"/>
            </a:xfrm>
            <a:custGeom>
              <a:avLst/>
              <a:gdLst>
                <a:gd name="T0" fmla="*/ 229 w 310"/>
                <a:gd name="T1" fmla="*/ 8 h 9"/>
                <a:gd name="T2" fmla="*/ 252 w 310"/>
                <a:gd name="T3" fmla="*/ 9 h 9"/>
                <a:gd name="T4" fmla="*/ 263 w 310"/>
                <a:gd name="T5" fmla="*/ 6 h 9"/>
                <a:gd name="T6" fmla="*/ 252 w 310"/>
                <a:gd name="T7" fmla="*/ 1 h 9"/>
                <a:gd name="T8" fmla="*/ 6 w 310"/>
                <a:gd name="T9" fmla="*/ 1 h 9"/>
                <a:gd name="T10" fmla="*/ 0 w 310"/>
                <a:gd name="T11" fmla="*/ 4 h 9"/>
                <a:gd name="T12" fmla="*/ 4 w 310"/>
                <a:gd name="T13" fmla="*/ 7 h 9"/>
                <a:gd name="T14" fmla="*/ 229 w 310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0" h="9">
                  <a:moveTo>
                    <a:pt x="253" y="8"/>
                  </a:moveTo>
                  <a:cubicBezTo>
                    <a:pt x="278" y="9"/>
                    <a:pt x="278" y="9"/>
                    <a:pt x="278" y="9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290" y="6"/>
                    <a:pt x="310" y="0"/>
                    <a:pt x="278" y="1"/>
                  </a:cubicBezTo>
                  <a:cubicBezTo>
                    <a:pt x="246" y="1"/>
                    <a:pt x="6" y="1"/>
                    <a:pt x="6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7"/>
                    <a:pt x="4" y="7"/>
                    <a:pt x="4" y="7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5" name="Freeform 99">
              <a:extLst>
                <a:ext uri="{FF2B5EF4-FFF2-40B4-BE49-F238E27FC236}">
                  <a16:creationId xmlns:a16="http://schemas.microsoft.com/office/drawing/2014/main" id="{215C0C85-76F0-4E3C-AC2D-0A1132CE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27"/>
              <a:ext cx="301" cy="9"/>
            </a:xfrm>
            <a:custGeom>
              <a:avLst/>
              <a:gdLst>
                <a:gd name="T0" fmla="*/ 230 w 311"/>
                <a:gd name="T1" fmla="*/ 8 h 9"/>
                <a:gd name="T2" fmla="*/ 252 w 311"/>
                <a:gd name="T3" fmla="*/ 9 h 9"/>
                <a:gd name="T4" fmla="*/ 263 w 311"/>
                <a:gd name="T5" fmla="*/ 6 h 9"/>
                <a:gd name="T6" fmla="*/ 253 w 311"/>
                <a:gd name="T7" fmla="*/ 1 h 9"/>
                <a:gd name="T8" fmla="*/ 6 w 311"/>
                <a:gd name="T9" fmla="*/ 1 h 9"/>
                <a:gd name="T10" fmla="*/ 0 w 311"/>
                <a:gd name="T11" fmla="*/ 4 h 9"/>
                <a:gd name="T12" fmla="*/ 5 w 311"/>
                <a:gd name="T13" fmla="*/ 7 h 9"/>
                <a:gd name="T14" fmla="*/ 230 w 311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1" h="9">
                  <a:moveTo>
                    <a:pt x="254" y="8"/>
                  </a:moveTo>
                  <a:cubicBezTo>
                    <a:pt x="278" y="9"/>
                    <a:pt x="278" y="9"/>
                    <a:pt x="278" y="9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290" y="6"/>
                    <a:pt x="311" y="0"/>
                    <a:pt x="279" y="1"/>
                  </a:cubicBezTo>
                  <a:cubicBezTo>
                    <a:pt x="246" y="1"/>
                    <a:pt x="6" y="1"/>
                    <a:pt x="6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7"/>
                    <a:pt x="5" y="7"/>
                    <a:pt x="5" y="7"/>
                  </a:cubicBezTo>
                  <a:lnTo>
                    <a:pt x="254" y="8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6" name="Freeform 100">
              <a:extLst>
                <a:ext uri="{FF2B5EF4-FFF2-40B4-BE49-F238E27FC236}">
                  <a16:creationId xmlns:a16="http://schemas.microsoft.com/office/drawing/2014/main" id="{767DF740-BDE7-4537-AE04-AAA54B28B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827"/>
              <a:ext cx="302" cy="9"/>
            </a:xfrm>
            <a:custGeom>
              <a:avLst/>
              <a:gdLst>
                <a:gd name="T0" fmla="*/ 229 w 312"/>
                <a:gd name="T1" fmla="*/ 8 h 9"/>
                <a:gd name="T2" fmla="*/ 252 w 312"/>
                <a:gd name="T3" fmla="*/ 9 h 9"/>
                <a:gd name="T4" fmla="*/ 263 w 312"/>
                <a:gd name="T5" fmla="*/ 6 h 9"/>
                <a:gd name="T6" fmla="*/ 252 w 312"/>
                <a:gd name="T7" fmla="*/ 0 h 9"/>
                <a:gd name="T8" fmla="*/ 6 w 312"/>
                <a:gd name="T9" fmla="*/ 0 h 9"/>
                <a:gd name="T10" fmla="*/ 0 w 312"/>
                <a:gd name="T11" fmla="*/ 4 h 9"/>
                <a:gd name="T12" fmla="*/ 5 w 312"/>
                <a:gd name="T13" fmla="*/ 7 h 9"/>
                <a:gd name="T14" fmla="*/ 229 w 312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9">
                  <a:moveTo>
                    <a:pt x="253" y="8"/>
                  </a:moveTo>
                  <a:cubicBezTo>
                    <a:pt x="278" y="9"/>
                    <a:pt x="278" y="9"/>
                    <a:pt x="278" y="9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290" y="6"/>
                    <a:pt x="312" y="0"/>
                    <a:pt x="278" y="0"/>
                  </a:cubicBezTo>
                  <a:cubicBezTo>
                    <a:pt x="246" y="1"/>
                    <a:pt x="6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7"/>
                    <a:pt x="5" y="7"/>
                    <a:pt x="5" y="7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7" name="Freeform 101">
              <a:extLst>
                <a:ext uri="{FF2B5EF4-FFF2-40B4-BE49-F238E27FC236}">
                  <a16:creationId xmlns:a16="http://schemas.microsoft.com/office/drawing/2014/main" id="{C2E84D99-5CCB-401C-B4AE-C3CA46D34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27"/>
              <a:ext cx="2069" cy="839"/>
            </a:xfrm>
            <a:custGeom>
              <a:avLst/>
              <a:gdLst>
                <a:gd name="T0" fmla="*/ 56 w 2140"/>
                <a:gd name="T1" fmla="*/ 393 h 865"/>
                <a:gd name="T2" fmla="*/ 207 w 2140"/>
                <a:gd name="T3" fmla="*/ 561 h 865"/>
                <a:gd name="T4" fmla="*/ 74 w 2140"/>
                <a:gd name="T5" fmla="*/ 746 h 865"/>
                <a:gd name="T6" fmla="*/ 71 w 2140"/>
                <a:gd name="T7" fmla="*/ 399 h 865"/>
                <a:gd name="T8" fmla="*/ 351 w 2140"/>
                <a:gd name="T9" fmla="*/ 257 h 865"/>
                <a:gd name="T10" fmla="*/ 309 w 2140"/>
                <a:gd name="T11" fmla="*/ 393 h 865"/>
                <a:gd name="T12" fmla="*/ 294 w 2140"/>
                <a:gd name="T13" fmla="*/ 744 h 865"/>
                <a:gd name="T14" fmla="*/ 437 w 2140"/>
                <a:gd name="T15" fmla="*/ 564 h 865"/>
                <a:gd name="T16" fmla="*/ 588 w 2140"/>
                <a:gd name="T17" fmla="*/ 561 h 865"/>
                <a:gd name="T18" fmla="*/ 509 w 2140"/>
                <a:gd name="T19" fmla="*/ 760 h 865"/>
                <a:gd name="T20" fmla="*/ 708 w 2140"/>
                <a:gd name="T21" fmla="*/ 526 h 865"/>
                <a:gd name="T22" fmla="*/ 755 w 2140"/>
                <a:gd name="T23" fmla="*/ 282 h 865"/>
                <a:gd name="T24" fmla="*/ 879 w 2140"/>
                <a:gd name="T25" fmla="*/ 266 h 865"/>
                <a:gd name="T26" fmla="*/ 795 w 2140"/>
                <a:gd name="T27" fmla="*/ 437 h 865"/>
                <a:gd name="T28" fmla="*/ 778 w 2140"/>
                <a:gd name="T29" fmla="*/ 765 h 865"/>
                <a:gd name="T30" fmla="*/ 1011 w 2140"/>
                <a:gd name="T31" fmla="*/ 538 h 865"/>
                <a:gd name="T32" fmla="*/ 1121 w 2140"/>
                <a:gd name="T33" fmla="*/ 523 h 865"/>
                <a:gd name="T34" fmla="*/ 1042 w 2140"/>
                <a:gd name="T35" fmla="*/ 762 h 865"/>
                <a:gd name="T36" fmla="*/ 1036 w 2140"/>
                <a:gd name="T37" fmla="*/ 432 h 865"/>
                <a:gd name="T38" fmla="*/ 1271 w 2140"/>
                <a:gd name="T39" fmla="*/ 297 h 865"/>
                <a:gd name="T40" fmla="*/ 1420 w 2140"/>
                <a:gd name="T41" fmla="*/ 286 h 865"/>
                <a:gd name="T42" fmla="*/ 1421 w 2140"/>
                <a:gd name="T43" fmla="*/ 539 h 865"/>
                <a:gd name="T44" fmla="*/ 1221 w 2140"/>
                <a:gd name="T45" fmla="*/ 754 h 865"/>
                <a:gd name="T46" fmla="*/ 1546 w 2140"/>
                <a:gd name="T47" fmla="*/ 561 h 865"/>
                <a:gd name="T48" fmla="*/ 1514 w 2140"/>
                <a:gd name="T49" fmla="*/ 744 h 865"/>
                <a:gd name="T50" fmla="*/ 1676 w 2140"/>
                <a:gd name="T51" fmla="*/ 560 h 865"/>
                <a:gd name="T52" fmla="*/ 1653 w 2140"/>
                <a:gd name="T53" fmla="*/ 300 h 865"/>
                <a:gd name="T54" fmla="*/ 1806 w 2140"/>
                <a:gd name="T55" fmla="*/ 297 h 865"/>
                <a:gd name="T56" fmla="*/ 1729 w 2140"/>
                <a:gd name="T57" fmla="*/ 399 h 865"/>
                <a:gd name="T58" fmla="*/ 1711 w 2140"/>
                <a:gd name="T59" fmla="*/ 730 h 865"/>
                <a:gd name="T60" fmla="*/ 1902 w 2140"/>
                <a:gd name="T61" fmla="*/ 524 h 865"/>
                <a:gd name="T62" fmla="*/ 1899 w 2140"/>
                <a:gd name="T63" fmla="*/ 322 h 865"/>
                <a:gd name="T64" fmla="*/ 1758 w 2140"/>
                <a:gd name="T65" fmla="*/ 41 h 865"/>
                <a:gd name="T66" fmla="*/ 1834 w 2140"/>
                <a:gd name="T67" fmla="*/ 295 h 865"/>
                <a:gd name="T68" fmla="*/ 1731 w 2140"/>
                <a:gd name="T69" fmla="*/ 270 h 865"/>
                <a:gd name="T70" fmla="*/ 1474 w 2140"/>
                <a:gd name="T71" fmla="*/ 42 h 865"/>
                <a:gd name="T72" fmla="*/ 1473 w 2140"/>
                <a:gd name="T73" fmla="*/ 428 h 865"/>
                <a:gd name="T74" fmla="*/ 1585 w 2140"/>
                <a:gd name="T75" fmla="*/ 559 h 865"/>
                <a:gd name="T76" fmla="*/ 1481 w 2140"/>
                <a:gd name="T77" fmla="*/ 533 h 865"/>
                <a:gd name="T78" fmla="*/ 1442 w 2140"/>
                <a:gd name="T79" fmla="*/ 297 h 865"/>
                <a:gd name="T80" fmla="*/ 1244 w 2140"/>
                <a:gd name="T81" fmla="*/ 42 h 865"/>
                <a:gd name="T82" fmla="*/ 1345 w 2140"/>
                <a:gd name="T83" fmla="*/ 299 h 865"/>
                <a:gd name="T84" fmla="*/ 1202 w 2140"/>
                <a:gd name="T85" fmla="*/ 270 h 865"/>
                <a:gd name="T86" fmla="*/ 973 w 2140"/>
                <a:gd name="T87" fmla="*/ 50 h 865"/>
                <a:gd name="T88" fmla="*/ 1028 w 2140"/>
                <a:gd name="T89" fmla="*/ 437 h 865"/>
                <a:gd name="T90" fmla="*/ 1103 w 2140"/>
                <a:gd name="T91" fmla="*/ 559 h 865"/>
                <a:gd name="T92" fmla="*/ 1000 w 2140"/>
                <a:gd name="T93" fmla="*/ 533 h 865"/>
                <a:gd name="T94" fmla="*/ 930 w 2140"/>
                <a:gd name="T95" fmla="*/ 322 h 865"/>
                <a:gd name="T96" fmla="*/ 789 w 2140"/>
                <a:gd name="T97" fmla="*/ 41 h 865"/>
                <a:gd name="T98" fmla="*/ 864 w 2140"/>
                <a:gd name="T99" fmla="*/ 295 h 865"/>
                <a:gd name="T100" fmla="*/ 762 w 2140"/>
                <a:gd name="T101" fmla="*/ 270 h 865"/>
                <a:gd name="T102" fmla="*/ 504 w 2140"/>
                <a:gd name="T103" fmla="*/ 42 h 865"/>
                <a:gd name="T104" fmla="*/ 504 w 2140"/>
                <a:gd name="T105" fmla="*/ 428 h 865"/>
                <a:gd name="T106" fmla="*/ 616 w 2140"/>
                <a:gd name="T107" fmla="*/ 520 h 865"/>
                <a:gd name="T108" fmla="*/ 515 w 2140"/>
                <a:gd name="T109" fmla="*/ 520 h 865"/>
                <a:gd name="T110" fmla="*/ 432 w 2140"/>
                <a:gd name="T111" fmla="*/ 343 h 865"/>
                <a:gd name="T112" fmla="*/ 421 w 2140"/>
                <a:gd name="T113" fmla="*/ 2 h 865"/>
                <a:gd name="T114" fmla="*/ 379 w 2140"/>
                <a:gd name="T115" fmla="*/ 257 h 865"/>
                <a:gd name="T116" fmla="*/ 277 w 2140"/>
                <a:gd name="T117" fmla="*/ 257 h 86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40" h="865">
                  <a:moveTo>
                    <a:pt x="194" y="0"/>
                  </a:moveTo>
                  <a:cubicBezTo>
                    <a:pt x="194" y="0"/>
                    <a:pt x="94" y="23"/>
                    <a:pt x="55" y="44"/>
                  </a:cubicBezTo>
                  <a:cubicBezTo>
                    <a:pt x="50" y="46"/>
                    <a:pt x="35" y="45"/>
                    <a:pt x="21" y="45"/>
                  </a:cubicBezTo>
                  <a:cubicBezTo>
                    <a:pt x="8" y="45"/>
                    <a:pt x="1" y="53"/>
                    <a:pt x="1" y="56"/>
                  </a:cubicBezTo>
                  <a:cubicBezTo>
                    <a:pt x="1" y="61"/>
                    <a:pt x="7" y="66"/>
                    <a:pt x="18" y="67"/>
                  </a:cubicBezTo>
                  <a:cubicBezTo>
                    <a:pt x="30" y="67"/>
                    <a:pt x="48" y="65"/>
                    <a:pt x="62" y="70"/>
                  </a:cubicBezTo>
                  <a:cubicBezTo>
                    <a:pt x="84" y="76"/>
                    <a:pt x="208" y="292"/>
                    <a:pt x="208" y="292"/>
                  </a:cubicBezTo>
                  <a:cubicBezTo>
                    <a:pt x="208" y="292"/>
                    <a:pt x="214" y="295"/>
                    <a:pt x="226" y="295"/>
                  </a:cubicBezTo>
                  <a:cubicBezTo>
                    <a:pt x="235" y="294"/>
                    <a:pt x="238" y="297"/>
                    <a:pt x="238" y="302"/>
                  </a:cubicBezTo>
                  <a:cubicBezTo>
                    <a:pt x="238" y="307"/>
                    <a:pt x="237" y="313"/>
                    <a:pt x="227" y="313"/>
                  </a:cubicBezTo>
                  <a:cubicBezTo>
                    <a:pt x="212" y="313"/>
                    <a:pt x="207" y="318"/>
                    <a:pt x="207" y="318"/>
                  </a:cubicBezTo>
                  <a:cubicBezTo>
                    <a:pt x="207" y="318"/>
                    <a:pt x="83" y="421"/>
                    <a:pt x="62" y="431"/>
                  </a:cubicBezTo>
                  <a:cubicBezTo>
                    <a:pt x="46" y="439"/>
                    <a:pt x="33" y="436"/>
                    <a:pt x="22" y="437"/>
                  </a:cubicBezTo>
                  <a:cubicBezTo>
                    <a:pt x="11" y="438"/>
                    <a:pt x="1" y="442"/>
                    <a:pt x="0" y="453"/>
                  </a:cubicBezTo>
                  <a:cubicBezTo>
                    <a:pt x="0" y="458"/>
                    <a:pt x="7" y="469"/>
                    <a:pt x="20" y="469"/>
                  </a:cubicBezTo>
                  <a:cubicBezTo>
                    <a:pt x="34" y="469"/>
                    <a:pt x="49" y="468"/>
                    <a:pt x="61" y="479"/>
                  </a:cubicBezTo>
                  <a:cubicBezTo>
                    <a:pt x="91" y="506"/>
                    <a:pt x="190" y="538"/>
                    <a:pt x="190" y="538"/>
                  </a:cubicBezTo>
                  <a:cubicBezTo>
                    <a:pt x="191" y="539"/>
                    <a:pt x="191" y="539"/>
                    <a:pt x="191" y="539"/>
                  </a:cubicBezTo>
                  <a:cubicBezTo>
                    <a:pt x="192" y="539"/>
                    <a:pt x="192" y="539"/>
                    <a:pt x="192" y="539"/>
                  </a:cubicBezTo>
                  <a:cubicBezTo>
                    <a:pt x="200" y="541"/>
                    <a:pt x="202" y="549"/>
                    <a:pt x="202" y="549"/>
                  </a:cubicBezTo>
                  <a:cubicBezTo>
                    <a:pt x="207" y="564"/>
                    <a:pt x="229" y="569"/>
                    <a:pt x="229" y="576"/>
                  </a:cubicBezTo>
                  <a:cubicBezTo>
                    <a:pt x="229" y="576"/>
                    <a:pt x="230" y="584"/>
                    <a:pt x="221" y="588"/>
                  </a:cubicBezTo>
                  <a:cubicBezTo>
                    <a:pt x="221" y="588"/>
                    <a:pt x="212" y="595"/>
                    <a:pt x="221" y="602"/>
                  </a:cubicBezTo>
                  <a:cubicBezTo>
                    <a:pt x="229" y="607"/>
                    <a:pt x="229" y="614"/>
                    <a:pt x="229" y="614"/>
                  </a:cubicBezTo>
                  <a:cubicBezTo>
                    <a:pt x="229" y="619"/>
                    <a:pt x="88" y="811"/>
                    <a:pt x="67" y="816"/>
                  </a:cubicBezTo>
                  <a:cubicBezTo>
                    <a:pt x="51" y="819"/>
                    <a:pt x="38" y="818"/>
                    <a:pt x="27" y="818"/>
                  </a:cubicBezTo>
                  <a:cubicBezTo>
                    <a:pt x="16" y="819"/>
                    <a:pt x="6" y="821"/>
                    <a:pt x="6" y="826"/>
                  </a:cubicBezTo>
                  <a:cubicBezTo>
                    <a:pt x="6" y="828"/>
                    <a:pt x="12" y="833"/>
                    <a:pt x="26" y="833"/>
                  </a:cubicBezTo>
                  <a:cubicBezTo>
                    <a:pt x="39" y="833"/>
                    <a:pt x="55" y="833"/>
                    <a:pt x="67" y="838"/>
                  </a:cubicBezTo>
                  <a:cubicBezTo>
                    <a:pt x="97" y="851"/>
                    <a:pt x="190" y="865"/>
                    <a:pt x="190" y="865"/>
                  </a:cubicBezTo>
                  <a:cubicBezTo>
                    <a:pt x="197" y="861"/>
                    <a:pt x="197" y="861"/>
                    <a:pt x="197" y="861"/>
                  </a:cubicBezTo>
                  <a:cubicBezTo>
                    <a:pt x="197" y="861"/>
                    <a:pt x="107" y="848"/>
                    <a:pt x="78" y="835"/>
                  </a:cubicBezTo>
                  <a:cubicBezTo>
                    <a:pt x="65" y="830"/>
                    <a:pt x="54" y="829"/>
                    <a:pt x="40" y="829"/>
                  </a:cubicBezTo>
                  <a:cubicBezTo>
                    <a:pt x="27" y="829"/>
                    <a:pt x="23" y="828"/>
                    <a:pt x="23" y="826"/>
                  </a:cubicBezTo>
                  <a:cubicBezTo>
                    <a:pt x="23" y="822"/>
                    <a:pt x="28" y="823"/>
                    <a:pt x="39" y="822"/>
                  </a:cubicBezTo>
                  <a:cubicBezTo>
                    <a:pt x="51" y="822"/>
                    <a:pt x="64" y="824"/>
                    <a:pt x="83" y="818"/>
                  </a:cubicBezTo>
                  <a:cubicBezTo>
                    <a:pt x="103" y="813"/>
                    <a:pt x="246" y="626"/>
                    <a:pt x="245" y="614"/>
                  </a:cubicBezTo>
                  <a:cubicBezTo>
                    <a:pt x="245" y="614"/>
                    <a:pt x="246" y="606"/>
                    <a:pt x="238" y="602"/>
                  </a:cubicBezTo>
                  <a:cubicBezTo>
                    <a:pt x="233" y="599"/>
                    <a:pt x="232" y="592"/>
                    <a:pt x="238" y="588"/>
                  </a:cubicBezTo>
                  <a:cubicBezTo>
                    <a:pt x="246" y="584"/>
                    <a:pt x="245" y="576"/>
                    <a:pt x="245" y="576"/>
                  </a:cubicBezTo>
                  <a:cubicBezTo>
                    <a:pt x="246" y="564"/>
                    <a:pt x="219" y="564"/>
                    <a:pt x="218" y="548"/>
                  </a:cubicBezTo>
                  <a:cubicBezTo>
                    <a:pt x="218" y="548"/>
                    <a:pt x="215" y="534"/>
                    <a:pt x="193" y="529"/>
                  </a:cubicBezTo>
                  <a:cubicBezTo>
                    <a:pt x="191" y="528"/>
                    <a:pt x="191" y="528"/>
                    <a:pt x="191" y="528"/>
                  </a:cubicBezTo>
                  <a:cubicBezTo>
                    <a:pt x="191" y="528"/>
                    <a:pt x="102" y="499"/>
                    <a:pt x="72" y="473"/>
                  </a:cubicBezTo>
                  <a:cubicBezTo>
                    <a:pt x="60" y="462"/>
                    <a:pt x="48" y="461"/>
                    <a:pt x="35" y="461"/>
                  </a:cubicBezTo>
                  <a:cubicBezTo>
                    <a:pt x="21" y="461"/>
                    <a:pt x="17" y="459"/>
                    <a:pt x="17" y="453"/>
                  </a:cubicBezTo>
                  <a:cubicBezTo>
                    <a:pt x="17" y="446"/>
                    <a:pt x="23" y="447"/>
                    <a:pt x="34" y="446"/>
                  </a:cubicBezTo>
                  <a:cubicBezTo>
                    <a:pt x="45" y="445"/>
                    <a:pt x="58" y="449"/>
                    <a:pt x="78" y="437"/>
                  </a:cubicBezTo>
                  <a:cubicBezTo>
                    <a:pt x="97" y="425"/>
                    <a:pt x="221" y="329"/>
                    <a:pt x="221" y="329"/>
                  </a:cubicBezTo>
                  <a:cubicBezTo>
                    <a:pt x="221" y="329"/>
                    <a:pt x="223" y="325"/>
                    <a:pt x="232" y="324"/>
                  </a:cubicBezTo>
                  <a:cubicBezTo>
                    <a:pt x="255" y="320"/>
                    <a:pt x="254" y="309"/>
                    <a:pt x="254" y="309"/>
                  </a:cubicBezTo>
                  <a:cubicBezTo>
                    <a:pt x="254" y="309"/>
                    <a:pt x="281" y="309"/>
                    <a:pt x="299" y="309"/>
                  </a:cubicBezTo>
                  <a:cubicBezTo>
                    <a:pt x="317" y="309"/>
                    <a:pt x="319" y="302"/>
                    <a:pt x="319" y="302"/>
                  </a:cubicBezTo>
                  <a:cubicBezTo>
                    <a:pt x="320" y="287"/>
                    <a:pt x="320" y="287"/>
                    <a:pt x="320" y="287"/>
                  </a:cubicBezTo>
                  <a:cubicBezTo>
                    <a:pt x="328" y="283"/>
                    <a:pt x="332" y="289"/>
                    <a:pt x="332" y="289"/>
                  </a:cubicBezTo>
                  <a:cubicBezTo>
                    <a:pt x="332" y="325"/>
                    <a:pt x="332" y="325"/>
                    <a:pt x="332" y="325"/>
                  </a:cubicBezTo>
                  <a:cubicBezTo>
                    <a:pt x="332" y="325"/>
                    <a:pt x="333" y="341"/>
                    <a:pt x="356" y="341"/>
                  </a:cubicBezTo>
                  <a:cubicBezTo>
                    <a:pt x="379" y="341"/>
                    <a:pt x="377" y="325"/>
                    <a:pt x="377" y="325"/>
                  </a:cubicBezTo>
                  <a:cubicBezTo>
                    <a:pt x="377" y="281"/>
                    <a:pt x="377" y="281"/>
                    <a:pt x="377" y="281"/>
                  </a:cubicBezTo>
                  <a:cubicBezTo>
                    <a:pt x="382" y="274"/>
                    <a:pt x="388" y="281"/>
                    <a:pt x="388" y="281"/>
                  </a:cubicBezTo>
                  <a:cubicBezTo>
                    <a:pt x="388" y="325"/>
                    <a:pt x="388" y="325"/>
                    <a:pt x="388" y="325"/>
                  </a:cubicBezTo>
                  <a:cubicBezTo>
                    <a:pt x="388" y="325"/>
                    <a:pt x="387" y="341"/>
                    <a:pt x="414" y="341"/>
                  </a:cubicBezTo>
                  <a:cubicBezTo>
                    <a:pt x="437" y="341"/>
                    <a:pt x="435" y="326"/>
                    <a:pt x="435" y="326"/>
                  </a:cubicBezTo>
                  <a:cubicBezTo>
                    <a:pt x="435" y="326"/>
                    <a:pt x="435" y="301"/>
                    <a:pt x="435" y="292"/>
                  </a:cubicBezTo>
                  <a:cubicBezTo>
                    <a:pt x="435" y="284"/>
                    <a:pt x="439" y="284"/>
                    <a:pt x="439" y="284"/>
                  </a:cubicBezTo>
                  <a:cubicBezTo>
                    <a:pt x="439" y="284"/>
                    <a:pt x="444" y="283"/>
                    <a:pt x="444" y="298"/>
                  </a:cubicBezTo>
                  <a:cubicBezTo>
                    <a:pt x="444" y="313"/>
                    <a:pt x="459" y="313"/>
                    <a:pt x="459" y="313"/>
                  </a:cubicBezTo>
                  <a:cubicBezTo>
                    <a:pt x="496" y="313"/>
                    <a:pt x="496" y="313"/>
                    <a:pt x="496" y="313"/>
                  </a:cubicBezTo>
                  <a:cubicBezTo>
                    <a:pt x="504" y="318"/>
                    <a:pt x="503" y="325"/>
                    <a:pt x="503" y="325"/>
                  </a:cubicBezTo>
                  <a:cubicBezTo>
                    <a:pt x="504" y="330"/>
                    <a:pt x="476" y="339"/>
                    <a:pt x="477" y="352"/>
                  </a:cubicBezTo>
                  <a:cubicBezTo>
                    <a:pt x="478" y="366"/>
                    <a:pt x="459" y="373"/>
                    <a:pt x="459" y="373"/>
                  </a:cubicBezTo>
                  <a:cubicBezTo>
                    <a:pt x="459" y="373"/>
                    <a:pt x="363" y="421"/>
                    <a:pt x="342" y="431"/>
                  </a:cubicBezTo>
                  <a:cubicBezTo>
                    <a:pt x="326" y="439"/>
                    <a:pt x="313" y="436"/>
                    <a:pt x="302" y="437"/>
                  </a:cubicBezTo>
                  <a:cubicBezTo>
                    <a:pt x="291" y="438"/>
                    <a:pt x="281" y="442"/>
                    <a:pt x="281" y="453"/>
                  </a:cubicBezTo>
                  <a:cubicBezTo>
                    <a:pt x="281" y="458"/>
                    <a:pt x="287" y="469"/>
                    <a:pt x="301" y="469"/>
                  </a:cubicBezTo>
                  <a:cubicBezTo>
                    <a:pt x="314" y="469"/>
                    <a:pt x="329" y="468"/>
                    <a:pt x="342" y="479"/>
                  </a:cubicBezTo>
                  <a:cubicBezTo>
                    <a:pt x="371" y="506"/>
                    <a:pt x="468" y="580"/>
                    <a:pt x="468" y="580"/>
                  </a:cubicBezTo>
                  <a:cubicBezTo>
                    <a:pt x="469" y="580"/>
                    <a:pt x="469" y="580"/>
                    <a:pt x="469" y="580"/>
                  </a:cubicBezTo>
                  <a:cubicBezTo>
                    <a:pt x="471" y="581"/>
                    <a:pt x="471" y="581"/>
                    <a:pt x="471" y="581"/>
                  </a:cubicBezTo>
                  <a:cubicBezTo>
                    <a:pt x="471" y="581"/>
                    <a:pt x="476" y="584"/>
                    <a:pt x="489" y="584"/>
                  </a:cubicBezTo>
                  <a:cubicBezTo>
                    <a:pt x="498" y="583"/>
                    <a:pt x="501" y="586"/>
                    <a:pt x="501" y="591"/>
                  </a:cubicBezTo>
                  <a:cubicBezTo>
                    <a:pt x="501" y="596"/>
                    <a:pt x="500" y="602"/>
                    <a:pt x="490" y="602"/>
                  </a:cubicBezTo>
                  <a:cubicBezTo>
                    <a:pt x="475" y="602"/>
                    <a:pt x="470" y="607"/>
                    <a:pt x="470" y="607"/>
                  </a:cubicBezTo>
                  <a:cubicBezTo>
                    <a:pt x="470" y="607"/>
                    <a:pt x="346" y="811"/>
                    <a:pt x="325" y="816"/>
                  </a:cubicBezTo>
                  <a:cubicBezTo>
                    <a:pt x="309" y="819"/>
                    <a:pt x="296" y="818"/>
                    <a:pt x="285" y="818"/>
                  </a:cubicBezTo>
                  <a:cubicBezTo>
                    <a:pt x="273" y="819"/>
                    <a:pt x="264" y="821"/>
                    <a:pt x="263" y="826"/>
                  </a:cubicBezTo>
                  <a:cubicBezTo>
                    <a:pt x="263" y="828"/>
                    <a:pt x="270" y="833"/>
                    <a:pt x="283" y="833"/>
                  </a:cubicBezTo>
                  <a:cubicBezTo>
                    <a:pt x="297" y="833"/>
                    <a:pt x="312" y="833"/>
                    <a:pt x="324" y="838"/>
                  </a:cubicBezTo>
                  <a:cubicBezTo>
                    <a:pt x="354" y="851"/>
                    <a:pt x="442" y="864"/>
                    <a:pt x="442" y="864"/>
                  </a:cubicBezTo>
                  <a:cubicBezTo>
                    <a:pt x="454" y="861"/>
                    <a:pt x="454" y="861"/>
                    <a:pt x="454" y="861"/>
                  </a:cubicBezTo>
                  <a:cubicBezTo>
                    <a:pt x="454" y="861"/>
                    <a:pt x="365" y="848"/>
                    <a:pt x="335" y="835"/>
                  </a:cubicBezTo>
                  <a:cubicBezTo>
                    <a:pt x="323" y="830"/>
                    <a:pt x="311" y="830"/>
                    <a:pt x="298" y="830"/>
                  </a:cubicBezTo>
                  <a:cubicBezTo>
                    <a:pt x="284" y="830"/>
                    <a:pt x="280" y="828"/>
                    <a:pt x="280" y="826"/>
                  </a:cubicBezTo>
                  <a:cubicBezTo>
                    <a:pt x="280" y="822"/>
                    <a:pt x="286" y="823"/>
                    <a:pt x="297" y="822"/>
                  </a:cubicBezTo>
                  <a:cubicBezTo>
                    <a:pt x="308" y="822"/>
                    <a:pt x="321" y="824"/>
                    <a:pt x="341" y="818"/>
                  </a:cubicBezTo>
                  <a:cubicBezTo>
                    <a:pt x="360" y="813"/>
                    <a:pt x="483" y="618"/>
                    <a:pt x="483" y="618"/>
                  </a:cubicBezTo>
                  <a:cubicBezTo>
                    <a:pt x="483" y="618"/>
                    <a:pt x="486" y="614"/>
                    <a:pt x="495" y="613"/>
                  </a:cubicBezTo>
                  <a:cubicBezTo>
                    <a:pt x="518" y="609"/>
                    <a:pt x="517" y="598"/>
                    <a:pt x="517" y="598"/>
                  </a:cubicBezTo>
                  <a:cubicBezTo>
                    <a:pt x="517" y="598"/>
                    <a:pt x="544" y="598"/>
                    <a:pt x="562" y="598"/>
                  </a:cubicBezTo>
                  <a:cubicBezTo>
                    <a:pt x="580" y="598"/>
                    <a:pt x="582" y="591"/>
                    <a:pt x="582" y="591"/>
                  </a:cubicBezTo>
                  <a:cubicBezTo>
                    <a:pt x="583" y="576"/>
                    <a:pt x="583" y="576"/>
                    <a:pt x="583" y="576"/>
                  </a:cubicBezTo>
                  <a:cubicBezTo>
                    <a:pt x="591" y="572"/>
                    <a:pt x="595" y="578"/>
                    <a:pt x="595" y="578"/>
                  </a:cubicBezTo>
                  <a:cubicBezTo>
                    <a:pt x="595" y="614"/>
                    <a:pt x="595" y="614"/>
                    <a:pt x="595" y="614"/>
                  </a:cubicBezTo>
                  <a:cubicBezTo>
                    <a:pt x="595" y="614"/>
                    <a:pt x="596" y="630"/>
                    <a:pt x="619" y="630"/>
                  </a:cubicBezTo>
                  <a:cubicBezTo>
                    <a:pt x="642" y="630"/>
                    <a:pt x="640" y="614"/>
                    <a:pt x="640" y="614"/>
                  </a:cubicBezTo>
                  <a:cubicBezTo>
                    <a:pt x="640" y="570"/>
                    <a:pt x="640" y="570"/>
                    <a:pt x="640" y="570"/>
                  </a:cubicBezTo>
                  <a:cubicBezTo>
                    <a:pt x="645" y="563"/>
                    <a:pt x="651" y="570"/>
                    <a:pt x="651" y="570"/>
                  </a:cubicBezTo>
                  <a:cubicBezTo>
                    <a:pt x="651" y="614"/>
                    <a:pt x="651" y="614"/>
                    <a:pt x="651" y="614"/>
                  </a:cubicBezTo>
                  <a:cubicBezTo>
                    <a:pt x="651" y="614"/>
                    <a:pt x="650" y="630"/>
                    <a:pt x="677" y="630"/>
                  </a:cubicBezTo>
                  <a:cubicBezTo>
                    <a:pt x="700" y="630"/>
                    <a:pt x="698" y="615"/>
                    <a:pt x="698" y="615"/>
                  </a:cubicBezTo>
                  <a:cubicBezTo>
                    <a:pt x="698" y="615"/>
                    <a:pt x="698" y="590"/>
                    <a:pt x="698" y="581"/>
                  </a:cubicBezTo>
                  <a:cubicBezTo>
                    <a:pt x="698" y="573"/>
                    <a:pt x="702" y="573"/>
                    <a:pt x="702" y="573"/>
                  </a:cubicBezTo>
                  <a:cubicBezTo>
                    <a:pt x="702" y="573"/>
                    <a:pt x="707" y="572"/>
                    <a:pt x="707" y="587"/>
                  </a:cubicBezTo>
                  <a:cubicBezTo>
                    <a:pt x="707" y="602"/>
                    <a:pt x="722" y="602"/>
                    <a:pt x="722" y="602"/>
                  </a:cubicBezTo>
                  <a:cubicBezTo>
                    <a:pt x="759" y="602"/>
                    <a:pt x="759" y="602"/>
                    <a:pt x="759" y="602"/>
                  </a:cubicBezTo>
                  <a:cubicBezTo>
                    <a:pt x="767" y="607"/>
                    <a:pt x="766" y="614"/>
                    <a:pt x="766" y="614"/>
                  </a:cubicBezTo>
                  <a:cubicBezTo>
                    <a:pt x="767" y="619"/>
                    <a:pt x="626" y="811"/>
                    <a:pt x="605" y="816"/>
                  </a:cubicBezTo>
                  <a:cubicBezTo>
                    <a:pt x="589" y="819"/>
                    <a:pt x="576" y="818"/>
                    <a:pt x="565" y="818"/>
                  </a:cubicBezTo>
                  <a:cubicBezTo>
                    <a:pt x="554" y="819"/>
                    <a:pt x="544" y="821"/>
                    <a:pt x="544" y="826"/>
                  </a:cubicBezTo>
                  <a:cubicBezTo>
                    <a:pt x="543" y="828"/>
                    <a:pt x="550" y="833"/>
                    <a:pt x="563" y="833"/>
                  </a:cubicBezTo>
                  <a:cubicBezTo>
                    <a:pt x="577" y="833"/>
                    <a:pt x="592" y="833"/>
                    <a:pt x="605" y="838"/>
                  </a:cubicBezTo>
                  <a:cubicBezTo>
                    <a:pt x="634" y="851"/>
                    <a:pt x="730" y="865"/>
                    <a:pt x="730" y="865"/>
                  </a:cubicBezTo>
                  <a:cubicBezTo>
                    <a:pt x="734" y="861"/>
                    <a:pt x="734" y="861"/>
                    <a:pt x="734" y="861"/>
                  </a:cubicBezTo>
                  <a:cubicBezTo>
                    <a:pt x="734" y="861"/>
                    <a:pt x="645" y="848"/>
                    <a:pt x="615" y="835"/>
                  </a:cubicBezTo>
                  <a:cubicBezTo>
                    <a:pt x="603" y="830"/>
                    <a:pt x="591" y="830"/>
                    <a:pt x="578" y="830"/>
                  </a:cubicBezTo>
                  <a:cubicBezTo>
                    <a:pt x="564" y="830"/>
                    <a:pt x="560" y="828"/>
                    <a:pt x="560" y="826"/>
                  </a:cubicBezTo>
                  <a:cubicBezTo>
                    <a:pt x="560" y="822"/>
                    <a:pt x="566" y="823"/>
                    <a:pt x="577" y="822"/>
                  </a:cubicBezTo>
                  <a:cubicBezTo>
                    <a:pt x="588" y="822"/>
                    <a:pt x="601" y="824"/>
                    <a:pt x="621" y="818"/>
                  </a:cubicBezTo>
                  <a:cubicBezTo>
                    <a:pt x="640" y="813"/>
                    <a:pt x="783" y="626"/>
                    <a:pt x="783" y="614"/>
                  </a:cubicBezTo>
                  <a:cubicBezTo>
                    <a:pt x="783" y="614"/>
                    <a:pt x="784" y="607"/>
                    <a:pt x="775" y="602"/>
                  </a:cubicBezTo>
                  <a:cubicBezTo>
                    <a:pt x="771" y="599"/>
                    <a:pt x="770" y="592"/>
                    <a:pt x="776" y="588"/>
                  </a:cubicBezTo>
                  <a:cubicBezTo>
                    <a:pt x="784" y="584"/>
                    <a:pt x="783" y="576"/>
                    <a:pt x="783" y="576"/>
                  </a:cubicBezTo>
                  <a:cubicBezTo>
                    <a:pt x="783" y="564"/>
                    <a:pt x="756" y="564"/>
                    <a:pt x="755" y="548"/>
                  </a:cubicBezTo>
                  <a:cubicBezTo>
                    <a:pt x="755" y="548"/>
                    <a:pt x="753" y="534"/>
                    <a:pt x="731" y="529"/>
                  </a:cubicBezTo>
                  <a:cubicBezTo>
                    <a:pt x="728" y="528"/>
                    <a:pt x="728" y="528"/>
                    <a:pt x="728" y="528"/>
                  </a:cubicBezTo>
                  <a:cubicBezTo>
                    <a:pt x="728" y="528"/>
                    <a:pt x="639" y="499"/>
                    <a:pt x="609" y="473"/>
                  </a:cubicBezTo>
                  <a:cubicBezTo>
                    <a:pt x="597" y="462"/>
                    <a:pt x="586" y="461"/>
                    <a:pt x="572" y="461"/>
                  </a:cubicBezTo>
                  <a:cubicBezTo>
                    <a:pt x="558" y="461"/>
                    <a:pt x="554" y="459"/>
                    <a:pt x="554" y="453"/>
                  </a:cubicBezTo>
                  <a:cubicBezTo>
                    <a:pt x="554" y="446"/>
                    <a:pt x="560" y="447"/>
                    <a:pt x="571" y="446"/>
                  </a:cubicBezTo>
                  <a:cubicBezTo>
                    <a:pt x="582" y="445"/>
                    <a:pt x="595" y="449"/>
                    <a:pt x="615" y="437"/>
                  </a:cubicBezTo>
                  <a:cubicBezTo>
                    <a:pt x="635" y="425"/>
                    <a:pt x="758" y="329"/>
                    <a:pt x="758" y="329"/>
                  </a:cubicBezTo>
                  <a:cubicBezTo>
                    <a:pt x="758" y="329"/>
                    <a:pt x="760" y="325"/>
                    <a:pt x="769" y="324"/>
                  </a:cubicBezTo>
                  <a:cubicBezTo>
                    <a:pt x="792" y="320"/>
                    <a:pt x="791" y="309"/>
                    <a:pt x="791" y="309"/>
                  </a:cubicBezTo>
                  <a:cubicBezTo>
                    <a:pt x="791" y="309"/>
                    <a:pt x="818" y="309"/>
                    <a:pt x="836" y="309"/>
                  </a:cubicBezTo>
                  <a:cubicBezTo>
                    <a:pt x="854" y="309"/>
                    <a:pt x="856" y="302"/>
                    <a:pt x="856" y="302"/>
                  </a:cubicBezTo>
                  <a:cubicBezTo>
                    <a:pt x="857" y="287"/>
                    <a:pt x="857" y="287"/>
                    <a:pt x="857" y="287"/>
                  </a:cubicBezTo>
                  <a:cubicBezTo>
                    <a:pt x="865" y="283"/>
                    <a:pt x="869" y="289"/>
                    <a:pt x="869" y="289"/>
                  </a:cubicBezTo>
                  <a:cubicBezTo>
                    <a:pt x="869" y="325"/>
                    <a:pt x="869" y="325"/>
                    <a:pt x="869" y="325"/>
                  </a:cubicBezTo>
                  <a:cubicBezTo>
                    <a:pt x="869" y="325"/>
                    <a:pt x="870" y="341"/>
                    <a:pt x="893" y="341"/>
                  </a:cubicBezTo>
                  <a:cubicBezTo>
                    <a:pt x="916" y="341"/>
                    <a:pt x="914" y="325"/>
                    <a:pt x="914" y="325"/>
                  </a:cubicBezTo>
                  <a:cubicBezTo>
                    <a:pt x="914" y="281"/>
                    <a:pt x="914" y="281"/>
                    <a:pt x="914" y="281"/>
                  </a:cubicBezTo>
                  <a:cubicBezTo>
                    <a:pt x="919" y="274"/>
                    <a:pt x="925" y="281"/>
                    <a:pt x="925" y="281"/>
                  </a:cubicBezTo>
                  <a:cubicBezTo>
                    <a:pt x="925" y="325"/>
                    <a:pt x="925" y="325"/>
                    <a:pt x="925" y="325"/>
                  </a:cubicBezTo>
                  <a:cubicBezTo>
                    <a:pt x="925" y="325"/>
                    <a:pt x="924" y="341"/>
                    <a:pt x="951" y="341"/>
                  </a:cubicBezTo>
                  <a:cubicBezTo>
                    <a:pt x="974" y="341"/>
                    <a:pt x="972" y="326"/>
                    <a:pt x="972" y="326"/>
                  </a:cubicBezTo>
                  <a:cubicBezTo>
                    <a:pt x="972" y="326"/>
                    <a:pt x="972" y="301"/>
                    <a:pt x="972" y="292"/>
                  </a:cubicBezTo>
                  <a:cubicBezTo>
                    <a:pt x="972" y="284"/>
                    <a:pt x="976" y="284"/>
                    <a:pt x="976" y="284"/>
                  </a:cubicBezTo>
                  <a:cubicBezTo>
                    <a:pt x="976" y="284"/>
                    <a:pt x="981" y="283"/>
                    <a:pt x="981" y="298"/>
                  </a:cubicBezTo>
                  <a:cubicBezTo>
                    <a:pt x="981" y="313"/>
                    <a:pt x="996" y="313"/>
                    <a:pt x="996" y="313"/>
                  </a:cubicBezTo>
                  <a:cubicBezTo>
                    <a:pt x="1033" y="313"/>
                    <a:pt x="1033" y="313"/>
                    <a:pt x="1033" y="313"/>
                  </a:cubicBezTo>
                  <a:cubicBezTo>
                    <a:pt x="1042" y="318"/>
                    <a:pt x="1041" y="325"/>
                    <a:pt x="1041" y="325"/>
                  </a:cubicBezTo>
                  <a:cubicBezTo>
                    <a:pt x="1041" y="330"/>
                    <a:pt x="1013" y="339"/>
                    <a:pt x="1014" y="352"/>
                  </a:cubicBezTo>
                  <a:cubicBezTo>
                    <a:pt x="1015" y="366"/>
                    <a:pt x="996" y="373"/>
                    <a:pt x="996" y="373"/>
                  </a:cubicBezTo>
                  <a:cubicBezTo>
                    <a:pt x="996" y="373"/>
                    <a:pt x="900" y="421"/>
                    <a:pt x="879" y="431"/>
                  </a:cubicBezTo>
                  <a:cubicBezTo>
                    <a:pt x="863" y="439"/>
                    <a:pt x="850" y="436"/>
                    <a:pt x="839" y="437"/>
                  </a:cubicBezTo>
                  <a:cubicBezTo>
                    <a:pt x="828" y="438"/>
                    <a:pt x="818" y="442"/>
                    <a:pt x="818" y="453"/>
                  </a:cubicBezTo>
                  <a:cubicBezTo>
                    <a:pt x="818" y="458"/>
                    <a:pt x="824" y="469"/>
                    <a:pt x="838" y="469"/>
                  </a:cubicBezTo>
                  <a:cubicBezTo>
                    <a:pt x="851" y="469"/>
                    <a:pt x="867" y="468"/>
                    <a:pt x="879" y="479"/>
                  </a:cubicBezTo>
                  <a:cubicBezTo>
                    <a:pt x="908" y="506"/>
                    <a:pt x="1006" y="579"/>
                    <a:pt x="1006" y="579"/>
                  </a:cubicBezTo>
                  <a:cubicBezTo>
                    <a:pt x="1007" y="580"/>
                    <a:pt x="1007" y="580"/>
                    <a:pt x="1007" y="580"/>
                  </a:cubicBezTo>
                  <a:cubicBezTo>
                    <a:pt x="1009" y="581"/>
                    <a:pt x="1009" y="581"/>
                    <a:pt x="1009" y="581"/>
                  </a:cubicBezTo>
                  <a:cubicBezTo>
                    <a:pt x="1009" y="581"/>
                    <a:pt x="1014" y="584"/>
                    <a:pt x="1027" y="583"/>
                  </a:cubicBezTo>
                  <a:cubicBezTo>
                    <a:pt x="1036" y="583"/>
                    <a:pt x="1039" y="586"/>
                    <a:pt x="1039" y="591"/>
                  </a:cubicBezTo>
                  <a:cubicBezTo>
                    <a:pt x="1039" y="596"/>
                    <a:pt x="1038" y="601"/>
                    <a:pt x="1027" y="601"/>
                  </a:cubicBezTo>
                  <a:cubicBezTo>
                    <a:pt x="1013" y="602"/>
                    <a:pt x="1008" y="607"/>
                    <a:pt x="1008" y="607"/>
                  </a:cubicBezTo>
                  <a:cubicBezTo>
                    <a:pt x="1008" y="607"/>
                    <a:pt x="884" y="810"/>
                    <a:pt x="863" y="815"/>
                  </a:cubicBezTo>
                  <a:cubicBezTo>
                    <a:pt x="847" y="819"/>
                    <a:pt x="834" y="818"/>
                    <a:pt x="823" y="818"/>
                  </a:cubicBezTo>
                  <a:cubicBezTo>
                    <a:pt x="811" y="819"/>
                    <a:pt x="802" y="820"/>
                    <a:pt x="801" y="826"/>
                  </a:cubicBezTo>
                  <a:cubicBezTo>
                    <a:pt x="801" y="828"/>
                    <a:pt x="808" y="833"/>
                    <a:pt x="821" y="833"/>
                  </a:cubicBezTo>
                  <a:cubicBezTo>
                    <a:pt x="835" y="833"/>
                    <a:pt x="850" y="833"/>
                    <a:pt x="862" y="838"/>
                  </a:cubicBezTo>
                  <a:cubicBezTo>
                    <a:pt x="892" y="851"/>
                    <a:pt x="979" y="864"/>
                    <a:pt x="979" y="864"/>
                  </a:cubicBezTo>
                  <a:cubicBezTo>
                    <a:pt x="992" y="861"/>
                    <a:pt x="992" y="861"/>
                    <a:pt x="992" y="861"/>
                  </a:cubicBezTo>
                  <a:cubicBezTo>
                    <a:pt x="992" y="861"/>
                    <a:pt x="902" y="847"/>
                    <a:pt x="873" y="835"/>
                  </a:cubicBezTo>
                  <a:cubicBezTo>
                    <a:pt x="861" y="830"/>
                    <a:pt x="849" y="829"/>
                    <a:pt x="836" y="829"/>
                  </a:cubicBezTo>
                  <a:cubicBezTo>
                    <a:pt x="822" y="829"/>
                    <a:pt x="818" y="828"/>
                    <a:pt x="818" y="826"/>
                  </a:cubicBezTo>
                  <a:cubicBezTo>
                    <a:pt x="818" y="822"/>
                    <a:pt x="823" y="823"/>
                    <a:pt x="835" y="822"/>
                  </a:cubicBezTo>
                  <a:cubicBezTo>
                    <a:pt x="846" y="822"/>
                    <a:pt x="859" y="824"/>
                    <a:pt x="878" y="818"/>
                  </a:cubicBezTo>
                  <a:cubicBezTo>
                    <a:pt x="898" y="812"/>
                    <a:pt x="1021" y="617"/>
                    <a:pt x="1021" y="617"/>
                  </a:cubicBezTo>
                  <a:cubicBezTo>
                    <a:pt x="1021" y="617"/>
                    <a:pt x="1024" y="614"/>
                    <a:pt x="1032" y="612"/>
                  </a:cubicBezTo>
                  <a:cubicBezTo>
                    <a:pt x="1056" y="608"/>
                    <a:pt x="1055" y="598"/>
                    <a:pt x="1055" y="598"/>
                  </a:cubicBezTo>
                  <a:cubicBezTo>
                    <a:pt x="1055" y="598"/>
                    <a:pt x="1082" y="598"/>
                    <a:pt x="1100" y="598"/>
                  </a:cubicBezTo>
                  <a:cubicBezTo>
                    <a:pt x="1118" y="598"/>
                    <a:pt x="1119" y="590"/>
                    <a:pt x="1119" y="590"/>
                  </a:cubicBezTo>
                  <a:cubicBezTo>
                    <a:pt x="1120" y="576"/>
                    <a:pt x="1120" y="576"/>
                    <a:pt x="1120" y="576"/>
                  </a:cubicBezTo>
                  <a:cubicBezTo>
                    <a:pt x="1128" y="572"/>
                    <a:pt x="1133" y="577"/>
                    <a:pt x="1133" y="577"/>
                  </a:cubicBezTo>
                  <a:cubicBezTo>
                    <a:pt x="1133" y="614"/>
                    <a:pt x="1133" y="614"/>
                    <a:pt x="1133" y="614"/>
                  </a:cubicBezTo>
                  <a:cubicBezTo>
                    <a:pt x="1133" y="614"/>
                    <a:pt x="1133" y="629"/>
                    <a:pt x="1156" y="629"/>
                  </a:cubicBezTo>
                  <a:cubicBezTo>
                    <a:pt x="1180" y="629"/>
                    <a:pt x="1178" y="614"/>
                    <a:pt x="1178" y="614"/>
                  </a:cubicBezTo>
                  <a:cubicBezTo>
                    <a:pt x="1178" y="569"/>
                    <a:pt x="1178" y="569"/>
                    <a:pt x="1178" y="569"/>
                  </a:cubicBezTo>
                  <a:cubicBezTo>
                    <a:pt x="1182" y="563"/>
                    <a:pt x="1189" y="569"/>
                    <a:pt x="1189" y="569"/>
                  </a:cubicBezTo>
                  <a:cubicBezTo>
                    <a:pt x="1189" y="614"/>
                    <a:pt x="1189" y="614"/>
                    <a:pt x="1189" y="614"/>
                  </a:cubicBezTo>
                  <a:cubicBezTo>
                    <a:pt x="1189" y="614"/>
                    <a:pt x="1187" y="630"/>
                    <a:pt x="1214" y="630"/>
                  </a:cubicBezTo>
                  <a:cubicBezTo>
                    <a:pt x="1238" y="630"/>
                    <a:pt x="1236" y="614"/>
                    <a:pt x="1236" y="614"/>
                  </a:cubicBezTo>
                  <a:cubicBezTo>
                    <a:pt x="1236" y="614"/>
                    <a:pt x="1236" y="589"/>
                    <a:pt x="1236" y="581"/>
                  </a:cubicBezTo>
                  <a:cubicBezTo>
                    <a:pt x="1236" y="573"/>
                    <a:pt x="1240" y="573"/>
                    <a:pt x="1240" y="573"/>
                  </a:cubicBezTo>
                  <a:cubicBezTo>
                    <a:pt x="1240" y="573"/>
                    <a:pt x="1245" y="571"/>
                    <a:pt x="1245" y="587"/>
                  </a:cubicBezTo>
                  <a:cubicBezTo>
                    <a:pt x="1245" y="602"/>
                    <a:pt x="1260" y="601"/>
                    <a:pt x="1260" y="601"/>
                  </a:cubicBezTo>
                  <a:cubicBezTo>
                    <a:pt x="1296" y="601"/>
                    <a:pt x="1296" y="601"/>
                    <a:pt x="1296" y="601"/>
                  </a:cubicBezTo>
                  <a:cubicBezTo>
                    <a:pt x="1305" y="606"/>
                    <a:pt x="1304" y="613"/>
                    <a:pt x="1304" y="613"/>
                  </a:cubicBezTo>
                  <a:cubicBezTo>
                    <a:pt x="1305" y="618"/>
                    <a:pt x="1164" y="810"/>
                    <a:pt x="1143" y="815"/>
                  </a:cubicBezTo>
                  <a:cubicBezTo>
                    <a:pt x="1127" y="819"/>
                    <a:pt x="1114" y="818"/>
                    <a:pt x="1103" y="818"/>
                  </a:cubicBezTo>
                  <a:cubicBezTo>
                    <a:pt x="1092" y="819"/>
                    <a:pt x="1082" y="820"/>
                    <a:pt x="1081" y="826"/>
                  </a:cubicBezTo>
                  <a:cubicBezTo>
                    <a:pt x="1081" y="828"/>
                    <a:pt x="1088" y="833"/>
                    <a:pt x="1101" y="833"/>
                  </a:cubicBezTo>
                  <a:cubicBezTo>
                    <a:pt x="1115" y="833"/>
                    <a:pt x="1130" y="833"/>
                    <a:pt x="1142" y="838"/>
                  </a:cubicBezTo>
                  <a:cubicBezTo>
                    <a:pt x="1172" y="851"/>
                    <a:pt x="1256" y="865"/>
                    <a:pt x="1256" y="865"/>
                  </a:cubicBezTo>
                  <a:cubicBezTo>
                    <a:pt x="1258" y="861"/>
                    <a:pt x="1258" y="861"/>
                    <a:pt x="1258" y="861"/>
                  </a:cubicBezTo>
                  <a:cubicBezTo>
                    <a:pt x="1258" y="861"/>
                    <a:pt x="1183" y="847"/>
                    <a:pt x="1153" y="835"/>
                  </a:cubicBezTo>
                  <a:cubicBezTo>
                    <a:pt x="1141" y="830"/>
                    <a:pt x="1129" y="829"/>
                    <a:pt x="1116" y="829"/>
                  </a:cubicBezTo>
                  <a:cubicBezTo>
                    <a:pt x="1102" y="829"/>
                    <a:pt x="1098" y="828"/>
                    <a:pt x="1098" y="826"/>
                  </a:cubicBezTo>
                  <a:cubicBezTo>
                    <a:pt x="1098" y="822"/>
                    <a:pt x="1104" y="823"/>
                    <a:pt x="1115" y="822"/>
                  </a:cubicBezTo>
                  <a:cubicBezTo>
                    <a:pt x="1126" y="822"/>
                    <a:pt x="1139" y="824"/>
                    <a:pt x="1159" y="818"/>
                  </a:cubicBezTo>
                  <a:cubicBezTo>
                    <a:pt x="1178" y="812"/>
                    <a:pt x="1321" y="625"/>
                    <a:pt x="1321" y="613"/>
                  </a:cubicBezTo>
                  <a:cubicBezTo>
                    <a:pt x="1321" y="613"/>
                    <a:pt x="1322" y="606"/>
                    <a:pt x="1313" y="601"/>
                  </a:cubicBezTo>
                  <a:cubicBezTo>
                    <a:pt x="1309" y="599"/>
                    <a:pt x="1308" y="591"/>
                    <a:pt x="1314" y="588"/>
                  </a:cubicBezTo>
                  <a:cubicBezTo>
                    <a:pt x="1322" y="583"/>
                    <a:pt x="1321" y="576"/>
                    <a:pt x="1321" y="576"/>
                  </a:cubicBezTo>
                  <a:cubicBezTo>
                    <a:pt x="1321" y="564"/>
                    <a:pt x="1294" y="563"/>
                    <a:pt x="1293" y="548"/>
                  </a:cubicBezTo>
                  <a:cubicBezTo>
                    <a:pt x="1293" y="548"/>
                    <a:pt x="1291" y="534"/>
                    <a:pt x="1269" y="528"/>
                  </a:cubicBezTo>
                  <a:cubicBezTo>
                    <a:pt x="1268" y="528"/>
                    <a:pt x="1268" y="528"/>
                    <a:pt x="1268" y="528"/>
                  </a:cubicBezTo>
                  <a:cubicBezTo>
                    <a:pt x="1268" y="528"/>
                    <a:pt x="1177" y="499"/>
                    <a:pt x="1147" y="473"/>
                  </a:cubicBezTo>
                  <a:cubicBezTo>
                    <a:pt x="1135" y="462"/>
                    <a:pt x="1124" y="461"/>
                    <a:pt x="1110" y="461"/>
                  </a:cubicBezTo>
                  <a:cubicBezTo>
                    <a:pt x="1096" y="461"/>
                    <a:pt x="1092" y="459"/>
                    <a:pt x="1092" y="453"/>
                  </a:cubicBezTo>
                  <a:cubicBezTo>
                    <a:pt x="1092" y="446"/>
                    <a:pt x="1098" y="447"/>
                    <a:pt x="1109" y="446"/>
                  </a:cubicBezTo>
                  <a:cubicBezTo>
                    <a:pt x="1120" y="445"/>
                    <a:pt x="1133" y="449"/>
                    <a:pt x="1153" y="437"/>
                  </a:cubicBezTo>
                  <a:cubicBezTo>
                    <a:pt x="1173" y="425"/>
                    <a:pt x="1296" y="329"/>
                    <a:pt x="1296" y="329"/>
                  </a:cubicBezTo>
                  <a:cubicBezTo>
                    <a:pt x="1296" y="329"/>
                    <a:pt x="1298" y="325"/>
                    <a:pt x="1307" y="324"/>
                  </a:cubicBezTo>
                  <a:cubicBezTo>
                    <a:pt x="1330" y="320"/>
                    <a:pt x="1329" y="309"/>
                    <a:pt x="1329" y="309"/>
                  </a:cubicBezTo>
                  <a:cubicBezTo>
                    <a:pt x="1329" y="309"/>
                    <a:pt x="1356" y="309"/>
                    <a:pt x="1374" y="309"/>
                  </a:cubicBezTo>
                  <a:cubicBezTo>
                    <a:pt x="1392" y="309"/>
                    <a:pt x="1394" y="302"/>
                    <a:pt x="1394" y="302"/>
                  </a:cubicBezTo>
                  <a:cubicBezTo>
                    <a:pt x="1395" y="287"/>
                    <a:pt x="1395" y="287"/>
                    <a:pt x="1395" y="287"/>
                  </a:cubicBezTo>
                  <a:cubicBezTo>
                    <a:pt x="1403" y="283"/>
                    <a:pt x="1407" y="289"/>
                    <a:pt x="1407" y="289"/>
                  </a:cubicBezTo>
                  <a:cubicBezTo>
                    <a:pt x="1407" y="325"/>
                    <a:pt x="1407" y="325"/>
                    <a:pt x="1407" y="325"/>
                  </a:cubicBezTo>
                  <a:cubicBezTo>
                    <a:pt x="1407" y="325"/>
                    <a:pt x="1408" y="341"/>
                    <a:pt x="1431" y="341"/>
                  </a:cubicBezTo>
                  <a:cubicBezTo>
                    <a:pt x="1454" y="341"/>
                    <a:pt x="1452" y="325"/>
                    <a:pt x="1452" y="325"/>
                  </a:cubicBezTo>
                  <a:cubicBezTo>
                    <a:pt x="1452" y="281"/>
                    <a:pt x="1452" y="281"/>
                    <a:pt x="1452" y="281"/>
                  </a:cubicBezTo>
                  <a:cubicBezTo>
                    <a:pt x="1457" y="274"/>
                    <a:pt x="1463" y="281"/>
                    <a:pt x="1463" y="281"/>
                  </a:cubicBezTo>
                  <a:cubicBezTo>
                    <a:pt x="1463" y="325"/>
                    <a:pt x="1463" y="325"/>
                    <a:pt x="1463" y="325"/>
                  </a:cubicBezTo>
                  <a:cubicBezTo>
                    <a:pt x="1463" y="325"/>
                    <a:pt x="1462" y="341"/>
                    <a:pt x="1489" y="341"/>
                  </a:cubicBezTo>
                  <a:cubicBezTo>
                    <a:pt x="1512" y="341"/>
                    <a:pt x="1510" y="326"/>
                    <a:pt x="1510" y="326"/>
                  </a:cubicBezTo>
                  <a:cubicBezTo>
                    <a:pt x="1510" y="326"/>
                    <a:pt x="1510" y="301"/>
                    <a:pt x="1510" y="292"/>
                  </a:cubicBezTo>
                  <a:cubicBezTo>
                    <a:pt x="1510" y="284"/>
                    <a:pt x="1514" y="284"/>
                    <a:pt x="1514" y="284"/>
                  </a:cubicBezTo>
                  <a:cubicBezTo>
                    <a:pt x="1514" y="284"/>
                    <a:pt x="1519" y="283"/>
                    <a:pt x="1519" y="298"/>
                  </a:cubicBezTo>
                  <a:cubicBezTo>
                    <a:pt x="1519" y="313"/>
                    <a:pt x="1534" y="313"/>
                    <a:pt x="1534" y="313"/>
                  </a:cubicBezTo>
                  <a:cubicBezTo>
                    <a:pt x="1571" y="313"/>
                    <a:pt x="1571" y="313"/>
                    <a:pt x="1571" y="313"/>
                  </a:cubicBezTo>
                  <a:cubicBezTo>
                    <a:pt x="1580" y="318"/>
                    <a:pt x="1579" y="325"/>
                    <a:pt x="1579" y="325"/>
                  </a:cubicBezTo>
                  <a:cubicBezTo>
                    <a:pt x="1579" y="330"/>
                    <a:pt x="1551" y="339"/>
                    <a:pt x="1552" y="352"/>
                  </a:cubicBezTo>
                  <a:cubicBezTo>
                    <a:pt x="1553" y="366"/>
                    <a:pt x="1534" y="373"/>
                    <a:pt x="1534" y="373"/>
                  </a:cubicBezTo>
                  <a:cubicBezTo>
                    <a:pt x="1534" y="373"/>
                    <a:pt x="1438" y="421"/>
                    <a:pt x="1417" y="431"/>
                  </a:cubicBezTo>
                  <a:cubicBezTo>
                    <a:pt x="1401" y="439"/>
                    <a:pt x="1388" y="436"/>
                    <a:pt x="1377" y="437"/>
                  </a:cubicBezTo>
                  <a:cubicBezTo>
                    <a:pt x="1355" y="439"/>
                    <a:pt x="1356" y="453"/>
                    <a:pt x="1356" y="453"/>
                  </a:cubicBezTo>
                  <a:cubicBezTo>
                    <a:pt x="1356" y="458"/>
                    <a:pt x="1362" y="469"/>
                    <a:pt x="1376" y="469"/>
                  </a:cubicBezTo>
                  <a:cubicBezTo>
                    <a:pt x="1389" y="469"/>
                    <a:pt x="1405" y="468"/>
                    <a:pt x="1417" y="479"/>
                  </a:cubicBezTo>
                  <a:cubicBezTo>
                    <a:pt x="1446" y="506"/>
                    <a:pt x="1540" y="580"/>
                    <a:pt x="1540" y="580"/>
                  </a:cubicBezTo>
                  <a:cubicBezTo>
                    <a:pt x="1542" y="581"/>
                    <a:pt x="1542" y="581"/>
                    <a:pt x="1542" y="581"/>
                  </a:cubicBezTo>
                  <a:cubicBezTo>
                    <a:pt x="1542" y="581"/>
                    <a:pt x="1547" y="584"/>
                    <a:pt x="1560" y="583"/>
                  </a:cubicBezTo>
                  <a:cubicBezTo>
                    <a:pt x="1569" y="583"/>
                    <a:pt x="1572" y="586"/>
                    <a:pt x="1572" y="591"/>
                  </a:cubicBezTo>
                  <a:cubicBezTo>
                    <a:pt x="1572" y="596"/>
                    <a:pt x="1571" y="601"/>
                    <a:pt x="1561" y="601"/>
                  </a:cubicBezTo>
                  <a:cubicBezTo>
                    <a:pt x="1546" y="602"/>
                    <a:pt x="1541" y="607"/>
                    <a:pt x="1541" y="607"/>
                  </a:cubicBezTo>
                  <a:cubicBezTo>
                    <a:pt x="1541" y="607"/>
                    <a:pt x="1417" y="810"/>
                    <a:pt x="1396" y="815"/>
                  </a:cubicBezTo>
                  <a:cubicBezTo>
                    <a:pt x="1380" y="819"/>
                    <a:pt x="1367" y="818"/>
                    <a:pt x="1356" y="818"/>
                  </a:cubicBezTo>
                  <a:cubicBezTo>
                    <a:pt x="1344" y="819"/>
                    <a:pt x="1335" y="820"/>
                    <a:pt x="1334" y="826"/>
                  </a:cubicBezTo>
                  <a:cubicBezTo>
                    <a:pt x="1334" y="828"/>
                    <a:pt x="1341" y="833"/>
                    <a:pt x="1354" y="833"/>
                  </a:cubicBezTo>
                  <a:cubicBezTo>
                    <a:pt x="1368" y="833"/>
                    <a:pt x="1383" y="833"/>
                    <a:pt x="1395" y="838"/>
                  </a:cubicBezTo>
                  <a:cubicBezTo>
                    <a:pt x="1425" y="851"/>
                    <a:pt x="1521" y="865"/>
                    <a:pt x="1521" y="865"/>
                  </a:cubicBezTo>
                  <a:cubicBezTo>
                    <a:pt x="1525" y="861"/>
                    <a:pt x="1525" y="861"/>
                    <a:pt x="1525" y="861"/>
                  </a:cubicBezTo>
                  <a:cubicBezTo>
                    <a:pt x="1525" y="861"/>
                    <a:pt x="1436" y="848"/>
                    <a:pt x="1406" y="835"/>
                  </a:cubicBezTo>
                  <a:cubicBezTo>
                    <a:pt x="1394" y="830"/>
                    <a:pt x="1382" y="829"/>
                    <a:pt x="1369" y="829"/>
                  </a:cubicBezTo>
                  <a:cubicBezTo>
                    <a:pt x="1355" y="829"/>
                    <a:pt x="1351" y="828"/>
                    <a:pt x="1351" y="826"/>
                  </a:cubicBezTo>
                  <a:cubicBezTo>
                    <a:pt x="1351" y="822"/>
                    <a:pt x="1357" y="823"/>
                    <a:pt x="1368" y="822"/>
                  </a:cubicBezTo>
                  <a:cubicBezTo>
                    <a:pt x="1379" y="822"/>
                    <a:pt x="1392" y="824"/>
                    <a:pt x="1412" y="818"/>
                  </a:cubicBezTo>
                  <a:cubicBezTo>
                    <a:pt x="1431" y="812"/>
                    <a:pt x="1554" y="617"/>
                    <a:pt x="1554" y="617"/>
                  </a:cubicBezTo>
                  <a:cubicBezTo>
                    <a:pt x="1554" y="617"/>
                    <a:pt x="1557" y="614"/>
                    <a:pt x="1566" y="612"/>
                  </a:cubicBezTo>
                  <a:cubicBezTo>
                    <a:pt x="1589" y="608"/>
                    <a:pt x="1588" y="598"/>
                    <a:pt x="1588" y="598"/>
                  </a:cubicBezTo>
                  <a:cubicBezTo>
                    <a:pt x="1588" y="598"/>
                    <a:pt x="1615" y="598"/>
                    <a:pt x="1633" y="598"/>
                  </a:cubicBezTo>
                  <a:cubicBezTo>
                    <a:pt x="1651" y="598"/>
                    <a:pt x="1653" y="590"/>
                    <a:pt x="1653" y="590"/>
                  </a:cubicBezTo>
                  <a:cubicBezTo>
                    <a:pt x="1654" y="576"/>
                    <a:pt x="1654" y="576"/>
                    <a:pt x="1654" y="576"/>
                  </a:cubicBezTo>
                  <a:cubicBezTo>
                    <a:pt x="1662" y="572"/>
                    <a:pt x="1666" y="577"/>
                    <a:pt x="1666" y="577"/>
                  </a:cubicBezTo>
                  <a:cubicBezTo>
                    <a:pt x="1666" y="614"/>
                    <a:pt x="1666" y="614"/>
                    <a:pt x="1666" y="614"/>
                  </a:cubicBezTo>
                  <a:cubicBezTo>
                    <a:pt x="1666" y="614"/>
                    <a:pt x="1667" y="629"/>
                    <a:pt x="1690" y="629"/>
                  </a:cubicBezTo>
                  <a:cubicBezTo>
                    <a:pt x="1713" y="629"/>
                    <a:pt x="1711" y="614"/>
                    <a:pt x="1711" y="614"/>
                  </a:cubicBezTo>
                  <a:cubicBezTo>
                    <a:pt x="1711" y="569"/>
                    <a:pt x="1711" y="569"/>
                    <a:pt x="1711" y="569"/>
                  </a:cubicBezTo>
                  <a:cubicBezTo>
                    <a:pt x="1716" y="563"/>
                    <a:pt x="1722" y="569"/>
                    <a:pt x="1722" y="569"/>
                  </a:cubicBezTo>
                  <a:cubicBezTo>
                    <a:pt x="1722" y="614"/>
                    <a:pt x="1722" y="614"/>
                    <a:pt x="1722" y="614"/>
                  </a:cubicBezTo>
                  <a:cubicBezTo>
                    <a:pt x="1722" y="614"/>
                    <a:pt x="1721" y="630"/>
                    <a:pt x="1748" y="630"/>
                  </a:cubicBezTo>
                  <a:cubicBezTo>
                    <a:pt x="1771" y="630"/>
                    <a:pt x="1769" y="614"/>
                    <a:pt x="1769" y="614"/>
                  </a:cubicBezTo>
                  <a:cubicBezTo>
                    <a:pt x="1769" y="614"/>
                    <a:pt x="1769" y="589"/>
                    <a:pt x="1769" y="581"/>
                  </a:cubicBezTo>
                  <a:cubicBezTo>
                    <a:pt x="1769" y="573"/>
                    <a:pt x="1773" y="573"/>
                    <a:pt x="1773" y="573"/>
                  </a:cubicBezTo>
                  <a:cubicBezTo>
                    <a:pt x="1773" y="573"/>
                    <a:pt x="1778" y="571"/>
                    <a:pt x="1778" y="587"/>
                  </a:cubicBezTo>
                  <a:cubicBezTo>
                    <a:pt x="1778" y="602"/>
                    <a:pt x="1793" y="601"/>
                    <a:pt x="1793" y="601"/>
                  </a:cubicBezTo>
                  <a:cubicBezTo>
                    <a:pt x="1830" y="601"/>
                    <a:pt x="1830" y="601"/>
                    <a:pt x="1830" y="601"/>
                  </a:cubicBezTo>
                  <a:cubicBezTo>
                    <a:pt x="1838" y="606"/>
                    <a:pt x="1837" y="613"/>
                    <a:pt x="1837" y="613"/>
                  </a:cubicBezTo>
                  <a:cubicBezTo>
                    <a:pt x="1838" y="618"/>
                    <a:pt x="1697" y="810"/>
                    <a:pt x="1676" y="815"/>
                  </a:cubicBezTo>
                  <a:cubicBezTo>
                    <a:pt x="1660" y="819"/>
                    <a:pt x="1647" y="818"/>
                    <a:pt x="1636" y="818"/>
                  </a:cubicBezTo>
                  <a:cubicBezTo>
                    <a:pt x="1625" y="819"/>
                    <a:pt x="1615" y="820"/>
                    <a:pt x="1615" y="826"/>
                  </a:cubicBezTo>
                  <a:cubicBezTo>
                    <a:pt x="1614" y="828"/>
                    <a:pt x="1621" y="833"/>
                    <a:pt x="1634" y="833"/>
                  </a:cubicBezTo>
                  <a:cubicBezTo>
                    <a:pt x="1648" y="833"/>
                    <a:pt x="1663" y="833"/>
                    <a:pt x="1676" y="838"/>
                  </a:cubicBezTo>
                  <a:cubicBezTo>
                    <a:pt x="1705" y="851"/>
                    <a:pt x="1804" y="865"/>
                    <a:pt x="1804" y="865"/>
                  </a:cubicBezTo>
                  <a:cubicBezTo>
                    <a:pt x="1805" y="861"/>
                    <a:pt x="1805" y="861"/>
                    <a:pt x="1805" y="861"/>
                  </a:cubicBezTo>
                  <a:cubicBezTo>
                    <a:pt x="1805" y="861"/>
                    <a:pt x="1716" y="848"/>
                    <a:pt x="1686" y="835"/>
                  </a:cubicBezTo>
                  <a:cubicBezTo>
                    <a:pt x="1674" y="830"/>
                    <a:pt x="1662" y="829"/>
                    <a:pt x="1649" y="829"/>
                  </a:cubicBezTo>
                  <a:cubicBezTo>
                    <a:pt x="1635" y="829"/>
                    <a:pt x="1631" y="828"/>
                    <a:pt x="1631" y="826"/>
                  </a:cubicBezTo>
                  <a:cubicBezTo>
                    <a:pt x="1631" y="822"/>
                    <a:pt x="1637" y="823"/>
                    <a:pt x="1648" y="822"/>
                  </a:cubicBezTo>
                  <a:cubicBezTo>
                    <a:pt x="1659" y="822"/>
                    <a:pt x="1672" y="824"/>
                    <a:pt x="1692" y="818"/>
                  </a:cubicBezTo>
                  <a:cubicBezTo>
                    <a:pt x="1711" y="812"/>
                    <a:pt x="1854" y="625"/>
                    <a:pt x="1854" y="613"/>
                  </a:cubicBezTo>
                  <a:cubicBezTo>
                    <a:pt x="1854" y="613"/>
                    <a:pt x="1855" y="606"/>
                    <a:pt x="1846" y="601"/>
                  </a:cubicBezTo>
                  <a:cubicBezTo>
                    <a:pt x="1842" y="599"/>
                    <a:pt x="1841" y="591"/>
                    <a:pt x="1847" y="588"/>
                  </a:cubicBezTo>
                  <a:cubicBezTo>
                    <a:pt x="1855" y="583"/>
                    <a:pt x="1854" y="576"/>
                    <a:pt x="1854" y="576"/>
                  </a:cubicBezTo>
                  <a:cubicBezTo>
                    <a:pt x="1854" y="564"/>
                    <a:pt x="1827" y="563"/>
                    <a:pt x="1826" y="548"/>
                  </a:cubicBezTo>
                  <a:cubicBezTo>
                    <a:pt x="1826" y="548"/>
                    <a:pt x="1824" y="534"/>
                    <a:pt x="1802" y="528"/>
                  </a:cubicBezTo>
                  <a:cubicBezTo>
                    <a:pt x="1802" y="528"/>
                    <a:pt x="1801" y="528"/>
                    <a:pt x="1801" y="528"/>
                  </a:cubicBezTo>
                  <a:cubicBezTo>
                    <a:pt x="1800" y="528"/>
                    <a:pt x="1711" y="499"/>
                    <a:pt x="1682" y="473"/>
                  </a:cubicBezTo>
                  <a:cubicBezTo>
                    <a:pt x="1670" y="462"/>
                    <a:pt x="1658" y="461"/>
                    <a:pt x="1645" y="461"/>
                  </a:cubicBezTo>
                  <a:cubicBezTo>
                    <a:pt x="1631" y="461"/>
                    <a:pt x="1627" y="459"/>
                    <a:pt x="1627" y="453"/>
                  </a:cubicBezTo>
                  <a:cubicBezTo>
                    <a:pt x="1627" y="446"/>
                    <a:pt x="1632" y="447"/>
                    <a:pt x="1644" y="446"/>
                  </a:cubicBezTo>
                  <a:cubicBezTo>
                    <a:pt x="1655" y="445"/>
                    <a:pt x="1668" y="449"/>
                    <a:pt x="1688" y="437"/>
                  </a:cubicBezTo>
                  <a:cubicBezTo>
                    <a:pt x="1707" y="425"/>
                    <a:pt x="1830" y="329"/>
                    <a:pt x="1830" y="329"/>
                  </a:cubicBezTo>
                  <a:cubicBezTo>
                    <a:pt x="1830" y="329"/>
                    <a:pt x="1833" y="325"/>
                    <a:pt x="1841" y="324"/>
                  </a:cubicBezTo>
                  <a:cubicBezTo>
                    <a:pt x="1865" y="320"/>
                    <a:pt x="1864" y="309"/>
                    <a:pt x="1864" y="309"/>
                  </a:cubicBezTo>
                  <a:cubicBezTo>
                    <a:pt x="1864" y="309"/>
                    <a:pt x="1891" y="309"/>
                    <a:pt x="1909" y="309"/>
                  </a:cubicBezTo>
                  <a:cubicBezTo>
                    <a:pt x="1927" y="309"/>
                    <a:pt x="1928" y="302"/>
                    <a:pt x="1928" y="302"/>
                  </a:cubicBezTo>
                  <a:cubicBezTo>
                    <a:pt x="1929" y="287"/>
                    <a:pt x="1929" y="287"/>
                    <a:pt x="1929" y="287"/>
                  </a:cubicBezTo>
                  <a:cubicBezTo>
                    <a:pt x="1937" y="283"/>
                    <a:pt x="1942" y="289"/>
                    <a:pt x="1942" y="289"/>
                  </a:cubicBezTo>
                  <a:cubicBezTo>
                    <a:pt x="1942" y="325"/>
                    <a:pt x="1942" y="325"/>
                    <a:pt x="1942" y="325"/>
                  </a:cubicBezTo>
                  <a:cubicBezTo>
                    <a:pt x="1942" y="325"/>
                    <a:pt x="1942" y="341"/>
                    <a:pt x="1965" y="341"/>
                  </a:cubicBezTo>
                  <a:cubicBezTo>
                    <a:pt x="1989" y="341"/>
                    <a:pt x="1987" y="325"/>
                    <a:pt x="1987" y="325"/>
                  </a:cubicBezTo>
                  <a:cubicBezTo>
                    <a:pt x="1987" y="281"/>
                    <a:pt x="1987" y="281"/>
                    <a:pt x="1987" y="281"/>
                  </a:cubicBezTo>
                  <a:cubicBezTo>
                    <a:pt x="1991" y="274"/>
                    <a:pt x="1998" y="281"/>
                    <a:pt x="1998" y="281"/>
                  </a:cubicBezTo>
                  <a:cubicBezTo>
                    <a:pt x="1998" y="325"/>
                    <a:pt x="1998" y="325"/>
                    <a:pt x="1998" y="325"/>
                  </a:cubicBezTo>
                  <a:cubicBezTo>
                    <a:pt x="1998" y="325"/>
                    <a:pt x="1996" y="341"/>
                    <a:pt x="2023" y="341"/>
                  </a:cubicBezTo>
                  <a:cubicBezTo>
                    <a:pt x="2047" y="341"/>
                    <a:pt x="2045" y="326"/>
                    <a:pt x="2045" y="326"/>
                  </a:cubicBezTo>
                  <a:cubicBezTo>
                    <a:pt x="2045" y="326"/>
                    <a:pt x="2045" y="301"/>
                    <a:pt x="2045" y="292"/>
                  </a:cubicBezTo>
                  <a:cubicBezTo>
                    <a:pt x="2045" y="284"/>
                    <a:pt x="2049" y="284"/>
                    <a:pt x="2049" y="284"/>
                  </a:cubicBezTo>
                  <a:cubicBezTo>
                    <a:pt x="2049" y="284"/>
                    <a:pt x="2054" y="283"/>
                    <a:pt x="2054" y="298"/>
                  </a:cubicBezTo>
                  <a:cubicBezTo>
                    <a:pt x="2054" y="313"/>
                    <a:pt x="2069" y="313"/>
                    <a:pt x="2069" y="313"/>
                  </a:cubicBezTo>
                  <a:cubicBezTo>
                    <a:pt x="2106" y="313"/>
                    <a:pt x="2106" y="313"/>
                    <a:pt x="2106" y="313"/>
                  </a:cubicBezTo>
                  <a:cubicBezTo>
                    <a:pt x="2114" y="318"/>
                    <a:pt x="2113" y="325"/>
                    <a:pt x="2113" y="325"/>
                  </a:cubicBezTo>
                  <a:cubicBezTo>
                    <a:pt x="2114" y="330"/>
                    <a:pt x="2085" y="339"/>
                    <a:pt x="2086" y="352"/>
                  </a:cubicBezTo>
                  <a:cubicBezTo>
                    <a:pt x="2088" y="366"/>
                    <a:pt x="2068" y="373"/>
                    <a:pt x="2068" y="373"/>
                  </a:cubicBezTo>
                  <a:cubicBezTo>
                    <a:pt x="2068" y="373"/>
                    <a:pt x="1973" y="421"/>
                    <a:pt x="1952" y="431"/>
                  </a:cubicBezTo>
                  <a:cubicBezTo>
                    <a:pt x="1936" y="439"/>
                    <a:pt x="1923" y="436"/>
                    <a:pt x="1912" y="437"/>
                  </a:cubicBezTo>
                  <a:cubicBezTo>
                    <a:pt x="1901" y="438"/>
                    <a:pt x="1891" y="442"/>
                    <a:pt x="1890" y="453"/>
                  </a:cubicBezTo>
                  <a:cubicBezTo>
                    <a:pt x="1890" y="458"/>
                    <a:pt x="1897" y="469"/>
                    <a:pt x="1910" y="469"/>
                  </a:cubicBezTo>
                  <a:cubicBezTo>
                    <a:pt x="1924" y="469"/>
                    <a:pt x="1939" y="468"/>
                    <a:pt x="1952" y="479"/>
                  </a:cubicBezTo>
                  <a:cubicBezTo>
                    <a:pt x="1981" y="506"/>
                    <a:pt x="2078" y="541"/>
                    <a:pt x="2078" y="541"/>
                  </a:cubicBezTo>
                  <a:cubicBezTo>
                    <a:pt x="2079" y="541"/>
                    <a:pt x="2079" y="541"/>
                    <a:pt x="2079" y="541"/>
                  </a:cubicBezTo>
                  <a:cubicBezTo>
                    <a:pt x="2081" y="542"/>
                    <a:pt x="2081" y="542"/>
                    <a:pt x="2081" y="542"/>
                  </a:cubicBezTo>
                  <a:cubicBezTo>
                    <a:pt x="2081" y="542"/>
                    <a:pt x="2086" y="545"/>
                    <a:pt x="2098" y="545"/>
                  </a:cubicBezTo>
                  <a:cubicBezTo>
                    <a:pt x="2108" y="544"/>
                    <a:pt x="2111" y="547"/>
                    <a:pt x="2111" y="552"/>
                  </a:cubicBezTo>
                  <a:cubicBezTo>
                    <a:pt x="2111" y="557"/>
                    <a:pt x="2110" y="563"/>
                    <a:pt x="2099" y="563"/>
                  </a:cubicBezTo>
                  <a:cubicBezTo>
                    <a:pt x="2085" y="563"/>
                    <a:pt x="2080" y="568"/>
                    <a:pt x="2080" y="568"/>
                  </a:cubicBezTo>
                  <a:cubicBezTo>
                    <a:pt x="2080" y="568"/>
                    <a:pt x="1956" y="792"/>
                    <a:pt x="1934" y="797"/>
                  </a:cubicBezTo>
                  <a:cubicBezTo>
                    <a:pt x="1918" y="801"/>
                    <a:pt x="1906" y="799"/>
                    <a:pt x="1894" y="800"/>
                  </a:cubicBezTo>
                  <a:cubicBezTo>
                    <a:pt x="1883" y="800"/>
                    <a:pt x="1873" y="802"/>
                    <a:pt x="1873" y="808"/>
                  </a:cubicBezTo>
                  <a:cubicBezTo>
                    <a:pt x="1873" y="810"/>
                    <a:pt x="1879" y="815"/>
                    <a:pt x="1893" y="815"/>
                  </a:cubicBezTo>
                  <a:cubicBezTo>
                    <a:pt x="1906" y="815"/>
                    <a:pt x="1922" y="815"/>
                    <a:pt x="1934" y="820"/>
                  </a:cubicBezTo>
                  <a:cubicBezTo>
                    <a:pt x="1964" y="833"/>
                    <a:pt x="2117" y="861"/>
                    <a:pt x="2117" y="861"/>
                  </a:cubicBezTo>
                  <a:cubicBezTo>
                    <a:pt x="2140" y="860"/>
                    <a:pt x="2140" y="860"/>
                    <a:pt x="2140" y="860"/>
                  </a:cubicBezTo>
                  <a:cubicBezTo>
                    <a:pt x="2140" y="860"/>
                    <a:pt x="1974" y="829"/>
                    <a:pt x="1945" y="817"/>
                  </a:cubicBezTo>
                  <a:cubicBezTo>
                    <a:pt x="1932" y="811"/>
                    <a:pt x="1921" y="811"/>
                    <a:pt x="1907" y="811"/>
                  </a:cubicBezTo>
                  <a:cubicBezTo>
                    <a:pt x="1894" y="811"/>
                    <a:pt x="1890" y="810"/>
                    <a:pt x="1890" y="808"/>
                  </a:cubicBezTo>
                  <a:cubicBezTo>
                    <a:pt x="1890" y="804"/>
                    <a:pt x="1895" y="804"/>
                    <a:pt x="1906" y="804"/>
                  </a:cubicBezTo>
                  <a:cubicBezTo>
                    <a:pt x="1918" y="803"/>
                    <a:pt x="1931" y="805"/>
                    <a:pt x="1950" y="800"/>
                  </a:cubicBezTo>
                  <a:cubicBezTo>
                    <a:pt x="1970" y="794"/>
                    <a:pt x="2093" y="579"/>
                    <a:pt x="2093" y="579"/>
                  </a:cubicBezTo>
                  <a:cubicBezTo>
                    <a:pt x="2093" y="579"/>
                    <a:pt x="2096" y="575"/>
                    <a:pt x="2104" y="574"/>
                  </a:cubicBezTo>
                  <a:cubicBezTo>
                    <a:pt x="2128" y="570"/>
                    <a:pt x="2127" y="559"/>
                    <a:pt x="2127" y="559"/>
                  </a:cubicBezTo>
                  <a:cubicBezTo>
                    <a:pt x="2127" y="546"/>
                    <a:pt x="2127" y="546"/>
                    <a:pt x="2127" y="546"/>
                  </a:cubicBezTo>
                  <a:cubicBezTo>
                    <a:pt x="2127" y="536"/>
                    <a:pt x="2109" y="533"/>
                    <a:pt x="2101" y="533"/>
                  </a:cubicBezTo>
                  <a:cubicBezTo>
                    <a:pt x="2092" y="533"/>
                    <a:pt x="2088" y="530"/>
                    <a:pt x="2088" y="530"/>
                  </a:cubicBezTo>
                  <a:cubicBezTo>
                    <a:pt x="2087" y="530"/>
                    <a:pt x="2087" y="530"/>
                    <a:pt x="2087" y="530"/>
                  </a:cubicBezTo>
                  <a:cubicBezTo>
                    <a:pt x="2087" y="530"/>
                    <a:pt x="1992" y="499"/>
                    <a:pt x="1962" y="473"/>
                  </a:cubicBezTo>
                  <a:cubicBezTo>
                    <a:pt x="1950" y="462"/>
                    <a:pt x="1938" y="461"/>
                    <a:pt x="1925" y="461"/>
                  </a:cubicBezTo>
                  <a:cubicBezTo>
                    <a:pt x="1911" y="461"/>
                    <a:pt x="1907" y="459"/>
                    <a:pt x="1907" y="453"/>
                  </a:cubicBezTo>
                  <a:cubicBezTo>
                    <a:pt x="1907" y="446"/>
                    <a:pt x="1913" y="447"/>
                    <a:pt x="1924" y="446"/>
                  </a:cubicBezTo>
                  <a:cubicBezTo>
                    <a:pt x="1935" y="445"/>
                    <a:pt x="1948" y="449"/>
                    <a:pt x="1968" y="437"/>
                  </a:cubicBezTo>
                  <a:cubicBezTo>
                    <a:pt x="1987" y="425"/>
                    <a:pt x="2088" y="376"/>
                    <a:pt x="2088" y="376"/>
                  </a:cubicBezTo>
                  <a:cubicBezTo>
                    <a:pt x="2088" y="376"/>
                    <a:pt x="2100" y="368"/>
                    <a:pt x="2101" y="353"/>
                  </a:cubicBezTo>
                  <a:cubicBezTo>
                    <a:pt x="2102" y="337"/>
                    <a:pt x="2130" y="337"/>
                    <a:pt x="2130" y="325"/>
                  </a:cubicBezTo>
                  <a:cubicBezTo>
                    <a:pt x="2130" y="325"/>
                    <a:pt x="2131" y="318"/>
                    <a:pt x="2122" y="313"/>
                  </a:cubicBezTo>
                  <a:cubicBezTo>
                    <a:pt x="2118" y="310"/>
                    <a:pt x="2117" y="303"/>
                    <a:pt x="2123" y="299"/>
                  </a:cubicBezTo>
                  <a:cubicBezTo>
                    <a:pt x="2131" y="295"/>
                    <a:pt x="2130" y="287"/>
                    <a:pt x="2130" y="287"/>
                  </a:cubicBezTo>
                  <a:cubicBezTo>
                    <a:pt x="2130" y="275"/>
                    <a:pt x="1988" y="74"/>
                    <a:pt x="1969" y="67"/>
                  </a:cubicBezTo>
                  <a:cubicBezTo>
                    <a:pt x="1949" y="59"/>
                    <a:pt x="1936" y="62"/>
                    <a:pt x="1925" y="61"/>
                  </a:cubicBezTo>
                  <a:cubicBezTo>
                    <a:pt x="1914" y="60"/>
                    <a:pt x="1908" y="61"/>
                    <a:pt x="1908" y="56"/>
                  </a:cubicBezTo>
                  <a:cubicBezTo>
                    <a:pt x="1908" y="53"/>
                    <a:pt x="1912" y="51"/>
                    <a:pt x="1926" y="51"/>
                  </a:cubicBezTo>
                  <a:cubicBezTo>
                    <a:pt x="1939" y="51"/>
                    <a:pt x="1951" y="51"/>
                    <a:pt x="1963" y="43"/>
                  </a:cubicBezTo>
                  <a:cubicBezTo>
                    <a:pt x="1993" y="26"/>
                    <a:pt x="2082" y="7"/>
                    <a:pt x="2082" y="7"/>
                  </a:cubicBezTo>
                  <a:cubicBezTo>
                    <a:pt x="2070" y="3"/>
                    <a:pt x="2070" y="3"/>
                    <a:pt x="2070" y="3"/>
                  </a:cubicBezTo>
                  <a:cubicBezTo>
                    <a:pt x="2070" y="3"/>
                    <a:pt x="1984" y="23"/>
                    <a:pt x="1945" y="44"/>
                  </a:cubicBezTo>
                  <a:cubicBezTo>
                    <a:pt x="1940" y="46"/>
                    <a:pt x="1925" y="45"/>
                    <a:pt x="1911" y="45"/>
                  </a:cubicBezTo>
                  <a:cubicBezTo>
                    <a:pt x="1898" y="45"/>
                    <a:pt x="1891" y="53"/>
                    <a:pt x="1891" y="56"/>
                  </a:cubicBezTo>
                  <a:cubicBezTo>
                    <a:pt x="1891" y="61"/>
                    <a:pt x="1897" y="67"/>
                    <a:pt x="1908" y="67"/>
                  </a:cubicBezTo>
                  <a:cubicBezTo>
                    <a:pt x="1946" y="66"/>
                    <a:pt x="1952" y="70"/>
                    <a:pt x="1952" y="70"/>
                  </a:cubicBezTo>
                  <a:cubicBezTo>
                    <a:pt x="1974" y="76"/>
                    <a:pt x="2114" y="280"/>
                    <a:pt x="2113" y="287"/>
                  </a:cubicBezTo>
                  <a:cubicBezTo>
                    <a:pt x="2113" y="287"/>
                    <a:pt x="2114" y="295"/>
                    <a:pt x="2106" y="299"/>
                  </a:cubicBezTo>
                  <a:cubicBezTo>
                    <a:pt x="2073" y="299"/>
                    <a:pt x="2073" y="299"/>
                    <a:pt x="2073" y="299"/>
                  </a:cubicBezTo>
                  <a:cubicBezTo>
                    <a:pt x="2073" y="299"/>
                    <a:pt x="2069" y="299"/>
                    <a:pt x="2070" y="294"/>
                  </a:cubicBezTo>
                  <a:cubicBezTo>
                    <a:pt x="2070" y="281"/>
                    <a:pt x="2070" y="281"/>
                    <a:pt x="2070" y="281"/>
                  </a:cubicBezTo>
                  <a:cubicBezTo>
                    <a:pt x="2070" y="281"/>
                    <a:pt x="2065" y="273"/>
                    <a:pt x="2049" y="273"/>
                  </a:cubicBezTo>
                  <a:cubicBezTo>
                    <a:pt x="2033" y="273"/>
                    <a:pt x="2029" y="281"/>
                    <a:pt x="2029" y="281"/>
                  </a:cubicBezTo>
                  <a:cubicBezTo>
                    <a:pt x="2029" y="323"/>
                    <a:pt x="2029" y="323"/>
                    <a:pt x="2029" y="323"/>
                  </a:cubicBezTo>
                  <a:cubicBezTo>
                    <a:pt x="2029" y="323"/>
                    <a:pt x="2029" y="328"/>
                    <a:pt x="2022" y="328"/>
                  </a:cubicBezTo>
                  <a:cubicBezTo>
                    <a:pt x="2016" y="328"/>
                    <a:pt x="2014" y="322"/>
                    <a:pt x="2014" y="322"/>
                  </a:cubicBezTo>
                  <a:cubicBezTo>
                    <a:pt x="2014" y="282"/>
                    <a:pt x="2014" y="282"/>
                    <a:pt x="2014" y="282"/>
                  </a:cubicBezTo>
                  <a:cubicBezTo>
                    <a:pt x="2014" y="282"/>
                    <a:pt x="2009" y="266"/>
                    <a:pt x="1991" y="266"/>
                  </a:cubicBezTo>
                  <a:cubicBezTo>
                    <a:pt x="1973" y="266"/>
                    <a:pt x="1971" y="280"/>
                    <a:pt x="1971" y="280"/>
                  </a:cubicBezTo>
                  <a:cubicBezTo>
                    <a:pt x="1971" y="322"/>
                    <a:pt x="1971" y="322"/>
                    <a:pt x="1971" y="322"/>
                  </a:cubicBezTo>
                  <a:cubicBezTo>
                    <a:pt x="1971" y="322"/>
                    <a:pt x="1971" y="327"/>
                    <a:pt x="1964" y="327"/>
                  </a:cubicBezTo>
                  <a:cubicBezTo>
                    <a:pt x="1957" y="327"/>
                    <a:pt x="1958" y="323"/>
                    <a:pt x="1958" y="323"/>
                  </a:cubicBezTo>
                  <a:cubicBezTo>
                    <a:pt x="1958" y="323"/>
                    <a:pt x="1958" y="298"/>
                    <a:pt x="1958" y="287"/>
                  </a:cubicBezTo>
                  <a:cubicBezTo>
                    <a:pt x="1957" y="276"/>
                    <a:pt x="1945" y="275"/>
                    <a:pt x="1938" y="275"/>
                  </a:cubicBezTo>
                  <a:cubicBezTo>
                    <a:pt x="1931" y="274"/>
                    <a:pt x="1921" y="276"/>
                    <a:pt x="1917" y="281"/>
                  </a:cubicBezTo>
                  <a:cubicBezTo>
                    <a:pt x="1915" y="284"/>
                    <a:pt x="1915" y="296"/>
                    <a:pt x="1915" y="296"/>
                  </a:cubicBezTo>
                  <a:cubicBezTo>
                    <a:pt x="1865" y="296"/>
                    <a:pt x="1865" y="296"/>
                    <a:pt x="1865" y="296"/>
                  </a:cubicBezTo>
                  <a:cubicBezTo>
                    <a:pt x="1865" y="286"/>
                    <a:pt x="1846" y="283"/>
                    <a:pt x="1838" y="283"/>
                  </a:cubicBezTo>
                  <a:cubicBezTo>
                    <a:pt x="1830" y="283"/>
                    <a:pt x="1827" y="279"/>
                    <a:pt x="1827" y="279"/>
                  </a:cubicBezTo>
                  <a:cubicBezTo>
                    <a:pt x="1827" y="279"/>
                    <a:pt x="1708" y="74"/>
                    <a:pt x="1689" y="67"/>
                  </a:cubicBezTo>
                  <a:cubicBezTo>
                    <a:pt x="1669" y="59"/>
                    <a:pt x="1656" y="62"/>
                    <a:pt x="1645" y="61"/>
                  </a:cubicBezTo>
                  <a:cubicBezTo>
                    <a:pt x="1633" y="60"/>
                    <a:pt x="1628" y="61"/>
                    <a:pt x="1628" y="56"/>
                  </a:cubicBezTo>
                  <a:cubicBezTo>
                    <a:pt x="1628" y="53"/>
                    <a:pt x="1632" y="51"/>
                    <a:pt x="1646" y="51"/>
                  </a:cubicBezTo>
                  <a:cubicBezTo>
                    <a:pt x="1659" y="51"/>
                    <a:pt x="1671" y="51"/>
                    <a:pt x="1683" y="43"/>
                  </a:cubicBezTo>
                  <a:cubicBezTo>
                    <a:pt x="1712" y="26"/>
                    <a:pt x="1802" y="7"/>
                    <a:pt x="1802" y="7"/>
                  </a:cubicBezTo>
                  <a:cubicBezTo>
                    <a:pt x="1803" y="0"/>
                    <a:pt x="1803" y="0"/>
                    <a:pt x="1803" y="0"/>
                  </a:cubicBezTo>
                  <a:cubicBezTo>
                    <a:pt x="1803" y="0"/>
                    <a:pt x="1704" y="23"/>
                    <a:pt x="1665" y="44"/>
                  </a:cubicBezTo>
                  <a:cubicBezTo>
                    <a:pt x="1659" y="46"/>
                    <a:pt x="1644" y="45"/>
                    <a:pt x="1631" y="45"/>
                  </a:cubicBezTo>
                  <a:cubicBezTo>
                    <a:pt x="1617" y="45"/>
                    <a:pt x="1611" y="53"/>
                    <a:pt x="1611" y="56"/>
                  </a:cubicBezTo>
                  <a:cubicBezTo>
                    <a:pt x="1611" y="61"/>
                    <a:pt x="1617" y="66"/>
                    <a:pt x="1628" y="67"/>
                  </a:cubicBezTo>
                  <a:cubicBezTo>
                    <a:pt x="1639" y="67"/>
                    <a:pt x="1658" y="65"/>
                    <a:pt x="1672" y="70"/>
                  </a:cubicBezTo>
                  <a:cubicBezTo>
                    <a:pt x="1694" y="76"/>
                    <a:pt x="1818" y="292"/>
                    <a:pt x="1818" y="292"/>
                  </a:cubicBezTo>
                  <a:cubicBezTo>
                    <a:pt x="1818" y="292"/>
                    <a:pt x="1823" y="295"/>
                    <a:pt x="1836" y="295"/>
                  </a:cubicBezTo>
                  <a:cubicBezTo>
                    <a:pt x="1845" y="294"/>
                    <a:pt x="1848" y="297"/>
                    <a:pt x="1848" y="302"/>
                  </a:cubicBezTo>
                  <a:cubicBezTo>
                    <a:pt x="1848" y="307"/>
                    <a:pt x="1847" y="313"/>
                    <a:pt x="1836" y="313"/>
                  </a:cubicBezTo>
                  <a:cubicBezTo>
                    <a:pt x="1822" y="313"/>
                    <a:pt x="1817" y="318"/>
                    <a:pt x="1817" y="318"/>
                  </a:cubicBezTo>
                  <a:cubicBezTo>
                    <a:pt x="1817" y="318"/>
                    <a:pt x="1693" y="421"/>
                    <a:pt x="1672" y="431"/>
                  </a:cubicBezTo>
                  <a:cubicBezTo>
                    <a:pt x="1656" y="439"/>
                    <a:pt x="1643" y="436"/>
                    <a:pt x="1632" y="437"/>
                  </a:cubicBezTo>
                  <a:cubicBezTo>
                    <a:pt x="1620" y="438"/>
                    <a:pt x="1611" y="442"/>
                    <a:pt x="1610" y="453"/>
                  </a:cubicBezTo>
                  <a:cubicBezTo>
                    <a:pt x="1610" y="458"/>
                    <a:pt x="1617" y="469"/>
                    <a:pt x="1630" y="469"/>
                  </a:cubicBezTo>
                  <a:cubicBezTo>
                    <a:pt x="1644" y="469"/>
                    <a:pt x="1659" y="468"/>
                    <a:pt x="1671" y="479"/>
                  </a:cubicBezTo>
                  <a:cubicBezTo>
                    <a:pt x="1701" y="506"/>
                    <a:pt x="1800" y="538"/>
                    <a:pt x="1800" y="538"/>
                  </a:cubicBezTo>
                  <a:cubicBezTo>
                    <a:pt x="1801" y="539"/>
                    <a:pt x="1801" y="539"/>
                    <a:pt x="1801" y="539"/>
                  </a:cubicBezTo>
                  <a:cubicBezTo>
                    <a:pt x="1808" y="541"/>
                    <a:pt x="1810" y="549"/>
                    <a:pt x="1810" y="549"/>
                  </a:cubicBezTo>
                  <a:cubicBezTo>
                    <a:pt x="1815" y="563"/>
                    <a:pt x="1838" y="569"/>
                    <a:pt x="1837" y="576"/>
                  </a:cubicBezTo>
                  <a:cubicBezTo>
                    <a:pt x="1837" y="576"/>
                    <a:pt x="1838" y="583"/>
                    <a:pt x="1830" y="588"/>
                  </a:cubicBezTo>
                  <a:cubicBezTo>
                    <a:pt x="1797" y="588"/>
                    <a:pt x="1797" y="588"/>
                    <a:pt x="1797" y="588"/>
                  </a:cubicBezTo>
                  <a:cubicBezTo>
                    <a:pt x="1797" y="588"/>
                    <a:pt x="1794" y="587"/>
                    <a:pt x="1794" y="582"/>
                  </a:cubicBezTo>
                  <a:cubicBezTo>
                    <a:pt x="1794" y="569"/>
                    <a:pt x="1794" y="569"/>
                    <a:pt x="1794" y="569"/>
                  </a:cubicBezTo>
                  <a:cubicBezTo>
                    <a:pt x="1794" y="569"/>
                    <a:pt x="1790" y="562"/>
                    <a:pt x="1774" y="562"/>
                  </a:cubicBezTo>
                  <a:cubicBezTo>
                    <a:pt x="1758" y="562"/>
                    <a:pt x="1753" y="569"/>
                    <a:pt x="1753" y="569"/>
                  </a:cubicBezTo>
                  <a:cubicBezTo>
                    <a:pt x="1753" y="612"/>
                    <a:pt x="1753" y="612"/>
                    <a:pt x="1753" y="612"/>
                  </a:cubicBezTo>
                  <a:cubicBezTo>
                    <a:pt x="1753" y="612"/>
                    <a:pt x="1753" y="617"/>
                    <a:pt x="1746" y="617"/>
                  </a:cubicBezTo>
                  <a:cubicBezTo>
                    <a:pt x="1740" y="617"/>
                    <a:pt x="1738" y="611"/>
                    <a:pt x="1738" y="611"/>
                  </a:cubicBezTo>
                  <a:cubicBezTo>
                    <a:pt x="1738" y="571"/>
                    <a:pt x="1738" y="571"/>
                    <a:pt x="1738" y="571"/>
                  </a:cubicBezTo>
                  <a:cubicBezTo>
                    <a:pt x="1738" y="571"/>
                    <a:pt x="1734" y="555"/>
                    <a:pt x="1716" y="555"/>
                  </a:cubicBezTo>
                  <a:cubicBezTo>
                    <a:pt x="1698" y="555"/>
                    <a:pt x="1695" y="569"/>
                    <a:pt x="1695" y="569"/>
                  </a:cubicBezTo>
                  <a:cubicBezTo>
                    <a:pt x="1695" y="611"/>
                    <a:pt x="1695" y="611"/>
                    <a:pt x="1695" y="611"/>
                  </a:cubicBezTo>
                  <a:cubicBezTo>
                    <a:pt x="1695" y="611"/>
                    <a:pt x="1695" y="616"/>
                    <a:pt x="1688" y="616"/>
                  </a:cubicBezTo>
                  <a:cubicBezTo>
                    <a:pt x="1682" y="616"/>
                    <a:pt x="1682" y="611"/>
                    <a:pt x="1682" y="611"/>
                  </a:cubicBezTo>
                  <a:cubicBezTo>
                    <a:pt x="1682" y="611"/>
                    <a:pt x="1683" y="586"/>
                    <a:pt x="1682" y="575"/>
                  </a:cubicBezTo>
                  <a:cubicBezTo>
                    <a:pt x="1682" y="564"/>
                    <a:pt x="1669" y="564"/>
                    <a:pt x="1662" y="563"/>
                  </a:cubicBezTo>
                  <a:cubicBezTo>
                    <a:pt x="1655" y="563"/>
                    <a:pt x="1645" y="564"/>
                    <a:pt x="1641" y="569"/>
                  </a:cubicBezTo>
                  <a:cubicBezTo>
                    <a:pt x="1639" y="572"/>
                    <a:pt x="1639" y="585"/>
                    <a:pt x="1639" y="585"/>
                  </a:cubicBezTo>
                  <a:cubicBezTo>
                    <a:pt x="1589" y="585"/>
                    <a:pt x="1589" y="585"/>
                    <a:pt x="1589" y="585"/>
                  </a:cubicBezTo>
                  <a:cubicBezTo>
                    <a:pt x="1589" y="574"/>
                    <a:pt x="1570" y="571"/>
                    <a:pt x="1562" y="571"/>
                  </a:cubicBezTo>
                  <a:cubicBezTo>
                    <a:pt x="1554" y="571"/>
                    <a:pt x="1551" y="568"/>
                    <a:pt x="1551" y="568"/>
                  </a:cubicBezTo>
                  <a:cubicBezTo>
                    <a:pt x="1550" y="567"/>
                    <a:pt x="1550" y="567"/>
                    <a:pt x="1550" y="567"/>
                  </a:cubicBezTo>
                  <a:cubicBezTo>
                    <a:pt x="1550" y="567"/>
                    <a:pt x="1457" y="499"/>
                    <a:pt x="1428" y="473"/>
                  </a:cubicBezTo>
                  <a:cubicBezTo>
                    <a:pt x="1415" y="462"/>
                    <a:pt x="1404" y="461"/>
                    <a:pt x="1390" y="461"/>
                  </a:cubicBezTo>
                  <a:cubicBezTo>
                    <a:pt x="1377" y="461"/>
                    <a:pt x="1372" y="459"/>
                    <a:pt x="1372" y="453"/>
                  </a:cubicBezTo>
                  <a:cubicBezTo>
                    <a:pt x="1372" y="446"/>
                    <a:pt x="1378" y="447"/>
                    <a:pt x="1389" y="446"/>
                  </a:cubicBezTo>
                  <a:cubicBezTo>
                    <a:pt x="1400" y="445"/>
                    <a:pt x="1414" y="449"/>
                    <a:pt x="1433" y="437"/>
                  </a:cubicBezTo>
                  <a:cubicBezTo>
                    <a:pt x="1453" y="425"/>
                    <a:pt x="1553" y="376"/>
                    <a:pt x="1553" y="376"/>
                  </a:cubicBezTo>
                  <a:cubicBezTo>
                    <a:pt x="1553" y="376"/>
                    <a:pt x="1566" y="368"/>
                    <a:pt x="1567" y="353"/>
                  </a:cubicBezTo>
                  <a:cubicBezTo>
                    <a:pt x="1568" y="337"/>
                    <a:pt x="1596" y="337"/>
                    <a:pt x="1595" y="325"/>
                  </a:cubicBezTo>
                  <a:cubicBezTo>
                    <a:pt x="1595" y="325"/>
                    <a:pt x="1596" y="318"/>
                    <a:pt x="1587" y="313"/>
                  </a:cubicBezTo>
                  <a:cubicBezTo>
                    <a:pt x="1583" y="310"/>
                    <a:pt x="1582" y="303"/>
                    <a:pt x="1588" y="299"/>
                  </a:cubicBezTo>
                  <a:cubicBezTo>
                    <a:pt x="1596" y="295"/>
                    <a:pt x="1595" y="287"/>
                    <a:pt x="1595" y="287"/>
                  </a:cubicBezTo>
                  <a:cubicBezTo>
                    <a:pt x="1596" y="275"/>
                    <a:pt x="1454" y="74"/>
                    <a:pt x="1434" y="67"/>
                  </a:cubicBezTo>
                  <a:cubicBezTo>
                    <a:pt x="1415" y="59"/>
                    <a:pt x="1401" y="62"/>
                    <a:pt x="1390" y="61"/>
                  </a:cubicBezTo>
                  <a:cubicBezTo>
                    <a:pt x="1379" y="60"/>
                    <a:pt x="1373" y="61"/>
                    <a:pt x="1373" y="56"/>
                  </a:cubicBezTo>
                  <a:cubicBezTo>
                    <a:pt x="1373" y="53"/>
                    <a:pt x="1378" y="51"/>
                    <a:pt x="1391" y="51"/>
                  </a:cubicBezTo>
                  <a:cubicBezTo>
                    <a:pt x="1405" y="51"/>
                    <a:pt x="1416" y="51"/>
                    <a:pt x="1429" y="43"/>
                  </a:cubicBezTo>
                  <a:cubicBezTo>
                    <a:pt x="1458" y="26"/>
                    <a:pt x="1548" y="7"/>
                    <a:pt x="1548" y="7"/>
                  </a:cubicBezTo>
                  <a:cubicBezTo>
                    <a:pt x="1537" y="3"/>
                    <a:pt x="1537" y="3"/>
                    <a:pt x="1537" y="3"/>
                  </a:cubicBezTo>
                  <a:cubicBezTo>
                    <a:pt x="1537" y="3"/>
                    <a:pt x="1449" y="23"/>
                    <a:pt x="1411" y="44"/>
                  </a:cubicBezTo>
                  <a:cubicBezTo>
                    <a:pt x="1405" y="46"/>
                    <a:pt x="1390" y="45"/>
                    <a:pt x="1377" y="45"/>
                  </a:cubicBezTo>
                  <a:cubicBezTo>
                    <a:pt x="1363" y="45"/>
                    <a:pt x="1357" y="53"/>
                    <a:pt x="1357" y="56"/>
                  </a:cubicBezTo>
                  <a:cubicBezTo>
                    <a:pt x="1357" y="61"/>
                    <a:pt x="1363" y="66"/>
                    <a:pt x="1374" y="67"/>
                  </a:cubicBezTo>
                  <a:cubicBezTo>
                    <a:pt x="1385" y="67"/>
                    <a:pt x="1403" y="65"/>
                    <a:pt x="1418" y="70"/>
                  </a:cubicBezTo>
                  <a:cubicBezTo>
                    <a:pt x="1440" y="76"/>
                    <a:pt x="1579" y="280"/>
                    <a:pt x="1579" y="287"/>
                  </a:cubicBezTo>
                  <a:cubicBezTo>
                    <a:pt x="1579" y="287"/>
                    <a:pt x="1580" y="295"/>
                    <a:pt x="1571" y="299"/>
                  </a:cubicBezTo>
                  <a:cubicBezTo>
                    <a:pt x="1538" y="299"/>
                    <a:pt x="1538" y="299"/>
                    <a:pt x="1538" y="299"/>
                  </a:cubicBezTo>
                  <a:cubicBezTo>
                    <a:pt x="1538" y="299"/>
                    <a:pt x="1535" y="299"/>
                    <a:pt x="1535" y="294"/>
                  </a:cubicBezTo>
                  <a:cubicBezTo>
                    <a:pt x="1535" y="281"/>
                    <a:pt x="1535" y="281"/>
                    <a:pt x="1535" y="281"/>
                  </a:cubicBezTo>
                  <a:cubicBezTo>
                    <a:pt x="1535" y="281"/>
                    <a:pt x="1531" y="273"/>
                    <a:pt x="1515" y="273"/>
                  </a:cubicBezTo>
                  <a:cubicBezTo>
                    <a:pt x="1499" y="273"/>
                    <a:pt x="1495" y="281"/>
                    <a:pt x="1495" y="281"/>
                  </a:cubicBezTo>
                  <a:cubicBezTo>
                    <a:pt x="1495" y="323"/>
                    <a:pt x="1495" y="323"/>
                    <a:pt x="1495" y="323"/>
                  </a:cubicBezTo>
                  <a:cubicBezTo>
                    <a:pt x="1495" y="323"/>
                    <a:pt x="1494" y="328"/>
                    <a:pt x="1488" y="328"/>
                  </a:cubicBezTo>
                  <a:cubicBezTo>
                    <a:pt x="1481" y="328"/>
                    <a:pt x="1480" y="322"/>
                    <a:pt x="1480" y="322"/>
                  </a:cubicBezTo>
                  <a:cubicBezTo>
                    <a:pt x="1480" y="282"/>
                    <a:pt x="1480" y="282"/>
                    <a:pt x="1480" y="282"/>
                  </a:cubicBezTo>
                  <a:cubicBezTo>
                    <a:pt x="1480" y="282"/>
                    <a:pt x="1475" y="266"/>
                    <a:pt x="1457" y="266"/>
                  </a:cubicBezTo>
                  <a:cubicBezTo>
                    <a:pt x="1439" y="266"/>
                    <a:pt x="1436" y="280"/>
                    <a:pt x="1436" y="280"/>
                  </a:cubicBezTo>
                  <a:cubicBezTo>
                    <a:pt x="1437" y="322"/>
                    <a:pt x="1437" y="322"/>
                    <a:pt x="1437" y="322"/>
                  </a:cubicBezTo>
                  <a:cubicBezTo>
                    <a:pt x="1437" y="322"/>
                    <a:pt x="1436" y="327"/>
                    <a:pt x="1430" y="327"/>
                  </a:cubicBezTo>
                  <a:cubicBezTo>
                    <a:pt x="1423" y="327"/>
                    <a:pt x="1423" y="323"/>
                    <a:pt x="1423" y="323"/>
                  </a:cubicBezTo>
                  <a:cubicBezTo>
                    <a:pt x="1423" y="323"/>
                    <a:pt x="1424" y="298"/>
                    <a:pt x="1423" y="287"/>
                  </a:cubicBezTo>
                  <a:cubicBezTo>
                    <a:pt x="1423" y="276"/>
                    <a:pt x="1411" y="275"/>
                    <a:pt x="1404" y="275"/>
                  </a:cubicBezTo>
                  <a:cubicBezTo>
                    <a:pt x="1396" y="274"/>
                    <a:pt x="1386" y="276"/>
                    <a:pt x="1383" y="281"/>
                  </a:cubicBezTo>
                  <a:cubicBezTo>
                    <a:pt x="1380" y="284"/>
                    <a:pt x="1381" y="296"/>
                    <a:pt x="1381" y="296"/>
                  </a:cubicBezTo>
                  <a:cubicBezTo>
                    <a:pt x="1330" y="296"/>
                    <a:pt x="1330" y="296"/>
                    <a:pt x="1330" y="296"/>
                  </a:cubicBezTo>
                  <a:cubicBezTo>
                    <a:pt x="1330" y="286"/>
                    <a:pt x="1312" y="283"/>
                    <a:pt x="1303" y="283"/>
                  </a:cubicBezTo>
                  <a:cubicBezTo>
                    <a:pt x="1295" y="283"/>
                    <a:pt x="1292" y="279"/>
                    <a:pt x="1292" y="279"/>
                  </a:cubicBezTo>
                  <a:cubicBezTo>
                    <a:pt x="1292" y="279"/>
                    <a:pt x="1174" y="74"/>
                    <a:pt x="1154" y="67"/>
                  </a:cubicBezTo>
                  <a:cubicBezTo>
                    <a:pt x="1134" y="59"/>
                    <a:pt x="1121" y="62"/>
                    <a:pt x="1110" y="61"/>
                  </a:cubicBezTo>
                  <a:cubicBezTo>
                    <a:pt x="1099" y="60"/>
                    <a:pt x="1093" y="61"/>
                    <a:pt x="1093" y="56"/>
                  </a:cubicBezTo>
                  <a:cubicBezTo>
                    <a:pt x="1093" y="53"/>
                    <a:pt x="1097" y="51"/>
                    <a:pt x="1111" y="51"/>
                  </a:cubicBezTo>
                  <a:cubicBezTo>
                    <a:pt x="1125" y="51"/>
                    <a:pt x="1136" y="51"/>
                    <a:pt x="1148" y="43"/>
                  </a:cubicBezTo>
                  <a:cubicBezTo>
                    <a:pt x="1178" y="26"/>
                    <a:pt x="1267" y="7"/>
                    <a:pt x="1267" y="7"/>
                  </a:cubicBezTo>
                  <a:cubicBezTo>
                    <a:pt x="1269" y="0"/>
                    <a:pt x="1269" y="0"/>
                    <a:pt x="1269" y="0"/>
                  </a:cubicBezTo>
                  <a:cubicBezTo>
                    <a:pt x="1269" y="0"/>
                    <a:pt x="1169" y="23"/>
                    <a:pt x="1130" y="44"/>
                  </a:cubicBezTo>
                  <a:cubicBezTo>
                    <a:pt x="1125" y="46"/>
                    <a:pt x="1110" y="45"/>
                    <a:pt x="1096" y="45"/>
                  </a:cubicBezTo>
                  <a:cubicBezTo>
                    <a:pt x="1083" y="45"/>
                    <a:pt x="1077" y="53"/>
                    <a:pt x="1077" y="56"/>
                  </a:cubicBezTo>
                  <a:cubicBezTo>
                    <a:pt x="1077" y="61"/>
                    <a:pt x="1082" y="66"/>
                    <a:pt x="1094" y="67"/>
                  </a:cubicBezTo>
                  <a:cubicBezTo>
                    <a:pt x="1105" y="67"/>
                    <a:pt x="1123" y="65"/>
                    <a:pt x="1138" y="70"/>
                  </a:cubicBezTo>
                  <a:cubicBezTo>
                    <a:pt x="1160" y="76"/>
                    <a:pt x="1283" y="292"/>
                    <a:pt x="1283" y="292"/>
                  </a:cubicBezTo>
                  <a:cubicBezTo>
                    <a:pt x="1283" y="292"/>
                    <a:pt x="1289" y="295"/>
                    <a:pt x="1301" y="295"/>
                  </a:cubicBezTo>
                  <a:cubicBezTo>
                    <a:pt x="1311" y="294"/>
                    <a:pt x="1314" y="297"/>
                    <a:pt x="1314" y="302"/>
                  </a:cubicBezTo>
                  <a:cubicBezTo>
                    <a:pt x="1314" y="307"/>
                    <a:pt x="1313" y="313"/>
                    <a:pt x="1302" y="313"/>
                  </a:cubicBezTo>
                  <a:cubicBezTo>
                    <a:pt x="1288" y="313"/>
                    <a:pt x="1283" y="318"/>
                    <a:pt x="1283" y="318"/>
                  </a:cubicBezTo>
                  <a:cubicBezTo>
                    <a:pt x="1283" y="318"/>
                    <a:pt x="1158" y="421"/>
                    <a:pt x="1137" y="431"/>
                  </a:cubicBezTo>
                  <a:cubicBezTo>
                    <a:pt x="1121" y="439"/>
                    <a:pt x="1108" y="436"/>
                    <a:pt x="1097" y="437"/>
                  </a:cubicBezTo>
                  <a:cubicBezTo>
                    <a:pt x="1086" y="438"/>
                    <a:pt x="1076" y="442"/>
                    <a:pt x="1076" y="453"/>
                  </a:cubicBezTo>
                  <a:cubicBezTo>
                    <a:pt x="1076" y="458"/>
                    <a:pt x="1082" y="469"/>
                    <a:pt x="1096" y="469"/>
                  </a:cubicBezTo>
                  <a:cubicBezTo>
                    <a:pt x="1109" y="469"/>
                    <a:pt x="1124" y="468"/>
                    <a:pt x="1137" y="479"/>
                  </a:cubicBezTo>
                  <a:cubicBezTo>
                    <a:pt x="1166" y="506"/>
                    <a:pt x="1265" y="538"/>
                    <a:pt x="1265" y="538"/>
                  </a:cubicBezTo>
                  <a:cubicBezTo>
                    <a:pt x="1266" y="538"/>
                    <a:pt x="1266" y="538"/>
                    <a:pt x="1266" y="538"/>
                  </a:cubicBezTo>
                  <a:cubicBezTo>
                    <a:pt x="1267" y="539"/>
                    <a:pt x="1267" y="539"/>
                    <a:pt x="1267" y="539"/>
                  </a:cubicBezTo>
                  <a:cubicBezTo>
                    <a:pt x="1275" y="541"/>
                    <a:pt x="1277" y="549"/>
                    <a:pt x="1277" y="549"/>
                  </a:cubicBezTo>
                  <a:cubicBezTo>
                    <a:pt x="1282" y="563"/>
                    <a:pt x="1305" y="569"/>
                    <a:pt x="1304" y="576"/>
                  </a:cubicBezTo>
                  <a:cubicBezTo>
                    <a:pt x="1304" y="576"/>
                    <a:pt x="1305" y="583"/>
                    <a:pt x="1297" y="588"/>
                  </a:cubicBezTo>
                  <a:cubicBezTo>
                    <a:pt x="1264" y="588"/>
                    <a:pt x="1264" y="588"/>
                    <a:pt x="1264" y="588"/>
                  </a:cubicBezTo>
                  <a:cubicBezTo>
                    <a:pt x="1264" y="588"/>
                    <a:pt x="1260" y="587"/>
                    <a:pt x="1261" y="582"/>
                  </a:cubicBezTo>
                  <a:cubicBezTo>
                    <a:pt x="1261" y="569"/>
                    <a:pt x="1261" y="569"/>
                    <a:pt x="1261" y="569"/>
                  </a:cubicBezTo>
                  <a:cubicBezTo>
                    <a:pt x="1261" y="569"/>
                    <a:pt x="1256" y="562"/>
                    <a:pt x="1240" y="562"/>
                  </a:cubicBezTo>
                  <a:cubicBezTo>
                    <a:pt x="1224" y="562"/>
                    <a:pt x="1220" y="569"/>
                    <a:pt x="1220" y="569"/>
                  </a:cubicBezTo>
                  <a:cubicBezTo>
                    <a:pt x="1220" y="612"/>
                    <a:pt x="1220" y="612"/>
                    <a:pt x="1220" y="612"/>
                  </a:cubicBezTo>
                  <a:cubicBezTo>
                    <a:pt x="1220" y="612"/>
                    <a:pt x="1220" y="617"/>
                    <a:pt x="1213" y="617"/>
                  </a:cubicBezTo>
                  <a:cubicBezTo>
                    <a:pt x="1207" y="617"/>
                    <a:pt x="1205" y="611"/>
                    <a:pt x="1205" y="611"/>
                  </a:cubicBezTo>
                  <a:cubicBezTo>
                    <a:pt x="1205" y="571"/>
                    <a:pt x="1205" y="571"/>
                    <a:pt x="1205" y="571"/>
                  </a:cubicBezTo>
                  <a:cubicBezTo>
                    <a:pt x="1205" y="571"/>
                    <a:pt x="1200" y="555"/>
                    <a:pt x="1182" y="555"/>
                  </a:cubicBezTo>
                  <a:cubicBezTo>
                    <a:pt x="1164" y="555"/>
                    <a:pt x="1162" y="569"/>
                    <a:pt x="1162" y="569"/>
                  </a:cubicBezTo>
                  <a:cubicBezTo>
                    <a:pt x="1162" y="611"/>
                    <a:pt x="1162" y="611"/>
                    <a:pt x="1162" y="611"/>
                  </a:cubicBezTo>
                  <a:cubicBezTo>
                    <a:pt x="1162" y="611"/>
                    <a:pt x="1162" y="616"/>
                    <a:pt x="1155" y="616"/>
                  </a:cubicBezTo>
                  <a:cubicBezTo>
                    <a:pt x="1148" y="616"/>
                    <a:pt x="1149" y="611"/>
                    <a:pt x="1149" y="611"/>
                  </a:cubicBezTo>
                  <a:cubicBezTo>
                    <a:pt x="1149" y="611"/>
                    <a:pt x="1149" y="586"/>
                    <a:pt x="1149" y="575"/>
                  </a:cubicBezTo>
                  <a:cubicBezTo>
                    <a:pt x="1148" y="564"/>
                    <a:pt x="1136" y="564"/>
                    <a:pt x="1129" y="563"/>
                  </a:cubicBezTo>
                  <a:cubicBezTo>
                    <a:pt x="1122" y="563"/>
                    <a:pt x="1111" y="564"/>
                    <a:pt x="1108" y="569"/>
                  </a:cubicBezTo>
                  <a:cubicBezTo>
                    <a:pt x="1106" y="572"/>
                    <a:pt x="1106" y="585"/>
                    <a:pt x="1106" y="585"/>
                  </a:cubicBezTo>
                  <a:cubicBezTo>
                    <a:pt x="1056" y="585"/>
                    <a:pt x="1056" y="585"/>
                    <a:pt x="1056" y="585"/>
                  </a:cubicBezTo>
                  <a:cubicBezTo>
                    <a:pt x="1056" y="574"/>
                    <a:pt x="1037" y="571"/>
                    <a:pt x="1029" y="571"/>
                  </a:cubicBezTo>
                  <a:cubicBezTo>
                    <a:pt x="1021" y="571"/>
                    <a:pt x="1018" y="568"/>
                    <a:pt x="1018" y="568"/>
                  </a:cubicBezTo>
                  <a:cubicBezTo>
                    <a:pt x="1017" y="567"/>
                    <a:pt x="1017" y="567"/>
                    <a:pt x="1017" y="567"/>
                  </a:cubicBezTo>
                  <a:cubicBezTo>
                    <a:pt x="1015" y="566"/>
                    <a:pt x="1015" y="566"/>
                    <a:pt x="1015" y="566"/>
                  </a:cubicBezTo>
                  <a:cubicBezTo>
                    <a:pt x="1015" y="566"/>
                    <a:pt x="919" y="499"/>
                    <a:pt x="890" y="473"/>
                  </a:cubicBezTo>
                  <a:cubicBezTo>
                    <a:pt x="877" y="462"/>
                    <a:pt x="866" y="461"/>
                    <a:pt x="852" y="461"/>
                  </a:cubicBezTo>
                  <a:cubicBezTo>
                    <a:pt x="839" y="461"/>
                    <a:pt x="834" y="459"/>
                    <a:pt x="834" y="453"/>
                  </a:cubicBezTo>
                  <a:cubicBezTo>
                    <a:pt x="834" y="446"/>
                    <a:pt x="840" y="447"/>
                    <a:pt x="851" y="446"/>
                  </a:cubicBezTo>
                  <a:cubicBezTo>
                    <a:pt x="862" y="445"/>
                    <a:pt x="876" y="449"/>
                    <a:pt x="895" y="437"/>
                  </a:cubicBezTo>
                  <a:cubicBezTo>
                    <a:pt x="915" y="425"/>
                    <a:pt x="1015" y="376"/>
                    <a:pt x="1015" y="376"/>
                  </a:cubicBezTo>
                  <a:cubicBezTo>
                    <a:pt x="1015" y="376"/>
                    <a:pt x="1028" y="368"/>
                    <a:pt x="1029" y="353"/>
                  </a:cubicBezTo>
                  <a:cubicBezTo>
                    <a:pt x="1030" y="337"/>
                    <a:pt x="1058" y="337"/>
                    <a:pt x="1057" y="325"/>
                  </a:cubicBezTo>
                  <a:cubicBezTo>
                    <a:pt x="1057" y="325"/>
                    <a:pt x="1058" y="318"/>
                    <a:pt x="1049" y="313"/>
                  </a:cubicBezTo>
                  <a:cubicBezTo>
                    <a:pt x="1045" y="310"/>
                    <a:pt x="1044" y="303"/>
                    <a:pt x="1050" y="299"/>
                  </a:cubicBezTo>
                  <a:cubicBezTo>
                    <a:pt x="1058" y="295"/>
                    <a:pt x="1057" y="287"/>
                    <a:pt x="1057" y="287"/>
                  </a:cubicBezTo>
                  <a:cubicBezTo>
                    <a:pt x="1058" y="275"/>
                    <a:pt x="916" y="74"/>
                    <a:pt x="896" y="67"/>
                  </a:cubicBezTo>
                  <a:cubicBezTo>
                    <a:pt x="877" y="59"/>
                    <a:pt x="863" y="62"/>
                    <a:pt x="852" y="61"/>
                  </a:cubicBezTo>
                  <a:cubicBezTo>
                    <a:pt x="841" y="60"/>
                    <a:pt x="835" y="61"/>
                    <a:pt x="835" y="56"/>
                  </a:cubicBezTo>
                  <a:cubicBezTo>
                    <a:pt x="835" y="53"/>
                    <a:pt x="840" y="51"/>
                    <a:pt x="853" y="51"/>
                  </a:cubicBezTo>
                  <a:cubicBezTo>
                    <a:pt x="867" y="51"/>
                    <a:pt x="878" y="51"/>
                    <a:pt x="891" y="43"/>
                  </a:cubicBezTo>
                  <a:cubicBezTo>
                    <a:pt x="920" y="26"/>
                    <a:pt x="1010" y="7"/>
                    <a:pt x="1010" y="7"/>
                  </a:cubicBezTo>
                  <a:cubicBezTo>
                    <a:pt x="1002" y="2"/>
                    <a:pt x="1002" y="2"/>
                    <a:pt x="1002" y="2"/>
                  </a:cubicBezTo>
                  <a:cubicBezTo>
                    <a:pt x="1002" y="2"/>
                    <a:pt x="911" y="23"/>
                    <a:pt x="873" y="44"/>
                  </a:cubicBezTo>
                  <a:cubicBezTo>
                    <a:pt x="867" y="46"/>
                    <a:pt x="852" y="45"/>
                    <a:pt x="839" y="45"/>
                  </a:cubicBezTo>
                  <a:cubicBezTo>
                    <a:pt x="825" y="45"/>
                    <a:pt x="819" y="53"/>
                    <a:pt x="819" y="56"/>
                  </a:cubicBezTo>
                  <a:cubicBezTo>
                    <a:pt x="819" y="61"/>
                    <a:pt x="825" y="66"/>
                    <a:pt x="836" y="67"/>
                  </a:cubicBezTo>
                  <a:cubicBezTo>
                    <a:pt x="847" y="67"/>
                    <a:pt x="865" y="65"/>
                    <a:pt x="880" y="70"/>
                  </a:cubicBezTo>
                  <a:cubicBezTo>
                    <a:pt x="902" y="76"/>
                    <a:pt x="1041" y="280"/>
                    <a:pt x="1041" y="287"/>
                  </a:cubicBezTo>
                  <a:cubicBezTo>
                    <a:pt x="1041" y="287"/>
                    <a:pt x="1042" y="295"/>
                    <a:pt x="1033" y="299"/>
                  </a:cubicBezTo>
                  <a:cubicBezTo>
                    <a:pt x="1000" y="299"/>
                    <a:pt x="1000" y="299"/>
                    <a:pt x="1000" y="299"/>
                  </a:cubicBezTo>
                  <a:cubicBezTo>
                    <a:pt x="1000" y="299"/>
                    <a:pt x="997" y="299"/>
                    <a:pt x="997" y="294"/>
                  </a:cubicBezTo>
                  <a:cubicBezTo>
                    <a:pt x="997" y="281"/>
                    <a:pt x="997" y="281"/>
                    <a:pt x="997" y="281"/>
                  </a:cubicBezTo>
                  <a:cubicBezTo>
                    <a:pt x="997" y="281"/>
                    <a:pt x="993" y="273"/>
                    <a:pt x="977" y="273"/>
                  </a:cubicBezTo>
                  <a:cubicBezTo>
                    <a:pt x="961" y="273"/>
                    <a:pt x="957" y="281"/>
                    <a:pt x="957" y="281"/>
                  </a:cubicBezTo>
                  <a:cubicBezTo>
                    <a:pt x="957" y="323"/>
                    <a:pt x="957" y="323"/>
                    <a:pt x="957" y="323"/>
                  </a:cubicBezTo>
                  <a:cubicBezTo>
                    <a:pt x="957" y="323"/>
                    <a:pt x="956" y="328"/>
                    <a:pt x="950" y="328"/>
                  </a:cubicBezTo>
                  <a:cubicBezTo>
                    <a:pt x="943" y="328"/>
                    <a:pt x="942" y="322"/>
                    <a:pt x="942" y="322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42" y="282"/>
                    <a:pt x="937" y="266"/>
                    <a:pt x="919" y="266"/>
                  </a:cubicBezTo>
                  <a:cubicBezTo>
                    <a:pt x="901" y="266"/>
                    <a:pt x="898" y="280"/>
                    <a:pt x="898" y="280"/>
                  </a:cubicBezTo>
                  <a:cubicBezTo>
                    <a:pt x="899" y="322"/>
                    <a:pt x="899" y="322"/>
                    <a:pt x="899" y="322"/>
                  </a:cubicBezTo>
                  <a:cubicBezTo>
                    <a:pt x="899" y="322"/>
                    <a:pt x="898" y="327"/>
                    <a:pt x="892" y="327"/>
                  </a:cubicBezTo>
                  <a:cubicBezTo>
                    <a:pt x="885" y="327"/>
                    <a:pt x="885" y="323"/>
                    <a:pt x="885" y="323"/>
                  </a:cubicBezTo>
                  <a:cubicBezTo>
                    <a:pt x="885" y="323"/>
                    <a:pt x="886" y="298"/>
                    <a:pt x="885" y="287"/>
                  </a:cubicBezTo>
                  <a:cubicBezTo>
                    <a:pt x="885" y="276"/>
                    <a:pt x="873" y="275"/>
                    <a:pt x="866" y="275"/>
                  </a:cubicBezTo>
                  <a:cubicBezTo>
                    <a:pt x="858" y="274"/>
                    <a:pt x="848" y="276"/>
                    <a:pt x="845" y="281"/>
                  </a:cubicBezTo>
                  <a:cubicBezTo>
                    <a:pt x="842" y="284"/>
                    <a:pt x="843" y="296"/>
                    <a:pt x="843" y="296"/>
                  </a:cubicBezTo>
                  <a:cubicBezTo>
                    <a:pt x="792" y="296"/>
                    <a:pt x="792" y="296"/>
                    <a:pt x="792" y="296"/>
                  </a:cubicBezTo>
                  <a:cubicBezTo>
                    <a:pt x="792" y="286"/>
                    <a:pt x="774" y="283"/>
                    <a:pt x="765" y="283"/>
                  </a:cubicBezTo>
                  <a:cubicBezTo>
                    <a:pt x="757" y="283"/>
                    <a:pt x="754" y="279"/>
                    <a:pt x="754" y="279"/>
                  </a:cubicBezTo>
                  <a:cubicBezTo>
                    <a:pt x="754" y="279"/>
                    <a:pt x="636" y="74"/>
                    <a:pt x="616" y="67"/>
                  </a:cubicBezTo>
                  <a:cubicBezTo>
                    <a:pt x="596" y="59"/>
                    <a:pt x="583" y="62"/>
                    <a:pt x="572" y="61"/>
                  </a:cubicBezTo>
                  <a:cubicBezTo>
                    <a:pt x="561" y="60"/>
                    <a:pt x="555" y="61"/>
                    <a:pt x="555" y="56"/>
                  </a:cubicBezTo>
                  <a:cubicBezTo>
                    <a:pt x="555" y="53"/>
                    <a:pt x="559" y="51"/>
                    <a:pt x="573" y="51"/>
                  </a:cubicBezTo>
                  <a:cubicBezTo>
                    <a:pt x="587" y="51"/>
                    <a:pt x="598" y="51"/>
                    <a:pt x="610" y="43"/>
                  </a:cubicBezTo>
                  <a:cubicBezTo>
                    <a:pt x="640" y="26"/>
                    <a:pt x="729" y="7"/>
                    <a:pt x="729" y="7"/>
                  </a:cubicBezTo>
                  <a:cubicBezTo>
                    <a:pt x="731" y="0"/>
                    <a:pt x="731" y="0"/>
                    <a:pt x="731" y="0"/>
                  </a:cubicBezTo>
                  <a:cubicBezTo>
                    <a:pt x="731" y="0"/>
                    <a:pt x="631" y="23"/>
                    <a:pt x="592" y="44"/>
                  </a:cubicBezTo>
                  <a:cubicBezTo>
                    <a:pt x="587" y="46"/>
                    <a:pt x="572" y="45"/>
                    <a:pt x="558" y="45"/>
                  </a:cubicBezTo>
                  <a:cubicBezTo>
                    <a:pt x="545" y="45"/>
                    <a:pt x="539" y="53"/>
                    <a:pt x="539" y="56"/>
                  </a:cubicBezTo>
                  <a:cubicBezTo>
                    <a:pt x="539" y="61"/>
                    <a:pt x="544" y="66"/>
                    <a:pt x="556" y="67"/>
                  </a:cubicBezTo>
                  <a:cubicBezTo>
                    <a:pt x="567" y="67"/>
                    <a:pt x="585" y="65"/>
                    <a:pt x="600" y="70"/>
                  </a:cubicBezTo>
                  <a:cubicBezTo>
                    <a:pt x="622" y="76"/>
                    <a:pt x="745" y="292"/>
                    <a:pt x="745" y="292"/>
                  </a:cubicBezTo>
                  <a:cubicBezTo>
                    <a:pt x="745" y="292"/>
                    <a:pt x="751" y="295"/>
                    <a:pt x="763" y="295"/>
                  </a:cubicBezTo>
                  <a:cubicBezTo>
                    <a:pt x="773" y="294"/>
                    <a:pt x="776" y="297"/>
                    <a:pt x="776" y="302"/>
                  </a:cubicBezTo>
                  <a:cubicBezTo>
                    <a:pt x="776" y="307"/>
                    <a:pt x="775" y="313"/>
                    <a:pt x="764" y="313"/>
                  </a:cubicBezTo>
                  <a:cubicBezTo>
                    <a:pt x="750" y="313"/>
                    <a:pt x="745" y="318"/>
                    <a:pt x="745" y="318"/>
                  </a:cubicBezTo>
                  <a:cubicBezTo>
                    <a:pt x="745" y="318"/>
                    <a:pt x="620" y="421"/>
                    <a:pt x="599" y="431"/>
                  </a:cubicBezTo>
                  <a:cubicBezTo>
                    <a:pt x="583" y="439"/>
                    <a:pt x="570" y="436"/>
                    <a:pt x="559" y="437"/>
                  </a:cubicBezTo>
                  <a:cubicBezTo>
                    <a:pt x="548" y="438"/>
                    <a:pt x="538" y="442"/>
                    <a:pt x="538" y="453"/>
                  </a:cubicBezTo>
                  <a:cubicBezTo>
                    <a:pt x="538" y="458"/>
                    <a:pt x="544" y="469"/>
                    <a:pt x="558" y="469"/>
                  </a:cubicBezTo>
                  <a:cubicBezTo>
                    <a:pt x="571" y="469"/>
                    <a:pt x="586" y="468"/>
                    <a:pt x="599" y="479"/>
                  </a:cubicBezTo>
                  <a:cubicBezTo>
                    <a:pt x="628" y="506"/>
                    <a:pt x="727" y="538"/>
                    <a:pt x="727" y="538"/>
                  </a:cubicBezTo>
                  <a:cubicBezTo>
                    <a:pt x="729" y="539"/>
                    <a:pt x="729" y="539"/>
                    <a:pt x="729" y="539"/>
                  </a:cubicBezTo>
                  <a:cubicBezTo>
                    <a:pt x="730" y="539"/>
                    <a:pt x="730" y="539"/>
                    <a:pt x="730" y="539"/>
                  </a:cubicBezTo>
                  <a:cubicBezTo>
                    <a:pt x="737" y="541"/>
                    <a:pt x="739" y="549"/>
                    <a:pt x="739" y="549"/>
                  </a:cubicBezTo>
                  <a:cubicBezTo>
                    <a:pt x="744" y="564"/>
                    <a:pt x="767" y="569"/>
                    <a:pt x="766" y="576"/>
                  </a:cubicBezTo>
                  <a:cubicBezTo>
                    <a:pt x="766" y="576"/>
                    <a:pt x="767" y="584"/>
                    <a:pt x="759" y="588"/>
                  </a:cubicBezTo>
                  <a:cubicBezTo>
                    <a:pt x="726" y="588"/>
                    <a:pt x="726" y="588"/>
                    <a:pt x="726" y="588"/>
                  </a:cubicBezTo>
                  <a:cubicBezTo>
                    <a:pt x="726" y="588"/>
                    <a:pt x="723" y="588"/>
                    <a:pt x="723" y="583"/>
                  </a:cubicBezTo>
                  <a:cubicBezTo>
                    <a:pt x="723" y="570"/>
                    <a:pt x="723" y="570"/>
                    <a:pt x="723" y="570"/>
                  </a:cubicBezTo>
                  <a:cubicBezTo>
                    <a:pt x="723" y="570"/>
                    <a:pt x="719" y="562"/>
                    <a:pt x="703" y="562"/>
                  </a:cubicBezTo>
                  <a:cubicBezTo>
                    <a:pt x="687" y="562"/>
                    <a:pt x="682" y="570"/>
                    <a:pt x="682" y="570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82" y="612"/>
                    <a:pt x="682" y="617"/>
                    <a:pt x="675" y="617"/>
                  </a:cubicBezTo>
                  <a:cubicBezTo>
                    <a:pt x="669" y="617"/>
                    <a:pt x="667" y="611"/>
                    <a:pt x="667" y="611"/>
                  </a:cubicBezTo>
                  <a:cubicBezTo>
                    <a:pt x="667" y="571"/>
                    <a:pt x="667" y="571"/>
                    <a:pt x="667" y="571"/>
                  </a:cubicBezTo>
                  <a:cubicBezTo>
                    <a:pt x="667" y="571"/>
                    <a:pt x="663" y="555"/>
                    <a:pt x="645" y="555"/>
                  </a:cubicBezTo>
                  <a:cubicBezTo>
                    <a:pt x="627" y="555"/>
                    <a:pt x="624" y="569"/>
                    <a:pt x="624" y="569"/>
                  </a:cubicBezTo>
                  <a:cubicBezTo>
                    <a:pt x="624" y="611"/>
                    <a:pt x="624" y="611"/>
                    <a:pt x="624" y="611"/>
                  </a:cubicBezTo>
                  <a:cubicBezTo>
                    <a:pt x="624" y="611"/>
                    <a:pt x="624" y="616"/>
                    <a:pt x="617" y="616"/>
                  </a:cubicBezTo>
                  <a:cubicBezTo>
                    <a:pt x="611" y="616"/>
                    <a:pt x="611" y="612"/>
                    <a:pt x="611" y="612"/>
                  </a:cubicBezTo>
                  <a:cubicBezTo>
                    <a:pt x="611" y="612"/>
                    <a:pt x="612" y="587"/>
                    <a:pt x="611" y="576"/>
                  </a:cubicBezTo>
                  <a:cubicBezTo>
                    <a:pt x="611" y="565"/>
                    <a:pt x="598" y="564"/>
                    <a:pt x="591" y="564"/>
                  </a:cubicBezTo>
                  <a:cubicBezTo>
                    <a:pt x="584" y="563"/>
                    <a:pt x="574" y="565"/>
                    <a:pt x="570" y="570"/>
                  </a:cubicBezTo>
                  <a:cubicBezTo>
                    <a:pt x="568" y="572"/>
                    <a:pt x="568" y="585"/>
                    <a:pt x="568" y="585"/>
                  </a:cubicBezTo>
                  <a:cubicBezTo>
                    <a:pt x="518" y="585"/>
                    <a:pt x="518" y="585"/>
                    <a:pt x="518" y="585"/>
                  </a:cubicBezTo>
                  <a:cubicBezTo>
                    <a:pt x="518" y="575"/>
                    <a:pt x="499" y="572"/>
                    <a:pt x="491" y="572"/>
                  </a:cubicBezTo>
                  <a:cubicBezTo>
                    <a:pt x="483" y="572"/>
                    <a:pt x="480" y="568"/>
                    <a:pt x="480" y="568"/>
                  </a:cubicBezTo>
                  <a:cubicBezTo>
                    <a:pt x="479" y="567"/>
                    <a:pt x="479" y="567"/>
                    <a:pt x="479" y="567"/>
                  </a:cubicBezTo>
                  <a:cubicBezTo>
                    <a:pt x="478" y="567"/>
                    <a:pt x="478" y="567"/>
                    <a:pt x="478" y="567"/>
                  </a:cubicBezTo>
                  <a:cubicBezTo>
                    <a:pt x="478" y="567"/>
                    <a:pt x="382" y="499"/>
                    <a:pt x="352" y="473"/>
                  </a:cubicBezTo>
                  <a:cubicBezTo>
                    <a:pt x="340" y="462"/>
                    <a:pt x="329" y="461"/>
                    <a:pt x="315" y="461"/>
                  </a:cubicBezTo>
                  <a:cubicBezTo>
                    <a:pt x="301" y="461"/>
                    <a:pt x="297" y="459"/>
                    <a:pt x="297" y="453"/>
                  </a:cubicBezTo>
                  <a:cubicBezTo>
                    <a:pt x="297" y="446"/>
                    <a:pt x="303" y="447"/>
                    <a:pt x="314" y="446"/>
                  </a:cubicBezTo>
                  <a:cubicBezTo>
                    <a:pt x="325" y="445"/>
                    <a:pt x="338" y="449"/>
                    <a:pt x="358" y="437"/>
                  </a:cubicBezTo>
                  <a:cubicBezTo>
                    <a:pt x="378" y="425"/>
                    <a:pt x="478" y="376"/>
                    <a:pt x="478" y="376"/>
                  </a:cubicBezTo>
                  <a:cubicBezTo>
                    <a:pt x="478" y="376"/>
                    <a:pt x="491" y="368"/>
                    <a:pt x="491" y="353"/>
                  </a:cubicBezTo>
                  <a:cubicBezTo>
                    <a:pt x="492" y="337"/>
                    <a:pt x="520" y="337"/>
                    <a:pt x="520" y="325"/>
                  </a:cubicBezTo>
                  <a:cubicBezTo>
                    <a:pt x="520" y="325"/>
                    <a:pt x="521" y="318"/>
                    <a:pt x="512" y="313"/>
                  </a:cubicBezTo>
                  <a:cubicBezTo>
                    <a:pt x="508" y="310"/>
                    <a:pt x="507" y="303"/>
                    <a:pt x="513" y="299"/>
                  </a:cubicBezTo>
                  <a:cubicBezTo>
                    <a:pt x="521" y="295"/>
                    <a:pt x="520" y="287"/>
                    <a:pt x="520" y="287"/>
                  </a:cubicBezTo>
                  <a:cubicBezTo>
                    <a:pt x="520" y="275"/>
                    <a:pt x="379" y="74"/>
                    <a:pt x="359" y="67"/>
                  </a:cubicBezTo>
                  <a:cubicBezTo>
                    <a:pt x="339" y="59"/>
                    <a:pt x="326" y="62"/>
                    <a:pt x="315" y="61"/>
                  </a:cubicBezTo>
                  <a:cubicBezTo>
                    <a:pt x="304" y="60"/>
                    <a:pt x="298" y="61"/>
                    <a:pt x="298" y="56"/>
                  </a:cubicBezTo>
                  <a:cubicBezTo>
                    <a:pt x="298" y="53"/>
                    <a:pt x="302" y="51"/>
                    <a:pt x="316" y="51"/>
                  </a:cubicBezTo>
                  <a:cubicBezTo>
                    <a:pt x="330" y="51"/>
                    <a:pt x="341" y="51"/>
                    <a:pt x="353" y="43"/>
                  </a:cubicBezTo>
                  <a:cubicBezTo>
                    <a:pt x="383" y="26"/>
                    <a:pt x="472" y="7"/>
                    <a:pt x="472" y="7"/>
                  </a:cubicBezTo>
                  <a:cubicBezTo>
                    <a:pt x="465" y="2"/>
                    <a:pt x="465" y="2"/>
                    <a:pt x="465" y="2"/>
                  </a:cubicBezTo>
                  <a:cubicBezTo>
                    <a:pt x="465" y="2"/>
                    <a:pt x="374" y="23"/>
                    <a:pt x="335" y="44"/>
                  </a:cubicBezTo>
                  <a:cubicBezTo>
                    <a:pt x="330" y="46"/>
                    <a:pt x="315" y="45"/>
                    <a:pt x="301" y="45"/>
                  </a:cubicBezTo>
                  <a:cubicBezTo>
                    <a:pt x="288" y="45"/>
                    <a:pt x="282" y="53"/>
                    <a:pt x="282" y="56"/>
                  </a:cubicBezTo>
                  <a:cubicBezTo>
                    <a:pt x="282" y="61"/>
                    <a:pt x="287" y="66"/>
                    <a:pt x="299" y="67"/>
                  </a:cubicBezTo>
                  <a:cubicBezTo>
                    <a:pt x="310" y="67"/>
                    <a:pt x="328" y="65"/>
                    <a:pt x="343" y="70"/>
                  </a:cubicBezTo>
                  <a:cubicBezTo>
                    <a:pt x="365" y="76"/>
                    <a:pt x="504" y="280"/>
                    <a:pt x="503" y="287"/>
                  </a:cubicBezTo>
                  <a:cubicBezTo>
                    <a:pt x="503" y="287"/>
                    <a:pt x="504" y="295"/>
                    <a:pt x="496" y="299"/>
                  </a:cubicBezTo>
                  <a:cubicBezTo>
                    <a:pt x="463" y="299"/>
                    <a:pt x="463" y="299"/>
                    <a:pt x="463" y="299"/>
                  </a:cubicBezTo>
                  <a:cubicBezTo>
                    <a:pt x="463" y="299"/>
                    <a:pt x="460" y="299"/>
                    <a:pt x="460" y="294"/>
                  </a:cubicBezTo>
                  <a:cubicBezTo>
                    <a:pt x="460" y="281"/>
                    <a:pt x="460" y="281"/>
                    <a:pt x="460" y="281"/>
                  </a:cubicBezTo>
                  <a:cubicBezTo>
                    <a:pt x="460" y="281"/>
                    <a:pt x="456" y="273"/>
                    <a:pt x="440" y="273"/>
                  </a:cubicBezTo>
                  <a:cubicBezTo>
                    <a:pt x="424" y="273"/>
                    <a:pt x="419" y="281"/>
                    <a:pt x="419" y="281"/>
                  </a:cubicBezTo>
                  <a:cubicBezTo>
                    <a:pt x="419" y="323"/>
                    <a:pt x="419" y="323"/>
                    <a:pt x="419" y="323"/>
                  </a:cubicBezTo>
                  <a:cubicBezTo>
                    <a:pt x="419" y="323"/>
                    <a:pt x="419" y="328"/>
                    <a:pt x="413" y="328"/>
                  </a:cubicBezTo>
                  <a:cubicBezTo>
                    <a:pt x="406" y="328"/>
                    <a:pt x="404" y="322"/>
                    <a:pt x="404" y="322"/>
                  </a:cubicBezTo>
                  <a:cubicBezTo>
                    <a:pt x="404" y="282"/>
                    <a:pt x="404" y="282"/>
                    <a:pt x="404" y="282"/>
                  </a:cubicBezTo>
                  <a:cubicBezTo>
                    <a:pt x="404" y="282"/>
                    <a:pt x="400" y="266"/>
                    <a:pt x="382" y="266"/>
                  </a:cubicBezTo>
                  <a:cubicBezTo>
                    <a:pt x="364" y="266"/>
                    <a:pt x="361" y="280"/>
                    <a:pt x="361" y="280"/>
                  </a:cubicBezTo>
                  <a:cubicBezTo>
                    <a:pt x="361" y="322"/>
                    <a:pt x="361" y="322"/>
                    <a:pt x="361" y="322"/>
                  </a:cubicBezTo>
                  <a:cubicBezTo>
                    <a:pt x="361" y="322"/>
                    <a:pt x="361" y="327"/>
                    <a:pt x="354" y="327"/>
                  </a:cubicBezTo>
                  <a:cubicBezTo>
                    <a:pt x="348" y="327"/>
                    <a:pt x="348" y="323"/>
                    <a:pt x="348" y="323"/>
                  </a:cubicBezTo>
                  <a:cubicBezTo>
                    <a:pt x="348" y="323"/>
                    <a:pt x="349" y="298"/>
                    <a:pt x="348" y="287"/>
                  </a:cubicBezTo>
                  <a:cubicBezTo>
                    <a:pt x="348" y="276"/>
                    <a:pt x="336" y="275"/>
                    <a:pt x="328" y="275"/>
                  </a:cubicBezTo>
                  <a:cubicBezTo>
                    <a:pt x="321" y="274"/>
                    <a:pt x="311" y="276"/>
                    <a:pt x="307" y="281"/>
                  </a:cubicBezTo>
                  <a:cubicBezTo>
                    <a:pt x="305" y="284"/>
                    <a:pt x="306" y="296"/>
                    <a:pt x="306" y="296"/>
                  </a:cubicBezTo>
                  <a:cubicBezTo>
                    <a:pt x="255" y="296"/>
                    <a:pt x="255" y="296"/>
                    <a:pt x="255" y="296"/>
                  </a:cubicBezTo>
                  <a:cubicBezTo>
                    <a:pt x="255" y="286"/>
                    <a:pt x="236" y="283"/>
                    <a:pt x="228" y="283"/>
                  </a:cubicBezTo>
                  <a:cubicBezTo>
                    <a:pt x="220" y="283"/>
                    <a:pt x="217" y="279"/>
                    <a:pt x="217" y="279"/>
                  </a:cubicBezTo>
                  <a:cubicBezTo>
                    <a:pt x="217" y="279"/>
                    <a:pt x="98" y="74"/>
                    <a:pt x="79" y="67"/>
                  </a:cubicBezTo>
                  <a:cubicBezTo>
                    <a:pt x="59" y="59"/>
                    <a:pt x="46" y="62"/>
                    <a:pt x="35" y="61"/>
                  </a:cubicBezTo>
                  <a:cubicBezTo>
                    <a:pt x="24" y="60"/>
                    <a:pt x="18" y="61"/>
                    <a:pt x="18" y="56"/>
                  </a:cubicBezTo>
                  <a:cubicBezTo>
                    <a:pt x="18" y="53"/>
                    <a:pt x="22" y="51"/>
                    <a:pt x="36" y="51"/>
                  </a:cubicBezTo>
                  <a:cubicBezTo>
                    <a:pt x="49" y="51"/>
                    <a:pt x="61" y="51"/>
                    <a:pt x="73" y="43"/>
                  </a:cubicBezTo>
                  <a:cubicBezTo>
                    <a:pt x="103" y="26"/>
                    <a:pt x="192" y="7"/>
                    <a:pt x="192" y="7"/>
                  </a:cubicBezTo>
                  <a:lnTo>
                    <a:pt x="194" y="0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8" name="Line 102">
              <a:extLst>
                <a:ext uri="{FF2B5EF4-FFF2-40B4-BE49-F238E27FC236}">
                  <a16:creationId xmlns:a16="http://schemas.microsoft.com/office/drawing/2014/main" id="{0E1249DE-DD9D-4126-8366-9E544A8FAE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2" y="2277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9" name="Freeform 103">
              <a:extLst>
                <a:ext uri="{FF2B5EF4-FFF2-40B4-BE49-F238E27FC236}">
                  <a16:creationId xmlns:a16="http://schemas.microsoft.com/office/drawing/2014/main" id="{8445BADC-E257-40D7-9536-BC29C9B7B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834"/>
              <a:ext cx="471" cy="311"/>
            </a:xfrm>
            <a:custGeom>
              <a:avLst/>
              <a:gdLst>
                <a:gd name="T0" fmla="*/ 157 w 487"/>
                <a:gd name="T1" fmla="*/ 0 h 321"/>
                <a:gd name="T2" fmla="*/ 49 w 487"/>
                <a:gd name="T3" fmla="*/ 33 h 321"/>
                <a:gd name="T4" fmla="*/ 15 w 487"/>
                <a:gd name="T5" fmla="*/ 41 h 321"/>
                <a:gd name="T6" fmla="*/ 0 w 487"/>
                <a:gd name="T7" fmla="*/ 45 h 321"/>
                <a:gd name="T8" fmla="*/ 15 w 487"/>
                <a:gd name="T9" fmla="*/ 48 h 321"/>
                <a:gd name="T10" fmla="*/ 55 w 487"/>
                <a:gd name="T11" fmla="*/ 54 h 321"/>
                <a:gd name="T12" fmla="*/ 180 w 487"/>
                <a:gd name="T13" fmla="*/ 248 h 321"/>
                <a:gd name="T14" fmla="*/ 190 w 487"/>
                <a:gd name="T15" fmla="*/ 251 h 321"/>
                <a:gd name="T16" fmla="*/ 214 w 487"/>
                <a:gd name="T17" fmla="*/ 263 h 321"/>
                <a:gd name="T18" fmla="*/ 261 w 487"/>
                <a:gd name="T19" fmla="*/ 263 h 321"/>
                <a:gd name="T20" fmla="*/ 262 w 487"/>
                <a:gd name="T21" fmla="*/ 249 h 321"/>
                <a:gd name="T22" fmla="*/ 281 w 487"/>
                <a:gd name="T23" fmla="*/ 244 h 321"/>
                <a:gd name="T24" fmla="*/ 299 w 487"/>
                <a:gd name="T25" fmla="*/ 255 h 321"/>
                <a:gd name="T26" fmla="*/ 299 w 487"/>
                <a:gd name="T27" fmla="*/ 287 h 321"/>
                <a:gd name="T28" fmla="*/ 305 w 487"/>
                <a:gd name="T29" fmla="*/ 291 h 321"/>
                <a:gd name="T30" fmla="*/ 311 w 487"/>
                <a:gd name="T31" fmla="*/ 286 h 321"/>
                <a:gd name="T32" fmla="*/ 310 w 487"/>
                <a:gd name="T33" fmla="*/ 248 h 321"/>
                <a:gd name="T34" fmla="*/ 329 w 487"/>
                <a:gd name="T35" fmla="*/ 235 h 321"/>
                <a:gd name="T36" fmla="*/ 350 w 487"/>
                <a:gd name="T37" fmla="*/ 250 h 321"/>
                <a:gd name="T38" fmla="*/ 350 w 487"/>
                <a:gd name="T39" fmla="*/ 286 h 321"/>
                <a:gd name="T40" fmla="*/ 357 w 487"/>
                <a:gd name="T41" fmla="*/ 292 h 321"/>
                <a:gd name="T42" fmla="*/ 364 w 487"/>
                <a:gd name="T43" fmla="*/ 287 h 321"/>
                <a:gd name="T44" fmla="*/ 364 w 487"/>
                <a:gd name="T45" fmla="*/ 249 h 321"/>
                <a:gd name="T46" fmla="*/ 382 w 487"/>
                <a:gd name="T47" fmla="*/ 242 h 321"/>
                <a:gd name="T48" fmla="*/ 399 w 487"/>
                <a:gd name="T49" fmla="*/ 249 h 321"/>
                <a:gd name="T50" fmla="*/ 399 w 487"/>
                <a:gd name="T51" fmla="*/ 261 h 321"/>
                <a:gd name="T52" fmla="*/ 402 w 487"/>
                <a:gd name="T53" fmla="*/ 265 h 321"/>
                <a:gd name="T54" fmla="*/ 432 w 487"/>
                <a:gd name="T55" fmla="*/ 265 h 321"/>
                <a:gd name="T56" fmla="*/ 440 w 487"/>
                <a:gd name="T57" fmla="*/ 255 h 321"/>
                <a:gd name="T58" fmla="*/ 294 w 487"/>
                <a:gd name="T59" fmla="*/ 57 h 321"/>
                <a:gd name="T60" fmla="*/ 254 w 487"/>
                <a:gd name="T61" fmla="*/ 54 h 321"/>
                <a:gd name="T62" fmla="*/ 239 w 487"/>
                <a:gd name="T63" fmla="*/ 45 h 321"/>
                <a:gd name="T64" fmla="*/ 257 w 487"/>
                <a:gd name="T65" fmla="*/ 35 h 321"/>
                <a:gd name="T66" fmla="*/ 288 w 487"/>
                <a:gd name="T67" fmla="*/ 34 h 321"/>
                <a:gd name="T68" fmla="*/ 384 w 487"/>
                <a:gd name="T69" fmla="*/ 1 h 321"/>
                <a:gd name="T70" fmla="*/ 157 w 487"/>
                <a:gd name="T71" fmla="*/ 0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7" h="321">
                  <a:moveTo>
                    <a:pt x="174" y="0"/>
                  </a:moveTo>
                  <a:cubicBezTo>
                    <a:pt x="174" y="0"/>
                    <a:pt x="85" y="19"/>
                    <a:pt x="55" y="36"/>
                  </a:cubicBezTo>
                  <a:cubicBezTo>
                    <a:pt x="43" y="44"/>
                    <a:pt x="32" y="44"/>
                    <a:pt x="18" y="44"/>
                  </a:cubicBezTo>
                  <a:cubicBezTo>
                    <a:pt x="4" y="44"/>
                    <a:pt x="0" y="46"/>
                    <a:pt x="0" y="49"/>
                  </a:cubicBezTo>
                  <a:cubicBezTo>
                    <a:pt x="0" y="54"/>
                    <a:pt x="6" y="53"/>
                    <a:pt x="17" y="54"/>
                  </a:cubicBezTo>
                  <a:cubicBezTo>
                    <a:pt x="28" y="55"/>
                    <a:pt x="41" y="52"/>
                    <a:pt x="61" y="60"/>
                  </a:cubicBezTo>
                  <a:cubicBezTo>
                    <a:pt x="81" y="67"/>
                    <a:pt x="199" y="272"/>
                    <a:pt x="199" y="272"/>
                  </a:cubicBezTo>
                  <a:cubicBezTo>
                    <a:pt x="199" y="272"/>
                    <a:pt x="202" y="276"/>
                    <a:pt x="210" y="276"/>
                  </a:cubicBezTo>
                  <a:cubicBezTo>
                    <a:pt x="219" y="276"/>
                    <a:pt x="237" y="279"/>
                    <a:pt x="237" y="289"/>
                  </a:cubicBezTo>
                  <a:cubicBezTo>
                    <a:pt x="288" y="289"/>
                    <a:pt x="288" y="289"/>
                    <a:pt x="288" y="289"/>
                  </a:cubicBezTo>
                  <a:cubicBezTo>
                    <a:pt x="288" y="289"/>
                    <a:pt x="287" y="277"/>
                    <a:pt x="290" y="274"/>
                  </a:cubicBezTo>
                  <a:cubicBezTo>
                    <a:pt x="293" y="269"/>
                    <a:pt x="303" y="267"/>
                    <a:pt x="311" y="268"/>
                  </a:cubicBezTo>
                  <a:cubicBezTo>
                    <a:pt x="318" y="268"/>
                    <a:pt x="330" y="269"/>
                    <a:pt x="330" y="280"/>
                  </a:cubicBezTo>
                  <a:cubicBezTo>
                    <a:pt x="331" y="291"/>
                    <a:pt x="330" y="316"/>
                    <a:pt x="330" y="316"/>
                  </a:cubicBezTo>
                  <a:cubicBezTo>
                    <a:pt x="330" y="316"/>
                    <a:pt x="330" y="320"/>
                    <a:pt x="337" y="320"/>
                  </a:cubicBezTo>
                  <a:cubicBezTo>
                    <a:pt x="343" y="320"/>
                    <a:pt x="344" y="315"/>
                    <a:pt x="344" y="315"/>
                  </a:cubicBezTo>
                  <a:cubicBezTo>
                    <a:pt x="343" y="273"/>
                    <a:pt x="343" y="273"/>
                    <a:pt x="343" y="273"/>
                  </a:cubicBezTo>
                  <a:cubicBezTo>
                    <a:pt x="343" y="273"/>
                    <a:pt x="346" y="259"/>
                    <a:pt x="364" y="259"/>
                  </a:cubicBezTo>
                  <a:cubicBezTo>
                    <a:pt x="382" y="259"/>
                    <a:pt x="387" y="275"/>
                    <a:pt x="387" y="275"/>
                  </a:cubicBezTo>
                  <a:cubicBezTo>
                    <a:pt x="387" y="315"/>
                    <a:pt x="387" y="315"/>
                    <a:pt x="387" y="315"/>
                  </a:cubicBezTo>
                  <a:cubicBezTo>
                    <a:pt x="387" y="315"/>
                    <a:pt x="388" y="321"/>
                    <a:pt x="395" y="321"/>
                  </a:cubicBezTo>
                  <a:cubicBezTo>
                    <a:pt x="401" y="321"/>
                    <a:pt x="402" y="316"/>
                    <a:pt x="402" y="316"/>
                  </a:cubicBezTo>
                  <a:cubicBezTo>
                    <a:pt x="402" y="274"/>
                    <a:pt x="402" y="274"/>
                    <a:pt x="402" y="274"/>
                  </a:cubicBezTo>
                  <a:cubicBezTo>
                    <a:pt x="402" y="274"/>
                    <a:pt x="406" y="266"/>
                    <a:pt x="422" y="266"/>
                  </a:cubicBezTo>
                  <a:cubicBezTo>
                    <a:pt x="438" y="266"/>
                    <a:pt x="442" y="274"/>
                    <a:pt x="442" y="274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2" y="292"/>
                    <a:pt x="445" y="292"/>
                    <a:pt x="445" y="292"/>
                  </a:cubicBezTo>
                  <a:cubicBezTo>
                    <a:pt x="478" y="292"/>
                    <a:pt x="478" y="292"/>
                    <a:pt x="478" y="292"/>
                  </a:cubicBezTo>
                  <a:cubicBezTo>
                    <a:pt x="487" y="288"/>
                    <a:pt x="486" y="280"/>
                    <a:pt x="486" y="280"/>
                  </a:cubicBezTo>
                  <a:cubicBezTo>
                    <a:pt x="486" y="273"/>
                    <a:pt x="347" y="69"/>
                    <a:pt x="325" y="63"/>
                  </a:cubicBezTo>
                  <a:cubicBezTo>
                    <a:pt x="310" y="58"/>
                    <a:pt x="292" y="60"/>
                    <a:pt x="281" y="60"/>
                  </a:cubicBezTo>
                  <a:cubicBezTo>
                    <a:pt x="270" y="59"/>
                    <a:pt x="264" y="54"/>
                    <a:pt x="264" y="49"/>
                  </a:cubicBezTo>
                  <a:cubicBezTo>
                    <a:pt x="264" y="46"/>
                    <a:pt x="270" y="38"/>
                    <a:pt x="284" y="38"/>
                  </a:cubicBezTo>
                  <a:cubicBezTo>
                    <a:pt x="297" y="38"/>
                    <a:pt x="312" y="39"/>
                    <a:pt x="318" y="37"/>
                  </a:cubicBezTo>
                  <a:cubicBezTo>
                    <a:pt x="356" y="16"/>
                    <a:pt x="424" y="1"/>
                    <a:pt x="424" y="1"/>
                  </a:cubicBezTo>
                  <a:lnTo>
                    <a:pt x="174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0" name="Freeform 104">
              <a:extLst>
                <a:ext uri="{FF2B5EF4-FFF2-40B4-BE49-F238E27FC236}">
                  <a16:creationId xmlns:a16="http://schemas.microsoft.com/office/drawing/2014/main" id="{C3205DB3-A774-4177-A9DB-E42D9871B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834"/>
              <a:ext cx="470" cy="311"/>
            </a:xfrm>
            <a:custGeom>
              <a:avLst/>
              <a:gdLst>
                <a:gd name="T0" fmla="*/ 157 w 486"/>
                <a:gd name="T1" fmla="*/ 0 h 321"/>
                <a:gd name="T2" fmla="*/ 49 w 486"/>
                <a:gd name="T3" fmla="*/ 33 h 321"/>
                <a:gd name="T4" fmla="*/ 15 w 486"/>
                <a:gd name="T5" fmla="*/ 41 h 321"/>
                <a:gd name="T6" fmla="*/ 0 w 486"/>
                <a:gd name="T7" fmla="*/ 45 h 321"/>
                <a:gd name="T8" fmla="*/ 15 w 486"/>
                <a:gd name="T9" fmla="*/ 48 h 321"/>
                <a:gd name="T10" fmla="*/ 55 w 486"/>
                <a:gd name="T11" fmla="*/ 54 h 321"/>
                <a:gd name="T12" fmla="*/ 180 w 486"/>
                <a:gd name="T13" fmla="*/ 248 h 321"/>
                <a:gd name="T14" fmla="*/ 190 w 486"/>
                <a:gd name="T15" fmla="*/ 251 h 321"/>
                <a:gd name="T16" fmla="*/ 214 w 486"/>
                <a:gd name="T17" fmla="*/ 263 h 321"/>
                <a:gd name="T18" fmla="*/ 260 w 486"/>
                <a:gd name="T19" fmla="*/ 263 h 321"/>
                <a:gd name="T20" fmla="*/ 261 w 486"/>
                <a:gd name="T21" fmla="*/ 249 h 321"/>
                <a:gd name="T22" fmla="*/ 280 w 486"/>
                <a:gd name="T23" fmla="*/ 244 h 321"/>
                <a:gd name="T24" fmla="*/ 298 w 486"/>
                <a:gd name="T25" fmla="*/ 255 h 321"/>
                <a:gd name="T26" fmla="*/ 298 w 486"/>
                <a:gd name="T27" fmla="*/ 287 h 321"/>
                <a:gd name="T28" fmla="*/ 304 w 486"/>
                <a:gd name="T29" fmla="*/ 291 h 321"/>
                <a:gd name="T30" fmla="*/ 310 w 486"/>
                <a:gd name="T31" fmla="*/ 286 h 321"/>
                <a:gd name="T32" fmla="*/ 310 w 486"/>
                <a:gd name="T33" fmla="*/ 248 h 321"/>
                <a:gd name="T34" fmla="*/ 328 w 486"/>
                <a:gd name="T35" fmla="*/ 235 h 321"/>
                <a:gd name="T36" fmla="*/ 349 w 486"/>
                <a:gd name="T37" fmla="*/ 250 h 321"/>
                <a:gd name="T38" fmla="*/ 349 w 486"/>
                <a:gd name="T39" fmla="*/ 286 h 321"/>
                <a:gd name="T40" fmla="*/ 356 w 486"/>
                <a:gd name="T41" fmla="*/ 292 h 321"/>
                <a:gd name="T42" fmla="*/ 363 w 486"/>
                <a:gd name="T43" fmla="*/ 287 h 321"/>
                <a:gd name="T44" fmla="*/ 363 w 486"/>
                <a:gd name="T45" fmla="*/ 249 h 321"/>
                <a:gd name="T46" fmla="*/ 381 w 486"/>
                <a:gd name="T47" fmla="*/ 242 h 321"/>
                <a:gd name="T48" fmla="*/ 399 w 486"/>
                <a:gd name="T49" fmla="*/ 249 h 321"/>
                <a:gd name="T50" fmla="*/ 399 w 486"/>
                <a:gd name="T51" fmla="*/ 261 h 321"/>
                <a:gd name="T52" fmla="*/ 402 w 486"/>
                <a:gd name="T53" fmla="*/ 265 h 321"/>
                <a:gd name="T54" fmla="*/ 432 w 486"/>
                <a:gd name="T55" fmla="*/ 265 h 321"/>
                <a:gd name="T56" fmla="*/ 439 w 486"/>
                <a:gd name="T57" fmla="*/ 255 h 321"/>
                <a:gd name="T58" fmla="*/ 293 w 486"/>
                <a:gd name="T59" fmla="*/ 57 h 321"/>
                <a:gd name="T60" fmla="*/ 253 w 486"/>
                <a:gd name="T61" fmla="*/ 54 h 321"/>
                <a:gd name="T62" fmla="*/ 238 w 486"/>
                <a:gd name="T63" fmla="*/ 45 h 321"/>
                <a:gd name="T64" fmla="*/ 256 w 486"/>
                <a:gd name="T65" fmla="*/ 35 h 321"/>
                <a:gd name="T66" fmla="*/ 287 w 486"/>
                <a:gd name="T67" fmla="*/ 34 h 321"/>
                <a:gd name="T68" fmla="*/ 384 w 486"/>
                <a:gd name="T69" fmla="*/ 1 h 321"/>
                <a:gd name="T70" fmla="*/ 157 w 486"/>
                <a:gd name="T71" fmla="*/ 0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6" h="321">
                  <a:moveTo>
                    <a:pt x="174" y="0"/>
                  </a:moveTo>
                  <a:cubicBezTo>
                    <a:pt x="174" y="0"/>
                    <a:pt x="84" y="19"/>
                    <a:pt x="55" y="36"/>
                  </a:cubicBezTo>
                  <a:cubicBezTo>
                    <a:pt x="43" y="44"/>
                    <a:pt x="31" y="44"/>
                    <a:pt x="18" y="44"/>
                  </a:cubicBezTo>
                  <a:cubicBezTo>
                    <a:pt x="4" y="44"/>
                    <a:pt x="0" y="46"/>
                    <a:pt x="0" y="49"/>
                  </a:cubicBezTo>
                  <a:cubicBezTo>
                    <a:pt x="0" y="54"/>
                    <a:pt x="5" y="53"/>
                    <a:pt x="17" y="54"/>
                  </a:cubicBezTo>
                  <a:cubicBezTo>
                    <a:pt x="28" y="55"/>
                    <a:pt x="41" y="52"/>
                    <a:pt x="61" y="60"/>
                  </a:cubicBezTo>
                  <a:cubicBezTo>
                    <a:pt x="80" y="67"/>
                    <a:pt x="199" y="272"/>
                    <a:pt x="199" y="272"/>
                  </a:cubicBezTo>
                  <a:cubicBezTo>
                    <a:pt x="199" y="272"/>
                    <a:pt x="202" y="276"/>
                    <a:pt x="210" y="276"/>
                  </a:cubicBezTo>
                  <a:cubicBezTo>
                    <a:pt x="218" y="276"/>
                    <a:pt x="237" y="279"/>
                    <a:pt x="237" y="289"/>
                  </a:cubicBezTo>
                  <a:cubicBezTo>
                    <a:pt x="287" y="289"/>
                    <a:pt x="287" y="289"/>
                    <a:pt x="287" y="289"/>
                  </a:cubicBezTo>
                  <a:cubicBezTo>
                    <a:pt x="287" y="289"/>
                    <a:pt x="287" y="277"/>
                    <a:pt x="289" y="274"/>
                  </a:cubicBezTo>
                  <a:cubicBezTo>
                    <a:pt x="293" y="269"/>
                    <a:pt x="303" y="267"/>
                    <a:pt x="310" y="268"/>
                  </a:cubicBezTo>
                  <a:cubicBezTo>
                    <a:pt x="317" y="268"/>
                    <a:pt x="329" y="269"/>
                    <a:pt x="330" y="280"/>
                  </a:cubicBezTo>
                  <a:cubicBezTo>
                    <a:pt x="330" y="291"/>
                    <a:pt x="330" y="316"/>
                    <a:pt x="330" y="316"/>
                  </a:cubicBezTo>
                  <a:cubicBezTo>
                    <a:pt x="330" y="316"/>
                    <a:pt x="329" y="320"/>
                    <a:pt x="336" y="320"/>
                  </a:cubicBezTo>
                  <a:cubicBezTo>
                    <a:pt x="343" y="320"/>
                    <a:pt x="343" y="315"/>
                    <a:pt x="343" y="315"/>
                  </a:cubicBezTo>
                  <a:cubicBezTo>
                    <a:pt x="343" y="273"/>
                    <a:pt x="343" y="273"/>
                    <a:pt x="343" y="273"/>
                  </a:cubicBezTo>
                  <a:cubicBezTo>
                    <a:pt x="343" y="273"/>
                    <a:pt x="345" y="259"/>
                    <a:pt x="363" y="259"/>
                  </a:cubicBezTo>
                  <a:cubicBezTo>
                    <a:pt x="381" y="259"/>
                    <a:pt x="386" y="275"/>
                    <a:pt x="386" y="275"/>
                  </a:cubicBezTo>
                  <a:cubicBezTo>
                    <a:pt x="386" y="315"/>
                    <a:pt x="386" y="315"/>
                    <a:pt x="386" y="315"/>
                  </a:cubicBezTo>
                  <a:cubicBezTo>
                    <a:pt x="386" y="315"/>
                    <a:pt x="388" y="321"/>
                    <a:pt x="394" y="321"/>
                  </a:cubicBezTo>
                  <a:cubicBezTo>
                    <a:pt x="401" y="321"/>
                    <a:pt x="401" y="316"/>
                    <a:pt x="401" y="316"/>
                  </a:cubicBezTo>
                  <a:cubicBezTo>
                    <a:pt x="401" y="274"/>
                    <a:pt x="401" y="274"/>
                    <a:pt x="401" y="274"/>
                  </a:cubicBezTo>
                  <a:cubicBezTo>
                    <a:pt x="401" y="274"/>
                    <a:pt x="405" y="266"/>
                    <a:pt x="421" y="266"/>
                  </a:cubicBezTo>
                  <a:cubicBezTo>
                    <a:pt x="437" y="266"/>
                    <a:pt x="442" y="274"/>
                    <a:pt x="442" y="274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1" y="292"/>
                    <a:pt x="445" y="292"/>
                    <a:pt x="445" y="292"/>
                  </a:cubicBezTo>
                  <a:cubicBezTo>
                    <a:pt x="478" y="292"/>
                    <a:pt x="478" y="292"/>
                    <a:pt x="478" y="292"/>
                  </a:cubicBezTo>
                  <a:cubicBezTo>
                    <a:pt x="486" y="288"/>
                    <a:pt x="485" y="280"/>
                    <a:pt x="485" y="280"/>
                  </a:cubicBezTo>
                  <a:cubicBezTo>
                    <a:pt x="486" y="273"/>
                    <a:pt x="346" y="69"/>
                    <a:pt x="324" y="63"/>
                  </a:cubicBezTo>
                  <a:cubicBezTo>
                    <a:pt x="310" y="58"/>
                    <a:pt x="292" y="60"/>
                    <a:pt x="280" y="60"/>
                  </a:cubicBezTo>
                  <a:cubicBezTo>
                    <a:pt x="269" y="59"/>
                    <a:pt x="263" y="54"/>
                    <a:pt x="263" y="49"/>
                  </a:cubicBezTo>
                  <a:cubicBezTo>
                    <a:pt x="263" y="46"/>
                    <a:pt x="270" y="38"/>
                    <a:pt x="283" y="38"/>
                  </a:cubicBezTo>
                  <a:cubicBezTo>
                    <a:pt x="297" y="38"/>
                    <a:pt x="312" y="39"/>
                    <a:pt x="317" y="37"/>
                  </a:cubicBezTo>
                  <a:cubicBezTo>
                    <a:pt x="356" y="16"/>
                    <a:pt x="425" y="1"/>
                    <a:pt x="425" y="1"/>
                  </a:cubicBezTo>
                  <a:lnTo>
                    <a:pt x="174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1" name="Line 105">
              <a:extLst>
                <a:ext uri="{FF2B5EF4-FFF2-40B4-BE49-F238E27FC236}">
                  <a16:creationId xmlns:a16="http://schemas.microsoft.com/office/drawing/2014/main" id="{4DBC8EB0-8316-4266-AAA3-404F3489CB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2" y="2277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2" name="Freeform 106">
              <a:extLst>
                <a:ext uri="{FF2B5EF4-FFF2-40B4-BE49-F238E27FC236}">
                  <a16:creationId xmlns:a16="http://schemas.microsoft.com/office/drawing/2014/main" id="{DA1F0C82-9B0A-4A04-8C38-E20FC31D5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834"/>
              <a:ext cx="471" cy="311"/>
            </a:xfrm>
            <a:custGeom>
              <a:avLst/>
              <a:gdLst>
                <a:gd name="T0" fmla="*/ 384 w 487"/>
                <a:gd name="T1" fmla="*/ 1 h 321"/>
                <a:gd name="T2" fmla="*/ 288 w 487"/>
                <a:gd name="T3" fmla="*/ 34 h 321"/>
                <a:gd name="T4" fmla="*/ 257 w 487"/>
                <a:gd name="T5" fmla="*/ 35 h 321"/>
                <a:gd name="T6" fmla="*/ 239 w 487"/>
                <a:gd name="T7" fmla="*/ 45 h 321"/>
                <a:gd name="T8" fmla="*/ 254 w 487"/>
                <a:gd name="T9" fmla="*/ 54 h 321"/>
                <a:gd name="T10" fmla="*/ 294 w 487"/>
                <a:gd name="T11" fmla="*/ 57 h 321"/>
                <a:gd name="T12" fmla="*/ 440 w 487"/>
                <a:gd name="T13" fmla="*/ 255 h 321"/>
                <a:gd name="T14" fmla="*/ 432 w 487"/>
                <a:gd name="T15" fmla="*/ 265 h 321"/>
                <a:gd name="T16" fmla="*/ 402 w 487"/>
                <a:gd name="T17" fmla="*/ 265 h 321"/>
                <a:gd name="T18" fmla="*/ 399 w 487"/>
                <a:gd name="T19" fmla="*/ 261 h 321"/>
                <a:gd name="T20" fmla="*/ 399 w 487"/>
                <a:gd name="T21" fmla="*/ 249 h 321"/>
                <a:gd name="T22" fmla="*/ 382 w 487"/>
                <a:gd name="T23" fmla="*/ 242 h 321"/>
                <a:gd name="T24" fmla="*/ 364 w 487"/>
                <a:gd name="T25" fmla="*/ 249 h 321"/>
                <a:gd name="T26" fmla="*/ 364 w 487"/>
                <a:gd name="T27" fmla="*/ 287 h 321"/>
                <a:gd name="T28" fmla="*/ 357 w 487"/>
                <a:gd name="T29" fmla="*/ 292 h 321"/>
                <a:gd name="T30" fmla="*/ 350 w 487"/>
                <a:gd name="T31" fmla="*/ 286 h 321"/>
                <a:gd name="T32" fmla="*/ 350 w 487"/>
                <a:gd name="T33" fmla="*/ 250 h 321"/>
                <a:gd name="T34" fmla="*/ 329 w 487"/>
                <a:gd name="T35" fmla="*/ 235 h 321"/>
                <a:gd name="T36" fmla="*/ 310 w 487"/>
                <a:gd name="T37" fmla="*/ 248 h 321"/>
                <a:gd name="T38" fmla="*/ 311 w 487"/>
                <a:gd name="T39" fmla="*/ 286 h 321"/>
                <a:gd name="T40" fmla="*/ 305 w 487"/>
                <a:gd name="T41" fmla="*/ 291 h 321"/>
                <a:gd name="T42" fmla="*/ 299 w 487"/>
                <a:gd name="T43" fmla="*/ 287 h 321"/>
                <a:gd name="T44" fmla="*/ 299 w 487"/>
                <a:gd name="T45" fmla="*/ 255 h 321"/>
                <a:gd name="T46" fmla="*/ 281 w 487"/>
                <a:gd name="T47" fmla="*/ 244 h 321"/>
                <a:gd name="T48" fmla="*/ 262 w 487"/>
                <a:gd name="T49" fmla="*/ 249 h 321"/>
                <a:gd name="T50" fmla="*/ 261 w 487"/>
                <a:gd name="T51" fmla="*/ 263 h 321"/>
                <a:gd name="T52" fmla="*/ 214 w 487"/>
                <a:gd name="T53" fmla="*/ 263 h 321"/>
                <a:gd name="T54" fmla="*/ 190 w 487"/>
                <a:gd name="T55" fmla="*/ 251 h 321"/>
                <a:gd name="T56" fmla="*/ 180 w 487"/>
                <a:gd name="T57" fmla="*/ 248 h 321"/>
                <a:gd name="T58" fmla="*/ 55 w 487"/>
                <a:gd name="T59" fmla="*/ 54 h 321"/>
                <a:gd name="T60" fmla="*/ 15 w 487"/>
                <a:gd name="T61" fmla="*/ 48 h 321"/>
                <a:gd name="T62" fmla="*/ 0 w 487"/>
                <a:gd name="T63" fmla="*/ 45 h 321"/>
                <a:gd name="T64" fmla="*/ 15 w 487"/>
                <a:gd name="T65" fmla="*/ 41 h 321"/>
                <a:gd name="T66" fmla="*/ 49 w 487"/>
                <a:gd name="T67" fmla="*/ 33 h 321"/>
                <a:gd name="T68" fmla="*/ 157 w 487"/>
                <a:gd name="T69" fmla="*/ 0 h 321"/>
                <a:gd name="T70" fmla="*/ 384 w 487"/>
                <a:gd name="T71" fmla="*/ 1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7" h="321">
                  <a:moveTo>
                    <a:pt x="425" y="1"/>
                  </a:moveTo>
                  <a:cubicBezTo>
                    <a:pt x="425" y="1"/>
                    <a:pt x="356" y="16"/>
                    <a:pt x="318" y="37"/>
                  </a:cubicBezTo>
                  <a:cubicBezTo>
                    <a:pt x="312" y="39"/>
                    <a:pt x="297" y="38"/>
                    <a:pt x="284" y="38"/>
                  </a:cubicBezTo>
                  <a:cubicBezTo>
                    <a:pt x="270" y="38"/>
                    <a:pt x="264" y="46"/>
                    <a:pt x="264" y="49"/>
                  </a:cubicBezTo>
                  <a:cubicBezTo>
                    <a:pt x="264" y="54"/>
                    <a:pt x="270" y="59"/>
                    <a:pt x="281" y="60"/>
                  </a:cubicBezTo>
                  <a:cubicBezTo>
                    <a:pt x="292" y="60"/>
                    <a:pt x="310" y="58"/>
                    <a:pt x="325" y="63"/>
                  </a:cubicBezTo>
                  <a:cubicBezTo>
                    <a:pt x="347" y="69"/>
                    <a:pt x="486" y="273"/>
                    <a:pt x="486" y="280"/>
                  </a:cubicBezTo>
                  <a:cubicBezTo>
                    <a:pt x="486" y="280"/>
                    <a:pt x="487" y="288"/>
                    <a:pt x="478" y="292"/>
                  </a:cubicBezTo>
                  <a:cubicBezTo>
                    <a:pt x="445" y="292"/>
                    <a:pt x="445" y="292"/>
                    <a:pt x="445" y="292"/>
                  </a:cubicBezTo>
                  <a:cubicBezTo>
                    <a:pt x="445" y="292"/>
                    <a:pt x="442" y="292"/>
                    <a:pt x="442" y="287"/>
                  </a:cubicBezTo>
                  <a:cubicBezTo>
                    <a:pt x="442" y="274"/>
                    <a:pt x="442" y="274"/>
                    <a:pt x="442" y="274"/>
                  </a:cubicBezTo>
                  <a:cubicBezTo>
                    <a:pt x="442" y="274"/>
                    <a:pt x="438" y="266"/>
                    <a:pt x="422" y="266"/>
                  </a:cubicBezTo>
                  <a:cubicBezTo>
                    <a:pt x="406" y="266"/>
                    <a:pt x="402" y="274"/>
                    <a:pt x="402" y="274"/>
                  </a:cubicBezTo>
                  <a:cubicBezTo>
                    <a:pt x="402" y="316"/>
                    <a:pt x="402" y="316"/>
                    <a:pt x="402" y="316"/>
                  </a:cubicBezTo>
                  <a:cubicBezTo>
                    <a:pt x="402" y="316"/>
                    <a:pt x="401" y="321"/>
                    <a:pt x="395" y="321"/>
                  </a:cubicBezTo>
                  <a:cubicBezTo>
                    <a:pt x="388" y="321"/>
                    <a:pt x="387" y="315"/>
                    <a:pt x="387" y="315"/>
                  </a:cubicBezTo>
                  <a:cubicBezTo>
                    <a:pt x="387" y="275"/>
                    <a:pt x="387" y="275"/>
                    <a:pt x="387" y="275"/>
                  </a:cubicBezTo>
                  <a:cubicBezTo>
                    <a:pt x="387" y="275"/>
                    <a:pt x="382" y="259"/>
                    <a:pt x="364" y="259"/>
                  </a:cubicBezTo>
                  <a:cubicBezTo>
                    <a:pt x="346" y="259"/>
                    <a:pt x="343" y="273"/>
                    <a:pt x="343" y="273"/>
                  </a:cubicBezTo>
                  <a:cubicBezTo>
                    <a:pt x="344" y="315"/>
                    <a:pt x="344" y="315"/>
                    <a:pt x="344" y="315"/>
                  </a:cubicBezTo>
                  <a:cubicBezTo>
                    <a:pt x="344" y="315"/>
                    <a:pt x="343" y="320"/>
                    <a:pt x="337" y="320"/>
                  </a:cubicBezTo>
                  <a:cubicBezTo>
                    <a:pt x="330" y="320"/>
                    <a:pt x="330" y="316"/>
                    <a:pt x="330" y="316"/>
                  </a:cubicBezTo>
                  <a:cubicBezTo>
                    <a:pt x="330" y="316"/>
                    <a:pt x="331" y="291"/>
                    <a:pt x="330" y="280"/>
                  </a:cubicBezTo>
                  <a:cubicBezTo>
                    <a:pt x="330" y="269"/>
                    <a:pt x="318" y="268"/>
                    <a:pt x="311" y="268"/>
                  </a:cubicBezTo>
                  <a:cubicBezTo>
                    <a:pt x="303" y="267"/>
                    <a:pt x="293" y="269"/>
                    <a:pt x="290" y="274"/>
                  </a:cubicBezTo>
                  <a:cubicBezTo>
                    <a:pt x="287" y="277"/>
                    <a:pt x="288" y="289"/>
                    <a:pt x="288" y="289"/>
                  </a:cubicBezTo>
                  <a:cubicBezTo>
                    <a:pt x="237" y="289"/>
                    <a:pt x="237" y="289"/>
                    <a:pt x="237" y="289"/>
                  </a:cubicBezTo>
                  <a:cubicBezTo>
                    <a:pt x="237" y="279"/>
                    <a:pt x="219" y="276"/>
                    <a:pt x="210" y="276"/>
                  </a:cubicBezTo>
                  <a:cubicBezTo>
                    <a:pt x="202" y="276"/>
                    <a:pt x="199" y="272"/>
                    <a:pt x="199" y="272"/>
                  </a:cubicBezTo>
                  <a:cubicBezTo>
                    <a:pt x="199" y="272"/>
                    <a:pt x="81" y="67"/>
                    <a:pt x="61" y="60"/>
                  </a:cubicBezTo>
                  <a:cubicBezTo>
                    <a:pt x="41" y="52"/>
                    <a:pt x="28" y="55"/>
                    <a:pt x="17" y="54"/>
                  </a:cubicBezTo>
                  <a:cubicBezTo>
                    <a:pt x="6" y="53"/>
                    <a:pt x="0" y="54"/>
                    <a:pt x="0" y="49"/>
                  </a:cubicBezTo>
                  <a:cubicBezTo>
                    <a:pt x="0" y="46"/>
                    <a:pt x="4" y="44"/>
                    <a:pt x="18" y="44"/>
                  </a:cubicBezTo>
                  <a:cubicBezTo>
                    <a:pt x="32" y="44"/>
                    <a:pt x="43" y="44"/>
                    <a:pt x="55" y="36"/>
                  </a:cubicBezTo>
                  <a:cubicBezTo>
                    <a:pt x="85" y="19"/>
                    <a:pt x="174" y="0"/>
                    <a:pt x="174" y="0"/>
                  </a:cubicBezTo>
                  <a:lnTo>
                    <a:pt x="425" y="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3" name="Freeform 107">
              <a:extLst>
                <a:ext uri="{FF2B5EF4-FFF2-40B4-BE49-F238E27FC236}">
                  <a16:creationId xmlns:a16="http://schemas.microsoft.com/office/drawing/2014/main" id="{2D2BE40B-0948-4573-877D-25EA76843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834"/>
              <a:ext cx="470" cy="311"/>
            </a:xfrm>
            <a:custGeom>
              <a:avLst/>
              <a:gdLst>
                <a:gd name="T0" fmla="*/ 384 w 486"/>
                <a:gd name="T1" fmla="*/ 1 h 321"/>
                <a:gd name="T2" fmla="*/ 287 w 486"/>
                <a:gd name="T3" fmla="*/ 34 h 321"/>
                <a:gd name="T4" fmla="*/ 256 w 486"/>
                <a:gd name="T5" fmla="*/ 35 h 321"/>
                <a:gd name="T6" fmla="*/ 239 w 486"/>
                <a:gd name="T7" fmla="*/ 45 h 321"/>
                <a:gd name="T8" fmla="*/ 254 w 486"/>
                <a:gd name="T9" fmla="*/ 54 h 321"/>
                <a:gd name="T10" fmla="*/ 294 w 486"/>
                <a:gd name="T11" fmla="*/ 57 h 321"/>
                <a:gd name="T12" fmla="*/ 439 w 486"/>
                <a:gd name="T13" fmla="*/ 255 h 321"/>
                <a:gd name="T14" fmla="*/ 432 w 486"/>
                <a:gd name="T15" fmla="*/ 265 h 321"/>
                <a:gd name="T16" fmla="*/ 402 w 486"/>
                <a:gd name="T17" fmla="*/ 265 h 321"/>
                <a:gd name="T18" fmla="*/ 399 w 486"/>
                <a:gd name="T19" fmla="*/ 261 h 321"/>
                <a:gd name="T20" fmla="*/ 399 w 486"/>
                <a:gd name="T21" fmla="*/ 249 h 321"/>
                <a:gd name="T22" fmla="*/ 382 w 486"/>
                <a:gd name="T23" fmla="*/ 242 h 321"/>
                <a:gd name="T24" fmla="*/ 363 w 486"/>
                <a:gd name="T25" fmla="*/ 249 h 321"/>
                <a:gd name="T26" fmla="*/ 363 w 486"/>
                <a:gd name="T27" fmla="*/ 287 h 321"/>
                <a:gd name="T28" fmla="*/ 357 w 486"/>
                <a:gd name="T29" fmla="*/ 292 h 321"/>
                <a:gd name="T30" fmla="*/ 349 w 486"/>
                <a:gd name="T31" fmla="*/ 286 h 321"/>
                <a:gd name="T32" fmla="*/ 349 w 486"/>
                <a:gd name="T33" fmla="*/ 250 h 321"/>
                <a:gd name="T34" fmla="*/ 329 w 486"/>
                <a:gd name="T35" fmla="*/ 235 h 321"/>
                <a:gd name="T36" fmla="*/ 310 w 486"/>
                <a:gd name="T37" fmla="*/ 248 h 321"/>
                <a:gd name="T38" fmla="*/ 310 w 486"/>
                <a:gd name="T39" fmla="*/ 286 h 321"/>
                <a:gd name="T40" fmla="*/ 304 w 486"/>
                <a:gd name="T41" fmla="*/ 291 h 321"/>
                <a:gd name="T42" fmla="*/ 298 w 486"/>
                <a:gd name="T43" fmla="*/ 287 h 321"/>
                <a:gd name="T44" fmla="*/ 298 w 486"/>
                <a:gd name="T45" fmla="*/ 255 h 321"/>
                <a:gd name="T46" fmla="*/ 280 w 486"/>
                <a:gd name="T47" fmla="*/ 244 h 321"/>
                <a:gd name="T48" fmla="*/ 261 w 486"/>
                <a:gd name="T49" fmla="*/ 249 h 321"/>
                <a:gd name="T50" fmla="*/ 261 w 486"/>
                <a:gd name="T51" fmla="*/ 263 h 321"/>
                <a:gd name="T52" fmla="*/ 214 w 486"/>
                <a:gd name="T53" fmla="*/ 263 h 321"/>
                <a:gd name="T54" fmla="*/ 190 w 486"/>
                <a:gd name="T55" fmla="*/ 251 h 321"/>
                <a:gd name="T56" fmla="*/ 180 w 486"/>
                <a:gd name="T57" fmla="*/ 248 h 321"/>
                <a:gd name="T58" fmla="*/ 55 w 486"/>
                <a:gd name="T59" fmla="*/ 54 h 321"/>
                <a:gd name="T60" fmla="*/ 15 w 486"/>
                <a:gd name="T61" fmla="*/ 48 h 321"/>
                <a:gd name="T62" fmla="*/ 0 w 486"/>
                <a:gd name="T63" fmla="*/ 45 h 321"/>
                <a:gd name="T64" fmla="*/ 15 w 486"/>
                <a:gd name="T65" fmla="*/ 41 h 321"/>
                <a:gd name="T66" fmla="*/ 49 w 486"/>
                <a:gd name="T67" fmla="*/ 33 h 321"/>
                <a:gd name="T68" fmla="*/ 157 w 486"/>
                <a:gd name="T69" fmla="*/ 0 h 321"/>
                <a:gd name="T70" fmla="*/ 384 w 486"/>
                <a:gd name="T71" fmla="*/ 1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6" h="321">
                  <a:moveTo>
                    <a:pt x="424" y="1"/>
                  </a:moveTo>
                  <a:cubicBezTo>
                    <a:pt x="424" y="1"/>
                    <a:pt x="356" y="16"/>
                    <a:pt x="317" y="37"/>
                  </a:cubicBezTo>
                  <a:cubicBezTo>
                    <a:pt x="312" y="39"/>
                    <a:pt x="297" y="38"/>
                    <a:pt x="283" y="38"/>
                  </a:cubicBezTo>
                  <a:cubicBezTo>
                    <a:pt x="270" y="38"/>
                    <a:pt x="264" y="46"/>
                    <a:pt x="264" y="49"/>
                  </a:cubicBezTo>
                  <a:cubicBezTo>
                    <a:pt x="264" y="54"/>
                    <a:pt x="269" y="59"/>
                    <a:pt x="281" y="60"/>
                  </a:cubicBezTo>
                  <a:cubicBezTo>
                    <a:pt x="292" y="60"/>
                    <a:pt x="310" y="58"/>
                    <a:pt x="325" y="63"/>
                  </a:cubicBezTo>
                  <a:cubicBezTo>
                    <a:pt x="347" y="69"/>
                    <a:pt x="486" y="273"/>
                    <a:pt x="485" y="280"/>
                  </a:cubicBezTo>
                  <a:cubicBezTo>
                    <a:pt x="485" y="280"/>
                    <a:pt x="486" y="288"/>
                    <a:pt x="478" y="292"/>
                  </a:cubicBezTo>
                  <a:cubicBezTo>
                    <a:pt x="445" y="292"/>
                    <a:pt x="445" y="292"/>
                    <a:pt x="445" y="292"/>
                  </a:cubicBezTo>
                  <a:cubicBezTo>
                    <a:pt x="445" y="292"/>
                    <a:pt x="442" y="292"/>
                    <a:pt x="442" y="287"/>
                  </a:cubicBezTo>
                  <a:cubicBezTo>
                    <a:pt x="442" y="274"/>
                    <a:pt x="442" y="274"/>
                    <a:pt x="442" y="274"/>
                  </a:cubicBezTo>
                  <a:cubicBezTo>
                    <a:pt x="442" y="274"/>
                    <a:pt x="438" y="266"/>
                    <a:pt x="422" y="266"/>
                  </a:cubicBezTo>
                  <a:cubicBezTo>
                    <a:pt x="406" y="266"/>
                    <a:pt x="401" y="274"/>
                    <a:pt x="401" y="274"/>
                  </a:cubicBezTo>
                  <a:cubicBezTo>
                    <a:pt x="401" y="316"/>
                    <a:pt x="401" y="316"/>
                    <a:pt x="401" y="316"/>
                  </a:cubicBezTo>
                  <a:cubicBezTo>
                    <a:pt x="401" y="316"/>
                    <a:pt x="401" y="321"/>
                    <a:pt x="395" y="321"/>
                  </a:cubicBezTo>
                  <a:cubicBezTo>
                    <a:pt x="388" y="321"/>
                    <a:pt x="386" y="315"/>
                    <a:pt x="386" y="315"/>
                  </a:cubicBezTo>
                  <a:cubicBezTo>
                    <a:pt x="386" y="275"/>
                    <a:pt x="386" y="275"/>
                    <a:pt x="386" y="275"/>
                  </a:cubicBezTo>
                  <a:cubicBezTo>
                    <a:pt x="386" y="275"/>
                    <a:pt x="382" y="259"/>
                    <a:pt x="364" y="259"/>
                  </a:cubicBezTo>
                  <a:cubicBezTo>
                    <a:pt x="346" y="259"/>
                    <a:pt x="343" y="273"/>
                    <a:pt x="343" y="273"/>
                  </a:cubicBezTo>
                  <a:cubicBezTo>
                    <a:pt x="343" y="315"/>
                    <a:pt x="343" y="315"/>
                    <a:pt x="343" y="315"/>
                  </a:cubicBezTo>
                  <a:cubicBezTo>
                    <a:pt x="343" y="315"/>
                    <a:pt x="343" y="320"/>
                    <a:pt x="336" y="320"/>
                  </a:cubicBezTo>
                  <a:cubicBezTo>
                    <a:pt x="330" y="320"/>
                    <a:pt x="330" y="316"/>
                    <a:pt x="330" y="316"/>
                  </a:cubicBezTo>
                  <a:cubicBezTo>
                    <a:pt x="330" y="316"/>
                    <a:pt x="331" y="291"/>
                    <a:pt x="330" y="280"/>
                  </a:cubicBezTo>
                  <a:cubicBezTo>
                    <a:pt x="330" y="269"/>
                    <a:pt x="318" y="268"/>
                    <a:pt x="310" y="268"/>
                  </a:cubicBezTo>
                  <a:cubicBezTo>
                    <a:pt x="303" y="267"/>
                    <a:pt x="293" y="269"/>
                    <a:pt x="289" y="274"/>
                  </a:cubicBezTo>
                  <a:cubicBezTo>
                    <a:pt x="287" y="277"/>
                    <a:pt x="288" y="289"/>
                    <a:pt x="288" y="289"/>
                  </a:cubicBezTo>
                  <a:cubicBezTo>
                    <a:pt x="237" y="289"/>
                    <a:pt x="237" y="289"/>
                    <a:pt x="237" y="289"/>
                  </a:cubicBezTo>
                  <a:cubicBezTo>
                    <a:pt x="237" y="279"/>
                    <a:pt x="218" y="276"/>
                    <a:pt x="210" y="276"/>
                  </a:cubicBezTo>
                  <a:cubicBezTo>
                    <a:pt x="202" y="276"/>
                    <a:pt x="199" y="272"/>
                    <a:pt x="199" y="272"/>
                  </a:cubicBezTo>
                  <a:cubicBezTo>
                    <a:pt x="199" y="272"/>
                    <a:pt x="80" y="67"/>
                    <a:pt x="61" y="60"/>
                  </a:cubicBezTo>
                  <a:cubicBezTo>
                    <a:pt x="41" y="52"/>
                    <a:pt x="28" y="55"/>
                    <a:pt x="17" y="54"/>
                  </a:cubicBezTo>
                  <a:cubicBezTo>
                    <a:pt x="6" y="53"/>
                    <a:pt x="0" y="54"/>
                    <a:pt x="0" y="49"/>
                  </a:cubicBezTo>
                  <a:cubicBezTo>
                    <a:pt x="0" y="46"/>
                    <a:pt x="4" y="44"/>
                    <a:pt x="18" y="44"/>
                  </a:cubicBezTo>
                  <a:cubicBezTo>
                    <a:pt x="31" y="44"/>
                    <a:pt x="43" y="44"/>
                    <a:pt x="55" y="36"/>
                  </a:cubicBezTo>
                  <a:cubicBezTo>
                    <a:pt x="85" y="19"/>
                    <a:pt x="174" y="0"/>
                    <a:pt x="174" y="0"/>
                  </a:cubicBezTo>
                  <a:lnTo>
                    <a:pt x="424" y="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4" name="Freeform 108">
              <a:extLst>
                <a:ext uri="{FF2B5EF4-FFF2-40B4-BE49-F238E27FC236}">
                  <a16:creationId xmlns:a16="http://schemas.microsoft.com/office/drawing/2014/main" id="{DFE72345-A0F7-42CE-B026-4F3052226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093"/>
              <a:ext cx="472" cy="569"/>
            </a:xfrm>
            <a:custGeom>
              <a:avLst/>
              <a:gdLst>
                <a:gd name="T0" fmla="*/ 151 w 488"/>
                <a:gd name="T1" fmla="*/ 535 h 587"/>
                <a:gd name="T2" fmla="*/ 55 w 488"/>
                <a:gd name="T3" fmla="*/ 511 h 587"/>
                <a:gd name="T4" fmla="*/ 21 w 488"/>
                <a:gd name="T5" fmla="*/ 506 h 587"/>
                <a:gd name="T6" fmla="*/ 6 w 488"/>
                <a:gd name="T7" fmla="*/ 503 h 587"/>
                <a:gd name="T8" fmla="*/ 20 w 488"/>
                <a:gd name="T9" fmla="*/ 499 h 587"/>
                <a:gd name="T10" fmla="*/ 61 w 488"/>
                <a:gd name="T11" fmla="*/ 495 h 587"/>
                <a:gd name="T12" fmla="*/ 207 w 488"/>
                <a:gd name="T13" fmla="*/ 309 h 587"/>
                <a:gd name="T14" fmla="*/ 200 w 488"/>
                <a:gd name="T15" fmla="*/ 298 h 587"/>
                <a:gd name="T16" fmla="*/ 201 w 488"/>
                <a:gd name="T17" fmla="*/ 286 h 587"/>
                <a:gd name="T18" fmla="*/ 207 w 488"/>
                <a:gd name="T19" fmla="*/ 275 h 587"/>
                <a:gd name="T20" fmla="*/ 182 w 488"/>
                <a:gd name="T21" fmla="*/ 250 h 587"/>
                <a:gd name="T22" fmla="*/ 160 w 488"/>
                <a:gd name="T23" fmla="*/ 231 h 587"/>
                <a:gd name="T24" fmla="*/ 159 w 488"/>
                <a:gd name="T25" fmla="*/ 231 h 587"/>
                <a:gd name="T26" fmla="*/ 49 w 488"/>
                <a:gd name="T27" fmla="*/ 181 h 587"/>
                <a:gd name="T28" fmla="*/ 15 w 488"/>
                <a:gd name="T29" fmla="*/ 170 h 587"/>
                <a:gd name="T30" fmla="*/ 0 w 488"/>
                <a:gd name="T31" fmla="*/ 164 h 587"/>
                <a:gd name="T32" fmla="*/ 15 w 488"/>
                <a:gd name="T33" fmla="*/ 157 h 587"/>
                <a:gd name="T34" fmla="*/ 55 w 488"/>
                <a:gd name="T35" fmla="*/ 148 h 587"/>
                <a:gd name="T36" fmla="*/ 185 w 488"/>
                <a:gd name="T37" fmla="*/ 49 h 587"/>
                <a:gd name="T38" fmla="*/ 194 w 488"/>
                <a:gd name="T39" fmla="*/ 46 h 587"/>
                <a:gd name="T40" fmla="*/ 214 w 488"/>
                <a:gd name="T41" fmla="*/ 32 h 587"/>
                <a:gd name="T42" fmla="*/ 255 w 488"/>
                <a:gd name="T43" fmla="*/ 32 h 587"/>
                <a:gd name="T44" fmla="*/ 273 w 488"/>
                <a:gd name="T45" fmla="*/ 25 h 587"/>
                <a:gd name="T46" fmla="*/ 274 w 488"/>
                <a:gd name="T47" fmla="*/ 13 h 587"/>
                <a:gd name="T48" fmla="*/ 285 w 488"/>
                <a:gd name="T49" fmla="*/ 15 h 587"/>
                <a:gd name="T50" fmla="*/ 285 w 488"/>
                <a:gd name="T51" fmla="*/ 46 h 587"/>
                <a:gd name="T52" fmla="*/ 307 w 488"/>
                <a:gd name="T53" fmla="*/ 61 h 587"/>
                <a:gd name="T54" fmla="*/ 326 w 488"/>
                <a:gd name="T55" fmla="*/ 46 h 587"/>
                <a:gd name="T56" fmla="*/ 326 w 488"/>
                <a:gd name="T57" fmla="*/ 7 h 587"/>
                <a:gd name="T58" fmla="*/ 336 w 488"/>
                <a:gd name="T59" fmla="*/ 7 h 587"/>
                <a:gd name="T60" fmla="*/ 336 w 488"/>
                <a:gd name="T61" fmla="*/ 46 h 587"/>
                <a:gd name="T62" fmla="*/ 359 w 488"/>
                <a:gd name="T63" fmla="*/ 61 h 587"/>
                <a:gd name="T64" fmla="*/ 378 w 488"/>
                <a:gd name="T65" fmla="*/ 47 h 587"/>
                <a:gd name="T66" fmla="*/ 378 w 488"/>
                <a:gd name="T67" fmla="*/ 16 h 587"/>
                <a:gd name="T68" fmla="*/ 382 w 488"/>
                <a:gd name="T69" fmla="*/ 10 h 587"/>
                <a:gd name="T70" fmla="*/ 386 w 488"/>
                <a:gd name="T71" fmla="*/ 21 h 587"/>
                <a:gd name="T72" fmla="*/ 400 w 488"/>
                <a:gd name="T73" fmla="*/ 36 h 587"/>
                <a:gd name="T74" fmla="*/ 433 w 488"/>
                <a:gd name="T75" fmla="*/ 36 h 587"/>
                <a:gd name="T76" fmla="*/ 441 w 488"/>
                <a:gd name="T77" fmla="*/ 46 h 587"/>
                <a:gd name="T78" fmla="*/ 416 w 488"/>
                <a:gd name="T79" fmla="*/ 72 h 587"/>
                <a:gd name="T80" fmla="*/ 400 w 488"/>
                <a:gd name="T81" fmla="*/ 90 h 587"/>
                <a:gd name="T82" fmla="*/ 294 w 488"/>
                <a:gd name="T83" fmla="*/ 142 h 587"/>
                <a:gd name="T84" fmla="*/ 258 w 488"/>
                <a:gd name="T85" fmla="*/ 148 h 587"/>
                <a:gd name="T86" fmla="*/ 239 w 488"/>
                <a:gd name="T87" fmla="*/ 164 h 587"/>
                <a:gd name="T88" fmla="*/ 257 w 488"/>
                <a:gd name="T89" fmla="*/ 177 h 587"/>
                <a:gd name="T90" fmla="*/ 294 w 488"/>
                <a:gd name="T91" fmla="*/ 187 h 587"/>
                <a:gd name="T92" fmla="*/ 405 w 488"/>
                <a:gd name="T93" fmla="*/ 279 h 587"/>
                <a:gd name="T94" fmla="*/ 407 w 488"/>
                <a:gd name="T95" fmla="*/ 280 h 587"/>
                <a:gd name="T96" fmla="*/ 424 w 488"/>
                <a:gd name="T97" fmla="*/ 282 h 587"/>
                <a:gd name="T98" fmla="*/ 434 w 488"/>
                <a:gd name="T99" fmla="*/ 289 h 587"/>
                <a:gd name="T100" fmla="*/ 425 w 488"/>
                <a:gd name="T101" fmla="*/ 298 h 587"/>
                <a:gd name="T102" fmla="*/ 406 w 488"/>
                <a:gd name="T103" fmla="*/ 303 h 587"/>
                <a:gd name="T104" fmla="*/ 275 w 488"/>
                <a:gd name="T105" fmla="*/ 492 h 587"/>
                <a:gd name="T106" fmla="*/ 239 w 488"/>
                <a:gd name="T107" fmla="*/ 495 h 587"/>
                <a:gd name="T108" fmla="*/ 219 w 488"/>
                <a:gd name="T109" fmla="*/ 503 h 587"/>
                <a:gd name="T110" fmla="*/ 237 w 488"/>
                <a:gd name="T111" fmla="*/ 509 h 587"/>
                <a:gd name="T112" fmla="*/ 274 w 488"/>
                <a:gd name="T113" fmla="*/ 514 h 587"/>
                <a:gd name="T114" fmla="*/ 368 w 488"/>
                <a:gd name="T115" fmla="*/ 535 h 587"/>
                <a:gd name="T116" fmla="*/ 151 w 488"/>
                <a:gd name="T117" fmla="*/ 535 h 5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88" h="587">
                  <a:moveTo>
                    <a:pt x="166" y="587"/>
                  </a:moveTo>
                  <a:cubicBezTo>
                    <a:pt x="166" y="587"/>
                    <a:pt x="91" y="573"/>
                    <a:pt x="61" y="561"/>
                  </a:cubicBezTo>
                  <a:cubicBezTo>
                    <a:pt x="49" y="556"/>
                    <a:pt x="37" y="555"/>
                    <a:pt x="24" y="555"/>
                  </a:cubicBezTo>
                  <a:cubicBezTo>
                    <a:pt x="10" y="555"/>
                    <a:pt x="6" y="554"/>
                    <a:pt x="6" y="552"/>
                  </a:cubicBezTo>
                  <a:cubicBezTo>
                    <a:pt x="6" y="548"/>
                    <a:pt x="12" y="549"/>
                    <a:pt x="23" y="548"/>
                  </a:cubicBezTo>
                  <a:cubicBezTo>
                    <a:pt x="34" y="548"/>
                    <a:pt x="47" y="550"/>
                    <a:pt x="67" y="544"/>
                  </a:cubicBezTo>
                  <a:cubicBezTo>
                    <a:pt x="86" y="538"/>
                    <a:pt x="229" y="351"/>
                    <a:pt x="229" y="339"/>
                  </a:cubicBezTo>
                  <a:cubicBezTo>
                    <a:pt x="229" y="339"/>
                    <a:pt x="230" y="332"/>
                    <a:pt x="221" y="327"/>
                  </a:cubicBezTo>
                  <a:cubicBezTo>
                    <a:pt x="217" y="325"/>
                    <a:pt x="216" y="317"/>
                    <a:pt x="222" y="314"/>
                  </a:cubicBezTo>
                  <a:cubicBezTo>
                    <a:pt x="230" y="309"/>
                    <a:pt x="229" y="302"/>
                    <a:pt x="229" y="302"/>
                  </a:cubicBezTo>
                  <a:cubicBezTo>
                    <a:pt x="229" y="290"/>
                    <a:pt x="202" y="289"/>
                    <a:pt x="201" y="274"/>
                  </a:cubicBezTo>
                  <a:cubicBezTo>
                    <a:pt x="201" y="274"/>
                    <a:pt x="199" y="260"/>
                    <a:pt x="177" y="254"/>
                  </a:cubicBezTo>
                  <a:cubicBezTo>
                    <a:pt x="176" y="254"/>
                    <a:pt x="176" y="254"/>
                    <a:pt x="176" y="254"/>
                  </a:cubicBezTo>
                  <a:cubicBezTo>
                    <a:pt x="176" y="254"/>
                    <a:pt x="85" y="225"/>
                    <a:pt x="55" y="199"/>
                  </a:cubicBezTo>
                  <a:cubicBezTo>
                    <a:pt x="43" y="188"/>
                    <a:pt x="32" y="187"/>
                    <a:pt x="18" y="187"/>
                  </a:cubicBezTo>
                  <a:cubicBezTo>
                    <a:pt x="4" y="187"/>
                    <a:pt x="0" y="185"/>
                    <a:pt x="0" y="179"/>
                  </a:cubicBezTo>
                  <a:cubicBezTo>
                    <a:pt x="0" y="172"/>
                    <a:pt x="6" y="173"/>
                    <a:pt x="17" y="172"/>
                  </a:cubicBezTo>
                  <a:cubicBezTo>
                    <a:pt x="28" y="171"/>
                    <a:pt x="41" y="175"/>
                    <a:pt x="61" y="163"/>
                  </a:cubicBezTo>
                  <a:cubicBezTo>
                    <a:pt x="81" y="151"/>
                    <a:pt x="204" y="55"/>
                    <a:pt x="204" y="55"/>
                  </a:cubicBezTo>
                  <a:cubicBezTo>
                    <a:pt x="204" y="55"/>
                    <a:pt x="206" y="51"/>
                    <a:pt x="215" y="50"/>
                  </a:cubicBezTo>
                  <a:cubicBezTo>
                    <a:pt x="238" y="46"/>
                    <a:pt x="237" y="35"/>
                    <a:pt x="237" y="35"/>
                  </a:cubicBezTo>
                  <a:cubicBezTo>
                    <a:pt x="237" y="35"/>
                    <a:pt x="264" y="35"/>
                    <a:pt x="282" y="35"/>
                  </a:cubicBezTo>
                  <a:cubicBezTo>
                    <a:pt x="300" y="35"/>
                    <a:pt x="302" y="28"/>
                    <a:pt x="302" y="28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11" y="9"/>
                    <a:pt x="315" y="15"/>
                    <a:pt x="315" y="15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5" y="51"/>
                    <a:pt x="316" y="67"/>
                    <a:pt x="339" y="67"/>
                  </a:cubicBezTo>
                  <a:cubicBezTo>
                    <a:pt x="362" y="67"/>
                    <a:pt x="360" y="51"/>
                    <a:pt x="360" y="51"/>
                  </a:cubicBezTo>
                  <a:cubicBezTo>
                    <a:pt x="360" y="7"/>
                    <a:pt x="360" y="7"/>
                    <a:pt x="360" y="7"/>
                  </a:cubicBezTo>
                  <a:cubicBezTo>
                    <a:pt x="365" y="0"/>
                    <a:pt x="371" y="7"/>
                    <a:pt x="371" y="7"/>
                  </a:cubicBezTo>
                  <a:cubicBezTo>
                    <a:pt x="371" y="51"/>
                    <a:pt x="371" y="51"/>
                    <a:pt x="371" y="51"/>
                  </a:cubicBezTo>
                  <a:cubicBezTo>
                    <a:pt x="371" y="51"/>
                    <a:pt x="370" y="67"/>
                    <a:pt x="397" y="67"/>
                  </a:cubicBezTo>
                  <a:cubicBezTo>
                    <a:pt x="420" y="67"/>
                    <a:pt x="418" y="52"/>
                    <a:pt x="418" y="52"/>
                  </a:cubicBezTo>
                  <a:cubicBezTo>
                    <a:pt x="418" y="52"/>
                    <a:pt x="418" y="27"/>
                    <a:pt x="418" y="18"/>
                  </a:cubicBezTo>
                  <a:cubicBezTo>
                    <a:pt x="418" y="10"/>
                    <a:pt x="422" y="10"/>
                    <a:pt x="422" y="10"/>
                  </a:cubicBezTo>
                  <a:cubicBezTo>
                    <a:pt x="422" y="10"/>
                    <a:pt x="427" y="9"/>
                    <a:pt x="427" y="24"/>
                  </a:cubicBezTo>
                  <a:cubicBezTo>
                    <a:pt x="427" y="39"/>
                    <a:pt x="442" y="39"/>
                    <a:pt x="442" y="39"/>
                  </a:cubicBezTo>
                  <a:cubicBezTo>
                    <a:pt x="479" y="39"/>
                    <a:pt x="479" y="39"/>
                    <a:pt x="479" y="39"/>
                  </a:cubicBezTo>
                  <a:cubicBezTo>
                    <a:pt x="488" y="44"/>
                    <a:pt x="487" y="51"/>
                    <a:pt x="487" y="51"/>
                  </a:cubicBezTo>
                  <a:cubicBezTo>
                    <a:pt x="487" y="56"/>
                    <a:pt x="459" y="65"/>
                    <a:pt x="460" y="78"/>
                  </a:cubicBezTo>
                  <a:cubicBezTo>
                    <a:pt x="461" y="92"/>
                    <a:pt x="442" y="99"/>
                    <a:pt x="442" y="99"/>
                  </a:cubicBezTo>
                  <a:cubicBezTo>
                    <a:pt x="442" y="99"/>
                    <a:pt x="346" y="147"/>
                    <a:pt x="325" y="157"/>
                  </a:cubicBezTo>
                  <a:cubicBezTo>
                    <a:pt x="309" y="165"/>
                    <a:pt x="296" y="162"/>
                    <a:pt x="285" y="163"/>
                  </a:cubicBezTo>
                  <a:cubicBezTo>
                    <a:pt x="274" y="164"/>
                    <a:pt x="264" y="168"/>
                    <a:pt x="264" y="179"/>
                  </a:cubicBezTo>
                  <a:cubicBezTo>
                    <a:pt x="264" y="184"/>
                    <a:pt x="270" y="195"/>
                    <a:pt x="284" y="195"/>
                  </a:cubicBezTo>
                  <a:cubicBezTo>
                    <a:pt x="297" y="195"/>
                    <a:pt x="313" y="194"/>
                    <a:pt x="325" y="205"/>
                  </a:cubicBezTo>
                  <a:cubicBezTo>
                    <a:pt x="354" y="232"/>
                    <a:pt x="448" y="306"/>
                    <a:pt x="448" y="306"/>
                  </a:cubicBezTo>
                  <a:cubicBezTo>
                    <a:pt x="450" y="307"/>
                    <a:pt x="450" y="307"/>
                    <a:pt x="450" y="307"/>
                  </a:cubicBezTo>
                  <a:cubicBezTo>
                    <a:pt x="450" y="307"/>
                    <a:pt x="455" y="310"/>
                    <a:pt x="468" y="309"/>
                  </a:cubicBezTo>
                  <a:cubicBezTo>
                    <a:pt x="477" y="309"/>
                    <a:pt x="480" y="312"/>
                    <a:pt x="480" y="317"/>
                  </a:cubicBezTo>
                  <a:cubicBezTo>
                    <a:pt x="480" y="322"/>
                    <a:pt x="479" y="327"/>
                    <a:pt x="469" y="327"/>
                  </a:cubicBezTo>
                  <a:cubicBezTo>
                    <a:pt x="454" y="328"/>
                    <a:pt x="449" y="333"/>
                    <a:pt x="449" y="333"/>
                  </a:cubicBezTo>
                  <a:cubicBezTo>
                    <a:pt x="449" y="333"/>
                    <a:pt x="325" y="536"/>
                    <a:pt x="304" y="541"/>
                  </a:cubicBezTo>
                  <a:cubicBezTo>
                    <a:pt x="288" y="545"/>
                    <a:pt x="275" y="544"/>
                    <a:pt x="264" y="544"/>
                  </a:cubicBezTo>
                  <a:cubicBezTo>
                    <a:pt x="252" y="545"/>
                    <a:pt x="243" y="546"/>
                    <a:pt x="242" y="552"/>
                  </a:cubicBezTo>
                  <a:cubicBezTo>
                    <a:pt x="242" y="554"/>
                    <a:pt x="249" y="559"/>
                    <a:pt x="262" y="559"/>
                  </a:cubicBezTo>
                  <a:cubicBezTo>
                    <a:pt x="276" y="559"/>
                    <a:pt x="291" y="559"/>
                    <a:pt x="303" y="564"/>
                  </a:cubicBezTo>
                  <a:cubicBezTo>
                    <a:pt x="333" y="577"/>
                    <a:pt x="406" y="587"/>
                    <a:pt x="406" y="587"/>
                  </a:cubicBezTo>
                  <a:lnTo>
                    <a:pt x="166" y="58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5" name="Freeform 109">
              <a:extLst>
                <a:ext uri="{FF2B5EF4-FFF2-40B4-BE49-F238E27FC236}">
                  <a16:creationId xmlns:a16="http://schemas.microsoft.com/office/drawing/2014/main" id="{B0113A22-25A9-4276-8CC8-323D25B7F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093"/>
              <a:ext cx="472" cy="569"/>
            </a:xfrm>
            <a:custGeom>
              <a:avLst/>
              <a:gdLst>
                <a:gd name="T0" fmla="*/ 162 w 488"/>
                <a:gd name="T1" fmla="*/ 535 h 587"/>
                <a:gd name="T2" fmla="*/ 55 w 488"/>
                <a:gd name="T3" fmla="*/ 511 h 587"/>
                <a:gd name="T4" fmla="*/ 21 w 488"/>
                <a:gd name="T5" fmla="*/ 506 h 587"/>
                <a:gd name="T6" fmla="*/ 6 w 488"/>
                <a:gd name="T7" fmla="*/ 503 h 587"/>
                <a:gd name="T8" fmla="*/ 20 w 488"/>
                <a:gd name="T9" fmla="*/ 499 h 587"/>
                <a:gd name="T10" fmla="*/ 61 w 488"/>
                <a:gd name="T11" fmla="*/ 495 h 587"/>
                <a:gd name="T12" fmla="*/ 207 w 488"/>
                <a:gd name="T13" fmla="*/ 310 h 587"/>
                <a:gd name="T14" fmla="*/ 200 w 488"/>
                <a:gd name="T15" fmla="*/ 299 h 587"/>
                <a:gd name="T16" fmla="*/ 201 w 488"/>
                <a:gd name="T17" fmla="*/ 286 h 587"/>
                <a:gd name="T18" fmla="*/ 207 w 488"/>
                <a:gd name="T19" fmla="*/ 275 h 587"/>
                <a:gd name="T20" fmla="*/ 182 w 488"/>
                <a:gd name="T21" fmla="*/ 250 h 587"/>
                <a:gd name="T22" fmla="*/ 160 w 488"/>
                <a:gd name="T23" fmla="*/ 232 h 587"/>
                <a:gd name="T24" fmla="*/ 157 w 488"/>
                <a:gd name="T25" fmla="*/ 231 h 587"/>
                <a:gd name="T26" fmla="*/ 49 w 488"/>
                <a:gd name="T27" fmla="*/ 181 h 587"/>
                <a:gd name="T28" fmla="*/ 15 w 488"/>
                <a:gd name="T29" fmla="*/ 170 h 587"/>
                <a:gd name="T30" fmla="*/ 0 w 488"/>
                <a:gd name="T31" fmla="*/ 164 h 587"/>
                <a:gd name="T32" fmla="*/ 15 w 488"/>
                <a:gd name="T33" fmla="*/ 157 h 587"/>
                <a:gd name="T34" fmla="*/ 55 w 488"/>
                <a:gd name="T35" fmla="*/ 148 h 587"/>
                <a:gd name="T36" fmla="*/ 185 w 488"/>
                <a:gd name="T37" fmla="*/ 49 h 587"/>
                <a:gd name="T38" fmla="*/ 194 w 488"/>
                <a:gd name="T39" fmla="*/ 46 h 587"/>
                <a:gd name="T40" fmla="*/ 214 w 488"/>
                <a:gd name="T41" fmla="*/ 32 h 587"/>
                <a:gd name="T42" fmla="*/ 255 w 488"/>
                <a:gd name="T43" fmla="*/ 32 h 587"/>
                <a:gd name="T44" fmla="*/ 273 w 488"/>
                <a:gd name="T45" fmla="*/ 25 h 587"/>
                <a:gd name="T46" fmla="*/ 274 w 488"/>
                <a:gd name="T47" fmla="*/ 13 h 587"/>
                <a:gd name="T48" fmla="*/ 285 w 488"/>
                <a:gd name="T49" fmla="*/ 15 h 587"/>
                <a:gd name="T50" fmla="*/ 285 w 488"/>
                <a:gd name="T51" fmla="*/ 46 h 587"/>
                <a:gd name="T52" fmla="*/ 307 w 488"/>
                <a:gd name="T53" fmla="*/ 61 h 587"/>
                <a:gd name="T54" fmla="*/ 326 w 488"/>
                <a:gd name="T55" fmla="*/ 46 h 587"/>
                <a:gd name="T56" fmla="*/ 326 w 488"/>
                <a:gd name="T57" fmla="*/ 7 h 587"/>
                <a:gd name="T58" fmla="*/ 336 w 488"/>
                <a:gd name="T59" fmla="*/ 7 h 587"/>
                <a:gd name="T60" fmla="*/ 336 w 488"/>
                <a:gd name="T61" fmla="*/ 46 h 587"/>
                <a:gd name="T62" fmla="*/ 359 w 488"/>
                <a:gd name="T63" fmla="*/ 61 h 587"/>
                <a:gd name="T64" fmla="*/ 378 w 488"/>
                <a:gd name="T65" fmla="*/ 47 h 587"/>
                <a:gd name="T66" fmla="*/ 378 w 488"/>
                <a:gd name="T67" fmla="*/ 16 h 587"/>
                <a:gd name="T68" fmla="*/ 382 w 488"/>
                <a:gd name="T69" fmla="*/ 10 h 587"/>
                <a:gd name="T70" fmla="*/ 386 w 488"/>
                <a:gd name="T71" fmla="*/ 21 h 587"/>
                <a:gd name="T72" fmla="*/ 400 w 488"/>
                <a:gd name="T73" fmla="*/ 36 h 587"/>
                <a:gd name="T74" fmla="*/ 433 w 488"/>
                <a:gd name="T75" fmla="*/ 36 h 587"/>
                <a:gd name="T76" fmla="*/ 441 w 488"/>
                <a:gd name="T77" fmla="*/ 46 h 587"/>
                <a:gd name="T78" fmla="*/ 416 w 488"/>
                <a:gd name="T79" fmla="*/ 72 h 587"/>
                <a:gd name="T80" fmla="*/ 400 w 488"/>
                <a:gd name="T81" fmla="*/ 90 h 587"/>
                <a:gd name="T82" fmla="*/ 294 w 488"/>
                <a:gd name="T83" fmla="*/ 142 h 587"/>
                <a:gd name="T84" fmla="*/ 258 w 488"/>
                <a:gd name="T85" fmla="*/ 148 h 587"/>
                <a:gd name="T86" fmla="*/ 239 w 488"/>
                <a:gd name="T87" fmla="*/ 164 h 587"/>
                <a:gd name="T88" fmla="*/ 257 w 488"/>
                <a:gd name="T89" fmla="*/ 177 h 587"/>
                <a:gd name="T90" fmla="*/ 294 w 488"/>
                <a:gd name="T91" fmla="*/ 187 h 587"/>
                <a:gd name="T92" fmla="*/ 409 w 488"/>
                <a:gd name="T93" fmla="*/ 278 h 587"/>
                <a:gd name="T94" fmla="*/ 410 w 488"/>
                <a:gd name="T95" fmla="*/ 279 h 587"/>
                <a:gd name="T96" fmla="*/ 412 w 488"/>
                <a:gd name="T97" fmla="*/ 280 h 587"/>
                <a:gd name="T98" fmla="*/ 428 w 488"/>
                <a:gd name="T99" fmla="*/ 282 h 587"/>
                <a:gd name="T100" fmla="*/ 439 w 488"/>
                <a:gd name="T101" fmla="*/ 289 h 587"/>
                <a:gd name="T102" fmla="*/ 428 w 488"/>
                <a:gd name="T103" fmla="*/ 298 h 587"/>
                <a:gd name="T104" fmla="*/ 411 w 488"/>
                <a:gd name="T105" fmla="*/ 303 h 587"/>
                <a:gd name="T106" fmla="*/ 280 w 488"/>
                <a:gd name="T107" fmla="*/ 492 h 587"/>
                <a:gd name="T108" fmla="*/ 243 w 488"/>
                <a:gd name="T109" fmla="*/ 495 h 587"/>
                <a:gd name="T110" fmla="*/ 223 w 488"/>
                <a:gd name="T111" fmla="*/ 503 h 587"/>
                <a:gd name="T112" fmla="*/ 242 w 488"/>
                <a:gd name="T113" fmla="*/ 509 h 587"/>
                <a:gd name="T114" fmla="*/ 279 w 488"/>
                <a:gd name="T115" fmla="*/ 514 h 587"/>
                <a:gd name="T116" fmla="*/ 369 w 488"/>
                <a:gd name="T117" fmla="*/ 535 h 587"/>
                <a:gd name="T118" fmla="*/ 162 w 488"/>
                <a:gd name="T119" fmla="*/ 535 h 5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88" h="587">
                  <a:moveTo>
                    <a:pt x="180" y="587"/>
                  </a:moveTo>
                  <a:cubicBezTo>
                    <a:pt x="180" y="587"/>
                    <a:pt x="91" y="574"/>
                    <a:pt x="61" y="561"/>
                  </a:cubicBezTo>
                  <a:cubicBezTo>
                    <a:pt x="49" y="556"/>
                    <a:pt x="37" y="556"/>
                    <a:pt x="24" y="556"/>
                  </a:cubicBezTo>
                  <a:cubicBezTo>
                    <a:pt x="10" y="556"/>
                    <a:pt x="6" y="554"/>
                    <a:pt x="6" y="552"/>
                  </a:cubicBezTo>
                  <a:cubicBezTo>
                    <a:pt x="6" y="548"/>
                    <a:pt x="12" y="549"/>
                    <a:pt x="23" y="548"/>
                  </a:cubicBezTo>
                  <a:cubicBezTo>
                    <a:pt x="34" y="548"/>
                    <a:pt x="47" y="550"/>
                    <a:pt x="67" y="544"/>
                  </a:cubicBezTo>
                  <a:cubicBezTo>
                    <a:pt x="86" y="539"/>
                    <a:pt x="229" y="352"/>
                    <a:pt x="229" y="340"/>
                  </a:cubicBezTo>
                  <a:cubicBezTo>
                    <a:pt x="229" y="340"/>
                    <a:pt x="230" y="333"/>
                    <a:pt x="221" y="328"/>
                  </a:cubicBezTo>
                  <a:cubicBezTo>
                    <a:pt x="217" y="325"/>
                    <a:pt x="216" y="318"/>
                    <a:pt x="222" y="314"/>
                  </a:cubicBezTo>
                  <a:cubicBezTo>
                    <a:pt x="230" y="310"/>
                    <a:pt x="229" y="302"/>
                    <a:pt x="229" y="302"/>
                  </a:cubicBezTo>
                  <a:cubicBezTo>
                    <a:pt x="229" y="290"/>
                    <a:pt x="202" y="290"/>
                    <a:pt x="201" y="274"/>
                  </a:cubicBezTo>
                  <a:cubicBezTo>
                    <a:pt x="201" y="274"/>
                    <a:pt x="199" y="260"/>
                    <a:pt x="177" y="255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85" y="225"/>
                    <a:pt x="55" y="199"/>
                  </a:cubicBezTo>
                  <a:cubicBezTo>
                    <a:pt x="43" y="188"/>
                    <a:pt x="32" y="187"/>
                    <a:pt x="18" y="187"/>
                  </a:cubicBezTo>
                  <a:cubicBezTo>
                    <a:pt x="4" y="187"/>
                    <a:pt x="0" y="185"/>
                    <a:pt x="0" y="179"/>
                  </a:cubicBezTo>
                  <a:cubicBezTo>
                    <a:pt x="0" y="172"/>
                    <a:pt x="6" y="173"/>
                    <a:pt x="17" y="172"/>
                  </a:cubicBezTo>
                  <a:cubicBezTo>
                    <a:pt x="28" y="171"/>
                    <a:pt x="41" y="175"/>
                    <a:pt x="61" y="163"/>
                  </a:cubicBezTo>
                  <a:cubicBezTo>
                    <a:pt x="81" y="151"/>
                    <a:pt x="204" y="55"/>
                    <a:pt x="204" y="55"/>
                  </a:cubicBezTo>
                  <a:cubicBezTo>
                    <a:pt x="204" y="55"/>
                    <a:pt x="206" y="51"/>
                    <a:pt x="215" y="50"/>
                  </a:cubicBezTo>
                  <a:cubicBezTo>
                    <a:pt x="238" y="46"/>
                    <a:pt x="237" y="35"/>
                    <a:pt x="237" y="35"/>
                  </a:cubicBezTo>
                  <a:cubicBezTo>
                    <a:pt x="237" y="35"/>
                    <a:pt x="264" y="35"/>
                    <a:pt x="282" y="35"/>
                  </a:cubicBezTo>
                  <a:cubicBezTo>
                    <a:pt x="300" y="35"/>
                    <a:pt x="302" y="28"/>
                    <a:pt x="302" y="28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11" y="9"/>
                    <a:pt x="315" y="15"/>
                    <a:pt x="315" y="15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5" y="51"/>
                    <a:pt x="316" y="67"/>
                    <a:pt x="339" y="67"/>
                  </a:cubicBezTo>
                  <a:cubicBezTo>
                    <a:pt x="362" y="67"/>
                    <a:pt x="360" y="51"/>
                    <a:pt x="360" y="51"/>
                  </a:cubicBezTo>
                  <a:cubicBezTo>
                    <a:pt x="360" y="7"/>
                    <a:pt x="360" y="7"/>
                    <a:pt x="360" y="7"/>
                  </a:cubicBezTo>
                  <a:cubicBezTo>
                    <a:pt x="365" y="0"/>
                    <a:pt x="371" y="7"/>
                    <a:pt x="371" y="7"/>
                  </a:cubicBezTo>
                  <a:cubicBezTo>
                    <a:pt x="371" y="51"/>
                    <a:pt x="371" y="51"/>
                    <a:pt x="371" y="51"/>
                  </a:cubicBezTo>
                  <a:cubicBezTo>
                    <a:pt x="371" y="51"/>
                    <a:pt x="370" y="67"/>
                    <a:pt x="397" y="67"/>
                  </a:cubicBezTo>
                  <a:cubicBezTo>
                    <a:pt x="420" y="67"/>
                    <a:pt x="418" y="52"/>
                    <a:pt x="418" y="52"/>
                  </a:cubicBezTo>
                  <a:cubicBezTo>
                    <a:pt x="418" y="52"/>
                    <a:pt x="418" y="27"/>
                    <a:pt x="418" y="18"/>
                  </a:cubicBezTo>
                  <a:cubicBezTo>
                    <a:pt x="418" y="10"/>
                    <a:pt x="422" y="10"/>
                    <a:pt x="422" y="10"/>
                  </a:cubicBezTo>
                  <a:cubicBezTo>
                    <a:pt x="422" y="10"/>
                    <a:pt x="427" y="9"/>
                    <a:pt x="427" y="24"/>
                  </a:cubicBezTo>
                  <a:cubicBezTo>
                    <a:pt x="427" y="39"/>
                    <a:pt x="442" y="39"/>
                    <a:pt x="442" y="39"/>
                  </a:cubicBezTo>
                  <a:cubicBezTo>
                    <a:pt x="479" y="39"/>
                    <a:pt x="479" y="39"/>
                    <a:pt x="479" y="39"/>
                  </a:cubicBezTo>
                  <a:cubicBezTo>
                    <a:pt x="488" y="44"/>
                    <a:pt x="487" y="51"/>
                    <a:pt x="487" y="51"/>
                  </a:cubicBezTo>
                  <a:cubicBezTo>
                    <a:pt x="487" y="56"/>
                    <a:pt x="459" y="65"/>
                    <a:pt x="460" y="78"/>
                  </a:cubicBezTo>
                  <a:cubicBezTo>
                    <a:pt x="461" y="92"/>
                    <a:pt x="442" y="99"/>
                    <a:pt x="442" y="99"/>
                  </a:cubicBezTo>
                  <a:cubicBezTo>
                    <a:pt x="442" y="99"/>
                    <a:pt x="346" y="147"/>
                    <a:pt x="325" y="157"/>
                  </a:cubicBezTo>
                  <a:cubicBezTo>
                    <a:pt x="309" y="165"/>
                    <a:pt x="296" y="162"/>
                    <a:pt x="285" y="163"/>
                  </a:cubicBezTo>
                  <a:cubicBezTo>
                    <a:pt x="274" y="164"/>
                    <a:pt x="264" y="168"/>
                    <a:pt x="264" y="179"/>
                  </a:cubicBezTo>
                  <a:cubicBezTo>
                    <a:pt x="264" y="184"/>
                    <a:pt x="270" y="195"/>
                    <a:pt x="284" y="195"/>
                  </a:cubicBezTo>
                  <a:cubicBezTo>
                    <a:pt x="297" y="195"/>
                    <a:pt x="313" y="194"/>
                    <a:pt x="325" y="205"/>
                  </a:cubicBezTo>
                  <a:cubicBezTo>
                    <a:pt x="354" y="232"/>
                    <a:pt x="452" y="305"/>
                    <a:pt x="452" y="305"/>
                  </a:cubicBezTo>
                  <a:cubicBezTo>
                    <a:pt x="453" y="306"/>
                    <a:pt x="453" y="306"/>
                    <a:pt x="453" y="306"/>
                  </a:cubicBezTo>
                  <a:cubicBezTo>
                    <a:pt x="455" y="307"/>
                    <a:pt x="455" y="307"/>
                    <a:pt x="455" y="307"/>
                  </a:cubicBezTo>
                  <a:cubicBezTo>
                    <a:pt x="455" y="307"/>
                    <a:pt x="460" y="310"/>
                    <a:pt x="473" y="309"/>
                  </a:cubicBezTo>
                  <a:cubicBezTo>
                    <a:pt x="482" y="309"/>
                    <a:pt x="485" y="312"/>
                    <a:pt x="485" y="317"/>
                  </a:cubicBezTo>
                  <a:cubicBezTo>
                    <a:pt x="485" y="322"/>
                    <a:pt x="484" y="327"/>
                    <a:pt x="473" y="327"/>
                  </a:cubicBezTo>
                  <a:cubicBezTo>
                    <a:pt x="459" y="328"/>
                    <a:pt x="454" y="333"/>
                    <a:pt x="454" y="333"/>
                  </a:cubicBezTo>
                  <a:cubicBezTo>
                    <a:pt x="454" y="333"/>
                    <a:pt x="330" y="536"/>
                    <a:pt x="309" y="541"/>
                  </a:cubicBezTo>
                  <a:cubicBezTo>
                    <a:pt x="293" y="545"/>
                    <a:pt x="280" y="544"/>
                    <a:pt x="269" y="544"/>
                  </a:cubicBezTo>
                  <a:cubicBezTo>
                    <a:pt x="257" y="545"/>
                    <a:pt x="248" y="546"/>
                    <a:pt x="247" y="552"/>
                  </a:cubicBezTo>
                  <a:cubicBezTo>
                    <a:pt x="247" y="554"/>
                    <a:pt x="254" y="559"/>
                    <a:pt x="267" y="559"/>
                  </a:cubicBezTo>
                  <a:cubicBezTo>
                    <a:pt x="281" y="559"/>
                    <a:pt x="296" y="559"/>
                    <a:pt x="308" y="564"/>
                  </a:cubicBezTo>
                  <a:cubicBezTo>
                    <a:pt x="338" y="577"/>
                    <a:pt x="408" y="587"/>
                    <a:pt x="408" y="587"/>
                  </a:cubicBezTo>
                  <a:lnTo>
                    <a:pt x="180" y="58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6" name="Freeform 110">
              <a:extLst>
                <a:ext uri="{FF2B5EF4-FFF2-40B4-BE49-F238E27FC236}">
                  <a16:creationId xmlns:a16="http://schemas.microsoft.com/office/drawing/2014/main" id="{9810A3B2-E320-4A06-8A9E-E61366226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093"/>
              <a:ext cx="476" cy="569"/>
            </a:xfrm>
            <a:custGeom>
              <a:avLst/>
              <a:gdLst>
                <a:gd name="T0" fmla="*/ 161 w 492"/>
                <a:gd name="T1" fmla="*/ 535 h 587"/>
                <a:gd name="T2" fmla="*/ 53 w 492"/>
                <a:gd name="T3" fmla="*/ 511 h 587"/>
                <a:gd name="T4" fmla="*/ 19 w 492"/>
                <a:gd name="T5" fmla="*/ 506 h 587"/>
                <a:gd name="T6" fmla="*/ 4 w 492"/>
                <a:gd name="T7" fmla="*/ 503 h 587"/>
                <a:gd name="T8" fmla="*/ 18 w 492"/>
                <a:gd name="T9" fmla="*/ 499 h 587"/>
                <a:gd name="T10" fmla="*/ 59 w 492"/>
                <a:gd name="T11" fmla="*/ 495 h 587"/>
                <a:gd name="T12" fmla="*/ 206 w 492"/>
                <a:gd name="T13" fmla="*/ 309 h 587"/>
                <a:gd name="T14" fmla="*/ 198 w 492"/>
                <a:gd name="T15" fmla="*/ 298 h 587"/>
                <a:gd name="T16" fmla="*/ 199 w 492"/>
                <a:gd name="T17" fmla="*/ 286 h 587"/>
                <a:gd name="T18" fmla="*/ 206 w 492"/>
                <a:gd name="T19" fmla="*/ 275 h 587"/>
                <a:gd name="T20" fmla="*/ 181 w 492"/>
                <a:gd name="T21" fmla="*/ 250 h 587"/>
                <a:gd name="T22" fmla="*/ 159 w 492"/>
                <a:gd name="T23" fmla="*/ 231 h 587"/>
                <a:gd name="T24" fmla="*/ 158 w 492"/>
                <a:gd name="T25" fmla="*/ 231 h 587"/>
                <a:gd name="T26" fmla="*/ 49 w 492"/>
                <a:gd name="T27" fmla="*/ 181 h 587"/>
                <a:gd name="T28" fmla="*/ 15 w 492"/>
                <a:gd name="T29" fmla="*/ 170 h 587"/>
                <a:gd name="T30" fmla="*/ 0 w 492"/>
                <a:gd name="T31" fmla="*/ 164 h 587"/>
                <a:gd name="T32" fmla="*/ 15 w 492"/>
                <a:gd name="T33" fmla="*/ 157 h 587"/>
                <a:gd name="T34" fmla="*/ 55 w 492"/>
                <a:gd name="T35" fmla="*/ 148 h 587"/>
                <a:gd name="T36" fmla="*/ 184 w 492"/>
                <a:gd name="T37" fmla="*/ 49 h 587"/>
                <a:gd name="T38" fmla="*/ 193 w 492"/>
                <a:gd name="T39" fmla="*/ 46 h 587"/>
                <a:gd name="T40" fmla="*/ 215 w 492"/>
                <a:gd name="T41" fmla="*/ 32 h 587"/>
                <a:gd name="T42" fmla="*/ 255 w 492"/>
                <a:gd name="T43" fmla="*/ 32 h 587"/>
                <a:gd name="T44" fmla="*/ 273 w 492"/>
                <a:gd name="T45" fmla="*/ 25 h 587"/>
                <a:gd name="T46" fmla="*/ 274 w 492"/>
                <a:gd name="T47" fmla="*/ 13 h 587"/>
                <a:gd name="T48" fmla="*/ 285 w 492"/>
                <a:gd name="T49" fmla="*/ 15 h 587"/>
                <a:gd name="T50" fmla="*/ 285 w 492"/>
                <a:gd name="T51" fmla="*/ 46 h 587"/>
                <a:gd name="T52" fmla="*/ 306 w 492"/>
                <a:gd name="T53" fmla="*/ 61 h 587"/>
                <a:gd name="T54" fmla="*/ 326 w 492"/>
                <a:gd name="T55" fmla="*/ 46 h 587"/>
                <a:gd name="T56" fmla="*/ 326 w 492"/>
                <a:gd name="T57" fmla="*/ 7 h 587"/>
                <a:gd name="T58" fmla="*/ 336 w 492"/>
                <a:gd name="T59" fmla="*/ 7 h 587"/>
                <a:gd name="T60" fmla="*/ 336 w 492"/>
                <a:gd name="T61" fmla="*/ 46 h 587"/>
                <a:gd name="T62" fmla="*/ 359 w 492"/>
                <a:gd name="T63" fmla="*/ 61 h 587"/>
                <a:gd name="T64" fmla="*/ 378 w 492"/>
                <a:gd name="T65" fmla="*/ 47 h 587"/>
                <a:gd name="T66" fmla="*/ 378 w 492"/>
                <a:gd name="T67" fmla="*/ 16 h 587"/>
                <a:gd name="T68" fmla="*/ 382 w 492"/>
                <a:gd name="T69" fmla="*/ 10 h 587"/>
                <a:gd name="T70" fmla="*/ 387 w 492"/>
                <a:gd name="T71" fmla="*/ 21 h 587"/>
                <a:gd name="T72" fmla="*/ 401 w 492"/>
                <a:gd name="T73" fmla="*/ 36 h 587"/>
                <a:gd name="T74" fmla="*/ 433 w 492"/>
                <a:gd name="T75" fmla="*/ 36 h 587"/>
                <a:gd name="T76" fmla="*/ 440 w 492"/>
                <a:gd name="T77" fmla="*/ 46 h 587"/>
                <a:gd name="T78" fmla="*/ 416 w 492"/>
                <a:gd name="T79" fmla="*/ 72 h 587"/>
                <a:gd name="T80" fmla="*/ 400 w 492"/>
                <a:gd name="T81" fmla="*/ 90 h 587"/>
                <a:gd name="T82" fmla="*/ 294 w 492"/>
                <a:gd name="T83" fmla="*/ 142 h 587"/>
                <a:gd name="T84" fmla="*/ 258 w 492"/>
                <a:gd name="T85" fmla="*/ 148 h 587"/>
                <a:gd name="T86" fmla="*/ 238 w 492"/>
                <a:gd name="T87" fmla="*/ 164 h 587"/>
                <a:gd name="T88" fmla="*/ 256 w 492"/>
                <a:gd name="T89" fmla="*/ 177 h 587"/>
                <a:gd name="T90" fmla="*/ 294 w 492"/>
                <a:gd name="T91" fmla="*/ 187 h 587"/>
                <a:gd name="T92" fmla="*/ 408 w 492"/>
                <a:gd name="T93" fmla="*/ 243 h 587"/>
                <a:gd name="T94" fmla="*/ 409 w 492"/>
                <a:gd name="T95" fmla="*/ 243 h 587"/>
                <a:gd name="T96" fmla="*/ 411 w 492"/>
                <a:gd name="T97" fmla="*/ 244 h 587"/>
                <a:gd name="T98" fmla="*/ 427 w 492"/>
                <a:gd name="T99" fmla="*/ 247 h 587"/>
                <a:gd name="T100" fmla="*/ 438 w 492"/>
                <a:gd name="T101" fmla="*/ 253 h 587"/>
                <a:gd name="T102" fmla="*/ 428 w 492"/>
                <a:gd name="T103" fmla="*/ 263 h 587"/>
                <a:gd name="T104" fmla="*/ 410 w 492"/>
                <a:gd name="T105" fmla="*/ 268 h 587"/>
                <a:gd name="T106" fmla="*/ 278 w 492"/>
                <a:gd name="T107" fmla="*/ 476 h 587"/>
                <a:gd name="T108" fmla="*/ 242 w 492"/>
                <a:gd name="T109" fmla="*/ 479 h 587"/>
                <a:gd name="T110" fmla="*/ 223 w 492"/>
                <a:gd name="T111" fmla="*/ 487 h 587"/>
                <a:gd name="T112" fmla="*/ 241 w 492"/>
                <a:gd name="T113" fmla="*/ 492 h 587"/>
                <a:gd name="T114" fmla="*/ 278 w 492"/>
                <a:gd name="T115" fmla="*/ 497 h 587"/>
                <a:gd name="T116" fmla="*/ 446 w 492"/>
                <a:gd name="T117" fmla="*/ 535 h 587"/>
                <a:gd name="T118" fmla="*/ 161 w 492"/>
                <a:gd name="T119" fmla="*/ 535 h 5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92" h="587">
                  <a:moveTo>
                    <a:pt x="178" y="587"/>
                  </a:moveTo>
                  <a:cubicBezTo>
                    <a:pt x="178" y="587"/>
                    <a:pt x="89" y="574"/>
                    <a:pt x="59" y="561"/>
                  </a:cubicBezTo>
                  <a:cubicBezTo>
                    <a:pt x="47" y="556"/>
                    <a:pt x="35" y="555"/>
                    <a:pt x="22" y="555"/>
                  </a:cubicBezTo>
                  <a:cubicBezTo>
                    <a:pt x="8" y="555"/>
                    <a:pt x="4" y="554"/>
                    <a:pt x="4" y="552"/>
                  </a:cubicBezTo>
                  <a:cubicBezTo>
                    <a:pt x="4" y="548"/>
                    <a:pt x="10" y="549"/>
                    <a:pt x="21" y="548"/>
                  </a:cubicBezTo>
                  <a:cubicBezTo>
                    <a:pt x="32" y="548"/>
                    <a:pt x="45" y="550"/>
                    <a:pt x="65" y="544"/>
                  </a:cubicBezTo>
                  <a:cubicBezTo>
                    <a:pt x="84" y="538"/>
                    <a:pt x="227" y="351"/>
                    <a:pt x="227" y="339"/>
                  </a:cubicBezTo>
                  <a:cubicBezTo>
                    <a:pt x="227" y="339"/>
                    <a:pt x="228" y="332"/>
                    <a:pt x="219" y="327"/>
                  </a:cubicBezTo>
                  <a:cubicBezTo>
                    <a:pt x="215" y="325"/>
                    <a:pt x="214" y="317"/>
                    <a:pt x="220" y="314"/>
                  </a:cubicBezTo>
                  <a:cubicBezTo>
                    <a:pt x="228" y="309"/>
                    <a:pt x="227" y="302"/>
                    <a:pt x="227" y="302"/>
                  </a:cubicBezTo>
                  <a:cubicBezTo>
                    <a:pt x="227" y="290"/>
                    <a:pt x="200" y="289"/>
                    <a:pt x="199" y="274"/>
                  </a:cubicBezTo>
                  <a:cubicBezTo>
                    <a:pt x="199" y="274"/>
                    <a:pt x="197" y="260"/>
                    <a:pt x="175" y="254"/>
                  </a:cubicBezTo>
                  <a:cubicBezTo>
                    <a:pt x="175" y="254"/>
                    <a:pt x="174" y="254"/>
                    <a:pt x="174" y="254"/>
                  </a:cubicBezTo>
                  <a:cubicBezTo>
                    <a:pt x="173" y="254"/>
                    <a:pt x="84" y="225"/>
                    <a:pt x="55" y="199"/>
                  </a:cubicBezTo>
                  <a:cubicBezTo>
                    <a:pt x="43" y="188"/>
                    <a:pt x="31" y="187"/>
                    <a:pt x="18" y="187"/>
                  </a:cubicBezTo>
                  <a:cubicBezTo>
                    <a:pt x="4" y="187"/>
                    <a:pt x="0" y="185"/>
                    <a:pt x="0" y="179"/>
                  </a:cubicBezTo>
                  <a:cubicBezTo>
                    <a:pt x="0" y="172"/>
                    <a:pt x="5" y="173"/>
                    <a:pt x="17" y="172"/>
                  </a:cubicBezTo>
                  <a:cubicBezTo>
                    <a:pt x="28" y="171"/>
                    <a:pt x="41" y="175"/>
                    <a:pt x="61" y="163"/>
                  </a:cubicBezTo>
                  <a:cubicBezTo>
                    <a:pt x="80" y="151"/>
                    <a:pt x="203" y="55"/>
                    <a:pt x="203" y="55"/>
                  </a:cubicBezTo>
                  <a:cubicBezTo>
                    <a:pt x="203" y="55"/>
                    <a:pt x="206" y="51"/>
                    <a:pt x="214" y="50"/>
                  </a:cubicBezTo>
                  <a:cubicBezTo>
                    <a:pt x="238" y="46"/>
                    <a:pt x="237" y="35"/>
                    <a:pt x="237" y="35"/>
                  </a:cubicBezTo>
                  <a:cubicBezTo>
                    <a:pt x="237" y="35"/>
                    <a:pt x="264" y="35"/>
                    <a:pt x="282" y="35"/>
                  </a:cubicBezTo>
                  <a:cubicBezTo>
                    <a:pt x="300" y="35"/>
                    <a:pt x="301" y="28"/>
                    <a:pt x="301" y="28"/>
                  </a:cubicBezTo>
                  <a:cubicBezTo>
                    <a:pt x="302" y="13"/>
                    <a:pt x="302" y="13"/>
                    <a:pt x="302" y="13"/>
                  </a:cubicBezTo>
                  <a:cubicBezTo>
                    <a:pt x="310" y="9"/>
                    <a:pt x="315" y="15"/>
                    <a:pt x="315" y="15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5" y="51"/>
                    <a:pt x="315" y="67"/>
                    <a:pt x="338" y="67"/>
                  </a:cubicBezTo>
                  <a:cubicBezTo>
                    <a:pt x="362" y="67"/>
                    <a:pt x="360" y="51"/>
                    <a:pt x="360" y="51"/>
                  </a:cubicBezTo>
                  <a:cubicBezTo>
                    <a:pt x="360" y="7"/>
                    <a:pt x="360" y="7"/>
                    <a:pt x="360" y="7"/>
                  </a:cubicBezTo>
                  <a:cubicBezTo>
                    <a:pt x="364" y="0"/>
                    <a:pt x="371" y="7"/>
                    <a:pt x="371" y="7"/>
                  </a:cubicBezTo>
                  <a:cubicBezTo>
                    <a:pt x="371" y="51"/>
                    <a:pt x="371" y="51"/>
                    <a:pt x="371" y="51"/>
                  </a:cubicBezTo>
                  <a:cubicBezTo>
                    <a:pt x="371" y="51"/>
                    <a:pt x="369" y="67"/>
                    <a:pt x="396" y="67"/>
                  </a:cubicBezTo>
                  <a:cubicBezTo>
                    <a:pt x="420" y="67"/>
                    <a:pt x="418" y="52"/>
                    <a:pt x="418" y="52"/>
                  </a:cubicBezTo>
                  <a:cubicBezTo>
                    <a:pt x="418" y="52"/>
                    <a:pt x="418" y="27"/>
                    <a:pt x="418" y="18"/>
                  </a:cubicBezTo>
                  <a:cubicBezTo>
                    <a:pt x="418" y="10"/>
                    <a:pt x="422" y="10"/>
                    <a:pt x="422" y="10"/>
                  </a:cubicBezTo>
                  <a:cubicBezTo>
                    <a:pt x="422" y="10"/>
                    <a:pt x="427" y="9"/>
                    <a:pt x="427" y="24"/>
                  </a:cubicBezTo>
                  <a:cubicBezTo>
                    <a:pt x="427" y="39"/>
                    <a:pt x="442" y="39"/>
                    <a:pt x="442" y="39"/>
                  </a:cubicBezTo>
                  <a:cubicBezTo>
                    <a:pt x="479" y="39"/>
                    <a:pt x="479" y="39"/>
                    <a:pt x="479" y="39"/>
                  </a:cubicBezTo>
                  <a:cubicBezTo>
                    <a:pt x="487" y="44"/>
                    <a:pt x="486" y="51"/>
                    <a:pt x="486" y="51"/>
                  </a:cubicBezTo>
                  <a:cubicBezTo>
                    <a:pt x="487" y="56"/>
                    <a:pt x="458" y="65"/>
                    <a:pt x="459" y="78"/>
                  </a:cubicBezTo>
                  <a:cubicBezTo>
                    <a:pt x="461" y="92"/>
                    <a:pt x="441" y="99"/>
                    <a:pt x="441" y="99"/>
                  </a:cubicBezTo>
                  <a:cubicBezTo>
                    <a:pt x="441" y="99"/>
                    <a:pt x="346" y="147"/>
                    <a:pt x="325" y="157"/>
                  </a:cubicBezTo>
                  <a:cubicBezTo>
                    <a:pt x="309" y="165"/>
                    <a:pt x="296" y="162"/>
                    <a:pt x="285" y="163"/>
                  </a:cubicBezTo>
                  <a:cubicBezTo>
                    <a:pt x="274" y="164"/>
                    <a:pt x="264" y="168"/>
                    <a:pt x="263" y="179"/>
                  </a:cubicBezTo>
                  <a:cubicBezTo>
                    <a:pt x="263" y="184"/>
                    <a:pt x="270" y="195"/>
                    <a:pt x="283" y="195"/>
                  </a:cubicBezTo>
                  <a:cubicBezTo>
                    <a:pt x="297" y="195"/>
                    <a:pt x="312" y="194"/>
                    <a:pt x="325" y="205"/>
                  </a:cubicBezTo>
                  <a:cubicBezTo>
                    <a:pt x="354" y="232"/>
                    <a:pt x="451" y="267"/>
                    <a:pt x="451" y="267"/>
                  </a:cubicBezTo>
                  <a:cubicBezTo>
                    <a:pt x="452" y="267"/>
                    <a:pt x="452" y="267"/>
                    <a:pt x="452" y="267"/>
                  </a:cubicBezTo>
                  <a:cubicBezTo>
                    <a:pt x="454" y="268"/>
                    <a:pt x="454" y="268"/>
                    <a:pt x="454" y="268"/>
                  </a:cubicBezTo>
                  <a:cubicBezTo>
                    <a:pt x="454" y="268"/>
                    <a:pt x="459" y="271"/>
                    <a:pt x="471" y="271"/>
                  </a:cubicBezTo>
                  <a:cubicBezTo>
                    <a:pt x="481" y="270"/>
                    <a:pt x="484" y="273"/>
                    <a:pt x="484" y="278"/>
                  </a:cubicBezTo>
                  <a:cubicBezTo>
                    <a:pt x="484" y="283"/>
                    <a:pt x="483" y="289"/>
                    <a:pt x="472" y="289"/>
                  </a:cubicBezTo>
                  <a:cubicBezTo>
                    <a:pt x="458" y="289"/>
                    <a:pt x="453" y="294"/>
                    <a:pt x="453" y="294"/>
                  </a:cubicBezTo>
                  <a:cubicBezTo>
                    <a:pt x="453" y="294"/>
                    <a:pt x="329" y="518"/>
                    <a:pt x="307" y="523"/>
                  </a:cubicBezTo>
                  <a:cubicBezTo>
                    <a:pt x="291" y="527"/>
                    <a:pt x="279" y="525"/>
                    <a:pt x="267" y="526"/>
                  </a:cubicBezTo>
                  <a:cubicBezTo>
                    <a:pt x="256" y="526"/>
                    <a:pt x="246" y="528"/>
                    <a:pt x="246" y="534"/>
                  </a:cubicBezTo>
                  <a:cubicBezTo>
                    <a:pt x="246" y="536"/>
                    <a:pt x="252" y="541"/>
                    <a:pt x="266" y="541"/>
                  </a:cubicBezTo>
                  <a:cubicBezTo>
                    <a:pt x="279" y="541"/>
                    <a:pt x="295" y="541"/>
                    <a:pt x="307" y="546"/>
                  </a:cubicBezTo>
                  <a:cubicBezTo>
                    <a:pt x="337" y="559"/>
                    <a:pt x="492" y="587"/>
                    <a:pt x="492" y="587"/>
                  </a:cubicBezTo>
                  <a:lnTo>
                    <a:pt x="178" y="58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7" name="Freeform 111">
              <a:extLst>
                <a:ext uri="{FF2B5EF4-FFF2-40B4-BE49-F238E27FC236}">
                  <a16:creationId xmlns:a16="http://schemas.microsoft.com/office/drawing/2014/main" id="{F6EF5684-B606-4B5A-AB31-EF86B5FCE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093"/>
              <a:ext cx="471" cy="569"/>
            </a:xfrm>
            <a:custGeom>
              <a:avLst/>
              <a:gdLst>
                <a:gd name="T0" fmla="*/ 367 w 487"/>
                <a:gd name="T1" fmla="*/ 535 h 587"/>
                <a:gd name="T2" fmla="*/ 278 w 487"/>
                <a:gd name="T3" fmla="*/ 514 h 587"/>
                <a:gd name="T4" fmla="*/ 241 w 487"/>
                <a:gd name="T5" fmla="*/ 509 h 587"/>
                <a:gd name="T6" fmla="*/ 222 w 487"/>
                <a:gd name="T7" fmla="*/ 503 h 587"/>
                <a:gd name="T8" fmla="*/ 242 w 487"/>
                <a:gd name="T9" fmla="*/ 495 h 587"/>
                <a:gd name="T10" fmla="*/ 279 w 487"/>
                <a:gd name="T11" fmla="*/ 493 h 587"/>
                <a:gd name="T12" fmla="*/ 410 w 487"/>
                <a:gd name="T13" fmla="*/ 303 h 587"/>
                <a:gd name="T14" fmla="*/ 427 w 487"/>
                <a:gd name="T15" fmla="*/ 299 h 587"/>
                <a:gd name="T16" fmla="*/ 438 w 487"/>
                <a:gd name="T17" fmla="*/ 289 h 587"/>
                <a:gd name="T18" fmla="*/ 427 w 487"/>
                <a:gd name="T19" fmla="*/ 282 h 587"/>
                <a:gd name="T20" fmla="*/ 411 w 487"/>
                <a:gd name="T21" fmla="*/ 280 h 587"/>
                <a:gd name="T22" fmla="*/ 409 w 487"/>
                <a:gd name="T23" fmla="*/ 279 h 587"/>
                <a:gd name="T24" fmla="*/ 408 w 487"/>
                <a:gd name="T25" fmla="*/ 279 h 587"/>
                <a:gd name="T26" fmla="*/ 294 w 487"/>
                <a:gd name="T27" fmla="*/ 187 h 587"/>
                <a:gd name="T28" fmla="*/ 257 w 487"/>
                <a:gd name="T29" fmla="*/ 177 h 587"/>
                <a:gd name="T30" fmla="*/ 239 w 487"/>
                <a:gd name="T31" fmla="*/ 164 h 587"/>
                <a:gd name="T32" fmla="*/ 258 w 487"/>
                <a:gd name="T33" fmla="*/ 148 h 587"/>
                <a:gd name="T34" fmla="*/ 294 w 487"/>
                <a:gd name="T35" fmla="*/ 142 h 587"/>
                <a:gd name="T36" fmla="*/ 399 w 487"/>
                <a:gd name="T37" fmla="*/ 90 h 587"/>
                <a:gd name="T38" fmla="*/ 416 w 487"/>
                <a:gd name="T39" fmla="*/ 72 h 587"/>
                <a:gd name="T40" fmla="*/ 440 w 487"/>
                <a:gd name="T41" fmla="*/ 46 h 587"/>
                <a:gd name="T42" fmla="*/ 433 w 487"/>
                <a:gd name="T43" fmla="*/ 36 h 587"/>
                <a:gd name="T44" fmla="*/ 399 w 487"/>
                <a:gd name="T45" fmla="*/ 36 h 587"/>
                <a:gd name="T46" fmla="*/ 386 w 487"/>
                <a:gd name="T47" fmla="*/ 21 h 587"/>
                <a:gd name="T48" fmla="*/ 382 w 487"/>
                <a:gd name="T49" fmla="*/ 10 h 587"/>
                <a:gd name="T50" fmla="*/ 378 w 487"/>
                <a:gd name="T51" fmla="*/ 16 h 587"/>
                <a:gd name="T52" fmla="*/ 378 w 487"/>
                <a:gd name="T53" fmla="*/ 47 h 587"/>
                <a:gd name="T54" fmla="*/ 359 w 487"/>
                <a:gd name="T55" fmla="*/ 61 h 587"/>
                <a:gd name="T56" fmla="*/ 336 w 487"/>
                <a:gd name="T57" fmla="*/ 46 h 587"/>
                <a:gd name="T58" fmla="*/ 336 w 487"/>
                <a:gd name="T59" fmla="*/ 7 h 587"/>
                <a:gd name="T60" fmla="*/ 326 w 487"/>
                <a:gd name="T61" fmla="*/ 7 h 587"/>
                <a:gd name="T62" fmla="*/ 326 w 487"/>
                <a:gd name="T63" fmla="*/ 46 h 587"/>
                <a:gd name="T64" fmla="*/ 307 w 487"/>
                <a:gd name="T65" fmla="*/ 61 h 587"/>
                <a:gd name="T66" fmla="*/ 285 w 487"/>
                <a:gd name="T67" fmla="*/ 46 h 587"/>
                <a:gd name="T68" fmla="*/ 285 w 487"/>
                <a:gd name="T69" fmla="*/ 15 h 587"/>
                <a:gd name="T70" fmla="*/ 274 w 487"/>
                <a:gd name="T71" fmla="*/ 13 h 587"/>
                <a:gd name="T72" fmla="*/ 273 w 487"/>
                <a:gd name="T73" fmla="*/ 25 h 587"/>
                <a:gd name="T74" fmla="*/ 255 w 487"/>
                <a:gd name="T75" fmla="*/ 32 h 587"/>
                <a:gd name="T76" fmla="*/ 214 w 487"/>
                <a:gd name="T77" fmla="*/ 32 h 587"/>
                <a:gd name="T78" fmla="*/ 194 w 487"/>
                <a:gd name="T79" fmla="*/ 46 h 587"/>
                <a:gd name="T80" fmla="*/ 185 w 487"/>
                <a:gd name="T81" fmla="*/ 49 h 587"/>
                <a:gd name="T82" fmla="*/ 55 w 487"/>
                <a:gd name="T83" fmla="*/ 148 h 587"/>
                <a:gd name="T84" fmla="*/ 15 w 487"/>
                <a:gd name="T85" fmla="*/ 157 h 587"/>
                <a:gd name="T86" fmla="*/ 0 w 487"/>
                <a:gd name="T87" fmla="*/ 164 h 587"/>
                <a:gd name="T88" fmla="*/ 15 w 487"/>
                <a:gd name="T89" fmla="*/ 170 h 587"/>
                <a:gd name="T90" fmla="*/ 49 w 487"/>
                <a:gd name="T91" fmla="*/ 181 h 587"/>
                <a:gd name="T92" fmla="*/ 157 w 487"/>
                <a:gd name="T93" fmla="*/ 231 h 587"/>
                <a:gd name="T94" fmla="*/ 159 w 487"/>
                <a:gd name="T95" fmla="*/ 232 h 587"/>
                <a:gd name="T96" fmla="*/ 182 w 487"/>
                <a:gd name="T97" fmla="*/ 250 h 587"/>
                <a:gd name="T98" fmla="*/ 207 w 487"/>
                <a:gd name="T99" fmla="*/ 275 h 587"/>
                <a:gd name="T100" fmla="*/ 200 w 487"/>
                <a:gd name="T101" fmla="*/ 286 h 587"/>
                <a:gd name="T102" fmla="*/ 200 w 487"/>
                <a:gd name="T103" fmla="*/ 299 h 587"/>
                <a:gd name="T104" fmla="*/ 207 w 487"/>
                <a:gd name="T105" fmla="*/ 310 h 587"/>
                <a:gd name="T106" fmla="*/ 60 w 487"/>
                <a:gd name="T107" fmla="*/ 495 h 587"/>
                <a:gd name="T108" fmla="*/ 19 w 487"/>
                <a:gd name="T109" fmla="*/ 499 h 587"/>
                <a:gd name="T110" fmla="*/ 6 w 487"/>
                <a:gd name="T111" fmla="*/ 503 h 587"/>
                <a:gd name="T112" fmla="*/ 20 w 487"/>
                <a:gd name="T113" fmla="*/ 506 h 587"/>
                <a:gd name="T114" fmla="*/ 55 w 487"/>
                <a:gd name="T115" fmla="*/ 511 h 587"/>
                <a:gd name="T116" fmla="*/ 162 w 487"/>
                <a:gd name="T117" fmla="*/ 535 h 587"/>
                <a:gd name="T118" fmla="*/ 367 w 487"/>
                <a:gd name="T119" fmla="*/ 535 h 5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87" h="587">
                  <a:moveTo>
                    <a:pt x="405" y="587"/>
                  </a:moveTo>
                  <a:cubicBezTo>
                    <a:pt x="405" y="587"/>
                    <a:pt x="337" y="577"/>
                    <a:pt x="307" y="564"/>
                  </a:cubicBezTo>
                  <a:cubicBezTo>
                    <a:pt x="295" y="559"/>
                    <a:pt x="280" y="559"/>
                    <a:pt x="266" y="559"/>
                  </a:cubicBezTo>
                  <a:cubicBezTo>
                    <a:pt x="253" y="559"/>
                    <a:pt x="246" y="554"/>
                    <a:pt x="246" y="552"/>
                  </a:cubicBezTo>
                  <a:cubicBezTo>
                    <a:pt x="247" y="547"/>
                    <a:pt x="256" y="545"/>
                    <a:pt x="268" y="544"/>
                  </a:cubicBezTo>
                  <a:cubicBezTo>
                    <a:pt x="279" y="544"/>
                    <a:pt x="292" y="545"/>
                    <a:pt x="308" y="542"/>
                  </a:cubicBezTo>
                  <a:cubicBezTo>
                    <a:pt x="329" y="537"/>
                    <a:pt x="453" y="333"/>
                    <a:pt x="453" y="333"/>
                  </a:cubicBezTo>
                  <a:cubicBezTo>
                    <a:pt x="453" y="333"/>
                    <a:pt x="458" y="328"/>
                    <a:pt x="473" y="328"/>
                  </a:cubicBezTo>
                  <a:cubicBezTo>
                    <a:pt x="483" y="328"/>
                    <a:pt x="484" y="322"/>
                    <a:pt x="484" y="317"/>
                  </a:cubicBezTo>
                  <a:cubicBezTo>
                    <a:pt x="484" y="312"/>
                    <a:pt x="481" y="309"/>
                    <a:pt x="472" y="310"/>
                  </a:cubicBezTo>
                  <a:cubicBezTo>
                    <a:pt x="459" y="310"/>
                    <a:pt x="454" y="307"/>
                    <a:pt x="454" y="307"/>
                  </a:cubicBezTo>
                  <a:cubicBezTo>
                    <a:pt x="452" y="306"/>
                    <a:pt x="452" y="306"/>
                    <a:pt x="452" y="306"/>
                  </a:cubicBezTo>
                  <a:cubicBezTo>
                    <a:pt x="451" y="306"/>
                    <a:pt x="451" y="306"/>
                    <a:pt x="451" y="306"/>
                  </a:cubicBezTo>
                  <a:cubicBezTo>
                    <a:pt x="451" y="306"/>
                    <a:pt x="354" y="232"/>
                    <a:pt x="325" y="205"/>
                  </a:cubicBezTo>
                  <a:cubicBezTo>
                    <a:pt x="312" y="194"/>
                    <a:pt x="297" y="195"/>
                    <a:pt x="284" y="195"/>
                  </a:cubicBezTo>
                  <a:cubicBezTo>
                    <a:pt x="270" y="195"/>
                    <a:pt x="264" y="184"/>
                    <a:pt x="264" y="179"/>
                  </a:cubicBezTo>
                  <a:cubicBezTo>
                    <a:pt x="264" y="168"/>
                    <a:pt x="274" y="164"/>
                    <a:pt x="285" y="163"/>
                  </a:cubicBezTo>
                  <a:cubicBezTo>
                    <a:pt x="296" y="162"/>
                    <a:pt x="309" y="165"/>
                    <a:pt x="325" y="157"/>
                  </a:cubicBezTo>
                  <a:cubicBezTo>
                    <a:pt x="346" y="147"/>
                    <a:pt x="442" y="99"/>
                    <a:pt x="442" y="99"/>
                  </a:cubicBezTo>
                  <a:cubicBezTo>
                    <a:pt x="442" y="99"/>
                    <a:pt x="461" y="92"/>
                    <a:pt x="460" y="78"/>
                  </a:cubicBezTo>
                  <a:cubicBezTo>
                    <a:pt x="459" y="65"/>
                    <a:pt x="487" y="56"/>
                    <a:pt x="486" y="51"/>
                  </a:cubicBezTo>
                  <a:cubicBezTo>
                    <a:pt x="486" y="51"/>
                    <a:pt x="487" y="44"/>
                    <a:pt x="479" y="39"/>
                  </a:cubicBezTo>
                  <a:cubicBezTo>
                    <a:pt x="442" y="39"/>
                    <a:pt x="442" y="39"/>
                    <a:pt x="442" y="39"/>
                  </a:cubicBezTo>
                  <a:cubicBezTo>
                    <a:pt x="442" y="39"/>
                    <a:pt x="427" y="39"/>
                    <a:pt x="427" y="24"/>
                  </a:cubicBezTo>
                  <a:cubicBezTo>
                    <a:pt x="427" y="9"/>
                    <a:pt x="422" y="10"/>
                    <a:pt x="422" y="10"/>
                  </a:cubicBezTo>
                  <a:cubicBezTo>
                    <a:pt x="422" y="10"/>
                    <a:pt x="418" y="10"/>
                    <a:pt x="418" y="18"/>
                  </a:cubicBezTo>
                  <a:cubicBezTo>
                    <a:pt x="418" y="27"/>
                    <a:pt x="418" y="52"/>
                    <a:pt x="418" y="52"/>
                  </a:cubicBezTo>
                  <a:cubicBezTo>
                    <a:pt x="418" y="52"/>
                    <a:pt x="420" y="67"/>
                    <a:pt x="397" y="67"/>
                  </a:cubicBezTo>
                  <a:cubicBezTo>
                    <a:pt x="370" y="67"/>
                    <a:pt x="371" y="51"/>
                    <a:pt x="371" y="51"/>
                  </a:cubicBezTo>
                  <a:cubicBezTo>
                    <a:pt x="371" y="7"/>
                    <a:pt x="371" y="7"/>
                    <a:pt x="371" y="7"/>
                  </a:cubicBezTo>
                  <a:cubicBezTo>
                    <a:pt x="371" y="7"/>
                    <a:pt x="365" y="0"/>
                    <a:pt x="360" y="7"/>
                  </a:cubicBezTo>
                  <a:cubicBezTo>
                    <a:pt x="360" y="51"/>
                    <a:pt x="360" y="51"/>
                    <a:pt x="360" y="51"/>
                  </a:cubicBezTo>
                  <a:cubicBezTo>
                    <a:pt x="360" y="51"/>
                    <a:pt x="362" y="67"/>
                    <a:pt x="339" y="67"/>
                  </a:cubicBezTo>
                  <a:cubicBezTo>
                    <a:pt x="316" y="67"/>
                    <a:pt x="315" y="51"/>
                    <a:pt x="315" y="51"/>
                  </a:cubicBezTo>
                  <a:cubicBezTo>
                    <a:pt x="315" y="15"/>
                    <a:pt x="315" y="15"/>
                    <a:pt x="315" y="15"/>
                  </a:cubicBezTo>
                  <a:cubicBezTo>
                    <a:pt x="315" y="15"/>
                    <a:pt x="311" y="9"/>
                    <a:pt x="303" y="13"/>
                  </a:cubicBezTo>
                  <a:cubicBezTo>
                    <a:pt x="302" y="28"/>
                    <a:pt x="302" y="28"/>
                    <a:pt x="302" y="28"/>
                  </a:cubicBezTo>
                  <a:cubicBezTo>
                    <a:pt x="302" y="28"/>
                    <a:pt x="300" y="35"/>
                    <a:pt x="282" y="35"/>
                  </a:cubicBezTo>
                  <a:cubicBezTo>
                    <a:pt x="264" y="35"/>
                    <a:pt x="237" y="35"/>
                    <a:pt x="237" y="35"/>
                  </a:cubicBezTo>
                  <a:cubicBezTo>
                    <a:pt x="237" y="35"/>
                    <a:pt x="238" y="46"/>
                    <a:pt x="215" y="50"/>
                  </a:cubicBezTo>
                  <a:cubicBezTo>
                    <a:pt x="206" y="51"/>
                    <a:pt x="204" y="55"/>
                    <a:pt x="204" y="55"/>
                  </a:cubicBezTo>
                  <a:cubicBezTo>
                    <a:pt x="204" y="55"/>
                    <a:pt x="80" y="151"/>
                    <a:pt x="61" y="163"/>
                  </a:cubicBezTo>
                  <a:cubicBezTo>
                    <a:pt x="41" y="175"/>
                    <a:pt x="28" y="171"/>
                    <a:pt x="17" y="172"/>
                  </a:cubicBezTo>
                  <a:cubicBezTo>
                    <a:pt x="6" y="173"/>
                    <a:pt x="0" y="172"/>
                    <a:pt x="0" y="179"/>
                  </a:cubicBezTo>
                  <a:cubicBezTo>
                    <a:pt x="0" y="185"/>
                    <a:pt x="4" y="187"/>
                    <a:pt x="18" y="187"/>
                  </a:cubicBezTo>
                  <a:cubicBezTo>
                    <a:pt x="31" y="187"/>
                    <a:pt x="43" y="188"/>
                    <a:pt x="55" y="199"/>
                  </a:cubicBezTo>
                  <a:cubicBezTo>
                    <a:pt x="85" y="225"/>
                    <a:pt x="174" y="254"/>
                    <a:pt x="174" y="254"/>
                  </a:cubicBezTo>
                  <a:cubicBezTo>
                    <a:pt x="176" y="255"/>
                    <a:pt x="176" y="255"/>
                    <a:pt x="176" y="255"/>
                  </a:cubicBezTo>
                  <a:cubicBezTo>
                    <a:pt x="198" y="260"/>
                    <a:pt x="201" y="274"/>
                    <a:pt x="201" y="274"/>
                  </a:cubicBezTo>
                  <a:cubicBezTo>
                    <a:pt x="202" y="290"/>
                    <a:pt x="229" y="290"/>
                    <a:pt x="228" y="302"/>
                  </a:cubicBezTo>
                  <a:cubicBezTo>
                    <a:pt x="228" y="302"/>
                    <a:pt x="229" y="310"/>
                    <a:pt x="221" y="314"/>
                  </a:cubicBezTo>
                  <a:cubicBezTo>
                    <a:pt x="215" y="318"/>
                    <a:pt x="216" y="325"/>
                    <a:pt x="221" y="328"/>
                  </a:cubicBezTo>
                  <a:cubicBezTo>
                    <a:pt x="229" y="332"/>
                    <a:pt x="228" y="340"/>
                    <a:pt x="228" y="340"/>
                  </a:cubicBezTo>
                  <a:cubicBezTo>
                    <a:pt x="229" y="352"/>
                    <a:pt x="86" y="539"/>
                    <a:pt x="66" y="544"/>
                  </a:cubicBezTo>
                  <a:cubicBezTo>
                    <a:pt x="47" y="550"/>
                    <a:pt x="34" y="548"/>
                    <a:pt x="22" y="548"/>
                  </a:cubicBezTo>
                  <a:cubicBezTo>
                    <a:pt x="11" y="549"/>
                    <a:pt x="6" y="548"/>
                    <a:pt x="6" y="552"/>
                  </a:cubicBezTo>
                  <a:cubicBezTo>
                    <a:pt x="6" y="554"/>
                    <a:pt x="10" y="555"/>
                    <a:pt x="23" y="555"/>
                  </a:cubicBezTo>
                  <a:cubicBezTo>
                    <a:pt x="37" y="555"/>
                    <a:pt x="48" y="556"/>
                    <a:pt x="61" y="561"/>
                  </a:cubicBezTo>
                  <a:cubicBezTo>
                    <a:pt x="90" y="574"/>
                    <a:pt x="180" y="587"/>
                    <a:pt x="180" y="587"/>
                  </a:cubicBezTo>
                  <a:lnTo>
                    <a:pt x="405" y="58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8" name="Freeform 112">
              <a:extLst>
                <a:ext uri="{FF2B5EF4-FFF2-40B4-BE49-F238E27FC236}">
                  <a16:creationId xmlns:a16="http://schemas.microsoft.com/office/drawing/2014/main" id="{554EA3F5-33AD-4B08-824E-4522E137D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27"/>
              <a:ext cx="2092" cy="840"/>
            </a:xfrm>
            <a:custGeom>
              <a:avLst/>
              <a:gdLst>
                <a:gd name="T0" fmla="*/ 56 w 2163"/>
                <a:gd name="T1" fmla="*/ 64 h 866"/>
                <a:gd name="T2" fmla="*/ 56 w 2163"/>
                <a:gd name="T3" fmla="*/ 393 h 866"/>
                <a:gd name="T4" fmla="*/ 173 w 2163"/>
                <a:gd name="T5" fmla="*/ 492 h 866"/>
                <a:gd name="T6" fmla="*/ 207 w 2163"/>
                <a:gd name="T7" fmla="*/ 561 h 866"/>
                <a:gd name="T8" fmla="*/ 172 w 2163"/>
                <a:gd name="T9" fmla="*/ 790 h 866"/>
                <a:gd name="T10" fmla="*/ 269 w 2163"/>
                <a:gd name="T11" fmla="*/ 750 h 866"/>
                <a:gd name="T12" fmla="*/ 527 w 2163"/>
                <a:gd name="T13" fmla="*/ 539 h 866"/>
                <a:gd name="T14" fmla="*/ 579 w 2163"/>
                <a:gd name="T15" fmla="*/ 520 h 866"/>
                <a:gd name="T16" fmla="*/ 635 w 2163"/>
                <a:gd name="T17" fmla="*/ 523 h 866"/>
                <a:gd name="T18" fmla="*/ 511 w 2163"/>
                <a:gd name="T19" fmla="*/ 746 h 866"/>
                <a:gd name="T20" fmla="*/ 898 w 2163"/>
                <a:gd name="T21" fmla="*/ 786 h 866"/>
                <a:gd name="T22" fmla="*/ 924 w 2163"/>
                <a:gd name="T23" fmla="*/ 563 h 866"/>
                <a:gd name="T24" fmla="*/ 1025 w 2163"/>
                <a:gd name="T25" fmla="*/ 527 h 866"/>
                <a:gd name="T26" fmla="*/ 1075 w 2163"/>
                <a:gd name="T27" fmla="*/ 561 h 866"/>
                <a:gd name="T28" fmla="*/ 1140 w 2163"/>
                <a:gd name="T29" fmla="*/ 548 h 866"/>
                <a:gd name="T30" fmla="*/ 996 w 2163"/>
                <a:gd name="T31" fmla="*/ 760 h 866"/>
                <a:gd name="T32" fmla="*/ 1239 w 2163"/>
                <a:gd name="T33" fmla="*/ 757 h 866"/>
                <a:gd name="T34" fmla="*/ 1437 w 2163"/>
                <a:gd name="T35" fmla="*/ 546 h 866"/>
                <a:gd name="T36" fmla="*/ 1529 w 2163"/>
                <a:gd name="T37" fmla="*/ 574 h 866"/>
                <a:gd name="T38" fmla="*/ 1601 w 2163"/>
                <a:gd name="T39" fmla="*/ 561 h 866"/>
                <a:gd name="T40" fmla="*/ 1663 w 2163"/>
                <a:gd name="T41" fmla="*/ 560 h 866"/>
                <a:gd name="T42" fmla="*/ 1633 w 2163"/>
                <a:gd name="T43" fmla="*/ 790 h 866"/>
                <a:gd name="T44" fmla="*/ 1724 w 2163"/>
                <a:gd name="T45" fmla="*/ 734 h 866"/>
                <a:gd name="T46" fmla="*/ 1900 w 2163"/>
                <a:gd name="T47" fmla="*/ 486 h 866"/>
                <a:gd name="T48" fmla="*/ 1741 w 2163"/>
                <a:gd name="T49" fmla="*/ 407 h 866"/>
                <a:gd name="T50" fmla="*/ 1921 w 2163"/>
                <a:gd name="T51" fmla="*/ 273 h 866"/>
                <a:gd name="T52" fmla="*/ 1777 w 2163"/>
                <a:gd name="T53" fmla="*/ 40 h 866"/>
                <a:gd name="T54" fmla="*/ 1458 w 2163"/>
                <a:gd name="T55" fmla="*/ 50 h 866"/>
                <a:gd name="T56" fmla="*/ 1662 w 2163"/>
                <a:gd name="T57" fmla="*/ 286 h 866"/>
                <a:gd name="T58" fmla="*/ 1512 w 2163"/>
                <a:gd name="T59" fmla="*/ 437 h 866"/>
                <a:gd name="T60" fmla="*/ 1626 w 2163"/>
                <a:gd name="T61" fmla="*/ 536 h 866"/>
                <a:gd name="T62" fmla="*/ 1580 w 2163"/>
                <a:gd name="T63" fmla="*/ 563 h 866"/>
                <a:gd name="T64" fmla="*/ 1527 w 2163"/>
                <a:gd name="T65" fmla="*/ 563 h 866"/>
                <a:gd name="T66" fmla="*/ 1438 w 2163"/>
                <a:gd name="T67" fmla="*/ 533 h 866"/>
                <a:gd name="T68" fmla="*/ 1241 w 2163"/>
                <a:gd name="T69" fmla="*/ 413 h 866"/>
                <a:gd name="T70" fmla="*/ 1436 w 2163"/>
                <a:gd name="T71" fmla="*/ 286 h 866"/>
                <a:gd name="T72" fmla="*/ 1258 w 2163"/>
                <a:gd name="T73" fmla="*/ 47 h 866"/>
                <a:gd name="T74" fmla="*/ 991 w 2163"/>
                <a:gd name="T75" fmla="*/ 42 h 866"/>
                <a:gd name="T76" fmla="*/ 1189 w 2163"/>
                <a:gd name="T77" fmla="*/ 275 h 866"/>
                <a:gd name="T78" fmla="*/ 991 w 2163"/>
                <a:gd name="T79" fmla="*/ 428 h 866"/>
                <a:gd name="T80" fmla="*/ 1180 w 2163"/>
                <a:gd name="T81" fmla="*/ 526 h 866"/>
                <a:gd name="T82" fmla="*/ 1104 w 2163"/>
                <a:gd name="T83" fmla="*/ 519 h 866"/>
                <a:gd name="T84" fmla="*/ 1051 w 2163"/>
                <a:gd name="T85" fmla="*/ 519 h 866"/>
                <a:gd name="T86" fmla="*/ 1003 w 2163"/>
                <a:gd name="T87" fmla="*/ 519 h 866"/>
                <a:gd name="T88" fmla="*/ 919 w 2163"/>
                <a:gd name="T89" fmla="*/ 517 h 866"/>
                <a:gd name="T90" fmla="*/ 919 w 2163"/>
                <a:gd name="T91" fmla="*/ 343 h 866"/>
                <a:gd name="T92" fmla="*/ 811 w 2163"/>
                <a:gd name="T93" fmla="*/ 61 h 866"/>
                <a:gd name="T94" fmla="*/ 916 w 2163"/>
                <a:gd name="T95" fmla="*/ 1 h 866"/>
                <a:gd name="T96" fmla="*/ 543 w 2163"/>
                <a:gd name="T97" fmla="*/ 64 h 866"/>
                <a:gd name="T98" fmla="*/ 542 w 2163"/>
                <a:gd name="T99" fmla="*/ 393 h 866"/>
                <a:gd name="T100" fmla="*/ 660 w 2163"/>
                <a:gd name="T101" fmla="*/ 492 h 866"/>
                <a:gd name="T102" fmla="*/ 654 w 2163"/>
                <a:gd name="T103" fmla="*/ 532 h 866"/>
                <a:gd name="T104" fmla="*/ 604 w 2163"/>
                <a:gd name="T105" fmla="*/ 558 h 866"/>
                <a:gd name="T106" fmla="*/ 553 w 2163"/>
                <a:gd name="T107" fmla="*/ 559 h 866"/>
                <a:gd name="T108" fmla="*/ 444 w 2163"/>
                <a:gd name="T109" fmla="*/ 522 h 866"/>
                <a:gd name="T110" fmla="*/ 269 w 2163"/>
                <a:gd name="T111" fmla="*/ 413 h 866"/>
                <a:gd name="T112" fmla="*/ 463 w 2163"/>
                <a:gd name="T113" fmla="*/ 286 h 866"/>
                <a:gd name="T114" fmla="*/ 286 w 2163"/>
                <a:gd name="T115" fmla="*/ 47 h 8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63" h="866">
                  <a:moveTo>
                    <a:pt x="194" y="0"/>
                  </a:moveTo>
                  <a:cubicBezTo>
                    <a:pt x="194" y="0"/>
                    <a:pt x="94" y="23"/>
                    <a:pt x="55" y="44"/>
                  </a:cubicBezTo>
                  <a:cubicBezTo>
                    <a:pt x="50" y="46"/>
                    <a:pt x="35" y="45"/>
                    <a:pt x="21" y="45"/>
                  </a:cubicBezTo>
                  <a:cubicBezTo>
                    <a:pt x="8" y="45"/>
                    <a:pt x="1" y="53"/>
                    <a:pt x="1" y="56"/>
                  </a:cubicBezTo>
                  <a:cubicBezTo>
                    <a:pt x="1" y="61"/>
                    <a:pt x="7" y="66"/>
                    <a:pt x="18" y="67"/>
                  </a:cubicBezTo>
                  <a:cubicBezTo>
                    <a:pt x="30" y="67"/>
                    <a:pt x="48" y="65"/>
                    <a:pt x="62" y="70"/>
                  </a:cubicBezTo>
                  <a:cubicBezTo>
                    <a:pt x="84" y="76"/>
                    <a:pt x="208" y="292"/>
                    <a:pt x="208" y="292"/>
                  </a:cubicBezTo>
                  <a:cubicBezTo>
                    <a:pt x="208" y="292"/>
                    <a:pt x="214" y="295"/>
                    <a:pt x="226" y="295"/>
                  </a:cubicBezTo>
                  <a:cubicBezTo>
                    <a:pt x="235" y="294"/>
                    <a:pt x="238" y="297"/>
                    <a:pt x="238" y="302"/>
                  </a:cubicBezTo>
                  <a:cubicBezTo>
                    <a:pt x="238" y="307"/>
                    <a:pt x="237" y="313"/>
                    <a:pt x="227" y="313"/>
                  </a:cubicBezTo>
                  <a:cubicBezTo>
                    <a:pt x="212" y="313"/>
                    <a:pt x="207" y="318"/>
                    <a:pt x="207" y="318"/>
                  </a:cubicBezTo>
                  <a:cubicBezTo>
                    <a:pt x="207" y="318"/>
                    <a:pt x="83" y="421"/>
                    <a:pt x="62" y="431"/>
                  </a:cubicBezTo>
                  <a:cubicBezTo>
                    <a:pt x="46" y="439"/>
                    <a:pt x="33" y="436"/>
                    <a:pt x="22" y="437"/>
                  </a:cubicBezTo>
                  <a:cubicBezTo>
                    <a:pt x="11" y="438"/>
                    <a:pt x="1" y="442"/>
                    <a:pt x="0" y="453"/>
                  </a:cubicBezTo>
                  <a:cubicBezTo>
                    <a:pt x="0" y="458"/>
                    <a:pt x="7" y="469"/>
                    <a:pt x="20" y="469"/>
                  </a:cubicBezTo>
                  <a:cubicBezTo>
                    <a:pt x="34" y="469"/>
                    <a:pt x="49" y="468"/>
                    <a:pt x="61" y="479"/>
                  </a:cubicBezTo>
                  <a:cubicBezTo>
                    <a:pt x="91" y="506"/>
                    <a:pt x="190" y="538"/>
                    <a:pt x="190" y="538"/>
                  </a:cubicBezTo>
                  <a:cubicBezTo>
                    <a:pt x="191" y="539"/>
                    <a:pt x="191" y="539"/>
                    <a:pt x="191" y="539"/>
                  </a:cubicBezTo>
                  <a:cubicBezTo>
                    <a:pt x="192" y="539"/>
                    <a:pt x="192" y="539"/>
                    <a:pt x="192" y="539"/>
                  </a:cubicBezTo>
                  <a:cubicBezTo>
                    <a:pt x="200" y="541"/>
                    <a:pt x="202" y="549"/>
                    <a:pt x="202" y="549"/>
                  </a:cubicBezTo>
                  <a:cubicBezTo>
                    <a:pt x="207" y="564"/>
                    <a:pt x="229" y="569"/>
                    <a:pt x="229" y="576"/>
                  </a:cubicBezTo>
                  <a:cubicBezTo>
                    <a:pt x="229" y="576"/>
                    <a:pt x="230" y="584"/>
                    <a:pt x="221" y="588"/>
                  </a:cubicBezTo>
                  <a:cubicBezTo>
                    <a:pt x="221" y="588"/>
                    <a:pt x="212" y="595"/>
                    <a:pt x="221" y="602"/>
                  </a:cubicBezTo>
                  <a:cubicBezTo>
                    <a:pt x="229" y="607"/>
                    <a:pt x="229" y="614"/>
                    <a:pt x="229" y="614"/>
                  </a:cubicBezTo>
                  <a:cubicBezTo>
                    <a:pt x="229" y="619"/>
                    <a:pt x="88" y="811"/>
                    <a:pt x="67" y="816"/>
                  </a:cubicBezTo>
                  <a:cubicBezTo>
                    <a:pt x="51" y="819"/>
                    <a:pt x="38" y="818"/>
                    <a:pt x="27" y="818"/>
                  </a:cubicBezTo>
                  <a:cubicBezTo>
                    <a:pt x="16" y="819"/>
                    <a:pt x="6" y="821"/>
                    <a:pt x="6" y="826"/>
                  </a:cubicBezTo>
                  <a:cubicBezTo>
                    <a:pt x="6" y="828"/>
                    <a:pt x="12" y="833"/>
                    <a:pt x="26" y="833"/>
                  </a:cubicBezTo>
                  <a:cubicBezTo>
                    <a:pt x="39" y="833"/>
                    <a:pt x="55" y="833"/>
                    <a:pt x="67" y="838"/>
                  </a:cubicBezTo>
                  <a:cubicBezTo>
                    <a:pt x="97" y="851"/>
                    <a:pt x="190" y="865"/>
                    <a:pt x="190" y="865"/>
                  </a:cubicBezTo>
                  <a:cubicBezTo>
                    <a:pt x="459" y="865"/>
                    <a:pt x="459" y="865"/>
                    <a:pt x="459" y="865"/>
                  </a:cubicBezTo>
                  <a:cubicBezTo>
                    <a:pt x="476" y="865"/>
                    <a:pt x="454" y="861"/>
                    <a:pt x="454" y="861"/>
                  </a:cubicBezTo>
                  <a:cubicBezTo>
                    <a:pt x="454" y="861"/>
                    <a:pt x="365" y="848"/>
                    <a:pt x="335" y="835"/>
                  </a:cubicBezTo>
                  <a:cubicBezTo>
                    <a:pt x="323" y="830"/>
                    <a:pt x="311" y="830"/>
                    <a:pt x="298" y="830"/>
                  </a:cubicBezTo>
                  <a:cubicBezTo>
                    <a:pt x="284" y="830"/>
                    <a:pt x="280" y="828"/>
                    <a:pt x="280" y="826"/>
                  </a:cubicBezTo>
                  <a:cubicBezTo>
                    <a:pt x="280" y="822"/>
                    <a:pt x="286" y="823"/>
                    <a:pt x="297" y="822"/>
                  </a:cubicBezTo>
                  <a:cubicBezTo>
                    <a:pt x="308" y="822"/>
                    <a:pt x="321" y="824"/>
                    <a:pt x="341" y="818"/>
                  </a:cubicBezTo>
                  <a:cubicBezTo>
                    <a:pt x="360" y="813"/>
                    <a:pt x="483" y="618"/>
                    <a:pt x="483" y="618"/>
                  </a:cubicBezTo>
                  <a:cubicBezTo>
                    <a:pt x="483" y="618"/>
                    <a:pt x="486" y="614"/>
                    <a:pt x="495" y="613"/>
                  </a:cubicBezTo>
                  <a:cubicBezTo>
                    <a:pt x="518" y="609"/>
                    <a:pt x="517" y="598"/>
                    <a:pt x="517" y="598"/>
                  </a:cubicBezTo>
                  <a:cubicBezTo>
                    <a:pt x="517" y="598"/>
                    <a:pt x="544" y="598"/>
                    <a:pt x="562" y="598"/>
                  </a:cubicBezTo>
                  <a:cubicBezTo>
                    <a:pt x="580" y="598"/>
                    <a:pt x="582" y="591"/>
                    <a:pt x="582" y="591"/>
                  </a:cubicBezTo>
                  <a:cubicBezTo>
                    <a:pt x="583" y="576"/>
                    <a:pt x="583" y="576"/>
                    <a:pt x="583" y="576"/>
                  </a:cubicBezTo>
                  <a:cubicBezTo>
                    <a:pt x="591" y="572"/>
                    <a:pt x="595" y="578"/>
                    <a:pt x="595" y="578"/>
                  </a:cubicBezTo>
                  <a:cubicBezTo>
                    <a:pt x="595" y="614"/>
                    <a:pt x="595" y="614"/>
                    <a:pt x="595" y="614"/>
                  </a:cubicBezTo>
                  <a:cubicBezTo>
                    <a:pt x="595" y="614"/>
                    <a:pt x="596" y="630"/>
                    <a:pt x="619" y="630"/>
                  </a:cubicBezTo>
                  <a:cubicBezTo>
                    <a:pt x="642" y="630"/>
                    <a:pt x="640" y="614"/>
                    <a:pt x="640" y="614"/>
                  </a:cubicBezTo>
                  <a:cubicBezTo>
                    <a:pt x="640" y="570"/>
                    <a:pt x="640" y="570"/>
                    <a:pt x="640" y="570"/>
                  </a:cubicBezTo>
                  <a:cubicBezTo>
                    <a:pt x="645" y="563"/>
                    <a:pt x="651" y="570"/>
                    <a:pt x="651" y="570"/>
                  </a:cubicBezTo>
                  <a:cubicBezTo>
                    <a:pt x="651" y="614"/>
                    <a:pt x="651" y="614"/>
                    <a:pt x="651" y="614"/>
                  </a:cubicBezTo>
                  <a:cubicBezTo>
                    <a:pt x="651" y="614"/>
                    <a:pt x="650" y="630"/>
                    <a:pt x="677" y="630"/>
                  </a:cubicBezTo>
                  <a:cubicBezTo>
                    <a:pt x="700" y="630"/>
                    <a:pt x="698" y="615"/>
                    <a:pt x="698" y="615"/>
                  </a:cubicBezTo>
                  <a:cubicBezTo>
                    <a:pt x="698" y="615"/>
                    <a:pt x="698" y="590"/>
                    <a:pt x="698" y="581"/>
                  </a:cubicBezTo>
                  <a:cubicBezTo>
                    <a:pt x="698" y="573"/>
                    <a:pt x="702" y="573"/>
                    <a:pt x="702" y="573"/>
                  </a:cubicBezTo>
                  <a:cubicBezTo>
                    <a:pt x="702" y="573"/>
                    <a:pt x="707" y="572"/>
                    <a:pt x="707" y="587"/>
                  </a:cubicBezTo>
                  <a:cubicBezTo>
                    <a:pt x="707" y="602"/>
                    <a:pt x="722" y="602"/>
                    <a:pt x="722" y="602"/>
                  </a:cubicBezTo>
                  <a:cubicBezTo>
                    <a:pt x="759" y="602"/>
                    <a:pt x="759" y="602"/>
                    <a:pt x="759" y="602"/>
                  </a:cubicBezTo>
                  <a:cubicBezTo>
                    <a:pt x="767" y="607"/>
                    <a:pt x="766" y="614"/>
                    <a:pt x="766" y="614"/>
                  </a:cubicBezTo>
                  <a:cubicBezTo>
                    <a:pt x="767" y="619"/>
                    <a:pt x="626" y="811"/>
                    <a:pt x="605" y="816"/>
                  </a:cubicBezTo>
                  <a:cubicBezTo>
                    <a:pt x="589" y="819"/>
                    <a:pt x="576" y="818"/>
                    <a:pt x="565" y="818"/>
                  </a:cubicBezTo>
                  <a:cubicBezTo>
                    <a:pt x="554" y="819"/>
                    <a:pt x="544" y="821"/>
                    <a:pt x="544" y="826"/>
                  </a:cubicBezTo>
                  <a:cubicBezTo>
                    <a:pt x="543" y="828"/>
                    <a:pt x="550" y="833"/>
                    <a:pt x="563" y="833"/>
                  </a:cubicBezTo>
                  <a:cubicBezTo>
                    <a:pt x="577" y="833"/>
                    <a:pt x="592" y="833"/>
                    <a:pt x="605" y="838"/>
                  </a:cubicBezTo>
                  <a:cubicBezTo>
                    <a:pt x="634" y="851"/>
                    <a:pt x="730" y="865"/>
                    <a:pt x="730" y="865"/>
                  </a:cubicBezTo>
                  <a:cubicBezTo>
                    <a:pt x="730" y="865"/>
                    <a:pt x="980" y="866"/>
                    <a:pt x="994" y="865"/>
                  </a:cubicBezTo>
                  <a:cubicBezTo>
                    <a:pt x="1014" y="865"/>
                    <a:pt x="992" y="861"/>
                    <a:pt x="992" y="861"/>
                  </a:cubicBezTo>
                  <a:cubicBezTo>
                    <a:pt x="992" y="861"/>
                    <a:pt x="902" y="847"/>
                    <a:pt x="873" y="835"/>
                  </a:cubicBezTo>
                  <a:cubicBezTo>
                    <a:pt x="861" y="830"/>
                    <a:pt x="849" y="829"/>
                    <a:pt x="836" y="829"/>
                  </a:cubicBezTo>
                  <a:cubicBezTo>
                    <a:pt x="822" y="829"/>
                    <a:pt x="818" y="828"/>
                    <a:pt x="818" y="826"/>
                  </a:cubicBezTo>
                  <a:cubicBezTo>
                    <a:pt x="818" y="822"/>
                    <a:pt x="823" y="823"/>
                    <a:pt x="835" y="822"/>
                  </a:cubicBezTo>
                  <a:cubicBezTo>
                    <a:pt x="846" y="822"/>
                    <a:pt x="859" y="824"/>
                    <a:pt x="878" y="818"/>
                  </a:cubicBezTo>
                  <a:cubicBezTo>
                    <a:pt x="898" y="812"/>
                    <a:pt x="1021" y="617"/>
                    <a:pt x="1021" y="617"/>
                  </a:cubicBezTo>
                  <a:cubicBezTo>
                    <a:pt x="1021" y="617"/>
                    <a:pt x="1024" y="614"/>
                    <a:pt x="1032" y="612"/>
                  </a:cubicBezTo>
                  <a:cubicBezTo>
                    <a:pt x="1056" y="608"/>
                    <a:pt x="1055" y="598"/>
                    <a:pt x="1055" y="598"/>
                  </a:cubicBezTo>
                  <a:cubicBezTo>
                    <a:pt x="1055" y="598"/>
                    <a:pt x="1082" y="598"/>
                    <a:pt x="1100" y="598"/>
                  </a:cubicBezTo>
                  <a:cubicBezTo>
                    <a:pt x="1118" y="598"/>
                    <a:pt x="1119" y="590"/>
                    <a:pt x="1119" y="590"/>
                  </a:cubicBezTo>
                  <a:cubicBezTo>
                    <a:pt x="1120" y="576"/>
                    <a:pt x="1120" y="576"/>
                    <a:pt x="1120" y="576"/>
                  </a:cubicBezTo>
                  <a:cubicBezTo>
                    <a:pt x="1128" y="572"/>
                    <a:pt x="1133" y="577"/>
                    <a:pt x="1133" y="577"/>
                  </a:cubicBezTo>
                  <a:cubicBezTo>
                    <a:pt x="1133" y="614"/>
                    <a:pt x="1133" y="614"/>
                    <a:pt x="1133" y="614"/>
                  </a:cubicBezTo>
                  <a:cubicBezTo>
                    <a:pt x="1133" y="614"/>
                    <a:pt x="1133" y="629"/>
                    <a:pt x="1156" y="629"/>
                  </a:cubicBezTo>
                  <a:cubicBezTo>
                    <a:pt x="1180" y="629"/>
                    <a:pt x="1178" y="614"/>
                    <a:pt x="1178" y="614"/>
                  </a:cubicBezTo>
                  <a:cubicBezTo>
                    <a:pt x="1178" y="569"/>
                    <a:pt x="1178" y="569"/>
                    <a:pt x="1178" y="569"/>
                  </a:cubicBezTo>
                  <a:cubicBezTo>
                    <a:pt x="1182" y="563"/>
                    <a:pt x="1189" y="569"/>
                    <a:pt x="1189" y="569"/>
                  </a:cubicBezTo>
                  <a:cubicBezTo>
                    <a:pt x="1189" y="614"/>
                    <a:pt x="1189" y="614"/>
                    <a:pt x="1189" y="614"/>
                  </a:cubicBezTo>
                  <a:cubicBezTo>
                    <a:pt x="1189" y="614"/>
                    <a:pt x="1187" y="630"/>
                    <a:pt x="1214" y="630"/>
                  </a:cubicBezTo>
                  <a:cubicBezTo>
                    <a:pt x="1238" y="630"/>
                    <a:pt x="1236" y="614"/>
                    <a:pt x="1236" y="614"/>
                  </a:cubicBezTo>
                  <a:cubicBezTo>
                    <a:pt x="1236" y="614"/>
                    <a:pt x="1236" y="589"/>
                    <a:pt x="1236" y="581"/>
                  </a:cubicBezTo>
                  <a:cubicBezTo>
                    <a:pt x="1236" y="573"/>
                    <a:pt x="1240" y="573"/>
                    <a:pt x="1240" y="573"/>
                  </a:cubicBezTo>
                  <a:cubicBezTo>
                    <a:pt x="1240" y="573"/>
                    <a:pt x="1245" y="571"/>
                    <a:pt x="1245" y="587"/>
                  </a:cubicBezTo>
                  <a:cubicBezTo>
                    <a:pt x="1245" y="602"/>
                    <a:pt x="1260" y="601"/>
                    <a:pt x="1260" y="601"/>
                  </a:cubicBezTo>
                  <a:cubicBezTo>
                    <a:pt x="1296" y="601"/>
                    <a:pt x="1296" y="601"/>
                    <a:pt x="1296" y="601"/>
                  </a:cubicBezTo>
                  <a:cubicBezTo>
                    <a:pt x="1305" y="606"/>
                    <a:pt x="1304" y="613"/>
                    <a:pt x="1304" y="613"/>
                  </a:cubicBezTo>
                  <a:cubicBezTo>
                    <a:pt x="1305" y="618"/>
                    <a:pt x="1164" y="810"/>
                    <a:pt x="1143" y="815"/>
                  </a:cubicBezTo>
                  <a:cubicBezTo>
                    <a:pt x="1127" y="819"/>
                    <a:pt x="1114" y="818"/>
                    <a:pt x="1103" y="818"/>
                  </a:cubicBezTo>
                  <a:cubicBezTo>
                    <a:pt x="1092" y="819"/>
                    <a:pt x="1082" y="820"/>
                    <a:pt x="1081" y="826"/>
                  </a:cubicBezTo>
                  <a:cubicBezTo>
                    <a:pt x="1081" y="828"/>
                    <a:pt x="1088" y="833"/>
                    <a:pt x="1101" y="833"/>
                  </a:cubicBezTo>
                  <a:cubicBezTo>
                    <a:pt x="1115" y="833"/>
                    <a:pt x="1130" y="833"/>
                    <a:pt x="1142" y="838"/>
                  </a:cubicBezTo>
                  <a:cubicBezTo>
                    <a:pt x="1172" y="851"/>
                    <a:pt x="1256" y="865"/>
                    <a:pt x="1256" y="865"/>
                  </a:cubicBezTo>
                  <a:cubicBezTo>
                    <a:pt x="1256" y="865"/>
                    <a:pt x="1495" y="866"/>
                    <a:pt x="1518" y="866"/>
                  </a:cubicBezTo>
                  <a:cubicBezTo>
                    <a:pt x="1541" y="865"/>
                    <a:pt x="1525" y="861"/>
                    <a:pt x="1525" y="861"/>
                  </a:cubicBezTo>
                  <a:cubicBezTo>
                    <a:pt x="1525" y="861"/>
                    <a:pt x="1436" y="848"/>
                    <a:pt x="1406" y="835"/>
                  </a:cubicBezTo>
                  <a:cubicBezTo>
                    <a:pt x="1394" y="830"/>
                    <a:pt x="1382" y="829"/>
                    <a:pt x="1369" y="829"/>
                  </a:cubicBezTo>
                  <a:cubicBezTo>
                    <a:pt x="1355" y="829"/>
                    <a:pt x="1351" y="828"/>
                    <a:pt x="1351" y="826"/>
                  </a:cubicBezTo>
                  <a:cubicBezTo>
                    <a:pt x="1351" y="822"/>
                    <a:pt x="1357" y="823"/>
                    <a:pt x="1368" y="822"/>
                  </a:cubicBezTo>
                  <a:cubicBezTo>
                    <a:pt x="1379" y="822"/>
                    <a:pt x="1392" y="824"/>
                    <a:pt x="1412" y="818"/>
                  </a:cubicBezTo>
                  <a:cubicBezTo>
                    <a:pt x="1431" y="812"/>
                    <a:pt x="1554" y="617"/>
                    <a:pt x="1554" y="617"/>
                  </a:cubicBezTo>
                  <a:cubicBezTo>
                    <a:pt x="1554" y="617"/>
                    <a:pt x="1557" y="614"/>
                    <a:pt x="1566" y="612"/>
                  </a:cubicBezTo>
                  <a:cubicBezTo>
                    <a:pt x="1589" y="608"/>
                    <a:pt x="1588" y="598"/>
                    <a:pt x="1588" y="598"/>
                  </a:cubicBezTo>
                  <a:cubicBezTo>
                    <a:pt x="1588" y="598"/>
                    <a:pt x="1615" y="598"/>
                    <a:pt x="1633" y="598"/>
                  </a:cubicBezTo>
                  <a:cubicBezTo>
                    <a:pt x="1651" y="598"/>
                    <a:pt x="1653" y="590"/>
                    <a:pt x="1653" y="590"/>
                  </a:cubicBezTo>
                  <a:cubicBezTo>
                    <a:pt x="1654" y="576"/>
                    <a:pt x="1654" y="576"/>
                    <a:pt x="1654" y="576"/>
                  </a:cubicBezTo>
                  <a:cubicBezTo>
                    <a:pt x="1662" y="572"/>
                    <a:pt x="1666" y="577"/>
                    <a:pt x="1666" y="577"/>
                  </a:cubicBezTo>
                  <a:cubicBezTo>
                    <a:pt x="1666" y="614"/>
                    <a:pt x="1666" y="614"/>
                    <a:pt x="1666" y="614"/>
                  </a:cubicBezTo>
                  <a:cubicBezTo>
                    <a:pt x="1666" y="614"/>
                    <a:pt x="1667" y="629"/>
                    <a:pt x="1690" y="629"/>
                  </a:cubicBezTo>
                  <a:cubicBezTo>
                    <a:pt x="1713" y="629"/>
                    <a:pt x="1711" y="614"/>
                    <a:pt x="1711" y="614"/>
                  </a:cubicBezTo>
                  <a:cubicBezTo>
                    <a:pt x="1711" y="569"/>
                    <a:pt x="1711" y="569"/>
                    <a:pt x="1711" y="569"/>
                  </a:cubicBezTo>
                  <a:cubicBezTo>
                    <a:pt x="1716" y="563"/>
                    <a:pt x="1722" y="569"/>
                    <a:pt x="1722" y="569"/>
                  </a:cubicBezTo>
                  <a:cubicBezTo>
                    <a:pt x="1722" y="614"/>
                    <a:pt x="1722" y="614"/>
                    <a:pt x="1722" y="614"/>
                  </a:cubicBezTo>
                  <a:cubicBezTo>
                    <a:pt x="1722" y="614"/>
                    <a:pt x="1721" y="630"/>
                    <a:pt x="1748" y="630"/>
                  </a:cubicBezTo>
                  <a:cubicBezTo>
                    <a:pt x="1771" y="630"/>
                    <a:pt x="1769" y="614"/>
                    <a:pt x="1769" y="614"/>
                  </a:cubicBezTo>
                  <a:cubicBezTo>
                    <a:pt x="1769" y="614"/>
                    <a:pt x="1769" y="589"/>
                    <a:pt x="1769" y="581"/>
                  </a:cubicBezTo>
                  <a:cubicBezTo>
                    <a:pt x="1769" y="573"/>
                    <a:pt x="1773" y="573"/>
                    <a:pt x="1773" y="573"/>
                  </a:cubicBezTo>
                  <a:cubicBezTo>
                    <a:pt x="1773" y="573"/>
                    <a:pt x="1778" y="571"/>
                    <a:pt x="1778" y="587"/>
                  </a:cubicBezTo>
                  <a:cubicBezTo>
                    <a:pt x="1778" y="602"/>
                    <a:pt x="1793" y="601"/>
                    <a:pt x="1793" y="601"/>
                  </a:cubicBezTo>
                  <a:cubicBezTo>
                    <a:pt x="1830" y="601"/>
                    <a:pt x="1830" y="601"/>
                    <a:pt x="1830" y="601"/>
                  </a:cubicBezTo>
                  <a:cubicBezTo>
                    <a:pt x="1838" y="606"/>
                    <a:pt x="1837" y="613"/>
                    <a:pt x="1837" y="613"/>
                  </a:cubicBezTo>
                  <a:cubicBezTo>
                    <a:pt x="1838" y="621"/>
                    <a:pt x="1697" y="810"/>
                    <a:pt x="1676" y="815"/>
                  </a:cubicBezTo>
                  <a:cubicBezTo>
                    <a:pt x="1660" y="819"/>
                    <a:pt x="1647" y="818"/>
                    <a:pt x="1636" y="818"/>
                  </a:cubicBezTo>
                  <a:cubicBezTo>
                    <a:pt x="1625" y="819"/>
                    <a:pt x="1615" y="820"/>
                    <a:pt x="1615" y="826"/>
                  </a:cubicBezTo>
                  <a:cubicBezTo>
                    <a:pt x="1614" y="828"/>
                    <a:pt x="1621" y="833"/>
                    <a:pt x="1634" y="833"/>
                  </a:cubicBezTo>
                  <a:cubicBezTo>
                    <a:pt x="1648" y="833"/>
                    <a:pt x="1663" y="833"/>
                    <a:pt x="1676" y="838"/>
                  </a:cubicBezTo>
                  <a:cubicBezTo>
                    <a:pt x="1705" y="851"/>
                    <a:pt x="1804" y="865"/>
                    <a:pt x="1804" y="865"/>
                  </a:cubicBezTo>
                  <a:cubicBezTo>
                    <a:pt x="1804" y="865"/>
                    <a:pt x="2122" y="865"/>
                    <a:pt x="2142" y="865"/>
                  </a:cubicBezTo>
                  <a:cubicBezTo>
                    <a:pt x="2163" y="865"/>
                    <a:pt x="2146" y="861"/>
                    <a:pt x="2146" y="861"/>
                  </a:cubicBezTo>
                  <a:cubicBezTo>
                    <a:pt x="2146" y="861"/>
                    <a:pt x="1974" y="829"/>
                    <a:pt x="1945" y="817"/>
                  </a:cubicBezTo>
                  <a:cubicBezTo>
                    <a:pt x="1932" y="811"/>
                    <a:pt x="1921" y="811"/>
                    <a:pt x="1907" y="811"/>
                  </a:cubicBezTo>
                  <a:cubicBezTo>
                    <a:pt x="1894" y="811"/>
                    <a:pt x="1890" y="810"/>
                    <a:pt x="1890" y="808"/>
                  </a:cubicBezTo>
                  <a:cubicBezTo>
                    <a:pt x="1890" y="804"/>
                    <a:pt x="1895" y="804"/>
                    <a:pt x="1906" y="804"/>
                  </a:cubicBezTo>
                  <a:cubicBezTo>
                    <a:pt x="1918" y="803"/>
                    <a:pt x="1931" y="805"/>
                    <a:pt x="1950" y="800"/>
                  </a:cubicBezTo>
                  <a:cubicBezTo>
                    <a:pt x="1970" y="794"/>
                    <a:pt x="2093" y="579"/>
                    <a:pt x="2093" y="579"/>
                  </a:cubicBezTo>
                  <a:cubicBezTo>
                    <a:pt x="2093" y="579"/>
                    <a:pt x="2096" y="575"/>
                    <a:pt x="2104" y="574"/>
                  </a:cubicBezTo>
                  <a:cubicBezTo>
                    <a:pt x="2128" y="570"/>
                    <a:pt x="2127" y="559"/>
                    <a:pt x="2127" y="559"/>
                  </a:cubicBezTo>
                  <a:cubicBezTo>
                    <a:pt x="2127" y="546"/>
                    <a:pt x="2127" y="546"/>
                    <a:pt x="2127" y="546"/>
                  </a:cubicBezTo>
                  <a:cubicBezTo>
                    <a:pt x="2127" y="536"/>
                    <a:pt x="2109" y="533"/>
                    <a:pt x="2101" y="533"/>
                  </a:cubicBezTo>
                  <a:cubicBezTo>
                    <a:pt x="2092" y="533"/>
                    <a:pt x="2088" y="530"/>
                    <a:pt x="2088" y="530"/>
                  </a:cubicBezTo>
                  <a:cubicBezTo>
                    <a:pt x="2087" y="530"/>
                    <a:pt x="2087" y="530"/>
                    <a:pt x="2087" y="530"/>
                  </a:cubicBezTo>
                  <a:cubicBezTo>
                    <a:pt x="2087" y="530"/>
                    <a:pt x="1992" y="499"/>
                    <a:pt x="1962" y="473"/>
                  </a:cubicBezTo>
                  <a:cubicBezTo>
                    <a:pt x="1950" y="462"/>
                    <a:pt x="1938" y="461"/>
                    <a:pt x="1925" y="461"/>
                  </a:cubicBezTo>
                  <a:cubicBezTo>
                    <a:pt x="1911" y="461"/>
                    <a:pt x="1907" y="459"/>
                    <a:pt x="1907" y="453"/>
                  </a:cubicBezTo>
                  <a:cubicBezTo>
                    <a:pt x="1907" y="446"/>
                    <a:pt x="1913" y="447"/>
                    <a:pt x="1924" y="446"/>
                  </a:cubicBezTo>
                  <a:cubicBezTo>
                    <a:pt x="1935" y="445"/>
                    <a:pt x="1948" y="449"/>
                    <a:pt x="1968" y="437"/>
                  </a:cubicBezTo>
                  <a:cubicBezTo>
                    <a:pt x="1987" y="425"/>
                    <a:pt x="2088" y="376"/>
                    <a:pt x="2088" y="376"/>
                  </a:cubicBezTo>
                  <a:cubicBezTo>
                    <a:pt x="2088" y="376"/>
                    <a:pt x="2100" y="368"/>
                    <a:pt x="2101" y="353"/>
                  </a:cubicBezTo>
                  <a:cubicBezTo>
                    <a:pt x="2102" y="337"/>
                    <a:pt x="2130" y="337"/>
                    <a:pt x="2130" y="325"/>
                  </a:cubicBezTo>
                  <a:cubicBezTo>
                    <a:pt x="2130" y="325"/>
                    <a:pt x="2131" y="318"/>
                    <a:pt x="2122" y="313"/>
                  </a:cubicBezTo>
                  <a:cubicBezTo>
                    <a:pt x="2118" y="310"/>
                    <a:pt x="2117" y="303"/>
                    <a:pt x="2123" y="299"/>
                  </a:cubicBezTo>
                  <a:cubicBezTo>
                    <a:pt x="2131" y="295"/>
                    <a:pt x="2130" y="287"/>
                    <a:pt x="2130" y="287"/>
                  </a:cubicBezTo>
                  <a:cubicBezTo>
                    <a:pt x="2130" y="275"/>
                    <a:pt x="1988" y="74"/>
                    <a:pt x="1969" y="67"/>
                  </a:cubicBezTo>
                  <a:cubicBezTo>
                    <a:pt x="1949" y="59"/>
                    <a:pt x="1936" y="62"/>
                    <a:pt x="1925" y="61"/>
                  </a:cubicBezTo>
                  <a:cubicBezTo>
                    <a:pt x="1914" y="60"/>
                    <a:pt x="1908" y="61"/>
                    <a:pt x="1908" y="56"/>
                  </a:cubicBezTo>
                  <a:cubicBezTo>
                    <a:pt x="1908" y="53"/>
                    <a:pt x="1912" y="51"/>
                    <a:pt x="1926" y="51"/>
                  </a:cubicBezTo>
                  <a:cubicBezTo>
                    <a:pt x="1939" y="51"/>
                    <a:pt x="1951" y="51"/>
                    <a:pt x="1963" y="43"/>
                  </a:cubicBezTo>
                  <a:cubicBezTo>
                    <a:pt x="1993" y="26"/>
                    <a:pt x="2082" y="7"/>
                    <a:pt x="2082" y="7"/>
                  </a:cubicBezTo>
                  <a:cubicBezTo>
                    <a:pt x="2082" y="7"/>
                    <a:pt x="2109" y="1"/>
                    <a:pt x="2083" y="1"/>
                  </a:cubicBezTo>
                  <a:cubicBezTo>
                    <a:pt x="2058" y="1"/>
                    <a:pt x="1803" y="0"/>
                    <a:pt x="1803" y="0"/>
                  </a:cubicBezTo>
                  <a:cubicBezTo>
                    <a:pt x="1803" y="0"/>
                    <a:pt x="1704" y="23"/>
                    <a:pt x="1665" y="44"/>
                  </a:cubicBezTo>
                  <a:cubicBezTo>
                    <a:pt x="1659" y="46"/>
                    <a:pt x="1644" y="45"/>
                    <a:pt x="1631" y="45"/>
                  </a:cubicBezTo>
                  <a:cubicBezTo>
                    <a:pt x="1617" y="45"/>
                    <a:pt x="1611" y="53"/>
                    <a:pt x="1611" y="56"/>
                  </a:cubicBezTo>
                  <a:cubicBezTo>
                    <a:pt x="1611" y="61"/>
                    <a:pt x="1617" y="66"/>
                    <a:pt x="1628" y="67"/>
                  </a:cubicBezTo>
                  <a:cubicBezTo>
                    <a:pt x="1639" y="67"/>
                    <a:pt x="1658" y="65"/>
                    <a:pt x="1672" y="70"/>
                  </a:cubicBezTo>
                  <a:cubicBezTo>
                    <a:pt x="1694" y="76"/>
                    <a:pt x="1818" y="292"/>
                    <a:pt x="1818" y="292"/>
                  </a:cubicBezTo>
                  <a:cubicBezTo>
                    <a:pt x="1818" y="292"/>
                    <a:pt x="1823" y="295"/>
                    <a:pt x="1836" y="295"/>
                  </a:cubicBezTo>
                  <a:cubicBezTo>
                    <a:pt x="1845" y="294"/>
                    <a:pt x="1848" y="297"/>
                    <a:pt x="1848" y="302"/>
                  </a:cubicBezTo>
                  <a:cubicBezTo>
                    <a:pt x="1848" y="307"/>
                    <a:pt x="1847" y="313"/>
                    <a:pt x="1836" y="313"/>
                  </a:cubicBezTo>
                  <a:cubicBezTo>
                    <a:pt x="1822" y="313"/>
                    <a:pt x="1817" y="318"/>
                    <a:pt x="1817" y="318"/>
                  </a:cubicBezTo>
                  <a:cubicBezTo>
                    <a:pt x="1817" y="318"/>
                    <a:pt x="1693" y="421"/>
                    <a:pt x="1672" y="431"/>
                  </a:cubicBezTo>
                  <a:cubicBezTo>
                    <a:pt x="1656" y="439"/>
                    <a:pt x="1643" y="436"/>
                    <a:pt x="1632" y="437"/>
                  </a:cubicBezTo>
                  <a:cubicBezTo>
                    <a:pt x="1620" y="438"/>
                    <a:pt x="1611" y="442"/>
                    <a:pt x="1610" y="453"/>
                  </a:cubicBezTo>
                  <a:cubicBezTo>
                    <a:pt x="1610" y="458"/>
                    <a:pt x="1617" y="469"/>
                    <a:pt x="1630" y="469"/>
                  </a:cubicBezTo>
                  <a:cubicBezTo>
                    <a:pt x="1644" y="469"/>
                    <a:pt x="1659" y="468"/>
                    <a:pt x="1671" y="479"/>
                  </a:cubicBezTo>
                  <a:cubicBezTo>
                    <a:pt x="1701" y="506"/>
                    <a:pt x="1800" y="538"/>
                    <a:pt x="1800" y="538"/>
                  </a:cubicBezTo>
                  <a:cubicBezTo>
                    <a:pt x="1801" y="539"/>
                    <a:pt x="1801" y="539"/>
                    <a:pt x="1801" y="539"/>
                  </a:cubicBezTo>
                  <a:cubicBezTo>
                    <a:pt x="1808" y="541"/>
                    <a:pt x="1810" y="549"/>
                    <a:pt x="1810" y="549"/>
                  </a:cubicBezTo>
                  <a:cubicBezTo>
                    <a:pt x="1815" y="563"/>
                    <a:pt x="1838" y="569"/>
                    <a:pt x="1837" y="576"/>
                  </a:cubicBezTo>
                  <a:cubicBezTo>
                    <a:pt x="1837" y="576"/>
                    <a:pt x="1838" y="583"/>
                    <a:pt x="1830" y="588"/>
                  </a:cubicBezTo>
                  <a:cubicBezTo>
                    <a:pt x="1797" y="588"/>
                    <a:pt x="1797" y="588"/>
                    <a:pt x="1797" y="588"/>
                  </a:cubicBezTo>
                  <a:cubicBezTo>
                    <a:pt x="1797" y="588"/>
                    <a:pt x="1794" y="587"/>
                    <a:pt x="1794" y="582"/>
                  </a:cubicBezTo>
                  <a:cubicBezTo>
                    <a:pt x="1794" y="569"/>
                    <a:pt x="1794" y="569"/>
                    <a:pt x="1794" y="569"/>
                  </a:cubicBezTo>
                  <a:cubicBezTo>
                    <a:pt x="1794" y="569"/>
                    <a:pt x="1790" y="562"/>
                    <a:pt x="1774" y="562"/>
                  </a:cubicBezTo>
                  <a:cubicBezTo>
                    <a:pt x="1758" y="562"/>
                    <a:pt x="1753" y="569"/>
                    <a:pt x="1753" y="569"/>
                  </a:cubicBezTo>
                  <a:cubicBezTo>
                    <a:pt x="1753" y="612"/>
                    <a:pt x="1753" y="612"/>
                    <a:pt x="1753" y="612"/>
                  </a:cubicBezTo>
                  <a:cubicBezTo>
                    <a:pt x="1753" y="612"/>
                    <a:pt x="1753" y="617"/>
                    <a:pt x="1746" y="617"/>
                  </a:cubicBezTo>
                  <a:cubicBezTo>
                    <a:pt x="1740" y="617"/>
                    <a:pt x="1738" y="611"/>
                    <a:pt x="1738" y="611"/>
                  </a:cubicBezTo>
                  <a:cubicBezTo>
                    <a:pt x="1738" y="571"/>
                    <a:pt x="1738" y="571"/>
                    <a:pt x="1738" y="571"/>
                  </a:cubicBezTo>
                  <a:cubicBezTo>
                    <a:pt x="1738" y="571"/>
                    <a:pt x="1734" y="555"/>
                    <a:pt x="1716" y="555"/>
                  </a:cubicBezTo>
                  <a:cubicBezTo>
                    <a:pt x="1698" y="555"/>
                    <a:pt x="1695" y="569"/>
                    <a:pt x="1695" y="569"/>
                  </a:cubicBezTo>
                  <a:cubicBezTo>
                    <a:pt x="1695" y="611"/>
                    <a:pt x="1695" y="611"/>
                    <a:pt x="1695" y="611"/>
                  </a:cubicBezTo>
                  <a:cubicBezTo>
                    <a:pt x="1695" y="611"/>
                    <a:pt x="1695" y="616"/>
                    <a:pt x="1688" y="616"/>
                  </a:cubicBezTo>
                  <a:cubicBezTo>
                    <a:pt x="1682" y="616"/>
                    <a:pt x="1682" y="611"/>
                    <a:pt x="1682" y="611"/>
                  </a:cubicBezTo>
                  <a:cubicBezTo>
                    <a:pt x="1682" y="611"/>
                    <a:pt x="1683" y="586"/>
                    <a:pt x="1682" y="575"/>
                  </a:cubicBezTo>
                  <a:cubicBezTo>
                    <a:pt x="1682" y="564"/>
                    <a:pt x="1669" y="564"/>
                    <a:pt x="1662" y="563"/>
                  </a:cubicBezTo>
                  <a:cubicBezTo>
                    <a:pt x="1655" y="563"/>
                    <a:pt x="1645" y="564"/>
                    <a:pt x="1641" y="569"/>
                  </a:cubicBezTo>
                  <a:cubicBezTo>
                    <a:pt x="1639" y="572"/>
                    <a:pt x="1639" y="585"/>
                    <a:pt x="1639" y="585"/>
                  </a:cubicBezTo>
                  <a:cubicBezTo>
                    <a:pt x="1589" y="585"/>
                    <a:pt x="1589" y="585"/>
                    <a:pt x="1589" y="585"/>
                  </a:cubicBezTo>
                  <a:cubicBezTo>
                    <a:pt x="1589" y="574"/>
                    <a:pt x="1570" y="571"/>
                    <a:pt x="1562" y="571"/>
                  </a:cubicBezTo>
                  <a:cubicBezTo>
                    <a:pt x="1554" y="571"/>
                    <a:pt x="1551" y="568"/>
                    <a:pt x="1551" y="568"/>
                  </a:cubicBezTo>
                  <a:cubicBezTo>
                    <a:pt x="1550" y="567"/>
                    <a:pt x="1550" y="567"/>
                    <a:pt x="1550" y="567"/>
                  </a:cubicBezTo>
                  <a:cubicBezTo>
                    <a:pt x="1550" y="567"/>
                    <a:pt x="1457" y="499"/>
                    <a:pt x="1428" y="473"/>
                  </a:cubicBezTo>
                  <a:cubicBezTo>
                    <a:pt x="1415" y="462"/>
                    <a:pt x="1404" y="461"/>
                    <a:pt x="1390" y="461"/>
                  </a:cubicBezTo>
                  <a:cubicBezTo>
                    <a:pt x="1377" y="461"/>
                    <a:pt x="1372" y="459"/>
                    <a:pt x="1372" y="453"/>
                  </a:cubicBezTo>
                  <a:cubicBezTo>
                    <a:pt x="1372" y="446"/>
                    <a:pt x="1378" y="447"/>
                    <a:pt x="1389" y="446"/>
                  </a:cubicBezTo>
                  <a:cubicBezTo>
                    <a:pt x="1400" y="445"/>
                    <a:pt x="1414" y="449"/>
                    <a:pt x="1433" y="437"/>
                  </a:cubicBezTo>
                  <a:cubicBezTo>
                    <a:pt x="1453" y="425"/>
                    <a:pt x="1553" y="376"/>
                    <a:pt x="1553" y="376"/>
                  </a:cubicBezTo>
                  <a:cubicBezTo>
                    <a:pt x="1553" y="376"/>
                    <a:pt x="1566" y="368"/>
                    <a:pt x="1567" y="353"/>
                  </a:cubicBezTo>
                  <a:cubicBezTo>
                    <a:pt x="1568" y="337"/>
                    <a:pt x="1596" y="337"/>
                    <a:pt x="1595" y="325"/>
                  </a:cubicBezTo>
                  <a:cubicBezTo>
                    <a:pt x="1595" y="325"/>
                    <a:pt x="1596" y="318"/>
                    <a:pt x="1587" y="313"/>
                  </a:cubicBezTo>
                  <a:cubicBezTo>
                    <a:pt x="1583" y="310"/>
                    <a:pt x="1582" y="303"/>
                    <a:pt x="1588" y="299"/>
                  </a:cubicBezTo>
                  <a:cubicBezTo>
                    <a:pt x="1596" y="295"/>
                    <a:pt x="1595" y="287"/>
                    <a:pt x="1595" y="287"/>
                  </a:cubicBezTo>
                  <a:cubicBezTo>
                    <a:pt x="1596" y="275"/>
                    <a:pt x="1454" y="74"/>
                    <a:pt x="1434" y="67"/>
                  </a:cubicBezTo>
                  <a:cubicBezTo>
                    <a:pt x="1415" y="59"/>
                    <a:pt x="1401" y="62"/>
                    <a:pt x="1390" y="61"/>
                  </a:cubicBezTo>
                  <a:cubicBezTo>
                    <a:pt x="1379" y="60"/>
                    <a:pt x="1373" y="61"/>
                    <a:pt x="1373" y="56"/>
                  </a:cubicBezTo>
                  <a:cubicBezTo>
                    <a:pt x="1373" y="53"/>
                    <a:pt x="1378" y="51"/>
                    <a:pt x="1391" y="51"/>
                  </a:cubicBezTo>
                  <a:cubicBezTo>
                    <a:pt x="1405" y="51"/>
                    <a:pt x="1416" y="51"/>
                    <a:pt x="1429" y="43"/>
                  </a:cubicBezTo>
                  <a:cubicBezTo>
                    <a:pt x="1458" y="26"/>
                    <a:pt x="1548" y="7"/>
                    <a:pt x="1548" y="7"/>
                  </a:cubicBezTo>
                  <a:cubicBezTo>
                    <a:pt x="1548" y="7"/>
                    <a:pt x="1576" y="1"/>
                    <a:pt x="1547" y="1"/>
                  </a:cubicBezTo>
                  <a:cubicBezTo>
                    <a:pt x="1518" y="1"/>
                    <a:pt x="1269" y="0"/>
                    <a:pt x="1269" y="0"/>
                  </a:cubicBezTo>
                  <a:cubicBezTo>
                    <a:pt x="1269" y="0"/>
                    <a:pt x="1169" y="23"/>
                    <a:pt x="1130" y="44"/>
                  </a:cubicBezTo>
                  <a:cubicBezTo>
                    <a:pt x="1125" y="46"/>
                    <a:pt x="1110" y="45"/>
                    <a:pt x="1096" y="45"/>
                  </a:cubicBezTo>
                  <a:cubicBezTo>
                    <a:pt x="1083" y="45"/>
                    <a:pt x="1077" y="53"/>
                    <a:pt x="1077" y="56"/>
                  </a:cubicBezTo>
                  <a:cubicBezTo>
                    <a:pt x="1077" y="61"/>
                    <a:pt x="1082" y="66"/>
                    <a:pt x="1094" y="67"/>
                  </a:cubicBezTo>
                  <a:cubicBezTo>
                    <a:pt x="1105" y="67"/>
                    <a:pt x="1123" y="65"/>
                    <a:pt x="1138" y="70"/>
                  </a:cubicBezTo>
                  <a:cubicBezTo>
                    <a:pt x="1160" y="76"/>
                    <a:pt x="1283" y="292"/>
                    <a:pt x="1283" y="292"/>
                  </a:cubicBezTo>
                  <a:cubicBezTo>
                    <a:pt x="1283" y="292"/>
                    <a:pt x="1289" y="295"/>
                    <a:pt x="1301" y="295"/>
                  </a:cubicBezTo>
                  <a:cubicBezTo>
                    <a:pt x="1311" y="294"/>
                    <a:pt x="1314" y="297"/>
                    <a:pt x="1314" y="302"/>
                  </a:cubicBezTo>
                  <a:cubicBezTo>
                    <a:pt x="1314" y="307"/>
                    <a:pt x="1313" y="313"/>
                    <a:pt x="1302" y="313"/>
                  </a:cubicBezTo>
                  <a:cubicBezTo>
                    <a:pt x="1288" y="313"/>
                    <a:pt x="1283" y="318"/>
                    <a:pt x="1283" y="318"/>
                  </a:cubicBezTo>
                  <a:cubicBezTo>
                    <a:pt x="1283" y="318"/>
                    <a:pt x="1158" y="421"/>
                    <a:pt x="1137" y="431"/>
                  </a:cubicBezTo>
                  <a:cubicBezTo>
                    <a:pt x="1121" y="439"/>
                    <a:pt x="1108" y="436"/>
                    <a:pt x="1097" y="437"/>
                  </a:cubicBezTo>
                  <a:cubicBezTo>
                    <a:pt x="1086" y="438"/>
                    <a:pt x="1076" y="442"/>
                    <a:pt x="1076" y="453"/>
                  </a:cubicBezTo>
                  <a:cubicBezTo>
                    <a:pt x="1076" y="458"/>
                    <a:pt x="1082" y="469"/>
                    <a:pt x="1096" y="469"/>
                  </a:cubicBezTo>
                  <a:cubicBezTo>
                    <a:pt x="1109" y="469"/>
                    <a:pt x="1124" y="468"/>
                    <a:pt x="1137" y="479"/>
                  </a:cubicBezTo>
                  <a:cubicBezTo>
                    <a:pt x="1166" y="506"/>
                    <a:pt x="1265" y="538"/>
                    <a:pt x="1265" y="538"/>
                  </a:cubicBezTo>
                  <a:cubicBezTo>
                    <a:pt x="1266" y="538"/>
                    <a:pt x="1266" y="538"/>
                    <a:pt x="1266" y="538"/>
                  </a:cubicBezTo>
                  <a:cubicBezTo>
                    <a:pt x="1267" y="539"/>
                    <a:pt x="1267" y="539"/>
                    <a:pt x="1267" y="539"/>
                  </a:cubicBezTo>
                  <a:cubicBezTo>
                    <a:pt x="1275" y="541"/>
                    <a:pt x="1277" y="549"/>
                    <a:pt x="1277" y="549"/>
                  </a:cubicBezTo>
                  <a:cubicBezTo>
                    <a:pt x="1282" y="563"/>
                    <a:pt x="1305" y="569"/>
                    <a:pt x="1304" y="576"/>
                  </a:cubicBezTo>
                  <a:cubicBezTo>
                    <a:pt x="1304" y="576"/>
                    <a:pt x="1305" y="583"/>
                    <a:pt x="1297" y="588"/>
                  </a:cubicBezTo>
                  <a:cubicBezTo>
                    <a:pt x="1264" y="588"/>
                    <a:pt x="1264" y="588"/>
                    <a:pt x="1264" y="588"/>
                  </a:cubicBezTo>
                  <a:cubicBezTo>
                    <a:pt x="1264" y="588"/>
                    <a:pt x="1260" y="587"/>
                    <a:pt x="1261" y="582"/>
                  </a:cubicBezTo>
                  <a:cubicBezTo>
                    <a:pt x="1261" y="569"/>
                    <a:pt x="1261" y="569"/>
                    <a:pt x="1261" y="569"/>
                  </a:cubicBezTo>
                  <a:cubicBezTo>
                    <a:pt x="1261" y="569"/>
                    <a:pt x="1256" y="562"/>
                    <a:pt x="1240" y="562"/>
                  </a:cubicBezTo>
                  <a:cubicBezTo>
                    <a:pt x="1224" y="562"/>
                    <a:pt x="1220" y="569"/>
                    <a:pt x="1220" y="569"/>
                  </a:cubicBezTo>
                  <a:cubicBezTo>
                    <a:pt x="1220" y="612"/>
                    <a:pt x="1220" y="612"/>
                    <a:pt x="1220" y="612"/>
                  </a:cubicBezTo>
                  <a:cubicBezTo>
                    <a:pt x="1220" y="612"/>
                    <a:pt x="1220" y="617"/>
                    <a:pt x="1213" y="617"/>
                  </a:cubicBezTo>
                  <a:cubicBezTo>
                    <a:pt x="1207" y="617"/>
                    <a:pt x="1205" y="611"/>
                    <a:pt x="1205" y="611"/>
                  </a:cubicBezTo>
                  <a:cubicBezTo>
                    <a:pt x="1205" y="571"/>
                    <a:pt x="1205" y="571"/>
                    <a:pt x="1205" y="571"/>
                  </a:cubicBezTo>
                  <a:cubicBezTo>
                    <a:pt x="1205" y="571"/>
                    <a:pt x="1200" y="555"/>
                    <a:pt x="1182" y="555"/>
                  </a:cubicBezTo>
                  <a:cubicBezTo>
                    <a:pt x="1164" y="555"/>
                    <a:pt x="1162" y="569"/>
                    <a:pt x="1162" y="569"/>
                  </a:cubicBezTo>
                  <a:cubicBezTo>
                    <a:pt x="1162" y="611"/>
                    <a:pt x="1162" y="611"/>
                    <a:pt x="1162" y="611"/>
                  </a:cubicBezTo>
                  <a:cubicBezTo>
                    <a:pt x="1162" y="611"/>
                    <a:pt x="1162" y="616"/>
                    <a:pt x="1155" y="616"/>
                  </a:cubicBezTo>
                  <a:cubicBezTo>
                    <a:pt x="1148" y="616"/>
                    <a:pt x="1149" y="611"/>
                    <a:pt x="1149" y="611"/>
                  </a:cubicBezTo>
                  <a:cubicBezTo>
                    <a:pt x="1149" y="611"/>
                    <a:pt x="1149" y="586"/>
                    <a:pt x="1149" y="575"/>
                  </a:cubicBezTo>
                  <a:cubicBezTo>
                    <a:pt x="1148" y="564"/>
                    <a:pt x="1136" y="564"/>
                    <a:pt x="1129" y="563"/>
                  </a:cubicBezTo>
                  <a:cubicBezTo>
                    <a:pt x="1122" y="563"/>
                    <a:pt x="1111" y="564"/>
                    <a:pt x="1108" y="569"/>
                  </a:cubicBezTo>
                  <a:cubicBezTo>
                    <a:pt x="1106" y="572"/>
                    <a:pt x="1106" y="585"/>
                    <a:pt x="1106" y="585"/>
                  </a:cubicBezTo>
                  <a:cubicBezTo>
                    <a:pt x="1056" y="585"/>
                    <a:pt x="1056" y="585"/>
                    <a:pt x="1056" y="585"/>
                  </a:cubicBezTo>
                  <a:cubicBezTo>
                    <a:pt x="1056" y="574"/>
                    <a:pt x="1037" y="571"/>
                    <a:pt x="1029" y="571"/>
                  </a:cubicBezTo>
                  <a:cubicBezTo>
                    <a:pt x="1021" y="571"/>
                    <a:pt x="1018" y="568"/>
                    <a:pt x="1018" y="568"/>
                  </a:cubicBezTo>
                  <a:cubicBezTo>
                    <a:pt x="1017" y="567"/>
                    <a:pt x="1017" y="567"/>
                    <a:pt x="1017" y="567"/>
                  </a:cubicBezTo>
                  <a:cubicBezTo>
                    <a:pt x="1015" y="566"/>
                    <a:pt x="1015" y="566"/>
                    <a:pt x="1015" y="566"/>
                  </a:cubicBezTo>
                  <a:cubicBezTo>
                    <a:pt x="1015" y="566"/>
                    <a:pt x="919" y="499"/>
                    <a:pt x="890" y="473"/>
                  </a:cubicBezTo>
                  <a:cubicBezTo>
                    <a:pt x="877" y="462"/>
                    <a:pt x="866" y="461"/>
                    <a:pt x="852" y="461"/>
                  </a:cubicBezTo>
                  <a:cubicBezTo>
                    <a:pt x="839" y="461"/>
                    <a:pt x="834" y="459"/>
                    <a:pt x="834" y="453"/>
                  </a:cubicBezTo>
                  <a:cubicBezTo>
                    <a:pt x="834" y="446"/>
                    <a:pt x="840" y="447"/>
                    <a:pt x="851" y="446"/>
                  </a:cubicBezTo>
                  <a:cubicBezTo>
                    <a:pt x="862" y="445"/>
                    <a:pt x="876" y="449"/>
                    <a:pt x="895" y="437"/>
                  </a:cubicBezTo>
                  <a:cubicBezTo>
                    <a:pt x="915" y="425"/>
                    <a:pt x="1015" y="376"/>
                    <a:pt x="1015" y="376"/>
                  </a:cubicBezTo>
                  <a:cubicBezTo>
                    <a:pt x="1015" y="376"/>
                    <a:pt x="1028" y="368"/>
                    <a:pt x="1029" y="353"/>
                  </a:cubicBezTo>
                  <a:cubicBezTo>
                    <a:pt x="1030" y="337"/>
                    <a:pt x="1058" y="337"/>
                    <a:pt x="1057" y="325"/>
                  </a:cubicBezTo>
                  <a:cubicBezTo>
                    <a:pt x="1057" y="325"/>
                    <a:pt x="1058" y="318"/>
                    <a:pt x="1049" y="313"/>
                  </a:cubicBezTo>
                  <a:cubicBezTo>
                    <a:pt x="1045" y="310"/>
                    <a:pt x="1044" y="303"/>
                    <a:pt x="1050" y="299"/>
                  </a:cubicBezTo>
                  <a:cubicBezTo>
                    <a:pt x="1058" y="295"/>
                    <a:pt x="1057" y="287"/>
                    <a:pt x="1057" y="287"/>
                  </a:cubicBezTo>
                  <a:cubicBezTo>
                    <a:pt x="1058" y="275"/>
                    <a:pt x="916" y="74"/>
                    <a:pt x="896" y="67"/>
                  </a:cubicBezTo>
                  <a:cubicBezTo>
                    <a:pt x="877" y="59"/>
                    <a:pt x="863" y="62"/>
                    <a:pt x="852" y="61"/>
                  </a:cubicBezTo>
                  <a:cubicBezTo>
                    <a:pt x="841" y="60"/>
                    <a:pt x="835" y="61"/>
                    <a:pt x="835" y="56"/>
                  </a:cubicBezTo>
                  <a:cubicBezTo>
                    <a:pt x="835" y="53"/>
                    <a:pt x="840" y="51"/>
                    <a:pt x="853" y="51"/>
                  </a:cubicBezTo>
                  <a:cubicBezTo>
                    <a:pt x="867" y="51"/>
                    <a:pt x="878" y="51"/>
                    <a:pt x="891" y="43"/>
                  </a:cubicBezTo>
                  <a:cubicBezTo>
                    <a:pt x="920" y="26"/>
                    <a:pt x="1010" y="7"/>
                    <a:pt x="1010" y="7"/>
                  </a:cubicBezTo>
                  <a:cubicBezTo>
                    <a:pt x="1010" y="7"/>
                    <a:pt x="1036" y="1"/>
                    <a:pt x="1012" y="1"/>
                  </a:cubicBezTo>
                  <a:cubicBezTo>
                    <a:pt x="989" y="1"/>
                    <a:pt x="731" y="0"/>
                    <a:pt x="731" y="0"/>
                  </a:cubicBezTo>
                  <a:cubicBezTo>
                    <a:pt x="731" y="0"/>
                    <a:pt x="631" y="23"/>
                    <a:pt x="592" y="44"/>
                  </a:cubicBezTo>
                  <a:cubicBezTo>
                    <a:pt x="587" y="46"/>
                    <a:pt x="572" y="45"/>
                    <a:pt x="558" y="45"/>
                  </a:cubicBezTo>
                  <a:cubicBezTo>
                    <a:pt x="545" y="45"/>
                    <a:pt x="539" y="53"/>
                    <a:pt x="539" y="56"/>
                  </a:cubicBezTo>
                  <a:cubicBezTo>
                    <a:pt x="539" y="61"/>
                    <a:pt x="544" y="66"/>
                    <a:pt x="556" y="67"/>
                  </a:cubicBezTo>
                  <a:cubicBezTo>
                    <a:pt x="567" y="67"/>
                    <a:pt x="585" y="65"/>
                    <a:pt x="600" y="70"/>
                  </a:cubicBezTo>
                  <a:cubicBezTo>
                    <a:pt x="622" y="76"/>
                    <a:pt x="745" y="292"/>
                    <a:pt x="745" y="292"/>
                  </a:cubicBezTo>
                  <a:cubicBezTo>
                    <a:pt x="745" y="292"/>
                    <a:pt x="751" y="295"/>
                    <a:pt x="763" y="295"/>
                  </a:cubicBezTo>
                  <a:cubicBezTo>
                    <a:pt x="773" y="294"/>
                    <a:pt x="776" y="297"/>
                    <a:pt x="776" y="302"/>
                  </a:cubicBezTo>
                  <a:cubicBezTo>
                    <a:pt x="776" y="307"/>
                    <a:pt x="775" y="313"/>
                    <a:pt x="764" y="313"/>
                  </a:cubicBezTo>
                  <a:cubicBezTo>
                    <a:pt x="750" y="313"/>
                    <a:pt x="745" y="318"/>
                    <a:pt x="745" y="318"/>
                  </a:cubicBezTo>
                  <a:cubicBezTo>
                    <a:pt x="745" y="318"/>
                    <a:pt x="620" y="421"/>
                    <a:pt x="599" y="431"/>
                  </a:cubicBezTo>
                  <a:cubicBezTo>
                    <a:pt x="583" y="439"/>
                    <a:pt x="570" y="436"/>
                    <a:pt x="559" y="437"/>
                  </a:cubicBezTo>
                  <a:cubicBezTo>
                    <a:pt x="548" y="438"/>
                    <a:pt x="538" y="442"/>
                    <a:pt x="538" y="453"/>
                  </a:cubicBezTo>
                  <a:cubicBezTo>
                    <a:pt x="538" y="458"/>
                    <a:pt x="544" y="469"/>
                    <a:pt x="558" y="469"/>
                  </a:cubicBezTo>
                  <a:cubicBezTo>
                    <a:pt x="571" y="469"/>
                    <a:pt x="586" y="468"/>
                    <a:pt x="599" y="479"/>
                  </a:cubicBezTo>
                  <a:cubicBezTo>
                    <a:pt x="628" y="506"/>
                    <a:pt x="727" y="538"/>
                    <a:pt x="727" y="538"/>
                  </a:cubicBezTo>
                  <a:cubicBezTo>
                    <a:pt x="729" y="539"/>
                    <a:pt x="729" y="539"/>
                    <a:pt x="729" y="539"/>
                  </a:cubicBezTo>
                  <a:cubicBezTo>
                    <a:pt x="730" y="539"/>
                    <a:pt x="730" y="539"/>
                    <a:pt x="730" y="539"/>
                  </a:cubicBezTo>
                  <a:cubicBezTo>
                    <a:pt x="737" y="541"/>
                    <a:pt x="739" y="549"/>
                    <a:pt x="739" y="549"/>
                  </a:cubicBezTo>
                  <a:cubicBezTo>
                    <a:pt x="744" y="564"/>
                    <a:pt x="767" y="569"/>
                    <a:pt x="766" y="576"/>
                  </a:cubicBezTo>
                  <a:cubicBezTo>
                    <a:pt x="766" y="576"/>
                    <a:pt x="767" y="584"/>
                    <a:pt x="759" y="588"/>
                  </a:cubicBezTo>
                  <a:cubicBezTo>
                    <a:pt x="726" y="588"/>
                    <a:pt x="726" y="588"/>
                    <a:pt x="726" y="588"/>
                  </a:cubicBezTo>
                  <a:cubicBezTo>
                    <a:pt x="726" y="588"/>
                    <a:pt x="723" y="588"/>
                    <a:pt x="723" y="583"/>
                  </a:cubicBezTo>
                  <a:cubicBezTo>
                    <a:pt x="723" y="570"/>
                    <a:pt x="723" y="570"/>
                    <a:pt x="723" y="570"/>
                  </a:cubicBezTo>
                  <a:cubicBezTo>
                    <a:pt x="723" y="570"/>
                    <a:pt x="719" y="562"/>
                    <a:pt x="703" y="562"/>
                  </a:cubicBezTo>
                  <a:cubicBezTo>
                    <a:pt x="687" y="562"/>
                    <a:pt x="682" y="570"/>
                    <a:pt x="682" y="570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82" y="612"/>
                    <a:pt x="682" y="617"/>
                    <a:pt x="675" y="617"/>
                  </a:cubicBezTo>
                  <a:cubicBezTo>
                    <a:pt x="669" y="617"/>
                    <a:pt x="667" y="611"/>
                    <a:pt x="667" y="611"/>
                  </a:cubicBezTo>
                  <a:cubicBezTo>
                    <a:pt x="667" y="571"/>
                    <a:pt x="667" y="571"/>
                    <a:pt x="667" y="571"/>
                  </a:cubicBezTo>
                  <a:cubicBezTo>
                    <a:pt x="667" y="571"/>
                    <a:pt x="663" y="555"/>
                    <a:pt x="645" y="555"/>
                  </a:cubicBezTo>
                  <a:cubicBezTo>
                    <a:pt x="627" y="555"/>
                    <a:pt x="624" y="569"/>
                    <a:pt x="624" y="569"/>
                  </a:cubicBezTo>
                  <a:cubicBezTo>
                    <a:pt x="624" y="611"/>
                    <a:pt x="624" y="611"/>
                    <a:pt x="624" y="611"/>
                  </a:cubicBezTo>
                  <a:cubicBezTo>
                    <a:pt x="624" y="611"/>
                    <a:pt x="624" y="616"/>
                    <a:pt x="617" y="616"/>
                  </a:cubicBezTo>
                  <a:cubicBezTo>
                    <a:pt x="611" y="616"/>
                    <a:pt x="611" y="612"/>
                    <a:pt x="611" y="612"/>
                  </a:cubicBezTo>
                  <a:cubicBezTo>
                    <a:pt x="611" y="612"/>
                    <a:pt x="612" y="587"/>
                    <a:pt x="611" y="576"/>
                  </a:cubicBezTo>
                  <a:cubicBezTo>
                    <a:pt x="611" y="565"/>
                    <a:pt x="598" y="564"/>
                    <a:pt x="591" y="564"/>
                  </a:cubicBezTo>
                  <a:cubicBezTo>
                    <a:pt x="584" y="563"/>
                    <a:pt x="574" y="565"/>
                    <a:pt x="570" y="570"/>
                  </a:cubicBezTo>
                  <a:cubicBezTo>
                    <a:pt x="568" y="572"/>
                    <a:pt x="568" y="585"/>
                    <a:pt x="568" y="585"/>
                  </a:cubicBezTo>
                  <a:cubicBezTo>
                    <a:pt x="518" y="585"/>
                    <a:pt x="518" y="585"/>
                    <a:pt x="518" y="585"/>
                  </a:cubicBezTo>
                  <a:cubicBezTo>
                    <a:pt x="518" y="575"/>
                    <a:pt x="499" y="572"/>
                    <a:pt x="491" y="572"/>
                  </a:cubicBezTo>
                  <a:cubicBezTo>
                    <a:pt x="483" y="572"/>
                    <a:pt x="480" y="568"/>
                    <a:pt x="480" y="568"/>
                  </a:cubicBezTo>
                  <a:cubicBezTo>
                    <a:pt x="479" y="567"/>
                    <a:pt x="479" y="567"/>
                    <a:pt x="479" y="567"/>
                  </a:cubicBezTo>
                  <a:cubicBezTo>
                    <a:pt x="478" y="567"/>
                    <a:pt x="478" y="567"/>
                    <a:pt x="478" y="567"/>
                  </a:cubicBezTo>
                  <a:cubicBezTo>
                    <a:pt x="478" y="567"/>
                    <a:pt x="382" y="499"/>
                    <a:pt x="352" y="473"/>
                  </a:cubicBezTo>
                  <a:cubicBezTo>
                    <a:pt x="340" y="462"/>
                    <a:pt x="329" y="461"/>
                    <a:pt x="315" y="461"/>
                  </a:cubicBezTo>
                  <a:cubicBezTo>
                    <a:pt x="301" y="461"/>
                    <a:pt x="297" y="459"/>
                    <a:pt x="297" y="453"/>
                  </a:cubicBezTo>
                  <a:cubicBezTo>
                    <a:pt x="297" y="446"/>
                    <a:pt x="303" y="447"/>
                    <a:pt x="314" y="446"/>
                  </a:cubicBezTo>
                  <a:cubicBezTo>
                    <a:pt x="325" y="445"/>
                    <a:pt x="338" y="449"/>
                    <a:pt x="358" y="437"/>
                  </a:cubicBezTo>
                  <a:cubicBezTo>
                    <a:pt x="378" y="425"/>
                    <a:pt x="478" y="376"/>
                    <a:pt x="478" y="376"/>
                  </a:cubicBezTo>
                  <a:cubicBezTo>
                    <a:pt x="478" y="376"/>
                    <a:pt x="491" y="368"/>
                    <a:pt x="491" y="353"/>
                  </a:cubicBezTo>
                  <a:cubicBezTo>
                    <a:pt x="492" y="337"/>
                    <a:pt x="520" y="337"/>
                    <a:pt x="520" y="325"/>
                  </a:cubicBezTo>
                  <a:cubicBezTo>
                    <a:pt x="520" y="325"/>
                    <a:pt x="521" y="318"/>
                    <a:pt x="512" y="313"/>
                  </a:cubicBezTo>
                  <a:cubicBezTo>
                    <a:pt x="508" y="310"/>
                    <a:pt x="507" y="303"/>
                    <a:pt x="513" y="299"/>
                  </a:cubicBezTo>
                  <a:cubicBezTo>
                    <a:pt x="521" y="295"/>
                    <a:pt x="520" y="287"/>
                    <a:pt x="520" y="287"/>
                  </a:cubicBezTo>
                  <a:cubicBezTo>
                    <a:pt x="520" y="275"/>
                    <a:pt x="379" y="74"/>
                    <a:pt x="359" y="67"/>
                  </a:cubicBezTo>
                  <a:cubicBezTo>
                    <a:pt x="339" y="59"/>
                    <a:pt x="326" y="62"/>
                    <a:pt x="315" y="61"/>
                  </a:cubicBezTo>
                  <a:cubicBezTo>
                    <a:pt x="304" y="60"/>
                    <a:pt x="298" y="61"/>
                    <a:pt x="298" y="56"/>
                  </a:cubicBezTo>
                  <a:cubicBezTo>
                    <a:pt x="298" y="53"/>
                    <a:pt x="302" y="51"/>
                    <a:pt x="316" y="51"/>
                  </a:cubicBezTo>
                  <a:cubicBezTo>
                    <a:pt x="330" y="51"/>
                    <a:pt x="341" y="51"/>
                    <a:pt x="353" y="43"/>
                  </a:cubicBezTo>
                  <a:cubicBezTo>
                    <a:pt x="383" y="26"/>
                    <a:pt x="472" y="7"/>
                    <a:pt x="472" y="7"/>
                  </a:cubicBezTo>
                  <a:cubicBezTo>
                    <a:pt x="472" y="7"/>
                    <a:pt x="501" y="1"/>
                    <a:pt x="474" y="1"/>
                  </a:cubicBezTo>
                  <a:cubicBezTo>
                    <a:pt x="446" y="1"/>
                    <a:pt x="194" y="0"/>
                    <a:pt x="194" y="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9" name="Freeform 113">
              <a:extLst>
                <a:ext uri="{FF2B5EF4-FFF2-40B4-BE49-F238E27FC236}">
                  <a16:creationId xmlns:a16="http://schemas.microsoft.com/office/drawing/2014/main" id="{E62B0EDB-3828-4C4F-A113-CF708BA08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659"/>
              <a:ext cx="342" cy="7"/>
            </a:xfrm>
            <a:custGeom>
              <a:avLst/>
              <a:gdLst>
                <a:gd name="T0" fmla="*/ 33 w 354"/>
                <a:gd name="T1" fmla="*/ 2 h 7"/>
                <a:gd name="T2" fmla="*/ 316 w 354"/>
                <a:gd name="T3" fmla="*/ 2 h 7"/>
                <a:gd name="T4" fmla="*/ 319 w 354"/>
                <a:gd name="T5" fmla="*/ 3 h 7"/>
                <a:gd name="T6" fmla="*/ 317 w 354"/>
                <a:gd name="T7" fmla="*/ 6 h 7"/>
                <a:gd name="T8" fmla="*/ 45 w 354"/>
                <a:gd name="T9" fmla="*/ 6 h 7"/>
                <a:gd name="T10" fmla="*/ 2 w 354"/>
                <a:gd name="T11" fmla="*/ 5 h 7"/>
                <a:gd name="T12" fmla="*/ 16 w 354"/>
                <a:gd name="T13" fmla="*/ 0 h 7"/>
                <a:gd name="T14" fmla="*/ 37 w 354"/>
                <a:gd name="T15" fmla="*/ 1 h 7"/>
                <a:gd name="T16" fmla="*/ 33 w 354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4" h="7">
                  <a:moveTo>
                    <a:pt x="36" y="2"/>
                  </a:moveTo>
                  <a:cubicBezTo>
                    <a:pt x="350" y="2"/>
                    <a:pt x="350" y="2"/>
                    <a:pt x="350" y="2"/>
                  </a:cubicBezTo>
                  <a:cubicBezTo>
                    <a:pt x="354" y="3"/>
                    <a:pt x="354" y="3"/>
                    <a:pt x="354" y="3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63" y="6"/>
                    <a:pt x="51" y="6"/>
                  </a:cubicBezTo>
                  <a:cubicBezTo>
                    <a:pt x="38" y="7"/>
                    <a:pt x="4" y="7"/>
                    <a:pt x="2" y="5"/>
                  </a:cubicBezTo>
                  <a:cubicBezTo>
                    <a:pt x="0" y="4"/>
                    <a:pt x="19" y="0"/>
                    <a:pt x="19" y="0"/>
                  </a:cubicBezTo>
                  <a:cubicBezTo>
                    <a:pt x="40" y="1"/>
                    <a:pt x="40" y="1"/>
                    <a:pt x="40" y="1"/>
                  </a:cubicBezTo>
                  <a:lnTo>
                    <a:pt x="36" y="2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0" name="Freeform 114">
              <a:extLst>
                <a:ext uri="{FF2B5EF4-FFF2-40B4-BE49-F238E27FC236}">
                  <a16:creationId xmlns:a16="http://schemas.microsoft.com/office/drawing/2014/main" id="{8AF4EA6D-4AE9-4C98-B210-E9106349F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659"/>
              <a:ext cx="273" cy="7"/>
            </a:xfrm>
            <a:custGeom>
              <a:avLst/>
              <a:gdLst>
                <a:gd name="T0" fmla="*/ 33 w 282"/>
                <a:gd name="T1" fmla="*/ 2 h 7"/>
                <a:gd name="T2" fmla="*/ 251 w 282"/>
                <a:gd name="T3" fmla="*/ 2 h 7"/>
                <a:gd name="T4" fmla="*/ 256 w 282"/>
                <a:gd name="T5" fmla="*/ 3 h 7"/>
                <a:gd name="T6" fmla="*/ 253 w 282"/>
                <a:gd name="T7" fmla="*/ 6 h 7"/>
                <a:gd name="T8" fmla="*/ 46 w 282"/>
                <a:gd name="T9" fmla="*/ 6 h 7"/>
                <a:gd name="T10" fmla="*/ 2 w 282"/>
                <a:gd name="T11" fmla="*/ 5 h 7"/>
                <a:gd name="T12" fmla="*/ 16 w 282"/>
                <a:gd name="T13" fmla="*/ 0 h 7"/>
                <a:gd name="T14" fmla="*/ 37 w 282"/>
                <a:gd name="T15" fmla="*/ 1 h 7"/>
                <a:gd name="T16" fmla="*/ 33 w 282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2" h="7">
                  <a:moveTo>
                    <a:pt x="36" y="2"/>
                  </a:moveTo>
                  <a:cubicBezTo>
                    <a:pt x="277" y="2"/>
                    <a:pt x="277" y="2"/>
                    <a:pt x="277" y="2"/>
                  </a:cubicBezTo>
                  <a:cubicBezTo>
                    <a:pt x="282" y="3"/>
                    <a:pt x="282" y="3"/>
                    <a:pt x="282" y="3"/>
                  </a:cubicBezTo>
                  <a:cubicBezTo>
                    <a:pt x="279" y="6"/>
                    <a:pt x="279" y="6"/>
                    <a:pt x="279" y="6"/>
                  </a:cubicBezTo>
                  <a:cubicBezTo>
                    <a:pt x="279" y="6"/>
                    <a:pt x="63" y="6"/>
                    <a:pt x="51" y="6"/>
                  </a:cubicBezTo>
                  <a:cubicBezTo>
                    <a:pt x="38" y="7"/>
                    <a:pt x="4" y="7"/>
                    <a:pt x="2" y="5"/>
                  </a:cubicBezTo>
                  <a:cubicBezTo>
                    <a:pt x="0" y="4"/>
                    <a:pt x="19" y="0"/>
                    <a:pt x="19" y="0"/>
                  </a:cubicBezTo>
                  <a:cubicBezTo>
                    <a:pt x="40" y="1"/>
                    <a:pt x="40" y="1"/>
                    <a:pt x="40" y="1"/>
                  </a:cubicBezTo>
                  <a:lnTo>
                    <a:pt x="36" y="2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1" name="Freeform 115">
              <a:extLst>
                <a:ext uri="{FF2B5EF4-FFF2-40B4-BE49-F238E27FC236}">
                  <a16:creationId xmlns:a16="http://schemas.microsoft.com/office/drawing/2014/main" id="{44E99D01-3C06-4120-96EF-8D7599A3E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60"/>
              <a:ext cx="269" cy="6"/>
            </a:xfrm>
            <a:custGeom>
              <a:avLst/>
              <a:gdLst>
                <a:gd name="T0" fmla="*/ 33 w 278"/>
                <a:gd name="T1" fmla="*/ 1 h 6"/>
                <a:gd name="T2" fmla="*/ 248 w 278"/>
                <a:gd name="T3" fmla="*/ 1 h 6"/>
                <a:gd name="T4" fmla="*/ 252 w 278"/>
                <a:gd name="T5" fmla="*/ 2 h 6"/>
                <a:gd name="T6" fmla="*/ 249 w 278"/>
                <a:gd name="T7" fmla="*/ 5 h 6"/>
                <a:gd name="T8" fmla="*/ 45 w 278"/>
                <a:gd name="T9" fmla="*/ 5 h 6"/>
                <a:gd name="T10" fmla="*/ 2 w 278"/>
                <a:gd name="T11" fmla="*/ 4 h 6"/>
                <a:gd name="T12" fmla="*/ 19 w 278"/>
                <a:gd name="T13" fmla="*/ 0 h 6"/>
                <a:gd name="T14" fmla="*/ 37 w 278"/>
                <a:gd name="T15" fmla="*/ 0 h 6"/>
                <a:gd name="T16" fmla="*/ 33 w 278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8" h="6">
                  <a:moveTo>
                    <a:pt x="36" y="1"/>
                  </a:moveTo>
                  <a:cubicBezTo>
                    <a:pt x="274" y="1"/>
                    <a:pt x="274" y="1"/>
                    <a:pt x="274" y="1"/>
                  </a:cubicBezTo>
                  <a:cubicBezTo>
                    <a:pt x="278" y="2"/>
                    <a:pt x="278" y="2"/>
                    <a:pt x="278" y="2"/>
                  </a:cubicBezTo>
                  <a:cubicBezTo>
                    <a:pt x="275" y="5"/>
                    <a:pt x="275" y="5"/>
                    <a:pt x="275" y="5"/>
                  </a:cubicBezTo>
                  <a:cubicBezTo>
                    <a:pt x="275" y="5"/>
                    <a:pt x="63" y="5"/>
                    <a:pt x="51" y="5"/>
                  </a:cubicBezTo>
                  <a:cubicBezTo>
                    <a:pt x="38" y="6"/>
                    <a:pt x="4" y="6"/>
                    <a:pt x="2" y="4"/>
                  </a:cubicBezTo>
                  <a:cubicBezTo>
                    <a:pt x="0" y="3"/>
                    <a:pt x="22" y="0"/>
                    <a:pt x="22" y="0"/>
                  </a:cubicBezTo>
                  <a:cubicBezTo>
                    <a:pt x="40" y="0"/>
                    <a:pt x="40" y="0"/>
                    <a:pt x="40" y="0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2" name="Freeform 116">
              <a:extLst>
                <a:ext uri="{FF2B5EF4-FFF2-40B4-BE49-F238E27FC236}">
                  <a16:creationId xmlns:a16="http://schemas.microsoft.com/office/drawing/2014/main" id="{F9E86B56-31BD-4AC8-A6BC-15D055EAA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660"/>
              <a:ext cx="274" cy="6"/>
            </a:xfrm>
            <a:custGeom>
              <a:avLst/>
              <a:gdLst>
                <a:gd name="T0" fmla="*/ 34 w 283"/>
                <a:gd name="T1" fmla="*/ 1 h 6"/>
                <a:gd name="T2" fmla="*/ 252 w 283"/>
                <a:gd name="T3" fmla="*/ 1 h 6"/>
                <a:gd name="T4" fmla="*/ 257 w 283"/>
                <a:gd name="T5" fmla="*/ 2 h 6"/>
                <a:gd name="T6" fmla="*/ 254 w 283"/>
                <a:gd name="T7" fmla="*/ 5 h 6"/>
                <a:gd name="T8" fmla="*/ 46 w 283"/>
                <a:gd name="T9" fmla="*/ 5 h 6"/>
                <a:gd name="T10" fmla="*/ 3 w 283"/>
                <a:gd name="T11" fmla="*/ 5 h 6"/>
                <a:gd name="T12" fmla="*/ 22 w 283"/>
                <a:gd name="T13" fmla="*/ 0 h 6"/>
                <a:gd name="T14" fmla="*/ 38 w 283"/>
                <a:gd name="T15" fmla="*/ 0 h 6"/>
                <a:gd name="T16" fmla="*/ 34 w 283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6">
                  <a:moveTo>
                    <a:pt x="37" y="1"/>
                  </a:moveTo>
                  <a:cubicBezTo>
                    <a:pt x="278" y="1"/>
                    <a:pt x="278" y="1"/>
                    <a:pt x="278" y="1"/>
                  </a:cubicBezTo>
                  <a:cubicBezTo>
                    <a:pt x="283" y="2"/>
                    <a:pt x="283" y="2"/>
                    <a:pt x="283" y="2"/>
                  </a:cubicBezTo>
                  <a:cubicBezTo>
                    <a:pt x="280" y="5"/>
                    <a:pt x="280" y="5"/>
                    <a:pt x="280" y="5"/>
                  </a:cubicBezTo>
                  <a:cubicBezTo>
                    <a:pt x="280" y="5"/>
                    <a:pt x="64" y="5"/>
                    <a:pt x="52" y="5"/>
                  </a:cubicBezTo>
                  <a:cubicBezTo>
                    <a:pt x="39" y="6"/>
                    <a:pt x="6" y="6"/>
                    <a:pt x="3" y="5"/>
                  </a:cubicBezTo>
                  <a:cubicBezTo>
                    <a:pt x="0" y="4"/>
                    <a:pt x="25" y="0"/>
                    <a:pt x="25" y="0"/>
                  </a:cubicBezTo>
                  <a:cubicBezTo>
                    <a:pt x="41" y="0"/>
                    <a:pt x="41" y="0"/>
                    <a:pt x="41" y="0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3" name="Freeform 117">
              <a:extLst>
                <a:ext uri="{FF2B5EF4-FFF2-40B4-BE49-F238E27FC236}">
                  <a16:creationId xmlns:a16="http://schemas.microsoft.com/office/drawing/2014/main" id="{7AA6251F-768D-4BC5-BBA6-07C6ED229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826"/>
              <a:ext cx="300" cy="9"/>
            </a:xfrm>
            <a:custGeom>
              <a:avLst/>
              <a:gdLst>
                <a:gd name="T0" fmla="*/ 51 w 311"/>
                <a:gd name="T1" fmla="*/ 8 h 9"/>
                <a:gd name="T2" fmla="*/ 30 w 311"/>
                <a:gd name="T3" fmla="*/ 9 h 9"/>
                <a:gd name="T4" fmla="*/ 18 w 311"/>
                <a:gd name="T5" fmla="*/ 6 h 9"/>
                <a:gd name="T6" fmla="*/ 29 w 311"/>
                <a:gd name="T7" fmla="*/ 1 h 9"/>
                <a:gd name="T8" fmla="*/ 274 w 311"/>
                <a:gd name="T9" fmla="*/ 1 h 9"/>
                <a:gd name="T10" fmla="*/ 279 w 311"/>
                <a:gd name="T11" fmla="*/ 4 h 9"/>
                <a:gd name="T12" fmla="*/ 275 w 311"/>
                <a:gd name="T13" fmla="*/ 8 h 9"/>
                <a:gd name="T14" fmla="*/ 51 w 311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1" h="9">
                  <a:moveTo>
                    <a:pt x="57" y="8"/>
                  </a:moveTo>
                  <a:cubicBezTo>
                    <a:pt x="33" y="9"/>
                    <a:pt x="33" y="9"/>
                    <a:pt x="33" y="9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0" y="0"/>
                    <a:pt x="32" y="1"/>
                  </a:cubicBezTo>
                  <a:cubicBezTo>
                    <a:pt x="65" y="1"/>
                    <a:pt x="305" y="1"/>
                    <a:pt x="305" y="1"/>
                  </a:cubicBezTo>
                  <a:cubicBezTo>
                    <a:pt x="311" y="4"/>
                    <a:pt x="311" y="4"/>
                    <a:pt x="311" y="4"/>
                  </a:cubicBezTo>
                  <a:cubicBezTo>
                    <a:pt x="306" y="8"/>
                    <a:pt x="306" y="8"/>
                    <a:pt x="306" y="8"/>
                  </a:cubicBezTo>
                  <a:lnTo>
                    <a:pt x="57" y="8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4" name="Freeform 118">
              <a:extLst>
                <a:ext uri="{FF2B5EF4-FFF2-40B4-BE49-F238E27FC236}">
                  <a16:creationId xmlns:a16="http://schemas.microsoft.com/office/drawing/2014/main" id="{6B99238C-8876-459C-9CA0-DEC2ECF66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826"/>
              <a:ext cx="300" cy="9"/>
            </a:xfrm>
            <a:custGeom>
              <a:avLst/>
              <a:gdLst>
                <a:gd name="T0" fmla="*/ 51 w 310"/>
                <a:gd name="T1" fmla="*/ 8 h 9"/>
                <a:gd name="T2" fmla="*/ 29 w 310"/>
                <a:gd name="T3" fmla="*/ 9 h 9"/>
                <a:gd name="T4" fmla="*/ 17 w 310"/>
                <a:gd name="T5" fmla="*/ 6 h 9"/>
                <a:gd name="T6" fmla="*/ 29 w 310"/>
                <a:gd name="T7" fmla="*/ 1 h 9"/>
                <a:gd name="T8" fmla="*/ 276 w 310"/>
                <a:gd name="T9" fmla="*/ 1 h 9"/>
                <a:gd name="T10" fmla="*/ 281 w 310"/>
                <a:gd name="T11" fmla="*/ 4 h 9"/>
                <a:gd name="T12" fmla="*/ 277 w 310"/>
                <a:gd name="T13" fmla="*/ 8 h 9"/>
                <a:gd name="T14" fmla="*/ 51 w 310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0" h="9">
                  <a:moveTo>
                    <a:pt x="57" y="8"/>
                  </a:moveTo>
                  <a:cubicBezTo>
                    <a:pt x="32" y="9"/>
                    <a:pt x="32" y="9"/>
                    <a:pt x="32" y="9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0" y="0"/>
                    <a:pt x="32" y="1"/>
                  </a:cubicBezTo>
                  <a:cubicBezTo>
                    <a:pt x="64" y="1"/>
                    <a:pt x="304" y="1"/>
                    <a:pt x="304" y="1"/>
                  </a:cubicBezTo>
                  <a:cubicBezTo>
                    <a:pt x="310" y="4"/>
                    <a:pt x="310" y="4"/>
                    <a:pt x="310" y="4"/>
                  </a:cubicBezTo>
                  <a:cubicBezTo>
                    <a:pt x="306" y="8"/>
                    <a:pt x="306" y="8"/>
                    <a:pt x="306" y="8"/>
                  </a:cubicBezTo>
                  <a:lnTo>
                    <a:pt x="57" y="8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5" name="Freeform 119">
              <a:extLst>
                <a:ext uri="{FF2B5EF4-FFF2-40B4-BE49-F238E27FC236}">
                  <a16:creationId xmlns:a16="http://schemas.microsoft.com/office/drawing/2014/main" id="{2F731C1B-6E4B-4892-93AF-A95859793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826"/>
              <a:ext cx="301" cy="9"/>
            </a:xfrm>
            <a:custGeom>
              <a:avLst/>
              <a:gdLst>
                <a:gd name="T0" fmla="*/ 51 w 311"/>
                <a:gd name="T1" fmla="*/ 8 h 9"/>
                <a:gd name="T2" fmla="*/ 30 w 311"/>
                <a:gd name="T3" fmla="*/ 9 h 9"/>
                <a:gd name="T4" fmla="*/ 18 w 311"/>
                <a:gd name="T5" fmla="*/ 6 h 9"/>
                <a:gd name="T6" fmla="*/ 29 w 311"/>
                <a:gd name="T7" fmla="*/ 1 h 9"/>
                <a:gd name="T8" fmla="*/ 277 w 311"/>
                <a:gd name="T9" fmla="*/ 1 h 9"/>
                <a:gd name="T10" fmla="*/ 282 w 311"/>
                <a:gd name="T11" fmla="*/ 4 h 9"/>
                <a:gd name="T12" fmla="*/ 277 w 311"/>
                <a:gd name="T13" fmla="*/ 8 h 9"/>
                <a:gd name="T14" fmla="*/ 51 w 311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1" h="9">
                  <a:moveTo>
                    <a:pt x="57" y="8"/>
                  </a:moveTo>
                  <a:cubicBezTo>
                    <a:pt x="33" y="9"/>
                    <a:pt x="33" y="9"/>
                    <a:pt x="33" y="9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0" y="0"/>
                    <a:pt x="32" y="1"/>
                  </a:cubicBezTo>
                  <a:cubicBezTo>
                    <a:pt x="65" y="1"/>
                    <a:pt x="305" y="1"/>
                    <a:pt x="305" y="1"/>
                  </a:cubicBezTo>
                  <a:cubicBezTo>
                    <a:pt x="311" y="4"/>
                    <a:pt x="311" y="4"/>
                    <a:pt x="311" y="4"/>
                  </a:cubicBezTo>
                  <a:cubicBezTo>
                    <a:pt x="306" y="8"/>
                    <a:pt x="306" y="8"/>
                    <a:pt x="306" y="8"/>
                  </a:cubicBezTo>
                  <a:lnTo>
                    <a:pt x="57" y="8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6" name="Freeform 120">
              <a:extLst>
                <a:ext uri="{FF2B5EF4-FFF2-40B4-BE49-F238E27FC236}">
                  <a16:creationId xmlns:a16="http://schemas.microsoft.com/office/drawing/2014/main" id="{C38A0920-9563-4AFE-BE2F-B45DF9649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826"/>
              <a:ext cx="302" cy="9"/>
            </a:xfrm>
            <a:custGeom>
              <a:avLst/>
              <a:gdLst>
                <a:gd name="T0" fmla="*/ 53 w 312"/>
                <a:gd name="T1" fmla="*/ 8 h 9"/>
                <a:gd name="T2" fmla="*/ 31 w 312"/>
                <a:gd name="T3" fmla="*/ 9 h 9"/>
                <a:gd name="T4" fmla="*/ 19 w 312"/>
                <a:gd name="T5" fmla="*/ 6 h 9"/>
                <a:gd name="T6" fmla="*/ 31 w 312"/>
                <a:gd name="T7" fmla="*/ 0 h 9"/>
                <a:gd name="T8" fmla="*/ 278 w 312"/>
                <a:gd name="T9" fmla="*/ 0 h 9"/>
                <a:gd name="T10" fmla="*/ 283 w 312"/>
                <a:gd name="T11" fmla="*/ 4 h 9"/>
                <a:gd name="T12" fmla="*/ 278 w 312"/>
                <a:gd name="T13" fmla="*/ 7 h 9"/>
                <a:gd name="T14" fmla="*/ 53 w 312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9">
                  <a:moveTo>
                    <a:pt x="59" y="8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0" y="0"/>
                    <a:pt x="34" y="0"/>
                  </a:cubicBezTo>
                  <a:cubicBezTo>
                    <a:pt x="66" y="1"/>
                    <a:pt x="306" y="0"/>
                    <a:pt x="306" y="0"/>
                  </a:cubicBezTo>
                  <a:cubicBezTo>
                    <a:pt x="312" y="4"/>
                    <a:pt x="312" y="4"/>
                    <a:pt x="312" y="4"/>
                  </a:cubicBezTo>
                  <a:cubicBezTo>
                    <a:pt x="307" y="7"/>
                    <a:pt x="307" y="7"/>
                    <a:pt x="307" y="7"/>
                  </a:cubicBezTo>
                  <a:lnTo>
                    <a:pt x="59" y="8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7" name="Freeform 121">
              <a:extLst>
                <a:ext uri="{FF2B5EF4-FFF2-40B4-BE49-F238E27FC236}">
                  <a16:creationId xmlns:a16="http://schemas.microsoft.com/office/drawing/2014/main" id="{71994243-8DF8-4213-BBBF-B2D74B59B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826"/>
              <a:ext cx="2069" cy="839"/>
            </a:xfrm>
            <a:custGeom>
              <a:avLst/>
              <a:gdLst>
                <a:gd name="T0" fmla="*/ 1878 w 2140"/>
                <a:gd name="T1" fmla="*/ 390 h 865"/>
                <a:gd name="T2" fmla="*/ 1728 w 2140"/>
                <a:gd name="T3" fmla="*/ 626 h 865"/>
                <a:gd name="T4" fmla="*/ 1859 w 2140"/>
                <a:gd name="T5" fmla="*/ 746 h 865"/>
                <a:gd name="T6" fmla="*/ 1864 w 2140"/>
                <a:gd name="T7" fmla="*/ 397 h 865"/>
                <a:gd name="T8" fmla="*/ 1584 w 2140"/>
                <a:gd name="T9" fmla="*/ 195 h 865"/>
                <a:gd name="T10" fmla="*/ 1624 w 2140"/>
                <a:gd name="T11" fmla="*/ 390 h 865"/>
                <a:gd name="T12" fmla="*/ 1641 w 2140"/>
                <a:gd name="T13" fmla="*/ 744 h 865"/>
                <a:gd name="T14" fmla="*/ 1498 w 2140"/>
                <a:gd name="T15" fmla="*/ 630 h 865"/>
                <a:gd name="T16" fmla="*/ 1346 w 2140"/>
                <a:gd name="T17" fmla="*/ 627 h 865"/>
                <a:gd name="T18" fmla="*/ 1425 w 2140"/>
                <a:gd name="T19" fmla="*/ 760 h 865"/>
                <a:gd name="T20" fmla="*/ 1226 w 2140"/>
                <a:gd name="T21" fmla="*/ 578 h 865"/>
                <a:gd name="T22" fmla="*/ 1179 w 2140"/>
                <a:gd name="T23" fmla="*/ 231 h 865"/>
                <a:gd name="T24" fmla="*/ 1056 w 2140"/>
                <a:gd name="T25" fmla="*/ 209 h 865"/>
                <a:gd name="T26" fmla="*/ 1140 w 2140"/>
                <a:gd name="T27" fmla="*/ 452 h 865"/>
                <a:gd name="T28" fmla="*/ 1155 w 2140"/>
                <a:gd name="T29" fmla="*/ 765 h 865"/>
                <a:gd name="T30" fmla="*/ 922 w 2140"/>
                <a:gd name="T31" fmla="*/ 596 h 865"/>
                <a:gd name="T32" fmla="*/ 813 w 2140"/>
                <a:gd name="T33" fmla="*/ 573 h 865"/>
                <a:gd name="T34" fmla="*/ 891 w 2140"/>
                <a:gd name="T35" fmla="*/ 762 h 865"/>
                <a:gd name="T36" fmla="*/ 897 w 2140"/>
                <a:gd name="T37" fmla="*/ 442 h 865"/>
                <a:gd name="T38" fmla="*/ 662 w 2140"/>
                <a:gd name="T39" fmla="*/ 252 h 865"/>
                <a:gd name="T40" fmla="*/ 514 w 2140"/>
                <a:gd name="T41" fmla="*/ 235 h 865"/>
                <a:gd name="T42" fmla="*/ 513 w 2140"/>
                <a:gd name="T43" fmla="*/ 596 h 865"/>
                <a:gd name="T44" fmla="*/ 714 w 2140"/>
                <a:gd name="T45" fmla="*/ 754 h 865"/>
                <a:gd name="T46" fmla="*/ 388 w 2140"/>
                <a:gd name="T47" fmla="*/ 626 h 865"/>
                <a:gd name="T48" fmla="*/ 420 w 2140"/>
                <a:gd name="T49" fmla="*/ 744 h 865"/>
                <a:gd name="T50" fmla="*/ 259 w 2140"/>
                <a:gd name="T51" fmla="*/ 625 h 865"/>
                <a:gd name="T52" fmla="*/ 280 w 2140"/>
                <a:gd name="T53" fmla="*/ 257 h 865"/>
                <a:gd name="T54" fmla="*/ 128 w 2140"/>
                <a:gd name="T55" fmla="*/ 252 h 865"/>
                <a:gd name="T56" fmla="*/ 206 w 2140"/>
                <a:gd name="T57" fmla="*/ 397 h 865"/>
                <a:gd name="T58" fmla="*/ 222 w 2140"/>
                <a:gd name="T59" fmla="*/ 730 h 865"/>
                <a:gd name="T60" fmla="*/ 33 w 2140"/>
                <a:gd name="T61" fmla="*/ 574 h 865"/>
                <a:gd name="T62" fmla="*/ 36 w 2140"/>
                <a:gd name="T63" fmla="*/ 288 h 865"/>
                <a:gd name="T64" fmla="*/ 177 w 2140"/>
                <a:gd name="T65" fmla="*/ 41 h 865"/>
                <a:gd name="T66" fmla="*/ 100 w 2140"/>
                <a:gd name="T67" fmla="*/ 249 h 865"/>
                <a:gd name="T68" fmla="*/ 204 w 2140"/>
                <a:gd name="T69" fmla="*/ 214 h 865"/>
                <a:gd name="T70" fmla="*/ 460 w 2140"/>
                <a:gd name="T71" fmla="*/ 42 h 865"/>
                <a:gd name="T72" fmla="*/ 461 w 2140"/>
                <a:gd name="T73" fmla="*/ 438 h 865"/>
                <a:gd name="T74" fmla="*/ 350 w 2140"/>
                <a:gd name="T75" fmla="*/ 623 h 865"/>
                <a:gd name="T76" fmla="*/ 452 w 2140"/>
                <a:gd name="T77" fmla="*/ 589 h 865"/>
                <a:gd name="T78" fmla="*/ 493 w 2140"/>
                <a:gd name="T79" fmla="*/ 251 h 865"/>
                <a:gd name="T80" fmla="*/ 690 w 2140"/>
                <a:gd name="T81" fmla="*/ 42 h 865"/>
                <a:gd name="T82" fmla="*/ 589 w 2140"/>
                <a:gd name="T83" fmla="*/ 256 h 865"/>
                <a:gd name="T84" fmla="*/ 732 w 2140"/>
                <a:gd name="T85" fmla="*/ 214 h 865"/>
                <a:gd name="T86" fmla="*/ 961 w 2140"/>
                <a:gd name="T87" fmla="*/ 50 h 865"/>
                <a:gd name="T88" fmla="*/ 907 w 2140"/>
                <a:gd name="T89" fmla="*/ 452 h 865"/>
                <a:gd name="T90" fmla="*/ 831 w 2140"/>
                <a:gd name="T91" fmla="*/ 623 h 865"/>
                <a:gd name="T92" fmla="*/ 935 w 2140"/>
                <a:gd name="T93" fmla="*/ 589 h 865"/>
                <a:gd name="T94" fmla="*/ 1004 w 2140"/>
                <a:gd name="T95" fmla="*/ 288 h 865"/>
                <a:gd name="T96" fmla="*/ 1145 w 2140"/>
                <a:gd name="T97" fmla="*/ 41 h 865"/>
                <a:gd name="T98" fmla="*/ 1069 w 2140"/>
                <a:gd name="T99" fmla="*/ 249 h 865"/>
                <a:gd name="T100" fmla="*/ 1172 w 2140"/>
                <a:gd name="T101" fmla="*/ 214 h 865"/>
                <a:gd name="T102" fmla="*/ 1430 w 2140"/>
                <a:gd name="T103" fmla="*/ 42 h 865"/>
                <a:gd name="T104" fmla="*/ 1430 w 2140"/>
                <a:gd name="T105" fmla="*/ 438 h 865"/>
                <a:gd name="T106" fmla="*/ 1318 w 2140"/>
                <a:gd name="T107" fmla="*/ 568 h 865"/>
                <a:gd name="T108" fmla="*/ 1419 w 2140"/>
                <a:gd name="T109" fmla="*/ 568 h 865"/>
                <a:gd name="T110" fmla="*/ 1502 w 2140"/>
                <a:gd name="T111" fmla="*/ 318 h 865"/>
                <a:gd name="T112" fmla="*/ 1513 w 2140"/>
                <a:gd name="T113" fmla="*/ 2 h 865"/>
                <a:gd name="T114" fmla="*/ 1556 w 2140"/>
                <a:gd name="T115" fmla="*/ 195 h 865"/>
                <a:gd name="T116" fmla="*/ 1656 w 2140"/>
                <a:gd name="T117" fmla="*/ 195 h 86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40" h="865">
                  <a:moveTo>
                    <a:pt x="1946" y="0"/>
                  </a:moveTo>
                  <a:cubicBezTo>
                    <a:pt x="1946" y="0"/>
                    <a:pt x="2046" y="23"/>
                    <a:pt x="2085" y="44"/>
                  </a:cubicBezTo>
                  <a:cubicBezTo>
                    <a:pt x="2090" y="46"/>
                    <a:pt x="2105" y="45"/>
                    <a:pt x="2119" y="45"/>
                  </a:cubicBezTo>
                  <a:cubicBezTo>
                    <a:pt x="2132" y="45"/>
                    <a:pt x="2138" y="53"/>
                    <a:pt x="2138" y="56"/>
                  </a:cubicBezTo>
                  <a:cubicBezTo>
                    <a:pt x="2138" y="61"/>
                    <a:pt x="2133" y="66"/>
                    <a:pt x="2122" y="67"/>
                  </a:cubicBezTo>
                  <a:cubicBezTo>
                    <a:pt x="2110" y="67"/>
                    <a:pt x="2092" y="65"/>
                    <a:pt x="2078" y="70"/>
                  </a:cubicBezTo>
                  <a:cubicBezTo>
                    <a:pt x="2056" y="76"/>
                    <a:pt x="1932" y="229"/>
                    <a:pt x="1932" y="229"/>
                  </a:cubicBezTo>
                  <a:cubicBezTo>
                    <a:pt x="1932" y="229"/>
                    <a:pt x="1926" y="234"/>
                    <a:pt x="1914" y="232"/>
                  </a:cubicBezTo>
                  <a:cubicBezTo>
                    <a:pt x="1905" y="232"/>
                    <a:pt x="1901" y="236"/>
                    <a:pt x="1901" y="243"/>
                  </a:cubicBezTo>
                  <a:cubicBezTo>
                    <a:pt x="1901" y="250"/>
                    <a:pt x="1902" y="258"/>
                    <a:pt x="1913" y="258"/>
                  </a:cubicBezTo>
                  <a:cubicBezTo>
                    <a:pt x="1928" y="259"/>
                    <a:pt x="1933" y="266"/>
                    <a:pt x="1933" y="266"/>
                  </a:cubicBezTo>
                  <a:cubicBezTo>
                    <a:pt x="1933" y="266"/>
                    <a:pt x="2057" y="412"/>
                    <a:pt x="2078" y="427"/>
                  </a:cubicBezTo>
                  <a:cubicBezTo>
                    <a:pt x="2094" y="438"/>
                    <a:pt x="2107" y="434"/>
                    <a:pt x="2118" y="435"/>
                  </a:cubicBezTo>
                  <a:cubicBezTo>
                    <a:pt x="2129" y="436"/>
                    <a:pt x="2139" y="442"/>
                    <a:pt x="2139" y="458"/>
                  </a:cubicBezTo>
                  <a:cubicBezTo>
                    <a:pt x="2140" y="465"/>
                    <a:pt x="2133" y="480"/>
                    <a:pt x="2120" y="480"/>
                  </a:cubicBezTo>
                  <a:cubicBezTo>
                    <a:pt x="2106" y="480"/>
                    <a:pt x="2091" y="479"/>
                    <a:pt x="2078" y="495"/>
                  </a:cubicBezTo>
                  <a:cubicBezTo>
                    <a:pt x="2049" y="533"/>
                    <a:pt x="1950" y="579"/>
                    <a:pt x="1950" y="579"/>
                  </a:cubicBezTo>
                  <a:cubicBezTo>
                    <a:pt x="1949" y="579"/>
                    <a:pt x="1949" y="579"/>
                    <a:pt x="1949" y="579"/>
                  </a:cubicBezTo>
                  <a:cubicBezTo>
                    <a:pt x="1948" y="580"/>
                    <a:pt x="1948" y="580"/>
                    <a:pt x="1948" y="580"/>
                  </a:cubicBezTo>
                  <a:cubicBezTo>
                    <a:pt x="1940" y="582"/>
                    <a:pt x="1938" y="594"/>
                    <a:pt x="1938" y="594"/>
                  </a:cubicBezTo>
                  <a:cubicBezTo>
                    <a:pt x="1933" y="615"/>
                    <a:pt x="1911" y="623"/>
                    <a:pt x="1911" y="633"/>
                  </a:cubicBezTo>
                  <a:cubicBezTo>
                    <a:pt x="1911" y="633"/>
                    <a:pt x="1910" y="643"/>
                    <a:pt x="1918" y="650"/>
                  </a:cubicBezTo>
                  <a:cubicBezTo>
                    <a:pt x="1918" y="650"/>
                    <a:pt x="1928" y="660"/>
                    <a:pt x="1919" y="669"/>
                  </a:cubicBezTo>
                  <a:cubicBezTo>
                    <a:pt x="1911" y="677"/>
                    <a:pt x="1911" y="686"/>
                    <a:pt x="1911" y="686"/>
                  </a:cubicBezTo>
                  <a:cubicBezTo>
                    <a:pt x="1911" y="693"/>
                    <a:pt x="2051" y="811"/>
                    <a:pt x="2072" y="816"/>
                  </a:cubicBezTo>
                  <a:cubicBezTo>
                    <a:pt x="2089" y="819"/>
                    <a:pt x="2101" y="818"/>
                    <a:pt x="2113" y="818"/>
                  </a:cubicBezTo>
                  <a:cubicBezTo>
                    <a:pt x="2124" y="819"/>
                    <a:pt x="2134" y="821"/>
                    <a:pt x="2134" y="826"/>
                  </a:cubicBezTo>
                  <a:cubicBezTo>
                    <a:pt x="2134" y="828"/>
                    <a:pt x="2128" y="833"/>
                    <a:pt x="2114" y="833"/>
                  </a:cubicBezTo>
                  <a:cubicBezTo>
                    <a:pt x="2101" y="833"/>
                    <a:pt x="2085" y="833"/>
                    <a:pt x="2073" y="838"/>
                  </a:cubicBezTo>
                  <a:cubicBezTo>
                    <a:pt x="2043" y="851"/>
                    <a:pt x="1950" y="865"/>
                    <a:pt x="1950" y="865"/>
                  </a:cubicBezTo>
                  <a:cubicBezTo>
                    <a:pt x="1943" y="861"/>
                    <a:pt x="1943" y="861"/>
                    <a:pt x="1943" y="861"/>
                  </a:cubicBezTo>
                  <a:cubicBezTo>
                    <a:pt x="1943" y="861"/>
                    <a:pt x="2033" y="848"/>
                    <a:pt x="2062" y="835"/>
                  </a:cubicBezTo>
                  <a:cubicBezTo>
                    <a:pt x="2075" y="830"/>
                    <a:pt x="2086" y="830"/>
                    <a:pt x="2100" y="830"/>
                  </a:cubicBezTo>
                  <a:cubicBezTo>
                    <a:pt x="2113" y="830"/>
                    <a:pt x="2117" y="828"/>
                    <a:pt x="2117" y="826"/>
                  </a:cubicBezTo>
                  <a:cubicBezTo>
                    <a:pt x="2117" y="822"/>
                    <a:pt x="2112" y="823"/>
                    <a:pt x="2101" y="822"/>
                  </a:cubicBezTo>
                  <a:cubicBezTo>
                    <a:pt x="2089" y="822"/>
                    <a:pt x="2076" y="824"/>
                    <a:pt x="2057" y="818"/>
                  </a:cubicBezTo>
                  <a:cubicBezTo>
                    <a:pt x="2037" y="813"/>
                    <a:pt x="1894" y="703"/>
                    <a:pt x="1895" y="686"/>
                  </a:cubicBezTo>
                  <a:cubicBezTo>
                    <a:pt x="1895" y="686"/>
                    <a:pt x="1894" y="676"/>
                    <a:pt x="1902" y="669"/>
                  </a:cubicBezTo>
                  <a:cubicBezTo>
                    <a:pt x="1907" y="665"/>
                    <a:pt x="1908" y="654"/>
                    <a:pt x="1902" y="650"/>
                  </a:cubicBezTo>
                  <a:cubicBezTo>
                    <a:pt x="1894" y="643"/>
                    <a:pt x="1895" y="633"/>
                    <a:pt x="1895" y="633"/>
                  </a:cubicBezTo>
                  <a:cubicBezTo>
                    <a:pt x="1894" y="615"/>
                    <a:pt x="1921" y="615"/>
                    <a:pt x="1922" y="593"/>
                  </a:cubicBezTo>
                  <a:cubicBezTo>
                    <a:pt x="1922" y="593"/>
                    <a:pt x="1925" y="573"/>
                    <a:pt x="1947" y="565"/>
                  </a:cubicBezTo>
                  <a:cubicBezTo>
                    <a:pt x="1949" y="564"/>
                    <a:pt x="1949" y="564"/>
                    <a:pt x="1949" y="564"/>
                  </a:cubicBezTo>
                  <a:cubicBezTo>
                    <a:pt x="1949" y="564"/>
                    <a:pt x="2038" y="523"/>
                    <a:pt x="2068" y="485"/>
                  </a:cubicBezTo>
                  <a:cubicBezTo>
                    <a:pt x="2080" y="470"/>
                    <a:pt x="2092" y="469"/>
                    <a:pt x="2105" y="469"/>
                  </a:cubicBezTo>
                  <a:cubicBezTo>
                    <a:pt x="2119" y="469"/>
                    <a:pt x="2123" y="465"/>
                    <a:pt x="2123" y="458"/>
                  </a:cubicBezTo>
                  <a:cubicBezTo>
                    <a:pt x="2123" y="447"/>
                    <a:pt x="2117" y="449"/>
                    <a:pt x="2106" y="447"/>
                  </a:cubicBezTo>
                  <a:cubicBezTo>
                    <a:pt x="2095" y="446"/>
                    <a:pt x="2082" y="451"/>
                    <a:pt x="2062" y="435"/>
                  </a:cubicBezTo>
                  <a:cubicBezTo>
                    <a:pt x="2043" y="418"/>
                    <a:pt x="1919" y="281"/>
                    <a:pt x="1919" y="281"/>
                  </a:cubicBezTo>
                  <a:cubicBezTo>
                    <a:pt x="1919" y="281"/>
                    <a:pt x="1917" y="276"/>
                    <a:pt x="1908" y="274"/>
                  </a:cubicBezTo>
                  <a:cubicBezTo>
                    <a:pt x="1885" y="268"/>
                    <a:pt x="1886" y="253"/>
                    <a:pt x="1886" y="253"/>
                  </a:cubicBezTo>
                  <a:cubicBezTo>
                    <a:pt x="1886" y="253"/>
                    <a:pt x="1859" y="253"/>
                    <a:pt x="1841" y="253"/>
                  </a:cubicBezTo>
                  <a:cubicBezTo>
                    <a:pt x="1823" y="253"/>
                    <a:pt x="1821" y="243"/>
                    <a:pt x="1821" y="243"/>
                  </a:cubicBezTo>
                  <a:cubicBezTo>
                    <a:pt x="1820" y="222"/>
                    <a:pt x="1820" y="222"/>
                    <a:pt x="1820" y="222"/>
                  </a:cubicBezTo>
                  <a:cubicBezTo>
                    <a:pt x="1812" y="216"/>
                    <a:pt x="1808" y="224"/>
                    <a:pt x="1808" y="224"/>
                  </a:cubicBezTo>
                  <a:cubicBezTo>
                    <a:pt x="1808" y="276"/>
                    <a:pt x="1808" y="276"/>
                    <a:pt x="1808" y="276"/>
                  </a:cubicBezTo>
                  <a:cubicBezTo>
                    <a:pt x="1808" y="276"/>
                    <a:pt x="1807" y="298"/>
                    <a:pt x="1784" y="298"/>
                  </a:cubicBezTo>
                  <a:cubicBezTo>
                    <a:pt x="1761" y="298"/>
                    <a:pt x="1763" y="276"/>
                    <a:pt x="1763" y="276"/>
                  </a:cubicBezTo>
                  <a:cubicBezTo>
                    <a:pt x="1763" y="213"/>
                    <a:pt x="1763" y="213"/>
                    <a:pt x="1763" y="213"/>
                  </a:cubicBezTo>
                  <a:cubicBezTo>
                    <a:pt x="1758" y="203"/>
                    <a:pt x="1752" y="213"/>
                    <a:pt x="1752" y="213"/>
                  </a:cubicBezTo>
                  <a:cubicBezTo>
                    <a:pt x="1752" y="276"/>
                    <a:pt x="1752" y="276"/>
                    <a:pt x="1752" y="276"/>
                  </a:cubicBezTo>
                  <a:cubicBezTo>
                    <a:pt x="1752" y="276"/>
                    <a:pt x="1753" y="298"/>
                    <a:pt x="1726" y="298"/>
                  </a:cubicBezTo>
                  <a:cubicBezTo>
                    <a:pt x="1703" y="298"/>
                    <a:pt x="1705" y="277"/>
                    <a:pt x="1705" y="277"/>
                  </a:cubicBezTo>
                  <a:cubicBezTo>
                    <a:pt x="1705" y="277"/>
                    <a:pt x="1705" y="241"/>
                    <a:pt x="1705" y="229"/>
                  </a:cubicBezTo>
                  <a:cubicBezTo>
                    <a:pt x="1705" y="217"/>
                    <a:pt x="1701" y="218"/>
                    <a:pt x="1701" y="218"/>
                  </a:cubicBezTo>
                  <a:cubicBezTo>
                    <a:pt x="1701" y="218"/>
                    <a:pt x="1696" y="216"/>
                    <a:pt x="1696" y="237"/>
                  </a:cubicBezTo>
                  <a:cubicBezTo>
                    <a:pt x="1696" y="259"/>
                    <a:pt x="1681" y="258"/>
                    <a:pt x="1681" y="258"/>
                  </a:cubicBezTo>
                  <a:cubicBezTo>
                    <a:pt x="1644" y="258"/>
                    <a:pt x="1644" y="258"/>
                    <a:pt x="1644" y="258"/>
                  </a:cubicBezTo>
                  <a:cubicBezTo>
                    <a:pt x="1636" y="265"/>
                    <a:pt x="1637" y="275"/>
                    <a:pt x="1637" y="275"/>
                  </a:cubicBezTo>
                  <a:cubicBezTo>
                    <a:pt x="1636" y="282"/>
                    <a:pt x="1664" y="295"/>
                    <a:pt x="1663" y="313"/>
                  </a:cubicBezTo>
                  <a:cubicBezTo>
                    <a:pt x="1662" y="334"/>
                    <a:pt x="1681" y="344"/>
                    <a:pt x="1681" y="344"/>
                  </a:cubicBezTo>
                  <a:cubicBezTo>
                    <a:pt x="1681" y="344"/>
                    <a:pt x="1777" y="412"/>
                    <a:pt x="1798" y="427"/>
                  </a:cubicBezTo>
                  <a:cubicBezTo>
                    <a:pt x="1814" y="438"/>
                    <a:pt x="1827" y="434"/>
                    <a:pt x="1838" y="435"/>
                  </a:cubicBezTo>
                  <a:cubicBezTo>
                    <a:pt x="1849" y="436"/>
                    <a:pt x="1859" y="442"/>
                    <a:pt x="1859" y="458"/>
                  </a:cubicBezTo>
                  <a:cubicBezTo>
                    <a:pt x="1859" y="465"/>
                    <a:pt x="1853" y="480"/>
                    <a:pt x="1839" y="480"/>
                  </a:cubicBezTo>
                  <a:cubicBezTo>
                    <a:pt x="1826" y="480"/>
                    <a:pt x="1811" y="479"/>
                    <a:pt x="1798" y="495"/>
                  </a:cubicBezTo>
                  <a:cubicBezTo>
                    <a:pt x="1769" y="533"/>
                    <a:pt x="1672" y="638"/>
                    <a:pt x="1672" y="638"/>
                  </a:cubicBezTo>
                  <a:cubicBezTo>
                    <a:pt x="1671" y="638"/>
                    <a:pt x="1671" y="638"/>
                    <a:pt x="1671" y="638"/>
                  </a:cubicBezTo>
                  <a:cubicBezTo>
                    <a:pt x="1669" y="640"/>
                    <a:pt x="1669" y="640"/>
                    <a:pt x="1669" y="640"/>
                  </a:cubicBezTo>
                  <a:cubicBezTo>
                    <a:pt x="1669" y="640"/>
                    <a:pt x="1664" y="644"/>
                    <a:pt x="1651" y="643"/>
                  </a:cubicBezTo>
                  <a:cubicBezTo>
                    <a:pt x="1642" y="642"/>
                    <a:pt x="1639" y="647"/>
                    <a:pt x="1639" y="654"/>
                  </a:cubicBezTo>
                  <a:cubicBezTo>
                    <a:pt x="1639" y="661"/>
                    <a:pt x="1640" y="669"/>
                    <a:pt x="1650" y="669"/>
                  </a:cubicBezTo>
                  <a:cubicBezTo>
                    <a:pt x="1665" y="670"/>
                    <a:pt x="1670" y="677"/>
                    <a:pt x="1670" y="677"/>
                  </a:cubicBezTo>
                  <a:cubicBezTo>
                    <a:pt x="1670" y="677"/>
                    <a:pt x="1794" y="811"/>
                    <a:pt x="1815" y="816"/>
                  </a:cubicBezTo>
                  <a:cubicBezTo>
                    <a:pt x="1831" y="819"/>
                    <a:pt x="1844" y="818"/>
                    <a:pt x="1855" y="818"/>
                  </a:cubicBezTo>
                  <a:cubicBezTo>
                    <a:pt x="1867" y="819"/>
                    <a:pt x="1876" y="821"/>
                    <a:pt x="1877" y="826"/>
                  </a:cubicBezTo>
                  <a:cubicBezTo>
                    <a:pt x="1877" y="828"/>
                    <a:pt x="1870" y="833"/>
                    <a:pt x="1857" y="833"/>
                  </a:cubicBezTo>
                  <a:cubicBezTo>
                    <a:pt x="1843" y="833"/>
                    <a:pt x="1828" y="833"/>
                    <a:pt x="1816" y="838"/>
                  </a:cubicBezTo>
                  <a:cubicBezTo>
                    <a:pt x="1786" y="851"/>
                    <a:pt x="1698" y="864"/>
                    <a:pt x="1698" y="864"/>
                  </a:cubicBezTo>
                  <a:cubicBezTo>
                    <a:pt x="1686" y="861"/>
                    <a:pt x="1686" y="861"/>
                    <a:pt x="1686" y="861"/>
                  </a:cubicBezTo>
                  <a:cubicBezTo>
                    <a:pt x="1686" y="861"/>
                    <a:pt x="1775" y="848"/>
                    <a:pt x="1805" y="835"/>
                  </a:cubicBezTo>
                  <a:cubicBezTo>
                    <a:pt x="1817" y="830"/>
                    <a:pt x="1829" y="830"/>
                    <a:pt x="1842" y="830"/>
                  </a:cubicBezTo>
                  <a:cubicBezTo>
                    <a:pt x="1856" y="830"/>
                    <a:pt x="1860" y="828"/>
                    <a:pt x="1860" y="826"/>
                  </a:cubicBezTo>
                  <a:cubicBezTo>
                    <a:pt x="1860" y="822"/>
                    <a:pt x="1854" y="823"/>
                    <a:pt x="1843" y="822"/>
                  </a:cubicBezTo>
                  <a:cubicBezTo>
                    <a:pt x="1832" y="822"/>
                    <a:pt x="1819" y="824"/>
                    <a:pt x="1799" y="818"/>
                  </a:cubicBezTo>
                  <a:cubicBezTo>
                    <a:pt x="1780" y="813"/>
                    <a:pt x="1657" y="691"/>
                    <a:pt x="1657" y="691"/>
                  </a:cubicBezTo>
                  <a:cubicBezTo>
                    <a:pt x="1657" y="691"/>
                    <a:pt x="1654" y="687"/>
                    <a:pt x="1645" y="684"/>
                  </a:cubicBezTo>
                  <a:cubicBezTo>
                    <a:pt x="1622" y="679"/>
                    <a:pt x="1623" y="664"/>
                    <a:pt x="1623" y="664"/>
                  </a:cubicBezTo>
                  <a:cubicBezTo>
                    <a:pt x="1623" y="664"/>
                    <a:pt x="1596" y="664"/>
                    <a:pt x="1578" y="664"/>
                  </a:cubicBezTo>
                  <a:cubicBezTo>
                    <a:pt x="1560" y="664"/>
                    <a:pt x="1558" y="653"/>
                    <a:pt x="1558" y="653"/>
                  </a:cubicBezTo>
                  <a:cubicBezTo>
                    <a:pt x="1557" y="632"/>
                    <a:pt x="1557" y="632"/>
                    <a:pt x="1557" y="632"/>
                  </a:cubicBezTo>
                  <a:cubicBezTo>
                    <a:pt x="1549" y="627"/>
                    <a:pt x="1545" y="634"/>
                    <a:pt x="1545" y="634"/>
                  </a:cubicBezTo>
                  <a:cubicBezTo>
                    <a:pt x="1545" y="687"/>
                    <a:pt x="1545" y="687"/>
                    <a:pt x="1545" y="687"/>
                  </a:cubicBezTo>
                  <a:cubicBezTo>
                    <a:pt x="1545" y="687"/>
                    <a:pt x="1544" y="708"/>
                    <a:pt x="1521" y="708"/>
                  </a:cubicBezTo>
                  <a:cubicBezTo>
                    <a:pt x="1498" y="708"/>
                    <a:pt x="1500" y="686"/>
                    <a:pt x="1500" y="686"/>
                  </a:cubicBezTo>
                  <a:cubicBezTo>
                    <a:pt x="1500" y="623"/>
                    <a:pt x="1500" y="623"/>
                    <a:pt x="1500" y="623"/>
                  </a:cubicBezTo>
                  <a:cubicBezTo>
                    <a:pt x="1495" y="614"/>
                    <a:pt x="1489" y="623"/>
                    <a:pt x="1489" y="623"/>
                  </a:cubicBezTo>
                  <a:cubicBezTo>
                    <a:pt x="1489" y="687"/>
                    <a:pt x="1489" y="687"/>
                    <a:pt x="1489" y="687"/>
                  </a:cubicBezTo>
                  <a:cubicBezTo>
                    <a:pt x="1489" y="687"/>
                    <a:pt x="1490" y="709"/>
                    <a:pt x="1463" y="709"/>
                  </a:cubicBezTo>
                  <a:cubicBezTo>
                    <a:pt x="1440" y="709"/>
                    <a:pt x="1442" y="687"/>
                    <a:pt x="1442" y="687"/>
                  </a:cubicBezTo>
                  <a:cubicBezTo>
                    <a:pt x="1442" y="687"/>
                    <a:pt x="1442" y="652"/>
                    <a:pt x="1442" y="640"/>
                  </a:cubicBezTo>
                  <a:cubicBezTo>
                    <a:pt x="1442" y="628"/>
                    <a:pt x="1438" y="628"/>
                    <a:pt x="1438" y="628"/>
                  </a:cubicBezTo>
                  <a:cubicBezTo>
                    <a:pt x="1438" y="628"/>
                    <a:pt x="1433" y="626"/>
                    <a:pt x="1433" y="648"/>
                  </a:cubicBezTo>
                  <a:cubicBezTo>
                    <a:pt x="1433" y="669"/>
                    <a:pt x="1418" y="669"/>
                    <a:pt x="1418" y="669"/>
                  </a:cubicBezTo>
                  <a:cubicBezTo>
                    <a:pt x="1381" y="669"/>
                    <a:pt x="1381" y="669"/>
                    <a:pt x="1381" y="669"/>
                  </a:cubicBezTo>
                  <a:cubicBezTo>
                    <a:pt x="1373" y="676"/>
                    <a:pt x="1374" y="686"/>
                    <a:pt x="1374" y="686"/>
                  </a:cubicBezTo>
                  <a:cubicBezTo>
                    <a:pt x="1373" y="693"/>
                    <a:pt x="1514" y="811"/>
                    <a:pt x="1535" y="816"/>
                  </a:cubicBezTo>
                  <a:cubicBezTo>
                    <a:pt x="1551" y="819"/>
                    <a:pt x="1564" y="818"/>
                    <a:pt x="1575" y="818"/>
                  </a:cubicBezTo>
                  <a:cubicBezTo>
                    <a:pt x="1586" y="819"/>
                    <a:pt x="1596" y="821"/>
                    <a:pt x="1596" y="826"/>
                  </a:cubicBezTo>
                  <a:cubicBezTo>
                    <a:pt x="1597" y="828"/>
                    <a:pt x="1590" y="833"/>
                    <a:pt x="1577" y="833"/>
                  </a:cubicBezTo>
                  <a:cubicBezTo>
                    <a:pt x="1563" y="833"/>
                    <a:pt x="1548" y="833"/>
                    <a:pt x="1535" y="838"/>
                  </a:cubicBezTo>
                  <a:cubicBezTo>
                    <a:pt x="1506" y="851"/>
                    <a:pt x="1410" y="865"/>
                    <a:pt x="1410" y="865"/>
                  </a:cubicBezTo>
                  <a:cubicBezTo>
                    <a:pt x="1406" y="861"/>
                    <a:pt x="1406" y="861"/>
                    <a:pt x="1406" y="861"/>
                  </a:cubicBezTo>
                  <a:cubicBezTo>
                    <a:pt x="1406" y="861"/>
                    <a:pt x="1495" y="848"/>
                    <a:pt x="1525" y="835"/>
                  </a:cubicBezTo>
                  <a:cubicBezTo>
                    <a:pt x="1537" y="830"/>
                    <a:pt x="1549" y="830"/>
                    <a:pt x="1562" y="830"/>
                  </a:cubicBezTo>
                  <a:cubicBezTo>
                    <a:pt x="1576" y="830"/>
                    <a:pt x="1580" y="828"/>
                    <a:pt x="1580" y="826"/>
                  </a:cubicBezTo>
                  <a:cubicBezTo>
                    <a:pt x="1580" y="822"/>
                    <a:pt x="1574" y="823"/>
                    <a:pt x="1563" y="822"/>
                  </a:cubicBezTo>
                  <a:cubicBezTo>
                    <a:pt x="1552" y="822"/>
                    <a:pt x="1539" y="824"/>
                    <a:pt x="1519" y="818"/>
                  </a:cubicBezTo>
                  <a:cubicBezTo>
                    <a:pt x="1500" y="813"/>
                    <a:pt x="1357" y="703"/>
                    <a:pt x="1357" y="686"/>
                  </a:cubicBezTo>
                  <a:cubicBezTo>
                    <a:pt x="1357" y="686"/>
                    <a:pt x="1356" y="676"/>
                    <a:pt x="1365" y="669"/>
                  </a:cubicBezTo>
                  <a:cubicBezTo>
                    <a:pt x="1369" y="665"/>
                    <a:pt x="1370" y="655"/>
                    <a:pt x="1364" y="650"/>
                  </a:cubicBezTo>
                  <a:cubicBezTo>
                    <a:pt x="1356" y="643"/>
                    <a:pt x="1357" y="633"/>
                    <a:pt x="1357" y="633"/>
                  </a:cubicBezTo>
                  <a:cubicBezTo>
                    <a:pt x="1357" y="616"/>
                    <a:pt x="1384" y="615"/>
                    <a:pt x="1385" y="593"/>
                  </a:cubicBezTo>
                  <a:cubicBezTo>
                    <a:pt x="1385" y="593"/>
                    <a:pt x="1387" y="573"/>
                    <a:pt x="1409" y="565"/>
                  </a:cubicBezTo>
                  <a:cubicBezTo>
                    <a:pt x="1412" y="564"/>
                    <a:pt x="1412" y="564"/>
                    <a:pt x="1412" y="564"/>
                  </a:cubicBezTo>
                  <a:cubicBezTo>
                    <a:pt x="1412" y="564"/>
                    <a:pt x="1501" y="523"/>
                    <a:pt x="1531" y="485"/>
                  </a:cubicBezTo>
                  <a:cubicBezTo>
                    <a:pt x="1543" y="470"/>
                    <a:pt x="1554" y="469"/>
                    <a:pt x="1568" y="469"/>
                  </a:cubicBezTo>
                  <a:cubicBezTo>
                    <a:pt x="1582" y="469"/>
                    <a:pt x="1586" y="465"/>
                    <a:pt x="1586" y="458"/>
                  </a:cubicBezTo>
                  <a:cubicBezTo>
                    <a:pt x="1586" y="447"/>
                    <a:pt x="1580" y="449"/>
                    <a:pt x="1569" y="447"/>
                  </a:cubicBezTo>
                  <a:cubicBezTo>
                    <a:pt x="1558" y="446"/>
                    <a:pt x="1545" y="451"/>
                    <a:pt x="1525" y="435"/>
                  </a:cubicBezTo>
                  <a:cubicBezTo>
                    <a:pt x="1505" y="418"/>
                    <a:pt x="1382" y="281"/>
                    <a:pt x="1382" y="281"/>
                  </a:cubicBezTo>
                  <a:cubicBezTo>
                    <a:pt x="1382" y="281"/>
                    <a:pt x="1380" y="276"/>
                    <a:pt x="1371" y="274"/>
                  </a:cubicBezTo>
                  <a:cubicBezTo>
                    <a:pt x="1348" y="268"/>
                    <a:pt x="1349" y="253"/>
                    <a:pt x="1349" y="253"/>
                  </a:cubicBezTo>
                  <a:cubicBezTo>
                    <a:pt x="1349" y="253"/>
                    <a:pt x="1322" y="253"/>
                    <a:pt x="1304" y="253"/>
                  </a:cubicBezTo>
                  <a:cubicBezTo>
                    <a:pt x="1286" y="253"/>
                    <a:pt x="1284" y="243"/>
                    <a:pt x="1284" y="243"/>
                  </a:cubicBezTo>
                  <a:cubicBezTo>
                    <a:pt x="1283" y="222"/>
                    <a:pt x="1283" y="222"/>
                    <a:pt x="1283" y="222"/>
                  </a:cubicBezTo>
                  <a:cubicBezTo>
                    <a:pt x="1275" y="216"/>
                    <a:pt x="1271" y="224"/>
                    <a:pt x="1271" y="224"/>
                  </a:cubicBezTo>
                  <a:cubicBezTo>
                    <a:pt x="1271" y="276"/>
                    <a:pt x="1271" y="276"/>
                    <a:pt x="1271" y="276"/>
                  </a:cubicBezTo>
                  <a:cubicBezTo>
                    <a:pt x="1271" y="276"/>
                    <a:pt x="1270" y="298"/>
                    <a:pt x="1247" y="298"/>
                  </a:cubicBezTo>
                  <a:cubicBezTo>
                    <a:pt x="1224" y="298"/>
                    <a:pt x="1226" y="276"/>
                    <a:pt x="1226" y="276"/>
                  </a:cubicBezTo>
                  <a:cubicBezTo>
                    <a:pt x="1226" y="213"/>
                    <a:pt x="1226" y="213"/>
                    <a:pt x="1226" y="213"/>
                  </a:cubicBezTo>
                  <a:cubicBezTo>
                    <a:pt x="1221" y="203"/>
                    <a:pt x="1215" y="213"/>
                    <a:pt x="1215" y="213"/>
                  </a:cubicBezTo>
                  <a:cubicBezTo>
                    <a:pt x="1215" y="276"/>
                    <a:pt x="1215" y="276"/>
                    <a:pt x="1215" y="276"/>
                  </a:cubicBezTo>
                  <a:cubicBezTo>
                    <a:pt x="1215" y="276"/>
                    <a:pt x="1216" y="298"/>
                    <a:pt x="1189" y="298"/>
                  </a:cubicBezTo>
                  <a:cubicBezTo>
                    <a:pt x="1166" y="298"/>
                    <a:pt x="1168" y="277"/>
                    <a:pt x="1168" y="277"/>
                  </a:cubicBezTo>
                  <a:cubicBezTo>
                    <a:pt x="1168" y="277"/>
                    <a:pt x="1168" y="241"/>
                    <a:pt x="1168" y="229"/>
                  </a:cubicBezTo>
                  <a:cubicBezTo>
                    <a:pt x="1168" y="217"/>
                    <a:pt x="1164" y="218"/>
                    <a:pt x="1164" y="218"/>
                  </a:cubicBezTo>
                  <a:cubicBezTo>
                    <a:pt x="1164" y="218"/>
                    <a:pt x="1159" y="216"/>
                    <a:pt x="1159" y="237"/>
                  </a:cubicBezTo>
                  <a:cubicBezTo>
                    <a:pt x="1159" y="259"/>
                    <a:pt x="1144" y="258"/>
                    <a:pt x="1144" y="258"/>
                  </a:cubicBezTo>
                  <a:cubicBezTo>
                    <a:pt x="1107" y="258"/>
                    <a:pt x="1107" y="258"/>
                    <a:pt x="1107" y="258"/>
                  </a:cubicBezTo>
                  <a:cubicBezTo>
                    <a:pt x="1098" y="265"/>
                    <a:pt x="1099" y="275"/>
                    <a:pt x="1099" y="275"/>
                  </a:cubicBezTo>
                  <a:cubicBezTo>
                    <a:pt x="1099" y="282"/>
                    <a:pt x="1127" y="295"/>
                    <a:pt x="1126" y="313"/>
                  </a:cubicBezTo>
                  <a:cubicBezTo>
                    <a:pt x="1125" y="334"/>
                    <a:pt x="1144" y="344"/>
                    <a:pt x="1144" y="344"/>
                  </a:cubicBezTo>
                  <a:cubicBezTo>
                    <a:pt x="1144" y="344"/>
                    <a:pt x="1240" y="412"/>
                    <a:pt x="1261" y="427"/>
                  </a:cubicBezTo>
                  <a:cubicBezTo>
                    <a:pt x="1277" y="438"/>
                    <a:pt x="1290" y="434"/>
                    <a:pt x="1301" y="435"/>
                  </a:cubicBezTo>
                  <a:cubicBezTo>
                    <a:pt x="1312" y="436"/>
                    <a:pt x="1322" y="442"/>
                    <a:pt x="1322" y="458"/>
                  </a:cubicBezTo>
                  <a:cubicBezTo>
                    <a:pt x="1322" y="465"/>
                    <a:pt x="1316" y="480"/>
                    <a:pt x="1302" y="480"/>
                  </a:cubicBezTo>
                  <a:cubicBezTo>
                    <a:pt x="1289" y="480"/>
                    <a:pt x="1273" y="479"/>
                    <a:pt x="1261" y="495"/>
                  </a:cubicBezTo>
                  <a:cubicBezTo>
                    <a:pt x="1232" y="533"/>
                    <a:pt x="1134" y="637"/>
                    <a:pt x="1134" y="637"/>
                  </a:cubicBezTo>
                  <a:cubicBezTo>
                    <a:pt x="1133" y="638"/>
                    <a:pt x="1133" y="638"/>
                    <a:pt x="1133" y="638"/>
                  </a:cubicBezTo>
                  <a:cubicBezTo>
                    <a:pt x="1131" y="639"/>
                    <a:pt x="1131" y="639"/>
                    <a:pt x="1131" y="639"/>
                  </a:cubicBezTo>
                  <a:cubicBezTo>
                    <a:pt x="1131" y="639"/>
                    <a:pt x="1126" y="644"/>
                    <a:pt x="1113" y="643"/>
                  </a:cubicBezTo>
                  <a:cubicBezTo>
                    <a:pt x="1104" y="642"/>
                    <a:pt x="1101" y="646"/>
                    <a:pt x="1101" y="653"/>
                  </a:cubicBezTo>
                  <a:cubicBezTo>
                    <a:pt x="1101" y="660"/>
                    <a:pt x="1102" y="668"/>
                    <a:pt x="1113" y="668"/>
                  </a:cubicBezTo>
                  <a:cubicBezTo>
                    <a:pt x="1127" y="669"/>
                    <a:pt x="1132" y="676"/>
                    <a:pt x="1132" y="676"/>
                  </a:cubicBezTo>
                  <a:cubicBezTo>
                    <a:pt x="1132" y="676"/>
                    <a:pt x="1256" y="810"/>
                    <a:pt x="1277" y="815"/>
                  </a:cubicBezTo>
                  <a:cubicBezTo>
                    <a:pt x="1293" y="819"/>
                    <a:pt x="1306" y="818"/>
                    <a:pt x="1317" y="818"/>
                  </a:cubicBezTo>
                  <a:cubicBezTo>
                    <a:pt x="1329" y="819"/>
                    <a:pt x="1338" y="820"/>
                    <a:pt x="1339" y="826"/>
                  </a:cubicBezTo>
                  <a:cubicBezTo>
                    <a:pt x="1339" y="828"/>
                    <a:pt x="1332" y="833"/>
                    <a:pt x="1319" y="833"/>
                  </a:cubicBezTo>
                  <a:cubicBezTo>
                    <a:pt x="1305" y="833"/>
                    <a:pt x="1290" y="833"/>
                    <a:pt x="1278" y="838"/>
                  </a:cubicBezTo>
                  <a:cubicBezTo>
                    <a:pt x="1248" y="851"/>
                    <a:pt x="1161" y="864"/>
                    <a:pt x="1161" y="864"/>
                  </a:cubicBezTo>
                  <a:cubicBezTo>
                    <a:pt x="1148" y="861"/>
                    <a:pt x="1148" y="861"/>
                    <a:pt x="1148" y="861"/>
                  </a:cubicBezTo>
                  <a:cubicBezTo>
                    <a:pt x="1148" y="861"/>
                    <a:pt x="1238" y="848"/>
                    <a:pt x="1267" y="835"/>
                  </a:cubicBezTo>
                  <a:cubicBezTo>
                    <a:pt x="1279" y="830"/>
                    <a:pt x="1291" y="829"/>
                    <a:pt x="1304" y="829"/>
                  </a:cubicBezTo>
                  <a:cubicBezTo>
                    <a:pt x="1318" y="829"/>
                    <a:pt x="1322" y="828"/>
                    <a:pt x="1322" y="826"/>
                  </a:cubicBezTo>
                  <a:cubicBezTo>
                    <a:pt x="1322" y="822"/>
                    <a:pt x="1317" y="823"/>
                    <a:pt x="1305" y="822"/>
                  </a:cubicBezTo>
                  <a:cubicBezTo>
                    <a:pt x="1294" y="822"/>
                    <a:pt x="1281" y="824"/>
                    <a:pt x="1261" y="818"/>
                  </a:cubicBezTo>
                  <a:cubicBezTo>
                    <a:pt x="1242" y="812"/>
                    <a:pt x="1119" y="691"/>
                    <a:pt x="1119" y="691"/>
                  </a:cubicBezTo>
                  <a:cubicBezTo>
                    <a:pt x="1119" y="691"/>
                    <a:pt x="1116" y="686"/>
                    <a:pt x="1108" y="684"/>
                  </a:cubicBezTo>
                  <a:cubicBezTo>
                    <a:pt x="1084" y="678"/>
                    <a:pt x="1085" y="663"/>
                    <a:pt x="1085" y="663"/>
                  </a:cubicBezTo>
                  <a:cubicBezTo>
                    <a:pt x="1085" y="663"/>
                    <a:pt x="1058" y="663"/>
                    <a:pt x="1040" y="663"/>
                  </a:cubicBezTo>
                  <a:cubicBezTo>
                    <a:pt x="1022" y="663"/>
                    <a:pt x="1021" y="653"/>
                    <a:pt x="1021" y="653"/>
                  </a:cubicBezTo>
                  <a:cubicBezTo>
                    <a:pt x="1020" y="632"/>
                    <a:pt x="1020" y="632"/>
                    <a:pt x="1020" y="632"/>
                  </a:cubicBezTo>
                  <a:cubicBezTo>
                    <a:pt x="1012" y="626"/>
                    <a:pt x="1007" y="634"/>
                    <a:pt x="1007" y="634"/>
                  </a:cubicBezTo>
                  <a:cubicBezTo>
                    <a:pt x="1007" y="686"/>
                    <a:pt x="1007" y="686"/>
                    <a:pt x="1007" y="686"/>
                  </a:cubicBezTo>
                  <a:cubicBezTo>
                    <a:pt x="1007" y="686"/>
                    <a:pt x="1007" y="708"/>
                    <a:pt x="984" y="708"/>
                  </a:cubicBezTo>
                  <a:cubicBezTo>
                    <a:pt x="960" y="708"/>
                    <a:pt x="962" y="686"/>
                    <a:pt x="962" y="686"/>
                  </a:cubicBezTo>
                  <a:cubicBezTo>
                    <a:pt x="962" y="623"/>
                    <a:pt x="962" y="623"/>
                    <a:pt x="962" y="623"/>
                  </a:cubicBezTo>
                  <a:cubicBezTo>
                    <a:pt x="958" y="613"/>
                    <a:pt x="951" y="623"/>
                    <a:pt x="951" y="623"/>
                  </a:cubicBezTo>
                  <a:cubicBezTo>
                    <a:pt x="951" y="686"/>
                    <a:pt x="951" y="686"/>
                    <a:pt x="951" y="686"/>
                  </a:cubicBezTo>
                  <a:cubicBezTo>
                    <a:pt x="951" y="686"/>
                    <a:pt x="953" y="708"/>
                    <a:pt x="926" y="708"/>
                  </a:cubicBezTo>
                  <a:cubicBezTo>
                    <a:pt x="902" y="708"/>
                    <a:pt x="904" y="687"/>
                    <a:pt x="904" y="687"/>
                  </a:cubicBezTo>
                  <a:cubicBezTo>
                    <a:pt x="904" y="687"/>
                    <a:pt x="904" y="651"/>
                    <a:pt x="904" y="639"/>
                  </a:cubicBezTo>
                  <a:cubicBezTo>
                    <a:pt x="904" y="627"/>
                    <a:pt x="900" y="628"/>
                    <a:pt x="900" y="628"/>
                  </a:cubicBezTo>
                  <a:cubicBezTo>
                    <a:pt x="900" y="628"/>
                    <a:pt x="895" y="626"/>
                    <a:pt x="895" y="647"/>
                  </a:cubicBezTo>
                  <a:cubicBezTo>
                    <a:pt x="895" y="669"/>
                    <a:pt x="880" y="668"/>
                    <a:pt x="880" y="668"/>
                  </a:cubicBezTo>
                  <a:cubicBezTo>
                    <a:pt x="843" y="668"/>
                    <a:pt x="843" y="668"/>
                    <a:pt x="843" y="668"/>
                  </a:cubicBezTo>
                  <a:cubicBezTo>
                    <a:pt x="835" y="675"/>
                    <a:pt x="836" y="685"/>
                    <a:pt x="836" y="685"/>
                  </a:cubicBezTo>
                  <a:cubicBezTo>
                    <a:pt x="835" y="692"/>
                    <a:pt x="976" y="810"/>
                    <a:pt x="997" y="815"/>
                  </a:cubicBezTo>
                  <a:cubicBezTo>
                    <a:pt x="1013" y="819"/>
                    <a:pt x="1026" y="818"/>
                    <a:pt x="1037" y="818"/>
                  </a:cubicBezTo>
                  <a:cubicBezTo>
                    <a:pt x="1048" y="819"/>
                    <a:pt x="1058" y="820"/>
                    <a:pt x="1059" y="826"/>
                  </a:cubicBezTo>
                  <a:cubicBezTo>
                    <a:pt x="1059" y="828"/>
                    <a:pt x="1052" y="833"/>
                    <a:pt x="1039" y="833"/>
                  </a:cubicBezTo>
                  <a:cubicBezTo>
                    <a:pt x="1025" y="833"/>
                    <a:pt x="1010" y="833"/>
                    <a:pt x="998" y="838"/>
                  </a:cubicBezTo>
                  <a:cubicBezTo>
                    <a:pt x="968" y="851"/>
                    <a:pt x="884" y="865"/>
                    <a:pt x="884" y="865"/>
                  </a:cubicBezTo>
                  <a:cubicBezTo>
                    <a:pt x="882" y="861"/>
                    <a:pt x="882" y="861"/>
                    <a:pt x="882" y="861"/>
                  </a:cubicBezTo>
                  <a:cubicBezTo>
                    <a:pt x="882" y="861"/>
                    <a:pt x="957" y="848"/>
                    <a:pt x="987" y="835"/>
                  </a:cubicBezTo>
                  <a:cubicBezTo>
                    <a:pt x="999" y="830"/>
                    <a:pt x="1011" y="829"/>
                    <a:pt x="1024" y="829"/>
                  </a:cubicBezTo>
                  <a:cubicBezTo>
                    <a:pt x="1038" y="829"/>
                    <a:pt x="1042" y="828"/>
                    <a:pt x="1042" y="826"/>
                  </a:cubicBezTo>
                  <a:cubicBezTo>
                    <a:pt x="1042" y="822"/>
                    <a:pt x="1036" y="823"/>
                    <a:pt x="1025" y="822"/>
                  </a:cubicBezTo>
                  <a:cubicBezTo>
                    <a:pt x="1014" y="822"/>
                    <a:pt x="1001" y="824"/>
                    <a:pt x="981" y="818"/>
                  </a:cubicBezTo>
                  <a:cubicBezTo>
                    <a:pt x="962" y="812"/>
                    <a:pt x="819" y="703"/>
                    <a:pt x="819" y="685"/>
                  </a:cubicBezTo>
                  <a:cubicBezTo>
                    <a:pt x="819" y="685"/>
                    <a:pt x="818" y="675"/>
                    <a:pt x="827" y="668"/>
                  </a:cubicBezTo>
                  <a:cubicBezTo>
                    <a:pt x="831" y="665"/>
                    <a:pt x="832" y="654"/>
                    <a:pt x="826" y="649"/>
                  </a:cubicBezTo>
                  <a:cubicBezTo>
                    <a:pt x="818" y="643"/>
                    <a:pt x="819" y="632"/>
                    <a:pt x="819" y="632"/>
                  </a:cubicBezTo>
                  <a:cubicBezTo>
                    <a:pt x="819" y="615"/>
                    <a:pt x="846" y="614"/>
                    <a:pt x="847" y="592"/>
                  </a:cubicBezTo>
                  <a:cubicBezTo>
                    <a:pt x="847" y="592"/>
                    <a:pt x="849" y="572"/>
                    <a:pt x="871" y="565"/>
                  </a:cubicBezTo>
                  <a:cubicBezTo>
                    <a:pt x="872" y="564"/>
                    <a:pt x="872" y="564"/>
                    <a:pt x="872" y="564"/>
                  </a:cubicBezTo>
                  <a:cubicBezTo>
                    <a:pt x="872" y="564"/>
                    <a:pt x="963" y="523"/>
                    <a:pt x="993" y="485"/>
                  </a:cubicBezTo>
                  <a:cubicBezTo>
                    <a:pt x="1005" y="470"/>
                    <a:pt x="1016" y="469"/>
                    <a:pt x="1030" y="469"/>
                  </a:cubicBezTo>
                  <a:cubicBezTo>
                    <a:pt x="1044" y="469"/>
                    <a:pt x="1048" y="465"/>
                    <a:pt x="1048" y="458"/>
                  </a:cubicBezTo>
                  <a:cubicBezTo>
                    <a:pt x="1048" y="447"/>
                    <a:pt x="1042" y="449"/>
                    <a:pt x="1031" y="447"/>
                  </a:cubicBezTo>
                  <a:cubicBezTo>
                    <a:pt x="1020" y="446"/>
                    <a:pt x="1007" y="451"/>
                    <a:pt x="987" y="435"/>
                  </a:cubicBezTo>
                  <a:cubicBezTo>
                    <a:pt x="967" y="418"/>
                    <a:pt x="844" y="281"/>
                    <a:pt x="844" y="281"/>
                  </a:cubicBezTo>
                  <a:cubicBezTo>
                    <a:pt x="844" y="281"/>
                    <a:pt x="842" y="276"/>
                    <a:pt x="833" y="274"/>
                  </a:cubicBezTo>
                  <a:cubicBezTo>
                    <a:pt x="810" y="268"/>
                    <a:pt x="811" y="253"/>
                    <a:pt x="811" y="253"/>
                  </a:cubicBezTo>
                  <a:cubicBezTo>
                    <a:pt x="811" y="253"/>
                    <a:pt x="784" y="253"/>
                    <a:pt x="766" y="253"/>
                  </a:cubicBezTo>
                  <a:cubicBezTo>
                    <a:pt x="748" y="253"/>
                    <a:pt x="746" y="243"/>
                    <a:pt x="746" y="243"/>
                  </a:cubicBezTo>
                  <a:cubicBezTo>
                    <a:pt x="745" y="222"/>
                    <a:pt x="745" y="222"/>
                    <a:pt x="745" y="222"/>
                  </a:cubicBezTo>
                  <a:cubicBezTo>
                    <a:pt x="737" y="216"/>
                    <a:pt x="733" y="224"/>
                    <a:pt x="733" y="224"/>
                  </a:cubicBezTo>
                  <a:cubicBezTo>
                    <a:pt x="733" y="276"/>
                    <a:pt x="733" y="276"/>
                    <a:pt x="733" y="276"/>
                  </a:cubicBezTo>
                  <a:cubicBezTo>
                    <a:pt x="733" y="276"/>
                    <a:pt x="732" y="298"/>
                    <a:pt x="709" y="298"/>
                  </a:cubicBezTo>
                  <a:cubicBezTo>
                    <a:pt x="686" y="298"/>
                    <a:pt x="688" y="276"/>
                    <a:pt x="688" y="276"/>
                  </a:cubicBezTo>
                  <a:cubicBezTo>
                    <a:pt x="688" y="213"/>
                    <a:pt x="688" y="213"/>
                    <a:pt x="688" y="213"/>
                  </a:cubicBezTo>
                  <a:cubicBezTo>
                    <a:pt x="683" y="203"/>
                    <a:pt x="677" y="213"/>
                    <a:pt x="677" y="213"/>
                  </a:cubicBezTo>
                  <a:cubicBezTo>
                    <a:pt x="677" y="276"/>
                    <a:pt x="677" y="276"/>
                    <a:pt x="677" y="276"/>
                  </a:cubicBezTo>
                  <a:cubicBezTo>
                    <a:pt x="677" y="276"/>
                    <a:pt x="678" y="298"/>
                    <a:pt x="651" y="298"/>
                  </a:cubicBezTo>
                  <a:cubicBezTo>
                    <a:pt x="628" y="298"/>
                    <a:pt x="630" y="277"/>
                    <a:pt x="630" y="277"/>
                  </a:cubicBezTo>
                  <a:cubicBezTo>
                    <a:pt x="630" y="277"/>
                    <a:pt x="630" y="241"/>
                    <a:pt x="630" y="229"/>
                  </a:cubicBezTo>
                  <a:cubicBezTo>
                    <a:pt x="630" y="217"/>
                    <a:pt x="626" y="218"/>
                    <a:pt x="626" y="218"/>
                  </a:cubicBezTo>
                  <a:cubicBezTo>
                    <a:pt x="626" y="218"/>
                    <a:pt x="621" y="216"/>
                    <a:pt x="621" y="237"/>
                  </a:cubicBezTo>
                  <a:cubicBezTo>
                    <a:pt x="621" y="259"/>
                    <a:pt x="606" y="258"/>
                    <a:pt x="606" y="258"/>
                  </a:cubicBezTo>
                  <a:cubicBezTo>
                    <a:pt x="569" y="258"/>
                    <a:pt x="569" y="258"/>
                    <a:pt x="569" y="258"/>
                  </a:cubicBezTo>
                  <a:cubicBezTo>
                    <a:pt x="560" y="265"/>
                    <a:pt x="561" y="275"/>
                    <a:pt x="561" y="275"/>
                  </a:cubicBezTo>
                  <a:cubicBezTo>
                    <a:pt x="561" y="282"/>
                    <a:pt x="589" y="295"/>
                    <a:pt x="588" y="313"/>
                  </a:cubicBezTo>
                  <a:cubicBezTo>
                    <a:pt x="587" y="334"/>
                    <a:pt x="606" y="344"/>
                    <a:pt x="606" y="344"/>
                  </a:cubicBezTo>
                  <a:cubicBezTo>
                    <a:pt x="606" y="344"/>
                    <a:pt x="702" y="412"/>
                    <a:pt x="723" y="427"/>
                  </a:cubicBezTo>
                  <a:cubicBezTo>
                    <a:pt x="739" y="438"/>
                    <a:pt x="752" y="434"/>
                    <a:pt x="763" y="435"/>
                  </a:cubicBezTo>
                  <a:cubicBezTo>
                    <a:pt x="785" y="438"/>
                    <a:pt x="784" y="458"/>
                    <a:pt x="784" y="458"/>
                  </a:cubicBezTo>
                  <a:cubicBezTo>
                    <a:pt x="784" y="465"/>
                    <a:pt x="778" y="480"/>
                    <a:pt x="764" y="480"/>
                  </a:cubicBezTo>
                  <a:cubicBezTo>
                    <a:pt x="751" y="480"/>
                    <a:pt x="735" y="479"/>
                    <a:pt x="723" y="495"/>
                  </a:cubicBezTo>
                  <a:cubicBezTo>
                    <a:pt x="694" y="533"/>
                    <a:pt x="600" y="638"/>
                    <a:pt x="600" y="638"/>
                  </a:cubicBezTo>
                  <a:cubicBezTo>
                    <a:pt x="598" y="639"/>
                    <a:pt x="598" y="639"/>
                    <a:pt x="598" y="639"/>
                  </a:cubicBezTo>
                  <a:cubicBezTo>
                    <a:pt x="598" y="639"/>
                    <a:pt x="592" y="644"/>
                    <a:pt x="580" y="643"/>
                  </a:cubicBezTo>
                  <a:cubicBezTo>
                    <a:pt x="571" y="642"/>
                    <a:pt x="568" y="647"/>
                    <a:pt x="568" y="653"/>
                  </a:cubicBezTo>
                  <a:cubicBezTo>
                    <a:pt x="568" y="660"/>
                    <a:pt x="569" y="668"/>
                    <a:pt x="579" y="668"/>
                  </a:cubicBezTo>
                  <a:cubicBezTo>
                    <a:pt x="594" y="669"/>
                    <a:pt x="599" y="676"/>
                    <a:pt x="599" y="676"/>
                  </a:cubicBezTo>
                  <a:cubicBezTo>
                    <a:pt x="599" y="676"/>
                    <a:pt x="723" y="810"/>
                    <a:pt x="744" y="815"/>
                  </a:cubicBezTo>
                  <a:cubicBezTo>
                    <a:pt x="760" y="819"/>
                    <a:pt x="773" y="818"/>
                    <a:pt x="784" y="818"/>
                  </a:cubicBezTo>
                  <a:cubicBezTo>
                    <a:pt x="796" y="819"/>
                    <a:pt x="805" y="820"/>
                    <a:pt x="806" y="826"/>
                  </a:cubicBezTo>
                  <a:cubicBezTo>
                    <a:pt x="806" y="828"/>
                    <a:pt x="799" y="833"/>
                    <a:pt x="786" y="833"/>
                  </a:cubicBezTo>
                  <a:cubicBezTo>
                    <a:pt x="772" y="833"/>
                    <a:pt x="757" y="833"/>
                    <a:pt x="745" y="838"/>
                  </a:cubicBezTo>
                  <a:cubicBezTo>
                    <a:pt x="715" y="851"/>
                    <a:pt x="619" y="865"/>
                    <a:pt x="619" y="865"/>
                  </a:cubicBezTo>
                  <a:cubicBezTo>
                    <a:pt x="615" y="861"/>
                    <a:pt x="615" y="861"/>
                    <a:pt x="615" y="861"/>
                  </a:cubicBezTo>
                  <a:cubicBezTo>
                    <a:pt x="615" y="861"/>
                    <a:pt x="704" y="848"/>
                    <a:pt x="734" y="835"/>
                  </a:cubicBezTo>
                  <a:cubicBezTo>
                    <a:pt x="746" y="830"/>
                    <a:pt x="758" y="829"/>
                    <a:pt x="771" y="829"/>
                  </a:cubicBezTo>
                  <a:cubicBezTo>
                    <a:pt x="785" y="829"/>
                    <a:pt x="789" y="828"/>
                    <a:pt x="789" y="826"/>
                  </a:cubicBezTo>
                  <a:cubicBezTo>
                    <a:pt x="789" y="822"/>
                    <a:pt x="783" y="823"/>
                    <a:pt x="772" y="822"/>
                  </a:cubicBezTo>
                  <a:cubicBezTo>
                    <a:pt x="761" y="822"/>
                    <a:pt x="748" y="824"/>
                    <a:pt x="728" y="818"/>
                  </a:cubicBezTo>
                  <a:cubicBezTo>
                    <a:pt x="709" y="812"/>
                    <a:pt x="586" y="691"/>
                    <a:pt x="586" y="691"/>
                  </a:cubicBezTo>
                  <a:cubicBezTo>
                    <a:pt x="586" y="691"/>
                    <a:pt x="583" y="686"/>
                    <a:pt x="574" y="684"/>
                  </a:cubicBezTo>
                  <a:cubicBezTo>
                    <a:pt x="551" y="678"/>
                    <a:pt x="552" y="663"/>
                    <a:pt x="552" y="663"/>
                  </a:cubicBezTo>
                  <a:cubicBezTo>
                    <a:pt x="552" y="663"/>
                    <a:pt x="525" y="663"/>
                    <a:pt x="507" y="663"/>
                  </a:cubicBezTo>
                  <a:cubicBezTo>
                    <a:pt x="489" y="663"/>
                    <a:pt x="487" y="653"/>
                    <a:pt x="487" y="653"/>
                  </a:cubicBezTo>
                  <a:cubicBezTo>
                    <a:pt x="486" y="632"/>
                    <a:pt x="486" y="632"/>
                    <a:pt x="486" y="632"/>
                  </a:cubicBezTo>
                  <a:cubicBezTo>
                    <a:pt x="478" y="626"/>
                    <a:pt x="474" y="634"/>
                    <a:pt x="474" y="634"/>
                  </a:cubicBezTo>
                  <a:cubicBezTo>
                    <a:pt x="474" y="686"/>
                    <a:pt x="474" y="686"/>
                    <a:pt x="474" y="686"/>
                  </a:cubicBezTo>
                  <a:cubicBezTo>
                    <a:pt x="474" y="686"/>
                    <a:pt x="473" y="708"/>
                    <a:pt x="450" y="708"/>
                  </a:cubicBezTo>
                  <a:cubicBezTo>
                    <a:pt x="427" y="708"/>
                    <a:pt x="429" y="686"/>
                    <a:pt x="429" y="686"/>
                  </a:cubicBezTo>
                  <a:cubicBezTo>
                    <a:pt x="429" y="623"/>
                    <a:pt x="429" y="623"/>
                    <a:pt x="429" y="623"/>
                  </a:cubicBezTo>
                  <a:cubicBezTo>
                    <a:pt x="424" y="613"/>
                    <a:pt x="418" y="623"/>
                    <a:pt x="418" y="623"/>
                  </a:cubicBezTo>
                  <a:cubicBezTo>
                    <a:pt x="418" y="686"/>
                    <a:pt x="418" y="686"/>
                    <a:pt x="418" y="686"/>
                  </a:cubicBezTo>
                  <a:cubicBezTo>
                    <a:pt x="418" y="686"/>
                    <a:pt x="419" y="708"/>
                    <a:pt x="392" y="708"/>
                  </a:cubicBezTo>
                  <a:cubicBezTo>
                    <a:pt x="369" y="708"/>
                    <a:pt x="371" y="687"/>
                    <a:pt x="371" y="687"/>
                  </a:cubicBezTo>
                  <a:cubicBezTo>
                    <a:pt x="371" y="687"/>
                    <a:pt x="371" y="651"/>
                    <a:pt x="371" y="639"/>
                  </a:cubicBezTo>
                  <a:cubicBezTo>
                    <a:pt x="371" y="627"/>
                    <a:pt x="367" y="628"/>
                    <a:pt x="367" y="628"/>
                  </a:cubicBezTo>
                  <a:cubicBezTo>
                    <a:pt x="367" y="628"/>
                    <a:pt x="362" y="626"/>
                    <a:pt x="362" y="647"/>
                  </a:cubicBezTo>
                  <a:cubicBezTo>
                    <a:pt x="362" y="669"/>
                    <a:pt x="347" y="668"/>
                    <a:pt x="347" y="668"/>
                  </a:cubicBezTo>
                  <a:cubicBezTo>
                    <a:pt x="310" y="668"/>
                    <a:pt x="310" y="668"/>
                    <a:pt x="310" y="668"/>
                  </a:cubicBezTo>
                  <a:cubicBezTo>
                    <a:pt x="302" y="675"/>
                    <a:pt x="303" y="685"/>
                    <a:pt x="303" y="685"/>
                  </a:cubicBezTo>
                  <a:cubicBezTo>
                    <a:pt x="302" y="692"/>
                    <a:pt x="443" y="810"/>
                    <a:pt x="464" y="815"/>
                  </a:cubicBezTo>
                  <a:cubicBezTo>
                    <a:pt x="480" y="819"/>
                    <a:pt x="493" y="818"/>
                    <a:pt x="504" y="818"/>
                  </a:cubicBezTo>
                  <a:cubicBezTo>
                    <a:pt x="515" y="819"/>
                    <a:pt x="525" y="820"/>
                    <a:pt x="525" y="826"/>
                  </a:cubicBezTo>
                  <a:cubicBezTo>
                    <a:pt x="526" y="828"/>
                    <a:pt x="519" y="833"/>
                    <a:pt x="506" y="833"/>
                  </a:cubicBezTo>
                  <a:cubicBezTo>
                    <a:pt x="492" y="833"/>
                    <a:pt x="477" y="833"/>
                    <a:pt x="464" y="838"/>
                  </a:cubicBezTo>
                  <a:cubicBezTo>
                    <a:pt x="435" y="851"/>
                    <a:pt x="336" y="865"/>
                    <a:pt x="336" y="865"/>
                  </a:cubicBezTo>
                  <a:cubicBezTo>
                    <a:pt x="335" y="861"/>
                    <a:pt x="335" y="861"/>
                    <a:pt x="335" y="861"/>
                  </a:cubicBezTo>
                  <a:cubicBezTo>
                    <a:pt x="335" y="861"/>
                    <a:pt x="424" y="848"/>
                    <a:pt x="454" y="835"/>
                  </a:cubicBezTo>
                  <a:cubicBezTo>
                    <a:pt x="466" y="830"/>
                    <a:pt x="478" y="829"/>
                    <a:pt x="491" y="829"/>
                  </a:cubicBezTo>
                  <a:cubicBezTo>
                    <a:pt x="505" y="829"/>
                    <a:pt x="509" y="828"/>
                    <a:pt x="509" y="826"/>
                  </a:cubicBezTo>
                  <a:cubicBezTo>
                    <a:pt x="509" y="822"/>
                    <a:pt x="503" y="823"/>
                    <a:pt x="492" y="822"/>
                  </a:cubicBezTo>
                  <a:cubicBezTo>
                    <a:pt x="481" y="822"/>
                    <a:pt x="468" y="824"/>
                    <a:pt x="448" y="818"/>
                  </a:cubicBezTo>
                  <a:cubicBezTo>
                    <a:pt x="429" y="812"/>
                    <a:pt x="286" y="703"/>
                    <a:pt x="286" y="685"/>
                  </a:cubicBezTo>
                  <a:cubicBezTo>
                    <a:pt x="286" y="685"/>
                    <a:pt x="285" y="675"/>
                    <a:pt x="294" y="668"/>
                  </a:cubicBezTo>
                  <a:cubicBezTo>
                    <a:pt x="298" y="665"/>
                    <a:pt x="299" y="654"/>
                    <a:pt x="293" y="649"/>
                  </a:cubicBezTo>
                  <a:cubicBezTo>
                    <a:pt x="285" y="643"/>
                    <a:pt x="286" y="632"/>
                    <a:pt x="286" y="632"/>
                  </a:cubicBezTo>
                  <a:cubicBezTo>
                    <a:pt x="286" y="615"/>
                    <a:pt x="313" y="614"/>
                    <a:pt x="314" y="593"/>
                  </a:cubicBezTo>
                  <a:cubicBezTo>
                    <a:pt x="314" y="593"/>
                    <a:pt x="316" y="572"/>
                    <a:pt x="338" y="565"/>
                  </a:cubicBezTo>
                  <a:cubicBezTo>
                    <a:pt x="338" y="565"/>
                    <a:pt x="339" y="564"/>
                    <a:pt x="339" y="564"/>
                  </a:cubicBezTo>
                  <a:cubicBezTo>
                    <a:pt x="340" y="563"/>
                    <a:pt x="429" y="523"/>
                    <a:pt x="458" y="485"/>
                  </a:cubicBezTo>
                  <a:cubicBezTo>
                    <a:pt x="470" y="470"/>
                    <a:pt x="482" y="469"/>
                    <a:pt x="495" y="469"/>
                  </a:cubicBezTo>
                  <a:cubicBezTo>
                    <a:pt x="509" y="469"/>
                    <a:pt x="513" y="465"/>
                    <a:pt x="513" y="458"/>
                  </a:cubicBezTo>
                  <a:cubicBezTo>
                    <a:pt x="513" y="447"/>
                    <a:pt x="508" y="449"/>
                    <a:pt x="496" y="447"/>
                  </a:cubicBezTo>
                  <a:cubicBezTo>
                    <a:pt x="485" y="446"/>
                    <a:pt x="472" y="451"/>
                    <a:pt x="452" y="435"/>
                  </a:cubicBezTo>
                  <a:cubicBezTo>
                    <a:pt x="433" y="418"/>
                    <a:pt x="310" y="281"/>
                    <a:pt x="310" y="281"/>
                  </a:cubicBezTo>
                  <a:cubicBezTo>
                    <a:pt x="310" y="281"/>
                    <a:pt x="307" y="276"/>
                    <a:pt x="299" y="274"/>
                  </a:cubicBezTo>
                  <a:cubicBezTo>
                    <a:pt x="275" y="268"/>
                    <a:pt x="276" y="253"/>
                    <a:pt x="276" y="253"/>
                  </a:cubicBezTo>
                  <a:cubicBezTo>
                    <a:pt x="276" y="253"/>
                    <a:pt x="249" y="253"/>
                    <a:pt x="231" y="253"/>
                  </a:cubicBezTo>
                  <a:cubicBezTo>
                    <a:pt x="213" y="253"/>
                    <a:pt x="212" y="243"/>
                    <a:pt x="212" y="243"/>
                  </a:cubicBezTo>
                  <a:cubicBezTo>
                    <a:pt x="211" y="222"/>
                    <a:pt x="211" y="222"/>
                    <a:pt x="211" y="222"/>
                  </a:cubicBezTo>
                  <a:cubicBezTo>
                    <a:pt x="203" y="216"/>
                    <a:pt x="198" y="224"/>
                    <a:pt x="198" y="224"/>
                  </a:cubicBezTo>
                  <a:cubicBezTo>
                    <a:pt x="198" y="276"/>
                    <a:pt x="198" y="276"/>
                    <a:pt x="198" y="276"/>
                  </a:cubicBezTo>
                  <a:cubicBezTo>
                    <a:pt x="198" y="276"/>
                    <a:pt x="198" y="298"/>
                    <a:pt x="175" y="298"/>
                  </a:cubicBezTo>
                  <a:cubicBezTo>
                    <a:pt x="151" y="298"/>
                    <a:pt x="153" y="276"/>
                    <a:pt x="153" y="276"/>
                  </a:cubicBezTo>
                  <a:cubicBezTo>
                    <a:pt x="153" y="213"/>
                    <a:pt x="153" y="213"/>
                    <a:pt x="153" y="213"/>
                  </a:cubicBezTo>
                  <a:cubicBezTo>
                    <a:pt x="149" y="203"/>
                    <a:pt x="142" y="213"/>
                    <a:pt x="142" y="213"/>
                  </a:cubicBezTo>
                  <a:cubicBezTo>
                    <a:pt x="142" y="276"/>
                    <a:pt x="142" y="276"/>
                    <a:pt x="142" y="276"/>
                  </a:cubicBezTo>
                  <a:cubicBezTo>
                    <a:pt x="142" y="276"/>
                    <a:pt x="144" y="298"/>
                    <a:pt x="117" y="298"/>
                  </a:cubicBezTo>
                  <a:cubicBezTo>
                    <a:pt x="93" y="298"/>
                    <a:pt x="95" y="277"/>
                    <a:pt x="95" y="277"/>
                  </a:cubicBezTo>
                  <a:cubicBezTo>
                    <a:pt x="95" y="277"/>
                    <a:pt x="95" y="241"/>
                    <a:pt x="95" y="229"/>
                  </a:cubicBezTo>
                  <a:cubicBezTo>
                    <a:pt x="95" y="217"/>
                    <a:pt x="91" y="218"/>
                    <a:pt x="91" y="218"/>
                  </a:cubicBezTo>
                  <a:cubicBezTo>
                    <a:pt x="91" y="218"/>
                    <a:pt x="86" y="216"/>
                    <a:pt x="86" y="237"/>
                  </a:cubicBezTo>
                  <a:cubicBezTo>
                    <a:pt x="86" y="259"/>
                    <a:pt x="71" y="258"/>
                    <a:pt x="71" y="258"/>
                  </a:cubicBezTo>
                  <a:cubicBezTo>
                    <a:pt x="34" y="258"/>
                    <a:pt x="34" y="258"/>
                    <a:pt x="34" y="258"/>
                  </a:cubicBezTo>
                  <a:cubicBezTo>
                    <a:pt x="26" y="265"/>
                    <a:pt x="27" y="275"/>
                    <a:pt x="27" y="275"/>
                  </a:cubicBezTo>
                  <a:cubicBezTo>
                    <a:pt x="26" y="282"/>
                    <a:pt x="55" y="295"/>
                    <a:pt x="54" y="313"/>
                  </a:cubicBezTo>
                  <a:cubicBezTo>
                    <a:pt x="52" y="334"/>
                    <a:pt x="72" y="344"/>
                    <a:pt x="72" y="344"/>
                  </a:cubicBezTo>
                  <a:cubicBezTo>
                    <a:pt x="72" y="344"/>
                    <a:pt x="167" y="412"/>
                    <a:pt x="188" y="427"/>
                  </a:cubicBezTo>
                  <a:cubicBezTo>
                    <a:pt x="204" y="438"/>
                    <a:pt x="217" y="434"/>
                    <a:pt x="228" y="435"/>
                  </a:cubicBezTo>
                  <a:cubicBezTo>
                    <a:pt x="239" y="436"/>
                    <a:pt x="249" y="442"/>
                    <a:pt x="249" y="458"/>
                  </a:cubicBezTo>
                  <a:cubicBezTo>
                    <a:pt x="250" y="465"/>
                    <a:pt x="243" y="480"/>
                    <a:pt x="230" y="480"/>
                  </a:cubicBezTo>
                  <a:cubicBezTo>
                    <a:pt x="216" y="480"/>
                    <a:pt x="201" y="479"/>
                    <a:pt x="188" y="495"/>
                  </a:cubicBezTo>
                  <a:cubicBezTo>
                    <a:pt x="159" y="533"/>
                    <a:pt x="62" y="582"/>
                    <a:pt x="62" y="582"/>
                  </a:cubicBezTo>
                  <a:cubicBezTo>
                    <a:pt x="61" y="583"/>
                    <a:pt x="61" y="583"/>
                    <a:pt x="61" y="583"/>
                  </a:cubicBezTo>
                  <a:cubicBezTo>
                    <a:pt x="59" y="584"/>
                    <a:pt x="59" y="584"/>
                    <a:pt x="59" y="584"/>
                  </a:cubicBezTo>
                  <a:cubicBezTo>
                    <a:pt x="59" y="584"/>
                    <a:pt x="54" y="589"/>
                    <a:pt x="42" y="588"/>
                  </a:cubicBezTo>
                  <a:cubicBezTo>
                    <a:pt x="32" y="587"/>
                    <a:pt x="29" y="592"/>
                    <a:pt x="29" y="599"/>
                  </a:cubicBezTo>
                  <a:cubicBezTo>
                    <a:pt x="29" y="606"/>
                    <a:pt x="30" y="613"/>
                    <a:pt x="41" y="614"/>
                  </a:cubicBezTo>
                  <a:cubicBezTo>
                    <a:pt x="55" y="614"/>
                    <a:pt x="60" y="622"/>
                    <a:pt x="60" y="622"/>
                  </a:cubicBezTo>
                  <a:cubicBezTo>
                    <a:pt x="60" y="622"/>
                    <a:pt x="184" y="792"/>
                    <a:pt x="205" y="797"/>
                  </a:cubicBezTo>
                  <a:cubicBezTo>
                    <a:pt x="222" y="801"/>
                    <a:pt x="234" y="800"/>
                    <a:pt x="246" y="800"/>
                  </a:cubicBezTo>
                  <a:cubicBezTo>
                    <a:pt x="257" y="800"/>
                    <a:pt x="267" y="802"/>
                    <a:pt x="267" y="808"/>
                  </a:cubicBezTo>
                  <a:cubicBezTo>
                    <a:pt x="267" y="810"/>
                    <a:pt x="261" y="815"/>
                    <a:pt x="247" y="815"/>
                  </a:cubicBezTo>
                  <a:cubicBezTo>
                    <a:pt x="234" y="815"/>
                    <a:pt x="218" y="815"/>
                    <a:pt x="206" y="820"/>
                  </a:cubicBezTo>
                  <a:cubicBezTo>
                    <a:pt x="176" y="833"/>
                    <a:pt x="23" y="861"/>
                    <a:pt x="23" y="861"/>
                  </a:cubicBezTo>
                  <a:cubicBezTo>
                    <a:pt x="0" y="860"/>
                    <a:pt x="0" y="860"/>
                    <a:pt x="0" y="860"/>
                  </a:cubicBezTo>
                  <a:cubicBezTo>
                    <a:pt x="0" y="860"/>
                    <a:pt x="166" y="829"/>
                    <a:pt x="195" y="817"/>
                  </a:cubicBezTo>
                  <a:cubicBezTo>
                    <a:pt x="208" y="811"/>
                    <a:pt x="219" y="811"/>
                    <a:pt x="233" y="811"/>
                  </a:cubicBezTo>
                  <a:cubicBezTo>
                    <a:pt x="246" y="811"/>
                    <a:pt x="250" y="810"/>
                    <a:pt x="250" y="808"/>
                  </a:cubicBezTo>
                  <a:cubicBezTo>
                    <a:pt x="250" y="804"/>
                    <a:pt x="245" y="804"/>
                    <a:pt x="234" y="804"/>
                  </a:cubicBezTo>
                  <a:cubicBezTo>
                    <a:pt x="222" y="804"/>
                    <a:pt x="209" y="805"/>
                    <a:pt x="190" y="800"/>
                  </a:cubicBezTo>
                  <a:cubicBezTo>
                    <a:pt x="170" y="794"/>
                    <a:pt x="47" y="636"/>
                    <a:pt x="47" y="636"/>
                  </a:cubicBezTo>
                  <a:cubicBezTo>
                    <a:pt x="47" y="636"/>
                    <a:pt x="44" y="631"/>
                    <a:pt x="36" y="629"/>
                  </a:cubicBezTo>
                  <a:cubicBezTo>
                    <a:pt x="12" y="623"/>
                    <a:pt x="13" y="609"/>
                    <a:pt x="13" y="609"/>
                  </a:cubicBezTo>
                  <a:cubicBezTo>
                    <a:pt x="13" y="590"/>
                    <a:pt x="13" y="590"/>
                    <a:pt x="13" y="590"/>
                  </a:cubicBezTo>
                  <a:cubicBezTo>
                    <a:pt x="13" y="575"/>
                    <a:pt x="31" y="571"/>
                    <a:pt x="39" y="571"/>
                  </a:cubicBezTo>
                  <a:cubicBezTo>
                    <a:pt x="48" y="571"/>
                    <a:pt x="52" y="567"/>
                    <a:pt x="52" y="567"/>
                  </a:cubicBezTo>
                  <a:cubicBezTo>
                    <a:pt x="53" y="567"/>
                    <a:pt x="53" y="567"/>
                    <a:pt x="53" y="567"/>
                  </a:cubicBezTo>
                  <a:cubicBezTo>
                    <a:pt x="53" y="567"/>
                    <a:pt x="148" y="523"/>
                    <a:pt x="178" y="485"/>
                  </a:cubicBezTo>
                  <a:cubicBezTo>
                    <a:pt x="190" y="470"/>
                    <a:pt x="202" y="469"/>
                    <a:pt x="215" y="469"/>
                  </a:cubicBezTo>
                  <a:cubicBezTo>
                    <a:pt x="229" y="469"/>
                    <a:pt x="233" y="465"/>
                    <a:pt x="233" y="458"/>
                  </a:cubicBezTo>
                  <a:cubicBezTo>
                    <a:pt x="233" y="447"/>
                    <a:pt x="227" y="449"/>
                    <a:pt x="216" y="447"/>
                  </a:cubicBezTo>
                  <a:cubicBezTo>
                    <a:pt x="205" y="446"/>
                    <a:pt x="192" y="451"/>
                    <a:pt x="172" y="435"/>
                  </a:cubicBezTo>
                  <a:cubicBezTo>
                    <a:pt x="153" y="418"/>
                    <a:pt x="52" y="348"/>
                    <a:pt x="52" y="348"/>
                  </a:cubicBezTo>
                  <a:cubicBezTo>
                    <a:pt x="52" y="348"/>
                    <a:pt x="40" y="337"/>
                    <a:pt x="39" y="315"/>
                  </a:cubicBezTo>
                  <a:cubicBezTo>
                    <a:pt x="38" y="293"/>
                    <a:pt x="10" y="293"/>
                    <a:pt x="10" y="275"/>
                  </a:cubicBezTo>
                  <a:cubicBezTo>
                    <a:pt x="10" y="275"/>
                    <a:pt x="9" y="265"/>
                    <a:pt x="18" y="258"/>
                  </a:cubicBezTo>
                  <a:cubicBezTo>
                    <a:pt x="22" y="255"/>
                    <a:pt x="23" y="244"/>
                    <a:pt x="17" y="239"/>
                  </a:cubicBezTo>
                  <a:cubicBezTo>
                    <a:pt x="9" y="233"/>
                    <a:pt x="10" y="222"/>
                    <a:pt x="10" y="222"/>
                  </a:cubicBezTo>
                  <a:cubicBezTo>
                    <a:pt x="10" y="205"/>
                    <a:pt x="152" y="74"/>
                    <a:pt x="171" y="67"/>
                  </a:cubicBezTo>
                  <a:cubicBezTo>
                    <a:pt x="191" y="59"/>
                    <a:pt x="204" y="62"/>
                    <a:pt x="215" y="61"/>
                  </a:cubicBezTo>
                  <a:cubicBezTo>
                    <a:pt x="226" y="60"/>
                    <a:pt x="232" y="61"/>
                    <a:pt x="232" y="56"/>
                  </a:cubicBezTo>
                  <a:cubicBezTo>
                    <a:pt x="232" y="53"/>
                    <a:pt x="228" y="51"/>
                    <a:pt x="214" y="51"/>
                  </a:cubicBezTo>
                  <a:cubicBezTo>
                    <a:pt x="201" y="51"/>
                    <a:pt x="189" y="51"/>
                    <a:pt x="177" y="44"/>
                  </a:cubicBezTo>
                  <a:cubicBezTo>
                    <a:pt x="147" y="26"/>
                    <a:pt x="58" y="8"/>
                    <a:pt x="58" y="8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3"/>
                    <a:pt x="156" y="23"/>
                    <a:pt x="195" y="44"/>
                  </a:cubicBezTo>
                  <a:cubicBezTo>
                    <a:pt x="200" y="46"/>
                    <a:pt x="215" y="45"/>
                    <a:pt x="229" y="45"/>
                  </a:cubicBezTo>
                  <a:cubicBezTo>
                    <a:pt x="242" y="45"/>
                    <a:pt x="248" y="53"/>
                    <a:pt x="248" y="56"/>
                  </a:cubicBezTo>
                  <a:cubicBezTo>
                    <a:pt x="248" y="61"/>
                    <a:pt x="243" y="67"/>
                    <a:pt x="232" y="67"/>
                  </a:cubicBezTo>
                  <a:cubicBezTo>
                    <a:pt x="194" y="66"/>
                    <a:pt x="188" y="70"/>
                    <a:pt x="188" y="70"/>
                  </a:cubicBezTo>
                  <a:cubicBezTo>
                    <a:pt x="166" y="76"/>
                    <a:pt x="26" y="212"/>
                    <a:pt x="27" y="222"/>
                  </a:cubicBezTo>
                  <a:cubicBezTo>
                    <a:pt x="27" y="222"/>
                    <a:pt x="26" y="233"/>
                    <a:pt x="34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71" y="238"/>
                    <a:pt x="70" y="231"/>
                  </a:cubicBezTo>
                  <a:cubicBezTo>
                    <a:pt x="70" y="213"/>
                    <a:pt x="70" y="213"/>
                    <a:pt x="70" y="213"/>
                  </a:cubicBezTo>
                  <a:cubicBezTo>
                    <a:pt x="70" y="213"/>
                    <a:pt x="75" y="202"/>
                    <a:pt x="91" y="202"/>
                  </a:cubicBezTo>
                  <a:cubicBezTo>
                    <a:pt x="107" y="202"/>
                    <a:pt x="111" y="213"/>
                    <a:pt x="111" y="213"/>
                  </a:cubicBezTo>
                  <a:cubicBezTo>
                    <a:pt x="111" y="273"/>
                    <a:pt x="111" y="273"/>
                    <a:pt x="111" y="273"/>
                  </a:cubicBezTo>
                  <a:cubicBezTo>
                    <a:pt x="111" y="273"/>
                    <a:pt x="111" y="280"/>
                    <a:pt x="118" y="280"/>
                  </a:cubicBezTo>
                  <a:cubicBezTo>
                    <a:pt x="124" y="280"/>
                    <a:pt x="126" y="272"/>
                    <a:pt x="126" y="272"/>
                  </a:cubicBezTo>
                  <a:cubicBezTo>
                    <a:pt x="126" y="215"/>
                    <a:pt x="126" y="215"/>
                    <a:pt x="126" y="215"/>
                  </a:cubicBezTo>
                  <a:cubicBezTo>
                    <a:pt x="126" y="215"/>
                    <a:pt x="131" y="192"/>
                    <a:pt x="149" y="192"/>
                  </a:cubicBezTo>
                  <a:cubicBezTo>
                    <a:pt x="167" y="192"/>
                    <a:pt x="169" y="212"/>
                    <a:pt x="169" y="212"/>
                  </a:cubicBezTo>
                  <a:cubicBezTo>
                    <a:pt x="169" y="272"/>
                    <a:pt x="169" y="272"/>
                    <a:pt x="169" y="272"/>
                  </a:cubicBezTo>
                  <a:cubicBezTo>
                    <a:pt x="169" y="272"/>
                    <a:pt x="169" y="279"/>
                    <a:pt x="176" y="279"/>
                  </a:cubicBezTo>
                  <a:cubicBezTo>
                    <a:pt x="183" y="279"/>
                    <a:pt x="182" y="272"/>
                    <a:pt x="182" y="272"/>
                  </a:cubicBezTo>
                  <a:cubicBezTo>
                    <a:pt x="182" y="272"/>
                    <a:pt x="182" y="237"/>
                    <a:pt x="182" y="221"/>
                  </a:cubicBezTo>
                  <a:cubicBezTo>
                    <a:pt x="183" y="206"/>
                    <a:pt x="195" y="205"/>
                    <a:pt x="202" y="204"/>
                  </a:cubicBezTo>
                  <a:cubicBezTo>
                    <a:pt x="209" y="204"/>
                    <a:pt x="219" y="206"/>
                    <a:pt x="223" y="213"/>
                  </a:cubicBezTo>
                  <a:cubicBezTo>
                    <a:pt x="225" y="217"/>
                    <a:pt x="225" y="235"/>
                    <a:pt x="225" y="235"/>
                  </a:cubicBezTo>
                  <a:cubicBezTo>
                    <a:pt x="275" y="235"/>
                    <a:pt x="275" y="235"/>
                    <a:pt x="275" y="235"/>
                  </a:cubicBezTo>
                  <a:cubicBezTo>
                    <a:pt x="275" y="220"/>
                    <a:pt x="294" y="215"/>
                    <a:pt x="302" y="215"/>
                  </a:cubicBezTo>
                  <a:cubicBezTo>
                    <a:pt x="310" y="215"/>
                    <a:pt x="313" y="211"/>
                    <a:pt x="313" y="211"/>
                  </a:cubicBezTo>
                  <a:cubicBezTo>
                    <a:pt x="313" y="211"/>
                    <a:pt x="432" y="74"/>
                    <a:pt x="451" y="67"/>
                  </a:cubicBezTo>
                  <a:cubicBezTo>
                    <a:pt x="471" y="59"/>
                    <a:pt x="484" y="62"/>
                    <a:pt x="495" y="61"/>
                  </a:cubicBezTo>
                  <a:cubicBezTo>
                    <a:pt x="507" y="60"/>
                    <a:pt x="512" y="61"/>
                    <a:pt x="512" y="56"/>
                  </a:cubicBezTo>
                  <a:cubicBezTo>
                    <a:pt x="512" y="53"/>
                    <a:pt x="508" y="51"/>
                    <a:pt x="494" y="51"/>
                  </a:cubicBezTo>
                  <a:cubicBezTo>
                    <a:pt x="481" y="51"/>
                    <a:pt x="469" y="51"/>
                    <a:pt x="457" y="44"/>
                  </a:cubicBezTo>
                  <a:cubicBezTo>
                    <a:pt x="428" y="26"/>
                    <a:pt x="338" y="8"/>
                    <a:pt x="338" y="8"/>
                  </a:cubicBezTo>
                  <a:cubicBezTo>
                    <a:pt x="337" y="0"/>
                    <a:pt x="337" y="0"/>
                    <a:pt x="337" y="0"/>
                  </a:cubicBezTo>
                  <a:cubicBezTo>
                    <a:pt x="337" y="0"/>
                    <a:pt x="436" y="23"/>
                    <a:pt x="475" y="44"/>
                  </a:cubicBezTo>
                  <a:cubicBezTo>
                    <a:pt x="480" y="46"/>
                    <a:pt x="496" y="45"/>
                    <a:pt x="509" y="45"/>
                  </a:cubicBezTo>
                  <a:cubicBezTo>
                    <a:pt x="523" y="45"/>
                    <a:pt x="529" y="53"/>
                    <a:pt x="529" y="56"/>
                  </a:cubicBezTo>
                  <a:cubicBezTo>
                    <a:pt x="529" y="61"/>
                    <a:pt x="523" y="66"/>
                    <a:pt x="512" y="67"/>
                  </a:cubicBezTo>
                  <a:cubicBezTo>
                    <a:pt x="501" y="67"/>
                    <a:pt x="482" y="65"/>
                    <a:pt x="468" y="70"/>
                  </a:cubicBezTo>
                  <a:cubicBezTo>
                    <a:pt x="446" y="76"/>
                    <a:pt x="322" y="229"/>
                    <a:pt x="322" y="229"/>
                  </a:cubicBezTo>
                  <a:cubicBezTo>
                    <a:pt x="322" y="229"/>
                    <a:pt x="317" y="234"/>
                    <a:pt x="304" y="232"/>
                  </a:cubicBezTo>
                  <a:cubicBezTo>
                    <a:pt x="295" y="232"/>
                    <a:pt x="292" y="236"/>
                    <a:pt x="292" y="243"/>
                  </a:cubicBezTo>
                  <a:cubicBezTo>
                    <a:pt x="292" y="250"/>
                    <a:pt x="293" y="258"/>
                    <a:pt x="304" y="258"/>
                  </a:cubicBezTo>
                  <a:cubicBezTo>
                    <a:pt x="318" y="259"/>
                    <a:pt x="323" y="266"/>
                    <a:pt x="323" y="266"/>
                  </a:cubicBezTo>
                  <a:cubicBezTo>
                    <a:pt x="323" y="266"/>
                    <a:pt x="447" y="412"/>
                    <a:pt x="468" y="427"/>
                  </a:cubicBezTo>
                  <a:cubicBezTo>
                    <a:pt x="484" y="438"/>
                    <a:pt x="497" y="434"/>
                    <a:pt x="508" y="435"/>
                  </a:cubicBezTo>
                  <a:cubicBezTo>
                    <a:pt x="520" y="436"/>
                    <a:pt x="529" y="442"/>
                    <a:pt x="530" y="458"/>
                  </a:cubicBezTo>
                  <a:cubicBezTo>
                    <a:pt x="530" y="465"/>
                    <a:pt x="523" y="480"/>
                    <a:pt x="510" y="480"/>
                  </a:cubicBezTo>
                  <a:cubicBezTo>
                    <a:pt x="496" y="480"/>
                    <a:pt x="481" y="479"/>
                    <a:pt x="469" y="495"/>
                  </a:cubicBezTo>
                  <a:cubicBezTo>
                    <a:pt x="439" y="533"/>
                    <a:pt x="340" y="579"/>
                    <a:pt x="340" y="579"/>
                  </a:cubicBezTo>
                  <a:cubicBezTo>
                    <a:pt x="339" y="579"/>
                    <a:pt x="339" y="579"/>
                    <a:pt x="339" y="579"/>
                  </a:cubicBezTo>
                  <a:cubicBezTo>
                    <a:pt x="332" y="582"/>
                    <a:pt x="330" y="594"/>
                    <a:pt x="330" y="594"/>
                  </a:cubicBezTo>
                  <a:cubicBezTo>
                    <a:pt x="325" y="614"/>
                    <a:pt x="302" y="622"/>
                    <a:pt x="303" y="632"/>
                  </a:cubicBezTo>
                  <a:cubicBezTo>
                    <a:pt x="303" y="632"/>
                    <a:pt x="302" y="643"/>
                    <a:pt x="310" y="649"/>
                  </a:cubicBezTo>
                  <a:cubicBezTo>
                    <a:pt x="343" y="649"/>
                    <a:pt x="343" y="649"/>
                    <a:pt x="343" y="649"/>
                  </a:cubicBezTo>
                  <a:cubicBezTo>
                    <a:pt x="343" y="649"/>
                    <a:pt x="346" y="648"/>
                    <a:pt x="346" y="641"/>
                  </a:cubicBezTo>
                  <a:cubicBezTo>
                    <a:pt x="346" y="623"/>
                    <a:pt x="346" y="623"/>
                    <a:pt x="346" y="623"/>
                  </a:cubicBezTo>
                  <a:cubicBezTo>
                    <a:pt x="346" y="623"/>
                    <a:pt x="350" y="612"/>
                    <a:pt x="366" y="612"/>
                  </a:cubicBezTo>
                  <a:cubicBezTo>
                    <a:pt x="382" y="612"/>
                    <a:pt x="387" y="623"/>
                    <a:pt x="387" y="623"/>
                  </a:cubicBezTo>
                  <a:cubicBezTo>
                    <a:pt x="387" y="683"/>
                    <a:pt x="387" y="683"/>
                    <a:pt x="387" y="683"/>
                  </a:cubicBezTo>
                  <a:cubicBezTo>
                    <a:pt x="387" y="683"/>
                    <a:pt x="387" y="690"/>
                    <a:pt x="394" y="690"/>
                  </a:cubicBezTo>
                  <a:cubicBezTo>
                    <a:pt x="400" y="690"/>
                    <a:pt x="402" y="682"/>
                    <a:pt x="402" y="682"/>
                  </a:cubicBezTo>
                  <a:cubicBezTo>
                    <a:pt x="402" y="625"/>
                    <a:pt x="402" y="625"/>
                    <a:pt x="402" y="625"/>
                  </a:cubicBezTo>
                  <a:cubicBezTo>
                    <a:pt x="402" y="625"/>
                    <a:pt x="406" y="602"/>
                    <a:pt x="424" y="602"/>
                  </a:cubicBezTo>
                  <a:cubicBezTo>
                    <a:pt x="442" y="602"/>
                    <a:pt x="445" y="622"/>
                    <a:pt x="445" y="622"/>
                  </a:cubicBezTo>
                  <a:cubicBezTo>
                    <a:pt x="445" y="682"/>
                    <a:pt x="445" y="682"/>
                    <a:pt x="445" y="682"/>
                  </a:cubicBezTo>
                  <a:cubicBezTo>
                    <a:pt x="445" y="682"/>
                    <a:pt x="445" y="689"/>
                    <a:pt x="452" y="689"/>
                  </a:cubicBezTo>
                  <a:cubicBezTo>
                    <a:pt x="458" y="689"/>
                    <a:pt x="458" y="682"/>
                    <a:pt x="458" y="682"/>
                  </a:cubicBezTo>
                  <a:cubicBezTo>
                    <a:pt x="458" y="682"/>
                    <a:pt x="457" y="647"/>
                    <a:pt x="458" y="631"/>
                  </a:cubicBezTo>
                  <a:cubicBezTo>
                    <a:pt x="458" y="616"/>
                    <a:pt x="471" y="615"/>
                    <a:pt x="478" y="614"/>
                  </a:cubicBezTo>
                  <a:cubicBezTo>
                    <a:pt x="485" y="614"/>
                    <a:pt x="495" y="616"/>
                    <a:pt x="499" y="623"/>
                  </a:cubicBezTo>
                  <a:cubicBezTo>
                    <a:pt x="501" y="627"/>
                    <a:pt x="501" y="645"/>
                    <a:pt x="501" y="645"/>
                  </a:cubicBezTo>
                  <a:cubicBezTo>
                    <a:pt x="551" y="645"/>
                    <a:pt x="551" y="645"/>
                    <a:pt x="551" y="645"/>
                  </a:cubicBezTo>
                  <a:cubicBezTo>
                    <a:pt x="551" y="630"/>
                    <a:pt x="570" y="626"/>
                    <a:pt x="578" y="626"/>
                  </a:cubicBezTo>
                  <a:cubicBezTo>
                    <a:pt x="586" y="626"/>
                    <a:pt x="589" y="621"/>
                    <a:pt x="589" y="621"/>
                  </a:cubicBezTo>
                  <a:cubicBezTo>
                    <a:pt x="590" y="620"/>
                    <a:pt x="590" y="620"/>
                    <a:pt x="590" y="620"/>
                  </a:cubicBezTo>
                  <a:cubicBezTo>
                    <a:pt x="590" y="620"/>
                    <a:pt x="683" y="523"/>
                    <a:pt x="712" y="485"/>
                  </a:cubicBezTo>
                  <a:cubicBezTo>
                    <a:pt x="725" y="470"/>
                    <a:pt x="736" y="469"/>
                    <a:pt x="750" y="469"/>
                  </a:cubicBezTo>
                  <a:cubicBezTo>
                    <a:pt x="763" y="469"/>
                    <a:pt x="767" y="465"/>
                    <a:pt x="767" y="458"/>
                  </a:cubicBezTo>
                  <a:cubicBezTo>
                    <a:pt x="767" y="447"/>
                    <a:pt x="762" y="449"/>
                    <a:pt x="751" y="447"/>
                  </a:cubicBezTo>
                  <a:cubicBezTo>
                    <a:pt x="739" y="446"/>
                    <a:pt x="726" y="451"/>
                    <a:pt x="707" y="435"/>
                  </a:cubicBezTo>
                  <a:cubicBezTo>
                    <a:pt x="687" y="418"/>
                    <a:pt x="587" y="348"/>
                    <a:pt x="587" y="348"/>
                  </a:cubicBezTo>
                  <a:cubicBezTo>
                    <a:pt x="587" y="348"/>
                    <a:pt x="574" y="337"/>
                    <a:pt x="573" y="315"/>
                  </a:cubicBezTo>
                  <a:cubicBezTo>
                    <a:pt x="572" y="293"/>
                    <a:pt x="544" y="293"/>
                    <a:pt x="545" y="275"/>
                  </a:cubicBezTo>
                  <a:cubicBezTo>
                    <a:pt x="545" y="275"/>
                    <a:pt x="544" y="265"/>
                    <a:pt x="552" y="258"/>
                  </a:cubicBezTo>
                  <a:cubicBezTo>
                    <a:pt x="557" y="255"/>
                    <a:pt x="558" y="244"/>
                    <a:pt x="552" y="239"/>
                  </a:cubicBezTo>
                  <a:cubicBezTo>
                    <a:pt x="544" y="233"/>
                    <a:pt x="545" y="222"/>
                    <a:pt x="545" y="222"/>
                  </a:cubicBezTo>
                  <a:cubicBezTo>
                    <a:pt x="544" y="205"/>
                    <a:pt x="686" y="74"/>
                    <a:pt x="706" y="67"/>
                  </a:cubicBezTo>
                  <a:cubicBezTo>
                    <a:pt x="725" y="59"/>
                    <a:pt x="738" y="62"/>
                    <a:pt x="750" y="61"/>
                  </a:cubicBezTo>
                  <a:cubicBezTo>
                    <a:pt x="761" y="60"/>
                    <a:pt x="766" y="61"/>
                    <a:pt x="766" y="56"/>
                  </a:cubicBezTo>
                  <a:cubicBezTo>
                    <a:pt x="766" y="53"/>
                    <a:pt x="762" y="51"/>
                    <a:pt x="749" y="51"/>
                  </a:cubicBezTo>
                  <a:cubicBezTo>
                    <a:pt x="735" y="51"/>
                    <a:pt x="724" y="51"/>
                    <a:pt x="711" y="44"/>
                  </a:cubicBezTo>
                  <a:cubicBezTo>
                    <a:pt x="682" y="26"/>
                    <a:pt x="592" y="8"/>
                    <a:pt x="592" y="8"/>
                  </a:cubicBezTo>
                  <a:cubicBezTo>
                    <a:pt x="603" y="3"/>
                    <a:pt x="603" y="3"/>
                    <a:pt x="603" y="3"/>
                  </a:cubicBezTo>
                  <a:cubicBezTo>
                    <a:pt x="603" y="3"/>
                    <a:pt x="691" y="23"/>
                    <a:pt x="729" y="44"/>
                  </a:cubicBezTo>
                  <a:cubicBezTo>
                    <a:pt x="735" y="46"/>
                    <a:pt x="750" y="45"/>
                    <a:pt x="763" y="45"/>
                  </a:cubicBezTo>
                  <a:cubicBezTo>
                    <a:pt x="777" y="45"/>
                    <a:pt x="783" y="53"/>
                    <a:pt x="783" y="56"/>
                  </a:cubicBezTo>
                  <a:cubicBezTo>
                    <a:pt x="783" y="61"/>
                    <a:pt x="777" y="66"/>
                    <a:pt x="766" y="67"/>
                  </a:cubicBezTo>
                  <a:cubicBezTo>
                    <a:pt x="755" y="67"/>
                    <a:pt x="737" y="65"/>
                    <a:pt x="722" y="70"/>
                  </a:cubicBezTo>
                  <a:cubicBezTo>
                    <a:pt x="700" y="76"/>
                    <a:pt x="561" y="212"/>
                    <a:pt x="561" y="222"/>
                  </a:cubicBezTo>
                  <a:cubicBezTo>
                    <a:pt x="561" y="222"/>
                    <a:pt x="560" y="233"/>
                    <a:pt x="569" y="239"/>
                  </a:cubicBezTo>
                  <a:cubicBezTo>
                    <a:pt x="602" y="239"/>
                    <a:pt x="602" y="239"/>
                    <a:pt x="602" y="239"/>
                  </a:cubicBezTo>
                  <a:cubicBezTo>
                    <a:pt x="602" y="239"/>
                    <a:pt x="605" y="238"/>
                    <a:pt x="605" y="231"/>
                  </a:cubicBezTo>
                  <a:cubicBezTo>
                    <a:pt x="605" y="213"/>
                    <a:pt x="605" y="213"/>
                    <a:pt x="605" y="213"/>
                  </a:cubicBezTo>
                  <a:cubicBezTo>
                    <a:pt x="605" y="213"/>
                    <a:pt x="609" y="202"/>
                    <a:pt x="625" y="202"/>
                  </a:cubicBezTo>
                  <a:cubicBezTo>
                    <a:pt x="641" y="202"/>
                    <a:pt x="645" y="213"/>
                    <a:pt x="645" y="213"/>
                  </a:cubicBezTo>
                  <a:cubicBezTo>
                    <a:pt x="645" y="273"/>
                    <a:pt x="645" y="273"/>
                    <a:pt x="645" y="273"/>
                  </a:cubicBezTo>
                  <a:cubicBezTo>
                    <a:pt x="645" y="273"/>
                    <a:pt x="646" y="280"/>
                    <a:pt x="652" y="280"/>
                  </a:cubicBezTo>
                  <a:cubicBezTo>
                    <a:pt x="659" y="280"/>
                    <a:pt x="660" y="272"/>
                    <a:pt x="660" y="272"/>
                  </a:cubicBezTo>
                  <a:cubicBezTo>
                    <a:pt x="660" y="215"/>
                    <a:pt x="660" y="215"/>
                    <a:pt x="660" y="215"/>
                  </a:cubicBezTo>
                  <a:cubicBezTo>
                    <a:pt x="660" y="215"/>
                    <a:pt x="665" y="192"/>
                    <a:pt x="683" y="192"/>
                  </a:cubicBezTo>
                  <a:cubicBezTo>
                    <a:pt x="701" y="192"/>
                    <a:pt x="704" y="212"/>
                    <a:pt x="704" y="212"/>
                  </a:cubicBezTo>
                  <a:cubicBezTo>
                    <a:pt x="703" y="272"/>
                    <a:pt x="703" y="272"/>
                    <a:pt x="703" y="272"/>
                  </a:cubicBezTo>
                  <a:cubicBezTo>
                    <a:pt x="703" y="272"/>
                    <a:pt x="704" y="279"/>
                    <a:pt x="710" y="279"/>
                  </a:cubicBezTo>
                  <a:cubicBezTo>
                    <a:pt x="717" y="279"/>
                    <a:pt x="717" y="272"/>
                    <a:pt x="717" y="272"/>
                  </a:cubicBezTo>
                  <a:cubicBezTo>
                    <a:pt x="717" y="272"/>
                    <a:pt x="716" y="237"/>
                    <a:pt x="717" y="221"/>
                  </a:cubicBezTo>
                  <a:cubicBezTo>
                    <a:pt x="717" y="206"/>
                    <a:pt x="729" y="205"/>
                    <a:pt x="736" y="204"/>
                  </a:cubicBezTo>
                  <a:cubicBezTo>
                    <a:pt x="744" y="204"/>
                    <a:pt x="754" y="206"/>
                    <a:pt x="757" y="213"/>
                  </a:cubicBezTo>
                  <a:cubicBezTo>
                    <a:pt x="760" y="217"/>
                    <a:pt x="759" y="235"/>
                    <a:pt x="759" y="235"/>
                  </a:cubicBezTo>
                  <a:cubicBezTo>
                    <a:pt x="810" y="235"/>
                    <a:pt x="810" y="235"/>
                    <a:pt x="810" y="235"/>
                  </a:cubicBezTo>
                  <a:cubicBezTo>
                    <a:pt x="810" y="220"/>
                    <a:pt x="828" y="215"/>
                    <a:pt x="837" y="215"/>
                  </a:cubicBezTo>
                  <a:cubicBezTo>
                    <a:pt x="845" y="215"/>
                    <a:pt x="848" y="211"/>
                    <a:pt x="848" y="211"/>
                  </a:cubicBezTo>
                  <a:cubicBezTo>
                    <a:pt x="848" y="211"/>
                    <a:pt x="966" y="74"/>
                    <a:pt x="986" y="67"/>
                  </a:cubicBezTo>
                  <a:cubicBezTo>
                    <a:pt x="1006" y="59"/>
                    <a:pt x="1019" y="62"/>
                    <a:pt x="1030" y="61"/>
                  </a:cubicBezTo>
                  <a:cubicBezTo>
                    <a:pt x="1041" y="60"/>
                    <a:pt x="1047" y="61"/>
                    <a:pt x="1047" y="56"/>
                  </a:cubicBezTo>
                  <a:cubicBezTo>
                    <a:pt x="1047" y="53"/>
                    <a:pt x="1043" y="51"/>
                    <a:pt x="1029" y="51"/>
                  </a:cubicBezTo>
                  <a:cubicBezTo>
                    <a:pt x="1015" y="51"/>
                    <a:pt x="1004" y="51"/>
                    <a:pt x="992" y="44"/>
                  </a:cubicBezTo>
                  <a:cubicBezTo>
                    <a:pt x="962" y="26"/>
                    <a:pt x="873" y="8"/>
                    <a:pt x="873" y="8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971" y="23"/>
                    <a:pt x="1010" y="44"/>
                  </a:cubicBezTo>
                  <a:cubicBezTo>
                    <a:pt x="1015" y="46"/>
                    <a:pt x="1030" y="45"/>
                    <a:pt x="1044" y="45"/>
                  </a:cubicBezTo>
                  <a:cubicBezTo>
                    <a:pt x="1057" y="45"/>
                    <a:pt x="1063" y="53"/>
                    <a:pt x="1063" y="56"/>
                  </a:cubicBezTo>
                  <a:cubicBezTo>
                    <a:pt x="1063" y="61"/>
                    <a:pt x="1058" y="66"/>
                    <a:pt x="1046" y="67"/>
                  </a:cubicBezTo>
                  <a:cubicBezTo>
                    <a:pt x="1035" y="67"/>
                    <a:pt x="1017" y="65"/>
                    <a:pt x="1002" y="70"/>
                  </a:cubicBezTo>
                  <a:cubicBezTo>
                    <a:pt x="980" y="76"/>
                    <a:pt x="857" y="229"/>
                    <a:pt x="857" y="229"/>
                  </a:cubicBezTo>
                  <a:cubicBezTo>
                    <a:pt x="857" y="229"/>
                    <a:pt x="851" y="234"/>
                    <a:pt x="839" y="232"/>
                  </a:cubicBezTo>
                  <a:cubicBezTo>
                    <a:pt x="829" y="232"/>
                    <a:pt x="826" y="236"/>
                    <a:pt x="826" y="243"/>
                  </a:cubicBezTo>
                  <a:cubicBezTo>
                    <a:pt x="826" y="250"/>
                    <a:pt x="827" y="258"/>
                    <a:pt x="838" y="258"/>
                  </a:cubicBezTo>
                  <a:cubicBezTo>
                    <a:pt x="852" y="259"/>
                    <a:pt x="857" y="266"/>
                    <a:pt x="857" y="266"/>
                  </a:cubicBezTo>
                  <a:cubicBezTo>
                    <a:pt x="857" y="266"/>
                    <a:pt x="982" y="412"/>
                    <a:pt x="1003" y="427"/>
                  </a:cubicBezTo>
                  <a:cubicBezTo>
                    <a:pt x="1019" y="438"/>
                    <a:pt x="1032" y="434"/>
                    <a:pt x="1043" y="435"/>
                  </a:cubicBezTo>
                  <a:cubicBezTo>
                    <a:pt x="1054" y="436"/>
                    <a:pt x="1064" y="442"/>
                    <a:pt x="1064" y="458"/>
                  </a:cubicBezTo>
                  <a:cubicBezTo>
                    <a:pt x="1064" y="465"/>
                    <a:pt x="1058" y="480"/>
                    <a:pt x="1044" y="480"/>
                  </a:cubicBezTo>
                  <a:cubicBezTo>
                    <a:pt x="1031" y="480"/>
                    <a:pt x="1016" y="479"/>
                    <a:pt x="1003" y="495"/>
                  </a:cubicBezTo>
                  <a:cubicBezTo>
                    <a:pt x="974" y="533"/>
                    <a:pt x="875" y="578"/>
                    <a:pt x="875" y="578"/>
                  </a:cubicBezTo>
                  <a:cubicBezTo>
                    <a:pt x="874" y="579"/>
                    <a:pt x="874" y="579"/>
                    <a:pt x="874" y="579"/>
                  </a:cubicBezTo>
                  <a:cubicBezTo>
                    <a:pt x="873" y="579"/>
                    <a:pt x="873" y="579"/>
                    <a:pt x="873" y="579"/>
                  </a:cubicBezTo>
                  <a:cubicBezTo>
                    <a:pt x="865" y="582"/>
                    <a:pt x="863" y="594"/>
                    <a:pt x="863" y="594"/>
                  </a:cubicBezTo>
                  <a:cubicBezTo>
                    <a:pt x="858" y="614"/>
                    <a:pt x="835" y="622"/>
                    <a:pt x="836" y="632"/>
                  </a:cubicBezTo>
                  <a:cubicBezTo>
                    <a:pt x="836" y="632"/>
                    <a:pt x="835" y="643"/>
                    <a:pt x="843" y="649"/>
                  </a:cubicBezTo>
                  <a:cubicBezTo>
                    <a:pt x="876" y="649"/>
                    <a:pt x="876" y="649"/>
                    <a:pt x="876" y="649"/>
                  </a:cubicBezTo>
                  <a:cubicBezTo>
                    <a:pt x="876" y="649"/>
                    <a:pt x="880" y="648"/>
                    <a:pt x="879" y="641"/>
                  </a:cubicBezTo>
                  <a:cubicBezTo>
                    <a:pt x="879" y="623"/>
                    <a:pt x="879" y="623"/>
                    <a:pt x="879" y="623"/>
                  </a:cubicBezTo>
                  <a:cubicBezTo>
                    <a:pt x="879" y="623"/>
                    <a:pt x="884" y="612"/>
                    <a:pt x="900" y="612"/>
                  </a:cubicBezTo>
                  <a:cubicBezTo>
                    <a:pt x="916" y="612"/>
                    <a:pt x="920" y="623"/>
                    <a:pt x="920" y="623"/>
                  </a:cubicBezTo>
                  <a:cubicBezTo>
                    <a:pt x="920" y="683"/>
                    <a:pt x="920" y="683"/>
                    <a:pt x="920" y="683"/>
                  </a:cubicBezTo>
                  <a:cubicBezTo>
                    <a:pt x="920" y="683"/>
                    <a:pt x="920" y="690"/>
                    <a:pt x="927" y="690"/>
                  </a:cubicBezTo>
                  <a:cubicBezTo>
                    <a:pt x="933" y="690"/>
                    <a:pt x="935" y="682"/>
                    <a:pt x="935" y="682"/>
                  </a:cubicBezTo>
                  <a:cubicBezTo>
                    <a:pt x="935" y="625"/>
                    <a:pt x="935" y="625"/>
                    <a:pt x="935" y="625"/>
                  </a:cubicBezTo>
                  <a:cubicBezTo>
                    <a:pt x="935" y="625"/>
                    <a:pt x="940" y="602"/>
                    <a:pt x="958" y="602"/>
                  </a:cubicBezTo>
                  <a:cubicBezTo>
                    <a:pt x="976" y="602"/>
                    <a:pt x="978" y="622"/>
                    <a:pt x="978" y="622"/>
                  </a:cubicBezTo>
                  <a:cubicBezTo>
                    <a:pt x="978" y="682"/>
                    <a:pt x="978" y="682"/>
                    <a:pt x="978" y="682"/>
                  </a:cubicBezTo>
                  <a:cubicBezTo>
                    <a:pt x="978" y="682"/>
                    <a:pt x="978" y="689"/>
                    <a:pt x="985" y="689"/>
                  </a:cubicBezTo>
                  <a:cubicBezTo>
                    <a:pt x="992" y="689"/>
                    <a:pt x="991" y="682"/>
                    <a:pt x="991" y="682"/>
                  </a:cubicBezTo>
                  <a:cubicBezTo>
                    <a:pt x="991" y="682"/>
                    <a:pt x="991" y="647"/>
                    <a:pt x="991" y="631"/>
                  </a:cubicBezTo>
                  <a:cubicBezTo>
                    <a:pt x="992" y="616"/>
                    <a:pt x="1004" y="615"/>
                    <a:pt x="1011" y="614"/>
                  </a:cubicBezTo>
                  <a:cubicBezTo>
                    <a:pt x="1018" y="614"/>
                    <a:pt x="1028" y="616"/>
                    <a:pt x="1032" y="623"/>
                  </a:cubicBezTo>
                  <a:cubicBezTo>
                    <a:pt x="1034" y="627"/>
                    <a:pt x="1034" y="645"/>
                    <a:pt x="1034" y="645"/>
                  </a:cubicBezTo>
                  <a:cubicBezTo>
                    <a:pt x="1084" y="645"/>
                    <a:pt x="1084" y="645"/>
                    <a:pt x="1084" y="645"/>
                  </a:cubicBezTo>
                  <a:cubicBezTo>
                    <a:pt x="1084" y="630"/>
                    <a:pt x="1103" y="626"/>
                    <a:pt x="1111" y="626"/>
                  </a:cubicBezTo>
                  <a:cubicBezTo>
                    <a:pt x="1119" y="626"/>
                    <a:pt x="1122" y="621"/>
                    <a:pt x="1122" y="621"/>
                  </a:cubicBezTo>
                  <a:cubicBezTo>
                    <a:pt x="1123" y="620"/>
                    <a:pt x="1123" y="620"/>
                    <a:pt x="1123" y="620"/>
                  </a:cubicBezTo>
                  <a:cubicBezTo>
                    <a:pt x="1125" y="618"/>
                    <a:pt x="1125" y="618"/>
                    <a:pt x="1125" y="618"/>
                  </a:cubicBezTo>
                  <a:cubicBezTo>
                    <a:pt x="1125" y="618"/>
                    <a:pt x="1221" y="523"/>
                    <a:pt x="1250" y="485"/>
                  </a:cubicBezTo>
                  <a:cubicBezTo>
                    <a:pt x="1263" y="470"/>
                    <a:pt x="1274" y="469"/>
                    <a:pt x="1288" y="469"/>
                  </a:cubicBezTo>
                  <a:cubicBezTo>
                    <a:pt x="1301" y="469"/>
                    <a:pt x="1306" y="465"/>
                    <a:pt x="1306" y="458"/>
                  </a:cubicBezTo>
                  <a:cubicBezTo>
                    <a:pt x="1306" y="447"/>
                    <a:pt x="1300" y="449"/>
                    <a:pt x="1289" y="447"/>
                  </a:cubicBezTo>
                  <a:cubicBezTo>
                    <a:pt x="1277" y="446"/>
                    <a:pt x="1264" y="451"/>
                    <a:pt x="1245" y="435"/>
                  </a:cubicBezTo>
                  <a:cubicBezTo>
                    <a:pt x="1225" y="418"/>
                    <a:pt x="1125" y="348"/>
                    <a:pt x="1125" y="348"/>
                  </a:cubicBezTo>
                  <a:cubicBezTo>
                    <a:pt x="1125" y="348"/>
                    <a:pt x="1112" y="337"/>
                    <a:pt x="1111" y="315"/>
                  </a:cubicBezTo>
                  <a:cubicBezTo>
                    <a:pt x="1110" y="293"/>
                    <a:pt x="1082" y="293"/>
                    <a:pt x="1083" y="275"/>
                  </a:cubicBezTo>
                  <a:cubicBezTo>
                    <a:pt x="1083" y="275"/>
                    <a:pt x="1082" y="265"/>
                    <a:pt x="1090" y="258"/>
                  </a:cubicBezTo>
                  <a:cubicBezTo>
                    <a:pt x="1095" y="255"/>
                    <a:pt x="1096" y="244"/>
                    <a:pt x="1090" y="239"/>
                  </a:cubicBezTo>
                  <a:cubicBezTo>
                    <a:pt x="1082" y="233"/>
                    <a:pt x="1083" y="222"/>
                    <a:pt x="1083" y="222"/>
                  </a:cubicBezTo>
                  <a:cubicBezTo>
                    <a:pt x="1082" y="205"/>
                    <a:pt x="1224" y="74"/>
                    <a:pt x="1244" y="67"/>
                  </a:cubicBezTo>
                  <a:cubicBezTo>
                    <a:pt x="1263" y="59"/>
                    <a:pt x="1276" y="62"/>
                    <a:pt x="1288" y="61"/>
                  </a:cubicBezTo>
                  <a:cubicBezTo>
                    <a:pt x="1299" y="60"/>
                    <a:pt x="1305" y="61"/>
                    <a:pt x="1305" y="56"/>
                  </a:cubicBezTo>
                  <a:cubicBezTo>
                    <a:pt x="1305" y="53"/>
                    <a:pt x="1300" y="51"/>
                    <a:pt x="1287" y="51"/>
                  </a:cubicBezTo>
                  <a:cubicBezTo>
                    <a:pt x="1273" y="51"/>
                    <a:pt x="1262" y="51"/>
                    <a:pt x="1249" y="44"/>
                  </a:cubicBezTo>
                  <a:cubicBezTo>
                    <a:pt x="1220" y="26"/>
                    <a:pt x="1130" y="8"/>
                    <a:pt x="1130" y="8"/>
                  </a:cubicBezTo>
                  <a:cubicBezTo>
                    <a:pt x="1138" y="2"/>
                    <a:pt x="1138" y="2"/>
                    <a:pt x="1138" y="2"/>
                  </a:cubicBezTo>
                  <a:cubicBezTo>
                    <a:pt x="1138" y="2"/>
                    <a:pt x="1229" y="23"/>
                    <a:pt x="1267" y="44"/>
                  </a:cubicBezTo>
                  <a:cubicBezTo>
                    <a:pt x="1273" y="46"/>
                    <a:pt x="1288" y="45"/>
                    <a:pt x="1301" y="45"/>
                  </a:cubicBezTo>
                  <a:cubicBezTo>
                    <a:pt x="1315" y="45"/>
                    <a:pt x="1321" y="53"/>
                    <a:pt x="1321" y="56"/>
                  </a:cubicBezTo>
                  <a:cubicBezTo>
                    <a:pt x="1321" y="61"/>
                    <a:pt x="1315" y="66"/>
                    <a:pt x="1304" y="67"/>
                  </a:cubicBezTo>
                  <a:cubicBezTo>
                    <a:pt x="1293" y="67"/>
                    <a:pt x="1275" y="65"/>
                    <a:pt x="1260" y="70"/>
                  </a:cubicBezTo>
                  <a:cubicBezTo>
                    <a:pt x="1238" y="76"/>
                    <a:pt x="1099" y="212"/>
                    <a:pt x="1099" y="222"/>
                  </a:cubicBezTo>
                  <a:cubicBezTo>
                    <a:pt x="1099" y="222"/>
                    <a:pt x="1098" y="233"/>
                    <a:pt x="1107" y="239"/>
                  </a:cubicBezTo>
                  <a:cubicBezTo>
                    <a:pt x="1140" y="239"/>
                    <a:pt x="1140" y="239"/>
                    <a:pt x="1140" y="239"/>
                  </a:cubicBezTo>
                  <a:cubicBezTo>
                    <a:pt x="1140" y="239"/>
                    <a:pt x="1143" y="238"/>
                    <a:pt x="1143" y="231"/>
                  </a:cubicBezTo>
                  <a:cubicBezTo>
                    <a:pt x="1143" y="213"/>
                    <a:pt x="1143" y="213"/>
                    <a:pt x="1143" y="213"/>
                  </a:cubicBezTo>
                  <a:cubicBezTo>
                    <a:pt x="1143" y="213"/>
                    <a:pt x="1147" y="202"/>
                    <a:pt x="1163" y="202"/>
                  </a:cubicBezTo>
                  <a:cubicBezTo>
                    <a:pt x="1179" y="202"/>
                    <a:pt x="1183" y="213"/>
                    <a:pt x="1183" y="213"/>
                  </a:cubicBezTo>
                  <a:cubicBezTo>
                    <a:pt x="1183" y="273"/>
                    <a:pt x="1183" y="273"/>
                    <a:pt x="1183" y="273"/>
                  </a:cubicBezTo>
                  <a:cubicBezTo>
                    <a:pt x="1183" y="273"/>
                    <a:pt x="1184" y="280"/>
                    <a:pt x="1190" y="280"/>
                  </a:cubicBezTo>
                  <a:cubicBezTo>
                    <a:pt x="1197" y="280"/>
                    <a:pt x="1198" y="272"/>
                    <a:pt x="1198" y="272"/>
                  </a:cubicBezTo>
                  <a:cubicBezTo>
                    <a:pt x="1198" y="215"/>
                    <a:pt x="1198" y="215"/>
                    <a:pt x="1198" y="215"/>
                  </a:cubicBezTo>
                  <a:cubicBezTo>
                    <a:pt x="1198" y="215"/>
                    <a:pt x="1203" y="192"/>
                    <a:pt x="1221" y="192"/>
                  </a:cubicBezTo>
                  <a:cubicBezTo>
                    <a:pt x="1239" y="192"/>
                    <a:pt x="1242" y="212"/>
                    <a:pt x="1242" y="212"/>
                  </a:cubicBezTo>
                  <a:cubicBezTo>
                    <a:pt x="1241" y="272"/>
                    <a:pt x="1241" y="272"/>
                    <a:pt x="1241" y="272"/>
                  </a:cubicBezTo>
                  <a:cubicBezTo>
                    <a:pt x="1241" y="272"/>
                    <a:pt x="1242" y="279"/>
                    <a:pt x="1248" y="279"/>
                  </a:cubicBezTo>
                  <a:cubicBezTo>
                    <a:pt x="1255" y="279"/>
                    <a:pt x="1255" y="272"/>
                    <a:pt x="1255" y="272"/>
                  </a:cubicBezTo>
                  <a:cubicBezTo>
                    <a:pt x="1255" y="272"/>
                    <a:pt x="1254" y="237"/>
                    <a:pt x="1255" y="221"/>
                  </a:cubicBezTo>
                  <a:cubicBezTo>
                    <a:pt x="1255" y="206"/>
                    <a:pt x="1267" y="205"/>
                    <a:pt x="1274" y="204"/>
                  </a:cubicBezTo>
                  <a:cubicBezTo>
                    <a:pt x="1282" y="204"/>
                    <a:pt x="1292" y="206"/>
                    <a:pt x="1295" y="213"/>
                  </a:cubicBezTo>
                  <a:cubicBezTo>
                    <a:pt x="1298" y="217"/>
                    <a:pt x="1297" y="235"/>
                    <a:pt x="1297" y="235"/>
                  </a:cubicBezTo>
                  <a:cubicBezTo>
                    <a:pt x="1348" y="235"/>
                    <a:pt x="1348" y="235"/>
                    <a:pt x="1348" y="235"/>
                  </a:cubicBezTo>
                  <a:cubicBezTo>
                    <a:pt x="1348" y="220"/>
                    <a:pt x="1366" y="215"/>
                    <a:pt x="1375" y="215"/>
                  </a:cubicBezTo>
                  <a:cubicBezTo>
                    <a:pt x="1383" y="215"/>
                    <a:pt x="1386" y="211"/>
                    <a:pt x="1386" y="211"/>
                  </a:cubicBezTo>
                  <a:cubicBezTo>
                    <a:pt x="1386" y="211"/>
                    <a:pt x="1504" y="74"/>
                    <a:pt x="1524" y="67"/>
                  </a:cubicBezTo>
                  <a:cubicBezTo>
                    <a:pt x="1544" y="59"/>
                    <a:pt x="1557" y="62"/>
                    <a:pt x="1568" y="61"/>
                  </a:cubicBezTo>
                  <a:cubicBezTo>
                    <a:pt x="1579" y="60"/>
                    <a:pt x="1585" y="61"/>
                    <a:pt x="1585" y="56"/>
                  </a:cubicBezTo>
                  <a:cubicBezTo>
                    <a:pt x="1585" y="53"/>
                    <a:pt x="1581" y="51"/>
                    <a:pt x="1567" y="51"/>
                  </a:cubicBezTo>
                  <a:cubicBezTo>
                    <a:pt x="1553" y="51"/>
                    <a:pt x="1542" y="51"/>
                    <a:pt x="1530" y="44"/>
                  </a:cubicBezTo>
                  <a:cubicBezTo>
                    <a:pt x="1500" y="26"/>
                    <a:pt x="1411" y="8"/>
                    <a:pt x="1411" y="8"/>
                  </a:cubicBezTo>
                  <a:cubicBezTo>
                    <a:pt x="1409" y="0"/>
                    <a:pt x="1409" y="0"/>
                    <a:pt x="1409" y="0"/>
                  </a:cubicBezTo>
                  <a:cubicBezTo>
                    <a:pt x="1409" y="0"/>
                    <a:pt x="1509" y="23"/>
                    <a:pt x="1548" y="44"/>
                  </a:cubicBezTo>
                  <a:cubicBezTo>
                    <a:pt x="1553" y="46"/>
                    <a:pt x="1568" y="45"/>
                    <a:pt x="1582" y="45"/>
                  </a:cubicBezTo>
                  <a:cubicBezTo>
                    <a:pt x="1595" y="45"/>
                    <a:pt x="1601" y="53"/>
                    <a:pt x="1601" y="56"/>
                  </a:cubicBezTo>
                  <a:cubicBezTo>
                    <a:pt x="1601" y="61"/>
                    <a:pt x="1596" y="66"/>
                    <a:pt x="1584" y="67"/>
                  </a:cubicBezTo>
                  <a:cubicBezTo>
                    <a:pt x="1573" y="67"/>
                    <a:pt x="1555" y="65"/>
                    <a:pt x="1540" y="70"/>
                  </a:cubicBezTo>
                  <a:cubicBezTo>
                    <a:pt x="1518" y="76"/>
                    <a:pt x="1395" y="229"/>
                    <a:pt x="1395" y="229"/>
                  </a:cubicBezTo>
                  <a:cubicBezTo>
                    <a:pt x="1395" y="229"/>
                    <a:pt x="1389" y="234"/>
                    <a:pt x="1377" y="232"/>
                  </a:cubicBezTo>
                  <a:cubicBezTo>
                    <a:pt x="1367" y="232"/>
                    <a:pt x="1364" y="236"/>
                    <a:pt x="1364" y="243"/>
                  </a:cubicBezTo>
                  <a:cubicBezTo>
                    <a:pt x="1364" y="250"/>
                    <a:pt x="1365" y="258"/>
                    <a:pt x="1376" y="258"/>
                  </a:cubicBezTo>
                  <a:cubicBezTo>
                    <a:pt x="1390" y="259"/>
                    <a:pt x="1395" y="266"/>
                    <a:pt x="1395" y="266"/>
                  </a:cubicBezTo>
                  <a:cubicBezTo>
                    <a:pt x="1395" y="266"/>
                    <a:pt x="1520" y="412"/>
                    <a:pt x="1541" y="427"/>
                  </a:cubicBezTo>
                  <a:cubicBezTo>
                    <a:pt x="1557" y="438"/>
                    <a:pt x="1570" y="434"/>
                    <a:pt x="1581" y="435"/>
                  </a:cubicBezTo>
                  <a:cubicBezTo>
                    <a:pt x="1592" y="436"/>
                    <a:pt x="1602" y="442"/>
                    <a:pt x="1602" y="458"/>
                  </a:cubicBezTo>
                  <a:cubicBezTo>
                    <a:pt x="1602" y="465"/>
                    <a:pt x="1596" y="480"/>
                    <a:pt x="1582" y="480"/>
                  </a:cubicBezTo>
                  <a:cubicBezTo>
                    <a:pt x="1569" y="480"/>
                    <a:pt x="1554" y="479"/>
                    <a:pt x="1541" y="495"/>
                  </a:cubicBezTo>
                  <a:cubicBezTo>
                    <a:pt x="1512" y="533"/>
                    <a:pt x="1413" y="579"/>
                    <a:pt x="1413" y="579"/>
                  </a:cubicBezTo>
                  <a:cubicBezTo>
                    <a:pt x="1411" y="580"/>
                    <a:pt x="1411" y="580"/>
                    <a:pt x="1411" y="580"/>
                  </a:cubicBezTo>
                  <a:cubicBezTo>
                    <a:pt x="1410" y="580"/>
                    <a:pt x="1410" y="580"/>
                    <a:pt x="1410" y="580"/>
                  </a:cubicBezTo>
                  <a:cubicBezTo>
                    <a:pt x="1403" y="583"/>
                    <a:pt x="1401" y="594"/>
                    <a:pt x="1401" y="594"/>
                  </a:cubicBezTo>
                  <a:cubicBezTo>
                    <a:pt x="1396" y="615"/>
                    <a:pt x="1373" y="623"/>
                    <a:pt x="1374" y="633"/>
                  </a:cubicBezTo>
                  <a:cubicBezTo>
                    <a:pt x="1374" y="633"/>
                    <a:pt x="1373" y="643"/>
                    <a:pt x="1381" y="650"/>
                  </a:cubicBezTo>
                  <a:cubicBezTo>
                    <a:pt x="1414" y="650"/>
                    <a:pt x="1414" y="650"/>
                    <a:pt x="1414" y="650"/>
                  </a:cubicBezTo>
                  <a:cubicBezTo>
                    <a:pt x="1414" y="650"/>
                    <a:pt x="1417" y="649"/>
                    <a:pt x="1417" y="642"/>
                  </a:cubicBezTo>
                  <a:cubicBezTo>
                    <a:pt x="1417" y="623"/>
                    <a:pt x="1417" y="623"/>
                    <a:pt x="1417" y="623"/>
                  </a:cubicBezTo>
                  <a:cubicBezTo>
                    <a:pt x="1417" y="623"/>
                    <a:pt x="1421" y="612"/>
                    <a:pt x="1437" y="612"/>
                  </a:cubicBezTo>
                  <a:cubicBezTo>
                    <a:pt x="1453" y="612"/>
                    <a:pt x="1458" y="623"/>
                    <a:pt x="1458" y="623"/>
                  </a:cubicBezTo>
                  <a:cubicBezTo>
                    <a:pt x="1458" y="684"/>
                    <a:pt x="1458" y="684"/>
                    <a:pt x="1458" y="684"/>
                  </a:cubicBezTo>
                  <a:cubicBezTo>
                    <a:pt x="1458" y="684"/>
                    <a:pt x="1458" y="691"/>
                    <a:pt x="1465" y="691"/>
                  </a:cubicBezTo>
                  <a:cubicBezTo>
                    <a:pt x="1471" y="691"/>
                    <a:pt x="1473" y="682"/>
                    <a:pt x="1473" y="682"/>
                  </a:cubicBezTo>
                  <a:cubicBezTo>
                    <a:pt x="1473" y="625"/>
                    <a:pt x="1473" y="625"/>
                    <a:pt x="1473" y="625"/>
                  </a:cubicBezTo>
                  <a:cubicBezTo>
                    <a:pt x="1473" y="625"/>
                    <a:pt x="1477" y="602"/>
                    <a:pt x="1495" y="602"/>
                  </a:cubicBezTo>
                  <a:cubicBezTo>
                    <a:pt x="1513" y="602"/>
                    <a:pt x="1516" y="623"/>
                    <a:pt x="1516" y="623"/>
                  </a:cubicBezTo>
                  <a:cubicBezTo>
                    <a:pt x="1516" y="682"/>
                    <a:pt x="1516" y="682"/>
                    <a:pt x="1516" y="682"/>
                  </a:cubicBezTo>
                  <a:cubicBezTo>
                    <a:pt x="1516" y="682"/>
                    <a:pt x="1516" y="689"/>
                    <a:pt x="1523" y="689"/>
                  </a:cubicBezTo>
                  <a:cubicBezTo>
                    <a:pt x="1529" y="689"/>
                    <a:pt x="1529" y="683"/>
                    <a:pt x="1529" y="683"/>
                  </a:cubicBezTo>
                  <a:cubicBezTo>
                    <a:pt x="1529" y="683"/>
                    <a:pt x="1528" y="647"/>
                    <a:pt x="1529" y="632"/>
                  </a:cubicBezTo>
                  <a:cubicBezTo>
                    <a:pt x="1529" y="616"/>
                    <a:pt x="1542" y="615"/>
                    <a:pt x="1549" y="615"/>
                  </a:cubicBezTo>
                  <a:cubicBezTo>
                    <a:pt x="1556" y="614"/>
                    <a:pt x="1566" y="616"/>
                    <a:pt x="1570" y="623"/>
                  </a:cubicBezTo>
                  <a:cubicBezTo>
                    <a:pt x="1572" y="627"/>
                    <a:pt x="1572" y="645"/>
                    <a:pt x="1572" y="645"/>
                  </a:cubicBezTo>
                  <a:cubicBezTo>
                    <a:pt x="1622" y="645"/>
                    <a:pt x="1622" y="645"/>
                    <a:pt x="1622" y="645"/>
                  </a:cubicBezTo>
                  <a:cubicBezTo>
                    <a:pt x="1622" y="630"/>
                    <a:pt x="1641" y="626"/>
                    <a:pt x="1649" y="626"/>
                  </a:cubicBezTo>
                  <a:cubicBezTo>
                    <a:pt x="1657" y="626"/>
                    <a:pt x="1660" y="621"/>
                    <a:pt x="1660" y="621"/>
                  </a:cubicBezTo>
                  <a:cubicBezTo>
                    <a:pt x="1661" y="620"/>
                    <a:pt x="1661" y="620"/>
                    <a:pt x="1661" y="620"/>
                  </a:cubicBezTo>
                  <a:cubicBezTo>
                    <a:pt x="1662" y="619"/>
                    <a:pt x="1662" y="619"/>
                    <a:pt x="1662" y="619"/>
                  </a:cubicBezTo>
                  <a:cubicBezTo>
                    <a:pt x="1662" y="619"/>
                    <a:pt x="1758" y="523"/>
                    <a:pt x="1788" y="485"/>
                  </a:cubicBezTo>
                  <a:cubicBezTo>
                    <a:pt x="1800" y="470"/>
                    <a:pt x="1811" y="469"/>
                    <a:pt x="1825" y="469"/>
                  </a:cubicBezTo>
                  <a:cubicBezTo>
                    <a:pt x="1839" y="469"/>
                    <a:pt x="1843" y="465"/>
                    <a:pt x="1843" y="458"/>
                  </a:cubicBezTo>
                  <a:cubicBezTo>
                    <a:pt x="1843" y="447"/>
                    <a:pt x="1837" y="449"/>
                    <a:pt x="1826" y="447"/>
                  </a:cubicBezTo>
                  <a:cubicBezTo>
                    <a:pt x="1815" y="446"/>
                    <a:pt x="1802" y="451"/>
                    <a:pt x="1782" y="435"/>
                  </a:cubicBezTo>
                  <a:cubicBezTo>
                    <a:pt x="1762" y="418"/>
                    <a:pt x="1662" y="348"/>
                    <a:pt x="1662" y="348"/>
                  </a:cubicBezTo>
                  <a:cubicBezTo>
                    <a:pt x="1662" y="348"/>
                    <a:pt x="1649" y="337"/>
                    <a:pt x="1649" y="315"/>
                  </a:cubicBezTo>
                  <a:cubicBezTo>
                    <a:pt x="1648" y="293"/>
                    <a:pt x="1620" y="293"/>
                    <a:pt x="1620" y="275"/>
                  </a:cubicBezTo>
                  <a:cubicBezTo>
                    <a:pt x="1620" y="275"/>
                    <a:pt x="1619" y="265"/>
                    <a:pt x="1628" y="258"/>
                  </a:cubicBezTo>
                  <a:cubicBezTo>
                    <a:pt x="1632" y="255"/>
                    <a:pt x="1633" y="244"/>
                    <a:pt x="1627" y="239"/>
                  </a:cubicBezTo>
                  <a:cubicBezTo>
                    <a:pt x="1619" y="233"/>
                    <a:pt x="1620" y="222"/>
                    <a:pt x="1620" y="222"/>
                  </a:cubicBezTo>
                  <a:cubicBezTo>
                    <a:pt x="1620" y="205"/>
                    <a:pt x="1761" y="74"/>
                    <a:pt x="1781" y="67"/>
                  </a:cubicBezTo>
                  <a:cubicBezTo>
                    <a:pt x="1801" y="59"/>
                    <a:pt x="1814" y="62"/>
                    <a:pt x="1825" y="61"/>
                  </a:cubicBezTo>
                  <a:cubicBezTo>
                    <a:pt x="1836" y="60"/>
                    <a:pt x="1842" y="61"/>
                    <a:pt x="1842" y="56"/>
                  </a:cubicBezTo>
                  <a:cubicBezTo>
                    <a:pt x="1842" y="53"/>
                    <a:pt x="1838" y="51"/>
                    <a:pt x="1824" y="51"/>
                  </a:cubicBezTo>
                  <a:cubicBezTo>
                    <a:pt x="1810" y="51"/>
                    <a:pt x="1799" y="51"/>
                    <a:pt x="1787" y="44"/>
                  </a:cubicBezTo>
                  <a:cubicBezTo>
                    <a:pt x="1757" y="26"/>
                    <a:pt x="1668" y="8"/>
                    <a:pt x="1668" y="8"/>
                  </a:cubicBezTo>
                  <a:cubicBezTo>
                    <a:pt x="1675" y="2"/>
                    <a:pt x="1675" y="2"/>
                    <a:pt x="1675" y="2"/>
                  </a:cubicBezTo>
                  <a:cubicBezTo>
                    <a:pt x="1675" y="2"/>
                    <a:pt x="1766" y="23"/>
                    <a:pt x="1805" y="44"/>
                  </a:cubicBezTo>
                  <a:cubicBezTo>
                    <a:pt x="1810" y="46"/>
                    <a:pt x="1825" y="45"/>
                    <a:pt x="1839" y="45"/>
                  </a:cubicBezTo>
                  <a:cubicBezTo>
                    <a:pt x="1852" y="45"/>
                    <a:pt x="1858" y="53"/>
                    <a:pt x="1858" y="56"/>
                  </a:cubicBezTo>
                  <a:cubicBezTo>
                    <a:pt x="1858" y="61"/>
                    <a:pt x="1853" y="66"/>
                    <a:pt x="1841" y="67"/>
                  </a:cubicBezTo>
                  <a:cubicBezTo>
                    <a:pt x="1830" y="67"/>
                    <a:pt x="1812" y="65"/>
                    <a:pt x="1797" y="70"/>
                  </a:cubicBezTo>
                  <a:cubicBezTo>
                    <a:pt x="1775" y="76"/>
                    <a:pt x="1636" y="212"/>
                    <a:pt x="1637" y="222"/>
                  </a:cubicBezTo>
                  <a:cubicBezTo>
                    <a:pt x="1637" y="222"/>
                    <a:pt x="1636" y="233"/>
                    <a:pt x="1644" y="239"/>
                  </a:cubicBezTo>
                  <a:cubicBezTo>
                    <a:pt x="1677" y="239"/>
                    <a:pt x="1677" y="239"/>
                    <a:pt x="1677" y="239"/>
                  </a:cubicBezTo>
                  <a:cubicBezTo>
                    <a:pt x="1677" y="239"/>
                    <a:pt x="1680" y="238"/>
                    <a:pt x="1680" y="231"/>
                  </a:cubicBezTo>
                  <a:cubicBezTo>
                    <a:pt x="1680" y="213"/>
                    <a:pt x="1680" y="213"/>
                    <a:pt x="1680" y="213"/>
                  </a:cubicBezTo>
                  <a:cubicBezTo>
                    <a:pt x="1680" y="213"/>
                    <a:pt x="1684" y="202"/>
                    <a:pt x="1700" y="202"/>
                  </a:cubicBezTo>
                  <a:cubicBezTo>
                    <a:pt x="1716" y="202"/>
                    <a:pt x="1721" y="213"/>
                    <a:pt x="1721" y="213"/>
                  </a:cubicBezTo>
                  <a:cubicBezTo>
                    <a:pt x="1721" y="273"/>
                    <a:pt x="1721" y="273"/>
                    <a:pt x="1721" y="273"/>
                  </a:cubicBezTo>
                  <a:cubicBezTo>
                    <a:pt x="1721" y="273"/>
                    <a:pt x="1721" y="280"/>
                    <a:pt x="1727" y="280"/>
                  </a:cubicBezTo>
                  <a:cubicBezTo>
                    <a:pt x="1734" y="280"/>
                    <a:pt x="1736" y="272"/>
                    <a:pt x="1736" y="272"/>
                  </a:cubicBezTo>
                  <a:cubicBezTo>
                    <a:pt x="1736" y="215"/>
                    <a:pt x="1736" y="215"/>
                    <a:pt x="1736" y="215"/>
                  </a:cubicBezTo>
                  <a:cubicBezTo>
                    <a:pt x="1736" y="215"/>
                    <a:pt x="1740" y="192"/>
                    <a:pt x="1758" y="192"/>
                  </a:cubicBezTo>
                  <a:cubicBezTo>
                    <a:pt x="1776" y="192"/>
                    <a:pt x="1779" y="212"/>
                    <a:pt x="1779" y="212"/>
                  </a:cubicBezTo>
                  <a:cubicBezTo>
                    <a:pt x="1779" y="272"/>
                    <a:pt x="1779" y="272"/>
                    <a:pt x="1779" y="272"/>
                  </a:cubicBezTo>
                  <a:cubicBezTo>
                    <a:pt x="1779" y="272"/>
                    <a:pt x="1779" y="279"/>
                    <a:pt x="1786" y="279"/>
                  </a:cubicBezTo>
                  <a:cubicBezTo>
                    <a:pt x="1792" y="279"/>
                    <a:pt x="1792" y="272"/>
                    <a:pt x="1792" y="272"/>
                  </a:cubicBezTo>
                  <a:cubicBezTo>
                    <a:pt x="1792" y="272"/>
                    <a:pt x="1791" y="237"/>
                    <a:pt x="1792" y="221"/>
                  </a:cubicBezTo>
                  <a:cubicBezTo>
                    <a:pt x="1792" y="206"/>
                    <a:pt x="1804" y="205"/>
                    <a:pt x="1812" y="204"/>
                  </a:cubicBezTo>
                  <a:cubicBezTo>
                    <a:pt x="1819" y="204"/>
                    <a:pt x="1829" y="206"/>
                    <a:pt x="1833" y="213"/>
                  </a:cubicBezTo>
                  <a:cubicBezTo>
                    <a:pt x="1835" y="217"/>
                    <a:pt x="1834" y="235"/>
                    <a:pt x="1834" y="235"/>
                  </a:cubicBezTo>
                  <a:cubicBezTo>
                    <a:pt x="1885" y="235"/>
                    <a:pt x="1885" y="235"/>
                    <a:pt x="1885" y="235"/>
                  </a:cubicBezTo>
                  <a:cubicBezTo>
                    <a:pt x="1885" y="220"/>
                    <a:pt x="1904" y="215"/>
                    <a:pt x="1912" y="215"/>
                  </a:cubicBezTo>
                  <a:cubicBezTo>
                    <a:pt x="1920" y="215"/>
                    <a:pt x="1923" y="211"/>
                    <a:pt x="1923" y="211"/>
                  </a:cubicBezTo>
                  <a:cubicBezTo>
                    <a:pt x="1923" y="211"/>
                    <a:pt x="2042" y="74"/>
                    <a:pt x="2061" y="67"/>
                  </a:cubicBezTo>
                  <a:cubicBezTo>
                    <a:pt x="2081" y="59"/>
                    <a:pt x="2094" y="62"/>
                    <a:pt x="2105" y="61"/>
                  </a:cubicBezTo>
                  <a:cubicBezTo>
                    <a:pt x="2116" y="60"/>
                    <a:pt x="2122" y="61"/>
                    <a:pt x="2122" y="56"/>
                  </a:cubicBezTo>
                  <a:cubicBezTo>
                    <a:pt x="2122" y="53"/>
                    <a:pt x="2118" y="51"/>
                    <a:pt x="2104" y="51"/>
                  </a:cubicBezTo>
                  <a:cubicBezTo>
                    <a:pt x="2091" y="51"/>
                    <a:pt x="2079" y="51"/>
                    <a:pt x="2067" y="44"/>
                  </a:cubicBezTo>
                  <a:cubicBezTo>
                    <a:pt x="2037" y="26"/>
                    <a:pt x="1948" y="8"/>
                    <a:pt x="1948" y="8"/>
                  </a:cubicBezTo>
                  <a:lnTo>
                    <a:pt x="1946" y="0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8" name="Line 122">
              <a:extLst>
                <a:ext uri="{FF2B5EF4-FFF2-40B4-BE49-F238E27FC236}">
                  <a16:creationId xmlns:a16="http://schemas.microsoft.com/office/drawing/2014/main" id="{F03C8FCD-D577-4426-958F-1AE704FCC2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2" y="2285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9" name="Freeform 123">
              <a:extLst>
                <a:ext uri="{FF2B5EF4-FFF2-40B4-BE49-F238E27FC236}">
                  <a16:creationId xmlns:a16="http://schemas.microsoft.com/office/drawing/2014/main" id="{A5017B9C-4E06-4029-8A6B-DF243B6FC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834"/>
              <a:ext cx="471" cy="264"/>
            </a:xfrm>
            <a:custGeom>
              <a:avLst/>
              <a:gdLst>
                <a:gd name="T0" fmla="*/ 283 w 487"/>
                <a:gd name="T1" fmla="*/ 0 h 272"/>
                <a:gd name="T2" fmla="*/ 391 w 487"/>
                <a:gd name="T3" fmla="*/ 33 h 272"/>
                <a:gd name="T4" fmla="*/ 425 w 487"/>
                <a:gd name="T5" fmla="*/ 40 h 272"/>
                <a:gd name="T6" fmla="*/ 441 w 487"/>
                <a:gd name="T7" fmla="*/ 45 h 272"/>
                <a:gd name="T8" fmla="*/ 426 w 487"/>
                <a:gd name="T9" fmla="*/ 49 h 272"/>
                <a:gd name="T10" fmla="*/ 385 w 487"/>
                <a:gd name="T11" fmla="*/ 53 h 272"/>
                <a:gd name="T12" fmla="*/ 261 w 487"/>
                <a:gd name="T13" fmla="*/ 185 h 272"/>
                <a:gd name="T14" fmla="*/ 250 w 487"/>
                <a:gd name="T15" fmla="*/ 189 h 272"/>
                <a:gd name="T16" fmla="*/ 226 w 487"/>
                <a:gd name="T17" fmla="*/ 208 h 272"/>
                <a:gd name="T18" fmla="*/ 180 w 487"/>
                <a:gd name="T19" fmla="*/ 208 h 272"/>
                <a:gd name="T20" fmla="*/ 179 w 487"/>
                <a:gd name="T21" fmla="*/ 187 h 272"/>
                <a:gd name="T22" fmla="*/ 159 w 487"/>
                <a:gd name="T23" fmla="*/ 179 h 272"/>
                <a:gd name="T24" fmla="*/ 142 w 487"/>
                <a:gd name="T25" fmla="*/ 195 h 272"/>
                <a:gd name="T26" fmla="*/ 142 w 487"/>
                <a:gd name="T27" fmla="*/ 241 h 272"/>
                <a:gd name="T28" fmla="*/ 135 w 487"/>
                <a:gd name="T29" fmla="*/ 248 h 272"/>
                <a:gd name="T30" fmla="*/ 129 w 487"/>
                <a:gd name="T31" fmla="*/ 241 h 272"/>
                <a:gd name="T32" fmla="*/ 130 w 487"/>
                <a:gd name="T33" fmla="*/ 186 h 272"/>
                <a:gd name="T34" fmla="*/ 111 w 487"/>
                <a:gd name="T35" fmla="*/ 169 h 272"/>
                <a:gd name="T36" fmla="*/ 91 w 487"/>
                <a:gd name="T37" fmla="*/ 189 h 272"/>
                <a:gd name="T38" fmla="*/ 91 w 487"/>
                <a:gd name="T39" fmla="*/ 241 h 272"/>
                <a:gd name="T40" fmla="*/ 83 w 487"/>
                <a:gd name="T41" fmla="*/ 248 h 272"/>
                <a:gd name="T42" fmla="*/ 76 w 487"/>
                <a:gd name="T43" fmla="*/ 242 h 272"/>
                <a:gd name="T44" fmla="*/ 76 w 487"/>
                <a:gd name="T45" fmla="*/ 187 h 272"/>
                <a:gd name="T46" fmla="*/ 59 w 487"/>
                <a:gd name="T47" fmla="*/ 177 h 272"/>
                <a:gd name="T48" fmla="*/ 42 w 487"/>
                <a:gd name="T49" fmla="*/ 187 h 272"/>
                <a:gd name="T50" fmla="*/ 42 w 487"/>
                <a:gd name="T51" fmla="*/ 204 h 272"/>
                <a:gd name="T52" fmla="*/ 39 w 487"/>
                <a:gd name="T53" fmla="*/ 211 h 272"/>
                <a:gd name="T54" fmla="*/ 9 w 487"/>
                <a:gd name="T55" fmla="*/ 211 h 272"/>
                <a:gd name="T56" fmla="*/ 1 w 487"/>
                <a:gd name="T57" fmla="*/ 196 h 272"/>
                <a:gd name="T58" fmla="*/ 147 w 487"/>
                <a:gd name="T59" fmla="*/ 56 h 272"/>
                <a:gd name="T60" fmla="*/ 186 w 487"/>
                <a:gd name="T61" fmla="*/ 53 h 272"/>
                <a:gd name="T62" fmla="*/ 202 w 487"/>
                <a:gd name="T63" fmla="*/ 45 h 272"/>
                <a:gd name="T64" fmla="*/ 184 w 487"/>
                <a:gd name="T65" fmla="*/ 34 h 272"/>
                <a:gd name="T66" fmla="*/ 153 w 487"/>
                <a:gd name="T67" fmla="*/ 33 h 272"/>
                <a:gd name="T68" fmla="*/ 57 w 487"/>
                <a:gd name="T69" fmla="*/ 0 h 272"/>
                <a:gd name="T70" fmla="*/ 283 w 487"/>
                <a:gd name="T71" fmla="*/ 0 h 2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7" h="272">
                  <a:moveTo>
                    <a:pt x="313" y="0"/>
                  </a:moveTo>
                  <a:cubicBezTo>
                    <a:pt x="313" y="0"/>
                    <a:pt x="402" y="18"/>
                    <a:pt x="432" y="36"/>
                  </a:cubicBezTo>
                  <a:cubicBezTo>
                    <a:pt x="444" y="43"/>
                    <a:pt x="455" y="43"/>
                    <a:pt x="469" y="43"/>
                  </a:cubicBezTo>
                  <a:cubicBezTo>
                    <a:pt x="483" y="43"/>
                    <a:pt x="487" y="45"/>
                    <a:pt x="487" y="48"/>
                  </a:cubicBezTo>
                  <a:cubicBezTo>
                    <a:pt x="487" y="53"/>
                    <a:pt x="481" y="52"/>
                    <a:pt x="470" y="53"/>
                  </a:cubicBezTo>
                  <a:cubicBezTo>
                    <a:pt x="459" y="54"/>
                    <a:pt x="446" y="51"/>
                    <a:pt x="426" y="59"/>
                  </a:cubicBezTo>
                  <a:cubicBezTo>
                    <a:pt x="406" y="66"/>
                    <a:pt x="288" y="203"/>
                    <a:pt x="288" y="203"/>
                  </a:cubicBezTo>
                  <a:cubicBezTo>
                    <a:pt x="288" y="203"/>
                    <a:pt x="285" y="207"/>
                    <a:pt x="277" y="207"/>
                  </a:cubicBezTo>
                  <a:cubicBezTo>
                    <a:pt x="268" y="207"/>
                    <a:pt x="250" y="212"/>
                    <a:pt x="250" y="227"/>
                  </a:cubicBezTo>
                  <a:cubicBezTo>
                    <a:pt x="199" y="227"/>
                    <a:pt x="199" y="227"/>
                    <a:pt x="199" y="227"/>
                  </a:cubicBezTo>
                  <a:cubicBezTo>
                    <a:pt x="199" y="227"/>
                    <a:pt x="200" y="209"/>
                    <a:pt x="197" y="205"/>
                  </a:cubicBezTo>
                  <a:cubicBezTo>
                    <a:pt x="194" y="198"/>
                    <a:pt x="184" y="196"/>
                    <a:pt x="176" y="196"/>
                  </a:cubicBezTo>
                  <a:cubicBezTo>
                    <a:pt x="169" y="197"/>
                    <a:pt x="157" y="198"/>
                    <a:pt x="157" y="213"/>
                  </a:cubicBezTo>
                  <a:cubicBezTo>
                    <a:pt x="156" y="229"/>
                    <a:pt x="157" y="264"/>
                    <a:pt x="157" y="264"/>
                  </a:cubicBezTo>
                  <a:cubicBezTo>
                    <a:pt x="157" y="264"/>
                    <a:pt x="157" y="271"/>
                    <a:pt x="150" y="271"/>
                  </a:cubicBezTo>
                  <a:cubicBezTo>
                    <a:pt x="144" y="271"/>
                    <a:pt x="143" y="264"/>
                    <a:pt x="143" y="264"/>
                  </a:cubicBezTo>
                  <a:cubicBezTo>
                    <a:pt x="144" y="204"/>
                    <a:pt x="144" y="204"/>
                    <a:pt x="144" y="204"/>
                  </a:cubicBezTo>
                  <a:cubicBezTo>
                    <a:pt x="144" y="204"/>
                    <a:pt x="141" y="184"/>
                    <a:pt x="123" y="184"/>
                  </a:cubicBezTo>
                  <a:cubicBezTo>
                    <a:pt x="105" y="184"/>
                    <a:pt x="100" y="207"/>
                    <a:pt x="100" y="207"/>
                  </a:cubicBezTo>
                  <a:cubicBezTo>
                    <a:pt x="100" y="264"/>
                    <a:pt x="100" y="264"/>
                    <a:pt x="100" y="264"/>
                  </a:cubicBezTo>
                  <a:cubicBezTo>
                    <a:pt x="100" y="264"/>
                    <a:pt x="99" y="272"/>
                    <a:pt x="92" y="272"/>
                  </a:cubicBezTo>
                  <a:cubicBezTo>
                    <a:pt x="86" y="272"/>
                    <a:pt x="85" y="265"/>
                    <a:pt x="85" y="265"/>
                  </a:cubicBezTo>
                  <a:cubicBezTo>
                    <a:pt x="85" y="205"/>
                    <a:pt x="85" y="205"/>
                    <a:pt x="85" y="205"/>
                  </a:cubicBezTo>
                  <a:cubicBezTo>
                    <a:pt x="85" y="205"/>
                    <a:pt x="81" y="194"/>
                    <a:pt x="65" y="194"/>
                  </a:cubicBezTo>
                  <a:cubicBezTo>
                    <a:pt x="49" y="194"/>
                    <a:pt x="45" y="205"/>
                    <a:pt x="45" y="205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5" y="230"/>
                    <a:pt x="42" y="231"/>
                    <a:pt x="42" y="231"/>
                  </a:cubicBezTo>
                  <a:cubicBezTo>
                    <a:pt x="9" y="231"/>
                    <a:pt x="9" y="231"/>
                    <a:pt x="9" y="231"/>
                  </a:cubicBezTo>
                  <a:cubicBezTo>
                    <a:pt x="0" y="225"/>
                    <a:pt x="1" y="214"/>
                    <a:pt x="1" y="214"/>
                  </a:cubicBezTo>
                  <a:cubicBezTo>
                    <a:pt x="1" y="204"/>
                    <a:pt x="140" y="68"/>
                    <a:pt x="162" y="62"/>
                  </a:cubicBezTo>
                  <a:cubicBezTo>
                    <a:pt x="177" y="57"/>
                    <a:pt x="195" y="59"/>
                    <a:pt x="206" y="59"/>
                  </a:cubicBezTo>
                  <a:cubicBezTo>
                    <a:pt x="217" y="58"/>
                    <a:pt x="223" y="53"/>
                    <a:pt x="223" y="48"/>
                  </a:cubicBezTo>
                  <a:cubicBezTo>
                    <a:pt x="223" y="45"/>
                    <a:pt x="217" y="37"/>
                    <a:pt x="203" y="37"/>
                  </a:cubicBezTo>
                  <a:cubicBezTo>
                    <a:pt x="190" y="37"/>
                    <a:pt x="175" y="38"/>
                    <a:pt x="169" y="36"/>
                  </a:cubicBezTo>
                  <a:cubicBezTo>
                    <a:pt x="131" y="15"/>
                    <a:pt x="63" y="0"/>
                    <a:pt x="63" y="0"/>
                  </a:cubicBezTo>
                  <a:lnTo>
                    <a:pt x="313" y="0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0" name="Freeform 124">
              <a:extLst>
                <a:ext uri="{FF2B5EF4-FFF2-40B4-BE49-F238E27FC236}">
                  <a16:creationId xmlns:a16="http://schemas.microsoft.com/office/drawing/2014/main" id="{FC10A734-C714-4EDA-A67A-ACCF24842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834"/>
              <a:ext cx="470" cy="264"/>
            </a:xfrm>
            <a:custGeom>
              <a:avLst/>
              <a:gdLst>
                <a:gd name="T0" fmla="*/ 282 w 486"/>
                <a:gd name="T1" fmla="*/ 0 h 272"/>
                <a:gd name="T2" fmla="*/ 390 w 486"/>
                <a:gd name="T3" fmla="*/ 33 h 272"/>
                <a:gd name="T4" fmla="*/ 424 w 486"/>
                <a:gd name="T5" fmla="*/ 40 h 272"/>
                <a:gd name="T6" fmla="*/ 440 w 486"/>
                <a:gd name="T7" fmla="*/ 45 h 272"/>
                <a:gd name="T8" fmla="*/ 425 w 486"/>
                <a:gd name="T9" fmla="*/ 49 h 272"/>
                <a:gd name="T10" fmla="*/ 384 w 486"/>
                <a:gd name="T11" fmla="*/ 53 h 272"/>
                <a:gd name="T12" fmla="*/ 260 w 486"/>
                <a:gd name="T13" fmla="*/ 185 h 272"/>
                <a:gd name="T14" fmla="*/ 250 w 486"/>
                <a:gd name="T15" fmla="*/ 189 h 272"/>
                <a:gd name="T16" fmla="*/ 225 w 486"/>
                <a:gd name="T17" fmla="*/ 208 h 272"/>
                <a:gd name="T18" fmla="*/ 180 w 486"/>
                <a:gd name="T19" fmla="*/ 208 h 272"/>
                <a:gd name="T20" fmla="*/ 179 w 486"/>
                <a:gd name="T21" fmla="*/ 187 h 272"/>
                <a:gd name="T22" fmla="*/ 159 w 486"/>
                <a:gd name="T23" fmla="*/ 179 h 272"/>
                <a:gd name="T24" fmla="*/ 141 w 486"/>
                <a:gd name="T25" fmla="*/ 195 h 272"/>
                <a:gd name="T26" fmla="*/ 141 w 486"/>
                <a:gd name="T27" fmla="*/ 241 h 272"/>
                <a:gd name="T28" fmla="*/ 135 w 486"/>
                <a:gd name="T29" fmla="*/ 248 h 272"/>
                <a:gd name="T30" fmla="*/ 129 w 486"/>
                <a:gd name="T31" fmla="*/ 241 h 272"/>
                <a:gd name="T32" fmla="*/ 129 w 486"/>
                <a:gd name="T33" fmla="*/ 186 h 272"/>
                <a:gd name="T34" fmla="*/ 111 w 486"/>
                <a:gd name="T35" fmla="*/ 169 h 272"/>
                <a:gd name="T36" fmla="*/ 91 w 486"/>
                <a:gd name="T37" fmla="*/ 189 h 272"/>
                <a:gd name="T38" fmla="*/ 91 w 486"/>
                <a:gd name="T39" fmla="*/ 241 h 272"/>
                <a:gd name="T40" fmla="*/ 83 w 486"/>
                <a:gd name="T41" fmla="*/ 248 h 272"/>
                <a:gd name="T42" fmla="*/ 76 w 486"/>
                <a:gd name="T43" fmla="*/ 242 h 272"/>
                <a:gd name="T44" fmla="*/ 76 w 486"/>
                <a:gd name="T45" fmla="*/ 187 h 272"/>
                <a:gd name="T46" fmla="*/ 59 w 486"/>
                <a:gd name="T47" fmla="*/ 177 h 272"/>
                <a:gd name="T48" fmla="*/ 41 w 486"/>
                <a:gd name="T49" fmla="*/ 187 h 272"/>
                <a:gd name="T50" fmla="*/ 41 w 486"/>
                <a:gd name="T51" fmla="*/ 204 h 272"/>
                <a:gd name="T52" fmla="*/ 38 w 486"/>
                <a:gd name="T53" fmla="*/ 211 h 272"/>
                <a:gd name="T54" fmla="*/ 8 w 486"/>
                <a:gd name="T55" fmla="*/ 211 h 272"/>
                <a:gd name="T56" fmla="*/ 1 w 486"/>
                <a:gd name="T57" fmla="*/ 196 h 272"/>
                <a:gd name="T58" fmla="*/ 147 w 486"/>
                <a:gd name="T59" fmla="*/ 56 h 272"/>
                <a:gd name="T60" fmla="*/ 186 w 486"/>
                <a:gd name="T61" fmla="*/ 53 h 272"/>
                <a:gd name="T62" fmla="*/ 201 w 486"/>
                <a:gd name="T63" fmla="*/ 45 h 272"/>
                <a:gd name="T64" fmla="*/ 184 w 486"/>
                <a:gd name="T65" fmla="*/ 34 h 272"/>
                <a:gd name="T66" fmla="*/ 153 w 486"/>
                <a:gd name="T67" fmla="*/ 33 h 272"/>
                <a:gd name="T68" fmla="*/ 55 w 486"/>
                <a:gd name="T69" fmla="*/ 0 h 272"/>
                <a:gd name="T70" fmla="*/ 282 w 486"/>
                <a:gd name="T71" fmla="*/ 0 h 2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6" h="272">
                  <a:moveTo>
                    <a:pt x="312" y="0"/>
                  </a:moveTo>
                  <a:cubicBezTo>
                    <a:pt x="312" y="0"/>
                    <a:pt x="402" y="18"/>
                    <a:pt x="431" y="36"/>
                  </a:cubicBezTo>
                  <a:cubicBezTo>
                    <a:pt x="443" y="43"/>
                    <a:pt x="455" y="43"/>
                    <a:pt x="468" y="43"/>
                  </a:cubicBezTo>
                  <a:cubicBezTo>
                    <a:pt x="482" y="43"/>
                    <a:pt x="486" y="45"/>
                    <a:pt x="486" y="48"/>
                  </a:cubicBezTo>
                  <a:cubicBezTo>
                    <a:pt x="486" y="53"/>
                    <a:pt x="481" y="52"/>
                    <a:pt x="469" y="53"/>
                  </a:cubicBezTo>
                  <a:cubicBezTo>
                    <a:pt x="458" y="54"/>
                    <a:pt x="445" y="51"/>
                    <a:pt x="425" y="59"/>
                  </a:cubicBezTo>
                  <a:cubicBezTo>
                    <a:pt x="406" y="66"/>
                    <a:pt x="287" y="203"/>
                    <a:pt x="287" y="203"/>
                  </a:cubicBezTo>
                  <a:cubicBezTo>
                    <a:pt x="287" y="203"/>
                    <a:pt x="284" y="207"/>
                    <a:pt x="276" y="207"/>
                  </a:cubicBezTo>
                  <a:cubicBezTo>
                    <a:pt x="268" y="207"/>
                    <a:pt x="249" y="212"/>
                    <a:pt x="249" y="227"/>
                  </a:cubicBezTo>
                  <a:cubicBezTo>
                    <a:pt x="199" y="227"/>
                    <a:pt x="199" y="227"/>
                    <a:pt x="199" y="227"/>
                  </a:cubicBezTo>
                  <a:cubicBezTo>
                    <a:pt x="199" y="227"/>
                    <a:pt x="199" y="209"/>
                    <a:pt x="197" y="205"/>
                  </a:cubicBezTo>
                  <a:cubicBezTo>
                    <a:pt x="193" y="198"/>
                    <a:pt x="183" y="196"/>
                    <a:pt x="176" y="196"/>
                  </a:cubicBezTo>
                  <a:cubicBezTo>
                    <a:pt x="169" y="197"/>
                    <a:pt x="157" y="198"/>
                    <a:pt x="156" y="213"/>
                  </a:cubicBezTo>
                  <a:cubicBezTo>
                    <a:pt x="156" y="229"/>
                    <a:pt x="156" y="264"/>
                    <a:pt x="156" y="264"/>
                  </a:cubicBezTo>
                  <a:cubicBezTo>
                    <a:pt x="156" y="264"/>
                    <a:pt x="157" y="271"/>
                    <a:pt x="150" y="271"/>
                  </a:cubicBezTo>
                  <a:cubicBezTo>
                    <a:pt x="143" y="271"/>
                    <a:pt x="143" y="264"/>
                    <a:pt x="143" y="264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4"/>
                    <a:pt x="141" y="184"/>
                    <a:pt x="123" y="184"/>
                  </a:cubicBezTo>
                  <a:cubicBezTo>
                    <a:pt x="105" y="184"/>
                    <a:pt x="100" y="207"/>
                    <a:pt x="100" y="207"/>
                  </a:cubicBezTo>
                  <a:cubicBezTo>
                    <a:pt x="100" y="264"/>
                    <a:pt x="100" y="264"/>
                    <a:pt x="100" y="264"/>
                  </a:cubicBezTo>
                  <a:cubicBezTo>
                    <a:pt x="100" y="264"/>
                    <a:pt x="98" y="272"/>
                    <a:pt x="92" y="272"/>
                  </a:cubicBezTo>
                  <a:cubicBezTo>
                    <a:pt x="85" y="272"/>
                    <a:pt x="85" y="265"/>
                    <a:pt x="85" y="265"/>
                  </a:cubicBezTo>
                  <a:cubicBezTo>
                    <a:pt x="85" y="205"/>
                    <a:pt x="85" y="205"/>
                    <a:pt x="85" y="205"/>
                  </a:cubicBezTo>
                  <a:cubicBezTo>
                    <a:pt x="85" y="205"/>
                    <a:pt x="81" y="194"/>
                    <a:pt x="65" y="194"/>
                  </a:cubicBezTo>
                  <a:cubicBezTo>
                    <a:pt x="49" y="194"/>
                    <a:pt x="44" y="205"/>
                    <a:pt x="44" y="205"/>
                  </a:cubicBezTo>
                  <a:cubicBezTo>
                    <a:pt x="44" y="223"/>
                    <a:pt x="44" y="223"/>
                    <a:pt x="44" y="223"/>
                  </a:cubicBezTo>
                  <a:cubicBezTo>
                    <a:pt x="45" y="230"/>
                    <a:pt x="41" y="231"/>
                    <a:pt x="41" y="231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0" y="225"/>
                    <a:pt x="1" y="214"/>
                    <a:pt x="1" y="214"/>
                  </a:cubicBezTo>
                  <a:cubicBezTo>
                    <a:pt x="0" y="204"/>
                    <a:pt x="140" y="68"/>
                    <a:pt x="162" y="62"/>
                  </a:cubicBezTo>
                  <a:cubicBezTo>
                    <a:pt x="176" y="57"/>
                    <a:pt x="194" y="59"/>
                    <a:pt x="206" y="59"/>
                  </a:cubicBezTo>
                  <a:cubicBezTo>
                    <a:pt x="217" y="58"/>
                    <a:pt x="222" y="53"/>
                    <a:pt x="222" y="48"/>
                  </a:cubicBezTo>
                  <a:cubicBezTo>
                    <a:pt x="222" y="45"/>
                    <a:pt x="216" y="37"/>
                    <a:pt x="203" y="37"/>
                  </a:cubicBezTo>
                  <a:cubicBezTo>
                    <a:pt x="189" y="37"/>
                    <a:pt x="174" y="38"/>
                    <a:pt x="169" y="36"/>
                  </a:cubicBezTo>
                  <a:cubicBezTo>
                    <a:pt x="130" y="15"/>
                    <a:pt x="61" y="0"/>
                    <a:pt x="61" y="0"/>
                  </a:cubicBezTo>
                  <a:lnTo>
                    <a:pt x="312" y="0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1" name="Line 125">
              <a:extLst>
                <a:ext uri="{FF2B5EF4-FFF2-40B4-BE49-F238E27FC236}">
                  <a16:creationId xmlns:a16="http://schemas.microsoft.com/office/drawing/2014/main" id="{FADE9B72-7437-47C0-B59A-15EA2173E3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2" y="2285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2" name="Freeform 126">
              <a:extLst>
                <a:ext uri="{FF2B5EF4-FFF2-40B4-BE49-F238E27FC236}">
                  <a16:creationId xmlns:a16="http://schemas.microsoft.com/office/drawing/2014/main" id="{AD166622-85F9-42F5-9E8C-712CF1DA7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834"/>
              <a:ext cx="471" cy="264"/>
            </a:xfrm>
            <a:custGeom>
              <a:avLst/>
              <a:gdLst>
                <a:gd name="T0" fmla="*/ 56 w 487"/>
                <a:gd name="T1" fmla="*/ 0 h 272"/>
                <a:gd name="T2" fmla="*/ 153 w 487"/>
                <a:gd name="T3" fmla="*/ 33 h 272"/>
                <a:gd name="T4" fmla="*/ 184 w 487"/>
                <a:gd name="T5" fmla="*/ 34 h 272"/>
                <a:gd name="T6" fmla="*/ 202 w 487"/>
                <a:gd name="T7" fmla="*/ 45 h 272"/>
                <a:gd name="T8" fmla="*/ 186 w 487"/>
                <a:gd name="T9" fmla="*/ 53 h 272"/>
                <a:gd name="T10" fmla="*/ 147 w 487"/>
                <a:gd name="T11" fmla="*/ 56 h 272"/>
                <a:gd name="T12" fmla="*/ 1 w 487"/>
                <a:gd name="T13" fmla="*/ 196 h 272"/>
                <a:gd name="T14" fmla="*/ 9 w 487"/>
                <a:gd name="T15" fmla="*/ 211 h 272"/>
                <a:gd name="T16" fmla="*/ 39 w 487"/>
                <a:gd name="T17" fmla="*/ 211 h 272"/>
                <a:gd name="T18" fmla="*/ 42 w 487"/>
                <a:gd name="T19" fmla="*/ 204 h 272"/>
                <a:gd name="T20" fmla="*/ 42 w 487"/>
                <a:gd name="T21" fmla="*/ 187 h 272"/>
                <a:gd name="T22" fmla="*/ 59 w 487"/>
                <a:gd name="T23" fmla="*/ 177 h 272"/>
                <a:gd name="T24" fmla="*/ 76 w 487"/>
                <a:gd name="T25" fmla="*/ 187 h 272"/>
                <a:gd name="T26" fmla="*/ 76 w 487"/>
                <a:gd name="T27" fmla="*/ 242 h 272"/>
                <a:gd name="T28" fmla="*/ 83 w 487"/>
                <a:gd name="T29" fmla="*/ 248 h 272"/>
                <a:gd name="T30" fmla="*/ 91 w 487"/>
                <a:gd name="T31" fmla="*/ 241 h 272"/>
                <a:gd name="T32" fmla="*/ 91 w 487"/>
                <a:gd name="T33" fmla="*/ 189 h 272"/>
                <a:gd name="T34" fmla="*/ 111 w 487"/>
                <a:gd name="T35" fmla="*/ 169 h 272"/>
                <a:gd name="T36" fmla="*/ 130 w 487"/>
                <a:gd name="T37" fmla="*/ 186 h 272"/>
                <a:gd name="T38" fmla="*/ 129 w 487"/>
                <a:gd name="T39" fmla="*/ 241 h 272"/>
                <a:gd name="T40" fmla="*/ 135 w 487"/>
                <a:gd name="T41" fmla="*/ 248 h 272"/>
                <a:gd name="T42" fmla="*/ 142 w 487"/>
                <a:gd name="T43" fmla="*/ 241 h 272"/>
                <a:gd name="T44" fmla="*/ 142 w 487"/>
                <a:gd name="T45" fmla="*/ 195 h 272"/>
                <a:gd name="T46" fmla="*/ 159 w 487"/>
                <a:gd name="T47" fmla="*/ 179 h 272"/>
                <a:gd name="T48" fmla="*/ 179 w 487"/>
                <a:gd name="T49" fmla="*/ 187 h 272"/>
                <a:gd name="T50" fmla="*/ 180 w 487"/>
                <a:gd name="T51" fmla="*/ 208 h 272"/>
                <a:gd name="T52" fmla="*/ 226 w 487"/>
                <a:gd name="T53" fmla="*/ 208 h 272"/>
                <a:gd name="T54" fmla="*/ 250 w 487"/>
                <a:gd name="T55" fmla="*/ 189 h 272"/>
                <a:gd name="T56" fmla="*/ 261 w 487"/>
                <a:gd name="T57" fmla="*/ 185 h 272"/>
                <a:gd name="T58" fmla="*/ 385 w 487"/>
                <a:gd name="T59" fmla="*/ 53 h 272"/>
                <a:gd name="T60" fmla="*/ 426 w 487"/>
                <a:gd name="T61" fmla="*/ 49 h 272"/>
                <a:gd name="T62" fmla="*/ 441 w 487"/>
                <a:gd name="T63" fmla="*/ 45 h 272"/>
                <a:gd name="T64" fmla="*/ 425 w 487"/>
                <a:gd name="T65" fmla="*/ 40 h 272"/>
                <a:gd name="T66" fmla="*/ 391 w 487"/>
                <a:gd name="T67" fmla="*/ 33 h 272"/>
                <a:gd name="T68" fmla="*/ 283 w 487"/>
                <a:gd name="T69" fmla="*/ 0 h 272"/>
                <a:gd name="T70" fmla="*/ 56 w 487"/>
                <a:gd name="T71" fmla="*/ 0 h 2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7" h="272">
                  <a:moveTo>
                    <a:pt x="62" y="0"/>
                  </a:moveTo>
                  <a:cubicBezTo>
                    <a:pt x="62" y="0"/>
                    <a:pt x="131" y="15"/>
                    <a:pt x="169" y="36"/>
                  </a:cubicBezTo>
                  <a:cubicBezTo>
                    <a:pt x="175" y="38"/>
                    <a:pt x="190" y="37"/>
                    <a:pt x="203" y="37"/>
                  </a:cubicBezTo>
                  <a:cubicBezTo>
                    <a:pt x="217" y="37"/>
                    <a:pt x="223" y="45"/>
                    <a:pt x="223" y="48"/>
                  </a:cubicBezTo>
                  <a:cubicBezTo>
                    <a:pt x="223" y="53"/>
                    <a:pt x="217" y="58"/>
                    <a:pt x="206" y="59"/>
                  </a:cubicBezTo>
                  <a:cubicBezTo>
                    <a:pt x="195" y="59"/>
                    <a:pt x="177" y="57"/>
                    <a:pt x="162" y="62"/>
                  </a:cubicBezTo>
                  <a:cubicBezTo>
                    <a:pt x="140" y="68"/>
                    <a:pt x="1" y="204"/>
                    <a:pt x="1" y="214"/>
                  </a:cubicBezTo>
                  <a:cubicBezTo>
                    <a:pt x="1" y="214"/>
                    <a:pt x="0" y="225"/>
                    <a:pt x="9" y="231"/>
                  </a:cubicBezTo>
                  <a:cubicBezTo>
                    <a:pt x="42" y="231"/>
                    <a:pt x="42" y="231"/>
                    <a:pt x="42" y="231"/>
                  </a:cubicBezTo>
                  <a:cubicBezTo>
                    <a:pt x="42" y="231"/>
                    <a:pt x="45" y="230"/>
                    <a:pt x="45" y="223"/>
                  </a:cubicBezTo>
                  <a:cubicBezTo>
                    <a:pt x="45" y="205"/>
                    <a:pt x="45" y="205"/>
                    <a:pt x="45" y="205"/>
                  </a:cubicBezTo>
                  <a:cubicBezTo>
                    <a:pt x="45" y="205"/>
                    <a:pt x="49" y="194"/>
                    <a:pt x="65" y="194"/>
                  </a:cubicBezTo>
                  <a:cubicBezTo>
                    <a:pt x="81" y="194"/>
                    <a:pt x="85" y="205"/>
                    <a:pt x="85" y="205"/>
                  </a:cubicBezTo>
                  <a:cubicBezTo>
                    <a:pt x="85" y="265"/>
                    <a:pt x="85" y="265"/>
                    <a:pt x="85" y="265"/>
                  </a:cubicBezTo>
                  <a:cubicBezTo>
                    <a:pt x="85" y="265"/>
                    <a:pt x="86" y="272"/>
                    <a:pt x="92" y="272"/>
                  </a:cubicBezTo>
                  <a:cubicBezTo>
                    <a:pt x="99" y="272"/>
                    <a:pt x="100" y="264"/>
                    <a:pt x="100" y="264"/>
                  </a:cubicBezTo>
                  <a:cubicBezTo>
                    <a:pt x="100" y="207"/>
                    <a:pt x="100" y="207"/>
                    <a:pt x="100" y="207"/>
                  </a:cubicBezTo>
                  <a:cubicBezTo>
                    <a:pt x="100" y="207"/>
                    <a:pt x="105" y="184"/>
                    <a:pt x="123" y="184"/>
                  </a:cubicBezTo>
                  <a:cubicBezTo>
                    <a:pt x="141" y="184"/>
                    <a:pt x="144" y="204"/>
                    <a:pt x="144" y="20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4"/>
                    <a:pt x="144" y="271"/>
                    <a:pt x="150" y="271"/>
                  </a:cubicBezTo>
                  <a:cubicBezTo>
                    <a:pt x="157" y="271"/>
                    <a:pt x="157" y="264"/>
                    <a:pt x="157" y="264"/>
                  </a:cubicBezTo>
                  <a:cubicBezTo>
                    <a:pt x="157" y="264"/>
                    <a:pt x="156" y="229"/>
                    <a:pt x="157" y="213"/>
                  </a:cubicBezTo>
                  <a:cubicBezTo>
                    <a:pt x="157" y="198"/>
                    <a:pt x="169" y="197"/>
                    <a:pt x="176" y="196"/>
                  </a:cubicBezTo>
                  <a:cubicBezTo>
                    <a:pt x="184" y="196"/>
                    <a:pt x="194" y="198"/>
                    <a:pt x="197" y="205"/>
                  </a:cubicBezTo>
                  <a:cubicBezTo>
                    <a:pt x="200" y="209"/>
                    <a:pt x="199" y="227"/>
                    <a:pt x="199" y="227"/>
                  </a:cubicBezTo>
                  <a:cubicBezTo>
                    <a:pt x="250" y="227"/>
                    <a:pt x="250" y="227"/>
                    <a:pt x="250" y="227"/>
                  </a:cubicBezTo>
                  <a:cubicBezTo>
                    <a:pt x="250" y="212"/>
                    <a:pt x="268" y="207"/>
                    <a:pt x="277" y="207"/>
                  </a:cubicBezTo>
                  <a:cubicBezTo>
                    <a:pt x="285" y="207"/>
                    <a:pt x="288" y="203"/>
                    <a:pt x="288" y="203"/>
                  </a:cubicBezTo>
                  <a:cubicBezTo>
                    <a:pt x="288" y="203"/>
                    <a:pt x="406" y="66"/>
                    <a:pt x="426" y="59"/>
                  </a:cubicBezTo>
                  <a:cubicBezTo>
                    <a:pt x="446" y="51"/>
                    <a:pt x="459" y="54"/>
                    <a:pt x="470" y="53"/>
                  </a:cubicBezTo>
                  <a:cubicBezTo>
                    <a:pt x="481" y="52"/>
                    <a:pt x="487" y="53"/>
                    <a:pt x="487" y="48"/>
                  </a:cubicBezTo>
                  <a:cubicBezTo>
                    <a:pt x="487" y="45"/>
                    <a:pt x="483" y="43"/>
                    <a:pt x="469" y="43"/>
                  </a:cubicBezTo>
                  <a:cubicBezTo>
                    <a:pt x="455" y="43"/>
                    <a:pt x="444" y="43"/>
                    <a:pt x="432" y="36"/>
                  </a:cubicBezTo>
                  <a:cubicBezTo>
                    <a:pt x="402" y="18"/>
                    <a:pt x="313" y="0"/>
                    <a:pt x="313" y="0"/>
                  </a:cubicBezTo>
                  <a:lnTo>
                    <a:pt x="62" y="0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3" name="Freeform 127">
              <a:extLst>
                <a:ext uri="{FF2B5EF4-FFF2-40B4-BE49-F238E27FC236}">
                  <a16:creationId xmlns:a16="http://schemas.microsoft.com/office/drawing/2014/main" id="{52A8ED85-8A00-432E-AA41-54A741B0F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834"/>
              <a:ext cx="470" cy="264"/>
            </a:xfrm>
            <a:custGeom>
              <a:avLst/>
              <a:gdLst>
                <a:gd name="T0" fmla="*/ 56 w 486"/>
                <a:gd name="T1" fmla="*/ 0 h 272"/>
                <a:gd name="T2" fmla="*/ 153 w 486"/>
                <a:gd name="T3" fmla="*/ 33 h 272"/>
                <a:gd name="T4" fmla="*/ 184 w 486"/>
                <a:gd name="T5" fmla="*/ 34 h 272"/>
                <a:gd name="T6" fmla="*/ 201 w 486"/>
                <a:gd name="T7" fmla="*/ 45 h 272"/>
                <a:gd name="T8" fmla="*/ 185 w 486"/>
                <a:gd name="T9" fmla="*/ 53 h 272"/>
                <a:gd name="T10" fmla="*/ 146 w 486"/>
                <a:gd name="T11" fmla="*/ 56 h 272"/>
                <a:gd name="T12" fmla="*/ 1 w 486"/>
                <a:gd name="T13" fmla="*/ 196 h 272"/>
                <a:gd name="T14" fmla="*/ 8 w 486"/>
                <a:gd name="T15" fmla="*/ 211 h 272"/>
                <a:gd name="T16" fmla="*/ 38 w 486"/>
                <a:gd name="T17" fmla="*/ 211 h 272"/>
                <a:gd name="T18" fmla="*/ 41 w 486"/>
                <a:gd name="T19" fmla="*/ 204 h 272"/>
                <a:gd name="T20" fmla="*/ 41 w 486"/>
                <a:gd name="T21" fmla="*/ 187 h 272"/>
                <a:gd name="T22" fmla="*/ 58 w 486"/>
                <a:gd name="T23" fmla="*/ 177 h 272"/>
                <a:gd name="T24" fmla="*/ 76 w 486"/>
                <a:gd name="T25" fmla="*/ 187 h 272"/>
                <a:gd name="T26" fmla="*/ 76 w 486"/>
                <a:gd name="T27" fmla="*/ 242 h 272"/>
                <a:gd name="T28" fmla="*/ 82 w 486"/>
                <a:gd name="T29" fmla="*/ 248 h 272"/>
                <a:gd name="T30" fmla="*/ 91 w 486"/>
                <a:gd name="T31" fmla="*/ 241 h 272"/>
                <a:gd name="T32" fmla="*/ 91 w 486"/>
                <a:gd name="T33" fmla="*/ 189 h 272"/>
                <a:gd name="T34" fmla="*/ 110 w 486"/>
                <a:gd name="T35" fmla="*/ 169 h 272"/>
                <a:gd name="T36" fmla="*/ 129 w 486"/>
                <a:gd name="T37" fmla="*/ 186 h 272"/>
                <a:gd name="T38" fmla="*/ 129 w 486"/>
                <a:gd name="T39" fmla="*/ 241 h 272"/>
                <a:gd name="T40" fmla="*/ 135 w 486"/>
                <a:gd name="T41" fmla="*/ 248 h 272"/>
                <a:gd name="T42" fmla="*/ 141 w 486"/>
                <a:gd name="T43" fmla="*/ 241 h 272"/>
                <a:gd name="T44" fmla="*/ 141 w 486"/>
                <a:gd name="T45" fmla="*/ 195 h 272"/>
                <a:gd name="T46" fmla="*/ 159 w 486"/>
                <a:gd name="T47" fmla="*/ 179 h 272"/>
                <a:gd name="T48" fmla="*/ 179 w 486"/>
                <a:gd name="T49" fmla="*/ 187 h 272"/>
                <a:gd name="T50" fmla="*/ 179 w 486"/>
                <a:gd name="T51" fmla="*/ 208 h 272"/>
                <a:gd name="T52" fmla="*/ 225 w 486"/>
                <a:gd name="T53" fmla="*/ 208 h 272"/>
                <a:gd name="T54" fmla="*/ 250 w 486"/>
                <a:gd name="T55" fmla="*/ 189 h 272"/>
                <a:gd name="T56" fmla="*/ 260 w 486"/>
                <a:gd name="T57" fmla="*/ 185 h 272"/>
                <a:gd name="T58" fmla="*/ 384 w 486"/>
                <a:gd name="T59" fmla="*/ 53 h 272"/>
                <a:gd name="T60" fmla="*/ 425 w 486"/>
                <a:gd name="T61" fmla="*/ 49 h 272"/>
                <a:gd name="T62" fmla="*/ 440 w 486"/>
                <a:gd name="T63" fmla="*/ 45 h 272"/>
                <a:gd name="T64" fmla="*/ 424 w 486"/>
                <a:gd name="T65" fmla="*/ 40 h 272"/>
                <a:gd name="T66" fmla="*/ 390 w 486"/>
                <a:gd name="T67" fmla="*/ 33 h 272"/>
                <a:gd name="T68" fmla="*/ 282 w 486"/>
                <a:gd name="T69" fmla="*/ 0 h 272"/>
                <a:gd name="T70" fmla="*/ 56 w 486"/>
                <a:gd name="T71" fmla="*/ 0 h 2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6" h="272">
                  <a:moveTo>
                    <a:pt x="62" y="0"/>
                  </a:moveTo>
                  <a:cubicBezTo>
                    <a:pt x="62" y="0"/>
                    <a:pt x="130" y="15"/>
                    <a:pt x="169" y="36"/>
                  </a:cubicBezTo>
                  <a:cubicBezTo>
                    <a:pt x="174" y="38"/>
                    <a:pt x="189" y="37"/>
                    <a:pt x="203" y="37"/>
                  </a:cubicBezTo>
                  <a:cubicBezTo>
                    <a:pt x="216" y="37"/>
                    <a:pt x="222" y="45"/>
                    <a:pt x="222" y="48"/>
                  </a:cubicBezTo>
                  <a:cubicBezTo>
                    <a:pt x="222" y="53"/>
                    <a:pt x="217" y="58"/>
                    <a:pt x="205" y="59"/>
                  </a:cubicBezTo>
                  <a:cubicBezTo>
                    <a:pt x="194" y="59"/>
                    <a:pt x="176" y="57"/>
                    <a:pt x="161" y="62"/>
                  </a:cubicBezTo>
                  <a:cubicBezTo>
                    <a:pt x="139" y="68"/>
                    <a:pt x="0" y="204"/>
                    <a:pt x="1" y="214"/>
                  </a:cubicBezTo>
                  <a:cubicBezTo>
                    <a:pt x="1" y="214"/>
                    <a:pt x="0" y="225"/>
                    <a:pt x="8" y="231"/>
                  </a:cubicBezTo>
                  <a:cubicBezTo>
                    <a:pt x="41" y="231"/>
                    <a:pt x="41" y="231"/>
                    <a:pt x="41" y="231"/>
                  </a:cubicBezTo>
                  <a:cubicBezTo>
                    <a:pt x="41" y="231"/>
                    <a:pt x="44" y="230"/>
                    <a:pt x="44" y="223"/>
                  </a:cubicBezTo>
                  <a:cubicBezTo>
                    <a:pt x="44" y="205"/>
                    <a:pt x="44" y="205"/>
                    <a:pt x="44" y="205"/>
                  </a:cubicBezTo>
                  <a:cubicBezTo>
                    <a:pt x="44" y="205"/>
                    <a:pt x="48" y="194"/>
                    <a:pt x="64" y="194"/>
                  </a:cubicBezTo>
                  <a:cubicBezTo>
                    <a:pt x="80" y="194"/>
                    <a:pt x="85" y="205"/>
                    <a:pt x="85" y="205"/>
                  </a:cubicBezTo>
                  <a:cubicBezTo>
                    <a:pt x="85" y="265"/>
                    <a:pt x="85" y="265"/>
                    <a:pt x="85" y="265"/>
                  </a:cubicBezTo>
                  <a:cubicBezTo>
                    <a:pt x="85" y="265"/>
                    <a:pt x="85" y="272"/>
                    <a:pt x="91" y="272"/>
                  </a:cubicBezTo>
                  <a:cubicBezTo>
                    <a:pt x="98" y="272"/>
                    <a:pt x="100" y="264"/>
                    <a:pt x="100" y="264"/>
                  </a:cubicBezTo>
                  <a:cubicBezTo>
                    <a:pt x="100" y="207"/>
                    <a:pt x="100" y="207"/>
                    <a:pt x="100" y="207"/>
                  </a:cubicBezTo>
                  <a:cubicBezTo>
                    <a:pt x="100" y="207"/>
                    <a:pt x="104" y="184"/>
                    <a:pt x="122" y="184"/>
                  </a:cubicBezTo>
                  <a:cubicBezTo>
                    <a:pt x="140" y="184"/>
                    <a:pt x="143" y="204"/>
                    <a:pt x="143" y="20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4"/>
                    <a:pt x="143" y="271"/>
                    <a:pt x="150" y="271"/>
                  </a:cubicBezTo>
                  <a:cubicBezTo>
                    <a:pt x="156" y="271"/>
                    <a:pt x="156" y="264"/>
                    <a:pt x="156" y="264"/>
                  </a:cubicBezTo>
                  <a:cubicBezTo>
                    <a:pt x="156" y="264"/>
                    <a:pt x="155" y="229"/>
                    <a:pt x="156" y="213"/>
                  </a:cubicBezTo>
                  <a:cubicBezTo>
                    <a:pt x="156" y="198"/>
                    <a:pt x="168" y="197"/>
                    <a:pt x="176" y="196"/>
                  </a:cubicBezTo>
                  <a:cubicBezTo>
                    <a:pt x="183" y="196"/>
                    <a:pt x="193" y="198"/>
                    <a:pt x="197" y="205"/>
                  </a:cubicBezTo>
                  <a:cubicBezTo>
                    <a:pt x="199" y="209"/>
                    <a:pt x="198" y="227"/>
                    <a:pt x="198" y="227"/>
                  </a:cubicBezTo>
                  <a:cubicBezTo>
                    <a:pt x="249" y="227"/>
                    <a:pt x="249" y="227"/>
                    <a:pt x="249" y="227"/>
                  </a:cubicBezTo>
                  <a:cubicBezTo>
                    <a:pt x="249" y="212"/>
                    <a:pt x="268" y="207"/>
                    <a:pt x="276" y="207"/>
                  </a:cubicBezTo>
                  <a:cubicBezTo>
                    <a:pt x="284" y="207"/>
                    <a:pt x="287" y="203"/>
                    <a:pt x="287" y="203"/>
                  </a:cubicBezTo>
                  <a:cubicBezTo>
                    <a:pt x="287" y="203"/>
                    <a:pt x="406" y="66"/>
                    <a:pt x="425" y="59"/>
                  </a:cubicBezTo>
                  <a:cubicBezTo>
                    <a:pt x="445" y="51"/>
                    <a:pt x="458" y="54"/>
                    <a:pt x="469" y="53"/>
                  </a:cubicBezTo>
                  <a:cubicBezTo>
                    <a:pt x="480" y="52"/>
                    <a:pt x="486" y="53"/>
                    <a:pt x="486" y="48"/>
                  </a:cubicBezTo>
                  <a:cubicBezTo>
                    <a:pt x="486" y="45"/>
                    <a:pt x="482" y="43"/>
                    <a:pt x="468" y="43"/>
                  </a:cubicBezTo>
                  <a:cubicBezTo>
                    <a:pt x="455" y="43"/>
                    <a:pt x="443" y="43"/>
                    <a:pt x="431" y="36"/>
                  </a:cubicBezTo>
                  <a:cubicBezTo>
                    <a:pt x="401" y="18"/>
                    <a:pt x="312" y="0"/>
                    <a:pt x="312" y="0"/>
                  </a:cubicBezTo>
                  <a:lnTo>
                    <a:pt x="62" y="0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4" name="Freeform 128">
              <a:extLst>
                <a:ext uri="{FF2B5EF4-FFF2-40B4-BE49-F238E27FC236}">
                  <a16:creationId xmlns:a16="http://schemas.microsoft.com/office/drawing/2014/main" id="{5DEC034D-2040-4934-94EF-161B2187A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023"/>
              <a:ext cx="472" cy="638"/>
            </a:xfrm>
            <a:custGeom>
              <a:avLst/>
              <a:gdLst>
                <a:gd name="T0" fmla="*/ 291 w 488"/>
                <a:gd name="T1" fmla="*/ 600 h 658"/>
                <a:gd name="T2" fmla="*/ 386 w 488"/>
                <a:gd name="T3" fmla="*/ 576 h 658"/>
                <a:gd name="T4" fmla="*/ 420 w 488"/>
                <a:gd name="T5" fmla="*/ 571 h 658"/>
                <a:gd name="T6" fmla="*/ 436 w 488"/>
                <a:gd name="T7" fmla="*/ 568 h 658"/>
                <a:gd name="T8" fmla="*/ 421 w 488"/>
                <a:gd name="T9" fmla="*/ 564 h 658"/>
                <a:gd name="T10" fmla="*/ 381 w 488"/>
                <a:gd name="T11" fmla="*/ 560 h 658"/>
                <a:gd name="T12" fmla="*/ 235 w 488"/>
                <a:gd name="T13" fmla="*/ 439 h 658"/>
                <a:gd name="T14" fmla="*/ 242 w 488"/>
                <a:gd name="T15" fmla="*/ 424 h 658"/>
                <a:gd name="T16" fmla="*/ 241 w 488"/>
                <a:gd name="T17" fmla="*/ 406 h 658"/>
                <a:gd name="T18" fmla="*/ 235 w 488"/>
                <a:gd name="T19" fmla="*/ 391 h 658"/>
                <a:gd name="T20" fmla="*/ 260 w 488"/>
                <a:gd name="T21" fmla="*/ 355 h 658"/>
                <a:gd name="T22" fmla="*/ 281 w 488"/>
                <a:gd name="T23" fmla="*/ 330 h 658"/>
                <a:gd name="T24" fmla="*/ 282 w 488"/>
                <a:gd name="T25" fmla="*/ 329 h 658"/>
                <a:gd name="T26" fmla="*/ 392 w 488"/>
                <a:gd name="T27" fmla="*/ 257 h 658"/>
                <a:gd name="T28" fmla="*/ 426 w 488"/>
                <a:gd name="T29" fmla="*/ 242 h 658"/>
                <a:gd name="T30" fmla="*/ 442 w 488"/>
                <a:gd name="T31" fmla="*/ 232 h 658"/>
                <a:gd name="T32" fmla="*/ 427 w 488"/>
                <a:gd name="T33" fmla="*/ 223 h 658"/>
                <a:gd name="T34" fmla="*/ 386 w 488"/>
                <a:gd name="T35" fmla="*/ 211 h 658"/>
                <a:gd name="T36" fmla="*/ 257 w 488"/>
                <a:gd name="T37" fmla="*/ 72 h 658"/>
                <a:gd name="T38" fmla="*/ 247 w 488"/>
                <a:gd name="T39" fmla="*/ 65 h 658"/>
                <a:gd name="T40" fmla="*/ 227 w 488"/>
                <a:gd name="T41" fmla="*/ 46 h 658"/>
                <a:gd name="T42" fmla="*/ 186 w 488"/>
                <a:gd name="T43" fmla="*/ 46 h 658"/>
                <a:gd name="T44" fmla="*/ 168 w 488"/>
                <a:gd name="T45" fmla="*/ 37 h 658"/>
                <a:gd name="T46" fmla="*/ 167 w 488"/>
                <a:gd name="T47" fmla="*/ 16 h 658"/>
                <a:gd name="T48" fmla="*/ 157 w 488"/>
                <a:gd name="T49" fmla="*/ 18 h 658"/>
                <a:gd name="T50" fmla="*/ 157 w 488"/>
                <a:gd name="T51" fmla="*/ 67 h 658"/>
                <a:gd name="T52" fmla="*/ 134 w 488"/>
                <a:gd name="T53" fmla="*/ 86 h 658"/>
                <a:gd name="T54" fmla="*/ 116 w 488"/>
                <a:gd name="T55" fmla="*/ 67 h 658"/>
                <a:gd name="T56" fmla="*/ 116 w 488"/>
                <a:gd name="T57" fmla="*/ 10 h 658"/>
                <a:gd name="T58" fmla="*/ 105 w 488"/>
                <a:gd name="T59" fmla="*/ 10 h 658"/>
                <a:gd name="T60" fmla="*/ 105 w 488"/>
                <a:gd name="T61" fmla="*/ 67 h 658"/>
                <a:gd name="T62" fmla="*/ 82 w 488"/>
                <a:gd name="T63" fmla="*/ 86 h 658"/>
                <a:gd name="T64" fmla="*/ 64 w 488"/>
                <a:gd name="T65" fmla="*/ 68 h 658"/>
                <a:gd name="T66" fmla="*/ 64 w 488"/>
                <a:gd name="T67" fmla="*/ 23 h 658"/>
                <a:gd name="T68" fmla="*/ 60 w 488"/>
                <a:gd name="T69" fmla="*/ 15 h 658"/>
                <a:gd name="T70" fmla="*/ 55 w 488"/>
                <a:gd name="T71" fmla="*/ 31 h 658"/>
                <a:gd name="T72" fmla="*/ 42 w 488"/>
                <a:gd name="T73" fmla="*/ 49 h 658"/>
                <a:gd name="T74" fmla="*/ 9 w 488"/>
                <a:gd name="T75" fmla="*/ 49 h 658"/>
                <a:gd name="T76" fmla="*/ 1 w 488"/>
                <a:gd name="T77" fmla="*/ 66 h 658"/>
                <a:gd name="T78" fmla="*/ 25 w 488"/>
                <a:gd name="T79" fmla="*/ 101 h 658"/>
                <a:gd name="T80" fmla="*/ 42 w 488"/>
                <a:gd name="T81" fmla="*/ 129 h 658"/>
                <a:gd name="T82" fmla="*/ 148 w 488"/>
                <a:gd name="T83" fmla="*/ 204 h 658"/>
                <a:gd name="T84" fmla="*/ 184 w 488"/>
                <a:gd name="T85" fmla="*/ 211 h 658"/>
                <a:gd name="T86" fmla="*/ 203 w 488"/>
                <a:gd name="T87" fmla="*/ 232 h 658"/>
                <a:gd name="T88" fmla="*/ 185 w 488"/>
                <a:gd name="T89" fmla="*/ 253 h 658"/>
                <a:gd name="T90" fmla="*/ 148 w 488"/>
                <a:gd name="T91" fmla="*/ 266 h 658"/>
                <a:gd name="T92" fmla="*/ 37 w 488"/>
                <a:gd name="T93" fmla="*/ 397 h 658"/>
                <a:gd name="T94" fmla="*/ 35 w 488"/>
                <a:gd name="T95" fmla="*/ 398 h 658"/>
                <a:gd name="T96" fmla="*/ 17 w 488"/>
                <a:gd name="T97" fmla="*/ 401 h 658"/>
                <a:gd name="T98" fmla="*/ 8 w 488"/>
                <a:gd name="T99" fmla="*/ 410 h 658"/>
                <a:gd name="T100" fmla="*/ 16 w 488"/>
                <a:gd name="T101" fmla="*/ 424 h 658"/>
                <a:gd name="T102" fmla="*/ 36 w 488"/>
                <a:gd name="T103" fmla="*/ 431 h 658"/>
                <a:gd name="T104" fmla="*/ 166 w 488"/>
                <a:gd name="T105" fmla="*/ 558 h 658"/>
                <a:gd name="T106" fmla="*/ 203 w 488"/>
                <a:gd name="T107" fmla="*/ 560 h 658"/>
                <a:gd name="T108" fmla="*/ 222 w 488"/>
                <a:gd name="T109" fmla="*/ 568 h 658"/>
                <a:gd name="T110" fmla="*/ 205 w 488"/>
                <a:gd name="T111" fmla="*/ 574 h 658"/>
                <a:gd name="T112" fmla="*/ 167 w 488"/>
                <a:gd name="T113" fmla="*/ 579 h 658"/>
                <a:gd name="T114" fmla="*/ 74 w 488"/>
                <a:gd name="T115" fmla="*/ 600 h 658"/>
                <a:gd name="T116" fmla="*/ 291 w 488"/>
                <a:gd name="T117" fmla="*/ 600 h 6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88" h="658">
                  <a:moveTo>
                    <a:pt x="322" y="658"/>
                  </a:moveTo>
                  <a:cubicBezTo>
                    <a:pt x="322" y="658"/>
                    <a:pt x="397" y="645"/>
                    <a:pt x="427" y="632"/>
                  </a:cubicBezTo>
                  <a:cubicBezTo>
                    <a:pt x="439" y="627"/>
                    <a:pt x="451" y="626"/>
                    <a:pt x="464" y="626"/>
                  </a:cubicBezTo>
                  <a:cubicBezTo>
                    <a:pt x="478" y="626"/>
                    <a:pt x="482" y="625"/>
                    <a:pt x="482" y="623"/>
                  </a:cubicBezTo>
                  <a:cubicBezTo>
                    <a:pt x="482" y="619"/>
                    <a:pt x="476" y="620"/>
                    <a:pt x="465" y="619"/>
                  </a:cubicBezTo>
                  <a:cubicBezTo>
                    <a:pt x="454" y="619"/>
                    <a:pt x="441" y="621"/>
                    <a:pt x="421" y="615"/>
                  </a:cubicBezTo>
                  <a:cubicBezTo>
                    <a:pt x="402" y="609"/>
                    <a:pt x="259" y="500"/>
                    <a:pt x="259" y="482"/>
                  </a:cubicBezTo>
                  <a:cubicBezTo>
                    <a:pt x="259" y="482"/>
                    <a:pt x="258" y="472"/>
                    <a:pt x="267" y="465"/>
                  </a:cubicBezTo>
                  <a:cubicBezTo>
                    <a:pt x="271" y="462"/>
                    <a:pt x="272" y="451"/>
                    <a:pt x="266" y="446"/>
                  </a:cubicBezTo>
                  <a:cubicBezTo>
                    <a:pt x="258" y="440"/>
                    <a:pt x="259" y="429"/>
                    <a:pt x="259" y="429"/>
                  </a:cubicBezTo>
                  <a:cubicBezTo>
                    <a:pt x="259" y="412"/>
                    <a:pt x="286" y="411"/>
                    <a:pt x="287" y="389"/>
                  </a:cubicBezTo>
                  <a:cubicBezTo>
                    <a:pt x="287" y="389"/>
                    <a:pt x="289" y="369"/>
                    <a:pt x="311" y="362"/>
                  </a:cubicBezTo>
                  <a:cubicBezTo>
                    <a:pt x="312" y="361"/>
                    <a:pt x="312" y="361"/>
                    <a:pt x="312" y="361"/>
                  </a:cubicBezTo>
                  <a:cubicBezTo>
                    <a:pt x="312" y="361"/>
                    <a:pt x="403" y="320"/>
                    <a:pt x="433" y="282"/>
                  </a:cubicBezTo>
                  <a:cubicBezTo>
                    <a:pt x="445" y="267"/>
                    <a:pt x="456" y="266"/>
                    <a:pt x="470" y="266"/>
                  </a:cubicBezTo>
                  <a:cubicBezTo>
                    <a:pt x="484" y="266"/>
                    <a:pt x="488" y="262"/>
                    <a:pt x="488" y="255"/>
                  </a:cubicBezTo>
                  <a:cubicBezTo>
                    <a:pt x="488" y="244"/>
                    <a:pt x="482" y="246"/>
                    <a:pt x="471" y="244"/>
                  </a:cubicBezTo>
                  <a:cubicBezTo>
                    <a:pt x="460" y="243"/>
                    <a:pt x="447" y="248"/>
                    <a:pt x="427" y="232"/>
                  </a:cubicBezTo>
                  <a:cubicBezTo>
                    <a:pt x="407" y="215"/>
                    <a:pt x="284" y="78"/>
                    <a:pt x="284" y="78"/>
                  </a:cubicBezTo>
                  <a:cubicBezTo>
                    <a:pt x="284" y="78"/>
                    <a:pt x="282" y="73"/>
                    <a:pt x="273" y="71"/>
                  </a:cubicBezTo>
                  <a:cubicBezTo>
                    <a:pt x="250" y="65"/>
                    <a:pt x="251" y="50"/>
                    <a:pt x="251" y="50"/>
                  </a:cubicBezTo>
                  <a:cubicBezTo>
                    <a:pt x="251" y="50"/>
                    <a:pt x="224" y="50"/>
                    <a:pt x="206" y="50"/>
                  </a:cubicBezTo>
                  <a:cubicBezTo>
                    <a:pt x="188" y="50"/>
                    <a:pt x="186" y="40"/>
                    <a:pt x="186" y="40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77" y="13"/>
                    <a:pt x="173" y="21"/>
                    <a:pt x="173" y="21"/>
                  </a:cubicBezTo>
                  <a:cubicBezTo>
                    <a:pt x="173" y="73"/>
                    <a:pt x="173" y="73"/>
                    <a:pt x="173" y="73"/>
                  </a:cubicBezTo>
                  <a:cubicBezTo>
                    <a:pt x="173" y="73"/>
                    <a:pt x="172" y="95"/>
                    <a:pt x="149" y="95"/>
                  </a:cubicBezTo>
                  <a:cubicBezTo>
                    <a:pt x="126" y="95"/>
                    <a:pt x="128" y="73"/>
                    <a:pt x="128" y="73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3" y="0"/>
                    <a:pt x="117" y="10"/>
                    <a:pt x="117" y="10"/>
                  </a:cubicBezTo>
                  <a:cubicBezTo>
                    <a:pt x="117" y="73"/>
                    <a:pt x="117" y="73"/>
                    <a:pt x="117" y="73"/>
                  </a:cubicBezTo>
                  <a:cubicBezTo>
                    <a:pt x="117" y="73"/>
                    <a:pt x="118" y="95"/>
                    <a:pt x="91" y="95"/>
                  </a:cubicBezTo>
                  <a:cubicBezTo>
                    <a:pt x="68" y="95"/>
                    <a:pt x="70" y="74"/>
                    <a:pt x="70" y="74"/>
                  </a:cubicBezTo>
                  <a:cubicBezTo>
                    <a:pt x="70" y="74"/>
                    <a:pt x="70" y="38"/>
                    <a:pt x="70" y="26"/>
                  </a:cubicBezTo>
                  <a:cubicBezTo>
                    <a:pt x="70" y="14"/>
                    <a:pt x="66" y="15"/>
                    <a:pt x="66" y="15"/>
                  </a:cubicBezTo>
                  <a:cubicBezTo>
                    <a:pt x="66" y="15"/>
                    <a:pt x="61" y="13"/>
                    <a:pt x="61" y="34"/>
                  </a:cubicBezTo>
                  <a:cubicBezTo>
                    <a:pt x="61" y="56"/>
                    <a:pt x="46" y="55"/>
                    <a:pt x="46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0" y="62"/>
                    <a:pt x="1" y="72"/>
                    <a:pt x="1" y="72"/>
                  </a:cubicBezTo>
                  <a:cubicBezTo>
                    <a:pt x="1" y="79"/>
                    <a:pt x="29" y="92"/>
                    <a:pt x="28" y="110"/>
                  </a:cubicBezTo>
                  <a:cubicBezTo>
                    <a:pt x="27" y="131"/>
                    <a:pt x="46" y="141"/>
                    <a:pt x="46" y="141"/>
                  </a:cubicBezTo>
                  <a:cubicBezTo>
                    <a:pt x="46" y="141"/>
                    <a:pt x="142" y="209"/>
                    <a:pt x="163" y="224"/>
                  </a:cubicBezTo>
                  <a:cubicBezTo>
                    <a:pt x="179" y="235"/>
                    <a:pt x="192" y="231"/>
                    <a:pt x="203" y="232"/>
                  </a:cubicBezTo>
                  <a:cubicBezTo>
                    <a:pt x="214" y="233"/>
                    <a:pt x="224" y="239"/>
                    <a:pt x="224" y="255"/>
                  </a:cubicBezTo>
                  <a:cubicBezTo>
                    <a:pt x="224" y="262"/>
                    <a:pt x="218" y="277"/>
                    <a:pt x="204" y="277"/>
                  </a:cubicBezTo>
                  <a:cubicBezTo>
                    <a:pt x="191" y="277"/>
                    <a:pt x="175" y="276"/>
                    <a:pt x="163" y="292"/>
                  </a:cubicBezTo>
                  <a:cubicBezTo>
                    <a:pt x="134" y="330"/>
                    <a:pt x="40" y="435"/>
                    <a:pt x="40" y="435"/>
                  </a:cubicBezTo>
                  <a:cubicBezTo>
                    <a:pt x="38" y="436"/>
                    <a:pt x="38" y="436"/>
                    <a:pt x="38" y="436"/>
                  </a:cubicBezTo>
                  <a:cubicBezTo>
                    <a:pt x="38" y="436"/>
                    <a:pt x="33" y="441"/>
                    <a:pt x="20" y="440"/>
                  </a:cubicBezTo>
                  <a:cubicBezTo>
                    <a:pt x="11" y="439"/>
                    <a:pt x="8" y="444"/>
                    <a:pt x="8" y="450"/>
                  </a:cubicBezTo>
                  <a:cubicBezTo>
                    <a:pt x="8" y="457"/>
                    <a:pt x="9" y="465"/>
                    <a:pt x="19" y="465"/>
                  </a:cubicBezTo>
                  <a:cubicBezTo>
                    <a:pt x="34" y="466"/>
                    <a:pt x="39" y="473"/>
                    <a:pt x="39" y="473"/>
                  </a:cubicBezTo>
                  <a:cubicBezTo>
                    <a:pt x="39" y="473"/>
                    <a:pt x="163" y="607"/>
                    <a:pt x="184" y="612"/>
                  </a:cubicBezTo>
                  <a:cubicBezTo>
                    <a:pt x="200" y="616"/>
                    <a:pt x="213" y="615"/>
                    <a:pt x="224" y="615"/>
                  </a:cubicBezTo>
                  <a:cubicBezTo>
                    <a:pt x="236" y="616"/>
                    <a:pt x="245" y="617"/>
                    <a:pt x="246" y="623"/>
                  </a:cubicBezTo>
                  <a:cubicBezTo>
                    <a:pt x="246" y="625"/>
                    <a:pt x="239" y="630"/>
                    <a:pt x="226" y="630"/>
                  </a:cubicBezTo>
                  <a:cubicBezTo>
                    <a:pt x="212" y="630"/>
                    <a:pt x="197" y="630"/>
                    <a:pt x="185" y="635"/>
                  </a:cubicBezTo>
                  <a:cubicBezTo>
                    <a:pt x="155" y="648"/>
                    <a:pt x="82" y="658"/>
                    <a:pt x="82" y="658"/>
                  </a:cubicBezTo>
                  <a:lnTo>
                    <a:pt x="322" y="658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5" name="Freeform 129">
              <a:extLst>
                <a:ext uri="{FF2B5EF4-FFF2-40B4-BE49-F238E27FC236}">
                  <a16:creationId xmlns:a16="http://schemas.microsoft.com/office/drawing/2014/main" id="{FFBFA6F2-D040-4ACF-AA9F-6026E783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23"/>
              <a:ext cx="472" cy="638"/>
            </a:xfrm>
            <a:custGeom>
              <a:avLst/>
              <a:gdLst>
                <a:gd name="T0" fmla="*/ 279 w 488"/>
                <a:gd name="T1" fmla="*/ 600 h 658"/>
                <a:gd name="T2" fmla="*/ 386 w 488"/>
                <a:gd name="T3" fmla="*/ 576 h 658"/>
                <a:gd name="T4" fmla="*/ 420 w 488"/>
                <a:gd name="T5" fmla="*/ 572 h 658"/>
                <a:gd name="T6" fmla="*/ 436 w 488"/>
                <a:gd name="T7" fmla="*/ 568 h 658"/>
                <a:gd name="T8" fmla="*/ 421 w 488"/>
                <a:gd name="T9" fmla="*/ 564 h 658"/>
                <a:gd name="T10" fmla="*/ 381 w 488"/>
                <a:gd name="T11" fmla="*/ 560 h 658"/>
                <a:gd name="T12" fmla="*/ 235 w 488"/>
                <a:gd name="T13" fmla="*/ 440 h 658"/>
                <a:gd name="T14" fmla="*/ 242 w 488"/>
                <a:gd name="T15" fmla="*/ 425 h 658"/>
                <a:gd name="T16" fmla="*/ 241 w 488"/>
                <a:gd name="T17" fmla="*/ 407 h 658"/>
                <a:gd name="T18" fmla="*/ 235 w 488"/>
                <a:gd name="T19" fmla="*/ 392 h 658"/>
                <a:gd name="T20" fmla="*/ 260 w 488"/>
                <a:gd name="T21" fmla="*/ 356 h 658"/>
                <a:gd name="T22" fmla="*/ 281 w 488"/>
                <a:gd name="T23" fmla="*/ 330 h 658"/>
                <a:gd name="T24" fmla="*/ 284 w 488"/>
                <a:gd name="T25" fmla="*/ 329 h 658"/>
                <a:gd name="T26" fmla="*/ 392 w 488"/>
                <a:gd name="T27" fmla="*/ 257 h 658"/>
                <a:gd name="T28" fmla="*/ 426 w 488"/>
                <a:gd name="T29" fmla="*/ 242 h 658"/>
                <a:gd name="T30" fmla="*/ 442 w 488"/>
                <a:gd name="T31" fmla="*/ 232 h 658"/>
                <a:gd name="T32" fmla="*/ 427 w 488"/>
                <a:gd name="T33" fmla="*/ 223 h 658"/>
                <a:gd name="T34" fmla="*/ 386 w 488"/>
                <a:gd name="T35" fmla="*/ 211 h 658"/>
                <a:gd name="T36" fmla="*/ 257 w 488"/>
                <a:gd name="T37" fmla="*/ 72 h 658"/>
                <a:gd name="T38" fmla="*/ 247 w 488"/>
                <a:gd name="T39" fmla="*/ 65 h 658"/>
                <a:gd name="T40" fmla="*/ 227 w 488"/>
                <a:gd name="T41" fmla="*/ 46 h 658"/>
                <a:gd name="T42" fmla="*/ 186 w 488"/>
                <a:gd name="T43" fmla="*/ 46 h 658"/>
                <a:gd name="T44" fmla="*/ 168 w 488"/>
                <a:gd name="T45" fmla="*/ 37 h 658"/>
                <a:gd name="T46" fmla="*/ 167 w 488"/>
                <a:gd name="T47" fmla="*/ 16 h 658"/>
                <a:gd name="T48" fmla="*/ 157 w 488"/>
                <a:gd name="T49" fmla="*/ 18 h 658"/>
                <a:gd name="T50" fmla="*/ 157 w 488"/>
                <a:gd name="T51" fmla="*/ 67 h 658"/>
                <a:gd name="T52" fmla="*/ 134 w 488"/>
                <a:gd name="T53" fmla="*/ 86 h 658"/>
                <a:gd name="T54" fmla="*/ 116 w 488"/>
                <a:gd name="T55" fmla="*/ 67 h 658"/>
                <a:gd name="T56" fmla="*/ 116 w 488"/>
                <a:gd name="T57" fmla="*/ 10 h 658"/>
                <a:gd name="T58" fmla="*/ 105 w 488"/>
                <a:gd name="T59" fmla="*/ 10 h 658"/>
                <a:gd name="T60" fmla="*/ 105 w 488"/>
                <a:gd name="T61" fmla="*/ 67 h 658"/>
                <a:gd name="T62" fmla="*/ 82 w 488"/>
                <a:gd name="T63" fmla="*/ 86 h 658"/>
                <a:gd name="T64" fmla="*/ 64 w 488"/>
                <a:gd name="T65" fmla="*/ 68 h 658"/>
                <a:gd name="T66" fmla="*/ 64 w 488"/>
                <a:gd name="T67" fmla="*/ 23 h 658"/>
                <a:gd name="T68" fmla="*/ 60 w 488"/>
                <a:gd name="T69" fmla="*/ 15 h 658"/>
                <a:gd name="T70" fmla="*/ 55 w 488"/>
                <a:gd name="T71" fmla="*/ 31 h 658"/>
                <a:gd name="T72" fmla="*/ 42 w 488"/>
                <a:gd name="T73" fmla="*/ 49 h 658"/>
                <a:gd name="T74" fmla="*/ 9 w 488"/>
                <a:gd name="T75" fmla="*/ 49 h 658"/>
                <a:gd name="T76" fmla="*/ 1 w 488"/>
                <a:gd name="T77" fmla="*/ 66 h 658"/>
                <a:gd name="T78" fmla="*/ 25 w 488"/>
                <a:gd name="T79" fmla="*/ 101 h 658"/>
                <a:gd name="T80" fmla="*/ 42 w 488"/>
                <a:gd name="T81" fmla="*/ 129 h 658"/>
                <a:gd name="T82" fmla="*/ 148 w 488"/>
                <a:gd name="T83" fmla="*/ 204 h 658"/>
                <a:gd name="T84" fmla="*/ 184 w 488"/>
                <a:gd name="T85" fmla="*/ 211 h 658"/>
                <a:gd name="T86" fmla="*/ 203 w 488"/>
                <a:gd name="T87" fmla="*/ 232 h 658"/>
                <a:gd name="T88" fmla="*/ 185 w 488"/>
                <a:gd name="T89" fmla="*/ 253 h 658"/>
                <a:gd name="T90" fmla="*/ 148 w 488"/>
                <a:gd name="T91" fmla="*/ 266 h 658"/>
                <a:gd name="T92" fmla="*/ 33 w 488"/>
                <a:gd name="T93" fmla="*/ 396 h 658"/>
                <a:gd name="T94" fmla="*/ 32 w 488"/>
                <a:gd name="T95" fmla="*/ 397 h 658"/>
                <a:gd name="T96" fmla="*/ 30 w 488"/>
                <a:gd name="T97" fmla="*/ 398 h 658"/>
                <a:gd name="T98" fmla="*/ 15 w 488"/>
                <a:gd name="T99" fmla="*/ 401 h 658"/>
                <a:gd name="T100" fmla="*/ 3 w 488"/>
                <a:gd name="T101" fmla="*/ 410 h 658"/>
                <a:gd name="T102" fmla="*/ 15 w 488"/>
                <a:gd name="T103" fmla="*/ 424 h 658"/>
                <a:gd name="T104" fmla="*/ 31 w 488"/>
                <a:gd name="T105" fmla="*/ 431 h 658"/>
                <a:gd name="T106" fmla="*/ 162 w 488"/>
                <a:gd name="T107" fmla="*/ 558 h 658"/>
                <a:gd name="T108" fmla="*/ 198 w 488"/>
                <a:gd name="T109" fmla="*/ 560 h 658"/>
                <a:gd name="T110" fmla="*/ 218 w 488"/>
                <a:gd name="T111" fmla="*/ 568 h 658"/>
                <a:gd name="T112" fmla="*/ 200 w 488"/>
                <a:gd name="T113" fmla="*/ 574 h 658"/>
                <a:gd name="T114" fmla="*/ 162 w 488"/>
                <a:gd name="T115" fmla="*/ 579 h 658"/>
                <a:gd name="T116" fmla="*/ 72 w 488"/>
                <a:gd name="T117" fmla="*/ 600 h 658"/>
                <a:gd name="T118" fmla="*/ 279 w 488"/>
                <a:gd name="T119" fmla="*/ 600 h 6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88" h="658">
                  <a:moveTo>
                    <a:pt x="308" y="658"/>
                  </a:moveTo>
                  <a:cubicBezTo>
                    <a:pt x="308" y="658"/>
                    <a:pt x="397" y="645"/>
                    <a:pt x="427" y="632"/>
                  </a:cubicBezTo>
                  <a:cubicBezTo>
                    <a:pt x="439" y="627"/>
                    <a:pt x="451" y="627"/>
                    <a:pt x="464" y="627"/>
                  </a:cubicBezTo>
                  <a:cubicBezTo>
                    <a:pt x="478" y="627"/>
                    <a:pt x="482" y="625"/>
                    <a:pt x="482" y="623"/>
                  </a:cubicBezTo>
                  <a:cubicBezTo>
                    <a:pt x="482" y="619"/>
                    <a:pt x="476" y="620"/>
                    <a:pt x="465" y="619"/>
                  </a:cubicBezTo>
                  <a:cubicBezTo>
                    <a:pt x="454" y="619"/>
                    <a:pt x="441" y="621"/>
                    <a:pt x="421" y="615"/>
                  </a:cubicBezTo>
                  <a:cubicBezTo>
                    <a:pt x="402" y="610"/>
                    <a:pt x="259" y="500"/>
                    <a:pt x="259" y="483"/>
                  </a:cubicBezTo>
                  <a:cubicBezTo>
                    <a:pt x="259" y="483"/>
                    <a:pt x="258" y="473"/>
                    <a:pt x="267" y="466"/>
                  </a:cubicBezTo>
                  <a:cubicBezTo>
                    <a:pt x="271" y="462"/>
                    <a:pt x="272" y="452"/>
                    <a:pt x="266" y="447"/>
                  </a:cubicBezTo>
                  <a:cubicBezTo>
                    <a:pt x="258" y="440"/>
                    <a:pt x="259" y="430"/>
                    <a:pt x="259" y="430"/>
                  </a:cubicBezTo>
                  <a:cubicBezTo>
                    <a:pt x="259" y="413"/>
                    <a:pt x="286" y="412"/>
                    <a:pt x="287" y="390"/>
                  </a:cubicBezTo>
                  <a:cubicBezTo>
                    <a:pt x="287" y="390"/>
                    <a:pt x="289" y="370"/>
                    <a:pt x="311" y="362"/>
                  </a:cubicBezTo>
                  <a:cubicBezTo>
                    <a:pt x="314" y="361"/>
                    <a:pt x="314" y="361"/>
                    <a:pt x="314" y="361"/>
                  </a:cubicBezTo>
                  <a:cubicBezTo>
                    <a:pt x="314" y="361"/>
                    <a:pt x="403" y="320"/>
                    <a:pt x="433" y="282"/>
                  </a:cubicBezTo>
                  <a:cubicBezTo>
                    <a:pt x="445" y="267"/>
                    <a:pt x="456" y="266"/>
                    <a:pt x="470" y="266"/>
                  </a:cubicBezTo>
                  <a:cubicBezTo>
                    <a:pt x="484" y="266"/>
                    <a:pt x="488" y="262"/>
                    <a:pt x="488" y="255"/>
                  </a:cubicBezTo>
                  <a:cubicBezTo>
                    <a:pt x="488" y="244"/>
                    <a:pt x="482" y="246"/>
                    <a:pt x="471" y="244"/>
                  </a:cubicBezTo>
                  <a:cubicBezTo>
                    <a:pt x="460" y="243"/>
                    <a:pt x="447" y="248"/>
                    <a:pt x="427" y="232"/>
                  </a:cubicBezTo>
                  <a:cubicBezTo>
                    <a:pt x="407" y="215"/>
                    <a:pt x="284" y="78"/>
                    <a:pt x="284" y="78"/>
                  </a:cubicBezTo>
                  <a:cubicBezTo>
                    <a:pt x="284" y="78"/>
                    <a:pt x="282" y="73"/>
                    <a:pt x="273" y="71"/>
                  </a:cubicBezTo>
                  <a:cubicBezTo>
                    <a:pt x="250" y="65"/>
                    <a:pt x="251" y="50"/>
                    <a:pt x="251" y="50"/>
                  </a:cubicBezTo>
                  <a:cubicBezTo>
                    <a:pt x="251" y="50"/>
                    <a:pt x="224" y="50"/>
                    <a:pt x="206" y="50"/>
                  </a:cubicBezTo>
                  <a:cubicBezTo>
                    <a:pt x="188" y="50"/>
                    <a:pt x="186" y="40"/>
                    <a:pt x="186" y="40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77" y="13"/>
                    <a:pt x="173" y="21"/>
                    <a:pt x="173" y="21"/>
                  </a:cubicBezTo>
                  <a:cubicBezTo>
                    <a:pt x="173" y="73"/>
                    <a:pt x="173" y="73"/>
                    <a:pt x="173" y="73"/>
                  </a:cubicBezTo>
                  <a:cubicBezTo>
                    <a:pt x="173" y="73"/>
                    <a:pt x="172" y="95"/>
                    <a:pt x="149" y="95"/>
                  </a:cubicBezTo>
                  <a:cubicBezTo>
                    <a:pt x="126" y="95"/>
                    <a:pt x="128" y="73"/>
                    <a:pt x="128" y="73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3" y="0"/>
                    <a:pt x="117" y="10"/>
                    <a:pt x="117" y="10"/>
                  </a:cubicBezTo>
                  <a:cubicBezTo>
                    <a:pt x="117" y="73"/>
                    <a:pt x="117" y="73"/>
                    <a:pt x="117" y="73"/>
                  </a:cubicBezTo>
                  <a:cubicBezTo>
                    <a:pt x="117" y="73"/>
                    <a:pt x="118" y="95"/>
                    <a:pt x="91" y="95"/>
                  </a:cubicBezTo>
                  <a:cubicBezTo>
                    <a:pt x="68" y="95"/>
                    <a:pt x="70" y="74"/>
                    <a:pt x="70" y="74"/>
                  </a:cubicBezTo>
                  <a:cubicBezTo>
                    <a:pt x="70" y="74"/>
                    <a:pt x="70" y="38"/>
                    <a:pt x="70" y="26"/>
                  </a:cubicBezTo>
                  <a:cubicBezTo>
                    <a:pt x="70" y="14"/>
                    <a:pt x="66" y="15"/>
                    <a:pt x="66" y="15"/>
                  </a:cubicBezTo>
                  <a:cubicBezTo>
                    <a:pt x="66" y="15"/>
                    <a:pt x="61" y="13"/>
                    <a:pt x="61" y="34"/>
                  </a:cubicBezTo>
                  <a:cubicBezTo>
                    <a:pt x="61" y="56"/>
                    <a:pt x="46" y="55"/>
                    <a:pt x="46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0" y="62"/>
                    <a:pt x="1" y="72"/>
                    <a:pt x="1" y="72"/>
                  </a:cubicBezTo>
                  <a:cubicBezTo>
                    <a:pt x="1" y="79"/>
                    <a:pt x="29" y="92"/>
                    <a:pt x="28" y="110"/>
                  </a:cubicBezTo>
                  <a:cubicBezTo>
                    <a:pt x="27" y="131"/>
                    <a:pt x="46" y="141"/>
                    <a:pt x="46" y="141"/>
                  </a:cubicBezTo>
                  <a:cubicBezTo>
                    <a:pt x="46" y="141"/>
                    <a:pt x="142" y="209"/>
                    <a:pt x="163" y="224"/>
                  </a:cubicBezTo>
                  <a:cubicBezTo>
                    <a:pt x="179" y="235"/>
                    <a:pt x="192" y="231"/>
                    <a:pt x="203" y="232"/>
                  </a:cubicBezTo>
                  <a:cubicBezTo>
                    <a:pt x="214" y="233"/>
                    <a:pt x="224" y="239"/>
                    <a:pt x="224" y="255"/>
                  </a:cubicBezTo>
                  <a:cubicBezTo>
                    <a:pt x="224" y="262"/>
                    <a:pt x="218" y="277"/>
                    <a:pt x="204" y="277"/>
                  </a:cubicBezTo>
                  <a:cubicBezTo>
                    <a:pt x="191" y="277"/>
                    <a:pt x="175" y="276"/>
                    <a:pt x="163" y="292"/>
                  </a:cubicBezTo>
                  <a:cubicBezTo>
                    <a:pt x="134" y="330"/>
                    <a:pt x="36" y="434"/>
                    <a:pt x="36" y="434"/>
                  </a:cubicBezTo>
                  <a:cubicBezTo>
                    <a:pt x="35" y="435"/>
                    <a:pt x="35" y="435"/>
                    <a:pt x="35" y="435"/>
                  </a:cubicBezTo>
                  <a:cubicBezTo>
                    <a:pt x="33" y="436"/>
                    <a:pt x="33" y="436"/>
                    <a:pt x="33" y="436"/>
                  </a:cubicBezTo>
                  <a:cubicBezTo>
                    <a:pt x="33" y="436"/>
                    <a:pt x="28" y="441"/>
                    <a:pt x="15" y="440"/>
                  </a:cubicBezTo>
                  <a:cubicBezTo>
                    <a:pt x="6" y="439"/>
                    <a:pt x="3" y="443"/>
                    <a:pt x="3" y="450"/>
                  </a:cubicBezTo>
                  <a:cubicBezTo>
                    <a:pt x="3" y="457"/>
                    <a:pt x="4" y="465"/>
                    <a:pt x="15" y="465"/>
                  </a:cubicBezTo>
                  <a:cubicBezTo>
                    <a:pt x="29" y="466"/>
                    <a:pt x="34" y="473"/>
                    <a:pt x="34" y="473"/>
                  </a:cubicBezTo>
                  <a:cubicBezTo>
                    <a:pt x="34" y="473"/>
                    <a:pt x="158" y="607"/>
                    <a:pt x="179" y="612"/>
                  </a:cubicBezTo>
                  <a:cubicBezTo>
                    <a:pt x="195" y="616"/>
                    <a:pt x="208" y="615"/>
                    <a:pt x="219" y="615"/>
                  </a:cubicBezTo>
                  <a:cubicBezTo>
                    <a:pt x="231" y="616"/>
                    <a:pt x="240" y="617"/>
                    <a:pt x="241" y="623"/>
                  </a:cubicBezTo>
                  <a:cubicBezTo>
                    <a:pt x="241" y="625"/>
                    <a:pt x="234" y="630"/>
                    <a:pt x="221" y="630"/>
                  </a:cubicBezTo>
                  <a:cubicBezTo>
                    <a:pt x="207" y="630"/>
                    <a:pt x="192" y="630"/>
                    <a:pt x="180" y="635"/>
                  </a:cubicBezTo>
                  <a:cubicBezTo>
                    <a:pt x="150" y="648"/>
                    <a:pt x="80" y="658"/>
                    <a:pt x="80" y="658"/>
                  </a:cubicBezTo>
                  <a:lnTo>
                    <a:pt x="308" y="658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6" name="Freeform 130">
              <a:extLst>
                <a:ext uri="{FF2B5EF4-FFF2-40B4-BE49-F238E27FC236}">
                  <a16:creationId xmlns:a16="http://schemas.microsoft.com/office/drawing/2014/main" id="{07E78A74-7C68-4B41-A2CB-058DB6DCC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023"/>
              <a:ext cx="476" cy="638"/>
            </a:xfrm>
            <a:custGeom>
              <a:avLst/>
              <a:gdLst>
                <a:gd name="T0" fmla="*/ 284 w 492"/>
                <a:gd name="T1" fmla="*/ 600 h 658"/>
                <a:gd name="T2" fmla="*/ 392 w 492"/>
                <a:gd name="T3" fmla="*/ 576 h 658"/>
                <a:gd name="T4" fmla="*/ 426 w 492"/>
                <a:gd name="T5" fmla="*/ 571 h 658"/>
                <a:gd name="T6" fmla="*/ 442 w 492"/>
                <a:gd name="T7" fmla="*/ 568 h 658"/>
                <a:gd name="T8" fmla="*/ 427 w 492"/>
                <a:gd name="T9" fmla="*/ 564 h 658"/>
                <a:gd name="T10" fmla="*/ 387 w 492"/>
                <a:gd name="T11" fmla="*/ 560 h 658"/>
                <a:gd name="T12" fmla="*/ 240 w 492"/>
                <a:gd name="T13" fmla="*/ 439 h 658"/>
                <a:gd name="T14" fmla="*/ 247 w 492"/>
                <a:gd name="T15" fmla="*/ 424 h 658"/>
                <a:gd name="T16" fmla="*/ 246 w 492"/>
                <a:gd name="T17" fmla="*/ 406 h 658"/>
                <a:gd name="T18" fmla="*/ 240 w 492"/>
                <a:gd name="T19" fmla="*/ 391 h 658"/>
                <a:gd name="T20" fmla="*/ 265 w 492"/>
                <a:gd name="T21" fmla="*/ 356 h 658"/>
                <a:gd name="T22" fmla="*/ 287 w 492"/>
                <a:gd name="T23" fmla="*/ 330 h 658"/>
                <a:gd name="T24" fmla="*/ 288 w 492"/>
                <a:gd name="T25" fmla="*/ 329 h 658"/>
                <a:gd name="T26" fmla="*/ 396 w 492"/>
                <a:gd name="T27" fmla="*/ 257 h 658"/>
                <a:gd name="T28" fmla="*/ 430 w 492"/>
                <a:gd name="T29" fmla="*/ 242 h 658"/>
                <a:gd name="T30" fmla="*/ 446 w 492"/>
                <a:gd name="T31" fmla="*/ 232 h 658"/>
                <a:gd name="T32" fmla="*/ 431 w 492"/>
                <a:gd name="T33" fmla="*/ 223 h 658"/>
                <a:gd name="T34" fmla="*/ 390 w 492"/>
                <a:gd name="T35" fmla="*/ 211 h 658"/>
                <a:gd name="T36" fmla="*/ 262 w 492"/>
                <a:gd name="T37" fmla="*/ 72 h 658"/>
                <a:gd name="T38" fmla="*/ 252 w 492"/>
                <a:gd name="T39" fmla="*/ 65 h 658"/>
                <a:gd name="T40" fmla="*/ 231 w 492"/>
                <a:gd name="T41" fmla="*/ 46 h 658"/>
                <a:gd name="T42" fmla="*/ 190 w 492"/>
                <a:gd name="T43" fmla="*/ 46 h 658"/>
                <a:gd name="T44" fmla="*/ 173 w 492"/>
                <a:gd name="T45" fmla="*/ 37 h 658"/>
                <a:gd name="T46" fmla="*/ 172 w 492"/>
                <a:gd name="T47" fmla="*/ 16 h 658"/>
                <a:gd name="T48" fmla="*/ 160 w 492"/>
                <a:gd name="T49" fmla="*/ 18 h 658"/>
                <a:gd name="T50" fmla="*/ 160 w 492"/>
                <a:gd name="T51" fmla="*/ 67 h 658"/>
                <a:gd name="T52" fmla="*/ 139 w 492"/>
                <a:gd name="T53" fmla="*/ 86 h 658"/>
                <a:gd name="T54" fmla="*/ 120 w 492"/>
                <a:gd name="T55" fmla="*/ 67 h 658"/>
                <a:gd name="T56" fmla="*/ 120 w 492"/>
                <a:gd name="T57" fmla="*/ 10 h 658"/>
                <a:gd name="T58" fmla="*/ 109 w 492"/>
                <a:gd name="T59" fmla="*/ 10 h 658"/>
                <a:gd name="T60" fmla="*/ 109 w 492"/>
                <a:gd name="T61" fmla="*/ 67 h 658"/>
                <a:gd name="T62" fmla="*/ 87 w 492"/>
                <a:gd name="T63" fmla="*/ 86 h 658"/>
                <a:gd name="T64" fmla="*/ 68 w 492"/>
                <a:gd name="T65" fmla="*/ 68 h 658"/>
                <a:gd name="T66" fmla="*/ 68 w 492"/>
                <a:gd name="T67" fmla="*/ 23 h 658"/>
                <a:gd name="T68" fmla="*/ 64 w 492"/>
                <a:gd name="T69" fmla="*/ 15 h 658"/>
                <a:gd name="T70" fmla="*/ 59 w 492"/>
                <a:gd name="T71" fmla="*/ 31 h 658"/>
                <a:gd name="T72" fmla="*/ 45 w 492"/>
                <a:gd name="T73" fmla="*/ 49 h 658"/>
                <a:gd name="T74" fmla="*/ 13 w 492"/>
                <a:gd name="T75" fmla="*/ 49 h 658"/>
                <a:gd name="T76" fmla="*/ 6 w 492"/>
                <a:gd name="T77" fmla="*/ 66 h 658"/>
                <a:gd name="T78" fmla="*/ 30 w 492"/>
                <a:gd name="T79" fmla="*/ 101 h 658"/>
                <a:gd name="T80" fmla="*/ 45 w 492"/>
                <a:gd name="T81" fmla="*/ 129 h 658"/>
                <a:gd name="T82" fmla="*/ 152 w 492"/>
                <a:gd name="T83" fmla="*/ 204 h 658"/>
                <a:gd name="T84" fmla="*/ 187 w 492"/>
                <a:gd name="T85" fmla="*/ 211 h 658"/>
                <a:gd name="T86" fmla="*/ 207 w 492"/>
                <a:gd name="T87" fmla="*/ 232 h 658"/>
                <a:gd name="T88" fmla="*/ 189 w 492"/>
                <a:gd name="T89" fmla="*/ 253 h 658"/>
                <a:gd name="T90" fmla="*/ 152 w 492"/>
                <a:gd name="T91" fmla="*/ 266 h 658"/>
                <a:gd name="T92" fmla="*/ 38 w 492"/>
                <a:gd name="T93" fmla="*/ 345 h 658"/>
                <a:gd name="T94" fmla="*/ 37 w 492"/>
                <a:gd name="T95" fmla="*/ 346 h 658"/>
                <a:gd name="T96" fmla="*/ 35 w 492"/>
                <a:gd name="T97" fmla="*/ 347 h 658"/>
                <a:gd name="T98" fmla="*/ 18 w 492"/>
                <a:gd name="T99" fmla="*/ 351 h 658"/>
                <a:gd name="T100" fmla="*/ 8 w 492"/>
                <a:gd name="T101" fmla="*/ 361 h 658"/>
                <a:gd name="T102" fmla="*/ 17 w 492"/>
                <a:gd name="T103" fmla="*/ 375 h 658"/>
                <a:gd name="T104" fmla="*/ 36 w 492"/>
                <a:gd name="T105" fmla="*/ 382 h 658"/>
                <a:gd name="T106" fmla="*/ 166 w 492"/>
                <a:gd name="T107" fmla="*/ 541 h 658"/>
                <a:gd name="T108" fmla="*/ 204 w 492"/>
                <a:gd name="T109" fmla="*/ 544 h 658"/>
                <a:gd name="T110" fmla="*/ 223 w 492"/>
                <a:gd name="T111" fmla="*/ 552 h 658"/>
                <a:gd name="T112" fmla="*/ 205 w 492"/>
                <a:gd name="T113" fmla="*/ 558 h 658"/>
                <a:gd name="T114" fmla="*/ 167 w 492"/>
                <a:gd name="T115" fmla="*/ 562 h 658"/>
                <a:gd name="T116" fmla="*/ 0 w 492"/>
                <a:gd name="T117" fmla="*/ 600 h 658"/>
                <a:gd name="T118" fmla="*/ 284 w 492"/>
                <a:gd name="T119" fmla="*/ 600 h 6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92" h="658">
                  <a:moveTo>
                    <a:pt x="314" y="658"/>
                  </a:moveTo>
                  <a:cubicBezTo>
                    <a:pt x="314" y="658"/>
                    <a:pt x="403" y="645"/>
                    <a:pt x="433" y="632"/>
                  </a:cubicBezTo>
                  <a:cubicBezTo>
                    <a:pt x="445" y="627"/>
                    <a:pt x="457" y="626"/>
                    <a:pt x="470" y="626"/>
                  </a:cubicBezTo>
                  <a:cubicBezTo>
                    <a:pt x="484" y="626"/>
                    <a:pt x="488" y="625"/>
                    <a:pt x="488" y="623"/>
                  </a:cubicBezTo>
                  <a:cubicBezTo>
                    <a:pt x="488" y="619"/>
                    <a:pt x="482" y="620"/>
                    <a:pt x="471" y="619"/>
                  </a:cubicBezTo>
                  <a:cubicBezTo>
                    <a:pt x="460" y="619"/>
                    <a:pt x="447" y="621"/>
                    <a:pt x="427" y="615"/>
                  </a:cubicBezTo>
                  <a:cubicBezTo>
                    <a:pt x="408" y="609"/>
                    <a:pt x="265" y="500"/>
                    <a:pt x="265" y="482"/>
                  </a:cubicBezTo>
                  <a:cubicBezTo>
                    <a:pt x="265" y="482"/>
                    <a:pt x="264" y="472"/>
                    <a:pt x="273" y="465"/>
                  </a:cubicBezTo>
                  <a:cubicBezTo>
                    <a:pt x="277" y="462"/>
                    <a:pt x="278" y="451"/>
                    <a:pt x="272" y="446"/>
                  </a:cubicBezTo>
                  <a:cubicBezTo>
                    <a:pt x="264" y="440"/>
                    <a:pt x="265" y="429"/>
                    <a:pt x="265" y="429"/>
                  </a:cubicBezTo>
                  <a:cubicBezTo>
                    <a:pt x="265" y="412"/>
                    <a:pt x="292" y="411"/>
                    <a:pt x="293" y="390"/>
                  </a:cubicBezTo>
                  <a:cubicBezTo>
                    <a:pt x="293" y="390"/>
                    <a:pt x="295" y="369"/>
                    <a:pt x="317" y="362"/>
                  </a:cubicBezTo>
                  <a:cubicBezTo>
                    <a:pt x="317" y="362"/>
                    <a:pt x="318" y="361"/>
                    <a:pt x="318" y="361"/>
                  </a:cubicBezTo>
                  <a:cubicBezTo>
                    <a:pt x="319" y="360"/>
                    <a:pt x="408" y="320"/>
                    <a:pt x="437" y="282"/>
                  </a:cubicBezTo>
                  <a:cubicBezTo>
                    <a:pt x="449" y="267"/>
                    <a:pt x="461" y="266"/>
                    <a:pt x="474" y="266"/>
                  </a:cubicBezTo>
                  <a:cubicBezTo>
                    <a:pt x="488" y="266"/>
                    <a:pt x="492" y="262"/>
                    <a:pt x="492" y="255"/>
                  </a:cubicBezTo>
                  <a:cubicBezTo>
                    <a:pt x="492" y="244"/>
                    <a:pt x="487" y="246"/>
                    <a:pt x="475" y="244"/>
                  </a:cubicBezTo>
                  <a:cubicBezTo>
                    <a:pt x="464" y="243"/>
                    <a:pt x="451" y="248"/>
                    <a:pt x="431" y="232"/>
                  </a:cubicBezTo>
                  <a:cubicBezTo>
                    <a:pt x="412" y="215"/>
                    <a:pt x="289" y="78"/>
                    <a:pt x="289" y="78"/>
                  </a:cubicBezTo>
                  <a:cubicBezTo>
                    <a:pt x="289" y="78"/>
                    <a:pt x="286" y="73"/>
                    <a:pt x="278" y="71"/>
                  </a:cubicBezTo>
                  <a:cubicBezTo>
                    <a:pt x="254" y="65"/>
                    <a:pt x="255" y="50"/>
                    <a:pt x="255" y="50"/>
                  </a:cubicBezTo>
                  <a:cubicBezTo>
                    <a:pt x="255" y="50"/>
                    <a:pt x="228" y="50"/>
                    <a:pt x="210" y="50"/>
                  </a:cubicBezTo>
                  <a:cubicBezTo>
                    <a:pt x="192" y="50"/>
                    <a:pt x="191" y="40"/>
                    <a:pt x="191" y="40"/>
                  </a:cubicBezTo>
                  <a:cubicBezTo>
                    <a:pt x="190" y="19"/>
                    <a:pt x="190" y="19"/>
                    <a:pt x="190" y="19"/>
                  </a:cubicBezTo>
                  <a:cubicBezTo>
                    <a:pt x="182" y="13"/>
                    <a:pt x="177" y="21"/>
                    <a:pt x="177" y="21"/>
                  </a:cubicBezTo>
                  <a:cubicBezTo>
                    <a:pt x="177" y="73"/>
                    <a:pt x="177" y="73"/>
                    <a:pt x="177" y="73"/>
                  </a:cubicBezTo>
                  <a:cubicBezTo>
                    <a:pt x="177" y="73"/>
                    <a:pt x="177" y="95"/>
                    <a:pt x="154" y="95"/>
                  </a:cubicBezTo>
                  <a:cubicBezTo>
                    <a:pt x="130" y="95"/>
                    <a:pt x="132" y="73"/>
                    <a:pt x="132" y="73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28" y="0"/>
                    <a:pt x="121" y="10"/>
                    <a:pt x="121" y="10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73"/>
                    <a:pt x="123" y="95"/>
                    <a:pt x="96" y="95"/>
                  </a:cubicBezTo>
                  <a:cubicBezTo>
                    <a:pt x="72" y="95"/>
                    <a:pt x="74" y="74"/>
                    <a:pt x="74" y="74"/>
                  </a:cubicBezTo>
                  <a:cubicBezTo>
                    <a:pt x="74" y="74"/>
                    <a:pt x="74" y="38"/>
                    <a:pt x="74" y="26"/>
                  </a:cubicBezTo>
                  <a:cubicBezTo>
                    <a:pt x="74" y="14"/>
                    <a:pt x="70" y="15"/>
                    <a:pt x="70" y="15"/>
                  </a:cubicBezTo>
                  <a:cubicBezTo>
                    <a:pt x="70" y="15"/>
                    <a:pt x="65" y="13"/>
                    <a:pt x="65" y="34"/>
                  </a:cubicBezTo>
                  <a:cubicBezTo>
                    <a:pt x="65" y="56"/>
                    <a:pt x="50" y="55"/>
                    <a:pt x="50" y="55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5" y="62"/>
                    <a:pt x="6" y="72"/>
                    <a:pt x="6" y="72"/>
                  </a:cubicBezTo>
                  <a:cubicBezTo>
                    <a:pt x="5" y="79"/>
                    <a:pt x="34" y="92"/>
                    <a:pt x="33" y="110"/>
                  </a:cubicBezTo>
                  <a:cubicBezTo>
                    <a:pt x="31" y="131"/>
                    <a:pt x="51" y="141"/>
                    <a:pt x="51" y="141"/>
                  </a:cubicBezTo>
                  <a:cubicBezTo>
                    <a:pt x="51" y="141"/>
                    <a:pt x="146" y="209"/>
                    <a:pt x="167" y="224"/>
                  </a:cubicBezTo>
                  <a:cubicBezTo>
                    <a:pt x="183" y="235"/>
                    <a:pt x="196" y="231"/>
                    <a:pt x="207" y="232"/>
                  </a:cubicBezTo>
                  <a:cubicBezTo>
                    <a:pt x="218" y="233"/>
                    <a:pt x="228" y="239"/>
                    <a:pt x="228" y="255"/>
                  </a:cubicBezTo>
                  <a:cubicBezTo>
                    <a:pt x="229" y="262"/>
                    <a:pt x="222" y="277"/>
                    <a:pt x="209" y="277"/>
                  </a:cubicBezTo>
                  <a:cubicBezTo>
                    <a:pt x="195" y="277"/>
                    <a:pt x="180" y="276"/>
                    <a:pt x="167" y="292"/>
                  </a:cubicBezTo>
                  <a:cubicBezTo>
                    <a:pt x="138" y="330"/>
                    <a:pt x="41" y="379"/>
                    <a:pt x="41" y="379"/>
                  </a:cubicBezTo>
                  <a:cubicBezTo>
                    <a:pt x="40" y="380"/>
                    <a:pt x="40" y="380"/>
                    <a:pt x="40" y="380"/>
                  </a:cubicBezTo>
                  <a:cubicBezTo>
                    <a:pt x="38" y="381"/>
                    <a:pt x="38" y="381"/>
                    <a:pt x="38" y="381"/>
                  </a:cubicBezTo>
                  <a:cubicBezTo>
                    <a:pt x="38" y="381"/>
                    <a:pt x="33" y="386"/>
                    <a:pt x="21" y="385"/>
                  </a:cubicBezTo>
                  <a:cubicBezTo>
                    <a:pt x="11" y="384"/>
                    <a:pt x="8" y="389"/>
                    <a:pt x="8" y="396"/>
                  </a:cubicBezTo>
                  <a:cubicBezTo>
                    <a:pt x="8" y="403"/>
                    <a:pt x="9" y="410"/>
                    <a:pt x="20" y="411"/>
                  </a:cubicBezTo>
                  <a:cubicBezTo>
                    <a:pt x="34" y="411"/>
                    <a:pt x="39" y="419"/>
                    <a:pt x="39" y="419"/>
                  </a:cubicBezTo>
                  <a:cubicBezTo>
                    <a:pt x="39" y="419"/>
                    <a:pt x="163" y="589"/>
                    <a:pt x="184" y="594"/>
                  </a:cubicBezTo>
                  <a:cubicBezTo>
                    <a:pt x="201" y="598"/>
                    <a:pt x="213" y="597"/>
                    <a:pt x="225" y="597"/>
                  </a:cubicBezTo>
                  <a:cubicBezTo>
                    <a:pt x="236" y="597"/>
                    <a:pt x="246" y="599"/>
                    <a:pt x="246" y="605"/>
                  </a:cubicBezTo>
                  <a:cubicBezTo>
                    <a:pt x="246" y="607"/>
                    <a:pt x="240" y="612"/>
                    <a:pt x="226" y="612"/>
                  </a:cubicBezTo>
                  <a:cubicBezTo>
                    <a:pt x="213" y="612"/>
                    <a:pt x="197" y="612"/>
                    <a:pt x="185" y="617"/>
                  </a:cubicBezTo>
                  <a:cubicBezTo>
                    <a:pt x="155" y="630"/>
                    <a:pt x="0" y="658"/>
                    <a:pt x="0" y="658"/>
                  </a:cubicBezTo>
                  <a:lnTo>
                    <a:pt x="314" y="658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7" name="Freeform 131">
              <a:extLst>
                <a:ext uri="{FF2B5EF4-FFF2-40B4-BE49-F238E27FC236}">
                  <a16:creationId xmlns:a16="http://schemas.microsoft.com/office/drawing/2014/main" id="{3C530035-2E59-443B-9B4A-05A69187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2023"/>
              <a:ext cx="471" cy="638"/>
            </a:xfrm>
            <a:custGeom>
              <a:avLst/>
              <a:gdLst>
                <a:gd name="T0" fmla="*/ 74 w 487"/>
                <a:gd name="T1" fmla="*/ 600 h 658"/>
                <a:gd name="T2" fmla="*/ 162 w 487"/>
                <a:gd name="T3" fmla="*/ 579 h 658"/>
                <a:gd name="T4" fmla="*/ 200 w 487"/>
                <a:gd name="T5" fmla="*/ 574 h 658"/>
                <a:gd name="T6" fmla="*/ 218 w 487"/>
                <a:gd name="T7" fmla="*/ 568 h 658"/>
                <a:gd name="T8" fmla="*/ 198 w 487"/>
                <a:gd name="T9" fmla="*/ 560 h 658"/>
                <a:gd name="T10" fmla="*/ 162 w 487"/>
                <a:gd name="T11" fmla="*/ 558 h 658"/>
                <a:gd name="T12" fmla="*/ 31 w 487"/>
                <a:gd name="T13" fmla="*/ 432 h 658"/>
                <a:gd name="T14" fmla="*/ 14 w 487"/>
                <a:gd name="T15" fmla="*/ 425 h 658"/>
                <a:gd name="T16" fmla="*/ 3 w 487"/>
                <a:gd name="T17" fmla="*/ 411 h 658"/>
                <a:gd name="T18" fmla="*/ 15 w 487"/>
                <a:gd name="T19" fmla="*/ 401 h 658"/>
                <a:gd name="T20" fmla="*/ 30 w 487"/>
                <a:gd name="T21" fmla="*/ 399 h 658"/>
                <a:gd name="T22" fmla="*/ 32 w 487"/>
                <a:gd name="T23" fmla="*/ 397 h 658"/>
                <a:gd name="T24" fmla="*/ 33 w 487"/>
                <a:gd name="T25" fmla="*/ 397 h 658"/>
                <a:gd name="T26" fmla="*/ 147 w 487"/>
                <a:gd name="T27" fmla="*/ 266 h 658"/>
                <a:gd name="T28" fmla="*/ 184 w 487"/>
                <a:gd name="T29" fmla="*/ 253 h 658"/>
                <a:gd name="T30" fmla="*/ 202 w 487"/>
                <a:gd name="T31" fmla="*/ 232 h 658"/>
                <a:gd name="T32" fmla="*/ 183 w 487"/>
                <a:gd name="T33" fmla="*/ 211 h 658"/>
                <a:gd name="T34" fmla="*/ 147 w 487"/>
                <a:gd name="T35" fmla="*/ 204 h 658"/>
                <a:gd name="T36" fmla="*/ 42 w 487"/>
                <a:gd name="T37" fmla="*/ 129 h 658"/>
                <a:gd name="T38" fmla="*/ 24 w 487"/>
                <a:gd name="T39" fmla="*/ 101 h 658"/>
                <a:gd name="T40" fmla="*/ 1 w 487"/>
                <a:gd name="T41" fmla="*/ 66 h 658"/>
                <a:gd name="T42" fmla="*/ 8 w 487"/>
                <a:gd name="T43" fmla="*/ 49 h 658"/>
                <a:gd name="T44" fmla="*/ 42 w 487"/>
                <a:gd name="T45" fmla="*/ 49 h 658"/>
                <a:gd name="T46" fmla="*/ 54 w 487"/>
                <a:gd name="T47" fmla="*/ 31 h 658"/>
                <a:gd name="T48" fmla="*/ 59 w 487"/>
                <a:gd name="T49" fmla="*/ 15 h 658"/>
                <a:gd name="T50" fmla="*/ 63 w 487"/>
                <a:gd name="T51" fmla="*/ 23 h 658"/>
                <a:gd name="T52" fmla="*/ 63 w 487"/>
                <a:gd name="T53" fmla="*/ 68 h 658"/>
                <a:gd name="T54" fmla="*/ 81 w 487"/>
                <a:gd name="T55" fmla="*/ 86 h 658"/>
                <a:gd name="T56" fmla="*/ 104 w 487"/>
                <a:gd name="T57" fmla="*/ 67 h 658"/>
                <a:gd name="T58" fmla="*/ 104 w 487"/>
                <a:gd name="T59" fmla="*/ 10 h 658"/>
                <a:gd name="T60" fmla="*/ 115 w 487"/>
                <a:gd name="T61" fmla="*/ 10 h 658"/>
                <a:gd name="T62" fmla="*/ 115 w 487"/>
                <a:gd name="T63" fmla="*/ 67 h 658"/>
                <a:gd name="T64" fmla="*/ 133 w 487"/>
                <a:gd name="T65" fmla="*/ 86 h 658"/>
                <a:gd name="T66" fmla="*/ 156 w 487"/>
                <a:gd name="T67" fmla="*/ 67 h 658"/>
                <a:gd name="T68" fmla="*/ 156 w 487"/>
                <a:gd name="T69" fmla="*/ 18 h 658"/>
                <a:gd name="T70" fmla="*/ 166 w 487"/>
                <a:gd name="T71" fmla="*/ 16 h 658"/>
                <a:gd name="T72" fmla="*/ 167 w 487"/>
                <a:gd name="T73" fmla="*/ 37 h 658"/>
                <a:gd name="T74" fmla="*/ 185 w 487"/>
                <a:gd name="T75" fmla="*/ 46 h 658"/>
                <a:gd name="T76" fmla="*/ 226 w 487"/>
                <a:gd name="T77" fmla="*/ 46 h 658"/>
                <a:gd name="T78" fmla="*/ 246 w 487"/>
                <a:gd name="T79" fmla="*/ 65 h 658"/>
                <a:gd name="T80" fmla="*/ 256 w 487"/>
                <a:gd name="T81" fmla="*/ 72 h 658"/>
                <a:gd name="T82" fmla="*/ 385 w 487"/>
                <a:gd name="T83" fmla="*/ 211 h 658"/>
                <a:gd name="T84" fmla="*/ 426 w 487"/>
                <a:gd name="T85" fmla="*/ 223 h 658"/>
                <a:gd name="T86" fmla="*/ 441 w 487"/>
                <a:gd name="T87" fmla="*/ 232 h 658"/>
                <a:gd name="T88" fmla="*/ 425 w 487"/>
                <a:gd name="T89" fmla="*/ 242 h 658"/>
                <a:gd name="T90" fmla="*/ 391 w 487"/>
                <a:gd name="T91" fmla="*/ 257 h 658"/>
                <a:gd name="T92" fmla="*/ 283 w 487"/>
                <a:gd name="T93" fmla="*/ 329 h 658"/>
                <a:gd name="T94" fmla="*/ 281 w 487"/>
                <a:gd name="T95" fmla="*/ 330 h 658"/>
                <a:gd name="T96" fmla="*/ 259 w 487"/>
                <a:gd name="T97" fmla="*/ 356 h 658"/>
                <a:gd name="T98" fmla="*/ 234 w 487"/>
                <a:gd name="T99" fmla="*/ 392 h 658"/>
                <a:gd name="T100" fmla="*/ 241 w 487"/>
                <a:gd name="T101" fmla="*/ 407 h 658"/>
                <a:gd name="T102" fmla="*/ 241 w 487"/>
                <a:gd name="T103" fmla="*/ 425 h 658"/>
                <a:gd name="T104" fmla="*/ 234 w 487"/>
                <a:gd name="T105" fmla="*/ 440 h 658"/>
                <a:gd name="T106" fmla="*/ 381 w 487"/>
                <a:gd name="T107" fmla="*/ 560 h 658"/>
                <a:gd name="T108" fmla="*/ 421 w 487"/>
                <a:gd name="T109" fmla="*/ 564 h 658"/>
                <a:gd name="T110" fmla="*/ 435 w 487"/>
                <a:gd name="T111" fmla="*/ 568 h 658"/>
                <a:gd name="T112" fmla="*/ 420 w 487"/>
                <a:gd name="T113" fmla="*/ 572 h 658"/>
                <a:gd name="T114" fmla="*/ 385 w 487"/>
                <a:gd name="T115" fmla="*/ 576 h 658"/>
                <a:gd name="T116" fmla="*/ 278 w 487"/>
                <a:gd name="T117" fmla="*/ 600 h 658"/>
                <a:gd name="T118" fmla="*/ 74 w 487"/>
                <a:gd name="T119" fmla="*/ 600 h 6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87" h="658">
                  <a:moveTo>
                    <a:pt x="82" y="658"/>
                  </a:moveTo>
                  <a:cubicBezTo>
                    <a:pt x="82" y="658"/>
                    <a:pt x="150" y="648"/>
                    <a:pt x="180" y="635"/>
                  </a:cubicBezTo>
                  <a:cubicBezTo>
                    <a:pt x="192" y="630"/>
                    <a:pt x="207" y="630"/>
                    <a:pt x="221" y="630"/>
                  </a:cubicBezTo>
                  <a:cubicBezTo>
                    <a:pt x="234" y="630"/>
                    <a:pt x="241" y="625"/>
                    <a:pt x="241" y="623"/>
                  </a:cubicBezTo>
                  <a:cubicBezTo>
                    <a:pt x="240" y="618"/>
                    <a:pt x="231" y="616"/>
                    <a:pt x="219" y="615"/>
                  </a:cubicBezTo>
                  <a:cubicBezTo>
                    <a:pt x="208" y="615"/>
                    <a:pt x="195" y="616"/>
                    <a:pt x="179" y="613"/>
                  </a:cubicBezTo>
                  <a:cubicBezTo>
                    <a:pt x="158" y="608"/>
                    <a:pt x="34" y="474"/>
                    <a:pt x="34" y="474"/>
                  </a:cubicBezTo>
                  <a:cubicBezTo>
                    <a:pt x="34" y="474"/>
                    <a:pt x="29" y="467"/>
                    <a:pt x="14" y="466"/>
                  </a:cubicBezTo>
                  <a:cubicBezTo>
                    <a:pt x="4" y="466"/>
                    <a:pt x="3" y="458"/>
                    <a:pt x="3" y="451"/>
                  </a:cubicBezTo>
                  <a:cubicBezTo>
                    <a:pt x="3" y="444"/>
                    <a:pt x="6" y="439"/>
                    <a:pt x="15" y="440"/>
                  </a:cubicBezTo>
                  <a:cubicBezTo>
                    <a:pt x="28" y="441"/>
                    <a:pt x="33" y="437"/>
                    <a:pt x="33" y="437"/>
                  </a:cubicBezTo>
                  <a:cubicBezTo>
                    <a:pt x="35" y="435"/>
                    <a:pt x="35" y="435"/>
                    <a:pt x="35" y="435"/>
                  </a:cubicBezTo>
                  <a:cubicBezTo>
                    <a:pt x="36" y="435"/>
                    <a:pt x="36" y="435"/>
                    <a:pt x="36" y="435"/>
                  </a:cubicBezTo>
                  <a:cubicBezTo>
                    <a:pt x="36" y="435"/>
                    <a:pt x="133" y="330"/>
                    <a:pt x="162" y="292"/>
                  </a:cubicBezTo>
                  <a:cubicBezTo>
                    <a:pt x="175" y="276"/>
                    <a:pt x="190" y="277"/>
                    <a:pt x="203" y="277"/>
                  </a:cubicBezTo>
                  <a:cubicBezTo>
                    <a:pt x="217" y="277"/>
                    <a:pt x="223" y="262"/>
                    <a:pt x="223" y="255"/>
                  </a:cubicBezTo>
                  <a:cubicBezTo>
                    <a:pt x="223" y="239"/>
                    <a:pt x="213" y="233"/>
                    <a:pt x="202" y="232"/>
                  </a:cubicBezTo>
                  <a:cubicBezTo>
                    <a:pt x="191" y="231"/>
                    <a:pt x="178" y="235"/>
                    <a:pt x="162" y="224"/>
                  </a:cubicBezTo>
                  <a:cubicBezTo>
                    <a:pt x="141" y="209"/>
                    <a:pt x="45" y="141"/>
                    <a:pt x="45" y="141"/>
                  </a:cubicBezTo>
                  <a:cubicBezTo>
                    <a:pt x="45" y="141"/>
                    <a:pt x="26" y="131"/>
                    <a:pt x="27" y="110"/>
                  </a:cubicBezTo>
                  <a:cubicBezTo>
                    <a:pt x="28" y="92"/>
                    <a:pt x="0" y="79"/>
                    <a:pt x="1" y="72"/>
                  </a:cubicBezTo>
                  <a:cubicBezTo>
                    <a:pt x="1" y="72"/>
                    <a:pt x="0" y="62"/>
                    <a:pt x="8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60" y="56"/>
                    <a:pt x="60" y="34"/>
                  </a:cubicBezTo>
                  <a:cubicBezTo>
                    <a:pt x="60" y="13"/>
                    <a:pt x="65" y="15"/>
                    <a:pt x="65" y="15"/>
                  </a:cubicBezTo>
                  <a:cubicBezTo>
                    <a:pt x="65" y="15"/>
                    <a:pt x="69" y="14"/>
                    <a:pt x="69" y="26"/>
                  </a:cubicBezTo>
                  <a:cubicBezTo>
                    <a:pt x="69" y="38"/>
                    <a:pt x="69" y="74"/>
                    <a:pt x="69" y="74"/>
                  </a:cubicBezTo>
                  <a:cubicBezTo>
                    <a:pt x="69" y="74"/>
                    <a:pt x="67" y="95"/>
                    <a:pt x="90" y="95"/>
                  </a:cubicBezTo>
                  <a:cubicBezTo>
                    <a:pt x="117" y="95"/>
                    <a:pt x="116" y="73"/>
                    <a:pt x="116" y="73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6" y="10"/>
                    <a:pt x="122" y="0"/>
                    <a:pt x="127" y="10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3"/>
                    <a:pt x="125" y="95"/>
                    <a:pt x="148" y="95"/>
                  </a:cubicBezTo>
                  <a:cubicBezTo>
                    <a:pt x="171" y="95"/>
                    <a:pt x="172" y="73"/>
                    <a:pt x="172" y="73"/>
                  </a:cubicBezTo>
                  <a:cubicBezTo>
                    <a:pt x="172" y="21"/>
                    <a:pt x="172" y="21"/>
                    <a:pt x="172" y="21"/>
                  </a:cubicBezTo>
                  <a:cubicBezTo>
                    <a:pt x="172" y="21"/>
                    <a:pt x="176" y="13"/>
                    <a:pt x="184" y="19"/>
                  </a:cubicBezTo>
                  <a:cubicBezTo>
                    <a:pt x="185" y="40"/>
                    <a:pt x="185" y="40"/>
                    <a:pt x="185" y="40"/>
                  </a:cubicBezTo>
                  <a:cubicBezTo>
                    <a:pt x="185" y="40"/>
                    <a:pt x="187" y="50"/>
                    <a:pt x="205" y="50"/>
                  </a:cubicBezTo>
                  <a:cubicBezTo>
                    <a:pt x="223" y="50"/>
                    <a:pt x="250" y="50"/>
                    <a:pt x="250" y="50"/>
                  </a:cubicBezTo>
                  <a:cubicBezTo>
                    <a:pt x="250" y="50"/>
                    <a:pt x="249" y="65"/>
                    <a:pt x="272" y="71"/>
                  </a:cubicBezTo>
                  <a:cubicBezTo>
                    <a:pt x="281" y="73"/>
                    <a:pt x="283" y="78"/>
                    <a:pt x="283" y="78"/>
                  </a:cubicBezTo>
                  <a:cubicBezTo>
                    <a:pt x="283" y="78"/>
                    <a:pt x="407" y="215"/>
                    <a:pt x="426" y="232"/>
                  </a:cubicBezTo>
                  <a:cubicBezTo>
                    <a:pt x="446" y="248"/>
                    <a:pt x="459" y="243"/>
                    <a:pt x="470" y="244"/>
                  </a:cubicBezTo>
                  <a:cubicBezTo>
                    <a:pt x="481" y="246"/>
                    <a:pt x="487" y="244"/>
                    <a:pt x="487" y="255"/>
                  </a:cubicBezTo>
                  <a:cubicBezTo>
                    <a:pt x="487" y="262"/>
                    <a:pt x="483" y="266"/>
                    <a:pt x="469" y="266"/>
                  </a:cubicBezTo>
                  <a:cubicBezTo>
                    <a:pt x="456" y="266"/>
                    <a:pt x="444" y="267"/>
                    <a:pt x="432" y="282"/>
                  </a:cubicBezTo>
                  <a:cubicBezTo>
                    <a:pt x="402" y="320"/>
                    <a:pt x="313" y="361"/>
                    <a:pt x="313" y="361"/>
                  </a:cubicBezTo>
                  <a:cubicBezTo>
                    <a:pt x="311" y="362"/>
                    <a:pt x="311" y="362"/>
                    <a:pt x="311" y="362"/>
                  </a:cubicBezTo>
                  <a:cubicBezTo>
                    <a:pt x="289" y="370"/>
                    <a:pt x="286" y="390"/>
                    <a:pt x="286" y="390"/>
                  </a:cubicBezTo>
                  <a:cubicBezTo>
                    <a:pt x="285" y="412"/>
                    <a:pt x="258" y="412"/>
                    <a:pt x="259" y="430"/>
                  </a:cubicBezTo>
                  <a:cubicBezTo>
                    <a:pt x="259" y="430"/>
                    <a:pt x="258" y="440"/>
                    <a:pt x="266" y="447"/>
                  </a:cubicBezTo>
                  <a:cubicBezTo>
                    <a:pt x="272" y="451"/>
                    <a:pt x="271" y="462"/>
                    <a:pt x="266" y="466"/>
                  </a:cubicBezTo>
                  <a:cubicBezTo>
                    <a:pt x="258" y="473"/>
                    <a:pt x="259" y="483"/>
                    <a:pt x="259" y="483"/>
                  </a:cubicBezTo>
                  <a:cubicBezTo>
                    <a:pt x="258" y="500"/>
                    <a:pt x="401" y="610"/>
                    <a:pt x="421" y="615"/>
                  </a:cubicBezTo>
                  <a:cubicBezTo>
                    <a:pt x="440" y="621"/>
                    <a:pt x="453" y="619"/>
                    <a:pt x="465" y="619"/>
                  </a:cubicBezTo>
                  <a:cubicBezTo>
                    <a:pt x="476" y="620"/>
                    <a:pt x="481" y="619"/>
                    <a:pt x="481" y="623"/>
                  </a:cubicBezTo>
                  <a:cubicBezTo>
                    <a:pt x="481" y="625"/>
                    <a:pt x="477" y="627"/>
                    <a:pt x="464" y="627"/>
                  </a:cubicBezTo>
                  <a:cubicBezTo>
                    <a:pt x="450" y="627"/>
                    <a:pt x="439" y="627"/>
                    <a:pt x="426" y="632"/>
                  </a:cubicBezTo>
                  <a:cubicBezTo>
                    <a:pt x="397" y="645"/>
                    <a:pt x="307" y="658"/>
                    <a:pt x="307" y="658"/>
                  </a:cubicBezTo>
                  <a:lnTo>
                    <a:pt x="82" y="658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8" name="Freeform 132">
              <a:extLst>
                <a:ext uri="{FF2B5EF4-FFF2-40B4-BE49-F238E27FC236}">
                  <a16:creationId xmlns:a16="http://schemas.microsoft.com/office/drawing/2014/main" id="{EE6379F7-DCCB-4802-ACC6-460484F8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826"/>
              <a:ext cx="2092" cy="840"/>
            </a:xfrm>
            <a:custGeom>
              <a:avLst/>
              <a:gdLst>
                <a:gd name="T0" fmla="*/ 1900 w 2163"/>
                <a:gd name="T1" fmla="*/ 64 h 866"/>
                <a:gd name="T2" fmla="*/ 1900 w 2163"/>
                <a:gd name="T3" fmla="*/ 390 h 866"/>
                <a:gd name="T4" fmla="*/ 1783 w 2163"/>
                <a:gd name="T5" fmla="*/ 529 h 866"/>
                <a:gd name="T6" fmla="*/ 1751 w 2163"/>
                <a:gd name="T7" fmla="*/ 626 h 866"/>
                <a:gd name="T8" fmla="*/ 1784 w 2163"/>
                <a:gd name="T9" fmla="*/ 790 h 866"/>
                <a:gd name="T10" fmla="*/ 1689 w 2163"/>
                <a:gd name="T11" fmla="*/ 750 h 866"/>
                <a:gd name="T12" fmla="*/ 1430 w 2163"/>
                <a:gd name="T13" fmla="*/ 596 h 866"/>
                <a:gd name="T14" fmla="*/ 1378 w 2163"/>
                <a:gd name="T15" fmla="*/ 568 h 866"/>
                <a:gd name="T16" fmla="*/ 1322 w 2163"/>
                <a:gd name="T17" fmla="*/ 573 h 866"/>
                <a:gd name="T18" fmla="*/ 1446 w 2163"/>
                <a:gd name="T19" fmla="*/ 746 h 866"/>
                <a:gd name="T20" fmla="*/ 1060 w 2163"/>
                <a:gd name="T21" fmla="*/ 786 h 866"/>
                <a:gd name="T22" fmla="*/ 1034 w 2163"/>
                <a:gd name="T23" fmla="*/ 630 h 866"/>
                <a:gd name="T24" fmla="*/ 931 w 2163"/>
                <a:gd name="T25" fmla="*/ 579 h 866"/>
                <a:gd name="T26" fmla="*/ 881 w 2163"/>
                <a:gd name="T27" fmla="*/ 626 h 866"/>
                <a:gd name="T28" fmla="*/ 816 w 2163"/>
                <a:gd name="T29" fmla="*/ 610 h 866"/>
                <a:gd name="T30" fmla="*/ 960 w 2163"/>
                <a:gd name="T31" fmla="*/ 760 h 866"/>
                <a:gd name="T32" fmla="*/ 719 w 2163"/>
                <a:gd name="T33" fmla="*/ 757 h 866"/>
                <a:gd name="T34" fmla="*/ 520 w 2163"/>
                <a:gd name="T35" fmla="*/ 605 h 866"/>
                <a:gd name="T36" fmla="*/ 427 w 2163"/>
                <a:gd name="T37" fmla="*/ 646 h 866"/>
                <a:gd name="T38" fmla="*/ 356 w 2163"/>
                <a:gd name="T39" fmla="*/ 627 h 866"/>
                <a:gd name="T40" fmla="*/ 295 w 2163"/>
                <a:gd name="T41" fmla="*/ 625 h 866"/>
                <a:gd name="T42" fmla="*/ 325 w 2163"/>
                <a:gd name="T43" fmla="*/ 790 h 866"/>
                <a:gd name="T44" fmla="*/ 233 w 2163"/>
                <a:gd name="T45" fmla="*/ 734 h 866"/>
                <a:gd name="T46" fmla="*/ 56 w 2163"/>
                <a:gd name="T47" fmla="*/ 521 h 866"/>
                <a:gd name="T48" fmla="*/ 216 w 2163"/>
                <a:gd name="T49" fmla="*/ 408 h 866"/>
                <a:gd name="T50" fmla="*/ 37 w 2163"/>
                <a:gd name="T51" fmla="*/ 218 h 866"/>
                <a:gd name="T52" fmla="*/ 181 w 2163"/>
                <a:gd name="T53" fmla="*/ 41 h 866"/>
                <a:gd name="T54" fmla="*/ 499 w 2163"/>
                <a:gd name="T55" fmla="*/ 50 h 866"/>
                <a:gd name="T56" fmla="*/ 296 w 2163"/>
                <a:gd name="T57" fmla="*/ 235 h 866"/>
                <a:gd name="T58" fmla="*/ 445 w 2163"/>
                <a:gd name="T59" fmla="*/ 452 h 866"/>
                <a:gd name="T60" fmla="*/ 331 w 2163"/>
                <a:gd name="T61" fmla="*/ 593 h 866"/>
                <a:gd name="T62" fmla="*/ 377 w 2163"/>
                <a:gd name="T63" fmla="*/ 630 h 866"/>
                <a:gd name="T64" fmla="*/ 429 w 2163"/>
                <a:gd name="T65" fmla="*/ 629 h 866"/>
                <a:gd name="T66" fmla="*/ 519 w 2163"/>
                <a:gd name="T67" fmla="*/ 589 h 866"/>
                <a:gd name="T68" fmla="*/ 716 w 2163"/>
                <a:gd name="T69" fmla="*/ 418 h 866"/>
                <a:gd name="T70" fmla="*/ 520 w 2163"/>
                <a:gd name="T71" fmla="*/ 235 h 866"/>
                <a:gd name="T72" fmla="*/ 698 w 2163"/>
                <a:gd name="T73" fmla="*/ 47 h 866"/>
                <a:gd name="T74" fmla="*/ 965 w 2163"/>
                <a:gd name="T75" fmla="*/ 42 h 866"/>
                <a:gd name="T76" fmla="*/ 768 w 2163"/>
                <a:gd name="T77" fmla="*/ 222 h 866"/>
                <a:gd name="T78" fmla="*/ 965 w 2163"/>
                <a:gd name="T79" fmla="*/ 438 h 866"/>
                <a:gd name="T80" fmla="*/ 778 w 2163"/>
                <a:gd name="T81" fmla="*/ 577 h 866"/>
                <a:gd name="T82" fmla="*/ 853 w 2163"/>
                <a:gd name="T83" fmla="*/ 568 h 866"/>
                <a:gd name="T84" fmla="*/ 905 w 2163"/>
                <a:gd name="T85" fmla="*/ 567 h 866"/>
                <a:gd name="T86" fmla="*/ 955 w 2163"/>
                <a:gd name="T87" fmla="*/ 568 h 866"/>
                <a:gd name="T88" fmla="*/ 1039 w 2163"/>
                <a:gd name="T89" fmla="*/ 564 h 866"/>
                <a:gd name="T90" fmla="*/ 1039 w 2163"/>
                <a:gd name="T91" fmla="*/ 318 h 866"/>
                <a:gd name="T92" fmla="*/ 1146 w 2163"/>
                <a:gd name="T93" fmla="*/ 61 h 866"/>
                <a:gd name="T94" fmla="*/ 1040 w 2163"/>
                <a:gd name="T95" fmla="*/ 1 h 866"/>
                <a:gd name="T96" fmla="*/ 1414 w 2163"/>
                <a:gd name="T97" fmla="*/ 64 h 866"/>
                <a:gd name="T98" fmla="*/ 1415 w 2163"/>
                <a:gd name="T99" fmla="*/ 390 h 866"/>
                <a:gd name="T100" fmla="*/ 1297 w 2163"/>
                <a:gd name="T101" fmla="*/ 530 h 866"/>
                <a:gd name="T102" fmla="*/ 1303 w 2163"/>
                <a:gd name="T103" fmla="*/ 586 h 866"/>
                <a:gd name="T104" fmla="*/ 1354 w 2163"/>
                <a:gd name="T105" fmla="*/ 623 h 866"/>
                <a:gd name="T106" fmla="*/ 1404 w 2163"/>
                <a:gd name="T107" fmla="*/ 623 h 866"/>
                <a:gd name="T108" fmla="*/ 1513 w 2163"/>
                <a:gd name="T109" fmla="*/ 571 h 866"/>
                <a:gd name="T110" fmla="*/ 1689 w 2163"/>
                <a:gd name="T111" fmla="*/ 418 h 866"/>
                <a:gd name="T112" fmla="*/ 1494 w 2163"/>
                <a:gd name="T113" fmla="*/ 235 h 866"/>
                <a:gd name="T114" fmla="*/ 1670 w 2163"/>
                <a:gd name="T115" fmla="*/ 47 h 8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63" h="866">
                  <a:moveTo>
                    <a:pt x="1969" y="0"/>
                  </a:moveTo>
                  <a:cubicBezTo>
                    <a:pt x="1969" y="0"/>
                    <a:pt x="2069" y="23"/>
                    <a:pt x="2108" y="44"/>
                  </a:cubicBezTo>
                  <a:cubicBezTo>
                    <a:pt x="2113" y="46"/>
                    <a:pt x="2128" y="45"/>
                    <a:pt x="2142" y="45"/>
                  </a:cubicBezTo>
                  <a:cubicBezTo>
                    <a:pt x="2155" y="45"/>
                    <a:pt x="2161" y="53"/>
                    <a:pt x="2161" y="56"/>
                  </a:cubicBezTo>
                  <a:cubicBezTo>
                    <a:pt x="2161" y="61"/>
                    <a:pt x="2156" y="66"/>
                    <a:pt x="2145" y="67"/>
                  </a:cubicBezTo>
                  <a:cubicBezTo>
                    <a:pt x="2133" y="67"/>
                    <a:pt x="2115" y="65"/>
                    <a:pt x="2101" y="70"/>
                  </a:cubicBezTo>
                  <a:cubicBezTo>
                    <a:pt x="2079" y="76"/>
                    <a:pt x="1955" y="229"/>
                    <a:pt x="1955" y="229"/>
                  </a:cubicBezTo>
                  <a:cubicBezTo>
                    <a:pt x="1955" y="229"/>
                    <a:pt x="1949" y="234"/>
                    <a:pt x="1937" y="232"/>
                  </a:cubicBezTo>
                  <a:cubicBezTo>
                    <a:pt x="1928" y="232"/>
                    <a:pt x="1925" y="236"/>
                    <a:pt x="1925" y="243"/>
                  </a:cubicBezTo>
                  <a:cubicBezTo>
                    <a:pt x="1925" y="250"/>
                    <a:pt x="1925" y="258"/>
                    <a:pt x="1936" y="258"/>
                  </a:cubicBezTo>
                  <a:cubicBezTo>
                    <a:pt x="1951" y="259"/>
                    <a:pt x="1956" y="266"/>
                    <a:pt x="1956" y="266"/>
                  </a:cubicBezTo>
                  <a:cubicBezTo>
                    <a:pt x="1956" y="266"/>
                    <a:pt x="2080" y="412"/>
                    <a:pt x="2101" y="427"/>
                  </a:cubicBezTo>
                  <a:cubicBezTo>
                    <a:pt x="2117" y="438"/>
                    <a:pt x="2130" y="434"/>
                    <a:pt x="2141" y="435"/>
                  </a:cubicBezTo>
                  <a:cubicBezTo>
                    <a:pt x="2152" y="436"/>
                    <a:pt x="2162" y="442"/>
                    <a:pt x="2162" y="458"/>
                  </a:cubicBezTo>
                  <a:cubicBezTo>
                    <a:pt x="2163" y="465"/>
                    <a:pt x="2156" y="480"/>
                    <a:pt x="2143" y="480"/>
                  </a:cubicBezTo>
                  <a:cubicBezTo>
                    <a:pt x="2129" y="480"/>
                    <a:pt x="2114" y="479"/>
                    <a:pt x="2101" y="495"/>
                  </a:cubicBezTo>
                  <a:cubicBezTo>
                    <a:pt x="2072" y="533"/>
                    <a:pt x="1973" y="579"/>
                    <a:pt x="1973" y="579"/>
                  </a:cubicBezTo>
                  <a:cubicBezTo>
                    <a:pt x="1972" y="579"/>
                    <a:pt x="1972" y="579"/>
                    <a:pt x="1972" y="579"/>
                  </a:cubicBezTo>
                  <a:cubicBezTo>
                    <a:pt x="1971" y="580"/>
                    <a:pt x="1971" y="580"/>
                    <a:pt x="1971" y="580"/>
                  </a:cubicBezTo>
                  <a:cubicBezTo>
                    <a:pt x="1963" y="582"/>
                    <a:pt x="1961" y="594"/>
                    <a:pt x="1961" y="594"/>
                  </a:cubicBezTo>
                  <a:cubicBezTo>
                    <a:pt x="1956" y="615"/>
                    <a:pt x="1934" y="623"/>
                    <a:pt x="1934" y="633"/>
                  </a:cubicBezTo>
                  <a:cubicBezTo>
                    <a:pt x="1934" y="633"/>
                    <a:pt x="1933" y="643"/>
                    <a:pt x="1941" y="650"/>
                  </a:cubicBezTo>
                  <a:cubicBezTo>
                    <a:pt x="1941" y="650"/>
                    <a:pt x="1951" y="660"/>
                    <a:pt x="1942" y="669"/>
                  </a:cubicBezTo>
                  <a:cubicBezTo>
                    <a:pt x="1934" y="677"/>
                    <a:pt x="1934" y="686"/>
                    <a:pt x="1934" y="686"/>
                  </a:cubicBezTo>
                  <a:cubicBezTo>
                    <a:pt x="1934" y="693"/>
                    <a:pt x="2074" y="811"/>
                    <a:pt x="2096" y="816"/>
                  </a:cubicBezTo>
                  <a:cubicBezTo>
                    <a:pt x="2112" y="819"/>
                    <a:pt x="2124" y="818"/>
                    <a:pt x="2136" y="818"/>
                  </a:cubicBezTo>
                  <a:cubicBezTo>
                    <a:pt x="2147" y="819"/>
                    <a:pt x="2157" y="821"/>
                    <a:pt x="2157" y="826"/>
                  </a:cubicBezTo>
                  <a:cubicBezTo>
                    <a:pt x="2157" y="828"/>
                    <a:pt x="2151" y="833"/>
                    <a:pt x="2137" y="833"/>
                  </a:cubicBezTo>
                  <a:cubicBezTo>
                    <a:pt x="2124" y="833"/>
                    <a:pt x="2108" y="833"/>
                    <a:pt x="2096" y="838"/>
                  </a:cubicBezTo>
                  <a:cubicBezTo>
                    <a:pt x="2066" y="851"/>
                    <a:pt x="1973" y="865"/>
                    <a:pt x="1973" y="865"/>
                  </a:cubicBezTo>
                  <a:cubicBezTo>
                    <a:pt x="1704" y="865"/>
                    <a:pt x="1704" y="865"/>
                    <a:pt x="1704" y="865"/>
                  </a:cubicBezTo>
                  <a:cubicBezTo>
                    <a:pt x="1687" y="865"/>
                    <a:pt x="1709" y="861"/>
                    <a:pt x="1709" y="861"/>
                  </a:cubicBezTo>
                  <a:cubicBezTo>
                    <a:pt x="1709" y="861"/>
                    <a:pt x="1798" y="848"/>
                    <a:pt x="1828" y="835"/>
                  </a:cubicBezTo>
                  <a:cubicBezTo>
                    <a:pt x="1840" y="830"/>
                    <a:pt x="1852" y="830"/>
                    <a:pt x="1865" y="830"/>
                  </a:cubicBezTo>
                  <a:cubicBezTo>
                    <a:pt x="1879" y="830"/>
                    <a:pt x="1883" y="828"/>
                    <a:pt x="1883" y="826"/>
                  </a:cubicBezTo>
                  <a:cubicBezTo>
                    <a:pt x="1883" y="822"/>
                    <a:pt x="1877" y="823"/>
                    <a:pt x="1866" y="822"/>
                  </a:cubicBezTo>
                  <a:cubicBezTo>
                    <a:pt x="1855" y="822"/>
                    <a:pt x="1842" y="824"/>
                    <a:pt x="1822" y="818"/>
                  </a:cubicBezTo>
                  <a:cubicBezTo>
                    <a:pt x="1803" y="813"/>
                    <a:pt x="1680" y="691"/>
                    <a:pt x="1680" y="691"/>
                  </a:cubicBezTo>
                  <a:cubicBezTo>
                    <a:pt x="1680" y="691"/>
                    <a:pt x="1677" y="687"/>
                    <a:pt x="1668" y="684"/>
                  </a:cubicBezTo>
                  <a:cubicBezTo>
                    <a:pt x="1645" y="679"/>
                    <a:pt x="1646" y="664"/>
                    <a:pt x="1646" y="664"/>
                  </a:cubicBezTo>
                  <a:cubicBezTo>
                    <a:pt x="1646" y="664"/>
                    <a:pt x="1619" y="664"/>
                    <a:pt x="1601" y="664"/>
                  </a:cubicBezTo>
                  <a:cubicBezTo>
                    <a:pt x="1583" y="664"/>
                    <a:pt x="1581" y="653"/>
                    <a:pt x="1581" y="653"/>
                  </a:cubicBezTo>
                  <a:cubicBezTo>
                    <a:pt x="1580" y="632"/>
                    <a:pt x="1580" y="632"/>
                    <a:pt x="1580" y="632"/>
                  </a:cubicBezTo>
                  <a:cubicBezTo>
                    <a:pt x="1572" y="627"/>
                    <a:pt x="1568" y="634"/>
                    <a:pt x="1568" y="634"/>
                  </a:cubicBezTo>
                  <a:cubicBezTo>
                    <a:pt x="1568" y="687"/>
                    <a:pt x="1568" y="687"/>
                    <a:pt x="1568" y="687"/>
                  </a:cubicBezTo>
                  <a:cubicBezTo>
                    <a:pt x="1568" y="687"/>
                    <a:pt x="1567" y="708"/>
                    <a:pt x="1544" y="708"/>
                  </a:cubicBezTo>
                  <a:cubicBezTo>
                    <a:pt x="1521" y="708"/>
                    <a:pt x="1523" y="686"/>
                    <a:pt x="1523" y="686"/>
                  </a:cubicBezTo>
                  <a:cubicBezTo>
                    <a:pt x="1523" y="623"/>
                    <a:pt x="1523" y="623"/>
                    <a:pt x="1523" y="623"/>
                  </a:cubicBezTo>
                  <a:cubicBezTo>
                    <a:pt x="1518" y="614"/>
                    <a:pt x="1512" y="623"/>
                    <a:pt x="1512" y="623"/>
                  </a:cubicBezTo>
                  <a:cubicBezTo>
                    <a:pt x="1512" y="687"/>
                    <a:pt x="1512" y="687"/>
                    <a:pt x="1512" y="687"/>
                  </a:cubicBezTo>
                  <a:cubicBezTo>
                    <a:pt x="1512" y="687"/>
                    <a:pt x="1513" y="709"/>
                    <a:pt x="1486" y="709"/>
                  </a:cubicBezTo>
                  <a:cubicBezTo>
                    <a:pt x="1463" y="709"/>
                    <a:pt x="1465" y="687"/>
                    <a:pt x="1465" y="687"/>
                  </a:cubicBezTo>
                  <a:cubicBezTo>
                    <a:pt x="1465" y="687"/>
                    <a:pt x="1465" y="652"/>
                    <a:pt x="1465" y="640"/>
                  </a:cubicBezTo>
                  <a:cubicBezTo>
                    <a:pt x="1465" y="628"/>
                    <a:pt x="1461" y="628"/>
                    <a:pt x="1461" y="628"/>
                  </a:cubicBezTo>
                  <a:cubicBezTo>
                    <a:pt x="1461" y="628"/>
                    <a:pt x="1456" y="626"/>
                    <a:pt x="1456" y="648"/>
                  </a:cubicBezTo>
                  <a:cubicBezTo>
                    <a:pt x="1456" y="669"/>
                    <a:pt x="1441" y="669"/>
                    <a:pt x="1441" y="669"/>
                  </a:cubicBezTo>
                  <a:cubicBezTo>
                    <a:pt x="1404" y="669"/>
                    <a:pt x="1404" y="669"/>
                    <a:pt x="1404" y="669"/>
                  </a:cubicBezTo>
                  <a:cubicBezTo>
                    <a:pt x="1396" y="676"/>
                    <a:pt x="1397" y="686"/>
                    <a:pt x="1397" y="686"/>
                  </a:cubicBezTo>
                  <a:cubicBezTo>
                    <a:pt x="1396" y="693"/>
                    <a:pt x="1537" y="811"/>
                    <a:pt x="1558" y="816"/>
                  </a:cubicBezTo>
                  <a:cubicBezTo>
                    <a:pt x="1574" y="819"/>
                    <a:pt x="1587" y="818"/>
                    <a:pt x="1598" y="818"/>
                  </a:cubicBezTo>
                  <a:cubicBezTo>
                    <a:pt x="1609" y="819"/>
                    <a:pt x="1619" y="821"/>
                    <a:pt x="1619" y="826"/>
                  </a:cubicBezTo>
                  <a:cubicBezTo>
                    <a:pt x="1620" y="828"/>
                    <a:pt x="1613" y="833"/>
                    <a:pt x="1600" y="833"/>
                  </a:cubicBezTo>
                  <a:cubicBezTo>
                    <a:pt x="1586" y="833"/>
                    <a:pt x="1571" y="833"/>
                    <a:pt x="1558" y="838"/>
                  </a:cubicBezTo>
                  <a:cubicBezTo>
                    <a:pt x="1529" y="851"/>
                    <a:pt x="1433" y="865"/>
                    <a:pt x="1433" y="865"/>
                  </a:cubicBezTo>
                  <a:cubicBezTo>
                    <a:pt x="1433" y="865"/>
                    <a:pt x="1183" y="866"/>
                    <a:pt x="1169" y="865"/>
                  </a:cubicBezTo>
                  <a:cubicBezTo>
                    <a:pt x="1149" y="865"/>
                    <a:pt x="1171" y="861"/>
                    <a:pt x="1171" y="861"/>
                  </a:cubicBezTo>
                  <a:cubicBezTo>
                    <a:pt x="1171" y="861"/>
                    <a:pt x="1261" y="848"/>
                    <a:pt x="1290" y="835"/>
                  </a:cubicBezTo>
                  <a:cubicBezTo>
                    <a:pt x="1302" y="830"/>
                    <a:pt x="1314" y="829"/>
                    <a:pt x="1327" y="829"/>
                  </a:cubicBezTo>
                  <a:cubicBezTo>
                    <a:pt x="1341" y="829"/>
                    <a:pt x="1345" y="828"/>
                    <a:pt x="1345" y="826"/>
                  </a:cubicBezTo>
                  <a:cubicBezTo>
                    <a:pt x="1345" y="822"/>
                    <a:pt x="1340" y="823"/>
                    <a:pt x="1328" y="822"/>
                  </a:cubicBezTo>
                  <a:cubicBezTo>
                    <a:pt x="1317" y="822"/>
                    <a:pt x="1304" y="824"/>
                    <a:pt x="1284" y="818"/>
                  </a:cubicBezTo>
                  <a:cubicBezTo>
                    <a:pt x="1265" y="812"/>
                    <a:pt x="1142" y="691"/>
                    <a:pt x="1142" y="691"/>
                  </a:cubicBezTo>
                  <a:cubicBezTo>
                    <a:pt x="1142" y="691"/>
                    <a:pt x="1139" y="686"/>
                    <a:pt x="1131" y="684"/>
                  </a:cubicBezTo>
                  <a:cubicBezTo>
                    <a:pt x="1107" y="678"/>
                    <a:pt x="1108" y="663"/>
                    <a:pt x="1108" y="663"/>
                  </a:cubicBezTo>
                  <a:cubicBezTo>
                    <a:pt x="1108" y="663"/>
                    <a:pt x="1081" y="663"/>
                    <a:pt x="1063" y="663"/>
                  </a:cubicBezTo>
                  <a:cubicBezTo>
                    <a:pt x="1045" y="663"/>
                    <a:pt x="1044" y="653"/>
                    <a:pt x="1044" y="653"/>
                  </a:cubicBezTo>
                  <a:cubicBezTo>
                    <a:pt x="1043" y="632"/>
                    <a:pt x="1043" y="632"/>
                    <a:pt x="1043" y="632"/>
                  </a:cubicBezTo>
                  <a:cubicBezTo>
                    <a:pt x="1035" y="626"/>
                    <a:pt x="1030" y="634"/>
                    <a:pt x="1030" y="634"/>
                  </a:cubicBezTo>
                  <a:cubicBezTo>
                    <a:pt x="1030" y="686"/>
                    <a:pt x="1030" y="686"/>
                    <a:pt x="1030" y="686"/>
                  </a:cubicBezTo>
                  <a:cubicBezTo>
                    <a:pt x="1030" y="686"/>
                    <a:pt x="1030" y="708"/>
                    <a:pt x="1007" y="708"/>
                  </a:cubicBezTo>
                  <a:cubicBezTo>
                    <a:pt x="983" y="708"/>
                    <a:pt x="985" y="686"/>
                    <a:pt x="985" y="686"/>
                  </a:cubicBezTo>
                  <a:cubicBezTo>
                    <a:pt x="985" y="623"/>
                    <a:pt x="985" y="623"/>
                    <a:pt x="985" y="623"/>
                  </a:cubicBezTo>
                  <a:cubicBezTo>
                    <a:pt x="981" y="613"/>
                    <a:pt x="974" y="623"/>
                    <a:pt x="974" y="623"/>
                  </a:cubicBezTo>
                  <a:cubicBezTo>
                    <a:pt x="974" y="686"/>
                    <a:pt x="974" y="686"/>
                    <a:pt x="974" y="686"/>
                  </a:cubicBezTo>
                  <a:cubicBezTo>
                    <a:pt x="974" y="686"/>
                    <a:pt x="976" y="708"/>
                    <a:pt x="949" y="708"/>
                  </a:cubicBezTo>
                  <a:cubicBezTo>
                    <a:pt x="925" y="708"/>
                    <a:pt x="927" y="687"/>
                    <a:pt x="927" y="687"/>
                  </a:cubicBezTo>
                  <a:cubicBezTo>
                    <a:pt x="927" y="687"/>
                    <a:pt x="927" y="651"/>
                    <a:pt x="927" y="639"/>
                  </a:cubicBezTo>
                  <a:cubicBezTo>
                    <a:pt x="927" y="627"/>
                    <a:pt x="923" y="628"/>
                    <a:pt x="923" y="628"/>
                  </a:cubicBezTo>
                  <a:cubicBezTo>
                    <a:pt x="923" y="628"/>
                    <a:pt x="918" y="626"/>
                    <a:pt x="918" y="647"/>
                  </a:cubicBezTo>
                  <a:cubicBezTo>
                    <a:pt x="918" y="669"/>
                    <a:pt x="903" y="668"/>
                    <a:pt x="903" y="668"/>
                  </a:cubicBezTo>
                  <a:cubicBezTo>
                    <a:pt x="867" y="668"/>
                    <a:pt x="867" y="668"/>
                    <a:pt x="867" y="668"/>
                  </a:cubicBezTo>
                  <a:cubicBezTo>
                    <a:pt x="858" y="675"/>
                    <a:pt x="859" y="685"/>
                    <a:pt x="859" y="685"/>
                  </a:cubicBezTo>
                  <a:cubicBezTo>
                    <a:pt x="858" y="692"/>
                    <a:pt x="999" y="810"/>
                    <a:pt x="1020" y="815"/>
                  </a:cubicBezTo>
                  <a:cubicBezTo>
                    <a:pt x="1036" y="819"/>
                    <a:pt x="1049" y="818"/>
                    <a:pt x="1060" y="818"/>
                  </a:cubicBezTo>
                  <a:cubicBezTo>
                    <a:pt x="1071" y="819"/>
                    <a:pt x="1081" y="820"/>
                    <a:pt x="1082" y="826"/>
                  </a:cubicBezTo>
                  <a:cubicBezTo>
                    <a:pt x="1082" y="828"/>
                    <a:pt x="1075" y="833"/>
                    <a:pt x="1062" y="833"/>
                  </a:cubicBezTo>
                  <a:cubicBezTo>
                    <a:pt x="1048" y="833"/>
                    <a:pt x="1033" y="833"/>
                    <a:pt x="1021" y="838"/>
                  </a:cubicBezTo>
                  <a:cubicBezTo>
                    <a:pt x="991" y="851"/>
                    <a:pt x="907" y="865"/>
                    <a:pt x="907" y="865"/>
                  </a:cubicBezTo>
                  <a:cubicBezTo>
                    <a:pt x="907" y="865"/>
                    <a:pt x="668" y="866"/>
                    <a:pt x="645" y="866"/>
                  </a:cubicBezTo>
                  <a:cubicBezTo>
                    <a:pt x="622" y="865"/>
                    <a:pt x="638" y="861"/>
                    <a:pt x="638" y="861"/>
                  </a:cubicBezTo>
                  <a:cubicBezTo>
                    <a:pt x="638" y="861"/>
                    <a:pt x="727" y="848"/>
                    <a:pt x="757" y="835"/>
                  </a:cubicBezTo>
                  <a:cubicBezTo>
                    <a:pt x="769" y="830"/>
                    <a:pt x="781" y="829"/>
                    <a:pt x="794" y="829"/>
                  </a:cubicBezTo>
                  <a:cubicBezTo>
                    <a:pt x="808" y="829"/>
                    <a:pt x="812" y="828"/>
                    <a:pt x="812" y="826"/>
                  </a:cubicBezTo>
                  <a:cubicBezTo>
                    <a:pt x="812" y="822"/>
                    <a:pt x="806" y="823"/>
                    <a:pt x="795" y="822"/>
                  </a:cubicBezTo>
                  <a:cubicBezTo>
                    <a:pt x="784" y="822"/>
                    <a:pt x="771" y="824"/>
                    <a:pt x="751" y="818"/>
                  </a:cubicBezTo>
                  <a:cubicBezTo>
                    <a:pt x="732" y="812"/>
                    <a:pt x="609" y="691"/>
                    <a:pt x="609" y="691"/>
                  </a:cubicBezTo>
                  <a:cubicBezTo>
                    <a:pt x="609" y="691"/>
                    <a:pt x="606" y="686"/>
                    <a:pt x="597" y="684"/>
                  </a:cubicBezTo>
                  <a:cubicBezTo>
                    <a:pt x="574" y="678"/>
                    <a:pt x="575" y="663"/>
                    <a:pt x="575" y="663"/>
                  </a:cubicBezTo>
                  <a:cubicBezTo>
                    <a:pt x="575" y="663"/>
                    <a:pt x="548" y="663"/>
                    <a:pt x="530" y="663"/>
                  </a:cubicBezTo>
                  <a:cubicBezTo>
                    <a:pt x="512" y="663"/>
                    <a:pt x="510" y="653"/>
                    <a:pt x="510" y="653"/>
                  </a:cubicBezTo>
                  <a:cubicBezTo>
                    <a:pt x="509" y="632"/>
                    <a:pt x="509" y="632"/>
                    <a:pt x="509" y="632"/>
                  </a:cubicBezTo>
                  <a:cubicBezTo>
                    <a:pt x="501" y="626"/>
                    <a:pt x="497" y="634"/>
                    <a:pt x="497" y="634"/>
                  </a:cubicBezTo>
                  <a:cubicBezTo>
                    <a:pt x="497" y="686"/>
                    <a:pt x="497" y="686"/>
                    <a:pt x="497" y="686"/>
                  </a:cubicBezTo>
                  <a:cubicBezTo>
                    <a:pt x="497" y="686"/>
                    <a:pt x="496" y="708"/>
                    <a:pt x="473" y="708"/>
                  </a:cubicBezTo>
                  <a:cubicBezTo>
                    <a:pt x="450" y="708"/>
                    <a:pt x="452" y="686"/>
                    <a:pt x="452" y="686"/>
                  </a:cubicBezTo>
                  <a:cubicBezTo>
                    <a:pt x="452" y="623"/>
                    <a:pt x="452" y="623"/>
                    <a:pt x="452" y="623"/>
                  </a:cubicBezTo>
                  <a:cubicBezTo>
                    <a:pt x="447" y="613"/>
                    <a:pt x="441" y="623"/>
                    <a:pt x="441" y="623"/>
                  </a:cubicBezTo>
                  <a:cubicBezTo>
                    <a:pt x="441" y="686"/>
                    <a:pt x="441" y="686"/>
                    <a:pt x="441" y="686"/>
                  </a:cubicBezTo>
                  <a:cubicBezTo>
                    <a:pt x="441" y="686"/>
                    <a:pt x="442" y="708"/>
                    <a:pt x="415" y="708"/>
                  </a:cubicBezTo>
                  <a:cubicBezTo>
                    <a:pt x="392" y="708"/>
                    <a:pt x="394" y="687"/>
                    <a:pt x="394" y="687"/>
                  </a:cubicBezTo>
                  <a:cubicBezTo>
                    <a:pt x="394" y="687"/>
                    <a:pt x="394" y="651"/>
                    <a:pt x="394" y="639"/>
                  </a:cubicBezTo>
                  <a:cubicBezTo>
                    <a:pt x="394" y="627"/>
                    <a:pt x="390" y="628"/>
                    <a:pt x="390" y="628"/>
                  </a:cubicBezTo>
                  <a:cubicBezTo>
                    <a:pt x="390" y="628"/>
                    <a:pt x="385" y="626"/>
                    <a:pt x="385" y="647"/>
                  </a:cubicBezTo>
                  <a:cubicBezTo>
                    <a:pt x="385" y="669"/>
                    <a:pt x="370" y="668"/>
                    <a:pt x="370" y="668"/>
                  </a:cubicBezTo>
                  <a:cubicBezTo>
                    <a:pt x="333" y="668"/>
                    <a:pt x="333" y="668"/>
                    <a:pt x="333" y="668"/>
                  </a:cubicBezTo>
                  <a:cubicBezTo>
                    <a:pt x="325" y="675"/>
                    <a:pt x="326" y="685"/>
                    <a:pt x="326" y="685"/>
                  </a:cubicBezTo>
                  <a:cubicBezTo>
                    <a:pt x="325" y="692"/>
                    <a:pt x="466" y="810"/>
                    <a:pt x="487" y="815"/>
                  </a:cubicBezTo>
                  <a:cubicBezTo>
                    <a:pt x="503" y="819"/>
                    <a:pt x="516" y="818"/>
                    <a:pt x="527" y="818"/>
                  </a:cubicBezTo>
                  <a:cubicBezTo>
                    <a:pt x="538" y="819"/>
                    <a:pt x="548" y="820"/>
                    <a:pt x="548" y="826"/>
                  </a:cubicBezTo>
                  <a:cubicBezTo>
                    <a:pt x="549" y="828"/>
                    <a:pt x="542" y="833"/>
                    <a:pt x="529" y="833"/>
                  </a:cubicBezTo>
                  <a:cubicBezTo>
                    <a:pt x="515" y="833"/>
                    <a:pt x="500" y="833"/>
                    <a:pt x="487" y="838"/>
                  </a:cubicBezTo>
                  <a:cubicBezTo>
                    <a:pt x="458" y="851"/>
                    <a:pt x="359" y="865"/>
                    <a:pt x="359" y="865"/>
                  </a:cubicBezTo>
                  <a:cubicBezTo>
                    <a:pt x="359" y="865"/>
                    <a:pt x="41" y="865"/>
                    <a:pt x="21" y="865"/>
                  </a:cubicBezTo>
                  <a:cubicBezTo>
                    <a:pt x="0" y="865"/>
                    <a:pt x="17" y="861"/>
                    <a:pt x="17" y="861"/>
                  </a:cubicBezTo>
                  <a:cubicBezTo>
                    <a:pt x="17" y="861"/>
                    <a:pt x="189" y="829"/>
                    <a:pt x="218" y="817"/>
                  </a:cubicBezTo>
                  <a:cubicBezTo>
                    <a:pt x="231" y="811"/>
                    <a:pt x="242" y="811"/>
                    <a:pt x="256" y="811"/>
                  </a:cubicBezTo>
                  <a:cubicBezTo>
                    <a:pt x="269" y="811"/>
                    <a:pt x="273" y="810"/>
                    <a:pt x="273" y="808"/>
                  </a:cubicBezTo>
                  <a:cubicBezTo>
                    <a:pt x="273" y="804"/>
                    <a:pt x="268" y="804"/>
                    <a:pt x="257" y="804"/>
                  </a:cubicBezTo>
                  <a:cubicBezTo>
                    <a:pt x="245" y="804"/>
                    <a:pt x="232" y="805"/>
                    <a:pt x="213" y="800"/>
                  </a:cubicBezTo>
                  <a:cubicBezTo>
                    <a:pt x="193" y="794"/>
                    <a:pt x="70" y="636"/>
                    <a:pt x="70" y="636"/>
                  </a:cubicBezTo>
                  <a:cubicBezTo>
                    <a:pt x="70" y="636"/>
                    <a:pt x="67" y="631"/>
                    <a:pt x="59" y="629"/>
                  </a:cubicBezTo>
                  <a:cubicBezTo>
                    <a:pt x="35" y="623"/>
                    <a:pt x="36" y="609"/>
                    <a:pt x="36" y="609"/>
                  </a:cubicBezTo>
                  <a:cubicBezTo>
                    <a:pt x="36" y="590"/>
                    <a:pt x="36" y="590"/>
                    <a:pt x="36" y="590"/>
                  </a:cubicBezTo>
                  <a:cubicBezTo>
                    <a:pt x="36" y="575"/>
                    <a:pt x="54" y="571"/>
                    <a:pt x="62" y="571"/>
                  </a:cubicBezTo>
                  <a:cubicBezTo>
                    <a:pt x="71" y="571"/>
                    <a:pt x="75" y="567"/>
                    <a:pt x="75" y="567"/>
                  </a:cubicBezTo>
                  <a:cubicBezTo>
                    <a:pt x="76" y="567"/>
                    <a:pt x="76" y="567"/>
                    <a:pt x="76" y="567"/>
                  </a:cubicBezTo>
                  <a:cubicBezTo>
                    <a:pt x="76" y="567"/>
                    <a:pt x="171" y="523"/>
                    <a:pt x="201" y="485"/>
                  </a:cubicBezTo>
                  <a:cubicBezTo>
                    <a:pt x="213" y="470"/>
                    <a:pt x="225" y="469"/>
                    <a:pt x="238" y="469"/>
                  </a:cubicBezTo>
                  <a:cubicBezTo>
                    <a:pt x="252" y="469"/>
                    <a:pt x="256" y="465"/>
                    <a:pt x="256" y="458"/>
                  </a:cubicBezTo>
                  <a:cubicBezTo>
                    <a:pt x="256" y="447"/>
                    <a:pt x="250" y="449"/>
                    <a:pt x="239" y="447"/>
                  </a:cubicBezTo>
                  <a:cubicBezTo>
                    <a:pt x="228" y="446"/>
                    <a:pt x="215" y="451"/>
                    <a:pt x="195" y="435"/>
                  </a:cubicBezTo>
                  <a:cubicBezTo>
                    <a:pt x="176" y="418"/>
                    <a:pt x="75" y="348"/>
                    <a:pt x="75" y="348"/>
                  </a:cubicBezTo>
                  <a:cubicBezTo>
                    <a:pt x="75" y="348"/>
                    <a:pt x="63" y="337"/>
                    <a:pt x="62" y="315"/>
                  </a:cubicBezTo>
                  <a:cubicBezTo>
                    <a:pt x="61" y="293"/>
                    <a:pt x="33" y="293"/>
                    <a:pt x="33" y="275"/>
                  </a:cubicBezTo>
                  <a:cubicBezTo>
                    <a:pt x="33" y="275"/>
                    <a:pt x="32" y="265"/>
                    <a:pt x="41" y="258"/>
                  </a:cubicBezTo>
                  <a:cubicBezTo>
                    <a:pt x="45" y="255"/>
                    <a:pt x="46" y="244"/>
                    <a:pt x="40" y="239"/>
                  </a:cubicBezTo>
                  <a:cubicBezTo>
                    <a:pt x="32" y="233"/>
                    <a:pt x="33" y="222"/>
                    <a:pt x="33" y="222"/>
                  </a:cubicBezTo>
                  <a:cubicBezTo>
                    <a:pt x="33" y="205"/>
                    <a:pt x="175" y="74"/>
                    <a:pt x="194" y="67"/>
                  </a:cubicBezTo>
                  <a:cubicBezTo>
                    <a:pt x="214" y="59"/>
                    <a:pt x="227" y="62"/>
                    <a:pt x="238" y="61"/>
                  </a:cubicBezTo>
                  <a:cubicBezTo>
                    <a:pt x="249" y="60"/>
                    <a:pt x="255" y="61"/>
                    <a:pt x="255" y="56"/>
                  </a:cubicBezTo>
                  <a:cubicBezTo>
                    <a:pt x="255" y="53"/>
                    <a:pt x="251" y="51"/>
                    <a:pt x="237" y="51"/>
                  </a:cubicBezTo>
                  <a:cubicBezTo>
                    <a:pt x="224" y="51"/>
                    <a:pt x="212" y="51"/>
                    <a:pt x="200" y="44"/>
                  </a:cubicBezTo>
                  <a:cubicBezTo>
                    <a:pt x="170" y="26"/>
                    <a:pt x="81" y="8"/>
                    <a:pt x="81" y="8"/>
                  </a:cubicBezTo>
                  <a:cubicBezTo>
                    <a:pt x="81" y="8"/>
                    <a:pt x="54" y="1"/>
                    <a:pt x="80" y="1"/>
                  </a:cubicBezTo>
                  <a:cubicBezTo>
                    <a:pt x="105" y="1"/>
                    <a:pt x="360" y="0"/>
                    <a:pt x="360" y="0"/>
                  </a:cubicBezTo>
                  <a:cubicBezTo>
                    <a:pt x="360" y="0"/>
                    <a:pt x="459" y="23"/>
                    <a:pt x="498" y="44"/>
                  </a:cubicBezTo>
                  <a:cubicBezTo>
                    <a:pt x="504" y="46"/>
                    <a:pt x="519" y="45"/>
                    <a:pt x="532" y="45"/>
                  </a:cubicBezTo>
                  <a:cubicBezTo>
                    <a:pt x="546" y="45"/>
                    <a:pt x="552" y="53"/>
                    <a:pt x="552" y="56"/>
                  </a:cubicBezTo>
                  <a:cubicBezTo>
                    <a:pt x="552" y="61"/>
                    <a:pt x="546" y="66"/>
                    <a:pt x="535" y="67"/>
                  </a:cubicBezTo>
                  <a:cubicBezTo>
                    <a:pt x="524" y="67"/>
                    <a:pt x="505" y="65"/>
                    <a:pt x="491" y="70"/>
                  </a:cubicBezTo>
                  <a:cubicBezTo>
                    <a:pt x="469" y="76"/>
                    <a:pt x="345" y="229"/>
                    <a:pt x="345" y="229"/>
                  </a:cubicBezTo>
                  <a:cubicBezTo>
                    <a:pt x="345" y="229"/>
                    <a:pt x="340" y="234"/>
                    <a:pt x="327" y="232"/>
                  </a:cubicBezTo>
                  <a:cubicBezTo>
                    <a:pt x="318" y="232"/>
                    <a:pt x="315" y="236"/>
                    <a:pt x="315" y="243"/>
                  </a:cubicBezTo>
                  <a:cubicBezTo>
                    <a:pt x="315" y="250"/>
                    <a:pt x="316" y="258"/>
                    <a:pt x="327" y="258"/>
                  </a:cubicBezTo>
                  <a:cubicBezTo>
                    <a:pt x="341" y="259"/>
                    <a:pt x="346" y="266"/>
                    <a:pt x="346" y="266"/>
                  </a:cubicBezTo>
                  <a:cubicBezTo>
                    <a:pt x="346" y="266"/>
                    <a:pt x="470" y="412"/>
                    <a:pt x="491" y="427"/>
                  </a:cubicBezTo>
                  <a:cubicBezTo>
                    <a:pt x="507" y="438"/>
                    <a:pt x="520" y="434"/>
                    <a:pt x="531" y="435"/>
                  </a:cubicBezTo>
                  <a:cubicBezTo>
                    <a:pt x="543" y="436"/>
                    <a:pt x="552" y="442"/>
                    <a:pt x="553" y="458"/>
                  </a:cubicBezTo>
                  <a:cubicBezTo>
                    <a:pt x="553" y="465"/>
                    <a:pt x="546" y="480"/>
                    <a:pt x="533" y="480"/>
                  </a:cubicBezTo>
                  <a:cubicBezTo>
                    <a:pt x="519" y="480"/>
                    <a:pt x="504" y="479"/>
                    <a:pt x="492" y="495"/>
                  </a:cubicBezTo>
                  <a:cubicBezTo>
                    <a:pt x="462" y="533"/>
                    <a:pt x="363" y="579"/>
                    <a:pt x="363" y="579"/>
                  </a:cubicBezTo>
                  <a:cubicBezTo>
                    <a:pt x="362" y="579"/>
                    <a:pt x="362" y="579"/>
                    <a:pt x="362" y="579"/>
                  </a:cubicBezTo>
                  <a:cubicBezTo>
                    <a:pt x="355" y="582"/>
                    <a:pt x="353" y="594"/>
                    <a:pt x="353" y="594"/>
                  </a:cubicBezTo>
                  <a:cubicBezTo>
                    <a:pt x="348" y="614"/>
                    <a:pt x="325" y="622"/>
                    <a:pt x="326" y="632"/>
                  </a:cubicBezTo>
                  <a:cubicBezTo>
                    <a:pt x="326" y="632"/>
                    <a:pt x="325" y="643"/>
                    <a:pt x="333" y="649"/>
                  </a:cubicBezTo>
                  <a:cubicBezTo>
                    <a:pt x="366" y="649"/>
                    <a:pt x="366" y="649"/>
                    <a:pt x="366" y="649"/>
                  </a:cubicBezTo>
                  <a:cubicBezTo>
                    <a:pt x="366" y="649"/>
                    <a:pt x="369" y="648"/>
                    <a:pt x="369" y="641"/>
                  </a:cubicBezTo>
                  <a:cubicBezTo>
                    <a:pt x="369" y="623"/>
                    <a:pt x="369" y="623"/>
                    <a:pt x="369" y="623"/>
                  </a:cubicBezTo>
                  <a:cubicBezTo>
                    <a:pt x="369" y="623"/>
                    <a:pt x="373" y="612"/>
                    <a:pt x="389" y="612"/>
                  </a:cubicBezTo>
                  <a:cubicBezTo>
                    <a:pt x="405" y="612"/>
                    <a:pt x="410" y="623"/>
                    <a:pt x="410" y="623"/>
                  </a:cubicBezTo>
                  <a:cubicBezTo>
                    <a:pt x="410" y="683"/>
                    <a:pt x="410" y="683"/>
                    <a:pt x="410" y="683"/>
                  </a:cubicBezTo>
                  <a:cubicBezTo>
                    <a:pt x="410" y="683"/>
                    <a:pt x="410" y="690"/>
                    <a:pt x="417" y="690"/>
                  </a:cubicBezTo>
                  <a:cubicBezTo>
                    <a:pt x="423" y="690"/>
                    <a:pt x="425" y="682"/>
                    <a:pt x="425" y="682"/>
                  </a:cubicBezTo>
                  <a:cubicBezTo>
                    <a:pt x="425" y="625"/>
                    <a:pt x="425" y="625"/>
                    <a:pt x="425" y="625"/>
                  </a:cubicBezTo>
                  <a:cubicBezTo>
                    <a:pt x="425" y="625"/>
                    <a:pt x="429" y="602"/>
                    <a:pt x="447" y="602"/>
                  </a:cubicBezTo>
                  <a:cubicBezTo>
                    <a:pt x="465" y="602"/>
                    <a:pt x="468" y="622"/>
                    <a:pt x="468" y="622"/>
                  </a:cubicBezTo>
                  <a:cubicBezTo>
                    <a:pt x="468" y="682"/>
                    <a:pt x="468" y="682"/>
                    <a:pt x="468" y="682"/>
                  </a:cubicBezTo>
                  <a:cubicBezTo>
                    <a:pt x="468" y="682"/>
                    <a:pt x="468" y="689"/>
                    <a:pt x="475" y="689"/>
                  </a:cubicBezTo>
                  <a:cubicBezTo>
                    <a:pt x="481" y="689"/>
                    <a:pt x="481" y="682"/>
                    <a:pt x="481" y="682"/>
                  </a:cubicBezTo>
                  <a:cubicBezTo>
                    <a:pt x="481" y="682"/>
                    <a:pt x="480" y="647"/>
                    <a:pt x="481" y="631"/>
                  </a:cubicBezTo>
                  <a:cubicBezTo>
                    <a:pt x="481" y="616"/>
                    <a:pt x="494" y="615"/>
                    <a:pt x="501" y="614"/>
                  </a:cubicBezTo>
                  <a:cubicBezTo>
                    <a:pt x="508" y="614"/>
                    <a:pt x="518" y="616"/>
                    <a:pt x="522" y="623"/>
                  </a:cubicBezTo>
                  <a:cubicBezTo>
                    <a:pt x="524" y="627"/>
                    <a:pt x="524" y="645"/>
                    <a:pt x="524" y="645"/>
                  </a:cubicBezTo>
                  <a:cubicBezTo>
                    <a:pt x="574" y="645"/>
                    <a:pt x="574" y="645"/>
                    <a:pt x="574" y="645"/>
                  </a:cubicBezTo>
                  <a:cubicBezTo>
                    <a:pt x="574" y="630"/>
                    <a:pt x="593" y="626"/>
                    <a:pt x="601" y="626"/>
                  </a:cubicBezTo>
                  <a:cubicBezTo>
                    <a:pt x="609" y="626"/>
                    <a:pt x="612" y="621"/>
                    <a:pt x="612" y="621"/>
                  </a:cubicBezTo>
                  <a:cubicBezTo>
                    <a:pt x="613" y="620"/>
                    <a:pt x="613" y="620"/>
                    <a:pt x="613" y="620"/>
                  </a:cubicBezTo>
                  <a:cubicBezTo>
                    <a:pt x="613" y="620"/>
                    <a:pt x="706" y="523"/>
                    <a:pt x="735" y="485"/>
                  </a:cubicBezTo>
                  <a:cubicBezTo>
                    <a:pt x="748" y="470"/>
                    <a:pt x="759" y="469"/>
                    <a:pt x="773" y="469"/>
                  </a:cubicBezTo>
                  <a:cubicBezTo>
                    <a:pt x="786" y="469"/>
                    <a:pt x="791" y="465"/>
                    <a:pt x="791" y="458"/>
                  </a:cubicBezTo>
                  <a:cubicBezTo>
                    <a:pt x="791" y="447"/>
                    <a:pt x="785" y="449"/>
                    <a:pt x="774" y="447"/>
                  </a:cubicBezTo>
                  <a:cubicBezTo>
                    <a:pt x="762" y="446"/>
                    <a:pt x="749" y="451"/>
                    <a:pt x="730" y="435"/>
                  </a:cubicBezTo>
                  <a:cubicBezTo>
                    <a:pt x="710" y="418"/>
                    <a:pt x="610" y="348"/>
                    <a:pt x="610" y="348"/>
                  </a:cubicBezTo>
                  <a:cubicBezTo>
                    <a:pt x="610" y="348"/>
                    <a:pt x="597" y="337"/>
                    <a:pt x="596" y="315"/>
                  </a:cubicBezTo>
                  <a:cubicBezTo>
                    <a:pt x="595" y="293"/>
                    <a:pt x="567" y="293"/>
                    <a:pt x="568" y="275"/>
                  </a:cubicBezTo>
                  <a:cubicBezTo>
                    <a:pt x="568" y="275"/>
                    <a:pt x="567" y="265"/>
                    <a:pt x="575" y="258"/>
                  </a:cubicBezTo>
                  <a:cubicBezTo>
                    <a:pt x="580" y="255"/>
                    <a:pt x="581" y="244"/>
                    <a:pt x="575" y="239"/>
                  </a:cubicBezTo>
                  <a:cubicBezTo>
                    <a:pt x="567" y="233"/>
                    <a:pt x="568" y="222"/>
                    <a:pt x="568" y="222"/>
                  </a:cubicBezTo>
                  <a:cubicBezTo>
                    <a:pt x="567" y="205"/>
                    <a:pt x="709" y="74"/>
                    <a:pt x="729" y="67"/>
                  </a:cubicBezTo>
                  <a:cubicBezTo>
                    <a:pt x="748" y="59"/>
                    <a:pt x="761" y="62"/>
                    <a:pt x="773" y="61"/>
                  </a:cubicBezTo>
                  <a:cubicBezTo>
                    <a:pt x="784" y="60"/>
                    <a:pt x="790" y="61"/>
                    <a:pt x="790" y="56"/>
                  </a:cubicBezTo>
                  <a:cubicBezTo>
                    <a:pt x="790" y="53"/>
                    <a:pt x="785" y="51"/>
                    <a:pt x="772" y="51"/>
                  </a:cubicBezTo>
                  <a:cubicBezTo>
                    <a:pt x="758" y="51"/>
                    <a:pt x="747" y="51"/>
                    <a:pt x="734" y="44"/>
                  </a:cubicBezTo>
                  <a:cubicBezTo>
                    <a:pt x="705" y="26"/>
                    <a:pt x="615" y="8"/>
                    <a:pt x="615" y="8"/>
                  </a:cubicBezTo>
                  <a:cubicBezTo>
                    <a:pt x="615" y="8"/>
                    <a:pt x="587" y="1"/>
                    <a:pt x="616" y="1"/>
                  </a:cubicBezTo>
                  <a:cubicBezTo>
                    <a:pt x="645" y="1"/>
                    <a:pt x="894" y="0"/>
                    <a:pt x="894" y="0"/>
                  </a:cubicBezTo>
                  <a:cubicBezTo>
                    <a:pt x="894" y="0"/>
                    <a:pt x="994" y="23"/>
                    <a:pt x="1033" y="44"/>
                  </a:cubicBezTo>
                  <a:cubicBezTo>
                    <a:pt x="1038" y="46"/>
                    <a:pt x="1053" y="45"/>
                    <a:pt x="1067" y="45"/>
                  </a:cubicBezTo>
                  <a:cubicBezTo>
                    <a:pt x="1080" y="45"/>
                    <a:pt x="1086" y="53"/>
                    <a:pt x="1086" y="56"/>
                  </a:cubicBezTo>
                  <a:cubicBezTo>
                    <a:pt x="1086" y="61"/>
                    <a:pt x="1081" y="66"/>
                    <a:pt x="1069" y="67"/>
                  </a:cubicBezTo>
                  <a:cubicBezTo>
                    <a:pt x="1058" y="67"/>
                    <a:pt x="1040" y="65"/>
                    <a:pt x="1025" y="70"/>
                  </a:cubicBezTo>
                  <a:cubicBezTo>
                    <a:pt x="1003" y="76"/>
                    <a:pt x="880" y="229"/>
                    <a:pt x="880" y="229"/>
                  </a:cubicBezTo>
                  <a:cubicBezTo>
                    <a:pt x="880" y="229"/>
                    <a:pt x="874" y="234"/>
                    <a:pt x="862" y="232"/>
                  </a:cubicBezTo>
                  <a:cubicBezTo>
                    <a:pt x="852" y="232"/>
                    <a:pt x="849" y="236"/>
                    <a:pt x="849" y="243"/>
                  </a:cubicBezTo>
                  <a:cubicBezTo>
                    <a:pt x="849" y="250"/>
                    <a:pt x="850" y="258"/>
                    <a:pt x="861" y="258"/>
                  </a:cubicBezTo>
                  <a:cubicBezTo>
                    <a:pt x="875" y="259"/>
                    <a:pt x="880" y="266"/>
                    <a:pt x="880" y="266"/>
                  </a:cubicBezTo>
                  <a:cubicBezTo>
                    <a:pt x="880" y="266"/>
                    <a:pt x="1005" y="412"/>
                    <a:pt x="1026" y="427"/>
                  </a:cubicBezTo>
                  <a:cubicBezTo>
                    <a:pt x="1042" y="438"/>
                    <a:pt x="1055" y="434"/>
                    <a:pt x="1066" y="435"/>
                  </a:cubicBezTo>
                  <a:cubicBezTo>
                    <a:pt x="1077" y="436"/>
                    <a:pt x="1087" y="442"/>
                    <a:pt x="1087" y="458"/>
                  </a:cubicBezTo>
                  <a:cubicBezTo>
                    <a:pt x="1087" y="465"/>
                    <a:pt x="1081" y="480"/>
                    <a:pt x="1067" y="480"/>
                  </a:cubicBezTo>
                  <a:cubicBezTo>
                    <a:pt x="1054" y="480"/>
                    <a:pt x="1039" y="479"/>
                    <a:pt x="1026" y="495"/>
                  </a:cubicBezTo>
                  <a:cubicBezTo>
                    <a:pt x="997" y="533"/>
                    <a:pt x="898" y="578"/>
                    <a:pt x="898" y="578"/>
                  </a:cubicBezTo>
                  <a:cubicBezTo>
                    <a:pt x="897" y="579"/>
                    <a:pt x="897" y="579"/>
                    <a:pt x="897" y="579"/>
                  </a:cubicBezTo>
                  <a:cubicBezTo>
                    <a:pt x="896" y="579"/>
                    <a:pt x="896" y="579"/>
                    <a:pt x="896" y="579"/>
                  </a:cubicBezTo>
                  <a:cubicBezTo>
                    <a:pt x="888" y="582"/>
                    <a:pt x="886" y="594"/>
                    <a:pt x="886" y="594"/>
                  </a:cubicBezTo>
                  <a:cubicBezTo>
                    <a:pt x="881" y="614"/>
                    <a:pt x="858" y="622"/>
                    <a:pt x="859" y="632"/>
                  </a:cubicBezTo>
                  <a:cubicBezTo>
                    <a:pt x="859" y="632"/>
                    <a:pt x="858" y="643"/>
                    <a:pt x="866" y="649"/>
                  </a:cubicBezTo>
                  <a:cubicBezTo>
                    <a:pt x="899" y="649"/>
                    <a:pt x="899" y="649"/>
                    <a:pt x="899" y="649"/>
                  </a:cubicBezTo>
                  <a:cubicBezTo>
                    <a:pt x="899" y="649"/>
                    <a:pt x="903" y="648"/>
                    <a:pt x="902" y="641"/>
                  </a:cubicBezTo>
                  <a:cubicBezTo>
                    <a:pt x="902" y="623"/>
                    <a:pt x="902" y="623"/>
                    <a:pt x="902" y="623"/>
                  </a:cubicBezTo>
                  <a:cubicBezTo>
                    <a:pt x="902" y="623"/>
                    <a:pt x="907" y="612"/>
                    <a:pt x="923" y="612"/>
                  </a:cubicBezTo>
                  <a:cubicBezTo>
                    <a:pt x="939" y="612"/>
                    <a:pt x="943" y="623"/>
                    <a:pt x="943" y="623"/>
                  </a:cubicBezTo>
                  <a:cubicBezTo>
                    <a:pt x="943" y="683"/>
                    <a:pt x="943" y="683"/>
                    <a:pt x="943" y="683"/>
                  </a:cubicBezTo>
                  <a:cubicBezTo>
                    <a:pt x="943" y="683"/>
                    <a:pt x="943" y="690"/>
                    <a:pt x="950" y="690"/>
                  </a:cubicBezTo>
                  <a:cubicBezTo>
                    <a:pt x="956" y="690"/>
                    <a:pt x="958" y="682"/>
                    <a:pt x="958" y="682"/>
                  </a:cubicBezTo>
                  <a:cubicBezTo>
                    <a:pt x="958" y="625"/>
                    <a:pt x="958" y="625"/>
                    <a:pt x="958" y="625"/>
                  </a:cubicBezTo>
                  <a:cubicBezTo>
                    <a:pt x="958" y="625"/>
                    <a:pt x="963" y="602"/>
                    <a:pt x="981" y="602"/>
                  </a:cubicBezTo>
                  <a:cubicBezTo>
                    <a:pt x="999" y="602"/>
                    <a:pt x="1001" y="622"/>
                    <a:pt x="1001" y="622"/>
                  </a:cubicBezTo>
                  <a:cubicBezTo>
                    <a:pt x="1001" y="682"/>
                    <a:pt x="1001" y="682"/>
                    <a:pt x="1001" y="682"/>
                  </a:cubicBezTo>
                  <a:cubicBezTo>
                    <a:pt x="1001" y="682"/>
                    <a:pt x="1001" y="689"/>
                    <a:pt x="1008" y="689"/>
                  </a:cubicBezTo>
                  <a:cubicBezTo>
                    <a:pt x="1015" y="689"/>
                    <a:pt x="1014" y="682"/>
                    <a:pt x="1014" y="682"/>
                  </a:cubicBezTo>
                  <a:cubicBezTo>
                    <a:pt x="1014" y="682"/>
                    <a:pt x="1014" y="647"/>
                    <a:pt x="1014" y="631"/>
                  </a:cubicBezTo>
                  <a:cubicBezTo>
                    <a:pt x="1015" y="616"/>
                    <a:pt x="1027" y="615"/>
                    <a:pt x="1034" y="614"/>
                  </a:cubicBezTo>
                  <a:cubicBezTo>
                    <a:pt x="1041" y="614"/>
                    <a:pt x="1052" y="616"/>
                    <a:pt x="1055" y="623"/>
                  </a:cubicBezTo>
                  <a:cubicBezTo>
                    <a:pt x="1057" y="627"/>
                    <a:pt x="1057" y="645"/>
                    <a:pt x="1057" y="645"/>
                  </a:cubicBezTo>
                  <a:cubicBezTo>
                    <a:pt x="1107" y="645"/>
                    <a:pt x="1107" y="645"/>
                    <a:pt x="1107" y="645"/>
                  </a:cubicBezTo>
                  <a:cubicBezTo>
                    <a:pt x="1107" y="630"/>
                    <a:pt x="1126" y="626"/>
                    <a:pt x="1134" y="626"/>
                  </a:cubicBezTo>
                  <a:cubicBezTo>
                    <a:pt x="1142" y="626"/>
                    <a:pt x="1145" y="621"/>
                    <a:pt x="1145" y="621"/>
                  </a:cubicBezTo>
                  <a:cubicBezTo>
                    <a:pt x="1146" y="620"/>
                    <a:pt x="1146" y="620"/>
                    <a:pt x="1146" y="620"/>
                  </a:cubicBezTo>
                  <a:cubicBezTo>
                    <a:pt x="1148" y="618"/>
                    <a:pt x="1148" y="618"/>
                    <a:pt x="1148" y="618"/>
                  </a:cubicBezTo>
                  <a:cubicBezTo>
                    <a:pt x="1148" y="618"/>
                    <a:pt x="1244" y="523"/>
                    <a:pt x="1273" y="485"/>
                  </a:cubicBezTo>
                  <a:cubicBezTo>
                    <a:pt x="1286" y="470"/>
                    <a:pt x="1297" y="469"/>
                    <a:pt x="1311" y="469"/>
                  </a:cubicBezTo>
                  <a:cubicBezTo>
                    <a:pt x="1324" y="469"/>
                    <a:pt x="1329" y="465"/>
                    <a:pt x="1329" y="458"/>
                  </a:cubicBezTo>
                  <a:cubicBezTo>
                    <a:pt x="1329" y="447"/>
                    <a:pt x="1323" y="449"/>
                    <a:pt x="1312" y="447"/>
                  </a:cubicBezTo>
                  <a:cubicBezTo>
                    <a:pt x="1300" y="446"/>
                    <a:pt x="1287" y="451"/>
                    <a:pt x="1268" y="435"/>
                  </a:cubicBezTo>
                  <a:cubicBezTo>
                    <a:pt x="1248" y="418"/>
                    <a:pt x="1148" y="348"/>
                    <a:pt x="1148" y="348"/>
                  </a:cubicBezTo>
                  <a:cubicBezTo>
                    <a:pt x="1148" y="348"/>
                    <a:pt x="1135" y="337"/>
                    <a:pt x="1134" y="315"/>
                  </a:cubicBezTo>
                  <a:cubicBezTo>
                    <a:pt x="1133" y="293"/>
                    <a:pt x="1105" y="293"/>
                    <a:pt x="1106" y="275"/>
                  </a:cubicBezTo>
                  <a:cubicBezTo>
                    <a:pt x="1106" y="275"/>
                    <a:pt x="1105" y="265"/>
                    <a:pt x="1113" y="258"/>
                  </a:cubicBezTo>
                  <a:cubicBezTo>
                    <a:pt x="1118" y="255"/>
                    <a:pt x="1119" y="244"/>
                    <a:pt x="1113" y="239"/>
                  </a:cubicBezTo>
                  <a:cubicBezTo>
                    <a:pt x="1105" y="233"/>
                    <a:pt x="1106" y="222"/>
                    <a:pt x="1106" y="222"/>
                  </a:cubicBezTo>
                  <a:cubicBezTo>
                    <a:pt x="1105" y="205"/>
                    <a:pt x="1247" y="74"/>
                    <a:pt x="1267" y="67"/>
                  </a:cubicBezTo>
                  <a:cubicBezTo>
                    <a:pt x="1286" y="59"/>
                    <a:pt x="1299" y="62"/>
                    <a:pt x="1311" y="61"/>
                  </a:cubicBezTo>
                  <a:cubicBezTo>
                    <a:pt x="1322" y="60"/>
                    <a:pt x="1328" y="61"/>
                    <a:pt x="1328" y="56"/>
                  </a:cubicBezTo>
                  <a:cubicBezTo>
                    <a:pt x="1328" y="53"/>
                    <a:pt x="1323" y="51"/>
                    <a:pt x="1310" y="51"/>
                  </a:cubicBezTo>
                  <a:cubicBezTo>
                    <a:pt x="1296" y="51"/>
                    <a:pt x="1285" y="51"/>
                    <a:pt x="1272" y="44"/>
                  </a:cubicBezTo>
                  <a:cubicBezTo>
                    <a:pt x="1243" y="26"/>
                    <a:pt x="1153" y="8"/>
                    <a:pt x="1153" y="8"/>
                  </a:cubicBezTo>
                  <a:cubicBezTo>
                    <a:pt x="1153" y="8"/>
                    <a:pt x="1127" y="1"/>
                    <a:pt x="1150" y="1"/>
                  </a:cubicBezTo>
                  <a:cubicBezTo>
                    <a:pt x="1174" y="1"/>
                    <a:pt x="1432" y="0"/>
                    <a:pt x="1432" y="0"/>
                  </a:cubicBezTo>
                  <a:cubicBezTo>
                    <a:pt x="1432" y="0"/>
                    <a:pt x="1532" y="23"/>
                    <a:pt x="1571" y="44"/>
                  </a:cubicBezTo>
                  <a:cubicBezTo>
                    <a:pt x="1576" y="46"/>
                    <a:pt x="1591" y="45"/>
                    <a:pt x="1605" y="45"/>
                  </a:cubicBezTo>
                  <a:cubicBezTo>
                    <a:pt x="1618" y="45"/>
                    <a:pt x="1624" y="53"/>
                    <a:pt x="1624" y="56"/>
                  </a:cubicBezTo>
                  <a:cubicBezTo>
                    <a:pt x="1624" y="61"/>
                    <a:pt x="1619" y="66"/>
                    <a:pt x="1607" y="67"/>
                  </a:cubicBezTo>
                  <a:cubicBezTo>
                    <a:pt x="1596" y="67"/>
                    <a:pt x="1578" y="65"/>
                    <a:pt x="1563" y="70"/>
                  </a:cubicBezTo>
                  <a:cubicBezTo>
                    <a:pt x="1541" y="76"/>
                    <a:pt x="1418" y="229"/>
                    <a:pt x="1418" y="229"/>
                  </a:cubicBezTo>
                  <a:cubicBezTo>
                    <a:pt x="1418" y="229"/>
                    <a:pt x="1412" y="234"/>
                    <a:pt x="1400" y="232"/>
                  </a:cubicBezTo>
                  <a:cubicBezTo>
                    <a:pt x="1390" y="232"/>
                    <a:pt x="1387" y="236"/>
                    <a:pt x="1387" y="243"/>
                  </a:cubicBezTo>
                  <a:cubicBezTo>
                    <a:pt x="1387" y="250"/>
                    <a:pt x="1388" y="258"/>
                    <a:pt x="1399" y="258"/>
                  </a:cubicBezTo>
                  <a:cubicBezTo>
                    <a:pt x="1413" y="259"/>
                    <a:pt x="1418" y="266"/>
                    <a:pt x="1418" y="266"/>
                  </a:cubicBezTo>
                  <a:cubicBezTo>
                    <a:pt x="1418" y="266"/>
                    <a:pt x="1543" y="412"/>
                    <a:pt x="1564" y="427"/>
                  </a:cubicBezTo>
                  <a:cubicBezTo>
                    <a:pt x="1580" y="438"/>
                    <a:pt x="1593" y="434"/>
                    <a:pt x="1604" y="435"/>
                  </a:cubicBezTo>
                  <a:cubicBezTo>
                    <a:pt x="1615" y="436"/>
                    <a:pt x="1625" y="442"/>
                    <a:pt x="1625" y="458"/>
                  </a:cubicBezTo>
                  <a:cubicBezTo>
                    <a:pt x="1625" y="465"/>
                    <a:pt x="1619" y="480"/>
                    <a:pt x="1605" y="480"/>
                  </a:cubicBezTo>
                  <a:cubicBezTo>
                    <a:pt x="1592" y="480"/>
                    <a:pt x="1577" y="479"/>
                    <a:pt x="1564" y="495"/>
                  </a:cubicBezTo>
                  <a:cubicBezTo>
                    <a:pt x="1535" y="533"/>
                    <a:pt x="1436" y="579"/>
                    <a:pt x="1436" y="579"/>
                  </a:cubicBezTo>
                  <a:cubicBezTo>
                    <a:pt x="1434" y="580"/>
                    <a:pt x="1434" y="580"/>
                    <a:pt x="1434" y="580"/>
                  </a:cubicBezTo>
                  <a:cubicBezTo>
                    <a:pt x="1433" y="580"/>
                    <a:pt x="1433" y="580"/>
                    <a:pt x="1433" y="580"/>
                  </a:cubicBezTo>
                  <a:cubicBezTo>
                    <a:pt x="1426" y="583"/>
                    <a:pt x="1424" y="594"/>
                    <a:pt x="1424" y="594"/>
                  </a:cubicBezTo>
                  <a:cubicBezTo>
                    <a:pt x="1419" y="615"/>
                    <a:pt x="1396" y="623"/>
                    <a:pt x="1397" y="633"/>
                  </a:cubicBezTo>
                  <a:cubicBezTo>
                    <a:pt x="1397" y="633"/>
                    <a:pt x="1396" y="643"/>
                    <a:pt x="1404" y="650"/>
                  </a:cubicBezTo>
                  <a:cubicBezTo>
                    <a:pt x="1437" y="650"/>
                    <a:pt x="1437" y="650"/>
                    <a:pt x="1437" y="650"/>
                  </a:cubicBezTo>
                  <a:cubicBezTo>
                    <a:pt x="1437" y="650"/>
                    <a:pt x="1440" y="649"/>
                    <a:pt x="1440" y="642"/>
                  </a:cubicBezTo>
                  <a:cubicBezTo>
                    <a:pt x="1440" y="623"/>
                    <a:pt x="1440" y="623"/>
                    <a:pt x="1440" y="623"/>
                  </a:cubicBezTo>
                  <a:cubicBezTo>
                    <a:pt x="1440" y="623"/>
                    <a:pt x="1444" y="612"/>
                    <a:pt x="1460" y="612"/>
                  </a:cubicBezTo>
                  <a:cubicBezTo>
                    <a:pt x="1476" y="612"/>
                    <a:pt x="1481" y="623"/>
                    <a:pt x="1481" y="623"/>
                  </a:cubicBezTo>
                  <a:cubicBezTo>
                    <a:pt x="1481" y="684"/>
                    <a:pt x="1481" y="684"/>
                    <a:pt x="1481" y="684"/>
                  </a:cubicBezTo>
                  <a:cubicBezTo>
                    <a:pt x="1481" y="684"/>
                    <a:pt x="1481" y="691"/>
                    <a:pt x="1488" y="691"/>
                  </a:cubicBezTo>
                  <a:cubicBezTo>
                    <a:pt x="1494" y="691"/>
                    <a:pt x="1496" y="682"/>
                    <a:pt x="1496" y="682"/>
                  </a:cubicBezTo>
                  <a:cubicBezTo>
                    <a:pt x="1496" y="625"/>
                    <a:pt x="1496" y="625"/>
                    <a:pt x="1496" y="625"/>
                  </a:cubicBezTo>
                  <a:cubicBezTo>
                    <a:pt x="1496" y="625"/>
                    <a:pt x="1500" y="602"/>
                    <a:pt x="1518" y="602"/>
                  </a:cubicBezTo>
                  <a:cubicBezTo>
                    <a:pt x="1536" y="602"/>
                    <a:pt x="1539" y="623"/>
                    <a:pt x="1539" y="623"/>
                  </a:cubicBezTo>
                  <a:cubicBezTo>
                    <a:pt x="1539" y="682"/>
                    <a:pt x="1539" y="682"/>
                    <a:pt x="1539" y="682"/>
                  </a:cubicBezTo>
                  <a:cubicBezTo>
                    <a:pt x="1539" y="682"/>
                    <a:pt x="1539" y="689"/>
                    <a:pt x="1546" y="689"/>
                  </a:cubicBezTo>
                  <a:cubicBezTo>
                    <a:pt x="1552" y="689"/>
                    <a:pt x="1552" y="683"/>
                    <a:pt x="1552" y="683"/>
                  </a:cubicBezTo>
                  <a:cubicBezTo>
                    <a:pt x="1552" y="683"/>
                    <a:pt x="1551" y="647"/>
                    <a:pt x="1552" y="632"/>
                  </a:cubicBezTo>
                  <a:cubicBezTo>
                    <a:pt x="1552" y="616"/>
                    <a:pt x="1565" y="615"/>
                    <a:pt x="1572" y="615"/>
                  </a:cubicBezTo>
                  <a:cubicBezTo>
                    <a:pt x="1579" y="614"/>
                    <a:pt x="1589" y="616"/>
                    <a:pt x="1593" y="623"/>
                  </a:cubicBezTo>
                  <a:cubicBezTo>
                    <a:pt x="1595" y="627"/>
                    <a:pt x="1595" y="645"/>
                    <a:pt x="1595" y="645"/>
                  </a:cubicBezTo>
                  <a:cubicBezTo>
                    <a:pt x="1645" y="645"/>
                    <a:pt x="1645" y="645"/>
                    <a:pt x="1645" y="645"/>
                  </a:cubicBezTo>
                  <a:cubicBezTo>
                    <a:pt x="1645" y="630"/>
                    <a:pt x="1664" y="626"/>
                    <a:pt x="1672" y="626"/>
                  </a:cubicBezTo>
                  <a:cubicBezTo>
                    <a:pt x="1680" y="626"/>
                    <a:pt x="1683" y="621"/>
                    <a:pt x="1683" y="621"/>
                  </a:cubicBezTo>
                  <a:cubicBezTo>
                    <a:pt x="1684" y="620"/>
                    <a:pt x="1684" y="620"/>
                    <a:pt x="1684" y="620"/>
                  </a:cubicBezTo>
                  <a:cubicBezTo>
                    <a:pt x="1685" y="619"/>
                    <a:pt x="1685" y="619"/>
                    <a:pt x="1685" y="619"/>
                  </a:cubicBezTo>
                  <a:cubicBezTo>
                    <a:pt x="1685" y="619"/>
                    <a:pt x="1781" y="523"/>
                    <a:pt x="1811" y="485"/>
                  </a:cubicBezTo>
                  <a:cubicBezTo>
                    <a:pt x="1823" y="470"/>
                    <a:pt x="1834" y="469"/>
                    <a:pt x="1848" y="469"/>
                  </a:cubicBezTo>
                  <a:cubicBezTo>
                    <a:pt x="1862" y="469"/>
                    <a:pt x="1866" y="465"/>
                    <a:pt x="1866" y="458"/>
                  </a:cubicBezTo>
                  <a:cubicBezTo>
                    <a:pt x="1866" y="447"/>
                    <a:pt x="1860" y="449"/>
                    <a:pt x="1849" y="447"/>
                  </a:cubicBezTo>
                  <a:cubicBezTo>
                    <a:pt x="1838" y="446"/>
                    <a:pt x="1825" y="451"/>
                    <a:pt x="1805" y="435"/>
                  </a:cubicBezTo>
                  <a:cubicBezTo>
                    <a:pt x="1785" y="418"/>
                    <a:pt x="1685" y="348"/>
                    <a:pt x="1685" y="348"/>
                  </a:cubicBezTo>
                  <a:cubicBezTo>
                    <a:pt x="1685" y="348"/>
                    <a:pt x="1672" y="337"/>
                    <a:pt x="1672" y="315"/>
                  </a:cubicBezTo>
                  <a:cubicBezTo>
                    <a:pt x="1671" y="293"/>
                    <a:pt x="1643" y="293"/>
                    <a:pt x="1643" y="275"/>
                  </a:cubicBezTo>
                  <a:cubicBezTo>
                    <a:pt x="1643" y="275"/>
                    <a:pt x="1642" y="265"/>
                    <a:pt x="1651" y="258"/>
                  </a:cubicBezTo>
                  <a:cubicBezTo>
                    <a:pt x="1655" y="255"/>
                    <a:pt x="1656" y="244"/>
                    <a:pt x="1650" y="239"/>
                  </a:cubicBezTo>
                  <a:cubicBezTo>
                    <a:pt x="1642" y="233"/>
                    <a:pt x="1643" y="222"/>
                    <a:pt x="1643" y="222"/>
                  </a:cubicBezTo>
                  <a:cubicBezTo>
                    <a:pt x="1643" y="205"/>
                    <a:pt x="1784" y="74"/>
                    <a:pt x="1804" y="67"/>
                  </a:cubicBezTo>
                  <a:cubicBezTo>
                    <a:pt x="1824" y="59"/>
                    <a:pt x="1837" y="62"/>
                    <a:pt x="1848" y="61"/>
                  </a:cubicBezTo>
                  <a:cubicBezTo>
                    <a:pt x="1859" y="60"/>
                    <a:pt x="1865" y="61"/>
                    <a:pt x="1865" y="56"/>
                  </a:cubicBezTo>
                  <a:cubicBezTo>
                    <a:pt x="1865" y="53"/>
                    <a:pt x="1861" y="51"/>
                    <a:pt x="1847" y="51"/>
                  </a:cubicBezTo>
                  <a:cubicBezTo>
                    <a:pt x="1833" y="51"/>
                    <a:pt x="1822" y="51"/>
                    <a:pt x="1810" y="44"/>
                  </a:cubicBezTo>
                  <a:cubicBezTo>
                    <a:pt x="1780" y="26"/>
                    <a:pt x="1691" y="8"/>
                    <a:pt x="1691" y="8"/>
                  </a:cubicBezTo>
                  <a:cubicBezTo>
                    <a:pt x="1691" y="8"/>
                    <a:pt x="1662" y="1"/>
                    <a:pt x="1689" y="1"/>
                  </a:cubicBezTo>
                  <a:cubicBezTo>
                    <a:pt x="1717" y="1"/>
                    <a:pt x="1969" y="0"/>
                    <a:pt x="1969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9" name="Freeform 133">
              <a:extLst>
                <a:ext uri="{FF2B5EF4-FFF2-40B4-BE49-F238E27FC236}">
                  <a16:creationId xmlns:a16="http://schemas.microsoft.com/office/drawing/2014/main" id="{C6383838-DC5F-48FB-928A-C45570F60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012"/>
              <a:ext cx="28" cy="12"/>
            </a:xfrm>
            <a:custGeom>
              <a:avLst/>
              <a:gdLst>
                <a:gd name="T0" fmla="*/ 0 w 29"/>
                <a:gd name="T1" fmla="*/ 10 h 12"/>
                <a:gd name="T2" fmla="*/ 13 w 29"/>
                <a:gd name="T3" fmla="*/ 3 h 12"/>
                <a:gd name="T4" fmla="*/ 26 w 29"/>
                <a:gd name="T5" fmla="*/ 12 h 12"/>
                <a:gd name="T6" fmla="*/ 0 w 29"/>
                <a:gd name="T7" fmla="*/ 1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2">
                  <a:moveTo>
                    <a:pt x="0" y="10"/>
                  </a:moveTo>
                  <a:cubicBezTo>
                    <a:pt x="0" y="10"/>
                    <a:pt x="4" y="3"/>
                    <a:pt x="13" y="3"/>
                  </a:cubicBezTo>
                  <a:cubicBezTo>
                    <a:pt x="22" y="3"/>
                    <a:pt x="27" y="9"/>
                    <a:pt x="29" y="12"/>
                  </a:cubicBezTo>
                  <a:cubicBezTo>
                    <a:pt x="29" y="12"/>
                    <a:pt x="16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0" name="Freeform 134">
              <a:extLst>
                <a:ext uri="{FF2B5EF4-FFF2-40B4-BE49-F238E27FC236}">
                  <a16:creationId xmlns:a16="http://schemas.microsoft.com/office/drawing/2014/main" id="{3FB28345-571F-4517-B62D-BCC2E1F01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028"/>
              <a:ext cx="11" cy="12"/>
            </a:xfrm>
            <a:custGeom>
              <a:avLst/>
              <a:gdLst>
                <a:gd name="T0" fmla="*/ 0 w 11"/>
                <a:gd name="T1" fmla="*/ 0 h 13"/>
                <a:gd name="T2" fmla="*/ 11 w 11"/>
                <a:gd name="T3" fmla="*/ 10 h 13"/>
                <a:gd name="T4" fmla="*/ 0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0" y="0"/>
                    <a:pt x="9" y="0"/>
                    <a:pt x="11" y="13"/>
                  </a:cubicBezTo>
                  <a:cubicBezTo>
                    <a:pt x="11" y="13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1" name="Freeform 135">
              <a:extLst>
                <a:ext uri="{FF2B5EF4-FFF2-40B4-BE49-F238E27FC236}">
                  <a16:creationId xmlns:a16="http://schemas.microsoft.com/office/drawing/2014/main" id="{DDCDA78D-28C7-493F-AA17-B695AE0D4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090"/>
              <a:ext cx="16" cy="22"/>
            </a:xfrm>
            <a:custGeom>
              <a:avLst/>
              <a:gdLst>
                <a:gd name="T0" fmla="*/ 5 w 17"/>
                <a:gd name="T1" fmla="*/ 0 h 23"/>
                <a:gd name="T2" fmla="*/ 14 w 17"/>
                <a:gd name="T3" fmla="*/ 20 h 23"/>
                <a:gd name="T4" fmla="*/ 5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5" y="0"/>
                  </a:moveTo>
                  <a:cubicBezTo>
                    <a:pt x="5" y="0"/>
                    <a:pt x="0" y="17"/>
                    <a:pt x="17" y="23"/>
                  </a:cubicBezTo>
                  <a:cubicBezTo>
                    <a:pt x="17" y="23"/>
                    <a:pt x="6" y="1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2" name="Freeform 136">
              <a:extLst>
                <a:ext uri="{FF2B5EF4-FFF2-40B4-BE49-F238E27FC236}">
                  <a16:creationId xmlns:a16="http://schemas.microsoft.com/office/drawing/2014/main" id="{FAC59C5F-7CCA-48EB-8569-D719DAB9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017"/>
              <a:ext cx="14" cy="24"/>
            </a:xfrm>
            <a:custGeom>
              <a:avLst/>
              <a:gdLst>
                <a:gd name="T0" fmla="*/ 14 w 14"/>
                <a:gd name="T1" fmla="*/ 0 h 25"/>
                <a:gd name="T2" fmla="*/ 0 w 14"/>
                <a:gd name="T3" fmla="*/ 22 h 25"/>
                <a:gd name="T4" fmla="*/ 14 w 1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4" y="0"/>
                  </a:moveTo>
                  <a:cubicBezTo>
                    <a:pt x="14" y="0"/>
                    <a:pt x="0" y="7"/>
                    <a:pt x="0" y="25"/>
                  </a:cubicBezTo>
                  <a:cubicBezTo>
                    <a:pt x="0" y="25"/>
                    <a:pt x="6" y="7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3" name="Freeform 137">
              <a:extLst>
                <a:ext uri="{FF2B5EF4-FFF2-40B4-BE49-F238E27FC236}">
                  <a16:creationId xmlns:a16="http://schemas.microsoft.com/office/drawing/2014/main" id="{1AECB86E-0A3A-4A3A-AF00-E6C4AC369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079"/>
              <a:ext cx="17" cy="30"/>
            </a:xfrm>
            <a:custGeom>
              <a:avLst/>
              <a:gdLst>
                <a:gd name="T0" fmla="*/ 0 w 18"/>
                <a:gd name="T1" fmla="*/ 17 h 31"/>
                <a:gd name="T2" fmla="*/ 9 w 18"/>
                <a:gd name="T3" fmla="*/ 0 h 31"/>
                <a:gd name="T4" fmla="*/ 0 w 18"/>
                <a:gd name="T5" fmla="*/ 1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1">
                  <a:moveTo>
                    <a:pt x="0" y="20"/>
                  </a:moveTo>
                  <a:cubicBezTo>
                    <a:pt x="0" y="20"/>
                    <a:pt x="12" y="25"/>
                    <a:pt x="11" y="0"/>
                  </a:cubicBezTo>
                  <a:cubicBezTo>
                    <a:pt x="11" y="0"/>
                    <a:pt x="18" y="31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4" name="Freeform 138">
              <a:extLst>
                <a:ext uri="{FF2B5EF4-FFF2-40B4-BE49-F238E27FC236}">
                  <a16:creationId xmlns:a16="http://schemas.microsoft.com/office/drawing/2014/main" id="{F537E134-13E8-4F5F-80A7-C79AD6CC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073"/>
              <a:ext cx="19" cy="17"/>
            </a:xfrm>
            <a:custGeom>
              <a:avLst/>
              <a:gdLst>
                <a:gd name="T0" fmla="*/ 0 w 19"/>
                <a:gd name="T1" fmla="*/ 0 h 17"/>
                <a:gd name="T2" fmla="*/ 19 w 19"/>
                <a:gd name="T3" fmla="*/ 17 h 17"/>
                <a:gd name="T4" fmla="*/ 0 w 1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0" y="0"/>
                    <a:pt x="1" y="12"/>
                    <a:pt x="19" y="17"/>
                  </a:cubicBezTo>
                  <a:cubicBezTo>
                    <a:pt x="19" y="17"/>
                    <a:pt x="2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5" name="Freeform 139">
              <a:extLst>
                <a:ext uri="{FF2B5EF4-FFF2-40B4-BE49-F238E27FC236}">
                  <a16:creationId xmlns:a16="http://schemas.microsoft.com/office/drawing/2014/main" id="{D481A87B-6212-4F35-9DC8-B15CE30EE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076"/>
              <a:ext cx="22" cy="22"/>
            </a:xfrm>
            <a:custGeom>
              <a:avLst/>
              <a:gdLst>
                <a:gd name="T0" fmla="*/ 0 w 23"/>
                <a:gd name="T1" fmla="*/ 4 h 22"/>
                <a:gd name="T2" fmla="*/ 20 w 23"/>
                <a:gd name="T3" fmla="*/ 22 h 22"/>
                <a:gd name="T4" fmla="*/ 0 w 23"/>
                <a:gd name="T5" fmla="*/ 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0" y="4"/>
                  </a:moveTo>
                  <a:cubicBezTo>
                    <a:pt x="0" y="4"/>
                    <a:pt x="8" y="0"/>
                    <a:pt x="23" y="22"/>
                  </a:cubicBezTo>
                  <a:cubicBezTo>
                    <a:pt x="23" y="22"/>
                    <a:pt x="8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6" name="Freeform 140">
              <a:extLst>
                <a:ext uri="{FF2B5EF4-FFF2-40B4-BE49-F238E27FC236}">
                  <a16:creationId xmlns:a16="http://schemas.microsoft.com/office/drawing/2014/main" id="{A90AF141-C5FC-436E-91C8-DB51D6E8F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086"/>
              <a:ext cx="11" cy="18"/>
            </a:xfrm>
            <a:custGeom>
              <a:avLst/>
              <a:gdLst>
                <a:gd name="T0" fmla="*/ 5 w 11"/>
                <a:gd name="T1" fmla="*/ 0 h 19"/>
                <a:gd name="T2" fmla="*/ 11 w 11"/>
                <a:gd name="T3" fmla="*/ 16 h 19"/>
                <a:gd name="T4" fmla="*/ 5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5" y="0"/>
                  </a:moveTo>
                  <a:cubicBezTo>
                    <a:pt x="5" y="0"/>
                    <a:pt x="0" y="10"/>
                    <a:pt x="11" y="19"/>
                  </a:cubicBezTo>
                  <a:cubicBezTo>
                    <a:pt x="11" y="19"/>
                    <a:pt x="4" y="7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7" name="Freeform 141">
              <a:extLst>
                <a:ext uri="{FF2B5EF4-FFF2-40B4-BE49-F238E27FC236}">
                  <a16:creationId xmlns:a16="http://schemas.microsoft.com/office/drawing/2014/main" id="{870A441A-F1EE-4C9E-92A2-E74117565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875"/>
              <a:ext cx="9" cy="10"/>
            </a:xfrm>
            <a:custGeom>
              <a:avLst/>
              <a:gdLst>
                <a:gd name="T0" fmla="*/ 0 w 10"/>
                <a:gd name="T1" fmla="*/ 0 h 10"/>
                <a:gd name="T2" fmla="*/ 0 w 10"/>
                <a:gd name="T3" fmla="*/ 10 h 10"/>
                <a:gd name="T4" fmla="*/ 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0" y="0"/>
                    <a:pt x="10" y="2"/>
                    <a:pt x="0" y="10"/>
                  </a:cubicBezTo>
                  <a:cubicBezTo>
                    <a:pt x="0" y="10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8" name="Freeform 142">
              <a:extLst>
                <a:ext uri="{FF2B5EF4-FFF2-40B4-BE49-F238E27FC236}">
                  <a16:creationId xmlns:a16="http://schemas.microsoft.com/office/drawing/2014/main" id="{84D2C244-62DD-483B-84A4-6F52A14A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257"/>
              <a:ext cx="18" cy="29"/>
            </a:xfrm>
            <a:custGeom>
              <a:avLst/>
              <a:gdLst>
                <a:gd name="T0" fmla="*/ 4 w 18"/>
                <a:gd name="T1" fmla="*/ 0 h 30"/>
                <a:gd name="T2" fmla="*/ 0 w 18"/>
                <a:gd name="T3" fmla="*/ 27 h 30"/>
                <a:gd name="T4" fmla="*/ 4 w 1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0">
                  <a:moveTo>
                    <a:pt x="4" y="0"/>
                  </a:moveTo>
                  <a:cubicBezTo>
                    <a:pt x="4" y="0"/>
                    <a:pt x="18" y="17"/>
                    <a:pt x="0" y="30"/>
                  </a:cubicBezTo>
                  <a:cubicBezTo>
                    <a:pt x="0" y="30"/>
                    <a:pt x="9" y="1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9" name="Freeform 143">
              <a:extLst>
                <a:ext uri="{FF2B5EF4-FFF2-40B4-BE49-F238E27FC236}">
                  <a16:creationId xmlns:a16="http://schemas.microsoft.com/office/drawing/2014/main" id="{13BBD9C4-FA46-4B7A-91A5-E0C546CA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258"/>
              <a:ext cx="16" cy="27"/>
            </a:xfrm>
            <a:custGeom>
              <a:avLst/>
              <a:gdLst>
                <a:gd name="T0" fmla="*/ 3 w 16"/>
                <a:gd name="T1" fmla="*/ 0 h 28"/>
                <a:gd name="T2" fmla="*/ 0 w 16"/>
                <a:gd name="T3" fmla="*/ 25 h 28"/>
                <a:gd name="T4" fmla="*/ 3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3" y="0"/>
                  </a:moveTo>
                  <a:cubicBezTo>
                    <a:pt x="3" y="0"/>
                    <a:pt x="16" y="15"/>
                    <a:pt x="0" y="28"/>
                  </a:cubicBezTo>
                  <a:cubicBezTo>
                    <a:pt x="0" y="28"/>
                    <a:pt x="10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0" name="Freeform 144">
              <a:extLst>
                <a:ext uri="{FF2B5EF4-FFF2-40B4-BE49-F238E27FC236}">
                  <a16:creationId xmlns:a16="http://schemas.microsoft.com/office/drawing/2014/main" id="{8C5F7E42-5E71-455C-8DBA-485917D93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096"/>
              <a:ext cx="13" cy="17"/>
            </a:xfrm>
            <a:custGeom>
              <a:avLst/>
              <a:gdLst>
                <a:gd name="T0" fmla="*/ 0 w 14"/>
                <a:gd name="T1" fmla="*/ 0 h 18"/>
                <a:gd name="T2" fmla="*/ 11 w 14"/>
                <a:gd name="T3" fmla="*/ 4 h 18"/>
                <a:gd name="T4" fmla="*/ 0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0" y="0"/>
                    <a:pt x="3" y="11"/>
                    <a:pt x="14" y="4"/>
                  </a:cubicBezTo>
                  <a:cubicBezTo>
                    <a:pt x="14" y="4"/>
                    <a:pt x="1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1" name="Freeform 145">
              <a:extLst>
                <a:ext uri="{FF2B5EF4-FFF2-40B4-BE49-F238E27FC236}">
                  <a16:creationId xmlns:a16="http://schemas.microsoft.com/office/drawing/2014/main" id="{144509B3-39DE-4C78-8CBC-C16B39A6D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088"/>
              <a:ext cx="19" cy="22"/>
            </a:xfrm>
            <a:custGeom>
              <a:avLst/>
              <a:gdLst>
                <a:gd name="T0" fmla="*/ 13 w 20"/>
                <a:gd name="T1" fmla="*/ 0 h 23"/>
                <a:gd name="T2" fmla="*/ 0 w 20"/>
                <a:gd name="T3" fmla="*/ 20 h 23"/>
                <a:gd name="T4" fmla="*/ 13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16" y="0"/>
                  </a:moveTo>
                  <a:cubicBezTo>
                    <a:pt x="16" y="0"/>
                    <a:pt x="20" y="22"/>
                    <a:pt x="0" y="23"/>
                  </a:cubicBezTo>
                  <a:cubicBezTo>
                    <a:pt x="0" y="23"/>
                    <a:pt x="14" y="15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2" name="Freeform 146">
              <a:extLst>
                <a:ext uri="{FF2B5EF4-FFF2-40B4-BE49-F238E27FC236}">
                  <a16:creationId xmlns:a16="http://schemas.microsoft.com/office/drawing/2014/main" id="{04A59520-FDD5-4C9C-9F4F-518B89744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025"/>
              <a:ext cx="16" cy="17"/>
            </a:xfrm>
            <a:custGeom>
              <a:avLst/>
              <a:gdLst>
                <a:gd name="T0" fmla="*/ 0 w 17"/>
                <a:gd name="T1" fmla="*/ 1 h 18"/>
                <a:gd name="T2" fmla="*/ 14 w 17"/>
                <a:gd name="T3" fmla="*/ 15 h 18"/>
                <a:gd name="T4" fmla="*/ 0 w 17"/>
                <a:gd name="T5" fmla="*/ 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1"/>
                  </a:moveTo>
                  <a:cubicBezTo>
                    <a:pt x="0" y="1"/>
                    <a:pt x="17" y="0"/>
                    <a:pt x="17" y="18"/>
                  </a:cubicBezTo>
                  <a:cubicBezTo>
                    <a:pt x="17" y="18"/>
                    <a:pt x="11" y="4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3" name="Freeform 147">
              <a:extLst>
                <a:ext uri="{FF2B5EF4-FFF2-40B4-BE49-F238E27FC236}">
                  <a16:creationId xmlns:a16="http://schemas.microsoft.com/office/drawing/2014/main" id="{C9E135B5-D89E-4521-96D9-E3962005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067"/>
              <a:ext cx="24" cy="17"/>
            </a:xfrm>
            <a:custGeom>
              <a:avLst/>
              <a:gdLst>
                <a:gd name="T0" fmla="*/ 0 w 25"/>
                <a:gd name="T1" fmla="*/ 2 h 18"/>
                <a:gd name="T2" fmla="*/ 13 w 25"/>
                <a:gd name="T3" fmla="*/ 3 h 18"/>
                <a:gd name="T4" fmla="*/ 22 w 25"/>
                <a:gd name="T5" fmla="*/ 15 h 18"/>
                <a:gd name="T6" fmla="*/ 16 w 25"/>
                <a:gd name="T7" fmla="*/ 0 h 18"/>
                <a:gd name="T8" fmla="*/ 0 w 25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0" y="2"/>
                  </a:move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4" y="12"/>
                    <a:pt x="25" y="18"/>
                  </a:cubicBezTo>
                  <a:cubicBezTo>
                    <a:pt x="25" y="18"/>
                    <a:pt x="17" y="9"/>
                    <a:pt x="19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4" name="Freeform 148">
              <a:extLst>
                <a:ext uri="{FF2B5EF4-FFF2-40B4-BE49-F238E27FC236}">
                  <a16:creationId xmlns:a16="http://schemas.microsoft.com/office/drawing/2014/main" id="{0A40F4FC-C929-4D89-8FFA-E340E3DE5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896"/>
              <a:ext cx="121" cy="136"/>
            </a:xfrm>
            <a:custGeom>
              <a:avLst/>
              <a:gdLst>
                <a:gd name="T0" fmla="*/ 111 w 126"/>
                <a:gd name="T1" fmla="*/ 0 h 140"/>
                <a:gd name="T2" fmla="*/ 0 w 126"/>
                <a:gd name="T3" fmla="*/ 128 h 140"/>
                <a:gd name="T4" fmla="*/ 6 w 126"/>
                <a:gd name="T5" fmla="*/ 117 h 140"/>
                <a:gd name="T6" fmla="*/ 111 w 126"/>
                <a:gd name="T7" fmla="*/ 0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40">
                  <a:moveTo>
                    <a:pt x="126" y="0"/>
                  </a:moveTo>
                  <a:cubicBezTo>
                    <a:pt x="126" y="0"/>
                    <a:pt x="35" y="94"/>
                    <a:pt x="0" y="140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6" y="128"/>
                    <a:pt x="107" y="16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5" name="Freeform 149">
              <a:extLst>
                <a:ext uri="{FF2B5EF4-FFF2-40B4-BE49-F238E27FC236}">
                  <a16:creationId xmlns:a16="http://schemas.microsoft.com/office/drawing/2014/main" id="{34BE69FA-3B8C-4DC7-9093-65E3177FF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895"/>
              <a:ext cx="126" cy="140"/>
            </a:xfrm>
            <a:custGeom>
              <a:avLst/>
              <a:gdLst>
                <a:gd name="T0" fmla="*/ 118 w 130"/>
                <a:gd name="T1" fmla="*/ 0 h 144"/>
                <a:gd name="T2" fmla="*/ 0 w 130"/>
                <a:gd name="T3" fmla="*/ 132 h 144"/>
                <a:gd name="T4" fmla="*/ 0 w 130"/>
                <a:gd name="T5" fmla="*/ 128 h 144"/>
                <a:gd name="T6" fmla="*/ 118 w 130"/>
                <a:gd name="T7" fmla="*/ 0 h 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144">
                  <a:moveTo>
                    <a:pt x="130" y="0"/>
                  </a:moveTo>
                  <a:cubicBezTo>
                    <a:pt x="130" y="0"/>
                    <a:pt x="41" y="90"/>
                    <a:pt x="0" y="144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113" y="9"/>
                    <a:pt x="1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6" name="Freeform 150">
              <a:extLst>
                <a:ext uri="{FF2B5EF4-FFF2-40B4-BE49-F238E27FC236}">
                  <a16:creationId xmlns:a16="http://schemas.microsoft.com/office/drawing/2014/main" id="{9C2B457C-ADC1-446B-AA89-19A34C1B9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427"/>
              <a:ext cx="14" cy="27"/>
            </a:xfrm>
            <a:custGeom>
              <a:avLst/>
              <a:gdLst>
                <a:gd name="T0" fmla="*/ 12 w 15"/>
                <a:gd name="T1" fmla="*/ 0 h 28"/>
                <a:gd name="T2" fmla="*/ 9 w 15"/>
                <a:gd name="T3" fmla="*/ 25 h 28"/>
                <a:gd name="T4" fmla="*/ 12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12" y="28"/>
                  </a:cubicBezTo>
                  <a:cubicBezTo>
                    <a:pt x="12" y="28"/>
                    <a:pt x="7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7" name="Freeform 151">
              <a:extLst>
                <a:ext uri="{FF2B5EF4-FFF2-40B4-BE49-F238E27FC236}">
                  <a16:creationId xmlns:a16="http://schemas.microsoft.com/office/drawing/2014/main" id="{84A977EB-40AF-449E-B117-E0A5B4863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440"/>
              <a:ext cx="3" cy="51"/>
            </a:xfrm>
            <a:custGeom>
              <a:avLst/>
              <a:gdLst>
                <a:gd name="T0" fmla="*/ 0 w 3"/>
                <a:gd name="T1" fmla="*/ 0 h 51"/>
                <a:gd name="T2" fmla="*/ 1 w 3"/>
                <a:gd name="T3" fmla="*/ 51 h 51"/>
                <a:gd name="T4" fmla="*/ 3 w 3"/>
                <a:gd name="T5" fmla="*/ 48 h 51"/>
                <a:gd name="T6" fmla="*/ 0 w 3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1">
                  <a:moveTo>
                    <a:pt x="0" y="0"/>
                  </a:moveTo>
                  <a:lnTo>
                    <a:pt x="1" y="51"/>
                  </a:lnTo>
                  <a:lnTo>
                    <a:pt x="3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8" name="Freeform 152">
              <a:extLst>
                <a:ext uri="{FF2B5EF4-FFF2-40B4-BE49-F238E27FC236}">
                  <a16:creationId xmlns:a16="http://schemas.microsoft.com/office/drawing/2014/main" id="{6A4D5040-100D-45B6-8292-8E9D72450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492"/>
              <a:ext cx="20" cy="18"/>
            </a:xfrm>
            <a:custGeom>
              <a:avLst/>
              <a:gdLst>
                <a:gd name="T0" fmla="*/ 4 w 21"/>
                <a:gd name="T1" fmla="*/ 0 h 18"/>
                <a:gd name="T2" fmla="*/ 18 w 21"/>
                <a:gd name="T3" fmla="*/ 18 h 18"/>
                <a:gd name="T4" fmla="*/ 4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4" y="0"/>
                  </a:moveTo>
                  <a:cubicBezTo>
                    <a:pt x="4" y="0"/>
                    <a:pt x="0" y="17"/>
                    <a:pt x="21" y="18"/>
                  </a:cubicBezTo>
                  <a:cubicBezTo>
                    <a:pt x="21" y="18"/>
                    <a:pt x="5" y="15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9" name="Rectangle 153">
              <a:extLst>
                <a:ext uri="{FF2B5EF4-FFF2-40B4-BE49-F238E27FC236}">
                  <a16:creationId xmlns:a16="http://schemas.microsoft.com/office/drawing/2014/main" id="{D0E2E19F-B34E-4A1B-86E9-9168693E8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2455"/>
              <a:ext cx="48" cy="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0" name="Freeform 154">
              <a:extLst>
                <a:ext uri="{FF2B5EF4-FFF2-40B4-BE49-F238E27FC236}">
                  <a16:creationId xmlns:a16="http://schemas.microsoft.com/office/drawing/2014/main" id="{2406BCFC-0691-4215-A89C-9F145690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2255"/>
              <a:ext cx="25" cy="22"/>
            </a:xfrm>
            <a:custGeom>
              <a:avLst/>
              <a:gdLst>
                <a:gd name="T0" fmla="*/ 0 w 26"/>
                <a:gd name="T1" fmla="*/ 1 h 23"/>
                <a:gd name="T2" fmla="*/ 10 w 26"/>
                <a:gd name="T3" fmla="*/ 20 h 23"/>
                <a:gd name="T4" fmla="*/ 0 w 26"/>
                <a:gd name="T5" fmla="*/ 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3">
                  <a:moveTo>
                    <a:pt x="0" y="1"/>
                  </a:moveTo>
                  <a:cubicBezTo>
                    <a:pt x="0" y="1"/>
                    <a:pt x="19" y="3"/>
                    <a:pt x="10" y="23"/>
                  </a:cubicBezTo>
                  <a:cubicBezTo>
                    <a:pt x="10" y="23"/>
                    <a:pt x="26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1" name="Freeform 155">
              <a:extLst>
                <a:ext uri="{FF2B5EF4-FFF2-40B4-BE49-F238E27FC236}">
                  <a16:creationId xmlns:a16="http://schemas.microsoft.com/office/drawing/2014/main" id="{47AA88E4-2A31-4E79-B6BE-67F2B34E9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426"/>
              <a:ext cx="16" cy="16"/>
            </a:xfrm>
            <a:custGeom>
              <a:avLst/>
              <a:gdLst>
                <a:gd name="T0" fmla="*/ 14 w 17"/>
                <a:gd name="T1" fmla="*/ 5 h 17"/>
                <a:gd name="T2" fmla="*/ 5 w 17"/>
                <a:gd name="T3" fmla="*/ 14 h 17"/>
                <a:gd name="T4" fmla="*/ 14 w 17"/>
                <a:gd name="T5" fmla="*/ 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7" y="5"/>
                  </a:moveTo>
                  <a:cubicBezTo>
                    <a:pt x="17" y="5"/>
                    <a:pt x="7" y="5"/>
                    <a:pt x="5" y="17"/>
                  </a:cubicBezTo>
                  <a:cubicBezTo>
                    <a:pt x="5" y="17"/>
                    <a:pt x="0" y="0"/>
                    <a:pt x="1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2" name="Freeform 156">
              <a:extLst>
                <a:ext uri="{FF2B5EF4-FFF2-40B4-BE49-F238E27FC236}">
                  <a16:creationId xmlns:a16="http://schemas.microsoft.com/office/drawing/2014/main" id="{685D58F8-E71F-4C83-9BA0-57521BE88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483"/>
              <a:ext cx="24" cy="27"/>
            </a:xfrm>
            <a:custGeom>
              <a:avLst/>
              <a:gdLst>
                <a:gd name="T0" fmla="*/ 7 w 25"/>
                <a:gd name="T1" fmla="*/ 0 h 28"/>
                <a:gd name="T2" fmla="*/ 22 w 25"/>
                <a:gd name="T3" fmla="*/ 25 h 28"/>
                <a:gd name="T4" fmla="*/ 7 w 2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7" y="0"/>
                  </a:moveTo>
                  <a:cubicBezTo>
                    <a:pt x="7" y="0"/>
                    <a:pt x="0" y="26"/>
                    <a:pt x="25" y="28"/>
                  </a:cubicBezTo>
                  <a:cubicBezTo>
                    <a:pt x="25" y="28"/>
                    <a:pt x="6" y="1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3" name="Freeform 157">
              <a:extLst>
                <a:ext uri="{FF2B5EF4-FFF2-40B4-BE49-F238E27FC236}">
                  <a16:creationId xmlns:a16="http://schemas.microsoft.com/office/drawing/2014/main" id="{B52B7D88-8DE4-4057-9540-E2B069FB2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430"/>
              <a:ext cx="3" cy="62"/>
            </a:xfrm>
            <a:custGeom>
              <a:avLst/>
              <a:gdLst>
                <a:gd name="T0" fmla="*/ 0 w 3"/>
                <a:gd name="T1" fmla="*/ 0 h 62"/>
                <a:gd name="T2" fmla="*/ 0 w 3"/>
                <a:gd name="T3" fmla="*/ 62 h 62"/>
                <a:gd name="T4" fmla="*/ 3 w 3"/>
                <a:gd name="T5" fmla="*/ 61 h 62"/>
                <a:gd name="T6" fmla="*/ 0 w 3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2">
                  <a:moveTo>
                    <a:pt x="0" y="0"/>
                  </a:moveTo>
                  <a:lnTo>
                    <a:pt x="0" y="62"/>
                  </a:lnTo>
                  <a:lnTo>
                    <a:pt x="3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4" name="Freeform 158">
              <a:extLst>
                <a:ext uri="{FF2B5EF4-FFF2-40B4-BE49-F238E27FC236}">
                  <a16:creationId xmlns:a16="http://schemas.microsoft.com/office/drawing/2014/main" id="{CACDE882-92FA-48E3-80FF-F5FCF4BA3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431"/>
              <a:ext cx="16" cy="19"/>
            </a:xfrm>
            <a:custGeom>
              <a:avLst/>
              <a:gdLst>
                <a:gd name="T0" fmla="*/ 16 w 16"/>
                <a:gd name="T1" fmla="*/ 1 h 19"/>
                <a:gd name="T2" fmla="*/ 7 w 16"/>
                <a:gd name="T3" fmla="*/ 19 h 19"/>
                <a:gd name="T4" fmla="*/ 16 w 16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16" y="1"/>
                  </a:moveTo>
                  <a:cubicBezTo>
                    <a:pt x="16" y="1"/>
                    <a:pt x="8" y="0"/>
                    <a:pt x="7" y="19"/>
                  </a:cubicBezTo>
                  <a:cubicBezTo>
                    <a:pt x="7" y="19"/>
                    <a:pt x="0" y="0"/>
                    <a:pt x="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5" name="Freeform 159">
              <a:extLst>
                <a:ext uri="{FF2B5EF4-FFF2-40B4-BE49-F238E27FC236}">
                  <a16:creationId xmlns:a16="http://schemas.microsoft.com/office/drawing/2014/main" id="{0649493A-AB3A-4284-AB2E-586288039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253"/>
              <a:ext cx="18" cy="33"/>
            </a:xfrm>
            <a:custGeom>
              <a:avLst/>
              <a:gdLst>
                <a:gd name="T0" fmla="*/ 0 w 19"/>
                <a:gd name="T1" fmla="*/ 0 h 34"/>
                <a:gd name="T2" fmla="*/ 2 w 19"/>
                <a:gd name="T3" fmla="*/ 31 h 34"/>
                <a:gd name="T4" fmla="*/ 0 w 19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0" y="0"/>
                  </a:moveTo>
                  <a:cubicBezTo>
                    <a:pt x="0" y="0"/>
                    <a:pt x="19" y="17"/>
                    <a:pt x="2" y="34"/>
                  </a:cubicBezTo>
                  <a:cubicBezTo>
                    <a:pt x="2" y="34"/>
                    <a:pt x="9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6" name="Freeform 160">
              <a:extLst>
                <a:ext uri="{FF2B5EF4-FFF2-40B4-BE49-F238E27FC236}">
                  <a16:creationId xmlns:a16="http://schemas.microsoft.com/office/drawing/2014/main" id="{E6E341FC-5C00-47F8-A040-E0352E1C5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254"/>
              <a:ext cx="20" cy="33"/>
            </a:xfrm>
            <a:custGeom>
              <a:avLst/>
              <a:gdLst>
                <a:gd name="T0" fmla="*/ 1 w 21"/>
                <a:gd name="T1" fmla="*/ 0 h 34"/>
                <a:gd name="T2" fmla="*/ 0 w 21"/>
                <a:gd name="T3" fmla="*/ 31 h 34"/>
                <a:gd name="T4" fmla="*/ 1 w 2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1" y="0"/>
                  </a:moveTo>
                  <a:cubicBezTo>
                    <a:pt x="1" y="0"/>
                    <a:pt x="21" y="16"/>
                    <a:pt x="0" y="34"/>
                  </a:cubicBezTo>
                  <a:cubicBezTo>
                    <a:pt x="0" y="34"/>
                    <a:pt x="11" y="17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7" name="Freeform 161">
              <a:extLst>
                <a:ext uri="{FF2B5EF4-FFF2-40B4-BE49-F238E27FC236}">
                  <a16:creationId xmlns:a16="http://schemas.microsoft.com/office/drawing/2014/main" id="{ABCAC29F-76B7-462F-B212-DC17777D1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253"/>
              <a:ext cx="19" cy="33"/>
            </a:xfrm>
            <a:custGeom>
              <a:avLst/>
              <a:gdLst>
                <a:gd name="T0" fmla="*/ 0 w 20"/>
                <a:gd name="T1" fmla="*/ 0 h 34"/>
                <a:gd name="T2" fmla="*/ 2 w 20"/>
                <a:gd name="T3" fmla="*/ 31 h 34"/>
                <a:gd name="T4" fmla="*/ 0 w 2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0" y="0"/>
                    <a:pt x="20" y="17"/>
                    <a:pt x="2" y="34"/>
                  </a:cubicBezTo>
                  <a:cubicBezTo>
                    <a:pt x="2" y="34"/>
                    <a:pt x="10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8" name="Freeform 162">
              <a:extLst>
                <a:ext uri="{FF2B5EF4-FFF2-40B4-BE49-F238E27FC236}">
                  <a16:creationId xmlns:a16="http://schemas.microsoft.com/office/drawing/2014/main" id="{107043AC-8800-49A4-8310-67B803D97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255"/>
              <a:ext cx="16" cy="30"/>
            </a:xfrm>
            <a:custGeom>
              <a:avLst/>
              <a:gdLst>
                <a:gd name="T0" fmla="*/ 0 w 16"/>
                <a:gd name="T1" fmla="*/ 0 h 31"/>
                <a:gd name="T2" fmla="*/ 0 w 16"/>
                <a:gd name="T3" fmla="*/ 28 h 31"/>
                <a:gd name="T4" fmla="*/ 0 w 16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0" y="0"/>
                    <a:pt x="16" y="16"/>
                    <a:pt x="0" y="31"/>
                  </a:cubicBezTo>
                  <a:cubicBezTo>
                    <a:pt x="0" y="31"/>
                    <a:pt x="9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9" name="Freeform 163">
              <a:extLst>
                <a:ext uri="{FF2B5EF4-FFF2-40B4-BE49-F238E27FC236}">
                  <a16:creationId xmlns:a16="http://schemas.microsoft.com/office/drawing/2014/main" id="{404EA72B-C1E1-4E88-85E0-A6D29A534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255"/>
              <a:ext cx="17" cy="30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28 h 31"/>
                <a:gd name="T4" fmla="*/ 0 w 1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cubicBezTo>
                    <a:pt x="0" y="0"/>
                    <a:pt x="18" y="17"/>
                    <a:pt x="0" y="31"/>
                  </a:cubicBezTo>
                  <a:cubicBezTo>
                    <a:pt x="0" y="31"/>
                    <a:pt x="9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417" name="artery-with-atherosclerotic-plaque">
            <a:extLst>
              <a:ext uri="{FF2B5EF4-FFF2-40B4-BE49-F238E27FC236}">
                <a16:creationId xmlns:a16="http://schemas.microsoft.com/office/drawing/2014/main" id="{E9102777-A378-4BE2-876A-255DDEF7EC24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4222750"/>
            <a:ext cx="7162800" cy="1509713"/>
            <a:chOff x="721" y="2354"/>
            <a:chExt cx="4317" cy="910"/>
          </a:xfrm>
        </p:grpSpPr>
        <p:sp>
          <p:nvSpPr>
            <p:cNvPr id="60575" name="Freeform 3">
              <a:extLst>
                <a:ext uri="{FF2B5EF4-FFF2-40B4-BE49-F238E27FC236}">
                  <a16:creationId xmlns:a16="http://schemas.microsoft.com/office/drawing/2014/main" id="{4E0CBEFA-517D-4E7A-984F-025FA7B57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367"/>
              <a:ext cx="4317" cy="831"/>
            </a:xfrm>
            <a:custGeom>
              <a:avLst/>
              <a:gdLst>
                <a:gd name="T0" fmla="*/ 14167 w 1360"/>
                <a:gd name="T1" fmla="*/ 8167 h 262"/>
                <a:gd name="T2" fmla="*/ 12856 w 1360"/>
                <a:gd name="T3" fmla="*/ 8107 h 262"/>
                <a:gd name="T4" fmla="*/ 4704 w 1360"/>
                <a:gd name="T5" fmla="*/ 8329 h 262"/>
                <a:gd name="T6" fmla="*/ 130 w 1360"/>
                <a:gd name="T7" fmla="*/ 8009 h 262"/>
                <a:gd name="T8" fmla="*/ 0 w 1360"/>
                <a:gd name="T9" fmla="*/ 603 h 262"/>
                <a:gd name="T10" fmla="*/ 12091 w 1360"/>
                <a:gd name="T11" fmla="*/ 574 h 262"/>
                <a:gd name="T12" fmla="*/ 20918 w 1360"/>
                <a:gd name="T13" fmla="*/ 32 h 262"/>
                <a:gd name="T14" fmla="*/ 30419 w 1360"/>
                <a:gd name="T15" fmla="*/ 926 h 262"/>
                <a:gd name="T16" fmla="*/ 43497 w 1360"/>
                <a:gd name="T17" fmla="*/ 894 h 262"/>
                <a:gd name="T18" fmla="*/ 43497 w 1360"/>
                <a:gd name="T19" fmla="*/ 7726 h 262"/>
                <a:gd name="T20" fmla="*/ 34955 w 1360"/>
                <a:gd name="T21" fmla="*/ 8069 h 262"/>
                <a:gd name="T22" fmla="*/ 30540 w 1360"/>
                <a:gd name="T23" fmla="*/ 8329 h 2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60" h="262">
                  <a:moveTo>
                    <a:pt x="443" y="256"/>
                  </a:moveTo>
                  <a:cubicBezTo>
                    <a:pt x="429" y="255"/>
                    <a:pt x="416" y="255"/>
                    <a:pt x="402" y="254"/>
                  </a:cubicBezTo>
                  <a:cubicBezTo>
                    <a:pt x="304" y="254"/>
                    <a:pt x="215" y="262"/>
                    <a:pt x="147" y="261"/>
                  </a:cubicBezTo>
                  <a:cubicBezTo>
                    <a:pt x="44" y="261"/>
                    <a:pt x="10" y="251"/>
                    <a:pt x="4" y="251"/>
                  </a:cubicBezTo>
                  <a:cubicBezTo>
                    <a:pt x="46" y="160"/>
                    <a:pt x="16" y="35"/>
                    <a:pt x="0" y="19"/>
                  </a:cubicBezTo>
                  <a:cubicBezTo>
                    <a:pt x="68" y="21"/>
                    <a:pt x="194" y="17"/>
                    <a:pt x="378" y="18"/>
                  </a:cubicBezTo>
                  <a:cubicBezTo>
                    <a:pt x="457" y="19"/>
                    <a:pt x="580" y="0"/>
                    <a:pt x="654" y="1"/>
                  </a:cubicBezTo>
                  <a:cubicBezTo>
                    <a:pt x="789" y="3"/>
                    <a:pt x="909" y="25"/>
                    <a:pt x="951" y="29"/>
                  </a:cubicBezTo>
                  <a:cubicBezTo>
                    <a:pt x="1072" y="41"/>
                    <a:pt x="1280" y="33"/>
                    <a:pt x="1360" y="28"/>
                  </a:cubicBezTo>
                  <a:cubicBezTo>
                    <a:pt x="1336" y="49"/>
                    <a:pt x="1293" y="166"/>
                    <a:pt x="1360" y="242"/>
                  </a:cubicBezTo>
                  <a:cubicBezTo>
                    <a:pt x="1343" y="245"/>
                    <a:pt x="1238" y="253"/>
                    <a:pt x="1093" y="253"/>
                  </a:cubicBezTo>
                  <a:cubicBezTo>
                    <a:pt x="1050" y="253"/>
                    <a:pt x="1004" y="256"/>
                    <a:pt x="955" y="261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6" name="Freeform 4">
              <a:extLst>
                <a:ext uri="{FF2B5EF4-FFF2-40B4-BE49-F238E27FC236}">
                  <a16:creationId xmlns:a16="http://schemas.microsoft.com/office/drawing/2014/main" id="{28C99643-9C43-42A7-87DA-69172E776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67"/>
              <a:ext cx="4171" cy="349"/>
            </a:xfrm>
            <a:custGeom>
              <a:avLst/>
              <a:gdLst>
                <a:gd name="T0" fmla="*/ 30318 w 1314"/>
                <a:gd name="T1" fmla="*/ 926 h 110"/>
                <a:gd name="T2" fmla="*/ 20817 w 1314"/>
                <a:gd name="T3" fmla="*/ 32 h 110"/>
                <a:gd name="T4" fmla="*/ 11989 w 1314"/>
                <a:gd name="T5" fmla="*/ 574 h 110"/>
                <a:gd name="T6" fmla="*/ 0 w 1314"/>
                <a:gd name="T7" fmla="*/ 603 h 110"/>
                <a:gd name="T8" fmla="*/ 0 w 1314"/>
                <a:gd name="T9" fmla="*/ 635 h 110"/>
                <a:gd name="T10" fmla="*/ 2781 w 1314"/>
                <a:gd name="T11" fmla="*/ 1149 h 110"/>
                <a:gd name="T12" fmla="*/ 6177 w 1314"/>
                <a:gd name="T13" fmla="*/ 1501 h 110"/>
                <a:gd name="T14" fmla="*/ 9824 w 1314"/>
                <a:gd name="T15" fmla="*/ 1723 h 110"/>
                <a:gd name="T16" fmla="*/ 12697 w 1314"/>
                <a:gd name="T17" fmla="*/ 2294 h 110"/>
                <a:gd name="T18" fmla="*/ 14491 w 1314"/>
                <a:gd name="T19" fmla="*/ 3030 h 110"/>
                <a:gd name="T20" fmla="*/ 18106 w 1314"/>
                <a:gd name="T21" fmla="*/ 3512 h 110"/>
                <a:gd name="T22" fmla="*/ 22934 w 1314"/>
                <a:gd name="T23" fmla="*/ 3192 h 110"/>
                <a:gd name="T24" fmla="*/ 27670 w 1314"/>
                <a:gd name="T25" fmla="*/ 2938 h 110"/>
                <a:gd name="T26" fmla="*/ 31378 w 1314"/>
                <a:gd name="T27" fmla="*/ 2367 h 110"/>
                <a:gd name="T28" fmla="*/ 33806 w 1314"/>
                <a:gd name="T29" fmla="*/ 2015 h 110"/>
                <a:gd name="T30" fmla="*/ 40396 w 1314"/>
                <a:gd name="T31" fmla="*/ 1367 h 110"/>
                <a:gd name="T32" fmla="*/ 42027 w 1314"/>
                <a:gd name="T33" fmla="*/ 955 h 110"/>
                <a:gd name="T34" fmla="*/ 30318 w 1314"/>
                <a:gd name="T35" fmla="*/ 926 h 1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14" h="110">
                  <a:moveTo>
                    <a:pt x="948" y="29"/>
                  </a:moveTo>
                  <a:cubicBezTo>
                    <a:pt x="906" y="25"/>
                    <a:pt x="786" y="3"/>
                    <a:pt x="651" y="1"/>
                  </a:cubicBezTo>
                  <a:cubicBezTo>
                    <a:pt x="577" y="0"/>
                    <a:pt x="454" y="19"/>
                    <a:pt x="375" y="18"/>
                  </a:cubicBezTo>
                  <a:cubicBezTo>
                    <a:pt x="193" y="17"/>
                    <a:pt x="68" y="21"/>
                    <a:pt x="0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5" y="33"/>
                    <a:pt x="59" y="32"/>
                    <a:pt x="87" y="36"/>
                  </a:cubicBezTo>
                  <a:cubicBezTo>
                    <a:pt x="122" y="41"/>
                    <a:pt x="158" y="45"/>
                    <a:pt x="193" y="47"/>
                  </a:cubicBezTo>
                  <a:cubicBezTo>
                    <a:pt x="231" y="49"/>
                    <a:pt x="269" y="54"/>
                    <a:pt x="307" y="54"/>
                  </a:cubicBezTo>
                  <a:cubicBezTo>
                    <a:pt x="338" y="53"/>
                    <a:pt x="368" y="63"/>
                    <a:pt x="397" y="72"/>
                  </a:cubicBezTo>
                  <a:cubicBezTo>
                    <a:pt x="417" y="78"/>
                    <a:pt x="434" y="88"/>
                    <a:pt x="453" y="95"/>
                  </a:cubicBezTo>
                  <a:cubicBezTo>
                    <a:pt x="487" y="107"/>
                    <a:pt x="531" y="110"/>
                    <a:pt x="566" y="110"/>
                  </a:cubicBezTo>
                  <a:cubicBezTo>
                    <a:pt x="623" y="108"/>
                    <a:pt x="660" y="94"/>
                    <a:pt x="717" y="100"/>
                  </a:cubicBezTo>
                  <a:cubicBezTo>
                    <a:pt x="770" y="106"/>
                    <a:pt x="811" y="97"/>
                    <a:pt x="865" y="92"/>
                  </a:cubicBezTo>
                  <a:cubicBezTo>
                    <a:pt x="902" y="89"/>
                    <a:pt x="949" y="94"/>
                    <a:pt x="981" y="74"/>
                  </a:cubicBezTo>
                  <a:cubicBezTo>
                    <a:pt x="995" y="65"/>
                    <a:pt x="1040" y="65"/>
                    <a:pt x="1057" y="63"/>
                  </a:cubicBezTo>
                  <a:cubicBezTo>
                    <a:pt x="1083" y="59"/>
                    <a:pt x="1224" y="47"/>
                    <a:pt x="1263" y="43"/>
                  </a:cubicBezTo>
                  <a:cubicBezTo>
                    <a:pt x="1282" y="41"/>
                    <a:pt x="1296" y="36"/>
                    <a:pt x="1314" y="30"/>
                  </a:cubicBezTo>
                  <a:cubicBezTo>
                    <a:pt x="1217" y="32"/>
                    <a:pt x="1051" y="40"/>
                    <a:pt x="948" y="29"/>
                  </a:cubicBezTo>
                </a:path>
              </a:pathLst>
            </a:custGeom>
            <a:solidFill>
              <a:srgbClr val="E0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7" name="Freeform 5">
              <a:extLst>
                <a:ext uri="{FF2B5EF4-FFF2-40B4-BE49-F238E27FC236}">
                  <a16:creationId xmlns:a16="http://schemas.microsoft.com/office/drawing/2014/main" id="{77441823-3AE2-465F-BBCC-C2A34182F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2919"/>
              <a:ext cx="4206" cy="279"/>
            </a:xfrm>
            <a:custGeom>
              <a:avLst/>
              <a:gdLst>
                <a:gd name="T0" fmla="*/ 34835 w 1325"/>
                <a:gd name="T1" fmla="*/ 2514 h 88"/>
                <a:gd name="T2" fmla="*/ 42381 w 1325"/>
                <a:gd name="T3" fmla="*/ 2261 h 88"/>
                <a:gd name="T4" fmla="*/ 39470 w 1325"/>
                <a:gd name="T5" fmla="*/ 2010 h 88"/>
                <a:gd name="T6" fmla="*/ 35156 w 1325"/>
                <a:gd name="T7" fmla="*/ 1598 h 88"/>
                <a:gd name="T8" fmla="*/ 31188 w 1325"/>
                <a:gd name="T9" fmla="*/ 986 h 88"/>
                <a:gd name="T10" fmla="*/ 28023 w 1325"/>
                <a:gd name="T11" fmla="*/ 101 h 88"/>
                <a:gd name="T12" fmla="*/ 23801 w 1325"/>
                <a:gd name="T13" fmla="*/ 190 h 88"/>
                <a:gd name="T14" fmla="*/ 18741 w 1325"/>
                <a:gd name="T15" fmla="*/ 444 h 88"/>
                <a:gd name="T16" fmla="*/ 12062 w 1325"/>
                <a:gd name="T17" fmla="*/ 1176 h 88"/>
                <a:gd name="T18" fmla="*/ 7609 w 1325"/>
                <a:gd name="T19" fmla="*/ 1630 h 88"/>
                <a:gd name="T20" fmla="*/ 3165 w 1325"/>
                <a:gd name="T21" fmla="*/ 2454 h 88"/>
                <a:gd name="T22" fmla="*/ 1028 w 1325"/>
                <a:gd name="T23" fmla="*/ 2482 h 88"/>
                <a:gd name="T24" fmla="*/ 60 w 1325"/>
                <a:gd name="T25" fmla="*/ 2321 h 88"/>
                <a:gd name="T26" fmla="*/ 0 w 1325"/>
                <a:gd name="T27" fmla="*/ 2454 h 88"/>
                <a:gd name="T28" fmla="*/ 4574 w 1325"/>
                <a:gd name="T29" fmla="*/ 2774 h 88"/>
                <a:gd name="T30" fmla="*/ 12726 w 1325"/>
                <a:gd name="T31" fmla="*/ 2552 h 88"/>
                <a:gd name="T32" fmla="*/ 14046 w 1325"/>
                <a:gd name="T33" fmla="*/ 2612 h 88"/>
                <a:gd name="T34" fmla="*/ 30420 w 1325"/>
                <a:gd name="T35" fmla="*/ 2774 h 88"/>
                <a:gd name="T36" fmla="*/ 34835 w 1325"/>
                <a:gd name="T37" fmla="*/ 2514 h 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5" h="88">
                  <a:moveTo>
                    <a:pt x="1089" y="79"/>
                  </a:moveTo>
                  <a:cubicBezTo>
                    <a:pt x="1196" y="79"/>
                    <a:pt x="1281" y="75"/>
                    <a:pt x="1325" y="71"/>
                  </a:cubicBezTo>
                  <a:cubicBezTo>
                    <a:pt x="1289" y="71"/>
                    <a:pt x="1269" y="64"/>
                    <a:pt x="1234" y="63"/>
                  </a:cubicBezTo>
                  <a:cubicBezTo>
                    <a:pt x="1193" y="61"/>
                    <a:pt x="1139" y="57"/>
                    <a:pt x="1099" y="50"/>
                  </a:cubicBezTo>
                  <a:cubicBezTo>
                    <a:pt x="1057" y="43"/>
                    <a:pt x="1014" y="48"/>
                    <a:pt x="975" y="31"/>
                  </a:cubicBezTo>
                  <a:cubicBezTo>
                    <a:pt x="943" y="17"/>
                    <a:pt x="912" y="6"/>
                    <a:pt x="876" y="3"/>
                  </a:cubicBezTo>
                  <a:cubicBezTo>
                    <a:pt x="833" y="0"/>
                    <a:pt x="788" y="6"/>
                    <a:pt x="744" y="6"/>
                  </a:cubicBezTo>
                  <a:cubicBezTo>
                    <a:pt x="684" y="6"/>
                    <a:pt x="646" y="16"/>
                    <a:pt x="586" y="14"/>
                  </a:cubicBezTo>
                  <a:cubicBezTo>
                    <a:pt x="521" y="12"/>
                    <a:pt x="438" y="21"/>
                    <a:pt x="377" y="37"/>
                  </a:cubicBezTo>
                  <a:cubicBezTo>
                    <a:pt x="331" y="48"/>
                    <a:pt x="285" y="47"/>
                    <a:pt x="238" y="51"/>
                  </a:cubicBezTo>
                  <a:cubicBezTo>
                    <a:pt x="191" y="55"/>
                    <a:pt x="146" y="72"/>
                    <a:pt x="99" y="77"/>
                  </a:cubicBezTo>
                  <a:cubicBezTo>
                    <a:pt x="77" y="79"/>
                    <a:pt x="54" y="80"/>
                    <a:pt x="32" y="78"/>
                  </a:cubicBezTo>
                  <a:cubicBezTo>
                    <a:pt x="24" y="77"/>
                    <a:pt x="9" y="77"/>
                    <a:pt x="2" y="73"/>
                  </a:cubicBezTo>
                  <a:cubicBezTo>
                    <a:pt x="1" y="74"/>
                    <a:pt x="1" y="76"/>
                    <a:pt x="0" y="77"/>
                  </a:cubicBezTo>
                  <a:cubicBezTo>
                    <a:pt x="6" y="77"/>
                    <a:pt x="40" y="87"/>
                    <a:pt x="143" y="87"/>
                  </a:cubicBezTo>
                  <a:cubicBezTo>
                    <a:pt x="211" y="88"/>
                    <a:pt x="300" y="80"/>
                    <a:pt x="398" y="80"/>
                  </a:cubicBezTo>
                  <a:cubicBezTo>
                    <a:pt x="412" y="81"/>
                    <a:pt x="425" y="81"/>
                    <a:pt x="439" y="82"/>
                  </a:cubicBezTo>
                  <a:cubicBezTo>
                    <a:pt x="951" y="87"/>
                    <a:pt x="951" y="87"/>
                    <a:pt x="951" y="87"/>
                  </a:cubicBezTo>
                  <a:cubicBezTo>
                    <a:pt x="1000" y="82"/>
                    <a:pt x="1046" y="79"/>
                    <a:pt x="1089" y="79"/>
                  </a:cubicBezTo>
                </a:path>
              </a:pathLst>
            </a:custGeom>
            <a:solidFill>
              <a:srgbClr val="E0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8" name="Freeform 6">
              <a:extLst>
                <a:ext uri="{FF2B5EF4-FFF2-40B4-BE49-F238E27FC236}">
                  <a16:creationId xmlns:a16="http://schemas.microsoft.com/office/drawing/2014/main" id="{5DF0AF69-FA60-40E6-A638-2FEBB5CFA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67"/>
              <a:ext cx="1784" cy="167"/>
            </a:xfrm>
            <a:custGeom>
              <a:avLst/>
              <a:gdLst>
                <a:gd name="T0" fmla="*/ 7266 w 562"/>
                <a:gd name="T1" fmla="*/ 28 h 53"/>
                <a:gd name="T2" fmla="*/ 16758 w 562"/>
                <a:gd name="T3" fmla="*/ 904 h 53"/>
                <a:gd name="T4" fmla="*/ 17976 w 562"/>
                <a:gd name="T5" fmla="*/ 1034 h 53"/>
                <a:gd name="T6" fmla="*/ 15520 w 562"/>
                <a:gd name="T7" fmla="*/ 1629 h 53"/>
                <a:gd name="T8" fmla="*/ 12253 w 562"/>
                <a:gd name="T9" fmla="*/ 1500 h 53"/>
                <a:gd name="T10" fmla="*/ 5603 w 562"/>
                <a:gd name="T11" fmla="*/ 1569 h 53"/>
                <a:gd name="T12" fmla="*/ 1886 w 562"/>
                <a:gd name="T13" fmla="*/ 1569 h 53"/>
                <a:gd name="T14" fmla="*/ 0 w 562"/>
                <a:gd name="T15" fmla="*/ 536 h 53"/>
                <a:gd name="T16" fmla="*/ 7266 w 562"/>
                <a:gd name="T17" fmla="*/ 2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2" h="53">
                  <a:moveTo>
                    <a:pt x="227" y="1"/>
                  </a:moveTo>
                  <a:cubicBezTo>
                    <a:pt x="362" y="3"/>
                    <a:pt x="482" y="25"/>
                    <a:pt x="524" y="29"/>
                  </a:cubicBezTo>
                  <a:cubicBezTo>
                    <a:pt x="536" y="30"/>
                    <a:pt x="549" y="32"/>
                    <a:pt x="562" y="33"/>
                  </a:cubicBezTo>
                  <a:cubicBezTo>
                    <a:pt x="539" y="40"/>
                    <a:pt x="511" y="53"/>
                    <a:pt x="485" y="52"/>
                  </a:cubicBezTo>
                  <a:cubicBezTo>
                    <a:pt x="456" y="50"/>
                    <a:pt x="408" y="48"/>
                    <a:pt x="383" y="48"/>
                  </a:cubicBezTo>
                  <a:cubicBezTo>
                    <a:pt x="348" y="48"/>
                    <a:pt x="231" y="50"/>
                    <a:pt x="175" y="50"/>
                  </a:cubicBezTo>
                  <a:cubicBezTo>
                    <a:pt x="119" y="51"/>
                    <a:pt x="76" y="52"/>
                    <a:pt x="59" y="50"/>
                  </a:cubicBezTo>
                  <a:cubicBezTo>
                    <a:pt x="42" y="48"/>
                    <a:pt x="9" y="29"/>
                    <a:pt x="0" y="17"/>
                  </a:cubicBezTo>
                  <a:cubicBezTo>
                    <a:pt x="75" y="12"/>
                    <a:pt x="167" y="0"/>
                    <a:pt x="227" y="1"/>
                  </a:cubicBezTo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9" name="Freeform 7">
              <a:extLst>
                <a:ext uri="{FF2B5EF4-FFF2-40B4-BE49-F238E27FC236}">
                  <a16:creationId xmlns:a16="http://schemas.microsoft.com/office/drawing/2014/main" id="{0547BAA0-CD35-44F3-AF92-1DF5AE14C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058"/>
              <a:ext cx="1623" cy="191"/>
            </a:xfrm>
            <a:custGeom>
              <a:avLst/>
              <a:gdLst>
                <a:gd name="T0" fmla="*/ 899 w 511"/>
                <a:gd name="T1" fmla="*/ 255 h 60"/>
                <a:gd name="T2" fmla="*/ 2916 w 511"/>
                <a:gd name="T3" fmla="*/ 191 h 60"/>
                <a:gd name="T4" fmla="*/ 6759 w 511"/>
                <a:gd name="T5" fmla="*/ 191 h 60"/>
                <a:gd name="T6" fmla="*/ 11409 w 511"/>
                <a:gd name="T7" fmla="*/ 102 h 60"/>
                <a:gd name="T8" fmla="*/ 14931 w 511"/>
                <a:gd name="T9" fmla="*/ 131 h 60"/>
                <a:gd name="T10" fmla="*/ 16373 w 511"/>
                <a:gd name="T11" fmla="*/ 1388 h 60"/>
                <a:gd name="T12" fmla="*/ 7848 w 511"/>
                <a:gd name="T13" fmla="*/ 1904 h 60"/>
                <a:gd name="T14" fmla="*/ 0 w 511"/>
                <a:gd name="T15" fmla="*/ 1226 h 60"/>
                <a:gd name="T16" fmla="*/ 899 w 511"/>
                <a:gd name="T17" fmla="*/ 255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60">
                  <a:moveTo>
                    <a:pt x="28" y="8"/>
                  </a:moveTo>
                  <a:cubicBezTo>
                    <a:pt x="46" y="1"/>
                    <a:pt x="56" y="6"/>
                    <a:pt x="91" y="6"/>
                  </a:cubicBezTo>
                  <a:cubicBezTo>
                    <a:pt x="122" y="6"/>
                    <a:pt x="178" y="6"/>
                    <a:pt x="211" y="6"/>
                  </a:cubicBezTo>
                  <a:cubicBezTo>
                    <a:pt x="244" y="5"/>
                    <a:pt x="306" y="4"/>
                    <a:pt x="356" y="3"/>
                  </a:cubicBezTo>
                  <a:cubicBezTo>
                    <a:pt x="407" y="2"/>
                    <a:pt x="438" y="0"/>
                    <a:pt x="466" y="4"/>
                  </a:cubicBezTo>
                  <a:cubicBezTo>
                    <a:pt x="491" y="7"/>
                    <a:pt x="493" y="29"/>
                    <a:pt x="511" y="43"/>
                  </a:cubicBezTo>
                  <a:cubicBezTo>
                    <a:pt x="427" y="50"/>
                    <a:pt x="336" y="60"/>
                    <a:pt x="245" y="59"/>
                  </a:cubicBezTo>
                  <a:cubicBezTo>
                    <a:pt x="167" y="58"/>
                    <a:pt x="82" y="43"/>
                    <a:pt x="0" y="38"/>
                  </a:cubicBezTo>
                  <a:cubicBezTo>
                    <a:pt x="4" y="30"/>
                    <a:pt x="14" y="14"/>
                    <a:pt x="28" y="8"/>
                  </a:cubicBezTo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0" name="Freeform 8">
              <a:extLst>
                <a:ext uri="{FF2B5EF4-FFF2-40B4-BE49-F238E27FC236}">
                  <a16:creationId xmlns:a16="http://schemas.microsoft.com/office/drawing/2014/main" id="{74885946-C22C-4086-9166-B2A2D1CE0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725"/>
              <a:ext cx="83" cy="416"/>
            </a:xfrm>
            <a:custGeom>
              <a:avLst/>
              <a:gdLst>
                <a:gd name="T0" fmla="*/ 0 w 26"/>
                <a:gd name="T1" fmla="*/ 4195 h 131"/>
                <a:gd name="T2" fmla="*/ 549 w 26"/>
                <a:gd name="T3" fmla="*/ 0 h 131"/>
                <a:gd name="T4" fmla="*/ 0 w 26"/>
                <a:gd name="T5" fmla="*/ 4195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1">
                  <a:moveTo>
                    <a:pt x="0" y="131"/>
                  </a:moveTo>
                  <a:cubicBezTo>
                    <a:pt x="16" y="111"/>
                    <a:pt x="21" y="22"/>
                    <a:pt x="17" y="0"/>
                  </a:cubicBezTo>
                  <a:cubicBezTo>
                    <a:pt x="25" y="20"/>
                    <a:pt x="26" y="95"/>
                    <a:pt x="0" y="1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1" name="Freeform 9">
              <a:extLst>
                <a:ext uri="{FF2B5EF4-FFF2-40B4-BE49-F238E27FC236}">
                  <a16:creationId xmlns:a16="http://schemas.microsoft.com/office/drawing/2014/main" id="{61DE0E24-FDCD-4D3A-AF10-C132F2FCF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2614"/>
              <a:ext cx="178" cy="485"/>
            </a:xfrm>
            <a:custGeom>
              <a:avLst/>
              <a:gdLst>
                <a:gd name="T0" fmla="*/ 1799 w 56"/>
                <a:gd name="T1" fmla="*/ 4872 h 153"/>
                <a:gd name="T2" fmla="*/ 1446 w 56"/>
                <a:gd name="T3" fmla="*/ 0 h 153"/>
                <a:gd name="T4" fmla="*/ 1799 w 56"/>
                <a:gd name="T5" fmla="*/ 4872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3">
                  <a:moveTo>
                    <a:pt x="56" y="153"/>
                  </a:moveTo>
                  <a:cubicBezTo>
                    <a:pt x="12" y="78"/>
                    <a:pt x="35" y="26"/>
                    <a:pt x="45" y="0"/>
                  </a:cubicBezTo>
                  <a:cubicBezTo>
                    <a:pt x="32" y="13"/>
                    <a:pt x="0" y="76"/>
                    <a:pt x="56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2" name="Freeform 10">
              <a:extLst>
                <a:ext uri="{FF2B5EF4-FFF2-40B4-BE49-F238E27FC236}">
                  <a16:creationId xmlns:a16="http://schemas.microsoft.com/office/drawing/2014/main" id="{0042883C-60CD-4DE6-8A99-2B9AA8178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20"/>
              <a:ext cx="1416" cy="778"/>
            </a:xfrm>
            <a:custGeom>
              <a:avLst/>
              <a:gdLst>
                <a:gd name="T0" fmla="*/ 14274 w 446"/>
                <a:gd name="T1" fmla="*/ 7653 h 245"/>
                <a:gd name="T2" fmla="*/ 12861 w 446"/>
                <a:gd name="T3" fmla="*/ 7593 h 245"/>
                <a:gd name="T4" fmla="*/ 4708 w 446"/>
                <a:gd name="T5" fmla="*/ 7815 h 245"/>
                <a:gd name="T6" fmla="*/ 130 w 446"/>
                <a:gd name="T7" fmla="*/ 7491 h 245"/>
                <a:gd name="T8" fmla="*/ 0 w 446"/>
                <a:gd name="T9" fmla="*/ 60 h 245"/>
                <a:gd name="T10" fmla="*/ 12096 w 446"/>
                <a:gd name="T11" fmla="*/ 32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6" h="245">
                  <a:moveTo>
                    <a:pt x="446" y="239"/>
                  </a:moveTo>
                  <a:cubicBezTo>
                    <a:pt x="431" y="238"/>
                    <a:pt x="417" y="238"/>
                    <a:pt x="402" y="237"/>
                  </a:cubicBezTo>
                  <a:cubicBezTo>
                    <a:pt x="304" y="237"/>
                    <a:pt x="215" y="245"/>
                    <a:pt x="147" y="244"/>
                  </a:cubicBezTo>
                  <a:cubicBezTo>
                    <a:pt x="44" y="244"/>
                    <a:pt x="10" y="234"/>
                    <a:pt x="4" y="234"/>
                  </a:cubicBezTo>
                  <a:cubicBezTo>
                    <a:pt x="46" y="143"/>
                    <a:pt x="16" y="18"/>
                    <a:pt x="0" y="2"/>
                  </a:cubicBezTo>
                  <a:cubicBezTo>
                    <a:pt x="68" y="4"/>
                    <a:pt x="194" y="0"/>
                    <a:pt x="378" y="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3" name="Freeform 11">
              <a:extLst>
                <a:ext uri="{FF2B5EF4-FFF2-40B4-BE49-F238E27FC236}">
                  <a16:creationId xmlns:a16="http://schemas.microsoft.com/office/drawing/2014/main" id="{EEB6C96E-B778-41F7-ACCC-C46761722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456"/>
              <a:ext cx="1285" cy="738"/>
            </a:xfrm>
            <a:custGeom>
              <a:avLst/>
              <a:gdLst>
                <a:gd name="T0" fmla="*/ 1088 w 405"/>
                <a:gd name="T1" fmla="*/ 162 h 233"/>
                <a:gd name="T2" fmla="*/ 12936 w 405"/>
                <a:gd name="T3" fmla="*/ 0 h 233"/>
                <a:gd name="T4" fmla="*/ 12936 w 405"/>
                <a:gd name="T5" fmla="*/ 6800 h 233"/>
                <a:gd name="T6" fmla="*/ 4410 w 405"/>
                <a:gd name="T7" fmla="*/ 7152 h 233"/>
                <a:gd name="T8" fmla="*/ 0 w 405"/>
                <a:gd name="T9" fmla="*/ 7405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233">
                  <a:moveTo>
                    <a:pt x="34" y="5"/>
                  </a:moveTo>
                  <a:cubicBezTo>
                    <a:pt x="156" y="14"/>
                    <a:pt x="333" y="5"/>
                    <a:pt x="405" y="0"/>
                  </a:cubicBezTo>
                  <a:cubicBezTo>
                    <a:pt x="381" y="21"/>
                    <a:pt x="338" y="138"/>
                    <a:pt x="405" y="214"/>
                  </a:cubicBezTo>
                  <a:cubicBezTo>
                    <a:pt x="388" y="217"/>
                    <a:pt x="283" y="225"/>
                    <a:pt x="138" y="225"/>
                  </a:cubicBezTo>
                  <a:cubicBezTo>
                    <a:pt x="95" y="225"/>
                    <a:pt x="49" y="228"/>
                    <a:pt x="0" y="23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4" name="Freeform 12">
              <a:extLst>
                <a:ext uri="{FF2B5EF4-FFF2-40B4-BE49-F238E27FC236}">
                  <a16:creationId xmlns:a16="http://schemas.microsoft.com/office/drawing/2014/main" id="{BE3B3B69-AFF6-490E-BC18-E51E222D4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084"/>
              <a:ext cx="107" cy="89"/>
            </a:xfrm>
            <a:custGeom>
              <a:avLst/>
              <a:gdLst>
                <a:gd name="T0" fmla="*/ 1061 w 34"/>
                <a:gd name="T1" fmla="*/ 900 h 28"/>
                <a:gd name="T2" fmla="*/ 0 w 34"/>
                <a:gd name="T3" fmla="*/ 0 h 28"/>
                <a:gd name="T4" fmla="*/ 1061 w 34"/>
                <a:gd name="T5" fmla="*/ 90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34" y="28"/>
                  </a:moveTo>
                  <a:cubicBezTo>
                    <a:pt x="28" y="12"/>
                    <a:pt x="16" y="0"/>
                    <a:pt x="0" y="0"/>
                  </a:cubicBezTo>
                  <a:cubicBezTo>
                    <a:pt x="8" y="3"/>
                    <a:pt x="31" y="20"/>
                    <a:pt x="34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5" name="Freeform 13">
              <a:extLst>
                <a:ext uri="{FF2B5EF4-FFF2-40B4-BE49-F238E27FC236}">
                  <a16:creationId xmlns:a16="http://schemas.microsoft.com/office/drawing/2014/main" id="{ACF86EA4-EEA3-4EA8-9043-EB76BFD64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379"/>
              <a:ext cx="1594" cy="92"/>
            </a:xfrm>
            <a:custGeom>
              <a:avLst/>
              <a:gdLst>
                <a:gd name="T0" fmla="*/ 16070 w 502"/>
                <a:gd name="T1" fmla="*/ 825 h 29"/>
                <a:gd name="T2" fmla="*/ 14248 w 502"/>
                <a:gd name="T3" fmla="*/ 384 h 29"/>
                <a:gd name="T4" fmla="*/ 12038 w 502"/>
                <a:gd name="T5" fmla="*/ 384 h 29"/>
                <a:gd name="T6" fmla="*/ 2267 w 502"/>
                <a:gd name="T7" fmla="*/ 102 h 29"/>
                <a:gd name="T8" fmla="*/ 1442 w 502"/>
                <a:gd name="T9" fmla="*/ 190 h 29"/>
                <a:gd name="T10" fmla="*/ 413 w 502"/>
                <a:gd name="T11" fmla="*/ 384 h 29"/>
                <a:gd name="T12" fmla="*/ 130 w 502"/>
                <a:gd name="T13" fmla="*/ 736 h 29"/>
                <a:gd name="T14" fmla="*/ 1181 w 502"/>
                <a:gd name="T15" fmla="*/ 765 h 29"/>
                <a:gd name="T16" fmla="*/ 4064 w 502"/>
                <a:gd name="T17" fmla="*/ 704 h 29"/>
                <a:gd name="T18" fmla="*/ 7745 w 502"/>
                <a:gd name="T19" fmla="*/ 634 h 29"/>
                <a:gd name="T20" fmla="*/ 9316 w 502"/>
                <a:gd name="T21" fmla="*/ 765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2" h="29">
                  <a:moveTo>
                    <a:pt x="502" y="26"/>
                  </a:moveTo>
                  <a:cubicBezTo>
                    <a:pt x="487" y="17"/>
                    <a:pt x="463" y="14"/>
                    <a:pt x="445" y="12"/>
                  </a:cubicBezTo>
                  <a:cubicBezTo>
                    <a:pt x="421" y="8"/>
                    <a:pt x="400" y="17"/>
                    <a:pt x="376" y="12"/>
                  </a:cubicBezTo>
                  <a:cubicBezTo>
                    <a:pt x="324" y="3"/>
                    <a:pt x="94" y="0"/>
                    <a:pt x="71" y="3"/>
                  </a:cubicBezTo>
                  <a:cubicBezTo>
                    <a:pt x="63" y="4"/>
                    <a:pt x="54" y="4"/>
                    <a:pt x="45" y="6"/>
                  </a:cubicBezTo>
                  <a:cubicBezTo>
                    <a:pt x="35" y="8"/>
                    <a:pt x="23" y="8"/>
                    <a:pt x="13" y="12"/>
                  </a:cubicBezTo>
                  <a:cubicBezTo>
                    <a:pt x="8" y="13"/>
                    <a:pt x="0" y="17"/>
                    <a:pt x="4" y="23"/>
                  </a:cubicBezTo>
                  <a:cubicBezTo>
                    <a:pt x="7" y="29"/>
                    <a:pt x="32" y="25"/>
                    <a:pt x="37" y="24"/>
                  </a:cubicBezTo>
                  <a:cubicBezTo>
                    <a:pt x="67" y="22"/>
                    <a:pt x="97" y="24"/>
                    <a:pt x="127" y="22"/>
                  </a:cubicBezTo>
                  <a:cubicBezTo>
                    <a:pt x="165" y="21"/>
                    <a:pt x="203" y="17"/>
                    <a:pt x="242" y="20"/>
                  </a:cubicBezTo>
                  <a:cubicBezTo>
                    <a:pt x="258" y="21"/>
                    <a:pt x="275" y="24"/>
                    <a:pt x="291" y="24"/>
                  </a:cubicBezTo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6" name="Freeform 14">
              <a:extLst>
                <a:ext uri="{FF2B5EF4-FFF2-40B4-BE49-F238E27FC236}">
                  <a16:creationId xmlns:a16="http://schemas.microsoft.com/office/drawing/2014/main" id="{B64779E1-1B05-4229-87E5-FCF31758E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3093"/>
              <a:ext cx="235" cy="16"/>
            </a:xfrm>
            <a:custGeom>
              <a:avLst/>
              <a:gdLst>
                <a:gd name="T0" fmla="*/ 0 w 74"/>
                <a:gd name="T1" fmla="*/ 0 h 5"/>
                <a:gd name="T2" fmla="*/ 2369 w 74"/>
                <a:gd name="T3" fmla="*/ 3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5">
                  <a:moveTo>
                    <a:pt x="0" y="0"/>
                  </a:moveTo>
                  <a:cubicBezTo>
                    <a:pt x="16" y="4"/>
                    <a:pt x="61" y="5"/>
                    <a:pt x="7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7" name="Freeform 15">
              <a:extLst>
                <a:ext uri="{FF2B5EF4-FFF2-40B4-BE49-F238E27FC236}">
                  <a16:creationId xmlns:a16="http://schemas.microsoft.com/office/drawing/2014/main" id="{78B01587-EB57-4F20-9630-B604D0CA7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417"/>
              <a:ext cx="161" cy="47"/>
            </a:xfrm>
            <a:custGeom>
              <a:avLst/>
              <a:gdLst>
                <a:gd name="T0" fmla="*/ 1604 w 51"/>
                <a:gd name="T1" fmla="*/ 461 h 15"/>
                <a:gd name="T2" fmla="*/ 1035 w 51"/>
                <a:gd name="T3" fmla="*/ 60 h 15"/>
                <a:gd name="T4" fmla="*/ 0 w 51"/>
                <a:gd name="T5" fmla="*/ 15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5">
                  <a:moveTo>
                    <a:pt x="51" y="15"/>
                  </a:moveTo>
                  <a:cubicBezTo>
                    <a:pt x="44" y="11"/>
                    <a:pt x="42" y="4"/>
                    <a:pt x="33" y="2"/>
                  </a:cubicBezTo>
                  <a:cubicBezTo>
                    <a:pt x="24" y="0"/>
                    <a:pt x="8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8" name="Freeform 16">
              <a:extLst>
                <a:ext uri="{FF2B5EF4-FFF2-40B4-BE49-F238E27FC236}">
                  <a16:creationId xmlns:a16="http://schemas.microsoft.com/office/drawing/2014/main" id="{35B00827-1E38-4D29-9C48-0002D2D46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398"/>
              <a:ext cx="161" cy="58"/>
            </a:xfrm>
            <a:custGeom>
              <a:avLst/>
              <a:gdLst>
                <a:gd name="T0" fmla="*/ 1604 w 51"/>
                <a:gd name="T1" fmla="*/ 603 h 18"/>
                <a:gd name="T2" fmla="*/ 0 w 51"/>
                <a:gd name="T3" fmla="*/ 30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8">
                  <a:moveTo>
                    <a:pt x="51" y="18"/>
                  </a:moveTo>
                  <a:cubicBezTo>
                    <a:pt x="42" y="0"/>
                    <a:pt x="16" y="3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9" name="Freeform 17">
              <a:extLst>
                <a:ext uri="{FF2B5EF4-FFF2-40B4-BE49-F238E27FC236}">
                  <a16:creationId xmlns:a16="http://schemas.microsoft.com/office/drawing/2014/main" id="{7C29A00C-E57C-4436-8279-3039D90E2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477"/>
              <a:ext cx="184" cy="55"/>
            </a:xfrm>
            <a:custGeom>
              <a:avLst/>
              <a:gdLst>
                <a:gd name="T0" fmla="*/ 1853 w 58"/>
                <a:gd name="T1" fmla="*/ 61 h 17"/>
                <a:gd name="T2" fmla="*/ 0 w 5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7">
                  <a:moveTo>
                    <a:pt x="58" y="2"/>
                  </a:moveTo>
                  <a:cubicBezTo>
                    <a:pt x="46" y="17"/>
                    <a:pt x="11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0" name="Freeform 18">
              <a:extLst>
                <a:ext uri="{FF2B5EF4-FFF2-40B4-BE49-F238E27FC236}">
                  <a16:creationId xmlns:a16="http://schemas.microsoft.com/office/drawing/2014/main" id="{3C12D61A-F6AA-4230-9183-0DD20CDDB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456"/>
              <a:ext cx="148" cy="66"/>
            </a:xfrm>
            <a:custGeom>
              <a:avLst/>
              <a:gdLst>
                <a:gd name="T0" fmla="*/ 1408 w 47"/>
                <a:gd name="T1" fmla="*/ 0 h 21"/>
                <a:gd name="T2" fmla="*/ 0 w 47"/>
                <a:gd name="T3" fmla="*/ 59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1">
                  <a:moveTo>
                    <a:pt x="45" y="0"/>
                  </a:moveTo>
                  <a:cubicBezTo>
                    <a:pt x="47" y="19"/>
                    <a:pt x="11" y="21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1" name="Freeform 19">
              <a:extLst>
                <a:ext uri="{FF2B5EF4-FFF2-40B4-BE49-F238E27FC236}">
                  <a16:creationId xmlns:a16="http://schemas.microsoft.com/office/drawing/2014/main" id="{B820DBF4-4619-487F-8A38-CEFAF2AC2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373"/>
              <a:ext cx="155" cy="60"/>
            </a:xfrm>
            <a:custGeom>
              <a:avLst/>
              <a:gdLst>
                <a:gd name="T0" fmla="*/ 1550 w 49"/>
                <a:gd name="T1" fmla="*/ 597 h 19"/>
                <a:gd name="T2" fmla="*/ 0 w 49"/>
                <a:gd name="T3" fmla="*/ 40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9">
                  <a:moveTo>
                    <a:pt x="49" y="19"/>
                  </a:moveTo>
                  <a:cubicBezTo>
                    <a:pt x="38" y="0"/>
                    <a:pt x="15" y="4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2" name="Freeform 20">
              <a:extLst>
                <a:ext uri="{FF2B5EF4-FFF2-40B4-BE49-F238E27FC236}">
                  <a16:creationId xmlns:a16="http://schemas.microsoft.com/office/drawing/2014/main" id="{39410063-B113-4DF0-A4AC-20D34CA2C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386"/>
              <a:ext cx="149" cy="34"/>
            </a:xfrm>
            <a:custGeom>
              <a:avLst/>
              <a:gdLst>
                <a:gd name="T0" fmla="*/ 1496 w 47"/>
                <a:gd name="T1" fmla="*/ 269 h 11"/>
                <a:gd name="T2" fmla="*/ 824 w 47"/>
                <a:gd name="T3" fmla="*/ 0 h 11"/>
                <a:gd name="T4" fmla="*/ 0 w 47"/>
                <a:gd name="T5" fmla="*/ 32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1">
                  <a:moveTo>
                    <a:pt x="47" y="9"/>
                  </a:moveTo>
                  <a:cubicBezTo>
                    <a:pt x="40" y="5"/>
                    <a:pt x="36" y="0"/>
                    <a:pt x="26" y="0"/>
                  </a:cubicBezTo>
                  <a:cubicBezTo>
                    <a:pt x="16" y="0"/>
                    <a:pt x="9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3" name="Freeform 21">
              <a:extLst>
                <a:ext uri="{FF2B5EF4-FFF2-40B4-BE49-F238E27FC236}">
                  <a16:creationId xmlns:a16="http://schemas.microsoft.com/office/drawing/2014/main" id="{DB7A3780-A94C-4D03-B096-236E6BEB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398"/>
              <a:ext cx="142" cy="45"/>
            </a:xfrm>
            <a:custGeom>
              <a:avLst/>
              <a:gdLst>
                <a:gd name="T0" fmla="*/ 1414 w 45"/>
                <a:gd name="T1" fmla="*/ 466 h 14"/>
                <a:gd name="T2" fmla="*/ 0 w 45"/>
                <a:gd name="T3" fmla="*/ 36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14"/>
                  </a:moveTo>
                  <a:cubicBezTo>
                    <a:pt x="37" y="0"/>
                    <a:pt x="12" y="2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4" name="Freeform 22">
              <a:extLst>
                <a:ext uri="{FF2B5EF4-FFF2-40B4-BE49-F238E27FC236}">
                  <a16:creationId xmlns:a16="http://schemas.microsoft.com/office/drawing/2014/main" id="{9BFD717F-1EBF-4FEA-92DE-6BF0AE3EF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483"/>
              <a:ext cx="142" cy="45"/>
            </a:xfrm>
            <a:custGeom>
              <a:avLst/>
              <a:gdLst>
                <a:gd name="T0" fmla="*/ 1414 w 45"/>
                <a:gd name="T1" fmla="*/ 0 h 14"/>
                <a:gd name="T2" fmla="*/ 0 w 45"/>
                <a:gd name="T3" fmla="*/ 3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0"/>
                  </a:moveTo>
                  <a:cubicBezTo>
                    <a:pt x="33" y="14"/>
                    <a:pt x="13" y="1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5" name="Freeform 23">
              <a:extLst>
                <a:ext uri="{FF2B5EF4-FFF2-40B4-BE49-F238E27FC236}">
                  <a16:creationId xmlns:a16="http://schemas.microsoft.com/office/drawing/2014/main" id="{AA27CA99-AA28-4AD8-A88D-F350D15D3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462"/>
              <a:ext cx="105" cy="47"/>
            </a:xfrm>
            <a:custGeom>
              <a:avLst/>
              <a:gdLst>
                <a:gd name="T0" fmla="*/ 1063 w 33"/>
                <a:gd name="T1" fmla="*/ 0 h 15"/>
                <a:gd name="T2" fmla="*/ 0 w 33"/>
                <a:gd name="T3" fmla="*/ 30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33" y="0"/>
                  </a:moveTo>
                  <a:cubicBezTo>
                    <a:pt x="31" y="14"/>
                    <a:pt x="9" y="15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6" name="Freeform 24">
              <a:extLst>
                <a:ext uri="{FF2B5EF4-FFF2-40B4-BE49-F238E27FC236}">
                  <a16:creationId xmlns:a16="http://schemas.microsoft.com/office/drawing/2014/main" id="{1CF58431-3074-495C-9555-38CFF0CE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52"/>
              <a:ext cx="155" cy="80"/>
            </a:xfrm>
            <a:custGeom>
              <a:avLst/>
              <a:gdLst>
                <a:gd name="T0" fmla="*/ 1550 w 49"/>
                <a:gd name="T1" fmla="*/ 224 h 25"/>
                <a:gd name="T2" fmla="*/ 0 w 49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5">
                  <a:moveTo>
                    <a:pt x="49" y="7"/>
                  </a:moveTo>
                  <a:cubicBezTo>
                    <a:pt x="42" y="25"/>
                    <a:pt x="5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7" name="Freeform 25">
              <a:extLst>
                <a:ext uri="{FF2B5EF4-FFF2-40B4-BE49-F238E27FC236}">
                  <a16:creationId xmlns:a16="http://schemas.microsoft.com/office/drawing/2014/main" id="{927CABDE-5AA1-40FF-9DB0-B7BBCA844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449"/>
              <a:ext cx="38" cy="45"/>
            </a:xfrm>
            <a:custGeom>
              <a:avLst/>
              <a:gdLst>
                <a:gd name="T0" fmla="*/ 380 w 12"/>
                <a:gd name="T1" fmla="*/ 0 h 14"/>
                <a:gd name="T2" fmla="*/ 101 w 12"/>
                <a:gd name="T3" fmla="*/ 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8" y="4"/>
                    <a:pt x="0" y="8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8" name="Freeform 26">
              <a:extLst>
                <a:ext uri="{FF2B5EF4-FFF2-40B4-BE49-F238E27FC236}">
                  <a16:creationId xmlns:a16="http://schemas.microsoft.com/office/drawing/2014/main" id="{03FD5FA2-1AC7-4373-BC5F-2602C9970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452"/>
              <a:ext cx="34" cy="23"/>
            </a:xfrm>
            <a:custGeom>
              <a:avLst/>
              <a:gdLst>
                <a:gd name="T0" fmla="*/ 325 w 11"/>
                <a:gd name="T1" fmla="*/ 250 h 7"/>
                <a:gd name="T2" fmla="*/ 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10" y="2"/>
                    <a:pt x="5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9" name="Freeform 27">
              <a:extLst>
                <a:ext uri="{FF2B5EF4-FFF2-40B4-BE49-F238E27FC236}">
                  <a16:creationId xmlns:a16="http://schemas.microsoft.com/office/drawing/2014/main" id="{2EDA8E3C-9B44-4E02-AEA7-9A385F1DF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162"/>
              <a:ext cx="146" cy="68"/>
            </a:xfrm>
            <a:custGeom>
              <a:avLst/>
              <a:gdLst>
                <a:gd name="T0" fmla="*/ 1470 w 46"/>
                <a:gd name="T1" fmla="*/ 0 h 21"/>
                <a:gd name="T2" fmla="*/ 0 w 46"/>
                <a:gd name="T3" fmla="*/ 44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46" y="0"/>
                  </a:moveTo>
                  <a:cubicBezTo>
                    <a:pt x="39" y="19"/>
                    <a:pt x="15" y="21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0" name="Freeform 28">
              <a:extLst>
                <a:ext uri="{FF2B5EF4-FFF2-40B4-BE49-F238E27FC236}">
                  <a16:creationId xmlns:a16="http://schemas.microsoft.com/office/drawing/2014/main" id="{EABB7AE6-872C-4D81-B5FF-A0638B947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3162"/>
              <a:ext cx="194" cy="83"/>
            </a:xfrm>
            <a:custGeom>
              <a:avLst/>
              <a:gdLst>
                <a:gd name="T0" fmla="*/ 1962 w 61"/>
                <a:gd name="T1" fmla="*/ 0 h 26"/>
                <a:gd name="T2" fmla="*/ 0 w 61"/>
                <a:gd name="T3" fmla="*/ 26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6">
                  <a:moveTo>
                    <a:pt x="61" y="0"/>
                  </a:moveTo>
                  <a:cubicBezTo>
                    <a:pt x="55" y="26"/>
                    <a:pt x="17" y="2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1" name="Freeform 29">
              <a:extLst>
                <a:ext uri="{FF2B5EF4-FFF2-40B4-BE49-F238E27FC236}">
                  <a16:creationId xmlns:a16="http://schemas.microsoft.com/office/drawing/2014/main" id="{81E034C7-FCE0-4BD0-8462-B3A4BDCAE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154"/>
              <a:ext cx="70" cy="88"/>
            </a:xfrm>
            <a:custGeom>
              <a:avLst/>
              <a:gdLst>
                <a:gd name="T0" fmla="*/ 710 w 22"/>
                <a:gd name="T1" fmla="*/ 0 h 28"/>
                <a:gd name="T2" fmla="*/ 0 w 22"/>
                <a:gd name="T3" fmla="*/ 81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cubicBezTo>
                    <a:pt x="22" y="15"/>
                    <a:pt x="19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2" name="Freeform 30">
              <a:extLst>
                <a:ext uri="{FF2B5EF4-FFF2-40B4-BE49-F238E27FC236}">
                  <a16:creationId xmlns:a16="http://schemas.microsoft.com/office/drawing/2014/main" id="{786586AE-5D7F-4FD0-B7C6-5764A36B2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071"/>
              <a:ext cx="142" cy="45"/>
            </a:xfrm>
            <a:custGeom>
              <a:avLst/>
              <a:gdLst>
                <a:gd name="T0" fmla="*/ 1414 w 45"/>
                <a:gd name="T1" fmla="*/ 466 h 14"/>
                <a:gd name="T2" fmla="*/ 0 w 45"/>
                <a:gd name="T3" fmla="*/ 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14"/>
                  </a:moveTo>
                  <a:cubicBezTo>
                    <a:pt x="36" y="0"/>
                    <a:pt x="11" y="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3" name="Freeform 31">
              <a:extLst>
                <a:ext uri="{FF2B5EF4-FFF2-40B4-BE49-F238E27FC236}">
                  <a16:creationId xmlns:a16="http://schemas.microsoft.com/office/drawing/2014/main" id="{0401B9D1-B874-4F40-A7CD-1E82F482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080"/>
              <a:ext cx="142" cy="55"/>
            </a:xfrm>
            <a:custGeom>
              <a:avLst/>
              <a:gdLst>
                <a:gd name="T0" fmla="*/ 1414 w 45"/>
                <a:gd name="T1" fmla="*/ 576 h 17"/>
                <a:gd name="T2" fmla="*/ 947 w 45"/>
                <a:gd name="T3" fmla="*/ 104 h 17"/>
                <a:gd name="T4" fmla="*/ 0 w 45"/>
                <a:gd name="T5" fmla="*/ 19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7">
                  <a:moveTo>
                    <a:pt x="45" y="17"/>
                  </a:moveTo>
                  <a:cubicBezTo>
                    <a:pt x="39" y="11"/>
                    <a:pt x="39" y="6"/>
                    <a:pt x="30" y="3"/>
                  </a:cubicBezTo>
                  <a:cubicBezTo>
                    <a:pt x="21" y="0"/>
                    <a:pt x="9" y="2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4" name="Freeform 32">
              <a:extLst>
                <a:ext uri="{FF2B5EF4-FFF2-40B4-BE49-F238E27FC236}">
                  <a16:creationId xmlns:a16="http://schemas.microsoft.com/office/drawing/2014/main" id="{B7B0AA66-3FD5-4C65-B6FF-36967D48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084"/>
              <a:ext cx="142" cy="57"/>
            </a:xfrm>
            <a:custGeom>
              <a:avLst/>
              <a:gdLst>
                <a:gd name="T0" fmla="*/ 1414 w 45"/>
                <a:gd name="T1" fmla="*/ 573 h 18"/>
                <a:gd name="T2" fmla="*/ 1007 w 45"/>
                <a:gd name="T3" fmla="*/ 130 h 18"/>
                <a:gd name="T4" fmla="*/ 0 w 45"/>
                <a:gd name="T5" fmla="*/ 1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8">
                  <a:moveTo>
                    <a:pt x="45" y="18"/>
                  </a:moveTo>
                  <a:cubicBezTo>
                    <a:pt x="40" y="12"/>
                    <a:pt x="40" y="7"/>
                    <a:pt x="32" y="4"/>
                  </a:cubicBezTo>
                  <a:cubicBezTo>
                    <a:pt x="25" y="1"/>
                    <a:pt x="8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5" name="Freeform 33">
              <a:extLst>
                <a:ext uri="{FF2B5EF4-FFF2-40B4-BE49-F238E27FC236}">
                  <a16:creationId xmlns:a16="http://schemas.microsoft.com/office/drawing/2014/main" id="{873ACE00-11C3-4D1C-AEF8-51BE47E35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188"/>
              <a:ext cx="146" cy="63"/>
            </a:xfrm>
            <a:custGeom>
              <a:avLst/>
              <a:gdLst>
                <a:gd name="T0" fmla="*/ 1470 w 46"/>
                <a:gd name="T1" fmla="*/ 189 h 20"/>
                <a:gd name="T2" fmla="*/ 0 w 4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0">
                  <a:moveTo>
                    <a:pt x="46" y="6"/>
                  </a:moveTo>
                  <a:cubicBezTo>
                    <a:pt x="41" y="20"/>
                    <a:pt x="3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6" name="Freeform 34">
              <a:extLst>
                <a:ext uri="{FF2B5EF4-FFF2-40B4-BE49-F238E27FC236}">
                  <a16:creationId xmlns:a16="http://schemas.microsoft.com/office/drawing/2014/main" id="{81707566-0173-43AD-B82C-4AA61E9EF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173"/>
              <a:ext cx="196" cy="66"/>
            </a:xfrm>
            <a:custGeom>
              <a:avLst/>
              <a:gdLst>
                <a:gd name="T0" fmla="*/ 1960 w 62"/>
                <a:gd name="T1" fmla="*/ 0 h 21"/>
                <a:gd name="T2" fmla="*/ 0 w 62"/>
                <a:gd name="T3" fmla="*/ 15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1">
                  <a:moveTo>
                    <a:pt x="62" y="0"/>
                  </a:moveTo>
                  <a:cubicBezTo>
                    <a:pt x="56" y="21"/>
                    <a:pt x="11" y="1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7" name="Freeform 35">
              <a:extLst>
                <a:ext uri="{FF2B5EF4-FFF2-40B4-BE49-F238E27FC236}">
                  <a16:creationId xmlns:a16="http://schemas.microsoft.com/office/drawing/2014/main" id="{2D95333E-85E5-4E59-9F1C-86AA698CB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160"/>
              <a:ext cx="137" cy="51"/>
            </a:xfrm>
            <a:custGeom>
              <a:avLst/>
              <a:gdLst>
                <a:gd name="T0" fmla="*/ 1198 w 43"/>
                <a:gd name="T1" fmla="*/ 0 h 16"/>
                <a:gd name="T2" fmla="*/ 0 w 43"/>
                <a:gd name="T3" fmla="*/ 3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6">
                  <a:moveTo>
                    <a:pt x="37" y="0"/>
                  </a:moveTo>
                  <a:cubicBezTo>
                    <a:pt x="43" y="16"/>
                    <a:pt x="8" y="14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8" name="Freeform 36">
              <a:extLst>
                <a:ext uri="{FF2B5EF4-FFF2-40B4-BE49-F238E27FC236}">
                  <a16:creationId xmlns:a16="http://schemas.microsoft.com/office/drawing/2014/main" id="{36198191-7CB1-44DD-9040-5400F303D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3067"/>
              <a:ext cx="140" cy="68"/>
            </a:xfrm>
            <a:custGeom>
              <a:avLst/>
              <a:gdLst>
                <a:gd name="T0" fmla="*/ 1416 w 44"/>
                <a:gd name="T1" fmla="*/ 440 h 21"/>
                <a:gd name="T2" fmla="*/ 0 w 44"/>
                <a:gd name="T3" fmla="*/ 71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1">
                  <a:moveTo>
                    <a:pt x="44" y="13"/>
                  </a:moveTo>
                  <a:cubicBezTo>
                    <a:pt x="30" y="0"/>
                    <a:pt x="10" y="12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9" name="Freeform 37">
              <a:extLst>
                <a:ext uri="{FF2B5EF4-FFF2-40B4-BE49-F238E27FC236}">
                  <a16:creationId xmlns:a16="http://schemas.microsoft.com/office/drawing/2014/main" id="{9AE523C2-D70B-4FD0-9BE6-591963A93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3122"/>
              <a:ext cx="101" cy="28"/>
            </a:xfrm>
            <a:custGeom>
              <a:avLst/>
              <a:gdLst>
                <a:gd name="T0" fmla="*/ 1007 w 32"/>
                <a:gd name="T1" fmla="*/ 271 h 9"/>
                <a:gd name="T2" fmla="*/ 0 w 32"/>
                <a:gd name="T3" fmla="*/ 24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9"/>
                  </a:moveTo>
                  <a:cubicBezTo>
                    <a:pt x="24" y="0"/>
                    <a:pt x="10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0" name="Freeform 38">
              <a:extLst>
                <a:ext uri="{FF2B5EF4-FFF2-40B4-BE49-F238E27FC236}">
                  <a16:creationId xmlns:a16="http://schemas.microsoft.com/office/drawing/2014/main" id="{B920DAF7-45EF-4363-A62D-AA9AF6E39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162"/>
              <a:ext cx="15" cy="51"/>
            </a:xfrm>
            <a:custGeom>
              <a:avLst/>
              <a:gdLst>
                <a:gd name="T0" fmla="*/ 135 w 5"/>
                <a:gd name="T1" fmla="*/ 0 h 16"/>
                <a:gd name="T2" fmla="*/ 0 w 5"/>
                <a:gd name="T3" fmla="*/ 52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0" y="3"/>
                    <a:pt x="0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1" name="Freeform 39">
              <a:extLst>
                <a:ext uri="{FF2B5EF4-FFF2-40B4-BE49-F238E27FC236}">
                  <a16:creationId xmlns:a16="http://schemas.microsoft.com/office/drawing/2014/main" id="{EB7EF094-4922-4102-9F65-2B2E48D13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169"/>
              <a:ext cx="30" cy="23"/>
            </a:xfrm>
            <a:custGeom>
              <a:avLst/>
              <a:gdLst>
                <a:gd name="T0" fmla="*/ 333 w 9"/>
                <a:gd name="T1" fmla="*/ 250 h 7"/>
                <a:gd name="T2" fmla="*/ 0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7"/>
                  </a:moveTo>
                  <a:cubicBezTo>
                    <a:pt x="7" y="3"/>
                    <a:pt x="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2" name="Freeform 40">
              <a:extLst>
                <a:ext uri="{FF2B5EF4-FFF2-40B4-BE49-F238E27FC236}">
                  <a16:creationId xmlns:a16="http://schemas.microsoft.com/office/drawing/2014/main" id="{3F13DC4B-3F94-467C-B7A3-E7C23D7A0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090"/>
              <a:ext cx="44" cy="41"/>
            </a:xfrm>
            <a:custGeom>
              <a:avLst/>
              <a:gdLst>
                <a:gd name="T0" fmla="*/ 434 w 14"/>
                <a:gd name="T1" fmla="*/ 158 h 13"/>
                <a:gd name="T2" fmla="*/ 248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5"/>
                  </a:moveTo>
                  <a:cubicBezTo>
                    <a:pt x="9" y="13"/>
                    <a:pt x="0" y="9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3" name="Freeform 41">
              <a:extLst>
                <a:ext uri="{FF2B5EF4-FFF2-40B4-BE49-F238E27FC236}">
                  <a16:creationId xmlns:a16="http://schemas.microsoft.com/office/drawing/2014/main" id="{F29109D9-0D77-4CC8-80BD-8C566618D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162"/>
              <a:ext cx="28" cy="17"/>
            </a:xfrm>
            <a:custGeom>
              <a:avLst/>
              <a:gdLst>
                <a:gd name="T0" fmla="*/ 271 w 9"/>
                <a:gd name="T1" fmla="*/ 116 h 5"/>
                <a:gd name="T2" fmla="*/ 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8" y="5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4" name="Freeform 42">
              <a:extLst>
                <a:ext uri="{FF2B5EF4-FFF2-40B4-BE49-F238E27FC236}">
                  <a16:creationId xmlns:a16="http://schemas.microsoft.com/office/drawing/2014/main" id="{6D4B7E63-26A8-475C-8659-FBACF2B66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156"/>
              <a:ext cx="38" cy="13"/>
            </a:xfrm>
            <a:custGeom>
              <a:avLst/>
              <a:gdLst>
                <a:gd name="T0" fmla="*/ 380 w 12"/>
                <a:gd name="T1" fmla="*/ 75 h 4"/>
                <a:gd name="T2" fmla="*/ 0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2"/>
                  </a:moveTo>
                  <a:cubicBezTo>
                    <a:pt x="8" y="4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5" name="Freeform 43">
              <a:extLst>
                <a:ext uri="{FF2B5EF4-FFF2-40B4-BE49-F238E27FC236}">
                  <a16:creationId xmlns:a16="http://schemas.microsoft.com/office/drawing/2014/main" id="{C7DF65E0-8B16-4964-B61A-EF14E4503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201"/>
              <a:ext cx="31" cy="6"/>
            </a:xfrm>
            <a:custGeom>
              <a:avLst/>
              <a:gdLst>
                <a:gd name="T0" fmla="*/ 298 w 10"/>
                <a:gd name="T1" fmla="*/ 27 h 2"/>
                <a:gd name="T2" fmla="*/ 0 w 10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2"/>
                    <a:pt x="4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6" name="Freeform 44">
              <a:extLst>
                <a:ext uri="{FF2B5EF4-FFF2-40B4-BE49-F238E27FC236}">
                  <a16:creationId xmlns:a16="http://schemas.microsoft.com/office/drawing/2014/main" id="{A6F0A6F2-7B33-4299-A335-00F152996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3086"/>
              <a:ext cx="31" cy="32"/>
            </a:xfrm>
            <a:custGeom>
              <a:avLst/>
              <a:gdLst>
                <a:gd name="T0" fmla="*/ 298 w 10"/>
                <a:gd name="T1" fmla="*/ 32 h 10"/>
                <a:gd name="T2" fmla="*/ 59 w 10"/>
                <a:gd name="T3" fmla="*/ 266 h 10"/>
                <a:gd name="T4" fmla="*/ 87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8" y="4"/>
                    <a:pt x="6" y="10"/>
                    <a:pt x="2" y="8"/>
                  </a:cubicBezTo>
                  <a:cubicBezTo>
                    <a:pt x="0" y="7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7" name="Freeform 45">
              <a:extLst>
                <a:ext uri="{FF2B5EF4-FFF2-40B4-BE49-F238E27FC236}">
                  <a16:creationId xmlns:a16="http://schemas.microsoft.com/office/drawing/2014/main" id="{9EB42678-3E36-459F-A195-15E4CABCC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116"/>
              <a:ext cx="42" cy="44"/>
            </a:xfrm>
            <a:custGeom>
              <a:avLst/>
              <a:gdLst>
                <a:gd name="T0" fmla="*/ 0 w 13"/>
                <a:gd name="T1" fmla="*/ 157 h 14"/>
                <a:gd name="T2" fmla="*/ 271 w 13"/>
                <a:gd name="T3" fmla="*/ 405 h 14"/>
                <a:gd name="T4" fmla="*/ 271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5"/>
                  </a:moveTo>
                  <a:cubicBezTo>
                    <a:pt x="2" y="7"/>
                    <a:pt x="3" y="14"/>
                    <a:pt x="8" y="13"/>
                  </a:cubicBezTo>
                  <a:cubicBezTo>
                    <a:pt x="13" y="12"/>
                    <a:pt x="11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8" name="Freeform 46">
              <a:extLst>
                <a:ext uri="{FF2B5EF4-FFF2-40B4-BE49-F238E27FC236}">
                  <a16:creationId xmlns:a16="http://schemas.microsoft.com/office/drawing/2014/main" id="{0040EFEB-6BCE-42A7-8C83-F4306F3C2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18"/>
              <a:ext cx="25" cy="13"/>
            </a:xfrm>
            <a:custGeom>
              <a:avLst/>
              <a:gdLst>
                <a:gd name="T0" fmla="*/ 244 w 8"/>
                <a:gd name="T1" fmla="*/ 0 h 4"/>
                <a:gd name="T2" fmla="*/ 0 w 8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6" y="3"/>
                    <a:pt x="3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9" name="Freeform 47">
              <a:extLst>
                <a:ext uri="{FF2B5EF4-FFF2-40B4-BE49-F238E27FC236}">
                  <a16:creationId xmlns:a16="http://schemas.microsoft.com/office/drawing/2014/main" id="{EDF093DA-2525-447F-9994-EAEEC2B5B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162"/>
              <a:ext cx="12" cy="36"/>
            </a:xfrm>
            <a:custGeom>
              <a:avLst/>
              <a:gdLst>
                <a:gd name="T0" fmla="*/ 108 w 4"/>
                <a:gd name="T1" fmla="*/ 0 h 11"/>
                <a:gd name="T2" fmla="*/ 0 w 4"/>
                <a:gd name="T3" fmla="*/ 38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4"/>
                    <a:pt x="2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0" name="Freeform 48">
              <a:extLst>
                <a:ext uri="{FF2B5EF4-FFF2-40B4-BE49-F238E27FC236}">
                  <a16:creationId xmlns:a16="http://schemas.microsoft.com/office/drawing/2014/main" id="{7B6B58B4-0DF4-41DC-B2DD-B80142622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166"/>
              <a:ext cx="45" cy="35"/>
            </a:xfrm>
            <a:custGeom>
              <a:avLst/>
              <a:gdLst>
                <a:gd name="T0" fmla="*/ 466 w 14"/>
                <a:gd name="T1" fmla="*/ 162 h 11"/>
                <a:gd name="T2" fmla="*/ 103 w 14"/>
                <a:gd name="T3" fmla="*/ 60 h 11"/>
                <a:gd name="T4" fmla="*/ 270 w 14"/>
                <a:gd name="T5" fmla="*/ 35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5"/>
                  </a:moveTo>
                  <a:cubicBezTo>
                    <a:pt x="12" y="3"/>
                    <a:pt x="6" y="0"/>
                    <a:pt x="3" y="2"/>
                  </a:cubicBezTo>
                  <a:cubicBezTo>
                    <a:pt x="0" y="4"/>
                    <a:pt x="6" y="10"/>
                    <a:pt x="8" y="1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1" name="Freeform 49">
              <a:extLst>
                <a:ext uri="{FF2B5EF4-FFF2-40B4-BE49-F238E27FC236}">
                  <a16:creationId xmlns:a16="http://schemas.microsoft.com/office/drawing/2014/main" id="{822B76FE-223A-4FEF-A2BE-E1C31DF26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439"/>
              <a:ext cx="34" cy="38"/>
            </a:xfrm>
            <a:custGeom>
              <a:avLst/>
              <a:gdLst>
                <a:gd name="T0" fmla="*/ 325 w 11"/>
                <a:gd name="T1" fmla="*/ 130 h 12"/>
                <a:gd name="T2" fmla="*/ 59 w 11"/>
                <a:gd name="T3" fmla="*/ 250 h 12"/>
                <a:gd name="T4" fmla="*/ 21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1" y="4"/>
                  </a:moveTo>
                  <a:cubicBezTo>
                    <a:pt x="10" y="5"/>
                    <a:pt x="4" y="12"/>
                    <a:pt x="2" y="8"/>
                  </a:cubicBezTo>
                  <a:cubicBezTo>
                    <a:pt x="0" y="5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2" name="Freeform 50">
              <a:extLst>
                <a:ext uri="{FF2B5EF4-FFF2-40B4-BE49-F238E27FC236}">
                  <a16:creationId xmlns:a16="http://schemas.microsoft.com/office/drawing/2014/main" id="{737EAA59-7EA5-4144-83C5-6AAB7B8FA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411"/>
              <a:ext cx="13" cy="19"/>
            </a:xfrm>
            <a:custGeom>
              <a:avLst/>
              <a:gdLst>
                <a:gd name="T0" fmla="*/ 0 w 4"/>
                <a:gd name="T1" fmla="*/ 0 h 6"/>
                <a:gd name="T2" fmla="*/ 137 w 4"/>
                <a:gd name="T3" fmla="*/ 19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1"/>
                    <a:pt x="4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3" name="Freeform 51">
              <a:extLst>
                <a:ext uri="{FF2B5EF4-FFF2-40B4-BE49-F238E27FC236}">
                  <a16:creationId xmlns:a16="http://schemas.microsoft.com/office/drawing/2014/main" id="{41BBAEBE-E224-4BB6-8CE0-7A780599C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475"/>
              <a:ext cx="35" cy="31"/>
            </a:xfrm>
            <a:custGeom>
              <a:avLst/>
              <a:gdLst>
                <a:gd name="T0" fmla="*/ 353 w 11"/>
                <a:gd name="T1" fmla="*/ 211 h 10"/>
                <a:gd name="T2" fmla="*/ 130 w 11"/>
                <a:gd name="T3" fmla="*/ 28 h 10"/>
                <a:gd name="T4" fmla="*/ 162 w 11"/>
                <a:gd name="T5" fmla="*/ 29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7"/>
                  </a:moveTo>
                  <a:cubicBezTo>
                    <a:pt x="11" y="5"/>
                    <a:pt x="6" y="0"/>
                    <a:pt x="4" y="1"/>
                  </a:cubicBezTo>
                  <a:cubicBezTo>
                    <a:pt x="0" y="3"/>
                    <a:pt x="4" y="8"/>
                    <a:pt x="5" y="1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4" name="Freeform 52">
              <a:extLst>
                <a:ext uri="{FF2B5EF4-FFF2-40B4-BE49-F238E27FC236}">
                  <a16:creationId xmlns:a16="http://schemas.microsoft.com/office/drawing/2014/main" id="{B7ADABA3-3E95-4243-9F28-B1A45EF02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392"/>
              <a:ext cx="41" cy="44"/>
            </a:xfrm>
            <a:custGeom>
              <a:avLst/>
              <a:gdLst>
                <a:gd name="T0" fmla="*/ 0 w 13"/>
                <a:gd name="T1" fmla="*/ 60 h 14"/>
                <a:gd name="T2" fmla="*/ 319 w 13"/>
                <a:gd name="T3" fmla="*/ 374 h 14"/>
                <a:gd name="T4" fmla="*/ 218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2"/>
                  </a:moveTo>
                  <a:cubicBezTo>
                    <a:pt x="1" y="4"/>
                    <a:pt x="6" y="14"/>
                    <a:pt x="10" y="12"/>
                  </a:cubicBezTo>
                  <a:cubicBezTo>
                    <a:pt x="13" y="10"/>
                    <a:pt x="8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5" name="Freeform 53">
              <a:extLst>
                <a:ext uri="{FF2B5EF4-FFF2-40B4-BE49-F238E27FC236}">
                  <a16:creationId xmlns:a16="http://schemas.microsoft.com/office/drawing/2014/main" id="{7111E722-04EA-44EB-A1B8-86B59DC84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439"/>
              <a:ext cx="12" cy="36"/>
            </a:xfrm>
            <a:custGeom>
              <a:avLst/>
              <a:gdLst>
                <a:gd name="T0" fmla="*/ 81 w 4"/>
                <a:gd name="T1" fmla="*/ 0 h 11"/>
                <a:gd name="T2" fmla="*/ 0 w 4"/>
                <a:gd name="T3" fmla="*/ 38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1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6" name="Freeform 54">
              <a:extLst>
                <a:ext uri="{FF2B5EF4-FFF2-40B4-BE49-F238E27FC236}">
                  <a16:creationId xmlns:a16="http://schemas.microsoft.com/office/drawing/2014/main" id="{C54DEECB-B8D4-4791-9D5E-F9161E0DA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398"/>
              <a:ext cx="35" cy="28"/>
            </a:xfrm>
            <a:custGeom>
              <a:avLst/>
              <a:gdLst>
                <a:gd name="T0" fmla="*/ 353 w 11"/>
                <a:gd name="T1" fmla="*/ 0 h 9"/>
                <a:gd name="T2" fmla="*/ 0 w 11"/>
                <a:gd name="T3" fmla="*/ 2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10" y="4"/>
                    <a:pt x="4" y="7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7" name="Freeform 55">
              <a:extLst>
                <a:ext uri="{FF2B5EF4-FFF2-40B4-BE49-F238E27FC236}">
                  <a16:creationId xmlns:a16="http://schemas.microsoft.com/office/drawing/2014/main" id="{3F23DDE6-8E30-43A1-BABE-9B0D8AA61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411"/>
              <a:ext cx="15" cy="28"/>
            </a:xfrm>
            <a:custGeom>
              <a:avLst/>
              <a:gdLst>
                <a:gd name="T0" fmla="*/ 0 w 5"/>
                <a:gd name="T1" fmla="*/ 0 h 9"/>
                <a:gd name="T2" fmla="*/ 135 w 5"/>
                <a:gd name="T3" fmla="*/ 2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3" y="3"/>
                    <a:pt x="4" y="5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8" name="Freeform 56">
              <a:extLst>
                <a:ext uri="{FF2B5EF4-FFF2-40B4-BE49-F238E27FC236}">
                  <a16:creationId xmlns:a16="http://schemas.microsoft.com/office/drawing/2014/main" id="{A5FB5C68-3DF5-4A77-91F6-5E056953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481"/>
              <a:ext cx="38" cy="28"/>
            </a:xfrm>
            <a:custGeom>
              <a:avLst/>
              <a:gdLst>
                <a:gd name="T0" fmla="*/ 380 w 12"/>
                <a:gd name="T1" fmla="*/ 184 h 9"/>
                <a:gd name="T2" fmla="*/ 0 w 12"/>
                <a:gd name="T3" fmla="*/ 0 h 9"/>
                <a:gd name="T4" fmla="*/ 130 w 12"/>
                <a:gd name="T5" fmla="*/ 2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4" y="0"/>
                    <a:pt x="0" y="0"/>
                  </a:cubicBezTo>
                  <a:cubicBezTo>
                    <a:pt x="0" y="4"/>
                    <a:pt x="3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9" name="Freeform 57">
              <a:extLst>
                <a:ext uri="{FF2B5EF4-FFF2-40B4-BE49-F238E27FC236}">
                  <a16:creationId xmlns:a16="http://schemas.microsoft.com/office/drawing/2014/main" id="{94D74A62-0159-47D2-AC0C-106CB3D09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468"/>
              <a:ext cx="34" cy="7"/>
            </a:xfrm>
            <a:custGeom>
              <a:avLst/>
              <a:gdLst>
                <a:gd name="T0" fmla="*/ 325 w 11"/>
                <a:gd name="T1" fmla="*/ 88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7" y="1"/>
                    <a:pt x="4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0" name="Freeform 58">
              <a:extLst>
                <a:ext uri="{FF2B5EF4-FFF2-40B4-BE49-F238E27FC236}">
                  <a16:creationId xmlns:a16="http://schemas.microsoft.com/office/drawing/2014/main" id="{5EFC9D3A-4FC3-4643-8F41-C3505679B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477"/>
              <a:ext cx="23" cy="6"/>
            </a:xfrm>
            <a:custGeom>
              <a:avLst/>
              <a:gdLst>
                <a:gd name="T0" fmla="*/ 250 w 7"/>
                <a:gd name="T1" fmla="*/ 54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1" name="Freeform 59">
              <a:extLst>
                <a:ext uri="{FF2B5EF4-FFF2-40B4-BE49-F238E27FC236}">
                  <a16:creationId xmlns:a16="http://schemas.microsoft.com/office/drawing/2014/main" id="{60E96E3D-45DE-470A-BD87-217AA2A46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439"/>
              <a:ext cx="15" cy="38"/>
            </a:xfrm>
            <a:custGeom>
              <a:avLst/>
              <a:gdLst>
                <a:gd name="T0" fmla="*/ 0 w 5"/>
                <a:gd name="T1" fmla="*/ 0 h 12"/>
                <a:gd name="T2" fmla="*/ 135 w 5"/>
                <a:gd name="T3" fmla="*/ 38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3" y="3"/>
                    <a:pt x="4" y="8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2" name="Freeform 60">
              <a:extLst>
                <a:ext uri="{FF2B5EF4-FFF2-40B4-BE49-F238E27FC236}">
                  <a16:creationId xmlns:a16="http://schemas.microsoft.com/office/drawing/2014/main" id="{562F6711-0AF0-41ED-B578-0062C9F57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41"/>
              <a:ext cx="108" cy="66"/>
            </a:xfrm>
            <a:custGeom>
              <a:avLst/>
              <a:gdLst>
                <a:gd name="T0" fmla="*/ 1090 w 34"/>
                <a:gd name="T1" fmla="*/ 305 h 21"/>
                <a:gd name="T2" fmla="*/ 0 w 3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1">
                  <a:moveTo>
                    <a:pt x="34" y="10"/>
                  </a:moveTo>
                  <a:cubicBezTo>
                    <a:pt x="30" y="21"/>
                    <a:pt x="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3" name="Freeform 61">
              <a:extLst>
                <a:ext uri="{FF2B5EF4-FFF2-40B4-BE49-F238E27FC236}">
                  <a16:creationId xmlns:a16="http://schemas.microsoft.com/office/drawing/2014/main" id="{AB186942-BFDD-4AE7-A9BA-968503EB2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118"/>
              <a:ext cx="51" cy="44"/>
            </a:xfrm>
            <a:custGeom>
              <a:avLst/>
              <a:gdLst>
                <a:gd name="T0" fmla="*/ 488 w 16"/>
                <a:gd name="T1" fmla="*/ 0 h 14"/>
                <a:gd name="T2" fmla="*/ 0 w 16"/>
                <a:gd name="T3" fmla="*/ 30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5" y="0"/>
                  </a:moveTo>
                  <a:cubicBezTo>
                    <a:pt x="16" y="9"/>
                    <a:pt x="8" y="14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4" name="Freeform 62">
              <a:extLst>
                <a:ext uri="{FF2B5EF4-FFF2-40B4-BE49-F238E27FC236}">
                  <a16:creationId xmlns:a16="http://schemas.microsoft.com/office/drawing/2014/main" id="{D60C99B1-7FDD-4B2C-AB17-E04D4DBC9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3154"/>
              <a:ext cx="118" cy="63"/>
            </a:xfrm>
            <a:custGeom>
              <a:avLst/>
              <a:gdLst>
                <a:gd name="T0" fmla="*/ 1199 w 37"/>
                <a:gd name="T1" fmla="*/ 0 h 20"/>
                <a:gd name="T2" fmla="*/ 0 w 37"/>
                <a:gd name="T3" fmla="*/ 37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31" y="13"/>
                    <a:pt x="13" y="2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5" name="Freeform 63">
              <a:extLst>
                <a:ext uri="{FF2B5EF4-FFF2-40B4-BE49-F238E27FC236}">
                  <a16:creationId xmlns:a16="http://schemas.microsoft.com/office/drawing/2014/main" id="{390C4710-D13F-4F7F-A361-B8094B7AF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154"/>
              <a:ext cx="40" cy="50"/>
            </a:xfrm>
            <a:custGeom>
              <a:avLst/>
              <a:gdLst>
                <a:gd name="T0" fmla="*/ 351 w 13"/>
                <a:gd name="T1" fmla="*/ 0 h 16"/>
                <a:gd name="T2" fmla="*/ 0 w 13"/>
                <a:gd name="T3" fmla="*/ 4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12" y="0"/>
                  </a:moveTo>
                  <a:cubicBezTo>
                    <a:pt x="13" y="7"/>
                    <a:pt x="9" y="16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6" name="Freeform 64">
              <a:extLst>
                <a:ext uri="{FF2B5EF4-FFF2-40B4-BE49-F238E27FC236}">
                  <a16:creationId xmlns:a16="http://schemas.microsoft.com/office/drawing/2014/main" id="{3302D2A7-0BEC-4F4F-9050-6B4E17534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065"/>
              <a:ext cx="112" cy="38"/>
            </a:xfrm>
            <a:custGeom>
              <a:avLst/>
              <a:gdLst>
                <a:gd name="T0" fmla="*/ 1146 w 35"/>
                <a:gd name="T1" fmla="*/ 320 h 12"/>
                <a:gd name="T2" fmla="*/ 0 w 35"/>
                <a:gd name="T3" fmla="*/ 38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2">
                  <a:moveTo>
                    <a:pt x="35" y="10"/>
                  </a:moveTo>
                  <a:cubicBezTo>
                    <a:pt x="24" y="2"/>
                    <a:pt x="8" y="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7" name="Freeform 65">
              <a:extLst>
                <a:ext uri="{FF2B5EF4-FFF2-40B4-BE49-F238E27FC236}">
                  <a16:creationId xmlns:a16="http://schemas.microsoft.com/office/drawing/2014/main" id="{4DC2A29A-92DA-49E8-9706-BAA238DF2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080"/>
              <a:ext cx="102" cy="36"/>
            </a:xfrm>
            <a:custGeom>
              <a:avLst/>
              <a:gdLst>
                <a:gd name="T0" fmla="*/ 1036 w 32"/>
                <a:gd name="T1" fmla="*/ 386 h 11"/>
                <a:gd name="T2" fmla="*/ 0 w 32"/>
                <a:gd name="T3" fmla="*/ 3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">
                  <a:moveTo>
                    <a:pt x="32" y="11"/>
                  </a:moveTo>
                  <a:cubicBezTo>
                    <a:pt x="26" y="0"/>
                    <a:pt x="8" y="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8" name="Freeform 66">
              <a:extLst>
                <a:ext uri="{FF2B5EF4-FFF2-40B4-BE49-F238E27FC236}">
                  <a16:creationId xmlns:a16="http://schemas.microsoft.com/office/drawing/2014/main" id="{91576E04-DFB7-4153-A39E-8461B2F98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411"/>
              <a:ext cx="82" cy="57"/>
            </a:xfrm>
            <a:custGeom>
              <a:avLst/>
              <a:gdLst>
                <a:gd name="T0" fmla="*/ 817 w 26"/>
                <a:gd name="T1" fmla="*/ 60 h 18"/>
                <a:gd name="T2" fmla="*/ 319 w 26"/>
                <a:gd name="T3" fmla="*/ 60 h 18"/>
                <a:gd name="T4" fmla="*/ 0 w 26"/>
                <a:gd name="T5" fmla="*/ 57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8">
                  <a:moveTo>
                    <a:pt x="26" y="2"/>
                  </a:moveTo>
                  <a:cubicBezTo>
                    <a:pt x="22" y="0"/>
                    <a:pt x="14" y="0"/>
                    <a:pt x="10" y="2"/>
                  </a:cubicBezTo>
                  <a:cubicBezTo>
                    <a:pt x="1" y="6"/>
                    <a:pt x="3" y="11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9" name="Freeform 67">
              <a:extLst>
                <a:ext uri="{FF2B5EF4-FFF2-40B4-BE49-F238E27FC236}">
                  <a16:creationId xmlns:a16="http://schemas.microsoft.com/office/drawing/2014/main" id="{6BC2A554-CC08-4901-A43E-94996D0B2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468"/>
              <a:ext cx="100" cy="22"/>
            </a:xfrm>
            <a:custGeom>
              <a:avLst/>
              <a:gdLst>
                <a:gd name="T0" fmla="*/ 1042 w 31"/>
                <a:gd name="T1" fmla="*/ 217 h 7"/>
                <a:gd name="T2" fmla="*/ 0 w 31"/>
                <a:gd name="T3" fmla="*/ 18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31" y="7"/>
                  </a:moveTo>
                  <a:cubicBezTo>
                    <a:pt x="19" y="0"/>
                    <a:pt x="12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0" name="Freeform 68">
              <a:extLst>
                <a:ext uri="{FF2B5EF4-FFF2-40B4-BE49-F238E27FC236}">
                  <a16:creationId xmlns:a16="http://schemas.microsoft.com/office/drawing/2014/main" id="{953399BA-6853-4B46-9C73-FA3C033FD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475"/>
              <a:ext cx="57" cy="38"/>
            </a:xfrm>
            <a:custGeom>
              <a:avLst/>
              <a:gdLst>
                <a:gd name="T0" fmla="*/ 573 w 18"/>
                <a:gd name="T1" fmla="*/ 380 h 12"/>
                <a:gd name="T2" fmla="*/ 0 w 1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18" y="12"/>
                  </a:moveTo>
                  <a:cubicBezTo>
                    <a:pt x="16" y="3"/>
                    <a:pt x="8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1" name="Freeform 69">
              <a:extLst>
                <a:ext uri="{FF2B5EF4-FFF2-40B4-BE49-F238E27FC236}">
                  <a16:creationId xmlns:a16="http://schemas.microsoft.com/office/drawing/2014/main" id="{BFD300E7-5C6E-47C9-8525-4E679659B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475"/>
              <a:ext cx="11" cy="6"/>
            </a:xfrm>
            <a:custGeom>
              <a:avLst/>
              <a:gdLst>
                <a:gd name="T0" fmla="*/ 147 w 3"/>
                <a:gd name="T1" fmla="*/ 0 h 2"/>
                <a:gd name="T2" fmla="*/ 0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2" name="Freeform 70">
              <a:extLst>
                <a:ext uri="{FF2B5EF4-FFF2-40B4-BE49-F238E27FC236}">
                  <a16:creationId xmlns:a16="http://schemas.microsoft.com/office/drawing/2014/main" id="{C9D00BEC-F1A1-4516-9974-5D098A0C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414"/>
              <a:ext cx="66" cy="48"/>
            </a:xfrm>
            <a:custGeom>
              <a:avLst/>
              <a:gdLst>
                <a:gd name="T0" fmla="*/ 525 w 21"/>
                <a:gd name="T1" fmla="*/ 493 h 15"/>
                <a:gd name="T2" fmla="*/ 651 w 21"/>
                <a:gd name="T3" fmla="*/ 35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17" y="15"/>
                  </a:moveTo>
                  <a:cubicBezTo>
                    <a:pt x="0" y="14"/>
                    <a:pt x="11" y="0"/>
                    <a:pt x="21" y="1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3" name="Freeform 71">
              <a:extLst>
                <a:ext uri="{FF2B5EF4-FFF2-40B4-BE49-F238E27FC236}">
                  <a16:creationId xmlns:a16="http://schemas.microsoft.com/office/drawing/2014/main" id="{B131DFA3-BC12-4850-B43A-72E610E14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445"/>
              <a:ext cx="57" cy="45"/>
            </a:xfrm>
            <a:custGeom>
              <a:avLst/>
              <a:gdLst>
                <a:gd name="T0" fmla="*/ 0 w 18"/>
                <a:gd name="T1" fmla="*/ 331 h 14"/>
                <a:gd name="T2" fmla="*/ 320 w 18"/>
                <a:gd name="T3" fmla="*/ 61 h 14"/>
                <a:gd name="T4" fmla="*/ 222 w 18"/>
                <a:gd name="T5" fmla="*/ 46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10"/>
                  </a:moveTo>
                  <a:cubicBezTo>
                    <a:pt x="2" y="7"/>
                    <a:pt x="6" y="0"/>
                    <a:pt x="10" y="2"/>
                  </a:cubicBezTo>
                  <a:cubicBezTo>
                    <a:pt x="18" y="5"/>
                    <a:pt x="11" y="11"/>
                    <a:pt x="7" y="14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4" name="Freeform 72">
              <a:extLst>
                <a:ext uri="{FF2B5EF4-FFF2-40B4-BE49-F238E27FC236}">
                  <a16:creationId xmlns:a16="http://schemas.microsoft.com/office/drawing/2014/main" id="{1018D670-739C-4DFF-B656-C39F7AAC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3128"/>
              <a:ext cx="28" cy="7"/>
            </a:xfrm>
            <a:custGeom>
              <a:avLst/>
              <a:gdLst>
                <a:gd name="T0" fmla="*/ 271 w 9"/>
                <a:gd name="T1" fmla="*/ 88 h 2"/>
                <a:gd name="T2" fmla="*/ 0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5" name="Freeform 73">
              <a:extLst>
                <a:ext uri="{FF2B5EF4-FFF2-40B4-BE49-F238E27FC236}">
                  <a16:creationId xmlns:a16="http://schemas.microsoft.com/office/drawing/2014/main" id="{4745141B-A51C-4DF2-BC0E-E647B596C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154"/>
              <a:ext cx="44" cy="31"/>
            </a:xfrm>
            <a:custGeom>
              <a:avLst/>
              <a:gdLst>
                <a:gd name="T0" fmla="*/ 434 w 14"/>
                <a:gd name="T1" fmla="*/ 183 h 10"/>
                <a:gd name="T2" fmla="*/ 277 w 14"/>
                <a:gd name="T3" fmla="*/ 29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6"/>
                  </a:moveTo>
                  <a:cubicBezTo>
                    <a:pt x="5" y="0"/>
                    <a:pt x="0" y="2"/>
                    <a:pt x="9" y="1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6" name="Freeform 74">
              <a:extLst>
                <a:ext uri="{FF2B5EF4-FFF2-40B4-BE49-F238E27FC236}">
                  <a16:creationId xmlns:a16="http://schemas.microsoft.com/office/drawing/2014/main" id="{836DDD8F-9768-4036-9113-C6EC59E57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077"/>
              <a:ext cx="36" cy="32"/>
            </a:xfrm>
            <a:custGeom>
              <a:avLst/>
              <a:gdLst>
                <a:gd name="T0" fmla="*/ 353 w 11"/>
                <a:gd name="T1" fmla="*/ 32 h 10"/>
                <a:gd name="T2" fmla="*/ 14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0" y="1"/>
                  </a:moveTo>
                  <a:cubicBezTo>
                    <a:pt x="11" y="10"/>
                    <a:pt x="0" y="5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7" name="Freeform 75">
              <a:extLst>
                <a:ext uri="{FF2B5EF4-FFF2-40B4-BE49-F238E27FC236}">
                  <a16:creationId xmlns:a16="http://schemas.microsoft.com/office/drawing/2014/main" id="{8B276D5C-F5C2-431C-B339-5FFF674AC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086"/>
              <a:ext cx="34" cy="30"/>
            </a:xfrm>
            <a:custGeom>
              <a:avLst/>
              <a:gdLst>
                <a:gd name="T0" fmla="*/ 0 w 11"/>
                <a:gd name="T1" fmla="*/ 33 h 9"/>
                <a:gd name="T2" fmla="*/ 325 w 11"/>
                <a:gd name="T3" fmla="*/ 33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1"/>
                  </a:moveTo>
                  <a:cubicBezTo>
                    <a:pt x="5" y="0"/>
                    <a:pt x="10" y="5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8" name="Freeform 76">
              <a:extLst>
                <a:ext uri="{FF2B5EF4-FFF2-40B4-BE49-F238E27FC236}">
                  <a16:creationId xmlns:a16="http://schemas.microsoft.com/office/drawing/2014/main" id="{13CFAF76-F958-4B3C-9D4E-99C61374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490"/>
              <a:ext cx="108" cy="35"/>
            </a:xfrm>
            <a:custGeom>
              <a:avLst/>
              <a:gdLst>
                <a:gd name="T0" fmla="*/ 1090 w 34"/>
                <a:gd name="T1" fmla="*/ 32 h 11"/>
                <a:gd name="T2" fmla="*/ 0 w 3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">
                  <a:moveTo>
                    <a:pt x="34" y="1"/>
                  </a:moveTo>
                  <a:cubicBezTo>
                    <a:pt x="28" y="11"/>
                    <a:pt x="8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9" name="Freeform 77">
              <a:extLst>
                <a:ext uri="{FF2B5EF4-FFF2-40B4-BE49-F238E27FC236}">
                  <a16:creationId xmlns:a16="http://schemas.microsoft.com/office/drawing/2014/main" id="{F3F6E74D-2881-4C93-B1F7-1FEEDD398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471"/>
              <a:ext cx="28" cy="35"/>
            </a:xfrm>
            <a:custGeom>
              <a:avLst/>
              <a:gdLst>
                <a:gd name="T0" fmla="*/ 243 w 9"/>
                <a:gd name="T1" fmla="*/ 0 h 11"/>
                <a:gd name="T2" fmla="*/ 0 w 9"/>
                <a:gd name="T3" fmla="*/ 35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8" y="0"/>
                  </a:moveTo>
                  <a:cubicBezTo>
                    <a:pt x="9" y="5"/>
                    <a:pt x="6" y="10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0" name="Freeform 78">
              <a:extLst>
                <a:ext uri="{FF2B5EF4-FFF2-40B4-BE49-F238E27FC236}">
                  <a16:creationId xmlns:a16="http://schemas.microsoft.com/office/drawing/2014/main" id="{332126AC-694F-4A19-9702-8799B1747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487"/>
              <a:ext cx="31" cy="19"/>
            </a:xfrm>
            <a:custGeom>
              <a:avLst/>
              <a:gdLst>
                <a:gd name="T0" fmla="*/ 298 w 10"/>
                <a:gd name="T1" fmla="*/ 190 h 6"/>
                <a:gd name="T2" fmla="*/ 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1" name="Freeform 79">
              <a:extLst>
                <a:ext uri="{FF2B5EF4-FFF2-40B4-BE49-F238E27FC236}">
                  <a16:creationId xmlns:a16="http://schemas.microsoft.com/office/drawing/2014/main" id="{9A48370E-87C3-4D80-8612-1706F3864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481"/>
              <a:ext cx="26" cy="1"/>
            </a:xfrm>
            <a:custGeom>
              <a:avLst/>
              <a:gdLst>
                <a:gd name="T0" fmla="*/ 276 w 8"/>
                <a:gd name="T1" fmla="*/ 0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2" name="Freeform 80">
              <a:extLst>
                <a:ext uri="{FF2B5EF4-FFF2-40B4-BE49-F238E27FC236}">
                  <a16:creationId xmlns:a16="http://schemas.microsoft.com/office/drawing/2014/main" id="{1D6DD5E2-8053-4562-8FF4-3999614CA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420"/>
              <a:ext cx="1784" cy="114"/>
            </a:xfrm>
            <a:custGeom>
              <a:avLst/>
              <a:gdLst>
                <a:gd name="T0" fmla="*/ 17976 w 562"/>
                <a:gd name="T1" fmla="*/ 513 h 36"/>
                <a:gd name="T2" fmla="*/ 15520 w 562"/>
                <a:gd name="T3" fmla="*/ 1115 h 36"/>
                <a:gd name="T4" fmla="*/ 12253 w 562"/>
                <a:gd name="T5" fmla="*/ 982 h 36"/>
                <a:gd name="T6" fmla="*/ 5603 w 562"/>
                <a:gd name="T7" fmla="*/ 1055 h 36"/>
                <a:gd name="T8" fmla="*/ 1886 w 562"/>
                <a:gd name="T9" fmla="*/ 1055 h 36"/>
                <a:gd name="T10" fmla="*/ 0 w 562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2" h="36">
                  <a:moveTo>
                    <a:pt x="562" y="16"/>
                  </a:moveTo>
                  <a:cubicBezTo>
                    <a:pt x="539" y="23"/>
                    <a:pt x="511" y="36"/>
                    <a:pt x="485" y="35"/>
                  </a:cubicBezTo>
                  <a:cubicBezTo>
                    <a:pt x="456" y="33"/>
                    <a:pt x="408" y="31"/>
                    <a:pt x="383" y="31"/>
                  </a:cubicBezTo>
                  <a:cubicBezTo>
                    <a:pt x="348" y="31"/>
                    <a:pt x="231" y="33"/>
                    <a:pt x="175" y="33"/>
                  </a:cubicBezTo>
                  <a:cubicBezTo>
                    <a:pt x="119" y="34"/>
                    <a:pt x="76" y="35"/>
                    <a:pt x="59" y="33"/>
                  </a:cubicBezTo>
                  <a:cubicBezTo>
                    <a:pt x="42" y="31"/>
                    <a:pt x="9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3" name="Freeform 81">
              <a:extLst>
                <a:ext uri="{FF2B5EF4-FFF2-40B4-BE49-F238E27FC236}">
                  <a16:creationId xmlns:a16="http://schemas.microsoft.com/office/drawing/2014/main" id="{223760F7-4DC5-47F5-B293-EA7B6EFA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058"/>
              <a:ext cx="1623" cy="136"/>
            </a:xfrm>
            <a:custGeom>
              <a:avLst/>
              <a:gdLst>
                <a:gd name="T0" fmla="*/ 0 w 511"/>
                <a:gd name="T1" fmla="*/ 1202 h 43"/>
                <a:gd name="T2" fmla="*/ 899 w 511"/>
                <a:gd name="T3" fmla="*/ 250 h 43"/>
                <a:gd name="T4" fmla="*/ 2916 w 511"/>
                <a:gd name="T5" fmla="*/ 190 h 43"/>
                <a:gd name="T6" fmla="*/ 6759 w 511"/>
                <a:gd name="T7" fmla="*/ 190 h 43"/>
                <a:gd name="T8" fmla="*/ 11409 w 511"/>
                <a:gd name="T9" fmla="*/ 89 h 43"/>
                <a:gd name="T10" fmla="*/ 14931 w 511"/>
                <a:gd name="T11" fmla="*/ 130 h 43"/>
                <a:gd name="T12" fmla="*/ 16373 w 511"/>
                <a:gd name="T13" fmla="*/ 136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1" h="43">
                  <a:moveTo>
                    <a:pt x="0" y="38"/>
                  </a:moveTo>
                  <a:cubicBezTo>
                    <a:pt x="4" y="30"/>
                    <a:pt x="14" y="14"/>
                    <a:pt x="28" y="8"/>
                  </a:cubicBezTo>
                  <a:cubicBezTo>
                    <a:pt x="46" y="1"/>
                    <a:pt x="56" y="6"/>
                    <a:pt x="91" y="6"/>
                  </a:cubicBezTo>
                  <a:cubicBezTo>
                    <a:pt x="122" y="6"/>
                    <a:pt x="178" y="6"/>
                    <a:pt x="211" y="6"/>
                  </a:cubicBezTo>
                  <a:cubicBezTo>
                    <a:pt x="244" y="5"/>
                    <a:pt x="306" y="4"/>
                    <a:pt x="356" y="3"/>
                  </a:cubicBezTo>
                  <a:cubicBezTo>
                    <a:pt x="407" y="2"/>
                    <a:pt x="438" y="0"/>
                    <a:pt x="466" y="4"/>
                  </a:cubicBezTo>
                  <a:cubicBezTo>
                    <a:pt x="491" y="7"/>
                    <a:pt x="493" y="29"/>
                    <a:pt x="511" y="4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4" name="Freeform 82">
              <a:extLst>
                <a:ext uri="{FF2B5EF4-FFF2-40B4-BE49-F238E27FC236}">
                  <a16:creationId xmlns:a16="http://schemas.microsoft.com/office/drawing/2014/main" id="{2F7AD1F7-5624-423C-99E4-8CD86D245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354"/>
              <a:ext cx="4317" cy="133"/>
            </a:xfrm>
            <a:custGeom>
              <a:avLst/>
              <a:gdLst>
                <a:gd name="T0" fmla="*/ 43497 w 1360"/>
                <a:gd name="T1" fmla="*/ 1013 h 42"/>
                <a:gd name="T2" fmla="*/ 30419 w 1360"/>
                <a:gd name="T3" fmla="*/ 1115 h 42"/>
                <a:gd name="T4" fmla="*/ 12091 w 1360"/>
                <a:gd name="T5" fmla="*/ 703 h 42"/>
                <a:gd name="T6" fmla="*/ 0 w 1360"/>
                <a:gd name="T7" fmla="*/ 732 h 42"/>
                <a:gd name="T8" fmla="*/ 0 w 1360"/>
                <a:gd name="T9" fmla="*/ 101 h 42"/>
                <a:gd name="T10" fmla="*/ 12030 w 1360"/>
                <a:gd name="T11" fmla="*/ 32 h 42"/>
                <a:gd name="T12" fmla="*/ 30419 w 1360"/>
                <a:gd name="T13" fmla="*/ 380 h 42"/>
                <a:gd name="T14" fmla="*/ 43497 w 1360"/>
                <a:gd name="T15" fmla="*/ 352 h 42"/>
                <a:gd name="T16" fmla="*/ 43497 w 1360"/>
                <a:gd name="T17" fmla="*/ 1013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0" h="42">
                  <a:moveTo>
                    <a:pt x="1360" y="32"/>
                  </a:moveTo>
                  <a:cubicBezTo>
                    <a:pt x="1280" y="37"/>
                    <a:pt x="1033" y="42"/>
                    <a:pt x="951" y="35"/>
                  </a:cubicBezTo>
                  <a:cubicBezTo>
                    <a:pt x="908" y="31"/>
                    <a:pt x="457" y="23"/>
                    <a:pt x="378" y="22"/>
                  </a:cubicBezTo>
                  <a:cubicBezTo>
                    <a:pt x="194" y="21"/>
                    <a:pt x="68" y="25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8" y="6"/>
                    <a:pt x="193" y="0"/>
                    <a:pt x="376" y="1"/>
                  </a:cubicBezTo>
                  <a:cubicBezTo>
                    <a:pt x="461" y="2"/>
                    <a:pt x="910" y="10"/>
                    <a:pt x="951" y="12"/>
                  </a:cubicBezTo>
                  <a:cubicBezTo>
                    <a:pt x="1072" y="19"/>
                    <a:pt x="1280" y="17"/>
                    <a:pt x="1360" y="11"/>
                  </a:cubicBezTo>
                  <a:lnTo>
                    <a:pt x="1360" y="32"/>
                  </a:lnTo>
                  <a:close/>
                </a:path>
              </a:pathLst>
            </a:custGeom>
            <a:solidFill>
              <a:srgbClr val="F7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5" name="Freeform 83">
              <a:extLst>
                <a:ext uri="{FF2B5EF4-FFF2-40B4-BE49-F238E27FC236}">
                  <a16:creationId xmlns:a16="http://schemas.microsoft.com/office/drawing/2014/main" id="{3A91F4F9-9686-4273-8682-A93036640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354"/>
              <a:ext cx="4317" cy="140"/>
            </a:xfrm>
            <a:custGeom>
              <a:avLst/>
              <a:gdLst>
                <a:gd name="T0" fmla="*/ 31568 w 1360"/>
                <a:gd name="T1" fmla="*/ 1165 h 44"/>
                <a:gd name="T2" fmla="*/ 43497 w 1360"/>
                <a:gd name="T3" fmla="*/ 1034 h 44"/>
                <a:gd name="T4" fmla="*/ 43497 w 1360"/>
                <a:gd name="T5" fmla="*/ 353 h 44"/>
                <a:gd name="T6" fmla="*/ 30419 w 1360"/>
                <a:gd name="T7" fmla="*/ 385 h 44"/>
                <a:gd name="T8" fmla="*/ 12030 w 1360"/>
                <a:gd name="T9" fmla="*/ 32 h 44"/>
                <a:gd name="T10" fmla="*/ 0 w 1360"/>
                <a:gd name="T11" fmla="*/ 102 h 44"/>
                <a:gd name="T12" fmla="*/ 0 w 1360"/>
                <a:gd name="T13" fmla="*/ 738 h 44"/>
                <a:gd name="T14" fmla="*/ 12091 w 1360"/>
                <a:gd name="T15" fmla="*/ 710 h 44"/>
                <a:gd name="T16" fmla="*/ 31568 w 1360"/>
                <a:gd name="T17" fmla="*/ 1165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0" h="44">
                  <a:moveTo>
                    <a:pt x="987" y="36"/>
                  </a:moveTo>
                  <a:cubicBezTo>
                    <a:pt x="1109" y="44"/>
                    <a:pt x="1287" y="37"/>
                    <a:pt x="1360" y="32"/>
                  </a:cubicBezTo>
                  <a:cubicBezTo>
                    <a:pt x="1360" y="11"/>
                    <a:pt x="1360" y="11"/>
                    <a:pt x="1360" y="11"/>
                  </a:cubicBezTo>
                  <a:cubicBezTo>
                    <a:pt x="1280" y="17"/>
                    <a:pt x="1074" y="18"/>
                    <a:pt x="951" y="12"/>
                  </a:cubicBezTo>
                  <a:cubicBezTo>
                    <a:pt x="910" y="10"/>
                    <a:pt x="461" y="2"/>
                    <a:pt x="376" y="1"/>
                  </a:cubicBezTo>
                  <a:cubicBezTo>
                    <a:pt x="193" y="0"/>
                    <a:pt x="68" y="6"/>
                    <a:pt x="0" y="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8" y="25"/>
                    <a:pt x="194" y="21"/>
                    <a:pt x="378" y="22"/>
                  </a:cubicBezTo>
                  <a:cubicBezTo>
                    <a:pt x="393" y="22"/>
                    <a:pt x="987" y="36"/>
                    <a:pt x="987" y="36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6" name="Freeform 84">
              <a:extLst>
                <a:ext uri="{FF2B5EF4-FFF2-40B4-BE49-F238E27FC236}">
                  <a16:creationId xmlns:a16="http://schemas.microsoft.com/office/drawing/2014/main" id="{48E5A43B-E5A8-4A87-BE33-6DF5385EC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3135"/>
              <a:ext cx="4304" cy="129"/>
            </a:xfrm>
            <a:custGeom>
              <a:avLst/>
              <a:gdLst>
                <a:gd name="T0" fmla="*/ 43361 w 1356"/>
                <a:gd name="T1" fmla="*/ 654 h 41"/>
                <a:gd name="T2" fmla="*/ 34829 w 1356"/>
                <a:gd name="T3" fmla="*/ 1001 h 41"/>
                <a:gd name="T4" fmla="*/ 12725 w 1356"/>
                <a:gd name="T5" fmla="*/ 1029 h 41"/>
                <a:gd name="T6" fmla="*/ 4574 w 1356"/>
                <a:gd name="T7" fmla="*/ 1246 h 41"/>
                <a:gd name="T8" fmla="*/ 0 w 1356"/>
                <a:gd name="T9" fmla="*/ 931 h 41"/>
                <a:gd name="T10" fmla="*/ 0 w 1356"/>
                <a:gd name="T11" fmla="*/ 812 h 41"/>
                <a:gd name="T12" fmla="*/ 0 w 1356"/>
                <a:gd name="T13" fmla="*/ 277 h 41"/>
                <a:gd name="T14" fmla="*/ 4574 w 1356"/>
                <a:gd name="T15" fmla="*/ 595 h 41"/>
                <a:gd name="T16" fmla="*/ 12725 w 1356"/>
                <a:gd name="T17" fmla="*/ 378 h 41"/>
                <a:gd name="T18" fmla="*/ 34829 w 1356"/>
                <a:gd name="T19" fmla="*/ 346 h 41"/>
                <a:gd name="T20" fmla="*/ 43361 w 1356"/>
                <a:gd name="T21" fmla="*/ 0 h 41"/>
                <a:gd name="T22" fmla="*/ 43361 w 1356"/>
                <a:gd name="T23" fmla="*/ 654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6" h="41">
                  <a:moveTo>
                    <a:pt x="1356" y="21"/>
                  </a:moveTo>
                  <a:cubicBezTo>
                    <a:pt x="1339" y="24"/>
                    <a:pt x="1234" y="32"/>
                    <a:pt x="1089" y="32"/>
                  </a:cubicBezTo>
                  <a:cubicBezTo>
                    <a:pt x="972" y="32"/>
                    <a:pt x="492" y="34"/>
                    <a:pt x="398" y="33"/>
                  </a:cubicBezTo>
                  <a:cubicBezTo>
                    <a:pt x="300" y="33"/>
                    <a:pt x="211" y="41"/>
                    <a:pt x="143" y="40"/>
                  </a:cubicBezTo>
                  <a:cubicBezTo>
                    <a:pt x="40" y="40"/>
                    <a:pt x="6" y="30"/>
                    <a:pt x="0" y="3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40" y="19"/>
                    <a:pt x="143" y="19"/>
                  </a:cubicBezTo>
                  <a:cubicBezTo>
                    <a:pt x="211" y="20"/>
                    <a:pt x="300" y="12"/>
                    <a:pt x="398" y="12"/>
                  </a:cubicBezTo>
                  <a:cubicBezTo>
                    <a:pt x="492" y="13"/>
                    <a:pt x="972" y="11"/>
                    <a:pt x="1089" y="11"/>
                  </a:cubicBezTo>
                  <a:cubicBezTo>
                    <a:pt x="1234" y="11"/>
                    <a:pt x="1339" y="3"/>
                    <a:pt x="1356" y="0"/>
                  </a:cubicBezTo>
                  <a:cubicBezTo>
                    <a:pt x="1356" y="21"/>
                    <a:pt x="1356" y="21"/>
                    <a:pt x="1356" y="21"/>
                  </a:cubicBezTo>
                  <a:close/>
                </a:path>
              </a:pathLst>
            </a:custGeom>
            <a:solidFill>
              <a:srgbClr val="F7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7" name="Freeform 85">
              <a:extLst>
                <a:ext uri="{FF2B5EF4-FFF2-40B4-BE49-F238E27FC236}">
                  <a16:creationId xmlns:a16="http://schemas.microsoft.com/office/drawing/2014/main" id="{DC842FDE-D7DD-4B68-8D47-2874CF876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3135"/>
              <a:ext cx="4304" cy="129"/>
            </a:xfrm>
            <a:custGeom>
              <a:avLst/>
              <a:gdLst>
                <a:gd name="T0" fmla="*/ 34829 w 1356"/>
                <a:gd name="T1" fmla="*/ 346 h 41"/>
                <a:gd name="T2" fmla="*/ 43361 w 1356"/>
                <a:gd name="T3" fmla="*/ 0 h 41"/>
                <a:gd name="T4" fmla="*/ 43361 w 1356"/>
                <a:gd name="T5" fmla="*/ 654 h 41"/>
                <a:gd name="T6" fmla="*/ 43361 w 1356"/>
                <a:gd name="T7" fmla="*/ 654 h 41"/>
                <a:gd name="T8" fmla="*/ 34829 w 1356"/>
                <a:gd name="T9" fmla="*/ 1001 h 41"/>
                <a:gd name="T10" fmla="*/ 12725 w 1356"/>
                <a:gd name="T11" fmla="*/ 1029 h 41"/>
                <a:gd name="T12" fmla="*/ 4574 w 1356"/>
                <a:gd name="T13" fmla="*/ 1246 h 41"/>
                <a:gd name="T14" fmla="*/ 0 w 1356"/>
                <a:gd name="T15" fmla="*/ 931 h 41"/>
                <a:gd name="T16" fmla="*/ 0 w 1356"/>
                <a:gd name="T17" fmla="*/ 812 h 41"/>
                <a:gd name="T18" fmla="*/ 0 w 1356"/>
                <a:gd name="T19" fmla="*/ 277 h 41"/>
                <a:gd name="T20" fmla="*/ 4574 w 1356"/>
                <a:gd name="T21" fmla="*/ 595 h 41"/>
                <a:gd name="T22" fmla="*/ 12725 w 1356"/>
                <a:gd name="T23" fmla="*/ 378 h 41"/>
                <a:gd name="T24" fmla="*/ 34829 w 1356"/>
                <a:gd name="T25" fmla="*/ 346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56" h="41">
                  <a:moveTo>
                    <a:pt x="1089" y="11"/>
                  </a:moveTo>
                  <a:cubicBezTo>
                    <a:pt x="1234" y="11"/>
                    <a:pt x="1339" y="3"/>
                    <a:pt x="1356" y="0"/>
                  </a:cubicBezTo>
                  <a:cubicBezTo>
                    <a:pt x="1356" y="21"/>
                    <a:pt x="1356" y="21"/>
                    <a:pt x="1356" y="21"/>
                  </a:cubicBezTo>
                  <a:cubicBezTo>
                    <a:pt x="1356" y="21"/>
                    <a:pt x="1356" y="21"/>
                    <a:pt x="1356" y="21"/>
                  </a:cubicBezTo>
                  <a:cubicBezTo>
                    <a:pt x="1339" y="24"/>
                    <a:pt x="1234" y="32"/>
                    <a:pt x="1089" y="32"/>
                  </a:cubicBezTo>
                  <a:cubicBezTo>
                    <a:pt x="972" y="32"/>
                    <a:pt x="492" y="34"/>
                    <a:pt x="398" y="33"/>
                  </a:cubicBezTo>
                  <a:cubicBezTo>
                    <a:pt x="300" y="33"/>
                    <a:pt x="211" y="41"/>
                    <a:pt x="143" y="40"/>
                  </a:cubicBezTo>
                  <a:cubicBezTo>
                    <a:pt x="40" y="40"/>
                    <a:pt x="6" y="30"/>
                    <a:pt x="0" y="3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40" y="19"/>
                    <a:pt x="143" y="19"/>
                  </a:cubicBezTo>
                  <a:cubicBezTo>
                    <a:pt x="211" y="20"/>
                    <a:pt x="300" y="12"/>
                    <a:pt x="398" y="12"/>
                  </a:cubicBezTo>
                  <a:lnTo>
                    <a:pt x="1089" y="11"/>
                  </a:ln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5299" name="Rectangle 86">
            <a:extLst>
              <a:ext uri="{FF2B5EF4-FFF2-40B4-BE49-F238E27FC236}">
                <a16:creationId xmlns:a16="http://schemas.microsoft.com/office/drawing/2014/main" id="{C7C77432-788C-4B4C-9478-7D2436374B1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Stent (4)</a:t>
            </a:r>
          </a:p>
        </p:txBody>
      </p:sp>
      <p:grpSp>
        <p:nvGrpSpPr>
          <p:cNvPr id="60419" name="Metallic-vascular-stent-design">
            <a:extLst>
              <a:ext uri="{FF2B5EF4-FFF2-40B4-BE49-F238E27FC236}">
                <a16:creationId xmlns:a16="http://schemas.microsoft.com/office/drawing/2014/main" id="{4A0E5ED1-9036-422A-90E0-F1201799B497}"/>
              </a:ext>
            </a:extLst>
          </p:cNvPr>
          <p:cNvGrpSpPr>
            <a:grpSpLocks/>
          </p:cNvGrpSpPr>
          <p:nvPr/>
        </p:nvGrpSpPr>
        <p:grpSpPr bwMode="auto">
          <a:xfrm>
            <a:off x="4946650" y="4519613"/>
            <a:ext cx="2527300" cy="912812"/>
            <a:chOff x="2966" y="1826"/>
            <a:chExt cx="2322" cy="841"/>
          </a:xfrm>
        </p:grpSpPr>
        <p:sp>
          <p:nvSpPr>
            <p:cNvPr id="60504" name="Freeform 88">
              <a:extLst>
                <a:ext uri="{FF2B5EF4-FFF2-40B4-BE49-F238E27FC236}">
                  <a16:creationId xmlns:a16="http://schemas.microsoft.com/office/drawing/2014/main" id="{61493B76-4219-4DFA-95E2-EC7B38952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2660"/>
              <a:ext cx="342" cy="7"/>
            </a:xfrm>
            <a:custGeom>
              <a:avLst/>
              <a:gdLst>
                <a:gd name="T0" fmla="*/ 287 w 354"/>
                <a:gd name="T1" fmla="*/ 2 h 7"/>
                <a:gd name="T2" fmla="*/ 4 w 354"/>
                <a:gd name="T3" fmla="*/ 2 h 7"/>
                <a:gd name="T4" fmla="*/ 0 w 354"/>
                <a:gd name="T5" fmla="*/ 3 h 7"/>
                <a:gd name="T6" fmla="*/ 3 w 354"/>
                <a:gd name="T7" fmla="*/ 6 h 7"/>
                <a:gd name="T8" fmla="*/ 273 w 354"/>
                <a:gd name="T9" fmla="*/ 6 h 7"/>
                <a:gd name="T10" fmla="*/ 317 w 354"/>
                <a:gd name="T11" fmla="*/ 5 h 7"/>
                <a:gd name="T12" fmla="*/ 302 w 354"/>
                <a:gd name="T13" fmla="*/ 0 h 7"/>
                <a:gd name="T14" fmla="*/ 283 w 354"/>
                <a:gd name="T15" fmla="*/ 1 h 7"/>
                <a:gd name="T16" fmla="*/ 287 w 354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4" h="7">
                  <a:moveTo>
                    <a:pt x="318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91" y="6"/>
                    <a:pt x="303" y="6"/>
                  </a:cubicBezTo>
                  <a:cubicBezTo>
                    <a:pt x="316" y="7"/>
                    <a:pt x="350" y="7"/>
                    <a:pt x="352" y="5"/>
                  </a:cubicBezTo>
                  <a:cubicBezTo>
                    <a:pt x="354" y="4"/>
                    <a:pt x="335" y="0"/>
                    <a:pt x="335" y="0"/>
                  </a:cubicBezTo>
                  <a:cubicBezTo>
                    <a:pt x="314" y="1"/>
                    <a:pt x="314" y="1"/>
                    <a:pt x="314" y="1"/>
                  </a:cubicBezTo>
                  <a:lnTo>
                    <a:pt x="318" y="2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5" name="Freeform 89">
              <a:extLst>
                <a:ext uri="{FF2B5EF4-FFF2-40B4-BE49-F238E27FC236}">
                  <a16:creationId xmlns:a16="http://schemas.microsoft.com/office/drawing/2014/main" id="{1126E199-1EC2-45C5-A980-261B45229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660"/>
              <a:ext cx="272" cy="7"/>
            </a:xfrm>
            <a:custGeom>
              <a:avLst/>
              <a:gdLst>
                <a:gd name="T0" fmla="*/ 221 w 282"/>
                <a:gd name="T1" fmla="*/ 2 h 7"/>
                <a:gd name="T2" fmla="*/ 5 w 282"/>
                <a:gd name="T3" fmla="*/ 2 h 7"/>
                <a:gd name="T4" fmla="*/ 0 w 282"/>
                <a:gd name="T5" fmla="*/ 3 h 7"/>
                <a:gd name="T6" fmla="*/ 3 w 282"/>
                <a:gd name="T7" fmla="*/ 6 h 7"/>
                <a:gd name="T8" fmla="*/ 207 w 282"/>
                <a:gd name="T9" fmla="*/ 6 h 7"/>
                <a:gd name="T10" fmla="*/ 251 w 282"/>
                <a:gd name="T11" fmla="*/ 5 h 7"/>
                <a:gd name="T12" fmla="*/ 236 w 282"/>
                <a:gd name="T13" fmla="*/ 0 h 7"/>
                <a:gd name="T14" fmla="*/ 217 w 282"/>
                <a:gd name="T15" fmla="*/ 1 h 7"/>
                <a:gd name="T16" fmla="*/ 221 w 282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2" h="7">
                  <a:moveTo>
                    <a:pt x="246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19" y="6"/>
                    <a:pt x="231" y="6"/>
                  </a:cubicBezTo>
                  <a:cubicBezTo>
                    <a:pt x="244" y="7"/>
                    <a:pt x="278" y="7"/>
                    <a:pt x="280" y="5"/>
                  </a:cubicBezTo>
                  <a:cubicBezTo>
                    <a:pt x="282" y="4"/>
                    <a:pt x="263" y="0"/>
                    <a:pt x="263" y="0"/>
                  </a:cubicBezTo>
                  <a:cubicBezTo>
                    <a:pt x="242" y="1"/>
                    <a:pt x="242" y="1"/>
                    <a:pt x="242" y="1"/>
                  </a:cubicBezTo>
                  <a:lnTo>
                    <a:pt x="246" y="2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6" name="Freeform 90">
              <a:extLst>
                <a:ext uri="{FF2B5EF4-FFF2-40B4-BE49-F238E27FC236}">
                  <a16:creationId xmlns:a16="http://schemas.microsoft.com/office/drawing/2014/main" id="{4DF25EDB-D3D2-44E6-A6C2-4B405B9CF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661"/>
              <a:ext cx="269" cy="6"/>
            </a:xfrm>
            <a:custGeom>
              <a:avLst/>
              <a:gdLst>
                <a:gd name="T0" fmla="*/ 219 w 278"/>
                <a:gd name="T1" fmla="*/ 1 h 6"/>
                <a:gd name="T2" fmla="*/ 4 w 278"/>
                <a:gd name="T3" fmla="*/ 1 h 6"/>
                <a:gd name="T4" fmla="*/ 0 w 278"/>
                <a:gd name="T5" fmla="*/ 2 h 6"/>
                <a:gd name="T6" fmla="*/ 3 w 278"/>
                <a:gd name="T7" fmla="*/ 5 h 6"/>
                <a:gd name="T8" fmla="*/ 206 w 278"/>
                <a:gd name="T9" fmla="*/ 5 h 6"/>
                <a:gd name="T10" fmla="*/ 250 w 278"/>
                <a:gd name="T11" fmla="*/ 4 h 6"/>
                <a:gd name="T12" fmla="*/ 232 w 278"/>
                <a:gd name="T13" fmla="*/ 0 h 6"/>
                <a:gd name="T14" fmla="*/ 216 w 278"/>
                <a:gd name="T15" fmla="*/ 0 h 6"/>
                <a:gd name="T16" fmla="*/ 219 w 278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8" h="6">
                  <a:moveTo>
                    <a:pt x="242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15" y="5"/>
                    <a:pt x="227" y="5"/>
                  </a:cubicBezTo>
                  <a:cubicBezTo>
                    <a:pt x="240" y="6"/>
                    <a:pt x="274" y="6"/>
                    <a:pt x="276" y="4"/>
                  </a:cubicBezTo>
                  <a:cubicBezTo>
                    <a:pt x="278" y="3"/>
                    <a:pt x="256" y="0"/>
                    <a:pt x="256" y="0"/>
                  </a:cubicBezTo>
                  <a:cubicBezTo>
                    <a:pt x="238" y="0"/>
                    <a:pt x="238" y="0"/>
                    <a:pt x="238" y="0"/>
                  </a:cubicBezTo>
                  <a:lnTo>
                    <a:pt x="242" y="1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7" name="Freeform 91">
              <a:extLst>
                <a:ext uri="{FF2B5EF4-FFF2-40B4-BE49-F238E27FC236}">
                  <a16:creationId xmlns:a16="http://schemas.microsoft.com/office/drawing/2014/main" id="{2F62E1CD-28A7-459C-962B-41DFEAA88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661"/>
              <a:ext cx="274" cy="6"/>
            </a:xfrm>
            <a:custGeom>
              <a:avLst/>
              <a:gdLst>
                <a:gd name="T0" fmla="*/ 223 w 283"/>
                <a:gd name="T1" fmla="*/ 1 h 6"/>
                <a:gd name="T2" fmla="*/ 5 w 283"/>
                <a:gd name="T3" fmla="*/ 1 h 6"/>
                <a:gd name="T4" fmla="*/ 0 w 283"/>
                <a:gd name="T5" fmla="*/ 2 h 6"/>
                <a:gd name="T6" fmla="*/ 3 w 283"/>
                <a:gd name="T7" fmla="*/ 5 h 6"/>
                <a:gd name="T8" fmla="*/ 210 w 283"/>
                <a:gd name="T9" fmla="*/ 5 h 6"/>
                <a:gd name="T10" fmla="*/ 253 w 283"/>
                <a:gd name="T11" fmla="*/ 5 h 6"/>
                <a:gd name="T12" fmla="*/ 234 w 283"/>
                <a:gd name="T13" fmla="*/ 0 h 6"/>
                <a:gd name="T14" fmla="*/ 220 w 283"/>
                <a:gd name="T15" fmla="*/ 0 h 6"/>
                <a:gd name="T16" fmla="*/ 223 w 283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6">
                  <a:moveTo>
                    <a:pt x="246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19" y="5"/>
                    <a:pt x="231" y="5"/>
                  </a:cubicBezTo>
                  <a:cubicBezTo>
                    <a:pt x="244" y="6"/>
                    <a:pt x="277" y="6"/>
                    <a:pt x="279" y="5"/>
                  </a:cubicBezTo>
                  <a:cubicBezTo>
                    <a:pt x="283" y="4"/>
                    <a:pt x="258" y="0"/>
                    <a:pt x="258" y="0"/>
                  </a:cubicBezTo>
                  <a:cubicBezTo>
                    <a:pt x="242" y="0"/>
                    <a:pt x="242" y="0"/>
                    <a:pt x="242" y="0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8" name="Freeform 92">
              <a:extLst>
                <a:ext uri="{FF2B5EF4-FFF2-40B4-BE49-F238E27FC236}">
                  <a16:creationId xmlns:a16="http://schemas.microsoft.com/office/drawing/2014/main" id="{67BF89AE-AD79-4258-B934-3D2502CC3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827"/>
              <a:ext cx="301" cy="9"/>
            </a:xfrm>
            <a:custGeom>
              <a:avLst/>
              <a:gdLst>
                <a:gd name="T0" fmla="*/ 230 w 311"/>
                <a:gd name="T1" fmla="*/ 8 h 9"/>
                <a:gd name="T2" fmla="*/ 252 w 311"/>
                <a:gd name="T3" fmla="*/ 9 h 9"/>
                <a:gd name="T4" fmla="*/ 263 w 311"/>
                <a:gd name="T5" fmla="*/ 6 h 9"/>
                <a:gd name="T6" fmla="*/ 253 w 311"/>
                <a:gd name="T7" fmla="*/ 1 h 9"/>
                <a:gd name="T8" fmla="*/ 6 w 311"/>
                <a:gd name="T9" fmla="*/ 1 h 9"/>
                <a:gd name="T10" fmla="*/ 0 w 311"/>
                <a:gd name="T11" fmla="*/ 4 h 9"/>
                <a:gd name="T12" fmla="*/ 5 w 311"/>
                <a:gd name="T13" fmla="*/ 7 h 9"/>
                <a:gd name="T14" fmla="*/ 230 w 311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1" h="9">
                  <a:moveTo>
                    <a:pt x="254" y="8"/>
                  </a:moveTo>
                  <a:cubicBezTo>
                    <a:pt x="278" y="9"/>
                    <a:pt x="278" y="9"/>
                    <a:pt x="278" y="9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290" y="6"/>
                    <a:pt x="311" y="0"/>
                    <a:pt x="279" y="1"/>
                  </a:cubicBezTo>
                  <a:cubicBezTo>
                    <a:pt x="246" y="1"/>
                    <a:pt x="6" y="1"/>
                    <a:pt x="6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7"/>
                    <a:pt x="5" y="7"/>
                    <a:pt x="5" y="7"/>
                  </a:cubicBezTo>
                  <a:lnTo>
                    <a:pt x="254" y="8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9" name="Freeform 93">
              <a:extLst>
                <a:ext uri="{FF2B5EF4-FFF2-40B4-BE49-F238E27FC236}">
                  <a16:creationId xmlns:a16="http://schemas.microsoft.com/office/drawing/2014/main" id="{8C350800-549D-40DB-995A-F72572875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827"/>
              <a:ext cx="300" cy="9"/>
            </a:xfrm>
            <a:custGeom>
              <a:avLst/>
              <a:gdLst>
                <a:gd name="T0" fmla="*/ 229 w 310"/>
                <a:gd name="T1" fmla="*/ 8 h 9"/>
                <a:gd name="T2" fmla="*/ 252 w 310"/>
                <a:gd name="T3" fmla="*/ 9 h 9"/>
                <a:gd name="T4" fmla="*/ 263 w 310"/>
                <a:gd name="T5" fmla="*/ 6 h 9"/>
                <a:gd name="T6" fmla="*/ 252 w 310"/>
                <a:gd name="T7" fmla="*/ 1 h 9"/>
                <a:gd name="T8" fmla="*/ 6 w 310"/>
                <a:gd name="T9" fmla="*/ 1 h 9"/>
                <a:gd name="T10" fmla="*/ 0 w 310"/>
                <a:gd name="T11" fmla="*/ 4 h 9"/>
                <a:gd name="T12" fmla="*/ 4 w 310"/>
                <a:gd name="T13" fmla="*/ 7 h 9"/>
                <a:gd name="T14" fmla="*/ 229 w 310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0" h="9">
                  <a:moveTo>
                    <a:pt x="253" y="8"/>
                  </a:moveTo>
                  <a:cubicBezTo>
                    <a:pt x="278" y="9"/>
                    <a:pt x="278" y="9"/>
                    <a:pt x="278" y="9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290" y="6"/>
                    <a:pt x="310" y="0"/>
                    <a:pt x="278" y="1"/>
                  </a:cubicBezTo>
                  <a:cubicBezTo>
                    <a:pt x="246" y="1"/>
                    <a:pt x="6" y="1"/>
                    <a:pt x="6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7"/>
                    <a:pt x="4" y="7"/>
                    <a:pt x="4" y="7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0" name="Freeform 94">
              <a:extLst>
                <a:ext uri="{FF2B5EF4-FFF2-40B4-BE49-F238E27FC236}">
                  <a16:creationId xmlns:a16="http://schemas.microsoft.com/office/drawing/2014/main" id="{247DD56A-163B-44D1-BB34-11B31BB90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27"/>
              <a:ext cx="301" cy="9"/>
            </a:xfrm>
            <a:custGeom>
              <a:avLst/>
              <a:gdLst>
                <a:gd name="T0" fmla="*/ 230 w 311"/>
                <a:gd name="T1" fmla="*/ 8 h 9"/>
                <a:gd name="T2" fmla="*/ 252 w 311"/>
                <a:gd name="T3" fmla="*/ 9 h 9"/>
                <a:gd name="T4" fmla="*/ 263 w 311"/>
                <a:gd name="T5" fmla="*/ 6 h 9"/>
                <a:gd name="T6" fmla="*/ 253 w 311"/>
                <a:gd name="T7" fmla="*/ 1 h 9"/>
                <a:gd name="T8" fmla="*/ 6 w 311"/>
                <a:gd name="T9" fmla="*/ 1 h 9"/>
                <a:gd name="T10" fmla="*/ 0 w 311"/>
                <a:gd name="T11" fmla="*/ 4 h 9"/>
                <a:gd name="T12" fmla="*/ 5 w 311"/>
                <a:gd name="T13" fmla="*/ 7 h 9"/>
                <a:gd name="T14" fmla="*/ 230 w 311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1" h="9">
                  <a:moveTo>
                    <a:pt x="254" y="8"/>
                  </a:moveTo>
                  <a:cubicBezTo>
                    <a:pt x="278" y="9"/>
                    <a:pt x="278" y="9"/>
                    <a:pt x="278" y="9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290" y="6"/>
                    <a:pt x="311" y="0"/>
                    <a:pt x="279" y="1"/>
                  </a:cubicBezTo>
                  <a:cubicBezTo>
                    <a:pt x="246" y="1"/>
                    <a:pt x="6" y="1"/>
                    <a:pt x="6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7"/>
                    <a:pt x="5" y="7"/>
                    <a:pt x="5" y="7"/>
                  </a:cubicBezTo>
                  <a:lnTo>
                    <a:pt x="254" y="8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1" name="Freeform 95">
              <a:extLst>
                <a:ext uri="{FF2B5EF4-FFF2-40B4-BE49-F238E27FC236}">
                  <a16:creationId xmlns:a16="http://schemas.microsoft.com/office/drawing/2014/main" id="{BBD30EEF-AEA1-4208-8206-7568F5F30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827"/>
              <a:ext cx="302" cy="9"/>
            </a:xfrm>
            <a:custGeom>
              <a:avLst/>
              <a:gdLst>
                <a:gd name="T0" fmla="*/ 229 w 312"/>
                <a:gd name="T1" fmla="*/ 8 h 9"/>
                <a:gd name="T2" fmla="*/ 252 w 312"/>
                <a:gd name="T3" fmla="*/ 9 h 9"/>
                <a:gd name="T4" fmla="*/ 263 w 312"/>
                <a:gd name="T5" fmla="*/ 6 h 9"/>
                <a:gd name="T6" fmla="*/ 252 w 312"/>
                <a:gd name="T7" fmla="*/ 0 h 9"/>
                <a:gd name="T8" fmla="*/ 6 w 312"/>
                <a:gd name="T9" fmla="*/ 0 h 9"/>
                <a:gd name="T10" fmla="*/ 0 w 312"/>
                <a:gd name="T11" fmla="*/ 4 h 9"/>
                <a:gd name="T12" fmla="*/ 5 w 312"/>
                <a:gd name="T13" fmla="*/ 7 h 9"/>
                <a:gd name="T14" fmla="*/ 229 w 312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9">
                  <a:moveTo>
                    <a:pt x="253" y="8"/>
                  </a:moveTo>
                  <a:cubicBezTo>
                    <a:pt x="278" y="9"/>
                    <a:pt x="278" y="9"/>
                    <a:pt x="278" y="9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290" y="6"/>
                    <a:pt x="312" y="0"/>
                    <a:pt x="278" y="0"/>
                  </a:cubicBezTo>
                  <a:cubicBezTo>
                    <a:pt x="246" y="1"/>
                    <a:pt x="6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7"/>
                    <a:pt x="5" y="7"/>
                    <a:pt x="5" y="7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2" name="Freeform 96">
              <a:extLst>
                <a:ext uri="{FF2B5EF4-FFF2-40B4-BE49-F238E27FC236}">
                  <a16:creationId xmlns:a16="http://schemas.microsoft.com/office/drawing/2014/main" id="{7AA23C96-7157-4EA3-9964-0285C29F0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27"/>
              <a:ext cx="2069" cy="839"/>
            </a:xfrm>
            <a:custGeom>
              <a:avLst/>
              <a:gdLst>
                <a:gd name="T0" fmla="*/ 56 w 2140"/>
                <a:gd name="T1" fmla="*/ 393 h 865"/>
                <a:gd name="T2" fmla="*/ 207 w 2140"/>
                <a:gd name="T3" fmla="*/ 561 h 865"/>
                <a:gd name="T4" fmla="*/ 74 w 2140"/>
                <a:gd name="T5" fmla="*/ 746 h 865"/>
                <a:gd name="T6" fmla="*/ 71 w 2140"/>
                <a:gd name="T7" fmla="*/ 399 h 865"/>
                <a:gd name="T8" fmla="*/ 351 w 2140"/>
                <a:gd name="T9" fmla="*/ 257 h 865"/>
                <a:gd name="T10" fmla="*/ 309 w 2140"/>
                <a:gd name="T11" fmla="*/ 393 h 865"/>
                <a:gd name="T12" fmla="*/ 294 w 2140"/>
                <a:gd name="T13" fmla="*/ 744 h 865"/>
                <a:gd name="T14" fmla="*/ 437 w 2140"/>
                <a:gd name="T15" fmla="*/ 564 h 865"/>
                <a:gd name="T16" fmla="*/ 588 w 2140"/>
                <a:gd name="T17" fmla="*/ 561 h 865"/>
                <a:gd name="T18" fmla="*/ 509 w 2140"/>
                <a:gd name="T19" fmla="*/ 760 h 865"/>
                <a:gd name="T20" fmla="*/ 708 w 2140"/>
                <a:gd name="T21" fmla="*/ 526 h 865"/>
                <a:gd name="T22" fmla="*/ 755 w 2140"/>
                <a:gd name="T23" fmla="*/ 282 h 865"/>
                <a:gd name="T24" fmla="*/ 879 w 2140"/>
                <a:gd name="T25" fmla="*/ 266 h 865"/>
                <a:gd name="T26" fmla="*/ 795 w 2140"/>
                <a:gd name="T27" fmla="*/ 437 h 865"/>
                <a:gd name="T28" fmla="*/ 778 w 2140"/>
                <a:gd name="T29" fmla="*/ 765 h 865"/>
                <a:gd name="T30" fmla="*/ 1011 w 2140"/>
                <a:gd name="T31" fmla="*/ 538 h 865"/>
                <a:gd name="T32" fmla="*/ 1121 w 2140"/>
                <a:gd name="T33" fmla="*/ 523 h 865"/>
                <a:gd name="T34" fmla="*/ 1042 w 2140"/>
                <a:gd name="T35" fmla="*/ 762 h 865"/>
                <a:gd name="T36" fmla="*/ 1036 w 2140"/>
                <a:gd name="T37" fmla="*/ 432 h 865"/>
                <a:gd name="T38" fmla="*/ 1271 w 2140"/>
                <a:gd name="T39" fmla="*/ 297 h 865"/>
                <a:gd name="T40" fmla="*/ 1420 w 2140"/>
                <a:gd name="T41" fmla="*/ 286 h 865"/>
                <a:gd name="T42" fmla="*/ 1421 w 2140"/>
                <a:gd name="T43" fmla="*/ 539 h 865"/>
                <a:gd name="T44" fmla="*/ 1221 w 2140"/>
                <a:gd name="T45" fmla="*/ 754 h 865"/>
                <a:gd name="T46" fmla="*/ 1546 w 2140"/>
                <a:gd name="T47" fmla="*/ 561 h 865"/>
                <a:gd name="T48" fmla="*/ 1514 w 2140"/>
                <a:gd name="T49" fmla="*/ 744 h 865"/>
                <a:gd name="T50" fmla="*/ 1676 w 2140"/>
                <a:gd name="T51" fmla="*/ 560 h 865"/>
                <a:gd name="T52" fmla="*/ 1653 w 2140"/>
                <a:gd name="T53" fmla="*/ 300 h 865"/>
                <a:gd name="T54" fmla="*/ 1806 w 2140"/>
                <a:gd name="T55" fmla="*/ 297 h 865"/>
                <a:gd name="T56" fmla="*/ 1729 w 2140"/>
                <a:gd name="T57" fmla="*/ 399 h 865"/>
                <a:gd name="T58" fmla="*/ 1711 w 2140"/>
                <a:gd name="T59" fmla="*/ 730 h 865"/>
                <a:gd name="T60" fmla="*/ 1902 w 2140"/>
                <a:gd name="T61" fmla="*/ 524 h 865"/>
                <a:gd name="T62" fmla="*/ 1899 w 2140"/>
                <a:gd name="T63" fmla="*/ 322 h 865"/>
                <a:gd name="T64" fmla="*/ 1758 w 2140"/>
                <a:gd name="T65" fmla="*/ 41 h 865"/>
                <a:gd name="T66" fmla="*/ 1834 w 2140"/>
                <a:gd name="T67" fmla="*/ 295 h 865"/>
                <a:gd name="T68" fmla="*/ 1731 w 2140"/>
                <a:gd name="T69" fmla="*/ 270 h 865"/>
                <a:gd name="T70" fmla="*/ 1474 w 2140"/>
                <a:gd name="T71" fmla="*/ 42 h 865"/>
                <a:gd name="T72" fmla="*/ 1473 w 2140"/>
                <a:gd name="T73" fmla="*/ 428 h 865"/>
                <a:gd name="T74" fmla="*/ 1585 w 2140"/>
                <a:gd name="T75" fmla="*/ 559 h 865"/>
                <a:gd name="T76" fmla="*/ 1481 w 2140"/>
                <a:gd name="T77" fmla="*/ 533 h 865"/>
                <a:gd name="T78" fmla="*/ 1442 w 2140"/>
                <a:gd name="T79" fmla="*/ 297 h 865"/>
                <a:gd name="T80" fmla="*/ 1244 w 2140"/>
                <a:gd name="T81" fmla="*/ 42 h 865"/>
                <a:gd name="T82" fmla="*/ 1345 w 2140"/>
                <a:gd name="T83" fmla="*/ 299 h 865"/>
                <a:gd name="T84" fmla="*/ 1202 w 2140"/>
                <a:gd name="T85" fmla="*/ 270 h 865"/>
                <a:gd name="T86" fmla="*/ 973 w 2140"/>
                <a:gd name="T87" fmla="*/ 50 h 865"/>
                <a:gd name="T88" fmla="*/ 1028 w 2140"/>
                <a:gd name="T89" fmla="*/ 437 h 865"/>
                <a:gd name="T90" fmla="*/ 1103 w 2140"/>
                <a:gd name="T91" fmla="*/ 559 h 865"/>
                <a:gd name="T92" fmla="*/ 1000 w 2140"/>
                <a:gd name="T93" fmla="*/ 533 h 865"/>
                <a:gd name="T94" fmla="*/ 930 w 2140"/>
                <a:gd name="T95" fmla="*/ 322 h 865"/>
                <a:gd name="T96" fmla="*/ 789 w 2140"/>
                <a:gd name="T97" fmla="*/ 41 h 865"/>
                <a:gd name="T98" fmla="*/ 864 w 2140"/>
                <a:gd name="T99" fmla="*/ 295 h 865"/>
                <a:gd name="T100" fmla="*/ 762 w 2140"/>
                <a:gd name="T101" fmla="*/ 270 h 865"/>
                <a:gd name="T102" fmla="*/ 504 w 2140"/>
                <a:gd name="T103" fmla="*/ 42 h 865"/>
                <a:gd name="T104" fmla="*/ 504 w 2140"/>
                <a:gd name="T105" fmla="*/ 428 h 865"/>
                <a:gd name="T106" fmla="*/ 616 w 2140"/>
                <a:gd name="T107" fmla="*/ 520 h 865"/>
                <a:gd name="T108" fmla="*/ 515 w 2140"/>
                <a:gd name="T109" fmla="*/ 520 h 865"/>
                <a:gd name="T110" fmla="*/ 432 w 2140"/>
                <a:gd name="T111" fmla="*/ 343 h 865"/>
                <a:gd name="T112" fmla="*/ 421 w 2140"/>
                <a:gd name="T113" fmla="*/ 2 h 865"/>
                <a:gd name="T114" fmla="*/ 379 w 2140"/>
                <a:gd name="T115" fmla="*/ 257 h 865"/>
                <a:gd name="T116" fmla="*/ 277 w 2140"/>
                <a:gd name="T117" fmla="*/ 257 h 86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40" h="865">
                  <a:moveTo>
                    <a:pt x="194" y="0"/>
                  </a:moveTo>
                  <a:cubicBezTo>
                    <a:pt x="194" y="0"/>
                    <a:pt x="94" y="23"/>
                    <a:pt x="55" y="44"/>
                  </a:cubicBezTo>
                  <a:cubicBezTo>
                    <a:pt x="50" y="46"/>
                    <a:pt x="35" y="45"/>
                    <a:pt x="21" y="45"/>
                  </a:cubicBezTo>
                  <a:cubicBezTo>
                    <a:pt x="8" y="45"/>
                    <a:pt x="1" y="53"/>
                    <a:pt x="1" y="56"/>
                  </a:cubicBezTo>
                  <a:cubicBezTo>
                    <a:pt x="1" y="61"/>
                    <a:pt x="7" y="66"/>
                    <a:pt x="18" y="67"/>
                  </a:cubicBezTo>
                  <a:cubicBezTo>
                    <a:pt x="30" y="67"/>
                    <a:pt x="48" y="65"/>
                    <a:pt x="62" y="70"/>
                  </a:cubicBezTo>
                  <a:cubicBezTo>
                    <a:pt x="84" y="76"/>
                    <a:pt x="208" y="292"/>
                    <a:pt x="208" y="292"/>
                  </a:cubicBezTo>
                  <a:cubicBezTo>
                    <a:pt x="208" y="292"/>
                    <a:pt x="214" y="295"/>
                    <a:pt x="226" y="295"/>
                  </a:cubicBezTo>
                  <a:cubicBezTo>
                    <a:pt x="235" y="294"/>
                    <a:pt x="238" y="297"/>
                    <a:pt x="238" y="302"/>
                  </a:cubicBezTo>
                  <a:cubicBezTo>
                    <a:pt x="238" y="307"/>
                    <a:pt x="237" y="313"/>
                    <a:pt x="227" y="313"/>
                  </a:cubicBezTo>
                  <a:cubicBezTo>
                    <a:pt x="212" y="313"/>
                    <a:pt x="207" y="318"/>
                    <a:pt x="207" y="318"/>
                  </a:cubicBezTo>
                  <a:cubicBezTo>
                    <a:pt x="207" y="318"/>
                    <a:pt x="83" y="421"/>
                    <a:pt x="62" y="431"/>
                  </a:cubicBezTo>
                  <a:cubicBezTo>
                    <a:pt x="46" y="439"/>
                    <a:pt x="33" y="436"/>
                    <a:pt x="22" y="437"/>
                  </a:cubicBezTo>
                  <a:cubicBezTo>
                    <a:pt x="11" y="438"/>
                    <a:pt x="1" y="442"/>
                    <a:pt x="0" y="453"/>
                  </a:cubicBezTo>
                  <a:cubicBezTo>
                    <a:pt x="0" y="458"/>
                    <a:pt x="7" y="469"/>
                    <a:pt x="20" y="469"/>
                  </a:cubicBezTo>
                  <a:cubicBezTo>
                    <a:pt x="34" y="469"/>
                    <a:pt x="49" y="468"/>
                    <a:pt x="61" y="479"/>
                  </a:cubicBezTo>
                  <a:cubicBezTo>
                    <a:pt x="91" y="506"/>
                    <a:pt x="190" y="538"/>
                    <a:pt x="190" y="538"/>
                  </a:cubicBezTo>
                  <a:cubicBezTo>
                    <a:pt x="191" y="539"/>
                    <a:pt x="191" y="539"/>
                    <a:pt x="191" y="539"/>
                  </a:cubicBezTo>
                  <a:cubicBezTo>
                    <a:pt x="192" y="539"/>
                    <a:pt x="192" y="539"/>
                    <a:pt x="192" y="539"/>
                  </a:cubicBezTo>
                  <a:cubicBezTo>
                    <a:pt x="200" y="541"/>
                    <a:pt x="202" y="549"/>
                    <a:pt x="202" y="549"/>
                  </a:cubicBezTo>
                  <a:cubicBezTo>
                    <a:pt x="207" y="564"/>
                    <a:pt x="229" y="569"/>
                    <a:pt x="229" y="576"/>
                  </a:cubicBezTo>
                  <a:cubicBezTo>
                    <a:pt x="229" y="576"/>
                    <a:pt x="230" y="584"/>
                    <a:pt x="221" y="588"/>
                  </a:cubicBezTo>
                  <a:cubicBezTo>
                    <a:pt x="221" y="588"/>
                    <a:pt x="212" y="595"/>
                    <a:pt x="221" y="602"/>
                  </a:cubicBezTo>
                  <a:cubicBezTo>
                    <a:pt x="229" y="607"/>
                    <a:pt x="229" y="614"/>
                    <a:pt x="229" y="614"/>
                  </a:cubicBezTo>
                  <a:cubicBezTo>
                    <a:pt x="229" y="619"/>
                    <a:pt x="88" y="811"/>
                    <a:pt x="67" y="816"/>
                  </a:cubicBezTo>
                  <a:cubicBezTo>
                    <a:pt x="51" y="819"/>
                    <a:pt x="38" y="818"/>
                    <a:pt x="27" y="818"/>
                  </a:cubicBezTo>
                  <a:cubicBezTo>
                    <a:pt x="16" y="819"/>
                    <a:pt x="6" y="821"/>
                    <a:pt x="6" y="826"/>
                  </a:cubicBezTo>
                  <a:cubicBezTo>
                    <a:pt x="6" y="828"/>
                    <a:pt x="12" y="833"/>
                    <a:pt x="26" y="833"/>
                  </a:cubicBezTo>
                  <a:cubicBezTo>
                    <a:pt x="39" y="833"/>
                    <a:pt x="55" y="833"/>
                    <a:pt x="67" y="838"/>
                  </a:cubicBezTo>
                  <a:cubicBezTo>
                    <a:pt x="97" y="851"/>
                    <a:pt x="190" y="865"/>
                    <a:pt x="190" y="865"/>
                  </a:cubicBezTo>
                  <a:cubicBezTo>
                    <a:pt x="197" y="861"/>
                    <a:pt x="197" y="861"/>
                    <a:pt x="197" y="861"/>
                  </a:cubicBezTo>
                  <a:cubicBezTo>
                    <a:pt x="197" y="861"/>
                    <a:pt x="107" y="848"/>
                    <a:pt x="78" y="835"/>
                  </a:cubicBezTo>
                  <a:cubicBezTo>
                    <a:pt x="65" y="830"/>
                    <a:pt x="54" y="829"/>
                    <a:pt x="40" y="829"/>
                  </a:cubicBezTo>
                  <a:cubicBezTo>
                    <a:pt x="27" y="829"/>
                    <a:pt x="23" y="828"/>
                    <a:pt x="23" y="826"/>
                  </a:cubicBezTo>
                  <a:cubicBezTo>
                    <a:pt x="23" y="822"/>
                    <a:pt x="28" y="823"/>
                    <a:pt x="39" y="822"/>
                  </a:cubicBezTo>
                  <a:cubicBezTo>
                    <a:pt x="51" y="822"/>
                    <a:pt x="64" y="824"/>
                    <a:pt x="83" y="818"/>
                  </a:cubicBezTo>
                  <a:cubicBezTo>
                    <a:pt x="103" y="813"/>
                    <a:pt x="246" y="626"/>
                    <a:pt x="245" y="614"/>
                  </a:cubicBezTo>
                  <a:cubicBezTo>
                    <a:pt x="245" y="614"/>
                    <a:pt x="246" y="606"/>
                    <a:pt x="238" y="602"/>
                  </a:cubicBezTo>
                  <a:cubicBezTo>
                    <a:pt x="233" y="599"/>
                    <a:pt x="232" y="592"/>
                    <a:pt x="238" y="588"/>
                  </a:cubicBezTo>
                  <a:cubicBezTo>
                    <a:pt x="246" y="584"/>
                    <a:pt x="245" y="576"/>
                    <a:pt x="245" y="576"/>
                  </a:cubicBezTo>
                  <a:cubicBezTo>
                    <a:pt x="246" y="564"/>
                    <a:pt x="219" y="564"/>
                    <a:pt x="218" y="548"/>
                  </a:cubicBezTo>
                  <a:cubicBezTo>
                    <a:pt x="218" y="548"/>
                    <a:pt x="215" y="534"/>
                    <a:pt x="193" y="529"/>
                  </a:cubicBezTo>
                  <a:cubicBezTo>
                    <a:pt x="191" y="528"/>
                    <a:pt x="191" y="528"/>
                    <a:pt x="191" y="528"/>
                  </a:cubicBezTo>
                  <a:cubicBezTo>
                    <a:pt x="191" y="528"/>
                    <a:pt x="102" y="499"/>
                    <a:pt x="72" y="473"/>
                  </a:cubicBezTo>
                  <a:cubicBezTo>
                    <a:pt x="60" y="462"/>
                    <a:pt x="48" y="461"/>
                    <a:pt x="35" y="461"/>
                  </a:cubicBezTo>
                  <a:cubicBezTo>
                    <a:pt x="21" y="461"/>
                    <a:pt x="17" y="459"/>
                    <a:pt x="17" y="453"/>
                  </a:cubicBezTo>
                  <a:cubicBezTo>
                    <a:pt x="17" y="446"/>
                    <a:pt x="23" y="447"/>
                    <a:pt x="34" y="446"/>
                  </a:cubicBezTo>
                  <a:cubicBezTo>
                    <a:pt x="45" y="445"/>
                    <a:pt x="58" y="449"/>
                    <a:pt x="78" y="437"/>
                  </a:cubicBezTo>
                  <a:cubicBezTo>
                    <a:pt x="97" y="425"/>
                    <a:pt x="221" y="329"/>
                    <a:pt x="221" y="329"/>
                  </a:cubicBezTo>
                  <a:cubicBezTo>
                    <a:pt x="221" y="329"/>
                    <a:pt x="223" y="325"/>
                    <a:pt x="232" y="324"/>
                  </a:cubicBezTo>
                  <a:cubicBezTo>
                    <a:pt x="255" y="320"/>
                    <a:pt x="254" y="309"/>
                    <a:pt x="254" y="309"/>
                  </a:cubicBezTo>
                  <a:cubicBezTo>
                    <a:pt x="254" y="309"/>
                    <a:pt x="281" y="309"/>
                    <a:pt x="299" y="309"/>
                  </a:cubicBezTo>
                  <a:cubicBezTo>
                    <a:pt x="317" y="309"/>
                    <a:pt x="319" y="302"/>
                    <a:pt x="319" y="302"/>
                  </a:cubicBezTo>
                  <a:cubicBezTo>
                    <a:pt x="320" y="287"/>
                    <a:pt x="320" y="287"/>
                    <a:pt x="320" y="287"/>
                  </a:cubicBezTo>
                  <a:cubicBezTo>
                    <a:pt x="328" y="283"/>
                    <a:pt x="332" y="289"/>
                    <a:pt x="332" y="289"/>
                  </a:cubicBezTo>
                  <a:cubicBezTo>
                    <a:pt x="332" y="325"/>
                    <a:pt x="332" y="325"/>
                    <a:pt x="332" y="325"/>
                  </a:cubicBezTo>
                  <a:cubicBezTo>
                    <a:pt x="332" y="325"/>
                    <a:pt x="333" y="341"/>
                    <a:pt x="356" y="341"/>
                  </a:cubicBezTo>
                  <a:cubicBezTo>
                    <a:pt x="379" y="341"/>
                    <a:pt x="377" y="325"/>
                    <a:pt x="377" y="325"/>
                  </a:cubicBezTo>
                  <a:cubicBezTo>
                    <a:pt x="377" y="281"/>
                    <a:pt x="377" y="281"/>
                    <a:pt x="377" y="281"/>
                  </a:cubicBezTo>
                  <a:cubicBezTo>
                    <a:pt x="382" y="274"/>
                    <a:pt x="388" y="281"/>
                    <a:pt x="388" y="281"/>
                  </a:cubicBezTo>
                  <a:cubicBezTo>
                    <a:pt x="388" y="325"/>
                    <a:pt x="388" y="325"/>
                    <a:pt x="388" y="325"/>
                  </a:cubicBezTo>
                  <a:cubicBezTo>
                    <a:pt x="388" y="325"/>
                    <a:pt x="387" y="341"/>
                    <a:pt x="414" y="341"/>
                  </a:cubicBezTo>
                  <a:cubicBezTo>
                    <a:pt x="437" y="341"/>
                    <a:pt x="435" y="326"/>
                    <a:pt x="435" y="326"/>
                  </a:cubicBezTo>
                  <a:cubicBezTo>
                    <a:pt x="435" y="326"/>
                    <a:pt x="435" y="301"/>
                    <a:pt x="435" y="292"/>
                  </a:cubicBezTo>
                  <a:cubicBezTo>
                    <a:pt x="435" y="284"/>
                    <a:pt x="439" y="284"/>
                    <a:pt x="439" y="284"/>
                  </a:cubicBezTo>
                  <a:cubicBezTo>
                    <a:pt x="439" y="284"/>
                    <a:pt x="444" y="283"/>
                    <a:pt x="444" y="298"/>
                  </a:cubicBezTo>
                  <a:cubicBezTo>
                    <a:pt x="444" y="313"/>
                    <a:pt x="459" y="313"/>
                    <a:pt x="459" y="313"/>
                  </a:cubicBezTo>
                  <a:cubicBezTo>
                    <a:pt x="496" y="313"/>
                    <a:pt x="496" y="313"/>
                    <a:pt x="496" y="313"/>
                  </a:cubicBezTo>
                  <a:cubicBezTo>
                    <a:pt x="504" y="318"/>
                    <a:pt x="503" y="325"/>
                    <a:pt x="503" y="325"/>
                  </a:cubicBezTo>
                  <a:cubicBezTo>
                    <a:pt x="504" y="330"/>
                    <a:pt x="476" y="339"/>
                    <a:pt x="477" y="352"/>
                  </a:cubicBezTo>
                  <a:cubicBezTo>
                    <a:pt x="478" y="366"/>
                    <a:pt x="459" y="373"/>
                    <a:pt x="459" y="373"/>
                  </a:cubicBezTo>
                  <a:cubicBezTo>
                    <a:pt x="459" y="373"/>
                    <a:pt x="363" y="421"/>
                    <a:pt x="342" y="431"/>
                  </a:cubicBezTo>
                  <a:cubicBezTo>
                    <a:pt x="326" y="439"/>
                    <a:pt x="313" y="436"/>
                    <a:pt x="302" y="437"/>
                  </a:cubicBezTo>
                  <a:cubicBezTo>
                    <a:pt x="291" y="438"/>
                    <a:pt x="281" y="442"/>
                    <a:pt x="281" y="453"/>
                  </a:cubicBezTo>
                  <a:cubicBezTo>
                    <a:pt x="281" y="458"/>
                    <a:pt x="287" y="469"/>
                    <a:pt x="301" y="469"/>
                  </a:cubicBezTo>
                  <a:cubicBezTo>
                    <a:pt x="314" y="469"/>
                    <a:pt x="329" y="468"/>
                    <a:pt x="342" y="479"/>
                  </a:cubicBezTo>
                  <a:cubicBezTo>
                    <a:pt x="371" y="506"/>
                    <a:pt x="468" y="580"/>
                    <a:pt x="468" y="580"/>
                  </a:cubicBezTo>
                  <a:cubicBezTo>
                    <a:pt x="469" y="580"/>
                    <a:pt x="469" y="580"/>
                    <a:pt x="469" y="580"/>
                  </a:cubicBezTo>
                  <a:cubicBezTo>
                    <a:pt x="471" y="581"/>
                    <a:pt x="471" y="581"/>
                    <a:pt x="471" y="581"/>
                  </a:cubicBezTo>
                  <a:cubicBezTo>
                    <a:pt x="471" y="581"/>
                    <a:pt x="476" y="584"/>
                    <a:pt x="489" y="584"/>
                  </a:cubicBezTo>
                  <a:cubicBezTo>
                    <a:pt x="498" y="583"/>
                    <a:pt x="501" y="586"/>
                    <a:pt x="501" y="591"/>
                  </a:cubicBezTo>
                  <a:cubicBezTo>
                    <a:pt x="501" y="596"/>
                    <a:pt x="500" y="602"/>
                    <a:pt x="490" y="602"/>
                  </a:cubicBezTo>
                  <a:cubicBezTo>
                    <a:pt x="475" y="602"/>
                    <a:pt x="470" y="607"/>
                    <a:pt x="470" y="607"/>
                  </a:cubicBezTo>
                  <a:cubicBezTo>
                    <a:pt x="470" y="607"/>
                    <a:pt x="346" y="811"/>
                    <a:pt x="325" y="816"/>
                  </a:cubicBezTo>
                  <a:cubicBezTo>
                    <a:pt x="309" y="819"/>
                    <a:pt x="296" y="818"/>
                    <a:pt x="285" y="818"/>
                  </a:cubicBezTo>
                  <a:cubicBezTo>
                    <a:pt x="273" y="819"/>
                    <a:pt x="264" y="821"/>
                    <a:pt x="263" y="826"/>
                  </a:cubicBezTo>
                  <a:cubicBezTo>
                    <a:pt x="263" y="828"/>
                    <a:pt x="270" y="833"/>
                    <a:pt x="283" y="833"/>
                  </a:cubicBezTo>
                  <a:cubicBezTo>
                    <a:pt x="297" y="833"/>
                    <a:pt x="312" y="833"/>
                    <a:pt x="324" y="838"/>
                  </a:cubicBezTo>
                  <a:cubicBezTo>
                    <a:pt x="354" y="851"/>
                    <a:pt x="442" y="864"/>
                    <a:pt x="442" y="864"/>
                  </a:cubicBezTo>
                  <a:cubicBezTo>
                    <a:pt x="454" y="861"/>
                    <a:pt x="454" y="861"/>
                    <a:pt x="454" y="861"/>
                  </a:cubicBezTo>
                  <a:cubicBezTo>
                    <a:pt x="454" y="861"/>
                    <a:pt x="365" y="848"/>
                    <a:pt x="335" y="835"/>
                  </a:cubicBezTo>
                  <a:cubicBezTo>
                    <a:pt x="323" y="830"/>
                    <a:pt x="311" y="830"/>
                    <a:pt x="298" y="830"/>
                  </a:cubicBezTo>
                  <a:cubicBezTo>
                    <a:pt x="284" y="830"/>
                    <a:pt x="280" y="828"/>
                    <a:pt x="280" y="826"/>
                  </a:cubicBezTo>
                  <a:cubicBezTo>
                    <a:pt x="280" y="822"/>
                    <a:pt x="286" y="823"/>
                    <a:pt x="297" y="822"/>
                  </a:cubicBezTo>
                  <a:cubicBezTo>
                    <a:pt x="308" y="822"/>
                    <a:pt x="321" y="824"/>
                    <a:pt x="341" y="818"/>
                  </a:cubicBezTo>
                  <a:cubicBezTo>
                    <a:pt x="360" y="813"/>
                    <a:pt x="483" y="618"/>
                    <a:pt x="483" y="618"/>
                  </a:cubicBezTo>
                  <a:cubicBezTo>
                    <a:pt x="483" y="618"/>
                    <a:pt x="486" y="614"/>
                    <a:pt x="495" y="613"/>
                  </a:cubicBezTo>
                  <a:cubicBezTo>
                    <a:pt x="518" y="609"/>
                    <a:pt x="517" y="598"/>
                    <a:pt x="517" y="598"/>
                  </a:cubicBezTo>
                  <a:cubicBezTo>
                    <a:pt x="517" y="598"/>
                    <a:pt x="544" y="598"/>
                    <a:pt x="562" y="598"/>
                  </a:cubicBezTo>
                  <a:cubicBezTo>
                    <a:pt x="580" y="598"/>
                    <a:pt x="582" y="591"/>
                    <a:pt x="582" y="591"/>
                  </a:cubicBezTo>
                  <a:cubicBezTo>
                    <a:pt x="583" y="576"/>
                    <a:pt x="583" y="576"/>
                    <a:pt x="583" y="576"/>
                  </a:cubicBezTo>
                  <a:cubicBezTo>
                    <a:pt x="591" y="572"/>
                    <a:pt x="595" y="578"/>
                    <a:pt x="595" y="578"/>
                  </a:cubicBezTo>
                  <a:cubicBezTo>
                    <a:pt x="595" y="614"/>
                    <a:pt x="595" y="614"/>
                    <a:pt x="595" y="614"/>
                  </a:cubicBezTo>
                  <a:cubicBezTo>
                    <a:pt x="595" y="614"/>
                    <a:pt x="596" y="630"/>
                    <a:pt x="619" y="630"/>
                  </a:cubicBezTo>
                  <a:cubicBezTo>
                    <a:pt x="642" y="630"/>
                    <a:pt x="640" y="614"/>
                    <a:pt x="640" y="614"/>
                  </a:cubicBezTo>
                  <a:cubicBezTo>
                    <a:pt x="640" y="570"/>
                    <a:pt x="640" y="570"/>
                    <a:pt x="640" y="570"/>
                  </a:cubicBezTo>
                  <a:cubicBezTo>
                    <a:pt x="645" y="563"/>
                    <a:pt x="651" y="570"/>
                    <a:pt x="651" y="570"/>
                  </a:cubicBezTo>
                  <a:cubicBezTo>
                    <a:pt x="651" y="614"/>
                    <a:pt x="651" y="614"/>
                    <a:pt x="651" y="614"/>
                  </a:cubicBezTo>
                  <a:cubicBezTo>
                    <a:pt x="651" y="614"/>
                    <a:pt x="650" y="630"/>
                    <a:pt x="677" y="630"/>
                  </a:cubicBezTo>
                  <a:cubicBezTo>
                    <a:pt x="700" y="630"/>
                    <a:pt x="698" y="615"/>
                    <a:pt x="698" y="615"/>
                  </a:cubicBezTo>
                  <a:cubicBezTo>
                    <a:pt x="698" y="615"/>
                    <a:pt x="698" y="590"/>
                    <a:pt x="698" y="581"/>
                  </a:cubicBezTo>
                  <a:cubicBezTo>
                    <a:pt x="698" y="573"/>
                    <a:pt x="702" y="573"/>
                    <a:pt x="702" y="573"/>
                  </a:cubicBezTo>
                  <a:cubicBezTo>
                    <a:pt x="702" y="573"/>
                    <a:pt x="707" y="572"/>
                    <a:pt x="707" y="587"/>
                  </a:cubicBezTo>
                  <a:cubicBezTo>
                    <a:pt x="707" y="602"/>
                    <a:pt x="722" y="602"/>
                    <a:pt x="722" y="602"/>
                  </a:cubicBezTo>
                  <a:cubicBezTo>
                    <a:pt x="759" y="602"/>
                    <a:pt x="759" y="602"/>
                    <a:pt x="759" y="602"/>
                  </a:cubicBezTo>
                  <a:cubicBezTo>
                    <a:pt x="767" y="607"/>
                    <a:pt x="766" y="614"/>
                    <a:pt x="766" y="614"/>
                  </a:cubicBezTo>
                  <a:cubicBezTo>
                    <a:pt x="767" y="619"/>
                    <a:pt x="626" y="811"/>
                    <a:pt x="605" y="816"/>
                  </a:cubicBezTo>
                  <a:cubicBezTo>
                    <a:pt x="589" y="819"/>
                    <a:pt x="576" y="818"/>
                    <a:pt x="565" y="818"/>
                  </a:cubicBezTo>
                  <a:cubicBezTo>
                    <a:pt x="554" y="819"/>
                    <a:pt x="544" y="821"/>
                    <a:pt x="544" y="826"/>
                  </a:cubicBezTo>
                  <a:cubicBezTo>
                    <a:pt x="543" y="828"/>
                    <a:pt x="550" y="833"/>
                    <a:pt x="563" y="833"/>
                  </a:cubicBezTo>
                  <a:cubicBezTo>
                    <a:pt x="577" y="833"/>
                    <a:pt x="592" y="833"/>
                    <a:pt x="605" y="838"/>
                  </a:cubicBezTo>
                  <a:cubicBezTo>
                    <a:pt x="634" y="851"/>
                    <a:pt x="730" y="865"/>
                    <a:pt x="730" y="865"/>
                  </a:cubicBezTo>
                  <a:cubicBezTo>
                    <a:pt x="734" y="861"/>
                    <a:pt x="734" y="861"/>
                    <a:pt x="734" y="861"/>
                  </a:cubicBezTo>
                  <a:cubicBezTo>
                    <a:pt x="734" y="861"/>
                    <a:pt x="645" y="848"/>
                    <a:pt x="615" y="835"/>
                  </a:cubicBezTo>
                  <a:cubicBezTo>
                    <a:pt x="603" y="830"/>
                    <a:pt x="591" y="830"/>
                    <a:pt x="578" y="830"/>
                  </a:cubicBezTo>
                  <a:cubicBezTo>
                    <a:pt x="564" y="830"/>
                    <a:pt x="560" y="828"/>
                    <a:pt x="560" y="826"/>
                  </a:cubicBezTo>
                  <a:cubicBezTo>
                    <a:pt x="560" y="822"/>
                    <a:pt x="566" y="823"/>
                    <a:pt x="577" y="822"/>
                  </a:cubicBezTo>
                  <a:cubicBezTo>
                    <a:pt x="588" y="822"/>
                    <a:pt x="601" y="824"/>
                    <a:pt x="621" y="818"/>
                  </a:cubicBezTo>
                  <a:cubicBezTo>
                    <a:pt x="640" y="813"/>
                    <a:pt x="783" y="626"/>
                    <a:pt x="783" y="614"/>
                  </a:cubicBezTo>
                  <a:cubicBezTo>
                    <a:pt x="783" y="614"/>
                    <a:pt x="784" y="607"/>
                    <a:pt x="775" y="602"/>
                  </a:cubicBezTo>
                  <a:cubicBezTo>
                    <a:pt x="771" y="599"/>
                    <a:pt x="770" y="592"/>
                    <a:pt x="776" y="588"/>
                  </a:cubicBezTo>
                  <a:cubicBezTo>
                    <a:pt x="784" y="584"/>
                    <a:pt x="783" y="576"/>
                    <a:pt x="783" y="576"/>
                  </a:cubicBezTo>
                  <a:cubicBezTo>
                    <a:pt x="783" y="564"/>
                    <a:pt x="756" y="564"/>
                    <a:pt x="755" y="548"/>
                  </a:cubicBezTo>
                  <a:cubicBezTo>
                    <a:pt x="755" y="548"/>
                    <a:pt x="753" y="534"/>
                    <a:pt x="731" y="529"/>
                  </a:cubicBezTo>
                  <a:cubicBezTo>
                    <a:pt x="728" y="528"/>
                    <a:pt x="728" y="528"/>
                    <a:pt x="728" y="528"/>
                  </a:cubicBezTo>
                  <a:cubicBezTo>
                    <a:pt x="728" y="528"/>
                    <a:pt x="639" y="499"/>
                    <a:pt x="609" y="473"/>
                  </a:cubicBezTo>
                  <a:cubicBezTo>
                    <a:pt x="597" y="462"/>
                    <a:pt x="586" y="461"/>
                    <a:pt x="572" y="461"/>
                  </a:cubicBezTo>
                  <a:cubicBezTo>
                    <a:pt x="558" y="461"/>
                    <a:pt x="554" y="459"/>
                    <a:pt x="554" y="453"/>
                  </a:cubicBezTo>
                  <a:cubicBezTo>
                    <a:pt x="554" y="446"/>
                    <a:pt x="560" y="447"/>
                    <a:pt x="571" y="446"/>
                  </a:cubicBezTo>
                  <a:cubicBezTo>
                    <a:pt x="582" y="445"/>
                    <a:pt x="595" y="449"/>
                    <a:pt x="615" y="437"/>
                  </a:cubicBezTo>
                  <a:cubicBezTo>
                    <a:pt x="635" y="425"/>
                    <a:pt x="758" y="329"/>
                    <a:pt x="758" y="329"/>
                  </a:cubicBezTo>
                  <a:cubicBezTo>
                    <a:pt x="758" y="329"/>
                    <a:pt x="760" y="325"/>
                    <a:pt x="769" y="324"/>
                  </a:cubicBezTo>
                  <a:cubicBezTo>
                    <a:pt x="792" y="320"/>
                    <a:pt x="791" y="309"/>
                    <a:pt x="791" y="309"/>
                  </a:cubicBezTo>
                  <a:cubicBezTo>
                    <a:pt x="791" y="309"/>
                    <a:pt x="818" y="309"/>
                    <a:pt x="836" y="309"/>
                  </a:cubicBezTo>
                  <a:cubicBezTo>
                    <a:pt x="854" y="309"/>
                    <a:pt x="856" y="302"/>
                    <a:pt x="856" y="302"/>
                  </a:cubicBezTo>
                  <a:cubicBezTo>
                    <a:pt x="857" y="287"/>
                    <a:pt x="857" y="287"/>
                    <a:pt x="857" y="287"/>
                  </a:cubicBezTo>
                  <a:cubicBezTo>
                    <a:pt x="865" y="283"/>
                    <a:pt x="869" y="289"/>
                    <a:pt x="869" y="289"/>
                  </a:cubicBezTo>
                  <a:cubicBezTo>
                    <a:pt x="869" y="325"/>
                    <a:pt x="869" y="325"/>
                    <a:pt x="869" y="325"/>
                  </a:cubicBezTo>
                  <a:cubicBezTo>
                    <a:pt x="869" y="325"/>
                    <a:pt x="870" y="341"/>
                    <a:pt x="893" y="341"/>
                  </a:cubicBezTo>
                  <a:cubicBezTo>
                    <a:pt x="916" y="341"/>
                    <a:pt x="914" y="325"/>
                    <a:pt x="914" y="325"/>
                  </a:cubicBezTo>
                  <a:cubicBezTo>
                    <a:pt x="914" y="281"/>
                    <a:pt x="914" y="281"/>
                    <a:pt x="914" y="281"/>
                  </a:cubicBezTo>
                  <a:cubicBezTo>
                    <a:pt x="919" y="274"/>
                    <a:pt x="925" y="281"/>
                    <a:pt x="925" y="281"/>
                  </a:cubicBezTo>
                  <a:cubicBezTo>
                    <a:pt x="925" y="325"/>
                    <a:pt x="925" y="325"/>
                    <a:pt x="925" y="325"/>
                  </a:cubicBezTo>
                  <a:cubicBezTo>
                    <a:pt x="925" y="325"/>
                    <a:pt x="924" y="341"/>
                    <a:pt x="951" y="341"/>
                  </a:cubicBezTo>
                  <a:cubicBezTo>
                    <a:pt x="974" y="341"/>
                    <a:pt x="972" y="326"/>
                    <a:pt x="972" y="326"/>
                  </a:cubicBezTo>
                  <a:cubicBezTo>
                    <a:pt x="972" y="326"/>
                    <a:pt x="972" y="301"/>
                    <a:pt x="972" y="292"/>
                  </a:cubicBezTo>
                  <a:cubicBezTo>
                    <a:pt x="972" y="284"/>
                    <a:pt x="976" y="284"/>
                    <a:pt x="976" y="284"/>
                  </a:cubicBezTo>
                  <a:cubicBezTo>
                    <a:pt x="976" y="284"/>
                    <a:pt x="981" y="283"/>
                    <a:pt x="981" y="298"/>
                  </a:cubicBezTo>
                  <a:cubicBezTo>
                    <a:pt x="981" y="313"/>
                    <a:pt x="996" y="313"/>
                    <a:pt x="996" y="313"/>
                  </a:cubicBezTo>
                  <a:cubicBezTo>
                    <a:pt x="1033" y="313"/>
                    <a:pt x="1033" y="313"/>
                    <a:pt x="1033" y="313"/>
                  </a:cubicBezTo>
                  <a:cubicBezTo>
                    <a:pt x="1042" y="318"/>
                    <a:pt x="1041" y="325"/>
                    <a:pt x="1041" y="325"/>
                  </a:cubicBezTo>
                  <a:cubicBezTo>
                    <a:pt x="1041" y="330"/>
                    <a:pt x="1013" y="339"/>
                    <a:pt x="1014" y="352"/>
                  </a:cubicBezTo>
                  <a:cubicBezTo>
                    <a:pt x="1015" y="366"/>
                    <a:pt x="996" y="373"/>
                    <a:pt x="996" y="373"/>
                  </a:cubicBezTo>
                  <a:cubicBezTo>
                    <a:pt x="996" y="373"/>
                    <a:pt x="900" y="421"/>
                    <a:pt x="879" y="431"/>
                  </a:cubicBezTo>
                  <a:cubicBezTo>
                    <a:pt x="863" y="439"/>
                    <a:pt x="850" y="436"/>
                    <a:pt x="839" y="437"/>
                  </a:cubicBezTo>
                  <a:cubicBezTo>
                    <a:pt x="828" y="438"/>
                    <a:pt x="818" y="442"/>
                    <a:pt x="818" y="453"/>
                  </a:cubicBezTo>
                  <a:cubicBezTo>
                    <a:pt x="818" y="458"/>
                    <a:pt x="824" y="469"/>
                    <a:pt x="838" y="469"/>
                  </a:cubicBezTo>
                  <a:cubicBezTo>
                    <a:pt x="851" y="469"/>
                    <a:pt x="867" y="468"/>
                    <a:pt x="879" y="479"/>
                  </a:cubicBezTo>
                  <a:cubicBezTo>
                    <a:pt x="908" y="506"/>
                    <a:pt x="1006" y="579"/>
                    <a:pt x="1006" y="579"/>
                  </a:cubicBezTo>
                  <a:cubicBezTo>
                    <a:pt x="1007" y="580"/>
                    <a:pt x="1007" y="580"/>
                    <a:pt x="1007" y="580"/>
                  </a:cubicBezTo>
                  <a:cubicBezTo>
                    <a:pt x="1009" y="581"/>
                    <a:pt x="1009" y="581"/>
                    <a:pt x="1009" y="581"/>
                  </a:cubicBezTo>
                  <a:cubicBezTo>
                    <a:pt x="1009" y="581"/>
                    <a:pt x="1014" y="584"/>
                    <a:pt x="1027" y="583"/>
                  </a:cubicBezTo>
                  <a:cubicBezTo>
                    <a:pt x="1036" y="583"/>
                    <a:pt x="1039" y="586"/>
                    <a:pt x="1039" y="591"/>
                  </a:cubicBezTo>
                  <a:cubicBezTo>
                    <a:pt x="1039" y="596"/>
                    <a:pt x="1038" y="601"/>
                    <a:pt x="1027" y="601"/>
                  </a:cubicBezTo>
                  <a:cubicBezTo>
                    <a:pt x="1013" y="602"/>
                    <a:pt x="1008" y="607"/>
                    <a:pt x="1008" y="607"/>
                  </a:cubicBezTo>
                  <a:cubicBezTo>
                    <a:pt x="1008" y="607"/>
                    <a:pt x="884" y="810"/>
                    <a:pt x="863" y="815"/>
                  </a:cubicBezTo>
                  <a:cubicBezTo>
                    <a:pt x="847" y="819"/>
                    <a:pt x="834" y="818"/>
                    <a:pt x="823" y="818"/>
                  </a:cubicBezTo>
                  <a:cubicBezTo>
                    <a:pt x="811" y="819"/>
                    <a:pt x="802" y="820"/>
                    <a:pt x="801" y="826"/>
                  </a:cubicBezTo>
                  <a:cubicBezTo>
                    <a:pt x="801" y="828"/>
                    <a:pt x="808" y="833"/>
                    <a:pt x="821" y="833"/>
                  </a:cubicBezTo>
                  <a:cubicBezTo>
                    <a:pt x="835" y="833"/>
                    <a:pt x="850" y="833"/>
                    <a:pt x="862" y="838"/>
                  </a:cubicBezTo>
                  <a:cubicBezTo>
                    <a:pt x="892" y="851"/>
                    <a:pt x="979" y="864"/>
                    <a:pt x="979" y="864"/>
                  </a:cubicBezTo>
                  <a:cubicBezTo>
                    <a:pt x="992" y="861"/>
                    <a:pt x="992" y="861"/>
                    <a:pt x="992" y="861"/>
                  </a:cubicBezTo>
                  <a:cubicBezTo>
                    <a:pt x="992" y="861"/>
                    <a:pt x="902" y="847"/>
                    <a:pt x="873" y="835"/>
                  </a:cubicBezTo>
                  <a:cubicBezTo>
                    <a:pt x="861" y="830"/>
                    <a:pt x="849" y="829"/>
                    <a:pt x="836" y="829"/>
                  </a:cubicBezTo>
                  <a:cubicBezTo>
                    <a:pt x="822" y="829"/>
                    <a:pt x="818" y="828"/>
                    <a:pt x="818" y="826"/>
                  </a:cubicBezTo>
                  <a:cubicBezTo>
                    <a:pt x="818" y="822"/>
                    <a:pt x="823" y="823"/>
                    <a:pt x="835" y="822"/>
                  </a:cubicBezTo>
                  <a:cubicBezTo>
                    <a:pt x="846" y="822"/>
                    <a:pt x="859" y="824"/>
                    <a:pt x="878" y="818"/>
                  </a:cubicBezTo>
                  <a:cubicBezTo>
                    <a:pt x="898" y="812"/>
                    <a:pt x="1021" y="617"/>
                    <a:pt x="1021" y="617"/>
                  </a:cubicBezTo>
                  <a:cubicBezTo>
                    <a:pt x="1021" y="617"/>
                    <a:pt x="1024" y="614"/>
                    <a:pt x="1032" y="612"/>
                  </a:cubicBezTo>
                  <a:cubicBezTo>
                    <a:pt x="1056" y="608"/>
                    <a:pt x="1055" y="598"/>
                    <a:pt x="1055" y="598"/>
                  </a:cubicBezTo>
                  <a:cubicBezTo>
                    <a:pt x="1055" y="598"/>
                    <a:pt x="1082" y="598"/>
                    <a:pt x="1100" y="598"/>
                  </a:cubicBezTo>
                  <a:cubicBezTo>
                    <a:pt x="1118" y="598"/>
                    <a:pt x="1119" y="590"/>
                    <a:pt x="1119" y="590"/>
                  </a:cubicBezTo>
                  <a:cubicBezTo>
                    <a:pt x="1120" y="576"/>
                    <a:pt x="1120" y="576"/>
                    <a:pt x="1120" y="576"/>
                  </a:cubicBezTo>
                  <a:cubicBezTo>
                    <a:pt x="1128" y="572"/>
                    <a:pt x="1133" y="577"/>
                    <a:pt x="1133" y="577"/>
                  </a:cubicBezTo>
                  <a:cubicBezTo>
                    <a:pt x="1133" y="614"/>
                    <a:pt x="1133" y="614"/>
                    <a:pt x="1133" y="614"/>
                  </a:cubicBezTo>
                  <a:cubicBezTo>
                    <a:pt x="1133" y="614"/>
                    <a:pt x="1133" y="629"/>
                    <a:pt x="1156" y="629"/>
                  </a:cubicBezTo>
                  <a:cubicBezTo>
                    <a:pt x="1180" y="629"/>
                    <a:pt x="1178" y="614"/>
                    <a:pt x="1178" y="614"/>
                  </a:cubicBezTo>
                  <a:cubicBezTo>
                    <a:pt x="1178" y="569"/>
                    <a:pt x="1178" y="569"/>
                    <a:pt x="1178" y="569"/>
                  </a:cubicBezTo>
                  <a:cubicBezTo>
                    <a:pt x="1182" y="563"/>
                    <a:pt x="1189" y="569"/>
                    <a:pt x="1189" y="569"/>
                  </a:cubicBezTo>
                  <a:cubicBezTo>
                    <a:pt x="1189" y="614"/>
                    <a:pt x="1189" y="614"/>
                    <a:pt x="1189" y="614"/>
                  </a:cubicBezTo>
                  <a:cubicBezTo>
                    <a:pt x="1189" y="614"/>
                    <a:pt x="1187" y="630"/>
                    <a:pt x="1214" y="630"/>
                  </a:cubicBezTo>
                  <a:cubicBezTo>
                    <a:pt x="1238" y="630"/>
                    <a:pt x="1236" y="614"/>
                    <a:pt x="1236" y="614"/>
                  </a:cubicBezTo>
                  <a:cubicBezTo>
                    <a:pt x="1236" y="614"/>
                    <a:pt x="1236" y="589"/>
                    <a:pt x="1236" y="581"/>
                  </a:cubicBezTo>
                  <a:cubicBezTo>
                    <a:pt x="1236" y="573"/>
                    <a:pt x="1240" y="573"/>
                    <a:pt x="1240" y="573"/>
                  </a:cubicBezTo>
                  <a:cubicBezTo>
                    <a:pt x="1240" y="573"/>
                    <a:pt x="1245" y="571"/>
                    <a:pt x="1245" y="587"/>
                  </a:cubicBezTo>
                  <a:cubicBezTo>
                    <a:pt x="1245" y="602"/>
                    <a:pt x="1260" y="601"/>
                    <a:pt x="1260" y="601"/>
                  </a:cubicBezTo>
                  <a:cubicBezTo>
                    <a:pt x="1296" y="601"/>
                    <a:pt x="1296" y="601"/>
                    <a:pt x="1296" y="601"/>
                  </a:cubicBezTo>
                  <a:cubicBezTo>
                    <a:pt x="1305" y="606"/>
                    <a:pt x="1304" y="613"/>
                    <a:pt x="1304" y="613"/>
                  </a:cubicBezTo>
                  <a:cubicBezTo>
                    <a:pt x="1305" y="618"/>
                    <a:pt x="1164" y="810"/>
                    <a:pt x="1143" y="815"/>
                  </a:cubicBezTo>
                  <a:cubicBezTo>
                    <a:pt x="1127" y="819"/>
                    <a:pt x="1114" y="818"/>
                    <a:pt x="1103" y="818"/>
                  </a:cubicBezTo>
                  <a:cubicBezTo>
                    <a:pt x="1092" y="819"/>
                    <a:pt x="1082" y="820"/>
                    <a:pt x="1081" y="826"/>
                  </a:cubicBezTo>
                  <a:cubicBezTo>
                    <a:pt x="1081" y="828"/>
                    <a:pt x="1088" y="833"/>
                    <a:pt x="1101" y="833"/>
                  </a:cubicBezTo>
                  <a:cubicBezTo>
                    <a:pt x="1115" y="833"/>
                    <a:pt x="1130" y="833"/>
                    <a:pt x="1142" y="838"/>
                  </a:cubicBezTo>
                  <a:cubicBezTo>
                    <a:pt x="1172" y="851"/>
                    <a:pt x="1256" y="865"/>
                    <a:pt x="1256" y="865"/>
                  </a:cubicBezTo>
                  <a:cubicBezTo>
                    <a:pt x="1258" y="861"/>
                    <a:pt x="1258" y="861"/>
                    <a:pt x="1258" y="861"/>
                  </a:cubicBezTo>
                  <a:cubicBezTo>
                    <a:pt x="1258" y="861"/>
                    <a:pt x="1183" y="847"/>
                    <a:pt x="1153" y="835"/>
                  </a:cubicBezTo>
                  <a:cubicBezTo>
                    <a:pt x="1141" y="830"/>
                    <a:pt x="1129" y="829"/>
                    <a:pt x="1116" y="829"/>
                  </a:cubicBezTo>
                  <a:cubicBezTo>
                    <a:pt x="1102" y="829"/>
                    <a:pt x="1098" y="828"/>
                    <a:pt x="1098" y="826"/>
                  </a:cubicBezTo>
                  <a:cubicBezTo>
                    <a:pt x="1098" y="822"/>
                    <a:pt x="1104" y="823"/>
                    <a:pt x="1115" y="822"/>
                  </a:cubicBezTo>
                  <a:cubicBezTo>
                    <a:pt x="1126" y="822"/>
                    <a:pt x="1139" y="824"/>
                    <a:pt x="1159" y="818"/>
                  </a:cubicBezTo>
                  <a:cubicBezTo>
                    <a:pt x="1178" y="812"/>
                    <a:pt x="1321" y="625"/>
                    <a:pt x="1321" y="613"/>
                  </a:cubicBezTo>
                  <a:cubicBezTo>
                    <a:pt x="1321" y="613"/>
                    <a:pt x="1322" y="606"/>
                    <a:pt x="1313" y="601"/>
                  </a:cubicBezTo>
                  <a:cubicBezTo>
                    <a:pt x="1309" y="599"/>
                    <a:pt x="1308" y="591"/>
                    <a:pt x="1314" y="588"/>
                  </a:cubicBezTo>
                  <a:cubicBezTo>
                    <a:pt x="1322" y="583"/>
                    <a:pt x="1321" y="576"/>
                    <a:pt x="1321" y="576"/>
                  </a:cubicBezTo>
                  <a:cubicBezTo>
                    <a:pt x="1321" y="564"/>
                    <a:pt x="1294" y="563"/>
                    <a:pt x="1293" y="548"/>
                  </a:cubicBezTo>
                  <a:cubicBezTo>
                    <a:pt x="1293" y="548"/>
                    <a:pt x="1291" y="534"/>
                    <a:pt x="1269" y="528"/>
                  </a:cubicBezTo>
                  <a:cubicBezTo>
                    <a:pt x="1268" y="528"/>
                    <a:pt x="1268" y="528"/>
                    <a:pt x="1268" y="528"/>
                  </a:cubicBezTo>
                  <a:cubicBezTo>
                    <a:pt x="1268" y="528"/>
                    <a:pt x="1177" y="499"/>
                    <a:pt x="1147" y="473"/>
                  </a:cubicBezTo>
                  <a:cubicBezTo>
                    <a:pt x="1135" y="462"/>
                    <a:pt x="1124" y="461"/>
                    <a:pt x="1110" y="461"/>
                  </a:cubicBezTo>
                  <a:cubicBezTo>
                    <a:pt x="1096" y="461"/>
                    <a:pt x="1092" y="459"/>
                    <a:pt x="1092" y="453"/>
                  </a:cubicBezTo>
                  <a:cubicBezTo>
                    <a:pt x="1092" y="446"/>
                    <a:pt x="1098" y="447"/>
                    <a:pt x="1109" y="446"/>
                  </a:cubicBezTo>
                  <a:cubicBezTo>
                    <a:pt x="1120" y="445"/>
                    <a:pt x="1133" y="449"/>
                    <a:pt x="1153" y="437"/>
                  </a:cubicBezTo>
                  <a:cubicBezTo>
                    <a:pt x="1173" y="425"/>
                    <a:pt x="1296" y="329"/>
                    <a:pt x="1296" y="329"/>
                  </a:cubicBezTo>
                  <a:cubicBezTo>
                    <a:pt x="1296" y="329"/>
                    <a:pt x="1298" y="325"/>
                    <a:pt x="1307" y="324"/>
                  </a:cubicBezTo>
                  <a:cubicBezTo>
                    <a:pt x="1330" y="320"/>
                    <a:pt x="1329" y="309"/>
                    <a:pt x="1329" y="309"/>
                  </a:cubicBezTo>
                  <a:cubicBezTo>
                    <a:pt x="1329" y="309"/>
                    <a:pt x="1356" y="309"/>
                    <a:pt x="1374" y="309"/>
                  </a:cubicBezTo>
                  <a:cubicBezTo>
                    <a:pt x="1392" y="309"/>
                    <a:pt x="1394" y="302"/>
                    <a:pt x="1394" y="302"/>
                  </a:cubicBezTo>
                  <a:cubicBezTo>
                    <a:pt x="1395" y="287"/>
                    <a:pt x="1395" y="287"/>
                    <a:pt x="1395" y="287"/>
                  </a:cubicBezTo>
                  <a:cubicBezTo>
                    <a:pt x="1403" y="283"/>
                    <a:pt x="1407" y="289"/>
                    <a:pt x="1407" y="289"/>
                  </a:cubicBezTo>
                  <a:cubicBezTo>
                    <a:pt x="1407" y="325"/>
                    <a:pt x="1407" y="325"/>
                    <a:pt x="1407" y="325"/>
                  </a:cubicBezTo>
                  <a:cubicBezTo>
                    <a:pt x="1407" y="325"/>
                    <a:pt x="1408" y="341"/>
                    <a:pt x="1431" y="341"/>
                  </a:cubicBezTo>
                  <a:cubicBezTo>
                    <a:pt x="1454" y="341"/>
                    <a:pt x="1452" y="325"/>
                    <a:pt x="1452" y="325"/>
                  </a:cubicBezTo>
                  <a:cubicBezTo>
                    <a:pt x="1452" y="281"/>
                    <a:pt x="1452" y="281"/>
                    <a:pt x="1452" y="281"/>
                  </a:cubicBezTo>
                  <a:cubicBezTo>
                    <a:pt x="1457" y="274"/>
                    <a:pt x="1463" y="281"/>
                    <a:pt x="1463" y="281"/>
                  </a:cubicBezTo>
                  <a:cubicBezTo>
                    <a:pt x="1463" y="325"/>
                    <a:pt x="1463" y="325"/>
                    <a:pt x="1463" y="325"/>
                  </a:cubicBezTo>
                  <a:cubicBezTo>
                    <a:pt x="1463" y="325"/>
                    <a:pt x="1462" y="341"/>
                    <a:pt x="1489" y="341"/>
                  </a:cubicBezTo>
                  <a:cubicBezTo>
                    <a:pt x="1512" y="341"/>
                    <a:pt x="1510" y="326"/>
                    <a:pt x="1510" y="326"/>
                  </a:cubicBezTo>
                  <a:cubicBezTo>
                    <a:pt x="1510" y="326"/>
                    <a:pt x="1510" y="301"/>
                    <a:pt x="1510" y="292"/>
                  </a:cubicBezTo>
                  <a:cubicBezTo>
                    <a:pt x="1510" y="284"/>
                    <a:pt x="1514" y="284"/>
                    <a:pt x="1514" y="284"/>
                  </a:cubicBezTo>
                  <a:cubicBezTo>
                    <a:pt x="1514" y="284"/>
                    <a:pt x="1519" y="283"/>
                    <a:pt x="1519" y="298"/>
                  </a:cubicBezTo>
                  <a:cubicBezTo>
                    <a:pt x="1519" y="313"/>
                    <a:pt x="1534" y="313"/>
                    <a:pt x="1534" y="313"/>
                  </a:cubicBezTo>
                  <a:cubicBezTo>
                    <a:pt x="1571" y="313"/>
                    <a:pt x="1571" y="313"/>
                    <a:pt x="1571" y="313"/>
                  </a:cubicBezTo>
                  <a:cubicBezTo>
                    <a:pt x="1580" y="318"/>
                    <a:pt x="1579" y="325"/>
                    <a:pt x="1579" y="325"/>
                  </a:cubicBezTo>
                  <a:cubicBezTo>
                    <a:pt x="1579" y="330"/>
                    <a:pt x="1551" y="339"/>
                    <a:pt x="1552" y="352"/>
                  </a:cubicBezTo>
                  <a:cubicBezTo>
                    <a:pt x="1553" y="366"/>
                    <a:pt x="1534" y="373"/>
                    <a:pt x="1534" y="373"/>
                  </a:cubicBezTo>
                  <a:cubicBezTo>
                    <a:pt x="1534" y="373"/>
                    <a:pt x="1438" y="421"/>
                    <a:pt x="1417" y="431"/>
                  </a:cubicBezTo>
                  <a:cubicBezTo>
                    <a:pt x="1401" y="439"/>
                    <a:pt x="1388" y="436"/>
                    <a:pt x="1377" y="437"/>
                  </a:cubicBezTo>
                  <a:cubicBezTo>
                    <a:pt x="1355" y="439"/>
                    <a:pt x="1356" y="453"/>
                    <a:pt x="1356" y="453"/>
                  </a:cubicBezTo>
                  <a:cubicBezTo>
                    <a:pt x="1356" y="458"/>
                    <a:pt x="1362" y="469"/>
                    <a:pt x="1376" y="469"/>
                  </a:cubicBezTo>
                  <a:cubicBezTo>
                    <a:pt x="1389" y="469"/>
                    <a:pt x="1405" y="468"/>
                    <a:pt x="1417" y="479"/>
                  </a:cubicBezTo>
                  <a:cubicBezTo>
                    <a:pt x="1446" y="506"/>
                    <a:pt x="1540" y="580"/>
                    <a:pt x="1540" y="580"/>
                  </a:cubicBezTo>
                  <a:cubicBezTo>
                    <a:pt x="1542" y="581"/>
                    <a:pt x="1542" y="581"/>
                    <a:pt x="1542" y="581"/>
                  </a:cubicBezTo>
                  <a:cubicBezTo>
                    <a:pt x="1542" y="581"/>
                    <a:pt x="1547" y="584"/>
                    <a:pt x="1560" y="583"/>
                  </a:cubicBezTo>
                  <a:cubicBezTo>
                    <a:pt x="1569" y="583"/>
                    <a:pt x="1572" y="586"/>
                    <a:pt x="1572" y="591"/>
                  </a:cubicBezTo>
                  <a:cubicBezTo>
                    <a:pt x="1572" y="596"/>
                    <a:pt x="1571" y="601"/>
                    <a:pt x="1561" y="601"/>
                  </a:cubicBezTo>
                  <a:cubicBezTo>
                    <a:pt x="1546" y="602"/>
                    <a:pt x="1541" y="607"/>
                    <a:pt x="1541" y="607"/>
                  </a:cubicBezTo>
                  <a:cubicBezTo>
                    <a:pt x="1541" y="607"/>
                    <a:pt x="1417" y="810"/>
                    <a:pt x="1396" y="815"/>
                  </a:cubicBezTo>
                  <a:cubicBezTo>
                    <a:pt x="1380" y="819"/>
                    <a:pt x="1367" y="818"/>
                    <a:pt x="1356" y="818"/>
                  </a:cubicBezTo>
                  <a:cubicBezTo>
                    <a:pt x="1344" y="819"/>
                    <a:pt x="1335" y="820"/>
                    <a:pt x="1334" y="826"/>
                  </a:cubicBezTo>
                  <a:cubicBezTo>
                    <a:pt x="1334" y="828"/>
                    <a:pt x="1341" y="833"/>
                    <a:pt x="1354" y="833"/>
                  </a:cubicBezTo>
                  <a:cubicBezTo>
                    <a:pt x="1368" y="833"/>
                    <a:pt x="1383" y="833"/>
                    <a:pt x="1395" y="838"/>
                  </a:cubicBezTo>
                  <a:cubicBezTo>
                    <a:pt x="1425" y="851"/>
                    <a:pt x="1521" y="865"/>
                    <a:pt x="1521" y="865"/>
                  </a:cubicBezTo>
                  <a:cubicBezTo>
                    <a:pt x="1525" y="861"/>
                    <a:pt x="1525" y="861"/>
                    <a:pt x="1525" y="861"/>
                  </a:cubicBezTo>
                  <a:cubicBezTo>
                    <a:pt x="1525" y="861"/>
                    <a:pt x="1436" y="848"/>
                    <a:pt x="1406" y="835"/>
                  </a:cubicBezTo>
                  <a:cubicBezTo>
                    <a:pt x="1394" y="830"/>
                    <a:pt x="1382" y="829"/>
                    <a:pt x="1369" y="829"/>
                  </a:cubicBezTo>
                  <a:cubicBezTo>
                    <a:pt x="1355" y="829"/>
                    <a:pt x="1351" y="828"/>
                    <a:pt x="1351" y="826"/>
                  </a:cubicBezTo>
                  <a:cubicBezTo>
                    <a:pt x="1351" y="822"/>
                    <a:pt x="1357" y="823"/>
                    <a:pt x="1368" y="822"/>
                  </a:cubicBezTo>
                  <a:cubicBezTo>
                    <a:pt x="1379" y="822"/>
                    <a:pt x="1392" y="824"/>
                    <a:pt x="1412" y="818"/>
                  </a:cubicBezTo>
                  <a:cubicBezTo>
                    <a:pt x="1431" y="812"/>
                    <a:pt x="1554" y="617"/>
                    <a:pt x="1554" y="617"/>
                  </a:cubicBezTo>
                  <a:cubicBezTo>
                    <a:pt x="1554" y="617"/>
                    <a:pt x="1557" y="614"/>
                    <a:pt x="1566" y="612"/>
                  </a:cubicBezTo>
                  <a:cubicBezTo>
                    <a:pt x="1589" y="608"/>
                    <a:pt x="1588" y="598"/>
                    <a:pt x="1588" y="598"/>
                  </a:cubicBezTo>
                  <a:cubicBezTo>
                    <a:pt x="1588" y="598"/>
                    <a:pt x="1615" y="598"/>
                    <a:pt x="1633" y="598"/>
                  </a:cubicBezTo>
                  <a:cubicBezTo>
                    <a:pt x="1651" y="598"/>
                    <a:pt x="1653" y="590"/>
                    <a:pt x="1653" y="590"/>
                  </a:cubicBezTo>
                  <a:cubicBezTo>
                    <a:pt x="1654" y="576"/>
                    <a:pt x="1654" y="576"/>
                    <a:pt x="1654" y="576"/>
                  </a:cubicBezTo>
                  <a:cubicBezTo>
                    <a:pt x="1662" y="572"/>
                    <a:pt x="1666" y="577"/>
                    <a:pt x="1666" y="577"/>
                  </a:cubicBezTo>
                  <a:cubicBezTo>
                    <a:pt x="1666" y="614"/>
                    <a:pt x="1666" y="614"/>
                    <a:pt x="1666" y="614"/>
                  </a:cubicBezTo>
                  <a:cubicBezTo>
                    <a:pt x="1666" y="614"/>
                    <a:pt x="1667" y="629"/>
                    <a:pt x="1690" y="629"/>
                  </a:cubicBezTo>
                  <a:cubicBezTo>
                    <a:pt x="1713" y="629"/>
                    <a:pt x="1711" y="614"/>
                    <a:pt x="1711" y="614"/>
                  </a:cubicBezTo>
                  <a:cubicBezTo>
                    <a:pt x="1711" y="569"/>
                    <a:pt x="1711" y="569"/>
                    <a:pt x="1711" y="569"/>
                  </a:cubicBezTo>
                  <a:cubicBezTo>
                    <a:pt x="1716" y="563"/>
                    <a:pt x="1722" y="569"/>
                    <a:pt x="1722" y="569"/>
                  </a:cubicBezTo>
                  <a:cubicBezTo>
                    <a:pt x="1722" y="614"/>
                    <a:pt x="1722" y="614"/>
                    <a:pt x="1722" y="614"/>
                  </a:cubicBezTo>
                  <a:cubicBezTo>
                    <a:pt x="1722" y="614"/>
                    <a:pt x="1721" y="630"/>
                    <a:pt x="1748" y="630"/>
                  </a:cubicBezTo>
                  <a:cubicBezTo>
                    <a:pt x="1771" y="630"/>
                    <a:pt x="1769" y="614"/>
                    <a:pt x="1769" y="614"/>
                  </a:cubicBezTo>
                  <a:cubicBezTo>
                    <a:pt x="1769" y="614"/>
                    <a:pt x="1769" y="589"/>
                    <a:pt x="1769" y="581"/>
                  </a:cubicBezTo>
                  <a:cubicBezTo>
                    <a:pt x="1769" y="573"/>
                    <a:pt x="1773" y="573"/>
                    <a:pt x="1773" y="573"/>
                  </a:cubicBezTo>
                  <a:cubicBezTo>
                    <a:pt x="1773" y="573"/>
                    <a:pt x="1778" y="571"/>
                    <a:pt x="1778" y="587"/>
                  </a:cubicBezTo>
                  <a:cubicBezTo>
                    <a:pt x="1778" y="602"/>
                    <a:pt x="1793" y="601"/>
                    <a:pt x="1793" y="601"/>
                  </a:cubicBezTo>
                  <a:cubicBezTo>
                    <a:pt x="1830" y="601"/>
                    <a:pt x="1830" y="601"/>
                    <a:pt x="1830" y="601"/>
                  </a:cubicBezTo>
                  <a:cubicBezTo>
                    <a:pt x="1838" y="606"/>
                    <a:pt x="1837" y="613"/>
                    <a:pt x="1837" y="613"/>
                  </a:cubicBezTo>
                  <a:cubicBezTo>
                    <a:pt x="1838" y="618"/>
                    <a:pt x="1697" y="810"/>
                    <a:pt x="1676" y="815"/>
                  </a:cubicBezTo>
                  <a:cubicBezTo>
                    <a:pt x="1660" y="819"/>
                    <a:pt x="1647" y="818"/>
                    <a:pt x="1636" y="818"/>
                  </a:cubicBezTo>
                  <a:cubicBezTo>
                    <a:pt x="1625" y="819"/>
                    <a:pt x="1615" y="820"/>
                    <a:pt x="1615" y="826"/>
                  </a:cubicBezTo>
                  <a:cubicBezTo>
                    <a:pt x="1614" y="828"/>
                    <a:pt x="1621" y="833"/>
                    <a:pt x="1634" y="833"/>
                  </a:cubicBezTo>
                  <a:cubicBezTo>
                    <a:pt x="1648" y="833"/>
                    <a:pt x="1663" y="833"/>
                    <a:pt x="1676" y="838"/>
                  </a:cubicBezTo>
                  <a:cubicBezTo>
                    <a:pt x="1705" y="851"/>
                    <a:pt x="1804" y="865"/>
                    <a:pt x="1804" y="865"/>
                  </a:cubicBezTo>
                  <a:cubicBezTo>
                    <a:pt x="1805" y="861"/>
                    <a:pt x="1805" y="861"/>
                    <a:pt x="1805" y="861"/>
                  </a:cubicBezTo>
                  <a:cubicBezTo>
                    <a:pt x="1805" y="861"/>
                    <a:pt x="1716" y="848"/>
                    <a:pt x="1686" y="835"/>
                  </a:cubicBezTo>
                  <a:cubicBezTo>
                    <a:pt x="1674" y="830"/>
                    <a:pt x="1662" y="829"/>
                    <a:pt x="1649" y="829"/>
                  </a:cubicBezTo>
                  <a:cubicBezTo>
                    <a:pt x="1635" y="829"/>
                    <a:pt x="1631" y="828"/>
                    <a:pt x="1631" y="826"/>
                  </a:cubicBezTo>
                  <a:cubicBezTo>
                    <a:pt x="1631" y="822"/>
                    <a:pt x="1637" y="823"/>
                    <a:pt x="1648" y="822"/>
                  </a:cubicBezTo>
                  <a:cubicBezTo>
                    <a:pt x="1659" y="822"/>
                    <a:pt x="1672" y="824"/>
                    <a:pt x="1692" y="818"/>
                  </a:cubicBezTo>
                  <a:cubicBezTo>
                    <a:pt x="1711" y="812"/>
                    <a:pt x="1854" y="625"/>
                    <a:pt x="1854" y="613"/>
                  </a:cubicBezTo>
                  <a:cubicBezTo>
                    <a:pt x="1854" y="613"/>
                    <a:pt x="1855" y="606"/>
                    <a:pt x="1846" y="601"/>
                  </a:cubicBezTo>
                  <a:cubicBezTo>
                    <a:pt x="1842" y="599"/>
                    <a:pt x="1841" y="591"/>
                    <a:pt x="1847" y="588"/>
                  </a:cubicBezTo>
                  <a:cubicBezTo>
                    <a:pt x="1855" y="583"/>
                    <a:pt x="1854" y="576"/>
                    <a:pt x="1854" y="576"/>
                  </a:cubicBezTo>
                  <a:cubicBezTo>
                    <a:pt x="1854" y="564"/>
                    <a:pt x="1827" y="563"/>
                    <a:pt x="1826" y="548"/>
                  </a:cubicBezTo>
                  <a:cubicBezTo>
                    <a:pt x="1826" y="548"/>
                    <a:pt x="1824" y="534"/>
                    <a:pt x="1802" y="528"/>
                  </a:cubicBezTo>
                  <a:cubicBezTo>
                    <a:pt x="1802" y="528"/>
                    <a:pt x="1801" y="528"/>
                    <a:pt x="1801" y="528"/>
                  </a:cubicBezTo>
                  <a:cubicBezTo>
                    <a:pt x="1800" y="528"/>
                    <a:pt x="1711" y="499"/>
                    <a:pt x="1682" y="473"/>
                  </a:cubicBezTo>
                  <a:cubicBezTo>
                    <a:pt x="1670" y="462"/>
                    <a:pt x="1658" y="461"/>
                    <a:pt x="1645" y="461"/>
                  </a:cubicBezTo>
                  <a:cubicBezTo>
                    <a:pt x="1631" y="461"/>
                    <a:pt x="1627" y="459"/>
                    <a:pt x="1627" y="453"/>
                  </a:cubicBezTo>
                  <a:cubicBezTo>
                    <a:pt x="1627" y="446"/>
                    <a:pt x="1632" y="447"/>
                    <a:pt x="1644" y="446"/>
                  </a:cubicBezTo>
                  <a:cubicBezTo>
                    <a:pt x="1655" y="445"/>
                    <a:pt x="1668" y="449"/>
                    <a:pt x="1688" y="437"/>
                  </a:cubicBezTo>
                  <a:cubicBezTo>
                    <a:pt x="1707" y="425"/>
                    <a:pt x="1830" y="329"/>
                    <a:pt x="1830" y="329"/>
                  </a:cubicBezTo>
                  <a:cubicBezTo>
                    <a:pt x="1830" y="329"/>
                    <a:pt x="1833" y="325"/>
                    <a:pt x="1841" y="324"/>
                  </a:cubicBezTo>
                  <a:cubicBezTo>
                    <a:pt x="1865" y="320"/>
                    <a:pt x="1864" y="309"/>
                    <a:pt x="1864" y="309"/>
                  </a:cubicBezTo>
                  <a:cubicBezTo>
                    <a:pt x="1864" y="309"/>
                    <a:pt x="1891" y="309"/>
                    <a:pt x="1909" y="309"/>
                  </a:cubicBezTo>
                  <a:cubicBezTo>
                    <a:pt x="1927" y="309"/>
                    <a:pt x="1928" y="302"/>
                    <a:pt x="1928" y="302"/>
                  </a:cubicBezTo>
                  <a:cubicBezTo>
                    <a:pt x="1929" y="287"/>
                    <a:pt x="1929" y="287"/>
                    <a:pt x="1929" y="287"/>
                  </a:cubicBezTo>
                  <a:cubicBezTo>
                    <a:pt x="1937" y="283"/>
                    <a:pt x="1942" y="289"/>
                    <a:pt x="1942" y="289"/>
                  </a:cubicBezTo>
                  <a:cubicBezTo>
                    <a:pt x="1942" y="325"/>
                    <a:pt x="1942" y="325"/>
                    <a:pt x="1942" y="325"/>
                  </a:cubicBezTo>
                  <a:cubicBezTo>
                    <a:pt x="1942" y="325"/>
                    <a:pt x="1942" y="341"/>
                    <a:pt x="1965" y="341"/>
                  </a:cubicBezTo>
                  <a:cubicBezTo>
                    <a:pt x="1989" y="341"/>
                    <a:pt x="1987" y="325"/>
                    <a:pt x="1987" y="325"/>
                  </a:cubicBezTo>
                  <a:cubicBezTo>
                    <a:pt x="1987" y="281"/>
                    <a:pt x="1987" y="281"/>
                    <a:pt x="1987" y="281"/>
                  </a:cubicBezTo>
                  <a:cubicBezTo>
                    <a:pt x="1991" y="274"/>
                    <a:pt x="1998" y="281"/>
                    <a:pt x="1998" y="281"/>
                  </a:cubicBezTo>
                  <a:cubicBezTo>
                    <a:pt x="1998" y="325"/>
                    <a:pt x="1998" y="325"/>
                    <a:pt x="1998" y="325"/>
                  </a:cubicBezTo>
                  <a:cubicBezTo>
                    <a:pt x="1998" y="325"/>
                    <a:pt x="1996" y="341"/>
                    <a:pt x="2023" y="341"/>
                  </a:cubicBezTo>
                  <a:cubicBezTo>
                    <a:pt x="2047" y="341"/>
                    <a:pt x="2045" y="326"/>
                    <a:pt x="2045" y="326"/>
                  </a:cubicBezTo>
                  <a:cubicBezTo>
                    <a:pt x="2045" y="326"/>
                    <a:pt x="2045" y="301"/>
                    <a:pt x="2045" y="292"/>
                  </a:cubicBezTo>
                  <a:cubicBezTo>
                    <a:pt x="2045" y="284"/>
                    <a:pt x="2049" y="284"/>
                    <a:pt x="2049" y="284"/>
                  </a:cubicBezTo>
                  <a:cubicBezTo>
                    <a:pt x="2049" y="284"/>
                    <a:pt x="2054" y="283"/>
                    <a:pt x="2054" y="298"/>
                  </a:cubicBezTo>
                  <a:cubicBezTo>
                    <a:pt x="2054" y="313"/>
                    <a:pt x="2069" y="313"/>
                    <a:pt x="2069" y="313"/>
                  </a:cubicBezTo>
                  <a:cubicBezTo>
                    <a:pt x="2106" y="313"/>
                    <a:pt x="2106" y="313"/>
                    <a:pt x="2106" y="313"/>
                  </a:cubicBezTo>
                  <a:cubicBezTo>
                    <a:pt x="2114" y="318"/>
                    <a:pt x="2113" y="325"/>
                    <a:pt x="2113" y="325"/>
                  </a:cubicBezTo>
                  <a:cubicBezTo>
                    <a:pt x="2114" y="330"/>
                    <a:pt x="2085" y="339"/>
                    <a:pt x="2086" y="352"/>
                  </a:cubicBezTo>
                  <a:cubicBezTo>
                    <a:pt x="2088" y="366"/>
                    <a:pt x="2068" y="373"/>
                    <a:pt x="2068" y="373"/>
                  </a:cubicBezTo>
                  <a:cubicBezTo>
                    <a:pt x="2068" y="373"/>
                    <a:pt x="1973" y="421"/>
                    <a:pt x="1952" y="431"/>
                  </a:cubicBezTo>
                  <a:cubicBezTo>
                    <a:pt x="1936" y="439"/>
                    <a:pt x="1923" y="436"/>
                    <a:pt x="1912" y="437"/>
                  </a:cubicBezTo>
                  <a:cubicBezTo>
                    <a:pt x="1901" y="438"/>
                    <a:pt x="1891" y="442"/>
                    <a:pt x="1890" y="453"/>
                  </a:cubicBezTo>
                  <a:cubicBezTo>
                    <a:pt x="1890" y="458"/>
                    <a:pt x="1897" y="469"/>
                    <a:pt x="1910" y="469"/>
                  </a:cubicBezTo>
                  <a:cubicBezTo>
                    <a:pt x="1924" y="469"/>
                    <a:pt x="1939" y="468"/>
                    <a:pt x="1952" y="479"/>
                  </a:cubicBezTo>
                  <a:cubicBezTo>
                    <a:pt x="1981" y="506"/>
                    <a:pt x="2078" y="541"/>
                    <a:pt x="2078" y="541"/>
                  </a:cubicBezTo>
                  <a:cubicBezTo>
                    <a:pt x="2079" y="541"/>
                    <a:pt x="2079" y="541"/>
                    <a:pt x="2079" y="541"/>
                  </a:cubicBezTo>
                  <a:cubicBezTo>
                    <a:pt x="2081" y="542"/>
                    <a:pt x="2081" y="542"/>
                    <a:pt x="2081" y="542"/>
                  </a:cubicBezTo>
                  <a:cubicBezTo>
                    <a:pt x="2081" y="542"/>
                    <a:pt x="2086" y="545"/>
                    <a:pt x="2098" y="545"/>
                  </a:cubicBezTo>
                  <a:cubicBezTo>
                    <a:pt x="2108" y="544"/>
                    <a:pt x="2111" y="547"/>
                    <a:pt x="2111" y="552"/>
                  </a:cubicBezTo>
                  <a:cubicBezTo>
                    <a:pt x="2111" y="557"/>
                    <a:pt x="2110" y="563"/>
                    <a:pt x="2099" y="563"/>
                  </a:cubicBezTo>
                  <a:cubicBezTo>
                    <a:pt x="2085" y="563"/>
                    <a:pt x="2080" y="568"/>
                    <a:pt x="2080" y="568"/>
                  </a:cubicBezTo>
                  <a:cubicBezTo>
                    <a:pt x="2080" y="568"/>
                    <a:pt x="1956" y="792"/>
                    <a:pt x="1934" y="797"/>
                  </a:cubicBezTo>
                  <a:cubicBezTo>
                    <a:pt x="1918" y="801"/>
                    <a:pt x="1906" y="799"/>
                    <a:pt x="1894" y="800"/>
                  </a:cubicBezTo>
                  <a:cubicBezTo>
                    <a:pt x="1883" y="800"/>
                    <a:pt x="1873" y="802"/>
                    <a:pt x="1873" y="808"/>
                  </a:cubicBezTo>
                  <a:cubicBezTo>
                    <a:pt x="1873" y="810"/>
                    <a:pt x="1879" y="815"/>
                    <a:pt x="1893" y="815"/>
                  </a:cubicBezTo>
                  <a:cubicBezTo>
                    <a:pt x="1906" y="815"/>
                    <a:pt x="1922" y="815"/>
                    <a:pt x="1934" y="820"/>
                  </a:cubicBezTo>
                  <a:cubicBezTo>
                    <a:pt x="1964" y="833"/>
                    <a:pt x="2117" y="861"/>
                    <a:pt x="2117" y="861"/>
                  </a:cubicBezTo>
                  <a:cubicBezTo>
                    <a:pt x="2140" y="860"/>
                    <a:pt x="2140" y="860"/>
                    <a:pt x="2140" y="860"/>
                  </a:cubicBezTo>
                  <a:cubicBezTo>
                    <a:pt x="2140" y="860"/>
                    <a:pt x="1974" y="829"/>
                    <a:pt x="1945" y="817"/>
                  </a:cubicBezTo>
                  <a:cubicBezTo>
                    <a:pt x="1932" y="811"/>
                    <a:pt x="1921" y="811"/>
                    <a:pt x="1907" y="811"/>
                  </a:cubicBezTo>
                  <a:cubicBezTo>
                    <a:pt x="1894" y="811"/>
                    <a:pt x="1890" y="810"/>
                    <a:pt x="1890" y="808"/>
                  </a:cubicBezTo>
                  <a:cubicBezTo>
                    <a:pt x="1890" y="804"/>
                    <a:pt x="1895" y="804"/>
                    <a:pt x="1906" y="804"/>
                  </a:cubicBezTo>
                  <a:cubicBezTo>
                    <a:pt x="1918" y="803"/>
                    <a:pt x="1931" y="805"/>
                    <a:pt x="1950" y="800"/>
                  </a:cubicBezTo>
                  <a:cubicBezTo>
                    <a:pt x="1970" y="794"/>
                    <a:pt x="2093" y="579"/>
                    <a:pt x="2093" y="579"/>
                  </a:cubicBezTo>
                  <a:cubicBezTo>
                    <a:pt x="2093" y="579"/>
                    <a:pt x="2096" y="575"/>
                    <a:pt x="2104" y="574"/>
                  </a:cubicBezTo>
                  <a:cubicBezTo>
                    <a:pt x="2128" y="570"/>
                    <a:pt x="2127" y="559"/>
                    <a:pt x="2127" y="559"/>
                  </a:cubicBezTo>
                  <a:cubicBezTo>
                    <a:pt x="2127" y="546"/>
                    <a:pt x="2127" y="546"/>
                    <a:pt x="2127" y="546"/>
                  </a:cubicBezTo>
                  <a:cubicBezTo>
                    <a:pt x="2127" y="536"/>
                    <a:pt x="2109" y="533"/>
                    <a:pt x="2101" y="533"/>
                  </a:cubicBezTo>
                  <a:cubicBezTo>
                    <a:pt x="2092" y="533"/>
                    <a:pt x="2088" y="530"/>
                    <a:pt x="2088" y="530"/>
                  </a:cubicBezTo>
                  <a:cubicBezTo>
                    <a:pt x="2087" y="530"/>
                    <a:pt x="2087" y="530"/>
                    <a:pt x="2087" y="530"/>
                  </a:cubicBezTo>
                  <a:cubicBezTo>
                    <a:pt x="2087" y="530"/>
                    <a:pt x="1992" y="499"/>
                    <a:pt x="1962" y="473"/>
                  </a:cubicBezTo>
                  <a:cubicBezTo>
                    <a:pt x="1950" y="462"/>
                    <a:pt x="1938" y="461"/>
                    <a:pt x="1925" y="461"/>
                  </a:cubicBezTo>
                  <a:cubicBezTo>
                    <a:pt x="1911" y="461"/>
                    <a:pt x="1907" y="459"/>
                    <a:pt x="1907" y="453"/>
                  </a:cubicBezTo>
                  <a:cubicBezTo>
                    <a:pt x="1907" y="446"/>
                    <a:pt x="1913" y="447"/>
                    <a:pt x="1924" y="446"/>
                  </a:cubicBezTo>
                  <a:cubicBezTo>
                    <a:pt x="1935" y="445"/>
                    <a:pt x="1948" y="449"/>
                    <a:pt x="1968" y="437"/>
                  </a:cubicBezTo>
                  <a:cubicBezTo>
                    <a:pt x="1987" y="425"/>
                    <a:pt x="2088" y="376"/>
                    <a:pt x="2088" y="376"/>
                  </a:cubicBezTo>
                  <a:cubicBezTo>
                    <a:pt x="2088" y="376"/>
                    <a:pt x="2100" y="368"/>
                    <a:pt x="2101" y="353"/>
                  </a:cubicBezTo>
                  <a:cubicBezTo>
                    <a:pt x="2102" y="337"/>
                    <a:pt x="2130" y="337"/>
                    <a:pt x="2130" y="325"/>
                  </a:cubicBezTo>
                  <a:cubicBezTo>
                    <a:pt x="2130" y="325"/>
                    <a:pt x="2131" y="318"/>
                    <a:pt x="2122" y="313"/>
                  </a:cubicBezTo>
                  <a:cubicBezTo>
                    <a:pt x="2118" y="310"/>
                    <a:pt x="2117" y="303"/>
                    <a:pt x="2123" y="299"/>
                  </a:cubicBezTo>
                  <a:cubicBezTo>
                    <a:pt x="2131" y="295"/>
                    <a:pt x="2130" y="287"/>
                    <a:pt x="2130" y="287"/>
                  </a:cubicBezTo>
                  <a:cubicBezTo>
                    <a:pt x="2130" y="275"/>
                    <a:pt x="1988" y="74"/>
                    <a:pt x="1969" y="67"/>
                  </a:cubicBezTo>
                  <a:cubicBezTo>
                    <a:pt x="1949" y="59"/>
                    <a:pt x="1936" y="62"/>
                    <a:pt x="1925" y="61"/>
                  </a:cubicBezTo>
                  <a:cubicBezTo>
                    <a:pt x="1914" y="60"/>
                    <a:pt x="1908" y="61"/>
                    <a:pt x="1908" y="56"/>
                  </a:cubicBezTo>
                  <a:cubicBezTo>
                    <a:pt x="1908" y="53"/>
                    <a:pt x="1912" y="51"/>
                    <a:pt x="1926" y="51"/>
                  </a:cubicBezTo>
                  <a:cubicBezTo>
                    <a:pt x="1939" y="51"/>
                    <a:pt x="1951" y="51"/>
                    <a:pt x="1963" y="43"/>
                  </a:cubicBezTo>
                  <a:cubicBezTo>
                    <a:pt x="1993" y="26"/>
                    <a:pt x="2082" y="7"/>
                    <a:pt x="2082" y="7"/>
                  </a:cubicBezTo>
                  <a:cubicBezTo>
                    <a:pt x="2070" y="3"/>
                    <a:pt x="2070" y="3"/>
                    <a:pt x="2070" y="3"/>
                  </a:cubicBezTo>
                  <a:cubicBezTo>
                    <a:pt x="2070" y="3"/>
                    <a:pt x="1984" y="23"/>
                    <a:pt x="1945" y="44"/>
                  </a:cubicBezTo>
                  <a:cubicBezTo>
                    <a:pt x="1940" y="46"/>
                    <a:pt x="1925" y="45"/>
                    <a:pt x="1911" y="45"/>
                  </a:cubicBezTo>
                  <a:cubicBezTo>
                    <a:pt x="1898" y="45"/>
                    <a:pt x="1891" y="53"/>
                    <a:pt x="1891" y="56"/>
                  </a:cubicBezTo>
                  <a:cubicBezTo>
                    <a:pt x="1891" y="61"/>
                    <a:pt x="1897" y="67"/>
                    <a:pt x="1908" y="67"/>
                  </a:cubicBezTo>
                  <a:cubicBezTo>
                    <a:pt x="1946" y="66"/>
                    <a:pt x="1952" y="70"/>
                    <a:pt x="1952" y="70"/>
                  </a:cubicBezTo>
                  <a:cubicBezTo>
                    <a:pt x="1974" y="76"/>
                    <a:pt x="2114" y="280"/>
                    <a:pt x="2113" y="287"/>
                  </a:cubicBezTo>
                  <a:cubicBezTo>
                    <a:pt x="2113" y="287"/>
                    <a:pt x="2114" y="295"/>
                    <a:pt x="2106" y="299"/>
                  </a:cubicBezTo>
                  <a:cubicBezTo>
                    <a:pt x="2073" y="299"/>
                    <a:pt x="2073" y="299"/>
                    <a:pt x="2073" y="299"/>
                  </a:cubicBezTo>
                  <a:cubicBezTo>
                    <a:pt x="2073" y="299"/>
                    <a:pt x="2069" y="299"/>
                    <a:pt x="2070" y="294"/>
                  </a:cubicBezTo>
                  <a:cubicBezTo>
                    <a:pt x="2070" y="281"/>
                    <a:pt x="2070" y="281"/>
                    <a:pt x="2070" y="281"/>
                  </a:cubicBezTo>
                  <a:cubicBezTo>
                    <a:pt x="2070" y="281"/>
                    <a:pt x="2065" y="273"/>
                    <a:pt x="2049" y="273"/>
                  </a:cubicBezTo>
                  <a:cubicBezTo>
                    <a:pt x="2033" y="273"/>
                    <a:pt x="2029" y="281"/>
                    <a:pt x="2029" y="281"/>
                  </a:cubicBezTo>
                  <a:cubicBezTo>
                    <a:pt x="2029" y="323"/>
                    <a:pt x="2029" y="323"/>
                    <a:pt x="2029" y="323"/>
                  </a:cubicBezTo>
                  <a:cubicBezTo>
                    <a:pt x="2029" y="323"/>
                    <a:pt x="2029" y="328"/>
                    <a:pt x="2022" y="328"/>
                  </a:cubicBezTo>
                  <a:cubicBezTo>
                    <a:pt x="2016" y="328"/>
                    <a:pt x="2014" y="322"/>
                    <a:pt x="2014" y="322"/>
                  </a:cubicBezTo>
                  <a:cubicBezTo>
                    <a:pt x="2014" y="282"/>
                    <a:pt x="2014" y="282"/>
                    <a:pt x="2014" y="282"/>
                  </a:cubicBezTo>
                  <a:cubicBezTo>
                    <a:pt x="2014" y="282"/>
                    <a:pt x="2009" y="266"/>
                    <a:pt x="1991" y="266"/>
                  </a:cubicBezTo>
                  <a:cubicBezTo>
                    <a:pt x="1973" y="266"/>
                    <a:pt x="1971" y="280"/>
                    <a:pt x="1971" y="280"/>
                  </a:cubicBezTo>
                  <a:cubicBezTo>
                    <a:pt x="1971" y="322"/>
                    <a:pt x="1971" y="322"/>
                    <a:pt x="1971" y="322"/>
                  </a:cubicBezTo>
                  <a:cubicBezTo>
                    <a:pt x="1971" y="322"/>
                    <a:pt x="1971" y="327"/>
                    <a:pt x="1964" y="327"/>
                  </a:cubicBezTo>
                  <a:cubicBezTo>
                    <a:pt x="1957" y="327"/>
                    <a:pt x="1958" y="323"/>
                    <a:pt x="1958" y="323"/>
                  </a:cubicBezTo>
                  <a:cubicBezTo>
                    <a:pt x="1958" y="323"/>
                    <a:pt x="1958" y="298"/>
                    <a:pt x="1958" y="287"/>
                  </a:cubicBezTo>
                  <a:cubicBezTo>
                    <a:pt x="1957" y="276"/>
                    <a:pt x="1945" y="275"/>
                    <a:pt x="1938" y="275"/>
                  </a:cubicBezTo>
                  <a:cubicBezTo>
                    <a:pt x="1931" y="274"/>
                    <a:pt x="1921" y="276"/>
                    <a:pt x="1917" y="281"/>
                  </a:cubicBezTo>
                  <a:cubicBezTo>
                    <a:pt x="1915" y="284"/>
                    <a:pt x="1915" y="296"/>
                    <a:pt x="1915" y="296"/>
                  </a:cubicBezTo>
                  <a:cubicBezTo>
                    <a:pt x="1865" y="296"/>
                    <a:pt x="1865" y="296"/>
                    <a:pt x="1865" y="296"/>
                  </a:cubicBezTo>
                  <a:cubicBezTo>
                    <a:pt x="1865" y="286"/>
                    <a:pt x="1846" y="283"/>
                    <a:pt x="1838" y="283"/>
                  </a:cubicBezTo>
                  <a:cubicBezTo>
                    <a:pt x="1830" y="283"/>
                    <a:pt x="1827" y="279"/>
                    <a:pt x="1827" y="279"/>
                  </a:cubicBezTo>
                  <a:cubicBezTo>
                    <a:pt x="1827" y="279"/>
                    <a:pt x="1708" y="74"/>
                    <a:pt x="1689" y="67"/>
                  </a:cubicBezTo>
                  <a:cubicBezTo>
                    <a:pt x="1669" y="59"/>
                    <a:pt x="1656" y="62"/>
                    <a:pt x="1645" y="61"/>
                  </a:cubicBezTo>
                  <a:cubicBezTo>
                    <a:pt x="1633" y="60"/>
                    <a:pt x="1628" y="61"/>
                    <a:pt x="1628" y="56"/>
                  </a:cubicBezTo>
                  <a:cubicBezTo>
                    <a:pt x="1628" y="53"/>
                    <a:pt x="1632" y="51"/>
                    <a:pt x="1646" y="51"/>
                  </a:cubicBezTo>
                  <a:cubicBezTo>
                    <a:pt x="1659" y="51"/>
                    <a:pt x="1671" y="51"/>
                    <a:pt x="1683" y="43"/>
                  </a:cubicBezTo>
                  <a:cubicBezTo>
                    <a:pt x="1712" y="26"/>
                    <a:pt x="1802" y="7"/>
                    <a:pt x="1802" y="7"/>
                  </a:cubicBezTo>
                  <a:cubicBezTo>
                    <a:pt x="1803" y="0"/>
                    <a:pt x="1803" y="0"/>
                    <a:pt x="1803" y="0"/>
                  </a:cubicBezTo>
                  <a:cubicBezTo>
                    <a:pt x="1803" y="0"/>
                    <a:pt x="1704" y="23"/>
                    <a:pt x="1665" y="44"/>
                  </a:cubicBezTo>
                  <a:cubicBezTo>
                    <a:pt x="1659" y="46"/>
                    <a:pt x="1644" y="45"/>
                    <a:pt x="1631" y="45"/>
                  </a:cubicBezTo>
                  <a:cubicBezTo>
                    <a:pt x="1617" y="45"/>
                    <a:pt x="1611" y="53"/>
                    <a:pt x="1611" y="56"/>
                  </a:cubicBezTo>
                  <a:cubicBezTo>
                    <a:pt x="1611" y="61"/>
                    <a:pt x="1617" y="66"/>
                    <a:pt x="1628" y="67"/>
                  </a:cubicBezTo>
                  <a:cubicBezTo>
                    <a:pt x="1639" y="67"/>
                    <a:pt x="1658" y="65"/>
                    <a:pt x="1672" y="70"/>
                  </a:cubicBezTo>
                  <a:cubicBezTo>
                    <a:pt x="1694" y="76"/>
                    <a:pt x="1818" y="292"/>
                    <a:pt x="1818" y="292"/>
                  </a:cubicBezTo>
                  <a:cubicBezTo>
                    <a:pt x="1818" y="292"/>
                    <a:pt x="1823" y="295"/>
                    <a:pt x="1836" y="295"/>
                  </a:cubicBezTo>
                  <a:cubicBezTo>
                    <a:pt x="1845" y="294"/>
                    <a:pt x="1848" y="297"/>
                    <a:pt x="1848" y="302"/>
                  </a:cubicBezTo>
                  <a:cubicBezTo>
                    <a:pt x="1848" y="307"/>
                    <a:pt x="1847" y="313"/>
                    <a:pt x="1836" y="313"/>
                  </a:cubicBezTo>
                  <a:cubicBezTo>
                    <a:pt x="1822" y="313"/>
                    <a:pt x="1817" y="318"/>
                    <a:pt x="1817" y="318"/>
                  </a:cubicBezTo>
                  <a:cubicBezTo>
                    <a:pt x="1817" y="318"/>
                    <a:pt x="1693" y="421"/>
                    <a:pt x="1672" y="431"/>
                  </a:cubicBezTo>
                  <a:cubicBezTo>
                    <a:pt x="1656" y="439"/>
                    <a:pt x="1643" y="436"/>
                    <a:pt x="1632" y="437"/>
                  </a:cubicBezTo>
                  <a:cubicBezTo>
                    <a:pt x="1620" y="438"/>
                    <a:pt x="1611" y="442"/>
                    <a:pt x="1610" y="453"/>
                  </a:cubicBezTo>
                  <a:cubicBezTo>
                    <a:pt x="1610" y="458"/>
                    <a:pt x="1617" y="469"/>
                    <a:pt x="1630" y="469"/>
                  </a:cubicBezTo>
                  <a:cubicBezTo>
                    <a:pt x="1644" y="469"/>
                    <a:pt x="1659" y="468"/>
                    <a:pt x="1671" y="479"/>
                  </a:cubicBezTo>
                  <a:cubicBezTo>
                    <a:pt x="1701" y="506"/>
                    <a:pt x="1800" y="538"/>
                    <a:pt x="1800" y="538"/>
                  </a:cubicBezTo>
                  <a:cubicBezTo>
                    <a:pt x="1801" y="539"/>
                    <a:pt x="1801" y="539"/>
                    <a:pt x="1801" y="539"/>
                  </a:cubicBezTo>
                  <a:cubicBezTo>
                    <a:pt x="1808" y="541"/>
                    <a:pt x="1810" y="549"/>
                    <a:pt x="1810" y="549"/>
                  </a:cubicBezTo>
                  <a:cubicBezTo>
                    <a:pt x="1815" y="563"/>
                    <a:pt x="1838" y="569"/>
                    <a:pt x="1837" y="576"/>
                  </a:cubicBezTo>
                  <a:cubicBezTo>
                    <a:pt x="1837" y="576"/>
                    <a:pt x="1838" y="583"/>
                    <a:pt x="1830" y="588"/>
                  </a:cubicBezTo>
                  <a:cubicBezTo>
                    <a:pt x="1797" y="588"/>
                    <a:pt x="1797" y="588"/>
                    <a:pt x="1797" y="588"/>
                  </a:cubicBezTo>
                  <a:cubicBezTo>
                    <a:pt x="1797" y="588"/>
                    <a:pt x="1794" y="587"/>
                    <a:pt x="1794" y="582"/>
                  </a:cubicBezTo>
                  <a:cubicBezTo>
                    <a:pt x="1794" y="569"/>
                    <a:pt x="1794" y="569"/>
                    <a:pt x="1794" y="569"/>
                  </a:cubicBezTo>
                  <a:cubicBezTo>
                    <a:pt x="1794" y="569"/>
                    <a:pt x="1790" y="562"/>
                    <a:pt x="1774" y="562"/>
                  </a:cubicBezTo>
                  <a:cubicBezTo>
                    <a:pt x="1758" y="562"/>
                    <a:pt x="1753" y="569"/>
                    <a:pt x="1753" y="569"/>
                  </a:cubicBezTo>
                  <a:cubicBezTo>
                    <a:pt x="1753" y="612"/>
                    <a:pt x="1753" y="612"/>
                    <a:pt x="1753" y="612"/>
                  </a:cubicBezTo>
                  <a:cubicBezTo>
                    <a:pt x="1753" y="612"/>
                    <a:pt x="1753" y="617"/>
                    <a:pt x="1746" y="617"/>
                  </a:cubicBezTo>
                  <a:cubicBezTo>
                    <a:pt x="1740" y="617"/>
                    <a:pt x="1738" y="611"/>
                    <a:pt x="1738" y="611"/>
                  </a:cubicBezTo>
                  <a:cubicBezTo>
                    <a:pt x="1738" y="571"/>
                    <a:pt x="1738" y="571"/>
                    <a:pt x="1738" y="571"/>
                  </a:cubicBezTo>
                  <a:cubicBezTo>
                    <a:pt x="1738" y="571"/>
                    <a:pt x="1734" y="555"/>
                    <a:pt x="1716" y="555"/>
                  </a:cubicBezTo>
                  <a:cubicBezTo>
                    <a:pt x="1698" y="555"/>
                    <a:pt x="1695" y="569"/>
                    <a:pt x="1695" y="569"/>
                  </a:cubicBezTo>
                  <a:cubicBezTo>
                    <a:pt x="1695" y="611"/>
                    <a:pt x="1695" y="611"/>
                    <a:pt x="1695" y="611"/>
                  </a:cubicBezTo>
                  <a:cubicBezTo>
                    <a:pt x="1695" y="611"/>
                    <a:pt x="1695" y="616"/>
                    <a:pt x="1688" y="616"/>
                  </a:cubicBezTo>
                  <a:cubicBezTo>
                    <a:pt x="1682" y="616"/>
                    <a:pt x="1682" y="611"/>
                    <a:pt x="1682" y="611"/>
                  </a:cubicBezTo>
                  <a:cubicBezTo>
                    <a:pt x="1682" y="611"/>
                    <a:pt x="1683" y="586"/>
                    <a:pt x="1682" y="575"/>
                  </a:cubicBezTo>
                  <a:cubicBezTo>
                    <a:pt x="1682" y="564"/>
                    <a:pt x="1669" y="564"/>
                    <a:pt x="1662" y="563"/>
                  </a:cubicBezTo>
                  <a:cubicBezTo>
                    <a:pt x="1655" y="563"/>
                    <a:pt x="1645" y="564"/>
                    <a:pt x="1641" y="569"/>
                  </a:cubicBezTo>
                  <a:cubicBezTo>
                    <a:pt x="1639" y="572"/>
                    <a:pt x="1639" y="585"/>
                    <a:pt x="1639" y="585"/>
                  </a:cubicBezTo>
                  <a:cubicBezTo>
                    <a:pt x="1589" y="585"/>
                    <a:pt x="1589" y="585"/>
                    <a:pt x="1589" y="585"/>
                  </a:cubicBezTo>
                  <a:cubicBezTo>
                    <a:pt x="1589" y="574"/>
                    <a:pt x="1570" y="571"/>
                    <a:pt x="1562" y="571"/>
                  </a:cubicBezTo>
                  <a:cubicBezTo>
                    <a:pt x="1554" y="571"/>
                    <a:pt x="1551" y="568"/>
                    <a:pt x="1551" y="568"/>
                  </a:cubicBezTo>
                  <a:cubicBezTo>
                    <a:pt x="1550" y="567"/>
                    <a:pt x="1550" y="567"/>
                    <a:pt x="1550" y="567"/>
                  </a:cubicBezTo>
                  <a:cubicBezTo>
                    <a:pt x="1550" y="567"/>
                    <a:pt x="1457" y="499"/>
                    <a:pt x="1428" y="473"/>
                  </a:cubicBezTo>
                  <a:cubicBezTo>
                    <a:pt x="1415" y="462"/>
                    <a:pt x="1404" y="461"/>
                    <a:pt x="1390" y="461"/>
                  </a:cubicBezTo>
                  <a:cubicBezTo>
                    <a:pt x="1377" y="461"/>
                    <a:pt x="1372" y="459"/>
                    <a:pt x="1372" y="453"/>
                  </a:cubicBezTo>
                  <a:cubicBezTo>
                    <a:pt x="1372" y="446"/>
                    <a:pt x="1378" y="447"/>
                    <a:pt x="1389" y="446"/>
                  </a:cubicBezTo>
                  <a:cubicBezTo>
                    <a:pt x="1400" y="445"/>
                    <a:pt x="1414" y="449"/>
                    <a:pt x="1433" y="437"/>
                  </a:cubicBezTo>
                  <a:cubicBezTo>
                    <a:pt x="1453" y="425"/>
                    <a:pt x="1553" y="376"/>
                    <a:pt x="1553" y="376"/>
                  </a:cubicBezTo>
                  <a:cubicBezTo>
                    <a:pt x="1553" y="376"/>
                    <a:pt x="1566" y="368"/>
                    <a:pt x="1567" y="353"/>
                  </a:cubicBezTo>
                  <a:cubicBezTo>
                    <a:pt x="1568" y="337"/>
                    <a:pt x="1596" y="337"/>
                    <a:pt x="1595" y="325"/>
                  </a:cubicBezTo>
                  <a:cubicBezTo>
                    <a:pt x="1595" y="325"/>
                    <a:pt x="1596" y="318"/>
                    <a:pt x="1587" y="313"/>
                  </a:cubicBezTo>
                  <a:cubicBezTo>
                    <a:pt x="1583" y="310"/>
                    <a:pt x="1582" y="303"/>
                    <a:pt x="1588" y="299"/>
                  </a:cubicBezTo>
                  <a:cubicBezTo>
                    <a:pt x="1596" y="295"/>
                    <a:pt x="1595" y="287"/>
                    <a:pt x="1595" y="287"/>
                  </a:cubicBezTo>
                  <a:cubicBezTo>
                    <a:pt x="1596" y="275"/>
                    <a:pt x="1454" y="74"/>
                    <a:pt x="1434" y="67"/>
                  </a:cubicBezTo>
                  <a:cubicBezTo>
                    <a:pt x="1415" y="59"/>
                    <a:pt x="1401" y="62"/>
                    <a:pt x="1390" y="61"/>
                  </a:cubicBezTo>
                  <a:cubicBezTo>
                    <a:pt x="1379" y="60"/>
                    <a:pt x="1373" y="61"/>
                    <a:pt x="1373" y="56"/>
                  </a:cubicBezTo>
                  <a:cubicBezTo>
                    <a:pt x="1373" y="53"/>
                    <a:pt x="1378" y="51"/>
                    <a:pt x="1391" y="51"/>
                  </a:cubicBezTo>
                  <a:cubicBezTo>
                    <a:pt x="1405" y="51"/>
                    <a:pt x="1416" y="51"/>
                    <a:pt x="1429" y="43"/>
                  </a:cubicBezTo>
                  <a:cubicBezTo>
                    <a:pt x="1458" y="26"/>
                    <a:pt x="1548" y="7"/>
                    <a:pt x="1548" y="7"/>
                  </a:cubicBezTo>
                  <a:cubicBezTo>
                    <a:pt x="1537" y="3"/>
                    <a:pt x="1537" y="3"/>
                    <a:pt x="1537" y="3"/>
                  </a:cubicBezTo>
                  <a:cubicBezTo>
                    <a:pt x="1537" y="3"/>
                    <a:pt x="1449" y="23"/>
                    <a:pt x="1411" y="44"/>
                  </a:cubicBezTo>
                  <a:cubicBezTo>
                    <a:pt x="1405" y="46"/>
                    <a:pt x="1390" y="45"/>
                    <a:pt x="1377" y="45"/>
                  </a:cubicBezTo>
                  <a:cubicBezTo>
                    <a:pt x="1363" y="45"/>
                    <a:pt x="1357" y="53"/>
                    <a:pt x="1357" y="56"/>
                  </a:cubicBezTo>
                  <a:cubicBezTo>
                    <a:pt x="1357" y="61"/>
                    <a:pt x="1363" y="66"/>
                    <a:pt x="1374" y="67"/>
                  </a:cubicBezTo>
                  <a:cubicBezTo>
                    <a:pt x="1385" y="67"/>
                    <a:pt x="1403" y="65"/>
                    <a:pt x="1418" y="70"/>
                  </a:cubicBezTo>
                  <a:cubicBezTo>
                    <a:pt x="1440" y="76"/>
                    <a:pt x="1579" y="280"/>
                    <a:pt x="1579" y="287"/>
                  </a:cubicBezTo>
                  <a:cubicBezTo>
                    <a:pt x="1579" y="287"/>
                    <a:pt x="1580" y="295"/>
                    <a:pt x="1571" y="299"/>
                  </a:cubicBezTo>
                  <a:cubicBezTo>
                    <a:pt x="1538" y="299"/>
                    <a:pt x="1538" y="299"/>
                    <a:pt x="1538" y="299"/>
                  </a:cubicBezTo>
                  <a:cubicBezTo>
                    <a:pt x="1538" y="299"/>
                    <a:pt x="1535" y="299"/>
                    <a:pt x="1535" y="294"/>
                  </a:cubicBezTo>
                  <a:cubicBezTo>
                    <a:pt x="1535" y="281"/>
                    <a:pt x="1535" y="281"/>
                    <a:pt x="1535" y="281"/>
                  </a:cubicBezTo>
                  <a:cubicBezTo>
                    <a:pt x="1535" y="281"/>
                    <a:pt x="1531" y="273"/>
                    <a:pt x="1515" y="273"/>
                  </a:cubicBezTo>
                  <a:cubicBezTo>
                    <a:pt x="1499" y="273"/>
                    <a:pt x="1495" y="281"/>
                    <a:pt x="1495" y="281"/>
                  </a:cubicBezTo>
                  <a:cubicBezTo>
                    <a:pt x="1495" y="323"/>
                    <a:pt x="1495" y="323"/>
                    <a:pt x="1495" y="323"/>
                  </a:cubicBezTo>
                  <a:cubicBezTo>
                    <a:pt x="1495" y="323"/>
                    <a:pt x="1494" y="328"/>
                    <a:pt x="1488" y="328"/>
                  </a:cubicBezTo>
                  <a:cubicBezTo>
                    <a:pt x="1481" y="328"/>
                    <a:pt x="1480" y="322"/>
                    <a:pt x="1480" y="322"/>
                  </a:cubicBezTo>
                  <a:cubicBezTo>
                    <a:pt x="1480" y="282"/>
                    <a:pt x="1480" y="282"/>
                    <a:pt x="1480" y="282"/>
                  </a:cubicBezTo>
                  <a:cubicBezTo>
                    <a:pt x="1480" y="282"/>
                    <a:pt x="1475" y="266"/>
                    <a:pt x="1457" y="266"/>
                  </a:cubicBezTo>
                  <a:cubicBezTo>
                    <a:pt x="1439" y="266"/>
                    <a:pt x="1436" y="280"/>
                    <a:pt x="1436" y="280"/>
                  </a:cubicBezTo>
                  <a:cubicBezTo>
                    <a:pt x="1437" y="322"/>
                    <a:pt x="1437" y="322"/>
                    <a:pt x="1437" y="322"/>
                  </a:cubicBezTo>
                  <a:cubicBezTo>
                    <a:pt x="1437" y="322"/>
                    <a:pt x="1436" y="327"/>
                    <a:pt x="1430" y="327"/>
                  </a:cubicBezTo>
                  <a:cubicBezTo>
                    <a:pt x="1423" y="327"/>
                    <a:pt x="1423" y="323"/>
                    <a:pt x="1423" y="323"/>
                  </a:cubicBezTo>
                  <a:cubicBezTo>
                    <a:pt x="1423" y="323"/>
                    <a:pt x="1424" y="298"/>
                    <a:pt x="1423" y="287"/>
                  </a:cubicBezTo>
                  <a:cubicBezTo>
                    <a:pt x="1423" y="276"/>
                    <a:pt x="1411" y="275"/>
                    <a:pt x="1404" y="275"/>
                  </a:cubicBezTo>
                  <a:cubicBezTo>
                    <a:pt x="1396" y="274"/>
                    <a:pt x="1386" y="276"/>
                    <a:pt x="1383" y="281"/>
                  </a:cubicBezTo>
                  <a:cubicBezTo>
                    <a:pt x="1380" y="284"/>
                    <a:pt x="1381" y="296"/>
                    <a:pt x="1381" y="296"/>
                  </a:cubicBezTo>
                  <a:cubicBezTo>
                    <a:pt x="1330" y="296"/>
                    <a:pt x="1330" y="296"/>
                    <a:pt x="1330" y="296"/>
                  </a:cubicBezTo>
                  <a:cubicBezTo>
                    <a:pt x="1330" y="286"/>
                    <a:pt x="1312" y="283"/>
                    <a:pt x="1303" y="283"/>
                  </a:cubicBezTo>
                  <a:cubicBezTo>
                    <a:pt x="1295" y="283"/>
                    <a:pt x="1292" y="279"/>
                    <a:pt x="1292" y="279"/>
                  </a:cubicBezTo>
                  <a:cubicBezTo>
                    <a:pt x="1292" y="279"/>
                    <a:pt x="1174" y="74"/>
                    <a:pt x="1154" y="67"/>
                  </a:cubicBezTo>
                  <a:cubicBezTo>
                    <a:pt x="1134" y="59"/>
                    <a:pt x="1121" y="62"/>
                    <a:pt x="1110" y="61"/>
                  </a:cubicBezTo>
                  <a:cubicBezTo>
                    <a:pt x="1099" y="60"/>
                    <a:pt x="1093" y="61"/>
                    <a:pt x="1093" y="56"/>
                  </a:cubicBezTo>
                  <a:cubicBezTo>
                    <a:pt x="1093" y="53"/>
                    <a:pt x="1097" y="51"/>
                    <a:pt x="1111" y="51"/>
                  </a:cubicBezTo>
                  <a:cubicBezTo>
                    <a:pt x="1125" y="51"/>
                    <a:pt x="1136" y="51"/>
                    <a:pt x="1148" y="43"/>
                  </a:cubicBezTo>
                  <a:cubicBezTo>
                    <a:pt x="1178" y="26"/>
                    <a:pt x="1267" y="7"/>
                    <a:pt x="1267" y="7"/>
                  </a:cubicBezTo>
                  <a:cubicBezTo>
                    <a:pt x="1269" y="0"/>
                    <a:pt x="1269" y="0"/>
                    <a:pt x="1269" y="0"/>
                  </a:cubicBezTo>
                  <a:cubicBezTo>
                    <a:pt x="1269" y="0"/>
                    <a:pt x="1169" y="23"/>
                    <a:pt x="1130" y="44"/>
                  </a:cubicBezTo>
                  <a:cubicBezTo>
                    <a:pt x="1125" y="46"/>
                    <a:pt x="1110" y="45"/>
                    <a:pt x="1096" y="45"/>
                  </a:cubicBezTo>
                  <a:cubicBezTo>
                    <a:pt x="1083" y="45"/>
                    <a:pt x="1077" y="53"/>
                    <a:pt x="1077" y="56"/>
                  </a:cubicBezTo>
                  <a:cubicBezTo>
                    <a:pt x="1077" y="61"/>
                    <a:pt x="1082" y="66"/>
                    <a:pt x="1094" y="67"/>
                  </a:cubicBezTo>
                  <a:cubicBezTo>
                    <a:pt x="1105" y="67"/>
                    <a:pt x="1123" y="65"/>
                    <a:pt x="1138" y="70"/>
                  </a:cubicBezTo>
                  <a:cubicBezTo>
                    <a:pt x="1160" y="76"/>
                    <a:pt x="1283" y="292"/>
                    <a:pt x="1283" y="292"/>
                  </a:cubicBezTo>
                  <a:cubicBezTo>
                    <a:pt x="1283" y="292"/>
                    <a:pt x="1289" y="295"/>
                    <a:pt x="1301" y="295"/>
                  </a:cubicBezTo>
                  <a:cubicBezTo>
                    <a:pt x="1311" y="294"/>
                    <a:pt x="1314" y="297"/>
                    <a:pt x="1314" y="302"/>
                  </a:cubicBezTo>
                  <a:cubicBezTo>
                    <a:pt x="1314" y="307"/>
                    <a:pt x="1313" y="313"/>
                    <a:pt x="1302" y="313"/>
                  </a:cubicBezTo>
                  <a:cubicBezTo>
                    <a:pt x="1288" y="313"/>
                    <a:pt x="1283" y="318"/>
                    <a:pt x="1283" y="318"/>
                  </a:cubicBezTo>
                  <a:cubicBezTo>
                    <a:pt x="1283" y="318"/>
                    <a:pt x="1158" y="421"/>
                    <a:pt x="1137" y="431"/>
                  </a:cubicBezTo>
                  <a:cubicBezTo>
                    <a:pt x="1121" y="439"/>
                    <a:pt x="1108" y="436"/>
                    <a:pt x="1097" y="437"/>
                  </a:cubicBezTo>
                  <a:cubicBezTo>
                    <a:pt x="1086" y="438"/>
                    <a:pt x="1076" y="442"/>
                    <a:pt x="1076" y="453"/>
                  </a:cubicBezTo>
                  <a:cubicBezTo>
                    <a:pt x="1076" y="458"/>
                    <a:pt x="1082" y="469"/>
                    <a:pt x="1096" y="469"/>
                  </a:cubicBezTo>
                  <a:cubicBezTo>
                    <a:pt x="1109" y="469"/>
                    <a:pt x="1124" y="468"/>
                    <a:pt x="1137" y="479"/>
                  </a:cubicBezTo>
                  <a:cubicBezTo>
                    <a:pt x="1166" y="506"/>
                    <a:pt x="1265" y="538"/>
                    <a:pt x="1265" y="538"/>
                  </a:cubicBezTo>
                  <a:cubicBezTo>
                    <a:pt x="1266" y="538"/>
                    <a:pt x="1266" y="538"/>
                    <a:pt x="1266" y="538"/>
                  </a:cubicBezTo>
                  <a:cubicBezTo>
                    <a:pt x="1267" y="539"/>
                    <a:pt x="1267" y="539"/>
                    <a:pt x="1267" y="539"/>
                  </a:cubicBezTo>
                  <a:cubicBezTo>
                    <a:pt x="1275" y="541"/>
                    <a:pt x="1277" y="549"/>
                    <a:pt x="1277" y="549"/>
                  </a:cubicBezTo>
                  <a:cubicBezTo>
                    <a:pt x="1282" y="563"/>
                    <a:pt x="1305" y="569"/>
                    <a:pt x="1304" y="576"/>
                  </a:cubicBezTo>
                  <a:cubicBezTo>
                    <a:pt x="1304" y="576"/>
                    <a:pt x="1305" y="583"/>
                    <a:pt x="1297" y="588"/>
                  </a:cubicBezTo>
                  <a:cubicBezTo>
                    <a:pt x="1264" y="588"/>
                    <a:pt x="1264" y="588"/>
                    <a:pt x="1264" y="588"/>
                  </a:cubicBezTo>
                  <a:cubicBezTo>
                    <a:pt x="1264" y="588"/>
                    <a:pt x="1260" y="587"/>
                    <a:pt x="1261" y="582"/>
                  </a:cubicBezTo>
                  <a:cubicBezTo>
                    <a:pt x="1261" y="569"/>
                    <a:pt x="1261" y="569"/>
                    <a:pt x="1261" y="569"/>
                  </a:cubicBezTo>
                  <a:cubicBezTo>
                    <a:pt x="1261" y="569"/>
                    <a:pt x="1256" y="562"/>
                    <a:pt x="1240" y="562"/>
                  </a:cubicBezTo>
                  <a:cubicBezTo>
                    <a:pt x="1224" y="562"/>
                    <a:pt x="1220" y="569"/>
                    <a:pt x="1220" y="569"/>
                  </a:cubicBezTo>
                  <a:cubicBezTo>
                    <a:pt x="1220" y="612"/>
                    <a:pt x="1220" y="612"/>
                    <a:pt x="1220" y="612"/>
                  </a:cubicBezTo>
                  <a:cubicBezTo>
                    <a:pt x="1220" y="612"/>
                    <a:pt x="1220" y="617"/>
                    <a:pt x="1213" y="617"/>
                  </a:cubicBezTo>
                  <a:cubicBezTo>
                    <a:pt x="1207" y="617"/>
                    <a:pt x="1205" y="611"/>
                    <a:pt x="1205" y="611"/>
                  </a:cubicBezTo>
                  <a:cubicBezTo>
                    <a:pt x="1205" y="571"/>
                    <a:pt x="1205" y="571"/>
                    <a:pt x="1205" y="571"/>
                  </a:cubicBezTo>
                  <a:cubicBezTo>
                    <a:pt x="1205" y="571"/>
                    <a:pt x="1200" y="555"/>
                    <a:pt x="1182" y="555"/>
                  </a:cubicBezTo>
                  <a:cubicBezTo>
                    <a:pt x="1164" y="555"/>
                    <a:pt x="1162" y="569"/>
                    <a:pt x="1162" y="569"/>
                  </a:cubicBezTo>
                  <a:cubicBezTo>
                    <a:pt x="1162" y="611"/>
                    <a:pt x="1162" y="611"/>
                    <a:pt x="1162" y="611"/>
                  </a:cubicBezTo>
                  <a:cubicBezTo>
                    <a:pt x="1162" y="611"/>
                    <a:pt x="1162" y="616"/>
                    <a:pt x="1155" y="616"/>
                  </a:cubicBezTo>
                  <a:cubicBezTo>
                    <a:pt x="1148" y="616"/>
                    <a:pt x="1149" y="611"/>
                    <a:pt x="1149" y="611"/>
                  </a:cubicBezTo>
                  <a:cubicBezTo>
                    <a:pt x="1149" y="611"/>
                    <a:pt x="1149" y="586"/>
                    <a:pt x="1149" y="575"/>
                  </a:cubicBezTo>
                  <a:cubicBezTo>
                    <a:pt x="1148" y="564"/>
                    <a:pt x="1136" y="564"/>
                    <a:pt x="1129" y="563"/>
                  </a:cubicBezTo>
                  <a:cubicBezTo>
                    <a:pt x="1122" y="563"/>
                    <a:pt x="1111" y="564"/>
                    <a:pt x="1108" y="569"/>
                  </a:cubicBezTo>
                  <a:cubicBezTo>
                    <a:pt x="1106" y="572"/>
                    <a:pt x="1106" y="585"/>
                    <a:pt x="1106" y="585"/>
                  </a:cubicBezTo>
                  <a:cubicBezTo>
                    <a:pt x="1056" y="585"/>
                    <a:pt x="1056" y="585"/>
                    <a:pt x="1056" y="585"/>
                  </a:cubicBezTo>
                  <a:cubicBezTo>
                    <a:pt x="1056" y="574"/>
                    <a:pt x="1037" y="571"/>
                    <a:pt x="1029" y="571"/>
                  </a:cubicBezTo>
                  <a:cubicBezTo>
                    <a:pt x="1021" y="571"/>
                    <a:pt x="1018" y="568"/>
                    <a:pt x="1018" y="568"/>
                  </a:cubicBezTo>
                  <a:cubicBezTo>
                    <a:pt x="1017" y="567"/>
                    <a:pt x="1017" y="567"/>
                    <a:pt x="1017" y="567"/>
                  </a:cubicBezTo>
                  <a:cubicBezTo>
                    <a:pt x="1015" y="566"/>
                    <a:pt x="1015" y="566"/>
                    <a:pt x="1015" y="566"/>
                  </a:cubicBezTo>
                  <a:cubicBezTo>
                    <a:pt x="1015" y="566"/>
                    <a:pt x="919" y="499"/>
                    <a:pt x="890" y="473"/>
                  </a:cubicBezTo>
                  <a:cubicBezTo>
                    <a:pt x="877" y="462"/>
                    <a:pt x="866" y="461"/>
                    <a:pt x="852" y="461"/>
                  </a:cubicBezTo>
                  <a:cubicBezTo>
                    <a:pt x="839" y="461"/>
                    <a:pt x="834" y="459"/>
                    <a:pt x="834" y="453"/>
                  </a:cubicBezTo>
                  <a:cubicBezTo>
                    <a:pt x="834" y="446"/>
                    <a:pt x="840" y="447"/>
                    <a:pt x="851" y="446"/>
                  </a:cubicBezTo>
                  <a:cubicBezTo>
                    <a:pt x="862" y="445"/>
                    <a:pt x="876" y="449"/>
                    <a:pt x="895" y="437"/>
                  </a:cubicBezTo>
                  <a:cubicBezTo>
                    <a:pt x="915" y="425"/>
                    <a:pt x="1015" y="376"/>
                    <a:pt x="1015" y="376"/>
                  </a:cubicBezTo>
                  <a:cubicBezTo>
                    <a:pt x="1015" y="376"/>
                    <a:pt x="1028" y="368"/>
                    <a:pt x="1029" y="353"/>
                  </a:cubicBezTo>
                  <a:cubicBezTo>
                    <a:pt x="1030" y="337"/>
                    <a:pt x="1058" y="337"/>
                    <a:pt x="1057" y="325"/>
                  </a:cubicBezTo>
                  <a:cubicBezTo>
                    <a:pt x="1057" y="325"/>
                    <a:pt x="1058" y="318"/>
                    <a:pt x="1049" y="313"/>
                  </a:cubicBezTo>
                  <a:cubicBezTo>
                    <a:pt x="1045" y="310"/>
                    <a:pt x="1044" y="303"/>
                    <a:pt x="1050" y="299"/>
                  </a:cubicBezTo>
                  <a:cubicBezTo>
                    <a:pt x="1058" y="295"/>
                    <a:pt x="1057" y="287"/>
                    <a:pt x="1057" y="287"/>
                  </a:cubicBezTo>
                  <a:cubicBezTo>
                    <a:pt x="1058" y="275"/>
                    <a:pt x="916" y="74"/>
                    <a:pt x="896" y="67"/>
                  </a:cubicBezTo>
                  <a:cubicBezTo>
                    <a:pt x="877" y="59"/>
                    <a:pt x="863" y="62"/>
                    <a:pt x="852" y="61"/>
                  </a:cubicBezTo>
                  <a:cubicBezTo>
                    <a:pt x="841" y="60"/>
                    <a:pt x="835" y="61"/>
                    <a:pt x="835" y="56"/>
                  </a:cubicBezTo>
                  <a:cubicBezTo>
                    <a:pt x="835" y="53"/>
                    <a:pt x="840" y="51"/>
                    <a:pt x="853" y="51"/>
                  </a:cubicBezTo>
                  <a:cubicBezTo>
                    <a:pt x="867" y="51"/>
                    <a:pt x="878" y="51"/>
                    <a:pt x="891" y="43"/>
                  </a:cubicBezTo>
                  <a:cubicBezTo>
                    <a:pt x="920" y="26"/>
                    <a:pt x="1010" y="7"/>
                    <a:pt x="1010" y="7"/>
                  </a:cubicBezTo>
                  <a:cubicBezTo>
                    <a:pt x="1002" y="2"/>
                    <a:pt x="1002" y="2"/>
                    <a:pt x="1002" y="2"/>
                  </a:cubicBezTo>
                  <a:cubicBezTo>
                    <a:pt x="1002" y="2"/>
                    <a:pt x="911" y="23"/>
                    <a:pt x="873" y="44"/>
                  </a:cubicBezTo>
                  <a:cubicBezTo>
                    <a:pt x="867" y="46"/>
                    <a:pt x="852" y="45"/>
                    <a:pt x="839" y="45"/>
                  </a:cubicBezTo>
                  <a:cubicBezTo>
                    <a:pt x="825" y="45"/>
                    <a:pt x="819" y="53"/>
                    <a:pt x="819" y="56"/>
                  </a:cubicBezTo>
                  <a:cubicBezTo>
                    <a:pt x="819" y="61"/>
                    <a:pt x="825" y="66"/>
                    <a:pt x="836" y="67"/>
                  </a:cubicBezTo>
                  <a:cubicBezTo>
                    <a:pt x="847" y="67"/>
                    <a:pt x="865" y="65"/>
                    <a:pt x="880" y="70"/>
                  </a:cubicBezTo>
                  <a:cubicBezTo>
                    <a:pt x="902" y="76"/>
                    <a:pt x="1041" y="280"/>
                    <a:pt x="1041" y="287"/>
                  </a:cubicBezTo>
                  <a:cubicBezTo>
                    <a:pt x="1041" y="287"/>
                    <a:pt x="1042" y="295"/>
                    <a:pt x="1033" y="299"/>
                  </a:cubicBezTo>
                  <a:cubicBezTo>
                    <a:pt x="1000" y="299"/>
                    <a:pt x="1000" y="299"/>
                    <a:pt x="1000" y="299"/>
                  </a:cubicBezTo>
                  <a:cubicBezTo>
                    <a:pt x="1000" y="299"/>
                    <a:pt x="997" y="299"/>
                    <a:pt x="997" y="294"/>
                  </a:cubicBezTo>
                  <a:cubicBezTo>
                    <a:pt x="997" y="281"/>
                    <a:pt x="997" y="281"/>
                    <a:pt x="997" y="281"/>
                  </a:cubicBezTo>
                  <a:cubicBezTo>
                    <a:pt x="997" y="281"/>
                    <a:pt x="993" y="273"/>
                    <a:pt x="977" y="273"/>
                  </a:cubicBezTo>
                  <a:cubicBezTo>
                    <a:pt x="961" y="273"/>
                    <a:pt x="957" y="281"/>
                    <a:pt x="957" y="281"/>
                  </a:cubicBezTo>
                  <a:cubicBezTo>
                    <a:pt x="957" y="323"/>
                    <a:pt x="957" y="323"/>
                    <a:pt x="957" y="323"/>
                  </a:cubicBezTo>
                  <a:cubicBezTo>
                    <a:pt x="957" y="323"/>
                    <a:pt x="956" y="328"/>
                    <a:pt x="950" y="328"/>
                  </a:cubicBezTo>
                  <a:cubicBezTo>
                    <a:pt x="943" y="328"/>
                    <a:pt x="942" y="322"/>
                    <a:pt x="942" y="322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42" y="282"/>
                    <a:pt x="937" y="266"/>
                    <a:pt x="919" y="266"/>
                  </a:cubicBezTo>
                  <a:cubicBezTo>
                    <a:pt x="901" y="266"/>
                    <a:pt x="898" y="280"/>
                    <a:pt x="898" y="280"/>
                  </a:cubicBezTo>
                  <a:cubicBezTo>
                    <a:pt x="899" y="322"/>
                    <a:pt x="899" y="322"/>
                    <a:pt x="899" y="322"/>
                  </a:cubicBezTo>
                  <a:cubicBezTo>
                    <a:pt x="899" y="322"/>
                    <a:pt x="898" y="327"/>
                    <a:pt x="892" y="327"/>
                  </a:cubicBezTo>
                  <a:cubicBezTo>
                    <a:pt x="885" y="327"/>
                    <a:pt x="885" y="323"/>
                    <a:pt x="885" y="323"/>
                  </a:cubicBezTo>
                  <a:cubicBezTo>
                    <a:pt x="885" y="323"/>
                    <a:pt x="886" y="298"/>
                    <a:pt x="885" y="287"/>
                  </a:cubicBezTo>
                  <a:cubicBezTo>
                    <a:pt x="885" y="276"/>
                    <a:pt x="873" y="275"/>
                    <a:pt x="866" y="275"/>
                  </a:cubicBezTo>
                  <a:cubicBezTo>
                    <a:pt x="858" y="274"/>
                    <a:pt x="848" y="276"/>
                    <a:pt x="845" y="281"/>
                  </a:cubicBezTo>
                  <a:cubicBezTo>
                    <a:pt x="842" y="284"/>
                    <a:pt x="843" y="296"/>
                    <a:pt x="843" y="296"/>
                  </a:cubicBezTo>
                  <a:cubicBezTo>
                    <a:pt x="792" y="296"/>
                    <a:pt x="792" y="296"/>
                    <a:pt x="792" y="296"/>
                  </a:cubicBezTo>
                  <a:cubicBezTo>
                    <a:pt x="792" y="286"/>
                    <a:pt x="774" y="283"/>
                    <a:pt x="765" y="283"/>
                  </a:cubicBezTo>
                  <a:cubicBezTo>
                    <a:pt x="757" y="283"/>
                    <a:pt x="754" y="279"/>
                    <a:pt x="754" y="279"/>
                  </a:cubicBezTo>
                  <a:cubicBezTo>
                    <a:pt x="754" y="279"/>
                    <a:pt x="636" y="74"/>
                    <a:pt x="616" y="67"/>
                  </a:cubicBezTo>
                  <a:cubicBezTo>
                    <a:pt x="596" y="59"/>
                    <a:pt x="583" y="62"/>
                    <a:pt x="572" y="61"/>
                  </a:cubicBezTo>
                  <a:cubicBezTo>
                    <a:pt x="561" y="60"/>
                    <a:pt x="555" y="61"/>
                    <a:pt x="555" y="56"/>
                  </a:cubicBezTo>
                  <a:cubicBezTo>
                    <a:pt x="555" y="53"/>
                    <a:pt x="559" y="51"/>
                    <a:pt x="573" y="51"/>
                  </a:cubicBezTo>
                  <a:cubicBezTo>
                    <a:pt x="587" y="51"/>
                    <a:pt x="598" y="51"/>
                    <a:pt x="610" y="43"/>
                  </a:cubicBezTo>
                  <a:cubicBezTo>
                    <a:pt x="640" y="26"/>
                    <a:pt x="729" y="7"/>
                    <a:pt x="729" y="7"/>
                  </a:cubicBezTo>
                  <a:cubicBezTo>
                    <a:pt x="731" y="0"/>
                    <a:pt x="731" y="0"/>
                    <a:pt x="731" y="0"/>
                  </a:cubicBezTo>
                  <a:cubicBezTo>
                    <a:pt x="731" y="0"/>
                    <a:pt x="631" y="23"/>
                    <a:pt x="592" y="44"/>
                  </a:cubicBezTo>
                  <a:cubicBezTo>
                    <a:pt x="587" y="46"/>
                    <a:pt x="572" y="45"/>
                    <a:pt x="558" y="45"/>
                  </a:cubicBezTo>
                  <a:cubicBezTo>
                    <a:pt x="545" y="45"/>
                    <a:pt x="539" y="53"/>
                    <a:pt x="539" y="56"/>
                  </a:cubicBezTo>
                  <a:cubicBezTo>
                    <a:pt x="539" y="61"/>
                    <a:pt x="544" y="66"/>
                    <a:pt x="556" y="67"/>
                  </a:cubicBezTo>
                  <a:cubicBezTo>
                    <a:pt x="567" y="67"/>
                    <a:pt x="585" y="65"/>
                    <a:pt x="600" y="70"/>
                  </a:cubicBezTo>
                  <a:cubicBezTo>
                    <a:pt x="622" y="76"/>
                    <a:pt x="745" y="292"/>
                    <a:pt x="745" y="292"/>
                  </a:cubicBezTo>
                  <a:cubicBezTo>
                    <a:pt x="745" y="292"/>
                    <a:pt x="751" y="295"/>
                    <a:pt x="763" y="295"/>
                  </a:cubicBezTo>
                  <a:cubicBezTo>
                    <a:pt x="773" y="294"/>
                    <a:pt x="776" y="297"/>
                    <a:pt x="776" y="302"/>
                  </a:cubicBezTo>
                  <a:cubicBezTo>
                    <a:pt x="776" y="307"/>
                    <a:pt x="775" y="313"/>
                    <a:pt x="764" y="313"/>
                  </a:cubicBezTo>
                  <a:cubicBezTo>
                    <a:pt x="750" y="313"/>
                    <a:pt x="745" y="318"/>
                    <a:pt x="745" y="318"/>
                  </a:cubicBezTo>
                  <a:cubicBezTo>
                    <a:pt x="745" y="318"/>
                    <a:pt x="620" y="421"/>
                    <a:pt x="599" y="431"/>
                  </a:cubicBezTo>
                  <a:cubicBezTo>
                    <a:pt x="583" y="439"/>
                    <a:pt x="570" y="436"/>
                    <a:pt x="559" y="437"/>
                  </a:cubicBezTo>
                  <a:cubicBezTo>
                    <a:pt x="548" y="438"/>
                    <a:pt x="538" y="442"/>
                    <a:pt x="538" y="453"/>
                  </a:cubicBezTo>
                  <a:cubicBezTo>
                    <a:pt x="538" y="458"/>
                    <a:pt x="544" y="469"/>
                    <a:pt x="558" y="469"/>
                  </a:cubicBezTo>
                  <a:cubicBezTo>
                    <a:pt x="571" y="469"/>
                    <a:pt x="586" y="468"/>
                    <a:pt x="599" y="479"/>
                  </a:cubicBezTo>
                  <a:cubicBezTo>
                    <a:pt x="628" y="506"/>
                    <a:pt x="727" y="538"/>
                    <a:pt x="727" y="538"/>
                  </a:cubicBezTo>
                  <a:cubicBezTo>
                    <a:pt x="729" y="539"/>
                    <a:pt x="729" y="539"/>
                    <a:pt x="729" y="539"/>
                  </a:cubicBezTo>
                  <a:cubicBezTo>
                    <a:pt x="730" y="539"/>
                    <a:pt x="730" y="539"/>
                    <a:pt x="730" y="539"/>
                  </a:cubicBezTo>
                  <a:cubicBezTo>
                    <a:pt x="737" y="541"/>
                    <a:pt x="739" y="549"/>
                    <a:pt x="739" y="549"/>
                  </a:cubicBezTo>
                  <a:cubicBezTo>
                    <a:pt x="744" y="564"/>
                    <a:pt x="767" y="569"/>
                    <a:pt x="766" y="576"/>
                  </a:cubicBezTo>
                  <a:cubicBezTo>
                    <a:pt x="766" y="576"/>
                    <a:pt x="767" y="584"/>
                    <a:pt x="759" y="588"/>
                  </a:cubicBezTo>
                  <a:cubicBezTo>
                    <a:pt x="726" y="588"/>
                    <a:pt x="726" y="588"/>
                    <a:pt x="726" y="588"/>
                  </a:cubicBezTo>
                  <a:cubicBezTo>
                    <a:pt x="726" y="588"/>
                    <a:pt x="723" y="588"/>
                    <a:pt x="723" y="583"/>
                  </a:cubicBezTo>
                  <a:cubicBezTo>
                    <a:pt x="723" y="570"/>
                    <a:pt x="723" y="570"/>
                    <a:pt x="723" y="570"/>
                  </a:cubicBezTo>
                  <a:cubicBezTo>
                    <a:pt x="723" y="570"/>
                    <a:pt x="719" y="562"/>
                    <a:pt x="703" y="562"/>
                  </a:cubicBezTo>
                  <a:cubicBezTo>
                    <a:pt x="687" y="562"/>
                    <a:pt x="682" y="570"/>
                    <a:pt x="682" y="570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82" y="612"/>
                    <a:pt x="682" y="617"/>
                    <a:pt x="675" y="617"/>
                  </a:cubicBezTo>
                  <a:cubicBezTo>
                    <a:pt x="669" y="617"/>
                    <a:pt x="667" y="611"/>
                    <a:pt x="667" y="611"/>
                  </a:cubicBezTo>
                  <a:cubicBezTo>
                    <a:pt x="667" y="571"/>
                    <a:pt x="667" y="571"/>
                    <a:pt x="667" y="571"/>
                  </a:cubicBezTo>
                  <a:cubicBezTo>
                    <a:pt x="667" y="571"/>
                    <a:pt x="663" y="555"/>
                    <a:pt x="645" y="555"/>
                  </a:cubicBezTo>
                  <a:cubicBezTo>
                    <a:pt x="627" y="555"/>
                    <a:pt x="624" y="569"/>
                    <a:pt x="624" y="569"/>
                  </a:cubicBezTo>
                  <a:cubicBezTo>
                    <a:pt x="624" y="611"/>
                    <a:pt x="624" y="611"/>
                    <a:pt x="624" y="611"/>
                  </a:cubicBezTo>
                  <a:cubicBezTo>
                    <a:pt x="624" y="611"/>
                    <a:pt x="624" y="616"/>
                    <a:pt x="617" y="616"/>
                  </a:cubicBezTo>
                  <a:cubicBezTo>
                    <a:pt x="611" y="616"/>
                    <a:pt x="611" y="612"/>
                    <a:pt x="611" y="612"/>
                  </a:cubicBezTo>
                  <a:cubicBezTo>
                    <a:pt x="611" y="612"/>
                    <a:pt x="612" y="587"/>
                    <a:pt x="611" y="576"/>
                  </a:cubicBezTo>
                  <a:cubicBezTo>
                    <a:pt x="611" y="565"/>
                    <a:pt x="598" y="564"/>
                    <a:pt x="591" y="564"/>
                  </a:cubicBezTo>
                  <a:cubicBezTo>
                    <a:pt x="584" y="563"/>
                    <a:pt x="574" y="565"/>
                    <a:pt x="570" y="570"/>
                  </a:cubicBezTo>
                  <a:cubicBezTo>
                    <a:pt x="568" y="572"/>
                    <a:pt x="568" y="585"/>
                    <a:pt x="568" y="585"/>
                  </a:cubicBezTo>
                  <a:cubicBezTo>
                    <a:pt x="518" y="585"/>
                    <a:pt x="518" y="585"/>
                    <a:pt x="518" y="585"/>
                  </a:cubicBezTo>
                  <a:cubicBezTo>
                    <a:pt x="518" y="575"/>
                    <a:pt x="499" y="572"/>
                    <a:pt x="491" y="572"/>
                  </a:cubicBezTo>
                  <a:cubicBezTo>
                    <a:pt x="483" y="572"/>
                    <a:pt x="480" y="568"/>
                    <a:pt x="480" y="568"/>
                  </a:cubicBezTo>
                  <a:cubicBezTo>
                    <a:pt x="479" y="567"/>
                    <a:pt x="479" y="567"/>
                    <a:pt x="479" y="567"/>
                  </a:cubicBezTo>
                  <a:cubicBezTo>
                    <a:pt x="478" y="567"/>
                    <a:pt x="478" y="567"/>
                    <a:pt x="478" y="567"/>
                  </a:cubicBezTo>
                  <a:cubicBezTo>
                    <a:pt x="478" y="567"/>
                    <a:pt x="382" y="499"/>
                    <a:pt x="352" y="473"/>
                  </a:cubicBezTo>
                  <a:cubicBezTo>
                    <a:pt x="340" y="462"/>
                    <a:pt x="329" y="461"/>
                    <a:pt x="315" y="461"/>
                  </a:cubicBezTo>
                  <a:cubicBezTo>
                    <a:pt x="301" y="461"/>
                    <a:pt x="297" y="459"/>
                    <a:pt x="297" y="453"/>
                  </a:cubicBezTo>
                  <a:cubicBezTo>
                    <a:pt x="297" y="446"/>
                    <a:pt x="303" y="447"/>
                    <a:pt x="314" y="446"/>
                  </a:cubicBezTo>
                  <a:cubicBezTo>
                    <a:pt x="325" y="445"/>
                    <a:pt x="338" y="449"/>
                    <a:pt x="358" y="437"/>
                  </a:cubicBezTo>
                  <a:cubicBezTo>
                    <a:pt x="378" y="425"/>
                    <a:pt x="478" y="376"/>
                    <a:pt x="478" y="376"/>
                  </a:cubicBezTo>
                  <a:cubicBezTo>
                    <a:pt x="478" y="376"/>
                    <a:pt x="491" y="368"/>
                    <a:pt x="491" y="353"/>
                  </a:cubicBezTo>
                  <a:cubicBezTo>
                    <a:pt x="492" y="337"/>
                    <a:pt x="520" y="337"/>
                    <a:pt x="520" y="325"/>
                  </a:cubicBezTo>
                  <a:cubicBezTo>
                    <a:pt x="520" y="325"/>
                    <a:pt x="521" y="318"/>
                    <a:pt x="512" y="313"/>
                  </a:cubicBezTo>
                  <a:cubicBezTo>
                    <a:pt x="508" y="310"/>
                    <a:pt x="507" y="303"/>
                    <a:pt x="513" y="299"/>
                  </a:cubicBezTo>
                  <a:cubicBezTo>
                    <a:pt x="521" y="295"/>
                    <a:pt x="520" y="287"/>
                    <a:pt x="520" y="287"/>
                  </a:cubicBezTo>
                  <a:cubicBezTo>
                    <a:pt x="520" y="275"/>
                    <a:pt x="379" y="74"/>
                    <a:pt x="359" y="67"/>
                  </a:cubicBezTo>
                  <a:cubicBezTo>
                    <a:pt x="339" y="59"/>
                    <a:pt x="326" y="62"/>
                    <a:pt x="315" y="61"/>
                  </a:cubicBezTo>
                  <a:cubicBezTo>
                    <a:pt x="304" y="60"/>
                    <a:pt x="298" y="61"/>
                    <a:pt x="298" y="56"/>
                  </a:cubicBezTo>
                  <a:cubicBezTo>
                    <a:pt x="298" y="53"/>
                    <a:pt x="302" y="51"/>
                    <a:pt x="316" y="51"/>
                  </a:cubicBezTo>
                  <a:cubicBezTo>
                    <a:pt x="330" y="51"/>
                    <a:pt x="341" y="51"/>
                    <a:pt x="353" y="43"/>
                  </a:cubicBezTo>
                  <a:cubicBezTo>
                    <a:pt x="383" y="26"/>
                    <a:pt x="472" y="7"/>
                    <a:pt x="472" y="7"/>
                  </a:cubicBezTo>
                  <a:cubicBezTo>
                    <a:pt x="465" y="2"/>
                    <a:pt x="465" y="2"/>
                    <a:pt x="465" y="2"/>
                  </a:cubicBezTo>
                  <a:cubicBezTo>
                    <a:pt x="465" y="2"/>
                    <a:pt x="374" y="23"/>
                    <a:pt x="335" y="44"/>
                  </a:cubicBezTo>
                  <a:cubicBezTo>
                    <a:pt x="330" y="46"/>
                    <a:pt x="315" y="45"/>
                    <a:pt x="301" y="45"/>
                  </a:cubicBezTo>
                  <a:cubicBezTo>
                    <a:pt x="288" y="45"/>
                    <a:pt x="282" y="53"/>
                    <a:pt x="282" y="56"/>
                  </a:cubicBezTo>
                  <a:cubicBezTo>
                    <a:pt x="282" y="61"/>
                    <a:pt x="287" y="66"/>
                    <a:pt x="299" y="67"/>
                  </a:cubicBezTo>
                  <a:cubicBezTo>
                    <a:pt x="310" y="67"/>
                    <a:pt x="328" y="65"/>
                    <a:pt x="343" y="70"/>
                  </a:cubicBezTo>
                  <a:cubicBezTo>
                    <a:pt x="365" y="76"/>
                    <a:pt x="504" y="280"/>
                    <a:pt x="503" y="287"/>
                  </a:cubicBezTo>
                  <a:cubicBezTo>
                    <a:pt x="503" y="287"/>
                    <a:pt x="504" y="295"/>
                    <a:pt x="496" y="299"/>
                  </a:cubicBezTo>
                  <a:cubicBezTo>
                    <a:pt x="463" y="299"/>
                    <a:pt x="463" y="299"/>
                    <a:pt x="463" y="299"/>
                  </a:cubicBezTo>
                  <a:cubicBezTo>
                    <a:pt x="463" y="299"/>
                    <a:pt x="460" y="299"/>
                    <a:pt x="460" y="294"/>
                  </a:cubicBezTo>
                  <a:cubicBezTo>
                    <a:pt x="460" y="281"/>
                    <a:pt x="460" y="281"/>
                    <a:pt x="460" y="281"/>
                  </a:cubicBezTo>
                  <a:cubicBezTo>
                    <a:pt x="460" y="281"/>
                    <a:pt x="456" y="273"/>
                    <a:pt x="440" y="273"/>
                  </a:cubicBezTo>
                  <a:cubicBezTo>
                    <a:pt x="424" y="273"/>
                    <a:pt x="419" y="281"/>
                    <a:pt x="419" y="281"/>
                  </a:cubicBezTo>
                  <a:cubicBezTo>
                    <a:pt x="419" y="323"/>
                    <a:pt x="419" y="323"/>
                    <a:pt x="419" y="323"/>
                  </a:cubicBezTo>
                  <a:cubicBezTo>
                    <a:pt x="419" y="323"/>
                    <a:pt x="419" y="328"/>
                    <a:pt x="413" y="328"/>
                  </a:cubicBezTo>
                  <a:cubicBezTo>
                    <a:pt x="406" y="328"/>
                    <a:pt x="404" y="322"/>
                    <a:pt x="404" y="322"/>
                  </a:cubicBezTo>
                  <a:cubicBezTo>
                    <a:pt x="404" y="282"/>
                    <a:pt x="404" y="282"/>
                    <a:pt x="404" y="282"/>
                  </a:cubicBezTo>
                  <a:cubicBezTo>
                    <a:pt x="404" y="282"/>
                    <a:pt x="400" y="266"/>
                    <a:pt x="382" y="266"/>
                  </a:cubicBezTo>
                  <a:cubicBezTo>
                    <a:pt x="364" y="266"/>
                    <a:pt x="361" y="280"/>
                    <a:pt x="361" y="280"/>
                  </a:cubicBezTo>
                  <a:cubicBezTo>
                    <a:pt x="361" y="322"/>
                    <a:pt x="361" y="322"/>
                    <a:pt x="361" y="322"/>
                  </a:cubicBezTo>
                  <a:cubicBezTo>
                    <a:pt x="361" y="322"/>
                    <a:pt x="361" y="327"/>
                    <a:pt x="354" y="327"/>
                  </a:cubicBezTo>
                  <a:cubicBezTo>
                    <a:pt x="348" y="327"/>
                    <a:pt x="348" y="323"/>
                    <a:pt x="348" y="323"/>
                  </a:cubicBezTo>
                  <a:cubicBezTo>
                    <a:pt x="348" y="323"/>
                    <a:pt x="349" y="298"/>
                    <a:pt x="348" y="287"/>
                  </a:cubicBezTo>
                  <a:cubicBezTo>
                    <a:pt x="348" y="276"/>
                    <a:pt x="336" y="275"/>
                    <a:pt x="328" y="275"/>
                  </a:cubicBezTo>
                  <a:cubicBezTo>
                    <a:pt x="321" y="274"/>
                    <a:pt x="311" y="276"/>
                    <a:pt x="307" y="281"/>
                  </a:cubicBezTo>
                  <a:cubicBezTo>
                    <a:pt x="305" y="284"/>
                    <a:pt x="306" y="296"/>
                    <a:pt x="306" y="296"/>
                  </a:cubicBezTo>
                  <a:cubicBezTo>
                    <a:pt x="255" y="296"/>
                    <a:pt x="255" y="296"/>
                    <a:pt x="255" y="296"/>
                  </a:cubicBezTo>
                  <a:cubicBezTo>
                    <a:pt x="255" y="286"/>
                    <a:pt x="236" y="283"/>
                    <a:pt x="228" y="283"/>
                  </a:cubicBezTo>
                  <a:cubicBezTo>
                    <a:pt x="220" y="283"/>
                    <a:pt x="217" y="279"/>
                    <a:pt x="217" y="279"/>
                  </a:cubicBezTo>
                  <a:cubicBezTo>
                    <a:pt x="217" y="279"/>
                    <a:pt x="98" y="74"/>
                    <a:pt x="79" y="67"/>
                  </a:cubicBezTo>
                  <a:cubicBezTo>
                    <a:pt x="59" y="59"/>
                    <a:pt x="46" y="62"/>
                    <a:pt x="35" y="61"/>
                  </a:cubicBezTo>
                  <a:cubicBezTo>
                    <a:pt x="24" y="60"/>
                    <a:pt x="18" y="61"/>
                    <a:pt x="18" y="56"/>
                  </a:cubicBezTo>
                  <a:cubicBezTo>
                    <a:pt x="18" y="53"/>
                    <a:pt x="22" y="51"/>
                    <a:pt x="36" y="51"/>
                  </a:cubicBezTo>
                  <a:cubicBezTo>
                    <a:pt x="49" y="51"/>
                    <a:pt x="61" y="51"/>
                    <a:pt x="73" y="43"/>
                  </a:cubicBezTo>
                  <a:cubicBezTo>
                    <a:pt x="103" y="26"/>
                    <a:pt x="192" y="7"/>
                    <a:pt x="192" y="7"/>
                  </a:cubicBezTo>
                  <a:lnTo>
                    <a:pt x="194" y="0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3" name="Line 97">
              <a:extLst>
                <a:ext uri="{FF2B5EF4-FFF2-40B4-BE49-F238E27FC236}">
                  <a16:creationId xmlns:a16="http://schemas.microsoft.com/office/drawing/2014/main" id="{9C4C5ED6-04CB-41AE-9C95-A5CD9D4B7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2" y="2277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4" name="Freeform 98">
              <a:extLst>
                <a:ext uri="{FF2B5EF4-FFF2-40B4-BE49-F238E27FC236}">
                  <a16:creationId xmlns:a16="http://schemas.microsoft.com/office/drawing/2014/main" id="{15072EC7-A41E-473C-9E45-B02EB6B05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834"/>
              <a:ext cx="471" cy="311"/>
            </a:xfrm>
            <a:custGeom>
              <a:avLst/>
              <a:gdLst>
                <a:gd name="T0" fmla="*/ 157 w 487"/>
                <a:gd name="T1" fmla="*/ 0 h 321"/>
                <a:gd name="T2" fmla="*/ 49 w 487"/>
                <a:gd name="T3" fmla="*/ 33 h 321"/>
                <a:gd name="T4" fmla="*/ 15 w 487"/>
                <a:gd name="T5" fmla="*/ 41 h 321"/>
                <a:gd name="T6" fmla="*/ 0 w 487"/>
                <a:gd name="T7" fmla="*/ 45 h 321"/>
                <a:gd name="T8" fmla="*/ 15 w 487"/>
                <a:gd name="T9" fmla="*/ 48 h 321"/>
                <a:gd name="T10" fmla="*/ 55 w 487"/>
                <a:gd name="T11" fmla="*/ 54 h 321"/>
                <a:gd name="T12" fmla="*/ 180 w 487"/>
                <a:gd name="T13" fmla="*/ 248 h 321"/>
                <a:gd name="T14" fmla="*/ 190 w 487"/>
                <a:gd name="T15" fmla="*/ 251 h 321"/>
                <a:gd name="T16" fmla="*/ 214 w 487"/>
                <a:gd name="T17" fmla="*/ 263 h 321"/>
                <a:gd name="T18" fmla="*/ 261 w 487"/>
                <a:gd name="T19" fmla="*/ 263 h 321"/>
                <a:gd name="T20" fmla="*/ 262 w 487"/>
                <a:gd name="T21" fmla="*/ 249 h 321"/>
                <a:gd name="T22" fmla="*/ 281 w 487"/>
                <a:gd name="T23" fmla="*/ 244 h 321"/>
                <a:gd name="T24" fmla="*/ 299 w 487"/>
                <a:gd name="T25" fmla="*/ 255 h 321"/>
                <a:gd name="T26" fmla="*/ 299 w 487"/>
                <a:gd name="T27" fmla="*/ 287 h 321"/>
                <a:gd name="T28" fmla="*/ 305 w 487"/>
                <a:gd name="T29" fmla="*/ 291 h 321"/>
                <a:gd name="T30" fmla="*/ 311 w 487"/>
                <a:gd name="T31" fmla="*/ 286 h 321"/>
                <a:gd name="T32" fmla="*/ 310 w 487"/>
                <a:gd name="T33" fmla="*/ 248 h 321"/>
                <a:gd name="T34" fmla="*/ 329 w 487"/>
                <a:gd name="T35" fmla="*/ 235 h 321"/>
                <a:gd name="T36" fmla="*/ 350 w 487"/>
                <a:gd name="T37" fmla="*/ 250 h 321"/>
                <a:gd name="T38" fmla="*/ 350 w 487"/>
                <a:gd name="T39" fmla="*/ 286 h 321"/>
                <a:gd name="T40" fmla="*/ 357 w 487"/>
                <a:gd name="T41" fmla="*/ 292 h 321"/>
                <a:gd name="T42" fmla="*/ 364 w 487"/>
                <a:gd name="T43" fmla="*/ 287 h 321"/>
                <a:gd name="T44" fmla="*/ 364 w 487"/>
                <a:gd name="T45" fmla="*/ 249 h 321"/>
                <a:gd name="T46" fmla="*/ 382 w 487"/>
                <a:gd name="T47" fmla="*/ 242 h 321"/>
                <a:gd name="T48" fmla="*/ 399 w 487"/>
                <a:gd name="T49" fmla="*/ 249 h 321"/>
                <a:gd name="T50" fmla="*/ 399 w 487"/>
                <a:gd name="T51" fmla="*/ 261 h 321"/>
                <a:gd name="T52" fmla="*/ 402 w 487"/>
                <a:gd name="T53" fmla="*/ 265 h 321"/>
                <a:gd name="T54" fmla="*/ 432 w 487"/>
                <a:gd name="T55" fmla="*/ 265 h 321"/>
                <a:gd name="T56" fmla="*/ 440 w 487"/>
                <a:gd name="T57" fmla="*/ 255 h 321"/>
                <a:gd name="T58" fmla="*/ 294 w 487"/>
                <a:gd name="T59" fmla="*/ 57 h 321"/>
                <a:gd name="T60" fmla="*/ 254 w 487"/>
                <a:gd name="T61" fmla="*/ 54 h 321"/>
                <a:gd name="T62" fmla="*/ 239 w 487"/>
                <a:gd name="T63" fmla="*/ 45 h 321"/>
                <a:gd name="T64" fmla="*/ 257 w 487"/>
                <a:gd name="T65" fmla="*/ 35 h 321"/>
                <a:gd name="T66" fmla="*/ 288 w 487"/>
                <a:gd name="T67" fmla="*/ 34 h 321"/>
                <a:gd name="T68" fmla="*/ 384 w 487"/>
                <a:gd name="T69" fmla="*/ 1 h 321"/>
                <a:gd name="T70" fmla="*/ 157 w 487"/>
                <a:gd name="T71" fmla="*/ 0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7" h="321">
                  <a:moveTo>
                    <a:pt x="174" y="0"/>
                  </a:moveTo>
                  <a:cubicBezTo>
                    <a:pt x="174" y="0"/>
                    <a:pt x="85" y="19"/>
                    <a:pt x="55" y="36"/>
                  </a:cubicBezTo>
                  <a:cubicBezTo>
                    <a:pt x="43" y="44"/>
                    <a:pt x="32" y="44"/>
                    <a:pt x="18" y="44"/>
                  </a:cubicBezTo>
                  <a:cubicBezTo>
                    <a:pt x="4" y="44"/>
                    <a:pt x="0" y="46"/>
                    <a:pt x="0" y="49"/>
                  </a:cubicBezTo>
                  <a:cubicBezTo>
                    <a:pt x="0" y="54"/>
                    <a:pt x="6" y="53"/>
                    <a:pt x="17" y="54"/>
                  </a:cubicBezTo>
                  <a:cubicBezTo>
                    <a:pt x="28" y="55"/>
                    <a:pt x="41" y="52"/>
                    <a:pt x="61" y="60"/>
                  </a:cubicBezTo>
                  <a:cubicBezTo>
                    <a:pt x="81" y="67"/>
                    <a:pt x="199" y="272"/>
                    <a:pt x="199" y="272"/>
                  </a:cubicBezTo>
                  <a:cubicBezTo>
                    <a:pt x="199" y="272"/>
                    <a:pt x="202" y="276"/>
                    <a:pt x="210" y="276"/>
                  </a:cubicBezTo>
                  <a:cubicBezTo>
                    <a:pt x="219" y="276"/>
                    <a:pt x="237" y="279"/>
                    <a:pt x="237" y="289"/>
                  </a:cubicBezTo>
                  <a:cubicBezTo>
                    <a:pt x="288" y="289"/>
                    <a:pt x="288" y="289"/>
                    <a:pt x="288" y="289"/>
                  </a:cubicBezTo>
                  <a:cubicBezTo>
                    <a:pt x="288" y="289"/>
                    <a:pt x="287" y="277"/>
                    <a:pt x="290" y="274"/>
                  </a:cubicBezTo>
                  <a:cubicBezTo>
                    <a:pt x="293" y="269"/>
                    <a:pt x="303" y="267"/>
                    <a:pt x="311" y="268"/>
                  </a:cubicBezTo>
                  <a:cubicBezTo>
                    <a:pt x="318" y="268"/>
                    <a:pt x="330" y="269"/>
                    <a:pt x="330" y="280"/>
                  </a:cubicBezTo>
                  <a:cubicBezTo>
                    <a:pt x="331" y="291"/>
                    <a:pt x="330" y="316"/>
                    <a:pt x="330" y="316"/>
                  </a:cubicBezTo>
                  <a:cubicBezTo>
                    <a:pt x="330" y="316"/>
                    <a:pt x="330" y="320"/>
                    <a:pt x="337" y="320"/>
                  </a:cubicBezTo>
                  <a:cubicBezTo>
                    <a:pt x="343" y="320"/>
                    <a:pt x="344" y="315"/>
                    <a:pt x="344" y="315"/>
                  </a:cubicBezTo>
                  <a:cubicBezTo>
                    <a:pt x="343" y="273"/>
                    <a:pt x="343" y="273"/>
                    <a:pt x="343" y="273"/>
                  </a:cubicBezTo>
                  <a:cubicBezTo>
                    <a:pt x="343" y="273"/>
                    <a:pt x="346" y="259"/>
                    <a:pt x="364" y="259"/>
                  </a:cubicBezTo>
                  <a:cubicBezTo>
                    <a:pt x="382" y="259"/>
                    <a:pt x="387" y="275"/>
                    <a:pt x="387" y="275"/>
                  </a:cubicBezTo>
                  <a:cubicBezTo>
                    <a:pt x="387" y="315"/>
                    <a:pt x="387" y="315"/>
                    <a:pt x="387" y="315"/>
                  </a:cubicBezTo>
                  <a:cubicBezTo>
                    <a:pt x="387" y="315"/>
                    <a:pt x="388" y="321"/>
                    <a:pt x="395" y="321"/>
                  </a:cubicBezTo>
                  <a:cubicBezTo>
                    <a:pt x="401" y="321"/>
                    <a:pt x="402" y="316"/>
                    <a:pt x="402" y="316"/>
                  </a:cubicBezTo>
                  <a:cubicBezTo>
                    <a:pt x="402" y="274"/>
                    <a:pt x="402" y="274"/>
                    <a:pt x="402" y="274"/>
                  </a:cubicBezTo>
                  <a:cubicBezTo>
                    <a:pt x="402" y="274"/>
                    <a:pt x="406" y="266"/>
                    <a:pt x="422" y="266"/>
                  </a:cubicBezTo>
                  <a:cubicBezTo>
                    <a:pt x="438" y="266"/>
                    <a:pt x="442" y="274"/>
                    <a:pt x="442" y="274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2" y="292"/>
                    <a:pt x="445" y="292"/>
                    <a:pt x="445" y="292"/>
                  </a:cubicBezTo>
                  <a:cubicBezTo>
                    <a:pt x="478" y="292"/>
                    <a:pt x="478" y="292"/>
                    <a:pt x="478" y="292"/>
                  </a:cubicBezTo>
                  <a:cubicBezTo>
                    <a:pt x="487" y="288"/>
                    <a:pt x="486" y="280"/>
                    <a:pt x="486" y="280"/>
                  </a:cubicBezTo>
                  <a:cubicBezTo>
                    <a:pt x="486" y="273"/>
                    <a:pt x="347" y="69"/>
                    <a:pt x="325" y="63"/>
                  </a:cubicBezTo>
                  <a:cubicBezTo>
                    <a:pt x="310" y="58"/>
                    <a:pt x="292" y="60"/>
                    <a:pt x="281" y="60"/>
                  </a:cubicBezTo>
                  <a:cubicBezTo>
                    <a:pt x="270" y="59"/>
                    <a:pt x="264" y="54"/>
                    <a:pt x="264" y="49"/>
                  </a:cubicBezTo>
                  <a:cubicBezTo>
                    <a:pt x="264" y="46"/>
                    <a:pt x="270" y="38"/>
                    <a:pt x="284" y="38"/>
                  </a:cubicBezTo>
                  <a:cubicBezTo>
                    <a:pt x="297" y="38"/>
                    <a:pt x="312" y="39"/>
                    <a:pt x="318" y="37"/>
                  </a:cubicBezTo>
                  <a:cubicBezTo>
                    <a:pt x="356" y="16"/>
                    <a:pt x="424" y="1"/>
                    <a:pt x="424" y="1"/>
                  </a:cubicBezTo>
                  <a:lnTo>
                    <a:pt x="174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5" name="Freeform 99">
              <a:extLst>
                <a:ext uri="{FF2B5EF4-FFF2-40B4-BE49-F238E27FC236}">
                  <a16:creationId xmlns:a16="http://schemas.microsoft.com/office/drawing/2014/main" id="{BD6552B6-1E9F-4584-BA65-A5D5C8C03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834"/>
              <a:ext cx="470" cy="311"/>
            </a:xfrm>
            <a:custGeom>
              <a:avLst/>
              <a:gdLst>
                <a:gd name="T0" fmla="*/ 157 w 486"/>
                <a:gd name="T1" fmla="*/ 0 h 321"/>
                <a:gd name="T2" fmla="*/ 49 w 486"/>
                <a:gd name="T3" fmla="*/ 33 h 321"/>
                <a:gd name="T4" fmla="*/ 15 w 486"/>
                <a:gd name="T5" fmla="*/ 41 h 321"/>
                <a:gd name="T6" fmla="*/ 0 w 486"/>
                <a:gd name="T7" fmla="*/ 45 h 321"/>
                <a:gd name="T8" fmla="*/ 15 w 486"/>
                <a:gd name="T9" fmla="*/ 48 h 321"/>
                <a:gd name="T10" fmla="*/ 55 w 486"/>
                <a:gd name="T11" fmla="*/ 54 h 321"/>
                <a:gd name="T12" fmla="*/ 180 w 486"/>
                <a:gd name="T13" fmla="*/ 248 h 321"/>
                <a:gd name="T14" fmla="*/ 190 w 486"/>
                <a:gd name="T15" fmla="*/ 251 h 321"/>
                <a:gd name="T16" fmla="*/ 214 w 486"/>
                <a:gd name="T17" fmla="*/ 263 h 321"/>
                <a:gd name="T18" fmla="*/ 260 w 486"/>
                <a:gd name="T19" fmla="*/ 263 h 321"/>
                <a:gd name="T20" fmla="*/ 261 w 486"/>
                <a:gd name="T21" fmla="*/ 249 h 321"/>
                <a:gd name="T22" fmla="*/ 280 w 486"/>
                <a:gd name="T23" fmla="*/ 244 h 321"/>
                <a:gd name="T24" fmla="*/ 298 w 486"/>
                <a:gd name="T25" fmla="*/ 255 h 321"/>
                <a:gd name="T26" fmla="*/ 298 w 486"/>
                <a:gd name="T27" fmla="*/ 287 h 321"/>
                <a:gd name="T28" fmla="*/ 304 w 486"/>
                <a:gd name="T29" fmla="*/ 291 h 321"/>
                <a:gd name="T30" fmla="*/ 310 w 486"/>
                <a:gd name="T31" fmla="*/ 286 h 321"/>
                <a:gd name="T32" fmla="*/ 310 w 486"/>
                <a:gd name="T33" fmla="*/ 248 h 321"/>
                <a:gd name="T34" fmla="*/ 328 w 486"/>
                <a:gd name="T35" fmla="*/ 235 h 321"/>
                <a:gd name="T36" fmla="*/ 349 w 486"/>
                <a:gd name="T37" fmla="*/ 250 h 321"/>
                <a:gd name="T38" fmla="*/ 349 w 486"/>
                <a:gd name="T39" fmla="*/ 286 h 321"/>
                <a:gd name="T40" fmla="*/ 356 w 486"/>
                <a:gd name="T41" fmla="*/ 292 h 321"/>
                <a:gd name="T42" fmla="*/ 363 w 486"/>
                <a:gd name="T43" fmla="*/ 287 h 321"/>
                <a:gd name="T44" fmla="*/ 363 w 486"/>
                <a:gd name="T45" fmla="*/ 249 h 321"/>
                <a:gd name="T46" fmla="*/ 381 w 486"/>
                <a:gd name="T47" fmla="*/ 242 h 321"/>
                <a:gd name="T48" fmla="*/ 399 w 486"/>
                <a:gd name="T49" fmla="*/ 249 h 321"/>
                <a:gd name="T50" fmla="*/ 399 w 486"/>
                <a:gd name="T51" fmla="*/ 261 h 321"/>
                <a:gd name="T52" fmla="*/ 402 w 486"/>
                <a:gd name="T53" fmla="*/ 265 h 321"/>
                <a:gd name="T54" fmla="*/ 432 w 486"/>
                <a:gd name="T55" fmla="*/ 265 h 321"/>
                <a:gd name="T56" fmla="*/ 439 w 486"/>
                <a:gd name="T57" fmla="*/ 255 h 321"/>
                <a:gd name="T58" fmla="*/ 293 w 486"/>
                <a:gd name="T59" fmla="*/ 57 h 321"/>
                <a:gd name="T60" fmla="*/ 253 w 486"/>
                <a:gd name="T61" fmla="*/ 54 h 321"/>
                <a:gd name="T62" fmla="*/ 238 w 486"/>
                <a:gd name="T63" fmla="*/ 45 h 321"/>
                <a:gd name="T64" fmla="*/ 256 w 486"/>
                <a:gd name="T65" fmla="*/ 35 h 321"/>
                <a:gd name="T66" fmla="*/ 287 w 486"/>
                <a:gd name="T67" fmla="*/ 34 h 321"/>
                <a:gd name="T68" fmla="*/ 384 w 486"/>
                <a:gd name="T69" fmla="*/ 1 h 321"/>
                <a:gd name="T70" fmla="*/ 157 w 486"/>
                <a:gd name="T71" fmla="*/ 0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6" h="321">
                  <a:moveTo>
                    <a:pt x="174" y="0"/>
                  </a:moveTo>
                  <a:cubicBezTo>
                    <a:pt x="174" y="0"/>
                    <a:pt x="84" y="19"/>
                    <a:pt x="55" y="36"/>
                  </a:cubicBezTo>
                  <a:cubicBezTo>
                    <a:pt x="43" y="44"/>
                    <a:pt x="31" y="44"/>
                    <a:pt x="18" y="44"/>
                  </a:cubicBezTo>
                  <a:cubicBezTo>
                    <a:pt x="4" y="44"/>
                    <a:pt x="0" y="46"/>
                    <a:pt x="0" y="49"/>
                  </a:cubicBezTo>
                  <a:cubicBezTo>
                    <a:pt x="0" y="54"/>
                    <a:pt x="5" y="53"/>
                    <a:pt x="17" y="54"/>
                  </a:cubicBezTo>
                  <a:cubicBezTo>
                    <a:pt x="28" y="55"/>
                    <a:pt x="41" y="52"/>
                    <a:pt x="61" y="60"/>
                  </a:cubicBezTo>
                  <a:cubicBezTo>
                    <a:pt x="80" y="67"/>
                    <a:pt x="199" y="272"/>
                    <a:pt x="199" y="272"/>
                  </a:cubicBezTo>
                  <a:cubicBezTo>
                    <a:pt x="199" y="272"/>
                    <a:pt x="202" y="276"/>
                    <a:pt x="210" y="276"/>
                  </a:cubicBezTo>
                  <a:cubicBezTo>
                    <a:pt x="218" y="276"/>
                    <a:pt x="237" y="279"/>
                    <a:pt x="237" y="289"/>
                  </a:cubicBezTo>
                  <a:cubicBezTo>
                    <a:pt x="287" y="289"/>
                    <a:pt x="287" y="289"/>
                    <a:pt x="287" y="289"/>
                  </a:cubicBezTo>
                  <a:cubicBezTo>
                    <a:pt x="287" y="289"/>
                    <a:pt x="287" y="277"/>
                    <a:pt x="289" y="274"/>
                  </a:cubicBezTo>
                  <a:cubicBezTo>
                    <a:pt x="293" y="269"/>
                    <a:pt x="303" y="267"/>
                    <a:pt x="310" y="268"/>
                  </a:cubicBezTo>
                  <a:cubicBezTo>
                    <a:pt x="317" y="268"/>
                    <a:pt x="329" y="269"/>
                    <a:pt x="330" y="280"/>
                  </a:cubicBezTo>
                  <a:cubicBezTo>
                    <a:pt x="330" y="291"/>
                    <a:pt x="330" y="316"/>
                    <a:pt x="330" y="316"/>
                  </a:cubicBezTo>
                  <a:cubicBezTo>
                    <a:pt x="330" y="316"/>
                    <a:pt x="329" y="320"/>
                    <a:pt x="336" y="320"/>
                  </a:cubicBezTo>
                  <a:cubicBezTo>
                    <a:pt x="343" y="320"/>
                    <a:pt x="343" y="315"/>
                    <a:pt x="343" y="315"/>
                  </a:cubicBezTo>
                  <a:cubicBezTo>
                    <a:pt x="343" y="273"/>
                    <a:pt x="343" y="273"/>
                    <a:pt x="343" y="273"/>
                  </a:cubicBezTo>
                  <a:cubicBezTo>
                    <a:pt x="343" y="273"/>
                    <a:pt x="345" y="259"/>
                    <a:pt x="363" y="259"/>
                  </a:cubicBezTo>
                  <a:cubicBezTo>
                    <a:pt x="381" y="259"/>
                    <a:pt x="386" y="275"/>
                    <a:pt x="386" y="275"/>
                  </a:cubicBezTo>
                  <a:cubicBezTo>
                    <a:pt x="386" y="315"/>
                    <a:pt x="386" y="315"/>
                    <a:pt x="386" y="315"/>
                  </a:cubicBezTo>
                  <a:cubicBezTo>
                    <a:pt x="386" y="315"/>
                    <a:pt x="388" y="321"/>
                    <a:pt x="394" y="321"/>
                  </a:cubicBezTo>
                  <a:cubicBezTo>
                    <a:pt x="401" y="321"/>
                    <a:pt x="401" y="316"/>
                    <a:pt x="401" y="316"/>
                  </a:cubicBezTo>
                  <a:cubicBezTo>
                    <a:pt x="401" y="274"/>
                    <a:pt x="401" y="274"/>
                    <a:pt x="401" y="274"/>
                  </a:cubicBezTo>
                  <a:cubicBezTo>
                    <a:pt x="401" y="274"/>
                    <a:pt x="405" y="266"/>
                    <a:pt x="421" y="266"/>
                  </a:cubicBezTo>
                  <a:cubicBezTo>
                    <a:pt x="437" y="266"/>
                    <a:pt x="442" y="274"/>
                    <a:pt x="442" y="274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1" y="292"/>
                    <a:pt x="445" y="292"/>
                    <a:pt x="445" y="292"/>
                  </a:cubicBezTo>
                  <a:cubicBezTo>
                    <a:pt x="478" y="292"/>
                    <a:pt x="478" y="292"/>
                    <a:pt x="478" y="292"/>
                  </a:cubicBezTo>
                  <a:cubicBezTo>
                    <a:pt x="486" y="288"/>
                    <a:pt x="485" y="280"/>
                    <a:pt x="485" y="280"/>
                  </a:cubicBezTo>
                  <a:cubicBezTo>
                    <a:pt x="486" y="273"/>
                    <a:pt x="346" y="69"/>
                    <a:pt x="324" y="63"/>
                  </a:cubicBezTo>
                  <a:cubicBezTo>
                    <a:pt x="310" y="58"/>
                    <a:pt x="292" y="60"/>
                    <a:pt x="280" y="60"/>
                  </a:cubicBezTo>
                  <a:cubicBezTo>
                    <a:pt x="269" y="59"/>
                    <a:pt x="263" y="54"/>
                    <a:pt x="263" y="49"/>
                  </a:cubicBezTo>
                  <a:cubicBezTo>
                    <a:pt x="263" y="46"/>
                    <a:pt x="270" y="38"/>
                    <a:pt x="283" y="38"/>
                  </a:cubicBezTo>
                  <a:cubicBezTo>
                    <a:pt x="297" y="38"/>
                    <a:pt x="312" y="39"/>
                    <a:pt x="317" y="37"/>
                  </a:cubicBezTo>
                  <a:cubicBezTo>
                    <a:pt x="356" y="16"/>
                    <a:pt x="425" y="1"/>
                    <a:pt x="425" y="1"/>
                  </a:cubicBezTo>
                  <a:lnTo>
                    <a:pt x="174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6" name="Line 100">
              <a:extLst>
                <a:ext uri="{FF2B5EF4-FFF2-40B4-BE49-F238E27FC236}">
                  <a16:creationId xmlns:a16="http://schemas.microsoft.com/office/drawing/2014/main" id="{F4B78A06-9D03-4C9E-A819-C8F87860FE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2" y="2277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7" name="Freeform 101">
              <a:extLst>
                <a:ext uri="{FF2B5EF4-FFF2-40B4-BE49-F238E27FC236}">
                  <a16:creationId xmlns:a16="http://schemas.microsoft.com/office/drawing/2014/main" id="{C7D8B7B8-DB4C-4AAC-B53F-4B6754CA6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834"/>
              <a:ext cx="471" cy="311"/>
            </a:xfrm>
            <a:custGeom>
              <a:avLst/>
              <a:gdLst>
                <a:gd name="T0" fmla="*/ 384 w 487"/>
                <a:gd name="T1" fmla="*/ 1 h 321"/>
                <a:gd name="T2" fmla="*/ 288 w 487"/>
                <a:gd name="T3" fmla="*/ 34 h 321"/>
                <a:gd name="T4" fmla="*/ 257 w 487"/>
                <a:gd name="T5" fmla="*/ 35 h 321"/>
                <a:gd name="T6" fmla="*/ 239 w 487"/>
                <a:gd name="T7" fmla="*/ 45 h 321"/>
                <a:gd name="T8" fmla="*/ 254 w 487"/>
                <a:gd name="T9" fmla="*/ 54 h 321"/>
                <a:gd name="T10" fmla="*/ 294 w 487"/>
                <a:gd name="T11" fmla="*/ 57 h 321"/>
                <a:gd name="T12" fmla="*/ 440 w 487"/>
                <a:gd name="T13" fmla="*/ 255 h 321"/>
                <a:gd name="T14" fmla="*/ 432 w 487"/>
                <a:gd name="T15" fmla="*/ 265 h 321"/>
                <a:gd name="T16" fmla="*/ 402 w 487"/>
                <a:gd name="T17" fmla="*/ 265 h 321"/>
                <a:gd name="T18" fmla="*/ 399 w 487"/>
                <a:gd name="T19" fmla="*/ 261 h 321"/>
                <a:gd name="T20" fmla="*/ 399 w 487"/>
                <a:gd name="T21" fmla="*/ 249 h 321"/>
                <a:gd name="T22" fmla="*/ 382 w 487"/>
                <a:gd name="T23" fmla="*/ 242 h 321"/>
                <a:gd name="T24" fmla="*/ 364 w 487"/>
                <a:gd name="T25" fmla="*/ 249 h 321"/>
                <a:gd name="T26" fmla="*/ 364 w 487"/>
                <a:gd name="T27" fmla="*/ 287 h 321"/>
                <a:gd name="T28" fmla="*/ 357 w 487"/>
                <a:gd name="T29" fmla="*/ 292 h 321"/>
                <a:gd name="T30" fmla="*/ 350 w 487"/>
                <a:gd name="T31" fmla="*/ 286 h 321"/>
                <a:gd name="T32" fmla="*/ 350 w 487"/>
                <a:gd name="T33" fmla="*/ 250 h 321"/>
                <a:gd name="T34" fmla="*/ 329 w 487"/>
                <a:gd name="T35" fmla="*/ 235 h 321"/>
                <a:gd name="T36" fmla="*/ 310 w 487"/>
                <a:gd name="T37" fmla="*/ 248 h 321"/>
                <a:gd name="T38" fmla="*/ 311 w 487"/>
                <a:gd name="T39" fmla="*/ 286 h 321"/>
                <a:gd name="T40" fmla="*/ 305 w 487"/>
                <a:gd name="T41" fmla="*/ 291 h 321"/>
                <a:gd name="T42" fmla="*/ 299 w 487"/>
                <a:gd name="T43" fmla="*/ 287 h 321"/>
                <a:gd name="T44" fmla="*/ 299 w 487"/>
                <a:gd name="T45" fmla="*/ 255 h 321"/>
                <a:gd name="T46" fmla="*/ 281 w 487"/>
                <a:gd name="T47" fmla="*/ 244 h 321"/>
                <a:gd name="T48" fmla="*/ 262 w 487"/>
                <a:gd name="T49" fmla="*/ 249 h 321"/>
                <a:gd name="T50" fmla="*/ 261 w 487"/>
                <a:gd name="T51" fmla="*/ 263 h 321"/>
                <a:gd name="T52" fmla="*/ 214 w 487"/>
                <a:gd name="T53" fmla="*/ 263 h 321"/>
                <a:gd name="T54" fmla="*/ 190 w 487"/>
                <a:gd name="T55" fmla="*/ 251 h 321"/>
                <a:gd name="T56" fmla="*/ 180 w 487"/>
                <a:gd name="T57" fmla="*/ 248 h 321"/>
                <a:gd name="T58" fmla="*/ 55 w 487"/>
                <a:gd name="T59" fmla="*/ 54 h 321"/>
                <a:gd name="T60" fmla="*/ 15 w 487"/>
                <a:gd name="T61" fmla="*/ 48 h 321"/>
                <a:gd name="T62" fmla="*/ 0 w 487"/>
                <a:gd name="T63" fmla="*/ 45 h 321"/>
                <a:gd name="T64" fmla="*/ 15 w 487"/>
                <a:gd name="T65" fmla="*/ 41 h 321"/>
                <a:gd name="T66" fmla="*/ 49 w 487"/>
                <a:gd name="T67" fmla="*/ 33 h 321"/>
                <a:gd name="T68" fmla="*/ 157 w 487"/>
                <a:gd name="T69" fmla="*/ 0 h 321"/>
                <a:gd name="T70" fmla="*/ 384 w 487"/>
                <a:gd name="T71" fmla="*/ 1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7" h="321">
                  <a:moveTo>
                    <a:pt x="425" y="1"/>
                  </a:moveTo>
                  <a:cubicBezTo>
                    <a:pt x="425" y="1"/>
                    <a:pt x="356" y="16"/>
                    <a:pt x="318" y="37"/>
                  </a:cubicBezTo>
                  <a:cubicBezTo>
                    <a:pt x="312" y="39"/>
                    <a:pt x="297" y="38"/>
                    <a:pt x="284" y="38"/>
                  </a:cubicBezTo>
                  <a:cubicBezTo>
                    <a:pt x="270" y="38"/>
                    <a:pt x="264" y="46"/>
                    <a:pt x="264" y="49"/>
                  </a:cubicBezTo>
                  <a:cubicBezTo>
                    <a:pt x="264" y="54"/>
                    <a:pt x="270" y="59"/>
                    <a:pt x="281" y="60"/>
                  </a:cubicBezTo>
                  <a:cubicBezTo>
                    <a:pt x="292" y="60"/>
                    <a:pt x="310" y="58"/>
                    <a:pt x="325" y="63"/>
                  </a:cubicBezTo>
                  <a:cubicBezTo>
                    <a:pt x="347" y="69"/>
                    <a:pt x="486" y="273"/>
                    <a:pt x="486" y="280"/>
                  </a:cubicBezTo>
                  <a:cubicBezTo>
                    <a:pt x="486" y="280"/>
                    <a:pt x="487" y="288"/>
                    <a:pt x="478" y="292"/>
                  </a:cubicBezTo>
                  <a:cubicBezTo>
                    <a:pt x="445" y="292"/>
                    <a:pt x="445" y="292"/>
                    <a:pt x="445" y="292"/>
                  </a:cubicBezTo>
                  <a:cubicBezTo>
                    <a:pt x="445" y="292"/>
                    <a:pt x="442" y="292"/>
                    <a:pt x="442" y="287"/>
                  </a:cubicBezTo>
                  <a:cubicBezTo>
                    <a:pt x="442" y="274"/>
                    <a:pt x="442" y="274"/>
                    <a:pt x="442" y="274"/>
                  </a:cubicBezTo>
                  <a:cubicBezTo>
                    <a:pt x="442" y="274"/>
                    <a:pt x="438" y="266"/>
                    <a:pt x="422" y="266"/>
                  </a:cubicBezTo>
                  <a:cubicBezTo>
                    <a:pt x="406" y="266"/>
                    <a:pt x="402" y="274"/>
                    <a:pt x="402" y="274"/>
                  </a:cubicBezTo>
                  <a:cubicBezTo>
                    <a:pt x="402" y="316"/>
                    <a:pt x="402" y="316"/>
                    <a:pt x="402" y="316"/>
                  </a:cubicBezTo>
                  <a:cubicBezTo>
                    <a:pt x="402" y="316"/>
                    <a:pt x="401" y="321"/>
                    <a:pt x="395" y="321"/>
                  </a:cubicBezTo>
                  <a:cubicBezTo>
                    <a:pt x="388" y="321"/>
                    <a:pt x="387" y="315"/>
                    <a:pt x="387" y="315"/>
                  </a:cubicBezTo>
                  <a:cubicBezTo>
                    <a:pt x="387" y="275"/>
                    <a:pt x="387" y="275"/>
                    <a:pt x="387" y="275"/>
                  </a:cubicBezTo>
                  <a:cubicBezTo>
                    <a:pt x="387" y="275"/>
                    <a:pt x="382" y="259"/>
                    <a:pt x="364" y="259"/>
                  </a:cubicBezTo>
                  <a:cubicBezTo>
                    <a:pt x="346" y="259"/>
                    <a:pt x="343" y="273"/>
                    <a:pt x="343" y="273"/>
                  </a:cubicBezTo>
                  <a:cubicBezTo>
                    <a:pt x="344" y="315"/>
                    <a:pt x="344" y="315"/>
                    <a:pt x="344" y="315"/>
                  </a:cubicBezTo>
                  <a:cubicBezTo>
                    <a:pt x="344" y="315"/>
                    <a:pt x="343" y="320"/>
                    <a:pt x="337" y="320"/>
                  </a:cubicBezTo>
                  <a:cubicBezTo>
                    <a:pt x="330" y="320"/>
                    <a:pt x="330" y="316"/>
                    <a:pt x="330" y="316"/>
                  </a:cubicBezTo>
                  <a:cubicBezTo>
                    <a:pt x="330" y="316"/>
                    <a:pt x="331" y="291"/>
                    <a:pt x="330" y="280"/>
                  </a:cubicBezTo>
                  <a:cubicBezTo>
                    <a:pt x="330" y="269"/>
                    <a:pt x="318" y="268"/>
                    <a:pt x="311" y="268"/>
                  </a:cubicBezTo>
                  <a:cubicBezTo>
                    <a:pt x="303" y="267"/>
                    <a:pt x="293" y="269"/>
                    <a:pt x="290" y="274"/>
                  </a:cubicBezTo>
                  <a:cubicBezTo>
                    <a:pt x="287" y="277"/>
                    <a:pt x="288" y="289"/>
                    <a:pt x="288" y="289"/>
                  </a:cubicBezTo>
                  <a:cubicBezTo>
                    <a:pt x="237" y="289"/>
                    <a:pt x="237" y="289"/>
                    <a:pt x="237" y="289"/>
                  </a:cubicBezTo>
                  <a:cubicBezTo>
                    <a:pt x="237" y="279"/>
                    <a:pt x="219" y="276"/>
                    <a:pt x="210" y="276"/>
                  </a:cubicBezTo>
                  <a:cubicBezTo>
                    <a:pt x="202" y="276"/>
                    <a:pt x="199" y="272"/>
                    <a:pt x="199" y="272"/>
                  </a:cubicBezTo>
                  <a:cubicBezTo>
                    <a:pt x="199" y="272"/>
                    <a:pt x="81" y="67"/>
                    <a:pt x="61" y="60"/>
                  </a:cubicBezTo>
                  <a:cubicBezTo>
                    <a:pt x="41" y="52"/>
                    <a:pt x="28" y="55"/>
                    <a:pt x="17" y="54"/>
                  </a:cubicBezTo>
                  <a:cubicBezTo>
                    <a:pt x="6" y="53"/>
                    <a:pt x="0" y="54"/>
                    <a:pt x="0" y="49"/>
                  </a:cubicBezTo>
                  <a:cubicBezTo>
                    <a:pt x="0" y="46"/>
                    <a:pt x="4" y="44"/>
                    <a:pt x="18" y="44"/>
                  </a:cubicBezTo>
                  <a:cubicBezTo>
                    <a:pt x="32" y="44"/>
                    <a:pt x="43" y="44"/>
                    <a:pt x="55" y="36"/>
                  </a:cubicBezTo>
                  <a:cubicBezTo>
                    <a:pt x="85" y="19"/>
                    <a:pt x="174" y="0"/>
                    <a:pt x="174" y="0"/>
                  </a:cubicBezTo>
                  <a:lnTo>
                    <a:pt x="425" y="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8" name="Freeform 102">
              <a:extLst>
                <a:ext uri="{FF2B5EF4-FFF2-40B4-BE49-F238E27FC236}">
                  <a16:creationId xmlns:a16="http://schemas.microsoft.com/office/drawing/2014/main" id="{FACF481F-7129-4F12-BB68-3CD61DA16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834"/>
              <a:ext cx="470" cy="311"/>
            </a:xfrm>
            <a:custGeom>
              <a:avLst/>
              <a:gdLst>
                <a:gd name="T0" fmla="*/ 384 w 486"/>
                <a:gd name="T1" fmla="*/ 1 h 321"/>
                <a:gd name="T2" fmla="*/ 287 w 486"/>
                <a:gd name="T3" fmla="*/ 34 h 321"/>
                <a:gd name="T4" fmla="*/ 256 w 486"/>
                <a:gd name="T5" fmla="*/ 35 h 321"/>
                <a:gd name="T6" fmla="*/ 239 w 486"/>
                <a:gd name="T7" fmla="*/ 45 h 321"/>
                <a:gd name="T8" fmla="*/ 254 w 486"/>
                <a:gd name="T9" fmla="*/ 54 h 321"/>
                <a:gd name="T10" fmla="*/ 294 w 486"/>
                <a:gd name="T11" fmla="*/ 57 h 321"/>
                <a:gd name="T12" fmla="*/ 439 w 486"/>
                <a:gd name="T13" fmla="*/ 255 h 321"/>
                <a:gd name="T14" fmla="*/ 432 w 486"/>
                <a:gd name="T15" fmla="*/ 265 h 321"/>
                <a:gd name="T16" fmla="*/ 402 w 486"/>
                <a:gd name="T17" fmla="*/ 265 h 321"/>
                <a:gd name="T18" fmla="*/ 399 w 486"/>
                <a:gd name="T19" fmla="*/ 261 h 321"/>
                <a:gd name="T20" fmla="*/ 399 w 486"/>
                <a:gd name="T21" fmla="*/ 249 h 321"/>
                <a:gd name="T22" fmla="*/ 382 w 486"/>
                <a:gd name="T23" fmla="*/ 242 h 321"/>
                <a:gd name="T24" fmla="*/ 363 w 486"/>
                <a:gd name="T25" fmla="*/ 249 h 321"/>
                <a:gd name="T26" fmla="*/ 363 w 486"/>
                <a:gd name="T27" fmla="*/ 287 h 321"/>
                <a:gd name="T28" fmla="*/ 357 w 486"/>
                <a:gd name="T29" fmla="*/ 292 h 321"/>
                <a:gd name="T30" fmla="*/ 349 w 486"/>
                <a:gd name="T31" fmla="*/ 286 h 321"/>
                <a:gd name="T32" fmla="*/ 349 w 486"/>
                <a:gd name="T33" fmla="*/ 250 h 321"/>
                <a:gd name="T34" fmla="*/ 329 w 486"/>
                <a:gd name="T35" fmla="*/ 235 h 321"/>
                <a:gd name="T36" fmla="*/ 310 w 486"/>
                <a:gd name="T37" fmla="*/ 248 h 321"/>
                <a:gd name="T38" fmla="*/ 310 w 486"/>
                <a:gd name="T39" fmla="*/ 286 h 321"/>
                <a:gd name="T40" fmla="*/ 304 w 486"/>
                <a:gd name="T41" fmla="*/ 291 h 321"/>
                <a:gd name="T42" fmla="*/ 298 w 486"/>
                <a:gd name="T43" fmla="*/ 287 h 321"/>
                <a:gd name="T44" fmla="*/ 298 w 486"/>
                <a:gd name="T45" fmla="*/ 255 h 321"/>
                <a:gd name="T46" fmla="*/ 280 w 486"/>
                <a:gd name="T47" fmla="*/ 244 h 321"/>
                <a:gd name="T48" fmla="*/ 261 w 486"/>
                <a:gd name="T49" fmla="*/ 249 h 321"/>
                <a:gd name="T50" fmla="*/ 261 w 486"/>
                <a:gd name="T51" fmla="*/ 263 h 321"/>
                <a:gd name="T52" fmla="*/ 214 w 486"/>
                <a:gd name="T53" fmla="*/ 263 h 321"/>
                <a:gd name="T54" fmla="*/ 190 w 486"/>
                <a:gd name="T55" fmla="*/ 251 h 321"/>
                <a:gd name="T56" fmla="*/ 180 w 486"/>
                <a:gd name="T57" fmla="*/ 248 h 321"/>
                <a:gd name="T58" fmla="*/ 55 w 486"/>
                <a:gd name="T59" fmla="*/ 54 h 321"/>
                <a:gd name="T60" fmla="*/ 15 w 486"/>
                <a:gd name="T61" fmla="*/ 48 h 321"/>
                <a:gd name="T62" fmla="*/ 0 w 486"/>
                <a:gd name="T63" fmla="*/ 45 h 321"/>
                <a:gd name="T64" fmla="*/ 15 w 486"/>
                <a:gd name="T65" fmla="*/ 41 h 321"/>
                <a:gd name="T66" fmla="*/ 49 w 486"/>
                <a:gd name="T67" fmla="*/ 33 h 321"/>
                <a:gd name="T68" fmla="*/ 157 w 486"/>
                <a:gd name="T69" fmla="*/ 0 h 321"/>
                <a:gd name="T70" fmla="*/ 384 w 486"/>
                <a:gd name="T71" fmla="*/ 1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6" h="321">
                  <a:moveTo>
                    <a:pt x="424" y="1"/>
                  </a:moveTo>
                  <a:cubicBezTo>
                    <a:pt x="424" y="1"/>
                    <a:pt x="356" y="16"/>
                    <a:pt x="317" y="37"/>
                  </a:cubicBezTo>
                  <a:cubicBezTo>
                    <a:pt x="312" y="39"/>
                    <a:pt x="297" y="38"/>
                    <a:pt x="283" y="38"/>
                  </a:cubicBezTo>
                  <a:cubicBezTo>
                    <a:pt x="270" y="38"/>
                    <a:pt x="264" y="46"/>
                    <a:pt x="264" y="49"/>
                  </a:cubicBezTo>
                  <a:cubicBezTo>
                    <a:pt x="264" y="54"/>
                    <a:pt x="269" y="59"/>
                    <a:pt x="281" y="60"/>
                  </a:cubicBezTo>
                  <a:cubicBezTo>
                    <a:pt x="292" y="60"/>
                    <a:pt x="310" y="58"/>
                    <a:pt x="325" y="63"/>
                  </a:cubicBezTo>
                  <a:cubicBezTo>
                    <a:pt x="347" y="69"/>
                    <a:pt x="486" y="273"/>
                    <a:pt x="485" y="280"/>
                  </a:cubicBezTo>
                  <a:cubicBezTo>
                    <a:pt x="485" y="280"/>
                    <a:pt x="486" y="288"/>
                    <a:pt x="478" y="292"/>
                  </a:cubicBezTo>
                  <a:cubicBezTo>
                    <a:pt x="445" y="292"/>
                    <a:pt x="445" y="292"/>
                    <a:pt x="445" y="292"/>
                  </a:cubicBezTo>
                  <a:cubicBezTo>
                    <a:pt x="445" y="292"/>
                    <a:pt x="442" y="292"/>
                    <a:pt x="442" y="287"/>
                  </a:cubicBezTo>
                  <a:cubicBezTo>
                    <a:pt x="442" y="274"/>
                    <a:pt x="442" y="274"/>
                    <a:pt x="442" y="274"/>
                  </a:cubicBezTo>
                  <a:cubicBezTo>
                    <a:pt x="442" y="274"/>
                    <a:pt x="438" y="266"/>
                    <a:pt x="422" y="266"/>
                  </a:cubicBezTo>
                  <a:cubicBezTo>
                    <a:pt x="406" y="266"/>
                    <a:pt x="401" y="274"/>
                    <a:pt x="401" y="274"/>
                  </a:cubicBezTo>
                  <a:cubicBezTo>
                    <a:pt x="401" y="316"/>
                    <a:pt x="401" y="316"/>
                    <a:pt x="401" y="316"/>
                  </a:cubicBezTo>
                  <a:cubicBezTo>
                    <a:pt x="401" y="316"/>
                    <a:pt x="401" y="321"/>
                    <a:pt x="395" y="321"/>
                  </a:cubicBezTo>
                  <a:cubicBezTo>
                    <a:pt x="388" y="321"/>
                    <a:pt x="386" y="315"/>
                    <a:pt x="386" y="315"/>
                  </a:cubicBezTo>
                  <a:cubicBezTo>
                    <a:pt x="386" y="275"/>
                    <a:pt x="386" y="275"/>
                    <a:pt x="386" y="275"/>
                  </a:cubicBezTo>
                  <a:cubicBezTo>
                    <a:pt x="386" y="275"/>
                    <a:pt x="382" y="259"/>
                    <a:pt x="364" y="259"/>
                  </a:cubicBezTo>
                  <a:cubicBezTo>
                    <a:pt x="346" y="259"/>
                    <a:pt x="343" y="273"/>
                    <a:pt x="343" y="273"/>
                  </a:cubicBezTo>
                  <a:cubicBezTo>
                    <a:pt x="343" y="315"/>
                    <a:pt x="343" y="315"/>
                    <a:pt x="343" y="315"/>
                  </a:cubicBezTo>
                  <a:cubicBezTo>
                    <a:pt x="343" y="315"/>
                    <a:pt x="343" y="320"/>
                    <a:pt x="336" y="320"/>
                  </a:cubicBezTo>
                  <a:cubicBezTo>
                    <a:pt x="330" y="320"/>
                    <a:pt x="330" y="316"/>
                    <a:pt x="330" y="316"/>
                  </a:cubicBezTo>
                  <a:cubicBezTo>
                    <a:pt x="330" y="316"/>
                    <a:pt x="331" y="291"/>
                    <a:pt x="330" y="280"/>
                  </a:cubicBezTo>
                  <a:cubicBezTo>
                    <a:pt x="330" y="269"/>
                    <a:pt x="318" y="268"/>
                    <a:pt x="310" y="268"/>
                  </a:cubicBezTo>
                  <a:cubicBezTo>
                    <a:pt x="303" y="267"/>
                    <a:pt x="293" y="269"/>
                    <a:pt x="289" y="274"/>
                  </a:cubicBezTo>
                  <a:cubicBezTo>
                    <a:pt x="287" y="277"/>
                    <a:pt x="288" y="289"/>
                    <a:pt x="288" y="289"/>
                  </a:cubicBezTo>
                  <a:cubicBezTo>
                    <a:pt x="237" y="289"/>
                    <a:pt x="237" y="289"/>
                    <a:pt x="237" y="289"/>
                  </a:cubicBezTo>
                  <a:cubicBezTo>
                    <a:pt x="237" y="279"/>
                    <a:pt x="218" y="276"/>
                    <a:pt x="210" y="276"/>
                  </a:cubicBezTo>
                  <a:cubicBezTo>
                    <a:pt x="202" y="276"/>
                    <a:pt x="199" y="272"/>
                    <a:pt x="199" y="272"/>
                  </a:cubicBezTo>
                  <a:cubicBezTo>
                    <a:pt x="199" y="272"/>
                    <a:pt x="80" y="67"/>
                    <a:pt x="61" y="60"/>
                  </a:cubicBezTo>
                  <a:cubicBezTo>
                    <a:pt x="41" y="52"/>
                    <a:pt x="28" y="55"/>
                    <a:pt x="17" y="54"/>
                  </a:cubicBezTo>
                  <a:cubicBezTo>
                    <a:pt x="6" y="53"/>
                    <a:pt x="0" y="54"/>
                    <a:pt x="0" y="49"/>
                  </a:cubicBezTo>
                  <a:cubicBezTo>
                    <a:pt x="0" y="46"/>
                    <a:pt x="4" y="44"/>
                    <a:pt x="18" y="44"/>
                  </a:cubicBezTo>
                  <a:cubicBezTo>
                    <a:pt x="31" y="44"/>
                    <a:pt x="43" y="44"/>
                    <a:pt x="55" y="36"/>
                  </a:cubicBezTo>
                  <a:cubicBezTo>
                    <a:pt x="85" y="19"/>
                    <a:pt x="174" y="0"/>
                    <a:pt x="174" y="0"/>
                  </a:cubicBezTo>
                  <a:lnTo>
                    <a:pt x="424" y="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9" name="Freeform 103">
              <a:extLst>
                <a:ext uri="{FF2B5EF4-FFF2-40B4-BE49-F238E27FC236}">
                  <a16:creationId xmlns:a16="http://schemas.microsoft.com/office/drawing/2014/main" id="{4FA44EE8-4906-4A72-B99D-B9EA9F2D5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093"/>
              <a:ext cx="472" cy="569"/>
            </a:xfrm>
            <a:custGeom>
              <a:avLst/>
              <a:gdLst>
                <a:gd name="T0" fmla="*/ 151 w 488"/>
                <a:gd name="T1" fmla="*/ 535 h 587"/>
                <a:gd name="T2" fmla="*/ 55 w 488"/>
                <a:gd name="T3" fmla="*/ 511 h 587"/>
                <a:gd name="T4" fmla="*/ 21 w 488"/>
                <a:gd name="T5" fmla="*/ 506 h 587"/>
                <a:gd name="T6" fmla="*/ 6 w 488"/>
                <a:gd name="T7" fmla="*/ 503 h 587"/>
                <a:gd name="T8" fmla="*/ 20 w 488"/>
                <a:gd name="T9" fmla="*/ 499 h 587"/>
                <a:gd name="T10" fmla="*/ 61 w 488"/>
                <a:gd name="T11" fmla="*/ 495 h 587"/>
                <a:gd name="T12" fmla="*/ 207 w 488"/>
                <a:gd name="T13" fmla="*/ 309 h 587"/>
                <a:gd name="T14" fmla="*/ 200 w 488"/>
                <a:gd name="T15" fmla="*/ 298 h 587"/>
                <a:gd name="T16" fmla="*/ 201 w 488"/>
                <a:gd name="T17" fmla="*/ 286 h 587"/>
                <a:gd name="T18" fmla="*/ 207 w 488"/>
                <a:gd name="T19" fmla="*/ 275 h 587"/>
                <a:gd name="T20" fmla="*/ 182 w 488"/>
                <a:gd name="T21" fmla="*/ 250 h 587"/>
                <a:gd name="T22" fmla="*/ 160 w 488"/>
                <a:gd name="T23" fmla="*/ 231 h 587"/>
                <a:gd name="T24" fmla="*/ 159 w 488"/>
                <a:gd name="T25" fmla="*/ 231 h 587"/>
                <a:gd name="T26" fmla="*/ 49 w 488"/>
                <a:gd name="T27" fmla="*/ 181 h 587"/>
                <a:gd name="T28" fmla="*/ 15 w 488"/>
                <a:gd name="T29" fmla="*/ 170 h 587"/>
                <a:gd name="T30" fmla="*/ 0 w 488"/>
                <a:gd name="T31" fmla="*/ 164 h 587"/>
                <a:gd name="T32" fmla="*/ 15 w 488"/>
                <a:gd name="T33" fmla="*/ 157 h 587"/>
                <a:gd name="T34" fmla="*/ 55 w 488"/>
                <a:gd name="T35" fmla="*/ 148 h 587"/>
                <a:gd name="T36" fmla="*/ 185 w 488"/>
                <a:gd name="T37" fmla="*/ 49 h 587"/>
                <a:gd name="T38" fmla="*/ 194 w 488"/>
                <a:gd name="T39" fmla="*/ 46 h 587"/>
                <a:gd name="T40" fmla="*/ 214 w 488"/>
                <a:gd name="T41" fmla="*/ 32 h 587"/>
                <a:gd name="T42" fmla="*/ 255 w 488"/>
                <a:gd name="T43" fmla="*/ 32 h 587"/>
                <a:gd name="T44" fmla="*/ 273 w 488"/>
                <a:gd name="T45" fmla="*/ 25 h 587"/>
                <a:gd name="T46" fmla="*/ 274 w 488"/>
                <a:gd name="T47" fmla="*/ 13 h 587"/>
                <a:gd name="T48" fmla="*/ 285 w 488"/>
                <a:gd name="T49" fmla="*/ 15 h 587"/>
                <a:gd name="T50" fmla="*/ 285 w 488"/>
                <a:gd name="T51" fmla="*/ 46 h 587"/>
                <a:gd name="T52" fmla="*/ 307 w 488"/>
                <a:gd name="T53" fmla="*/ 61 h 587"/>
                <a:gd name="T54" fmla="*/ 326 w 488"/>
                <a:gd name="T55" fmla="*/ 46 h 587"/>
                <a:gd name="T56" fmla="*/ 326 w 488"/>
                <a:gd name="T57" fmla="*/ 7 h 587"/>
                <a:gd name="T58" fmla="*/ 336 w 488"/>
                <a:gd name="T59" fmla="*/ 7 h 587"/>
                <a:gd name="T60" fmla="*/ 336 w 488"/>
                <a:gd name="T61" fmla="*/ 46 h 587"/>
                <a:gd name="T62" fmla="*/ 359 w 488"/>
                <a:gd name="T63" fmla="*/ 61 h 587"/>
                <a:gd name="T64" fmla="*/ 378 w 488"/>
                <a:gd name="T65" fmla="*/ 47 h 587"/>
                <a:gd name="T66" fmla="*/ 378 w 488"/>
                <a:gd name="T67" fmla="*/ 16 h 587"/>
                <a:gd name="T68" fmla="*/ 382 w 488"/>
                <a:gd name="T69" fmla="*/ 10 h 587"/>
                <a:gd name="T70" fmla="*/ 386 w 488"/>
                <a:gd name="T71" fmla="*/ 21 h 587"/>
                <a:gd name="T72" fmla="*/ 400 w 488"/>
                <a:gd name="T73" fmla="*/ 36 h 587"/>
                <a:gd name="T74" fmla="*/ 433 w 488"/>
                <a:gd name="T75" fmla="*/ 36 h 587"/>
                <a:gd name="T76" fmla="*/ 441 w 488"/>
                <a:gd name="T77" fmla="*/ 46 h 587"/>
                <a:gd name="T78" fmla="*/ 416 w 488"/>
                <a:gd name="T79" fmla="*/ 72 h 587"/>
                <a:gd name="T80" fmla="*/ 400 w 488"/>
                <a:gd name="T81" fmla="*/ 90 h 587"/>
                <a:gd name="T82" fmla="*/ 294 w 488"/>
                <a:gd name="T83" fmla="*/ 142 h 587"/>
                <a:gd name="T84" fmla="*/ 258 w 488"/>
                <a:gd name="T85" fmla="*/ 148 h 587"/>
                <a:gd name="T86" fmla="*/ 239 w 488"/>
                <a:gd name="T87" fmla="*/ 164 h 587"/>
                <a:gd name="T88" fmla="*/ 257 w 488"/>
                <a:gd name="T89" fmla="*/ 177 h 587"/>
                <a:gd name="T90" fmla="*/ 294 w 488"/>
                <a:gd name="T91" fmla="*/ 187 h 587"/>
                <a:gd name="T92" fmla="*/ 405 w 488"/>
                <a:gd name="T93" fmla="*/ 279 h 587"/>
                <a:gd name="T94" fmla="*/ 407 w 488"/>
                <a:gd name="T95" fmla="*/ 280 h 587"/>
                <a:gd name="T96" fmla="*/ 424 w 488"/>
                <a:gd name="T97" fmla="*/ 282 h 587"/>
                <a:gd name="T98" fmla="*/ 434 w 488"/>
                <a:gd name="T99" fmla="*/ 289 h 587"/>
                <a:gd name="T100" fmla="*/ 425 w 488"/>
                <a:gd name="T101" fmla="*/ 298 h 587"/>
                <a:gd name="T102" fmla="*/ 406 w 488"/>
                <a:gd name="T103" fmla="*/ 303 h 587"/>
                <a:gd name="T104" fmla="*/ 275 w 488"/>
                <a:gd name="T105" fmla="*/ 492 h 587"/>
                <a:gd name="T106" fmla="*/ 239 w 488"/>
                <a:gd name="T107" fmla="*/ 495 h 587"/>
                <a:gd name="T108" fmla="*/ 219 w 488"/>
                <a:gd name="T109" fmla="*/ 503 h 587"/>
                <a:gd name="T110" fmla="*/ 237 w 488"/>
                <a:gd name="T111" fmla="*/ 509 h 587"/>
                <a:gd name="T112" fmla="*/ 274 w 488"/>
                <a:gd name="T113" fmla="*/ 514 h 587"/>
                <a:gd name="T114" fmla="*/ 368 w 488"/>
                <a:gd name="T115" fmla="*/ 535 h 587"/>
                <a:gd name="T116" fmla="*/ 151 w 488"/>
                <a:gd name="T117" fmla="*/ 535 h 5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88" h="587">
                  <a:moveTo>
                    <a:pt x="166" y="587"/>
                  </a:moveTo>
                  <a:cubicBezTo>
                    <a:pt x="166" y="587"/>
                    <a:pt x="91" y="573"/>
                    <a:pt x="61" y="561"/>
                  </a:cubicBezTo>
                  <a:cubicBezTo>
                    <a:pt x="49" y="556"/>
                    <a:pt x="37" y="555"/>
                    <a:pt x="24" y="555"/>
                  </a:cubicBezTo>
                  <a:cubicBezTo>
                    <a:pt x="10" y="555"/>
                    <a:pt x="6" y="554"/>
                    <a:pt x="6" y="552"/>
                  </a:cubicBezTo>
                  <a:cubicBezTo>
                    <a:pt x="6" y="548"/>
                    <a:pt x="12" y="549"/>
                    <a:pt x="23" y="548"/>
                  </a:cubicBezTo>
                  <a:cubicBezTo>
                    <a:pt x="34" y="548"/>
                    <a:pt x="47" y="550"/>
                    <a:pt x="67" y="544"/>
                  </a:cubicBezTo>
                  <a:cubicBezTo>
                    <a:pt x="86" y="538"/>
                    <a:pt x="229" y="351"/>
                    <a:pt x="229" y="339"/>
                  </a:cubicBezTo>
                  <a:cubicBezTo>
                    <a:pt x="229" y="339"/>
                    <a:pt x="230" y="332"/>
                    <a:pt x="221" y="327"/>
                  </a:cubicBezTo>
                  <a:cubicBezTo>
                    <a:pt x="217" y="325"/>
                    <a:pt x="216" y="317"/>
                    <a:pt x="222" y="314"/>
                  </a:cubicBezTo>
                  <a:cubicBezTo>
                    <a:pt x="230" y="309"/>
                    <a:pt x="229" y="302"/>
                    <a:pt x="229" y="302"/>
                  </a:cubicBezTo>
                  <a:cubicBezTo>
                    <a:pt x="229" y="290"/>
                    <a:pt x="202" y="289"/>
                    <a:pt x="201" y="274"/>
                  </a:cubicBezTo>
                  <a:cubicBezTo>
                    <a:pt x="201" y="274"/>
                    <a:pt x="199" y="260"/>
                    <a:pt x="177" y="254"/>
                  </a:cubicBezTo>
                  <a:cubicBezTo>
                    <a:pt x="176" y="254"/>
                    <a:pt x="176" y="254"/>
                    <a:pt x="176" y="254"/>
                  </a:cubicBezTo>
                  <a:cubicBezTo>
                    <a:pt x="176" y="254"/>
                    <a:pt x="85" y="225"/>
                    <a:pt x="55" y="199"/>
                  </a:cubicBezTo>
                  <a:cubicBezTo>
                    <a:pt x="43" y="188"/>
                    <a:pt x="32" y="187"/>
                    <a:pt x="18" y="187"/>
                  </a:cubicBezTo>
                  <a:cubicBezTo>
                    <a:pt x="4" y="187"/>
                    <a:pt x="0" y="185"/>
                    <a:pt x="0" y="179"/>
                  </a:cubicBezTo>
                  <a:cubicBezTo>
                    <a:pt x="0" y="172"/>
                    <a:pt x="6" y="173"/>
                    <a:pt x="17" y="172"/>
                  </a:cubicBezTo>
                  <a:cubicBezTo>
                    <a:pt x="28" y="171"/>
                    <a:pt x="41" y="175"/>
                    <a:pt x="61" y="163"/>
                  </a:cubicBezTo>
                  <a:cubicBezTo>
                    <a:pt x="81" y="151"/>
                    <a:pt x="204" y="55"/>
                    <a:pt x="204" y="55"/>
                  </a:cubicBezTo>
                  <a:cubicBezTo>
                    <a:pt x="204" y="55"/>
                    <a:pt x="206" y="51"/>
                    <a:pt x="215" y="50"/>
                  </a:cubicBezTo>
                  <a:cubicBezTo>
                    <a:pt x="238" y="46"/>
                    <a:pt x="237" y="35"/>
                    <a:pt x="237" y="35"/>
                  </a:cubicBezTo>
                  <a:cubicBezTo>
                    <a:pt x="237" y="35"/>
                    <a:pt x="264" y="35"/>
                    <a:pt x="282" y="35"/>
                  </a:cubicBezTo>
                  <a:cubicBezTo>
                    <a:pt x="300" y="35"/>
                    <a:pt x="302" y="28"/>
                    <a:pt x="302" y="28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11" y="9"/>
                    <a:pt x="315" y="15"/>
                    <a:pt x="315" y="15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5" y="51"/>
                    <a:pt x="316" y="67"/>
                    <a:pt x="339" y="67"/>
                  </a:cubicBezTo>
                  <a:cubicBezTo>
                    <a:pt x="362" y="67"/>
                    <a:pt x="360" y="51"/>
                    <a:pt x="360" y="51"/>
                  </a:cubicBezTo>
                  <a:cubicBezTo>
                    <a:pt x="360" y="7"/>
                    <a:pt x="360" y="7"/>
                    <a:pt x="360" y="7"/>
                  </a:cubicBezTo>
                  <a:cubicBezTo>
                    <a:pt x="365" y="0"/>
                    <a:pt x="371" y="7"/>
                    <a:pt x="371" y="7"/>
                  </a:cubicBezTo>
                  <a:cubicBezTo>
                    <a:pt x="371" y="51"/>
                    <a:pt x="371" y="51"/>
                    <a:pt x="371" y="51"/>
                  </a:cubicBezTo>
                  <a:cubicBezTo>
                    <a:pt x="371" y="51"/>
                    <a:pt x="370" y="67"/>
                    <a:pt x="397" y="67"/>
                  </a:cubicBezTo>
                  <a:cubicBezTo>
                    <a:pt x="420" y="67"/>
                    <a:pt x="418" y="52"/>
                    <a:pt x="418" y="52"/>
                  </a:cubicBezTo>
                  <a:cubicBezTo>
                    <a:pt x="418" y="52"/>
                    <a:pt x="418" y="27"/>
                    <a:pt x="418" y="18"/>
                  </a:cubicBezTo>
                  <a:cubicBezTo>
                    <a:pt x="418" y="10"/>
                    <a:pt x="422" y="10"/>
                    <a:pt x="422" y="10"/>
                  </a:cubicBezTo>
                  <a:cubicBezTo>
                    <a:pt x="422" y="10"/>
                    <a:pt x="427" y="9"/>
                    <a:pt x="427" y="24"/>
                  </a:cubicBezTo>
                  <a:cubicBezTo>
                    <a:pt x="427" y="39"/>
                    <a:pt x="442" y="39"/>
                    <a:pt x="442" y="39"/>
                  </a:cubicBezTo>
                  <a:cubicBezTo>
                    <a:pt x="479" y="39"/>
                    <a:pt x="479" y="39"/>
                    <a:pt x="479" y="39"/>
                  </a:cubicBezTo>
                  <a:cubicBezTo>
                    <a:pt x="488" y="44"/>
                    <a:pt x="487" y="51"/>
                    <a:pt x="487" y="51"/>
                  </a:cubicBezTo>
                  <a:cubicBezTo>
                    <a:pt x="487" y="56"/>
                    <a:pt x="459" y="65"/>
                    <a:pt x="460" y="78"/>
                  </a:cubicBezTo>
                  <a:cubicBezTo>
                    <a:pt x="461" y="92"/>
                    <a:pt x="442" y="99"/>
                    <a:pt x="442" y="99"/>
                  </a:cubicBezTo>
                  <a:cubicBezTo>
                    <a:pt x="442" y="99"/>
                    <a:pt x="346" y="147"/>
                    <a:pt x="325" y="157"/>
                  </a:cubicBezTo>
                  <a:cubicBezTo>
                    <a:pt x="309" y="165"/>
                    <a:pt x="296" y="162"/>
                    <a:pt x="285" y="163"/>
                  </a:cubicBezTo>
                  <a:cubicBezTo>
                    <a:pt x="274" y="164"/>
                    <a:pt x="264" y="168"/>
                    <a:pt x="264" y="179"/>
                  </a:cubicBezTo>
                  <a:cubicBezTo>
                    <a:pt x="264" y="184"/>
                    <a:pt x="270" y="195"/>
                    <a:pt x="284" y="195"/>
                  </a:cubicBezTo>
                  <a:cubicBezTo>
                    <a:pt x="297" y="195"/>
                    <a:pt x="313" y="194"/>
                    <a:pt x="325" y="205"/>
                  </a:cubicBezTo>
                  <a:cubicBezTo>
                    <a:pt x="354" y="232"/>
                    <a:pt x="448" y="306"/>
                    <a:pt x="448" y="306"/>
                  </a:cubicBezTo>
                  <a:cubicBezTo>
                    <a:pt x="450" y="307"/>
                    <a:pt x="450" y="307"/>
                    <a:pt x="450" y="307"/>
                  </a:cubicBezTo>
                  <a:cubicBezTo>
                    <a:pt x="450" y="307"/>
                    <a:pt x="455" y="310"/>
                    <a:pt x="468" y="309"/>
                  </a:cubicBezTo>
                  <a:cubicBezTo>
                    <a:pt x="477" y="309"/>
                    <a:pt x="480" y="312"/>
                    <a:pt x="480" y="317"/>
                  </a:cubicBezTo>
                  <a:cubicBezTo>
                    <a:pt x="480" y="322"/>
                    <a:pt x="479" y="327"/>
                    <a:pt x="469" y="327"/>
                  </a:cubicBezTo>
                  <a:cubicBezTo>
                    <a:pt x="454" y="328"/>
                    <a:pt x="449" y="333"/>
                    <a:pt x="449" y="333"/>
                  </a:cubicBezTo>
                  <a:cubicBezTo>
                    <a:pt x="449" y="333"/>
                    <a:pt x="325" y="536"/>
                    <a:pt x="304" y="541"/>
                  </a:cubicBezTo>
                  <a:cubicBezTo>
                    <a:pt x="288" y="545"/>
                    <a:pt x="275" y="544"/>
                    <a:pt x="264" y="544"/>
                  </a:cubicBezTo>
                  <a:cubicBezTo>
                    <a:pt x="252" y="545"/>
                    <a:pt x="243" y="546"/>
                    <a:pt x="242" y="552"/>
                  </a:cubicBezTo>
                  <a:cubicBezTo>
                    <a:pt x="242" y="554"/>
                    <a:pt x="249" y="559"/>
                    <a:pt x="262" y="559"/>
                  </a:cubicBezTo>
                  <a:cubicBezTo>
                    <a:pt x="276" y="559"/>
                    <a:pt x="291" y="559"/>
                    <a:pt x="303" y="564"/>
                  </a:cubicBezTo>
                  <a:cubicBezTo>
                    <a:pt x="333" y="577"/>
                    <a:pt x="406" y="587"/>
                    <a:pt x="406" y="587"/>
                  </a:cubicBezTo>
                  <a:lnTo>
                    <a:pt x="166" y="58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0" name="Freeform 104">
              <a:extLst>
                <a:ext uri="{FF2B5EF4-FFF2-40B4-BE49-F238E27FC236}">
                  <a16:creationId xmlns:a16="http://schemas.microsoft.com/office/drawing/2014/main" id="{CCB9EB5E-9AEF-4263-99E3-89A8FEC76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093"/>
              <a:ext cx="472" cy="569"/>
            </a:xfrm>
            <a:custGeom>
              <a:avLst/>
              <a:gdLst>
                <a:gd name="T0" fmla="*/ 162 w 488"/>
                <a:gd name="T1" fmla="*/ 535 h 587"/>
                <a:gd name="T2" fmla="*/ 55 w 488"/>
                <a:gd name="T3" fmla="*/ 511 h 587"/>
                <a:gd name="T4" fmla="*/ 21 w 488"/>
                <a:gd name="T5" fmla="*/ 506 h 587"/>
                <a:gd name="T6" fmla="*/ 6 w 488"/>
                <a:gd name="T7" fmla="*/ 503 h 587"/>
                <a:gd name="T8" fmla="*/ 20 w 488"/>
                <a:gd name="T9" fmla="*/ 499 h 587"/>
                <a:gd name="T10" fmla="*/ 61 w 488"/>
                <a:gd name="T11" fmla="*/ 495 h 587"/>
                <a:gd name="T12" fmla="*/ 207 w 488"/>
                <a:gd name="T13" fmla="*/ 310 h 587"/>
                <a:gd name="T14" fmla="*/ 200 w 488"/>
                <a:gd name="T15" fmla="*/ 299 h 587"/>
                <a:gd name="T16" fmla="*/ 201 w 488"/>
                <a:gd name="T17" fmla="*/ 286 h 587"/>
                <a:gd name="T18" fmla="*/ 207 w 488"/>
                <a:gd name="T19" fmla="*/ 275 h 587"/>
                <a:gd name="T20" fmla="*/ 182 w 488"/>
                <a:gd name="T21" fmla="*/ 250 h 587"/>
                <a:gd name="T22" fmla="*/ 160 w 488"/>
                <a:gd name="T23" fmla="*/ 232 h 587"/>
                <a:gd name="T24" fmla="*/ 157 w 488"/>
                <a:gd name="T25" fmla="*/ 231 h 587"/>
                <a:gd name="T26" fmla="*/ 49 w 488"/>
                <a:gd name="T27" fmla="*/ 181 h 587"/>
                <a:gd name="T28" fmla="*/ 15 w 488"/>
                <a:gd name="T29" fmla="*/ 170 h 587"/>
                <a:gd name="T30" fmla="*/ 0 w 488"/>
                <a:gd name="T31" fmla="*/ 164 h 587"/>
                <a:gd name="T32" fmla="*/ 15 w 488"/>
                <a:gd name="T33" fmla="*/ 157 h 587"/>
                <a:gd name="T34" fmla="*/ 55 w 488"/>
                <a:gd name="T35" fmla="*/ 148 h 587"/>
                <a:gd name="T36" fmla="*/ 185 w 488"/>
                <a:gd name="T37" fmla="*/ 49 h 587"/>
                <a:gd name="T38" fmla="*/ 194 w 488"/>
                <a:gd name="T39" fmla="*/ 46 h 587"/>
                <a:gd name="T40" fmla="*/ 214 w 488"/>
                <a:gd name="T41" fmla="*/ 32 h 587"/>
                <a:gd name="T42" fmla="*/ 255 w 488"/>
                <a:gd name="T43" fmla="*/ 32 h 587"/>
                <a:gd name="T44" fmla="*/ 273 w 488"/>
                <a:gd name="T45" fmla="*/ 25 h 587"/>
                <a:gd name="T46" fmla="*/ 274 w 488"/>
                <a:gd name="T47" fmla="*/ 13 h 587"/>
                <a:gd name="T48" fmla="*/ 285 w 488"/>
                <a:gd name="T49" fmla="*/ 15 h 587"/>
                <a:gd name="T50" fmla="*/ 285 w 488"/>
                <a:gd name="T51" fmla="*/ 46 h 587"/>
                <a:gd name="T52" fmla="*/ 307 w 488"/>
                <a:gd name="T53" fmla="*/ 61 h 587"/>
                <a:gd name="T54" fmla="*/ 326 w 488"/>
                <a:gd name="T55" fmla="*/ 46 h 587"/>
                <a:gd name="T56" fmla="*/ 326 w 488"/>
                <a:gd name="T57" fmla="*/ 7 h 587"/>
                <a:gd name="T58" fmla="*/ 336 w 488"/>
                <a:gd name="T59" fmla="*/ 7 h 587"/>
                <a:gd name="T60" fmla="*/ 336 w 488"/>
                <a:gd name="T61" fmla="*/ 46 h 587"/>
                <a:gd name="T62" fmla="*/ 359 w 488"/>
                <a:gd name="T63" fmla="*/ 61 h 587"/>
                <a:gd name="T64" fmla="*/ 378 w 488"/>
                <a:gd name="T65" fmla="*/ 47 h 587"/>
                <a:gd name="T66" fmla="*/ 378 w 488"/>
                <a:gd name="T67" fmla="*/ 16 h 587"/>
                <a:gd name="T68" fmla="*/ 382 w 488"/>
                <a:gd name="T69" fmla="*/ 10 h 587"/>
                <a:gd name="T70" fmla="*/ 386 w 488"/>
                <a:gd name="T71" fmla="*/ 21 h 587"/>
                <a:gd name="T72" fmla="*/ 400 w 488"/>
                <a:gd name="T73" fmla="*/ 36 h 587"/>
                <a:gd name="T74" fmla="*/ 433 w 488"/>
                <a:gd name="T75" fmla="*/ 36 h 587"/>
                <a:gd name="T76" fmla="*/ 441 w 488"/>
                <a:gd name="T77" fmla="*/ 46 h 587"/>
                <a:gd name="T78" fmla="*/ 416 w 488"/>
                <a:gd name="T79" fmla="*/ 72 h 587"/>
                <a:gd name="T80" fmla="*/ 400 w 488"/>
                <a:gd name="T81" fmla="*/ 90 h 587"/>
                <a:gd name="T82" fmla="*/ 294 w 488"/>
                <a:gd name="T83" fmla="*/ 142 h 587"/>
                <a:gd name="T84" fmla="*/ 258 w 488"/>
                <a:gd name="T85" fmla="*/ 148 h 587"/>
                <a:gd name="T86" fmla="*/ 239 w 488"/>
                <a:gd name="T87" fmla="*/ 164 h 587"/>
                <a:gd name="T88" fmla="*/ 257 w 488"/>
                <a:gd name="T89" fmla="*/ 177 h 587"/>
                <a:gd name="T90" fmla="*/ 294 w 488"/>
                <a:gd name="T91" fmla="*/ 187 h 587"/>
                <a:gd name="T92" fmla="*/ 409 w 488"/>
                <a:gd name="T93" fmla="*/ 278 h 587"/>
                <a:gd name="T94" fmla="*/ 410 w 488"/>
                <a:gd name="T95" fmla="*/ 279 h 587"/>
                <a:gd name="T96" fmla="*/ 412 w 488"/>
                <a:gd name="T97" fmla="*/ 280 h 587"/>
                <a:gd name="T98" fmla="*/ 428 w 488"/>
                <a:gd name="T99" fmla="*/ 282 h 587"/>
                <a:gd name="T100" fmla="*/ 439 w 488"/>
                <a:gd name="T101" fmla="*/ 289 h 587"/>
                <a:gd name="T102" fmla="*/ 428 w 488"/>
                <a:gd name="T103" fmla="*/ 298 h 587"/>
                <a:gd name="T104" fmla="*/ 411 w 488"/>
                <a:gd name="T105" fmla="*/ 303 h 587"/>
                <a:gd name="T106" fmla="*/ 280 w 488"/>
                <a:gd name="T107" fmla="*/ 492 h 587"/>
                <a:gd name="T108" fmla="*/ 243 w 488"/>
                <a:gd name="T109" fmla="*/ 495 h 587"/>
                <a:gd name="T110" fmla="*/ 223 w 488"/>
                <a:gd name="T111" fmla="*/ 503 h 587"/>
                <a:gd name="T112" fmla="*/ 242 w 488"/>
                <a:gd name="T113" fmla="*/ 509 h 587"/>
                <a:gd name="T114" fmla="*/ 279 w 488"/>
                <a:gd name="T115" fmla="*/ 514 h 587"/>
                <a:gd name="T116" fmla="*/ 369 w 488"/>
                <a:gd name="T117" fmla="*/ 535 h 587"/>
                <a:gd name="T118" fmla="*/ 162 w 488"/>
                <a:gd name="T119" fmla="*/ 535 h 5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88" h="587">
                  <a:moveTo>
                    <a:pt x="180" y="587"/>
                  </a:moveTo>
                  <a:cubicBezTo>
                    <a:pt x="180" y="587"/>
                    <a:pt x="91" y="574"/>
                    <a:pt x="61" y="561"/>
                  </a:cubicBezTo>
                  <a:cubicBezTo>
                    <a:pt x="49" y="556"/>
                    <a:pt x="37" y="556"/>
                    <a:pt x="24" y="556"/>
                  </a:cubicBezTo>
                  <a:cubicBezTo>
                    <a:pt x="10" y="556"/>
                    <a:pt x="6" y="554"/>
                    <a:pt x="6" y="552"/>
                  </a:cubicBezTo>
                  <a:cubicBezTo>
                    <a:pt x="6" y="548"/>
                    <a:pt x="12" y="549"/>
                    <a:pt x="23" y="548"/>
                  </a:cubicBezTo>
                  <a:cubicBezTo>
                    <a:pt x="34" y="548"/>
                    <a:pt x="47" y="550"/>
                    <a:pt x="67" y="544"/>
                  </a:cubicBezTo>
                  <a:cubicBezTo>
                    <a:pt x="86" y="539"/>
                    <a:pt x="229" y="352"/>
                    <a:pt x="229" y="340"/>
                  </a:cubicBezTo>
                  <a:cubicBezTo>
                    <a:pt x="229" y="340"/>
                    <a:pt x="230" y="333"/>
                    <a:pt x="221" y="328"/>
                  </a:cubicBezTo>
                  <a:cubicBezTo>
                    <a:pt x="217" y="325"/>
                    <a:pt x="216" y="318"/>
                    <a:pt x="222" y="314"/>
                  </a:cubicBezTo>
                  <a:cubicBezTo>
                    <a:pt x="230" y="310"/>
                    <a:pt x="229" y="302"/>
                    <a:pt x="229" y="302"/>
                  </a:cubicBezTo>
                  <a:cubicBezTo>
                    <a:pt x="229" y="290"/>
                    <a:pt x="202" y="290"/>
                    <a:pt x="201" y="274"/>
                  </a:cubicBezTo>
                  <a:cubicBezTo>
                    <a:pt x="201" y="274"/>
                    <a:pt x="199" y="260"/>
                    <a:pt x="177" y="255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85" y="225"/>
                    <a:pt x="55" y="199"/>
                  </a:cubicBezTo>
                  <a:cubicBezTo>
                    <a:pt x="43" y="188"/>
                    <a:pt x="32" y="187"/>
                    <a:pt x="18" y="187"/>
                  </a:cubicBezTo>
                  <a:cubicBezTo>
                    <a:pt x="4" y="187"/>
                    <a:pt x="0" y="185"/>
                    <a:pt x="0" y="179"/>
                  </a:cubicBezTo>
                  <a:cubicBezTo>
                    <a:pt x="0" y="172"/>
                    <a:pt x="6" y="173"/>
                    <a:pt x="17" y="172"/>
                  </a:cubicBezTo>
                  <a:cubicBezTo>
                    <a:pt x="28" y="171"/>
                    <a:pt x="41" y="175"/>
                    <a:pt x="61" y="163"/>
                  </a:cubicBezTo>
                  <a:cubicBezTo>
                    <a:pt x="81" y="151"/>
                    <a:pt x="204" y="55"/>
                    <a:pt x="204" y="55"/>
                  </a:cubicBezTo>
                  <a:cubicBezTo>
                    <a:pt x="204" y="55"/>
                    <a:pt x="206" y="51"/>
                    <a:pt x="215" y="50"/>
                  </a:cubicBezTo>
                  <a:cubicBezTo>
                    <a:pt x="238" y="46"/>
                    <a:pt x="237" y="35"/>
                    <a:pt x="237" y="35"/>
                  </a:cubicBezTo>
                  <a:cubicBezTo>
                    <a:pt x="237" y="35"/>
                    <a:pt x="264" y="35"/>
                    <a:pt x="282" y="35"/>
                  </a:cubicBezTo>
                  <a:cubicBezTo>
                    <a:pt x="300" y="35"/>
                    <a:pt x="302" y="28"/>
                    <a:pt x="302" y="28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11" y="9"/>
                    <a:pt x="315" y="15"/>
                    <a:pt x="315" y="15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5" y="51"/>
                    <a:pt x="316" y="67"/>
                    <a:pt x="339" y="67"/>
                  </a:cubicBezTo>
                  <a:cubicBezTo>
                    <a:pt x="362" y="67"/>
                    <a:pt x="360" y="51"/>
                    <a:pt x="360" y="51"/>
                  </a:cubicBezTo>
                  <a:cubicBezTo>
                    <a:pt x="360" y="7"/>
                    <a:pt x="360" y="7"/>
                    <a:pt x="360" y="7"/>
                  </a:cubicBezTo>
                  <a:cubicBezTo>
                    <a:pt x="365" y="0"/>
                    <a:pt x="371" y="7"/>
                    <a:pt x="371" y="7"/>
                  </a:cubicBezTo>
                  <a:cubicBezTo>
                    <a:pt x="371" y="51"/>
                    <a:pt x="371" y="51"/>
                    <a:pt x="371" y="51"/>
                  </a:cubicBezTo>
                  <a:cubicBezTo>
                    <a:pt x="371" y="51"/>
                    <a:pt x="370" y="67"/>
                    <a:pt x="397" y="67"/>
                  </a:cubicBezTo>
                  <a:cubicBezTo>
                    <a:pt x="420" y="67"/>
                    <a:pt x="418" y="52"/>
                    <a:pt x="418" y="52"/>
                  </a:cubicBezTo>
                  <a:cubicBezTo>
                    <a:pt x="418" y="52"/>
                    <a:pt x="418" y="27"/>
                    <a:pt x="418" y="18"/>
                  </a:cubicBezTo>
                  <a:cubicBezTo>
                    <a:pt x="418" y="10"/>
                    <a:pt x="422" y="10"/>
                    <a:pt x="422" y="10"/>
                  </a:cubicBezTo>
                  <a:cubicBezTo>
                    <a:pt x="422" y="10"/>
                    <a:pt x="427" y="9"/>
                    <a:pt x="427" y="24"/>
                  </a:cubicBezTo>
                  <a:cubicBezTo>
                    <a:pt x="427" y="39"/>
                    <a:pt x="442" y="39"/>
                    <a:pt x="442" y="39"/>
                  </a:cubicBezTo>
                  <a:cubicBezTo>
                    <a:pt x="479" y="39"/>
                    <a:pt x="479" y="39"/>
                    <a:pt x="479" y="39"/>
                  </a:cubicBezTo>
                  <a:cubicBezTo>
                    <a:pt x="488" y="44"/>
                    <a:pt x="487" y="51"/>
                    <a:pt x="487" y="51"/>
                  </a:cubicBezTo>
                  <a:cubicBezTo>
                    <a:pt x="487" y="56"/>
                    <a:pt x="459" y="65"/>
                    <a:pt x="460" y="78"/>
                  </a:cubicBezTo>
                  <a:cubicBezTo>
                    <a:pt x="461" y="92"/>
                    <a:pt x="442" y="99"/>
                    <a:pt x="442" y="99"/>
                  </a:cubicBezTo>
                  <a:cubicBezTo>
                    <a:pt x="442" y="99"/>
                    <a:pt x="346" y="147"/>
                    <a:pt x="325" y="157"/>
                  </a:cubicBezTo>
                  <a:cubicBezTo>
                    <a:pt x="309" y="165"/>
                    <a:pt x="296" y="162"/>
                    <a:pt x="285" y="163"/>
                  </a:cubicBezTo>
                  <a:cubicBezTo>
                    <a:pt x="274" y="164"/>
                    <a:pt x="264" y="168"/>
                    <a:pt x="264" y="179"/>
                  </a:cubicBezTo>
                  <a:cubicBezTo>
                    <a:pt x="264" y="184"/>
                    <a:pt x="270" y="195"/>
                    <a:pt x="284" y="195"/>
                  </a:cubicBezTo>
                  <a:cubicBezTo>
                    <a:pt x="297" y="195"/>
                    <a:pt x="313" y="194"/>
                    <a:pt x="325" y="205"/>
                  </a:cubicBezTo>
                  <a:cubicBezTo>
                    <a:pt x="354" y="232"/>
                    <a:pt x="452" y="305"/>
                    <a:pt x="452" y="305"/>
                  </a:cubicBezTo>
                  <a:cubicBezTo>
                    <a:pt x="453" y="306"/>
                    <a:pt x="453" y="306"/>
                    <a:pt x="453" y="306"/>
                  </a:cubicBezTo>
                  <a:cubicBezTo>
                    <a:pt x="455" y="307"/>
                    <a:pt x="455" y="307"/>
                    <a:pt x="455" y="307"/>
                  </a:cubicBezTo>
                  <a:cubicBezTo>
                    <a:pt x="455" y="307"/>
                    <a:pt x="460" y="310"/>
                    <a:pt x="473" y="309"/>
                  </a:cubicBezTo>
                  <a:cubicBezTo>
                    <a:pt x="482" y="309"/>
                    <a:pt x="485" y="312"/>
                    <a:pt x="485" y="317"/>
                  </a:cubicBezTo>
                  <a:cubicBezTo>
                    <a:pt x="485" y="322"/>
                    <a:pt x="484" y="327"/>
                    <a:pt x="473" y="327"/>
                  </a:cubicBezTo>
                  <a:cubicBezTo>
                    <a:pt x="459" y="328"/>
                    <a:pt x="454" y="333"/>
                    <a:pt x="454" y="333"/>
                  </a:cubicBezTo>
                  <a:cubicBezTo>
                    <a:pt x="454" y="333"/>
                    <a:pt x="330" y="536"/>
                    <a:pt x="309" y="541"/>
                  </a:cubicBezTo>
                  <a:cubicBezTo>
                    <a:pt x="293" y="545"/>
                    <a:pt x="280" y="544"/>
                    <a:pt x="269" y="544"/>
                  </a:cubicBezTo>
                  <a:cubicBezTo>
                    <a:pt x="257" y="545"/>
                    <a:pt x="248" y="546"/>
                    <a:pt x="247" y="552"/>
                  </a:cubicBezTo>
                  <a:cubicBezTo>
                    <a:pt x="247" y="554"/>
                    <a:pt x="254" y="559"/>
                    <a:pt x="267" y="559"/>
                  </a:cubicBezTo>
                  <a:cubicBezTo>
                    <a:pt x="281" y="559"/>
                    <a:pt x="296" y="559"/>
                    <a:pt x="308" y="564"/>
                  </a:cubicBezTo>
                  <a:cubicBezTo>
                    <a:pt x="338" y="577"/>
                    <a:pt x="408" y="587"/>
                    <a:pt x="408" y="587"/>
                  </a:cubicBezTo>
                  <a:lnTo>
                    <a:pt x="180" y="58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1" name="Freeform 105">
              <a:extLst>
                <a:ext uri="{FF2B5EF4-FFF2-40B4-BE49-F238E27FC236}">
                  <a16:creationId xmlns:a16="http://schemas.microsoft.com/office/drawing/2014/main" id="{F2265AFB-34A6-4A40-BEA5-D5787A3A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093"/>
              <a:ext cx="476" cy="569"/>
            </a:xfrm>
            <a:custGeom>
              <a:avLst/>
              <a:gdLst>
                <a:gd name="T0" fmla="*/ 161 w 492"/>
                <a:gd name="T1" fmla="*/ 535 h 587"/>
                <a:gd name="T2" fmla="*/ 53 w 492"/>
                <a:gd name="T3" fmla="*/ 511 h 587"/>
                <a:gd name="T4" fmla="*/ 19 w 492"/>
                <a:gd name="T5" fmla="*/ 506 h 587"/>
                <a:gd name="T6" fmla="*/ 4 w 492"/>
                <a:gd name="T7" fmla="*/ 503 h 587"/>
                <a:gd name="T8" fmla="*/ 18 w 492"/>
                <a:gd name="T9" fmla="*/ 499 h 587"/>
                <a:gd name="T10" fmla="*/ 59 w 492"/>
                <a:gd name="T11" fmla="*/ 495 h 587"/>
                <a:gd name="T12" fmla="*/ 206 w 492"/>
                <a:gd name="T13" fmla="*/ 309 h 587"/>
                <a:gd name="T14" fmla="*/ 198 w 492"/>
                <a:gd name="T15" fmla="*/ 298 h 587"/>
                <a:gd name="T16" fmla="*/ 199 w 492"/>
                <a:gd name="T17" fmla="*/ 286 h 587"/>
                <a:gd name="T18" fmla="*/ 206 w 492"/>
                <a:gd name="T19" fmla="*/ 275 h 587"/>
                <a:gd name="T20" fmla="*/ 181 w 492"/>
                <a:gd name="T21" fmla="*/ 250 h 587"/>
                <a:gd name="T22" fmla="*/ 159 w 492"/>
                <a:gd name="T23" fmla="*/ 231 h 587"/>
                <a:gd name="T24" fmla="*/ 158 w 492"/>
                <a:gd name="T25" fmla="*/ 231 h 587"/>
                <a:gd name="T26" fmla="*/ 49 w 492"/>
                <a:gd name="T27" fmla="*/ 181 h 587"/>
                <a:gd name="T28" fmla="*/ 15 w 492"/>
                <a:gd name="T29" fmla="*/ 170 h 587"/>
                <a:gd name="T30" fmla="*/ 0 w 492"/>
                <a:gd name="T31" fmla="*/ 164 h 587"/>
                <a:gd name="T32" fmla="*/ 15 w 492"/>
                <a:gd name="T33" fmla="*/ 157 h 587"/>
                <a:gd name="T34" fmla="*/ 55 w 492"/>
                <a:gd name="T35" fmla="*/ 148 h 587"/>
                <a:gd name="T36" fmla="*/ 184 w 492"/>
                <a:gd name="T37" fmla="*/ 49 h 587"/>
                <a:gd name="T38" fmla="*/ 193 w 492"/>
                <a:gd name="T39" fmla="*/ 46 h 587"/>
                <a:gd name="T40" fmla="*/ 215 w 492"/>
                <a:gd name="T41" fmla="*/ 32 h 587"/>
                <a:gd name="T42" fmla="*/ 255 w 492"/>
                <a:gd name="T43" fmla="*/ 32 h 587"/>
                <a:gd name="T44" fmla="*/ 273 w 492"/>
                <a:gd name="T45" fmla="*/ 25 h 587"/>
                <a:gd name="T46" fmla="*/ 274 w 492"/>
                <a:gd name="T47" fmla="*/ 13 h 587"/>
                <a:gd name="T48" fmla="*/ 285 w 492"/>
                <a:gd name="T49" fmla="*/ 15 h 587"/>
                <a:gd name="T50" fmla="*/ 285 w 492"/>
                <a:gd name="T51" fmla="*/ 46 h 587"/>
                <a:gd name="T52" fmla="*/ 306 w 492"/>
                <a:gd name="T53" fmla="*/ 61 h 587"/>
                <a:gd name="T54" fmla="*/ 326 w 492"/>
                <a:gd name="T55" fmla="*/ 46 h 587"/>
                <a:gd name="T56" fmla="*/ 326 w 492"/>
                <a:gd name="T57" fmla="*/ 7 h 587"/>
                <a:gd name="T58" fmla="*/ 336 w 492"/>
                <a:gd name="T59" fmla="*/ 7 h 587"/>
                <a:gd name="T60" fmla="*/ 336 w 492"/>
                <a:gd name="T61" fmla="*/ 46 h 587"/>
                <a:gd name="T62" fmla="*/ 359 w 492"/>
                <a:gd name="T63" fmla="*/ 61 h 587"/>
                <a:gd name="T64" fmla="*/ 378 w 492"/>
                <a:gd name="T65" fmla="*/ 47 h 587"/>
                <a:gd name="T66" fmla="*/ 378 w 492"/>
                <a:gd name="T67" fmla="*/ 16 h 587"/>
                <a:gd name="T68" fmla="*/ 382 w 492"/>
                <a:gd name="T69" fmla="*/ 10 h 587"/>
                <a:gd name="T70" fmla="*/ 387 w 492"/>
                <a:gd name="T71" fmla="*/ 21 h 587"/>
                <a:gd name="T72" fmla="*/ 401 w 492"/>
                <a:gd name="T73" fmla="*/ 36 h 587"/>
                <a:gd name="T74" fmla="*/ 433 w 492"/>
                <a:gd name="T75" fmla="*/ 36 h 587"/>
                <a:gd name="T76" fmla="*/ 440 w 492"/>
                <a:gd name="T77" fmla="*/ 46 h 587"/>
                <a:gd name="T78" fmla="*/ 416 w 492"/>
                <a:gd name="T79" fmla="*/ 72 h 587"/>
                <a:gd name="T80" fmla="*/ 400 w 492"/>
                <a:gd name="T81" fmla="*/ 90 h 587"/>
                <a:gd name="T82" fmla="*/ 294 w 492"/>
                <a:gd name="T83" fmla="*/ 142 h 587"/>
                <a:gd name="T84" fmla="*/ 258 w 492"/>
                <a:gd name="T85" fmla="*/ 148 h 587"/>
                <a:gd name="T86" fmla="*/ 238 w 492"/>
                <a:gd name="T87" fmla="*/ 164 h 587"/>
                <a:gd name="T88" fmla="*/ 256 w 492"/>
                <a:gd name="T89" fmla="*/ 177 h 587"/>
                <a:gd name="T90" fmla="*/ 294 w 492"/>
                <a:gd name="T91" fmla="*/ 187 h 587"/>
                <a:gd name="T92" fmla="*/ 408 w 492"/>
                <a:gd name="T93" fmla="*/ 243 h 587"/>
                <a:gd name="T94" fmla="*/ 409 w 492"/>
                <a:gd name="T95" fmla="*/ 243 h 587"/>
                <a:gd name="T96" fmla="*/ 411 w 492"/>
                <a:gd name="T97" fmla="*/ 244 h 587"/>
                <a:gd name="T98" fmla="*/ 427 w 492"/>
                <a:gd name="T99" fmla="*/ 247 h 587"/>
                <a:gd name="T100" fmla="*/ 438 w 492"/>
                <a:gd name="T101" fmla="*/ 253 h 587"/>
                <a:gd name="T102" fmla="*/ 428 w 492"/>
                <a:gd name="T103" fmla="*/ 263 h 587"/>
                <a:gd name="T104" fmla="*/ 410 w 492"/>
                <a:gd name="T105" fmla="*/ 268 h 587"/>
                <a:gd name="T106" fmla="*/ 278 w 492"/>
                <a:gd name="T107" fmla="*/ 476 h 587"/>
                <a:gd name="T108" fmla="*/ 242 w 492"/>
                <a:gd name="T109" fmla="*/ 479 h 587"/>
                <a:gd name="T110" fmla="*/ 223 w 492"/>
                <a:gd name="T111" fmla="*/ 487 h 587"/>
                <a:gd name="T112" fmla="*/ 241 w 492"/>
                <a:gd name="T113" fmla="*/ 492 h 587"/>
                <a:gd name="T114" fmla="*/ 278 w 492"/>
                <a:gd name="T115" fmla="*/ 497 h 587"/>
                <a:gd name="T116" fmla="*/ 446 w 492"/>
                <a:gd name="T117" fmla="*/ 535 h 587"/>
                <a:gd name="T118" fmla="*/ 161 w 492"/>
                <a:gd name="T119" fmla="*/ 535 h 5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92" h="587">
                  <a:moveTo>
                    <a:pt x="178" y="587"/>
                  </a:moveTo>
                  <a:cubicBezTo>
                    <a:pt x="178" y="587"/>
                    <a:pt x="89" y="574"/>
                    <a:pt x="59" y="561"/>
                  </a:cubicBezTo>
                  <a:cubicBezTo>
                    <a:pt x="47" y="556"/>
                    <a:pt x="35" y="555"/>
                    <a:pt x="22" y="555"/>
                  </a:cubicBezTo>
                  <a:cubicBezTo>
                    <a:pt x="8" y="555"/>
                    <a:pt x="4" y="554"/>
                    <a:pt x="4" y="552"/>
                  </a:cubicBezTo>
                  <a:cubicBezTo>
                    <a:pt x="4" y="548"/>
                    <a:pt x="10" y="549"/>
                    <a:pt x="21" y="548"/>
                  </a:cubicBezTo>
                  <a:cubicBezTo>
                    <a:pt x="32" y="548"/>
                    <a:pt x="45" y="550"/>
                    <a:pt x="65" y="544"/>
                  </a:cubicBezTo>
                  <a:cubicBezTo>
                    <a:pt x="84" y="538"/>
                    <a:pt x="227" y="351"/>
                    <a:pt x="227" y="339"/>
                  </a:cubicBezTo>
                  <a:cubicBezTo>
                    <a:pt x="227" y="339"/>
                    <a:pt x="228" y="332"/>
                    <a:pt x="219" y="327"/>
                  </a:cubicBezTo>
                  <a:cubicBezTo>
                    <a:pt x="215" y="325"/>
                    <a:pt x="214" y="317"/>
                    <a:pt x="220" y="314"/>
                  </a:cubicBezTo>
                  <a:cubicBezTo>
                    <a:pt x="228" y="309"/>
                    <a:pt x="227" y="302"/>
                    <a:pt x="227" y="302"/>
                  </a:cubicBezTo>
                  <a:cubicBezTo>
                    <a:pt x="227" y="290"/>
                    <a:pt x="200" y="289"/>
                    <a:pt x="199" y="274"/>
                  </a:cubicBezTo>
                  <a:cubicBezTo>
                    <a:pt x="199" y="274"/>
                    <a:pt x="197" y="260"/>
                    <a:pt x="175" y="254"/>
                  </a:cubicBezTo>
                  <a:cubicBezTo>
                    <a:pt x="175" y="254"/>
                    <a:pt x="174" y="254"/>
                    <a:pt x="174" y="254"/>
                  </a:cubicBezTo>
                  <a:cubicBezTo>
                    <a:pt x="173" y="254"/>
                    <a:pt x="84" y="225"/>
                    <a:pt x="55" y="199"/>
                  </a:cubicBezTo>
                  <a:cubicBezTo>
                    <a:pt x="43" y="188"/>
                    <a:pt x="31" y="187"/>
                    <a:pt x="18" y="187"/>
                  </a:cubicBezTo>
                  <a:cubicBezTo>
                    <a:pt x="4" y="187"/>
                    <a:pt x="0" y="185"/>
                    <a:pt x="0" y="179"/>
                  </a:cubicBezTo>
                  <a:cubicBezTo>
                    <a:pt x="0" y="172"/>
                    <a:pt x="5" y="173"/>
                    <a:pt x="17" y="172"/>
                  </a:cubicBezTo>
                  <a:cubicBezTo>
                    <a:pt x="28" y="171"/>
                    <a:pt x="41" y="175"/>
                    <a:pt x="61" y="163"/>
                  </a:cubicBezTo>
                  <a:cubicBezTo>
                    <a:pt x="80" y="151"/>
                    <a:pt x="203" y="55"/>
                    <a:pt x="203" y="55"/>
                  </a:cubicBezTo>
                  <a:cubicBezTo>
                    <a:pt x="203" y="55"/>
                    <a:pt x="206" y="51"/>
                    <a:pt x="214" y="50"/>
                  </a:cubicBezTo>
                  <a:cubicBezTo>
                    <a:pt x="238" y="46"/>
                    <a:pt x="237" y="35"/>
                    <a:pt x="237" y="35"/>
                  </a:cubicBezTo>
                  <a:cubicBezTo>
                    <a:pt x="237" y="35"/>
                    <a:pt x="264" y="35"/>
                    <a:pt x="282" y="35"/>
                  </a:cubicBezTo>
                  <a:cubicBezTo>
                    <a:pt x="300" y="35"/>
                    <a:pt x="301" y="28"/>
                    <a:pt x="301" y="28"/>
                  </a:cubicBezTo>
                  <a:cubicBezTo>
                    <a:pt x="302" y="13"/>
                    <a:pt x="302" y="13"/>
                    <a:pt x="302" y="13"/>
                  </a:cubicBezTo>
                  <a:cubicBezTo>
                    <a:pt x="310" y="9"/>
                    <a:pt x="315" y="15"/>
                    <a:pt x="315" y="15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5" y="51"/>
                    <a:pt x="315" y="67"/>
                    <a:pt x="338" y="67"/>
                  </a:cubicBezTo>
                  <a:cubicBezTo>
                    <a:pt x="362" y="67"/>
                    <a:pt x="360" y="51"/>
                    <a:pt x="360" y="51"/>
                  </a:cubicBezTo>
                  <a:cubicBezTo>
                    <a:pt x="360" y="7"/>
                    <a:pt x="360" y="7"/>
                    <a:pt x="360" y="7"/>
                  </a:cubicBezTo>
                  <a:cubicBezTo>
                    <a:pt x="364" y="0"/>
                    <a:pt x="371" y="7"/>
                    <a:pt x="371" y="7"/>
                  </a:cubicBezTo>
                  <a:cubicBezTo>
                    <a:pt x="371" y="51"/>
                    <a:pt x="371" y="51"/>
                    <a:pt x="371" y="51"/>
                  </a:cubicBezTo>
                  <a:cubicBezTo>
                    <a:pt x="371" y="51"/>
                    <a:pt x="369" y="67"/>
                    <a:pt x="396" y="67"/>
                  </a:cubicBezTo>
                  <a:cubicBezTo>
                    <a:pt x="420" y="67"/>
                    <a:pt x="418" y="52"/>
                    <a:pt x="418" y="52"/>
                  </a:cubicBezTo>
                  <a:cubicBezTo>
                    <a:pt x="418" y="52"/>
                    <a:pt x="418" y="27"/>
                    <a:pt x="418" y="18"/>
                  </a:cubicBezTo>
                  <a:cubicBezTo>
                    <a:pt x="418" y="10"/>
                    <a:pt x="422" y="10"/>
                    <a:pt x="422" y="10"/>
                  </a:cubicBezTo>
                  <a:cubicBezTo>
                    <a:pt x="422" y="10"/>
                    <a:pt x="427" y="9"/>
                    <a:pt x="427" y="24"/>
                  </a:cubicBezTo>
                  <a:cubicBezTo>
                    <a:pt x="427" y="39"/>
                    <a:pt x="442" y="39"/>
                    <a:pt x="442" y="39"/>
                  </a:cubicBezTo>
                  <a:cubicBezTo>
                    <a:pt x="479" y="39"/>
                    <a:pt x="479" y="39"/>
                    <a:pt x="479" y="39"/>
                  </a:cubicBezTo>
                  <a:cubicBezTo>
                    <a:pt x="487" y="44"/>
                    <a:pt x="486" y="51"/>
                    <a:pt x="486" y="51"/>
                  </a:cubicBezTo>
                  <a:cubicBezTo>
                    <a:pt x="487" y="56"/>
                    <a:pt x="458" y="65"/>
                    <a:pt x="459" y="78"/>
                  </a:cubicBezTo>
                  <a:cubicBezTo>
                    <a:pt x="461" y="92"/>
                    <a:pt x="441" y="99"/>
                    <a:pt x="441" y="99"/>
                  </a:cubicBezTo>
                  <a:cubicBezTo>
                    <a:pt x="441" y="99"/>
                    <a:pt x="346" y="147"/>
                    <a:pt x="325" y="157"/>
                  </a:cubicBezTo>
                  <a:cubicBezTo>
                    <a:pt x="309" y="165"/>
                    <a:pt x="296" y="162"/>
                    <a:pt x="285" y="163"/>
                  </a:cubicBezTo>
                  <a:cubicBezTo>
                    <a:pt x="274" y="164"/>
                    <a:pt x="264" y="168"/>
                    <a:pt x="263" y="179"/>
                  </a:cubicBezTo>
                  <a:cubicBezTo>
                    <a:pt x="263" y="184"/>
                    <a:pt x="270" y="195"/>
                    <a:pt x="283" y="195"/>
                  </a:cubicBezTo>
                  <a:cubicBezTo>
                    <a:pt x="297" y="195"/>
                    <a:pt x="312" y="194"/>
                    <a:pt x="325" y="205"/>
                  </a:cubicBezTo>
                  <a:cubicBezTo>
                    <a:pt x="354" y="232"/>
                    <a:pt x="451" y="267"/>
                    <a:pt x="451" y="267"/>
                  </a:cubicBezTo>
                  <a:cubicBezTo>
                    <a:pt x="452" y="267"/>
                    <a:pt x="452" y="267"/>
                    <a:pt x="452" y="267"/>
                  </a:cubicBezTo>
                  <a:cubicBezTo>
                    <a:pt x="454" y="268"/>
                    <a:pt x="454" y="268"/>
                    <a:pt x="454" y="268"/>
                  </a:cubicBezTo>
                  <a:cubicBezTo>
                    <a:pt x="454" y="268"/>
                    <a:pt x="459" y="271"/>
                    <a:pt x="471" y="271"/>
                  </a:cubicBezTo>
                  <a:cubicBezTo>
                    <a:pt x="481" y="270"/>
                    <a:pt x="484" y="273"/>
                    <a:pt x="484" y="278"/>
                  </a:cubicBezTo>
                  <a:cubicBezTo>
                    <a:pt x="484" y="283"/>
                    <a:pt x="483" y="289"/>
                    <a:pt x="472" y="289"/>
                  </a:cubicBezTo>
                  <a:cubicBezTo>
                    <a:pt x="458" y="289"/>
                    <a:pt x="453" y="294"/>
                    <a:pt x="453" y="294"/>
                  </a:cubicBezTo>
                  <a:cubicBezTo>
                    <a:pt x="453" y="294"/>
                    <a:pt x="329" y="518"/>
                    <a:pt x="307" y="523"/>
                  </a:cubicBezTo>
                  <a:cubicBezTo>
                    <a:pt x="291" y="527"/>
                    <a:pt x="279" y="525"/>
                    <a:pt x="267" y="526"/>
                  </a:cubicBezTo>
                  <a:cubicBezTo>
                    <a:pt x="256" y="526"/>
                    <a:pt x="246" y="528"/>
                    <a:pt x="246" y="534"/>
                  </a:cubicBezTo>
                  <a:cubicBezTo>
                    <a:pt x="246" y="536"/>
                    <a:pt x="252" y="541"/>
                    <a:pt x="266" y="541"/>
                  </a:cubicBezTo>
                  <a:cubicBezTo>
                    <a:pt x="279" y="541"/>
                    <a:pt x="295" y="541"/>
                    <a:pt x="307" y="546"/>
                  </a:cubicBezTo>
                  <a:cubicBezTo>
                    <a:pt x="337" y="559"/>
                    <a:pt x="492" y="587"/>
                    <a:pt x="492" y="587"/>
                  </a:cubicBezTo>
                  <a:lnTo>
                    <a:pt x="178" y="58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2" name="Freeform 106">
              <a:extLst>
                <a:ext uri="{FF2B5EF4-FFF2-40B4-BE49-F238E27FC236}">
                  <a16:creationId xmlns:a16="http://schemas.microsoft.com/office/drawing/2014/main" id="{9542FE85-304E-4B35-B2BA-60A41F422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093"/>
              <a:ext cx="471" cy="569"/>
            </a:xfrm>
            <a:custGeom>
              <a:avLst/>
              <a:gdLst>
                <a:gd name="T0" fmla="*/ 367 w 487"/>
                <a:gd name="T1" fmla="*/ 535 h 587"/>
                <a:gd name="T2" fmla="*/ 278 w 487"/>
                <a:gd name="T3" fmla="*/ 514 h 587"/>
                <a:gd name="T4" fmla="*/ 241 w 487"/>
                <a:gd name="T5" fmla="*/ 509 h 587"/>
                <a:gd name="T6" fmla="*/ 222 w 487"/>
                <a:gd name="T7" fmla="*/ 503 h 587"/>
                <a:gd name="T8" fmla="*/ 242 w 487"/>
                <a:gd name="T9" fmla="*/ 495 h 587"/>
                <a:gd name="T10" fmla="*/ 279 w 487"/>
                <a:gd name="T11" fmla="*/ 493 h 587"/>
                <a:gd name="T12" fmla="*/ 410 w 487"/>
                <a:gd name="T13" fmla="*/ 303 h 587"/>
                <a:gd name="T14" fmla="*/ 427 w 487"/>
                <a:gd name="T15" fmla="*/ 299 h 587"/>
                <a:gd name="T16" fmla="*/ 438 w 487"/>
                <a:gd name="T17" fmla="*/ 289 h 587"/>
                <a:gd name="T18" fmla="*/ 427 w 487"/>
                <a:gd name="T19" fmla="*/ 282 h 587"/>
                <a:gd name="T20" fmla="*/ 411 w 487"/>
                <a:gd name="T21" fmla="*/ 280 h 587"/>
                <a:gd name="T22" fmla="*/ 409 w 487"/>
                <a:gd name="T23" fmla="*/ 279 h 587"/>
                <a:gd name="T24" fmla="*/ 408 w 487"/>
                <a:gd name="T25" fmla="*/ 279 h 587"/>
                <a:gd name="T26" fmla="*/ 294 w 487"/>
                <a:gd name="T27" fmla="*/ 187 h 587"/>
                <a:gd name="T28" fmla="*/ 257 w 487"/>
                <a:gd name="T29" fmla="*/ 177 h 587"/>
                <a:gd name="T30" fmla="*/ 239 w 487"/>
                <a:gd name="T31" fmla="*/ 164 h 587"/>
                <a:gd name="T32" fmla="*/ 258 w 487"/>
                <a:gd name="T33" fmla="*/ 148 h 587"/>
                <a:gd name="T34" fmla="*/ 294 w 487"/>
                <a:gd name="T35" fmla="*/ 142 h 587"/>
                <a:gd name="T36" fmla="*/ 399 w 487"/>
                <a:gd name="T37" fmla="*/ 90 h 587"/>
                <a:gd name="T38" fmla="*/ 416 w 487"/>
                <a:gd name="T39" fmla="*/ 72 h 587"/>
                <a:gd name="T40" fmla="*/ 440 w 487"/>
                <a:gd name="T41" fmla="*/ 46 h 587"/>
                <a:gd name="T42" fmla="*/ 433 w 487"/>
                <a:gd name="T43" fmla="*/ 36 h 587"/>
                <a:gd name="T44" fmla="*/ 399 w 487"/>
                <a:gd name="T45" fmla="*/ 36 h 587"/>
                <a:gd name="T46" fmla="*/ 386 w 487"/>
                <a:gd name="T47" fmla="*/ 21 h 587"/>
                <a:gd name="T48" fmla="*/ 382 w 487"/>
                <a:gd name="T49" fmla="*/ 10 h 587"/>
                <a:gd name="T50" fmla="*/ 378 w 487"/>
                <a:gd name="T51" fmla="*/ 16 h 587"/>
                <a:gd name="T52" fmla="*/ 378 w 487"/>
                <a:gd name="T53" fmla="*/ 47 h 587"/>
                <a:gd name="T54" fmla="*/ 359 w 487"/>
                <a:gd name="T55" fmla="*/ 61 h 587"/>
                <a:gd name="T56" fmla="*/ 336 w 487"/>
                <a:gd name="T57" fmla="*/ 46 h 587"/>
                <a:gd name="T58" fmla="*/ 336 w 487"/>
                <a:gd name="T59" fmla="*/ 7 h 587"/>
                <a:gd name="T60" fmla="*/ 326 w 487"/>
                <a:gd name="T61" fmla="*/ 7 h 587"/>
                <a:gd name="T62" fmla="*/ 326 w 487"/>
                <a:gd name="T63" fmla="*/ 46 h 587"/>
                <a:gd name="T64" fmla="*/ 307 w 487"/>
                <a:gd name="T65" fmla="*/ 61 h 587"/>
                <a:gd name="T66" fmla="*/ 285 w 487"/>
                <a:gd name="T67" fmla="*/ 46 h 587"/>
                <a:gd name="T68" fmla="*/ 285 w 487"/>
                <a:gd name="T69" fmla="*/ 15 h 587"/>
                <a:gd name="T70" fmla="*/ 274 w 487"/>
                <a:gd name="T71" fmla="*/ 13 h 587"/>
                <a:gd name="T72" fmla="*/ 273 w 487"/>
                <a:gd name="T73" fmla="*/ 25 h 587"/>
                <a:gd name="T74" fmla="*/ 255 w 487"/>
                <a:gd name="T75" fmla="*/ 32 h 587"/>
                <a:gd name="T76" fmla="*/ 214 w 487"/>
                <a:gd name="T77" fmla="*/ 32 h 587"/>
                <a:gd name="T78" fmla="*/ 194 w 487"/>
                <a:gd name="T79" fmla="*/ 46 h 587"/>
                <a:gd name="T80" fmla="*/ 185 w 487"/>
                <a:gd name="T81" fmla="*/ 49 h 587"/>
                <a:gd name="T82" fmla="*/ 55 w 487"/>
                <a:gd name="T83" fmla="*/ 148 h 587"/>
                <a:gd name="T84" fmla="*/ 15 w 487"/>
                <a:gd name="T85" fmla="*/ 157 h 587"/>
                <a:gd name="T86" fmla="*/ 0 w 487"/>
                <a:gd name="T87" fmla="*/ 164 h 587"/>
                <a:gd name="T88" fmla="*/ 15 w 487"/>
                <a:gd name="T89" fmla="*/ 170 h 587"/>
                <a:gd name="T90" fmla="*/ 49 w 487"/>
                <a:gd name="T91" fmla="*/ 181 h 587"/>
                <a:gd name="T92" fmla="*/ 157 w 487"/>
                <a:gd name="T93" fmla="*/ 231 h 587"/>
                <a:gd name="T94" fmla="*/ 159 w 487"/>
                <a:gd name="T95" fmla="*/ 232 h 587"/>
                <a:gd name="T96" fmla="*/ 182 w 487"/>
                <a:gd name="T97" fmla="*/ 250 h 587"/>
                <a:gd name="T98" fmla="*/ 207 w 487"/>
                <a:gd name="T99" fmla="*/ 275 h 587"/>
                <a:gd name="T100" fmla="*/ 200 w 487"/>
                <a:gd name="T101" fmla="*/ 286 h 587"/>
                <a:gd name="T102" fmla="*/ 200 w 487"/>
                <a:gd name="T103" fmla="*/ 299 h 587"/>
                <a:gd name="T104" fmla="*/ 207 w 487"/>
                <a:gd name="T105" fmla="*/ 310 h 587"/>
                <a:gd name="T106" fmla="*/ 60 w 487"/>
                <a:gd name="T107" fmla="*/ 495 h 587"/>
                <a:gd name="T108" fmla="*/ 19 w 487"/>
                <a:gd name="T109" fmla="*/ 499 h 587"/>
                <a:gd name="T110" fmla="*/ 6 w 487"/>
                <a:gd name="T111" fmla="*/ 503 h 587"/>
                <a:gd name="T112" fmla="*/ 20 w 487"/>
                <a:gd name="T113" fmla="*/ 506 h 587"/>
                <a:gd name="T114" fmla="*/ 55 w 487"/>
                <a:gd name="T115" fmla="*/ 511 h 587"/>
                <a:gd name="T116" fmla="*/ 162 w 487"/>
                <a:gd name="T117" fmla="*/ 535 h 587"/>
                <a:gd name="T118" fmla="*/ 367 w 487"/>
                <a:gd name="T119" fmla="*/ 535 h 5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87" h="587">
                  <a:moveTo>
                    <a:pt x="405" y="587"/>
                  </a:moveTo>
                  <a:cubicBezTo>
                    <a:pt x="405" y="587"/>
                    <a:pt x="337" y="577"/>
                    <a:pt x="307" y="564"/>
                  </a:cubicBezTo>
                  <a:cubicBezTo>
                    <a:pt x="295" y="559"/>
                    <a:pt x="280" y="559"/>
                    <a:pt x="266" y="559"/>
                  </a:cubicBezTo>
                  <a:cubicBezTo>
                    <a:pt x="253" y="559"/>
                    <a:pt x="246" y="554"/>
                    <a:pt x="246" y="552"/>
                  </a:cubicBezTo>
                  <a:cubicBezTo>
                    <a:pt x="247" y="547"/>
                    <a:pt x="256" y="545"/>
                    <a:pt x="268" y="544"/>
                  </a:cubicBezTo>
                  <a:cubicBezTo>
                    <a:pt x="279" y="544"/>
                    <a:pt x="292" y="545"/>
                    <a:pt x="308" y="542"/>
                  </a:cubicBezTo>
                  <a:cubicBezTo>
                    <a:pt x="329" y="537"/>
                    <a:pt x="453" y="333"/>
                    <a:pt x="453" y="333"/>
                  </a:cubicBezTo>
                  <a:cubicBezTo>
                    <a:pt x="453" y="333"/>
                    <a:pt x="458" y="328"/>
                    <a:pt x="473" y="328"/>
                  </a:cubicBezTo>
                  <a:cubicBezTo>
                    <a:pt x="483" y="328"/>
                    <a:pt x="484" y="322"/>
                    <a:pt x="484" y="317"/>
                  </a:cubicBezTo>
                  <a:cubicBezTo>
                    <a:pt x="484" y="312"/>
                    <a:pt x="481" y="309"/>
                    <a:pt x="472" y="310"/>
                  </a:cubicBezTo>
                  <a:cubicBezTo>
                    <a:pt x="459" y="310"/>
                    <a:pt x="454" y="307"/>
                    <a:pt x="454" y="307"/>
                  </a:cubicBezTo>
                  <a:cubicBezTo>
                    <a:pt x="452" y="306"/>
                    <a:pt x="452" y="306"/>
                    <a:pt x="452" y="306"/>
                  </a:cubicBezTo>
                  <a:cubicBezTo>
                    <a:pt x="451" y="306"/>
                    <a:pt x="451" y="306"/>
                    <a:pt x="451" y="306"/>
                  </a:cubicBezTo>
                  <a:cubicBezTo>
                    <a:pt x="451" y="306"/>
                    <a:pt x="354" y="232"/>
                    <a:pt x="325" y="205"/>
                  </a:cubicBezTo>
                  <a:cubicBezTo>
                    <a:pt x="312" y="194"/>
                    <a:pt x="297" y="195"/>
                    <a:pt x="284" y="195"/>
                  </a:cubicBezTo>
                  <a:cubicBezTo>
                    <a:pt x="270" y="195"/>
                    <a:pt x="264" y="184"/>
                    <a:pt x="264" y="179"/>
                  </a:cubicBezTo>
                  <a:cubicBezTo>
                    <a:pt x="264" y="168"/>
                    <a:pt x="274" y="164"/>
                    <a:pt x="285" y="163"/>
                  </a:cubicBezTo>
                  <a:cubicBezTo>
                    <a:pt x="296" y="162"/>
                    <a:pt x="309" y="165"/>
                    <a:pt x="325" y="157"/>
                  </a:cubicBezTo>
                  <a:cubicBezTo>
                    <a:pt x="346" y="147"/>
                    <a:pt x="442" y="99"/>
                    <a:pt x="442" y="99"/>
                  </a:cubicBezTo>
                  <a:cubicBezTo>
                    <a:pt x="442" y="99"/>
                    <a:pt x="461" y="92"/>
                    <a:pt x="460" y="78"/>
                  </a:cubicBezTo>
                  <a:cubicBezTo>
                    <a:pt x="459" y="65"/>
                    <a:pt x="487" y="56"/>
                    <a:pt x="486" y="51"/>
                  </a:cubicBezTo>
                  <a:cubicBezTo>
                    <a:pt x="486" y="51"/>
                    <a:pt x="487" y="44"/>
                    <a:pt x="479" y="39"/>
                  </a:cubicBezTo>
                  <a:cubicBezTo>
                    <a:pt x="442" y="39"/>
                    <a:pt x="442" y="39"/>
                    <a:pt x="442" y="39"/>
                  </a:cubicBezTo>
                  <a:cubicBezTo>
                    <a:pt x="442" y="39"/>
                    <a:pt x="427" y="39"/>
                    <a:pt x="427" y="24"/>
                  </a:cubicBezTo>
                  <a:cubicBezTo>
                    <a:pt x="427" y="9"/>
                    <a:pt x="422" y="10"/>
                    <a:pt x="422" y="10"/>
                  </a:cubicBezTo>
                  <a:cubicBezTo>
                    <a:pt x="422" y="10"/>
                    <a:pt x="418" y="10"/>
                    <a:pt x="418" y="18"/>
                  </a:cubicBezTo>
                  <a:cubicBezTo>
                    <a:pt x="418" y="27"/>
                    <a:pt x="418" y="52"/>
                    <a:pt x="418" y="52"/>
                  </a:cubicBezTo>
                  <a:cubicBezTo>
                    <a:pt x="418" y="52"/>
                    <a:pt x="420" y="67"/>
                    <a:pt x="397" y="67"/>
                  </a:cubicBezTo>
                  <a:cubicBezTo>
                    <a:pt x="370" y="67"/>
                    <a:pt x="371" y="51"/>
                    <a:pt x="371" y="51"/>
                  </a:cubicBezTo>
                  <a:cubicBezTo>
                    <a:pt x="371" y="7"/>
                    <a:pt x="371" y="7"/>
                    <a:pt x="371" y="7"/>
                  </a:cubicBezTo>
                  <a:cubicBezTo>
                    <a:pt x="371" y="7"/>
                    <a:pt x="365" y="0"/>
                    <a:pt x="360" y="7"/>
                  </a:cubicBezTo>
                  <a:cubicBezTo>
                    <a:pt x="360" y="51"/>
                    <a:pt x="360" y="51"/>
                    <a:pt x="360" y="51"/>
                  </a:cubicBezTo>
                  <a:cubicBezTo>
                    <a:pt x="360" y="51"/>
                    <a:pt x="362" y="67"/>
                    <a:pt x="339" y="67"/>
                  </a:cubicBezTo>
                  <a:cubicBezTo>
                    <a:pt x="316" y="67"/>
                    <a:pt x="315" y="51"/>
                    <a:pt x="315" y="51"/>
                  </a:cubicBezTo>
                  <a:cubicBezTo>
                    <a:pt x="315" y="15"/>
                    <a:pt x="315" y="15"/>
                    <a:pt x="315" y="15"/>
                  </a:cubicBezTo>
                  <a:cubicBezTo>
                    <a:pt x="315" y="15"/>
                    <a:pt x="311" y="9"/>
                    <a:pt x="303" y="13"/>
                  </a:cubicBezTo>
                  <a:cubicBezTo>
                    <a:pt x="302" y="28"/>
                    <a:pt x="302" y="28"/>
                    <a:pt x="302" y="28"/>
                  </a:cubicBezTo>
                  <a:cubicBezTo>
                    <a:pt x="302" y="28"/>
                    <a:pt x="300" y="35"/>
                    <a:pt x="282" y="35"/>
                  </a:cubicBezTo>
                  <a:cubicBezTo>
                    <a:pt x="264" y="35"/>
                    <a:pt x="237" y="35"/>
                    <a:pt x="237" y="35"/>
                  </a:cubicBezTo>
                  <a:cubicBezTo>
                    <a:pt x="237" y="35"/>
                    <a:pt x="238" y="46"/>
                    <a:pt x="215" y="50"/>
                  </a:cubicBezTo>
                  <a:cubicBezTo>
                    <a:pt x="206" y="51"/>
                    <a:pt x="204" y="55"/>
                    <a:pt x="204" y="55"/>
                  </a:cubicBezTo>
                  <a:cubicBezTo>
                    <a:pt x="204" y="55"/>
                    <a:pt x="80" y="151"/>
                    <a:pt x="61" y="163"/>
                  </a:cubicBezTo>
                  <a:cubicBezTo>
                    <a:pt x="41" y="175"/>
                    <a:pt x="28" y="171"/>
                    <a:pt x="17" y="172"/>
                  </a:cubicBezTo>
                  <a:cubicBezTo>
                    <a:pt x="6" y="173"/>
                    <a:pt x="0" y="172"/>
                    <a:pt x="0" y="179"/>
                  </a:cubicBezTo>
                  <a:cubicBezTo>
                    <a:pt x="0" y="185"/>
                    <a:pt x="4" y="187"/>
                    <a:pt x="18" y="187"/>
                  </a:cubicBezTo>
                  <a:cubicBezTo>
                    <a:pt x="31" y="187"/>
                    <a:pt x="43" y="188"/>
                    <a:pt x="55" y="199"/>
                  </a:cubicBezTo>
                  <a:cubicBezTo>
                    <a:pt x="85" y="225"/>
                    <a:pt x="174" y="254"/>
                    <a:pt x="174" y="254"/>
                  </a:cubicBezTo>
                  <a:cubicBezTo>
                    <a:pt x="176" y="255"/>
                    <a:pt x="176" y="255"/>
                    <a:pt x="176" y="255"/>
                  </a:cubicBezTo>
                  <a:cubicBezTo>
                    <a:pt x="198" y="260"/>
                    <a:pt x="201" y="274"/>
                    <a:pt x="201" y="274"/>
                  </a:cubicBezTo>
                  <a:cubicBezTo>
                    <a:pt x="202" y="290"/>
                    <a:pt x="229" y="290"/>
                    <a:pt x="228" y="302"/>
                  </a:cubicBezTo>
                  <a:cubicBezTo>
                    <a:pt x="228" y="302"/>
                    <a:pt x="229" y="310"/>
                    <a:pt x="221" y="314"/>
                  </a:cubicBezTo>
                  <a:cubicBezTo>
                    <a:pt x="215" y="318"/>
                    <a:pt x="216" y="325"/>
                    <a:pt x="221" y="328"/>
                  </a:cubicBezTo>
                  <a:cubicBezTo>
                    <a:pt x="229" y="332"/>
                    <a:pt x="228" y="340"/>
                    <a:pt x="228" y="340"/>
                  </a:cubicBezTo>
                  <a:cubicBezTo>
                    <a:pt x="229" y="352"/>
                    <a:pt x="86" y="539"/>
                    <a:pt x="66" y="544"/>
                  </a:cubicBezTo>
                  <a:cubicBezTo>
                    <a:pt x="47" y="550"/>
                    <a:pt x="34" y="548"/>
                    <a:pt x="22" y="548"/>
                  </a:cubicBezTo>
                  <a:cubicBezTo>
                    <a:pt x="11" y="549"/>
                    <a:pt x="6" y="548"/>
                    <a:pt x="6" y="552"/>
                  </a:cubicBezTo>
                  <a:cubicBezTo>
                    <a:pt x="6" y="554"/>
                    <a:pt x="10" y="555"/>
                    <a:pt x="23" y="555"/>
                  </a:cubicBezTo>
                  <a:cubicBezTo>
                    <a:pt x="37" y="555"/>
                    <a:pt x="48" y="556"/>
                    <a:pt x="61" y="561"/>
                  </a:cubicBezTo>
                  <a:cubicBezTo>
                    <a:pt x="90" y="574"/>
                    <a:pt x="180" y="587"/>
                    <a:pt x="180" y="587"/>
                  </a:cubicBezTo>
                  <a:lnTo>
                    <a:pt x="405" y="58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3" name="Freeform 107">
              <a:extLst>
                <a:ext uri="{FF2B5EF4-FFF2-40B4-BE49-F238E27FC236}">
                  <a16:creationId xmlns:a16="http://schemas.microsoft.com/office/drawing/2014/main" id="{AF086848-A92B-41FA-A971-AFAC7FF7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27"/>
              <a:ext cx="2092" cy="840"/>
            </a:xfrm>
            <a:custGeom>
              <a:avLst/>
              <a:gdLst>
                <a:gd name="T0" fmla="*/ 56 w 2163"/>
                <a:gd name="T1" fmla="*/ 64 h 866"/>
                <a:gd name="T2" fmla="*/ 56 w 2163"/>
                <a:gd name="T3" fmla="*/ 393 h 866"/>
                <a:gd name="T4" fmla="*/ 173 w 2163"/>
                <a:gd name="T5" fmla="*/ 492 h 866"/>
                <a:gd name="T6" fmla="*/ 207 w 2163"/>
                <a:gd name="T7" fmla="*/ 561 h 866"/>
                <a:gd name="T8" fmla="*/ 172 w 2163"/>
                <a:gd name="T9" fmla="*/ 790 h 866"/>
                <a:gd name="T10" fmla="*/ 269 w 2163"/>
                <a:gd name="T11" fmla="*/ 750 h 866"/>
                <a:gd name="T12" fmla="*/ 527 w 2163"/>
                <a:gd name="T13" fmla="*/ 539 h 866"/>
                <a:gd name="T14" fmla="*/ 579 w 2163"/>
                <a:gd name="T15" fmla="*/ 520 h 866"/>
                <a:gd name="T16" fmla="*/ 635 w 2163"/>
                <a:gd name="T17" fmla="*/ 523 h 866"/>
                <a:gd name="T18" fmla="*/ 511 w 2163"/>
                <a:gd name="T19" fmla="*/ 746 h 866"/>
                <a:gd name="T20" fmla="*/ 898 w 2163"/>
                <a:gd name="T21" fmla="*/ 786 h 866"/>
                <a:gd name="T22" fmla="*/ 924 w 2163"/>
                <a:gd name="T23" fmla="*/ 563 h 866"/>
                <a:gd name="T24" fmla="*/ 1025 w 2163"/>
                <a:gd name="T25" fmla="*/ 527 h 866"/>
                <a:gd name="T26" fmla="*/ 1075 w 2163"/>
                <a:gd name="T27" fmla="*/ 561 h 866"/>
                <a:gd name="T28" fmla="*/ 1140 w 2163"/>
                <a:gd name="T29" fmla="*/ 548 h 866"/>
                <a:gd name="T30" fmla="*/ 996 w 2163"/>
                <a:gd name="T31" fmla="*/ 760 h 866"/>
                <a:gd name="T32" fmla="*/ 1239 w 2163"/>
                <a:gd name="T33" fmla="*/ 757 h 866"/>
                <a:gd name="T34" fmla="*/ 1437 w 2163"/>
                <a:gd name="T35" fmla="*/ 546 h 866"/>
                <a:gd name="T36" fmla="*/ 1529 w 2163"/>
                <a:gd name="T37" fmla="*/ 574 h 866"/>
                <a:gd name="T38" fmla="*/ 1601 w 2163"/>
                <a:gd name="T39" fmla="*/ 561 h 866"/>
                <a:gd name="T40" fmla="*/ 1663 w 2163"/>
                <a:gd name="T41" fmla="*/ 560 h 866"/>
                <a:gd name="T42" fmla="*/ 1633 w 2163"/>
                <a:gd name="T43" fmla="*/ 790 h 866"/>
                <a:gd name="T44" fmla="*/ 1724 w 2163"/>
                <a:gd name="T45" fmla="*/ 734 h 866"/>
                <a:gd name="T46" fmla="*/ 1900 w 2163"/>
                <a:gd name="T47" fmla="*/ 486 h 866"/>
                <a:gd name="T48" fmla="*/ 1741 w 2163"/>
                <a:gd name="T49" fmla="*/ 407 h 866"/>
                <a:gd name="T50" fmla="*/ 1921 w 2163"/>
                <a:gd name="T51" fmla="*/ 273 h 866"/>
                <a:gd name="T52" fmla="*/ 1777 w 2163"/>
                <a:gd name="T53" fmla="*/ 40 h 866"/>
                <a:gd name="T54" fmla="*/ 1458 w 2163"/>
                <a:gd name="T55" fmla="*/ 50 h 866"/>
                <a:gd name="T56" fmla="*/ 1662 w 2163"/>
                <a:gd name="T57" fmla="*/ 286 h 866"/>
                <a:gd name="T58" fmla="*/ 1512 w 2163"/>
                <a:gd name="T59" fmla="*/ 437 h 866"/>
                <a:gd name="T60" fmla="*/ 1626 w 2163"/>
                <a:gd name="T61" fmla="*/ 536 h 866"/>
                <a:gd name="T62" fmla="*/ 1580 w 2163"/>
                <a:gd name="T63" fmla="*/ 563 h 866"/>
                <a:gd name="T64" fmla="*/ 1527 w 2163"/>
                <a:gd name="T65" fmla="*/ 563 h 866"/>
                <a:gd name="T66" fmla="*/ 1438 w 2163"/>
                <a:gd name="T67" fmla="*/ 533 h 866"/>
                <a:gd name="T68" fmla="*/ 1241 w 2163"/>
                <a:gd name="T69" fmla="*/ 413 h 866"/>
                <a:gd name="T70" fmla="*/ 1436 w 2163"/>
                <a:gd name="T71" fmla="*/ 286 h 866"/>
                <a:gd name="T72" fmla="*/ 1258 w 2163"/>
                <a:gd name="T73" fmla="*/ 47 h 866"/>
                <a:gd name="T74" fmla="*/ 991 w 2163"/>
                <a:gd name="T75" fmla="*/ 42 h 866"/>
                <a:gd name="T76" fmla="*/ 1189 w 2163"/>
                <a:gd name="T77" fmla="*/ 275 h 866"/>
                <a:gd name="T78" fmla="*/ 991 w 2163"/>
                <a:gd name="T79" fmla="*/ 428 h 866"/>
                <a:gd name="T80" fmla="*/ 1180 w 2163"/>
                <a:gd name="T81" fmla="*/ 526 h 866"/>
                <a:gd name="T82" fmla="*/ 1104 w 2163"/>
                <a:gd name="T83" fmla="*/ 519 h 866"/>
                <a:gd name="T84" fmla="*/ 1051 w 2163"/>
                <a:gd name="T85" fmla="*/ 519 h 866"/>
                <a:gd name="T86" fmla="*/ 1003 w 2163"/>
                <a:gd name="T87" fmla="*/ 519 h 866"/>
                <a:gd name="T88" fmla="*/ 919 w 2163"/>
                <a:gd name="T89" fmla="*/ 517 h 866"/>
                <a:gd name="T90" fmla="*/ 919 w 2163"/>
                <a:gd name="T91" fmla="*/ 343 h 866"/>
                <a:gd name="T92" fmla="*/ 811 w 2163"/>
                <a:gd name="T93" fmla="*/ 61 h 866"/>
                <a:gd name="T94" fmla="*/ 916 w 2163"/>
                <a:gd name="T95" fmla="*/ 1 h 866"/>
                <a:gd name="T96" fmla="*/ 543 w 2163"/>
                <a:gd name="T97" fmla="*/ 64 h 866"/>
                <a:gd name="T98" fmla="*/ 542 w 2163"/>
                <a:gd name="T99" fmla="*/ 393 h 866"/>
                <a:gd name="T100" fmla="*/ 660 w 2163"/>
                <a:gd name="T101" fmla="*/ 492 h 866"/>
                <a:gd name="T102" fmla="*/ 654 w 2163"/>
                <a:gd name="T103" fmla="*/ 532 h 866"/>
                <a:gd name="T104" fmla="*/ 604 w 2163"/>
                <a:gd name="T105" fmla="*/ 558 h 866"/>
                <a:gd name="T106" fmla="*/ 553 w 2163"/>
                <a:gd name="T107" fmla="*/ 559 h 866"/>
                <a:gd name="T108" fmla="*/ 444 w 2163"/>
                <a:gd name="T109" fmla="*/ 522 h 866"/>
                <a:gd name="T110" fmla="*/ 269 w 2163"/>
                <a:gd name="T111" fmla="*/ 413 h 866"/>
                <a:gd name="T112" fmla="*/ 463 w 2163"/>
                <a:gd name="T113" fmla="*/ 286 h 866"/>
                <a:gd name="T114" fmla="*/ 286 w 2163"/>
                <a:gd name="T115" fmla="*/ 47 h 8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63" h="866">
                  <a:moveTo>
                    <a:pt x="194" y="0"/>
                  </a:moveTo>
                  <a:cubicBezTo>
                    <a:pt x="194" y="0"/>
                    <a:pt x="94" y="23"/>
                    <a:pt x="55" y="44"/>
                  </a:cubicBezTo>
                  <a:cubicBezTo>
                    <a:pt x="50" y="46"/>
                    <a:pt x="35" y="45"/>
                    <a:pt x="21" y="45"/>
                  </a:cubicBezTo>
                  <a:cubicBezTo>
                    <a:pt x="8" y="45"/>
                    <a:pt x="1" y="53"/>
                    <a:pt x="1" y="56"/>
                  </a:cubicBezTo>
                  <a:cubicBezTo>
                    <a:pt x="1" y="61"/>
                    <a:pt x="7" y="66"/>
                    <a:pt x="18" y="67"/>
                  </a:cubicBezTo>
                  <a:cubicBezTo>
                    <a:pt x="30" y="67"/>
                    <a:pt x="48" y="65"/>
                    <a:pt x="62" y="70"/>
                  </a:cubicBezTo>
                  <a:cubicBezTo>
                    <a:pt x="84" y="76"/>
                    <a:pt x="208" y="292"/>
                    <a:pt x="208" y="292"/>
                  </a:cubicBezTo>
                  <a:cubicBezTo>
                    <a:pt x="208" y="292"/>
                    <a:pt x="214" y="295"/>
                    <a:pt x="226" y="295"/>
                  </a:cubicBezTo>
                  <a:cubicBezTo>
                    <a:pt x="235" y="294"/>
                    <a:pt x="238" y="297"/>
                    <a:pt x="238" y="302"/>
                  </a:cubicBezTo>
                  <a:cubicBezTo>
                    <a:pt x="238" y="307"/>
                    <a:pt x="237" y="313"/>
                    <a:pt x="227" y="313"/>
                  </a:cubicBezTo>
                  <a:cubicBezTo>
                    <a:pt x="212" y="313"/>
                    <a:pt x="207" y="318"/>
                    <a:pt x="207" y="318"/>
                  </a:cubicBezTo>
                  <a:cubicBezTo>
                    <a:pt x="207" y="318"/>
                    <a:pt x="83" y="421"/>
                    <a:pt x="62" y="431"/>
                  </a:cubicBezTo>
                  <a:cubicBezTo>
                    <a:pt x="46" y="439"/>
                    <a:pt x="33" y="436"/>
                    <a:pt x="22" y="437"/>
                  </a:cubicBezTo>
                  <a:cubicBezTo>
                    <a:pt x="11" y="438"/>
                    <a:pt x="1" y="442"/>
                    <a:pt x="0" y="453"/>
                  </a:cubicBezTo>
                  <a:cubicBezTo>
                    <a:pt x="0" y="458"/>
                    <a:pt x="7" y="469"/>
                    <a:pt x="20" y="469"/>
                  </a:cubicBezTo>
                  <a:cubicBezTo>
                    <a:pt x="34" y="469"/>
                    <a:pt x="49" y="468"/>
                    <a:pt x="61" y="479"/>
                  </a:cubicBezTo>
                  <a:cubicBezTo>
                    <a:pt x="91" y="506"/>
                    <a:pt x="190" y="538"/>
                    <a:pt x="190" y="538"/>
                  </a:cubicBezTo>
                  <a:cubicBezTo>
                    <a:pt x="191" y="539"/>
                    <a:pt x="191" y="539"/>
                    <a:pt x="191" y="539"/>
                  </a:cubicBezTo>
                  <a:cubicBezTo>
                    <a:pt x="192" y="539"/>
                    <a:pt x="192" y="539"/>
                    <a:pt x="192" y="539"/>
                  </a:cubicBezTo>
                  <a:cubicBezTo>
                    <a:pt x="200" y="541"/>
                    <a:pt x="202" y="549"/>
                    <a:pt x="202" y="549"/>
                  </a:cubicBezTo>
                  <a:cubicBezTo>
                    <a:pt x="207" y="564"/>
                    <a:pt x="229" y="569"/>
                    <a:pt x="229" y="576"/>
                  </a:cubicBezTo>
                  <a:cubicBezTo>
                    <a:pt x="229" y="576"/>
                    <a:pt x="230" y="584"/>
                    <a:pt x="221" y="588"/>
                  </a:cubicBezTo>
                  <a:cubicBezTo>
                    <a:pt x="221" y="588"/>
                    <a:pt x="212" y="595"/>
                    <a:pt x="221" y="602"/>
                  </a:cubicBezTo>
                  <a:cubicBezTo>
                    <a:pt x="229" y="607"/>
                    <a:pt x="229" y="614"/>
                    <a:pt x="229" y="614"/>
                  </a:cubicBezTo>
                  <a:cubicBezTo>
                    <a:pt x="229" y="619"/>
                    <a:pt x="88" y="811"/>
                    <a:pt x="67" y="816"/>
                  </a:cubicBezTo>
                  <a:cubicBezTo>
                    <a:pt x="51" y="819"/>
                    <a:pt x="38" y="818"/>
                    <a:pt x="27" y="818"/>
                  </a:cubicBezTo>
                  <a:cubicBezTo>
                    <a:pt x="16" y="819"/>
                    <a:pt x="6" y="821"/>
                    <a:pt x="6" y="826"/>
                  </a:cubicBezTo>
                  <a:cubicBezTo>
                    <a:pt x="6" y="828"/>
                    <a:pt x="12" y="833"/>
                    <a:pt x="26" y="833"/>
                  </a:cubicBezTo>
                  <a:cubicBezTo>
                    <a:pt x="39" y="833"/>
                    <a:pt x="55" y="833"/>
                    <a:pt x="67" y="838"/>
                  </a:cubicBezTo>
                  <a:cubicBezTo>
                    <a:pt x="97" y="851"/>
                    <a:pt x="190" y="865"/>
                    <a:pt x="190" y="865"/>
                  </a:cubicBezTo>
                  <a:cubicBezTo>
                    <a:pt x="459" y="865"/>
                    <a:pt x="459" y="865"/>
                    <a:pt x="459" y="865"/>
                  </a:cubicBezTo>
                  <a:cubicBezTo>
                    <a:pt x="476" y="865"/>
                    <a:pt x="454" y="861"/>
                    <a:pt x="454" y="861"/>
                  </a:cubicBezTo>
                  <a:cubicBezTo>
                    <a:pt x="454" y="861"/>
                    <a:pt x="365" y="848"/>
                    <a:pt x="335" y="835"/>
                  </a:cubicBezTo>
                  <a:cubicBezTo>
                    <a:pt x="323" y="830"/>
                    <a:pt x="311" y="830"/>
                    <a:pt x="298" y="830"/>
                  </a:cubicBezTo>
                  <a:cubicBezTo>
                    <a:pt x="284" y="830"/>
                    <a:pt x="280" y="828"/>
                    <a:pt x="280" y="826"/>
                  </a:cubicBezTo>
                  <a:cubicBezTo>
                    <a:pt x="280" y="822"/>
                    <a:pt x="286" y="823"/>
                    <a:pt x="297" y="822"/>
                  </a:cubicBezTo>
                  <a:cubicBezTo>
                    <a:pt x="308" y="822"/>
                    <a:pt x="321" y="824"/>
                    <a:pt x="341" y="818"/>
                  </a:cubicBezTo>
                  <a:cubicBezTo>
                    <a:pt x="360" y="813"/>
                    <a:pt x="483" y="618"/>
                    <a:pt x="483" y="618"/>
                  </a:cubicBezTo>
                  <a:cubicBezTo>
                    <a:pt x="483" y="618"/>
                    <a:pt x="486" y="614"/>
                    <a:pt x="495" y="613"/>
                  </a:cubicBezTo>
                  <a:cubicBezTo>
                    <a:pt x="518" y="609"/>
                    <a:pt x="517" y="598"/>
                    <a:pt x="517" y="598"/>
                  </a:cubicBezTo>
                  <a:cubicBezTo>
                    <a:pt x="517" y="598"/>
                    <a:pt x="544" y="598"/>
                    <a:pt x="562" y="598"/>
                  </a:cubicBezTo>
                  <a:cubicBezTo>
                    <a:pt x="580" y="598"/>
                    <a:pt x="582" y="591"/>
                    <a:pt x="582" y="591"/>
                  </a:cubicBezTo>
                  <a:cubicBezTo>
                    <a:pt x="583" y="576"/>
                    <a:pt x="583" y="576"/>
                    <a:pt x="583" y="576"/>
                  </a:cubicBezTo>
                  <a:cubicBezTo>
                    <a:pt x="591" y="572"/>
                    <a:pt x="595" y="578"/>
                    <a:pt x="595" y="578"/>
                  </a:cubicBezTo>
                  <a:cubicBezTo>
                    <a:pt x="595" y="614"/>
                    <a:pt x="595" y="614"/>
                    <a:pt x="595" y="614"/>
                  </a:cubicBezTo>
                  <a:cubicBezTo>
                    <a:pt x="595" y="614"/>
                    <a:pt x="596" y="630"/>
                    <a:pt x="619" y="630"/>
                  </a:cubicBezTo>
                  <a:cubicBezTo>
                    <a:pt x="642" y="630"/>
                    <a:pt x="640" y="614"/>
                    <a:pt x="640" y="614"/>
                  </a:cubicBezTo>
                  <a:cubicBezTo>
                    <a:pt x="640" y="570"/>
                    <a:pt x="640" y="570"/>
                    <a:pt x="640" y="570"/>
                  </a:cubicBezTo>
                  <a:cubicBezTo>
                    <a:pt x="645" y="563"/>
                    <a:pt x="651" y="570"/>
                    <a:pt x="651" y="570"/>
                  </a:cubicBezTo>
                  <a:cubicBezTo>
                    <a:pt x="651" y="614"/>
                    <a:pt x="651" y="614"/>
                    <a:pt x="651" y="614"/>
                  </a:cubicBezTo>
                  <a:cubicBezTo>
                    <a:pt x="651" y="614"/>
                    <a:pt x="650" y="630"/>
                    <a:pt x="677" y="630"/>
                  </a:cubicBezTo>
                  <a:cubicBezTo>
                    <a:pt x="700" y="630"/>
                    <a:pt x="698" y="615"/>
                    <a:pt x="698" y="615"/>
                  </a:cubicBezTo>
                  <a:cubicBezTo>
                    <a:pt x="698" y="615"/>
                    <a:pt x="698" y="590"/>
                    <a:pt x="698" y="581"/>
                  </a:cubicBezTo>
                  <a:cubicBezTo>
                    <a:pt x="698" y="573"/>
                    <a:pt x="702" y="573"/>
                    <a:pt x="702" y="573"/>
                  </a:cubicBezTo>
                  <a:cubicBezTo>
                    <a:pt x="702" y="573"/>
                    <a:pt x="707" y="572"/>
                    <a:pt x="707" y="587"/>
                  </a:cubicBezTo>
                  <a:cubicBezTo>
                    <a:pt x="707" y="602"/>
                    <a:pt x="722" y="602"/>
                    <a:pt x="722" y="602"/>
                  </a:cubicBezTo>
                  <a:cubicBezTo>
                    <a:pt x="759" y="602"/>
                    <a:pt x="759" y="602"/>
                    <a:pt x="759" y="602"/>
                  </a:cubicBezTo>
                  <a:cubicBezTo>
                    <a:pt x="767" y="607"/>
                    <a:pt x="766" y="614"/>
                    <a:pt x="766" y="614"/>
                  </a:cubicBezTo>
                  <a:cubicBezTo>
                    <a:pt x="767" y="619"/>
                    <a:pt x="626" y="811"/>
                    <a:pt x="605" y="816"/>
                  </a:cubicBezTo>
                  <a:cubicBezTo>
                    <a:pt x="589" y="819"/>
                    <a:pt x="576" y="818"/>
                    <a:pt x="565" y="818"/>
                  </a:cubicBezTo>
                  <a:cubicBezTo>
                    <a:pt x="554" y="819"/>
                    <a:pt x="544" y="821"/>
                    <a:pt x="544" y="826"/>
                  </a:cubicBezTo>
                  <a:cubicBezTo>
                    <a:pt x="543" y="828"/>
                    <a:pt x="550" y="833"/>
                    <a:pt x="563" y="833"/>
                  </a:cubicBezTo>
                  <a:cubicBezTo>
                    <a:pt x="577" y="833"/>
                    <a:pt x="592" y="833"/>
                    <a:pt x="605" y="838"/>
                  </a:cubicBezTo>
                  <a:cubicBezTo>
                    <a:pt x="634" y="851"/>
                    <a:pt x="730" y="865"/>
                    <a:pt x="730" y="865"/>
                  </a:cubicBezTo>
                  <a:cubicBezTo>
                    <a:pt x="730" y="865"/>
                    <a:pt x="980" y="866"/>
                    <a:pt x="994" y="865"/>
                  </a:cubicBezTo>
                  <a:cubicBezTo>
                    <a:pt x="1014" y="865"/>
                    <a:pt x="992" y="861"/>
                    <a:pt x="992" y="861"/>
                  </a:cubicBezTo>
                  <a:cubicBezTo>
                    <a:pt x="992" y="861"/>
                    <a:pt x="902" y="847"/>
                    <a:pt x="873" y="835"/>
                  </a:cubicBezTo>
                  <a:cubicBezTo>
                    <a:pt x="861" y="830"/>
                    <a:pt x="849" y="829"/>
                    <a:pt x="836" y="829"/>
                  </a:cubicBezTo>
                  <a:cubicBezTo>
                    <a:pt x="822" y="829"/>
                    <a:pt x="818" y="828"/>
                    <a:pt x="818" y="826"/>
                  </a:cubicBezTo>
                  <a:cubicBezTo>
                    <a:pt x="818" y="822"/>
                    <a:pt x="823" y="823"/>
                    <a:pt x="835" y="822"/>
                  </a:cubicBezTo>
                  <a:cubicBezTo>
                    <a:pt x="846" y="822"/>
                    <a:pt x="859" y="824"/>
                    <a:pt x="878" y="818"/>
                  </a:cubicBezTo>
                  <a:cubicBezTo>
                    <a:pt x="898" y="812"/>
                    <a:pt x="1021" y="617"/>
                    <a:pt x="1021" y="617"/>
                  </a:cubicBezTo>
                  <a:cubicBezTo>
                    <a:pt x="1021" y="617"/>
                    <a:pt x="1024" y="614"/>
                    <a:pt x="1032" y="612"/>
                  </a:cubicBezTo>
                  <a:cubicBezTo>
                    <a:pt x="1056" y="608"/>
                    <a:pt x="1055" y="598"/>
                    <a:pt x="1055" y="598"/>
                  </a:cubicBezTo>
                  <a:cubicBezTo>
                    <a:pt x="1055" y="598"/>
                    <a:pt x="1082" y="598"/>
                    <a:pt x="1100" y="598"/>
                  </a:cubicBezTo>
                  <a:cubicBezTo>
                    <a:pt x="1118" y="598"/>
                    <a:pt x="1119" y="590"/>
                    <a:pt x="1119" y="590"/>
                  </a:cubicBezTo>
                  <a:cubicBezTo>
                    <a:pt x="1120" y="576"/>
                    <a:pt x="1120" y="576"/>
                    <a:pt x="1120" y="576"/>
                  </a:cubicBezTo>
                  <a:cubicBezTo>
                    <a:pt x="1128" y="572"/>
                    <a:pt x="1133" y="577"/>
                    <a:pt x="1133" y="577"/>
                  </a:cubicBezTo>
                  <a:cubicBezTo>
                    <a:pt x="1133" y="614"/>
                    <a:pt x="1133" y="614"/>
                    <a:pt x="1133" y="614"/>
                  </a:cubicBezTo>
                  <a:cubicBezTo>
                    <a:pt x="1133" y="614"/>
                    <a:pt x="1133" y="629"/>
                    <a:pt x="1156" y="629"/>
                  </a:cubicBezTo>
                  <a:cubicBezTo>
                    <a:pt x="1180" y="629"/>
                    <a:pt x="1178" y="614"/>
                    <a:pt x="1178" y="614"/>
                  </a:cubicBezTo>
                  <a:cubicBezTo>
                    <a:pt x="1178" y="569"/>
                    <a:pt x="1178" y="569"/>
                    <a:pt x="1178" y="569"/>
                  </a:cubicBezTo>
                  <a:cubicBezTo>
                    <a:pt x="1182" y="563"/>
                    <a:pt x="1189" y="569"/>
                    <a:pt x="1189" y="569"/>
                  </a:cubicBezTo>
                  <a:cubicBezTo>
                    <a:pt x="1189" y="614"/>
                    <a:pt x="1189" y="614"/>
                    <a:pt x="1189" y="614"/>
                  </a:cubicBezTo>
                  <a:cubicBezTo>
                    <a:pt x="1189" y="614"/>
                    <a:pt x="1187" y="630"/>
                    <a:pt x="1214" y="630"/>
                  </a:cubicBezTo>
                  <a:cubicBezTo>
                    <a:pt x="1238" y="630"/>
                    <a:pt x="1236" y="614"/>
                    <a:pt x="1236" y="614"/>
                  </a:cubicBezTo>
                  <a:cubicBezTo>
                    <a:pt x="1236" y="614"/>
                    <a:pt x="1236" y="589"/>
                    <a:pt x="1236" y="581"/>
                  </a:cubicBezTo>
                  <a:cubicBezTo>
                    <a:pt x="1236" y="573"/>
                    <a:pt x="1240" y="573"/>
                    <a:pt x="1240" y="573"/>
                  </a:cubicBezTo>
                  <a:cubicBezTo>
                    <a:pt x="1240" y="573"/>
                    <a:pt x="1245" y="571"/>
                    <a:pt x="1245" y="587"/>
                  </a:cubicBezTo>
                  <a:cubicBezTo>
                    <a:pt x="1245" y="602"/>
                    <a:pt x="1260" y="601"/>
                    <a:pt x="1260" y="601"/>
                  </a:cubicBezTo>
                  <a:cubicBezTo>
                    <a:pt x="1296" y="601"/>
                    <a:pt x="1296" y="601"/>
                    <a:pt x="1296" y="601"/>
                  </a:cubicBezTo>
                  <a:cubicBezTo>
                    <a:pt x="1305" y="606"/>
                    <a:pt x="1304" y="613"/>
                    <a:pt x="1304" y="613"/>
                  </a:cubicBezTo>
                  <a:cubicBezTo>
                    <a:pt x="1305" y="618"/>
                    <a:pt x="1164" y="810"/>
                    <a:pt x="1143" y="815"/>
                  </a:cubicBezTo>
                  <a:cubicBezTo>
                    <a:pt x="1127" y="819"/>
                    <a:pt x="1114" y="818"/>
                    <a:pt x="1103" y="818"/>
                  </a:cubicBezTo>
                  <a:cubicBezTo>
                    <a:pt x="1092" y="819"/>
                    <a:pt x="1082" y="820"/>
                    <a:pt x="1081" y="826"/>
                  </a:cubicBezTo>
                  <a:cubicBezTo>
                    <a:pt x="1081" y="828"/>
                    <a:pt x="1088" y="833"/>
                    <a:pt x="1101" y="833"/>
                  </a:cubicBezTo>
                  <a:cubicBezTo>
                    <a:pt x="1115" y="833"/>
                    <a:pt x="1130" y="833"/>
                    <a:pt x="1142" y="838"/>
                  </a:cubicBezTo>
                  <a:cubicBezTo>
                    <a:pt x="1172" y="851"/>
                    <a:pt x="1256" y="865"/>
                    <a:pt x="1256" y="865"/>
                  </a:cubicBezTo>
                  <a:cubicBezTo>
                    <a:pt x="1256" y="865"/>
                    <a:pt x="1495" y="866"/>
                    <a:pt x="1518" y="866"/>
                  </a:cubicBezTo>
                  <a:cubicBezTo>
                    <a:pt x="1541" y="865"/>
                    <a:pt x="1525" y="861"/>
                    <a:pt x="1525" y="861"/>
                  </a:cubicBezTo>
                  <a:cubicBezTo>
                    <a:pt x="1525" y="861"/>
                    <a:pt x="1436" y="848"/>
                    <a:pt x="1406" y="835"/>
                  </a:cubicBezTo>
                  <a:cubicBezTo>
                    <a:pt x="1394" y="830"/>
                    <a:pt x="1382" y="829"/>
                    <a:pt x="1369" y="829"/>
                  </a:cubicBezTo>
                  <a:cubicBezTo>
                    <a:pt x="1355" y="829"/>
                    <a:pt x="1351" y="828"/>
                    <a:pt x="1351" y="826"/>
                  </a:cubicBezTo>
                  <a:cubicBezTo>
                    <a:pt x="1351" y="822"/>
                    <a:pt x="1357" y="823"/>
                    <a:pt x="1368" y="822"/>
                  </a:cubicBezTo>
                  <a:cubicBezTo>
                    <a:pt x="1379" y="822"/>
                    <a:pt x="1392" y="824"/>
                    <a:pt x="1412" y="818"/>
                  </a:cubicBezTo>
                  <a:cubicBezTo>
                    <a:pt x="1431" y="812"/>
                    <a:pt x="1554" y="617"/>
                    <a:pt x="1554" y="617"/>
                  </a:cubicBezTo>
                  <a:cubicBezTo>
                    <a:pt x="1554" y="617"/>
                    <a:pt x="1557" y="614"/>
                    <a:pt x="1566" y="612"/>
                  </a:cubicBezTo>
                  <a:cubicBezTo>
                    <a:pt x="1589" y="608"/>
                    <a:pt x="1588" y="598"/>
                    <a:pt x="1588" y="598"/>
                  </a:cubicBezTo>
                  <a:cubicBezTo>
                    <a:pt x="1588" y="598"/>
                    <a:pt x="1615" y="598"/>
                    <a:pt x="1633" y="598"/>
                  </a:cubicBezTo>
                  <a:cubicBezTo>
                    <a:pt x="1651" y="598"/>
                    <a:pt x="1653" y="590"/>
                    <a:pt x="1653" y="590"/>
                  </a:cubicBezTo>
                  <a:cubicBezTo>
                    <a:pt x="1654" y="576"/>
                    <a:pt x="1654" y="576"/>
                    <a:pt x="1654" y="576"/>
                  </a:cubicBezTo>
                  <a:cubicBezTo>
                    <a:pt x="1662" y="572"/>
                    <a:pt x="1666" y="577"/>
                    <a:pt x="1666" y="577"/>
                  </a:cubicBezTo>
                  <a:cubicBezTo>
                    <a:pt x="1666" y="614"/>
                    <a:pt x="1666" y="614"/>
                    <a:pt x="1666" y="614"/>
                  </a:cubicBezTo>
                  <a:cubicBezTo>
                    <a:pt x="1666" y="614"/>
                    <a:pt x="1667" y="629"/>
                    <a:pt x="1690" y="629"/>
                  </a:cubicBezTo>
                  <a:cubicBezTo>
                    <a:pt x="1713" y="629"/>
                    <a:pt x="1711" y="614"/>
                    <a:pt x="1711" y="614"/>
                  </a:cubicBezTo>
                  <a:cubicBezTo>
                    <a:pt x="1711" y="569"/>
                    <a:pt x="1711" y="569"/>
                    <a:pt x="1711" y="569"/>
                  </a:cubicBezTo>
                  <a:cubicBezTo>
                    <a:pt x="1716" y="563"/>
                    <a:pt x="1722" y="569"/>
                    <a:pt x="1722" y="569"/>
                  </a:cubicBezTo>
                  <a:cubicBezTo>
                    <a:pt x="1722" y="614"/>
                    <a:pt x="1722" y="614"/>
                    <a:pt x="1722" y="614"/>
                  </a:cubicBezTo>
                  <a:cubicBezTo>
                    <a:pt x="1722" y="614"/>
                    <a:pt x="1721" y="630"/>
                    <a:pt x="1748" y="630"/>
                  </a:cubicBezTo>
                  <a:cubicBezTo>
                    <a:pt x="1771" y="630"/>
                    <a:pt x="1769" y="614"/>
                    <a:pt x="1769" y="614"/>
                  </a:cubicBezTo>
                  <a:cubicBezTo>
                    <a:pt x="1769" y="614"/>
                    <a:pt x="1769" y="589"/>
                    <a:pt x="1769" y="581"/>
                  </a:cubicBezTo>
                  <a:cubicBezTo>
                    <a:pt x="1769" y="573"/>
                    <a:pt x="1773" y="573"/>
                    <a:pt x="1773" y="573"/>
                  </a:cubicBezTo>
                  <a:cubicBezTo>
                    <a:pt x="1773" y="573"/>
                    <a:pt x="1778" y="571"/>
                    <a:pt x="1778" y="587"/>
                  </a:cubicBezTo>
                  <a:cubicBezTo>
                    <a:pt x="1778" y="602"/>
                    <a:pt x="1793" y="601"/>
                    <a:pt x="1793" y="601"/>
                  </a:cubicBezTo>
                  <a:cubicBezTo>
                    <a:pt x="1830" y="601"/>
                    <a:pt x="1830" y="601"/>
                    <a:pt x="1830" y="601"/>
                  </a:cubicBezTo>
                  <a:cubicBezTo>
                    <a:pt x="1838" y="606"/>
                    <a:pt x="1837" y="613"/>
                    <a:pt x="1837" y="613"/>
                  </a:cubicBezTo>
                  <a:cubicBezTo>
                    <a:pt x="1838" y="621"/>
                    <a:pt x="1697" y="810"/>
                    <a:pt x="1676" y="815"/>
                  </a:cubicBezTo>
                  <a:cubicBezTo>
                    <a:pt x="1660" y="819"/>
                    <a:pt x="1647" y="818"/>
                    <a:pt x="1636" y="818"/>
                  </a:cubicBezTo>
                  <a:cubicBezTo>
                    <a:pt x="1625" y="819"/>
                    <a:pt x="1615" y="820"/>
                    <a:pt x="1615" y="826"/>
                  </a:cubicBezTo>
                  <a:cubicBezTo>
                    <a:pt x="1614" y="828"/>
                    <a:pt x="1621" y="833"/>
                    <a:pt x="1634" y="833"/>
                  </a:cubicBezTo>
                  <a:cubicBezTo>
                    <a:pt x="1648" y="833"/>
                    <a:pt x="1663" y="833"/>
                    <a:pt x="1676" y="838"/>
                  </a:cubicBezTo>
                  <a:cubicBezTo>
                    <a:pt x="1705" y="851"/>
                    <a:pt x="1804" y="865"/>
                    <a:pt x="1804" y="865"/>
                  </a:cubicBezTo>
                  <a:cubicBezTo>
                    <a:pt x="1804" y="865"/>
                    <a:pt x="2122" y="865"/>
                    <a:pt x="2142" y="865"/>
                  </a:cubicBezTo>
                  <a:cubicBezTo>
                    <a:pt x="2163" y="865"/>
                    <a:pt x="2146" y="861"/>
                    <a:pt x="2146" y="861"/>
                  </a:cubicBezTo>
                  <a:cubicBezTo>
                    <a:pt x="2146" y="861"/>
                    <a:pt x="1974" y="829"/>
                    <a:pt x="1945" y="817"/>
                  </a:cubicBezTo>
                  <a:cubicBezTo>
                    <a:pt x="1932" y="811"/>
                    <a:pt x="1921" y="811"/>
                    <a:pt x="1907" y="811"/>
                  </a:cubicBezTo>
                  <a:cubicBezTo>
                    <a:pt x="1894" y="811"/>
                    <a:pt x="1890" y="810"/>
                    <a:pt x="1890" y="808"/>
                  </a:cubicBezTo>
                  <a:cubicBezTo>
                    <a:pt x="1890" y="804"/>
                    <a:pt x="1895" y="804"/>
                    <a:pt x="1906" y="804"/>
                  </a:cubicBezTo>
                  <a:cubicBezTo>
                    <a:pt x="1918" y="803"/>
                    <a:pt x="1931" y="805"/>
                    <a:pt x="1950" y="800"/>
                  </a:cubicBezTo>
                  <a:cubicBezTo>
                    <a:pt x="1970" y="794"/>
                    <a:pt x="2093" y="579"/>
                    <a:pt x="2093" y="579"/>
                  </a:cubicBezTo>
                  <a:cubicBezTo>
                    <a:pt x="2093" y="579"/>
                    <a:pt x="2096" y="575"/>
                    <a:pt x="2104" y="574"/>
                  </a:cubicBezTo>
                  <a:cubicBezTo>
                    <a:pt x="2128" y="570"/>
                    <a:pt x="2127" y="559"/>
                    <a:pt x="2127" y="559"/>
                  </a:cubicBezTo>
                  <a:cubicBezTo>
                    <a:pt x="2127" y="546"/>
                    <a:pt x="2127" y="546"/>
                    <a:pt x="2127" y="546"/>
                  </a:cubicBezTo>
                  <a:cubicBezTo>
                    <a:pt x="2127" y="536"/>
                    <a:pt x="2109" y="533"/>
                    <a:pt x="2101" y="533"/>
                  </a:cubicBezTo>
                  <a:cubicBezTo>
                    <a:pt x="2092" y="533"/>
                    <a:pt x="2088" y="530"/>
                    <a:pt x="2088" y="530"/>
                  </a:cubicBezTo>
                  <a:cubicBezTo>
                    <a:pt x="2087" y="530"/>
                    <a:pt x="2087" y="530"/>
                    <a:pt x="2087" y="530"/>
                  </a:cubicBezTo>
                  <a:cubicBezTo>
                    <a:pt x="2087" y="530"/>
                    <a:pt x="1992" y="499"/>
                    <a:pt x="1962" y="473"/>
                  </a:cubicBezTo>
                  <a:cubicBezTo>
                    <a:pt x="1950" y="462"/>
                    <a:pt x="1938" y="461"/>
                    <a:pt x="1925" y="461"/>
                  </a:cubicBezTo>
                  <a:cubicBezTo>
                    <a:pt x="1911" y="461"/>
                    <a:pt x="1907" y="459"/>
                    <a:pt x="1907" y="453"/>
                  </a:cubicBezTo>
                  <a:cubicBezTo>
                    <a:pt x="1907" y="446"/>
                    <a:pt x="1913" y="447"/>
                    <a:pt x="1924" y="446"/>
                  </a:cubicBezTo>
                  <a:cubicBezTo>
                    <a:pt x="1935" y="445"/>
                    <a:pt x="1948" y="449"/>
                    <a:pt x="1968" y="437"/>
                  </a:cubicBezTo>
                  <a:cubicBezTo>
                    <a:pt x="1987" y="425"/>
                    <a:pt x="2088" y="376"/>
                    <a:pt x="2088" y="376"/>
                  </a:cubicBezTo>
                  <a:cubicBezTo>
                    <a:pt x="2088" y="376"/>
                    <a:pt x="2100" y="368"/>
                    <a:pt x="2101" y="353"/>
                  </a:cubicBezTo>
                  <a:cubicBezTo>
                    <a:pt x="2102" y="337"/>
                    <a:pt x="2130" y="337"/>
                    <a:pt x="2130" y="325"/>
                  </a:cubicBezTo>
                  <a:cubicBezTo>
                    <a:pt x="2130" y="325"/>
                    <a:pt x="2131" y="318"/>
                    <a:pt x="2122" y="313"/>
                  </a:cubicBezTo>
                  <a:cubicBezTo>
                    <a:pt x="2118" y="310"/>
                    <a:pt x="2117" y="303"/>
                    <a:pt x="2123" y="299"/>
                  </a:cubicBezTo>
                  <a:cubicBezTo>
                    <a:pt x="2131" y="295"/>
                    <a:pt x="2130" y="287"/>
                    <a:pt x="2130" y="287"/>
                  </a:cubicBezTo>
                  <a:cubicBezTo>
                    <a:pt x="2130" y="275"/>
                    <a:pt x="1988" y="74"/>
                    <a:pt x="1969" y="67"/>
                  </a:cubicBezTo>
                  <a:cubicBezTo>
                    <a:pt x="1949" y="59"/>
                    <a:pt x="1936" y="62"/>
                    <a:pt x="1925" y="61"/>
                  </a:cubicBezTo>
                  <a:cubicBezTo>
                    <a:pt x="1914" y="60"/>
                    <a:pt x="1908" y="61"/>
                    <a:pt x="1908" y="56"/>
                  </a:cubicBezTo>
                  <a:cubicBezTo>
                    <a:pt x="1908" y="53"/>
                    <a:pt x="1912" y="51"/>
                    <a:pt x="1926" y="51"/>
                  </a:cubicBezTo>
                  <a:cubicBezTo>
                    <a:pt x="1939" y="51"/>
                    <a:pt x="1951" y="51"/>
                    <a:pt x="1963" y="43"/>
                  </a:cubicBezTo>
                  <a:cubicBezTo>
                    <a:pt x="1993" y="26"/>
                    <a:pt x="2082" y="7"/>
                    <a:pt x="2082" y="7"/>
                  </a:cubicBezTo>
                  <a:cubicBezTo>
                    <a:pt x="2082" y="7"/>
                    <a:pt x="2109" y="1"/>
                    <a:pt x="2083" y="1"/>
                  </a:cubicBezTo>
                  <a:cubicBezTo>
                    <a:pt x="2058" y="1"/>
                    <a:pt x="1803" y="0"/>
                    <a:pt x="1803" y="0"/>
                  </a:cubicBezTo>
                  <a:cubicBezTo>
                    <a:pt x="1803" y="0"/>
                    <a:pt x="1704" y="23"/>
                    <a:pt x="1665" y="44"/>
                  </a:cubicBezTo>
                  <a:cubicBezTo>
                    <a:pt x="1659" y="46"/>
                    <a:pt x="1644" y="45"/>
                    <a:pt x="1631" y="45"/>
                  </a:cubicBezTo>
                  <a:cubicBezTo>
                    <a:pt x="1617" y="45"/>
                    <a:pt x="1611" y="53"/>
                    <a:pt x="1611" y="56"/>
                  </a:cubicBezTo>
                  <a:cubicBezTo>
                    <a:pt x="1611" y="61"/>
                    <a:pt x="1617" y="66"/>
                    <a:pt x="1628" y="67"/>
                  </a:cubicBezTo>
                  <a:cubicBezTo>
                    <a:pt x="1639" y="67"/>
                    <a:pt x="1658" y="65"/>
                    <a:pt x="1672" y="70"/>
                  </a:cubicBezTo>
                  <a:cubicBezTo>
                    <a:pt x="1694" y="76"/>
                    <a:pt x="1818" y="292"/>
                    <a:pt x="1818" y="292"/>
                  </a:cubicBezTo>
                  <a:cubicBezTo>
                    <a:pt x="1818" y="292"/>
                    <a:pt x="1823" y="295"/>
                    <a:pt x="1836" y="295"/>
                  </a:cubicBezTo>
                  <a:cubicBezTo>
                    <a:pt x="1845" y="294"/>
                    <a:pt x="1848" y="297"/>
                    <a:pt x="1848" y="302"/>
                  </a:cubicBezTo>
                  <a:cubicBezTo>
                    <a:pt x="1848" y="307"/>
                    <a:pt x="1847" y="313"/>
                    <a:pt x="1836" y="313"/>
                  </a:cubicBezTo>
                  <a:cubicBezTo>
                    <a:pt x="1822" y="313"/>
                    <a:pt x="1817" y="318"/>
                    <a:pt x="1817" y="318"/>
                  </a:cubicBezTo>
                  <a:cubicBezTo>
                    <a:pt x="1817" y="318"/>
                    <a:pt x="1693" y="421"/>
                    <a:pt x="1672" y="431"/>
                  </a:cubicBezTo>
                  <a:cubicBezTo>
                    <a:pt x="1656" y="439"/>
                    <a:pt x="1643" y="436"/>
                    <a:pt x="1632" y="437"/>
                  </a:cubicBezTo>
                  <a:cubicBezTo>
                    <a:pt x="1620" y="438"/>
                    <a:pt x="1611" y="442"/>
                    <a:pt x="1610" y="453"/>
                  </a:cubicBezTo>
                  <a:cubicBezTo>
                    <a:pt x="1610" y="458"/>
                    <a:pt x="1617" y="469"/>
                    <a:pt x="1630" y="469"/>
                  </a:cubicBezTo>
                  <a:cubicBezTo>
                    <a:pt x="1644" y="469"/>
                    <a:pt x="1659" y="468"/>
                    <a:pt x="1671" y="479"/>
                  </a:cubicBezTo>
                  <a:cubicBezTo>
                    <a:pt x="1701" y="506"/>
                    <a:pt x="1800" y="538"/>
                    <a:pt x="1800" y="538"/>
                  </a:cubicBezTo>
                  <a:cubicBezTo>
                    <a:pt x="1801" y="539"/>
                    <a:pt x="1801" y="539"/>
                    <a:pt x="1801" y="539"/>
                  </a:cubicBezTo>
                  <a:cubicBezTo>
                    <a:pt x="1808" y="541"/>
                    <a:pt x="1810" y="549"/>
                    <a:pt x="1810" y="549"/>
                  </a:cubicBezTo>
                  <a:cubicBezTo>
                    <a:pt x="1815" y="563"/>
                    <a:pt x="1838" y="569"/>
                    <a:pt x="1837" y="576"/>
                  </a:cubicBezTo>
                  <a:cubicBezTo>
                    <a:pt x="1837" y="576"/>
                    <a:pt x="1838" y="583"/>
                    <a:pt x="1830" y="588"/>
                  </a:cubicBezTo>
                  <a:cubicBezTo>
                    <a:pt x="1797" y="588"/>
                    <a:pt x="1797" y="588"/>
                    <a:pt x="1797" y="588"/>
                  </a:cubicBezTo>
                  <a:cubicBezTo>
                    <a:pt x="1797" y="588"/>
                    <a:pt x="1794" y="587"/>
                    <a:pt x="1794" y="582"/>
                  </a:cubicBezTo>
                  <a:cubicBezTo>
                    <a:pt x="1794" y="569"/>
                    <a:pt x="1794" y="569"/>
                    <a:pt x="1794" y="569"/>
                  </a:cubicBezTo>
                  <a:cubicBezTo>
                    <a:pt x="1794" y="569"/>
                    <a:pt x="1790" y="562"/>
                    <a:pt x="1774" y="562"/>
                  </a:cubicBezTo>
                  <a:cubicBezTo>
                    <a:pt x="1758" y="562"/>
                    <a:pt x="1753" y="569"/>
                    <a:pt x="1753" y="569"/>
                  </a:cubicBezTo>
                  <a:cubicBezTo>
                    <a:pt x="1753" y="612"/>
                    <a:pt x="1753" y="612"/>
                    <a:pt x="1753" y="612"/>
                  </a:cubicBezTo>
                  <a:cubicBezTo>
                    <a:pt x="1753" y="612"/>
                    <a:pt x="1753" y="617"/>
                    <a:pt x="1746" y="617"/>
                  </a:cubicBezTo>
                  <a:cubicBezTo>
                    <a:pt x="1740" y="617"/>
                    <a:pt x="1738" y="611"/>
                    <a:pt x="1738" y="611"/>
                  </a:cubicBezTo>
                  <a:cubicBezTo>
                    <a:pt x="1738" y="571"/>
                    <a:pt x="1738" y="571"/>
                    <a:pt x="1738" y="571"/>
                  </a:cubicBezTo>
                  <a:cubicBezTo>
                    <a:pt x="1738" y="571"/>
                    <a:pt x="1734" y="555"/>
                    <a:pt x="1716" y="555"/>
                  </a:cubicBezTo>
                  <a:cubicBezTo>
                    <a:pt x="1698" y="555"/>
                    <a:pt x="1695" y="569"/>
                    <a:pt x="1695" y="569"/>
                  </a:cubicBezTo>
                  <a:cubicBezTo>
                    <a:pt x="1695" y="611"/>
                    <a:pt x="1695" y="611"/>
                    <a:pt x="1695" y="611"/>
                  </a:cubicBezTo>
                  <a:cubicBezTo>
                    <a:pt x="1695" y="611"/>
                    <a:pt x="1695" y="616"/>
                    <a:pt x="1688" y="616"/>
                  </a:cubicBezTo>
                  <a:cubicBezTo>
                    <a:pt x="1682" y="616"/>
                    <a:pt x="1682" y="611"/>
                    <a:pt x="1682" y="611"/>
                  </a:cubicBezTo>
                  <a:cubicBezTo>
                    <a:pt x="1682" y="611"/>
                    <a:pt x="1683" y="586"/>
                    <a:pt x="1682" y="575"/>
                  </a:cubicBezTo>
                  <a:cubicBezTo>
                    <a:pt x="1682" y="564"/>
                    <a:pt x="1669" y="564"/>
                    <a:pt x="1662" y="563"/>
                  </a:cubicBezTo>
                  <a:cubicBezTo>
                    <a:pt x="1655" y="563"/>
                    <a:pt x="1645" y="564"/>
                    <a:pt x="1641" y="569"/>
                  </a:cubicBezTo>
                  <a:cubicBezTo>
                    <a:pt x="1639" y="572"/>
                    <a:pt x="1639" y="585"/>
                    <a:pt x="1639" y="585"/>
                  </a:cubicBezTo>
                  <a:cubicBezTo>
                    <a:pt x="1589" y="585"/>
                    <a:pt x="1589" y="585"/>
                    <a:pt x="1589" y="585"/>
                  </a:cubicBezTo>
                  <a:cubicBezTo>
                    <a:pt x="1589" y="574"/>
                    <a:pt x="1570" y="571"/>
                    <a:pt x="1562" y="571"/>
                  </a:cubicBezTo>
                  <a:cubicBezTo>
                    <a:pt x="1554" y="571"/>
                    <a:pt x="1551" y="568"/>
                    <a:pt x="1551" y="568"/>
                  </a:cubicBezTo>
                  <a:cubicBezTo>
                    <a:pt x="1550" y="567"/>
                    <a:pt x="1550" y="567"/>
                    <a:pt x="1550" y="567"/>
                  </a:cubicBezTo>
                  <a:cubicBezTo>
                    <a:pt x="1550" y="567"/>
                    <a:pt x="1457" y="499"/>
                    <a:pt x="1428" y="473"/>
                  </a:cubicBezTo>
                  <a:cubicBezTo>
                    <a:pt x="1415" y="462"/>
                    <a:pt x="1404" y="461"/>
                    <a:pt x="1390" y="461"/>
                  </a:cubicBezTo>
                  <a:cubicBezTo>
                    <a:pt x="1377" y="461"/>
                    <a:pt x="1372" y="459"/>
                    <a:pt x="1372" y="453"/>
                  </a:cubicBezTo>
                  <a:cubicBezTo>
                    <a:pt x="1372" y="446"/>
                    <a:pt x="1378" y="447"/>
                    <a:pt x="1389" y="446"/>
                  </a:cubicBezTo>
                  <a:cubicBezTo>
                    <a:pt x="1400" y="445"/>
                    <a:pt x="1414" y="449"/>
                    <a:pt x="1433" y="437"/>
                  </a:cubicBezTo>
                  <a:cubicBezTo>
                    <a:pt x="1453" y="425"/>
                    <a:pt x="1553" y="376"/>
                    <a:pt x="1553" y="376"/>
                  </a:cubicBezTo>
                  <a:cubicBezTo>
                    <a:pt x="1553" y="376"/>
                    <a:pt x="1566" y="368"/>
                    <a:pt x="1567" y="353"/>
                  </a:cubicBezTo>
                  <a:cubicBezTo>
                    <a:pt x="1568" y="337"/>
                    <a:pt x="1596" y="337"/>
                    <a:pt x="1595" y="325"/>
                  </a:cubicBezTo>
                  <a:cubicBezTo>
                    <a:pt x="1595" y="325"/>
                    <a:pt x="1596" y="318"/>
                    <a:pt x="1587" y="313"/>
                  </a:cubicBezTo>
                  <a:cubicBezTo>
                    <a:pt x="1583" y="310"/>
                    <a:pt x="1582" y="303"/>
                    <a:pt x="1588" y="299"/>
                  </a:cubicBezTo>
                  <a:cubicBezTo>
                    <a:pt x="1596" y="295"/>
                    <a:pt x="1595" y="287"/>
                    <a:pt x="1595" y="287"/>
                  </a:cubicBezTo>
                  <a:cubicBezTo>
                    <a:pt x="1596" y="275"/>
                    <a:pt x="1454" y="74"/>
                    <a:pt x="1434" y="67"/>
                  </a:cubicBezTo>
                  <a:cubicBezTo>
                    <a:pt x="1415" y="59"/>
                    <a:pt x="1401" y="62"/>
                    <a:pt x="1390" y="61"/>
                  </a:cubicBezTo>
                  <a:cubicBezTo>
                    <a:pt x="1379" y="60"/>
                    <a:pt x="1373" y="61"/>
                    <a:pt x="1373" y="56"/>
                  </a:cubicBezTo>
                  <a:cubicBezTo>
                    <a:pt x="1373" y="53"/>
                    <a:pt x="1378" y="51"/>
                    <a:pt x="1391" y="51"/>
                  </a:cubicBezTo>
                  <a:cubicBezTo>
                    <a:pt x="1405" y="51"/>
                    <a:pt x="1416" y="51"/>
                    <a:pt x="1429" y="43"/>
                  </a:cubicBezTo>
                  <a:cubicBezTo>
                    <a:pt x="1458" y="26"/>
                    <a:pt x="1548" y="7"/>
                    <a:pt x="1548" y="7"/>
                  </a:cubicBezTo>
                  <a:cubicBezTo>
                    <a:pt x="1548" y="7"/>
                    <a:pt x="1576" y="1"/>
                    <a:pt x="1547" y="1"/>
                  </a:cubicBezTo>
                  <a:cubicBezTo>
                    <a:pt x="1518" y="1"/>
                    <a:pt x="1269" y="0"/>
                    <a:pt x="1269" y="0"/>
                  </a:cubicBezTo>
                  <a:cubicBezTo>
                    <a:pt x="1269" y="0"/>
                    <a:pt x="1169" y="23"/>
                    <a:pt x="1130" y="44"/>
                  </a:cubicBezTo>
                  <a:cubicBezTo>
                    <a:pt x="1125" y="46"/>
                    <a:pt x="1110" y="45"/>
                    <a:pt x="1096" y="45"/>
                  </a:cubicBezTo>
                  <a:cubicBezTo>
                    <a:pt x="1083" y="45"/>
                    <a:pt x="1077" y="53"/>
                    <a:pt x="1077" y="56"/>
                  </a:cubicBezTo>
                  <a:cubicBezTo>
                    <a:pt x="1077" y="61"/>
                    <a:pt x="1082" y="66"/>
                    <a:pt x="1094" y="67"/>
                  </a:cubicBezTo>
                  <a:cubicBezTo>
                    <a:pt x="1105" y="67"/>
                    <a:pt x="1123" y="65"/>
                    <a:pt x="1138" y="70"/>
                  </a:cubicBezTo>
                  <a:cubicBezTo>
                    <a:pt x="1160" y="76"/>
                    <a:pt x="1283" y="292"/>
                    <a:pt x="1283" y="292"/>
                  </a:cubicBezTo>
                  <a:cubicBezTo>
                    <a:pt x="1283" y="292"/>
                    <a:pt x="1289" y="295"/>
                    <a:pt x="1301" y="295"/>
                  </a:cubicBezTo>
                  <a:cubicBezTo>
                    <a:pt x="1311" y="294"/>
                    <a:pt x="1314" y="297"/>
                    <a:pt x="1314" y="302"/>
                  </a:cubicBezTo>
                  <a:cubicBezTo>
                    <a:pt x="1314" y="307"/>
                    <a:pt x="1313" y="313"/>
                    <a:pt x="1302" y="313"/>
                  </a:cubicBezTo>
                  <a:cubicBezTo>
                    <a:pt x="1288" y="313"/>
                    <a:pt x="1283" y="318"/>
                    <a:pt x="1283" y="318"/>
                  </a:cubicBezTo>
                  <a:cubicBezTo>
                    <a:pt x="1283" y="318"/>
                    <a:pt x="1158" y="421"/>
                    <a:pt x="1137" y="431"/>
                  </a:cubicBezTo>
                  <a:cubicBezTo>
                    <a:pt x="1121" y="439"/>
                    <a:pt x="1108" y="436"/>
                    <a:pt x="1097" y="437"/>
                  </a:cubicBezTo>
                  <a:cubicBezTo>
                    <a:pt x="1086" y="438"/>
                    <a:pt x="1076" y="442"/>
                    <a:pt x="1076" y="453"/>
                  </a:cubicBezTo>
                  <a:cubicBezTo>
                    <a:pt x="1076" y="458"/>
                    <a:pt x="1082" y="469"/>
                    <a:pt x="1096" y="469"/>
                  </a:cubicBezTo>
                  <a:cubicBezTo>
                    <a:pt x="1109" y="469"/>
                    <a:pt x="1124" y="468"/>
                    <a:pt x="1137" y="479"/>
                  </a:cubicBezTo>
                  <a:cubicBezTo>
                    <a:pt x="1166" y="506"/>
                    <a:pt x="1265" y="538"/>
                    <a:pt x="1265" y="538"/>
                  </a:cubicBezTo>
                  <a:cubicBezTo>
                    <a:pt x="1266" y="538"/>
                    <a:pt x="1266" y="538"/>
                    <a:pt x="1266" y="538"/>
                  </a:cubicBezTo>
                  <a:cubicBezTo>
                    <a:pt x="1267" y="539"/>
                    <a:pt x="1267" y="539"/>
                    <a:pt x="1267" y="539"/>
                  </a:cubicBezTo>
                  <a:cubicBezTo>
                    <a:pt x="1275" y="541"/>
                    <a:pt x="1277" y="549"/>
                    <a:pt x="1277" y="549"/>
                  </a:cubicBezTo>
                  <a:cubicBezTo>
                    <a:pt x="1282" y="563"/>
                    <a:pt x="1305" y="569"/>
                    <a:pt x="1304" y="576"/>
                  </a:cubicBezTo>
                  <a:cubicBezTo>
                    <a:pt x="1304" y="576"/>
                    <a:pt x="1305" y="583"/>
                    <a:pt x="1297" y="588"/>
                  </a:cubicBezTo>
                  <a:cubicBezTo>
                    <a:pt x="1264" y="588"/>
                    <a:pt x="1264" y="588"/>
                    <a:pt x="1264" y="588"/>
                  </a:cubicBezTo>
                  <a:cubicBezTo>
                    <a:pt x="1264" y="588"/>
                    <a:pt x="1260" y="587"/>
                    <a:pt x="1261" y="582"/>
                  </a:cubicBezTo>
                  <a:cubicBezTo>
                    <a:pt x="1261" y="569"/>
                    <a:pt x="1261" y="569"/>
                    <a:pt x="1261" y="569"/>
                  </a:cubicBezTo>
                  <a:cubicBezTo>
                    <a:pt x="1261" y="569"/>
                    <a:pt x="1256" y="562"/>
                    <a:pt x="1240" y="562"/>
                  </a:cubicBezTo>
                  <a:cubicBezTo>
                    <a:pt x="1224" y="562"/>
                    <a:pt x="1220" y="569"/>
                    <a:pt x="1220" y="569"/>
                  </a:cubicBezTo>
                  <a:cubicBezTo>
                    <a:pt x="1220" y="612"/>
                    <a:pt x="1220" y="612"/>
                    <a:pt x="1220" y="612"/>
                  </a:cubicBezTo>
                  <a:cubicBezTo>
                    <a:pt x="1220" y="612"/>
                    <a:pt x="1220" y="617"/>
                    <a:pt x="1213" y="617"/>
                  </a:cubicBezTo>
                  <a:cubicBezTo>
                    <a:pt x="1207" y="617"/>
                    <a:pt x="1205" y="611"/>
                    <a:pt x="1205" y="611"/>
                  </a:cubicBezTo>
                  <a:cubicBezTo>
                    <a:pt x="1205" y="571"/>
                    <a:pt x="1205" y="571"/>
                    <a:pt x="1205" y="571"/>
                  </a:cubicBezTo>
                  <a:cubicBezTo>
                    <a:pt x="1205" y="571"/>
                    <a:pt x="1200" y="555"/>
                    <a:pt x="1182" y="555"/>
                  </a:cubicBezTo>
                  <a:cubicBezTo>
                    <a:pt x="1164" y="555"/>
                    <a:pt x="1162" y="569"/>
                    <a:pt x="1162" y="569"/>
                  </a:cubicBezTo>
                  <a:cubicBezTo>
                    <a:pt x="1162" y="611"/>
                    <a:pt x="1162" y="611"/>
                    <a:pt x="1162" y="611"/>
                  </a:cubicBezTo>
                  <a:cubicBezTo>
                    <a:pt x="1162" y="611"/>
                    <a:pt x="1162" y="616"/>
                    <a:pt x="1155" y="616"/>
                  </a:cubicBezTo>
                  <a:cubicBezTo>
                    <a:pt x="1148" y="616"/>
                    <a:pt x="1149" y="611"/>
                    <a:pt x="1149" y="611"/>
                  </a:cubicBezTo>
                  <a:cubicBezTo>
                    <a:pt x="1149" y="611"/>
                    <a:pt x="1149" y="586"/>
                    <a:pt x="1149" y="575"/>
                  </a:cubicBezTo>
                  <a:cubicBezTo>
                    <a:pt x="1148" y="564"/>
                    <a:pt x="1136" y="564"/>
                    <a:pt x="1129" y="563"/>
                  </a:cubicBezTo>
                  <a:cubicBezTo>
                    <a:pt x="1122" y="563"/>
                    <a:pt x="1111" y="564"/>
                    <a:pt x="1108" y="569"/>
                  </a:cubicBezTo>
                  <a:cubicBezTo>
                    <a:pt x="1106" y="572"/>
                    <a:pt x="1106" y="585"/>
                    <a:pt x="1106" y="585"/>
                  </a:cubicBezTo>
                  <a:cubicBezTo>
                    <a:pt x="1056" y="585"/>
                    <a:pt x="1056" y="585"/>
                    <a:pt x="1056" y="585"/>
                  </a:cubicBezTo>
                  <a:cubicBezTo>
                    <a:pt x="1056" y="574"/>
                    <a:pt x="1037" y="571"/>
                    <a:pt x="1029" y="571"/>
                  </a:cubicBezTo>
                  <a:cubicBezTo>
                    <a:pt x="1021" y="571"/>
                    <a:pt x="1018" y="568"/>
                    <a:pt x="1018" y="568"/>
                  </a:cubicBezTo>
                  <a:cubicBezTo>
                    <a:pt x="1017" y="567"/>
                    <a:pt x="1017" y="567"/>
                    <a:pt x="1017" y="567"/>
                  </a:cubicBezTo>
                  <a:cubicBezTo>
                    <a:pt x="1015" y="566"/>
                    <a:pt x="1015" y="566"/>
                    <a:pt x="1015" y="566"/>
                  </a:cubicBezTo>
                  <a:cubicBezTo>
                    <a:pt x="1015" y="566"/>
                    <a:pt x="919" y="499"/>
                    <a:pt x="890" y="473"/>
                  </a:cubicBezTo>
                  <a:cubicBezTo>
                    <a:pt x="877" y="462"/>
                    <a:pt x="866" y="461"/>
                    <a:pt x="852" y="461"/>
                  </a:cubicBezTo>
                  <a:cubicBezTo>
                    <a:pt x="839" y="461"/>
                    <a:pt x="834" y="459"/>
                    <a:pt x="834" y="453"/>
                  </a:cubicBezTo>
                  <a:cubicBezTo>
                    <a:pt x="834" y="446"/>
                    <a:pt x="840" y="447"/>
                    <a:pt x="851" y="446"/>
                  </a:cubicBezTo>
                  <a:cubicBezTo>
                    <a:pt x="862" y="445"/>
                    <a:pt x="876" y="449"/>
                    <a:pt x="895" y="437"/>
                  </a:cubicBezTo>
                  <a:cubicBezTo>
                    <a:pt x="915" y="425"/>
                    <a:pt x="1015" y="376"/>
                    <a:pt x="1015" y="376"/>
                  </a:cubicBezTo>
                  <a:cubicBezTo>
                    <a:pt x="1015" y="376"/>
                    <a:pt x="1028" y="368"/>
                    <a:pt x="1029" y="353"/>
                  </a:cubicBezTo>
                  <a:cubicBezTo>
                    <a:pt x="1030" y="337"/>
                    <a:pt x="1058" y="337"/>
                    <a:pt x="1057" y="325"/>
                  </a:cubicBezTo>
                  <a:cubicBezTo>
                    <a:pt x="1057" y="325"/>
                    <a:pt x="1058" y="318"/>
                    <a:pt x="1049" y="313"/>
                  </a:cubicBezTo>
                  <a:cubicBezTo>
                    <a:pt x="1045" y="310"/>
                    <a:pt x="1044" y="303"/>
                    <a:pt x="1050" y="299"/>
                  </a:cubicBezTo>
                  <a:cubicBezTo>
                    <a:pt x="1058" y="295"/>
                    <a:pt x="1057" y="287"/>
                    <a:pt x="1057" y="287"/>
                  </a:cubicBezTo>
                  <a:cubicBezTo>
                    <a:pt x="1058" y="275"/>
                    <a:pt x="916" y="74"/>
                    <a:pt x="896" y="67"/>
                  </a:cubicBezTo>
                  <a:cubicBezTo>
                    <a:pt x="877" y="59"/>
                    <a:pt x="863" y="62"/>
                    <a:pt x="852" y="61"/>
                  </a:cubicBezTo>
                  <a:cubicBezTo>
                    <a:pt x="841" y="60"/>
                    <a:pt x="835" y="61"/>
                    <a:pt x="835" y="56"/>
                  </a:cubicBezTo>
                  <a:cubicBezTo>
                    <a:pt x="835" y="53"/>
                    <a:pt x="840" y="51"/>
                    <a:pt x="853" y="51"/>
                  </a:cubicBezTo>
                  <a:cubicBezTo>
                    <a:pt x="867" y="51"/>
                    <a:pt x="878" y="51"/>
                    <a:pt x="891" y="43"/>
                  </a:cubicBezTo>
                  <a:cubicBezTo>
                    <a:pt x="920" y="26"/>
                    <a:pt x="1010" y="7"/>
                    <a:pt x="1010" y="7"/>
                  </a:cubicBezTo>
                  <a:cubicBezTo>
                    <a:pt x="1010" y="7"/>
                    <a:pt x="1036" y="1"/>
                    <a:pt x="1012" y="1"/>
                  </a:cubicBezTo>
                  <a:cubicBezTo>
                    <a:pt x="989" y="1"/>
                    <a:pt x="731" y="0"/>
                    <a:pt x="731" y="0"/>
                  </a:cubicBezTo>
                  <a:cubicBezTo>
                    <a:pt x="731" y="0"/>
                    <a:pt x="631" y="23"/>
                    <a:pt x="592" y="44"/>
                  </a:cubicBezTo>
                  <a:cubicBezTo>
                    <a:pt x="587" y="46"/>
                    <a:pt x="572" y="45"/>
                    <a:pt x="558" y="45"/>
                  </a:cubicBezTo>
                  <a:cubicBezTo>
                    <a:pt x="545" y="45"/>
                    <a:pt x="539" y="53"/>
                    <a:pt x="539" y="56"/>
                  </a:cubicBezTo>
                  <a:cubicBezTo>
                    <a:pt x="539" y="61"/>
                    <a:pt x="544" y="66"/>
                    <a:pt x="556" y="67"/>
                  </a:cubicBezTo>
                  <a:cubicBezTo>
                    <a:pt x="567" y="67"/>
                    <a:pt x="585" y="65"/>
                    <a:pt x="600" y="70"/>
                  </a:cubicBezTo>
                  <a:cubicBezTo>
                    <a:pt x="622" y="76"/>
                    <a:pt x="745" y="292"/>
                    <a:pt x="745" y="292"/>
                  </a:cubicBezTo>
                  <a:cubicBezTo>
                    <a:pt x="745" y="292"/>
                    <a:pt x="751" y="295"/>
                    <a:pt x="763" y="295"/>
                  </a:cubicBezTo>
                  <a:cubicBezTo>
                    <a:pt x="773" y="294"/>
                    <a:pt x="776" y="297"/>
                    <a:pt x="776" y="302"/>
                  </a:cubicBezTo>
                  <a:cubicBezTo>
                    <a:pt x="776" y="307"/>
                    <a:pt x="775" y="313"/>
                    <a:pt x="764" y="313"/>
                  </a:cubicBezTo>
                  <a:cubicBezTo>
                    <a:pt x="750" y="313"/>
                    <a:pt x="745" y="318"/>
                    <a:pt x="745" y="318"/>
                  </a:cubicBezTo>
                  <a:cubicBezTo>
                    <a:pt x="745" y="318"/>
                    <a:pt x="620" y="421"/>
                    <a:pt x="599" y="431"/>
                  </a:cubicBezTo>
                  <a:cubicBezTo>
                    <a:pt x="583" y="439"/>
                    <a:pt x="570" y="436"/>
                    <a:pt x="559" y="437"/>
                  </a:cubicBezTo>
                  <a:cubicBezTo>
                    <a:pt x="548" y="438"/>
                    <a:pt x="538" y="442"/>
                    <a:pt x="538" y="453"/>
                  </a:cubicBezTo>
                  <a:cubicBezTo>
                    <a:pt x="538" y="458"/>
                    <a:pt x="544" y="469"/>
                    <a:pt x="558" y="469"/>
                  </a:cubicBezTo>
                  <a:cubicBezTo>
                    <a:pt x="571" y="469"/>
                    <a:pt x="586" y="468"/>
                    <a:pt x="599" y="479"/>
                  </a:cubicBezTo>
                  <a:cubicBezTo>
                    <a:pt x="628" y="506"/>
                    <a:pt x="727" y="538"/>
                    <a:pt x="727" y="538"/>
                  </a:cubicBezTo>
                  <a:cubicBezTo>
                    <a:pt x="729" y="539"/>
                    <a:pt x="729" y="539"/>
                    <a:pt x="729" y="539"/>
                  </a:cubicBezTo>
                  <a:cubicBezTo>
                    <a:pt x="730" y="539"/>
                    <a:pt x="730" y="539"/>
                    <a:pt x="730" y="539"/>
                  </a:cubicBezTo>
                  <a:cubicBezTo>
                    <a:pt x="737" y="541"/>
                    <a:pt x="739" y="549"/>
                    <a:pt x="739" y="549"/>
                  </a:cubicBezTo>
                  <a:cubicBezTo>
                    <a:pt x="744" y="564"/>
                    <a:pt x="767" y="569"/>
                    <a:pt x="766" y="576"/>
                  </a:cubicBezTo>
                  <a:cubicBezTo>
                    <a:pt x="766" y="576"/>
                    <a:pt x="767" y="584"/>
                    <a:pt x="759" y="588"/>
                  </a:cubicBezTo>
                  <a:cubicBezTo>
                    <a:pt x="726" y="588"/>
                    <a:pt x="726" y="588"/>
                    <a:pt x="726" y="588"/>
                  </a:cubicBezTo>
                  <a:cubicBezTo>
                    <a:pt x="726" y="588"/>
                    <a:pt x="723" y="588"/>
                    <a:pt x="723" y="583"/>
                  </a:cubicBezTo>
                  <a:cubicBezTo>
                    <a:pt x="723" y="570"/>
                    <a:pt x="723" y="570"/>
                    <a:pt x="723" y="570"/>
                  </a:cubicBezTo>
                  <a:cubicBezTo>
                    <a:pt x="723" y="570"/>
                    <a:pt x="719" y="562"/>
                    <a:pt x="703" y="562"/>
                  </a:cubicBezTo>
                  <a:cubicBezTo>
                    <a:pt x="687" y="562"/>
                    <a:pt x="682" y="570"/>
                    <a:pt x="682" y="570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82" y="612"/>
                    <a:pt x="682" y="617"/>
                    <a:pt x="675" y="617"/>
                  </a:cubicBezTo>
                  <a:cubicBezTo>
                    <a:pt x="669" y="617"/>
                    <a:pt x="667" y="611"/>
                    <a:pt x="667" y="611"/>
                  </a:cubicBezTo>
                  <a:cubicBezTo>
                    <a:pt x="667" y="571"/>
                    <a:pt x="667" y="571"/>
                    <a:pt x="667" y="571"/>
                  </a:cubicBezTo>
                  <a:cubicBezTo>
                    <a:pt x="667" y="571"/>
                    <a:pt x="663" y="555"/>
                    <a:pt x="645" y="555"/>
                  </a:cubicBezTo>
                  <a:cubicBezTo>
                    <a:pt x="627" y="555"/>
                    <a:pt x="624" y="569"/>
                    <a:pt x="624" y="569"/>
                  </a:cubicBezTo>
                  <a:cubicBezTo>
                    <a:pt x="624" y="611"/>
                    <a:pt x="624" y="611"/>
                    <a:pt x="624" y="611"/>
                  </a:cubicBezTo>
                  <a:cubicBezTo>
                    <a:pt x="624" y="611"/>
                    <a:pt x="624" y="616"/>
                    <a:pt x="617" y="616"/>
                  </a:cubicBezTo>
                  <a:cubicBezTo>
                    <a:pt x="611" y="616"/>
                    <a:pt x="611" y="612"/>
                    <a:pt x="611" y="612"/>
                  </a:cubicBezTo>
                  <a:cubicBezTo>
                    <a:pt x="611" y="612"/>
                    <a:pt x="612" y="587"/>
                    <a:pt x="611" y="576"/>
                  </a:cubicBezTo>
                  <a:cubicBezTo>
                    <a:pt x="611" y="565"/>
                    <a:pt x="598" y="564"/>
                    <a:pt x="591" y="564"/>
                  </a:cubicBezTo>
                  <a:cubicBezTo>
                    <a:pt x="584" y="563"/>
                    <a:pt x="574" y="565"/>
                    <a:pt x="570" y="570"/>
                  </a:cubicBezTo>
                  <a:cubicBezTo>
                    <a:pt x="568" y="572"/>
                    <a:pt x="568" y="585"/>
                    <a:pt x="568" y="585"/>
                  </a:cubicBezTo>
                  <a:cubicBezTo>
                    <a:pt x="518" y="585"/>
                    <a:pt x="518" y="585"/>
                    <a:pt x="518" y="585"/>
                  </a:cubicBezTo>
                  <a:cubicBezTo>
                    <a:pt x="518" y="575"/>
                    <a:pt x="499" y="572"/>
                    <a:pt x="491" y="572"/>
                  </a:cubicBezTo>
                  <a:cubicBezTo>
                    <a:pt x="483" y="572"/>
                    <a:pt x="480" y="568"/>
                    <a:pt x="480" y="568"/>
                  </a:cubicBezTo>
                  <a:cubicBezTo>
                    <a:pt x="479" y="567"/>
                    <a:pt x="479" y="567"/>
                    <a:pt x="479" y="567"/>
                  </a:cubicBezTo>
                  <a:cubicBezTo>
                    <a:pt x="478" y="567"/>
                    <a:pt x="478" y="567"/>
                    <a:pt x="478" y="567"/>
                  </a:cubicBezTo>
                  <a:cubicBezTo>
                    <a:pt x="478" y="567"/>
                    <a:pt x="382" y="499"/>
                    <a:pt x="352" y="473"/>
                  </a:cubicBezTo>
                  <a:cubicBezTo>
                    <a:pt x="340" y="462"/>
                    <a:pt x="329" y="461"/>
                    <a:pt x="315" y="461"/>
                  </a:cubicBezTo>
                  <a:cubicBezTo>
                    <a:pt x="301" y="461"/>
                    <a:pt x="297" y="459"/>
                    <a:pt x="297" y="453"/>
                  </a:cubicBezTo>
                  <a:cubicBezTo>
                    <a:pt x="297" y="446"/>
                    <a:pt x="303" y="447"/>
                    <a:pt x="314" y="446"/>
                  </a:cubicBezTo>
                  <a:cubicBezTo>
                    <a:pt x="325" y="445"/>
                    <a:pt x="338" y="449"/>
                    <a:pt x="358" y="437"/>
                  </a:cubicBezTo>
                  <a:cubicBezTo>
                    <a:pt x="378" y="425"/>
                    <a:pt x="478" y="376"/>
                    <a:pt x="478" y="376"/>
                  </a:cubicBezTo>
                  <a:cubicBezTo>
                    <a:pt x="478" y="376"/>
                    <a:pt x="491" y="368"/>
                    <a:pt x="491" y="353"/>
                  </a:cubicBezTo>
                  <a:cubicBezTo>
                    <a:pt x="492" y="337"/>
                    <a:pt x="520" y="337"/>
                    <a:pt x="520" y="325"/>
                  </a:cubicBezTo>
                  <a:cubicBezTo>
                    <a:pt x="520" y="325"/>
                    <a:pt x="521" y="318"/>
                    <a:pt x="512" y="313"/>
                  </a:cubicBezTo>
                  <a:cubicBezTo>
                    <a:pt x="508" y="310"/>
                    <a:pt x="507" y="303"/>
                    <a:pt x="513" y="299"/>
                  </a:cubicBezTo>
                  <a:cubicBezTo>
                    <a:pt x="521" y="295"/>
                    <a:pt x="520" y="287"/>
                    <a:pt x="520" y="287"/>
                  </a:cubicBezTo>
                  <a:cubicBezTo>
                    <a:pt x="520" y="275"/>
                    <a:pt x="379" y="74"/>
                    <a:pt x="359" y="67"/>
                  </a:cubicBezTo>
                  <a:cubicBezTo>
                    <a:pt x="339" y="59"/>
                    <a:pt x="326" y="62"/>
                    <a:pt x="315" y="61"/>
                  </a:cubicBezTo>
                  <a:cubicBezTo>
                    <a:pt x="304" y="60"/>
                    <a:pt x="298" y="61"/>
                    <a:pt x="298" y="56"/>
                  </a:cubicBezTo>
                  <a:cubicBezTo>
                    <a:pt x="298" y="53"/>
                    <a:pt x="302" y="51"/>
                    <a:pt x="316" y="51"/>
                  </a:cubicBezTo>
                  <a:cubicBezTo>
                    <a:pt x="330" y="51"/>
                    <a:pt x="341" y="51"/>
                    <a:pt x="353" y="43"/>
                  </a:cubicBezTo>
                  <a:cubicBezTo>
                    <a:pt x="383" y="26"/>
                    <a:pt x="472" y="7"/>
                    <a:pt x="472" y="7"/>
                  </a:cubicBezTo>
                  <a:cubicBezTo>
                    <a:pt x="472" y="7"/>
                    <a:pt x="501" y="1"/>
                    <a:pt x="474" y="1"/>
                  </a:cubicBezTo>
                  <a:cubicBezTo>
                    <a:pt x="446" y="1"/>
                    <a:pt x="194" y="0"/>
                    <a:pt x="194" y="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4" name="Freeform 108">
              <a:extLst>
                <a:ext uri="{FF2B5EF4-FFF2-40B4-BE49-F238E27FC236}">
                  <a16:creationId xmlns:a16="http://schemas.microsoft.com/office/drawing/2014/main" id="{852B1139-FFA1-4F06-9482-5F345FF57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659"/>
              <a:ext cx="342" cy="7"/>
            </a:xfrm>
            <a:custGeom>
              <a:avLst/>
              <a:gdLst>
                <a:gd name="T0" fmla="*/ 33 w 354"/>
                <a:gd name="T1" fmla="*/ 2 h 7"/>
                <a:gd name="T2" fmla="*/ 316 w 354"/>
                <a:gd name="T3" fmla="*/ 2 h 7"/>
                <a:gd name="T4" fmla="*/ 319 w 354"/>
                <a:gd name="T5" fmla="*/ 3 h 7"/>
                <a:gd name="T6" fmla="*/ 317 w 354"/>
                <a:gd name="T7" fmla="*/ 6 h 7"/>
                <a:gd name="T8" fmla="*/ 45 w 354"/>
                <a:gd name="T9" fmla="*/ 6 h 7"/>
                <a:gd name="T10" fmla="*/ 2 w 354"/>
                <a:gd name="T11" fmla="*/ 5 h 7"/>
                <a:gd name="T12" fmla="*/ 16 w 354"/>
                <a:gd name="T13" fmla="*/ 0 h 7"/>
                <a:gd name="T14" fmla="*/ 37 w 354"/>
                <a:gd name="T15" fmla="*/ 1 h 7"/>
                <a:gd name="T16" fmla="*/ 33 w 354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4" h="7">
                  <a:moveTo>
                    <a:pt x="36" y="2"/>
                  </a:moveTo>
                  <a:cubicBezTo>
                    <a:pt x="350" y="2"/>
                    <a:pt x="350" y="2"/>
                    <a:pt x="350" y="2"/>
                  </a:cubicBezTo>
                  <a:cubicBezTo>
                    <a:pt x="354" y="3"/>
                    <a:pt x="354" y="3"/>
                    <a:pt x="354" y="3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63" y="6"/>
                    <a:pt x="51" y="6"/>
                  </a:cubicBezTo>
                  <a:cubicBezTo>
                    <a:pt x="38" y="7"/>
                    <a:pt x="4" y="7"/>
                    <a:pt x="2" y="5"/>
                  </a:cubicBezTo>
                  <a:cubicBezTo>
                    <a:pt x="0" y="4"/>
                    <a:pt x="19" y="0"/>
                    <a:pt x="19" y="0"/>
                  </a:cubicBezTo>
                  <a:cubicBezTo>
                    <a:pt x="40" y="1"/>
                    <a:pt x="40" y="1"/>
                    <a:pt x="40" y="1"/>
                  </a:cubicBezTo>
                  <a:lnTo>
                    <a:pt x="36" y="2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5" name="Freeform 109">
              <a:extLst>
                <a:ext uri="{FF2B5EF4-FFF2-40B4-BE49-F238E27FC236}">
                  <a16:creationId xmlns:a16="http://schemas.microsoft.com/office/drawing/2014/main" id="{ADAB7E22-33B1-4948-A324-C6AF2CAB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659"/>
              <a:ext cx="273" cy="7"/>
            </a:xfrm>
            <a:custGeom>
              <a:avLst/>
              <a:gdLst>
                <a:gd name="T0" fmla="*/ 33 w 282"/>
                <a:gd name="T1" fmla="*/ 2 h 7"/>
                <a:gd name="T2" fmla="*/ 251 w 282"/>
                <a:gd name="T3" fmla="*/ 2 h 7"/>
                <a:gd name="T4" fmla="*/ 256 w 282"/>
                <a:gd name="T5" fmla="*/ 3 h 7"/>
                <a:gd name="T6" fmla="*/ 253 w 282"/>
                <a:gd name="T7" fmla="*/ 6 h 7"/>
                <a:gd name="T8" fmla="*/ 46 w 282"/>
                <a:gd name="T9" fmla="*/ 6 h 7"/>
                <a:gd name="T10" fmla="*/ 2 w 282"/>
                <a:gd name="T11" fmla="*/ 5 h 7"/>
                <a:gd name="T12" fmla="*/ 16 w 282"/>
                <a:gd name="T13" fmla="*/ 0 h 7"/>
                <a:gd name="T14" fmla="*/ 37 w 282"/>
                <a:gd name="T15" fmla="*/ 1 h 7"/>
                <a:gd name="T16" fmla="*/ 33 w 282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2" h="7">
                  <a:moveTo>
                    <a:pt x="36" y="2"/>
                  </a:moveTo>
                  <a:cubicBezTo>
                    <a:pt x="277" y="2"/>
                    <a:pt x="277" y="2"/>
                    <a:pt x="277" y="2"/>
                  </a:cubicBezTo>
                  <a:cubicBezTo>
                    <a:pt x="282" y="3"/>
                    <a:pt x="282" y="3"/>
                    <a:pt x="282" y="3"/>
                  </a:cubicBezTo>
                  <a:cubicBezTo>
                    <a:pt x="279" y="6"/>
                    <a:pt x="279" y="6"/>
                    <a:pt x="279" y="6"/>
                  </a:cubicBezTo>
                  <a:cubicBezTo>
                    <a:pt x="279" y="6"/>
                    <a:pt x="63" y="6"/>
                    <a:pt x="51" y="6"/>
                  </a:cubicBezTo>
                  <a:cubicBezTo>
                    <a:pt x="38" y="7"/>
                    <a:pt x="4" y="7"/>
                    <a:pt x="2" y="5"/>
                  </a:cubicBezTo>
                  <a:cubicBezTo>
                    <a:pt x="0" y="4"/>
                    <a:pt x="19" y="0"/>
                    <a:pt x="19" y="0"/>
                  </a:cubicBezTo>
                  <a:cubicBezTo>
                    <a:pt x="40" y="1"/>
                    <a:pt x="40" y="1"/>
                    <a:pt x="40" y="1"/>
                  </a:cubicBezTo>
                  <a:lnTo>
                    <a:pt x="36" y="2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6" name="Freeform 110">
              <a:extLst>
                <a:ext uri="{FF2B5EF4-FFF2-40B4-BE49-F238E27FC236}">
                  <a16:creationId xmlns:a16="http://schemas.microsoft.com/office/drawing/2014/main" id="{77C0376C-76A4-4D1E-81F4-9E9FDB977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60"/>
              <a:ext cx="269" cy="6"/>
            </a:xfrm>
            <a:custGeom>
              <a:avLst/>
              <a:gdLst>
                <a:gd name="T0" fmla="*/ 33 w 278"/>
                <a:gd name="T1" fmla="*/ 1 h 6"/>
                <a:gd name="T2" fmla="*/ 248 w 278"/>
                <a:gd name="T3" fmla="*/ 1 h 6"/>
                <a:gd name="T4" fmla="*/ 252 w 278"/>
                <a:gd name="T5" fmla="*/ 2 h 6"/>
                <a:gd name="T6" fmla="*/ 249 w 278"/>
                <a:gd name="T7" fmla="*/ 5 h 6"/>
                <a:gd name="T8" fmla="*/ 45 w 278"/>
                <a:gd name="T9" fmla="*/ 5 h 6"/>
                <a:gd name="T10" fmla="*/ 2 w 278"/>
                <a:gd name="T11" fmla="*/ 4 h 6"/>
                <a:gd name="T12" fmla="*/ 19 w 278"/>
                <a:gd name="T13" fmla="*/ 0 h 6"/>
                <a:gd name="T14" fmla="*/ 37 w 278"/>
                <a:gd name="T15" fmla="*/ 0 h 6"/>
                <a:gd name="T16" fmla="*/ 33 w 278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8" h="6">
                  <a:moveTo>
                    <a:pt x="36" y="1"/>
                  </a:moveTo>
                  <a:cubicBezTo>
                    <a:pt x="274" y="1"/>
                    <a:pt x="274" y="1"/>
                    <a:pt x="274" y="1"/>
                  </a:cubicBezTo>
                  <a:cubicBezTo>
                    <a:pt x="278" y="2"/>
                    <a:pt x="278" y="2"/>
                    <a:pt x="278" y="2"/>
                  </a:cubicBezTo>
                  <a:cubicBezTo>
                    <a:pt x="275" y="5"/>
                    <a:pt x="275" y="5"/>
                    <a:pt x="275" y="5"/>
                  </a:cubicBezTo>
                  <a:cubicBezTo>
                    <a:pt x="275" y="5"/>
                    <a:pt x="63" y="5"/>
                    <a:pt x="51" y="5"/>
                  </a:cubicBezTo>
                  <a:cubicBezTo>
                    <a:pt x="38" y="6"/>
                    <a:pt x="4" y="6"/>
                    <a:pt x="2" y="4"/>
                  </a:cubicBezTo>
                  <a:cubicBezTo>
                    <a:pt x="0" y="3"/>
                    <a:pt x="22" y="0"/>
                    <a:pt x="22" y="0"/>
                  </a:cubicBezTo>
                  <a:cubicBezTo>
                    <a:pt x="40" y="0"/>
                    <a:pt x="40" y="0"/>
                    <a:pt x="40" y="0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7" name="Freeform 111">
              <a:extLst>
                <a:ext uri="{FF2B5EF4-FFF2-40B4-BE49-F238E27FC236}">
                  <a16:creationId xmlns:a16="http://schemas.microsoft.com/office/drawing/2014/main" id="{D3A1343E-4A98-43BC-B833-7D70E7028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660"/>
              <a:ext cx="274" cy="6"/>
            </a:xfrm>
            <a:custGeom>
              <a:avLst/>
              <a:gdLst>
                <a:gd name="T0" fmla="*/ 34 w 283"/>
                <a:gd name="T1" fmla="*/ 1 h 6"/>
                <a:gd name="T2" fmla="*/ 252 w 283"/>
                <a:gd name="T3" fmla="*/ 1 h 6"/>
                <a:gd name="T4" fmla="*/ 257 w 283"/>
                <a:gd name="T5" fmla="*/ 2 h 6"/>
                <a:gd name="T6" fmla="*/ 254 w 283"/>
                <a:gd name="T7" fmla="*/ 5 h 6"/>
                <a:gd name="T8" fmla="*/ 46 w 283"/>
                <a:gd name="T9" fmla="*/ 5 h 6"/>
                <a:gd name="T10" fmla="*/ 3 w 283"/>
                <a:gd name="T11" fmla="*/ 5 h 6"/>
                <a:gd name="T12" fmla="*/ 22 w 283"/>
                <a:gd name="T13" fmla="*/ 0 h 6"/>
                <a:gd name="T14" fmla="*/ 38 w 283"/>
                <a:gd name="T15" fmla="*/ 0 h 6"/>
                <a:gd name="T16" fmla="*/ 34 w 283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6">
                  <a:moveTo>
                    <a:pt x="37" y="1"/>
                  </a:moveTo>
                  <a:cubicBezTo>
                    <a:pt x="278" y="1"/>
                    <a:pt x="278" y="1"/>
                    <a:pt x="278" y="1"/>
                  </a:cubicBezTo>
                  <a:cubicBezTo>
                    <a:pt x="283" y="2"/>
                    <a:pt x="283" y="2"/>
                    <a:pt x="283" y="2"/>
                  </a:cubicBezTo>
                  <a:cubicBezTo>
                    <a:pt x="280" y="5"/>
                    <a:pt x="280" y="5"/>
                    <a:pt x="280" y="5"/>
                  </a:cubicBezTo>
                  <a:cubicBezTo>
                    <a:pt x="280" y="5"/>
                    <a:pt x="64" y="5"/>
                    <a:pt x="52" y="5"/>
                  </a:cubicBezTo>
                  <a:cubicBezTo>
                    <a:pt x="39" y="6"/>
                    <a:pt x="6" y="6"/>
                    <a:pt x="3" y="5"/>
                  </a:cubicBezTo>
                  <a:cubicBezTo>
                    <a:pt x="0" y="4"/>
                    <a:pt x="25" y="0"/>
                    <a:pt x="25" y="0"/>
                  </a:cubicBezTo>
                  <a:cubicBezTo>
                    <a:pt x="41" y="0"/>
                    <a:pt x="41" y="0"/>
                    <a:pt x="41" y="0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8" name="Freeform 112">
              <a:extLst>
                <a:ext uri="{FF2B5EF4-FFF2-40B4-BE49-F238E27FC236}">
                  <a16:creationId xmlns:a16="http://schemas.microsoft.com/office/drawing/2014/main" id="{11991DE0-3C50-402F-9350-F926BF94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826"/>
              <a:ext cx="300" cy="9"/>
            </a:xfrm>
            <a:custGeom>
              <a:avLst/>
              <a:gdLst>
                <a:gd name="T0" fmla="*/ 51 w 311"/>
                <a:gd name="T1" fmla="*/ 8 h 9"/>
                <a:gd name="T2" fmla="*/ 30 w 311"/>
                <a:gd name="T3" fmla="*/ 9 h 9"/>
                <a:gd name="T4" fmla="*/ 18 w 311"/>
                <a:gd name="T5" fmla="*/ 6 h 9"/>
                <a:gd name="T6" fmla="*/ 29 w 311"/>
                <a:gd name="T7" fmla="*/ 1 h 9"/>
                <a:gd name="T8" fmla="*/ 274 w 311"/>
                <a:gd name="T9" fmla="*/ 1 h 9"/>
                <a:gd name="T10" fmla="*/ 279 w 311"/>
                <a:gd name="T11" fmla="*/ 4 h 9"/>
                <a:gd name="T12" fmla="*/ 275 w 311"/>
                <a:gd name="T13" fmla="*/ 8 h 9"/>
                <a:gd name="T14" fmla="*/ 51 w 311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1" h="9">
                  <a:moveTo>
                    <a:pt x="57" y="8"/>
                  </a:moveTo>
                  <a:cubicBezTo>
                    <a:pt x="33" y="9"/>
                    <a:pt x="33" y="9"/>
                    <a:pt x="33" y="9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0" y="0"/>
                    <a:pt x="32" y="1"/>
                  </a:cubicBezTo>
                  <a:cubicBezTo>
                    <a:pt x="65" y="1"/>
                    <a:pt x="305" y="1"/>
                    <a:pt x="305" y="1"/>
                  </a:cubicBezTo>
                  <a:cubicBezTo>
                    <a:pt x="311" y="4"/>
                    <a:pt x="311" y="4"/>
                    <a:pt x="311" y="4"/>
                  </a:cubicBezTo>
                  <a:cubicBezTo>
                    <a:pt x="306" y="8"/>
                    <a:pt x="306" y="8"/>
                    <a:pt x="306" y="8"/>
                  </a:cubicBezTo>
                  <a:lnTo>
                    <a:pt x="57" y="8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9" name="Freeform 113">
              <a:extLst>
                <a:ext uri="{FF2B5EF4-FFF2-40B4-BE49-F238E27FC236}">
                  <a16:creationId xmlns:a16="http://schemas.microsoft.com/office/drawing/2014/main" id="{AD9D6F59-E644-4F0C-B88F-283FE2CF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826"/>
              <a:ext cx="300" cy="9"/>
            </a:xfrm>
            <a:custGeom>
              <a:avLst/>
              <a:gdLst>
                <a:gd name="T0" fmla="*/ 51 w 310"/>
                <a:gd name="T1" fmla="*/ 8 h 9"/>
                <a:gd name="T2" fmla="*/ 29 w 310"/>
                <a:gd name="T3" fmla="*/ 9 h 9"/>
                <a:gd name="T4" fmla="*/ 17 w 310"/>
                <a:gd name="T5" fmla="*/ 6 h 9"/>
                <a:gd name="T6" fmla="*/ 29 w 310"/>
                <a:gd name="T7" fmla="*/ 1 h 9"/>
                <a:gd name="T8" fmla="*/ 276 w 310"/>
                <a:gd name="T9" fmla="*/ 1 h 9"/>
                <a:gd name="T10" fmla="*/ 281 w 310"/>
                <a:gd name="T11" fmla="*/ 4 h 9"/>
                <a:gd name="T12" fmla="*/ 277 w 310"/>
                <a:gd name="T13" fmla="*/ 8 h 9"/>
                <a:gd name="T14" fmla="*/ 51 w 310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0" h="9">
                  <a:moveTo>
                    <a:pt x="57" y="8"/>
                  </a:moveTo>
                  <a:cubicBezTo>
                    <a:pt x="32" y="9"/>
                    <a:pt x="32" y="9"/>
                    <a:pt x="32" y="9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0" y="0"/>
                    <a:pt x="32" y="1"/>
                  </a:cubicBezTo>
                  <a:cubicBezTo>
                    <a:pt x="64" y="1"/>
                    <a:pt x="304" y="1"/>
                    <a:pt x="304" y="1"/>
                  </a:cubicBezTo>
                  <a:cubicBezTo>
                    <a:pt x="310" y="4"/>
                    <a:pt x="310" y="4"/>
                    <a:pt x="310" y="4"/>
                  </a:cubicBezTo>
                  <a:cubicBezTo>
                    <a:pt x="306" y="8"/>
                    <a:pt x="306" y="8"/>
                    <a:pt x="306" y="8"/>
                  </a:cubicBezTo>
                  <a:lnTo>
                    <a:pt x="57" y="8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0" name="Freeform 114">
              <a:extLst>
                <a:ext uri="{FF2B5EF4-FFF2-40B4-BE49-F238E27FC236}">
                  <a16:creationId xmlns:a16="http://schemas.microsoft.com/office/drawing/2014/main" id="{5C7898F5-E1B6-4751-B209-D3650AC06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826"/>
              <a:ext cx="301" cy="9"/>
            </a:xfrm>
            <a:custGeom>
              <a:avLst/>
              <a:gdLst>
                <a:gd name="T0" fmla="*/ 51 w 311"/>
                <a:gd name="T1" fmla="*/ 8 h 9"/>
                <a:gd name="T2" fmla="*/ 30 w 311"/>
                <a:gd name="T3" fmla="*/ 9 h 9"/>
                <a:gd name="T4" fmla="*/ 18 w 311"/>
                <a:gd name="T5" fmla="*/ 6 h 9"/>
                <a:gd name="T6" fmla="*/ 29 w 311"/>
                <a:gd name="T7" fmla="*/ 1 h 9"/>
                <a:gd name="T8" fmla="*/ 277 w 311"/>
                <a:gd name="T9" fmla="*/ 1 h 9"/>
                <a:gd name="T10" fmla="*/ 282 w 311"/>
                <a:gd name="T11" fmla="*/ 4 h 9"/>
                <a:gd name="T12" fmla="*/ 277 w 311"/>
                <a:gd name="T13" fmla="*/ 8 h 9"/>
                <a:gd name="T14" fmla="*/ 51 w 311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1" h="9">
                  <a:moveTo>
                    <a:pt x="57" y="8"/>
                  </a:moveTo>
                  <a:cubicBezTo>
                    <a:pt x="33" y="9"/>
                    <a:pt x="33" y="9"/>
                    <a:pt x="33" y="9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0" y="0"/>
                    <a:pt x="32" y="1"/>
                  </a:cubicBezTo>
                  <a:cubicBezTo>
                    <a:pt x="65" y="1"/>
                    <a:pt x="305" y="1"/>
                    <a:pt x="305" y="1"/>
                  </a:cubicBezTo>
                  <a:cubicBezTo>
                    <a:pt x="311" y="4"/>
                    <a:pt x="311" y="4"/>
                    <a:pt x="311" y="4"/>
                  </a:cubicBezTo>
                  <a:cubicBezTo>
                    <a:pt x="306" y="8"/>
                    <a:pt x="306" y="8"/>
                    <a:pt x="306" y="8"/>
                  </a:cubicBezTo>
                  <a:lnTo>
                    <a:pt x="57" y="8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1" name="Freeform 115">
              <a:extLst>
                <a:ext uri="{FF2B5EF4-FFF2-40B4-BE49-F238E27FC236}">
                  <a16:creationId xmlns:a16="http://schemas.microsoft.com/office/drawing/2014/main" id="{6C379957-758B-4797-A882-EE1BAD92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826"/>
              <a:ext cx="302" cy="9"/>
            </a:xfrm>
            <a:custGeom>
              <a:avLst/>
              <a:gdLst>
                <a:gd name="T0" fmla="*/ 53 w 312"/>
                <a:gd name="T1" fmla="*/ 8 h 9"/>
                <a:gd name="T2" fmla="*/ 31 w 312"/>
                <a:gd name="T3" fmla="*/ 9 h 9"/>
                <a:gd name="T4" fmla="*/ 19 w 312"/>
                <a:gd name="T5" fmla="*/ 6 h 9"/>
                <a:gd name="T6" fmla="*/ 31 w 312"/>
                <a:gd name="T7" fmla="*/ 0 h 9"/>
                <a:gd name="T8" fmla="*/ 278 w 312"/>
                <a:gd name="T9" fmla="*/ 0 h 9"/>
                <a:gd name="T10" fmla="*/ 283 w 312"/>
                <a:gd name="T11" fmla="*/ 4 h 9"/>
                <a:gd name="T12" fmla="*/ 278 w 312"/>
                <a:gd name="T13" fmla="*/ 7 h 9"/>
                <a:gd name="T14" fmla="*/ 53 w 312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9">
                  <a:moveTo>
                    <a:pt x="59" y="8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0" y="0"/>
                    <a:pt x="34" y="0"/>
                  </a:cubicBezTo>
                  <a:cubicBezTo>
                    <a:pt x="66" y="1"/>
                    <a:pt x="306" y="0"/>
                    <a:pt x="306" y="0"/>
                  </a:cubicBezTo>
                  <a:cubicBezTo>
                    <a:pt x="312" y="4"/>
                    <a:pt x="312" y="4"/>
                    <a:pt x="312" y="4"/>
                  </a:cubicBezTo>
                  <a:cubicBezTo>
                    <a:pt x="307" y="7"/>
                    <a:pt x="307" y="7"/>
                    <a:pt x="307" y="7"/>
                  </a:cubicBezTo>
                  <a:lnTo>
                    <a:pt x="59" y="8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2" name="Freeform 116">
              <a:extLst>
                <a:ext uri="{FF2B5EF4-FFF2-40B4-BE49-F238E27FC236}">
                  <a16:creationId xmlns:a16="http://schemas.microsoft.com/office/drawing/2014/main" id="{44E9FBEB-BC3C-42A7-A672-35D330FCC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826"/>
              <a:ext cx="2069" cy="839"/>
            </a:xfrm>
            <a:custGeom>
              <a:avLst/>
              <a:gdLst>
                <a:gd name="T0" fmla="*/ 1878 w 2140"/>
                <a:gd name="T1" fmla="*/ 390 h 865"/>
                <a:gd name="T2" fmla="*/ 1728 w 2140"/>
                <a:gd name="T3" fmla="*/ 626 h 865"/>
                <a:gd name="T4" fmla="*/ 1859 w 2140"/>
                <a:gd name="T5" fmla="*/ 746 h 865"/>
                <a:gd name="T6" fmla="*/ 1864 w 2140"/>
                <a:gd name="T7" fmla="*/ 397 h 865"/>
                <a:gd name="T8" fmla="*/ 1584 w 2140"/>
                <a:gd name="T9" fmla="*/ 195 h 865"/>
                <a:gd name="T10" fmla="*/ 1624 w 2140"/>
                <a:gd name="T11" fmla="*/ 390 h 865"/>
                <a:gd name="T12" fmla="*/ 1641 w 2140"/>
                <a:gd name="T13" fmla="*/ 744 h 865"/>
                <a:gd name="T14" fmla="*/ 1498 w 2140"/>
                <a:gd name="T15" fmla="*/ 630 h 865"/>
                <a:gd name="T16" fmla="*/ 1346 w 2140"/>
                <a:gd name="T17" fmla="*/ 627 h 865"/>
                <a:gd name="T18" fmla="*/ 1425 w 2140"/>
                <a:gd name="T19" fmla="*/ 760 h 865"/>
                <a:gd name="T20" fmla="*/ 1226 w 2140"/>
                <a:gd name="T21" fmla="*/ 578 h 865"/>
                <a:gd name="T22" fmla="*/ 1179 w 2140"/>
                <a:gd name="T23" fmla="*/ 231 h 865"/>
                <a:gd name="T24" fmla="*/ 1056 w 2140"/>
                <a:gd name="T25" fmla="*/ 209 h 865"/>
                <a:gd name="T26" fmla="*/ 1140 w 2140"/>
                <a:gd name="T27" fmla="*/ 452 h 865"/>
                <a:gd name="T28" fmla="*/ 1155 w 2140"/>
                <a:gd name="T29" fmla="*/ 765 h 865"/>
                <a:gd name="T30" fmla="*/ 922 w 2140"/>
                <a:gd name="T31" fmla="*/ 596 h 865"/>
                <a:gd name="T32" fmla="*/ 813 w 2140"/>
                <a:gd name="T33" fmla="*/ 573 h 865"/>
                <a:gd name="T34" fmla="*/ 891 w 2140"/>
                <a:gd name="T35" fmla="*/ 762 h 865"/>
                <a:gd name="T36" fmla="*/ 897 w 2140"/>
                <a:gd name="T37" fmla="*/ 442 h 865"/>
                <a:gd name="T38" fmla="*/ 662 w 2140"/>
                <a:gd name="T39" fmla="*/ 252 h 865"/>
                <a:gd name="T40" fmla="*/ 514 w 2140"/>
                <a:gd name="T41" fmla="*/ 235 h 865"/>
                <a:gd name="T42" fmla="*/ 513 w 2140"/>
                <a:gd name="T43" fmla="*/ 596 h 865"/>
                <a:gd name="T44" fmla="*/ 714 w 2140"/>
                <a:gd name="T45" fmla="*/ 754 h 865"/>
                <a:gd name="T46" fmla="*/ 388 w 2140"/>
                <a:gd name="T47" fmla="*/ 626 h 865"/>
                <a:gd name="T48" fmla="*/ 420 w 2140"/>
                <a:gd name="T49" fmla="*/ 744 h 865"/>
                <a:gd name="T50" fmla="*/ 259 w 2140"/>
                <a:gd name="T51" fmla="*/ 625 h 865"/>
                <a:gd name="T52" fmla="*/ 280 w 2140"/>
                <a:gd name="T53" fmla="*/ 257 h 865"/>
                <a:gd name="T54" fmla="*/ 128 w 2140"/>
                <a:gd name="T55" fmla="*/ 252 h 865"/>
                <a:gd name="T56" fmla="*/ 206 w 2140"/>
                <a:gd name="T57" fmla="*/ 397 h 865"/>
                <a:gd name="T58" fmla="*/ 222 w 2140"/>
                <a:gd name="T59" fmla="*/ 730 h 865"/>
                <a:gd name="T60" fmla="*/ 33 w 2140"/>
                <a:gd name="T61" fmla="*/ 574 h 865"/>
                <a:gd name="T62" fmla="*/ 36 w 2140"/>
                <a:gd name="T63" fmla="*/ 288 h 865"/>
                <a:gd name="T64" fmla="*/ 177 w 2140"/>
                <a:gd name="T65" fmla="*/ 41 h 865"/>
                <a:gd name="T66" fmla="*/ 100 w 2140"/>
                <a:gd name="T67" fmla="*/ 249 h 865"/>
                <a:gd name="T68" fmla="*/ 204 w 2140"/>
                <a:gd name="T69" fmla="*/ 214 h 865"/>
                <a:gd name="T70" fmla="*/ 460 w 2140"/>
                <a:gd name="T71" fmla="*/ 42 h 865"/>
                <a:gd name="T72" fmla="*/ 461 w 2140"/>
                <a:gd name="T73" fmla="*/ 438 h 865"/>
                <a:gd name="T74" fmla="*/ 350 w 2140"/>
                <a:gd name="T75" fmla="*/ 623 h 865"/>
                <a:gd name="T76" fmla="*/ 452 w 2140"/>
                <a:gd name="T77" fmla="*/ 589 h 865"/>
                <a:gd name="T78" fmla="*/ 493 w 2140"/>
                <a:gd name="T79" fmla="*/ 251 h 865"/>
                <a:gd name="T80" fmla="*/ 690 w 2140"/>
                <a:gd name="T81" fmla="*/ 42 h 865"/>
                <a:gd name="T82" fmla="*/ 589 w 2140"/>
                <a:gd name="T83" fmla="*/ 256 h 865"/>
                <a:gd name="T84" fmla="*/ 732 w 2140"/>
                <a:gd name="T85" fmla="*/ 214 h 865"/>
                <a:gd name="T86" fmla="*/ 961 w 2140"/>
                <a:gd name="T87" fmla="*/ 50 h 865"/>
                <a:gd name="T88" fmla="*/ 907 w 2140"/>
                <a:gd name="T89" fmla="*/ 452 h 865"/>
                <a:gd name="T90" fmla="*/ 831 w 2140"/>
                <a:gd name="T91" fmla="*/ 623 h 865"/>
                <a:gd name="T92" fmla="*/ 935 w 2140"/>
                <a:gd name="T93" fmla="*/ 589 h 865"/>
                <a:gd name="T94" fmla="*/ 1004 w 2140"/>
                <a:gd name="T95" fmla="*/ 288 h 865"/>
                <a:gd name="T96" fmla="*/ 1145 w 2140"/>
                <a:gd name="T97" fmla="*/ 41 h 865"/>
                <a:gd name="T98" fmla="*/ 1069 w 2140"/>
                <a:gd name="T99" fmla="*/ 249 h 865"/>
                <a:gd name="T100" fmla="*/ 1172 w 2140"/>
                <a:gd name="T101" fmla="*/ 214 h 865"/>
                <a:gd name="T102" fmla="*/ 1430 w 2140"/>
                <a:gd name="T103" fmla="*/ 42 h 865"/>
                <a:gd name="T104" fmla="*/ 1430 w 2140"/>
                <a:gd name="T105" fmla="*/ 438 h 865"/>
                <a:gd name="T106" fmla="*/ 1318 w 2140"/>
                <a:gd name="T107" fmla="*/ 568 h 865"/>
                <a:gd name="T108" fmla="*/ 1419 w 2140"/>
                <a:gd name="T109" fmla="*/ 568 h 865"/>
                <a:gd name="T110" fmla="*/ 1502 w 2140"/>
                <a:gd name="T111" fmla="*/ 318 h 865"/>
                <a:gd name="T112" fmla="*/ 1513 w 2140"/>
                <a:gd name="T113" fmla="*/ 2 h 865"/>
                <a:gd name="T114" fmla="*/ 1556 w 2140"/>
                <a:gd name="T115" fmla="*/ 195 h 865"/>
                <a:gd name="T116" fmla="*/ 1656 w 2140"/>
                <a:gd name="T117" fmla="*/ 195 h 86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40" h="865">
                  <a:moveTo>
                    <a:pt x="1946" y="0"/>
                  </a:moveTo>
                  <a:cubicBezTo>
                    <a:pt x="1946" y="0"/>
                    <a:pt x="2046" y="23"/>
                    <a:pt x="2085" y="44"/>
                  </a:cubicBezTo>
                  <a:cubicBezTo>
                    <a:pt x="2090" y="46"/>
                    <a:pt x="2105" y="45"/>
                    <a:pt x="2119" y="45"/>
                  </a:cubicBezTo>
                  <a:cubicBezTo>
                    <a:pt x="2132" y="45"/>
                    <a:pt x="2138" y="53"/>
                    <a:pt x="2138" y="56"/>
                  </a:cubicBezTo>
                  <a:cubicBezTo>
                    <a:pt x="2138" y="61"/>
                    <a:pt x="2133" y="66"/>
                    <a:pt x="2122" y="67"/>
                  </a:cubicBezTo>
                  <a:cubicBezTo>
                    <a:pt x="2110" y="67"/>
                    <a:pt x="2092" y="65"/>
                    <a:pt x="2078" y="70"/>
                  </a:cubicBezTo>
                  <a:cubicBezTo>
                    <a:pt x="2056" y="76"/>
                    <a:pt x="1932" y="229"/>
                    <a:pt x="1932" y="229"/>
                  </a:cubicBezTo>
                  <a:cubicBezTo>
                    <a:pt x="1932" y="229"/>
                    <a:pt x="1926" y="234"/>
                    <a:pt x="1914" y="232"/>
                  </a:cubicBezTo>
                  <a:cubicBezTo>
                    <a:pt x="1905" y="232"/>
                    <a:pt x="1901" y="236"/>
                    <a:pt x="1901" y="243"/>
                  </a:cubicBezTo>
                  <a:cubicBezTo>
                    <a:pt x="1901" y="250"/>
                    <a:pt x="1902" y="258"/>
                    <a:pt x="1913" y="258"/>
                  </a:cubicBezTo>
                  <a:cubicBezTo>
                    <a:pt x="1928" y="259"/>
                    <a:pt x="1933" y="266"/>
                    <a:pt x="1933" y="266"/>
                  </a:cubicBezTo>
                  <a:cubicBezTo>
                    <a:pt x="1933" y="266"/>
                    <a:pt x="2057" y="412"/>
                    <a:pt x="2078" y="427"/>
                  </a:cubicBezTo>
                  <a:cubicBezTo>
                    <a:pt x="2094" y="438"/>
                    <a:pt x="2107" y="434"/>
                    <a:pt x="2118" y="435"/>
                  </a:cubicBezTo>
                  <a:cubicBezTo>
                    <a:pt x="2129" y="436"/>
                    <a:pt x="2139" y="442"/>
                    <a:pt x="2139" y="458"/>
                  </a:cubicBezTo>
                  <a:cubicBezTo>
                    <a:pt x="2140" y="465"/>
                    <a:pt x="2133" y="480"/>
                    <a:pt x="2120" y="480"/>
                  </a:cubicBezTo>
                  <a:cubicBezTo>
                    <a:pt x="2106" y="480"/>
                    <a:pt x="2091" y="479"/>
                    <a:pt x="2078" y="495"/>
                  </a:cubicBezTo>
                  <a:cubicBezTo>
                    <a:pt x="2049" y="533"/>
                    <a:pt x="1950" y="579"/>
                    <a:pt x="1950" y="579"/>
                  </a:cubicBezTo>
                  <a:cubicBezTo>
                    <a:pt x="1949" y="579"/>
                    <a:pt x="1949" y="579"/>
                    <a:pt x="1949" y="579"/>
                  </a:cubicBezTo>
                  <a:cubicBezTo>
                    <a:pt x="1948" y="580"/>
                    <a:pt x="1948" y="580"/>
                    <a:pt x="1948" y="580"/>
                  </a:cubicBezTo>
                  <a:cubicBezTo>
                    <a:pt x="1940" y="582"/>
                    <a:pt x="1938" y="594"/>
                    <a:pt x="1938" y="594"/>
                  </a:cubicBezTo>
                  <a:cubicBezTo>
                    <a:pt x="1933" y="615"/>
                    <a:pt x="1911" y="623"/>
                    <a:pt x="1911" y="633"/>
                  </a:cubicBezTo>
                  <a:cubicBezTo>
                    <a:pt x="1911" y="633"/>
                    <a:pt x="1910" y="643"/>
                    <a:pt x="1918" y="650"/>
                  </a:cubicBezTo>
                  <a:cubicBezTo>
                    <a:pt x="1918" y="650"/>
                    <a:pt x="1928" y="660"/>
                    <a:pt x="1919" y="669"/>
                  </a:cubicBezTo>
                  <a:cubicBezTo>
                    <a:pt x="1911" y="677"/>
                    <a:pt x="1911" y="686"/>
                    <a:pt x="1911" y="686"/>
                  </a:cubicBezTo>
                  <a:cubicBezTo>
                    <a:pt x="1911" y="693"/>
                    <a:pt x="2051" y="811"/>
                    <a:pt x="2072" y="816"/>
                  </a:cubicBezTo>
                  <a:cubicBezTo>
                    <a:pt x="2089" y="819"/>
                    <a:pt x="2101" y="818"/>
                    <a:pt x="2113" y="818"/>
                  </a:cubicBezTo>
                  <a:cubicBezTo>
                    <a:pt x="2124" y="819"/>
                    <a:pt x="2134" y="821"/>
                    <a:pt x="2134" y="826"/>
                  </a:cubicBezTo>
                  <a:cubicBezTo>
                    <a:pt x="2134" y="828"/>
                    <a:pt x="2128" y="833"/>
                    <a:pt x="2114" y="833"/>
                  </a:cubicBezTo>
                  <a:cubicBezTo>
                    <a:pt x="2101" y="833"/>
                    <a:pt x="2085" y="833"/>
                    <a:pt x="2073" y="838"/>
                  </a:cubicBezTo>
                  <a:cubicBezTo>
                    <a:pt x="2043" y="851"/>
                    <a:pt x="1950" y="865"/>
                    <a:pt x="1950" y="865"/>
                  </a:cubicBezTo>
                  <a:cubicBezTo>
                    <a:pt x="1943" y="861"/>
                    <a:pt x="1943" y="861"/>
                    <a:pt x="1943" y="861"/>
                  </a:cubicBezTo>
                  <a:cubicBezTo>
                    <a:pt x="1943" y="861"/>
                    <a:pt x="2033" y="848"/>
                    <a:pt x="2062" y="835"/>
                  </a:cubicBezTo>
                  <a:cubicBezTo>
                    <a:pt x="2075" y="830"/>
                    <a:pt x="2086" y="830"/>
                    <a:pt x="2100" y="830"/>
                  </a:cubicBezTo>
                  <a:cubicBezTo>
                    <a:pt x="2113" y="830"/>
                    <a:pt x="2117" y="828"/>
                    <a:pt x="2117" y="826"/>
                  </a:cubicBezTo>
                  <a:cubicBezTo>
                    <a:pt x="2117" y="822"/>
                    <a:pt x="2112" y="823"/>
                    <a:pt x="2101" y="822"/>
                  </a:cubicBezTo>
                  <a:cubicBezTo>
                    <a:pt x="2089" y="822"/>
                    <a:pt x="2076" y="824"/>
                    <a:pt x="2057" y="818"/>
                  </a:cubicBezTo>
                  <a:cubicBezTo>
                    <a:pt x="2037" y="813"/>
                    <a:pt x="1894" y="703"/>
                    <a:pt x="1895" y="686"/>
                  </a:cubicBezTo>
                  <a:cubicBezTo>
                    <a:pt x="1895" y="686"/>
                    <a:pt x="1894" y="676"/>
                    <a:pt x="1902" y="669"/>
                  </a:cubicBezTo>
                  <a:cubicBezTo>
                    <a:pt x="1907" y="665"/>
                    <a:pt x="1908" y="654"/>
                    <a:pt x="1902" y="650"/>
                  </a:cubicBezTo>
                  <a:cubicBezTo>
                    <a:pt x="1894" y="643"/>
                    <a:pt x="1895" y="633"/>
                    <a:pt x="1895" y="633"/>
                  </a:cubicBezTo>
                  <a:cubicBezTo>
                    <a:pt x="1894" y="615"/>
                    <a:pt x="1921" y="615"/>
                    <a:pt x="1922" y="593"/>
                  </a:cubicBezTo>
                  <a:cubicBezTo>
                    <a:pt x="1922" y="593"/>
                    <a:pt x="1925" y="573"/>
                    <a:pt x="1947" y="565"/>
                  </a:cubicBezTo>
                  <a:cubicBezTo>
                    <a:pt x="1949" y="564"/>
                    <a:pt x="1949" y="564"/>
                    <a:pt x="1949" y="564"/>
                  </a:cubicBezTo>
                  <a:cubicBezTo>
                    <a:pt x="1949" y="564"/>
                    <a:pt x="2038" y="523"/>
                    <a:pt x="2068" y="485"/>
                  </a:cubicBezTo>
                  <a:cubicBezTo>
                    <a:pt x="2080" y="470"/>
                    <a:pt x="2092" y="469"/>
                    <a:pt x="2105" y="469"/>
                  </a:cubicBezTo>
                  <a:cubicBezTo>
                    <a:pt x="2119" y="469"/>
                    <a:pt x="2123" y="465"/>
                    <a:pt x="2123" y="458"/>
                  </a:cubicBezTo>
                  <a:cubicBezTo>
                    <a:pt x="2123" y="447"/>
                    <a:pt x="2117" y="449"/>
                    <a:pt x="2106" y="447"/>
                  </a:cubicBezTo>
                  <a:cubicBezTo>
                    <a:pt x="2095" y="446"/>
                    <a:pt x="2082" y="451"/>
                    <a:pt x="2062" y="435"/>
                  </a:cubicBezTo>
                  <a:cubicBezTo>
                    <a:pt x="2043" y="418"/>
                    <a:pt x="1919" y="281"/>
                    <a:pt x="1919" y="281"/>
                  </a:cubicBezTo>
                  <a:cubicBezTo>
                    <a:pt x="1919" y="281"/>
                    <a:pt x="1917" y="276"/>
                    <a:pt x="1908" y="274"/>
                  </a:cubicBezTo>
                  <a:cubicBezTo>
                    <a:pt x="1885" y="268"/>
                    <a:pt x="1886" y="253"/>
                    <a:pt x="1886" y="253"/>
                  </a:cubicBezTo>
                  <a:cubicBezTo>
                    <a:pt x="1886" y="253"/>
                    <a:pt x="1859" y="253"/>
                    <a:pt x="1841" y="253"/>
                  </a:cubicBezTo>
                  <a:cubicBezTo>
                    <a:pt x="1823" y="253"/>
                    <a:pt x="1821" y="243"/>
                    <a:pt x="1821" y="243"/>
                  </a:cubicBezTo>
                  <a:cubicBezTo>
                    <a:pt x="1820" y="222"/>
                    <a:pt x="1820" y="222"/>
                    <a:pt x="1820" y="222"/>
                  </a:cubicBezTo>
                  <a:cubicBezTo>
                    <a:pt x="1812" y="216"/>
                    <a:pt x="1808" y="224"/>
                    <a:pt x="1808" y="224"/>
                  </a:cubicBezTo>
                  <a:cubicBezTo>
                    <a:pt x="1808" y="276"/>
                    <a:pt x="1808" y="276"/>
                    <a:pt x="1808" y="276"/>
                  </a:cubicBezTo>
                  <a:cubicBezTo>
                    <a:pt x="1808" y="276"/>
                    <a:pt x="1807" y="298"/>
                    <a:pt x="1784" y="298"/>
                  </a:cubicBezTo>
                  <a:cubicBezTo>
                    <a:pt x="1761" y="298"/>
                    <a:pt x="1763" y="276"/>
                    <a:pt x="1763" y="276"/>
                  </a:cubicBezTo>
                  <a:cubicBezTo>
                    <a:pt x="1763" y="213"/>
                    <a:pt x="1763" y="213"/>
                    <a:pt x="1763" y="213"/>
                  </a:cubicBezTo>
                  <a:cubicBezTo>
                    <a:pt x="1758" y="203"/>
                    <a:pt x="1752" y="213"/>
                    <a:pt x="1752" y="213"/>
                  </a:cubicBezTo>
                  <a:cubicBezTo>
                    <a:pt x="1752" y="276"/>
                    <a:pt x="1752" y="276"/>
                    <a:pt x="1752" y="276"/>
                  </a:cubicBezTo>
                  <a:cubicBezTo>
                    <a:pt x="1752" y="276"/>
                    <a:pt x="1753" y="298"/>
                    <a:pt x="1726" y="298"/>
                  </a:cubicBezTo>
                  <a:cubicBezTo>
                    <a:pt x="1703" y="298"/>
                    <a:pt x="1705" y="277"/>
                    <a:pt x="1705" y="277"/>
                  </a:cubicBezTo>
                  <a:cubicBezTo>
                    <a:pt x="1705" y="277"/>
                    <a:pt x="1705" y="241"/>
                    <a:pt x="1705" y="229"/>
                  </a:cubicBezTo>
                  <a:cubicBezTo>
                    <a:pt x="1705" y="217"/>
                    <a:pt x="1701" y="218"/>
                    <a:pt x="1701" y="218"/>
                  </a:cubicBezTo>
                  <a:cubicBezTo>
                    <a:pt x="1701" y="218"/>
                    <a:pt x="1696" y="216"/>
                    <a:pt x="1696" y="237"/>
                  </a:cubicBezTo>
                  <a:cubicBezTo>
                    <a:pt x="1696" y="259"/>
                    <a:pt x="1681" y="258"/>
                    <a:pt x="1681" y="258"/>
                  </a:cubicBezTo>
                  <a:cubicBezTo>
                    <a:pt x="1644" y="258"/>
                    <a:pt x="1644" y="258"/>
                    <a:pt x="1644" y="258"/>
                  </a:cubicBezTo>
                  <a:cubicBezTo>
                    <a:pt x="1636" y="265"/>
                    <a:pt x="1637" y="275"/>
                    <a:pt x="1637" y="275"/>
                  </a:cubicBezTo>
                  <a:cubicBezTo>
                    <a:pt x="1636" y="282"/>
                    <a:pt x="1664" y="295"/>
                    <a:pt x="1663" y="313"/>
                  </a:cubicBezTo>
                  <a:cubicBezTo>
                    <a:pt x="1662" y="334"/>
                    <a:pt x="1681" y="344"/>
                    <a:pt x="1681" y="344"/>
                  </a:cubicBezTo>
                  <a:cubicBezTo>
                    <a:pt x="1681" y="344"/>
                    <a:pt x="1777" y="412"/>
                    <a:pt x="1798" y="427"/>
                  </a:cubicBezTo>
                  <a:cubicBezTo>
                    <a:pt x="1814" y="438"/>
                    <a:pt x="1827" y="434"/>
                    <a:pt x="1838" y="435"/>
                  </a:cubicBezTo>
                  <a:cubicBezTo>
                    <a:pt x="1849" y="436"/>
                    <a:pt x="1859" y="442"/>
                    <a:pt x="1859" y="458"/>
                  </a:cubicBezTo>
                  <a:cubicBezTo>
                    <a:pt x="1859" y="465"/>
                    <a:pt x="1853" y="480"/>
                    <a:pt x="1839" y="480"/>
                  </a:cubicBezTo>
                  <a:cubicBezTo>
                    <a:pt x="1826" y="480"/>
                    <a:pt x="1811" y="479"/>
                    <a:pt x="1798" y="495"/>
                  </a:cubicBezTo>
                  <a:cubicBezTo>
                    <a:pt x="1769" y="533"/>
                    <a:pt x="1672" y="638"/>
                    <a:pt x="1672" y="638"/>
                  </a:cubicBezTo>
                  <a:cubicBezTo>
                    <a:pt x="1671" y="638"/>
                    <a:pt x="1671" y="638"/>
                    <a:pt x="1671" y="638"/>
                  </a:cubicBezTo>
                  <a:cubicBezTo>
                    <a:pt x="1669" y="640"/>
                    <a:pt x="1669" y="640"/>
                    <a:pt x="1669" y="640"/>
                  </a:cubicBezTo>
                  <a:cubicBezTo>
                    <a:pt x="1669" y="640"/>
                    <a:pt x="1664" y="644"/>
                    <a:pt x="1651" y="643"/>
                  </a:cubicBezTo>
                  <a:cubicBezTo>
                    <a:pt x="1642" y="642"/>
                    <a:pt x="1639" y="647"/>
                    <a:pt x="1639" y="654"/>
                  </a:cubicBezTo>
                  <a:cubicBezTo>
                    <a:pt x="1639" y="661"/>
                    <a:pt x="1640" y="669"/>
                    <a:pt x="1650" y="669"/>
                  </a:cubicBezTo>
                  <a:cubicBezTo>
                    <a:pt x="1665" y="670"/>
                    <a:pt x="1670" y="677"/>
                    <a:pt x="1670" y="677"/>
                  </a:cubicBezTo>
                  <a:cubicBezTo>
                    <a:pt x="1670" y="677"/>
                    <a:pt x="1794" y="811"/>
                    <a:pt x="1815" y="816"/>
                  </a:cubicBezTo>
                  <a:cubicBezTo>
                    <a:pt x="1831" y="819"/>
                    <a:pt x="1844" y="818"/>
                    <a:pt x="1855" y="818"/>
                  </a:cubicBezTo>
                  <a:cubicBezTo>
                    <a:pt x="1867" y="819"/>
                    <a:pt x="1876" y="821"/>
                    <a:pt x="1877" y="826"/>
                  </a:cubicBezTo>
                  <a:cubicBezTo>
                    <a:pt x="1877" y="828"/>
                    <a:pt x="1870" y="833"/>
                    <a:pt x="1857" y="833"/>
                  </a:cubicBezTo>
                  <a:cubicBezTo>
                    <a:pt x="1843" y="833"/>
                    <a:pt x="1828" y="833"/>
                    <a:pt x="1816" y="838"/>
                  </a:cubicBezTo>
                  <a:cubicBezTo>
                    <a:pt x="1786" y="851"/>
                    <a:pt x="1698" y="864"/>
                    <a:pt x="1698" y="864"/>
                  </a:cubicBezTo>
                  <a:cubicBezTo>
                    <a:pt x="1686" y="861"/>
                    <a:pt x="1686" y="861"/>
                    <a:pt x="1686" y="861"/>
                  </a:cubicBezTo>
                  <a:cubicBezTo>
                    <a:pt x="1686" y="861"/>
                    <a:pt x="1775" y="848"/>
                    <a:pt x="1805" y="835"/>
                  </a:cubicBezTo>
                  <a:cubicBezTo>
                    <a:pt x="1817" y="830"/>
                    <a:pt x="1829" y="830"/>
                    <a:pt x="1842" y="830"/>
                  </a:cubicBezTo>
                  <a:cubicBezTo>
                    <a:pt x="1856" y="830"/>
                    <a:pt x="1860" y="828"/>
                    <a:pt x="1860" y="826"/>
                  </a:cubicBezTo>
                  <a:cubicBezTo>
                    <a:pt x="1860" y="822"/>
                    <a:pt x="1854" y="823"/>
                    <a:pt x="1843" y="822"/>
                  </a:cubicBezTo>
                  <a:cubicBezTo>
                    <a:pt x="1832" y="822"/>
                    <a:pt x="1819" y="824"/>
                    <a:pt x="1799" y="818"/>
                  </a:cubicBezTo>
                  <a:cubicBezTo>
                    <a:pt x="1780" y="813"/>
                    <a:pt x="1657" y="691"/>
                    <a:pt x="1657" y="691"/>
                  </a:cubicBezTo>
                  <a:cubicBezTo>
                    <a:pt x="1657" y="691"/>
                    <a:pt x="1654" y="687"/>
                    <a:pt x="1645" y="684"/>
                  </a:cubicBezTo>
                  <a:cubicBezTo>
                    <a:pt x="1622" y="679"/>
                    <a:pt x="1623" y="664"/>
                    <a:pt x="1623" y="664"/>
                  </a:cubicBezTo>
                  <a:cubicBezTo>
                    <a:pt x="1623" y="664"/>
                    <a:pt x="1596" y="664"/>
                    <a:pt x="1578" y="664"/>
                  </a:cubicBezTo>
                  <a:cubicBezTo>
                    <a:pt x="1560" y="664"/>
                    <a:pt x="1558" y="653"/>
                    <a:pt x="1558" y="653"/>
                  </a:cubicBezTo>
                  <a:cubicBezTo>
                    <a:pt x="1557" y="632"/>
                    <a:pt x="1557" y="632"/>
                    <a:pt x="1557" y="632"/>
                  </a:cubicBezTo>
                  <a:cubicBezTo>
                    <a:pt x="1549" y="627"/>
                    <a:pt x="1545" y="634"/>
                    <a:pt x="1545" y="634"/>
                  </a:cubicBezTo>
                  <a:cubicBezTo>
                    <a:pt x="1545" y="687"/>
                    <a:pt x="1545" y="687"/>
                    <a:pt x="1545" y="687"/>
                  </a:cubicBezTo>
                  <a:cubicBezTo>
                    <a:pt x="1545" y="687"/>
                    <a:pt x="1544" y="708"/>
                    <a:pt x="1521" y="708"/>
                  </a:cubicBezTo>
                  <a:cubicBezTo>
                    <a:pt x="1498" y="708"/>
                    <a:pt x="1500" y="686"/>
                    <a:pt x="1500" y="686"/>
                  </a:cubicBezTo>
                  <a:cubicBezTo>
                    <a:pt x="1500" y="623"/>
                    <a:pt x="1500" y="623"/>
                    <a:pt x="1500" y="623"/>
                  </a:cubicBezTo>
                  <a:cubicBezTo>
                    <a:pt x="1495" y="614"/>
                    <a:pt x="1489" y="623"/>
                    <a:pt x="1489" y="623"/>
                  </a:cubicBezTo>
                  <a:cubicBezTo>
                    <a:pt x="1489" y="687"/>
                    <a:pt x="1489" y="687"/>
                    <a:pt x="1489" y="687"/>
                  </a:cubicBezTo>
                  <a:cubicBezTo>
                    <a:pt x="1489" y="687"/>
                    <a:pt x="1490" y="709"/>
                    <a:pt x="1463" y="709"/>
                  </a:cubicBezTo>
                  <a:cubicBezTo>
                    <a:pt x="1440" y="709"/>
                    <a:pt x="1442" y="687"/>
                    <a:pt x="1442" y="687"/>
                  </a:cubicBezTo>
                  <a:cubicBezTo>
                    <a:pt x="1442" y="687"/>
                    <a:pt x="1442" y="652"/>
                    <a:pt x="1442" y="640"/>
                  </a:cubicBezTo>
                  <a:cubicBezTo>
                    <a:pt x="1442" y="628"/>
                    <a:pt x="1438" y="628"/>
                    <a:pt x="1438" y="628"/>
                  </a:cubicBezTo>
                  <a:cubicBezTo>
                    <a:pt x="1438" y="628"/>
                    <a:pt x="1433" y="626"/>
                    <a:pt x="1433" y="648"/>
                  </a:cubicBezTo>
                  <a:cubicBezTo>
                    <a:pt x="1433" y="669"/>
                    <a:pt x="1418" y="669"/>
                    <a:pt x="1418" y="669"/>
                  </a:cubicBezTo>
                  <a:cubicBezTo>
                    <a:pt x="1381" y="669"/>
                    <a:pt x="1381" y="669"/>
                    <a:pt x="1381" y="669"/>
                  </a:cubicBezTo>
                  <a:cubicBezTo>
                    <a:pt x="1373" y="676"/>
                    <a:pt x="1374" y="686"/>
                    <a:pt x="1374" y="686"/>
                  </a:cubicBezTo>
                  <a:cubicBezTo>
                    <a:pt x="1373" y="693"/>
                    <a:pt x="1514" y="811"/>
                    <a:pt x="1535" y="816"/>
                  </a:cubicBezTo>
                  <a:cubicBezTo>
                    <a:pt x="1551" y="819"/>
                    <a:pt x="1564" y="818"/>
                    <a:pt x="1575" y="818"/>
                  </a:cubicBezTo>
                  <a:cubicBezTo>
                    <a:pt x="1586" y="819"/>
                    <a:pt x="1596" y="821"/>
                    <a:pt x="1596" y="826"/>
                  </a:cubicBezTo>
                  <a:cubicBezTo>
                    <a:pt x="1597" y="828"/>
                    <a:pt x="1590" y="833"/>
                    <a:pt x="1577" y="833"/>
                  </a:cubicBezTo>
                  <a:cubicBezTo>
                    <a:pt x="1563" y="833"/>
                    <a:pt x="1548" y="833"/>
                    <a:pt x="1535" y="838"/>
                  </a:cubicBezTo>
                  <a:cubicBezTo>
                    <a:pt x="1506" y="851"/>
                    <a:pt x="1410" y="865"/>
                    <a:pt x="1410" y="865"/>
                  </a:cubicBezTo>
                  <a:cubicBezTo>
                    <a:pt x="1406" y="861"/>
                    <a:pt x="1406" y="861"/>
                    <a:pt x="1406" y="861"/>
                  </a:cubicBezTo>
                  <a:cubicBezTo>
                    <a:pt x="1406" y="861"/>
                    <a:pt x="1495" y="848"/>
                    <a:pt x="1525" y="835"/>
                  </a:cubicBezTo>
                  <a:cubicBezTo>
                    <a:pt x="1537" y="830"/>
                    <a:pt x="1549" y="830"/>
                    <a:pt x="1562" y="830"/>
                  </a:cubicBezTo>
                  <a:cubicBezTo>
                    <a:pt x="1576" y="830"/>
                    <a:pt x="1580" y="828"/>
                    <a:pt x="1580" y="826"/>
                  </a:cubicBezTo>
                  <a:cubicBezTo>
                    <a:pt x="1580" y="822"/>
                    <a:pt x="1574" y="823"/>
                    <a:pt x="1563" y="822"/>
                  </a:cubicBezTo>
                  <a:cubicBezTo>
                    <a:pt x="1552" y="822"/>
                    <a:pt x="1539" y="824"/>
                    <a:pt x="1519" y="818"/>
                  </a:cubicBezTo>
                  <a:cubicBezTo>
                    <a:pt x="1500" y="813"/>
                    <a:pt x="1357" y="703"/>
                    <a:pt x="1357" y="686"/>
                  </a:cubicBezTo>
                  <a:cubicBezTo>
                    <a:pt x="1357" y="686"/>
                    <a:pt x="1356" y="676"/>
                    <a:pt x="1365" y="669"/>
                  </a:cubicBezTo>
                  <a:cubicBezTo>
                    <a:pt x="1369" y="665"/>
                    <a:pt x="1370" y="655"/>
                    <a:pt x="1364" y="650"/>
                  </a:cubicBezTo>
                  <a:cubicBezTo>
                    <a:pt x="1356" y="643"/>
                    <a:pt x="1357" y="633"/>
                    <a:pt x="1357" y="633"/>
                  </a:cubicBezTo>
                  <a:cubicBezTo>
                    <a:pt x="1357" y="616"/>
                    <a:pt x="1384" y="615"/>
                    <a:pt x="1385" y="593"/>
                  </a:cubicBezTo>
                  <a:cubicBezTo>
                    <a:pt x="1385" y="593"/>
                    <a:pt x="1387" y="573"/>
                    <a:pt x="1409" y="565"/>
                  </a:cubicBezTo>
                  <a:cubicBezTo>
                    <a:pt x="1412" y="564"/>
                    <a:pt x="1412" y="564"/>
                    <a:pt x="1412" y="564"/>
                  </a:cubicBezTo>
                  <a:cubicBezTo>
                    <a:pt x="1412" y="564"/>
                    <a:pt x="1501" y="523"/>
                    <a:pt x="1531" y="485"/>
                  </a:cubicBezTo>
                  <a:cubicBezTo>
                    <a:pt x="1543" y="470"/>
                    <a:pt x="1554" y="469"/>
                    <a:pt x="1568" y="469"/>
                  </a:cubicBezTo>
                  <a:cubicBezTo>
                    <a:pt x="1582" y="469"/>
                    <a:pt x="1586" y="465"/>
                    <a:pt x="1586" y="458"/>
                  </a:cubicBezTo>
                  <a:cubicBezTo>
                    <a:pt x="1586" y="447"/>
                    <a:pt x="1580" y="449"/>
                    <a:pt x="1569" y="447"/>
                  </a:cubicBezTo>
                  <a:cubicBezTo>
                    <a:pt x="1558" y="446"/>
                    <a:pt x="1545" y="451"/>
                    <a:pt x="1525" y="435"/>
                  </a:cubicBezTo>
                  <a:cubicBezTo>
                    <a:pt x="1505" y="418"/>
                    <a:pt x="1382" y="281"/>
                    <a:pt x="1382" y="281"/>
                  </a:cubicBezTo>
                  <a:cubicBezTo>
                    <a:pt x="1382" y="281"/>
                    <a:pt x="1380" y="276"/>
                    <a:pt x="1371" y="274"/>
                  </a:cubicBezTo>
                  <a:cubicBezTo>
                    <a:pt x="1348" y="268"/>
                    <a:pt x="1349" y="253"/>
                    <a:pt x="1349" y="253"/>
                  </a:cubicBezTo>
                  <a:cubicBezTo>
                    <a:pt x="1349" y="253"/>
                    <a:pt x="1322" y="253"/>
                    <a:pt x="1304" y="253"/>
                  </a:cubicBezTo>
                  <a:cubicBezTo>
                    <a:pt x="1286" y="253"/>
                    <a:pt x="1284" y="243"/>
                    <a:pt x="1284" y="243"/>
                  </a:cubicBezTo>
                  <a:cubicBezTo>
                    <a:pt x="1283" y="222"/>
                    <a:pt x="1283" y="222"/>
                    <a:pt x="1283" y="222"/>
                  </a:cubicBezTo>
                  <a:cubicBezTo>
                    <a:pt x="1275" y="216"/>
                    <a:pt x="1271" y="224"/>
                    <a:pt x="1271" y="224"/>
                  </a:cubicBezTo>
                  <a:cubicBezTo>
                    <a:pt x="1271" y="276"/>
                    <a:pt x="1271" y="276"/>
                    <a:pt x="1271" y="276"/>
                  </a:cubicBezTo>
                  <a:cubicBezTo>
                    <a:pt x="1271" y="276"/>
                    <a:pt x="1270" y="298"/>
                    <a:pt x="1247" y="298"/>
                  </a:cubicBezTo>
                  <a:cubicBezTo>
                    <a:pt x="1224" y="298"/>
                    <a:pt x="1226" y="276"/>
                    <a:pt x="1226" y="276"/>
                  </a:cubicBezTo>
                  <a:cubicBezTo>
                    <a:pt x="1226" y="213"/>
                    <a:pt x="1226" y="213"/>
                    <a:pt x="1226" y="213"/>
                  </a:cubicBezTo>
                  <a:cubicBezTo>
                    <a:pt x="1221" y="203"/>
                    <a:pt x="1215" y="213"/>
                    <a:pt x="1215" y="213"/>
                  </a:cubicBezTo>
                  <a:cubicBezTo>
                    <a:pt x="1215" y="276"/>
                    <a:pt x="1215" y="276"/>
                    <a:pt x="1215" y="276"/>
                  </a:cubicBezTo>
                  <a:cubicBezTo>
                    <a:pt x="1215" y="276"/>
                    <a:pt x="1216" y="298"/>
                    <a:pt x="1189" y="298"/>
                  </a:cubicBezTo>
                  <a:cubicBezTo>
                    <a:pt x="1166" y="298"/>
                    <a:pt x="1168" y="277"/>
                    <a:pt x="1168" y="277"/>
                  </a:cubicBezTo>
                  <a:cubicBezTo>
                    <a:pt x="1168" y="277"/>
                    <a:pt x="1168" y="241"/>
                    <a:pt x="1168" y="229"/>
                  </a:cubicBezTo>
                  <a:cubicBezTo>
                    <a:pt x="1168" y="217"/>
                    <a:pt x="1164" y="218"/>
                    <a:pt x="1164" y="218"/>
                  </a:cubicBezTo>
                  <a:cubicBezTo>
                    <a:pt x="1164" y="218"/>
                    <a:pt x="1159" y="216"/>
                    <a:pt x="1159" y="237"/>
                  </a:cubicBezTo>
                  <a:cubicBezTo>
                    <a:pt x="1159" y="259"/>
                    <a:pt x="1144" y="258"/>
                    <a:pt x="1144" y="258"/>
                  </a:cubicBezTo>
                  <a:cubicBezTo>
                    <a:pt x="1107" y="258"/>
                    <a:pt x="1107" y="258"/>
                    <a:pt x="1107" y="258"/>
                  </a:cubicBezTo>
                  <a:cubicBezTo>
                    <a:pt x="1098" y="265"/>
                    <a:pt x="1099" y="275"/>
                    <a:pt x="1099" y="275"/>
                  </a:cubicBezTo>
                  <a:cubicBezTo>
                    <a:pt x="1099" y="282"/>
                    <a:pt x="1127" y="295"/>
                    <a:pt x="1126" y="313"/>
                  </a:cubicBezTo>
                  <a:cubicBezTo>
                    <a:pt x="1125" y="334"/>
                    <a:pt x="1144" y="344"/>
                    <a:pt x="1144" y="344"/>
                  </a:cubicBezTo>
                  <a:cubicBezTo>
                    <a:pt x="1144" y="344"/>
                    <a:pt x="1240" y="412"/>
                    <a:pt x="1261" y="427"/>
                  </a:cubicBezTo>
                  <a:cubicBezTo>
                    <a:pt x="1277" y="438"/>
                    <a:pt x="1290" y="434"/>
                    <a:pt x="1301" y="435"/>
                  </a:cubicBezTo>
                  <a:cubicBezTo>
                    <a:pt x="1312" y="436"/>
                    <a:pt x="1322" y="442"/>
                    <a:pt x="1322" y="458"/>
                  </a:cubicBezTo>
                  <a:cubicBezTo>
                    <a:pt x="1322" y="465"/>
                    <a:pt x="1316" y="480"/>
                    <a:pt x="1302" y="480"/>
                  </a:cubicBezTo>
                  <a:cubicBezTo>
                    <a:pt x="1289" y="480"/>
                    <a:pt x="1273" y="479"/>
                    <a:pt x="1261" y="495"/>
                  </a:cubicBezTo>
                  <a:cubicBezTo>
                    <a:pt x="1232" y="533"/>
                    <a:pt x="1134" y="637"/>
                    <a:pt x="1134" y="637"/>
                  </a:cubicBezTo>
                  <a:cubicBezTo>
                    <a:pt x="1133" y="638"/>
                    <a:pt x="1133" y="638"/>
                    <a:pt x="1133" y="638"/>
                  </a:cubicBezTo>
                  <a:cubicBezTo>
                    <a:pt x="1131" y="639"/>
                    <a:pt x="1131" y="639"/>
                    <a:pt x="1131" y="639"/>
                  </a:cubicBezTo>
                  <a:cubicBezTo>
                    <a:pt x="1131" y="639"/>
                    <a:pt x="1126" y="644"/>
                    <a:pt x="1113" y="643"/>
                  </a:cubicBezTo>
                  <a:cubicBezTo>
                    <a:pt x="1104" y="642"/>
                    <a:pt x="1101" y="646"/>
                    <a:pt x="1101" y="653"/>
                  </a:cubicBezTo>
                  <a:cubicBezTo>
                    <a:pt x="1101" y="660"/>
                    <a:pt x="1102" y="668"/>
                    <a:pt x="1113" y="668"/>
                  </a:cubicBezTo>
                  <a:cubicBezTo>
                    <a:pt x="1127" y="669"/>
                    <a:pt x="1132" y="676"/>
                    <a:pt x="1132" y="676"/>
                  </a:cubicBezTo>
                  <a:cubicBezTo>
                    <a:pt x="1132" y="676"/>
                    <a:pt x="1256" y="810"/>
                    <a:pt x="1277" y="815"/>
                  </a:cubicBezTo>
                  <a:cubicBezTo>
                    <a:pt x="1293" y="819"/>
                    <a:pt x="1306" y="818"/>
                    <a:pt x="1317" y="818"/>
                  </a:cubicBezTo>
                  <a:cubicBezTo>
                    <a:pt x="1329" y="819"/>
                    <a:pt x="1338" y="820"/>
                    <a:pt x="1339" y="826"/>
                  </a:cubicBezTo>
                  <a:cubicBezTo>
                    <a:pt x="1339" y="828"/>
                    <a:pt x="1332" y="833"/>
                    <a:pt x="1319" y="833"/>
                  </a:cubicBezTo>
                  <a:cubicBezTo>
                    <a:pt x="1305" y="833"/>
                    <a:pt x="1290" y="833"/>
                    <a:pt x="1278" y="838"/>
                  </a:cubicBezTo>
                  <a:cubicBezTo>
                    <a:pt x="1248" y="851"/>
                    <a:pt x="1161" y="864"/>
                    <a:pt x="1161" y="864"/>
                  </a:cubicBezTo>
                  <a:cubicBezTo>
                    <a:pt x="1148" y="861"/>
                    <a:pt x="1148" y="861"/>
                    <a:pt x="1148" y="861"/>
                  </a:cubicBezTo>
                  <a:cubicBezTo>
                    <a:pt x="1148" y="861"/>
                    <a:pt x="1238" y="848"/>
                    <a:pt x="1267" y="835"/>
                  </a:cubicBezTo>
                  <a:cubicBezTo>
                    <a:pt x="1279" y="830"/>
                    <a:pt x="1291" y="829"/>
                    <a:pt x="1304" y="829"/>
                  </a:cubicBezTo>
                  <a:cubicBezTo>
                    <a:pt x="1318" y="829"/>
                    <a:pt x="1322" y="828"/>
                    <a:pt x="1322" y="826"/>
                  </a:cubicBezTo>
                  <a:cubicBezTo>
                    <a:pt x="1322" y="822"/>
                    <a:pt x="1317" y="823"/>
                    <a:pt x="1305" y="822"/>
                  </a:cubicBezTo>
                  <a:cubicBezTo>
                    <a:pt x="1294" y="822"/>
                    <a:pt x="1281" y="824"/>
                    <a:pt x="1261" y="818"/>
                  </a:cubicBezTo>
                  <a:cubicBezTo>
                    <a:pt x="1242" y="812"/>
                    <a:pt x="1119" y="691"/>
                    <a:pt x="1119" y="691"/>
                  </a:cubicBezTo>
                  <a:cubicBezTo>
                    <a:pt x="1119" y="691"/>
                    <a:pt x="1116" y="686"/>
                    <a:pt x="1108" y="684"/>
                  </a:cubicBezTo>
                  <a:cubicBezTo>
                    <a:pt x="1084" y="678"/>
                    <a:pt x="1085" y="663"/>
                    <a:pt x="1085" y="663"/>
                  </a:cubicBezTo>
                  <a:cubicBezTo>
                    <a:pt x="1085" y="663"/>
                    <a:pt x="1058" y="663"/>
                    <a:pt x="1040" y="663"/>
                  </a:cubicBezTo>
                  <a:cubicBezTo>
                    <a:pt x="1022" y="663"/>
                    <a:pt x="1021" y="653"/>
                    <a:pt x="1021" y="653"/>
                  </a:cubicBezTo>
                  <a:cubicBezTo>
                    <a:pt x="1020" y="632"/>
                    <a:pt x="1020" y="632"/>
                    <a:pt x="1020" y="632"/>
                  </a:cubicBezTo>
                  <a:cubicBezTo>
                    <a:pt x="1012" y="626"/>
                    <a:pt x="1007" y="634"/>
                    <a:pt x="1007" y="634"/>
                  </a:cubicBezTo>
                  <a:cubicBezTo>
                    <a:pt x="1007" y="686"/>
                    <a:pt x="1007" y="686"/>
                    <a:pt x="1007" y="686"/>
                  </a:cubicBezTo>
                  <a:cubicBezTo>
                    <a:pt x="1007" y="686"/>
                    <a:pt x="1007" y="708"/>
                    <a:pt x="984" y="708"/>
                  </a:cubicBezTo>
                  <a:cubicBezTo>
                    <a:pt x="960" y="708"/>
                    <a:pt x="962" y="686"/>
                    <a:pt x="962" y="686"/>
                  </a:cubicBezTo>
                  <a:cubicBezTo>
                    <a:pt x="962" y="623"/>
                    <a:pt x="962" y="623"/>
                    <a:pt x="962" y="623"/>
                  </a:cubicBezTo>
                  <a:cubicBezTo>
                    <a:pt x="958" y="613"/>
                    <a:pt x="951" y="623"/>
                    <a:pt x="951" y="623"/>
                  </a:cubicBezTo>
                  <a:cubicBezTo>
                    <a:pt x="951" y="686"/>
                    <a:pt x="951" y="686"/>
                    <a:pt x="951" y="686"/>
                  </a:cubicBezTo>
                  <a:cubicBezTo>
                    <a:pt x="951" y="686"/>
                    <a:pt x="953" y="708"/>
                    <a:pt x="926" y="708"/>
                  </a:cubicBezTo>
                  <a:cubicBezTo>
                    <a:pt x="902" y="708"/>
                    <a:pt x="904" y="687"/>
                    <a:pt x="904" y="687"/>
                  </a:cubicBezTo>
                  <a:cubicBezTo>
                    <a:pt x="904" y="687"/>
                    <a:pt x="904" y="651"/>
                    <a:pt x="904" y="639"/>
                  </a:cubicBezTo>
                  <a:cubicBezTo>
                    <a:pt x="904" y="627"/>
                    <a:pt x="900" y="628"/>
                    <a:pt x="900" y="628"/>
                  </a:cubicBezTo>
                  <a:cubicBezTo>
                    <a:pt x="900" y="628"/>
                    <a:pt x="895" y="626"/>
                    <a:pt x="895" y="647"/>
                  </a:cubicBezTo>
                  <a:cubicBezTo>
                    <a:pt x="895" y="669"/>
                    <a:pt x="880" y="668"/>
                    <a:pt x="880" y="668"/>
                  </a:cubicBezTo>
                  <a:cubicBezTo>
                    <a:pt x="843" y="668"/>
                    <a:pt x="843" y="668"/>
                    <a:pt x="843" y="668"/>
                  </a:cubicBezTo>
                  <a:cubicBezTo>
                    <a:pt x="835" y="675"/>
                    <a:pt x="836" y="685"/>
                    <a:pt x="836" y="685"/>
                  </a:cubicBezTo>
                  <a:cubicBezTo>
                    <a:pt x="835" y="692"/>
                    <a:pt x="976" y="810"/>
                    <a:pt x="997" y="815"/>
                  </a:cubicBezTo>
                  <a:cubicBezTo>
                    <a:pt x="1013" y="819"/>
                    <a:pt x="1026" y="818"/>
                    <a:pt x="1037" y="818"/>
                  </a:cubicBezTo>
                  <a:cubicBezTo>
                    <a:pt x="1048" y="819"/>
                    <a:pt x="1058" y="820"/>
                    <a:pt x="1059" y="826"/>
                  </a:cubicBezTo>
                  <a:cubicBezTo>
                    <a:pt x="1059" y="828"/>
                    <a:pt x="1052" y="833"/>
                    <a:pt x="1039" y="833"/>
                  </a:cubicBezTo>
                  <a:cubicBezTo>
                    <a:pt x="1025" y="833"/>
                    <a:pt x="1010" y="833"/>
                    <a:pt x="998" y="838"/>
                  </a:cubicBezTo>
                  <a:cubicBezTo>
                    <a:pt x="968" y="851"/>
                    <a:pt x="884" y="865"/>
                    <a:pt x="884" y="865"/>
                  </a:cubicBezTo>
                  <a:cubicBezTo>
                    <a:pt x="882" y="861"/>
                    <a:pt x="882" y="861"/>
                    <a:pt x="882" y="861"/>
                  </a:cubicBezTo>
                  <a:cubicBezTo>
                    <a:pt x="882" y="861"/>
                    <a:pt x="957" y="848"/>
                    <a:pt x="987" y="835"/>
                  </a:cubicBezTo>
                  <a:cubicBezTo>
                    <a:pt x="999" y="830"/>
                    <a:pt x="1011" y="829"/>
                    <a:pt x="1024" y="829"/>
                  </a:cubicBezTo>
                  <a:cubicBezTo>
                    <a:pt x="1038" y="829"/>
                    <a:pt x="1042" y="828"/>
                    <a:pt x="1042" y="826"/>
                  </a:cubicBezTo>
                  <a:cubicBezTo>
                    <a:pt x="1042" y="822"/>
                    <a:pt x="1036" y="823"/>
                    <a:pt x="1025" y="822"/>
                  </a:cubicBezTo>
                  <a:cubicBezTo>
                    <a:pt x="1014" y="822"/>
                    <a:pt x="1001" y="824"/>
                    <a:pt x="981" y="818"/>
                  </a:cubicBezTo>
                  <a:cubicBezTo>
                    <a:pt x="962" y="812"/>
                    <a:pt x="819" y="703"/>
                    <a:pt x="819" y="685"/>
                  </a:cubicBezTo>
                  <a:cubicBezTo>
                    <a:pt x="819" y="685"/>
                    <a:pt x="818" y="675"/>
                    <a:pt x="827" y="668"/>
                  </a:cubicBezTo>
                  <a:cubicBezTo>
                    <a:pt x="831" y="665"/>
                    <a:pt x="832" y="654"/>
                    <a:pt x="826" y="649"/>
                  </a:cubicBezTo>
                  <a:cubicBezTo>
                    <a:pt x="818" y="643"/>
                    <a:pt x="819" y="632"/>
                    <a:pt x="819" y="632"/>
                  </a:cubicBezTo>
                  <a:cubicBezTo>
                    <a:pt x="819" y="615"/>
                    <a:pt x="846" y="614"/>
                    <a:pt x="847" y="592"/>
                  </a:cubicBezTo>
                  <a:cubicBezTo>
                    <a:pt x="847" y="592"/>
                    <a:pt x="849" y="572"/>
                    <a:pt x="871" y="565"/>
                  </a:cubicBezTo>
                  <a:cubicBezTo>
                    <a:pt x="872" y="564"/>
                    <a:pt x="872" y="564"/>
                    <a:pt x="872" y="564"/>
                  </a:cubicBezTo>
                  <a:cubicBezTo>
                    <a:pt x="872" y="564"/>
                    <a:pt x="963" y="523"/>
                    <a:pt x="993" y="485"/>
                  </a:cubicBezTo>
                  <a:cubicBezTo>
                    <a:pt x="1005" y="470"/>
                    <a:pt x="1016" y="469"/>
                    <a:pt x="1030" y="469"/>
                  </a:cubicBezTo>
                  <a:cubicBezTo>
                    <a:pt x="1044" y="469"/>
                    <a:pt x="1048" y="465"/>
                    <a:pt x="1048" y="458"/>
                  </a:cubicBezTo>
                  <a:cubicBezTo>
                    <a:pt x="1048" y="447"/>
                    <a:pt x="1042" y="449"/>
                    <a:pt x="1031" y="447"/>
                  </a:cubicBezTo>
                  <a:cubicBezTo>
                    <a:pt x="1020" y="446"/>
                    <a:pt x="1007" y="451"/>
                    <a:pt x="987" y="435"/>
                  </a:cubicBezTo>
                  <a:cubicBezTo>
                    <a:pt x="967" y="418"/>
                    <a:pt x="844" y="281"/>
                    <a:pt x="844" y="281"/>
                  </a:cubicBezTo>
                  <a:cubicBezTo>
                    <a:pt x="844" y="281"/>
                    <a:pt x="842" y="276"/>
                    <a:pt x="833" y="274"/>
                  </a:cubicBezTo>
                  <a:cubicBezTo>
                    <a:pt x="810" y="268"/>
                    <a:pt x="811" y="253"/>
                    <a:pt x="811" y="253"/>
                  </a:cubicBezTo>
                  <a:cubicBezTo>
                    <a:pt x="811" y="253"/>
                    <a:pt x="784" y="253"/>
                    <a:pt x="766" y="253"/>
                  </a:cubicBezTo>
                  <a:cubicBezTo>
                    <a:pt x="748" y="253"/>
                    <a:pt x="746" y="243"/>
                    <a:pt x="746" y="243"/>
                  </a:cubicBezTo>
                  <a:cubicBezTo>
                    <a:pt x="745" y="222"/>
                    <a:pt x="745" y="222"/>
                    <a:pt x="745" y="222"/>
                  </a:cubicBezTo>
                  <a:cubicBezTo>
                    <a:pt x="737" y="216"/>
                    <a:pt x="733" y="224"/>
                    <a:pt x="733" y="224"/>
                  </a:cubicBezTo>
                  <a:cubicBezTo>
                    <a:pt x="733" y="276"/>
                    <a:pt x="733" y="276"/>
                    <a:pt x="733" y="276"/>
                  </a:cubicBezTo>
                  <a:cubicBezTo>
                    <a:pt x="733" y="276"/>
                    <a:pt x="732" y="298"/>
                    <a:pt x="709" y="298"/>
                  </a:cubicBezTo>
                  <a:cubicBezTo>
                    <a:pt x="686" y="298"/>
                    <a:pt x="688" y="276"/>
                    <a:pt x="688" y="276"/>
                  </a:cubicBezTo>
                  <a:cubicBezTo>
                    <a:pt x="688" y="213"/>
                    <a:pt x="688" y="213"/>
                    <a:pt x="688" y="213"/>
                  </a:cubicBezTo>
                  <a:cubicBezTo>
                    <a:pt x="683" y="203"/>
                    <a:pt x="677" y="213"/>
                    <a:pt x="677" y="213"/>
                  </a:cubicBezTo>
                  <a:cubicBezTo>
                    <a:pt x="677" y="276"/>
                    <a:pt x="677" y="276"/>
                    <a:pt x="677" y="276"/>
                  </a:cubicBezTo>
                  <a:cubicBezTo>
                    <a:pt x="677" y="276"/>
                    <a:pt x="678" y="298"/>
                    <a:pt x="651" y="298"/>
                  </a:cubicBezTo>
                  <a:cubicBezTo>
                    <a:pt x="628" y="298"/>
                    <a:pt x="630" y="277"/>
                    <a:pt x="630" y="277"/>
                  </a:cubicBezTo>
                  <a:cubicBezTo>
                    <a:pt x="630" y="277"/>
                    <a:pt x="630" y="241"/>
                    <a:pt x="630" y="229"/>
                  </a:cubicBezTo>
                  <a:cubicBezTo>
                    <a:pt x="630" y="217"/>
                    <a:pt x="626" y="218"/>
                    <a:pt x="626" y="218"/>
                  </a:cubicBezTo>
                  <a:cubicBezTo>
                    <a:pt x="626" y="218"/>
                    <a:pt x="621" y="216"/>
                    <a:pt x="621" y="237"/>
                  </a:cubicBezTo>
                  <a:cubicBezTo>
                    <a:pt x="621" y="259"/>
                    <a:pt x="606" y="258"/>
                    <a:pt x="606" y="258"/>
                  </a:cubicBezTo>
                  <a:cubicBezTo>
                    <a:pt x="569" y="258"/>
                    <a:pt x="569" y="258"/>
                    <a:pt x="569" y="258"/>
                  </a:cubicBezTo>
                  <a:cubicBezTo>
                    <a:pt x="560" y="265"/>
                    <a:pt x="561" y="275"/>
                    <a:pt x="561" y="275"/>
                  </a:cubicBezTo>
                  <a:cubicBezTo>
                    <a:pt x="561" y="282"/>
                    <a:pt x="589" y="295"/>
                    <a:pt x="588" y="313"/>
                  </a:cubicBezTo>
                  <a:cubicBezTo>
                    <a:pt x="587" y="334"/>
                    <a:pt x="606" y="344"/>
                    <a:pt x="606" y="344"/>
                  </a:cubicBezTo>
                  <a:cubicBezTo>
                    <a:pt x="606" y="344"/>
                    <a:pt x="702" y="412"/>
                    <a:pt x="723" y="427"/>
                  </a:cubicBezTo>
                  <a:cubicBezTo>
                    <a:pt x="739" y="438"/>
                    <a:pt x="752" y="434"/>
                    <a:pt x="763" y="435"/>
                  </a:cubicBezTo>
                  <a:cubicBezTo>
                    <a:pt x="785" y="438"/>
                    <a:pt x="784" y="458"/>
                    <a:pt x="784" y="458"/>
                  </a:cubicBezTo>
                  <a:cubicBezTo>
                    <a:pt x="784" y="465"/>
                    <a:pt x="778" y="480"/>
                    <a:pt x="764" y="480"/>
                  </a:cubicBezTo>
                  <a:cubicBezTo>
                    <a:pt x="751" y="480"/>
                    <a:pt x="735" y="479"/>
                    <a:pt x="723" y="495"/>
                  </a:cubicBezTo>
                  <a:cubicBezTo>
                    <a:pt x="694" y="533"/>
                    <a:pt x="600" y="638"/>
                    <a:pt x="600" y="638"/>
                  </a:cubicBezTo>
                  <a:cubicBezTo>
                    <a:pt x="598" y="639"/>
                    <a:pt x="598" y="639"/>
                    <a:pt x="598" y="639"/>
                  </a:cubicBezTo>
                  <a:cubicBezTo>
                    <a:pt x="598" y="639"/>
                    <a:pt x="592" y="644"/>
                    <a:pt x="580" y="643"/>
                  </a:cubicBezTo>
                  <a:cubicBezTo>
                    <a:pt x="571" y="642"/>
                    <a:pt x="568" y="647"/>
                    <a:pt x="568" y="653"/>
                  </a:cubicBezTo>
                  <a:cubicBezTo>
                    <a:pt x="568" y="660"/>
                    <a:pt x="569" y="668"/>
                    <a:pt x="579" y="668"/>
                  </a:cubicBezTo>
                  <a:cubicBezTo>
                    <a:pt x="594" y="669"/>
                    <a:pt x="599" y="676"/>
                    <a:pt x="599" y="676"/>
                  </a:cubicBezTo>
                  <a:cubicBezTo>
                    <a:pt x="599" y="676"/>
                    <a:pt x="723" y="810"/>
                    <a:pt x="744" y="815"/>
                  </a:cubicBezTo>
                  <a:cubicBezTo>
                    <a:pt x="760" y="819"/>
                    <a:pt x="773" y="818"/>
                    <a:pt x="784" y="818"/>
                  </a:cubicBezTo>
                  <a:cubicBezTo>
                    <a:pt x="796" y="819"/>
                    <a:pt x="805" y="820"/>
                    <a:pt x="806" y="826"/>
                  </a:cubicBezTo>
                  <a:cubicBezTo>
                    <a:pt x="806" y="828"/>
                    <a:pt x="799" y="833"/>
                    <a:pt x="786" y="833"/>
                  </a:cubicBezTo>
                  <a:cubicBezTo>
                    <a:pt x="772" y="833"/>
                    <a:pt x="757" y="833"/>
                    <a:pt x="745" y="838"/>
                  </a:cubicBezTo>
                  <a:cubicBezTo>
                    <a:pt x="715" y="851"/>
                    <a:pt x="619" y="865"/>
                    <a:pt x="619" y="865"/>
                  </a:cubicBezTo>
                  <a:cubicBezTo>
                    <a:pt x="615" y="861"/>
                    <a:pt x="615" y="861"/>
                    <a:pt x="615" y="861"/>
                  </a:cubicBezTo>
                  <a:cubicBezTo>
                    <a:pt x="615" y="861"/>
                    <a:pt x="704" y="848"/>
                    <a:pt x="734" y="835"/>
                  </a:cubicBezTo>
                  <a:cubicBezTo>
                    <a:pt x="746" y="830"/>
                    <a:pt x="758" y="829"/>
                    <a:pt x="771" y="829"/>
                  </a:cubicBezTo>
                  <a:cubicBezTo>
                    <a:pt x="785" y="829"/>
                    <a:pt x="789" y="828"/>
                    <a:pt x="789" y="826"/>
                  </a:cubicBezTo>
                  <a:cubicBezTo>
                    <a:pt x="789" y="822"/>
                    <a:pt x="783" y="823"/>
                    <a:pt x="772" y="822"/>
                  </a:cubicBezTo>
                  <a:cubicBezTo>
                    <a:pt x="761" y="822"/>
                    <a:pt x="748" y="824"/>
                    <a:pt x="728" y="818"/>
                  </a:cubicBezTo>
                  <a:cubicBezTo>
                    <a:pt x="709" y="812"/>
                    <a:pt x="586" y="691"/>
                    <a:pt x="586" y="691"/>
                  </a:cubicBezTo>
                  <a:cubicBezTo>
                    <a:pt x="586" y="691"/>
                    <a:pt x="583" y="686"/>
                    <a:pt x="574" y="684"/>
                  </a:cubicBezTo>
                  <a:cubicBezTo>
                    <a:pt x="551" y="678"/>
                    <a:pt x="552" y="663"/>
                    <a:pt x="552" y="663"/>
                  </a:cubicBezTo>
                  <a:cubicBezTo>
                    <a:pt x="552" y="663"/>
                    <a:pt x="525" y="663"/>
                    <a:pt x="507" y="663"/>
                  </a:cubicBezTo>
                  <a:cubicBezTo>
                    <a:pt x="489" y="663"/>
                    <a:pt x="487" y="653"/>
                    <a:pt x="487" y="653"/>
                  </a:cubicBezTo>
                  <a:cubicBezTo>
                    <a:pt x="486" y="632"/>
                    <a:pt x="486" y="632"/>
                    <a:pt x="486" y="632"/>
                  </a:cubicBezTo>
                  <a:cubicBezTo>
                    <a:pt x="478" y="626"/>
                    <a:pt x="474" y="634"/>
                    <a:pt x="474" y="634"/>
                  </a:cubicBezTo>
                  <a:cubicBezTo>
                    <a:pt x="474" y="686"/>
                    <a:pt x="474" y="686"/>
                    <a:pt x="474" y="686"/>
                  </a:cubicBezTo>
                  <a:cubicBezTo>
                    <a:pt x="474" y="686"/>
                    <a:pt x="473" y="708"/>
                    <a:pt x="450" y="708"/>
                  </a:cubicBezTo>
                  <a:cubicBezTo>
                    <a:pt x="427" y="708"/>
                    <a:pt x="429" y="686"/>
                    <a:pt x="429" y="686"/>
                  </a:cubicBezTo>
                  <a:cubicBezTo>
                    <a:pt x="429" y="623"/>
                    <a:pt x="429" y="623"/>
                    <a:pt x="429" y="623"/>
                  </a:cubicBezTo>
                  <a:cubicBezTo>
                    <a:pt x="424" y="613"/>
                    <a:pt x="418" y="623"/>
                    <a:pt x="418" y="623"/>
                  </a:cubicBezTo>
                  <a:cubicBezTo>
                    <a:pt x="418" y="686"/>
                    <a:pt x="418" y="686"/>
                    <a:pt x="418" y="686"/>
                  </a:cubicBezTo>
                  <a:cubicBezTo>
                    <a:pt x="418" y="686"/>
                    <a:pt x="419" y="708"/>
                    <a:pt x="392" y="708"/>
                  </a:cubicBezTo>
                  <a:cubicBezTo>
                    <a:pt x="369" y="708"/>
                    <a:pt x="371" y="687"/>
                    <a:pt x="371" y="687"/>
                  </a:cubicBezTo>
                  <a:cubicBezTo>
                    <a:pt x="371" y="687"/>
                    <a:pt x="371" y="651"/>
                    <a:pt x="371" y="639"/>
                  </a:cubicBezTo>
                  <a:cubicBezTo>
                    <a:pt x="371" y="627"/>
                    <a:pt x="367" y="628"/>
                    <a:pt x="367" y="628"/>
                  </a:cubicBezTo>
                  <a:cubicBezTo>
                    <a:pt x="367" y="628"/>
                    <a:pt x="362" y="626"/>
                    <a:pt x="362" y="647"/>
                  </a:cubicBezTo>
                  <a:cubicBezTo>
                    <a:pt x="362" y="669"/>
                    <a:pt x="347" y="668"/>
                    <a:pt x="347" y="668"/>
                  </a:cubicBezTo>
                  <a:cubicBezTo>
                    <a:pt x="310" y="668"/>
                    <a:pt x="310" y="668"/>
                    <a:pt x="310" y="668"/>
                  </a:cubicBezTo>
                  <a:cubicBezTo>
                    <a:pt x="302" y="675"/>
                    <a:pt x="303" y="685"/>
                    <a:pt x="303" y="685"/>
                  </a:cubicBezTo>
                  <a:cubicBezTo>
                    <a:pt x="302" y="692"/>
                    <a:pt x="443" y="810"/>
                    <a:pt x="464" y="815"/>
                  </a:cubicBezTo>
                  <a:cubicBezTo>
                    <a:pt x="480" y="819"/>
                    <a:pt x="493" y="818"/>
                    <a:pt x="504" y="818"/>
                  </a:cubicBezTo>
                  <a:cubicBezTo>
                    <a:pt x="515" y="819"/>
                    <a:pt x="525" y="820"/>
                    <a:pt x="525" y="826"/>
                  </a:cubicBezTo>
                  <a:cubicBezTo>
                    <a:pt x="526" y="828"/>
                    <a:pt x="519" y="833"/>
                    <a:pt x="506" y="833"/>
                  </a:cubicBezTo>
                  <a:cubicBezTo>
                    <a:pt x="492" y="833"/>
                    <a:pt x="477" y="833"/>
                    <a:pt x="464" y="838"/>
                  </a:cubicBezTo>
                  <a:cubicBezTo>
                    <a:pt x="435" y="851"/>
                    <a:pt x="336" y="865"/>
                    <a:pt x="336" y="865"/>
                  </a:cubicBezTo>
                  <a:cubicBezTo>
                    <a:pt x="335" y="861"/>
                    <a:pt x="335" y="861"/>
                    <a:pt x="335" y="861"/>
                  </a:cubicBezTo>
                  <a:cubicBezTo>
                    <a:pt x="335" y="861"/>
                    <a:pt x="424" y="848"/>
                    <a:pt x="454" y="835"/>
                  </a:cubicBezTo>
                  <a:cubicBezTo>
                    <a:pt x="466" y="830"/>
                    <a:pt x="478" y="829"/>
                    <a:pt x="491" y="829"/>
                  </a:cubicBezTo>
                  <a:cubicBezTo>
                    <a:pt x="505" y="829"/>
                    <a:pt x="509" y="828"/>
                    <a:pt x="509" y="826"/>
                  </a:cubicBezTo>
                  <a:cubicBezTo>
                    <a:pt x="509" y="822"/>
                    <a:pt x="503" y="823"/>
                    <a:pt x="492" y="822"/>
                  </a:cubicBezTo>
                  <a:cubicBezTo>
                    <a:pt x="481" y="822"/>
                    <a:pt x="468" y="824"/>
                    <a:pt x="448" y="818"/>
                  </a:cubicBezTo>
                  <a:cubicBezTo>
                    <a:pt x="429" y="812"/>
                    <a:pt x="286" y="703"/>
                    <a:pt x="286" y="685"/>
                  </a:cubicBezTo>
                  <a:cubicBezTo>
                    <a:pt x="286" y="685"/>
                    <a:pt x="285" y="675"/>
                    <a:pt x="294" y="668"/>
                  </a:cubicBezTo>
                  <a:cubicBezTo>
                    <a:pt x="298" y="665"/>
                    <a:pt x="299" y="654"/>
                    <a:pt x="293" y="649"/>
                  </a:cubicBezTo>
                  <a:cubicBezTo>
                    <a:pt x="285" y="643"/>
                    <a:pt x="286" y="632"/>
                    <a:pt x="286" y="632"/>
                  </a:cubicBezTo>
                  <a:cubicBezTo>
                    <a:pt x="286" y="615"/>
                    <a:pt x="313" y="614"/>
                    <a:pt x="314" y="593"/>
                  </a:cubicBezTo>
                  <a:cubicBezTo>
                    <a:pt x="314" y="593"/>
                    <a:pt x="316" y="572"/>
                    <a:pt x="338" y="565"/>
                  </a:cubicBezTo>
                  <a:cubicBezTo>
                    <a:pt x="338" y="565"/>
                    <a:pt x="339" y="564"/>
                    <a:pt x="339" y="564"/>
                  </a:cubicBezTo>
                  <a:cubicBezTo>
                    <a:pt x="340" y="563"/>
                    <a:pt x="429" y="523"/>
                    <a:pt x="458" y="485"/>
                  </a:cubicBezTo>
                  <a:cubicBezTo>
                    <a:pt x="470" y="470"/>
                    <a:pt x="482" y="469"/>
                    <a:pt x="495" y="469"/>
                  </a:cubicBezTo>
                  <a:cubicBezTo>
                    <a:pt x="509" y="469"/>
                    <a:pt x="513" y="465"/>
                    <a:pt x="513" y="458"/>
                  </a:cubicBezTo>
                  <a:cubicBezTo>
                    <a:pt x="513" y="447"/>
                    <a:pt x="508" y="449"/>
                    <a:pt x="496" y="447"/>
                  </a:cubicBezTo>
                  <a:cubicBezTo>
                    <a:pt x="485" y="446"/>
                    <a:pt x="472" y="451"/>
                    <a:pt x="452" y="435"/>
                  </a:cubicBezTo>
                  <a:cubicBezTo>
                    <a:pt x="433" y="418"/>
                    <a:pt x="310" y="281"/>
                    <a:pt x="310" y="281"/>
                  </a:cubicBezTo>
                  <a:cubicBezTo>
                    <a:pt x="310" y="281"/>
                    <a:pt x="307" y="276"/>
                    <a:pt x="299" y="274"/>
                  </a:cubicBezTo>
                  <a:cubicBezTo>
                    <a:pt x="275" y="268"/>
                    <a:pt x="276" y="253"/>
                    <a:pt x="276" y="253"/>
                  </a:cubicBezTo>
                  <a:cubicBezTo>
                    <a:pt x="276" y="253"/>
                    <a:pt x="249" y="253"/>
                    <a:pt x="231" y="253"/>
                  </a:cubicBezTo>
                  <a:cubicBezTo>
                    <a:pt x="213" y="253"/>
                    <a:pt x="212" y="243"/>
                    <a:pt x="212" y="243"/>
                  </a:cubicBezTo>
                  <a:cubicBezTo>
                    <a:pt x="211" y="222"/>
                    <a:pt x="211" y="222"/>
                    <a:pt x="211" y="222"/>
                  </a:cubicBezTo>
                  <a:cubicBezTo>
                    <a:pt x="203" y="216"/>
                    <a:pt x="198" y="224"/>
                    <a:pt x="198" y="224"/>
                  </a:cubicBezTo>
                  <a:cubicBezTo>
                    <a:pt x="198" y="276"/>
                    <a:pt x="198" y="276"/>
                    <a:pt x="198" y="276"/>
                  </a:cubicBezTo>
                  <a:cubicBezTo>
                    <a:pt x="198" y="276"/>
                    <a:pt x="198" y="298"/>
                    <a:pt x="175" y="298"/>
                  </a:cubicBezTo>
                  <a:cubicBezTo>
                    <a:pt x="151" y="298"/>
                    <a:pt x="153" y="276"/>
                    <a:pt x="153" y="276"/>
                  </a:cubicBezTo>
                  <a:cubicBezTo>
                    <a:pt x="153" y="213"/>
                    <a:pt x="153" y="213"/>
                    <a:pt x="153" y="213"/>
                  </a:cubicBezTo>
                  <a:cubicBezTo>
                    <a:pt x="149" y="203"/>
                    <a:pt x="142" y="213"/>
                    <a:pt x="142" y="213"/>
                  </a:cubicBezTo>
                  <a:cubicBezTo>
                    <a:pt x="142" y="276"/>
                    <a:pt x="142" y="276"/>
                    <a:pt x="142" y="276"/>
                  </a:cubicBezTo>
                  <a:cubicBezTo>
                    <a:pt x="142" y="276"/>
                    <a:pt x="144" y="298"/>
                    <a:pt x="117" y="298"/>
                  </a:cubicBezTo>
                  <a:cubicBezTo>
                    <a:pt x="93" y="298"/>
                    <a:pt x="95" y="277"/>
                    <a:pt x="95" y="277"/>
                  </a:cubicBezTo>
                  <a:cubicBezTo>
                    <a:pt x="95" y="277"/>
                    <a:pt x="95" y="241"/>
                    <a:pt x="95" y="229"/>
                  </a:cubicBezTo>
                  <a:cubicBezTo>
                    <a:pt x="95" y="217"/>
                    <a:pt x="91" y="218"/>
                    <a:pt x="91" y="218"/>
                  </a:cubicBezTo>
                  <a:cubicBezTo>
                    <a:pt x="91" y="218"/>
                    <a:pt x="86" y="216"/>
                    <a:pt x="86" y="237"/>
                  </a:cubicBezTo>
                  <a:cubicBezTo>
                    <a:pt x="86" y="259"/>
                    <a:pt x="71" y="258"/>
                    <a:pt x="71" y="258"/>
                  </a:cubicBezTo>
                  <a:cubicBezTo>
                    <a:pt x="34" y="258"/>
                    <a:pt x="34" y="258"/>
                    <a:pt x="34" y="258"/>
                  </a:cubicBezTo>
                  <a:cubicBezTo>
                    <a:pt x="26" y="265"/>
                    <a:pt x="27" y="275"/>
                    <a:pt x="27" y="275"/>
                  </a:cubicBezTo>
                  <a:cubicBezTo>
                    <a:pt x="26" y="282"/>
                    <a:pt x="55" y="295"/>
                    <a:pt x="54" y="313"/>
                  </a:cubicBezTo>
                  <a:cubicBezTo>
                    <a:pt x="52" y="334"/>
                    <a:pt x="72" y="344"/>
                    <a:pt x="72" y="344"/>
                  </a:cubicBezTo>
                  <a:cubicBezTo>
                    <a:pt x="72" y="344"/>
                    <a:pt x="167" y="412"/>
                    <a:pt x="188" y="427"/>
                  </a:cubicBezTo>
                  <a:cubicBezTo>
                    <a:pt x="204" y="438"/>
                    <a:pt x="217" y="434"/>
                    <a:pt x="228" y="435"/>
                  </a:cubicBezTo>
                  <a:cubicBezTo>
                    <a:pt x="239" y="436"/>
                    <a:pt x="249" y="442"/>
                    <a:pt x="249" y="458"/>
                  </a:cubicBezTo>
                  <a:cubicBezTo>
                    <a:pt x="250" y="465"/>
                    <a:pt x="243" y="480"/>
                    <a:pt x="230" y="480"/>
                  </a:cubicBezTo>
                  <a:cubicBezTo>
                    <a:pt x="216" y="480"/>
                    <a:pt x="201" y="479"/>
                    <a:pt x="188" y="495"/>
                  </a:cubicBezTo>
                  <a:cubicBezTo>
                    <a:pt x="159" y="533"/>
                    <a:pt x="62" y="582"/>
                    <a:pt x="62" y="582"/>
                  </a:cubicBezTo>
                  <a:cubicBezTo>
                    <a:pt x="61" y="583"/>
                    <a:pt x="61" y="583"/>
                    <a:pt x="61" y="583"/>
                  </a:cubicBezTo>
                  <a:cubicBezTo>
                    <a:pt x="59" y="584"/>
                    <a:pt x="59" y="584"/>
                    <a:pt x="59" y="584"/>
                  </a:cubicBezTo>
                  <a:cubicBezTo>
                    <a:pt x="59" y="584"/>
                    <a:pt x="54" y="589"/>
                    <a:pt x="42" y="588"/>
                  </a:cubicBezTo>
                  <a:cubicBezTo>
                    <a:pt x="32" y="587"/>
                    <a:pt x="29" y="592"/>
                    <a:pt x="29" y="599"/>
                  </a:cubicBezTo>
                  <a:cubicBezTo>
                    <a:pt x="29" y="606"/>
                    <a:pt x="30" y="613"/>
                    <a:pt x="41" y="614"/>
                  </a:cubicBezTo>
                  <a:cubicBezTo>
                    <a:pt x="55" y="614"/>
                    <a:pt x="60" y="622"/>
                    <a:pt x="60" y="622"/>
                  </a:cubicBezTo>
                  <a:cubicBezTo>
                    <a:pt x="60" y="622"/>
                    <a:pt x="184" y="792"/>
                    <a:pt x="205" y="797"/>
                  </a:cubicBezTo>
                  <a:cubicBezTo>
                    <a:pt x="222" y="801"/>
                    <a:pt x="234" y="800"/>
                    <a:pt x="246" y="800"/>
                  </a:cubicBezTo>
                  <a:cubicBezTo>
                    <a:pt x="257" y="800"/>
                    <a:pt x="267" y="802"/>
                    <a:pt x="267" y="808"/>
                  </a:cubicBezTo>
                  <a:cubicBezTo>
                    <a:pt x="267" y="810"/>
                    <a:pt x="261" y="815"/>
                    <a:pt x="247" y="815"/>
                  </a:cubicBezTo>
                  <a:cubicBezTo>
                    <a:pt x="234" y="815"/>
                    <a:pt x="218" y="815"/>
                    <a:pt x="206" y="820"/>
                  </a:cubicBezTo>
                  <a:cubicBezTo>
                    <a:pt x="176" y="833"/>
                    <a:pt x="23" y="861"/>
                    <a:pt x="23" y="861"/>
                  </a:cubicBezTo>
                  <a:cubicBezTo>
                    <a:pt x="0" y="860"/>
                    <a:pt x="0" y="860"/>
                    <a:pt x="0" y="860"/>
                  </a:cubicBezTo>
                  <a:cubicBezTo>
                    <a:pt x="0" y="860"/>
                    <a:pt x="166" y="829"/>
                    <a:pt x="195" y="817"/>
                  </a:cubicBezTo>
                  <a:cubicBezTo>
                    <a:pt x="208" y="811"/>
                    <a:pt x="219" y="811"/>
                    <a:pt x="233" y="811"/>
                  </a:cubicBezTo>
                  <a:cubicBezTo>
                    <a:pt x="246" y="811"/>
                    <a:pt x="250" y="810"/>
                    <a:pt x="250" y="808"/>
                  </a:cubicBezTo>
                  <a:cubicBezTo>
                    <a:pt x="250" y="804"/>
                    <a:pt x="245" y="804"/>
                    <a:pt x="234" y="804"/>
                  </a:cubicBezTo>
                  <a:cubicBezTo>
                    <a:pt x="222" y="804"/>
                    <a:pt x="209" y="805"/>
                    <a:pt x="190" y="800"/>
                  </a:cubicBezTo>
                  <a:cubicBezTo>
                    <a:pt x="170" y="794"/>
                    <a:pt x="47" y="636"/>
                    <a:pt x="47" y="636"/>
                  </a:cubicBezTo>
                  <a:cubicBezTo>
                    <a:pt x="47" y="636"/>
                    <a:pt x="44" y="631"/>
                    <a:pt x="36" y="629"/>
                  </a:cubicBezTo>
                  <a:cubicBezTo>
                    <a:pt x="12" y="623"/>
                    <a:pt x="13" y="609"/>
                    <a:pt x="13" y="609"/>
                  </a:cubicBezTo>
                  <a:cubicBezTo>
                    <a:pt x="13" y="590"/>
                    <a:pt x="13" y="590"/>
                    <a:pt x="13" y="590"/>
                  </a:cubicBezTo>
                  <a:cubicBezTo>
                    <a:pt x="13" y="575"/>
                    <a:pt x="31" y="571"/>
                    <a:pt x="39" y="571"/>
                  </a:cubicBezTo>
                  <a:cubicBezTo>
                    <a:pt x="48" y="571"/>
                    <a:pt x="52" y="567"/>
                    <a:pt x="52" y="567"/>
                  </a:cubicBezTo>
                  <a:cubicBezTo>
                    <a:pt x="53" y="567"/>
                    <a:pt x="53" y="567"/>
                    <a:pt x="53" y="567"/>
                  </a:cubicBezTo>
                  <a:cubicBezTo>
                    <a:pt x="53" y="567"/>
                    <a:pt x="148" y="523"/>
                    <a:pt x="178" y="485"/>
                  </a:cubicBezTo>
                  <a:cubicBezTo>
                    <a:pt x="190" y="470"/>
                    <a:pt x="202" y="469"/>
                    <a:pt x="215" y="469"/>
                  </a:cubicBezTo>
                  <a:cubicBezTo>
                    <a:pt x="229" y="469"/>
                    <a:pt x="233" y="465"/>
                    <a:pt x="233" y="458"/>
                  </a:cubicBezTo>
                  <a:cubicBezTo>
                    <a:pt x="233" y="447"/>
                    <a:pt x="227" y="449"/>
                    <a:pt x="216" y="447"/>
                  </a:cubicBezTo>
                  <a:cubicBezTo>
                    <a:pt x="205" y="446"/>
                    <a:pt x="192" y="451"/>
                    <a:pt x="172" y="435"/>
                  </a:cubicBezTo>
                  <a:cubicBezTo>
                    <a:pt x="153" y="418"/>
                    <a:pt x="52" y="348"/>
                    <a:pt x="52" y="348"/>
                  </a:cubicBezTo>
                  <a:cubicBezTo>
                    <a:pt x="52" y="348"/>
                    <a:pt x="40" y="337"/>
                    <a:pt x="39" y="315"/>
                  </a:cubicBezTo>
                  <a:cubicBezTo>
                    <a:pt x="38" y="293"/>
                    <a:pt x="10" y="293"/>
                    <a:pt x="10" y="275"/>
                  </a:cubicBezTo>
                  <a:cubicBezTo>
                    <a:pt x="10" y="275"/>
                    <a:pt x="9" y="265"/>
                    <a:pt x="18" y="258"/>
                  </a:cubicBezTo>
                  <a:cubicBezTo>
                    <a:pt x="22" y="255"/>
                    <a:pt x="23" y="244"/>
                    <a:pt x="17" y="239"/>
                  </a:cubicBezTo>
                  <a:cubicBezTo>
                    <a:pt x="9" y="233"/>
                    <a:pt x="10" y="222"/>
                    <a:pt x="10" y="222"/>
                  </a:cubicBezTo>
                  <a:cubicBezTo>
                    <a:pt x="10" y="205"/>
                    <a:pt x="152" y="74"/>
                    <a:pt x="171" y="67"/>
                  </a:cubicBezTo>
                  <a:cubicBezTo>
                    <a:pt x="191" y="59"/>
                    <a:pt x="204" y="62"/>
                    <a:pt x="215" y="61"/>
                  </a:cubicBezTo>
                  <a:cubicBezTo>
                    <a:pt x="226" y="60"/>
                    <a:pt x="232" y="61"/>
                    <a:pt x="232" y="56"/>
                  </a:cubicBezTo>
                  <a:cubicBezTo>
                    <a:pt x="232" y="53"/>
                    <a:pt x="228" y="51"/>
                    <a:pt x="214" y="51"/>
                  </a:cubicBezTo>
                  <a:cubicBezTo>
                    <a:pt x="201" y="51"/>
                    <a:pt x="189" y="51"/>
                    <a:pt x="177" y="44"/>
                  </a:cubicBezTo>
                  <a:cubicBezTo>
                    <a:pt x="147" y="26"/>
                    <a:pt x="58" y="8"/>
                    <a:pt x="58" y="8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3"/>
                    <a:pt x="156" y="23"/>
                    <a:pt x="195" y="44"/>
                  </a:cubicBezTo>
                  <a:cubicBezTo>
                    <a:pt x="200" y="46"/>
                    <a:pt x="215" y="45"/>
                    <a:pt x="229" y="45"/>
                  </a:cubicBezTo>
                  <a:cubicBezTo>
                    <a:pt x="242" y="45"/>
                    <a:pt x="248" y="53"/>
                    <a:pt x="248" y="56"/>
                  </a:cubicBezTo>
                  <a:cubicBezTo>
                    <a:pt x="248" y="61"/>
                    <a:pt x="243" y="67"/>
                    <a:pt x="232" y="67"/>
                  </a:cubicBezTo>
                  <a:cubicBezTo>
                    <a:pt x="194" y="66"/>
                    <a:pt x="188" y="70"/>
                    <a:pt x="188" y="70"/>
                  </a:cubicBezTo>
                  <a:cubicBezTo>
                    <a:pt x="166" y="76"/>
                    <a:pt x="26" y="212"/>
                    <a:pt x="27" y="222"/>
                  </a:cubicBezTo>
                  <a:cubicBezTo>
                    <a:pt x="27" y="222"/>
                    <a:pt x="26" y="233"/>
                    <a:pt x="34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71" y="238"/>
                    <a:pt x="70" y="231"/>
                  </a:cubicBezTo>
                  <a:cubicBezTo>
                    <a:pt x="70" y="213"/>
                    <a:pt x="70" y="213"/>
                    <a:pt x="70" y="213"/>
                  </a:cubicBezTo>
                  <a:cubicBezTo>
                    <a:pt x="70" y="213"/>
                    <a:pt x="75" y="202"/>
                    <a:pt x="91" y="202"/>
                  </a:cubicBezTo>
                  <a:cubicBezTo>
                    <a:pt x="107" y="202"/>
                    <a:pt x="111" y="213"/>
                    <a:pt x="111" y="213"/>
                  </a:cubicBezTo>
                  <a:cubicBezTo>
                    <a:pt x="111" y="273"/>
                    <a:pt x="111" y="273"/>
                    <a:pt x="111" y="273"/>
                  </a:cubicBezTo>
                  <a:cubicBezTo>
                    <a:pt x="111" y="273"/>
                    <a:pt x="111" y="280"/>
                    <a:pt x="118" y="280"/>
                  </a:cubicBezTo>
                  <a:cubicBezTo>
                    <a:pt x="124" y="280"/>
                    <a:pt x="126" y="272"/>
                    <a:pt x="126" y="272"/>
                  </a:cubicBezTo>
                  <a:cubicBezTo>
                    <a:pt x="126" y="215"/>
                    <a:pt x="126" y="215"/>
                    <a:pt x="126" y="215"/>
                  </a:cubicBezTo>
                  <a:cubicBezTo>
                    <a:pt x="126" y="215"/>
                    <a:pt x="131" y="192"/>
                    <a:pt x="149" y="192"/>
                  </a:cubicBezTo>
                  <a:cubicBezTo>
                    <a:pt x="167" y="192"/>
                    <a:pt x="169" y="212"/>
                    <a:pt x="169" y="212"/>
                  </a:cubicBezTo>
                  <a:cubicBezTo>
                    <a:pt x="169" y="272"/>
                    <a:pt x="169" y="272"/>
                    <a:pt x="169" y="272"/>
                  </a:cubicBezTo>
                  <a:cubicBezTo>
                    <a:pt x="169" y="272"/>
                    <a:pt x="169" y="279"/>
                    <a:pt x="176" y="279"/>
                  </a:cubicBezTo>
                  <a:cubicBezTo>
                    <a:pt x="183" y="279"/>
                    <a:pt x="182" y="272"/>
                    <a:pt x="182" y="272"/>
                  </a:cubicBezTo>
                  <a:cubicBezTo>
                    <a:pt x="182" y="272"/>
                    <a:pt x="182" y="237"/>
                    <a:pt x="182" y="221"/>
                  </a:cubicBezTo>
                  <a:cubicBezTo>
                    <a:pt x="183" y="206"/>
                    <a:pt x="195" y="205"/>
                    <a:pt x="202" y="204"/>
                  </a:cubicBezTo>
                  <a:cubicBezTo>
                    <a:pt x="209" y="204"/>
                    <a:pt x="219" y="206"/>
                    <a:pt x="223" y="213"/>
                  </a:cubicBezTo>
                  <a:cubicBezTo>
                    <a:pt x="225" y="217"/>
                    <a:pt x="225" y="235"/>
                    <a:pt x="225" y="235"/>
                  </a:cubicBezTo>
                  <a:cubicBezTo>
                    <a:pt x="275" y="235"/>
                    <a:pt x="275" y="235"/>
                    <a:pt x="275" y="235"/>
                  </a:cubicBezTo>
                  <a:cubicBezTo>
                    <a:pt x="275" y="220"/>
                    <a:pt x="294" y="215"/>
                    <a:pt x="302" y="215"/>
                  </a:cubicBezTo>
                  <a:cubicBezTo>
                    <a:pt x="310" y="215"/>
                    <a:pt x="313" y="211"/>
                    <a:pt x="313" y="211"/>
                  </a:cubicBezTo>
                  <a:cubicBezTo>
                    <a:pt x="313" y="211"/>
                    <a:pt x="432" y="74"/>
                    <a:pt x="451" y="67"/>
                  </a:cubicBezTo>
                  <a:cubicBezTo>
                    <a:pt x="471" y="59"/>
                    <a:pt x="484" y="62"/>
                    <a:pt x="495" y="61"/>
                  </a:cubicBezTo>
                  <a:cubicBezTo>
                    <a:pt x="507" y="60"/>
                    <a:pt x="512" y="61"/>
                    <a:pt x="512" y="56"/>
                  </a:cubicBezTo>
                  <a:cubicBezTo>
                    <a:pt x="512" y="53"/>
                    <a:pt x="508" y="51"/>
                    <a:pt x="494" y="51"/>
                  </a:cubicBezTo>
                  <a:cubicBezTo>
                    <a:pt x="481" y="51"/>
                    <a:pt x="469" y="51"/>
                    <a:pt x="457" y="44"/>
                  </a:cubicBezTo>
                  <a:cubicBezTo>
                    <a:pt x="428" y="26"/>
                    <a:pt x="338" y="8"/>
                    <a:pt x="338" y="8"/>
                  </a:cubicBezTo>
                  <a:cubicBezTo>
                    <a:pt x="337" y="0"/>
                    <a:pt x="337" y="0"/>
                    <a:pt x="337" y="0"/>
                  </a:cubicBezTo>
                  <a:cubicBezTo>
                    <a:pt x="337" y="0"/>
                    <a:pt x="436" y="23"/>
                    <a:pt x="475" y="44"/>
                  </a:cubicBezTo>
                  <a:cubicBezTo>
                    <a:pt x="480" y="46"/>
                    <a:pt x="496" y="45"/>
                    <a:pt x="509" y="45"/>
                  </a:cubicBezTo>
                  <a:cubicBezTo>
                    <a:pt x="523" y="45"/>
                    <a:pt x="529" y="53"/>
                    <a:pt x="529" y="56"/>
                  </a:cubicBezTo>
                  <a:cubicBezTo>
                    <a:pt x="529" y="61"/>
                    <a:pt x="523" y="66"/>
                    <a:pt x="512" y="67"/>
                  </a:cubicBezTo>
                  <a:cubicBezTo>
                    <a:pt x="501" y="67"/>
                    <a:pt x="482" y="65"/>
                    <a:pt x="468" y="70"/>
                  </a:cubicBezTo>
                  <a:cubicBezTo>
                    <a:pt x="446" y="76"/>
                    <a:pt x="322" y="229"/>
                    <a:pt x="322" y="229"/>
                  </a:cubicBezTo>
                  <a:cubicBezTo>
                    <a:pt x="322" y="229"/>
                    <a:pt x="317" y="234"/>
                    <a:pt x="304" y="232"/>
                  </a:cubicBezTo>
                  <a:cubicBezTo>
                    <a:pt x="295" y="232"/>
                    <a:pt x="292" y="236"/>
                    <a:pt x="292" y="243"/>
                  </a:cubicBezTo>
                  <a:cubicBezTo>
                    <a:pt x="292" y="250"/>
                    <a:pt x="293" y="258"/>
                    <a:pt x="304" y="258"/>
                  </a:cubicBezTo>
                  <a:cubicBezTo>
                    <a:pt x="318" y="259"/>
                    <a:pt x="323" y="266"/>
                    <a:pt x="323" y="266"/>
                  </a:cubicBezTo>
                  <a:cubicBezTo>
                    <a:pt x="323" y="266"/>
                    <a:pt x="447" y="412"/>
                    <a:pt x="468" y="427"/>
                  </a:cubicBezTo>
                  <a:cubicBezTo>
                    <a:pt x="484" y="438"/>
                    <a:pt x="497" y="434"/>
                    <a:pt x="508" y="435"/>
                  </a:cubicBezTo>
                  <a:cubicBezTo>
                    <a:pt x="520" y="436"/>
                    <a:pt x="529" y="442"/>
                    <a:pt x="530" y="458"/>
                  </a:cubicBezTo>
                  <a:cubicBezTo>
                    <a:pt x="530" y="465"/>
                    <a:pt x="523" y="480"/>
                    <a:pt x="510" y="480"/>
                  </a:cubicBezTo>
                  <a:cubicBezTo>
                    <a:pt x="496" y="480"/>
                    <a:pt x="481" y="479"/>
                    <a:pt x="469" y="495"/>
                  </a:cubicBezTo>
                  <a:cubicBezTo>
                    <a:pt x="439" y="533"/>
                    <a:pt x="340" y="579"/>
                    <a:pt x="340" y="579"/>
                  </a:cubicBezTo>
                  <a:cubicBezTo>
                    <a:pt x="339" y="579"/>
                    <a:pt x="339" y="579"/>
                    <a:pt x="339" y="579"/>
                  </a:cubicBezTo>
                  <a:cubicBezTo>
                    <a:pt x="332" y="582"/>
                    <a:pt x="330" y="594"/>
                    <a:pt x="330" y="594"/>
                  </a:cubicBezTo>
                  <a:cubicBezTo>
                    <a:pt x="325" y="614"/>
                    <a:pt x="302" y="622"/>
                    <a:pt x="303" y="632"/>
                  </a:cubicBezTo>
                  <a:cubicBezTo>
                    <a:pt x="303" y="632"/>
                    <a:pt x="302" y="643"/>
                    <a:pt x="310" y="649"/>
                  </a:cubicBezTo>
                  <a:cubicBezTo>
                    <a:pt x="343" y="649"/>
                    <a:pt x="343" y="649"/>
                    <a:pt x="343" y="649"/>
                  </a:cubicBezTo>
                  <a:cubicBezTo>
                    <a:pt x="343" y="649"/>
                    <a:pt x="346" y="648"/>
                    <a:pt x="346" y="641"/>
                  </a:cubicBezTo>
                  <a:cubicBezTo>
                    <a:pt x="346" y="623"/>
                    <a:pt x="346" y="623"/>
                    <a:pt x="346" y="623"/>
                  </a:cubicBezTo>
                  <a:cubicBezTo>
                    <a:pt x="346" y="623"/>
                    <a:pt x="350" y="612"/>
                    <a:pt x="366" y="612"/>
                  </a:cubicBezTo>
                  <a:cubicBezTo>
                    <a:pt x="382" y="612"/>
                    <a:pt x="387" y="623"/>
                    <a:pt x="387" y="623"/>
                  </a:cubicBezTo>
                  <a:cubicBezTo>
                    <a:pt x="387" y="683"/>
                    <a:pt x="387" y="683"/>
                    <a:pt x="387" y="683"/>
                  </a:cubicBezTo>
                  <a:cubicBezTo>
                    <a:pt x="387" y="683"/>
                    <a:pt x="387" y="690"/>
                    <a:pt x="394" y="690"/>
                  </a:cubicBezTo>
                  <a:cubicBezTo>
                    <a:pt x="400" y="690"/>
                    <a:pt x="402" y="682"/>
                    <a:pt x="402" y="682"/>
                  </a:cubicBezTo>
                  <a:cubicBezTo>
                    <a:pt x="402" y="625"/>
                    <a:pt x="402" y="625"/>
                    <a:pt x="402" y="625"/>
                  </a:cubicBezTo>
                  <a:cubicBezTo>
                    <a:pt x="402" y="625"/>
                    <a:pt x="406" y="602"/>
                    <a:pt x="424" y="602"/>
                  </a:cubicBezTo>
                  <a:cubicBezTo>
                    <a:pt x="442" y="602"/>
                    <a:pt x="445" y="622"/>
                    <a:pt x="445" y="622"/>
                  </a:cubicBezTo>
                  <a:cubicBezTo>
                    <a:pt x="445" y="682"/>
                    <a:pt x="445" y="682"/>
                    <a:pt x="445" y="682"/>
                  </a:cubicBezTo>
                  <a:cubicBezTo>
                    <a:pt x="445" y="682"/>
                    <a:pt x="445" y="689"/>
                    <a:pt x="452" y="689"/>
                  </a:cubicBezTo>
                  <a:cubicBezTo>
                    <a:pt x="458" y="689"/>
                    <a:pt x="458" y="682"/>
                    <a:pt x="458" y="682"/>
                  </a:cubicBezTo>
                  <a:cubicBezTo>
                    <a:pt x="458" y="682"/>
                    <a:pt x="457" y="647"/>
                    <a:pt x="458" y="631"/>
                  </a:cubicBezTo>
                  <a:cubicBezTo>
                    <a:pt x="458" y="616"/>
                    <a:pt x="471" y="615"/>
                    <a:pt x="478" y="614"/>
                  </a:cubicBezTo>
                  <a:cubicBezTo>
                    <a:pt x="485" y="614"/>
                    <a:pt x="495" y="616"/>
                    <a:pt x="499" y="623"/>
                  </a:cubicBezTo>
                  <a:cubicBezTo>
                    <a:pt x="501" y="627"/>
                    <a:pt x="501" y="645"/>
                    <a:pt x="501" y="645"/>
                  </a:cubicBezTo>
                  <a:cubicBezTo>
                    <a:pt x="551" y="645"/>
                    <a:pt x="551" y="645"/>
                    <a:pt x="551" y="645"/>
                  </a:cubicBezTo>
                  <a:cubicBezTo>
                    <a:pt x="551" y="630"/>
                    <a:pt x="570" y="626"/>
                    <a:pt x="578" y="626"/>
                  </a:cubicBezTo>
                  <a:cubicBezTo>
                    <a:pt x="586" y="626"/>
                    <a:pt x="589" y="621"/>
                    <a:pt x="589" y="621"/>
                  </a:cubicBezTo>
                  <a:cubicBezTo>
                    <a:pt x="590" y="620"/>
                    <a:pt x="590" y="620"/>
                    <a:pt x="590" y="620"/>
                  </a:cubicBezTo>
                  <a:cubicBezTo>
                    <a:pt x="590" y="620"/>
                    <a:pt x="683" y="523"/>
                    <a:pt x="712" y="485"/>
                  </a:cubicBezTo>
                  <a:cubicBezTo>
                    <a:pt x="725" y="470"/>
                    <a:pt x="736" y="469"/>
                    <a:pt x="750" y="469"/>
                  </a:cubicBezTo>
                  <a:cubicBezTo>
                    <a:pt x="763" y="469"/>
                    <a:pt x="767" y="465"/>
                    <a:pt x="767" y="458"/>
                  </a:cubicBezTo>
                  <a:cubicBezTo>
                    <a:pt x="767" y="447"/>
                    <a:pt x="762" y="449"/>
                    <a:pt x="751" y="447"/>
                  </a:cubicBezTo>
                  <a:cubicBezTo>
                    <a:pt x="739" y="446"/>
                    <a:pt x="726" y="451"/>
                    <a:pt x="707" y="435"/>
                  </a:cubicBezTo>
                  <a:cubicBezTo>
                    <a:pt x="687" y="418"/>
                    <a:pt x="587" y="348"/>
                    <a:pt x="587" y="348"/>
                  </a:cubicBezTo>
                  <a:cubicBezTo>
                    <a:pt x="587" y="348"/>
                    <a:pt x="574" y="337"/>
                    <a:pt x="573" y="315"/>
                  </a:cubicBezTo>
                  <a:cubicBezTo>
                    <a:pt x="572" y="293"/>
                    <a:pt x="544" y="293"/>
                    <a:pt x="545" y="275"/>
                  </a:cubicBezTo>
                  <a:cubicBezTo>
                    <a:pt x="545" y="275"/>
                    <a:pt x="544" y="265"/>
                    <a:pt x="552" y="258"/>
                  </a:cubicBezTo>
                  <a:cubicBezTo>
                    <a:pt x="557" y="255"/>
                    <a:pt x="558" y="244"/>
                    <a:pt x="552" y="239"/>
                  </a:cubicBezTo>
                  <a:cubicBezTo>
                    <a:pt x="544" y="233"/>
                    <a:pt x="545" y="222"/>
                    <a:pt x="545" y="222"/>
                  </a:cubicBezTo>
                  <a:cubicBezTo>
                    <a:pt x="544" y="205"/>
                    <a:pt x="686" y="74"/>
                    <a:pt x="706" y="67"/>
                  </a:cubicBezTo>
                  <a:cubicBezTo>
                    <a:pt x="725" y="59"/>
                    <a:pt x="738" y="62"/>
                    <a:pt x="750" y="61"/>
                  </a:cubicBezTo>
                  <a:cubicBezTo>
                    <a:pt x="761" y="60"/>
                    <a:pt x="766" y="61"/>
                    <a:pt x="766" y="56"/>
                  </a:cubicBezTo>
                  <a:cubicBezTo>
                    <a:pt x="766" y="53"/>
                    <a:pt x="762" y="51"/>
                    <a:pt x="749" y="51"/>
                  </a:cubicBezTo>
                  <a:cubicBezTo>
                    <a:pt x="735" y="51"/>
                    <a:pt x="724" y="51"/>
                    <a:pt x="711" y="44"/>
                  </a:cubicBezTo>
                  <a:cubicBezTo>
                    <a:pt x="682" y="26"/>
                    <a:pt x="592" y="8"/>
                    <a:pt x="592" y="8"/>
                  </a:cubicBezTo>
                  <a:cubicBezTo>
                    <a:pt x="603" y="3"/>
                    <a:pt x="603" y="3"/>
                    <a:pt x="603" y="3"/>
                  </a:cubicBezTo>
                  <a:cubicBezTo>
                    <a:pt x="603" y="3"/>
                    <a:pt x="691" y="23"/>
                    <a:pt x="729" y="44"/>
                  </a:cubicBezTo>
                  <a:cubicBezTo>
                    <a:pt x="735" y="46"/>
                    <a:pt x="750" y="45"/>
                    <a:pt x="763" y="45"/>
                  </a:cubicBezTo>
                  <a:cubicBezTo>
                    <a:pt x="777" y="45"/>
                    <a:pt x="783" y="53"/>
                    <a:pt x="783" y="56"/>
                  </a:cubicBezTo>
                  <a:cubicBezTo>
                    <a:pt x="783" y="61"/>
                    <a:pt x="777" y="66"/>
                    <a:pt x="766" y="67"/>
                  </a:cubicBezTo>
                  <a:cubicBezTo>
                    <a:pt x="755" y="67"/>
                    <a:pt x="737" y="65"/>
                    <a:pt x="722" y="70"/>
                  </a:cubicBezTo>
                  <a:cubicBezTo>
                    <a:pt x="700" y="76"/>
                    <a:pt x="561" y="212"/>
                    <a:pt x="561" y="222"/>
                  </a:cubicBezTo>
                  <a:cubicBezTo>
                    <a:pt x="561" y="222"/>
                    <a:pt x="560" y="233"/>
                    <a:pt x="569" y="239"/>
                  </a:cubicBezTo>
                  <a:cubicBezTo>
                    <a:pt x="602" y="239"/>
                    <a:pt x="602" y="239"/>
                    <a:pt x="602" y="239"/>
                  </a:cubicBezTo>
                  <a:cubicBezTo>
                    <a:pt x="602" y="239"/>
                    <a:pt x="605" y="238"/>
                    <a:pt x="605" y="231"/>
                  </a:cubicBezTo>
                  <a:cubicBezTo>
                    <a:pt x="605" y="213"/>
                    <a:pt x="605" y="213"/>
                    <a:pt x="605" y="213"/>
                  </a:cubicBezTo>
                  <a:cubicBezTo>
                    <a:pt x="605" y="213"/>
                    <a:pt x="609" y="202"/>
                    <a:pt x="625" y="202"/>
                  </a:cubicBezTo>
                  <a:cubicBezTo>
                    <a:pt x="641" y="202"/>
                    <a:pt x="645" y="213"/>
                    <a:pt x="645" y="213"/>
                  </a:cubicBezTo>
                  <a:cubicBezTo>
                    <a:pt x="645" y="273"/>
                    <a:pt x="645" y="273"/>
                    <a:pt x="645" y="273"/>
                  </a:cubicBezTo>
                  <a:cubicBezTo>
                    <a:pt x="645" y="273"/>
                    <a:pt x="646" y="280"/>
                    <a:pt x="652" y="280"/>
                  </a:cubicBezTo>
                  <a:cubicBezTo>
                    <a:pt x="659" y="280"/>
                    <a:pt x="660" y="272"/>
                    <a:pt x="660" y="272"/>
                  </a:cubicBezTo>
                  <a:cubicBezTo>
                    <a:pt x="660" y="215"/>
                    <a:pt x="660" y="215"/>
                    <a:pt x="660" y="215"/>
                  </a:cubicBezTo>
                  <a:cubicBezTo>
                    <a:pt x="660" y="215"/>
                    <a:pt x="665" y="192"/>
                    <a:pt x="683" y="192"/>
                  </a:cubicBezTo>
                  <a:cubicBezTo>
                    <a:pt x="701" y="192"/>
                    <a:pt x="704" y="212"/>
                    <a:pt x="704" y="212"/>
                  </a:cubicBezTo>
                  <a:cubicBezTo>
                    <a:pt x="703" y="272"/>
                    <a:pt x="703" y="272"/>
                    <a:pt x="703" y="272"/>
                  </a:cubicBezTo>
                  <a:cubicBezTo>
                    <a:pt x="703" y="272"/>
                    <a:pt x="704" y="279"/>
                    <a:pt x="710" y="279"/>
                  </a:cubicBezTo>
                  <a:cubicBezTo>
                    <a:pt x="717" y="279"/>
                    <a:pt x="717" y="272"/>
                    <a:pt x="717" y="272"/>
                  </a:cubicBezTo>
                  <a:cubicBezTo>
                    <a:pt x="717" y="272"/>
                    <a:pt x="716" y="237"/>
                    <a:pt x="717" y="221"/>
                  </a:cubicBezTo>
                  <a:cubicBezTo>
                    <a:pt x="717" y="206"/>
                    <a:pt x="729" y="205"/>
                    <a:pt x="736" y="204"/>
                  </a:cubicBezTo>
                  <a:cubicBezTo>
                    <a:pt x="744" y="204"/>
                    <a:pt x="754" y="206"/>
                    <a:pt x="757" y="213"/>
                  </a:cubicBezTo>
                  <a:cubicBezTo>
                    <a:pt x="760" y="217"/>
                    <a:pt x="759" y="235"/>
                    <a:pt x="759" y="235"/>
                  </a:cubicBezTo>
                  <a:cubicBezTo>
                    <a:pt x="810" y="235"/>
                    <a:pt x="810" y="235"/>
                    <a:pt x="810" y="235"/>
                  </a:cubicBezTo>
                  <a:cubicBezTo>
                    <a:pt x="810" y="220"/>
                    <a:pt x="828" y="215"/>
                    <a:pt x="837" y="215"/>
                  </a:cubicBezTo>
                  <a:cubicBezTo>
                    <a:pt x="845" y="215"/>
                    <a:pt x="848" y="211"/>
                    <a:pt x="848" y="211"/>
                  </a:cubicBezTo>
                  <a:cubicBezTo>
                    <a:pt x="848" y="211"/>
                    <a:pt x="966" y="74"/>
                    <a:pt x="986" y="67"/>
                  </a:cubicBezTo>
                  <a:cubicBezTo>
                    <a:pt x="1006" y="59"/>
                    <a:pt x="1019" y="62"/>
                    <a:pt x="1030" y="61"/>
                  </a:cubicBezTo>
                  <a:cubicBezTo>
                    <a:pt x="1041" y="60"/>
                    <a:pt x="1047" y="61"/>
                    <a:pt x="1047" y="56"/>
                  </a:cubicBezTo>
                  <a:cubicBezTo>
                    <a:pt x="1047" y="53"/>
                    <a:pt x="1043" y="51"/>
                    <a:pt x="1029" y="51"/>
                  </a:cubicBezTo>
                  <a:cubicBezTo>
                    <a:pt x="1015" y="51"/>
                    <a:pt x="1004" y="51"/>
                    <a:pt x="992" y="44"/>
                  </a:cubicBezTo>
                  <a:cubicBezTo>
                    <a:pt x="962" y="26"/>
                    <a:pt x="873" y="8"/>
                    <a:pt x="873" y="8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971" y="23"/>
                    <a:pt x="1010" y="44"/>
                  </a:cubicBezTo>
                  <a:cubicBezTo>
                    <a:pt x="1015" y="46"/>
                    <a:pt x="1030" y="45"/>
                    <a:pt x="1044" y="45"/>
                  </a:cubicBezTo>
                  <a:cubicBezTo>
                    <a:pt x="1057" y="45"/>
                    <a:pt x="1063" y="53"/>
                    <a:pt x="1063" y="56"/>
                  </a:cubicBezTo>
                  <a:cubicBezTo>
                    <a:pt x="1063" y="61"/>
                    <a:pt x="1058" y="66"/>
                    <a:pt x="1046" y="67"/>
                  </a:cubicBezTo>
                  <a:cubicBezTo>
                    <a:pt x="1035" y="67"/>
                    <a:pt x="1017" y="65"/>
                    <a:pt x="1002" y="70"/>
                  </a:cubicBezTo>
                  <a:cubicBezTo>
                    <a:pt x="980" y="76"/>
                    <a:pt x="857" y="229"/>
                    <a:pt x="857" y="229"/>
                  </a:cubicBezTo>
                  <a:cubicBezTo>
                    <a:pt x="857" y="229"/>
                    <a:pt x="851" y="234"/>
                    <a:pt x="839" y="232"/>
                  </a:cubicBezTo>
                  <a:cubicBezTo>
                    <a:pt x="829" y="232"/>
                    <a:pt x="826" y="236"/>
                    <a:pt x="826" y="243"/>
                  </a:cubicBezTo>
                  <a:cubicBezTo>
                    <a:pt x="826" y="250"/>
                    <a:pt x="827" y="258"/>
                    <a:pt x="838" y="258"/>
                  </a:cubicBezTo>
                  <a:cubicBezTo>
                    <a:pt x="852" y="259"/>
                    <a:pt x="857" y="266"/>
                    <a:pt x="857" y="266"/>
                  </a:cubicBezTo>
                  <a:cubicBezTo>
                    <a:pt x="857" y="266"/>
                    <a:pt x="982" y="412"/>
                    <a:pt x="1003" y="427"/>
                  </a:cubicBezTo>
                  <a:cubicBezTo>
                    <a:pt x="1019" y="438"/>
                    <a:pt x="1032" y="434"/>
                    <a:pt x="1043" y="435"/>
                  </a:cubicBezTo>
                  <a:cubicBezTo>
                    <a:pt x="1054" y="436"/>
                    <a:pt x="1064" y="442"/>
                    <a:pt x="1064" y="458"/>
                  </a:cubicBezTo>
                  <a:cubicBezTo>
                    <a:pt x="1064" y="465"/>
                    <a:pt x="1058" y="480"/>
                    <a:pt x="1044" y="480"/>
                  </a:cubicBezTo>
                  <a:cubicBezTo>
                    <a:pt x="1031" y="480"/>
                    <a:pt x="1016" y="479"/>
                    <a:pt x="1003" y="495"/>
                  </a:cubicBezTo>
                  <a:cubicBezTo>
                    <a:pt x="974" y="533"/>
                    <a:pt x="875" y="578"/>
                    <a:pt x="875" y="578"/>
                  </a:cubicBezTo>
                  <a:cubicBezTo>
                    <a:pt x="874" y="579"/>
                    <a:pt x="874" y="579"/>
                    <a:pt x="874" y="579"/>
                  </a:cubicBezTo>
                  <a:cubicBezTo>
                    <a:pt x="873" y="579"/>
                    <a:pt x="873" y="579"/>
                    <a:pt x="873" y="579"/>
                  </a:cubicBezTo>
                  <a:cubicBezTo>
                    <a:pt x="865" y="582"/>
                    <a:pt x="863" y="594"/>
                    <a:pt x="863" y="594"/>
                  </a:cubicBezTo>
                  <a:cubicBezTo>
                    <a:pt x="858" y="614"/>
                    <a:pt x="835" y="622"/>
                    <a:pt x="836" y="632"/>
                  </a:cubicBezTo>
                  <a:cubicBezTo>
                    <a:pt x="836" y="632"/>
                    <a:pt x="835" y="643"/>
                    <a:pt x="843" y="649"/>
                  </a:cubicBezTo>
                  <a:cubicBezTo>
                    <a:pt x="876" y="649"/>
                    <a:pt x="876" y="649"/>
                    <a:pt x="876" y="649"/>
                  </a:cubicBezTo>
                  <a:cubicBezTo>
                    <a:pt x="876" y="649"/>
                    <a:pt x="880" y="648"/>
                    <a:pt x="879" y="641"/>
                  </a:cubicBezTo>
                  <a:cubicBezTo>
                    <a:pt x="879" y="623"/>
                    <a:pt x="879" y="623"/>
                    <a:pt x="879" y="623"/>
                  </a:cubicBezTo>
                  <a:cubicBezTo>
                    <a:pt x="879" y="623"/>
                    <a:pt x="884" y="612"/>
                    <a:pt x="900" y="612"/>
                  </a:cubicBezTo>
                  <a:cubicBezTo>
                    <a:pt x="916" y="612"/>
                    <a:pt x="920" y="623"/>
                    <a:pt x="920" y="623"/>
                  </a:cubicBezTo>
                  <a:cubicBezTo>
                    <a:pt x="920" y="683"/>
                    <a:pt x="920" y="683"/>
                    <a:pt x="920" y="683"/>
                  </a:cubicBezTo>
                  <a:cubicBezTo>
                    <a:pt x="920" y="683"/>
                    <a:pt x="920" y="690"/>
                    <a:pt x="927" y="690"/>
                  </a:cubicBezTo>
                  <a:cubicBezTo>
                    <a:pt x="933" y="690"/>
                    <a:pt x="935" y="682"/>
                    <a:pt x="935" y="682"/>
                  </a:cubicBezTo>
                  <a:cubicBezTo>
                    <a:pt x="935" y="625"/>
                    <a:pt x="935" y="625"/>
                    <a:pt x="935" y="625"/>
                  </a:cubicBezTo>
                  <a:cubicBezTo>
                    <a:pt x="935" y="625"/>
                    <a:pt x="940" y="602"/>
                    <a:pt x="958" y="602"/>
                  </a:cubicBezTo>
                  <a:cubicBezTo>
                    <a:pt x="976" y="602"/>
                    <a:pt x="978" y="622"/>
                    <a:pt x="978" y="622"/>
                  </a:cubicBezTo>
                  <a:cubicBezTo>
                    <a:pt x="978" y="682"/>
                    <a:pt x="978" y="682"/>
                    <a:pt x="978" y="682"/>
                  </a:cubicBezTo>
                  <a:cubicBezTo>
                    <a:pt x="978" y="682"/>
                    <a:pt x="978" y="689"/>
                    <a:pt x="985" y="689"/>
                  </a:cubicBezTo>
                  <a:cubicBezTo>
                    <a:pt x="992" y="689"/>
                    <a:pt x="991" y="682"/>
                    <a:pt x="991" y="682"/>
                  </a:cubicBezTo>
                  <a:cubicBezTo>
                    <a:pt x="991" y="682"/>
                    <a:pt x="991" y="647"/>
                    <a:pt x="991" y="631"/>
                  </a:cubicBezTo>
                  <a:cubicBezTo>
                    <a:pt x="992" y="616"/>
                    <a:pt x="1004" y="615"/>
                    <a:pt x="1011" y="614"/>
                  </a:cubicBezTo>
                  <a:cubicBezTo>
                    <a:pt x="1018" y="614"/>
                    <a:pt x="1028" y="616"/>
                    <a:pt x="1032" y="623"/>
                  </a:cubicBezTo>
                  <a:cubicBezTo>
                    <a:pt x="1034" y="627"/>
                    <a:pt x="1034" y="645"/>
                    <a:pt x="1034" y="645"/>
                  </a:cubicBezTo>
                  <a:cubicBezTo>
                    <a:pt x="1084" y="645"/>
                    <a:pt x="1084" y="645"/>
                    <a:pt x="1084" y="645"/>
                  </a:cubicBezTo>
                  <a:cubicBezTo>
                    <a:pt x="1084" y="630"/>
                    <a:pt x="1103" y="626"/>
                    <a:pt x="1111" y="626"/>
                  </a:cubicBezTo>
                  <a:cubicBezTo>
                    <a:pt x="1119" y="626"/>
                    <a:pt x="1122" y="621"/>
                    <a:pt x="1122" y="621"/>
                  </a:cubicBezTo>
                  <a:cubicBezTo>
                    <a:pt x="1123" y="620"/>
                    <a:pt x="1123" y="620"/>
                    <a:pt x="1123" y="620"/>
                  </a:cubicBezTo>
                  <a:cubicBezTo>
                    <a:pt x="1125" y="618"/>
                    <a:pt x="1125" y="618"/>
                    <a:pt x="1125" y="618"/>
                  </a:cubicBezTo>
                  <a:cubicBezTo>
                    <a:pt x="1125" y="618"/>
                    <a:pt x="1221" y="523"/>
                    <a:pt x="1250" y="485"/>
                  </a:cubicBezTo>
                  <a:cubicBezTo>
                    <a:pt x="1263" y="470"/>
                    <a:pt x="1274" y="469"/>
                    <a:pt x="1288" y="469"/>
                  </a:cubicBezTo>
                  <a:cubicBezTo>
                    <a:pt x="1301" y="469"/>
                    <a:pt x="1306" y="465"/>
                    <a:pt x="1306" y="458"/>
                  </a:cubicBezTo>
                  <a:cubicBezTo>
                    <a:pt x="1306" y="447"/>
                    <a:pt x="1300" y="449"/>
                    <a:pt x="1289" y="447"/>
                  </a:cubicBezTo>
                  <a:cubicBezTo>
                    <a:pt x="1277" y="446"/>
                    <a:pt x="1264" y="451"/>
                    <a:pt x="1245" y="435"/>
                  </a:cubicBezTo>
                  <a:cubicBezTo>
                    <a:pt x="1225" y="418"/>
                    <a:pt x="1125" y="348"/>
                    <a:pt x="1125" y="348"/>
                  </a:cubicBezTo>
                  <a:cubicBezTo>
                    <a:pt x="1125" y="348"/>
                    <a:pt x="1112" y="337"/>
                    <a:pt x="1111" y="315"/>
                  </a:cubicBezTo>
                  <a:cubicBezTo>
                    <a:pt x="1110" y="293"/>
                    <a:pt x="1082" y="293"/>
                    <a:pt x="1083" y="275"/>
                  </a:cubicBezTo>
                  <a:cubicBezTo>
                    <a:pt x="1083" y="275"/>
                    <a:pt x="1082" y="265"/>
                    <a:pt x="1090" y="258"/>
                  </a:cubicBezTo>
                  <a:cubicBezTo>
                    <a:pt x="1095" y="255"/>
                    <a:pt x="1096" y="244"/>
                    <a:pt x="1090" y="239"/>
                  </a:cubicBezTo>
                  <a:cubicBezTo>
                    <a:pt x="1082" y="233"/>
                    <a:pt x="1083" y="222"/>
                    <a:pt x="1083" y="222"/>
                  </a:cubicBezTo>
                  <a:cubicBezTo>
                    <a:pt x="1082" y="205"/>
                    <a:pt x="1224" y="74"/>
                    <a:pt x="1244" y="67"/>
                  </a:cubicBezTo>
                  <a:cubicBezTo>
                    <a:pt x="1263" y="59"/>
                    <a:pt x="1276" y="62"/>
                    <a:pt x="1288" y="61"/>
                  </a:cubicBezTo>
                  <a:cubicBezTo>
                    <a:pt x="1299" y="60"/>
                    <a:pt x="1305" y="61"/>
                    <a:pt x="1305" y="56"/>
                  </a:cubicBezTo>
                  <a:cubicBezTo>
                    <a:pt x="1305" y="53"/>
                    <a:pt x="1300" y="51"/>
                    <a:pt x="1287" y="51"/>
                  </a:cubicBezTo>
                  <a:cubicBezTo>
                    <a:pt x="1273" y="51"/>
                    <a:pt x="1262" y="51"/>
                    <a:pt x="1249" y="44"/>
                  </a:cubicBezTo>
                  <a:cubicBezTo>
                    <a:pt x="1220" y="26"/>
                    <a:pt x="1130" y="8"/>
                    <a:pt x="1130" y="8"/>
                  </a:cubicBezTo>
                  <a:cubicBezTo>
                    <a:pt x="1138" y="2"/>
                    <a:pt x="1138" y="2"/>
                    <a:pt x="1138" y="2"/>
                  </a:cubicBezTo>
                  <a:cubicBezTo>
                    <a:pt x="1138" y="2"/>
                    <a:pt x="1229" y="23"/>
                    <a:pt x="1267" y="44"/>
                  </a:cubicBezTo>
                  <a:cubicBezTo>
                    <a:pt x="1273" y="46"/>
                    <a:pt x="1288" y="45"/>
                    <a:pt x="1301" y="45"/>
                  </a:cubicBezTo>
                  <a:cubicBezTo>
                    <a:pt x="1315" y="45"/>
                    <a:pt x="1321" y="53"/>
                    <a:pt x="1321" y="56"/>
                  </a:cubicBezTo>
                  <a:cubicBezTo>
                    <a:pt x="1321" y="61"/>
                    <a:pt x="1315" y="66"/>
                    <a:pt x="1304" y="67"/>
                  </a:cubicBezTo>
                  <a:cubicBezTo>
                    <a:pt x="1293" y="67"/>
                    <a:pt x="1275" y="65"/>
                    <a:pt x="1260" y="70"/>
                  </a:cubicBezTo>
                  <a:cubicBezTo>
                    <a:pt x="1238" y="76"/>
                    <a:pt x="1099" y="212"/>
                    <a:pt x="1099" y="222"/>
                  </a:cubicBezTo>
                  <a:cubicBezTo>
                    <a:pt x="1099" y="222"/>
                    <a:pt x="1098" y="233"/>
                    <a:pt x="1107" y="239"/>
                  </a:cubicBezTo>
                  <a:cubicBezTo>
                    <a:pt x="1140" y="239"/>
                    <a:pt x="1140" y="239"/>
                    <a:pt x="1140" y="239"/>
                  </a:cubicBezTo>
                  <a:cubicBezTo>
                    <a:pt x="1140" y="239"/>
                    <a:pt x="1143" y="238"/>
                    <a:pt x="1143" y="231"/>
                  </a:cubicBezTo>
                  <a:cubicBezTo>
                    <a:pt x="1143" y="213"/>
                    <a:pt x="1143" y="213"/>
                    <a:pt x="1143" y="213"/>
                  </a:cubicBezTo>
                  <a:cubicBezTo>
                    <a:pt x="1143" y="213"/>
                    <a:pt x="1147" y="202"/>
                    <a:pt x="1163" y="202"/>
                  </a:cubicBezTo>
                  <a:cubicBezTo>
                    <a:pt x="1179" y="202"/>
                    <a:pt x="1183" y="213"/>
                    <a:pt x="1183" y="213"/>
                  </a:cubicBezTo>
                  <a:cubicBezTo>
                    <a:pt x="1183" y="273"/>
                    <a:pt x="1183" y="273"/>
                    <a:pt x="1183" y="273"/>
                  </a:cubicBezTo>
                  <a:cubicBezTo>
                    <a:pt x="1183" y="273"/>
                    <a:pt x="1184" y="280"/>
                    <a:pt x="1190" y="280"/>
                  </a:cubicBezTo>
                  <a:cubicBezTo>
                    <a:pt x="1197" y="280"/>
                    <a:pt x="1198" y="272"/>
                    <a:pt x="1198" y="272"/>
                  </a:cubicBezTo>
                  <a:cubicBezTo>
                    <a:pt x="1198" y="215"/>
                    <a:pt x="1198" y="215"/>
                    <a:pt x="1198" y="215"/>
                  </a:cubicBezTo>
                  <a:cubicBezTo>
                    <a:pt x="1198" y="215"/>
                    <a:pt x="1203" y="192"/>
                    <a:pt x="1221" y="192"/>
                  </a:cubicBezTo>
                  <a:cubicBezTo>
                    <a:pt x="1239" y="192"/>
                    <a:pt x="1242" y="212"/>
                    <a:pt x="1242" y="212"/>
                  </a:cubicBezTo>
                  <a:cubicBezTo>
                    <a:pt x="1241" y="272"/>
                    <a:pt x="1241" y="272"/>
                    <a:pt x="1241" y="272"/>
                  </a:cubicBezTo>
                  <a:cubicBezTo>
                    <a:pt x="1241" y="272"/>
                    <a:pt x="1242" y="279"/>
                    <a:pt x="1248" y="279"/>
                  </a:cubicBezTo>
                  <a:cubicBezTo>
                    <a:pt x="1255" y="279"/>
                    <a:pt x="1255" y="272"/>
                    <a:pt x="1255" y="272"/>
                  </a:cubicBezTo>
                  <a:cubicBezTo>
                    <a:pt x="1255" y="272"/>
                    <a:pt x="1254" y="237"/>
                    <a:pt x="1255" y="221"/>
                  </a:cubicBezTo>
                  <a:cubicBezTo>
                    <a:pt x="1255" y="206"/>
                    <a:pt x="1267" y="205"/>
                    <a:pt x="1274" y="204"/>
                  </a:cubicBezTo>
                  <a:cubicBezTo>
                    <a:pt x="1282" y="204"/>
                    <a:pt x="1292" y="206"/>
                    <a:pt x="1295" y="213"/>
                  </a:cubicBezTo>
                  <a:cubicBezTo>
                    <a:pt x="1298" y="217"/>
                    <a:pt x="1297" y="235"/>
                    <a:pt x="1297" y="235"/>
                  </a:cubicBezTo>
                  <a:cubicBezTo>
                    <a:pt x="1348" y="235"/>
                    <a:pt x="1348" y="235"/>
                    <a:pt x="1348" y="235"/>
                  </a:cubicBezTo>
                  <a:cubicBezTo>
                    <a:pt x="1348" y="220"/>
                    <a:pt x="1366" y="215"/>
                    <a:pt x="1375" y="215"/>
                  </a:cubicBezTo>
                  <a:cubicBezTo>
                    <a:pt x="1383" y="215"/>
                    <a:pt x="1386" y="211"/>
                    <a:pt x="1386" y="211"/>
                  </a:cubicBezTo>
                  <a:cubicBezTo>
                    <a:pt x="1386" y="211"/>
                    <a:pt x="1504" y="74"/>
                    <a:pt x="1524" y="67"/>
                  </a:cubicBezTo>
                  <a:cubicBezTo>
                    <a:pt x="1544" y="59"/>
                    <a:pt x="1557" y="62"/>
                    <a:pt x="1568" y="61"/>
                  </a:cubicBezTo>
                  <a:cubicBezTo>
                    <a:pt x="1579" y="60"/>
                    <a:pt x="1585" y="61"/>
                    <a:pt x="1585" y="56"/>
                  </a:cubicBezTo>
                  <a:cubicBezTo>
                    <a:pt x="1585" y="53"/>
                    <a:pt x="1581" y="51"/>
                    <a:pt x="1567" y="51"/>
                  </a:cubicBezTo>
                  <a:cubicBezTo>
                    <a:pt x="1553" y="51"/>
                    <a:pt x="1542" y="51"/>
                    <a:pt x="1530" y="44"/>
                  </a:cubicBezTo>
                  <a:cubicBezTo>
                    <a:pt x="1500" y="26"/>
                    <a:pt x="1411" y="8"/>
                    <a:pt x="1411" y="8"/>
                  </a:cubicBezTo>
                  <a:cubicBezTo>
                    <a:pt x="1409" y="0"/>
                    <a:pt x="1409" y="0"/>
                    <a:pt x="1409" y="0"/>
                  </a:cubicBezTo>
                  <a:cubicBezTo>
                    <a:pt x="1409" y="0"/>
                    <a:pt x="1509" y="23"/>
                    <a:pt x="1548" y="44"/>
                  </a:cubicBezTo>
                  <a:cubicBezTo>
                    <a:pt x="1553" y="46"/>
                    <a:pt x="1568" y="45"/>
                    <a:pt x="1582" y="45"/>
                  </a:cubicBezTo>
                  <a:cubicBezTo>
                    <a:pt x="1595" y="45"/>
                    <a:pt x="1601" y="53"/>
                    <a:pt x="1601" y="56"/>
                  </a:cubicBezTo>
                  <a:cubicBezTo>
                    <a:pt x="1601" y="61"/>
                    <a:pt x="1596" y="66"/>
                    <a:pt x="1584" y="67"/>
                  </a:cubicBezTo>
                  <a:cubicBezTo>
                    <a:pt x="1573" y="67"/>
                    <a:pt x="1555" y="65"/>
                    <a:pt x="1540" y="70"/>
                  </a:cubicBezTo>
                  <a:cubicBezTo>
                    <a:pt x="1518" y="76"/>
                    <a:pt x="1395" y="229"/>
                    <a:pt x="1395" y="229"/>
                  </a:cubicBezTo>
                  <a:cubicBezTo>
                    <a:pt x="1395" y="229"/>
                    <a:pt x="1389" y="234"/>
                    <a:pt x="1377" y="232"/>
                  </a:cubicBezTo>
                  <a:cubicBezTo>
                    <a:pt x="1367" y="232"/>
                    <a:pt x="1364" y="236"/>
                    <a:pt x="1364" y="243"/>
                  </a:cubicBezTo>
                  <a:cubicBezTo>
                    <a:pt x="1364" y="250"/>
                    <a:pt x="1365" y="258"/>
                    <a:pt x="1376" y="258"/>
                  </a:cubicBezTo>
                  <a:cubicBezTo>
                    <a:pt x="1390" y="259"/>
                    <a:pt x="1395" y="266"/>
                    <a:pt x="1395" y="266"/>
                  </a:cubicBezTo>
                  <a:cubicBezTo>
                    <a:pt x="1395" y="266"/>
                    <a:pt x="1520" y="412"/>
                    <a:pt x="1541" y="427"/>
                  </a:cubicBezTo>
                  <a:cubicBezTo>
                    <a:pt x="1557" y="438"/>
                    <a:pt x="1570" y="434"/>
                    <a:pt x="1581" y="435"/>
                  </a:cubicBezTo>
                  <a:cubicBezTo>
                    <a:pt x="1592" y="436"/>
                    <a:pt x="1602" y="442"/>
                    <a:pt x="1602" y="458"/>
                  </a:cubicBezTo>
                  <a:cubicBezTo>
                    <a:pt x="1602" y="465"/>
                    <a:pt x="1596" y="480"/>
                    <a:pt x="1582" y="480"/>
                  </a:cubicBezTo>
                  <a:cubicBezTo>
                    <a:pt x="1569" y="480"/>
                    <a:pt x="1554" y="479"/>
                    <a:pt x="1541" y="495"/>
                  </a:cubicBezTo>
                  <a:cubicBezTo>
                    <a:pt x="1512" y="533"/>
                    <a:pt x="1413" y="579"/>
                    <a:pt x="1413" y="579"/>
                  </a:cubicBezTo>
                  <a:cubicBezTo>
                    <a:pt x="1411" y="580"/>
                    <a:pt x="1411" y="580"/>
                    <a:pt x="1411" y="580"/>
                  </a:cubicBezTo>
                  <a:cubicBezTo>
                    <a:pt x="1410" y="580"/>
                    <a:pt x="1410" y="580"/>
                    <a:pt x="1410" y="580"/>
                  </a:cubicBezTo>
                  <a:cubicBezTo>
                    <a:pt x="1403" y="583"/>
                    <a:pt x="1401" y="594"/>
                    <a:pt x="1401" y="594"/>
                  </a:cubicBezTo>
                  <a:cubicBezTo>
                    <a:pt x="1396" y="615"/>
                    <a:pt x="1373" y="623"/>
                    <a:pt x="1374" y="633"/>
                  </a:cubicBezTo>
                  <a:cubicBezTo>
                    <a:pt x="1374" y="633"/>
                    <a:pt x="1373" y="643"/>
                    <a:pt x="1381" y="650"/>
                  </a:cubicBezTo>
                  <a:cubicBezTo>
                    <a:pt x="1414" y="650"/>
                    <a:pt x="1414" y="650"/>
                    <a:pt x="1414" y="650"/>
                  </a:cubicBezTo>
                  <a:cubicBezTo>
                    <a:pt x="1414" y="650"/>
                    <a:pt x="1417" y="649"/>
                    <a:pt x="1417" y="642"/>
                  </a:cubicBezTo>
                  <a:cubicBezTo>
                    <a:pt x="1417" y="623"/>
                    <a:pt x="1417" y="623"/>
                    <a:pt x="1417" y="623"/>
                  </a:cubicBezTo>
                  <a:cubicBezTo>
                    <a:pt x="1417" y="623"/>
                    <a:pt x="1421" y="612"/>
                    <a:pt x="1437" y="612"/>
                  </a:cubicBezTo>
                  <a:cubicBezTo>
                    <a:pt x="1453" y="612"/>
                    <a:pt x="1458" y="623"/>
                    <a:pt x="1458" y="623"/>
                  </a:cubicBezTo>
                  <a:cubicBezTo>
                    <a:pt x="1458" y="684"/>
                    <a:pt x="1458" y="684"/>
                    <a:pt x="1458" y="684"/>
                  </a:cubicBezTo>
                  <a:cubicBezTo>
                    <a:pt x="1458" y="684"/>
                    <a:pt x="1458" y="691"/>
                    <a:pt x="1465" y="691"/>
                  </a:cubicBezTo>
                  <a:cubicBezTo>
                    <a:pt x="1471" y="691"/>
                    <a:pt x="1473" y="682"/>
                    <a:pt x="1473" y="682"/>
                  </a:cubicBezTo>
                  <a:cubicBezTo>
                    <a:pt x="1473" y="625"/>
                    <a:pt x="1473" y="625"/>
                    <a:pt x="1473" y="625"/>
                  </a:cubicBezTo>
                  <a:cubicBezTo>
                    <a:pt x="1473" y="625"/>
                    <a:pt x="1477" y="602"/>
                    <a:pt x="1495" y="602"/>
                  </a:cubicBezTo>
                  <a:cubicBezTo>
                    <a:pt x="1513" y="602"/>
                    <a:pt x="1516" y="623"/>
                    <a:pt x="1516" y="623"/>
                  </a:cubicBezTo>
                  <a:cubicBezTo>
                    <a:pt x="1516" y="682"/>
                    <a:pt x="1516" y="682"/>
                    <a:pt x="1516" y="682"/>
                  </a:cubicBezTo>
                  <a:cubicBezTo>
                    <a:pt x="1516" y="682"/>
                    <a:pt x="1516" y="689"/>
                    <a:pt x="1523" y="689"/>
                  </a:cubicBezTo>
                  <a:cubicBezTo>
                    <a:pt x="1529" y="689"/>
                    <a:pt x="1529" y="683"/>
                    <a:pt x="1529" y="683"/>
                  </a:cubicBezTo>
                  <a:cubicBezTo>
                    <a:pt x="1529" y="683"/>
                    <a:pt x="1528" y="647"/>
                    <a:pt x="1529" y="632"/>
                  </a:cubicBezTo>
                  <a:cubicBezTo>
                    <a:pt x="1529" y="616"/>
                    <a:pt x="1542" y="615"/>
                    <a:pt x="1549" y="615"/>
                  </a:cubicBezTo>
                  <a:cubicBezTo>
                    <a:pt x="1556" y="614"/>
                    <a:pt x="1566" y="616"/>
                    <a:pt x="1570" y="623"/>
                  </a:cubicBezTo>
                  <a:cubicBezTo>
                    <a:pt x="1572" y="627"/>
                    <a:pt x="1572" y="645"/>
                    <a:pt x="1572" y="645"/>
                  </a:cubicBezTo>
                  <a:cubicBezTo>
                    <a:pt x="1622" y="645"/>
                    <a:pt x="1622" y="645"/>
                    <a:pt x="1622" y="645"/>
                  </a:cubicBezTo>
                  <a:cubicBezTo>
                    <a:pt x="1622" y="630"/>
                    <a:pt x="1641" y="626"/>
                    <a:pt x="1649" y="626"/>
                  </a:cubicBezTo>
                  <a:cubicBezTo>
                    <a:pt x="1657" y="626"/>
                    <a:pt x="1660" y="621"/>
                    <a:pt x="1660" y="621"/>
                  </a:cubicBezTo>
                  <a:cubicBezTo>
                    <a:pt x="1661" y="620"/>
                    <a:pt x="1661" y="620"/>
                    <a:pt x="1661" y="620"/>
                  </a:cubicBezTo>
                  <a:cubicBezTo>
                    <a:pt x="1662" y="619"/>
                    <a:pt x="1662" y="619"/>
                    <a:pt x="1662" y="619"/>
                  </a:cubicBezTo>
                  <a:cubicBezTo>
                    <a:pt x="1662" y="619"/>
                    <a:pt x="1758" y="523"/>
                    <a:pt x="1788" y="485"/>
                  </a:cubicBezTo>
                  <a:cubicBezTo>
                    <a:pt x="1800" y="470"/>
                    <a:pt x="1811" y="469"/>
                    <a:pt x="1825" y="469"/>
                  </a:cubicBezTo>
                  <a:cubicBezTo>
                    <a:pt x="1839" y="469"/>
                    <a:pt x="1843" y="465"/>
                    <a:pt x="1843" y="458"/>
                  </a:cubicBezTo>
                  <a:cubicBezTo>
                    <a:pt x="1843" y="447"/>
                    <a:pt x="1837" y="449"/>
                    <a:pt x="1826" y="447"/>
                  </a:cubicBezTo>
                  <a:cubicBezTo>
                    <a:pt x="1815" y="446"/>
                    <a:pt x="1802" y="451"/>
                    <a:pt x="1782" y="435"/>
                  </a:cubicBezTo>
                  <a:cubicBezTo>
                    <a:pt x="1762" y="418"/>
                    <a:pt x="1662" y="348"/>
                    <a:pt x="1662" y="348"/>
                  </a:cubicBezTo>
                  <a:cubicBezTo>
                    <a:pt x="1662" y="348"/>
                    <a:pt x="1649" y="337"/>
                    <a:pt x="1649" y="315"/>
                  </a:cubicBezTo>
                  <a:cubicBezTo>
                    <a:pt x="1648" y="293"/>
                    <a:pt x="1620" y="293"/>
                    <a:pt x="1620" y="275"/>
                  </a:cubicBezTo>
                  <a:cubicBezTo>
                    <a:pt x="1620" y="275"/>
                    <a:pt x="1619" y="265"/>
                    <a:pt x="1628" y="258"/>
                  </a:cubicBezTo>
                  <a:cubicBezTo>
                    <a:pt x="1632" y="255"/>
                    <a:pt x="1633" y="244"/>
                    <a:pt x="1627" y="239"/>
                  </a:cubicBezTo>
                  <a:cubicBezTo>
                    <a:pt x="1619" y="233"/>
                    <a:pt x="1620" y="222"/>
                    <a:pt x="1620" y="222"/>
                  </a:cubicBezTo>
                  <a:cubicBezTo>
                    <a:pt x="1620" y="205"/>
                    <a:pt x="1761" y="74"/>
                    <a:pt x="1781" y="67"/>
                  </a:cubicBezTo>
                  <a:cubicBezTo>
                    <a:pt x="1801" y="59"/>
                    <a:pt x="1814" y="62"/>
                    <a:pt x="1825" y="61"/>
                  </a:cubicBezTo>
                  <a:cubicBezTo>
                    <a:pt x="1836" y="60"/>
                    <a:pt x="1842" y="61"/>
                    <a:pt x="1842" y="56"/>
                  </a:cubicBezTo>
                  <a:cubicBezTo>
                    <a:pt x="1842" y="53"/>
                    <a:pt x="1838" y="51"/>
                    <a:pt x="1824" y="51"/>
                  </a:cubicBezTo>
                  <a:cubicBezTo>
                    <a:pt x="1810" y="51"/>
                    <a:pt x="1799" y="51"/>
                    <a:pt x="1787" y="44"/>
                  </a:cubicBezTo>
                  <a:cubicBezTo>
                    <a:pt x="1757" y="26"/>
                    <a:pt x="1668" y="8"/>
                    <a:pt x="1668" y="8"/>
                  </a:cubicBezTo>
                  <a:cubicBezTo>
                    <a:pt x="1675" y="2"/>
                    <a:pt x="1675" y="2"/>
                    <a:pt x="1675" y="2"/>
                  </a:cubicBezTo>
                  <a:cubicBezTo>
                    <a:pt x="1675" y="2"/>
                    <a:pt x="1766" y="23"/>
                    <a:pt x="1805" y="44"/>
                  </a:cubicBezTo>
                  <a:cubicBezTo>
                    <a:pt x="1810" y="46"/>
                    <a:pt x="1825" y="45"/>
                    <a:pt x="1839" y="45"/>
                  </a:cubicBezTo>
                  <a:cubicBezTo>
                    <a:pt x="1852" y="45"/>
                    <a:pt x="1858" y="53"/>
                    <a:pt x="1858" y="56"/>
                  </a:cubicBezTo>
                  <a:cubicBezTo>
                    <a:pt x="1858" y="61"/>
                    <a:pt x="1853" y="66"/>
                    <a:pt x="1841" y="67"/>
                  </a:cubicBezTo>
                  <a:cubicBezTo>
                    <a:pt x="1830" y="67"/>
                    <a:pt x="1812" y="65"/>
                    <a:pt x="1797" y="70"/>
                  </a:cubicBezTo>
                  <a:cubicBezTo>
                    <a:pt x="1775" y="76"/>
                    <a:pt x="1636" y="212"/>
                    <a:pt x="1637" y="222"/>
                  </a:cubicBezTo>
                  <a:cubicBezTo>
                    <a:pt x="1637" y="222"/>
                    <a:pt x="1636" y="233"/>
                    <a:pt x="1644" y="239"/>
                  </a:cubicBezTo>
                  <a:cubicBezTo>
                    <a:pt x="1677" y="239"/>
                    <a:pt x="1677" y="239"/>
                    <a:pt x="1677" y="239"/>
                  </a:cubicBezTo>
                  <a:cubicBezTo>
                    <a:pt x="1677" y="239"/>
                    <a:pt x="1680" y="238"/>
                    <a:pt x="1680" y="231"/>
                  </a:cubicBezTo>
                  <a:cubicBezTo>
                    <a:pt x="1680" y="213"/>
                    <a:pt x="1680" y="213"/>
                    <a:pt x="1680" y="213"/>
                  </a:cubicBezTo>
                  <a:cubicBezTo>
                    <a:pt x="1680" y="213"/>
                    <a:pt x="1684" y="202"/>
                    <a:pt x="1700" y="202"/>
                  </a:cubicBezTo>
                  <a:cubicBezTo>
                    <a:pt x="1716" y="202"/>
                    <a:pt x="1721" y="213"/>
                    <a:pt x="1721" y="213"/>
                  </a:cubicBezTo>
                  <a:cubicBezTo>
                    <a:pt x="1721" y="273"/>
                    <a:pt x="1721" y="273"/>
                    <a:pt x="1721" y="273"/>
                  </a:cubicBezTo>
                  <a:cubicBezTo>
                    <a:pt x="1721" y="273"/>
                    <a:pt x="1721" y="280"/>
                    <a:pt x="1727" y="280"/>
                  </a:cubicBezTo>
                  <a:cubicBezTo>
                    <a:pt x="1734" y="280"/>
                    <a:pt x="1736" y="272"/>
                    <a:pt x="1736" y="272"/>
                  </a:cubicBezTo>
                  <a:cubicBezTo>
                    <a:pt x="1736" y="215"/>
                    <a:pt x="1736" y="215"/>
                    <a:pt x="1736" y="215"/>
                  </a:cubicBezTo>
                  <a:cubicBezTo>
                    <a:pt x="1736" y="215"/>
                    <a:pt x="1740" y="192"/>
                    <a:pt x="1758" y="192"/>
                  </a:cubicBezTo>
                  <a:cubicBezTo>
                    <a:pt x="1776" y="192"/>
                    <a:pt x="1779" y="212"/>
                    <a:pt x="1779" y="212"/>
                  </a:cubicBezTo>
                  <a:cubicBezTo>
                    <a:pt x="1779" y="272"/>
                    <a:pt x="1779" y="272"/>
                    <a:pt x="1779" y="272"/>
                  </a:cubicBezTo>
                  <a:cubicBezTo>
                    <a:pt x="1779" y="272"/>
                    <a:pt x="1779" y="279"/>
                    <a:pt x="1786" y="279"/>
                  </a:cubicBezTo>
                  <a:cubicBezTo>
                    <a:pt x="1792" y="279"/>
                    <a:pt x="1792" y="272"/>
                    <a:pt x="1792" y="272"/>
                  </a:cubicBezTo>
                  <a:cubicBezTo>
                    <a:pt x="1792" y="272"/>
                    <a:pt x="1791" y="237"/>
                    <a:pt x="1792" y="221"/>
                  </a:cubicBezTo>
                  <a:cubicBezTo>
                    <a:pt x="1792" y="206"/>
                    <a:pt x="1804" y="205"/>
                    <a:pt x="1812" y="204"/>
                  </a:cubicBezTo>
                  <a:cubicBezTo>
                    <a:pt x="1819" y="204"/>
                    <a:pt x="1829" y="206"/>
                    <a:pt x="1833" y="213"/>
                  </a:cubicBezTo>
                  <a:cubicBezTo>
                    <a:pt x="1835" y="217"/>
                    <a:pt x="1834" y="235"/>
                    <a:pt x="1834" y="235"/>
                  </a:cubicBezTo>
                  <a:cubicBezTo>
                    <a:pt x="1885" y="235"/>
                    <a:pt x="1885" y="235"/>
                    <a:pt x="1885" y="235"/>
                  </a:cubicBezTo>
                  <a:cubicBezTo>
                    <a:pt x="1885" y="220"/>
                    <a:pt x="1904" y="215"/>
                    <a:pt x="1912" y="215"/>
                  </a:cubicBezTo>
                  <a:cubicBezTo>
                    <a:pt x="1920" y="215"/>
                    <a:pt x="1923" y="211"/>
                    <a:pt x="1923" y="211"/>
                  </a:cubicBezTo>
                  <a:cubicBezTo>
                    <a:pt x="1923" y="211"/>
                    <a:pt x="2042" y="74"/>
                    <a:pt x="2061" y="67"/>
                  </a:cubicBezTo>
                  <a:cubicBezTo>
                    <a:pt x="2081" y="59"/>
                    <a:pt x="2094" y="62"/>
                    <a:pt x="2105" y="61"/>
                  </a:cubicBezTo>
                  <a:cubicBezTo>
                    <a:pt x="2116" y="60"/>
                    <a:pt x="2122" y="61"/>
                    <a:pt x="2122" y="56"/>
                  </a:cubicBezTo>
                  <a:cubicBezTo>
                    <a:pt x="2122" y="53"/>
                    <a:pt x="2118" y="51"/>
                    <a:pt x="2104" y="51"/>
                  </a:cubicBezTo>
                  <a:cubicBezTo>
                    <a:pt x="2091" y="51"/>
                    <a:pt x="2079" y="51"/>
                    <a:pt x="2067" y="44"/>
                  </a:cubicBezTo>
                  <a:cubicBezTo>
                    <a:pt x="2037" y="26"/>
                    <a:pt x="1948" y="8"/>
                    <a:pt x="1948" y="8"/>
                  </a:cubicBezTo>
                  <a:lnTo>
                    <a:pt x="1946" y="0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3" name="Line 117">
              <a:extLst>
                <a:ext uri="{FF2B5EF4-FFF2-40B4-BE49-F238E27FC236}">
                  <a16:creationId xmlns:a16="http://schemas.microsoft.com/office/drawing/2014/main" id="{065361C8-67A7-4D93-AA1C-2F2686E9D3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2" y="2285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4" name="Freeform 118">
              <a:extLst>
                <a:ext uri="{FF2B5EF4-FFF2-40B4-BE49-F238E27FC236}">
                  <a16:creationId xmlns:a16="http://schemas.microsoft.com/office/drawing/2014/main" id="{1FAE2A49-FCEF-42DB-8B15-2AE98E27C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834"/>
              <a:ext cx="471" cy="264"/>
            </a:xfrm>
            <a:custGeom>
              <a:avLst/>
              <a:gdLst>
                <a:gd name="T0" fmla="*/ 283 w 487"/>
                <a:gd name="T1" fmla="*/ 0 h 272"/>
                <a:gd name="T2" fmla="*/ 391 w 487"/>
                <a:gd name="T3" fmla="*/ 33 h 272"/>
                <a:gd name="T4" fmla="*/ 425 w 487"/>
                <a:gd name="T5" fmla="*/ 40 h 272"/>
                <a:gd name="T6" fmla="*/ 441 w 487"/>
                <a:gd name="T7" fmla="*/ 45 h 272"/>
                <a:gd name="T8" fmla="*/ 426 w 487"/>
                <a:gd name="T9" fmla="*/ 49 h 272"/>
                <a:gd name="T10" fmla="*/ 385 w 487"/>
                <a:gd name="T11" fmla="*/ 53 h 272"/>
                <a:gd name="T12" fmla="*/ 261 w 487"/>
                <a:gd name="T13" fmla="*/ 185 h 272"/>
                <a:gd name="T14" fmla="*/ 250 w 487"/>
                <a:gd name="T15" fmla="*/ 189 h 272"/>
                <a:gd name="T16" fmla="*/ 226 w 487"/>
                <a:gd name="T17" fmla="*/ 208 h 272"/>
                <a:gd name="T18" fmla="*/ 180 w 487"/>
                <a:gd name="T19" fmla="*/ 208 h 272"/>
                <a:gd name="T20" fmla="*/ 179 w 487"/>
                <a:gd name="T21" fmla="*/ 187 h 272"/>
                <a:gd name="T22" fmla="*/ 159 w 487"/>
                <a:gd name="T23" fmla="*/ 179 h 272"/>
                <a:gd name="T24" fmla="*/ 142 w 487"/>
                <a:gd name="T25" fmla="*/ 195 h 272"/>
                <a:gd name="T26" fmla="*/ 142 w 487"/>
                <a:gd name="T27" fmla="*/ 241 h 272"/>
                <a:gd name="T28" fmla="*/ 135 w 487"/>
                <a:gd name="T29" fmla="*/ 248 h 272"/>
                <a:gd name="T30" fmla="*/ 129 w 487"/>
                <a:gd name="T31" fmla="*/ 241 h 272"/>
                <a:gd name="T32" fmla="*/ 130 w 487"/>
                <a:gd name="T33" fmla="*/ 186 h 272"/>
                <a:gd name="T34" fmla="*/ 111 w 487"/>
                <a:gd name="T35" fmla="*/ 169 h 272"/>
                <a:gd name="T36" fmla="*/ 91 w 487"/>
                <a:gd name="T37" fmla="*/ 189 h 272"/>
                <a:gd name="T38" fmla="*/ 91 w 487"/>
                <a:gd name="T39" fmla="*/ 241 h 272"/>
                <a:gd name="T40" fmla="*/ 83 w 487"/>
                <a:gd name="T41" fmla="*/ 248 h 272"/>
                <a:gd name="T42" fmla="*/ 76 w 487"/>
                <a:gd name="T43" fmla="*/ 242 h 272"/>
                <a:gd name="T44" fmla="*/ 76 w 487"/>
                <a:gd name="T45" fmla="*/ 187 h 272"/>
                <a:gd name="T46" fmla="*/ 59 w 487"/>
                <a:gd name="T47" fmla="*/ 177 h 272"/>
                <a:gd name="T48" fmla="*/ 42 w 487"/>
                <a:gd name="T49" fmla="*/ 187 h 272"/>
                <a:gd name="T50" fmla="*/ 42 w 487"/>
                <a:gd name="T51" fmla="*/ 204 h 272"/>
                <a:gd name="T52" fmla="*/ 39 w 487"/>
                <a:gd name="T53" fmla="*/ 211 h 272"/>
                <a:gd name="T54" fmla="*/ 9 w 487"/>
                <a:gd name="T55" fmla="*/ 211 h 272"/>
                <a:gd name="T56" fmla="*/ 1 w 487"/>
                <a:gd name="T57" fmla="*/ 196 h 272"/>
                <a:gd name="T58" fmla="*/ 147 w 487"/>
                <a:gd name="T59" fmla="*/ 56 h 272"/>
                <a:gd name="T60" fmla="*/ 186 w 487"/>
                <a:gd name="T61" fmla="*/ 53 h 272"/>
                <a:gd name="T62" fmla="*/ 202 w 487"/>
                <a:gd name="T63" fmla="*/ 45 h 272"/>
                <a:gd name="T64" fmla="*/ 184 w 487"/>
                <a:gd name="T65" fmla="*/ 34 h 272"/>
                <a:gd name="T66" fmla="*/ 153 w 487"/>
                <a:gd name="T67" fmla="*/ 33 h 272"/>
                <a:gd name="T68" fmla="*/ 57 w 487"/>
                <a:gd name="T69" fmla="*/ 0 h 272"/>
                <a:gd name="T70" fmla="*/ 283 w 487"/>
                <a:gd name="T71" fmla="*/ 0 h 2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7" h="272">
                  <a:moveTo>
                    <a:pt x="313" y="0"/>
                  </a:moveTo>
                  <a:cubicBezTo>
                    <a:pt x="313" y="0"/>
                    <a:pt x="402" y="18"/>
                    <a:pt x="432" y="36"/>
                  </a:cubicBezTo>
                  <a:cubicBezTo>
                    <a:pt x="444" y="43"/>
                    <a:pt x="455" y="43"/>
                    <a:pt x="469" y="43"/>
                  </a:cubicBezTo>
                  <a:cubicBezTo>
                    <a:pt x="483" y="43"/>
                    <a:pt x="487" y="45"/>
                    <a:pt x="487" y="48"/>
                  </a:cubicBezTo>
                  <a:cubicBezTo>
                    <a:pt x="487" y="53"/>
                    <a:pt x="481" y="52"/>
                    <a:pt x="470" y="53"/>
                  </a:cubicBezTo>
                  <a:cubicBezTo>
                    <a:pt x="459" y="54"/>
                    <a:pt x="446" y="51"/>
                    <a:pt x="426" y="59"/>
                  </a:cubicBezTo>
                  <a:cubicBezTo>
                    <a:pt x="406" y="66"/>
                    <a:pt x="288" y="203"/>
                    <a:pt x="288" y="203"/>
                  </a:cubicBezTo>
                  <a:cubicBezTo>
                    <a:pt x="288" y="203"/>
                    <a:pt x="285" y="207"/>
                    <a:pt x="277" y="207"/>
                  </a:cubicBezTo>
                  <a:cubicBezTo>
                    <a:pt x="268" y="207"/>
                    <a:pt x="250" y="212"/>
                    <a:pt x="250" y="227"/>
                  </a:cubicBezTo>
                  <a:cubicBezTo>
                    <a:pt x="199" y="227"/>
                    <a:pt x="199" y="227"/>
                    <a:pt x="199" y="227"/>
                  </a:cubicBezTo>
                  <a:cubicBezTo>
                    <a:pt x="199" y="227"/>
                    <a:pt x="200" y="209"/>
                    <a:pt x="197" y="205"/>
                  </a:cubicBezTo>
                  <a:cubicBezTo>
                    <a:pt x="194" y="198"/>
                    <a:pt x="184" y="196"/>
                    <a:pt x="176" y="196"/>
                  </a:cubicBezTo>
                  <a:cubicBezTo>
                    <a:pt x="169" y="197"/>
                    <a:pt x="157" y="198"/>
                    <a:pt x="157" y="213"/>
                  </a:cubicBezTo>
                  <a:cubicBezTo>
                    <a:pt x="156" y="229"/>
                    <a:pt x="157" y="264"/>
                    <a:pt x="157" y="264"/>
                  </a:cubicBezTo>
                  <a:cubicBezTo>
                    <a:pt x="157" y="264"/>
                    <a:pt x="157" y="271"/>
                    <a:pt x="150" y="271"/>
                  </a:cubicBezTo>
                  <a:cubicBezTo>
                    <a:pt x="144" y="271"/>
                    <a:pt x="143" y="264"/>
                    <a:pt x="143" y="264"/>
                  </a:cubicBezTo>
                  <a:cubicBezTo>
                    <a:pt x="144" y="204"/>
                    <a:pt x="144" y="204"/>
                    <a:pt x="144" y="204"/>
                  </a:cubicBezTo>
                  <a:cubicBezTo>
                    <a:pt x="144" y="204"/>
                    <a:pt x="141" y="184"/>
                    <a:pt x="123" y="184"/>
                  </a:cubicBezTo>
                  <a:cubicBezTo>
                    <a:pt x="105" y="184"/>
                    <a:pt x="100" y="207"/>
                    <a:pt x="100" y="207"/>
                  </a:cubicBezTo>
                  <a:cubicBezTo>
                    <a:pt x="100" y="264"/>
                    <a:pt x="100" y="264"/>
                    <a:pt x="100" y="264"/>
                  </a:cubicBezTo>
                  <a:cubicBezTo>
                    <a:pt x="100" y="264"/>
                    <a:pt x="99" y="272"/>
                    <a:pt x="92" y="272"/>
                  </a:cubicBezTo>
                  <a:cubicBezTo>
                    <a:pt x="86" y="272"/>
                    <a:pt x="85" y="265"/>
                    <a:pt x="85" y="265"/>
                  </a:cubicBezTo>
                  <a:cubicBezTo>
                    <a:pt x="85" y="205"/>
                    <a:pt x="85" y="205"/>
                    <a:pt x="85" y="205"/>
                  </a:cubicBezTo>
                  <a:cubicBezTo>
                    <a:pt x="85" y="205"/>
                    <a:pt x="81" y="194"/>
                    <a:pt x="65" y="194"/>
                  </a:cubicBezTo>
                  <a:cubicBezTo>
                    <a:pt x="49" y="194"/>
                    <a:pt x="45" y="205"/>
                    <a:pt x="45" y="205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5" y="230"/>
                    <a:pt x="42" y="231"/>
                    <a:pt x="42" y="231"/>
                  </a:cubicBezTo>
                  <a:cubicBezTo>
                    <a:pt x="9" y="231"/>
                    <a:pt x="9" y="231"/>
                    <a:pt x="9" y="231"/>
                  </a:cubicBezTo>
                  <a:cubicBezTo>
                    <a:pt x="0" y="225"/>
                    <a:pt x="1" y="214"/>
                    <a:pt x="1" y="214"/>
                  </a:cubicBezTo>
                  <a:cubicBezTo>
                    <a:pt x="1" y="204"/>
                    <a:pt x="140" y="68"/>
                    <a:pt x="162" y="62"/>
                  </a:cubicBezTo>
                  <a:cubicBezTo>
                    <a:pt x="177" y="57"/>
                    <a:pt x="195" y="59"/>
                    <a:pt x="206" y="59"/>
                  </a:cubicBezTo>
                  <a:cubicBezTo>
                    <a:pt x="217" y="58"/>
                    <a:pt x="223" y="53"/>
                    <a:pt x="223" y="48"/>
                  </a:cubicBezTo>
                  <a:cubicBezTo>
                    <a:pt x="223" y="45"/>
                    <a:pt x="217" y="37"/>
                    <a:pt x="203" y="37"/>
                  </a:cubicBezTo>
                  <a:cubicBezTo>
                    <a:pt x="190" y="37"/>
                    <a:pt x="175" y="38"/>
                    <a:pt x="169" y="36"/>
                  </a:cubicBezTo>
                  <a:cubicBezTo>
                    <a:pt x="131" y="15"/>
                    <a:pt x="63" y="0"/>
                    <a:pt x="63" y="0"/>
                  </a:cubicBezTo>
                  <a:lnTo>
                    <a:pt x="313" y="0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5" name="Freeform 119">
              <a:extLst>
                <a:ext uri="{FF2B5EF4-FFF2-40B4-BE49-F238E27FC236}">
                  <a16:creationId xmlns:a16="http://schemas.microsoft.com/office/drawing/2014/main" id="{39358BDC-E38D-43B8-BCD4-40DE50B24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834"/>
              <a:ext cx="470" cy="264"/>
            </a:xfrm>
            <a:custGeom>
              <a:avLst/>
              <a:gdLst>
                <a:gd name="T0" fmla="*/ 282 w 486"/>
                <a:gd name="T1" fmla="*/ 0 h 272"/>
                <a:gd name="T2" fmla="*/ 390 w 486"/>
                <a:gd name="T3" fmla="*/ 33 h 272"/>
                <a:gd name="T4" fmla="*/ 424 w 486"/>
                <a:gd name="T5" fmla="*/ 40 h 272"/>
                <a:gd name="T6" fmla="*/ 440 w 486"/>
                <a:gd name="T7" fmla="*/ 45 h 272"/>
                <a:gd name="T8" fmla="*/ 425 w 486"/>
                <a:gd name="T9" fmla="*/ 49 h 272"/>
                <a:gd name="T10" fmla="*/ 384 w 486"/>
                <a:gd name="T11" fmla="*/ 53 h 272"/>
                <a:gd name="T12" fmla="*/ 260 w 486"/>
                <a:gd name="T13" fmla="*/ 185 h 272"/>
                <a:gd name="T14" fmla="*/ 250 w 486"/>
                <a:gd name="T15" fmla="*/ 189 h 272"/>
                <a:gd name="T16" fmla="*/ 225 w 486"/>
                <a:gd name="T17" fmla="*/ 208 h 272"/>
                <a:gd name="T18" fmla="*/ 180 w 486"/>
                <a:gd name="T19" fmla="*/ 208 h 272"/>
                <a:gd name="T20" fmla="*/ 179 w 486"/>
                <a:gd name="T21" fmla="*/ 187 h 272"/>
                <a:gd name="T22" fmla="*/ 159 w 486"/>
                <a:gd name="T23" fmla="*/ 179 h 272"/>
                <a:gd name="T24" fmla="*/ 141 w 486"/>
                <a:gd name="T25" fmla="*/ 195 h 272"/>
                <a:gd name="T26" fmla="*/ 141 w 486"/>
                <a:gd name="T27" fmla="*/ 241 h 272"/>
                <a:gd name="T28" fmla="*/ 135 w 486"/>
                <a:gd name="T29" fmla="*/ 248 h 272"/>
                <a:gd name="T30" fmla="*/ 129 w 486"/>
                <a:gd name="T31" fmla="*/ 241 h 272"/>
                <a:gd name="T32" fmla="*/ 129 w 486"/>
                <a:gd name="T33" fmla="*/ 186 h 272"/>
                <a:gd name="T34" fmla="*/ 111 w 486"/>
                <a:gd name="T35" fmla="*/ 169 h 272"/>
                <a:gd name="T36" fmla="*/ 91 w 486"/>
                <a:gd name="T37" fmla="*/ 189 h 272"/>
                <a:gd name="T38" fmla="*/ 91 w 486"/>
                <a:gd name="T39" fmla="*/ 241 h 272"/>
                <a:gd name="T40" fmla="*/ 83 w 486"/>
                <a:gd name="T41" fmla="*/ 248 h 272"/>
                <a:gd name="T42" fmla="*/ 76 w 486"/>
                <a:gd name="T43" fmla="*/ 242 h 272"/>
                <a:gd name="T44" fmla="*/ 76 w 486"/>
                <a:gd name="T45" fmla="*/ 187 h 272"/>
                <a:gd name="T46" fmla="*/ 59 w 486"/>
                <a:gd name="T47" fmla="*/ 177 h 272"/>
                <a:gd name="T48" fmla="*/ 41 w 486"/>
                <a:gd name="T49" fmla="*/ 187 h 272"/>
                <a:gd name="T50" fmla="*/ 41 w 486"/>
                <a:gd name="T51" fmla="*/ 204 h 272"/>
                <a:gd name="T52" fmla="*/ 38 w 486"/>
                <a:gd name="T53" fmla="*/ 211 h 272"/>
                <a:gd name="T54" fmla="*/ 8 w 486"/>
                <a:gd name="T55" fmla="*/ 211 h 272"/>
                <a:gd name="T56" fmla="*/ 1 w 486"/>
                <a:gd name="T57" fmla="*/ 196 h 272"/>
                <a:gd name="T58" fmla="*/ 147 w 486"/>
                <a:gd name="T59" fmla="*/ 56 h 272"/>
                <a:gd name="T60" fmla="*/ 186 w 486"/>
                <a:gd name="T61" fmla="*/ 53 h 272"/>
                <a:gd name="T62" fmla="*/ 201 w 486"/>
                <a:gd name="T63" fmla="*/ 45 h 272"/>
                <a:gd name="T64" fmla="*/ 184 w 486"/>
                <a:gd name="T65" fmla="*/ 34 h 272"/>
                <a:gd name="T66" fmla="*/ 153 w 486"/>
                <a:gd name="T67" fmla="*/ 33 h 272"/>
                <a:gd name="T68" fmla="*/ 55 w 486"/>
                <a:gd name="T69" fmla="*/ 0 h 272"/>
                <a:gd name="T70" fmla="*/ 282 w 486"/>
                <a:gd name="T71" fmla="*/ 0 h 2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6" h="272">
                  <a:moveTo>
                    <a:pt x="312" y="0"/>
                  </a:moveTo>
                  <a:cubicBezTo>
                    <a:pt x="312" y="0"/>
                    <a:pt x="402" y="18"/>
                    <a:pt x="431" y="36"/>
                  </a:cubicBezTo>
                  <a:cubicBezTo>
                    <a:pt x="443" y="43"/>
                    <a:pt x="455" y="43"/>
                    <a:pt x="468" y="43"/>
                  </a:cubicBezTo>
                  <a:cubicBezTo>
                    <a:pt x="482" y="43"/>
                    <a:pt x="486" y="45"/>
                    <a:pt x="486" y="48"/>
                  </a:cubicBezTo>
                  <a:cubicBezTo>
                    <a:pt x="486" y="53"/>
                    <a:pt x="481" y="52"/>
                    <a:pt x="469" y="53"/>
                  </a:cubicBezTo>
                  <a:cubicBezTo>
                    <a:pt x="458" y="54"/>
                    <a:pt x="445" y="51"/>
                    <a:pt x="425" y="59"/>
                  </a:cubicBezTo>
                  <a:cubicBezTo>
                    <a:pt x="406" y="66"/>
                    <a:pt x="287" y="203"/>
                    <a:pt x="287" y="203"/>
                  </a:cubicBezTo>
                  <a:cubicBezTo>
                    <a:pt x="287" y="203"/>
                    <a:pt x="284" y="207"/>
                    <a:pt x="276" y="207"/>
                  </a:cubicBezTo>
                  <a:cubicBezTo>
                    <a:pt x="268" y="207"/>
                    <a:pt x="249" y="212"/>
                    <a:pt x="249" y="227"/>
                  </a:cubicBezTo>
                  <a:cubicBezTo>
                    <a:pt x="199" y="227"/>
                    <a:pt x="199" y="227"/>
                    <a:pt x="199" y="227"/>
                  </a:cubicBezTo>
                  <a:cubicBezTo>
                    <a:pt x="199" y="227"/>
                    <a:pt x="199" y="209"/>
                    <a:pt x="197" y="205"/>
                  </a:cubicBezTo>
                  <a:cubicBezTo>
                    <a:pt x="193" y="198"/>
                    <a:pt x="183" y="196"/>
                    <a:pt x="176" y="196"/>
                  </a:cubicBezTo>
                  <a:cubicBezTo>
                    <a:pt x="169" y="197"/>
                    <a:pt x="157" y="198"/>
                    <a:pt x="156" y="213"/>
                  </a:cubicBezTo>
                  <a:cubicBezTo>
                    <a:pt x="156" y="229"/>
                    <a:pt x="156" y="264"/>
                    <a:pt x="156" y="264"/>
                  </a:cubicBezTo>
                  <a:cubicBezTo>
                    <a:pt x="156" y="264"/>
                    <a:pt x="157" y="271"/>
                    <a:pt x="150" y="271"/>
                  </a:cubicBezTo>
                  <a:cubicBezTo>
                    <a:pt x="143" y="271"/>
                    <a:pt x="143" y="264"/>
                    <a:pt x="143" y="264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4"/>
                    <a:pt x="141" y="184"/>
                    <a:pt x="123" y="184"/>
                  </a:cubicBezTo>
                  <a:cubicBezTo>
                    <a:pt x="105" y="184"/>
                    <a:pt x="100" y="207"/>
                    <a:pt x="100" y="207"/>
                  </a:cubicBezTo>
                  <a:cubicBezTo>
                    <a:pt x="100" y="264"/>
                    <a:pt x="100" y="264"/>
                    <a:pt x="100" y="264"/>
                  </a:cubicBezTo>
                  <a:cubicBezTo>
                    <a:pt x="100" y="264"/>
                    <a:pt x="98" y="272"/>
                    <a:pt x="92" y="272"/>
                  </a:cubicBezTo>
                  <a:cubicBezTo>
                    <a:pt x="85" y="272"/>
                    <a:pt x="85" y="265"/>
                    <a:pt x="85" y="265"/>
                  </a:cubicBezTo>
                  <a:cubicBezTo>
                    <a:pt x="85" y="205"/>
                    <a:pt x="85" y="205"/>
                    <a:pt x="85" y="205"/>
                  </a:cubicBezTo>
                  <a:cubicBezTo>
                    <a:pt x="85" y="205"/>
                    <a:pt x="81" y="194"/>
                    <a:pt x="65" y="194"/>
                  </a:cubicBezTo>
                  <a:cubicBezTo>
                    <a:pt x="49" y="194"/>
                    <a:pt x="44" y="205"/>
                    <a:pt x="44" y="205"/>
                  </a:cubicBezTo>
                  <a:cubicBezTo>
                    <a:pt x="44" y="223"/>
                    <a:pt x="44" y="223"/>
                    <a:pt x="44" y="223"/>
                  </a:cubicBezTo>
                  <a:cubicBezTo>
                    <a:pt x="45" y="230"/>
                    <a:pt x="41" y="231"/>
                    <a:pt x="41" y="231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0" y="225"/>
                    <a:pt x="1" y="214"/>
                    <a:pt x="1" y="214"/>
                  </a:cubicBezTo>
                  <a:cubicBezTo>
                    <a:pt x="0" y="204"/>
                    <a:pt x="140" y="68"/>
                    <a:pt x="162" y="62"/>
                  </a:cubicBezTo>
                  <a:cubicBezTo>
                    <a:pt x="176" y="57"/>
                    <a:pt x="194" y="59"/>
                    <a:pt x="206" y="59"/>
                  </a:cubicBezTo>
                  <a:cubicBezTo>
                    <a:pt x="217" y="58"/>
                    <a:pt x="222" y="53"/>
                    <a:pt x="222" y="48"/>
                  </a:cubicBezTo>
                  <a:cubicBezTo>
                    <a:pt x="222" y="45"/>
                    <a:pt x="216" y="37"/>
                    <a:pt x="203" y="37"/>
                  </a:cubicBezTo>
                  <a:cubicBezTo>
                    <a:pt x="189" y="37"/>
                    <a:pt x="174" y="38"/>
                    <a:pt x="169" y="36"/>
                  </a:cubicBezTo>
                  <a:cubicBezTo>
                    <a:pt x="130" y="15"/>
                    <a:pt x="61" y="0"/>
                    <a:pt x="61" y="0"/>
                  </a:cubicBezTo>
                  <a:lnTo>
                    <a:pt x="312" y="0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6" name="Line 120">
              <a:extLst>
                <a:ext uri="{FF2B5EF4-FFF2-40B4-BE49-F238E27FC236}">
                  <a16:creationId xmlns:a16="http://schemas.microsoft.com/office/drawing/2014/main" id="{954DC5F4-2D85-4B6C-A43F-23AD4D307C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2" y="2285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7" name="Freeform 121">
              <a:extLst>
                <a:ext uri="{FF2B5EF4-FFF2-40B4-BE49-F238E27FC236}">
                  <a16:creationId xmlns:a16="http://schemas.microsoft.com/office/drawing/2014/main" id="{F34A44F9-D3F4-4512-A1A5-A2EA6A9CD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834"/>
              <a:ext cx="471" cy="264"/>
            </a:xfrm>
            <a:custGeom>
              <a:avLst/>
              <a:gdLst>
                <a:gd name="T0" fmla="*/ 56 w 487"/>
                <a:gd name="T1" fmla="*/ 0 h 272"/>
                <a:gd name="T2" fmla="*/ 153 w 487"/>
                <a:gd name="T3" fmla="*/ 33 h 272"/>
                <a:gd name="T4" fmla="*/ 184 w 487"/>
                <a:gd name="T5" fmla="*/ 34 h 272"/>
                <a:gd name="T6" fmla="*/ 202 w 487"/>
                <a:gd name="T7" fmla="*/ 45 h 272"/>
                <a:gd name="T8" fmla="*/ 186 w 487"/>
                <a:gd name="T9" fmla="*/ 53 h 272"/>
                <a:gd name="T10" fmla="*/ 147 w 487"/>
                <a:gd name="T11" fmla="*/ 56 h 272"/>
                <a:gd name="T12" fmla="*/ 1 w 487"/>
                <a:gd name="T13" fmla="*/ 196 h 272"/>
                <a:gd name="T14" fmla="*/ 9 w 487"/>
                <a:gd name="T15" fmla="*/ 211 h 272"/>
                <a:gd name="T16" fmla="*/ 39 w 487"/>
                <a:gd name="T17" fmla="*/ 211 h 272"/>
                <a:gd name="T18" fmla="*/ 42 w 487"/>
                <a:gd name="T19" fmla="*/ 204 h 272"/>
                <a:gd name="T20" fmla="*/ 42 w 487"/>
                <a:gd name="T21" fmla="*/ 187 h 272"/>
                <a:gd name="T22" fmla="*/ 59 w 487"/>
                <a:gd name="T23" fmla="*/ 177 h 272"/>
                <a:gd name="T24" fmla="*/ 76 w 487"/>
                <a:gd name="T25" fmla="*/ 187 h 272"/>
                <a:gd name="T26" fmla="*/ 76 w 487"/>
                <a:gd name="T27" fmla="*/ 242 h 272"/>
                <a:gd name="T28" fmla="*/ 83 w 487"/>
                <a:gd name="T29" fmla="*/ 248 h 272"/>
                <a:gd name="T30" fmla="*/ 91 w 487"/>
                <a:gd name="T31" fmla="*/ 241 h 272"/>
                <a:gd name="T32" fmla="*/ 91 w 487"/>
                <a:gd name="T33" fmla="*/ 189 h 272"/>
                <a:gd name="T34" fmla="*/ 111 w 487"/>
                <a:gd name="T35" fmla="*/ 169 h 272"/>
                <a:gd name="T36" fmla="*/ 130 w 487"/>
                <a:gd name="T37" fmla="*/ 186 h 272"/>
                <a:gd name="T38" fmla="*/ 129 w 487"/>
                <a:gd name="T39" fmla="*/ 241 h 272"/>
                <a:gd name="T40" fmla="*/ 135 w 487"/>
                <a:gd name="T41" fmla="*/ 248 h 272"/>
                <a:gd name="T42" fmla="*/ 142 w 487"/>
                <a:gd name="T43" fmla="*/ 241 h 272"/>
                <a:gd name="T44" fmla="*/ 142 w 487"/>
                <a:gd name="T45" fmla="*/ 195 h 272"/>
                <a:gd name="T46" fmla="*/ 159 w 487"/>
                <a:gd name="T47" fmla="*/ 179 h 272"/>
                <a:gd name="T48" fmla="*/ 179 w 487"/>
                <a:gd name="T49" fmla="*/ 187 h 272"/>
                <a:gd name="T50" fmla="*/ 180 w 487"/>
                <a:gd name="T51" fmla="*/ 208 h 272"/>
                <a:gd name="T52" fmla="*/ 226 w 487"/>
                <a:gd name="T53" fmla="*/ 208 h 272"/>
                <a:gd name="T54" fmla="*/ 250 w 487"/>
                <a:gd name="T55" fmla="*/ 189 h 272"/>
                <a:gd name="T56" fmla="*/ 261 w 487"/>
                <a:gd name="T57" fmla="*/ 185 h 272"/>
                <a:gd name="T58" fmla="*/ 385 w 487"/>
                <a:gd name="T59" fmla="*/ 53 h 272"/>
                <a:gd name="T60" fmla="*/ 426 w 487"/>
                <a:gd name="T61" fmla="*/ 49 h 272"/>
                <a:gd name="T62" fmla="*/ 441 w 487"/>
                <a:gd name="T63" fmla="*/ 45 h 272"/>
                <a:gd name="T64" fmla="*/ 425 w 487"/>
                <a:gd name="T65" fmla="*/ 40 h 272"/>
                <a:gd name="T66" fmla="*/ 391 w 487"/>
                <a:gd name="T67" fmla="*/ 33 h 272"/>
                <a:gd name="T68" fmla="*/ 283 w 487"/>
                <a:gd name="T69" fmla="*/ 0 h 272"/>
                <a:gd name="T70" fmla="*/ 56 w 487"/>
                <a:gd name="T71" fmla="*/ 0 h 2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7" h="272">
                  <a:moveTo>
                    <a:pt x="62" y="0"/>
                  </a:moveTo>
                  <a:cubicBezTo>
                    <a:pt x="62" y="0"/>
                    <a:pt x="131" y="15"/>
                    <a:pt x="169" y="36"/>
                  </a:cubicBezTo>
                  <a:cubicBezTo>
                    <a:pt x="175" y="38"/>
                    <a:pt x="190" y="37"/>
                    <a:pt x="203" y="37"/>
                  </a:cubicBezTo>
                  <a:cubicBezTo>
                    <a:pt x="217" y="37"/>
                    <a:pt x="223" y="45"/>
                    <a:pt x="223" y="48"/>
                  </a:cubicBezTo>
                  <a:cubicBezTo>
                    <a:pt x="223" y="53"/>
                    <a:pt x="217" y="58"/>
                    <a:pt x="206" y="59"/>
                  </a:cubicBezTo>
                  <a:cubicBezTo>
                    <a:pt x="195" y="59"/>
                    <a:pt x="177" y="57"/>
                    <a:pt x="162" y="62"/>
                  </a:cubicBezTo>
                  <a:cubicBezTo>
                    <a:pt x="140" y="68"/>
                    <a:pt x="1" y="204"/>
                    <a:pt x="1" y="214"/>
                  </a:cubicBezTo>
                  <a:cubicBezTo>
                    <a:pt x="1" y="214"/>
                    <a:pt x="0" y="225"/>
                    <a:pt x="9" y="231"/>
                  </a:cubicBezTo>
                  <a:cubicBezTo>
                    <a:pt x="42" y="231"/>
                    <a:pt x="42" y="231"/>
                    <a:pt x="42" y="231"/>
                  </a:cubicBezTo>
                  <a:cubicBezTo>
                    <a:pt x="42" y="231"/>
                    <a:pt x="45" y="230"/>
                    <a:pt x="45" y="223"/>
                  </a:cubicBezTo>
                  <a:cubicBezTo>
                    <a:pt x="45" y="205"/>
                    <a:pt x="45" y="205"/>
                    <a:pt x="45" y="205"/>
                  </a:cubicBezTo>
                  <a:cubicBezTo>
                    <a:pt x="45" y="205"/>
                    <a:pt x="49" y="194"/>
                    <a:pt x="65" y="194"/>
                  </a:cubicBezTo>
                  <a:cubicBezTo>
                    <a:pt x="81" y="194"/>
                    <a:pt x="85" y="205"/>
                    <a:pt x="85" y="205"/>
                  </a:cubicBezTo>
                  <a:cubicBezTo>
                    <a:pt x="85" y="265"/>
                    <a:pt x="85" y="265"/>
                    <a:pt x="85" y="265"/>
                  </a:cubicBezTo>
                  <a:cubicBezTo>
                    <a:pt x="85" y="265"/>
                    <a:pt x="86" y="272"/>
                    <a:pt x="92" y="272"/>
                  </a:cubicBezTo>
                  <a:cubicBezTo>
                    <a:pt x="99" y="272"/>
                    <a:pt x="100" y="264"/>
                    <a:pt x="100" y="264"/>
                  </a:cubicBezTo>
                  <a:cubicBezTo>
                    <a:pt x="100" y="207"/>
                    <a:pt x="100" y="207"/>
                    <a:pt x="100" y="207"/>
                  </a:cubicBezTo>
                  <a:cubicBezTo>
                    <a:pt x="100" y="207"/>
                    <a:pt x="105" y="184"/>
                    <a:pt x="123" y="184"/>
                  </a:cubicBezTo>
                  <a:cubicBezTo>
                    <a:pt x="141" y="184"/>
                    <a:pt x="144" y="204"/>
                    <a:pt x="144" y="20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4"/>
                    <a:pt x="144" y="271"/>
                    <a:pt x="150" y="271"/>
                  </a:cubicBezTo>
                  <a:cubicBezTo>
                    <a:pt x="157" y="271"/>
                    <a:pt x="157" y="264"/>
                    <a:pt x="157" y="264"/>
                  </a:cubicBezTo>
                  <a:cubicBezTo>
                    <a:pt x="157" y="264"/>
                    <a:pt x="156" y="229"/>
                    <a:pt x="157" y="213"/>
                  </a:cubicBezTo>
                  <a:cubicBezTo>
                    <a:pt x="157" y="198"/>
                    <a:pt x="169" y="197"/>
                    <a:pt x="176" y="196"/>
                  </a:cubicBezTo>
                  <a:cubicBezTo>
                    <a:pt x="184" y="196"/>
                    <a:pt x="194" y="198"/>
                    <a:pt x="197" y="205"/>
                  </a:cubicBezTo>
                  <a:cubicBezTo>
                    <a:pt x="200" y="209"/>
                    <a:pt x="199" y="227"/>
                    <a:pt x="199" y="227"/>
                  </a:cubicBezTo>
                  <a:cubicBezTo>
                    <a:pt x="250" y="227"/>
                    <a:pt x="250" y="227"/>
                    <a:pt x="250" y="227"/>
                  </a:cubicBezTo>
                  <a:cubicBezTo>
                    <a:pt x="250" y="212"/>
                    <a:pt x="268" y="207"/>
                    <a:pt x="277" y="207"/>
                  </a:cubicBezTo>
                  <a:cubicBezTo>
                    <a:pt x="285" y="207"/>
                    <a:pt x="288" y="203"/>
                    <a:pt x="288" y="203"/>
                  </a:cubicBezTo>
                  <a:cubicBezTo>
                    <a:pt x="288" y="203"/>
                    <a:pt x="406" y="66"/>
                    <a:pt x="426" y="59"/>
                  </a:cubicBezTo>
                  <a:cubicBezTo>
                    <a:pt x="446" y="51"/>
                    <a:pt x="459" y="54"/>
                    <a:pt x="470" y="53"/>
                  </a:cubicBezTo>
                  <a:cubicBezTo>
                    <a:pt x="481" y="52"/>
                    <a:pt x="487" y="53"/>
                    <a:pt x="487" y="48"/>
                  </a:cubicBezTo>
                  <a:cubicBezTo>
                    <a:pt x="487" y="45"/>
                    <a:pt x="483" y="43"/>
                    <a:pt x="469" y="43"/>
                  </a:cubicBezTo>
                  <a:cubicBezTo>
                    <a:pt x="455" y="43"/>
                    <a:pt x="444" y="43"/>
                    <a:pt x="432" y="36"/>
                  </a:cubicBezTo>
                  <a:cubicBezTo>
                    <a:pt x="402" y="18"/>
                    <a:pt x="313" y="0"/>
                    <a:pt x="313" y="0"/>
                  </a:cubicBezTo>
                  <a:lnTo>
                    <a:pt x="62" y="0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8" name="Freeform 122">
              <a:extLst>
                <a:ext uri="{FF2B5EF4-FFF2-40B4-BE49-F238E27FC236}">
                  <a16:creationId xmlns:a16="http://schemas.microsoft.com/office/drawing/2014/main" id="{2E7AE9F6-B488-437A-B312-E23809E3F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834"/>
              <a:ext cx="470" cy="264"/>
            </a:xfrm>
            <a:custGeom>
              <a:avLst/>
              <a:gdLst>
                <a:gd name="T0" fmla="*/ 56 w 486"/>
                <a:gd name="T1" fmla="*/ 0 h 272"/>
                <a:gd name="T2" fmla="*/ 153 w 486"/>
                <a:gd name="T3" fmla="*/ 33 h 272"/>
                <a:gd name="T4" fmla="*/ 184 w 486"/>
                <a:gd name="T5" fmla="*/ 34 h 272"/>
                <a:gd name="T6" fmla="*/ 201 w 486"/>
                <a:gd name="T7" fmla="*/ 45 h 272"/>
                <a:gd name="T8" fmla="*/ 185 w 486"/>
                <a:gd name="T9" fmla="*/ 53 h 272"/>
                <a:gd name="T10" fmla="*/ 146 w 486"/>
                <a:gd name="T11" fmla="*/ 56 h 272"/>
                <a:gd name="T12" fmla="*/ 1 w 486"/>
                <a:gd name="T13" fmla="*/ 196 h 272"/>
                <a:gd name="T14" fmla="*/ 8 w 486"/>
                <a:gd name="T15" fmla="*/ 211 h 272"/>
                <a:gd name="T16" fmla="*/ 38 w 486"/>
                <a:gd name="T17" fmla="*/ 211 h 272"/>
                <a:gd name="T18" fmla="*/ 41 w 486"/>
                <a:gd name="T19" fmla="*/ 204 h 272"/>
                <a:gd name="T20" fmla="*/ 41 w 486"/>
                <a:gd name="T21" fmla="*/ 187 h 272"/>
                <a:gd name="T22" fmla="*/ 58 w 486"/>
                <a:gd name="T23" fmla="*/ 177 h 272"/>
                <a:gd name="T24" fmla="*/ 76 w 486"/>
                <a:gd name="T25" fmla="*/ 187 h 272"/>
                <a:gd name="T26" fmla="*/ 76 w 486"/>
                <a:gd name="T27" fmla="*/ 242 h 272"/>
                <a:gd name="T28" fmla="*/ 82 w 486"/>
                <a:gd name="T29" fmla="*/ 248 h 272"/>
                <a:gd name="T30" fmla="*/ 91 w 486"/>
                <a:gd name="T31" fmla="*/ 241 h 272"/>
                <a:gd name="T32" fmla="*/ 91 w 486"/>
                <a:gd name="T33" fmla="*/ 189 h 272"/>
                <a:gd name="T34" fmla="*/ 110 w 486"/>
                <a:gd name="T35" fmla="*/ 169 h 272"/>
                <a:gd name="T36" fmla="*/ 129 w 486"/>
                <a:gd name="T37" fmla="*/ 186 h 272"/>
                <a:gd name="T38" fmla="*/ 129 w 486"/>
                <a:gd name="T39" fmla="*/ 241 h 272"/>
                <a:gd name="T40" fmla="*/ 135 w 486"/>
                <a:gd name="T41" fmla="*/ 248 h 272"/>
                <a:gd name="T42" fmla="*/ 141 w 486"/>
                <a:gd name="T43" fmla="*/ 241 h 272"/>
                <a:gd name="T44" fmla="*/ 141 w 486"/>
                <a:gd name="T45" fmla="*/ 195 h 272"/>
                <a:gd name="T46" fmla="*/ 159 w 486"/>
                <a:gd name="T47" fmla="*/ 179 h 272"/>
                <a:gd name="T48" fmla="*/ 179 w 486"/>
                <a:gd name="T49" fmla="*/ 187 h 272"/>
                <a:gd name="T50" fmla="*/ 179 w 486"/>
                <a:gd name="T51" fmla="*/ 208 h 272"/>
                <a:gd name="T52" fmla="*/ 225 w 486"/>
                <a:gd name="T53" fmla="*/ 208 h 272"/>
                <a:gd name="T54" fmla="*/ 250 w 486"/>
                <a:gd name="T55" fmla="*/ 189 h 272"/>
                <a:gd name="T56" fmla="*/ 260 w 486"/>
                <a:gd name="T57" fmla="*/ 185 h 272"/>
                <a:gd name="T58" fmla="*/ 384 w 486"/>
                <a:gd name="T59" fmla="*/ 53 h 272"/>
                <a:gd name="T60" fmla="*/ 425 w 486"/>
                <a:gd name="T61" fmla="*/ 49 h 272"/>
                <a:gd name="T62" fmla="*/ 440 w 486"/>
                <a:gd name="T63" fmla="*/ 45 h 272"/>
                <a:gd name="T64" fmla="*/ 424 w 486"/>
                <a:gd name="T65" fmla="*/ 40 h 272"/>
                <a:gd name="T66" fmla="*/ 390 w 486"/>
                <a:gd name="T67" fmla="*/ 33 h 272"/>
                <a:gd name="T68" fmla="*/ 282 w 486"/>
                <a:gd name="T69" fmla="*/ 0 h 272"/>
                <a:gd name="T70" fmla="*/ 56 w 486"/>
                <a:gd name="T71" fmla="*/ 0 h 2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6" h="272">
                  <a:moveTo>
                    <a:pt x="62" y="0"/>
                  </a:moveTo>
                  <a:cubicBezTo>
                    <a:pt x="62" y="0"/>
                    <a:pt x="130" y="15"/>
                    <a:pt x="169" y="36"/>
                  </a:cubicBezTo>
                  <a:cubicBezTo>
                    <a:pt x="174" y="38"/>
                    <a:pt x="189" y="37"/>
                    <a:pt x="203" y="37"/>
                  </a:cubicBezTo>
                  <a:cubicBezTo>
                    <a:pt x="216" y="37"/>
                    <a:pt x="222" y="45"/>
                    <a:pt x="222" y="48"/>
                  </a:cubicBezTo>
                  <a:cubicBezTo>
                    <a:pt x="222" y="53"/>
                    <a:pt x="217" y="58"/>
                    <a:pt x="205" y="59"/>
                  </a:cubicBezTo>
                  <a:cubicBezTo>
                    <a:pt x="194" y="59"/>
                    <a:pt x="176" y="57"/>
                    <a:pt x="161" y="62"/>
                  </a:cubicBezTo>
                  <a:cubicBezTo>
                    <a:pt x="139" y="68"/>
                    <a:pt x="0" y="204"/>
                    <a:pt x="1" y="214"/>
                  </a:cubicBezTo>
                  <a:cubicBezTo>
                    <a:pt x="1" y="214"/>
                    <a:pt x="0" y="225"/>
                    <a:pt x="8" y="231"/>
                  </a:cubicBezTo>
                  <a:cubicBezTo>
                    <a:pt x="41" y="231"/>
                    <a:pt x="41" y="231"/>
                    <a:pt x="41" y="231"/>
                  </a:cubicBezTo>
                  <a:cubicBezTo>
                    <a:pt x="41" y="231"/>
                    <a:pt x="44" y="230"/>
                    <a:pt x="44" y="223"/>
                  </a:cubicBezTo>
                  <a:cubicBezTo>
                    <a:pt x="44" y="205"/>
                    <a:pt x="44" y="205"/>
                    <a:pt x="44" y="205"/>
                  </a:cubicBezTo>
                  <a:cubicBezTo>
                    <a:pt x="44" y="205"/>
                    <a:pt x="48" y="194"/>
                    <a:pt x="64" y="194"/>
                  </a:cubicBezTo>
                  <a:cubicBezTo>
                    <a:pt x="80" y="194"/>
                    <a:pt x="85" y="205"/>
                    <a:pt x="85" y="205"/>
                  </a:cubicBezTo>
                  <a:cubicBezTo>
                    <a:pt x="85" y="265"/>
                    <a:pt x="85" y="265"/>
                    <a:pt x="85" y="265"/>
                  </a:cubicBezTo>
                  <a:cubicBezTo>
                    <a:pt x="85" y="265"/>
                    <a:pt x="85" y="272"/>
                    <a:pt x="91" y="272"/>
                  </a:cubicBezTo>
                  <a:cubicBezTo>
                    <a:pt x="98" y="272"/>
                    <a:pt x="100" y="264"/>
                    <a:pt x="100" y="264"/>
                  </a:cubicBezTo>
                  <a:cubicBezTo>
                    <a:pt x="100" y="207"/>
                    <a:pt x="100" y="207"/>
                    <a:pt x="100" y="207"/>
                  </a:cubicBezTo>
                  <a:cubicBezTo>
                    <a:pt x="100" y="207"/>
                    <a:pt x="104" y="184"/>
                    <a:pt x="122" y="184"/>
                  </a:cubicBezTo>
                  <a:cubicBezTo>
                    <a:pt x="140" y="184"/>
                    <a:pt x="143" y="204"/>
                    <a:pt x="143" y="20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4"/>
                    <a:pt x="143" y="271"/>
                    <a:pt x="150" y="271"/>
                  </a:cubicBezTo>
                  <a:cubicBezTo>
                    <a:pt x="156" y="271"/>
                    <a:pt x="156" y="264"/>
                    <a:pt x="156" y="264"/>
                  </a:cubicBezTo>
                  <a:cubicBezTo>
                    <a:pt x="156" y="264"/>
                    <a:pt x="155" y="229"/>
                    <a:pt x="156" y="213"/>
                  </a:cubicBezTo>
                  <a:cubicBezTo>
                    <a:pt x="156" y="198"/>
                    <a:pt x="168" y="197"/>
                    <a:pt x="176" y="196"/>
                  </a:cubicBezTo>
                  <a:cubicBezTo>
                    <a:pt x="183" y="196"/>
                    <a:pt x="193" y="198"/>
                    <a:pt x="197" y="205"/>
                  </a:cubicBezTo>
                  <a:cubicBezTo>
                    <a:pt x="199" y="209"/>
                    <a:pt x="198" y="227"/>
                    <a:pt x="198" y="227"/>
                  </a:cubicBezTo>
                  <a:cubicBezTo>
                    <a:pt x="249" y="227"/>
                    <a:pt x="249" y="227"/>
                    <a:pt x="249" y="227"/>
                  </a:cubicBezTo>
                  <a:cubicBezTo>
                    <a:pt x="249" y="212"/>
                    <a:pt x="268" y="207"/>
                    <a:pt x="276" y="207"/>
                  </a:cubicBezTo>
                  <a:cubicBezTo>
                    <a:pt x="284" y="207"/>
                    <a:pt x="287" y="203"/>
                    <a:pt x="287" y="203"/>
                  </a:cubicBezTo>
                  <a:cubicBezTo>
                    <a:pt x="287" y="203"/>
                    <a:pt x="406" y="66"/>
                    <a:pt x="425" y="59"/>
                  </a:cubicBezTo>
                  <a:cubicBezTo>
                    <a:pt x="445" y="51"/>
                    <a:pt x="458" y="54"/>
                    <a:pt x="469" y="53"/>
                  </a:cubicBezTo>
                  <a:cubicBezTo>
                    <a:pt x="480" y="52"/>
                    <a:pt x="486" y="53"/>
                    <a:pt x="486" y="48"/>
                  </a:cubicBezTo>
                  <a:cubicBezTo>
                    <a:pt x="486" y="45"/>
                    <a:pt x="482" y="43"/>
                    <a:pt x="468" y="43"/>
                  </a:cubicBezTo>
                  <a:cubicBezTo>
                    <a:pt x="455" y="43"/>
                    <a:pt x="443" y="43"/>
                    <a:pt x="431" y="36"/>
                  </a:cubicBezTo>
                  <a:cubicBezTo>
                    <a:pt x="401" y="18"/>
                    <a:pt x="312" y="0"/>
                    <a:pt x="312" y="0"/>
                  </a:cubicBezTo>
                  <a:lnTo>
                    <a:pt x="62" y="0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9" name="Freeform 123">
              <a:extLst>
                <a:ext uri="{FF2B5EF4-FFF2-40B4-BE49-F238E27FC236}">
                  <a16:creationId xmlns:a16="http://schemas.microsoft.com/office/drawing/2014/main" id="{BCE708B8-5A14-41F1-B071-57ADAC51B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023"/>
              <a:ext cx="472" cy="638"/>
            </a:xfrm>
            <a:custGeom>
              <a:avLst/>
              <a:gdLst>
                <a:gd name="T0" fmla="*/ 291 w 488"/>
                <a:gd name="T1" fmla="*/ 600 h 658"/>
                <a:gd name="T2" fmla="*/ 386 w 488"/>
                <a:gd name="T3" fmla="*/ 576 h 658"/>
                <a:gd name="T4" fmla="*/ 420 w 488"/>
                <a:gd name="T5" fmla="*/ 571 h 658"/>
                <a:gd name="T6" fmla="*/ 436 w 488"/>
                <a:gd name="T7" fmla="*/ 568 h 658"/>
                <a:gd name="T8" fmla="*/ 421 w 488"/>
                <a:gd name="T9" fmla="*/ 564 h 658"/>
                <a:gd name="T10" fmla="*/ 381 w 488"/>
                <a:gd name="T11" fmla="*/ 560 h 658"/>
                <a:gd name="T12" fmla="*/ 235 w 488"/>
                <a:gd name="T13" fmla="*/ 439 h 658"/>
                <a:gd name="T14" fmla="*/ 242 w 488"/>
                <a:gd name="T15" fmla="*/ 424 h 658"/>
                <a:gd name="T16" fmla="*/ 241 w 488"/>
                <a:gd name="T17" fmla="*/ 406 h 658"/>
                <a:gd name="T18" fmla="*/ 235 w 488"/>
                <a:gd name="T19" fmla="*/ 391 h 658"/>
                <a:gd name="T20" fmla="*/ 260 w 488"/>
                <a:gd name="T21" fmla="*/ 355 h 658"/>
                <a:gd name="T22" fmla="*/ 281 w 488"/>
                <a:gd name="T23" fmla="*/ 330 h 658"/>
                <a:gd name="T24" fmla="*/ 282 w 488"/>
                <a:gd name="T25" fmla="*/ 329 h 658"/>
                <a:gd name="T26" fmla="*/ 392 w 488"/>
                <a:gd name="T27" fmla="*/ 257 h 658"/>
                <a:gd name="T28" fmla="*/ 426 w 488"/>
                <a:gd name="T29" fmla="*/ 242 h 658"/>
                <a:gd name="T30" fmla="*/ 442 w 488"/>
                <a:gd name="T31" fmla="*/ 232 h 658"/>
                <a:gd name="T32" fmla="*/ 427 w 488"/>
                <a:gd name="T33" fmla="*/ 223 h 658"/>
                <a:gd name="T34" fmla="*/ 386 w 488"/>
                <a:gd name="T35" fmla="*/ 211 h 658"/>
                <a:gd name="T36" fmla="*/ 257 w 488"/>
                <a:gd name="T37" fmla="*/ 72 h 658"/>
                <a:gd name="T38" fmla="*/ 247 w 488"/>
                <a:gd name="T39" fmla="*/ 65 h 658"/>
                <a:gd name="T40" fmla="*/ 227 w 488"/>
                <a:gd name="T41" fmla="*/ 46 h 658"/>
                <a:gd name="T42" fmla="*/ 186 w 488"/>
                <a:gd name="T43" fmla="*/ 46 h 658"/>
                <a:gd name="T44" fmla="*/ 168 w 488"/>
                <a:gd name="T45" fmla="*/ 37 h 658"/>
                <a:gd name="T46" fmla="*/ 167 w 488"/>
                <a:gd name="T47" fmla="*/ 16 h 658"/>
                <a:gd name="T48" fmla="*/ 157 w 488"/>
                <a:gd name="T49" fmla="*/ 18 h 658"/>
                <a:gd name="T50" fmla="*/ 157 w 488"/>
                <a:gd name="T51" fmla="*/ 67 h 658"/>
                <a:gd name="T52" fmla="*/ 134 w 488"/>
                <a:gd name="T53" fmla="*/ 86 h 658"/>
                <a:gd name="T54" fmla="*/ 116 w 488"/>
                <a:gd name="T55" fmla="*/ 67 h 658"/>
                <a:gd name="T56" fmla="*/ 116 w 488"/>
                <a:gd name="T57" fmla="*/ 10 h 658"/>
                <a:gd name="T58" fmla="*/ 105 w 488"/>
                <a:gd name="T59" fmla="*/ 10 h 658"/>
                <a:gd name="T60" fmla="*/ 105 w 488"/>
                <a:gd name="T61" fmla="*/ 67 h 658"/>
                <a:gd name="T62" fmla="*/ 82 w 488"/>
                <a:gd name="T63" fmla="*/ 86 h 658"/>
                <a:gd name="T64" fmla="*/ 64 w 488"/>
                <a:gd name="T65" fmla="*/ 68 h 658"/>
                <a:gd name="T66" fmla="*/ 64 w 488"/>
                <a:gd name="T67" fmla="*/ 23 h 658"/>
                <a:gd name="T68" fmla="*/ 60 w 488"/>
                <a:gd name="T69" fmla="*/ 15 h 658"/>
                <a:gd name="T70" fmla="*/ 55 w 488"/>
                <a:gd name="T71" fmla="*/ 31 h 658"/>
                <a:gd name="T72" fmla="*/ 42 w 488"/>
                <a:gd name="T73" fmla="*/ 49 h 658"/>
                <a:gd name="T74" fmla="*/ 9 w 488"/>
                <a:gd name="T75" fmla="*/ 49 h 658"/>
                <a:gd name="T76" fmla="*/ 1 w 488"/>
                <a:gd name="T77" fmla="*/ 66 h 658"/>
                <a:gd name="T78" fmla="*/ 25 w 488"/>
                <a:gd name="T79" fmla="*/ 101 h 658"/>
                <a:gd name="T80" fmla="*/ 42 w 488"/>
                <a:gd name="T81" fmla="*/ 129 h 658"/>
                <a:gd name="T82" fmla="*/ 148 w 488"/>
                <a:gd name="T83" fmla="*/ 204 h 658"/>
                <a:gd name="T84" fmla="*/ 184 w 488"/>
                <a:gd name="T85" fmla="*/ 211 h 658"/>
                <a:gd name="T86" fmla="*/ 203 w 488"/>
                <a:gd name="T87" fmla="*/ 232 h 658"/>
                <a:gd name="T88" fmla="*/ 185 w 488"/>
                <a:gd name="T89" fmla="*/ 253 h 658"/>
                <a:gd name="T90" fmla="*/ 148 w 488"/>
                <a:gd name="T91" fmla="*/ 266 h 658"/>
                <a:gd name="T92" fmla="*/ 37 w 488"/>
                <a:gd name="T93" fmla="*/ 397 h 658"/>
                <a:gd name="T94" fmla="*/ 35 w 488"/>
                <a:gd name="T95" fmla="*/ 398 h 658"/>
                <a:gd name="T96" fmla="*/ 17 w 488"/>
                <a:gd name="T97" fmla="*/ 401 h 658"/>
                <a:gd name="T98" fmla="*/ 8 w 488"/>
                <a:gd name="T99" fmla="*/ 410 h 658"/>
                <a:gd name="T100" fmla="*/ 16 w 488"/>
                <a:gd name="T101" fmla="*/ 424 h 658"/>
                <a:gd name="T102" fmla="*/ 36 w 488"/>
                <a:gd name="T103" fmla="*/ 431 h 658"/>
                <a:gd name="T104" fmla="*/ 166 w 488"/>
                <a:gd name="T105" fmla="*/ 558 h 658"/>
                <a:gd name="T106" fmla="*/ 203 w 488"/>
                <a:gd name="T107" fmla="*/ 560 h 658"/>
                <a:gd name="T108" fmla="*/ 222 w 488"/>
                <a:gd name="T109" fmla="*/ 568 h 658"/>
                <a:gd name="T110" fmla="*/ 205 w 488"/>
                <a:gd name="T111" fmla="*/ 574 h 658"/>
                <a:gd name="T112" fmla="*/ 167 w 488"/>
                <a:gd name="T113" fmla="*/ 579 h 658"/>
                <a:gd name="T114" fmla="*/ 74 w 488"/>
                <a:gd name="T115" fmla="*/ 600 h 658"/>
                <a:gd name="T116" fmla="*/ 291 w 488"/>
                <a:gd name="T117" fmla="*/ 600 h 6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88" h="658">
                  <a:moveTo>
                    <a:pt x="322" y="658"/>
                  </a:moveTo>
                  <a:cubicBezTo>
                    <a:pt x="322" y="658"/>
                    <a:pt x="397" y="645"/>
                    <a:pt x="427" y="632"/>
                  </a:cubicBezTo>
                  <a:cubicBezTo>
                    <a:pt x="439" y="627"/>
                    <a:pt x="451" y="626"/>
                    <a:pt x="464" y="626"/>
                  </a:cubicBezTo>
                  <a:cubicBezTo>
                    <a:pt x="478" y="626"/>
                    <a:pt x="482" y="625"/>
                    <a:pt x="482" y="623"/>
                  </a:cubicBezTo>
                  <a:cubicBezTo>
                    <a:pt x="482" y="619"/>
                    <a:pt x="476" y="620"/>
                    <a:pt x="465" y="619"/>
                  </a:cubicBezTo>
                  <a:cubicBezTo>
                    <a:pt x="454" y="619"/>
                    <a:pt x="441" y="621"/>
                    <a:pt x="421" y="615"/>
                  </a:cubicBezTo>
                  <a:cubicBezTo>
                    <a:pt x="402" y="609"/>
                    <a:pt x="259" y="500"/>
                    <a:pt x="259" y="482"/>
                  </a:cubicBezTo>
                  <a:cubicBezTo>
                    <a:pt x="259" y="482"/>
                    <a:pt x="258" y="472"/>
                    <a:pt x="267" y="465"/>
                  </a:cubicBezTo>
                  <a:cubicBezTo>
                    <a:pt x="271" y="462"/>
                    <a:pt x="272" y="451"/>
                    <a:pt x="266" y="446"/>
                  </a:cubicBezTo>
                  <a:cubicBezTo>
                    <a:pt x="258" y="440"/>
                    <a:pt x="259" y="429"/>
                    <a:pt x="259" y="429"/>
                  </a:cubicBezTo>
                  <a:cubicBezTo>
                    <a:pt x="259" y="412"/>
                    <a:pt x="286" y="411"/>
                    <a:pt x="287" y="389"/>
                  </a:cubicBezTo>
                  <a:cubicBezTo>
                    <a:pt x="287" y="389"/>
                    <a:pt x="289" y="369"/>
                    <a:pt x="311" y="362"/>
                  </a:cubicBezTo>
                  <a:cubicBezTo>
                    <a:pt x="312" y="361"/>
                    <a:pt x="312" y="361"/>
                    <a:pt x="312" y="361"/>
                  </a:cubicBezTo>
                  <a:cubicBezTo>
                    <a:pt x="312" y="361"/>
                    <a:pt x="403" y="320"/>
                    <a:pt x="433" y="282"/>
                  </a:cubicBezTo>
                  <a:cubicBezTo>
                    <a:pt x="445" y="267"/>
                    <a:pt x="456" y="266"/>
                    <a:pt x="470" y="266"/>
                  </a:cubicBezTo>
                  <a:cubicBezTo>
                    <a:pt x="484" y="266"/>
                    <a:pt x="488" y="262"/>
                    <a:pt x="488" y="255"/>
                  </a:cubicBezTo>
                  <a:cubicBezTo>
                    <a:pt x="488" y="244"/>
                    <a:pt x="482" y="246"/>
                    <a:pt x="471" y="244"/>
                  </a:cubicBezTo>
                  <a:cubicBezTo>
                    <a:pt x="460" y="243"/>
                    <a:pt x="447" y="248"/>
                    <a:pt x="427" y="232"/>
                  </a:cubicBezTo>
                  <a:cubicBezTo>
                    <a:pt x="407" y="215"/>
                    <a:pt x="284" y="78"/>
                    <a:pt x="284" y="78"/>
                  </a:cubicBezTo>
                  <a:cubicBezTo>
                    <a:pt x="284" y="78"/>
                    <a:pt x="282" y="73"/>
                    <a:pt x="273" y="71"/>
                  </a:cubicBezTo>
                  <a:cubicBezTo>
                    <a:pt x="250" y="65"/>
                    <a:pt x="251" y="50"/>
                    <a:pt x="251" y="50"/>
                  </a:cubicBezTo>
                  <a:cubicBezTo>
                    <a:pt x="251" y="50"/>
                    <a:pt x="224" y="50"/>
                    <a:pt x="206" y="50"/>
                  </a:cubicBezTo>
                  <a:cubicBezTo>
                    <a:pt x="188" y="50"/>
                    <a:pt x="186" y="40"/>
                    <a:pt x="186" y="40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77" y="13"/>
                    <a:pt x="173" y="21"/>
                    <a:pt x="173" y="21"/>
                  </a:cubicBezTo>
                  <a:cubicBezTo>
                    <a:pt x="173" y="73"/>
                    <a:pt x="173" y="73"/>
                    <a:pt x="173" y="73"/>
                  </a:cubicBezTo>
                  <a:cubicBezTo>
                    <a:pt x="173" y="73"/>
                    <a:pt x="172" y="95"/>
                    <a:pt x="149" y="95"/>
                  </a:cubicBezTo>
                  <a:cubicBezTo>
                    <a:pt x="126" y="95"/>
                    <a:pt x="128" y="73"/>
                    <a:pt x="128" y="73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3" y="0"/>
                    <a:pt x="117" y="10"/>
                    <a:pt x="117" y="10"/>
                  </a:cubicBezTo>
                  <a:cubicBezTo>
                    <a:pt x="117" y="73"/>
                    <a:pt x="117" y="73"/>
                    <a:pt x="117" y="73"/>
                  </a:cubicBezTo>
                  <a:cubicBezTo>
                    <a:pt x="117" y="73"/>
                    <a:pt x="118" y="95"/>
                    <a:pt x="91" y="95"/>
                  </a:cubicBezTo>
                  <a:cubicBezTo>
                    <a:pt x="68" y="95"/>
                    <a:pt x="70" y="74"/>
                    <a:pt x="70" y="74"/>
                  </a:cubicBezTo>
                  <a:cubicBezTo>
                    <a:pt x="70" y="74"/>
                    <a:pt x="70" y="38"/>
                    <a:pt x="70" y="26"/>
                  </a:cubicBezTo>
                  <a:cubicBezTo>
                    <a:pt x="70" y="14"/>
                    <a:pt x="66" y="15"/>
                    <a:pt x="66" y="15"/>
                  </a:cubicBezTo>
                  <a:cubicBezTo>
                    <a:pt x="66" y="15"/>
                    <a:pt x="61" y="13"/>
                    <a:pt x="61" y="34"/>
                  </a:cubicBezTo>
                  <a:cubicBezTo>
                    <a:pt x="61" y="56"/>
                    <a:pt x="46" y="55"/>
                    <a:pt x="46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0" y="62"/>
                    <a:pt x="1" y="72"/>
                    <a:pt x="1" y="72"/>
                  </a:cubicBezTo>
                  <a:cubicBezTo>
                    <a:pt x="1" y="79"/>
                    <a:pt x="29" y="92"/>
                    <a:pt x="28" y="110"/>
                  </a:cubicBezTo>
                  <a:cubicBezTo>
                    <a:pt x="27" y="131"/>
                    <a:pt x="46" y="141"/>
                    <a:pt x="46" y="141"/>
                  </a:cubicBezTo>
                  <a:cubicBezTo>
                    <a:pt x="46" y="141"/>
                    <a:pt x="142" y="209"/>
                    <a:pt x="163" y="224"/>
                  </a:cubicBezTo>
                  <a:cubicBezTo>
                    <a:pt x="179" y="235"/>
                    <a:pt x="192" y="231"/>
                    <a:pt x="203" y="232"/>
                  </a:cubicBezTo>
                  <a:cubicBezTo>
                    <a:pt x="214" y="233"/>
                    <a:pt x="224" y="239"/>
                    <a:pt x="224" y="255"/>
                  </a:cubicBezTo>
                  <a:cubicBezTo>
                    <a:pt x="224" y="262"/>
                    <a:pt x="218" y="277"/>
                    <a:pt x="204" y="277"/>
                  </a:cubicBezTo>
                  <a:cubicBezTo>
                    <a:pt x="191" y="277"/>
                    <a:pt x="175" y="276"/>
                    <a:pt x="163" y="292"/>
                  </a:cubicBezTo>
                  <a:cubicBezTo>
                    <a:pt x="134" y="330"/>
                    <a:pt x="40" y="435"/>
                    <a:pt x="40" y="435"/>
                  </a:cubicBezTo>
                  <a:cubicBezTo>
                    <a:pt x="38" y="436"/>
                    <a:pt x="38" y="436"/>
                    <a:pt x="38" y="436"/>
                  </a:cubicBezTo>
                  <a:cubicBezTo>
                    <a:pt x="38" y="436"/>
                    <a:pt x="33" y="441"/>
                    <a:pt x="20" y="440"/>
                  </a:cubicBezTo>
                  <a:cubicBezTo>
                    <a:pt x="11" y="439"/>
                    <a:pt x="8" y="444"/>
                    <a:pt x="8" y="450"/>
                  </a:cubicBezTo>
                  <a:cubicBezTo>
                    <a:pt x="8" y="457"/>
                    <a:pt x="9" y="465"/>
                    <a:pt x="19" y="465"/>
                  </a:cubicBezTo>
                  <a:cubicBezTo>
                    <a:pt x="34" y="466"/>
                    <a:pt x="39" y="473"/>
                    <a:pt x="39" y="473"/>
                  </a:cubicBezTo>
                  <a:cubicBezTo>
                    <a:pt x="39" y="473"/>
                    <a:pt x="163" y="607"/>
                    <a:pt x="184" y="612"/>
                  </a:cubicBezTo>
                  <a:cubicBezTo>
                    <a:pt x="200" y="616"/>
                    <a:pt x="213" y="615"/>
                    <a:pt x="224" y="615"/>
                  </a:cubicBezTo>
                  <a:cubicBezTo>
                    <a:pt x="236" y="616"/>
                    <a:pt x="245" y="617"/>
                    <a:pt x="246" y="623"/>
                  </a:cubicBezTo>
                  <a:cubicBezTo>
                    <a:pt x="246" y="625"/>
                    <a:pt x="239" y="630"/>
                    <a:pt x="226" y="630"/>
                  </a:cubicBezTo>
                  <a:cubicBezTo>
                    <a:pt x="212" y="630"/>
                    <a:pt x="197" y="630"/>
                    <a:pt x="185" y="635"/>
                  </a:cubicBezTo>
                  <a:cubicBezTo>
                    <a:pt x="155" y="648"/>
                    <a:pt x="82" y="658"/>
                    <a:pt x="82" y="658"/>
                  </a:cubicBezTo>
                  <a:lnTo>
                    <a:pt x="322" y="658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0" name="Freeform 124">
              <a:extLst>
                <a:ext uri="{FF2B5EF4-FFF2-40B4-BE49-F238E27FC236}">
                  <a16:creationId xmlns:a16="http://schemas.microsoft.com/office/drawing/2014/main" id="{6194B28B-D2D9-461E-9B8A-2ACE3C6CB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23"/>
              <a:ext cx="472" cy="638"/>
            </a:xfrm>
            <a:custGeom>
              <a:avLst/>
              <a:gdLst>
                <a:gd name="T0" fmla="*/ 279 w 488"/>
                <a:gd name="T1" fmla="*/ 600 h 658"/>
                <a:gd name="T2" fmla="*/ 386 w 488"/>
                <a:gd name="T3" fmla="*/ 576 h 658"/>
                <a:gd name="T4" fmla="*/ 420 w 488"/>
                <a:gd name="T5" fmla="*/ 572 h 658"/>
                <a:gd name="T6" fmla="*/ 436 w 488"/>
                <a:gd name="T7" fmla="*/ 568 h 658"/>
                <a:gd name="T8" fmla="*/ 421 w 488"/>
                <a:gd name="T9" fmla="*/ 564 h 658"/>
                <a:gd name="T10" fmla="*/ 381 w 488"/>
                <a:gd name="T11" fmla="*/ 560 h 658"/>
                <a:gd name="T12" fmla="*/ 235 w 488"/>
                <a:gd name="T13" fmla="*/ 440 h 658"/>
                <a:gd name="T14" fmla="*/ 242 w 488"/>
                <a:gd name="T15" fmla="*/ 425 h 658"/>
                <a:gd name="T16" fmla="*/ 241 w 488"/>
                <a:gd name="T17" fmla="*/ 407 h 658"/>
                <a:gd name="T18" fmla="*/ 235 w 488"/>
                <a:gd name="T19" fmla="*/ 392 h 658"/>
                <a:gd name="T20" fmla="*/ 260 w 488"/>
                <a:gd name="T21" fmla="*/ 356 h 658"/>
                <a:gd name="T22" fmla="*/ 281 w 488"/>
                <a:gd name="T23" fmla="*/ 330 h 658"/>
                <a:gd name="T24" fmla="*/ 284 w 488"/>
                <a:gd name="T25" fmla="*/ 329 h 658"/>
                <a:gd name="T26" fmla="*/ 392 w 488"/>
                <a:gd name="T27" fmla="*/ 257 h 658"/>
                <a:gd name="T28" fmla="*/ 426 w 488"/>
                <a:gd name="T29" fmla="*/ 242 h 658"/>
                <a:gd name="T30" fmla="*/ 442 w 488"/>
                <a:gd name="T31" fmla="*/ 232 h 658"/>
                <a:gd name="T32" fmla="*/ 427 w 488"/>
                <a:gd name="T33" fmla="*/ 223 h 658"/>
                <a:gd name="T34" fmla="*/ 386 w 488"/>
                <a:gd name="T35" fmla="*/ 211 h 658"/>
                <a:gd name="T36" fmla="*/ 257 w 488"/>
                <a:gd name="T37" fmla="*/ 72 h 658"/>
                <a:gd name="T38" fmla="*/ 247 w 488"/>
                <a:gd name="T39" fmla="*/ 65 h 658"/>
                <a:gd name="T40" fmla="*/ 227 w 488"/>
                <a:gd name="T41" fmla="*/ 46 h 658"/>
                <a:gd name="T42" fmla="*/ 186 w 488"/>
                <a:gd name="T43" fmla="*/ 46 h 658"/>
                <a:gd name="T44" fmla="*/ 168 w 488"/>
                <a:gd name="T45" fmla="*/ 37 h 658"/>
                <a:gd name="T46" fmla="*/ 167 w 488"/>
                <a:gd name="T47" fmla="*/ 16 h 658"/>
                <a:gd name="T48" fmla="*/ 157 w 488"/>
                <a:gd name="T49" fmla="*/ 18 h 658"/>
                <a:gd name="T50" fmla="*/ 157 w 488"/>
                <a:gd name="T51" fmla="*/ 67 h 658"/>
                <a:gd name="T52" fmla="*/ 134 w 488"/>
                <a:gd name="T53" fmla="*/ 86 h 658"/>
                <a:gd name="T54" fmla="*/ 116 w 488"/>
                <a:gd name="T55" fmla="*/ 67 h 658"/>
                <a:gd name="T56" fmla="*/ 116 w 488"/>
                <a:gd name="T57" fmla="*/ 10 h 658"/>
                <a:gd name="T58" fmla="*/ 105 w 488"/>
                <a:gd name="T59" fmla="*/ 10 h 658"/>
                <a:gd name="T60" fmla="*/ 105 w 488"/>
                <a:gd name="T61" fmla="*/ 67 h 658"/>
                <a:gd name="T62" fmla="*/ 82 w 488"/>
                <a:gd name="T63" fmla="*/ 86 h 658"/>
                <a:gd name="T64" fmla="*/ 64 w 488"/>
                <a:gd name="T65" fmla="*/ 68 h 658"/>
                <a:gd name="T66" fmla="*/ 64 w 488"/>
                <a:gd name="T67" fmla="*/ 23 h 658"/>
                <a:gd name="T68" fmla="*/ 60 w 488"/>
                <a:gd name="T69" fmla="*/ 15 h 658"/>
                <a:gd name="T70" fmla="*/ 55 w 488"/>
                <a:gd name="T71" fmla="*/ 31 h 658"/>
                <a:gd name="T72" fmla="*/ 42 w 488"/>
                <a:gd name="T73" fmla="*/ 49 h 658"/>
                <a:gd name="T74" fmla="*/ 9 w 488"/>
                <a:gd name="T75" fmla="*/ 49 h 658"/>
                <a:gd name="T76" fmla="*/ 1 w 488"/>
                <a:gd name="T77" fmla="*/ 66 h 658"/>
                <a:gd name="T78" fmla="*/ 25 w 488"/>
                <a:gd name="T79" fmla="*/ 101 h 658"/>
                <a:gd name="T80" fmla="*/ 42 w 488"/>
                <a:gd name="T81" fmla="*/ 129 h 658"/>
                <a:gd name="T82" fmla="*/ 148 w 488"/>
                <a:gd name="T83" fmla="*/ 204 h 658"/>
                <a:gd name="T84" fmla="*/ 184 w 488"/>
                <a:gd name="T85" fmla="*/ 211 h 658"/>
                <a:gd name="T86" fmla="*/ 203 w 488"/>
                <a:gd name="T87" fmla="*/ 232 h 658"/>
                <a:gd name="T88" fmla="*/ 185 w 488"/>
                <a:gd name="T89" fmla="*/ 253 h 658"/>
                <a:gd name="T90" fmla="*/ 148 w 488"/>
                <a:gd name="T91" fmla="*/ 266 h 658"/>
                <a:gd name="T92" fmla="*/ 33 w 488"/>
                <a:gd name="T93" fmla="*/ 396 h 658"/>
                <a:gd name="T94" fmla="*/ 32 w 488"/>
                <a:gd name="T95" fmla="*/ 397 h 658"/>
                <a:gd name="T96" fmla="*/ 30 w 488"/>
                <a:gd name="T97" fmla="*/ 398 h 658"/>
                <a:gd name="T98" fmla="*/ 15 w 488"/>
                <a:gd name="T99" fmla="*/ 401 h 658"/>
                <a:gd name="T100" fmla="*/ 3 w 488"/>
                <a:gd name="T101" fmla="*/ 410 h 658"/>
                <a:gd name="T102" fmla="*/ 15 w 488"/>
                <a:gd name="T103" fmla="*/ 424 h 658"/>
                <a:gd name="T104" fmla="*/ 31 w 488"/>
                <a:gd name="T105" fmla="*/ 431 h 658"/>
                <a:gd name="T106" fmla="*/ 162 w 488"/>
                <a:gd name="T107" fmla="*/ 558 h 658"/>
                <a:gd name="T108" fmla="*/ 198 w 488"/>
                <a:gd name="T109" fmla="*/ 560 h 658"/>
                <a:gd name="T110" fmla="*/ 218 w 488"/>
                <a:gd name="T111" fmla="*/ 568 h 658"/>
                <a:gd name="T112" fmla="*/ 200 w 488"/>
                <a:gd name="T113" fmla="*/ 574 h 658"/>
                <a:gd name="T114" fmla="*/ 162 w 488"/>
                <a:gd name="T115" fmla="*/ 579 h 658"/>
                <a:gd name="T116" fmla="*/ 72 w 488"/>
                <a:gd name="T117" fmla="*/ 600 h 658"/>
                <a:gd name="T118" fmla="*/ 279 w 488"/>
                <a:gd name="T119" fmla="*/ 600 h 6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88" h="658">
                  <a:moveTo>
                    <a:pt x="308" y="658"/>
                  </a:moveTo>
                  <a:cubicBezTo>
                    <a:pt x="308" y="658"/>
                    <a:pt x="397" y="645"/>
                    <a:pt x="427" y="632"/>
                  </a:cubicBezTo>
                  <a:cubicBezTo>
                    <a:pt x="439" y="627"/>
                    <a:pt x="451" y="627"/>
                    <a:pt x="464" y="627"/>
                  </a:cubicBezTo>
                  <a:cubicBezTo>
                    <a:pt x="478" y="627"/>
                    <a:pt x="482" y="625"/>
                    <a:pt x="482" y="623"/>
                  </a:cubicBezTo>
                  <a:cubicBezTo>
                    <a:pt x="482" y="619"/>
                    <a:pt x="476" y="620"/>
                    <a:pt x="465" y="619"/>
                  </a:cubicBezTo>
                  <a:cubicBezTo>
                    <a:pt x="454" y="619"/>
                    <a:pt x="441" y="621"/>
                    <a:pt x="421" y="615"/>
                  </a:cubicBezTo>
                  <a:cubicBezTo>
                    <a:pt x="402" y="610"/>
                    <a:pt x="259" y="500"/>
                    <a:pt x="259" y="483"/>
                  </a:cubicBezTo>
                  <a:cubicBezTo>
                    <a:pt x="259" y="483"/>
                    <a:pt x="258" y="473"/>
                    <a:pt x="267" y="466"/>
                  </a:cubicBezTo>
                  <a:cubicBezTo>
                    <a:pt x="271" y="462"/>
                    <a:pt x="272" y="452"/>
                    <a:pt x="266" y="447"/>
                  </a:cubicBezTo>
                  <a:cubicBezTo>
                    <a:pt x="258" y="440"/>
                    <a:pt x="259" y="430"/>
                    <a:pt x="259" y="430"/>
                  </a:cubicBezTo>
                  <a:cubicBezTo>
                    <a:pt x="259" y="413"/>
                    <a:pt x="286" y="412"/>
                    <a:pt x="287" y="390"/>
                  </a:cubicBezTo>
                  <a:cubicBezTo>
                    <a:pt x="287" y="390"/>
                    <a:pt x="289" y="370"/>
                    <a:pt x="311" y="362"/>
                  </a:cubicBezTo>
                  <a:cubicBezTo>
                    <a:pt x="314" y="361"/>
                    <a:pt x="314" y="361"/>
                    <a:pt x="314" y="361"/>
                  </a:cubicBezTo>
                  <a:cubicBezTo>
                    <a:pt x="314" y="361"/>
                    <a:pt x="403" y="320"/>
                    <a:pt x="433" y="282"/>
                  </a:cubicBezTo>
                  <a:cubicBezTo>
                    <a:pt x="445" y="267"/>
                    <a:pt x="456" y="266"/>
                    <a:pt x="470" y="266"/>
                  </a:cubicBezTo>
                  <a:cubicBezTo>
                    <a:pt x="484" y="266"/>
                    <a:pt x="488" y="262"/>
                    <a:pt x="488" y="255"/>
                  </a:cubicBezTo>
                  <a:cubicBezTo>
                    <a:pt x="488" y="244"/>
                    <a:pt x="482" y="246"/>
                    <a:pt x="471" y="244"/>
                  </a:cubicBezTo>
                  <a:cubicBezTo>
                    <a:pt x="460" y="243"/>
                    <a:pt x="447" y="248"/>
                    <a:pt x="427" y="232"/>
                  </a:cubicBezTo>
                  <a:cubicBezTo>
                    <a:pt x="407" y="215"/>
                    <a:pt x="284" y="78"/>
                    <a:pt x="284" y="78"/>
                  </a:cubicBezTo>
                  <a:cubicBezTo>
                    <a:pt x="284" y="78"/>
                    <a:pt x="282" y="73"/>
                    <a:pt x="273" y="71"/>
                  </a:cubicBezTo>
                  <a:cubicBezTo>
                    <a:pt x="250" y="65"/>
                    <a:pt x="251" y="50"/>
                    <a:pt x="251" y="50"/>
                  </a:cubicBezTo>
                  <a:cubicBezTo>
                    <a:pt x="251" y="50"/>
                    <a:pt x="224" y="50"/>
                    <a:pt x="206" y="50"/>
                  </a:cubicBezTo>
                  <a:cubicBezTo>
                    <a:pt x="188" y="50"/>
                    <a:pt x="186" y="40"/>
                    <a:pt x="186" y="40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77" y="13"/>
                    <a:pt x="173" y="21"/>
                    <a:pt x="173" y="21"/>
                  </a:cubicBezTo>
                  <a:cubicBezTo>
                    <a:pt x="173" y="73"/>
                    <a:pt x="173" y="73"/>
                    <a:pt x="173" y="73"/>
                  </a:cubicBezTo>
                  <a:cubicBezTo>
                    <a:pt x="173" y="73"/>
                    <a:pt x="172" y="95"/>
                    <a:pt x="149" y="95"/>
                  </a:cubicBezTo>
                  <a:cubicBezTo>
                    <a:pt x="126" y="95"/>
                    <a:pt x="128" y="73"/>
                    <a:pt x="128" y="73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3" y="0"/>
                    <a:pt x="117" y="10"/>
                    <a:pt x="117" y="10"/>
                  </a:cubicBezTo>
                  <a:cubicBezTo>
                    <a:pt x="117" y="73"/>
                    <a:pt x="117" y="73"/>
                    <a:pt x="117" y="73"/>
                  </a:cubicBezTo>
                  <a:cubicBezTo>
                    <a:pt x="117" y="73"/>
                    <a:pt x="118" y="95"/>
                    <a:pt x="91" y="95"/>
                  </a:cubicBezTo>
                  <a:cubicBezTo>
                    <a:pt x="68" y="95"/>
                    <a:pt x="70" y="74"/>
                    <a:pt x="70" y="74"/>
                  </a:cubicBezTo>
                  <a:cubicBezTo>
                    <a:pt x="70" y="74"/>
                    <a:pt x="70" y="38"/>
                    <a:pt x="70" y="26"/>
                  </a:cubicBezTo>
                  <a:cubicBezTo>
                    <a:pt x="70" y="14"/>
                    <a:pt x="66" y="15"/>
                    <a:pt x="66" y="15"/>
                  </a:cubicBezTo>
                  <a:cubicBezTo>
                    <a:pt x="66" y="15"/>
                    <a:pt x="61" y="13"/>
                    <a:pt x="61" y="34"/>
                  </a:cubicBezTo>
                  <a:cubicBezTo>
                    <a:pt x="61" y="56"/>
                    <a:pt x="46" y="55"/>
                    <a:pt x="46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0" y="62"/>
                    <a:pt x="1" y="72"/>
                    <a:pt x="1" y="72"/>
                  </a:cubicBezTo>
                  <a:cubicBezTo>
                    <a:pt x="1" y="79"/>
                    <a:pt x="29" y="92"/>
                    <a:pt x="28" y="110"/>
                  </a:cubicBezTo>
                  <a:cubicBezTo>
                    <a:pt x="27" y="131"/>
                    <a:pt x="46" y="141"/>
                    <a:pt x="46" y="141"/>
                  </a:cubicBezTo>
                  <a:cubicBezTo>
                    <a:pt x="46" y="141"/>
                    <a:pt x="142" y="209"/>
                    <a:pt x="163" y="224"/>
                  </a:cubicBezTo>
                  <a:cubicBezTo>
                    <a:pt x="179" y="235"/>
                    <a:pt x="192" y="231"/>
                    <a:pt x="203" y="232"/>
                  </a:cubicBezTo>
                  <a:cubicBezTo>
                    <a:pt x="214" y="233"/>
                    <a:pt x="224" y="239"/>
                    <a:pt x="224" y="255"/>
                  </a:cubicBezTo>
                  <a:cubicBezTo>
                    <a:pt x="224" y="262"/>
                    <a:pt x="218" y="277"/>
                    <a:pt x="204" y="277"/>
                  </a:cubicBezTo>
                  <a:cubicBezTo>
                    <a:pt x="191" y="277"/>
                    <a:pt x="175" y="276"/>
                    <a:pt x="163" y="292"/>
                  </a:cubicBezTo>
                  <a:cubicBezTo>
                    <a:pt x="134" y="330"/>
                    <a:pt x="36" y="434"/>
                    <a:pt x="36" y="434"/>
                  </a:cubicBezTo>
                  <a:cubicBezTo>
                    <a:pt x="35" y="435"/>
                    <a:pt x="35" y="435"/>
                    <a:pt x="35" y="435"/>
                  </a:cubicBezTo>
                  <a:cubicBezTo>
                    <a:pt x="33" y="436"/>
                    <a:pt x="33" y="436"/>
                    <a:pt x="33" y="436"/>
                  </a:cubicBezTo>
                  <a:cubicBezTo>
                    <a:pt x="33" y="436"/>
                    <a:pt x="28" y="441"/>
                    <a:pt x="15" y="440"/>
                  </a:cubicBezTo>
                  <a:cubicBezTo>
                    <a:pt x="6" y="439"/>
                    <a:pt x="3" y="443"/>
                    <a:pt x="3" y="450"/>
                  </a:cubicBezTo>
                  <a:cubicBezTo>
                    <a:pt x="3" y="457"/>
                    <a:pt x="4" y="465"/>
                    <a:pt x="15" y="465"/>
                  </a:cubicBezTo>
                  <a:cubicBezTo>
                    <a:pt x="29" y="466"/>
                    <a:pt x="34" y="473"/>
                    <a:pt x="34" y="473"/>
                  </a:cubicBezTo>
                  <a:cubicBezTo>
                    <a:pt x="34" y="473"/>
                    <a:pt x="158" y="607"/>
                    <a:pt x="179" y="612"/>
                  </a:cubicBezTo>
                  <a:cubicBezTo>
                    <a:pt x="195" y="616"/>
                    <a:pt x="208" y="615"/>
                    <a:pt x="219" y="615"/>
                  </a:cubicBezTo>
                  <a:cubicBezTo>
                    <a:pt x="231" y="616"/>
                    <a:pt x="240" y="617"/>
                    <a:pt x="241" y="623"/>
                  </a:cubicBezTo>
                  <a:cubicBezTo>
                    <a:pt x="241" y="625"/>
                    <a:pt x="234" y="630"/>
                    <a:pt x="221" y="630"/>
                  </a:cubicBezTo>
                  <a:cubicBezTo>
                    <a:pt x="207" y="630"/>
                    <a:pt x="192" y="630"/>
                    <a:pt x="180" y="635"/>
                  </a:cubicBezTo>
                  <a:cubicBezTo>
                    <a:pt x="150" y="648"/>
                    <a:pt x="80" y="658"/>
                    <a:pt x="80" y="658"/>
                  </a:cubicBezTo>
                  <a:lnTo>
                    <a:pt x="308" y="658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1" name="Freeform 125">
              <a:extLst>
                <a:ext uri="{FF2B5EF4-FFF2-40B4-BE49-F238E27FC236}">
                  <a16:creationId xmlns:a16="http://schemas.microsoft.com/office/drawing/2014/main" id="{0981F565-3E44-4A8A-A10B-F85C44C72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023"/>
              <a:ext cx="476" cy="638"/>
            </a:xfrm>
            <a:custGeom>
              <a:avLst/>
              <a:gdLst>
                <a:gd name="T0" fmla="*/ 284 w 492"/>
                <a:gd name="T1" fmla="*/ 600 h 658"/>
                <a:gd name="T2" fmla="*/ 392 w 492"/>
                <a:gd name="T3" fmla="*/ 576 h 658"/>
                <a:gd name="T4" fmla="*/ 426 w 492"/>
                <a:gd name="T5" fmla="*/ 571 h 658"/>
                <a:gd name="T6" fmla="*/ 442 w 492"/>
                <a:gd name="T7" fmla="*/ 568 h 658"/>
                <a:gd name="T8" fmla="*/ 427 w 492"/>
                <a:gd name="T9" fmla="*/ 564 h 658"/>
                <a:gd name="T10" fmla="*/ 387 w 492"/>
                <a:gd name="T11" fmla="*/ 560 h 658"/>
                <a:gd name="T12" fmla="*/ 240 w 492"/>
                <a:gd name="T13" fmla="*/ 439 h 658"/>
                <a:gd name="T14" fmla="*/ 247 w 492"/>
                <a:gd name="T15" fmla="*/ 424 h 658"/>
                <a:gd name="T16" fmla="*/ 246 w 492"/>
                <a:gd name="T17" fmla="*/ 406 h 658"/>
                <a:gd name="T18" fmla="*/ 240 w 492"/>
                <a:gd name="T19" fmla="*/ 391 h 658"/>
                <a:gd name="T20" fmla="*/ 265 w 492"/>
                <a:gd name="T21" fmla="*/ 356 h 658"/>
                <a:gd name="T22" fmla="*/ 287 w 492"/>
                <a:gd name="T23" fmla="*/ 330 h 658"/>
                <a:gd name="T24" fmla="*/ 288 w 492"/>
                <a:gd name="T25" fmla="*/ 329 h 658"/>
                <a:gd name="T26" fmla="*/ 396 w 492"/>
                <a:gd name="T27" fmla="*/ 257 h 658"/>
                <a:gd name="T28" fmla="*/ 430 w 492"/>
                <a:gd name="T29" fmla="*/ 242 h 658"/>
                <a:gd name="T30" fmla="*/ 446 w 492"/>
                <a:gd name="T31" fmla="*/ 232 h 658"/>
                <a:gd name="T32" fmla="*/ 431 w 492"/>
                <a:gd name="T33" fmla="*/ 223 h 658"/>
                <a:gd name="T34" fmla="*/ 390 w 492"/>
                <a:gd name="T35" fmla="*/ 211 h 658"/>
                <a:gd name="T36" fmla="*/ 262 w 492"/>
                <a:gd name="T37" fmla="*/ 72 h 658"/>
                <a:gd name="T38" fmla="*/ 252 w 492"/>
                <a:gd name="T39" fmla="*/ 65 h 658"/>
                <a:gd name="T40" fmla="*/ 231 w 492"/>
                <a:gd name="T41" fmla="*/ 46 h 658"/>
                <a:gd name="T42" fmla="*/ 190 w 492"/>
                <a:gd name="T43" fmla="*/ 46 h 658"/>
                <a:gd name="T44" fmla="*/ 173 w 492"/>
                <a:gd name="T45" fmla="*/ 37 h 658"/>
                <a:gd name="T46" fmla="*/ 172 w 492"/>
                <a:gd name="T47" fmla="*/ 16 h 658"/>
                <a:gd name="T48" fmla="*/ 160 w 492"/>
                <a:gd name="T49" fmla="*/ 18 h 658"/>
                <a:gd name="T50" fmla="*/ 160 w 492"/>
                <a:gd name="T51" fmla="*/ 67 h 658"/>
                <a:gd name="T52" fmla="*/ 139 w 492"/>
                <a:gd name="T53" fmla="*/ 86 h 658"/>
                <a:gd name="T54" fmla="*/ 120 w 492"/>
                <a:gd name="T55" fmla="*/ 67 h 658"/>
                <a:gd name="T56" fmla="*/ 120 w 492"/>
                <a:gd name="T57" fmla="*/ 10 h 658"/>
                <a:gd name="T58" fmla="*/ 109 w 492"/>
                <a:gd name="T59" fmla="*/ 10 h 658"/>
                <a:gd name="T60" fmla="*/ 109 w 492"/>
                <a:gd name="T61" fmla="*/ 67 h 658"/>
                <a:gd name="T62" fmla="*/ 87 w 492"/>
                <a:gd name="T63" fmla="*/ 86 h 658"/>
                <a:gd name="T64" fmla="*/ 68 w 492"/>
                <a:gd name="T65" fmla="*/ 68 h 658"/>
                <a:gd name="T66" fmla="*/ 68 w 492"/>
                <a:gd name="T67" fmla="*/ 23 h 658"/>
                <a:gd name="T68" fmla="*/ 64 w 492"/>
                <a:gd name="T69" fmla="*/ 15 h 658"/>
                <a:gd name="T70" fmla="*/ 59 w 492"/>
                <a:gd name="T71" fmla="*/ 31 h 658"/>
                <a:gd name="T72" fmla="*/ 45 w 492"/>
                <a:gd name="T73" fmla="*/ 49 h 658"/>
                <a:gd name="T74" fmla="*/ 13 w 492"/>
                <a:gd name="T75" fmla="*/ 49 h 658"/>
                <a:gd name="T76" fmla="*/ 6 w 492"/>
                <a:gd name="T77" fmla="*/ 66 h 658"/>
                <a:gd name="T78" fmla="*/ 30 w 492"/>
                <a:gd name="T79" fmla="*/ 101 h 658"/>
                <a:gd name="T80" fmla="*/ 45 w 492"/>
                <a:gd name="T81" fmla="*/ 129 h 658"/>
                <a:gd name="T82" fmla="*/ 152 w 492"/>
                <a:gd name="T83" fmla="*/ 204 h 658"/>
                <a:gd name="T84" fmla="*/ 187 w 492"/>
                <a:gd name="T85" fmla="*/ 211 h 658"/>
                <a:gd name="T86" fmla="*/ 207 w 492"/>
                <a:gd name="T87" fmla="*/ 232 h 658"/>
                <a:gd name="T88" fmla="*/ 189 w 492"/>
                <a:gd name="T89" fmla="*/ 253 h 658"/>
                <a:gd name="T90" fmla="*/ 152 w 492"/>
                <a:gd name="T91" fmla="*/ 266 h 658"/>
                <a:gd name="T92" fmla="*/ 38 w 492"/>
                <a:gd name="T93" fmla="*/ 345 h 658"/>
                <a:gd name="T94" fmla="*/ 37 w 492"/>
                <a:gd name="T95" fmla="*/ 346 h 658"/>
                <a:gd name="T96" fmla="*/ 35 w 492"/>
                <a:gd name="T97" fmla="*/ 347 h 658"/>
                <a:gd name="T98" fmla="*/ 18 w 492"/>
                <a:gd name="T99" fmla="*/ 351 h 658"/>
                <a:gd name="T100" fmla="*/ 8 w 492"/>
                <a:gd name="T101" fmla="*/ 361 h 658"/>
                <a:gd name="T102" fmla="*/ 17 w 492"/>
                <a:gd name="T103" fmla="*/ 375 h 658"/>
                <a:gd name="T104" fmla="*/ 36 w 492"/>
                <a:gd name="T105" fmla="*/ 382 h 658"/>
                <a:gd name="T106" fmla="*/ 166 w 492"/>
                <a:gd name="T107" fmla="*/ 541 h 658"/>
                <a:gd name="T108" fmla="*/ 204 w 492"/>
                <a:gd name="T109" fmla="*/ 544 h 658"/>
                <a:gd name="T110" fmla="*/ 223 w 492"/>
                <a:gd name="T111" fmla="*/ 552 h 658"/>
                <a:gd name="T112" fmla="*/ 205 w 492"/>
                <a:gd name="T113" fmla="*/ 558 h 658"/>
                <a:gd name="T114" fmla="*/ 167 w 492"/>
                <a:gd name="T115" fmla="*/ 562 h 658"/>
                <a:gd name="T116" fmla="*/ 0 w 492"/>
                <a:gd name="T117" fmla="*/ 600 h 658"/>
                <a:gd name="T118" fmla="*/ 284 w 492"/>
                <a:gd name="T119" fmla="*/ 600 h 6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92" h="658">
                  <a:moveTo>
                    <a:pt x="314" y="658"/>
                  </a:moveTo>
                  <a:cubicBezTo>
                    <a:pt x="314" y="658"/>
                    <a:pt x="403" y="645"/>
                    <a:pt x="433" y="632"/>
                  </a:cubicBezTo>
                  <a:cubicBezTo>
                    <a:pt x="445" y="627"/>
                    <a:pt x="457" y="626"/>
                    <a:pt x="470" y="626"/>
                  </a:cubicBezTo>
                  <a:cubicBezTo>
                    <a:pt x="484" y="626"/>
                    <a:pt x="488" y="625"/>
                    <a:pt x="488" y="623"/>
                  </a:cubicBezTo>
                  <a:cubicBezTo>
                    <a:pt x="488" y="619"/>
                    <a:pt x="482" y="620"/>
                    <a:pt x="471" y="619"/>
                  </a:cubicBezTo>
                  <a:cubicBezTo>
                    <a:pt x="460" y="619"/>
                    <a:pt x="447" y="621"/>
                    <a:pt x="427" y="615"/>
                  </a:cubicBezTo>
                  <a:cubicBezTo>
                    <a:pt x="408" y="609"/>
                    <a:pt x="265" y="500"/>
                    <a:pt x="265" y="482"/>
                  </a:cubicBezTo>
                  <a:cubicBezTo>
                    <a:pt x="265" y="482"/>
                    <a:pt x="264" y="472"/>
                    <a:pt x="273" y="465"/>
                  </a:cubicBezTo>
                  <a:cubicBezTo>
                    <a:pt x="277" y="462"/>
                    <a:pt x="278" y="451"/>
                    <a:pt x="272" y="446"/>
                  </a:cubicBezTo>
                  <a:cubicBezTo>
                    <a:pt x="264" y="440"/>
                    <a:pt x="265" y="429"/>
                    <a:pt x="265" y="429"/>
                  </a:cubicBezTo>
                  <a:cubicBezTo>
                    <a:pt x="265" y="412"/>
                    <a:pt x="292" y="411"/>
                    <a:pt x="293" y="390"/>
                  </a:cubicBezTo>
                  <a:cubicBezTo>
                    <a:pt x="293" y="390"/>
                    <a:pt x="295" y="369"/>
                    <a:pt x="317" y="362"/>
                  </a:cubicBezTo>
                  <a:cubicBezTo>
                    <a:pt x="317" y="362"/>
                    <a:pt x="318" y="361"/>
                    <a:pt x="318" y="361"/>
                  </a:cubicBezTo>
                  <a:cubicBezTo>
                    <a:pt x="319" y="360"/>
                    <a:pt x="408" y="320"/>
                    <a:pt x="437" y="282"/>
                  </a:cubicBezTo>
                  <a:cubicBezTo>
                    <a:pt x="449" y="267"/>
                    <a:pt x="461" y="266"/>
                    <a:pt x="474" y="266"/>
                  </a:cubicBezTo>
                  <a:cubicBezTo>
                    <a:pt x="488" y="266"/>
                    <a:pt x="492" y="262"/>
                    <a:pt x="492" y="255"/>
                  </a:cubicBezTo>
                  <a:cubicBezTo>
                    <a:pt x="492" y="244"/>
                    <a:pt x="487" y="246"/>
                    <a:pt x="475" y="244"/>
                  </a:cubicBezTo>
                  <a:cubicBezTo>
                    <a:pt x="464" y="243"/>
                    <a:pt x="451" y="248"/>
                    <a:pt x="431" y="232"/>
                  </a:cubicBezTo>
                  <a:cubicBezTo>
                    <a:pt x="412" y="215"/>
                    <a:pt x="289" y="78"/>
                    <a:pt x="289" y="78"/>
                  </a:cubicBezTo>
                  <a:cubicBezTo>
                    <a:pt x="289" y="78"/>
                    <a:pt x="286" y="73"/>
                    <a:pt x="278" y="71"/>
                  </a:cubicBezTo>
                  <a:cubicBezTo>
                    <a:pt x="254" y="65"/>
                    <a:pt x="255" y="50"/>
                    <a:pt x="255" y="50"/>
                  </a:cubicBezTo>
                  <a:cubicBezTo>
                    <a:pt x="255" y="50"/>
                    <a:pt x="228" y="50"/>
                    <a:pt x="210" y="50"/>
                  </a:cubicBezTo>
                  <a:cubicBezTo>
                    <a:pt x="192" y="50"/>
                    <a:pt x="191" y="40"/>
                    <a:pt x="191" y="40"/>
                  </a:cubicBezTo>
                  <a:cubicBezTo>
                    <a:pt x="190" y="19"/>
                    <a:pt x="190" y="19"/>
                    <a:pt x="190" y="19"/>
                  </a:cubicBezTo>
                  <a:cubicBezTo>
                    <a:pt x="182" y="13"/>
                    <a:pt x="177" y="21"/>
                    <a:pt x="177" y="21"/>
                  </a:cubicBezTo>
                  <a:cubicBezTo>
                    <a:pt x="177" y="73"/>
                    <a:pt x="177" y="73"/>
                    <a:pt x="177" y="73"/>
                  </a:cubicBezTo>
                  <a:cubicBezTo>
                    <a:pt x="177" y="73"/>
                    <a:pt x="177" y="95"/>
                    <a:pt x="154" y="95"/>
                  </a:cubicBezTo>
                  <a:cubicBezTo>
                    <a:pt x="130" y="95"/>
                    <a:pt x="132" y="73"/>
                    <a:pt x="132" y="73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28" y="0"/>
                    <a:pt x="121" y="10"/>
                    <a:pt x="121" y="10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73"/>
                    <a:pt x="123" y="95"/>
                    <a:pt x="96" y="95"/>
                  </a:cubicBezTo>
                  <a:cubicBezTo>
                    <a:pt x="72" y="95"/>
                    <a:pt x="74" y="74"/>
                    <a:pt x="74" y="74"/>
                  </a:cubicBezTo>
                  <a:cubicBezTo>
                    <a:pt x="74" y="74"/>
                    <a:pt x="74" y="38"/>
                    <a:pt x="74" y="26"/>
                  </a:cubicBezTo>
                  <a:cubicBezTo>
                    <a:pt x="74" y="14"/>
                    <a:pt x="70" y="15"/>
                    <a:pt x="70" y="15"/>
                  </a:cubicBezTo>
                  <a:cubicBezTo>
                    <a:pt x="70" y="15"/>
                    <a:pt x="65" y="13"/>
                    <a:pt x="65" y="34"/>
                  </a:cubicBezTo>
                  <a:cubicBezTo>
                    <a:pt x="65" y="56"/>
                    <a:pt x="50" y="55"/>
                    <a:pt x="50" y="55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5" y="62"/>
                    <a:pt x="6" y="72"/>
                    <a:pt x="6" y="72"/>
                  </a:cubicBezTo>
                  <a:cubicBezTo>
                    <a:pt x="5" y="79"/>
                    <a:pt x="34" y="92"/>
                    <a:pt x="33" y="110"/>
                  </a:cubicBezTo>
                  <a:cubicBezTo>
                    <a:pt x="31" y="131"/>
                    <a:pt x="51" y="141"/>
                    <a:pt x="51" y="141"/>
                  </a:cubicBezTo>
                  <a:cubicBezTo>
                    <a:pt x="51" y="141"/>
                    <a:pt x="146" y="209"/>
                    <a:pt x="167" y="224"/>
                  </a:cubicBezTo>
                  <a:cubicBezTo>
                    <a:pt x="183" y="235"/>
                    <a:pt x="196" y="231"/>
                    <a:pt x="207" y="232"/>
                  </a:cubicBezTo>
                  <a:cubicBezTo>
                    <a:pt x="218" y="233"/>
                    <a:pt x="228" y="239"/>
                    <a:pt x="228" y="255"/>
                  </a:cubicBezTo>
                  <a:cubicBezTo>
                    <a:pt x="229" y="262"/>
                    <a:pt x="222" y="277"/>
                    <a:pt x="209" y="277"/>
                  </a:cubicBezTo>
                  <a:cubicBezTo>
                    <a:pt x="195" y="277"/>
                    <a:pt x="180" y="276"/>
                    <a:pt x="167" y="292"/>
                  </a:cubicBezTo>
                  <a:cubicBezTo>
                    <a:pt x="138" y="330"/>
                    <a:pt x="41" y="379"/>
                    <a:pt x="41" y="379"/>
                  </a:cubicBezTo>
                  <a:cubicBezTo>
                    <a:pt x="40" y="380"/>
                    <a:pt x="40" y="380"/>
                    <a:pt x="40" y="380"/>
                  </a:cubicBezTo>
                  <a:cubicBezTo>
                    <a:pt x="38" y="381"/>
                    <a:pt x="38" y="381"/>
                    <a:pt x="38" y="381"/>
                  </a:cubicBezTo>
                  <a:cubicBezTo>
                    <a:pt x="38" y="381"/>
                    <a:pt x="33" y="386"/>
                    <a:pt x="21" y="385"/>
                  </a:cubicBezTo>
                  <a:cubicBezTo>
                    <a:pt x="11" y="384"/>
                    <a:pt x="8" y="389"/>
                    <a:pt x="8" y="396"/>
                  </a:cubicBezTo>
                  <a:cubicBezTo>
                    <a:pt x="8" y="403"/>
                    <a:pt x="9" y="410"/>
                    <a:pt x="20" y="411"/>
                  </a:cubicBezTo>
                  <a:cubicBezTo>
                    <a:pt x="34" y="411"/>
                    <a:pt x="39" y="419"/>
                    <a:pt x="39" y="419"/>
                  </a:cubicBezTo>
                  <a:cubicBezTo>
                    <a:pt x="39" y="419"/>
                    <a:pt x="163" y="589"/>
                    <a:pt x="184" y="594"/>
                  </a:cubicBezTo>
                  <a:cubicBezTo>
                    <a:pt x="201" y="598"/>
                    <a:pt x="213" y="597"/>
                    <a:pt x="225" y="597"/>
                  </a:cubicBezTo>
                  <a:cubicBezTo>
                    <a:pt x="236" y="597"/>
                    <a:pt x="246" y="599"/>
                    <a:pt x="246" y="605"/>
                  </a:cubicBezTo>
                  <a:cubicBezTo>
                    <a:pt x="246" y="607"/>
                    <a:pt x="240" y="612"/>
                    <a:pt x="226" y="612"/>
                  </a:cubicBezTo>
                  <a:cubicBezTo>
                    <a:pt x="213" y="612"/>
                    <a:pt x="197" y="612"/>
                    <a:pt x="185" y="617"/>
                  </a:cubicBezTo>
                  <a:cubicBezTo>
                    <a:pt x="155" y="630"/>
                    <a:pt x="0" y="658"/>
                    <a:pt x="0" y="658"/>
                  </a:cubicBezTo>
                  <a:lnTo>
                    <a:pt x="314" y="658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2" name="Freeform 126">
              <a:extLst>
                <a:ext uri="{FF2B5EF4-FFF2-40B4-BE49-F238E27FC236}">
                  <a16:creationId xmlns:a16="http://schemas.microsoft.com/office/drawing/2014/main" id="{1234DDFA-9C14-4DED-A356-FF3C26214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2023"/>
              <a:ext cx="471" cy="638"/>
            </a:xfrm>
            <a:custGeom>
              <a:avLst/>
              <a:gdLst>
                <a:gd name="T0" fmla="*/ 74 w 487"/>
                <a:gd name="T1" fmla="*/ 600 h 658"/>
                <a:gd name="T2" fmla="*/ 162 w 487"/>
                <a:gd name="T3" fmla="*/ 579 h 658"/>
                <a:gd name="T4" fmla="*/ 200 w 487"/>
                <a:gd name="T5" fmla="*/ 574 h 658"/>
                <a:gd name="T6" fmla="*/ 218 w 487"/>
                <a:gd name="T7" fmla="*/ 568 h 658"/>
                <a:gd name="T8" fmla="*/ 198 w 487"/>
                <a:gd name="T9" fmla="*/ 560 h 658"/>
                <a:gd name="T10" fmla="*/ 162 w 487"/>
                <a:gd name="T11" fmla="*/ 558 h 658"/>
                <a:gd name="T12" fmla="*/ 31 w 487"/>
                <a:gd name="T13" fmla="*/ 432 h 658"/>
                <a:gd name="T14" fmla="*/ 14 w 487"/>
                <a:gd name="T15" fmla="*/ 425 h 658"/>
                <a:gd name="T16" fmla="*/ 3 w 487"/>
                <a:gd name="T17" fmla="*/ 411 h 658"/>
                <a:gd name="T18" fmla="*/ 15 w 487"/>
                <a:gd name="T19" fmla="*/ 401 h 658"/>
                <a:gd name="T20" fmla="*/ 30 w 487"/>
                <a:gd name="T21" fmla="*/ 399 h 658"/>
                <a:gd name="T22" fmla="*/ 32 w 487"/>
                <a:gd name="T23" fmla="*/ 397 h 658"/>
                <a:gd name="T24" fmla="*/ 33 w 487"/>
                <a:gd name="T25" fmla="*/ 397 h 658"/>
                <a:gd name="T26" fmla="*/ 147 w 487"/>
                <a:gd name="T27" fmla="*/ 266 h 658"/>
                <a:gd name="T28" fmla="*/ 184 w 487"/>
                <a:gd name="T29" fmla="*/ 253 h 658"/>
                <a:gd name="T30" fmla="*/ 202 w 487"/>
                <a:gd name="T31" fmla="*/ 232 h 658"/>
                <a:gd name="T32" fmla="*/ 183 w 487"/>
                <a:gd name="T33" fmla="*/ 211 h 658"/>
                <a:gd name="T34" fmla="*/ 147 w 487"/>
                <a:gd name="T35" fmla="*/ 204 h 658"/>
                <a:gd name="T36" fmla="*/ 42 w 487"/>
                <a:gd name="T37" fmla="*/ 129 h 658"/>
                <a:gd name="T38" fmla="*/ 24 w 487"/>
                <a:gd name="T39" fmla="*/ 101 h 658"/>
                <a:gd name="T40" fmla="*/ 1 w 487"/>
                <a:gd name="T41" fmla="*/ 66 h 658"/>
                <a:gd name="T42" fmla="*/ 8 w 487"/>
                <a:gd name="T43" fmla="*/ 49 h 658"/>
                <a:gd name="T44" fmla="*/ 42 w 487"/>
                <a:gd name="T45" fmla="*/ 49 h 658"/>
                <a:gd name="T46" fmla="*/ 54 w 487"/>
                <a:gd name="T47" fmla="*/ 31 h 658"/>
                <a:gd name="T48" fmla="*/ 59 w 487"/>
                <a:gd name="T49" fmla="*/ 15 h 658"/>
                <a:gd name="T50" fmla="*/ 63 w 487"/>
                <a:gd name="T51" fmla="*/ 23 h 658"/>
                <a:gd name="T52" fmla="*/ 63 w 487"/>
                <a:gd name="T53" fmla="*/ 68 h 658"/>
                <a:gd name="T54" fmla="*/ 81 w 487"/>
                <a:gd name="T55" fmla="*/ 86 h 658"/>
                <a:gd name="T56" fmla="*/ 104 w 487"/>
                <a:gd name="T57" fmla="*/ 67 h 658"/>
                <a:gd name="T58" fmla="*/ 104 w 487"/>
                <a:gd name="T59" fmla="*/ 10 h 658"/>
                <a:gd name="T60" fmla="*/ 115 w 487"/>
                <a:gd name="T61" fmla="*/ 10 h 658"/>
                <a:gd name="T62" fmla="*/ 115 w 487"/>
                <a:gd name="T63" fmla="*/ 67 h 658"/>
                <a:gd name="T64" fmla="*/ 133 w 487"/>
                <a:gd name="T65" fmla="*/ 86 h 658"/>
                <a:gd name="T66" fmla="*/ 156 w 487"/>
                <a:gd name="T67" fmla="*/ 67 h 658"/>
                <a:gd name="T68" fmla="*/ 156 w 487"/>
                <a:gd name="T69" fmla="*/ 18 h 658"/>
                <a:gd name="T70" fmla="*/ 166 w 487"/>
                <a:gd name="T71" fmla="*/ 16 h 658"/>
                <a:gd name="T72" fmla="*/ 167 w 487"/>
                <a:gd name="T73" fmla="*/ 37 h 658"/>
                <a:gd name="T74" fmla="*/ 185 w 487"/>
                <a:gd name="T75" fmla="*/ 46 h 658"/>
                <a:gd name="T76" fmla="*/ 226 w 487"/>
                <a:gd name="T77" fmla="*/ 46 h 658"/>
                <a:gd name="T78" fmla="*/ 246 w 487"/>
                <a:gd name="T79" fmla="*/ 65 h 658"/>
                <a:gd name="T80" fmla="*/ 256 w 487"/>
                <a:gd name="T81" fmla="*/ 72 h 658"/>
                <a:gd name="T82" fmla="*/ 385 w 487"/>
                <a:gd name="T83" fmla="*/ 211 h 658"/>
                <a:gd name="T84" fmla="*/ 426 w 487"/>
                <a:gd name="T85" fmla="*/ 223 h 658"/>
                <a:gd name="T86" fmla="*/ 441 w 487"/>
                <a:gd name="T87" fmla="*/ 232 h 658"/>
                <a:gd name="T88" fmla="*/ 425 w 487"/>
                <a:gd name="T89" fmla="*/ 242 h 658"/>
                <a:gd name="T90" fmla="*/ 391 w 487"/>
                <a:gd name="T91" fmla="*/ 257 h 658"/>
                <a:gd name="T92" fmla="*/ 283 w 487"/>
                <a:gd name="T93" fmla="*/ 329 h 658"/>
                <a:gd name="T94" fmla="*/ 281 w 487"/>
                <a:gd name="T95" fmla="*/ 330 h 658"/>
                <a:gd name="T96" fmla="*/ 259 w 487"/>
                <a:gd name="T97" fmla="*/ 356 h 658"/>
                <a:gd name="T98" fmla="*/ 234 w 487"/>
                <a:gd name="T99" fmla="*/ 392 h 658"/>
                <a:gd name="T100" fmla="*/ 241 w 487"/>
                <a:gd name="T101" fmla="*/ 407 h 658"/>
                <a:gd name="T102" fmla="*/ 241 w 487"/>
                <a:gd name="T103" fmla="*/ 425 h 658"/>
                <a:gd name="T104" fmla="*/ 234 w 487"/>
                <a:gd name="T105" fmla="*/ 440 h 658"/>
                <a:gd name="T106" fmla="*/ 381 w 487"/>
                <a:gd name="T107" fmla="*/ 560 h 658"/>
                <a:gd name="T108" fmla="*/ 421 w 487"/>
                <a:gd name="T109" fmla="*/ 564 h 658"/>
                <a:gd name="T110" fmla="*/ 435 w 487"/>
                <a:gd name="T111" fmla="*/ 568 h 658"/>
                <a:gd name="T112" fmla="*/ 420 w 487"/>
                <a:gd name="T113" fmla="*/ 572 h 658"/>
                <a:gd name="T114" fmla="*/ 385 w 487"/>
                <a:gd name="T115" fmla="*/ 576 h 658"/>
                <a:gd name="T116" fmla="*/ 278 w 487"/>
                <a:gd name="T117" fmla="*/ 600 h 658"/>
                <a:gd name="T118" fmla="*/ 74 w 487"/>
                <a:gd name="T119" fmla="*/ 600 h 6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87" h="658">
                  <a:moveTo>
                    <a:pt x="82" y="658"/>
                  </a:moveTo>
                  <a:cubicBezTo>
                    <a:pt x="82" y="658"/>
                    <a:pt x="150" y="648"/>
                    <a:pt x="180" y="635"/>
                  </a:cubicBezTo>
                  <a:cubicBezTo>
                    <a:pt x="192" y="630"/>
                    <a:pt x="207" y="630"/>
                    <a:pt x="221" y="630"/>
                  </a:cubicBezTo>
                  <a:cubicBezTo>
                    <a:pt x="234" y="630"/>
                    <a:pt x="241" y="625"/>
                    <a:pt x="241" y="623"/>
                  </a:cubicBezTo>
                  <a:cubicBezTo>
                    <a:pt x="240" y="618"/>
                    <a:pt x="231" y="616"/>
                    <a:pt x="219" y="615"/>
                  </a:cubicBezTo>
                  <a:cubicBezTo>
                    <a:pt x="208" y="615"/>
                    <a:pt x="195" y="616"/>
                    <a:pt x="179" y="613"/>
                  </a:cubicBezTo>
                  <a:cubicBezTo>
                    <a:pt x="158" y="608"/>
                    <a:pt x="34" y="474"/>
                    <a:pt x="34" y="474"/>
                  </a:cubicBezTo>
                  <a:cubicBezTo>
                    <a:pt x="34" y="474"/>
                    <a:pt x="29" y="467"/>
                    <a:pt x="14" y="466"/>
                  </a:cubicBezTo>
                  <a:cubicBezTo>
                    <a:pt x="4" y="466"/>
                    <a:pt x="3" y="458"/>
                    <a:pt x="3" y="451"/>
                  </a:cubicBezTo>
                  <a:cubicBezTo>
                    <a:pt x="3" y="444"/>
                    <a:pt x="6" y="439"/>
                    <a:pt x="15" y="440"/>
                  </a:cubicBezTo>
                  <a:cubicBezTo>
                    <a:pt x="28" y="441"/>
                    <a:pt x="33" y="437"/>
                    <a:pt x="33" y="437"/>
                  </a:cubicBezTo>
                  <a:cubicBezTo>
                    <a:pt x="35" y="435"/>
                    <a:pt x="35" y="435"/>
                    <a:pt x="35" y="435"/>
                  </a:cubicBezTo>
                  <a:cubicBezTo>
                    <a:pt x="36" y="435"/>
                    <a:pt x="36" y="435"/>
                    <a:pt x="36" y="435"/>
                  </a:cubicBezTo>
                  <a:cubicBezTo>
                    <a:pt x="36" y="435"/>
                    <a:pt x="133" y="330"/>
                    <a:pt x="162" y="292"/>
                  </a:cubicBezTo>
                  <a:cubicBezTo>
                    <a:pt x="175" y="276"/>
                    <a:pt x="190" y="277"/>
                    <a:pt x="203" y="277"/>
                  </a:cubicBezTo>
                  <a:cubicBezTo>
                    <a:pt x="217" y="277"/>
                    <a:pt x="223" y="262"/>
                    <a:pt x="223" y="255"/>
                  </a:cubicBezTo>
                  <a:cubicBezTo>
                    <a:pt x="223" y="239"/>
                    <a:pt x="213" y="233"/>
                    <a:pt x="202" y="232"/>
                  </a:cubicBezTo>
                  <a:cubicBezTo>
                    <a:pt x="191" y="231"/>
                    <a:pt x="178" y="235"/>
                    <a:pt x="162" y="224"/>
                  </a:cubicBezTo>
                  <a:cubicBezTo>
                    <a:pt x="141" y="209"/>
                    <a:pt x="45" y="141"/>
                    <a:pt x="45" y="141"/>
                  </a:cubicBezTo>
                  <a:cubicBezTo>
                    <a:pt x="45" y="141"/>
                    <a:pt x="26" y="131"/>
                    <a:pt x="27" y="110"/>
                  </a:cubicBezTo>
                  <a:cubicBezTo>
                    <a:pt x="28" y="92"/>
                    <a:pt x="0" y="79"/>
                    <a:pt x="1" y="72"/>
                  </a:cubicBezTo>
                  <a:cubicBezTo>
                    <a:pt x="1" y="72"/>
                    <a:pt x="0" y="62"/>
                    <a:pt x="8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60" y="56"/>
                    <a:pt x="60" y="34"/>
                  </a:cubicBezTo>
                  <a:cubicBezTo>
                    <a:pt x="60" y="13"/>
                    <a:pt x="65" y="15"/>
                    <a:pt x="65" y="15"/>
                  </a:cubicBezTo>
                  <a:cubicBezTo>
                    <a:pt x="65" y="15"/>
                    <a:pt x="69" y="14"/>
                    <a:pt x="69" y="26"/>
                  </a:cubicBezTo>
                  <a:cubicBezTo>
                    <a:pt x="69" y="38"/>
                    <a:pt x="69" y="74"/>
                    <a:pt x="69" y="74"/>
                  </a:cubicBezTo>
                  <a:cubicBezTo>
                    <a:pt x="69" y="74"/>
                    <a:pt x="67" y="95"/>
                    <a:pt x="90" y="95"/>
                  </a:cubicBezTo>
                  <a:cubicBezTo>
                    <a:pt x="117" y="95"/>
                    <a:pt x="116" y="73"/>
                    <a:pt x="116" y="73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6" y="10"/>
                    <a:pt x="122" y="0"/>
                    <a:pt x="127" y="10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3"/>
                    <a:pt x="125" y="95"/>
                    <a:pt x="148" y="95"/>
                  </a:cubicBezTo>
                  <a:cubicBezTo>
                    <a:pt x="171" y="95"/>
                    <a:pt x="172" y="73"/>
                    <a:pt x="172" y="73"/>
                  </a:cubicBezTo>
                  <a:cubicBezTo>
                    <a:pt x="172" y="21"/>
                    <a:pt x="172" y="21"/>
                    <a:pt x="172" y="21"/>
                  </a:cubicBezTo>
                  <a:cubicBezTo>
                    <a:pt x="172" y="21"/>
                    <a:pt x="176" y="13"/>
                    <a:pt x="184" y="19"/>
                  </a:cubicBezTo>
                  <a:cubicBezTo>
                    <a:pt x="185" y="40"/>
                    <a:pt x="185" y="40"/>
                    <a:pt x="185" y="40"/>
                  </a:cubicBezTo>
                  <a:cubicBezTo>
                    <a:pt x="185" y="40"/>
                    <a:pt x="187" y="50"/>
                    <a:pt x="205" y="50"/>
                  </a:cubicBezTo>
                  <a:cubicBezTo>
                    <a:pt x="223" y="50"/>
                    <a:pt x="250" y="50"/>
                    <a:pt x="250" y="50"/>
                  </a:cubicBezTo>
                  <a:cubicBezTo>
                    <a:pt x="250" y="50"/>
                    <a:pt x="249" y="65"/>
                    <a:pt x="272" y="71"/>
                  </a:cubicBezTo>
                  <a:cubicBezTo>
                    <a:pt x="281" y="73"/>
                    <a:pt x="283" y="78"/>
                    <a:pt x="283" y="78"/>
                  </a:cubicBezTo>
                  <a:cubicBezTo>
                    <a:pt x="283" y="78"/>
                    <a:pt x="407" y="215"/>
                    <a:pt x="426" y="232"/>
                  </a:cubicBezTo>
                  <a:cubicBezTo>
                    <a:pt x="446" y="248"/>
                    <a:pt x="459" y="243"/>
                    <a:pt x="470" y="244"/>
                  </a:cubicBezTo>
                  <a:cubicBezTo>
                    <a:pt x="481" y="246"/>
                    <a:pt x="487" y="244"/>
                    <a:pt x="487" y="255"/>
                  </a:cubicBezTo>
                  <a:cubicBezTo>
                    <a:pt x="487" y="262"/>
                    <a:pt x="483" y="266"/>
                    <a:pt x="469" y="266"/>
                  </a:cubicBezTo>
                  <a:cubicBezTo>
                    <a:pt x="456" y="266"/>
                    <a:pt x="444" y="267"/>
                    <a:pt x="432" y="282"/>
                  </a:cubicBezTo>
                  <a:cubicBezTo>
                    <a:pt x="402" y="320"/>
                    <a:pt x="313" y="361"/>
                    <a:pt x="313" y="361"/>
                  </a:cubicBezTo>
                  <a:cubicBezTo>
                    <a:pt x="311" y="362"/>
                    <a:pt x="311" y="362"/>
                    <a:pt x="311" y="362"/>
                  </a:cubicBezTo>
                  <a:cubicBezTo>
                    <a:pt x="289" y="370"/>
                    <a:pt x="286" y="390"/>
                    <a:pt x="286" y="390"/>
                  </a:cubicBezTo>
                  <a:cubicBezTo>
                    <a:pt x="285" y="412"/>
                    <a:pt x="258" y="412"/>
                    <a:pt x="259" y="430"/>
                  </a:cubicBezTo>
                  <a:cubicBezTo>
                    <a:pt x="259" y="430"/>
                    <a:pt x="258" y="440"/>
                    <a:pt x="266" y="447"/>
                  </a:cubicBezTo>
                  <a:cubicBezTo>
                    <a:pt x="272" y="451"/>
                    <a:pt x="271" y="462"/>
                    <a:pt x="266" y="466"/>
                  </a:cubicBezTo>
                  <a:cubicBezTo>
                    <a:pt x="258" y="473"/>
                    <a:pt x="259" y="483"/>
                    <a:pt x="259" y="483"/>
                  </a:cubicBezTo>
                  <a:cubicBezTo>
                    <a:pt x="258" y="500"/>
                    <a:pt x="401" y="610"/>
                    <a:pt x="421" y="615"/>
                  </a:cubicBezTo>
                  <a:cubicBezTo>
                    <a:pt x="440" y="621"/>
                    <a:pt x="453" y="619"/>
                    <a:pt x="465" y="619"/>
                  </a:cubicBezTo>
                  <a:cubicBezTo>
                    <a:pt x="476" y="620"/>
                    <a:pt x="481" y="619"/>
                    <a:pt x="481" y="623"/>
                  </a:cubicBezTo>
                  <a:cubicBezTo>
                    <a:pt x="481" y="625"/>
                    <a:pt x="477" y="627"/>
                    <a:pt x="464" y="627"/>
                  </a:cubicBezTo>
                  <a:cubicBezTo>
                    <a:pt x="450" y="627"/>
                    <a:pt x="439" y="627"/>
                    <a:pt x="426" y="632"/>
                  </a:cubicBezTo>
                  <a:cubicBezTo>
                    <a:pt x="397" y="645"/>
                    <a:pt x="307" y="658"/>
                    <a:pt x="307" y="658"/>
                  </a:cubicBezTo>
                  <a:lnTo>
                    <a:pt x="82" y="658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3" name="Freeform 127">
              <a:extLst>
                <a:ext uri="{FF2B5EF4-FFF2-40B4-BE49-F238E27FC236}">
                  <a16:creationId xmlns:a16="http://schemas.microsoft.com/office/drawing/2014/main" id="{734F2339-EE1A-4F24-A699-8ED7C18A5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826"/>
              <a:ext cx="2092" cy="840"/>
            </a:xfrm>
            <a:custGeom>
              <a:avLst/>
              <a:gdLst>
                <a:gd name="T0" fmla="*/ 1900 w 2163"/>
                <a:gd name="T1" fmla="*/ 64 h 866"/>
                <a:gd name="T2" fmla="*/ 1900 w 2163"/>
                <a:gd name="T3" fmla="*/ 390 h 866"/>
                <a:gd name="T4" fmla="*/ 1783 w 2163"/>
                <a:gd name="T5" fmla="*/ 529 h 866"/>
                <a:gd name="T6" fmla="*/ 1751 w 2163"/>
                <a:gd name="T7" fmla="*/ 626 h 866"/>
                <a:gd name="T8" fmla="*/ 1784 w 2163"/>
                <a:gd name="T9" fmla="*/ 790 h 866"/>
                <a:gd name="T10" fmla="*/ 1689 w 2163"/>
                <a:gd name="T11" fmla="*/ 750 h 866"/>
                <a:gd name="T12" fmla="*/ 1430 w 2163"/>
                <a:gd name="T13" fmla="*/ 596 h 866"/>
                <a:gd name="T14" fmla="*/ 1378 w 2163"/>
                <a:gd name="T15" fmla="*/ 568 h 866"/>
                <a:gd name="T16" fmla="*/ 1322 w 2163"/>
                <a:gd name="T17" fmla="*/ 573 h 866"/>
                <a:gd name="T18" fmla="*/ 1446 w 2163"/>
                <a:gd name="T19" fmla="*/ 746 h 866"/>
                <a:gd name="T20" fmla="*/ 1060 w 2163"/>
                <a:gd name="T21" fmla="*/ 786 h 866"/>
                <a:gd name="T22" fmla="*/ 1034 w 2163"/>
                <a:gd name="T23" fmla="*/ 630 h 866"/>
                <a:gd name="T24" fmla="*/ 931 w 2163"/>
                <a:gd name="T25" fmla="*/ 579 h 866"/>
                <a:gd name="T26" fmla="*/ 881 w 2163"/>
                <a:gd name="T27" fmla="*/ 626 h 866"/>
                <a:gd name="T28" fmla="*/ 816 w 2163"/>
                <a:gd name="T29" fmla="*/ 610 h 866"/>
                <a:gd name="T30" fmla="*/ 960 w 2163"/>
                <a:gd name="T31" fmla="*/ 760 h 866"/>
                <a:gd name="T32" fmla="*/ 719 w 2163"/>
                <a:gd name="T33" fmla="*/ 757 h 866"/>
                <a:gd name="T34" fmla="*/ 520 w 2163"/>
                <a:gd name="T35" fmla="*/ 605 h 866"/>
                <a:gd name="T36" fmla="*/ 427 w 2163"/>
                <a:gd name="T37" fmla="*/ 646 h 866"/>
                <a:gd name="T38" fmla="*/ 356 w 2163"/>
                <a:gd name="T39" fmla="*/ 627 h 866"/>
                <a:gd name="T40" fmla="*/ 295 w 2163"/>
                <a:gd name="T41" fmla="*/ 625 h 866"/>
                <a:gd name="T42" fmla="*/ 325 w 2163"/>
                <a:gd name="T43" fmla="*/ 790 h 866"/>
                <a:gd name="T44" fmla="*/ 233 w 2163"/>
                <a:gd name="T45" fmla="*/ 734 h 866"/>
                <a:gd name="T46" fmla="*/ 56 w 2163"/>
                <a:gd name="T47" fmla="*/ 521 h 866"/>
                <a:gd name="T48" fmla="*/ 216 w 2163"/>
                <a:gd name="T49" fmla="*/ 408 h 866"/>
                <a:gd name="T50" fmla="*/ 37 w 2163"/>
                <a:gd name="T51" fmla="*/ 218 h 866"/>
                <a:gd name="T52" fmla="*/ 181 w 2163"/>
                <a:gd name="T53" fmla="*/ 41 h 866"/>
                <a:gd name="T54" fmla="*/ 499 w 2163"/>
                <a:gd name="T55" fmla="*/ 50 h 866"/>
                <a:gd name="T56" fmla="*/ 296 w 2163"/>
                <a:gd name="T57" fmla="*/ 235 h 866"/>
                <a:gd name="T58" fmla="*/ 445 w 2163"/>
                <a:gd name="T59" fmla="*/ 452 h 866"/>
                <a:gd name="T60" fmla="*/ 331 w 2163"/>
                <a:gd name="T61" fmla="*/ 593 h 866"/>
                <a:gd name="T62" fmla="*/ 377 w 2163"/>
                <a:gd name="T63" fmla="*/ 630 h 866"/>
                <a:gd name="T64" fmla="*/ 429 w 2163"/>
                <a:gd name="T65" fmla="*/ 629 h 866"/>
                <a:gd name="T66" fmla="*/ 519 w 2163"/>
                <a:gd name="T67" fmla="*/ 589 h 866"/>
                <a:gd name="T68" fmla="*/ 716 w 2163"/>
                <a:gd name="T69" fmla="*/ 418 h 866"/>
                <a:gd name="T70" fmla="*/ 520 w 2163"/>
                <a:gd name="T71" fmla="*/ 235 h 866"/>
                <a:gd name="T72" fmla="*/ 698 w 2163"/>
                <a:gd name="T73" fmla="*/ 47 h 866"/>
                <a:gd name="T74" fmla="*/ 965 w 2163"/>
                <a:gd name="T75" fmla="*/ 42 h 866"/>
                <a:gd name="T76" fmla="*/ 768 w 2163"/>
                <a:gd name="T77" fmla="*/ 222 h 866"/>
                <a:gd name="T78" fmla="*/ 965 w 2163"/>
                <a:gd name="T79" fmla="*/ 438 h 866"/>
                <a:gd name="T80" fmla="*/ 778 w 2163"/>
                <a:gd name="T81" fmla="*/ 577 h 866"/>
                <a:gd name="T82" fmla="*/ 853 w 2163"/>
                <a:gd name="T83" fmla="*/ 568 h 866"/>
                <a:gd name="T84" fmla="*/ 905 w 2163"/>
                <a:gd name="T85" fmla="*/ 567 h 866"/>
                <a:gd name="T86" fmla="*/ 955 w 2163"/>
                <a:gd name="T87" fmla="*/ 568 h 866"/>
                <a:gd name="T88" fmla="*/ 1039 w 2163"/>
                <a:gd name="T89" fmla="*/ 564 h 866"/>
                <a:gd name="T90" fmla="*/ 1039 w 2163"/>
                <a:gd name="T91" fmla="*/ 318 h 866"/>
                <a:gd name="T92" fmla="*/ 1146 w 2163"/>
                <a:gd name="T93" fmla="*/ 61 h 866"/>
                <a:gd name="T94" fmla="*/ 1040 w 2163"/>
                <a:gd name="T95" fmla="*/ 1 h 866"/>
                <a:gd name="T96" fmla="*/ 1414 w 2163"/>
                <a:gd name="T97" fmla="*/ 64 h 866"/>
                <a:gd name="T98" fmla="*/ 1415 w 2163"/>
                <a:gd name="T99" fmla="*/ 390 h 866"/>
                <a:gd name="T100" fmla="*/ 1297 w 2163"/>
                <a:gd name="T101" fmla="*/ 530 h 866"/>
                <a:gd name="T102" fmla="*/ 1303 w 2163"/>
                <a:gd name="T103" fmla="*/ 586 h 866"/>
                <a:gd name="T104" fmla="*/ 1354 w 2163"/>
                <a:gd name="T105" fmla="*/ 623 h 866"/>
                <a:gd name="T106" fmla="*/ 1404 w 2163"/>
                <a:gd name="T107" fmla="*/ 623 h 866"/>
                <a:gd name="T108" fmla="*/ 1513 w 2163"/>
                <a:gd name="T109" fmla="*/ 571 h 866"/>
                <a:gd name="T110" fmla="*/ 1689 w 2163"/>
                <a:gd name="T111" fmla="*/ 418 h 866"/>
                <a:gd name="T112" fmla="*/ 1494 w 2163"/>
                <a:gd name="T113" fmla="*/ 235 h 866"/>
                <a:gd name="T114" fmla="*/ 1670 w 2163"/>
                <a:gd name="T115" fmla="*/ 47 h 8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63" h="866">
                  <a:moveTo>
                    <a:pt x="1969" y="0"/>
                  </a:moveTo>
                  <a:cubicBezTo>
                    <a:pt x="1969" y="0"/>
                    <a:pt x="2069" y="23"/>
                    <a:pt x="2108" y="44"/>
                  </a:cubicBezTo>
                  <a:cubicBezTo>
                    <a:pt x="2113" y="46"/>
                    <a:pt x="2128" y="45"/>
                    <a:pt x="2142" y="45"/>
                  </a:cubicBezTo>
                  <a:cubicBezTo>
                    <a:pt x="2155" y="45"/>
                    <a:pt x="2161" y="53"/>
                    <a:pt x="2161" y="56"/>
                  </a:cubicBezTo>
                  <a:cubicBezTo>
                    <a:pt x="2161" y="61"/>
                    <a:pt x="2156" y="66"/>
                    <a:pt x="2145" y="67"/>
                  </a:cubicBezTo>
                  <a:cubicBezTo>
                    <a:pt x="2133" y="67"/>
                    <a:pt x="2115" y="65"/>
                    <a:pt x="2101" y="70"/>
                  </a:cubicBezTo>
                  <a:cubicBezTo>
                    <a:pt x="2079" y="76"/>
                    <a:pt x="1955" y="229"/>
                    <a:pt x="1955" y="229"/>
                  </a:cubicBezTo>
                  <a:cubicBezTo>
                    <a:pt x="1955" y="229"/>
                    <a:pt x="1949" y="234"/>
                    <a:pt x="1937" y="232"/>
                  </a:cubicBezTo>
                  <a:cubicBezTo>
                    <a:pt x="1928" y="232"/>
                    <a:pt x="1925" y="236"/>
                    <a:pt x="1925" y="243"/>
                  </a:cubicBezTo>
                  <a:cubicBezTo>
                    <a:pt x="1925" y="250"/>
                    <a:pt x="1925" y="258"/>
                    <a:pt x="1936" y="258"/>
                  </a:cubicBezTo>
                  <a:cubicBezTo>
                    <a:pt x="1951" y="259"/>
                    <a:pt x="1956" y="266"/>
                    <a:pt x="1956" y="266"/>
                  </a:cubicBezTo>
                  <a:cubicBezTo>
                    <a:pt x="1956" y="266"/>
                    <a:pt x="2080" y="412"/>
                    <a:pt x="2101" y="427"/>
                  </a:cubicBezTo>
                  <a:cubicBezTo>
                    <a:pt x="2117" y="438"/>
                    <a:pt x="2130" y="434"/>
                    <a:pt x="2141" y="435"/>
                  </a:cubicBezTo>
                  <a:cubicBezTo>
                    <a:pt x="2152" y="436"/>
                    <a:pt x="2162" y="442"/>
                    <a:pt x="2162" y="458"/>
                  </a:cubicBezTo>
                  <a:cubicBezTo>
                    <a:pt x="2163" y="465"/>
                    <a:pt x="2156" y="480"/>
                    <a:pt x="2143" y="480"/>
                  </a:cubicBezTo>
                  <a:cubicBezTo>
                    <a:pt x="2129" y="480"/>
                    <a:pt x="2114" y="479"/>
                    <a:pt x="2101" y="495"/>
                  </a:cubicBezTo>
                  <a:cubicBezTo>
                    <a:pt x="2072" y="533"/>
                    <a:pt x="1973" y="579"/>
                    <a:pt x="1973" y="579"/>
                  </a:cubicBezTo>
                  <a:cubicBezTo>
                    <a:pt x="1972" y="579"/>
                    <a:pt x="1972" y="579"/>
                    <a:pt x="1972" y="579"/>
                  </a:cubicBezTo>
                  <a:cubicBezTo>
                    <a:pt x="1971" y="580"/>
                    <a:pt x="1971" y="580"/>
                    <a:pt x="1971" y="580"/>
                  </a:cubicBezTo>
                  <a:cubicBezTo>
                    <a:pt x="1963" y="582"/>
                    <a:pt x="1961" y="594"/>
                    <a:pt x="1961" y="594"/>
                  </a:cubicBezTo>
                  <a:cubicBezTo>
                    <a:pt x="1956" y="615"/>
                    <a:pt x="1934" y="623"/>
                    <a:pt x="1934" y="633"/>
                  </a:cubicBezTo>
                  <a:cubicBezTo>
                    <a:pt x="1934" y="633"/>
                    <a:pt x="1933" y="643"/>
                    <a:pt x="1941" y="650"/>
                  </a:cubicBezTo>
                  <a:cubicBezTo>
                    <a:pt x="1941" y="650"/>
                    <a:pt x="1951" y="660"/>
                    <a:pt x="1942" y="669"/>
                  </a:cubicBezTo>
                  <a:cubicBezTo>
                    <a:pt x="1934" y="677"/>
                    <a:pt x="1934" y="686"/>
                    <a:pt x="1934" y="686"/>
                  </a:cubicBezTo>
                  <a:cubicBezTo>
                    <a:pt x="1934" y="693"/>
                    <a:pt x="2074" y="811"/>
                    <a:pt x="2096" y="816"/>
                  </a:cubicBezTo>
                  <a:cubicBezTo>
                    <a:pt x="2112" y="819"/>
                    <a:pt x="2124" y="818"/>
                    <a:pt x="2136" y="818"/>
                  </a:cubicBezTo>
                  <a:cubicBezTo>
                    <a:pt x="2147" y="819"/>
                    <a:pt x="2157" y="821"/>
                    <a:pt x="2157" y="826"/>
                  </a:cubicBezTo>
                  <a:cubicBezTo>
                    <a:pt x="2157" y="828"/>
                    <a:pt x="2151" y="833"/>
                    <a:pt x="2137" y="833"/>
                  </a:cubicBezTo>
                  <a:cubicBezTo>
                    <a:pt x="2124" y="833"/>
                    <a:pt x="2108" y="833"/>
                    <a:pt x="2096" y="838"/>
                  </a:cubicBezTo>
                  <a:cubicBezTo>
                    <a:pt x="2066" y="851"/>
                    <a:pt x="1973" y="865"/>
                    <a:pt x="1973" y="865"/>
                  </a:cubicBezTo>
                  <a:cubicBezTo>
                    <a:pt x="1704" y="865"/>
                    <a:pt x="1704" y="865"/>
                    <a:pt x="1704" y="865"/>
                  </a:cubicBezTo>
                  <a:cubicBezTo>
                    <a:pt x="1687" y="865"/>
                    <a:pt x="1709" y="861"/>
                    <a:pt x="1709" y="861"/>
                  </a:cubicBezTo>
                  <a:cubicBezTo>
                    <a:pt x="1709" y="861"/>
                    <a:pt x="1798" y="848"/>
                    <a:pt x="1828" y="835"/>
                  </a:cubicBezTo>
                  <a:cubicBezTo>
                    <a:pt x="1840" y="830"/>
                    <a:pt x="1852" y="830"/>
                    <a:pt x="1865" y="830"/>
                  </a:cubicBezTo>
                  <a:cubicBezTo>
                    <a:pt x="1879" y="830"/>
                    <a:pt x="1883" y="828"/>
                    <a:pt x="1883" y="826"/>
                  </a:cubicBezTo>
                  <a:cubicBezTo>
                    <a:pt x="1883" y="822"/>
                    <a:pt x="1877" y="823"/>
                    <a:pt x="1866" y="822"/>
                  </a:cubicBezTo>
                  <a:cubicBezTo>
                    <a:pt x="1855" y="822"/>
                    <a:pt x="1842" y="824"/>
                    <a:pt x="1822" y="818"/>
                  </a:cubicBezTo>
                  <a:cubicBezTo>
                    <a:pt x="1803" y="813"/>
                    <a:pt x="1680" y="691"/>
                    <a:pt x="1680" y="691"/>
                  </a:cubicBezTo>
                  <a:cubicBezTo>
                    <a:pt x="1680" y="691"/>
                    <a:pt x="1677" y="687"/>
                    <a:pt x="1668" y="684"/>
                  </a:cubicBezTo>
                  <a:cubicBezTo>
                    <a:pt x="1645" y="679"/>
                    <a:pt x="1646" y="664"/>
                    <a:pt x="1646" y="664"/>
                  </a:cubicBezTo>
                  <a:cubicBezTo>
                    <a:pt x="1646" y="664"/>
                    <a:pt x="1619" y="664"/>
                    <a:pt x="1601" y="664"/>
                  </a:cubicBezTo>
                  <a:cubicBezTo>
                    <a:pt x="1583" y="664"/>
                    <a:pt x="1581" y="653"/>
                    <a:pt x="1581" y="653"/>
                  </a:cubicBezTo>
                  <a:cubicBezTo>
                    <a:pt x="1580" y="632"/>
                    <a:pt x="1580" y="632"/>
                    <a:pt x="1580" y="632"/>
                  </a:cubicBezTo>
                  <a:cubicBezTo>
                    <a:pt x="1572" y="627"/>
                    <a:pt x="1568" y="634"/>
                    <a:pt x="1568" y="634"/>
                  </a:cubicBezTo>
                  <a:cubicBezTo>
                    <a:pt x="1568" y="687"/>
                    <a:pt x="1568" y="687"/>
                    <a:pt x="1568" y="687"/>
                  </a:cubicBezTo>
                  <a:cubicBezTo>
                    <a:pt x="1568" y="687"/>
                    <a:pt x="1567" y="708"/>
                    <a:pt x="1544" y="708"/>
                  </a:cubicBezTo>
                  <a:cubicBezTo>
                    <a:pt x="1521" y="708"/>
                    <a:pt x="1523" y="686"/>
                    <a:pt x="1523" y="686"/>
                  </a:cubicBezTo>
                  <a:cubicBezTo>
                    <a:pt x="1523" y="623"/>
                    <a:pt x="1523" y="623"/>
                    <a:pt x="1523" y="623"/>
                  </a:cubicBezTo>
                  <a:cubicBezTo>
                    <a:pt x="1518" y="614"/>
                    <a:pt x="1512" y="623"/>
                    <a:pt x="1512" y="623"/>
                  </a:cubicBezTo>
                  <a:cubicBezTo>
                    <a:pt x="1512" y="687"/>
                    <a:pt x="1512" y="687"/>
                    <a:pt x="1512" y="687"/>
                  </a:cubicBezTo>
                  <a:cubicBezTo>
                    <a:pt x="1512" y="687"/>
                    <a:pt x="1513" y="709"/>
                    <a:pt x="1486" y="709"/>
                  </a:cubicBezTo>
                  <a:cubicBezTo>
                    <a:pt x="1463" y="709"/>
                    <a:pt x="1465" y="687"/>
                    <a:pt x="1465" y="687"/>
                  </a:cubicBezTo>
                  <a:cubicBezTo>
                    <a:pt x="1465" y="687"/>
                    <a:pt x="1465" y="652"/>
                    <a:pt x="1465" y="640"/>
                  </a:cubicBezTo>
                  <a:cubicBezTo>
                    <a:pt x="1465" y="628"/>
                    <a:pt x="1461" y="628"/>
                    <a:pt x="1461" y="628"/>
                  </a:cubicBezTo>
                  <a:cubicBezTo>
                    <a:pt x="1461" y="628"/>
                    <a:pt x="1456" y="626"/>
                    <a:pt x="1456" y="648"/>
                  </a:cubicBezTo>
                  <a:cubicBezTo>
                    <a:pt x="1456" y="669"/>
                    <a:pt x="1441" y="669"/>
                    <a:pt x="1441" y="669"/>
                  </a:cubicBezTo>
                  <a:cubicBezTo>
                    <a:pt x="1404" y="669"/>
                    <a:pt x="1404" y="669"/>
                    <a:pt x="1404" y="669"/>
                  </a:cubicBezTo>
                  <a:cubicBezTo>
                    <a:pt x="1396" y="676"/>
                    <a:pt x="1397" y="686"/>
                    <a:pt x="1397" y="686"/>
                  </a:cubicBezTo>
                  <a:cubicBezTo>
                    <a:pt x="1396" y="693"/>
                    <a:pt x="1537" y="811"/>
                    <a:pt x="1558" y="816"/>
                  </a:cubicBezTo>
                  <a:cubicBezTo>
                    <a:pt x="1574" y="819"/>
                    <a:pt x="1587" y="818"/>
                    <a:pt x="1598" y="818"/>
                  </a:cubicBezTo>
                  <a:cubicBezTo>
                    <a:pt x="1609" y="819"/>
                    <a:pt x="1619" y="821"/>
                    <a:pt x="1619" y="826"/>
                  </a:cubicBezTo>
                  <a:cubicBezTo>
                    <a:pt x="1620" y="828"/>
                    <a:pt x="1613" y="833"/>
                    <a:pt x="1600" y="833"/>
                  </a:cubicBezTo>
                  <a:cubicBezTo>
                    <a:pt x="1586" y="833"/>
                    <a:pt x="1571" y="833"/>
                    <a:pt x="1558" y="838"/>
                  </a:cubicBezTo>
                  <a:cubicBezTo>
                    <a:pt x="1529" y="851"/>
                    <a:pt x="1433" y="865"/>
                    <a:pt x="1433" y="865"/>
                  </a:cubicBezTo>
                  <a:cubicBezTo>
                    <a:pt x="1433" y="865"/>
                    <a:pt x="1183" y="866"/>
                    <a:pt x="1169" y="865"/>
                  </a:cubicBezTo>
                  <a:cubicBezTo>
                    <a:pt x="1149" y="865"/>
                    <a:pt x="1171" y="861"/>
                    <a:pt x="1171" y="861"/>
                  </a:cubicBezTo>
                  <a:cubicBezTo>
                    <a:pt x="1171" y="861"/>
                    <a:pt x="1261" y="848"/>
                    <a:pt x="1290" y="835"/>
                  </a:cubicBezTo>
                  <a:cubicBezTo>
                    <a:pt x="1302" y="830"/>
                    <a:pt x="1314" y="829"/>
                    <a:pt x="1327" y="829"/>
                  </a:cubicBezTo>
                  <a:cubicBezTo>
                    <a:pt x="1341" y="829"/>
                    <a:pt x="1345" y="828"/>
                    <a:pt x="1345" y="826"/>
                  </a:cubicBezTo>
                  <a:cubicBezTo>
                    <a:pt x="1345" y="822"/>
                    <a:pt x="1340" y="823"/>
                    <a:pt x="1328" y="822"/>
                  </a:cubicBezTo>
                  <a:cubicBezTo>
                    <a:pt x="1317" y="822"/>
                    <a:pt x="1304" y="824"/>
                    <a:pt x="1284" y="818"/>
                  </a:cubicBezTo>
                  <a:cubicBezTo>
                    <a:pt x="1265" y="812"/>
                    <a:pt x="1142" y="691"/>
                    <a:pt x="1142" y="691"/>
                  </a:cubicBezTo>
                  <a:cubicBezTo>
                    <a:pt x="1142" y="691"/>
                    <a:pt x="1139" y="686"/>
                    <a:pt x="1131" y="684"/>
                  </a:cubicBezTo>
                  <a:cubicBezTo>
                    <a:pt x="1107" y="678"/>
                    <a:pt x="1108" y="663"/>
                    <a:pt x="1108" y="663"/>
                  </a:cubicBezTo>
                  <a:cubicBezTo>
                    <a:pt x="1108" y="663"/>
                    <a:pt x="1081" y="663"/>
                    <a:pt x="1063" y="663"/>
                  </a:cubicBezTo>
                  <a:cubicBezTo>
                    <a:pt x="1045" y="663"/>
                    <a:pt x="1044" y="653"/>
                    <a:pt x="1044" y="653"/>
                  </a:cubicBezTo>
                  <a:cubicBezTo>
                    <a:pt x="1043" y="632"/>
                    <a:pt x="1043" y="632"/>
                    <a:pt x="1043" y="632"/>
                  </a:cubicBezTo>
                  <a:cubicBezTo>
                    <a:pt x="1035" y="626"/>
                    <a:pt x="1030" y="634"/>
                    <a:pt x="1030" y="634"/>
                  </a:cubicBezTo>
                  <a:cubicBezTo>
                    <a:pt x="1030" y="686"/>
                    <a:pt x="1030" y="686"/>
                    <a:pt x="1030" y="686"/>
                  </a:cubicBezTo>
                  <a:cubicBezTo>
                    <a:pt x="1030" y="686"/>
                    <a:pt x="1030" y="708"/>
                    <a:pt x="1007" y="708"/>
                  </a:cubicBezTo>
                  <a:cubicBezTo>
                    <a:pt x="983" y="708"/>
                    <a:pt x="985" y="686"/>
                    <a:pt x="985" y="686"/>
                  </a:cubicBezTo>
                  <a:cubicBezTo>
                    <a:pt x="985" y="623"/>
                    <a:pt x="985" y="623"/>
                    <a:pt x="985" y="623"/>
                  </a:cubicBezTo>
                  <a:cubicBezTo>
                    <a:pt x="981" y="613"/>
                    <a:pt x="974" y="623"/>
                    <a:pt x="974" y="623"/>
                  </a:cubicBezTo>
                  <a:cubicBezTo>
                    <a:pt x="974" y="686"/>
                    <a:pt x="974" y="686"/>
                    <a:pt x="974" y="686"/>
                  </a:cubicBezTo>
                  <a:cubicBezTo>
                    <a:pt x="974" y="686"/>
                    <a:pt x="976" y="708"/>
                    <a:pt x="949" y="708"/>
                  </a:cubicBezTo>
                  <a:cubicBezTo>
                    <a:pt x="925" y="708"/>
                    <a:pt x="927" y="687"/>
                    <a:pt x="927" y="687"/>
                  </a:cubicBezTo>
                  <a:cubicBezTo>
                    <a:pt x="927" y="687"/>
                    <a:pt x="927" y="651"/>
                    <a:pt x="927" y="639"/>
                  </a:cubicBezTo>
                  <a:cubicBezTo>
                    <a:pt x="927" y="627"/>
                    <a:pt x="923" y="628"/>
                    <a:pt x="923" y="628"/>
                  </a:cubicBezTo>
                  <a:cubicBezTo>
                    <a:pt x="923" y="628"/>
                    <a:pt x="918" y="626"/>
                    <a:pt x="918" y="647"/>
                  </a:cubicBezTo>
                  <a:cubicBezTo>
                    <a:pt x="918" y="669"/>
                    <a:pt x="903" y="668"/>
                    <a:pt x="903" y="668"/>
                  </a:cubicBezTo>
                  <a:cubicBezTo>
                    <a:pt x="867" y="668"/>
                    <a:pt x="867" y="668"/>
                    <a:pt x="867" y="668"/>
                  </a:cubicBezTo>
                  <a:cubicBezTo>
                    <a:pt x="858" y="675"/>
                    <a:pt x="859" y="685"/>
                    <a:pt x="859" y="685"/>
                  </a:cubicBezTo>
                  <a:cubicBezTo>
                    <a:pt x="858" y="692"/>
                    <a:pt x="999" y="810"/>
                    <a:pt x="1020" y="815"/>
                  </a:cubicBezTo>
                  <a:cubicBezTo>
                    <a:pt x="1036" y="819"/>
                    <a:pt x="1049" y="818"/>
                    <a:pt x="1060" y="818"/>
                  </a:cubicBezTo>
                  <a:cubicBezTo>
                    <a:pt x="1071" y="819"/>
                    <a:pt x="1081" y="820"/>
                    <a:pt x="1082" y="826"/>
                  </a:cubicBezTo>
                  <a:cubicBezTo>
                    <a:pt x="1082" y="828"/>
                    <a:pt x="1075" y="833"/>
                    <a:pt x="1062" y="833"/>
                  </a:cubicBezTo>
                  <a:cubicBezTo>
                    <a:pt x="1048" y="833"/>
                    <a:pt x="1033" y="833"/>
                    <a:pt x="1021" y="838"/>
                  </a:cubicBezTo>
                  <a:cubicBezTo>
                    <a:pt x="991" y="851"/>
                    <a:pt x="907" y="865"/>
                    <a:pt x="907" y="865"/>
                  </a:cubicBezTo>
                  <a:cubicBezTo>
                    <a:pt x="907" y="865"/>
                    <a:pt x="668" y="866"/>
                    <a:pt x="645" y="866"/>
                  </a:cubicBezTo>
                  <a:cubicBezTo>
                    <a:pt x="622" y="865"/>
                    <a:pt x="638" y="861"/>
                    <a:pt x="638" y="861"/>
                  </a:cubicBezTo>
                  <a:cubicBezTo>
                    <a:pt x="638" y="861"/>
                    <a:pt x="727" y="848"/>
                    <a:pt x="757" y="835"/>
                  </a:cubicBezTo>
                  <a:cubicBezTo>
                    <a:pt x="769" y="830"/>
                    <a:pt x="781" y="829"/>
                    <a:pt x="794" y="829"/>
                  </a:cubicBezTo>
                  <a:cubicBezTo>
                    <a:pt x="808" y="829"/>
                    <a:pt x="812" y="828"/>
                    <a:pt x="812" y="826"/>
                  </a:cubicBezTo>
                  <a:cubicBezTo>
                    <a:pt x="812" y="822"/>
                    <a:pt x="806" y="823"/>
                    <a:pt x="795" y="822"/>
                  </a:cubicBezTo>
                  <a:cubicBezTo>
                    <a:pt x="784" y="822"/>
                    <a:pt x="771" y="824"/>
                    <a:pt x="751" y="818"/>
                  </a:cubicBezTo>
                  <a:cubicBezTo>
                    <a:pt x="732" y="812"/>
                    <a:pt x="609" y="691"/>
                    <a:pt x="609" y="691"/>
                  </a:cubicBezTo>
                  <a:cubicBezTo>
                    <a:pt x="609" y="691"/>
                    <a:pt x="606" y="686"/>
                    <a:pt x="597" y="684"/>
                  </a:cubicBezTo>
                  <a:cubicBezTo>
                    <a:pt x="574" y="678"/>
                    <a:pt x="575" y="663"/>
                    <a:pt x="575" y="663"/>
                  </a:cubicBezTo>
                  <a:cubicBezTo>
                    <a:pt x="575" y="663"/>
                    <a:pt x="548" y="663"/>
                    <a:pt x="530" y="663"/>
                  </a:cubicBezTo>
                  <a:cubicBezTo>
                    <a:pt x="512" y="663"/>
                    <a:pt x="510" y="653"/>
                    <a:pt x="510" y="653"/>
                  </a:cubicBezTo>
                  <a:cubicBezTo>
                    <a:pt x="509" y="632"/>
                    <a:pt x="509" y="632"/>
                    <a:pt x="509" y="632"/>
                  </a:cubicBezTo>
                  <a:cubicBezTo>
                    <a:pt x="501" y="626"/>
                    <a:pt x="497" y="634"/>
                    <a:pt x="497" y="634"/>
                  </a:cubicBezTo>
                  <a:cubicBezTo>
                    <a:pt x="497" y="686"/>
                    <a:pt x="497" y="686"/>
                    <a:pt x="497" y="686"/>
                  </a:cubicBezTo>
                  <a:cubicBezTo>
                    <a:pt x="497" y="686"/>
                    <a:pt x="496" y="708"/>
                    <a:pt x="473" y="708"/>
                  </a:cubicBezTo>
                  <a:cubicBezTo>
                    <a:pt x="450" y="708"/>
                    <a:pt x="452" y="686"/>
                    <a:pt x="452" y="686"/>
                  </a:cubicBezTo>
                  <a:cubicBezTo>
                    <a:pt x="452" y="623"/>
                    <a:pt x="452" y="623"/>
                    <a:pt x="452" y="623"/>
                  </a:cubicBezTo>
                  <a:cubicBezTo>
                    <a:pt x="447" y="613"/>
                    <a:pt x="441" y="623"/>
                    <a:pt x="441" y="623"/>
                  </a:cubicBezTo>
                  <a:cubicBezTo>
                    <a:pt x="441" y="686"/>
                    <a:pt x="441" y="686"/>
                    <a:pt x="441" y="686"/>
                  </a:cubicBezTo>
                  <a:cubicBezTo>
                    <a:pt x="441" y="686"/>
                    <a:pt x="442" y="708"/>
                    <a:pt x="415" y="708"/>
                  </a:cubicBezTo>
                  <a:cubicBezTo>
                    <a:pt x="392" y="708"/>
                    <a:pt x="394" y="687"/>
                    <a:pt x="394" y="687"/>
                  </a:cubicBezTo>
                  <a:cubicBezTo>
                    <a:pt x="394" y="687"/>
                    <a:pt x="394" y="651"/>
                    <a:pt x="394" y="639"/>
                  </a:cubicBezTo>
                  <a:cubicBezTo>
                    <a:pt x="394" y="627"/>
                    <a:pt x="390" y="628"/>
                    <a:pt x="390" y="628"/>
                  </a:cubicBezTo>
                  <a:cubicBezTo>
                    <a:pt x="390" y="628"/>
                    <a:pt x="385" y="626"/>
                    <a:pt x="385" y="647"/>
                  </a:cubicBezTo>
                  <a:cubicBezTo>
                    <a:pt x="385" y="669"/>
                    <a:pt x="370" y="668"/>
                    <a:pt x="370" y="668"/>
                  </a:cubicBezTo>
                  <a:cubicBezTo>
                    <a:pt x="333" y="668"/>
                    <a:pt x="333" y="668"/>
                    <a:pt x="333" y="668"/>
                  </a:cubicBezTo>
                  <a:cubicBezTo>
                    <a:pt x="325" y="675"/>
                    <a:pt x="326" y="685"/>
                    <a:pt x="326" y="685"/>
                  </a:cubicBezTo>
                  <a:cubicBezTo>
                    <a:pt x="325" y="692"/>
                    <a:pt x="466" y="810"/>
                    <a:pt x="487" y="815"/>
                  </a:cubicBezTo>
                  <a:cubicBezTo>
                    <a:pt x="503" y="819"/>
                    <a:pt x="516" y="818"/>
                    <a:pt x="527" y="818"/>
                  </a:cubicBezTo>
                  <a:cubicBezTo>
                    <a:pt x="538" y="819"/>
                    <a:pt x="548" y="820"/>
                    <a:pt x="548" y="826"/>
                  </a:cubicBezTo>
                  <a:cubicBezTo>
                    <a:pt x="549" y="828"/>
                    <a:pt x="542" y="833"/>
                    <a:pt x="529" y="833"/>
                  </a:cubicBezTo>
                  <a:cubicBezTo>
                    <a:pt x="515" y="833"/>
                    <a:pt x="500" y="833"/>
                    <a:pt x="487" y="838"/>
                  </a:cubicBezTo>
                  <a:cubicBezTo>
                    <a:pt x="458" y="851"/>
                    <a:pt x="359" y="865"/>
                    <a:pt x="359" y="865"/>
                  </a:cubicBezTo>
                  <a:cubicBezTo>
                    <a:pt x="359" y="865"/>
                    <a:pt x="41" y="865"/>
                    <a:pt x="21" y="865"/>
                  </a:cubicBezTo>
                  <a:cubicBezTo>
                    <a:pt x="0" y="865"/>
                    <a:pt x="17" y="861"/>
                    <a:pt x="17" y="861"/>
                  </a:cubicBezTo>
                  <a:cubicBezTo>
                    <a:pt x="17" y="861"/>
                    <a:pt x="189" y="829"/>
                    <a:pt x="218" y="817"/>
                  </a:cubicBezTo>
                  <a:cubicBezTo>
                    <a:pt x="231" y="811"/>
                    <a:pt x="242" y="811"/>
                    <a:pt x="256" y="811"/>
                  </a:cubicBezTo>
                  <a:cubicBezTo>
                    <a:pt x="269" y="811"/>
                    <a:pt x="273" y="810"/>
                    <a:pt x="273" y="808"/>
                  </a:cubicBezTo>
                  <a:cubicBezTo>
                    <a:pt x="273" y="804"/>
                    <a:pt x="268" y="804"/>
                    <a:pt x="257" y="804"/>
                  </a:cubicBezTo>
                  <a:cubicBezTo>
                    <a:pt x="245" y="804"/>
                    <a:pt x="232" y="805"/>
                    <a:pt x="213" y="800"/>
                  </a:cubicBezTo>
                  <a:cubicBezTo>
                    <a:pt x="193" y="794"/>
                    <a:pt x="70" y="636"/>
                    <a:pt x="70" y="636"/>
                  </a:cubicBezTo>
                  <a:cubicBezTo>
                    <a:pt x="70" y="636"/>
                    <a:pt x="67" y="631"/>
                    <a:pt x="59" y="629"/>
                  </a:cubicBezTo>
                  <a:cubicBezTo>
                    <a:pt x="35" y="623"/>
                    <a:pt x="36" y="609"/>
                    <a:pt x="36" y="609"/>
                  </a:cubicBezTo>
                  <a:cubicBezTo>
                    <a:pt x="36" y="590"/>
                    <a:pt x="36" y="590"/>
                    <a:pt x="36" y="590"/>
                  </a:cubicBezTo>
                  <a:cubicBezTo>
                    <a:pt x="36" y="575"/>
                    <a:pt x="54" y="571"/>
                    <a:pt x="62" y="571"/>
                  </a:cubicBezTo>
                  <a:cubicBezTo>
                    <a:pt x="71" y="571"/>
                    <a:pt x="75" y="567"/>
                    <a:pt x="75" y="567"/>
                  </a:cubicBezTo>
                  <a:cubicBezTo>
                    <a:pt x="76" y="567"/>
                    <a:pt x="76" y="567"/>
                    <a:pt x="76" y="567"/>
                  </a:cubicBezTo>
                  <a:cubicBezTo>
                    <a:pt x="76" y="567"/>
                    <a:pt x="171" y="523"/>
                    <a:pt x="201" y="485"/>
                  </a:cubicBezTo>
                  <a:cubicBezTo>
                    <a:pt x="213" y="470"/>
                    <a:pt x="225" y="469"/>
                    <a:pt x="238" y="469"/>
                  </a:cubicBezTo>
                  <a:cubicBezTo>
                    <a:pt x="252" y="469"/>
                    <a:pt x="256" y="465"/>
                    <a:pt x="256" y="458"/>
                  </a:cubicBezTo>
                  <a:cubicBezTo>
                    <a:pt x="256" y="447"/>
                    <a:pt x="250" y="449"/>
                    <a:pt x="239" y="447"/>
                  </a:cubicBezTo>
                  <a:cubicBezTo>
                    <a:pt x="228" y="446"/>
                    <a:pt x="215" y="451"/>
                    <a:pt x="195" y="435"/>
                  </a:cubicBezTo>
                  <a:cubicBezTo>
                    <a:pt x="176" y="418"/>
                    <a:pt x="75" y="348"/>
                    <a:pt x="75" y="348"/>
                  </a:cubicBezTo>
                  <a:cubicBezTo>
                    <a:pt x="75" y="348"/>
                    <a:pt x="63" y="337"/>
                    <a:pt x="62" y="315"/>
                  </a:cubicBezTo>
                  <a:cubicBezTo>
                    <a:pt x="61" y="293"/>
                    <a:pt x="33" y="293"/>
                    <a:pt x="33" y="275"/>
                  </a:cubicBezTo>
                  <a:cubicBezTo>
                    <a:pt x="33" y="275"/>
                    <a:pt x="32" y="265"/>
                    <a:pt x="41" y="258"/>
                  </a:cubicBezTo>
                  <a:cubicBezTo>
                    <a:pt x="45" y="255"/>
                    <a:pt x="46" y="244"/>
                    <a:pt x="40" y="239"/>
                  </a:cubicBezTo>
                  <a:cubicBezTo>
                    <a:pt x="32" y="233"/>
                    <a:pt x="33" y="222"/>
                    <a:pt x="33" y="222"/>
                  </a:cubicBezTo>
                  <a:cubicBezTo>
                    <a:pt x="33" y="205"/>
                    <a:pt x="175" y="74"/>
                    <a:pt x="194" y="67"/>
                  </a:cubicBezTo>
                  <a:cubicBezTo>
                    <a:pt x="214" y="59"/>
                    <a:pt x="227" y="62"/>
                    <a:pt x="238" y="61"/>
                  </a:cubicBezTo>
                  <a:cubicBezTo>
                    <a:pt x="249" y="60"/>
                    <a:pt x="255" y="61"/>
                    <a:pt x="255" y="56"/>
                  </a:cubicBezTo>
                  <a:cubicBezTo>
                    <a:pt x="255" y="53"/>
                    <a:pt x="251" y="51"/>
                    <a:pt x="237" y="51"/>
                  </a:cubicBezTo>
                  <a:cubicBezTo>
                    <a:pt x="224" y="51"/>
                    <a:pt x="212" y="51"/>
                    <a:pt x="200" y="44"/>
                  </a:cubicBezTo>
                  <a:cubicBezTo>
                    <a:pt x="170" y="26"/>
                    <a:pt x="81" y="8"/>
                    <a:pt x="81" y="8"/>
                  </a:cubicBezTo>
                  <a:cubicBezTo>
                    <a:pt x="81" y="8"/>
                    <a:pt x="54" y="1"/>
                    <a:pt x="80" y="1"/>
                  </a:cubicBezTo>
                  <a:cubicBezTo>
                    <a:pt x="105" y="1"/>
                    <a:pt x="360" y="0"/>
                    <a:pt x="360" y="0"/>
                  </a:cubicBezTo>
                  <a:cubicBezTo>
                    <a:pt x="360" y="0"/>
                    <a:pt x="459" y="23"/>
                    <a:pt x="498" y="44"/>
                  </a:cubicBezTo>
                  <a:cubicBezTo>
                    <a:pt x="504" y="46"/>
                    <a:pt x="519" y="45"/>
                    <a:pt x="532" y="45"/>
                  </a:cubicBezTo>
                  <a:cubicBezTo>
                    <a:pt x="546" y="45"/>
                    <a:pt x="552" y="53"/>
                    <a:pt x="552" y="56"/>
                  </a:cubicBezTo>
                  <a:cubicBezTo>
                    <a:pt x="552" y="61"/>
                    <a:pt x="546" y="66"/>
                    <a:pt x="535" y="67"/>
                  </a:cubicBezTo>
                  <a:cubicBezTo>
                    <a:pt x="524" y="67"/>
                    <a:pt x="505" y="65"/>
                    <a:pt x="491" y="70"/>
                  </a:cubicBezTo>
                  <a:cubicBezTo>
                    <a:pt x="469" y="76"/>
                    <a:pt x="345" y="229"/>
                    <a:pt x="345" y="229"/>
                  </a:cubicBezTo>
                  <a:cubicBezTo>
                    <a:pt x="345" y="229"/>
                    <a:pt x="340" y="234"/>
                    <a:pt x="327" y="232"/>
                  </a:cubicBezTo>
                  <a:cubicBezTo>
                    <a:pt x="318" y="232"/>
                    <a:pt x="315" y="236"/>
                    <a:pt x="315" y="243"/>
                  </a:cubicBezTo>
                  <a:cubicBezTo>
                    <a:pt x="315" y="250"/>
                    <a:pt x="316" y="258"/>
                    <a:pt x="327" y="258"/>
                  </a:cubicBezTo>
                  <a:cubicBezTo>
                    <a:pt x="341" y="259"/>
                    <a:pt x="346" y="266"/>
                    <a:pt x="346" y="266"/>
                  </a:cubicBezTo>
                  <a:cubicBezTo>
                    <a:pt x="346" y="266"/>
                    <a:pt x="470" y="412"/>
                    <a:pt x="491" y="427"/>
                  </a:cubicBezTo>
                  <a:cubicBezTo>
                    <a:pt x="507" y="438"/>
                    <a:pt x="520" y="434"/>
                    <a:pt x="531" y="435"/>
                  </a:cubicBezTo>
                  <a:cubicBezTo>
                    <a:pt x="543" y="436"/>
                    <a:pt x="552" y="442"/>
                    <a:pt x="553" y="458"/>
                  </a:cubicBezTo>
                  <a:cubicBezTo>
                    <a:pt x="553" y="465"/>
                    <a:pt x="546" y="480"/>
                    <a:pt x="533" y="480"/>
                  </a:cubicBezTo>
                  <a:cubicBezTo>
                    <a:pt x="519" y="480"/>
                    <a:pt x="504" y="479"/>
                    <a:pt x="492" y="495"/>
                  </a:cubicBezTo>
                  <a:cubicBezTo>
                    <a:pt x="462" y="533"/>
                    <a:pt x="363" y="579"/>
                    <a:pt x="363" y="579"/>
                  </a:cubicBezTo>
                  <a:cubicBezTo>
                    <a:pt x="362" y="579"/>
                    <a:pt x="362" y="579"/>
                    <a:pt x="362" y="579"/>
                  </a:cubicBezTo>
                  <a:cubicBezTo>
                    <a:pt x="355" y="582"/>
                    <a:pt x="353" y="594"/>
                    <a:pt x="353" y="594"/>
                  </a:cubicBezTo>
                  <a:cubicBezTo>
                    <a:pt x="348" y="614"/>
                    <a:pt x="325" y="622"/>
                    <a:pt x="326" y="632"/>
                  </a:cubicBezTo>
                  <a:cubicBezTo>
                    <a:pt x="326" y="632"/>
                    <a:pt x="325" y="643"/>
                    <a:pt x="333" y="649"/>
                  </a:cubicBezTo>
                  <a:cubicBezTo>
                    <a:pt x="366" y="649"/>
                    <a:pt x="366" y="649"/>
                    <a:pt x="366" y="649"/>
                  </a:cubicBezTo>
                  <a:cubicBezTo>
                    <a:pt x="366" y="649"/>
                    <a:pt x="369" y="648"/>
                    <a:pt x="369" y="641"/>
                  </a:cubicBezTo>
                  <a:cubicBezTo>
                    <a:pt x="369" y="623"/>
                    <a:pt x="369" y="623"/>
                    <a:pt x="369" y="623"/>
                  </a:cubicBezTo>
                  <a:cubicBezTo>
                    <a:pt x="369" y="623"/>
                    <a:pt x="373" y="612"/>
                    <a:pt x="389" y="612"/>
                  </a:cubicBezTo>
                  <a:cubicBezTo>
                    <a:pt x="405" y="612"/>
                    <a:pt x="410" y="623"/>
                    <a:pt x="410" y="623"/>
                  </a:cubicBezTo>
                  <a:cubicBezTo>
                    <a:pt x="410" y="683"/>
                    <a:pt x="410" y="683"/>
                    <a:pt x="410" y="683"/>
                  </a:cubicBezTo>
                  <a:cubicBezTo>
                    <a:pt x="410" y="683"/>
                    <a:pt x="410" y="690"/>
                    <a:pt x="417" y="690"/>
                  </a:cubicBezTo>
                  <a:cubicBezTo>
                    <a:pt x="423" y="690"/>
                    <a:pt x="425" y="682"/>
                    <a:pt x="425" y="682"/>
                  </a:cubicBezTo>
                  <a:cubicBezTo>
                    <a:pt x="425" y="625"/>
                    <a:pt x="425" y="625"/>
                    <a:pt x="425" y="625"/>
                  </a:cubicBezTo>
                  <a:cubicBezTo>
                    <a:pt x="425" y="625"/>
                    <a:pt x="429" y="602"/>
                    <a:pt x="447" y="602"/>
                  </a:cubicBezTo>
                  <a:cubicBezTo>
                    <a:pt x="465" y="602"/>
                    <a:pt x="468" y="622"/>
                    <a:pt x="468" y="622"/>
                  </a:cubicBezTo>
                  <a:cubicBezTo>
                    <a:pt x="468" y="682"/>
                    <a:pt x="468" y="682"/>
                    <a:pt x="468" y="682"/>
                  </a:cubicBezTo>
                  <a:cubicBezTo>
                    <a:pt x="468" y="682"/>
                    <a:pt x="468" y="689"/>
                    <a:pt x="475" y="689"/>
                  </a:cubicBezTo>
                  <a:cubicBezTo>
                    <a:pt x="481" y="689"/>
                    <a:pt x="481" y="682"/>
                    <a:pt x="481" y="682"/>
                  </a:cubicBezTo>
                  <a:cubicBezTo>
                    <a:pt x="481" y="682"/>
                    <a:pt x="480" y="647"/>
                    <a:pt x="481" y="631"/>
                  </a:cubicBezTo>
                  <a:cubicBezTo>
                    <a:pt x="481" y="616"/>
                    <a:pt x="494" y="615"/>
                    <a:pt x="501" y="614"/>
                  </a:cubicBezTo>
                  <a:cubicBezTo>
                    <a:pt x="508" y="614"/>
                    <a:pt x="518" y="616"/>
                    <a:pt x="522" y="623"/>
                  </a:cubicBezTo>
                  <a:cubicBezTo>
                    <a:pt x="524" y="627"/>
                    <a:pt x="524" y="645"/>
                    <a:pt x="524" y="645"/>
                  </a:cubicBezTo>
                  <a:cubicBezTo>
                    <a:pt x="574" y="645"/>
                    <a:pt x="574" y="645"/>
                    <a:pt x="574" y="645"/>
                  </a:cubicBezTo>
                  <a:cubicBezTo>
                    <a:pt x="574" y="630"/>
                    <a:pt x="593" y="626"/>
                    <a:pt x="601" y="626"/>
                  </a:cubicBezTo>
                  <a:cubicBezTo>
                    <a:pt x="609" y="626"/>
                    <a:pt x="612" y="621"/>
                    <a:pt x="612" y="621"/>
                  </a:cubicBezTo>
                  <a:cubicBezTo>
                    <a:pt x="613" y="620"/>
                    <a:pt x="613" y="620"/>
                    <a:pt x="613" y="620"/>
                  </a:cubicBezTo>
                  <a:cubicBezTo>
                    <a:pt x="613" y="620"/>
                    <a:pt x="706" y="523"/>
                    <a:pt x="735" y="485"/>
                  </a:cubicBezTo>
                  <a:cubicBezTo>
                    <a:pt x="748" y="470"/>
                    <a:pt x="759" y="469"/>
                    <a:pt x="773" y="469"/>
                  </a:cubicBezTo>
                  <a:cubicBezTo>
                    <a:pt x="786" y="469"/>
                    <a:pt x="791" y="465"/>
                    <a:pt x="791" y="458"/>
                  </a:cubicBezTo>
                  <a:cubicBezTo>
                    <a:pt x="791" y="447"/>
                    <a:pt x="785" y="449"/>
                    <a:pt x="774" y="447"/>
                  </a:cubicBezTo>
                  <a:cubicBezTo>
                    <a:pt x="762" y="446"/>
                    <a:pt x="749" y="451"/>
                    <a:pt x="730" y="435"/>
                  </a:cubicBezTo>
                  <a:cubicBezTo>
                    <a:pt x="710" y="418"/>
                    <a:pt x="610" y="348"/>
                    <a:pt x="610" y="348"/>
                  </a:cubicBezTo>
                  <a:cubicBezTo>
                    <a:pt x="610" y="348"/>
                    <a:pt x="597" y="337"/>
                    <a:pt x="596" y="315"/>
                  </a:cubicBezTo>
                  <a:cubicBezTo>
                    <a:pt x="595" y="293"/>
                    <a:pt x="567" y="293"/>
                    <a:pt x="568" y="275"/>
                  </a:cubicBezTo>
                  <a:cubicBezTo>
                    <a:pt x="568" y="275"/>
                    <a:pt x="567" y="265"/>
                    <a:pt x="575" y="258"/>
                  </a:cubicBezTo>
                  <a:cubicBezTo>
                    <a:pt x="580" y="255"/>
                    <a:pt x="581" y="244"/>
                    <a:pt x="575" y="239"/>
                  </a:cubicBezTo>
                  <a:cubicBezTo>
                    <a:pt x="567" y="233"/>
                    <a:pt x="568" y="222"/>
                    <a:pt x="568" y="222"/>
                  </a:cubicBezTo>
                  <a:cubicBezTo>
                    <a:pt x="567" y="205"/>
                    <a:pt x="709" y="74"/>
                    <a:pt x="729" y="67"/>
                  </a:cubicBezTo>
                  <a:cubicBezTo>
                    <a:pt x="748" y="59"/>
                    <a:pt x="761" y="62"/>
                    <a:pt x="773" y="61"/>
                  </a:cubicBezTo>
                  <a:cubicBezTo>
                    <a:pt x="784" y="60"/>
                    <a:pt x="790" y="61"/>
                    <a:pt x="790" y="56"/>
                  </a:cubicBezTo>
                  <a:cubicBezTo>
                    <a:pt x="790" y="53"/>
                    <a:pt x="785" y="51"/>
                    <a:pt x="772" y="51"/>
                  </a:cubicBezTo>
                  <a:cubicBezTo>
                    <a:pt x="758" y="51"/>
                    <a:pt x="747" y="51"/>
                    <a:pt x="734" y="44"/>
                  </a:cubicBezTo>
                  <a:cubicBezTo>
                    <a:pt x="705" y="26"/>
                    <a:pt x="615" y="8"/>
                    <a:pt x="615" y="8"/>
                  </a:cubicBezTo>
                  <a:cubicBezTo>
                    <a:pt x="615" y="8"/>
                    <a:pt x="587" y="1"/>
                    <a:pt x="616" y="1"/>
                  </a:cubicBezTo>
                  <a:cubicBezTo>
                    <a:pt x="645" y="1"/>
                    <a:pt x="894" y="0"/>
                    <a:pt x="894" y="0"/>
                  </a:cubicBezTo>
                  <a:cubicBezTo>
                    <a:pt x="894" y="0"/>
                    <a:pt x="994" y="23"/>
                    <a:pt x="1033" y="44"/>
                  </a:cubicBezTo>
                  <a:cubicBezTo>
                    <a:pt x="1038" y="46"/>
                    <a:pt x="1053" y="45"/>
                    <a:pt x="1067" y="45"/>
                  </a:cubicBezTo>
                  <a:cubicBezTo>
                    <a:pt x="1080" y="45"/>
                    <a:pt x="1086" y="53"/>
                    <a:pt x="1086" y="56"/>
                  </a:cubicBezTo>
                  <a:cubicBezTo>
                    <a:pt x="1086" y="61"/>
                    <a:pt x="1081" y="66"/>
                    <a:pt x="1069" y="67"/>
                  </a:cubicBezTo>
                  <a:cubicBezTo>
                    <a:pt x="1058" y="67"/>
                    <a:pt x="1040" y="65"/>
                    <a:pt x="1025" y="70"/>
                  </a:cubicBezTo>
                  <a:cubicBezTo>
                    <a:pt x="1003" y="76"/>
                    <a:pt x="880" y="229"/>
                    <a:pt x="880" y="229"/>
                  </a:cubicBezTo>
                  <a:cubicBezTo>
                    <a:pt x="880" y="229"/>
                    <a:pt x="874" y="234"/>
                    <a:pt x="862" y="232"/>
                  </a:cubicBezTo>
                  <a:cubicBezTo>
                    <a:pt x="852" y="232"/>
                    <a:pt x="849" y="236"/>
                    <a:pt x="849" y="243"/>
                  </a:cubicBezTo>
                  <a:cubicBezTo>
                    <a:pt x="849" y="250"/>
                    <a:pt x="850" y="258"/>
                    <a:pt x="861" y="258"/>
                  </a:cubicBezTo>
                  <a:cubicBezTo>
                    <a:pt x="875" y="259"/>
                    <a:pt x="880" y="266"/>
                    <a:pt x="880" y="266"/>
                  </a:cubicBezTo>
                  <a:cubicBezTo>
                    <a:pt x="880" y="266"/>
                    <a:pt x="1005" y="412"/>
                    <a:pt x="1026" y="427"/>
                  </a:cubicBezTo>
                  <a:cubicBezTo>
                    <a:pt x="1042" y="438"/>
                    <a:pt x="1055" y="434"/>
                    <a:pt x="1066" y="435"/>
                  </a:cubicBezTo>
                  <a:cubicBezTo>
                    <a:pt x="1077" y="436"/>
                    <a:pt x="1087" y="442"/>
                    <a:pt x="1087" y="458"/>
                  </a:cubicBezTo>
                  <a:cubicBezTo>
                    <a:pt x="1087" y="465"/>
                    <a:pt x="1081" y="480"/>
                    <a:pt x="1067" y="480"/>
                  </a:cubicBezTo>
                  <a:cubicBezTo>
                    <a:pt x="1054" y="480"/>
                    <a:pt x="1039" y="479"/>
                    <a:pt x="1026" y="495"/>
                  </a:cubicBezTo>
                  <a:cubicBezTo>
                    <a:pt x="997" y="533"/>
                    <a:pt x="898" y="578"/>
                    <a:pt x="898" y="578"/>
                  </a:cubicBezTo>
                  <a:cubicBezTo>
                    <a:pt x="897" y="579"/>
                    <a:pt x="897" y="579"/>
                    <a:pt x="897" y="579"/>
                  </a:cubicBezTo>
                  <a:cubicBezTo>
                    <a:pt x="896" y="579"/>
                    <a:pt x="896" y="579"/>
                    <a:pt x="896" y="579"/>
                  </a:cubicBezTo>
                  <a:cubicBezTo>
                    <a:pt x="888" y="582"/>
                    <a:pt x="886" y="594"/>
                    <a:pt x="886" y="594"/>
                  </a:cubicBezTo>
                  <a:cubicBezTo>
                    <a:pt x="881" y="614"/>
                    <a:pt x="858" y="622"/>
                    <a:pt x="859" y="632"/>
                  </a:cubicBezTo>
                  <a:cubicBezTo>
                    <a:pt x="859" y="632"/>
                    <a:pt x="858" y="643"/>
                    <a:pt x="866" y="649"/>
                  </a:cubicBezTo>
                  <a:cubicBezTo>
                    <a:pt x="899" y="649"/>
                    <a:pt x="899" y="649"/>
                    <a:pt x="899" y="649"/>
                  </a:cubicBezTo>
                  <a:cubicBezTo>
                    <a:pt x="899" y="649"/>
                    <a:pt x="903" y="648"/>
                    <a:pt x="902" y="641"/>
                  </a:cubicBezTo>
                  <a:cubicBezTo>
                    <a:pt x="902" y="623"/>
                    <a:pt x="902" y="623"/>
                    <a:pt x="902" y="623"/>
                  </a:cubicBezTo>
                  <a:cubicBezTo>
                    <a:pt x="902" y="623"/>
                    <a:pt x="907" y="612"/>
                    <a:pt x="923" y="612"/>
                  </a:cubicBezTo>
                  <a:cubicBezTo>
                    <a:pt x="939" y="612"/>
                    <a:pt x="943" y="623"/>
                    <a:pt x="943" y="623"/>
                  </a:cubicBezTo>
                  <a:cubicBezTo>
                    <a:pt x="943" y="683"/>
                    <a:pt x="943" y="683"/>
                    <a:pt x="943" y="683"/>
                  </a:cubicBezTo>
                  <a:cubicBezTo>
                    <a:pt x="943" y="683"/>
                    <a:pt x="943" y="690"/>
                    <a:pt x="950" y="690"/>
                  </a:cubicBezTo>
                  <a:cubicBezTo>
                    <a:pt x="956" y="690"/>
                    <a:pt x="958" y="682"/>
                    <a:pt x="958" y="682"/>
                  </a:cubicBezTo>
                  <a:cubicBezTo>
                    <a:pt x="958" y="625"/>
                    <a:pt x="958" y="625"/>
                    <a:pt x="958" y="625"/>
                  </a:cubicBezTo>
                  <a:cubicBezTo>
                    <a:pt x="958" y="625"/>
                    <a:pt x="963" y="602"/>
                    <a:pt x="981" y="602"/>
                  </a:cubicBezTo>
                  <a:cubicBezTo>
                    <a:pt x="999" y="602"/>
                    <a:pt x="1001" y="622"/>
                    <a:pt x="1001" y="622"/>
                  </a:cubicBezTo>
                  <a:cubicBezTo>
                    <a:pt x="1001" y="682"/>
                    <a:pt x="1001" y="682"/>
                    <a:pt x="1001" y="682"/>
                  </a:cubicBezTo>
                  <a:cubicBezTo>
                    <a:pt x="1001" y="682"/>
                    <a:pt x="1001" y="689"/>
                    <a:pt x="1008" y="689"/>
                  </a:cubicBezTo>
                  <a:cubicBezTo>
                    <a:pt x="1015" y="689"/>
                    <a:pt x="1014" y="682"/>
                    <a:pt x="1014" y="682"/>
                  </a:cubicBezTo>
                  <a:cubicBezTo>
                    <a:pt x="1014" y="682"/>
                    <a:pt x="1014" y="647"/>
                    <a:pt x="1014" y="631"/>
                  </a:cubicBezTo>
                  <a:cubicBezTo>
                    <a:pt x="1015" y="616"/>
                    <a:pt x="1027" y="615"/>
                    <a:pt x="1034" y="614"/>
                  </a:cubicBezTo>
                  <a:cubicBezTo>
                    <a:pt x="1041" y="614"/>
                    <a:pt x="1052" y="616"/>
                    <a:pt x="1055" y="623"/>
                  </a:cubicBezTo>
                  <a:cubicBezTo>
                    <a:pt x="1057" y="627"/>
                    <a:pt x="1057" y="645"/>
                    <a:pt x="1057" y="645"/>
                  </a:cubicBezTo>
                  <a:cubicBezTo>
                    <a:pt x="1107" y="645"/>
                    <a:pt x="1107" y="645"/>
                    <a:pt x="1107" y="645"/>
                  </a:cubicBezTo>
                  <a:cubicBezTo>
                    <a:pt x="1107" y="630"/>
                    <a:pt x="1126" y="626"/>
                    <a:pt x="1134" y="626"/>
                  </a:cubicBezTo>
                  <a:cubicBezTo>
                    <a:pt x="1142" y="626"/>
                    <a:pt x="1145" y="621"/>
                    <a:pt x="1145" y="621"/>
                  </a:cubicBezTo>
                  <a:cubicBezTo>
                    <a:pt x="1146" y="620"/>
                    <a:pt x="1146" y="620"/>
                    <a:pt x="1146" y="620"/>
                  </a:cubicBezTo>
                  <a:cubicBezTo>
                    <a:pt x="1148" y="618"/>
                    <a:pt x="1148" y="618"/>
                    <a:pt x="1148" y="618"/>
                  </a:cubicBezTo>
                  <a:cubicBezTo>
                    <a:pt x="1148" y="618"/>
                    <a:pt x="1244" y="523"/>
                    <a:pt x="1273" y="485"/>
                  </a:cubicBezTo>
                  <a:cubicBezTo>
                    <a:pt x="1286" y="470"/>
                    <a:pt x="1297" y="469"/>
                    <a:pt x="1311" y="469"/>
                  </a:cubicBezTo>
                  <a:cubicBezTo>
                    <a:pt x="1324" y="469"/>
                    <a:pt x="1329" y="465"/>
                    <a:pt x="1329" y="458"/>
                  </a:cubicBezTo>
                  <a:cubicBezTo>
                    <a:pt x="1329" y="447"/>
                    <a:pt x="1323" y="449"/>
                    <a:pt x="1312" y="447"/>
                  </a:cubicBezTo>
                  <a:cubicBezTo>
                    <a:pt x="1300" y="446"/>
                    <a:pt x="1287" y="451"/>
                    <a:pt x="1268" y="435"/>
                  </a:cubicBezTo>
                  <a:cubicBezTo>
                    <a:pt x="1248" y="418"/>
                    <a:pt x="1148" y="348"/>
                    <a:pt x="1148" y="348"/>
                  </a:cubicBezTo>
                  <a:cubicBezTo>
                    <a:pt x="1148" y="348"/>
                    <a:pt x="1135" y="337"/>
                    <a:pt x="1134" y="315"/>
                  </a:cubicBezTo>
                  <a:cubicBezTo>
                    <a:pt x="1133" y="293"/>
                    <a:pt x="1105" y="293"/>
                    <a:pt x="1106" y="275"/>
                  </a:cubicBezTo>
                  <a:cubicBezTo>
                    <a:pt x="1106" y="275"/>
                    <a:pt x="1105" y="265"/>
                    <a:pt x="1113" y="258"/>
                  </a:cubicBezTo>
                  <a:cubicBezTo>
                    <a:pt x="1118" y="255"/>
                    <a:pt x="1119" y="244"/>
                    <a:pt x="1113" y="239"/>
                  </a:cubicBezTo>
                  <a:cubicBezTo>
                    <a:pt x="1105" y="233"/>
                    <a:pt x="1106" y="222"/>
                    <a:pt x="1106" y="222"/>
                  </a:cubicBezTo>
                  <a:cubicBezTo>
                    <a:pt x="1105" y="205"/>
                    <a:pt x="1247" y="74"/>
                    <a:pt x="1267" y="67"/>
                  </a:cubicBezTo>
                  <a:cubicBezTo>
                    <a:pt x="1286" y="59"/>
                    <a:pt x="1299" y="62"/>
                    <a:pt x="1311" y="61"/>
                  </a:cubicBezTo>
                  <a:cubicBezTo>
                    <a:pt x="1322" y="60"/>
                    <a:pt x="1328" y="61"/>
                    <a:pt x="1328" y="56"/>
                  </a:cubicBezTo>
                  <a:cubicBezTo>
                    <a:pt x="1328" y="53"/>
                    <a:pt x="1323" y="51"/>
                    <a:pt x="1310" y="51"/>
                  </a:cubicBezTo>
                  <a:cubicBezTo>
                    <a:pt x="1296" y="51"/>
                    <a:pt x="1285" y="51"/>
                    <a:pt x="1272" y="44"/>
                  </a:cubicBezTo>
                  <a:cubicBezTo>
                    <a:pt x="1243" y="26"/>
                    <a:pt x="1153" y="8"/>
                    <a:pt x="1153" y="8"/>
                  </a:cubicBezTo>
                  <a:cubicBezTo>
                    <a:pt x="1153" y="8"/>
                    <a:pt x="1127" y="1"/>
                    <a:pt x="1150" y="1"/>
                  </a:cubicBezTo>
                  <a:cubicBezTo>
                    <a:pt x="1174" y="1"/>
                    <a:pt x="1432" y="0"/>
                    <a:pt x="1432" y="0"/>
                  </a:cubicBezTo>
                  <a:cubicBezTo>
                    <a:pt x="1432" y="0"/>
                    <a:pt x="1532" y="23"/>
                    <a:pt x="1571" y="44"/>
                  </a:cubicBezTo>
                  <a:cubicBezTo>
                    <a:pt x="1576" y="46"/>
                    <a:pt x="1591" y="45"/>
                    <a:pt x="1605" y="45"/>
                  </a:cubicBezTo>
                  <a:cubicBezTo>
                    <a:pt x="1618" y="45"/>
                    <a:pt x="1624" y="53"/>
                    <a:pt x="1624" y="56"/>
                  </a:cubicBezTo>
                  <a:cubicBezTo>
                    <a:pt x="1624" y="61"/>
                    <a:pt x="1619" y="66"/>
                    <a:pt x="1607" y="67"/>
                  </a:cubicBezTo>
                  <a:cubicBezTo>
                    <a:pt x="1596" y="67"/>
                    <a:pt x="1578" y="65"/>
                    <a:pt x="1563" y="70"/>
                  </a:cubicBezTo>
                  <a:cubicBezTo>
                    <a:pt x="1541" y="76"/>
                    <a:pt x="1418" y="229"/>
                    <a:pt x="1418" y="229"/>
                  </a:cubicBezTo>
                  <a:cubicBezTo>
                    <a:pt x="1418" y="229"/>
                    <a:pt x="1412" y="234"/>
                    <a:pt x="1400" y="232"/>
                  </a:cubicBezTo>
                  <a:cubicBezTo>
                    <a:pt x="1390" y="232"/>
                    <a:pt x="1387" y="236"/>
                    <a:pt x="1387" y="243"/>
                  </a:cubicBezTo>
                  <a:cubicBezTo>
                    <a:pt x="1387" y="250"/>
                    <a:pt x="1388" y="258"/>
                    <a:pt x="1399" y="258"/>
                  </a:cubicBezTo>
                  <a:cubicBezTo>
                    <a:pt x="1413" y="259"/>
                    <a:pt x="1418" y="266"/>
                    <a:pt x="1418" y="266"/>
                  </a:cubicBezTo>
                  <a:cubicBezTo>
                    <a:pt x="1418" y="266"/>
                    <a:pt x="1543" y="412"/>
                    <a:pt x="1564" y="427"/>
                  </a:cubicBezTo>
                  <a:cubicBezTo>
                    <a:pt x="1580" y="438"/>
                    <a:pt x="1593" y="434"/>
                    <a:pt x="1604" y="435"/>
                  </a:cubicBezTo>
                  <a:cubicBezTo>
                    <a:pt x="1615" y="436"/>
                    <a:pt x="1625" y="442"/>
                    <a:pt x="1625" y="458"/>
                  </a:cubicBezTo>
                  <a:cubicBezTo>
                    <a:pt x="1625" y="465"/>
                    <a:pt x="1619" y="480"/>
                    <a:pt x="1605" y="480"/>
                  </a:cubicBezTo>
                  <a:cubicBezTo>
                    <a:pt x="1592" y="480"/>
                    <a:pt x="1577" y="479"/>
                    <a:pt x="1564" y="495"/>
                  </a:cubicBezTo>
                  <a:cubicBezTo>
                    <a:pt x="1535" y="533"/>
                    <a:pt x="1436" y="579"/>
                    <a:pt x="1436" y="579"/>
                  </a:cubicBezTo>
                  <a:cubicBezTo>
                    <a:pt x="1434" y="580"/>
                    <a:pt x="1434" y="580"/>
                    <a:pt x="1434" y="580"/>
                  </a:cubicBezTo>
                  <a:cubicBezTo>
                    <a:pt x="1433" y="580"/>
                    <a:pt x="1433" y="580"/>
                    <a:pt x="1433" y="580"/>
                  </a:cubicBezTo>
                  <a:cubicBezTo>
                    <a:pt x="1426" y="583"/>
                    <a:pt x="1424" y="594"/>
                    <a:pt x="1424" y="594"/>
                  </a:cubicBezTo>
                  <a:cubicBezTo>
                    <a:pt x="1419" y="615"/>
                    <a:pt x="1396" y="623"/>
                    <a:pt x="1397" y="633"/>
                  </a:cubicBezTo>
                  <a:cubicBezTo>
                    <a:pt x="1397" y="633"/>
                    <a:pt x="1396" y="643"/>
                    <a:pt x="1404" y="650"/>
                  </a:cubicBezTo>
                  <a:cubicBezTo>
                    <a:pt x="1437" y="650"/>
                    <a:pt x="1437" y="650"/>
                    <a:pt x="1437" y="650"/>
                  </a:cubicBezTo>
                  <a:cubicBezTo>
                    <a:pt x="1437" y="650"/>
                    <a:pt x="1440" y="649"/>
                    <a:pt x="1440" y="642"/>
                  </a:cubicBezTo>
                  <a:cubicBezTo>
                    <a:pt x="1440" y="623"/>
                    <a:pt x="1440" y="623"/>
                    <a:pt x="1440" y="623"/>
                  </a:cubicBezTo>
                  <a:cubicBezTo>
                    <a:pt x="1440" y="623"/>
                    <a:pt x="1444" y="612"/>
                    <a:pt x="1460" y="612"/>
                  </a:cubicBezTo>
                  <a:cubicBezTo>
                    <a:pt x="1476" y="612"/>
                    <a:pt x="1481" y="623"/>
                    <a:pt x="1481" y="623"/>
                  </a:cubicBezTo>
                  <a:cubicBezTo>
                    <a:pt x="1481" y="684"/>
                    <a:pt x="1481" y="684"/>
                    <a:pt x="1481" y="684"/>
                  </a:cubicBezTo>
                  <a:cubicBezTo>
                    <a:pt x="1481" y="684"/>
                    <a:pt x="1481" y="691"/>
                    <a:pt x="1488" y="691"/>
                  </a:cubicBezTo>
                  <a:cubicBezTo>
                    <a:pt x="1494" y="691"/>
                    <a:pt x="1496" y="682"/>
                    <a:pt x="1496" y="682"/>
                  </a:cubicBezTo>
                  <a:cubicBezTo>
                    <a:pt x="1496" y="625"/>
                    <a:pt x="1496" y="625"/>
                    <a:pt x="1496" y="625"/>
                  </a:cubicBezTo>
                  <a:cubicBezTo>
                    <a:pt x="1496" y="625"/>
                    <a:pt x="1500" y="602"/>
                    <a:pt x="1518" y="602"/>
                  </a:cubicBezTo>
                  <a:cubicBezTo>
                    <a:pt x="1536" y="602"/>
                    <a:pt x="1539" y="623"/>
                    <a:pt x="1539" y="623"/>
                  </a:cubicBezTo>
                  <a:cubicBezTo>
                    <a:pt x="1539" y="682"/>
                    <a:pt x="1539" y="682"/>
                    <a:pt x="1539" y="682"/>
                  </a:cubicBezTo>
                  <a:cubicBezTo>
                    <a:pt x="1539" y="682"/>
                    <a:pt x="1539" y="689"/>
                    <a:pt x="1546" y="689"/>
                  </a:cubicBezTo>
                  <a:cubicBezTo>
                    <a:pt x="1552" y="689"/>
                    <a:pt x="1552" y="683"/>
                    <a:pt x="1552" y="683"/>
                  </a:cubicBezTo>
                  <a:cubicBezTo>
                    <a:pt x="1552" y="683"/>
                    <a:pt x="1551" y="647"/>
                    <a:pt x="1552" y="632"/>
                  </a:cubicBezTo>
                  <a:cubicBezTo>
                    <a:pt x="1552" y="616"/>
                    <a:pt x="1565" y="615"/>
                    <a:pt x="1572" y="615"/>
                  </a:cubicBezTo>
                  <a:cubicBezTo>
                    <a:pt x="1579" y="614"/>
                    <a:pt x="1589" y="616"/>
                    <a:pt x="1593" y="623"/>
                  </a:cubicBezTo>
                  <a:cubicBezTo>
                    <a:pt x="1595" y="627"/>
                    <a:pt x="1595" y="645"/>
                    <a:pt x="1595" y="645"/>
                  </a:cubicBezTo>
                  <a:cubicBezTo>
                    <a:pt x="1645" y="645"/>
                    <a:pt x="1645" y="645"/>
                    <a:pt x="1645" y="645"/>
                  </a:cubicBezTo>
                  <a:cubicBezTo>
                    <a:pt x="1645" y="630"/>
                    <a:pt x="1664" y="626"/>
                    <a:pt x="1672" y="626"/>
                  </a:cubicBezTo>
                  <a:cubicBezTo>
                    <a:pt x="1680" y="626"/>
                    <a:pt x="1683" y="621"/>
                    <a:pt x="1683" y="621"/>
                  </a:cubicBezTo>
                  <a:cubicBezTo>
                    <a:pt x="1684" y="620"/>
                    <a:pt x="1684" y="620"/>
                    <a:pt x="1684" y="620"/>
                  </a:cubicBezTo>
                  <a:cubicBezTo>
                    <a:pt x="1685" y="619"/>
                    <a:pt x="1685" y="619"/>
                    <a:pt x="1685" y="619"/>
                  </a:cubicBezTo>
                  <a:cubicBezTo>
                    <a:pt x="1685" y="619"/>
                    <a:pt x="1781" y="523"/>
                    <a:pt x="1811" y="485"/>
                  </a:cubicBezTo>
                  <a:cubicBezTo>
                    <a:pt x="1823" y="470"/>
                    <a:pt x="1834" y="469"/>
                    <a:pt x="1848" y="469"/>
                  </a:cubicBezTo>
                  <a:cubicBezTo>
                    <a:pt x="1862" y="469"/>
                    <a:pt x="1866" y="465"/>
                    <a:pt x="1866" y="458"/>
                  </a:cubicBezTo>
                  <a:cubicBezTo>
                    <a:pt x="1866" y="447"/>
                    <a:pt x="1860" y="449"/>
                    <a:pt x="1849" y="447"/>
                  </a:cubicBezTo>
                  <a:cubicBezTo>
                    <a:pt x="1838" y="446"/>
                    <a:pt x="1825" y="451"/>
                    <a:pt x="1805" y="435"/>
                  </a:cubicBezTo>
                  <a:cubicBezTo>
                    <a:pt x="1785" y="418"/>
                    <a:pt x="1685" y="348"/>
                    <a:pt x="1685" y="348"/>
                  </a:cubicBezTo>
                  <a:cubicBezTo>
                    <a:pt x="1685" y="348"/>
                    <a:pt x="1672" y="337"/>
                    <a:pt x="1672" y="315"/>
                  </a:cubicBezTo>
                  <a:cubicBezTo>
                    <a:pt x="1671" y="293"/>
                    <a:pt x="1643" y="293"/>
                    <a:pt x="1643" y="275"/>
                  </a:cubicBezTo>
                  <a:cubicBezTo>
                    <a:pt x="1643" y="275"/>
                    <a:pt x="1642" y="265"/>
                    <a:pt x="1651" y="258"/>
                  </a:cubicBezTo>
                  <a:cubicBezTo>
                    <a:pt x="1655" y="255"/>
                    <a:pt x="1656" y="244"/>
                    <a:pt x="1650" y="239"/>
                  </a:cubicBezTo>
                  <a:cubicBezTo>
                    <a:pt x="1642" y="233"/>
                    <a:pt x="1643" y="222"/>
                    <a:pt x="1643" y="222"/>
                  </a:cubicBezTo>
                  <a:cubicBezTo>
                    <a:pt x="1643" y="205"/>
                    <a:pt x="1784" y="74"/>
                    <a:pt x="1804" y="67"/>
                  </a:cubicBezTo>
                  <a:cubicBezTo>
                    <a:pt x="1824" y="59"/>
                    <a:pt x="1837" y="62"/>
                    <a:pt x="1848" y="61"/>
                  </a:cubicBezTo>
                  <a:cubicBezTo>
                    <a:pt x="1859" y="60"/>
                    <a:pt x="1865" y="61"/>
                    <a:pt x="1865" y="56"/>
                  </a:cubicBezTo>
                  <a:cubicBezTo>
                    <a:pt x="1865" y="53"/>
                    <a:pt x="1861" y="51"/>
                    <a:pt x="1847" y="51"/>
                  </a:cubicBezTo>
                  <a:cubicBezTo>
                    <a:pt x="1833" y="51"/>
                    <a:pt x="1822" y="51"/>
                    <a:pt x="1810" y="44"/>
                  </a:cubicBezTo>
                  <a:cubicBezTo>
                    <a:pt x="1780" y="26"/>
                    <a:pt x="1691" y="8"/>
                    <a:pt x="1691" y="8"/>
                  </a:cubicBezTo>
                  <a:cubicBezTo>
                    <a:pt x="1691" y="8"/>
                    <a:pt x="1662" y="1"/>
                    <a:pt x="1689" y="1"/>
                  </a:cubicBezTo>
                  <a:cubicBezTo>
                    <a:pt x="1717" y="1"/>
                    <a:pt x="1969" y="0"/>
                    <a:pt x="1969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4" name="Freeform 128">
              <a:extLst>
                <a:ext uri="{FF2B5EF4-FFF2-40B4-BE49-F238E27FC236}">
                  <a16:creationId xmlns:a16="http://schemas.microsoft.com/office/drawing/2014/main" id="{5EB5CD21-76D9-4A62-879D-A9B8F3AE0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012"/>
              <a:ext cx="28" cy="12"/>
            </a:xfrm>
            <a:custGeom>
              <a:avLst/>
              <a:gdLst>
                <a:gd name="T0" fmla="*/ 0 w 29"/>
                <a:gd name="T1" fmla="*/ 10 h 12"/>
                <a:gd name="T2" fmla="*/ 13 w 29"/>
                <a:gd name="T3" fmla="*/ 3 h 12"/>
                <a:gd name="T4" fmla="*/ 26 w 29"/>
                <a:gd name="T5" fmla="*/ 12 h 12"/>
                <a:gd name="T6" fmla="*/ 0 w 29"/>
                <a:gd name="T7" fmla="*/ 1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2">
                  <a:moveTo>
                    <a:pt x="0" y="10"/>
                  </a:moveTo>
                  <a:cubicBezTo>
                    <a:pt x="0" y="10"/>
                    <a:pt x="4" y="3"/>
                    <a:pt x="13" y="3"/>
                  </a:cubicBezTo>
                  <a:cubicBezTo>
                    <a:pt x="22" y="3"/>
                    <a:pt x="27" y="9"/>
                    <a:pt x="29" y="12"/>
                  </a:cubicBezTo>
                  <a:cubicBezTo>
                    <a:pt x="29" y="12"/>
                    <a:pt x="16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5" name="Freeform 129">
              <a:extLst>
                <a:ext uri="{FF2B5EF4-FFF2-40B4-BE49-F238E27FC236}">
                  <a16:creationId xmlns:a16="http://schemas.microsoft.com/office/drawing/2014/main" id="{00919D4D-D473-4FFD-B0D9-52B277F94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028"/>
              <a:ext cx="11" cy="12"/>
            </a:xfrm>
            <a:custGeom>
              <a:avLst/>
              <a:gdLst>
                <a:gd name="T0" fmla="*/ 0 w 11"/>
                <a:gd name="T1" fmla="*/ 0 h 13"/>
                <a:gd name="T2" fmla="*/ 11 w 11"/>
                <a:gd name="T3" fmla="*/ 10 h 13"/>
                <a:gd name="T4" fmla="*/ 0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0" y="0"/>
                    <a:pt x="9" y="0"/>
                    <a:pt x="11" y="13"/>
                  </a:cubicBezTo>
                  <a:cubicBezTo>
                    <a:pt x="11" y="13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6" name="Freeform 130">
              <a:extLst>
                <a:ext uri="{FF2B5EF4-FFF2-40B4-BE49-F238E27FC236}">
                  <a16:creationId xmlns:a16="http://schemas.microsoft.com/office/drawing/2014/main" id="{5762F3F1-DB98-407D-8B10-5D9D80980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090"/>
              <a:ext cx="16" cy="22"/>
            </a:xfrm>
            <a:custGeom>
              <a:avLst/>
              <a:gdLst>
                <a:gd name="T0" fmla="*/ 5 w 17"/>
                <a:gd name="T1" fmla="*/ 0 h 23"/>
                <a:gd name="T2" fmla="*/ 14 w 17"/>
                <a:gd name="T3" fmla="*/ 20 h 23"/>
                <a:gd name="T4" fmla="*/ 5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5" y="0"/>
                  </a:moveTo>
                  <a:cubicBezTo>
                    <a:pt x="5" y="0"/>
                    <a:pt x="0" y="17"/>
                    <a:pt x="17" y="23"/>
                  </a:cubicBezTo>
                  <a:cubicBezTo>
                    <a:pt x="17" y="23"/>
                    <a:pt x="6" y="1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7" name="Freeform 131">
              <a:extLst>
                <a:ext uri="{FF2B5EF4-FFF2-40B4-BE49-F238E27FC236}">
                  <a16:creationId xmlns:a16="http://schemas.microsoft.com/office/drawing/2014/main" id="{8BC4921B-5673-40A1-96DA-881634E65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017"/>
              <a:ext cx="14" cy="24"/>
            </a:xfrm>
            <a:custGeom>
              <a:avLst/>
              <a:gdLst>
                <a:gd name="T0" fmla="*/ 14 w 14"/>
                <a:gd name="T1" fmla="*/ 0 h 25"/>
                <a:gd name="T2" fmla="*/ 0 w 14"/>
                <a:gd name="T3" fmla="*/ 22 h 25"/>
                <a:gd name="T4" fmla="*/ 14 w 1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4" y="0"/>
                  </a:moveTo>
                  <a:cubicBezTo>
                    <a:pt x="14" y="0"/>
                    <a:pt x="0" y="7"/>
                    <a:pt x="0" y="25"/>
                  </a:cubicBezTo>
                  <a:cubicBezTo>
                    <a:pt x="0" y="25"/>
                    <a:pt x="6" y="7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8" name="Freeform 132">
              <a:extLst>
                <a:ext uri="{FF2B5EF4-FFF2-40B4-BE49-F238E27FC236}">
                  <a16:creationId xmlns:a16="http://schemas.microsoft.com/office/drawing/2014/main" id="{9DB2E71B-D862-4626-A9B0-41E40284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079"/>
              <a:ext cx="17" cy="30"/>
            </a:xfrm>
            <a:custGeom>
              <a:avLst/>
              <a:gdLst>
                <a:gd name="T0" fmla="*/ 0 w 18"/>
                <a:gd name="T1" fmla="*/ 17 h 31"/>
                <a:gd name="T2" fmla="*/ 9 w 18"/>
                <a:gd name="T3" fmla="*/ 0 h 31"/>
                <a:gd name="T4" fmla="*/ 0 w 18"/>
                <a:gd name="T5" fmla="*/ 1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1">
                  <a:moveTo>
                    <a:pt x="0" y="20"/>
                  </a:moveTo>
                  <a:cubicBezTo>
                    <a:pt x="0" y="20"/>
                    <a:pt x="12" y="25"/>
                    <a:pt x="11" y="0"/>
                  </a:cubicBezTo>
                  <a:cubicBezTo>
                    <a:pt x="11" y="0"/>
                    <a:pt x="18" y="31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9" name="Freeform 133">
              <a:extLst>
                <a:ext uri="{FF2B5EF4-FFF2-40B4-BE49-F238E27FC236}">
                  <a16:creationId xmlns:a16="http://schemas.microsoft.com/office/drawing/2014/main" id="{BEA94B01-1864-4E04-A3DB-3B65F44D9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073"/>
              <a:ext cx="19" cy="17"/>
            </a:xfrm>
            <a:custGeom>
              <a:avLst/>
              <a:gdLst>
                <a:gd name="T0" fmla="*/ 0 w 19"/>
                <a:gd name="T1" fmla="*/ 0 h 17"/>
                <a:gd name="T2" fmla="*/ 19 w 19"/>
                <a:gd name="T3" fmla="*/ 17 h 17"/>
                <a:gd name="T4" fmla="*/ 0 w 1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0" y="0"/>
                    <a:pt x="1" y="12"/>
                    <a:pt x="19" y="17"/>
                  </a:cubicBezTo>
                  <a:cubicBezTo>
                    <a:pt x="19" y="17"/>
                    <a:pt x="2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0" name="Freeform 134">
              <a:extLst>
                <a:ext uri="{FF2B5EF4-FFF2-40B4-BE49-F238E27FC236}">
                  <a16:creationId xmlns:a16="http://schemas.microsoft.com/office/drawing/2014/main" id="{4C19FC5B-69DF-4994-9B80-C23D70C63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076"/>
              <a:ext cx="22" cy="22"/>
            </a:xfrm>
            <a:custGeom>
              <a:avLst/>
              <a:gdLst>
                <a:gd name="T0" fmla="*/ 0 w 23"/>
                <a:gd name="T1" fmla="*/ 4 h 22"/>
                <a:gd name="T2" fmla="*/ 20 w 23"/>
                <a:gd name="T3" fmla="*/ 22 h 22"/>
                <a:gd name="T4" fmla="*/ 0 w 23"/>
                <a:gd name="T5" fmla="*/ 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0" y="4"/>
                  </a:moveTo>
                  <a:cubicBezTo>
                    <a:pt x="0" y="4"/>
                    <a:pt x="8" y="0"/>
                    <a:pt x="23" y="22"/>
                  </a:cubicBezTo>
                  <a:cubicBezTo>
                    <a:pt x="23" y="22"/>
                    <a:pt x="8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1" name="Freeform 135">
              <a:extLst>
                <a:ext uri="{FF2B5EF4-FFF2-40B4-BE49-F238E27FC236}">
                  <a16:creationId xmlns:a16="http://schemas.microsoft.com/office/drawing/2014/main" id="{F80B0582-2E45-4AA5-BC9F-307FB09E6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086"/>
              <a:ext cx="11" cy="18"/>
            </a:xfrm>
            <a:custGeom>
              <a:avLst/>
              <a:gdLst>
                <a:gd name="T0" fmla="*/ 5 w 11"/>
                <a:gd name="T1" fmla="*/ 0 h 19"/>
                <a:gd name="T2" fmla="*/ 11 w 11"/>
                <a:gd name="T3" fmla="*/ 16 h 19"/>
                <a:gd name="T4" fmla="*/ 5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5" y="0"/>
                  </a:moveTo>
                  <a:cubicBezTo>
                    <a:pt x="5" y="0"/>
                    <a:pt x="0" y="10"/>
                    <a:pt x="11" y="19"/>
                  </a:cubicBezTo>
                  <a:cubicBezTo>
                    <a:pt x="11" y="19"/>
                    <a:pt x="4" y="7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2" name="Freeform 136">
              <a:extLst>
                <a:ext uri="{FF2B5EF4-FFF2-40B4-BE49-F238E27FC236}">
                  <a16:creationId xmlns:a16="http://schemas.microsoft.com/office/drawing/2014/main" id="{6D6D732F-02B0-4A22-87F8-7DF3ED8EF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875"/>
              <a:ext cx="9" cy="10"/>
            </a:xfrm>
            <a:custGeom>
              <a:avLst/>
              <a:gdLst>
                <a:gd name="T0" fmla="*/ 0 w 10"/>
                <a:gd name="T1" fmla="*/ 0 h 10"/>
                <a:gd name="T2" fmla="*/ 0 w 10"/>
                <a:gd name="T3" fmla="*/ 10 h 10"/>
                <a:gd name="T4" fmla="*/ 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0" y="0"/>
                    <a:pt x="10" y="2"/>
                    <a:pt x="0" y="10"/>
                  </a:cubicBezTo>
                  <a:cubicBezTo>
                    <a:pt x="0" y="10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3" name="Freeform 137">
              <a:extLst>
                <a:ext uri="{FF2B5EF4-FFF2-40B4-BE49-F238E27FC236}">
                  <a16:creationId xmlns:a16="http://schemas.microsoft.com/office/drawing/2014/main" id="{01502AA8-F72D-4957-A203-560F16422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257"/>
              <a:ext cx="18" cy="29"/>
            </a:xfrm>
            <a:custGeom>
              <a:avLst/>
              <a:gdLst>
                <a:gd name="T0" fmla="*/ 4 w 18"/>
                <a:gd name="T1" fmla="*/ 0 h 30"/>
                <a:gd name="T2" fmla="*/ 0 w 18"/>
                <a:gd name="T3" fmla="*/ 27 h 30"/>
                <a:gd name="T4" fmla="*/ 4 w 1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0">
                  <a:moveTo>
                    <a:pt x="4" y="0"/>
                  </a:moveTo>
                  <a:cubicBezTo>
                    <a:pt x="4" y="0"/>
                    <a:pt x="18" y="17"/>
                    <a:pt x="0" y="30"/>
                  </a:cubicBezTo>
                  <a:cubicBezTo>
                    <a:pt x="0" y="30"/>
                    <a:pt x="9" y="1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4" name="Freeform 138">
              <a:extLst>
                <a:ext uri="{FF2B5EF4-FFF2-40B4-BE49-F238E27FC236}">
                  <a16:creationId xmlns:a16="http://schemas.microsoft.com/office/drawing/2014/main" id="{DED614F6-469E-47B2-AEA3-6D3D8BFDE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258"/>
              <a:ext cx="16" cy="27"/>
            </a:xfrm>
            <a:custGeom>
              <a:avLst/>
              <a:gdLst>
                <a:gd name="T0" fmla="*/ 3 w 16"/>
                <a:gd name="T1" fmla="*/ 0 h 28"/>
                <a:gd name="T2" fmla="*/ 0 w 16"/>
                <a:gd name="T3" fmla="*/ 25 h 28"/>
                <a:gd name="T4" fmla="*/ 3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3" y="0"/>
                  </a:moveTo>
                  <a:cubicBezTo>
                    <a:pt x="3" y="0"/>
                    <a:pt x="16" y="15"/>
                    <a:pt x="0" y="28"/>
                  </a:cubicBezTo>
                  <a:cubicBezTo>
                    <a:pt x="0" y="28"/>
                    <a:pt x="10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5" name="Freeform 139">
              <a:extLst>
                <a:ext uri="{FF2B5EF4-FFF2-40B4-BE49-F238E27FC236}">
                  <a16:creationId xmlns:a16="http://schemas.microsoft.com/office/drawing/2014/main" id="{955B0AA4-0AFF-4FF7-8E92-C0BC16206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096"/>
              <a:ext cx="13" cy="17"/>
            </a:xfrm>
            <a:custGeom>
              <a:avLst/>
              <a:gdLst>
                <a:gd name="T0" fmla="*/ 0 w 14"/>
                <a:gd name="T1" fmla="*/ 0 h 18"/>
                <a:gd name="T2" fmla="*/ 11 w 14"/>
                <a:gd name="T3" fmla="*/ 4 h 18"/>
                <a:gd name="T4" fmla="*/ 0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0" y="0"/>
                    <a:pt x="3" y="11"/>
                    <a:pt x="14" y="4"/>
                  </a:cubicBezTo>
                  <a:cubicBezTo>
                    <a:pt x="14" y="4"/>
                    <a:pt x="1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6" name="Freeform 140">
              <a:extLst>
                <a:ext uri="{FF2B5EF4-FFF2-40B4-BE49-F238E27FC236}">
                  <a16:creationId xmlns:a16="http://schemas.microsoft.com/office/drawing/2014/main" id="{C07C771A-78DA-48F2-926C-34F459182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088"/>
              <a:ext cx="19" cy="22"/>
            </a:xfrm>
            <a:custGeom>
              <a:avLst/>
              <a:gdLst>
                <a:gd name="T0" fmla="*/ 13 w 20"/>
                <a:gd name="T1" fmla="*/ 0 h 23"/>
                <a:gd name="T2" fmla="*/ 0 w 20"/>
                <a:gd name="T3" fmla="*/ 20 h 23"/>
                <a:gd name="T4" fmla="*/ 13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16" y="0"/>
                  </a:moveTo>
                  <a:cubicBezTo>
                    <a:pt x="16" y="0"/>
                    <a:pt x="20" y="22"/>
                    <a:pt x="0" y="23"/>
                  </a:cubicBezTo>
                  <a:cubicBezTo>
                    <a:pt x="0" y="23"/>
                    <a:pt x="14" y="15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7" name="Freeform 141">
              <a:extLst>
                <a:ext uri="{FF2B5EF4-FFF2-40B4-BE49-F238E27FC236}">
                  <a16:creationId xmlns:a16="http://schemas.microsoft.com/office/drawing/2014/main" id="{BF3180F2-B5EA-481F-9CF4-17EC6E1E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025"/>
              <a:ext cx="16" cy="17"/>
            </a:xfrm>
            <a:custGeom>
              <a:avLst/>
              <a:gdLst>
                <a:gd name="T0" fmla="*/ 0 w 17"/>
                <a:gd name="T1" fmla="*/ 1 h 18"/>
                <a:gd name="T2" fmla="*/ 14 w 17"/>
                <a:gd name="T3" fmla="*/ 15 h 18"/>
                <a:gd name="T4" fmla="*/ 0 w 17"/>
                <a:gd name="T5" fmla="*/ 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1"/>
                  </a:moveTo>
                  <a:cubicBezTo>
                    <a:pt x="0" y="1"/>
                    <a:pt x="17" y="0"/>
                    <a:pt x="17" y="18"/>
                  </a:cubicBezTo>
                  <a:cubicBezTo>
                    <a:pt x="17" y="18"/>
                    <a:pt x="11" y="4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8" name="Freeform 142">
              <a:extLst>
                <a:ext uri="{FF2B5EF4-FFF2-40B4-BE49-F238E27FC236}">
                  <a16:creationId xmlns:a16="http://schemas.microsoft.com/office/drawing/2014/main" id="{4FFE4C37-555A-47B5-B962-DF8F3BB5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067"/>
              <a:ext cx="24" cy="17"/>
            </a:xfrm>
            <a:custGeom>
              <a:avLst/>
              <a:gdLst>
                <a:gd name="T0" fmla="*/ 0 w 25"/>
                <a:gd name="T1" fmla="*/ 2 h 18"/>
                <a:gd name="T2" fmla="*/ 13 w 25"/>
                <a:gd name="T3" fmla="*/ 3 h 18"/>
                <a:gd name="T4" fmla="*/ 22 w 25"/>
                <a:gd name="T5" fmla="*/ 15 h 18"/>
                <a:gd name="T6" fmla="*/ 16 w 25"/>
                <a:gd name="T7" fmla="*/ 0 h 18"/>
                <a:gd name="T8" fmla="*/ 0 w 25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0" y="2"/>
                  </a:move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4" y="12"/>
                    <a:pt x="25" y="18"/>
                  </a:cubicBezTo>
                  <a:cubicBezTo>
                    <a:pt x="25" y="18"/>
                    <a:pt x="17" y="9"/>
                    <a:pt x="19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9" name="Freeform 143">
              <a:extLst>
                <a:ext uri="{FF2B5EF4-FFF2-40B4-BE49-F238E27FC236}">
                  <a16:creationId xmlns:a16="http://schemas.microsoft.com/office/drawing/2014/main" id="{BCD780B7-E34A-4DA2-8497-378239CC2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896"/>
              <a:ext cx="121" cy="136"/>
            </a:xfrm>
            <a:custGeom>
              <a:avLst/>
              <a:gdLst>
                <a:gd name="T0" fmla="*/ 111 w 126"/>
                <a:gd name="T1" fmla="*/ 0 h 140"/>
                <a:gd name="T2" fmla="*/ 0 w 126"/>
                <a:gd name="T3" fmla="*/ 128 h 140"/>
                <a:gd name="T4" fmla="*/ 6 w 126"/>
                <a:gd name="T5" fmla="*/ 117 h 140"/>
                <a:gd name="T6" fmla="*/ 111 w 126"/>
                <a:gd name="T7" fmla="*/ 0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40">
                  <a:moveTo>
                    <a:pt x="126" y="0"/>
                  </a:moveTo>
                  <a:cubicBezTo>
                    <a:pt x="126" y="0"/>
                    <a:pt x="35" y="94"/>
                    <a:pt x="0" y="140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6" y="128"/>
                    <a:pt x="107" y="16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0" name="Freeform 144">
              <a:extLst>
                <a:ext uri="{FF2B5EF4-FFF2-40B4-BE49-F238E27FC236}">
                  <a16:creationId xmlns:a16="http://schemas.microsoft.com/office/drawing/2014/main" id="{1120B824-E6A9-4A5D-B757-43B66DE35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895"/>
              <a:ext cx="126" cy="140"/>
            </a:xfrm>
            <a:custGeom>
              <a:avLst/>
              <a:gdLst>
                <a:gd name="T0" fmla="*/ 118 w 130"/>
                <a:gd name="T1" fmla="*/ 0 h 144"/>
                <a:gd name="T2" fmla="*/ 0 w 130"/>
                <a:gd name="T3" fmla="*/ 132 h 144"/>
                <a:gd name="T4" fmla="*/ 0 w 130"/>
                <a:gd name="T5" fmla="*/ 128 h 144"/>
                <a:gd name="T6" fmla="*/ 118 w 130"/>
                <a:gd name="T7" fmla="*/ 0 h 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144">
                  <a:moveTo>
                    <a:pt x="130" y="0"/>
                  </a:moveTo>
                  <a:cubicBezTo>
                    <a:pt x="130" y="0"/>
                    <a:pt x="41" y="90"/>
                    <a:pt x="0" y="144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113" y="9"/>
                    <a:pt x="1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1" name="Freeform 145">
              <a:extLst>
                <a:ext uri="{FF2B5EF4-FFF2-40B4-BE49-F238E27FC236}">
                  <a16:creationId xmlns:a16="http://schemas.microsoft.com/office/drawing/2014/main" id="{950EB5D7-E659-4544-9C8D-EBF216784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427"/>
              <a:ext cx="14" cy="27"/>
            </a:xfrm>
            <a:custGeom>
              <a:avLst/>
              <a:gdLst>
                <a:gd name="T0" fmla="*/ 12 w 15"/>
                <a:gd name="T1" fmla="*/ 0 h 28"/>
                <a:gd name="T2" fmla="*/ 9 w 15"/>
                <a:gd name="T3" fmla="*/ 25 h 28"/>
                <a:gd name="T4" fmla="*/ 12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12" y="28"/>
                  </a:cubicBezTo>
                  <a:cubicBezTo>
                    <a:pt x="12" y="28"/>
                    <a:pt x="7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2" name="Freeform 146">
              <a:extLst>
                <a:ext uri="{FF2B5EF4-FFF2-40B4-BE49-F238E27FC236}">
                  <a16:creationId xmlns:a16="http://schemas.microsoft.com/office/drawing/2014/main" id="{51418EDC-F815-46CC-A662-F7F93A08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440"/>
              <a:ext cx="3" cy="51"/>
            </a:xfrm>
            <a:custGeom>
              <a:avLst/>
              <a:gdLst>
                <a:gd name="T0" fmla="*/ 0 w 3"/>
                <a:gd name="T1" fmla="*/ 0 h 51"/>
                <a:gd name="T2" fmla="*/ 1 w 3"/>
                <a:gd name="T3" fmla="*/ 51 h 51"/>
                <a:gd name="T4" fmla="*/ 3 w 3"/>
                <a:gd name="T5" fmla="*/ 48 h 51"/>
                <a:gd name="T6" fmla="*/ 0 w 3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1">
                  <a:moveTo>
                    <a:pt x="0" y="0"/>
                  </a:moveTo>
                  <a:lnTo>
                    <a:pt x="1" y="51"/>
                  </a:lnTo>
                  <a:lnTo>
                    <a:pt x="3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3" name="Freeform 147">
              <a:extLst>
                <a:ext uri="{FF2B5EF4-FFF2-40B4-BE49-F238E27FC236}">
                  <a16:creationId xmlns:a16="http://schemas.microsoft.com/office/drawing/2014/main" id="{66297E36-E130-4CFE-9029-B01E3BE13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492"/>
              <a:ext cx="20" cy="18"/>
            </a:xfrm>
            <a:custGeom>
              <a:avLst/>
              <a:gdLst>
                <a:gd name="T0" fmla="*/ 4 w 21"/>
                <a:gd name="T1" fmla="*/ 0 h 18"/>
                <a:gd name="T2" fmla="*/ 18 w 21"/>
                <a:gd name="T3" fmla="*/ 18 h 18"/>
                <a:gd name="T4" fmla="*/ 4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4" y="0"/>
                  </a:moveTo>
                  <a:cubicBezTo>
                    <a:pt x="4" y="0"/>
                    <a:pt x="0" y="17"/>
                    <a:pt x="21" y="18"/>
                  </a:cubicBezTo>
                  <a:cubicBezTo>
                    <a:pt x="21" y="18"/>
                    <a:pt x="5" y="15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4" name="Rectangle 148">
              <a:extLst>
                <a:ext uri="{FF2B5EF4-FFF2-40B4-BE49-F238E27FC236}">
                  <a16:creationId xmlns:a16="http://schemas.microsoft.com/office/drawing/2014/main" id="{A5FEA62F-5F10-4EF3-939D-323E55379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2455"/>
              <a:ext cx="48" cy="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65" name="Freeform 149">
              <a:extLst>
                <a:ext uri="{FF2B5EF4-FFF2-40B4-BE49-F238E27FC236}">
                  <a16:creationId xmlns:a16="http://schemas.microsoft.com/office/drawing/2014/main" id="{AE93AF6A-B79F-4340-971A-A7A582EC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2255"/>
              <a:ext cx="25" cy="22"/>
            </a:xfrm>
            <a:custGeom>
              <a:avLst/>
              <a:gdLst>
                <a:gd name="T0" fmla="*/ 0 w 26"/>
                <a:gd name="T1" fmla="*/ 1 h 23"/>
                <a:gd name="T2" fmla="*/ 10 w 26"/>
                <a:gd name="T3" fmla="*/ 20 h 23"/>
                <a:gd name="T4" fmla="*/ 0 w 26"/>
                <a:gd name="T5" fmla="*/ 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3">
                  <a:moveTo>
                    <a:pt x="0" y="1"/>
                  </a:moveTo>
                  <a:cubicBezTo>
                    <a:pt x="0" y="1"/>
                    <a:pt x="19" y="3"/>
                    <a:pt x="10" y="23"/>
                  </a:cubicBezTo>
                  <a:cubicBezTo>
                    <a:pt x="10" y="23"/>
                    <a:pt x="26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6" name="Freeform 150">
              <a:extLst>
                <a:ext uri="{FF2B5EF4-FFF2-40B4-BE49-F238E27FC236}">
                  <a16:creationId xmlns:a16="http://schemas.microsoft.com/office/drawing/2014/main" id="{B7223DF1-14F8-4F08-B913-E7D39D0FA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426"/>
              <a:ext cx="16" cy="16"/>
            </a:xfrm>
            <a:custGeom>
              <a:avLst/>
              <a:gdLst>
                <a:gd name="T0" fmla="*/ 14 w 17"/>
                <a:gd name="T1" fmla="*/ 5 h 17"/>
                <a:gd name="T2" fmla="*/ 5 w 17"/>
                <a:gd name="T3" fmla="*/ 14 h 17"/>
                <a:gd name="T4" fmla="*/ 14 w 17"/>
                <a:gd name="T5" fmla="*/ 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7" y="5"/>
                  </a:moveTo>
                  <a:cubicBezTo>
                    <a:pt x="17" y="5"/>
                    <a:pt x="7" y="5"/>
                    <a:pt x="5" y="17"/>
                  </a:cubicBezTo>
                  <a:cubicBezTo>
                    <a:pt x="5" y="17"/>
                    <a:pt x="0" y="0"/>
                    <a:pt x="1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7" name="Freeform 151">
              <a:extLst>
                <a:ext uri="{FF2B5EF4-FFF2-40B4-BE49-F238E27FC236}">
                  <a16:creationId xmlns:a16="http://schemas.microsoft.com/office/drawing/2014/main" id="{8A671A8F-4B8A-40EE-83E0-00A75395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483"/>
              <a:ext cx="24" cy="27"/>
            </a:xfrm>
            <a:custGeom>
              <a:avLst/>
              <a:gdLst>
                <a:gd name="T0" fmla="*/ 7 w 25"/>
                <a:gd name="T1" fmla="*/ 0 h 28"/>
                <a:gd name="T2" fmla="*/ 22 w 25"/>
                <a:gd name="T3" fmla="*/ 25 h 28"/>
                <a:gd name="T4" fmla="*/ 7 w 2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7" y="0"/>
                  </a:moveTo>
                  <a:cubicBezTo>
                    <a:pt x="7" y="0"/>
                    <a:pt x="0" y="26"/>
                    <a:pt x="25" y="28"/>
                  </a:cubicBezTo>
                  <a:cubicBezTo>
                    <a:pt x="25" y="28"/>
                    <a:pt x="6" y="1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8" name="Freeform 152">
              <a:extLst>
                <a:ext uri="{FF2B5EF4-FFF2-40B4-BE49-F238E27FC236}">
                  <a16:creationId xmlns:a16="http://schemas.microsoft.com/office/drawing/2014/main" id="{E3A1DC06-F68D-408C-B85F-84897F7E0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430"/>
              <a:ext cx="3" cy="62"/>
            </a:xfrm>
            <a:custGeom>
              <a:avLst/>
              <a:gdLst>
                <a:gd name="T0" fmla="*/ 0 w 3"/>
                <a:gd name="T1" fmla="*/ 0 h 62"/>
                <a:gd name="T2" fmla="*/ 0 w 3"/>
                <a:gd name="T3" fmla="*/ 62 h 62"/>
                <a:gd name="T4" fmla="*/ 3 w 3"/>
                <a:gd name="T5" fmla="*/ 61 h 62"/>
                <a:gd name="T6" fmla="*/ 0 w 3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2">
                  <a:moveTo>
                    <a:pt x="0" y="0"/>
                  </a:moveTo>
                  <a:lnTo>
                    <a:pt x="0" y="62"/>
                  </a:lnTo>
                  <a:lnTo>
                    <a:pt x="3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9" name="Freeform 153">
              <a:extLst>
                <a:ext uri="{FF2B5EF4-FFF2-40B4-BE49-F238E27FC236}">
                  <a16:creationId xmlns:a16="http://schemas.microsoft.com/office/drawing/2014/main" id="{9AF9ACC7-FA21-4B6F-BDC3-3CB4C9557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431"/>
              <a:ext cx="16" cy="19"/>
            </a:xfrm>
            <a:custGeom>
              <a:avLst/>
              <a:gdLst>
                <a:gd name="T0" fmla="*/ 16 w 16"/>
                <a:gd name="T1" fmla="*/ 1 h 19"/>
                <a:gd name="T2" fmla="*/ 7 w 16"/>
                <a:gd name="T3" fmla="*/ 19 h 19"/>
                <a:gd name="T4" fmla="*/ 16 w 16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16" y="1"/>
                  </a:moveTo>
                  <a:cubicBezTo>
                    <a:pt x="16" y="1"/>
                    <a:pt x="8" y="0"/>
                    <a:pt x="7" y="19"/>
                  </a:cubicBezTo>
                  <a:cubicBezTo>
                    <a:pt x="7" y="19"/>
                    <a:pt x="0" y="0"/>
                    <a:pt x="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0" name="Freeform 154">
              <a:extLst>
                <a:ext uri="{FF2B5EF4-FFF2-40B4-BE49-F238E27FC236}">
                  <a16:creationId xmlns:a16="http://schemas.microsoft.com/office/drawing/2014/main" id="{04D72282-A77A-46C2-9025-F9DB3628D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253"/>
              <a:ext cx="18" cy="33"/>
            </a:xfrm>
            <a:custGeom>
              <a:avLst/>
              <a:gdLst>
                <a:gd name="T0" fmla="*/ 0 w 19"/>
                <a:gd name="T1" fmla="*/ 0 h 34"/>
                <a:gd name="T2" fmla="*/ 2 w 19"/>
                <a:gd name="T3" fmla="*/ 31 h 34"/>
                <a:gd name="T4" fmla="*/ 0 w 19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0" y="0"/>
                  </a:moveTo>
                  <a:cubicBezTo>
                    <a:pt x="0" y="0"/>
                    <a:pt x="19" y="17"/>
                    <a:pt x="2" y="34"/>
                  </a:cubicBezTo>
                  <a:cubicBezTo>
                    <a:pt x="2" y="34"/>
                    <a:pt x="9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1" name="Freeform 155">
              <a:extLst>
                <a:ext uri="{FF2B5EF4-FFF2-40B4-BE49-F238E27FC236}">
                  <a16:creationId xmlns:a16="http://schemas.microsoft.com/office/drawing/2014/main" id="{82F61E90-95F1-42E6-B00E-EEE6ABC52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254"/>
              <a:ext cx="20" cy="33"/>
            </a:xfrm>
            <a:custGeom>
              <a:avLst/>
              <a:gdLst>
                <a:gd name="T0" fmla="*/ 1 w 21"/>
                <a:gd name="T1" fmla="*/ 0 h 34"/>
                <a:gd name="T2" fmla="*/ 0 w 21"/>
                <a:gd name="T3" fmla="*/ 31 h 34"/>
                <a:gd name="T4" fmla="*/ 1 w 2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1" y="0"/>
                  </a:moveTo>
                  <a:cubicBezTo>
                    <a:pt x="1" y="0"/>
                    <a:pt x="21" y="16"/>
                    <a:pt x="0" y="34"/>
                  </a:cubicBezTo>
                  <a:cubicBezTo>
                    <a:pt x="0" y="34"/>
                    <a:pt x="11" y="17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2" name="Freeform 156">
              <a:extLst>
                <a:ext uri="{FF2B5EF4-FFF2-40B4-BE49-F238E27FC236}">
                  <a16:creationId xmlns:a16="http://schemas.microsoft.com/office/drawing/2014/main" id="{E7DC556E-7782-4A30-A048-992566CF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253"/>
              <a:ext cx="19" cy="33"/>
            </a:xfrm>
            <a:custGeom>
              <a:avLst/>
              <a:gdLst>
                <a:gd name="T0" fmla="*/ 0 w 20"/>
                <a:gd name="T1" fmla="*/ 0 h 34"/>
                <a:gd name="T2" fmla="*/ 2 w 20"/>
                <a:gd name="T3" fmla="*/ 31 h 34"/>
                <a:gd name="T4" fmla="*/ 0 w 2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0" y="0"/>
                    <a:pt x="20" y="17"/>
                    <a:pt x="2" y="34"/>
                  </a:cubicBezTo>
                  <a:cubicBezTo>
                    <a:pt x="2" y="34"/>
                    <a:pt x="10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3" name="Freeform 157">
              <a:extLst>
                <a:ext uri="{FF2B5EF4-FFF2-40B4-BE49-F238E27FC236}">
                  <a16:creationId xmlns:a16="http://schemas.microsoft.com/office/drawing/2014/main" id="{F47B0B14-46A6-40B9-90BB-1ECC9B654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255"/>
              <a:ext cx="16" cy="30"/>
            </a:xfrm>
            <a:custGeom>
              <a:avLst/>
              <a:gdLst>
                <a:gd name="T0" fmla="*/ 0 w 16"/>
                <a:gd name="T1" fmla="*/ 0 h 31"/>
                <a:gd name="T2" fmla="*/ 0 w 16"/>
                <a:gd name="T3" fmla="*/ 28 h 31"/>
                <a:gd name="T4" fmla="*/ 0 w 16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0" y="0"/>
                    <a:pt x="16" y="16"/>
                    <a:pt x="0" y="31"/>
                  </a:cubicBezTo>
                  <a:cubicBezTo>
                    <a:pt x="0" y="31"/>
                    <a:pt x="9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4" name="Freeform 158">
              <a:extLst>
                <a:ext uri="{FF2B5EF4-FFF2-40B4-BE49-F238E27FC236}">
                  <a16:creationId xmlns:a16="http://schemas.microsoft.com/office/drawing/2014/main" id="{A581A374-4974-48A6-B5D9-01662D3E6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255"/>
              <a:ext cx="17" cy="30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28 h 31"/>
                <a:gd name="T4" fmla="*/ 0 w 1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cubicBezTo>
                    <a:pt x="0" y="0"/>
                    <a:pt x="18" y="17"/>
                    <a:pt x="0" y="31"/>
                  </a:cubicBezTo>
                  <a:cubicBezTo>
                    <a:pt x="0" y="31"/>
                    <a:pt x="9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0" name="Artery-cross-section-with-plaque">
            <a:extLst>
              <a:ext uri="{FF2B5EF4-FFF2-40B4-BE49-F238E27FC236}">
                <a16:creationId xmlns:a16="http://schemas.microsoft.com/office/drawing/2014/main" id="{9F9882FC-1F30-4482-A578-E385C5A5999A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784350"/>
            <a:ext cx="7162800" cy="1509713"/>
            <a:chOff x="721" y="2354"/>
            <a:chExt cx="4317" cy="910"/>
          </a:xfrm>
        </p:grpSpPr>
        <p:sp>
          <p:nvSpPr>
            <p:cNvPr id="60421" name="Freeform 160">
              <a:extLst>
                <a:ext uri="{FF2B5EF4-FFF2-40B4-BE49-F238E27FC236}">
                  <a16:creationId xmlns:a16="http://schemas.microsoft.com/office/drawing/2014/main" id="{52BDDD31-E9A8-445B-B68E-6F825756B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367"/>
              <a:ext cx="4317" cy="831"/>
            </a:xfrm>
            <a:custGeom>
              <a:avLst/>
              <a:gdLst>
                <a:gd name="T0" fmla="*/ 14167 w 1360"/>
                <a:gd name="T1" fmla="*/ 8167 h 262"/>
                <a:gd name="T2" fmla="*/ 12856 w 1360"/>
                <a:gd name="T3" fmla="*/ 8107 h 262"/>
                <a:gd name="T4" fmla="*/ 4704 w 1360"/>
                <a:gd name="T5" fmla="*/ 8329 h 262"/>
                <a:gd name="T6" fmla="*/ 130 w 1360"/>
                <a:gd name="T7" fmla="*/ 8009 h 262"/>
                <a:gd name="T8" fmla="*/ 0 w 1360"/>
                <a:gd name="T9" fmla="*/ 603 h 262"/>
                <a:gd name="T10" fmla="*/ 12091 w 1360"/>
                <a:gd name="T11" fmla="*/ 574 h 262"/>
                <a:gd name="T12" fmla="*/ 20918 w 1360"/>
                <a:gd name="T13" fmla="*/ 32 h 262"/>
                <a:gd name="T14" fmla="*/ 30419 w 1360"/>
                <a:gd name="T15" fmla="*/ 926 h 262"/>
                <a:gd name="T16" fmla="*/ 43497 w 1360"/>
                <a:gd name="T17" fmla="*/ 894 h 262"/>
                <a:gd name="T18" fmla="*/ 43497 w 1360"/>
                <a:gd name="T19" fmla="*/ 7726 h 262"/>
                <a:gd name="T20" fmla="*/ 34955 w 1360"/>
                <a:gd name="T21" fmla="*/ 8069 h 262"/>
                <a:gd name="T22" fmla="*/ 30540 w 1360"/>
                <a:gd name="T23" fmla="*/ 8329 h 2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60" h="262">
                  <a:moveTo>
                    <a:pt x="443" y="256"/>
                  </a:moveTo>
                  <a:cubicBezTo>
                    <a:pt x="429" y="255"/>
                    <a:pt x="416" y="255"/>
                    <a:pt x="402" y="254"/>
                  </a:cubicBezTo>
                  <a:cubicBezTo>
                    <a:pt x="304" y="254"/>
                    <a:pt x="215" y="262"/>
                    <a:pt x="147" y="261"/>
                  </a:cubicBezTo>
                  <a:cubicBezTo>
                    <a:pt x="44" y="261"/>
                    <a:pt x="10" y="251"/>
                    <a:pt x="4" y="251"/>
                  </a:cubicBezTo>
                  <a:cubicBezTo>
                    <a:pt x="46" y="160"/>
                    <a:pt x="16" y="35"/>
                    <a:pt x="0" y="19"/>
                  </a:cubicBezTo>
                  <a:cubicBezTo>
                    <a:pt x="68" y="21"/>
                    <a:pt x="194" y="17"/>
                    <a:pt x="378" y="18"/>
                  </a:cubicBezTo>
                  <a:cubicBezTo>
                    <a:pt x="457" y="19"/>
                    <a:pt x="580" y="0"/>
                    <a:pt x="654" y="1"/>
                  </a:cubicBezTo>
                  <a:cubicBezTo>
                    <a:pt x="789" y="3"/>
                    <a:pt x="909" y="25"/>
                    <a:pt x="951" y="29"/>
                  </a:cubicBezTo>
                  <a:cubicBezTo>
                    <a:pt x="1072" y="41"/>
                    <a:pt x="1280" y="33"/>
                    <a:pt x="1360" y="28"/>
                  </a:cubicBezTo>
                  <a:cubicBezTo>
                    <a:pt x="1336" y="49"/>
                    <a:pt x="1293" y="166"/>
                    <a:pt x="1360" y="242"/>
                  </a:cubicBezTo>
                  <a:cubicBezTo>
                    <a:pt x="1343" y="245"/>
                    <a:pt x="1238" y="253"/>
                    <a:pt x="1093" y="253"/>
                  </a:cubicBezTo>
                  <a:cubicBezTo>
                    <a:pt x="1050" y="253"/>
                    <a:pt x="1004" y="256"/>
                    <a:pt x="955" y="261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2" name="Freeform 161">
              <a:extLst>
                <a:ext uri="{FF2B5EF4-FFF2-40B4-BE49-F238E27FC236}">
                  <a16:creationId xmlns:a16="http://schemas.microsoft.com/office/drawing/2014/main" id="{60E5D9A4-80E2-4633-B205-86C57B7D4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67"/>
              <a:ext cx="4171" cy="349"/>
            </a:xfrm>
            <a:custGeom>
              <a:avLst/>
              <a:gdLst>
                <a:gd name="T0" fmla="*/ 30318 w 1314"/>
                <a:gd name="T1" fmla="*/ 926 h 110"/>
                <a:gd name="T2" fmla="*/ 20817 w 1314"/>
                <a:gd name="T3" fmla="*/ 32 h 110"/>
                <a:gd name="T4" fmla="*/ 11989 w 1314"/>
                <a:gd name="T5" fmla="*/ 574 h 110"/>
                <a:gd name="T6" fmla="*/ 0 w 1314"/>
                <a:gd name="T7" fmla="*/ 603 h 110"/>
                <a:gd name="T8" fmla="*/ 0 w 1314"/>
                <a:gd name="T9" fmla="*/ 635 h 110"/>
                <a:gd name="T10" fmla="*/ 2781 w 1314"/>
                <a:gd name="T11" fmla="*/ 1149 h 110"/>
                <a:gd name="T12" fmla="*/ 6177 w 1314"/>
                <a:gd name="T13" fmla="*/ 1501 h 110"/>
                <a:gd name="T14" fmla="*/ 9824 w 1314"/>
                <a:gd name="T15" fmla="*/ 1723 h 110"/>
                <a:gd name="T16" fmla="*/ 12697 w 1314"/>
                <a:gd name="T17" fmla="*/ 2294 h 110"/>
                <a:gd name="T18" fmla="*/ 14491 w 1314"/>
                <a:gd name="T19" fmla="*/ 3030 h 110"/>
                <a:gd name="T20" fmla="*/ 18106 w 1314"/>
                <a:gd name="T21" fmla="*/ 3512 h 110"/>
                <a:gd name="T22" fmla="*/ 22934 w 1314"/>
                <a:gd name="T23" fmla="*/ 3192 h 110"/>
                <a:gd name="T24" fmla="*/ 27670 w 1314"/>
                <a:gd name="T25" fmla="*/ 2938 h 110"/>
                <a:gd name="T26" fmla="*/ 31378 w 1314"/>
                <a:gd name="T27" fmla="*/ 2367 h 110"/>
                <a:gd name="T28" fmla="*/ 33806 w 1314"/>
                <a:gd name="T29" fmla="*/ 2015 h 110"/>
                <a:gd name="T30" fmla="*/ 40396 w 1314"/>
                <a:gd name="T31" fmla="*/ 1367 h 110"/>
                <a:gd name="T32" fmla="*/ 42027 w 1314"/>
                <a:gd name="T33" fmla="*/ 955 h 110"/>
                <a:gd name="T34" fmla="*/ 30318 w 1314"/>
                <a:gd name="T35" fmla="*/ 926 h 1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14" h="110">
                  <a:moveTo>
                    <a:pt x="948" y="29"/>
                  </a:moveTo>
                  <a:cubicBezTo>
                    <a:pt x="906" y="25"/>
                    <a:pt x="786" y="3"/>
                    <a:pt x="651" y="1"/>
                  </a:cubicBezTo>
                  <a:cubicBezTo>
                    <a:pt x="577" y="0"/>
                    <a:pt x="454" y="19"/>
                    <a:pt x="375" y="18"/>
                  </a:cubicBezTo>
                  <a:cubicBezTo>
                    <a:pt x="193" y="17"/>
                    <a:pt x="68" y="21"/>
                    <a:pt x="0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5" y="33"/>
                    <a:pt x="59" y="32"/>
                    <a:pt x="87" y="36"/>
                  </a:cubicBezTo>
                  <a:cubicBezTo>
                    <a:pt x="122" y="41"/>
                    <a:pt x="158" y="45"/>
                    <a:pt x="193" y="47"/>
                  </a:cubicBezTo>
                  <a:cubicBezTo>
                    <a:pt x="231" y="49"/>
                    <a:pt x="269" y="54"/>
                    <a:pt x="307" y="54"/>
                  </a:cubicBezTo>
                  <a:cubicBezTo>
                    <a:pt x="338" y="53"/>
                    <a:pt x="368" y="63"/>
                    <a:pt x="397" y="72"/>
                  </a:cubicBezTo>
                  <a:cubicBezTo>
                    <a:pt x="417" y="78"/>
                    <a:pt x="434" y="88"/>
                    <a:pt x="453" y="95"/>
                  </a:cubicBezTo>
                  <a:cubicBezTo>
                    <a:pt x="487" y="107"/>
                    <a:pt x="531" y="110"/>
                    <a:pt x="566" y="110"/>
                  </a:cubicBezTo>
                  <a:cubicBezTo>
                    <a:pt x="623" y="108"/>
                    <a:pt x="660" y="94"/>
                    <a:pt x="717" y="100"/>
                  </a:cubicBezTo>
                  <a:cubicBezTo>
                    <a:pt x="770" y="106"/>
                    <a:pt x="811" y="97"/>
                    <a:pt x="865" y="92"/>
                  </a:cubicBezTo>
                  <a:cubicBezTo>
                    <a:pt x="902" y="89"/>
                    <a:pt x="949" y="94"/>
                    <a:pt x="981" y="74"/>
                  </a:cubicBezTo>
                  <a:cubicBezTo>
                    <a:pt x="995" y="65"/>
                    <a:pt x="1040" y="65"/>
                    <a:pt x="1057" y="63"/>
                  </a:cubicBezTo>
                  <a:cubicBezTo>
                    <a:pt x="1083" y="59"/>
                    <a:pt x="1224" y="47"/>
                    <a:pt x="1263" y="43"/>
                  </a:cubicBezTo>
                  <a:cubicBezTo>
                    <a:pt x="1282" y="41"/>
                    <a:pt x="1296" y="36"/>
                    <a:pt x="1314" y="30"/>
                  </a:cubicBezTo>
                  <a:cubicBezTo>
                    <a:pt x="1217" y="32"/>
                    <a:pt x="1051" y="40"/>
                    <a:pt x="948" y="29"/>
                  </a:cubicBezTo>
                </a:path>
              </a:pathLst>
            </a:custGeom>
            <a:solidFill>
              <a:srgbClr val="E0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3" name="Freeform 162">
              <a:extLst>
                <a:ext uri="{FF2B5EF4-FFF2-40B4-BE49-F238E27FC236}">
                  <a16:creationId xmlns:a16="http://schemas.microsoft.com/office/drawing/2014/main" id="{C54BA425-804D-451A-954E-E1C1AC0AE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2919"/>
              <a:ext cx="4206" cy="279"/>
            </a:xfrm>
            <a:custGeom>
              <a:avLst/>
              <a:gdLst>
                <a:gd name="T0" fmla="*/ 34835 w 1325"/>
                <a:gd name="T1" fmla="*/ 2514 h 88"/>
                <a:gd name="T2" fmla="*/ 42381 w 1325"/>
                <a:gd name="T3" fmla="*/ 2261 h 88"/>
                <a:gd name="T4" fmla="*/ 39470 w 1325"/>
                <a:gd name="T5" fmla="*/ 2010 h 88"/>
                <a:gd name="T6" fmla="*/ 35156 w 1325"/>
                <a:gd name="T7" fmla="*/ 1598 h 88"/>
                <a:gd name="T8" fmla="*/ 31188 w 1325"/>
                <a:gd name="T9" fmla="*/ 986 h 88"/>
                <a:gd name="T10" fmla="*/ 28023 w 1325"/>
                <a:gd name="T11" fmla="*/ 101 h 88"/>
                <a:gd name="T12" fmla="*/ 23801 w 1325"/>
                <a:gd name="T13" fmla="*/ 190 h 88"/>
                <a:gd name="T14" fmla="*/ 18741 w 1325"/>
                <a:gd name="T15" fmla="*/ 444 h 88"/>
                <a:gd name="T16" fmla="*/ 12062 w 1325"/>
                <a:gd name="T17" fmla="*/ 1176 h 88"/>
                <a:gd name="T18" fmla="*/ 7609 w 1325"/>
                <a:gd name="T19" fmla="*/ 1630 h 88"/>
                <a:gd name="T20" fmla="*/ 3165 w 1325"/>
                <a:gd name="T21" fmla="*/ 2454 h 88"/>
                <a:gd name="T22" fmla="*/ 1028 w 1325"/>
                <a:gd name="T23" fmla="*/ 2482 h 88"/>
                <a:gd name="T24" fmla="*/ 60 w 1325"/>
                <a:gd name="T25" fmla="*/ 2321 h 88"/>
                <a:gd name="T26" fmla="*/ 0 w 1325"/>
                <a:gd name="T27" fmla="*/ 2454 h 88"/>
                <a:gd name="T28" fmla="*/ 4574 w 1325"/>
                <a:gd name="T29" fmla="*/ 2774 h 88"/>
                <a:gd name="T30" fmla="*/ 12726 w 1325"/>
                <a:gd name="T31" fmla="*/ 2552 h 88"/>
                <a:gd name="T32" fmla="*/ 14046 w 1325"/>
                <a:gd name="T33" fmla="*/ 2612 h 88"/>
                <a:gd name="T34" fmla="*/ 30420 w 1325"/>
                <a:gd name="T35" fmla="*/ 2774 h 88"/>
                <a:gd name="T36" fmla="*/ 34835 w 1325"/>
                <a:gd name="T37" fmla="*/ 2514 h 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5" h="88">
                  <a:moveTo>
                    <a:pt x="1089" y="79"/>
                  </a:moveTo>
                  <a:cubicBezTo>
                    <a:pt x="1196" y="79"/>
                    <a:pt x="1281" y="75"/>
                    <a:pt x="1325" y="71"/>
                  </a:cubicBezTo>
                  <a:cubicBezTo>
                    <a:pt x="1289" y="71"/>
                    <a:pt x="1269" y="64"/>
                    <a:pt x="1234" y="63"/>
                  </a:cubicBezTo>
                  <a:cubicBezTo>
                    <a:pt x="1193" y="61"/>
                    <a:pt x="1139" y="57"/>
                    <a:pt x="1099" y="50"/>
                  </a:cubicBezTo>
                  <a:cubicBezTo>
                    <a:pt x="1057" y="43"/>
                    <a:pt x="1014" y="48"/>
                    <a:pt x="975" y="31"/>
                  </a:cubicBezTo>
                  <a:cubicBezTo>
                    <a:pt x="943" y="17"/>
                    <a:pt x="912" y="6"/>
                    <a:pt x="876" y="3"/>
                  </a:cubicBezTo>
                  <a:cubicBezTo>
                    <a:pt x="833" y="0"/>
                    <a:pt x="788" y="6"/>
                    <a:pt x="744" y="6"/>
                  </a:cubicBezTo>
                  <a:cubicBezTo>
                    <a:pt x="684" y="6"/>
                    <a:pt x="646" y="16"/>
                    <a:pt x="586" y="14"/>
                  </a:cubicBezTo>
                  <a:cubicBezTo>
                    <a:pt x="521" y="12"/>
                    <a:pt x="438" y="21"/>
                    <a:pt x="377" y="37"/>
                  </a:cubicBezTo>
                  <a:cubicBezTo>
                    <a:pt x="331" y="48"/>
                    <a:pt x="285" y="47"/>
                    <a:pt x="238" y="51"/>
                  </a:cubicBezTo>
                  <a:cubicBezTo>
                    <a:pt x="191" y="55"/>
                    <a:pt x="146" y="72"/>
                    <a:pt x="99" y="77"/>
                  </a:cubicBezTo>
                  <a:cubicBezTo>
                    <a:pt x="77" y="79"/>
                    <a:pt x="54" y="80"/>
                    <a:pt x="32" y="78"/>
                  </a:cubicBezTo>
                  <a:cubicBezTo>
                    <a:pt x="24" y="77"/>
                    <a:pt x="9" y="77"/>
                    <a:pt x="2" y="73"/>
                  </a:cubicBezTo>
                  <a:cubicBezTo>
                    <a:pt x="1" y="74"/>
                    <a:pt x="1" y="76"/>
                    <a:pt x="0" y="77"/>
                  </a:cubicBezTo>
                  <a:cubicBezTo>
                    <a:pt x="6" y="77"/>
                    <a:pt x="40" y="87"/>
                    <a:pt x="143" y="87"/>
                  </a:cubicBezTo>
                  <a:cubicBezTo>
                    <a:pt x="211" y="88"/>
                    <a:pt x="300" y="80"/>
                    <a:pt x="398" y="80"/>
                  </a:cubicBezTo>
                  <a:cubicBezTo>
                    <a:pt x="412" y="81"/>
                    <a:pt x="425" y="81"/>
                    <a:pt x="439" y="82"/>
                  </a:cubicBezTo>
                  <a:cubicBezTo>
                    <a:pt x="951" y="87"/>
                    <a:pt x="951" y="87"/>
                    <a:pt x="951" y="87"/>
                  </a:cubicBezTo>
                  <a:cubicBezTo>
                    <a:pt x="1000" y="82"/>
                    <a:pt x="1046" y="79"/>
                    <a:pt x="1089" y="79"/>
                  </a:cubicBezTo>
                </a:path>
              </a:pathLst>
            </a:custGeom>
            <a:solidFill>
              <a:srgbClr val="E0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4" name="Freeform 163">
              <a:extLst>
                <a:ext uri="{FF2B5EF4-FFF2-40B4-BE49-F238E27FC236}">
                  <a16:creationId xmlns:a16="http://schemas.microsoft.com/office/drawing/2014/main" id="{3749112F-578A-44BB-8F2F-CB4349DCB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67"/>
              <a:ext cx="1784" cy="167"/>
            </a:xfrm>
            <a:custGeom>
              <a:avLst/>
              <a:gdLst>
                <a:gd name="T0" fmla="*/ 7266 w 562"/>
                <a:gd name="T1" fmla="*/ 28 h 53"/>
                <a:gd name="T2" fmla="*/ 16758 w 562"/>
                <a:gd name="T3" fmla="*/ 904 h 53"/>
                <a:gd name="T4" fmla="*/ 17976 w 562"/>
                <a:gd name="T5" fmla="*/ 1034 h 53"/>
                <a:gd name="T6" fmla="*/ 15520 w 562"/>
                <a:gd name="T7" fmla="*/ 1629 h 53"/>
                <a:gd name="T8" fmla="*/ 12253 w 562"/>
                <a:gd name="T9" fmla="*/ 1500 h 53"/>
                <a:gd name="T10" fmla="*/ 5603 w 562"/>
                <a:gd name="T11" fmla="*/ 1569 h 53"/>
                <a:gd name="T12" fmla="*/ 1886 w 562"/>
                <a:gd name="T13" fmla="*/ 1569 h 53"/>
                <a:gd name="T14" fmla="*/ 0 w 562"/>
                <a:gd name="T15" fmla="*/ 536 h 53"/>
                <a:gd name="T16" fmla="*/ 7266 w 562"/>
                <a:gd name="T17" fmla="*/ 2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2" h="53">
                  <a:moveTo>
                    <a:pt x="227" y="1"/>
                  </a:moveTo>
                  <a:cubicBezTo>
                    <a:pt x="362" y="3"/>
                    <a:pt x="482" y="25"/>
                    <a:pt x="524" y="29"/>
                  </a:cubicBezTo>
                  <a:cubicBezTo>
                    <a:pt x="536" y="30"/>
                    <a:pt x="549" y="32"/>
                    <a:pt x="562" y="33"/>
                  </a:cubicBezTo>
                  <a:cubicBezTo>
                    <a:pt x="539" y="40"/>
                    <a:pt x="511" y="53"/>
                    <a:pt x="485" y="52"/>
                  </a:cubicBezTo>
                  <a:cubicBezTo>
                    <a:pt x="456" y="50"/>
                    <a:pt x="408" y="48"/>
                    <a:pt x="383" y="48"/>
                  </a:cubicBezTo>
                  <a:cubicBezTo>
                    <a:pt x="348" y="48"/>
                    <a:pt x="231" y="50"/>
                    <a:pt x="175" y="50"/>
                  </a:cubicBezTo>
                  <a:cubicBezTo>
                    <a:pt x="119" y="51"/>
                    <a:pt x="76" y="52"/>
                    <a:pt x="59" y="50"/>
                  </a:cubicBezTo>
                  <a:cubicBezTo>
                    <a:pt x="42" y="48"/>
                    <a:pt x="9" y="29"/>
                    <a:pt x="0" y="17"/>
                  </a:cubicBezTo>
                  <a:cubicBezTo>
                    <a:pt x="75" y="12"/>
                    <a:pt x="167" y="0"/>
                    <a:pt x="227" y="1"/>
                  </a:cubicBezTo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5" name="Freeform 164">
              <a:extLst>
                <a:ext uri="{FF2B5EF4-FFF2-40B4-BE49-F238E27FC236}">
                  <a16:creationId xmlns:a16="http://schemas.microsoft.com/office/drawing/2014/main" id="{BA237998-60A0-4D5F-B4BB-443CCD4D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058"/>
              <a:ext cx="1623" cy="191"/>
            </a:xfrm>
            <a:custGeom>
              <a:avLst/>
              <a:gdLst>
                <a:gd name="T0" fmla="*/ 899 w 511"/>
                <a:gd name="T1" fmla="*/ 255 h 60"/>
                <a:gd name="T2" fmla="*/ 2916 w 511"/>
                <a:gd name="T3" fmla="*/ 191 h 60"/>
                <a:gd name="T4" fmla="*/ 6759 w 511"/>
                <a:gd name="T5" fmla="*/ 191 h 60"/>
                <a:gd name="T6" fmla="*/ 11409 w 511"/>
                <a:gd name="T7" fmla="*/ 102 h 60"/>
                <a:gd name="T8" fmla="*/ 14931 w 511"/>
                <a:gd name="T9" fmla="*/ 131 h 60"/>
                <a:gd name="T10" fmla="*/ 16373 w 511"/>
                <a:gd name="T11" fmla="*/ 1388 h 60"/>
                <a:gd name="T12" fmla="*/ 7848 w 511"/>
                <a:gd name="T13" fmla="*/ 1904 h 60"/>
                <a:gd name="T14" fmla="*/ 0 w 511"/>
                <a:gd name="T15" fmla="*/ 1226 h 60"/>
                <a:gd name="T16" fmla="*/ 899 w 511"/>
                <a:gd name="T17" fmla="*/ 255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60">
                  <a:moveTo>
                    <a:pt x="28" y="8"/>
                  </a:moveTo>
                  <a:cubicBezTo>
                    <a:pt x="46" y="1"/>
                    <a:pt x="56" y="6"/>
                    <a:pt x="91" y="6"/>
                  </a:cubicBezTo>
                  <a:cubicBezTo>
                    <a:pt x="122" y="6"/>
                    <a:pt x="178" y="6"/>
                    <a:pt x="211" y="6"/>
                  </a:cubicBezTo>
                  <a:cubicBezTo>
                    <a:pt x="244" y="5"/>
                    <a:pt x="306" y="4"/>
                    <a:pt x="356" y="3"/>
                  </a:cubicBezTo>
                  <a:cubicBezTo>
                    <a:pt x="407" y="2"/>
                    <a:pt x="438" y="0"/>
                    <a:pt x="466" y="4"/>
                  </a:cubicBezTo>
                  <a:cubicBezTo>
                    <a:pt x="491" y="7"/>
                    <a:pt x="493" y="29"/>
                    <a:pt x="511" y="43"/>
                  </a:cubicBezTo>
                  <a:cubicBezTo>
                    <a:pt x="427" y="50"/>
                    <a:pt x="336" y="60"/>
                    <a:pt x="245" y="59"/>
                  </a:cubicBezTo>
                  <a:cubicBezTo>
                    <a:pt x="167" y="58"/>
                    <a:pt x="82" y="43"/>
                    <a:pt x="0" y="38"/>
                  </a:cubicBezTo>
                  <a:cubicBezTo>
                    <a:pt x="4" y="30"/>
                    <a:pt x="14" y="14"/>
                    <a:pt x="28" y="8"/>
                  </a:cubicBezTo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6" name="Freeform 165">
              <a:extLst>
                <a:ext uri="{FF2B5EF4-FFF2-40B4-BE49-F238E27FC236}">
                  <a16:creationId xmlns:a16="http://schemas.microsoft.com/office/drawing/2014/main" id="{DB452A08-5F63-4C0A-B19E-87E15CA28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725"/>
              <a:ext cx="83" cy="416"/>
            </a:xfrm>
            <a:custGeom>
              <a:avLst/>
              <a:gdLst>
                <a:gd name="T0" fmla="*/ 0 w 26"/>
                <a:gd name="T1" fmla="*/ 4195 h 131"/>
                <a:gd name="T2" fmla="*/ 549 w 26"/>
                <a:gd name="T3" fmla="*/ 0 h 131"/>
                <a:gd name="T4" fmla="*/ 0 w 26"/>
                <a:gd name="T5" fmla="*/ 4195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1">
                  <a:moveTo>
                    <a:pt x="0" y="131"/>
                  </a:moveTo>
                  <a:cubicBezTo>
                    <a:pt x="16" y="111"/>
                    <a:pt x="21" y="22"/>
                    <a:pt x="17" y="0"/>
                  </a:cubicBezTo>
                  <a:cubicBezTo>
                    <a:pt x="25" y="20"/>
                    <a:pt x="26" y="95"/>
                    <a:pt x="0" y="1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7" name="Freeform 166">
              <a:extLst>
                <a:ext uri="{FF2B5EF4-FFF2-40B4-BE49-F238E27FC236}">
                  <a16:creationId xmlns:a16="http://schemas.microsoft.com/office/drawing/2014/main" id="{35AEFD53-AA7D-42BB-A985-9AAA7385C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2614"/>
              <a:ext cx="178" cy="485"/>
            </a:xfrm>
            <a:custGeom>
              <a:avLst/>
              <a:gdLst>
                <a:gd name="T0" fmla="*/ 1799 w 56"/>
                <a:gd name="T1" fmla="*/ 4872 h 153"/>
                <a:gd name="T2" fmla="*/ 1446 w 56"/>
                <a:gd name="T3" fmla="*/ 0 h 153"/>
                <a:gd name="T4" fmla="*/ 1799 w 56"/>
                <a:gd name="T5" fmla="*/ 4872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3">
                  <a:moveTo>
                    <a:pt x="56" y="153"/>
                  </a:moveTo>
                  <a:cubicBezTo>
                    <a:pt x="12" y="78"/>
                    <a:pt x="35" y="26"/>
                    <a:pt x="45" y="0"/>
                  </a:cubicBezTo>
                  <a:cubicBezTo>
                    <a:pt x="32" y="13"/>
                    <a:pt x="0" y="76"/>
                    <a:pt x="56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8" name="Freeform 167">
              <a:extLst>
                <a:ext uri="{FF2B5EF4-FFF2-40B4-BE49-F238E27FC236}">
                  <a16:creationId xmlns:a16="http://schemas.microsoft.com/office/drawing/2014/main" id="{ADF66FC6-CC58-47CE-82B5-CC9C2804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20"/>
              <a:ext cx="1416" cy="778"/>
            </a:xfrm>
            <a:custGeom>
              <a:avLst/>
              <a:gdLst>
                <a:gd name="T0" fmla="*/ 14274 w 446"/>
                <a:gd name="T1" fmla="*/ 7653 h 245"/>
                <a:gd name="T2" fmla="*/ 12861 w 446"/>
                <a:gd name="T3" fmla="*/ 7593 h 245"/>
                <a:gd name="T4" fmla="*/ 4708 w 446"/>
                <a:gd name="T5" fmla="*/ 7815 h 245"/>
                <a:gd name="T6" fmla="*/ 130 w 446"/>
                <a:gd name="T7" fmla="*/ 7491 h 245"/>
                <a:gd name="T8" fmla="*/ 0 w 446"/>
                <a:gd name="T9" fmla="*/ 60 h 245"/>
                <a:gd name="T10" fmla="*/ 12096 w 446"/>
                <a:gd name="T11" fmla="*/ 32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6" h="245">
                  <a:moveTo>
                    <a:pt x="446" y="239"/>
                  </a:moveTo>
                  <a:cubicBezTo>
                    <a:pt x="431" y="238"/>
                    <a:pt x="417" y="238"/>
                    <a:pt x="402" y="237"/>
                  </a:cubicBezTo>
                  <a:cubicBezTo>
                    <a:pt x="304" y="237"/>
                    <a:pt x="215" y="245"/>
                    <a:pt x="147" y="244"/>
                  </a:cubicBezTo>
                  <a:cubicBezTo>
                    <a:pt x="44" y="244"/>
                    <a:pt x="10" y="234"/>
                    <a:pt x="4" y="234"/>
                  </a:cubicBezTo>
                  <a:cubicBezTo>
                    <a:pt x="46" y="143"/>
                    <a:pt x="16" y="18"/>
                    <a:pt x="0" y="2"/>
                  </a:cubicBezTo>
                  <a:cubicBezTo>
                    <a:pt x="68" y="4"/>
                    <a:pt x="194" y="0"/>
                    <a:pt x="378" y="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9" name="Freeform 168">
              <a:extLst>
                <a:ext uri="{FF2B5EF4-FFF2-40B4-BE49-F238E27FC236}">
                  <a16:creationId xmlns:a16="http://schemas.microsoft.com/office/drawing/2014/main" id="{03666CE3-1B4A-432F-AF6A-67C206410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456"/>
              <a:ext cx="1285" cy="738"/>
            </a:xfrm>
            <a:custGeom>
              <a:avLst/>
              <a:gdLst>
                <a:gd name="T0" fmla="*/ 1088 w 405"/>
                <a:gd name="T1" fmla="*/ 162 h 233"/>
                <a:gd name="T2" fmla="*/ 12936 w 405"/>
                <a:gd name="T3" fmla="*/ 0 h 233"/>
                <a:gd name="T4" fmla="*/ 12936 w 405"/>
                <a:gd name="T5" fmla="*/ 6800 h 233"/>
                <a:gd name="T6" fmla="*/ 4410 w 405"/>
                <a:gd name="T7" fmla="*/ 7152 h 233"/>
                <a:gd name="T8" fmla="*/ 0 w 405"/>
                <a:gd name="T9" fmla="*/ 7405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233">
                  <a:moveTo>
                    <a:pt x="34" y="5"/>
                  </a:moveTo>
                  <a:cubicBezTo>
                    <a:pt x="156" y="14"/>
                    <a:pt x="333" y="5"/>
                    <a:pt x="405" y="0"/>
                  </a:cubicBezTo>
                  <a:cubicBezTo>
                    <a:pt x="381" y="21"/>
                    <a:pt x="338" y="138"/>
                    <a:pt x="405" y="214"/>
                  </a:cubicBezTo>
                  <a:cubicBezTo>
                    <a:pt x="388" y="217"/>
                    <a:pt x="283" y="225"/>
                    <a:pt x="138" y="225"/>
                  </a:cubicBezTo>
                  <a:cubicBezTo>
                    <a:pt x="95" y="225"/>
                    <a:pt x="49" y="228"/>
                    <a:pt x="0" y="23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0" name="Freeform 169">
              <a:extLst>
                <a:ext uri="{FF2B5EF4-FFF2-40B4-BE49-F238E27FC236}">
                  <a16:creationId xmlns:a16="http://schemas.microsoft.com/office/drawing/2014/main" id="{ED8DF63D-706C-4EB8-A509-9D33A9468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084"/>
              <a:ext cx="107" cy="89"/>
            </a:xfrm>
            <a:custGeom>
              <a:avLst/>
              <a:gdLst>
                <a:gd name="T0" fmla="*/ 1061 w 34"/>
                <a:gd name="T1" fmla="*/ 900 h 28"/>
                <a:gd name="T2" fmla="*/ 0 w 34"/>
                <a:gd name="T3" fmla="*/ 0 h 28"/>
                <a:gd name="T4" fmla="*/ 1061 w 34"/>
                <a:gd name="T5" fmla="*/ 90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34" y="28"/>
                  </a:moveTo>
                  <a:cubicBezTo>
                    <a:pt x="28" y="12"/>
                    <a:pt x="16" y="0"/>
                    <a:pt x="0" y="0"/>
                  </a:cubicBezTo>
                  <a:cubicBezTo>
                    <a:pt x="8" y="3"/>
                    <a:pt x="31" y="20"/>
                    <a:pt x="34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1" name="Freeform 170">
              <a:extLst>
                <a:ext uri="{FF2B5EF4-FFF2-40B4-BE49-F238E27FC236}">
                  <a16:creationId xmlns:a16="http://schemas.microsoft.com/office/drawing/2014/main" id="{9AE214DF-6075-4AB1-9EDA-3E494540F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379"/>
              <a:ext cx="1594" cy="92"/>
            </a:xfrm>
            <a:custGeom>
              <a:avLst/>
              <a:gdLst>
                <a:gd name="T0" fmla="*/ 16070 w 502"/>
                <a:gd name="T1" fmla="*/ 825 h 29"/>
                <a:gd name="T2" fmla="*/ 14248 w 502"/>
                <a:gd name="T3" fmla="*/ 384 h 29"/>
                <a:gd name="T4" fmla="*/ 12038 w 502"/>
                <a:gd name="T5" fmla="*/ 384 h 29"/>
                <a:gd name="T6" fmla="*/ 2267 w 502"/>
                <a:gd name="T7" fmla="*/ 102 h 29"/>
                <a:gd name="T8" fmla="*/ 1442 w 502"/>
                <a:gd name="T9" fmla="*/ 190 h 29"/>
                <a:gd name="T10" fmla="*/ 413 w 502"/>
                <a:gd name="T11" fmla="*/ 384 h 29"/>
                <a:gd name="T12" fmla="*/ 130 w 502"/>
                <a:gd name="T13" fmla="*/ 736 h 29"/>
                <a:gd name="T14" fmla="*/ 1181 w 502"/>
                <a:gd name="T15" fmla="*/ 765 h 29"/>
                <a:gd name="T16" fmla="*/ 4064 w 502"/>
                <a:gd name="T17" fmla="*/ 704 h 29"/>
                <a:gd name="T18" fmla="*/ 7745 w 502"/>
                <a:gd name="T19" fmla="*/ 634 h 29"/>
                <a:gd name="T20" fmla="*/ 9316 w 502"/>
                <a:gd name="T21" fmla="*/ 765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2" h="29">
                  <a:moveTo>
                    <a:pt x="502" y="26"/>
                  </a:moveTo>
                  <a:cubicBezTo>
                    <a:pt x="487" y="17"/>
                    <a:pt x="463" y="14"/>
                    <a:pt x="445" y="12"/>
                  </a:cubicBezTo>
                  <a:cubicBezTo>
                    <a:pt x="421" y="8"/>
                    <a:pt x="400" y="17"/>
                    <a:pt x="376" y="12"/>
                  </a:cubicBezTo>
                  <a:cubicBezTo>
                    <a:pt x="324" y="3"/>
                    <a:pt x="94" y="0"/>
                    <a:pt x="71" y="3"/>
                  </a:cubicBezTo>
                  <a:cubicBezTo>
                    <a:pt x="63" y="4"/>
                    <a:pt x="54" y="4"/>
                    <a:pt x="45" y="6"/>
                  </a:cubicBezTo>
                  <a:cubicBezTo>
                    <a:pt x="35" y="8"/>
                    <a:pt x="23" y="8"/>
                    <a:pt x="13" y="12"/>
                  </a:cubicBezTo>
                  <a:cubicBezTo>
                    <a:pt x="8" y="13"/>
                    <a:pt x="0" y="17"/>
                    <a:pt x="4" y="23"/>
                  </a:cubicBezTo>
                  <a:cubicBezTo>
                    <a:pt x="7" y="29"/>
                    <a:pt x="32" y="25"/>
                    <a:pt x="37" y="24"/>
                  </a:cubicBezTo>
                  <a:cubicBezTo>
                    <a:pt x="67" y="22"/>
                    <a:pt x="97" y="24"/>
                    <a:pt x="127" y="22"/>
                  </a:cubicBezTo>
                  <a:cubicBezTo>
                    <a:pt x="165" y="21"/>
                    <a:pt x="203" y="17"/>
                    <a:pt x="242" y="20"/>
                  </a:cubicBezTo>
                  <a:cubicBezTo>
                    <a:pt x="258" y="21"/>
                    <a:pt x="275" y="24"/>
                    <a:pt x="291" y="24"/>
                  </a:cubicBezTo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2" name="Freeform 171">
              <a:extLst>
                <a:ext uri="{FF2B5EF4-FFF2-40B4-BE49-F238E27FC236}">
                  <a16:creationId xmlns:a16="http://schemas.microsoft.com/office/drawing/2014/main" id="{2C34C6E5-CD01-4233-962F-6778F41B4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3093"/>
              <a:ext cx="235" cy="16"/>
            </a:xfrm>
            <a:custGeom>
              <a:avLst/>
              <a:gdLst>
                <a:gd name="T0" fmla="*/ 0 w 74"/>
                <a:gd name="T1" fmla="*/ 0 h 5"/>
                <a:gd name="T2" fmla="*/ 2369 w 74"/>
                <a:gd name="T3" fmla="*/ 3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5">
                  <a:moveTo>
                    <a:pt x="0" y="0"/>
                  </a:moveTo>
                  <a:cubicBezTo>
                    <a:pt x="16" y="4"/>
                    <a:pt x="61" y="5"/>
                    <a:pt x="7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3" name="Freeform 172">
              <a:extLst>
                <a:ext uri="{FF2B5EF4-FFF2-40B4-BE49-F238E27FC236}">
                  <a16:creationId xmlns:a16="http://schemas.microsoft.com/office/drawing/2014/main" id="{CE10C518-8228-4A07-A607-71C2B115E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417"/>
              <a:ext cx="161" cy="47"/>
            </a:xfrm>
            <a:custGeom>
              <a:avLst/>
              <a:gdLst>
                <a:gd name="T0" fmla="*/ 1604 w 51"/>
                <a:gd name="T1" fmla="*/ 461 h 15"/>
                <a:gd name="T2" fmla="*/ 1035 w 51"/>
                <a:gd name="T3" fmla="*/ 60 h 15"/>
                <a:gd name="T4" fmla="*/ 0 w 51"/>
                <a:gd name="T5" fmla="*/ 15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5">
                  <a:moveTo>
                    <a:pt x="51" y="15"/>
                  </a:moveTo>
                  <a:cubicBezTo>
                    <a:pt x="44" y="11"/>
                    <a:pt x="42" y="4"/>
                    <a:pt x="33" y="2"/>
                  </a:cubicBezTo>
                  <a:cubicBezTo>
                    <a:pt x="24" y="0"/>
                    <a:pt x="8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4" name="Freeform 173">
              <a:extLst>
                <a:ext uri="{FF2B5EF4-FFF2-40B4-BE49-F238E27FC236}">
                  <a16:creationId xmlns:a16="http://schemas.microsoft.com/office/drawing/2014/main" id="{A8A191B7-AC32-4709-A515-859E22A6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398"/>
              <a:ext cx="161" cy="58"/>
            </a:xfrm>
            <a:custGeom>
              <a:avLst/>
              <a:gdLst>
                <a:gd name="T0" fmla="*/ 1604 w 51"/>
                <a:gd name="T1" fmla="*/ 603 h 18"/>
                <a:gd name="T2" fmla="*/ 0 w 51"/>
                <a:gd name="T3" fmla="*/ 30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8">
                  <a:moveTo>
                    <a:pt x="51" y="18"/>
                  </a:moveTo>
                  <a:cubicBezTo>
                    <a:pt x="42" y="0"/>
                    <a:pt x="16" y="3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5" name="Freeform 174">
              <a:extLst>
                <a:ext uri="{FF2B5EF4-FFF2-40B4-BE49-F238E27FC236}">
                  <a16:creationId xmlns:a16="http://schemas.microsoft.com/office/drawing/2014/main" id="{D184F46B-CAE9-41B1-B977-B3E10946A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477"/>
              <a:ext cx="184" cy="55"/>
            </a:xfrm>
            <a:custGeom>
              <a:avLst/>
              <a:gdLst>
                <a:gd name="T0" fmla="*/ 1853 w 58"/>
                <a:gd name="T1" fmla="*/ 61 h 17"/>
                <a:gd name="T2" fmla="*/ 0 w 5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7">
                  <a:moveTo>
                    <a:pt x="58" y="2"/>
                  </a:moveTo>
                  <a:cubicBezTo>
                    <a:pt x="46" y="17"/>
                    <a:pt x="11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6" name="Freeform 175">
              <a:extLst>
                <a:ext uri="{FF2B5EF4-FFF2-40B4-BE49-F238E27FC236}">
                  <a16:creationId xmlns:a16="http://schemas.microsoft.com/office/drawing/2014/main" id="{2C93E5D1-A97C-47D3-9D85-C256F16DE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456"/>
              <a:ext cx="148" cy="66"/>
            </a:xfrm>
            <a:custGeom>
              <a:avLst/>
              <a:gdLst>
                <a:gd name="T0" fmla="*/ 1408 w 47"/>
                <a:gd name="T1" fmla="*/ 0 h 21"/>
                <a:gd name="T2" fmla="*/ 0 w 47"/>
                <a:gd name="T3" fmla="*/ 59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1">
                  <a:moveTo>
                    <a:pt x="45" y="0"/>
                  </a:moveTo>
                  <a:cubicBezTo>
                    <a:pt x="47" y="19"/>
                    <a:pt x="11" y="21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7" name="Freeform 176">
              <a:extLst>
                <a:ext uri="{FF2B5EF4-FFF2-40B4-BE49-F238E27FC236}">
                  <a16:creationId xmlns:a16="http://schemas.microsoft.com/office/drawing/2014/main" id="{A09FA806-F55C-46C5-A962-11E375E18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373"/>
              <a:ext cx="155" cy="60"/>
            </a:xfrm>
            <a:custGeom>
              <a:avLst/>
              <a:gdLst>
                <a:gd name="T0" fmla="*/ 1550 w 49"/>
                <a:gd name="T1" fmla="*/ 597 h 19"/>
                <a:gd name="T2" fmla="*/ 0 w 49"/>
                <a:gd name="T3" fmla="*/ 40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9">
                  <a:moveTo>
                    <a:pt x="49" y="19"/>
                  </a:moveTo>
                  <a:cubicBezTo>
                    <a:pt x="38" y="0"/>
                    <a:pt x="15" y="4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Freeform 177">
              <a:extLst>
                <a:ext uri="{FF2B5EF4-FFF2-40B4-BE49-F238E27FC236}">
                  <a16:creationId xmlns:a16="http://schemas.microsoft.com/office/drawing/2014/main" id="{91617ADA-9E56-4493-B57C-21D0F50CF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386"/>
              <a:ext cx="149" cy="34"/>
            </a:xfrm>
            <a:custGeom>
              <a:avLst/>
              <a:gdLst>
                <a:gd name="T0" fmla="*/ 1496 w 47"/>
                <a:gd name="T1" fmla="*/ 269 h 11"/>
                <a:gd name="T2" fmla="*/ 824 w 47"/>
                <a:gd name="T3" fmla="*/ 0 h 11"/>
                <a:gd name="T4" fmla="*/ 0 w 47"/>
                <a:gd name="T5" fmla="*/ 32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1">
                  <a:moveTo>
                    <a:pt x="47" y="9"/>
                  </a:moveTo>
                  <a:cubicBezTo>
                    <a:pt x="40" y="5"/>
                    <a:pt x="36" y="0"/>
                    <a:pt x="26" y="0"/>
                  </a:cubicBezTo>
                  <a:cubicBezTo>
                    <a:pt x="16" y="0"/>
                    <a:pt x="9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9" name="Freeform 178">
              <a:extLst>
                <a:ext uri="{FF2B5EF4-FFF2-40B4-BE49-F238E27FC236}">
                  <a16:creationId xmlns:a16="http://schemas.microsoft.com/office/drawing/2014/main" id="{469FF037-1EB8-4807-8967-3866E9A7E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398"/>
              <a:ext cx="142" cy="45"/>
            </a:xfrm>
            <a:custGeom>
              <a:avLst/>
              <a:gdLst>
                <a:gd name="T0" fmla="*/ 1414 w 45"/>
                <a:gd name="T1" fmla="*/ 466 h 14"/>
                <a:gd name="T2" fmla="*/ 0 w 45"/>
                <a:gd name="T3" fmla="*/ 36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14"/>
                  </a:moveTo>
                  <a:cubicBezTo>
                    <a:pt x="37" y="0"/>
                    <a:pt x="12" y="2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0" name="Freeform 179">
              <a:extLst>
                <a:ext uri="{FF2B5EF4-FFF2-40B4-BE49-F238E27FC236}">
                  <a16:creationId xmlns:a16="http://schemas.microsoft.com/office/drawing/2014/main" id="{906B0DB2-7C88-4BF4-9743-383F6EC37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483"/>
              <a:ext cx="142" cy="45"/>
            </a:xfrm>
            <a:custGeom>
              <a:avLst/>
              <a:gdLst>
                <a:gd name="T0" fmla="*/ 1414 w 45"/>
                <a:gd name="T1" fmla="*/ 0 h 14"/>
                <a:gd name="T2" fmla="*/ 0 w 45"/>
                <a:gd name="T3" fmla="*/ 3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0"/>
                  </a:moveTo>
                  <a:cubicBezTo>
                    <a:pt x="33" y="14"/>
                    <a:pt x="13" y="1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1" name="Freeform 180">
              <a:extLst>
                <a:ext uri="{FF2B5EF4-FFF2-40B4-BE49-F238E27FC236}">
                  <a16:creationId xmlns:a16="http://schemas.microsoft.com/office/drawing/2014/main" id="{FD363837-AD2A-46E3-A6E4-550CEC4BF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462"/>
              <a:ext cx="105" cy="47"/>
            </a:xfrm>
            <a:custGeom>
              <a:avLst/>
              <a:gdLst>
                <a:gd name="T0" fmla="*/ 1063 w 33"/>
                <a:gd name="T1" fmla="*/ 0 h 15"/>
                <a:gd name="T2" fmla="*/ 0 w 33"/>
                <a:gd name="T3" fmla="*/ 30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33" y="0"/>
                  </a:moveTo>
                  <a:cubicBezTo>
                    <a:pt x="31" y="14"/>
                    <a:pt x="9" y="15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2" name="Freeform 181">
              <a:extLst>
                <a:ext uri="{FF2B5EF4-FFF2-40B4-BE49-F238E27FC236}">
                  <a16:creationId xmlns:a16="http://schemas.microsoft.com/office/drawing/2014/main" id="{217A4B23-8B1C-4EAE-91E6-AE42C0518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52"/>
              <a:ext cx="155" cy="80"/>
            </a:xfrm>
            <a:custGeom>
              <a:avLst/>
              <a:gdLst>
                <a:gd name="T0" fmla="*/ 1550 w 49"/>
                <a:gd name="T1" fmla="*/ 224 h 25"/>
                <a:gd name="T2" fmla="*/ 0 w 49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5">
                  <a:moveTo>
                    <a:pt x="49" y="7"/>
                  </a:moveTo>
                  <a:cubicBezTo>
                    <a:pt x="42" y="25"/>
                    <a:pt x="5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3" name="Freeform 182">
              <a:extLst>
                <a:ext uri="{FF2B5EF4-FFF2-40B4-BE49-F238E27FC236}">
                  <a16:creationId xmlns:a16="http://schemas.microsoft.com/office/drawing/2014/main" id="{AFF1E780-92F1-485F-91BD-3D8C9AA2C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449"/>
              <a:ext cx="38" cy="45"/>
            </a:xfrm>
            <a:custGeom>
              <a:avLst/>
              <a:gdLst>
                <a:gd name="T0" fmla="*/ 380 w 12"/>
                <a:gd name="T1" fmla="*/ 0 h 14"/>
                <a:gd name="T2" fmla="*/ 101 w 12"/>
                <a:gd name="T3" fmla="*/ 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8" y="4"/>
                    <a:pt x="0" y="8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4" name="Freeform 183">
              <a:extLst>
                <a:ext uri="{FF2B5EF4-FFF2-40B4-BE49-F238E27FC236}">
                  <a16:creationId xmlns:a16="http://schemas.microsoft.com/office/drawing/2014/main" id="{BE73EAA3-26AA-4788-ABE4-53AE95E7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452"/>
              <a:ext cx="34" cy="23"/>
            </a:xfrm>
            <a:custGeom>
              <a:avLst/>
              <a:gdLst>
                <a:gd name="T0" fmla="*/ 325 w 11"/>
                <a:gd name="T1" fmla="*/ 250 h 7"/>
                <a:gd name="T2" fmla="*/ 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10" y="2"/>
                    <a:pt x="5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5" name="Freeform 184">
              <a:extLst>
                <a:ext uri="{FF2B5EF4-FFF2-40B4-BE49-F238E27FC236}">
                  <a16:creationId xmlns:a16="http://schemas.microsoft.com/office/drawing/2014/main" id="{BFF70E83-49EB-40DC-AA24-7B50A664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162"/>
              <a:ext cx="146" cy="68"/>
            </a:xfrm>
            <a:custGeom>
              <a:avLst/>
              <a:gdLst>
                <a:gd name="T0" fmla="*/ 1470 w 46"/>
                <a:gd name="T1" fmla="*/ 0 h 21"/>
                <a:gd name="T2" fmla="*/ 0 w 46"/>
                <a:gd name="T3" fmla="*/ 44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46" y="0"/>
                  </a:moveTo>
                  <a:cubicBezTo>
                    <a:pt x="39" y="19"/>
                    <a:pt x="15" y="21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6" name="Freeform 185">
              <a:extLst>
                <a:ext uri="{FF2B5EF4-FFF2-40B4-BE49-F238E27FC236}">
                  <a16:creationId xmlns:a16="http://schemas.microsoft.com/office/drawing/2014/main" id="{50196A08-1F36-4ED8-AD28-A2E5DEC6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3162"/>
              <a:ext cx="194" cy="83"/>
            </a:xfrm>
            <a:custGeom>
              <a:avLst/>
              <a:gdLst>
                <a:gd name="T0" fmla="*/ 1962 w 61"/>
                <a:gd name="T1" fmla="*/ 0 h 26"/>
                <a:gd name="T2" fmla="*/ 0 w 61"/>
                <a:gd name="T3" fmla="*/ 26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6">
                  <a:moveTo>
                    <a:pt x="61" y="0"/>
                  </a:moveTo>
                  <a:cubicBezTo>
                    <a:pt x="55" y="26"/>
                    <a:pt x="17" y="2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Freeform 186">
              <a:extLst>
                <a:ext uri="{FF2B5EF4-FFF2-40B4-BE49-F238E27FC236}">
                  <a16:creationId xmlns:a16="http://schemas.microsoft.com/office/drawing/2014/main" id="{F4D95203-B339-4420-9A0D-FEC4506C0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154"/>
              <a:ext cx="70" cy="88"/>
            </a:xfrm>
            <a:custGeom>
              <a:avLst/>
              <a:gdLst>
                <a:gd name="T0" fmla="*/ 710 w 22"/>
                <a:gd name="T1" fmla="*/ 0 h 28"/>
                <a:gd name="T2" fmla="*/ 0 w 22"/>
                <a:gd name="T3" fmla="*/ 81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cubicBezTo>
                    <a:pt x="22" y="15"/>
                    <a:pt x="19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8" name="Freeform 187">
              <a:extLst>
                <a:ext uri="{FF2B5EF4-FFF2-40B4-BE49-F238E27FC236}">
                  <a16:creationId xmlns:a16="http://schemas.microsoft.com/office/drawing/2014/main" id="{3F9644A9-6FCD-40C4-9A82-66750F48E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071"/>
              <a:ext cx="142" cy="45"/>
            </a:xfrm>
            <a:custGeom>
              <a:avLst/>
              <a:gdLst>
                <a:gd name="T0" fmla="*/ 1414 w 45"/>
                <a:gd name="T1" fmla="*/ 466 h 14"/>
                <a:gd name="T2" fmla="*/ 0 w 45"/>
                <a:gd name="T3" fmla="*/ 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14"/>
                  </a:moveTo>
                  <a:cubicBezTo>
                    <a:pt x="36" y="0"/>
                    <a:pt x="11" y="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188">
              <a:extLst>
                <a:ext uri="{FF2B5EF4-FFF2-40B4-BE49-F238E27FC236}">
                  <a16:creationId xmlns:a16="http://schemas.microsoft.com/office/drawing/2014/main" id="{F7FFE590-D6A2-4E41-ACC9-1D712F90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080"/>
              <a:ext cx="142" cy="55"/>
            </a:xfrm>
            <a:custGeom>
              <a:avLst/>
              <a:gdLst>
                <a:gd name="T0" fmla="*/ 1414 w 45"/>
                <a:gd name="T1" fmla="*/ 576 h 17"/>
                <a:gd name="T2" fmla="*/ 947 w 45"/>
                <a:gd name="T3" fmla="*/ 104 h 17"/>
                <a:gd name="T4" fmla="*/ 0 w 45"/>
                <a:gd name="T5" fmla="*/ 19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7">
                  <a:moveTo>
                    <a:pt x="45" y="17"/>
                  </a:moveTo>
                  <a:cubicBezTo>
                    <a:pt x="39" y="11"/>
                    <a:pt x="39" y="6"/>
                    <a:pt x="30" y="3"/>
                  </a:cubicBezTo>
                  <a:cubicBezTo>
                    <a:pt x="21" y="0"/>
                    <a:pt x="9" y="2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Freeform 189">
              <a:extLst>
                <a:ext uri="{FF2B5EF4-FFF2-40B4-BE49-F238E27FC236}">
                  <a16:creationId xmlns:a16="http://schemas.microsoft.com/office/drawing/2014/main" id="{687623BD-3CE3-4D0A-A601-D19E07758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084"/>
              <a:ext cx="142" cy="57"/>
            </a:xfrm>
            <a:custGeom>
              <a:avLst/>
              <a:gdLst>
                <a:gd name="T0" fmla="*/ 1414 w 45"/>
                <a:gd name="T1" fmla="*/ 573 h 18"/>
                <a:gd name="T2" fmla="*/ 1007 w 45"/>
                <a:gd name="T3" fmla="*/ 130 h 18"/>
                <a:gd name="T4" fmla="*/ 0 w 45"/>
                <a:gd name="T5" fmla="*/ 1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8">
                  <a:moveTo>
                    <a:pt x="45" y="18"/>
                  </a:moveTo>
                  <a:cubicBezTo>
                    <a:pt x="40" y="12"/>
                    <a:pt x="40" y="7"/>
                    <a:pt x="32" y="4"/>
                  </a:cubicBezTo>
                  <a:cubicBezTo>
                    <a:pt x="25" y="1"/>
                    <a:pt x="8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1" name="Freeform 190">
              <a:extLst>
                <a:ext uri="{FF2B5EF4-FFF2-40B4-BE49-F238E27FC236}">
                  <a16:creationId xmlns:a16="http://schemas.microsoft.com/office/drawing/2014/main" id="{882A7712-80AB-469C-A63B-AE6F2D2BA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188"/>
              <a:ext cx="146" cy="63"/>
            </a:xfrm>
            <a:custGeom>
              <a:avLst/>
              <a:gdLst>
                <a:gd name="T0" fmla="*/ 1470 w 46"/>
                <a:gd name="T1" fmla="*/ 189 h 20"/>
                <a:gd name="T2" fmla="*/ 0 w 4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0">
                  <a:moveTo>
                    <a:pt x="46" y="6"/>
                  </a:moveTo>
                  <a:cubicBezTo>
                    <a:pt x="41" y="20"/>
                    <a:pt x="3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2" name="Freeform 191">
              <a:extLst>
                <a:ext uri="{FF2B5EF4-FFF2-40B4-BE49-F238E27FC236}">
                  <a16:creationId xmlns:a16="http://schemas.microsoft.com/office/drawing/2014/main" id="{2A1980D8-68D0-45F1-8E69-6AFC72A00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173"/>
              <a:ext cx="196" cy="66"/>
            </a:xfrm>
            <a:custGeom>
              <a:avLst/>
              <a:gdLst>
                <a:gd name="T0" fmla="*/ 1960 w 62"/>
                <a:gd name="T1" fmla="*/ 0 h 21"/>
                <a:gd name="T2" fmla="*/ 0 w 62"/>
                <a:gd name="T3" fmla="*/ 15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1">
                  <a:moveTo>
                    <a:pt x="62" y="0"/>
                  </a:moveTo>
                  <a:cubicBezTo>
                    <a:pt x="56" y="21"/>
                    <a:pt x="11" y="1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3" name="Freeform 192">
              <a:extLst>
                <a:ext uri="{FF2B5EF4-FFF2-40B4-BE49-F238E27FC236}">
                  <a16:creationId xmlns:a16="http://schemas.microsoft.com/office/drawing/2014/main" id="{E9262E88-694D-494E-AA22-A3349CCA8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160"/>
              <a:ext cx="137" cy="51"/>
            </a:xfrm>
            <a:custGeom>
              <a:avLst/>
              <a:gdLst>
                <a:gd name="T0" fmla="*/ 1198 w 43"/>
                <a:gd name="T1" fmla="*/ 0 h 16"/>
                <a:gd name="T2" fmla="*/ 0 w 43"/>
                <a:gd name="T3" fmla="*/ 3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6">
                  <a:moveTo>
                    <a:pt x="37" y="0"/>
                  </a:moveTo>
                  <a:cubicBezTo>
                    <a:pt x="43" y="16"/>
                    <a:pt x="8" y="14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4" name="Freeform 193">
              <a:extLst>
                <a:ext uri="{FF2B5EF4-FFF2-40B4-BE49-F238E27FC236}">
                  <a16:creationId xmlns:a16="http://schemas.microsoft.com/office/drawing/2014/main" id="{684B73CC-648B-419B-84CD-810AD5A2A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3067"/>
              <a:ext cx="140" cy="68"/>
            </a:xfrm>
            <a:custGeom>
              <a:avLst/>
              <a:gdLst>
                <a:gd name="T0" fmla="*/ 1416 w 44"/>
                <a:gd name="T1" fmla="*/ 440 h 21"/>
                <a:gd name="T2" fmla="*/ 0 w 44"/>
                <a:gd name="T3" fmla="*/ 71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1">
                  <a:moveTo>
                    <a:pt x="44" y="13"/>
                  </a:moveTo>
                  <a:cubicBezTo>
                    <a:pt x="30" y="0"/>
                    <a:pt x="10" y="12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Freeform 194">
              <a:extLst>
                <a:ext uri="{FF2B5EF4-FFF2-40B4-BE49-F238E27FC236}">
                  <a16:creationId xmlns:a16="http://schemas.microsoft.com/office/drawing/2014/main" id="{C454AEAB-A4A8-401F-8FEB-9BDB192A4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3122"/>
              <a:ext cx="101" cy="28"/>
            </a:xfrm>
            <a:custGeom>
              <a:avLst/>
              <a:gdLst>
                <a:gd name="T0" fmla="*/ 1007 w 32"/>
                <a:gd name="T1" fmla="*/ 271 h 9"/>
                <a:gd name="T2" fmla="*/ 0 w 32"/>
                <a:gd name="T3" fmla="*/ 24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9"/>
                  </a:moveTo>
                  <a:cubicBezTo>
                    <a:pt x="24" y="0"/>
                    <a:pt x="10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195">
              <a:extLst>
                <a:ext uri="{FF2B5EF4-FFF2-40B4-BE49-F238E27FC236}">
                  <a16:creationId xmlns:a16="http://schemas.microsoft.com/office/drawing/2014/main" id="{912FE822-54EB-47D0-8BA5-4D81F1F06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162"/>
              <a:ext cx="15" cy="51"/>
            </a:xfrm>
            <a:custGeom>
              <a:avLst/>
              <a:gdLst>
                <a:gd name="T0" fmla="*/ 135 w 5"/>
                <a:gd name="T1" fmla="*/ 0 h 16"/>
                <a:gd name="T2" fmla="*/ 0 w 5"/>
                <a:gd name="T3" fmla="*/ 52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0" y="3"/>
                    <a:pt x="0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Freeform 196">
              <a:extLst>
                <a:ext uri="{FF2B5EF4-FFF2-40B4-BE49-F238E27FC236}">
                  <a16:creationId xmlns:a16="http://schemas.microsoft.com/office/drawing/2014/main" id="{3DA83F00-2E52-440D-939A-86D339B8C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169"/>
              <a:ext cx="30" cy="23"/>
            </a:xfrm>
            <a:custGeom>
              <a:avLst/>
              <a:gdLst>
                <a:gd name="T0" fmla="*/ 333 w 9"/>
                <a:gd name="T1" fmla="*/ 250 h 7"/>
                <a:gd name="T2" fmla="*/ 0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7"/>
                  </a:moveTo>
                  <a:cubicBezTo>
                    <a:pt x="7" y="3"/>
                    <a:pt x="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8" name="Freeform 197">
              <a:extLst>
                <a:ext uri="{FF2B5EF4-FFF2-40B4-BE49-F238E27FC236}">
                  <a16:creationId xmlns:a16="http://schemas.microsoft.com/office/drawing/2014/main" id="{96975435-5F9C-4C6D-A358-7F1E25A9E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090"/>
              <a:ext cx="44" cy="41"/>
            </a:xfrm>
            <a:custGeom>
              <a:avLst/>
              <a:gdLst>
                <a:gd name="T0" fmla="*/ 434 w 14"/>
                <a:gd name="T1" fmla="*/ 158 h 13"/>
                <a:gd name="T2" fmla="*/ 248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5"/>
                  </a:moveTo>
                  <a:cubicBezTo>
                    <a:pt x="9" y="13"/>
                    <a:pt x="0" y="9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9" name="Freeform 198">
              <a:extLst>
                <a:ext uri="{FF2B5EF4-FFF2-40B4-BE49-F238E27FC236}">
                  <a16:creationId xmlns:a16="http://schemas.microsoft.com/office/drawing/2014/main" id="{267C0E58-41D4-4D42-A053-0ED4B4CD3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162"/>
              <a:ext cx="28" cy="17"/>
            </a:xfrm>
            <a:custGeom>
              <a:avLst/>
              <a:gdLst>
                <a:gd name="T0" fmla="*/ 271 w 9"/>
                <a:gd name="T1" fmla="*/ 116 h 5"/>
                <a:gd name="T2" fmla="*/ 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8" y="5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0" name="Freeform 199">
              <a:extLst>
                <a:ext uri="{FF2B5EF4-FFF2-40B4-BE49-F238E27FC236}">
                  <a16:creationId xmlns:a16="http://schemas.microsoft.com/office/drawing/2014/main" id="{14349C3D-3290-470C-AF78-9B05B596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156"/>
              <a:ext cx="38" cy="13"/>
            </a:xfrm>
            <a:custGeom>
              <a:avLst/>
              <a:gdLst>
                <a:gd name="T0" fmla="*/ 380 w 12"/>
                <a:gd name="T1" fmla="*/ 75 h 4"/>
                <a:gd name="T2" fmla="*/ 0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2"/>
                  </a:moveTo>
                  <a:cubicBezTo>
                    <a:pt x="8" y="4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1" name="Freeform 200">
              <a:extLst>
                <a:ext uri="{FF2B5EF4-FFF2-40B4-BE49-F238E27FC236}">
                  <a16:creationId xmlns:a16="http://schemas.microsoft.com/office/drawing/2014/main" id="{CC7D09C1-27F8-4DA0-9CBD-135E7C9B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201"/>
              <a:ext cx="31" cy="6"/>
            </a:xfrm>
            <a:custGeom>
              <a:avLst/>
              <a:gdLst>
                <a:gd name="T0" fmla="*/ 298 w 10"/>
                <a:gd name="T1" fmla="*/ 27 h 2"/>
                <a:gd name="T2" fmla="*/ 0 w 10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2"/>
                    <a:pt x="4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2" name="Freeform 201">
              <a:extLst>
                <a:ext uri="{FF2B5EF4-FFF2-40B4-BE49-F238E27FC236}">
                  <a16:creationId xmlns:a16="http://schemas.microsoft.com/office/drawing/2014/main" id="{1BDD9DA5-E88C-4C53-8CD8-D39C87B6D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3086"/>
              <a:ext cx="31" cy="32"/>
            </a:xfrm>
            <a:custGeom>
              <a:avLst/>
              <a:gdLst>
                <a:gd name="T0" fmla="*/ 298 w 10"/>
                <a:gd name="T1" fmla="*/ 32 h 10"/>
                <a:gd name="T2" fmla="*/ 59 w 10"/>
                <a:gd name="T3" fmla="*/ 266 h 10"/>
                <a:gd name="T4" fmla="*/ 87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8" y="4"/>
                    <a:pt x="6" y="10"/>
                    <a:pt x="2" y="8"/>
                  </a:cubicBezTo>
                  <a:cubicBezTo>
                    <a:pt x="0" y="7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3" name="Freeform 202">
              <a:extLst>
                <a:ext uri="{FF2B5EF4-FFF2-40B4-BE49-F238E27FC236}">
                  <a16:creationId xmlns:a16="http://schemas.microsoft.com/office/drawing/2014/main" id="{1CF12C6E-07CC-4880-ACDC-72140A1A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116"/>
              <a:ext cx="42" cy="44"/>
            </a:xfrm>
            <a:custGeom>
              <a:avLst/>
              <a:gdLst>
                <a:gd name="T0" fmla="*/ 0 w 13"/>
                <a:gd name="T1" fmla="*/ 157 h 14"/>
                <a:gd name="T2" fmla="*/ 271 w 13"/>
                <a:gd name="T3" fmla="*/ 405 h 14"/>
                <a:gd name="T4" fmla="*/ 271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5"/>
                  </a:moveTo>
                  <a:cubicBezTo>
                    <a:pt x="2" y="7"/>
                    <a:pt x="3" y="14"/>
                    <a:pt x="8" y="13"/>
                  </a:cubicBezTo>
                  <a:cubicBezTo>
                    <a:pt x="13" y="12"/>
                    <a:pt x="11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4" name="Freeform 203">
              <a:extLst>
                <a:ext uri="{FF2B5EF4-FFF2-40B4-BE49-F238E27FC236}">
                  <a16:creationId xmlns:a16="http://schemas.microsoft.com/office/drawing/2014/main" id="{51C417F1-0FF1-49C8-9114-1CE10109E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18"/>
              <a:ext cx="25" cy="13"/>
            </a:xfrm>
            <a:custGeom>
              <a:avLst/>
              <a:gdLst>
                <a:gd name="T0" fmla="*/ 244 w 8"/>
                <a:gd name="T1" fmla="*/ 0 h 4"/>
                <a:gd name="T2" fmla="*/ 0 w 8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6" y="3"/>
                    <a:pt x="3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5" name="Freeform 204">
              <a:extLst>
                <a:ext uri="{FF2B5EF4-FFF2-40B4-BE49-F238E27FC236}">
                  <a16:creationId xmlns:a16="http://schemas.microsoft.com/office/drawing/2014/main" id="{F78226F7-A883-49AF-95E7-0E8531BFD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162"/>
              <a:ext cx="12" cy="36"/>
            </a:xfrm>
            <a:custGeom>
              <a:avLst/>
              <a:gdLst>
                <a:gd name="T0" fmla="*/ 108 w 4"/>
                <a:gd name="T1" fmla="*/ 0 h 11"/>
                <a:gd name="T2" fmla="*/ 0 w 4"/>
                <a:gd name="T3" fmla="*/ 38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4"/>
                    <a:pt x="2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6" name="Freeform 205">
              <a:extLst>
                <a:ext uri="{FF2B5EF4-FFF2-40B4-BE49-F238E27FC236}">
                  <a16:creationId xmlns:a16="http://schemas.microsoft.com/office/drawing/2014/main" id="{EB76A921-4B84-47D1-87CF-DC41B890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166"/>
              <a:ext cx="45" cy="35"/>
            </a:xfrm>
            <a:custGeom>
              <a:avLst/>
              <a:gdLst>
                <a:gd name="T0" fmla="*/ 466 w 14"/>
                <a:gd name="T1" fmla="*/ 162 h 11"/>
                <a:gd name="T2" fmla="*/ 103 w 14"/>
                <a:gd name="T3" fmla="*/ 60 h 11"/>
                <a:gd name="T4" fmla="*/ 270 w 14"/>
                <a:gd name="T5" fmla="*/ 35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5"/>
                  </a:moveTo>
                  <a:cubicBezTo>
                    <a:pt x="12" y="3"/>
                    <a:pt x="6" y="0"/>
                    <a:pt x="3" y="2"/>
                  </a:cubicBezTo>
                  <a:cubicBezTo>
                    <a:pt x="0" y="4"/>
                    <a:pt x="6" y="10"/>
                    <a:pt x="8" y="1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7" name="Freeform 206">
              <a:extLst>
                <a:ext uri="{FF2B5EF4-FFF2-40B4-BE49-F238E27FC236}">
                  <a16:creationId xmlns:a16="http://schemas.microsoft.com/office/drawing/2014/main" id="{407E3E71-7683-4E49-B424-7A6A37DDA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439"/>
              <a:ext cx="34" cy="38"/>
            </a:xfrm>
            <a:custGeom>
              <a:avLst/>
              <a:gdLst>
                <a:gd name="T0" fmla="*/ 325 w 11"/>
                <a:gd name="T1" fmla="*/ 130 h 12"/>
                <a:gd name="T2" fmla="*/ 59 w 11"/>
                <a:gd name="T3" fmla="*/ 250 h 12"/>
                <a:gd name="T4" fmla="*/ 21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1" y="4"/>
                  </a:moveTo>
                  <a:cubicBezTo>
                    <a:pt x="10" y="5"/>
                    <a:pt x="4" y="12"/>
                    <a:pt x="2" y="8"/>
                  </a:cubicBezTo>
                  <a:cubicBezTo>
                    <a:pt x="0" y="5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8" name="Freeform 207">
              <a:extLst>
                <a:ext uri="{FF2B5EF4-FFF2-40B4-BE49-F238E27FC236}">
                  <a16:creationId xmlns:a16="http://schemas.microsoft.com/office/drawing/2014/main" id="{3C91A3A9-42A2-49F4-BC36-48530C6BB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411"/>
              <a:ext cx="13" cy="19"/>
            </a:xfrm>
            <a:custGeom>
              <a:avLst/>
              <a:gdLst>
                <a:gd name="T0" fmla="*/ 0 w 4"/>
                <a:gd name="T1" fmla="*/ 0 h 6"/>
                <a:gd name="T2" fmla="*/ 137 w 4"/>
                <a:gd name="T3" fmla="*/ 19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1"/>
                    <a:pt x="4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9" name="Freeform 208">
              <a:extLst>
                <a:ext uri="{FF2B5EF4-FFF2-40B4-BE49-F238E27FC236}">
                  <a16:creationId xmlns:a16="http://schemas.microsoft.com/office/drawing/2014/main" id="{27796876-DA84-4DB2-BE34-4A91D7EE6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475"/>
              <a:ext cx="35" cy="31"/>
            </a:xfrm>
            <a:custGeom>
              <a:avLst/>
              <a:gdLst>
                <a:gd name="T0" fmla="*/ 353 w 11"/>
                <a:gd name="T1" fmla="*/ 211 h 10"/>
                <a:gd name="T2" fmla="*/ 130 w 11"/>
                <a:gd name="T3" fmla="*/ 28 h 10"/>
                <a:gd name="T4" fmla="*/ 162 w 11"/>
                <a:gd name="T5" fmla="*/ 29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7"/>
                  </a:moveTo>
                  <a:cubicBezTo>
                    <a:pt x="11" y="5"/>
                    <a:pt x="6" y="0"/>
                    <a:pt x="4" y="1"/>
                  </a:cubicBezTo>
                  <a:cubicBezTo>
                    <a:pt x="0" y="3"/>
                    <a:pt x="4" y="8"/>
                    <a:pt x="5" y="1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0" name="Freeform 209">
              <a:extLst>
                <a:ext uri="{FF2B5EF4-FFF2-40B4-BE49-F238E27FC236}">
                  <a16:creationId xmlns:a16="http://schemas.microsoft.com/office/drawing/2014/main" id="{49E8658C-5916-46CF-8B0D-A72E3CF82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392"/>
              <a:ext cx="41" cy="44"/>
            </a:xfrm>
            <a:custGeom>
              <a:avLst/>
              <a:gdLst>
                <a:gd name="T0" fmla="*/ 0 w 13"/>
                <a:gd name="T1" fmla="*/ 60 h 14"/>
                <a:gd name="T2" fmla="*/ 319 w 13"/>
                <a:gd name="T3" fmla="*/ 374 h 14"/>
                <a:gd name="T4" fmla="*/ 218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2"/>
                  </a:moveTo>
                  <a:cubicBezTo>
                    <a:pt x="1" y="4"/>
                    <a:pt x="6" y="14"/>
                    <a:pt x="10" y="12"/>
                  </a:cubicBezTo>
                  <a:cubicBezTo>
                    <a:pt x="13" y="10"/>
                    <a:pt x="8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1" name="Freeform 210">
              <a:extLst>
                <a:ext uri="{FF2B5EF4-FFF2-40B4-BE49-F238E27FC236}">
                  <a16:creationId xmlns:a16="http://schemas.microsoft.com/office/drawing/2014/main" id="{BB2F2437-9E35-4E7D-965D-81013F880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439"/>
              <a:ext cx="12" cy="36"/>
            </a:xfrm>
            <a:custGeom>
              <a:avLst/>
              <a:gdLst>
                <a:gd name="T0" fmla="*/ 81 w 4"/>
                <a:gd name="T1" fmla="*/ 0 h 11"/>
                <a:gd name="T2" fmla="*/ 0 w 4"/>
                <a:gd name="T3" fmla="*/ 38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1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2" name="Freeform 211">
              <a:extLst>
                <a:ext uri="{FF2B5EF4-FFF2-40B4-BE49-F238E27FC236}">
                  <a16:creationId xmlns:a16="http://schemas.microsoft.com/office/drawing/2014/main" id="{820F917F-7E9F-4939-8015-5D9FC7D6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398"/>
              <a:ext cx="35" cy="28"/>
            </a:xfrm>
            <a:custGeom>
              <a:avLst/>
              <a:gdLst>
                <a:gd name="T0" fmla="*/ 353 w 11"/>
                <a:gd name="T1" fmla="*/ 0 h 9"/>
                <a:gd name="T2" fmla="*/ 0 w 11"/>
                <a:gd name="T3" fmla="*/ 2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10" y="4"/>
                    <a:pt x="4" y="7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3" name="Freeform 212">
              <a:extLst>
                <a:ext uri="{FF2B5EF4-FFF2-40B4-BE49-F238E27FC236}">
                  <a16:creationId xmlns:a16="http://schemas.microsoft.com/office/drawing/2014/main" id="{D4BCDD0B-94D7-4742-831C-0BF5692DF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411"/>
              <a:ext cx="15" cy="28"/>
            </a:xfrm>
            <a:custGeom>
              <a:avLst/>
              <a:gdLst>
                <a:gd name="T0" fmla="*/ 0 w 5"/>
                <a:gd name="T1" fmla="*/ 0 h 9"/>
                <a:gd name="T2" fmla="*/ 135 w 5"/>
                <a:gd name="T3" fmla="*/ 2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3" y="3"/>
                    <a:pt x="4" y="5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4" name="Freeform 213">
              <a:extLst>
                <a:ext uri="{FF2B5EF4-FFF2-40B4-BE49-F238E27FC236}">
                  <a16:creationId xmlns:a16="http://schemas.microsoft.com/office/drawing/2014/main" id="{D50602DE-37F1-4A3D-BA2C-79E23F4B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481"/>
              <a:ext cx="38" cy="28"/>
            </a:xfrm>
            <a:custGeom>
              <a:avLst/>
              <a:gdLst>
                <a:gd name="T0" fmla="*/ 380 w 12"/>
                <a:gd name="T1" fmla="*/ 184 h 9"/>
                <a:gd name="T2" fmla="*/ 0 w 12"/>
                <a:gd name="T3" fmla="*/ 0 h 9"/>
                <a:gd name="T4" fmla="*/ 130 w 12"/>
                <a:gd name="T5" fmla="*/ 2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4" y="0"/>
                    <a:pt x="0" y="0"/>
                  </a:cubicBezTo>
                  <a:cubicBezTo>
                    <a:pt x="0" y="4"/>
                    <a:pt x="3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5" name="Freeform 214">
              <a:extLst>
                <a:ext uri="{FF2B5EF4-FFF2-40B4-BE49-F238E27FC236}">
                  <a16:creationId xmlns:a16="http://schemas.microsoft.com/office/drawing/2014/main" id="{A85DE4E4-2ABA-481D-A500-08474CE3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468"/>
              <a:ext cx="34" cy="7"/>
            </a:xfrm>
            <a:custGeom>
              <a:avLst/>
              <a:gdLst>
                <a:gd name="T0" fmla="*/ 325 w 11"/>
                <a:gd name="T1" fmla="*/ 88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7" y="1"/>
                    <a:pt x="4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6" name="Freeform 215">
              <a:extLst>
                <a:ext uri="{FF2B5EF4-FFF2-40B4-BE49-F238E27FC236}">
                  <a16:creationId xmlns:a16="http://schemas.microsoft.com/office/drawing/2014/main" id="{7D063A2C-7D1E-436B-B823-1C850BD8D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477"/>
              <a:ext cx="23" cy="6"/>
            </a:xfrm>
            <a:custGeom>
              <a:avLst/>
              <a:gdLst>
                <a:gd name="T0" fmla="*/ 250 w 7"/>
                <a:gd name="T1" fmla="*/ 54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7" name="Freeform 216">
              <a:extLst>
                <a:ext uri="{FF2B5EF4-FFF2-40B4-BE49-F238E27FC236}">
                  <a16:creationId xmlns:a16="http://schemas.microsoft.com/office/drawing/2014/main" id="{2CCBB2B1-6E9F-4A9F-BF8D-565231D2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439"/>
              <a:ext cx="15" cy="38"/>
            </a:xfrm>
            <a:custGeom>
              <a:avLst/>
              <a:gdLst>
                <a:gd name="T0" fmla="*/ 0 w 5"/>
                <a:gd name="T1" fmla="*/ 0 h 12"/>
                <a:gd name="T2" fmla="*/ 135 w 5"/>
                <a:gd name="T3" fmla="*/ 38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3" y="3"/>
                    <a:pt x="4" y="8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8" name="Freeform 217">
              <a:extLst>
                <a:ext uri="{FF2B5EF4-FFF2-40B4-BE49-F238E27FC236}">
                  <a16:creationId xmlns:a16="http://schemas.microsoft.com/office/drawing/2014/main" id="{D3EF7722-2E6F-466E-B377-DDF5F426D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41"/>
              <a:ext cx="108" cy="66"/>
            </a:xfrm>
            <a:custGeom>
              <a:avLst/>
              <a:gdLst>
                <a:gd name="T0" fmla="*/ 1090 w 34"/>
                <a:gd name="T1" fmla="*/ 305 h 21"/>
                <a:gd name="T2" fmla="*/ 0 w 3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1">
                  <a:moveTo>
                    <a:pt x="34" y="10"/>
                  </a:moveTo>
                  <a:cubicBezTo>
                    <a:pt x="30" y="21"/>
                    <a:pt x="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9" name="Freeform 218">
              <a:extLst>
                <a:ext uri="{FF2B5EF4-FFF2-40B4-BE49-F238E27FC236}">
                  <a16:creationId xmlns:a16="http://schemas.microsoft.com/office/drawing/2014/main" id="{BC61B4E8-3108-4942-B12B-0F14FFC9C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118"/>
              <a:ext cx="51" cy="44"/>
            </a:xfrm>
            <a:custGeom>
              <a:avLst/>
              <a:gdLst>
                <a:gd name="T0" fmla="*/ 488 w 16"/>
                <a:gd name="T1" fmla="*/ 0 h 14"/>
                <a:gd name="T2" fmla="*/ 0 w 16"/>
                <a:gd name="T3" fmla="*/ 30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5" y="0"/>
                  </a:moveTo>
                  <a:cubicBezTo>
                    <a:pt x="16" y="9"/>
                    <a:pt x="8" y="14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0" name="Freeform 219">
              <a:extLst>
                <a:ext uri="{FF2B5EF4-FFF2-40B4-BE49-F238E27FC236}">
                  <a16:creationId xmlns:a16="http://schemas.microsoft.com/office/drawing/2014/main" id="{EF37104C-D596-4E3E-BDB2-F75736924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3154"/>
              <a:ext cx="118" cy="63"/>
            </a:xfrm>
            <a:custGeom>
              <a:avLst/>
              <a:gdLst>
                <a:gd name="T0" fmla="*/ 1199 w 37"/>
                <a:gd name="T1" fmla="*/ 0 h 20"/>
                <a:gd name="T2" fmla="*/ 0 w 37"/>
                <a:gd name="T3" fmla="*/ 37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31" y="13"/>
                    <a:pt x="13" y="2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1" name="Freeform 220">
              <a:extLst>
                <a:ext uri="{FF2B5EF4-FFF2-40B4-BE49-F238E27FC236}">
                  <a16:creationId xmlns:a16="http://schemas.microsoft.com/office/drawing/2014/main" id="{52E808E7-8E49-4CDD-ABBA-29117641C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154"/>
              <a:ext cx="40" cy="50"/>
            </a:xfrm>
            <a:custGeom>
              <a:avLst/>
              <a:gdLst>
                <a:gd name="T0" fmla="*/ 351 w 13"/>
                <a:gd name="T1" fmla="*/ 0 h 16"/>
                <a:gd name="T2" fmla="*/ 0 w 13"/>
                <a:gd name="T3" fmla="*/ 4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12" y="0"/>
                  </a:moveTo>
                  <a:cubicBezTo>
                    <a:pt x="13" y="7"/>
                    <a:pt x="9" y="16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2" name="Freeform 221">
              <a:extLst>
                <a:ext uri="{FF2B5EF4-FFF2-40B4-BE49-F238E27FC236}">
                  <a16:creationId xmlns:a16="http://schemas.microsoft.com/office/drawing/2014/main" id="{3EE7BF85-8583-4CEE-9C2C-1A8E247D3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065"/>
              <a:ext cx="112" cy="38"/>
            </a:xfrm>
            <a:custGeom>
              <a:avLst/>
              <a:gdLst>
                <a:gd name="T0" fmla="*/ 1146 w 35"/>
                <a:gd name="T1" fmla="*/ 320 h 12"/>
                <a:gd name="T2" fmla="*/ 0 w 35"/>
                <a:gd name="T3" fmla="*/ 38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2">
                  <a:moveTo>
                    <a:pt x="35" y="10"/>
                  </a:moveTo>
                  <a:cubicBezTo>
                    <a:pt x="24" y="2"/>
                    <a:pt x="8" y="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3" name="Freeform 222">
              <a:extLst>
                <a:ext uri="{FF2B5EF4-FFF2-40B4-BE49-F238E27FC236}">
                  <a16:creationId xmlns:a16="http://schemas.microsoft.com/office/drawing/2014/main" id="{277A8741-F2BA-458E-BC32-81AFB5E6F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080"/>
              <a:ext cx="102" cy="36"/>
            </a:xfrm>
            <a:custGeom>
              <a:avLst/>
              <a:gdLst>
                <a:gd name="T0" fmla="*/ 1036 w 32"/>
                <a:gd name="T1" fmla="*/ 386 h 11"/>
                <a:gd name="T2" fmla="*/ 0 w 32"/>
                <a:gd name="T3" fmla="*/ 3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">
                  <a:moveTo>
                    <a:pt x="32" y="11"/>
                  </a:moveTo>
                  <a:cubicBezTo>
                    <a:pt x="26" y="0"/>
                    <a:pt x="8" y="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4" name="Freeform 223">
              <a:extLst>
                <a:ext uri="{FF2B5EF4-FFF2-40B4-BE49-F238E27FC236}">
                  <a16:creationId xmlns:a16="http://schemas.microsoft.com/office/drawing/2014/main" id="{EEB701C2-C005-4D30-8378-8A5129EAE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411"/>
              <a:ext cx="82" cy="57"/>
            </a:xfrm>
            <a:custGeom>
              <a:avLst/>
              <a:gdLst>
                <a:gd name="T0" fmla="*/ 817 w 26"/>
                <a:gd name="T1" fmla="*/ 60 h 18"/>
                <a:gd name="T2" fmla="*/ 319 w 26"/>
                <a:gd name="T3" fmla="*/ 60 h 18"/>
                <a:gd name="T4" fmla="*/ 0 w 26"/>
                <a:gd name="T5" fmla="*/ 57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8">
                  <a:moveTo>
                    <a:pt x="26" y="2"/>
                  </a:moveTo>
                  <a:cubicBezTo>
                    <a:pt x="22" y="0"/>
                    <a:pt x="14" y="0"/>
                    <a:pt x="10" y="2"/>
                  </a:cubicBezTo>
                  <a:cubicBezTo>
                    <a:pt x="1" y="6"/>
                    <a:pt x="3" y="11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5" name="Freeform 224">
              <a:extLst>
                <a:ext uri="{FF2B5EF4-FFF2-40B4-BE49-F238E27FC236}">
                  <a16:creationId xmlns:a16="http://schemas.microsoft.com/office/drawing/2014/main" id="{0609ADE3-10AE-493A-9AB0-DAB53BD9E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468"/>
              <a:ext cx="100" cy="22"/>
            </a:xfrm>
            <a:custGeom>
              <a:avLst/>
              <a:gdLst>
                <a:gd name="T0" fmla="*/ 1042 w 31"/>
                <a:gd name="T1" fmla="*/ 217 h 7"/>
                <a:gd name="T2" fmla="*/ 0 w 31"/>
                <a:gd name="T3" fmla="*/ 18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31" y="7"/>
                  </a:moveTo>
                  <a:cubicBezTo>
                    <a:pt x="19" y="0"/>
                    <a:pt x="12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6" name="Freeform 225">
              <a:extLst>
                <a:ext uri="{FF2B5EF4-FFF2-40B4-BE49-F238E27FC236}">
                  <a16:creationId xmlns:a16="http://schemas.microsoft.com/office/drawing/2014/main" id="{1D392057-3D07-4E2B-B709-A0F5FCC06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475"/>
              <a:ext cx="57" cy="38"/>
            </a:xfrm>
            <a:custGeom>
              <a:avLst/>
              <a:gdLst>
                <a:gd name="T0" fmla="*/ 573 w 18"/>
                <a:gd name="T1" fmla="*/ 380 h 12"/>
                <a:gd name="T2" fmla="*/ 0 w 1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18" y="12"/>
                  </a:moveTo>
                  <a:cubicBezTo>
                    <a:pt x="16" y="3"/>
                    <a:pt x="8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7" name="Freeform 226">
              <a:extLst>
                <a:ext uri="{FF2B5EF4-FFF2-40B4-BE49-F238E27FC236}">
                  <a16:creationId xmlns:a16="http://schemas.microsoft.com/office/drawing/2014/main" id="{7364BEEF-791A-44C1-AC20-FA08B846C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475"/>
              <a:ext cx="11" cy="6"/>
            </a:xfrm>
            <a:custGeom>
              <a:avLst/>
              <a:gdLst>
                <a:gd name="T0" fmla="*/ 147 w 3"/>
                <a:gd name="T1" fmla="*/ 0 h 2"/>
                <a:gd name="T2" fmla="*/ 0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8" name="Freeform 227">
              <a:extLst>
                <a:ext uri="{FF2B5EF4-FFF2-40B4-BE49-F238E27FC236}">
                  <a16:creationId xmlns:a16="http://schemas.microsoft.com/office/drawing/2014/main" id="{EC9DD8DF-CF4C-4CF0-B071-F6439F461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414"/>
              <a:ext cx="66" cy="48"/>
            </a:xfrm>
            <a:custGeom>
              <a:avLst/>
              <a:gdLst>
                <a:gd name="T0" fmla="*/ 525 w 21"/>
                <a:gd name="T1" fmla="*/ 493 h 15"/>
                <a:gd name="T2" fmla="*/ 651 w 21"/>
                <a:gd name="T3" fmla="*/ 35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17" y="15"/>
                  </a:moveTo>
                  <a:cubicBezTo>
                    <a:pt x="0" y="14"/>
                    <a:pt x="11" y="0"/>
                    <a:pt x="21" y="11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9" name="Freeform 228">
              <a:extLst>
                <a:ext uri="{FF2B5EF4-FFF2-40B4-BE49-F238E27FC236}">
                  <a16:creationId xmlns:a16="http://schemas.microsoft.com/office/drawing/2014/main" id="{127069EF-9672-4585-83FF-43BDC8AD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445"/>
              <a:ext cx="57" cy="45"/>
            </a:xfrm>
            <a:custGeom>
              <a:avLst/>
              <a:gdLst>
                <a:gd name="T0" fmla="*/ 0 w 18"/>
                <a:gd name="T1" fmla="*/ 331 h 14"/>
                <a:gd name="T2" fmla="*/ 320 w 18"/>
                <a:gd name="T3" fmla="*/ 61 h 14"/>
                <a:gd name="T4" fmla="*/ 222 w 18"/>
                <a:gd name="T5" fmla="*/ 46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10"/>
                  </a:moveTo>
                  <a:cubicBezTo>
                    <a:pt x="2" y="7"/>
                    <a:pt x="6" y="0"/>
                    <a:pt x="10" y="2"/>
                  </a:cubicBezTo>
                  <a:cubicBezTo>
                    <a:pt x="18" y="5"/>
                    <a:pt x="11" y="11"/>
                    <a:pt x="7" y="14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0" name="Freeform 229">
              <a:extLst>
                <a:ext uri="{FF2B5EF4-FFF2-40B4-BE49-F238E27FC236}">
                  <a16:creationId xmlns:a16="http://schemas.microsoft.com/office/drawing/2014/main" id="{961B3BF7-7EAF-4BAA-B2F4-90DE4B97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3128"/>
              <a:ext cx="28" cy="7"/>
            </a:xfrm>
            <a:custGeom>
              <a:avLst/>
              <a:gdLst>
                <a:gd name="T0" fmla="*/ 271 w 9"/>
                <a:gd name="T1" fmla="*/ 88 h 2"/>
                <a:gd name="T2" fmla="*/ 0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1" name="Freeform 230">
              <a:extLst>
                <a:ext uri="{FF2B5EF4-FFF2-40B4-BE49-F238E27FC236}">
                  <a16:creationId xmlns:a16="http://schemas.microsoft.com/office/drawing/2014/main" id="{0A2B7593-1EA2-49C7-9431-EC67F827E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154"/>
              <a:ext cx="44" cy="31"/>
            </a:xfrm>
            <a:custGeom>
              <a:avLst/>
              <a:gdLst>
                <a:gd name="T0" fmla="*/ 434 w 14"/>
                <a:gd name="T1" fmla="*/ 183 h 10"/>
                <a:gd name="T2" fmla="*/ 277 w 14"/>
                <a:gd name="T3" fmla="*/ 29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6"/>
                  </a:moveTo>
                  <a:cubicBezTo>
                    <a:pt x="5" y="0"/>
                    <a:pt x="0" y="2"/>
                    <a:pt x="9" y="1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2" name="Freeform 231">
              <a:extLst>
                <a:ext uri="{FF2B5EF4-FFF2-40B4-BE49-F238E27FC236}">
                  <a16:creationId xmlns:a16="http://schemas.microsoft.com/office/drawing/2014/main" id="{E287FDFC-5590-41DC-87D7-50A11B75C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077"/>
              <a:ext cx="36" cy="32"/>
            </a:xfrm>
            <a:custGeom>
              <a:avLst/>
              <a:gdLst>
                <a:gd name="T0" fmla="*/ 353 w 11"/>
                <a:gd name="T1" fmla="*/ 32 h 10"/>
                <a:gd name="T2" fmla="*/ 14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0" y="1"/>
                  </a:moveTo>
                  <a:cubicBezTo>
                    <a:pt x="11" y="10"/>
                    <a:pt x="0" y="5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3" name="Freeform 232">
              <a:extLst>
                <a:ext uri="{FF2B5EF4-FFF2-40B4-BE49-F238E27FC236}">
                  <a16:creationId xmlns:a16="http://schemas.microsoft.com/office/drawing/2014/main" id="{F0D4F1E4-2F40-4C92-9407-905C7268E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086"/>
              <a:ext cx="34" cy="30"/>
            </a:xfrm>
            <a:custGeom>
              <a:avLst/>
              <a:gdLst>
                <a:gd name="T0" fmla="*/ 0 w 11"/>
                <a:gd name="T1" fmla="*/ 33 h 9"/>
                <a:gd name="T2" fmla="*/ 325 w 11"/>
                <a:gd name="T3" fmla="*/ 33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1"/>
                  </a:moveTo>
                  <a:cubicBezTo>
                    <a:pt x="5" y="0"/>
                    <a:pt x="10" y="5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4" name="Freeform 233">
              <a:extLst>
                <a:ext uri="{FF2B5EF4-FFF2-40B4-BE49-F238E27FC236}">
                  <a16:creationId xmlns:a16="http://schemas.microsoft.com/office/drawing/2014/main" id="{1D54192E-AE47-40B5-8C2B-E98D7F4A7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490"/>
              <a:ext cx="108" cy="35"/>
            </a:xfrm>
            <a:custGeom>
              <a:avLst/>
              <a:gdLst>
                <a:gd name="T0" fmla="*/ 1090 w 34"/>
                <a:gd name="T1" fmla="*/ 32 h 11"/>
                <a:gd name="T2" fmla="*/ 0 w 3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">
                  <a:moveTo>
                    <a:pt x="34" y="1"/>
                  </a:moveTo>
                  <a:cubicBezTo>
                    <a:pt x="28" y="11"/>
                    <a:pt x="8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5" name="Freeform 234">
              <a:extLst>
                <a:ext uri="{FF2B5EF4-FFF2-40B4-BE49-F238E27FC236}">
                  <a16:creationId xmlns:a16="http://schemas.microsoft.com/office/drawing/2014/main" id="{E29BA333-ACF4-4FC2-88B9-D50B6AEC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471"/>
              <a:ext cx="28" cy="35"/>
            </a:xfrm>
            <a:custGeom>
              <a:avLst/>
              <a:gdLst>
                <a:gd name="T0" fmla="*/ 243 w 9"/>
                <a:gd name="T1" fmla="*/ 0 h 11"/>
                <a:gd name="T2" fmla="*/ 0 w 9"/>
                <a:gd name="T3" fmla="*/ 35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8" y="0"/>
                  </a:moveTo>
                  <a:cubicBezTo>
                    <a:pt x="9" y="5"/>
                    <a:pt x="6" y="10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E7F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6" name="Freeform 235">
              <a:extLst>
                <a:ext uri="{FF2B5EF4-FFF2-40B4-BE49-F238E27FC236}">
                  <a16:creationId xmlns:a16="http://schemas.microsoft.com/office/drawing/2014/main" id="{4E16C93A-4BB7-4850-A4A0-E1A3899D6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487"/>
              <a:ext cx="31" cy="19"/>
            </a:xfrm>
            <a:custGeom>
              <a:avLst/>
              <a:gdLst>
                <a:gd name="T0" fmla="*/ 298 w 10"/>
                <a:gd name="T1" fmla="*/ 190 h 6"/>
                <a:gd name="T2" fmla="*/ 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7" name="Freeform 236">
              <a:extLst>
                <a:ext uri="{FF2B5EF4-FFF2-40B4-BE49-F238E27FC236}">
                  <a16:creationId xmlns:a16="http://schemas.microsoft.com/office/drawing/2014/main" id="{6181B2A5-E7EE-4DD9-B471-6E9E20A18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481"/>
              <a:ext cx="26" cy="1"/>
            </a:xfrm>
            <a:custGeom>
              <a:avLst/>
              <a:gdLst>
                <a:gd name="T0" fmla="*/ 276 w 8"/>
                <a:gd name="T1" fmla="*/ 0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5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8" name="Freeform 237">
              <a:extLst>
                <a:ext uri="{FF2B5EF4-FFF2-40B4-BE49-F238E27FC236}">
                  <a16:creationId xmlns:a16="http://schemas.microsoft.com/office/drawing/2014/main" id="{F4D19F66-2001-46D4-B2B4-0838ED005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420"/>
              <a:ext cx="1784" cy="114"/>
            </a:xfrm>
            <a:custGeom>
              <a:avLst/>
              <a:gdLst>
                <a:gd name="T0" fmla="*/ 17976 w 562"/>
                <a:gd name="T1" fmla="*/ 513 h 36"/>
                <a:gd name="T2" fmla="*/ 15520 w 562"/>
                <a:gd name="T3" fmla="*/ 1115 h 36"/>
                <a:gd name="T4" fmla="*/ 12253 w 562"/>
                <a:gd name="T5" fmla="*/ 982 h 36"/>
                <a:gd name="T6" fmla="*/ 5603 w 562"/>
                <a:gd name="T7" fmla="*/ 1055 h 36"/>
                <a:gd name="T8" fmla="*/ 1886 w 562"/>
                <a:gd name="T9" fmla="*/ 1055 h 36"/>
                <a:gd name="T10" fmla="*/ 0 w 562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2" h="36">
                  <a:moveTo>
                    <a:pt x="562" y="16"/>
                  </a:moveTo>
                  <a:cubicBezTo>
                    <a:pt x="539" y="23"/>
                    <a:pt x="511" y="36"/>
                    <a:pt x="485" y="35"/>
                  </a:cubicBezTo>
                  <a:cubicBezTo>
                    <a:pt x="456" y="33"/>
                    <a:pt x="408" y="31"/>
                    <a:pt x="383" y="31"/>
                  </a:cubicBezTo>
                  <a:cubicBezTo>
                    <a:pt x="348" y="31"/>
                    <a:pt x="231" y="33"/>
                    <a:pt x="175" y="33"/>
                  </a:cubicBezTo>
                  <a:cubicBezTo>
                    <a:pt x="119" y="34"/>
                    <a:pt x="76" y="35"/>
                    <a:pt x="59" y="33"/>
                  </a:cubicBezTo>
                  <a:cubicBezTo>
                    <a:pt x="42" y="31"/>
                    <a:pt x="9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9" name="Freeform 238">
              <a:extLst>
                <a:ext uri="{FF2B5EF4-FFF2-40B4-BE49-F238E27FC236}">
                  <a16:creationId xmlns:a16="http://schemas.microsoft.com/office/drawing/2014/main" id="{7681E3CA-9FE2-4F43-B379-123ACD08A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058"/>
              <a:ext cx="1623" cy="136"/>
            </a:xfrm>
            <a:custGeom>
              <a:avLst/>
              <a:gdLst>
                <a:gd name="T0" fmla="*/ 0 w 511"/>
                <a:gd name="T1" fmla="*/ 1202 h 43"/>
                <a:gd name="T2" fmla="*/ 899 w 511"/>
                <a:gd name="T3" fmla="*/ 250 h 43"/>
                <a:gd name="T4" fmla="*/ 2916 w 511"/>
                <a:gd name="T5" fmla="*/ 190 h 43"/>
                <a:gd name="T6" fmla="*/ 6759 w 511"/>
                <a:gd name="T7" fmla="*/ 190 h 43"/>
                <a:gd name="T8" fmla="*/ 11409 w 511"/>
                <a:gd name="T9" fmla="*/ 89 h 43"/>
                <a:gd name="T10" fmla="*/ 14931 w 511"/>
                <a:gd name="T11" fmla="*/ 130 h 43"/>
                <a:gd name="T12" fmla="*/ 16373 w 511"/>
                <a:gd name="T13" fmla="*/ 136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1" h="43">
                  <a:moveTo>
                    <a:pt x="0" y="38"/>
                  </a:moveTo>
                  <a:cubicBezTo>
                    <a:pt x="4" y="30"/>
                    <a:pt x="14" y="14"/>
                    <a:pt x="28" y="8"/>
                  </a:cubicBezTo>
                  <a:cubicBezTo>
                    <a:pt x="46" y="1"/>
                    <a:pt x="56" y="6"/>
                    <a:pt x="91" y="6"/>
                  </a:cubicBezTo>
                  <a:cubicBezTo>
                    <a:pt x="122" y="6"/>
                    <a:pt x="178" y="6"/>
                    <a:pt x="211" y="6"/>
                  </a:cubicBezTo>
                  <a:cubicBezTo>
                    <a:pt x="244" y="5"/>
                    <a:pt x="306" y="4"/>
                    <a:pt x="356" y="3"/>
                  </a:cubicBezTo>
                  <a:cubicBezTo>
                    <a:pt x="407" y="2"/>
                    <a:pt x="438" y="0"/>
                    <a:pt x="466" y="4"/>
                  </a:cubicBezTo>
                  <a:cubicBezTo>
                    <a:pt x="491" y="7"/>
                    <a:pt x="493" y="29"/>
                    <a:pt x="511" y="4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0" name="Freeform 239">
              <a:extLst>
                <a:ext uri="{FF2B5EF4-FFF2-40B4-BE49-F238E27FC236}">
                  <a16:creationId xmlns:a16="http://schemas.microsoft.com/office/drawing/2014/main" id="{BBE07DBF-76A1-49F3-ABF0-A195ED250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354"/>
              <a:ext cx="4317" cy="133"/>
            </a:xfrm>
            <a:custGeom>
              <a:avLst/>
              <a:gdLst>
                <a:gd name="T0" fmla="*/ 43497 w 1360"/>
                <a:gd name="T1" fmla="*/ 1013 h 42"/>
                <a:gd name="T2" fmla="*/ 30419 w 1360"/>
                <a:gd name="T3" fmla="*/ 1115 h 42"/>
                <a:gd name="T4" fmla="*/ 12091 w 1360"/>
                <a:gd name="T5" fmla="*/ 703 h 42"/>
                <a:gd name="T6" fmla="*/ 0 w 1360"/>
                <a:gd name="T7" fmla="*/ 732 h 42"/>
                <a:gd name="T8" fmla="*/ 0 w 1360"/>
                <a:gd name="T9" fmla="*/ 101 h 42"/>
                <a:gd name="T10" fmla="*/ 12030 w 1360"/>
                <a:gd name="T11" fmla="*/ 32 h 42"/>
                <a:gd name="T12" fmla="*/ 30419 w 1360"/>
                <a:gd name="T13" fmla="*/ 380 h 42"/>
                <a:gd name="T14" fmla="*/ 43497 w 1360"/>
                <a:gd name="T15" fmla="*/ 352 h 42"/>
                <a:gd name="T16" fmla="*/ 43497 w 1360"/>
                <a:gd name="T17" fmla="*/ 1013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0" h="42">
                  <a:moveTo>
                    <a:pt x="1360" y="32"/>
                  </a:moveTo>
                  <a:cubicBezTo>
                    <a:pt x="1280" y="37"/>
                    <a:pt x="1033" y="42"/>
                    <a:pt x="951" y="35"/>
                  </a:cubicBezTo>
                  <a:cubicBezTo>
                    <a:pt x="908" y="31"/>
                    <a:pt x="457" y="23"/>
                    <a:pt x="378" y="22"/>
                  </a:cubicBezTo>
                  <a:cubicBezTo>
                    <a:pt x="194" y="21"/>
                    <a:pt x="68" y="25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8" y="6"/>
                    <a:pt x="193" y="0"/>
                    <a:pt x="376" y="1"/>
                  </a:cubicBezTo>
                  <a:cubicBezTo>
                    <a:pt x="461" y="2"/>
                    <a:pt x="910" y="10"/>
                    <a:pt x="951" y="12"/>
                  </a:cubicBezTo>
                  <a:cubicBezTo>
                    <a:pt x="1072" y="19"/>
                    <a:pt x="1280" y="17"/>
                    <a:pt x="1360" y="11"/>
                  </a:cubicBezTo>
                  <a:lnTo>
                    <a:pt x="1360" y="32"/>
                  </a:lnTo>
                  <a:close/>
                </a:path>
              </a:pathLst>
            </a:custGeom>
            <a:solidFill>
              <a:srgbClr val="F7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1" name="Freeform 240">
              <a:extLst>
                <a:ext uri="{FF2B5EF4-FFF2-40B4-BE49-F238E27FC236}">
                  <a16:creationId xmlns:a16="http://schemas.microsoft.com/office/drawing/2014/main" id="{376206AF-9629-498D-8630-BD933E2B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354"/>
              <a:ext cx="4317" cy="140"/>
            </a:xfrm>
            <a:custGeom>
              <a:avLst/>
              <a:gdLst>
                <a:gd name="T0" fmla="*/ 31568 w 1360"/>
                <a:gd name="T1" fmla="*/ 1165 h 44"/>
                <a:gd name="T2" fmla="*/ 43497 w 1360"/>
                <a:gd name="T3" fmla="*/ 1034 h 44"/>
                <a:gd name="T4" fmla="*/ 43497 w 1360"/>
                <a:gd name="T5" fmla="*/ 353 h 44"/>
                <a:gd name="T6" fmla="*/ 30419 w 1360"/>
                <a:gd name="T7" fmla="*/ 385 h 44"/>
                <a:gd name="T8" fmla="*/ 12030 w 1360"/>
                <a:gd name="T9" fmla="*/ 32 h 44"/>
                <a:gd name="T10" fmla="*/ 0 w 1360"/>
                <a:gd name="T11" fmla="*/ 102 h 44"/>
                <a:gd name="T12" fmla="*/ 0 w 1360"/>
                <a:gd name="T13" fmla="*/ 738 h 44"/>
                <a:gd name="T14" fmla="*/ 12091 w 1360"/>
                <a:gd name="T15" fmla="*/ 710 h 44"/>
                <a:gd name="T16" fmla="*/ 31568 w 1360"/>
                <a:gd name="T17" fmla="*/ 1165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0" h="44">
                  <a:moveTo>
                    <a:pt x="987" y="36"/>
                  </a:moveTo>
                  <a:cubicBezTo>
                    <a:pt x="1109" y="44"/>
                    <a:pt x="1287" y="37"/>
                    <a:pt x="1360" y="32"/>
                  </a:cubicBezTo>
                  <a:cubicBezTo>
                    <a:pt x="1360" y="11"/>
                    <a:pt x="1360" y="11"/>
                    <a:pt x="1360" y="11"/>
                  </a:cubicBezTo>
                  <a:cubicBezTo>
                    <a:pt x="1280" y="17"/>
                    <a:pt x="1074" y="18"/>
                    <a:pt x="951" y="12"/>
                  </a:cubicBezTo>
                  <a:cubicBezTo>
                    <a:pt x="910" y="10"/>
                    <a:pt x="461" y="2"/>
                    <a:pt x="376" y="1"/>
                  </a:cubicBezTo>
                  <a:cubicBezTo>
                    <a:pt x="193" y="0"/>
                    <a:pt x="68" y="6"/>
                    <a:pt x="0" y="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8" y="25"/>
                    <a:pt x="194" y="21"/>
                    <a:pt x="378" y="22"/>
                  </a:cubicBezTo>
                  <a:cubicBezTo>
                    <a:pt x="393" y="22"/>
                    <a:pt x="987" y="36"/>
                    <a:pt x="987" y="36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2" name="Freeform 241">
              <a:extLst>
                <a:ext uri="{FF2B5EF4-FFF2-40B4-BE49-F238E27FC236}">
                  <a16:creationId xmlns:a16="http://schemas.microsoft.com/office/drawing/2014/main" id="{B782D422-CC8F-44BF-B068-AFBA531C9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3135"/>
              <a:ext cx="4304" cy="129"/>
            </a:xfrm>
            <a:custGeom>
              <a:avLst/>
              <a:gdLst>
                <a:gd name="T0" fmla="*/ 43361 w 1356"/>
                <a:gd name="T1" fmla="*/ 654 h 41"/>
                <a:gd name="T2" fmla="*/ 34829 w 1356"/>
                <a:gd name="T3" fmla="*/ 1001 h 41"/>
                <a:gd name="T4" fmla="*/ 12725 w 1356"/>
                <a:gd name="T5" fmla="*/ 1029 h 41"/>
                <a:gd name="T6" fmla="*/ 4574 w 1356"/>
                <a:gd name="T7" fmla="*/ 1246 h 41"/>
                <a:gd name="T8" fmla="*/ 0 w 1356"/>
                <a:gd name="T9" fmla="*/ 931 h 41"/>
                <a:gd name="T10" fmla="*/ 0 w 1356"/>
                <a:gd name="T11" fmla="*/ 812 h 41"/>
                <a:gd name="T12" fmla="*/ 0 w 1356"/>
                <a:gd name="T13" fmla="*/ 277 h 41"/>
                <a:gd name="T14" fmla="*/ 4574 w 1356"/>
                <a:gd name="T15" fmla="*/ 595 h 41"/>
                <a:gd name="T16" fmla="*/ 12725 w 1356"/>
                <a:gd name="T17" fmla="*/ 378 h 41"/>
                <a:gd name="T18" fmla="*/ 34829 w 1356"/>
                <a:gd name="T19" fmla="*/ 346 h 41"/>
                <a:gd name="T20" fmla="*/ 43361 w 1356"/>
                <a:gd name="T21" fmla="*/ 0 h 41"/>
                <a:gd name="T22" fmla="*/ 43361 w 1356"/>
                <a:gd name="T23" fmla="*/ 654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6" h="41">
                  <a:moveTo>
                    <a:pt x="1356" y="21"/>
                  </a:moveTo>
                  <a:cubicBezTo>
                    <a:pt x="1339" y="24"/>
                    <a:pt x="1234" y="32"/>
                    <a:pt x="1089" y="32"/>
                  </a:cubicBezTo>
                  <a:cubicBezTo>
                    <a:pt x="972" y="32"/>
                    <a:pt x="492" y="34"/>
                    <a:pt x="398" y="33"/>
                  </a:cubicBezTo>
                  <a:cubicBezTo>
                    <a:pt x="300" y="33"/>
                    <a:pt x="211" y="41"/>
                    <a:pt x="143" y="40"/>
                  </a:cubicBezTo>
                  <a:cubicBezTo>
                    <a:pt x="40" y="40"/>
                    <a:pt x="6" y="30"/>
                    <a:pt x="0" y="3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40" y="19"/>
                    <a:pt x="143" y="19"/>
                  </a:cubicBezTo>
                  <a:cubicBezTo>
                    <a:pt x="211" y="20"/>
                    <a:pt x="300" y="12"/>
                    <a:pt x="398" y="12"/>
                  </a:cubicBezTo>
                  <a:cubicBezTo>
                    <a:pt x="492" y="13"/>
                    <a:pt x="972" y="11"/>
                    <a:pt x="1089" y="11"/>
                  </a:cubicBezTo>
                  <a:cubicBezTo>
                    <a:pt x="1234" y="11"/>
                    <a:pt x="1339" y="3"/>
                    <a:pt x="1356" y="0"/>
                  </a:cubicBezTo>
                  <a:cubicBezTo>
                    <a:pt x="1356" y="21"/>
                    <a:pt x="1356" y="21"/>
                    <a:pt x="1356" y="21"/>
                  </a:cubicBezTo>
                  <a:close/>
                </a:path>
              </a:pathLst>
            </a:custGeom>
            <a:solidFill>
              <a:srgbClr val="F7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3" name="Freeform 242">
              <a:extLst>
                <a:ext uri="{FF2B5EF4-FFF2-40B4-BE49-F238E27FC236}">
                  <a16:creationId xmlns:a16="http://schemas.microsoft.com/office/drawing/2014/main" id="{219506AE-6E77-4848-AB43-F855BBA55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3135"/>
              <a:ext cx="4304" cy="129"/>
            </a:xfrm>
            <a:custGeom>
              <a:avLst/>
              <a:gdLst>
                <a:gd name="T0" fmla="*/ 34829 w 1356"/>
                <a:gd name="T1" fmla="*/ 346 h 41"/>
                <a:gd name="T2" fmla="*/ 43361 w 1356"/>
                <a:gd name="T3" fmla="*/ 0 h 41"/>
                <a:gd name="T4" fmla="*/ 43361 w 1356"/>
                <a:gd name="T5" fmla="*/ 654 h 41"/>
                <a:gd name="T6" fmla="*/ 43361 w 1356"/>
                <a:gd name="T7" fmla="*/ 654 h 41"/>
                <a:gd name="T8" fmla="*/ 34829 w 1356"/>
                <a:gd name="T9" fmla="*/ 1001 h 41"/>
                <a:gd name="T10" fmla="*/ 12725 w 1356"/>
                <a:gd name="T11" fmla="*/ 1029 h 41"/>
                <a:gd name="T12" fmla="*/ 4574 w 1356"/>
                <a:gd name="T13" fmla="*/ 1246 h 41"/>
                <a:gd name="T14" fmla="*/ 0 w 1356"/>
                <a:gd name="T15" fmla="*/ 931 h 41"/>
                <a:gd name="T16" fmla="*/ 0 w 1356"/>
                <a:gd name="T17" fmla="*/ 812 h 41"/>
                <a:gd name="T18" fmla="*/ 0 w 1356"/>
                <a:gd name="T19" fmla="*/ 277 h 41"/>
                <a:gd name="T20" fmla="*/ 4574 w 1356"/>
                <a:gd name="T21" fmla="*/ 595 h 41"/>
                <a:gd name="T22" fmla="*/ 12725 w 1356"/>
                <a:gd name="T23" fmla="*/ 378 h 41"/>
                <a:gd name="T24" fmla="*/ 34829 w 1356"/>
                <a:gd name="T25" fmla="*/ 346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56" h="41">
                  <a:moveTo>
                    <a:pt x="1089" y="11"/>
                  </a:moveTo>
                  <a:cubicBezTo>
                    <a:pt x="1234" y="11"/>
                    <a:pt x="1339" y="3"/>
                    <a:pt x="1356" y="0"/>
                  </a:cubicBezTo>
                  <a:cubicBezTo>
                    <a:pt x="1356" y="21"/>
                    <a:pt x="1356" y="21"/>
                    <a:pt x="1356" y="21"/>
                  </a:cubicBezTo>
                  <a:cubicBezTo>
                    <a:pt x="1356" y="21"/>
                    <a:pt x="1356" y="21"/>
                    <a:pt x="1356" y="21"/>
                  </a:cubicBezTo>
                  <a:cubicBezTo>
                    <a:pt x="1339" y="24"/>
                    <a:pt x="1234" y="32"/>
                    <a:pt x="1089" y="32"/>
                  </a:cubicBezTo>
                  <a:cubicBezTo>
                    <a:pt x="972" y="32"/>
                    <a:pt x="492" y="34"/>
                    <a:pt x="398" y="33"/>
                  </a:cubicBezTo>
                  <a:cubicBezTo>
                    <a:pt x="300" y="33"/>
                    <a:pt x="211" y="41"/>
                    <a:pt x="143" y="40"/>
                  </a:cubicBezTo>
                  <a:cubicBezTo>
                    <a:pt x="40" y="40"/>
                    <a:pt x="6" y="30"/>
                    <a:pt x="0" y="3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40" y="19"/>
                    <a:pt x="143" y="19"/>
                  </a:cubicBezTo>
                  <a:cubicBezTo>
                    <a:pt x="211" y="20"/>
                    <a:pt x="300" y="12"/>
                    <a:pt x="398" y="12"/>
                  </a:cubicBezTo>
                  <a:lnTo>
                    <a:pt x="1089" y="11"/>
                  </a:ln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2">
            <a:extLst>
              <a:ext uri="{FF2B5EF4-FFF2-40B4-BE49-F238E27FC236}">
                <a16:creationId xmlns:a16="http://schemas.microsoft.com/office/drawing/2014/main" id="{3D48B378-7553-496E-A6A6-2771F6D478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Stent (5)</a:t>
            </a:r>
          </a:p>
        </p:txBody>
      </p:sp>
      <p:grpSp>
        <p:nvGrpSpPr>
          <p:cNvPr id="61442" name="artery-cross-section-plaque-buildup">
            <a:extLst>
              <a:ext uri="{FF2B5EF4-FFF2-40B4-BE49-F238E27FC236}">
                <a16:creationId xmlns:a16="http://schemas.microsoft.com/office/drawing/2014/main" id="{71FB4669-0831-427A-9B85-8B13BD3F0502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3467100"/>
            <a:ext cx="6154738" cy="2933700"/>
            <a:chOff x="867" y="1287"/>
            <a:chExt cx="3877" cy="1848"/>
          </a:xfrm>
        </p:grpSpPr>
        <p:grpSp>
          <p:nvGrpSpPr>
            <p:cNvPr id="61845" name="Group 4">
              <a:extLst>
                <a:ext uri="{FF2B5EF4-FFF2-40B4-BE49-F238E27FC236}">
                  <a16:creationId xmlns:a16="http://schemas.microsoft.com/office/drawing/2014/main" id="{097B08F3-94A0-48C5-BCBF-3B88BB015E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" y="1287"/>
              <a:ext cx="3877" cy="1848"/>
              <a:chOff x="867" y="1287"/>
              <a:chExt cx="3877" cy="1848"/>
            </a:xfrm>
          </p:grpSpPr>
          <p:sp>
            <p:nvSpPr>
              <p:cNvPr id="61974" name="Freeform 5">
                <a:extLst>
                  <a:ext uri="{FF2B5EF4-FFF2-40B4-BE49-F238E27FC236}">
                    <a16:creationId xmlns:a16="http://schemas.microsoft.com/office/drawing/2014/main" id="{0DB8A6DB-97A6-4D6C-A145-51BA1C6EF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818"/>
                <a:ext cx="2827" cy="1093"/>
              </a:xfrm>
              <a:custGeom>
                <a:avLst/>
                <a:gdLst>
                  <a:gd name="T0" fmla="*/ 17580 w 1062"/>
                  <a:gd name="T1" fmla="*/ 2078 h 385"/>
                  <a:gd name="T2" fmla="*/ 15844 w 1062"/>
                  <a:gd name="T3" fmla="*/ 3063 h 385"/>
                  <a:gd name="T4" fmla="*/ 2111 w 1062"/>
                  <a:gd name="T5" fmla="*/ 0 h 385"/>
                  <a:gd name="T6" fmla="*/ 1906 w 1062"/>
                  <a:gd name="T7" fmla="*/ 684 h 385"/>
                  <a:gd name="T8" fmla="*/ 0 w 1062"/>
                  <a:gd name="T9" fmla="*/ 4207 h 385"/>
                  <a:gd name="T10" fmla="*/ 7887 w 1062"/>
                  <a:gd name="T11" fmla="*/ 6061 h 385"/>
                  <a:gd name="T12" fmla="*/ 15809 w 1062"/>
                  <a:gd name="T13" fmla="*/ 7753 h 385"/>
                  <a:gd name="T14" fmla="*/ 15809 w 1062"/>
                  <a:gd name="T15" fmla="*/ 7753 h 385"/>
                  <a:gd name="T16" fmla="*/ 17580 w 1062"/>
                  <a:gd name="T17" fmla="*/ 8809 h 385"/>
                  <a:gd name="T18" fmla="*/ 20031 w 1062"/>
                  <a:gd name="T19" fmla="*/ 5448 h 385"/>
                  <a:gd name="T20" fmla="*/ 17580 w 1062"/>
                  <a:gd name="T21" fmla="*/ 2078 h 3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2" h="385">
                    <a:moveTo>
                      <a:pt x="932" y="91"/>
                    </a:moveTo>
                    <a:cubicBezTo>
                      <a:pt x="896" y="91"/>
                      <a:pt x="864" y="108"/>
                      <a:pt x="840" y="134"/>
                    </a:cubicBezTo>
                    <a:cubicBezTo>
                      <a:pt x="840" y="134"/>
                      <a:pt x="467" y="66"/>
                      <a:pt x="112" y="0"/>
                    </a:cubicBezTo>
                    <a:cubicBezTo>
                      <a:pt x="109" y="10"/>
                      <a:pt x="105" y="20"/>
                      <a:pt x="101" y="30"/>
                    </a:cubicBezTo>
                    <a:cubicBezTo>
                      <a:pt x="76" y="83"/>
                      <a:pt x="46" y="144"/>
                      <a:pt x="0" y="184"/>
                    </a:cubicBezTo>
                    <a:cubicBezTo>
                      <a:pt x="214" y="225"/>
                      <a:pt x="385" y="258"/>
                      <a:pt x="418" y="265"/>
                    </a:cubicBezTo>
                    <a:cubicBezTo>
                      <a:pt x="516" y="285"/>
                      <a:pt x="810" y="335"/>
                      <a:pt x="838" y="339"/>
                    </a:cubicBezTo>
                    <a:cubicBezTo>
                      <a:pt x="838" y="339"/>
                      <a:pt x="838" y="339"/>
                      <a:pt x="838" y="339"/>
                    </a:cubicBezTo>
                    <a:cubicBezTo>
                      <a:pt x="862" y="367"/>
                      <a:pt x="895" y="385"/>
                      <a:pt x="932" y="385"/>
                    </a:cubicBezTo>
                    <a:cubicBezTo>
                      <a:pt x="1004" y="385"/>
                      <a:pt x="1062" y="319"/>
                      <a:pt x="1062" y="238"/>
                    </a:cubicBezTo>
                    <a:cubicBezTo>
                      <a:pt x="1062" y="157"/>
                      <a:pt x="1004" y="91"/>
                      <a:pt x="932" y="91"/>
                    </a:cubicBez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5" name="Freeform 6">
                <a:extLst>
                  <a:ext uri="{FF2B5EF4-FFF2-40B4-BE49-F238E27FC236}">
                    <a16:creationId xmlns:a16="http://schemas.microsoft.com/office/drawing/2014/main" id="{88D014B5-6B6D-4DA6-9718-692C0D74C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852"/>
                <a:ext cx="900" cy="1283"/>
              </a:xfrm>
              <a:custGeom>
                <a:avLst/>
                <a:gdLst>
                  <a:gd name="T0" fmla="*/ 2601 w 338"/>
                  <a:gd name="T1" fmla="*/ 0 h 452"/>
                  <a:gd name="T2" fmla="*/ 431 w 338"/>
                  <a:gd name="T3" fmla="*/ 934 h 452"/>
                  <a:gd name="T4" fmla="*/ 865 w 338"/>
                  <a:gd name="T5" fmla="*/ 2787 h 452"/>
                  <a:gd name="T6" fmla="*/ 2601 w 338"/>
                  <a:gd name="T7" fmla="*/ 1805 h 452"/>
                  <a:gd name="T8" fmla="*/ 5062 w 338"/>
                  <a:gd name="T9" fmla="*/ 5172 h 452"/>
                  <a:gd name="T10" fmla="*/ 2601 w 338"/>
                  <a:gd name="T11" fmla="*/ 8533 h 452"/>
                  <a:gd name="T12" fmla="*/ 831 w 338"/>
                  <a:gd name="T13" fmla="*/ 7477 h 452"/>
                  <a:gd name="T14" fmla="*/ 0 w 338"/>
                  <a:gd name="T15" fmla="*/ 8896 h 452"/>
                  <a:gd name="T16" fmla="*/ 2601 w 338"/>
                  <a:gd name="T17" fmla="*/ 10338 h 452"/>
                  <a:gd name="T18" fmla="*/ 6380 w 338"/>
                  <a:gd name="T19" fmla="*/ 5172 h 452"/>
                  <a:gd name="T20" fmla="*/ 2601 w 338"/>
                  <a:gd name="T21" fmla="*/ 0 h 4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70" y="96"/>
                      <a:pt x="102" y="79"/>
                      <a:pt x="138" y="79"/>
                    </a:cubicBezTo>
                    <a:cubicBezTo>
                      <a:pt x="210" y="79"/>
                      <a:pt x="268" y="145"/>
                      <a:pt x="268" y="226"/>
                    </a:cubicBezTo>
                    <a:cubicBezTo>
                      <a:pt x="268" y="307"/>
                      <a:pt x="210" y="373"/>
                      <a:pt x="138" y="373"/>
                    </a:cubicBezTo>
                    <a:cubicBezTo>
                      <a:pt x="101" y="373"/>
                      <a:pt x="68" y="355"/>
                      <a:pt x="44" y="327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DCE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6" name="Freeform 7">
                <a:extLst>
                  <a:ext uri="{FF2B5EF4-FFF2-40B4-BE49-F238E27FC236}">
                    <a16:creationId xmlns:a16="http://schemas.microsoft.com/office/drawing/2014/main" id="{0FD9037C-448A-4A82-9125-BFAA61927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852"/>
                <a:ext cx="900" cy="1283"/>
              </a:xfrm>
              <a:custGeom>
                <a:avLst/>
                <a:gdLst>
                  <a:gd name="T0" fmla="*/ 2601 w 338"/>
                  <a:gd name="T1" fmla="*/ 0 h 452"/>
                  <a:gd name="T2" fmla="*/ 431 w 338"/>
                  <a:gd name="T3" fmla="*/ 934 h 452"/>
                  <a:gd name="T4" fmla="*/ 490 w 338"/>
                  <a:gd name="T5" fmla="*/ 1169 h 452"/>
                  <a:gd name="T6" fmla="*/ 511 w 338"/>
                  <a:gd name="T7" fmla="*/ 1169 h 452"/>
                  <a:gd name="T8" fmla="*/ 2601 w 338"/>
                  <a:gd name="T9" fmla="*/ 250 h 452"/>
                  <a:gd name="T10" fmla="*/ 6191 w 338"/>
                  <a:gd name="T11" fmla="*/ 5172 h 452"/>
                  <a:gd name="T12" fmla="*/ 2601 w 338"/>
                  <a:gd name="T13" fmla="*/ 10088 h 452"/>
                  <a:gd name="T14" fmla="*/ 149 w 338"/>
                  <a:gd name="T15" fmla="*/ 8709 h 452"/>
                  <a:gd name="T16" fmla="*/ 114 w 338"/>
                  <a:gd name="T17" fmla="*/ 8694 h 452"/>
                  <a:gd name="T18" fmla="*/ 0 w 338"/>
                  <a:gd name="T19" fmla="*/ 8896 h 452"/>
                  <a:gd name="T20" fmla="*/ 2601 w 338"/>
                  <a:gd name="T21" fmla="*/ 10338 h 452"/>
                  <a:gd name="T22" fmla="*/ 6380 w 338"/>
                  <a:gd name="T23" fmla="*/ 5172 h 452"/>
                  <a:gd name="T24" fmla="*/ 2601 w 338"/>
                  <a:gd name="T25" fmla="*/ 0 h 4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58" y="26"/>
                      <a:pt x="97" y="11"/>
                      <a:pt x="138" y="11"/>
                    </a:cubicBezTo>
                    <a:cubicBezTo>
                      <a:pt x="241" y="11"/>
                      <a:pt x="328" y="107"/>
                      <a:pt x="328" y="226"/>
                    </a:cubicBezTo>
                    <a:cubicBezTo>
                      <a:pt x="328" y="345"/>
                      <a:pt x="241" y="441"/>
                      <a:pt x="138" y="441"/>
                    </a:cubicBezTo>
                    <a:cubicBezTo>
                      <a:pt x="87" y="441"/>
                      <a:pt x="41" y="418"/>
                      <a:pt x="8" y="381"/>
                    </a:cubicBezTo>
                    <a:cubicBezTo>
                      <a:pt x="6" y="380"/>
                      <a:pt x="6" y="380"/>
                      <a:pt x="6" y="380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6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7" name="Freeform 8">
                <a:extLst>
                  <a:ext uri="{FF2B5EF4-FFF2-40B4-BE49-F238E27FC236}">
                    <a16:creationId xmlns:a16="http://schemas.microsoft.com/office/drawing/2014/main" id="{CA0C2427-9DB2-4F5D-9D07-0B41F3892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48"/>
                <a:ext cx="638" cy="891"/>
              </a:xfrm>
              <a:custGeom>
                <a:avLst/>
                <a:gdLst>
                  <a:gd name="T0" fmla="*/ 1879 w 240"/>
                  <a:gd name="T1" fmla="*/ 0 h 314"/>
                  <a:gd name="T2" fmla="*/ 93 w 240"/>
                  <a:gd name="T3" fmla="*/ 959 h 314"/>
                  <a:gd name="T4" fmla="*/ 149 w 240"/>
                  <a:gd name="T5" fmla="*/ 1209 h 314"/>
                  <a:gd name="T6" fmla="*/ 1879 w 240"/>
                  <a:gd name="T7" fmla="*/ 224 h 314"/>
                  <a:gd name="T8" fmla="*/ 4317 w 240"/>
                  <a:gd name="T9" fmla="*/ 3592 h 314"/>
                  <a:gd name="T10" fmla="*/ 1879 w 240"/>
                  <a:gd name="T11" fmla="*/ 6949 h 314"/>
                  <a:gd name="T12" fmla="*/ 114 w 240"/>
                  <a:gd name="T13" fmla="*/ 5894 h 314"/>
                  <a:gd name="T14" fmla="*/ 0 w 240"/>
                  <a:gd name="T15" fmla="*/ 6078 h 314"/>
                  <a:gd name="T16" fmla="*/ 1879 w 240"/>
                  <a:gd name="T17" fmla="*/ 7173 h 314"/>
                  <a:gd name="T18" fmla="*/ 4509 w 240"/>
                  <a:gd name="T19" fmla="*/ 3592 h 314"/>
                  <a:gd name="T20" fmla="*/ 187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7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7" y="314"/>
                      <a:pt x="240" y="243"/>
                      <a:pt x="240" y="157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solidFill>
                <a:srgbClr val="D9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8" name="Freeform 9">
                <a:extLst>
                  <a:ext uri="{FF2B5EF4-FFF2-40B4-BE49-F238E27FC236}">
                    <a16:creationId xmlns:a16="http://schemas.microsoft.com/office/drawing/2014/main" id="{40D33914-9E7A-47A5-A7F0-5C7E0D2D2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014"/>
                <a:ext cx="690" cy="959"/>
              </a:xfrm>
              <a:custGeom>
                <a:avLst/>
                <a:gdLst>
                  <a:gd name="T0" fmla="*/ 2043 w 259"/>
                  <a:gd name="T1" fmla="*/ 0 h 338"/>
                  <a:gd name="T2" fmla="*/ 171 w 259"/>
                  <a:gd name="T3" fmla="*/ 911 h 338"/>
                  <a:gd name="T4" fmla="*/ 248 w 259"/>
                  <a:gd name="T5" fmla="*/ 1231 h 338"/>
                  <a:gd name="T6" fmla="*/ 2043 w 259"/>
                  <a:gd name="T7" fmla="*/ 272 h 338"/>
                  <a:gd name="T8" fmla="*/ 4691 w 259"/>
                  <a:gd name="T9" fmla="*/ 3864 h 338"/>
                  <a:gd name="T10" fmla="*/ 2043 w 259"/>
                  <a:gd name="T11" fmla="*/ 7445 h 338"/>
                  <a:gd name="T12" fmla="*/ 149 w 259"/>
                  <a:gd name="T13" fmla="*/ 6353 h 338"/>
                  <a:gd name="T14" fmla="*/ 0 w 259"/>
                  <a:gd name="T15" fmla="*/ 6577 h 338"/>
                  <a:gd name="T16" fmla="*/ 2043 w 259"/>
                  <a:gd name="T17" fmla="*/ 7720 h 338"/>
                  <a:gd name="T18" fmla="*/ 4897 w 259"/>
                  <a:gd name="T19" fmla="*/ 3864 h 338"/>
                  <a:gd name="T20" fmla="*/ 2043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4"/>
                      <a:pt x="9" y="40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2"/>
                      <a:pt x="248" y="169"/>
                    </a:cubicBezTo>
                    <a:cubicBezTo>
                      <a:pt x="248" y="255"/>
                      <a:pt x="185" y="326"/>
                      <a:pt x="108" y="326"/>
                    </a:cubicBezTo>
                    <a:cubicBezTo>
                      <a:pt x="71" y="326"/>
                      <a:pt x="34" y="308"/>
                      <a:pt x="8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2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9" name="Freeform 10">
                <a:extLst>
                  <a:ext uri="{FF2B5EF4-FFF2-40B4-BE49-F238E27FC236}">
                    <a16:creationId xmlns:a16="http://schemas.microsoft.com/office/drawing/2014/main" id="{F4613762-0A5D-45F9-B986-76C544BFE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537"/>
                <a:ext cx="3654" cy="1374"/>
              </a:xfrm>
              <a:custGeom>
                <a:avLst/>
                <a:gdLst>
                  <a:gd name="T0" fmla="*/ 23430 w 1373"/>
                  <a:gd name="T1" fmla="*/ 4343 h 484"/>
                  <a:gd name="T2" fmla="*/ 21695 w 1373"/>
                  <a:gd name="T3" fmla="*/ 5326 h 484"/>
                  <a:gd name="T4" fmla="*/ 21695 w 1373"/>
                  <a:gd name="T5" fmla="*/ 5326 h 484"/>
                  <a:gd name="T6" fmla="*/ 21679 w 1373"/>
                  <a:gd name="T7" fmla="*/ 5326 h 484"/>
                  <a:gd name="T8" fmla="*/ 21637 w 1373"/>
                  <a:gd name="T9" fmla="*/ 5326 h 484"/>
                  <a:gd name="T10" fmla="*/ 16644 w 1373"/>
                  <a:gd name="T11" fmla="*/ 4207 h 484"/>
                  <a:gd name="T12" fmla="*/ 16780 w 1373"/>
                  <a:gd name="T13" fmla="*/ 4045 h 484"/>
                  <a:gd name="T14" fmla="*/ 10065 w 1373"/>
                  <a:gd name="T15" fmla="*/ 2288 h 484"/>
                  <a:gd name="T16" fmla="*/ 639 w 1373"/>
                  <a:gd name="T17" fmla="*/ 0 h 484"/>
                  <a:gd name="T18" fmla="*/ 588 w 1373"/>
                  <a:gd name="T19" fmla="*/ 346 h 484"/>
                  <a:gd name="T20" fmla="*/ 1735 w 1373"/>
                  <a:gd name="T21" fmla="*/ 2927 h 484"/>
                  <a:gd name="T22" fmla="*/ 0 w 1373"/>
                  <a:gd name="T23" fmla="*/ 5610 h 484"/>
                  <a:gd name="T24" fmla="*/ 35 w 1373"/>
                  <a:gd name="T25" fmla="*/ 5610 h 484"/>
                  <a:gd name="T26" fmla="*/ 14273 w 1373"/>
                  <a:gd name="T27" fmla="*/ 8463 h 484"/>
                  <a:gd name="T28" fmla="*/ 14273 w 1373"/>
                  <a:gd name="T29" fmla="*/ 8446 h 484"/>
                  <a:gd name="T30" fmla="*/ 19718 w 1373"/>
                  <a:gd name="T31" fmla="*/ 9629 h 484"/>
                  <a:gd name="T32" fmla="*/ 19718 w 1373"/>
                  <a:gd name="T33" fmla="*/ 9629 h 484"/>
                  <a:gd name="T34" fmla="*/ 19867 w 1373"/>
                  <a:gd name="T35" fmla="*/ 9655 h 484"/>
                  <a:gd name="T36" fmla="*/ 19901 w 1373"/>
                  <a:gd name="T37" fmla="*/ 9655 h 484"/>
                  <a:gd name="T38" fmla="*/ 20016 w 1373"/>
                  <a:gd name="T39" fmla="*/ 9678 h 484"/>
                  <a:gd name="T40" fmla="*/ 20058 w 1373"/>
                  <a:gd name="T41" fmla="*/ 9703 h 484"/>
                  <a:gd name="T42" fmla="*/ 20149 w 1373"/>
                  <a:gd name="T43" fmla="*/ 9703 h 484"/>
                  <a:gd name="T44" fmla="*/ 20207 w 1373"/>
                  <a:gd name="T45" fmla="*/ 9726 h 484"/>
                  <a:gd name="T46" fmla="*/ 20341 w 1373"/>
                  <a:gd name="T47" fmla="*/ 9743 h 484"/>
                  <a:gd name="T48" fmla="*/ 20399 w 1373"/>
                  <a:gd name="T49" fmla="*/ 9768 h 484"/>
                  <a:gd name="T50" fmla="*/ 20468 w 1373"/>
                  <a:gd name="T51" fmla="*/ 9768 h 484"/>
                  <a:gd name="T52" fmla="*/ 20527 w 1373"/>
                  <a:gd name="T53" fmla="*/ 9791 h 484"/>
                  <a:gd name="T54" fmla="*/ 20604 w 1373"/>
                  <a:gd name="T55" fmla="*/ 9791 h 484"/>
                  <a:gd name="T56" fmla="*/ 20660 w 1373"/>
                  <a:gd name="T57" fmla="*/ 9817 h 484"/>
                  <a:gd name="T58" fmla="*/ 20694 w 1373"/>
                  <a:gd name="T59" fmla="*/ 9817 h 484"/>
                  <a:gd name="T60" fmla="*/ 20788 w 1373"/>
                  <a:gd name="T61" fmla="*/ 9839 h 484"/>
                  <a:gd name="T62" fmla="*/ 20809 w 1373"/>
                  <a:gd name="T63" fmla="*/ 9839 h 484"/>
                  <a:gd name="T64" fmla="*/ 21070 w 1373"/>
                  <a:gd name="T65" fmla="*/ 9905 h 484"/>
                  <a:gd name="T66" fmla="*/ 21070 w 1373"/>
                  <a:gd name="T67" fmla="*/ 9905 h 484"/>
                  <a:gd name="T68" fmla="*/ 21150 w 1373"/>
                  <a:gd name="T69" fmla="*/ 9905 h 484"/>
                  <a:gd name="T70" fmla="*/ 21171 w 1373"/>
                  <a:gd name="T71" fmla="*/ 9927 h 484"/>
                  <a:gd name="T72" fmla="*/ 21240 w 1373"/>
                  <a:gd name="T73" fmla="*/ 9927 h 484"/>
                  <a:gd name="T74" fmla="*/ 21261 w 1373"/>
                  <a:gd name="T75" fmla="*/ 9927 h 484"/>
                  <a:gd name="T76" fmla="*/ 21320 w 1373"/>
                  <a:gd name="T77" fmla="*/ 9953 h 484"/>
                  <a:gd name="T78" fmla="*/ 21320 w 1373"/>
                  <a:gd name="T79" fmla="*/ 9953 h 484"/>
                  <a:gd name="T80" fmla="*/ 21488 w 1373"/>
                  <a:gd name="T81" fmla="*/ 9976 h 484"/>
                  <a:gd name="T82" fmla="*/ 21509 w 1373"/>
                  <a:gd name="T83" fmla="*/ 9976 h 484"/>
                  <a:gd name="T84" fmla="*/ 21546 w 1373"/>
                  <a:gd name="T85" fmla="*/ 10001 h 484"/>
                  <a:gd name="T86" fmla="*/ 21567 w 1373"/>
                  <a:gd name="T87" fmla="*/ 10001 h 484"/>
                  <a:gd name="T88" fmla="*/ 21581 w 1373"/>
                  <a:gd name="T89" fmla="*/ 10001 h 484"/>
                  <a:gd name="T90" fmla="*/ 21602 w 1373"/>
                  <a:gd name="T91" fmla="*/ 10001 h 484"/>
                  <a:gd name="T92" fmla="*/ 21623 w 1373"/>
                  <a:gd name="T93" fmla="*/ 10001 h 484"/>
                  <a:gd name="T94" fmla="*/ 21658 w 1373"/>
                  <a:gd name="T95" fmla="*/ 10018 h 484"/>
                  <a:gd name="T96" fmla="*/ 21658 w 1373"/>
                  <a:gd name="T97" fmla="*/ 10018 h 484"/>
                  <a:gd name="T98" fmla="*/ 23430 w 1373"/>
                  <a:gd name="T99" fmla="*/ 11074 h 484"/>
                  <a:gd name="T100" fmla="*/ 25879 w 1373"/>
                  <a:gd name="T101" fmla="*/ 7713 h 484"/>
                  <a:gd name="T102" fmla="*/ 23430 w 1373"/>
                  <a:gd name="T103" fmla="*/ 4343 h 4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373" h="484">
                    <a:moveTo>
                      <a:pt x="1243" y="190"/>
                    </a:moveTo>
                    <a:cubicBezTo>
                      <a:pt x="1207" y="190"/>
                      <a:pt x="1175" y="207"/>
                      <a:pt x="1151" y="233"/>
                    </a:cubicBezTo>
                    <a:cubicBezTo>
                      <a:pt x="1151" y="233"/>
                      <a:pt x="1151" y="233"/>
                      <a:pt x="1151" y="233"/>
                    </a:cubicBezTo>
                    <a:cubicBezTo>
                      <a:pt x="1150" y="233"/>
                      <a:pt x="1150" y="233"/>
                      <a:pt x="1150" y="233"/>
                    </a:cubicBezTo>
                    <a:cubicBezTo>
                      <a:pt x="1149" y="233"/>
                      <a:pt x="1149" y="233"/>
                      <a:pt x="1148" y="233"/>
                    </a:cubicBezTo>
                    <a:cubicBezTo>
                      <a:pt x="1130" y="229"/>
                      <a:pt x="1026" y="210"/>
                      <a:pt x="883" y="184"/>
                    </a:cubicBezTo>
                    <a:cubicBezTo>
                      <a:pt x="885" y="181"/>
                      <a:pt x="887" y="179"/>
                      <a:pt x="890" y="177"/>
                    </a:cubicBezTo>
                    <a:cubicBezTo>
                      <a:pt x="716" y="138"/>
                      <a:pt x="576" y="108"/>
                      <a:pt x="534" y="100"/>
                    </a:cubicBezTo>
                    <a:cubicBezTo>
                      <a:pt x="408" y="76"/>
                      <a:pt x="105" y="15"/>
                      <a:pt x="34" y="0"/>
                    </a:cubicBezTo>
                    <a:cubicBezTo>
                      <a:pt x="34" y="0"/>
                      <a:pt x="31" y="15"/>
                      <a:pt x="31" y="15"/>
                    </a:cubicBezTo>
                    <a:cubicBezTo>
                      <a:pt x="73" y="24"/>
                      <a:pt x="90" y="74"/>
                      <a:pt x="92" y="128"/>
                    </a:cubicBezTo>
                    <a:cubicBezTo>
                      <a:pt x="95" y="186"/>
                      <a:pt x="49" y="245"/>
                      <a:pt x="0" y="245"/>
                    </a:cubicBezTo>
                    <a:cubicBezTo>
                      <a:pt x="0" y="245"/>
                      <a:pt x="1" y="245"/>
                      <a:pt x="2" y="245"/>
                    </a:cubicBezTo>
                    <a:cubicBezTo>
                      <a:pt x="33" y="251"/>
                      <a:pt x="401" y="302"/>
                      <a:pt x="757" y="370"/>
                    </a:cubicBezTo>
                    <a:cubicBezTo>
                      <a:pt x="757" y="370"/>
                      <a:pt x="757" y="370"/>
                      <a:pt x="757" y="369"/>
                    </a:cubicBezTo>
                    <a:cubicBezTo>
                      <a:pt x="830" y="383"/>
                      <a:pt x="956" y="405"/>
                      <a:pt x="1046" y="421"/>
                    </a:cubicBezTo>
                    <a:cubicBezTo>
                      <a:pt x="1046" y="421"/>
                      <a:pt x="1046" y="421"/>
                      <a:pt x="1046" y="421"/>
                    </a:cubicBezTo>
                    <a:cubicBezTo>
                      <a:pt x="1049" y="421"/>
                      <a:pt x="1051" y="421"/>
                      <a:pt x="1054" y="422"/>
                    </a:cubicBezTo>
                    <a:cubicBezTo>
                      <a:pt x="1055" y="422"/>
                      <a:pt x="1055" y="422"/>
                      <a:pt x="1056" y="422"/>
                    </a:cubicBezTo>
                    <a:cubicBezTo>
                      <a:pt x="1058" y="423"/>
                      <a:pt x="1060" y="423"/>
                      <a:pt x="1062" y="423"/>
                    </a:cubicBezTo>
                    <a:cubicBezTo>
                      <a:pt x="1063" y="423"/>
                      <a:pt x="1064" y="423"/>
                      <a:pt x="1064" y="424"/>
                    </a:cubicBezTo>
                    <a:cubicBezTo>
                      <a:pt x="1066" y="424"/>
                      <a:pt x="1068" y="424"/>
                      <a:pt x="1069" y="424"/>
                    </a:cubicBezTo>
                    <a:cubicBezTo>
                      <a:pt x="1070" y="425"/>
                      <a:pt x="1071" y="425"/>
                      <a:pt x="1072" y="425"/>
                    </a:cubicBezTo>
                    <a:cubicBezTo>
                      <a:pt x="1075" y="425"/>
                      <a:pt x="1077" y="426"/>
                      <a:pt x="1079" y="426"/>
                    </a:cubicBezTo>
                    <a:cubicBezTo>
                      <a:pt x="1080" y="426"/>
                      <a:pt x="1081" y="426"/>
                      <a:pt x="1082" y="427"/>
                    </a:cubicBezTo>
                    <a:cubicBezTo>
                      <a:pt x="1083" y="427"/>
                      <a:pt x="1085" y="427"/>
                      <a:pt x="1086" y="427"/>
                    </a:cubicBezTo>
                    <a:cubicBezTo>
                      <a:pt x="1087" y="427"/>
                      <a:pt x="1088" y="428"/>
                      <a:pt x="1089" y="428"/>
                    </a:cubicBezTo>
                    <a:cubicBezTo>
                      <a:pt x="1090" y="428"/>
                      <a:pt x="1092" y="428"/>
                      <a:pt x="1093" y="428"/>
                    </a:cubicBezTo>
                    <a:cubicBezTo>
                      <a:pt x="1094" y="429"/>
                      <a:pt x="1095" y="429"/>
                      <a:pt x="1096" y="429"/>
                    </a:cubicBezTo>
                    <a:cubicBezTo>
                      <a:pt x="1097" y="429"/>
                      <a:pt x="1098" y="429"/>
                      <a:pt x="1098" y="429"/>
                    </a:cubicBezTo>
                    <a:cubicBezTo>
                      <a:pt x="1100" y="430"/>
                      <a:pt x="1101" y="430"/>
                      <a:pt x="1103" y="430"/>
                    </a:cubicBezTo>
                    <a:cubicBezTo>
                      <a:pt x="1103" y="430"/>
                      <a:pt x="1104" y="430"/>
                      <a:pt x="1104" y="430"/>
                    </a:cubicBezTo>
                    <a:cubicBezTo>
                      <a:pt x="1109" y="431"/>
                      <a:pt x="1114" y="432"/>
                      <a:pt x="1118" y="433"/>
                    </a:cubicBezTo>
                    <a:cubicBezTo>
                      <a:pt x="1118" y="433"/>
                      <a:pt x="1118" y="433"/>
                      <a:pt x="1118" y="433"/>
                    </a:cubicBezTo>
                    <a:cubicBezTo>
                      <a:pt x="1119" y="433"/>
                      <a:pt x="1121" y="433"/>
                      <a:pt x="1122" y="433"/>
                    </a:cubicBezTo>
                    <a:cubicBezTo>
                      <a:pt x="1122" y="433"/>
                      <a:pt x="1123" y="433"/>
                      <a:pt x="1123" y="434"/>
                    </a:cubicBezTo>
                    <a:cubicBezTo>
                      <a:pt x="1124" y="434"/>
                      <a:pt x="1125" y="434"/>
                      <a:pt x="1127" y="434"/>
                    </a:cubicBezTo>
                    <a:cubicBezTo>
                      <a:pt x="1127" y="434"/>
                      <a:pt x="1127" y="434"/>
                      <a:pt x="1128" y="434"/>
                    </a:cubicBezTo>
                    <a:cubicBezTo>
                      <a:pt x="1129" y="434"/>
                      <a:pt x="1130" y="435"/>
                      <a:pt x="1131" y="435"/>
                    </a:cubicBezTo>
                    <a:cubicBezTo>
                      <a:pt x="1131" y="435"/>
                      <a:pt x="1131" y="435"/>
                      <a:pt x="1131" y="435"/>
                    </a:cubicBezTo>
                    <a:cubicBezTo>
                      <a:pt x="1135" y="435"/>
                      <a:pt x="1137" y="436"/>
                      <a:pt x="1140" y="436"/>
                    </a:cubicBezTo>
                    <a:cubicBezTo>
                      <a:pt x="1140" y="436"/>
                      <a:pt x="1141" y="436"/>
                      <a:pt x="1141" y="436"/>
                    </a:cubicBezTo>
                    <a:cubicBezTo>
                      <a:pt x="1142" y="436"/>
                      <a:pt x="1142" y="437"/>
                      <a:pt x="1143" y="437"/>
                    </a:cubicBezTo>
                    <a:cubicBezTo>
                      <a:pt x="1143" y="437"/>
                      <a:pt x="1144" y="437"/>
                      <a:pt x="1144" y="437"/>
                    </a:cubicBezTo>
                    <a:cubicBezTo>
                      <a:pt x="1144" y="437"/>
                      <a:pt x="1145" y="437"/>
                      <a:pt x="1145" y="437"/>
                    </a:cubicBezTo>
                    <a:cubicBezTo>
                      <a:pt x="1146" y="437"/>
                      <a:pt x="1146" y="437"/>
                      <a:pt x="1146" y="437"/>
                    </a:cubicBezTo>
                    <a:cubicBezTo>
                      <a:pt x="1147" y="437"/>
                      <a:pt x="1147" y="437"/>
                      <a:pt x="1147" y="437"/>
                    </a:cubicBezTo>
                    <a:cubicBezTo>
                      <a:pt x="1148" y="437"/>
                      <a:pt x="1149" y="438"/>
                      <a:pt x="1149" y="438"/>
                    </a:cubicBezTo>
                    <a:cubicBezTo>
                      <a:pt x="1149" y="438"/>
                      <a:pt x="1149" y="438"/>
                      <a:pt x="1149" y="438"/>
                    </a:cubicBezTo>
                    <a:cubicBezTo>
                      <a:pt x="1173" y="466"/>
                      <a:pt x="1206" y="484"/>
                      <a:pt x="1243" y="484"/>
                    </a:cubicBezTo>
                    <a:cubicBezTo>
                      <a:pt x="1315" y="484"/>
                      <a:pt x="1373" y="418"/>
                      <a:pt x="1373" y="337"/>
                    </a:cubicBezTo>
                    <a:cubicBezTo>
                      <a:pt x="1373" y="256"/>
                      <a:pt x="1315" y="190"/>
                      <a:pt x="1243" y="19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0" name="Freeform 11">
                <a:extLst>
                  <a:ext uri="{FF2B5EF4-FFF2-40B4-BE49-F238E27FC236}">
                    <a16:creationId xmlns:a16="http://schemas.microsoft.com/office/drawing/2014/main" id="{61283725-B602-4309-B576-E0D6F966A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162"/>
                <a:ext cx="763" cy="193"/>
              </a:xfrm>
              <a:custGeom>
                <a:avLst/>
                <a:gdLst>
                  <a:gd name="T0" fmla="*/ 5370 w 287"/>
                  <a:gd name="T1" fmla="*/ 1555 h 68"/>
                  <a:gd name="T2" fmla="*/ 5392 w 287"/>
                  <a:gd name="T3" fmla="*/ 1169 h 68"/>
                  <a:gd name="T4" fmla="*/ 375 w 287"/>
                  <a:gd name="T5" fmla="*/ 0 h 68"/>
                  <a:gd name="T6" fmla="*/ 0 w 287"/>
                  <a:gd name="T7" fmla="*/ 324 h 68"/>
                  <a:gd name="T8" fmla="*/ 5370 w 287"/>
                  <a:gd name="T9" fmla="*/ 1555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7" h="68">
                    <a:moveTo>
                      <a:pt x="286" y="68"/>
                    </a:moveTo>
                    <a:cubicBezTo>
                      <a:pt x="287" y="51"/>
                      <a:pt x="287" y="51"/>
                      <a:pt x="287" y="51"/>
                    </a:cubicBezTo>
                    <a:cubicBezTo>
                      <a:pt x="192" y="35"/>
                      <a:pt x="60" y="11"/>
                      <a:pt x="20" y="0"/>
                    </a:cubicBezTo>
                    <a:cubicBezTo>
                      <a:pt x="13" y="9"/>
                      <a:pt x="10" y="8"/>
                      <a:pt x="0" y="14"/>
                    </a:cubicBezTo>
                    <a:lnTo>
                      <a:pt x="286" y="68"/>
                    </a:ln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1" name="Freeform 12">
                <a:extLst>
                  <a:ext uri="{FF2B5EF4-FFF2-40B4-BE49-F238E27FC236}">
                    <a16:creationId xmlns:a16="http://schemas.microsoft.com/office/drawing/2014/main" id="{63C0A340-B535-4DEF-9B89-E81471544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250"/>
                <a:ext cx="2967" cy="661"/>
              </a:xfrm>
              <a:custGeom>
                <a:avLst/>
                <a:gdLst>
                  <a:gd name="T0" fmla="*/ 21008 w 1115"/>
                  <a:gd name="T1" fmla="*/ 5183 h 233"/>
                  <a:gd name="T2" fmla="*/ 20668 w 1115"/>
                  <a:gd name="T3" fmla="*/ 5095 h 233"/>
                  <a:gd name="T4" fmla="*/ 19260 w 1115"/>
                  <a:gd name="T5" fmla="*/ 4363 h 233"/>
                  <a:gd name="T6" fmla="*/ 18049 w 1115"/>
                  <a:gd name="T7" fmla="*/ 3816 h 233"/>
                  <a:gd name="T8" fmla="*/ 14170 w 1115"/>
                  <a:gd name="T9" fmla="*/ 2945 h 233"/>
                  <a:gd name="T10" fmla="*/ 8518 w 1115"/>
                  <a:gd name="T11" fmla="*/ 1529 h 233"/>
                  <a:gd name="T12" fmla="*/ 5311 w 1115"/>
                  <a:gd name="T13" fmla="*/ 26 h 233"/>
                  <a:gd name="T14" fmla="*/ 2110 w 1115"/>
                  <a:gd name="T15" fmla="*/ 298 h 233"/>
                  <a:gd name="T16" fmla="*/ 0 w 1115"/>
                  <a:gd name="T17" fmla="*/ 434 h 233"/>
                  <a:gd name="T18" fmla="*/ 11152 w 1115"/>
                  <a:gd name="T19" fmla="*/ 2721 h 233"/>
                  <a:gd name="T20" fmla="*/ 11152 w 1115"/>
                  <a:gd name="T21" fmla="*/ 2695 h 233"/>
                  <a:gd name="T22" fmla="*/ 16597 w 1115"/>
                  <a:gd name="T23" fmla="*/ 3878 h 233"/>
                  <a:gd name="T24" fmla="*/ 16597 w 1115"/>
                  <a:gd name="T25" fmla="*/ 3878 h 233"/>
                  <a:gd name="T26" fmla="*/ 16754 w 1115"/>
                  <a:gd name="T27" fmla="*/ 3904 h 233"/>
                  <a:gd name="T28" fmla="*/ 16788 w 1115"/>
                  <a:gd name="T29" fmla="*/ 3904 h 233"/>
                  <a:gd name="T30" fmla="*/ 16903 w 1115"/>
                  <a:gd name="T31" fmla="*/ 3926 h 233"/>
                  <a:gd name="T32" fmla="*/ 16937 w 1115"/>
                  <a:gd name="T33" fmla="*/ 3952 h 233"/>
                  <a:gd name="T34" fmla="*/ 17036 w 1115"/>
                  <a:gd name="T35" fmla="*/ 3952 h 233"/>
                  <a:gd name="T36" fmla="*/ 17094 w 1115"/>
                  <a:gd name="T37" fmla="*/ 3975 h 233"/>
                  <a:gd name="T38" fmla="*/ 17222 w 1115"/>
                  <a:gd name="T39" fmla="*/ 3992 h 233"/>
                  <a:gd name="T40" fmla="*/ 17278 w 1115"/>
                  <a:gd name="T41" fmla="*/ 4017 h 233"/>
                  <a:gd name="T42" fmla="*/ 17355 w 1115"/>
                  <a:gd name="T43" fmla="*/ 4017 h 233"/>
                  <a:gd name="T44" fmla="*/ 17411 w 1115"/>
                  <a:gd name="T45" fmla="*/ 4040 h 233"/>
                  <a:gd name="T46" fmla="*/ 17483 w 1115"/>
                  <a:gd name="T47" fmla="*/ 4040 h 233"/>
                  <a:gd name="T48" fmla="*/ 17539 w 1115"/>
                  <a:gd name="T49" fmla="*/ 4065 h 233"/>
                  <a:gd name="T50" fmla="*/ 17581 w 1115"/>
                  <a:gd name="T51" fmla="*/ 4065 h 233"/>
                  <a:gd name="T52" fmla="*/ 17674 w 1115"/>
                  <a:gd name="T53" fmla="*/ 4088 h 233"/>
                  <a:gd name="T54" fmla="*/ 17696 w 1115"/>
                  <a:gd name="T55" fmla="*/ 4088 h 233"/>
                  <a:gd name="T56" fmla="*/ 17956 w 1115"/>
                  <a:gd name="T57" fmla="*/ 4153 h 233"/>
                  <a:gd name="T58" fmla="*/ 17956 w 1115"/>
                  <a:gd name="T59" fmla="*/ 4153 h 233"/>
                  <a:gd name="T60" fmla="*/ 18036 w 1115"/>
                  <a:gd name="T61" fmla="*/ 4153 h 233"/>
                  <a:gd name="T62" fmla="*/ 18049 w 1115"/>
                  <a:gd name="T63" fmla="*/ 4176 h 233"/>
                  <a:gd name="T64" fmla="*/ 18127 w 1115"/>
                  <a:gd name="T65" fmla="*/ 4176 h 233"/>
                  <a:gd name="T66" fmla="*/ 18148 w 1115"/>
                  <a:gd name="T67" fmla="*/ 4176 h 233"/>
                  <a:gd name="T68" fmla="*/ 18204 w 1115"/>
                  <a:gd name="T69" fmla="*/ 4201 h 233"/>
                  <a:gd name="T70" fmla="*/ 18204 w 1115"/>
                  <a:gd name="T71" fmla="*/ 4201 h 233"/>
                  <a:gd name="T72" fmla="*/ 18369 w 1115"/>
                  <a:gd name="T73" fmla="*/ 4224 h 233"/>
                  <a:gd name="T74" fmla="*/ 18390 w 1115"/>
                  <a:gd name="T75" fmla="*/ 4224 h 233"/>
                  <a:gd name="T76" fmla="*/ 18425 w 1115"/>
                  <a:gd name="T77" fmla="*/ 4250 h 233"/>
                  <a:gd name="T78" fmla="*/ 18446 w 1115"/>
                  <a:gd name="T79" fmla="*/ 4250 h 233"/>
                  <a:gd name="T80" fmla="*/ 18467 w 1115"/>
                  <a:gd name="T81" fmla="*/ 4250 h 233"/>
                  <a:gd name="T82" fmla="*/ 18481 w 1115"/>
                  <a:gd name="T83" fmla="*/ 4250 h 233"/>
                  <a:gd name="T84" fmla="*/ 18502 w 1115"/>
                  <a:gd name="T85" fmla="*/ 4250 h 233"/>
                  <a:gd name="T86" fmla="*/ 18536 w 1115"/>
                  <a:gd name="T87" fmla="*/ 4272 h 233"/>
                  <a:gd name="T88" fmla="*/ 18536 w 1115"/>
                  <a:gd name="T89" fmla="*/ 4272 h 233"/>
                  <a:gd name="T90" fmla="*/ 20314 w 1115"/>
                  <a:gd name="T91" fmla="*/ 5319 h 233"/>
                  <a:gd name="T92" fmla="*/ 21008 w 1115"/>
                  <a:gd name="T93" fmla="*/ 5183 h 23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15" h="233">
                    <a:moveTo>
                      <a:pt x="1115" y="227"/>
                    </a:moveTo>
                    <a:cubicBezTo>
                      <a:pt x="1109" y="226"/>
                      <a:pt x="1103" y="225"/>
                      <a:pt x="1097" y="223"/>
                    </a:cubicBezTo>
                    <a:cubicBezTo>
                      <a:pt x="1075" y="215"/>
                      <a:pt x="1043" y="201"/>
                      <a:pt x="1022" y="191"/>
                    </a:cubicBezTo>
                    <a:cubicBezTo>
                      <a:pt x="995" y="177"/>
                      <a:pt x="988" y="169"/>
                      <a:pt x="958" y="167"/>
                    </a:cubicBezTo>
                    <a:cubicBezTo>
                      <a:pt x="892" y="160"/>
                      <a:pt x="817" y="144"/>
                      <a:pt x="752" y="129"/>
                    </a:cubicBezTo>
                    <a:cubicBezTo>
                      <a:pt x="654" y="105"/>
                      <a:pt x="546" y="108"/>
                      <a:pt x="452" y="67"/>
                    </a:cubicBezTo>
                    <a:cubicBezTo>
                      <a:pt x="400" y="44"/>
                      <a:pt x="341" y="0"/>
                      <a:pt x="282" y="1"/>
                    </a:cubicBezTo>
                    <a:cubicBezTo>
                      <a:pt x="226" y="1"/>
                      <a:pt x="168" y="28"/>
                      <a:pt x="112" y="13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46" y="41"/>
                      <a:pt x="372" y="77"/>
                      <a:pt x="592" y="119"/>
                    </a:cubicBezTo>
                    <a:cubicBezTo>
                      <a:pt x="592" y="119"/>
                      <a:pt x="592" y="119"/>
                      <a:pt x="592" y="118"/>
                    </a:cubicBezTo>
                    <a:cubicBezTo>
                      <a:pt x="665" y="132"/>
                      <a:pt x="791" y="154"/>
                      <a:pt x="881" y="170"/>
                    </a:cubicBezTo>
                    <a:cubicBezTo>
                      <a:pt x="881" y="170"/>
                      <a:pt x="881" y="170"/>
                      <a:pt x="881" y="170"/>
                    </a:cubicBezTo>
                    <a:cubicBezTo>
                      <a:pt x="884" y="170"/>
                      <a:pt x="886" y="170"/>
                      <a:pt x="889" y="171"/>
                    </a:cubicBezTo>
                    <a:cubicBezTo>
                      <a:pt x="890" y="171"/>
                      <a:pt x="890" y="171"/>
                      <a:pt x="891" y="171"/>
                    </a:cubicBezTo>
                    <a:cubicBezTo>
                      <a:pt x="893" y="172"/>
                      <a:pt x="895" y="172"/>
                      <a:pt x="897" y="172"/>
                    </a:cubicBezTo>
                    <a:cubicBezTo>
                      <a:pt x="898" y="172"/>
                      <a:pt x="899" y="172"/>
                      <a:pt x="899" y="173"/>
                    </a:cubicBezTo>
                    <a:cubicBezTo>
                      <a:pt x="901" y="173"/>
                      <a:pt x="903" y="173"/>
                      <a:pt x="904" y="173"/>
                    </a:cubicBezTo>
                    <a:cubicBezTo>
                      <a:pt x="905" y="174"/>
                      <a:pt x="906" y="174"/>
                      <a:pt x="907" y="174"/>
                    </a:cubicBezTo>
                    <a:cubicBezTo>
                      <a:pt x="910" y="174"/>
                      <a:pt x="912" y="175"/>
                      <a:pt x="914" y="175"/>
                    </a:cubicBezTo>
                    <a:cubicBezTo>
                      <a:pt x="915" y="175"/>
                      <a:pt x="916" y="175"/>
                      <a:pt x="917" y="176"/>
                    </a:cubicBezTo>
                    <a:cubicBezTo>
                      <a:pt x="918" y="176"/>
                      <a:pt x="920" y="176"/>
                      <a:pt x="921" y="176"/>
                    </a:cubicBezTo>
                    <a:cubicBezTo>
                      <a:pt x="922" y="176"/>
                      <a:pt x="923" y="177"/>
                      <a:pt x="924" y="177"/>
                    </a:cubicBezTo>
                    <a:cubicBezTo>
                      <a:pt x="925" y="177"/>
                      <a:pt x="927" y="177"/>
                      <a:pt x="928" y="177"/>
                    </a:cubicBezTo>
                    <a:cubicBezTo>
                      <a:pt x="929" y="178"/>
                      <a:pt x="930" y="178"/>
                      <a:pt x="931" y="178"/>
                    </a:cubicBezTo>
                    <a:cubicBezTo>
                      <a:pt x="932" y="178"/>
                      <a:pt x="933" y="178"/>
                      <a:pt x="933" y="178"/>
                    </a:cubicBezTo>
                    <a:cubicBezTo>
                      <a:pt x="935" y="179"/>
                      <a:pt x="936" y="179"/>
                      <a:pt x="938" y="179"/>
                    </a:cubicBezTo>
                    <a:cubicBezTo>
                      <a:pt x="938" y="179"/>
                      <a:pt x="939" y="179"/>
                      <a:pt x="939" y="179"/>
                    </a:cubicBezTo>
                    <a:cubicBezTo>
                      <a:pt x="944" y="180"/>
                      <a:pt x="949" y="181"/>
                      <a:pt x="953" y="182"/>
                    </a:cubicBezTo>
                    <a:cubicBezTo>
                      <a:pt x="953" y="182"/>
                      <a:pt x="953" y="182"/>
                      <a:pt x="953" y="182"/>
                    </a:cubicBezTo>
                    <a:cubicBezTo>
                      <a:pt x="954" y="182"/>
                      <a:pt x="956" y="182"/>
                      <a:pt x="957" y="182"/>
                    </a:cubicBezTo>
                    <a:cubicBezTo>
                      <a:pt x="957" y="182"/>
                      <a:pt x="958" y="182"/>
                      <a:pt x="958" y="183"/>
                    </a:cubicBezTo>
                    <a:cubicBezTo>
                      <a:pt x="959" y="183"/>
                      <a:pt x="960" y="183"/>
                      <a:pt x="962" y="183"/>
                    </a:cubicBezTo>
                    <a:cubicBezTo>
                      <a:pt x="962" y="183"/>
                      <a:pt x="962" y="183"/>
                      <a:pt x="963" y="183"/>
                    </a:cubicBezTo>
                    <a:cubicBezTo>
                      <a:pt x="964" y="183"/>
                      <a:pt x="965" y="184"/>
                      <a:pt x="966" y="184"/>
                    </a:cubicBezTo>
                    <a:cubicBezTo>
                      <a:pt x="966" y="184"/>
                      <a:pt x="966" y="184"/>
                      <a:pt x="966" y="184"/>
                    </a:cubicBezTo>
                    <a:cubicBezTo>
                      <a:pt x="970" y="184"/>
                      <a:pt x="972" y="185"/>
                      <a:pt x="975" y="185"/>
                    </a:cubicBezTo>
                    <a:cubicBezTo>
                      <a:pt x="975" y="185"/>
                      <a:pt x="976" y="185"/>
                      <a:pt x="976" y="185"/>
                    </a:cubicBezTo>
                    <a:cubicBezTo>
                      <a:pt x="977" y="185"/>
                      <a:pt x="977" y="186"/>
                      <a:pt x="978" y="186"/>
                    </a:cubicBezTo>
                    <a:cubicBezTo>
                      <a:pt x="978" y="186"/>
                      <a:pt x="979" y="186"/>
                      <a:pt x="979" y="186"/>
                    </a:cubicBezTo>
                    <a:cubicBezTo>
                      <a:pt x="979" y="186"/>
                      <a:pt x="980" y="186"/>
                      <a:pt x="980" y="186"/>
                    </a:cubicBezTo>
                    <a:cubicBezTo>
                      <a:pt x="981" y="186"/>
                      <a:pt x="981" y="186"/>
                      <a:pt x="981" y="186"/>
                    </a:cubicBezTo>
                    <a:cubicBezTo>
                      <a:pt x="982" y="186"/>
                      <a:pt x="982" y="186"/>
                      <a:pt x="982" y="186"/>
                    </a:cubicBezTo>
                    <a:cubicBezTo>
                      <a:pt x="983" y="186"/>
                      <a:pt x="984" y="187"/>
                      <a:pt x="984" y="187"/>
                    </a:cubicBezTo>
                    <a:cubicBezTo>
                      <a:pt x="984" y="187"/>
                      <a:pt x="984" y="187"/>
                      <a:pt x="984" y="187"/>
                    </a:cubicBezTo>
                    <a:cubicBezTo>
                      <a:pt x="1008" y="215"/>
                      <a:pt x="1041" y="233"/>
                      <a:pt x="1078" y="233"/>
                    </a:cubicBezTo>
                    <a:cubicBezTo>
                      <a:pt x="1091" y="233"/>
                      <a:pt x="1103" y="231"/>
                      <a:pt x="1115" y="227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2" name="Freeform 13">
                <a:extLst>
                  <a:ext uri="{FF2B5EF4-FFF2-40B4-BE49-F238E27FC236}">
                    <a16:creationId xmlns:a16="http://schemas.microsoft.com/office/drawing/2014/main" id="{69CDFEF0-A6F9-418D-A8D3-EC6215FF0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48"/>
                <a:ext cx="638" cy="891"/>
              </a:xfrm>
              <a:custGeom>
                <a:avLst/>
                <a:gdLst>
                  <a:gd name="T0" fmla="*/ 1879 w 240"/>
                  <a:gd name="T1" fmla="*/ 0 h 314"/>
                  <a:gd name="T2" fmla="*/ 93 w 240"/>
                  <a:gd name="T3" fmla="*/ 959 h 314"/>
                  <a:gd name="T4" fmla="*/ 149 w 240"/>
                  <a:gd name="T5" fmla="*/ 1209 h 314"/>
                  <a:gd name="T6" fmla="*/ 1879 w 240"/>
                  <a:gd name="T7" fmla="*/ 224 h 314"/>
                  <a:gd name="T8" fmla="*/ 4317 w 240"/>
                  <a:gd name="T9" fmla="*/ 3592 h 314"/>
                  <a:gd name="T10" fmla="*/ 1879 w 240"/>
                  <a:gd name="T11" fmla="*/ 6949 h 314"/>
                  <a:gd name="T12" fmla="*/ 114 w 240"/>
                  <a:gd name="T13" fmla="*/ 5894 h 314"/>
                  <a:gd name="T14" fmla="*/ 0 w 240"/>
                  <a:gd name="T15" fmla="*/ 6078 h 314"/>
                  <a:gd name="T16" fmla="*/ 1879 w 240"/>
                  <a:gd name="T17" fmla="*/ 7173 h 314"/>
                  <a:gd name="T18" fmla="*/ 4509 w 240"/>
                  <a:gd name="T19" fmla="*/ 3592 h 314"/>
                  <a:gd name="T20" fmla="*/ 187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7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7" y="314"/>
                      <a:pt x="240" y="243"/>
                      <a:pt x="240" y="157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solidFill>
                <a:srgbClr val="D4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3" name="Freeform 14">
                <a:extLst>
                  <a:ext uri="{FF2B5EF4-FFF2-40B4-BE49-F238E27FC236}">
                    <a16:creationId xmlns:a16="http://schemas.microsoft.com/office/drawing/2014/main" id="{8EA83306-BE1A-4C89-A2FA-3BE22E277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014"/>
                <a:ext cx="690" cy="959"/>
              </a:xfrm>
              <a:custGeom>
                <a:avLst/>
                <a:gdLst>
                  <a:gd name="T0" fmla="*/ 2043 w 259"/>
                  <a:gd name="T1" fmla="*/ 0 h 338"/>
                  <a:gd name="T2" fmla="*/ 171 w 259"/>
                  <a:gd name="T3" fmla="*/ 911 h 338"/>
                  <a:gd name="T4" fmla="*/ 248 w 259"/>
                  <a:gd name="T5" fmla="*/ 1231 h 338"/>
                  <a:gd name="T6" fmla="*/ 2043 w 259"/>
                  <a:gd name="T7" fmla="*/ 272 h 338"/>
                  <a:gd name="T8" fmla="*/ 4691 w 259"/>
                  <a:gd name="T9" fmla="*/ 3864 h 338"/>
                  <a:gd name="T10" fmla="*/ 2043 w 259"/>
                  <a:gd name="T11" fmla="*/ 7445 h 338"/>
                  <a:gd name="T12" fmla="*/ 149 w 259"/>
                  <a:gd name="T13" fmla="*/ 6353 h 338"/>
                  <a:gd name="T14" fmla="*/ 0 w 259"/>
                  <a:gd name="T15" fmla="*/ 6577 h 338"/>
                  <a:gd name="T16" fmla="*/ 2043 w 259"/>
                  <a:gd name="T17" fmla="*/ 7720 h 338"/>
                  <a:gd name="T18" fmla="*/ 4897 w 259"/>
                  <a:gd name="T19" fmla="*/ 3864 h 338"/>
                  <a:gd name="T20" fmla="*/ 2043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4"/>
                      <a:pt x="9" y="40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2"/>
                      <a:pt x="248" y="169"/>
                    </a:cubicBezTo>
                    <a:cubicBezTo>
                      <a:pt x="248" y="255"/>
                      <a:pt x="185" y="326"/>
                      <a:pt x="108" y="326"/>
                    </a:cubicBezTo>
                    <a:cubicBezTo>
                      <a:pt x="71" y="326"/>
                      <a:pt x="34" y="308"/>
                      <a:pt x="8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2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4" name="Freeform 15">
                <a:extLst>
                  <a:ext uri="{FF2B5EF4-FFF2-40B4-BE49-F238E27FC236}">
                    <a16:creationId xmlns:a16="http://schemas.microsoft.com/office/drawing/2014/main" id="{8CF666D5-89E7-4334-AC4B-F56F30E71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361"/>
                <a:ext cx="3039" cy="837"/>
              </a:xfrm>
              <a:custGeom>
                <a:avLst/>
                <a:gdLst>
                  <a:gd name="T0" fmla="*/ 21089 w 1142"/>
                  <a:gd name="T1" fmla="*/ 4886 h 295"/>
                  <a:gd name="T2" fmla="*/ 9349 w 1142"/>
                  <a:gd name="T3" fmla="*/ 2375 h 295"/>
                  <a:gd name="T4" fmla="*/ 35 w 1142"/>
                  <a:gd name="T5" fmla="*/ 0 h 295"/>
                  <a:gd name="T6" fmla="*/ 0 w 1142"/>
                  <a:gd name="T7" fmla="*/ 1739 h 295"/>
                  <a:gd name="T8" fmla="*/ 149 w 1142"/>
                  <a:gd name="T9" fmla="*/ 1756 h 295"/>
                  <a:gd name="T10" fmla="*/ 205 w 1142"/>
                  <a:gd name="T11" fmla="*/ 1779 h 295"/>
                  <a:gd name="T12" fmla="*/ 10142 w 1142"/>
                  <a:gd name="T13" fmla="*/ 4202 h 295"/>
                  <a:gd name="T14" fmla="*/ 21520 w 1142"/>
                  <a:gd name="T15" fmla="*/ 6739 h 295"/>
                  <a:gd name="T16" fmla="*/ 21089 w 1142"/>
                  <a:gd name="T17" fmla="*/ 4886 h 2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2" h="295">
                    <a:moveTo>
                      <a:pt x="1119" y="214"/>
                    </a:moveTo>
                    <a:cubicBezTo>
                      <a:pt x="1119" y="214"/>
                      <a:pt x="632" y="130"/>
                      <a:pt x="496" y="104"/>
                    </a:cubicBezTo>
                    <a:cubicBezTo>
                      <a:pt x="376" y="82"/>
                      <a:pt x="93" y="19"/>
                      <a:pt x="2" y="0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2" y="76"/>
                      <a:pt x="5" y="77"/>
                      <a:pt x="8" y="77"/>
                    </a:cubicBezTo>
                    <a:cubicBezTo>
                      <a:pt x="9" y="78"/>
                      <a:pt x="10" y="78"/>
                      <a:pt x="11" y="78"/>
                    </a:cubicBezTo>
                    <a:cubicBezTo>
                      <a:pt x="82" y="93"/>
                      <a:pt x="412" y="160"/>
                      <a:pt x="538" y="184"/>
                    </a:cubicBezTo>
                    <a:cubicBezTo>
                      <a:pt x="674" y="210"/>
                      <a:pt x="1142" y="295"/>
                      <a:pt x="1142" y="295"/>
                    </a:cubicBezTo>
                    <a:lnTo>
                      <a:pt x="1119" y="214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5" name="Freeform 16">
                <a:extLst>
                  <a:ext uri="{FF2B5EF4-FFF2-40B4-BE49-F238E27FC236}">
                    <a16:creationId xmlns:a16="http://schemas.microsoft.com/office/drawing/2014/main" id="{FCA4290A-83CA-4420-8127-9A9393B68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287"/>
                <a:ext cx="3350" cy="682"/>
              </a:xfrm>
              <a:custGeom>
                <a:avLst/>
                <a:gdLst>
                  <a:gd name="T0" fmla="*/ 23187 w 1259"/>
                  <a:gd name="T1" fmla="*/ 4564 h 240"/>
                  <a:gd name="T2" fmla="*/ 23719 w 1259"/>
                  <a:gd name="T3" fmla="*/ 4612 h 240"/>
                  <a:gd name="T4" fmla="*/ 12772 w 1259"/>
                  <a:gd name="T5" fmla="*/ 2478 h 240"/>
                  <a:gd name="T6" fmla="*/ 2826 w 1259"/>
                  <a:gd name="T7" fmla="*/ 185 h 240"/>
                  <a:gd name="T8" fmla="*/ 0 w 1259"/>
                  <a:gd name="T9" fmla="*/ 597 h 240"/>
                  <a:gd name="T10" fmla="*/ 0 w 1259"/>
                  <a:gd name="T11" fmla="*/ 597 h 240"/>
                  <a:gd name="T12" fmla="*/ 9289 w 1259"/>
                  <a:gd name="T13" fmla="*/ 2981 h 240"/>
                  <a:gd name="T14" fmla="*/ 21021 w 1259"/>
                  <a:gd name="T15" fmla="*/ 5507 h 240"/>
                  <a:gd name="T16" fmla="*/ 23187 w 1259"/>
                  <a:gd name="T17" fmla="*/ 4564 h 2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9" h="240">
                    <a:moveTo>
                      <a:pt x="1231" y="199"/>
                    </a:moveTo>
                    <a:cubicBezTo>
                      <a:pt x="1241" y="199"/>
                      <a:pt x="1250" y="200"/>
                      <a:pt x="1259" y="201"/>
                    </a:cubicBezTo>
                    <a:cubicBezTo>
                      <a:pt x="1163" y="183"/>
                      <a:pt x="808" y="132"/>
                      <a:pt x="678" y="108"/>
                    </a:cubicBezTo>
                    <a:cubicBezTo>
                      <a:pt x="559" y="85"/>
                      <a:pt x="241" y="26"/>
                      <a:pt x="150" y="8"/>
                    </a:cubicBezTo>
                    <a:cubicBezTo>
                      <a:pt x="112" y="1"/>
                      <a:pt x="32" y="0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92" y="45"/>
                      <a:pt x="374" y="108"/>
                      <a:pt x="493" y="130"/>
                    </a:cubicBezTo>
                    <a:cubicBezTo>
                      <a:pt x="629" y="156"/>
                      <a:pt x="1116" y="240"/>
                      <a:pt x="1116" y="240"/>
                    </a:cubicBezTo>
                    <a:cubicBezTo>
                      <a:pt x="1149" y="214"/>
                      <a:pt x="1188" y="199"/>
                      <a:pt x="1231" y="199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6" name="Freeform 17">
                <a:extLst>
                  <a:ext uri="{FF2B5EF4-FFF2-40B4-BE49-F238E27FC236}">
                    <a16:creationId xmlns:a16="http://schemas.microsoft.com/office/drawing/2014/main" id="{D78FB464-9B47-4674-826D-0CB721F11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360"/>
                <a:ext cx="3281" cy="772"/>
              </a:xfrm>
              <a:custGeom>
                <a:avLst/>
                <a:gdLst>
                  <a:gd name="T0" fmla="*/ 21064 w 1233"/>
                  <a:gd name="T1" fmla="*/ 4802 h 272"/>
                  <a:gd name="T2" fmla="*/ 21064 w 1233"/>
                  <a:gd name="T3" fmla="*/ 4777 h 272"/>
                  <a:gd name="T4" fmla="*/ 21043 w 1233"/>
                  <a:gd name="T5" fmla="*/ 4777 h 272"/>
                  <a:gd name="T6" fmla="*/ 13135 w 1233"/>
                  <a:gd name="T7" fmla="*/ 3085 h 272"/>
                  <a:gd name="T8" fmla="*/ 0 w 1233"/>
                  <a:gd name="T9" fmla="*/ 0 h 272"/>
                  <a:gd name="T10" fmla="*/ 2302 w 1233"/>
                  <a:gd name="T11" fmla="*/ 1257 h 272"/>
                  <a:gd name="T12" fmla="*/ 2903 w 1233"/>
                  <a:gd name="T13" fmla="*/ 1419 h 272"/>
                  <a:gd name="T14" fmla="*/ 15317 w 1233"/>
                  <a:gd name="T15" fmla="*/ 4527 h 272"/>
                  <a:gd name="T16" fmla="*/ 23233 w 1233"/>
                  <a:gd name="T17" fmla="*/ 6219 h 272"/>
                  <a:gd name="T18" fmla="*/ 23233 w 1233"/>
                  <a:gd name="T19" fmla="*/ 6196 h 272"/>
                  <a:gd name="T20" fmla="*/ 21064 w 1233"/>
                  <a:gd name="T21" fmla="*/ 4802 h 2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33" h="272">
                    <a:moveTo>
                      <a:pt x="1118" y="210"/>
                    </a:moveTo>
                    <a:cubicBezTo>
                      <a:pt x="1118" y="209"/>
                      <a:pt x="1118" y="209"/>
                      <a:pt x="1118" y="209"/>
                    </a:cubicBezTo>
                    <a:cubicBezTo>
                      <a:pt x="1117" y="209"/>
                      <a:pt x="1117" y="209"/>
                      <a:pt x="1117" y="209"/>
                    </a:cubicBezTo>
                    <a:cubicBezTo>
                      <a:pt x="1089" y="205"/>
                      <a:pt x="795" y="155"/>
                      <a:pt x="697" y="135"/>
                    </a:cubicBezTo>
                    <a:cubicBezTo>
                      <a:pt x="607" y="117"/>
                      <a:pt x="185" y="36"/>
                      <a:pt x="0" y="0"/>
                    </a:cubicBezTo>
                    <a:cubicBezTo>
                      <a:pt x="26" y="29"/>
                      <a:pt x="86" y="46"/>
                      <a:pt x="122" y="55"/>
                    </a:cubicBezTo>
                    <a:cubicBezTo>
                      <a:pt x="126" y="56"/>
                      <a:pt x="154" y="62"/>
                      <a:pt x="154" y="62"/>
                    </a:cubicBezTo>
                    <a:cubicBezTo>
                      <a:pt x="339" y="98"/>
                      <a:pt x="723" y="179"/>
                      <a:pt x="813" y="198"/>
                    </a:cubicBezTo>
                    <a:cubicBezTo>
                      <a:pt x="911" y="218"/>
                      <a:pt x="1205" y="268"/>
                      <a:pt x="1233" y="272"/>
                    </a:cubicBezTo>
                    <a:cubicBezTo>
                      <a:pt x="1233" y="271"/>
                      <a:pt x="1233" y="271"/>
                      <a:pt x="1233" y="271"/>
                    </a:cubicBezTo>
                    <a:cubicBezTo>
                      <a:pt x="1189" y="265"/>
                      <a:pt x="1148" y="243"/>
                      <a:pt x="1118" y="210"/>
                    </a:cubicBezTo>
                    <a:close/>
                  </a:path>
                </a:pathLst>
              </a:custGeom>
              <a:solidFill>
                <a:srgbClr val="F66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7" name="Freeform 18">
                <a:extLst>
                  <a:ext uri="{FF2B5EF4-FFF2-40B4-BE49-F238E27FC236}">
                    <a16:creationId xmlns:a16="http://schemas.microsoft.com/office/drawing/2014/main" id="{4DCB7805-8DAB-4C0B-8EA0-95E0BA80F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361"/>
                <a:ext cx="2981" cy="636"/>
              </a:xfrm>
              <a:custGeom>
                <a:avLst/>
                <a:gdLst>
                  <a:gd name="T0" fmla="*/ 9068 w 1120"/>
                  <a:gd name="T1" fmla="*/ 2612 h 224"/>
                  <a:gd name="T2" fmla="*/ 21117 w 1120"/>
                  <a:gd name="T3" fmla="*/ 5128 h 224"/>
                  <a:gd name="T4" fmla="*/ 21061 w 1120"/>
                  <a:gd name="T5" fmla="*/ 4901 h 224"/>
                  <a:gd name="T6" fmla="*/ 9316 w 1120"/>
                  <a:gd name="T7" fmla="*/ 2379 h 224"/>
                  <a:gd name="T8" fmla="*/ 0 w 1120"/>
                  <a:gd name="T9" fmla="*/ 0 h 224"/>
                  <a:gd name="T10" fmla="*/ 0 w 1120"/>
                  <a:gd name="T11" fmla="*/ 275 h 224"/>
                  <a:gd name="T12" fmla="*/ 9068 w 1120"/>
                  <a:gd name="T13" fmla="*/ 2612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0" h="224">
                    <a:moveTo>
                      <a:pt x="481" y="114"/>
                    </a:moveTo>
                    <a:cubicBezTo>
                      <a:pt x="608" y="138"/>
                      <a:pt x="972" y="197"/>
                      <a:pt x="1120" y="224"/>
                    </a:cubicBezTo>
                    <a:cubicBezTo>
                      <a:pt x="1117" y="214"/>
                      <a:pt x="1117" y="214"/>
                      <a:pt x="1117" y="214"/>
                    </a:cubicBezTo>
                    <a:cubicBezTo>
                      <a:pt x="1117" y="214"/>
                      <a:pt x="630" y="130"/>
                      <a:pt x="494" y="104"/>
                    </a:cubicBezTo>
                    <a:cubicBezTo>
                      <a:pt x="374" y="82"/>
                      <a:pt x="91" y="19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02" y="33"/>
                      <a:pt x="367" y="92"/>
                      <a:pt x="481" y="114"/>
                    </a:cubicBez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8" name="Freeform 19">
                <a:extLst>
                  <a:ext uri="{FF2B5EF4-FFF2-40B4-BE49-F238E27FC236}">
                    <a16:creationId xmlns:a16="http://schemas.microsoft.com/office/drawing/2014/main" id="{1BD28BC7-3454-4FD3-9905-AB77CB2E3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332"/>
                <a:ext cx="2993" cy="621"/>
              </a:xfrm>
              <a:custGeom>
                <a:avLst/>
                <a:gdLst>
                  <a:gd name="T0" fmla="*/ 21071 w 1125"/>
                  <a:gd name="T1" fmla="*/ 4994 h 219"/>
                  <a:gd name="T2" fmla="*/ 21185 w 1125"/>
                  <a:gd name="T3" fmla="*/ 4784 h 219"/>
                  <a:gd name="T4" fmla="*/ 13236 w 1125"/>
                  <a:gd name="T5" fmla="*/ 3079 h 219"/>
                  <a:gd name="T6" fmla="*/ 93 w 1125"/>
                  <a:gd name="T7" fmla="*/ 0 h 219"/>
                  <a:gd name="T8" fmla="*/ 77 w 1125"/>
                  <a:gd name="T9" fmla="*/ 0 h 219"/>
                  <a:gd name="T10" fmla="*/ 0 w 1125"/>
                  <a:gd name="T11" fmla="*/ 224 h 219"/>
                  <a:gd name="T12" fmla="*/ 13143 w 1125"/>
                  <a:gd name="T13" fmla="*/ 3303 h 219"/>
                  <a:gd name="T14" fmla="*/ 21049 w 1125"/>
                  <a:gd name="T15" fmla="*/ 4994 h 219"/>
                  <a:gd name="T16" fmla="*/ 21071 w 1125"/>
                  <a:gd name="T17" fmla="*/ 4994 h 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5" h="219">
                    <a:moveTo>
                      <a:pt x="1119" y="219"/>
                    </a:moveTo>
                    <a:cubicBezTo>
                      <a:pt x="1125" y="210"/>
                      <a:pt x="1125" y="210"/>
                      <a:pt x="1125" y="210"/>
                    </a:cubicBezTo>
                    <a:cubicBezTo>
                      <a:pt x="1085" y="204"/>
                      <a:pt x="799" y="154"/>
                      <a:pt x="703" y="135"/>
                    </a:cubicBezTo>
                    <a:cubicBezTo>
                      <a:pt x="613" y="116"/>
                      <a:pt x="190" y="35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85" y="46"/>
                      <a:pt x="608" y="127"/>
                      <a:pt x="698" y="145"/>
                    </a:cubicBezTo>
                    <a:cubicBezTo>
                      <a:pt x="796" y="165"/>
                      <a:pt x="1090" y="215"/>
                      <a:pt x="1118" y="219"/>
                    </a:cubicBezTo>
                    <a:lnTo>
                      <a:pt x="1119" y="219"/>
                    </a:ln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9" name="Freeform 20">
                <a:extLst>
                  <a:ext uri="{FF2B5EF4-FFF2-40B4-BE49-F238E27FC236}">
                    <a16:creationId xmlns:a16="http://schemas.microsoft.com/office/drawing/2014/main" id="{EF616222-43F5-4591-8BC5-21150DEA4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230"/>
                <a:ext cx="3057" cy="723"/>
              </a:xfrm>
              <a:custGeom>
                <a:avLst/>
                <a:gdLst>
                  <a:gd name="T0" fmla="*/ 10398 w 1149"/>
                  <a:gd name="T1" fmla="*/ 2370 h 255"/>
                  <a:gd name="T2" fmla="*/ 5670 w 1149"/>
                  <a:gd name="T3" fmla="*/ 1279 h 255"/>
                  <a:gd name="T4" fmla="*/ 261 w 1149"/>
                  <a:gd name="T5" fmla="*/ 0 h 255"/>
                  <a:gd name="T6" fmla="*/ 0 w 1149"/>
                  <a:gd name="T7" fmla="*/ 1046 h 255"/>
                  <a:gd name="T8" fmla="*/ 77 w 1149"/>
                  <a:gd name="T9" fmla="*/ 819 h 255"/>
                  <a:gd name="T10" fmla="*/ 93 w 1149"/>
                  <a:gd name="T11" fmla="*/ 819 h 255"/>
                  <a:gd name="T12" fmla="*/ 13236 w 1149"/>
                  <a:gd name="T13" fmla="*/ 3899 h 255"/>
                  <a:gd name="T14" fmla="*/ 21186 w 1149"/>
                  <a:gd name="T15" fmla="*/ 5603 h 255"/>
                  <a:gd name="T16" fmla="*/ 21074 w 1149"/>
                  <a:gd name="T17" fmla="*/ 5812 h 255"/>
                  <a:gd name="T18" fmla="*/ 21638 w 1149"/>
                  <a:gd name="T19" fmla="*/ 4857 h 255"/>
                  <a:gd name="T20" fmla="*/ 17930 w 1149"/>
                  <a:gd name="T21" fmla="*/ 4100 h 255"/>
                  <a:gd name="T22" fmla="*/ 10398 w 1149"/>
                  <a:gd name="T23" fmla="*/ 2370 h 2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49" h="255">
                    <a:moveTo>
                      <a:pt x="552" y="104"/>
                    </a:moveTo>
                    <a:cubicBezTo>
                      <a:pt x="481" y="91"/>
                      <a:pt x="395" y="74"/>
                      <a:pt x="301" y="56"/>
                    </a:cubicBezTo>
                    <a:cubicBezTo>
                      <a:pt x="301" y="56"/>
                      <a:pt x="18" y="2"/>
                      <a:pt x="1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90" y="71"/>
                      <a:pt x="613" y="152"/>
                      <a:pt x="703" y="171"/>
                    </a:cubicBezTo>
                    <a:cubicBezTo>
                      <a:pt x="799" y="190"/>
                      <a:pt x="1085" y="240"/>
                      <a:pt x="1125" y="246"/>
                    </a:cubicBezTo>
                    <a:cubicBezTo>
                      <a:pt x="1119" y="255"/>
                      <a:pt x="1119" y="255"/>
                      <a:pt x="1119" y="255"/>
                    </a:cubicBezTo>
                    <a:cubicBezTo>
                      <a:pt x="1149" y="213"/>
                      <a:pt x="1149" y="213"/>
                      <a:pt x="1149" y="213"/>
                    </a:cubicBezTo>
                    <a:cubicBezTo>
                      <a:pt x="1124" y="209"/>
                      <a:pt x="1040" y="195"/>
                      <a:pt x="952" y="180"/>
                    </a:cubicBezTo>
                    <a:cubicBezTo>
                      <a:pt x="868" y="165"/>
                      <a:pt x="648" y="123"/>
                      <a:pt x="552" y="104"/>
                    </a:cubicBez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0" name="Freeform 21">
                <a:extLst>
                  <a:ext uri="{FF2B5EF4-FFF2-40B4-BE49-F238E27FC236}">
                    <a16:creationId xmlns:a16="http://schemas.microsoft.com/office/drawing/2014/main" id="{2858215C-C0E5-4823-9674-514811290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338"/>
                <a:ext cx="224" cy="48"/>
              </a:xfrm>
              <a:custGeom>
                <a:avLst/>
                <a:gdLst>
                  <a:gd name="T0" fmla="*/ 0 w 84"/>
                  <a:gd name="T1" fmla="*/ 0 h 17"/>
                  <a:gd name="T2" fmla="*/ 0 w 84"/>
                  <a:gd name="T3" fmla="*/ 23 h 17"/>
                  <a:gd name="T4" fmla="*/ 1592 w 84"/>
                  <a:gd name="T5" fmla="*/ 384 h 17"/>
                  <a:gd name="T6" fmla="*/ 0 w 84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7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8" y="6"/>
                      <a:pt x="57" y="11"/>
                      <a:pt x="84" y="1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1" name="Freeform 22">
                <a:extLst>
                  <a:ext uri="{FF2B5EF4-FFF2-40B4-BE49-F238E27FC236}">
                    <a16:creationId xmlns:a16="http://schemas.microsoft.com/office/drawing/2014/main" id="{A2FF0C2B-3CAE-4FBC-A40E-952C4EF2C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369"/>
                <a:ext cx="175" cy="440"/>
              </a:xfrm>
              <a:custGeom>
                <a:avLst/>
                <a:gdLst>
                  <a:gd name="T0" fmla="*/ 0 w 66"/>
                  <a:gd name="T1" fmla="*/ 3546 h 155"/>
                  <a:gd name="T2" fmla="*/ 856 w 66"/>
                  <a:gd name="T3" fmla="*/ 0 h 155"/>
                  <a:gd name="T4" fmla="*/ 0 w 66"/>
                  <a:gd name="T5" fmla="*/ 3546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55">
                    <a:moveTo>
                      <a:pt x="0" y="155"/>
                    </a:moveTo>
                    <a:cubicBezTo>
                      <a:pt x="66" y="101"/>
                      <a:pt x="52" y="22"/>
                      <a:pt x="46" y="0"/>
                    </a:cubicBezTo>
                    <a:cubicBezTo>
                      <a:pt x="47" y="21"/>
                      <a:pt x="53" y="99"/>
                      <a:pt x="0" y="1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2" name="Freeform 23">
                <a:extLst>
                  <a:ext uri="{FF2B5EF4-FFF2-40B4-BE49-F238E27FC236}">
                    <a16:creationId xmlns:a16="http://schemas.microsoft.com/office/drawing/2014/main" id="{D2B10D31-D02E-49B2-8E3D-2E522434C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551"/>
                <a:ext cx="3042" cy="647"/>
              </a:xfrm>
              <a:custGeom>
                <a:avLst/>
                <a:gdLst>
                  <a:gd name="T0" fmla="*/ 21432 w 1143"/>
                  <a:gd name="T1" fmla="*/ 4824 h 228"/>
                  <a:gd name="T2" fmla="*/ 21470 w 1143"/>
                  <a:gd name="T3" fmla="*/ 4986 h 228"/>
                  <a:gd name="T4" fmla="*/ 19684 w 1143"/>
                  <a:gd name="T5" fmla="*/ 4574 h 228"/>
                  <a:gd name="T6" fmla="*/ 15250 w 1143"/>
                  <a:gd name="T7" fmla="*/ 3544 h 228"/>
                  <a:gd name="T8" fmla="*/ 14968 w 1143"/>
                  <a:gd name="T9" fmla="*/ 3703 h 228"/>
                  <a:gd name="T10" fmla="*/ 14329 w 1143"/>
                  <a:gd name="T11" fmla="*/ 4092 h 228"/>
                  <a:gd name="T12" fmla="*/ 13459 w 1143"/>
                  <a:gd name="T13" fmla="*/ 4140 h 228"/>
                  <a:gd name="T14" fmla="*/ 12027 w 1143"/>
                  <a:gd name="T15" fmla="*/ 3703 h 228"/>
                  <a:gd name="T16" fmla="*/ 10781 w 1143"/>
                  <a:gd name="T17" fmla="*/ 3607 h 228"/>
                  <a:gd name="T18" fmla="*/ 9350 w 1143"/>
                  <a:gd name="T19" fmla="*/ 3471 h 228"/>
                  <a:gd name="T20" fmla="*/ 7691 w 1143"/>
                  <a:gd name="T21" fmla="*/ 2037 h 228"/>
                  <a:gd name="T22" fmla="*/ 7409 w 1143"/>
                  <a:gd name="T23" fmla="*/ 1805 h 228"/>
                  <a:gd name="T24" fmla="*/ 21 w 1143"/>
                  <a:gd name="T25" fmla="*/ 0 h 228"/>
                  <a:gd name="T26" fmla="*/ 0 w 1143"/>
                  <a:gd name="T27" fmla="*/ 184 h 228"/>
                  <a:gd name="T28" fmla="*/ 4924 w 1143"/>
                  <a:gd name="T29" fmla="*/ 1368 h 228"/>
                  <a:gd name="T30" fmla="*/ 7316 w 1143"/>
                  <a:gd name="T31" fmla="*/ 1964 h 228"/>
                  <a:gd name="T32" fmla="*/ 7601 w 1143"/>
                  <a:gd name="T33" fmla="*/ 2213 h 228"/>
                  <a:gd name="T34" fmla="*/ 9350 w 1143"/>
                  <a:gd name="T35" fmla="*/ 3703 h 228"/>
                  <a:gd name="T36" fmla="*/ 10781 w 1143"/>
                  <a:gd name="T37" fmla="*/ 3842 h 228"/>
                  <a:gd name="T38" fmla="*/ 12027 w 1143"/>
                  <a:gd name="T39" fmla="*/ 3930 h 228"/>
                  <a:gd name="T40" fmla="*/ 13459 w 1143"/>
                  <a:gd name="T41" fmla="*/ 4364 h 228"/>
                  <a:gd name="T42" fmla="*/ 14329 w 1143"/>
                  <a:gd name="T43" fmla="*/ 4316 h 228"/>
                  <a:gd name="T44" fmla="*/ 15058 w 1143"/>
                  <a:gd name="T45" fmla="*/ 3882 h 228"/>
                  <a:gd name="T46" fmla="*/ 15250 w 1143"/>
                  <a:gd name="T47" fmla="*/ 3794 h 228"/>
                  <a:gd name="T48" fmla="*/ 17006 w 1143"/>
                  <a:gd name="T49" fmla="*/ 4203 h 228"/>
                  <a:gd name="T50" fmla="*/ 21547 w 1143"/>
                  <a:gd name="T51" fmla="*/ 5210 h 228"/>
                  <a:gd name="T52" fmla="*/ 21432 w 1143"/>
                  <a:gd name="T53" fmla="*/ 4824 h 2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43" h="228">
                    <a:moveTo>
                      <a:pt x="1137" y="211"/>
                    </a:moveTo>
                    <a:cubicBezTo>
                      <a:pt x="1139" y="218"/>
                      <a:pt x="1139" y="218"/>
                      <a:pt x="1139" y="218"/>
                    </a:cubicBezTo>
                    <a:cubicBezTo>
                      <a:pt x="1127" y="216"/>
                      <a:pt x="1094" y="209"/>
                      <a:pt x="1044" y="200"/>
                    </a:cubicBezTo>
                    <a:cubicBezTo>
                      <a:pt x="1036" y="197"/>
                      <a:pt x="924" y="176"/>
                      <a:pt x="809" y="155"/>
                    </a:cubicBezTo>
                    <a:cubicBezTo>
                      <a:pt x="801" y="156"/>
                      <a:pt x="797" y="159"/>
                      <a:pt x="794" y="162"/>
                    </a:cubicBezTo>
                    <a:cubicBezTo>
                      <a:pt x="786" y="169"/>
                      <a:pt x="773" y="177"/>
                      <a:pt x="760" y="179"/>
                    </a:cubicBezTo>
                    <a:cubicBezTo>
                      <a:pt x="744" y="181"/>
                      <a:pt x="740" y="179"/>
                      <a:pt x="714" y="181"/>
                    </a:cubicBezTo>
                    <a:cubicBezTo>
                      <a:pt x="688" y="183"/>
                      <a:pt x="674" y="172"/>
                      <a:pt x="638" y="162"/>
                    </a:cubicBezTo>
                    <a:cubicBezTo>
                      <a:pt x="602" y="152"/>
                      <a:pt x="604" y="158"/>
                      <a:pt x="572" y="158"/>
                    </a:cubicBezTo>
                    <a:cubicBezTo>
                      <a:pt x="540" y="158"/>
                      <a:pt x="526" y="168"/>
                      <a:pt x="496" y="152"/>
                    </a:cubicBezTo>
                    <a:cubicBezTo>
                      <a:pt x="466" y="135"/>
                      <a:pt x="438" y="135"/>
                      <a:pt x="408" y="89"/>
                    </a:cubicBezTo>
                    <a:cubicBezTo>
                      <a:pt x="406" y="84"/>
                      <a:pt x="399" y="82"/>
                      <a:pt x="393" y="79"/>
                    </a:cubicBezTo>
                    <a:cubicBezTo>
                      <a:pt x="298" y="61"/>
                      <a:pt x="20" y="4"/>
                      <a:pt x="1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99" y="28"/>
                      <a:pt x="201" y="48"/>
                      <a:pt x="261" y="60"/>
                    </a:cubicBezTo>
                    <a:cubicBezTo>
                      <a:pt x="282" y="64"/>
                      <a:pt x="326" y="74"/>
                      <a:pt x="388" y="86"/>
                    </a:cubicBezTo>
                    <a:cubicBezTo>
                      <a:pt x="393" y="88"/>
                      <a:pt x="400" y="93"/>
                      <a:pt x="403" y="97"/>
                    </a:cubicBezTo>
                    <a:cubicBezTo>
                      <a:pt x="433" y="143"/>
                      <a:pt x="466" y="145"/>
                      <a:pt x="496" y="162"/>
                    </a:cubicBezTo>
                    <a:cubicBezTo>
                      <a:pt x="526" y="178"/>
                      <a:pt x="540" y="168"/>
                      <a:pt x="572" y="168"/>
                    </a:cubicBezTo>
                    <a:cubicBezTo>
                      <a:pt x="604" y="168"/>
                      <a:pt x="602" y="162"/>
                      <a:pt x="638" y="172"/>
                    </a:cubicBezTo>
                    <a:cubicBezTo>
                      <a:pt x="674" y="182"/>
                      <a:pt x="688" y="193"/>
                      <a:pt x="714" y="191"/>
                    </a:cubicBezTo>
                    <a:cubicBezTo>
                      <a:pt x="740" y="189"/>
                      <a:pt x="744" y="191"/>
                      <a:pt x="760" y="189"/>
                    </a:cubicBezTo>
                    <a:cubicBezTo>
                      <a:pt x="773" y="187"/>
                      <a:pt x="791" y="177"/>
                      <a:pt x="799" y="170"/>
                    </a:cubicBezTo>
                    <a:cubicBezTo>
                      <a:pt x="801" y="168"/>
                      <a:pt x="804" y="166"/>
                      <a:pt x="809" y="166"/>
                    </a:cubicBezTo>
                    <a:cubicBezTo>
                      <a:pt x="841" y="172"/>
                      <a:pt x="870" y="177"/>
                      <a:pt x="902" y="184"/>
                    </a:cubicBezTo>
                    <a:cubicBezTo>
                      <a:pt x="1143" y="228"/>
                      <a:pt x="1143" y="228"/>
                      <a:pt x="1143" y="228"/>
                    </a:cubicBezTo>
                    <a:lnTo>
                      <a:pt x="1137" y="211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3" name="Freeform 24">
                <a:extLst>
                  <a:ext uri="{FF2B5EF4-FFF2-40B4-BE49-F238E27FC236}">
                    <a16:creationId xmlns:a16="http://schemas.microsoft.com/office/drawing/2014/main" id="{E0B3FA8F-D60C-44FE-B785-77E1D29D8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173"/>
                <a:ext cx="3047" cy="636"/>
              </a:xfrm>
              <a:custGeom>
                <a:avLst/>
                <a:gdLst>
                  <a:gd name="T0" fmla="*/ 13378 w 1145"/>
                  <a:gd name="T1" fmla="*/ 3112 h 224"/>
                  <a:gd name="T2" fmla="*/ 12491 w 1145"/>
                  <a:gd name="T3" fmla="*/ 2910 h 224"/>
                  <a:gd name="T4" fmla="*/ 10551 w 1145"/>
                  <a:gd name="T5" fmla="*/ 1968 h 224"/>
                  <a:gd name="T6" fmla="*/ 7951 w 1145"/>
                  <a:gd name="T7" fmla="*/ 1008 h 224"/>
                  <a:gd name="T8" fmla="*/ 6238 w 1145"/>
                  <a:gd name="T9" fmla="*/ 1258 h 224"/>
                  <a:gd name="T10" fmla="*/ 5445 w 1145"/>
                  <a:gd name="T11" fmla="*/ 1258 h 224"/>
                  <a:gd name="T12" fmla="*/ 56 w 1145"/>
                  <a:gd name="T13" fmla="*/ 0 h 224"/>
                  <a:gd name="T14" fmla="*/ 431 w 1145"/>
                  <a:gd name="T15" fmla="*/ 346 h 224"/>
                  <a:gd name="T16" fmla="*/ 5466 w 1145"/>
                  <a:gd name="T17" fmla="*/ 1508 h 224"/>
                  <a:gd name="T18" fmla="*/ 6275 w 1145"/>
                  <a:gd name="T19" fmla="*/ 1468 h 224"/>
                  <a:gd name="T20" fmla="*/ 6238 w 1145"/>
                  <a:gd name="T21" fmla="*/ 1442 h 224"/>
                  <a:gd name="T22" fmla="*/ 6310 w 1145"/>
                  <a:gd name="T23" fmla="*/ 1442 h 224"/>
                  <a:gd name="T24" fmla="*/ 6365 w 1145"/>
                  <a:gd name="T25" fmla="*/ 1442 h 224"/>
                  <a:gd name="T26" fmla="*/ 6424 w 1145"/>
                  <a:gd name="T27" fmla="*/ 1442 h 224"/>
                  <a:gd name="T28" fmla="*/ 6480 w 1145"/>
                  <a:gd name="T29" fmla="*/ 1442 h 224"/>
                  <a:gd name="T30" fmla="*/ 6557 w 1145"/>
                  <a:gd name="T31" fmla="*/ 1420 h 224"/>
                  <a:gd name="T32" fmla="*/ 6650 w 1145"/>
                  <a:gd name="T33" fmla="*/ 1420 h 224"/>
                  <a:gd name="T34" fmla="*/ 6727 w 1145"/>
                  <a:gd name="T35" fmla="*/ 1394 h 224"/>
                  <a:gd name="T36" fmla="*/ 6805 w 1145"/>
                  <a:gd name="T37" fmla="*/ 1371 h 224"/>
                  <a:gd name="T38" fmla="*/ 6863 w 1145"/>
                  <a:gd name="T39" fmla="*/ 1371 h 224"/>
                  <a:gd name="T40" fmla="*/ 6932 w 1145"/>
                  <a:gd name="T41" fmla="*/ 1354 h 224"/>
                  <a:gd name="T42" fmla="*/ 6991 w 1145"/>
                  <a:gd name="T43" fmla="*/ 1329 h 224"/>
                  <a:gd name="T44" fmla="*/ 7047 w 1145"/>
                  <a:gd name="T45" fmla="*/ 1329 h 224"/>
                  <a:gd name="T46" fmla="*/ 7103 w 1145"/>
                  <a:gd name="T47" fmla="*/ 1306 h 224"/>
                  <a:gd name="T48" fmla="*/ 7145 w 1145"/>
                  <a:gd name="T49" fmla="*/ 1306 h 224"/>
                  <a:gd name="T50" fmla="*/ 7951 w 1145"/>
                  <a:gd name="T51" fmla="*/ 1193 h 224"/>
                  <a:gd name="T52" fmla="*/ 10551 w 1145"/>
                  <a:gd name="T53" fmla="*/ 2152 h 224"/>
                  <a:gd name="T54" fmla="*/ 10666 w 1145"/>
                  <a:gd name="T55" fmla="*/ 2200 h 224"/>
                  <a:gd name="T56" fmla="*/ 10764 w 1145"/>
                  <a:gd name="T57" fmla="*/ 2240 h 224"/>
                  <a:gd name="T58" fmla="*/ 10857 w 1145"/>
                  <a:gd name="T59" fmla="*/ 2288 h 224"/>
                  <a:gd name="T60" fmla="*/ 10927 w 1145"/>
                  <a:gd name="T61" fmla="*/ 2337 h 224"/>
                  <a:gd name="T62" fmla="*/ 11025 w 1145"/>
                  <a:gd name="T63" fmla="*/ 2379 h 224"/>
                  <a:gd name="T64" fmla="*/ 11097 w 1145"/>
                  <a:gd name="T65" fmla="*/ 2428 h 224"/>
                  <a:gd name="T66" fmla="*/ 11174 w 1145"/>
                  <a:gd name="T67" fmla="*/ 2476 h 224"/>
                  <a:gd name="T68" fmla="*/ 11366 w 1145"/>
                  <a:gd name="T69" fmla="*/ 2564 h 224"/>
                  <a:gd name="T70" fmla="*/ 11422 w 1145"/>
                  <a:gd name="T71" fmla="*/ 2612 h 224"/>
                  <a:gd name="T72" fmla="*/ 11480 w 1145"/>
                  <a:gd name="T73" fmla="*/ 2635 h 224"/>
                  <a:gd name="T74" fmla="*/ 11515 w 1145"/>
                  <a:gd name="T75" fmla="*/ 2652 h 224"/>
                  <a:gd name="T76" fmla="*/ 11571 w 1145"/>
                  <a:gd name="T77" fmla="*/ 2677 h 224"/>
                  <a:gd name="T78" fmla="*/ 11608 w 1145"/>
                  <a:gd name="T79" fmla="*/ 2700 h 224"/>
                  <a:gd name="T80" fmla="*/ 12308 w 1145"/>
                  <a:gd name="T81" fmla="*/ 3064 h 224"/>
                  <a:gd name="T82" fmla="*/ 21443 w 1145"/>
                  <a:gd name="T83" fmla="*/ 5102 h 224"/>
                  <a:gd name="T84" fmla="*/ 21576 w 1145"/>
                  <a:gd name="T85" fmla="*/ 4901 h 224"/>
                  <a:gd name="T86" fmla="*/ 16302 w 1145"/>
                  <a:gd name="T87" fmla="*/ 379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5" h="224">
                    <a:moveTo>
                      <a:pt x="865" y="166"/>
                    </a:moveTo>
                    <a:cubicBezTo>
                      <a:pt x="816" y="157"/>
                      <a:pt x="764" y="147"/>
                      <a:pt x="710" y="136"/>
                    </a:cubicBezTo>
                    <a:cubicBezTo>
                      <a:pt x="759" y="146"/>
                      <a:pt x="807" y="155"/>
                      <a:pt x="851" y="163"/>
                    </a:cubicBezTo>
                    <a:cubicBezTo>
                      <a:pt x="663" y="127"/>
                      <a:pt x="663" y="127"/>
                      <a:pt x="663" y="127"/>
                    </a:cubicBezTo>
                    <a:cubicBezTo>
                      <a:pt x="655" y="125"/>
                      <a:pt x="630" y="117"/>
                      <a:pt x="617" y="110"/>
                    </a:cubicBezTo>
                    <a:cubicBezTo>
                      <a:pt x="612" y="109"/>
                      <a:pt x="585" y="95"/>
                      <a:pt x="560" y="86"/>
                    </a:cubicBezTo>
                    <a:cubicBezTo>
                      <a:pt x="534" y="76"/>
                      <a:pt x="530" y="72"/>
                      <a:pt x="500" y="62"/>
                    </a:cubicBezTo>
                    <a:cubicBezTo>
                      <a:pt x="470" y="52"/>
                      <a:pt x="456" y="42"/>
                      <a:pt x="422" y="44"/>
                    </a:cubicBezTo>
                    <a:cubicBezTo>
                      <a:pt x="405" y="45"/>
                      <a:pt x="393" y="45"/>
                      <a:pt x="381" y="48"/>
                    </a:cubicBezTo>
                    <a:cubicBezTo>
                      <a:pt x="372" y="50"/>
                      <a:pt x="340" y="55"/>
                      <a:pt x="331" y="55"/>
                    </a:cubicBezTo>
                    <a:cubicBezTo>
                      <a:pt x="320" y="55"/>
                      <a:pt x="294" y="57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186" y="35"/>
                      <a:pt x="87" y="16"/>
                      <a:pt x="3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9" y="12"/>
                      <a:pt x="23" y="15"/>
                    </a:cubicBezTo>
                    <a:cubicBezTo>
                      <a:pt x="94" y="28"/>
                      <a:pt x="173" y="44"/>
                      <a:pt x="256" y="60"/>
                    </a:cubicBezTo>
                    <a:cubicBezTo>
                      <a:pt x="290" y="66"/>
                      <a:pt x="290" y="66"/>
                      <a:pt x="290" y="66"/>
                    </a:cubicBezTo>
                    <a:cubicBezTo>
                      <a:pt x="299" y="66"/>
                      <a:pt x="306" y="66"/>
                      <a:pt x="314" y="66"/>
                    </a:cubicBezTo>
                    <a:cubicBezTo>
                      <a:pt x="319" y="65"/>
                      <a:pt x="326" y="64"/>
                      <a:pt x="333" y="64"/>
                    </a:cubicBezTo>
                    <a:cubicBezTo>
                      <a:pt x="332" y="64"/>
                      <a:pt x="331" y="63"/>
                      <a:pt x="331" y="63"/>
                    </a:cubicBezTo>
                    <a:cubicBezTo>
                      <a:pt x="331" y="63"/>
                      <a:pt x="331" y="63"/>
                      <a:pt x="331" y="63"/>
                    </a:cubicBezTo>
                    <a:cubicBezTo>
                      <a:pt x="332" y="63"/>
                      <a:pt x="333" y="63"/>
                      <a:pt x="334" y="63"/>
                    </a:cubicBezTo>
                    <a:cubicBezTo>
                      <a:pt x="335" y="63"/>
                      <a:pt x="335" y="63"/>
                      <a:pt x="335" y="63"/>
                    </a:cubicBezTo>
                    <a:cubicBezTo>
                      <a:pt x="336" y="63"/>
                      <a:pt x="336" y="63"/>
                      <a:pt x="337" y="63"/>
                    </a:cubicBezTo>
                    <a:cubicBezTo>
                      <a:pt x="337" y="63"/>
                      <a:pt x="338" y="63"/>
                      <a:pt x="338" y="63"/>
                    </a:cubicBezTo>
                    <a:cubicBezTo>
                      <a:pt x="338" y="63"/>
                      <a:pt x="339" y="63"/>
                      <a:pt x="340" y="63"/>
                    </a:cubicBezTo>
                    <a:cubicBezTo>
                      <a:pt x="340" y="63"/>
                      <a:pt x="341" y="63"/>
                      <a:pt x="341" y="63"/>
                    </a:cubicBezTo>
                    <a:cubicBezTo>
                      <a:pt x="342" y="63"/>
                      <a:pt x="342" y="63"/>
                      <a:pt x="343" y="63"/>
                    </a:cubicBezTo>
                    <a:cubicBezTo>
                      <a:pt x="343" y="63"/>
                      <a:pt x="344" y="63"/>
                      <a:pt x="344" y="63"/>
                    </a:cubicBezTo>
                    <a:cubicBezTo>
                      <a:pt x="345" y="63"/>
                      <a:pt x="346" y="62"/>
                      <a:pt x="347" y="62"/>
                    </a:cubicBezTo>
                    <a:cubicBezTo>
                      <a:pt x="347" y="62"/>
                      <a:pt x="348" y="62"/>
                      <a:pt x="348" y="62"/>
                    </a:cubicBezTo>
                    <a:cubicBezTo>
                      <a:pt x="349" y="62"/>
                      <a:pt x="350" y="62"/>
                      <a:pt x="351" y="62"/>
                    </a:cubicBezTo>
                    <a:cubicBezTo>
                      <a:pt x="352" y="62"/>
                      <a:pt x="352" y="62"/>
                      <a:pt x="353" y="62"/>
                    </a:cubicBezTo>
                    <a:cubicBezTo>
                      <a:pt x="353" y="61"/>
                      <a:pt x="354" y="61"/>
                      <a:pt x="355" y="61"/>
                    </a:cubicBezTo>
                    <a:cubicBezTo>
                      <a:pt x="356" y="61"/>
                      <a:pt x="356" y="61"/>
                      <a:pt x="357" y="61"/>
                    </a:cubicBezTo>
                    <a:cubicBezTo>
                      <a:pt x="357" y="61"/>
                      <a:pt x="358" y="61"/>
                      <a:pt x="359" y="61"/>
                    </a:cubicBezTo>
                    <a:cubicBezTo>
                      <a:pt x="359" y="61"/>
                      <a:pt x="360" y="60"/>
                      <a:pt x="361" y="60"/>
                    </a:cubicBezTo>
                    <a:cubicBezTo>
                      <a:pt x="361" y="60"/>
                      <a:pt x="362" y="60"/>
                      <a:pt x="363" y="60"/>
                    </a:cubicBezTo>
                    <a:cubicBezTo>
                      <a:pt x="363" y="60"/>
                      <a:pt x="364" y="60"/>
                      <a:pt x="364" y="60"/>
                    </a:cubicBezTo>
                    <a:cubicBezTo>
                      <a:pt x="365" y="60"/>
                      <a:pt x="366" y="59"/>
                      <a:pt x="366" y="59"/>
                    </a:cubicBezTo>
                    <a:cubicBezTo>
                      <a:pt x="367" y="59"/>
                      <a:pt x="367" y="59"/>
                      <a:pt x="368" y="59"/>
                    </a:cubicBezTo>
                    <a:cubicBezTo>
                      <a:pt x="368" y="59"/>
                      <a:pt x="369" y="59"/>
                      <a:pt x="370" y="59"/>
                    </a:cubicBezTo>
                    <a:cubicBezTo>
                      <a:pt x="370" y="59"/>
                      <a:pt x="371" y="58"/>
                      <a:pt x="371" y="58"/>
                    </a:cubicBezTo>
                    <a:cubicBezTo>
                      <a:pt x="372" y="58"/>
                      <a:pt x="372" y="58"/>
                      <a:pt x="373" y="58"/>
                    </a:cubicBezTo>
                    <a:cubicBezTo>
                      <a:pt x="373" y="58"/>
                      <a:pt x="374" y="58"/>
                      <a:pt x="374" y="58"/>
                    </a:cubicBezTo>
                    <a:cubicBezTo>
                      <a:pt x="375" y="58"/>
                      <a:pt x="375" y="58"/>
                      <a:pt x="376" y="57"/>
                    </a:cubicBezTo>
                    <a:cubicBezTo>
                      <a:pt x="376" y="57"/>
                      <a:pt x="376" y="57"/>
                      <a:pt x="377" y="57"/>
                    </a:cubicBezTo>
                    <a:cubicBezTo>
                      <a:pt x="377" y="57"/>
                      <a:pt x="378" y="57"/>
                      <a:pt x="378" y="57"/>
                    </a:cubicBezTo>
                    <a:cubicBezTo>
                      <a:pt x="378" y="57"/>
                      <a:pt x="379" y="57"/>
                      <a:pt x="379" y="57"/>
                    </a:cubicBezTo>
                    <a:cubicBezTo>
                      <a:pt x="380" y="57"/>
                      <a:pt x="380" y="56"/>
                      <a:pt x="381" y="56"/>
                    </a:cubicBezTo>
                    <a:cubicBezTo>
                      <a:pt x="393" y="53"/>
                      <a:pt x="405" y="53"/>
                      <a:pt x="422" y="52"/>
                    </a:cubicBezTo>
                    <a:cubicBezTo>
                      <a:pt x="456" y="50"/>
                      <a:pt x="470" y="60"/>
                      <a:pt x="500" y="70"/>
                    </a:cubicBezTo>
                    <a:cubicBezTo>
                      <a:pt x="530" y="80"/>
                      <a:pt x="534" y="84"/>
                      <a:pt x="560" y="94"/>
                    </a:cubicBezTo>
                    <a:cubicBezTo>
                      <a:pt x="561" y="94"/>
                      <a:pt x="563" y="95"/>
                      <a:pt x="564" y="95"/>
                    </a:cubicBezTo>
                    <a:cubicBezTo>
                      <a:pt x="565" y="96"/>
                      <a:pt x="565" y="96"/>
                      <a:pt x="566" y="96"/>
                    </a:cubicBezTo>
                    <a:cubicBezTo>
                      <a:pt x="567" y="96"/>
                      <a:pt x="568" y="97"/>
                      <a:pt x="569" y="97"/>
                    </a:cubicBezTo>
                    <a:cubicBezTo>
                      <a:pt x="570" y="98"/>
                      <a:pt x="570" y="98"/>
                      <a:pt x="571" y="98"/>
                    </a:cubicBezTo>
                    <a:cubicBezTo>
                      <a:pt x="572" y="98"/>
                      <a:pt x="573" y="99"/>
                      <a:pt x="573" y="99"/>
                    </a:cubicBezTo>
                    <a:cubicBezTo>
                      <a:pt x="574" y="99"/>
                      <a:pt x="575" y="100"/>
                      <a:pt x="576" y="100"/>
                    </a:cubicBezTo>
                    <a:cubicBezTo>
                      <a:pt x="576" y="100"/>
                      <a:pt x="577" y="101"/>
                      <a:pt x="578" y="101"/>
                    </a:cubicBezTo>
                    <a:cubicBezTo>
                      <a:pt x="579" y="101"/>
                      <a:pt x="579" y="102"/>
                      <a:pt x="580" y="102"/>
                    </a:cubicBezTo>
                    <a:cubicBezTo>
                      <a:pt x="581" y="102"/>
                      <a:pt x="582" y="103"/>
                      <a:pt x="582" y="103"/>
                    </a:cubicBezTo>
                    <a:cubicBezTo>
                      <a:pt x="583" y="103"/>
                      <a:pt x="584" y="104"/>
                      <a:pt x="585" y="104"/>
                    </a:cubicBezTo>
                    <a:cubicBezTo>
                      <a:pt x="585" y="104"/>
                      <a:pt x="586" y="105"/>
                      <a:pt x="587" y="105"/>
                    </a:cubicBezTo>
                    <a:cubicBezTo>
                      <a:pt x="587" y="105"/>
                      <a:pt x="588" y="106"/>
                      <a:pt x="589" y="106"/>
                    </a:cubicBezTo>
                    <a:cubicBezTo>
                      <a:pt x="590" y="106"/>
                      <a:pt x="590" y="107"/>
                      <a:pt x="591" y="107"/>
                    </a:cubicBezTo>
                    <a:cubicBezTo>
                      <a:pt x="592" y="107"/>
                      <a:pt x="592" y="108"/>
                      <a:pt x="593" y="108"/>
                    </a:cubicBezTo>
                    <a:cubicBezTo>
                      <a:pt x="594" y="108"/>
                      <a:pt x="594" y="108"/>
                      <a:pt x="594" y="108"/>
                    </a:cubicBezTo>
                    <a:cubicBezTo>
                      <a:pt x="597" y="110"/>
                      <a:pt x="600" y="111"/>
                      <a:pt x="603" y="112"/>
                    </a:cubicBezTo>
                    <a:cubicBezTo>
                      <a:pt x="603" y="113"/>
                      <a:pt x="603" y="113"/>
                      <a:pt x="603" y="113"/>
                    </a:cubicBezTo>
                    <a:cubicBezTo>
                      <a:pt x="604" y="113"/>
                      <a:pt x="605" y="113"/>
                      <a:pt x="606" y="114"/>
                    </a:cubicBezTo>
                    <a:cubicBezTo>
                      <a:pt x="606" y="114"/>
                      <a:pt x="606" y="114"/>
                      <a:pt x="607" y="114"/>
                    </a:cubicBezTo>
                    <a:cubicBezTo>
                      <a:pt x="607" y="114"/>
                      <a:pt x="608" y="115"/>
                      <a:pt x="609" y="115"/>
                    </a:cubicBezTo>
                    <a:cubicBezTo>
                      <a:pt x="609" y="115"/>
                      <a:pt x="609" y="115"/>
                      <a:pt x="609" y="115"/>
                    </a:cubicBezTo>
                    <a:cubicBezTo>
                      <a:pt x="610" y="116"/>
                      <a:pt x="611" y="116"/>
                      <a:pt x="611" y="116"/>
                    </a:cubicBezTo>
                    <a:cubicBezTo>
                      <a:pt x="611" y="116"/>
                      <a:pt x="612" y="116"/>
                      <a:pt x="612" y="116"/>
                    </a:cubicBezTo>
                    <a:cubicBezTo>
                      <a:pt x="613" y="117"/>
                      <a:pt x="613" y="117"/>
                      <a:pt x="614" y="117"/>
                    </a:cubicBezTo>
                    <a:cubicBezTo>
                      <a:pt x="614" y="117"/>
                      <a:pt x="614" y="117"/>
                      <a:pt x="614" y="117"/>
                    </a:cubicBezTo>
                    <a:cubicBezTo>
                      <a:pt x="615" y="118"/>
                      <a:pt x="615" y="118"/>
                      <a:pt x="616" y="118"/>
                    </a:cubicBezTo>
                    <a:cubicBezTo>
                      <a:pt x="618" y="119"/>
                      <a:pt x="619" y="120"/>
                      <a:pt x="621" y="121"/>
                    </a:cubicBezTo>
                    <a:cubicBezTo>
                      <a:pt x="627" y="125"/>
                      <a:pt x="631" y="129"/>
                      <a:pt x="653" y="134"/>
                    </a:cubicBezTo>
                    <a:cubicBezTo>
                      <a:pt x="800" y="162"/>
                      <a:pt x="987" y="196"/>
                      <a:pt x="1021" y="203"/>
                    </a:cubicBezTo>
                    <a:cubicBezTo>
                      <a:pt x="1079" y="213"/>
                      <a:pt x="1125" y="221"/>
                      <a:pt x="1138" y="223"/>
                    </a:cubicBezTo>
                    <a:cubicBezTo>
                      <a:pt x="1137" y="224"/>
                      <a:pt x="1137" y="224"/>
                      <a:pt x="1137" y="224"/>
                    </a:cubicBezTo>
                    <a:cubicBezTo>
                      <a:pt x="1145" y="214"/>
                      <a:pt x="1145" y="214"/>
                      <a:pt x="1145" y="214"/>
                    </a:cubicBezTo>
                    <a:cubicBezTo>
                      <a:pt x="1145" y="214"/>
                      <a:pt x="1145" y="214"/>
                      <a:pt x="1145" y="214"/>
                    </a:cubicBezTo>
                    <a:lnTo>
                      <a:pt x="865" y="166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4" name="Freeform 25">
                <a:extLst>
                  <a:ext uri="{FF2B5EF4-FFF2-40B4-BE49-F238E27FC236}">
                    <a16:creationId xmlns:a16="http://schemas.microsoft.com/office/drawing/2014/main" id="{2212D111-A4C6-4772-A1A7-0720993B1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685"/>
                <a:ext cx="761" cy="162"/>
              </a:xfrm>
              <a:custGeom>
                <a:avLst/>
                <a:gdLst>
                  <a:gd name="T0" fmla="*/ 0 w 286"/>
                  <a:gd name="T1" fmla="*/ 0 h 57"/>
                  <a:gd name="T2" fmla="*/ 5388 w 286"/>
                  <a:gd name="T3" fmla="*/ 1259 h 57"/>
                  <a:gd name="T4" fmla="*/ 0 w 286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6" h="57">
                    <a:moveTo>
                      <a:pt x="0" y="0"/>
                    </a:moveTo>
                    <a:cubicBezTo>
                      <a:pt x="25" y="5"/>
                      <a:pt x="243" y="48"/>
                      <a:pt x="286" y="55"/>
                    </a:cubicBezTo>
                    <a:cubicBezTo>
                      <a:pt x="265" y="57"/>
                      <a:pt x="46" y="21"/>
                      <a:pt x="0" y="0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5" name="Freeform 26">
                <a:extLst>
                  <a:ext uri="{FF2B5EF4-FFF2-40B4-BE49-F238E27FC236}">
                    <a16:creationId xmlns:a16="http://schemas.microsoft.com/office/drawing/2014/main" id="{360C403C-8374-4023-BB23-00514F90B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710"/>
                <a:ext cx="516" cy="108"/>
              </a:xfrm>
              <a:custGeom>
                <a:avLst/>
                <a:gdLst>
                  <a:gd name="T0" fmla="*/ 0 w 194"/>
                  <a:gd name="T1" fmla="*/ 0 h 38"/>
                  <a:gd name="T2" fmla="*/ 3649 w 194"/>
                  <a:gd name="T3" fmla="*/ 873 h 38"/>
                  <a:gd name="T4" fmla="*/ 0 w 19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38">
                    <a:moveTo>
                      <a:pt x="0" y="0"/>
                    </a:moveTo>
                    <a:cubicBezTo>
                      <a:pt x="25" y="5"/>
                      <a:pt x="173" y="35"/>
                      <a:pt x="194" y="38"/>
                    </a:cubicBezTo>
                    <a:cubicBezTo>
                      <a:pt x="182" y="34"/>
                      <a:pt x="54" y="7"/>
                      <a:pt x="0" y="0"/>
                    </a:cubicBezTo>
                    <a:close/>
                  </a:path>
                </a:pathLst>
              </a:custGeom>
              <a:solidFill>
                <a:srgbClr val="FB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6" name="Freeform 27">
                <a:extLst>
                  <a:ext uri="{FF2B5EF4-FFF2-40B4-BE49-F238E27FC236}">
                    <a16:creationId xmlns:a16="http://schemas.microsoft.com/office/drawing/2014/main" id="{FA597BF6-B712-40A5-B2C9-805D230AA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062"/>
                <a:ext cx="6" cy="17"/>
              </a:xfrm>
              <a:custGeom>
                <a:avLst/>
                <a:gdLst>
                  <a:gd name="T0" fmla="*/ 0 w 2"/>
                  <a:gd name="T1" fmla="*/ 0 h 6"/>
                  <a:gd name="T2" fmla="*/ 54 w 2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0" y="5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7" name="Freeform 28">
                <a:extLst>
                  <a:ext uri="{FF2B5EF4-FFF2-40B4-BE49-F238E27FC236}">
                    <a16:creationId xmlns:a16="http://schemas.microsoft.com/office/drawing/2014/main" id="{B2E2F2A7-38C8-46E3-A4B7-644C5D29E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068"/>
                <a:ext cx="5" cy="23"/>
              </a:xfrm>
              <a:custGeom>
                <a:avLst/>
                <a:gdLst>
                  <a:gd name="T0" fmla="*/ 20 w 2"/>
                  <a:gd name="T1" fmla="*/ 0 h 8"/>
                  <a:gd name="T2" fmla="*/ 0 w 2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8" name="Freeform 29">
                <a:extLst>
                  <a:ext uri="{FF2B5EF4-FFF2-40B4-BE49-F238E27FC236}">
                    <a16:creationId xmlns:a16="http://schemas.microsoft.com/office/drawing/2014/main" id="{51286321-91E6-4E43-BF9C-1F46FD01C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028"/>
                <a:ext cx="6" cy="20"/>
              </a:xfrm>
              <a:custGeom>
                <a:avLst/>
                <a:gdLst>
                  <a:gd name="T0" fmla="*/ 54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9" name="Freeform 30">
                <a:extLst>
                  <a:ext uri="{FF2B5EF4-FFF2-40B4-BE49-F238E27FC236}">
                    <a16:creationId xmlns:a16="http://schemas.microsoft.com/office/drawing/2014/main" id="{A8878807-E0F0-4E90-84C7-4403E7B9B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000"/>
                <a:ext cx="5" cy="23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2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0" name="Freeform 31">
                <a:extLst>
                  <a:ext uri="{FF2B5EF4-FFF2-40B4-BE49-F238E27FC236}">
                    <a16:creationId xmlns:a16="http://schemas.microsoft.com/office/drawing/2014/main" id="{40D813DC-50FB-4E14-888B-09AF2E06B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011"/>
                <a:ext cx="1" cy="14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1" name="Freeform 32">
                <a:extLst>
                  <a:ext uri="{FF2B5EF4-FFF2-40B4-BE49-F238E27FC236}">
                    <a16:creationId xmlns:a16="http://schemas.microsoft.com/office/drawing/2014/main" id="{9BE1E673-10B3-4572-A3B9-EF73AADAE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005"/>
                <a:ext cx="6" cy="20"/>
              </a:xfrm>
              <a:custGeom>
                <a:avLst/>
                <a:gdLst>
                  <a:gd name="T0" fmla="*/ 54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2" name="Freeform 33">
                <a:extLst>
                  <a:ext uri="{FF2B5EF4-FFF2-40B4-BE49-F238E27FC236}">
                    <a16:creationId xmlns:a16="http://schemas.microsoft.com/office/drawing/2014/main" id="{1836A0FD-53AD-4498-B376-022664DBB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949"/>
                <a:ext cx="11" cy="17"/>
              </a:xfrm>
              <a:custGeom>
                <a:avLst/>
                <a:gdLst>
                  <a:gd name="T0" fmla="*/ 83 w 4"/>
                  <a:gd name="T1" fmla="*/ 0 h 6"/>
                  <a:gd name="T2" fmla="*/ 0 w 4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3" name="Freeform 34">
                <a:extLst>
                  <a:ext uri="{FF2B5EF4-FFF2-40B4-BE49-F238E27FC236}">
                    <a16:creationId xmlns:a16="http://schemas.microsoft.com/office/drawing/2014/main" id="{632E74CD-8455-4DE4-88E1-87900F8B4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81"/>
                <a:ext cx="14" cy="22"/>
              </a:xfrm>
              <a:custGeom>
                <a:avLst/>
                <a:gdLst>
                  <a:gd name="T0" fmla="*/ 109 w 5"/>
                  <a:gd name="T1" fmla="*/ 0 h 8"/>
                  <a:gd name="T2" fmla="*/ 0 w 5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2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4" name="Freeform 35">
                <a:extLst>
                  <a:ext uri="{FF2B5EF4-FFF2-40B4-BE49-F238E27FC236}">
                    <a16:creationId xmlns:a16="http://schemas.microsoft.com/office/drawing/2014/main" id="{1FA886DE-8D6E-4D7A-9DFB-D84A7F6A5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736"/>
                <a:ext cx="5" cy="20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5" name="Freeform 36">
                <a:extLst>
                  <a:ext uri="{FF2B5EF4-FFF2-40B4-BE49-F238E27FC236}">
                    <a16:creationId xmlns:a16="http://schemas.microsoft.com/office/drawing/2014/main" id="{60078E97-4CAC-432B-9385-BA528FAA5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696"/>
                <a:ext cx="8" cy="23"/>
              </a:xfrm>
              <a:custGeom>
                <a:avLst/>
                <a:gdLst>
                  <a:gd name="T0" fmla="*/ 56 w 3"/>
                  <a:gd name="T1" fmla="*/ 0 h 8"/>
                  <a:gd name="T2" fmla="*/ 0 w 3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3"/>
                      <a:pt x="3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6" name="Freeform 37">
                <a:extLst>
                  <a:ext uri="{FF2B5EF4-FFF2-40B4-BE49-F238E27FC236}">
                    <a16:creationId xmlns:a16="http://schemas.microsoft.com/office/drawing/2014/main" id="{203F5841-CC08-4B3C-B348-FB203561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017"/>
                <a:ext cx="128" cy="48"/>
              </a:xfrm>
              <a:custGeom>
                <a:avLst/>
                <a:gdLst>
                  <a:gd name="T0" fmla="*/ 0 w 48"/>
                  <a:gd name="T1" fmla="*/ 65 h 17"/>
                  <a:gd name="T2" fmla="*/ 648 w 48"/>
                  <a:gd name="T3" fmla="*/ 136 h 17"/>
                  <a:gd name="T4" fmla="*/ 909 w 48"/>
                  <a:gd name="T5" fmla="*/ 38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3"/>
                    </a:moveTo>
                    <a:cubicBezTo>
                      <a:pt x="12" y="3"/>
                      <a:pt x="22" y="0"/>
                      <a:pt x="34" y="6"/>
                    </a:cubicBezTo>
                    <a:cubicBezTo>
                      <a:pt x="39" y="8"/>
                      <a:pt x="43" y="14"/>
                      <a:pt x="48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7" name="Freeform 38">
                <a:extLst>
                  <a:ext uri="{FF2B5EF4-FFF2-40B4-BE49-F238E27FC236}">
                    <a16:creationId xmlns:a16="http://schemas.microsoft.com/office/drawing/2014/main" id="{44702DC7-2322-4939-970B-339ECE9F9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017"/>
                <a:ext cx="112" cy="40"/>
              </a:xfrm>
              <a:custGeom>
                <a:avLst/>
                <a:gdLst>
                  <a:gd name="T0" fmla="*/ 0 w 42"/>
                  <a:gd name="T1" fmla="*/ 0 h 14"/>
                  <a:gd name="T2" fmla="*/ 397 w 42"/>
                  <a:gd name="T3" fmla="*/ 163 h 14"/>
                  <a:gd name="T4" fmla="*/ 797 w 42"/>
                  <a:gd name="T5" fmla="*/ 30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8" y="1"/>
                      <a:pt x="14" y="3"/>
                      <a:pt x="21" y="7"/>
                    </a:cubicBezTo>
                    <a:cubicBezTo>
                      <a:pt x="27" y="11"/>
                      <a:pt x="34" y="14"/>
                      <a:pt x="42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8" name="Freeform 39">
                <a:extLst>
                  <a:ext uri="{FF2B5EF4-FFF2-40B4-BE49-F238E27FC236}">
                    <a16:creationId xmlns:a16="http://schemas.microsoft.com/office/drawing/2014/main" id="{ABE4DA1B-C2C1-44BD-8F1C-CEF1AAFF0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068"/>
                <a:ext cx="77" cy="17"/>
              </a:xfrm>
              <a:custGeom>
                <a:avLst/>
                <a:gdLst>
                  <a:gd name="T0" fmla="*/ 0 w 29"/>
                  <a:gd name="T1" fmla="*/ 74 h 6"/>
                  <a:gd name="T2" fmla="*/ 542 w 29"/>
                  <a:gd name="T3" fmla="*/ 2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">
                    <a:moveTo>
                      <a:pt x="0" y="3"/>
                    </a:moveTo>
                    <a:cubicBezTo>
                      <a:pt x="8" y="6"/>
                      <a:pt x="20" y="0"/>
                      <a:pt x="29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9" name="Freeform 40">
                <a:extLst>
                  <a:ext uri="{FF2B5EF4-FFF2-40B4-BE49-F238E27FC236}">
                    <a16:creationId xmlns:a16="http://schemas.microsoft.com/office/drawing/2014/main" id="{97AC21C3-4540-4992-932C-746A65B3A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814"/>
                <a:ext cx="128" cy="49"/>
              </a:xfrm>
              <a:custGeom>
                <a:avLst/>
                <a:gdLst>
                  <a:gd name="T0" fmla="*/ 0 w 48"/>
                  <a:gd name="T1" fmla="*/ 75 h 17"/>
                  <a:gd name="T2" fmla="*/ 648 w 48"/>
                  <a:gd name="T3" fmla="*/ 141 h 17"/>
                  <a:gd name="T4" fmla="*/ 909 w 48"/>
                  <a:gd name="T5" fmla="*/ 40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3"/>
                    </a:moveTo>
                    <a:cubicBezTo>
                      <a:pt x="12" y="3"/>
                      <a:pt x="22" y="0"/>
                      <a:pt x="34" y="6"/>
                    </a:cubicBezTo>
                    <a:cubicBezTo>
                      <a:pt x="39" y="9"/>
                      <a:pt x="43" y="15"/>
                      <a:pt x="48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0" name="Freeform 41">
                <a:extLst>
                  <a:ext uri="{FF2B5EF4-FFF2-40B4-BE49-F238E27FC236}">
                    <a16:creationId xmlns:a16="http://schemas.microsoft.com/office/drawing/2014/main" id="{C0CA218F-27F9-4DA2-936B-ACFD13F52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817"/>
                <a:ext cx="112" cy="40"/>
              </a:xfrm>
              <a:custGeom>
                <a:avLst/>
                <a:gdLst>
                  <a:gd name="T0" fmla="*/ 0 w 42"/>
                  <a:gd name="T1" fmla="*/ 0 h 14"/>
                  <a:gd name="T2" fmla="*/ 419 w 42"/>
                  <a:gd name="T3" fmla="*/ 189 h 14"/>
                  <a:gd name="T4" fmla="*/ 797 w 42"/>
                  <a:gd name="T5" fmla="*/ 32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9" y="2"/>
                      <a:pt x="15" y="3"/>
                      <a:pt x="22" y="8"/>
                    </a:cubicBezTo>
                    <a:cubicBezTo>
                      <a:pt x="28" y="12"/>
                      <a:pt x="35" y="14"/>
                      <a:pt x="42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1" name="Freeform 42">
                <a:extLst>
                  <a:ext uri="{FF2B5EF4-FFF2-40B4-BE49-F238E27FC236}">
                    <a16:creationId xmlns:a16="http://schemas.microsoft.com/office/drawing/2014/main" id="{17C5707E-0E4E-4D41-8ADB-AB3F315E4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863"/>
                <a:ext cx="106" cy="8"/>
              </a:xfrm>
              <a:custGeom>
                <a:avLst/>
                <a:gdLst>
                  <a:gd name="T0" fmla="*/ 0 w 40"/>
                  <a:gd name="T1" fmla="*/ 0 h 3"/>
                  <a:gd name="T2" fmla="*/ 745 w 4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">
                    <a:moveTo>
                      <a:pt x="0" y="0"/>
                    </a:moveTo>
                    <a:cubicBezTo>
                      <a:pt x="8" y="3"/>
                      <a:pt x="32" y="3"/>
                      <a:pt x="4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2" name="Freeform 43">
                <a:extLst>
                  <a:ext uri="{FF2B5EF4-FFF2-40B4-BE49-F238E27FC236}">
                    <a16:creationId xmlns:a16="http://schemas.microsoft.com/office/drawing/2014/main" id="{F541E414-8EF5-464B-82F6-6482E5831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863"/>
                <a:ext cx="479" cy="164"/>
              </a:xfrm>
              <a:custGeom>
                <a:avLst/>
                <a:gdLst>
                  <a:gd name="T0" fmla="*/ 0 w 180"/>
                  <a:gd name="T1" fmla="*/ 0 h 58"/>
                  <a:gd name="T2" fmla="*/ 532 w 180"/>
                  <a:gd name="T3" fmla="*/ 407 h 58"/>
                  <a:gd name="T4" fmla="*/ 828 w 180"/>
                  <a:gd name="T5" fmla="*/ 631 h 58"/>
                  <a:gd name="T6" fmla="*/ 1245 w 180"/>
                  <a:gd name="T7" fmla="*/ 905 h 58"/>
                  <a:gd name="T8" fmla="*/ 1919 w 180"/>
                  <a:gd name="T9" fmla="*/ 1312 h 58"/>
                  <a:gd name="T10" fmla="*/ 2166 w 180"/>
                  <a:gd name="T11" fmla="*/ 1176 h 58"/>
                  <a:gd name="T12" fmla="*/ 2430 w 180"/>
                  <a:gd name="T13" fmla="*/ 1199 h 58"/>
                  <a:gd name="T14" fmla="*/ 2621 w 180"/>
                  <a:gd name="T15" fmla="*/ 1247 h 58"/>
                  <a:gd name="T16" fmla="*/ 2826 w 180"/>
                  <a:gd name="T17" fmla="*/ 1063 h 58"/>
                  <a:gd name="T18" fmla="*/ 3278 w 180"/>
                  <a:gd name="T19" fmla="*/ 905 h 58"/>
                  <a:gd name="T20" fmla="*/ 3393 w 180"/>
                  <a:gd name="T21" fmla="*/ 568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58">
                    <a:moveTo>
                      <a:pt x="0" y="0"/>
                    </a:moveTo>
                    <a:cubicBezTo>
                      <a:pt x="7" y="12"/>
                      <a:pt x="14" y="20"/>
                      <a:pt x="28" y="18"/>
                    </a:cubicBezTo>
                    <a:cubicBezTo>
                      <a:pt x="38" y="17"/>
                      <a:pt x="41" y="18"/>
                      <a:pt x="44" y="28"/>
                    </a:cubicBezTo>
                    <a:cubicBezTo>
                      <a:pt x="48" y="41"/>
                      <a:pt x="52" y="40"/>
                      <a:pt x="66" y="40"/>
                    </a:cubicBezTo>
                    <a:cubicBezTo>
                      <a:pt x="81" y="40"/>
                      <a:pt x="87" y="57"/>
                      <a:pt x="102" y="58"/>
                    </a:cubicBezTo>
                    <a:cubicBezTo>
                      <a:pt x="109" y="58"/>
                      <a:pt x="110" y="54"/>
                      <a:pt x="115" y="52"/>
                    </a:cubicBezTo>
                    <a:cubicBezTo>
                      <a:pt x="120" y="50"/>
                      <a:pt x="124" y="51"/>
                      <a:pt x="129" y="53"/>
                    </a:cubicBezTo>
                    <a:cubicBezTo>
                      <a:pt x="133" y="54"/>
                      <a:pt x="134" y="56"/>
                      <a:pt x="139" y="55"/>
                    </a:cubicBezTo>
                    <a:cubicBezTo>
                      <a:pt x="143" y="53"/>
                      <a:pt x="145" y="48"/>
                      <a:pt x="150" y="47"/>
                    </a:cubicBezTo>
                    <a:cubicBezTo>
                      <a:pt x="159" y="44"/>
                      <a:pt x="167" y="47"/>
                      <a:pt x="174" y="40"/>
                    </a:cubicBezTo>
                    <a:cubicBezTo>
                      <a:pt x="180" y="34"/>
                      <a:pt x="177" y="30"/>
                      <a:pt x="180" y="2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3" name="Freeform 44">
                <a:extLst>
                  <a:ext uri="{FF2B5EF4-FFF2-40B4-BE49-F238E27FC236}">
                    <a16:creationId xmlns:a16="http://schemas.microsoft.com/office/drawing/2014/main" id="{36249F59-43FB-48AA-A565-D10E28619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914"/>
                <a:ext cx="216" cy="159"/>
              </a:xfrm>
              <a:custGeom>
                <a:avLst/>
                <a:gdLst>
                  <a:gd name="T0" fmla="*/ 0 w 81"/>
                  <a:gd name="T1" fmla="*/ 0 h 56"/>
                  <a:gd name="T2" fmla="*/ 192 w 81"/>
                  <a:gd name="T3" fmla="*/ 136 h 56"/>
                  <a:gd name="T4" fmla="*/ 285 w 81"/>
                  <a:gd name="T5" fmla="*/ 412 h 56"/>
                  <a:gd name="T6" fmla="*/ 627 w 81"/>
                  <a:gd name="T7" fmla="*/ 434 h 56"/>
                  <a:gd name="T8" fmla="*/ 832 w 81"/>
                  <a:gd name="T9" fmla="*/ 574 h 56"/>
                  <a:gd name="T10" fmla="*/ 1024 w 81"/>
                  <a:gd name="T11" fmla="*/ 798 h 56"/>
                  <a:gd name="T12" fmla="*/ 1331 w 81"/>
                  <a:gd name="T13" fmla="*/ 894 h 56"/>
                  <a:gd name="T14" fmla="*/ 1536 w 81"/>
                  <a:gd name="T15" fmla="*/ 128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6">
                    <a:moveTo>
                      <a:pt x="0" y="0"/>
                    </a:moveTo>
                    <a:cubicBezTo>
                      <a:pt x="4" y="1"/>
                      <a:pt x="8" y="3"/>
                      <a:pt x="10" y="6"/>
                    </a:cubicBezTo>
                    <a:cubicBezTo>
                      <a:pt x="13" y="9"/>
                      <a:pt x="12" y="15"/>
                      <a:pt x="15" y="18"/>
                    </a:cubicBezTo>
                    <a:cubicBezTo>
                      <a:pt x="19" y="23"/>
                      <a:pt x="27" y="19"/>
                      <a:pt x="33" y="19"/>
                    </a:cubicBezTo>
                    <a:cubicBezTo>
                      <a:pt x="40" y="18"/>
                      <a:pt x="40" y="19"/>
                      <a:pt x="44" y="25"/>
                    </a:cubicBezTo>
                    <a:cubicBezTo>
                      <a:pt x="47" y="30"/>
                      <a:pt x="48" y="33"/>
                      <a:pt x="54" y="35"/>
                    </a:cubicBezTo>
                    <a:cubicBezTo>
                      <a:pt x="59" y="38"/>
                      <a:pt x="65" y="37"/>
                      <a:pt x="70" y="39"/>
                    </a:cubicBezTo>
                    <a:cubicBezTo>
                      <a:pt x="76" y="43"/>
                      <a:pt x="78" y="52"/>
                      <a:pt x="81" y="5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4" name="Freeform 45">
                <a:extLst>
                  <a:ext uri="{FF2B5EF4-FFF2-40B4-BE49-F238E27FC236}">
                    <a16:creationId xmlns:a16="http://schemas.microsoft.com/office/drawing/2014/main" id="{25E7422E-5195-4B86-B17E-053B9C178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911"/>
                <a:ext cx="88" cy="65"/>
              </a:xfrm>
              <a:custGeom>
                <a:avLst/>
                <a:gdLst>
                  <a:gd name="T0" fmla="*/ 0 w 33"/>
                  <a:gd name="T1" fmla="*/ 0 h 23"/>
                  <a:gd name="T2" fmla="*/ 264 w 33"/>
                  <a:gd name="T3" fmla="*/ 432 h 23"/>
                  <a:gd name="T4" fmla="*/ 627 w 33"/>
                  <a:gd name="T5" fmla="*/ 38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5" y="6"/>
                      <a:pt x="8" y="15"/>
                      <a:pt x="14" y="19"/>
                    </a:cubicBezTo>
                    <a:cubicBezTo>
                      <a:pt x="21" y="23"/>
                      <a:pt x="26" y="17"/>
                      <a:pt x="33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5" name="Freeform 46">
                <a:extLst>
                  <a:ext uri="{FF2B5EF4-FFF2-40B4-BE49-F238E27FC236}">
                    <a16:creationId xmlns:a16="http://schemas.microsoft.com/office/drawing/2014/main" id="{12E9CA7F-D5E2-4D70-B58B-3BC2EEBE1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82"/>
                <a:ext cx="101" cy="39"/>
              </a:xfrm>
              <a:custGeom>
                <a:avLst/>
                <a:gdLst>
                  <a:gd name="T0" fmla="*/ 0 w 38"/>
                  <a:gd name="T1" fmla="*/ 0 h 14"/>
                  <a:gd name="T2" fmla="*/ 361 w 38"/>
                  <a:gd name="T3" fmla="*/ 279 h 14"/>
                  <a:gd name="T4" fmla="*/ 712 w 38"/>
                  <a:gd name="T5" fmla="*/ 24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0" y="0"/>
                    </a:moveTo>
                    <a:cubicBezTo>
                      <a:pt x="7" y="4"/>
                      <a:pt x="10" y="11"/>
                      <a:pt x="19" y="13"/>
                    </a:cubicBezTo>
                    <a:cubicBezTo>
                      <a:pt x="26" y="14"/>
                      <a:pt x="31" y="11"/>
                      <a:pt x="38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6" name="Freeform 47">
                <a:extLst>
                  <a:ext uri="{FF2B5EF4-FFF2-40B4-BE49-F238E27FC236}">
                    <a16:creationId xmlns:a16="http://schemas.microsoft.com/office/drawing/2014/main" id="{54E063D8-3114-4C84-9E0C-FBC12CAC7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3016"/>
                <a:ext cx="250" cy="76"/>
              </a:xfrm>
              <a:custGeom>
                <a:avLst/>
                <a:gdLst>
                  <a:gd name="T0" fmla="*/ 0 w 94"/>
                  <a:gd name="T1" fmla="*/ 0 h 27"/>
                  <a:gd name="T2" fmla="*/ 396 w 94"/>
                  <a:gd name="T3" fmla="*/ 419 h 27"/>
                  <a:gd name="T4" fmla="*/ 963 w 94"/>
                  <a:gd name="T5" fmla="*/ 332 h 27"/>
                  <a:gd name="T6" fmla="*/ 1202 w 94"/>
                  <a:gd name="T7" fmla="*/ 515 h 27"/>
                  <a:gd name="T8" fmla="*/ 1521 w 94"/>
                  <a:gd name="T9" fmla="*/ 493 h 27"/>
                  <a:gd name="T10" fmla="*/ 1769 w 94"/>
                  <a:gd name="T11" fmla="*/ 6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27">
                    <a:moveTo>
                      <a:pt x="0" y="0"/>
                    </a:moveTo>
                    <a:cubicBezTo>
                      <a:pt x="3" y="8"/>
                      <a:pt x="12" y="17"/>
                      <a:pt x="21" y="19"/>
                    </a:cubicBezTo>
                    <a:cubicBezTo>
                      <a:pt x="31" y="21"/>
                      <a:pt x="42" y="16"/>
                      <a:pt x="51" y="15"/>
                    </a:cubicBezTo>
                    <a:cubicBezTo>
                      <a:pt x="59" y="14"/>
                      <a:pt x="59" y="19"/>
                      <a:pt x="64" y="23"/>
                    </a:cubicBezTo>
                    <a:cubicBezTo>
                      <a:pt x="70" y="27"/>
                      <a:pt x="75" y="25"/>
                      <a:pt x="81" y="22"/>
                    </a:cubicBezTo>
                    <a:cubicBezTo>
                      <a:pt x="90" y="16"/>
                      <a:pt x="89" y="10"/>
                      <a:pt x="94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7" name="Freeform 48">
                <a:extLst>
                  <a:ext uri="{FF2B5EF4-FFF2-40B4-BE49-F238E27FC236}">
                    <a16:creationId xmlns:a16="http://schemas.microsoft.com/office/drawing/2014/main" id="{6BD6A90B-9145-41CA-8333-7D2A0AF9D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3027"/>
                <a:ext cx="99" cy="40"/>
              </a:xfrm>
              <a:custGeom>
                <a:avLst/>
                <a:gdLst>
                  <a:gd name="T0" fmla="*/ 0 w 37"/>
                  <a:gd name="T1" fmla="*/ 326 h 14"/>
                  <a:gd name="T2" fmla="*/ 342 w 37"/>
                  <a:gd name="T3" fmla="*/ 49 h 14"/>
                  <a:gd name="T4" fmla="*/ 709 w 37"/>
                  <a:gd name="T5" fmla="*/ 2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7" y="9"/>
                      <a:pt x="10" y="4"/>
                      <a:pt x="18" y="2"/>
                    </a:cubicBezTo>
                    <a:cubicBezTo>
                      <a:pt x="24" y="0"/>
                      <a:pt x="32" y="3"/>
                      <a:pt x="37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8" name="Freeform 49">
                <a:extLst>
                  <a:ext uri="{FF2B5EF4-FFF2-40B4-BE49-F238E27FC236}">
                    <a16:creationId xmlns:a16="http://schemas.microsoft.com/office/drawing/2014/main" id="{3E5C70B8-300D-4C7B-80DE-FEBBEEFCF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627"/>
                <a:ext cx="261" cy="343"/>
              </a:xfrm>
              <a:custGeom>
                <a:avLst/>
                <a:gdLst>
                  <a:gd name="T0" fmla="*/ 0 w 98"/>
                  <a:gd name="T1" fmla="*/ 2707 h 121"/>
                  <a:gd name="T2" fmla="*/ 511 w 98"/>
                  <a:gd name="T3" fmla="*/ 2571 h 121"/>
                  <a:gd name="T4" fmla="*/ 759 w 98"/>
                  <a:gd name="T5" fmla="*/ 2234 h 121"/>
                  <a:gd name="T6" fmla="*/ 852 w 98"/>
                  <a:gd name="T7" fmla="*/ 1962 h 121"/>
                  <a:gd name="T8" fmla="*/ 1249 w 98"/>
                  <a:gd name="T9" fmla="*/ 1687 h 121"/>
                  <a:gd name="T10" fmla="*/ 1377 w 98"/>
                  <a:gd name="T11" fmla="*/ 1230 h 121"/>
                  <a:gd name="T12" fmla="*/ 1718 w 98"/>
                  <a:gd name="T13" fmla="*/ 363 h 121"/>
                  <a:gd name="T14" fmla="*/ 1547 w 98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21">
                    <a:moveTo>
                      <a:pt x="0" y="119"/>
                    </a:moveTo>
                    <a:cubicBezTo>
                      <a:pt x="9" y="121"/>
                      <a:pt x="19" y="117"/>
                      <a:pt x="27" y="113"/>
                    </a:cubicBezTo>
                    <a:cubicBezTo>
                      <a:pt x="33" y="109"/>
                      <a:pt x="37" y="105"/>
                      <a:pt x="40" y="98"/>
                    </a:cubicBezTo>
                    <a:cubicBezTo>
                      <a:pt x="42" y="94"/>
                      <a:pt x="42" y="89"/>
                      <a:pt x="45" y="86"/>
                    </a:cubicBezTo>
                    <a:cubicBezTo>
                      <a:pt x="50" y="80"/>
                      <a:pt x="60" y="81"/>
                      <a:pt x="66" y="74"/>
                    </a:cubicBezTo>
                    <a:cubicBezTo>
                      <a:pt x="72" y="68"/>
                      <a:pt x="70" y="61"/>
                      <a:pt x="73" y="54"/>
                    </a:cubicBezTo>
                    <a:cubicBezTo>
                      <a:pt x="79" y="39"/>
                      <a:pt x="98" y="36"/>
                      <a:pt x="91" y="16"/>
                    </a:cubicBezTo>
                    <a:cubicBezTo>
                      <a:pt x="90" y="13"/>
                      <a:pt x="82" y="0"/>
                      <a:pt x="8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9" name="Freeform 50">
                <a:extLst>
                  <a:ext uri="{FF2B5EF4-FFF2-40B4-BE49-F238E27FC236}">
                    <a16:creationId xmlns:a16="http://schemas.microsoft.com/office/drawing/2014/main" id="{B00715F1-8F45-4858-9841-28ABEF1B2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636"/>
                <a:ext cx="45" cy="130"/>
              </a:xfrm>
              <a:custGeom>
                <a:avLst/>
                <a:gdLst>
                  <a:gd name="T0" fmla="*/ 169 w 17"/>
                  <a:gd name="T1" fmla="*/ 0 h 46"/>
                  <a:gd name="T2" fmla="*/ 90 w 17"/>
                  <a:gd name="T3" fmla="*/ 520 h 46"/>
                  <a:gd name="T4" fmla="*/ 34 w 17"/>
                  <a:gd name="T5" fmla="*/ 103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9" y="0"/>
                    </a:moveTo>
                    <a:cubicBezTo>
                      <a:pt x="17" y="3"/>
                      <a:pt x="7" y="19"/>
                      <a:pt x="5" y="23"/>
                    </a:cubicBezTo>
                    <a:cubicBezTo>
                      <a:pt x="0" y="32"/>
                      <a:pt x="2" y="36"/>
                      <a:pt x="2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0" name="Freeform 51">
                <a:extLst>
                  <a:ext uri="{FF2B5EF4-FFF2-40B4-BE49-F238E27FC236}">
                    <a16:creationId xmlns:a16="http://schemas.microsoft.com/office/drawing/2014/main" id="{7E84B27E-4E2A-482B-98F8-7BF2D207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723"/>
                <a:ext cx="51" cy="91"/>
              </a:xfrm>
              <a:custGeom>
                <a:avLst/>
                <a:gdLst>
                  <a:gd name="T0" fmla="*/ 368 w 19"/>
                  <a:gd name="T1" fmla="*/ 0 h 32"/>
                  <a:gd name="T2" fmla="*/ 0 w 19"/>
                  <a:gd name="T3" fmla="*/ 737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2">
                    <a:moveTo>
                      <a:pt x="19" y="0"/>
                    </a:moveTo>
                    <a:cubicBezTo>
                      <a:pt x="19" y="16"/>
                      <a:pt x="12" y="23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1" name="Freeform 52">
                <a:extLst>
                  <a:ext uri="{FF2B5EF4-FFF2-40B4-BE49-F238E27FC236}">
                    <a16:creationId xmlns:a16="http://schemas.microsoft.com/office/drawing/2014/main" id="{06406093-9971-416C-B98F-A17BD94AF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741"/>
                <a:ext cx="74" cy="141"/>
              </a:xfrm>
              <a:custGeom>
                <a:avLst/>
                <a:gdLst>
                  <a:gd name="T0" fmla="*/ 518 w 28"/>
                  <a:gd name="T1" fmla="*/ 65 h 50"/>
                  <a:gd name="T2" fmla="*/ 56 w 28"/>
                  <a:gd name="T3" fmla="*/ 516 h 50"/>
                  <a:gd name="T4" fmla="*/ 0 w 28"/>
                  <a:gd name="T5" fmla="*/ 112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0">
                    <a:moveTo>
                      <a:pt x="28" y="3"/>
                    </a:moveTo>
                    <a:cubicBezTo>
                      <a:pt x="19" y="0"/>
                      <a:pt x="6" y="15"/>
                      <a:pt x="3" y="23"/>
                    </a:cubicBezTo>
                    <a:cubicBezTo>
                      <a:pt x="0" y="32"/>
                      <a:pt x="0" y="41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2" name="Freeform 53">
                <a:extLst>
                  <a:ext uri="{FF2B5EF4-FFF2-40B4-BE49-F238E27FC236}">
                    <a16:creationId xmlns:a16="http://schemas.microsoft.com/office/drawing/2014/main" id="{92E40B67-440C-49D8-9BB5-7728A3AA3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854"/>
                <a:ext cx="83" cy="91"/>
              </a:xfrm>
              <a:custGeom>
                <a:avLst/>
                <a:gdLst>
                  <a:gd name="T0" fmla="*/ 0 w 31"/>
                  <a:gd name="T1" fmla="*/ 737 h 32"/>
                  <a:gd name="T2" fmla="*/ 594 w 3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2">
                    <a:moveTo>
                      <a:pt x="0" y="32"/>
                    </a:moveTo>
                    <a:cubicBezTo>
                      <a:pt x="21" y="32"/>
                      <a:pt x="26" y="16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3" name="Freeform 54">
                <a:extLst>
                  <a:ext uri="{FF2B5EF4-FFF2-40B4-BE49-F238E27FC236}">
                    <a16:creationId xmlns:a16="http://schemas.microsoft.com/office/drawing/2014/main" id="{615D1FB2-6352-4FEC-B0A7-C62D79DA2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905"/>
                <a:ext cx="74" cy="88"/>
              </a:xfrm>
              <a:custGeom>
                <a:avLst/>
                <a:gdLst>
                  <a:gd name="T0" fmla="*/ 518 w 28"/>
                  <a:gd name="T1" fmla="*/ 48 h 31"/>
                  <a:gd name="T2" fmla="*/ 0 w 28"/>
                  <a:gd name="T3" fmla="*/ 71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2"/>
                    </a:moveTo>
                    <a:cubicBezTo>
                      <a:pt x="14" y="0"/>
                      <a:pt x="3" y="20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4" name="Freeform 55">
                <a:extLst>
                  <a:ext uri="{FF2B5EF4-FFF2-40B4-BE49-F238E27FC236}">
                    <a16:creationId xmlns:a16="http://schemas.microsoft.com/office/drawing/2014/main" id="{A70B454E-A40C-4DCF-B1FF-C4C8AD3E2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987"/>
                <a:ext cx="90" cy="86"/>
              </a:xfrm>
              <a:custGeom>
                <a:avLst/>
                <a:gdLst>
                  <a:gd name="T0" fmla="*/ 0 w 34"/>
                  <a:gd name="T1" fmla="*/ 378 h 30"/>
                  <a:gd name="T2" fmla="*/ 630 w 3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0" y="16"/>
                    </a:moveTo>
                    <a:cubicBezTo>
                      <a:pt x="15" y="30"/>
                      <a:pt x="29" y="15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5" name="Freeform 56">
                <a:extLst>
                  <a:ext uri="{FF2B5EF4-FFF2-40B4-BE49-F238E27FC236}">
                    <a16:creationId xmlns:a16="http://schemas.microsoft.com/office/drawing/2014/main" id="{2035DACE-669B-403E-9CCA-894A8BE6C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3024"/>
                <a:ext cx="115" cy="60"/>
              </a:xfrm>
              <a:custGeom>
                <a:avLst/>
                <a:gdLst>
                  <a:gd name="T0" fmla="*/ 0 w 43"/>
                  <a:gd name="T1" fmla="*/ 489 h 21"/>
                  <a:gd name="T2" fmla="*/ 78 w 43"/>
                  <a:gd name="T3" fmla="*/ 303 h 21"/>
                  <a:gd name="T4" fmla="*/ 342 w 43"/>
                  <a:gd name="T5" fmla="*/ 74 h 21"/>
                  <a:gd name="T6" fmla="*/ 824 w 43"/>
                  <a:gd name="T7" fmla="*/ 16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1">
                    <a:moveTo>
                      <a:pt x="0" y="21"/>
                    </a:moveTo>
                    <a:cubicBezTo>
                      <a:pt x="3" y="19"/>
                      <a:pt x="2" y="16"/>
                      <a:pt x="4" y="13"/>
                    </a:cubicBezTo>
                    <a:cubicBezTo>
                      <a:pt x="8" y="8"/>
                      <a:pt x="12" y="5"/>
                      <a:pt x="18" y="3"/>
                    </a:cubicBezTo>
                    <a:cubicBezTo>
                      <a:pt x="28" y="0"/>
                      <a:pt x="34" y="3"/>
                      <a:pt x="43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6" name="Freeform 57">
                <a:extLst>
                  <a:ext uri="{FF2B5EF4-FFF2-40B4-BE49-F238E27FC236}">
                    <a16:creationId xmlns:a16="http://schemas.microsoft.com/office/drawing/2014/main" id="{0F9D04FA-A854-4866-9E9D-493087BB6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905"/>
                <a:ext cx="112" cy="54"/>
              </a:xfrm>
              <a:custGeom>
                <a:avLst/>
                <a:gdLst>
                  <a:gd name="T0" fmla="*/ 0 w 42"/>
                  <a:gd name="T1" fmla="*/ 435 h 19"/>
                  <a:gd name="T2" fmla="*/ 397 w 42"/>
                  <a:gd name="T3" fmla="*/ 136 h 19"/>
                  <a:gd name="T4" fmla="*/ 797 w 4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9">
                    <a:moveTo>
                      <a:pt x="0" y="19"/>
                    </a:moveTo>
                    <a:cubicBezTo>
                      <a:pt x="8" y="18"/>
                      <a:pt x="15" y="11"/>
                      <a:pt x="21" y="6"/>
                    </a:cubicBezTo>
                    <a:cubicBezTo>
                      <a:pt x="27" y="2"/>
                      <a:pt x="35" y="0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7" name="Freeform 58">
                <a:extLst>
                  <a:ext uri="{FF2B5EF4-FFF2-40B4-BE49-F238E27FC236}">
                    <a16:creationId xmlns:a16="http://schemas.microsoft.com/office/drawing/2014/main" id="{4A917ABE-259C-45DA-94FB-CDDCA738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945"/>
                <a:ext cx="56" cy="99"/>
              </a:xfrm>
              <a:custGeom>
                <a:avLst/>
                <a:gdLst>
                  <a:gd name="T0" fmla="*/ 397 w 21"/>
                  <a:gd name="T1" fmla="*/ 0 h 35"/>
                  <a:gd name="T2" fmla="*/ 149 w 21"/>
                  <a:gd name="T3" fmla="*/ 407 h 35"/>
                  <a:gd name="T4" fmla="*/ 0 w 21"/>
                  <a:gd name="T5" fmla="*/ 79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7" y="7"/>
                      <a:pt x="10" y="9"/>
                      <a:pt x="8" y="18"/>
                    </a:cubicBezTo>
                    <a:cubicBezTo>
                      <a:pt x="6" y="24"/>
                      <a:pt x="7" y="32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8" name="Freeform 59">
                <a:extLst>
                  <a:ext uri="{FF2B5EF4-FFF2-40B4-BE49-F238E27FC236}">
                    <a16:creationId xmlns:a16="http://schemas.microsoft.com/office/drawing/2014/main" id="{720F1F7F-3036-401F-9A26-C7C6B6B1F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965"/>
                <a:ext cx="102" cy="42"/>
              </a:xfrm>
              <a:custGeom>
                <a:avLst/>
                <a:gdLst>
                  <a:gd name="T0" fmla="*/ 0 w 38"/>
                  <a:gd name="T1" fmla="*/ 134 h 15"/>
                  <a:gd name="T2" fmla="*/ 368 w 38"/>
                  <a:gd name="T3" fmla="*/ 330 h 15"/>
                  <a:gd name="T4" fmla="*/ 735 w 3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5">
                    <a:moveTo>
                      <a:pt x="0" y="6"/>
                    </a:moveTo>
                    <a:cubicBezTo>
                      <a:pt x="4" y="9"/>
                      <a:pt x="14" y="15"/>
                      <a:pt x="19" y="15"/>
                    </a:cubicBezTo>
                    <a:cubicBezTo>
                      <a:pt x="27" y="14"/>
                      <a:pt x="34" y="6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9" name="Freeform 60">
                <a:extLst>
                  <a:ext uri="{FF2B5EF4-FFF2-40B4-BE49-F238E27FC236}">
                    <a16:creationId xmlns:a16="http://schemas.microsoft.com/office/drawing/2014/main" id="{4218EDD4-74AA-4E86-9D50-4AA6F9701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269"/>
                <a:ext cx="101" cy="384"/>
              </a:xfrm>
              <a:custGeom>
                <a:avLst/>
                <a:gdLst>
                  <a:gd name="T0" fmla="*/ 0 w 38"/>
                  <a:gd name="T1" fmla="*/ 0 h 135"/>
                  <a:gd name="T2" fmla="*/ 431 w 38"/>
                  <a:gd name="T3" fmla="*/ 210 h 135"/>
                  <a:gd name="T4" fmla="*/ 465 w 38"/>
                  <a:gd name="T5" fmla="*/ 759 h 135"/>
                  <a:gd name="T6" fmla="*/ 601 w 38"/>
                  <a:gd name="T7" fmla="*/ 1334 h 135"/>
                  <a:gd name="T8" fmla="*/ 524 w 38"/>
                  <a:gd name="T9" fmla="*/ 1820 h 135"/>
                  <a:gd name="T10" fmla="*/ 712 w 38"/>
                  <a:gd name="T11" fmla="*/ 2233 h 135"/>
                  <a:gd name="T12" fmla="*/ 566 w 38"/>
                  <a:gd name="T13" fmla="*/ 2580 h 135"/>
                  <a:gd name="T14" fmla="*/ 361 w 38"/>
                  <a:gd name="T15" fmla="*/ 3106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35">
                    <a:moveTo>
                      <a:pt x="0" y="0"/>
                    </a:moveTo>
                    <a:cubicBezTo>
                      <a:pt x="6" y="4"/>
                      <a:pt x="18" y="2"/>
                      <a:pt x="23" y="9"/>
                    </a:cubicBezTo>
                    <a:cubicBezTo>
                      <a:pt x="27" y="15"/>
                      <a:pt x="22" y="26"/>
                      <a:pt x="25" y="33"/>
                    </a:cubicBezTo>
                    <a:cubicBezTo>
                      <a:pt x="28" y="43"/>
                      <a:pt x="38" y="48"/>
                      <a:pt x="32" y="58"/>
                    </a:cubicBezTo>
                    <a:cubicBezTo>
                      <a:pt x="29" y="65"/>
                      <a:pt x="24" y="70"/>
                      <a:pt x="28" y="79"/>
                    </a:cubicBezTo>
                    <a:cubicBezTo>
                      <a:pt x="30" y="86"/>
                      <a:pt x="38" y="89"/>
                      <a:pt x="38" y="97"/>
                    </a:cubicBezTo>
                    <a:cubicBezTo>
                      <a:pt x="38" y="102"/>
                      <a:pt x="33" y="107"/>
                      <a:pt x="30" y="112"/>
                    </a:cubicBezTo>
                    <a:cubicBezTo>
                      <a:pt x="26" y="118"/>
                      <a:pt x="24" y="130"/>
                      <a:pt x="19" y="1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0" name="Freeform 61">
                <a:extLst>
                  <a:ext uri="{FF2B5EF4-FFF2-40B4-BE49-F238E27FC236}">
                    <a16:creationId xmlns:a16="http://schemas.microsoft.com/office/drawing/2014/main" id="{E70EC076-87FF-4F61-8C46-23FEBB37D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496"/>
                <a:ext cx="21" cy="108"/>
              </a:xfrm>
              <a:custGeom>
                <a:avLst/>
                <a:gdLst>
                  <a:gd name="T0" fmla="*/ 123 w 8"/>
                  <a:gd name="T1" fmla="*/ 0 h 38"/>
                  <a:gd name="T2" fmla="*/ 34 w 8"/>
                  <a:gd name="T3" fmla="*/ 509 h 38"/>
                  <a:gd name="T4" fmla="*/ 110 w 8"/>
                  <a:gd name="T5" fmla="*/ 873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8">
                    <a:moveTo>
                      <a:pt x="7" y="0"/>
                    </a:moveTo>
                    <a:cubicBezTo>
                      <a:pt x="8" y="8"/>
                      <a:pt x="0" y="14"/>
                      <a:pt x="2" y="22"/>
                    </a:cubicBezTo>
                    <a:cubicBezTo>
                      <a:pt x="3" y="29"/>
                      <a:pt x="8" y="31"/>
                      <a:pt x="6" y="3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1" name="Freeform 62">
                <a:extLst>
                  <a:ext uri="{FF2B5EF4-FFF2-40B4-BE49-F238E27FC236}">
                    <a16:creationId xmlns:a16="http://schemas.microsoft.com/office/drawing/2014/main" id="{A64F7266-A56F-4CDF-BE0F-0A76076DD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559"/>
                <a:ext cx="50" cy="108"/>
              </a:xfrm>
              <a:custGeom>
                <a:avLst/>
                <a:gdLst>
                  <a:gd name="T0" fmla="*/ 255 w 19"/>
                  <a:gd name="T1" fmla="*/ 0 h 38"/>
                  <a:gd name="T2" fmla="*/ 347 w 19"/>
                  <a:gd name="T3" fmla="*/ 210 h 38"/>
                  <a:gd name="T4" fmla="*/ 221 w 19"/>
                  <a:gd name="T5" fmla="*/ 509 h 38"/>
                  <a:gd name="T6" fmla="*/ 0 w 19"/>
                  <a:gd name="T7" fmla="*/ 87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8">
                    <a:moveTo>
                      <a:pt x="14" y="0"/>
                    </a:moveTo>
                    <a:cubicBezTo>
                      <a:pt x="15" y="3"/>
                      <a:pt x="18" y="5"/>
                      <a:pt x="19" y="9"/>
                    </a:cubicBezTo>
                    <a:cubicBezTo>
                      <a:pt x="19" y="13"/>
                      <a:pt x="14" y="18"/>
                      <a:pt x="12" y="22"/>
                    </a:cubicBezTo>
                    <a:cubicBezTo>
                      <a:pt x="8" y="28"/>
                      <a:pt x="3" y="33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2" name="Freeform 63">
                <a:extLst>
                  <a:ext uri="{FF2B5EF4-FFF2-40B4-BE49-F238E27FC236}">
                    <a16:creationId xmlns:a16="http://schemas.microsoft.com/office/drawing/2014/main" id="{093B77E1-5E63-421B-B165-2CF6D1CC1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545"/>
                <a:ext cx="101" cy="201"/>
              </a:xfrm>
              <a:custGeom>
                <a:avLst/>
                <a:gdLst>
                  <a:gd name="T0" fmla="*/ 361 w 38"/>
                  <a:gd name="T1" fmla="*/ 1611 h 71"/>
                  <a:gd name="T2" fmla="*/ 678 w 38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71">
                    <a:moveTo>
                      <a:pt x="19" y="71"/>
                    </a:moveTo>
                    <a:cubicBezTo>
                      <a:pt x="0" y="46"/>
                      <a:pt x="38" y="24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3" name="Freeform 64">
                <a:extLst>
                  <a:ext uri="{FF2B5EF4-FFF2-40B4-BE49-F238E27FC236}">
                    <a16:creationId xmlns:a16="http://schemas.microsoft.com/office/drawing/2014/main" id="{3B0C0DB7-93EE-4472-BB50-AEA53D11E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420"/>
                <a:ext cx="24" cy="105"/>
              </a:xfrm>
              <a:custGeom>
                <a:avLst/>
                <a:gdLst>
                  <a:gd name="T0" fmla="*/ 35 w 9"/>
                  <a:gd name="T1" fmla="*/ 48 h 37"/>
                  <a:gd name="T2" fmla="*/ 0 w 9"/>
                  <a:gd name="T3" fmla="*/ 0 h 37"/>
                  <a:gd name="T4" fmla="*/ 171 w 9"/>
                  <a:gd name="T5" fmla="*/ 346 h 37"/>
                  <a:gd name="T6" fmla="*/ 56 w 9"/>
                  <a:gd name="T7" fmla="*/ 84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7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4" y="6"/>
                      <a:pt x="8" y="9"/>
                      <a:pt x="9" y="15"/>
                    </a:cubicBezTo>
                    <a:cubicBezTo>
                      <a:pt x="9" y="23"/>
                      <a:pt x="4" y="30"/>
                      <a:pt x="3" y="3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4" name="Freeform 65">
                <a:extLst>
                  <a:ext uri="{FF2B5EF4-FFF2-40B4-BE49-F238E27FC236}">
                    <a16:creationId xmlns:a16="http://schemas.microsoft.com/office/drawing/2014/main" id="{209606FF-6257-4340-93D1-4D9EFAB85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275"/>
                <a:ext cx="58" cy="82"/>
              </a:xfrm>
              <a:custGeom>
                <a:avLst/>
                <a:gdLst>
                  <a:gd name="T0" fmla="*/ 0 w 22"/>
                  <a:gd name="T1" fmla="*/ 0 h 29"/>
                  <a:gd name="T2" fmla="*/ 403 w 22"/>
                  <a:gd name="T3" fmla="*/ 56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8" y="5"/>
                      <a:pt x="12" y="29"/>
                      <a:pt x="22" y="2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5" name="Freeform 66">
                <a:extLst>
                  <a:ext uri="{FF2B5EF4-FFF2-40B4-BE49-F238E27FC236}">
                    <a16:creationId xmlns:a16="http://schemas.microsoft.com/office/drawing/2014/main" id="{83BB291E-9611-4041-98F4-D5DA4B221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2289"/>
                <a:ext cx="37" cy="117"/>
              </a:xfrm>
              <a:custGeom>
                <a:avLst/>
                <a:gdLst>
                  <a:gd name="T0" fmla="*/ 0 w 14"/>
                  <a:gd name="T1" fmla="*/ 0 h 41"/>
                  <a:gd name="T2" fmla="*/ 259 w 14"/>
                  <a:gd name="T3" fmla="*/ 488 h 41"/>
                  <a:gd name="T4" fmla="*/ 182 w 14"/>
                  <a:gd name="T5" fmla="*/ 953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1">
                    <a:moveTo>
                      <a:pt x="0" y="0"/>
                    </a:moveTo>
                    <a:cubicBezTo>
                      <a:pt x="1" y="9"/>
                      <a:pt x="14" y="10"/>
                      <a:pt x="14" y="21"/>
                    </a:cubicBezTo>
                    <a:cubicBezTo>
                      <a:pt x="14" y="27"/>
                      <a:pt x="12" y="37"/>
                      <a:pt x="10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6" name="Freeform 67">
                <a:extLst>
                  <a:ext uri="{FF2B5EF4-FFF2-40B4-BE49-F238E27FC236}">
                    <a16:creationId xmlns:a16="http://schemas.microsoft.com/office/drawing/2014/main" id="{FB058F13-D631-42FA-BB07-F2E624A16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278"/>
                <a:ext cx="16" cy="62"/>
              </a:xfrm>
              <a:custGeom>
                <a:avLst/>
                <a:gdLst>
                  <a:gd name="T0" fmla="*/ 0 w 6"/>
                  <a:gd name="T1" fmla="*/ 493 h 22"/>
                  <a:gd name="T2" fmla="*/ 77 w 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22"/>
                    </a:moveTo>
                    <a:cubicBezTo>
                      <a:pt x="1" y="15"/>
                      <a:pt x="6" y="7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7" name="Freeform 68">
                <a:extLst>
                  <a:ext uri="{FF2B5EF4-FFF2-40B4-BE49-F238E27FC236}">
                    <a16:creationId xmlns:a16="http://schemas.microsoft.com/office/drawing/2014/main" id="{8D2EBD4C-0A88-4840-B17D-C5D0E87C6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340"/>
                <a:ext cx="32" cy="111"/>
              </a:xfrm>
              <a:custGeom>
                <a:avLst/>
                <a:gdLst>
                  <a:gd name="T0" fmla="*/ 0 w 12"/>
                  <a:gd name="T1" fmla="*/ 0 h 39"/>
                  <a:gd name="T2" fmla="*/ 56 w 12"/>
                  <a:gd name="T3" fmla="*/ 89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9">
                    <a:moveTo>
                      <a:pt x="0" y="0"/>
                    </a:moveTo>
                    <a:cubicBezTo>
                      <a:pt x="12" y="8"/>
                      <a:pt x="10" y="29"/>
                      <a:pt x="3" y="3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8" name="Freeform 69">
                <a:extLst>
                  <a:ext uri="{FF2B5EF4-FFF2-40B4-BE49-F238E27FC236}">
                    <a16:creationId xmlns:a16="http://schemas.microsoft.com/office/drawing/2014/main" id="{A3128E5E-0224-4FEB-A72D-A7279A04A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895"/>
                <a:ext cx="383" cy="159"/>
              </a:xfrm>
              <a:custGeom>
                <a:avLst/>
                <a:gdLst>
                  <a:gd name="T0" fmla="*/ 0 w 144"/>
                  <a:gd name="T1" fmla="*/ 1281 h 56"/>
                  <a:gd name="T2" fmla="*/ 303 w 144"/>
                  <a:gd name="T3" fmla="*/ 960 h 56"/>
                  <a:gd name="T4" fmla="*/ 567 w 144"/>
                  <a:gd name="T5" fmla="*/ 483 h 56"/>
                  <a:gd name="T6" fmla="*/ 997 w 144"/>
                  <a:gd name="T7" fmla="*/ 363 h 56"/>
                  <a:gd name="T8" fmla="*/ 1279 w 144"/>
                  <a:gd name="T9" fmla="*/ 185 h 56"/>
                  <a:gd name="T10" fmla="*/ 1692 w 144"/>
                  <a:gd name="T11" fmla="*/ 298 h 56"/>
                  <a:gd name="T12" fmla="*/ 2051 w 144"/>
                  <a:gd name="T13" fmla="*/ 88 h 56"/>
                  <a:gd name="T14" fmla="*/ 2710 w 144"/>
                  <a:gd name="T15" fmla="*/ 48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4" h="56">
                    <a:moveTo>
                      <a:pt x="0" y="56"/>
                    </a:moveTo>
                    <a:cubicBezTo>
                      <a:pt x="6" y="52"/>
                      <a:pt x="14" y="50"/>
                      <a:pt x="16" y="42"/>
                    </a:cubicBezTo>
                    <a:cubicBezTo>
                      <a:pt x="19" y="33"/>
                      <a:pt x="20" y="26"/>
                      <a:pt x="30" y="21"/>
                    </a:cubicBezTo>
                    <a:cubicBezTo>
                      <a:pt x="37" y="18"/>
                      <a:pt x="46" y="20"/>
                      <a:pt x="53" y="16"/>
                    </a:cubicBezTo>
                    <a:cubicBezTo>
                      <a:pt x="59" y="13"/>
                      <a:pt x="61" y="7"/>
                      <a:pt x="68" y="8"/>
                    </a:cubicBezTo>
                    <a:cubicBezTo>
                      <a:pt x="76" y="8"/>
                      <a:pt x="81" y="14"/>
                      <a:pt x="90" y="13"/>
                    </a:cubicBezTo>
                    <a:cubicBezTo>
                      <a:pt x="99" y="13"/>
                      <a:pt x="101" y="6"/>
                      <a:pt x="109" y="4"/>
                    </a:cubicBezTo>
                    <a:cubicBezTo>
                      <a:pt x="122" y="0"/>
                      <a:pt x="133" y="17"/>
                      <a:pt x="144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9" name="Freeform 70">
                <a:extLst>
                  <a:ext uri="{FF2B5EF4-FFF2-40B4-BE49-F238E27FC236}">
                    <a16:creationId xmlns:a16="http://schemas.microsoft.com/office/drawing/2014/main" id="{4A7C0E99-0BE3-4435-B58F-3BF94AE02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20"/>
                <a:ext cx="48" cy="96"/>
              </a:xfrm>
              <a:custGeom>
                <a:avLst/>
                <a:gdLst>
                  <a:gd name="T0" fmla="*/ 0 w 18"/>
                  <a:gd name="T1" fmla="*/ 765 h 34"/>
                  <a:gd name="T2" fmla="*/ 248 w 18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4">
                    <a:moveTo>
                      <a:pt x="0" y="34"/>
                    </a:moveTo>
                    <a:cubicBezTo>
                      <a:pt x="18" y="29"/>
                      <a:pt x="11" y="1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0" name="Freeform 71">
                <a:extLst>
                  <a:ext uri="{FF2B5EF4-FFF2-40B4-BE49-F238E27FC236}">
                    <a16:creationId xmlns:a16="http://schemas.microsoft.com/office/drawing/2014/main" id="{4C90E773-F53F-4901-9D2C-B52215462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935"/>
                <a:ext cx="178" cy="127"/>
              </a:xfrm>
              <a:custGeom>
                <a:avLst/>
                <a:gdLst>
                  <a:gd name="T0" fmla="*/ 0 w 67"/>
                  <a:gd name="T1" fmla="*/ 948 h 45"/>
                  <a:gd name="T2" fmla="*/ 340 w 67"/>
                  <a:gd name="T3" fmla="*/ 787 h 45"/>
                  <a:gd name="T4" fmla="*/ 792 w 67"/>
                  <a:gd name="T5" fmla="*/ 471 h 45"/>
                  <a:gd name="T6" fmla="*/ 1121 w 67"/>
                  <a:gd name="T7" fmla="*/ 319 h 45"/>
                  <a:gd name="T8" fmla="*/ 1257 w 6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5">
                    <a:moveTo>
                      <a:pt x="0" y="42"/>
                    </a:moveTo>
                    <a:cubicBezTo>
                      <a:pt x="7" y="45"/>
                      <a:pt x="13" y="40"/>
                      <a:pt x="18" y="35"/>
                    </a:cubicBezTo>
                    <a:cubicBezTo>
                      <a:pt x="26" y="27"/>
                      <a:pt x="30" y="21"/>
                      <a:pt x="42" y="21"/>
                    </a:cubicBezTo>
                    <a:cubicBezTo>
                      <a:pt x="51" y="22"/>
                      <a:pt x="55" y="23"/>
                      <a:pt x="60" y="14"/>
                    </a:cubicBezTo>
                    <a:cubicBezTo>
                      <a:pt x="63" y="9"/>
                      <a:pt x="64" y="4"/>
                      <a:pt x="6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1" name="Freeform 72">
                <a:extLst>
                  <a:ext uri="{FF2B5EF4-FFF2-40B4-BE49-F238E27FC236}">
                    <a16:creationId xmlns:a16="http://schemas.microsoft.com/office/drawing/2014/main" id="{AA17E592-A577-4B50-B296-1798E1833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949"/>
                <a:ext cx="93" cy="71"/>
              </a:xfrm>
              <a:custGeom>
                <a:avLst/>
                <a:gdLst>
                  <a:gd name="T0" fmla="*/ 0 w 35"/>
                  <a:gd name="T1" fmla="*/ 548 h 25"/>
                  <a:gd name="T2" fmla="*/ 656 w 3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5">
                    <a:moveTo>
                      <a:pt x="0" y="24"/>
                    </a:moveTo>
                    <a:cubicBezTo>
                      <a:pt x="14" y="25"/>
                      <a:pt x="30" y="12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2" name="Freeform 73">
                <a:extLst>
                  <a:ext uri="{FF2B5EF4-FFF2-40B4-BE49-F238E27FC236}">
                    <a16:creationId xmlns:a16="http://schemas.microsoft.com/office/drawing/2014/main" id="{7656F8E1-9E17-46B3-B29F-C97F16A71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932"/>
                <a:ext cx="77" cy="62"/>
              </a:xfrm>
              <a:custGeom>
                <a:avLst/>
                <a:gdLst>
                  <a:gd name="T0" fmla="*/ 0 w 29"/>
                  <a:gd name="T1" fmla="*/ 493 h 22"/>
                  <a:gd name="T2" fmla="*/ 204 w 29"/>
                  <a:gd name="T3" fmla="*/ 183 h 22"/>
                  <a:gd name="T4" fmla="*/ 542 w 29"/>
                  <a:gd name="T5" fmla="*/ 2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0" y="22"/>
                    </a:moveTo>
                    <a:cubicBezTo>
                      <a:pt x="7" y="19"/>
                      <a:pt x="6" y="12"/>
                      <a:pt x="11" y="8"/>
                    </a:cubicBezTo>
                    <a:cubicBezTo>
                      <a:pt x="14" y="4"/>
                      <a:pt x="24" y="0"/>
                      <a:pt x="29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3" name="Freeform 74">
                <a:extLst>
                  <a:ext uri="{FF2B5EF4-FFF2-40B4-BE49-F238E27FC236}">
                    <a16:creationId xmlns:a16="http://schemas.microsoft.com/office/drawing/2014/main" id="{DAB29BCE-6581-4B43-9CF8-10C0192D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988"/>
                <a:ext cx="74" cy="26"/>
              </a:xfrm>
              <a:custGeom>
                <a:avLst/>
                <a:gdLst>
                  <a:gd name="T0" fmla="*/ 0 w 28"/>
                  <a:gd name="T1" fmla="*/ 0 h 9"/>
                  <a:gd name="T2" fmla="*/ 315 w 28"/>
                  <a:gd name="T3" fmla="*/ 49 h 9"/>
                  <a:gd name="T4" fmla="*/ 518 w 28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cubicBezTo>
                      <a:pt x="3" y="4"/>
                      <a:pt x="12" y="1"/>
                      <a:pt x="17" y="2"/>
                    </a:cubicBezTo>
                    <a:cubicBezTo>
                      <a:pt x="21" y="4"/>
                      <a:pt x="24" y="7"/>
                      <a:pt x="28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4" name="Freeform 75">
                <a:extLst>
                  <a:ext uri="{FF2B5EF4-FFF2-40B4-BE49-F238E27FC236}">
                    <a16:creationId xmlns:a16="http://schemas.microsoft.com/office/drawing/2014/main" id="{AD8F6C16-6AE6-4F56-9FB2-75E7477F2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980"/>
                <a:ext cx="386" cy="292"/>
              </a:xfrm>
              <a:custGeom>
                <a:avLst/>
                <a:gdLst>
                  <a:gd name="T0" fmla="*/ 0 w 145"/>
                  <a:gd name="T1" fmla="*/ 249 h 103"/>
                  <a:gd name="T2" fmla="*/ 737 w 145"/>
                  <a:gd name="T3" fmla="*/ 48 h 103"/>
                  <a:gd name="T4" fmla="*/ 998 w 145"/>
                  <a:gd name="T5" fmla="*/ 184 h 103"/>
                  <a:gd name="T6" fmla="*/ 1318 w 145"/>
                  <a:gd name="T7" fmla="*/ 224 h 103"/>
                  <a:gd name="T8" fmla="*/ 1773 w 145"/>
                  <a:gd name="T9" fmla="*/ 459 h 103"/>
                  <a:gd name="T10" fmla="*/ 1906 w 145"/>
                  <a:gd name="T11" fmla="*/ 731 h 103"/>
                  <a:gd name="T12" fmla="*/ 2090 w 145"/>
                  <a:gd name="T13" fmla="*/ 845 h 103"/>
                  <a:gd name="T14" fmla="*/ 2204 w 145"/>
                  <a:gd name="T15" fmla="*/ 1230 h 103"/>
                  <a:gd name="T16" fmla="*/ 2529 w 145"/>
                  <a:gd name="T17" fmla="*/ 1616 h 103"/>
                  <a:gd name="T18" fmla="*/ 2657 w 145"/>
                  <a:gd name="T19" fmla="*/ 2050 h 103"/>
                  <a:gd name="T20" fmla="*/ 2737 w 145"/>
                  <a:gd name="T21" fmla="*/ 2347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103">
                    <a:moveTo>
                      <a:pt x="0" y="11"/>
                    </a:moveTo>
                    <a:cubicBezTo>
                      <a:pt x="10" y="7"/>
                      <a:pt x="28" y="0"/>
                      <a:pt x="39" y="2"/>
                    </a:cubicBezTo>
                    <a:cubicBezTo>
                      <a:pt x="44" y="2"/>
                      <a:pt x="48" y="6"/>
                      <a:pt x="53" y="8"/>
                    </a:cubicBezTo>
                    <a:cubicBezTo>
                      <a:pt x="59" y="10"/>
                      <a:pt x="64" y="10"/>
                      <a:pt x="70" y="10"/>
                    </a:cubicBezTo>
                    <a:cubicBezTo>
                      <a:pt x="81" y="9"/>
                      <a:pt x="86" y="11"/>
                      <a:pt x="94" y="20"/>
                    </a:cubicBezTo>
                    <a:cubicBezTo>
                      <a:pt x="97" y="24"/>
                      <a:pt x="98" y="29"/>
                      <a:pt x="101" y="32"/>
                    </a:cubicBezTo>
                    <a:cubicBezTo>
                      <a:pt x="104" y="35"/>
                      <a:pt x="108" y="35"/>
                      <a:pt x="111" y="37"/>
                    </a:cubicBezTo>
                    <a:cubicBezTo>
                      <a:pt x="118" y="42"/>
                      <a:pt x="116" y="47"/>
                      <a:pt x="117" y="54"/>
                    </a:cubicBezTo>
                    <a:cubicBezTo>
                      <a:pt x="119" y="65"/>
                      <a:pt x="127" y="65"/>
                      <a:pt x="134" y="71"/>
                    </a:cubicBezTo>
                    <a:cubicBezTo>
                      <a:pt x="141" y="77"/>
                      <a:pt x="139" y="83"/>
                      <a:pt x="141" y="90"/>
                    </a:cubicBezTo>
                    <a:cubicBezTo>
                      <a:pt x="142" y="95"/>
                      <a:pt x="145" y="99"/>
                      <a:pt x="145" y="10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5" name="Freeform 76">
                <a:extLst>
                  <a:ext uri="{FF2B5EF4-FFF2-40B4-BE49-F238E27FC236}">
                    <a16:creationId xmlns:a16="http://schemas.microsoft.com/office/drawing/2014/main" id="{9B1E4E4C-799C-4670-B26B-88A0F44D7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918"/>
                <a:ext cx="322" cy="173"/>
              </a:xfrm>
              <a:custGeom>
                <a:avLst/>
                <a:gdLst>
                  <a:gd name="T0" fmla="*/ 0 w 121"/>
                  <a:gd name="T1" fmla="*/ 113 h 61"/>
                  <a:gd name="T2" fmla="*/ 375 w 121"/>
                  <a:gd name="T3" fmla="*/ 210 h 61"/>
                  <a:gd name="T4" fmla="*/ 695 w 121"/>
                  <a:gd name="T5" fmla="*/ 26 h 61"/>
                  <a:gd name="T6" fmla="*/ 963 w 121"/>
                  <a:gd name="T7" fmla="*/ 162 h 61"/>
                  <a:gd name="T8" fmla="*/ 1394 w 121"/>
                  <a:gd name="T9" fmla="*/ 224 h 61"/>
                  <a:gd name="T10" fmla="*/ 1679 w 121"/>
                  <a:gd name="T11" fmla="*/ 459 h 61"/>
                  <a:gd name="T12" fmla="*/ 2054 w 121"/>
                  <a:gd name="T13" fmla="*/ 596 h 61"/>
                  <a:gd name="T14" fmla="*/ 2246 w 121"/>
                  <a:gd name="T15" fmla="*/ 1393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61">
                    <a:moveTo>
                      <a:pt x="0" y="5"/>
                    </a:moveTo>
                    <a:cubicBezTo>
                      <a:pt x="7" y="11"/>
                      <a:pt x="12" y="11"/>
                      <a:pt x="20" y="9"/>
                    </a:cubicBezTo>
                    <a:cubicBezTo>
                      <a:pt x="26" y="7"/>
                      <a:pt x="32" y="1"/>
                      <a:pt x="37" y="1"/>
                    </a:cubicBezTo>
                    <a:cubicBezTo>
                      <a:pt x="42" y="0"/>
                      <a:pt x="47" y="5"/>
                      <a:pt x="51" y="7"/>
                    </a:cubicBezTo>
                    <a:cubicBezTo>
                      <a:pt x="60" y="13"/>
                      <a:pt x="65" y="9"/>
                      <a:pt x="74" y="10"/>
                    </a:cubicBezTo>
                    <a:cubicBezTo>
                      <a:pt x="81" y="11"/>
                      <a:pt x="84" y="16"/>
                      <a:pt x="89" y="20"/>
                    </a:cubicBezTo>
                    <a:cubicBezTo>
                      <a:pt x="96" y="26"/>
                      <a:pt x="102" y="23"/>
                      <a:pt x="109" y="26"/>
                    </a:cubicBezTo>
                    <a:cubicBezTo>
                      <a:pt x="119" y="31"/>
                      <a:pt x="121" y="51"/>
                      <a:pt x="119" y="6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6" name="Freeform 77">
                <a:extLst>
                  <a:ext uri="{FF2B5EF4-FFF2-40B4-BE49-F238E27FC236}">
                    <a16:creationId xmlns:a16="http://schemas.microsoft.com/office/drawing/2014/main" id="{EE0C0D27-B180-4073-BCA7-9F749D3B5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966"/>
                <a:ext cx="111" cy="39"/>
              </a:xfrm>
              <a:custGeom>
                <a:avLst/>
                <a:gdLst>
                  <a:gd name="T0" fmla="*/ 0 w 42"/>
                  <a:gd name="T1" fmla="*/ 156 h 14"/>
                  <a:gd name="T2" fmla="*/ 539 w 42"/>
                  <a:gd name="T3" fmla="*/ 109 h 14"/>
                  <a:gd name="T4" fmla="*/ 774 w 42"/>
                  <a:gd name="T5" fmla="*/ 30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7"/>
                    </a:moveTo>
                    <a:cubicBezTo>
                      <a:pt x="10" y="6"/>
                      <a:pt x="19" y="0"/>
                      <a:pt x="29" y="5"/>
                    </a:cubicBezTo>
                    <a:cubicBezTo>
                      <a:pt x="34" y="8"/>
                      <a:pt x="36" y="14"/>
                      <a:pt x="42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7" name="Freeform 78">
                <a:extLst>
                  <a:ext uri="{FF2B5EF4-FFF2-40B4-BE49-F238E27FC236}">
                    <a16:creationId xmlns:a16="http://schemas.microsoft.com/office/drawing/2014/main" id="{40A8A2F7-3E66-4738-97F3-7D0D0FC2C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011"/>
                <a:ext cx="91" cy="57"/>
              </a:xfrm>
              <a:custGeom>
                <a:avLst/>
                <a:gdLst>
                  <a:gd name="T0" fmla="*/ 0 w 34"/>
                  <a:gd name="T1" fmla="*/ 0 h 20"/>
                  <a:gd name="T2" fmla="*/ 329 w 34"/>
                  <a:gd name="T3" fmla="*/ 439 h 20"/>
                  <a:gd name="T4" fmla="*/ 653 w 34"/>
                  <a:gd name="T5" fmla="*/ 43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1" y="8"/>
                      <a:pt x="9" y="18"/>
                      <a:pt x="17" y="19"/>
                    </a:cubicBezTo>
                    <a:cubicBezTo>
                      <a:pt x="23" y="20"/>
                      <a:pt x="29" y="15"/>
                      <a:pt x="34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8" name="Freeform 79">
                <a:extLst>
                  <a:ext uri="{FF2B5EF4-FFF2-40B4-BE49-F238E27FC236}">
                    <a16:creationId xmlns:a16="http://schemas.microsoft.com/office/drawing/2014/main" id="{0C9DD166-D5B1-432D-94E1-B6B362159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091"/>
                <a:ext cx="64" cy="99"/>
              </a:xfrm>
              <a:custGeom>
                <a:avLst/>
                <a:gdLst>
                  <a:gd name="T0" fmla="*/ 0 w 24"/>
                  <a:gd name="T1" fmla="*/ 0 h 35"/>
                  <a:gd name="T2" fmla="*/ 397 w 24"/>
                  <a:gd name="T3" fmla="*/ 407 h 35"/>
                  <a:gd name="T4" fmla="*/ 456 w 24"/>
                  <a:gd name="T5" fmla="*/ 79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5">
                    <a:moveTo>
                      <a:pt x="0" y="0"/>
                    </a:moveTo>
                    <a:cubicBezTo>
                      <a:pt x="8" y="7"/>
                      <a:pt x="18" y="9"/>
                      <a:pt x="21" y="18"/>
                    </a:cubicBezTo>
                    <a:cubicBezTo>
                      <a:pt x="23" y="23"/>
                      <a:pt x="24" y="30"/>
                      <a:pt x="24" y="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9" name="Freeform 80">
                <a:extLst>
                  <a:ext uri="{FF2B5EF4-FFF2-40B4-BE49-F238E27FC236}">
                    <a16:creationId xmlns:a16="http://schemas.microsoft.com/office/drawing/2014/main" id="{5D99B0EF-57F1-4BD6-BA3B-F23A3DF30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054"/>
                <a:ext cx="88" cy="235"/>
              </a:xfrm>
              <a:custGeom>
                <a:avLst/>
                <a:gdLst>
                  <a:gd name="T0" fmla="*/ 0 w 33"/>
                  <a:gd name="T1" fmla="*/ 0 h 83"/>
                  <a:gd name="T2" fmla="*/ 248 w 33"/>
                  <a:gd name="T3" fmla="*/ 609 h 83"/>
                  <a:gd name="T4" fmla="*/ 512 w 33"/>
                  <a:gd name="T5" fmla="*/ 1090 h 83"/>
                  <a:gd name="T6" fmla="*/ 491 w 33"/>
                  <a:gd name="T7" fmla="*/ 1314 h 83"/>
                  <a:gd name="T8" fmla="*/ 589 w 33"/>
                  <a:gd name="T9" fmla="*/ 1450 h 83"/>
                  <a:gd name="T10" fmla="*/ 547 w 33"/>
                  <a:gd name="T11" fmla="*/ 1883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83">
                    <a:moveTo>
                      <a:pt x="0" y="0"/>
                    </a:moveTo>
                    <a:cubicBezTo>
                      <a:pt x="4" y="10"/>
                      <a:pt x="3" y="20"/>
                      <a:pt x="13" y="27"/>
                    </a:cubicBezTo>
                    <a:cubicBezTo>
                      <a:pt x="22" y="34"/>
                      <a:pt x="27" y="36"/>
                      <a:pt x="27" y="48"/>
                    </a:cubicBezTo>
                    <a:cubicBezTo>
                      <a:pt x="27" y="51"/>
                      <a:pt x="26" y="55"/>
                      <a:pt x="26" y="58"/>
                    </a:cubicBezTo>
                    <a:cubicBezTo>
                      <a:pt x="27" y="61"/>
                      <a:pt x="30" y="62"/>
                      <a:pt x="31" y="64"/>
                    </a:cubicBezTo>
                    <a:cubicBezTo>
                      <a:pt x="33" y="70"/>
                      <a:pt x="28" y="79"/>
                      <a:pt x="29" y="8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0" name="Freeform 81">
                <a:extLst>
                  <a:ext uri="{FF2B5EF4-FFF2-40B4-BE49-F238E27FC236}">
                    <a16:creationId xmlns:a16="http://schemas.microsoft.com/office/drawing/2014/main" id="{7B334C9B-25B2-4042-82E4-0B6C2A5FB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122"/>
                <a:ext cx="50" cy="96"/>
              </a:xfrm>
              <a:custGeom>
                <a:avLst/>
                <a:gdLst>
                  <a:gd name="T0" fmla="*/ 55 w 19"/>
                  <a:gd name="T1" fmla="*/ 0 h 34"/>
                  <a:gd name="T2" fmla="*/ 89 w 19"/>
                  <a:gd name="T3" fmla="*/ 494 h 34"/>
                  <a:gd name="T4" fmla="*/ 347 w 19"/>
                  <a:gd name="T5" fmla="*/ 76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4">
                    <a:moveTo>
                      <a:pt x="3" y="0"/>
                    </a:moveTo>
                    <a:cubicBezTo>
                      <a:pt x="2" y="7"/>
                      <a:pt x="0" y="16"/>
                      <a:pt x="5" y="22"/>
                    </a:cubicBezTo>
                    <a:cubicBezTo>
                      <a:pt x="9" y="26"/>
                      <a:pt x="15" y="29"/>
                      <a:pt x="19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1" name="Freeform 82">
                <a:extLst>
                  <a:ext uri="{FF2B5EF4-FFF2-40B4-BE49-F238E27FC236}">
                    <a16:creationId xmlns:a16="http://schemas.microsoft.com/office/drawing/2014/main" id="{D9F009CA-C256-4367-ADBE-4C599DBF0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940"/>
                <a:ext cx="64" cy="46"/>
              </a:xfrm>
              <a:custGeom>
                <a:avLst/>
                <a:gdLst>
                  <a:gd name="T0" fmla="*/ 0 w 24"/>
                  <a:gd name="T1" fmla="*/ 75 h 16"/>
                  <a:gd name="T2" fmla="*/ 456 w 24"/>
                  <a:gd name="T3" fmla="*/ 38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3"/>
                    </a:moveTo>
                    <a:cubicBezTo>
                      <a:pt x="8" y="0"/>
                      <a:pt x="20" y="8"/>
                      <a:pt x="24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2" name="Freeform 83">
                <a:extLst>
                  <a:ext uri="{FF2B5EF4-FFF2-40B4-BE49-F238E27FC236}">
                    <a16:creationId xmlns:a16="http://schemas.microsoft.com/office/drawing/2014/main" id="{F5ED52FC-B825-4037-970C-55CA75BE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952"/>
                <a:ext cx="93" cy="48"/>
              </a:xfrm>
              <a:custGeom>
                <a:avLst/>
                <a:gdLst>
                  <a:gd name="T0" fmla="*/ 0 w 35"/>
                  <a:gd name="T1" fmla="*/ 384 h 17"/>
                  <a:gd name="T2" fmla="*/ 409 w 35"/>
                  <a:gd name="T3" fmla="*/ 23 h 17"/>
                  <a:gd name="T4" fmla="*/ 656 w 35"/>
                  <a:gd name="T5" fmla="*/ 2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7">
                    <a:moveTo>
                      <a:pt x="0" y="17"/>
                    </a:moveTo>
                    <a:cubicBezTo>
                      <a:pt x="7" y="12"/>
                      <a:pt x="12" y="0"/>
                      <a:pt x="22" y="1"/>
                    </a:cubicBezTo>
                    <a:cubicBezTo>
                      <a:pt x="28" y="2"/>
                      <a:pt x="31" y="7"/>
                      <a:pt x="35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3" name="Freeform 84">
                <a:extLst>
                  <a:ext uri="{FF2B5EF4-FFF2-40B4-BE49-F238E27FC236}">
                    <a16:creationId xmlns:a16="http://schemas.microsoft.com/office/drawing/2014/main" id="{A33701EB-44DB-4B22-8798-FA5B3B782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718"/>
                <a:ext cx="5" cy="17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4" name="Freeform 85">
                <a:extLst>
                  <a:ext uri="{FF2B5EF4-FFF2-40B4-BE49-F238E27FC236}">
                    <a16:creationId xmlns:a16="http://schemas.microsoft.com/office/drawing/2014/main" id="{8458A93F-0140-4C02-8C96-707DFF6E9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752"/>
                <a:ext cx="6" cy="17"/>
              </a:xfrm>
              <a:custGeom>
                <a:avLst/>
                <a:gdLst>
                  <a:gd name="T0" fmla="*/ 54 w 2"/>
                  <a:gd name="T1" fmla="*/ 0 h 6"/>
                  <a:gd name="T2" fmla="*/ 0 w 2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5" name="Freeform 86">
                <a:extLst>
                  <a:ext uri="{FF2B5EF4-FFF2-40B4-BE49-F238E27FC236}">
                    <a16:creationId xmlns:a16="http://schemas.microsoft.com/office/drawing/2014/main" id="{9C1BE0C0-A57D-4D92-8E71-49DF7E03F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894"/>
                <a:ext cx="10" cy="14"/>
              </a:xfrm>
              <a:custGeom>
                <a:avLst/>
                <a:gdLst>
                  <a:gd name="T0" fmla="*/ 63 w 4"/>
                  <a:gd name="T1" fmla="*/ 0 h 5"/>
                  <a:gd name="T2" fmla="*/ 0 w 4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6" name="Freeform 87">
                <a:extLst>
                  <a:ext uri="{FF2B5EF4-FFF2-40B4-BE49-F238E27FC236}">
                    <a16:creationId xmlns:a16="http://schemas.microsoft.com/office/drawing/2014/main" id="{AC855908-1EB6-4627-8244-94228526A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908"/>
                <a:ext cx="3" cy="23"/>
              </a:xfrm>
              <a:custGeom>
                <a:avLst/>
                <a:gdLst>
                  <a:gd name="T0" fmla="*/ 0 w 1"/>
                  <a:gd name="T1" fmla="*/ 0 h 8"/>
                  <a:gd name="T2" fmla="*/ 27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1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7" name="Freeform 88">
                <a:extLst>
                  <a:ext uri="{FF2B5EF4-FFF2-40B4-BE49-F238E27FC236}">
                    <a16:creationId xmlns:a16="http://schemas.microsoft.com/office/drawing/2014/main" id="{18BB4AD4-94E2-4702-B616-95BF6825F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843"/>
                <a:ext cx="16" cy="22"/>
              </a:xfrm>
              <a:custGeom>
                <a:avLst/>
                <a:gdLst>
                  <a:gd name="T0" fmla="*/ 0 w 6"/>
                  <a:gd name="T1" fmla="*/ 0 h 8"/>
                  <a:gd name="T2" fmla="*/ 115 w 6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3"/>
                      <a:pt x="3" y="6"/>
                      <a:pt x="6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8" name="Freeform 89">
                <a:extLst>
                  <a:ext uri="{FF2B5EF4-FFF2-40B4-BE49-F238E27FC236}">
                    <a16:creationId xmlns:a16="http://schemas.microsoft.com/office/drawing/2014/main" id="{FB802867-7C0B-4020-AA82-BDAC8D5C6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701"/>
                <a:ext cx="19" cy="8"/>
              </a:xfrm>
              <a:custGeom>
                <a:avLst/>
                <a:gdLst>
                  <a:gd name="T0" fmla="*/ 0 w 7"/>
                  <a:gd name="T1" fmla="*/ 0 h 3"/>
                  <a:gd name="T2" fmla="*/ 141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2"/>
                      <a:pt x="5" y="3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9" name="Freeform 90">
                <a:extLst>
                  <a:ext uri="{FF2B5EF4-FFF2-40B4-BE49-F238E27FC236}">
                    <a16:creationId xmlns:a16="http://schemas.microsoft.com/office/drawing/2014/main" id="{EB44D12A-99B9-476C-8203-C3761A011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414"/>
                <a:ext cx="22" cy="14"/>
              </a:xfrm>
              <a:custGeom>
                <a:avLst/>
                <a:gdLst>
                  <a:gd name="T0" fmla="*/ 0 w 8"/>
                  <a:gd name="T1" fmla="*/ 109 h 5"/>
                  <a:gd name="T2" fmla="*/ 168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3"/>
                      <a:pt x="5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0" name="Freeform 91">
                <a:extLst>
                  <a:ext uri="{FF2B5EF4-FFF2-40B4-BE49-F238E27FC236}">
                    <a16:creationId xmlns:a16="http://schemas.microsoft.com/office/drawing/2014/main" id="{38911F20-7C40-4C75-B3E8-92F147BCD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213"/>
                <a:ext cx="16" cy="20"/>
              </a:xfrm>
              <a:custGeom>
                <a:avLst/>
                <a:gdLst>
                  <a:gd name="T0" fmla="*/ 0 w 6"/>
                  <a:gd name="T1" fmla="*/ 163 h 7"/>
                  <a:gd name="T2" fmla="*/ 11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4"/>
                      <a:pt x="3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1" name="Freeform 92">
                <a:extLst>
                  <a:ext uri="{FF2B5EF4-FFF2-40B4-BE49-F238E27FC236}">
                    <a16:creationId xmlns:a16="http://schemas.microsoft.com/office/drawing/2014/main" id="{E56184E9-1730-495B-B91C-97CC3E21D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093"/>
                <a:ext cx="11" cy="23"/>
              </a:xfrm>
              <a:custGeom>
                <a:avLst/>
                <a:gdLst>
                  <a:gd name="T0" fmla="*/ 83 w 4"/>
                  <a:gd name="T1" fmla="*/ 0 h 8"/>
                  <a:gd name="T2" fmla="*/ 22 w 4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2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2" name="Freeform 93">
                <a:extLst>
                  <a:ext uri="{FF2B5EF4-FFF2-40B4-BE49-F238E27FC236}">
                    <a16:creationId xmlns:a16="http://schemas.microsoft.com/office/drawing/2014/main" id="{D4EFAF47-0D75-45EB-B606-C93E5B28D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051"/>
                <a:ext cx="3" cy="23"/>
              </a:xfrm>
              <a:custGeom>
                <a:avLst/>
                <a:gdLst>
                  <a:gd name="T0" fmla="*/ 27 w 1"/>
                  <a:gd name="T1" fmla="*/ 0 h 8"/>
                  <a:gd name="T2" fmla="*/ 27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3" name="Freeform 94">
                <a:extLst>
                  <a:ext uri="{FF2B5EF4-FFF2-40B4-BE49-F238E27FC236}">
                    <a16:creationId xmlns:a16="http://schemas.microsoft.com/office/drawing/2014/main" id="{BE660B4F-55DE-4D8B-94D2-1A459375C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110"/>
                <a:ext cx="6" cy="20"/>
              </a:xfrm>
              <a:custGeom>
                <a:avLst/>
                <a:gdLst>
                  <a:gd name="T0" fmla="*/ 0 w 2"/>
                  <a:gd name="T1" fmla="*/ 0 h 7"/>
                  <a:gd name="T2" fmla="*/ 54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4" name="Freeform 95">
                <a:extLst>
                  <a:ext uri="{FF2B5EF4-FFF2-40B4-BE49-F238E27FC236}">
                    <a16:creationId xmlns:a16="http://schemas.microsoft.com/office/drawing/2014/main" id="{AEF7A75E-436E-4390-9C9E-8A3C77E2B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147"/>
                <a:ext cx="2" cy="23"/>
              </a:xfrm>
              <a:custGeom>
                <a:avLst/>
                <a:gdLst>
                  <a:gd name="T0" fmla="*/ 8 w 1"/>
                  <a:gd name="T1" fmla="*/ 0 h 8"/>
                  <a:gd name="T2" fmla="*/ 0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5" name="Freeform 96">
                <a:extLst>
                  <a:ext uri="{FF2B5EF4-FFF2-40B4-BE49-F238E27FC236}">
                    <a16:creationId xmlns:a16="http://schemas.microsoft.com/office/drawing/2014/main" id="{67A78EDD-33D3-475B-BD3C-05DD349AC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855"/>
                <a:ext cx="3" cy="26"/>
              </a:xfrm>
              <a:custGeom>
                <a:avLst/>
                <a:gdLst>
                  <a:gd name="T0" fmla="*/ 27 w 1"/>
                  <a:gd name="T1" fmla="*/ 0 h 9"/>
                  <a:gd name="T2" fmla="*/ 27 w 1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1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6" name="Freeform 97">
                <a:extLst>
                  <a:ext uri="{FF2B5EF4-FFF2-40B4-BE49-F238E27FC236}">
                    <a16:creationId xmlns:a16="http://schemas.microsoft.com/office/drawing/2014/main" id="{8C50C1BC-066E-4B81-A664-8E944E488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912"/>
                <a:ext cx="24" cy="25"/>
              </a:xfrm>
              <a:custGeom>
                <a:avLst/>
                <a:gdLst>
                  <a:gd name="T0" fmla="*/ 0 w 9"/>
                  <a:gd name="T1" fmla="*/ 192 h 9"/>
                  <a:gd name="T2" fmla="*/ 171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5" y="8"/>
                      <a:pt x="8" y="4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7" name="Freeform 98">
                <a:extLst>
                  <a:ext uri="{FF2B5EF4-FFF2-40B4-BE49-F238E27FC236}">
                    <a16:creationId xmlns:a16="http://schemas.microsoft.com/office/drawing/2014/main" id="{A8962D99-52F2-42E6-930B-B6108CB93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110"/>
                <a:ext cx="27" cy="18"/>
              </a:xfrm>
              <a:custGeom>
                <a:avLst/>
                <a:gdLst>
                  <a:gd name="T0" fmla="*/ 0 w 10"/>
                  <a:gd name="T1" fmla="*/ 162 h 6"/>
                  <a:gd name="T2" fmla="*/ 197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4" y="5"/>
                      <a:pt x="7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8" name="Freeform 99">
                <a:extLst>
                  <a:ext uri="{FF2B5EF4-FFF2-40B4-BE49-F238E27FC236}">
                    <a16:creationId xmlns:a16="http://schemas.microsoft.com/office/drawing/2014/main" id="{88AB25ED-ED87-4584-8AEE-D51829865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380"/>
                <a:ext cx="27" cy="9"/>
              </a:xfrm>
              <a:custGeom>
                <a:avLst/>
                <a:gdLst>
                  <a:gd name="T0" fmla="*/ 0 w 10"/>
                  <a:gd name="T1" fmla="*/ 27 h 3"/>
                  <a:gd name="T2" fmla="*/ 197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1"/>
                    </a:moveTo>
                    <a:cubicBezTo>
                      <a:pt x="2" y="3"/>
                      <a:pt x="7" y="1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9" name="Freeform 100">
                <a:extLst>
                  <a:ext uri="{FF2B5EF4-FFF2-40B4-BE49-F238E27FC236}">
                    <a16:creationId xmlns:a16="http://schemas.microsoft.com/office/drawing/2014/main" id="{016A4020-4DA8-4163-B1F4-AAE3B91E2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644"/>
                <a:ext cx="19" cy="20"/>
              </a:xfrm>
              <a:custGeom>
                <a:avLst/>
                <a:gdLst>
                  <a:gd name="T0" fmla="*/ 0 w 7"/>
                  <a:gd name="T1" fmla="*/ 0 h 7"/>
                  <a:gd name="T2" fmla="*/ 141 w 7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4"/>
                      <a:pt x="4" y="7"/>
                      <a:pt x="7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0" name="Freeform 101">
                <a:extLst>
                  <a:ext uri="{FF2B5EF4-FFF2-40B4-BE49-F238E27FC236}">
                    <a16:creationId xmlns:a16="http://schemas.microsoft.com/office/drawing/2014/main" id="{F65EB8BC-FB86-4A90-B41D-FACF3FB22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899"/>
                <a:ext cx="16" cy="17"/>
              </a:xfrm>
              <a:custGeom>
                <a:avLst/>
                <a:gdLst>
                  <a:gd name="T0" fmla="*/ 0 w 6"/>
                  <a:gd name="T1" fmla="*/ 0 h 6"/>
                  <a:gd name="T2" fmla="*/ 115 w 6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1" y="2"/>
                      <a:pt x="4" y="4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1" name="Freeform 102">
                <a:extLst>
                  <a:ext uri="{FF2B5EF4-FFF2-40B4-BE49-F238E27FC236}">
                    <a16:creationId xmlns:a16="http://schemas.microsoft.com/office/drawing/2014/main" id="{5A9CBACD-E5DC-4CE3-A2CD-F827AA526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3064"/>
                <a:ext cx="8" cy="23"/>
              </a:xfrm>
              <a:custGeom>
                <a:avLst/>
                <a:gdLst>
                  <a:gd name="T0" fmla="*/ 0 w 3"/>
                  <a:gd name="T1" fmla="*/ 0 h 8"/>
                  <a:gd name="T2" fmla="*/ 56 w 3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3"/>
                      <a:pt x="2" y="5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2" name="Freeform 103">
                <a:extLst>
                  <a:ext uri="{FF2B5EF4-FFF2-40B4-BE49-F238E27FC236}">
                    <a16:creationId xmlns:a16="http://schemas.microsoft.com/office/drawing/2014/main" id="{E4F1D4DC-96AB-4A94-8CE3-B123EBFE3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101"/>
                <a:ext cx="13" cy="25"/>
              </a:xfrm>
              <a:custGeom>
                <a:avLst/>
                <a:gdLst>
                  <a:gd name="T0" fmla="*/ 88 w 5"/>
                  <a:gd name="T1" fmla="*/ 0 h 9"/>
                  <a:gd name="T2" fmla="*/ 0 w 5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3" y="3"/>
                      <a:pt x="2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3" name="Freeform 104">
                <a:extLst>
                  <a:ext uri="{FF2B5EF4-FFF2-40B4-BE49-F238E27FC236}">
                    <a16:creationId xmlns:a16="http://schemas.microsoft.com/office/drawing/2014/main" id="{FA48E1B8-97F7-4E0D-AD41-A4E2170D2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440"/>
                <a:ext cx="3" cy="22"/>
              </a:xfrm>
              <a:custGeom>
                <a:avLst/>
                <a:gdLst>
                  <a:gd name="T0" fmla="*/ 27 w 1"/>
                  <a:gd name="T1" fmla="*/ 0 h 8"/>
                  <a:gd name="T2" fmla="*/ 27 w 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3"/>
                      <a:pt x="1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4" name="Freeform 105">
                <a:extLst>
                  <a:ext uri="{FF2B5EF4-FFF2-40B4-BE49-F238E27FC236}">
                    <a16:creationId xmlns:a16="http://schemas.microsoft.com/office/drawing/2014/main" id="{A3567038-695B-4628-85ED-C49FF857D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411"/>
                <a:ext cx="3" cy="17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5" name="Freeform 106">
                <a:extLst>
                  <a:ext uri="{FF2B5EF4-FFF2-40B4-BE49-F238E27FC236}">
                    <a16:creationId xmlns:a16="http://schemas.microsoft.com/office/drawing/2014/main" id="{02A45A46-1EB2-4F09-83AF-ABED2B67B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366"/>
                <a:ext cx="5" cy="25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6" name="Freeform 107">
                <a:extLst>
                  <a:ext uri="{FF2B5EF4-FFF2-40B4-BE49-F238E27FC236}">
                    <a16:creationId xmlns:a16="http://schemas.microsoft.com/office/drawing/2014/main" id="{A3EA7EB5-FDD2-4F3C-BA35-1C56D65E3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329"/>
                <a:ext cx="3" cy="23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7" name="Freeform 108">
                <a:extLst>
                  <a:ext uri="{FF2B5EF4-FFF2-40B4-BE49-F238E27FC236}">
                    <a16:creationId xmlns:a16="http://schemas.microsoft.com/office/drawing/2014/main" id="{D1DD6CAB-DAC6-4D14-BE98-A5862CE56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298"/>
                <a:ext cx="5" cy="25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2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8" name="Freeform 109">
                <a:extLst>
                  <a:ext uri="{FF2B5EF4-FFF2-40B4-BE49-F238E27FC236}">
                    <a16:creationId xmlns:a16="http://schemas.microsoft.com/office/drawing/2014/main" id="{DD296C9B-5F8D-443D-992E-DFF72CC0F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264"/>
                <a:ext cx="6" cy="34"/>
              </a:xfrm>
              <a:custGeom>
                <a:avLst/>
                <a:gdLst>
                  <a:gd name="T0" fmla="*/ 54 w 2"/>
                  <a:gd name="T1" fmla="*/ 0 h 12"/>
                  <a:gd name="T2" fmla="*/ 0 w 2"/>
                  <a:gd name="T3" fmla="*/ 27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1" y="4"/>
                      <a:pt x="1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9" name="Freeform 110">
                <a:extLst>
                  <a:ext uri="{FF2B5EF4-FFF2-40B4-BE49-F238E27FC236}">
                    <a16:creationId xmlns:a16="http://schemas.microsoft.com/office/drawing/2014/main" id="{404703C2-D98C-4C08-9F9B-5DE0E9B14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221"/>
                <a:ext cx="3" cy="20"/>
              </a:xfrm>
              <a:custGeom>
                <a:avLst/>
                <a:gdLst>
                  <a:gd name="T0" fmla="*/ 27 w 1"/>
                  <a:gd name="T1" fmla="*/ 0 h 7"/>
                  <a:gd name="T2" fmla="*/ 0 w 1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0" name="Freeform 111">
                <a:extLst>
                  <a:ext uri="{FF2B5EF4-FFF2-40B4-BE49-F238E27FC236}">
                    <a16:creationId xmlns:a16="http://schemas.microsoft.com/office/drawing/2014/main" id="{012A1956-06A5-4357-86A7-AF00BA66E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583"/>
                <a:ext cx="5" cy="25"/>
              </a:xfrm>
              <a:custGeom>
                <a:avLst/>
                <a:gdLst>
                  <a:gd name="T0" fmla="*/ 0 w 2"/>
                  <a:gd name="T1" fmla="*/ 192 h 9"/>
                  <a:gd name="T2" fmla="*/ 33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1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1" name="Freeform 112">
                <a:extLst>
                  <a:ext uri="{FF2B5EF4-FFF2-40B4-BE49-F238E27FC236}">
                    <a16:creationId xmlns:a16="http://schemas.microsoft.com/office/drawing/2014/main" id="{A599F2FA-931E-44D7-86B1-980860EA0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628"/>
                <a:ext cx="3" cy="23"/>
              </a:xfrm>
              <a:custGeom>
                <a:avLst/>
                <a:gdLst>
                  <a:gd name="T0" fmla="*/ 0 w 1"/>
                  <a:gd name="T1" fmla="*/ 190 h 8"/>
                  <a:gd name="T2" fmla="*/ 27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1" y="5"/>
                      <a:pt x="1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2" name="Freeform 113">
                <a:extLst>
                  <a:ext uri="{FF2B5EF4-FFF2-40B4-BE49-F238E27FC236}">
                    <a16:creationId xmlns:a16="http://schemas.microsoft.com/office/drawing/2014/main" id="{1C73146D-96CC-4324-8EFA-D4B7E1D7A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668"/>
                <a:ext cx="2" cy="22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1" y="2"/>
                      <a:pt x="0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3" name="Freeform 114">
                <a:extLst>
                  <a:ext uri="{FF2B5EF4-FFF2-40B4-BE49-F238E27FC236}">
                    <a16:creationId xmlns:a16="http://schemas.microsoft.com/office/drawing/2014/main" id="{9F2132C0-6882-4FC5-9D8D-C03EA3153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781"/>
                <a:ext cx="6" cy="23"/>
              </a:xfrm>
              <a:custGeom>
                <a:avLst/>
                <a:gdLst>
                  <a:gd name="T0" fmla="*/ 54 w 2"/>
                  <a:gd name="T1" fmla="*/ 0 h 8"/>
                  <a:gd name="T2" fmla="*/ 0 w 2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4" name="Freeform 115">
                <a:extLst>
                  <a:ext uri="{FF2B5EF4-FFF2-40B4-BE49-F238E27FC236}">
                    <a16:creationId xmlns:a16="http://schemas.microsoft.com/office/drawing/2014/main" id="{FD68404C-6CC0-4C70-90FF-8FAB23667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810"/>
                <a:ext cx="5" cy="22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5" name="Freeform 116">
                <a:extLst>
                  <a:ext uri="{FF2B5EF4-FFF2-40B4-BE49-F238E27FC236}">
                    <a16:creationId xmlns:a16="http://schemas.microsoft.com/office/drawing/2014/main" id="{61E5B8E6-F93E-4A68-9411-CA7915357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849"/>
                <a:ext cx="5" cy="20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6" name="Freeform 117">
                <a:extLst>
                  <a:ext uri="{FF2B5EF4-FFF2-40B4-BE49-F238E27FC236}">
                    <a16:creationId xmlns:a16="http://schemas.microsoft.com/office/drawing/2014/main" id="{694957D1-A99A-4723-A82C-782A17424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424"/>
                <a:ext cx="3" cy="31"/>
              </a:xfrm>
              <a:custGeom>
                <a:avLst/>
                <a:gdLst>
                  <a:gd name="T0" fmla="*/ 27 w 1"/>
                  <a:gd name="T1" fmla="*/ 0 h 11"/>
                  <a:gd name="T2" fmla="*/ 27 w 1"/>
                  <a:gd name="T3" fmla="*/ 2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7" name="Freeform 118">
                <a:extLst>
                  <a:ext uri="{FF2B5EF4-FFF2-40B4-BE49-F238E27FC236}">
                    <a16:creationId xmlns:a16="http://schemas.microsoft.com/office/drawing/2014/main" id="{102C1DD4-40E6-48A0-BB5F-3B4BAAA4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500"/>
                <a:ext cx="5" cy="26"/>
              </a:xfrm>
              <a:custGeom>
                <a:avLst/>
                <a:gdLst>
                  <a:gd name="T0" fmla="*/ 20 w 2"/>
                  <a:gd name="T1" fmla="*/ 0 h 9"/>
                  <a:gd name="T2" fmla="*/ 33 w 2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0" y="3"/>
                      <a:pt x="0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8" name="Freeform 119">
                <a:extLst>
                  <a:ext uri="{FF2B5EF4-FFF2-40B4-BE49-F238E27FC236}">
                    <a16:creationId xmlns:a16="http://schemas.microsoft.com/office/drawing/2014/main" id="{FA313196-A12C-4F32-8846-71566E2C4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585"/>
                <a:ext cx="3" cy="20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9" name="Freeform 120">
                <a:extLst>
                  <a:ext uri="{FF2B5EF4-FFF2-40B4-BE49-F238E27FC236}">
                    <a16:creationId xmlns:a16="http://schemas.microsoft.com/office/drawing/2014/main" id="{BA8A5E69-879A-407A-B2DC-776004989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654"/>
                <a:ext cx="3" cy="25"/>
              </a:xfrm>
              <a:custGeom>
                <a:avLst/>
                <a:gdLst>
                  <a:gd name="T0" fmla="*/ 27 w 1"/>
                  <a:gd name="T1" fmla="*/ 0 h 9"/>
                  <a:gd name="T2" fmla="*/ 0 w 1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0" name="Freeform 121">
                <a:extLst>
                  <a:ext uri="{FF2B5EF4-FFF2-40B4-BE49-F238E27FC236}">
                    <a16:creationId xmlns:a16="http://schemas.microsoft.com/office/drawing/2014/main" id="{158B99EE-B66C-49E2-8DD7-97E8F7F8F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736"/>
                <a:ext cx="3" cy="23"/>
              </a:xfrm>
              <a:custGeom>
                <a:avLst/>
                <a:gdLst>
                  <a:gd name="T0" fmla="*/ 0 w 1"/>
                  <a:gd name="T1" fmla="*/ 0 h 8"/>
                  <a:gd name="T2" fmla="*/ 27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2"/>
                      <a:pt x="0" y="5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1" name="Freeform 122">
                <a:extLst>
                  <a:ext uri="{FF2B5EF4-FFF2-40B4-BE49-F238E27FC236}">
                    <a16:creationId xmlns:a16="http://schemas.microsoft.com/office/drawing/2014/main" id="{C20B5B09-974C-4A45-AC27-1CF499E7B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804"/>
                <a:ext cx="3" cy="26"/>
              </a:xfrm>
              <a:custGeom>
                <a:avLst/>
                <a:gdLst>
                  <a:gd name="T0" fmla="*/ 27 w 1"/>
                  <a:gd name="T1" fmla="*/ 0 h 9"/>
                  <a:gd name="T2" fmla="*/ 27 w 1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2" name="Freeform 123">
                <a:extLst>
                  <a:ext uri="{FF2B5EF4-FFF2-40B4-BE49-F238E27FC236}">
                    <a16:creationId xmlns:a16="http://schemas.microsoft.com/office/drawing/2014/main" id="{D84FD980-160B-442E-A831-6938FAA5F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866"/>
                <a:ext cx="1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3" name="Freeform 124">
                <a:extLst>
                  <a:ext uri="{FF2B5EF4-FFF2-40B4-BE49-F238E27FC236}">
                    <a16:creationId xmlns:a16="http://schemas.microsoft.com/office/drawing/2014/main" id="{C816DDE6-D976-48BD-B013-315464C1C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920"/>
                <a:ext cx="1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4" name="Freeform 125">
                <a:extLst>
                  <a:ext uri="{FF2B5EF4-FFF2-40B4-BE49-F238E27FC236}">
                    <a16:creationId xmlns:a16="http://schemas.microsoft.com/office/drawing/2014/main" id="{3D2C8D9F-0ADF-48B5-AD26-A7342C0F0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894"/>
                <a:ext cx="5" cy="25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5" name="Freeform 126">
                <a:extLst>
                  <a:ext uri="{FF2B5EF4-FFF2-40B4-BE49-F238E27FC236}">
                    <a16:creationId xmlns:a16="http://schemas.microsoft.com/office/drawing/2014/main" id="{91B2624F-7D14-4A34-AB3D-31FFCEE27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837"/>
                <a:ext cx="3" cy="26"/>
              </a:xfrm>
              <a:custGeom>
                <a:avLst/>
                <a:gdLst>
                  <a:gd name="T0" fmla="*/ 27 w 1"/>
                  <a:gd name="T1" fmla="*/ 49 h 9"/>
                  <a:gd name="T2" fmla="*/ 27 w 1"/>
                  <a:gd name="T3" fmla="*/ 0 h 9"/>
                  <a:gd name="T4" fmla="*/ 0 w 1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6" name="Freeform 127">
                <a:extLst>
                  <a:ext uri="{FF2B5EF4-FFF2-40B4-BE49-F238E27FC236}">
                    <a16:creationId xmlns:a16="http://schemas.microsoft.com/office/drawing/2014/main" id="{5FF9FD31-B0FA-43DF-95B5-16D9165FB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766"/>
                <a:ext cx="5" cy="26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2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7" name="Freeform 128">
                <a:extLst>
                  <a:ext uri="{FF2B5EF4-FFF2-40B4-BE49-F238E27FC236}">
                    <a16:creationId xmlns:a16="http://schemas.microsoft.com/office/drawing/2014/main" id="{163C7DF7-351B-4204-B8FE-D3C6EEF24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692"/>
                <a:ext cx="3" cy="26"/>
              </a:xfrm>
              <a:custGeom>
                <a:avLst/>
                <a:gdLst>
                  <a:gd name="T0" fmla="*/ 27 w 1"/>
                  <a:gd name="T1" fmla="*/ 0 h 9"/>
                  <a:gd name="T2" fmla="*/ 0 w 1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8" name="Freeform 129">
                <a:extLst>
                  <a:ext uri="{FF2B5EF4-FFF2-40B4-BE49-F238E27FC236}">
                    <a16:creationId xmlns:a16="http://schemas.microsoft.com/office/drawing/2014/main" id="{0FBBD560-304D-42A8-9506-1B65F3065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618"/>
                <a:ext cx="6" cy="20"/>
              </a:xfrm>
              <a:custGeom>
                <a:avLst/>
                <a:gdLst>
                  <a:gd name="T0" fmla="*/ 54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9" name="Freeform 130">
                <a:extLst>
                  <a:ext uri="{FF2B5EF4-FFF2-40B4-BE49-F238E27FC236}">
                    <a16:creationId xmlns:a16="http://schemas.microsoft.com/office/drawing/2014/main" id="{AA51BF75-F73F-4566-8EDA-B1C7B814F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542"/>
                <a:ext cx="3" cy="23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0" name="Freeform 131">
                <a:extLst>
                  <a:ext uri="{FF2B5EF4-FFF2-40B4-BE49-F238E27FC236}">
                    <a16:creationId xmlns:a16="http://schemas.microsoft.com/office/drawing/2014/main" id="{815F5908-D1BA-42B4-AE9B-6477FB633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468"/>
                <a:ext cx="8" cy="23"/>
              </a:xfrm>
              <a:custGeom>
                <a:avLst/>
                <a:gdLst>
                  <a:gd name="T0" fmla="*/ 56 w 3"/>
                  <a:gd name="T1" fmla="*/ 0 h 8"/>
                  <a:gd name="T2" fmla="*/ 35 w 3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3"/>
                      <a:pt x="0" y="5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1" name="Freeform 132">
                <a:extLst>
                  <a:ext uri="{FF2B5EF4-FFF2-40B4-BE49-F238E27FC236}">
                    <a16:creationId xmlns:a16="http://schemas.microsoft.com/office/drawing/2014/main" id="{EF08DA7C-C1F3-4BAB-B1B9-CF78BF9FC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411"/>
                <a:ext cx="8" cy="29"/>
              </a:xfrm>
              <a:custGeom>
                <a:avLst/>
                <a:gdLst>
                  <a:gd name="T0" fmla="*/ 56 w 3"/>
                  <a:gd name="T1" fmla="*/ 0 h 10"/>
                  <a:gd name="T2" fmla="*/ 0 w 3"/>
                  <a:gd name="T3" fmla="*/ 2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3"/>
                      <a:pt x="0" y="6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2" name="Freeform 133">
                <a:extLst>
                  <a:ext uri="{FF2B5EF4-FFF2-40B4-BE49-F238E27FC236}">
                    <a16:creationId xmlns:a16="http://schemas.microsoft.com/office/drawing/2014/main" id="{627C230B-39B2-48B2-8258-DD8B85DBE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284"/>
                <a:ext cx="878" cy="173"/>
              </a:xfrm>
              <a:custGeom>
                <a:avLst/>
                <a:gdLst>
                  <a:gd name="T0" fmla="*/ 0 w 330"/>
                  <a:gd name="T1" fmla="*/ 320 h 61"/>
                  <a:gd name="T2" fmla="*/ 942 w 330"/>
                  <a:gd name="T3" fmla="*/ 210 h 61"/>
                  <a:gd name="T4" fmla="*/ 1791 w 330"/>
                  <a:gd name="T5" fmla="*/ 547 h 61"/>
                  <a:gd name="T6" fmla="*/ 2746 w 330"/>
                  <a:gd name="T7" fmla="*/ 596 h 61"/>
                  <a:gd name="T8" fmla="*/ 3688 w 330"/>
                  <a:gd name="T9" fmla="*/ 933 h 61"/>
                  <a:gd name="T10" fmla="*/ 4536 w 330"/>
                  <a:gd name="T11" fmla="*/ 1007 h 61"/>
                  <a:gd name="T12" fmla="*/ 5196 w 330"/>
                  <a:gd name="T13" fmla="*/ 1095 h 61"/>
                  <a:gd name="T14" fmla="*/ 6215 w 330"/>
                  <a:gd name="T15" fmla="*/ 1069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0" h="61">
                    <a:moveTo>
                      <a:pt x="0" y="14"/>
                    </a:moveTo>
                    <a:cubicBezTo>
                      <a:pt x="17" y="14"/>
                      <a:pt x="32" y="0"/>
                      <a:pt x="50" y="9"/>
                    </a:cubicBezTo>
                    <a:cubicBezTo>
                      <a:pt x="68" y="17"/>
                      <a:pt x="75" y="25"/>
                      <a:pt x="95" y="24"/>
                    </a:cubicBezTo>
                    <a:cubicBezTo>
                      <a:pt x="112" y="24"/>
                      <a:pt x="130" y="20"/>
                      <a:pt x="146" y="26"/>
                    </a:cubicBezTo>
                    <a:cubicBezTo>
                      <a:pt x="167" y="33"/>
                      <a:pt x="172" y="44"/>
                      <a:pt x="196" y="41"/>
                    </a:cubicBezTo>
                    <a:cubicBezTo>
                      <a:pt x="212" y="38"/>
                      <a:pt x="226" y="35"/>
                      <a:pt x="241" y="44"/>
                    </a:cubicBezTo>
                    <a:cubicBezTo>
                      <a:pt x="257" y="53"/>
                      <a:pt x="257" y="51"/>
                      <a:pt x="276" y="48"/>
                    </a:cubicBezTo>
                    <a:cubicBezTo>
                      <a:pt x="295" y="44"/>
                      <a:pt x="312" y="61"/>
                      <a:pt x="330" y="4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3" name="Freeform 134">
                <a:extLst>
                  <a:ext uri="{FF2B5EF4-FFF2-40B4-BE49-F238E27FC236}">
                    <a16:creationId xmlns:a16="http://schemas.microsoft.com/office/drawing/2014/main" id="{02C07C62-578A-4093-83A4-819B04EC8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426"/>
                <a:ext cx="809" cy="218"/>
              </a:xfrm>
              <a:custGeom>
                <a:avLst/>
                <a:gdLst>
                  <a:gd name="T0" fmla="*/ 0 w 304"/>
                  <a:gd name="T1" fmla="*/ 0 h 77"/>
                  <a:gd name="T2" fmla="*/ 679 w 304"/>
                  <a:gd name="T3" fmla="*/ 161 h 77"/>
                  <a:gd name="T4" fmla="*/ 1112 w 304"/>
                  <a:gd name="T5" fmla="*/ 201 h 77"/>
                  <a:gd name="T6" fmla="*/ 1791 w 304"/>
                  <a:gd name="T7" fmla="*/ 473 h 77"/>
                  <a:gd name="T8" fmla="*/ 2600 w 304"/>
                  <a:gd name="T9" fmla="*/ 634 h 77"/>
                  <a:gd name="T10" fmla="*/ 3598 w 304"/>
                  <a:gd name="T11" fmla="*/ 906 h 77"/>
                  <a:gd name="T12" fmla="*/ 4335 w 304"/>
                  <a:gd name="T13" fmla="*/ 1274 h 77"/>
                  <a:gd name="T14" fmla="*/ 5184 w 304"/>
                  <a:gd name="T15" fmla="*/ 1362 h 77"/>
                  <a:gd name="T16" fmla="*/ 5730 w 304"/>
                  <a:gd name="T17" fmla="*/ 1747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77">
                    <a:moveTo>
                      <a:pt x="0" y="0"/>
                    </a:moveTo>
                    <a:cubicBezTo>
                      <a:pt x="8" y="18"/>
                      <a:pt x="22" y="9"/>
                      <a:pt x="36" y="7"/>
                    </a:cubicBezTo>
                    <a:cubicBezTo>
                      <a:pt x="44" y="6"/>
                      <a:pt x="50" y="5"/>
                      <a:pt x="59" y="9"/>
                    </a:cubicBezTo>
                    <a:cubicBezTo>
                      <a:pt x="73" y="15"/>
                      <a:pt x="77" y="24"/>
                      <a:pt x="95" y="21"/>
                    </a:cubicBezTo>
                    <a:cubicBezTo>
                      <a:pt x="113" y="18"/>
                      <a:pt x="121" y="17"/>
                      <a:pt x="138" y="28"/>
                    </a:cubicBezTo>
                    <a:cubicBezTo>
                      <a:pt x="157" y="40"/>
                      <a:pt x="168" y="40"/>
                      <a:pt x="191" y="40"/>
                    </a:cubicBezTo>
                    <a:cubicBezTo>
                      <a:pt x="210" y="39"/>
                      <a:pt x="214" y="50"/>
                      <a:pt x="230" y="56"/>
                    </a:cubicBezTo>
                    <a:cubicBezTo>
                      <a:pt x="244" y="62"/>
                      <a:pt x="260" y="55"/>
                      <a:pt x="275" y="60"/>
                    </a:cubicBezTo>
                    <a:cubicBezTo>
                      <a:pt x="287" y="63"/>
                      <a:pt x="294" y="72"/>
                      <a:pt x="304" y="7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4" name="Freeform 135">
                <a:extLst>
                  <a:ext uri="{FF2B5EF4-FFF2-40B4-BE49-F238E27FC236}">
                    <a16:creationId xmlns:a16="http://schemas.microsoft.com/office/drawing/2014/main" id="{07BC93AB-40B5-48CE-ACB9-1B0F8307D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479"/>
                <a:ext cx="322" cy="117"/>
              </a:xfrm>
              <a:custGeom>
                <a:avLst/>
                <a:gdLst>
                  <a:gd name="T0" fmla="*/ 0 w 121"/>
                  <a:gd name="T1" fmla="*/ 88 h 41"/>
                  <a:gd name="T2" fmla="*/ 865 w 121"/>
                  <a:gd name="T3" fmla="*/ 211 h 41"/>
                  <a:gd name="T4" fmla="*/ 1075 w 121"/>
                  <a:gd name="T5" fmla="*/ 417 h 41"/>
                  <a:gd name="T6" fmla="*/ 1394 w 121"/>
                  <a:gd name="T7" fmla="*/ 374 h 41"/>
                  <a:gd name="T8" fmla="*/ 2132 w 121"/>
                  <a:gd name="T9" fmla="*/ 676 h 41"/>
                  <a:gd name="T10" fmla="*/ 2281 w 121"/>
                  <a:gd name="T11" fmla="*/ 95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41">
                    <a:moveTo>
                      <a:pt x="0" y="4"/>
                    </a:moveTo>
                    <a:cubicBezTo>
                      <a:pt x="16" y="0"/>
                      <a:pt x="32" y="0"/>
                      <a:pt x="46" y="9"/>
                    </a:cubicBezTo>
                    <a:cubicBezTo>
                      <a:pt x="51" y="12"/>
                      <a:pt x="50" y="17"/>
                      <a:pt x="57" y="18"/>
                    </a:cubicBezTo>
                    <a:cubicBezTo>
                      <a:pt x="61" y="19"/>
                      <a:pt x="70" y="16"/>
                      <a:pt x="74" y="16"/>
                    </a:cubicBezTo>
                    <a:cubicBezTo>
                      <a:pt x="86" y="15"/>
                      <a:pt x="104" y="21"/>
                      <a:pt x="113" y="29"/>
                    </a:cubicBezTo>
                    <a:cubicBezTo>
                      <a:pt x="116" y="32"/>
                      <a:pt x="117" y="38"/>
                      <a:pt x="121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5" name="Freeform 136">
                <a:extLst>
                  <a:ext uri="{FF2B5EF4-FFF2-40B4-BE49-F238E27FC236}">
                    <a16:creationId xmlns:a16="http://schemas.microsoft.com/office/drawing/2014/main" id="{7EEB2000-5AE8-4DD2-8D38-1EBDE92BA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70"/>
                <a:ext cx="610" cy="145"/>
              </a:xfrm>
              <a:custGeom>
                <a:avLst/>
                <a:gdLst>
                  <a:gd name="T0" fmla="*/ 0 w 229"/>
                  <a:gd name="T1" fmla="*/ 276 h 51"/>
                  <a:gd name="T2" fmla="*/ 1023 w 229"/>
                  <a:gd name="T3" fmla="*/ 364 h 51"/>
                  <a:gd name="T4" fmla="*/ 1889 w 229"/>
                  <a:gd name="T5" fmla="*/ 526 h 51"/>
                  <a:gd name="T6" fmla="*/ 2440 w 229"/>
                  <a:gd name="T7" fmla="*/ 807 h 51"/>
                  <a:gd name="T8" fmla="*/ 3852 w 229"/>
                  <a:gd name="T9" fmla="*/ 1058 h 51"/>
                  <a:gd name="T10" fmla="*/ 4179 w 229"/>
                  <a:gd name="T11" fmla="*/ 1058 h 51"/>
                  <a:gd name="T12" fmla="*/ 4329 w 229"/>
                  <a:gd name="T13" fmla="*/ 1009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9" h="51">
                    <a:moveTo>
                      <a:pt x="0" y="12"/>
                    </a:moveTo>
                    <a:cubicBezTo>
                      <a:pt x="21" y="0"/>
                      <a:pt x="36" y="6"/>
                      <a:pt x="54" y="16"/>
                    </a:cubicBezTo>
                    <a:cubicBezTo>
                      <a:pt x="68" y="23"/>
                      <a:pt x="85" y="22"/>
                      <a:pt x="100" y="23"/>
                    </a:cubicBezTo>
                    <a:cubicBezTo>
                      <a:pt x="114" y="25"/>
                      <a:pt x="118" y="28"/>
                      <a:pt x="129" y="35"/>
                    </a:cubicBezTo>
                    <a:cubicBezTo>
                      <a:pt x="152" y="51"/>
                      <a:pt x="178" y="44"/>
                      <a:pt x="204" y="46"/>
                    </a:cubicBezTo>
                    <a:cubicBezTo>
                      <a:pt x="210" y="47"/>
                      <a:pt x="216" y="47"/>
                      <a:pt x="221" y="46"/>
                    </a:cubicBezTo>
                    <a:cubicBezTo>
                      <a:pt x="225" y="46"/>
                      <a:pt x="223" y="41"/>
                      <a:pt x="229" y="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6" name="Freeform 137">
                <a:extLst>
                  <a:ext uri="{FF2B5EF4-FFF2-40B4-BE49-F238E27FC236}">
                    <a16:creationId xmlns:a16="http://schemas.microsoft.com/office/drawing/2014/main" id="{78484A8D-7940-4A4F-A6EF-395B9B322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650"/>
                <a:ext cx="170" cy="56"/>
              </a:xfrm>
              <a:custGeom>
                <a:avLst/>
                <a:gdLst>
                  <a:gd name="T0" fmla="*/ 0 w 64"/>
                  <a:gd name="T1" fmla="*/ 87 h 20"/>
                  <a:gd name="T2" fmla="*/ 1201 w 64"/>
                  <a:gd name="T3" fmla="*/ 44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20">
                    <a:moveTo>
                      <a:pt x="0" y="4"/>
                    </a:moveTo>
                    <a:cubicBezTo>
                      <a:pt x="25" y="0"/>
                      <a:pt x="43" y="8"/>
                      <a:pt x="64" y="2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7" name="Freeform 138">
                <a:extLst>
                  <a:ext uri="{FF2B5EF4-FFF2-40B4-BE49-F238E27FC236}">
                    <a16:creationId xmlns:a16="http://schemas.microsoft.com/office/drawing/2014/main" id="{5CFC6AF2-F4F7-45C3-9E0C-92CEC4B44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701"/>
                <a:ext cx="948" cy="184"/>
              </a:xfrm>
              <a:custGeom>
                <a:avLst/>
                <a:gdLst>
                  <a:gd name="T0" fmla="*/ 0 w 356"/>
                  <a:gd name="T1" fmla="*/ 0 h 65"/>
                  <a:gd name="T2" fmla="*/ 567 w 356"/>
                  <a:gd name="T3" fmla="*/ 272 h 65"/>
                  <a:gd name="T4" fmla="*/ 1262 w 356"/>
                  <a:gd name="T5" fmla="*/ 184 h 65"/>
                  <a:gd name="T6" fmla="*/ 1928 w 356"/>
                  <a:gd name="T7" fmla="*/ 569 h 65"/>
                  <a:gd name="T8" fmla="*/ 2716 w 356"/>
                  <a:gd name="T9" fmla="*/ 609 h 65"/>
                  <a:gd name="T10" fmla="*/ 3646 w 356"/>
                  <a:gd name="T11" fmla="*/ 928 h 65"/>
                  <a:gd name="T12" fmla="*/ 4191 w 356"/>
                  <a:gd name="T13" fmla="*/ 841 h 65"/>
                  <a:gd name="T14" fmla="*/ 4665 w 356"/>
                  <a:gd name="T15" fmla="*/ 928 h 65"/>
                  <a:gd name="T16" fmla="*/ 5291 w 356"/>
                  <a:gd name="T17" fmla="*/ 1362 h 65"/>
                  <a:gd name="T18" fmla="*/ 5928 w 356"/>
                  <a:gd name="T19" fmla="*/ 1339 h 65"/>
                  <a:gd name="T20" fmla="*/ 6721 w 356"/>
                  <a:gd name="T21" fmla="*/ 1251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6" h="65">
                    <a:moveTo>
                      <a:pt x="0" y="0"/>
                    </a:moveTo>
                    <a:cubicBezTo>
                      <a:pt x="10" y="4"/>
                      <a:pt x="19" y="11"/>
                      <a:pt x="30" y="12"/>
                    </a:cubicBezTo>
                    <a:cubicBezTo>
                      <a:pt x="43" y="13"/>
                      <a:pt x="55" y="6"/>
                      <a:pt x="67" y="8"/>
                    </a:cubicBezTo>
                    <a:cubicBezTo>
                      <a:pt x="80" y="11"/>
                      <a:pt x="90" y="21"/>
                      <a:pt x="102" y="25"/>
                    </a:cubicBezTo>
                    <a:cubicBezTo>
                      <a:pt x="118" y="31"/>
                      <a:pt x="129" y="29"/>
                      <a:pt x="144" y="27"/>
                    </a:cubicBezTo>
                    <a:cubicBezTo>
                      <a:pt x="164" y="24"/>
                      <a:pt x="174" y="40"/>
                      <a:pt x="193" y="41"/>
                    </a:cubicBezTo>
                    <a:cubicBezTo>
                      <a:pt x="202" y="42"/>
                      <a:pt x="212" y="37"/>
                      <a:pt x="222" y="37"/>
                    </a:cubicBezTo>
                    <a:cubicBezTo>
                      <a:pt x="230" y="36"/>
                      <a:pt x="239" y="38"/>
                      <a:pt x="247" y="41"/>
                    </a:cubicBezTo>
                    <a:cubicBezTo>
                      <a:pt x="260" y="45"/>
                      <a:pt x="268" y="55"/>
                      <a:pt x="280" y="60"/>
                    </a:cubicBezTo>
                    <a:cubicBezTo>
                      <a:pt x="292" y="65"/>
                      <a:pt x="302" y="62"/>
                      <a:pt x="314" y="59"/>
                    </a:cubicBezTo>
                    <a:cubicBezTo>
                      <a:pt x="326" y="56"/>
                      <a:pt x="344" y="51"/>
                      <a:pt x="356" y="5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8" name="Freeform 139">
                <a:extLst>
                  <a:ext uri="{FF2B5EF4-FFF2-40B4-BE49-F238E27FC236}">
                    <a16:creationId xmlns:a16="http://schemas.microsoft.com/office/drawing/2014/main" id="{2ADF3E3C-31AC-4DAA-A674-5B43BAE10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758"/>
                <a:ext cx="168" cy="42"/>
              </a:xfrm>
              <a:custGeom>
                <a:avLst/>
                <a:gdLst>
                  <a:gd name="T0" fmla="*/ 0 w 63"/>
                  <a:gd name="T1" fmla="*/ 134 h 15"/>
                  <a:gd name="T2" fmla="*/ 1195 w 63"/>
                  <a:gd name="T3" fmla="*/ 3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5">
                    <a:moveTo>
                      <a:pt x="0" y="6"/>
                    </a:moveTo>
                    <a:cubicBezTo>
                      <a:pt x="25" y="7"/>
                      <a:pt x="41" y="0"/>
                      <a:pt x="63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9" name="Freeform 140">
                <a:extLst>
                  <a:ext uri="{FF2B5EF4-FFF2-40B4-BE49-F238E27FC236}">
                    <a16:creationId xmlns:a16="http://schemas.microsoft.com/office/drawing/2014/main" id="{300DB56E-7E91-49F0-A31D-268C7A254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814"/>
                <a:ext cx="165" cy="57"/>
              </a:xfrm>
              <a:custGeom>
                <a:avLst/>
                <a:gdLst>
                  <a:gd name="T0" fmla="*/ 0 w 62"/>
                  <a:gd name="T1" fmla="*/ 0 h 20"/>
                  <a:gd name="T2" fmla="*/ 1168 w 62"/>
                  <a:gd name="T3" fmla="*/ 27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0">
                    <a:moveTo>
                      <a:pt x="0" y="0"/>
                    </a:moveTo>
                    <a:cubicBezTo>
                      <a:pt x="15" y="20"/>
                      <a:pt x="45" y="16"/>
                      <a:pt x="62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0" name="Freeform 141">
                <a:extLst>
                  <a:ext uri="{FF2B5EF4-FFF2-40B4-BE49-F238E27FC236}">
                    <a16:creationId xmlns:a16="http://schemas.microsoft.com/office/drawing/2014/main" id="{D4CB9B12-5719-4A76-9733-0CFF2E0E4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729"/>
                <a:ext cx="218" cy="51"/>
              </a:xfrm>
              <a:custGeom>
                <a:avLst/>
                <a:gdLst>
                  <a:gd name="T0" fmla="*/ 0 w 82"/>
                  <a:gd name="T1" fmla="*/ 88 h 18"/>
                  <a:gd name="T2" fmla="*/ 1032 w 82"/>
                  <a:gd name="T3" fmla="*/ 184 h 18"/>
                  <a:gd name="T4" fmla="*/ 1542 w 82"/>
                  <a:gd name="T5" fmla="*/ 41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8">
                    <a:moveTo>
                      <a:pt x="0" y="4"/>
                    </a:moveTo>
                    <a:cubicBezTo>
                      <a:pt x="20" y="5"/>
                      <a:pt x="35" y="0"/>
                      <a:pt x="55" y="8"/>
                    </a:cubicBezTo>
                    <a:cubicBezTo>
                      <a:pt x="64" y="11"/>
                      <a:pt x="73" y="16"/>
                      <a:pt x="82" y="1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1" name="Freeform 142">
                <a:extLst>
                  <a:ext uri="{FF2B5EF4-FFF2-40B4-BE49-F238E27FC236}">
                    <a16:creationId xmlns:a16="http://schemas.microsoft.com/office/drawing/2014/main" id="{84C99914-B541-40DC-AA87-EBACF7717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786"/>
                <a:ext cx="127" cy="43"/>
              </a:xfrm>
              <a:custGeom>
                <a:avLst/>
                <a:gdLst>
                  <a:gd name="T0" fmla="*/ 0 w 48"/>
                  <a:gd name="T1" fmla="*/ 0 h 15"/>
                  <a:gd name="T2" fmla="*/ 889 w 48"/>
                  <a:gd name="T3" fmla="*/ 21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5">
                    <a:moveTo>
                      <a:pt x="0" y="0"/>
                    </a:moveTo>
                    <a:cubicBezTo>
                      <a:pt x="11" y="11"/>
                      <a:pt x="37" y="15"/>
                      <a:pt x="48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2" name="Freeform 143">
                <a:extLst>
                  <a:ext uri="{FF2B5EF4-FFF2-40B4-BE49-F238E27FC236}">
                    <a16:creationId xmlns:a16="http://schemas.microsoft.com/office/drawing/2014/main" id="{67608D4D-84EC-4514-ADB1-1432DF80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741"/>
                <a:ext cx="131" cy="42"/>
              </a:xfrm>
              <a:custGeom>
                <a:avLst/>
                <a:gdLst>
                  <a:gd name="T0" fmla="*/ 0 w 49"/>
                  <a:gd name="T1" fmla="*/ 0 h 15"/>
                  <a:gd name="T2" fmla="*/ 936 w 49"/>
                  <a:gd name="T3" fmla="*/ 26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5">
                    <a:moveTo>
                      <a:pt x="0" y="0"/>
                    </a:moveTo>
                    <a:cubicBezTo>
                      <a:pt x="9" y="11"/>
                      <a:pt x="35" y="15"/>
                      <a:pt x="49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3" name="Freeform 144">
                <a:extLst>
                  <a:ext uri="{FF2B5EF4-FFF2-40B4-BE49-F238E27FC236}">
                    <a16:creationId xmlns:a16="http://schemas.microsoft.com/office/drawing/2014/main" id="{AB134DCD-E3C0-4A20-A1AF-24FFF7A67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701"/>
                <a:ext cx="127" cy="57"/>
              </a:xfrm>
              <a:custGeom>
                <a:avLst/>
                <a:gdLst>
                  <a:gd name="T0" fmla="*/ 0 w 48"/>
                  <a:gd name="T1" fmla="*/ 0 h 20"/>
                  <a:gd name="T2" fmla="*/ 889 w 48"/>
                  <a:gd name="T3" fmla="*/ 25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0">
                    <a:moveTo>
                      <a:pt x="0" y="0"/>
                    </a:moveTo>
                    <a:cubicBezTo>
                      <a:pt x="7" y="11"/>
                      <a:pt x="38" y="20"/>
                      <a:pt x="48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4" name="Freeform 145">
                <a:extLst>
                  <a:ext uri="{FF2B5EF4-FFF2-40B4-BE49-F238E27FC236}">
                    <a16:creationId xmlns:a16="http://schemas.microsoft.com/office/drawing/2014/main" id="{02B294A5-E118-4413-8D99-E5E895147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630"/>
                <a:ext cx="170" cy="62"/>
              </a:xfrm>
              <a:custGeom>
                <a:avLst/>
                <a:gdLst>
                  <a:gd name="T0" fmla="*/ 0 w 64"/>
                  <a:gd name="T1" fmla="*/ 0 h 22"/>
                  <a:gd name="T2" fmla="*/ 677 w 64"/>
                  <a:gd name="T3" fmla="*/ 468 h 22"/>
                  <a:gd name="T4" fmla="*/ 1201 w 64"/>
                  <a:gd name="T5" fmla="*/ 46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2">
                    <a:moveTo>
                      <a:pt x="0" y="0"/>
                    </a:moveTo>
                    <a:cubicBezTo>
                      <a:pt x="12" y="10"/>
                      <a:pt x="20" y="19"/>
                      <a:pt x="36" y="21"/>
                    </a:cubicBezTo>
                    <a:cubicBezTo>
                      <a:pt x="45" y="22"/>
                      <a:pt x="58" y="20"/>
                      <a:pt x="64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5" name="Freeform 146">
                <a:extLst>
                  <a:ext uri="{FF2B5EF4-FFF2-40B4-BE49-F238E27FC236}">
                    <a16:creationId xmlns:a16="http://schemas.microsoft.com/office/drawing/2014/main" id="{DFC0B68D-BC36-4A3D-865A-F6509E515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573"/>
                <a:ext cx="149" cy="54"/>
              </a:xfrm>
              <a:custGeom>
                <a:avLst/>
                <a:gdLst>
                  <a:gd name="T0" fmla="*/ 0 w 56"/>
                  <a:gd name="T1" fmla="*/ 74 h 19"/>
                  <a:gd name="T2" fmla="*/ 1054 w 56"/>
                  <a:gd name="T3" fmla="*/ 43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9">
                    <a:moveTo>
                      <a:pt x="0" y="3"/>
                    </a:moveTo>
                    <a:cubicBezTo>
                      <a:pt x="25" y="0"/>
                      <a:pt x="37" y="1"/>
                      <a:pt x="56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6" name="Freeform 147">
                <a:extLst>
                  <a:ext uri="{FF2B5EF4-FFF2-40B4-BE49-F238E27FC236}">
                    <a16:creationId xmlns:a16="http://schemas.microsoft.com/office/drawing/2014/main" id="{9D49CAED-18E0-4B5B-AA44-77EB3B75E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519"/>
                <a:ext cx="157" cy="68"/>
              </a:xfrm>
              <a:custGeom>
                <a:avLst/>
                <a:gdLst>
                  <a:gd name="T0" fmla="*/ 0 w 59"/>
                  <a:gd name="T1" fmla="*/ 162 h 24"/>
                  <a:gd name="T2" fmla="*/ 793 w 59"/>
                  <a:gd name="T3" fmla="*/ 224 h 24"/>
                  <a:gd name="T4" fmla="*/ 1112 w 59"/>
                  <a:gd name="T5" fmla="*/ 54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4">
                    <a:moveTo>
                      <a:pt x="0" y="7"/>
                    </a:moveTo>
                    <a:cubicBezTo>
                      <a:pt x="17" y="5"/>
                      <a:pt x="27" y="0"/>
                      <a:pt x="42" y="10"/>
                    </a:cubicBezTo>
                    <a:cubicBezTo>
                      <a:pt x="46" y="13"/>
                      <a:pt x="59" y="24"/>
                      <a:pt x="59" y="2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7" name="Freeform 148">
                <a:extLst>
                  <a:ext uri="{FF2B5EF4-FFF2-40B4-BE49-F238E27FC236}">
                    <a16:creationId xmlns:a16="http://schemas.microsoft.com/office/drawing/2014/main" id="{57CA2050-A342-4813-8A65-A5227DB22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301"/>
                <a:ext cx="332" cy="90"/>
              </a:xfrm>
              <a:custGeom>
                <a:avLst/>
                <a:gdLst>
                  <a:gd name="T0" fmla="*/ 0 w 125"/>
                  <a:gd name="T1" fmla="*/ 23 h 32"/>
                  <a:gd name="T2" fmla="*/ 1312 w 125"/>
                  <a:gd name="T3" fmla="*/ 419 h 32"/>
                  <a:gd name="T4" fmla="*/ 2343 w 125"/>
                  <a:gd name="T5" fmla="*/ 71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32">
                    <a:moveTo>
                      <a:pt x="0" y="1"/>
                    </a:moveTo>
                    <a:cubicBezTo>
                      <a:pt x="28" y="0"/>
                      <a:pt x="47" y="2"/>
                      <a:pt x="70" y="19"/>
                    </a:cubicBezTo>
                    <a:cubicBezTo>
                      <a:pt x="86" y="30"/>
                      <a:pt x="105" y="32"/>
                      <a:pt x="125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8" name="Freeform 149">
                <a:extLst>
                  <a:ext uri="{FF2B5EF4-FFF2-40B4-BE49-F238E27FC236}">
                    <a16:creationId xmlns:a16="http://schemas.microsoft.com/office/drawing/2014/main" id="{A98E174D-CA29-403A-8E60-E8F833F8D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338"/>
                <a:ext cx="162" cy="53"/>
              </a:xfrm>
              <a:custGeom>
                <a:avLst/>
                <a:gdLst>
                  <a:gd name="T0" fmla="*/ 0 w 61"/>
                  <a:gd name="T1" fmla="*/ 86 h 19"/>
                  <a:gd name="T2" fmla="*/ 1142 w 61"/>
                  <a:gd name="T3" fmla="*/ 41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9">
                    <a:moveTo>
                      <a:pt x="0" y="4"/>
                    </a:moveTo>
                    <a:cubicBezTo>
                      <a:pt x="14" y="0"/>
                      <a:pt x="59" y="0"/>
                      <a:pt x="61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9" name="Freeform 150">
                <a:extLst>
                  <a:ext uri="{FF2B5EF4-FFF2-40B4-BE49-F238E27FC236}">
                    <a16:creationId xmlns:a16="http://schemas.microsoft.com/office/drawing/2014/main" id="{1653C106-7792-43CF-86FF-969EE2D53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244"/>
                <a:ext cx="63" cy="59"/>
              </a:xfrm>
              <a:custGeom>
                <a:avLst/>
                <a:gdLst>
                  <a:gd name="T0" fmla="*/ 0 w 24"/>
                  <a:gd name="T1" fmla="*/ 0 h 21"/>
                  <a:gd name="T2" fmla="*/ 433 w 24"/>
                  <a:gd name="T3" fmla="*/ 46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6" y="9"/>
                      <a:pt x="19" y="11"/>
                      <a:pt x="24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0" name="Freeform 151">
                <a:extLst>
                  <a:ext uri="{FF2B5EF4-FFF2-40B4-BE49-F238E27FC236}">
                    <a16:creationId xmlns:a16="http://schemas.microsoft.com/office/drawing/2014/main" id="{74564C0D-24BE-4205-BED7-859D7474E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2321"/>
                <a:ext cx="154" cy="51"/>
              </a:xfrm>
              <a:custGeom>
                <a:avLst/>
                <a:gdLst>
                  <a:gd name="T0" fmla="*/ 0 w 58"/>
                  <a:gd name="T1" fmla="*/ 0 h 18"/>
                  <a:gd name="T2" fmla="*/ 1086 w 58"/>
                  <a:gd name="T3" fmla="*/ 21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8">
                    <a:moveTo>
                      <a:pt x="0" y="0"/>
                    </a:moveTo>
                    <a:cubicBezTo>
                      <a:pt x="15" y="18"/>
                      <a:pt x="43" y="8"/>
                      <a:pt x="58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1" name="Freeform 152">
                <a:extLst>
                  <a:ext uri="{FF2B5EF4-FFF2-40B4-BE49-F238E27FC236}">
                    <a16:creationId xmlns:a16="http://schemas.microsoft.com/office/drawing/2014/main" id="{38AD7B0D-BB37-4F6B-9BB1-8A9F86C9E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406"/>
                <a:ext cx="181" cy="59"/>
              </a:xfrm>
              <a:custGeom>
                <a:avLst/>
                <a:gdLst>
                  <a:gd name="T0" fmla="*/ 0 w 68"/>
                  <a:gd name="T1" fmla="*/ 0 h 21"/>
                  <a:gd name="T2" fmla="*/ 1283 w 68"/>
                  <a:gd name="T3" fmla="*/ 30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1">
                    <a:moveTo>
                      <a:pt x="0" y="0"/>
                    </a:moveTo>
                    <a:cubicBezTo>
                      <a:pt x="18" y="21"/>
                      <a:pt x="47" y="18"/>
                      <a:pt x="68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2" name="Freeform 153">
                <a:extLst>
                  <a:ext uri="{FF2B5EF4-FFF2-40B4-BE49-F238E27FC236}">
                    <a16:creationId xmlns:a16="http://schemas.microsoft.com/office/drawing/2014/main" id="{EEBCD1FD-911D-40DB-8473-D18DFFA80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491"/>
                <a:ext cx="160" cy="48"/>
              </a:xfrm>
              <a:custGeom>
                <a:avLst/>
                <a:gdLst>
                  <a:gd name="T0" fmla="*/ 0 w 60"/>
                  <a:gd name="T1" fmla="*/ 0 h 17"/>
                  <a:gd name="T2" fmla="*/ 1139 w 60"/>
                  <a:gd name="T3" fmla="*/ 27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7">
                    <a:moveTo>
                      <a:pt x="0" y="0"/>
                    </a:moveTo>
                    <a:cubicBezTo>
                      <a:pt x="15" y="17"/>
                      <a:pt x="40" y="14"/>
                      <a:pt x="60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3" name="Freeform 154">
                <a:extLst>
                  <a:ext uri="{FF2B5EF4-FFF2-40B4-BE49-F238E27FC236}">
                    <a16:creationId xmlns:a16="http://schemas.microsoft.com/office/drawing/2014/main" id="{8E91432D-68C9-4E4F-A35A-080775DAE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435"/>
                <a:ext cx="738" cy="165"/>
              </a:xfrm>
              <a:custGeom>
                <a:avLst/>
                <a:gdLst>
                  <a:gd name="T0" fmla="*/ 0 w 277"/>
                  <a:gd name="T1" fmla="*/ 0 h 58"/>
                  <a:gd name="T2" fmla="*/ 623 w 277"/>
                  <a:gd name="T3" fmla="*/ 390 h 58"/>
                  <a:gd name="T4" fmla="*/ 1740 w 277"/>
                  <a:gd name="T5" fmla="*/ 526 h 58"/>
                  <a:gd name="T6" fmla="*/ 2819 w 277"/>
                  <a:gd name="T7" fmla="*/ 851 h 58"/>
                  <a:gd name="T8" fmla="*/ 3477 w 277"/>
                  <a:gd name="T9" fmla="*/ 1036 h 58"/>
                  <a:gd name="T10" fmla="*/ 5238 w 277"/>
                  <a:gd name="T11" fmla="*/ 106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7" h="58">
                    <a:moveTo>
                      <a:pt x="0" y="0"/>
                    </a:moveTo>
                    <a:cubicBezTo>
                      <a:pt x="13" y="3"/>
                      <a:pt x="18" y="15"/>
                      <a:pt x="33" y="17"/>
                    </a:cubicBezTo>
                    <a:cubicBezTo>
                      <a:pt x="54" y="21"/>
                      <a:pt x="72" y="14"/>
                      <a:pt x="92" y="23"/>
                    </a:cubicBezTo>
                    <a:cubicBezTo>
                      <a:pt x="112" y="33"/>
                      <a:pt x="126" y="38"/>
                      <a:pt x="149" y="37"/>
                    </a:cubicBezTo>
                    <a:cubicBezTo>
                      <a:pt x="166" y="36"/>
                      <a:pt x="169" y="38"/>
                      <a:pt x="184" y="45"/>
                    </a:cubicBezTo>
                    <a:cubicBezTo>
                      <a:pt x="213" y="58"/>
                      <a:pt x="249" y="57"/>
                      <a:pt x="277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4" name="Freeform 155">
                <a:extLst>
                  <a:ext uri="{FF2B5EF4-FFF2-40B4-BE49-F238E27FC236}">
                    <a16:creationId xmlns:a16="http://schemas.microsoft.com/office/drawing/2014/main" id="{9518F268-B12B-417B-A4A6-D99410CF5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588"/>
                <a:ext cx="617" cy="202"/>
              </a:xfrm>
              <a:custGeom>
                <a:avLst/>
                <a:gdLst>
                  <a:gd name="T0" fmla="*/ 0 w 232"/>
                  <a:gd name="T1" fmla="*/ 0 h 71"/>
                  <a:gd name="T2" fmla="*/ 715 w 232"/>
                  <a:gd name="T3" fmla="*/ 299 h 71"/>
                  <a:gd name="T4" fmla="*/ 1428 w 232"/>
                  <a:gd name="T5" fmla="*/ 373 h 71"/>
                  <a:gd name="T6" fmla="*/ 1880 w 232"/>
                  <a:gd name="T7" fmla="*/ 649 h 71"/>
                  <a:gd name="T8" fmla="*/ 2630 w 232"/>
                  <a:gd name="T9" fmla="*/ 922 h 71"/>
                  <a:gd name="T10" fmla="*/ 3141 w 232"/>
                  <a:gd name="T11" fmla="*/ 987 h 71"/>
                  <a:gd name="T12" fmla="*/ 3558 w 232"/>
                  <a:gd name="T13" fmla="*/ 1386 h 71"/>
                  <a:gd name="T14" fmla="*/ 4364 w 232"/>
                  <a:gd name="T15" fmla="*/ 1636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2" h="71">
                    <a:moveTo>
                      <a:pt x="0" y="0"/>
                    </a:moveTo>
                    <a:cubicBezTo>
                      <a:pt x="13" y="4"/>
                      <a:pt x="25" y="10"/>
                      <a:pt x="38" y="13"/>
                    </a:cubicBezTo>
                    <a:cubicBezTo>
                      <a:pt x="51" y="17"/>
                      <a:pt x="63" y="15"/>
                      <a:pt x="76" y="16"/>
                    </a:cubicBezTo>
                    <a:cubicBezTo>
                      <a:pt x="89" y="17"/>
                      <a:pt x="91" y="21"/>
                      <a:pt x="100" y="28"/>
                    </a:cubicBezTo>
                    <a:cubicBezTo>
                      <a:pt x="112" y="37"/>
                      <a:pt x="125" y="40"/>
                      <a:pt x="140" y="40"/>
                    </a:cubicBezTo>
                    <a:cubicBezTo>
                      <a:pt x="149" y="41"/>
                      <a:pt x="159" y="39"/>
                      <a:pt x="167" y="43"/>
                    </a:cubicBezTo>
                    <a:cubicBezTo>
                      <a:pt x="176" y="48"/>
                      <a:pt x="179" y="57"/>
                      <a:pt x="189" y="60"/>
                    </a:cubicBezTo>
                    <a:cubicBezTo>
                      <a:pt x="206" y="65"/>
                      <a:pt x="217" y="58"/>
                      <a:pt x="232" y="7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5" name="Freeform 156">
                <a:extLst>
                  <a:ext uri="{FF2B5EF4-FFF2-40B4-BE49-F238E27FC236}">
                    <a16:creationId xmlns:a16="http://schemas.microsoft.com/office/drawing/2014/main" id="{B4944EEF-057D-433D-946D-8674C0D67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492"/>
                <a:ext cx="194" cy="59"/>
              </a:xfrm>
              <a:custGeom>
                <a:avLst/>
                <a:gdLst>
                  <a:gd name="T0" fmla="*/ 0 w 73"/>
                  <a:gd name="T1" fmla="*/ 0 h 21"/>
                  <a:gd name="T2" fmla="*/ 1371 w 73"/>
                  <a:gd name="T3" fmla="*/ 30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21">
                    <a:moveTo>
                      <a:pt x="0" y="0"/>
                    </a:moveTo>
                    <a:cubicBezTo>
                      <a:pt x="20" y="21"/>
                      <a:pt x="48" y="20"/>
                      <a:pt x="73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6" name="Freeform 157">
                <a:extLst>
                  <a:ext uri="{FF2B5EF4-FFF2-40B4-BE49-F238E27FC236}">
                    <a16:creationId xmlns:a16="http://schemas.microsoft.com/office/drawing/2014/main" id="{84EA7017-B935-41DE-976F-EC168648E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543"/>
                <a:ext cx="168" cy="57"/>
              </a:xfrm>
              <a:custGeom>
                <a:avLst/>
                <a:gdLst>
                  <a:gd name="T0" fmla="*/ 0 w 63"/>
                  <a:gd name="T1" fmla="*/ 0 h 20"/>
                  <a:gd name="T2" fmla="*/ 1195 w 63"/>
                  <a:gd name="T3" fmla="*/ 32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0">
                    <a:moveTo>
                      <a:pt x="0" y="0"/>
                    </a:moveTo>
                    <a:cubicBezTo>
                      <a:pt x="16" y="20"/>
                      <a:pt x="41" y="19"/>
                      <a:pt x="63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7" name="Freeform 158">
                <a:extLst>
                  <a:ext uri="{FF2B5EF4-FFF2-40B4-BE49-F238E27FC236}">
                    <a16:creationId xmlns:a16="http://schemas.microsoft.com/office/drawing/2014/main" id="{5EE1791F-D7EA-441D-B645-3D7C0D76B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1537"/>
                <a:ext cx="165" cy="51"/>
              </a:xfrm>
              <a:custGeom>
                <a:avLst/>
                <a:gdLst>
                  <a:gd name="T0" fmla="*/ 0 w 62"/>
                  <a:gd name="T1" fmla="*/ 113 h 18"/>
                  <a:gd name="T2" fmla="*/ 1168 w 62"/>
                  <a:gd name="T3" fmla="*/ 41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8">
                    <a:moveTo>
                      <a:pt x="0" y="5"/>
                    </a:moveTo>
                    <a:cubicBezTo>
                      <a:pt x="18" y="0"/>
                      <a:pt x="47" y="6"/>
                      <a:pt x="62" y="1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8" name="Freeform 159">
                <a:extLst>
                  <a:ext uri="{FF2B5EF4-FFF2-40B4-BE49-F238E27FC236}">
                    <a16:creationId xmlns:a16="http://schemas.microsoft.com/office/drawing/2014/main" id="{DA141761-F8EE-46D6-8A3A-910E69148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628"/>
                <a:ext cx="170" cy="77"/>
              </a:xfrm>
              <a:custGeom>
                <a:avLst/>
                <a:gdLst>
                  <a:gd name="T0" fmla="*/ 0 w 64"/>
                  <a:gd name="T1" fmla="*/ 0 h 27"/>
                  <a:gd name="T2" fmla="*/ 1201 w 64"/>
                  <a:gd name="T3" fmla="*/ 32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27">
                    <a:moveTo>
                      <a:pt x="0" y="0"/>
                    </a:moveTo>
                    <a:cubicBezTo>
                      <a:pt x="15" y="9"/>
                      <a:pt x="50" y="27"/>
                      <a:pt x="64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9" name="Freeform 160">
                <a:extLst>
                  <a:ext uri="{FF2B5EF4-FFF2-40B4-BE49-F238E27FC236}">
                    <a16:creationId xmlns:a16="http://schemas.microsoft.com/office/drawing/2014/main" id="{3CF01633-DD4F-4167-B3C1-CADE83EDC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1594"/>
                <a:ext cx="226" cy="45"/>
              </a:xfrm>
              <a:custGeom>
                <a:avLst/>
                <a:gdLst>
                  <a:gd name="T0" fmla="*/ 0 w 85"/>
                  <a:gd name="T1" fmla="*/ 0 h 16"/>
                  <a:gd name="T2" fmla="*/ 1074 w 85"/>
                  <a:gd name="T3" fmla="*/ 293 h 16"/>
                  <a:gd name="T4" fmla="*/ 1598 w 85"/>
                  <a:gd name="T5" fmla="*/ 22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6">
                    <a:moveTo>
                      <a:pt x="0" y="0"/>
                    </a:moveTo>
                    <a:cubicBezTo>
                      <a:pt x="15" y="13"/>
                      <a:pt x="38" y="16"/>
                      <a:pt x="57" y="13"/>
                    </a:cubicBezTo>
                    <a:cubicBezTo>
                      <a:pt x="67" y="12"/>
                      <a:pt x="76" y="6"/>
                      <a:pt x="85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0" name="Freeform 161">
                <a:extLst>
                  <a:ext uri="{FF2B5EF4-FFF2-40B4-BE49-F238E27FC236}">
                    <a16:creationId xmlns:a16="http://schemas.microsoft.com/office/drawing/2014/main" id="{7861A4F4-F5F4-4D4F-9E3B-225475EEC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1625"/>
                <a:ext cx="820" cy="170"/>
              </a:xfrm>
              <a:custGeom>
                <a:avLst/>
                <a:gdLst>
                  <a:gd name="T0" fmla="*/ 0 w 308"/>
                  <a:gd name="T1" fmla="*/ 136 h 60"/>
                  <a:gd name="T2" fmla="*/ 828 w 308"/>
                  <a:gd name="T3" fmla="*/ 184 h 60"/>
                  <a:gd name="T4" fmla="*/ 1249 w 308"/>
                  <a:gd name="T5" fmla="*/ 434 h 60"/>
                  <a:gd name="T6" fmla="*/ 1715 w 308"/>
                  <a:gd name="T7" fmla="*/ 459 h 60"/>
                  <a:gd name="T8" fmla="*/ 2319 w 308"/>
                  <a:gd name="T9" fmla="*/ 731 h 60"/>
                  <a:gd name="T10" fmla="*/ 3211 w 308"/>
                  <a:gd name="T11" fmla="*/ 731 h 60"/>
                  <a:gd name="T12" fmla="*/ 3871 w 308"/>
                  <a:gd name="T13" fmla="*/ 1068 h 60"/>
                  <a:gd name="T14" fmla="*/ 4755 w 308"/>
                  <a:gd name="T15" fmla="*/ 1043 h 60"/>
                  <a:gd name="T16" fmla="*/ 5812 w 308"/>
                  <a:gd name="T17" fmla="*/ 123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8" h="60">
                    <a:moveTo>
                      <a:pt x="0" y="6"/>
                    </a:moveTo>
                    <a:cubicBezTo>
                      <a:pt x="16" y="4"/>
                      <a:pt x="30" y="0"/>
                      <a:pt x="44" y="8"/>
                    </a:cubicBezTo>
                    <a:cubicBezTo>
                      <a:pt x="52" y="11"/>
                      <a:pt x="56" y="17"/>
                      <a:pt x="66" y="19"/>
                    </a:cubicBezTo>
                    <a:cubicBezTo>
                      <a:pt x="74" y="21"/>
                      <a:pt x="82" y="19"/>
                      <a:pt x="91" y="20"/>
                    </a:cubicBezTo>
                    <a:cubicBezTo>
                      <a:pt x="103" y="21"/>
                      <a:pt x="112" y="27"/>
                      <a:pt x="123" y="32"/>
                    </a:cubicBezTo>
                    <a:cubicBezTo>
                      <a:pt x="140" y="39"/>
                      <a:pt x="153" y="30"/>
                      <a:pt x="170" y="32"/>
                    </a:cubicBezTo>
                    <a:cubicBezTo>
                      <a:pt x="184" y="35"/>
                      <a:pt x="190" y="46"/>
                      <a:pt x="205" y="47"/>
                    </a:cubicBezTo>
                    <a:cubicBezTo>
                      <a:pt x="220" y="49"/>
                      <a:pt x="236" y="41"/>
                      <a:pt x="252" y="46"/>
                    </a:cubicBezTo>
                    <a:cubicBezTo>
                      <a:pt x="272" y="52"/>
                      <a:pt x="287" y="60"/>
                      <a:pt x="308" y="5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1" name="Freeform 162">
                <a:extLst>
                  <a:ext uri="{FF2B5EF4-FFF2-40B4-BE49-F238E27FC236}">
                    <a16:creationId xmlns:a16="http://schemas.microsoft.com/office/drawing/2014/main" id="{4BAD9AF5-F78C-4C76-AFEB-9F6CF3DCF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725"/>
                <a:ext cx="173" cy="68"/>
              </a:xfrm>
              <a:custGeom>
                <a:avLst/>
                <a:gdLst>
                  <a:gd name="T0" fmla="*/ 0 w 65"/>
                  <a:gd name="T1" fmla="*/ 0 h 24"/>
                  <a:gd name="T2" fmla="*/ 1224 w 65"/>
                  <a:gd name="T3" fmla="*/ 27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4">
                    <a:moveTo>
                      <a:pt x="0" y="0"/>
                    </a:moveTo>
                    <a:cubicBezTo>
                      <a:pt x="20" y="24"/>
                      <a:pt x="40" y="11"/>
                      <a:pt x="65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2" name="Freeform 163">
                <a:extLst>
                  <a:ext uri="{FF2B5EF4-FFF2-40B4-BE49-F238E27FC236}">
                    <a16:creationId xmlns:a16="http://schemas.microsoft.com/office/drawing/2014/main" id="{3A7E02CC-8300-4FA7-A9E6-C31E53E7E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427"/>
                <a:ext cx="165" cy="53"/>
              </a:xfrm>
              <a:custGeom>
                <a:avLst/>
                <a:gdLst>
                  <a:gd name="T0" fmla="*/ 0 w 62"/>
                  <a:gd name="T1" fmla="*/ 0 h 19"/>
                  <a:gd name="T2" fmla="*/ 1168 w 62"/>
                  <a:gd name="T3" fmla="*/ 41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24" y="3"/>
                      <a:pt x="43" y="2"/>
                      <a:pt x="62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3" name="Freeform 164">
                <a:extLst>
                  <a:ext uri="{FF2B5EF4-FFF2-40B4-BE49-F238E27FC236}">
                    <a16:creationId xmlns:a16="http://schemas.microsoft.com/office/drawing/2014/main" id="{92D0EA13-10FE-4A2B-A647-84561C9A7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469"/>
                <a:ext cx="192" cy="71"/>
              </a:xfrm>
              <a:custGeom>
                <a:avLst/>
                <a:gdLst>
                  <a:gd name="T0" fmla="*/ 0 w 72"/>
                  <a:gd name="T1" fmla="*/ 210 h 25"/>
                  <a:gd name="T2" fmla="*/ 1365 w 72"/>
                  <a:gd name="T3" fmla="*/ 57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25">
                    <a:moveTo>
                      <a:pt x="0" y="9"/>
                    </a:moveTo>
                    <a:cubicBezTo>
                      <a:pt x="18" y="10"/>
                      <a:pt x="66" y="0"/>
                      <a:pt x="72" y="2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4" name="Freeform 165">
                <a:extLst>
                  <a:ext uri="{FF2B5EF4-FFF2-40B4-BE49-F238E27FC236}">
                    <a16:creationId xmlns:a16="http://schemas.microsoft.com/office/drawing/2014/main" id="{EA1170B6-EF33-4A72-BB89-F21152455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566"/>
                <a:ext cx="106" cy="62"/>
              </a:xfrm>
              <a:custGeom>
                <a:avLst/>
                <a:gdLst>
                  <a:gd name="T0" fmla="*/ 0 w 40"/>
                  <a:gd name="T1" fmla="*/ 0 h 22"/>
                  <a:gd name="T2" fmla="*/ 745 w 40"/>
                  <a:gd name="T3" fmla="*/ 49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cubicBezTo>
                      <a:pt x="15" y="5"/>
                      <a:pt x="29" y="15"/>
                      <a:pt x="40" y="2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5" name="Freeform 166">
                <a:extLst>
                  <a:ext uri="{FF2B5EF4-FFF2-40B4-BE49-F238E27FC236}">
                    <a16:creationId xmlns:a16="http://schemas.microsoft.com/office/drawing/2014/main" id="{805110B5-3F20-4EC3-AF27-E984903E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770"/>
                <a:ext cx="535" cy="133"/>
              </a:xfrm>
              <a:custGeom>
                <a:avLst/>
                <a:gdLst>
                  <a:gd name="T0" fmla="*/ 0 w 201"/>
                  <a:gd name="T1" fmla="*/ 0 h 47"/>
                  <a:gd name="T2" fmla="*/ 977 w 201"/>
                  <a:gd name="T3" fmla="*/ 359 h 47"/>
                  <a:gd name="T4" fmla="*/ 1565 w 201"/>
                  <a:gd name="T5" fmla="*/ 337 h 47"/>
                  <a:gd name="T6" fmla="*/ 2034 w 201"/>
                  <a:gd name="T7" fmla="*/ 608 h 47"/>
                  <a:gd name="T8" fmla="*/ 2883 w 201"/>
                  <a:gd name="T9" fmla="*/ 608 h 47"/>
                  <a:gd name="T10" fmla="*/ 3790 w 201"/>
                  <a:gd name="T11" fmla="*/ 1064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1" h="47">
                    <a:moveTo>
                      <a:pt x="0" y="0"/>
                    </a:moveTo>
                    <a:cubicBezTo>
                      <a:pt x="17" y="10"/>
                      <a:pt x="31" y="17"/>
                      <a:pt x="52" y="16"/>
                    </a:cubicBezTo>
                    <a:cubicBezTo>
                      <a:pt x="62" y="16"/>
                      <a:pt x="72" y="12"/>
                      <a:pt x="83" y="15"/>
                    </a:cubicBezTo>
                    <a:cubicBezTo>
                      <a:pt x="92" y="17"/>
                      <a:pt x="99" y="24"/>
                      <a:pt x="108" y="27"/>
                    </a:cubicBezTo>
                    <a:cubicBezTo>
                      <a:pt x="124" y="34"/>
                      <a:pt x="137" y="26"/>
                      <a:pt x="153" y="27"/>
                    </a:cubicBezTo>
                    <a:cubicBezTo>
                      <a:pt x="170" y="29"/>
                      <a:pt x="186" y="40"/>
                      <a:pt x="201" y="4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6" name="Freeform 167">
                <a:extLst>
                  <a:ext uri="{FF2B5EF4-FFF2-40B4-BE49-F238E27FC236}">
                    <a16:creationId xmlns:a16="http://schemas.microsoft.com/office/drawing/2014/main" id="{B2A5DAF0-F200-4252-8AD5-CB0990524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801"/>
                <a:ext cx="186" cy="46"/>
              </a:xfrm>
              <a:custGeom>
                <a:avLst/>
                <a:gdLst>
                  <a:gd name="T0" fmla="*/ 0 w 70"/>
                  <a:gd name="T1" fmla="*/ 26 h 16"/>
                  <a:gd name="T2" fmla="*/ 903 w 70"/>
                  <a:gd name="T3" fmla="*/ 115 h 16"/>
                  <a:gd name="T4" fmla="*/ 1313 w 70"/>
                  <a:gd name="T5" fmla="*/ 38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6">
                    <a:moveTo>
                      <a:pt x="0" y="1"/>
                    </a:moveTo>
                    <a:cubicBezTo>
                      <a:pt x="16" y="5"/>
                      <a:pt x="32" y="0"/>
                      <a:pt x="48" y="5"/>
                    </a:cubicBezTo>
                    <a:cubicBezTo>
                      <a:pt x="57" y="7"/>
                      <a:pt x="62" y="12"/>
                      <a:pt x="70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7" name="Freeform 168">
                <a:extLst>
                  <a:ext uri="{FF2B5EF4-FFF2-40B4-BE49-F238E27FC236}">
                    <a16:creationId xmlns:a16="http://schemas.microsoft.com/office/drawing/2014/main" id="{531C4676-AF21-4FD4-BA59-D21D2188F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776"/>
                <a:ext cx="639" cy="144"/>
              </a:xfrm>
              <a:custGeom>
                <a:avLst/>
                <a:gdLst>
                  <a:gd name="T0" fmla="*/ 0 w 240"/>
                  <a:gd name="T1" fmla="*/ 0 h 51"/>
                  <a:gd name="T2" fmla="*/ 1361 w 240"/>
                  <a:gd name="T3" fmla="*/ 446 h 51"/>
                  <a:gd name="T4" fmla="*/ 2042 w 240"/>
                  <a:gd name="T5" fmla="*/ 830 h 51"/>
                  <a:gd name="T6" fmla="*/ 2700 w 240"/>
                  <a:gd name="T7" fmla="*/ 791 h 51"/>
                  <a:gd name="T8" fmla="*/ 3983 w 240"/>
                  <a:gd name="T9" fmla="*/ 1036 h 51"/>
                  <a:gd name="T10" fmla="*/ 4529 w 240"/>
                  <a:gd name="T11" fmla="*/ 92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51">
                    <a:moveTo>
                      <a:pt x="0" y="0"/>
                    </a:moveTo>
                    <a:cubicBezTo>
                      <a:pt x="21" y="17"/>
                      <a:pt x="48" y="10"/>
                      <a:pt x="72" y="20"/>
                    </a:cubicBezTo>
                    <a:cubicBezTo>
                      <a:pt x="84" y="25"/>
                      <a:pt x="93" y="35"/>
                      <a:pt x="108" y="37"/>
                    </a:cubicBezTo>
                    <a:cubicBezTo>
                      <a:pt x="120" y="38"/>
                      <a:pt x="131" y="34"/>
                      <a:pt x="143" y="35"/>
                    </a:cubicBezTo>
                    <a:cubicBezTo>
                      <a:pt x="169" y="36"/>
                      <a:pt x="184" y="51"/>
                      <a:pt x="211" y="46"/>
                    </a:cubicBezTo>
                    <a:cubicBezTo>
                      <a:pt x="219" y="45"/>
                      <a:pt x="235" y="44"/>
                      <a:pt x="240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8" name="Freeform 169">
                <a:extLst>
                  <a:ext uri="{FF2B5EF4-FFF2-40B4-BE49-F238E27FC236}">
                    <a16:creationId xmlns:a16="http://schemas.microsoft.com/office/drawing/2014/main" id="{F160D8D6-CE98-44ED-8E30-2EDF4CF37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866"/>
                <a:ext cx="181" cy="40"/>
              </a:xfrm>
              <a:custGeom>
                <a:avLst/>
                <a:gdLst>
                  <a:gd name="T0" fmla="*/ 0 w 68"/>
                  <a:gd name="T1" fmla="*/ 89 h 14"/>
                  <a:gd name="T2" fmla="*/ 1283 w 68"/>
                  <a:gd name="T3" fmla="*/ 32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14">
                    <a:moveTo>
                      <a:pt x="0" y="4"/>
                    </a:moveTo>
                    <a:cubicBezTo>
                      <a:pt x="25" y="4"/>
                      <a:pt x="47" y="0"/>
                      <a:pt x="68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9" name="Freeform 170">
                <a:extLst>
                  <a:ext uri="{FF2B5EF4-FFF2-40B4-BE49-F238E27FC236}">
                    <a16:creationId xmlns:a16="http://schemas.microsoft.com/office/drawing/2014/main" id="{922E3CBE-44F7-4808-A421-026332F46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915"/>
                <a:ext cx="522" cy="170"/>
              </a:xfrm>
              <a:custGeom>
                <a:avLst/>
                <a:gdLst>
                  <a:gd name="T0" fmla="*/ 0 w 196"/>
                  <a:gd name="T1" fmla="*/ 0 h 60"/>
                  <a:gd name="T2" fmla="*/ 703 w 196"/>
                  <a:gd name="T3" fmla="*/ 363 h 60"/>
                  <a:gd name="T4" fmla="*/ 1830 w 196"/>
                  <a:gd name="T5" fmla="*/ 363 h 60"/>
                  <a:gd name="T6" fmla="*/ 2285 w 196"/>
                  <a:gd name="T7" fmla="*/ 683 h 60"/>
                  <a:gd name="T8" fmla="*/ 2852 w 196"/>
                  <a:gd name="T9" fmla="*/ 683 h 60"/>
                  <a:gd name="T10" fmla="*/ 3702 w 196"/>
                  <a:gd name="T11" fmla="*/ 136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60">
                    <a:moveTo>
                      <a:pt x="0" y="0"/>
                    </a:moveTo>
                    <a:cubicBezTo>
                      <a:pt x="11" y="8"/>
                      <a:pt x="23" y="13"/>
                      <a:pt x="37" y="16"/>
                    </a:cubicBezTo>
                    <a:cubicBezTo>
                      <a:pt x="57" y="20"/>
                      <a:pt x="77" y="12"/>
                      <a:pt x="97" y="16"/>
                    </a:cubicBezTo>
                    <a:cubicBezTo>
                      <a:pt x="108" y="18"/>
                      <a:pt x="112" y="25"/>
                      <a:pt x="121" y="30"/>
                    </a:cubicBezTo>
                    <a:cubicBezTo>
                      <a:pt x="133" y="35"/>
                      <a:pt x="140" y="30"/>
                      <a:pt x="151" y="30"/>
                    </a:cubicBezTo>
                    <a:cubicBezTo>
                      <a:pt x="174" y="31"/>
                      <a:pt x="182" y="51"/>
                      <a:pt x="196" y="6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0" name="Freeform 171">
                <a:extLst>
                  <a:ext uri="{FF2B5EF4-FFF2-40B4-BE49-F238E27FC236}">
                    <a16:creationId xmlns:a16="http://schemas.microsoft.com/office/drawing/2014/main" id="{70595C8A-F615-431A-A418-31007C8BD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003"/>
                <a:ext cx="189" cy="93"/>
              </a:xfrm>
              <a:custGeom>
                <a:avLst/>
                <a:gdLst>
                  <a:gd name="T0" fmla="*/ 0 w 71"/>
                  <a:gd name="T1" fmla="*/ 628 h 33"/>
                  <a:gd name="T2" fmla="*/ 751 w 71"/>
                  <a:gd name="T3" fmla="*/ 293 h 33"/>
                  <a:gd name="T4" fmla="*/ 1339 w 7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3">
                    <a:moveTo>
                      <a:pt x="0" y="28"/>
                    </a:moveTo>
                    <a:cubicBezTo>
                      <a:pt x="17" y="33"/>
                      <a:pt x="29" y="23"/>
                      <a:pt x="40" y="13"/>
                    </a:cubicBezTo>
                    <a:cubicBezTo>
                      <a:pt x="52" y="2"/>
                      <a:pt x="57" y="4"/>
                      <a:pt x="7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1" name="Freeform 172">
                <a:extLst>
                  <a:ext uri="{FF2B5EF4-FFF2-40B4-BE49-F238E27FC236}">
                    <a16:creationId xmlns:a16="http://schemas.microsoft.com/office/drawing/2014/main" id="{66504375-DCC7-4D9D-9C53-948A0991A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954"/>
                <a:ext cx="154" cy="54"/>
              </a:xfrm>
              <a:custGeom>
                <a:avLst/>
                <a:gdLst>
                  <a:gd name="T0" fmla="*/ 0 w 58"/>
                  <a:gd name="T1" fmla="*/ 26 h 19"/>
                  <a:gd name="T2" fmla="*/ 1086 w 58"/>
                  <a:gd name="T3" fmla="*/ 43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9">
                    <a:moveTo>
                      <a:pt x="0" y="1"/>
                    </a:moveTo>
                    <a:cubicBezTo>
                      <a:pt x="25" y="4"/>
                      <a:pt x="38" y="0"/>
                      <a:pt x="58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2" name="Freeform 173">
                <a:extLst>
                  <a:ext uri="{FF2B5EF4-FFF2-40B4-BE49-F238E27FC236}">
                    <a16:creationId xmlns:a16="http://schemas.microsoft.com/office/drawing/2014/main" id="{D73617AD-5972-476B-8241-6EB1B1A64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963"/>
                <a:ext cx="149" cy="62"/>
              </a:xfrm>
              <a:custGeom>
                <a:avLst/>
                <a:gdLst>
                  <a:gd name="T0" fmla="*/ 0 w 56"/>
                  <a:gd name="T1" fmla="*/ 0 h 22"/>
                  <a:gd name="T2" fmla="*/ 1054 w 56"/>
                  <a:gd name="T3" fmla="*/ 27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16" y="22"/>
                      <a:pt x="35" y="10"/>
                      <a:pt x="56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3" name="Freeform 174">
                <a:extLst>
                  <a:ext uri="{FF2B5EF4-FFF2-40B4-BE49-F238E27FC236}">
                    <a16:creationId xmlns:a16="http://schemas.microsoft.com/office/drawing/2014/main" id="{81AC39BC-DA2B-4336-8FEE-76C4308D9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326"/>
                <a:ext cx="3" cy="9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4" name="Freeform 175">
                <a:extLst>
                  <a:ext uri="{FF2B5EF4-FFF2-40B4-BE49-F238E27FC236}">
                    <a16:creationId xmlns:a16="http://schemas.microsoft.com/office/drawing/2014/main" id="{662B968D-F581-4ADB-A28D-2255990A7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301"/>
                <a:ext cx="3" cy="14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5" name="Freeform 176">
                <a:extLst>
                  <a:ext uri="{FF2B5EF4-FFF2-40B4-BE49-F238E27FC236}">
                    <a16:creationId xmlns:a16="http://schemas.microsoft.com/office/drawing/2014/main" id="{342633DE-25B5-466A-AB3E-BD742FDBB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352"/>
                <a:ext cx="13" cy="14"/>
              </a:xfrm>
              <a:custGeom>
                <a:avLst/>
                <a:gdLst>
                  <a:gd name="T0" fmla="*/ 0 w 5"/>
                  <a:gd name="T1" fmla="*/ 109 h 5"/>
                  <a:gd name="T2" fmla="*/ 8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4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6" name="Freeform 177">
                <a:extLst>
                  <a:ext uri="{FF2B5EF4-FFF2-40B4-BE49-F238E27FC236}">
                    <a16:creationId xmlns:a16="http://schemas.microsoft.com/office/drawing/2014/main" id="{517E923F-8017-49B2-AB55-DD5BA465F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417"/>
                <a:ext cx="11" cy="14"/>
              </a:xfrm>
              <a:custGeom>
                <a:avLst/>
                <a:gdLst>
                  <a:gd name="T0" fmla="*/ 0 w 4"/>
                  <a:gd name="T1" fmla="*/ 109 h 5"/>
                  <a:gd name="T2" fmla="*/ 83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4"/>
                      <a:pt x="4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7" name="Freeform 178">
                <a:extLst>
                  <a:ext uri="{FF2B5EF4-FFF2-40B4-BE49-F238E27FC236}">
                    <a16:creationId xmlns:a16="http://schemas.microsoft.com/office/drawing/2014/main" id="{83FE1C18-1202-462B-9519-8C6A6ADF6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479"/>
                <a:ext cx="8" cy="15"/>
              </a:xfrm>
              <a:custGeom>
                <a:avLst/>
                <a:gdLst>
                  <a:gd name="T0" fmla="*/ 0 w 3"/>
                  <a:gd name="T1" fmla="*/ 135 h 5"/>
                  <a:gd name="T2" fmla="*/ 5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8" name="Freeform 179">
                <a:extLst>
                  <a:ext uri="{FF2B5EF4-FFF2-40B4-BE49-F238E27FC236}">
                    <a16:creationId xmlns:a16="http://schemas.microsoft.com/office/drawing/2014/main" id="{87618B57-1964-458F-A4C8-B1F86F212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528"/>
                <a:ext cx="2" cy="22"/>
              </a:xfrm>
              <a:custGeom>
                <a:avLst/>
                <a:gdLst>
                  <a:gd name="T0" fmla="*/ 8 w 1"/>
                  <a:gd name="T1" fmla="*/ 0 h 8"/>
                  <a:gd name="T2" fmla="*/ 8 w 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3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9" name="Freeform 180">
                <a:extLst>
                  <a:ext uri="{FF2B5EF4-FFF2-40B4-BE49-F238E27FC236}">
                    <a16:creationId xmlns:a16="http://schemas.microsoft.com/office/drawing/2014/main" id="{64A31863-2DEC-4CF1-B8AE-A2616BC8E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573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0" name="Freeform 181">
                <a:extLst>
                  <a:ext uri="{FF2B5EF4-FFF2-40B4-BE49-F238E27FC236}">
                    <a16:creationId xmlns:a16="http://schemas.microsoft.com/office/drawing/2014/main" id="{A118B5FF-E243-4E2C-A5F3-5E28E77F9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607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20 w 2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1" name="Freeform 182">
                <a:extLst>
                  <a:ext uri="{FF2B5EF4-FFF2-40B4-BE49-F238E27FC236}">
                    <a16:creationId xmlns:a16="http://schemas.microsoft.com/office/drawing/2014/main" id="{07B57E23-1A7F-4F17-8060-EF24F2D97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641"/>
                <a:ext cx="2" cy="12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10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2" name="Freeform 183">
                <a:extLst>
                  <a:ext uri="{FF2B5EF4-FFF2-40B4-BE49-F238E27FC236}">
                    <a16:creationId xmlns:a16="http://schemas.microsoft.com/office/drawing/2014/main" id="{3CD56056-325F-4718-8EFA-F73EFE618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672"/>
                <a:ext cx="1" cy="9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3" name="Freeform 184">
                <a:extLst>
                  <a:ext uri="{FF2B5EF4-FFF2-40B4-BE49-F238E27FC236}">
                    <a16:creationId xmlns:a16="http://schemas.microsoft.com/office/drawing/2014/main" id="{539E49F9-C56B-486F-AFC9-FC4FDA770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692"/>
                <a:ext cx="1" cy="14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4" name="Freeform 185">
                <a:extLst>
                  <a:ext uri="{FF2B5EF4-FFF2-40B4-BE49-F238E27FC236}">
                    <a16:creationId xmlns:a16="http://schemas.microsoft.com/office/drawing/2014/main" id="{13818E16-2941-42E1-9649-B2F81D194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000"/>
                <a:ext cx="6" cy="28"/>
              </a:xfrm>
              <a:custGeom>
                <a:avLst/>
                <a:gdLst>
                  <a:gd name="T0" fmla="*/ 0 w 2"/>
                  <a:gd name="T1" fmla="*/ 0 h 10"/>
                  <a:gd name="T2" fmla="*/ 54 w 2"/>
                  <a:gd name="T3" fmla="*/ 21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3"/>
                      <a:pt x="2" y="8"/>
                      <a:pt x="2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5" name="Freeform 186">
                <a:extLst>
                  <a:ext uri="{FF2B5EF4-FFF2-40B4-BE49-F238E27FC236}">
                    <a16:creationId xmlns:a16="http://schemas.microsoft.com/office/drawing/2014/main" id="{A7BEAD7B-A32B-4E8C-A753-821B0E152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037"/>
                <a:ext cx="2" cy="20"/>
              </a:xfrm>
              <a:custGeom>
                <a:avLst/>
                <a:gdLst>
                  <a:gd name="T0" fmla="*/ 8 w 1"/>
                  <a:gd name="T1" fmla="*/ 0 h 7"/>
                  <a:gd name="T2" fmla="*/ 8 w 1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6" name="Freeform 187">
                <a:extLst>
                  <a:ext uri="{FF2B5EF4-FFF2-40B4-BE49-F238E27FC236}">
                    <a16:creationId xmlns:a16="http://schemas.microsoft.com/office/drawing/2014/main" id="{05A1629D-1952-420A-A6EA-1335BBCB1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071"/>
                <a:ext cx="3" cy="17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7" name="Freeform 188">
                <a:extLst>
                  <a:ext uri="{FF2B5EF4-FFF2-40B4-BE49-F238E27FC236}">
                    <a16:creationId xmlns:a16="http://schemas.microsoft.com/office/drawing/2014/main" id="{4E5439A3-8A6F-4937-9C82-51EDF6EFC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02"/>
                <a:ext cx="1" cy="26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8" name="Freeform 189">
                <a:extLst>
                  <a:ext uri="{FF2B5EF4-FFF2-40B4-BE49-F238E27FC236}">
                    <a16:creationId xmlns:a16="http://schemas.microsoft.com/office/drawing/2014/main" id="{39657ABB-60EE-46C9-AA7B-98C31DC1C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861"/>
                <a:ext cx="114" cy="20"/>
              </a:xfrm>
              <a:custGeom>
                <a:avLst/>
                <a:gdLst>
                  <a:gd name="T0" fmla="*/ 0 w 43"/>
                  <a:gd name="T1" fmla="*/ 163 h 7"/>
                  <a:gd name="T2" fmla="*/ 464 w 43"/>
                  <a:gd name="T3" fmla="*/ 114 h 7"/>
                  <a:gd name="T4" fmla="*/ 801 w 43"/>
                  <a:gd name="T5" fmla="*/ 2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">
                    <a:moveTo>
                      <a:pt x="0" y="7"/>
                    </a:moveTo>
                    <a:cubicBezTo>
                      <a:pt x="8" y="4"/>
                      <a:pt x="16" y="6"/>
                      <a:pt x="25" y="5"/>
                    </a:cubicBezTo>
                    <a:cubicBezTo>
                      <a:pt x="32" y="4"/>
                      <a:pt x="37" y="0"/>
                      <a:pt x="43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9" name="Freeform 190">
                <a:extLst>
                  <a:ext uri="{FF2B5EF4-FFF2-40B4-BE49-F238E27FC236}">
                    <a16:creationId xmlns:a16="http://schemas.microsoft.com/office/drawing/2014/main" id="{804728C6-F7A7-40DD-9C92-5B40254B1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892"/>
                <a:ext cx="157" cy="45"/>
              </a:xfrm>
              <a:custGeom>
                <a:avLst/>
                <a:gdLst>
                  <a:gd name="T0" fmla="*/ 0 w 59"/>
                  <a:gd name="T1" fmla="*/ 0 h 16"/>
                  <a:gd name="T2" fmla="*/ 849 w 59"/>
                  <a:gd name="T3" fmla="*/ 135 h 16"/>
                  <a:gd name="T4" fmla="*/ 1112 w 59"/>
                  <a:gd name="T5" fmla="*/ 4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6">
                    <a:moveTo>
                      <a:pt x="0" y="0"/>
                    </a:moveTo>
                    <a:cubicBezTo>
                      <a:pt x="15" y="16"/>
                      <a:pt x="26" y="14"/>
                      <a:pt x="45" y="6"/>
                    </a:cubicBezTo>
                    <a:cubicBezTo>
                      <a:pt x="50" y="4"/>
                      <a:pt x="55" y="2"/>
                      <a:pt x="59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0" name="Freeform 191">
                <a:extLst>
                  <a:ext uri="{FF2B5EF4-FFF2-40B4-BE49-F238E27FC236}">
                    <a16:creationId xmlns:a16="http://schemas.microsoft.com/office/drawing/2014/main" id="{BF55E9E4-26EC-4A7D-9402-7AFE80DE7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29"/>
                <a:ext cx="176" cy="42"/>
              </a:xfrm>
              <a:custGeom>
                <a:avLst/>
                <a:gdLst>
                  <a:gd name="T0" fmla="*/ 0 w 66"/>
                  <a:gd name="T1" fmla="*/ 0 h 15"/>
                  <a:gd name="T2" fmla="*/ 888 w 66"/>
                  <a:gd name="T3" fmla="*/ 218 h 15"/>
                  <a:gd name="T4" fmla="*/ 1251 w 66"/>
                  <a:gd name="T5" fmla="*/ 10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5">
                    <a:moveTo>
                      <a:pt x="0" y="0"/>
                    </a:moveTo>
                    <a:cubicBezTo>
                      <a:pt x="16" y="11"/>
                      <a:pt x="28" y="15"/>
                      <a:pt x="47" y="10"/>
                    </a:cubicBezTo>
                    <a:cubicBezTo>
                      <a:pt x="53" y="8"/>
                      <a:pt x="62" y="4"/>
                      <a:pt x="66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1" name="Freeform 192">
                <a:extLst>
                  <a:ext uri="{FF2B5EF4-FFF2-40B4-BE49-F238E27FC236}">
                    <a16:creationId xmlns:a16="http://schemas.microsoft.com/office/drawing/2014/main" id="{00C68322-0357-42D3-8C4B-69A058E43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00"/>
                <a:ext cx="192" cy="60"/>
              </a:xfrm>
              <a:custGeom>
                <a:avLst/>
                <a:gdLst>
                  <a:gd name="T0" fmla="*/ 0 w 72"/>
                  <a:gd name="T1" fmla="*/ 74 h 21"/>
                  <a:gd name="T2" fmla="*/ 341 w 72"/>
                  <a:gd name="T3" fmla="*/ 114 h 21"/>
                  <a:gd name="T4" fmla="*/ 853 w 72"/>
                  <a:gd name="T5" fmla="*/ 211 h 21"/>
                  <a:gd name="T6" fmla="*/ 1365 w 72"/>
                  <a:gd name="T7" fmla="*/ 48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1">
                    <a:moveTo>
                      <a:pt x="0" y="3"/>
                    </a:moveTo>
                    <a:cubicBezTo>
                      <a:pt x="7" y="0"/>
                      <a:pt x="12" y="4"/>
                      <a:pt x="18" y="5"/>
                    </a:cubicBezTo>
                    <a:cubicBezTo>
                      <a:pt x="27" y="8"/>
                      <a:pt x="36" y="7"/>
                      <a:pt x="45" y="9"/>
                    </a:cubicBezTo>
                    <a:cubicBezTo>
                      <a:pt x="54" y="12"/>
                      <a:pt x="63" y="21"/>
                      <a:pt x="72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2" name="Freeform 193">
                <a:extLst>
                  <a:ext uri="{FF2B5EF4-FFF2-40B4-BE49-F238E27FC236}">
                    <a16:creationId xmlns:a16="http://schemas.microsoft.com/office/drawing/2014/main" id="{85A155B4-D016-4FF8-916E-157BEDD52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946"/>
                <a:ext cx="207" cy="74"/>
              </a:xfrm>
              <a:custGeom>
                <a:avLst/>
                <a:gdLst>
                  <a:gd name="T0" fmla="*/ 0 w 78"/>
                  <a:gd name="T1" fmla="*/ 0 h 26"/>
                  <a:gd name="T2" fmla="*/ 1457 w 78"/>
                  <a:gd name="T3" fmla="*/ 60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6">
                    <a:moveTo>
                      <a:pt x="0" y="0"/>
                    </a:moveTo>
                    <a:cubicBezTo>
                      <a:pt x="21" y="22"/>
                      <a:pt x="52" y="16"/>
                      <a:pt x="78" y="2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3" name="Freeform 194">
                <a:extLst>
                  <a:ext uri="{FF2B5EF4-FFF2-40B4-BE49-F238E27FC236}">
                    <a16:creationId xmlns:a16="http://schemas.microsoft.com/office/drawing/2014/main" id="{F64D0B50-2007-41A5-B6DA-60631A80F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994"/>
                <a:ext cx="176" cy="71"/>
              </a:xfrm>
              <a:custGeom>
                <a:avLst/>
                <a:gdLst>
                  <a:gd name="T0" fmla="*/ 0 w 66"/>
                  <a:gd name="T1" fmla="*/ 0 h 25"/>
                  <a:gd name="T2" fmla="*/ 1251 w 66"/>
                  <a:gd name="T3" fmla="*/ 34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25">
                    <a:moveTo>
                      <a:pt x="0" y="0"/>
                    </a:moveTo>
                    <a:cubicBezTo>
                      <a:pt x="5" y="25"/>
                      <a:pt x="49" y="16"/>
                      <a:pt x="66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4" name="Freeform 195">
                <a:extLst>
                  <a:ext uri="{FF2B5EF4-FFF2-40B4-BE49-F238E27FC236}">
                    <a16:creationId xmlns:a16="http://schemas.microsoft.com/office/drawing/2014/main" id="{F13F7B58-7AF5-4326-8B82-E0CE09F51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835"/>
                <a:ext cx="157" cy="43"/>
              </a:xfrm>
              <a:custGeom>
                <a:avLst/>
                <a:gdLst>
                  <a:gd name="T0" fmla="*/ 0 w 59"/>
                  <a:gd name="T1" fmla="*/ 75 h 15"/>
                  <a:gd name="T2" fmla="*/ 1112 w 59"/>
                  <a:gd name="T3" fmla="*/ 35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5">
                    <a:moveTo>
                      <a:pt x="0" y="3"/>
                    </a:moveTo>
                    <a:cubicBezTo>
                      <a:pt x="25" y="2"/>
                      <a:pt x="40" y="0"/>
                      <a:pt x="59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5" name="Freeform 196">
                <a:extLst>
                  <a:ext uri="{FF2B5EF4-FFF2-40B4-BE49-F238E27FC236}">
                    <a16:creationId xmlns:a16="http://schemas.microsoft.com/office/drawing/2014/main" id="{2D2FAFBA-0C60-4382-A406-DC8CEB461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173"/>
                <a:ext cx="3047" cy="636"/>
              </a:xfrm>
              <a:custGeom>
                <a:avLst/>
                <a:gdLst>
                  <a:gd name="T0" fmla="*/ 13378 w 1145"/>
                  <a:gd name="T1" fmla="*/ 3112 h 224"/>
                  <a:gd name="T2" fmla="*/ 12491 w 1145"/>
                  <a:gd name="T3" fmla="*/ 2910 h 224"/>
                  <a:gd name="T4" fmla="*/ 10551 w 1145"/>
                  <a:gd name="T5" fmla="*/ 1968 h 224"/>
                  <a:gd name="T6" fmla="*/ 7951 w 1145"/>
                  <a:gd name="T7" fmla="*/ 1008 h 224"/>
                  <a:gd name="T8" fmla="*/ 6238 w 1145"/>
                  <a:gd name="T9" fmla="*/ 1258 h 224"/>
                  <a:gd name="T10" fmla="*/ 5445 w 1145"/>
                  <a:gd name="T11" fmla="*/ 1258 h 224"/>
                  <a:gd name="T12" fmla="*/ 56 w 1145"/>
                  <a:gd name="T13" fmla="*/ 0 h 224"/>
                  <a:gd name="T14" fmla="*/ 431 w 1145"/>
                  <a:gd name="T15" fmla="*/ 346 h 224"/>
                  <a:gd name="T16" fmla="*/ 5466 w 1145"/>
                  <a:gd name="T17" fmla="*/ 1508 h 224"/>
                  <a:gd name="T18" fmla="*/ 6275 w 1145"/>
                  <a:gd name="T19" fmla="*/ 1468 h 224"/>
                  <a:gd name="T20" fmla="*/ 6238 w 1145"/>
                  <a:gd name="T21" fmla="*/ 1442 h 224"/>
                  <a:gd name="T22" fmla="*/ 6310 w 1145"/>
                  <a:gd name="T23" fmla="*/ 1442 h 224"/>
                  <a:gd name="T24" fmla="*/ 6365 w 1145"/>
                  <a:gd name="T25" fmla="*/ 1442 h 224"/>
                  <a:gd name="T26" fmla="*/ 6424 w 1145"/>
                  <a:gd name="T27" fmla="*/ 1442 h 224"/>
                  <a:gd name="T28" fmla="*/ 6480 w 1145"/>
                  <a:gd name="T29" fmla="*/ 1442 h 224"/>
                  <a:gd name="T30" fmla="*/ 6557 w 1145"/>
                  <a:gd name="T31" fmla="*/ 1420 h 224"/>
                  <a:gd name="T32" fmla="*/ 6650 w 1145"/>
                  <a:gd name="T33" fmla="*/ 1420 h 224"/>
                  <a:gd name="T34" fmla="*/ 6727 w 1145"/>
                  <a:gd name="T35" fmla="*/ 1394 h 224"/>
                  <a:gd name="T36" fmla="*/ 6805 w 1145"/>
                  <a:gd name="T37" fmla="*/ 1371 h 224"/>
                  <a:gd name="T38" fmla="*/ 6863 w 1145"/>
                  <a:gd name="T39" fmla="*/ 1371 h 224"/>
                  <a:gd name="T40" fmla="*/ 6932 w 1145"/>
                  <a:gd name="T41" fmla="*/ 1354 h 224"/>
                  <a:gd name="T42" fmla="*/ 6991 w 1145"/>
                  <a:gd name="T43" fmla="*/ 1329 h 224"/>
                  <a:gd name="T44" fmla="*/ 7047 w 1145"/>
                  <a:gd name="T45" fmla="*/ 1329 h 224"/>
                  <a:gd name="T46" fmla="*/ 7103 w 1145"/>
                  <a:gd name="T47" fmla="*/ 1306 h 224"/>
                  <a:gd name="T48" fmla="*/ 7145 w 1145"/>
                  <a:gd name="T49" fmla="*/ 1306 h 224"/>
                  <a:gd name="T50" fmla="*/ 7951 w 1145"/>
                  <a:gd name="T51" fmla="*/ 1193 h 224"/>
                  <a:gd name="T52" fmla="*/ 10551 w 1145"/>
                  <a:gd name="T53" fmla="*/ 2152 h 224"/>
                  <a:gd name="T54" fmla="*/ 10666 w 1145"/>
                  <a:gd name="T55" fmla="*/ 2200 h 224"/>
                  <a:gd name="T56" fmla="*/ 10764 w 1145"/>
                  <a:gd name="T57" fmla="*/ 2240 h 224"/>
                  <a:gd name="T58" fmla="*/ 10857 w 1145"/>
                  <a:gd name="T59" fmla="*/ 2288 h 224"/>
                  <a:gd name="T60" fmla="*/ 10927 w 1145"/>
                  <a:gd name="T61" fmla="*/ 2337 h 224"/>
                  <a:gd name="T62" fmla="*/ 11025 w 1145"/>
                  <a:gd name="T63" fmla="*/ 2379 h 224"/>
                  <a:gd name="T64" fmla="*/ 11097 w 1145"/>
                  <a:gd name="T65" fmla="*/ 2428 h 224"/>
                  <a:gd name="T66" fmla="*/ 11174 w 1145"/>
                  <a:gd name="T67" fmla="*/ 2476 h 224"/>
                  <a:gd name="T68" fmla="*/ 11366 w 1145"/>
                  <a:gd name="T69" fmla="*/ 2564 h 224"/>
                  <a:gd name="T70" fmla="*/ 11422 w 1145"/>
                  <a:gd name="T71" fmla="*/ 2612 h 224"/>
                  <a:gd name="T72" fmla="*/ 11480 w 1145"/>
                  <a:gd name="T73" fmla="*/ 2635 h 224"/>
                  <a:gd name="T74" fmla="*/ 11515 w 1145"/>
                  <a:gd name="T75" fmla="*/ 2652 h 224"/>
                  <a:gd name="T76" fmla="*/ 11571 w 1145"/>
                  <a:gd name="T77" fmla="*/ 2677 h 224"/>
                  <a:gd name="T78" fmla="*/ 11608 w 1145"/>
                  <a:gd name="T79" fmla="*/ 2700 h 224"/>
                  <a:gd name="T80" fmla="*/ 12308 w 1145"/>
                  <a:gd name="T81" fmla="*/ 3064 h 224"/>
                  <a:gd name="T82" fmla="*/ 21443 w 1145"/>
                  <a:gd name="T83" fmla="*/ 5102 h 224"/>
                  <a:gd name="T84" fmla="*/ 21576 w 1145"/>
                  <a:gd name="T85" fmla="*/ 4901 h 224"/>
                  <a:gd name="T86" fmla="*/ 16302 w 1145"/>
                  <a:gd name="T87" fmla="*/ 379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5" h="224">
                    <a:moveTo>
                      <a:pt x="865" y="166"/>
                    </a:moveTo>
                    <a:cubicBezTo>
                      <a:pt x="816" y="157"/>
                      <a:pt x="764" y="147"/>
                      <a:pt x="710" y="136"/>
                    </a:cubicBezTo>
                    <a:cubicBezTo>
                      <a:pt x="759" y="146"/>
                      <a:pt x="807" y="155"/>
                      <a:pt x="851" y="163"/>
                    </a:cubicBezTo>
                    <a:cubicBezTo>
                      <a:pt x="663" y="127"/>
                      <a:pt x="663" y="127"/>
                      <a:pt x="663" y="127"/>
                    </a:cubicBezTo>
                    <a:cubicBezTo>
                      <a:pt x="655" y="125"/>
                      <a:pt x="630" y="117"/>
                      <a:pt x="617" y="110"/>
                    </a:cubicBezTo>
                    <a:cubicBezTo>
                      <a:pt x="612" y="109"/>
                      <a:pt x="585" y="95"/>
                      <a:pt x="560" y="86"/>
                    </a:cubicBezTo>
                    <a:cubicBezTo>
                      <a:pt x="534" y="76"/>
                      <a:pt x="530" y="72"/>
                      <a:pt x="500" y="62"/>
                    </a:cubicBezTo>
                    <a:cubicBezTo>
                      <a:pt x="470" y="52"/>
                      <a:pt x="456" y="42"/>
                      <a:pt x="422" y="44"/>
                    </a:cubicBezTo>
                    <a:cubicBezTo>
                      <a:pt x="405" y="45"/>
                      <a:pt x="393" y="45"/>
                      <a:pt x="381" y="48"/>
                    </a:cubicBezTo>
                    <a:cubicBezTo>
                      <a:pt x="372" y="50"/>
                      <a:pt x="340" y="55"/>
                      <a:pt x="331" y="55"/>
                    </a:cubicBezTo>
                    <a:cubicBezTo>
                      <a:pt x="320" y="55"/>
                      <a:pt x="294" y="57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186" y="35"/>
                      <a:pt x="87" y="16"/>
                      <a:pt x="3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9" y="12"/>
                      <a:pt x="23" y="15"/>
                    </a:cubicBezTo>
                    <a:cubicBezTo>
                      <a:pt x="94" y="28"/>
                      <a:pt x="173" y="44"/>
                      <a:pt x="256" y="60"/>
                    </a:cubicBezTo>
                    <a:cubicBezTo>
                      <a:pt x="290" y="66"/>
                      <a:pt x="290" y="66"/>
                      <a:pt x="290" y="66"/>
                    </a:cubicBezTo>
                    <a:cubicBezTo>
                      <a:pt x="299" y="66"/>
                      <a:pt x="306" y="66"/>
                      <a:pt x="314" y="66"/>
                    </a:cubicBezTo>
                    <a:cubicBezTo>
                      <a:pt x="319" y="65"/>
                      <a:pt x="326" y="64"/>
                      <a:pt x="333" y="64"/>
                    </a:cubicBezTo>
                    <a:cubicBezTo>
                      <a:pt x="332" y="64"/>
                      <a:pt x="331" y="63"/>
                      <a:pt x="331" y="63"/>
                    </a:cubicBezTo>
                    <a:cubicBezTo>
                      <a:pt x="331" y="63"/>
                      <a:pt x="331" y="63"/>
                      <a:pt x="331" y="63"/>
                    </a:cubicBezTo>
                    <a:cubicBezTo>
                      <a:pt x="332" y="63"/>
                      <a:pt x="333" y="63"/>
                      <a:pt x="334" y="63"/>
                    </a:cubicBezTo>
                    <a:cubicBezTo>
                      <a:pt x="335" y="63"/>
                      <a:pt x="335" y="63"/>
                      <a:pt x="335" y="63"/>
                    </a:cubicBezTo>
                    <a:cubicBezTo>
                      <a:pt x="336" y="63"/>
                      <a:pt x="336" y="63"/>
                      <a:pt x="337" y="63"/>
                    </a:cubicBezTo>
                    <a:cubicBezTo>
                      <a:pt x="337" y="63"/>
                      <a:pt x="338" y="63"/>
                      <a:pt x="338" y="63"/>
                    </a:cubicBezTo>
                    <a:cubicBezTo>
                      <a:pt x="338" y="63"/>
                      <a:pt x="339" y="63"/>
                      <a:pt x="340" y="63"/>
                    </a:cubicBezTo>
                    <a:cubicBezTo>
                      <a:pt x="340" y="63"/>
                      <a:pt x="341" y="63"/>
                      <a:pt x="341" y="63"/>
                    </a:cubicBezTo>
                    <a:cubicBezTo>
                      <a:pt x="342" y="63"/>
                      <a:pt x="342" y="63"/>
                      <a:pt x="343" y="63"/>
                    </a:cubicBezTo>
                    <a:cubicBezTo>
                      <a:pt x="343" y="63"/>
                      <a:pt x="344" y="63"/>
                      <a:pt x="344" y="63"/>
                    </a:cubicBezTo>
                    <a:cubicBezTo>
                      <a:pt x="345" y="63"/>
                      <a:pt x="346" y="62"/>
                      <a:pt x="347" y="62"/>
                    </a:cubicBezTo>
                    <a:cubicBezTo>
                      <a:pt x="347" y="62"/>
                      <a:pt x="348" y="62"/>
                      <a:pt x="348" y="62"/>
                    </a:cubicBezTo>
                    <a:cubicBezTo>
                      <a:pt x="349" y="62"/>
                      <a:pt x="350" y="62"/>
                      <a:pt x="351" y="62"/>
                    </a:cubicBezTo>
                    <a:cubicBezTo>
                      <a:pt x="352" y="62"/>
                      <a:pt x="352" y="62"/>
                      <a:pt x="353" y="62"/>
                    </a:cubicBezTo>
                    <a:cubicBezTo>
                      <a:pt x="353" y="61"/>
                      <a:pt x="354" y="61"/>
                      <a:pt x="355" y="61"/>
                    </a:cubicBezTo>
                    <a:cubicBezTo>
                      <a:pt x="356" y="61"/>
                      <a:pt x="356" y="61"/>
                      <a:pt x="357" y="61"/>
                    </a:cubicBezTo>
                    <a:cubicBezTo>
                      <a:pt x="357" y="61"/>
                      <a:pt x="358" y="61"/>
                      <a:pt x="359" y="61"/>
                    </a:cubicBezTo>
                    <a:cubicBezTo>
                      <a:pt x="359" y="61"/>
                      <a:pt x="360" y="60"/>
                      <a:pt x="361" y="60"/>
                    </a:cubicBezTo>
                    <a:cubicBezTo>
                      <a:pt x="361" y="60"/>
                      <a:pt x="362" y="60"/>
                      <a:pt x="363" y="60"/>
                    </a:cubicBezTo>
                    <a:cubicBezTo>
                      <a:pt x="363" y="60"/>
                      <a:pt x="364" y="60"/>
                      <a:pt x="364" y="60"/>
                    </a:cubicBezTo>
                    <a:cubicBezTo>
                      <a:pt x="365" y="60"/>
                      <a:pt x="366" y="59"/>
                      <a:pt x="366" y="59"/>
                    </a:cubicBezTo>
                    <a:cubicBezTo>
                      <a:pt x="367" y="59"/>
                      <a:pt x="367" y="59"/>
                      <a:pt x="368" y="59"/>
                    </a:cubicBezTo>
                    <a:cubicBezTo>
                      <a:pt x="368" y="59"/>
                      <a:pt x="369" y="59"/>
                      <a:pt x="370" y="59"/>
                    </a:cubicBezTo>
                    <a:cubicBezTo>
                      <a:pt x="370" y="59"/>
                      <a:pt x="371" y="58"/>
                      <a:pt x="371" y="58"/>
                    </a:cubicBezTo>
                    <a:cubicBezTo>
                      <a:pt x="372" y="58"/>
                      <a:pt x="372" y="58"/>
                      <a:pt x="373" y="58"/>
                    </a:cubicBezTo>
                    <a:cubicBezTo>
                      <a:pt x="373" y="58"/>
                      <a:pt x="374" y="58"/>
                      <a:pt x="374" y="58"/>
                    </a:cubicBezTo>
                    <a:cubicBezTo>
                      <a:pt x="375" y="58"/>
                      <a:pt x="375" y="58"/>
                      <a:pt x="376" y="57"/>
                    </a:cubicBezTo>
                    <a:cubicBezTo>
                      <a:pt x="376" y="57"/>
                      <a:pt x="376" y="57"/>
                      <a:pt x="377" y="57"/>
                    </a:cubicBezTo>
                    <a:cubicBezTo>
                      <a:pt x="377" y="57"/>
                      <a:pt x="378" y="57"/>
                      <a:pt x="378" y="57"/>
                    </a:cubicBezTo>
                    <a:cubicBezTo>
                      <a:pt x="378" y="57"/>
                      <a:pt x="379" y="57"/>
                      <a:pt x="379" y="57"/>
                    </a:cubicBezTo>
                    <a:cubicBezTo>
                      <a:pt x="380" y="57"/>
                      <a:pt x="380" y="56"/>
                      <a:pt x="381" y="56"/>
                    </a:cubicBezTo>
                    <a:cubicBezTo>
                      <a:pt x="393" y="53"/>
                      <a:pt x="405" y="53"/>
                      <a:pt x="422" y="52"/>
                    </a:cubicBezTo>
                    <a:cubicBezTo>
                      <a:pt x="456" y="50"/>
                      <a:pt x="470" y="60"/>
                      <a:pt x="500" y="70"/>
                    </a:cubicBezTo>
                    <a:cubicBezTo>
                      <a:pt x="530" y="80"/>
                      <a:pt x="534" y="84"/>
                      <a:pt x="560" y="94"/>
                    </a:cubicBezTo>
                    <a:cubicBezTo>
                      <a:pt x="561" y="94"/>
                      <a:pt x="563" y="95"/>
                      <a:pt x="564" y="95"/>
                    </a:cubicBezTo>
                    <a:cubicBezTo>
                      <a:pt x="565" y="96"/>
                      <a:pt x="565" y="96"/>
                      <a:pt x="566" y="96"/>
                    </a:cubicBezTo>
                    <a:cubicBezTo>
                      <a:pt x="567" y="96"/>
                      <a:pt x="568" y="97"/>
                      <a:pt x="569" y="97"/>
                    </a:cubicBezTo>
                    <a:cubicBezTo>
                      <a:pt x="570" y="98"/>
                      <a:pt x="570" y="98"/>
                      <a:pt x="571" y="98"/>
                    </a:cubicBezTo>
                    <a:cubicBezTo>
                      <a:pt x="572" y="98"/>
                      <a:pt x="573" y="99"/>
                      <a:pt x="573" y="99"/>
                    </a:cubicBezTo>
                    <a:cubicBezTo>
                      <a:pt x="574" y="99"/>
                      <a:pt x="575" y="100"/>
                      <a:pt x="576" y="100"/>
                    </a:cubicBezTo>
                    <a:cubicBezTo>
                      <a:pt x="576" y="100"/>
                      <a:pt x="577" y="101"/>
                      <a:pt x="578" y="101"/>
                    </a:cubicBezTo>
                    <a:cubicBezTo>
                      <a:pt x="579" y="101"/>
                      <a:pt x="579" y="102"/>
                      <a:pt x="580" y="102"/>
                    </a:cubicBezTo>
                    <a:cubicBezTo>
                      <a:pt x="581" y="102"/>
                      <a:pt x="582" y="103"/>
                      <a:pt x="582" y="103"/>
                    </a:cubicBezTo>
                    <a:cubicBezTo>
                      <a:pt x="583" y="103"/>
                      <a:pt x="584" y="104"/>
                      <a:pt x="585" y="104"/>
                    </a:cubicBezTo>
                    <a:cubicBezTo>
                      <a:pt x="585" y="104"/>
                      <a:pt x="586" y="105"/>
                      <a:pt x="587" y="105"/>
                    </a:cubicBezTo>
                    <a:cubicBezTo>
                      <a:pt x="587" y="105"/>
                      <a:pt x="588" y="106"/>
                      <a:pt x="589" y="106"/>
                    </a:cubicBezTo>
                    <a:cubicBezTo>
                      <a:pt x="590" y="106"/>
                      <a:pt x="590" y="107"/>
                      <a:pt x="591" y="107"/>
                    </a:cubicBezTo>
                    <a:cubicBezTo>
                      <a:pt x="592" y="107"/>
                      <a:pt x="592" y="108"/>
                      <a:pt x="593" y="108"/>
                    </a:cubicBezTo>
                    <a:cubicBezTo>
                      <a:pt x="594" y="108"/>
                      <a:pt x="594" y="108"/>
                      <a:pt x="594" y="108"/>
                    </a:cubicBezTo>
                    <a:cubicBezTo>
                      <a:pt x="597" y="110"/>
                      <a:pt x="600" y="111"/>
                      <a:pt x="603" y="112"/>
                    </a:cubicBezTo>
                    <a:cubicBezTo>
                      <a:pt x="603" y="113"/>
                      <a:pt x="603" y="113"/>
                      <a:pt x="603" y="113"/>
                    </a:cubicBezTo>
                    <a:cubicBezTo>
                      <a:pt x="604" y="113"/>
                      <a:pt x="605" y="113"/>
                      <a:pt x="606" y="114"/>
                    </a:cubicBezTo>
                    <a:cubicBezTo>
                      <a:pt x="606" y="114"/>
                      <a:pt x="606" y="114"/>
                      <a:pt x="607" y="114"/>
                    </a:cubicBezTo>
                    <a:cubicBezTo>
                      <a:pt x="607" y="114"/>
                      <a:pt x="608" y="115"/>
                      <a:pt x="609" y="115"/>
                    </a:cubicBezTo>
                    <a:cubicBezTo>
                      <a:pt x="609" y="115"/>
                      <a:pt x="609" y="115"/>
                      <a:pt x="609" y="115"/>
                    </a:cubicBezTo>
                    <a:cubicBezTo>
                      <a:pt x="610" y="116"/>
                      <a:pt x="611" y="116"/>
                      <a:pt x="611" y="116"/>
                    </a:cubicBezTo>
                    <a:cubicBezTo>
                      <a:pt x="611" y="116"/>
                      <a:pt x="612" y="116"/>
                      <a:pt x="612" y="116"/>
                    </a:cubicBezTo>
                    <a:cubicBezTo>
                      <a:pt x="613" y="117"/>
                      <a:pt x="613" y="117"/>
                      <a:pt x="614" y="117"/>
                    </a:cubicBezTo>
                    <a:cubicBezTo>
                      <a:pt x="614" y="117"/>
                      <a:pt x="614" y="117"/>
                      <a:pt x="614" y="117"/>
                    </a:cubicBezTo>
                    <a:cubicBezTo>
                      <a:pt x="615" y="118"/>
                      <a:pt x="615" y="118"/>
                      <a:pt x="616" y="118"/>
                    </a:cubicBezTo>
                    <a:cubicBezTo>
                      <a:pt x="618" y="119"/>
                      <a:pt x="619" y="120"/>
                      <a:pt x="621" y="121"/>
                    </a:cubicBezTo>
                    <a:cubicBezTo>
                      <a:pt x="627" y="125"/>
                      <a:pt x="631" y="129"/>
                      <a:pt x="653" y="134"/>
                    </a:cubicBezTo>
                    <a:cubicBezTo>
                      <a:pt x="800" y="162"/>
                      <a:pt x="987" y="196"/>
                      <a:pt x="1021" y="203"/>
                    </a:cubicBezTo>
                    <a:cubicBezTo>
                      <a:pt x="1079" y="213"/>
                      <a:pt x="1125" y="221"/>
                      <a:pt x="1138" y="223"/>
                    </a:cubicBezTo>
                    <a:cubicBezTo>
                      <a:pt x="1137" y="224"/>
                      <a:pt x="1137" y="224"/>
                      <a:pt x="1137" y="224"/>
                    </a:cubicBezTo>
                    <a:cubicBezTo>
                      <a:pt x="1145" y="214"/>
                      <a:pt x="1145" y="214"/>
                      <a:pt x="1145" y="214"/>
                    </a:cubicBezTo>
                    <a:cubicBezTo>
                      <a:pt x="1145" y="214"/>
                      <a:pt x="1145" y="214"/>
                      <a:pt x="1145" y="214"/>
                    </a:cubicBezTo>
                    <a:lnTo>
                      <a:pt x="865" y="16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6" name="Freeform 197">
                <a:extLst>
                  <a:ext uri="{FF2B5EF4-FFF2-40B4-BE49-F238E27FC236}">
                    <a16:creationId xmlns:a16="http://schemas.microsoft.com/office/drawing/2014/main" id="{85EF0AA0-F99A-4CB9-9B37-CB00D8C7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201"/>
                <a:ext cx="3039" cy="633"/>
              </a:xfrm>
              <a:custGeom>
                <a:avLst/>
                <a:gdLst>
                  <a:gd name="T0" fmla="*/ 21520 w 1142"/>
                  <a:gd name="T1" fmla="*/ 4874 h 223"/>
                  <a:gd name="T2" fmla="*/ 19261 w 1142"/>
                  <a:gd name="T3" fmla="*/ 4391 h 223"/>
                  <a:gd name="T4" fmla="*/ 19163 w 1142"/>
                  <a:gd name="T5" fmla="*/ 4369 h 223"/>
                  <a:gd name="T6" fmla="*/ 19070 w 1142"/>
                  <a:gd name="T7" fmla="*/ 4369 h 223"/>
                  <a:gd name="T8" fmla="*/ 18979 w 1142"/>
                  <a:gd name="T9" fmla="*/ 4317 h 223"/>
                  <a:gd name="T10" fmla="*/ 18843 w 1142"/>
                  <a:gd name="T11" fmla="*/ 4303 h 223"/>
                  <a:gd name="T12" fmla="*/ 18732 w 1142"/>
                  <a:gd name="T13" fmla="*/ 4278 h 223"/>
                  <a:gd name="T14" fmla="*/ 18583 w 1142"/>
                  <a:gd name="T15" fmla="*/ 4255 h 223"/>
                  <a:gd name="T16" fmla="*/ 18412 w 1142"/>
                  <a:gd name="T17" fmla="*/ 4207 h 223"/>
                  <a:gd name="T18" fmla="*/ 18207 w 1142"/>
                  <a:gd name="T19" fmla="*/ 4167 h 223"/>
                  <a:gd name="T20" fmla="*/ 18016 w 1142"/>
                  <a:gd name="T21" fmla="*/ 4119 h 223"/>
                  <a:gd name="T22" fmla="*/ 17790 w 1142"/>
                  <a:gd name="T23" fmla="*/ 4068 h 223"/>
                  <a:gd name="T24" fmla="*/ 14319 w 1142"/>
                  <a:gd name="T25" fmla="*/ 3296 h 223"/>
                  <a:gd name="T26" fmla="*/ 12909 w 1142"/>
                  <a:gd name="T27" fmla="*/ 2972 h 223"/>
                  <a:gd name="T28" fmla="*/ 11775 w 1142"/>
                  <a:gd name="T29" fmla="*/ 2538 h 223"/>
                  <a:gd name="T30" fmla="*/ 11650 w 1142"/>
                  <a:gd name="T31" fmla="*/ 2450 h 223"/>
                  <a:gd name="T32" fmla="*/ 11608 w 1142"/>
                  <a:gd name="T33" fmla="*/ 2424 h 223"/>
                  <a:gd name="T34" fmla="*/ 11549 w 1142"/>
                  <a:gd name="T35" fmla="*/ 2401 h 223"/>
                  <a:gd name="T36" fmla="*/ 11515 w 1142"/>
                  <a:gd name="T37" fmla="*/ 2376 h 223"/>
                  <a:gd name="T38" fmla="*/ 11437 w 1142"/>
                  <a:gd name="T39" fmla="*/ 2353 h 223"/>
                  <a:gd name="T40" fmla="*/ 11267 w 1142"/>
                  <a:gd name="T41" fmla="*/ 2240 h 223"/>
                  <a:gd name="T42" fmla="*/ 11211 w 1142"/>
                  <a:gd name="T43" fmla="*/ 2217 h 223"/>
                  <a:gd name="T44" fmla="*/ 11139 w 1142"/>
                  <a:gd name="T45" fmla="*/ 2174 h 223"/>
                  <a:gd name="T46" fmla="*/ 11041 w 1142"/>
                  <a:gd name="T47" fmla="*/ 2126 h 223"/>
                  <a:gd name="T48" fmla="*/ 10969 w 1142"/>
                  <a:gd name="T49" fmla="*/ 2078 h 223"/>
                  <a:gd name="T50" fmla="*/ 10871 w 1142"/>
                  <a:gd name="T51" fmla="*/ 2038 h 223"/>
                  <a:gd name="T52" fmla="*/ 10799 w 1142"/>
                  <a:gd name="T53" fmla="*/ 1990 h 223"/>
                  <a:gd name="T54" fmla="*/ 10708 w 1142"/>
                  <a:gd name="T55" fmla="*/ 1942 h 223"/>
                  <a:gd name="T56" fmla="*/ 9498 w 1142"/>
                  <a:gd name="T57" fmla="*/ 1371 h 223"/>
                  <a:gd name="T58" fmla="*/ 7260 w 1142"/>
                  <a:gd name="T59" fmla="*/ 1056 h 223"/>
                  <a:gd name="T60" fmla="*/ 7201 w 1142"/>
                  <a:gd name="T61" fmla="*/ 1073 h 223"/>
                  <a:gd name="T62" fmla="*/ 7158 w 1142"/>
                  <a:gd name="T63" fmla="*/ 1073 h 223"/>
                  <a:gd name="T64" fmla="*/ 7103 w 1142"/>
                  <a:gd name="T65" fmla="*/ 1096 h 223"/>
                  <a:gd name="T66" fmla="*/ 7047 w 1142"/>
                  <a:gd name="T67" fmla="*/ 1121 h 223"/>
                  <a:gd name="T68" fmla="*/ 6975 w 1142"/>
                  <a:gd name="T69" fmla="*/ 1121 h 223"/>
                  <a:gd name="T70" fmla="*/ 6919 w 1142"/>
                  <a:gd name="T71" fmla="*/ 1144 h 223"/>
                  <a:gd name="T72" fmla="*/ 6842 w 1142"/>
                  <a:gd name="T73" fmla="*/ 1169 h 223"/>
                  <a:gd name="T74" fmla="*/ 6762 w 1142"/>
                  <a:gd name="T75" fmla="*/ 1169 h 223"/>
                  <a:gd name="T76" fmla="*/ 6693 w 1142"/>
                  <a:gd name="T77" fmla="*/ 1192 h 223"/>
                  <a:gd name="T78" fmla="*/ 6613 w 1142"/>
                  <a:gd name="T79" fmla="*/ 1192 h 223"/>
                  <a:gd name="T80" fmla="*/ 6536 w 1142"/>
                  <a:gd name="T81" fmla="*/ 1209 h 223"/>
                  <a:gd name="T82" fmla="*/ 6480 w 1142"/>
                  <a:gd name="T83" fmla="*/ 1209 h 223"/>
                  <a:gd name="T84" fmla="*/ 6424 w 1142"/>
                  <a:gd name="T85" fmla="*/ 1209 h 223"/>
                  <a:gd name="T86" fmla="*/ 6365 w 1142"/>
                  <a:gd name="T87" fmla="*/ 1209 h 223"/>
                  <a:gd name="T88" fmla="*/ 6310 w 1142"/>
                  <a:gd name="T89" fmla="*/ 1209 h 223"/>
                  <a:gd name="T90" fmla="*/ 5990 w 1142"/>
                  <a:gd name="T91" fmla="*/ 1280 h 223"/>
                  <a:gd name="T92" fmla="*/ 5708 w 1142"/>
                  <a:gd name="T93" fmla="*/ 1306 h 223"/>
                  <a:gd name="T94" fmla="*/ 5652 w 1142"/>
                  <a:gd name="T95" fmla="*/ 1306 h 223"/>
                  <a:gd name="T96" fmla="*/ 5538 w 1142"/>
                  <a:gd name="T97" fmla="*/ 1280 h 223"/>
                  <a:gd name="T98" fmla="*/ 4899 w 1142"/>
                  <a:gd name="T99" fmla="*/ 1121 h 223"/>
                  <a:gd name="T100" fmla="*/ 452 w 1142"/>
                  <a:gd name="T101" fmla="*/ 88 h 223"/>
                  <a:gd name="T102" fmla="*/ 77 w 1142"/>
                  <a:gd name="T103" fmla="*/ 0 h 223"/>
                  <a:gd name="T104" fmla="*/ 56 w 1142"/>
                  <a:gd name="T105" fmla="*/ 0 h 223"/>
                  <a:gd name="T106" fmla="*/ 5410 w 1142"/>
                  <a:gd name="T107" fmla="*/ 1507 h 223"/>
                  <a:gd name="T108" fmla="*/ 10517 w 1142"/>
                  <a:gd name="T109" fmla="*/ 2765 h 223"/>
                  <a:gd name="T110" fmla="*/ 21387 w 1142"/>
                  <a:gd name="T111" fmla="*/ 5101 h 22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42" h="223">
                    <a:moveTo>
                      <a:pt x="1141" y="214"/>
                    </a:moveTo>
                    <a:cubicBezTo>
                      <a:pt x="1142" y="213"/>
                      <a:pt x="1142" y="213"/>
                      <a:pt x="1142" y="213"/>
                    </a:cubicBezTo>
                    <a:cubicBezTo>
                      <a:pt x="1129" y="211"/>
                      <a:pt x="1083" y="203"/>
                      <a:pt x="1025" y="193"/>
                    </a:cubicBezTo>
                    <a:cubicBezTo>
                      <a:pt x="1024" y="193"/>
                      <a:pt x="1023" y="193"/>
                      <a:pt x="1022" y="192"/>
                    </a:cubicBezTo>
                    <a:cubicBezTo>
                      <a:pt x="1021" y="192"/>
                      <a:pt x="1021" y="192"/>
                      <a:pt x="1020" y="192"/>
                    </a:cubicBezTo>
                    <a:cubicBezTo>
                      <a:pt x="1019" y="192"/>
                      <a:pt x="1018" y="192"/>
                      <a:pt x="1017" y="191"/>
                    </a:cubicBezTo>
                    <a:cubicBezTo>
                      <a:pt x="1017" y="191"/>
                      <a:pt x="1016" y="191"/>
                      <a:pt x="1015" y="191"/>
                    </a:cubicBezTo>
                    <a:cubicBezTo>
                      <a:pt x="1014" y="191"/>
                      <a:pt x="1013" y="191"/>
                      <a:pt x="1012" y="191"/>
                    </a:cubicBezTo>
                    <a:cubicBezTo>
                      <a:pt x="1011" y="190"/>
                      <a:pt x="1010" y="190"/>
                      <a:pt x="1009" y="190"/>
                    </a:cubicBezTo>
                    <a:cubicBezTo>
                      <a:pt x="1008" y="190"/>
                      <a:pt x="1007" y="190"/>
                      <a:pt x="1007" y="189"/>
                    </a:cubicBezTo>
                    <a:cubicBezTo>
                      <a:pt x="1005" y="189"/>
                      <a:pt x="1004" y="189"/>
                      <a:pt x="1003" y="189"/>
                    </a:cubicBezTo>
                    <a:cubicBezTo>
                      <a:pt x="1002" y="189"/>
                      <a:pt x="1001" y="188"/>
                      <a:pt x="1000" y="188"/>
                    </a:cubicBezTo>
                    <a:cubicBezTo>
                      <a:pt x="998" y="188"/>
                      <a:pt x="997" y="188"/>
                      <a:pt x="995" y="187"/>
                    </a:cubicBezTo>
                    <a:cubicBezTo>
                      <a:pt x="995" y="187"/>
                      <a:pt x="994" y="187"/>
                      <a:pt x="994" y="187"/>
                    </a:cubicBezTo>
                    <a:cubicBezTo>
                      <a:pt x="992" y="187"/>
                      <a:pt x="990" y="186"/>
                      <a:pt x="987" y="186"/>
                    </a:cubicBezTo>
                    <a:cubicBezTo>
                      <a:pt x="987" y="186"/>
                      <a:pt x="986" y="186"/>
                      <a:pt x="986" y="186"/>
                    </a:cubicBezTo>
                    <a:cubicBezTo>
                      <a:pt x="984" y="185"/>
                      <a:pt x="982" y="185"/>
                      <a:pt x="980" y="184"/>
                    </a:cubicBezTo>
                    <a:cubicBezTo>
                      <a:pt x="979" y="184"/>
                      <a:pt x="978" y="184"/>
                      <a:pt x="977" y="184"/>
                    </a:cubicBezTo>
                    <a:cubicBezTo>
                      <a:pt x="975" y="184"/>
                      <a:pt x="974" y="183"/>
                      <a:pt x="972" y="183"/>
                    </a:cubicBezTo>
                    <a:cubicBezTo>
                      <a:pt x="970" y="183"/>
                      <a:pt x="968" y="182"/>
                      <a:pt x="966" y="182"/>
                    </a:cubicBezTo>
                    <a:cubicBezTo>
                      <a:pt x="965" y="182"/>
                      <a:pt x="964" y="182"/>
                      <a:pt x="963" y="181"/>
                    </a:cubicBezTo>
                    <a:cubicBezTo>
                      <a:pt x="961" y="181"/>
                      <a:pt x="959" y="180"/>
                      <a:pt x="956" y="180"/>
                    </a:cubicBezTo>
                    <a:cubicBezTo>
                      <a:pt x="955" y="180"/>
                      <a:pt x="954" y="180"/>
                      <a:pt x="953" y="179"/>
                    </a:cubicBezTo>
                    <a:cubicBezTo>
                      <a:pt x="950" y="179"/>
                      <a:pt x="947" y="178"/>
                      <a:pt x="944" y="178"/>
                    </a:cubicBezTo>
                    <a:cubicBezTo>
                      <a:pt x="944" y="178"/>
                      <a:pt x="944" y="178"/>
                      <a:pt x="944" y="178"/>
                    </a:cubicBezTo>
                    <a:cubicBezTo>
                      <a:pt x="894" y="168"/>
                      <a:pt x="827" y="156"/>
                      <a:pt x="760" y="144"/>
                    </a:cubicBezTo>
                    <a:cubicBezTo>
                      <a:pt x="735" y="139"/>
                      <a:pt x="710" y="134"/>
                      <a:pt x="685" y="130"/>
                    </a:cubicBezTo>
                    <a:cubicBezTo>
                      <a:pt x="685" y="130"/>
                      <a:pt x="685" y="130"/>
                      <a:pt x="685" y="130"/>
                    </a:cubicBezTo>
                    <a:cubicBezTo>
                      <a:pt x="676" y="128"/>
                      <a:pt x="666" y="126"/>
                      <a:pt x="657" y="124"/>
                    </a:cubicBezTo>
                    <a:cubicBezTo>
                      <a:pt x="635" y="119"/>
                      <a:pt x="631" y="115"/>
                      <a:pt x="625" y="111"/>
                    </a:cubicBezTo>
                    <a:cubicBezTo>
                      <a:pt x="623" y="110"/>
                      <a:pt x="622" y="109"/>
                      <a:pt x="620" y="108"/>
                    </a:cubicBezTo>
                    <a:cubicBezTo>
                      <a:pt x="619" y="108"/>
                      <a:pt x="619" y="108"/>
                      <a:pt x="618" y="107"/>
                    </a:cubicBezTo>
                    <a:cubicBezTo>
                      <a:pt x="618" y="107"/>
                      <a:pt x="618" y="107"/>
                      <a:pt x="618" y="107"/>
                    </a:cubicBezTo>
                    <a:cubicBezTo>
                      <a:pt x="617" y="107"/>
                      <a:pt x="617" y="107"/>
                      <a:pt x="616" y="106"/>
                    </a:cubicBezTo>
                    <a:cubicBezTo>
                      <a:pt x="616" y="106"/>
                      <a:pt x="615" y="106"/>
                      <a:pt x="615" y="106"/>
                    </a:cubicBezTo>
                    <a:cubicBezTo>
                      <a:pt x="615" y="106"/>
                      <a:pt x="614" y="106"/>
                      <a:pt x="613" y="105"/>
                    </a:cubicBezTo>
                    <a:cubicBezTo>
                      <a:pt x="613" y="105"/>
                      <a:pt x="613" y="105"/>
                      <a:pt x="613" y="105"/>
                    </a:cubicBezTo>
                    <a:cubicBezTo>
                      <a:pt x="612" y="105"/>
                      <a:pt x="611" y="104"/>
                      <a:pt x="611" y="104"/>
                    </a:cubicBezTo>
                    <a:cubicBezTo>
                      <a:pt x="610" y="104"/>
                      <a:pt x="610" y="104"/>
                      <a:pt x="610" y="104"/>
                    </a:cubicBezTo>
                    <a:cubicBezTo>
                      <a:pt x="609" y="103"/>
                      <a:pt x="608" y="103"/>
                      <a:pt x="607" y="103"/>
                    </a:cubicBezTo>
                    <a:cubicBezTo>
                      <a:pt x="607" y="103"/>
                      <a:pt x="607" y="103"/>
                      <a:pt x="607" y="102"/>
                    </a:cubicBezTo>
                    <a:cubicBezTo>
                      <a:pt x="604" y="101"/>
                      <a:pt x="601" y="100"/>
                      <a:pt x="598" y="98"/>
                    </a:cubicBezTo>
                    <a:cubicBezTo>
                      <a:pt x="598" y="98"/>
                      <a:pt x="598" y="98"/>
                      <a:pt x="597" y="98"/>
                    </a:cubicBezTo>
                    <a:cubicBezTo>
                      <a:pt x="596" y="98"/>
                      <a:pt x="596" y="97"/>
                      <a:pt x="595" y="97"/>
                    </a:cubicBezTo>
                    <a:cubicBezTo>
                      <a:pt x="594" y="97"/>
                      <a:pt x="594" y="96"/>
                      <a:pt x="593" y="96"/>
                    </a:cubicBezTo>
                    <a:cubicBezTo>
                      <a:pt x="592" y="96"/>
                      <a:pt x="591" y="95"/>
                      <a:pt x="591" y="95"/>
                    </a:cubicBezTo>
                    <a:cubicBezTo>
                      <a:pt x="590" y="95"/>
                      <a:pt x="589" y="94"/>
                      <a:pt x="589" y="94"/>
                    </a:cubicBezTo>
                    <a:cubicBezTo>
                      <a:pt x="588" y="94"/>
                      <a:pt x="587" y="93"/>
                      <a:pt x="586" y="93"/>
                    </a:cubicBezTo>
                    <a:cubicBezTo>
                      <a:pt x="586" y="93"/>
                      <a:pt x="585" y="92"/>
                      <a:pt x="584" y="92"/>
                    </a:cubicBezTo>
                    <a:cubicBezTo>
                      <a:pt x="583" y="92"/>
                      <a:pt x="583" y="91"/>
                      <a:pt x="582" y="91"/>
                    </a:cubicBezTo>
                    <a:cubicBezTo>
                      <a:pt x="581" y="91"/>
                      <a:pt x="580" y="90"/>
                      <a:pt x="580" y="90"/>
                    </a:cubicBezTo>
                    <a:cubicBezTo>
                      <a:pt x="579" y="90"/>
                      <a:pt x="578" y="89"/>
                      <a:pt x="577" y="89"/>
                    </a:cubicBezTo>
                    <a:cubicBezTo>
                      <a:pt x="577" y="89"/>
                      <a:pt x="576" y="88"/>
                      <a:pt x="575" y="88"/>
                    </a:cubicBezTo>
                    <a:cubicBezTo>
                      <a:pt x="574" y="88"/>
                      <a:pt x="574" y="88"/>
                      <a:pt x="573" y="87"/>
                    </a:cubicBezTo>
                    <a:cubicBezTo>
                      <a:pt x="572" y="87"/>
                      <a:pt x="571" y="86"/>
                      <a:pt x="570" y="86"/>
                    </a:cubicBezTo>
                    <a:cubicBezTo>
                      <a:pt x="569" y="86"/>
                      <a:pt x="569" y="86"/>
                      <a:pt x="568" y="85"/>
                    </a:cubicBezTo>
                    <a:cubicBezTo>
                      <a:pt x="567" y="85"/>
                      <a:pt x="565" y="84"/>
                      <a:pt x="564" y="84"/>
                    </a:cubicBezTo>
                    <a:cubicBezTo>
                      <a:pt x="538" y="74"/>
                      <a:pt x="534" y="70"/>
                      <a:pt x="504" y="60"/>
                    </a:cubicBezTo>
                    <a:cubicBezTo>
                      <a:pt x="474" y="50"/>
                      <a:pt x="460" y="40"/>
                      <a:pt x="426" y="42"/>
                    </a:cubicBezTo>
                    <a:cubicBezTo>
                      <a:pt x="409" y="43"/>
                      <a:pt x="397" y="43"/>
                      <a:pt x="385" y="46"/>
                    </a:cubicBezTo>
                    <a:cubicBezTo>
                      <a:pt x="384" y="46"/>
                      <a:pt x="384" y="47"/>
                      <a:pt x="383" y="47"/>
                    </a:cubicBezTo>
                    <a:cubicBezTo>
                      <a:pt x="383" y="47"/>
                      <a:pt x="382" y="47"/>
                      <a:pt x="382" y="47"/>
                    </a:cubicBezTo>
                    <a:cubicBezTo>
                      <a:pt x="382" y="47"/>
                      <a:pt x="381" y="47"/>
                      <a:pt x="381" y="47"/>
                    </a:cubicBezTo>
                    <a:cubicBezTo>
                      <a:pt x="380" y="47"/>
                      <a:pt x="380" y="47"/>
                      <a:pt x="380" y="47"/>
                    </a:cubicBezTo>
                    <a:cubicBezTo>
                      <a:pt x="379" y="48"/>
                      <a:pt x="379" y="48"/>
                      <a:pt x="378" y="48"/>
                    </a:cubicBezTo>
                    <a:cubicBezTo>
                      <a:pt x="378" y="48"/>
                      <a:pt x="377" y="48"/>
                      <a:pt x="377" y="48"/>
                    </a:cubicBezTo>
                    <a:cubicBezTo>
                      <a:pt x="376" y="48"/>
                      <a:pt x="376" y="48"/>
                      <a:pt x="375" y="48"/>
                    </a:cubicBezTo>
                    <a:cubicBezTo>
                      <a:pt x="375" y="48"/>
                      <a:pt x="374" y="49"/>
                      <a:pt x="374" y="49"/>
                    </a:cubicBezTo>
                    <a:cubicBezTo>
                      <a:pt x="373" y="49"/>
                      <a:pt x="372" y="49"/>
                      <a:pt x="372" y="49"/>
                    </a:cubicBezTo>
                    <a:cubicBezTo>
                      <a:pt x="371" y="49"/>
                      <a:pt x="371" y="49"/>
                      <a:pt x="370" y="49"/>
                    </a:cubicBezTo>
                    <a:cubicBezTo>
                      <a:pt x="370" y="49"/>
                      <a:pt x="369" y="50"/>
                      <a:pt x="368" y="50"/>
                    </a:cubicBezTo>
                    <a:cubicBezTo>
                      <a:pt x="368" y="50"/>
                      <a:pt x="367" y="50"/>
                      <a:pt x="367" y="50"/>
                    </a:cubicBezTo>
                    <a:cubicBezTo>
                      <a:pt x="366" y="50"/>
                      <a:pt x="365" y="50"/>
                      <a:pt x="365" y="50"/>
                    </a:cubicBezTo>
                    <a:cubicBezTo>
                      <a:pt x="364" y="50"/>
                      <a:pt x="363" y="51"/>
                      <a:pt x="363" y="51"/>
                    </a:cubicBezTo>
                    <a:cubicBezTo>
                      <a:pt x="362" y="51"/>
                      <a:pt x="361" y="51"/>
                      <a:pt x="361" y="51"/>
                    </a:cubicBezTo>
                    <a:cubicBezTo>
                      <a:pt x="360" y="51"/>
                      <a:pt x="360" y="51"/>
                      <a:pt x="359" y="51"/>
                    </a:cubicBezTo>
                    <a:cubicBezTo>
                      <a:pt x="358" y="51"/>
                      <a:pt x="357" y="51"/>
                      <a:pt x="357" y="52"/>
                    </a:cubicBezTo>
                    <a:cubicBezTo>
                      <a:pt x="356" y="52"/>
                      <a:pt x="356" y="52"/>
                      <a:pt x="355" y="52"/>
                    </a:cubicBezTo>
                    <a:cubicBezTo>
                      <a:pt x="354" y="52"/>
                      <a:pt x="353" y="52"/>
                      <a:pt x="352" y="52"/>
                    </a:cubicBezTo>
                    <a:cubicBezTo>
                      <a:pt x="352" y="52"/>
                      <a:pt x="351" y="52"/>
                      <a:pt x="351" y="52"/>
                    </a:cubicBezTo>
                    <a:cubicBezTo>
                      <a:pt x="350" y="52"/>
                      <a:pt x="349" y="53"/>
                      <a:pt x="348" y="53"/>
                    </a:cubicBezTo>
                    <a:cubicBezTo>
                      <a:pt x="348" y="53"/>
                      <a:pt x="347" y="53"/>
                      <a:pt x="347" y="53"/>
                    </a:cubicBezTo>
                    <a:cubicBezTo>
                      <a:pt x="346" y="53"/>
                      <a:pt x="346" y="53"/>
                      <a:pt x="345" y="53"/>
                    </a:cubicBezTo>
                    <a:cubicBezTo>
                      <a:pt x="345" y="53"/>
                      <a:pt x="344" y="53"/>
                      <a:pt x="344" y="53"/>
                    </a:cubicBezTo>
                    <a:cubicBezTo>
                      <a:pt x="343" y="53"/>
                      <a:pt x="342" y="53"/>
                      <a:pt x="342" y="53"/>
                    </a:cubicBezTo>
                    <a:cubicBezTo>
                      <a:pt x="342" y="53"/>
                      <a:pt x="341" y="53"/>
                      <a:pt x="341" y="53"/>
                    </a:cubicBezTo>
                    <a:cubicBezTo>
                      <a:pt x="340" y="53"/>
                      <a:pt x="340" y="53"/>
                      <a:pt x="339" y="53"/>
                    </a:cubicBezTo>
                    <a:cubicBezTo>
                      <a:pt x="339" y="53"/>
                      <a:pt x="339" y="53"/>
                      <a:pt x="338" y="53"/>
                    </a:cubicBezTo>
                    <a:cubicBezTo>
                      <a:pt x="337" y="53"/>
                      <a:pt x="336" y="53"/>
                      <a:pt x="335" y="53"/>
                    </a:cubicBezTo>
                    <a:cubicBezTo>
                      <a:pt x="335" y="53"/>
                      <a:pt x="335" y="53"/>
                      <a:pt x="335" y="53"/>
                    </a:cubicBezTo>
                    <a:cubicBezTo>
                      <a:pt x="335" y="53"/>
                      <a:pt x="336" y="54"/>
                      <a:pt x="337" y="54"/>
                    </a:cubicBezTo>
                    <a:cubicBezTo>
                      <a:pt x="330" y="54"/>
                      <a:pt x="323" y="55"/>
                      <a:pt x="318" y="56"/>
                    </a:cubicBezTo>
                    <a:cubicBezTo>
                      <a:pt x="314" y="56"/>
                      <a:pt x="311" y="56"/>
                      <a:pt x="308" y="56"/>
                    </a:cubicBezTo>
                    <a:cubicBezTo>
                      <a:pt x="306" y="57"/>
                      <a:pt x="305" y="57"/>
                      <a:pt x="303" y="57"/>
                    </a:cubicBezTo>
                    <a:cubicBezTo>
                      <a:pt x="303" y="57"/>
                      <a:pt x="301" y="57"/>
                      <a:pt x="300" y="57"/>
                    </a:cubicBezTo>
                    <a:cubicBezTo>
                      <a:pt x="300" y="57"/>
                      <a:pt x="300" y="57"/>
                      <a:pt x="300" y="57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60" y="50"/>
                      <a:pt x="260" y="50"/>
                      <a:pt x="260" y="50"/>
                    </a:cubicBezTo>
                    <a:cubicBezTo>
                      <a:pt x="260" y="49"/>
                      <a:pt x="260" y="49"/>
                      <a:pt x="260" y="49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87" y="17"/>
                      <a:pt x="47" y="9"/>
                      <a:pt x="24" y="4"/>
                    </a:cubicBezTo>
                    <a:cubicBezTo>
                      <a:pt x="14" y="2"/>
                      <a:pt x="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9" y="13"/>
                      <a:pt x="287" y="66"/>
                      <a:pt x="287" y="66"/>
                    </a:cubicBezTo>
                    <a:cubicBezTo>
                      <a:pt x="354" y="79"/>
                      <a:pt x="423" y="99"/>
                      <a:pt x="479" y="110"/>
                    </a:cubicBezTo>
                    <a:cubicBezTo>
                      <a:pt x="502" y="114"/>
                      <a:pt x="538" y="117"/>
                      <a:pt x="558" y="121"/>
                    </a:cubicBezTo>
                    <a:cubicBezTo>
                      <a:pt x="654" y="139"/>
                      <a:pt x="854" y="175"/>
                      <a:pt x="938" y="190"/>
                    </a:cubicBezTo>
                    <a:cubicBezTo>
                      <a:pt x="1026" y="205"/>
                      <a:pt x="1110" y="219"/>
                      <a:pt x="1135" y="223"/>
                    </a:cubicBezTo>
                    <a:cubicBezTo>
                      <a:pt x="1141" y="214"/>
                      <a:pt x="1141" y="214"/>
                      <a:pt x="1141" y="214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7" name="Freeform 198">
                <a:extLst>
                  <a:ext uri="{FF2B5EF4-FFF2-40B4-BE49-F238E27FC236}">
                    <a16:creationId xmlns:a16="http://schemas.microsoft.com/office/drawing/2014/main" id="{72CB64FA-0EF5-403D-A8C9-5E60F02D4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201"/>
                <a:ext cx="3039" cy="633"/>
              </a:xfrm>
              <a:custGeom>
                <a:avLst/>
                <a:gdLst>
                  <a:gd name="T0" fmla="*/ 21520 w 1142"/>
                  <a:gd name="T1" fmla="*/ 4874 h 223"/>
                  <a:gd name="T2" fmla="*/ 19261 w 1142"/>
                  <a:gd name="T3" fmla="*/ 4391 h 223"/>
                  <a:gd name="T4" fmla="*/ 19163 w 1142"/>
                  <a:gd name="T5" fmla="*/ 4369 h 223"/>
                  <a:gd name="T6" fmla="*/ 19070 w 1142"/>
                  <a:gd name="T7" fmla="*/ 4369 h 223"/>
                  <a:gd name="T8" fmla="*/ 18979 w 1142"/>
                  <a:gd name="T9" fmla="*/ 4317 h 223"/>
                  <a:gd name="T10" fmla="*/ 18843 w 1142"/>
                  <a:gd name="T11" fmla="*/ 4303 h 223"/>
                  <a:gd name="T12" fmla="*/ 18732 w 1142"/>
                  <a:gd name="T13" fmla="*/ 4278 h 223"/>
                  <a:gd name="T14" fmla="*/ 18583 w 1142"/>
                  <a:gd name="T15" fmla="*/ 4255 h 223"/>
                  <a:gd name="T16" fmla="*/ 18412 w 1142"/>
                  <a:gd name="T17" fmla="*/ 4207 h 223"/>
                  <a:gd name="T18" fmla="*/ 18207 w 1142"/>
                  <a:gd name="T19" fmla="*/ 4167 h 223"/>
                  <a:gd name="T20" fmla="*/ 18016 w 1142"/>
                  <a:gd name="T21" fmla="*/ 4119 h 223"/>
                  <a:gd name="T22" fmla="*/ 17790 w 1142"/>
                  <a:gd name="T23" fmla="*/ 4068 h 223"/>
                  <a:gd name="T24" fmla="*/ 14319 w 1142"/>
                  <a:gd name="T25" fmla="*/ 3296 h 223"/>
                  <a:gd name="T26" fmla="*/ 12909 w 1142"/>
                  <a:gd name="T27" fmla="*/ 2972 h 223"/>
                  <a:gd name="T28" fmla="*/ 11775 w 1142"/>
                  <a:gd name="T29" fmla="*/ 2538 h 223"/>
                  <a:gd name="T30" fmla="*/ 11650 w 1142"/>
                  <a:gd name="T31" fmla="*/ 2450 h 223"/>
                  <a:gd name="T32" fmla="*/ 11608 w 1142"/>
                  <a:gd name="T33" fmla="*/ 2424 h 223"/>
                  <a:gd name="T34" fmla="*/ 11549 w 1142"/>
                  <a:gd name="T35" fmla="*/ 2401 h 223"/>
                  <a:gd name="T36" fmla="*/ 11515 w 1142"/>
                  <a:gd name="T37" fmla="*/ 2376 h 223"/>
                  <a:gd name="T38" fmla="*/ 11437 w 1142"/>
                  <a:gd name="T39" fmla="*/ 2353 h 223"/>
                  <a:gd name="T40" fmla="*/ 11267 w 1142"/>
                  <a:gd name="T41" fmla="*/ 2240 h 223"/>
                  <a:gd name="T42" fmla="*/ 11211 w 1142"/>
                  <a:gd name="T43" fmla="*/ 2217 h 223"/>
                  <a:gd name="T44" fmla="*/ 11139 w 1142"/>
                  <a:gd name="T45" fmla="*/ 2174 h 223"/>
                  <a:gd name="T46" fmla="*/ 11041 w 1142"/>
                  <a:gd name="T47" fmla="*/ 2126 h 223"/>
                  <a:gd name="T48" fmla="*/ 10969 w 1142"/>
                  <a:gd name="T49" fmla="*/ 2078 h 223"/>
                  <a:gd name="T50" fmla="*/ 10871 w 1142"/>
                  <a:gd name="T51" fmla="*/ 2038 h 223"/>
                  <a:gd name="T52" fmla="*/ 10799 w 1142"/>
                  <a:gd name="T53" fmla="*/ 1990 h 223"/>
                  <a:gd name="T54" fmla="*/ 10708 w 1142"/>
                  <a:gd name="T55" fmla="*/ 1942 h 223"/>
                  <a:gd name="T56" fmla="*/ 9498 w 1142"/>
                  <a:gd name="T57" fmla="*/ 1371 h 223"/>
                  <a:gd name="T58" fmla="*/ 7260 w 1142"/>
                  <a:gd name="T59" fmla="*/ 1056 h 223"/>
                  <a:gd name="T60" fmla="*/ 7201 w 1142"/>
                  <a:gd name="T61" fmla="*/ 1073 h 223"/>
                  <a:gd name="T62" fmla="*/ 7158 w 1142"/>
                  <a:gd name="T63" fmla="*/ 1073 h 223"/>
                  <a:gd name="T64" fmla="*/ 7103 w 1142"/>
                  <a:gd name="T65" fmla="*/ 1096 h 223"/>
                  <a:gd name="T66" fmla="*/ 7047 w 1142"/>
                  <a:gd name="T67" fmla="*/ 1121 h 223"/>
                  <a:gd name="T68" fmla="*/ 6975 w 1142"/>
                  <a:gd name="T69" fmla="*/ 1121 h 223"/>
                  <a:gd name="T70" fmla="*/ 6919 w 1142"/>
                  <a:gd name="T71" fmla="*/ 1144 h 223"/>
                  <a:gd name="T72" fmla="*/ 6842 w 1142"/>
                  <a:gd name="T73" fmla="*/ 1169 h 223"/>
                  <a:gd name="T74" fmla="*/ 6762 w 1142"/>
                  <a:gd name="T75" fmla="*/ 1169 h 223"/>
                  <a:gd name="T76" fmla="*/ 6693 w 1142"/>
                  <a:gd name="T77" fmla="*/ 1192 h 223"/>
                  <a:gd name="T78" fmla="*/ 6613 w 1142"/>
                  <a:gd name="T79" fmla="*/ 1192 h 223"/>
                  <a:gd name="T80" fmla="*/ 6536 w 1142"/>
                  <a:gd name="T81" fmla="*/ 1209 h 223"/>
                  <a:gd name="T82" fmla="*/ 6480 w 1142"/>
                  <a:gd name="T83" fmla="*/ 1209 h 223"/>
                  <a:gd name="T84" fmla="*/ 6424 w 1142"/>
                  <a:gd name="T85" fmla="*/ 1209 h 223"/>
                  <a:gd name="T86" fmla="*/ 6365 w 1142"/>
                  <a:gd name="T87" fmla="*/ 1209 h 223"/>
                  <a:gd name="T88" fmla="*/ 6310 w 1142"/>
                  <a:gd name="T89" fmla="*/ 1209 h 223"/>
                  <a:gd name="T90" fmla="*/ 5990 w 1142"/>
                  <a:gd name="T91" fmla="*/ 1280 h 223"/>
                  <a:gd name="T92" fmla="*/ 5708 w 1142"/>
                  <a:gd name="T93" fmla="*/ 1306 h 223"/>
                  <a:gd name="T94" fmla="*/ 5652 w 1142"/>
                  <a:gd name="T95" fmla="*/ 1306 h 223"/>
                  <a:gd name="T96" fmla="*/ 5538 w 1142"/>
                  <a:gd name="T97" fmla="*/ 1280 h 223"/>
                  <a:gd name="T98" fmla="*/ 4899 w 1142"/>
                  <a:gd name="T99" fmla="*/ 1121 h 223"/>
                  <a:gd name="T100" fmla="*/ 452 w 1142"/>
                  <a:gd name="T101" fmla="*/ 88 h 223"/>
                  <a:gd name="T102" fmla="*/ 77 w 1142"/>
                  <a:gd name="T103" fmla="*/ 0 h 223"/>
                  <a:gd name="T104" fmla="*/ 56 w 1142"/>
                  <a:gd name="T105" fmla="*/ 0 h 223"/>
                  <a:gd name="T106" fmla="*/ 5410 w 1142"/>
                  <a:gd name="T107" fmla="*/ 1507 h 223"/>
                  <a:gd name="T108" fmla="*/ 10517 w 1142"/>
                  <a:gd name="T109" fmla="*/ 2765 h 223"/>
                  <a:gd name="T110" fmla="*/ 21387 w 1142"/>
                  <a:gd name="T111" fmla="*/ 5101 h 22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42" h="223">
                    <a:moveTo>
                      <a:pt x="1141" y="214"/>
                    </a:moveTo>
                    <a:cubicBezTo>
                      <a:pt x="1142" y="213"/>
                      <a:pt x="1142" y="213"/>
                      <a:pt x="1142" y="213"/>
                    </a:cubicBezTo>
                    <a:cubicBezTo>
                      <a:pt x="1129" y="211"/>
                      <a:pt x="1083" y="203"/>
                      <a:pt x="1025" y="193"/>
                    </a:cubicBezTo>
                    <a:cubicBezTo>
                      <a:pt x="1024" y="193"/>
                      <a:pt x="1023" y="193"/>
                      <a:pt x="1022" y="192"/>
                    </a:cubicBezTo>
                    <a:cubicBezTo>
                      <a:pt x="1021" y="192"/>
                      <a:pt x="1021" y="192"/>
                      <a:pt x="1020" y="192"/>
                    </a:cubicBezTo>
                    <a:cubicBezTo>
                      <a:pt x="1019" y="192"/>
                      <a:pt x="1018" y="192"/>
                      <a:pt x="1017" y="191"/>
                    </a:cubicBezTo>
                    <a:cubicBezTo>
                      <a:pt x="1017" y="191"/>
                      <a:pt x="1016" y="191"/>
                      <a:pt x="1015" y="191"/>
                    </a:cubicBezTo>
                    <a:cubicBezTo>
                      <a:pt x="1014" y="191"/>
                      <a:pt x="1013" y="191"/>
                      <a:pt x="1012" y="191"/>
                    </a:cubicBezTo>
                    <a:cubicBezTo>
                      <a:pt x="1011" y="190"/>
                      <a:pt x="1010" y="190"/>
                      <a:pt x="1009" y="190"/>
                    </a:cubicBezTo>
                    <a:cubicBezTo>
                      <a:pt x="1008" y="190"/>
                      <a:pt x="1007" y="190"/>
                      <a:pt x="1007" y="189"/>
                    </a:cubicBezTo>
                    <a:cubicBezTo>
                      <a:pt x="1005" y="189"/>
                      <a:pt x="1004" y="189"/>
                      <a:pt x="1003" y="189"/>
                    </a:cubicBezTo>
                    <a:cubicBezTo>
                      <a:pt x="1002" y="189"/>
                      <a:pt x="1001" y="188"/>
                      <a:pt x="1000" y="188"/>
                    </a:cubicBezTo>
                    <a:cubicBezTo>
                      <a:pt x="998" y="188"/>
                      <a:pt x="997" y="188"/>
                      <a:pt x="995" y="187"/>
                    </a:cubicBezTo>
                    <a:cubicBezTo>
                      <a:pt x="995" y="187"/>
                      <a:pt x="994" y="187"/>
                      <a:pt x="994" y="187"/>
                    </a:cubicBezTo>
                    <a:cubicBezTo>
                      <a:pt x="992" y="187"/>
                      <a:pt x="990" y="186"/>
                      <a:pt x="987" y="186"/>
                    </a:cubicBezTo>
                    <a:cubicBezTo>
                      <a:pt x="987" y="186"/>
                      <a:pt x="986" y="186"/>
                      <a:pt x="986" y="186"/>
                    </a:cubicBezTo>
                    <a:cubicBezTo>
                      <a:pt x="984" y="185"/>
                      <a:pt x="982" y="185"/>
                      <a:pt x="980" y="184"/>
                    </a:cubicBezTo>
                    <a:cubicBezTo>
                      <a:pt x="979" y="184"/>
                      <a:pt x="978" y="184"/>
                      <a:pt x="977" y="184"/>
                    </a:cubicBezTo>
                    <a:cubicBezTo>
                      <a:pt x="975" y="184"/>
                      <a:pt x="974" y="183"/>
                      <a:pt x="972" y="183"/>
                    </a:cubicBezTo>
                    <a:cubicBezTo>
                      <a:pt x="970" y="183"/>
                      <a:pt x="968" y="182"/>
                      <a:pt x="966" y="182"/>
                    </a:cubicBezTo>
                    <a:cubicBezTo>
                      <a:pt x="965" y="182"/>
                      <a:pt x="964" y="182"/>
                      <a:pt x="963" y="181"/>
                    </a:cubicBezTo>
                    <a:cubicBezTo>
                      <a:pt x="961" y="181"/>
                      <a:pt x="959" y="180"/>
                      <a:pt x="956" y="180"/>
                    </a:cubicBezTo>
                    <a:cubicBezTo>
                      <a:pt x="955" y="180"/>
                      <a:pt x="954" y="180"/>
                      <a:pt x="953" y="179"/>
                    </a:cubicBezTo>
                    <a:cubicBezTo>
                      <a:pt x="950" y="179"/>
                      <a:pt x="947" y="178"/>
                      <a:pt x="944" y="178"/>
                    </a:cubicBezTo>
                    <a:cubicBezTo>
                      <a:pt x="944" y="178"/>
                      <a:pt x="944" y="178"/>
                      <a:pt x="944" y="178"/>
                    </a:cubicBezTo>
                    <a:cubicBezTo>
                      <a:pt x="894" y="168"/>
                      <a:pt x="827" y="156"/>
                      <a:pt x="760" y="144"/>
                    </a:cubicBezTo>
                    <a:cubicBezTo>
                      <a:pt x="735" y="139"/>
                      <a:pt x="710" y="134"/>
                      <a:pt x="685" y="130"/>
                    </a:cubicBezTo>
                    <a:cubicBezTo>
                      <a:pt x="685" y="130"/>
                      <a:pt x="685" y="130"/>
                      <a:pt x="685" y="130"/>
                    </a:cubicBezTo>
                    <a:cubicBezTo>
                      <a:pt x="676" y="128"/>
                      <a:pt x="666" y="126"/>
                      <a:pt x="657" y="124"/>
                    </a:cubicBezTo>
                    <a:cubicBezTo>
                      <a:pt x="635" y="119"/>
                      <a:pt x="631" y="115"/>
                      <a:pt x="625" y="111"/>
                    </a:cubicBezTo>
                    <a:cubicBezTo>
                      <a:pt x="623" y="110"/>
                      <a:pt x="622" y="109"/>
                      <a:pt x="620" y="108"/>
                    </a:cubicBezTo>
                    <a:cubicBezTo>
                      <a:pt x="619" y="108"/>
                      <a:pt x="619" y="108"/>
                      <a:pt x="618" y="107"/>
                    </a:cubicBezTo>
                    <a:cubicBezTo>
                      <a:pt x="618" y="107"/>
                      <a:pt x="618" y="107"/>
                      <a:pt x="618" y="107"/>
                    </a:cubicBezTo>
                    <a:cubicBezTo>
                      <a:pt x="617" y="107"/>
                      <a:pt x="617" y="107"/>
                      <a:pt x="616" y="106"/>
                    </a:cubicBezTo>
                    <a:cubicBezTo>
                      <a:pt x="616" y="106"/>
                      <a:pt x="615" y="106"/>
                      <a:pt x="615" y="106"/>
                    </a:cubicBezTo>
                    <a:cubicBezTo>
                      <a:pt x="615" y="106"/>
                      <a:pt x="614" y="106"/>
                      <a:pt x="613" y="105"/>
                    </a:cubicBezTo>
                    <a:cubicBezTo>
                      <a:pt x="613" y="105"/>
                      <a:pt x="613" y="105"/>
                      <a:pt x="613" y="105"/>
                    </a:cubicBezTo>
                    <a:cubicBezTo>
                      <a:pt x="612" y="105"/>
                      <a:pt x="611" y="104"/>
                      <a:pt x="611" y="104"/>
                    </a:cubicBezTo>
                    <a:cubicBezTo>
                      <a:pt x="610" y="104"/>
                      <a:pt x="610" y="104"/>
                      <a:pt x="610" y="104"/>
                    </a:cubicBezTo>
                    <a:cubicBezTo>
                      <a:pt x="609" y="103"/>
                      <a:pt x="608" y="103"/>
                      <a:pt x="607" y="103"/>
                    </a:cubicBezTo>
                    <a:cubicBezTo>
                      <a:pt x="607" y="103"/>
                      <a:pt x="607" y="103"/>
                      <a:pt x="607" y="102"/>
                    </a:cubicBezTo>
                    <a:cubicBezTo>
                      <a:pt x="604" y="101"/>
                      <a:pt x="601" y="100"/>
                      <a:pt x="598" y="98"/>
                    </a:cubicBezTo>
                    <a:cubicBezTo>
                      <a:pt x="598" y="98"/>
                      <a:pt x="598" y="98"/>
                      <a:pt x="597" y="98"/>
                    </a:cubicBezTo>
                    <a:cubicBezTo>
                      <a:pt x="596" y="98"/>
                      <a:pt x="596" y="97"/>
                      <a:pt x="595" y="97"/>
                    </a:cubicBezTo>
                    <a:cubicBezTo>
                      <a:pt x="594" y="97"/>
                      <a:pt x="594" y="96"/>
                      <a:pt x="593" y="96"/>
                    </a:cubicBezTo>
                    <a:cubicBezTo>
                      <a:pt x="592" y="96"/>
                      <a:pt x="591" y="95"/>
                      <a:pt x="591" y="95"/>
                    </a:cubicBezTo>
                    <a:cubicBezTo>
                      <a:pt x="590" y="95"/>
                      <a:pt x="589" y="94"/>
                      <a:pt x="589" y="94"/>
                    </a:cubicBezTo>
                    <a:cubicBezTo>
                      <a:pt x="588" y="94"/>
                      <a:pt x="587" y="93"/>
                      <a:pt x="586" y="93"/>
                    </a:cubicBezTo>
                    <a:cubicBezTo>
                      <a:pt x="586" y="93"/>
                      <a:pt x="585" y="92"/>
                      <a:pt x="584" y="92"/>
                    </a:cubicBezTo>
                    <a:cubicBezTo>
                      <a:pt x="583" y="92"/>
                      <a:pt x="583" y="91"/>
                      <a:pt x="582" y="91"/>
                    </a:cubicBezTo>
                    <a:cubicBezTo>
                      <a:pt x="581" y="91"/>
                      <a:pt x="580" y="90"/>
                      <a:pt x="580" y="90"/>
                    </a:cubicBezTo>
                    <a:cubicBezTo>
                      <a:pt x="579" y="90"/>
                      <a:pt x="578" y="89"/>
                      <a:pt x="577" y="89"/>
                    </a:cubicBezTo>
                    <a:cubicBezTo>
                      <a:pt x="577" y="89"/>
                      <a:pt x="576" y="88"/>
                      <a:pt x="575" y="88"/>
                    </a:cubicBezTo>
                    <a:cubicBezTo>
                      <a:pt x="574" y="88"/>
                      <a:pt x="574" y="88"/>
                      <a:pt x="573" y="87"/>
                    </a:cubicBezTo>
                    <a:cubicBezTo>
                      <a:pt x="572" y="87"/>
                      <a:pt x="571" y="86"/>
                      <a:pt x="570" y="86"/>
                    </a:cubicBezTo>
                    <a:cubicBezTo>
                      <a:pt x="569" y="86"/>
                      <a:pt x="569" y="86"/>
                      <a:pt x="568" y="85"/>
                    </a:cubicBezTo>
                    <a:cubicBezTo>
                      <a:pt x="567" y="85"/>
                      <a:pt x="565" y="84"/>
                      <a:pt x="564" y="84"/>
                    </a:cubicBezTo>
                    <a:cubicBezTo>
                      <a:pt x="538" y="74"/>
                      <a:pt x="534" y="70"/>
                      <a:pt x="504" y="60"/>
                    </a:cubicBezTo>
                    <a:cubicBezTo>
                      <a:pt x="474" y="50"/>
                      <a:pt x="460" y="40"/>
                      <a:pt x="426" y="42"/>
                    </a:cubicBezTo>
                    <a:cubicBezTo>
                      <a:pt x="409" y="43"/>
                      <a:pt x="397" y="43"/>
                      <a:pt x="385" y="46"/>
                    </a:cubicBezTo>
                    <a:cubicBezTo>
                      <a:pt x="384" y="46"/>
                      <a:pt x="384" y="47"/>
                      <a:pt x="383" y="47"/>
                    </a:cubicBezTo>
                    <a:cubicBezTo>
                      <a:pt x="383" y="47"/>
                      <a:pt x="382" y="47"/>
                      <a:pt x="382" y="47"/>
                    </a:cubicBezTo>
                    <a:cubicBezTo>
                      <a:pt x="382" y="47"/>
                      <a:pt x="381" y="47"/>
                      <a:pt x="381" y="47"/>
                    </a:cubicBezTo>
                    <a:cubicBezTo>
                      <a:pt x="380" y="47"/>
                      <a:pt x="380" y="47"/>
                      <a:pt x="380" y="47"/>
                    </a:cubicBezTo>
                    <a:cubicBezTo>
                      <a:pt x="379" y="48"/>
                      <a:pt x="379" y="48"/>
                      <a:pt x="378" y="48"/>
                    </a:cubicBezTo>
                    <a:cubicBezTo>
                      <a:pt x="378" y="48"/>
                      <a:pt x="377" y="48"/>
                      <a:pt x="377" y="48"/>
                    </a:cubicBezTo>
                    <a:cubicBezTo>
                      <a:pt x="376" y="48"/>
                      <a:pt x="376" y="48"/>
                      <a:pt x="375" y="48"/>
                    </a:cubicBezTo>
                    <a:cubicBezTo>
                      <a:pt x="375" y="48"/>
                      <a:pt x="374" y="49"/>
                      <a:pt x="374" y="49"/>
                    </a:cubicBezTo>
                    <a:cubicBezTo>
                      <a:pt x="373" y="49"/>
                      <a:pt x="372" y="49"/>
                      <a:pt x="372" y="49"/>
                    </a:cubicBezTo>
                    <a:cubicBezTo>
                      <a:pt x="371" y="49"/>
                      <a:pt x="371" y="49"/>
                      <a:pt x="370" y="49"/>
                    </a:cubicBezTo>
                    <a:cubicBezTo>
                      <a:pt x="370" y="49"/>
                      <a:pt x="369" y="50"/>
                      <a:pt x="368" y="50"/>
                    </a:cubicBezTo>
                    <a:cubicBezTo>
                      <a:pt x="368" y="50"/>
                      <a:pt x="367" y="50"/>
                      <a:pt x="367" y="50"/>
                    </a:cubicBezTo>
                    <a:cubicBezTo>
                      <a:pt x="366" y="50"/>
                      <a:pt x="365" y="50"/>
                      <a:pt x="365" y="50"/>
                    </a:cubicBezTo>
                    <a:cubicBezTo>
                      <a:pt x="364" y="50"/>
                      <a:pt x="363" y="51"/>
                      <a:pt x="363" y="51"/>
                    </a:cubicBezTo>
                    <a:cubicBezTo>
                      <a:pt x="362" y="51"/>
                      <a:pt x="361" y="51"/>
                      <a:pt x="361" y="51"/>
                    </a:cubicBezTo>
                    <a:cubicBezTo>
                      <a:pt x="360" y="51"/>
                      <a:pt x="360" y="51"/>
                      <a:pt x="359" y="51"/>
                    </a:cubicBezTo>
                    <a:cubicBezTo>
                      <a:pt x="358" y="51"/>
                      <a:pt x="357" y="51"/>
                      <a:pt x="357" y="52"/>
                    </a:cubicBezTo>
                    <a:cubicBezTo>
                      <a:pt x="356" y="52"/>
                      <a:pt x="356" y="52"/>
                      <a:pt x="355" y="52"/>
                    </a:cubicBezTo>
                    <a:cubicBezTo>
                      <a:pt x="354" y="52"/>
                      <a:pt x="353" y="52"/>
                      <a:pt x="352" y="52"/>
                    </a:cubicBezTo>
                    <a:cubicBezTo>
                      <a:pt x="352" y="52"/>
                      <a:pt x="351" y="52"/>
                      <a:pt x="351" y="52"/>
                    </a:cubicBezTo>
                    <a:cubicBezTo>
                      <a:pt x="350" y="52"/>
                      <a:pt x="349" y="53"/>
                      <a:pt x="348" y="53"/>
                    </a:cubicBezTo>
                    <a:cubicBezTo>
                      <a:pt x="348" y="53"/>
                      <a:pt x="347" y="53"/>
                      <a:pt x="347" y="53"/>
                    </a:cubicBezTo>
                    <a:cubicBezTo>
                      <a:pt x="346" y="53"/>
                      <a:pt x="346" y="53"/>
                      <a:pt x="345" y="53"/>
                    </a:cubicBezTo>
                    <a:cubicBezTo>
                      <a:pt x="345" y="53"/>
                      <a:pt x="344" y="53"/>
                      <a:pt x="344" y="53"/>
                    </a:cubicBezTo>
                    <a:cubicBezTo>
                      <a:pt x="343" y="53"/>
                      <a:pt x="342" y="53"/>
                      <a:pt x="342" y="53"/>
                    </a:cubicBezTo>
                    <a:cubicBezTo>
                      <a:pt x="342" y="53"/>
                      <a:pt x="341" y="53"/>
                      <a:pt x="341" y="53"/>
                    </a:cubicBezTo>
                    <a:cubicBezTo>
                      <a:pt x="340" y="53"/>
                      <a:pt x="340" y="53"/>
                      <a:pt x="339" y="53"/>
                    </a:cubicBezTo>
                    <a:cubicBezTo>
                      <a:pt x="339" y="53"/>
                      <a:pt x="339" y="53"/>
                      <a:pt x="338" y="53"/>
                    </a:cubicBezTo>
                    <a:cubicBezTo>
                      <a:pt x="337" y="53"/>
                      <a:pt x="336" y="53"/>
                      <a:pt x="335" y="53"/>
                    </a:cubicBezTo>
                    <a:cubicBezTo>
                      <a:pt x="335" y="53"/>
                      <a:pt x="335" y="53"/>
                      <a:pt x="335" y="53"/>
                    </a:cubicBezTo>
                    <a:cubicBezTo>
                      <a:pt x="335" y="53"/>
                      <a:pt x="336" y="54"/>
                      <a:pt x="337" y="54"/>
                    </a:cubicBezTo>
                    <a:cubicBezTo>
                      <a:pt x="330" y="54"/>
                      <a:pt x="323" y="55"/>
                      <a:pt x="318" y="56"/>
                    </a:cubicBezTo>
                    <a:cubicBezTo>
                      <a:pt x="314" y="56"/>
                      <a:pt x="311" y="56"/>
                      <a:pt x="308" y="56"/>
                    </a:cubicBezTo>
                    <a:cubicBezTo>
                      <a:pt x="306" y="57"/>
                      <a:pt x="305" y="57"/>
                      <a:pt x="303" y="57"/>
                    </a:cubicBezTo>
                    <a:cubicBezTo>
                      <a:pt x="303" y="57"/>
                      <a:pt x="301" y="57"/>
                      <a:pt x="300" y="57"/>
                    </a:cubicBezTo>
                    <a:cubicBezTo>
                      <a:pt x="300" y="57"/>
                      <a:pt x="300" y="57"/>
                      <a:pt x="300" y="57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60" y="50"/>
                      <a:pt x="260" y="50"/>
                      <a:pt x="260" y="50"/>
                    </a:cubicBezTo>
                    <a:cubicBezTo>
                      <a:pt x="260" y="49"/>
                      <a:pt x="260" y="49"/>
                      <a:pt x="260" y="49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87" y="17"/>
                      <a:pt x="47" y="9"/>
                      <a:pt x="24" y="4"/>
                    </a:cubicBezTo>
                    <a:cubicBezTo>
                      <a:pt x="14" y="2"/>
                      <a:pt x="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9" y="13"/>
                      <a:pt x="287" y="66"/>
                      <a:pt x="287" y="66"/>
                    </a:cubicBezTo>
                    <a:cubicBezTo>
                      <a:pt x="354" y="79"/>
                      <a:pt x="423" y="99"/>
                      <a:pt x="479" y="110"/>
                    </a:cubicBezTo>
                    <a:cubicBezTo>
                      <a:pt x="502" y="114"/>
                      <a:pt x="538" y="117"/>
                      <a:pt x="558" y="121"/>
                    </a:cubicBezTo>
                    <a:cubicBezTo>
                      <a:pt x="654" y="139"/>
                      <a:pt x="854" y="175"/>
                      <a:pt x="938" y="190"/>
                    </a:cubicBezTo>
                    <a:cubicBezTo>
                      <a:pt x="1026" y="205"/>
                      <a:pt x="1110" y="219"/>
                      <a:pt x="1135" y="223"/>
                    </a:cubicBezTo>
                    <a:cubicBezTo>
                      <a:pt x="1141" y="214"/>
                      <a:pt x="1141" y="214"/>
                      <a:pt x="1141" y="2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8" name="Freeform 199">
                <a:extLst>
                  <a:ext uri="{FF2B5EF4-FFF2-40B4-BE49-F238E27FC236}">
                    <a16:creationId xmlns:a16="http://schemas.microsoft.com/office/drawing/2014/main" id="{A44D0F7D-BC99-4B12-94AC-1D6F1951C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551"/>
                <a:ext cx="3042" cy="647"/>
              </a:xfrm>
              <a:custGeom>
                <a:avLst/>
                <a:gdLst>
                  <a:gd name="T0" fmla="*/ 21432 w 1143"/>
                  <a:gd name="T1" fmla="*/ 4824 h 228"/>
                  <a:gd name="T2" fmla="*/ 21470 w 1143"/>
                  <a:gd name="T3" fmla="*/ 4986 h 228"/>
                  <a:gd name="T4" fmla="*/ 19684 w 1143"/>
                  <a:gd name="T5" fmla="*/ 4574 h 228"/>
                  <a:gd name="T6" fmla="*/ 15250 w 1143"/>
                  <a:gd name="T7" fmla="*/ 3544 h 228"/>
                  <a:gd name="T8" fmla="*/ 14968 w 1143"/>
                  <a:gd name="T9" fmla="*/ 3703 h 228"/>
                  <a:gd name="T10" fmla="*/ 14329 w 1143"/>
                  <a:gd name="T11" fmla="*/ 4092 h 228"/>
                  <a:gd name="T12" fmla="*/ 13459 w 1143"/>
                  <a:gd name="T13" fmla="*/ 4140 h 228"/>
                  <a:gd name="T14" fmla="*/ 12027 w 1143"/>
                  <a:gd name="T15" fmla="*/ 3703 h 228"/>
                  <a:gd name="T16" fmla="*/ 10781 w 1143"/>
                  <a:gd name="T17" fmla="*/ 3607 h 228"/>
                  <a:gd name="T18" fmla="*/ 9350 w 1143"/>
                  <a:gd name="T19" fmla="*/ 3471 h 228"/>
                  <a:gd name="T20" fmla="*/ 7691 w 1143"/>
                  <a:gd name="T21" fmla="*/ 2037 h 228"/>
                  <a:gd name="T22" fmla="*/ 7409 w 1143"/>
                  <a:gd name="T23" fmla="*/ 1805 h 228"/>
                  <a:gd name="T24" fmla="*/ 21 w 1143"/>
                  <a:gd name="T25" fmla="*/ 0 h 228"/>
                  <a:gd name="T26" fmla="*/ 0 w 1143"/>
                  <a:gd name="T27" fmla="*/ 184 h 228"/>
                  <a:gd name="T28" fmla="*/ 4924 w 1143"/>
                  <a:gd name="T29" fmla="*/ 1368 h 228"/>
                  <a:gd name="T30" fmla="*/ 7316 w 1143"/>
                  <a:gd name="T31" fmla="*/ 1964 h 228"/>
                  <a:gd name="T32" fmla="*/ 7601 w 1143"/>
                  <a:gd name="T33" fmla="*/ 2213 h 228"/>
                  <a:gd name="T34" fmla="*/ 9350 w 1143"/>
                  <a:gd name="T35" fmla="*/ 3703 h 228"/>
                  <a:gd name="T36" fmla="*/ 10781 w 1143"/>
                  <a:gd name="T37" fmla="*/ 3842 h 228"/>
                  <a:gd name="T38" fmla="*/ 12027 w 1143"/>
                  <a:gd name="T39" fmla="*/ 3930 h 228"/>
                  <a:gd name="T40" fmla="*/ 13459 w 1143"/>
                  <a:gd name="T41" fmla="*/ 4364 h 228"/>
                  <a:gd name="T42" fmla="*/ 14329 w 1143"/>
                  <a:gd name="T43" fmla="*/ 4316 h 228"/>
                  <a:gd name="T44" fmla="*/ 15058 w 1143"/>
                  <a:gd name="T45" fmla="*/ 3882 h 228"/>
                  <a:gd name="T46" fmla="*/ 15250 w 1143"/>
                  <a:gd name="T47" fmla="*/ 3794 h 228"/>
                  <a:gd name="T48" fmla="*/ 17006 w 1143"/>
                  <a:gd name="T49" fmla="*/ 4203 h 228"/>
                  <a:gd name="T50" fmla="*/ 21547 w 1143"/>
                  <a:gd name="T51" fmla="*/ 5210 h 228"/>
                  <a:gd name="T52" fmla="*/ 21432 w 1143"/>
                  <a:gd name="T53" fmla="*/ 4824 h 2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43" h="228">
                    <a:moveTo>
                      <a:pt x="1137" y="211"/>
                    </a:moveTo>
                    <a:cubicBezTo>
                      <a:pt x="1139" y="218"/>
                      <a:pt x="1139" y="218"/>
                      <a:pt x="1139" y="218"/>
                    </a:cubicBezTo>
                    <a:cubicBezTo>
                      <a:pt x="1127" y="216"/>
                      <a:pt x="1094" y="209"/>
                      <a:pt x="1044" y="200"/>
                    </a:cubicBezTo>
                    <a:cubicBezTo>
                      <a:pt x="1036" y="197"/>
                      <a:pt x="924" y="176"/>
                      <a:pt x="809" y="155"/>
                    </a:cubicBezTo>
                    <a:cubicBezTo>
                      <a:pt x="801" y="156"/>
                      <a:pt x="797" y="159"/>
                      <a:pt x="794" y="162"/>
                    </a:cubicBezTo>
                    <a:cubicBezTo>
                      <a:pt x="786" y="169"/>
                      <a:pt x="773" y="177"/>
                      <a:pt x="760" y="179"/>
                    </a:cubicBezTo>
                    <a:cubicBezTo>
                      <a:pt x="744" y="181"/>
                      <a:pt x="740" y="179"/>
                      <a:pt x="714" y="181"/>
                    </a:cubicBezTo>
                    <a:cubicBezTo>
                      <a:pt x="688" y="183"/>
                      <a:pt x="674" y="172"/>
                      <a:pt x="638" y="162"/>
                    </a:cubicBezTo>
                    <a:cubicBezTo>
                      <a:pt x="602" y="152"/>
                      <a:pt x="604" y="158"/>
                      <a:pt x="572" y="158"/>
                    </a:cubicBezTo>
                    <a:cubicBezTo>
                      <a:pt x="540" y="158"/>
                      <a:pt x="526" y="168"/>
                      <a:pt x="496" y="152"/>
                    </a:cubicBezTo>
                    <a:cubicBezTo>
                      <a:pt x="466" y="135"/>
                      <a:pt x="438" y="135"/>
                      <a:pt x="408" y="89"/>
                    </a:cubicBezTo>
                    <a:cubicBezTo>
                      <a:pt x="406" y="84"/>
                      <a:pt x="399" y="82"/>
                      <a:pt x="393" y="79"/>
                    </a:cubicBezTo>
                    <a:cubicBezTo>
                      <a:pt x="298" y="61"/>
                      <a:pt x="20" y="4"/>
                      <a:pt x="1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99" y="28"/>
                      <a:pt x="201" y="48"/>
                      <a:pt x="261" y="60"/>
                    </a:cubicBezTo>
                    <a:cubicBezTo>
                      <a:pt x="282" y="64"/>
                      <a:pt x="326" y="74"/>
                      <a:pt x="388" y="86"/>
                    </a:cubicBezTo>
                    <a:cubicBezTo>
                      <a:pt x="393" y="88"/>
                      <a:pt x="400" y="93"/>
                      <a:pt x="403" y="97"/>
                    </a:cubicBezTo>
                    <a:cubicBezTo>
                      <a:pt x="433" y="143"/>
                      <a:pt x="466" y="145"/>
                      <a:pt x="496" y="162"/>
                    </a:cubicBezTo>
                    <a:cubicBezTo>
                      <a:pt x="526" y="178"/>
                      <a:pt x="540" y="168"/>
                      <a:pt x="572" y="168"/>
                    </a:cubicBezTo>
                    <a:cubicBezTo>
                      <a:pt x="604" y="168"/>
                      <a:pt x="602" y="162"/>
                      <a:pt x="638" y="172"/>
                    </a:cubicBezTo>
                    <a:cubicBezTo>
                      <a:pt x="674" y="182"/>
                      <a:pt x="688" y="193"/>
                      <a:pt x="714" y="191"/>
                    </a:cubicBezTo>
                    <a:cubicBezTo>
                      <a:pt x="740" y="189"/>
                      <a:pt x="744" y="191"/>
                      <a:pt x="760" y="189"/>
                    </a:cubicBezTo>
                    <a:cubicBezTo>
                      <a:pt x="773" y="187"/>
                      <a:pt x="791" y="177"/>
                      <a:pt x="799" y="170"/>
                    </a:cubicBezTo>
                    <a:cubicBezTo>
                      <a:pt x="801" y="168"/>
                      <a:pt x="804" y="166"/>
                      <a:pt x="809" y="166"/>
                    </a:cubicBezTo>
                    <a:cubicBezTo>
                      <a:pt x="841" y="172"/>
                      <a:pt x="870" y="177"/>
                      <a:pt x="902" y="184"/>
                    </a:cubicBezTo>
                    <a:cubicBezTo>
                      <a:pt x="1143" y="228"/>
                      <a:pt x="1143" y="228"/>
                      <a:pt x="1143" y="228"/>
                    </a:cubicBezTo>
                    <a:lnTo>
                      <a:pt x="1137" y="21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9" name="Freeform 200">
                <a:extLst>
                  <a:ext uri="{FF2B5EF4-FFF2-40B4-BE49-F238E27FC236}">
                    <a16:creationId xmlns:a16="http://schemas.microsoft.com/office/drawing/2014/main" id="{1C21F56C-300D-47D8-94C0-4279C0BC4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361"/>
                <a:ext cx="2981" cy="636"/>
              </a:xfrm>
              <a:custGeom>
                <a:avLst/>
                <a:gdLst>
                  <a:gd name="T0" fmla="*/ 9068 w 1120"/>
                  <a:gd name="T1" fmla="*/ 2612 h 224"/>
                  <a:gd name="T2" fmla="*/ 21117 w 1120"/>
                  <a:gd name="T3" fmla="*/ 5128 h 224"/>
                  <a:gd name="T4" fmla="*/ 21061 w 1120"/>
                  <a:gd name="T5" fmla="*/ 4901 h 224"/>
                  <a:gd name="T6" fmla="*/ 9316 w 1120"/>
                  <a:gd name="T7" fmla="*/ 2379 h 224"/>
                  <a:gd name="T8" fmla="*/ 0 w 1120"/>
                  <a:gd name="T9" fmla="*/ 0 h 224"/>
                  <a:gd name="T10" fmla="*/ 0 w 1120"/>
                  <a:gd name="T11" fmla="*/ 275 h 224"/>
                  <a:gd name="T12" fmla="*/ 9068 w 1120"/>
                  <a:gd name="T13" fmla="*/ 2612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0" h="224">
                    <a:moveTo>
                      <a:pt x="481" y="114"/>
                    </a:moveTo>
                    <a:cubicBezTo>
                      <a:pt x="608" y="138"/>
                      <a:pt x="972" y="197"/>
                      <a:pt x="1120" y="224"/>
                    </a:cubicBezTo>
                    <a:cubicBezTo>
                      <a:pt x="1117" y="214"/>
                      <a:pt x="1117" y="214"/>
                      <a:pt x="1117" y="214"/>
                    </a:cubicBezTo>
                    <a:cubicBezTo>
                      <a:pt x="1117" y="214"/>
                      <a:pt x="630" y="130"/>
                      <a:pt x="494" y="104"/>
                    </a:cubicBezTo>
                    <a:cubicBezTo>
                      <a:pt x="374" y="82"/>
                      <a:pt x="91" y="19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02" y="33"/>
                      <a:pt x="367" y="92"/>
                      <a:pt x="481" y="1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0" name="Freeform 201">
                <a:extLst>
                  <a:ext uri="{FF2B5EF4-FFF2-40B4-BE49-F238E27FC236}">
                    <a16:creationId xmlns:a16="http://schemas.microsoft.com/office/drawing/2014/main" id="{A3A833A9-0192-4263-AF72-9600882F4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230"/>
                <a:ext cx="3057" cy="723"/>
              </a:xfrm>
              <a:custGeom>
                <a:avLst/>
                <a:gdLst>
                  <a:gd name="T0" fmla="*/ 12225 w 1149"/>
                  <a:gd name="T1" fmla="*/ 2807 h 255"/>
                  <a:gd name="T2" fmla="*/ 9301 w 1149"/>
                  <a:gd name="T3" fmla="*/ 2299 h 255"/>
                  <a:gd name="T4" fmla="*/ 5670 w 1149"/>
                  <a:gd name="T5" fmla="*/ 1279 h 255"/>
                  <a:gd name="T6" fmla="*/ 261 w 1149"/>
                  <a:gd name="T7" fmla="*/ 0 h 255"/>
                  <a:gd name="T8" fmla="*/ 0 w 1149"/>
                  <a:gd name="T9" fmla="*/ 1046 h 255"/>
                  <a:gd name="T10" fmla="*/ 77 w 1149"/>
                  <a:gd name="T11" fmla="*/ 819 h 255"/>
                  <a:gd name="T12" fmla="*/ 93 w 1149"/>
                  <a:gd name="T13" fmla="*/ 819 h 255"/>
                  <a:gd name="T14" fmla="*/ 13236 w 1149"/>
                  <a:gd name="T15" fmla="*/ 3899 h 255"/>
                  <a:gd name="T16" fmla="*/ 21186 w 1149"/>
                  <a:gd name="T17" fmla="*/ 5603 h 255"/>
                  <a:gd name="T18" fmla="*/ 21074 w 1149"/>
                  <a:gd name="T19" fmla="*/ 5812 h 255"/>
                  <a:gd name="T20" fmla="*/ 21638 w 1149"/>
                  <a:gd name="T21" fmla="*/ 4857 h 255"/>
                  <a:gd name="T22" fmla="*/ 17930 w 1149"/>
                  <a:gd name="T23" fmla="*/ 4100 h 255"/>
                  <a:gd name="T24" fmla="*/ 12225 w 1149"/>
                  <a:gd name="T25" fmla="*/ 2807 h 2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49" h="255">
                    <a:moveTo>
                      <a:pt x="649" y="123"/>
                    </a:moveTo>
                    <a:cubicBezTo>
                      <a:pt x="611" y="116"/>
                      <a:pt x="519" y="105"/>
                      <a:pt x="494" y="101"/>
                    </a:cubicBezTo>
                    <a:cubicBezTo>
                      <a:pt x="424" y="87"/>
                      <a:pt x="395" y="74"/>
                      <a:pt x="301" y="56"/>
                    </a:cubicBezTo>
                    <a:cubicBezTo>
                      <a:pt x="301" y="56"/>
                      <a:pt x="18" y="2"/>
                      <a:pt x="1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90" y="71"/>
                      <a:pt x="613" y="152"/>
                      <a:pt x="703" y="171"/>
                    </a:cubicBezTo>
                    <a:cubicBezTo>
                      <a:pt x="799" y="190"/>
                      <a:pt x="1085" y="240"/>
                      <a:pt x="1125" y="246"/>
                    </a:cubicBezTo>
                    <a:cubicBezTo>
                      <a:pt x="1119" y="255"/>
                      <a:pt x="1119" y="255"/>
                      <a:pt x="1119" y="255"/>
                    </a:cubicBezTo>
                    <a:cubicBezTo>
                      <a:pt x="1149" y="213"/>
                      <a:pt x="1149" y="213"/>
                      <a:pt x="1149" y="213"/>
                    </a:cubicBezTo>
                    <a:cubicBezTo>
                      <a:pt x="1124" y="209"/>
                      <a:pt x="1040" y="195"/>
                      <a:pt x="952" y="180"/>
                    </a:cubicBezTo>
                    <a:cubicBezTo>
                      <a:pt x="890" y="169"/>
                      <a:pt x="754" y="143"/>
                      <a:pt x="649" y="1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1" name="Freeform 202">
                <a:extLst>
                  <a:ext uri="{FF2B5EF4-FFF2-40B4-BE49-F238E27FC236}">
                    <a16:creationId xmlns:a16="http://schemas.microsoft.com/office/drawing/2014/main" id="{F0F6CDE8-C86A-468C-917D-980094E69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852"/>
                <a:ext cx="900" cy="1283"/>
              </a:xfrm>
              <a:custGeom>
                <a:avLst/>
                <a:gdLst>
                  <a:gd name="T0" fmla="*/ 2601 w 338"/>
                  <a:gd name="T1" fmla="*/ 0 h 452"/>
                  <a:gd name="T2" fmla="*/ 431 w 338"/>
                  <a:gd name="T3" fmla="*/ 934 h 452"/>
                  <a:gd name="T4" fmla="*/ 490 w 338"/>
                  <a:gd name="T5" fmla="*/ 1169 h 452"/>
                  <a:gd name="T6" fmla="*/ 511 w 338"/>
                  <a:gd name="T7" fmla="*/ 1169 h 452"/>
                  <a:gd name="T8" fmla="*/ 2601 w 338"/>
                  <a:gd name="T9" fmla="*/ 250 h 452"/>
                  <a:gd name="T10" fmla="*/ 6191 w 338"/>
                  <a:gd name="T11" fmla="*/ 5172 h 452"/>
                  <a:gd name="T12" fmla="*/ 2601 w 338"/>
                  <a:gd name="T13" fmla="*/ 10088 h 452"/>
                  <a:gd name="T14" fmla="*/ 149 w 338"/>
                  <a:gd name="T15" fmla="*/ 8709 h 452"/>
                  <a:gd name="T16" fmla="*/ 114 w 338"/>
                  <a:gd name="T17" fmla="*/ 8694 h 452"/>
                  <a:gd name="T18" fmla="*/ 0 w 338"/>
                  <a:gd name="T19" fmla="*/ 8896 h 452"/>
                  <a:gd name="T20" fmla="*/ 2601 w 338"/>
                  <a:gd name="T21" fmla="*/ 10338 h 452"/>
                  <a:gd name="T22" fmla="*/ 6380 w 338"/>
                  <a:gd name="T23" fmla="*/ 5172 h 452"/>
                  <a:gd name="T24" fmla="*/ 2601 w 338"/>
                  <a:gd name="T25" fmla="*/ 0 h 4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58" y="26"/>
                      <a:pt x="97" y="11"/>
                      <a:pt x="138" y="11"/>
                    </a:cubicBezTo>
                    <a:cubicBezTo>
                      <a:pt x="241" y="11"/>
                      <a:pt x="328" y="107"/>
                      <a:pt x="328" y="226"/>
                    </a:cubicBezTo>
                    <a:cubicBezTo>
                      <a:pt x="328" y="345"/>
                      <a:pt x="241" y="441"/>
                      <a:pt x="138" y="441"/>
                    </a:cubicBezTo>
                    <a:cubicBezTo>
                      <a:pt x="87" y="441"/>
                      <a:pt x="41" y="418"/>
                      <a:pt x="8" y="381"/>
                    </a:cubicBezTo>
                    <a:cubicBezTo>
                      <a:pt x="6" y="380"/>
                      <a:pt x="6" y="380"/>
                      <a:pt x="6" y="380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2" name="Freeform 203">
                <a:extLst>
                  <a:ext uri="{FF2B5EF4-FFF2-40B4-BE49-F238E27FC236}">
                    <a16:creationId xmlns:a16="http://schemas.microsoft.com/office/drawing/2014/main" id="{544AE832-675C-466D-8BF7-A50EAC028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48"/>
                <a:ext cx="638" cy="891"/>
              </a:xfrm>
              <a:custGeom>
                <a:avLst/>
                <a:gdLst>
                  <a:gd name="T0" fmla="*/ 1879 w 240"/>
                  <a:gd name="T1" fmla="*/ 0 h 314"/>
                  <a:gd name="T2" fmla="*/ 93 w 240"/>
                  <a:gd name="T3" fmla="*/ 959 h 314"/>
                  <a:gd name="T4" fmla="*/ 149 w 240"/>
                  <a:gd name="T5" fmla="*/ 1209 h 314"/>
                  <a:gd name="T6" fmla="*/ 1879 w 240"/>
                  <a:gd name="T7" fmla="*/ 224 h 314"/>
                  <a:gd name="T8" fmla="*/ 4317 w 240"/>
                  <a:gd name="T9" fmla="*/ 3592 h 314"/>
                  <a:gd name="T10" fmla="*/ 1879 w 240"/>
                  <a:gd name="T11" fmla="*/ 6949 h 314"/>
                  <a:gd name="T12" fmla="*/ 114 w 240"/>
                  <a:gd name="T13" fmla="*/ 5894 h 314"/>
                  <a:gd name="T14" fmla="*/ 0 w 240"/>
                  <a:gd name="T15" fmla="*/ 6078 h 314"/>
                  <a:gd name="T16" fmla="*/ 1879 w 240"/>
                  <a:gd name="T17" fmla="*/ 7173 h 314"/>
                  <a:gd name="T18" fmla="*/ 4509 w 240"/>
                  <a:gd name="T19" fmla="*/ 3592 h 314"/>
                  <a:gd name="T20" fmla="*/ 187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7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7" y="314"/>
                      <a:pt x="240" y="243"/>
                      <a:pt x="240" y="157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3" name="Freeform 204">
                <a:extLst>
                  <a:ext uri="{FF2B5EF4-FFF2-40B4-BE49-F238E27FC236}">
                    <a16:creationId xmlns:a16="http://schemas.microsoft.com/office/drawing/2014/main" id="{6C3704F2-074A-49A6-BC9B-6F77098C2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014"/>
                <a:ext cx="690" cy="959"/>
              </a:xfrm>
              <a:custGeom>
                <a:avLst/>
                <a:gdLst>
                  <a:gd name="T0" fmla="*/ 2043 w 259"/>
                  <a:gd name="T1" fmla="*/ 0 h 338"/>
                  <a:gd name="T2" fmla="*/ 171 w 259"/>
                  <a:gd name="T3" fmla="*/ 911 h 338"/>
                  <a:gd name="T4" fmla="*/ 248 w 259"/>
                  <a:gd name="T5" fmla="*/ 1231 h 338"/>
                  <a:gd name="T6" fmla="*/ 2043 w 259"/>
                  <a:gd name="T7" fmla="*/ 272 h 338"/>
                  <a:gd name="T8" fmla="*/ 4691 w 259"/>
                  <a:gd name="T9" fmla="*/ 3864 h 338"/>
                  <a:gd name="T10" fmla="*/ 2043 w 259"/>
                  <a:gd name="T11" fmla="*/ 7445 h 338"/>
                  <a:gd name="T12" fmla="*/ 149 w 259"/>
                  <a:gd name="T13" fmla="*/ 6353 h 338"/>
                  <a:gd name="T14" fmla="*/ 0 w 259"/>
                  <a:gd name="T15" fmla="*/ 6577 h 338"/>
                  <a:gd name="T16" fmla="*/ 2043 w 259"/>
                  <a:gd name="T17" fmla="*/ 7720 h 338"/>
                  <a:gd name="T18" fmla="*/ 4897 w 259"/>
                  <a:gd name="T19" fmla="*/ 3864 h 338"/>
                  <a:gd name="T20" fmla="*/ 2043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4"/>
                      <a:pt x="9" y="40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2"/>
                      <a:pt x="248" y="169"/>
                    </a:cubicBezTo>
                    <a:cubicBezTo>
                      <a:pt x="248" y="255"/>
                      <a:pt x="185" y="326"/>
                      <a:pt x="108" y="326"/>
                    </a:cubicBezTo>
                    <a:cubicBezTo>
                      <a:pt x="71" y="326"/>
                      <a:pt x="34" y="308"/>
                      <a:pt x="8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2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846" name="Freeform 205">
              <a:extLst>
                <a:ext uri="{FF2B5EF4-FFF2-40B4-BE49-F238E27FC236}">
                  <a16:creationId xmlns:a16="http://schemas.microsoft.com/office/drawing/2014/main" id="{7DA1C263-B60A-4CC6-8217-B398BFC46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852"/>
              <a:ext cx="900" cy="1283"/>
            </a:xfrm>
            <a:custGeom>
              <a:avLst/>
              <a:gdLst>
                <a:gd name="T0" fmla="*/ 2601 w 338"/>
                <a:gd name="T1" fmla="*/ 0 h 452"/>
                <a:gd name="T2" fmla="*/ 431 w 338"/>
                <a:gd name="T3" fmla="*/ 934 h 452"/>
                <a:gd name="T4" fmla="*/ 865 w 338"/>
                <a:gd name="T5" fmla="*/ 2787 h 452"/>
                <a:gd name="T6" fmla="*/ 2601 w 338"/>
                <a:gd name="T7" fmla="*/ 1805 h 452"/>
                <a:gd name="T8" fmla="*/ 5062 w 338"/>
                <a:gd name="T9" fmla="*/ 5172 h 452"/>
                <a:gd name="T10" fmla="*/ 2601 w 338"/>
                <a:gd name="T11" fmla="*/ 8533 h 452"/>
                <a:gd name="T12" fmla="*/ 831 w 338"/>
                <a:gd name="T13" fmla="*/ 7477 h 452"/>
                <a:gd name="T14" fmla="*/ 0 w 338"/>
                <a:gd name="T15" fmla="*/ 8896 h 452"/>
                <a:gd name="T16" fmla="*/ 2601 w 338"/>
                <a:gd name="T17" fmla="*/ 10338 h 452"/>
                <a:gd name="T18" fmla="*/ 6380 w 338"/>
                <a:gd name="T19" fmla="*/ 5172 h 452"/>
                <a:gd name="T20" fmla="*/ 2601 w 338"/>
                <a:gd name="T21" fmla="*/ 0 h 4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8" h="452">
                  <a:moveTo>
                    <a:pt x="138" y="0"/>
                  </a:moveTo>
                  <a:cubicBezTo>
                    <a:pt x="95" y="0"/>
                    <a:pt x="56" y="15"/>
                    <a:pt x="23" y="41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70" y="96"/>
                    <a:pt x="102" y="79"/>
                    <a:pt x="138" y="79"/>
                  </a:cubicBezTo>
                  <a:cubicBezTo>
                    <a:pt x="210" y="79"/>
                    <a:pt x="268" y="145"/>
                    <a:pt x="268" y="226"/>
                  </a:cubicBezTo>
                  <a:cubicBezTo>
                    <a:pt x="268" y="307"/>
                    <a:pt x="210" y="373"/>
                    <a:pt x="138" y="373"/>
                  </a:cubicBezTo>
                  <a:cubicBezTo>
                    <a:pt x="101" y="373"/>
                    <a:pt x="68" y="355"/>
                    <a:pt x="44" y="327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36" y="428"/>
                    <a:pt x="84" y="452"/>
                    <a:pt x="138" y="452"/>
                  </a:cubicBezTo>
                  <a:cubicBezTo>
                    <a:pt x="249" y="452"/>
                    <a:pt x="338" y="351"/>
                    <a:pt x="338" y="226"/>
                  </a:cubicBezTo>
                  <a:cubicBezTo>
                    <a:pt x="338" y="101"/>
                    <a:pt x="249" y="0"/>
                    <a:pt x="138" y="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7" name="Freeform 206">
              <a:extLst>
                <a:ext uri="{FF2B5EF4-FFF2-40B4-BE49-F238E27FC236}">
                  <a16:creationId xmlns:a16="http://schemas.microsoft.com/office/drawing/2014/main" id="{9A386CA3-F63D-4379-8328-E0340DF4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287"/>
              <a:ext cx="3350" cy="682"/>
            </a:xfrm>
            <a:custGeom>
              <a:avLst/>
              <a:gdLst>
                <a:gd name="T0" fmla="*/ 23187 w 1259"/>
                <a:gd name="T1" fmla="*/ 4564 h 240"/>
                <a:gd name="T2" fmla="*/ 23719 w 1259"/>
                <a:gd name="T3" fmla="*/ 4612 h 240"/>
                <a:gd name="T4" fmla="*/ 12772 w 1259"/>
                <a:gd name="T5" fmla="*/ 2478 h 240"/>
                <a:gd name="T6" fmla="*/ 2826 w 1259"/>
                <a:gd name="T7" fmla="*/ 185 h 240"/>
                <a:gd name="T8" fmla="*/ 0 w 1259"/>
                <a:gd name="T9" fmla="*/ 597 h 240"/>
                <a:gd name="T10" fmla="*/ 0 w 1259"/>
                <a:gd name="T11" fmla="*/ 597 h 240"/>
                <a:gd name="T12" fmla="*/ 9289 w 1259"/>
                <a:gd name="T13" fmla="*/ 2981 h 240"/>
                <a:gd name="T14" fmla="*/ 21021 w 1259"/>
                <a:gd name="T15" fmla="*/ 5507 h 240"/>
                <a:gd name="T16" fmla="*/ 23187 w 1259"/>
                <a:gd name="T17" fmla="*/ 4564 h 2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9" h="240">
                  <a:moveTo>
                    <a:pt x="1231" y="199"/>
                  </a:moveTo>
                  <a:cubicBezTo>
                    <a:pt x="1241" y="199"/>
                    <a:pt x="1250" y="200"/>
                    <a:pt x="1259" y="201"/>
                  </a:cubicBezTo>
                  <a:cubicBezTo>
                    <a:pt x="1163" y="183"/>
                    <a:pt x="808" y="132"/>
                    <a:pt x="678" y="108"/>
                  </a:cubicBezTo>
                  <a:cubicBezTo>
                    <a:pt x="559" y="85"/>
                    <a:pt x="241" y="26"/>
                    <a:pt x="150" y="8"/>
                  </a:cubicBezTo>
                  <a:cubicBezTo>
                    <a:pt x="112" y="1"/>
                    <a:pt x="32" y="0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92" y="45"/>
                    <a:pt x="374" y="108"/>
                    <a:pt x="493" y="130"/>
                  </a:cubicBezTo>
                  <a:cubicBezTo>
                    <a:pt x="629" y="156"/>
                    <a:pt x="1116" y="240"/>
                    <a:pt x="1116" y="240"/>
                  </a:cubicBezTo>
                  <a:cubicBezTo>
                    <a:pt x="1149" y="214"/>
                    <a:pt x="1188" y="199"/>
                    <a:pt x="1231" y="199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8" name="Freeform 207">
              <a:extLst>
                <a:ext uri="{FF2B5EF4-FFF2-40B4-BE49-F238E27FC236}">
                  <a16:creationId xmlns:a16="http://schemas.microsoft.com/office/drawing/2014/main" id="{5F720EF3-36C9-4279-B252-F45EA99E5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313"/>
              <a:ext cx="1431" cy="250"/>
            </a:xfrm>
            <a:custGeom>
              <a:avLst/>
              <a:gdLst>
                <a:gd name="T0" fmla="*/ 0 w 538"/>
                <a:gd name="T1" fmla="*/ 227 h 88"/>
                <a:gd name="T2" fmla="*/ 1883 w 538"/>
                <a:gd name="T3" fmla="*/ 185 h 88"/>
                <a:gd name="T4" fmla="*/ 10123 w 538"/>
                <a:gd name="T5" fmla="*/ 2017 h 88"/>
                <a:gd name="T6" fmla="*/ 1995 w 538"/>
                <a:gd name="T7" fmla="*/ 412 h 88"/>
                <a:gd name="T8" fmla="*/ 0 w 538"/>
                <a:gd name="T9" fmla="*/ 227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88">
                  <a:moveTo>
                    <a:pt x="0" y="10"/>
                  </a:moveTo>
                  <a:cubicBezTo>
                    <a:pt x="30" y="0"/>
                    <a:pt x="76" y="2"/>
                    <a:pt x="100" y="8"/>
                  </a:cubicBezTo>
                  <a:cubicBezTo>
                    <a:pt x="124" y="14"/>
                    <a:pt x="486" y="78"/>
                    <a:pt x="538" y="88"/>
                  </a:cubicBezTo>
                  <a:cubicBezTo>
                    <a:pt x="504" y="86"/>
                    <a:pt x="126" y="22"/>
                    <a:pt x="106" y="18"/>
                  </a:cubicBezTo>
                  <a:cubicBezTo>
                    <a:pt x="86" y="14"/>
                    <a:pt x="8" y="2"/>
                    <a:pt x="0" y="10"/>
                  </a:cubicBezTo>
                  <a:close/>
                </a:path>
              </a:pathLst>
            </a:custGeom>
            <a:solidFill>
              <a:srgbClr val="FDE4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9" name="Freeform 208">
              <a:extLst>
                <a:ext uri="{FF2B5EF4-FFF2-40B4-BE49-F238E27FC236}">
                  <a16:creationId xmlns:a16="http://schemas.microsoft.com/office/drawing/2014/main" id="{CCB80768-B8BD-45C8-B450-78308778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360"/>
              <a:ext cx="3281" cy="772"/>
            </a:xfrm>
            <a:custGeom>
              <a:avLst/>
              <a:gdLst>
                <a:gd name="T0" fmla="*/ 21064 w 1233"/>
                <a:gd name="T1" fmla="*/ 4802 h 272"/>
                <a:gd name="T2" fmla="*/ 21064 w 1233"/>
                <a:gd name="T3" fmla="*/ 4777 h 272"/>
                <a:gd name="T4" fmla="*/ 21043 w 1233"/>
                <a:gd name="T5" fmla="*/ 4777 h 272"/>
                <a:gd name="T6" fmla="*/ 13135 w 1233"/>
                <a:gd name="T7" fmla="*/ 3085 h 272"/>
                <a:gd name="T8" fmla="*/ 0 w 1233"/>
                <a:gd name="T9" fmla="*/ 0 h 272"/>
                <a:gd name="T10" fmla="*/ 2302 w 1233"/>
                <a:gd name="T11" fmla="*/ 1257 h 272"/>
                <a:gd name="T12" fmla="*/ 2903 w 1233"/>
                <a:gd name="T13" fmla="*/ 1419 h 272"/>
                <a:gd name="T14" fmla="*/ 15317 w 1233"/>
                <a:gd name="T15" fmla="*/ 4527 h 272"/>
                <a:gd name="T16" fmla="*/ 23233 w 1233"/>
                <a:gd name="T17" fmla="*/ 6219 h 272"/>
                <a:gd name="T18" fmla="*/ 23233 w 1233"/>
                <a:gd name="T19" fmla="*/ 6196 h 272"/>
                <a:gd name="T20" fmla="*/ 21064 w 1233"/>
                <a:gd name="T21" fmla="*/ 4802 h 2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3" h="272">
                  <a:moveTo>
                    <a:pt x="1118" y="210"/>
                  </a:moveTo>
                  <a:cubicBezTo>
                    <a:pt x="1118" y="209"/>
                    <a:pt x="1118" y="209"/>
                    <a:pt x="1118" y="209"/>
                  </a:cubicBezTo>
                  <a:cubicBezTo>
                    <a:pt x="1117" y="209"/>
                    <a:pt x="1117" y="209"/>
                    <a:pt x="1117" y="209"/>
                  </a:cubicBezTo>
                  <a:cubicBezTo>
                    <a:pt x="1089" y="205"/>
                    <a:pt x="795" y="155"/>
                    <a:pt x="697" y="135"/>
                  </a:cubicBezTo>
                  <a:cubicBezTo>
                    <a:pt x="607" y="117"/>
                    <a:pt x="185" y="36"/>
                    <a:pt x="0" y="0"/>
                  </a:cubicBezTo>
                  <a:cubicBezTo>
                    <a:pt x="26" y="29"/>
                    <a:pt x="86" y="46"/>
                    <a:pt x="122" y="55"/>
                  </a:cubicBezTo>
                  <a:cubicBezTo>
                    <a:pt x="126" y="56"/>
                    <a:pt x="154" y="62"/>
                    <a:pt x="154" y="62"/>
                  </a:cubicBezTo>
                  <a:cubicBezTo>
                    <a:pt x="339" y="98"/>
                    <a:pt x="723" y="179"/>
                    <a:pt x="813" y="198"/>
                  </a:cubicBezTo>
                  <a:cubicBezTo>
                    <a:pt x="911" y="218"/>
                    <a:pt x="1205" y="268"/>
                    <a:pt x="1233" y="272"/>
                  </a:cubicBezTo>
                  <a:cubicBezTo>
                    <a:pt x="1233" y="271"/>
                    <a:pt x="1233" y="271"/>
                    <a:pt x="1233" y="271"/>
                  </a:cubicBezTo>
                  <a:cubicBezTo>
                    <a:pt x="1189" y="265"/>
                    <a:pt x="1148" y="243"/>
                    <a:pt x="1118" y="21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0" name="Freeform 209">
              <a:extLst>
                <a:ext uri="{FF2B5EF4-FFF2-40B4-BE49-F238E27FC236}">
                  <a16:creationId xmlns:a16="http://schemas.microsoft.com/office/drawing/2014/main" id="{A7EEC6A9-F638-4A26-8511-AE27FAA1D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332"/>
              <a:ext cx="2993" cy="621"/>
            </a:xfrm>
            <a:custGeom>
              <a:avLst/>
              <a:gdLst>
                <a:gd name="T0" fmla="*/ 21071 w 1125"/>
                <a:gd name="T1" fmla="*/ 4994 h 219"/>
                <a:gd name="T2" fmla="*/ 21185 w 1125"/>
                <a:gd name="T3" fmla="*/ 4784 h 219"/>
                <a:gd name="T4" fmla="*/ 13236 w 1125"/>
                <a:gd name="T5" fmla="*/ 3079 h 219"/>
                <a:gd name="T6" fmla="*/ 93 w 1125"/>
                <a:gd name="T7" fmla="*/ 0 h 219"/>
                <a:gd name="T8" fmla="*/ 77 w 1125"/>
                <a:gd name="T9" fmla="*/ 0 h 219"/>
                <a:gd name="T10" fmla="*/ 0 w 1125"/>
                <a:gd name="T11" fmla="*/ 224 h 219"/>
                <a:gd name="T12" fmla="*/ 13143 w 1125"/>
                <a:gd name="T13" fmla="*/ 3303 h 219"/>
                <a:gd name="T14" fmla="*/ 21049 w 1125"/>
                <a:gd name="T15" fmla="*/ 4994 h 219"/>
                <a:gd name="T16" fmla="*/ 21071 w 1125"/>
                <a:gd name="T17" fmla="*/ 4994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5" h="219">
                  <a:moveTo>
                    <a:pt x="1119" y="219"/>
                  </a:moveTo>
                  <a:cubicBezTo>
                    <a:pt x="1125" y="210"/>
                    <a:pt x="1125" y="210"/>
                    <a:pt x="1125" y="210"/>
                  </a:cubicBezTo>
                  <a:cubicBezTo>
                    <a:pt x="1085" y="204"/>
                    <a:pt x="799" y="154"/>
                    <a:pt x="703" y="135"/>
                  </a:cubicBezTo>
                  <a:cubicBezTo>
                    <a:pt x="613" y="116"/>
                    <a:pt x="190" y="35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85" y="46"/>
                    <a:pt x="608" y="127"/>
                    <a:pt x="698" y="145"/>
                  </a:cubicBezTo>
                  <a:cubicBezTo>
                    <a:pt x="796" y="165"/>
                    <a:pt x="1090" y="215"/>
                    <a:pt x="1118" y="219"/>
                  </a:cubicBezTo>
                  <a:lnTo>
                    <a:pt x="1119" y="219"/>
                  </a:ln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1" name="Freeform 210">
              <a:extLst>
                <a:ext uri="{FF2B5EF4-FFF2-40B4-BE49-F238E27FC236}">
                  <a16:creationId xmlns:a16="http://schemas.microsoft.com/office/drawing/2014/main" id="{0437A6E9-8693-44F3-B57B-BB27B5B2D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517"/>
              <a:ext cx="3031" cy="653"/>
            </a:xfrm>
            <a:custGeom>
              <a:avLst/>
              <a:gdLst>
                <a:gd name="T0" fmla="*/ 21 w 1139"/>
                <a:gd name="T1" fmla="*/ 275 h 230"/>
                <a:gd name="T2" fmla="*/ 56 w 1139"/>
                <a:gd name="T3" fmla="*/ 298 h 230"/>
                <a:gd name="T4" fmla="*/ 136 w 1139"/>
                <a:gd name="T5" fmla="*/ 298 h 230"/>
                <a:gd name="T6" fmla="*/ 149 w 1139"/>
                <a:gd name="T7" fmla="*/ 324 h 230"/>
                <a:gd name="T8" fmla="*/ 6842 w 1139"/>
                <a:gd name="T9" fmla="*/ 1942 h 230"/>
                <a:gd name="T10" fmla="*/ 7409 w 1139"/>
                <a:gd name="T11" fmla="*/ 2078 h 230"/>
                <a:gd name="T12" fmla="*/ 7691 w 1139"/>
                <a:gd name="T13" fmla="*/ 2314 h 230"/>
                <a:gd name="T14" fmla="*/ 9348 w 1139"/>
                <a:gd name="T15" fmla="*/ 3756 h 230"/>
                <a:gd name="T16" fmla="*/ 10777 w 1139"/>
                <a:gd name="T17" fmla="*/ 3892 h 230"/>
                <a:gd name="T18" fmla="*/ 12026 w 1139"/>
                <a:gd name="T19" fmla="*/ 3983 h 230"/>
                <a:gd name="T20" fmla="*/ 13455 w 1139"/>
                <a:gd name="T21" fmla="*/ 4418 h 230"/>
                <a:gd name="T22" fmla="*/ 14319 w 1139"/>
                <a:gd name="T23" fmla="*/ 4369 h 230"/>
                <a:gd name="T24" fmla="*/ 14963 w 1139"/>
                <a:gd name="T25" fmla="*/ 3983 h 230"/>
                <a:gd name="T26" fmla="*/ 15245 w 1139"/>
                <a:gd name="T27" fmla="*/ 3821 h 230"/>
                <a:gd name="T28" fmla="*/ 15599 w 1139"/>
                <a:gd name="T29" fmla="*/ 3909 h 230"/>
                <a:gd name="T30" fmla="*/ 15599 w 1139"/>
                <a:gd name="T31" fmla="*/ 3909 h 230"/>
                <a:gd name="T32" fmla="*/ 18899 w 1139"/>
                <a:gd name="T33" fmla="*/ 4642 h 230"/>
                <a:gd name="T34" fmla="*/ 18899 w 1139"/>
                <a:gd name="T35" fmla="*/ 4642 h 230"/>
                <a:gd name="T36" fmla="*/ 19014 w 1139"/>
                <a:gd name="T37" fmla="*/ 4690 h 230"/>
                <a:gd name="T38" fmla="*/ 19014 w 1139"/>
                <a:gd name="T39" fmla="*/ 4690 h 230"/>
                <a:gd name="T40" fmla="*/ 19107 w 1139"/>
                <a:gd name="T41" fmla="*/ 4716 h 230"/>
                <a:gd name="T42" fmla="*/ 19128 w 1139"/>
                <a:gd name="T43" fmla="*/ 4716 h 230"/>
                <a:gd name="T44" fmla="*/ 19205 w 1139"/>
                <a:gd name="T45" fmla="*/ 4739 h 230"/>
                <a:gd name="T46" fmla="*/ 19219 w 1139"/>
                <a:gd name="T47" fmla="*/ 4739 h 230"/>
                <a:gd name="T48" fmla="*/ 19298 w 1139"/>
                <a:gd name="T49" fmla="*/ 4764 h 230"/>
                <a:gd name="T50" fmla="*/ 19317 w 1139"/>
                <a:gd name="T51" fmla="*/ 4764 h 230"/>
                <a:gd name="T52" fmla="*/ 19376 w 1139"/>
                <a:gd name="T53" fmla="*/ 4764 h 230"/>
                <a:gd name="T54" fmla="*/ 19389 w 1139"/>
                <a:gd name="T55" fmla="*/ 4781 h 230"/>
                <a:gd name="T56" fmla="*/ 19445 w 1139"/>
                <a:gd name="T57" fmla="*/ 4781 h 230"/>
                <a:gd name="T58" fmla="*/ 19466 w 1139"/>
                <a:gd name="T59" fmla="*/ 4781 h 230"/>
                <a:gd name="T60" fmla="*/ 19503 w 1139"/>
                <a:gd name="T61" fmla="*/ 4804 h 230"/>
                <a:gd name="T62" fmla="*/ 19525 w 1139"/>
                <a:gd name="T63" fmla="*/ 4804 h 230"/>
                <a:gd name="T64" fmla="*/ 19559 w 1139"/>
                <a:gd name="T65" fmla="*/ 4829 h 230"/>
                <a:gd name="T66" fmla="*/ 19580 w 1139"/>
                <a:gd name="T67" fmla="*/ 4829 h 230"/>
                <a:gd name="T68" fmla="*/ 19602 w 1139"/>
                <a:gd name="T69" fmla="*/ 4829 h 230"/>
                <a:gd name="T70" fmla="*/ 19615 w 1139"/>
                <a:gd name="T71" fmla="*/ 4829 h 230"/>
                <a:gd name="T72" fmla="*/ 19636 w 1139"/>
                <a:gd name="T73" fmla="*/ 4852 h 230"/>
                <a:gd name="T74" fmla="*/ 19658 w 1139"/>
                <a:gd name="T75" fmla="*/ 4852 h 230"/>
                <a:gd name="T76" fmla="*/ 19674 w 1139"/>
                <a:gd name="T77" fmla="*/ 4852 h 230"/>
                <a:gd name="T78" fmla="*/ 21464 w 1139"/>
                <a:gd name="T79" fmla="*/ 5264 h 230"/>
                <a:gd name="T80" fmla="*/ 21409 w 1139"/>
                <a:gd name="T81" fmla="*/ 4966 h 230"/>
                <a:gd name="T82" fmla="*/ 18503 w 1139"/>
                <a:gd name="T83" fmla="*/ 4330 h 230"/>
                <a:gd name="T84" fmla="*/ 14490 w 1139"/>
                <a:gd name="T85" fmla="*/ 3433 h 230"/>
                <a:gd name="T86" fmla="*/ 11608 w 1139"/>
                <a:gd name="T87" fmla="*/ 2538 h 230"/>
                <a:gd name="T88" fmla="*/ 7874 w 1139"/>
                <a:gd name="T89" fmla="*/ 1942 h 230"/>
                <a:gd name="T90" fmla="*/ 0 w 1139"/>
                <a:gd name="T91" fmla="*/ 0 h 230"/>
                <a:gd name="T92" fmla="*/ 0 w 1139"/>
                <a:gd name="T93" fmla="*/ 275 h 230"/>
                <a:gd name="T94" fmla="*/ 21 w 1139"/>
                <a:gd name="T95" fmla="*/ 275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39" h="230">
                  <a:moveTo>
                    <a:pt x="1" y="12"/>
                  </a:moveTo>
                  <a:cubicBezTo>
                    <a:pt x="1" y="12"/>
                    <a:pt x="2" y="12"/>
                    <a:pt x="3" y="13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7" y="13"/>
                    <a:pt x="7" y="14"/>
                    <a:pt x="8" y="14"/>
                  </a:cubicBezTo>
                  <a:cubicBezTo>
                    <a:pt x="51" y="22"/>
                    <a:pt x="259" y="65"/>
                    <a:pt x="363" y="85"/>
                  </a:cubicBezTo>
                  <a:cubicBezTo>
                    <a:pt x="374" y="88"/>
                    <a:pt x="384" y="90"/>
                    <a:pt x="393" y="91"/>
                  </a:cubicBezTo>
                  <a:cubicBezTo>
                    <a:pt x="399" y="94"/>
                    <a:pt x="406" y="96"/>
                    <a:pt x="408" y="101"/>
                  </a:cubicBezTo>
                  <a:cubicBezTo>
                    <a:pt x="438" y="147"/>
                    <a:pt x="466" y="147"/>
                    <a:pt x="496" y="164"/>
                  </a:cubicBezTo>
                  <a:cubicBezTo>
                    <a:pt x="526" y="180"/>
                    <a:pt x="540" y="170"/>
                    <a:pt x="572" y="170"/>
                  </a:cubicBezTo>
                  <a:cubicBezTo>
                    <a:pt x="604" y="170"/>
                    <a:pt x="602" y="164"/>
                    <a:pt x="638" y="174"/>
                  </a:cubicBezTo>
                  <a:cubicBezTo>
                    <a:pt x="674" y="184"/>
                    <a:pt x="688" y="195"/>
                    <a:pt x="714" y="193"/>
                  </a:cubicBezTo>
                  <a:cubicBezTo>
                    <a:pt x="740" y="191"/>
                    <a:pt x="744" y="193"/>
                    <a:pt x="760" y="191"/>
                  </a:cubicBezTo>
                  <a:cubicBezTo>
                    <a:pt x="773" y="189"/>
                    <a:pt x="786" y="181"/>
                    <a:pt x="794" y="174"/>
                  </a:cubicBezTo>
                  <a:cubicBezTo>
                    <a:pt x="797" y="171"/>
                    <a:pt x="801" y="168"/>
                    <a:pt x="809" y="167"/>
                  </a:cubicBezTo>
                  <a:cubicBezTo>
                    <a:pt x="815" y="168"/>
                    <a:pt x="822" y="170"/>
                    <a:pt x="828" y="171"/>
                  </a:cubicBezTo>
                  <a:cubicBezTo>
                    <a:pt x="828" y="171"/>
                    <a:pt x="828" y="171"/>
                    <a:pt x="828" y="171"/>
                  </a:cubicBezTo>
                  <a:cubicBezTo>
                    <a:pt x="897" y="183"/>
                    <a:pt x="962" y="195"/>
                    <a:pt x="1003" y="203"/>
                  </a:cubicBezTo>
                  <a:cubicBezTo>
                    <a:pt x="1003" y="203"/>
                    <a:pt x="1003" y="203"/>
                    <a:pt x="1003" y="203"/>
                  </a:cubicBezTo>
                  <a:cubicBezTo>
                    <a:pt x="1005" y="204"/>
                    <a:pt x="1007" y="204"/>
                    <a:pt x="1009" y="205"/>
                  </a:cubicBezTo>
                  <a:cubicBezTo>
                    <a:pt x="1009" y="205"/>
                    <a:pt x="1009" y="205"/>
                    <a:pt x="1009" y="205"/>
                  </a:cubicBezTo>
                  <a:cubicBezTo>
                    <a:pt x="1011" y="205"/>
                    <a:pt x="1013" y="205"/>
                    <a:pt x="1014" y="206"/>
                  </a:cubicBezTo>
                  <a:cubicBezTo>
                    <a:pt x="1014" y="206"/>
                    <a:pt x="1015" y="206"/>
                    <a:pt x="1015" y="206"/>
                  </a:cubicBezTo>
                  <a:cubicBezTo>
                    <a:pt x="1016" y="206"/>
                    <a:pt x="1018" y="206"/>
                    <a:pt x="1019" y="207"/>
                  </a:cubicBezTo>
                  <a:cubicBezTo>
                    <a:pt x="1020" y="207"/>
                    <a:pt x="1020" y="207"/>
                    <a:pt x="1020" y="207"/>
                  </a:cubicBezTo>
                  <a:cubicBezTo>
                    <a:pt x="1022" y="207"/>
                    <a:pt x="1023" y="207"/>
                    <a:pt x="1024" y="208"/>
                  </a:cubicBezTo>
                  <a:cubicBezTo>
                    <a:pt x="1024" y="208"/>
                    <a:pt x="1025" y="208"/>
                    <a:pt x="1025" y="208"/>
                  </a:cubicBezTo>
                  <a:cubicBezTo>
                    <a:pt x="1026" y="208"/>
                    <a:pt x="1027" y="208"/>
                    <a:pt x="1028" y="208"/>
                  </a:cubicBezTo>
                  <a:cubicBezTo>
                    <a:pt x="1029" y="209"/>
                    <a:pt x="1029" y="209"/>
                    <a:pt x="1029" y="209"/>
                  </a:cubicBezTo>
                  <a:cubicBezTo>
                    <a:pt x="1030" y="209"/>
                    <a:pt x="1031" y="209"/>
                    <a:pt x="1032" y="209"/>
                  </a:cubicBezTo>
                  <a:cubicBezTo>
                    <a:pt x="1032" y="209"/>
                    <a:pt x="1033" y="209"/>
                    <a:pt x="1033" y="209"/>
                  </a:cubicBezTo>
                  <a:cubicBezTo>
                    <a:pt x="1034" y="210"/>
                    <a:pt x="1035" y="210"/>
                    <a:pt x="1035" y="210"/>
                  </a:cubicBezTo>
                  <a:cubicBezTo>
                    <a:pt x="1036" y="210"/>
                    <a:pt x="1036" y="210"/>
                    <a:pt x="1036" y="210"/>
                  </a:cubicBezTo>
                  <a:cubicBezTo>
                    <a:pt x="1037" y="210"/>
                    <a:pt x="1038" y="210"/>
                    <a:pt x="1038" y="211"/>
                  </a:cubicBezTo>
                  <a:cubicBezTo>
                    <a:pt x="1038" y="211"/>
                    <a:pt x="1039" y="211"/>
                    <a:pt x="1039" y="211"/>
                  </a:cubicBezTo>
                  <a:cubicBezTo>
                    <a:pt x="1039" y="211"/>
                    <a:pt x="1040" y="211"/>
                    <a:pt x="1040" y="211"/>
                  </a:cubicBezTo>
                  <a:cubicBezTo>
                    <a:pt x="1041" y="211"/>
                    <a:pt x="1041" y="211"/>
                    <a:pt x="1041" y="211"/>
                  </a:cubicBezTo>
                  <a:cubicBezTo>
                    <a:pt x="1042" y="211"/>
                    <a:pt x="1042" y="211"/>
                    <a:pt x="1042" y="212"/>
                  </a:cubicBezTo>
                  <a:cubicBezTo>
                    <a:pt x="1042" y="212"/>
                    <a:pt x="1043" y="212"/>
                    <a:pt x="1043" y="212"/>
                  </a:cubicBezTo>
                  <a:cubicBezTo>
                    <a:pt x="1043" y="212"/>
                    <a:pt x="1043" y="212"/>
                    <a:pt x="1044" y="212"/>
                  </a:cubicBezTo>
                  <a:cubicBezTo>
                    <a:pt x="1094" y="221"/>
                    <a:pt x="1127" y="228"/>
                    <a:pt x="1139" y="230"/>
                  </a:cubicBezTo>
                  <a:cubicBezTo>
                    <a:pt x="1136" y="217"/>
                    <a:pt x="1136" y="217"/>
                    <a:pt x="1136" y="217"/>
                  </a:cubicBezTo>
                  <a:cubicBezTo>
                    <a:pt x="1117" y="214"/>
                    <a:pt x="1061" y="203"/>
                    <a:pt x="982" y="189"/>
                  </a:cubicBezTo>
                  <a:cubicBezTo>
                    <a:pt x="952" y="183"/>
                    <a:pt x="857" y="166"/>
                    <a:pt x="769" y="150"/>
                  </a:cubicBezTo>
                  <a:cubicBezTo>
                    <a:pt x="703" y="138"/>
                    <a:pt x="643" y="116"/>
                    <a:pt x="616" y="111"/>
                  </a:cubicBezTo>
                  <a:cubicBezTo>
                    <a:pt x="552" y="99"/>
                    <a:pt x="483" y="97"/>
                    <a:pt x="418" y="85"/>
                  </a:cubicBezTo>
                  <a:cubicBezTo>
                    <a:pt x="314" y="65"/>
                    <a:pt x="18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1" y="12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2" name="Freeform 211">
              <a:extLst>
                <a:ext uri="{FF2B5EF4-FFF2-40B4-BE49-F238E27FC236}">
                  <a16:creationId xmlns:a16="http://schemas.microsoft.com/office/drawing/2014/main" id="{58C444A5-230F-4C28-81A3-DB8FFCA72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517"/>
              <a:ext cx="3031" cy="653"/>
            </a:xfrm>
            <a:custGeom>
              <a:avLst/>
              <a:gdLst>
                <a:gd name="T0" fmla="*/ 21 w 1139"/>
                <a:gd name="T1" fmla="*/ 275 h 230"/>
                <a:gd name="T2" fmla="*/ 56 w 1139"/>
                <a:gd name="T3" fmla="*/ 298 h 230"/>
                <a:gd name="T4" fmla="*/ 136 w 1139"/>
                <a:gd name="T5" fmla="*/ 298 h 230"/>
                <a:gd name="T6" fmla="*/ 149 w 1139"/>
                <a:gd name="T7" fmla="*/ 324 h 230"/>
                <a:gd name="T8" fmla="*/ 6842 w 1139"/>
                <a:gd name="T9" fmla="*/ 1942 h 230"/>
                <a:gd name="T10" fmla="*/ 7409 w 1139"/>
                <a:gd name="T11" fmla="*/ 2078 h 230"/>
                <a:gd name="T12" fmla="*/ 7691 w 1139"/>
                <a:gd name="T13" fmla="*/ 2314 h 230"/>
                <a:gd name="T14" fmla="*/ 9348 w 1139"/>
                <a:gd name="T15" fmla="*/ 3756 h 230"/>
                <a:gd name="T16" fmla="*/ 10777 w 1139"/>
                <a:gd name="T17" fmla="*/ 3892 h 230"/>
                <a:gd name="T18" fmla="*/ 12026 w 1139"/>
                <a:gd name="T19" fmla="*/ 3983 h 230"/>
                <a:gd name="T20" fmla="*/ 13455 w 1139"/>
                <a:gd name="T21" fmla="*/ 4418 h 230"/>
                <a:gd name="T22" fmla="*/ 14319 w 1139"/>
                <a:gd name="T23" fmla="*/ 4369 h 230"/>
                <a:gd name="T24" fmla="*/ 14963 w 1139"/>
                <a:gd name="T25" fmla="*/ 3983 h 230"/>
                <a:gd name="T26" fmla="*/ 15245 w 1139"/>
                <a:gd name="T27" fmla="*/ 3821 h 230"/>
                <a:gd name="T28" fmla="*/ 15599 w 1139"/>
                <a:gd name="T29" fmla="*/ 3909 h 230"/>
                <a:gd name="T30" fmla="*/ 15599 w 1139"/>
                <a:gd name="T31" fmla="*/ 3909 h 230"/>
                <a:gd name="T32" fmla="*/ 18899 w 1139"/>
                <a:gd name="T33" fmla="*/ 4642 h 230"/>
                <a:gd name="T34" fmla="*/ 18899 w 1139"/>
                <a:gd name="T35" fmla="*/ 4642 h 230"/>
                <a:gd name="T36" fmla="*/ 19014 w 1139"/>
                <a:gd name="T37" fmla="*/ 4690 h 230"/>
                <a:gd name="T38" fmla="*/ 19014 w 1139"/>
                <a:gd name="T39" fmla="*/ 4690 h 230"/>
                <a:gd name="T40" fmla="*/ 19107 w 1139"/>
                <a:gd name="T41" fmla="*/ 4716 h 230"/>
                <a:gd name="T42" fmla="*/ 19128 w 1139"/>
                <a:gd name="T43" fmla="*/ 4716 h 230"/>
                <a:gd name="T44" fmla="*/ 19205 w 1139"/>
                <a:gd name="T45" fmla="*/ 4739 h 230"/>
                <a:gd name="T46" fmla="*/ 19219 w 1139"/>
                <a:gd name="T47" fmla="*/ 4739 h 230"/>
                <a:gd name="T48" fmla="*/ 19298 w 1139"/>
                <a:gd name="T49" fmla="*/ 4764 h 230"/>
                <a:gd name="T50" fmla="*/ 19317 w 1139"/>
                <a:gd name="T51" fmla="*/ 4764 h 230"/>
                <a:gd name="T52" fmla="*/ 19376 w 1139"/>
                <a:gd name="T53" fmla="*/ 4764 h 230"/>
                <a:gd name="T54" fmla="*/ 19389 w 1139"/>
                <a:gd name="T55" fmla="*/ 4781 h 230"/>
                <a:gd name="T56" fmla="*/ 19445 w 1139"/>
                <a:gd name="T57" fmla="*/ 4781 h 230"/>
                <a:gd name="T58" fmla="*/ 19466 w 1139"/>
                <a:gd name="T59" fmla="*/ 4781 h 230"/>
                <a:gd name="T60" fmla="*/ 19503 w 1139"/>
                <a:gd name="T61" fmla="*/ 4804 h 230"/>
                <a:gd name="T62" fmla="*/ 19525 w 1139"/>
                <a:gd name="T63" fmla="*/ 4804 h 230"/>
                <a:gd name="T64" fmla="*/ 19559 w 1139"/>
                <a:gd name="T65" fmla="*/ 4829 h 230"/>
                <a:gd name="T66" fmla="*/ 19580 w 1139"/>
                <a:gd name="T67" fmla="*/ 4829 h 230"/>
                <a:gd name="T68" fmla="*/ 19602 w 1139"/>
                <a:gd name="T69" fmla="*/ 4829 h 230"/>
                <a:gd name="T70" fmla="*/ 19615 w 1139"/>
                <a:gd name="T71" fmla="*/ 4829 h 230"/>
                <a:gd name="T72" fmla="*/ 19636 w 1139"/>
                <a:gd name="T73" fmla="*/ 4852 h 230"/>
                <a:gd name="T74" fmla="*/ 19658 w 1139"/>
                <a:gd name="T75" fmla="*/ 4852 h 230"/>
                <a:gd name="T76" fmla="*/ 19674 w 1139"/>
                <a:gd name="T77" fmla="*/ 4852 h 230"/>
                <a:gd name="T78" fmla="*/ 21464 w 1139"/>
                <a:gd name="T79" fmla="*/ 5264 h 230"/>
                <a:gd name="T80" fmla="*/ 21409 w 1139"/>
                <a:gd name="T81" fmla="*/ 4966 h 230"/>
                <a:gd name="T82" fmla="*/ 18503 w 1139"/>
                <a:gd name="T83" fmla="*/ 4330 h 230"/>
                <a:gd name="T84" fmla="*/ 14490 w 1139"/>
                <a:gd name="T85" fmla="*/ 3433 h 230"/>
                <a:gd name="T86" fmla="*/ 11608 w 1139"/>
                <a:gd name="T87" fmla="*/ 2538 h 230"/>
                <a:gd name="T88" fmla="*/ 7874 w 1139"/>
                <a:gd name="T89" fmla="*/ 1942 h 230"/>
                <a:gd name="T90" fmla="*/ 0 w 1139"/>
                <a:gd name="T91" fmla="*/ 0 h 230"/>
                <a:gd name="T92" fmla="*/ 0 w 1139"/>
                <a:gd name="T93" fmla="*/ 275 h 230"/>
                <a:gd name="T94" fmla="*/ 21 w 1139"/>
                <a:gd name="T95" fmla="*/ 275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39" h="230">
                  <a:moveTo>
                    <a:pt x="1" y="12"/>
                  </a:moveTo>
                  <a:cubicBezTo>
                    <a:pt x="1" y="12"/>
                    <a:pt x="2" y="12"/>
                    <a:pt x="3" y="13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7" y="13"/>
                    <a:pt x="7" y="14"/>
                    <a:pt x="8" y="14"/>
                  </a:cubicBezTo>
                  <a:cubicBezTo>
                    <a:pt x="51" y="22"/>
                    <a:pt x="259" y="65"/>
                    <a:pt x="363" y="85"/>
                  </a:cubicBezTo>
                  <a:cubicBezTo>
                    <a:pt x="374" y="88"/>
                    <a:pt x="384" y="90"/>
                    <a:pt x="393" y="91"/>
                  </a:cubicBezTo>
                  <a:cubicBezTo>
                    <a:pt x="399" y="94"/>
                    <a:pt x="406" y="96"/>
                    <a:pt x="408" y="101"/>
                  </a:cubicBezTo>
                  <a:cubicBezTo>
                    <a:pt x="438" y="147"/>
                    <a:pt x="466" y="147"/>
                    <a:pt x="496" y="164"/>
                  </a:cubicBezTo>
                  <a:cubicBezTo>
                    <a:pt x="526" y="180"/>
                    <a:pt x="540" y="170"/>
                    <a:pt x="572" y="170"/>
                  </a:cubicBezTo>
                  <a:cubicBezTo>
                    <a:pt x="604" y="170"/>
                    <a:pt x="602" y="164"/>
                    <a:pt x="638" y="174"/>
                  </a:cubicBezTo>
                  <a:cubicBezTo>
                    <a:pt x="674" y="184"/>
                    <a:pt x="688" y="195"/>
                    <a:pt x="714" y="193"/>
                  </a:cubicBezTo>
                  <a:cubicBezTo>
                    <a:pt x="740" y="191"/>
                    <a:pt x="744" y="193"/>
                    <a:pt x="760" y="191"/>
                  </a:cubicBezTo>
                  <a:cubicBezTo>
                    <a:pt x="773" y="189"/>
                    <a:pt x="786" y="181"/>
                    <a:pt x="794" y="174"/>
                  </a:cubicBezTo>
                  <a:cubicBezTo>
                    <a:pt x="797" y="171"/>
                    <a:pt x="801" y="168"/>
                    <a:pt x="809" y="167"/>
                  </a:cubicBezTo>
                  <a:cubicBezTo>
                    <a:pt x="815" y="168"/>
                    <a:pt x="822" y="170"/>
                    <a:pt x="828" y="171"/>
                  </a:cubicBezTo>
                  <a:cubicBezTo>
                    <a:pt x="828" y="171"/>
                    <a:pt x="828" y="171"/>
                    <a:pt x="828" y="171"/>
                  </a:cubicBezTo>
                  <a:cubicBezTo>
                    <a:pt x="897" y="183"/>
                    <a:pt x="962" y="195"/>
                    <a:pt x="1003" y="203"/>
                  </a:cubicBezTo>
                  <a:cubicBezTo>
                    <a:pt x="1003" y="203"/>
                    <a:pt x="1003" y="203"/>
                    <a:pt x="1003" y="203"/>
                  </a:cubicBezTo>
                  <a:cubicBezTo>
                    <a:pt x="1005" y="204"/>
                    <a:pt x="1007" y="204"/>
                    <a:pt x="1009" y="205"/>
                  </a:cubicBezTo>
                  <a:cubicBezTo>
                    <a:pt x="1009" y="205"/>
                    <a:pt x="1009" y="205"/>
                    <a:pt x="1009" y="205"/>
                  </a:cubicBezTo>
                  <a:cubicBezTo>
                    <a:pt x="1011" y="205"/>
                    <a:pt x="1013" y="205"/>
                    <a:pt x="1014" y="206"/>
                  </a:cubicBezTo>
                  <a:cubicBezTo>
                    <a:pt x="1014" y="206"/>
                    <a:pt x="1015" y="206"/>
                    <a:pt x="1015" y="206"/>
                  </a:cubicBezTo>
                  <a:cubicBezTo>
                    <a:pt x="1016" y="206"/>
                    <a:pt x="1018" y="206"/>
                    <a:pt x="1019" y="207"/>
                  </a:cubicBezTo>
                  <a:cubicBezTo>
                    <a:pt x="1020" y="207"/>
                    <a:pt x="1020" y="207"/>
                    <a:pt x="1020" y="207"/>
                  </a:cubicBezTo>
                  <a:cubicBezTo>
                    <a:pt x="1022" y="207"/>
                    <a:pt x="1023" y="207"/>
                    <a:pt x="1024" y="208"/>
                  </a:cubicBezTo>
                  <a:cubicBezTo>
                    <a:pt x="1024" y="208"/>
                    <a:pt x="1025" y="208"/>
                    <a:pt x="1025" y="208"/>
                  </a:cubicBezTo>
                  <a:cubicBezTo>
                    <a:pt x="1026" y="208"/>
                    <a:pt x="1027" y="208"/>
                    <a:pt x="1028" y="208"/>
                  </a:cubicBezTo>
                  <a:cubicBezTo>
                    <a:pt x="1029" y="209"/>
                    <a:pt x="1029" y="209"/>
                    <a:pt x="1029" y="209"/>
                  </a:cubicBezTo>
                  <a:cubicBezTo>
                    <a:pt x="1030" y="209"/>
                    <a:pt x="1031" y="209"/>
                    <a:pt x="1032" y="209"/>
                  </a:cubicBezTo>
                  <a:cubicBezTo>
                    <a:pt x="1032" y="209"/>
                    <a:pt x="1033" y="209"/>
                    <a:pt x="1033" y="209"/>
                  </a:cubicBezTo>
                  <a:cubicBezTo>
                    <a:pt x="1034" y="210"/>
                    <a:pt x="1035" y="210"/>
                    <a:pt x="1035" y="210"/>
                  </a:cubicBezTo>
                  <a:cubicBezTo>
                    <a:pt x="1036" y="210"/>
                    <a:pt x="1036" y="210"/>
                    <a:pt x="1036" y="210"/>
                  </a:cubicBezTo>
                  <a:cubicBezTo>
                    <a:pt x="1037" y="210"/>
                    <a:pt x="1038" y="210"/>
                    <a:pt x="1038" y="211"/>
                  </a:cubicBezTo>
                  <a:cubicBezTo>
                    <a:pt x="1038" y="211"/>
                    <a:pt x="1039" y="211"/>
                    <a:pt x="1039" y="211"/>
                  </a:cubicBezTo>
                  <a:cubicBezTo>
                    <a:pt x="1039" y="211"/>
                    <a:pt x="1040" y="211"/>
                    <a:pt x="1040" y="211"/>
                  </a:cubicBezTo>
                  <a:cubicBezTo>
                    <a:pt x="1041" y="211"/>
                    <a:pt x="1041" y="211"/>
                    <a:pt x="1041" y="211"/>
                  </a:cubicBezTo>
                  <a:cubicBezTo>
                    <a:pt x="1042" y="211"/>
                    <a:pt x="1042" y="211"/>
                    <a:pt x="1042" y="212"/>
                  </a:cubicBezTo>
                  <a:cubicBezTo>
                    <a:pt x="1042" y="212"/>
                    <a:pt x="1043" y="212"/>
                    <a:pt x="1043" y="212"/>
                  </a:cubicBezTo>
                  <a:cubicBezTo>
                    <a:pt x="1043" y="212"/>
                    <a:pt x="1043" y="212"/>
                    <a:pt x="1044" y="212"/>
                  </a:cubicBezTo>
                  <a:cubicBezTo>
                    <a:pt x="1094" y="221"/>
                    <a:pt x="1127" y="228"/>
                    <a:pt x="1139" y="230"/>
                  </a:cubicBezTo>
                  <a:cubicBezTo>
                    <a:pt x="1136" y="217"/>
                    <a:pt x="1136" y="217"/>
                    <a:pt x="1136" y="217"/>
                  </a:cubicBezTo>
                  <a:cubicBezTo>
                    <a:pt x="1117" y="214"/>
                    <a:pt x="1061" y="203"/>
                    <a:pt x="982" y="189"/>
                  </a:cubicBezTo>
                  <a:cubicBezTo>
                    <a:pt x="952" y="183"/>
                    <a:pt x="857" y="166"/>
                    <a:pt x="769" y="150"/>
                  </a:cubicBezTo>
                  <a:cubicBezTo>
                    <a:pt x="703" y="138"/>
                    <a:pt x="643" y="116"/>
                    <a:pt x="616" y="111"/>
                  </a:cubicBezTo>
                  <a:cubicBezTo>
                    <a:pt x="552" y="99"/>
                    <a:pt x="483" y="97"/>
                    <a:pt x="418" y="85"/>
                  </a:cubicBezTo>
                  <a:cubicBezTo>
                    <a:pt x="314" y="65"/>
                    <a:pt x="18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1" y="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3" name="Freeform 212">
              <a:extLst>
                <a:ext uri="{FF2B5EF4-FFF2-40B4-BE49-F238E27FC236}">
                  <a16:creationId xmlns:a16="http://schemas.microsoft.com/office/drawing/2014/main" id="{04C692EA-94A7-472D-A87A-F893B85E6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361"/>
              <a:ext cx="287" cy="999"/>
            </a:xfrm>
            <a:custGeom>
              <a:avLst/>
              <a:gdLst>
                <a:gd name="T0" fmla="*/ 486 w 108"/>
                <a:gd name="T1" fmla="*/ 0 h 352"/>
                <a:gd name="T2" fmla="*/ 431 w 108"/>
                <a:gd name="T3" fmla="*/ 1740 h 352"/>
                <a:gd name="T4" fmla="*/ 1180 w 108"/>
                <a:gd name="T5" fmla="*/ 1916 h 352"/>
                <a:gd name="T6" fmla="*/ 1990 w 108"/>
                <a:gd name="T7" fmla="*/ 4342 h 352"/>
                <a:gd name="T8" fmla="*/ 1052 w 108"/>
                <a:gd name="T9" fmla="*/ 6701 h 352"/>
                <a:gd name="T10" fmla="*/ 375 w 108"/>
                <a:gd name="T11" fmla="*/ 6564 h 352"/>
                <a:gd name="T12" fmla="*/ 0 w 108"/>
                <a:gd name="T13" fmla="*/ 8046 h 3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352">
                  <a:moveTo>
                    <a:pt x="26" y="0"/>
                  </a:moveTo>
                  <a:cubicBezTo>
                    <a:pt x="23" y="76"/>
                    <a:pt x="23" y="76"/>
                    <a:pt x="23" y="76"/>
                  </a:cubicBezTo>
                  <a:cubicBezTo>
                    <a:pt x="63" y="84"/>
                    <a:pt x="63" y="84"/>
                    <a:pt x="63" y="84"/>
                  </a:cubicBezTo>
                  <a:cubicBezTo>
                    <a:pt x="92" y="102"/>
                    <a:pt x="105" y="145"/>
                    <a:pt x="106" y="190"/>
                  </a:cubicBezTo>
                  <a:cubicBezTo>
                    <a:pt x="108" y="231"/>
                    <a:pt x="86" y="272"/>
                    <a:pt x="56" y="293"/>
                  </a:cubicBezTo>
                  <a:cubicBezTo>
                    <a:pt x="20" y="287"/>
                    <a:pt x="20" y="287"/>
                    <a:pt x="20" y="287"/>
                  </a:cubicBezTo>
                  <a:cubicBezTo>
                    <a:pt x="0" y="352"/>
                    <a:pt x="0" y="352"/>
                    <a:pt x="0" y="35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4" name="Freeform 213">
              <a:extLst>
                <a:ext uri="{FF2B5EF4-FFF2-40B4-BE49-F238E27FC236}">
                  <a16:creationId xmlns:a16="http://schemas.microsoft.com/office/drawing/2014/main" id="{1BC7F46F-0E2D-41F5-8EF2-8F6C5C050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756"/>
              <a:ext cx="107" cy="57"/>
            </a:xfrm>
            <a:custGeom>
              <a:avLst/>
              <a:gdLst>
                <a:gd name="T0" fmla="*/ 0 w 40"/>
                <a:gd name="T1" fmla="*/ 351 h 20"/>
                <a:gd name="T2" fmla="*/ 765 w 40"/>
                <a:gd name="T3" fmla="*/ 46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0">
                  <a:moveTo>
                    <a:pt x="0" y="15"/>
                  </a:moveTo>
                  <a:cubicBezTo>
                    <a:pt x="8" y="0"/>
                    <a:pt x="33" y="9"/>
                    <a:pt x="40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5" name="Freeform 214">
              <a:extLst>
                <a:ext uri="{FF2B5EF4-FFF2-40B4-BE49-F238E27FC236}">
                  <a16:creationId xmlns:a16="http://schemas.microsoft.com/office/drawing/2014/main" id="{45394F6B-621D-4FE8-B782-F8B7F50A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795"/>
              <a:ext cx="69" cy="32"/>
            </a:xfrm>
            <a:custGeom>
              <a:avLst/>
              <a:gdLst>
                <a:gd name="T0" fmla="*/ 0 w 26"/>
                <a:gd name="T1" fmla="*/ 271 h 11"/>
                <a:gd name="T2" fmla="*/ 486 w 26"/>
                <a:gd name="T3" fmla="*/ 19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4" y="0"/>
                    <a:pt x="18" y="5"/>
                    <a:pt x="26" y="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6" name="Freeform 215">
              <a:extLst>
                <a:ext uri="{FF2B5EF4-FFF2-40B4-BE49-F238E27FC236}">
                  <a16:creationId xmlns:a16="http://schemas.microsoft.com/office/drawing/2014/main" id="{D68CC6C9-8457-469E-984F-CAA22AD1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866"/>
              <a:ext cx="80" cy="71"/>
            </a:xfrm>
            <a:custGeom>
              <a:avLst/>
              <a:gdLst>
                <a:gd name="T0" fmla="*/ 56 w 30"/>
                <a:gd name="T1" fmla="*/ 0 h 25"/>
                <a:gd name="T2" fmla="*/ 568 w 30"/>
                <a:gd name="T3" fmla="*/ 43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5">
                  <a:moveTo>
                    <a:pt x="3" y="0"/>
                  </a:moveTo>
                  <a:cubicBezTo>
                    <a:pt x="0" y="15"/>
                    <a:pt x="17" y="25"/>
                    <a:pt x="30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7" name="Freeform 216">
              <a:extLst>
                <a:ext uri="{FF2B5EF4-FFF2-40B4-BE49-F238E27FC236}">
                  <a16:creationId xmlns:a16="http://schemas.microsoft.com/office/drawing/2014/main" id="{2C4661D7-B828-4C3B-A443-3FB237C41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98"/>
              <a:ext cx="42" cy="48"/>
            </a:xfrm>
            <a:custGeom>
              <a:avLst/>
              <a:gdLst>
                <a:gd name="T0" fmla="*/ 21 w 16"/>
                <a:gd name="T1" fmla="*/ 0 h 17"/>
                <a:gd name="T2" fmla="*/ 289 w 16"/>
                <a:gd name="T3" fmla="*/ 3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" y="0"/>
                  </a:moveTo>
                  <a:cubicBezTo>
                    <a:pt x="0" y="10"/>
                    <a:pt x="6" y="16"/>
                    <a:pt x="16" y="1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8" name="Freeform 217">
              <a:extLst>
                <a:ext uri="{FF2B5EF4-FFF2-40B4-BE49-F238E27FC236}">
                  <a16:creationId xmlns:a16="http://schemas.microsoft.com/office/drawing/2014/main" id="{BA61FBB4-7D5D-4B32-A467-0DE116D8A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810"/>
              <a:ext cx="115" cy="56"/>
            </a:xfrm>
            <a:custGeom>
              <a:avLst/>
              <a:gdLst>
                <a:gd name="T0" fmla="*/ 0 w 43"/>
                <a:gd name="T1" fmla="*/ 283 h 20"/>
                <a:gd name="T2" fmla="*/ 824 w 43"/>
                <a:gd name="T3" fmla="*/ 44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13"/>
                  </a:moveTo>
                  <a:cubicBezTo>
                    <a:pt x="12" y="0"/>
                    <a:pt x="35" y="7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9" name="Freeform 218">
              <a:extLst>
                <a:ext uri="{FF2B5EF4-FFF2-40B4-BE49-F238E27FC236}">
                  <a16:creationId xmlns:a16="http://schemas.microsoft.com/office/drawing/2014/main" id="{D51388CB-6000-4E6D-93AE-A78E986A6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852"/>
              <a:ext cx="96" cy="60"/>
            </a:xfrm>
            <a:custGeom>
              <a:avLst/>
              <a:gdLst>
                <a:gd name="T0" fmla="*/ 0 w 36"/>
                <a:gd name="T1" fmla="*/ 189 h 21"/>
                <a:gd name="T2" fmla="*/ 683 w 36"/>
                <a:gd name="T3" fmla="*/ 48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1">
                  <a:moveTo>
                    <a:pt x="0" y="8"/>
                  </a:moveTo>
                  <a:cubicBezTo>
                    <a:pt x="15" y="0"/>
                    <a:pt x="29" y="7"/>
                    <a:pt x="36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0" name="Freeform 219">
              <a:extLst>
                <a:ext uri="{FF2B5EF4-FFF2-40B4-BE49-F238E27FC236}">
                  <a16:creationId xmlns:a16="http://schemas.microsoft.com/office/drawing/2014/main" id="{7D285ED5-5310-46F3-84A4-A324040F6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52"/>
              <a:ext cx="106" cy="45"/>
            </a:xfrm>
            <a:custGeom>
              <a:avLst/>
              <a:gdLst>
                <a:gd name="T0" fmla="*/ 0 w 40"/>
                <a:gd name="T1" fmla="*/ 158 h 16"/>
                <a:gd name="T2" fmla="*/ 745 w 4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6">
                  <a:moveTo>
                    <a:pt x="0" y="7"/>
                  </a:moveTo>
                  <a:cubicBezTo>
                    <a:pt x="9" y="16"/>
                    <a:pt x="39" y="15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1" name="Freeform 220">
              <a:extLst>
                <a:ext uri="{FF2B5EF4-FFF2-40B4-BE49-F238E27FC236}">
                  <a16:creationId xmlns:a16="http://schemas.microsoft.com/office/drawing/2014/main" id="{FE664B15-8240-409F-96D7-0B8CF0D2F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926"/>
              <a:ext cx="75" cy="37"/>
            </a:xfrm>
            <a:custGeom>
              <a:avLst/>
              <a:gdLst>
                <a:gd name="T0" fmla="*/ 0 w 28"/>
                <a:gd name="T1" fmla="*/ 0 h 13"/>
                <a:gd name="T2" fmla="*/ 538 w 28"/>
                <a:gd name="T3" fmla="*/ 21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4" y="11"/>
                    <a:pt x="18" y="13"/>
                    <a:pt x="28" y="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2" name="Freeform 221">
              <a:extLst>
                <a:ext uri="{FF2B5EF4-FFF2-40B4-BE49-F238E27FC236}">
                  <a16:creationId xmlns:a16="http://schemas.microsoft.com/office/drawing/2014/main" id="{5F10A163-6287-4646-9C9C-3549D169F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966"/>
              <a:ext cx="99" cy="51"/>
            </a:xfrm>
            <a:custGeom>
              <a:avLst/>
              <a:gdLst>
                <a:gd name="T0" fmla="*/ 0 w 37"/>
                <a:gd name="T1" fmla="*/ 0 h 18"/>
                <a:gd name="T2" fmla="*/ 709 w 37"/>
                <a:gd name="T3" fmla="*/ 24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8">
                  <a:moveTo>
                    <a:pt x="0" y="0"/>
                  </a:moveTo>
                  <a:cubicBezTo>
                    <a:pt x="6" y="13"/>
                    <a:pt x="24" y="18"/>
                    <a:pt x="37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3" name="Freeform 222">
              <a:extLst>
                <a:ext uri="{FF2B5EF4-FFF2-40B4-BE49-F238E27FC236}">
                  <a16:creationId xmlns:a16="http://schemas.microsoft.com/office/drawing/2014/main" id="{805E2D3C-E50E-406D-90DF-03377D941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80"/>
              <a:ext cx="48" cy="48"/>
            </a:xfrm>
            <a:custGeom>
              <a:avLst/>
              <a:gdLst>
                <a:gd name="T0" fmla="*/ 0 w 18"/>
                <a:gd name="T1" fmla="*/ 0 h 17"/>
                <a:gd name="T2" fmla="*/ 341 w 18"/>
                <a:gd name="T3" fmla="*/ 3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0"/>
                  </a:moveTo>
                  <a:cubicBezTo>
                    <a:pt x="2" y="9"/>
                    <a:pt x="8" y="17"/>
                    <a:pt x="18" y="1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4" name="Freeform 223">
              <a:extLst>
                <a:ext uri="{FF2B5EF4-FFF2-40B4-BE49-F238E27FC236}">
                  <a16:creationId xmlns:a16="http://schemas.microsoft.com/office/drawing/2014/main" id="{442DD42E-5F4F-49F8-B5CF-B87CC1A66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895"/>
              <a:ext cx="106" cy="68"/>
            </a:xfrm>
            <a:custGeom>
              <a:avLst/>
              <a:gdLst>
                <a:gd name="T0" fmla="*/ 0 w 40"/>
                <a:gd name="T1" fmla="*/ 113 h 24"/>
                <a:gd name="T2" fmla="*/ 371 w 40"/>
                <a:gd name="T3" fmla="*/ 136 h 24"/>
                <a:gd name="T4" fmla="*/ 745 w 40"/>
                <a:gd name="T5" fmla="*/ 54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0" y="5"/>
                  </a:moveTo>
                  <a:cubicBezTo>
                    <a:pt x="4" y="0"/>
                    <a:pt x="15" y="4"/>
                    <a:pt x="20" y="6"/>
                  </a:cubicBezTo>
                  <a:cubicBezTo>
                    <a:pt x="29" y="9"/>
                    <a:pt x="37" y="15"/>
                    <a:pt x="40" y="2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5" name="Freeform 224">
              <a:extLst>
                <a:ext uri="{FF2B5EF4-FFF2-40B4-BE49-F238E27FC236}">
                  <a16:creationId xmlns:a16="http://schemas.microsoft.com/office/drawing/2014/main" id="{73039B08-28F5-4912-9995-56B2ACCAC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960"/>
              <a:ext cx="56" cy="57"/>
            </a:xfrm>
            <a:custGeom>
              <a:avLst/>
              <a:gdLst>
                <a:gd name="T0" fmla="*/ 0 w 21"/>
                <a:gd name="T1" fmla="*/ 0 h 20"/>
                <a:gd name="T2" fmla="*/ 397 w 21"/>
                <a:gd name="T3" fmla="*/ 46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9" y="1"/>
                    <a:pt x="20" y="10"/>
                    <a:pt x="21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6" name="Freeform 225">
              <a:extLst>
                <a:ext uri="{FF2B5EF4-FFF2-40B4-BE49-F238E27FC236}">
                  <a16:creationId xmlns:a16="http://schemas.microsoft.com/office/drawing/2014/main" id="{F4A40A84-96E7-466A-99B1-D11AC4E2C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974"/>
              <a:ext cx="51" cy="63"/>
            </a:xfrm>
            <a:custGeom>
              <a:avLst/>
              <a:gdLst>
                <a:gd name="T0" fmla="*/ 346 w 19"/>
                <a:gd name="T1" fmla="*/ 0 h 22"/>
                <a:gd name="T2" fmla="*/ 0 w 19"/>
                <a:gd name="T3" fmla="*/ 49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18" y="0"/>
                  </a:moveTo>
                  <a:cubicBezTo>
                    <a:pt x="19" y="13"/>
                    <a:pt x="15" y="22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7" name="Freeform 226">
              <a:extLst>
                <a:ext uri="{FF2B5EF4-FFF2-40B4-BE49-F238E27FC236}">
                  <a16:creationId xmlns:a16="http://schemas.microsoft.com/office/drawing/2014/main" id="{B33C33B9-63BE-428B-9D56-DE207F793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011"/>
              <a:ext cx="35" cy="37"/>
            </a:xfrm>
            <a:custGeom>
              <a:avLst/>
              <a:gdLst>
                <a:gd name="T0" fmla="*/ 175 w 13"/>
                <a:gd name="T1" fmla="*/ 0 h 13"/>
                <a:gd name="T2" fmla="*/ 0 w 13"/>
                <a:gd name="T3" fmla="*/ 2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3" y="7"/>
                    <a:pt x="7" y="13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8" name="Freeform 227">
              <a:extLst>
                <a:ext uri="{FF2B5EF4-FFF2-40B4-BE49-F238E27FC236}">
                  <a16:creationId xmlns:a16="http://schemas.microsoft.com/office/drawing/2014/main" id="{1E8DDB4A-38B3-43E7-94CA-C9C598125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773"/>
              <a:ext cx="19" cy="28"/>
            </a:xfrm>
            <a:custGeom>
              <a:avLst/>
              <a:gdLst>
                <a:gd name="T0" fmla="*/ 0 w 7"/>
                <a:gd name="T1" fmla="*/ 109 h 10"/>
                <a:gd name="T2" fmla="*/ 141 w 7"/>
                <a:gd name="T3" fmla="*/ 196 h 10"/>
                <a:gd name="T4" fmla="*/ 6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5"/>
                  </a:moveTo>
                  <a:cubicBezTo>
                    <a:pt x="1" y="7"/>
                    <a:pt x="4" y="10"/>
                    <a:pt x="7" y="9"/>
                  </a:cubicBezTo>
                  <a:cubicBezTo>
                    <a:pt x="7" y="6"/>
                    <a:pt x="5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9" name="Freeform 228">
              <a:extLst>
                <a:ext uri="{FF2B5EF4-FFF2-40B4-BE49-F238E27FC236}">
                  <a16:creationId xmlns:a16="http://schemas.microsoft.com/office/drawing/2014/main" id="{32E1C63E-769F-48AE-942E-951378906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798"/>
              <a:ext cx="26" cy="34"/>
            </a:xfrm>
            <a:custGeom>
              <a:avLst/>
              <a:gdLst>
                <a:gd name="T0" fmla="*/ 156 w 10"/>
                <a:gd name="T1" fmla="*/ 74 h 12"/>
                <a:gd name="T2" fmla="*/ 109 w 10"/>
                <a:gd name="T3" fmla="*/ 249 h 12"/>
                <a:gd name="T4" fmla="*/ 55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9" y="3"/>
                  </a:moveTo>
                  <a:cubicBezTo>
                    <a:pt x="9" y="6"/>
                    <a:pt x="10" y="11"/>
                    <a:pt x="6" y="11"/>
                  </a:cubicBezTo>
                  <a:cubicBezTo>
                    <a:pt x="0" y="12"/>
                    <a:pt x="2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0" name="Freeform 229">
              <a:extLst>
                <a:ext uri="{FF2B5EF4-FFF2-40B4-BE49-F238E27FC236}">
                  <a16:creationId xmlns:a16="http://schemas.microsoft.com/office/drawing/2014/main" id="{C155F314-4325-4610-A53E-CE11A8BEA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866"/>
              <a:ext cx="29" cy="29"/>
            </a:xfrm>
            <a:custGeom>
              <a:avLst/>
              <a:gdLst>
                <a:gd name="T0" fmla="*/ 0 w 11"/>
                <a:gd name="T1" fmla="*/ 75 h 10"/>
                <a:gd name="T2" fmla="*/ 200 w 11"/>
                <a:gd name="T3" fmla="*/ 128 h 10"/>
                <a:gd name="T4" fmla="*/ 21 w 11"/>
                <a:gd name="T5" fmla="*/ 2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2" y="1"/>
                    <a:pt x="11" y="0"/>
                    <a:pt x="11" y="5"/>
                  </a:cubicBezTo>
                  <a:cubicBezTo>
                    <a:pt x="11" y="9"/>
                    <a:pt x="4" y="10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1" name="Freeform 230">
              <a:extLst>
                <a:ext uri="{FF2B5EF4-FFF2-40B4-BE49-F238E27FC236}">
                  <a16:creationId xmlns:a16="http://schemas.microsoft.com/office/drawing/2014/main" id="{7A47E7B0-1767-4892-9F6F-C2928DBC4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940"/>
              <a:ext cx="13" cy="9"/>
            </a:xfrm>
            <a:custGeom>
              <a:avLst/>
              <a:gdLst>
                <a:gd name="T0" fmla="*/ 0 w 5"/>
                <a:gd name="T1" fmla="*/ 81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2" name="Freeform 231">
              <a:extLst>
                <a:ext uri="{FF2B5EF4-FFF2-40B4-BE49-F238E27FC236}">
                  <a16:creationId xmlns:a16="http://schemas.microsoft.com/office/drawing/2014/main" id="{7DF670DF-CF9E-4DA7-95FB-23CAB3881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69"/>
              <a:ext cx="27" cy="22"/>
            </a:xfrm>
            <a:custGeom>
              <a:avLst/>
              <a:gdLst>
                <a:gd name="T0" fmla="*/ 0 w 10"/>
                <a:gd name="T1" fmla="*/ 143 h 8"/>
                <a:gd name="T2" fmla="*/ 138 w 10"/>
                <a:gd name="T3" fmla="*/ 22 h 8"/>
                <a:gd name="T4" fmla="*/ 159 w 10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7"/>
                  </a:moveTo>
                  <a:cubicBezTo>
                    <a:pt x="1" y="5"/>
                    <a:pt x="4" y="0"/>
                    <a:pt x="7" y="1"/>
                  </a:cubicBezTo>
                  <a:cubicBezTo>
                    <a:pt x="10" y="2"/>
                    <a:pt x="9" y="6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3" name="Freeform 232">
              <a:extLst>
                <a:ext uri="{FF2B5EF4-FFF2-40B4-BE49-F238E27FC236}">
                  <a16:creationId xmlns:a16="http://schemas.microsoft.com/office/drawing/2014/main" id="{48AD62A7-6415-4978-B133-357AB0CFB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824"/>
              <a:ext cx="40" cy="37"/>
            </a:xfrm>
            <a:custGeom>
              <a:avLst/>
              <a:gdLst>
                <a:gd name="T0" fmla="*/ 35 w 15"/>
                <a:gd name="T1" fmla="*/ 48 h 13"/>
                <a:gd name="T2" fmla="*/ 136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2" y="2"/>
                  </a:moveTo>
                  <a:cubicBezTo>
                    <a:pt x="0" y="7"/>
                    <a:pt x="15" y="1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4" name="Freeform 233">
              <a:extLst>
                <a:ext uri="{FF2B5EF4-FFF2-40B4-BE49-F238E27FC236}">
                  <a16:creationId xmlns:a16="http://schemas.microsoft.com/office/drawing/2014/main" id="{E2796574-C524-40C3-BCFB-595950F0E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878"/>
              <a:ext cx="29" cy="37"/>
            </a:xfrm>
            <a:custGeom>
              <a:avLst/>
              <a:gdLst>
                <a:gd name="T0" fmla="*/ 111 w 11"/>
                <a:gd name="T1" fmla="*/ 299 h 13"/>
                <a:gd name="T2" fmla="*/ 200 w 11"/>
                <a:gd name="T3" fmla="*/ 48 h 13"/>
                <a:gd name="T4" fmla="*/ 0 w 11"/>
                <a:gd name="T5" fmla="*/ 18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6" y="13"/>
                  </a:moveTo>
                  <a:cubicBezTo>
                    <a:pt x="9" y="11"/>
                    <a:pt x="11" y="6"/>
                    <a:pt x="11" y="2"/>
                  </a:cubicBezTo>
                  <a:cubicBezTo>
                    <a:pt x="8" y="0"/>
                    <a:pt x="2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5" name="Freeform 234">
              <a:extLst>
                <a:ext uri="{FF2B5EF4-FFF2-40B4-BE49-F238E27FC236}">
                  <a16:creationId xmlns:a16="http://schemas.microsoft.com/office/drawing/2014/main" id="{6BC4BDE3-D82D-4543-9112-9153D7161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946"/>
              <a:ext cx="3" cy="23"/>
            </a:xfrm>
            <a:custGeom>
              <a:avLst/>
              <a:gdLst>
                <a:gd name="T0" fmla="*/ 0 w 1"/>
                <a:gd name="T1" fmla="*/ 0 h 8"/>
                <a:gd name="T2" fmla="*/ 27 w 1"/>
                <a:gd name="T3" fmla="*/ 19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6" name="Freeform 235">
              <a:extLst>
                <a:ext uri="{FF2B5EF4-FFF2-40B4-BE49-F238E27FC236}">
                  <a16:creationId xmlns:a16="http://schemas.microsoft.com/office/drawing/2014/main" id="{B4E842CF-92A1-4E87-9DFE-ADAC92549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969"/>
              <a:ext cx="32" cy="22"/>
            </a:xfrm>
            <a:custGeom>
              <a:avLst/>
              <a:gdLst>
                <a:gd name="T0" fmla="*/ 0 w 12"/>
                <a:gd name="T1" fmla="*/ 47 h 8"/>
                <a:gd name="T2" fmla="*/ 192 w 12"/>
                <a:gd name="T3" fmla="*/ 47 h 8"/>
                <a:gd name="T4" fmla="*/ 136 w 12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2"/>
                  </a:moveTo>
                  <a:cubicBezTo>
                    <a:pt x="2" y="2"/>
                    <a:pt x="9" y="0"/>
                    <a:pt x="10" y="2"/>
                  </a:cubicBezTo>
                  <a:cubicBezTo>
                    <a:pt x="12" y="4"/>
                    <a:pt x="10" y="7"/>
                    <a:pt x="7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7" name="Freeform 236">
              <a:extLst>
                <a:ext uri="{FF2B5EF4-FFF2-40B4-BE49-F238E27FC236}">
                  <a16:creationId xmlns:a16="http://schemas.microsoft.com/office/drawing/2014/main" id="{86AB7C02-EAE8-49F1-A1F8-F2DCD13F9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980"/>
              <a:ext cx="43" cy="34"/>
            </a:xfrm>
            <a:custGeom>
              <a:avLst/>
              <a:gdLst>
                <a:gd name="T0" fmla="*/ 94 w 16"/>
                <a:gd name="T1" fmla="*/ 249 h 12"/>
                <a:gd name="T2" fmla="*/ 274 w 16"/>
                <a:gd name="T3" fmla="*/ 88 h 12"/>
                <a:gd name="T4" fmla="*/ 0 w 16"/>
                <a:gd name="T5" fmla="*/ 16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5" y="11"/>
                  </a:moveTo>
                  <a:cubicBezTo>
                    <a:pt x="8" y="12"/>
                    <a:pt x="16" y="8"/>
                    <a:pt x="14" y="4"/>
                  </a:cubicBezTo>
                  <a:cubicBezTo>
                    <a:pt x="12" y="0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8" name="Freeform 237">
              <a:extLst>
                <a:ext uri="{FF2B5EF4-FFF2-40B4-BE49-F238E27FC236}">
                  <a16:creationId xmlns:a16="http://schemas.microsoft.com/office/drawing/2014/main" id="{57AC72BA-2520-4F3A-9F63-C57469C17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971"/>
              <a:ext cx="45" cy="34"/>
            </a:xfrm>
            <a:custGeom>
              <a:avLst/>
              <a:gdLst>
                <a:gd name="T0" fmla="*/ 315 w 17"/>
                <a:gd name="T1" fmla="*/ 88 h 12"/>
                <a:gd name="T2" fmla="*/ 225 w 17"/>
                <a:gd name="T3" fmla="*/ 2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17" y="4"/>
                  </a:moveTo>
                  <a:cubicBezTo>
                    <a:pt x="9" y="0"/>
                    <a:pt x="0" y="12"/>
                    <a:pt x="12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9" name="Freeform 238">
              <a:extLst>
                <a:ext uri="{FF2B5EF4-FFF2-40B4-BE49-F238E27FC236}">
                  <a16:creationId xmlns:a16="http://schemas.microsoft.com/office/drawing/2014/main" id="{53F090D7-7281-4997-8EC2-8008DAE8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895"/>
              <a:ext cx="21" cy="31"/>
            </a:xfrm>
            <a:custGeom>
              <a:avLst/>
              <a:gdLst>
                <a:gd name="T0" fmla="*/ 21 w 8"/>
                <a:gd name="T1" fmla="*/ 0 h 11"/>
                <a:gd name="T2" fmla="*/ 144 w 8"/>
                <a:gd name="T3" fmla="*/ 4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0"/>
                  </a:moveTo>
                  <a:cubicBezTo>
                    <a:pt x="0" y="8"/>
                    <a:pt x="7" y="11"/>
                    <a:pt x="8" y="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0" name="Freeform 239">
              <a:extLst>
                <a:ext uri="{FF2B5EF4-FFF2-40B4-BE49-F238E27FC236}">
                  <a16:creationId xmlns:a16="http://schemas.microsoft.com/office/drawing/2014/main" id="{3691CE27-9F40-4172-82F8-DB8BBBF76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997"/>
              <a:ext cx="37" cy="37"/>
            </a:xfrm>
            <a:custGeom>
              <a:avLst/>
              <a:gdLst>
                <a:gd name="T0" fmla="*/ 148 w 14"/>
                <a:gd name="T1" fmla="*/ 299 h 13"/>
                <a:gd name="T2" fmla="*/ 225 w 14"/>
                <a:gd name="T3" fmla="*/ 88 h 13"/>
                <a:gd name="T4" fmla="*/ 0 w 14"/>
                <a:gd name="T5" fmla="*/ 22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3"/>
                  </a:moveTo>
                  <a:cubicBezTo>
                    <a:pt x="10" y="12"/>
                    <a:pt x="14" y="6"/>
                    <a:pt x="12" y="4"/>
                  </a:cubicBezTo>
                  <a:cubicBezTo>
                    <a:pt x="9" y="0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1" name="Freeform 240">
              <a:extLst>
                <a:ext uri="{FF2B5EF4-FFF2-40B4-BE49-F238E27FC236}">
                  <a16:creationId xmlns:a16="http://schemas.microsoft.com/office/drawing/2014/main" id="{2E691255-6F36-4E7F-AA37-99F69E110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40"/>
              <a:ext cx="72" cy="31"/>
            </a:xfrm>
            <a:custGeom>
              <a:avLst/>
              <a:gdLst>
                <a:gd name="T0" fmla="*/ 0 w 27"/>
                <a:gd name="T1" fmla="*/ 0 h 11"/>
                <a:gd name="T2" fmla="*/ 512 w 27"/>
                <a:gd name="T3" fmla="*/ 8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2" y="10"/>
                    <a:pt x="22" y="11"/>
                    <a:pt x="27" y="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2" name="Freeform 241">
              <a:extLst>
                <a:ext uri="{FF2B5EF4-FFF2-40B4-BE49-F238E27FC236}">
                  <a16:creationId xmlns:a16="http://schemas.microsoft.com/office/drawing/2014/main" id="{6E960A39-3067-4003-A393-E98FD0FC5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437"/>
              <a:ext cx="50" cy="28"/>
            </a:xfrm>
            <a:custGeom>
              <a:avLst/>
              <a:gdLst>
                <a:gd name="T0" fmla="*/ 21 w 19"/>
                <a:gd name="T1" fmla="*/ 0 h 10"/>
                <a:gd name="T2" fmla="*/ 347 w 19"/>
                <a:gd name="T3" fmla="*/ 21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" y="0"/>
                  </a:moveTo>
                  <a:cubicBezTo>
                    <a:pt x="0" y="9"/>
                    <a:pt x="13" y="10"/>
                    <a:pt x="19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3" name="Freeform 242">
              <a:extLst>
                <a:ext uri="{FF2B5EF4-FFF2-40B4-BE49-F238E27FC236}">
                  <a16:creationId xmlns:a16="http://schemas.microsoft.com/office/drawing/2014/main" id="{FDC653CA-0498-4853-BBA0-C1217E88D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462"/>
              <a:ext cx="72" cy="34"/>
            </a:xfrm>
            <a:custGeom>
              <a:avLst/>
              <a:gdLst>
                <a:gd name="T0" fmla="*/ 77 w 27"/>
                <a:gd name="T1" fmla="*/ 0 h 12"/>
                <a:gd name="T2" fmla="*/ 512 w 27"/>
                <a:gd name="T3" fmla="*/ 21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4" y="0"/>
                  </a:moveTo>
                  <a:cubicBezTo>
                    <a:pt x="0" y="10"/>
                    <a:pt x="21" y="12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4" name="Freeform 243">
              <a:extLst>
                <a:ext uri="{FF2B5EF4-FFF2-40B4-BE49-F238E27FC236}">
                  <a16:creationId xmlns:a16="http://schemas.microsoft.com/office/drawing/2014/main" id="{11333B71-B0B0-469B-9BD7-C004FE6D4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474"/>
              <a:ext cx="21" cy="31"/>
            </a:xfrm>
            <a:custGeom>
              <a:avLst/>
              <a:gdLst>
                <a:gd name="T0" fmla="*/ 0 w 8"/>
                <a:gd name="T1" fmla="*/ 0 h 11"/>
                <a:gd name="T2" fmla="*/ 144 w 8"/>
                <a:gd name="T3" fmla="*/ 2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6"/>
                    <a:pt x="2" y="9"/>
                    <a:pt x="8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5" name="Freeform 244">
              <a:extLst>
                <a:ext uri="{FF2B5EF4-FFF2-40B4-BE49-F238E27FC236}">
                  <a16:creationId xmlns:a16="http://schemas.microsoft.com/office/drawing/2014/main" id="{35FF3229-970D-4D78-9536-487BA5FF0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40"/>
              <a:ext cx="93" cy="51"/>
            </a:xfrm>
            <a:custGeom>
              <a:avLst/>
              <a:gdLst>
                <a:gd name="T0" fmla="*/ 0 w 35"/>
                <a:gd name="T1" fmla="*/ 48 h 18"/>
                <a:gd name="T2" fmla="*/ 656 w 35"/>
                <a:gd name="T3" fmla="*/ 41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2"/>
                  </a:moveTo>
                  <a:cubicBezTo>
                    <a:pt x="13" y="0"/>
                    <a:pt x="30" y="5"/>
                    <a:pt x="35" y="1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6" name="Freeform 245">
              <a:extLst>
                <a:ext uri="{FF2B5EF4-FFF2-40B4-BE49-F238E27FC236}">
                  <a16:creationId xmlns:a16="http://schemas.microsoft.com/office/drawing/2014/main" id="{EA453472-DA05-40F6-93D2-15E19B789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380"/>
              <a:ext cx="82" cy="40"/>
            </a:xfrm>
            <a:custGeom>
              <a:avLst/>
              <a:gdLst>
                <a:gd name="T0" fmla="*/ 0 w 31"/>
                <a:gd name="T1" fmla="*/ 140 h 14"/>
                <a:gd name="T2" fmla="*/ 574 w 31"/>
                <a:gd name="T3" fmla="*/ 3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4">
                  <a:moveTo>
                    <a:pt x="0" y="6"/>
                  </a:moveTo>
                  <a:cubicBezTo>
                    <a:pt x="10" y="0"/>
                    <a:pt x="24" y="8"/>
                    <a:pt x="31" y="1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7" name="Freeform 246">
              <a:extLst>
                <a:ext uri="{FF2B5EF4-FFF2-40B4-BE49-F238E27FC236}">
                  <a16:creationId xmlns:a16="http://schemas.microsoft.com/office/drawing/2014/main" id="{F13F0D0A-0840-43D2-A00B-CB03134A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485"/>
              <a:ext cx="101" cy="63"/>
            </a:xfrm>
            <a:custGeom>
              <a:avLst/>
              <a:gdLst>
                <a:gd name="T0" fmla="*/ 0 w 38"/>
                <a:gd name="T1" fmla="*/ 0 h 22"/>
                <a:gd name="T2" fmla="*/ 712 w 38"/>
                <a:gd name="T3" fmla="*/ 26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3" y="13"/>
                    <a:pt x="28" y="22"/>
                    <a:pt x="38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8" name="Freeform 247">
              <a:extLst>
                <a:ext uri="{FF2B5EF4-FFF2-40B4-BE49-F238E27FC236}">
                  <a16:creationId xmlns:a16="http://schemas.microsoft.com/office/drawing/2014/main" id="{43126F7E-6DBB-4F4C-B504-65DA3D589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496"/>
              <a:ext cx="64" cy="40"/>
            </a:xfrm>
            <a:custGeom>
              <a:avLst/>
              <a:gdLst>
                <a:gd name="T0" fmla="*/ 21 w 24"/>
                <a:gd name="T1" fmla="*/ 0 h 14"/>
                <a:gd name="T2" fmla="*/ 456 w 24"/>
                <a:gd name="T3" fmla="*/ 27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1" y="0"/>
                  </a:moveTo>
                  <a:cubicBezTo>
                    <a:pt x="0" y="9"/>
                    <a:pt x="17" y="14"/>
                    <a:pt x="24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9" name="Freeform 248">
              <a:extLst>
                <a:ext uri="{FF2B5EF4-FFF2-40B4-BE49-F238E27FC236}">
                  <a16:creationId xmlns:a16="http://schemas.microsoft.com/office/drawing/2014/main" id="{7A49F016-05B0-4799-B694-0BB59E58C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355"/>
              <a:ext cx="48" cy="31"/>
            </a:xfrm>
            <a:custGeom>
              <a:avLst/>
              <a:gdLst>
                <a:gd name="T0" fmla="*/ 0 w 18"/>
                <a:gd name="T1" fmla="*/ 245 h 11"/>
                <a:gd name="T2" fmla="*/ 341 w 1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1" y="3"/>
                    <a:pt x="11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0" name="Freeform 249">
              <a:extLst>
                <a:ext uri="{FF2B5EF4-FFF2-40B4-BE49-F238E27FC236}">
                  <a16:creationId xmlns:a16="http://schemas.microsoft.com/office/drawing/2014/main" id="{11560B8C-3CE6-4D3C-A836-577EB1901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389"/>
              <a:ext cx="19" cy="31"/>
            </a:xfrm>
            <a:custGeom>
              <a:avLst/>
              <a:gdLst>
                <a:gd name="T0" fmla="*/ 0 w 7"/>
                <a:gd name="T1" fmla="*/ 0 h 11"/>
                <a:gd name="T2" fmla="*/ 103 w 7"/>
                <a:gd name="T3" fmla="*/ 2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5" y="3"/>
                    <a:pt x="7" y="6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1" name="Freeform 250">
              <a:extLst>
                <a:ext uri="{FF2B5EF4-FFF2-40B4-BE49-F238E27FC236}">
                  <a16:creationId xmlns:a16="http://schemas.microsoft.com/office/drawing/2014/main" id="{39DE6A00-E151-45E2-9E3C-7C0FD22BF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397"/>
              <a:ext cx="26" cy="9"/>
            </a:xfrm>
            <a:custGeom>
              <a:avLst/>
              <a:gdLst>
                <a:gd name="T0" fmla="*/ 0 w 10"/>
                <a:gd name="T1" fmla="*/ 81 h 3"/>
                <a:gd name="T2" fmla="*/ 177 w 10"/>
                <a:gd name="T3" fmla="*/ 2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1" y="0"/>
                    <a:pt x="7" y="0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2" name="Freeform 251">
              <a:extLst>
                <a:ext uri="{FF2B5EF4-FFF2-40B4-BE49-F238E27FC236}">
                  <a16:creationId xmlns:a16="http://schemas.microsoft.com/office/drawing/2014/main" id="{232ED341-6739-4689-9248-9FB196D9D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349"/>
              <a:ext cx="5" cy="20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3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3" name="Freeform 252">
              <a:extLst>
                <a:ext uri="{FF2B5EF4-FFF2-40B4-BE49-F238E27FC236}">
                  <a16:creationId xmlns:a16="http://schemas.microsoft.com/office/drawing/2014/main" id="{F37BA5AF-B9BA-45AF-B347-8E0D0E705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383"/>
              <a:ext cx="27" cy="43"/>
            </a:xfrm>
            <a:custGeom>
              <a:avLst/>
              <a:gdLst>
                <a:gd name="T0" fmla="*/ 103 w 10"/>
                <a:gd name="T1" fmla="*/ 353 h 15"/>
                <a:gd name="T2" fmla="*/ 159 w 10"/>
                <a:gd name="T3" fmla="*/ 140 h 15"/>
                <a:gd name="T4" fmla="*/ 0 w 10"/>
                <a:gd name="T5" fmla="*/ 27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5" y="15"/>
                  </a:moveTo>
                  <a:cubicBezTo>
                    <a:pt x="8" y="13"/>
                    <a:pt x="10" y="10"/>
                    <a:pt x="8" y="6"/>
                  </a:cubicBezTo>
                  <a:cubicBezTo>
                    <a:pt x="5" y="0"/>
                    <a:pt x="1" y="8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4" name="Freeform 253">
              <a:extLst>
                <a:ext uri="{FF2B5EF4-FFF2-40B4-BE49-F238E27FC236}">
                  <a16:creationId xmlns:a16="http://schemas.microsoft.com/office/drawing/2014/main" id="{3D7BAD93-691B-47AE-A713-6C19F6049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471"/>
              <a:ext cx="40" cy="37"/>
            </a:xfrm>
            <a:custGeom>
              <a:avLst/>
              <a:gdLst>
                <a:gd name="T0" fmla="*/ 0 w 15"/>
                <a:gd name="T1" fmla="*/ 228 h 13"/>
                <a:gd name="T2" fmla="*/ 77 w 15"/>
                <a:gd name="T3" fmla="*/ 29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0"/>
                  </a:moveTo>
                  <a:cubicBezTo>
                    <a:pt x="9" y="0"/>
                    <a:pt x="15" y="13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5" name="Freeform 254">
              <a:extLst>
                <a:ext uri="{FF2B5EF4-FFF2-40B4-BE49-F238E27FC236}">
                  <a16:creationId xmlns:a16="http://schemas.microsoft.com/office/drawing/2014/main" id="{F2FC5753-70F8-4068-9D02-ED54C07C0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338"/>
              <a:ext cx="2" cy="19"/>
            </a:xfrm>
            <a:custGeom>
              <a:avLst/>
              <a:gdLst>
                <a:gd name="T0" fmla="*/ 8 w 1"/>
                <a:gd name="T1" fmla="*/ 0 h 7"/>
                <a:gd name="T2" fmla="*/ 8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3"/>
                    <a:pt x="1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6" name="Freeform 255">
              <a:extLst>
                <a:ext uri="{FF2B5EF4-FFF2-40B4-BE49-F238E27FC236}">
                  <a16:creationId xmlns:a16="http://schemas.microsoft.com/office/drawing/2014/main" id="{F56ED949-AF6E-4DC0-8071-F1936FE2C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43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7" name="Freeform 256">
              <a:extLst>
                <a:ext uri="{FF2B5EF4-FFF2-40B4-BE49-F238E27FC236}">
                  <a16:creationId xmlns:a16="http://schemas.microsoft.com/office/drawing/2014/main" id="{B1DEF889-E6AB-46A2-8FB0-0AB8B1084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374"/>
              <a:ext cx="10" cy="9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8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2" y="2"/>
                    <a:pt x="4" y="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8" name="Freeform 257">
              <a:extLst>
                <a:ext uri="{FF2B5EF4-FFF2-40B4-BE49-F238E27FC236}">
                  <a16:creationId xmlns:a16="http://schemas.microsoft.com/office/drawing/2014/main" id="{E26943D4-3C66-4D10-99B8-EDA986121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513"/>
              <a:ext cx="21" cy="23"/>
            </a:xfrm>
            <a:custGeom>
              <a:avLst/>
              <a:gdLst>
                <a:gd name="T0" fmla="*/ 76 w 8"/>
                <a:gd name="T1" fmla="*/ 190 h 8"/>
                <a:gd name="T2" fmla="*/ 76 w 8"/>
                <a:gd name="T3" fmla="*/ 26 h 8"/>
                <a:gd name="T4" fmla="*/ 0 w 8"/>
                <a:gd name="T5" fmla="*/ 19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cubicBezTo>
                    <a:pt x="6" y="7"/>
                    <a:pt x="8" y="1"/>
                    <a:pt x="4" y="1"/>
                  </a:cubicBezTo>
                  <a:cubicBezTo>
                    <a:pt x="2" y="0"/>
                    <a:pt x="0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9" name="Freeform 258">
              <a:extLst>
                <a:ext uri="{FF2B5EF4-FFF2-40B4-BE49-F238E27FC236}">
                  <a16:creationId xmlns:a16="http://schemas.microsoft.com/office/drawing/2014/main" id="{DAB7774D-72A9-4DDC-A9EE-99A4F3DCA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821"/>
              <a:ext cx="1134" cy="304"/>
            </a:xfrm>
            <a:custGeom>
              <a:avLst/>
              <a:gdLst>
                <a:gd name="T0" fmla="*/ 751 w 426"/>
                <a:gd name="T1" fmla="*/ 276 h 107"/>
                <a:gd name="T2" fmla="*/ 1416 w 426"/>
                <a:gd name="T3" fmla="*/ 460 h 107"/>
                <a:gd name="T4" fmla="*/ 2076 w 426"/>
                <a:gd name="T5" fmla="*/ 645 h 107"/>
                <a:gd name="T6" fmla="*/ 4187 w 426"/>
                <a:gd name="T7" fmla="*/ 1259 h 107"/>
                <a:gd name="T8" fmla="*/ 6378 w 426"/>
                <a:gd name="T9" fmla="*/ 1654 h 107"/>
                <a:gd name="T10" fmla="*/ 7943 w 426"/>
                <a:gd name="T11" fmla="*/ 1557 h 107"/>
                <a:gd name="T12" fmla="*/ 8036 w 426"/>
                <a:gd name="T13" fmla="*/ 1631 h 107"/>
                <a:gd name="T14" fmla="*/ 7674 w 426"/>
                <a:gd name="T15" fmla="*/ 2091 h 107"/>
                <a:gd name="T16" fmla="*/ 7094 w 426"/>
                <a:gd name="T17" fmla="*/ 2341 h 107"/>
                <a:gd name="T18" fmla="*/ 5492 w 426"/>
                <a:gd name="T19" fmla="*/ 2244 h 107"/>
                <a:gd name="T20" fmla="*/ 3961 w 426"/>
                <a:gd name="T21" fmla="*/ 2091 h 107"/>
                <a:gd name="T22" fmla="*/ 2191 w 426"/>
                <a:gd name="T23" fmla="*/ 2043 h 107"/>
                <a:gd name="T24" fmla="*/ 793 w 426"/>
                <a:gd name="T25" fmla="*/ 1219 h 107"/>
                <a:gd name="T26" fmla="*/ 341 w 426"/>
                <a:gd name="T27" fmla="*/ 736 h 107"/>
                <a:gd name="T28" fmla="*/ 0 w 426"/>
                <a:gd name="T29" fmla="*/ 0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6" h="107">
                  <a:moveTo>
                    <a:pt x="40" y="12"/>
                  </a:moveTo>
                  <a:cubicBezTo>
                    <a:pt x="48" y="18"/>
                    <a:pt x="65" y="19"/>
                    <a:pt x="75" y="20"/>
                  </a:cubicBezTo>
                  <a:cubicBezTo>
                    <a:pt x="90" y="22"/>
                    <a:pt x="95" y="25"/>
                    <a:pt x="110" y="28"/>
                  </a:cubicBezTo>
                  <a:cubicBezTo>
                    <a:pt x="148" y="38"/>
                    <a:pt x="184" y="45"/>
                    <a:pt x="222" y="55"/>
                  </a:cubicBezTo>
                  <a:cubicBezTo>
                    <a:pt x="257" y="65"/>
                    <a:pt x="302" y="67"/>
                    <a:pt x="338" y="72"/>
                  </a:cubicBezTo>
                  <a:cubicBezTo>
                    <a:pt x="368" y="76"/>
                    <a:pt x="392" y="79"/>
                    <a:pt x="421" y="68"/>
                  </a:cubicBezTo>
                  <a:cubicBezTo>
                    <a:pt x="423" y="67"/>
                    <a:pt x="424" y="71"/>
                    <a:pt x="426" y="71"/>
                  </a:cubicBezTo>
                  <a:cubicBezTo>
                    <a:pt x="423" y="79"/>
                    <a:pt x="414" y="85"/>
                    <a:pt x="407" y="91"/>
                  </a:cubicBezTo>
                  <a:cubicBezTo>
                    <a:pt x="398" y="98"/>
                    <a:pt x="387" y="100"/>
                    <a:pt x="376" y="102"/>
                  </a:cubicBezTo>
                  <a:cubicBezTo>
                    <a:pt x="349" y="107"/>
                    <a:pt x="318" y="104"/>
                    <a:pt x="291" y="98"/>
                  </a:cubicBezTo>
                  <a:cubicBezTo>
                    <a:pt x="265" y="92"/>
                    <a:pt x="237" y="91"/>
                    <a:pt x="210" y="91"/>
                  </a:cubicBezTo>
                  <a:cubicBezTo>
                    <a:pt x="179" y="91"/>
                    <a:pt x="146" y="98"/>
                    <a:pt x="116" y="89"/>
                  </a:cubicBezTo>
                  <a:cubicBezTo>
                    <a:pt x="89" y="81"/>
                    <a:pt x="66" y="68"/>
                    <a:pt x="42" y="53"/>
                  </a:cubicBezTo>
                  <a:cubicBezTo>
                    <a:pt x="33" y="47"/>
                    <a:pt x="26" y="40"/>
                    <a:pt x="18" y="32"/>
                  </a:cubicBezTo>
                  <a:cubicBezTo>
                    <a:pt x="16" y="29"/>
                    <a:pt x="1" y="5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0" name="Freeform 259">
              <a:extLst>
                <a:ext uri="{FF2B5EF4-FFF2-40B4-BE49-F238E27FC236}">
                  <a16:creationId xmlns:a16="http://schemas.microsoft.com/office/drawing/2014/main" id="{19E1DAA3-C2C9-4DA4-8BE0-56852A3A1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133"/>
              <a:ext cx="1112" cy="338"/>
            </a:xfrm>
            <a:custGeom>
              <a:avLst/>
              <a:gdLst>
                <a:gd name="T0" fmla="*/ 793 w 418"/>
                <a:gd name="T1" fmla="*/ 1630 h 119"/>
                <a:gd name="T2" fmla="*/ 1338 w 418"/>
                <a:gd name="T3" fmla="*/ 1718 h 119"/>
                <a:gd name="T4" fmla="*/ 2596 w 418"/>
                <a:gd name="T5" fmla="*/ 2082 h 119"/>
                <a:gd name="T6" fmla="*/ 2881 w 418"/>
                <a:gd name="T7" fmla="*/ 1968 h 119"/>
                <a:gd name="T8" fmla="*/ 3823 w 418"/>
                <a:gd name="T9" fmla="*/ 2042 h 119"/>
                <a:gd name="T10" fmla="*/ 4932 w 418"/>
                <a:gd name="T11" fmla="*/ 2244 h 119"/>
                <a:gd name="T12" fmla="*/ 6135 w 418"/>
                <a:gd name="T13" fmla="*/ 2451 h 119"/>
                <a:gd name="T14" fmla="*/ 6680 w 418"/>
                <a:gd name="T15" fmla="*/ 2565 h 119"/>
                <a:gd name="T16" fmla="*/ 7396 w 418"/>
                <a:gd name="T17" fmla="*/ 2704 h 119"/>
                <a:gd name="T18" fmla="*/ 7007 w 418"/>
                <a:gd name="T19" fmla="*/ 1653 h 119"/>
                <a:gd name="T20" fmla="*/ 3969 w 418"/>
                <a:gd name="T21" fmla="*/ 114 h 119"/>
                <a:gd name="T22" fmla="*/ 1168 w 418"/>
                <a:gd name="T23" fmla="*/ 250 h 119"/>
                <a:gd name="T24" fmla="*/ 226 w 418"/>
                <a:gd name="T25" fmla="*/ 574 h 119"/>
                <a:gd name="T26" fmla="*/ 77 w 418"/>
                <a:gd name="T27" fmla="*/ 1258 h 119"/>
                <a:gd name="T28" fmla="*/ 694 w 418"/>
                <a:gd name="T29" fmla="*/ 1332 h 1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8" h="119">
                  <a:moveTo>
                    <a:pt x="42" y="71"/>
                  </a:moveTo>
                  <a:cubicBezTo>
                    <a:pt x="50" y="76"/>
                    <a:pt x="62" y="75"/>
                    <a:pt x="71" y="75"/>
                  </a:cubicBezTo>
                  <a:cubicBezTo>
                    <a:pt x="80" y="76"/>
                    <a:pt x="129" y="90"/>
                    <a:pt x="138" y="91"/>
                  </a:cubicBezTo>
                  <a:cubicBezTo>
                    <a:pt x="157" y="92"/>
                    <a:pt x="134" y="84"/>
                    <a:pt x="153" y="86"/>
                  </a:cubicBezTo>
                  <a:cubicBezTo>
                    <a:pt x="169" y="87"/>
                    <a:pt x="186" y="88"/>
                    <a:pt x="203" y="89"/>
                  </a:cubicBezTo>
                  <a:cubicBezTo>
                    <a:pt x="223" y="90"/>
                    <a:pt x="242" y="95"/>
                    <a:pt x="262" y="98"/>
                  </a:cubicBezTo>
                  <a:cubicBezTo>
                    <a:pt x="283" y="101"/>
                    <a:pt x="305" y="104"/>
                    <a:pt x="326" y="107"/>
                  </a:cubicBezTo>
                  <a:cubicBezTo>
                    <a:pt x="336" y="109"/>
                    <a:pt x="345" y="110"/>
                    <a:pt x="355" y="112"/>
                  </a:cubicBezTo>
                  <a:cubicBezTo>
                    <a:pt x="366" y="114"/>
                    <a:pt x="381" y="119"/>
                    <a:pt x="393" y="118"/>
                  </a:cubicBezTo>
                  <a:cubicBezTo>
                    <a:pt x="418" y="114"/>
                    <a:pt x="378" y="77"/>
                    <a:pt x="372" y="72"/>
                  </a:cubicBezTo>
                  <a:cubicBezTo>
                    <a:pt x="328" y="34"/>
                    <a:pt x="269" y="11"/>
                    <a:pt x="211" y="5"/>
                  </a:cubicBezTo>
                  <a:cubicBezTo>
                    <a:pt x="161" y="0"/>
                    <a:pt x="112" y="8"/>
                    <a:pt x="62" y="11"/>
                  </a:cubicBezTo>
                  <a:cubicBezTo>
                    <a:pt x="48" y="12"/>
                    <a:pt x="20" y="10"/>
                    <a:pt x="12" y="25"/>
                  </a:cubicBezTo>
                  <a:cubicBezTo>
                    <a:pt x="7" y="33"/>
                    <a:pt x="0" y="45"/>
                    <a:pt x="4" y="55"/>
                  </a:cubicBezTo>
                  <a:cubicBezTo>
                    <a:pt x="6" y="60"/>
                    <a:pt x="31" y="56"/>
                    <a:pt x="37" y="5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1" name="Freeform 260">
              <a:extLst>
                <a:ext uri="{FF2B5EF4-FFF2-40B4-BE49-F238E27FC236}">
                  <a16:creationId xmlns:a16="http://schemas.microsoft.com/office/drawing/2014/main" id="{4019C0DF-37B9-415A-A072-21162944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69"/>
              <a:ext cx="26" cy="14"/>
            </a:xfrm>
            <a:custGeom>
              <a:avLst/>
              <a:gdLst>
                <a:gd name="T0" fmla="*/ 0 w 10"/>
                <a:gd name="T1" fmla="*/ 48 h 5"/>
                <a:gd name="T2" fmla="*/ 88 w 10"/>
                <a:gd name="T3" fmla="*/ 22 h 5"/>
                <a:gd name="T4" fmla="*/ 177 w 10"/>
                <a:gd name="T5" fmla="*/ 87 h 5"/>
                <a:gd name="T6" fmla="*/ 88 w 10"/>
                <a:gd name="T7" fmla="*/ 109 h 5"/>
                <a:gd name="T8" fmla="*/ 0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2" name="Freeform 261">
              <a:extLst>
                <a:ext uri="{FF2B5EF4-FFF2-40B4-BE49-F238E27FC236}">
                  <a16:creationId xmlns:a16="http://schemas.microsoft.com/office/drawing/2014/main" id="{BA5C7CE3-4BDD-43CE-80E8-380ACFBCF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395"/>
              <a:ext cx="26" cy="15"/>
            </a:xfrm>
            <a:custGeom>
              <a:avLst/>
              <a:gdLst>
                <a:gd name="T0" fmla="*/ 0 w 10"/>
                <a:gd name="T1" fmla="*/ 54 h 5"/>
                <a:gd name="T2" fmla="*/ 88 w 10"/>
                <a:gd name="T3" fmla="*/ 27 h 5"/>
                <a:gd name="T4" fmla="*/ 177 w 10"/>
                <a:gd name="T5" fmla="*/ 108 h 5"/>
                <a:gd name="T6" fmla="*/ 88 w 10"/>
                <a:gd name="T7" fmla="*/ 135 h 5"/>
                <a:gd name="T8" fmla="*/ 0 w 10"/>
                <a:gd name="T9" fmla="*/ 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3" name="Freeform 262">
              <a:extLst>
                <a:ext uri="{FF2B5EF4-FFF2-40B4-BE49-F238E27FC236}">
                  <a16:creationId xmlns:a16="http://schemas.microsoft.com/office/drawing/2014/main" id="{DEC167AA-4165-4B96-9F9C-96126CF85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554"/>
              <a:ext cx="26" cy="14"/>
            </a:xfrm>
            <a:custGeom>
              <a:avLst/>
              <a:gdLst>
                <a:gd name="T0" fmla="*/ 0 w 10"/>
                <a:gd name="T1" fmla="*/ 22 h 5"/>
                <a:gd name="T2" fmla="*/ 88 w 10"/>
                <a:gd name="T3" fmla="*/ 0 h 5"/>
                <a:gd name="T4" fmla="*/ 156 w 10"/>
                <a:gd name="T5" fmla="*/ 62 h 5"/>
                <a:gd name="T6" fmla="*/ 68 w 10"/>
                <a:gd name="T7" fmla="*/ 87 h 5"/>
                <a:gd name="T8" fmla="*/ 0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4" name="Freeform 263">
              <a:extLst>
                <a:ext uri="{FF2B5EF4-FFF2-40B4-BE49-F238E27FC236}">
                  <a16:creationId xmlns:a16="http://schemas.microsoft.com/office/drawing/2014/main" id="{64F60890-2189-4DE3-886A-7E4E836D4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625"/>
              <a:ext cx="26" cy="14"/>
            </a:xfrm>
            <a:custGeom>
              <a:avLst/>
              <a:gdLst>
                <a:gd name="T0" fmla="*/ 0 w 10"/>
                <a:gd name="T1" fmla="*/ 22 h 5"/>
                <a:gd name="T2" fmla="*/ 88 w 10"/>
                <a:gd name="T3" fmla="*/ 0 h 5"/>
                <a:gd name="T4" fmla="*/ 156 w 10"/>
                <a:gd name="T5" fmla="*/ 62 h 5"/>
                <a:gd name="T6" fmla="*/ 68 w 10"/>
                <a:gd name="T7" fmla="*/ 87 h 5"/>
                <a:gd name="T8" fmla="*/ 0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5" name="Freeform 264">
              <a:extLst>
                <a:ext uri="{FF2B5EF4-FFF2-40B4-BE49-F238E27FC236}">
                  <a16:creationId xmlns:a16="http://schemas.microsoft.com/office/drawing/2014/main" id="{7BF8A461-0771-4059-87A6-2DF649512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696"/>
              <a:ext cx="27" cy="12"/>
            </a:xfrm>
            <a:custGeom>
              <a:avLst/>
              <a:gdLst>
                <a:gd name="T0" fmla="*/ 22 w 10"/>
                <a:gd name="T1" fmla="*/ 27 h 4"/>
                <a:gd name="T2" fmla="*/ 116 w 10"/>
                <a:gd name="T3" fmla="*/ 0 h 4"/>
                <a:gd name="T4" fmla="*/ 197 w 10"/>
                <a:gd name="T5" fmla="*/ 81 h 4"/>
                <a:gd name="T6" fmla="*/ 103 w 10"/>
                <a:gd name="T7" fmla="*/ 108 h 4"/>
                <a:gd name="T8" fmla="*/ 22 w 10"/>
                <a:gd name="T9" fmla="*/ 2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4"/>
                    <a:pt x="5" y="4"/>
                  </a:cubicBezTo>
                  <a:cubicBezTo>
                    <a:pt x="2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6" name="Freeform 265">
              <a:extLst>
                <a:ext uri="{FF2B5EF4-FFF2-40B4-BE49-F238E27FC236}">
                  <a16:creationId xmlns:a16="http://schemas.microsoft.com/office/drawing/2014/main" id="{FD45189B-AC56-42BF-8941-D37B6F81D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770"/>
              <a:ext cx="27" cy="14"/>
            </a:xfrm>
            <a:custGeom>
              <a:avLst/>
              <a:gdLst>
                <a:gd name="T0" fmla="*/ 0 w 10"/>
                <a:gd name="T1" fmla="*/ 22 h 5"/>
                <a:gd name="T2" fmla="*/ 103 w 10"/>
                <a:gd name="T3" fmla="*/ 0 h 5"/>
                <a:gd name="T4" fmla="*/ 197 w 10"/>
                <a:gd name="T5" fmla="*/ 62 h 5"/>
                <a:gd name="T6" fmla="*/ 103 w 10"/>
                <a:gd name="T7" fmla="*/ 87 h 5"/>
                <a:gd name="T8" fmla="*/ 0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5"/>
                    <a:pt x="5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7" name="Freeform 266">
              <a:extLst>
                <a:ext uri="{FF2B5EF4-FFF2-40B4-BE49-F238E27FC236}">
                  <a16:creationId xmlns:a16="http://schemas.microsoft.com/office/drawing/2014/main" id="{FCFCC34C-998E-450C-8D2E-4A32822CA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838"/>
              <a:ext cx="27" cy="11"/>
            </a:xfrm>
            <a:custGeom>
              <a:avLst/>
              <a:gdLst>
                <a:gd name="T0" fmla="*/ 0 w 10"/>
                <a:gd name="T1" fmla="*/ 22 h 4"/>
                <a:gd name="T2" fmla="*/ 103 w 10"/>
                <a:gd name="T3" fmla="*/ 0 h 4"/>
                <a:gd name="T4" fmla="*/ 197 w 10"/>
                <a:gd name="T5" fmla="*/ 61 h 4"/>
                <a:gd name="T6" fmla="*/ 103 w 10"/>
                <a:gd name="T7" fmla="*/ 83 h 4"/>
                <a:gd name="T8" fmla="*/ 0 w 10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8" y="0"/>
                    <a:pt x="10" y="2"/>
                    <a:pt x="10" y="3"/>
                  </a:cubicBezTo>
                  <a:cubicBezTo>
                    <a:pt x="10" y="4"/>
                    <a:pt x="7" y="4"/>
                    <a:pt x="5" y="4"/>
                  </a:cubicBezTo>
                  <a:cubicBezTo>
                    <a:pt x="2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8" name="Freeform 267">
              <a:extLst>
                <a:ext uri="{FF2B5EF4-FFF2-40B4-BE49-F238E27FC236}">
                  <a16:creationId xmlns:a16="http://schemas.microsoft.com/office/drawing/2014/main" id="{78B527B9-1F7D-4B7E-9CAE-05291E706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898"/>
              <a:ext cx="24" cy="14"/>
            </a:xfrm>
            <a:custGeom>
              <a:avLst/>
              <a:gdLst>
                <a:gd name="T0" fmla="*/ 0 w 9"/>
                <a:gd name="T1" fmla="*/ 48 h 5"/>
                <a:gd name="T2" fmla="*/ 93 w 9"/>
                <a:gd name="T3" fmla="*/ 22 h 5"/>
                <a:gd name="T4" fmla="*/ 171 w 9"/>
                <a:gd name="T5" fmla="*/ 62 h 5"/>
                <a:gd name="T6" fmla="*/ 77 w 9"/>
                <a:gd name="T7" fmla="*/ 109 h 5"/>
                <a:gd name="T8" fmla="*/ 0 w 9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9" name="Freeform 268">
              <a:extLst>
                <a:ext uri="{FF2B5EF4-FFF2-40B4-BE49-F238E27FC236}">
                  <a16:creationId xmlns:a16="http://schemas.microsoft.com/office/drawing/2014/main" id="{A3E7344A-40DB-4D5F-90BC-6D34F523F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940"/>
              <a:ext cx="27" cy="14"/>
            </a:xfrm>
            <a:custGeom>
              <a:avLst/>
              <a:gdLst>
                <a:gd name="T0" fmla="*/ 0 w 10"/>
                <a:gd name="T1" fmla="*/ 48 h 5"/>
                <a:gd name="T2" fmla="*/ 103 w 10"/>
                <a:gd name="T3" fmla="*/ 22 h 5"/>
                <a:gd name="T4" fmla="*/ 197 w 10"/>
                <a:gd name="T5" fmla="*/ 87 h 5"/>
                <a:gd name="T6" fmla="*/ 103 w 10"/>
                <a:gd name="T7" fmla="*/ 109 h 5"/>
                <a:gd name="T8" fmla="*/ 0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0" name="Freeform 269">
              <a:extLst>
                <a:ext uri="{FF2B5EF4-FFF2-40B4-BE49-F238E27FC236}">
                  <a16:creationId xmlns:a16="http://schemas.microsoft.com/office/drawing/2014/main" id="{7B234D16-643A-45C6-8E69-A4B931466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16"/>
              <a:ext cx="27" cy="15"/>
            </a:xfrm>
            <a:custGeom>
              <a:avLst/>
              <a:gdLst>
                <a:gd name="T0" fmla="*/ 22 w 10"/>
                <a:gd name="T1" fmla="*/ 54 h 5"/>
                <a:gd name="T2" fmla="*/ 116 w 10"/>
                <a:gd name="T3" fmla="*/ 27 h 5"/>
                <a:gd name="T4" fmla="*/ 197 w 10"/>
                <a:gd name="T5" fmla="*/ 108 h 5"/>
                <a:gd name="T6" fmla="*/ 103 w 10"/>
                <a:gd name="T7" fmla="*/ 135 h 5"/>
                <a:gd name="T8" fmla="*/ 22 w 10"/>
                <a:gd name="T9" fmla="*/ 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1" name="Freeform 270">
              <a:extLst>
                <a:ext uri="{FF2B5EF4-FFF2-40B4-BE49-F238E27FC236}">
                  <a16:creationId xmlns:a16="http://schemas.microsoft.com/office/drawing/2014/main" id="{5B1AF57D-2D23-4EE3-B89F-FE7A4403F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877"/>
              <a:ext cx="24" cy="14"/>
            </a:xfrm>
            <a:custGeom>
              <a:avLst/>
              <a:gdLst>
                <a:gd name="T0" fmla="*/ 0 w 9"/>
                <a:gd name="T1" fmla="*/ 48 h 5"/>
                <a:gd name="T2" fmla="*/ 93 w 9"/>
                <a:gd name="T3" fmla="*/ 22 h 5"/>
                <a:gd name="T4" fmla="*/ 171 w 9"/>
                <a:gd name="T5" fmla="*/ 87 h 5"/>
                <a:gd name="T6" fmla="*/ 77 w 9"/>
                <a:gd name="T7" fmla="*/ 109 h 5"/>
                <a:gd name="T8" fmla="*/ 0 w 9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3"/>
                    <a:pt x="9" y="4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2" name="Freeform 271">
              <a:extLst>
                <a:ext uri="{FF2B5EF4-FFF2-40B4-BE49-F238E27FC236}">
                  <a16:creationId xmlns:a16="http://schemas.microsoft.com/office/drawing/2014/main" id="{10464180-493A-44BA-B493-3282BA316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03"/>
              <a:ext cx="27" cy="14"/>
            </a:xfrm>
            <a:custGeom>
              <a:avLst/>
              <a:gdLst>
                <a:gd name="T0" fmla="*/ 22 w 10"/>
                <a:gd name="T1" fmla="*/ 48 h 5"/>
                <a:gd name="T2" fmla="*/ 116 w 10"/>
                <a:gd name="T3" fmla="*/ 22 h 5"/>
                <a:gd name="T4" fmla="*/ 197 w 10"/>
                <a:gd name="T5" fmla="*/ 87 h 5"/>
                <a:gd name="T6" fmla="*/ 103 w 10"/>
                <a:gd name="T7" fmla="*/ 109 h 5"/>
                <a:gd name="T8" fmla="*/ 22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3" name="Freeform 272">
              <a:extLst>
                <a:ext uri="{FF2B5EF4-FFF2-40B4-BE49-F238E27FC236}">
                  <a16:creationId xmlns:a16="http://schemas.microsoft.com/office/drawing/2014/main" id="{60ABB3E9-7F57-41F3-9FC9-A2858B75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735"/>
              <a:ext cx="24" cy="14"/>
            </a:xfrm>
            <a:custGeom>
              <a:avLst/>
              <a:gdLst>
                <a:gd name="T0" fmla="*/ 0 w 9"/>
                <a:gd name="T1" fmla="*/ 48 h 5"/>
                <a:gd name="T2" fmla="*/ 93 w 9"/>
                <a:gd name="T3" fmla="*/ 22 h 5"/>
                <a:gd name="T4" fmla="*/ 171 w 9"/>
                <a:gd name="T5" fmla="*/ 87 h 5"/>
                <a:gd name="T6" fmla="*/ 77 w 9"/>
                <a:gd name="T7" fmla="*/ 109 h 5"/>
                <a:gd name="T8" fmla="*/ 0 w 9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3"/>
                    <a:pt x="9" y="4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4" name="Freeform 273">
              <a:extLst>
                <a:ext uri="{FF2B5EF4-FFF2-40B4-BE49-F238E27FC236}">
                  <a16:creationId xmlns:a16="http://schemas.microsoft.com/office/drawing/2014/main" id="{CCF4D9A0-5C71-43F8-B953-81854F1DB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658"/>
              <a:ext cx="27" cy="14"/>
            </a:xfrm>
            <a:custGeom>
              <a:avLst/>
              <a:gdLst>
                <a:gd name="T0" fmla="*/ 0 w 10"/>
                <a:gd name="T1" fmla="*/ 48 h 5"/>
                <a:gd name="T2" fmla="*/ 103 w 10"/>
                <a:gd name="T3" fmla="*/ 22 h 5"/>
                <a:gd name="T4" fmla="*/ 176 w 10"/>
                <a:gd name="T5" fmla="*/ 62 h 5"/>
                <a:gd name="T6" fmla="*/ 81 w 10"/>
                <a:gd name="T7" fmla="*/ 87 h 5"/>
                <a:gd name="T8" fmla="*/ 0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1"/>
                    <a:pt x="3" y="0"/>
                    <a:pt x="5" y="1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5" name="Freeform 274">
              <a:extLst>
                <a:ext uri="{FF2B5EF4-FFF2-40B4-BE49-F238E27FC236}">
                  <a16:creationId xmlns:a16="http://schemas.microsoft.com/office/drawing/2014/main" id="{357C3FC2-D572-4B07-98E7-77F23F9E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582"/>
              <a:ext cx="24" cy="11"/>
            </a:xfrm>
            <a:custGeom>
              <a:avLst/>
              <a:gdLst>
                <a:gd name="T0" fmla="*/ 0 w 9"/>
                <a:gd name="T1" fmla="*/ 22 h 4"/>
                <a:gd name="T2" fmla="*/ 93 w 9"/>
                <a:gd name="T3" fmla="*/ 0 h 4"/>
                <a:gd name="T4" fmla="*/ 171 w 9"/>
                <a:gd name="T5" fmla="*/ 61 h 4"/>
                <a:gd name="T6" fmla="*/ 77 w 9"/>
                <a:gd name="T7" fmla="*/ 83 h 4"/>
                <a:gd name="T8" fmla="*/ 0 w 9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8" y="1"/>
                    <a:pt x="9" y="2"/>
                    <a:pt x="9" y="3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6" name="Freeform 275">
              <a:extLst>
                <a:ext uri="{FF2B5EF4-FFF2-40B4-BE49-F238E27FC236}">
                  <a16:creationId xmlns:a16="http://schemas.microsoft.com/office/drawing/2014/main" id="{47F5DAD9-DF71-4823-9C35-9559FE614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508"/>
              <a:ext cx="27" cy="11"/>
            </a:xfrm>
            <a:custGeom>
              <a:avLst/>
              <a:gdLst>
                <a:gd name="T0" fmla="*/ 22 w 10"/>
                <a:gd name="T1" fmla="*/ 22 h 4"/>
                <a:gd name="T2" fmla="*/ 116 w 10"/>
                <a:gd name="T3" fmla="*/ 0 h 4"/>
                <a:gd name="T4" fmla="*/ 197 w 10"/>
                <a:gd name="T5" fmla="*/ 61 h 4"/>
                <a:gd name="T6" fmla="*/ 103 w 10"/>
                <a:gd name="T7" fmla="*/ 83 h 4"/>
                <a:gd name="T8" fmla="*/ 22 w 10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4"/>
                    <a:pt x="5" y="4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7" name="Freeform 276">
              <a:extLst>
                <a:ext uri="{FF2B5EF4-FFF2-40B4-BE49-F238E27FC236}">
                  <a16:creationId xmlns:a16="http://schemas.microsoft.com/office/drawing/2014/main" id="{AADBC427-AD8D-4547-8700-915A30037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434"/>
              <a:ext cx="27" cy="14"/>
            </a:xfrm>
            <a:custGeom>
              <a:avLst/>
              <a:gdLst>
                <a:gd name="T0" fmla="*/ 0 w 10"/>
                <a:gd name="T1" fmla="*/ 48 h 5"/>
                <a:gd name="T2" fmla="*/ 103 w 10"/>
                <a:gd name="T3" fmla="*/ 22 h 5"/>
                <a:gd name="T4" fmla="*/ 197 w 10"/>
                <a:gd name="T5" fmla="*/ 87 h 5"/>
                <a:gd name="T6" fmla="*/ 103 w 10"/>
                <a:gd name="T7" fmla="*/ 109 h 5"/>
                <a:gd name="T8" fmla="*/ 0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8" name="Freeform 277">
              <a:extLst>
                <a:ext uri="{FF2B5EF4-FFF2-40B4-BE49-F238E27FC236}">
                  <a16:creationId xmlns:a16="http://schemas.microsoft.com/office/drawing/2014/main" id="{F013B051-473E-4DD3-BFC4-2F4EED994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366"/>
              <a:ext cx="27" cy="14"/>
            </a:xfrm>
            <a:custGeom>
              <a:avLst/>
              <a:gdLst>
                <a:gd name="T0" fmla="*/ 22 w 10"/>
                <a:gd name="T1" fmla="*/ 22 h 5"/>
                <a:gd name="T2" fmla="*/ 116 w 10"/>
                <a:gd name="T3" fmla="*/ 0 h 5"/>
                <a:gd name="T4" fmla="*/ 197 w 10"/>
                <a:gd name="T5" fmla="*/ 62 h 5"/>
                <a:gd name="T6" fmla="*/ 103 w 10"/>
                <a:gd name="T7" fmla="*/ 87 h 5"/>
                <a:gd name="T8" fmla="*/ 22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8" y="5"/>
                    <a:pt x="5" y="4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9" name="Freeform 278">
              <a:extLst>
                <a:ext uri="{FF2B5EF4-FFF2-40B4-BE49-F238E27FC236}">
                  <a16:creationId xmlns:a16="http://schemas.microsoft.com/office/drawing/2014/main" id="{311134AC-72BD-4621-86BF-929336D9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883"/>
              <a:ext cx="26" cy="15"/>
            </a:xfrm>
            <a:custGeom>
              <a:avLst/>
              <a:gdLst>
                <a:gd name="T0" fmla="*/ 0 w 10"/>
                <a:gd name="T1" fmla="*/ 108 h 5"/>
                <a:gd name="T2" fmla="*/ 88 w 10"/>
                <a:gd name="T3" fmla="*/ 27 h 5"/>
                <a:gd name="T4" fmla="*/ 177 w 10"/>
                <a:gd name="T5" fmla="*/ 27 h 5"/>
                <a:gd name="T6" fmla="*/ 88 w 10"/>
                <a:gd name="T7" fmla="*/ 108 h 5"/>
                <a:gd name="T8" fmla="*/ 0 w 10"/>
                <a:gd name="T9" fmla="*/ 10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7" y="0"/>
                    <a:pt x="9" y="0"/>
                    <a:pt x="10" y="1"/>
                  </a:cubicBezTo>
                  <a:cubicBezTo>
                    <a:pt x="10" y="2"/>
                    <a:pt x="8" y="4"/>
                    <a:pt x="5" y="4"/>
                  </a:cubicBezTo>
                  <a:cubicBezTo>
                    <a:pt x="3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0" name="Freeform 279">
              <a:extLst>
                <a:ext uri="{FF2B5EF4-FFF2-40B4-BE49-F238E27FC236}">
                  <a16:creationId xmlns:a16="http://schemas.microsoft.com/office/drawing/2014/main" id="{306573DB-0907-4F83-AC4D-54144583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869"/>
              <a:ext cx="24" cy="12"/>
            </a:xfrm>
            <a:custGeom>
              <a:avLst/>
              <a:gdLst>
                <a:gd name="T0" fmla="*/ 0 w 9"/>
                <a:gd name="T1" fmla="*/ 54 h 4"/>
                <a:gd name="T2" fmla="*/ 93 w 9"/>
                <a:gd name="T3" fmla="*/ 0 h 4"/>
                <a:gd name="T4" fmla="*/ 171 w 9"/>
                <a:gd name="T5" fmla="*/ 54 h 4"/>
                <a:gd name="T6" fmla="*/ 77 w 9"/>
                <a:gd name="T7" fmla="*/ 108 h 4"/>
                <a:gd name="T8" fmla="*/ 0 w 9"/>
                <a:gd name="T9" fmla="*/ 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1"/>
                    <a:pt x="9" y="2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1" name="Freeform 280">
              <a:extLst>
                <a:ext uri="{FF2B5EF4-FFF2-40B4-BE49-F238E27FC236}">
                  <a16:creationId xmlns:a16="http://schemas.microsoft.com/office/drawing/2014/main" id="{269D2897-4EC5-4B8D-B96E-8C494809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005"/>
              <a:ext cx="22" cy="23"/>
            </a:xfrm>
            <a:custGeom>
              <a:avLst/>
              <a:gdLst>
                <a:gd name="T0" fmla="*/ 22 w 8"/>
                <a:gd name="T1" fmla="*/ 26 h 8"/>
                <a:gd name="T2" fmla="*/ 107 w 8"/>
                <a:gd name="T3" fmla="*/ 75 h 8"/>
                <a:gd name="T4" fmla="*/ 143 w 8"/>
                <a:gd name="T5" fmla="*/ 167 h 8"/>
                <a:gd name="T6" fmla="*/ 61 w 8"/>
                <a:gd name="T7" fmla="*/ 115 h 8"/>
                <a:gd name="T8" fmla="*/ 22 w 8"/>
                <a:gd name="T9" fmla="*/ 2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1" y="0"/>
                    <a:pt x="3" y="1"/>
                    <a:pt x="5" y="3"/>
                  </a:cubicBezTo>
                  <a:cubicBezTo>
                    <a:pt x="7" y="4"/>
                    <a:pt x="8" y="7"/>
                    <a:pt x="7" y="7"/>
                  </a:cubicBezTo>
                  <a:cubicBezTo>
                    <a:pt x="7" y="8"/>
                    <a:pt x="5" y="7"/>
                    <a:pt x="3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2" name="Freeform 281">
              <a:extLst>
                <a:ext uri="{FF2B5EF4-FFF2-40B4-BE49-F238E27FC236}">
                  <a16:creationId xmlns:a16="http://schemas.microsoft.com/office/drawing/2014/main" id="{FB00510A-DA16-42DC-957F-5DE199D03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244"/>
              <a:ext cx="16" cy="25"/>
            </a:xfrm>
            <a:custGeom>
              <a:avLst/>
              <a:gdLst>
                <a:gd name="T0" fmla="*/ 21 w 6"/>
                <a:gd name="T1" fmla="*/ 0 h 9"/>
                <a:gd name="T2" fmla="*/ 93 w 6"/>
                <a:gd name="T3" fmla="*/ 86 h 9"/>
                <a:gd name="T4" fmla="*/ 93 w 6"/>
                <a:gd name="T5" fmla="*/ 192 h 9"/>
                <a:gd name="T6" fmla="*/ 35 w 6"/>
                <a:gd name="T7" fmla="*/ 108 h 9"/>
                <a:gd name="T8" fmla="*/ 21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2" y="0"/>
                    <a:pt x="4" y="1"/>
                    <a:pt x="5" y="4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4" y="9"/>
                    <a:pt x="3" y="8"/>
                    <a:pt x="2" y="5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3" name="Freeform 282">
              <a:extLst>
                <a:ext uri="{FF2B5EF4-FFF2-40B4-BE49-F238E27FC236}">
                  <a16:creationId xmlns:a16="http://schemas.microsoft.com/office/drawing/2014/main" id="{818D5EA0-6CB7-4D4A-AD86-8D0FE98D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516"/>
              <a:ext cx="11" cy="29"/>
            </a:xfrm>
            <a:custGeom>
              <a:avLst/>
              <a:gdLst>
                <a:gd name="T0" fmla="*/ 47 w 4"/>
                <a:gd name="T1" fmla="*/ 0 h 10"/>
                <a:gd name="T2" fmla="*/ 83 w 4"/>
                <a:gd name="T3" fmla="*/ 128 h 10"/>
                <a:gd name="T4" fmla="*/ 22 w 4"/>
                <a:gd name="T5" fmla="*/ 244 h 10"/>
                <a:gd name="T6" fmla="*/ 0 w 4"/>
                <a:gd name="T7" fmla="*/ 128 h 10"/>
                <a:gd name="T8" fmla="*/ 47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3" y="0"/>
                    <a:pt x="4" y="3"/>
                    <a:pt x="4" y="5"/>
                  </a:cubicBezTo>
                  <a:cubicBezTo>
                    <a:pt x="4" y="8"/>
                    <a:pt x="2" y="10"/>
                    <a:pt x="1" y="10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4" name="Freeform 283">
              <a:extLst>
                <a:ext uri="{FF2B5EF4-FFF2-40B4-BE49-F238E27FC236}">
                  <a16:creationId xmlns:a16="http://schemas.microsoft.com/office/drawing/2014/main" id="{71BE3CA7-4FF8-46F8-BCA8-3C02D0F98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772"/>
              <a:ext cx="16" cy="28"/>
            </a:xfrm>
            <a:custGeom>
              <a:avLst/>
              <a:gdLst>
                <a:gd name="T0" fmla="*/ 93 w 6"/>
                <a:gd name="T1" fmla="*/ 22 h 10"/>
                <a:gd name="T2" fmla="*/ 93 w 6"/>
                <a:gd name="T3" fmla="*/ 134 h 10"/>
                <a:gd name="T4" fmla="*/ 21 w 6"/>
                <a:gd name="T5" fmla="*/ 196 h 10"/>
                <a:gd name="T6" fmla="*/ 21 w 6"/>
                <a:gd name="T7" fmla="*/ 87 h 10"/>
                <a:gd name="T8" fmla="*/ 93 w 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5" y="1"/>
                  </a:moveTo>
                  <a:cubicBezTo>
                    <a:pt x="6" y="1"/>
                    <a:pt x="6" y="3"/>
                    <a:pt x="5" y="6"/>
                  </a:cubicBezTo>
                  <a:cubicBezTo>
                    <a:pt x="4" y="8"/>
                    <a:pt x="2" y="10"/>
                    <a:pt x="1" y="9"/>
                  </a:cubicBezTo>
                  <a:cubicBezTo>
                    <a:pt x="0" y="9"/>
                    <a:pt x="0" y="7"/>
                    <a:pt x="1" y="4"/>
                  </a:cubicBezTo>
                  <a:cubicBezTo>
                    <a:pt x="2" y="2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5" name="Freeform 284">
              <a:extLst>
                <a:ext uri="{FF2B5EF4-FFF2-40B4-BE49-F238E27FC236}">
                  <a16:creationId xmlns:a16="http://schemas.microsoft.com/office/drawing/2014/main" id="{79B5E147-16BA-4A96-99B4-8C00F185C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985"/>
              <a:ext cx="21" cy="22"/>
            </a:xfrm>
            <a:custGeom>
              <a:avLst/>
              <a:gdLst>
                <a:gd name="T0" fmla="*/ 144 w 8"/>
                <a:gd name="T1" fmla="*/ 22 h 8"/>
                <a:gd name="T2" fmla="*/ 110 w 8"/>
                <a:gd name="T3" fmla="*/ 107 h 8"/>
                <a:gd name="T4" fmla="*/ 21 w 8"/>
                <a:gd name="T5" fmla="*/ 143 h 8"/>
                <a:gd name="T6" fmla="*/ 55 w 8"/>
                <a:gd name="T7" fmla="*/ 47 h 8"/>
                <a:gd name="T8" fmla="*/ 144 w 8"/>
                <a:gd name="T9" fmla="*/ 2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8" y="1"/>
                    <a:pt x="8" y="3"/>
                    <a:pt x="6" y="5"/>
                  </a:cubicBezTo>
                  <a:cubicBezTo>
                    <a:pt x="4" y="7"/>
                    <a:pt x="2" y="8"/>
                    <a:pt x="1" y="7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1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6" name="Freeform 285">
              <a:extLst>
                <a:ext uri="{FF2B5EF4-FFF2-40B4-BE49-F238E27FC236}">
                  <a16:creationId xmlns:a16="http://schemas.microsoft.com/office/drawing/2014/main" id="{BA3AB4A3-E99C-4F08-8A68-3C597D874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3104"/>
              <a:ext cx="26" cy="14"/>
            </a:xfrm>
            <a:custGeom>
              <a:avLst/>
              <a:gdLst>
                <a:gd name="T0" fmla="*/ 156 w 10"/>
                <a:gd name="T1" fmla="*/ 22 h 5"/>
                <a:gd name="T2" fmla="*/ 88 w 10"/>
                <a:gd name="T3" fmla="*/ 87 h 5"/>
                <a:gd name="T4" fmla="*/ 0 w 10"/>
                <a:gd name="T5" fmla="*/ 62 h 5"/>
                <a:gd name="T6" fmla="*/ 68 w 10"/>
                <a:gd name="T7" fmla="*/ 0 h 5"/>
                <a:gd name="T8" fmla="*/ 156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9" y="1"/>
                  </a:moveTo>
                  <a:cubicBezTo>
                    <a:pt x="10" y="2"/>
                    <a:pt x="8" y="3"/>
                    <a:pt x="5" y="4"/>
                  </a:cubicBezTo>
                  <a:cubicBezTo>
                    <a:pt x="3" y="5"/>
                    <a:pt x="0" y="4"/>
                    <a:pt x="0" y="3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7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7" name="Freeform 286">
              <a:extLst>
                <a:ext uri="{FF2B5EF4-FFF2-40B4-BE49-F238E27FC236}">
                  <a16:creationId xmlns:a16="http://schemas.microsoft.com/office/drawing/2014/main" id="{70A643D5-D454-4034-A182-A59B896C7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3061"/>
              <a:ext cx="24" cy="17"/>
            </a:xfrm>
            <a:custGeom>
              <a:avLst/>
              <a:gdLst>
                <a:gd name="T0" fmla="*/ 171 w 9"/>
                <a:gd name="T1" fmla="*/ 113 h 6"/>
                <a:gd name="T2" fmla="*/ 77 w 9"/>
                <a:gd name="T3" fmla="*/ 88 h 6"/>
                <a:gd name="T4" fmla="*/ 21 w 9"/>
                <a:gd name="T5" fmla="*/ 0 h 6"/>
                <a:gd name="T6" fmla="*/ 115 w 9"/>
                <a:gd name="T7" fmla="*/ 26 h 6"/>
                <a:gd name="T8" fmla="*/ 171 w 9"/>
                <a:gd name="T9" fmla="*/ 11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4"/>
                  </a:cubicBezTo>
                  <a:cubicBezTo>
                    <a:pt x="2" y="3"/>
                    <a:pt x="0" y="1"/>
                    <a:pt x="1" y="0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4"/>
                    <a:pt x="9" y="5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8" name="Freeform 287">
              <a:extLst>
                <a:ext uri="{FF2B5EF4-FFF2-40B4-BE49-F238E27FC236}">
                  <a16:creationId xmlns:a16="http://schemas.microsoft.com/office/drawing/2014/main" id="{AA59AB26-9C22-4222-BB89-6FF11104A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64"/>
              <a:ext cx="1618" cy="360"/>
            </a:xfrm>
            <a:custGeom>
              <a:avLst/>
              <a:gdLst>
                <a:gd name="T0" fmla="*/ 11310 w 608"/>
                <a:gd name="T1" fmla="*/ 2506 h 127"/>
                <a:gd name="T2" fmla="*/ 10517 w 608"/>
                <a:gd name="T3" fmla="*/ 2211 h 127"/>
                <a:gd name="T4" fmla="*/ 9745 w 608"/>
                <a:gd name="T5" fmla="*/ 1752 h 127"/>
                <a:gd name="T6" fmla="*/ 8540 w 608"/>
                <a:gd name="T7" fmla="*/ 1366 h 127"/>
                <a:gd name="T8" fmla="*/ 7273 w 608"/>
                <a:gd name="T9" fmla="*/ 1253 h 127"/>
                <a:gd name="T10" fmla="*/ 5652 w 608"/>
                <a:gd name="T11" fmla="*/ 797 h 127"/>
                <a:gd name="T12" fmla="*/ 4298 w 608"/>
                <a:gd name="T13" fmla="*/ 570 h 127"/>
                <a:gd name="T14" fmla="*/ 2392 w 608"/>
                <a:gd name="T15" fmla="*/ 363 h 127"/>
                <a:gd name="T16" fmla="*/ 1474 w 608"/>
                <a:gd name="T17" fmla="*/ 272 h 127"/>
                <a:gd name="T18" fmla="*/ 0 w 608"/>
                <a:gd name="T19" fmla="*/ 0 h 127"/>
                <a:gd name="T20" fmla="*/ 192 w 608"/>
                <a:gd name="T21" fmla="*/ 298 h 127"/>
                <a:gd name="T22" fmla="*/ 1091 w 608"/>
                <a:gd name="T23" fmla="*/ 522 h 127"/>
                <a:gd name="T24" fmla="*/ 2621 w 608"/>
                <a:gd name="T25" fmla="*/ 981 h 127"/>
                <a:gd name="T26" fmla="*/ 4881 w 608"/>
                <a:gd name="T27" fmla="*/ 1142 h 127"/>
                <a:gd name="T28" fmla="*/ 6424 w 608"/>
                <a:gd name="T29" fmla="*/ 1616 h 127"/>
                <a:gd name="T30" fmla="*/ 6693 w 608"/>
                <a:gd name="T31" fmla="*/ 2024 h 127"/>
                <a:gd name="T32" fmla="*/ 7819 w 608"/>
                <a:gd name="T33" fmla="*/ 2163 h 127"/>
                <a:gd name="T34" fmla="*/ 10552 w 608"/>
                <a:gd name="T35" fmla="*/ 2803 h 127"/>
                <a:gd name="T36" fmla="*/ 11345 w 608"/>
                <a:gd name="T37" fmla="*/ 2891 h 127"/>
                <a:gd name="T38" fmla="*/ 11310 w 608"/>
                <a:gd name="T39" fmla="*/ 2506 h 1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27">
                  <a:moveTo>
                    <a:pt x="600" y="110"/>
                  </a:moveTo>
                  <a:cubicBezTo>
                    <a:pt x="594" y="105"/>
                    <a:pt x="565" y="101"/>
                    <a:pt x="558" y="97"/>
                  </a:cubicBezTo>
                  <a:cubicBezTo>
                    <a:pt x="546" y="88"/>
                    <a:pt x="531" y="82"/>
                    <a:pt x="517" y="77"/>
                  </a:cubicBezTo>
                  <a:cubicBezTo>
                    <a:pt x="496" y="69"/>
                    <a:pt x="476" y="63"/>
                    <a:pt x="453" y="60"/>
                  </a:cubicBezTo>
                  <a:cubicBezTo>
                    <a:pt x="431" y="57"/>
                    <a:pt x="408" y="60"/>
                    <a:pt x="386" y="55"/>
                  </a:cubicBezTo>
                  <a:cubicBezTo>
                    <a:pt x="357" y="50"/>
                    <a:pt x="329" y="41"/>
                    <a:pt x="300" y="35"/>
                  </a:cubicBezTo>
                  <a:cubicBezTo>
                    <a:pt x="276" y="30"/>
                    <a:pt x="252" y="29"/>
                    <a:pt x="228" y="25"/>
                  </a:cubicBezTo>
                  <a:cubicBezTo>
                    <a:pt x="191" y="19"/>
                    <a:pt x="164" y="18"/>
                    <a:pt x="127" y="16"/>
                  </a:cubicBezTo>
                  <a:cubicBezTo>
                    <a:pt x="110" y="15"/>
                    <a:pt x="95" y="14"/>
                    <a:pt x="78" y="12"/>
                  </a:cubicBezTo>
                  <a:cubicBezTo>
                    <a:pt x="66" y="11"/>
                    <a:pt x="14" y="4"/>
                    <a:pt x="0" y="0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139" y="43"/>
                    <a:pt x="139" y="43"/>
                    <a:pt x="139" y="43"/>
                  </a:cubicBezTo>
                  <a:cubicBezTo>
                    <a:pt x="259" y="50"/>
                    <a:pt x="259" y="50"/>
                    <a:pt x="259" y="50"/>
                  </a:cubicBezTo>
                  <a:cubicBezTo>
                    <a:pt x="341" y="71"/>
                    <a:pt x="341" y="71"/>
                    <a:pt x="341" y="71"/>
                  </a:cubicBezTo>
                  <a:cubicBezTo>
                    <a:pt x="345" y="90"/>
                    <a:pt x="353" y="77"/>
                    <a:pt x="355" y="89"/>
                  </a:cubicBezTo>
                  <a:cubicBezTo>
                    <a:pt x="375" y="91"/>
                    <a:pt x="395" y="93"/>
                    <a:pt x="415" y="95"/>
                  </a:cubicBezTo>
                  <a:cubicBezTo>
                    <a:pt x="486" y="101"/>
                    <a:pt x="534" y="116"/>
                    <a:pt x="560" y="123"/>
                  </a:cubicBezTo>
                  <a:cubicBezTo>
                    <a:pt x="573" y="126"/>
                    <a:pt x="588" y="127"/>
                    <a:pt x="602" y="127"/>
                  </a:cubicBezTo>
                  <a:cubicBezTo>
                    <a:pt x="595" y="120"/>
                    <a:pt x="608" y="115"/>
                    <a:pt x="600" y="11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9" name="Line 288">
              <a:extLst>
                <a:ext uri="{FF2B5EF4-FFF2-40B4-BE49-F238E27FC236}">
                  <a16:creationId xmlns:a16="http://schemas.microsoft.com/office/drawing/2014/main" id="{EA502153-D372-49E5-8044-2FE4DD3DDE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2" y="2451"/>
              <a:ext cx="27" cy="6"/>
            </a:xfrm>
            <a:prstGeom prst="line">
              <a:avLst/>
            </a:prstGeom>
            <a:noFill/>
            <a:ln w="49213" cap="rnd">
              <a:solidFill>
                <a:srgbClr val="E00A0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0" name="Freeform 289">
              <a:extLst>
                <a:ext uri="{FF2B5EF4-FFF2-40B4-BE49-F238E27FC236}">
                  <a16:creationId xmlns:a16="http://schemas.microsoft.com/office/drawing/2014/main" id="{B7B4BB08-C697-4939-A3D3-1CD213FF6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753"/>
              <a:ext cx="1259" cy="284"/>
            </a:xfrm>
            <a:custGeom>
              <a:avLst/>
              <a:gdLst>
                <a:gd name="T0" fmla="*/ 136 w 473"/>
                <a:gd name="T1" fmla="*/ 114 h 100"/>
                <a:gd name="T2" fmla="*/ 602 w 473"/>
                <a:gd name="T3" fmla="*/ 483 h 100"/>
                <a:gd name="T4" fmla="*/ 1246 w 473"/>
                <a:gd name="T5" fmla="*/ 662 h 100"/>
                <a:gd name="T6" fmla="*/ 2055 w 473"/>
                <a:gd name="T7" fmla="*/ 960 h 100"/>
                <a:gd name="T8" fmla="*/ 2925 w 473"/>
                <a:gd name="T9" fmla="*/ 1193 h 100"/>
                <a:gd name="T10" fmla="*/ 3756 w 473"/>
                <a:gd name="T11" fmla="*/ 1534 h 100"/>
                <a:gd name="T12" fmla="*/ 5811 w 473"/>
                <a:gd name="T13" fmla="*/ 1968 h 100"/>
                <a:gd name="T14" fmla="*/ 7445 w 473"/>
                <a:gd name="T15" fmla="*/ 2266 h 100"/>
                <a:gd name="T16" fmla="*/ 7921 w 473"/>
                <a:gd name="T17" fmla="*/ 2292 h 100"/>
                <a:gd name="T18" fmla="*/ 8283 w 473"/>
                <a:gd name="T19" fmla="*/ 2201 h 100"/>
                <a:gd name="T20" fmla="*/ 8616 w 473"/>
                <a:gd name="T21" fmla="*/ 2153 h 100"/>
                <a:gd name="T22" fmla="*/ 8864 w 473"/>
                <a:gd name="T23" fmla="*/ 2016 h 100"/>
                <a:gd name="T24" fmla="*/ 8693 w 473"/>
                <a:gd name="T25" fmla="*/ 1855 h 100"/>
                <a:gd name="T26" fmla="*/ 7956 w 473"/>
                <a:gd name="T27" fmla="*/ 1741 h 100"/>
                <a:gd name="T28" fmla="*/ 7432 w 473"/>
                <a:gd name="T29" fmla="*/ 1670 h 100"/>
                <a:gd name="T30" fmla="*/ 7320 w 473"/>
                <a:gd name="T31" fmla="*/ 1928 h 100"/>
                <a:gd name="T32" fmla="*/ 6923 w 473"/>
                <a:gd name="T33" fmla="*/ 2104 h 100"/>
                <a:gd name="T34" fmla="*/ 6298 w 473"/>
                <a:gd name="T35" fmla="*/ 1928 h 100"/>
                <a:gd name="T36" fmla="*/ 5994 w 473"/>
                <a:gd name="T37" fmla="*/ 1741 h 100"/>
                <a:gd name="T38" fmla="*/ 5470 w 473"/>
                <a:gd name="T39" fmla="*/ 1670 h 100"/>
                <a:gd name="T40" fmla="*/ 4810 w 473"/>
                <a:gd name="T41" fmla="*/ 1491 h 100"/>
                <a:gd name="T42" fmla="*/ 4301 w 473"/>
                <a:gd name="T43" fmla="*/ 1443 h 100"/>
                <a:gd name="T44" fmla="*/ 3812 w 473"/>
                <a:gd name="T45" fmla="*/ 1235 h 100"/>
                <a:gd name="T46" fmla="*/ 3508 w 473"/>
                <a:gd name="T47" fmla="*/ 1218 h 100"/>
                <a:gd name="T48" fmla="*/ 2925 w 473"/>
                <a:gd name="T49" fmla="*/ 1145 h 100"/>
                <a:gd name="T50" fmla="*/ 2076 w 473"/>
                <a:gd name="T51" fmla="*/ 960 h 100"/>
                <a:gd name="T52" fmla="*/ 1871 w 473"/>
                <a:gd name="T53" fmla="*/ 758 h 100"/>
                <a:gd name="T54" fmla="*/ 1544 w 473"/>
                <a:gd name="T55" fmla="*/ 684 h 100"/>
                <a:gd name="T56" fmla="*/ 1224 w 473"/>
                <a:gd name="T57" fmla="*/ 460 h 100"/>
                <a:gd name="T58" fmla="*/ 977 w 473"/>
                <a:gd name="T59" fmla="*/ 250 h 100"/>
                <a:gd name="T60" fmla="*/ 639 w 473"/>
                <a:gd name="T61" fmla="*/ 88 h 100"/>
                <a:gd name="T62" fmla="*/ 261 w 473"/>
                <a:gd name="T63" fmla="*/ 88 h 100"/>
                <a:gd name="T64" fmla="*/ 0 w 473"/>
                <a:gd name="T65" fmla="*/ 0 h 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73" h="100">
                  <a:moveTo>
                    <a:pt x="7" y="5"/>
                  </a:moveTo>
                  <a:cubicBezTo>
                    <a:pt x="15" y="10"/>
                    <a:pt x="25" y="14"/>
                    <a:pt x="32" y="21"/>
                  </a:cubicBezTo>
                  <a:cubicBezTo>
                    <a:pt x="39" y="27"/>
                    <a:pt x="58" y="25"/>
                    <a:pt x="66" y="29"/>
                  </a:cubicBezTo>
                  <a:cubicBezTo>
                    <a:pt x="80" y="35"/>
                    <a:pt x="95" y="39"/>
                    <a:pt x="109" y="42"/>
                  </a:cubicBezTo>
                  <a:cubicBezTo>
                    <a:pt x="124" y="46"/>
                    <a:pt x="140" y="49"/>
                    <a:pt x="155" y="52"/>
                  </a:cubicBezTo>
                  <a:cubicBezTo>
                    <a:pt x="174" y="55"/>
                    <a:pt x="180" y="63"/>
                    <a:pt x="199" y="67"/>
                  </a:cubicBezTo>
                  <a:cubicBezTo>
                    <a:pt x="235" y="75"/>
                    <a:pt x="272" y="79"/>
                    <a:pt x="308" y="86"/>
                  </a:cubicBezTo>
                  <a:cubicBezTo>
                    <a:pt x="336" y="92"/>
                    <a:pt x="366" y="98"/>
                    <a:pt x="395" y="99"/>
                  </a:cubicBezTo>
                  <a:cubicBezTo>
                    <a:pt x="403" y="99"/>
                    <a:pt x="412" y="100"/>
                    <a:pt x="420" y="100"/>
                  </a:cubicBezTo>
                  <a:cubicBezTo>
                    <a:pt x="426" y="99"/>
                    <a:pt x="432" y="97"/>
                    <a:pt x="439" y="96"/>
                  </a:cubicBezTo>
                  <a:cubicBezTo>
                    <a:pt x="445" y="95"/>
                    <a:pt x="451" y="95"/>
                    <a:pt x="457" y="94"/>
                  </a:cubicBezTo>
                  <a:cubicBezTo>
                    <a:pt x="461" y="93"/>
                    <a:pt x="467" y="92"/>
                    <a:pt x="470" y="88"/>
                  </a:cubicBezTo>
                  <a:cubicBezTo>
                    <a:pt x="473" y="82"/>
                    <a:pt x="465" y="82"/>
                    <a:pt x="461" y="81"/>
                  </a:cubicBezTo>
                  <a:cubicBezTo>
                    <a:pt x="448" y="78"/>
                    <a:pt x="435" y="78"/>
                    <a:pt x="422" y="76"/>
                  </a:cubicBezTo>
                  <a:cubicBezTo>
                    <a:pt x="415" y="74"/>
                    <a:pt x="401" y="69"/>
                    <a:pt x="394" y="73"/>
                  </a:cubicBezTo>
                  <a:cubicBezTo>
                    <a:pt x="389" y="75"/>
                    <a:pt x="390" y="80"/>
                    <a:pt x="388" y="84"/>
                  </a:cubicBezTo>
                  <a:cubicBezTo>
                    <a:pt x="385" y="93"/>
                    <a:pt x="375" y="93"/>
                    <a:pt x="367" y="92"/>
                  </a:cubicBezTo>
                  <a:cubicBezTo>
                    <a:pt x="357" y="91"/>
                    <a:pt x="344" y="89"/>
                    <a:pt x="334" y="84"/>
                  </a:cubicBezTo>
                  <a:cubicBezTo>
                    <a:pt x="329" y="82"/>
                    <a:pt x="324" y="78"/>
                    <a:pt x="318" y="76"/>
                  </a:cubicBezTo>
                  <a:cubicBezTo>
                    <a:pt x="309" y="74"/>
                    <a:pt x="300" y="74"/>
                    <a:pt x="290" y="73"/>
                  </a:cubicBezTo>
                  <a:cubicBezTo>
                    <a:pt x="278" y="71"/>
                    <a:pt x="267" y="67"/>
                    <a:pt x="255" y="65"/>
                  </a:cubicBezTo>
                  <a:cubicBezTo>
                    <a:pt x="246" y="63"/>
                    <a:pt x="237" y="65"/>
                    <a:pt x="228" y="63"/>
                  </a:cubicBezTo>
                  <a:cubicBezTo>
                    <a:pt x="219" y="61"/>
                    <a:pt x="211" y="56"/>
                    <a:pt x="202" y="54"/>
                  </a:cubicBezTo>
                  <a:cubicBezTo>
                    <a:pt x="197" y="53"/>
                    <a:pt x="191" y="53"/>
                    <a:pt x="186" y="53"/>
                  </a:cubicBezTo>
                  <a:cubicBezTo>
                    <a:pt x="175" y="53"/>
                    <a:pt x="165" y="51"/>
                    <a:pt x="155" y="50"/>
                  </a:cubicBezTo>
                  <a:cubicBezTo>
                    <a:pt x="140" y="47"/>
                    <a:pt x="124" y="46"/>
                    <a:pt x="110" y="42"/>
                  </a:cubicBezTo>
                  <a:cubicBezTo>
                    <a:pt x="103" y="40"/>
                    <a:pt x="105" y="36"/>
                    <a:pt x="99" y="33"/>
                  </a:cubicBezTo>
                  <a:cubicBezTo>
                    <a:pt x="94" y="31"/>
                    <a:pt x="88" y="32"/>
                    <a:pt x="82" y="30"/>
                  </a:cubicBezTo>
                  <a:cubicBezTo>
                    <a:pt x="76" y="27"/>
                    <a:pt x="71" y="22"/>
                    <a:pt x="65" y="20"/>
                  </a:cubicBezTo>
                  <a:cubicBezTo>
                    <a:pt x="60" y="17"/>
                    <a:pt x="56" y="14"/>
                    <a:pt x="52" y="11"/>
                  </a:cubicBezTo>
                  <a:cubicBezTo>
                    <a:pt x="47" y="7"/>
                    <a:pt x="41" y="5"/>
                    <a:pt x="34" y="4"/>
                  </a:cubicBezTo>
                  <a:cubicBezTo>
                    <a:pt x="27" y="3"/>
                    <a:pt x="21" y="4"/>
                    <a:pt x="14" y="4"/>
                  </a:cubicBezTo>
                  <a:cubicBezTo>
                    <a:pt x="9" y="3"/>
                    <a:pt x="5" y="1"/>
                    <a:pt x="0" y="0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1" name="Freeform 290">
              <a:extLst>
                <a:ext uri="{FF2B5EF4-FFF2-40B4-BE49-F238E27FC236}">
                  <a16:creationId xmlns:a16="http://schemas.microsoft.com/office/drawing/2014/main" id="{32AD38DC-3F1B-4CFB-843F-58DB034A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795"/>
              <a:ext cx="1177" cy="321"/>
            </a:xfrm>
            <a:custGeom>
              <a:avLst/>
              <a:gdLst>
                <a:gd name="T0" fmla="*/ 8290 w 442"/>
                <a:gd name="T1" fmla="*/ 1792 h 113"/>
                <a:gd name="T2" fmla="*/ 6175 w 442"/>
                <a:gd name="T3" fmla="*/ 1443 h 113"/>
                <a:gd name="T4" fmla="*/ 2964 w 442"/>
                <a:gd name="T5" fmla="*/ 784 h 113"/>
                <a:gd name="T6" fmla="*/ 341 w 442"/>
                <a:gd name="T7" fmla="*/ 26 h 113"/>
                <a:gd name="T8" fmla="*/ 0 w 442"/>
                <a:gd name="T9" fmla="*/ 0 h 113"/>
                <a:gd name="T10" fmla="*/ 397 w 442"/>
                <a:gd name="T11" fmla="*/ 758 h 113"/>
                <a:gd name="T12" fmla="*/ 8346 w 442"/>
                <a:gd name="T13" fmla="*/ 2591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113">
                  <a:moveTo>
                    <a:pt x="439" y="78"/>
                  </a:moveTo>
                  <a:cubicBezTo>
                    <a:pt x="419" y="77"/>
                    <a:pt x="374" y="72"/>
                    <a:pt x="327" y="63"/>
                  </a:cubicBezTo>
                  <a:cubicBezTo>
                    <a:pt x="281" y="54"/>
                    <a:pt x="199" y="38"/>
                    <a:pt x="157" y="34"/>
                  </a:cubicBezTo>
                  <a:cubicBezTo>
                    <a:pt x="115" y="30"/>
                    <a:pt x="47" y="2"/>
                    <a:pt x="18" y="1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442" y="113"/>
                    <a:pt x="442" y="113"/>
                    <a:pt x="442" y="11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2" name="Freeform 291">
              <a:extLst>
                <a:ext uri="{FF2B5EF4-FFF2-40B4-BE49-F238E27FC236}">
                  <a16:creationId xmlns:a16="http://schemas.microsoft.com/office/drawing/2014/main" id="{0A095FA0-D02F-4E6A-A5B3-9667ED96C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360"/>
              <a:ext cx="1347" cy="304"/>
            </a:xfrm>
            <a:custGeom>
              <a:avLst/>
              <a:gdLst>
                <a:gd name="T0" fmla="*/ 4076 w 506"/>
                <a:gd name="T1" fmla="*/ 710 h 107"/>
                <a:gd name="T2" fmla="*/ 4379 w 506"/>
                <a:gd name="T3" fmla="*/ 736 h 107"/>
                <a:gd name="T4" fmla="*/ 4813 w 506"/>
                <a:gd name="T5" fmla="*/ 895 h 107"/>
                <a:gd name="T6" fmla="*/ 5436 w 506"/>
                <a:gd name="T7" fmla="*/ 986 h 107"/>
                <a:gd name="T8" fmla="*/ 6264 w 506"/>
                <a:gd name="T9" fmla="*/ 1236 h 107"/>
                <a:gd name="T10" fmla="*/ 7129 w 506"/>
                <a:gd name="T11" fmla="*/ 1517 h 107"/>
                <a:gd name="T12" fmla="*/ 7845 w 506"/>
                <a:gd name="T13" fmla="*/ 1767 h 107"/>
                <a:gd name="T14" fmla="*/ 8958 w 506"/>
                <a:gd name="T15" fmla="*/ 2065 h 107"/>
                <a:gd name="T16" fmla="*/ 9546 w 506"/>
                <a:gd name="T17" fmla="*/ 2429 h 107"/>
                <a:gd name="T18" fmla="*/ 9410 w 506"/>
                <a:gd name="T19" fmla="*/ 2429 h 107"/>
                <a:gd name="T20" fmla="*/ 8830 w 506"/>
                <a:gd name="T21" fmla="*/ 2267 h 107"/>
                <a:gd name="T22" fmla="*/ 7057 w 506"/>
                <a:gd name="T23" fmla="*/ 1906 h 107"/>
                <a:gd name="T24" fmla="*/ 5888 w 506"/>
                <a:gd name="T25" fmla="*/ 1605 h 107"/>
                <a:gd name="T26" fmla="*/ 4981 w 506"/>
                <a:gd name="T27" fmla="*/ 1372 h 107"/>
                <a:gd name="T28" fmla="*/ 4605 w 506"/>
                <a:gd name="T29" fmla="*/ 1171 h 107"/>
                <a:gd name="T30" fmla="*/ 4392 w 506"/>
                <a:gd name="T31" fmla="*/ 798 h 107"/>
                <a:gd name="T32" fmla="*/ 3927 w 506"/>
                <a:gd name="T33" fmla="*/ 759 h 107"/>
                <a:gd name="T34" fmla="*/ 3210 w 506"/>
                <a:gd name="T35" fmla="*/ 759 h 107"/>
                <a:gd name="T36" fmla="*/ 2601 w 506"/>
                <a:gd name="T37" fmla="*/ 548 h 107"/>
                <a:gd name="T38" fmla="*/ 1927 w 506"/>
                <a:gd name="T39" fmla="*/ 364 h 107"/>
                <a:gd name="T40" fmla="*/ 865 w 506"/>
                <a:gd name="T41" fmla="*/ 347 h 107"/>
                <a:gd name="T42" fmla="*/ 362 w 506"/>
                <a:gd name="T43" fmla="*/ 210 h 107"/>
                <a:gd name="T44" fmla="*/ 0 w 506"/>
                <a:gd name="T45" fmla="*/ 48 h 107"/>
                <a:gd name="T46" fmla="*/ 375 w 506"/>
                <a:gd name="T47" fmla="*/ 26 h 107"/>
                <a:gd name="T48" fmla="*/ 772 w 506"/>
                <a:gd name="T49" fmla="*/ 162 h 10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06" h="107">
                  <a:moveTo>
                    <a:pt x="216" y="31"/>
                  </a:moveTo>
                  <a:cubicBezTo>
                    <a:pt x="221" y="32"/>
                    <a:pt x="226" y="31"/>
                    <a:pt x="232" y="32"/>
                  </a:cubicBezTo>
                  <a:cubicBezTo>
                    <a:pt x="237" y="33"/>
                    <a:pt x="249" y="38"/>
                    <a:pt x="255" y="39"/>
                  </a:cubicBezTo>
                  <a:cubicBezTo>
                    <a:pt x="266" y="40"/>
                    <a:pt x="277" y="41"/>
                    <a:pt x="288" y="43"/>
                  </a:cubicBezTo>
                  <a:cubicBezTo>
                    <a:pt x="303" y="45"/>
                    <a:pt x="316" y="51"/>
                    <a:pt x="332" y="54"/>
                  </a:cubicBezTo>
                  <a:cubicBezTo>
                    <a:pt x="348" y="57"/>
                    <a:pt x="363" y="63"/>
                    <a:pt x="378" y="66"/>
                  </a:cubicBezTo>
                  <a:cubicBezTo>
                    <a:pt x="392" y="69"/>
                    <a:pt x="402" y="74"/>
                    <a:pt x="416" y="77"/>
                  </a:cubicBezTo>
                  <a:cubicBezTo>
                    <a:pt x="426" y="79"/>
                    <a:pt x="467" y="85"/>
                    <a:pt x="475" y="90"/>
                  </a:cubicBezTo>
                  <a:cubicBezTo>
                    <a:pt x="482" y="93"/>
                    <a:pt x="503" y="98"/>
                    <a:pt x="506" y="106"/>
                  </a:cubicBezTo>
                  <a:cubicBezTo>
                    <a:pt x="503" y="107"/>
                    <a:pt x="501" y="107"/>
                    <a:pt x="499" y="106"/>
                  </a:cubicBezTo>
                  <a:cubicBezTo>
                    <a:pt x="488" y="104"/>
                    <a:pt x="478" y="101"/>
                    <a:pt x="468" y="99"/>
                  </a:cubicBezTo>
                  <a:cubicBezTo>
                    <a:pt x="437" y="91"/>
                    <a:pt x="405" y="86"/>
                    <a:pt x="374" y="83"/>
                  </a:cubicBezTo>
                  <a:cubicBezTo>
                    <a:pt x="353" y="80"/>
                    <a:pt x="333" y="74"/>
                    <a:pt x="312" y="70"/>
                  </a:cubicBezTo>
                  <a:cubicBezTo>
                    <a:pt x="297" y="67"/>
                    <a:pt x="277" y="68"/>
                    <a:pt x="264" y="60"/>
                  </a:cubicBezTo>
                  <a:cubicBezTo>
                    <a:pt x="260" y="57"/>
                    <a:pt x="247" y="56"/>
                    <a:pt x="244" y="51"/>
                  </a:cubicBezTo>
                  <a:cubicBezTo>
                    <a:pt x="239" y="45"/>
                    <a:pt x="241" y="37"/>
                    <a:pt x="233" y="35"/>
                  </a:cubicBezTo>
                  <a:cubicBezTo>
                    <a:pt x="225" y="33"/>
                    <a:pt x="217" y="34"/>
                    <a:pt x="208" y="33"/>
                  </a:cubicBezTo>
                  <a:cubicBezTo>
                    <a:pt x="196" y="32"/>
                    <a:pt x="181" y="36"/>
                    <a:pt x="170" y="33"/>
                  </a:cubicBezTo>
                  <a:cubicBezTo>
                    <a:pt x="158" y="30"/>
                    <a:pt x="151" y="23"/>
                    <a:pt x="138" y="24"/>
                  </a:cubicBezTo>
                  <a:cubicBezTo>
                    <a:pt x="125" y="25"/>
                    <a:pt x="116" y="17"/>
                    <a:pt x="102" y="16"/>
                  </a:cubicBezTo>
                  <a:cubicBezTo>
                    <a:pt x="84" y="15"/>
                    <a:pt x="64" y="19"/>
                    <a:pt x="46" y="15"/>
                  </a:cubicBezTo>
                  <a:cubicBezTo>
                    <a:pt x="37" y="13"/>
                    <a:pt x="28" y="11"/>
                    <a:pt x="19" y="9"/>
                  </a:cubicBezTo>
                  <a:cubicBezTo>
                    <a:pt x="15" y="8"/>
                    <a:pt x="2" y="7"/>
                    <a:pt x="0" y="2"/>
                  </a:cubicBezTo>
                  <a:cubicBezTo>
                    <a:pt x="7" y="0"/>
                    <a:pt x="14" y="0"/>
                    <a:pt x="20" y="1"/>
                  </a:cubicBezTo>
                  <a:cubicBezTo>
                    <a:pt x="29" y="2"/>
                    <a:pt x="33" y="5"/>
                    <a:pt x="41" y="7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3" name="Freeform 292">
              <a:extLst>
                <a:ext uri="{FF2B5EF4-FFF2-40B4-BE49-F238E27FC236}">
                  <a16:creationId xmlns:a16="http://schemas.microsoft.com/office/drawing/2014/main" id="{6C47B9E4-B6A1-4C2D-A85A-C45AE2EBF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499"/>
              <a:ext cx="104" cy="57"/>
            </a:xfrm>
            <a:custGeom>
              <a:avLst/>
              <a:gdLst>
                <a:gd name="T0" fmla="*/ 0 w 39"/>
                <a:gd name="T1" fmla="*/ 48 h 20"/>
                <a:gd name="T2" fmla="*/ 739 w 39"/>
                <a:gd name="T3" fmla="*/ 46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">
                  <a:moveTo>
                    <a:pt x="0" y="2"/>
                  </a:moveTo>
                  <a:cubicBezTo>
                    <a:pt x="17" y="0"/>
                    <a:pt x="29" y="4"/>
                    <a:pt x="39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4" name="Freeform 293">
              <a:extLst>
                <a:ext uri="{FF2B5EF4-FFF2-40B4-BE49-F238E27FC236}">
                  <a16:creationId xmlns:a16="http://schemas.microsoft.com/office/drawing/2014/main" id="{FC3D32B8-6A6C-4666-9468-2BFD7D2BD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48"/>
              <a:ext cx="74" cy="28"/>
            </a:xfrm>
            <a:custGeom>
              <a:avLst/>
              <a:gdLst>
                <a:gd name="T0" fmla="*/ 0 w 28"/>
                <a:gd name="T1" fmla="*/ 174 h 10"/>
                <a:gd name="T2" fmla="*/ 518 w 28"/>
                <a:gd name="T3" fmla="*/ 21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8"/>
                  </a:moveTo>
                  <a:cubicBezTo>
                    <a:pt x="7" y="2"/>
                    <a:pt x="23" y="0"/>
                    <a:pt x="28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5" name="Freeform 294">
              <a:extLst>
                <a:ext uri="{FF2B5EF4-FFF2-40B4-BE49-F238E27FC236}">
                  <a16:creationId xmlns:a16="http://schemas.microsoft.com/office/drawing/2014/main" id="{000AED7C-192F-433E-9BFE-00E5BC8B9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599"/>
              <a:ext cx="101" cy="28"/>
            </a:xfrm>
            <a:custGeom>
              <a:avLst/>
              <a:gdLst>
                <a:gd name="T0" fmla="*/ 0 w 38"/>
                <a:gd name="T1" fmla="*/ 0 h 10"/>
                <a:gd name="T2" fmla="*/ 712 w 3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0"/>
                  </a:moveTo>
                  <a:cubicBezTo>
                    <a:pt x="7" y="9"/>
                    <a:pt x="31" y="1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6" name="Freeform 295">
              <a:extLst>
                <a:ext uri="{FF2B5EF4-FFF2-40B4-BE49-F238E27FC236}">
                  <a16:creationId xmlns:a16="http://schemas.microsoft.com/office/drawing/2014/main" id="{6E8E4F9B-A373-4684-81A3-A26FD7B71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84"/>
              <a:ext cx="43" cy="34"/>
            </a:xfrm>
            <a:custGeom>
              <a:avLst/>
              <a:gdLst>
                <a:gd name="T0" fmla="*/ 22 w 16"/>
                <a:gd name="T1" fmla="*/ 0 h 12"/>
                <a:gd name="T2" fmla="*/ 312 w 16"/>
                <a:gd name="T3" fmla="*/ 24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" y="0"/>
                  </a:moveTo>
                  <a:cubicBezTo>
                    <a:pt x="0" y="9"/>
                    <a:pt x="9" y="12"/>
                    <a:pt x="16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7" name="Freeform 296">
              <a:extLst>
                <a:ext uri="{FF2B5EF4-FFF2-40B4-BE49-F238E27FC236}">
                  <a16:creationId xmlns:a16="http://schemas.microsoft.com/office/drawing/2014/main" id="{A997E34A-81B2-49B1-AEDC-CBB7FE15E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920"/>
              <a:ext cx="103" cy="26"/>
            </a:xfrm>
            <a:custGeom>
              <a:avLst/>
              <a:gdLst>
                <a:gd name="T0" fmla="*/ 0 w 39"/>
                <a:gd name="T1" fmla="*/ 0 h 9"/>
                <a:gd name="T2" fmla="*/ 718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0" y="0"/>
                  </a:moveTo>
                  <a:cubicBezTo>
                    <a:pt x="9" y="9"/>
                    <a:pt x="31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8" name="Freeform 297">
              <a:extLst>
                <a:ext uri="{FF2B5EF4-FFF2-40B4-BE49-F238E27FC236}">
                  <a16:creationId xmlns:a16="http://schemas.microsoft.com/office/drawing/2014/main" id="{827BDE4C-A0B3-4EC1-B15B-926FB7840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898"/>
              <a:ext cx="88" cy="48"/>
            </a:xfrm>
            <a:custGeom>
              <a:avLst/>
              <a:gdLst>
                <a:gd name="T0" fmla="*/ 0 w 33"/>
                <a:gd name="T1" fmla="*/ 0 h 17"/>
                <a:gd name="T2" fmla="*/ 627 w 33"/>
                <a:gd name="T3" fmla="*/ 31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7">
                  <a:moveTo>
                    <a:pt x="0" y="0"/>
                  </a:moveTo>
                  <a:cubicBezTo>
                    <a:pt x="3" y="17"/>
                    <a:pt x="21" y="14"/>
                    <a:pt x="33" y="1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9" name="Freeform 298">
              <a:extLst>
                <a:ext uri="{FF2B5EF4-FFF2-40B4-BE49-F238E27FC236}">
                  <a16:creationId xmlns:a16="http://schemas.microsoft.com/office/drawing/2014/main" id="{5A7090DC-54AC-4325-8761-FF709E82F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80"/>
              <a:ext cx="72" cy="34"/>
            </a:xfrm>
            <a:custGeom>
              <a:avLst/>
              <a:gdLst>
                <a:gd name="T0" fmla="*/ 0 w 27"/>
                <a:gd name="T1" fmla="*/ 88 h 12"/>
                <a:gd name="T2" fmla="*/ 512 w 2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0" y="4"/>
                  </a:moveTo>
                  <a:cubicBezTo>
                    <a:pt x="8" y="12"/>
                    <a:pt x="19" y="4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0" name="Freeform 299">
              <a:extLst>
                <a:ext uri="{FF2B5EF4-FFF2-40B4-BE49-F238E27FC236}">
                  <a16:creationId xmlns:a16="http://schemas.microsoft.com/office/drawing/2014/main" id="{2D7C93CA-7CA1-4E02-AA2F-91916E6C3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977"/>
              <a:ext cx="40" cy="23"/>
            </a:xfrm>
            <a:custGeom>
              <a:avLst/>
              <a:gdLst>
                <a:gd name="T0" fmla="*/ 0 w 15"/>
                <a:gd name="T1" fmla="*/ 0 h 8"/>
                <a:gd name="T2" fmla="*/ 285 w 15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8"/>
                    <a:pt x="11" y="4"/>
                    <a:pt x="15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1" name="Freeform 300">
              <a:extLst>
                <a:ext uri="{FF2B5EF4-FFF2-40B4-BE49-F238E27FC236}">
                  <a16:creationId xmlns:a16="http://schemas.microsoft.com/office/drawing/2014/main" id="{52DBF092-610E-4882-AAC2-E78499581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844"/>
              <a:ext cx="99" cy="39"/>
            </a:xfrm>
            <a:custGeom>
              <a:avLst/>
              <a:gdLst>
                <a:gd name="T0" fmla="*/ 0 w 37"/>
                <a:gd name="T1" fmla="*/ 0 h 14"/>
                <a:gd name="T2" fmla="*/ 709 w 37"/>
                <a:gd name="T3" fmla="*/ 10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0" y="0"/>
                  </a:moveTo>
                  <a:cubicBezTo>
                    <a:pt x="8" y="14"/>
                    <a:pt x="24" y="10"/>
                    <a:pt x="37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2" name="Freeform 301">
              <a:extLst>
                <a:ext uri="{FF2B5EF4-FFF2-40B4-BE49-F238E27FC236}">
                  <a16:creationId xmlns:a16="http://schemas.microsoft.com/office/drawing/2014/main" id="{C0FD09B1-CF1D-4CEB-9EC0-0CBD45BEE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835"/>
              <a:ext cx="45" cy="48"/>
            </a:xfrm>
            <a:custGeom>
              <a:avLst/>
              <a:gdLst>
                <a:gd name="T0" fmla="*/ 0 w 17"/>
                <a:gd name="T1" fmla="*/ 0 h 17"/>
                <a:gd name="T2" fmla="*/ 315 w 17"/>
                <a:gd name="T3" fmla="*/ 35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2" y="9"/>
                    <a:pt x="7" y="17"/>
                    <a:pt x="17" y="1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3" name="Freeform 302">
              <a:extLst>
                <a:ext uri="{FF2B5EF4-FFF2-40B4-BE49-F238E27FC236}">
                  <a16:creationId xmlns:a16="http://schemas.microsoft.com/office/drawing/2014/main" id="{AE8B54D1-CD85-4363-A537-5D581A5F2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849"/>
              <a:ext cx="16" cy="9"/>
            </a:xfrm>
            <a:custGeom>
              <a:avLst/>
              <a:gdLst>
                <a:gd name="T0" fmla="*/ 0 w 6"/>
                <a:gd name="T1" fmla="*/ 81 h 3"/>
                <a:gd name="T2" fmla="*/ 11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4" name="Freeform 303">
              <a:extLst>
                <a:ext uri="{FF2B5EF4-FFF2-40B4-BE49-F238E27FC236}">
                  <a16:creationId xmlns:a16="http://schemas.microsoft.com/office/drawing/2014/main" id="{5E5E7DC1-3A60-4532-8C8F-14A0EF82D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20"/>
              <a:ext cx="18" cy="34"/>
            </a:xfrm>
            <a:custGeom>
              <a:avLst/>
              <a:gdLst>
                <a:gd name="T0" fmla="*/ 100 w 7"/>
                <a:gd name="T1" fmla="*/ 249 h 12"/>
                <a:gd name="T2" fmla="*/ 85 w 7"/>
                <a:gd name="T3" fmla="*/ 0 h 12"/>
                <a:gd name="T4" fmla="*/ 21 w 7"/>
                <a:gd name="T5" fmla="*/ 2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6" y="11"/>
                  </a:moveTo>
                  <a:cubicBezTo>
                    <a:pt x="7" y="7"/>
                    <a:pt x="7" y="3"/>
                    <a:pt x="5" y="0"/>
                  </a:cubicBezTo>
                  <a:cubicBezTo>
                    <a:pt x="1" y="2"/>
                    <a:pt x="0" y="8"/>
                    <a:pt x="1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5" name="Freeform 304">
              <a:extLst>
                <a:ext uri="{FF2B5EF4-FFF2-40B4-BE49-F238E27FC236}">
                  <a16:creationId xmlns:a16="http://schemas.microsoft.com/office/drawing/2014/main" id="{101B7071-FF69-4C7C-B5A8-123911C7F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74"/>
              <a:ext cx="5" cy="20"/>
            </a:xfrm>
            <a:custGeom>
              <a:avLst/>
              <a:gdLst>
                <a:gd name="T0" fmla="*/ 33 w 2"/>
                <a:gd name="T1" fmla="*/ 163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5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6" name="Freeform 305">
              <a:extLst>
                <a:ext uri="{FF2B5EF4-FFF2-40B4-BE49-F238E27FC236}">
                  <a16:creationId xmlns:a16="http://schemas.microsoft.com/office/drawing/2014/main" id="{D78050B2-50E3-4CE1-AA16-B6572CDFF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847"/>
              <a:ext cx="11" cy="5"/>
            </a:xfrm>
            <a:custGeom>
              <a:avLst/>
              <a:gdLst>
                <a:gd name="T0" fmla="*/ 0 w 4"/>
                <a:gd name="T1" fmla="*/ 33 h 2"/>
                <a:gd name="T2" fmla="*/ 8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7" name="Freeform 306">
              <a:extLst>
                <a:ext uri="{FF2B5EF4-FFF2-40B4-BE49-F238E27FC236}">
                  <a16:creationId xmlns:a16="http://schemas.microsoft.com/office/drawing/2014/main" id="{087C3F8F-4252-4897-B7D2-005FEEA6F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462"/>
              <a:ext cx="5" cy="15"/>
            </a:xfrm>
            <a:custGeom>
              <a:avLst/>
              <a:gdLst>
                <a:gd name="T0" fmla="*/ 0 w 2"/>
                <a:gd name="T1" fmla="*/ 135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8" name="Freeform 307">
              <a:extLst>
                <a:ext uri="{FF2B5EF4-FFF2-40B4-BE49-F238E27FC236}">
                  <a16:creationId xmlns:a16="http://schemas.microsoft.com/office/drawing/2014/main" id="{D678C13D-E954-449F-9B81-8552E3A9F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96"/>
              <a:ext cx="16" cy="12"/>
            </a:xfrm>
            <a:custGeom>
              <a:avLst/>
              <a:gdLst>
                <a:gd name="T0" fmla="*/ 0 w 6"/>
                <a:gd name="T1" fmla="*/ 108 h 4"/>
                <a:gd name="T2" fmla="*/ 11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9" name="Freeform 308">
              <a:extLst>
                <a:ext uri="{FF2B5EF4-FFF2-40B4-BE49-F238E27FC236}">
                  <a16:creationId xmlns:a16="http://schemas.microsoft.com/office/drawing/2014/main" id="{01AD7CF0-DFCC-479A-A38B-59CDFD3F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496"/>
              <a:ext cx="29" cy="32"/>
            </a:xfrm>
            <a:custGeom>
              <a:avLst/>
              <a:gdLst>
                <a:gd name="T0" fmla="*/ 21 w 11"/>
                <a:gd name="T1" fmla="*/ 0 h 11"/>
                <a:gd name="T2" fmla="*/ 182 w 11"/>
                <a:gd name="T3" fmla="*/ 2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" y="0"/>
                  </a:moveTo>
                  <a:cubicBezTo>
                    <a:pt x="0" y="11"/>
                    <a:pt x="11" y="10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0" name="Freeform 309">
              <a:extLst>
                <a:ext uri="{FF2B5EF4-FFF2-40B4-BE49-F238E27FC236}">
                  <a16:creationId xmlns:a16="http://schemas.microsoft.com/office/drawing/2014/main" id="{00B4B73D-B590-45F7-844B-C37C06596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553"/>
              <a:ext cx="2" cy="26"/>
            </a:xfrm>
            <a:custGeom>
              <a:avLst/>
              <a:gdLst>
                <a:gd name="T0" fmla="*/ 8 w 1"/>
                <a:gd name="T1" fmla="*/ 0 h 9"/>
                <a:gd name="T2" fmla="*/ 8 w 1"/>
                <a:gd name="T3" fmla="*/ 2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1" name="Freeform 310">
              <a:extLst>
                <a:ext uri="{FF2B5EF4-FFF2-40B4-BE49-F238E27FC236}">
                  <a16:creationId xmlns:a16="http://schemas.microsoft.com/office/drawing/2014/main" id="{81CB5273-FB0E-4F6E-A63C-11F5CBD83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599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2" name="Freeform 311">
              <a:extLst>
                <a:ext uri="{FF2B5EF4-FFF2-40B4-BE49-F238E27FC236}">
                  <a16:creationId xmlns:a16="http://schemas.microsoft.com/office/drawing/2014/main" id="{0CED777E-0D7E-4750-B6A3-828C0AEC6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01"/>
              <a:ext cx="24" cy="23"/>
            </a:xfrm>
            <a:custGeom>
              <a:avLst/>
              <a:gdLst>
                <a:gd name="T0" fmla="*/ 115 w 9"/>
                <a:gd name="T1" fmla="*/ 190 h 8"/>
                <a:gd name="T2" fmla="*/ 115 w 9"/>
                <a:gd name="T3" fmla="*/ 0 h 8"/>
                <a:gd name="T4" fmla="*/ 0 w 9"/>
                <a:gd name="T5" fmla="*/ 16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8" y="5"/>
                    <a:pt x="9" y="2"/>
                    <a:pt x="6" y="0"/>
                  </a:cubicBezTo>
                  <a:cubicBezTo>
                    <a:pt x="3" y="0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3" name="Freeform 312">
              <a:extLst>
                <a:ext uri="{FF2B5EF4-FFF2-40B4-BE49-F238E27FC236}">
                  <a16:creationId xmlns:a16="http://schemas.microsoft.com/office/drawing/2014/main" id="{C59CDB8D-CE39-4092-84EA-2DB12CFF0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420"/>
              <a:ext cx="94" cy="31"/>
            </a:xfrm>
            <a:custGeom>
              <a:avLst/>
              <a:gdLst>
                <a:gd name="T0" fmla="*/ 0 w 35"/>
                <a:gd name="T1" fmla="*/ 87 h 11"/>
                <a:gd name="T2" fmla="*/ 677 w 35"/>
                <a:gd name="T3" fmla="*/ 2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4"/>
                  </a:moveTo>
                  <a:cubicBezTo>
                    <a:pt x="10" y="0"/>
                    <a:pt x="30" y="1"/>
                    <a:pt x="35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4" name="Freeform 313">
              <a:extLst>
                <a:ext uri="{FF2B5EF4-FFF2-40B4-BE49-F238E27FC236}">
                  <a16:creationId xmlns:a16="http://schemas.microsoft.com/office/drawing/2014/main" id="{5D113C97-3A93-411E-B3C7-96FEA3A37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443"/>
              <a:ext cx="56" cy="17"/>
            </a:xfrm>
            <a:custGeom>
              <a:avLst/>
              <a:gdLst>
                <a:gd name="T0" fmla="*/ 0 w 21"/>
                <a:gd name="T1" fmla="*/ 136 h 6"/>
                <a:gd name="T2" fmla="*/ 397 w 21"/>
                <a:gd name="T3" fmla="*/ 7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6" y="2"/>
                    <a:pt x="14" y="0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5" name="Freeform 314">
              <a:extLst>
                <a:ext uri="{FF2B5EF4-FFF2-40B4-BE49-F238E27FC236}">
                  <a16:creationId xmlns:a16="http://schemas.microsoft.com/office/drawing/2014/main" id="{9444652F-2B60-4234-9599-32470365B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51"/>
              <a:ext cx="16" cy="14"/>
            </a:xfrm>
            <a:custGeom>
              <a:avLst/>
              <a:gdLst>
                <a:gd name="T0" fmla="*/ 0 w 6"/>
                <a:gd name="T1" fmla="*/ 0 h 5"/>
                <a:gd name="T2" fmla="*/ 115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2"/>
                    <a:pt x="4" y="4"/>
                    <a:pt x="6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6" name="Freeform 315">
              <a:extLst>
                <a:ext uri="{FF2B5EF4-FFF2-40B4-BE49-F238E27FC236}">
                  <a16:creationId xmlns:a16="http://schemas.microsoft.com/office/drawing/2014/main" id="{90E530D5-A61D-4C14-8EA4-615AFE67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445"/>
              <a:ext cx="6" cy="15"/>
            </a:xfrm>
            <a:custGeom>
              <a:avLst/>
              <a:gdLst>
                <a:gd name="T0" fmla="*/ 54 w 2"/>
                <a:gd name="T1" fmla="*/ 0 h 5"/>
                <a:gd name="T2" fmla="*/ 0 w 2"/>
                <a:gd name="T3" fmla="*/ 13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7" name="Freeform 316">
              <a:extLst>
                <a:ext uri="{FF2B5EF4-FFF2-40B4-BE49-F238E27FC236}">
                  <a16:creationId xmlns:a16="http://schemas.microsoft.com/office/drawing/2014/main" id="{DB1CA8D5-E1B4-442B-A659-4661B191E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426"/>
              <a:ext cx="8" cy="14"/>
            </a:xfrm>
            <a:custGeom>
              <a:avLst/>
              <a:gdLst>
                <a:gd name="T0" fmla="*/ 0 w 3"/>
                <a:gd name="T1" fmla="*/ 0 h 5"/>
                <a:gd name="T2" fmla="*/ 56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1"/>
                    <a:pt x="2" y="3"/>
                    <a:pt x="3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8" name="Freeform 317">
              <a:extLst>
                <a:ext uri="{FF2B5EF4-FFF2-40B4-BE49-F238E27FC236}">
                  <a16:creationId xmlns:a16="http://schemas.microsoft.com/office/drawing/2014/main" id="{4DC771DD-317F-4A91-8322-98E6C6F47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756"/>
              <a:ext cx="1266" cy="272"/>
            </a:xfrm>
            <a:custGeom>
              <a:avLst/>
              <a:gdLst>
                <a:gd name="T0" fmla="*/ 0 w 476"/>
                <a:gd name="T1" fmla="*/ 184 h 96"/>
                <a:gd name="T2" fmla="*/ 806 w 476"/>
                <a:gd name="T3" fmla="*/ 411 h 96"/>
                <a:gd name="T4" fmla="*/ 3729 w 476"/>
                <a:gd name="T5" fmla="*/ 1165 h 96"/>
                <a:gd name="T6" fmla="*/ 5907 w 476"/>
                <a:gd name="T7" fmla="*/ 1638 h 96"/>
                <a:gd name="T8" fmla="*/ 7583 w 476"/>
                <a:gd name="T9" fmla="*/ 2000 h 96"/>
                <a:gd name="T10" fmla="*/ 8107 w 476"/>
                <a:gd name="T11" fmla="*/ 2071 h 96"/>
                <a:gd name="T12" fmla="*/ 8934 w 476"/>
                <a:gd name="T13" fmla="*/ 2185 h 96"/>
                <a:gd name="T14" fmla="*/ 8955 w 476"/>
                <a:gd name="T15" fmla="*/ 2000 h 96"/>
                <a:gd name="T16" fmla="*/ 8128 w 476"/>
                <a:gd name="T17" fmla="*/ 1887 h 96"/>
                <a:gd name="T18" fmla="*/ 7604 w 476"/>
                <a:gd name="T19" fmla="*/ 1822 h 96"/>
                <a:gd name="T20" fmla="*/ 5928 w 476"/>
                <a:gd name="T21" fmla="*/ 1476 h 96"/>
                <a:gd name="T22" fmla="*/ 3742 w 476"/>
                <a:gd name="T23" fmla="*/ 980 h 96"/>
                <a:gd name="T24" fmla="*/ 848 w 476"/>
                <a:gd name="T25" fmla="*/ 224 h 96"/>
                <a:gd name="T26" fmla="*/ 21 w 476"/>
                <a:gd name="T27" fmla="*/ 0 h 96"/>
                <a:gd name="T28" fmla="*/ 0 w 476"/>
                <a:gd name="T29" fmla="*/ 184 h 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6" h="96">
                  <a:moveTo>
                    <a:pt x="0" y="8"/>
                  </a:moveTo>
                  <a:cubicBezTo>
                    <a:pt x="7" y="9"/>
                    <a:pt x="23" y="13"/>
                    <a:pt x="43" y="18"/>
                  </a:cubicBezTo>
                  <a:cubicBezTo>
                    <a:pt x="85" y="28"/>
                    <a:pt x="150" y="43"/>
                    <a:pt x="198" y="51"/>
                  </a:cubicBezTo>
                  <a:cubicBezTo>
                    <a:pt x="232" y="57"/>
                    <a:pt x="276" y="65"/>
                    <a:pt x="314" y="72"/>
                  </a:cubicBezTo>
                  <a:cubicBezTo>
                    <a:pt x="354" y="80"/>
                    <a:pt x="388" y="87"/>
                    <a:pt x="403" y="88"/>
                  </a:cubicBezTo>
                  <a:cubicBezTo>
                    <a:pt x="431" y="91"/>
                    <a:pt x="431" y="91"/>
                    <a:pt x="431" y="91"/>
                  </a:cubicBezTo>
                  <a:cubicBezTo>
                    <a:pt x="446" y="93"/>
                    <a:pt x="459" y="94"/>
                    <a:pt x="475" y="96"/>
                  </a:cubicBezTo>
                  <a:cubicBezTo>
                    <a:pt x="476" y="88"/>
                    <a:pt x="476" y="88"/>
                    <a:pt x="476" y="88"/>
                  </a:cubicBezTo>
                  <a:cubicBezTo>
                    <a:pt x="459" y="86"/>
                    <a:pt x="447" y="85"/>
                    <a:pt x="432" y="83"/>
                  </a:cubicBezTo>
                  <a:cubicBezTo>
                    <a:pt x="404" y="80"/>
                    <a:pt x="404" y="80"/>
                    <a:pt x="404" y="80"/>
                  </a:cubicBezTo>
                  <a:cubicBezTo>
                    <a:pt x="389" y="79"/>
                    <a:pt x="355" y="72"/>
                    <a:pt x="315" y="65"/>
                  </a:cubicBezTo>
                  <a:cubicBezTo>
                    <a:pt x="277" y="57"/>
                    <a:pt x="234" y="49"/>
                    <a:pt x="199" y="43"/>
                  </a:cubicBezTo>
                  <a:cubicBezTo>
                    <a:pt x="151" y="36"/>
                    <a:pt x="87" y="20"/>
                    <a:pt x="45" y="10"/>
                  </a:cubicBezTo>
                  <a:cubicBezTo>
                    <a:pt x="24" y="5"/>
                    <a:pt x="8" y="1"/>
                    <a:pt x="1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B7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9" name="Freeform 318">
              <a:extLst>
                <a:ext uri="{FF2B5EF4-FFF2-40B4-BE49-F238E27FC236}">
                  <a16:creationId xmlns:a16="http://schemas.microsoft.com/office/drawing/2014/main" id="{B160500B-2786-437A-9D34-D9E28112E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332"/>
              <a:ext cx="1426" cy="315"/>
            </a:xfrm>
            <a:custGeom>
              <a:avLst/>
              <a:gdLst>
                <a:gd name="T0" fmla="*/ 0 w 536"/>
                <a:gd name="T1" fmla="*/ 184 h 111"/>
                <a:gd name="T2" fmla="*/ 1564 w 536"/>
                <a:gd name="T3" fmla="*/ 522 h 111"/>
                <a:gd name="T4" fmla="*/ 5704 w 536"/>
                <a:gd name="T5" fmla="*/ 1416 h 111"/>
                <a:gd name="T6" fmla="*/ 6795 w 536"/>
                <a:gd name="T7" fmla="*/ 1714 h 111"/>
                <a:gd name="T8" fmla="*/ 10072 w 536"/>
                <a:gd name="T9" fmla="*/ 2537 h 111"/>
                <a:gd name="T10" fmla="*/ 10094 w 536"/>
                <a:gd name="T11" fmla="*/ 2353 h 111"/>
                <a:gd name="T12" fmla="*/ 6837 w 536"/>
                <a:gd name="T13" fmla="*/ 1530 h 111"/>
                <a:gd name="T14" fmla="*/ 5741 w 536"/>
                <a:gd name="T15" fmla="*/ 1232 h 111"/>
                <a:gd name="T16" fmla="*/ 1599 w 536"/>
                <a:gd name="T17" fmla="*/ 346 h 111"/>
                <a:gd name="T18" fmla="*/ 35 w 536"/>
                <a:gd name="T19" fmla="*/ 0 h 111"/>
                <a:gd name="T20" fmla="*/ 0 w 536"/>
                <a:gd name="T21" fmla="*/ 184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6" h="111">
                  <a:moveTo>
                    <a:pt x="0" y="8"/>
                  </a:moveTo>
                  <a:cubicBezTo>
                    <a:pt x="11" y="11"/>
                    <a:pt x="41" y="16"/>
                    <a:pt x="83" y="23"/>
                  </a:cubicBezTo>
                  <a:cubicBezTo>
                    <a:pt x="145" y="33"/>
                    <a:pt x="230" y="46"/>
                    <a:pt x="303" y="62"/>
                  </a:cubicBezTo>
                  <a:cubicBezTo>
                    <a:pt x="361" y="75"/>
                    <a:pt x="361" y="75"/>
                    <a:pt x="361" y="75"/>
                  </a:cubicBezTo>
                  <a:cubicBezTo>
                    <a:pt x="456" y="95"/>
                    <a:pt x="508" y="107"/>
                    <a:pt x="535" y="111"/>
                  </a:cubicBezTo>
                  <a:cubicBezTo>
                    <a:pt x="536" y="103"/>
                    <a:pt x="536" y="103"/>
                    <a:pt x="536" y="103"/>
                  </a:cubicBezTo>
                  <a:cubicBezTo>
                    <a:pt x="509" y="99"/>
                    <a:pt x="457" y="87"/>
                    <a:pt x="363" y="67"/>
                  </a:cubicBezTo>
                  <a:cubicBezTo>
                    <a:pt x="305" y="54"/>
                    <a:pt x="305" y="54"/>
                    <a:pt x="305" y="54"/>
                  </a:cubicBezTo>
                  <a:cubicBezTo>
                    <a:pt x="231" y="38"/>
                    <a:pt x="147" y="25"/>
                    <a:pt x="85" y="15"/>
                  </a:cubicBezTo>
                  <a:cubicBezTo>
                    <a:pt x="44" y="8"/>
                    <a:pt x="12" y="3"/>
                    <a:pt x="2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B7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0" name="Freeform 319">
              <a:extLst>
                <a:ext uri="{FF2B5EF4-FFF2-40B4-BE49-F238E27FC236}">
                  <a16:creationId xmlns:a16="http://schemas.microsoft.com/office/drawing/2014/main" id="{05119CC0-BE8D-48DB-8C80-B5DE3D68A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756"/>
              <a:ext cx="1266" cy="272"/>
            </a:xfrm>
            <a:custGeom>
              <a:avLst/>
              <a:gdLst>
                <a:gd name="T0" fmla="*/ 0 w 476"/>
                <a:gd name="T1" fmla="*/ 184 h 96"/>
                <a:gd name="T2" fmla="*/ 806 w 476"/>
                <a:gd name="T3" fmla="*/ 411 h 96"/>
                <a:gd name="T4" fmla="*/ 3729 w 476"/>
                <a:gd name="T5" fmla="*/ 1165 h 96"/>
                <a:gd name="T6" fmla="*/ 5907 w 476"/>
                <a:gd name="T7" fmla="*/ 1638 h 96"/>
                <a:gd name="T8" fmla="*/ 7583 w 476"/>
                <a:gd name="T9" fmla="*/ 2000 h 96"/>
                <a:gd name="T10" fmla="*/ 8107 w 476"/>
                <a:gd name="T11" fmla="*/ 2071 h 96"/>
                <a:gd name="T12" fmla="*/ 8934 w 476"/>
                <a:gd name="T13" fmla="*/ 2185 h 96"/>
                <a:gd name="T14" fmla="*/ 8955 w 476"/>
                <a:gd name="T15" fmla="*/ 2000 h 96"/>
                <a:gd name="T16" fmla="*/ 8128 w 476"/>
                <a:gd name="T17" fmla="*/ 1887 h 96"/>
                <a:gd name="T18" fmla="*/ 7604 w 476"/>
                <a:gd name="T19" fmla="*/ 1822 h 96"/>
                <a:gd name="T20" fmla="*/ 5928 w 476"/>
                <a:gd name="T21" fmla="*/ 1476 h 96"/>
                <a:gd name="T22" fmla="*/ 3742 w 476"/>
                <a:gd name="T23" fmla="*/ 980 h 96"/>
                <a:gd name="T24" fmla="*/ 848 w 476"/>
                <a:gd name="T25" fmla="*/ 224 h 96"/>
                <a:gd name="T26" fmla="*/ 21 w 476"/>
                <a:gd name="T27" fmla="*/ 0 h 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6" h="96">
                  <a:moveTo>
                    <a:pt x="0" y="8"/>
                  </a:moveTo>
                  <a:cubicBezTo>
                    <a:pt x="7" y="9"/>
                    <a:pt x="23" y="13"/>
                    <a:pt x="43" y="18"/>
                  </a:cubicBezTo>
                  <a:cubicBezTo>
                    <a:pt x="85" y="28"/>
                    <a:pt x="150" y="43"/>
                    <a:pt x="198" y="51"/>
                  </a:cubicBezTo>
                  <a:cubicBezTo>
                    <a:pt x="232" y="57"/>
                    <a:pt x="276" y="65"/>
                    <a:pt x="314" y="72"/>
                  </a:cubicBezTo>
                  <a:cubicBezTo>
                    <a:pt x="354" y="80"/>
                    <a:pt x="388" y="87"/>
                    <a:pt x="403" y="88"/>
                  </a:cubicBezTo>
                  <a:cubicBezTo>
                    <a:pt x="431" y="91"/>
                    <a:pt x="431" y="91"/>
                    <a:pt x="431" y="91"/>
                  </a:cubicBezTo>
                  <a:cubicBezTo>
                    <a:pt x="446" y="93"/>
                    <a:pt x="459" y="94"/>
                    <a:pt x="475" y="96"/>
                  </a:cubicBezTo>
                  <a:cubicBezTo>
                    <a:pt x="476" y="88"/>
                    <a:pt x="476" y="88"/>
                    <a:pt x="476" y="88"/>
                  </a:cubicBezTo>
                  <a:cubicBezTo>
                    <a:pt x="459" y="86"/>
                    <a:pt x="447" y="85"/>
                    <a:pt x="432" y="83"/>
                  </a:cubicBezTo>
                  <a:cubicBezTo>
                    <a:pt x="404" y="80"/>
                    <a:pt x="404" y="80"/>
                    <a:pt x="404" y="80"/>
                  </a:cubicBezTo>
                  <a:cubicBezTo>
                    <a:pt x="389" y="79"/>
                    <a:pt x="355" y="72"/>
                    <a:pt x="315" y="65"/>
                  </a:cubicBezTo>
                  <a:cubicBezTo>
                    <a:pt x="277" y="57"/>
                    <a:pt x="234" y="49"/>
                    <a:pt x="199" y="43"/>
                  </a:cubicBezTo>
                  <a:cubicBezTo>
                    <a:pt x="151" y="36"/>
                    <a:pt x="87" y="20"/>
                    <a:pt x="45" y="10"/>
                  </a:cubicBezTo>
                  <a:cubicBezTo>
                    <a:pt x="24" y="5"/>
                    <a:pt x="8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1" name="Freeform 320">
              <a:extLst>
                <a:ext uri="{FF2B5EF4-FFF2-40B4-BE49-F238E27FC236}">
                  <a16:creationId xmlns:a16="http://schemas.microsoft.com/office/drawing/2014/main" id="{D487EFF4-78A8-434D-A154-5E17E6DB5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355"/>
              <a:ext cx="1423" cy="292"/>
            </a:xfrm>
            <a:custGeom>
              <a:avLst/>
              <a:gdLst>
                <a:gd name="T0" fmla="*/ 0 w 535"/>
                <a:gd name="T1" fmla="*/ 0 h 103"/>
                <a:gd name="T2" fmla="*/ 1564 w 535"/>
                <a:gd name="T3" fmla="*/ 346 h 103"/>
                <a:gd name="T4" fmla="*/ 5703 w 535"/>
                <a:gd name="T5" fmla="*/ 1230 h 103"/>
                <a:gd name="T6" fmla="*/ 6791 w 535"/>
                <a:gd name="T7" fmla="*/ 1528 h 103"/>
                <a:gd name="T8" fmla="*/ 10067 w 535"/>
                <a:gd name="T9" fmla="*/ 2347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103">
                  <a:moveTo>
                    <a:pt x="0" y="0"/>
                  </a:moveTo>
                  <a:cubicBezTo>
                    <a:pt x="11" y="3"/>
                    <a:pt x="41" y="8"/>
                    <a:pt x="83" y="15"/>
                  </a:cubicBezTo>
                  <a:cubicBezTo>
                    <a:pt x="145" y="25"/>
                    <a:pt x="230" y="38"/>
                    <a:pt x="303" y="54"/>
                  </a:cubicBezTo>
                  <a:cubicBezTo>
                    <a:pt x="361" y="67"/>
                    <a:pt x="361" y="67"/>
                    <a:pt x="361" y="67"/>
                  </a:cubicBezTo>
                  <a:cubicBezTo>
                    <a:pt x="456" y="87"/>
                    <a:pt x="508" y="99"/>
                    <a:pt x="535" y="10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2" name="Line 321">
              <a:extLst>
                <a:ext uri="{FF2B5EF4-FFF2-40B4-BE49-F238E27FC236}">
                  <a16:creationId xmlns:a16="http://schemas.microsoft.com/office/drawing/2014/main" id="{7542D38F-3140-43F5-ABA7-BBF37D078D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35" y="2363"/>
              <a:ext cx="3" cy="2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3" name="Line 322">
              <a:extLst>
                <a:ext uri="{FF2B5EF4-FFF2-40B4-BE49-F238E27FC236}">
                  <a16:creationId xmlns:a16="http://schemas.microsoft.com/office/drawing/2014/main" id="{13C538C3-7F98-4F30-99CA-2C030E378B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82" y="2601"/>
              <a:ext cx="3" cy="2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4" name="Line 323">
              <a:extLst>
                <a:ext uri="{FF2B5EF4-FFF2-40B4-BE49-F238E27FC236}">
                  <a16:creationId xmlns:a16="http://schemas.microsoft.com/office/drawing/2014/main" id="{3408AF9F-3E21-4E5A-BD1D-A7BD059FC8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45" y="2550"/>
              <a:ext cx="8" cy="1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5" name="Line 324">
              <a:extLst>
                <a:ext uri="{FF2B5EF4-FFF2-40B4-BE49-F238E27FC236}">
                  <a16:creationId xmlns:a16="http://schemas.microsoft.com/office/drawing/2014/main" id="{942BA4BA-62C9-432F-9A64-80EACEDD62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72" y="2511"/>
              <a:ext cx="6" cy="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6" name="Line 325">
              <a:extLst>
                <a:ext uri="{FF2B5EF4-FFF2-40B4-BE49-F238E27FC236}">
                  <a16:creationId xmlns:a16="http://schemas.microsoft.com/office/drawing/2014/main" id="{EC4F834A-0310-4AA8-AF4A-F7072E7CE2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57" y="2465"/>
              <a:ext cx="3" cy="1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7" name="Line 326">
              <a:extLst>
                <a:ext uri="{FF2B5EF4-FFF2-40B4-BE49-F238E27FC236}">
                  <a16:creationId xmlns:a16="http://schemas.microsoft.com/office/drawing/2014/main" id="{3952F972-C870-4297-B584-67795FE1EF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8" y="1795"/>
              <a:ext cx="1" cy="1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8" name="Line 327">
              <a:extLst>
                <a:ext uri="{FF2B5EF4-FFF2-40B4-BE49-F238E27FC236}">
                  <a16:creationId xmlns:a16="http://schemas.microsoft.com/office/drawing/2014/main" id="{69F13610-34AF-46FD-AAD0-ED4657D9F6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8" y="1838"/>
              <a:ext cx="1" cy="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9" name="Line 328">
              <a:extLst>
                <a:ext uri="{FF2B5EF4-FFF2-40B4-BE49-F238E27FC236}">
                  <a16:creationId xmlns:a16="http://schemas.microsoft.com/office/drawing/2014/main" id="{71315DD4-1F65-478A-B030-BE63F25797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5" y="1886"/>
              <a:ext cx="1" cy="1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70" name="Line 329">
              <a:extLst>
                <a:ext uri="{FF2B5EF4-FFF2-40B4-BE49-F238E27FC236}">
                  <a16:creationId xmlns:a16="http://schemas.microsoft.com/office/drawing/2014/main" id="{3BDAB57F-F30F-4EC4-8764-7614627462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2" y="1918"/>
              <a:ext cx="1" cy="1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71" name="Line 330">
              <a:extLst>
                <a:ext uri="{FF2B5EF4-FFF2-40B4-BE49-F238E27FC236}">
                  <a16:creationId xmlns:a16="http://schemas.microsoft.com/office/drawing/2014/main" id="{3CF7AE08-7D9B-4A8A-B59D-E35DC6A9C6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0" y="1954"/>
              <a:ext cx="3" cy="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72" name="Line 331">
              <a:extLst>
                <a:ext uri="{FF2B5EF4-FFF2-40B4-BE49-F238E27FC236}">
                  <a16:creationId xmlns:a16="http://schemas.microsoft.com/office/drawing/2014/main" id="{6B451CF6-1E86-4F31-9A55-8DA039A2BC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6" y="1988"/>
              <a:ext cx="1" cy="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73" name="Freeform 332">
              <a:extLst>
                <a:ext uri="{FF2B5EF4-FFF2-40B4-BE49-F238E27FC236}">
                  <a16:creationId xmlns:a16="http://schemas.microsoft.com/office/drawing/2014/main" id="{7CC0E6C5-9703-4B2A-B58C-51AA92D5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332"/>
              <a:ext cx="1421" cy="292"/>
            </a:xfrm>
            <a:custGeom>
              <a:avLst/>
              <a:gdLst>
                <a:gd name="T0" fmla="*/ 10061 w 534"/>
                <a:gd name="T1" fmla="*/ 2347 h 103"/>
                <a:gd name="T2" fmla="*/ 6804 w 534"/>
                <a:gd name="T3" fmla="*/ 1528 h 103"/>
                <a:gd name="T4" fmla="*/ 5729 w 534"/>
                <a:gd name="T5" fmla="*/ 1301 h 103"/>
                <a:gd name="T6" fmla="*/ 1565 w 534"/>
                <a:gd name="T7" fmla="*/ 346 h 103"/>
                <a:gd name="T8" fmla="*/ 0 w 534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4" h="103">
                  <a:moveTo>
                    <a:pt x="534" y="103"/>
                  </a:moveTo>
                  <a:cubicBezTo>
                    <a:pt x="507" y="99"/>
                    <a:pt x="455" y="87"/>
                    <a:pt x="361" y="67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231" y="41"/>
                    <a:pt x="145" y="25"/>
                    <a:pt x="83" y="15"/>
                  </a:cubicBezTo>
                  <a:cubicBezTo>
                    <a:pt x="42" y="8"/>
                    <a:pt x="1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443" name="expandable-vascular-stent-design">
            <a:extLst>
              <a:ext uri="{FF2B5EF4-FFF2-40B4-BE49-F238E27FC236}">
                <a16:creationId xmlns:a16="http://schemas.microsoft.com/office/drawing/2014/main" id="{E35ECEBE-95A1-4F8F-B214-D28EABBFA723}"/>
              </a:ext>
            </a:extLst>
          </p:cNvPr>
          <p:cNvGrpSpPr>
            <a:grpSpLocks/>
          </p:cNvGrpSpPr>
          <p:nvPr/>
        </p:nvGrpSpPr>
        <p:grpSpPr bwMode="auto">
          <a:xfrm rot="701530">
            <a:off x="3522663" y="4454525"/>
            <a:ext cx="2438400" cy="882650"/>
            <a:chOff x="2966" y="1826"/>
            <a:chExt cx="2322" cy="841"/>
          </a:xfrm>
        </p:grpSpPr>
        <p:sp>
          <p:nvSpPr>
            <p:cNvPr id="61774" name="Freeform 334">
              <a:extLst>
                <a:ext uri="{FF2B5EF4-FFF2-40B4-BE49-F238E27FC236}">
                  <a16:creationId xmlns:a16="http://schemas.microsoft.com/office/drawing/2014/main" id="{FB7AE430-9239-47B4-9A50-948CE887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2660"/>
              <a:ext cx="342" cy="7"/>
            </a:xfrm>
            <a:custGeom>
              <a:avLst/>
              <a:gdLst>
                <a:gd name="T0" fmla="*/ 287 w 354"/>
                <a:gd name="T1" fmla="*/ 2 h 7"/>
                <a:gd name="T2" fmla="*/ 4 w 354"/>
                <a:gd name="T3" fmla="*/ 2 h 7"/>
                <a:gd name="T4" fmla="*/ 0 w 354"/>
                <a:gd name="T5" fmla="*/ 3 h 7"/>
                <a:gd name="T6" fmla="*/ 3 w 354"/>
                <a:gd name="T7" fmla="*/ 6 h 7"/>
                <a:gd name="T8" fmla="*/ 273 w 354"/>
                <a:gd name="T9" fmla="*/ 6 h 7"/>
                <a:gd name="T10" fmla="*/ 317 w 354"/>
                <a:gd name="T11" fmla="*/ 5 h 7"/>
                <a:gd name="T12" fmla="*/ 302 w 354"/>
                <a:gd name="T13" fmla="*/ 0 h 7"/>
                <a:gd name="T14" fmla="*/ 283 w 354"/>
                <a:gd name="T15" fmla="*/ 1 h 7"/>
                <a:gd name="T16" fmla="*/ 287 w 354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4" h="7">
                  <a:moveTo>
                    <a:pt x="318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91" y="6"/>
                    <a:pt x="303" y="6"/>
                  </a:cubicBezTo>
                  <a:cubicBezTo>
                    <a:pt x="316" y="7"/>
                    <a:pt x="350" y="7"/>
                    <a:pt x="352" y="5"/>
                  </a:cubicBezTo>
                  <a:cubicBezTo>
                    <a:pt x="354" y="4"/>
                    <a:pt x="335" y="0"/>
                    <a:pt x="335" y="0"/>
                  </a:cubicBezTo>
                  <a:cubicBezTo>
                    <a:pt x="314" y="1"/>
                    <a:pt x="314" y="1"/>
                    <a:pt x="314" y="1"/>
                  </a:cubicBezTo>
                  <a:lnTo>
                    <a:pt x="318" y="2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75" name="Freeform 335">
              <a:extLst>
                <a:ext uri="{FF2B5EF4-FFF2-40B4-BE49-F238E27FC236}">
                  <a16:creationId xmlns:a16="http://schemas.microsoft.com/office/drawing/2014/main" id="{B97CB8F4-0C1E-4478-AE4F-3ECCD6B03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660"/>
              <a:ext cx="272" cy="7"/>
            </a:xfrm>
            <a:custGeom>
              <a:avLst/>
              <a:gdLst>
                <a:gd name="T0" fmla="*/ 221 w 282"/>
                <a:gd name="T1" fmla="*/ 2 h 7"/>
                <a:gd name="T2" fmla="*/ 5 w 282"/>
                <a:gd name="T3" fmla="*/ 2 h 7"/>
                <a:gd name="T4" fmla="*/ 0 w 282"/>
                <a:gd name="T5" fmla="*/ 3 h 7"/>
                <a:gd name="T6" fmla="*/ 3 w 282"/>
                <a:gd name="T7" fmla="*/ 6 h 7"/>
                <a:gd name="T8" fmla="*/ 207 w 282"/>
                <a:gd name="T9" fmla="*/ 6 h 7"/>
                <a:gd name="T10" fmla="*/ 251 w 282"/>
                <a:gd name="T11" fmla="*/ 5 h 7"/>
                <a:gd name="T12" fmla="*/ 236 w 282"/>
                <a:gd name="T13" fmla="*/ 0 h 7"/>
                <a:gd name="T14" fmla="*/ 217 w 282"/>
                <a:gd name="T15" fmla="*/ 1 h 7"/>
                <a:gd name="T16" fmla="*/ 221 w 282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2" h="7">
                  <a:moveTo>
                    <a:pt x="246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19" y="6"/>
                    <a:pt x="231" y="6"/>
                  </a:cubicBezTo>
                  <a:cubicBezTo>
                    <a:pt x="244" y="7"/>
                    <a:pt x="278" y="7"/>
                    <a:pt x="280" y="5"/>
                  </a:cubicBezTo>
                  <a:cubicBezTo>
                    <a:pt x="282" y="4"/>
                    <a:pt x="263" y="0"/>
                    <a:pt x="263" y="0"/>
                  </a:cubicBezTo>
                  <a:cubicBezTo>
                    <a:pt x="242" y="1"/>
                    <a:pt x="242" y="1"/>
                    <a:pt x="242" y="1"/>
                  </a:cubicBezTo>
                  <a:lnTo>
                    <a:pt x="246" y="2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76" name="Freeform 336">
              <a:extLst>
                <a:ext uri="{FF2B5EF4-FFF2-40B4-BE49-F238E27FC236}">
                  <a16:creationId xmlns:a16="http://schemas.microsoft.com/office/drawing/2014/main" id="{9C2527BA-BFFA-4E1A-85A6-A31AA356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661"/>
              <a:ext cx="269" cy="6"/>
            </a:xfrm>
            <a:custGeom>
              <a:avLst/>
              <a:gdLst>
                <a:gd name="T0" fmla="*/ 219 w 278"/>
                <a:gd name="T1" fmla="*/ 1 h 6"/>
                <a:gd name="T2" fmla="*/ 4 w 278"/>
                <a:gd name="T3" fmla="*/ 1 h 6"/>
                <a:gd name="T4" fmla="*/ 0 w 278"/>
                <a:gd name="T5" fmla="*/ 2 h 6"/>
                <a:gd name="T6" fmla="*/ 3 w 278"/>
                <a:gd name="T7" fmla="*/ 5 h 6"/>
                <a:gd name="T8" fmla="*/ 206 w 278"/>
                <a:gd name="T9" fmla="*/ 5 h 6"/>
                <a:gd name="T10" fmla="*/ 250 w 278"/>
                <a:gd name="T11" fmla="*/ 4 h 6"/>
                <a:gd name="T12" fmla="*/ 232 w 278"/>
                <a:gd name="T13" fmla="*/ 0 h 6"/>
                <a:gd name="T14" fmla="*/ 216 w 278"/>
                <a:gd name="T15" fmla="*/ 0 h 6"/>
                <a:gd name="T16" fmla="*/ 219 w 278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8" h="6">
                  <a:moveTo>
                    <a:pt x="242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15" y="5"/>
                    <a:pt x="227" y="5"/>
                  </a:cubicBezTo>
                  <a:cubicBezTo>
                    <a:pt x="240" y="6"/>
                    <a:pt x="274" y="6"/>
                    <a:pt x="276" y="4"/>
                  </a:cubicBezTo>
                  <a:cubicBezTo>
                    <a:pt x="278" y="3"/>
                    <a:pt x="256" y="0"/>
                    <a:pt x="256" y="0"/>
                  </a:cubicBezTo>
                  <a:cubicBezTo>
                    <a:pt x="238" y="0"/>
                    <a:pt x="238" y="0"/>
                    <a:pt x="238" y="0"/>
                  </a:cubicBezTo>
                  <a:lnTo>
                    <a:pt x="242" y="1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77" name="Freeform 337">
              <a:extLst>
                <a:ext uri="{FF2B5EF4-FFF2-40B4-BE49-F238E27FC236}">
                  <a16:creationId xmlns:a16="http://schemas.microsoft.com/office/drawing/2014/main" id="{98507EB1-D72F-4AAF-B82E-F4EA99B6F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661"/>
              <a:ext cx="274" cy="6"/>
            </a:xfrm>
            <a:custGeom>
              <a:avLst/>
              <a:gdLst>
                <a:gd name="T0" fmla="*/ 223 w 283"/>
                <a:gd name="T1" fmla="*/ 1 h 6"/>
                <a:gd name="T2" fmla="*/ 5 w 283"/>
                <a:gd name="T3" fmla="*/ 1 h 6"/>
                <a:gd name="T4" fmla="*/ 0 w 283"/>
                <a:gd name="T5" fmla="*/ 2 h 6"/>
                <a:gd name="T6" fmla="*/ 3 w 283"/>
                <a:gd name="T7" fmla="*/ 5 h 6"/>
                <a:gd name="T8" fmla="*/ 210 w 283"/>
                <a:gd name="T9" fmla="*/ 5 h 6"/>
                <a:gd name="T10" fmla="*/ 253 w 283"/>
                <a:gd name="T11" fmla="*/ 5 h 6"/>
                <a:gd name="T12" fmla="*/ 234 w 283"/>
                <a:gd name="T13" fmla="*/ 0 h 6"/>
                <a:gd name="T14" fmla="*/ 220 w 283"/>
                <a:gd name="T15" fmla="*/ 0 h 6"/>
                <a:gd name="T16" fmla="*/ 223 w 283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6">
                  <a:moveTo>
                    <a:pt x="246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19" y="5"/>
                    <a:pt x="231" y="5"/>
                  </a:cubicBezTo>
                  <a:cubicBezTo>
                    <a:pt x="244" y="6"/>
                    <a:pt x="277" y="6"/>
                    <a:pt x="279" y="5"/>
                  </a:cubicBezTo>
                  <a:cubicBezTo>
                    <a:pt x="283" y="4"/>
                    <a:pt x="258" y="0"/>
                    <a:pt x="258" y="0"/>
                  </a:cubicBezTo>
                  <a:cubicBezTo>
                    <a:pt x="242" y="0"/>
                    <a:pt x="242" y="0"/>
                    <a:pt x="242" y="0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78" name="Freeform 338">
              <a:extLst>
                <a:ext uri="{FF2B5EF4-FFF2-40B4-BE49-F238E27FC236}">
                  <a16:creationId xmlns:a16="http://schemas.microsoft.com/office/drawing/2014/main" id="{3B825F00-E2B5-4D27-AD1D-EBF4239AF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827"/>
              <a:ext cx="301" cy="9"/>
            </a:xfrm>
            <a:custGeom>
              <a:avLst/>
              <a:gdLst>
                <a:gd name="T0" fmla="*/ 230 w 311"/>
                <a:gd name="T1" fmla="*/ 8 h 9"/>
                <a:gd name="T2" fmla="*/ 252 w 311"/>
                <a:gd name="T3" fmla="*/ 9 h 9"/>
                <a:gd name="T4" fmla="*/ 263 w 311"/>
                <a:gd name="T5" fmla="*/ 6 h 9"/>
                <a:gd name="T6" fmla="*/ 253 w 311"/>
                <a:gd name="T7" fmla="*/ 1 h 9"/>
                <a:gd name="T8" fmla="*/ 6 w 311"/>
                <a:gd name="T9" fmla="*/ 1 h 9"/>
                <a:gd name="T10" fmla="*/ 0 w 311"/>
                <a:gd name="T11" fmla="*/ 4 h 9"/>
                <a:gd name="T12" fmla="*/ 5 w 311"/>
                <a:gd name="T13" fmla="*/ 7 h 9"/>
                <a:gd name="T14" fmla="*/ 230 w 311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1" h="9">
                  <a:moveTo>
                    <a:pt x="254" y="8"/>
                  </a:moveTo>
                  <a:cubicBezTo>
                    <a:pt x="278" y="9"/>
                    <a:pt x="278" y="9"/>
                    <a:pt x="278" y="9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290" y="6"/>
                    <a:pt x="311" y="0"/>
                    <a:pt x="279" y="1"/>
                  </a:cubicBezTo>
                  <a:cubicBezTo>
                    <a:pt x="246" y="1"/>
                    <a:pt x="6" y="1"/>
                    <a:pt x="6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7"/>
                    <a:pt x="5" y="7"/>
                    <a:pt x="5" y="7"/>
                  </a:cubicBezTo>
                  <a:lnTo>
                    <a:pt x="254" y="8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79" name="Freeform 339">
              <a:extLst>
                <a:ext uri="{FF2B5EF4-FFF2-40B4-BE49-F238E27FC236}">
                  <a16:creationId xmlns:a16="http://schemas.microsoft.com/office/drawing/2014/main" id="{4E0EF59B-7510-4037-991F-AADE35610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827"/>
              <a:ext cx="300" cy="9"/>
            </a:xfrm>
            <a:custGeom>
              <a:avLst/>
              <a:gdLst>
                <a:gd name="T0" fmla="*/ 229 w 310"/>
                <a:gd name="T1" fmla="*/ 8 h 9"/>
                <a:gd name="T2" fmla="*/ 252 w 310"/>
                <a:gd name="T3" fmla="*/ 9 h 9"/>
                <a:gd name="T4" fmla="*/ 263 w 310"/>
                <a:gd name="T5" fmla="*/ 6 h 9"/>
                <a:gd name="T6" fmla="*/ 252 w 310"/>
                <a:gd name="T7" fmla="*/ 1 h 9"/>
                <a:gd name="T8" fmla="*/ 6 w 310"/>
                <a:gd name="T9" fmla="*/ 1 h 9"/>
                <a:gd name="T10" fmla="*/ 0 w 310"/>
                <a:gd name="T11" fmla="*/ 4 h 9"/>
                <a:gd name="T12" fmla="*/ 4 w 310"/>
                <a:gd name="T13" fmla="*/ 7 h 9"/>
                <a:gd name="T14" fmla="*/ 229 w 310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0" h="9">
                  <a:moveTo>
                    <a:pt x="253" y="8"/>
                  </a:moveTo>
                  <a:cubicBezTo>
                    <a:pt x="278" y="9"/>
                    <a:pt x="278" y="9"/>
                    <a:pt x="278" y="9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290" y="6"/>
                    <a:pt x="310" y="0"/>
                    <a:pt x="278" y="1"/>
                  </a:cubicBezTo>
                  <a:cubicBezTo>
                    <a:pt x="246" y="1"/>
                    <a:pt x="6" y="1"/>
                    <a:pt x="6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7"/>
                    <a:pt x="4" y="7"/>
                    <a:pt x="4" y="7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0" name="Freeform 340">
              <a:extLst>
                <a:ext uri="{FF2B5EF4-FFF2-40B4-BE49-F238E27FC236}">
                  <a16:creationId xmlns:a16="http://schemas.microsoft.com/office/drawing/2014/main" id="{A1646FB1-CD57-46FB-A8B1-5549F567D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27"/>
              <a:ext cx="301" cy="9"/>
            </a:xfrm>
            <a:custGeom>
              <a:avLst/>
              <a:gdLst>
                <a:gd name="T0" fmla="*/ 230 w 311"/>
                <a:gd name="T1" fmla="*/ 8 h 9"/>
                <a:gd name="T2" fmla="*/ 252 w 311"/>
                <a:gd name="T3" fmla="*/ 9 h 9"/>
                <a:gd name="T4" fmla="*/ 263 w 311"/>
                <a:gd name="T5" fmla="*/ 6 h 9"/>
                <a:gd name="T6" fmla="*/ 253 w 311"/>
                <a:gd name="T7" fmla="*/ 1 h 9"/>
                <a:gd name="T8" fmla="*/ 6 w 311"/>
                <a:gd name="T9" fmla="*/ 1 h 9"/>
                <a:gd name="T10" fmla="*/ 0 w 311"/>
                <a:gd name="T11" fmla="*/ 4 h 9"/>
                <a:gd name="T12" fmla="*/ 5 w 311"/>
                <a:gd name="T13" fmla="*/ 7 h 9"/>
                <a:gd name="T14" fmla="*/ 230 w 311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1" h="9">
                  <a:moveTo>
                    <a:pt x="254" y="8"/>
                  </a:moveTo>
                  <a:cubicBezTo>
                    <a:pt x="278" y="9"/>
                    <a:pt x="278" y="9"/>
                    <a:pt x="278" y="9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290" y="6"/>
                    <a:pt x="311" y="0"/>
                    <a:pt x="279" y="1"/>
                  </a:cubicBezTo>
                  <a:cubicBezTo>
                    <a:pt x="246" y="1"/>
                    <a:pt x="6" y="1"/>
                    <a:pt x="6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7"/>
                    <a:pt x="5" y="7"/>
                    <a:pt x="5" y="7"/>
                  </a:cubicBezTo>
                  <a:lnTo>
                    <a:pt x="254" y="8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1" name="Freeform 341">
              <a:extLst>
                <a:ext uri="{FF2B5EF4-FFF2-40B4-BE49-F238E27FC236}">
                  <a16:creationId xmlns:a16="http://schemas.microsoft.com/office/drawing/2014/main" id="{C71A5110-9EE1-4DDC-BBD4-551D9E74B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827"/>
              <a:ext cx="302" cy="9"/>
            </a:xfrm>
            <a:custGeom>
              <a:avLst/>
              <a:gdLst>
                <a:gd name="T0" fmla="*/ 229 w 312"/>
                <a:gd name="T1" fmla="*/ 8 h 9"/>
                <a:gd name="T2" fmla="*/ 252 w 312"/>
                <a:gd name="T3" fmla="*/ 9 h 9"/>
                <a:gd name="T4" fmla="*/ 263 w 312"/>
                <a:gd name="T5" fmla="*/ 6 h 9"/>
                <a:gd name="T6" fmla="*/ 252 w 312"/>
                <a:gd name="T7" fmla="*/ 0 h 9"/>
                <a:gd name="T8" fmla="*/ 6 w 312"/>
                <a:gd name="T9" fmla="*/ 0 h 9"/>
                <a:gd name="T10" fmla="*/ 0 w 312"/>
                <a:gd name="T11" fmla="*/ 4 h 9"/>
                <a:gd name="T12" fmla="*/ 5 w 312"/>
                <a:gd name="T13" fmla="*/ 7 h 9"/>
                <a:gd name="T14" fmla="*/ 229 w 312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9">
                  <a:moveTo>
                    <a:pt x="253" y="8"/>
                  </a:moveTo>
                  <a:cubicBezTo>
                    <a:pt x="278" y="9"/>
                    <a:pt x="278" y="9"/>
                    <a:pt x="278" y="9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290" y="6"/>
                    <a:pt x="312" y="0"/>
                    <a:pt x="278" y="0"/>
                  </a:cubicBezTo>
                  <a:cubicBezTo>
                    <a:pt x="246" y="1"/>
                    <a:pt x="6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7"/>
                    <a:pt x="5" y="7"/>
                    <a:pt x="5" y="7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2" name="Freeform 342">
              <a:extLst>
                <a:ext uri="{FF2B5EF4-FFF2-40B4-BE49-F238E27FC236}">
                  <a16:creationId xmlns:a16="http://schemas.microsoft.com/office/drawing/2014/main" id="{59CBE4F7-6D8F-4886-A0D0-FFF687A25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27"/>
              <a:ext cx="2069" cy="839"/>
            </a:xfrm>
            <a:custGeom>
              <a:avLst/>
              <a:gdLst>
                <a:gd name="T0" fmla="*/ 56 w 2140"/>
                <a:gd name="T1" fmla="*/ 393 h 865"/>
                <a:gd name="T2" fmla="*/ 207 w 2140"/>
                <a:gd name="T3" fmla="*/ 561 h 865"/>
                <a:gd name="T4" fmla="*/ 74 w 2140"/>
                <a:gd name="T5" fmla="*/ 746 h 865"/>
                <a:gd name="T6" fmla="*/ 71 w 2140"/>
                <a:gd name="T7" fmla="*/ 399 h 865"/>
                <a:gd name="T8" fmla="*/ 351 w 2140"/>
                <a:gd name="T9" fmla="*/ 257 h 865"/>
                <a:gd name="T10" fmla="*/ 309 w 2140"/>
                <a:gd name="T11" fmla="*/ 393 h 865"/>
                <a:gd name="T12" fmla="*/ 294 w 2140"/>
                <a:gd name="T13" fmla="*/ 744 h 865"/>
                <a:gd name="T14" fmla="*/ 437 w 2140"/>
                <a:gd name="T15" fmla="*/ 564 h 865"/>
                <a:gd name="T16" fmla="*/ 588 w 2140"/>
                <a:gd name="T17" fmla="*/ 561 h 865"/>
                <a:gd name="T18" fmla="*/ 509 w 2140"/>
                <a:gd name="T19" fmla="*/ 760 h 865"/>
                <a:gd name="T20" fmla="*/ 708 w 2140"/>
                <a:gd name="T21" fmla="*/ 526 h 865"/>
                <a:gd name="T22" fmla="*/ 755 w 2140"/>
                <a:gd name="T23" fmla="*/ 282 h 865"/>
                <a:gd name="T24" fmla="*/ 879 w 2140"/>
                <a:gd name="T25" fmla="*/ 266 h 865"/>
                <a:gd name="T26" fmla="*/ 795 w 2140"/>
                <a:gd name="T27" fmla="*/ 437 h 865"/>
                <a:gd name="T28" fmla="*/ 778 w 2140"/>
                <a:gd name="T29" fmla="*/ 765 h 865"/>
                <a:gd name="T30" fmla="*/ 1011 w 2140"/>
                <a:gd name="T31" fmla="*/ 538 h 865"/>
                <a:gd name="T32" fmla="*/ 1121 w 2140"/>
                <a:gd name="T33" fmla="*/ 523 h 865"/>
                <a:gd name="T34" fmla="*/ 1042 w 2140"/>
                <a:gd name="T35" fmla="*/ 762 h 865"/>
                <a:gd name="T36" fmla="*/ 1036 w 2140"/>
                <a:gd name="T37" fmla="*/ 432 h 865"/>
                <a:gd name="T38" fmla="*/ 1271 w 2140"/>
                <a:gd name="T39" fmla="*/ 297 h 865"/>
                <a:gd name="T40" fmla="*/ 1420 w 2140"/>
                <a:gd name="T41" fmla="*/ 286 h 865"/>
                <a:gd name="T42" fmla="*/ 1421 w 2140"/>
                <a:gd name="T43" fmla="*/ 539 h 865"/>
                <a:gd name="T44" fmla="*/ 1221 w 2140"/>
                <a:gd name="T45" fmla="*/ 754 h 865"/>
                <a:gd name="T46" fmla="*/ 1546 w 2140"/>
                <a:gd name="T47" fmla="*/ 561 h 865"/>
                <a:gd name="T48" fmla="*/ 1514 w 2140"/>
                <a:gd name="T49" fmla="*/ 744 h 865"/>
                <a:gd name="T50" fmla="*/ 1676 w 2140"/>
                <a:gd name="T51" fmla="*/ 560 h 865"/>
                <a:gd name="T52" fmla="*/ 1653 w 2140"/>
                <a:gd name="T53" fmla="*/ 300 h 865"/>
                <a:gd name="T54" fmla="*/ 1806 w 2140"/>
                <a:gd name="T55" fmla="*/ 297 h 865"/>
                <a:gd name="T56" fmla="*/ 1729 w 2140"/>
                <a:gd name="T57" fmla="*/ 399 h 865"/>
                <a:gd name="T58" fmla="*/ 1711 w 2140"/>
                <a:gd name="T59" fmla="*/ 730 h 865"/>
                <a:gd name="T60" fmla="*/ 1902 w 2140"/>
                <a:gd name="T61" fmla="*/ 524 h 865"/>
                <a:gd name="T62" fmla="*/ 1899 w 2140"/>
                <a:gd name="T63" fmla="*/ 322 h 865"/>
                <a:gd name="T64" fmla="*/ 1758 w 2140"/>
                <a:gd name="T65" fmla="*/ 41 h 865"/>
                <a:gd name="T66" fmla="*/ 1834 w 2140"/>
                <a:gd name="T67" fmla="*/ 295 h 865"/>
                <a:gd name="T68" fmla="*/ 1731 w 2140"/>
                <a:gd name="T69" fmla="*/ 270 h 865"/>
                <a:gd name="T70" fmla="*/ 1474 w 2140"/>
                <a:gd name="T71" fmla="*/ 42 h 865"/>
                <a:gd name="T72" fmla="*/ 1473 w 2140"/>
                <a:gd name="T73" fmla="*/ 428 h 865"/>
                <a:gd name="T74" fmla="*/ 1585 w 2140"/>
                <a:gd name="T75" fmla="*/ 559 h 865"/>
                <a:gd name="T76" fmla="*/ 1481 w 2140"/>
                <a:gd name="T77" fmla="*/ 533 h 865"/>
                <a:gd name="T78" fmla="*/ 1442 w 2140"/>
                <a:gd name="T79" fmla="*/ 297 h 865"/>
                <a:gd name="T80" fmla="*/ 1244 w 2140"/>
                <a:gd name="T81" fmla="*/ 42 h 865"/>
                <a:gd name="T82" fmla="*/ 1345 w 2140"/>
                <a:gd name="T83" fmla="*/ 299 h 865"/>
                <a:gd name="T84" fmla="*/ 1202 w 2140"/>
                <a:gd name="T85" fmla="*/ 270 h 865"/>
                <a:gd name="T86" fmla="*/ 973 w 2140"/>
                <a:gd name="T87" fmla="*/ 50 h 865"/>
                <a:gd name="T88" fmla="*/ 1028 w 2140"/>
                <a:gd name="T89" fmla="*/ 437 h 865"/>
                <a:gd name="T90" fmla="*/ 1103 w 2140"/>
                <a:gd name="T91" fmla="*/ 559 h 865"/>
                <a:gd name="T92" fmla="*/ 1000 w 2140"/>
                <a:gd name="T93" fmla="*/ 533 h 865"/>
                <a:gd name="T94" fmla="*/ 930 w 2140"/>
                <a:gd name="T95" fmla="*/ 322 h 865"/>
                <a:gd name="T96" fmla="*/ 789 w 2140"/>
                <a:gd name="T97" fmla="*/ 41 h 865"/>
                <a:gd name="T98" fmla="*/ 864 w 2140"/>
                <a:gd name="T99" fmla="*/ 295 h 865"/>
                <a:gd name="T100" fmla="*/ 762 w 2140"/>
                <a:gd name="T101" fmla="*/ 270 h 865"/>
                <a:gd name="T102" fmla="*/ 504 w 2140"/>
                <a:gd name="T103" fmla="*/ 42 h 865"/>
                <a:gd name="T104" fmla="*/ 504 w 2140"/>
                <a:gd name="T105" fmla="*/ 428 h 865"/>
                <a:gd name="T106" fmla="*/ 616 w 2140"/>
                <a:gd name="T107" fmla="*/ 520 h 865"/>
                <a:gd name="T108" fmla="*/ 515 w 2140"/>
                <a:gd name="T109" fmla="*/ 520 h 865"/>
                <a:gd name="T110" fmla="*/ 432 w 2140"/>
                <a:gd name="T111" fmla="*/ 343 h 865"/>
                <a:gd name="T112" fmla="*/ 421 w 2140"/>
                <a:gd name="T113" fmla="*/ 2 h 865"/>
                <a:gd name="T114" fmla="*/ 379 w 2140"/>
                <a:gd name="T115" fmla="*/ 257 h 865"/>
                <a:gd name="T116" fmla="*/ 277 w 2140"/>
                <a:gd name="T117" fmla="*/ 257 h 86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40" h="865">
                  <a:moveTo>
                    <a:pt x="194" y="0"/>
                  </a:moveTo>
                  <a:cubicBezTo>
                    <a:pt x="194" y="0"/>
                    <a:pt x="94" y="23"/>
                    <a:pt x="55" y="44"/>
                  </a:cubicBezTo>
                  <a:cubicBezTo>
                    <a:pt x="50" y="46"/>
                    <a:pt x="35" y="45"/>
                    <a:pt x="21" y="45"/>
                  </a:cubicBezTo>
                  <a:cubicBezTo>
                    <a:pt x="8" y="45"/>
                    <a:pt x="1" y="53"/>
                    <a:pt x="1" y="56"/>
                  </a:cubicBezTo>
                  <a:cubicBezTo>
                    <a:pt x="1" y="61"/>
                    <a:pt x="7" y="66"/>
                    <a:pt x="18" y="67"/>
                  </a:cubicBezTo>
                  <a:cubicBezTo>
                    <a:pt x="30" y="67"/>
                    <a:pt x="48" y="65"/>
                    <a:pt x="62" y="70"/>
                  </a:cubicBezTo>
                  <a:cubicBezTo>
                    <a:pt x="84" y="76"/>
                    <a:pt x="208" y="292"/>
                    <a:pt x="208" y="292"/>
                  </a:cubicBezTo>
                  <a:cubicBezTo>
                    <a:pt x="208" y="292"/>
                    <a:pt x="214" y="295"/>
                    <a:pt x="226" y="295"/>
                  </a:cubicBezTo>
                  <a:cubicBezTo>
                    <a:pt x="235" y="294"/>
                    <a:pt x="238" y="297"/>
                    <a:pt x="238" y="302"/>
                  </a:cubicBezTo>
                  <a:cubicBezTo>
                    <a:pt x="238" y="307"/>
                    <a:pt x="237" y="313"/>
                    <a:pt x="227" y="313"/>
                  </a:cubicBezTo>
                  <a:cubicBezTo>
                    <a:pt x="212" y="313"/>
                    <a:pt x="207" y="318"/>
                    <a:pt x="207" y="318"/>
                  </a:cubicBezTo>
                  <a:cubicBezTo>
                    <a:pt x="207" y="318"/>
                    <a:pt x="83" y="421"/>
                    <a:pt x="62" y="431"/>
                  </a:cubicBezTo>
                  <a:cubicBezTo>
                    <a:pt x="46" y="439"/>
                    <a:pt x="33" y="436"/>
                    <a:pt x="22" y="437"/>
                  </a:cubicBezTo>
                  <a:cubicBezTo>
                    <a:pt x="11" y="438"/>
                    <a:pt x="1" y="442"/>
                    <a:pt x="0" y="453"/>
                  </a:cubicBezTo>
                  <a:cubicBezTo>
                    <a:pt x="0" y="458"/>
                    <a:pt x="7" y="469"/>
                    <a:pt x="20" y="469"/>
                  </a:cubicBezTo>
                  <a:cubicBezTo>
                    <a:pt x="34" y="469"/>
                    <a:pt x="49" y="468"/>
                    <a:pt x="61" y="479"/>
                  </a:cubicBezTo>
                  <a:cubicBezTo>
                    <a:pt x="91" y="506"/>
                    <a:pt x="190" y="538"/>
                    <a:pt x="190" y="538"/>
                  </a:cubicBezTo>
                  <a:cubicBezTo>
                    <a:pt x="191" y="539"/>
                    <a:pt x="191" y="539"/>
                    <a:pt x="191" y="539"/>
                  </a:cubicBezTo>
                  <a:cubicBezTo>
                    <a:pt x="192" y="539"/>
                    <a:pt x="192" y="539"/>
                    <a:pt x="192" y="539"/>
                  </a:cubicBezTo>
                  <a:cubicBezTo>
                    <a:pt x="200" y="541"/>
                    <a:pt x="202" y="549"/>
                    <a:pt x="202" y="549"/>
                  </a:cubicBezTo>
                  <a:cubicBezTo>
                    <a:pt x="207" y="564"/>
                    <a:pt x="229" y="569"/>
                    <a:pt x="229" y="576"/>
                  </a:cubicBezTo>
                  <a:cubicBezTo>
                    <a:pt x="229" y="576"/>
                    <a:pt x="230" y="584"/>
                    <a:pt x="221" y="588"/>
                  </a:cubicBezTo>
                  <a:cubicBezTo>
                    <a:pt x="221" y="588"/>
                    <a:pt x="212" y="595"/>
                    <a:pt x="221" y="602"/>
                  </a:cubicBezTo>
                  <a:cubicBezTo>
                    <a:pt x="229" y="607"/>
                    <a:pt x="229" y="614"/>
                    <a:pt x="229" y="614"/>
                  </a:cubicBezTo>
                  <a:cubicBezTo>
                    <a:pt x="229" y="619"/>
                    <a:pt x="88" y="811"/>
                    <a:pt x="67" y="816"/>
                  </a:cubicBezTo>
                  <a:cubicBezTo>
                    <a:pt x="51" y="819"/>
                    <a:pt x="38" y="818"/>
                    <a:pt x="27" y="818"/>
                  </a:cubicBezTo>
                  <a:cubicBezTo>
                    <a:pt x="16" y="819"/>
                    <a:pt x="6" y="821"/>
                    <a:pt x="6" y="826"/>
                  </a:cubicBezTo>
                  <a:cubicBezTo>
                    <a:pt x="6" y="828"/>
                    <a:pt x="12" y="833"/>
                    <a:pt x="26" y="833"/>
                  </a:cubicBezTo>
                  <a:cubicBezTo>
                    <a:pt x="39" y="833"/>
                    <a:pt x="55" y="833"/>
                    <a:pt x="67" y="838"/>
                  </a:cubicBezTo>
                  <a:cubicBezTo>
                    <a:pt x="97" y="851"/>
                    <a:pt x="190" y="865"/>
                    <a:pt x="190" y="865"/>
                  </a:cubicBezTo>
                  <a:cubicBezTo>
                    <a:pt x="197" y="861"/>
                    <a:pt x="197" y="861"/>
                    <a:pt x="197" y="861"/>
                  </a:cubicBezTo>
                  <a:cubicBezTo>
                    <a:pt x="197" y="861"/>
                    <a:pt x="107" y="848"/>
                    <a:pt x="78" y="835"/>
                  </a:cubicBezTo>
                  <a:cubicBezTo>
                    <a:pt x="65" y="830"/>
                    <a:pt x="54" y="829"/>
                    <a:pt x="40" y="829"/>
                  </a:cubicBezTo>
                  <a:cubicBezTo>
                    <a:pt x="27" y="829"/>
                    <a:pt x="23" y="828"/>
                    <a:pt x="23" y="826"/>
                  </a:cubicBezTo>
                  <a:cubicBezTo>
                    <a:pt x="23" y="822"/>
                    <a:pt x="28" y="823"/>
                    <a:pt x="39" y="822"/>
                  </a:cubicBezTo>
                  <a:cubicBezTo>
                    <a:pt x="51" y="822"/>
                    <a:pt x="64" y="824"/>
                    <a:pt x="83" y="818"/>
                  </a:cubicBezTo>
                  <a:cubicBezTo>
                    <a:pt x="103" y="813"/>
                    <a:pt x="246" y="626"/>
                    <a:pt x="245" y="614"/>
                  </a:cubicBezTo>
                  <a:cubicBezTo>
                    <a:pt x="245" y="614"/>
                    <a:pt x="246" y="606"/>
                    <a:pt x="238" y="602"/>
                  </a:cubicBezTo>
                  <a:cubicBezTo>
                    <a:pt x="233" y="599"/>
                    <a:pt x="232" y="592"/>
                    <a:pt x="238" y="588"/>
                  </a:cubicBezTo>
                  <a:cubicBezTo>
                    <a:pt x="246" y="584"/>
                    <a:pt x="245" y="576"/>
                    <a:pt x="245" y="576"/>
                  </a:cubicBezTo>
                  <a:cubicBezTo>
                    <a:pt x="246" y="564"/>
                    <a:pt x="219" y="564"/>
                    <a:pt x="218" y="548"/>
                  </a:cubicBezTo>
                  <a:cubicBezTo>
                    <a:pt x="218" y="548"/>
                    <a:pt x="215" y="534"/>
                    <a:pt x="193" y="529"/>
                  </a:cubicBezTo>
                  <a:cubicBezTo>
                    <a:pt x="191" y="528"/>
                    <a:pt x="191" y="528"/>
                    <a:pt x="191" y="528"/>
                  </a:cubicBezTo>
                  <a:cubicBezTo>
                    <a:pt x="191" y="528"/>
                    <a:pt x="102" y="499"/>
                    <a:pt x="72" y="473"/>
                  </a:cubicBezTo>
                  <a:cubicBezTo>
                    <a:pt x="60" y="462"/>
                    <a:pt x="48" y="461"/>
                    <a:pt x="35" y="461"/>
                  </a:cubicBezTo>
                  <a:cubicBezTo>
                    <a:pt x="21" y="461"/>
                    <a:pt x="17" y="459"/>
                    <a:pt x="17" y="453"/>
                  </a:cubicBezTo>
                  <a:cubicBezTo>
                    <a:pt x="17" y="446"/>
                    <a:pt x="23" y="447"/>
                    <a:pt x="34" y="446"/>
                  </a:cubicBezTo>
                  <a:cubicBezTo>
                    <a:pt x="45" y="445"/>
                    <a:pt x="58" y="449"/>
                    <a:pt x="78" y="437"/>
                  </a:cubicBezTo>
                  <a:cubicBezTo>
                    <a:pt x="97" y="425"/>
                    <a:pt x="221" y="329"/>
                    <a:pt x="221" y="329"/>
                  </a:cubicBezTo>
                  <a:cubicBezTo>
                    <a:pt x="221" y="329"/>
                    <a:pt x="223" y="325"/>
                    <a:pt x="232" y="324"/>
                  </a:cubicBezTo>
                  <a:cubicBezTo>
                    <a:pt x="255" y="320"/>
                    <a:pt x="254" y="309"/>
                    <a:pt x="254" y="309"/>
                  </a:cubicBezTo>
                  <a:cubicBezTo>
                    <a:pt x="254" y="309"/>
                    <a:pt x="281" y="309"/>
                    <a:pt x="299" y="309"/>
                  </a:cubicBezTo>
                  <a:cubicBezTo>
                    <a:pt x="317" y="309"/>
                    <a:pt x="319" y="302"/>
                    <a:pt x="319" y="302"/>
                  </a:cubicBezTo>
                  <a:cubicBezTo>
                    <a:pt x="320" y="287"/>
                    <a:pt x="320" y="287"/>
                    <a:pt x="320" y="287"/>
                  </a:cubicBezTo>
                  <a:cubicBezTo>
                    <a:pt x="328" y="283"/>
                    <a:pt x="332" y="289"/>
                    <a:pt x="332" y="289"/>
                  </a:cubicBezTo>
                  <a:cubicBezTo>
                    <a:pt x="332" y="325"/>
                    <a:pt x="332" y="325"/>
                    <a:pt x="332" y="325"/>
                  </a:cubicBezTo>
                  <a:cubicBezTo>
                    <a:pt x="332" y="325"/>
                    <a:pt x="333" y="341"/>
                    <a:pt x="356" y="341"/>
                  </a:cubicBezTo>
                  <a:cubicBezTo>
                    <a:pt x="379" y="341"/>
                    <a:pt x="377" y="325"/>
                    <a:pt x="377" y="325"/>
                  </a:cubicBezTo>
                  <a:cubicBezTo>
                    <a:pt x="377" y="281"/>
                    <a:pt x="377" y="281"/>
                    <a:pt x="377" y="281"/>
                  </a:cubicBezTo>
                  <a:cubicBezTo>
                    <a:pt x="382" y="274"/>
                    <a:pt x="388" y="281"/>
                    <a:pt x="388" y="281"/>
                  </a:cubicBezTo>
                  <a:cubicBezTo>
                    <a:pt x="388" y="325"/>
                    <a:pt x="388" y="325"/>
                    <a:pt x="388" y="325"/>
                  </a:cubicBezTo>
                  <a:cubicBezTo>
                    <a:pt x="388" y="325"/>
                    <a:pt x="387" y="341"/>
                    <a:pt x="414" y="341"/>
                  </a:cubicBezTo>
                  <a:cubicBezTo>
                    <a:pt x="437" y="341"/>
                    <a:pt x="435" y="326"/>
                    <a:pt x="435" y="326"/>
                  </a:cubicBezTo>
                  <a:cubicBezTo>
                    <a:pt x="435" y="326"/>
                    <a:pt x="435" y="301"/>
                    <a:pt x="435" y="292"/>
                  </a:cubicBezTo>
                  <a:cubicBezTo>
                    <a:pt x="435" y="284"/>
                    <a:pt x="439" y="284"/>
                    <a:pt x="439" y="284"/>
                  </a:cubicBezTo>
                  <a:cubicBezTo>
                    <a:pt x="439" y="284"/>
                    <a:pt x="444" y="283"/>
                    <a:pt x="444" y="298"/>
                  </a:cubicBezTo>
                  <a:cubicBezTo>
                    <a:pt x="444" y="313"/>
                    <a:pt x="459" y="313"/>
                    <a:pt x="459" y="313"/>
                  </a:cubicBezTo>
                  <a:cubicBezTo>
                    <a:pt x="496" y="313"/>
                    <a:pt x="496" y="313"/>
                    <a:pt x="496" y="313"/>
                  </a:cubicBezTo>
                  <a:cubicBezTo>
                    <a:pt x="504" y="318"/>
                    <a:pt x="503" y="325"/>
                    <a:pt x="503" y="325"/>
                  </a:cubicBezTo>
                  <a:cubicBezTo>
                    <a:pt x="504" y="330"/>
                    <a:pt x="476" y="339"/>
                    <a:pt x="477" y="352"/>
                  </a:cubicBezTo>
                  <a:cubicBezTo>
                    <a:pt x="478" y="366"/>
                    <a:pt x="459" y="373"/>
                    <a:pt x="459" y="373"/>
                  </a:cubicBezTo>
                  <a:cubicBezTo>
                    <a:pt x="459" y="373"/>
                    <a:pt x="363" y="421"/>
                    <a:pt x="342" y="431"/>
                  </a:cubicBezTo>
                  <a:cubicBezTo>
                    <a:pt x="326" y="439"/>
                    <a:pt x="313" y="436"/>
                    <a:pt x="302" y="437"/>
                  </a:cubicBezTo>
                  <a:cubicBezTo>
                    <a:pt x="291" y="438"/>
                    <a:pt x="281" y="442"/>
                    <a:pt x="281" y="453"/>
                  </a:cubicBezTo>
                  <a:cubicBezTo>
                    <a:pt x="281" y="458"/>
                    <a:pt x="287" y="469"/>
                    <a:pt x="301" y="469"/>
                  </a:cubicBezTo>
                  <a:cubicBezTo>
                    <a:pt x="314" y="469"/>
                    <a:pt x="329" y="468"/>
                    <a:pt x="342" y="479"/>
                  </a:cubicBezTo>
                  <a:cubicBezTo>
                    <a:pt x="371" y="506"/>
                    <a:pt x="468" y="580"/>
                    <a:pt x="468" y="580"/>
                  </a:cubicBezTo>
                  <a:cubicBezTo>
                    <a:pt x="469" y="580"/>
                    <a:pt x="469" y="580"/>
                    <a:pt x="469" y="580"/>
                  </a:cubicBezTo>
                  <a:cubicBezTo>
                    <a:pt x="471" y="581"/>
                    <a:pt x="471" y="581"/>
                    <a:pt x="471" y="581"/>
                  </a:cubicBezTo>
                  <a:cubicBezTo>
                    <a:pt x="471" y="581"/>
                    <a:pt x="476" y="584"/>
                    <a:pt x="489" y="584"/>
                  </a:cubicBezTo>
                  <a:cubicBezTo>
                    <a:pt x="498" y="583"/>
                    <a:pt x="501" y="586"/>
                    <a:pt x="501" y="591"/>
                  </a:cubicBezTo>
                  <a:cubicBezTo>
                    <a:pt x="501" y="596"/>
                    <a:pt x="500" y="602"/>
                    <a:pt x="490" y="602"/>
                  </a:cubicBezTo>
                  <a:cubicBezTo>
                    <a:pt x="475" y="602"/>
                    <a:pt x="470" y="607"/>
                    <a:pt x="470" y="607"/>
                  </a:cubicBezTo>
                  <a:cubicBezTo>
                    <a:pt x="470" y="607"/>
                    <a:pt x="346" y="811"/>
                    <a:pt x="325" y="816"/>
                  </a:cubicBezTo>
                  <a:cubicBezTo>
                    <a:pt x="309" y="819"/>
                    <a:pt x="296" y="818"/>
                    <a:pt x="285" y="818"/>
                  </a:cubicBezTo>
                  <a:cubicBezTo>
                    <a:pt x="273" y="819"/>
                    <a:pt x="264" y="821"/>
                    <a:pt x="263" y="826"/>
                  </a:cubicBezTo>
                  <a:cubicBezTo>
                    <a:pt x="263" y="828"/>
                    <a:pt x="270" y="833"/>
                    <a:pt x="283" y="833"/>
                  </a:cubicBezTo>
                  <a:cubicBezTo>
                    <a:pt x="297" y="833"/>
                    <a:pt x="312" y="833"/>
                    <a:pt x="324" y="838"/>
                  </a:cubicBezTo>
                  <a:cubicBezTo>
                    <a:pt x="354" y="851"/>
                    <a:pt x="442" y="864"/>
                    <a:pt x="442" y="864"/>
                  </a:cubicBezTo>
                  <a:cubicBezTo>
                    <a:pt x="454" y="861"/>
                    <a:pt x="454" y="861"/>
                    <a:pt x="454" y="861"/>
                  </a:cubicBezTo>
                  <a:cubicBezTo>
                    <a:pt x="454" y="861"/>
                    <a:pt x="365" y="848"/>
                    <a:pt x="335" y="835"/>
                  </a:cubicBezTo>
                  <a:cubicBezTo>
                    <a:pt x="323" y="830"/>
                    <a:pt x="311" y="830"/>
                    <a:pt x="298" y="830"/>
                  </a:cubicBezTo>
                  <a:cubicBezTo>
                    <a:pt x="284" y="830"/>
                    <a:pt x="280" y="828"/>
                    <a:pt x="280" y="826"/>
                  </a:cubicBezTo>
                  <a:cubicBezTo>
                    <a:pt x="280" y="822"/>
                    <a:pt x="286" y="823"/>
                    <a:pt x="297" y="822"/>
                  </a:cubicBezTo>
                  <a:cubicBezTo>
                    <a:pt x="308" y="822"/>
                    <a:pt x="321" y="824"/>
                    <a:pt x="341" y="818"/>
                  </a:cubicBezTo>
                  <a:cubicBezTo>
                    <a:pt x="360" y="813"/>
                    <a:pt x="483" y="618"/>
                    <a:pt x="483" y="618"/>
                  </a:cubicBezTo>
                  <a:cubicBezTo>
                    <a:pt x="483" y="618"/>
                    <a:pt x="486" y="614"/>
                    <a:pt x="495" y="613"/>
                  </a:cubicBezTo>
                  <a:cubicBezTo>
                    <a:pt x="518" y="609"/>
                    <a:pt x="517" y="598"/>
                    <a:pt x="517" y="598"/>
                  </a:cubicBezTo>
                  <a:cubicBezTo>
                    <a:pt x="517" y="598"/>
                    <a:pt x="544" y="598"/>
                    <a:pt x="562" y="598"/>
                  </a:cubicBezTo>
                  <a:cubicBezTo>
                    <a:pt x="580" y="598"/>
                    <a:pt x="582" y="591"/>
                    <a:pt x="582" y="591"/>
                  </a:cubicBezTo>
                  <a:cubicBezTo>
                    <a:pt x="583" y="576"/>
                    <a:pt x="583" y="576"/>
                    <a:pt x="583" y="576"/>
                  </a:cubicBezTo>
                  <a:cubicBezTo>
                    <a:pt x="591" y="572"/>
                    <a:pt x="595" y="578"/>
                    <a:pt x="595" y="578"/>
                  </a:cubicBezTo>
                  <a:cubicBezTo>
                    <a:pt x="595" y="614"/>
                    <a:pt x="595" y="614"/>
                    <a:pt x="595" y="614"/>
                  </a:cubicBezTo>
                  <a:cubicBezTo>
                    <a:pt x="595" y="614"/>
                    <a:pt x="596" y="630"/>
                    <a:pt x="619" y="630"/>
                  </a:cubicBezTo>
                  <a:cubicBezTo>
                    <a:pt x="642" y="630"/>
                    <a:pt x="640" y="614"/>
                    <a:pt x="640" y="614"/>
                  </a:cubicBezTo>
                  <a:cubicBezTo>
                    <a:pt x="640" y="570"/>
                    <a:pt x="640" y="570"/>
                    <a:pt x="640" y="570"/>
                  </a:cubicBezTo>
                  <a:cubicBezTo>
                    <a:pt x="645" y="563"/>
                    <a:pt x="651" y="570"/>
                    <a:pt x="651" y="570"/>
                  </a:cubicBezTo>
                  <a:cubicBezTo>
                    <a:pt x="651" y="614"/>
                    <a:pt x="651" y="614"/>
                    <a:pt x="651" y="614"/>
                  </a:cubicBezTo>
                  <a:cubicBezTo>
                    <a:pt x="651" y="614"/>
                    <a:pt x="650" y="630"/>
                    <a:pt x="677" y="630"/>
                  </a:cubicBezTo>
                  <a:cubicBezTo>
                    <a:pt x="700" y="630"/>
                    <a:pt x="698" y="615"/>
                    <a:pt x="698" y="615"/>
                  </a:cubicBezTo>
                  <a:cubicBezTo>
                    <a:pt x="698" y="615"/>
                    <a:pt x="698" y="590"/>
                    <a:pt x="698" y="581"/>
                  </a:cubicBezTo>
                  <a:cubicBezTo>
                    <a:pt x="698" y="573"/>
                    <a:pt x="702" y="573"/>
                    <a:pt x="702" y="573"/>
                  </a:cubicBezTo>
                  <a:cubicBezTo>
                    <a:pt x="702" y="573"/>
                    <a:pt x="707" y="572"/>
                    <a:pt x="707" y="587"/>
                  </a:cubicBezTo>
                  <a:cubicBezTo>
                    <a:pt x="707" y="602"/>
                    <a:pt x="722" y="602"/>
                    <a:pt x="722" y="602"/>
                  </a:cubicBezTo>
                  <a:cubicBezTo>
                    <a:pt x="759" y="602"/>
                    <a:pt x="759" y="602"/>
                    <a:pt x="759" y="602"/>
                  </a:cubicBezTo>
                  <a:cubicBezTo>
                    <a:pt x="767" y="607"/>
                    <a:pt x="766" y="614"/>
                    <a:pt x="766" y="614"/>
                  </a:cubicBezTo>
                  <a:cubicBezTo>
                    <a:pt x="767" y="619"/>
                    <a:pt x="626" y="811"/>
                    <a:pt x="605" y="816"/>
                  </a:cubicBezTo>
                  <a:cubicBezTo>
                    <a:pt x="589" y="819"/>
                    <a:pt x="576" y="818"/>
                    <a:pt x="565" y="818"/>
                  </a:cubicBezTo>
                  <a:cubicBezTo>
                    <a:pt x="554" y="819"/>
                    <a:pt x="544" y="821"/>
                    <a:pt x="544" y="826"/>
                  </a:cubicBezTo>
                  <a:cubicBezTo>
                    <a:pt x="543" y="828"/>
                    <a:pt x="550" y="833"/>
                    <a:pt x="563" y="833"/>
                  </a:cubicBezTo>
                  <a:cubicBezTo>
                    <a:pt x="577" y="833"/>
                    <a:pt x="592" y="833"/>
                    <a:pt x="605" y="838"/>
                  </a:cubicBezTo>
                  <a:cubicBezTo>
                    <a:pt x="634" y="851"/>
                    <a:pt x="730" y="865"/>
                    <a:pt x="730" y="865"/>
                  </a:cubicBezTo>
                  <a:cubicBezTo>
                    <a:pt x="734" y="861"/>
                    <a:pt x="734" y="861"/>
                    <a:pt x="734" y="861"/>
                  </a:cubicBezTo>
                  <a:cubicBezTo>
                    <a:pt x="734" y="861"/>
                    <a:pt x="645" y="848"/>
                    <a:pt x="615" y="835"/>
                  </a:cubicBezTo>
                  <a:cubicBezTo>
                    <a:pt x="603" y="830"/>
                    <a:pt x="591" y="830"/>
                    <a:pt x="578" y="830"/>
                  </a:cubicBezTo>
                  <a:cubicBezTo>
                    <a:pt x="564" y="830"/>
                    <a:pt x="560" y="828"/>
                    <a:pt x="560" y="826"/>
                  </a:cubicBezTo>
                  <a:cubicBezTo>
                    <a:pt x="560" y="822"/>
                    <a:pt x="566" y="823"/>
                    <a:pt x="577" y="822"/>
                  </a:cubicBezTo>
                  <a:cubicBezTo>
                    <a:pt x="588" y="822"/>
                    <a:pt x="601" y="824"/>
                    <a:pt x="621" y="818"/>
                  </a:cubicBezTo>
                  <a:cubicBezTo>
                    <a:pt x="640" y="813"/>
                    <a:pt x="783" y="626"/>
                    <a:pt x="783" y="614"/>
                  </a:cubicBezTo>
                  <a:cubicBezTo>
                    <a:pt x="783" y="614"/>
                    <a:pt x="784" y="607"/>
                    <a:pt x="775" y="602"/>
                  </a:cubicBezTo>
                  <a:cubicBezTo>
                    <a:pt x="771" y="599"/>
                    <a:pt x="770" y="592"/>
                    <a:pt x="776" y="588"/>
                  </a:cubicBezTo>
                  <a:cubicBezTo>
                    <a:pt x="784" y="584"/>
                    <a:pt x="783" y="576"/>
                    <a:pt x="783" y="576"/>
                  </a:cubicBezTo>
                  <a:cubicBezTo>
                    <a:pt x="783" y="564"/>
                    <a:pt x="756" y="564"/>
                    <a:pt x="755" y="548"/>
                  </a:cubicBezTo>
                  <a:cubicBezTo>
                    <a:pt x="755" y="548"/>
                    <a:pt x="753" y="534"/>
                    <a:pt x="731" y="529"/>
                  </a:cubicBezTo>
                  <a:cubicBezTo>
                    <a:pt x="728" y="528"/>
                    <a:pt x="728" y="528"/>
                    <a:pt x="728" y="528"/>
                  </a:cubicBezTo>
                  <a:cubicBezTo>
                    <a:pt x="728" y="528"/>
                    <a:pt x="639" y="499"/>
                    <a:pt x="609" y="473"/>
                  </a:cubicBezTo>
                  <a:cubicBezTo>
                    <a:pt x="597" y="462"/>
                    <a:pt x="586" y="461"/>
                    <a:pt x="572" y="461"/>
                  </a:cubicBezTo>
                  <a:cubicBezTo>
                    <a:pt x="558" y="461"/>
                    <a:pt x="554" y="459"/>
                    <a:pt x="554" y="453"/>
                  </a:cubicBezTo>
                  <a:cubicBezTo>
                    <a:pt x="554" y="446"/>
                    <a:pt x="560" y="447"/>
                    <a:pt x="571" y="446"/>
                  </a:cubicBezTo>
                  <a:cubicBezTo>
                    <a:pt x="582" y="445"/>
                    <a:pt x="595" y="449"/>
                    <a:pt x="615" y="437"/>
                  </a:cubicBezTo>
                  <a:cubicBezTo>
                    <a:pt x="635" y="425"/>
                    <a:pt x="758" y="329"/>
                    <a:pt x="758" y="329"/>
                  </a:cubicBezTo>
                  <a:cubicBezTo>
                    <a:pt x="758" y="329"/>
                    <a:pt x="760" y="325"/>
                    <a:pt x="769" y="324"/>
                  </a:cubicBezTo>
                  <a:cubicBezTo>
                    <a:pt x="792" y="320"/>
                    <a:pt x="791" y="309"/>
                    <a:pt x="791" y="309"/>
                  </a:cubicBezTo>
                  <a:cubicBezTo>
                    <a:pt x="791" y="309"/>
                    <a:pt x="818" y="309"/>
                    <a:pt x="836" y="309"/>
                  </a:cubicBezTo>
                  <a:cubicBezTo>
                    <a:pt x="854" y="309"/>
                    <a:pt x="856" y="302"/>
                    <a:pt x="856" y="302"/>
                  </a:cubicBezTo>
                  <a:cubicBezTo>
                    <a:pt x="857" y="287"/>
                    <a:pt x="857" y="287"/>
                    <a:pt x="857" y="287"/>
                  </a:cubicBezTo>
                  <a:cubicBezTo>
                    <a:pt x="865" y="283"/>
                    <a:pt x="869" y="289"/>
                    <a:pt x="869" y="289"/>
                  </a:cubicBezTo>
                  <a:cubicBezTo>
                    <a:pt x="869" y="325"/>
                    <a:pt x="869" y="325"/>
                    <a:pt x="869" y="325"/>
                  </a:cubicBezTo>
                  <a:cubicBezTo>
                    <a:pt x="869" y="325"/>
                    <a:pt x="870" y="341"/>
                    <a:pt x="893" y="341"/>
                  </a:cubicBezTo>
                  <a:cubicBezTo>
                    <a:pt x="916" y="341"/>
                    <a:pt x="914" y="325"/>
                    <a:pt x="914" y="325"/>
                  </a:cubicBezTo>
                  <a:cubicBezTo>
                    <a:pt x="914" y="281"/>
                    <a:pt x="914" y="281"/>
                    <a:pt x="914" y="281"/>
                  </a:cubicBezTo>
                  <a:cubicBezTo>
                    <a:pt x="919" y="274"/>
                    <a:pt x="925" y="281"/>
                    <a:pt x="925" y="281"/>
                  </a:cubicBezTo>
                  <a:cubicBezTo>
                    <a:pt x="925" y="325"/>
                    <a:pt x="925" y="325"/>
                    <a:pt x="925" y="325"/>
                  </a:cubicBezTo>
                  <a:cubicBezTo>
                    <a:pt x="925" y="325"/>
                    <a:pt x="924" y="341"/>
                    <a:pt x="951" y="341"/>
                  </a:cubicBezTo>
                  <a:cubicBezTo>
                    <a:pt x="974" y="341"/>
                    <a:pt x="972" y="326"/>
                    <a:pt x="972" y="326"/>
                  </a:cubicBezTo>
                  <a:cubicBezTo>
                    <a:pt x="972" y="326"/>
                    <a:pt x="972" y="301"/>
                    <a:pt x="972" y="292"/>
                  </a:cubicBezTo>
                  <a:cubicBezTo>
                    <a:pt x="972" y="284"/>
                    <a:pt x="976" y="284"/>
                    <a:pt x="976" y="284"/>
                  </a:cubicBezTo>
                  <a:cubicBezTo>
                    <a:pt x="976" y="284"/>
                    <a:pt x="981" y="283"/>
                    <a:pt x="981" y="298"/>
                  </a:cubicBezTo>
                  <a:cubicBezTo>
                    <a:pt x="981" y="313"/>
                    <a:pt x="996" y="313"/>
                    <a:pt x="996" y="313"/>
                  </a:cubicBezTo>
                  <a:cubicBezTo>
                    <a:pt x="1033" y="313"/>
                    <a:pt x="1033" y="313"/>
                    <a:pt x="1033" y="313"/>
                  </a:cubicBezTo>
                  <a:cubicBezTo>
                    <a:pt x="1042" y="318"/>
                    <a:pt x="1041" y="325"/>
                    <a:pt x="1041" y="325"/>
                  </a:cubicBezTo>
                  <a:cubicBezTo>
                    <a:pt x="1041" y="330"/>
                    <a:pt x="1013" y="339"/>
                    <a:pt x="1014" y="352"/>
                  </a:cubicBezTo>
                  <a:cubicBezTo>
                    <a:pt x="1015" y="366"/>
                    <a:pt x="996" y="373"/>
                    <a:pt x="996" y="373"/>
                  </a:cubicBezTo>
                  <a:cubicBezTo>
                    <a:pt x="996" y="373"/>
                    <a:pt x="900" y="421"/>
                    <a:pt x="879" y="431"/>
                  </a:cubicBezTo>
                  <a:cubicBezTo>
                    <a:pt x="863" y="439"/>
                    <a:pt x="850" y="436"/>
                    <a:pt x="839" y="437"/>
                  </a:cubicBezTo>
                  <a:cubicBezTo>
                    <a:pt x="828" y="438"/>
                    <a:pt x="818" y="442"/>
                    <a:pt x="818" y="453"/>
                  </a:cubicBezTo>
                  <a:cubicBezTo>
                    <a:pt x="818" y="458"/>
                    <a:pt x="824" y="469"/>
                    <a:pt x="838" y="469"/>
                  </a:cubicBezTo>
                  <a:cubicBezTo>
                    <a:pt x="851" y="469"/>
                    <a:pt x="867" y="468"/>
                    <a:pt x="879" y="479"/>
                  </a:cubicBezTo>
                  <a:cubicBezTo>
                    <a:pt x="908" y="506"/>
                    <a:pt x="1006" y="579"/>
                    <a:pt x="1006" y="579"/>
                  </a:cubicBezTo>
                  <a:cubicBezTo>
                    <a:pt x="1007" y="580"/>
                    <a:pt x="1007" y="580"/>
                    <a:pt x="1007" y="580"/>
                  </a:cubicBezTo>
                  <a:cubicBezTo>
                    <a:pt x="1009" y="581"/>
                    <a:pt x="1009" y="581"/>
                    <a:pt x="1009" y="581"/>
                  </a:cubicBezTo>
                  <a:cubicBezTo>
                    <a:pt x="1009" y="581"/>
                    <a:pt x="1014" y="584"/>
                    <a:pt x="1027" y="583"/>
                  </a:cubicBezTo>
                  <a:cubicBezTo>
                    <a:pt x="1036" y="583"/>
                    <a:pt x="1039" y="586"/>
                    <a:pt x="1039" y="591"/>
                  </a:cubicBezTo>
                  <a:cubicBezTo>
                    <a:pt x="1039" y="596"/>
                    <a:pt x="1038" y="601"/>
                    <a:pt x="1027" y="601"/>
                  </a:cubicBezTo>
                  <a:cubicBezTo>
                    <a:pt x="1013" y="602"/>
                    <a:pt x="1008" y="607"/>
                    <a:pt x="1008" y="607"/>
                  </a:cubicBezTo>
                  <a:cubicBezTo>
                    <a:pt x="1008" y="607"/>
                    <a:pt x="884" y="810"/>
                    <a:pt x="863" y="815"/>
                  </a:cubicBezTo>
                  <a:cubicBezTo>
                    <a:pt x="847" y="819"/>
                    <a:pt x="834" y="818"/>
                    <a:pt x="823" y="818"/>
                  </a:cubicBezTo>
                  <a:cubicBezTo>
                    <a:pt x="811" y="819"/>
                    <a:pt x="802" y="820"/>
                    <a:pt x="801" y="826"/>
                  </a:cubicBezTo>
                  <a:cubicBezTo>
                    <a:pt x="801" y="828"/>
                    <a:pt x="808" y="833"/>
                    <a:pt x="821" y="833"/>
                  </a:cubicBezTo>
                  <a:cubicBezTo>
                    <a:pt x="835" y="833"/>
                    <a:pt x="850" y="833"/>
                    <a:pt x="862" y="838"/>
                  </a:cubicBezTo>
                  <a:cubicBezTo>
                    <a:pt x="892" y="851"/>
                    <a:pt x="979" y="864"/>
                    <a:pt x="979" y="864"/>
                  </a:cubicBezTo>
                  <a:cubicBezTo>
                    <a:pt x="992" y="861"/>
                    <a:pt x="992" y="861"/>
                    <a:pt x="992" y="861"/>
                  </a:cubicBezTo>
                  <a:cubicBezTo>
                    <a:pt x="992" y="861"/>
                    <a:pt x="902" y="847"/>
                    <a:pt x="873" y="835"/>
                  </a:cubicBezTo>
                  <a:cubicBezTo>
                    <a:pt x="861" y="830"/>
                    <a:pt x="849" y="829"/>
                    <a:pt x="836" y="829"/>
                  </a:cubicBezTo>
                  <a:cubicBezTo>
                    <a:pt x="822" y="829"/>
                    <a:pt x="818" y="828"/>
                    <a:pt x="818" y="826"/>
                  </a:cubicBezTo>
                  <a:cubicBezTo>
                    <a:pt x="818" y="822"/>
                    <a:pt x="823" y="823"/>
                    <a:pt x="835" y="822"/>
                  </a:cubicBezTo>
                  <a:cubicBezTo>
                    <a:pt x="846" y="822"/>
                    <a:pt x="859" y="824"/>
                    <a:pt x="878" y="818"/>
                  </a:cubicBezTo>
                  <a:cubicBezTo>
                    <a:pt x="898" y="812"/>
                    <a:pt x="1021" y="617"/>
                    <a:pt x="1021" y="617"/>
                  </a:cubicBezTo>
                  <a:cubicBezTo>
                    <a:pt x="1021" y="617"/>
                    <a:pt x="1024" y="614"/>
                    <a:pt x="1032" y="612"/>
                  </a:cubicBezTo>
                  <a:cubicBezTo>
                    <a:pt x="1056" y="608"/>
                    <a:pt x="1055" y="598"/>
                    <a:pt x="1055" y="598"/>
                  </a:cubicBezTo>
                  <a:cubicBezTo>
                    <a:pt x="1055" y="598"/>
                    <a:pt x="1082" y="598"/>
                    <a:pt x="1100" y="598"/>
                  </a:cubicBezTo>
                  <a:cubicBezTo>
                    <a:pt x="1118" y="598"/>
                    <a:pt x="1119" y="590"/>
                    <a:pt x="1119" y="590"/>
                  </a:cubicBezTo>
                  <a:cubicBezTo>
                    <a:pt x="1120" y="576"/>
                    <a:pt x="1120" y="576"/>
                    <a:pt x="1120" y="576"/>
                  </a:cubicBezTo>
                  <a:cubicBezTo>
                    <a:pt x="1128" y="572"/>
                    <a:pt x="1133" y="577"/>
                    <a:pt x="1133" y="577"/>
                  </a:cubicBezTo>
                  <a:cubicBezTo>
                    <a:pt x="1133" y="614"/>
                    <a:pt x="1133" y="614"/>
                    <a:pt x="1133" y="614"/>
                  </a:cubicBezTo>
                  <a:cubicBezTo>
                    <a:pt x="1133" y="614"/>
                    <a:pt x="1133" y="629"/>
                    <a:pt x="1156" y="629"/>
                  </a:cubicBezTo>
                  <a:cubicBezTo>
                    <a:pt x="1180" y="629"/>
                    <a:pt x="1178" y="614"/>
                    <a:pt x="1178" y="614"/>
                  </a:cubicBezTo>
                  <a:cubicBezTo>
                    <a:pt x="1178" y="569"/>
                    <a:pt x="1178" y="569"/>
                    <a:pt x="1178" y="569"/>
                  </a:cubicBezTo>
                  <a:cubicBezTo>
                    <a:pt x="1182" y="563"/>
                    <a:pt x="1189" y="569"/>
                    <a:pt x="1189" y="569"/>
                  </a:cubicBezTo>
                  <a:cubicBezTo>
                    <a:pt x="1189" y="614"/>
                    <a:pt x="1189" y="614"/>
                    <a:pt x="1189" y="614"/>
                  </a:cubicBezTo>
                  <a:cubicBezTo>
                    <a:pt x="1189" y="614"/>
                    <a:pt x="1187" y="630"/>
                    <a:pt x="1214" y="630"/>
                  </a:cubicBezTo>
                  <a:cubicBezTo>
                    <a:pt x="1238" y="630"/>
                    <a:pt x="1236" y="614"/>
                    <a:pt x="1236" y="614"/>
                  </a:cubicBezTo>
                  <a:cubicBezTo>
                    <a:pt x="1236" y="614"/>
                    <a:pt x="1236" y="589"/>
                    <a:pt x="1236" y="581"/>
                  </a:cubicBezTo>
                  <a:cubicBezTo>
                    <a:pt x="1236" y="573"/>
                    <a:pt x="1240" y="573"/>
                    <a:pt x="1240" y="573"/>
                  </a:cubicBezTo>
                  <a:cubicBezTo>
                    <a:pt x="1240" y="573"/>
                    <a:pt x="1245" y="571"/>
                    <a:pt x="1245" y="587"/>
                  </a:cubicBezTo>
                  <a:cubicBezTo>
                    <a:pt x="1245" y="602"/>
                    <a:pt x="1260" y="601"/>
                    <a:pt x="1260" y="601"/>
                  </a:cubicBezTo>
                  <a:cubicBezTo>
                    <a:pt x="1296" y="601"/>
                    <a:pt x="1296" y="601"/>
                    <a:pt x="1296" y="601"/>
                  </a:cubicBezTo>
                  <a:cubicBezTo>
                    <a:pt x="1305" y="606"/>
                    <a:pt x="1304" y="613"/>
                    <a:pt x="1304" y="613"/>
                  </a:cubicBezTo>
                  <a:cubicBezTo>
                    <a:pt x="1305" y="618"/>
                    <a:pt x="1164" y="810"/>
                    <a:pt x="1143" y="815"/>
                  </a:cubicBezTo>
                  <a:cubicBezTo>
                    <a:pt x="1127" y="819"/>
                    <a:pt x="1114" y="818"/>
                    <a:pt x="1103" y="818"/>
                  </a:cubicBezTo>
                  <a:cubicBezTo>
                    <a:pt x="1092" y="819"/>
                    <a:pt x="1082" y="820"/>
                    <a:pt x="1081" y="826"/>
                  </a:cubicBezTo>
                  <a:cubicBezTo>
                    <a:pt x="1081" y="828"/>
                    <a:pt x="1088" y="833"/>
                    <a:pt x="1101" y="833"/>
                  </a:cubicBezTo>
                  <a:cubicBezTo>
                    <a:pt x="1115" y="833"/>
                    <a:pt x="1130" y="833"/>
                    <a:pt x="1142" y="838"/>
                  </a:cubicBezTo>
                  <a:cubicBezTo>
                    <a:pt x="1172" y="851"/>
                    <a:pt x="1256" y="865"/>
                    <a:pt x="1256" y="865"/>
                  </a:cubicBezTo>
                  <a:cubicBezTo>
                    <a:pt x="1258" y="861"/>
                    <a:pt x="1258" y="861"/>
                    <a:pt x="1258" y="861"/>
                  </a:cubicBezTo>
                  <a:cubicBezTo>
                    <a:pt x="1258" y="861"/>
                    <a:pt x="1183" y="847"/>
                    <a:pt x="1153" y="835"/>
                  </a:cubicBezTo>
                  <a:cubicBezTo>
                    <a:pt x="1141" y="830"/>
                    <a:pt x="1129" y="829"/>
                    <a:pt x="1116" y="829"/>
                  </a:cubicBezTo>
                  <a:cubicBezTo>
                    <a:pt x="1102" y="829"/>
                    <a:pt x="1098" y="828"/>
                    <a:pt x="1098" y="826"/>
                  </a:cubicBezTo>
                  <a:cubicBezTo>
                    <a:pt x="1098" y="822"/>
                    <a:pt x="1104" y="823"/>
                    <a:pt x="1115" y="822"/>
                  </a:cubicBezTo>
                  <a:cubicBezTo>
                    <a:pt x="1126" y="822"/>
                    <a:pt x="1139" y="824"/>
                    <a:pt x="1159" y="818"/>
                  </a:cubicBezTo>
                  <a:cubicBezTo>
                    <a:pt x="1178" y="812"/>
                    <a:pt x="1321" y="625"/>
                    <a:pt x="1321" y="613"/>
                  </a:cubicBezTo>
                  <a:cubicBezTo>
                    <a:pt x="1321" y="613"/>
                    <a:pt x="1322" y="606"/>
                    <a:pt x="1313" y="601"/>
                  </a:cubicBezTo>
                  <a:cubicBezTo>
                    <a:pt x="1309" y="599"/>
                    <a:pt x="1308" y="591"/>
                    <a:pt x="1314" y="588"/>
                  </a:cubicBezTo>
                  <a:cubicBezTo>
                    <a:pt x="1322" y="583"/>
                    <a:pt x="1321" y="576"/>
                    <a:pt x="1321" y="576"/>
                  </a:cubicBezTo>
                  <a:cubicBezTo>
                    <a:pt x="1321" y="564"/>
                    <a:pt x="1294" y="563"/>
                    <a:pt x="1293" y="548"/>
                  </a:cubicBezTo>
                  <a:cubicBezTo>
                    <a:pt x="1293" y="548"/>
                    <a:pt x="1291" y="534"/>
                    <a:pt x="1269" y="528"/>
                  </a:cubicBezTo>
                  <a:cubicBezTo>
                    <a:pt x="1268" y="528"/>
                    <a:pt x="1268" y="528"/>
                    <a:pt x="1268" y="528"/>
                  </a:cubicBezTo>
                  <a:cubicBezTo>
                    <a:pt x="1268" y="528"/>
                    <a:pt x="1177" y="499"/>
                    <a:pt x="1147" y="473"/>
                  </a:cubicBezTo>
                  <a:cubicBezTo>
                    <a:pt x="1135" y="462"/>
                    <a:pt x="1124" y="461"/>
                    <a:pt x="1110" y="461"/>
                  </a:cubicBezTo>
                  <a:cubicBezTo>
                    <a:pt x="1096" y="461"/>
                    <a:pt x="1092" y="459"/>
                    <a:pt x="1092" y="453"/>
                  </a:cubicBezTo>
                  <a:cubicBezTo>
                    <a:pt x="1092" y="446"/>
                    <a:pt x="1098" y="447"/>
                    <a:pt x="1109" y="446"/>
                  </a:cubicBezTo>
                  <a:cubicBezTo>
                    <a:pt x="1120" y="445"/>
                    <a:pt x="1133" y="449"/>
                    <a:pt x="1153" y="437"/>
                  </a:cubicBezTo>
                  <a:cubicBezTo>
                    <a:pt x="1173" y="425"/>
                    <a:pt x="1296" y="329"/>
                    <a:pt x="1296" y="329"/>
                  </a:cubicBezTo>
                  <a:cubicBezTo>
                    <a:pt x="1296" y="329"/>
                    <a:pt x="1298" y="325"/>
                    <a:pt x="1307" y="324"/>
                  </a:cubicBezTo>
                  <a:cubicBezTo>
                    <a:pt x="1330" y="320"/>
                    <a:pt x="1329" y="309"/>
                    <a:pt x="1329" y="309"/>
                  </a:cubicBezTo>
                  <a:cubicBezTo>
                    <a:pt x="1329" y="309"/>
                    <a:pt x="1356" y="309"/>
                    <a:pt x="1374" y="309"/>
                  </a:cubicBezTo>
                  <a:cubicBezTo>
                    <a:pt x="1392" y="309"/>
                    <a:pt x="1394" y="302"/>
                    <a:pt x="1394" y="302"/>
                  </a:cubicBezTo>
                  <a:cubicBezTo>
                    <a:pt x="1395" y="287"/>
                    <a:pt x="1395" y="287"/>
                    <a:pt x="1395" y="287"/>
                  </a:cubicBezTo>
                  <a:cubicBezTo>
                    <a:pt x="1403" y="283"/>
                    <a:pt x="1407" y="289"/>
                    <a:pt x="1407" y="289"/>
                  </a:cubicBezTo>
                  <a:cubicBezTo>
                    <a:pt x="1407" y="325"/>
                    <a:pt x="1407" y="325"/>
                    <a:pt x="1407" y="325"/>
                  </a:cubicBezTo>
                  <a:cubicBezTo>
                    <a:pt x="1407" y="325"/>
                    <a:pt x="1408" y="341"/>
                    <a:pt x="1431" y="341"/>
                  </a:cubicBezTo>
                  <a:cubicBezTo>
                    <a:pt x="1454" y="341"/>
                    <a:pt x="1452" y="325"/>
                    <a:pt x="1452" y="325"/>
                  </a:cubicBezTo>
                  <a:cubicBezTo>
                    <a:pt x="1452" y="281"/>
                    <a:pt x="1452" y="281"/>
                    <a:pt x="1452" y="281"/>
                  </a:cubicBezTo>
                  <a:cubicBezTo>
                    <a:pt x="1457" y="274"/>
                    <a:pt x="1463" y="281"/>
                    <a:pt x="1463" y="281"/>
                  </a:cubicBezTo>
                  <a:cubicBezTo>
                    <a:pt x="1463" y="325"/>
                    <a:pt x="1463" y="325"/>
                    <a:pt x="1463" y="325"/>
                  </a:cubicBezTo>
                  <a:cubicBezTo>
                    <a:pt x="1463" y="325"/>
                    <a:pt x="1462" y="341"/>
                    <a:pt x="1489" y="341"/>
                  </a:cubicBezTo>
                  <a:cubicBezTo>
                    <a:pt x="1512" y="341"/>
                    <a:pt x="1510" y="326"/>
                    <a:pt x="1510" y="326"/>
                  </a:cubicBezTo>
                  <a:cubicBezTo>
                    <a:pt x="1510" y="326"/>
                    <a:pt x="1510" y="301"/>
                    <a:pt x="1510" y="292"/>
                  </a:cubicBezTo>
                  <a:cubicBezTo>
                    <a:pt x="1510" y="284"/>
                    <a:pt x="1514" y="284"/>
                    <a:pt x="1514" y="284"/>
                  </a:cubicBezTo>
                  <a:cubicBezTo>
                    <a:pt x="1514" y="284"/>
                    <a:pt x="1519" y="283"/>
                    <a:pt x="1519" y="298"/>
                  </a:cubicBezTo>
                  <a:cubicBezTo>
                    <a:pt x="1519" y="313"/>
                    <a:pt x="1534" y="313"/>
                    <a:pt x="1534" y="313"/>
                  </a:cubicBezTo>
                  <a:cubicBezTo>
                    <a:pt x="1571" y="313"/>
                    <a:pt x="1571" y="313"/>
                    <a:pt x="1571" y="313"/>
                  </a:cubicBezTo>
                  <a:cubicBezTo>
                    <a:pt x="1580" y="318"/>
                    <a:pt x="1579" y="325"/>
                    <a:pt x="1579" y="325"/>
                  </a:cubicBezTo>
                  <a:cubicBezTo>
                    <a:pt x="1579" y="330"/>
                    <a:pt x="1551" y="339"/>
                    <a:pt x="1552" y="352"/>
                  </a:cubicBezTo>
                  <a:cubicBezTo>
                    <a:pt x="1553" y="366"/>
                    <a:pt x="1534" y="373"/>
                    <a:pt x="1534" y="373"/>
                  </a:cubicBezTo>
                  <a:cubicBezTo>
                    <a:pt x="1534" y="373"/>
                    <a:pt x="1438" y="421"/>
                    <a:pt x="1417" y="431"/>
                  </a:cubicBezTo>
                  <a:cubicBezTo>
                    <a:pt x="1401" y="439"/>
                    <a:pt x="1388" y="436"/>
                    <a:pt x="1377" y="437"/>
                  </a:cubicBezTo>
                  <a:cubicBezTo>
                    <a:pt x="1355" y="439"/>
                    <a:pt x="1356" y="453"/>
                    <a:pt x="1356" y="453"/>
                  </a:cubicBezTo>
                  <a:cubicBezTo>
                    <a:pt x="1356" y="458"/>
                    <a:pt x="1362" y="469"/>
                    <a:pt x="1376" y="469"/>
                  </a:cubicBezTo>
                  <a:cubicBezTo>
                    <a:pt x="1389" y="469"/>
                    <a:pt x="1405" y="468"/>
                    <a:pt x="1417" y="479"/>
                  </a:cubicBezTo>
                  <a:cubicBezTo>
                    <a:pt x="1446" y="506"/>
                    <a:pt x="1540" y="580"/>
                    <a:pt x="1540" y="580"/>
                  </a:cubicBezTo>
                  <a:cubicBezTo>
                    <a:pt x="1542" y="581"/>
                    <a:pt x="1542" y="581"/>
                    <a:pt x="1542" y="581"/>
                  </a:cubicBezTo>
                  <a:cubicBezTo>
                    <a:pt x="1542" y="581"/>
                    <a:pt x="1547" y="584"/>
                    <a:pt x="1560" y="583"/>
                  </a:cubicBezTo>
                  <a:cubicBezTo>
                    <a:pt x="1569" y="583"/>
                    <a:pt x="1572" y="586"/>
                    <a:pt x="1572" y="591"/>
                  </a:cubicBezTo>
                  <a:cubicBezTo>
                    <a:pt x="1572" y="596"/>
                    <a:pt x="1571" y="601"/>
                    <a:pt x="1561" y="601"/>
                  </a:cubicBezTo>
                  <a:cubicBezTo>
                    <a:pt x="1546" y="602"/>
                    <a:pt x="1541" y="607"/>
                    <a:pt x="1541" y="607"/>
                  </a:cubicBezTo>
                  <a:cubicBezTo>
                    <a:pt x="1541" y="607"/>
                    <a:pt x="1417" y="810"/>
                    <a:pt x="1396" y="815"/>
                  </a:cubicBezTo>
                  <a:cubicBezTo>
                    <a:pt x="1380" y="819"/>
                    <a:pt x="1367" y="818"/>
                    <a:pt x="1356" y="818"/>
                  </a:cubicBezTo>
                  <a:cubicBezTo>
                    <a:pt x="1344" y="819"/>
                    <a:pt x="1335" y="820"/>
                    <a:pt x="1334" y="826"/>
                  </a:cubicBezTo>
                  <a:cubicBezTo>
                    <a:pt x="1334" y="828"/>
                    <a:pt x="1341" y="833"/>
                    <a:pt x="1354" y="833"/>
                  </a:cubicBezTo>
                  <a:cubicBezTo>
                    <a:pt x="1368" y="833"/>
                    <a:pt x="1383" y="833"/>
                    <a:pt x="1395" y="838"/>
                  </a:cubicBezTo>
                  <a:cubicBezTo>
                    <a:pt x="1425" y="851"/>
                    <a:pt x="1521" y="865"/>
                    <a:pt x="1521" y="865"/>
                  </a:cubicBezTo>
                  <a:cubicBezTo>
                    <a:pt x="1525" y="861"/>
                    <a:pt x="1525" y="861"/>
                    <a:pt x="1525" y="861"/>
                  </a:cubicBezTo>
                  <a:cubicBezTo>
                    <a:pt x="1525" y="861"/>
                    <a:pt x="1436" y="848"/>
                    <a:pt x="1406" y="835"/>
                  </a:cubicBezTo>
                  <a:cubicBezTo>
                    <a:pt x="1394" y="830"/>
                    <a:pt x="1382" y="829"/>
                    <a:pt x="1369" y="829"/>
                  </a:cubicBezTo>
                  <a:cubicBezTo>
                    <a:pt x="1355" y="829"/>
                    <a:pt x="1351" y="828"/>
                    <a:pt x="1351" y="826"/>
                  </a:cubicBezTo>
                  <a:cubicBezTo>
                    <a:pt x="1351" y="822"/>
                    <a:pt x="1357" y="823"/>
                    <a:pt x="1368" y="822"/>
                  </a:cubicBezTo>
                  <a:cubicBezTo>
                    <a:pt x="1379" y="822"/>
                    <a:pt x="1392" y="824"/>
                    <a:pt x="1412" y="818"/>
                  </a:cubicBezTo>
                  <a:cubicBezTo>
                    <a:pt x="1431" y="812"/>
                    <a:pt x="1554" y="617"/>
                    <a:pt x="1554" y="617"/>
                  </a:cubicBezTo>
                  <a:cubicBezTo>
                    <a:pt x="1554" y="617"/>
                    <a:pt x="1557" y="614"/>
                    <a:pt x="1566" y="612"/>
                  </a:cubicBezTo>
                  <a:cubicBezTo>
                    <a:pt x="1589" y="608"/>
                    <a:pt x="1588" y="598"/>
                    <a:pt x="1588" y="598"/>
                  </a:cubicBezTo>
                  <a:cubicBezTo>
                    <a:pt x="1588" y="598"/>
                    <a:pt x="1615" y="598"/>
                    <a:pt x="1633" y="598"/>
                  </a:cubicBezTo>
                  <a:cubicBezTo>
                    <a:pt x="1651" y="598"/>
                    <a:pt x="1653" y="590"/>
                    <a:pt x="1653" y="590"/>
                  </a:cubicBezTo>
                  <a:cubicBezTo>
                    <a:pt x="1654" y="576"/>
                    <a:pt x="1654" y="576"/>
                    <a:pt x="1654" y="576"/>
                  </a:cubicBezTo>
                  <a:cubicBezTo>
                    <a:pt x="1662" y="572"/>
                    <a:pt x="1666" y="577"/>
                    <a:pt x="1666" y="577"/>
                  </a:cubicBezTo>
                  <a:cubicBezTo>
                    <a:pt x="1666" y="614"/>
                    <a:pt x="1666" y="614"/>
                    <a:pt x="1666" y="614"/>
                  </a:cubicBezTo>
                  <a:cubicBezTo>
                    <a:pt x="1666" y="614"/>
                    <a:pt x="1667" y="629"/>
                    <a:pt x="1690" y="629"/>
                  </a:cubicBezTo>
                  <a:cubicBezTo>
                    <a:pt x="1713" y="629"/>
                    <a:pt x="1711" y="614"/>
                    <a:pt x="1711" y="614"/>
                  </a:cubicBezTo>
                  <a:cubicBezTo>
                    <a:pt x="1711" y="569"/>
                    <a:pt x="1711" y="569"/>
                    <a:pt x="1711" y="569"/>
                  </a:cubicBezTo>
                  <a:cubicBezTo>
                    <a:pt x="1716" y="563"/>
                    <a:pt x="1722" y="569"/>
                    <a:pt x="1722" y="569"/>
                  </a:cubicBezTo>
                  <a:cubicBezTo>
                    <a:pt x="1722" y="614"/>
                    <a:pt x="1722" y="614"/>
                    <a:pt x="1722" y="614"/>
                  </a:cubicBezTo>
                  <a:cubicBezTo>
                    <a:pt x="1722" y="614"/>
                    <a:pt x="1721" y="630"/>
                    <a:pt x="1748" y="630"/>
                  </a:cubicBezTo>
                  <a:cubicBezTo>
                    <a:pt x="1771" y="630"/>
                    <a:pt x="1769" y="614"/>
                    <a:pt x="1769" y="614"/>
                  </a:cubicBezTo>
                  <a:cubicBezTo>
                    <a:pt x="1769" y="614"/>
                    <a:pt x="1769" y="589"/>
                    <a:pt x="1769" y="581"/>
                  </a:cubicBezTo>
                  <a:cubicBezTo>
                    <a:pt x="1769" y="573"/>
                    <a:pt x="1773" y="573"/>
                    <a:pt x="1773" y="573"/>
                  </a:cubicBezTo>
                  <a:cubicBezTo>
                    <a:pt x="1773" y="573"/>
                    <a:pt x="1778" y="571"/>
                    <a:pt x="1778" y="587"/>
                  </a:cubicBezTo>
                  <a:cubicBezTo>
                    <a:pt x="1778" y="602"/>
                    <a:pt x="1793" y="601"/>
                    <a:pt x="1793" y="601"/>
                  </a:cubicBezTo>
                  <a:cubicBezTo>
                    <a:pt x="1830" y="601"/>
                    <a:pt x="1830" y="601"/>
                    <a:pt x="1830" y="601"/>
                  </a:cubicBezTo>
                  <a:cubicBezTo>
                    <a:pt x="1838" y="606"/>
                    <a:pt x="1837" y="613"/>
                    <a:pt x="1837" y="613"/>
                  </a:cubicBezTo>
                  <a:cubicBezTo>
                    <a:pt x="1838" y="618"/>
                    <a:pt x="1697" y="810"/>
                    <a:pt x="1676" y="815"/>
                  </a:cubicBezTo>
                  <a:cubicBezTo>
                    <a:pt x="1660" y="819"/>
                    <a:pt x="1647" y="818"/>
                    <a:pt x="1636" y="818"/>
                  </a:cubicBezTo>
                  <a:cubicBezTo>
                    <a:pt x="1625" y="819"/>
                    <a:pt x="1615" y="820"/>
                    <a:pt x="1615" y="826"/>
                  </a:cubicBezTo>
                  <a:cubicBezTo>
                    <a:pt x="1614" y="828"/>
                    <a:pt x="1621" y="833"/>
                    <a:pt x="1634" y="833"/>
                  </a:cubicBezTo>
                  <a:cubicBezTo>
                    <a:pt x="1648" y="833"/>
                    <a:pt x="1663" y="833"/>
                    <a:pt x="1676" y="838"/>
                  </a:cubicBezTo>
                  <a:cubicBezTo>
                    <a:pt x="1705" y="851"/>
                    <a:pt x="1804" y="865"/>
                    <a:pt x="1804" y="865"/>
                  </a:cubicBezTo>
                  <a:cubicBezTo>
                    <a:pt x="1805" y="861"/>
                    <a:pt x="1805" y="861"/>
                    <a:pt x="1805" y="861"/>
                  </a:cubicBezTo>
                  <a:cubicBezTo>
                    <a:pt x="1805" y="861"/>
                    <a:pt x="1716" y="848"/>
                    <a:pt x="1686" y="835"/>
                  </a:cubicBezTo>
                  <a:cubicBezTo>
                    <a:pt x="1674" y="830"/>
                    <a:pt x="1662" y="829"/>
                    <a:pt x="1649" y="829"/>
                  </a:cubicBezTo>
                  <a:cubicBezTo>
                    <a:pt x="1635" y="829"/>
                    <a:pt x="1631" y="828"/>
                    <a:pt x="1631" y="826"/>
                  </a:cubicBezTo>
                  <a:cubicBezTo>
                    <a:pt x="1631" y="822"/>
                    <a:pt x="1637" y="823"/>
                    <a:pt x="1648" y="822"/>
                  </a:cubicBezTo>
                  <a:cubicBezTo>
                    <a:pt x="1659" y="822"/>
                    <a:pt x="1672" y="824"/>
                    <a:pt x="1692" y="818"/>
                  </a:cubicBezTo>
                  <a:cubicBezTo>
                    <a:pt x="1711" y="812"/>
                    <a:pt x="1854" y="625"/>
                    <a:pt x="1854" y="613"/>
                  </a:cubicBezTo>
                  <a:cubicBezTo>
                    <a:pt x="1854" y="613"/>
                    <a:pt x="1855" y="606"/>
                    <a:pt x="1846" y="601"/>
                  </a:cubicBezTo>
                  <a:cubicBezTo>
                    <a:pt x="1842" y="599"/>
                    <a:pt x="1841" y="591"/>
                    <a:pt x="1847" y="588"/>
                  </a:cubicBezTo>
                  <a:cubicBezTo>
                    <a:pt x="1855" y="583"/>
                    <a:pt x="1854" y="576"/>
                    <a:pt x="1854" y="576"/>
                  </a:cubicBezTo>
                  <a:cubicBezTo>
                    <a:pt x="1854" y="564"/>
                    <a:pt x="1827" y="563"/>
                    <a:pt x="1826" y="548"/>
                  </a:cubicBezTo>
                  <a:cubicBezTo>
                    <a:pt x="1826" y="548"/>
                    <a:pt x="1824" y="534"/>
                    <a:pt x="1802" y="528"/>
                  </a:cubicBezTo>
                  <a:cubicBezTo>
                    <a:pt x="1802" y="528"/>
                    <a:pt x="1801" y="528"/>
                    <a:pt x="1801" y="528"/>
                  </a:cubicBezTo>
                  <a:cubicBezTo>
                    <a:pt x="1800" y="528"/>
                    <a:pt x="1711" y="499"/>
                    <a:pt x="1682" y="473"/>
                  </a:cubicBezTo>
                  <a:cubicBezTo>
                    <a:pt x="1670" y="462"/>
                    <a:pt x="1658" y="461"/>
                    <a:pt x="1645" y="461"/>
                  </a:cubicBezTo>
                  <a:cubicBezTo>
                    <a:pt x="1631" y="461"/>
                    <a:pt x="1627" y="459"/>
                    <a:pt x="1627" y="453"/>
                  </a:cubicBezTo>
                  <a:cubicBezTo>
                    <a:pt x="1627" y="446"/>
                    <a:pt x="1632" y="447"/>
                    <a:pt x="1644" y="446"/>
                  </a:cubicBezTo>
                  <a:cubicBezTo>
                    <a:pt x="1655" y="445"/>
                    <a:pt x="1668" y="449"/>
                    <a:pt x="1688" y="437"/>
                  </a:cubicBezTo>
                  <a:cubicBezTo>
                    <a:pt x="1707" y="425"/>
                    <a:pt x="1830" y="329"/>
                    <a:pt x="1830" y="329"/>
                  </a:cubicBezTo>
                  <a:cubicBezTo>
                    <a:pt x="1830" y="329"/>
                    <a:pt x="1833" y="325"/>
                    <a:pt x="1841" y="324"/>
                  </a:cubicBezTo>
                  <a:cubicBezTo>
                    <a:pt x="1865" y="320"/>
                    <a:pt x="1864" y="309"/>
                    <a:pt x="1864" y="309"/>
                  </a:cubicBezTo>
                  <a:cubicBezTo>
                    <a:pt x="1864" y="309"/>
                    <a:pt x="1891" y="309"/>
                    <a:pt x="1909" y="309"/>
                  </a:cubicBezTo>
                  <a:cubicBezTo>
                    <a:pt x="1927" y="309"/>
                    <a:pt x="1928" y="302"/>
                    <a:pt x="1928" y="302"/>
                  </a:cubicBezTo>
                  <a:cubicBezTo>
                    <a:pt x="1929" y="287"/>
                    <a:pt x="1929" y="287"/>
                    <a:pt x="1929" y="287"/>
                  </a:cubicBezTo>
                  <a:cubicBezTo>
                    <a:pt x="1937" y="283"/>
                    <a:pt x="1942" y="289"/>
                    <a:pt x="1942" y="289"/>
                  </a:cubicBezTo>
                  <a:cubicBezTo>
                    <a:pt x="1942" y="325"/>
                    <a:pt x="1942" y="325"/>
                    <a:pt x="1942" y="325"/>
                  </a:cubicBezTo>
                  <a:cubicBezTo>
                    <a:pt x="1942" y="325"/>
                    <a:pt x="1942" y="341"/>
                    <a:pt x="1965" y="341"/>
                  </a:cubicBezTo>
                  <a:cubicBezTo>
                    <a:pt x="1989" y="341"/>
                    <a:pt x="1987" y="325"/>
                    <a:pt x="1987" y="325"/>
                  </a:cubicBezTo>
                  <a:cubicBezTo>
                    <a:pt x="1987" y="281"/>
                    <a:pt x="1987" y="281"/>
                    <a:pt x="1987" y="281"/>
                  </a:cubicBezTo>
                  <a:cubicBezTo>
                    <a:pt x="1991" y="274"/>
                    <a:pt x="1998" y="281"/>
                    <a:pt x="1998" y="281"/>
                  </a:cubicBezTo>
                  <a:cubicBezTo>
                    <a:pt x="1998" y="325"/>
                    <a:pt x="1998" y="325"/>
                    <a:pt x="1998" y="325"/>
                  </a:cubicBezTo>
                  <a:cubicBezTo>
                    <a:pt x="1998" y="325"/>
                    <a:pt x="1996" y="341"/>
                    <a:pt x="2023" y="341"/>
                  </a:cubicBezTo>
                  <a:cubicBezTo>
                    <a:pt x="2047" y="341"/>
                    <a:pt x="2045" y="326"/>
                    <a:pt x="2045" y="326"/>
                  </a:cubicBezTo>
                  <a:cubicBezTo>
                    <a:pt x="2045" y="326"/>
                    <a:pt x="2045" y="301"/>
                    <a:pt x="2045" y="292"/>
                  </a:cubicBezTo>
                  <a:cubicBezTo>
                    <a:pt x="2045" y="284"/>
                    <a:pt x="2049" y="284"/>
                    <a:pt x="2049" y="284"/>
                  </a:cubicBezTo>
                  <a:cubicBezTo>
                    <a:pt x="2049" y="284"/>
                    <a:pt x="2054" y="283"/>
                    <a:pt x="2054" y="298"/>
                  </a:cubicBezTo>
                  <a:cubicBezTo>
                    <a:pt x="2054" y="313"/>
                    <a:pt x="2069" y="313"/>
                    <a:pt x="2069" y="313"/>
                  </a:cubicBezTo>
                  <a:cubicBezTo>
                    <a:pt x="2106" y="313"/>
                    <a:pt x="2106" y="313"/>
                    <a:pt x="2106" y="313"/>
                  </a:cubicBezTo>
                  <a:cubicBezTo>
                    <a:pt x="2114" y="318"/>
                    <a:pt x="2113" y="325"/>
                    <a:pt x="2113" y="325"/>
                  </a:cubicBezTo>
                  <a:cubicBezTo>
                    <a:pt x="2114" y="330"/>
                    <a:pt x="2085" y="339"/>
                    <a:pt x="2086" y="352"/>
                  </a:cubicBezTo>
                  <a:cubicBezTo>
                    <a:pt x="2088" y="366"/>
                    <a:pt x="2068" y="373"/>
                    <a:pt x="2068" y="373"/>
                  </a:cubicBezTo>
                  <a:cubicBezTo>
                    <a:pt x="2068" y="373"/>
                    <a:pt x="1973" y="421"/>
                    <a:pt x="1952" y="431"/>
                  </a:cubicBezTo>
                  <a:cubicBezTo>
                    <a:pt x="1936" y="439"/>
                    <a:pt x="1923" y="436"/>
                    <a:pt x="1912" y="437"/>
                  </a:cubicBezTo>
                  <a:cubicBezTo>
                    <a:pt x="1901" y="438"/>
                    <a:pt x="1891" y="442"/>
                    <a:pt x="1890" y="453"/>
                  </a:cubicBezTo>
                  <a:cubicBezTo>
                    <a:pt x="1890" y="458"/>
                    <a:pt x="1897" y="469"/>
                    <a:pt x="1910" y="469"/>
                  </a:cubicBezTo>
                  <a:cubicBezTo>
                    <a:pt x="1924" y="469"/>
                    <a:pt x="1939" y="468"/>
                    <a:pt x="1952" y="479"/>
                  </a:cubicBezTo>
                  <a:cubicBezTo>
                    <a:pt x="1981" y="506"/>
                    <a:pt x="2078" y="541"/>
                    <a:pt x="2078" y="541"/>
                  </a:cubicBezTo>
                  <a:cubicBezTo>
                    <a:pt x="2079" y="541"/>
                    <a:pt x="2079" y="541"/>
                    <a:pt x="2079" y="541"/>
                  </a:cubicBezTo>
                  <a:cubicBezTo>
                    <a:pt x="2081" y="542"/>
                    <a:pt x="2081" y="542"/>
                    <a:pt x="2081" y="542"/>
                  </a:cubicBezTo>
                  <a:cubicBezTo>
                    <a:pt x="2081" y="542"/>
                    <a:pt x="2086" y="545"/>
                    <a:pt x="2098" y="545"/>
                  </a:cubicBezTo>
                  <a:cubicBezTo>
                    <a:pt x="2108" y="544"/>
                    <a:pt x="2111" y="547"/>
                    <a:pt x="2111" y="552"/>
                  </a:cubicBezTo>
                  <a:cubicBezTo>
                    <a:pt x="2111" y="557"/>
                    <a:pt x="2110" y="563"/>
                    <a:pt x="2099" y="563"/>
                  </a:cubicBezTo>
                  <a:cubicBezTo>
                    <a:pt x="2085" y="563"/>
                    <a:pt x="2080" y="568"/>
                    <a:pt x="2080" y="568"/>
                  </a:cubicBezTo>
                  <a:cubicBezTo>
                    <a:pt x="2080" y="568"/>
                    <a:pt x="1956" y="792"/>
                    <a:pt x="1934" y="797"/>
                  </a:cubicBezTo>
                  <a:cubicBezTo>
                    <a:pt x="1918" y="801"/>
                    <a:pt x="1906" y="799"/>
                    <a:pt x="1894" y="800"/>
                  </a:cubicBezTo>
                  <a:cubicBezTo>
                    <a:pt x="1883" y="800"/>
                    <a:pt x="1873" y="802"/>
                    <a:pt x="1873" y="808"/>
                  </a:cubicBezTo>
                  <a:cubicBezTo>
                    <a:pt x="1873" y="810"/>
                    <a:pt x="1879" y="815"/>
                    <a:pt x="1893" y="815"/>
                  </a:cubicBezTo>
                  <a:cubicBezTo>
                    <a:pt x="1906" y="815"/>
                    <a:pt x="1922" y="815"/>
                    <a:pt x="1934" y="820"/>
                  </a:cubicBezTo>
                  <a:cubicBezTo>
                    <a:pt x="1964" y="833"/>
                    <a:pt x="2117" y="861"/>
                    <a:pt x="2117" y="861"/>
                  </a:cubicBezTo>
                  <a:cubicBezTo>
                    <a:pt x="2140" y="860"/>
                    <a:pt x="2140" y="860"/>
                    <a:pt x="2140" y="860"/>
                  </a:cubicBezTo>
                  <a:cubicBezTo>
                    <a:pt x="2140" y="860"/>
                    <a:pt x="1974" y="829"/>
                    <a:pt x="1945" y="817"/>
                  </a:cubicBezTo>
                  <a:cubicBezTo>
                    <a:pt x="1932" y="811"/>
                    <a:pt x="1921" y="811"/>
                    <a:pt x="1907" y="811"/>
                  </a:cubicBezTo>
                  <a:cubicBezTo>
                    <a:pt x="1894" y="811"/>
                    <a:pt x="1890" y="810"/>
                    <a:pt x="1890" y="808"/>
                  </a:cubicBezTo>
                  <a:cubicBezTo>
                    <a:pt x="1890" y="804"/>
                    <a:pt x="1895" y="804"/>
                    <a:pt x="1906" y="804"/>
                  </a:cubicBezTo>
                  <a:cubicBezTo>
                    <a:pt x="1918" y="803"/>
                    <a:pt x="1931" y="805"/>
                    <a:pt x="1950" y="800"/>
                  </a:cubicBezTo>
                  <a:cubicBezTo>
                    <a:pt x="1970" y="794"/>
                    <a:pt x="2093" y="579"/>
                    <a:pt x="2093" y="579"/>
                  </a:cubicBezTo>
                  <a:cubicBezTo>
                    <a:pt x="2093" y="579"/>
                    <a:pt x="2096" y="575"/>
                    <a:pt x="2104" y="574"/>
                  </a:cubicBezTo>
                  <a:cubicBezTo>
                    <a:pt x="2128" y="570"/>
                    <a:pt x="2127" y="559"/>
                    <a:pt x="2127" y="559"/>
                  </a:cubicBezTo>
                  <a:cubicBezTo>
                    <a:pt x="2127" y="546"/>
                    <a:pt x="2127" y="546"/>
                    <a:pt x="2127" y="546"/>
                  </a:cubicBezTo>
                  <a:cubicBezTo>
                    <a:pt x="2127" y="536"/>
                    <a:pt x="2109" y="533"/>
                    <a:pt x="2101" y="533"/>
                  </a:cubicBezTo>
                  <a:cubicBezTo>
                    <a:pt x="2092" y="533"/>
                    <a:pt x="2088" y="530"/>
                    <a:pt x="2088" y="530"/>
                  </a:cubicBezTo>
                  <a:cubicBezTo>
                    <a:pt x="2087" y="530"/>
                    <a:pt x="2087" y="530"/>
                    <a:pt x="2087" y="530"/>
                  </a:cubicBezTo>
                  <a:cubicBezTo>
                    <a:pt x="2087" y="530"/>
                    <a:pt x="1992" y="499"/>
                    <a:pt x="1962" y="473"/>
                  </a:cubicBezTo>
                  <a:cubicBezTo>
                    <a:pt x="1950" y="462"/>
                    <a:pt x="1938" y="461"/>
                    <a:pt x="1925" y="461"/>
                  </a:cubicBezTo>
                  <a:cubicBezTo>
                    <a:pt x="1911" y="461"/>
                    <a:pt x="1907" y="459"/>
                    <a:pt x="1907" y="453"/>
                  </a:cubicBezTo>
                  <a:cubicBezTo>
                    <a:pt x="1907" y="446"/>
                    <a:pt x="1913" y="447"/>
                    <a:pt x="1924" y="446"/>
                  </a:cubicBezTo>
                  <a:cubicBezTo>
                    <a:pt x="1935" y="445"/>
                    <a:pt x="1948" y="449"/>
                    <a:pt x="1968" y="437"/>
                  </a:cubicBezTo>
                  <a:cubicBezTo>
                    <a:pt x="1987" y="425"/>
                    <a:pt x="2088" y="376"/>
                    <a:pt x="2088" y="376"/>
                  </a:cubicBezTo>
                  <a:cubicBezTo>
                    <a:pt x="2088" y="376"/>
                    <a:pt x="2100" y="368"/>
                    <a:pt x="2101" y="353"/>
                  </a:cubicBezTo>
                  <a:cubicBezTo>
                    <a:pt x="2102" y="337"/>
                    <a:pt x="2130" y="337"/>
                    <a:pt x="2130" y="325"/>
                  </a:cubicBezTo>
                  <a:cubicBezTo>
                    <a:pt x="2130" y="325"/>
                    <a:pt x="2131" y="318"/>
                    <a:pt x="2122" y="313"/>
                  </a:cubicBezTo>
                  <a:cubicBezTo>
                    <a:pt x="2118" y="310"/>
                    <a:pt x="2117" y="303"/>
                    <a:pt x="2123" y="299"/>
                  </a:cubicBezTo>
                  <a:cubicBezTo>
                    <a:pt x="2131" y="295"/>
                    <a:pt x="2130" y="287"/>
                    <a:pt x="2130" y="287"/>
                  </a:cubicBezTo>
                  <a:cubicBezTo>
                    <a:pt x="2130" y="275"/>
                    <a:pt x="1988" y="74"/>
                    <a:pt x="1969" y="67"/>
                  </a:cubicBezTo>
                  <a:cubicBezTo>
                    <a:pt x="1949" y="59"/>
                    <a:pt x="1936" y="62"/>
                    <a:pt x="1925" y="61"/>
                  </a:cubicBezTo>
                  <a:cubicBezTo>
                    <a:pt x="1914" y="60"/>
                    <a:pt x="1908" y="61"/>
                    <a:pt x="1908" y="56"/>
                  </a:cubicBezTo>
                  <a:cubicBezTo>
                    <a:pt x="1908" y="53"/>
                    <a:pt x="1912" y="51"/>
                    <a:pt x="1926" y="51"/>
                  </a:cubicBezTo>
                  <a:cubicBezTo>
                    <a:pt x="1939" y="51"/>
                    <a:pt x="1951" y="51"/>
                    <a:pt x="1963" y="43"/>
                  </a:cubicBezTo>
                  <a:cubicBezTo>
                    <a:pt x="1993" y="26"/>
                    <a:pt x="2082" y="7"/>
                    <a:pt x="2082" y="7"/>
                  </a:cubicBezTo>
                  <a:cubicBezTo>
                    <a:pt x="2070" y="3"/>
                    <a:pt x="2070" y="3"/>
                    <a:pt x="2070" y="3"/>
                  </a:cubicBezTo>
                  <a:cubicBezTo>
                    <a:pt x="2070" y="3"/>
                    <a:pt x="1984" y="23"/>
                    <a:pt x="1945" y="44"/>
                  </a:cubicBezTo>
                  <a:cubicBezTo>
                    <a:pt x="1940" y="46"/>
                    <a:pt x="1925" y="45"/>
                    <a:pt x="1911" y="45"/>
                  </a:cubicBezTo>
                  <a:cubicBezTo>
                    <a:pt x="1898" y="45"/>
                    <a:pt x="1891" y="53"/>
                    <a:pt x="1891" y="56"/>
                  </a:cubicBezTo>
                  <a:cubicBezTo>
                    <a:pt x="1891" y="61"/>
                    <a:pt x="1897" y="67"/>
                    <a:pt x="1908" y="67"/>
                  </a:cubicBezTo>
                  <a:cubicBezTo>
                    <a:pt x="1946" y="66"/>
                    <a:pt x="1952" y="70"/>
                    <a:pt x="1952" y="70"/>
                  </a:cubicBezTo>
                  <a:cubicBezTo>
                    <a:pt x="1974" y="76"/>
                    <a:pt x="2114" y="280"/>
                    <a:pt x="2113" y="287"/>
                  </a:cubicBezTo>
                  <a:cubicBezTo>
                    <a:pt x="2113" y="287"/>
                    <a:pt x="2114" y="295"/>
                    <a:pt x="2106" y="299"/>
                  </a:cubicBezTo>
                  <a:cubicBezTo>
                    <a:pt x="2073" y="299"/>
                    <a:pt x="2073" y="299"/>
                    <a:pt x="2073" y="299"/>
                  </a:cubicBezTo>
                  <a:cubicBezTo>
                    <a:pt x="2073" y="299"/>
                    <a:pt x="2069" y="299"/>
                    <a:pt x="2070" y="294"/>
                  </a:cubicBezTo>
                  <a:cubicBezTo>
                    <a:pt x="2070" y="281"/>
                    <a:pt x="2070" y="281"/>
                    <a:pt x="2070" y="281"/>
                  </a:cubicBezTo>
                  <a:cubicBezTo>
                    <a:pt x="2070" y="281"/>
                    <a:pt x="2065" y="273"/>
                    <a:pt x="2049" y="273"/>
                  </a:cubicBezTo>
                  <a:cubicBezTo>
                    <a:pt x="2033" y="273"/>
                    <a:pt x="2029" y="281"/>
                    <a:pt x="2029" y="281"/>
                  </a:cubicBezTo>
                  <a:cubicBezTo>
                    <a:pt x="2029" y="323"/>
                    <a:pt x="2029" y="323"/>
                    <a:pt x="2029" y="323"/>
                  </a:cubicBezTo>
                  <a:cubicBezTo>
                    <a:pt x="2029" y="323"/>
                    <a:pt x="2029" y="328"/>
                    <a:pt x="2022" y="328"/>
                  </a:cubicBezTo>
                  <a:cubicBezTo>
                    <a:pt x="2016" y="328"/>
                    <a:pt x="2014" y="322"/>
                    <a:pt x="2014" y="322"/>
                  </a:cubicBezTo>
                  <a:cubicBezTo>
                    <a:pt x="2014" y="282"/>
                    <a:pt x="2014" y="282"/>
                    <a:pt x="2014" y="282"/>
                  </a:cubicBezTo>
                  <a:cubicBezTo>
                    <a:pt x="2014" y="282"/>
                    <a:pt x="2009" y="266"/>
                    <a:pt x="1991" y="266"/>
                  </a:cubicBezTo>
                  <a:cubicBezTo>
                    <a:pt x="1973" y="266"/>
                    <a:pt x="1971" y="280"/>
                    <a:pt x="1971" y="280"/>
                  </a:cubicBezTo>
                  <a:cubicBezTo>
                    <a:pt x="1971" y="322"/>
                    <a:pt x="1971" y="322"/>
                    <a:pt x="1971" y="322"/>
                  </a:cubicBezTo>
                  <a:cubicBezTo>
                    <a:pt x="1971" y="322"/>
                    <a:pt x="1971" y="327"/>
                    <a:pt x="1964" y="327"/>
                  </a:cubicBezTo>
                  <a:cubicBezTo>
                    <a:pt x="1957" y="327"/>
                    <a:pt x="1958" y="323"/>
                    <a:pt x="1958" y="323"/>
                  </a:cubicBezTo>
                  <a:cubicBezTo>
                    <a:pt x="1958" y="323"/>
                    <a:pt x="1958" y="298"/>
                    <a:pt x="1958" y="287"/>
                  </a:cubicBezTo>
                  <a:cubicBezTo>
                    <a:pt x="1957" y="276"/>
                    <a:pt x="1945" y="275"/>
                    <a:pt x="1938" y="275"/>
                  </a:cubicBezTo>
                  <a:cubicBezTo>
                    <a:pt x="1931" y="274"/>
                    <a:pt x="1921" y="276"/>
                    <a:pt x="1917" y="281"/>
                  </a:cubicBezTo>
                  <a:cubicBezTo>
                    <a:pt x="1915" y="284"/>
                    <a:pt x="1915" y="296"/>
                    <a:pt x="1915" y="296"/>
                  </a:cubicBezTo>
                  <a:cubicBezTo>
                    <a:pt x="1865" y="296"/>
                    <a:pt x="1865" y="296"/>
                    <a:pt x="1865" y="296"/>
                  </a:cubicBezTo>
                  <a:cubicBezTo>
                    <a:pt x="1865" y="286"/>
                    <a:pt x="1846" y="283"/>
                    <a:pt x="1838" y="283"/>
                  </a:cubicBezTo>
                  <a:cubicBezTo>
                    <a:pt x="1830" y="283"/>
                    <a:pt x="1827" y="279"/>
                    <a:pt x="1827" y="279"/>
                  </a:cubicBezTo>
                  <a:cubicBezTo>
                    <a:pt x="1827" y="279"/>
                    <a:pt x="1708" y="74"/>
                    <a:pt x="1689" y="67"/>
                  </a:cubicBezTo>
                  <a:cubicBezTo>
                    <a:pt x="1669" y="59"/>
                    <a:pt x="1656" y="62"/>
                    <a:pt x="1645" y="61"/>
                  </a:cubicBezTo>
                  <a:cubicBezTo>
                    <a:pt x="1633" y="60"/>
                    <a:pt x="1628" y="61"/>
                    <a:pt x="1628" y="56"/>
                  </a:cubicBezTo>
                  <a:cubicBezTo>
                    <a:pt x="1628" y="53"/>
                    <a:pt x="1632" y="51"/>
                    <a:pt x="1646" y="51"/>
                  </a:cubicBezTo>
                  <a:cubicBezTo>
                    <a:pt x="1659" y="51"/>
                    <a:pt x="1671" y="51"/>
                    <a:pt x="1683" y="43"/>
                  </a:cubicBezTo>
                  <a:cubicBezTo>
                    <a:pt x="1712" y="26"/>
                    <a:pt x="1802" y="7"/>
                    <a:pt x="1802" y="7"/>
                  </a:cubicBezTo>
                  <a:cubicBezTo>
                    <a:pt x="1803" y="0"/>
                    <a:pt x="1803" y="0"/>
                    <a:pt x="1803" y="0"/>
                  </a:cubicBezTo>
                  <a:cubicBezTo>
                    <a:pt x="1803" y="0"/>
                    <a:pt x="1704" y="23"/>
                    <a:pt x="1665" y="44"/>
                  </a:cubicBezTo>
                  <a:cubicBezTo>
                    <a:pt x="1659" y="46"/>
                    <a:pt x="1644" y="45"/>
                    <a:pt x="1631" y="45"/>
                  </a:cubicBezTo>
                  <a:cubicBezTo>
                    <a:pt x="1617" y="45"/>
                    <a:pt x="1611" y="53"/>
                    <a:pt x="1611" y="56"/>
                  </a:cubicBezTo>
                  <a:cubicBezTo>
                    <a:pt x="1611" y="61"/>
                    <a:pt x="1617" y="66"/>
                    <a:pt x="1628" y="67"/>
                  </a:cubicBezTo>
                  <a:cubicBezTo>
                    <a:pt x="1639" y="67"/>
                    <a:pt x="1658" y="65"/>
                    <a:pt x="1672" y="70"/>
                  </a:cubicBezTo>
                  <a:cubicBezTo>
                    <a:pt x="1694" y="76"/>
                    <a:pt x="1818" y="292"/>
                    <a:pt x="1818" y="292"/>
                  </a:cubicBezTo>
                  <a:cubicBezTo>
                    <a:pt x="1818" y="292"/>
                    <a:pt x="1823" y="295"/>
                    <a:pt x="1836" y="295"/>
                  </a:cubicBezTo>
                  <a:cubicBezTo>
                    <a:pt x="1845" y="294"/>
                    <a:pt x="1848" y="297"/>
                    <a:pt x="1848" y="302"/>
                  </a:cubicBezTo>
                  <a:cubicBezTo>
                    <a:pt x="1848" y="307"/>
                    <a:pt x="1847" y="313"/>
                    <a:pt x="1836" y="313"/>
                  </a:cubicBezTo>
                  <a:cubicBezTo>
                    <a:pt x="1822" y="313"/>
                    <a:pt x="1817" y="318"/>
                    <a:pt x="1817" y="318"/>
                  </a:cubicBezTo>
                  <a:cubicBezTo>
                    <a:pt x="1817" y="318"/>
                    <a:pt x="1693" y="421"/>
                    <a:pt x="1672" y="431"/>
                  </a:cubicBezTo>
                  <a:cubicBezTo>
                    <a:pt x="1656" y="439"/>
                    <a:pt x="1643" y="436"/>
                    <a:pt x="1632" y="437"/>
                  </a:cubicBezTo>
                  <a:cubicBezTo>
                    <a:pt x="1620" y="438"/>
                    <a:pt x="1611" y="442"/>
                    <a:pt x="1610" y="453"/>
                  </a:cubicBezTo>
                  <a:cubicBezTo>
                    <a:pt x="1610" y="458"/>
                    <a:pt x="1617" y="469"/>
                    <a:pt x="1630" y="469"/>
                  </a:cubicBezTo>
                  <a:cubicBezTo>
                    <a:pt x="1644" y="469"/>
                    <a:pt x="1659" y="468"/>
                    <a:pt x="1671" y="479"/>
                  </a:cubicBezTo>
                  <a:cubicBezTo>
                    <a:pt x="1701" y="506"/>
                    <a:pt x="1800" y="538"/>
                    <a:pt x="1800" y="538"/>
                  </a:cubicBezTo>
                  <a:cubicBezTo>
                    <a:pt x="1801" y="539"/>
                    <a:pt x="1801" y="539"/>
                    <a:pt x="1801" y="539"/>
                  </a:cubicBezTo>
                  <a:cubicBezTo>
                    <a:pt x="1808" y="541"/>
                    <a:pt x="1810" y="549"/>
                    <a:pt x="1810" y="549"/>
                  </a:cubicBezTo>
                  <a:cubicBezTo>
                    <a:pt x="1815" y="563"/>
                    <a:pt x="1838" y="569"/>
                    <a:pt x="1837" y="576"/>
                  </a:cubicBezTo>
                  <a:cubicBezTo>
                    <a:pt x="1837" y="576"/>
                    <a:pt x="1838" y="583"/>
                    <a:pt x="1830" y="588"/>
                  </a:cubicBezTo>
                  <a:cubicBezTo>
                    <a:pt x="1797" y="588"/>
                    <a:pt x="1797" y="588"/>
                    <a:pt x="1797" y="588"/>
                  </a:cubicBezTo>
                  <a:cubicBezTo>
                    <a:pt x="1797" y="588"/>
                    <a:pt x="1794" y="587"/>
                    <a:pt x="1794" y="582"/>
                  </a:cubicBezTo>
                  <a:cubicBezTo>
                    <a:pt x="1794" y="569"/>
                    <a:pt x="1794" y="569"/>
                    <a:pt x="1794" y="569"/>
                  </a:cubicBezTo>
                  <a:cubicBezTo>
                    <a:pt x="1794" y="569"/>
                    <a:pt x="1790" y="562"/>
                    <a:pt x="1774" y="562"/>
                  </a:cubicBezTo>
                  <a:cubicBezTo>
                    <a:pt x="1758" y="562"/>
                    <a:pt x="1753" y="569"/>
                    <a:pt x="1753" y="569"/>
                  </a:cubicBezTo>
                  <a:cubicBezTo>
                    <a:pt x="1753" y="612"/>
                    <a:pt x="1753" y="612"/>
                    <a:pt x="1753" y="612"/>
                  </a:cubicBezTo>
                  <a:cubicBezTo>
                    <a:pt x="1753" y="612"/>
                    <a:pt x="1753" y="617"/>
                    <a:pt x="1746" y="617"/>
                  </a:cubicBezTo>
                  <a:cubicBezTo>
                    <a:pt x="1740" y="617"/>
                    <a:pt x="1738" y="611"/>
                    <a:pt x="1738" y="611"/>
                  </a:cubicBezTo>
                  <a:cubicBezTo>
                    <a:pt x="1738" y="571"/>
                    <a:pt x="1738" y="571"/>
                    <a:pt x="1738" y="571"/>
                  </a:cubicBezTo>
                  <a:cubicBezTo>
                    <a:pt x="1738" y="571"/>
                    <a:pt x="1734" y="555"/>
                    <a:pt x="1716" y="555"/>
                  </a:cubicBezTo>
                  <a:cubicBezTo>
                    <a:pt x="1698" y="555"/>
                    <a:pt x="1695" y="569"/>
                    <a:pt x="1695" y="569"/>
                  </a:cubicBezTo>
                  <a:cubicBezTo>
                    <a:pt x="1695" y="611"/>
                    <a:pt x="1695" y="611"/>
                    <a:pt x="1695" y="611"/>
                  </a:cubicBezTo>
                  <a:cubicBezTo>
                    <a:pt x="1695" y="611"/>
                    <a:pt x="1695" y="616"/>
                    <a:pt x="1688" y="616"/>
                  </a:cubicBezTo>
                  <a:cubicBezTo>
                    <a:pt x="1682" y="616"/>
                    <a:pt x="1682" y="611"/>
                    <a:pt x="1682" y="611"/>
                  </a:cubicBezTo>
                  <a:cubicBezTo>
                    <a:pt x="1682" y="611"/>
                    <a:pt x="1683" y="586"/>
                    <a:pt x="1682" y="575"/>
                  </a:cubicBezTo>
                  <a:cubicBezTo>
                    <a:pt x="1682" y="564"/>
                    <a:pt x="1669" y="564"/>
                    <a:pt x="1662" y="563"/>
                  </a:cubicBezTo>
                  <a:cubicBezTo>
                    <a:pt x="1655" y="563"/>
                    <a:pt x="1645" y="564"/>
                    <a:pt x="1641" y="569"/>
                  </a:cubicBezTo>
                  <a:cubicBezTo>
                    <a:pt x="1639" y="572"/>
                    <a:pt x="1639" y="585"/>
                    <a:pt x="1639" y="585"/>
                  </a:cubicBezTo>
                  <a:cubicBezTo>
                    <a:pt x="1589" y="585"/>
                    <a:pt x="1589" y="585"/>
                    <a:pt x="1589" y="585"/>
                  </a:cubicBezTo>
                  <a:cubicBezTo>
                    <a:pt x="1589" y="574"/>
                    <a:pt x="1570" y="571"/>
                    <a:pt x="1562" y="571"/>
                  </a:cubicBezTo>
                  <a:cubicBezTo>
                    <a:pt x="1554" y="571"/>
                    <a:pt x="1551" y="568"/>
                    <a:pt x="1551" y="568"/>
                  </a:cubicBezTo>
                  <a:cubicBezTo>
                    <a:pt x="1550" y="567"/>
                    <a:pt x="1550" y="567"/>
                    <a:pt x="1550" y="567"/>
                  </a:cubicBezTo>
                  <a:cubicBezTo>
                    <a:pt x="1550" y="567"/>
                    <a:pt x="1457" y="499"/>
                    <a:pt x="1428" y="473"/>
                  </a:cubicBezTo>
                  <a:cubicBezTo>
                    <a:pt x="1415" y="462"/>
                    <a:pt x="1404" y="461"/>
                    <a:pt x="1390" y="461"/>
                  </a:cubicBezTo>
                  <a:cubicBezTo>
                    <a:pt x="1377" y="461"/>
                    <a:pt x="1372" y="459"/>
                    <a:pt x="1372" y="453"/>
                  </a:cubicBezTo>
                  <a:cubicBezTo>
                    <a:pt x="1372" y="446"/>
                    <a:pt x="1378" y="447"/>
                    <a:pt x="1389" y="446"/>
                  </a:cubicBezTo>
                  <a:cubicBezTo>
                    <a:pt x="1400" y="445"/>
                    <a:pt x="1414" y="449"/>
                    <a:pt x="1433" y="437"/>
                  </a:cubicBezTo>
                  <a:cubicBezTo>
                    <a:pt x="1453" y="425"/>
                    <a:pt x="1553" y="376"/>
                    <a:pt x="1553" y="376"/>
                  </a:cubicBezTo>
                  <a:cubicBezTo>
                    <a:pt x="1553" y="376"/>
                    <a:pt x="1566" y="368"/>
                    <a:pt x="1567" y="353"/>
                  </a:cubicBezTo>
                  <a:cubicBezTo>
                    <a:pt x="1568" y="337"/>
                    <a:pt x="1596" y="337"/>
                    <a:pt x="1595" y="325"/>
                  </a:cubicBezTo>
                  <a:cubicBezTo>
                    <a:pt x="1595" y="325"/>
                    <a:pt x="1596" y="318"/>
                    <a:pt x="1587" y="313"/>
                  </a:cubicBezTo>
                  <a:cubicBezTo>
                    <a:pt x="1583" y="310"/>
                    <a:pt x="1582" y="303"/>
                    <a:pt x="1588" y="299"/>
                  </a:cubicBezTo>
                  <a:cubicBezTo>
                    <a:pt x="1596" y="295"/>
                    <a:pt x="1595" y="287"/>
                    <a:pt x="1595" y="287"/>
                  </a:cubicBezTo>
                  <a:cubicBezTo>
                    <a:pt x="1596" y="275"/>
                    <a:pt x="1454" y="74"/>
                    <a:pt x="1434" y="67"/>
                  </a:cubicBezTo>
                  <a:cubicBezTo>
                    <a:pt x="1415" y="59"/>
                    <a:pt x="1401" y="62"/>
                    <a:pt x="1390" y="61"/>
                  </a:cubicBezTo>
                  <a:cubicBezTo>
                    <a:pt x="1379" y="60"/>
                    <a:pt x="1373" y="61"/>
                    <a:pt x="1373" y="56"/>
                  </a:cubicBezTo>
                  <a:cubicBezTo>
                    <a:pt x="1373" y="53"/>
                    <a:pt x="1378" y="51"/>
                    <a:pt x="1391" y="51"/>
                  </a:cubicBezTo>
                  <a:cubicBezTo>
                    <a:pt x="1405" y="51"/>
                    <a:pt x="1416" y="51"/>
                    <a:pt x="1429" y="43"/>
                  </a:cubicBezTo>
                  <a:cubicBezTo>
                    <a:pt x="1458" y="26"/>
                    <a:pt x="1548" y="7"/>
                    <a:pt x="1548" y="7"/>
                  </a:cubicBezTo>
                  <a:cubicBezTo>
                    <a:pt x="1537" y="3"/>
                    <a:pt x="1537" y="3"/>
                    <a:pt x="1537" y="3"/>
                  </a:cubicBezTo>
                  <a:cubicBezTo>
                    <a:pt x="1537" y="3"/>
                    <a:pt x="1449" y="23"/>
                    <a:pt x="1411" y="44"/>
                  </a:cubicBezTo>
                  <a:cubicBezTo>
                    <a:pt x="1405" y="46"/>
                    <a:pt x="1390" y="45"/>
                    <a:pt x="1377" y="45"/>
                  </a:cubicBezTo>
                  <a:cubicBezTo>
                    <a:pt x="1363" y="45"/>
                    <a:pt x="1357" y="53"/>
                    <a:pt x="1357" y="56"/>
                  </a:cubicBezTo>
                  <a:cubicBezTo>
                    <a:pt x="1357" y="61"/>
                    <a:pt x="1363" y="66"/>
                    <a:pt x="1374" y="67"/>
                  </a:cubicBezTo>
                  <a:cubicBezTo>
                    <a:pt x="1385" y="67"/>
                    <a:pt x="1403" y="65"/>
                    <a:pt x="1418" y="70"/>
                  </a:cubicBezTo>
                  <a:cubicBezTo>
                    <a:pt x="1440" y="76"/>
                    <a:pt x="1579" y="280"/>
                    <a:pt x="1579" y="287"/>
                  </a:cubicBezTo>
                  <a:cubicBezTo>
                    <a:pt x="1579" y="287"/>
                    <a:pt x="1580" y="295"/>
                    <a:pt x="1571" y="299"/>
                  </a:cubicBezTo>
                  <a:cubicBezTo>
                    <a:pt x="1538" y="299"/>
                    <a:pt x="1538" y="299"/>
                    <a:pt x="1538" y="299"/>
                  </a:cubicBezTo>
                  <a:cubicBezTo>
                    <a:pt x="1538" y="299"/>
                    <a:pt x="1535" y="299"/>
                    <a:pt x="1535" y="294"/>
                  </a:cubicBezTo>
                  <a:cubicBezTo>
                    <a:pt x="1535" y="281"/>
                    <a:pt x="1535" y="281"/>
                    <a:pt x="1535" y="281"/>
                  </a:cubicBezTo>
                  <a:cubicBezTo>
                    <a:pt x="1535" y="281"/>
                    <a:pt x="1531" y="273"/>
                    <a:pt x="1515" y="273"/>
                  </a:cubicBezTo>
                  <a:cubicBezTo>
                    <a:pt x="1499" y="273"/>
                    <a:pt x="1495" y="281"/>
                    <a:pt x="1495" y="281"/>
                  </a:cubicBezTo>
                  <a:cubicBezTo>
                    <a:pt x="1495" y="323"/>
                    <a:pt x="1495" y="323"/>
                    <a:pt x="1495" y="323"/>
                  </a:cubicBezTo>
                  <a:cubicBezTo>
                    <a:pt x="1495" y="323"/>
                    <a:pt x="1494" y="328"/>
                    <a:pt x="1488" y="328"/>
                  </a:cubicBezTo>
                  <a:cubicBezTo>
                    <a:pt x="1481" y="328"/>
                    <a:pt x="1480" y="322"/>
                    <a:pt x="1480" y="322"/>
                  </a:cubicBezTo>
                  <a:cubicBezTo>
                    <a:pt x="1480" y="282"/>
                    <a:pt x="1480" y="282"/>
                    <a:pt x="1480" y="282"/>
                  </a:cubicBezTo>
                  <a:cubicBezTo>
                    <a:pt x="1480" y="282"/>
                    <a:pt x="1475" y="266"/>
                    <a:pt x="1457" y="266"/>
                  </a:cubicBezTo>
                  <a:cubicBezTo>
                    <a:pt x="1439" y="266"/>
                    <a:pt x="1436" y="280"/>
                    <a:pt x="1436" y="280"/>
                  </a:cubicBezTo>
                  <a:cubicBezTo>
                    <a:pt x="1437" y="322"/>
                    <a:pt x="1437" y="322"/>
                    <a:pt x="1437" y="322"/>
                  </a:cubicBezTo>
                  <a:cubicBezTo>
                    <a:pt x="1437" y="322"/>
                    <a:pt x="1436" y="327"/>
                    <a:pt x="1430" y="327"/>
                  </a:cubicBezTo>
                  <a:cubicBezTo>
                    <a:pt x="1423" y="327"/>
                    <a:pt x="1423" y="323"/>
                    <a:pt x="1423" y="323"/>
                  </a:cubicBezTo>
                  <a:cubicBezTo>
                    <a:pt x="1423" y="323"/>
                    <a:pt x="1424" y="298"/>
                    <a:pt x="1423" y="287"/>
                  </a:cubicBezTo>
                  <a:cubicBezTo>
                    <a:pt x="1423" y="276"/>
                    <a:pt x="1411" y="275"/>
                    <a:pt x="1404" y="275"/>
                  </a:cubicBezTo>
                  <a:cubicBezTo>
                    <a:pt x="1396" y="274"/>
                    <a:pt x="1386" y="276"/>
                    <a:pt x="1383" y="281"/>
                  </a:cubicBezTo>
                  <a:cubicBezTo>
                    <a:pt x="1380" y="284"/>
                    <a:pt x="1381" y="296"/>
                    <a:pt x="1381" y="296"/>
                  </a:cubicBezTo>
                  <a:cubicBezTo>
                    <a:pt x="1330" y="296"/>
                    <a:pt x="1330" y="296"/>
                    <a:pt x="1330" y="296"/>
                  </a:cubicBezTo>
                  <a:cubicBezTo>
                    <a:pt x="1330" y="286"/>
                    <a:pt x="1312" y="283"/>
                    <a:pt x="1303" y="283"/>
                  </a:cubicBezTo>
                  <a:cubicBezTo>
                    <a:pt x="1295" y="283"/>
                    <a:pt x="1292" y="279"/>
                    <a:pt x="1292" y="279"/>
                  </a:cubicBezTo>
                  <a:cubicBezTo>
                    <a:pt x="1292" y="279"/>
                    <a:pt x="1174" y="74"/>
                    <a:pt x="1154" y="67"/>
                  </a:cubicBezTo>
                  <a:cubicBezTo>
                    <a:pt x="1134" y="59"/>
                    <a:pt x="1121" y="62"/>
                    <a:pt x="1110" y="61"/>
                  </a:cubicBezTo>
                  <a:cubicBezTo>
                    <a:pt x="1099" y="60"/>
                    <a:pt x="1093" y="61"/>
                    <a:pt x="1093" y="56"/>
                  </a:cubicBezTo>
                  <a:cubicBezTo>
                    <a:pt x="1093" y="53"/>
                    <a:pt x="1097" y="51"/>
                    <a:pt x="1111" y="51"/>
                  </a:cubicBezTo>
                  <a:cubicBezTo>
                    <a:pt x="1125" y="51"/>
                    <a:pt x="1136" y="51"/>
                    <a:pt x="1148" y="43"/>
                  </a:cubicBezTo>
                  <a:cubicBezTo>
                    <a:pt x="1178" y="26"/>
                    <a:pt x="1267" y="7"/>
                    <a:pt x="1267" y="7"/>
                  </a:cubicBezTo>
                  <a:cubicBezTo>
                    <a:pt x="1269" y="0"/>
                    <a:pt x="1269" y="0"/>
                    <a:pt x="1269" y="0"/>
                  </a:cubicBezTo>
                  <a:cubicBezTo>
                    <a:pt x="1269" y="0"/>
                    <a:pt x="1169" y="23"/>
                    <a:pt x="1130" y="44"/>
                  </a:cubicBezTo>
                  <a:cubicBezTo>
                    <a:pt x="1125" y="46"/>
                    <a:pt x="1110" y="45"/>
                    <a:pt x="1096" y="45"/>
                  </a:cubicBezTo>
                  <a:cubicBezTo>
                    <a:pt x="1083" y="45"/>
                    <a:pt x="1077" y="53"/>
                    <a:pt x="1077" y="56"/>
                  </a:cubicBezTo>
                  <a:cubicBezTo>
                    <a:pt x="1077" y="61"/>
                    <a:pt x="1082" y="66"/>
                    <a:pt x="1094" y="67"/>
                  </a:cubicBezTo>
                  <a:cubicBezTo>
                    <a:pt x="1105" y="67"/>
                    <a:pt x="1123" y="65"/>
                    <a:pt x="1138" y="70"/>
                  </a:cubicBezTo>
                  <a:cubicBezTo>
                    <a:pt x="1160" y="76"/>
                    <a:pt x="1283" y="292"/>
                    <a:pt x="1283" y="292"/>
                  </a:cubicBezTo>
                  <a:cubicBezTo>
                    <a:pt x="1283" y="292"/>
                    <a:pt x="1289" y="295"/>
                    <a:pt x="1301" y="295"/>
                  </a:cubicBezTo>
                  <a:cubicBezTo>
                    <a:pt x="1311" y="294"/>
                    <a:pt x="1314" y="297"/>
                    <a:pt x="1314" y="302"/>
                  </a:cubicBezTo>
                  <a:cubicBezTo>
                    <a:pt x="1314" y="307"/>
                    <a:pt x="1313" y="313"/>
                    <a:pt x="1302" y="313"/>
                  </a:cubicBezTo>
                  <a:cubicBezTo>
                    <a:pt x="1288" y="313"/>
                    <a:pt x="1283" y="318"/>
                    <a:pt x="1283" y="318"/>
                  </a:cubicBezTo>
                  <a:cubicBezTo>
                    <a:pt x="1283" y="318"/>
                    <a:pt x="1158" y="421"/>
                    <a:pt x="1137" y="431"/>
                  </a:cubicBezTo>
                  <a:cubicBezTo>
                    <a:pt x="1121" y="439"/>
                    <a:pt x="1108" y="436"/>
                    <a:pt x="1097" y="437"/>
                  </a:cubicBezTo>
                  <a:cubicBezTo>
                    <a:pt x="1086" y="438"/>
                    <a:pt x="1076" y="442"/>
                    <a:pt x="1076" y="453"/>
                  </a:cubicBezTo>
                  <a:cubicBezTo>
                    <a:pt x="1076" y="458"/>
                    <a:pt x="1082" y="469"/>
                    <a:pt x="1096" y="469"/>
                  </a:cubicBezTo>
                  <a:cubicBezTo>
                    <a:pt x="1109" y="469"/>
                    <a:pt x="1124" y="468"/>
                    <a:pt x="1137" y="479"/>
                  </a:cubicBezTo>
                  <a:cubicBezTo>
                    <a:pt x="1166" y="506"/>
                    <a:pt x="1265" y="538"/>
                    <a:pt x="1265" y="538"/>
                  </a:cubicBezTo>
                  <a:cubicBezTo>
                    <a:pt x="1266" y="538"/>
                    <a:pt x="1266" y="538"/>
                    <a:pt x="1266" y="538"/>
                  </a:cubicBezTo>
                  <a:cubicBezTo>
                    <a:pt x="1267" y="539"/>
                    <a:pt x="1267" y="539"/>
                    <a:pt x="1267" y="539"/>
                  </a:cubicBezTo>
                  <a:cubicBezTo>
                    <a:pt x="1275" y="541"/>
                    <a:pt x="1277" y="549"/>
                    <a:pt x="1277" y="549"/>
                  </a:cubicBezTo>
                  <a:cubicBezTo>
                    <a:pt x="1282" y="563"/>
                    <a:pt x="1305" y="569"/>
                    <a:pt x="1304" y="576"/>
                  </a:cubicBezTo>
                  <a:cubicBezTo>
                    <a:pt x="1304" y="576"/>
                    <a:pt x="1305" y="583"/>
                    <a:pt x="1297" y="588"/>
                  </a:cubicBezTo>
                  <a:cubicBezTo>
                    <a:pt x="1264" y="588"/>
                    <a:pt x="1264" y="588"/>
                    <a:pt x="1264" y="588"/>
                  </a:cubicBezTo>
                  <a:cubicBezTo>
                    <a:pt x="1264" y="588"/>
                    <a:pt x="1260" y="587"/>
                    <a:pt x="1261" y="582"/>
                  </a:cubicBezTo>
                  <a:cubicBezTo>
                    <a:pt x="1261" y="569"/>
                    <a:pt x="1261" y="569"/>
                    <a:pt x="1261" y="569"/>
                  </a:cubicBezTo>
                  <a:cubicBezTo>
                    <a:pt x="1261" y="569"/>
                    <a:pt x="1256" y="562"/>
                    <a:pt x="1240" y="562"/>
                  </a:cubicBezTo>
                  <a:cubicBezTo>
                    <a:pt x="1224" y="562"/>
                    <a:pt x="1220" y="569"/>
                    <a:pt x="1220" y="569"/>
                  </a:cubicBezTo>
                  <a:cubicBezTo>
                    <a:pt x="1220" y="612"/>
                    <a:pt x="1220" y="612"/>
                    <a:pt x="1220" y="612"/>
                  </a:cubicBezTo>
                  <a:cubicBezTo>
                    <a:pt x="1220" y="612"/>
                    <a:pt x="1220" y="617"/>
                    <a:pt x="1213" y="617"/>
                  </a:cubicBezTo>
                  <a:cubicBezTo>
                    <a:pt x="1207" y="617"/>
                    <a:pt x="1205" y="611"/>
                    <a:pt x="1205" y="611"/>
                  </a:cubicBezTo>
                  <a:cubicBezTo>
                    <a:pt x="1205" y="571"/>
                    <a:pt x="1205" y="571"/>
                    <a:pt x="1205" y="571"/>
                  </a:cubicBezTo>
                  <a:cubicBezTo>
                    <a:pt x="1205" y="571"/>
                    <a:pt x="1200" y="555"/>
                    <a:pt x="1182" y="555"/>
                  </a:cubicBezTo>
                  <a:cubicBezTo>
                    <a:pt x="1164" y="555"/>
                    <a:pt x="1162" y="569"/>
                    <a:pt x="1162" y="569"/>
                  </a:cubicBezTo>
                  <a:cubicBezTo>
                    <a:pt x="1162" y="611"/>
                    <a:pt x="1162" y="611"/>
                    <a:pt x="1162" y="611"/>
                  </a:cubicBezTo>
                  <a:cubicBezTo>
                    <a:pt x="1162" y="611"/>
                    <a:pt x="1162" y="616"/>
                    <a:pt x="1155" y="616"/>
                  </a:cubicBezTo>
                  <a:cubicBezTo>
                    <a:pt x="1148" y="616"/>
                    <a:pt x="1149" y="611"/>
                    <a:pt x="1149" y="611"/>
                  </a:cubicBezTo>
                  <a:cubicBezTo>
                    <a:pt x="1149" y="611"/>
                    <a:pt x="1149" y="586"/>
                    <a:pt x="1149" y="575"/>
                  </a:cubicBezTo>
                  <a:cubicBezTo>
                    <a:pt x="1148" y="564"/>
                    <a:pt x="1136" y="564"/>
                    <a:pt x="1129" y="563"/>
                  </a:cubicBezTo>
                  <a:cubicBezTo>
                    <a:pt x="1122" y="563"/>
                    <a:pt x="1111" y="564"/>
                    <a:pt x="1108" y="569"/>
                  </a:cubicBezTo>
                  <a:cubicBezTo>
                    <a:pt x="1106" y="572"/>
                    <a:pt x="1106" y="585"/>
                    <a:pt x="1106" y="585"/>
                  </a:cubicBezTo>
                  <a:cubicBezTo>
                    <a:pt x="1056" y="585"/>
                    <a:pt x="1056" y="585"/>
                    <a:pt x="1056" y="585"/>
                  </a:cubicBezTo>
                  <a:cubicBezTo>
                    <a:pt x="1056" y="574"/>
                    <a:pt x="1037" y="571"/>
                    <a:pt x="1029" y="571"/>
                  </a:cubicBezTo>
                  <a:cubicBezTo>
                    <a:pt x="1021" y="571"/>
                    <a:pt x="1018" y="568"/>
                    <a:pt x="1018" y="568"/>
                  </a:cubicBezTo>
                  <a:cubicBezTo>
                    <a:pt x="1017" y="567"/>
                    <a:pt x="1017" y="567"/>
                    <a:pt x="1017" y="567"/>
                  </a:cubicBezTo>
                  <a:cubicBezTo>
                    <a:pt x="1015" y="566"/>
                    <a:pt x="1015" y="566"/>
                    <a:pt x="1015" y="566"/>
                  </a:cubicBezTo>
                  <a:cubicBezTo>
                    <a:pt x="1015" y="566"/>
                    <a:pt x="919" y="499"/>
                    <a:pt x="890" y="473"/>
                  </a:cubicBezTo>
                  <a:cubicBezTo>
                    <a:pt x="877" y="462"/>
                    <a:pt x="866" y="461"/>
                    <a:pt x="852" y="461"/>
                  </a:cubicBezTo>
                  <a:cubicBezTo>
                    <a:pt x="839" y="461"/>
                    <a:pt x="834" y="459"/>
                    <a:pt x="834" y="453"/>
                  </a:cubicBezTo>
                  <a:cubicBezTo>
                    <a:pt x="834" y="446"/>
                    <a:pt x="840" y="447"/>
                    <a:pt x="851" y="446"/>
                  </a:cubicBezTo>
                  <a:cubicBezTo>
                    <a:pt x="862" y="445"/>
                    <a:pt x="876" y="449"/>
                    <a:pt x="895" y="437"/>
                  </a:cubicBezTo>
                  <a:cubicBezTo>
                    <a:pt x="915" y="425"/>
                    <a:pt x="1015" y="376"/>
                    <a:pt x="1015" y="376"/>
                  </a:cubicBezTo>
                  <a:cubicBezTo>
                    <a:pt x="1015" y="376"/>
                    <a:pt x="1028" y="368"/>
                    <a:pt x="1029" y="353"/>
                  </a:cubicBezTo>
                  <a:cubicBezTo>
                    <a:pt x="1030" y="337"/>
                    <a:pt x="1058" y="337"/>
                    <a:pt x="1057" y="325"/>
                  </a:cubicBezTo>
                  <a:cubicBezTo>
                    <a:pt x="1057" y="325"/>
                    <a:pt x="1058" y="318"/>
                    <a:pt x="1049" y="313"/>
                  </a:cubicBezTo>
                  <a:cubicBezTo>
                    <a:pt x="1045" y="310"/>
                    <a:pt x="1044" y="303"/>
                    <a:pt x="1050" y="299"/>
                  </a:cubicBezTo>
                  <a:cubicBezTo>
                    <a:pt x="1058" y="295"/>
                    <a:pt x="1057" y="287"/>
                    <a:pt x="1057" y="287"/>
                  </a:cubicBezTo>
                  <a:cubicBezTo>
                    <a:pt x="1058" y="275"/>
                    <a:pt x="916" y="74"/>
                    <a:pt x="896" y="67"/>
                  </a:cubicBezTo>
                  <a:cubicBezTo>
                    <a:pt x="877" y="59"/>
                    <a:pt x="863" y="62"/>
                    <a:pt x="852" y="61"/>
                  </a:cubicBezTo>
                  <a:cubicBezTo>
                    <a:pt x="841" y="60"/>
                    <a:pt x="835" y="61"/>
                    <a:pt x="835" y="56"/>
                  </a:cubicBezTo>
                  <a:cubicBezTo>
                    <a:pt x="835" y="53"/>
                    <a:pt x="840" y="51"/>
                    <a:pt x="853" y="51"/>
                  </a:cubicBezTo>
                  <a:cubicBezTo>
                    <a:pt x="867" y="51"/>
                    <a:pt x="878" y="51"/>
                    <a:pt x="891" y="43"/>
                  </a:cubicBezTo>
                  <a:cubicBezTo>
                    <a:pt x="920" y="26"/>
                    <a:pt x="1010" y="7"/>
                    <a:pt x="1010" y="7"/>
                  </a:cubicBezTo>
                  <a:cubicBezTo>
                    <a:pt x="1002" y="2"/>
                    <a:pt x="1002" y="2"/>
                    <a:pt x="1002" y="2"/>
                  </a:cubicBezTo>
                  <a:cubicBezTo>
                    <a:pt x="1002" y="2"/>
                    <a:pt x="911" y="23"/>
                    <a:pt x="873" y="44"/>
                  </a:cubicBezTo>
                  <a:cubicBezTo>
                    <a:pt x="867" y="46"/>
                    <a:pt x="852" y="45"/>
                    <a:pt x="839" y="45"/>
                  </a:cubicBezTo>
                  <a:cubicBezTo>
                    <a:pt x="825" y="45"/>
                    <a:pt x="819" y="53"/>
                    <a:pt x="819" y="56"/>
                  </a:cubicBezTo>
                  <a:cubicBezTo>
                    <a:pt x="819" y="61"/>
                    <a:pt x="825" y="66"/>
                    <a:pt x="836" y="67"/>
                  </a:cubicBezTo>
                  <a:cubicBezTo>
                    <a:pt x="847" y="67"/>
                    <a:pt x="865" y="65"/>
                    <a:pt x="880" y="70"/>
                  </a:cubicBezTo>
                  <a:cubicBezTo>
                    <a:pt x="902" y="76"/>
                    <a:pt x="1041" y="280"/>
                    <a:pt x="1041" y="287"/>
                  </a:cubicBezTo>
                  <a:cubicBezTo>
                    <a:pt x="1041" y="287"/>
                    <a:pt x="1042" y="295"/>
                    <a:pt x="1033" y="299"/>
                  </a:cubicBezTo>
                  <a:cubicBezTo>
                    <a:pt x="1000" y="299"/>
                    <a:pt x="1000" y="299"/>
                    <a:pt x="1000" y="299"/>
                  </a:cubicBezTo>
                  <a:cubicBezTo>
                    <a:pt x="1000" y="299"/>
                    <a:pt x="997" y="299"/>
                    <a:pt x="997" y="294"/>
                  </a:cubicBezTo>
                  <a:cubicBezTo>
                    <a:pt x="997" y="281"/>
                    <a:pt x="997" y="281"/>
                    <a:pt x="997" y="281"/>
                  </a:cubicBezTo>
                  <a:cubicBezTo>
                    <a:pt x="997" y="281"/>
                    <a:pt x="993" y="273"/>
                    <a:pt x="977" y="273"/>
                  </a:cubicBezTo>
                  <a:cubicBezTo>
                    <a:pt x="961" y="273"/>
                    <a:pt x="957" y="281"/>
                    <a:pt x="957" y="281"/>
                  </a:cubicBezTo>
                  <a:cubicBezTo>
                    <a:pt x="957" y="323"/>
                    <a:pt x="957" y="323"/>
                    <a:pt x="957" y="323"/>
                  </a:cubicBezTo>
                  <a:cubicBezTo>
                    <a:pt x="957" y="323"/>
                    <a:pt x="956" y="328"/>
                    <a:pt x="950" y="328"/>
                  </a:cubicBezTo>
                  <a:cubicBezTo>
                    <a:pt x="943" y="328"/>
                    <a:pt x="942" y="322"/>
                    <a:pt x="942" y="322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42" y="282"/>
                    <a:pt x="937" y="266"/>
                    <a:pt x="919" y="266"/>
                  </a:cubicBezTo>
                  <a:cubicBezTo>
                    <a:pt x="901" y="266"/>
                    <a:pt x="898" y="280"/>
                    <a:pt x="898" y="280"/>
                  </a:cubicBezTo>
                  <a:cubicBezTo>
                    <a:pt x="899" y="322"/>
                    <a:pt x="899" y="322"/>
                    <a:pt x="899" y="322"/>
                  </a:cubicBezTo>
                  <a:cubicBezTo>
                    <a:pt x="899" y="322"/>
                    <a:pt x="898" y="327"/>
                    <a:pt x="892" y="327"/>
                  </a:cubicBezTo>
                  <a:cubicBezTo>
                    <a:pt x="885" y="327"/>
                    <a:pt x="885" y="323"/>
                    <a:pt x="885" y="323"/>
                  </a:cubicBezTo>
                  <a:cubicBezTo>
                    <a:pt x="885" y="323"/>
                    <a:pt x="886" y="298"/>
                    <a:pt x="885" y="287"/>
                  </a:cubicBezTo>
                  <a:cubicBezTo>
                    <a:pt x="885" y="276"/>
                    <a:pt x="873" y="275"/>
                    <a:pt x="866" y="275"/>
                  </a:cubicBezTo>
                  <a:cubicBezTo>
                    <a:pt x="858" y="274"/>
                    <a:pt x="848" y="276"/>
                    <a:pt x="845" y="281"/>
                  </a:cubicBezTo>
                  <a:cubicBezTo>
                    <a:pt x="842" y="284"/>
                    <a:pt x="843" y="296"/>
                    <a:pt x="843" y="296"/>
                  </a:cubicBezTo>
                  <a:cubicBezTo>
                    <a:pt x="792" y="296"/>
                    <a:pt x="792" y="296"/>
                    <a:pt x="792" y="296"/>
                  </a:cubicBezTo>
                  <a:cubicBezTo>
                    <a:pt x="792" y="286"/>
                    <a:pt x="774" y="283"/>
                    <a:pt x="765" y="283"/>
                  </a:cubicBezTo>
                  <a:cubicBezTo>
                    <a:pt x="757" y="283"/>
                    <a:pt x="754" y="279"/>
                    <a:pt x="754" y="279"/>
                  </a:cubicBezTo>
                  <a:cubicBezTo>
                    <a:pt x="754" y="279"/>
                    <a:pt x="636" y="74"/>
                    <a:pt x="616" y="67"/>
                  </a:cubicBezTo>
                  <a:cubicBezTo>
                    <a:pt x="596" y="59"/>
                    <a:pt x="583" y="62"/>
                    <a:pt x="572" y="61"/>
                  </a:cubicBezTo>
                  <a:cubicBezTo>
                    <a:pt x="561" y="60"/>
                    <a:pt x="555" y="61"/>
                    <a:pt x="555" y="56"/>
                  </a:cubicBezTo>
                  <a:cubicBezTo>
                    <a:pt x="555" y="53"/>
                    <a:pt x="559" y="51"/>
                    <a:pt x="573" y="51"/>
                  </a:cubicBezTo>
                  <a:cubicBezTo>
                    <a:pt x="587" y="51"/>
                    <a:pt x="598" y="51"/>
                    <a:pt x="610" y="43"/>
                  </a:cubicBezTo>
                  <a:cubicBezTo>
                    <a:pt x="640" y="26"/>
                    <a:pt x="729" y="7"/>
                    <a:pt x="729" y="7"/>
                  </a:cubicBezTo>
                  <a:cubicBezTo>
                    <a:pt x="731" y="0"/>
                    <a:pt x="731" y="0"/>
                    <a:pt x="731" y="0"/>
                  </a:cubicBezTo>
                  <a:cubicBezTo>
                    <a:pt x="731" y="0"/>
                    <a:pt x="631" y="23"/>
                    <a:pt x="592" y="44"/>
                  </a:cubicBezTo>
                  <a:cubicBezTo>
                    <a:pt x="587" y="46"/>
                    <a:pt x="572" y="45"/>
                    <a:pt x="558" y="45"/>
                  </a:cubicBezTo>
                  <a:cubicBezTo>
                    <a:pt x="545" y="45"/>
                    <a:pt x="539" y="53"/>
                    <a:pt x="539" y="56"/>
                  </a:cubicBezTo>
                  <a:cubicBezTo>
                    <a:pt x="539" y="61"/>
                    <a:pt x="544" y="66"/>
                    <a:pt x="556" y="67"/>
                  </a:cubicBezTo>
                  <a:cubicBezTo>
                    <a:pt x="567" y="67"/>
                    <a:pt x="585" y="65"/>
                    <a:pt x="600" y="70"/>
                  </a:cubicBezTo>
                  <a:cubicBezTo>
                    <a:pt x="622" y="76"/>
                    <a:pt x="745" y="292"/>
                    <a:pt x="745" y="292"/>
                  </a:cubicBezTo>
                  <a:cubicBezTo>
                    <a:pt x="745" y="292"/>
                    <a:pt x="751" y="295"/>
                    <a:pt x="763" y="295"/>
                  </a:cubicBezTo>
                  <a:cubicBezTo>
                    <a:pt x="773" y="294"/>
                    <a:pt x="776" y="297"/>
                    <a:pt x="776" y="302"/>
                  </a:cubicBezTo>
                  <a:cubicBezTo>
                    <a:pt x="776" y="307"/>
                    <a:pt x="775" y="313"/>
                    <a:pt x="764" y="313"/>
                  </a:cubicBezTo>
                  <a:cubicBezTo>
                    <a:pt x="750" y="313"/>
                    <a:pt x="745" y="318"/>
                    <a:pt x="745" y="318"/>
                  </a:cubicBezTo>
                  <a:cubicBezTo>
                    <a:pt x="745" y="318"/>
                    <a:pt x="620" y="421"/>
                    <a:pt x="599" y="431"/>
                  </a:cubicBezTo>
                  <a:cubicBezTo>
                    <a:pt x="583" y="439"/>
                    <a:pt x="570" y="436"/>
                    <a:pt x="559" y="437"/>
                  </a:cubicBezTo>
                  <a:cubicBezTo>
                    <a:pt x="548" y="438"/>
                    <a:pt x="538" y="442"/>
                    <a:pt x="538" y="453"/>
                  </a:cubicBezTo>
                  <a:cubicBezTo>
                    <a:pt x="538" y="458"/>
                    <a:pt x="544" y="469"/>
                    <a:pt x="558" y="469"/>
                  </a:cubicBezTo>
                  <a:cubicBezTo>
                    <a:pt x="571" y="469"/>
                    <a:pt x="586" y="468"/>
                    <a:pt x="599" y="479"/>
                  </a:cubicBezTo>
                  <a:cubicBezTo>
                    <a:pt x="628" y="506"/>
                    <a:pt x="727" y="538"/>
                    <a:pt x="727" y="538"/>
                  </a:cubicBezTo>
                  <a:cubicBezTo>
                    <a:pt x="729" y="539"/>
                    <a:pt x="729" y="539"/>
                    <a:pt x="729" y="539"/>
                  </a:cubicBezTo>
                  <a:cubicBezTo>
                    <a:pt x="730" y="539"/>
                    <a:pt x="730" y="539"/>
                    <a:pt x="730" y="539"/>
                  </a:cubicBezTo>
                  <a:cubicBezTo>
                    <a:pt x="737" y="541"/>
                    <a:pt x="739" y="549"/>
                    <a:pt x="739" y="549"/>
                  </a:cubicBezTo>
                  <a:cubicBezTo>
                    <a:pt x="744" y="564"/>
                    <a:pt x="767" y="569"/>
                    <a:pt x="766" y="576"/>
                  </a:cubicBezTo>
                  <a:cubicBezTo>
                    <a:pt x="766" y="576"/>
                    <a:pt x="767" y="584"/>
                    <a:pt x="759" y="588"/>
                  </a:cubicBezTo>
                  <a:cubicBezTo>
                    <a:pt x="726" y="588"/>
                    <a:pt x="726" y="588"/>
                    <a:pt x="726" y="588"/>
                  </a:cubicBezTo>
                  <a:cubicBezTo>
                    <a:pt x="726" y="588"/>
                    <a:pt x="723" y="588"/>
                    <a:pt x="723" y="583"/>
                  </a:cubicBezTo>
                  <a:cubicBezTo>
                    <a:pt x="723" y="570"/>
                    <a:pt x="723" y="570"/>
                    <a:pt x="723" y="570"/>
                  </a:cubicBezTo>
                  <a:cubicBezTo>
                    <a:pt x="723" y="570"/>
                    <a:pt x="719" y="562"/>
                    <a:pt x="703" y="562"/>
                  </a:cubicBezTo>
                  <a:cubicBezTo>
                    <a:pt x="687" y="562"/>
                    <a:pt x="682" y="570"/>
                    <a:pt x="682" y="570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82" y="612"/>
                    <a:pt x="682" y="617"/>
                    <a:pt x="675" y="617"/>
                  </a:cubicBezTo>
                  <a:cubicBezTo>
                    <a:pt x="669" y="617"/>
                    <a:pt x="667" y="611"/>
                    <a:pt x="667" y="611"/>
                  </a:cubicBezTo>
                  <a:cubicBezTo>
                    <a:pt x="667" y="571"/>
                    <a:pt x="667" y="571"/>
                    <a:pt x="667" y="571"/>
                  </a:cubicBezTo>
                  <a:cubicBezTo>
                    <a:pt x="667" y="571"/>
                    <a:pt x="663" y="555"/>
                    <a:pt x="645" y="555"/>
                  </a:cubicBezTo>
                  <a:cubicBezTo>
                    <a:pt x="627" y="555"/>
                    <a:pt x="624" y="569"/>
                    <a:pt x="624" y="569"/>
                  </a:cubicBezTo>
                  <a:cubicBezTo>
                    <a:pt x="624" y="611"/>
                    <a:pt x="624" y="611"/>
                    <a:pt x="624" y="611"/>
                  </a:cubicBezTo>
                  <a:cubicBezTo>
                    <a:pt x="624" y="611"/>
                    <a:pt x="624" y="616"/>
                    <a:pt x="617" y="616"/>
                  </a:cubicBezTo>
                  <a:cubicBezTo>
                    <a:pt x="611" y="616"/>
                    <a:pt x="611" y="612"/>
                    <a:pt x="611" y="612"/>
                  </a:cubicBezTo>
                  <a:cubicBezTo>
                    <a:pt x="611" y="612"/>
                    <a:pt x="612" y="587"/>
                    <a:pt x="611" y="576"/>
                  </a:cubicBezTo>
                  <a:cubicBezTo>
                    <a:pt x="611" y="565"/>
                    <a:pt x="598" y="564"/>
                    <a:pt x="591" y="564"/>
                  </a:cubicBezTo>
                  <a:cubicBezTo>
                    <a:pt x="584" y="563"/>
                    <a:pt x="574" y="565"/>
                    <a:pt x="570" y="570"/>
                  </a:cubicBezTo>
                  <a:cubicBezTo>
                    <a:pt x="568" y="572"/>
                    <a:pt x="568" y="585"/>
                    <a:pt x="568" y="585"/>
                  </a:cubicBezTo>
                  <a:cubicBezTo>
                    <a:pt x="518" y="585"/>
                    <a:pt x="518" y="585"/>
                    <a:pt x="518" y="585"/>
                  </a:cubicBezTo>
                  <a:cubicBezTo>
                    <a:pt x="518" y="575"/>
                    <a:pt x="499" y="572"/>
                    <a:pt x="491" y="572"/>
                  </a:cubicBezTo>
                  <a:cubicBezTo>
                    <a:pt x="483" y="572"/>
                    <a:pt x="480" y="568"/>
                    <a:pt x="480" y="568"/>
                  </a:cubicBezTo>
                  <a:cubicBezTo>
                    <a:pt x="479" y="567"/>
                    <a:pt x="479" y="567"/>
                    <a:pt x="479" y="567"/>
                  </a:cubicBezTo>
                  <a:cubicBezTo>
                    <a:pt x="478" y="567"/>
                    <a:pt x="478" y="567"/>
                    <a:pt x="478" y="567"/>
                  </a:cubicBezTo>
                  <a:cubicBezTo>
                    <a:pt x="478" y="567"/>
                    <a:pt x="382" y="499"/>
                    <a:pt x="352" y="473"/>
                  </a:cubicBezTo>
                  <a:cubicBezTo>
                    <a:pt x="340" y="462"/>
                    <a:pt x="329" y="461"/>
                    <a:pt x="315" y="461"/>
                  </a:cubicBezTo>
                  <a:cubicBezTo>
                    <a:pt x="301" y="461"/>
                    <a:pt x="297" y="459"/>
                    <a:pt x="297" y="453"/>
                  </a:cubicBezTo>
                  <a:cubicBezTo>
                    <a:pt x="297" y="446"/>
                    <a:pt x="303" y="447"/>
                    <a:pt x="314" y="446"/>
                  </a:cubicBezTo>
                  <a:cubicBezTo>
                    <a:pt x="325" y="445"/>
                    <a:pt x="338" y="449"/>
                    <a:pt x="358" y="437"/>
                  </a:cubicBezTo>
                  <a:cubicBezTo>
                    <a:pt x="378" y="425"/>
                    <a:pt x="478" y="376"/>
                    <a:pt x="478" y="376"/>
                  </a:cubicBezTo>
                  <a:cubicBezTo>
                    <a:pt x="478" y="376"/>
                    <a:pt x="491" y="368"/>
                    <a:pt x="491" y="353"/>
                  </a:cubicBezTo>
                  <a:cubicBezTo>
                    <a:pt x="492" y="337"/>
                    <a:pt x="520" y="337"/>
                    <a:pt x="520" y="325"/>
                  </a:cubicBezTo>
                  <a:cubicBezTo>
                    <a:pt x="520" y="325"/>
                    <a:pt x="521" y="318"/>
                    <a:pt x="512" y="313"/>
                  </a:cubicBezTo>
                  <a:cubicBezTo>
                    <a:pt x="508" y="310"/>
                    <a:pt x="507" y="303"/>
                    <a:pt x="513" y="299"/>
                  </a:cubicBezTo>
                  <a:cubicBezTo>
                    <a:pt x="521" y="295"/>
                    <a:pt x="520" y="287"/>
                    <a:pt x="520" y="287"/>
                  </a:cubicBezTo>
                  <a:cubicBezTo>
                    <a:pt x="520" y="275"/>
                    <a:pt x="379" y="74"/>
                    <a:pt x="359" y="67"/>
                  </a:cubicBezTo>
                  <a:cubicBezTo>
                    <a:pt x="339" y="59"/>
                    <a:pt x="326" y="62"/>
                    <a:pt x="315" y="61"/>
                  </a:cubicBezTo>
                  <a:cubicBezTo>
                    <a:pt x="304" y="60"/>
                    <a:pt x="298" y="61"/>
                    <a:pt x="298" y="56"/>
                  </a:cubicBezTo>
                  <a:cubicBezTo>
                    <a:pt x="298" y="53"/>
                    <a:pt x="302" y="51"/>
                    <a:pt x="316" y="51"/>
                  </a:cubicBezTo>
                  <a:cubicBezTo>
                    <a:pt x="330" y="51"/>
                    <a:pt x="341" y="51"/>
                    <a:pt x="353" y="43"/>
                  </a:cubicBezTo>
                  <a:cubicBezTo>
                    <a:pt x="383" y="26"/>
                    <a:pt x="472" y="7"/>
                    <a:pt x="472" y="7"/>
                  </a:cubicBezTo>
                  <a:cubicBezTo>
                    <a:pt x="465" y="2"/>
                    <a:pt x="465" y="2"/>
                    <a:pt x="465" y="2"/>
                  </a:cubicBezTo>
                  <a:cubicBezTo>
                    <a:pt x="465" y="2"/>
                    <a:pt x="374" y="23"/>
                    <a:pt x="335" y="44"/>
                  </a:cubicBezTo>
                  <a:cubicBezTo>
                    <a:pt x="330" y="46"/>
                    <a:pt x="315" y="45"/>
                    <a:pt x="301" y="45"/>
                  </a:cubicBezTo>
                  <a:cubicBezTo>
                    <a:pt x="288" y="45"/>
                    <a:pt x="282" y="53"/>
                    <a:pt x="282" y="56"/>
                  </a:cubicBezTo>
                  <a:cubicBezTo>
                    <a:pt x="282" y="61"/>
                    <a:pt x="287" y="66"/>
                    <a:pt x="299" y="67"/>
                  </a:cubicBezTo>
                  <a:cubicBezTo>
                    <a:pt x="310" y="67"/>
                    <a:pt x="328" y="65"/>
                    <a:pt x="343" y="70"/>
                  </a:cubicBezTo>
                  <a:cubicBezTo>
                    <a:pt x="365" y="76"/>
                    <a:pt x="504" y="280"/>
                    <a:pt x="503" y="287"/>
                  </a:cubicBezTo>
                  <a:cubicBezTo>
                    <a:pt x="503" y="287"/>
                    <a:pt x="504" y="295"/>
                    <a:pt x="496" y="299"/>
                  </a:cubicBezTo>
                  <a:cubicBezTo>
                    <a:pt x="463" y="299"/>
                    <a:pt x="463" y="299"/>
                    <a:pt x="463" y="299"/>
                  </a:cubicBezTo>
                  <a:cubicBezTo>
                    <a:pt x="463" y="299"/>
                    <a:pt x="460" y="299"/>
                    <a:pt x="460" y="294"/>
                  </a:cubicBezTo>
                  <a:cubicBezTo>
                    <a:pt x="460" y="281"/>
                    <a:pt x="460" y="281"/>
                    <a:pt x="460" y="281"/>
                  </a:cubicBezTo>
                  <a:cubicBezTo>
                    <a:pt x="460" y="281"/>
                    <a:pt x="456" y="273"/>
                    <a:pt x="440" y="273"/>
                  </a:cubicBezTo>
                  <a:cubicBezTo>
                    <a:pt x="424" y="273"/>
                    <a:pt x="419" y="281"/>
                    <a:pt x="419" y="281"/>
                  </a:cubicBezTo>
                  <a:cubicBezTo>
                    <a:pt x="419" y="323"/>
                    <a:pt x="419" y="323"/>
                    <a:pt x="419" y="323"/>
                  </a:cubicBezTo>
                  <a:cubicBezTo>
                    <a:pt x="419" y="323"/>
                    <a:pt x="419" y="328"/>
                    <a:pt x="413" y="328"/>
                  </a:cubicBezTo>
                  <a:cubicBezTo>
                    <a:pt x="406" y="328"/>
                    <a:pt x="404" y="322"/>
                    <a:pt x="404" y="322"/>
                  </a:cubicBezTo>
                  <a:cubicBezTo>
                    <a:pt x="404" y="282"/>
                    <a:pt x="404" y="282"/>
                    <a:pt x="404" y="282"/>
                  </a:cubicBezTo>
                  <a:cubicBezTo>
                    <a:pt x="404" y="282"/>
                    <a:pt x="400" y="266"/>
                    <a:pt x="382" y="266"/>
                  </a:cubicBezTo>
                  <a:cubicBezTo>
                    <a:pt x="364" y="266"/>
                    <a:pt x="361" y="280"/>
                    <a:pt x="361" y="280"/>
                  </a:cubicBezTo>
                  <a:cubicBezTo>
                    <a:pt x="361" y="322"/>
                    <a:pt x="361" y="322"/>
                    <a:pt x="361" y="322"/>
                  </a:cubicBezTo>
                  <a:cubicBezTo>
                    <a:pt x="361" y="322"/>
                    <a:pt x="361" y="327"/>
                    <a:pt x="354" y="327"/>
                  </a:cubicBezTo>
                  <a:cubicBezTo>
                    <a:pt x="348" y="327"/>
                    <a:pt x="348" y="323"/>
                    <a:pt x="348" y="323"/>
                  </a:cubicBezTo>
                  <a:cubicBezTo>
                    <a:pt x="348" y="323"/>
                    <a:pt x="349" y="298"/>
                    <a:pt x="348" y="287"/>
                  </a:cubicBezTo>
                  <a:cubicBezTo>
                    <a:pt x="348" y="276"/>
                    <a:pt x="336" y="275"/>
                    <a:pt x="328" y="275"/>
                  </a:cubicBezTo>
                  <a:cubicBezTo>
                    <a:pt x="321" y="274"/>
                    <a:pt x="311" y="276"/>
                    <a:pt x="307" y="281"/>
                  </a:cubicBezTo>
                  <a:cubicBezTo>
                    <a:pt x="305" y="284"/>
                    <a:pt x="306" y="296"/>
                    <a:pt x="306" y="296"/>
                  </a:cubicBezTo>
                  <a:cubicBezTo>
                    <a:pt x="255" y="296"/>
                    <a:pt x="255" y="296"/>
                    <a:pt x="255" y="296"/>
                  </a:cubicBezTo>
                  <a:cubicBezTo>
                    <a:pt x="255" y="286"/>
                    <a:pt x="236" y="283"/>
                    <a:pt x="228" y="283"/>
                  </a:cubicBezTo>
                  <a:cubicBezTo>
                    <a:pt x="220" y="283"/>
                    <a:pt x="217" y="279"/>
                    <a:pt x="217" y="279"/>
                  </a:cubicBezTo>
                  <a:cubicBezTo>
                    <a:pt x="217" y="279"/>
                    <a:pt x="98" y="74"/>
                    <a:pt x="79" y="67"/>
                  </a:cubicBezTo>
                  <a:cubicBezTo>
                    <a:pt x="59" y="59"/>
                    <a:pt x="46" y="62"/>
                    <a:pt x="35" y="61"/>
                  </a:cubicBezTo>
                  <a:cubicBezTo>
                    <a:pt x="24" y="60"/>
                    <a:pt x="18" y="61"/>
                    <a:pt x="18" y="56"/>
                  </a:cubicBezTo>
                  <a:cubicBezTo>
                    <a:pt x="18" y="53"/>
                    <a:pt x="22" y="51"/>
                    <a:pt x="36" y="51"/>
                  </a:cubicBezTo>
                  <a:cubicBezTo>
                    <a:pt x="49" y="51"/>
                    <a:pt x="61" y="51"/>
                    <a:pt x="73" y="43"/>
                  </a:cubicBezTo>
                  <a:cubicBezTo>
                    <a:pt x="103" y="26"/>
                    <a:pt x="192" y="7"/>
                    <a:pt x="192" y="7"/>
                  </a:cubicBezTo>
                  <a:lnTo>
                    <a:pt x="194" y="0"/>
                  </a:lnTo>
                  <a:close/>
                </a:path>
              </a:pathLst>
            </a:custGeom>
            <a:solidFill>
              <a:srgbClr val="615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3" name="Line 343">
              <a:extLst>
                <a:ext uri="{FF2B5EF4-FFF2-40B4-BE49-F238E27FC236}">
                  <a16:creationId xmlns:a16="http://schemas.microsoft.com/office/drawing/2014/main" id="{44422079-7E60-4F25-B502-1FDAF2FE56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2" y="2277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4" name="Freeform 344">
              <a:extLst>
                <a:ext uri="{FF2B5EF4-FFF2-40B4-BE49-F238E27FC236}">
                  <a16:creationId xmlns:a16="http://schemas.microsoft.com/office/drawing/2014/main" id="{478B311F-72B8-43AF-8D35-1BA598968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834"/>
              <a:ext cx="471" cy="311"/>
            </a:xfrm>
            <a:custGeom>
              <a:avLst/>
              <a:gdLst>
                <a:gd name="T0" fmla="*/ 157 w 487"/>
                <a:gd name="T1" fmla="*/ 0 h 321"/>
                <a:gd name="T2" fmla="*/ 49 w 487"/>
                <a:gd name="T3" fmla="*/ 33 h 321"/>
                <a:gd name="T4" fmla="*/ 15 w 487"/>
                <a:gd name="T5" fmla="*/ 41 h 321"/>
                <a:gd name="T6" fmla="*/ 0 w 487"/>
                <a:gd name="T7" fmla="*/ 45 h 321"/>
                <a:gd name="T8" fmla="*/ 15 w 487"/>
                <a:gd name="T9" fmla="*/ 48 h 321"/>
                <a:gd name="T10" fmla="*/ 55 w 487"/>
                <a:gd name="T11" fmla="*/ 54 h 321"/>
                <a:gd name="T12" fmla="*/ 180 w 487"/>
                <a:gd name="T13" fmla="*/ 248 h 321"/>
                <a:gd name="T14" fmla="*/ 190 w 487"/>
                <a:gd name="T15" fmla="*/ 251 h 321"/>
                <a:gd name="T16" fmla="*/ 214 w 487"/>
                <a:gd name="T17" fmla="*/ 263 h 321"/>
                <a:gd name="T18" fmla="*/ 261 w 487"/>
                <a:gd name="T19" fmla="*/ 263 h 321"/>
                <a:gd name="T20" fmla="*/ 262 w 487"/>
                <a:gd name="T21" fmla="*/ 249 h 321"/>
                <a:gd name="T22" fmla="*/ 281 w 487"/>
                <a:gd name="T23" fmla="*/ 244 h 321"/>
                <a:gd name="T24" fmla="*/ 299 w 487"/>
                <a:gd name="T25" fmla="*/ 255 h 321"/>
                <a:gd name="T26" fmla="*/ 299 w 487"/>
                <a:gd name="T27" fmla="*/ 287 h 321"/>
                <a:gd name="T28" fmla="*/ 305 w 487"/>
                <a:gd name="T29" fmla="*/ 291 h 321"/>
                <a:gd name="T30" fmla="*/ 311 w 487"/>
                <a:gd name="T31" fmla="*/ 286 h 321"/>
                <a:gd name="T32" fmla="*/ 310 w 487"/>
                <a:gd name="T33" fmla="*/ 248 h 321"/>
                <a:gd name="T34" fmla="*/ 329 w 487"/>
                <a:gd name="T35" fmla="*/ 235 h 321"/>
                <a:gd name="T36" fmla="*/ 350 w 487"/>
                <a:gd name="T37" fmla="*/ 250 h 321"/>
                <a:gd name="T38" fmla="*/ 350 w 487"/>
                <a:gd name="T39" fmla="*/ 286 h 321"/>
                <a:gd name="T40" fmla="*/ 357 w 487"/>
                <a:gd name="T41" fmla="*/ 292 h 321"/>
                <a:gd name="T42" fmla="*/ 364 w 487"/>
                <a:gd name="T43" fmla="*/ 287 h 321"/>
                <a:gd name="T44" fmla="*/ 364 w 487"/>
                <a:gd name="T45" fmla="*/ 249 h 321"/>
                <a:gd name="T46" fmla="*/ 382 w 487"/>
                <a:gd name="T47" fmla="*/ 242 h 321"/>
                <a:gd name="T48" fmla="*/ 399 w 487"/>
                <a:gd name="T49" fmla="*/ 249 h 321"/>
                <a:gd name="T50" fmla="*/ 399 w 487"/>
                <a:gd name="T51" fmla="*/ 261 h 321"/>
                <a:gd name="T52" fmla="*/ 402 w 487"/>
                <a:gd name="T53" fmla="*/ 265 h 321"/>
                <a:gd name="T54" fmla="*/ 432 w 487"/>
                <a:gd name="T55" fmla="*/ 265 h 321"/>
                <a:gd name="T56" fmla="*/ 440 w 487"/>
                <a:gd name="T57" fmla="*/ 255 h 321"/>
                <a:gd name="T58" fmla="*/ 294 w 487"/>
                <a:gd name="T59" fmla="*/ 57 h 321"/>
                <a:gd name="T60" fmla="*/ 254 w 487"/>
                <a:gd name="T61" fmla="*/ 54 h 321"/>
                <a:gd name="T62" fmla="*/ 239 w 487"/>
                <a:gd name="T63" fmla="*/ 45 h 321"/>
                <a:gd name="T64" fmla="*/ 257 w 487"/>
                <a:gd name="T65" fmla="*/ 35 h 321"/>
                <a:gd name="T66" fmla="*/ 288 w 487"/>
                <a:gd name="T67" fmla="*/ 34 h 321"/>
                <a:gd name="T68" fmla="*/ 384 w 487"/>
                <a:gd name="T69" fmla="*/ 1 h 321"/>
                <a:gd name="T70" fmla="*/ 157 w 487"/>
                <a:gd name="T71" fmla="*/ 0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7" h="321">
                  <a:moveTo>
                    <a:pt x="174" y="0"/>
                  </a:moveTo>
                  <a:cubicBezTo>
                    <a:pt x="174" y="0"/>
                    <a:pt x="85" y="19"/>
                    <a:pt x="55" y="36"/>
                  </a:cubicBezTo>
                  <a:cubicBezTo>
                    <a:pt x="43" y="44"/>
                    <a:pt x="32" y="44"/>
                    <a:pt x="18" y="44"/>
                  </a:cubicBezTo>
                  <a:cubicBezTo>
                    <a:pt x="4" y="44"/>
                    <a:pt x="0" y="46"/>
                    <a:pt x="0" y="49"/>
                  </a:cubicBezTo>
                  <a:cubicBezTo>
                    <a:pt x="0" y="54"/>
                    <a:pt x="6" y="53"/>
                    <a:pt x="17" y="54"/>
                  </a:cubicBezTo>
                  <a:cubicBezTo>
                    <a:pt x="28" y="55"/>
                    <a:pt x="41" y="52"/>
                    <a:pt x="61" y="60"/>
                  </a:cubicBezTo>
                  <a:cubicBezTo>
                    <a:pt x="81" y="67"/>
                    <a:pt x="199" y="272"/>
                    <a:pt x="199" y="272"/>
                  </a:cubicBezTo>
                  <a:cubicBezTo>
                    <a:pt x="199" y="272"/>
                    <a:pt x="202" y="276"/>
                    <a:pt x="210" y="276"/>
                  </a:cubicBezTo>
                  <a:cubicBezTo>
                    <a:pt x="219" y="276"/>
                    <a:pt x="237" y="279"/>
                    <a:pt x="237" y="289"/>
                  </a:cubicBezTo>
                  <a:cubicBezTo>
                    <a:pt x="288" y="289"/>
                    <a:pt x="288" y="289"/>
                    <a:pt x="288" y="289"/>
                  </a:cubicBezTo>
                  <a:cubicBezTo>
                    <a:pt x="288" y="289"/>
                    <a:pt x="287" y="277"/>
                    <a:pt x="290" y="274"/>
                  </a:cubicBezTo>
                  <a:cubicBezTo>
                    <a:pt x="293" y="269"/>
                    <a:pt x="303" y="267"/>
                    <a:pt x="311" y="268"/>
                  </a:cubicBezTo>
                  <a:cubicBezTo>
                    <a:pt x="318" y="268"/>
                    <a:pt x="330" y="269"/>
                    <a:pt x="330" y="280"/>
                  </a:cubicBezTo>
                  <a:cubicBezTo>
                    <a:pt x="331" y="291"/>
                    <a:pt x="330" y="316"/>
                    <a:pt x="330" y="316"/>
                  </a:cubicBezTo>
                  <a:cubicBezTo>
                    <a:pt x="330" y="316"/>
                    <a:pt x="330" y="320"/>
                    <a:pt x="337" y="320"/>
                  </a:cubicBezTo>
                  <a:cubicBezTo>
                    <a:pt x="343" y="320"/>
                    <a:pt x="344" y="315"/>
                    <a:pt x="344" y="315"/>
                  </a:cubicBezTo>
                  <a:cubicBezTo>
                    <a:pt x="343" y="273"/>
                    <a:pt x="343" y="273"/>
                    <a:pt x="343" y="273"/>
                  </a:cubicBezTo>
                  <a:cubicBezTo>
                    <a:pt x="343" y="273"/>
                    <a:pt x="346" y="259"/>
                    <a:pt x="364" y="259"/>
                  </a:cubicBezTo>
                  <a:cubicBezTo>
                    <a:pt x="382" y="259"/>
                    <a:pt x="387" y="275"/>
                    <a:pt x="387" y="275"/>
                  </a:cubicBezTo>
                  <a:cubicBezTo>
                    <a:pt x="387" y="315"/>
                    <a:pt x="387" y="315"/>
                    <a:pt x="387" y="315"/>
                  </a:cubicBezTo>
                  <a:cubicBezTo>
                    <a:pt x="387" y="315"/>
                    <a:pt x="388" y="321"/>
                    <a:pt x="395" y="321"/>
                  </a:cubicBezTo>
                  <a:cubicBezTo>
                    <a:pt x="401" y="321"/>
                    <a:pt x="402" y="316"/>
                    <a:pt x="402" y="316"/>
                  </a:cubicBezTo>
                  <a:cubicBezTo>
                    <a:pt x="402" y="274"/>
                    <a:pt x="402" y="274"/>
                    <a:pt x="402" y="274"/>
                  </a:cubicBezTo>
                  <a:cubicBezTo>
                    <a:pt x="402" y="274"/>
                    <a:pt x="406" y="266"/>
                    <a:pt x="422" y="266"/>
                  </a:cubicBezTo>
                  <a:cubicBezTo>
                    <a:pt x="438" y="266"/>
                    <a:pt x="442" y="274"/>
                    <a:pt x="442" y="274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2" y="292"/>
                    <a:pt x="445" y="292"/>
                    <a:pt x="445" y="292"/>
                  </a:cubicBezTo>
                  <a:cubicBezTo>
                    <a:pt x="478" y="292"/>
                    <a:pt x="478" y="292"/>
                    <a:pt x="478" y="292"/>
                  </a:cubicBezTo>
                  <a:cubicBezTo>
                    <a:pt x="487" y="288"/>
                    <a:pt x="486" y="280"/>
                    <a:pt x="486" y="280"/>
                  </a:cubicBezTo>
                  <a:cubicBezTo>
                    <a:pt x="486" y="273"/>
                    <a:pt x="347" y="69"/>
                    <a:pt x="325" y="63"/>
                  </a:cubicBezTo>
                  <a:cubicBezTo>
                    <a:pt x="310" y="58"/>
                    <a:pt x="292" y="60"/>
                    <a:pt x="281" y="60"/>
                  </a:cubicBezTo>
                  <a:cubicBezTo>
                    <a:pt x="270" y="59"/>
                    <a:pt x="264" y="54"/>
                    <a:pt x="264" y="49"/>
                  </a:cubicBezTo>
                  <a:cubicBezTo>
                    <a:pt x="264" y="46"/>
                    <a:pt x="270" y="38"/>
                    <a:pt x="284" y="38"/>
                  </a:cubicBezTo>
                  <a:cubicBezTo>
                    <a:pt x="297" y="38"/>
                    <a:pt x="312" y="39"/>
                    <a:pt x="318" y="37"/>
                  </a:cubicBezTo>
                  <a:cubicBezTo>
                    <a:pt x="356" y="16"/>
                    <a:pt x="424" y="1"/>
                    <a:pt x="424" y="1"/>
                  </a:cubicBezTo>
                  <a:lnTo>
                    <a:pt x="174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5" name="Freeform 345">
              <a:extLst>
                <a:ext uri="{FF2B5EF4-FFF2-40B4-BE49-F238E27FC236}">
                  <a16:creationId xmlns:a16="http://schemas.microsoft.com/office/drawing/2014/main" id="{AD12B8EE-3FE5-47B7-9530-CD5F8B0F2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834"/>
              <a:ext cx="470" cy="311"/>
            </a:xfrm>
            <a:custGeom>
              <a:avLst/>
              <a:gdLst>
                <a:gd name="T0" fmla="*/ 157 w 486"/>
                <a:gd name="T1" fmla="*/ 0 h 321"/>
                <a:gd name="T2" fmla="*/ 49 w 486"/>
                <a:gd name="T3" fmla="*/ 33 h 321"/>
                <a:gd name="T4" fmla="*/ 15 w 486"/>
                <a:gd name="T5" fmla="*/ 41 h 321"/>
                <a:gd name="T6" fmla="*/ 0 w 486"/>
                <a:gd name="T7" fmla="*/ 45 h 321"/>
                <a:gd name="T8" fmla="*/ 15 w 486"/>
                <a:gd name="T9" fmla="*/ 48 h 321"/>
                <a:gd name="T10" fmla="*/ 55 w 486"/>
                <a:gd name="T11" fmla="*/ 54 h 321"/>
                <a:gd name="T12" fmla="*/ 180 w 486"/>
                <a:gd name="T13" fmla="*/ 248 h 321"/>
                <a:gd name="T14" fmla="*/ 190 w 486"/>
                <a:gd name="T15" fmla="*/ 251 h 321"/>
                <a:gd name="T16" fmla="*/ 214 w 486"/>
                <a:gd name="T17" fmla="*/ 263 h 321"/>
                <a:gd name="T18" fmla="*/ 260 w 486"/>
                <a:gd name="T19" fmla="*/ 263 h 321"/>
                <a:gd name="T20" fmla="*/ 261 w 486"/>
                <a:gd name="T21" fmla="*/ 249 h 321"/>
                <a:gd name="T22" fmla="*/ 280 w 486"/>
                <a:gd name="T23" fmla="*/ 244 h 321"/>
                <a:gd name="T24" fmla="*/ 298 w 486"/>
                <a:gd name="T25" fmla="*/ 255 h 321"/>
                <a:gd name="T26" fmla="*/ 298 w 486"/>
                <a:gd name="T27" fmla="*/ 287 h 321"/>
                <a:gd name="T28" fmla="*/ 304 w 486"/>
                <a:gd name="T29" fmla="*/ 291 h 321"/>
                <a:gd name="T30" fmla="*/ 310 w 486"/>
                <a:gd name="T31" fmla="*/ 286 h 321"/>
                <a:gd name="T32" fmla="*/ 310 w 486"/>
                <a:gd name="T33" fmla="*/ 248 h 321"/>
                <a:gd name="T34" fmla="*/ 328 w 486"/>
                <a:gd name="T35" fmla="*/ 235 h 321"/>
                <a:gd name="T36" fmla="*/ 349 w 486"/>
                <a:gd name="T37" fmla="*/ 250 h 321"/>
                <a:gd name="T38" fmla="*/ 349 w 486"/>
                <a:gd name="T39" fmla="*/ 286 h 321"/>
                <a:gd name="T40" fmla="*/ 356 w 486"/>
                <a:gd name="T41" fmla="*/ 292 h 321"/>
                <a:gd name="T42" fmla="*/ 363 w 486"/>
                <a:gd name="T43" fmla="*/ 287 h 321"/>
                <a:gd name="T44" fmla="*/ 363 w 486"/>
                <a:gd name="T45" fmla="*/ 249 h 321"/>
                <a:gd name="T46" fmla="*/ 381 w 486"/>
                <a:gd name="T47" fmla="*/ 242 h 321"/>
                <a:gd name="T48" fmla="*/ 399 w 486"/>
                <a:gd name="T49" fmla="*/ 249 h 321"/>
                <a:gd name="T50" fmla="*/ 399 w 486"/>
                <a:gd name="T51" fmla="*/ 261 h 321"/>
                <a:gd name="T52" fmla="*/ 402 w 486"/>
                <a:gd name="T53" fmla="*/ 265 h 321"/>
                <a:gd name="T54" fmla="*/ 432 w 486"/>
                <a:gd name="T55" fmla="*/ 265 h 321"/>
                <a:gd name="T56" fmla="*/ 439 w 486"/>
                <a:gd name="T57" fmla="*/ 255 h 321"/>
                <a:gd name="T58" fmla="*/ 293 w 486"/>
                <a:gd name="T59" fmla="*/ 57 h 321"/>
                <a:gd name="T60" fmla="*/ 253 w 486"/>
                <a:gd name="T61" fmla="*/ 54 h 321"/>
                <a:gd name="T62" fmla="*/ 238 w 486"/>
                <a:gd name="T63" fmla="*/ 45 h 321"/>
                <a:gd name="T64" fmla="*/ 256 w 486"/>
                <a:gd name="T65" fmla="*/ 35 h 321"/>
                <a:gd name="T66" fmla="*/ 287 w 486"/>
                <a:gd name="T67" fmla="*/ 34 h 321"/>
                <a:gd name="T68" fmla="*/ 384 w 486"/>
                <a:gd name="T69" fmla="*/ 1 h 321"/>
                <a:gd name="T70" fmla="*/ 157 w 486"/>
                <a:gd name="T71" fmla="*/ 0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6" h="321">
                  <a:moveTo>
                    <a:pt x="174" y="0"/>
                  </a:moveTo>
                  <a:cubicBezTo>
                    <a:pt x="174" y="0"/>
                    <a:pt x="84" y="19"/>
                    <a:pt x="55" y="36"/>
                  </a:cubicBezTo>
                  <a:cubicBezTo>
                    <a:pt x="43" y="44"/>
                    <a:pt x="31" y="44"/>
                    <a:pt x="18" y="44"/>
                  </a:cubicBezTo>
                  <a:cubicBezTo>
                    <a:pt x="4" y="44"/>
                    <a:pt x="0" y="46"/>
                    <a:pt x="0" y="49"/>
                  </a:cubicBezTo>
                  <a:cubicBezTo>
                    <a:pt x="0" y="54"/>
                    <a:pt x="5" y="53"/>
                    <a:pt x="17" y="54"/>
                  </a:cubicBezTo>
                  <a:cubicBezTo>
                    <a:pt x="28" y="55"/>
                    <a:pt x="41" y="52"/>
                    <a:pt x="61" y="60"/>
                  </a:cubicBezTo>
                  <a:cubicBezTo>
                    <a:pt x="80" y="67"/>
                    <a:pt x="199" y="272"/>
                    <a:pt x="199" y="272"/>
                  </a:cubicBezTo>
                  <a:cubicBezTo>
                    <a:pt x="199" y="272"/>
                    <a:pt x="202" y="276"/>
                    <a:pt x="210" y="276"/>
                  </a:cubicBezTo>
                  <a:cubicBezTo>
                    <a:pt x="218" y="276"/>
                    <a:pt x="237" y="279"/>
                    <a:pt x="237" y="289"/>
                  </a:cubicBezTo>
                  <a:cubicBezTo>
                    <a:pt x="287" y="289"/>
                    <a:pt x="287" y="289"/>
                    <a:pt x="287" y="289"/>
                  </a:cubicBezTo>
                  <a:cubicBezTo>
                    <a:pt x="287" y="289"/>
                    <a:pt x="287" y="277"/>
                    <a:pt x="289" y="274"/>
                  </a:cubicBezTo>
                  <a:cubicBezTo>
                    <a:pt x="293" y="269"/>
                    <a:pt x="303" y="267"/>
                    <a:pt x="310" y="268"/>
                  </a:cubicBezTo>
                  <a:cubicBezTo>
                    <a:pt x="317" y="268"/>
                    <a:pt x="329" y="269"/>
                    <a:pt x="330" y="280"/>
                  </a:cubicBezTo>
                  <a:cubicBezTo>
                    <a:pt x="330" y="291"/>
                    <a:pt x="330" y="316"/>
                    <a:pt x="330" y="316"/>
                  </a:cubicBezTo>
                  <a:cubicBezTo>
                    <a:pt x="330" y="316"/>
                    <a:pt x="329" y="320"/>
                    <a:pt x="336" y="320"/>
                  </a:cubicBezTo>
                  <a:cubicBezTo>
                    <a:pt x="343" y="320"/>
                    <a:pt x="343" y="315"/>
                    <a:pt x="343" y="315"/>
                  </a:cubicBezTo>
                  <a:cubicBezTo>
                    <a:pt x="343" y="273"/>
                    <a:pt x="343" y="273"/>
                    <a:pt x="343" y="273"/>
                  </a:cubicBezTo>
                  <a:cubicBezTo>
                    <a:pt x="343" y="273"/>
                    <a:pt x="345" y="259"/>
                    <a:pt x="363" y="259"/>
                  </a:cubicBezTo>
                  <a:cubicBezTo>
                    <a:pt x="381" y="259"/>
                    <a:pt x="386" y="275"/>
                    <a:pt x="386" y="275"/>
                  </a:cubicBezTo>
                  <a:cubicBezTo>
                    <a:pt x="386" y="315"/>
                    <a:pt x="386" y="315"/>
                    <a:pt x="386" y="315"/>
                  </a:cubicBezTo>
                  <a:cubicBezTo>
                    <a:pt x="386" y="315"/>
                    <a:pt x="388" y="321"/>
                    <a:pt x="394" y="321"/>
                  </a:cubicBezTo>
                  <a:cubicBezTo>
                    <a:pt x="401" y="321"/>
                    <a:pt x="401" y="316"/>
                    <a:pt x="401" y="316"/>
                  </a:cubicBezTo>
                  <a:cubicBezTo>
                    <a:pt x="401" y="274"/>
                    <a:pt x="401" y="274"/>
                    <a:pt x="401" y="274"/>
                  </a:cubicBezTo>
                  <a:cubicBezTo>
                    <a:pt x="401" y="274"/>
                    <a:pt x="405" y="266"/>
                    <a:pt x="421" y="266"/>
                  </a:cubicBezTo>
                  <a:cubicBezTo>
                    <a:pt x="437" y="266"/>
                    <a:pt x="442" y="274"/>
                    <a:pt x="442" y="274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1" y="292"/>
                    <a:pt x="445" y="292"/>
                    <a:pt x="445" y="292"/>
                  </a:cubicBezTo>
                  <a:cubicBezTo>
                    <a:pt x="478" y="292"/>
                    <a:pt x="478" y="292"/>
                    <a:pt x="478" y="292"/>
                  </a:cubicBezTo>
                  <a:cubicBezTo>
                    <a:pt x="486" y="288"/>
                    <a:pt x="485" y="280"/>
                    <a:pt x="485" y="280"/>
                  </a:cubicBezTo>
                  <a:cubicBezTo>
                    <a:pt x="486" y="273"/>
                    <a:pt x="346" y="69"/>
                    <a:pt x="324" y="63"/>
                  </a:cubicBezTo>
                  <a:cubicBezTo>
                    <a:pt x="310" y="58"/>
                    <a:pt x="292" y="60"/>
                    <a:pt x="280" y="60"/>
                  </a:cubicBezTo>
                  <a:cubicBezTo>
                    <a:pt x="269" y="59"/>
                    <a:pt x="263" y="54"/>
                    <a:pt x="263" y="49"/>
                  </a:cubicBezTo>
                  <a:cubicBezTo>
                    <a:pt x="263" y="46"/>
                    <a:pt x="270" y="38"/>
                    <a:pt x="283" y="38"/>
                  </a:cubicBezTo>
                  <a:cubicBezTo>
                    <a:pt x="297" y="38"/>
                    <a:pt x="312" y="39"/>
                    <a:pt x="317" y="37"/>
                  </a:cubicBezTo>
                  <a:cubicBezTo>
                    <a:pt x="356" y="16"/>
                    <a:pt x="425" y="1"/>
                    <a:pt x="425" y="1"/>
                  </a:cubicBezTo>
                  <a:lnTo>
                    <a:pt x="174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6" name="Line 346">
              <a:extLst>
                <a:ext uri="{FF2B5EF4-FFF2-40B4-BE49-F238E27FC236}">
                  <a16:creationId xmlns:a16="http://schemas.microsoft.com/office/drawing/2014/main" id="{6E0052C4-C585-4505-B6C7-131DB0C5D9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2" y="2277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7" name="Freeform 347">
              <a:extLst>
                <a:ext uri="{FF2B5EF4-FFF2-40B4-BE49-F238E27FC236}">
                  <a16:creationId xmlns:a16="http://schemas.microsoft.com/office/drawing/2014/main" id="{7D827FEF-D747-41C6-B1E9-44833662A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834"/>
              <a:ext cx="471" cy="311"/>
            </a:xfrm>
            <a:custGeom>
              <a:avLst/>
              <a:gdLst>
                <a:gd name="T0" fmla="*/ 384 w 487"/>
                <a:gd name="T1" fmla="*/ 1 h 321"/>
                <a:gd name="T2" fmla="*/ 288 w 487"/>
                <a:gd name="T3" fmla="*/ 34 h 321"/>
                <a:gd name="T4" fmla="*/ 257 w 487"/>
                <a:gd name="T5" fmla="*/ 35 h 321"/>
                <a:gd name="T6" fmla="*/ 239 w 487"/>
                <a:gd name="T7" fmla="*/ 45 h 321"/>
                <a:gd name="T8" fmla="*/ 254 w 487"/>
                <a:gd name="T9" fmla="*/ 54 h 321"/>
                <a:gd name="T10" fmla="*/ 294 w 487"/>
                <a:gd name="T11" fmla="*/ 57 h 321"/>
                <a:gd name="T12" fmla="*/ 440 w 487"/>
                <a:gd name="T13" fmla="*/ 255 h 321"/>
                <a:gd name="T14" fmla="*/ 432 w 487"/>
                <a:gd name="T15" fmla="*/ 265 h 321"/>
                <a:gd name="T16" fmla="*/ 402 w 487"/>
                <a:gd name="T17" fmla="*/ 265 h 321"/>
                <a:gd name="T18" fmla="*/ 399 w 487"/>
                <a:gd name="T19" fmla="*/ 261 h 321"/>
                <a:gd name="T20" fmla="*/ 399 w 487"/>
                <a:gd name="T21" fmla="*/ 249 h 321"/>
                <a:gd name="T22" fmla="*/ 382 w 487"/>
                <a:gd name="T23" fmla="*/ 242 h 321"/>
                <a:gd name="T24" fmla="*/ 364 w 487"/>
                <a:gd name="T25" fmla="*/ 249 h 321"/>
                <a:gd name="T26" fmla="*/ 364 w 487"/>
                <a:gd name="T27" fmla="*/ 287 h 321"/>
                <a:gd name="T28" fmla="*/ 357 w 487"/>
                <a:gd name="T29" fmla="*/ 292 h 321"/>
                <a:gd name="T30" fmla="*/ 350 w 487"/>
                <a:gd name="T31" fmla="*/ 286 h 321"/>
                <a:gd name="T32" fmla="*/ 350 w 487"/>
                <a:gd name="T33" fmla="*/ 250 h 321"/>
                <a:gd name="T34" fmla="*/ 329 w 487"/>
                <a:gd name="T35" fmla="*/ 235 h 321"/>
                <a:gd name="T36" fmla="*/ 310 w 487"/>
                <a:gd name="T37" fmla="*/ 248 h 321"/>
                <a:gd name="T38" fmla="*/ 311 w 487"/>
                <a:gd name="T39" fmla="*/ 286 h 321"/>
                <a:gd name="T40" fmla="*/ 305 w 487"/>
                <a:gd name="T41" fmla="*/ 291 h 321"/>
                <a:gd name="T42" fmla="*/ 299 w 487"/>
                <a:gd name="T43" fmla="*/ 287 h 321"/>
                <a:gd name="T44" fmla="*/ 299 w 487"/>
                <a:gd name="T45" fmla="*/ 255 h 321"/>
                <a:gd name="T46" fmla="*/ 281 w 487"/>
                <a:gd name="T47" fmla="*/ 244 h 321"/>
                <a:gd name="T48" fmla="*/ 262 w 487"/>
                <a:gd name="T49" fmla="*/ 249 h 321"/>
                <a:gd name="T50" fmla="*/ 261 w 487"/>
                <a:gd name="T51" fmla="*/ 263 h 321"/>
                <a:gd name="T52" fmla="*/ 214 w 487"/>
                <a:gd name="T53" fmla="*/ 263 h 321"/>
                <a:gd name="T54" fmla="*/ 190 w 487"/>
                <a:gd name="T55" fmla="*/ 251 h 321"/>
                <a:gd name="T56" fmla="*/ 180 w 487"/>
                <a:gd name="T57" fmla="*/ 248 h 321"/>
                <a:gd name="T58" fmla="*/ 55 w 487"/>
                <a:gd name="T59" fmla="*/ 54 h 321"/>
                <a:gd name="T60" fmla="*/ 15 w 487"/>
                <a:gd name="T61" fmla="*/ 48 h 321"/>
                <a:gd name="T62" fmla="*/ 0 w 487"/>
                <a:gd name="T63" fmla="*/ 45 h 321"/>
                <a:gd name="T64" fmla="*/ 15 w 487"/>
                <a:gd name="T65" fmla="*/ 41 h 321"/>
                <a:gd name="T66" fmla="*/ 49 w 487"/>
                <a:gd name="T67" fmla="*/ 33 h 321"/>
                <a:gd name="T68" fmla="*/ 157 w 487"/>
                <a:gd name="T69" fmla="*/ 0 h 321"/>
                <a:gd name="T70" fmla="*/ 384 w 487"/>
                <a:gd name="T71" fmla="*/ 1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7" h="321">
                  <a:moveTo>
                    <a:pt x="425" y="1"/>
                  </a:moveTo>
                  <a:cubicBezTo>
                    <a:pt x="425" y="1"/>
                    <a:pt x="356" y="16"/>
                    <a:pt x="318" y="37"/>
                  </a:cubicBezTo>
                  <a:cubicBezTo>
                    <a:pt x="312" y="39"/>
                    <a:pt x="297" y="38"/>
                    <a:pt x="284" y="38"/>
                  </a:cubicBezTo>
                  <a:cubicBezTo>
                    <a:pt x="270" y="38"/>
                    <a:pt x="264" y="46"/>
                    <a:pt x="264" y="49"/>
                  </a:cubicBezTo>
                  <a:cubicBezTo>
                    <a:pt x="264" y="54"/>
                    <a:pt x="270" y="59"/>
                    <a:pt x="281" y="60"/>
                  </a:cubicBezTo>
                  <a:cubicBezTo>
                    <a:pt x="292" y="60"/>
                    <a:pt x="310" y="58"/>
                    <a:pt x="325" y="63"/>
                  </a:cubicBezTo>
                  <a:cubicBezTo>
                    <a:pt x="347" y="69"/>
                    <a:pt x="486" y="273"/>
                    <a:pt x="486" y="280"/>
                  </a:cubicBezTo>
                  <a:cubicBezTo>
                    <a:pt x="486" y="280"/>
                    <a:pt x="487" y="288"/>
                    <a:pt x="478" y="292"/>
                  </a:cubicBezTo>
                  <a:cubicBezTo>
                    <a:pt x="445" y="292"/>
                    <a:pt x="445" y="292"/>
                    <a:pt x="445" y="292"/>
                  </a:cubicBezTo>
                  <a:cubicBezTo>
                    <a:pt x="445" y="292"/>
                    <a:pt x="442" y="292"/>
                    <a:pt x="442" y="287"/>
                  </a:cubicBezTo>
                  <a:cubicBezTo>
                    <a:pt x="442" y="274"/>
                    <a:pt x="442" y="274"/>
                    <a:pt x="442" y="274"/>
                  </a:cubicBezTo>
                  <a:cubicBezTo>
                    <a:pt x="442" y="274"/>
                    <a:pt x="438" y="266"/>
                    <a:pt x="422" y="266"/>
                  </a:cubicBezTo>
                  <a:cubicBezTo>
                    <a:pt x="406" y="266"/>
                    <a:pt x="402" y="274"/>
                    <a:pt x="402" y="274"/>
                  </a:cubicBezTo>
                  <a:cubicBezTo>
                    <a:pt x="402" y="316"/>
                    <a:pt x="402" y="316"/>
                    <a:pt x="402" y="316"/>
                  </a:cubicBezTo>
                  <a:cubicBezTo>
                    <a:pt x="402" y="316"/>
                    <a:pt x="401" y="321"/>
                    <a:pt x="395" y="321"/>
                  </a:cubicBezTo>
                  <a:cubicBezTo>
                    <a:pt x="388" y="321"/>
                    <a:pt x="387" y="315"/>
                    <a:pt x="387" y="315"/>
                  </a:cubicBezTo>
                  <a:cubicBezTo>
                    <a:pt x="387" y="275"/>
                    <a:pt x="387" y="275"/>
                    <a:pt x="387" y="275"/>
                  </a:cubicBezTo>
                  <a:cubicBezTo>
                    <a:pt x="387" y="275"/>
                    <a:pt x="382" y="259"/>
                    <a:pt x="364" y="259"/>
                  </a:cubicBezTo>
                  <a:cubicBezTo>
                    <a:pt x="346" y="259"/>
                    <a:pt x="343" y="273"/>
                    <a:pt x="343" y="273"/>
                  </a:cubicBezTo>
                  <a:cubicBezTo>
                    <a:pt x="344" y="315"/>
                    <a:pt x="344" y="315"/>
                    <a:pt x="344" y="315"/>
                  </a:cubicBezTo>
                  <a:cubicBezTo>
                    <a:pt x="344" y="315"/>
                    <a:pt x="343" y="320"/>
                    <a:pt x="337" y="320"/>
                  </a:cubicBezTo>
                  <a:cubicBezTo>
                    <a:pt x="330" y="320"/>
                    <a:pt x="330" y="316"/>
                    <a:pt x="330" y="316"/>
                  </a:cubicBezTo>
                  <a:cubicBezTo>
                    <a:pt x="330" y="316"/>
                    <a:pt x="331" y="291"/>
                    <a:pt x="330" y="280"/>
                  </a:cubicBezTo>
                  <a:cubicBezTo>
                    <a:pt x="330" y="269"/>
                    <a:pt x="318" y="268"/>
                    <a:pt x="311" y="268"/>
                  </a:cubicBezTo>
                  <a:cubicBezTo>
                    <a:pt x="303" y="267"/>
                    <a:pt x="293" y="269"/>
                    <a:pt x="290" y="274"/>
                  </a:cubicBezTo>
                  <a:cubicBezTo>
                    <a:pt x="287" y="277"/>
                    <a:pt x="288" y="289"/>
                    <a:pt x="288" y="289"/>
                  </a:cubicBezTo>
                  <a:cubicBezTo>
                    <a:pt x="237" y="289"/>
                    <a:pt x="237" y="289"/>
                    <a:pt x="237" y="289"/>
                  </a:cubicBezTo>
                  <a:cubicBezTo>
                    <a:pt x="237" y="279"/>
                    <a:pt x="219" y="276"/>
                    <a:pt x="210" y="276"/>
                  </a:cubicBezTo>
                  <a:cubicBezTo>
                    <a:pt x="202" y="276"/>
                    <a:pt x="199" y="272"/>
                    <a:pt x="199" y="272"/>
                  </a:cubicBezTo>
                  <a:cubicBezTo>
                    <a:pt x="199" y="272"/>
                    <a:pt x="81" y="67"/>
                    <a:pt x="61" y="60"/>
                  </a:cubicBezTo>
                  <a:cubicBezTo>
                    <a:pt x="41" y="52"/>
                    <a:pt x="28" y="55"/>
                    <a:pt x="17" y="54"/>
                  </a:cubicBezTo>
                  <a:cubicBezTo>
                    <a:pt x="6" y="53"/>
                    <a:pt x="0" y="54"/>
                    <a:pt x="0" y="49"/>
                  </a:cubicBezTo>
                  <a:cubicBezTo>
                    <a:pt x="0" y="46"/>
                    <a:pt x="4" y="44"/>
                    <a:pt x="18" y="44"/>
                  </a:cubicBezTo>
                  <a:cubicBezTo>
                    <a:pt x="32" y="44"/>
                    <a:pt x="43" y="44"/>
                    <a:pt x="55" y="36"/>
                  </a:cubicBezTo>
                  <a:cubicBezTo>
                    <a:pt x="85" y="19"/>
                    <a:pt x="174" y="0"/>
                    <a:pt x="174" y="0"/>
                  </a:cubicBezTo>
                  <a:lnTo>
                    <a:pt x="425" y="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8" name="Freeform 348">
              <a:extLst>
                <a:ext uri="{FF2B5EF4-FFF2-40B4-BE49-F238E27FC236}">
                  <a16:creationId xmlns:a16="http://schemas.microsoft.com/office/drawing/2014/main" id="{04F8190D-A97F-44FE-96F4-337541518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834"/>
              <a:ext cx="470" cy="311"/>
            </a:xfrm>
            <a:custGeom>
              <a:avLst/>
              <a:gdLst>
                <a:gd name="T0" fmla="*/ 384 w 486"/>
                <a:gd name="T1" fmla="*/ 1 h 321"/>
                <a:gd name="T2" fmla="*/ 287 w 486"/>
                <a:gd name="T3" fmla="*/ 34 h 321"/>
                <a:gd name="T4" fmla="*/ 256 w 486"/>
                <a:gd name="T5" fmla="*/ 35 h 321"/>
                <a:gd name="T6" fmla="*/ 239 w 486"/>
                <a:gd name="T7" fmla="*/ 45 h 321"/>
                <a:gd name="T8" fmla="*/ 254 w 486"/>
                <a:gd name="T9" fmla="*/ 54 h 321"/>
                <a:gd name="T10" fmla="*/ 294 w 486"/>
                <a:gd name="T11" fmla="*/ 57 h 321"/>
                <a:gd name="T12" fmla="*/ 439 w 486"/>
                <a:gd name="T13" fmla="*/ 255 h 321"/>
                <a:gd name="T14" fmla="*/ 432 w 486"/>
                <a:gd name="T15" fmla="*/ 265 h 321"/>
                <a:gd name="T16" fmla="*/ 402 w 486"/>
                <a:gd name="T17" fmla="*/ 265 h 321"/>
                <a:gd name="T18" fmla="*/ 399 w 486"/>
                <a:gd name="T19" fmla="*/ 261 h 321"/>
                <a:gd name="T20" fmla="*/ 399 w 486"/>
                <a:gd name="T21" fmla="*/ 249 h 321"/>
                <a:gd name="T22" fmla="*/ 382 w 486"/>
                <a:gd name="T23" fmla="*/ 242 h 321"/>
                <a:gd name="T24" fmla="*/ 363 w 486"/>
                <a:gd name="T25" fmla="*/ 249 h 321"/>
                <a:gd name="T26" fmla="*/ 363 w 486"/>
                <a:gd name="T27" fmla="*/ 287 h 321"/>
                <a:gd name="T28" fmla="*/ 357 w 486"/>
                <a:gd name="T29" fmla="*/ 292 h 321"/>
                <a:gd name="T30" fmla="*/ 349 w 486"/>
                <a:gd name="T31" fmla="*/ 286 h 321"/>
                <a:gd name="T32" fmla="*/ 349 w 486"/>
                <a:gd name="T33" fmla="*/ 250 h 321"/>
                <a:gd name="T34" fmla="*/ 329 w 486"/>
                <a:gd name="T35" fmla="*/ 235 h 321"/>
                <a:gd name="T36" fmla="*/ 310 w 486"/>
                <a:gd name="T37" fmla="*/ 248 h 321"/>
                <a:gd name="T38" fmla="*/ 310 w 486"/>
                <a:gd name="T39" fmla="*/ 286 h 321"/>
                <a:gd name="T40" fmla="*/ 304 w 486"/>
                <a:gd name="T41" fmla="*/ 291 h 321"/>
                <a:gd name="T42" fmla="*/ 298 w 486"/>
                <a:gd name="T43" fmla="*/ 287 h 321"/>
                <a:gd name="T44" fmla="*/ 298 w 486"/>
                <a:gd name="T45" fmla="*/ 255 h 321"/>
                <a:gd name="T46" fmla="*/ 280 w 486"/>
                <a:gd name="T47" fmla="*/ 244 h 321"/>
                <a:gd name="T48" fmla="*/ 261 w 486"/>
                <a:gd name="T49" fmla="*/ 249 h 321"/>
                <a:gd name="T50" fmla="*/ 261 w 486"/>
                <a:gd name="T51" fmla="*/ 263 h 321"/>
                <a:gd name="T52" fmla="*/ 214 w 486"/>
                <a:gd name="T53" fmla="*/ 263 h 321"/>
                <a:gd name="T54" fmla="*/ 190 w 486"/>
                <a:gd name="T55" fmla="*/ 251 h 321"/>
                <a:gd name="T56" fmla="*/ 180 w 486"/>
                <a:gd name="T57" fmla="*/ 248 h 321"/>
                <a:gd name="T58" fmla="*/ 55 w 486"/>
                <a:gd name="T59" fmla="*/ 54 h 321"/>
                <a:gd name="T60" fmla="*/ 15 w 486"/>
                <a:gd name="T61" fmla="*/ 48 h 321"/>
                <a:gd name="T62" fmla="*/ 0 w 486"/>
                <a:gd name="T63" fmla="*/ 45 h 321"/>
                <a:gd name="T64" fmla="*/ 15 w 486"/>
                <a:gd name="T65" fmla="*/ 41 h 321"/>
                <a:gd name="T66" fmla="*/ 49 w 486"/>
                <a:gd name="T67" fmla="*/ 33 h 321"/>
                <a:gd name="T68" fmla="*/ 157 w 486"/>
                <a:gd name="T69" fmla="*/ 0 h 321"/>
                <a:gd name="T70" fmla="*/ 384 w 486"/>
                <a:gd name="T71" fmla="*/ 1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6" h="321">
                  <a:moveTo>
                    <a:pt x="424" y="1"/>
                  </a:moveTo>
                  <a:cubicBezTo>
                    <a:pt x="424" y="1"/>
                    <a:pt x="356" y="16"/>
                    <a:pt x="317" y="37"/>
                  </a:cubicBezTo>
                  <a:cubicBezTo>
                    <a:pt x="312" y="39"/>
                    <a:pt x="297" y="38"/>
                    <a:pt x="283" y="38"/>
                  </a:cubicBezTo>
                  <a:cubicBezTo>
                    <a:pt x="270" y="38"/>
                    <a:pt x="264" y="46"/>
                    <a:pt x="264" y="49"/>
                  </a:cubicBezTo>
                  <a:cubicBezTo>
                    <a:pt x="264" y="54"/>
                    <a:pt x="269" y="59"/>
                    <a:pt x="281" y="60"/>
                  </a:cubicBezTo>
                  <a:cubicBezTo>
                    <a:pt x="292" y="60"/>
                    <a:pt x="310" y="58"/>
                    <a:pt x="325" y="63"/>
                  </a:cubicBezTo>
                  <a:cubicBezTo>
                    <a:pt x="347" y="69"/>
                    <a:pt x="486" y="273"/>
                    <a:pt x="485" y="280"/>
                  </a:cubicBezTo>
                  <a:cubicBezTo>
                    <a:pt x="485" y="280"/>
                    <a:pt x="486" y="288"/>
                    <a:pt x="478" y="292"/>
                  </a:cubicBezTo>
                  <a:cubicBezTo>
                    <a:pt x="445" y="292"/>
                    <a:pt x="445" y="292"/>
                    <a:pt x="445" y="292"/>
                  </a:cubicBezTo>
                  <a:cubicBezTo>
                    <a:pt x="445" y="292"/>
                    <a:pt x="442" y="292"/>
                    <a:pt x="442" y="287"/>
                  </a:cubicBezTo>
                  <a:cubicBezTo>
                    <a:pt x="442" y="274"/>
                    <a:pt x="442" y="274"/>
                    <a:pt x="442" y="274"/>
                  </a:cubicBezTo>
                  <a:cubicBezTo>
                    <a:pt x="442" y="274"/>
                    <a:pt x="438" y="266"/>
                    <a:pt x="422" y="266"/>
                  </a:cubicBezTo>
                  <a:cubicBezTo>
                    <a:pt x="406" y="266"/>
                    <a:pt x="401" y="274"/>
                    <a:pt x="401" y="274"/>
                  </a:cubicBezTo>
                  <a:cubicBezTo>
                    <a:pt x="401" y="316"/>
                    <a:pt x="401" y="316"/>
                    <a:pt x="401" y="316"/>
                  </a:cubicBezTo>
                  <a:cubicBezTo>
                    <a:pt x="401" y="316"/>
                    <a:pt x="401" y="321"/>
                    <a:pt x="395" y="321"/>
                  </a:cubicBezTo>
                  <a:cubicBezTo>
                    <a:pt x="388" y="321"/>
                    <a:pt x="386" y="315"/>
                    <a:pt x="386" y="315"/>
                  </a:cubicBezTo>
                  <a:cubicBezTo>
                    <a:pt x="386" y="275"/>
                    <a:pt x="386" y="275"/>
                    <a:pt x="386" y="275"/>
                  </a:cubicBezTo>
                  <a:cubicBezTo>
                    <a:pt x="386" y="275"/>
                    <a:pt x="382" y="259"/>
                    <a:pt x="364" y="259"/>
                  </a:cubicBezTo>
                  <a:cubicBezTo>
                    <a:pt x="346" y="259"/>
                    <a:pt x="343" y="273"/>
                    <a:pt x="343" y="273"/>
                  </a:cubicBezTo>
                  <a:cubicBezTo>
                    <a:pt x="343" y="315"/>
                    <a:pt x="343" y="315"/>
                    <a:pt x="343" y="315"/>
                  </a:cubicBezTo>
                  <a:cubicBezTo>
                    <a:pt x="343" y="315"/>
                    <a:pt x="343" y="320"/>
                    <a:pt x="336" y="320"/>
                  </a:cubicBezTo>
                  <a:cubicBezTo>
                    <a:pt x="330" y="320"/>
                    <a:pt x="330" y="316"/>
                    <a:pt x="330" y="316"/>
                  </a:cubicBezTo>
                  <a:cubicBezTo>
                    <a:pt x="330" y="316"/>
                    <a:pt x="331" y="291"/>
                    <a:pt x="330" y="280"/>
                  </a:cubicBezTo>
                  <a:cubicBezTo>
                    <a:pt x="330" y="269"/>
                    <a:pt x="318" y="268"/>
                    <a:pt x="310" y="268"/>
                  </a:cubicBezTo>
                  <a:cubicBezTo>
                    <a:pt x="303" y="267"/>
                    <a:pt x="293" y="269"/>
                    <a:pt x="289" y="274"/>
                  </a:cubicBezTo>
                  <a:cubicBezTo>
                    <a:pt x="287" y="277"/>
                    <a:pt x="288" y="289"/>
                    <a:pt x="288" y="289"/>
                  </a:cubicBezTo>
                  <a:cubicBezTo>
                    <a:pt x="237" y="289"/>
                    <a:pt x="237" y="289"/>
                    <a:pt x="237" y="289"/>
                  </a:cubicBezTo>
                  <a:cubicBezTo>
                    <a:pt x="237" y="279"/>
                    <a:pt x="218" y="276"/>
                    <a:pt x="210" y="276"/>
                  </a:cubicBezTo>
                  <a:cubicBezTo>
                    <a:pt x="202" y="276"/>
                    <a:pt x="199" y="272"/>
                    <a:pt x="199" y="272"/>
                  </a:cubicBezTo>
                  <a:cubicBezTo>
                    <a:pt x="199" y="272"/>
                    <a:pt x="80" y="67"/>
                    <a:pt x="61" y="60"/>
                  </a:cubicBezTo>
                  <a:cubicBezTo>
                    <a:pt x="41" y="52"/>
                    <a:pt x="28" y="55"/>
                    <a:pt x="17" y="54"/>
                  </a:cubicBezTo>
                  <a:cubicBezTo>
                    <a:pt x="6" y="53"/>
                    <a:pt x="0" y="54"/>
                    <a:pt x="0" y="49"/>
                  </a:cubicBezTo>
                  <a:cubicBezTo>
                    <a:pt x="0" y="46"/>
                    <a:pt x="4" y="44"/>
                    <a:pt x="18" y="44"/>
                  </a:cubicBezTo>
                  <a:cubicBezTo>
                    <a:pt x="31" y="44"/>
                    <a:pt x="43" y="44"/>
                    <a:pt x="55" y="36"/>
                  </a:cubicBezTo>
                  <a:cubicBezTo>
                    <a:pt x="85" y="19"/>
                    <a:pt x="174" y="0"/>
                    <a:pt x="174" y="0"/>
                  </a:cubicBezTo>
                  <a:lnTo>
                    <a:pt x="424" y="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9" name="Freeform 349">
              <a:extLst>
                <a:ext uri="{FF2B5EF4-FFF2-40B4-BE49-F238E27FC236}">
                  <a16:creationId xmlns:a16="http://schemas.microsoft.com/office/drawing/2014/main" id="{434BF582-A666-4B33-A2A4-29CE0A513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093"/>
              <a:ext cx="472" cy="569"/>
            </a:xfrm>
            <a:custGeom>
              <a:avLst/>
              <a:gdLst>
                <a:gd name="T0" fmla="*/ 151 w 488"/>
                <a:gd name="T1" fmla="*/ 535 h 587"/>
                <a:gd name="T2" fmla="*/ 55 w 488"/>
                <a:gd name="T3" fmla="*/ 511 h 587"/>
                <a:gd name="T4" fmla="*/ 21 w 488"/>
                <a:gd name="T5" fmla="*/ 506 h 587"/>
                <a:gd name="T6" fmla="*/ 6 w 488"/>
                <a:gd name="T7" fmla="*/ 503 h 587"/>
                <a:gd name="T8" fmla="*/ 20 w 488"/>
                <a:gd name="T9" fmla="*/ 499 h 587"/>
                <a:gd name="T10" fmla="*/ 61 w 488"/>
                <a:gd name="T11" fmla="*/ 495 h 587"/>
                <a:gd name="T12" fmla="*/ 207 w 488"/>
                <a:gd name="T13" fmla="*/ 309 h 587"/>
                <a:gd name="T14" fmla="*/ 200 w 488"/>
                <a:gd name="T15" fmla="*/ 298 h 587"/>
                <a:gd name="T16" fmla="*/ 201 w 488"/>
                <a:gd name="T17" fmla="*/ 286 h 587"/>
                <a:gd name="T18" fmla="*/ 207 w 488"/>
                <a:gd name="T19" fmla="*/ 275 h 587"/>
                <a:gd name="T20" fmla="*/ 182 w 488"/>
                <a:gd name="T21" fmla="*/ 250 h 587"/>
                <a:gd name="T22" fmla="*/ 160 w 488"/>
                <a:gd name="T23" fmla="*/ 231 h 587"/>
                <a:gd name="T24" fmla="*/ 159 w 488"/>
                <a:gd name="T25" fmla="*/ 231 h 587"/>
                <a:gd name="T26" fmla="*/ 49 w 488"/>
                <a:gd name="T27" fmla="*/ 181 h 587"/>
                <a:gd name="T28" fmla="*/ 15 w 488"/>
                <a:gd name="T29" fmla="*/ 170 h 587"/>
                <a:gd name="T30" fmla="*/ 0 w 488"/>
                <a:gd name="T31" fmla="*/ 164 h 587"/>
                <a:gd name="T32" fmla="*/ 15 w 488"/>
                <a:gd name="T33" fmla="*/ 157 h 587"/>
                <a:gd name="T34" fmla="*/ 55 w 488"/>
                <a:gd name="T35" fmla="*/ 148 h 587"/>
                <a:gd name="T36" fmla="*/ 185 w 488"/>
                <a:gd name="T37" fmla="*/ 49 h 587"/>
                <a:gd name="T38" fmla="*/ 194 w 488"/>
                <a:gd name="T39" fmla="*/ 46 h 587"/>
                <a:gd name="T40" fmla="*/ 214 w 488"/>
                <a:gd name="T41" fmla="*/ 32 h 587"/>
                <a:gd name="T42" fmla="*/ 255 w 488"/>
                <a:gd name="T43" fmla="*/ 32 h 587"/>
                <a:gd name="T44" fmla="*/ 273 w 488"/>
                <a:gd name="T45" fmla="*/ 25 h 587"/>
                <a:gd name="T46" fmla="*/ 274 w 488"/>
                <a:gd name="T47" fmla="*/ 13 h 587"/>
                <a:gd name="T48" fmla="*/ 285 w 488"/>
                <a:gd name="T49" fmla="*/ 15 h 587"/>
                <a:gd name="T50" fmla="*/ 285 w 488"/>
                <a:gd name="T51" fmla="*/ 46 h 587"/>
                <a:gd name="T52" fmla="*/ 307 w 488"/>
                <a:gd name="T53" fmla="*/ 61 h 587"/>
                <a:gd name="T54" fmla="*/ 326 w 488"/>
                <a:gd name="T55" fmla="*/ 46 h 587"/>
                <a:gd name="T56" fmla="*/ 326 w 488"/>
                <a:gd name="T57" fmla="*/ 7 h 587"/>
                <a:gd name="T58" fmla="*/ 336 w 488"/>
                <a:gd name="T59" fmla="*/ 7 h 587"/>
                <a:gd name="T60" fmla="*/ 336 w 488"/>
                <a:gd name="T61" fmla="*/ 46 h 587"/>
                <a:gd name="T62" fmla="*/ 359 w 488"/>
                <a:gd name="T63" fmla="*/ 61 h 587"/>
                <a:gd name="T64" fmla="*/ 378 w 488"/>
                <a:gd name="T65" fmla="*/ 47 h 587"/>
                <a:gd name="T66" fmla="*/ 378 w 488"/>
                <a:gd name="T67" fmla="*/ 16 h 587"/>
                <a:gd name="T68" fmla="*/ 382 w 488"/>
                <a:gd name="T69" fmla="*/ 10 h 587"/>
                <a:gd name="T70" fmla="*/ 386 w 488"/>
                <a:gd name="T71" fmla="*/ 21 h 587"/>
                <a:gd name="T72" fmla="*/ 400 w 488"/>
                <a:gd name="T73" fmla="*/ 36 h 587"/>
                <a:gd name="T74" fmla="*/ 433 w 488"/>
                <a:gd name="T75" fmla="*/ 36 h 587"/>
                <a:gd name="T76" fmla="*/ 441 w 488"/>
                <a:gd name="T77" fmla="*/ 46 h 587"/>
                <a:gd name="T78" fmla="*/ 416 w 488"/>
                <a:gd name="T79" fmla="*/ 72 h 587"/>
                <a:gd name="T80" fmla="*/ 400 w 488"/>
                <a:gd name="T81" fmla="*/ 90 h 587"/>
                <a:gd name="T82" fmla="*/ 294 w 488"/>
                <a:gd name="T83" fmla="*/ 142 h 587"/>
                <a:gd name="T84" fmla="*/ 258 w 488"/>
                <a:gd name="T85" fmla="*/ 148 h 587"/>
                <a:gd name="T86" fmla="*/ 239 w 488"/>
                <a:gd name="T87" fmla="*/ 164 h 587"/>
                <a:gd name="T88" fmla="*/ 257 w 488"/>
                <a:gd name="T89" fmla="*/ 177 h 587"/>
                <a:gd name="T90" fmla="*/ 294 w 488"/>
                <a:gd name="T91" fmla="*/ 187 h 587"/>
                <a:gd name="T92" fmla="*/ 405 w 488"/>
                <a:gd name="T93" fmla="*/ 279 h 587"/>
                <a:gd name="T94" fmla="*/ 407 w 488"/>
                <a:gd name="T95" fmla="*/ 280 h 587"/>
                <a:gd name="T96" fmla="*/ 424 w 488"/>
                <a:gd name="T97" fmla="*/ 282 h 587"/>
                <a:gd name="T98" fmla="*/ 434 w 488"/>
                <a:gd name="T99" fmla="*/ 289 h 587"/>
                <a:gd name="T100" fmla="*/ 425 w 488"/>
                <a:gd name="T101" fmla="*/ 298 h 587"/>
                <a:gd name="T102" fmla="*/ 406 w 488"/>
                <a:gd name="T103" fmla="*/ 303 h 587"/>
                <a:gd name="T104" fmla="*/ 275 w 488"/>
                <a:gd name="T105" fmla="*/ 492 h 587"/>
                <a:gd name="T106" fmla="*/ 239 w 488"/>
                <a:gd name="T107" fmla="*/ 495 h 587"/>
                <a:gd name="T108" fmla="*/ 219 w 488"/>
                <a:gd name="T109" fmla="*/ 503 h 587"/>
                <a:gd name="T110" fmla="*/ 237 w 488"/>
                <a:gd name="T111" fmla="*/ 509 h 587"/>
                <a:gd name="T112" fmla="*/ 274 w 488"/>
                <a:gd name="T113" fmla="*/ 514 h 587"/>
                <a:gd name="T114" fmla="*/ 368 w 488"/>
                <a:gd name="T115" fmla="*/ 535 h 587"/>
                <a:gd name="T116" fmla="*/ 151 w 488"/>
                <a:gd name="T117" fmla="*/ 535 h 5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88" h="587">
                  <a:moveTo>
                    <a:pt x="166" y="587"/>
                  </a:moveTo>
                  <a:cubicBezTo>
                    <a:pt x="166" y="587"/>
                    <a:pt x="91" y="573"/>
                    <a:pt x="61" y="561"/>
                  </a:cubicBezTo>
                  <a:cubicBezTo>
                    <a:pt x="49" y="556"/>
                    <a:pt x="37" y="555"/>
                    <a:pt x="24" y="555"/>
                  </a:cubicBezTo>
                  <a:cubicBezTo>
                    <a:pt x="10" y="555"/>
                    <a:pt x="6" y="554"/>
                    <a:pt x="6" y="552"/>
                  </a:cubicBezTo>
                  <a:cubicBezTo>
                    <a:pt x="6" y="548"/>
                    <a:pt x="12" y="549"/>
                    <a:pt x="23" y="548"/>
                  </a:cubicBezTo>
                  <a:cubicBezTo>
                    <a:pt x="34" y="548"/>
                    <a:pt x="47" y="550"/>
                    <a:pt x="67" y="544"/>
                  </a:cubicBezTo>
                  <a:cubicBezTo>
                    <a:pt x="86" y="538"/>
                    <a:pt x="229" y="351"/>
                    <a:pt x="229" y="339"/>
                  </a:cubicBezTo>
                  <a:cubicBezTo>
                    <a:pt x="229" y="339"/>
                    <a:pt x="230" y="332"/>
                    <a:pt x="221" y="327"/>
                  </a:cubicBezTo>
                  <a:cubicBezTo>
                    <a:pt x="217" y="325"/>
                    <a:pt x="216" y="317"/>
                    <a:pt x="222" y="314"/>
                  </a:cubicBezTo>
                  <a:cubicBezTo>
                    <a:pt x="230" y="309"/>
                    <a:pt x="229" y="302"/>
                    <a:pt x="229" y="302"/>
                  </a:cubicBezTo>
                  <a:cubicBezTo>
                    <a:pt x="229" y="290"/>
                    <a:pt x="202" y="289"/>
                    <a:pt x="201" y="274"/>
                  </a:cubicBezTo>
                  <a:cubicBezTo>
                    <a:pt x="201" y="274"/>
                    <a:pt x="199" y="260"/>
                    <a:pt x="177" y="254"/>
                  </a:cubicBezTo>
                  <a:cubicBezTo>
                    <a:pt x="176" y="254"/>
                    <a:pt x="176" y="254"/>
                    <a:pt x="176" y="254"/>
                  </a:cubicBezTo>
                  <a:cubicBezTo>
                    <a:pt x="176" y="254"/>
                    <a:pt x="85" y="225"/>
                    <a:pt x="55" y="199"/>
                  </a:cubicBezTo>
                  <a:cubicBezTo>
                    <a:pt x="43" y="188"/>
                    <a:pt x="32" y="187"/>
                    <a:pt x="18" y="187"/>
                  </a:cubicBezTo>
                  <a:cubicBezTo>
                    <a:pt x="4" y="187"/>
                    <a:pt x="0" y="185"/>
                    <a:pt x="0" y="179"/>
                  </a:cubicBezTo>
                  <a:cubicBezTo>
                    <a:pt x="0" y="172"/>
                    <a:pt x="6" y="173"/>
                    <a:pt x="17" y="172"/>
                  </a:cubicBezTo>
                  <a:cubicBezTo>
                    <a:pt x="28" y="171"/>
                    <a:pt x="41" y="175"/>
                    <a:pt x="61" y="163"/>
                  </a:cubicBezTo>
                  <a:cubicBezTo>
                    <a:pt x="81" y="151"/>
                    <a:pt x="204" y="55"/>
                    <a:pt x="204" y="55"/>
                  </a:cubicBezTo>
                  <a:cubicBezTo>
                    <a:pt x="204" y="55"/>
                    <a:pt x="206" y="51"/>
                    <a:pt x="215" y="50"/>
                  </a:cubicBezTo>
                  <a:cubicBezTo>
                    <a:pt x="238" y="46"/>
                    <a:pt x="237" y="35"/>
                    <a:pt x="237" y="35"/>
                  </a:cubicBezTo>
                  <a:cubicBezTo>
                    <a:pt x="237" y="35"/>
                    <a:pt x="264" y="35"/>
                    <a:pt x="282" y="35"/>
                  </a:cubicBezTo>
                  <a:cubicBezTo>
                    <a:pt x="300" y="35"/>
                    <a:pt x="302" y="28"/>
                    <a:pt x="302" y="28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11" y="9"/>
                    <a:pt x="315" y="15"/>
                    <a:pt x="315" y="15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5" y="51"/>
                    <a:pt x="316" y="67"/>
                    <a:pt x="339" y="67"/>
                  </a:cubicBezTo>
                  <a:cubicBezTo>
                    <a:pt x="362" y="67"/>
                    <a:pt x="360" y="51"/>
                    <a:pt x="360" y="51"/>
                  </a:cubicBezTo>
                  <a:cubicBezTo>
                    <a:pt x="360" y="7"/>
                    <a:pt x="360" y="7"/>
                    <a:pt x="360" y="7"/>
                  </a:cubicBezTo>
                  <a:cubicBezTo>
                    <a:pt x="365" y="0"/>
                    <a:pt x="371" y="7"/>
                    <a:pt x="371" y="7"/>
                  </a:cubicBezTo>
                  <a:cubicBezTo>
                    <a:pt x="371" y="51"/>
                    <a:pt x="371" y="51"/>
                    <a:pt x="371" y="51"/>
                  </a:cubicBezTo>
                  <a:cubicBezTo>
                    <a:pt x="371" y="51"/>
                    <a:pt x="370" y="67"/>
                    <a:pt x="397" y="67"/>
                  </a:cubicBezTo>
                  <a:cubicBezTo>
                    <a:pt x="420" y="67"/>
                    <a:pt x="418" y="52"/>
                    <a:pt x="418" y="52"/>
                  </a:cubicBezTo>
                  <a:cubicBezTo>
                    <a:pt x="418" y="52"/>
                    <a:pt x="418" y="27"/>
                    <a:pt x="418" y="18"/>
                  </a:cubicBezTo>
                  <a:cubicBezTo>
                    <a:pt x="418" y="10"/>
                    <a:pt x="422" y="10"/>
                    <a:pt x="422" y="10"/>
                  </a:cubicBezTo>
                  <a:cubicBezTo>
                    <a:pt x="422" y="10"/>
                    <a:pt x="427" y="9"/>
                    <a:pt x="427" y="24"/>
                  </a:cubicBezTo>
                  <a:cubicBezTo>
                    <a:pt x="427" y="39"/>
                    <a:pt x="442" y="39"/>
                    <a:pt x="442" y="39"/>
                  </a:cubicBezTo>
                  <a:cubicBezTo>
                    <a:pt x="479" y="39"/>
                    <a:pt x="479" y="39"/>
                    <a:pt x="479" y="39"/>
                  </a:cubicBezTo>
                  <a:cubicBezTo>
                    <a:pt x="488" y="44"/>
                    <a:pt x="487" y="51"/>
                    <a:pt x="487" y="51"/>
                  </a:cubicBezTo>
                  <a:cubicBezTo>
                    <a:pt x="487" y="56"/>
                    <a:pt x="459" y="65"/>
                    <a:pt x="460" y="78"/>
                  </a:cubicBezTo>
                  <a:cubicBezTo>
                    <a:pt x="461" y="92"/>
                    <a:pt x="442" y="99"/>
                    <a:pt x="442" y="99"/>
                  </a:cubicBezTo>
                  <a:cubicBezTo>
                    <a:pt x="442" y="99"/>
                    <a:pt x="346" y="147"/>
                    <a:pt x="325" y="157"/>
                  </a:cubicBezTo>
                  <a:cubicBezTo>
                    <a:pt x="309" y="165"/>
                    <a:pt x="296" y="162"/>
                    <a:pt x="285" y="163"/>
                  </a:cubicBezTo>
                  <a:cubicBezTo>
                    <a:pt x="274" y="164"/>
                    <a:pt x="264" y="168"/>
                    <a:pt x="264" y="179"/>
                  </a:cubicBezTo>
                  <a:cubicBezTo>
                    <a:pt x="264" y="184"/>
                    <a:pt x="270" y="195"/>
                    <a:pt x="284" y="195"/>
                  </a:cubicBezTo>
                  <a:cubicBezTo>
                    <a:pt x="297" y="195"/>
                    <a:pt x="313" y="194"/>
                    <a:pt x="325" y="205"/>
                  </a:cubicBezTo>
                  <a:cubicBezTo>
                    <a:pt x="354" y="232"/>
                    <a:pt x="448" y="306"/>
                    <a:pt x="448" y="306"/>
                  </a:cubicBezTo>
                  <a:cubicBezTo>
                    <a:pt x="450" y="307"/>
                    <a:pt x="450" y="307"/>
                    <a:pt x="450" y="307"/>
                  </a:cubicBezTo>
                  <a:cubicBezTo>
                    <a:pt x="450" y="307"/>
                    <a:pt x="455" y="310"/>
                    <a:pt x="468" y="309"/>
                  </a:cubicBezTo>
                  <a:cubicBezTo>
                    <a:pt x="477" y="309"/>
                    <a:pt x="480" y="312"/>
                    <a:pt x="480" y="317"/>
                  </a:cubicBezTo>
                  <a:cubicBezTo>
                    <a:pt x="480" y="322"/>
                    <a:pt x="479" y="327"/>
                    <a:pt x="469" y="327"/>
                  </a:cubicBezTo>
                  <a:cubicBezTo>
                    <a:pt x="454" y="328"/>
                    <a:pt x="449" y="333"/>
                    <a:pt x="449" y="333"/>
                  </a:cubicBezTo>
                  <a:cubicBezTo>
                    <a:pt x="449" y="333"/>
                    <a:pt x="325" y="536"/>
                    <a:pt x="304" y="541"/>
                  </a:cubicBezTo>
                  <a:cubicBezTo>
                    <a:pt x="288" y="545"/>
                    <a:pt x="275" y="544"/>
                    <a:pt x="264" y="544"/>
                  </a:cubicBezTo>
                  <a:cubicBezTo>
                    <a:pt x="252" y="545"/>
                    <a:pt x="243" y="546"/>
                    <a:pt x="242" y="552"/>
                  </a:cubicBezTo>
                  <a:cubicBezTo>
                    <a:pt x="242" y="554"/>
                    <a:pt x="249" y="559"/>
                    <a:pt x="262" y="559"/>
                  </a:cubicBezTo>
                  <a:cubicBezTo>
                    <a:pt x="276" y="559"/>
                    <a:pt x="291" y="559"/>
                    <a:pt x="303" y="564"/>
                  </a:cubicBezTo>
                  <a:cubicBezTo>
                    <a:pt x="333" y="577"/>
                    <a:pt x="406" y="587"/>
                    <a:pt x="406" y="587"/>
                  </a:cubicBezTo>
                  <a:lnTo>
                    <a:pt x="166" y="58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0" name="Freeform 350">
              <a:extLst>
                <a:ext uri="{FF2B5EF4-FFF2-40B4-BE49-F238E27FC236}">
                  <a16:creationId xmlns:a16="http://schemas.microsoft.com/office/drawing/2014/main" id="{6843C189-631F-4822-BC75-4C6AAE6B4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093"/>
              <a:ext cx="472" cy="569"/>
            </a:xfrm>
            <a:custGeom>
              <a:avLst/>
              <a:gdLst>
                <a:gd name="T0" fmla="*/ 162 w 488"/>
                <a:gd name="T1" fmla="*/ 535 h 587"/>
                <a:gd name="T2" fmla="*/ 55 w 488"/>
                <a:gd name="T3" fmla="*/ 511 h 587"/>
                <a:gd name="T4" fmla="*/ 21 w 488"/>
                <a:gd name="T5" fmla="*/ 506 h 587"/>
                <a:gd name="T6" fmla="*/ 6 w 488"/>
                <a:gd name="T7" fmla="*/ 503 h 587"/>
                <a:gd name="T8" fmla="*/ 20 w 488"/>
                <a:gd name="T9" fmla="*/ 499 h 587"/>
                <a:gd name="T10" fmla="*/ 61 w 488"/>
                <a:gd name="T11" fmla="*/ 495 h 587"/>
                <a:gd name="T12" fmla="*/ 207 w 488"/>
                <a:gd name="T13" fmla="*/ 310 h 587"/>
                <a:gd name="T14" fmla="*/ 200 w 488"/>
                <a:gd name="T15" fmla="*/ 299 h 587"/>
                <a:gd name="T16" fmla="*/ 201 w 488"/>
                <a:gd name="T17" fmla="*/ 286 h 587"/>
                <a:gd name="T18" fmla="*/ 207 w 488"/>
                <a:gd name="T19" fmla="*/ 275 h 587"/>
                <a:gd name="T20" fmla="*/ 182 w 488"/>
                <a:gd name="T21" fmla="*/ 250 h 587"/>
                <a:gd name="T22" fmla="*/ 160 w 488"/>
                <a:gd name="T23" fmla="*/ 232 h 587"/>
                <a:gd name="T24" fmla="*/ 157 w 488"/>
                <a:gd name="T25" fmla="*/ 231 h 587"/>
                <a:gd name="T26" fmla="*/ 49 w 488"/>
                <a:gd name="T27" fmla="*/ 181 h 587"/>
                <a:gd name="T28" fmla="*/ 15 w 488"/>
                <a:gd name="T29" fmla="*/ 170 h 587"/>
                <a:gd name="T30" fmla="*/ 0 w 488"/>
                <a:gd name="T31" fmla="*/ 164 h 587"/>
                <a:gd name="T32" fmla="*/ 15 w 488"/>
                <a:gd name="T33" fmla="*/ 157 h 587"/>
                <a:gd name="T34" fmla="*/ 55 w 488"/>
                <a:gd name="T35" fmla="*/ 148 h 587"/>
                <a:gd name="T36" fmla="*/ 185 w 488"/>
                <a:gd name="T37" fmla="*/ 49 h 587"/>
                <a:gd name="T38" fmla="*/ 194 w 488"/>
                <a:gd name="T39" fmla="*/ 46 h 587"/>
                <a:gd name="T40" fmla="*/ 214 w 488"/>
                <a:gd name="T41" fmla="*/ 32 h 587"/>
                <a:gd name="T42" fmla="*/ 255 w 488"/>
                <a:gd name="T43" fmla="*/ 32 h 587"/>
                <a:gd name="T44" fmla="*/ 273 w 488"/>
                <a:gd name="T45" fmla="*/ 25 h 587"/>
                <a:gd name="T46" fmla="*/ 274 w 488"/>
                <a:gd name="T47" fmla="*/ 13 h 587"/>
                <a:gd name="T48" fmla="*/ 285 w 488"/>
                <a:gd name="T49" fmla="*/ 15 h 587"/>
                <a:gd name="T50" fmla="*/ 285 w 488"/>
                <a:gd name="T51" fmla="*/ 46 h 587"/>
                <a:gd name="T52" fmla="*/ 307 w 488"/>
                <a:gd name="T53" fmla="*/ 61 h 587"/>
                <a:gd name="T54" fmla="*/ 326 w 488"/>
                <a:gd name="T55" fmla="*/ 46 h 587"/>
                <a:gd name="T56" fmla="*/ 326 w 488"/>
                <a:gd name="T57" fmla="*/ 7 h 587"/>
                <a:gd name="T58" fmla="*/ 336 w 488"/>
                <a:gd name="T59" fmla="*/ 7 h 587"/>
                <a:gd name="T60" fmla="*/ 336 w 488"/>
                <a:gd name="T61" fmla="*/ 46 h 587"/>
                <a:gd name="T62" fmla="*/ 359 w 488"/>
                <a:gd name="T63" fmla="*/ 61 h 587"/>
                <a:gd name="T64" fmla="*/ 378 w 488"/>
                <a:gd name="T65" fmla="*/ 47 h 587"/>
                <a:gd name="T66" fmla="*/ 378 w 488"/>
                <a:gd name="T67" fmla="*/ 16 h 587"/>
                <a:gd name="T68" fmla="*/ 382 w 488"/>
                <a:gd name="T69" fmla="*/ 10 h 587"/>
                <a:gd name="T70" fmla="*/ 386 w 488"/>
                <a:gd name="T71" fmla="*/ 21 h 587"/>
                <a:gd name="T72" fmla="*/ 400 w 488"/>
                <a:gd name="T73" fmla="*/ 36 h 587"/>
                <a:gd name="T74" fmla="*/ 433 w 488"/>
                <a:gd name="T75" fmla="*/ 36 h 587"/>
                <a:gd name="T76" fmla="*/ 441 w 488"/>
                <a:gd name="T77" fmla="*/ 46 h 587"/>
                <a:gd name="T78" fmla="*/ 416 w 488"/>
                <a:gd name="T79" fmla="*/ 72 h 587"/>
                <a:gd name="T80" fmla="*/ 400 w 488"/>
                <a:gd name="T81" fmla="*/ 90 h 587"/>
                <a:gd name="T82" fmla="*/ 294 w 488"/>
                <a:gd name="T83" fmla="*/ 142 h 587"/>
                <a:gd name="T84" fmla="*/ 258 w 488"/>
                <a:gd name="T85" fmla="*/ 148 h 587"/>
                <a:gd name="T86" fmla="*/ 239 w 488"/>
                <a:gd name="T87" fmla="*/ 164 h 587"/>
                <a:gd name="T88" fmla="*/ 257 w 488"/>
                <a:gd name="T89" fmla="*/ 177 h 587"/>
                <a:gd name="T90" fmla="*/ 294 w 488"/>
                <a:gd name="T91" fmla="*/ 187 h 587"/>
                <a:gd name="T92" fmla="*/ 409 w 488"/>
                <a:gd name="T93" fmla="*/ 278 h 587"/>
                <a:gd name="T94" fmla="*/ 410 w 488"/>
                <a:gd name="T95" fmla="*/ 279 h 587"/>
                <a:gd name="T96" fmla="*/ 412 w 488"/>
                <a:gd name="T97" fmla="*/ 280 h 587"/>
                <a:gd name="T98" fmla="*/ 428 w 488"/>
                <a:gd name="T99" fmla="*/ 282 h 587"/>
                <a:gd name="T100" fmla="*/ 439 w 488"/>
                <a:gd name="T101" fmla="*/ 289 h 587"/>
                <a:gd name="T102" fmla="*/ 428 w 488"/>
                <a:gd name="T103" fmla="*/ 298 h 587"/>
                <a:gd name="T104" fmla="*/ 411 w 488"/>
                <a:gd name="T105" fmla="*/ 303 h 587"/>
                <a:gd name="T106" fmla="*/ 280 w 488"/>
                <a:gd name="T107" fmla="*/ 492 h 587"/>
                <a:gd name="T108" fmla="*/ 243 w 488"/>
                <a:gd name="T109" fmla="*/ 495 h 587"/>
                <a:gd name="T110" fmla="*/ 223 w 488"/>
                <a:gd name="T111" fmla="*/ 503 h 587"/>
                <a:gd name="T112" fmla="*/ 242 w 488"/>
                <a:gd name="T113" fmla="*/ 509 h 587"/>
                <a:gd name="T114" fmla="*/ 279 w 488"/>
                <a:gd name="T115" fmla="*/ 514 h 587"/>
                <a:gd name="T116" fmla="*/ 369 w 488"/>
                <a:gd name="T117" fmla="*/ 535 h 587"/>
                <a:gd name="T118" fmla="*/ 162 w 488"/>
                <a:gd name="T119" fmla="*/ 535 h 5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88" h="587">
                  <a:moveTo>
                    <a:pt x="180" y="587"/>
                  </a:moveTo>
                  <a:cubicBezTo>
                    <a:pt x="180" y="587"/>
                    <a:pt x="91" y="574"/>
                    <a:pt x="61" y="561"/>
                  </a:cubicBezTo>
                  <a:cubicBezTo>
                    <a:pt x="49" y="556"/>
                    <a:pt x="37" y="556"/>
                    <a:pt x="24" y="556"/>
                  </a:cubicBezTo>
                  <a:cubicBezTo>
                    <a:pt x="10" y="556"/>
                    <a:pt x="6" y="554"/>
                    <a:pt x="6" y="552"/>
                  </a:cubicBezTo>
                  <a:cubicBezTo>
                    <a:pt x="6" y="548"/>
                    <a:pt x="12" y="549"/>
                    <a:pt x="23" y="548"/>
                  </a:cubicBezTo>
                  <a:cubicBezTo>
                    <a:pt x="34" y="548"/>
                    <a:pt x="47" y="550"/>
                    <a:pt x="67" y="544"/>
                  </a:cubicBezTo>
                  <a:cubicBezTo>
                    <a:pt x="86" y="539"/>
                    <a:pt x="229" y="352"/>
                    <a:pt x="229" y="340"/>
                  </a:cubicBezTo>
                  <a:cubicBezTo>
                    <a:pt x="229" y="340"/>
                    <a:pt x="230" y="333"/>
                    <a:pt x="221" y="328"/>
                  </a:cubicBezTo>
                  <a:cubicBezTo>
                    <a:pt x="217" y="325"/>
                    <a:pt x="216" y="318"/>
                    <a:pt x="222" y="314"/>
                  </a:cubicBezTo>
                  <a:cubicBezTo>
                    <a:pt x="230" y="310"/>
                    <a:pt x="229" y="302"/>
                    <a:pt x="229" y="302"/>
                  </a:cubicBezTo>
                  <a:cubicBezTo>
                    <a:pt x="229" y="290"/>
                    <a:pt x="202" y="290"/>
                    <a:pt x="201" y="274"/>
                  </a:cubicBezTo>
                  <a:cubicBezTo>
                    <a:pt x="201" y="274"/>
                    <a:pt x="199" y="260"/>
                    <a:pt x="177" y="255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85" y="225"/>
                    <a:pt x="55" y="199"/>
                  </a:cubicBezTo>
                  <a:cubicBezTo>
                    <a:pt x="43" y="188"/>
                    <a:pt x="32" y="187"/>
                    <a:pt x="18" y="187"/>
                  </a:cubicBezTo>
                  <a:cubicBezTo>
                    <a:pt x="4" y="187"/>
                    <a:pt x="0" y="185"/>
                    <a:pt x="0" y="179"/>
                  </a:cubicBezTo>
                  <a:cubicBezTo>
                    <a:pt x="0" y="172"/>
                    <a:pt x="6" y="173"/>
                    <a:pt x="17" y="172"/>
                  </a:cubicBezTo>
                  <a:cubicBezTo>
                    <a:pt x="28" y="171"/>
                    <a:pt x="41" y="175"/>
                    <a:pt x="61" y="163"/>
                  </a:cubicBezTo>
                  <a:cubicBezTo>
                    <a:pt x="81" y="151"/>
                    <a:pt x="204" y="55"/>
                    <a:pt x="204" y="55"/>
                  </a:cubicBezTo>
                  <a:cubicBezTo>
                    <a:pt x="204" y="55"/>
                    <a:pt x="206" y="51"/>
                    <a:pt x="215" y="50"/>
                  </a:cubicBezTo>
                  <a:cubicBezTo>
                    <a:pt x="238" y="46"/>
                    <a:pt x="237" y="35"/>
                    <a:pt x="237" y="35"/>
                  </a:cubicBezTo>
                  <a:cubicBezTo>
                    <a:pt x="237" y="35"/>
                    <a:pt x="264" y="35"/>
                    <a:pt x="282" y="35"/>
                  </a:cubicBezTo>
                  <a:cubicBezTo>
                    <a:pt x="300" y="35"/>
                    <a:pt x="302" y="28"/>
                    <a:pt x="302" y="28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11" y="9"/>
                    <a:pt x="315" y="15"/>
                    <a:pt x="315" y="15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5" y="51"/>
                    <a:pt x="316" y="67"/>
                    <a:pt x="339" y="67"/>
                  </a:cubicBezTo>
                  <a:cubicBezTo>
                    <a:pt x="362" y="67"/>
                    <a:pt x="360" y="51"/>
                    <a:pt x="360" y="51"/>
                  </a:cubicBezTo>
                  <a:cubicBezTo>
                    <a:pt x="360" y="7"/>
                    <a:pt x="360" y="7"/>
                    <a:pt x="360" y="7"/>
                  </a:cubicBezTo>
                  <a:cubicBezTo>
                    <a:pt x="365" y="0"/>
                    <a:pt x="371" y="7"/>
                    <a:pt x="371" y="7"/>
                  </a:cubicBezTo>
                  <a:cubicBezTo>
                    <a:pt x="371" y="51"/>
                    <a:pt x="371" y="51"/>
                    <a:pt x="371" y="51"/>
                  </a:cubicBezTo>
                  <a:cubicBezTo>
                    <a:pt x="371" y="51"/>
                    <a:pt x="370" y="67"/>
                    <a:pt x="397" y="67"/>
                  </a:cubicBezTo>
                  <a:cubicBezTo>
                    <a:pt x="420" y="67"/>
                    <a:pt x="418" y="52"/>
                    <a:pt x="418" y="52"/>
                  </a:cubicBezTo>
                  <a:cubicBezTo>
                    <a:pt x="418" y="52"/>
                    <a:pt x="418" y="27"/>
                    <a:pt x="418" y="18"/>
                  </a:cubicBezTo>
                  <a:cubicBezTo>
                    <a:pt x="418" y="10"/>
                    <a:pt x="422" y="10"/>
                    <a:pt x="422" y="10"/>
                  </a:cubicBezTo>
                  <a:cubicBezTo>
                    <a:pt x="422" y="10"/>
                    <a:pt x="427" y="9"/>
                    <a:pt x="427" y="24"/>
                  </a:cubicBezTo>
                  <a:cubicBezTo>
                    <a:pt x="427" y="39"/>
                    <a:pt x="442" y="39"/>
                    <a:pt x="442" y="39"/>
                  </a:cubicBezTo>
                  <a:cubicBezTo>
                    <a:pt x="479" y="39"/>
                    <a:pt x="479" y="39"/>
                    <a:pt x="479" y="39"/>
                  </a:cubicBezTo>
                  <a:cubicBezTo>
                    <a:pt x="488" y="44"/>
                    <a:pt x="487" y="51"/>
                    <a:pt x="487" y="51"/>
                  </a:cubicBezTo>
                  <a:cubicBezTo>
                    <a:pt x="487" y="56"/>
                    <a:pt x="459" y="65"/>
                    <a:pt x="460" y="78"/>
                  </a:cubicBezTo>
                  <a:cubicBezTo>
                    <a:pt x="461" y="92"/>
                    <a:pt x="442" y="99"/>
                    <a:pt x="442" y="99"/>
                  </a:cubicBezTo>
                  <a:cubicBezTo>
                    <a:pt x="442" y="99"/>
                    <a:pt x="346" y="147"/>
                    <a:pt x="325" y="157"/>
                  </a:cubicBezTo>
                  <a:cubicBezTo>
                    <a:pt x="309" y="165"/>
                    <a:pt x="296" y="162"/>
                    <a:pt x="285" y="163"/>
                  </a:cubicBezTo>
                  <a:cubicBezTo>
                    <a:pt x="274" y="164"/>
                    <a:pt x="264" y="168"/>
                    <a:pt x="264" y="179"/>
                  </a:cubicBezTo>
                  <a:cubicBezTo>
                    <a:pt x="264" y="184"/>
                    <a:pt x="270" y="195"/>
                    <a:pt x="284" y="195"/>
                  </a:cubicBezTo>
                  <a:cubicBezTo>
                    <a:pt x="297" y="195"/>
                    <a:pt x="313" y="194"/>
                    <a:pt x="325" y="205"/>
                  </a:cubicBezTo>
                  <a:cubicBezTo>
                    <a:pt x="354" y="232"/>
                    <a:pt x="452" y="305"/>
                    <a:pt x="452" y="305"/>
                  </a:cubicBezTo>
                  <a:cubicBezTo>
                    <a:pt x="453" y="306"/>
                    <a:pt x="453" y="306"/>
                    <a:pt x="453" y="306"/>
                  </a:cubicBezTo>
                  <a:cubicBezTo>
                    <a:pt x="455" y="307"/>
                    <a:pt x="455" y="307"/>
                    <a:pt x="455" y="307"/>
                  </a:cubicBezTo>
                  <a:cubicBezTo>
                    <a:pt x="455" y="307"/>
                    <a:pt x="460" y="310"/>
                    <a:pt x="473" y="309"/>
                  </a:cubicBezTo>
                  <a:cubicBezTo>
                    <a:pt x="482" y="309"/>
                    <a:pt x="485" y="312"/>
                    <a:pt x="485" y="317"/>
                  </a:cubicBezTo>
                  <a:cubicBezTo>
                    <a:pt x="485" y="322"/>
                    <a:pt x="484" y="327"/>
                    <a:pt x="473" y="327"/>
                  </a:cubicBezTo>
                  <a:cubicBezTo>
                    <a:pt x="459" y="328"/>
                    <a:pt x="454" y="333"/>
                    <a:pt x="454" y="333"/>
                  </a:cubicBezTo>
                  <a:cubicBezTo>
                    <a:pt x="454" y="333"/>
                    <a:pt x="330" y="536"/>
                    <a:pt x="309" y="541"/>
                  </a:cubicBezTo>
                  <a:cubicBezTo>
                    <a:pt x="293" y="545"/>
                    <a:pt x="280" y="544"/>
                    <a:pt x="269" y="544"/>
                  </a:cubicBezTo>
                  <a:cubicBezTo>
                    <a:pt x="257" y="545"/>
                    <a:pt x="248" y="546"/>
                    <a:pt x="247" y="552"/>
                  </a:cubicBezTo>
                  <a:cubicBezTo>
                    <a:pt x="247" y="554"/>
                    <a:pt x="254" y="559"/>
                    <a:pt x="267" y="559"/>
                  </a:cubicBezTo>
                  <a:cubicBezTo>
                    <a:pt x="281" y="559"/>
                    <a:pt x="296" y="559"/>
                    <a:pt x="308" y="564"/>
                  </a:cubicBezTo>
                  <a:cubicBezTo>
                    <a:pt x="338" y="577"/>
                    <a:pt x="408" y="587"/>
                    <a:pt x="408" y="587"/>
                  </a:cubicBezTo>
                  <a:lnTo>
                    <a:pt x="180" y="58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1" name="Freeform 351">
              <a:extLst>
                <a:ext uri="{FF2B5EF4-FFF2-40B4-BE49-F238E27FC236}">
                  <a16:creationId xmlns:a16="http://schemas.microsoft.com/office/drawing/2014/main" id="{77762E82-C3BF-48EF-9740-128CE0A06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093"/>
              <a:ext cx="476" cy="569"/>
            </a:xfrm>
            <a:custGeom>
              <a:avLst/>
              <a:gdLst>
                <a:gd name="T0" fmla="*/ 161 w 492"/>
                <a:gd name="T1" fmla="*/ 535 h 587"/>
                <a:gd name="T2" fmla="*/ 53 w 492"/>
                <a:gd name="T3" fmla="*/ 511 h 587"/>
                <a:gd name="T4" fmla="*/ 19 w 492"/>
                <a:gd name="T5" fmla="*/ 506 h 587"/>
                <a:gd name="T6" fmla="*/ 4 w 492"/>
                <a:gd name="T7" fmla="*/ 503 h 587"/>
                <a:gd name="T8" fmla="*/ 18 w 492"/>
                <a:gd name="T9" fmla="*/ 499 h 587"/>
                <a:gd name="T10" fmla="*/ 59 w 492"/>
                <a:gd name="T11" fmla="*/ 495 h 587"/>
                <a:gd name="T12" fmla="*/ 206 w 492"/>
                <a:gd name="T13" fmla="*/ 309 h 587"/>
                <a:gd name="T14" fmla="*/ 198 w 492"/>
                <a:gd name="T15" fmla="*/ 298 h 587"/>
                <a:gd name="T16" fmla="*/ 199 w 492"/>
                <a:gd name="T17" fmla="*/ 286 h 587"/>
                <a:gd name="T18" fmla="*/ 206 w 492"/>
                <a:gd name="T19" fmla="*/ 275 h 587"/>
                <a:gd name="T20" fmla="*/ 181 w 492"/>
                <a:gd name="T21" fmla="*/ 250 h 587"/>
                <a:gd name="T22" fmla="*/ 159 w 492"/>
                <a:gd name="T23" fmla="*/ 231 h 587"/>
                <a:gd name="T24" fmla="*/ 158 w 492"/>
                <a:gd name="T25" fmla="*/ 231 h 587"/>
                <a:gd name="T26" fmla="*/ 49 w 492"/>
                <a:gd name="T27" fmla="*/ 181 h 587"/>
                <a:gd name="T28" fmla="*/ 15 w 492"/>
                <a:gd name="T29" fmla="*/ 170 h 587"/>
                <a:gd name="T30" fmla="*/ 0 w 492"/>
                <a:gd name="T31" fmla="*/ 164 h 587"/>
                <a:gd name="T32" fmla="*/ 15 w 492"/>
                <a:gd name="T33" fmla="*/ 157 h 587"/>
                <a:gd name="T34" fmla="*/ 55 w 492"/>
                <a:gd name="T35" fmla="*/ 148 h 587"/>
                <a:gd name="T36" fmla="*/ 184 w 492"/>
                <a:gd name="T37" fmla="*/ 49 h 587"/>
                <a:gd name="T38" fmla="*/ 193 w 492"/>
                <a:gd name="T39" fmla="*/ 46 h 587"/>
                <a:gd name="T40" fmla="*/ 215 w 492"/>
                <a:gd name="T41" fmla="*/ 32 h 587"/>
                <a:gd name="T42" fmla="*/ 255 w 492"/>
                <a:gd name="T43" fmla="*/ 32 h 587"/>
                <a:gd name="T44" fmla="*/ 273 w 492"/>
                <a:gd name="T45" fmla="*/ 25 h 587"/>
                <a:gd name="T46" fmla="*/ 274 w 492"/>
                <a:gd name="T47" fmla="*/ 13 h 587"/>
                <a:gd name="T48" fmla="*/ 285 w 492"/>
                <a:gd name="T49" fmla="*/ 15 h 587"/>
                <a:gd name="T50" fmla="*/ 285 w 492"/>
                <a:gd name="T51" fmla="*/ 46 h 587"/>
                <a:gd name="T52" fmla="*/ 306 w 492"/>
                <a:gd name="T53" fmla="*/ 61 h 587"/>
                <a:gd name="T54" fmla="*/ 326 w 492"/>
                <a:gd name="T55" fmla="*/ 46 h 587"/>
                <a:gd name="T56" fmla="*/ 326 w 492"/>
                <a:gd name="T57" fmla="*/ 7 h 587"/>
                <a:gd name="T58" fmla="*/ 336 w 492"/>
                <a:gd name="T59" fmla="*/ 7 h 587"/>
                <a:gd name="T60" fmla="*/ 336 w 492"/>
                <a:gd name="T61" fmla="*/ 46 h 587"/>
                <a:gd name="T62" fmla="*/ 359 w 492"/>
                <a:gd name="T63" fmla="*/ 61 h 587"/>
                <a:gd name="T64" fmla="*/ 378 w 492"/>
                <a:gd name="T65" fmla="*/ 47 h 587"/>
                <a:gd name="T66" fmla="*/ 378 w 492"/>
                <a:gd name="T67" fmla="*/ 16 h 587"/>
                <a:gd name="T68" fmla="*/ 382 w 492"/>
                <a:gd name="T69" fmla="*/ 10 h 587"/>
                <a:gd name="T70" fmla="*/ 387 w 492"/>
                <a:gd name="T71" fmla="*/ 21 h 587"/>
                <a:gd name="T72" fmla="*/ 401 w 492"/>
                <a:gd name="T73" fmla="*/ 36 h 587"/>
                <a:gd name="T74" fmla="*/ 433 w 492"/>
                <a:gd name="T75" fmla="*/ 36 h 587"/>
                <a:gd name="T76" fmla="*/ 440 w 492"/>
                <a:gd name="T77" fmla="*/ 46 h 587"/>
                <a:gd name="T78" fmla="*/ 416 w 492"/>
                <a:gd name="T79" fmla="*/ 72 h 587"/>
                <a:gd name="T80" fmla="*/ 400 w 492"/>
                <a:gd name="T81" fmla="*/ 90 h 587"/>
                <a:gd name="T82" fmla="*/ 294 w 492"/>
                <a:gd name="T83" fmla="*/ 142 h 587"/>
                <a:gd name="T84" fmla="*/ 258 w 492"/>
                <a:gd name="T85" fmla="*/ 148 h 587"/>
                <a:gd name="T86" fmla="*/ 238 w 492"/>
                <a:gd name="T87" fmla="*/ 164 h 587"/>
                <a:gd name="T88" fmla="*/ 256 w 492"/>
                <a:gd name="T89" fmla="*/ 177 h 587"/>
                <a:gd name="T90" fmla="*/ 294 w 492"/>
                <a:gd name="T91" fmla="*/ 187 h 587"/>
                <a:gd name="T92" fmla="*/ 408 w 492"/>
                <a:gd name="T93" fmla="*/ 243 h 587"/>
                <a:gd name="T94" fmla="*/ 409 w 492"/>
                <a:gd name="T95" fmla="*/ 243 h 587"/>
                <a:gd name="T96" fmla="*/ 411 w 492"/>
                <a:gd name="T97" fmla="*/ 244 h 587"/>
                <a:gd name="T98" fmla="*/ 427 w 492"/>
                <a:gd name="T99" fmla="*/ 247 h 587"/>
                <a:gd name="T100" fmla="*/ 438 w 492"/>
                <a:gd name="T101" fmla="*/ 253 h 587"/>
                <a:gd name="T102" fmla="*/ 428 w 492"/>
                <a:gd name="T103" fmla="*/ 263 h 587"/>
                <a:gd name="T104" fmla="*/ 410 w 492"/>
                <a:gd name="T105" fmla="*/ 268 h 587"/>
                <a:gd name="T106" fmla="*/ 278 w 492"/>
                <a:gd name="T107" fmla="*/ 476 h 587"/>
                <a:gd name="T108" fmla="*/ 242 w 492"/>
                <a:gd name="T109" fmla="*/ 479 h 587"/>
                <a:gd name="T110" fmla="*/ 223 w 492"/>
                <a:gd name="T111" fmla="*/ 487 h 587"/>
                <a:gd name="T112" fmla="*/ 241 w 492"/>
                <a:gd name="T113" fmla="*/ 492 h 587"/>
                <a:gd name="T114" fmla="*/ 278 w 492"/>
                <a:gd name="T115" fmla="*/ 497 h 587"/>
                <a:gd name="T116" fmla="*/ 446 w 492"/>
                <a:gd name="T117" fmla="*/ 535 h 587"/>
                <a:gd name="T118" fmla="*/ 161 w 492"/>
                <a:gd name="T119" fmla="*/ 535 h 5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92" h="587">
                  <a:moveTo>
                    <a:pt x="178" y="587"/>
                  </a:moveTo>
                  <a:cubicBezTo>
                    <a:pt x="178" y="587"/>
                    <a:pt x="89" y="574"/>
                    <a:pt x="59" y="561"/>
                  </a:cubicBezTo>
                  <a:cubicBezTo>
                    <a:pt x="47" y="556"/>
                    <a:pt x="35" y="555"/>
                    <a:pt x="22" y="555"/>
                  </a:cubicBezTo>
                  <a:cubicBezTo>
                    <a:pt x="8" y="555"/>
                    <a:pt x="4" y="554"/>
                    <a:pt x="4" y="552"/>
                  </a:cubicBezTo>
                  <a:cubicBezTo>
                    <a:pt x="4" y="548"/>
                    <a:pt x="10" y="549"/>
                    <a:pt x="21" y="548"/>
                  </a:cubicBezTo>
                  <a:cubicBezTo>
                    <a:pt x="32" y="548"/>
                    <a:pt x="45" y="550"/>
                    <a:pt x="65" y="544"/>
                  </a:cubicBezTo>
                  <a:cubicBezTo>
                    <a:pt x="84" y="538"/>
                    <a:pt x="227" y="351"/>
                    <a:pt x="227" y="339"/>
                  </a:cubicBezTo>
                  <a:cubicBezTo>
                    <a:pt x="227" y="339"/>
                    <a:pt x="228" y="332"/>
                    <a:pt x="219" y="327"/>
                  </a:cubicBezTo>
                  <a:cubicBezTo>
                    <a:pt x="215" y="325"/>
                    <a:pt x="214" y="317"/>
                    <a:pt x="220" y="314"/>
                  </a:cubicBezTo>
                  <a:cubicBezTo>
                    <a:pt x="228" y="309"/>
                    <a:pt x="227" y="302"/>
                    <a:pt x="227" y="302"/>
                  </a:cubicBezTo>
                  <a:cubicBezTo>
                    <a:pt x="227" y="290"/>
                    <a:pt x="200" y="289"/>
                    <a:pt x="199" y="274"/>
                  </a:cubicBezTo>
                  <a:cubicBezTo>
                    <a:pt x="199" y="274"/>
                    <a:pt x="197" y="260"/>
                    <a:pt x="175" y="254"/>
                  </a:cubicBezTo>
                  <a:cubicBezTo>
                    <a:pt x="175" y="254"/>
                    <a:pt x="174" y="254"/>
                    <a:pt x="174" y="254"/>
                  </a:cubicBezTo>
                  <a:cubicBezTo>
                    <a:pt x="173" y="254"/>
                    <a:pt x="84" y="225"/>
                    <a:pt x="55" y="199"/>
                  </a:cubicBezTo>
                  <a:cubicBezTo>
                    <a:pt x="43" y="188"/>
                    <a:pt x="31" y="187"/>
                    <a:pt x="18" y="187"/>
                  </a:cubicBezTo>
                  <a:cubicBezTo>
                    <a:pt x="4" y="187"/>
                    <a:pt x="0" y="185"/>
                    <a:pt x="0" y="179"/>
                  </a:cubicBezTo>
                  <a:cubicBezTo>
                    <a:pt x="0" y="172"/>
                    <a:pt x="5" y="173"/>
                    <a:pt x="17" y="172"/>
                  </a:cubicBezTo>
                  <a:cubicBezTo>
                    <a:pt x="28" y="171"/>
                    <a:pt x="41" y="175"/>
                    <a:pt x="61" y="163"/>
                  </a:cubicBezTo>
                  <a:cubicBezTo>
                    <a:pt x="80" y="151"/>
                    <a:pt x="203" y="55"/>
                    <a:pt x="203" y="55"/>
                  </a:cubicBezTo>
                  <a:cubicBezTo>
                    <a:pt x="203" y="55"/>
                    <a:pt x="206" y="51"/>
                    <a:pt x="214" y="50"/>
                  </a:cubicBezTo>
                  <a:cubicBezTo>
                    <a:pt x="238" y="46"/>
                    <a:pt x="237" y="35"/>
                    <a:pt x="237" y="35"/>
                  </a:cubicBezTo>
                  <a:cubicBezTo>
                    <a:pt x="237" y="35"/>
                    <a:pt x="264" y="35"/>
                    <a:pt x="282" y="35"/>
                  </a:cubicBezTo>
                  <a:cubicBezTo>
                    <a:pt x="300" y="35"/>
                    <a:pt x="301" y="28"/>
                    <a:pt x="301" y="28"/>
                  </a:cubicBezTo>
                  <a:cubicBezTo>
                    <a:pt x="302" y="13"/>
                    <a:pt x="302" y="13"/>
                    <a:pt x="302" y="13"/>
                  </a:cubicBezTo>
                  <a:cubicBezTo>
                    <a:pt x="310" y="9"/>
                    <a:pt x="315" y="15"/>
                    <a:pt x="315" y="15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5" y="51"/>
                    <a:pt x="315" y="67"/>
                    <a:pt x="338" y="67"/>
                  </a:cubicBezTo>
                  <a:cubicBezTo>
                    <a:pt x="362" y="67"/>
                    <a:pt x="360" y="51"/>
                    <a:pt x="360" y="51"/>
                  </a:cubicBezTo>
                  <a:cubicBezTo>
                    <a:pt x="360" y="7"/>
                    <a:pt x="360" y="7"/>
                    <a:pt x="360" y="7"/>
                  </a:cubicBezTo>
                  <a:cubicBezTo>
                    <a:pt x="364" y="0"/>
                    <a:pt x="371" y="7"/>
                    <a:pt x="371" y="7"/>
                  </a:cubicBezTo>
                  <a:cubicBezTo>
                    <a:pt x="371" y="51"/>
                    <a:pt x="371" y="51"/>
                    <a:pt x="371" y="51"/>
                  </a:cubicBezTo>
                  <a:cubicBezTo>
                    <a:pt x="371" y="51"/>
                    <a:pt x="369" y="67"/>
                    <a:pt x="396" y="67"/>
                  </a:cubicBezTo>
                  <a:cubicBezTo>
                    <a:pt x="420" y="67"/>
                    <a:pt x="418" y="52"/>
                    <a:pt x="418" y="52"/>
                  </a:cubicBezTo>
                  <a:cubicBezTo>
                    <a:pt x="418" y="52"/>
                    <a:pt x="418" y="27"/>
                    <a:pt x="418" y="18"/>
                  </a:cubicBezTo>
                  <a:cubicBezTo>
                    <a:pt x="418" y="10"/>
                    <a:pt x="422" y="10"/>
                    <a:pt x="422" y="10"/>
                  </a:cubicBezTo>
                  <a:cubicBezTo>
                    <a:pt x="422" y="10"/>
                    <a:pt x="427" y="9"/>
                    <a:pt x="427" y="24"/>
                  </a:cubicBezTo>
                  <a:cubicBezTo>
                    <a:pt x="427" y="39"/>
                    <a:pt x="442" y="39"/>
                    <a:pt x="442" y="39"/>
                  </a:cubicBezTo>
                  <a:cubicBezTo>
                    <a:pt x="479" y="39"/>
                    <a:pt x="479" y="39"/>
                    <a:pt x="479" y="39"/>
                  </a:cubicBezTo>
                  <a:cubicBezTo>
                    <a:pt x="487" y="44"/>
                    <a:pt x="486" y="51"/>
                    <a:pt x="486" y="51"/>
                  </a:cubicBezTo>
                  <a:cubicBezTo>
                    <a:pt x="487" y="56"/>
                    <a:pt x="458" y="65"/>
                    <a:pt x="459" y="78"/>
                  </a:cubicBezTo>
                  <a:cubicBezTo>
                    <a:pt x="461" y="92"/>
                    <a:pt x="441" y="99"/>
                    <a:pt x="441" y="99"/>
                  </a:cubicBezTo>
                  <a:cubicBezTo>
                    <a:pt x="441" y="99"/>
                    <a:pt x="346" y="147"/>
                    <a:pt x="325" y="157"/>
                  </a:cubicBezTo>
                  <a:cubicBezTo>
                    <a:pt x="309" y="165"/>
                    <a:pt x="296" y="162"/>
                    <a:pt x="285" y="163"/>
                  </a:cubicBezTo>
                  <a:cubicBezTo>
                    <a:pt x="274" y="164"/>
                    <a:pt x="264" y="168"/>
                    <a:pt x="263" y="179"/>
                  </a:cubicBezTo>
                  <a:cubicBezTo>
                    <a:pt x="263" y="184"/>
                    <a:pt x="270" y="195"/>
                    <a:pt x="283" y="195"/>
                  </a:cubicBezTo>
                  <a:cubicBezTo>
                    <a:pt x="297" y="195"/>
                    <a:pt x="312" y="194"/>
                    <a:pt x="325" y="205"/>
                  </a:cubicBezTo>
                  <a:cubicBezTo>
                    <a:pt x="354" y="232"/>
                    <a:pt x="451" y="267"/>
                    <a:pt x="451" y="267"/>
                  </a:cubicBezTo>
                  <a:cubicBezTo>
                    <a:pt x="452" y="267"/>
                    <a:pt x="452" y="267"/>
                    <a:pt x="452" y="267"/>
                  </a:cubicBezTo>
                  <a:cubicBezTo>
                    <a:pt x="454" y="268"/>
                    <a:pt x="454" y="268"/>
                    <a:pt x="454" y="268"/>
                  </a:cubicBezTo>
                  <a:cubicBezTo>
                    <a:pt x="454" y="268"/>
                    <a:pt x="459" y="271"/>
                    <a:pt x="471" y="271"/>
                  </a:cubicBezTo>
                  <a:cubicBezTo>
                    <a:pt x="481" y="270"/>
                    <a:pt x="484" y="273"/>
                    <a:pt x="484" y="278"/>
                  </a:cubicBezTo>
                  <a:cubicBezTo>
                    <a:pt x="484" y="283"/>
                    <a:pt x="483" y="289"/>
                    <a:pt x="472" y="289"/>
                  </a:cubicBezTo>
                  <a:cubicBezTo>
                    <a:pt x="458" y="289"/>
                    <a:pt x="453" y="294"/>
                    <a:pt x="453" y="294"/>
                  </a:cubicBezTo>
                  <a:cubicBezTo>
                    <a:pt x="453" y="294"/>
                    <a:pt x="329" y="518"/>
                    <a:pt x="307" y="523"/>
                  </a:cubicBezTo>
                  <a:cubicBezTo>
                    <a:pt x="291" y="527"/>
                    <a:pt x="279" y="525"/>
                    <a:pt x="267" y="526"/>
                  </a:cubicBezTo>
                  <a:cubicBezTo>
                    <a:pt x="256" y="526"/>
                    <a:pt x="246" y="528"/>
                    <a:pt x="246" y="534"/>
                  </a:cubicBezTo>
                  <a:cubicBezTo>
                    <a:pt x="246" y="536"/>
                    <a:pt x="252" y="541"/>
                    <a:pt x="266" y="541"/>
                  </a:cubicBezTo>
                  <a:cubicBezTo>
                    <a:pt x="279" y="541"/>
                    <a:pt x="295" y="541"/>
                    <a:pt x="307" y="546"/>
                  </a:cubicBezTo>
                  <a:cubicBezTo>
                    <a:pt x="337" y="559"/>
                    <a:pt x="492" y="587"/>
                    <a:pt x="492" y="587"/>
                  </a:cubicBezTo>
                  <a:lnTo>
                    <a:pt x="178" y="58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2" name="Freeform 352">
              <a:extLst>
                <a:ext uri="{FF2B5EF4-FFF2-40B4-BE49-F238E27FC236}">
                  <a16:creationId xmlns:a16="http://schemas.microsoft.com/office/drawing/2014/main" id="{9890CA9B-85AE-44A1-A790-35A6DE440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093"/>
              <a:ext cx="471" cy="569"/>
            </a:xfrm>
            <a:custGeom>
              <a:avLst/>
              <a:gdLst>
                <a:gd name="T0" fmla="*/ 367 w 487"/>
                <a:gd name="T1" fmla="*/ 535 h 587"/>
                <a:gd name="T2" fmla="*/ 278 w 487"/>
                <a:gd name="T3" fmla="*/ 514 h 587"/>
                <a:gd name="T4" fmla="*/ 241 w 487"/>
                <a:gd name="T5" fmla="*/ 509 h 587"/>
                <a:gd name="T6" fmla="*/ 222 w 487"/>
                <a:gd name="T7" fmla="*/ 503 h 587"/>
                <a:gd name="T8" fmla="*/ 242 w 487"/>
                <a:gd name="T9" fmla="*/ 495 h 587"/>
                <a:gd name="T10" fmla="*/ 279 w 487"/>
                <a:gd name="T11" fmla="*/ 493 h 587"/>
                <a:gd name="T12" fmla="*/ 410 w 487"/>
                <a:gd name="T13" fmla="*/ 303 h 587"/>
                <a:gd name="T14" fmla="*/ 427 w 487"/>
                <a:gd name="T15" fmla="*/ 299 h 587"/>
                <a:gd name="T16" fmla="*/ 438 w 487"/>
                <a:gd name="T17" fmla="*/ 289 h 587"/>
                <a:gd name="T18" fmla="*/ 427 w 487"/>
                <a:gd name="T19" fmla="*/ 282 h 587"/>
                <a:gd name="T20" fmla="*/ 411 w 487"/>
                <a:gd name="T21" fmla="*/ 280 h 587"/>
                <a:gd name="T22" fmla="*/ 409 w 487"/>
                <a:gd name="T23" fmla="*/ 279 h 587"/>
                <a:gd name="T24" fmla="*/ 408 w 487"/>
                <a:gd name="T25" fmla="*/ 279 h 587"/>
                <a:gd name="T26" fmla="*/ 294 w 487"/>
                <a:gd name="T27" fmla="*/ 187 h 587"/>
                <a:gd name="T28" fmla="*/ 257 w 487"/>
                <a:gd name="T29" fmla="*/ 177 h 587"/>
                <a:gd name="T30" fmla="*/ 239 w 487"/>
                <a:gd name="T31" fmla="*/ 164 h 587"/>
                <a:gd name="T32" fmla="*/ 258 w 487"/>
                <a:gd name="T33" fmla="*/ 148 h 587"/>
                <a:gd name="T34" fmla="*/ 294 w 487"/>
                <a:gd name="T35" fmla="*/ 142 h 587"/>
                <a:gd name="T36" fmla="*/ 399 w 487"/>
                <a:gd name="T37" fmla="*/ 90 h 587"/>
                <a:gd name="T38" fmla="*/ 416 w 487"/>
                <a:gd name="T39" fmla="*/ 72 h 587"/>
                <a:gd name="T40" fmla="*/ 440 w 487"/>
                <a:gd name="T41" fmla="*/ 46 h 587"/>
                <a:gd name="T42" fmla="*/ 433 w 487"/>
                <a:gd name="T43" fmla="*/ 36 h 587"/>
                <a:gd name="T44" fmla="*/ 399 w 487"/>
                <a:gd name="T45" fmla="*/ 36 h 587"/>
                <a:gd name="T46" fmla="*/ 386 w 487"/>
                <a:gd name="T47" fmla="*/ 21 h 587"/>
                <a:gd name="T48" fmla="*/ 382 w 487"/>
                <a:gd name="T49" fmla="*/ 10 h 587"/>
                <a:gd name="T50" fmla="*/ 378 w 487"/>
                <a:gd name="T51" fmla="*/ 16 h 587"/>
                <a:gd name="T52" fmla="*/ 378 w 487"/>
                <a:gd name="T53" fmla="*/ 47 h 587"/>
                <a:gd name="T54" fmla="*/ 359 w 487"/>
                <a:gd name="T55" fmla="*/ 61 h 587"/>
                <a:gd name="T56" fmla="*/ 336 w 487"/>
                <a:gd name="T57" fmla="*/ 46 h 587"/>
                <a:gd name="T58" fmla="*/ 336 w 487"/>
                <a:gd name="T59" fmla="*/ 7 h 587"/>
                <a:gd name="T60" fmla="*/ 326 w 487"/>
                <a:gd name="T61" fmla="*/ 7 h 587"/>
                <a:gd name="T62" fmla="*/ 326 w 487"/>
                <a:gd name="T63" fmla="*/ 46 h 587"/>
                <a:gd name="T64" fmla="*/ 307 w 487"/>
                <a:gd name="T65" fmla="*/ 61 h 587"/>
                <a:gd name="T66" fmla="*/ 285 w 487"/>
                <a:gd name="T67" fmla="*/ 46 h 587"/>
                <a:gd name="T68" fmla="*/ 285 w 487"/>
                <a:gd name="T69" fmla="*/ 15 h 587"/>
                <a:gd name="T70" fmla="*/ 274 w 487"/>
                <a:gd name="T71" fmla="*/ 13 h 587"/>
                <a:gd name="T72" fmla="*/ 273 w 487"/>
                <a:gd name="T73" fmla="*/ 25 h 587"/>
                <a:gd name="T74" fmla="*/ 255 w 487"/>
                <a:gd name="T75" fmla="*/ 32 h 587"/>
                <a:gd name="T76" fmla="*/ 214 w 487"/>
                <a:gd name="T77" fmla="*/ 32 h 587"/>
                <a:gd name="T78" fmla="*/ 194 w 487"/>
                <a:gd name="T79" fmla="*/ 46 h 587"/>
                <a:gd name="T80" fmla="*/ 185 w 487"/>
                <a:gd name="T81" fmla="*/ 49 h 587"/>
                <a:gd name="T82" fmla="*/ 55 w 487"/>
                <a:gd name="T83" fmla="*/ 148 h 587"/>
                <a:gd name="T84" fmla="*/ 15 w 487"/>
                <a:gd name="T85" fmla="*/ 157 h 587"/>
                <a:gd name="T86" fmla="*/ 0 w 487"/>
                <a:gd name="T87" fmla="*/ 164 h 587"/>
                <a:gd name="T88" fmla="*/ 15 w 487"/>
                <a:gd name="T89" fmla="*/ 170 h 587"/>
                <a:gd name="T90" fmla="*/ 49 w 487"/>
                <a:gd name="T91" fmla="*/ 181 h 587"/>
                <a:gd name="T92" fmla="*/ 157 w 487"/>
                <a:gd name="T93" fmla="*/ 231 h 587"/>
                <a:gd name="T94" fmla="*/ 159 w 487"/>
                <a:gd name="T95" fmla="*/ 232 h 587"/>
                <a:gd name="T96" fmla="*/ 182 w 487"/>
                <a:gd name="T97" fmla="*/ 250 h 587"/>
                <a:gd name="T98" fmla="*/ 207 w 487"/>
                <a:gd name="T99" fmla="*/ 275 h 587"/>
                <a:gd name="T100" fmla="*/ 200 w 487"/>
                <a:gd name="T101" fmla="*/ 286 h 587"/>
                <a:gd name="T102" fmla="*/ 200 w 487"/>
                <a:gd name="T103" fmla="*/ 299 h 587"/>
                <a:gd name="T104" fmla="*/ 207 w 487"/>
                <a:gd name="T105" fmla="*/ 310 h 587"/>
                <a:gd name="T106" fmla="*/ 60 w 487"/>
                <a:gd name="T107" fmla="*/ 495 h 587"/>
                <a:gd name="T108" fmla="*/ 19 w 487"/>
                <a:gd name="T109" fmla="*/ 499 h 587"/>
                <a:gd name="T110" fmla="*/ 6 w 487"/>
                <a:gd name="T111" fmla="*/ 503 h 587"/>
                <a:gd name="T112" fmla="*/ 20 w 487"/>
                <a:gd name="T113" fmla="*/ 506 h 587"/>
                <a:gd name="T114" fmla="*/ 55 w 487"/>
                <a:gd name="T115" fmla="*/ 511 h 587"/>
                <a:gd name="T116" fmla="*/ 162 w 487"/>
                <a:gd name="T117" fmla="*/ 535 h 587"/>
                <a:gd name="T118" fmla="*/ 367 w 487"/>
                <a:gd name="T119" fmla="*/ 535 h 5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87" h="587">
                  <a:moveTo>
                    <a:pt x="405" y="587"/>
                  </a:moveTo>
                  <a:cubicBezTo>
                    <a:pt x="405" y="587"/>
                    <a:pt x="337" y="577"/>
                    <a:pt x="307" y="564"/>
                  </a:cubicBezTo>
                  <a:cubicBezTo>
                    <a:pt x="295" y="559"/>
                    <a:pt x="280" y="559"/>
                    <a:pt x="266" y="559"/>
                  </a:cubicBezTo>
                  <a:cubicBezTo>
                    <a:pt x="253" y="559"/>
                    <a:pt x="246" y="554"/>
                    <a:pt x="246" y="552"/>
                  </a:cubicBezTo>
                  <a:cubicBezTo>
                    <a:pt x="247" y="547"/>
                    <a:pt x="256" y="545"/>
                    <a:pt x="268" y="544"/>
                  </a:cubicBezTo>
                  <a:cubicBezTo>
                    <a:pt x="279" y="544"/>
                    <a:pt x="292" y="545"/>
                    <a:pt x="308" y="542"/>
                  </a:cubicBezTo>
                  <a:cubicBezTo>
                    <a:pt x="329" y="537"/>
                    <a:pt x="453" y="333"/>
                    <a:pt x="453" y="333"/>
                  </a:cubicBezTo>
                  <a:cubicBezTo>
                    <a:pt x="453" y="333"/>
                    <a:pt x="458" y="328"/>
                    <a:pt x="473" y="328"/>
                  </a:cubicBezTo>
                  <a:cubicBezTo>
                    <a:pt x="483" y="328"/>
                    <a:pt x="484" y="322"/>
                    <a:pt x="484" y="317"/>
                  </a:cubicBezTo>
                  <a:cubicBezTo>
                    <a:pt x="484" y="312"/>
                    <a:pt x="481" y="309"/>
                    <a:pt x="472" y="310"/>
                  </a:cubicBezTo>
                  <a:cubicBezTo>
                    <a:pt x="459" y="310"/>
                    <a:pt x="454" y="307"/>
                    <a:pt x="454" y="307"/>
                  </a:cubicBezTo>
                  <a:cubicBezTo>
                    <a:pt x="452" y="306"/>
                    <a:pt x="452" y="306"/>
                    <a:pt x="452" y="306"/>
                  </a:cubicBezTo>
                  <a:cubicBezTo>
                    <a:pt x="451" y="306"/>
                    <a:pt x="451" y="306"/>
                    <a:pt x="451" y="306"/>
                  </a:cubicBezTo>
                  <a:cubicBezTo>
                    <a:pt x="451" y="306"/>
                    <a:pt x="354" y="232"/>
                    <a:pt x="325" y="205"/>
                  </a:cubicBezTo>
                  <a:cubicBezTo>
                    <a:pt x="312" y="194"/>
                    <a:pt x="297" y="195"/>
                    <a:pt x="284" y="195"/>
                  </a:cubicBezTo>
                  <a:cubicBezTo>
                    <a:pt x="270" y="195"/>
                    <a:pt x="264" y="184"/>
                    <a:pt x="264" y="179"/>
                  </a:cubicBezTo>
                  <a:cubicBezTo>
                    <a:pt x="264" y="168"/>
                    <a:pt x="274" y="164"/>
                    <a:pt x="285" y="163"/>
                  </a:cubicBezTo>
                  <a:cubicBezTo>
                    <a:pt x="296" y="162"/>
                    <a:pt x="309" y="165"/>
                    <a:pt x="325" y="157"/>
                  </a:cubicBezTo>
                  <a:cubicBezTo>
                    <a:pt x="346" y="147"/>
                    <a:pt x="442" y="99"/>
                    <a:pt x="442" y="99"/>
                  </a:cubicBezTo>
                  <a:cubicBezTo>
                    <a:pt x="442" y="99"/>
                    <a:pt x="461" y="92"/>
                    <a:pt x="460" y="78"/>
                  </a:cubicBezTo>
                  <a:cubicBezTo>
                    <a:pt x="459" y="65"/>
                    <a:pt x="487" y="56"/>
                    <a:pt x="486" y="51"/>
                  </a:cubicBezTo>
                  <a:cubicBezTo>
                    <a:pt x="486" y="51"/>
                    <a:pt x="487" y="44"/>
                    <a:pt x="479" y="39"/>
                  </a:cubicBezTo>
                  <a:cubicBezTo>
                    <a:pt x="442" y="39"/>
                    <a:pt x="442" y="39"/>
                    <a:pt x="442" y="39"/>
                  </a:cubicBezTo>
                  <a:cubicBezTo>
                    <a:pt x="442" y="39"/>
                    <a:pt x="427" y="39"/>
                    <a:pt x="427" y="24"/>
                  </a:cubicBezTo>
                  <a:cubicBezTo>
                    <a:pt x="427" y="9"/>
                    <a:pt x="422" y="10"/>
                    <a:pt x="422" y="10"/>
                  </a:cubicBezTo>
                  <a:cubicBezTo>
                    <a:pt x="422" y="10"/>
                    <a:pt x="418" y="10"/>
                    <a:pt x="418" y="18"/>
                  </a:cubicBezTo>
                  <a:cubicBezTo>
                    <a:pt x="418" y="27"/>
                    <a:pt x="418" y="52"/>
                    <a:pt x="418" y="52"/>
                  </a:cubicBezTo>
                  <a:cubicBezTo>
                    <a:pt x="418" y="52"/>
                    <a:pt x="420" y="67"/>
                    <a:pt x="397" y="67"/>
                  </a:cubicBezTo>
                  <a:cubicBezTo>
                    <a:pt x="370" y="67"/>
                    <a:pt x="371" y="51"/>
                    <a:pt x="371" y="51"/>
                  </a:cubicBezTo>
                  <a:cubicBezTo>
                    <a:pt x="371" y="7"/>
                    <a:pt x="371" y="7"/>
                    <a:pt x="371" y="7"/>
                  </a:cubicBezTo>
                  <a:cubicBezTo>
                    <a:pt x="371" y="7"/>
                    <a:pt x="365" y="0"/>
                    <a:pt x="360" y="7"/>
                  </a:cubicBezTo>
                  <a:cubicBezTo>
                    <a:pt x="360" y="51"/>
                    <a:pt x="360" y="51"/>
                    <a:pt x="360" y="51"/>
                  </a:cubicBezTo>
                  <a:cubicBezTo>
                    <a:pt x="360" y="51"/>
                    <a:pt x="362" y="67"/>
                    <a:pt x="339" y="67"/>
                  </a:cubicBezTo>
                  <a:cubicBezTo>
                    <a:pt x="316" y="67"/>
                    <a:pt x="315" y="51"/>
                    <a:pt x="315" y="51"/>
                  </a:cubicBezTo>
                  <a:cubicBezTo>
                    <a:pt x="315" y="15"/>
                    <a:pt x="315" y="15"/>
                    <a:pt x="315" y="15"/>
                  </a:cubicBezTo>
                  <a:cubicBezTo>
                    <a:pt x="315" y="15"/>
                    <a:pt x="311" y="9"/>
                    <a:pt x="303" y="13"/>
                  </a:cubicBezTo>
                  <a:cubicBezTo>
                    <a:pt x="302" y="28"/>
                    <a:pt x="302" y="28"/>
                    <a:pt x="302" y="28"/>
                  </a:cubicBezTo>
                  <a:cubicBezTo>
                    <a:pt x="302" y="28"/>
                    <a:pt x="300" y="35"/>
                    <a:pt x="282" y="35"/>
                  </a:cubicBezTo>
                  <a:cubicBezTo>
                    <a:pt x="264" y="35"/>
                    <a:pt x="237" y="35"/>
                    <a:pt x="237" y="35"/>
                  </a:cubicBezTo>
                  <a:cubicBezTo>
                    <a:pt x="237" y="35"/>
                    <a:pt x="238" y="46"/>
                    <a:pt x="215" y="50"/>
                  </a:cubicBezTo>
                  <a:cubicBezTo>
                    <a:pt x="206" y="51"/>
                    <a:pt x="204" y="55"/>
                    <a:pt x="204" y="55"/>
                  </a:cubicBezTo>
                  <a:cubicBezTo>
                    <a:pt x="204" y="55"/>
                    <a:pt x="80" y="151"/>
                    <a:pt x="61" y="163"/>
                  </a:cubicBezTo>
                  <a:cubicBezTo>
                    <a:pt x="41" y="175"/>
                    <a:pt x="28" y="171"/>
                    <a:pt x="17" y="172"/>
                  </a:cubicBezTo>
                  <a:cubicBezTo>
                    <a:pt x="6" y="173"/>
                    <a:pt x="0" y="172"/>
                    <a:pt x="0" y="179"/>
                  </a:cubicBezTo>
                  <a:cubicBezTo>
                    <a:pt x="0" y="185"/>
                    <a:pt x="4" y="187"/>
                    <a:pt x="18" y="187"/>
                  </a:cubicBezTo>
                  <a:cubicBezTo>
                    <a:pt x="31" y="187"/>
                    <a:pt x="43" y="188"/>
                    <a:pt x="55" y="199"/>
                  </a:cubicBezTo>
                  <a:cubicBezTo>
                    <a:pt x="85" y="225"/>
                    <a:pt x="174" y="254"/>
                    <a:pt x="174" y="254"/>
                  </a:cubicBezTo>
                  <a:cubicBezTo>
                    <a:pt x="176" y="255"/>
                    <a:pt x="176" y="255"/>
                    <a:pt x="176" y="255"/>
                  </a:cubicBezTo>
                  <a:cubicBezTo>
                    <a:pt x="198" y="260"/>
                    <a:pt x="201" y="274"/>
                    <a:pt x="201" y="274"/>
                  </a:cubicBezTo>
                  <a:cubicBezTo>
                    <a:pt x="202" y="290"/>
                    <a:pt x="229" y="290"/>
                    <a:pt x="228" y="302"/>
                  </a:cubicBezTo>
                  <a:cubicBezTo>
                    <a:pt x="228" y="302"/>
                    <a:pt x="229" y="310"/>
                    <a:pt x="221" y="314"/>
                  </a:cubicBezTo>
                  <a:cubicBezTo>
                    <a:pt x="215" y="318"/>
                    <a:pt x="216" y="325"/>
                    <a:pt x="221" y="328"/>
                  </a:cubicBezTo>
                  <a:cubicBezTo>
                    <a:pt x="229" y="332"/>
                    <a:pt x="228" y="340"/>
                    <a:pt x="228" y="340"/>
                  </a:cubicBezTo>
                  <a:cubicBezTo>
                    <a:pt x="229" y="352"/>
                    <a:pt x="86" y="539"/>
                    <a:pt x="66" y="544"/>
                  </a:cubicBezTo>
                  <a:cubicBezTo>
                    <a:pt x="47" y="550"/>
                    <a:pt x="34" y="548"/>
                    <a:pt x="22" y="548"/>
                  </a:cubicBezTo>
                  <a:cubicBezTo>
                    <a:pt x="11" y="549"/>
                    <a:pt x="6" y="548"/>
                    <a:pt x="6" y="552"/>
                  </a:cubicBezTo>
                  <a:cubicBezTo>
                    <a:pt x="6" y="554"/>
                    <a:pt x="10" y="555"/>
                    <a:pt x="23" y="555"/>
                  </a:cubicBezTo>
                  <a:cubicBezTo>
                    <a:pt x="37" y="555"/>
                    <a:pt x="48" y="556"/>
                    <a:pt x="61" y="561"/>
                  </a:cubicBezTo>
                  <a:cubicBezTo>
                    <a:pt x="90" y="574"/>
                    <a:pt x="180" y="587"/>
                    <a:pt x="180" y="587"/>
                  </a:cubicBezTo>
                  <a:lnTo>
                    <a:pt x="405" y="58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3" name="Freeform 353">
              <a:extLst>
                <a:ext uri="{FF2B5EF4-FFF2-40B4-BE49-F238E27FC236}">
                  <a16:creationId xmlns:a16="http://schemas.microsoft.com/office/drawing/2014/main" id="{CF45EB08-0B46-46C6-B3B3-E2ABCDB6A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27"/>
              <a:ext cx="2092" cy="840"/>
            </a:xfrm>
            <a:custGeom>
              <a:avLst/>
              <a:gdLst>
                <a:gd name="T0" fmla="*/ 56 w 2163"/>
                <a:gd name="T1" fmla="*/ 64 h 866"/>
                <a:gd name="T2" fmla="*/ 56 w 2163"/>
                <a:gd name="T3" fmla="*/ 393 h 866"/>
                <a:gd name="T4" fmla="*/ 173 w 2163"/>
                <a:gd name="T5" fmla="*/ 492 h 866"/>
                <a:gd name="T6" fmla="*/ 207 w 2163"/>
                <a:gd name="T7" fmla="*/ 561 h 866"/>
                <a:gd name="T8" fmla="*/ 172 w 2163"/>
                <a:gd name="T9" fmla="*/ 790 h 866"/>
                <a:gd name="T10" fmla="*/ 269 w 2163"/>
                <a:gd name="T11" fmla="*/ 750 h 866"/>
                <a:gd name="T12" fmla="*/ 527 w 2163"/>
                <a:gd name="T13" fmla="*/ 539 h 866"/>
                <a:gd name="T14" fmla="*/ 579 w 2163"/>
                <a:gd name="T15" fmla="*/ 520 h 866"/>
                <a:gd name="T16" fmla="*/ 635 w 2163"/>
                <a:gd name="T17" fmla="*/ 523 h 866"/>
                <a:gd name="T18" fmla="*/ 511 w 2163"/>
                <a:gd name="T19" fmla="*/ 746 h 866"/>
                <a:gd name="T20" fmla="*/ 898 w 2163"/>
                <a:gd name="T21" fmla="*/ 786 h 866"/>
                <a:gd name="T22" fmla="*/ 924 w 2163"/>
                <a:gd name="T23" fmla="*/ 563 h 866"/>
                <a:gd name="T24" fmla="*/ 1025 w 2163"/>
                <a:gd name="T25" fmla="*/ 527 h 866"/>
                <a:gd name="T26" fmla="*/ 1075 w 2163"/>
                <a:gd name="T27" fmla="*/ 561 h 866"/>
                <a:gd name="T28" fmla="*/ 1140 w 2163"/>
                <a:gd name="T29" fmla="*/ 548 h 866"/>
                <a:gd name="T30" fmla="*/ 996 w 2163"/>
                <a:gd name="T31" fmla="*/ 760 h 866"/>
                <a:gd name="T32" fmla="*/ 1239 w 2163"/>
                <a:gd name="T33" fmla="*/ 757 h 866"/>
                <a:gd name="T34" fmla="*/ 1437 w 2163"/>
                <a:gd name="T35" fmla="*/ 546 h 866"/>
                <a:gd name="T36" fmla="*/ 1529 w 2163"/>
                <a:gd name="T37" fmla="*/ 574 h 866"/>
                <a:gd name="T38" fmla="*/ 1601 w 2163"/>
                <a:gd name="T39" fmla="*/ 561 h 866"/>
                <a:gd name="T40" fmla="*/ 1663 w 2163"/>
                <a:gd name="T41" fmla="*/ 560 h 866"/>
                <a:gd name="T42" fmla="*/ 1633 w 2163"/>
                <a:gd name="T43" fmla="*/ 790 h 866"/>
                <a:gd name="T44" fmla="*/ 1724 w 2163"/>
                <a:gd name="T45" fmla="*/ 734 h 866"/>
                <a:gd name="T46" fmla="*/ 1900 w 2163"/>
                <a:gd name="T47" fmla="*/ 486 h 866"/>
                <a:gd name="T48" fmla="*/ 1741 w 2163"/>
                <a:gd name="T49" fmla="*/ 407 h 866"/>
                <a:gd name="T50" fmla="*/ 1921 w 2163"/>
                <a:gd name="T51" fmla="*/ 273 h 866"/>
                <a:gd name="T52" fmla="*/ 1777 w 2163"/>
                <a:gd name="T53" fmla="*/ 40 h 866"/>
                <a:gd name="T54" fmla="*/ 1458 w 2163"/>
                <a:gd name="T55" fmla="*/ 50 h 866"/>
                <a:gd name="T56" fmla="*/ 1662 w 2163"/>
                <a:gd name="T57" fmla="*/ 286 h 866"/>
                <a:gd name="T58" fmla="*/ 1512 w 2163"/>
                <a:gd name="T59" fmla="*/ 437 h 866"/>
                <a:gd name="T60" fmla="*/ 1626 w 2163"/>
                <a:gd name="T61" fmla="*/ 536 h 866"/>
                <a:gd name="T62" fmla="*/ 1580 w 2163"/>
                <a:gd name="T63" fmla="*/ 563 h 866"/>
                <a:gd name="T64" fmla="*/ 1527 w 2163"/>
                <a:gd name="T65" fmla="*/ 563 h 866"/>
                <a:gd name="T66" fmla="*/ 1438 w 2163"/>
                <a:gd name="T67" fmla="*/ 533 h 866"/>
                <a:gd name="T68" fmla="*/ 1241 w 2163"/>
                <a:gd name="T69" fmla="*/ 413 h 866"/>
                <a:gd name="T70" fmla="*/ 1436 w 2163"/>
                <a:gd name="T71" fmla="*/ 286 h 866"/>
                <a:gd name="T72" fmla="*/ 1258 w 2163"/>
                <a:gd name="T73" fmla="*/ 47 h 866"/>
                <a:gd name="T74" fmla="*/ 991 w 2163"/>
                <a:gd name="T75" fmla="*/ 42 h 866"/>
                <a:gd name="T76" fmla="*/ 1189 w 2163"/>
                <a:gd name="T77" fmla="*/ 275 h 866"/>
                <a:gd name="T78" fmla="*/ 991 w 2163"/>
                <a:gd name="T79" fmla="*/ 428 h 866"/>
                <a:gd name="T80" fmla="*/ 1180 w 2163"/>
                <a:gd name="T81" fmla="*/ 526 h 866"/>
                <a:gd name="T82" fmla="*/ 1104 w 2163"/>
                <a:gd name="T83" fmla="*/ 519 h 866"/>
                <a:gd name="T84" fmla="*/ 1051 w 2163"/>
                <a:gd name="T85" fmla="*/ 519 h 866"/>
                <a:gd name="T86" fmla="*/ 1003 w 2163"/>
                <a:gd name="T87" fmla="*/ 519 h 866"/>
                <a:gd name="T88" fmla="*/ 919 w 2163"/>
                <a:gd name="T89" fmla="*/ 517 h 866"/>
                <a:gd name="T90" fmla="*/ 919 w 2163"/>
                <a:gd name="T91" fmla="*/ 343 h 866"/>
                <a:gd name="T92" fmla="*/ 811 w 2163"/>
                <a:gd name="T93" fmla="*/ 61 h 866"/>
                <a:gd name="T94" fmla="*/ 916 w 2163"/>
                <a:gd name="T95" fmla="*/ 1 h 866"/>
                <a:gd name="T96" fmla="*/ 543 w 2163"/>
                <a:gd name="T97" fmla="*/ 64 h 866"/>
                <a:gd name="T98" fmla="*/ 542 w 2163"/>
                <a:gd name="T99" fmla="*/ 393 h 866"/>
                <a:gd name="T100" fmla="*/ 660 w 2163"/>
                <a:gd name="T101" fmla="*/ 492 h 866"/>
                <a:gd name="T102" fmla="*/ 654 w 2163"/>
                <a:gd name="T103" fmla="*/ 532 h 866"/>
                <a:gd name="T104" fmla="*/ 604 w 2163"/>
                <a:gd name="T105" fmla="*/ 558 h 866"/>
                <a:gd name="T106" fmla="*/ 553 w 2163"/>
                <a:gd name="T107" fmla="*/ 559 h 866"/>
                <a:gd name="T108" fmla="*/ 444 w 2163"/>
                <a:gd name="T109" fmla="*/ 522 h 866"/>
                <a:gd name="T110" fmla="*/ 269 w 2163"/>
                <a:gd name="T111" fmla="*/ 413 h 866"/>
                <a:gd name="T112" fmla="*/ 463 w 2163"/>
                <a:gd name="T113" fmla="*/ 286 h 866"/>
                <a:gd name="T114" fmla="*/ 286 w 2163"/>
                <a:gd name="T115" fmla="*/ 47 h 8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63" h="866">
                  <a:moveTo>
                    <a:pt x="194" y="0"/>
                  </a:moveTo>
                  <a:cubicBezTo>
                    <a:pt x="194" y="0"/>
                    <a:pt x="94" y="23"/>
                    <a:pt x="55" y="44"/>
                  </a:cubicBezTo>
                  <a:cubicBezTo>
                    <a:pt x="50" y="46"/>
                    <a:pt x="35" y="45"/>
                    <a:pt x="21" y="45"/>
                  </a:cubicBezTo>
                  <a:cubicBezTo>
                    <a:pt x="8" y="45"/>
                    <a:pt x="1" y="53"/>
                    <a:pt x="1" y="56"/>
                  </a:cubicBezTo>
                  <a:cubicBezTo>
                    <a:pt x="1" y="61"/>
                    <a:pt x="7" y="66"/>
                    <a:pt x="18" y="67"/>
                  </a:cubicBezTo>
                  <a:cubicBezTo>
                    <a:pt x="30" y="67"/>
                    <a:pt x="48" y="65"/>
                    <a:pt x="62" y="70"/>
                  </a:cubicBezTo>
                  <a:cubicBezTo>
                    <a:pt x="84" y="76"/>
                    <a:pt x="208" y="292"/>
                    <a:pt x="208" y="292"/>
                  </a:cubicBezTo>
                  <a:cubicBezTo>
                    <a:pt x="208" y="292"/>
                    <a:pt x="214" y="295"/>
                    <a:pt x="226" y="295"/>
                  </a:cubicBezTo>
                  <a:cubicBezTo>
                    <a:pt x="235" y="294"/>
                    <a:pt x="238" y="297"/>
                    <a:pt x="238" y="302"/>
                  </a:cubicBezTo>
                  <a:cubicBezTo>
                    <a:pt x="238" y="307"/>
                    <a:pt x="237" y="313"/>
                    <a:pt x="227" y="313"/>
                  </a:cubicBezTo>
                  <a:cubicBezTo>
                    <a:pt x="212" y="313"/>
                    <a:pt x="207" y="318"/>
                    <a:pt x="207" y="318"/>
                  </a:cubicBezTo>
                  <a:cubicBezTo>
                    <a:pt x="207" y="318"/>
                    <a:pt x="83" y="421"/>
                    <a:pt x="62" y="431"/>
                  </a:cubicBezTo>
                  <a:cubicBezTo>
                    <a:pt x="46" y="439"/>
                    <a:pt x="33" y="436"/>
                    <a:pt x="22" y="437"/>
                  </a:cubicBezTo>
                  <a:cubicBezTo>
                    <a:pt x="11" y="438"/>
                    <a:pt x="1" y="442"/>
                    <a:pt x="0" y="453"/>
                  </a:cubicBezTo>
                  <a:cubicBezTo>
                    <a:pt x="0" y="458"/>
                    <a:pt x="7" y="469"/>
                    <a:pt x="20" y="469"/>
                  </a:cubicBezTo>
                  <a:cubicBezTo>
                    <a:pt x="34" y="469"/>
                    <a:pt x="49" y="468"/>
                    <a:pt x="61" y="479"/>
                  </a:cubicBezTo>
                  <a:cubicBezTo>
                    <a:pt x="91" y="506"/>
                    <a:pt x="190" y="538"/>
                    <a:pt x="190" y="538"/>
                  </a:cubicBezTo>
                  <a:cubicBezTo>
                    <a:pt x="191" y="539"/>
                    <a:pt x="191" y="539"/>
                    <a:pt x="191" y="539"/>
                  </a:cubicBezTo>
                  <a:cubicBezTo>
                    <a:pt x="192" y="539"/>
                    <a:pt x="192" y="539"/>
                    <a:pt x="192" y="539"/>
                  </a:cubicBezTo>
                  <a:cubicBezTo>
                    <a:pt x="200" y="541"/>
                    <a:pt x="202" y="549"/>
                    <a:pt x="202" y="549"/>
                  </a:cubicBezTo>
                  <a:cubicBezTo>
                    <a:pt x="207" y="564"/>
                    <a:pt x="229" y="569"/>
                    <a:pt x="229" y="576"/>
                  </a:cubicBezTo>
                  <a:cubicBezTo>
                    <a:pt x="229" y="576"/>
                    <a:pt x="230" y="584"/>
                    <a:pt x="221" y="588"/>
                  </a:cubicBezTo>
                  <a:cubicBezTo>
                    <a:pt x="221" y="588"/>
                    <a:pt x="212" y="595"/>
                    <a:pt x="221" y="602"/>
                  </a:cubicBezTo>
                  <a:cubicBezTo>
                    <a:pt x="229" y="607"/>
                    <a:pt x="229" y="614"/>
                    <a:pt x="229" y="614"/>
                  </a:cubicBezTo>
                  <a:cubicBezTo>
                    <a:pt x="229" y="619"/>
                    <a:pt x="88" y="811"/>
                    <a:pt x="67" y="816"/>
                  </a:cubicBezTo>
                  <a:cubicBezTo>
                    <a:pt x="51" y="819"/>
                    <a:pt x="38" y="818"/>
                    <a:pt x="27" y="818"/>
                  </a:cubicBezTo>
                  <a:cubicBezTo>
                    <a:pt x="16" y="819"/>
                    <a:pt x="6" y="821"/>
                    <a:pt x="6" y="826"/>
                  </a:cubicBezTo>
                  <a:cubicBezTo>
                    <a:pt x="6" y="828"/>
                    <a:pt x="12" y="833"/>
                    <a:pt x="26" y="833"/>
                  </a:cubicBezTo>
                  <a:cubicBezTo>
                    <a:pt x="39" y="833"/>
                    <a:pt x="55" y="833"/>
                    <a:pt x="67" y="838"/>
                  </a:cubicBezTo>
                  <a:cubicBezTo>
                    <a:pt x="97" y="851"/>
                    <a:pt x="190" y="865"/>
                    <a:pt x="190" y="865"/>
                  </a:cubicBezTo>
                  <a:cubicBezTo>
                    <a:pt x="459" y="865"/>
                    <a:pt x="459" y="865"/>
                    <a:pt x="459" y="865"/>
                  </a:cubicBezTo>
                  <a:cubicBezTo>
                    <a:pt x="476" y="865"/>
                    <a:pt x="454" y="861"/>
                    <a:pt x="454" y="861"/>
                  </a:cubicBezTo>
                  <a:cubicBezTo>
                    <a:pt x="454" y="861"/>
                    <a:pt x="365" y="848"/>
                    <a:pt x="335" y="835"/>
                  </a:cubicBezTo>
                  <a:cubicBezTo>
                    <a:pt x="323" y="830"/>
                    <a:pt x="311" y="830"/>
                    <a:pt x="298" y="830"/>
                  </a:cubicBezTo>
                  <a:cubicBezTo>
                    <a:pt x="284" y="830"/>
                    <a:pt x="280" y="828"/>
                    <a:pt x="280" y="826"/>
                  </a:cubicBezTo>
                  <a:cubicBezTo>
                    <a:pt x="280" y="822"/>
                    <a:pt x="286" y="823"/>
                    <a:pt x="297" y="822"/>
                  </a:cubicBezTo>
                  <a:cubicBezTo>
                    <a:pt x="308" y="822"/>
                    <a:pt x="321" y="824"/>
                    <a:pt x="341" y="818"/>
                  </a:cubicBezTo>
                  <a:cubicBezTo>
                    <a:pt x="360" y="813"/>
                    <a:pt x="483" y="618"/>
                    <a:pt x="483" y="618"/>
                  </a:cubicBezTo>
                  <a:cubicBezTo>
                    <a:pt x="483" y="618"/>
                    <a:pt x="486" y="614"/>
                    <a:pt x="495" y="613"/>
                  </a:cubicBezTo>
                  <a:cubicBezTo>
                    <a:pt x="518" y="609"/>
                    <a:pt x="517" y="598"/>
                    <a:pt x="517" y="598"/>
                  </a:cubicBezTo>
                  <a:cubicBezTo>
                    <a:pt x="517" y="598"/>
                    <a:pt x="544" y="598"/>
                    <a:pt x="562" y="598"/>
                  </a:cubicBezTo>
                  <a:cubicBezTo>
                    <a:pt x="580" y="598"/>
                    <a:pt x="582" y="591"/>
                    <a:pt x="582" y="591"/>
                  </a:cubicBezTo>
                  <a:cubicBezTo>
                    <a:pt x="583" y="576"/>
                    <a:pt x="583" y="576"/>
                    <a:pt x="583" y="576"/>
                  </a:cubicBezTo>
                  <a:cubicBezTo>
                    <a:pt x="591" y="572"/>
                    <a:pt x="595" y="578"/>
                    <a:pt x="595" y="578"/>
                  </a:cubicBezTo>
                  <a:cubicBezTo>
                    <a:pt x="595" y="614"/>
                    <a:pt x="595" y="614"/>
                    <a:pt x="595" y="614"/>
                  </a:cubicBezTo>
                  <a:cubicBezTo>
                    <a:pt x="595" y="614"/>
                    <a:pt x="596" y="630"/>
                    <a:pt x="619" y="630"/>
                  </a:cubicBezTo>
                  <a:cubicBezTo>
                    <a:pt x="642" y="630"/>
                    <a:pt x="640" y="614"/>
                    <a:pt x="640" y="614"/>
                  </a:cubicBezTo>
                  <a:cubicBezTo>
                    <a:pt x="640" y="570"/>
                    <a:pt x="640" y="570"/>
                    <a:pt x="640" y="570"/>
                  </a:cubicBezTo>
                  <a:cubicBezTo>
                    <a:pt x="645" y="563"/>
                    <a:pt x="651" y="570"/>
                    <a:pt x="651" y="570"/>
                  </a:cubicBezTo>
                  <a:cubicBezTo>
                    <a:pt x="651" y="614"/>
                    <a:pt x="651" y="614"/>
                    <a:pt x="651" y="614"/>
                  </a:cubicBezTo>
                  <a:cubicBezTo>
                    <a:pt x="651" y="614"/>
                    <a:pt x="650" y="630"/>
                    <a:pt x="677" y="630"/>
                  </a:cubicBezTo>
                  <a:cubicBezTo>
                    <a:pt x="700" y="630"/>
                    <a:pt x="698" y="615"/>
                    <a:pt x="698" y="615"/>
                  </a:cubicBezTo>
                  <a:cubicBezTo>
                    <a:pt x="698" y="615"/>
                    <a:pt x="698" y="590"/>
                    <a:pt x="698" y="581"/>
                  </a:cubicBezTo>
                  <a:cubicBezTo>
                    <a:pt x="698" y="573"/>
                    <a:pt x="702" y="573"/>
                    <a:pt x="702" y="573"/>
                  </a:cubicBezTo>
                  <a:cubicBezTo>
                    <a:pt x="702" y="573"/>
                    <a:pt x="707" y="572"/>
                    <a:pt x="707" y="587"/>
                  </a:cubicBezTo>
                  <a:cubicBezTo>
                    <a:pt x="707" y="602"/>
                    <a:pt x="722" y="602"/>
                    <a:pt x="722" y="602"/>
                  </a:cubicBezTo>
                  <a:cubicBezTo>
                    <a:pt x="759" y="602"/>
                    <a:pt x="759" y="602"/>
                    <a:pt x="759" y="602"/>
                  </a:cubicBezTo>
                  <a:cubicBezTo>
                    <a:pt x="767" y="607"/>
                    <a:pt x="766" y="614"/>
                    <a:pt x="766" y="614"/>
                  </a:cubicBezTo>
                  <a:cubicBezTo>
                    <a:pt x="767" y="619"/>
                    <a:pt x="626" y="811"/>
                    <a:pt x="605" y="816"/>
                  </a:cubicBezTo>
                  <a:cubicBezTo>
                    <a:pt x="589" y="819"/>
                    <a:pt x="576" y="818"/>
                    <a:pt x="565" y="818"/>
                  </a:cubicBezTo>
                  <a:cubicBezTo>
                    <a:pt x="554" y="819"/>
                    <a:pt x="544" y="821"/>
                    <a:pt x="544" y="826"/>
                  </a:cubicBezTo>
                  <a:cubicBezTo>
                    <a:pt x="543" y="828"/>
                    <a:pt x="550" y="833"/>
                    <a:pt x="563" y="833"/>
                  </a:cubicBezTo>
                  <a:cubicBezTo>
                    <a:pt x="577" y="833"/>
                    <a:pt x="592" y="833"/>
                    <a:pt x="605" y="838"/>
                  </a:cubicBezTo>
                  <a:cubicBezTo>
                    <a:pt x="634" y="851"/>
                    <a:pt x="730" y="865"/>
                    <a:pt x="730" y="865"/>
                  </a:cubicBezTo>
                  <a:cubicBezTo>
                    <a:pt x="730" y="865"/>
                    <a:pt x="980" y="866"/>
                    <a:pt x="994" y="865"/>
                  </a:cubicBezTo>
                  <a:cubicBezTo>
                    <a:pt x="1014" y="865"/>
                    <a:pt x="992" y="861"/>
                    <a:pt x="992" y="861"/>
                  </a:cubicBezTo>
                  <a:cubicBezTo>
                    <a:pt x="992" y="861"/>
                    <a:pt x="902" y="847"/>
                    <a:pt x="873" y="835"/>
                  </a:cubicBezTo>
                  <a:cubicBezTo>
                    <a:pt x="861" y="830"/>
                    <a:pt x="849" y="829"/>
                    <a:pt x="836" y="829"/>
                  </a:cubicBezTo>
                  <a:cubicBezTo>
                    <a:pt x="822" y="829"/>
                    <a:pt x="818" y="828"/>
                    <a:pt x="818" y="826"/>
                  </a:cubicBezTo>
                  <a:cubicBezTo>
                    <a:pt x="818" y="822"/>
                    <a:pt x="823" y="823"/>
                    <a:pt x="835" y="822"/>
                  </a:cubicBezTo>
                  <a:cubicBezTo>
                    <a:pt x="846" y="822"/>
                    <a:pt x="859" y="824"/>
                    <a:pt x="878" y="818"/>
                  </a:cubicBezTo>
                  <a:cubicBezTo>
                    <a:pt x="898" y="812"/>
                    <a:pt x="1021" y="617"/>
                    <a:pt x="1021" y="617"/>
                  </a:cubicBezTo>
                  <a:cubicBezTo>
                    <a:pt x="1021" y="617"/>
                    <a:pt x="1024" y="614"/>
                    <a:pt x="1032" y="612"/>
                  </a:cubicBezTo>
                  <a:cubicBezTo>
                    <a:pt x="1056" y="608"/>
                    <a:pt x="1055" y="598"/>
                    <a:pt x="1055" y="598"/>
                  </a:cubicBezTo>
                  <a:cubicBezTo>
                    <a:pt x="1055" y="598"/>
                    <a:pt x="1082" y="598"/>
                    <a:pt x="1100" y="598"/>
                  </a:cubicBezTo>
                  <a:cubicBezTo>
                    <a:pt x="1118" y="598"/>
                    <a:pt x="1119" y="590"/>
                    <a:pt x="1119" y="590"/>
                  </a:cubicBezTo>
                  <a:cubicBezTo>
                    <a:pt x="1120" y="576"/>
                    <a:pt x="1120" y="576"/>
                    <a:pt x="1120" y="576"/>
                  </a:cubicBezTo>
                  <a:cubicBezTo>
                    <a:pt x="1128" y="572"/>
                    <a:pt x="1133" y="577"/>
                    <a:pt x="1133" y="577"/>
                  </a:cubicBezTo>
                  <a:cubicBezTo>
                    <a:pt x="1133" y="614"/>
                    <a:pt x="1133" y="614"/>
                    <a:pt x="1133" y="614"/>
                  </a:cubicBezTo>
                  <a:cubicBezTo>
                    <a:pt x="1133" y="614"/>
                    <a:pt x="1133" y="629"/>
                    <a:pt x="1156" y="629"/>
                  </a:cubicBezTo>
                  <a:cubicBezTo>
                    <a:pt x="1180" y="629"/>
                    <a:pt x="1178" y="614"/>
                    <a:pt x="1178" y="614"/>
                  </a:cubicBezTo>
                  <a:cubicBezTo>
                    <a:pt x="1178" y="569"/>
                    <a:pt x="1178" y="569"/>
                    <a:pt x="1178" y="569"/>
                  </a:cubicBezTo>
                  <a:cubicBezTo>
                    <a:pt x="1182" y="563"/>
                    <a:pt x="1189" y="569"/>
                    <a:pt x="1189" y="569"/>
                  </a:cubicBezTo>
                  <a:cubicBezTo>
                    <a:pt x="1189" y="614"/>
                    <a:pt x="1189" y="614"/>
                    <a:pt x="1189" y="614"/>
                  </a:cubicBezTo>
                  <a:cubicBezTo>
                    <a:pt x="1189" y="614"/>
                    <a:pt x="1187" y="630"/>
                    <a:pt x="1214" y="630"/>
                  </a:cubicBezTo>
                  <a:cubicBezTo>
                    <a:pt x="1238" y="630"/>
                    <a:pt x="1236" y="614"/>
                    <a:pt x="1236" y="614"/>
                  </a:cubicBezTo>
                  <a:cubicBezTo>
                    <a:pt x="1236" y="614"/>
                    <a:pt x="1236" y="589"/>
                    <a:pt x="1236" y="581"/>
                  </a:cubicBezTo>
                  <a:cubicBezTo>
                    <a:pt x="1236" y="573"/>
                    <a:pt x="1240" y="573"/>
                    <a:pt x="1240" y="573"/>
                  </a:cubicBezTo>
                  <a:cubicBezTo>
                    <a:pt x="1240" y="573"/>
                    <a:pt x="1245" y="571"/>
                    <a:pt x="1245" y="587"/>
                  </a:cubicBezTo>
                  <a:cubicBezTo>
                    <a:pt x="1245" y="602"/>
                    <a:pt x="1260" y="601"/>
                    <a:pt x="1260" y="601"/>
                  </a:cubicBezTo>
                  <a:cubicBezTo>
                    <a:pt x="1296" y="601"/>
                    <a:pt x="1296" y="601"/>
                    <a:pt x="1296" y="601"/>
                  </a:cubicBezTo>
                  <a:cubicBezTo>
                    <a:pt x="1305" y="606"/>
                    <a:pt x="1304" y="613"/>
                    <a:pt x="1304" y="613"/>
                  </a:cubicBezTo>
                  <a:cubicBezTo>
                    <a:pt x="1305" y="618"/>
                    <a:pt x="1164" y="810"/>
                    <a:pt x="1143" y="815"/>
                  </a:cubicBezTo>
                  <a:cubicBezTo>
                    <a:pt x="1127" y="819"/>
                    <a:pt x="1114" y="818"/>
                    <a:pt x="1103" y="818"/>
                  </a:cubicBezTo>
                  <a:cubicBezTo>
                    <a:pt x="1092" y="819"/>
                    <a:pt x="1082" y="820"/>
                    <a:pt x="1081" y="826"/>
                  </a:cubicBezTo>
                  <a:cubicBezTo>
                    <a:pt x="1081" y="828"/>
                    <a:pt x="1088" y="833"/>
                    <a:pt x="1101" y="833"/>
                  </a:cubicBezTo>
                  <a:cubicBezTo>
                    <a:pt x="1115" y="833"/>
                    <a:pt x="1130" y="833"/>
                    <a:pt x="1142" y="838"/>
                  </a:cubicBezTo>
                  <a:cubicBezTo>
                    <a:pt x="1172" y="851"/>
                    <a:pt x="1256" y="865"/>
                    <a:pt x="1256" y="865"/>
                  </a:cubicBezTo>
                  <a:cubicBezTo>
                    <a:pt x="1256" y="865"/>
                    <a:pt x="1495" y="866"/>
                    <a:pt x="1518" y="866"/>
                  </a:cubicBezTo>
                  <a:cubicBezTo>
                    <a:pt x="1541" y="865"/>
                    <a:pt x="1525" y="861"/>
                    <a:pt x="1525" y="861"/>
                  </a:cubicBezTo>
                  <a:cubicBezTo>
                    <a:pt x="1525" y="861"/>
                    <a:pt x="1436" y="848"/>
                    <a:pt x="1406" y="835"/>
                  </a:cubicBezTo>
                  <a:cubicBezTo>
                    <a:pt x="1394" y="830"/>
                    <a:pt x="1382" y="829"/>
                    <a:pt x="1369" y="829"/>
                  </a:cubicBezTo>
                  <a:cubicBezTo>
                    <a:pt x="1355" y="829"/>
                    <a:pt x="1351" y="828"/>
                    <a:pt x="1351" y="826"/>
                  </a:cubicBezTo>
                  <a:cubicBezTo>
                    <a:pt x="1351" y="822"/>
                    <a:pt x="1357" y="823"/>
                    <a:pt x="1368" y="822"/>
                  </a:cubicBezTo>
                  <a:cubicBezTo>
                    <a:pt x="1379" y="822"/>
                    <a:pt x="1392" y="824"/>
                    <a:pt x="1412" y="818"/>
                  </a:cubicBezTo>
                  <a:cubicBezTo>
                    <a:pt x="1431" y="812"/>
                    <a:pt x="1554" y="617"/>
                    <a:pt x="1554" y="617"/>
                  </a:cubicBezTo>
                  <a:cubicBezTo>
                    <a:pt x="1554" y="617"/>
                    <a:pt x="1557" y="614"/>
                    <a:pt x="1566" y="612"/>
                  </a:cubicBezTo>
                  <a:cubicBezTo>
                    <a:pt x="1589" y="608"/>
                    <a:pt x="1588" y="598"/>
                    <a:pt x="1588" y="598"/>
                  </a:cubicBezTo>
                  <a:cubicBezTo>
                    <a:pt x="1588" y="598"/>
                    <a:pt x="1615" y="598"/>
                    <a:pt x="1633" y="598"/>
                  </a:cubicBezTo>
                  <a:cubicBezTo>
                    <a:pt x="1651" y="598"/>
                    <a:pt x="1653" y="590"/>
                    <a:pt x="1653" y="590"/>
                  </a:cubicBezTo>
                  <a:cubicBezTo>
                    <a:pt x="1654" y="576"/>
                    <a:pt x="1654" y="576"/>
                    <a:pt x="1654" y="576"/>
                  </a:cubicBezTo>
                  <a:cubicBezTo>
                    <a:pt x="1662" y="572"/>
                    <a:pt x="1666" y="577"/>
                    <a:pt x="1666" y="577"/>
                  </a:cubicBezTo>
                  <a:cubicBezTo>
                    <a:pt x="1666" y="614"/>
                    <a:pt x="1666" y="614"/>
                    <a:pt x="1666" y="614"/>
                  </a:cubicBezTo>
                  <a:cubicBezTo>
                    <a:pt x="1666" y="614"/>
                    <a:pt x="1667" y="629"/>
                    <a:pt x="1690" y="629"/>
                  </a:cubicBezTo>
                  <a:cubicBezTo>
                    <a:pt x="1713" y="629"/>
                    <a:pt x="1711" y="614"/>
                    <a:pt x="1711" y="614"/>
                  </a:cubicBezTo>
                  <a:cubicBezTo>
                    <a:pt x="1711" y="569"/>
                    <a:pt x="1711" y="569"/>
                    <a:pt x="1711" y="569"/>
                  </a:cubicBezTo>
                  <a:cubicBezTo>
                    <a:pt x="1716" y="563"/>
                    <a:pt x="1722" y="569"/>
                    <a:pt x="1722" y="569"/>
                  </a:cubicBezTo>
                  <a:cubicBezTo>
                    <a:pt x="1722" y="614"/>
                    <a:pt x="1722" y="614"/>
                    <a:pt x="1722" y="614"/>
                  </a:cubicBezTo>
                  <a:cubicBezTo>
                    <a:pt x="1722" y="614"/>
                    <a:pt x="1721" y="630"/>
                    <a:pt x="1748" y="630"/>
                  </a:cubicBezTo>
                  <a:cubicBezTo>
                    <a:pt x="1771" y="630"/>
                    <a:pt x="1769" y="614"/>
                    <a:pt x="1769" y="614"/>
                  </a:cubicBezTo>
                  <a:cubicBezTo>
                    <a:pt x="1769" y="614"/>
                    <a:pt x="1769" y="589"/>
                    <a:pt x="1769" y="581"/>
                  </a:cubicBezTo>
                  <a:cubicBezTo>
                    <a:pt x="1769" y="573"/>
                    <a:pt x="1773" y="573"/>
                    <a:pt x="1773" y="573"/>
                  </a:cubicBezTo>
                  <a:cubicBezTo>
                    <a:pt x="1773" y="573"/>
                    <a:pt x="1778" y="571"/>
                    <a:pt x="1778" y="587"/>
                  </a:cubicBezTo>
                  <a:cubicBezTo>
                    <a:pt x="1778" y="602"/>
                    <a:pt x="1793" y="601"/>
                    <a:pt x="1793" y="601"/>
                  </a:cubicBezTo>
                  <a:cubicBezTo>
                    <a:pt x="1830" y="601"/>
                    <a:pt x="1830" y="601"/>
                    <a:pt x="1830" y="601"/>
                  </a:cubicBezTo>
                  <a:cubicBezTo>
                    <a:pt x="1838" y="606"/>
                    <a:pt x="1837" y="613"/>
                    <a:pt x="1837" y="613"/>
                  </a:cubicBezTo>
                  <a:cubicBezTo>
                    <a:pt x="1838" y="621"/>
                    <a:pt x="1697" y="810"/>
                    <a:pt x="1676" y="815"/>
                  </a:cubicBezTo>
                  <a:cubicBezTo>
                    <a:pt x="1660" y="819"/>
                    <a:pt x="1647" y="818"/>
                    <a:pt x="1636" y="818"/>
                  </a:cubicBezTo>
                  <a:cubicBezTo>
                    <a:pt x="1625" y="819"/>
                    <a:pt x="1615" y="820"/>
                    <a:pt x="1615" y="826"/>
                  </a:cubicBezTo>
                  <a:cubicBezTo>
                    <a:pt x="1614" y="828"/>
                    <a:pt x="1621" y="833"/>
                    <a:pt x="1634" y="833"/>
                  </a:cubicBezTo>
                  <a:cubicBezTo>
                    <a:pt x="1648" y="833"/>
                    <a:pt x="1663" y="833"/>
                    <a:pt x="1676" y="838"/>
                  </a:cubicBezTo>
                  <a:cubicBezTo>
                    <a:pt x="1705" y="851"/>
                    <a:pt x="1804" y="865"/>
                    <a:pt x="1804" y="865"/>
                  </a:cubicBezTo>
                  <a:cubicBezTo>
                    <a:pt x="1804" y="865"/>
                    <a:pt x="2122" y="865"/>
                    <a:pt x="2142" y="865"/>
                  </a:cubicBezTo>
                  <a:cubicBezTo>
                    <a:pt x="2163" y="865"/>
                    <a:pt x="2146" y="861"/>
                    <a:pt x="2146" y="861"/>
                  </a:cubicBezTo>
                  <a:cubicBezTo>
                    <a:pt x="2146" y="861"/>
                    <a:pt x="1974" y="829"/>
                    <a:pt x="1945" y="817"/>
                  </a:cubicBezTo>
                  <a:cubicBezTo>
                    <a:pt x="1932" y="811"/>
                    <a:pt x="1921" y="811"/>
                    <a:pt x="1907" y="811"/>
                  </a:cubicBezTo>
                  <a:cubicBezTo>
                    <a:pt x="1894" y="811"/>
                    <a:pt x="1890" y="810"/>
                    <a:pt x="1890" y="808"/>
                  </a:cubicBezTo>
                  <a:cubicBezTo>
                    <a:pt x="1890" y="804"/>
                    <a:pt x="1895" y="804"/>
                    <a:pt x="1906" y="804"/>
                  </a:cubicBezTo>
                  <a:cubicBezTo>
                    <a:pt x="1918" y="803"/>
                    <a:pt x="1931" y="805"/>
                    <a:pt x="1950" y="800"/>
                  </a:cubicBezTo>
                  <a:cubicBezTo>
                    <a:pt x="1970" y="794"/>
                    <a:pt x="2093" y="579"/>
                    <a:pt x="2093" y="579"/>
                  </a:cubicBezTo>
                  <a:cubicBezTo>
                    <a:pt x="2093" y="579"/>
                    <a:pt x="2096" y="575"/>
                    <a:pt x="2104" y="574"/>
                  </a:cubicBezTo>
                  <a:cubicBezTo>
                    <a:pt x="2128" y="570"/>
                    <a:pt x="2127" y="559"/>
                    <a:pt x="2127" y="559"/>
                  </a:cubicBezTo>
                  <a:cubicBezTo>
                    <a:pt x="2127" y="546"/>
                    <a:pt x="2127" y="546"/>
                    <a:pt x="2127" y="546"/>
                  </a:cubicBezTo>
                  <a:cubicBezTo>
                    <a:pt x="2127" y="536"/>
                    <a:pt x="2109" y="533"/>
                    <a:pt x="2101" y="533"/>
                  </a:cubicBezTo>
                  <a:cubicBezTo>
                    <a:pt x="2092" y="533"/>
                    <a:pt x="2088" y="530"/>
                    <a:pt x="2088" y="530"/>
                  </a:cubicBezTo>
                  <a:cubicBezTo>
                    <a:pt x="2087" y="530"/>
                    <a:pt x="2087" y="530"/>
                    <a:pt x="2087" y="530"/>
                  </a:cubicBezTo>
                  <a:cubicBezTo>
                    <a:pt x="2087" y="530"/>
                    <a:pt x="1992" y="499"/>
                    <a:pt x="1962" y="473"/>
                  </a:cubicBezTo>
                  <a:cubicBezTo>
                    <a:pt x="1950" y="462"/>
                    <a:pt x="1938" y="461"/>
                    <a:pt x="1925" y="461"/>
                  </a:cubicBezTo>
                  <a:cubicBezTo>
                    <a:pt x="1911" y="461"/>
                    <a:pt x="1907" y="459"/>
                    <a:pt x="1907" y="453"/>
                  </a:cubicBezTo>
                  <a:cubicBezTo>
                    <a:pt x="1907" y="446"/>
                    <a:pt x="1913" y="447"/>
                    <a:pt x="1924" y="446"/>
                  </a:cubicBezTo>
                  <a:cubicBezTo>
                    <a:pt x="1935" y="445"/>
                    <a:pt x="1948" y="449"/>
                    <a:pt x="1968" y="437"/>
                  </a:cubicBezTo>
                  <a:cubicBezTo>
                    <a:pt x="1987" y="425"/>
                    <a:pt x="2088" y="376"/>
                    <a:pt x="2088" y="376"/>
                  </a:cubicBezTo>
                  <a:cubicBezTo>
                    <a:pt x="2088" y="376"/>
                    <a:pt x="2100" y="368"/>
                    <a:pt x="2101" y="353"/>
                  </a:cubicBezTo>
                  <a:cubicBezTo>
                    <a:pt x="2102" y="337"/>
                    <a:pt x="2130" y="337"/>
                    <a:pt x="2130" y="325"/>
                  </a:cubicBezTo>
                  <a:cubicBezTo>
                    <a:pt x="2130" y="325"/>
                    <a:pt x="2131" y="318"/>
                    <a:pt x="2122" y="313"/>
                  </a:cubicBezTo>
                  <a:cubicBezTo>
                    <a:pt x="2118" y="310"/>
                    <a:pt x="2117" y="303"/>
                    <a:pt x="2123" y="299"/>
                  </a:cubicBezTo>
                  <a:cubicBezTo>
                    <a:pt x="2131" y="295"/>
                    <a:pt x="2130" y="287"/>
                    <a:pt x="2130" y="287"/>
                  </a:cubicBezTo>
                  <a:cubicBezTo>
                    <a:pt x="2130" y="275"/>
                    <a:pt x="1988" y="74"/>
                    <a:pt x="1969" y="67"/>
                  </a:cubicBezTo>
                  <a:cubicBezTo>
                    <a:pt x="1949" y="59"/>
                    <a:pt x="1936" y="62"/>
                    <a:pt x="1925" y="61"/>
                  </a:cubicBezTo>
                  <a:cubicBezTo>
                    <a:pt x="1914" y="60"/>
                    <a:pt x="1908" y="61"/>
                    <a:pt x="1908" y="56"/>
                  </a:cubicBezTo>
                  <a:cubicBezTo>
                    <a:pt x="1908" y="53"/>
                    <a:pt x="1912" y="51"/>
                    <a:pt x="1926" y="51"/>
                  </a:cubicBezTo>
                  <a:cubicBezTo>
                    <a:pt x="1939" y="51"/>
                    <a:pt x="1951" y="51"/>
                    <a:pt x="1963" y="43"/>
                  </a:cubicBezTo>
                  <a:cubicBezTo>
                    <a:pt x="1993" y="26"/>
                    <a:pt x="2082" y="7"/>
                    <a:pt x="2082" y="7"/>
                  </a:cubicBezTo>
                  <a:cubicBezTo>
                    <a:pt x="2082" y="7"/>
                    <a:pt x="2109" y="1"/>
                    <a:pt x="2083" y="1"/>
                  </a:cubicBezTo>
                  <a:cubicBezTo>
                    <a:pt x="2058" y="1"/>
                    <a:pt x="1803" y="0"/>
                    <a:pt x="1803" y="0"/>
                  </a:cubicBezTo>
                  <a:cubicBezTo>
                    <a:pt x="1803" y="0"/>
                    <a:pt x="1704" y="23"/>
                    <a:pt x="1665" y="44"/>
                  </a:cubicBezTo>
                  <a:cubicBezTo>
                    <a:pt x="1659" y="46"/>
                    <a:pt x="1644" y="45"/>
                    <a:pt x="1631" y="45"/>
                  </a:cubicBezTo>
                  <a:cubicBezTo>
                    <a:pt x="1617" y="45"/>
                    <a:pt x="1611" y="53"/>
                    <a:pt x="1611" y="56"/>
                  </a:cubicBezTo>
                  <a:cubicBezTo>
                    <a:pt x="1611" y="61"/>
                    <a:pt x="1617" y="66"/>
                    <a:pt x="1628" y="67"/>
                  </a:cubicBezTo>
                  <a:cubicBezTo>
                    <a:pt x="1639" y="67"/>
                    <a:pt x="1658" y="65"/>
                    <a:pt x="1672" y="70"/>
                  </a:cubicBezTo>
                  <a:cubicBezTo>
                    <a:pt x="1694" y="76"/>
                    <a:pt x="1818" y="292"/>
                    <a:pt x="1818" y="292"/>
                  </a:cubicBezTo>
                  <a:cubicBezTo>
                    <a:pt x="1818" y="292"/>
                    <a:pt x="1823" y="295"/>
                    <a:pt x="1836" y="295"/>
                  </a:cubicBezTo>
                  <a:cubicBezTo>
                    <a:pt x="1845" y="294"/>
                    <a:pt x="1848" y="297"/>
                    <a:pt x="1848" y="302"/>
                  </a:cubicBezTo>
                  <a:cubicBezTo>
                    <a:pt x="1848" y="307"/>
                    <a:pt x="1847" y="313"/>
                    <a:pt x="1836" y="313"/>
                  </a:cubicBezTo>
                  <a:cubicBezTo>
                    <a:pt x="1822" y="313"/>
                    <a:pt x="1817" y="318"/>
                    <a:pt x="1817" y="318"/>
                  </a:cubicBezTo>
                  <a:cubicBezTo>
                    <a:pt x="1817" y="318"/>
                    <a:pt x="1693" y="421"/>
                    <a:pt x="1672" y="431"/>
                  </a:cubicBezTo>
                  <a:cubicBezTo>
                    <a:pt x="1656" y="439"/>
                    <a:pt x="1643" y="436"/>
                    <a:pt x="1632" y="437"/>
                  </a:cubicBezTo>
                  <a:cubicBezTo>
                    <a:pt x="1620" y="438"/>
                    <a:pt x="1611" y="442"/>
                    <a:pt x="1610" y="453"/>
                  </a:cubicBezTo>
                  <a:cubicBezTo>
                    <a:pt x="1610" y="458"/>
                    <a:pt x="1617" y="469"/>
                    <a:pt x="1630" y="469"/>
                  </a:cubicBezTo>
                  <a:cubicBezTo>
                    <a:pt x="1644" y="469"/>
                    <a:pt x="1659" y="468"/>
                    <a:pt x="1671" y="479"/>
                  </a:cubicBezTo>
                  <a:cubicBezTo>
                    <a:pt x="1701" y="506"/>
                    <a:pt x="1800" y="538"/>
                    <a:pt x="1800" y="538"/>
                  </a:cubicBezTo>
                  <a:cubicBezTo>
                    <a:pt x="1801" y="539"/>
                    <a:pt x="1801" y="539"/>
                    <a:pt x="1801" y="539"/>
                  </a:cubicBezTo>
                  <a:cubicBezTo>
                    <a:pt x="1808" y="541"/>
                    <a:pt x="1810" y="549"/>
                    <a:pt x="1810" y="549"/>
                  </a:cubicBezTo>
                  <a:cubicBezTo>
                    <a:pt x="1815" y="563"/>
                    <a:pt x="1838" y="569"/>
                    <a:pt x="1837" y="576"/>
                  </a:cubicBezTo>
                  <a:cubicBezTo>
                    <a:pt x="1837" y="576"/>
                    <a:pt x="1838" y="583"/>
                    <a:pt x="1830" y="588"/>
                  </a:cubicBezTo>
                  <a:cubicBezTo>
                    <a:pt x="1797" y="588"/>
                    <a:pt x="1797" y="588"/>
                    <a:pt x="1797" y="588"/>
                  </a:cubicBezTo>
                  <a:cubicBezTo>
                    <a:pt x="1797" y="588"/>
                    <a:pt x="1794" y="587"/>
                    <a:pt x="1794" y="582"/>
                  </a:cubicBezTo>
                  <a:cubicBezTo>
                    <a:pt x="1794" y="569"/>
                    <a:pt x="1794" y="569"/>
                    <a:pt x="1794" y="569"/>
                  </a:cubicBezTo>
                  <a:cubicBezTo>
                    <a:pt x="1794" y="569"/>
                    <a:pt x="1790" y="562"/>
                    <a:pt x="1774" y="562"/>
                  </a:cubicBezTo>
                  <a:cubicBezTo>
                    <a:pt x="1758" y="562"/>
                    <a:pt x="1753" y="569"/>
                    <a:pt x="1753" y="569"/>
                  </a:cubicBezTo>
                  <a:cubicBezTo>
                    <a:pt x="1753" y="612"/>
                    <a:pt x="1753" y="612"/>
                    <a:pt x="1753" y="612"/>
                  </a:cubicBezTo>
                  <a:cubicBezTo>
                    <a:pt x="1753" y="612"/>
                    <a:pt x="1753" y="617"/>
                    <a:pt x="1746" y="617"/>
                  </a:cubicBezTo>
                  <a:cubicBezTo>
                    <a:pt x="1740" y="617"/>
                    <a:pt x="1738" y="611"/>
                    <a:pt x="1738" y="611"/>
                  </a:cubicBezTo>
                  <a:cubicBezTo>
                    <a:pt x="1738" y="571"/>
                    <a:pt x="1738" y="571"/>
                    <a:pt x="1738" y="571"/>
                  </a:cubicBezTo>
                  <a:cubicBezTo>
                    <a:pt x="1738" y="571"/>
                    <a:pt x="1734" y="555"/>
                    <a:pt x="1716" y="555"/>
                  </a:cubicBezTo>
                  <a:cubicBezTo>
                    <a:pt x="1698" y="555"/>
                    <a:pt x="1695" y="569"/>
                    <a:pt x="1695" y="569"/>
                  </a:cubicBezTo>
                  <a:cubicBezTo>
                    <a:pt x="1695" y="611"/>
                    <a:pt x="1695" y="611"/>
                    <a:pt x="1695" y="611"/>
                  </a:cubicBezTo>
                  <a:cubicBezTo>
                    <a:pt x="1695" y="611"/>
                    <a:pt x="1695" y="616"/>
                    <a:pt x="1688" y="616"/>
                  </a:cubicBezTo>
                  <a:cubicBezTo>
                    <a:pt x="1682" y="616"/>
                    <a:pt x="1682" y="611"/>
                    <a:pt x="1682" y="611"/>
                  </a:cubicBezTo>
                  <a:cubicBezTo>
                    <a:pt x="1682" y="611"/>
                    <a:pt x="1683" y="586"/>
                    <a:pt x="1682" y="575"/>
                  </a:cubicBezTo>
                  <a:cubicBezTo>
                    <a:pt x="1682" y="564"/>
                    <a:pt x="1669" y="564"/>
                    <a:pt x="1662" y="563"/>
                  </a:cubicBezTo>
                  <a:cubicBezTo>
                    <a:pt x="1655" y="563"/>
                    <a:pt x="1645" y="564"/>
                    <a:pt x="1641" y="569"/>
                  </a:cubicBezTo>
                  <a:cubicBezTo>
                    <a:pt x="1639" y="572"/>
                    <a:pt x="1639" y="585"/>
                    <a:pt x="1639" y="585"/>
                  </a:cubicBezTo>
                  <a:cubicBezTo>
                    <a:pt x="1589" y="585"/>
                    <a:pt x="1589" y="585"/>
                    <a:pt x="1589" y="585"/>
                  </a:cubicBezTo>
                  <a:cubicBezTo>
                    <a:pt x="1589" y="574"/>
                    <a:pt x="1570" y="571"/>
                    <a:pt x="1562" y="571"/>
                  </a:cubicBezTo>
                  <a:cubicBezTo>
                    <a:pt x="1554" y="571"/>
                    <a:pt x="1551" y="568"/>
                    <a:pt x="1551" y="568"/>
                  </a:cubicBezTo>
                  <a:cubicBezTo>
                    <a:pt x="1550" y="567"/>
                    <a:pt x="1550" y="567"/>
                    <a:pt x="1550" y="567"/>
                  </a:cubicBezTo>
                  <a:cubicBezTo>
                    <a:pt x="1550" y="567"/>
                    <a:pt x="1457" y="499"/>
                    <a:pt x="1428" y="473"/>
                  </a:cubicBezTo>
                  <a:cubicBezTo>
                    <a:pt x="1415" y="462"/>
                    <a:pt x="1404" y="461"/>
                    <a:pt x="1390" y="461"/>
                  </a:cubicBezTo>
                  <a:cubicBezTo>
                    <a:pt x="1377" y="461"/>
                    <a:pt x="1372" y="459"/>
                    <a:pt x="1372" y="453"/>
                  </a:cubicBezTo>
                  <a:cubicBezTo>
                    <a:pt x="1372" y="446"/>
                    <a:pt x="1378" y="447"/>
                    <a:pt x="1389" y="446"/>
                  </a:cubicBezTo>
                  <a:cubicBezTo>
                    <a:pt x="1400" y="445"/>
                    <a:pt x="1414" y="449"/>
                    <a:pt x="1433" y="437"/>
                  </a:cubicBezTo>
                  <a:cubicBezTo>
                    <a:pt x="1453" y="425"/>
                    <a:pt x="1553" y="376"/>
                    <a:pt x="1553" y="376"/>
                  </a:cubicBezTo>
                  <a:cubicBezTo>
                    <a:pt x="1553" y="376"/>
                    <a:pt x="1566" y="368"/>
                    <a:pt x="1567" y="353"/>
                  </a:cubicBezTo>
                  <a:cubicBezTo>
                    <a:pt x="1568" y="337"/>
                    <a:pt x="1596" y="337"/>
                    <a:pt x="1595" y="325"/>
                  </a:cubicBezTo>
                  <a:cubicBezTo>
                    <a:pt x="1595" y="325"/>
                    <a:pt x="1596" y="318"/>
                    <a:pt x="1587" y="313"/>
                  </a:cubicBezTo>
                  <a:cubicBezTo>
                    <a:pt x="1583" y="310"/>
                    <a:pt x="1582" y="303"/>
                    <a:pt x="1588" y="299"/>
                  </a:cubicBezTo>
                  <a:cubicBezTo>
                    <a:pt x="1596" y="295"/>
                    <a:pt x="1595" y="287"/>
                    <a:pt x="1595" y="287"/>
                  </a:cubicBezTo>
                  <a:cubicBezTo>
                    <a:pt x="1596" y="275"/>
                    <a:pt x="1454" y="74"/>
                    <a:pt x="1434" y="67"/>
                  </a:cubicBezTo>
                  <a:cubicBezTo>
                    <a:pt x="1415" y="59"/>
                    <a:pt x="1401" y="62"/>
                    <a:pt x="1390" y="61"/>
                  </a:cubicBezTo>
                  <a:cubicBezTo>
                    <a:pt x="1379" y="60"/>
                    <a:pt x="1373" y="61"/>
                    <a:pt x="1373" y="56"/>
                  </a:cubicBezTo>
                  <a:cubicBezTo>
                    <a:pt x="1373" y="53"/>
                    <a:pt x="1378" y="51"/>
                    <a:pt x="1391" y="51"/>
                  </a:cubicBezTo>
                  <a:cubicBezTo>
                    <a:pt x="1405" y="51"/>
                    <a:pt x="1416" y="51"/>
                    <a:pt x="1429" y="43"/>
                  </a:cubicBezTo>
                  <a:cubicBezTo>
                    <a:pt x="1458" y="26"/>
                    <a:pt x="1548" y="7"/>
                    <a:pt x="1548" y="7"/>
                  </a:cubicBezTo>
                  <a:cubicBezTo>
                    <a:pt x="1548" y="7"/>
                    <a:pt x="1576" y="1"/>
                    <a:pt x="1547" y="1"/>
                  </a:cubicBezTo>
                  <a:cubicBezTo>
                    <a:pt x="1518" y="1"/>
                    <a:pt x="1269" y="0"/>
                    <a:pt x="1269" y="0"/>
                  </a:cubicBezTo>
                  <a:cubicBezTo>
                    <a:pt x="1269" y="0"/>
                    <a:pt x="1169" y="23"/>
                    <a:pt x="1130" y="44"/>
                  </a:cubicBezTo>
                  <a:cubicBezTo>
                    <a:pt x="1125" y="46"/>
                    <a:pt x="1110" y="45"/>
                    <a:pt x="1096" y="45"/>
                  </a:cubicBezTo>
                  <a:cubicBezTo>
                    <a:pt x="1083" y="45"/>
                    <a:pt x="1077" y="53"/>
                    <a:pt x="1077" y="56"/>
                  </a:cubicBezTo>
                  <a:cubicBezTo>
                    <a:pt x="1077" y="61"/>
                    <a:pt x="1082" y="66"/>
                    <a:pt x="1094" y="67"/>
                  </a:cubicBezTo>
                  <a:cubicBezTo>
                    <a:pt x="1105" y="67"/>
                    <a:pt x="1123" y="65"/>
                    <a:pt x="1138" y="70"/>
                  </a:cubicBezTo>
                  <a:cubicBezTo>
                    <a:pt x="1160" y="76"/>
                    <a:pt x="1283" y="292"/>
                    <a:pt x="1283" y="292"/>
                  </a:cubicBezTo>
                  <a:cubicBezTo>
                    <a:pt x="1283" y="292"/>
                    <a:pt x="1289" y="295"/>
                    <a:pt x="1301" y="295"/>
                  </a:cubicBezTo>
                  <a:cubicBezTo>
                    <a:pt x="1311" y="294"/>
                    <a:pt x="1314" y="297"/>
                    <a:pt x="1314" y="302"/>
                  </a:cubicBezTo>
                  <a:cubicBezTo>
                    <a:pt x="1314" y="307"/>
                    <a:pt x="1313" y="313"/>
                    <a:pt x="1302" y="313"/>
                  </a:cubicBezTo>
                  <a:cubicBezTo>
                    <a:pt x="1288" y="313"/>
                    <a:pt x="1283" y="318"/>
                    <a:pt x="1283" y="318"/>
                  </a:cubicBezTo>
                  <a:cubicBezTo>
                    <a:pt x="1283" y="318"/>
                    <a:pt x="1158" y="421"/>
                    <a:pt x="1137" y="431"/>
                  </a:cubicBezTo>
                  <a:cubicBezTo>
                    <a:pt x="1121" y="439"/>
                    <a:pt x="1108" y="436"/>
                    <a:pt x="1097" y="437"/>
                  </a:cubicBezTo>
                  <a:cubicBezTo>
                    <a:pt x="1086" y="438"/>
                    <a:pt x="1076" y="442"/>
                    <a:pt x="1076" y="453"/>
                  </a:cubicBezTo>
                  <a:cubicBezTo>
                    <a:pt x="1076" y="458"/>
                    <a:pt x="1082" y="469"/>
                    <a:pt x="1096" y="469"/>
                  </a:cubicBezTo>
                  <a:cubicBezTo>
                    <a:pt x="1109" y="469"/>
                    <a:pt x="1124" y="468"/>
                    <a:pt x="1137" y="479"/>
                  </a:cubicBezTo>
                  <a:cubicBezTo>
                    <a:pt x="1166" y="506"/>
                    <a:pt x="1265" y="538"/>
                    <a:pt x="1265" y="538"/>
                  </a:cubicBezTo>
                  <a:cubicBezTo>
                    <a:pt x="1266" y="538"/>
                    <a:pt x="1266" y="538"/>
                    <a:pt x="1266" y="538"/>
                  </a:cubicBezTo>
                  <a:cubicBezTo>
                    <a:pt x="1267" y="539"/>
                    <a:pt x="1267" y="539"/>
                    <a:pt x="1267" y="539"/>
                  </a:cubicBezTo>
                  <a:cubicBezTo>
                    <a:pt x="1275" y="541"/>
                    <a:pt x="1277" y="549"/>
                    <a:pt x="1277" y="549"/>
                  </a:cubicBezTo>
                  <a:cubicBezTo>
                    <a:pt x="1282" y="563"/>
                    <a:pt x="1305" y="569"/>
                    <a:pt x="1304" y="576"/>
                  </a:cubicBezTo>
                  <a:cubicBezTo>
                    <a:pt x="1304" y="576"/>
                    <a:pt x="1305" y="583"/>
                    <a:pt x="1297" y="588"/>
                  </a:cubicBezTo>
                  <a:cubicBezTo>
                    <a:pt x="1264" y="588"/>
                    <a:pt x="1264" y="588"/>
                    <a:pt x="1264" y="588"/>
                  </a:cubicBezTo>
                  <a:cubicBezTo>
                    <a:pt x="1264" y="588"/>
                    <a:pt x="1260" y="587"/>
                    <a:pt x="1261" y="582"/>
                  </a:cubicBezTo>
                  <a:cubicBezTo>
                    <a:pt x="1261" y="569"/>
                    <a:pt x="1261" y="569"/>
                    <a:pt x="1261" y="569"/>
                  </a:cubicBezTo>
                  <a:cubicBezTo>
                    <a:pt x="1261" y="569"/>
                    <a:pt x="1256" y="562"/>
                    <a:pt x="1240" y="562"/>
                  </a:cubicBezTo>
                  <a:cubicBezTo>
                    <a:pt x="1224" y="562"/>
                    <a:pt x="1220" y="569"/>
                    <a:pt x="1220" y="569"/>
                  </a:cubicBezTo>
                  <a:cubicBezTo>
                    <a:pt x="1220" y="612"/>
                    <a:pt x="1220" y="612"/>
                    <a:pt x="1220" y="612"/>
                  </a:cubicBezTo>
                  <a:cubicBezTo>
                    <a:pt x="1220" y="612"/>
                    <a:pt x="1220" y="617"/>
                    <a:pt x="1213" y="617"/>
                  </a:cubicBezTo>
                  <a:cubicBezTo>
                    <a:pt x="1207" y="617"/>
                    <a:pt x="1205" y="611"/>
                    <a:pt x="1205" y="611"/>
                  </a:cubicBezTo>
                  <a:cubicBezTo>
                    <a:pt x="1205" y="571"/>
                    <a:pt x="1205" y="571"/>
                    <a:pt x="1205" y="571"/>
                  </a:cubicBezTo>
                  <a:cubicBezTo>
                    <a:pt x="1205" y="571"/>
                    <a:pt x="1200" y="555"/>
                    <a:pt x="1182" y="555"/>
                  </a:cubicBezTo>
                  <a:cubicBezTo>
                    <a:pt x="1164" y="555"/>
                    <a:pt x="1162" y="569"/>
                    <a:pt x="1162" y="569"/>
                  </a:cubicBezTo>
                  <a:cubicBezTo>
                    <a:pt x="1162" y="611"/>
                    <a:pt x="1162" y="611"/>
                    <a:pt x="1162" y="611"/>
                  </a:cubicBezTo>
                  <a:cubicBezTo>
                    <a:pt x="1162" y="611"/>
                    <a:pt x="1162" y="616"/>
                    <a:pt x="1155" y="616"/>
                  </a:cubicBezTo>
                  <a:cubicBezTo>
                    <a:pt x="1148" y="616"/>
                    <a:pt x="1149" y="611"/>
                    <a:pt x="1149" y="611"/>
                  </a:cubicBezTo>
                  <a:cubicBezTo>
                    <a:pt x="1149" y="611"/>
                    <a:pt x="1149" y="586"/>
                    <a:pt x="1149" y="575"/>
                  </a:cubicBezTo>
                  <a:cubicBezTo>
                    <a:pt x="1148" y="564"/>
                    <a:pt x="1136" y="564"/>
                    <a:pt x="1129" y="563"/>
                  </a:cubicBezTo>
                  <a:cubicBezTo>
                    <a:pt x="1122" y="563"/>
                    <a:pt x="1111" y="564"/>
                    <a:pt x="1108" y="569"/>
                  </a:cubicBezTo>
                  <a:cubicBezTo>
                    <a:pt x="1106" y="572"/>
                    <a:pt x="1106" y="585"/>
                    <a:pt x="1106" y="585"/>
                  </a:cubicBezTo>
                  <a:cubicBezTo>
                    <a:pt x="1056" y="585"/>
                    <a:pt x="1056" y="585"/>
                    <a:pt x="1056" y="585"/>
                  </a:cubicBezTo>
                  <a:cubicBezTo>
                    <a:pt x="1056" y="574"/>
                    <a:pt x="1037" y="571"/>
                    <a:pt x="1029" y="571"/>
                  </a:cubicBezTo>
                  <a:cubicBezTo>
                    <a:pt x="1021" y="571"/>
                    <a:pt x="1018" y="568"/>
                    <a:pt x="1018" y="568"/>
                  </a:cubicBezTo>
                  <a:cubicBezTo>
                    <a:pt x="1017" y="567"/>
                    <a:pt x="1017" y="567"/>
                    <a:pt x="1017" y="567"/>
                  </a:cubicBezTo>
                  <a:cubicBezTo>
                    <a:pt x="1015" y="566"/>
                    <a:pt x="1015" y="566"/>
                    <a:pt x="1015" y="566"/>
                  </a:cubicBezTo>
                  <a:cubicBezTo>
                    <a:pt x="1015" y="566"/>
                    <a:pt x="919" y="499"/>
                    <a:pt x="890" y="473"/>
                  </a:cubicBezTo>
                  <a:cubicBezTo>
                    <a:pt x="877" y="462"/>
                    <a:pt x="866" y="461"/>
                    <a:pt x="852" y="461"/>
                  </a:cubicBezTo>
                  <a:cubicBezTo>
                    <a:pt x="839" y="461"/>
                    <a:pt x="834" y="459"/>
                    <a:pt x="834" y="453"/>
                  </a:cubicBezTo>
                  <a:cubicBezTo>
                    <a:pt x="834" y="446"/>
                    <a:pt x="840" y="447"/>
                    <a:pt x="851" y="446"/>
                  </a:cubicBezTo>
                  <a:cubicBezTo>
                    <a:pt x="862" y="445"/>
                    <a:pt x="876" y="449"/>
                    <a:pt x="895" y="437"/>
                  </a:cubicBezTo>
                  <a:cubicBezTo>
                    <a:pt x="915" y="425"/>
                    <a:pt x="1015" y="376"/>
                    <a:pt x="1015" y="376"/>
                  </a:cubicBezTo>
                  <a:cubicBezTo>
                    <a:pt x="1015" y="376"/>
                    <a:pt x="1028" y="368"/>
                    <a:pt x="1029" y="353"/>
                  </a:cubicBezTo>
                  <a:cubicBezTo>
                    <a:pt x="1030" y="337"/>
                    <a:pt x="1058" y="337"/>
                    <a:pt x="1057" y="325"/>
                  </a:cubicBezTo>
                  <a:cubicBezTo>
                    <a:pt x="1057" y="325"/>
                    <a:pt x="1058" y="318"/>
                    <a:pt x="1049" y="313"/>
                  </a:cubicBezTo>
                  <a:cubicBezTo>
                    <a:pt x="1045" y="310"/>
                    <a:pt x="1044" y="303"/>
                    <a:pt x="1050" y="299"/>
                  </a:cubicBezTo>
                  <a:cubicBezTo>
                    <a:pt x="1058" y="295"/>
                    <a:pt x="1057" y="287"/>
                    <a:pt x="1057" y="287"/>
                  </a:cubicBezTo>
                  <a:cubicBezTo>
                    <a:pt x="1058" y="275"/>
                    <a:pt x="916" y="74"/>
                    <a:pt x="896" y="67"/>
                  </a:cubicBezTo>
                  <a:cubicBezTo>
                    <a:pt x="877" y="59"/>
                    <a:pt x="863" y="62"/>
                    <a:pt x="852" y="61"/>
                  </a:cubicBezTo>
                  <a:cubicBezTo>
                    <a:pt x="841" y="60"/>
                    <a:pt x="835" y="61"/>
                    <a:pt x="835" y="56"/>
                  </a:cubicBezTo>
                  <a:cubicBezTo>
                    <a:pt x="835" y="53"/>
                    <a:pt x="840" y="51"/>
                    <a:pt x="853" y="51"/>
                  </a:cubicBezTo>
                  <a:cubicBezTo>
                    <a:pt x="867" y="51"/>
                    <a:pt x="878" y="51"/>
                    <a:pt x="891" y="43"/>
                  </a:cubicBezTo>
                  <a:cubicBezTo>
                    <a:pt x="920" y="26"/>
                    <a:pt x="1010" y="7"/>
                    <a:pt x="1010" y="7"/>
                  </a:cubicBezTo>
                  <a:cubicBezTo>
                    <a:pt x="1010" y="7"/>
                    <a:pt x="1036" y="1"/>
                    <a:pt x="1012" y="1"/>
                  </a:cubicBezTo>
                  <a:cubicBezTo>
                    <a:pt x="989" y="1"/>
                    <a:pt x="731" y="0"/>
                    <a:pt x="731" y="0"/>
                  </a:cubicBezTo>
                  <a:cubicBezTo>
                    <a:pt x="731" y="0"/>
                    <a:pt x="631" y="23"/>
                    <a:pt x="592" y="44"/>
                  </a:cubicBezTo>
                  <a:cubicBezTo>
                    <a:pt x="587" y="46"/>
                    <a:pt x="572" y="45"/>
                    <a:pt x="558" y="45"/>
                  </a:cubicBezTo>
                  <a:cubicBezTo>
                    <a:pt x="545" y="45"/>
                    <a:pt x="539" y="53"/>
                    <a:pt x="539" y="56"/>
                  </a:cubicBezTo>
                  <a:cubicBezTo>
                    <a:pt x="539" y="61"/>
                    <a:pt x="544" y="66"/>
                    <a:pt x="556" y="67"/>
                  </a:cubicBezTo>
                  <a:cubicBezTo>
                    <a:pt x="567" y="67"/>
                    <a:pt x="585" y="65"/>
                    <a:pt x="600" y="70"/>
                  </a:cubicBezTo>
                  <a:cubicBezTo>
                    <a:pt x="622" y="76"/>
                    <a:pt x="745" y="292"/>
                    <a:pt x="745" y="292"/>
                  </a:cubicBezTo>
                  <a:cubicBezTo>
                    <a:pt x="745" y="292"/>
                    <a:pt x="751" y="295"/>
                    <a:pt x="763" y="295"/>
                  </a:cubicBezTo>
                  <a:cubicBezTo>
                    <a:pt x="773" y="294"/>
                    <a:pt x="776" y="297"/>
                    <a:pt x="776" y="302"/>
                  </a:cubicBezTo>
                  <a:cubicBezTo>
                    <a:pt x="776" y="307"/>
                    <a:pt x="775" y="313"/>
                    <a:pt x="764" y="313"/>
                  </a:cubicBezTo>
                  <a:cubicBezTo>
                    <a:pt x="750" y="313"/>
                    <a:pt x="745" y="318"/>
                    <a:pt x="745" y="318"/>
                  </a:cubicBezTo>
                  <a:cubicBezTo>
                    <a:pt x="745" y="318"/>
                    <a:pt x="620" y="421"/>
                    <a:pt x="599" y="431"/>
                  </a:cubicBezTo>
                  <a:cubicBezTo>
                    <a:pt x="583" y="439"/>
                    <a:pt x="570" y="436"/>
                    <a:pt x="559" y="437"/>
                  </a:cubicBezTo>
                  <a:cubicBezTo>
                    <a:pt x="548" y="438"/>
                    <a:pt x="538" y="442"/>
                    <a:pt x="538" y="453"/>
                  </a:cubicBezTo>
                  <a:cubicBezTo>
                    <a:pt x="538" y="458"/>
                    <a:pt x="544" y="469"/>
                    <a:pt x="558" y="469"/>
                  </a:cubicBezTo>
                  <a:cubicBezTo>
                    <a:pt x="571" y="469"/>
                    <a:pt x="586" y="468"/>
                    <a:pt x="599" y="479"/>
                  </a:cubicBezTo>
                  <a:cubicBezTo>
                    <a:pt x="628" y="506"/>
                    <a:pt x="727" y="538"/>
                    <a:pt x="727" y="538"/>
                  </a:cubicBezTo>
                  <a:cubicBezTo>
                    <a:pt x="729" y="539"/>
                    <a:pt x="729" y="539"/>
                    <a:pt x="729" y="539"/>
                  </a:cubicBezTo>
                  <a:cubicBezTo>
                    <a:pt x="730" y="539"/>
                    <a:pt x="730" y="539"/>
                    <a:pt x="730" y="539"/>
                  </a:cubicBezTo>
                  <a:cubicBezTo>
                    <a:pt x="737" y="541"/>
                    <a:pt x="739" y="549"/>
                    <a:pt x="739" y="549"/>
                  </a:cubicBezTo>
                  <a:cubicBezTo>
                    <a:pt x="744" y="564"/>
                    <a:pt x="767" y="569"/>
                    <a:pt x="766" y="576"/>
                  </a:cubicBezTo>
                  <a:cubicBezTo>
                    <a:pt x="766" y="576"/>
                    <a:pt x="767" y="584"/>
                    <a:pt x="759" y="588"/>
                  </a:cubicBezTo>
                  <a:cubicBezTo>
                    <a:pt x="726" y="588"/>
                    <a:pt x="726" y="588"/>
                    <a:pt x="726" y="588"/>
                  </a:cubicBezTo>
                  <a:cubicBezTo>
                    <a:pt x="726" y="588"/>
                    <a:pt x="723" y="588"/>
                    <a:pt x="723" y="583"/>
                  </a:cubicBezTo>
                  <a:cubicBezTo>
                    <a:pt x="723" y="570"/>
                    <a:pt x="723" y="570"/>
                    <a:pt x="723" y="570"/>
                  </a:cubicBezTo>
                  <a:cubicBezTo>
                    <a:pt x="723" y="570"/>
                    <a:pt x="719" y="562"/>
                    <a:pt x="703" y="562"/>
                  </a:cubicBezTo>
                  <a:cubicBezTo>
                    <a:pt x="687" y="562"/>
                    <a:pt x="682" y="570"/>
                    <a:pt x="682" y="570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82" y="612"/>
                    <a:pt x="682" y="617"/>
                    <a:pt x="675" y="617"/>
                  </a:cubicBezTo>
                  <a:cubicBezTo>
                    <a:pt x="669" y="617"/>
                    <a:pt x="667" y="611"/>
                    <a:pt x="667" y="611"/>
                  </a:cubicBezTo>
                  <a:cubicBezTo>
                    <a:pt x="667" y="571"/>
                    <a:pt x="667" y="571"/>
                    <a:pt x="667" y="571"/>
                  </a:cubicBezTo>
                  <a:cubicBezTo>
                    <a:pt x="667" y="571"/>
                    <a:pt x="663" y="555"/>
                    <a:pt x="645" y="555"/>
                  </a:cubicBezTo>
                  <a:cubicBezTo>
                    <a:pt x="627" y="555"/>
                    <a:pt x="624" y="569"/>
                    <a:pt x="624" y="569"/>
                  </a:cubicBezTo>
                  <a:cubicBezTo>
                    <a:pt x="624" y="611"/>
                    <a:pt x="624" y="611"/>
                    <a:pt x="624" y="611"/>
                  </a:cubicBezTo>
                  <a:cubicBezTo>
                    <a:pt x="624" y="611"/>
                    <a:pt x="624" y="616"/>
                    <a:pt x="617" y="616"/>
                  </a:cubicBezTo>
                  <a:cubicBezTo>
                    <a:pt x="611" y="616"/>
                    <a:pt x="611" y="612"/>
                    <a:pt x="611" y="612"/>
                  </a:cubicBezTo>
                  <a:cubicBezTo>
                    <a:pt x="611" y="612"/>
                    <a:pt x="612" y="587"/>
                    <a:pt x="611" y="576"/>
                  </a:cubicBezTo>
                  <a:cubicBezTo>
                    <a:pt x="611" y="565"/>
                    <a:pt x="598" y="564"/>
                    <a:pt x="591" y="564"/>
                  </a:cubicBezTo>
                  <a:cubicBezTo>
                    <a:pt x="584" y="563"/>
                    <a:pt x="574" y="565"/>
                    <a:pt x="570" y="570"/>
                  </a:cubicBezTo>
                  <a:cubicBezTo>
                    <a:pt x="568" y="572"/>
                    <a:pt x="568" y="585"/>
                    <a:pt x="568" y="585"/>
                  </a:cubicBezTo>
                  <a:cubicBezTo>
                    <a:pt x="518" y="585"/>
                    <a:pt x="518" y="585"/>
                    <a:pt x="518" y="585"/>
                  </a:cubicBezTo>
                  <a:cubicBezTo>
                    <a:pt x="518" y="575"/>
                    <a:pt x="499" y="572"/>
                    <a:pt x="491" y="572"/>
                  </a:cubicBezTo>
                  <a:cubicBezTo>
                    <a:pt x="483" y="572"/>
                    <a:pt x="480" y="568"/>
                    <a:pt x="480" y="568"/>
                  </a:cubicBezTo>
                  <a:cubicBezTo>
                    <a:pt x="479" y="567"/>
                    <a:pt x="479" y="567"/>
                    <a:pt x="479" y="567"/>
                  </a:cubicBezTo>
                  <a:cubicBezTo>
                    <a:pt x="478" y="567"/>
                    <a:pt x="478" y="567"/>
                    <a:pt x="478" y="567"/>
                  </a:cubicBezTo>
                  <a:cubicBezTo>
                    <a:pt x="478" y="567"/>
                    <a:pt x="382" y="499"/>
                    <a:pt x="352" y="473"/>
                  </a:cubicBezTo>
                  <a:cubicBezTo>
                    <a:pt x="340" y="462"/>
                    <a:pt x="329" y="461"/>
                    <a:pt x="315" y="461"/>
                  </a:cubicBezTo>
                  <a:cubicBezTo>
                    <a:pt x="301" y="461"/>
                    <a:pt x="297" y="459"/>
                    <a:pt x="297" y="453"/>
                  </a:cubicBezTo>
                  <a:cubicBezTo>
                    <a:pt x="297" y="446"/>
                    <a:pt x="303" y="447"/>
                    <a:pt x="314" y="446"/>
                  </a:cubicBezTo>
                  <a:cubicBezTo>
                    <a:pt x="325" y="445"/>
                    <a:pt x="338" y="449"/>
                    <a:pt x="358" y="437"/>
                  </a:cubicBezTo>
                  <a:cubicBezTo>
                    <a:pt x="378" y="425"/>
                    <a:pt x="478" y="376"/>
                    <a:pt x="478" y="376"/>
                  </a:cubicBezTo>
                  <a:cubicBezTo>
                    <a:pt x="478" y="376"/>
                    <a:pt x="491" y="368"/>
                    <a:pt x="491" y="353"/>
                  </a:cubicBezTo>
                  <a:cubicBezTo>
                    <a:pt x="492" y="337"/>
                    <a:pt x="520" y="337"/>
                    <a:pt x="520" y="325"/>
                  </a:cubicBezTo>
                  <a:cubicBezTo>
                    <a:pt x="520" y="325"/>
                    <a:pt x="521" y="318"/>
                    <a:pt x="512" y="313"/>
                  </a:cubicBezTo>
                  <a:cubicBezTo>
                    <a:pt x="508" y="310"/>
                    <a:pt x="507" y="303"/>
                    <a:pt x="513" y="299"/>
                  </a:cubicBezTo>
                  <a:cubicBezTo>
                    <a:pt x="521" y="295"/>
                    <a:pt x="520" y="287"/>
                    <a:pt x="520" y="287"/>
                  </a:cubicBezTo>
                  <a:cubicBezTo>
                    <a:pt x="520" y="275"/>
                    <a:pt x="379" y="74"/>
                    <a:pt x="359" y="67"/>
                  </a:cubicBezTo>
                  <a:cubicBezTo>
                    <a:pt x="339" y="59"/>
                    <a:pt x="326" y="62"/>
                    <a:pt x="315" y="61"/>
                  </a:cubicBezTo>
                  <a:cubicBezTo>
                    <a:pt x="304" y="60"/>
                    <a:pt x="298" y="61"/>
                    <a:pt x="298" y="56"/>
                  </a:cubicBezTo>
                  <a:cubicBezTo>
                    <a:pt x="298" y="53"/>
                    <a:pt x="302" y="51"/>
                    <a:pt x="316" y="51"/>
                  </a:cubicBezTo>
                  <a:cubicBezTo>
                    <a:pt x="330" y="51"/>
                    <a:pt x="341" y="51"/>
                    <a:pt x="353" y="43"/>
                  </a:cubicBezTo>
                  <a:cubicBezTo>
                    <a:pt x="383" y="26"/>
                    <a:pt x="472" y="7"/>
                    <a:pt x="472" y="7"/>
                  </a:cubicBezTo>
                  <a:cubicBezTo>
                    <a:pt x="472" y="7"/>
                    <a:pt x="501" y="1"/>
                    <a:pt x="474" y="1"/>
                  </a:cubicBezTo>
                  <a:cubicBezTo>
                    <a:pt x="446" y="1"/>
                    <a:pt x="194" y="0"/>
                    <a:pt x="194" y="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4" name="Freeform 354">
              <a:extLst>
                <a:ext uri="{FF2B5EF4-FFF2-40B4-BE49-F238E27FC236}">
                  <a16:creationId xmlns:a16="http://schemas.microsoft.com/office/drawing/2014/main" id="{6C047EF4-0DE1-4A42-84C0-64ABD7F60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659"/>
              <a:ext cx="342" cy="7"/>
            </a:xfrm>
            <a:custGeom>
              <a:avLst/>
              <a:gdLst>
                <a:gd name="T0" fmla="*/ 33 w 354"/>
                <a:gd name="T1" fmla="*/ 2 h 7"/>
                <a:gd name="T2" fmla="*/ 316 w 354"/>
                <a:gd name="T3" fmla="*/ 2 h 7"/>
                <a:gd name="T4" fmla="*/ 319 w 354"/>
                <a:gd name="T5" fmla="*/ 3 h 7"/>
                <a:gd name="T6" fmla="*/ 317 w 354"/>
                <a:gd name="T7" fmla="*/ 6 h 7"/>
                <a:gd name="T8" fmla="*/ 45 w 354"/>
                <a:gd name="T9" fmla="*/ 6 h 7"/>
                <a:gd name="T10" fmla="*/ 2 w 354"/>
                <a:gd name="T11" fmla="*/ 5 h 7"/>
                <a:gd name="T12" fmla="*/ 16 w 354"/>
                <a:gd name="T13" fmla="*/ 0 h 7"/>
                <a:gd name="T14" fmla="*/ 37 w 354"/>
                <a:gd name="T15" fmla="*/ 1 h 7"/>
                <a:gd name="T16" fmla="*/ 33 w 354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4" h="7">
                  <a:moveTo>
                    <a:pt x="36" y="2"/>
                  </a:moveTo>
                  <a:cubicBezTo>
                    <a:pt x="350" y="2"/>
                    <a:pt x="350" y="2"/>
                    <a:pt x="350" y="2"/>
                  </a:cubicBezTo>
                  <a:cubicBezTo>
                    <a:pt x="354" y="3"/>
                    <a:pt x="354" y="3"/>
                    <a:pt x="354" y="3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63" y="6"/>
                    <a:pt x="51" y="6"/>
                  </a:cubicBezTo>
                  <a:cubicBezTo>
                    <a:pt x="38" y="7"/>
                    <a:pt x="4" y="7"/>
                    <a:pt x="2" y="5"/>
                  </a:cubicBezTo>
                  <a:cubicBezTo>
                    <a:pt x="0" y="4"/>
                    <a:pt x="19" y="0"/>
                    <a:pt x="19" y="0"/>
                  </a:cubicBezTo>
                  <a:cubicBezTo>
                    <a:pt x="40" y="1"/>
                    <a:pt x="40" y="1"/>
                    <a:pt x="40" y="1"/>
                  </a:cubicBezTo>
                  <a:lnTo>
                    <a:pt x="36" y="2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5" name="Freeform 355">
              <a:extLst>
                <a:ext uri="{FF2B5EF4-FFF2-40B4-BE49-F238E27FC236}">
                  <a16:creationId xmlns:a16="http://schemas.microsoft.com/office/drawing/2014/main" id="{91CD688D-1D58-4355-9B3B-56C5959D9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659"/>
              <a:ext cx="273" cy="7"/>
            </a:xfrm>
            <a:custGeom>
              <a:avLst/>
              <a:gdLst>
                <a:gd name="T0" fmla="*/ 33 w 282"/>
                <a:gd name="T1" fmla="*/ 2 h 7"/>
                <a:gd name="T2" fmla="*/ 251 w 282"/>
                <a:gd name="T3" fmla="*/ 2 h 7"/>
                <a:gd name="T4" fmla="*/ 256 w 282"/>
                <a:gd name="T5" fmla="*/ 3 h 7"/>
                <a:gd name="T6" fmla="*/ 253 w 282"/>
                <a:gd name="T7" fmla="*/ 6 h 7"/>
                <a:gd name="T8" fmla="*/ 46 w 282"/>
                <a:gd name="T9" fmla="*/ 6 h 7"/>
                <a:gd name="T10" fmla="*/ 2 w 282"/>
                <a:gd name="T11" fmla="*/ 5 h 7"/>
                <a:gd name="T12" fmla="*/ 16 w 282"/>
                <a:gd name="T13" fmla="*/ 0 h 7"/>
                <a:gd name="T14" fmla="*/ 37 w 282"/>
                <a:gd name="T15" fmla="*/ 1 h 7"/>
                <a:gd name="T16" fmla="*/ 33 w 282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2" h="7">
                  <a:moveTo>
                    <a:pt x="36" y="2"/>
                  </a:moveTo>
                  <a:cubicBezTo>
                    <a:pt x="277" y="2"/>
                    <a:pt x="277" y="2"/>
                    <a:pt x="277" y="2"/>
                  </a:cubicBezTo>
                  <a:cubicBezTo>
                    <a:pt x="282" y="3"/>
                    <a:pt x="282" y="3"/>
                    <a:pt x="282" y="3"/>
                  </a:cubicBezTo>
                  <a:cubicBezTo>
                    <a:pt x="279" y="6"/>
                    <a:pt x="279" y="6"/>
                    <a:pt x="279" y="6"/>
                  </a:cubicBezTo>
                  <a:cubicBezTo>
                    <a:pt x="279" y="6"/>
                    <a:pt x="63" y="6"/>
                    <a:pt x="51" y="6"/>
                  </a:cubicBezTo>
                  <a:cubicBezTo>
                    <a:pt x="38" y="7"/>
                    <a:pt x="4" y="7"/>
                    <a:pt x="2" y="5"/>
                  </a:cubicBezTo>
                  <a:cubicBezTo>
                    <a:pt x="0" y="4"/>
                    <a:pt x="19" y="0"/>
                    <a:pt x="19" y="0"/>
                  </a:cubicBezTo>
                  <a:cubicBezTo>
                    <a:pt x="40" y="1"/>
                    <a:pt x="40" y="1"/>
                    <a:pt x="40" y="1"/>
                  </a:cubicBezTo>
                  <a:lnTo>
                    <a:pt x="36" y="2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6" name="Freeform 356">
              <a:extLst>
                <a:ext uri="{FF2B5EF4-FFF2-40B4-BE49-F238E27FC236}">
                  <a16:creationId xmlns:a16="http://schemas.microsoft.com/office/drawing/2014/main" id="{1DDF5317-1CAF-4736-8ECC-C492FE758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60"/>
              <a:ext cx="269" cy="6"/>
            </a:xfrm>
            <a:custGeom>
              <a:avLst/>
              <a:gdLst>
                <a:gd name="T0" fmla="*/ 33 w 278"/>
                <a:gd name="T1" fmla="*/ 1 h 6"/>
                <a:gd name="T2" fmla="*/ 248 w 278"/>
                <a:gd name="T3" fmla="*/ 1 h 6"/>
                <a:gd name="T4" fmla="*/ 252 w 278"/>
                <a:gd name="T5" fmla="*/ 2 h 6"/>
                <a:gd name="T6" fmla="*/ 249 w 278"/>
                <a:gd name="T7" fmla="*/ 5 h 6"/>
                <a:gd name="T8" fmla="*/ 45 w 278"/>
                <a:gd name="T9" fmla="*/ 5 h 6"/>
                <a:gd name="T10" fmla="*/ 2 w 278"/>
                <a:gd name="T11" fmla="*/ 4 h 6"/>
                <a:gd name="T12" fmla="*/ 19 w 278"/>
                <a:gd name="T13" fmla="*/ 0 h 6"/>
                <a:gd name="T14" fmla="*/ 37 w 278"/>
                <a:gd name="T15" fmla="*/ 0 h 6"/>
                <a:gd name="T16" fmla="*/ 33 w 278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8" h="6">
                  <a:moveTo>
                    <a:pt x="36" y="1"/>
                  </a:moveTo>
                  <a:cubicBezTo>
                    <a:pt x="274" y="1"/>
                    <a:pt x="274" y="1"/>
                    <a:pt x="274" y="1"/>
                  </a:cubicBezTo>
                  <a:cubicBezTo>
                    <a:pt x="278" y="2"/>
                    <a:pt x="278" y="2"/>
                    <a:pt x="278" y="2"/>
                  </a:cubicBezTo>
                  <a:cubicBezTo>
                    <a:pt x="275" y="5"/>
                    <a:pt x="275" y="5"/>
                    <a:pt x="275" y="5"/>
                  </a:cubicBezTo>
                  <a:cubicBezTo>
                    <a:pt x="275" y="5"/>
                    <a:pt x="63" y="5"/>
                    <a:pt x="51" y="5"/>
                  </a:cubicBezTo>
                  <a:cubicBezTo>
                    <a:pt x="38" y="6"/>
                    <a:pt x="4" y="6"/>
                    <a:pt x="2" y="4"/>
                  </a:cubicBezTo>
                  <a:cubicBezTo>
                    <a:pt x="0" y="3"/>
                    <a:pt x="22" y="0"/>
                    <a:pt x="22" y="0"/>
                  </a:cubicBezTo>
                  <a:cubicBezTo>
                    <a:pt x="40" y="0"/>
                    <a:pt x="40" y="0"/>
                    <a:pt x="40" y="0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7" name="Freeform 357">
              <a:extLst>
                <a:ext uri="{FF2B5EF4-FFF2-40B4-BE49-F238E27FC236}">
                  <a16:creationId xmlns:a16="http://schemas.microsoft.com/office/drawing/2014/main" id="{87A5E9C5-CEAF-4AD0-BBF5-9C36A64A7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660"/>
              <a:ext cx="274" cy="6"/>
            </a:xfrm>
            <a:custGeom>
              <a:avLst/>
              <a:gdLst>
                <a:gd name="T0" fmla="*/ 34 w 283"/>
                <a:gd name="T1" fmla="*/ 1 h 6"/>
                <a:gd name="T2" fmla="*/ 252 w 283"/>
                <a:gd name="T3" fmla="*/ 1 h 6"/>
                <a:gd name="T4" fmla="*/ 257 w 283"/>
                <a:gd name="T5" fmla="*/ 2 h 6"/>
                <a:gd name="T6" fmla="*/ 254 w 283"/>
                <a:gd name="T7" fmla="*/ 5 h 6"/>
                <a:gd name="T8" fmla="*/ 46 w 283"/>
                <a:gd name="T9" fmla="*/ 5 h 6"/>
                <a:gd name="T10" fmla="*/ 3 w 283"/>
                <a:gd name="T11" fmla="*/ 5 h 6"/>
                <a:gd name="T12" fmla="*/ 22 w 283"/>
                <a:gd name="T13" fmla="*/ 0 h 6"/>
                <a:gd name="T14" fmla="*/ 38 w 283"/>
                <a:gd name="T15" fmla="*/ 0 h 6"/>
                <a:gd name="T16" fmla="*/ 34 w 283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6">
                  <a:moveTo>
                    <a:pt x="37" y="1"/>
                  </a:moveTo>
                  <a:cubicBezTo>
                    <a:pt x="278" y="1"/>
                    <a:pt x="278" y="1"/>
                    <a:pt x="278" y="1"/>
                  </a:cubicBezTo>
                  <a:cubicBezTo>
                    <a:pt x="283" y="2"/>
                    <a:pt x="283" y="2"/>
                    <a:pt x="283" y="2"/>
                  </a:cubicBezTo>
                  <a:cubicBezTo>
                    <a:pt x="280" y="5"/>
                    <a:pt x="280" y="5"/>
                    <a:pt x="280" y="5"/>
                  </a:cubicBezTo>
                  <a:cubicBezTo>
                    <a:pt x="280" y="5"/>
                    <a:pt x="64" y="5"/>
                    <a:pt x="52" y="5"/>
                  </a:cubicBezTo>
                  <a:cubicBezTo>
                    <a:pt x="39" y="6"/>
                    <a:pt x="6" y="6"/>
                    <a:pt x="3" y="5"/>
                  </a:cubicBezTo>
                  <a:cubicBezTo>
                    <a:pt x="0" y="4"/>
                    <a:pt x="25" y="0"/>
                    <a:pt x="25" y="0"/>
                  </a:cubicBezTo>
                  <a:cubicBezTo>
                    <a:pt x="41" y="0"/>
                    <a:pt x="41" y="0"/>
                    <a:pt x="41" y="0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8" name="Freeform 358">
              <a:extLst>
                <a:ext uri="{FF2B5EF4-FFF2-40B4-BE49-F238E27FC236}">
                  <a16:creationId xmlns:a16="http://schemas.microsoft.com/office/drawing/2014/main" id="{BE2B58BF-E9FD-4553-BAD8-CA05DD41F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826"/>
              <a:ext cx="300" cy="9"/>
            </a:xfrm>
            <a:custGeom>
              <a:avLst/>
              <a:gdLst>
                <a:gd name="T0" fmla="*/ 51 w 311"/>
                <a:gd name="T1" fmla="*/ 8 h 9"/>
                <a:gd name="T2" fmla="*/ 30 w 311"/>
                <a:gd name="T3" fmla="*/ 9 h 9"/>
                <a:gd name="T4" fmla="*/ 18 w 311"/>
                <a:gd name="T5" fmla="*/ 6 h 9"/>
                <a:gd name="T6" fmla="*/ 29 w 311"/>
                <a:gd name="T7" fmla="*/ 1 h 9"/>
                <a:gd name="T8" fmla="*/ 274 w 311"/>
                <a:gd name="T9" fmla="*/ 1 h 9"/>
                <a:gd name="T10" fmla="*/ 279 w 311"/>
                <a:gd name="T11" fmla="*/ 4 h 9"/>
                <a:gd name="T12" fmla="*/ 275 w 311"/>
                <a:gd name="T13" fmla="*/ 8 h 9"/>
                <a:gd name="T14" fmla="*/ 51 w 311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1" h="9">
                  <a:moveTo>
                    <a:pt x="57" y="8"/>
                  </a:moveTo>
                  <a:cubicBezTo>
                    <a:pt x="33" y="9"/>
                    <a:pt x="33" y="9"/>
                    <a:pt x="33" y="9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0" y="0"/>
                    <a:pt x="32" y="1"/>
                  </a:cubicBezTo>
                  <a:cubicBezTo>
                    <a:pt x="65" y="1"/>
                    <a:pt x="305" y="1"/>
                    <a:pt x="305" y="1"/>
                  </a:cubicBezTo>
                  <a:cubicBezTo>
                    <a:pt x="311" y="4"/>
                    <a:pt x="311" y="4"/>
                    <a:pt x="311" y="4"/>
                  </a:cubicBezTo>
                  <a:cubicBezTo>
                    <a:pt x="306" y="8"/>
                    <a:pt x="306" y="8"/>
                    <a:pt x="306" y="8"/>
                  </a:cubicBezTo>
                  <a:lnTo>
                    <a:pt x="57" y="8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9" name="Freeform 359">
              <a:extLst>
                <a:ext uri="{FF2B5EF4-FFF2-40B4-BE49-F238E27FC236}">
                  <a16:creationId xmlns:a16="http://schemas.microsoft.com/office/drawing/2014/main" id="{6611571C-ADAB-4339-A75A-D38E24966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826"/>
              <a:ext cx="300" cy="9"/>
            </a:xfrm>
            <a:custGeom>
              <a:avLst/>
              <a:gdLst>
                <a:gd name="T0" fmla="*/ 51 w 310"/>
                <a:gd name="T1" fmla="*/ 8 h 9"/>
                <a:gd name="T2" fmla="*/ 29 w 310"/>
                <a:gd name="T3" fmla="*/ 9 h 9"/>
                <a:gd name="T4" fmla="*/ 17 w 310"/>
                <a:gd name="T5" fmla="*/ 6 h 9"/>
                <a:gd name="T6" fmla="*/ 29 w 310"/>
                <a:gd name="T7" fmla="*/ 1 h 9"/>
                <a:gd name="T8" fmla="*/ 276 w 310"/>
                <a:gd name="T9" fmla="*/ 1 h 9"/>
                <a:gd name="T10" fmla="*/ 281 w 310"/>
                <a:gd name="T11" fmla="*/ 4 h 9"/>
                <a:gd name="T12" fmla="*/ 277 w 310"/>
                <a:gd name="T13" fmla="*/ 8 h 9"/>
                <a:gd name="T14" fmla="*/ 51 w 310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0" h="9">
                  <a:moveTo>
                    <a:pt x="57" y="8"/>
                  </a:moveTo>
                  <a:cubicBezTo>
                    <a:pt x="32" y="9"/>
                    <a:pt x="32" y="9"/>
                    <a:pt x="32" y="9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0" y="0"/>
                    <a:pt x="32" y="1"/>
                  </a:cubicBezTo>
                  <a:cubicBezTo>
                    <a:pt x="64" y="1"/>
                    <a:pt x="304" y="1"/>
                    <a:pt x="304" y="1"/>
                  </a:cubicBezTo>
                  <a:cubicBezTo>
                    <a:pt x="310" y="4"/>
                    <a:pt x="310" y="4"/>
                    <a:pt x="310" y="4"/>
                  </a:cubicBezTo>
                  <a:cubicBezTo>
                    <a:pt x="306" y="8"/>
                    <a:pt x="306" y="8"/>
                    <a:pt x="306" y="8"/>
                  </a:cubicBezTo>
                  <a:lnTo>
                    <a:pt x="57" y="8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0" name="Freeform 360">
              <a:extLst>
                <a:ext uri="{FF2B5EF4-FFF2-40B4-BE49-F238E27FC236}">
                  <a16:creationId xmlns:a16="http://schemas.microsoft.com/office/drawing/2014/main" id="{235E547A-EA18-4CBA-B0E3-36B99FB02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826"/>
              <a:ext cx="301" cy="9"/>
            </a:xfrm>
            <a:custGeom>
              <a:avLst/>
              <a:gdLst>
                <a:gd name="T0" fmla="*/ 51 w 311"/>
                <a:gd name="T1" fmla="*/ 8 h 9"/>
                <a:gd name="T2" fmla="*/ 30 w 311"/>
                <a:gd name="T3" fmla="*/ 9 h 9"/>
                <a:gd name="T4" fmla="*/ 18 w 311"/>
                <a:gd name="T5" fmla="*/ 6 h 9"/>
                <a:gd name="T6" fmla="*/ 29 w 311"/>
                <a:gd name="T7" fmla="*/ 1 h 9"/>
                <a:gd name="T8" fmla="*/ 277 w 311"/>
                <a:gd name="T9" fmla="*/ 1 h 9"/>
                <a:gd name="T10" fmla="*/ 282 w 311"/>
                <a:gd name="T11" fmla="*/ 4 h 9"/>
                <a:gd name="T12" fmla="*/ 277 w 311"/>
                <a:gd name="T13" fmla="*/ 8 h 9"/>
                <a:gd name="T14" fmla="*/ 51 w 311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1" h="9">
                  <a:moveTo>
                    <a:pt x="57" y="8"/>
                  </a:moveTo>
                  <a:cubicBezTo>
                    <a:pt x="33" y="9"/>
                    <a:pt x="33" y="9"/>
                    <a:pt x="33" y="9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0" y="0"/>
                    <a:pt x="32" y="1"/>
                  </a:cubicBezTo>
                  <a:cubicBezTo>
                    <a:pt x="65" y="1"/>
                    <a:pt x="305" y="1"/>
                    <a:pt x="305" y="1"/>
                  </a:cubicBezTo>
                  <a:cubicBezTo>
                    <a:pt x="311" y="4"/>
                    <a:pt x="311" y="4"/>
                    <a:pt x="311" y="4"/>
                  </a:cubicBezTo>
                  <a:cubicBezTo>
                    <a:pt x="306" y="8"/>
                    <a:pt x="306" y="8"/>
                    <a:pt x="306" y="8"/>
                  </a:cubicBezTo>
                  <a:lnTo>
                    <a:pt x="57" y="8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1" name="Freeform 361">
              <a:extLst>
                <a:ext uri="{FF2B5EF4-FFF2-40B4-BE49-F238E27FC236}">
                  <a16:creationId xmlns:a16="http://schemas.microsoft.com/office/drawing/2014/main" id="{D3F37175-A341-4F4D-9CA7-FCB6EB307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826"/>
              <a:ext cx="302" cy="9"/>
            </a:xfrm>
            <a:custGeom>
              <a:avLst/>
              <a:gdLst>
                <a:gd name="T0" fmla="*/ 53 w 312"/>
                <a:gd name="T1" fmla="*/ 8 h 9"/>
                <a:gd name="T2" fmla="*/ 31 w 312"/>
                <a:gd name="T3" fmla="*/ 9 h 9"/>
                <a:gd name="T4" fmla="*/ 19 w 312"/>
                <a:gd name="T5" fmla="*/ 6 h 9"/>
                <a:gd name="T6" fmla="*/ 31 w 312"/>
                <a:gd name="T7" fmla="*/ 0 h 9"/>
                <a:gd name="T8" fmla="*/ 278 w 312"/>
                <a:gd name="T9" fmla="*/ 0 h 9"/>
                <a:gd name="T10" fmla="*/ 283 w 312"/>
                <a:gd name="T11" fmla="*/ 4 h 9"/>
                <a:gd name="T12" fmla="*/ 278 w 312"/>
                <a:gd name="T13" fmla="*/ 7 h 9"/>
                <a:gd name="T14" fmla="*/ 53 w 312"/>
                <a:gd name="T15" fmla="*/ 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9">
                  <a:moveTo>
                    <a:pt x="59" y="8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0" y="0"/>
                    <a:pt x="34" y="0"/>
                  </a:cubicBezTo>
                  <a:cubicBezTo>
                    <a:pt x="66" y="1"/>
                    <a:pt x="306" y="0"/>
                    <a:pt x="306" y="0"/>
                  </a:cubicBezTo>
                  <a:cubicBezTo>
                    <a:pt x="312" y="4"/>
                    <a:pt x="312" y="4"/>
                    <a:pt x="312" y="4"/>
                  </a:cubicBezTo>
                  <a:cubicBezTo>
                    <a:pt x="307" y="7"/>
                    <a:pt x="307" y="7"/>
                    <a:pt x="307" y="7"/>
                  </a:cubicBezTo>
                  <a:lnTo>
                    <a:pt x="59" y="8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2" name="Freeform 362">
              <a:extLst>
                <a:ext uri="{FF2B5EF4-FFF2-40B4-BE49-F238E27FC236}">
                  <a16:creationId xmlns:a16="http://schemas.microsoft.com/office/drawing/2014/main" id="{7E5E427F-8C24-4193-898F-9B39841B0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826"/>
              <a:ext cx="2069" cy="839"/>
            </a:xfrm>
            <a:custGeom>
              <a:avLst/>
              <a:gdLst>
                <a:gd name="T0" fmla="*/ 1878 w 2140"/>
                <a:gd name="T1" fmla="*/ 390 h 865"/>
                <a:gd name="T2" fmla="*/ 1728 w 2140"/>
                <a:gd name="T3" fmla="*/ 626 h 865"/>
                <a:gd name="T4" fmla="*/ 1859 w 2140"/>
                <a:gd name="T5" fmla="*/ 746 h 865"/>
                <a:gd name="T6" fmla="*/ 1864 w 2140"/>
                <a:gd name="T7" fmla="*/ 397 h 865"/>
                <a:gd name="T8" fmla="*/ 1584 w 2140"/>
                <a:gd name="T9" fmla="*/ 195 h 865"/>
                <a:gd name="T10" fmla="*/ 1624 w 2140"/>
                <a:gd name="T11" fmla="*/ 390 h 865"/>
                <a:gd name="T12" fmla="*/ 1641 w 2140"/>
                <a:gd name="T13" fmla="*/ 744 h 865"/>
                <a:gd name="T14" fmla="*/ 1498 w 2140"/>
                <a:gd name="T15" fmla="*/ 630 h 865"/>
                <a:gd name="T16" fmla="*/ 1346 w 2140"/>
                <a:gd name="T17" fmla="*/ 627 h 865"/>
                <a:gd name="T18" fmla="*/ 1425 w 2140"/>
                <a:gd name="T19" fmla="*/ 760 h 865"/>
                <a:gd name="T20" fmla="*/ 1226 w 2140"/>
                <a:gd name="T21" fmla="*/ 578 h 865"/>
                <a:gd name="T22" fmla="*/ 1179 w 2140"/>
                <a:gd name="T23" fmla="*/ 231 h 865"/>
                <a:gd name="T24" fmla="*/ 1056 w 2140"/>
                <a:gd name="T25" fmla="*/ 209 h 865"/>
                <a:gd name="T26" fmla="*/ 1140 w 2140"/>
                <a:gd name="T27" fmla="*/ 452 h 865"/>
                <a:gd name="T28" fmla="*/ 1155 w 2140"/>
                <a:gd name="T29" fmla="*/ 765 h 865"/>
                <a:gd name="T30" fmla="*/ 922 w 2140"/>
                <a:gd name="T31" fmla="*/ 596 h 865"/>
                <a:gd name="T32" fmla="*/ 813 w 2140"/>
                <a:gd name="T33" fmla="*/ 573 h 865"/>
                <a:gd name="T34" fmla="*/ 891 w 2140"/>
                <a:gd name="T35" fmla="*/ 762 h 865"/>
                <a:gd name="T36" fmla="*/ 897 w 2140"/>
                <a:gd name="T37" fmla="*/ 442 h 865"/>
                <a:gd name="T38" fmla="*/ 662 w 2140"/>
                <a:gd name="T39" fmla="*/ 252 h 865"/>
                <a:gd name="T40" fmla="*/ 514 w 2140"/>
                <a:gd name="T41" fmla="*/ 235 h 865"/>
                <a:gd name="T42" fmla="*/ 513 w 2140"/>
                <a:gd name="T43" fmla="*/ 596 h 865"/>
                <a:gd name="T44" fmla="*/ 714 w 2140"/>
                <a:gd name="T45" fmla="*/ 754 h 865"/>
                <a:gd name="T46" fmla="*/ 388 w 2140"/>
                <a:gd name="T47" fmla="*/ 626 h 865"/>
                <a:gd name="T48" fmla="*/ 420 w 2140"/>
                <a:gd name="T49" fmla="*/ 744 h 865"/>
                <a:gd name="T50" fmla="*/ 259 w 2140"/>
                <a:gd name="T51" fmla="*/ 625 h 865"/>
                <a:gd name="T52" fmla="*/ 280 w 2140"/>
                <a:gd name="T53" fmla="*/ 257 h 865"/>
                <a:gd name="T54" fmla="*/ 128 w 2140"/>
                <a:gd name="T55" fmla="*/ 252 h 865"/>
                <a:gd name="T56" fmla="*/ 206 w 2140"/>
                <a:gd name="T57" fmla="*/ 397 h 865"/>
                <a:gd name="T58" fmla="*/ 222 w 2140"/>
                <a:gd name="T59" fmla="*/ 730 h 865"/>
                <a:gd name="T60" fmla="*/ 33 w 2140"/>
                <a:gd name="T61" fmla="*/ 574 h 865"/>
                <a:gd name="T62" fmla="*/ 36 w 2140"/>
                <a:gd name="T63" fmla="*/ 288 h 865"/>
                <a:gd name="T64" fmla="*/ 177 w 2140"/>
                <a:gd name="T65" fmla="*/ 41 h 865"/>
                <a:gd name="T66" fmla="*/ 100 w 2140"/>
                <a:gd name="T67" fmla="*/ 249 h 865"/>
                <a:gd name="T68" fmla="*/ 204 w 2140"/>
                <a:gd name="T69" fmla="*/ 214 h 865"/>
                <a:gd name="T70" fmla="*/ 460 w 2140"/>
                <a:gd name="T71" fmla="*/ 42 h 865"/>
                <a:gd name="T72" fmla="*/ 461 w 2140"/>
                <a:gd name="T73" fmla="*/ 438 h 865"/>
                <a:gd name="T74" fmla="*/ 350 w 2140"/>
                <a:gd name="T75" fmla="*/ 623 h 865"/>
                <a:gd name="T76" fmla="*/ 452 w 2140"/>
                <a:gd name="T77" fmla="*/ 589 h 865"/>
                <a:gd name="T78" fmla="*/ 493 w 2140"/>
                <a:gd name="T79" fmla="*/ 251 h 865"/>
                <a:gd name="T80" fmla="*/ 690 w 2140"/>
                <a:gd name="T81" fmla="*/ 42 h 865"/>
                <a:gd name="T82" fmla="*/ 589 w 2140"/>
                <a:gd name="T83" fmla="*/ 256 h 865"/>
                <a:gd name="T84" fmla="*/ 732 w 2140"/>
                <a:gd name="T85" fmla="*/ 214 h 865"/>
                <a:gd name="T86" fmla="*/ 961 w 2140"/>
                <a:gd name="T87" fmla="*/ 50 h 865"/>
                <a:gd name="T88" fmla="*/ 907 w 2140"/>
                <a:gd name="T89" fmla="*/ 452 h 865"/>
                <a:gd name="T90" fmla="*/ 831 w 2140"/>
                <a:gd name="T91" fmla="*/ 623 h 865"/>
                <a:gd name="T92" fmla="*/ 935 w 2140"/>
                <a:gd name="T93" fmla="*/ 589 h 865"/>
                <a:gd name="T94" fmla="*/ 1004 w 2140"/>
                <a:gd name="T95" fmla="*/ 288 h 865"/>
                <a:gd name="T96" fmla="*/ 1145 w 2140"/>
                <a:gd name="T97" fmla="*/ 41 h 865"/>
                <a:gd name="T98" fmla="*/ 1069 w 2140"/>
                <a:gd name="T99" fmla="*/ 249 h 865"/>
                <a:gd name="T100" fmla="*/ 1172 w 2140"/>
                <a:gd name="T101" fmla="*/ 214 h 865"/>
                <a:gd name="T102" fmla="*/ 1430 w 2140"/>
                <a:gd name="T103" fmla="*/ 42 h 865"/>
                <a:gd name="T104" fmla="*/ 1430 w 2140"/>
                <a:gd name="T105" fmla="*/ 438 h 865"/>
                <a:gd name="T106" fmla="*/ 1318 w 2140"/>
                <a:gd name="T107" fmla="*/ 568 h 865"/>
                <a:gd name="T108" fmla="*/ 1419 w 2140"/>
                <a:gd name="T109" fmla="*/ 568 h 865"/>
                <a:gd name="T110" fmla="*/ 1502 w 2140"/>
                <a:gd name="T111" fmla="*/ 318 h 865"/>
                <a:gd name="T112" fmla="*/ 1513 w 2140"/>
                <a:gd name="T113" fmla="*/ 2 h 865"/>
                <a:gd name="T114" fmla="*/ 1556 w 2140"/>
                <a:gd name="T115" fmla="*/ 195 h 865"/>
                <a:gd name="T116" fmla="*/ 1656 w 2140"/>
                <a:gd name="T117" fmla="*/ 195 h 86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40" h="865">
                  <a:moveTo>
                    <a:pt x="1946" y="0"/>
                  </a:moveTo>
                  <a:cubicBezTo>
                    <a:pt x="1946" y="0"/>
                    <a:pt x="2046" y="23"/>
                    <a:pt x="2085" y="44"/>
                  </a:cubicBezTo>
                  <a:cubicBezTo>
                    <a:pt x="2090" y="46"/>
                    <a:pt x="2105" y="45"/>
                    <a:pt x="2119" y="45"/>
                  </a:cubicBezTo>
                  <a:cubicBezTo>
                    <a:pt x="2132" y="45"/>
                    <a:pt x="2138" y="53"/>
                    <a:pt x="2138" y="56"/>
                  </a:cubicBezTo>
                  <a:cubicBezTo>
                    <a:pt x="2138" y="61"/>
                    <a:pt x="2133" y="66"/>
                    <a:pt x="2122" y="67"/>
                  </a:cubicBezTo>
                  <a:cubicBezTo>
                    <a:pt x="2110" y="67"/>
                    <a:pt x="2092" y="65"/>
                    <a:pt x="2078" y="70"/>
                  </a:cubicBezTo>
                  <a:cubicBezTo>
                    <a:pt x="2056" y="76"/>
                    <a:pt x="1932" y="229"/>
                    <a:pt x="1932" y="229"/>
                  </a:cubicBezTo>
                  <a:cubicBezTo>
                    <a:pt x="1932" y="229"/>
                    <a:pt x="1926" y="234"/>
                    <a:pt x="1914" y="232"/>
                  </a:cubicBezTo>
                  <a:cubicBezTo>
                    <a:pt x="1905" y="232"/>
                    <a:pt x="1901" y="236"/>
                    <a:pt x="1901" y="243"/>
                  </a:cubicBezTo>
                  <a:cubicBezTo>
                    <a:pt x="1901" y="250"/>
                    <a:pt x="1902" y="258"/>
                    <a:pt x="1913" y="258"/>
                  </a:cubicBezTo>
                  <a:cubicBezTo>
                    <a:pt x="1928" y="259"/>
                    <a:pt x="1933" y="266"/>
                    <a:pt x="1933" y="266"/>
                  </a:cubicBezTo>
                  <a:cubicBezTo>
                    <a:pt x="1933" y="266"/>
                    <a:pt x="2057" y="412"/>
                    <a:pt x="2078" y="427"/>
                  </a:cubicBezTo>
                  <a:cubicBezTo>
                    <a:pt x="2094" y="438"/>
                    <a:pt x="2107" y="434"/>
                    <a:pt x="2118" y="435"/>
                  </a:cubicBezTo>
                  <a:cubicBezTo>
                    <a:pt x="2129" y="436"/>
                    <a:pt x="2139" y="442"/>
                    <a:pt x="2139" y="458"/>
                  </a:cubicBezTo>
                  <a:cubicBezTo>
                    <a:pt x="2140" y="465"/>
                    <a:pt x="2133" y="480"/>
                    <a:pt x="2120" y="480"/>
                  </a:cubicBezTo>
                  <a:cubicBezTo>
                    <a:pt x="2106" y="480"/>
                    <a:pt x="2091" y="479"/>
                    <a:pt x="2078" y="495"/>
                  </a:cubicBezTo>
                  <a:cubicBezTo>
                    <a:pt x="2049" y="533"/>
                    <a:pt x="1950" y="579"/>
                    <a:pt x="1950" y="579"/>
                  </a:cubicBezTo>
                  <a:cubicBezTo>
                    <a:pt x="1949" y="579"/>
                    <a:pt x="1949" y="579"/>
                    <a:pt x="1949" y="579"/>
                  </a:cubicBezTo>
                  <a:cubicBezTo>
                    <a:pt x="1948" y="580"/>
                    <a:pt x="1948" y="580"/>
                    <a:pt x="1948" y="580"/>
                  </a:cubicBezTo>
                  <a:cubicBezTo>
                    <a:pt x="1940" y="582"/>
                    <a:pt x="1938" y="594"/>
                    <a:pt x="1938" y="594"/>
                  </a:cubicBezTo>
                  <a:cubicBezTo>
                    <a:pt x="1933" y="615"/>
                    <a:pt x="1911" y="623"/>
                    <a:pt x="1911" y="633"/>
                  </a:cubicBezTo>
                  <a:cubicBezTo>
                    <a:pt x="1911" y="633"/>
                    <a:pt x="1910" y="643"/>
                    <a:pt x="1918" y="650"/>
                  </a:cubicBezTo>
                  <a:cubicBezTo>
                    <a:pt x="1918" y="650"/>
                    <a:pt x="1928" y="660"/>
                    <a:pt x="1919" y="669"/>
                  </a:cubicBezTo>
                  <a:cubicBezTo>
                    <a:pt x="1911" y="677"/>
                    <a:pt x="1911" y="686"/>
                    <a:pt x="1911" y="686"/>
                  </a:cubicBezTo>
                  <a:cubicBezTo>
                    <a:pt x="1911" y="693"/>
                    <a:pt x="2051" y="811"/>
                    <a:pt x="2072" y="816"/>
                  </a:cubicBezTo>
                  <a:cubicBezTo>
                    <a:pt x="2089" y="819"/>
                    <a:pt x="2101" y="818"/>
                    <a:pt x="2113" y="818"/>
                  </a:cubicBezTo>
                  <a:cubicBezTo>
                    <a:pt x="2124" y="819"/>
                    <a:pt x="2134" y="821"/>
                    <a:pt x="2134" y="826"/>
                  </a:cubicBezTo>
                  <a:cubicBezTo>
                    <a:pt x="2134" y="828"/>
                    <a:pt x="2128" y="833"/>
                    <a:pt x="2114" y="833"/>
                  </a:cubicBezTo>
                  <a:cubicBezTo>
                    <a:pt x="2101" y="833"/>
                    <a:pt x="2085" y="833"/>
                    <a:pt x="2073" y="838"/>
                  </a:cubicBezTo>
                  <a:cubicBezTo>
                    <a:pt x="2043" y="851"/>
                    <a:pt x="1950" y="865"/>
                    <a:pt x="1950" y="865"/>
                  </a:cubicBezTo>
                  <a:cubicBezTo>
                    <a:pt x="1943" y="861"/>
                    <a:pt x="1943" y="861"/>
                    <a:pt x="1943" y="861"/>
                  </a:cubicBezTo>
                  <a:cubicBezTo>
                    <a:pt x="1943" y="861"/>
                    <a:pt x="2033" y="848"/>
                    <a:pt x="2062" y="835"/>
                  </a:cubicBezTo>
                  <a:cubicBezTo>
                    <a:pt x="2075" y="830"/>
                    <a:pt x="2086" y="830"/>
                    <a:pt x="2100" y="830"/>
                  </a:cubicBezTo>
                  <a:cubicBezTo>
                    <a:pt x="2113" y="830"/>
                    <a:pt x="2117" y="828"/>
                    <a:pt x="2117" y="826"/>
                  </a:cubicBezTo>
                  <a:cubicBezTo>
                    <a:pt x="2117" y="822"/>
                    <a:pt x="2112" y="823"/>
                    <a:pt x="2101" y="822"/>
                  </a:cubicBezTo>
                  <a:cubicBezTo>
                    <a:pt x="2089" y="822"/>
                    <a:pt x="2076" y="824"/>
                    <a:pt x="2057" y="818"/>
                  </a:cubicBezTo>
                  <a:cubicBezTo>
                    <a:pt x="2037" y="813"/>
                    <a:pt x="1894" y="703"/>
                    <a:pt x="1895" y="686"/>
                  </a:cubicBezTo>
                  <a:cubicBezTo>
                    <a:pt x="1895" y="686"/>
                    <a:pt x="1894" y="676"/>
                    <a:pt x="1902" y="669"/>
                  </a:cubicBezTo>
                  <a:cubicBezTo>
                    <a:pt x="1907" y="665"/>
                    <a:pt x="1908" y="654"/>
                    <a:pt x="1902" y="650"/>
                  </a:cubicBezTo>
                  <a:cubicBezTo>
                    <a:pt x="1894" y="643"/>
                    <a:pt x="1895" y="633"/>
                    <a:pt x="1895" y="633"/>
                  </a:cubicBezTo>
                  <a:cubicBezTo>
                    <a:pt x="1894" y="615"/>
                    <a:pt x="1921" y="615"/>
                    <a:pt x="1922" y="593"/>
                  </a:cubicBezTo>
                  <a:cubicBezTo>
                    <a:pt x="1922" y="593"/>
                    <a:pt x="1925" y="573"/>
                    <a:pt x="1947" y="565"/>
                  </a:cubicBezTo>
                  <a:cubicBezTo>
                    <a:pt x="1949" y="564"/>
                    <a:pt x="1949" y="564"/>
                    <a:pt x="1949" y="564"/>
                  </a:cubicBezTo>
                  <a:cubicBezTo>
                    <a:pt x="1949" y="564"/>
                    <a:pt x="2038" y="523"/>
                    <a:pt x="2068" y="485"/>
                  </a:cubicBezTo>
                  <a:cubicBezTo>
                    <a:pt x="2080" y="470"/>
                    <a:pt x="2092" y="469"/>
                    <a:pt x="2105" y="469"/>
                  </a:cubicBezTo>
                  <a:cubicBezTo>
                    <a:pt x="2119" y="469"/>
                    <a:pt x="2123" y="465"/>
                    <a:pt x="2123" y="458"/>
                  </a:cubicBezTo>
                  <a:cubicBezTo>
                    <a:pt x="2123" y="447"/>
                    <a:pt x="2117" y="449"/>
                    <a:pt x="2106" y="447"/>
                  </a:cubicBezTo>
                  <a:cubicBezTo>
                    <a:pt x="2095" y="446"/>
                    <a:pt x="2082" y="451"/>
                    <a:pt x="2062" y="435"/>
                  </a:cubicBezTo>
                  <a:cubicBezTo>
                    <a:pt x="2043" y="418"/>
                    <a:pt x="1919" y="281"/>
                    <a:pt x="1919" y="281"/>
                  </a:cubicBezTo>
                  <a:cubicBezTo>
                    <a:pt x="1919" y="281"/>
                    <a:pt x="1917" y="276"/>
                    <a:pt x="1908" y="274"/>
                  </a:cubicBezTo>
                  <a:cubicBezTo>
                    <a:pt x="1885" y="268"/>
                    <a:pt x="1886" y="253"/>
                    <a:pt x="1886" y="253"/>
                  </a:cubicBezTo>
                  <a:cubicBezTo>
                    <a:pt x="1886" y="253"/>
                    <a:pt x="1859" y="253"/>
                    <a:pt x="1841" y="253"/>
                  </a:cubicBezTo>
                  <a:cubicBezTo>
                    <a:pt x="1823" y="253"/>
                    <a:pt x="1821" y="243"/>
                    <a:pt x="1821" y="243"/>
                  </a:cubicBezTo>
                  <a:cubicBezTo>
                    <a:pt x="1820" y="222"/>
                    <a:pt x="1820" y="222"/>
                    <a:pt x="1820" y="222"/>
                  </a:cubicBezTo>
                  <a:cubicBezTo>
                    <a:pt x="1812" y="216"/>
                    <a:pt x="1808" y="224"/>
                    <a:pt x="1808" y="224"/>
                  </a:cubicBezTo>
                  <a:cubicBezTo>
                    <a:pt x="1808" y="276"/>
                    <a:pt x="1808" y="276"/>
                    <a:pt x="1808" y="276"/>
                  </a:cubicBezTo>
                  <a:cubicBezTo>
                    <a:pt x="1808" y="276"/>
                    <a:pt x="1807" y="298"/>
                    <a:pt x="1784" y="298"/>
                  </a:cubicBezTo>
                  <a:cubicBezTo>
                    <a:pt x="1761" y="298"/>
                    <a:pt x="1763" y="276"/>
                    <a:pt x="1763" y="276"/>
                  </a:cubicBezTo>
                  <a:cubicBezTo>
                    <a:pt x="1763" y="213"/>
                    <a:pt x="1763" y="213"/>
                    <a:pt x="1763" y="213"/>
                  </a:cubicBezTo>
                  <a:cubicBezTo>
                    <a:pt x="1758" y="203"/>
                    <a:pt x="1752" y="213"/>
                    <a:pt x="1752" y="213"/>
                  </a:cubicBezTo>
                  <a:cubicBezTo>
                    <a:pt x="1752" y="276"/>
                    <a:pt x="1752" y="276"/>
                    <a:pt x="1752" y="276"/>
                  </a:cubicBezTo>
                  <a:cubicBezTo>
                    <a:pt x="1752" y="276"/>
                    <a:pt x="1753" y="298"/>
                    <a:pt x="1726" y="298"/>
                  </a:cubicBezTo>
                  <a:cubicBezTo>
                    <a:pt x="1703" y="298"/>
                    <a:pt x="1705" y="277"/>
                    <a:pt x="1705" y="277"/>
                  </a:cubicBezTo>
                  <a:cubicBezTo>
                    <a:pt x="1705" y="277"/>
                    <a:pt x="1705" y="241"/>
                    <a:pt x="1705" y="229"/>
                  </a:cubicBezTo>
                  <a:cubicBezTo>
                    <a:pt x="1705" y="217"/>
                    <a:pt x="1701" y="218"/>
                    <a:pt x="1701" y="218"/>
                  </a:cubicBezTo>
                  <a:cubicBezTo>
                    <a:pt x="1701" y="218"/>
                    <a:pt x="1696" y="216"/>
                    <a:pt x="1696" y="237"/>
                  </a:cubicBezTo>
                  <a:cubicBezTo>
                    <a:pt x="1696" y="259"/>
                    <a:pt x="1681" y="258"/>
                    <a:pt x="1681" y="258"/>
                  </a:cubicBezTo>
                  <a:cubicBezTo>
                    <a:pt x="1644" y="258"/>
                    <a:pt x="1644" y="258"/>
                    <a:pt x="1644" y="258"/>
                  </a:cubicBezTo>
                  <a:cubicBezTo>
                    <a:pt x="1636" y="265"/>
                    <a:pt x="1637" y="275"/>
                    <a:pt x="1637" y="275"/>
                  </a:cubicBezTo>
                  <a:cubicBezTo>
                    <a:pt x="1636" y="282"/>
                    <a:pt x="1664" y="295"/>
                    <a:pt x="1663" y="313"/>
                  </a:cubicBezTo>
                  <a:cubicBezTo>
                    <a:pt x="1662" y="334"/>
                    <a:pt x="1681" y="344"/>
                    <a:pt x="1681" y="344"/>
                  </a:cubicBezTo>
                  <a:cubicBezTo>
                    <a:pt x="1681" y="344"/>
                    <a:pt x="1777" y="412"/>
                    <a:pt x="1798" y="427"/>
                  </a:cubicBezTo>
                  <a:cubicBezTo>
                    <a:pt x="1814" y="438"/>
                    <a:pt x="1827" y="434"/>
                    <a:pt x="1838" y="435"/>
                  </a:cubicBezTo>
                  <a:cubicBezTo>
                    <a:pt x="1849" y="436"/>
                    <a:pt x="1859" y="442"/>
                    <a:pt x="1859" y="458"/>
                  </a:cubicBezTo>
                  <a:cubicBezTo>
                    <a:pt x="1859" y="465"/>
                    <a:pt x="1853" y="480"/>
                    <a:pt x="1839" y="480"/>
                  </a:cubicBezTo>
                  <a:cubicBezTo>
                    <a:pt x="1826" y="480"/>
                    <a:pt x="1811" y="479"/>
                    <a:pt x="1798" y="495"/>
                  </a:cubicBezTo>
                  <a:cubicBezTo>
                    <a:pt x="1769" y="533"/>
                    <a:pt x="1672" y="638"/>
                    <a:pt x="1672" y="638"/>
                  </a:cubicBezTo>
                  <a:cubicBezTo>
                    <a:pt x="1671" y="638"/>
                    <a:pt x="1671" y="638"/>
                    <a:pt x="1671" y="638"/>
                  </a:cubicBezTo>
                  <a:cubicBezTo>
                    <a:pt x="1669" y="640"/>
                    <a:pt x="1669" y="640"/>
                    <a:pt x="1669" y="640"/>
                  </a:cubicBezTo>
                  <a:cubicBezTo>
                    <a:pt x="1669" y="640"/>
                    <a:pt x="1664" y="644"/>
                    <a:pt x="1651" y="643"/>
                  </a:cubicBezTo>
                  <a:cubicBezTo>
                    <a:pt x="1642" y="642"/>
                    <a:pt x="1639" y="647"/>
                    <a:pt x="1639" y="654"/>
                  </a:cubicBezTo>
                  <a:cubicBezTo>
                    <a:pt x="1639" y="661"/>
                    <a:pt x="1640" y="669"/>
                    <a:pt x="1650" y="669"/>
                  </a:cubicBezTo>
                  <a:cubicBezTo>
                    <a:pt x="1665" y="670"/>
                    <a:pt x="1670" y="677"/>
                    <a:pt x="1670" y="677"/>
                  </a:cubicBezTo>
                  <a:cubicBezTo>
                    <a:pt x="1670" y="677"/>
                    <a:pt x="1794" y="811"/>
                    <a:pt x="1815" y="816"/>
                  </a:cubicBezTo>
                  <a:cubicBezTo>
                    <a:pt x="1831" y="819"/>
                    <a:pt x="1844" y="818"/>
                    <a:pt x="1855" y="818"/>
                  </a:cubicBezTo>
                  <a:cubicBezTo>
                    <a:pt x="1867" y="819"/>
                    <a:pt x="1876" y="821"/>
                    <a:pt x="1877" y="826"/>
                  </a:cubicBezTo>
                  <a:cubicBezTo>
                    <a:pt x="1877" y="828"/>
                    <a:pt x="1870" y="833"/>
                    <a:pt x="1857" y="833"/>
                  </a:cubicBezTo>
                  <a:cubicBezTo>
                    <a:pt x="1843" y="833"/>
                    <a:pt x="1828" y="833"/>
                    <a:pt x="1816" y="838"/>
                  </a:cubicBezTo>
                  <a:cubicBezTo>
                    <a:pt x="1786" y="851"/>
                    <a:pt x="1698" y="864"/>
                    <a:pt x="1698" y="864"/>
                  </a:cubicBezTo>
                  <a:cubicBezTo>
                    <a:pt x="1686" y="861"/>
                    <a:pt x="1686" y="861"/>
                    <a:pt x="1686" y="861"/>
                  </a:cubicBezTo>
                  <a:cubicBezTo>
                    <a:pt x="1686" y="861"/>
                    <a:pt x="1775" y="848"/>
                    <a:pt x="1805" y="835"/>
                  </a:cubicBezTo>
                  <a:cubicBezTo>
                    <a:pt x="1817" y="830"/>
                    <a:pt x="1829" y="830"/>
                    <a:pt x="1842" y="830"/>
                  </a:cubicBezTo>
                  <a:cubicBezTo>
                    <a:pt x="1856" y="830"/>
                    <a:pt x="1860" y="828"/>
                    <a:pt x="1860" y="826"/>
                  </a:cubicBezTo>
                  <a:cubicBezTo>
                    <a:pt x="1860" y="822"/>
                    <a:pt x="1854" y="823"/>
                    <a:pt x="1843" y="822"/>
                  </a:cubicBezTo>
                  <a:cubicBezTo>
                    <a:pt x="1832" y="822"/>
                    <a:pt x="1819" y="824"/>
                    <a:pt x="1799" y="818"/>
                  </a:cubicBezTo>
                  <a:cubicBezTo>
                    <a:pt x="1780" y="813"/>
                    <a:pt x="1657" y="691"/>
                    <a:pt x="1657" y="691"/>
                  </a:cubicBezTo>
                  <a:cubicBezTo>
                    <a:pt x="1657" y="691"/>
                    <a:pt x="1654" y="687"/>
                    <a:pt x="1645" y="684"/>
                  </a:cubicBezTo>
                  <a:cubicBezTo>
                    <a:pt x="1622" y="679"/>
                    <a:pt x="1623" y="664"/>
                    <a:pt x="1623" y="664"/>
                  </a:cubicBezTo>
                  <a:cubicBezTo>
                    <a:pt x="1623" y="664"/>
                    <a:pt x="1596" y="664"/>
                    <a:pt x="1578" y="664"/>
                  </a:cubicBezTo>
                  <a:cubicBezTo>
                    <a:pt x="1560" y="664"/>
                    <a:pt x="1558" y="653"/>
                    <a:pt x="1558" y="653"/>
                  </a:cubicBezTo>
                  <a:cubicBezTo>
                    <a:pt x="1557" y="632"/>
                    <a:pt x="1557" y="632"/>
                    <a:pt x="1557" y="632"/>
                  </a:cubicBezTo>
                  <a:cubicBezTo>
                    <a:pt x="1549" y="627"/>
                    <a:pt x="1545" y="634"/>
                    <a:pt x="1545" y="634"/>
                  </a:cubicBezTo>
                  <a:cubicBezTo>
                    <a:pt x="1545" y="687"/>
                    <a:pt x="1545" y="687"/>
                    <a:pt x="1545" y="687"/>
                  </a:cubicBezTo>
                  <a:cubicBezTo>
                    <a:pt x="1545" y="687"/>
                    <a:pt x="1544" y="708"/>
                    <a:pt x="1521" y="708"/>
                  </a:cubicBezTo>
                  <a:cubicBezTo>
                    <a:pt x="1498" y="708"/>
                    <a:pt x="1500" y="686"/>
                    <a:pt x="1500" y="686"/>
                  </a:cubicBezTo>
                  <a:cubicBezTo>
                    <a:pt x="1500" y="623"/>
                    <a:pt x="1500" y="623"/>
                    <a:pt x="1500" y="623"/>
                  </a:cubicBezTo>
                  <a:cubicBezTo>
                    <a:pt x="1495" y="614"/>
                    <a:pt x="1489" y="623"/>
                    <a:pt x="1489" y="623"/>
                  </a:cubicBezTo>
                  <a:cubicBezTo>
                    <a:pt x="1489" y="687"/>
                    <a:pt x="1489" y="687"/>
                    <a:pt x="1489" y="687"/>
                  </a:cubicBezTo>
                  <a:cubicBezTo>
                    <a:pt x="1489" y="687"/>
                    <a:pt x="1490" y="709"/>
                    <a:pt x="1463" y="709"/>
                  </a:cubicBezTo>
                  <a:cubicBezTo>
                    <a:pt x="1440" y="709"/>
                    <a:pt x="1442" y="687"/>
                    <a:pt x="1442" y="687"/>
                  </a:cubicBezTo>
                  <a:cubicBezTo>
                    <a:pt x="1442" y="687"/>
                    <a:pt x="1442" y="652"/>
                    <a:pt x="1442" y="640"/>
                  </a:cubicBezTo>
                  <a:cubicBezTo>
                    <a:pt x="1442" y="628"/>
                    <a:pt x="1438" y="628"/>
                    <a:pt x="1438" y="628"/>
                  </a:cubicBezTo>
                  <a:cubicBezTo>
                    <a:pt x="1438" y="628"/>
                    <a:pt x="1433" y="626"/>
                    <a:pt x="1433" y="648"/>
                  </a:cubicBezTo>
                  <a:cubicBezTo>
                    <a:pt x="1433" y="669"/>
                    <a:pt x="1418" y="669"/>
                    <a:pt x="1418" y="669"/>
                  </a:cubicBezTo>
                  <a:cubicBezTo>
                    <a:pt x="1381" y="669"/>
                    <a:pt x="1381" y="669"/>
                    <a:pt x="1381" y="669"/>
                  </a:cubicBezTo>
                  <a:cubicBezTo>
                    <a:pt x="1373" y="676"/>
                    <a:pt x="1374" y="686"/>
                    <a:pt x="1374" y="686"/>
                  </a:cubicBezTo>
                  <a:cubicBezTo>
                    <a:pt x="1373" y="693"/>
                    <a:pt x="1514" y="811"/>
                    <a:pt x="1535" y="816"/>
                  </a:cubicBezTo>
                  <a:cubicBezTo>
                    <a:pt x="1551" y="819"/>
                    <a:pt x="1564" y="818"/>
                    <a:pt x="1575" y="818"/>
                  </a:cubicBezTo>
                  <a:cubicBezTo>
                    <a:pt x="1586" y="819"/>
                    <a:pt x="1596" y="821"/>
                    <a:pt x="1596" y="826"/>
                  </a:cubicBezTo>
                  <a:cubicBezTo>
                    <a:pt x="1597" y="828"/>
                    <a:pt x="1590" y="833"/>
                    <a:pt x="1577" y="833"/>
                  </a:cubicBezTo>
                  <a:cubicBezTo>
                    <a:pt x="1563" y="833"/>
                    <a:pt x="1548" y="833"/>
                    <a:pt x="1535" y="838"/>
                  </a:cubicBezTo>
                  <a:cubicBezTo>
                    <a:pt x="1506" y="851"/>
                    <a:pt x="1410" y="865"/>
                    <a:pt x="1410" y="865"/>
                  </a:cubicBezTo>
                  <a:cubicBezTo>
                    <a:pt x="1406" y="861"/>
                    <a:pt x="1406" y="861"/>
                    <a:pt x="1406" y="861"/>
                  </a:cubicBezTo>
                  <a:cubicBezTo>
                    <a:pt x="1406" y="861"/>
                    <a:pt x="1495" y="848"/>
                    <a:pt x="1525" y="835"/>
                  </a:cubicBezTo>
                  <a:cubicBezTo>
                    <a:pt x="1537" y="830"/>
                    <a:pt x="1549" y="830"/>
                    <a:pt x="1562" y="830"/>
                  </a:cubicBezTo>
                  <a:cubicBezTo>
                    <a:pt x="1576" y="830"/>
                    <a:pt x="1580" y="828"/>
                    <a:pt x="1580" y="826"/>
                  </a:cubicBezTo>
                  <a:cubicBezTo>
                    <a:pt x="1580" y="822"/>
                    <a:pt x="1574" y="823"/>
                    <a:pt x="1563" y="822"/>
                  </a:cubicBezTo>
                  <a:cubicBezTo>
                    <a:pt x="1552" y="822"/>
                    <a:pt x="1539" y="824"/>
                    <a:pt x="1519" y="818"/>
                  </a:cubicBezTo>
                  <a:cubicBezTo>
                    <a:pt x="1500" y="813"/>
                    <a:pt x="1357" y="703"/>
                    <a:pt x="1357" y="686"/>
                  </a:cubicBezTo>
                  <a:cubicBezTo>
                    <a:pt x="1357" y="686"/>
                    <a:pt x="1356" y="676"/>
                    <a:pt x="1365" y="669"/>
                  </a:cubicBezTo>
                  <a:cubicBezTo>
                    <a:pt x="1369" y="665"/>
                    <a:pt x="1370" y="655"/>
                    <a:pt x="1364" y="650"/>
                  </a:cubicBezTo>
                  <a:cubicBezTo>
                    <a:pt x="1356" y="643"/>
                    <a:pt x="1357" y="633"/>
                    <a:pt x="1357" y="633"/>
                  </a:cubicBezTo>
                  <a:cubicBezTo>
                    <a:pt x="1357" y="616"/>
                    <a:pt x="1384" y="615"/>
                    <a:pt x="1385" y="593"/>
                  </a:cubicBezTo>
                  <a:cubicBezTo>
                    <a:pt x="1385" y="593"/>
                    <a:pt x="1387" y="573"/>
                    <a:pt x="1409" y="565"/>
                  </a:cubicBezTo>
                  <a:cubicBezTo>
                    <a:pt x="1412" y="564"/>
                    <a:pt x="1412" y="564"/>
                    <a:pt x="1412" y="564"/>
                  </a:cubicBezTo>
                  <a:cubicBezTo>
                    <a:pt x="1412" y="564"/>
                    <a:pt x="1501" y="523"/>
                    <a:pt x="1531" y="485"/>
                  </a:cubicBezTo>
                  <a:cubicBezTo>
                    <a:pt x="1543" y="470"/>
                    <a:pt x="1554" y="469"/>
                    <a:pt x="1568" y="469"/>
                  </a:cubicBezTo>
                  <a:cubicBezTo>
                    <a:pt x="1582" y="469"/>
                    <a:pt x="1586" y="465"/>
                    <a:pt x="1586" y="458"/>
                  </a:cubicBezTo>
                  <a:cubicBezTo>
                    <a:pt x="1586" y="447"/>
                    <a:pt x="1580" y="449"/>
                    <a:pt x="1569" y="447"/>
                  </a:cubicBezTo>
                  <a:cubicBezTo>
                    <a:pt x="1558" y="446"/>
                    <a:pt x="1545" y="451"/>
                    <a:pt x="1525" y="435"/>
                  </a:cubicBezTo>
                  <a:cubicBezTo>
                    <a:pt x="1505" y="418"/>
                    <a:pt x="1382" y="281"/>
                    <a:pt x="1382" y="281"/>
                  </a:cubicBezTo>
                  <a:cubicBezTo>
                    <a:pt x="1382" y="281"/>
                    <a:pt x="1380" y="276"/>
                    <a:pt x="1371" y="274"/>
                  </a:cubicBezTo>
                  <a:cubicBezTo>
                    <a:pt x="1348" y="268"/>
                    <a:pt x="1349" y="253"/>
                    <a:pt x="1349" y="253"/>
                  </a:cubicBezTo>
                  <a:cubicBezTo>
                    <a:pt x="1349" y="253"/>
                    <a:pt x="1322" y="253"/>
                    <a:pt x="1304" y="253"/>
                  </a:cubicBezTo>
                  <a:cubicBezTo>
                    <a:pt x="1286" y="253"/>
                    <a:pt x="1284" y="243"/>
                    <a:pt x="1284" y="243"/>
                  </a:cubicBezTo>
                  <a:cubicBezTo>
                    <a:pt x="1283" y="222"/>
                    <a:pt x="1283" y="222"/>
                    <a:pt x="1283" y="222"/>
                  </a:cubicBezTo>
                  <a:cubicBezTo>
                    <a:pt x="1275" y="216"/>
                    <a:pt x="1271" y="224"/>
                    <a:pt x="1271" y="224"/>
                  </a:cubicBezTo>
                  <a:cubicBezTo>
                    <a:pt x="1271" y="276"/>
                    <a:pt x="1271" y="276"/>
                    <a:pt x="1271" y="276"/>
                  </a:cubicBezTo>
                  <a:cubicBezTo>
                    <a:pt x="1271" y="276"/>
                    <a:pt x="1270" y="298"/>
                    <a:pt x="1247" y="298"/>
                  </a:cubicBezTo>
                  <a:cubicBezTo>
                    <a:pt x="1224" y="298"/>
                    <a:pt x="1226" y="276"/>
                    <a:pt x="1226" y="276"/>
                  </a:cubicBezTo>
                  <a:cubicBezTo>
                    <a:pt x="1226" y="213"/>
                    <a:pt x="1226" y="213"/>
                    <a:pt x="1226" y="213"/>
                  </a:cubicBezTo>
                  <a:cubicBezTo>
                    <a:pt x="1221" y="203"/>
                    <a:pt x="1215" y="213"/>
                    <a:pt x="1215" y="213"/>
                  </a:cubicBezTo>
                  <a:cubicBezTo>
                    <a:pt x="1215" y="276"/>
                    <a:pt x="1215" y="276"/>
                    <a:pt x="1215" y="276"/>
                  </a:cubicBezTo>
                  <a:cubicBezTo>
                    <a:pt x="1215" y="276"/>
                    <a:pt x="1216" y="298"/>
                    <a:pt x="1189" y="298"/>
                  </a:cubicBezTo>
                  <a:cubicBezTo>
                    <a:pt x="1166" y="298"/>
                    <a:pt x="1168" y="277"/>
                    <a:pt x="1168" y="277"/>
                  </a:cubicBezTo>
                  <a:cubicBezTo>
                    <a:pt x="1168" y="277"/>
                    <a:pt x="1168" y="241"/>
                    <a:pt x="1168" y="229"/>
                  </a:cubicBezTo>
                  <a:cubicBezTo>
                    <a:pt x="1168" y="217"/>
                    <a:pt x="1164" y="218"/>
                    <a:pt x="1164" y="218"/>
                  </a:cubicBezTo>
                  <a:cubicBezTo>
                    <a:pt x="1164" y="218"/>
                    <a:pt x="1159" y="216"/>
                    <a:pt x="1159" y="237"/>
                  </a:cubicBezTo>
                  <a:cubicBezTo>
                    <a:pt x="1159" y="259"/>
                    <a:pt x="1144" y="258"/>
                    <a:pt x="1144" y="258"/>
                  </a:cubicBezTo>
                  <a:cubicBezTo>
                    <a:pt x="1107" y="258"/>
                    <a:pt x="1107" y="258"/>
                    <a:pt x="1107" y="258"/>
                  </a:cubicBezTo>
                  <a:cubicBezTo>
                    <a:pt x="1098" y="265"/>
                    <a:pt x="1099" y="275"/>
                    <a:pt x="1099" y="275"/>
                  </a:cubicBezTo>
                  <a:cubicBezTo>
                    <a:pt x="1099" y="282"/>
                    <a:pt x="1127" y="295"/>
                    <a:pt x="1126" y="313"/>
                  </a:cubicBezTo>
                  <a:cubicBezTo>
                    <a:pt x="1125" y="334"/>
                    <a:pt x="1144" y="344"/>
                    <a:pt x="1144" y="344"/>
                  </a:cubicBezTo>
                  <a:cubicBezTo>
                    <a:pt x="1144" y="344"/>
                    <a:pt x="1240" y="412"/>
                    <a:pt x="1261" y="427"/>
                  </a:cubicBezTo>
                  <a:cubicBezTo>
                    <a:pt x="1277" y="438"/>
                    <a:pt x="1290" y="434"/>
                    <a:pt x="1301" y="435"/>
                  </a:cubicBezTo>
                  <a:cubicBezTo>
                    <a:pt x="1312" y="436"/>
                    <a:pt x="1322" y="442"/>
                    <a:pt x="1322" y="458"/>
                  </a:cubicBezTo>
                  <a:cubicBezTo>
                    <a:pt x="1322" y="465"/>
                    <a:pt x="1316" y="480"/>
                    <a:pt x="1302" y="480"/>
                  </a:cubicBezTo>
                  <a:cubicBezTo>
                    <a:pt x="1289" y="480"/>
                    <a:pt x="1273" y="479"/>
                    <a:pt x="1261" y="495"/>
                  </a:cubicBezTo>
                  <a:cubicBezTo>
                    <a:pt x="1232" y="533"/>
                    <a:pt x="1134" y="637"/>
                    <a:pt x="1134" y="637"/>
                  </a:cubicBezTo>
                  <a:cubicBezTo>
                    <a:pt x="1133" y="638"/>
                    <a:pt x="1133" y="638"/>
                    <a:pt x="1133" y="638"/>
                  </a:cubicBezTo>
                  <a:cubicBezTo>
                    <a:pt x="1131" y="639"/>
                    <a:pt x="1131" y="639"/>
                    <a:pt x="1131" y="639"/>
                  </a:cubicBezTo>
                  <a:cubicBezTo>
                    <a:pt x="1131" y="639"/>
                    <a:pt x="1126" y="644"/>
                    <a:pt x="1113" y="643"/>
                  </a:cubicBezTo>
                  <a:cubicBezTo>
                    <a:pt x="1104" y="642"/>
                    <a:pt x="1101" y="646"/>
                    <a:pt x="1101" y="653"/>
                  </a:cubicBezTo>
                  <a:cubicBezTo>
                    <a:pt x="1101" y="660"/>
                    <a:pt x="1102" y="668"/>
                    <a:pt x="1113" y="668"/>
                  </a:cubicBezTo>
                  <a:cubicBezTo>
                    <a:pt x="1127" y="669"/>
                    <a:pt x="1132" y="676"/>
                    <a:pt x="1132" y="676"/>
                  </a:cubicBezTo>
                  <a:cubicBezTo>
                    <a:pt x="1132" y="676"/>
                    <a:pt x="1256" y="810"/>
                    <a:pt x="1277" y="815"/>
                  </a:cubicBezTo>
                  <a:cubicBezTo>
                    <a:pt x="1293" y="819"/>
                    <a:pt x="1306" y="818"/>
                    <a:pt x="1317" y="818"/>
                  </a:cubicBezTo>
                  <a:cubicBezTo>
                    <a:pt x="1329" y="819"/>
                    <a:pt x="1338" y="820"/>
                    <a:pt x="1339" y="826"/>
                  </a:cubicBezTo>
                  <a:cubicBezTo>
                    <a:pt x="1339" y="828"/>
                    <a:pt x="1332" y="833"/>
                    <a:pt x="1319" y="833"/>
                  </a:cubicBezTo>
                  <a:cubicBezTo>
                    <a:pt x="1305" y="833"/>
                    <a:pt x="1290" y="833"/>
                    <a:pt x="1278" y="838"/>
                  </a:cubicBezTo>
                  <a:cubicBezTo>
                    <a:pt x="1248" y="851"/>
                    <a:pt x="1161" y="864"/>
                    <a:pt x="1161" y="864"/>
                  </a:cubicBezTo>
                  <a:cubicBezTo>
                    <a:pt x="1148" y="861"/>
                    <a:pt x="1148" y="861"/>
                    <a:pt x="1148" y="861"/>
                  </a:cubicBezTo>
                  <a:cubicBezTo>
                    <a:pt x="1148" y="861"/>
                    <a:pt x="1238" y="848"/>
                    <a:pt x="1267" y="835"/>
                  </a:cubicBezTo>
                  <a:cubicBezTo>
                    <a:pt x="1279" y="830"/>
                    <a:pt x="1291" y="829"/>
                    <a:pt x="1304" y="829"/>
                  </a:cubicBezTo>
                  <a:cubicBezTo>
                    <a:pt x="1318" y="829"/>
                    <a:pt x="1322" y="828"/>
                    <a:pt x="1322" y="826"/>
                  </a:cubicBezTo>
                  <a:cubicBezTo>
                    <a:pt x="1322" y="822"/>
                    <a:pt x="1317" y="823"/>
                    <a:pt x="1305" y="822"/>
                  </a:cubicBezTo>
                  <a:cubicBezTo>
                    <a:pt x="1294" y="822"/>
                    <a:pt x="1281" y="824"/>
                    <a:pt x="1261" y="818"/>
                  </a:cubicBezTo>
                  <a:cubicBezTo>
                    <a:pt x="1242" y="812"/>
                    <a:pt x="1119" y="691"/>
                    <a:pt x="1119" y="691"/>
                  </a:cubicBezTo>
                  <a:cubicBezTo>
                    <a:pt x="1119" y="691"/>
                    <a:pt x="1116" y="686"/>
                    <a:pt x="1108" y="684"/>
                  </a:cubicBezTo>
                  <a:cubicBezTo>
                    <a:pt x="1084" y="678"/>
                    <a:pt x="1085" y="663"/>
                    <a:pt x="1085" y="663"/>
                  </a:cubicBezTo>
                  <a:cubicBezTo>
                    <a:pt x="1085" y="663"/>
                    <a:pt x="1058" y="663"/>
                    <a:pt x="1040" y="663"/>
                  </a:cubicBezTo>
                  <a:cubicBezTo>
                    <a:pt x="1022" y="663"/>
                    <a:pt x="1021" y="653"/>
                    <a:pt x="1021" y="653"/>
                  </a:cubicBezTo>
                  <a:cubicBezTo>
                    <a:pt x="1020" y="632"/>
                    <a:pt x="1020" y="632"/>
                    <a:pt x="1020" y="632"/>
                  </a:cubicBezTo>
                  <a:cubicBezTo>
                    <a:pt x="1012" y="626"/>
                    <a:pt x="1007" y="634"/>
                    <a:pt x="1007" y="634"/>
                  </a:cubicBezTo>
                  <a:cubicBezTo>
                    <a:pt x="1007" y="686"/>
                    <a:pt x="1007" y="686"/>
                    <a:pt x="1007" y="686"/>
                  </a:cubicBezTo>
                  <a:cubicBezTo>
                    <a:pt x="1007" y="686"/>
                    <a:pt x="1007" y="708"/>
                    <a:pt x="984" y="708"/>
                  </a:cubicBezTo>
                  <a:cubicBezTo>
                    <a:pt x="960" y="708"/>
                    <a:pt x="962" y="686"/>
                    <a:pt x="962" y="686"/>
                  </a:cubicBezTo>
                  <a:cubicBezTo>
                    <a:pt x="962" y="623"/>
                    <a:pt x="962" y="623"/>
                    <a:pt x="962" y="623"/>
                  </a:cubicBezTo>
                  <a:cubicBezTo>
                    <a:pt x="958" y="613"/>
                    <a:pt x="951" y="623"/>
                    <a:pt x="951" y="623"/>
                  </a:cubicBezTo>
                  <a:cubicBezTo>
                    <a:pt x="951" y="686"/>
                    <a:pt x="951" y="686"/>
                    <a:pt x="951" y="686"/>
                  </a:cubicBezTo>
                  <a:cubicBezTo>
                    <a:pt x="951" y="686"/>
                    <a:pt x="953" y="708"/>
                    <a:pt x="926" y="708"/>
                  </a:cubicBezTo>
                  <a:cubicBezTo>
                    <a:pt x="902" y="708"/>
                    <a:pt x="904" y="687"/>
                    <a:pt x="904" y="687"/>
                  </a:cubicBezTo>
                  <a:cubicBezTo>
                    <a:pt x="904" y="687"/>
                    <a:pt x="904" y="651"/>
                    <a:pt x="904" y="639"/>
                  </a:cubicBezTo>
                  <a:cubicBezTo>
                    <a:pt x="904" y="627"/>
                    <a:pt x="900" y="628"/>
                    <a:pt x="900" y="628"/>
                  </a:cubicBezTo>
                  <a:cubicBezTo>
                    <a:pt x="900" y="628"/>
                    <a:pt x="895" y="626"/>
                    <a:pt x="895" y="647"/>
                  </a:cubicBezTo>
                  <a:cubicBezTo>
                    <a:pt x="895" y="669"/>
                    <a:pt x="880" y="668"/>
                    <a:pt x="880" y="668"/>
                  </a:cubicBezTo>
                  <a:cubicBezTo>
                    <a:pt x="843" y="668"/>
                    <a:pt x="843" y="668"/>
                    <a:pt x="843" y="668"/>
                  </a:cubicBezTo>
                  <a:cubicBezTo>
                    <a:pt x="835" y="675"/>
                    <a:pt x="836" y="685"/>
                    <a:pt x="836" y="685"/>
                  </a:cubicBezTo>
                  <a:cubicBezTo>
                    <a:pt x="835" y="692"/>
                    <a:pt x="976" y="810"/>
                    <a:pt x="997" y="815"/>
                  </a:cubicBezTo>
                  <a:cubicBezTo>
                    <a:pt x="1013" y="819"/>
                    <a:pt x="1026" y="818"/>
                    <a:pt x="1037" y="818"/>
                  </a:cubicBezTo>
                  <a:cubicBezTo>
                    <a:pt x="1048" y="819"/>
                    <a:pt x="1058" y="820"/>
                    <a:pt x="1059" y="826"/>
                  </a:cubicBezTo>
                  <a:cubicBezTo>
                    <a:pt x="1059" y="828"/>
                    <a:pt x="1052" y="833"/>
                    <a:pt x="1039" y="833"/>
                  </a:cubicBezTo>
                  <a:cubicBezTo>
                    <a:pt x="1025" y="833"/>
                    <a:pt x="1010" y="833"/>
                    <a:pt x="998" y="838"/>
                  </a:cubicBezTo>
                  <a:cubicBezTo>
                    <a:pt x="968" y="851"/>
                    <a:pt x="884" y="865"/>
                    <a:pt x="884" y="865"/>
                  </a:cubicBezTo>
                  <a:cubicBezTo>
                    <a:pt x="882" y="861"/>
                    <a:pt x="882" y="861"/>
                    <a:pt x="882" y="861"/>
                  </a:cubicBezTo>
                  <a:cubicBezTo>
                    <a:pt x="882" y="861"/>
                    <a:pt x="957" y="848"/>
                    <a:pt x="987" y="835"/>
                  </a:cubicBezTo>
                  <a:cubicBezTo>
                    <a:pt x="999" y="830"/>
                    <a:pt x="1011" y="829"/>
                    <a:pt x="1024" y="829"/>
                  </a:cubicBezTo>
                  <a:cubicBezTo>
                    <a:pt x="1038" y="829"/>
                    <a:pt x="1042" y="828"/>
                    <a:pt x="1042" y="826"/>
                  </a:cubicBezTo>
                  <a:cubicBezTo>
                    <a:pt x="1042" y="822"/>
                    <a:pt x="1036" y="823"/>
                    <a:pt x="1025" y="822"/>
                  </a:cubicBezTo>
                  <a:cubicBezTo>
                    <a:pt x="1014" y="822"/>
                    <a:pt x="1001" y="824"/>
                    <a:pt x="981" y="818"/>
                  </a:cubicBezTo>
                  <a:cubicBezTo>
                    <a:pt x="962" y="812"/>
                    <a:pt x="819" y="703"/>
                    <a:pt x="819" y="685"/>
                  </a:cubicBezTo>
                  <a:cubicBezTo>
                    <a:pt x="819" y="685"/>
                    <a:pt x="818" y="675"/>
                    <a:pt x="827" y="668"/>
                  </a:cubicBezTo>
                  <a:cubicBezTo>
                    <a:pt x="831" y="665"/>
                    <a:pt x="832" y="654"/>
                    <a:pt x="826" y="649"/>
                  </a:cubicBezTo>
                  <a:cubicBezTo>
                    <a:pt x="818" y="643"/>
                    <a:pt x="819" y="632"/>
                    <a:pt x="819" y="632"/>
                  </a:cubicBezTo>
                  <a:cubicBezTo>
                    <a:pt x="819" y="615"/>
                    <a:pt x="846" y="614"/>
                    <a:pt x="847" y="592"/>
                  </a:cubicBezTo>
                  <a:cubicBezTo>
                    <a:pt x="847" y="592"/>
                    <a:pt x="849" y="572"/>
                    <a:pt x="871" y="565"/>
                  </a:cubicBezTo>
                  <a:cubicBezTo>
                    <a:pt x="872" y="564"/>
                    <a:pt x="872" y="564"/>
                    <a:pt x="872" y="564"/>
                  </a:cubicBezTo>
                  <a:cubicBezTo>
                    <a:pt x="872" y="564"/>
                    <a:pt x="963" y="523"/>
                    <a:pt x="993" y="485"/>
                  </a:cubicBezTo>
                  <a:cubicBezTo>
                    <a:pt x="1005" y="470"/>
                    <a:pt x="1016" y="469"/>
                    <a:pt x="1030" y="469"/>
                  </a:cubicBezTo>
                  <a:cubicBezTo>
                    <a:pt x="1044" y="469"/>
                    <a:pt x="1048" y="465"/>
                    <a:pt x="1048" y="458"/>
                  </a:cubicBezTo>
                  <a:cubicBezTo>
                    <a:pt x="1048" y="447"/>
                    <a:pt x="1042" y="449"/>
                    <a:pt x="1031" y="447"/>
                  </a:cubicBezTo>
                  <a:cubicBezTo>
                    <a:pt x="1020" y="446"/>
                    <a:pt x="1007" y="451"/>
                    <a:pt x="987" y="435"/>
                  </a:cubicBezTo>
                  <a:cubicBezTo>
                    <a:pt x="967" y="418"/>
                    <a:pt x="844" y="281"/>
                    <a:pt x="844" y="281"/>
                  </a:cubicBezTo>
                  <a:cubicBezTo>
                    <a:pt x="844" y="281"/>
                    <a:pt x="842" y="276"/>
                    <a:pt x="833" y="274"/>
                  </a:cubicBezTo>
                  <a:cubicBezTo>
                    <a:pt x="810" y="268"/>
                    <a:pt x="811" y="253"/>
                    <a:pt x="811" y="253"/>
                  </a:cubicBezTo>
                  <a:cubicBezTo>
                    <a:pt x="811" y="253"/>
                    <a:pt x="784" y="253"/>
                    <a:pt x="766" y="253"/>
                  </a:cubicBezTo>
                  <a:cubicBezTo>
                    <a:pt x="748" y="253"/>
                    <a:pt x="746" y="243"/>
                    <a:pt x="746" y="243"/>
                  </a:cubicBezTo>
                  <a:cubicBezTo>
                    <a:pt x="745" y="222"/>
                    <a:pt x="745" y="222"/>
                    <a:pt x="745" y="222"/>
                  </a:cubicBezTo>
                  <a:cubicBezTo>
                    <a:pt x="737" y="216"/>
                    <a:pt x="733" y="224"/>
                    <a:pt x="733" y="224"/>
                  </a:cubicBezTo>
                  <a:cubicBezTo>
                    <a:pt x="733" y="276"/>
                    <a:pt x="733" y="276"/>
                    <a:pt x="733" y="276"/>
                  </a:cubicBezTo>
                  <a:cubicBezTo>
                    <a:pt x="733" y="276"/>
                    <a:pt x="732" y="298"/>
                    <a:pt x="709" y="298"/>
                  </a:cubicBezTo>
                  <a:cubicBezTo>
                    <a:pt x="686" y="298"/>
                    <a:pt x="688" y="276"/>
                    <a:pt x="688" y="276"/>
                  </a:cubicBezTo>
                  <a:cubicBezTo>
                    <a:pt x="688" y="213"/>
                    <a:pt x="688" y="213"/>
                    <a:pt x="688" y="213"/>
                  </a:cubicBezTo>
                  <a:cubicBezTo>
                    <a:pt x="683" y="203"/>
                    <a:pt x="677" y="213"/>
                    <a:pt x="677" y="213"/>
                  </a:cubicBezTo>
                  <a:cubicBezTo>
                    <a:pt x="677" y="276"/>
                    <a:pt x="677" y="276"/>
                    <a:pt x="677" y="276"/>
                  </a:cubicBezTo>
                  <a:cubicBezTo>
                    <a:pt x="677" y="276"/>
                    <a:pt x="678" y="298"/>
                    <a:pt x="651" y="298"/>
                  </a:cubicBezTo>
                  <a:cubicBezTo>
                    <a:pt x="628" y="298"/>
                    <a:pt x="630" y="277"/>
                    <a:pt x="630" y="277"/>
                  </a:cubicBezTo>
                  <a:cubicBezTo>
                    <a:pt x="630" y="277"/>
                    <a:pt x="630" y="241"/>
                    <a:pt x="630" y="229"/>
                  </a:cubicBezTo>
                  <a:cubicBezTo>
                    <a:pt x="630" y="217"/>
                    <a:pt x="626" y="218"/>
                    <a:pt x="626" y="218"/>
                  </a:cubicBezTo>
                  <a:cubicBezTo>
                    <a:pt x="626" y="218"/>
                    <a:pt x="621" y="216"/>
                    <a:pt x="621" y="237"/>
                  </a:cubicBezTo>
                  <a:cubicBezTo>
                    <a:pt x="621" y="259"/>
                    <a:pt x="606" y="258"/>
                    <a:pt x="606" y="258"/>
                  </a:cubicBezTo>
                  <a:cubicBezTo>
                    <a:pt x="569" y="258"/>
                    <a:pt x="569" y="258"/>
                    <a:pt x="569" y="258"/>
                  </a:cubicBezTo>
                  <a:cubicBezTo>
                    <a:pt x="560" y="265"/>
                    <a:pt x="561" y="275"/>
                    <a:pt x="561" y="275"/>
                  </a:cubicBezTo>
                  <a:cubicBezTo>
                    <a:pt x="561" y="282"/>
                    <a:pt x="589" y="295"/>
                    <a:pt x="588" y="313"/>
                  </a:cubicBezTo>
                  <a:cubicBezTo>
                    <a:pt x="587" y="334"/>
                    <a:pt x="606" y="344"/>
                    <a:pt x="606" y="344"/>
                  </a:cubicBezTo>
                  <a:cubicBezTo>
                    <a:pt x="606" y="344"/>
                    <a:pt x="702" y="412"/>
                    <a:pt x="723" y="427"/>
                  </a:cubicBezTo>
                  <a:cubicBezTo>
                    <a:pt x="739" y="438"/>
                    <a:pt x="752" y="434"/>
                    <a:pt x="763" y="435"/>
                  </a:cubicBezTo>
                  <a:cubicBezTo>
                    <a:pt x="785" y="438"/>
                    <a:pt x="784" y="458"/>
                    <a:pt x="784" y="458"/>
                  </a:cubicBezTo>
                  <a:cubicBezTo>
                    <a:pt x="784" y="465"/>
                    <a:pt x="778" y="480"/>
                    <a:pt x="764" y="480"/>
                  </a:cubicBezTo>
                  <a:cubicBezTo>
                    <a:pt x="751" y="480"/>
                    <a:pt x="735" y="479"/>
                    <a:pt x="723" y="495"/>
                  </a:cubicBezTo>
                  <a:cubicBezTo>
                    <a:pt x="694" y="533"/>
                    <a:pt x="600" y="638"/>
                    <a:pt x="600" y="638"/>
                  </a:cubicBezTo>
                  <a:cubicBezTo>
                    <a:pt x="598" y="639"/>
                    <a:pt x="598" y="639"/>
                    <a:pt x="598" y="639"/>
                  </a:cubicBezTo>
                  <a:cubicBezTo>
                    <a:pt x="598" y="639"/>
                    <a:pt x="592" y="644"/>
                    <a:pt x="580" y="643"/>
                  </a:cubicBezTo>
                  <a:cubicBezTo>
                    <a:pt x="571" y="642"/>
                    <a:pt x="568" y="647"/>
                    <a:pt x="568" y="653"/>
                  </a:cubicBezTo>
                  <a:cubicBezTo>
                    <a:pt x="568" y="660"/>
                    <a:pt x="569" y="668"/>
                    <a:pt x="579" y="668"/>
                  </a:cubicBezTo>
                  <a:cubicBezTo>
                    <a:pt x="594" y="669"/>
                    <a:pt x="599" y="676"/>
                    <a:pt x="599" y="676"/>
                  </a:cubicBezTo>
                  <a:cubicBezTo>
                    <a:pt x="599" y="676"/>
                    <a:pt x="723" y="810"/>
                    <a:pt x="744" y="815"/>
                  </a:cubicBezTo>
                  <a:cubicBezTo>
                    <a:pt x="760" y="819"/>
                    <a:pt x="773" y="818"/>
                    <a:pt x="784" y="818"/>
                  </a:cubicBezTo>
                  <a:cubicBezTo>
                    <a:pt x="796" y="819"/>
                    <a:pt x="805" y="820"/>
                    <a:pt x="806" y="826"/>
                  </a:cubicBezTo>
                  <a:cubicBezTo>
                    <a:pt x="806" y="828"/>
                    <a:pt x="799" y="833"/>
                    <a:pt x="786" y="833"/>
                  </a:cubicBezTo>
                  <a:cubicBezTo>
                    <a:pt x="772" y="833"/>
                    <a:pt x="757" y="833"/>
                    <a:pt x="745" y="838"/>
                  </a:cubicBezTo>
                  <a:cubicBezTo>
                    <a:pt x="715" y="851"/>
                    <a:pt x="619" y="865"/>
                    <a:pt x="619" y="865"/>
                  </a:cubicBezTo>
                  <a:cubicBezTo>
                    <a:pt x="615" y="861"/>
                    <a:pt x="615" y="861"/>
                    <a:pt x="615" y="861"/>
                  </a:cubicBezTo>
                  <a:cubicBezTo>
                    <a:pt x="615" y="861"/>
                    <a:pt x="704" y="848"/>
                    <a:pt x="734" y="835"/>
                  </a:cubicBezTo>
                  <a:cubicBezTo>
                    <a:pt x="746" y="830"/>
                    <a:pt x="758" y="829"/>
                    <a:pt x="771" y="829"/>
                  </a:cubicBezTo>
                  <a:cubicBezTo>
                    <a:pt x="785" y="829"/>
                    <a:pt x="789" y="828"/>
                    <a:pt x="789" y="826"/>
                  </a:cubicBezTo>
                  <a:cubicBezTo>
                    <a:pt x="789" y="822"/>
                    <a:pt x="783" y="823"/>
                    <a:pt x="772" y="822"/>
                  </a:cubicBezTo>
                  <a:cubicBezTo>
                    <a:pt x="761" y="822"/>
                    <a:pt x="748" y="824"/>
                    <a:pt x="728" y="818"/>
                  </a:cubicBezTo>
                  <a:cubicBezTo>
                    <a:pt x="709" y="812"/>
                    <a:pt x="586" y="691"/>
                    <a:pt x="586" y="691"/>
                  </a:cubicBezTo>
                  <a:cubicBezTo>
                    <a:pt x="586" y="691"/>
                    <a:pt x="583" y="686"/>
                    <a:pt x="574" y="684"/>
                  </a:cubicBezTo>
                  <a:cubicBezTo>
                    <a:pt x="551" y="678"/>
                    <a:pt x="552" y="663"/>
                    <a:pt x="552" y="663"/>
                  </a:cubicBezTo>
                  <a:cubicBezTo>
                    <a:pt x="552" y="663"/>
                    <a:pt x="525" y="663"/>
                    <a:pt x="507" y="663"/>
                  </a:cubicBezTo>
                  <a:cubicBezTo>
                    <a:pt x="489" y="663"/>
                    <a:pt x="487" y="653"/>
                    <a:pt x="487" y="653"/>
                  </a:cubicBezTo>
                  <a:cubicBezTo>
                    <a:pt x="486" y="632"/>
                    <a:pt x="486" y="632"/>
                    <a:pt x="486" y="632"/>
                  </a:cubicBezTo>
                  <a:cubicBezTo>
                    <a:pt x="478" y="626"/>
                    <a:pt x="474" y="634"/>
                    <a:pt x="474" y="634"/>
                  </a:cubicBezTo>
                  <a:cubicBezTo>
                    <a:pt x="474" y="686"/>
                    <a:pt x="474" y="686"/>
                    <a:pt x="474" y="686"/>
                  </a:cubicBezTo>
                  <a:cubicBezTo>
                    <a:pt x="474" y="686"/>
                    <a:pt x="473" y="708"/>
                    <a:pt x="450" y="708"/>
                  </a:cubicBezTo>
                  <a:cubicBezTo>
                    <a:pt x="427" y="708"/>
                    <a:pt x="429" y="686"/>
                    <a:pt x="429" y="686"/>
                  </a:cubicBezTo>
                  <a:cubicBezTo>
                    <a:pt x="429" y="623"/>
                    <a:pt x="429" y="623"/>
                    <a:pt x="429" y="623"/>
                  </a:cubicBezTo>
                  <a:cubicBezTo>
                    <a:pt x="424" y="613"/>
                    <a:pt x="418" y="623"/>
                    <a:pt x="418" y="623"/>
                  </a:cubicBezTo>
                  <a:cubicBezTo>
                    <a:pt x="418" y="686"/>
                    <a:pt x="418" y="686"/>
                    <a:pt x="418" y="686"/>
                  </a:cubicBezTo>
                  <a:cubicBezTo>
                    <a:pt x="418" y="686"/>
                    <a:pt x="419" y="708"/>
                    <a:pt x="392" y="708"/>
                  </a:cubicBezTo>
                  <a:cubicBezTo>
                    <a:pt x="369" y="708"/>
                    <a:pt x="371" y="687"/>
                    <a:pt x="371" y="687"/>
                  </a:cubicBezTo>
                  <a:cubicBezTo>
                    <a:pt x="371" y="687"/>
                    <a:pt x="371" y="651"/>
                    <a:pt x="371" y="639"/>
                  </a:cubicBezTo>
                  <a:cubicBezTo>
                    <a:pt x="371" y="627"/>
                    <a:pt x="367" y="628"/>
                    <a:pt x="367" y="628"/>
                  </a:cubicBezTo>
                  <a:cubicBezTo>
                    <a:pt x="367" y="628"/>
                    <a:pt x="362" y="626"/>
                    <a:pt x="362" y="647"/>
                  </a:cubicBezTo>
                  <a:cubicBezTo>
                    <a:pt x="362" y="669"/>
                    <a:pt x="347" y="668"/>
                    <a:pt x="347" y="668"/>
                  </a:cubicBezTo>
                  <a:cubicBezTo>
                    <a:pt x="310" y="668"/>
                    <a:pt x="310" y="668"/>
                    <a:pt x="310" y="668"/>
                  </a:cubicBezTo>
                  <a:cubicBezTo>
                    <a:pt x="302" y="675"/>
                    <a:pt x="303" y="685"/>
                    <a:pt x="303" y="685"/>
                  </a:cubicBezTo>
                  <a:cubicBezTo>
                    <a:pt x="302" y="692"/>
                    <a:pt x="443" y="810"/>
                    <a:pt x="464" y="815"/>
                  </a:cubicBezTo>
                  <a:cubicBezTo>
                    <a:pt x="480" y="819"/>
                    <a:pt x="493" y="818"/>
                    <a:pt x="504" y="818"/>
                  </a:cubicBezTo>
                  <a:cubicBezTo>
                    <a:pt x="515" y="819"/>
                    <a:pt x="525" y="820"/>
                    <a:pt x="525" y="826"/>
                  </a:cubicBezTo>
                  <a:cubicBezTo>
                    <a:pt x="526" y="828"/>
                    <a:pt x="519" y="833"/>
                    <a:pt x="506" y="833"/>
                  </a:cubicBezTo>
                  <a:cubicBezTo>
                    <a:pt x="492" y="833"/>
                    <a:pt x="477" y="833"/>
                    <a:pt x="464" y="838"/>
                  </a:cubicBezTo>
                  <a:cubicBezTo>
                    <a:pt x="435" y="851"/>
                    <a:pt x="336" y="865"/>
                    <a:pt x="336" y="865"/>
                  </a:cubicBezTo>
                  <a:cubicBezTo>
                    <a:pt x="335" y="861"/>
                    <a:pt x="335" y="861"/>
                    <a:pt x="335" y="861"/>
                  </a:cubicBezTo>
                  <a:cubicBezTo>
                    <a:pt x="335" y="861"/>
                    <a:pt x="424" y="848"/>
                    <a:pt x="454" y="835"/>
                  </a:cubicBezTo>
                  <a:cubicBezTo>
                    <a:pt x="466" y="830"/>
                    <a:pt x="478" y="829"/>
                    <a:pt x="491" y="829"/>
                  </a:cubicBezTo>
                  <a:cubicBezTo>
                    <a:pt x="505" y="829"/>
                    <a:pt x="509" y="828"/>
                    <a:pt x="509" y="826"/>
                  </a:cubicBezTo>
                  <a:cubicBezTo>
                    <a:pt x="509" y="822"/>
                    <a:pt x="503" y="823"/>
                    <a:pt x="492" y="822"/>
                  </a:cubicBezTo>
                  <a:cubicBezTo>
                    <a:pt x="481" y="822"/>
                    <a:pt x="468" y="824"/>
                    <a:pt x="448" y="818"/>
                  </a:cubicBezTo>
                  <a:cubicBezTo>
                    <a:pt x="429" y="812"/>
                    <a:pt x="286" y="703"/>
                    <a:pt x="286" y="685"/>
                  </a:cubicBezTo>
                  <a:cubicBezTo>
                    <a:pt x="286" y="685"/>
                    <a:pt x="285" y="675"/>
                    <a:pt x="294" y="668"/>
                  </a:cubicBezTo>
                  <a:cubicBezTo>
                    <a:pt x="298" y="665"/>
                    <a:pt x="299" y="654"/>
                    <a:pt x="293" y="649"/>
                  </a:cubicBezTo>
                  <a:cubicBezTo>
                    <a:pt x="285" y="643"/>
                    <a:pt x="286" y="632"/>
                    <a:pt x="286" y="632"/>
                  </a:cubicBezTo>
                  <a:cubicBezTo>
                    <a:pt x="286" y="615"/>
                    <a:pt x="313" y="614"/>
                    <a:pt x="314" y="593"/>
                  </a:cubicBezTo>
                  <a:cubicBezTo>
                    <a:pt x="314" y="593"/>
                    <a:pt x="316" y="572"/>
                    <a:pt x="338" y="565"/>
                  </a:cubicBezTo>
                  <a:cubicBezTo>
                    <a:pt x="338" y="565"/>
                    <a:pt x="339" y="564"/>
                    <a:pt x="339" y="564"/>
                  </a:cubicBezTo>
                  <a:cubicBezTo>
                    <a:pt x="340" y="563"/>
                    <a:pt x="429" y="523"/>
                    <a:pt x="458" y="485"/>
                  </a:cubicBezTo>
                  <a:cubicBezTo>
                    <a:pt x="470" y="470"/>
                    <a:pt x="482" y="469"/>
                    <a:pt x="495" y="469"/>
                  </a:cubicBezTo>
                  <a:cubicBezTo>
                    <a:pt x="509" y="469"/>
                    <a:pt x="513" y="465"/>
                    <a:pt x="513" y="458"/>
                  </a:cubicBezTo>
                  <a:cubicBezTo>
                    <a:pt x="513" y="447"/>
                    <a:pt x="508" y="449"/>
                    <a:pt x="496" y="447"/>
                  </a:cubicBezTo>
                  <a:cubicBezTo>
                    <a:pt x="485" y="446"/>
                    <a:pt x="472" y="451"/>
                    <a:pt x="452" y="435"/>
                  </a:cubicBezTo>
                  <a:cubicBezTo>
                    <a:pt x="433" y="418"/>
                    <a:pt x="310" y="281"/>
                    <a:pt x="310" y="281"/>
                  </a:cubicBezTo>
                  <a:cubicBezTo>
                    <a:pt x="310" y="281"/>
                    <a:pt x="307" y="276"/>
                    <a:pt x="299" y="274"/>
                  </a:cubicBezTo>
                  <a:cubicBezTo>
                    <a:pt x="275" y="268"/>
                    <a:pt x="276" y="253"/>
                    <a:pt x="276" y="253"/>
                  </a:cubicBezTo>
                  <a:cubicBezTo>
                    <a:pt x="276" y="253"/>
                    <a:pt x="249" y="253"/>
                    <a:pt x="231" y="253"/>
                  </a:cubicBezTo>
                  <a:cubicBezTo>
                    <a:pt x="213" y="253"/>
                    <a:pt x="212" y="243"/>
                    <a:pt x="212" y="243"/>
                  </a:cubicBezTo>
                  <a:cubicBezTo>
                    <a:pt x="211" y="222"/>
                    <a:pt x="211" y="222"/>
                    <a:pt x="211" y="222"/>
                  </a:cubicBezTo>
                  <a:cubicBezTo>
                    <a:pt x="203" y="216"/>
                    <a:pt x="198" y="224"/>
                    <a:pt x="198" y="224"/>
                  </a:cubicBezTo>
                  <a:cubicBezTo>
                    <a:pt x="198" y="276"/>
                    <a:pt x="198" y="276"/>
                    <a:pt x="198" y="276"/>
                  </a:cubicBezTo>
                  <a:cubicBezTo>
                    <a:pt x="198" y="276"/>
                    <a:pt x="198" y="298"/>
                    <a:pt x="175" y="298"/>
                  </a:cubicBezTo>
                  <a:cubicBezTo>
                    <a:pt x="151" y="298"/>
                    <a:pt x="153" y="276"/>
                    <a:pt x="153" y="276"/>
                  </a:cubicBezTo>
                  <a:cubicBezTo>
                    <a:pt x="153" y="213"/>
                    <a:pt x="153" y="213"/>
                    <a:pt x="153" y="213"/>
                  </a:cubicBezTo>
                  <a:cubicBezTo>
                    <a:pt x="149" y="203"/>
                    <a:pt x="142" y="213"/>
                    <a:pt x="142" y="213"/>
                  </a:cubicBezTo>
                  <a:cubicBezTo>
                    <a:pt x="142" y="276"/>
                    <a:pt x="142" y="276"/>
                    <a:pt x="142" y="276"/>
                  </a:cubicBezTo>
                  <a:cubicBezTo>
                    <a:pt x="142" y="276"/>
                    <a:pt x="144" y="298"/>
                    <a:pt x="117" y="298"/>
                  </a:cubicBezTo>
                  <a:cubicBezTo>
                    <a:pt x="93" y="298"/>
                    <a:pt x="95" y="277"/>
                    <a:pt x="95" y="277"/>
                  </a:cubicBezTo>
                  <a:cubicBezTo>
                    <a:pt x="95" y="277"/>
                    <a:pt x="95" y="241"/>
                    <a:pt x="95" y="229"/>
                  </a:cubicBezTo>
                  <a:cubicBezTo>
                    <a:pt x="95" y="217"/>
                    <a:pt x="91" y="218"/>
                    <a:pt x="91" y="218"/>
                  </a:cubicBezTo>
                  <a:cubicBezTo>
                    <a:pt x="91" y="218"/>
                    <a:pt x="86" y="216"/>
                    <a:pt x="86" y="237"/>
                  </a:cubicBezTo>
                  <a:cubicBezTo>
                    <a:pt x="86" y="259"/>
                    <a:pt x="71" y="258"/>
                    <a:pt x="71" y="258"/>
                  </a:cubicBezTo>
                  <a:cubicBezTo>
                    <a:pt x="34" y="258"/>
                    <a:pt x="34" y="258"/>
                    <a:pt x="34" y="258"/>
                  </a:cubicBezTo>
                  <a:cubicBezTo>
                    <a:pt x="26" y="265"/>
                    <a:pt x="27" y="275"/>
                    <a:pt x="27" y="275"/>
                  </a:cubicBezTo>
                  <a:cubicBezTo>
                    <a:pt x="26" y="282"/>
                    <a:pt x="55" y="295"/>
                    <a:pt x="54" y="313"/>
                  </a:cubicBezTo>
                  <a:cubicBezTo>
                    <a:pt x="52" y="334"/>
                    <a:pt x="72" y="344"/>
                    <a:pt x="72" y="344"/>
                  </a:cubicBezTo>
                  <a:cubicBezTo>
                    <a:pt x="72" y="344"/>
                    <a:pt x="167" y="412"/>
                    <a:pt x="188" y="427"/>
                  </a:cubicBezTo>
                  <a:cubicBezTo>
                    <a:pt x="204" y="438"/>
                    <a:pt x="217" y="434"/>
                    <a:pt x="228" y="435"/>
                  </a:cubicBezTo>
                  <a:cubicBezTo>
                    <a:pt x="239" y="436"/>
                    <a:pt x="249" y="442"/>
                    <a:pt x="249" y="458"/>
                  </a:cubicBezTo>
                  <a:cubicBezTo>
                    <a:pt x="250" y="465"/>
                    <a:pt x="243" y="480"/>
                    <a:pt x="230" y="480"/>
                  </a:cubicBezTo>
                  <a:cubicBezTo>
                    <a:pt x="216" y="480"/>
                    <a:pt x="201" y="479"/>
                    <a:pt x="188" y="495"/>
                  </a:cubicBezTo>
                  <a:cubicBezTo>
                    <a:pt x="159" y="533"/>
                    <a:pt x="62" y="582"/>
                    <a:pt x="62" y="582"/>
                  </a:cubicBezTo>
                  <a:cubicBezTo>
                    <a:pt x="61" y="583"/>
                    <a:pt x="61" y="583"/>
                    <a:pt x="61" y="583"/>
                  </a:cubicBezTo>
                  <a:cubicBezTo>
                    <a:pt x="59" y="584"/>
                    <a:pt x="59" y="584"/>
                    <a:pt x="59" y="584"/>
                  </a:cubicBezTo>
                  <a:cubicBezTo>
                    <a:pt x="59" y="584"/>
                    <a:pt x="54" y="589"/>
                    <a:pt x="42" y="588"/>
                  </a:cubicBezTo>
                  <a:cubicBezTo>
                    <a:pt x="32" y="587"/>
                    <a:pt x="29" y="592"/>
                    <a:pt x="29" y="599"/>
                  </a:cubicBezTo>
                  <a:cubicBezTo>
                    <a:pt x="29" y="606"/>
                    <a:pt x="30" y="613"/>
                    <a:pt x="41" y="614"/>
                  </a:cubicBezTo>
                  <a:cubicBezTo>
                    <a:pt x="55" y="614"/>
                    <a:pt x="60" y="622"/>
                    <a:pt x="60" y="622"/>
                  </a:cubicBezTo>
                  <a:cubicBezTo>
                    <a:pt x="60" y="622"/>
                    <a:pt x="184" y="792"/>
                    <a:pt x="205" y="797"/>
                  </a:cubicBezTo>
                  <a:cubicBezTo>
                    <a:pt x="222" y="801"/>
                    <a:pt x="234" y="800"/>
                    <a:pt x="246" y="800"/>
                  </a:cubicBezTo>
                  <a:cubicBezTo>
                    <a:pt x="257" y="800"/>
                    <a:pt x="267" y="802"/>
                    <a:pt x="267" y="808"/>
                  </a:cubicBezTo>
                  <a:cubicBezTo>
                    <a:pt x="267" y="810"/>
                    <a:pt x="261" y="815"/>
                    <a:pt x="247" y="815"/>
                  </a:cubicBezTo>
                  <a:cubicBezTo>
                    <a:pt x="234" y="815"/>
                    <a:pt x="218" y="815"/>
                    <a:pt x="206" y="820"/>
                  </a:cubicBezTo>
                  <a:cubicBezTo>
                    <a:pt x="176" y="833"/>
                    <a:pt x="23" y="861"/>
                    <a:pt x="23" y="861"/>
                  </a:cubicBezTo>
                  <a:cubicBezTo>
                    <a:pt x="0" y="860"/>
                    <a:pt x="0" y="860"/>
                    <a:pt x="0" y="860"/>
                  </a:cubicBezTo>
                  <a:cubicBezTo>
                    <a:pt x="0" y="860"/>
                    <a:pt x="166" y="829"/>
                    <a:pt x="195" y="817"/>
                  </a:cubicBezTo>
                  <a:cubicBezTo>
                    <a:pt x="208" y="811"/>
                    <a:pt x="219" y="811"/>
                    <a:pt x="233" y="811"/>
                  </a:cubicBezTo>
                  <a:cubicBezTo>
                    <a:pt x="246" y="811"/>
                    <a:pt x="250" y="810"/>
                    <a:pt x="250" y="808"/>
                  </a:cubicBezTo>
                  <a:cubicBezTo>
                    <a:pt x="250" y="804"/>
                    <a:pt x="245" y="804"/>
                    <a:pt x="234" y="804"/>
                  </a:cubicBezTo>
                  <a:cubicBezTo>
                    <a:pt x="222" y="804"/>
                    <a:pt x="209" y="805"/>
                    <a:pt x="190" y="800"/>
                  </a:cubicBezTo>
                  <a:cubicBezTo>
                    <a:pt x="170" y="794"/>
                    <a:pt x="47" y="636"/>
                    <a:pt x="47" y="636"/>
                  </a:cubicBezTo>
                  <a:cubicBezTo>
                    <a:pt x="47" y="636"/>
                    <a:pt x="44" y="631"/>
                    <a:pt x="36" y="629"/>
                  </a:cubicBezTo>
                  <a:cubicBezTo>
                    <a:pt x="12" y="623"/>
                    <a:pt x="13" y="609"/>
                    <a:pt x="13" y="609"/>
                  </a:cubicBezTo>
                  <a:cubicBezTo>
                    <a:pt x="13" y="590"/>
                    <a:pt x="13" y="590"/>
                    <a:pt x="13" y="590"/>
                  </a:cubicBezTo>
                  <a:cubicBezTo>
                    <a:pt x="13" y="575"/>
                    <a:pt x="31" y="571"/>
                    <a:pt x="39" y="571"/>
                  </a:cubicBezTo>
                  <a:cubicBezTo>
                    <a:pt x="48" y="571"/>
                    <a:pt x="52" y="567"/>
                    <a:pt x="52" y="567"/>
                  </a:cubicBezTo>
                  <a:cubicBezTo>
                    <a:pt x="53" y="567"/>
                    <a:pt x="53" y="567"/>
                    <a:pt x="53" y="567"/>
                  </a:cubicBezTo>
                  <a:cubicBezTo>
                    <a:pt x="53" y="567"/>
                    <a:pt x="148" y="523"/>
                    <a:pt x="178" y="485"/>
                  </a:cubicBezTo>
                  <a:cubicBezTo>
                    <a:pt x="190" y="470"/>
                    <a:pt x="202" y="469"/>
                    <a:pt x="215" y="469"/>
                  </a:cubicBezTo>
                  <a:cubicBezTo>
                    <a:pt x="229" y="469"/>
                    <a:pt x="233" y="465"/>
                    <a:pt x="233" y="458"/>
                  </a:cubicBezTo>
                  <a:cubicBezTo>
                    <a:pt x="233" y="447"/>
                    <a:pt x="227" y="449"/>
                    <a:pt x="216" y="447"/>
                  </a:cubicBezTo>
                  <a:cubicBezTo>
                    <a:pt x="205" y="446"/>
                    <a:pt x="192" y="451"/>
                    <a:pt x="172" y="435"/>
                  </a:cubicBezTo>
                  <a:cubicBezTo>
                    <a:pt x="153" y="418"/>
                    <a:pt x="52" y="348"/>
                    <a:pt x="52" y="348"/>
                  </a:cubicBezTo>
                  <a:cubicBezTo>
                    <a:pt x="52" y="348"/>
                    <a:pt x="40" y="337"/>
                    <a:pt x="39" y="315"/>
                  </a:cubicBezTo>
                  <a:cubicBezTo>
                    <a:pt x="38" y="293"/>
                    <a:pt x="10" y="293"/>
                    <a:pt x="10" y="275"/>
                  </a:cubicBezTo>
                  <a:cubicBezTo>
                    <a:pt x="10" y="275"/>
                    <a:pt x="9" y="265"/>
                    <a:pt x="18" y="258"/>
                  </a:cubicBezTo>
                  <a:cubicBezTo>
                    <a:pt x="22" y="255"/>
                    <a:pt x="23" y="244"/>
                    <a:pt x="17" y="239"/>
                  </a:cubicBezTo>
                  <a:cubicBezTo>
                    <a:pt x="9" y="233"/>
                    <a:pt x="10" y="222"/>
                    <a:pt x="10" y="222"/>
                  </a:cubicBezTo>
                  <a:cubicBezTo>
                    <a:pt x="10" y="205"/>
                    <a:pt x="152" y="74"/>
                    <a:pt x="171" y="67"/>
                  </a:cubicBezTo>
                  <a:cubicBezTo>
                    <a:pt x="191" y="59"/>
                    <a:pt x="204" y="62"/>
                    <a:pt x="215" y="61"/>
                  </a:cubicBezTo>
                  <a:cubicBezTo>
                    <a:pt x="226" y="60"/>
                    <a:pt x="232" y="61"/>
                    <a:pt x="232" y="56"/>
                  </a:cubicBezTo>
                  <a:cubicBezTo>
                    <a:pt x="232" y="53"/>
                    <a:pt x="228" y="51"/>
                    <a:pt x="214" y="51"/>
                  </a:cubicBezTo>
                  <a:cubicBezTo>
                    <a:pt x="201" y="51"/>
                    <a:pt x="189" y="51"/>
                    <a:pt x="177" y="44"/>
                  </a:cubicBezTo>
                  <a:cubicBezTo>
                    <a:pt x="147" y="26"/>
                    <a:pt x="58" y="8"/>
                    <a:pt x="58" y="8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3"/>
                    <a:pt x="156" y="23"/>
                    <a:pt x="195" y="44"/>
                  </a:cubicBezTo>
                  <a:cubicBezTo>
                    <a:pt x="200" y="46"/>
                    <a:pt x="215" y="45"/>
                    <a:pt x="229" y="45"/>
                  </a:cubicBezTo>
                  <a:cubicBezTo>
                    <a:pt x="242" y="45"/>
                    <a:pt x="248" y="53"/>
                    <a:pt x="248" y="56"/>
                  </a:cubicBezTo>
                  <a:cubicBezTo>
                    <a:pt x="248" y="61"/>
                    <a:pt x="243" y="67"/>
                    <a:pt x="232" y="67"/>
                  </a:cubicBezTo>
                  <a:cubicBezTo>
                    <a:pt x="194" y="66"/>
                    <a:pt x="188" y="70"/>
                    <a:pt x="188" y="70"/>
                  </a:cubicBezTo>
                  <a:cubicBezTo>
                    <a:pt x="166" y="76"/>
                    <a:pt x="26" y="212"/>
                    <a:pt x="27" y="222"/>
                  </a:cubicBezTo>
                  <a:cubicBezTo>
                    <a:pt x="27" y="222"/>
                    <a:pt x="26" y="233"/>
                    <a:pt x="34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71" y="238"/>
                    <a:pt x="70" y="231"/>
                  </a:cubicBezTo>
                  <a:cubicBezTo>
                    <a:pt x="70" y="213"/>
                    <a:pt x="70" y="213"/>
                    <a:pt x="70" y="213"/>
                  </a:cubicBezTo>
                  <a:cubicBezTo>
                    <a:pt x="70" y="213"/>
                    <a:pt x="75" y="202"/>
                    <a:pt x="91" y="202"/>
                  </a:cubicBezTo>
                  <a:cubicBezTo>
                    <a:pt x="107" y="202"/>
                    <a:pt x="111" y="213"/>
                    <a:pt x="111" y="213"/>
                  </a:cubicBezTo>
                  <a:cubicBezTo>
                    <a:pt x="111" y="273"/>
                    <a:pt x="111" y="273"/>
                    <a:pt x="111" y="273"/>
                  </a:cubicBezTo>
                  <a:cubicBezTo>
                    <a:pt x="111" y="273"/>
                    <a:pt x="111" y="280"/>
                    <a:pt x="118" y="280"/>
                  </a:cubicBezTo>
                  <a:cubicBezTo>
                    <a:pt x="124" y="280"/>
                    <a:pt x="126" y="272"/>
                    <a:pt x="126" y="272"/>
                  </a:cubicBezTo>
                  <a:cubicBezTo>
                    <a:pt x="126" y="215"/>
                    <a:pt x="126" y="215"/>
                    <a:pt x="126" y="215"/>
                  </a:cubicBezTo>
                  <a:cubicBezTo>
                    <a:pt x="126" y="215"/>
                    <a:pt x="131" y="192"/>
                    <a:pt x="149" y="192"/>
                  </a:cubicBezTo>
                  <a:cubicBezTo>
                    <a:pt x="167" y="192"/>
                    <a:pt x="169" y="212"/>
                    <a:pt x="169" y="212"/>
                  </a:cubicBezTo>
                  <a:cubicBezTo>
                    <a:pt x="169" y="272"/>
                    <a:pt x="169" y="272"/>
                    <a:pt x="169" y="272"/>
                  </a:cubicBezTo>
                  <a:cubicBezTo>
                    <a:pt x="169" y="272"/>
                    <a:pt x="169" y="279"/>
                    <a:pt x="176" y="279"/>
                  </a:cubicBezTo>
                  <a:cubicBezTo>
                    <a:pt x="183" y="279"/>
                    <a:pt x="182" y="272"/>
                    <a:pt x="182" y="272"/>
                  </a:cubicBezTo>
                  <a:cubicBezTo>
                    <a:pt x="182" y="272"/>
                    <a:pt x="182" y="237"/>
                    <a:pt x="182" y="221"/>
                  </a:cubicBezTo>
                  <a:cubicBezTo>
                    <a:pt x="183" y="206"/>
                    <a:pt x="195" y="205"/>
                    <a:pt x="202" y="204"/>
                  </a:cubicBezTo>
                  <a:cubicBezTo>
                    <a:pt x="209" y="204"/>
                    <a:pt x="219" y="206"/>
                    <a:pt x="223" y="213"/>
                  </a:cubicBezTo>
                  <a:cubicBezTo>
                    <a:pt x="225" y="217"/>
                    <a:pt x="225" y="235"/>
                    <a:pt x="225" y="235"/>
                  </a:cubicBezTo>
                  <a:cubicBezTo>
                    <a:pt x="275" y="235"/>
                    <a:pt x="275" y="235"/>
                    <a:pt x="275" y="235"/>
                  </a:cubicBezTo>
                  <a:cubicBezTo>
                    <a:pt x="275" y="220"/>
                    <a:pt x="294" y="215"/>
                    <a:pt x="302" y="215"/>
                  </a:cubicBezTo>
                  <a:cubicBezTo>
                    <a:pt x="310" y="215"/>
                    <a:pt x="313" y="211"/>
                    <a:pt x="313" y="211"/>
                  </a:cubicBezTo>
                  <a:cubicBezTo>
                    <a:pt x="313" y="211"/>
                    <a:pt x="432" y="74"/>
                    <a:pt x="451" y="67"/>
                  </a:cubicBezTo>
                  <a:cubicBezTo>
                    <a:pt x="471" y="59"/>
                    <a:pt x="484" y="62"/>
                    <a:pt x="495" y="61"/>
                  </a:cubicBezTo>
                  <a:cubicBezTo>
                    <a:pt x="507" y="60"/>
                    <a:pt x="512" y="61"/>
                    <a:pt x="512" y="56"/>
                  </a:cubicBezTo>
                  <a:cubicBezTo>
                    <a:pt x="512" y="53"/>
                    <a:pt x="508" y="51"/>
                    <a:pt x="494" y="51"/>
                  </a:cubicBezTo>
                  <a:cubicBezTo>
                    <a:pt x="481" y="51"/>
                    <a:pt x="469" y="51"/>
                    <a:pt x="457" y="44"/>
                  </a:cubicBezTo>
                  <a:cubicBezTo>
                    <a:pt x="428" y="26"/>
                    <a:pt x="338" y="8"/>
                    <a:pt x="338" y="8"/>
                  </a:cubicBezTo>
                  <a:cubicBezTo>
                    <a:pt x="337" y="0"/>
                    <a:pt x="337" y="0"/>
                    <a:pt x="337" y="0"/>
                  </a:cubicBezTo>
                  <a:cubicBezTo>
                    <a:pt x="337" y="0"/>
                    <a:pt x="436" y="23"/>
                    <a:pt x="475" y="44"/>
                  </a:cubicBezTo>
                  <a:cubicBezTo>
                    <a:pt x="480" y="46"/>
                    <a:pt x="496" y="45"/>
                    <a:pt x="509" y="45"/>
                  </a:cubicBezTo>
                  <a:cubicBezTo>
                    <a:pt x="523" y="45"/>
                    <a:pt x="529" y="53"/>
                    <a:pt x="529" y="56"/>
                  </a:cubicBezTo>
                  <a:cubicBezTo>
                    <a:pt x="529" y="61"/>
                    <a:pt x="523" y="66"/>
                    <a:pt x="512" y="67"/>
                  </a:cubicBezTo>
                  <a:cubicBezTo>
                    <a:pt x="501" y="67"/>
                    <a:pt x="482" y="65"/>
                    <a:pt x="468" y="70"/>
                  </a:cubicBezTo>
                  <a:cubicBezTo>
                    <a:pt x="446" y="76"/>
                    <a:pt x="322" y="229"/>
                    <a:pt x="322" y="229"/>
                  </a:cubicBezTo>
                  <a:cubicBezTo>
                    <a:pt x="322" y="229"/>
                    <a:pt x="317" y="234"/>
                    <a:pt x="304" y="232"/>
                  </a:cubicBezTo>
                  <a:cubicBezTo>
                    <a:pt x="295" y="232"/>
                    <a:pt x="292" y="236"/>
                    <a:pt x="292" y="243"/>
                  </a:cubicBezTo>
                  <a:cubicBezTo>
                    <a:pt x="292" y="250"/>
                    <a:pt x="293" y="258"/>
                    <a:pt x="304" y="258"/>
                  </a:cubicBezTo>
                  <a:cubicBezTo>
                    <a:pt x="318" y="259"/>
                    <a:pt x="323" y="266"/>
                    <a:pt x="323" y="266"/>
                  </a:cubicBezTo>
                  <a:cubicBezTo>
                    <a:pt x="323" y="266"/>
                    <a:pt x="447" y="412"/>
                    <a:pt x="468" y="427"/>
                  </a:cubicBezTo>
                  <a:cubicBezTo>
                    <a:pt x="484" y="438"/>
                    <a:pt x="497" y="434"/>
                    <a:pt x="508" y="435"/>
                  </a:cubicBezTo>
                  <a:cubicBezTo>
                    <a:pt x="520" y="436"/>
                    <a:pt x="529" y="442"/>
                    <a:pt x="530" y="458"/>
                  </a:cubicBezTo>
                  <a:cubicBezTo>
                    <a:pt x="530" y="465"/>
                    <a:pt x="523" y="480"/>
                    <a:pt x="510" y="480"/>
                  </a:cubicBezTo>
                  <a:cubicBezTo>
                    <a:pt x="496" y="480"/>
                    <a:pt x="481" y="479"/>
                    <a:pt x="469" y="495"/>
                  </a:cubicBezTo>
                  <a:cubicBezTo>
                    <a:pt x="439" y="533"/>
                    <a:pt x="340" y="579"/>
                    <a:pt x="340" y="579"/>
                  </a:cubicBezTo>
                  <a:cubicBezTo>
                    <a:pt x="339" y="579"/>
                    <a:pt x="339" y="579"/>
                    <a:pt x="339" y="579"/>
                  </a:cubicBezTo>
                  <a:cubicBezTo>
                    <a:pt x="332" y="582"/>
                    <a:pt x="330" y="594"/>
                    <a:pt x="330" y="594"/>
                  </a:cubicBezTo>
                  <a:cubicBezTo>
                    <a:pt x="325" y="614"/>
                    <a:pt x="302" y="622"/>
                    <a:pt x="303" y="632"/>
                  </a:cubicBezTo>
                  <a:cubicBezTo>
                    <a:pt x="303" y="632"/>
                    <a:pt x="302" y="643"/>
                    <a:pt x="310" y="649"/>
                  </a:cubicBezTo>
                  <a:cubicBezTo>
                    <a:pt x="343" y="649"/>
                    <a:pt x="343" y="649"/>
                    <a:pt x="343" y="649"/>
                  </a:cubicBezTo>
                  <a:cubicBezTo>
                    <a:pt x="343" y="649"/>
                    <a:pt x="346" y="648"/>
                    <a:pt x="346" y="641"/>
                  </a:cubicBezTo>
                  <a:cubicBezTo>
                    <a:pt x="346" y="623"/>
                    <a:pt x="346" y="623"/>
                    <a:pt x="346" y="623"/>
                  </a:cubicBezTo>
                  <a:cubicBezTo>
                    <a:pt x="346" y="623"/>
                    <a:pt x="350" y="612"/>
                    <a:pt x="366" y="612"/>
                  </a:cubicBezTo>
                  <a:cubicBezTo>
                    <a:pt x="382" y="612"/>
                    <a:pt x="387" y="623"/>
                    <a:pt x="387" y="623"/>
                  </a:cubicBezTo>
                  <a:cubicBezTo>
                    <a:pt x="387" y="683"/>
                    <a:pt x="387" y="683"/>
                    <a:pt x="387" y="683"/>
                  </a:cubicBezTo>
                  <a:cubicBezTo>
                    <a:pt x="387" y="683"/>
                    <a:pt x="387" y="690"/>
                    <a:pt x="394" y="690"/>
                  </a:cubicBezTo>
                  <a:cubicBezTo>
                    <a:pt x="400" y="690"/>
                    <a:pt x="402" y="682"/>
                    <a:pt x="402" y="682"/>
                  </a:cubicBezTo>
                  <a:cubicBezTo>
                    <a:pt x="402" y="625"/>
                    <a:pt x="402" y="625"/>
                    <a:pt x="402" y="625"/>
                  </a:cubicBezTo>
                  <a:cubicBezTo>
                    <a:pt x="402" y="625"/>
                    <a:pt x="406" y="602"/>
                    <a:pt x="424" y="602"/>
                  </a:cubicBezTo>
                  <a:cubicBezTo>
                    <a:pt x="442" y="602"/>
                    <a:pt x="445" y="622"/>
                    <a:pt x="445" y="622"/>
                  </a:cubicBezTo>
                  <a:cubicBezTo>
                    <a:pt x="445" y="682"/>
                    <a:pt x="445" y="682"/>
                    <a:pt x="445" y="682"/>
                  </a:cubicBezTo>
                  <a:cubicBezTo>
                    <a:pt x="445" y="682"/>
                    <a:pt x="445" y="689"/>
                    <a:pt x="452" y="689"/>
                  </a:cubicBezTo>
                  <a:cubicBezTo>
                    <a:pt x="458" y="689"/>
                    <a:pt x="458" y="682"/>
                    <a:pt x="458" y="682"/>
                  </a:cubicBezTo>
                  <a:cubicBezTo>
                    <a:pt x="458" y="682"/>
                    <a:pt x="457" y="647"/>
                    <a:pt x="458" y="631"/>
                  </a:cubicBezTo>
                  <a:cubicBezTo>
                    <a:pt x="458" y="616"/>
                    <a:pt x="471" y="615"/>
                    <a:pt x="478" y="614"/>
                  </a:cubicBezTo>
                  <a:cubicBezTo>
                    <a:pt x="485" y="614"/>
                    <a:pt x="495" y="616"/>
                    <a:pt x="499" y="623"/>
                  </a:cubicBezTo>
                  <a:cubicBezTo>
                    <a:pt x="501" y="627"/>
                    <a:pt x="501" y="645"/>
                    <a:pt x="501" y="645"/>
                  </a:cubicBezTo>
                  <a:cubicBezTo>
                    <a:pt x="551" y="645"/>
                    <a:pt x="551" y="645"/>
                    <a:pt x="551" y="645"/>
                  </a:cubicBezTo>
                  <a:cubicBezTo>
                    <a:pt x="551" y="630"/>
                    <a:pt x="570" y="626"/>
                    <a:pt x="578" y="626"/>
                  </a:cubicBezTo>
                  <a:cubicBezTo>
                    <a:pt x="586" y="626"/>
                    <a:pt x="589" y="621"/>
                    <a:pt x="589" y="621"/>
                  </a:cubicBezTo>
                  <a:cubicBezTo>
                    <a:pt x="590" y="620"/>
                    <a:pt x="590" y="620"/>
                    <a:pt x="590" y="620"/>
                  </a:cubicBezTo>
                  <a:cubicBezTo>
                    <a:pt x="590" y="620"/>
                    <a:pt x="683" y="523"/>
                    <a:pt x="712" y="485"/>
                  </a:cubicBezTo>
                  <a:cubicBezTo>
                    <a:pt x="725" y="470"/>
                    <a:pt x="736" y="469"/>
                    <a:pt x="750" y="469"/>
                  </a:cubicBezTo>
                  <a:cubicBezTo>
                    <a:pt x="763" y="469"/>
                    <a:pt x="767" y="465"/>
                    <a:pt x="767" y="458"/>
                  </a:cubicBezTo>
                  <a:cubicBezTo>
                    <a:pt x="767" y="447"/>
                    <a:pt x="762" y="449"/>
                    <a:pt x="751" y="447"/>
                  </a:cubicBezTo>
                  <a:cubicBezTo>
                    <a:pt x="739" y="446"/>
                    <a:pt x="726" y="451"/>
                    <a:pt x="707" y="435"/>
                  </a:cubicBezTo>
                  <a:cubicBezTo>
                    <a:pt x="687" y="418"/>
                    <a:pt x="587" y="348"/>
                    <a:pt x="587" y="348"/>
                  </a:cubicBezTo>
                  <a:cubicBezTo>
                    <a:pt x="587" y="348"/>
                    <a:pt x="574" y="337"/>
                    <a:pt x="573" y="315"/>
                  </a:cubicBezTo>
                  <a:cubicBezTo>
                    <a:pt x="572" y="293"/>
                    <a:pt x="544" y="293"/>
                    <a:pt x="545" y="275"/>
                  </a:cubicBezTo>
                  <a:cubicBezTo>
                    <a:pt x="545" y="275"/>
                    <a:pt x="544" y="265"/>
                    <a:pt x="552" y="258"/>
                  </a:cubicBezTo>
                  <a:cubicBezTo>
                    <a:pt x="557" y="255"/>
                    <a:pt x="558" y="244"/>
                    <a:pt x="552" y="239"/>
                  </a:cubicBezTo>
                  <a:cubicBezTo>
                    <a:pt x="544" y="233"/>
                    <a:pt x="545" y="222"/>
                    <a:pt x="545" y="222"/>
                  </a:cubicBezTo>
                  <a:cubicBezTo>
                    <a:pt x="544" y="205"/>
                    <a:pt x="686" y="74"/>
                    <a:pt x="706" y="67"/>
                  </a:cubicBezTo>
                  <a:cubicBezTo>
                    <a:pt x="725" y="59"/>
                    <a:pt x="738" y="62"/>
                    <a:pt x="750" y="61"/>
                  </a:cubicBezTo>
                  <a:cubicBezTo>
                    <a:pt x="761" y="60"/>
                    <a:pt x="766" y="61"/>
                    <a:pt x="766" y="56"/>
                  </a:cubicBezTo>
                  <a:cubicBezTo>
                    <a:pt x="766" y="53"/>
                    <a:pt x="762" y="51"/>
                    <a:pt x="749" y="51"/>
                  </a:cubicBezTo>
                  <a:cubicBezTo>
                    <a:pt x="735" y="51"/>
                    <a:pt x="724" y="51"/>
                    <a:pt x="711" y="44"/>
                  </a:cubicBezTo>
                  <a:cubicBezTo>
                    <a:pt x="682" y="26"/>
                    <a:pt x="592" y="8"/>
                    <a:pt x="592" y="8"/>
                  </a:cubicBezTo>
                  <a:cubicBezTo>
                    <a:pt x="603" y="3"/>
                    <a:pt x="603" y="3"/>
                    <a:pt x="603" y="3"/>
                  </a:cubicBezTo>
                  <a:cubicBezTo>
                    <a:pt x="603" y="3"/>
                    <a:pt x="691" y="23"/>
                    <a:pt x="729" y="44"/>
                  </a:cubicBezTo>
                  <a:cubicBezTo>
                    <a:pt x="735" y="46"/>
                    <a:pt x="750" y="45"/>
                    <a:pt x="763" y="45"/>
                  </a:cubicBezTo>
                  <a:cubicBezTo>
                    <a:pt x="777" y="45"/>
                    <a:pt x="783" y="53"/>
                    <a:pt x="783" y="56"/>
                  </a:cubicBezTo>
                  <a:cubicBezTo>
                    <a:pt x="783" y="61"/>
                    <a:pt x="777" y="66"/>
                    <a:pt x="766" y="67"/>
                  </a:cubicBezTo>
                  <a:cubicBezTo>
                    <a:pt x="755" y="67"/>
                    <a:pt x="737" y="65"/>
                    <a:pt x="722" y="70"/>
                  </a:cubicBezTo>
                  <a:cubicBezTo>
                    <a:pt x="700" y="76"/>
                    <a:pt x="561" y="212"/>
                    <a:pt x="561" y="222"/>
                  </a:cubicBezTo>
                  <a:cubicBezTo>
                    <a:pt x="561" y="222"/>
                    <a:pt x="560" y="233"/>
                    <a:pt x="569" y="239"/>
                  </a:cubicBezTo>
                  <a:cubicBezTo>
                    <a:pt x="602" y="239"/>
                    <a:pt x="602" y="239"/>
                    <a:pt x="602" y="239"/>
                  </a:cubicBezTo>
                  <a:cubicBezTo>
                    <a:pt x="602" y="239"/>
                    <a:pt x="605" y="238"/>
                    <a:pt x="605" y="231"/>
                  </a:cubicBezTo>
                  <a:cubicBezTo>
                    <a:pt x="605" y="213"/>
                    <a:pt x="605" y="213"/>
                    <a:pt x="605" y="213"/>
                  </a:cubicBezTo>
                  <a:cubicBezTo>
                    <a:pt x="605" y="213"/>
                    <a:pt x="609" y="202"/>
                    <a:pt x="625" y="202"/>
                  </a:cubicBezTo>
                  <a:cubicBezTo>
                    <a:pt x="641" y="202"/>
                    <a:pt x="645" y="213"/>
                    <a:pt x="645" y="213"/>
                  </a:cubicBezTo>
                  <a:cubicBezTo>
                    <a:pt x="645" y="273"/>
                    <a:pt x="645" y="273"/>
                    <a:pt x="645" y="273"/>
                  </a:cubicBezTo>
                  <a:cubicBezTo>
                    <a:pt x="645" y="273"/>
                    <a:pt x="646" y="280"/>
                    <a:pt x="652" y="280"/>
                  </a:cubicBezTo>
                  <a:cubicBezTo>
                    <a:pt x="659" y="280"/>
                    <a:pt x="660" y="272"/>
                    <a:pt x="660" y="272"/>
                  </a:cubicBezTo>
                  <a:cubicBezTo>
                    <a:pt x="660" y="215"/>
                    <a:pt x="660" y="215"/>
                    <a:pt x="660" y="215"/>
                  </a:cubicBezTo>
                  <a:cubicBezTo>
                    <a:pt x="660" y="215"/>
                    <a:pt x="665" y="192"/>
                    <a:pt x="683" y="192"/>
                  </a:cubicBezTo>
                  <a:cubicBezTo>
                    <a:pt x="701" y="192"/>
                    <a:pt x="704" y="212"/>
                    <a:pt x="704" y="212"/>
                  </a:cubicBezTo>
                  <a:cubicBezTo>
                    <a:pt x="703" y="272"/>
                    <a:pt x="703" y="272"/>
                    <a:pt x="703" y="272"/>
                  </a:cubicBezTo>
                  <a:cubicBezTo>
                    <a:pt x="703" y="272"/>
                    <a:pt x="704" y="279"/>
                    <a:pt x="710" y="279"/>
                  </a:cubicBezTo>
                  <a:cubicBezTo>
                    <a:pt x="717" y="279"/>
                    <a:pt x="717" y="272"/>
                    <a:pt x="717" y="272"/>
                  </a:cubicBezTo>
                  <a:cubicBezTo>
                    <a:pt x="717" y="272"/>
                    <a:pt x="716" y="237"/>
                    <a:pt x="717" y="221"/>
                  </a:cubicBezTo>
                  <a:cubicBezTo>
                    <a:pt x="717" y="206"/>
                    <a:pt x="729" y="205"/>
                    <a:pt x="736" y="204"/>
                  </a:cubicBezTo>
                  <a:cubicBezTo>
                    <a:pt x="744" y="204"/>
                    <a:pt x="754" y="206"/>
                    <a:pt x="757" y="213"/>
                  </a:cubicBezTo>
                  <a:cubicBezTo>
                    <a:pt x="760" y="217"/>
                    <a:pt x="759" y="235"/>
                    <a:pt x="759" y="235"/>
                  </a:cubicBezTo>
                  <a:cubicBezTo>
                    <a:pt x="810" y="235"/>
                    <a:pt x="810" y="235"/>
                    <a:pt x="810" y="235"/>
                  </a:cubicBezTo>
                  <a:cubicBezTo>
                    <a:pt x="810" y="220"/>
                    <a:pt x="828" y="215"/>
                    <a:pt x="837" y="215"/>
                  </a:cubicBezTo>
                  <a:cubicBezTo>
                    <a:pt x="845" y="215"/>
                    <a:pt x="848" y="211"/>
                    <a:pt x="848" y="211"/>
                  </a:cubicBezTo>
                  <a:cubicBezTo>
                    <a:pt x="848" y="211"/>
                    <a:pt x="966" y="74"/>
                    <a:pt x="986" y="67"/>
                  </a:cubicBezTo>
                  <a:cubicBezTo>
                    <a:pt x="1006" y="59"/>
                    <a:pt x="1019" y="62"/>
                    <a:pt x="1030" y="61"/>
                  </a:cubicBezTo>
                  <a:cubicBezTo>
                    <a:pt x="1041" y="60"/>
                    <a:pt x="1047" y="61"/>
                    <a:pt x="1047" y="56"/>
                  </a:cubicBezTo>
                  <a:cubicBezTo>
                    <a:pt x="1047" y="53"/>
                    <a:pt x="1043" y="51"/>
                    <a:pt x="1029" y="51"/>
                  </a:cubicBezTo>
                  <a:cubicBezTo>
                    <a:pt x="1015" y="51"/>
                    <a:pt x="1004" y="51"/>
                    <a:pt x="992" y="44"/>
                  </a:cubicBezTo>
                  <a:cubicBezTo>
                    <a:pt x="962" y="26"/>
                    <a:pt x="873" y="8"/>
                    <a:pt x="873" y="8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971" y="23"/>
                    <a:pt x="1010" y="44"/>
                  </a:cubicBezTo>
                  <a:cubicBezTo>
                    <a:pt x="1015" y="46"/>
                    <a:pt x="1030" y="45"/>
                    <a:pt x="1044" y="45"/>
                  </a:cubicBezTo>
                  <a:cubicBezTo>
                    <a:pt x="1057" y="45"/>
                    <a:pt x="1063" y="53"/>
                    <a:pt x="1063" y="56"/>
                  </a:cubicBezTo>
                  <a:cubicBezTo>
                    <a:pt x="1063" y="61"/>
                    <a:pt x="1058" y="66"/>
                    <a:pt x="1046" y="67"/>
                  </a:cubicBezTo>
                  <a:cubicBezTo>
                    <a:pt x="1035" y="67"/>
                    <a:pt x="1017" y="65"/>
                    <a:pt x="1002" y="70"/>
                  </a:cubicBezTo>
                  <a:cubicBezTo>
                    <a:pt x="980" y="76"/>
                    <a:pt x="857" y="229"/>
                    <a:pt x="857" y="229"/>
                  </a:cubicBezTo>
                  <a:cubicBezTo>
                    <a:pt x="857" y="229"/>
                    <a:pt x="851" y="234"/>
                    <a:pt x="839" y="232"/>
                  </a:cubicBezTo>
                  <a:cubicBezTo>
                    <a:pt x="829" y="232"/>
                    <a:pt x="826" y="236"/>
                    <a:pt x="826" y="243"/>
                  </a:cubicBezTo>
                  <a:cubicBezTo>
                    <a:pt x="826" y="250"/>
                    <a:pt x="827" y="258"/>
                    <a:pt x="838" y="258"/>
                  </a:cubicBezTo>
                  <a:cubicBezTo>
                    <a:pt x="852" y="259"/>
                    <a:pt x="857" y="266"/>
                    <a:pt x="857" y="266"/>
                  </a:cubicBezTo>
                  <a:cubicBezTo>
                    <a:pt x="857" y="266"/>
                    <a:pt x="982" y="412"/>
                    <a:pt x="1003" y="427"/>
                  </a:cubicBezTo>
                  <a:cubicBezTo>
                    <a:pt x="1019" y="438"/>
                    <a:pt x="1032" y="434"/>
                    <a:pt x="1043" y="435"/>
                  </a:cubicBezTo>
                  <a:cubicBezTo>
                    <a:pt x="1054" y="436"/>
                    <a:pt x="1064" y="442"/>
                    <a:pt x="1064" y="458"/>
                  </a:cubicBezTo>
                  <a:cubicBezTo>
                    <a:pt x="1064" y="465"/>
                    <a:pt x="1058" y="480"/>
                    <a:pt x="1044" y="480"/>
                  </a:cubicBezTo>
                  <a:cubicBezTo>
                    <a:pt x="1031" y="480"/>
                    <a:pt x="1016" y="479"/>
                    <a:pt x="1003" y="495"/>
                  </a:cubicBezTo>
                  <a:cubicBezTo>
                    <a:pt x="974" y="533"/>
                    <a:pt x="875" y="578"/>
                    <a:pt x="875" y="578"/>
                  </a:cubicBezTo>
                  <a:cubicBezTo>
                    <a:pt x="874" y="579"/>
                    <a:pt x="874" y="579"/>
                    <a:pt x="874" y="579"/>
                  </a:cubicBezTo>
                  <a:cubicBezTo>
                    <a:pt x="873" y="579"/>
                    <a:pt x="873" y="579"/>
                    <a:pt x="873" y="579"/>
                  </a:cubicBezTo>
                  <a:cubicBezTo>
                    <a:pt x="865" y="582"/>
                    <a:pt x="863" y="594"/>
                    <a:pt x="863" y="594"/>
                  </a:cubicBezTo>
                  <a:cubicBezTo>
                    <a:pt x="858" y="614"/>
                    <a:pt x="835" y="622"/>
                    <a:pt x="836" y="632"/>
                  </a:cubicBezTo>
                  <a:cubicBezTo>
                    <a:pt x="836" y="632"/>
                    <a:pt x="835" y="643"/>
                    <a:pt x="843" y="649"/>
                  </a:cubicBezTo>
                  <a:cubicBezTo>
                    <a:pt x="876" y="649"/>
                    <a:pt x="876" y="649"/>
                    <a:pt x="876" y="649"/>
                  </a:cubicBezTo>
                  <a:cubicBezTo>
                    <a:pt x="876" y="649"/>
                    <a:pt x="880" y="648"/>
                    <a:pt x="879" y="641"/>
                  </a:cubicBezTo>
                  <a:cubicBezTo>
                    <a:pt x="879" y="623"/>
                    <a:pt x="879" y="623"/>
                    <a:pt x="879" y="623"/>
                  </a:cubicBezTo>
                  <a:cubicBezTo>
                    <a:pt x="879" y="623"/>
                    <a:pt x="884" y="612"/>
                    <a:pt x="900" y="612"/>
                  </a:cubicBezTo>
                  <a:cubicBezTo>
                    <a:pt x="916" y="612"/>
                    <a:pt x="920" y="623"/>
                    <a:pt x="920" y="623"/>
                  </a:cubicBezTo>
                  <a:cubicBezTo>
                    <a:pt x="920" y="683"/>
                    <a:pt x="920" y="683"/>
                    <a:pt x="920" y="683"/>
                  </a:cubicBezTo>
                  <a:cubicBezTo>
                    <a:pt x="920" y="683"/>
                    <a:pt x="920" y="690"/>
                    <a:pt x="927" y="690"/>
                  </a:cubicBezTo>
                  <a:cubicBezTo>
                    <a:pt x="933" y="690"/>
                    <a:pt x="935" y="682"/>
                    <a:pt x="935" y="682"/>
                  </a:cubicBezTo>
                  <a:cubicBezTo>
                    <a:pt x="935" y="625"/>
                    <a:pt x="935" y="625"/>
                    <a:pt x="935" y="625"/>
                  </a:cubicBezTo>
                  <a:cubicBezTo>
                    <a:pt x="935" y="625"/>
                    <a:pt x="940" y="602"/>
                    <a:pt x="958" y="602"/>
                  </a:cubicBezTo>
                  <a:cubicBezTo>
                    <a:pt x="976" y="602"/>
                    <a:pt x="978" y="622"/>
                    <a:pt x="978" y="622"/>
                  </a:cubicBezTo>
                  <a:cubicBezTo>
                    <a:pt x="978" y="682"/>
                    <a:pt x="978" y="682"/>
                    <a:pt x="978" y="682"/>
                  </a:cubicBezTo>
                  <a:cubicBezTo>
                    <a:pt x="978" y="682"/>
                    <a:pt x="978" y="689"/>
                    <a:pt x="985" y="689"/>
                  </a:cubicBezTo>
                  <a:cubicBezTo>
                    <a:pt x="992" y="689"/>
                    <a:pt x="991" y="682"/>
                    <a:pt x="991" y="682"/>
                  </a:cubicBezTo>
                  <a:cubicBezTo>
                    <a:pt x="991" y="682"/>
                    <a:pt x="991" y="647"/>
                    <a:pt x="991" y="631"/>
                  </a:cubicBezTo>
                  <a:cubicBezTo>
                    <a:pt x="992" y="616"/>
                    <a:pt x="1004" y="615"/>
                    <a:pt x="1011" y="614"/>
                  </a:cubicBezTo>
                  <a:cubicBezTo>
                    <a:pt x="1018" y="614"/>
                    <a:pt x="1028" y="616"/>
                    <a:pt x="1032" y="623"/>
                  </a:cubicBezTo>
                  <a:cubicBezTo>
                    <a:pt x="1034" y="627"/>
                    <a:pt x="1034" y="645"/>
                    <a:pt x="1034" y="645"/>
                  </a:cubicBezTo>
                  <a:cubicBezTo>
                    <a:pt x="1084" y="645"/>
                    <a:pt x="1084" y="645"/>
                    <a:pt x="1084" y="645"/>
                  </a:cubicBezTo>
                  <a:cubicBezTo>
                    <a:pt x="1084" y="630"/>
                    <a:pt x="1103" y="626"/>
                    <a:pt x="1111" y="626"/>
                  </a:cubicBezTo>
                  <a:cubicBezTo>
                    <a:pt x="1119" y="626"/>
                    <a:pt x="1122" y="621"/>
                    <a:pt x="1122" y="621"/>
                  </a:cubicBezTo>
                  <a:cubicBezTo>
                    <a:pt x="1123" y="620"/>
                    <a:pt x="1123" y="620"/>
                    <a:pt x="1123" y="620"/>
                  </a:cubicBezTo>
                  <a:cubicBezTo>
                    <a:pt x="1125" y="618"/>
                    <a:pt x="1125" y="618"/>
                    <a:pt x="1125" y="618"/>
                  </a:cubicBezTo>
                  <a:cubicBezTo>
                    <a:pt x="1125" y="618"/>
                    <a:pt x="1221" y="523"/>
                    <a:pt x="1250" y="485"/>
                  </a:cubicBezTo>
                  <a:cubicBezTo>
                    <a:pt x="1263" y="470"/>
                    <a:pt x="1274" y="469"/>
                    <a:pt x="1288" y="469"/>
                  </a:cubicBezTo>
                  <a:cubicBezTo>
                    <a:pt x="1301" y="469"/>
                    <a:pt x="1306" y="465"/>
                    <a:pt x="1306" y="458"/>
                  </a:cubicBezTo>
                  <a:cubicBezTo>
                    <a:pt x="1306" y="447"/>
                    <a:pt x="1300" y="449"/>
                    <a:pt x="1289" y="447"/>
                  </a:cubicBezTo>
                  <a:cubicBezTo>
                    <a:pt x="1277" y="446"/>
                    <a:pt x="1264" y="451"/>
                    <a:pt x="1245" y="435"/>
                  </a:cubicBezTo>
                  <a:cubicBezTo>
                    <a:pt x="1225" y="418"/>
                    <a:pt x="1125" y="348"/>
                    <a:pt x="1125" y="348"/>
                  </a:cubicBezTo>
                  <a:cubicBezTo>
                    <a:pt x="1125" y="348"/>
                    <a:pt x="1112" y="337"/>
                    <a:pt x="1111" y="315"/>
                  </a:cubicBezTo>
                  <a:cubicBezTo>
                    <a:pt x="1110" y="293"/>
                    <a:pt x="1082" y="293"/>
                    <a:pt x="1083" y="275"/>
                  </a:cubicBezTo>
                  <a:cubicBezTo>
                    <a:pt x="1083" y="275"/>
                    <a:pt x="1082" y="265"/>
                    <a:pt x="1090" y="258"/>
                  </a:cubicBezTo>
                  <a:cubicBezTo>
                    <a:pt x="1095" y="255"/>
                    <a:pt x="1096" y="244"/>
                    <a:pt x="1090" y="239"/>
                  </a:cubicBezTo>
                  <a:cubicBezTo>
                    <a:pt x="1082" y="233"/>
                    <a:pt x="1083" y="222"/>
                    <a:pt x="1083" y="222"/>
                  </a:cubicBezTo>
                  <a:cubicBezTo>
                    <a:pt x="1082" y="205"/>
                    <a:pt x="1224" y="74"/>
                    <a:pt x="1244" y="67"/>
                  </a:cubicBezTo>
                  <a:cubicBezTo>
                    <a:pt x="1263" y="59"/>
                    <a:pt x="1276" y="62"/>
                    <a:pt x="1288" y="61"/>
                  </a:cubicBezTo>
                  <a:cubicBezTo>
                    <a:pt x="1299" y="60"/>
                    <a:pt x="1305" y="61"/>
                    <a:pt x="1305" y="56"/>
                  </a:cubicBezTo>
                  <a:cubicBezTo>
                    <a:pt x="1305" y="53"/>
                    <a:pt x="1300" y="51"/>
                    <a:pt x="1287" y="51"/>
                  </a:cubicBezTo>
                  <a:cubicBezTo>
                    <a:pt x="1273" y="51"/>
                    <a:pt x="1262" y="51"/>
                    <a:pt x="1249" y="44"/>
                  </a:cubicBezTo>
                  <a:cubicBezTo>
                    <a:pt x="1220" y="26"/>
                    <a:pt x="1130" y="8"/>
                    <a:pt x="1130" y="8"/>
                  </a:cubicBezTo>
                  <a:cubicBezTo>
                    <a:pt x="1138" y="2"/>
                    <a:pt x="1138" y="2"/>
                    <a:pt x="1138" y="2"/>
                  </a:cubicBezTo>
                  <a:cubicBezTo>
                    <a:pt x="1138" y="2"/>
                    <a:pt x="1229" y="23"/>
                    <a:pt x="1267" y="44"/>
                  </a:cubicBezTo>
                  <a:cubicBezTo>
                    <a:pt x="1273" y="46"/>
                    <a:pt x="1288" y="45"/>
                    <a:pt x="1301" y="45"/>
                  </a:cubicBezTo>
                  <a:cubicBezTo>
                    <a:pt x="1315" y="45"/>
                    <a:pt x="1321" y="53"/>
                    <a:pt x="1321" y="56"/>
                  </a:cubicBezTo>
                  <a:cubicBezTo>
                    <a:pt x="1321" y="61"/>
                    <a:pt x="1315" y="66"/>
                    <a:pt x="1304" y="67"/>
                  </a:cubicBezTo>
                  <a:cubicBezTo>
                    <a:pt x="1293" y="67"/>
                    <a:pt x="1275" y="65"/>
                    <a:pt x="1260" y="70"/>
                  </a:cubicBezTo>
                  <a:cubicBezTo>
                    <a:pt x="1238" y="76"/>
                    <a:pt x="1099" y="212"/>
                    <a:pt x="1099" y="222"/>
                  </a:cubicBezTo>
                  <a:cubicBezTo>
                    <a:pt x="1099" y="222"/>
                    <a:pt x="1098" y="233"/>
                    <a:pt x="1107" y="239"/>
                  </a:cubicBezTo>
                  <a:cubicBezTo>
                    <a:pt x="1140" y="239"/>
                    <a:pt x="1140" y="239"/>
                    <a:pt x="1140" y="239"/>
                  </a:cubicBezTo>
                  <a:cubicBezTo>
                    <a:pt x="1140" y="239"/>
                    <a:pt x="1143" y="238"/>
                    <a:pt x="1143" y="231"/>
                  </a:cubicBezTo>
                  <a:cubicBezTo>
                    <a:pt x="1143" y="213"/>
                    <a:pt x="1143" y="213"/>
                    <a:pt x="1143" y="213"/>
                  </a:cubicBezTo>
                  <a:cubicBezTo>
                    <a:pt x="1143" y="213"/>
                    <a:pt x="1147" y="202"/>
                    <a:pt x="1163" y="202"/>
                  </a:cubicBezTo>
                  <a:cubicBezTo>
                    <a:pt x="1179" y="202"/>
                    <a:pt x="1183" y="213"/>
                    <a:pt x="1183" y="213"/>
                  </a:cubicBezTo>
                  <a:cubicBezTo>
                    <a:pt x="1183" y="273"/>
                    <a:pt x="1183" y="273"/>
                    <a:pt x="1183" y="273"/>
                  </a:cubicBezTo>
                  <a:cubicBezTo>
                    <a:pt x="1183" y="273"/>
                    <a:pt x="1184" y="280"/>
                    <a:pt x="1190" y="280"/>
                  </a:cubicBezTo>
                  <a:cubicBezTo>
                    <a:pt x="1197" y="280"/>
                    <a:pt x="1198" y="272"/>
                    <a:pt x="1198" y="272"/>
                  </a:cubicBezTo>
                  <a:cubicBezTo>
                    <a:pt x="1198" y="215"/>
                    <a:pt x="1198" y="215"/>
                    <a:pt x="1198" y="215"/>
                  </a:cubicBezTo>
                  <a:cubicBezTo>
                    <a:pt x="1198" y="215"/>
                    <a:pt x="1203" y="192"/>
                    <a:pt x="1221" y="192"/>
                  </a:cubicBezTo>
                  <a:cubicBezTo>
                    <a:pt x="1239" y="192"/>
                    <a:pt x="1242" y="212"/>
                    <a:pt x="1242" y="212"/>
                  </a:cubicBezTo>
                  <a:cubicBezTo>
                    <a:pt x="1241" y="272"/>
                    <a:pt x="1241" y="272"/>
                    <a:pt x="1241" y="272"/>
                  </a:cubicBezTo>
                  <a:cubicBezTo>
                    <a:pt x="1241" y="272"/>
                    <a:pt x="1242" y="279"/>
                    <a:pt x="1248" y="279"/>
                  </a:cubicBezTo>
                  <a:cubicBezTo>
                    <a:pt x="1255" y="279"/>
                    <a:pt x="1255" y="272"/>
                    <a:pt x="1255" y="272"/>
                  </a:cubicBezTo>
                  <a:cubicBezTo>
                    <a:pt x="1255" y="272"/>
                    <a:pt x="1254" y="237"/>
                    <a:pt x="1255" y="221"/>
                  </a:cubicBezTo>
                  <a:cubicBezTo>
                    <a:pt x="1255" y="206"/>
                    <a:pt x="1267" y="205"/>
                    <a:pt x="1274" y="204"/>
                  </a:cubicBezTo>
                  <a:cubicBezTo>
                    <a:pt x="1282" y="204"/>
                    <a:pt x="1292" y="206"/>
                    <a:pt x="1295" y="213"/>
                  </a:cubicBezTo>
                  <a:cubicBezTo>
                    <a:pt x="1298" y="217"/>
                    <a:pt x="1297" y="235"/>
                    <a:pt x="1297" y="235"/>
                  </a:cubicBezTo>
                  <a:cubicBezTo>
                    <a:pt x="1348" y="235"/>
                    <a:pt x="1348" y="235"/>
                    <a:pt x="1348" y="235"/>
                  </a:cubicBezTo>
                  <a:cubicBezTo>
                    <a:pt x="1348" y="220"/>
                    <a:pt x="1366" y="215"/>
                    <a:pt x="1375" y="215"/>
                  </a:cubicBezTo>
                  <a:cubicBezTo>
                    <a:pt x="1383" y="215"/>
                    <a:pt x="1386" y="211"/>
                    <a:pt x="1386" y="211"/>
                  </a:cubicBezTo>
                  <a:cubicBezTo>
                    <a:pt x="1386" y="211"/>
                    <a:pt x="1504" y="74"/>
                    <a:pt x="1524" y="67"/>
                  </a:cubicBezTo>
                  <a:cubicBezTo>
                    <a:pt x="1544" y="59"/>
                    <a:pt x="1557" y="62"/>
                    <a:pt x="1568" y="61"/>
                  </a:cubicBezTo>
                  <a:cubicBezTo>
                    <a:pt x="1579" y="60"/>
                    <a:pt x="1585" y="61"/>
                    <a:pt x="1585" y="56"/>
                  </a:cubicBezTo>
                  <a:cubicBezTo>
                    <a:pt x="1585" y="53"/>
                    <a:pt x="1581" y="51"/>
                    <a:pt x="1567" y="51"/>
                  </a:cubicBezTo>
                  <a:cubicBezTo>
                    <a:pt x="1553" y="51"/>
                    <a:pt x="1542" y="51"/>
                    <a:pt x="1530" y="44"/>
                  </a:cubicBezTo>
                  <a:cubicBezTo>
                    <a:pt x="1500" y="26"/>
                    <a:pt x="1411" y="8"/>
                    <a:pt x="1411" y="8"/>
                  </a:cubicBezTo>
                  <a:cubicBezTo>
                    <a:pt x="1409" y="0"/>
                    <a:pt x="1409" y="0"/>
                    <a:pt x="1409" y="0"/>
                  </a:cubicBezTo>
                  <a:cubicBezTo>
                    <a:pt x="1409" y="0"/>
                    <a:pt x="1509" y="23"/>
                    <a:pt x="1548" y="44"/>
                  </a:cubicBezTo>
                  <a:cubicBezTo>
                    <a:pt x="1553" y="46"/>
                    <a:pt x="1568" y="45"/>
                    <a:pt x="1582" y="45"/>
                  </a:cubicBezTo>
                  <a:cubicBezTo>
                    <a:pt x="1595" y="45"/>
                    <a:pt x="1601" y="53"/>
                    <a:pt x="1601" y="56"/>
                  </a:cubicBezTo>
                  <a:cubicBezTo>
                    <a:pt x="1601" y="61"/>
                    <a:pt x="1596" y="66"/>
                    <a:pt x="1584" y="67"/>
                  </a:cubicBezTo>
                  <a:cubicBezTo>
                    <a:pt x="1573" y="67"/>
                    <a:pt x="1555" y="65"/>
                    <a:pt x="1540" y="70"/>
                  </a:cubicBezTo>
                  <a:cubicBezTo>
                    <a:pt x="1518" y="76"/>
                    <a:pt x="1395" y="229"/>
                    <a:pt x="1395" y="229"/>
                  </a:cubicBezTo>
                  <a:cubicBezTo>
                    <a:pt x="1395" y="229"/>
                    <a:pt x="1389" y="234"/>
                    <a:pt x="1377" y="232"/>
                  </a:cubicBezTo>
                  <a:cubicBezTo>
                    <a:pt x="1367" y="232"/>
                    <a:pt x="1364" y="236"/>
                    <a:pt x="1364" y="243"/>
                  </a:cubicBezTo>
                  <a:cubicBezTo>
                    <a:pt x="1364" y="250"/>
                    <a:pt x="1365" y="258"/>
                    <a:pt x="1376" y="258"/>
                  </a:cubicBezTo>
                  <a:cubicBezTo>
                    <a:pt x="1390" y="259"/>
                    <a:pt x="1395" y="266"/>
                    <a:pt x="1395" y="266"/>
                  </a:cubicBezTo>
                  <a:cubicBezTo>
                    <a:pt x="1395" y="266"/>
                    <a:pt x="1520" y="412"/>
                    <a:pt x="1541" y="427"/>
                  </a:cubicBezTo>
                  <a:cubicBezTo>
                    <a:pt x="1557" y="438"/>
                    <a:pt x="1570" y="434"/>
                    <a:pt x="1581" y="435"/>
                  </a:cubicBezTo>
                  <a:cubicBezTo>
                    <a:pt x="1592" y="436"/>
                    <a:pt x="1602" y="442"/>
                    <a:pt x="1602" y="458"/>
                  </a:cubicBezTo>
                  <a:cubicBezTo>
                    <a:pt x="1602" y="465"/>
                    <a:pt x="1596" y="480"/>
                    <a:pt x="1582" y="480"/>
                  </a:cubicBezTo>
                  <a:cubicBezTo>
                    <a:pt x="1569" y="480"/>
                    <a:pt x="1554" y="479"/>
                    <a:pt x="1541" y="495"/>
                  </a:cubicBezTo>
                  <a:cubicBezTo>
                    <a:pt x="1512" y="533"/>
                    <a:pt x="1413" y="579"/>
                    <a:pt x="1413" y="579"/>
                  </a:cubicBezTo>
                  <a:cubicBezTo>
                    <a:pt x="1411" y="580"/>
                    <a:pt x="1411" y="580"/>
                    <a:pt x="1411" y="580"/>
                  </a:cubicBezTo>
                  <a:cubicBezTo>
                    <a:pt x="1410" y="580"/>
                    <a:pt x="1410" y="580"/>
                    <a:pt x="1410" y="580"/>
                  </a:cubicBezTo>
                  <a:cubicBezTo>
                    <a:pt x="1403" y="583"/>
                    <a:pt x="1401" y="594"/>
                    <a:pt x="1401" y="594"/>
                  </a:cubicBezTo>
                  <a:cubicBezTo>
                    <a:pt x="1396" y="615"/>
                    <a:pt x="1373" y="623"/>
                    <a:pt x="1374" y="633"/>
                  </a:cubicBezTo>
                  <a:cubicBezTo>
                    <a:pt x="1374" y="633"/>
                    <a:pt x="1373" y="643"/>
                    <a:pt x="1381" y="650"/>
                  </a:cubicBezTo>
                  <a:cubicBezTo>
                    <a:pt x="1414" y="650"/>
                    <a:pt x="1414" y="650"/>
                    <a:pt x="1414" y="650"/>
                  </a:cubicBezTo>
                  <a:cubicBezTo>
                    <a:pt x="1414" y="650"/>
                    <a:pt x="1417" y="649"/>
                    <a:pt x="1417" y="642"/>
                  </a:cubicBezTo>
                  <a:cubicBezTo>
                    <a:pt x="1417" y="623"/>
                    <a:pt x="1417" y="623"/>
                    <a:pt x="1417" y="623"/>
                  </a:cubicBezTo>
                  <a:cubicBezTo>
                    <a:pt x="1417" y="623"/>
                    <a:pt x="1421" y="612"/>
                    <a:pt x="1437" y="612"/>
                  </a:cubicBezTo>
                  <a:cubicBezTo>
                    <a:pt x="1453" y="612"/>
                    <a:pt x="1458" y="623"/>
                    <a:pt x="1458" y="623"/>
                  </a:cubicBezTo>
                  <a:cubicBezTo>
                    <a:pt x="1458" y="684"/>
                    <a:pt x="1458" y="684"/>
                    <a:pt x="1458" y="684"/>
                  </a:cubicBezTo>
                  <a:cubicBezTo>
                    <a:pt x="1458" y="684"/>
                    <a:pt x="1458" y="691"/>
                    <a:pt x="1465" y="691"/>
                  </a:cubicBezTo>
                  <a:cubicBezTo>
                    <a:pt x="1471" y="691"/>
                    <a:pt x="1473" y="682"/>
                    <a:pt x="1473" y="682"/>
                  </a:cubicBezTo>
                  <a:cubicBezTo>
                    <a:pt x="1473" y="625"/>
                    <a:pt x="1473" y="625"/>
                    <a:pt x="1473" y="625"/>
                  </a:cubicBezTo>
                  <a:cubicBezTo>
                    <a:pt x="1473" y="625"/>
                    <a:pt x="1477" y="602"/>
                    <a:pt x="1495" y="602"/>
                  </a:cubicBezTo>
                  <a:cubicBezTo>
                    <a:pt x="1513" y="602"/>
                    <a:pt x="1516" y="623"/>
                    <a:pt x="1516" y="623"/>
                  </a:cubicBezTo>
                  <a:cubicBezTo>
                    <a:pt x="1516" y="682"/>
                    <a:pt x="1516" y="682"/>
                    <a:pt x="1516" y="682"/>
                  </a:cubicBezTo>
                  <a:cubicBezTo>
                    <a:pt x="1516" y="682"/>
                    <a:pt x="1516" y="689"/>
                    <a:pt x="1523" y="689"/>
                  </a:cubicBezTo>
                  <a:cubicBezTo>
                    <a:pt x="1529" y="689"/>
                    <a:pt x="1529" y="683"/>
                    <a:pt x="1529" y="683"/>
                  </a:cubicBezTo>
                  <a:cubicBezTo>
                    <a:pt x="1529" y="683"/>
                    <a:pt x="1528" y="647"/>
                    <a:pt x="1529" y="632"/>
                  </a:cubicBezTo>
                  <a:cubicBezTo>
                    <a:pt x="1529" y="616"/>
                    <a:pt x="1542" y="615"/>
                    <a:pt x="1549" y="615"/>
                  </a:cubicBezTo>
                  <a:cubicBezTo>
                    <a:pt x="1556" y="614"/>
                    <a:pt x="1566" y="616"/>
                    <a:pt x="1570" y="623"/>
                  </a:cubicBezTo>
                  <a:cubicBezTo>
                    <a:pt x="1572" y="627"/>
                    <a:pt x="1572" y="645"/>
                    <a:pt x="1572" y="645"/>
                  </a:cubicBezTo>
                  <a:cubicBezTo>
                    <a:pt x="1622" y="645"/>
                    <a:pt x="1622" y="645"/>
                    <a:pt x="1622" y="645"/>
                  </a:cubicBezTo>
                  <a:cubicBezTo>
                    <a:pt x="1622" y="630"/>
                    <a:pt x="1641" y="626"/>
                    <a:pt x="1649" y="626"/>
                  </a:cubicBezTo>
                  <a:cubicBezTo>
                    <a:pt x="1657" y="626"/>
                    <a:pt x="1660" y="621"/>
                    <a:pt x="1660" y="621"/>
                  </a:cubicBezTo>
                  <a:cubicBezTo>
                    <a:pt x="1661" y="620"/>
                    <a:pt x="1661" y="620"/>
                    <a:pt x="1661" y="620"/>
                  </a:cubicBezTo>
                  <a:cubicBezTo>
                    <a:pt x="1662" y="619"/>
                    <a:pt x="1662" y="619"/>
                    <a:pt x="1662" y="619"/>
                  </a:cubicBezTo>
                  <a:cubicBezTo>
                    <a:pt x="1662" y="619"/>
                    <a:pt x="1758" y="523"/>
                    <a:pt x="1788" y="485"/>
                  </a:cubicBezTo>
                  <a:cubicBezTo>
                    <a:pt x="1800" y="470"/>
                    <a:pt x="1811" y="469"/>
                    <a:pt x="1825" y="469"/>
                  </a:cubicBezTo>
                  <a:cubicBezTo>
                    <a:pt x="1839" y="469"/>
                    <a:pt x="1843" y="465"/>
                    <a:pt x="1843" y="458"/>
                  </a:cubicBezTo>
                  <a:cubicBezTo>
                    <a:pt x="1843" y="447"/>
                    <a:pt x="1837" y="449"/>
                    <a:pt x="1826" y="447"/>
                  </a:cubicBezTo>
                  <a:cubicBezTo>
                    <a:pt x="1815" y="446"/>
                    <a:pt x="1802" y="451"/>
                    <a:pt x="1782" y="435"/>
                  </a:cubicBezTo>
                  <a:cubicBezTo>
                    <a:pt x="1762" y="418"/>
                    <a:pt x="1662" y="348"/>
                    <a:pt x="1662" y="348"/>
                  </a:cubicBezTo>
                  <a:cubicBezTo>
                    <a:pt x="1662" y="348"/>
                    <a:pt x="1649" y="337"/>
                    <a:pt x="1649" y="315"/>
                  </a:cubicBezTo>
                  <a:cubicBezTo>
                    <a:pt x="1648" y="293"/>
                    <a:pt x="1620" y="293"/>
                    <a:pt x="1620" y="275"/>
                  </a:cubicBezTo>
                  <a:cubicBezTo>
                    <a:pt x="1620" y="275"/>
                    <a:pt x="1619" y="265"/>
                    <a:pt x="1628" y="258"/>
                  </a:cubicBezTo>
                  <a:cubicBezTo>
                    <a:pt x="1632" y="255"/>
                    <a:pt x="1633" y="244"/>
                    <a:pt x="1627" y="239"/>
                  </a:cubicBezTo>
                  <a:cubicBezTo>
                    <a:pt x="1619" y="233"/>
                    <a:pt x="1620" y="222"/>
                    <a:pt x="1620" y="222"/>
                  </a:cubicBezTo>
                  <a:cubicBezTo>
                    <a:pt x="1620" y="205"/>
                    <a:pt x="1761" y="74"/>
                    <a:pt x="1781" y="67"/>
                  </a:cubicBezTo>
                  <a:cubicBezTo>
                    <a:pt x="1801" y="59"/>
                    <a:pt x="1814" y="62"/>
                    <a:pt x="1825" y="61"/>
                  </a:cubicBezTo>
                  <a:cubicBezTo>
                    <a:pt x="1836" y="60"/>
                    <a:pt x="1842" y="61"/>
                    <a:pt x="1842" y="56"/>
                  </a:cubicBezTo>
                  <a:cubicBezTo>
                    <a:pt x="1842" y="53"/>
                    <a:pt x="1838" y="51"/>
                    <a:pt x="1824" y="51"/>
                  </a:cubicBezTo>
                  <a:cubicBezTo>
                    <a:pt x="1810" y="51"/>
                    <a:pt x="1799" y="51"/>
                    <a:pt x="1787" y="44"/>
                  </a:cubicBezTo>
                  <a:cubicBezTo>
                    <a:pt x="1757" y="26"/>
                    <a:pt x="1668" y="8"/>
                    <a:pt x="1668" y="8"/>
                  </a:cubicBezTo>
                  <a:cubicBezTo>
                    <a:pt x="1675" y="2"/>
                    <a:pt x="1675" y="2"/>
                    <a:pt x="1675" y="2"/>
                  </a:cubicBezTo>
                  <a:cubicBezTo>
                    <a:pt x="1675" y="2"/>
                    <a:pt x="1766" y="23"/>
                    <a:pt x="1805" y="44"/>
                  </a:cubicBezTo>
                  <a:cubicBezTo>
                    <a:pt x="1810" y="46"/>
                    <a:pt x="1825" y="45"/>
                    <a:pt x="1839" y="45"/>
                  </a:cubicBezTo>
                  <a:cubicBezTo>
                    <a:pt x="1852" y="45"/>
                    <a:pt x="1858" y="53"/>
                    <a:pt x="1858" y="56"/>
                  </a:cubicBezTo>
                  <a:cubicBezTo>
                    <a:pt x="1858" y="61"/>
                    <a:pt x="1853" y="66"/>
                    <a:pt x="1841" y="67"/>
                  </a:cubicBezTo>
                  <a:cubicBezTo>
                    <a:pt x="1830" y="67"/>
                    <a:pt x="1812" y="65"/>
                    <a:pt x="1797" y="70"/>
                  </a:cubicBezTo>
                  <a:cubicBezTo>
                    <a:pt x="1775" y="76"/>
                    <a:pt x="1636" y="212"/>
                    <a:pt x="1637" y="222"/>
                  </a:cubicBezTo>
                  <a:cubicBezTo>
                    <a:pt x="1637" y="222"/>
                    <a:pt x="1636" y="233"/>
                    <a:pt x="1644" y="239"/>
                  </a:cubicBezTo>
                  <a:cubicBezTo>
                    <a:pt x="1677" y="239"/>
                    <a:pt x="1677" y="239"/>
                    <a:pt x="1677" y="239"/>
                  </a:cubicBezTo>
                  <a:cubicBezTo>
                    <a:pt x="1677" y="239"/>
                    <a:pt x="1680" y="238"/>
                    <a:pt x="1680" y="231"/>
                  </a:cubicBezTo>
                  <a:cubicBezTo>
                    <a:pt x="1680" y="213"/>
                    <a:pt x="1680" y="213"/>
                    <a:pt x="1680" y="213"/>
                  </a:cubicBezTo>
                  <a:cubicBezTo>
                    <a:pt x="1680" y="213"/>
                    <a:pt x="1684" y="202"/>
                    <a:pt x="1700" y="202"/>
                  </a:cubicBezTo>
                  <a:cubicBezTo>
                    <a:pt x="1716" y="202"/>
                    <a:pt x="1721" y="213"/>
                    <a:pt x="1721" y="213"/>
                  </a:cubicBezTo>
                  <a:cubicBezTo>
                    <a:pt x="1721" y="273"/>
                    <a:pt x="1721" y="273"/>
                    <a:pt x="1721" y="273"/>
                  </a:cubicBezTo>
                  <a:cubicBezTo>
                    <a:pt x="1721" y="273"/>
                    <a:pt x="1721" y="280"/>
                    <a:pt x="1727" y="280"/>
                  </a:cubicBezTo>
                  <a:cubicBezTo>
                    <a:pt x="1734" y="280"/>
                    <a:pt x="1736" y="272"/>
                    <a:pt x="1736" y="272"/>
                  </a:cubicBezTo>
                  <a:cubicBezTo>
                    <a:pt x="1736" y="215"/>
                    <a:pt x="1736" y="215"/>
                    <a:pt x="1736" y="215"/>
                  </a:cubicBezTo>
                  <a:cubicBezTo>
                    <a:pt x="1736" y="215"/>
                    <a:pt x="1740" y="192"/>
                    <a:pt x="1758" y="192"/>
                  </a:cubicBezTo>
                  <a:cubicBezTo>
                    <a:pt x="1776" y="192"/>
                    <a:pt x="1779" y="212"/>
                    <a:pt x="1779" y="212"/>
                  </a:cubicBezTo>
                  <a:cubicBezTo>
                    <a:pt x="1779" y="272"/>
                    <a:pt x="1779" y="272"/>
                    <a:pt x="1779" y="272"/>
                  </a:cubicBezTo>
                  <a:cubicBezTo>
                    <a:pt x="1779" y="272"/>
                    <a:pt x="1779" y="279"/>
                    <a:pt x="1786" y="279"/>
                  </a:cubicBezTo>
                  <a:cubicBezTo>
                    <a:pt x="1792" y="279"/>
                    <a:pt x="1792" y="272"/>
                    <a:pt x="1792" y="272"/>
                  </a:cubicBezTo>
                  <a:cubicBezTo>
                    <a:pt x="1792" y="272"/>
                    <a:pt x="1791" y="237"/>
                    <a:pt x="1792" y="221"/>
                  </a:cubicBezTo>
                  <a:cubicBezTo>
                    <a:pt x="1792" y="206"/>
                    <a:pt x="1804" y="205"/>
                    <a:pt x="1812" y="204"/>
                  </a:cubicBezTo>
                  <a:cubicBezTo>
                    <a:pt x="1819" y="204"/>
                    <a:pt x="1829" y="206"/>
                    <a:pt x="1833" y="213"/>
                  </a:cubicBezTo>
                  <a:cubicBezTo>
                    <a:pt x="1835" y="217"/>
                    <a:pt x="1834" y="235"/>
                    <a:pt x="1834" y="235"/>
                  </a:cubicBezTo>
                  <a:cubicBezTo>
                    <a:pt x="1885" y="235"/>
                    <a:pt x="1885" y="235"/>
                    <a:pt x="1885" y="235"/>
                  </a:cubicBezTo>
                  <a:cubicBezTo>
                    <a:pt x="1885" y="220"/>
                    <a:pt x="1904" y="215"/>
                    <a:pt x="1912" y="215"/>
                  </a:cubicBezTo>
                  <a:cubicBezTo>
                    <a:pt x="1920" y="215"/>
                    <a:pt x="1923" y="211"/>
                    <a:pt x="1923" y="211"/>
                  </a:cubicBezTo>
                  <a:cubicBezTo>
                    <a:pt x="1923" y="211"/>
                    <a:pt x="2042" y="74"/>
                    <a:pt x="2061" y="67"/>
                  </a:cubicBezTo>
                  <a:cubicBezTo>
                    <a:pt x="2081" y="59"/>
                    <a:pt x="2094" y="62"/>
                    <a:pt x="2105" y="61"/>
                  </a:cubicBezTo>
                  <a:cubicBezTo>
                    <a:pt x="2116" y="60"/>
                    <a:pt x="2122" y="61"/>
                    <a:pt x="2122" y="56"/>
                  </a:cubicBezTo>
                  <a:cubicBezTo>
                    <a:pt x="2122" y="53"/>
                    <a:pt x="2118" y="51"/>
                    <a:pt x="2104" y="51"/>
                  </a:cubicBezTo>
                  <a:cubicBezTo>
                    <a:pt x="2091" y="51"/>
                    <a:pt x="2079" y="51"/>
                    <a:pt x="2067" y="44"/>
                  </a:cubicBezTo>
                  <a:cubicBezTo>
                    <a:pt x="2037" y="26"/>
                    <a:pt x="1948" y="8"/>
                    <a:pt x="1948" y="8"/>
                  </a:cubicBezTo>
                  <a:lnTo>
                    <a:pt x="1946" y="0"/>
                  </a:lnTo>
                  <a:close/>
                </a:path>
              </a:pathLst>
            </a:custGeom>
            <a:solidFill>
              <a:srgbClr val="C8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3" name="Line 363">
              <a:extLst>
                <a:ext uri="{FF2B5EF4-FFF2-40B4-BE49-F238E27FC236}">
                  <a16:creationId xmlns:a16="http://schemas.microsoft.com/office/drawing/2014/main" id="{FD5F08FB-CE02-4B9A-A0BC-5FB15F63B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2" y="2285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4" name="Freeform 364">
              <a:extLst>
                <a:ext uri="{FF2B5EF4-FFF2-40B4-BE49-F238E27FC236}">
                  <a16:creationId xmlns:a16="http://schemas.microsoft.com/office/drawing/2014/main" id="{E5DDF220-155E-4F18-8C9D-A55EAEE96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834"/>
              <a:ext cx="471" cy="264"/>
            </a:xfrm>
            <a:custGeom>
              <a:avLst/>
              <a:gdLst>
                <a:gd name="T0" fmla="*/ 283 w 487"/>
                <a:gd name="T1" fmla="*/ 0 h 272"/>
                <a:gd name="T2" fmla="*/ 391 w 487"/>
                <a:gd name="T3" fmla="*/ 33 h 272"/>
                <a:gd name="T4" fmla="*/ 425 w 487"/>
                <a:gd name="T5" fmla="*/ 40 h 272"/>
                <a:gd name="T6" fmla="*/ 441 w 487"/>
                <a:gd name="T7" fmla="*/ 45 h 272"/>
                <a:gd name="T8" fmla="*/ 426 w 487"/>
                <a:gd name="T9" fmla="*/ 49 h 272"/>
                <a:gd name="T10" fmla="*/ 385 w 487"/>
                <a:gd name="T11" fmla="*/ 53 h 272"/>
                <a:gd name="T12" fmla="*/ 261 w 487"/>
                <a:gd name="T13" fmla="*/ 185 h 272"/>
                <a:gd name="T14" fmla="*/ 250 w 487"/>
                <a:gd name="T15" fmla="*/ 189 h 272"/>
                <a:gd name="T16" fmla="*/ 226 w 487"/>
                <a:gd name="T17" fmla="*/ 208 h 272"/>
                <a:gd name="T18" fmla="*/ 180 w 487"/>
                <a:gd name="T19" fmla="*/ 208 h 272"/>
                <a:gd name="T20" fmla="*/ 179 w 487"/>
                <a:gd name="T21" fmla="*/ 187 h 272"/>
                <a:gd name="T22" fmla="*/ 159 w 487"/>
                <a:gd name="T23" fmla="*/ 179 h 272"/>
                <a:gd name="T24" fmla="*/ 142 w 487"/>
                <a:gd name="T25" fmla="*/ 195 h 272"/>
                <a:gd name="T26" fmla="*/ 142 w 487"/>
                <a:gd name="T27" fmla="*/ 241 h 272"/>
                <a:gd name="T28" fmla="*/ 135 w 487"/>
                <a:gd name="T29" fmla="*/ 248 h 272"/>
                <a:gd name="T30" fmla="*/ 129 w 487"/>
                <a:gd name="T31" fmla="*/ 241 h 272"/>
                <a:gd name="T32" fmla="*/ 130 w 487"/>
                <a:gd name="T33" fmla="*/ 186 h 272"/>
                <a:gd name="T34" fmla="*/ 111 w 487"/>
                <a:gd name="T35" fmla="*/ 169 h 272"/>
                <a:gd name="T36" fmla="*/ 91 w 487"/>
                <a:gd name="T37" fmla="*/ 189 h 272"/>
                <a:gd name="T38" fmla="*/ 91 w 487"/>
                <a:gd name="T39" fmla="*/ 241 h 272"/>
                <a:gd name="T40" fmla="*/ 83 w 487"/>
                <a:gd name="T41" fmla="*/ 248 h 272"/>
                <a:gd name="T42" fmla="*/ 76 w 487"/>
                <a:gd name="T43" fmla="*/ 242 h 272"/>
                <a:gd name="T44" fmla="*/ 76 w 487"/>
                <a:gd name="T45" fmla="*/ 187 h 272"/>
                <a:gd name="T46" fmla="*/ 59 w 487"/>
                <a:gd name="T47" fmla="*/ 177 h 272"/>
                <a:gd name="T48" fmla="*/ 42 w 487"/>
                <a:gd name="T49" fmla="*/ 187 h 272"/>
                <a:gd name="T50" fmla="*/ 42 w 487"/>
                <a:gd name="T51" fmla="*/ 204 h 272"/>
                <a:gd name="T52" fmla="*/ 39 w 487"/>
                <a:gd name="T53" fmla="*/ 211 h 272"/>
                <a:gd name="T54" fmla="*/ 9 w 487"/>
                <a:gd name="T55" fmla="*/ 211 h 272"/>
                <a:gd name="T56" fmla="*/ 1 w 487"/>
                <a:gd name="T57" fmla="*/ 196 h 272"/>
                <a:gd name="T58" fmla="*/ 147 w 487"/>
                <a:gd name="T59" fmla="*/ 56 h 272"/>
                <a:gd name="T60" fmla="*/ 186 w 487"/>
                <a:gd name="T61" fmla="*/ 53 h 272"/>
                <a:gd name="T62" fmla="*/ 202 w 487"/>
                <a:gd name="T63" fmla="*/ 45 h 272"/>
                <a:gd name="T64" fmla="*/ 184 w 487"/>
                <a:gd name="T65" fmla="*/ 34 h 272"/>
                <a:gd name="T66" fmla="*/ 153 w 487"/>
                <a:gd name="T67" fmla="*/ 33 h 272"/>
                <a:gd name="T68" fmla="*/ 57 w 487"/>
                <a:gd name="T69" fmla="*/ 0 h 272"/>
                <a:gd name="T70" fmla="*/ 283 w 487"/>
                <a:gd name="T71" fmla="*/ 0 h 2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7" h="272">
                  <a:moveTo>
                    <a:pt x="313" y="0"/>
                  </a:moveTo>
                  <a:cubicBezTo>
                    <a:pt x="313" y="0"/>
                    <a:pt x="402" y="18"/>
                    <a:pt x="432" y="36"/>
                  </a:cubicBezTo>
                  <a:cubicBezTo>
                    <a:pt x="444" y="43"/>
                    <a:pt x="455" y="43"/>
                    <a:pt x="469" y="43"/>
                  </a:cubicBezTo>
                  <a:cubicBezTo>
                    <a:pt x="483" y="43"/>
                    <a:pt x="487" y="45"/>
                    <a:pt x="487" y="48"/>
                  </a:cubicBezTo>
                  <a:cubicBezTo>
                    <a:pt x="487" y="53"/>
                    <a:pt x="481" y="52"/>
                    <a:pt x="470" y="53"/>
                  </a:cubicBezTo>
                  <a:cubicBezTo>
                    <a:pt x="459" y="54"/>
                    <a:pt x="446" y="51"/>
                    <a:pt x="426" y="59"/>
                  </a:cubicBezTo>
                  <a:cubicBezTo>
                    <a:pt x="406" y="66"/>
                    <a:pt x="288" y="203"/>
                    <a:pt x="288" y="203"/>
                  </a:cubicBezTo>
                  <a:cubicBezTo>
                    <a:pt x="288" y="203"/>
                    <a:pt x="285" y="207"/>
                    <a:pt x="277" y="207"/>
                  </a:cubicBezTo>
                  <a:cubicBezTo>
                    <a:pt x="268" y="207"/>
                    <a:pt x="250" y="212"/>
                    <a:pt x="250" y="227"/>
                  </a:cubicBezTo>
                  <a:cubicBezTo>
                    <a:pt x="199" y="227"/>
                    <a:pt x="199" y="227"/>
                    <a:pt x="199" y="227"/>
                  </a:cubicBezTo>
                  <a:cubicBezTo>
                    <a:pt x="199" y="227"/>
                    <a:pt x="200" y="209"/>
                    <a:pt x="197" y="205"/>
                  </a:cubicBezTo>
                  <a:cubicBezTo>
                    <a:pt x="194" y="198"/>
                    <a:pt x="184" y="196"/>
                    <a:pt x="176" y="196"/>
                  </a:cubicBezTo>
                  <a:cubicBezTo>
                    <a:pt x="169" y="197"/>
                    <a:pt x="157" y="198"/>
                    <a:pt x="157" y="213"/>
                  </a:cubicBezTo>
                  <a:cubicBezTo>
                    <a:pt x="156" y="229"/>
                    <a:pt x="157" y="264"/>
                    <a:pt x="157" y="264"/>
                  </a:cubicBezTo>
                  <a:cubicBezTo>
                    <a:pt x="157" y="264"/>
                    <a:pt x="157" y="271"/>
                    <a:pt x="150" y="271"/>
                  </a:cubicBezTo>
                  <a:cubicBezTo>
                    <a:pt x="144" y="271"/>
                    <a:pt x="143" y="264"/>
                    <a:pt x="143" y="264"/>
                  </a:cubicBezTo>
                  <a:cubicBezTo>
                    <a:pt x="144" y="204"/>
                    <a:pt x="144" y="204"/>
                    <a:pt x="144" y="204"/>
                  </a:cubicBezTo>
                  <a:cubicBezTo>
                    <a:pt x="144" y="204"/>
                    <a:pt x="141" y="184"/>
                    <a:pt x="123" y="184"/>
                  </a:cubicBezTo>
                  <a:cubicBezTo>
                    <a:pt x="105" y="184"/>
                    <a:pt x="100" y="207"/>
                    <a:pt x="100" y="207"/>
                  </a:cubicBezTo>
                  <a:cubicBezTo>
                    <a:pt x="100" y="264"/>
                    <a:pt x="100" y="264"/>
                    <a:pt x="100" y="264"/>
                  </a:cubicBezTo>
                  <a:cubicBezTo>
                    <a:pt x="100" y="264"/>
                    <a:pt x="99" y="272"/>
                    <a:pt x="92" y="272"/>
                  </a:cubicBezTo>
                  <a:cubicBezTo>
                    <a:pt x="86" y="272"/>
                    <a:pt x="85" y="265"/>
                    <a:pt x="85" y="265"/>
                  </a:cubicBezTo>
                  <a:cubicBezTo>
                    <a:pt x="85" y="205"/>
                    <a:pt x="85" y="205"/>
                    <a:pt x="85" y="205"/>
                  </a:cubicBezTo>
                  <a:cubicBezTo>
                    <a:pt x="85" y="205"/>
                    <a:pt x="81" y="194"/>
                    <a:pt x="65" y="194"/>
                  </a:cubicBezTo>
                  <a:cubicBezTo>
                    <a:pt x="49" y="194"/>
                    <a:pt x="45" y="205"/>
                    <a:pt x="45" y="205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5" y="230"/>
                    <a:pt x="42" y="231"/>
                    <a:pt x="42" y="231"/>
                  </a:cubicBezTo>
                  <a:cubicBezTo>
                    <a:pt x="9" y="231"/>
                    <a:pt x="9" y="231"/>
                    <a:pt x="9" y="231"/>
                  </a:cubicBezTo>
                  <a:cubicBezTo>
                    <a:pt x="0" y="225"/>
                    <a:pt x="1" y="214"/>
                    <a:pt x="1" y="214"/>
                  </a:cubicBezTo>
                  <a:cubicBezTo>
                    <a:pt x="1" y="204"/>
                    <a:pt x="140" y="68"/>
                    <a:pt x="162" y="62"/>
                  </a:cubicBezTo>
                  <a:cubicBezTo>
                    <a:pt x="177" y="57"/>
                    <a:pt x="195" y="59"/>
                    <a:pt x="206" y="59"/>
                  </a:cubicBezTo>
                  <a:cubicBezTo>
                    <a:pt x="217" y="58"/>
                    <a:pt x="223" y="53"/>
                    <a:pt x="223" y="48"/>
                  </a:cubicBezTo>
                  <a:cubicBezTo>
                    <a:pt x="223" y="45"/>
                    <a:pt x="217" y="37"/>
                    <a:pt x="203" y="37"/>
                  </a:cubicBezTo>
                  <a:cubicBezTo>
                    <a:pt x="190" y="37"/>
                    <a:pt x="175" y="38"/>
                    <a:pt x="169" y="36"/>
                  </a:cubicBezTo>
                  <a:cubicBezTo>
                    <a:pt x="131" y="15"/>
                    <a:pt x="63" y="0"/>
                    <a:pt x="63" y="0"/>
                  </a:cubicBezTo>
                  <a:lnTo>
                    <a:pt x="313" y="0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5" name="Freeform 365">
              <a:extLst>
                <a:ext uri="{FF2B5EF4-FFF2-40B4-BE49-F238E27FC236}">
                  <a16:creationId xmlns:a16="http://schemas.microsoft.com/office/drawing/2014/main" id="{10D9E215-8444-4F76-B26A-8089FAB45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834"/>
              <a:ext cx="470" cy="264"/>
            </a:xfrm>
            <a:custGeom>
              <a:avLst/>
              <a:gdLst>
                <a:gd name="T0" fmla="*/ 282 w 486"/>
                <a:gd name="T1" fmla="*/ 0 h 272"/>
                <a:gd name="T2" fmla="*/ 390 w 486"/>
                <a:gd name="T3" fmla="*/ 33 h 272"/>
                <a:gd name="T4" fmla="*/ 424 w 486"/>
                <a:gd name="T5" fmla="*/ 40 h 272"/>
                <a:gd name="T6" fmla="*/ 440 w 486"/>
                <a:gd name="T7" fmla="*/ 45 h 272"/>
                <a:gd name="T8" fmla="*/ 425 w 486"/>
                <a:gd name="T9" fmla="*/ 49 h 272"/>
                <a:gd name="T10" fmla="*/ 384 w 486"/>
                <a:gd name="T11" fmla="*/ 53 h 272"/>
                <a:gd name="T12" fmla="*/ 260 w 486"/>
                <a:gd name="T13" fmla="*/ 185 h 272"/>
                <a:gd name="T14" fmla="*/ 250 w 486"/>
                <a:gd name="T15" fmla="*/ 189 h 272"/>
                <a:gd name="T16" fmla="*/ 225 w 486"/>
                <a:gd name="T17" fmla="*/ 208 h 272"/>
                <a:gd name="T18" fmla="*/ 180 w 486"/>
                <a:gd name="T19" fmla="*/ 208 h 272"/>
                <a:gd name="T20" fmla="*/ 179 w 486"/>
                <a:gd name="T21" fmla="*/ 187 h 272"/>
                <a:gd name="T22" fmla="*/ 159 w 486"/>
                <a:gd name="T23" fmla="*/ 179 h 272"/>
                <a:gd name="T24" fmla="*/ 141 w 486"/>
                <a:gd name="T25" fmla="*/ 195 h 272"/>
                <a:gd name="T26" fmla="*/ 141 w 486"/>
                <a:gd name="T27" fmla="*/ 241 h 272"/>
                <a:gd name="T28" fmla="*/ 135 w 486"/>
                <a:gd name="T29" fmla="*/ 248 h 272"/>
                <a:gd name="T30" fmla="*/ 129 w 486"/>
                <a:gd name="T31" fmla="*/ 241 h 272"/>
                <a:gd name="T32" fmla="*/ 129 w 486"/>
                <a:gd name="T33" fmla="*/ 186 h 272"/>
                <a:gd name="T34" fmla="*/ 111 w 486"/>
                <a:gd name="T35" fmla="*/ 169 h 272"/>
                <a:gd name="T36" fmla="*/ 91 w 486"/>
                <a:gd name="T37" fmla="*/ 189 h 272"/>
                <a:gd name="T38" fmla="*/ 91 w 486"/>
                <a:gd name="T39" fmla="*/ 241 h 272"/>
                <a:gd name="T40" fmla="*/ 83 w 486"/>
                <a:gd name="T41" fmla="*/ 248 h 272"/>
                <a:gd name="T42" fmla="*/ 76 w 486"/>
                <a:gd name="T43" fmla="*/ 242 h 272"/>
                <a:gd name="T44" fmla="*/ 76 w 486"/>
                <a:gd name="T45" fmla="*/ 187 h 272"/>
                <a:gd name="T46" fmla="*/ 59 w 486"/>
                <a:gd name="T47" fmla="*/ 177 h 272"/>
                <a:gd name="T48" fmla="*/ 41 w 486"/>
                <a:gd name="T49" fmla="*/ 187 h 272"/>
                <a:gd name="T50" fmla="*/ 41 w 486"/>
                <a:gd name="T51" fmla="*/ 204 h 272"/>
                <a:gd name="T52" fmla="*/ 38 w 486"/>
                <a:gd name="T53" fmla="*/ 211 h 272"/>
                <a:gd name="T54" fmla="*/ 8 w 486"/>
                <a:gd name="T55" fmla="*/ 211 h 272"/>
                <a:gd name="T56" fmla="*/ 1 w 486"/>
                <a:gd name="T57" fmla="*/ 196 h 272"/>
                <a:gd name="T58" fmla="*/ 147 w 486"/>
                <a:gd name="T59" fmla="*/ 56 h 272"/>
                <a:gd name="T60" fmla="*/ 186 w 486"/>
                <a:gd name="T61" fmla="*/ 53 h 272"/>
                <a:gd name="T62" fmla="*/ 201 w 486"/>
                <a:gd name="T63" fmla="*/ 45 h 272"/>
                <a:gd name="T64" fmla="*/ 184 w 486"/>
                <a:gd name="T65" fmla="*/ 34 h 272"/>
                <a:gd name="T66" fmla="*/ 153 w 486"/>
                <a:gd name="T67" fmla="*/ 33 h 272"/>
                <a:gd name="T68" fmla="*/ 55 w 486"/>
                <a:gd name="T69" fmla="*/ 0 h 272"/>
                <a:gd name="T70" fmla="*/ 282 w 486"/>
                <a:gd name="T71" fmla="*/ 0 h 2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6" h="272">
                  <a:moveTo>
                    <a:pt x="312" y="0"/>
                  </a:moveTo>
                  <a:cubicBezTo>
                    <a:pt x="312" y="0"/>
                    <a:pt x="402" y="18"/>
                    <a:pt x="431" y="36"/>
                  </a:cubicBezTo>
                  <a:cubicBezTo>
                    <a:pt x="443" y="43"/>
                    <a:pt x="455" y="43"/>
                    <a:pt x="468" y="43"/>
                  </a:cubicBezTo>
                  <a:cubicBezTo>
                    <a:pt x="482" y="43"/>
                    <a:pt x="486" y="45"/>
                    <a:pt x="486" y="48"/>
                  </a:cubicBezTo>
                  <a:cubicBezTo>
                    <a:pt x="486" y="53"/>
                    <a:pt x="481" y="52"/>
                    <a:pt x="469" y="53"/>
                  </a:cubicBezTo>
                  <a:cubicBezTo>
                    <a:pt x="458" y="54"/>
                    <a:pt x="445" y="51"/>
                    <a:pt x="425" y="59"/>
                  </a:cubicBezTo>
                  <a:cubicBezTo>
                    <a:pt x="406" y="66"/>
                    <a:pt x="287" y="203"/>
                    <a:pt x="287" y="203"/>
                  </a:cubicBezTo>
                  <a:cubicBezTo>
                    <a:pt x="287" y="203"/>
                    <a:pt x="284" y="207"/>
                    <a:pt x="276" y="207"/>
                  </a:cubicBezTo>
                  <a:cubicBezTo>
                    <a:pt x="268" y="207"/>
                    <a:pt x="249" y="212"/>
                    <a:pt x="249" y="227"/>
                  </a:cubicBezTo>
                  <a:cubicBezTo>
                    <a:pt x="199" y="227"/>
                    <a:pt x="199" y="227"/>
                    <a:pt x="199" y="227"/>
                  </a:cubicBezTo>
                  <a:cubicBezTo>
                    <a:pt x="199" y="227"/>
                    <a:pt x="199" y="209"/>
                    <a:pt x="197" y="205"/>
                  </a:cubicBezTo>
                  <a:cubicBezTo>
                    <a:pt x="193" y="198"/>
                    <a:pt x="183" y="196"/>
                    <a:pt x="176" y="196"/>
                  </a:cubicBezTo>
                  <a:cubicBezTo>
                    <a:pt x="169" y="197"/>
                    <a:pt x="157" y="198"/>
                    <a:pt x="156" y="213"/>
                  </a:cubicBezTo>
                  <a:cubicBezTo>
                    <a:pt x="156" y="229"/>
                    <a:pt x="156" y="264"/>
                    <a:pt x="156" y="264"/>
                  </a:cubicBezTo>
                  <a:cubicBezTo>
                    <a:pt x="156" y="264"/>
                    <a:pt x="157" y="271"/>
                    <a:pt x="150" y="271"/>
                  </a:cubicBezTo>
                  <a:cubicBezTo>
                    <a:pt x="143" y="271"/>
                    <a:pt x="143" y="264"/>
                    <a:pt x="143" y="264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4"/>
                    <a:pt x="141" y="184"/>
                    <a:pt x="123" y="184"/>
                  </a:cubicBezTo>
                  <a:cubicBezTo>
                    <a:pt x="105" y="184"/>
                    <a:pt x="100" y="207"/>
                    <a:pt x="100" y="207"/>
                  </a:cubicBezTo>
                  <a:cubicBezTo>
                    <a:pt x="100" y="264"/>
                    <a:pt x="100" y="264"/>
                    <a:pt x="100" y="264"/>
                  </a:cubicBezTo>
                  <a:cubicBezTo>
                    <a:pt x="100" y="264"/>
                    <a:pt x="98" y="272"/>
                    <a:pt x="92" y="272"/>
                  </a:cubicBezTo>
                  <a:cubicBezTo>
                    <a:pt x="85" y="272"/>
                    <a:pt x="85" y="265"/>
                    <a:pt x="85" y="265"/>
                  </a:cubicBezTo>
                  <a:cubicBezTo>
                    <a:pt x="85" y="205"/>
                    <a:pt x="85" y="205"/>
                    <a:pt x="85" y="205"/>
                  </a:cubicBezTo>
                  <a:cubicBezTo>
                    <a:pt x="85" y="205"/>
                    <a:pt x="81" y="194"/>
                    <a:pt x="65" y="194"/>
                  </a:cubicBezTo>
                  <a:cubicBezTo>
                    <a:pt x="49" y="194"/>
                    <a:pt x="44" y="205"/>
                    <a:pt x="44" y="205"/>
                  </a:cubicBezTo>
                  <a:cubicBezTo>
                    <a:pt x="44" y="223"/>
                    <a:pt x="44" y="223"/>
                    <a:pt x="44" y="223"/>
                  </a:cubicBezTo>
                  <a:cubicBezTo>
                    <a:pt x="45" y="230"/>
                    <a:pt x="41" y="231"/>
                    <a:pt x="41" y="231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0" y="225"/>
                    <a:pt x="1" y="214"/>
                    <a:pt x="1" y="214"/>
                  </a:cubicBezTo>
                  <a:cubicBezTo>
                    <a:pt x="0" y="204"/>
                    <a:pt x="140" y="68"/>
                    <a:pt x="162" y="62"/>
                  </a:cubicBezTo>
                  <a:cubicBezTo>
                    <a:pt x="176" y="57"/>
                    <a:pt x="194" y="59"/>
                    <a:pt x="206" y="59"/>
                  </a:cubicBezTo>
                  <a:cubicBezTo>
                    <a:pt x="217" y="58"/>
                    <a:pt x="222" y="53"/>
                    <a:pt x="222" y="48"/>
                  </a:cubicBezTo>
                  <a:cubicBezTo>
                    <a:pt x="222" y="45"/>
                    <a:pt x="216" y="37"/>
                    <a:pt x="203" y="37"/>
                  </a:cubicBezTo>
                  <a:cubicBezTo>
                    <a:pt x="189" y="37"/>
                    <a:pt x="174" y="38"/>
                    <a:pt x="169" y="36"/>
                  </a:cubicBezTo>
                  <a:cubicBezTo>
                    <a:pt x="130" y="15"/>
                    <a:pt x="61" y="0"/>
                    <a:pt x="61" y="0"/>
                  </a:cubicBezTo>
                  <a:lnTo>
                    <a:pt x="312" y="0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6" name="Line 366">
              <a:extLst>
                <a:ext uri="{FF2B5EF4-FFF2-40B4-BE49-F238E27FC236}">
                  <a16:creationId xmlns:a16="http://schemas.microsoft.com/office/drawing/2014/main" id="{74F85A11-D266-4626-ABDC-259B662F95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2" y="2285"/>
              <a:ext cx="1" cy="1"/>
            </a:xfrm>
            <a:prstGeom prst="lin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7" name="Freeform 367">
              <a:extLst>
                <a:ext uri="{FF2B5EF4-FFF2-40B4-BE49-F238E27FC236}">
                  <a16:creationId xmlns:a16="http://schemas.microsoft.com/office/drawing/2014/main" id="{2A015637-B962-4C03-A717-2E3D586F4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834"/>
              <a:ext cx="471" cy="264"/>
            </a:xfrm>
            <a:custGeom>
              <a:avLst/>
              <a:gdLst>
                <a:gd name="T0" fmla="*/ 56 w 487"/>
                <a:gd name="T1" fmla="*/ 0 h 272"/>
                <a:gd name="T2" fmla="*/ 153 w 487"/>
                <a:gd name="T3" fmla="*/ 33 h 272"/>
                <a:gd name="T4" fmla="*/ 184 w 487"/>
                <a:gd name="T5" fmla="*/ 34 h 272"/>
                <a:gd name="T6" fmla="*/ 202 w 487"/>
                <a:gd name="T7" fmla="*/ 45 h 272"/>
                <a:gd name="T8" fmla="*/ 186 w 487"/>
                <a:gd name="T9" fmla="*/ 53 h 272"/>
                <a:gd name="T10" fmla="*/ 147 w 487"/>
                <a:gd name="T11" fmla="*/ 56 h 272"/>
                <a:gd name="T12" fmla="*/ 1 w 487"/>
                <a:gd name="T13" fmla="*/ 196 h 272"/>
                <a:gd name="T14" fmla="*/ 9 w 487"/>
                <a:gd name="T15" fmla="*/ 211 h 272"/>
                <a:gd name="T16" fmla="*/ 39 w 487"/>
                <a:gd name="T17" fmla="*/ 211 h 272"/>
                <a:gd name="T18" fmla="*/ 42 w 487"/>
                <a:gd name="T19" fmla="*/ 204 h 272"/>
                <a:gd name="T20" fmla="*/ 42 w 487"/>
                <a:gd name="T21" fmla="*/ 187 h 272"/>
                <a:gd name="T22" fmla="*/ 59 w 487"/>
                <a:gd name="T23" fmla="*/ 177 h 272"/>
                <a:gd name="T24" fmla="*/ 76 w 487"/>
                <a:gd name="T25" fmla="*/ 187 h 272"/>
                <a:gd name="T26" fmla="*/ 76 w 487"/>
                <a:gd name="T27" fmla="*/ 242 h 272"/>
                <a:gd name="T28" fmla="*/ 83 w 487"/>
                <a:gd name="T29" fmla="*/ 248 h 272"/>
                <a:gd name="T30" fmla="*/ 91 w 487"/>
                <a:gd name="T31" fmla="*/ 241 h 272"/>
                <a:gd name="T32" fmla="*/ 91 w 487"/>
                <a:gd name="T33" fmla="*/ 189 h 272"/>
                <a:gd name="T34" fmla="*/ 111 w 487"/>
                <a:gd name="T35" fmla="*/ 169 h 272"/>
                <a:gd name="T36" fmla="*/ 130 w 487"/>
                <a:gd name="T37" fmla="*/ 186 h 272"/>
                <a:gd name="T38" fmla="*/ 129 w 487"/>
                <a:gd name="T39" fmla="*/ 241 h 272"/>
                <a:gd name="T40" fmla="*/ 135 w 487"/>
                <a:gd name="T41" fmla="*/ 248 h 272"/>
                <a:gd name="T42" fmla="*/ 142 w 487"/>
                <a:gd name="T43" fmla="*/ 241 h 272"/>
                <a:gd name="T44" fmla="*/ 142 w 487"/>
                <a:gd name="T45" fmla="*/ 195 h 272"/>
                <a:gd name="T46" fmla="*/ 159 w 487"/>
                <a:gd name="T47" fmla="*/ 179 h 272"/>
                <a:gd name="T48" fmla="*/ 179 w 487"/>
                <a:gd name="T49" fmla="*/ 187 h 272"/>
                <a:gd name="T50" fmla="*/ 180 w 487"/>
                <a:gd name="T51" fmla="*/ 208 h 272"/>
                <a:gd name="T52" fmla="*/ 226 w 487"/>
                <a:gd name="T53" fmla="*/ 208 h 272"/>
                <a:gd name="T54" fmla="*/ 250 w 487"/>
                <a:gd name="T55" fmla="*/ 189 h 272"/>
                <a:gd name="T56" fmla="*/ 261 w 487"/>
                <a:gd name="T57" fmla="*/ 185 h 272"/>
                <a:gd name="T58" fmla="*/ 385 w 487"/>
                <a:gd name="T59" fmla="*/ 53 h 272"/>
                <a:gd name="T60" fmla="*/ 426 w 487"/>
                <a:gd name="T61" fmla="*/ 49 h 272"/>
                <a:gd name="T62" fmla="*/ 441 w 487"/>
                <a:gd name="T63" fmla="*/ 45 h 272"/>
                <a:gd name="T64" fmla="*/ 425 w 487"/>
                <a:gd name="T65" fmla="*/ 40 h 272"/>
                <a:gd name="T66" fmla="*/ 391 w 487"/>
                <a:gd name="T67" fmla="*/ 33 h 272"/>
                <a:gd name="T68" fmla="*/ 283 w 487"/>
                <a:gd name="T69" fmla="*/ 0 h 272"/>
                <a:gd name="T70" fmla="*/ 56 w 487"/>
                <a:gd name="T71" fmla="*/ 0 h 2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7" h="272">
                  <a:moveTo>
                    <a:pt x="62" y="0"/>
                  </a:moveTo>
                  <a:cubicBezTo>
                    <a:pt x="62" y="0"/>
                    <a:pt x="131" y="15"/>
                    <a:pt x="169" y="36"/>
                  </a:cubicBezTo>
                  <a:cubicBezTo>
                    <a:pt x="175" y="38"/>
                    <a:pt x="190" y="37"/>
                    <a:pt x="203" y="37"/>
                  </a:cubicBezTo>
                  <a:cubicBezTo>
                    <a:pt x="217" y="37"/>
                    <a:pt x="223" y="45"/>
                    <a:pt x="223" y="48"/>
                  </a:cubicBezTo>
                  <a:cubicBezTo>
                    <a:pt x="223" y="53"/>
                    <a:pt x="217" y="58"/>
                    <a:pt x="206" y="59"/>
                  </a:cubicBezTo>
                  <a:cubicBezTo>
                    <a:pt x="195" y="59"/>
                    <a:pt x="177" y="57"/>
                    <a:pt x="162" y="62"/>
                  </a:cubicBezTo>
                  <a:cubicBezTo>
                    <a:pt x="140" y="68"/>
                    <a:pt x="1" y="204"/>
                    <a:pt x="1" y="214"/>
                  </a:cubicBezTo>
                  <a:cubicBezTo>
                    <a:pt x="1" y="214"/>
                    <a:pt x="0" y="225"/>
                    <a:pt x="9" y="231"/>
                  </a:cubicBezTo>
                  <a:cubicBezTo>
                    <a:pt x="42" y="231"/>
                    <a:pt x="42" y="231"/>
                    <a:pt x="42" y="231"/>
                  </a:cubicBezTo>
                  <a:cubicBezTo>
                    <a:pt x="42" y="231"/>
                    <a:pt x="45" y="230"/>
                    <a:pt x="45" y="223"/>
                  </a:cubicBezTo>
                  <a:cubicBezTo>
                    <a:pt x="45" y="205"/>
                    <a:pt x="45" y="205"/>
                    <a:pt x="45" y="205"/>
                  </a:cubicBezTo>
                  <a:cubicBezTo>
                    <a:pt x="45" y="205"/>
                    <a:pt x="49" y="194"/>
                    <a:pt x="65" y="194"/>
                  </a:cubicBezTo>
                  <a:cubicBezTo>
                    <a:pt x="81" y="194"/>
                    <a:pt x="85" y="205"/>
                    <a:pt x="85" y="205"/>
                  </a:cubicBezTo>
                  <a:cubicBezTo>
                    <a:pt x="85" y="265"/>
                    <a:pt x="85" y="265"/>
                    <a:pt x="85" y="265"/>
                  </a:cubicBezTo>
                  <a:cubicBezTo>
                    <a:pt x="85" y="265"/>
                    <a:pt x="86" y="272"/>
                    <a:pt x="92" y="272"/>
                  </a:cubicBezTo>
                  <a:cubicBezTo>
                    <a:pt x="99" y="272"/>
                    <a:pt x="100" y="264"/>
                    <a:pt x="100" y="264"/>
                  </a:cubicBezTo>
                  <a:cubicBezTo>
                    <a:pt x="100" y="207"/>
                    <a:pt x="100" y="207"/>
                    <a:pt x="100" y="207"/>
                  </a:cubicBezTo>
                  <a:cubicBezTo>
                    <a:pt x="100" y="207"/>
                    <a:pt x="105" y="184"/>
                    <a:pt x="123" y="184"/>
                  </a:cubicBezTo>
                  <a:cubicBezTo>
                    <a:pt x="141" y="184"/>
                    <a:pt x="144" y="204"/>
                    <a:pt x="144" y="20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4"/>
                    <a:pt x="144" y="271"/>
                    <a:pt x="150" y="271"/>
                  </a:cubicBezTo>
                  <a:cubicBezTo>
                    <a:pt x="157" y="271"/>
                    <a:pt x="157" y="264"/>
                    <a:pt x="157" y="264"/>
                  </a:cubicBezTo>
                  <a:cubicBezTo>
                    <a:pt x="157" y="264"/>
                    <a:pt x="156" y="229"/>
                    <a:pt x="157" y="213"/>
                  </a:cubicBezTo>
                  <a:cubicBezTo>
                    <a:pt x="157" y="198"/>
                    <a:pt x="169" y="197"/>
                    <a:pt x="176" y="196"/>
                  </a:cubicBezTo>
                  <a:cubicBezTo>
                    <a:pt x="184" y="196"/>
                    <a:pt x="194" y="198"/>
                    <a:pt x="197" y="205"/>
                  </a:cubicBezTo>
                  <a:cubicBezTo>
                    <a:pt x="200" y="209"/>
                    <a:pt x="199" y="227"/>
                    <a:pt x="199" y="227"/>
                  </a:cubicBezTo>
                  <a:cubicBezTo>
                    <a:pt x="250" y="227"/>
                    <a:pt x="250" y="227"/>
                    <a:pt x="250" y="227"/>
                  </a:cubicBezTo>
                  <a:cubicBezTo>
                    <a:pt x="250" y="212"/>
                    <a:pt x="268" y="207"/>
                    <a:pt x="277" y="207"/>
                  </a:cubicBezTo>
                  <a:cubicBezTo>
                    <a:pt x="285" y="207"/>
                    <a:pt x="288" y="203"/>
                    <a:pt x="288" y="203"/>
                  </a:cubicBezTo>
                  <a:cubicBezTo>
                    <a:pt x="288" y="203"/>
                    <a:pt x="406" y="66"/>
                    <a:pt x="426" y="59"/>
                  </a:cubicBezTo>
                  <a:cubicBezTo>
                    <a:pt x="446" y="51"/>
                    <a:pt x="459" y="54"/>
                    <a:pt x="470" y="53"/>
                  </a:cubicBezTo>
                  <a:cubicBezTo>
                    <a:pt x="481" y="52"/>
                    <a:pt x="487" y="53"/>
                    <a:pt x="487" y="48"/>
                  </a:cubicBezTo>
                  <a:cubicBezTo>
                    <a:pt x="487" y="45"/>
                    <a:pt x="483" y="43"/>
                    <a:pt x="469" y="43"/>
                  </a:cubicBezTo>
                  <a:cubicBezTo>
                    <a:pt x="455" y="43"/>
                    <a:pt x="444" y="43"/>
                    <a:pt x="432" y="36"/>
                  </a:cubicBezTo>
                  <a:cubicBezTo>
                    <a:pt x="402" y="18"/>
                    <a:pt x="313" y="0"/>
                    <a:pt x="313" y="0"/>
                  </a:cubicBezTo>
                  <a:lnTo>
                    <a:pt x="62" y="0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8" name="Freeform 368">
              <a:extLst>
                <a:ext uri="{FF2B5EF4-FFF2-40B4-BE49-F238E27FC236}">
                  <a16:creationId xmlns:a16="http://schemas.microsoft.com/office/drawing/2014/main" id="{31C2A4A2-FA43-469D-9C48-9016F4ED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834"/>
              <a:ext cx="470" cy="264"/>
            </a:xfrm>
            <a:custGeom>
              <a:avLst/>
              <a:gdLst>
                <a:gd name="T0" fmla="*/ 56 w 486"/>
                <a:gd name="T1" fmla="*/ 0 h 272"/>
                <a:gd name="T2" fmla="*/ 153 w 486"/>
                <a:gd name="T3" fmla="*/ 33 h 272"/>
                <a:gd name="T4" fmla="*/ 184 w 486"/>
                <a:gd name="T5" fmla="*/ 34 h 272"/>
                <a:gd name="T6" fmla="*/ 201 w 486"/>
                <a:gd name="T7" fmla="*/ 45 h 272"/>
                <a:gd name="T8" fmla="*/ 185 w 486"/>
                <a:gd name="T9" fmla="*/ 53 h 272"/>
                <a:gd name="T10" fmla="*/ 146 w 486"/>
                <a:gd name="T11" fmla="*/ 56 h 272"/>
                <a:gd name="T12" fmla="*/ 1 w 486"/>
                <a:gd name="T13" fmla="*/ 196 h 272"/>
                <a:gd name="T14" fmla="*/ 8 w 486"/>
                <a:gd name="T15" fmla="*/ 211 h 272"/>
                <a:gd name="T16" fmla="*/ 38 w 486"/>
                <a:gd name="T17" fmla="*/ 211 h 272"/>
                <a:gd name="T18" fmla="*/ 41 w 486"/>
                <a:gd name="T19" fmla="*/ 204 h 272"/>
                <a:gd name="T20" fmla="*/ 41 w 486"/>
                <a:gd name="T21" fmla="*/ 187 h 272"/>
                <a:gd name="T22" fmla="*/ 58 w 486"/>
                <a:gd name="T23" fmla="*/ 177 h 272"/>
                <a:gd name="T24" fmla="*/ 76 w 486"/>
                <a:gd name="T25" fmla="*/ 187 h 272"/>
                <a:gd name="T26" fmla="*/ 76 w 486"/>
                <a:gd name="T27" fmla="*/ 242 h 272"/>
                <a:gd name="T28" fmla="*/ 82 w 486"/>
                <a:gd name="T29" fmla="*/ 248 h 272"/>
                <a:gd name="T30" fmla="*/ 91 w 486"/>
                <a:gd name="T31" fmla="*/ 241 h 272"/>
                <a:gd name="T32" fmla="*/ 91 w 486"/>
                <a:gd name="T33" fmla="*/ 189 h 272"/>
                <a:gd name="T34" fmla="*/ 110 w 486"/>
                <a:gd name="T35" fmla="*/ 169 h 272"/>
                <a:gd name="T36" fmla="*/ 129 w 486"/>
                <a:gd name="T37" fmla="*/ 186 h 272"/>
                <a:gd name="T38" fmla="*/ 129 w 486"/>
                <a:gd name="T39" fmla="*/ 241 h 272"/>
                <a:gd name="T40" fmla="*/ 135 w 486"/>
                <a:gd name="T41" fmla="*/ 248 h 272"/>
                <a:gd name="T42" fmla="*/ 141 w 486"/>
                <a:gd name="T43" fmla="*/ 241 h 272"/>
                <a:gd name="T44" fmla="*/ 141 w 486"/>
                <a:gd name="T45" fmla="*/ 195 h 272"/>
                <a:gd name="T46" fmla="*/ 159 w 486"/>
                <a:gd name="T47" fmla="*/ 179 h 272"/>
                <a:gd name="T48" fmla="*/ 179 w 486"/>
                <a:gd name="T49" fmla="*/ 187 h 272"/>
                <a:gd name="T50" fmla="*/ 179 w 486"/>
                <a:gd name="T51" fmla="*/ 208 h 272"/>
                <a:gd name="T52" fmla="*/ 225 w 486"/>
                <a:gd name="T53" fmla="*/ 208 h 272"/>
                <a:gd name="T54" fmla="*/ 250 w 486"/>
                <a:gd name="T55" fmla="*/ 189 h 272"/>
                <a:gd name="T56" fmla="*/ 260 w 486"/>
                <a:gd name="T57" fmla="*/ 185 h 272"/>
                <a:gd name="T58" fmla="*/ 384 w 486"/>
                <a:gd name="T59" fmla="*/ 53 h 272"/>
                <a:gd name="T60" fmla="*/ 425 w 486"/>
                <a:gd name="T61" fmla="*/ 49 h 272"/>
                <a:gd name="T62" fmla="*/ 440 w 486"/>
                <a:gd name="T63" fmla="*/ 45 h 272"/>
                <a:gd name="T64" fmla="*/ 424 w 486"/>
                <a:gd name="T65" fmla="*/ 40 h 272"/>
                <a:gd name="T66" fmla="*/ 390 w 486"/>
                <a:gd name="T67" fmla="*/ 33 h 272"/>
                <a:gd name="T68" fmla="*/ 282 w 486"/>
                <a:gd name="T69" fmla="*/ 0 h 272"/>
                <a:gd name="T70" fmla="*/ 56 w 486"/>
                <a:gd name="T71" fmla="*/ 0 h 2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6" h="272">
                  <a:moveTo>
                    <a:pt x="62" y="0"/>
                  </a:moveTo>
                  <a:cubicBezTo>
                    <a:pt x="62" y="0"/>
                    <a:pt x="130" y="15"/>
                    <a:pt x="169" y="36"/>
                  </a:cubicBezTo>
                  <a:cubicBezTo>
                    <a:pt x="174" y="38"/>
                    <a:pt x="189" y="37"/>
                    <a:pt x="203" y="37"/>
                  </a:cubicBezTo>
                  <a:cubicBezTo>
                    <a:pt x="216" y="37"/>
                    <a:pt x="222" y="45"/>
                    <a:pt x="222" y="48"/>
                  </a:cubicBezTo>
                  <a:cubicBezTo>
                    <a:pt x="222" y="53"/>
                    <a:pt x="217" y="58"/>
                    <a:pt x="205" y="59"/>
                  </a:cubicBezTo>
                  <a:cubicBezTo>
                    <a:pt x="194" y="59"/>
                    <a:pt x="176" y="57"/>
                    <a:pt x="161" y="62"/>
                  </a:cubicBezTo>
                  <a:cubicBezTo>
                    <a:pt x="139" y="68"/>
                    <a:pt x="0" y="204"/>
                    <a:pt x="1" y="214"/>
                  </a:cubicBezTo>
                  <a:cubicBezTo>
                    <a:pt x="1" y="214"/>
                    <a:pt x="0" y="225"/>
                    <a:pt x="8" y="231"/>
                  </a:cubicBezTo>
                  <a:cubicBezTo>
                    <a:pt x="41" y="231"/>
                    <a:pt x="41" y="231"/>
                    <a:pt x="41" y="231"/>
                  </a:cubicBezTo>
                  <a:cubicBezTo>
                    <a:pt x="41" y="231"/>
                    <a:pt x="44" y="230"/>
                    <a:pt x="44" y="223"/>
                  </a:cubicBezTo>
                  <a:cubicBezTo>
                    <a:pt x="44" y="205"/>
                    <a:pt x="44" y="205"/>
                    <a:pt x="44" y="205"/>
                  </a:cubicBezTo>
                  <a:cubicBezTo>
                    <a:pt x="44" y="205"/>
                    <a:pt x="48" y="194"/>
                    <a:pt x="64" y="194"/>
                  </a:cubicBezTo>
                  <a:cubicBezTo>
                    <a:pt x="80" y="194"/>
                    <a:pt x="85" y="205"/>
                    <a:pt x="85" y="205"/>
                  </a:cubicBezTo>
                  <a:cubicBezTo>
                    <a:pt x="85" y="265"/>
                    <a:pt x="85" y="265"/>
                    <a:pt x="85" y="265"/>
                  </a:cubicBezTo>
                  <a:cubicBezTo>
                    <a:pt x="85" y="265"/>
                    <a:pt x="85" y="272"/>
                    <a:pt x="91" y="272"/>
                  </a:cubicBezTo>
                  <a:cubicBezTo>
                    <a:pt x="98" y="272"/>
                    <a:pt x="100" y="264"/>
                    <a:pt x="100" y="264"/>
                  </a:cubicBezTo>
                  <a:cubicBezTo>
                    <a:pt x="100" y="207"/>
                    <a:pt x="100" y="207"/>
                    <a:pt x="100" y="207"/>
                  </a:cubicBezTo>
                  <a:cubicBezTo>
                    <a:pt x="100" y="207"/>
                    <a:pt x="104" y="184"/>
                    <a:pt x="122" y="184"/>
                  </a:cubicBezTo>
                  <a:cubicBezTo>
                    <a:pt x="140" y="184"/>
                    <a:pt x="143" y="204"/>
                    <a:pt x="143" y="20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4"/>
                    <a:pt x="143" y="271"/>
                    <a:pt x="150" y="271"/>
                  </a:cubicBezTo>
                  <a:cubicBezTo>
                    <a:pt x="156" y="271"/>
                    <a:pt x="156" y="264"/>
                    <a:pt x="156" y="264"/>
                  </a:cubicBezTo>
                  <a:cubicBezTo>
                    <a:pt x="156" y="264"/>
                    <a:pt x="155" y="229"/>
                    <a:pt x="156" y="213"/>
                  </a:cubicBezTo>
                  <a:cubicBezTo>
                    <a:pt x="156" y="198"/>
                    <a:pt x="168" y="197"/>
                    <a:pt x="176" y="196"/>
                  </a:cubicBezTo>
                  <a:cubicBezTo>
                    <a:pt x="183" y="196"/>
                    <a:pt x="193" y="198"/>
                    <a:pt x="197" y="205"/>
                  </a:cubicBezTo>
                  <a:cubicBezTo>
                    <a:pt x="199" y="209"/>
                    <a:pt x="198" y="227"/>
                    <a:pt x="198" y="227"/>
                  </a:cubicBezTo>
                  <a:cubicBezTo>
                    <a:pt x="249" y="227"/>
                    <a:pt x="249" y="227"/>
                    <a:pt x="249" y="227"/>
                  </a:cubicBezTo>
                  <a:cubicBezTo>
                    <a:pt x="249" y="212"/>
                    <a:pt x="268" y="207"/>
                    <a:pt x="276" y="207"/>
                  </a:cubicBezTo>
                  <a:cubicBezTo>
                    <a:pt x="284" y="207"/>
                    <a:pt x="287" y="203"/>
                    <a:pt x="287" y="203"/>
                  </a:cubicBezTo>
                  <a:cubicBezTo>
                    <a:pt x="287" y="203"/>
                    <a:pt x="406" y="66"/>
                    <a:pt x="425" y="59"/>
                  </a:cubicBezTo>
                  <a:cubicBezTo>
                    <a:pt x="445" y="51"/>
                    <a:pt x="458" y="54"/>
                    <a:pt x="469" y="53"/>
                  </a:cubicBezTo>
                  <a:cubicBezTo>
                    <a:pt x="480" y="52"/>
                    <a:pt x="486" y="53"/>
                    <a:pt x="486" y="48"/>
                  </a:cubicBezTo>
                  <a:cubicBezTo>
                    <a:pt x="486" y="45"/>
                    <a:pt x="482" y="43"/>
                    <a:pt x="468" y="43"/>
                  </a:cubicBezTo>
                  <a:cubicBezTo>
                    <a:pt x="455" y="43"/>
                    <a:pt x="443" y="43"/>
                    <a:pt x="431" y="36"/>
                  </a:cubicBezTo>
                  <a:cubicBezTo>
                    <a:pt x="401" y="18"/>
                    <a:pt x="312" y="0"/>
                    <a:pt x="312" y="0"/>
                  </a:cubicBezTo>
                  <a:lnTo>
                    <a:pt x="62" y="0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9" name="Freeform 369">
              <a:extLst>
                <a:ext uri="{FF2B5EF4-FFF2-40B4-BE49-F238E27FC236}">
                  <a16:creationId xmlns:a16="http://schemas.microsoft.com/office/drawing/2014/main" id="{9BD69389-E38B-448D-9329-D9EDE7A0F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023"/>
              <a:ext cx="472" cy="638"/>
            </a:xfrm>
            <a:custGeom>
              <a:avLst/>
              <a:gdLst>
                <a:gd name="T0" fmla="*/ 291 w 488"/>
                <a:gd name="T1" fmla="*/ 600 h 658"/>
                <a:gd name="T2" fmla="*/ 386 w 488"/>
                <a:gd name="T3" fmla="*/ 576 h 658"/>
                <a:gd name="T4" fmla="*/ 420 w 488"/>
                <a:gd name="T5" fmla="*/ 571 h 658"/>
                <a:gd name="T6" fmla="*/ 436 w 488"/>
                <a:gd name="T7" fmla="*/ 568 h 658"/>
                <a:gd name="T8" fmla="*/ 421 w 488"/>
                <a:gd name="T9" fmla="*/ 564 h 658"/>
                <a:gd name="T10" fmla="*/ 381 w 488"/>
                <a:gd name="T11" fmla="*/ 560 h 658"/>
                <a:gd name="T12" fmla="*/ 235 w 488"/>
                <a:gd name="T13" fmla="*/ 439 h 658"/>
                <a:gd name="T14" fmla="*/ 242 w 488"/>
                <a:gd name="T15" fmla="*/ 424 h 658"/>
                <a:gd name="T16" fmla="*/ 241 w 488"/>
                <a:gd name="T17" fmla="*/ 406 h 658"/>
                <a:gd name="T18" fmla="*/ 235 w 488"/>
                <a:gd name="T19" fmla="*/ 391 h 658"/>
                <a:gd name="T20" fmla="*/ 260 w 488"/>
                <a:gd name="T21" fmla="*/ 355 h 658"/>
                <a:gd name="T22" fmla="*/ 281 w 488"/>
                <a:gd name="T23" fmla="*/ 330 h 658"/>
                <a:gd name="T24" fmla="*/ 282 w 488"/>
                <a:gd name="T25" fmla="*/ 329 h 658"/>
                <a:gd name="T26" fmla="*/ 392 w 488"/>
                <a:gd name="T27" fmla="*/ 257 h 658"/>
                <a:gd name="T28" fmla="*/ 426 w 488"/>
                <a:gd name="T29" fmla="*/ 242 h 658"/>
                <a:gd name="T30" fmla="*/ 442 w 488"/>
                <a:gd name="T31" fmla="*/ 232 h 658"/>
                <a:gd name="T32" fmla="*/ 427 w 488"/>
                <a:gd name="T33" fmla="*/ 223 h 658"/>
                <a:gd name="T34" fmla="*/ 386 w 488"/>
                <a:gd name="T35" fmla="*/ 211 h 658"/>
                <a:gd name="T36" fmla="*/ 257 w 488"/>
                <a:gd name="T37" fmla="*/ 72 h 658"/>
                <a:gd name="T38" fmla="*/ 247 w 488"/>
                <a:gd name="T39" fmla="*/ 65 h 658"/>
                <a:gd name="T40" fmla="*/ 227 w 488"/>
                <a:gd name="T41" fmla="*/ 46 h 658"/>
                <a:gd name="T42" fmla="*/ 186 w 488"/>
                <a:gd name="T43" fmla="*/ 46 h 658"/>
                <a:gd name="T44" fmla="*/ 168 w 488"/>
                <a:gd name="T45" fmla="*/ 37 h 658"/>
                <a:gd name="T46" fmla="*/ 167 w 488"/>
                <a:gd name="T47" fmla="*/ 16 h 658"/>
                <a:gd name="T48" fmla="*/ 157 w 488"/>
                <a:gd name="T49" fmla="*/ 18 h 658"/>
                <a:gd name="T50" fmla="*/ 157 w 488"/>
                <a:gd name="T51" fmla="*/ 67 h 658"/>
                <a:gd name="T52" fmla="*/ 134 w 488"/>
                <a:gd name="T53" fmla="*/ 86 h 658"/>
                <a:gd name="T54" fmla="*/ 116 w 488"/>
                <a:gd name="T55" fmla="*/ 67 h 658"/>
                <a:gd name="T56" fmla="*/ 116 w 488"/>
                <a:gd name="T57" fmla="*/ 10 h 658"/>
                <a:gd name="T58" fmla="*/ 105 w 488"/>
                <a:gd name="T59" fmla="*/ 10 h 658"/>
                <a:gd name="T60" fmla="*/ 105 w 488"/>
                <a:gd name="T61" fmla="*/ 67 h 658"/>
                <a:gd name="T62" fmla="*/ 82 w 488"/>
                <a:gd name="T63" fmla="*/ 86 h 658"/>
                <a:gd name="T64" fmla="*/ 64 w 488"/>
                <a:gd name="T65" fmla="*/ 68 h 658"/>
                <a:gd name="T66" fmla="*/ 64 w 488"/>
                <a:gd name="T67" fmla="*/ 23 h 658"/>
                <a:gd name="T68" fmla="*/ 60 w 488"/>
                <a:gd name="T69" fmla="*/ 15 h 658"/>
                <a:gd name="T70" fmla="*/ 55 w 488"/>
                <a:gd name="T71" fmla="*/ 31 h 658"/>
                <a:gd name="T72" fmla="*/ 42 w 488"/>
                <a:gd name="T73" fmla="*/ 49 h 658"/>
                <a:gd name="T74" fmla="*/ 9 w 488"/>
                <a:gd name="T75" fmla="*/ 49 h 658"/>
                <a:gd name="T76" fmla="*/ 1 w 488"/>
                <a:gd name="T77" fmla="*/ 66 h 658"/>
                <a:gd name="T78" fmla="*/ 25 w 488"/>
                <a:gd name="T79" fmla="*/ 101 h 658"/>
                <a:gd name="T80" fmla="*/ 42 w 488"/>
                <a:gd name="T81" fmla="*/ 129 h 658"/>
                <a:gd name="T82" fmla="*/ 148 w 488"/>
                <a:gd name="T83" fmla="*/ 204 h 658"/>
                <a:gd name="T84" fmla="*/ 184 w 488"/>
                <a:gd name="T85" fmla="*/ 211 h 658"/>
                <a:gd name="T86" fmla="*/ 203 w 488"/>
                <a:gd name="T87" fmla="*/ 232 h 658"/>
                <a:gd name="T88" fmla="*/ 185 w 488"/>
                <a:gd name="T89" fmla="*/ 253 h 658"/>
                <a:gd name="T90" fmla="*/ 148 w 488"/>
                <a:gd name="T91" fmla="*/ 266 h 658"/>
                <a:gd name="T92" fmla="*/ 37 w 488"/>
                <a:gd name="T93" fmla="*/ 397 h 658"/>
                <a:gd name="T94" fmla="*/ 35 w 488"/>
                <a:gd name="T95" fmla="*/ 398 h 658"/>
                <a:gd name="T96" fmla="*/ 17 w 488"/>
                <a:gd name="T97" fmla="*/ 401 h 658"/>
                <a:gd name="T98" fmla="*/ 8 w 488"/>
                <a:gd name="T99" fmla="*/ 410 h 658"/>
                <a:gd name="T100" fmla="*/ 16 w 488"/>
                <a:gd name="T101" fmla="*/ 424 h 658"/>
                <a:gd name="T102" fmla="*/ 36 w 488"/>
                <a:gd name="T103" fmla="*/ 431 h 658"/>
                <a:gd name="T104" fmla="*/ 166 w 488"/>
                <a:gd name="T105" fmla="*/ 558 h 658"/>
                <a:gd name="T106" fmla="*/ 203 w 488"/>
                <a:gd name="T107" fmla="*/ 560 h 658"/>
                <a:gd name="T108" fmla="*/ 222 w 488"/>
                <a:gd name="T109" fmla="*/ 568 h 658"/>
                <a:gd name="T110" fmla="*/ 205 w 488"/>
                <a:gd name="T111" fmla="*/ 574 h 658"/>
                <a:gd name="T112" fmla="*/ 167 w 488"/>
                <a:gd name="T113" fmla="*/ 579 h 658"/>
                <a:gd name="T114" fmla="*/ 74 w 488"/>
                <a:gd name="T115" fmla="*/ 600 h 658"/>
                <a:gd name="T116" fmla="*/ 291 w 488"/>
                <a:gd name="T117" fmla="*/ 600 h 6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88" h="658">
                  <a:moveTo>
                    <a:pt x="322" y="658"/>
                  </a:moveTo>
                  <a:cubicBezTo>
                    <a:pt x="322" y="658"/>
                    <a:pt x="397" y="645"/>
                    <a:pt x="427" y="632"/>
                  </a:cubicBezTo>
                  <a:cubicBezTo>
                    <a:pt x="439" y="627"/>
                    <a:pt x="451" y="626"/>
                    <a:pt x="464" y="626"/>
                  </a:cubicBezTo>
                  <a:cubicBezTo>
                    <a:pt x="478" y="626"/>
                    <a:pt x="482" y="625"/>
                    <a:pt x="482" y="623"/>
                  </a:cubicBezTo>
                  <a:cubicBezTo>
                    <a:pt x="482" y="619"/>
                    <a:pt x="476" y="620"/>
                    <a:pt x="465" y="619"/>
                  </a:cubicBezTo>
                  <a:cubicBezTo>
                    <a:pt x="454" y="619"/>
                    <a:pt x="441" y="621"/>
                    <a:pt x="421" y="615"/>
                  </a:cubicBezTo>
                  <a:cubicBezTo>
                    <a:pt x="402" y="609"/>
                    <a:pt x="259" y="500"/>
                    <a:pt x="259" y="482"/>
                  </a:cubicBezTo>
                  <a:cubicBezTo>
                    <a:pt x="259" y="482"/>
                    <a:pt x="258" y="472"/>
                    <a:pt x="267" y="465"/>
                  </a:cubicBezTo>
                  <a:cubicBezTo>
                    <a:pt x="271" y="462"/>
                    <a:pt x="272" y="451"/>
                    <a:pt x="266" y="446"/>
                  </a:cubicBezTo>
                  <a:cubicBezTo>
                    <a:pt x="258" y="440"/>
                    <a:pt x="259" y="429"/>
                    <a:pt x="259" y="429"/>
                  </a:cubicBezTo>
                  <a:cubicBezTo>
                    <a:pt x="259" y="412"/>
                    <a:pt x="286" y="411"/>
                    <a:pt x="287" y="389"/>
                  </a:cubicBezTo>
                  <a:cubicBezTo>
                    <a:pt x="287" y="389"/>
                    <a:pt x="289" y="369"/>
                    <a:pt x="311" y="362"/>
                  </a:cubicBezTo>
                  <a:cubicBezTo>
                    <a:pt x="312" y="361"/>
                    <a:pt x="312" y="361"/>
                    <a:pt x="312" y="361"/>
                  </a:cubicBezTo>
                  <a:cubicBezTo>
                    <a:pt x="312" y="361"/>
                    <a:pt x="403" y="320"/>
                    <a:pt x="433" y="282"/>
                  </a:cubicBezTo>
                  <a:cubicBezTo>
                    <a:pt x="445" y="267"/>
                    <a:pt x="456" y="266"/>
                    <a:pt x="470" y="266"/>
                  </a:cubicBezTo>
                  <a:cubicBezTo>
                    <a:pt x="484" y="266"/>
                    <a:pt x="488" y="262"/>
                    <a:pt x="488" y="255"/>
                  </a:cubicBezTo>
                  <a:cubicBezTo>
                    <a:pt x="488" y="244"/>
                    <a:pt x="482" y="246"/>
                    <a:pt x="471" y="244"/>
                  </a:cubicBezTo>
                  <a:cubicBezTo>
                    <a:pt x="460" y="243"/>
                    <a:pt x="447" y="248"/>
                    <a:pt x="427" y="232"/>
                  </a:cubicBezTo>
                  <a:cubicBezTo>
                    <a:pt x="407" y="215"/>
                    <a:pt x="284" y="78"/>
                    <a:pt x="284" y="78"/>
                  </a:cubicBezTo>
                  <a:cubicBezTo>
                    <a:pt x="284" y="78"/>
                    <a:pt x="282" y="73"/>
                    <a:pt x="273" y="71"/>
                  </a:cubicBezTo>
                  <a:cubicBezTo>
                    <a:pt x="250" y="65"/>
                    <a:pt x="251" y="50"/>
                    <a:pt x="251" y="50"/>
                  </a:cubicBezTo>
                  <a:cubicBezTo>
                    <a:pt x="251" y="50"/>
                    <a:pt x="224" y="50"/>
                    <a:pt x="206" y="50"/>
                  </a:cubicBezTo>
                  <a:cubicBezTo>
                    <a:pt x="188" y="50"/>
                    <a:pt x="186" y="40"/>
                    <a:pt x="186" y="40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77" y="13"/>
                    <a:pt x="173" y="21"/>
                    <a:pt x="173" y="21"/>
                  </a:cubicBezTo>
                  <a:cubicBezTo>
                    <a:pt x="173" y="73"/>
                    <a:pt x="173" y="73"/>
                    <a:pt x="173" y="73"/>
                  </a:cubicBezTo>
                  <a:cubicBezTo>
                    <a:pt x="173" y="73"/>
                    <a:pt x="172" y="95"/>
                    <a:pt x="149" y="95"/>
                  </a:cubicBezTo>
                  <a:cubicBezTo>
                    <a:pt x="126" y="95"/>
                    <a:pt x="128" y="73"/>
                    <a:pt x="128" y="73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3" y="0"/>
                    <a:pt x="117" y="10"/>
                    <a:pt x="117" y="10"/>
                  </a:cubicBezTo>
                  <a:cubicBezTo>
                    <a:pt x="117" y="73"/>
                    <a:pt x="117" y="73"/>
                    <a:pt x="117" y="73"/>
                  </a:cubicBezTo>
                  <a:cubicBezTo>
                    <a:pt x="117" y="73"/>
                    <a:pt x="118" y="95"/>
                    <a:pt x="91" y="95"/>
                  </a:cubicBezTo>
                  <a:cubicBezTo>
                    <a:pt x="68" y="95"/>
                    <a:pt x="70" y="74"/>
                    <a:pt x="70" y="74"/>
                  </a:cubicBezTo>
                  <a:cubicBezTo>
                    <a:pt x="70" y="74"/>
                    <a:pt x="70" y="38"/>
                    <a:pt x="70" y="26"/>
                  </a:cubicBezTo>
                  <a:cubicBezTo>
                    <a:pt x="70" y="14"/>
                    <a:pt x="66" y="15"/>
                    <a:pt x="66" y="15"/>
                  </a:cubicBezTo>
                  <a:cubicBezTo>
                    <a:pt x="66" y="15"/>
                    <a:pt x="61" y="13"/>
                    <a:pt x="61" y="34"/>
                  </a:cubicBezTo>
                  <a:cubicBezTo>
                    <a:pt x="61" y="56"/>
                    <a:pt x="46" y="55"/>
                    <a:pt x="46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0" y="62"/>
                    <a:pt x="1" y="72"/>
                    <a:pt x="1" y="72"/>
                  </a:cubicBezTo>
                  <a:cubicBezTo>
                    <a:pt x="1" y="79"/>
                    <a:pt x="29" y="92"/>
                    <a:pt x="28" y="110"/>
                  </a:cubicBezTo>
                  <a:cubicBezTo>
                    <a:pt x="27" y="131"/>
                    <a:pt x="46" y="141"/>
                    <a:pt x="46" y="141"/>
                  </a:cubicBezTo>
                  <a:cubicBezTo>
                    <a:pt x="46" y="141"/>
                    <a:pt x="142" y="209"/>
                    <a:pt x="163" y="224"/>
                  </a:cubicBezTo>
                  <a:cubicBezTo>
                    <a:pt x="179" y="235"/>
                    <a:pt x="192" y="231"/>
                    <a:pt x="203" y="232"/>
                  </a:cubicBezTo>
                  <a:cubicBezTo>
                    <a:pt x="214" y="233"/>
                    <a:pt x="224" y="239"/>
                    <a:pt x="224" y="255"/>
                  </a:cubicBezTo>
                  <a:cubicBezTo>
                    <a:pt x="224" y="262"/>
                    <a:pt x="218" y="277"/>
                    <a:pt x="204" y="277"/>
                  </a:cubicBezTo>
                  <a:cubicBezTo>
                    <a:pt x="191" y="277"/>
                    <a:pt x="175" y="276"/>
                    <a:pt x="163" y="292"/>
                  </a:cubicBezTo>
                  <a:cubicBezTo>
                    <a:pt x="134" y="330"/>
                    <a:pt x="40" y="435"/>
                    <a:pt x="40" y="435"/>
                  </a:cubicBezTo>
                  <a:cubicBezTo>
                    <a:pt x="38" y="436"/>
                    <a:pt x="38" y="436"/>
                    <a:pt x="38" y="436"/>
                  </a:cubicBezTo>
                  <a:cubicBezTo>
                    <a:pt x="38" y="436"/>
                    <a:pt x="33" y="441"/>
                    <a:pt x="20" y="440"/>
                  </a:cubicBezTo>
                  <a:cubicBezTo>
                    <a:pt x="11" y="439"/>
                    <a:pt x="8" y="444"/>
                    <a:pt x="8" y="450"/>
                  </a:cubicBezTo>
                  <a:cubicBezTo>
                    <a:pt x="8" y="457"/>
                    <a:pt x="9" y="465"/>
                    <a:pt x="19" y="465"/>
                  </a:cubicBezTo>
                  <a:cubicBezTo>
                    <a:pt x="34" y="466"/>
                    <a:pt x="39" y="473"/>
                    <a:pt x="39" y="473"/>
                  </a:cubicBezTo>
                  <a:cubicBezTo>
                    <a:pt x="39" y="473"/>
                    <a:pt x="163" y="607"/>
                    <a:pt x="184" y="612"/>
                  </a:cubicBezTo>
                  <a:cubicBezTo>
                    <a:pt x="200" y="616"/>
                    <a:pt x="213" y="615"/>
                    <a:pt x="224" y="615"/>
                  </a:cubicBezTo>
                  <a:cubicBezTo>
                    <a:pt x="236" y="616"/>
                    <a:pt x="245" y="617"/>
                    <a:pt x="246" y="623"/>
                  </a:cubicBezTo>
                  <a:cubicBezTo>
                    <a:pt x="246" y="625"/>
                    <a:pt x="239" y="630"/>
                    <a:pt x="226" y="630"/>
                  </a:cubicBezTo>
                  <a:cubicBezTo>
                    <a:pt x="212" y="630"/>
                    <a:pt x="197" y="630"/>
                    <a:pt x="185" y="635"/>
                  </a:cubicBezTo>
                  <a:cubicBezTo>
                    <a:pt x="155" y="648"/>
                    <a:pt x="82" y="658"/>
                    <a:pt x="82" y="658"/>
                  </a:cubicBezTo>
                  <a:lnTo>
                    <a:pt x="322" y="658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0" name="Freeform 370">
              <a:extLst>
                <a:ext uri="{FF2B5EF4-FFF2-40B4-BE49-F238E27FC236}">
                  <a16:creationId xmlns:a16="http://schemas.microsoft.com/office/drawing/2014/main" id="{A4A75173-1417-41A2-A0E1-B851DA7EA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23"/>
              <a:ext cx="472" cy="638"/>
            </a:xfrm>
            <a:custGeom>
              <a:avLst/>
              <a:gdLst>
                <a:gd name="T0" fmla="*/ 279 w 488"/>
                <a:gd name="T1" fmla="*/ 600 h 658"/>
                <a:gd name="T2" fmla="*/ 386 w 488"/>
                <a:gd name="T3" fmla="*/ 576 h 658"/>
                <a:gd name="T4" fmla="*/ 420 w 488"/>
                <a:gd name="T5" fmla="*/ 572 h 658"/>
                <a:gd name="T6" fmla="*/ 436 w 488"/>
                <a:gd name="T7" fmla="*/ 568 h 658"/>
                <a:gd name="T8" fmla="*/ 421 w 488"/>
                <a:gd name="T9" fmla="*/ 564 h 658"/>
                <a:gd name="T10" fmla="*/ 381 w 488"/>
                <a:gd name="T11" fmla="*/ 560 h 658"/>
                <a:gd name="T12" fmla="*/ 235 w 488"/>
                <a:gd name="T13" fmla="*/ 440 h 658"/>
                <a:gd name="T14" fmla="*/ 242 w 488"/>
                <a:gd name="T15" fmla="*/ 425 h 658"/>
                <a:gd name="T16" fmla="*/ 241 w 488"/>
                <a:gd name="T17" fmla="*/ 407 h 658"/>
                <a:gd name="T18" fmla="*/ 235 w 488"/>
                <a:gd name="T19" fmla="*/ 392 h 658"/>
                <a:gd name="T20" fmla="*/ 260 w 488"/>
                <a:gd name="T21" fmla="*/ 356 h 658"/>
                <a:gd name="T22" fmla="*/ 281 w 488"/>
                <a:gd name="T23" fmla="*/ 330 h 658"/>
                <a:gd name="T24" fmla="*/ 284 w 488"/>
                <a:gd name="T25" fmla="*/ 329 h 658"/>
                <a:gd name="T26" fmla="*/ 392 w 488"/>
                <a:gd name="T27" fmla="*/ 257 h 658"/>
                <a:gd name="T28" fmla="*/ 426 w 488"/>
                <a:gd name="T29" fmla="*/ 242 h 658"/>
                <a:gd name="T30" fmla="*/ 442 w 488"/>
                <a:gd name="T31" fmla="*/ 232 h 658"/>
                <a:gd name="T32" fmla="*/ 427 w 488"/>
                <a:gd name="T33" fmla="*/ 223 h 658"/>
                <a:gd name="T34" fmla="*/ 386 w 488"/>
                <a:gd name="T35" fmla="*/ 211 h 658"/>
                <a:gd name="T36" fmla="*/ 257 w 488"/>
                <a:gd name="T37" fmla="*/ 72 h 658"/>
                <a:gd name="T38" fmla="*/ 247 w 488"/>
                <a:gd name="T39" fmla="*/ 65 h 658"/>
                <a:gd name="T40" fmla="*/ 227 w 488"/>
                <a:gd name="T41" fmla="*/ 46 h 658"/>
                <a:gd name="T42" fmla="*/ 186 w 488"/>
                <a:gd name="T43" fmla="*/ 46 h 658"/>
                <a:gd name="T44" fmla="*/ 168 w 488"/>
                <a:gd name="T45" fmla="*/ 37 h 658"/>
                <a:gd name="T46" fmla="*/ 167 w 488"/>
                <a:gd name="T47" fmla="*/ 16 h 658"/>
                <a:gd name="T48" fmla="*/ 157 w 488"/>
                <a:gd name="T49" fmla="*/ 18 h 658"/>
                <a:gd name="T50" fmla="*/ 157 w 488"/>
                <a:gd name="T51" fmla="*/ 67 h 658"/>
                <a:gd name="T52" fmla="*/ 134 w 488"/>
                <a:gd name="T53" fmla="*/ 86 h 658"/>
                <a:gd name="T54" fmla="*/ 116 w 488"/>
                <a:gd name="T55" fmla="*/ 67 h 658"/>
                <a:gd name="T56" fmla="*/ 116 w 488"/>
                <a:gd name="T57" fmla="*/ 10 h 658"/>
                <a:gd name="T58" fmla="*/ 105 w 488"/>
                <a:gd name="T59" fmla="*/ 10 h 658"/>
                <a:gd name="T60" fmla="*/ 105 w 488"/>
                <a:gd name="T61" fmla="*/ 67 h 658"/>
                <a:gd name="T62" fmla="*/ 82 w 488"/>
                <a:gd name="T63" fmla="*/ 86 h 658"/>
                <a:gd name="T64" fmla="*/ 64 w 488"/>
                <a:gd name="T65" fmla="*/ 68 h 658"/>
                <a:gd name="T66" fmla="*/ 64 w 488"/>
                <a:gd name="T67" fmla="*/ 23 h 658"/>
                <a:gd name="T68" fmla="*/ 60 w 488"/>
                <a:gd name="T69" fmla="*/ 15 h 658"/>
                <a:gd name="T70" fmla="*/ 55 w 488"/>
                <a:gd name="T71" fmla="*/ 31 h 658"/>
                <a:gd name="T72" fmla="*/ 42 w 488"/>
                <a:gd name="T73" fmla="*/ 49 h 658"/>
                <a:gd name="T74" fmla="*/ 9 w 488"/>
                <a:gd name="T75" fmla="*/ 49 h 658"/>
                <a:gd name="T76" fmla="*/ 1 w 488"/>
                <a:gd name="T77" fmla="*/ 66 h 658"/>
                <a:gd name="T78" fmla="*/ 25 w 488"/>
                <a:gd name="T79" fmla="*/ 101 h 658"/>
                <a:gd name="T80" fmla="*/ 42 w 488"/>
                <a:gd name="T81" fmla="*/ 129 h 658"/>
                <a:gd name="T82" fmla="*/ 148 w 488"/>
                <a:gd name="T83" fmla="*/ 204 h 658"/>
                <a:gd name="T84" fmla="*/ 184 w 488"/>
                <a:gd name="T85" fmla="*/ 211 h 658"/>
                <a:gd name="T86" fmla="*/ 203 w 488"/>
                <a:gd name="T87" fmla="*/ 232 h 658"/>
                <a:gd name="T88" fmla="*/ 185 w 488"/>
                <a:gd name="T89" fmla="*/ 253 h 658"/>
                <a:gd name="T90" fmla="*/ 148 w 488"/>
                <a:gd name="T91" fmla="*/ 266 h 658"/>
                <a:gd name="T92" fmla="*/ 33 w 488"/>
                <a:gd name="T93" fmla="*/ 396 h 658"/>
                <a:gd name="T94" fmla="*/ 32 w 488"/>
                <a:gd name="T95" fmla="*/ 397 h 658"/>
                <a:gd name="T96" fmla="*/ 30 w 488"/>
                <a:gd name="T97" fmla="*/ 398 h 658"/>
                <a:gd name="T98" fmla="*/ 15 w 488"/>
                <a:gd name="T99" fmla="*/ 401 h 658"/>
                <a:gd name="T100" fmla="*/ 3 w 488"/>
                <a:gd name="T101" fmla="*/ 410 h 658"/>
                <a:gd name="T102" fmla="*/ 15 w 488"/>
                <a:gd name="T103" fmla="*/ 424 h 658"/>
                <a:gd name="T104" fmla="*/ 31 w 488"/>
                <a:gd name="T105" fmla="*/ 431 h 658"/>
                <a:gd name="T106" fmla="*/ 162 w 488"/>
                <a:gd name="T107" fmla="*/ 558 h 658"/>
                <a:gd name="T108" fmla="*/ 198 w 488"/>
                <a:gd name="T109" fmla="*/ 560 h 658"/>
                <a:gd name="T110" fmla="*/ 218 w 488"/>
                <a:gd name="T111" fmla="*/ 568 h 658"/>
                <a:gd name="T112" fmla="*/ 200 w 488"/>
                <a:gd name="T113" fmla="*/ 574 h 658"/>
                <a:gd name="T114" fmla="*/ 162 w 488"/>
                <a:gd name="T115" fmla="*/ 579 h 658"/>
                <a:gd name="T116" fmla="*/ 72 w 488"/>
                <a:gd name="T117" fmla="*/ 600 h 658"/>
                <a:gd name="T118" fmla="*/ 279 w 488"/>
                <a:gd name="T119" fmla="*/ 600 h 6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88" h="658">
                  <a:moveTo>
                    <a:pt x="308" y="658"/>
                  </a:moveTo>
                  <a:cubicBezTo>
                    <a:pt x="308" y="658"/>
                    <a:pt x="397" y="645"/>
                    <a:pt x="427" y="632"/>
                  </a:cubicBezTo>
                  <a:cubicBezTo>
                    <a:pt x="439" y="627"/>
                    <a:pt x="451" y="627"/>
                    <a:pt x="464" y="627"/>
                  </a:cubicBezTo>
                  <a:cubicBezTo>
                    <a:pt x="478" y="627"/>
                    <a:pt x="482" y="625"/>
                    <a:pt x="482" y="623"/>
                  </a:cubicBezTo>
                  <a:cubicBezTo>
                    <a:pt x="482" y="619"/>
                    <a:pt x="476" y="620"/>
                    <a:pt x="465" y="619"/>
                  </a:cubicBezTo>
                  <a:cubicBezTo>
                    <a:pt x="454" y="619"/>
                    <a:pt x="441" y="621"/>
                    <a:pt x="421" y="615"/>
                  </a:cubicBezTo>
                  <a:cubicBezTo>
                    <a:pt x="402" y="610"/>
                    <a:pt x="259" y="500"/>
                    <a:pt x="259" y="483"/>
                  </a:cubicBezTo>
                  <a:cubicBezTo>
                    <a:pt x="259" y="483"/>
                    <a:pt x="258" y="473"/>
                    <a:pt x="267" y="466"/>
                  </a:cubicBezTo>
                  <a:cubicBezTo>
                    <a:pt x="271" y="462"/>
                    <a:pt x="272" y="452"/>
                    <a:pt x="266" y="447"/>
                  </a:cubicBezTo>
                  <a:cubicBezTo>
                    <a:pt x="258" y="440"/>
                    <a:pt x="259" y="430"/>
                    <a:pt x="259" y="430"/>
                  </a:cubicBezTo>
                  <a:cubicBezTo>
                    <a:pt x="259" y="413"/>
                    <a:pt x="286" y="412"/>
                    <a:pt x="287" y="390"/>
                  </a:cubicBezTo>
                  <a:cubicBezTo>
                    <a:pt x="287" y="390"/>
                    <a:pt x="289" y="370"/>
                    <a:pt x="311" y="362"/>
                  </a:cubicBezTo>
                  <a:cubicBezTo>
                    <a:pt x="314" y="361"/>
                    <a:pt x="314" y="361"/>
                    <a:pt x="314" y="361"/>
                  </a:cubicBezTo>
                  <a:cubicBezTo>
                    <a:pt x="314" y="361"/>
                    <a:pt x="403" y="320"/>
                    <a:pt x="433" y="282"/>
                  </a:cubicBezTo>
                  <a:cubicBezTo>
                    <a:pt x="445" y="267"/>
                    <a:pt x="456" y="266"/>
                    <a:pt x="470" y="266"/>
                  </a:cubicBezTo>
                  <a:cubicBezTo>
                    <a:pt x="484" y="266"/>
                    <a:pt x="488" y="262"/>
                    <a:pt x="488" y="255"/>
                  </a:cubicBezTo>
                  <a:cubicBezTo>
                    <a:pt x="488" y="244"/>
                    <a:pt x="482" y="246"/>
                    <a:pt x="471" y="244"/>
                  </a:cubicBezTo>
                  <a:cubicBezTo>
                    <a:pt x="460" y="243"/>
                    <a:pt x="447" y="248"/>
                    <a:pt x="427" y="232"/>
                  </a:cubicBezTo>
                  <a:cubicBezTo>
                    <a:pt x="407" y="215"/>
                    <a:pt x="284" y="78"/>
                    <a:pt x="284" y="78"/>
                  </a:cubicBezTo>
                  <a:cubicBezTo>
                    <a:pt x="284" y="78"/>
                    <a:pt x="282" y="73"/>
                    <a:pt x="273" y="71"/>
                  </a:cubicBezTo>
                  <a:cubicBezTo>
                    <a:pt x="250" y="65"/>
                    <a:pt x="251" y="50"/>
                    <a:pt x="251" y="50"/>
                  </a:cubicBezTo>
                  <a:cubicBezTo>
                    <a:pt x="251" y="50"/>
                    <a:pt x="224" y="50"/>
                    <a:pt x="206" y="50"/>
                  </a:cubicBezTo>
                  <a:cubicBezTo>
                    <a:pt x="188" y="50"/>
                    <a:pt x="186" y="40"/>
                    <a:pt x="186" y="40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77" y="13"/>
                    <a:pt x="173" y="21"/>
                    <a:pt x="173" y="21"/>
                  </a:cubicBezTo>
                  <a:cubicBezTo>
                    <a:pt x="173" y="73"/>
                    <a:pt x="173" y="73"/>
                    <a:pt x="173" y="73"/>
                  </a:cubicBezTo>
                  <a:cubicBezTo>
                    <a:pt x="173" y="73"/>
                    <a:pt x="172" y="95"/>
                    <a:pt x="149" y="95"/>
                  </a:cubicBezTo>
                  <a:cubicBezTo>
                    <a:pt x="126" y="95"/>
                    <a:pt x="128" y="73"/>
                    <a:pt x="128" y="73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3" y="0"/>
                    <a:pt x="117" y="10"/>
                    <a:pt x="117" y="10"/>
                  </a:cubicBezTo>
                  <a:cubicBezTo>
                    <a:pt x="117" y="73"/>
                    <a:pt x="117" y="73"/>
                    <a:pt x="117" y="73"/>
                  </a:cubicBezTo>
                  <a:cubicBezTo>
                    <a:pt x="117" y="73"/>
                    <a:pt x="118" y="95"/>
                    <a:pt x="91" y="95"/>
                  </a:cubicBezTo>
                  <a:cubicBezTo>
                    <a:pt x="68" y="95"/>
                    <a:pt x="70" y="74"/>
                    <a:pt x="70" y="74"/>
                  </a:cubicBezTo>
                  <a:cubicBezTo>
                    <a:pt x="70" y="74"/>
                    <a:pt x="70" y="38"/>
                    <a:pt x="70" y="26"/>
                  </a:cubicBezTo>
                  <a:cubicBezTo>
                    <a:pt x="70" y="14"/>
                    <a:pt x="66" y="15"/>
                    <a:pt x="66" y="15"/>
                  </a:cubicBezTo>
                  <a:cubicBezTo>
                    <a:pt x="66" y="15"/>
                    <a:pt x="61" y="13"/>
                    <a:pt x="61" y="34"/>
                  </a:cubicBezTo>
                  <a:cubicBezTo>
                    <a:pt x="61" y="56"/>
                    <a:pt x="46" y="55"/>
                    <a:pt x="46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0" y="62"/>
                    <a:pt x="1" y="72"/>
                    <a:pt x="1" y="72"/>
                  </a:cubicBezTo>
                  <a:cubicBezTo>
                    <a:pt x="1" y="79"/>
                    <a:pt x="29" y="92"/>
                    <a:pt x="28" y="110"/>
                  </a:cubicBezTo>
                  <a:cubicBezTo>
                    <a:pt x="27" y="131"/>
                    <a:pt x="46" y="141"/>
                    <a:pt x="46" y="141"/>
                  </a:cubicBezTo>
                  <a:cubicBezTo>
                    <a:pt x="46" y="141"/>
                    <a:pt x="142" y="209"/>
                    <a:pt x="163" y="224"/>
                  </a:cubicBezTo>
                  <a:cubicBezTo>
                    <a:pt x="179" y="235"/>
                    <a:pt x="192" y="231"/>
                    <a:pt x="203" y="232"/>
                  </a:cubicBezTo>
                  <a:cubicBezTo>
                    <a:pt x="214" y="233"/>
                    <a:pt x="224" y="239"/>
                    <a:pt x="224" y="255"/>
                  </a:cubicBezTo>
                  <a:cubicBezTo>
                    <a:pt x="224" y="262"/>
                    <a:pt x="218" y="277"/>
                    <a:pt x="204" y="277"/>
                  </a:cubicBezTo>
                  <a:cubicBezTo>
                    <a:pt x="191" y="277"/>
                    <a:pt x="175" y="276"/>
                    <a:pt x="163" y="292"/>
                  </a:cubicBezTo>
                  <a:cubicBezTo>
                    <a:pt x="134" y="330"/>
                    <a:pt x="36" y="434"/>
                    <a:pt x="36" y="434"/>
                  </a:cubicBezTo>
                  <a:cubicBezTo>
                    <a:pt x="35" y="435"/>
                    <a:pt x="35" y="435"/>
                    <a:pt x="35" y="435"/>
                  </a:cubicBezTo>
                  <a:cubicBezTo>
                    <a:pt x="33" y="436"/>
                    <a:pt x="33" y="436"/>
                    <a:pt x="33" y="436"/>
                  </a:cubicBezTo>
                  <a:cubicBezTo>
                    <a:pt x="33" y="436"/>
                    <a:pt x="28" y="441"/>
                    <a:pt x="15" y="440"/>
                  </a:cubicBezTo>
                  <a:cubicBezTo>
                    <a:pt x="6" y="439"/>
                    <a:pt x="3" y="443"/>
                    <a:pt x="3" y="450"/>
                  </a:cubicBezTo>
                  <a:cubicBezTo>
                    <a:pt x="3" y="457"/>
                    <a:pt x="4" y="465"/>
                    <a:pt x="15" y="465"/>
                  </a:cubicBezTo>
                  <a:cubicBezTo>
                    <a:pt x="29" y="466"/>
                    <a:pt x="34" y="473"/>
                    <a:pt x="34" y="473"/>
                  </a:cubicBezTo>
                  <a:cubicBezTo>
                    <a:pt x="34" y="473"/>
                    <a:pt x="158" y="607"/>
                    <a:pt x="179" y="612"/>
                  </a:cubicBezTo>
                  <a:cubicBezTo>
                    <a:pt x="195" y="616"/>
                    <a:pt x="208" y="615"/>
                    <a:pt x="219" y="615"/>
                  </a:cubicBezTo>
                  <a:cubicBezTo>
                    <a:pt x="231" y="616"/>
                    <a:pt x="240" y="617"/>
                    <a:pt x="241" y="623"/>
                  </a:cubicBezTo>
                  <a:cubicBezTo>
                    <a:pt x="241" y="625"/>
                    <a:pt x="234" y="630"/>
                    <a:pt x="221" y="630"/>
                  </a:cubicBezTo>
                  <a:cubicBezTo>
                    <a:pt x="207" y="630"/>
                    <a:pt x="192" y="630"/>
                    <a:pt x="180" y="635"/>
                  </a:cubicBezTo>
                  <a:cubicBezTo>
                    <a:pt x="150" y="648"/>
                    <a:pt x="80" y="658"/>
                    <a:pt x="80" y="658"/>
                  </a:cubicBezTo>
                  <a:lnTo>
                    <a:pt x="308" y="658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1" name="Freeform 371">
              <a:extLst>
                <a:ext uri="{FF2B5EF4-FFF2-40B4-BE49-F238E27FC236}">
                  <a16:creationId xmlns:a16="http://schemas.microsoft.com/office/drawing/2014/main" id="{03A381D4-7DB1-492D-AA0D-20A90491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023"/>
              <a:ext cx="476" cy="638"/>
            </a:xfrm>
            <a:custGeom>
              <a:avLst/>
              <a:gdLst>
                <a:gd name="T0" fmla="*/ 284 w 492"/>
                <a:gd name="T1" fmla="*/ 600 h 658"/>
                <a:gd name="T2" fmla="*/ 392 w 492"/>
                <a:gd name="T3" fmla="*/ 576 h 658"/>
                <a:gd name="T4" fmla="*/ 426 w 492"/>
                <a:gd name="T5" fmla="*/ 571 h 658"/>
                <a:gd name="T6" fmla="*/ 442 w 492"/>
                <a:gd name="T7" fmla="*/ 568 h 658"/>
                <a:gd name="T8" fmla="*/ 427 w 492"/>
                <a:gd name="T9" fmla="*/ 564 h 658"/>
                <a:gd name="T10" fmla="*/ 387 w 492"/>
                <a:gd name="T11" fmla="*/ 560 h 658"/>
                <a:gd name="T12" fmla="*/ 240 w 492"/>
                <a:gd name="T13" fmla="*/ 439 h 658"/>
                <a:gd name="T14" fmla="*/ 247 w 492"/>
                <a:gd name="T15" fmla="*/ 424 h 658"/>
                <a:gd name="T16" fmla="*/ 246 w 492"/>
                <a:gd name="T17" fmla="*/ 406 h 658"/>
                <a:gd name="T18" fmla="*/ 240 w 492"/>
                <a:gd name="T19" fmla="*/ 391 h 658"/>
                <a:gd name="T20" fmla="*/ 265 w 492"/>
                <a:gd name="T21" fmla="*/ 356 h 658"/>
                <a:gd name="T22" fmla="*/ 287 w 492"/>
                <a:gd name="T23" fmla="*/ 330 h 658"/>
                <a:gd name="T24" fmla="*/ 288 w 492"/>
                <a:gd name="T25" fmla="*/ 329 h 658"/>
                <a:gd name="T26" fmla="*/ 396 w 492"/>
                <a:gd name="T27" fmla="*/ 257 h 658"/>
                <a:gd name="T28" fmla="*/ 430 w 492"/>
                <a:gd name="T29" fmla="*/ 242 h 658"/>
                <a:gd name="T30" fmla="*/ 446 w 492"/>
                <a:gd name="T31" fmla="*/ 232 h 658"/>
                <a:gd name="T32" fmla="*/ 431 w 492"/>
                <a:gd name="T33" fmla="*/ 223 h 658"/>
                <a:gd name="T34" fmla="*/ 390 w 492"/>
                <a:gd name="T35" fmla="*/ 211 h 658"/>
                <a:gd name="T36" fmla="*/ 262 w 492"/>
                <a:gd name="T37" fmla="*/ 72 h 658"/>
                <a:gd name="T38" fmla="*/ 252 w 492"/>
                <a:gd name="T39" fmla="*/ 65 h 658"/>
                <a:gd name="T40" fmla="*/ 231 w 492"/>
                <a:gd name="T41" fmla="*/ 46 h 658"/>
                <a:gd name="T42" fmla="*/ 190 w 492"/>
                <a:gd name="T43" fmla="*/ 46 h 658"/>
                <a:gd name="T44" fmla="*/ 173 w 492"/>
                <a:gd name="T45" fmla="*/ 37 h 658"/>
                <a:gd name="T46" fmla="*/ 172 w 492"/>
                <a:gd name="T47" fmla="*/ 16 h 658"/>
                <a:gd name="T48" fmla="*/ 160 w 492"/>
                <a:gd name="T49" fmla="*/ 18 h 658"/>
                <a:gd name="T50" fmla="*/ 160 w 492"/>
                <a:gd name="T51" fmla="*/ 67 h 658"/>
                <a:gd name="T52" fmla="*/ 139 w 492"/>
                <a:gd name="T53" fmla="*/ 86 h 658"/>
                <a:gd name="T54" fmla="*/ 120 w 492"/>
                <a:gd name="T55" fmla="*/ 67 h 658"/>
                <a:gd name="T56" fmla="*/ 120 w 492"/>
                <a:gd name="T57" fmla="*/ 10 h 658"/>
                <a:gd name="T58" fmla="*/ 109 w 492"/>
                <a:gd name="T59" fmla="*/ 10 h 658"/>
                <a:gd name="T60" fmla="*/ 109 w 492"/>
                <a:gd name="T61" fmla="*/ 67 h 658"/>
                <a:gd name="T62" fmla="*/ 87 w 492"/>
                <a:gd name="T63" fmla="*/ 86 h 658"/>
                <a:gd name="T64" fmla="*/ 68 w 492"/>
                <a:gd name="T65" fmla="*/ 68 h 658"/>
                <a:gd name="T66" fmla="*/ 68 w 492"/>
                <a:gd name="T67" fmla="*/ 23 h 658"/>
                <a:gd name="T68" fmla="*/ 64 w 492"/>
                <a:gd name="T69" fmla="*/ 15 h 658"/>
                <a:gd name="T70" fmla="*/ 59 w 492"/>
                <a:gd name="T71" fmla="*/ 31 h 658"/>
                <a:gd name="T72" fmla="*/ 45 w 492"/>
                <a:gd name="T73" fmla="*/ 49 h 658"/>
                <a:gd name="T74" fmla="*/ 13 w 492"/>
                <a:gd name="T75" fmla="*/ 49 h 658"/>
                <a:gd name="T76" fmla="*/ 6 w 492"/>
                <a:gd name="T77" fmla="*/ 66 h 658"/>
                <a:gd name="T78" fmla="*/ 30 w 492"/>
                <a:gd name="T79" fmla="*/ 101 h 658"/>
                <a:gd name="T80" fmla="*/ 45 w 492"/>
                <a:gd name="T81" fmla="*/ 129 h 658"/>
                <a:gd name="T82" fmla="*/ 152 w 492"/>
                <a:gd name="T83" fmla="*/ 204 h 658"/>
                <a:gd name="T84" fmla="*/ 187 w 492"/>
                <a:gd name="T85" fmla="*/ 211 h 658"/>
                <a:gd name="T86" fmla="*/ 207 w 492"/>
                <a:gd name="T87" fmla="*/ 232 h 658"/>
                <a:gd name="T88" fmla="*/ 189 w 492"/>
                <a:gd name="T89" fmla="*/ 253 h 658"/>
                <a:gd name="T90" fmla="*/ 152 w 492"/>
                <a:gd name="T91" fmla="*/ 266 h 658"/>
                <a:gd name="T92" fmla="*/ 38 w 492"/>
                <a:gd name="T93" fmla="*/ 345 h 658"/>
                <a:gd name="T94" fmla="*/ 37 w 492"/>
                <a:gd name="T95" fmla="*/ 346 h 658"/>
                <a:gd name="T96" fmla="*/ 35 w 492"/>
                <a:gd name="T97" fmla="*/ 347 h 658"/>
                <a:gd name="T98" fmla="*/ 18 w 492"/>
                <a:gd name="T99" fmla="*/ 351 h 658"/>
                <a:gd name="T100" fmla="*/ 8 w 492"/>
                <a:gd name="T101" fmla="*/ 361 h 658"/>
                <a:gd name="T102" fmla="*/ 17 w 492"/>
                <a:gd name="T103" fmla="*/ 375 h 658"/>
                <a:gd name="T104" fmla="*/ 36 w 492"/>
                <a:gd name="T105" fmla="*/ 382 h 658"/>
                <a:gd name="T106" fmla="*/ 166 w 492"/>
                <a:gd name="T107" fmla="*/ 541 h 658"/>
                <a:gd name="T108" fmla="*/ 204 w 492"/>
                <a:gd name="T109" fmla="*/ 544 h 658"/>
                <a:gd name="T110" fmla="*/ 223 w 492"/>
                <a:gd name="T111" fmla="*/ 552 h 658"/>
                <a:gd name="T112" fmla="*/ 205 w 492"/>
                <a:gd name="T113" fmla="*/ 558 h 658"/>
                <a:gd name="T114" fmla="*/ 167 w 492"/>
                <a:gd name="T115" fmla="*/ 562 h 658"/>
                <a:gd name="T116" fmla="*/ 0 w 492"/>
                <a:gd name="T117" fmla="*/ 600 h 658"/>
                <a:gd name="T118" fmla="*/ 284 w 492"/>
                <a:gd name="T119" fmla="*/ 600 h 6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92" h="658">
                  <a:moveTo>
                    <a:pt x="314" y="658"/>
                  </a:moveTo>
                  <a:cubicBezTo>
                    <a:pt x="314" y="658"/>
                    <a:pt x="403" y="645"/>
                    <a:pt x="433" y="632"/>
                  </a:cubicBezTo>
                  <a:cubicBezTo>
                    <a:pt x="445" y="627"/>
                    <a:pt x="457" y="626"/>
                    <a:pt x="470" y="626"/>
                  </a:cubicBezTo>
                  <a:cubicBezTo>
                    <a:pt x="484" y="626"/>
                    <a:pt x="488" y="625"/>
                    <a:pt x="488" y="623"/>
                  </a:cubicBezTo>
                  <a:cubicBezTo>
                    <a:pt x="488" y="619"/>
                    <a:pt x="482" y="620"/>
                    <a:pt x="471" y="619"/>
                  </a:cubicBezTo>
                  <a:cubicBezTo>
                    <a:pt x="460" y="619"/>
                    <a:pt x="447" y="621"/>
                    <a:pt x="427" y="615"/>
                  </a:cubicBezTo>
                  <a:cubicBezTo>
                    <a:pt x="408" y="609"/>
                    <a:pt x="265" y="500"/>
                    <a:pt x="265" y="482"/>
                  </a:cubicBezTo>
                  <a:cubicBezTo>
                    <a:pt x="265" y="482"/>
                    <a:pt x="264" y="472"/>
                    <a:pt x="273" y="465"/>
                  </a:cubicBezTo>
                  <a:cubicBezTo>
                    <a:pt x="277" y="462"/>
                    <a:pt x="278" y="451"/>
                    <a:pt x="272" y="446"/>
                  </a:cubicBezTo>
                  <a:cubicBezTo>
                    <a:pt x="264" y="440"/>
                    <a:pt x="265" y="429"/>
                    <a:pt x="265" y="429"/>
                  </a:cubicBezTo>
                  <a:cubicBezTo>
                    <a:pt x="265" y="412"/>
                    <a:pt x="292" y="411"/>
                    <a:pt x="293" y="390"/>
                  </a:cubicBezTo>
                  <a:cubicBezTo>
                    <a:pt x="293" y="390"/>
                    <a:pt x="295" y="369"/>
                    <a:pt x="317" y="362"/>
                  </a:cubicBezTo>
                  <a:cubicBezTo>
                    <a:pt x="317" y="362"/>
                    <a:pt x="318" y="361"/>
                    <a:pt x="318" y="361"/>
                  </a:cubicBezTo>
                  <a:cubicBezTo>
                    <a:pt x="319" y="360"/>
                    <a:pt x="408" y="320"/>
                    <a:pt x="437" y="282"/>
                  </a:cubicBezTo>
                  <a:cubicBezTo>
                    <a:pt x="449" y="267"/>
                    <a:pt x="461" y="266"/>
                    <a:pt x="474" y="266"/>
                  </a:cubicBezTo>
                  <a:cubicBezTo>
                    <a:pt x="488" y="266"/>
                    <a:pt x="492" y="262"/>
                    <a:pt x="492" y="255"/>
                  </a:cubicBezTo>
                  <a:cubicBezTo>
                    <a:pt x="492" y="244"/>
                    <a:pt x="487" y="246"/>
                    <a:pt x="475" y="244"/>
                  </a:cubicBezTo>
                  <a:cubicBezTo>
                    <a:pt x="464" y="243"/>
                    <a:pt x="451" y="248"/>
                    <a:pt x="431" y="232"/>
                  </a:cubicBezTo>
                  <a:cubicBezTo>
                    <a:pt x="412" y="215"/>
                    <a:pt x="289" y="78"/>
                    <a:pt x="289" y="78"/>
                  </a:cubicBezTo>
                  <a:cubicBezTo>
                    <a:pt x="289" y="78"/>
                    <a:pt x="286" y="73"/>
                    <a:pt x="278" y="71"/>
                  </a:cubicBezTo>
                  <a:cubicBezTo>
                    <a:pt x="254" y="65"/>
                    <a:pt x="255" y="50"/>
                    <a:pt x="255" y="50"/>
                  </a:cubicBezTo>
                  <a:cubicBezTo>
                    <a:pt x="255" y="50"/>
                    <a:pt x="228" y="50"/>
                    <a:pt x="210" y="50"/>
                  </a:cubicBezTo>
                  <a:cubicBezTo>
                    <a:pt x="192" y="50"/>
                    <a:pt x="191" y="40"/>
                    <a:pt x="191" y="40"/>
                  </a:cubicBezTo>
                  <a:cubicBezTo>
                    <a:pt x="190" y="19"/>
                    <a:pt x="190" y="19"/>
                    <a:pt x="190" y="19"/>
                  </a:cubicBezTo>
                  <a:cubicBezTo>
                    <a:pt x="182" y="13"/>
                    <a:pt x="177" y="21"/>
                    <a:pt x="177" y="21"/>
                  </a:cubicBezTo>
                  <a:cubicBezTo>
                    <a:pt x="177" y="73"/>
                    <a:pt x="177" y="73"/>
                    <a:pt x="177" y="73"/>
                  </a:cubicBezTo>
                  <a:cubicBezTo>
                    <a:pt x="177" y="73"/>
                    <a:pt x="177" y="95"/>
                    <a:pt x="154" y="95"/>
                  </a:cubicBezTo>
                  <a:cubicBezTo>
                    <a:pt x="130" y="95"/>
                    <a:pt x="132" y="73"/>
                    <a:pt x="132" y="73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28" y="0"/>
                    <a:pt x="121" y="10"/>
                    <a:pt x="121" y="10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73"/>
                    <a:pt x="123" y="95"/>
                    <a:pt x="96" y="95"/>
                  </a:cubicBezTo>
                  <a:cubicBezTo>
                    <a:pt x="72" y="95"/>
                    <a:pt x="74" y="74"/>
                    <a:pt x="74" y="74"/>
                  </a:cubicBezTo>
                  <a:cubicBezTo>
                    <a:pt x="74" y="74"/>
                    <a:pt x="74" y="38"/>
                    <a:pt x="74" y="26"/>
                  </a:cubicBezTo>
                  <a:cubicBezTo>
                    <a:pt x="74" y="14"/>
                    <a:pt x="70" y="15"/>
                    <a:pt x="70" y="15"/>
                  </a:cubicBezTo>
                  <a:cubicBezTo>
                    <a:pt x="70" y="15"/>
                    <a:pt x="65" y="13"/>
                    <a:pt x="65" y="34"/>
                  </a:cubicBezTo>
                  <a:cubicBezTo>
                    <a:pt x="65" y="56"/>
                    <a:pt x="50" y="55"/>
                    <a:pt x="50" y="55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5" y="62"/>
                    <a:pt x="6" y="72"/>
                    <a:pt x="6" y="72"/>
                  </a:cubicBezTo>
                  <a:cubicBezTo>
                    <a:pt x="5" y="79"/>
                    <a:pt x="34" y="92"/>
                    <a:pt x="33" y="110"/>
                  </a:cubicBezTo>
                  <a:cubicBezTo>
                    <a:pt x="31" y="131"/>
                    <a:pt x="51" y="141"/>
                    <a:pt x="51" y="141"/>
                  </a:cubicBezTo>
                  <a:cubicBezTo>
                    <a:pt x="51" y="141"/>
                    <a:pt x="146" y="209"/>
                    <a:pt x="167" y="224"/>
                  </a:cubicBezTo>
                  <a:cubicBezTo>
                    <a:pt x="183" y="235"/>
                    <a:pt x="196" y="231"/>
                    <a:pt x="207" y="232"/>
                  </a:cubicBezTo>
                  <a:cubicBezTo>
                    <a:pt x="218" y="233"/>
                    <a:pt x="228" y="239"/>
                    <a:pt x="228" y="255"/>
                  </a:cubicBezTo>
                  <a:cubicBezTo>
                    <a:pt x="229" y="262"/>
                    <a:pt x="222" y="277"/>
                    <a:pt x="209" y="277"/>
                  </a:cubicBezTo>
                  <a:cubicBezTo>
                    <a:pt x="195" y="277"/>
                    <a:pt x="180" y="276"/>
                    <a:pt x="167" y="292"/>
                  </a:cubicBezTo>
                  <a:cubicBezTo>
                    <a:pt x="138" y="330"/>
                    <a:pt x="41" y="379"/>
                    <a:pt x="41" y="379"/>
                  </a:cubicBezTo>
                  <a:cubicBezTo>
                    <a:pt x="40" y="380"/>
                    <a:pt x="40" y="380"/>
                    <a:pt x="40" y="380"/>
                  </a:cubicBezTo>
                  <a:cubicBezTo>
                    <a:pt x="38" y="381"/>
                    <a:pt x="38" y="381"/>
                    <a:pt x="38" y="381"/>
                  </a:cubicBezTo>
                  <a:cubicBezTo>
                    <a:pt x="38" y="381"/>
                    <a:pt x="33" y="386"/>
                    <a:pt x="21" y="385"/>
                  </a:cubicBezTo>
                  <a:cubicBezTo>
                    <a:pt x="11" y="384"/>
                    <a:pt x="8" y="389"/>
                    <a:pt x="8" y="396"/>
                  </a:cubicBezTo>
                  <a:cubicBezTo>
                    <a:pt x="8" y="403"/>
                    <a:pt x="9" y="410"/>
                    <a:pt x="20" y="411"/>
                  </a:cubicBezTo>
                  <a:cubicBezTo>
                    <a:pt x="34" y="411"/>
                    <a:pt x="39" y="419"/>
                    <a:pt x="39" y="419"/>
                  </a:cubicBezTo>
                  <a:cubicBezTo>
                    <a:pt x="39" y="419"/>
                    <a:pt x="163" y="589"/>
                    <a:pt x="184" y="594"/>
                  </a:cubicBezTo>
                  <a:cubicBezTo>
                    <a:pt x="201" y="598"/>
                    <a:pt x="213" y="597"/>
                    <a:pt x="225" y="597"/>
                  </a:cubicBezTo>
                  <a:cubicBezTo>
                    <a:pt x="236" y="597"/>
                    <a:pt x="246" y="599"/>
                    <a:pt x="246" y="605"/>
                  </a:cubicBezTo>
                  <a:cubicBezTo>
                    <a:pt x="246" y="607"/>
                    <a:pt x="240" y="612"/>
                    <a:pt x="226" y="612"/>
                  </a:cubicBezTo>
                  <a:cubicBezTo>
                    <a:pt x="213" y="612"/>
                    <a:pt x="197" y="612"/>
                    <a:pt x="185" y="617"/>
                  </a:cubicBezTo>
                  <a:cubicBezTo>
                    <a:pt x="155" y="630"/>
                    <a:pt x="0" y="658"/>
                    <a:pt x="0" y="658"/>
                  </a:cubicBezTo>
                  <a:lnTo>
                    <a:pt x="314" y="658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2" name="Freeform 372">
              <a:extLst>
                <a:ext uri="{FF2B5EF4-FFF2-40B4-BE49-F238E27FC236}">
                  <a16:creationId xmlns:a16="http://schemas.microsoft.com/office/drawing/2014/main" id="{D375C83B-B4FC-4A21-A5F5-CAB365E84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2023"/>
              <a:ext cx="471" cy="638"/>
            </a:xfrm>
            <a:custGeom>
              <a:avLst/>
              <a:gdLst>
                <a:gd name="T0" fmla="*/ 74 w 487"/>
                <a:gd name="T1" fmla="*/ 600 h 658"/>
                <a:gd name="T2" fmla="*/ 162 w 487"/>
                <a:gd name="T3" fmla="*/ 579 h 658"/>
                <a:gd name="T4" fmla="*/ 200 w 487"/>
                <a:gd name="T5" fmla="*/ 574 h 658"/>
                <a:gd name="T6" fmla="*/ 218 w 487"/>
                <a:gd name="T7" fmla="*/ 568 h 658"/>
                <a:gd name="T8" fmla="*/ 198 w 487"/>
                <a:gd name="T9" fmla="*/ 560 h 658"/>
                <a:gd name="T10" fmla="*/ 162 w 487"/>
                <a:gd name="T11" fmla="*/ 558 h 658"/>
                <a:gd name="T12" fmla="*/ 31 w 487"/>
                <a:gd name="T13" fmla="*/ 432 h 658"/>
                <a:gd name="T14" fmla="*/ 14 w 487"/>
                <a:gd name="T15" fmla="*/ 425 h 658"/>
                <a:gd name="T16" fmla="*/ 3 w 487"/>
                <a:gd name="T17" fmla="*/ 411 h 658"/>
                <a:gd name="T18" fmla="*/ 15 w 487"/>
                <a:gd name="T19" fmla="*/ 401 h 658"/>
                <a:gd name="T20" fmla="*/ 30 w 487"/>
                <a:gd name="T21" fmla="*/ 399 h 658"/>
                <a:gd name="T22" fmla="*/ 32 w 487"/>
                <a:gd name="T23" fmla="*/ 397 h 658"/>
                <a:gd name="T24" fmla="*/ 33 w 487"/>
                <a:gd name="T25" fmla="*/ 397 h 658"/>
                <a:gd name="T26" fmla="*/ 147 w 487"/>
                <a:gd name="T27" fmla="*/ 266 h 658"/>
                <a:gd name="T28" fmla="*/ 184 w 487"/>
                <a:gd name="T29" fmla="*/ 253 h 658"/>
                <a:gd name="T30" fmla="*/ 202 w 487"/>
                <a:gd name="T31" fmla="*/ 232 h 658"/>
                <a:gd name="T32" fmla="*/ 183 w 487"/>
                <a:gd name="T33" fmla="*/ 211 h 658"/>
                <a:gd name="T34" fmla="*/ 147 w 487"/>
                <a:gd name="T35" fmla="*/ 204 h 658"/>
                <a:gd name="T36" fmla="*/ 42 w 487"/>
                <a:gd name="T37" fmla="*/ 129 h 658"/>
                <a:gd name="T38" fmla="*/ 24 w 487"/>
                <a:gd name="T39" fmla="*/ 101 h 658"/>
                <a:gd name="T40" fmla="*/ 1 w 487"/>
                <a:gd name="T41" fmla="*/ 66 h 658"/>
                <a:gd name="T42" fmla="*/ 8 w 487"/>
                <a:gd name="T43" fmla="*/ 49 h 658"/>
                <a:gd name="T44" fmla="*/ 42 w 487"/>
                <a:gd name="T45" fmla="*/ 49 h 658"/>
                <a:gd name="T46" fmla="*/ 54 w 487"/>
                <a:gd name="T47" fmla="*/ 31 h 658"/>
                <a:gd name="T48" fmla="*/ 59 w 487"/>
                <a:gd name="T49" fmla="*/ 15 h 658"/>
                <a:gd name="T50" fmla="*/ 63 w 487"/>
                <a:gd name="T51" fmla="*/ 23 h 658"/>
                <a:gd name="T52" fmla="*/ 63 w 487"/>
                <a:gd name="T53" fmla="*/ 68 h 658"/>
                <a:gd name="T54" fmla="*/ 81 w 487"/>
                <a:gd name="T55" fmla="*/ 86 h 658"/>
                <a:gd name="T56" fmla="*/ 104 w 487"/>
                <a:gd name="T57" fmla="*/ 67 h 658"/>
                <a:gd name="T58" fmla="*/ 104 w 487"/>
                <a:gd name="T59" fmla="*/ 10 h 658"/>
                <a:gd name="T60" fmla="*/ 115 w 487"/>
                <a:gd name="T61" fmla="*/ 10 h 658"/>
                <a:gd name="T62" fmla="*/ 115 w 487"/>
                <a:gd name="T63" fmla="*/ 67 h 658"/>
                <a:gd name="T64" fmla="*/ 133 w 487"/>
                <a:gd name="T65" fmla="*/ 86 h 658"/>
                <a:gd name="T66" fmla="*/ 156 w 487"/>
                <a:gd name="T67" fmla="*/ 67 h 658"/>
                <a:gd name="T68" fmla="*/ 156 w 487"/>
                <a:gd name="T69" fmla="*/ 18 h 658"/>
                <a:gd name="T70" fmla="*/ 166 w 487"/>
                <a:gd name="T71" fmla="*/ 16 h 658"/>
                <a:gd name="T72" fmla="*/ 167 w 487"/>
                <a:gd name="T73" fmla="*/ 37 h 658"/>
                <a:gd name="T74" fmla="*/ 185 w 487"/>
                <a:gd name="T75" fmla="*/ 46 h 658"/>
                <a:gd name="T76" fmla="*/ 226 w 487"/>
                <a:gd name="T77" fmla="*/ 46 h 658"/>
                <a:gd name="T78" fmla="*/ 246 w 487"/>
                <a:gd name="T79" fmla="*/ 65 h 658"/>
                <a:gd name="T80" fmla="*/ 256 w 487"/>
                <a:gd name="T81" fmla="*/ 72 h 658"/>
                <a:gd name="T82" fmla="*/ 385 w 487"/>
                <a:gd name="T83" fmla="*/ 211 h 658"/>
                <a:gd name="T84" fmla="*/ 426 w 487"/>
                <a:gd name="T85" fmla="*/ 223 h 658"/>
                <a:gd name="T86" fmla="*/ 441 w 487"/>
                <a:gd name="T87" fmla="*/ 232 h 658"/>
                <a:gd name="T88" fmla="*/ 425 w 487"/>
                <a:gd name="T89" fmla="*/ 242 h 658"/>
                <a:gd name="T90" fmla="*/ 391 w 487"/>
                <a:gd name="T91" fmla="*/ 257 h 658"/>
                <a:gd name="T92" fmla="*/ 283 w 487"/>
                <a:gd name="T93" fmla="*/ 329 h 658"/>
                <a:gd name="T94" fmla="*/ 281 w 487"/>
                <a:gd name="T95" fmla="*/ 330 h 658"/>
                <a:gd name="T96" fmla="*/ 259 w 487"/>
                <a:gd name="T97" fmla="*/ 356 h 658"/>
                <a:gd name="T98" fmla="*/ 234 w 487"/>
                <a:gd name="T99" fmla="*/ 392 h 658"/>
                <a:gd name="T100" fmla="*/ 241 w 487"/>
                <a:gd name="T101" fmla="*/ 407 h 658"/>
                <a:gd name="T102" fmla="*/ 241 w 487"/>
                <a:gd name="T103" fmla="*/ 425 h 658"/>
                <a:gd name="T104" fmla="*/ 234 w 487"/>
                <a:gd name="T105" fmla="*/ 440 h 658"/>
                <a:gd name="T106" fmla="*/ 381 w 487"/>
                <a:gd name="T107" fmla="*/ 560 h 658"/>
                <a:gd name="T108" fmla="*/ 421 w 487"/>
                <a:gd name="T109" fmla="*/ 564 h 658"/>
                <a:gd name="T110" fmla="*/ 435 w 487"/>
                <a:gd name="T111" fmla="*/ 568 h 658"/>
                <a:gd name="T112" fmla="*/ 420 w 487"/>
                <a:gd name="T113" fmla="*/ 572 h 658"/>
                <a:gd name="T114" fmla="*/ 385 w 487"/>
                <a:gd name="T115" fmla="*/ 576 h 658"/>
                <a:gd name="T116" fmla="*/ 278 w 487"/>
                <a:gd name="T117" fmla="*/ 600 h 658"/>
                <a:gd name="T118" fmla="*/ 74 w 487"/>
                <a:gd name="T119" fmla="*/ 600 h 6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87" h="658">
                  <a:moveTo>
                    <a:pt x="82" y="658"/>
                  </a:moveTo>
                  <a:cubicBezTo>
                    <a:pt x="82" y="658"/>
                    <a:pt x="150" y="648"/>
                    <a:pt x="180" y="635"/>
                  </a:cubicBezTo>
                  <a:cubicBezTo>
                    <a:pt x="192" y="630"/>
                    <a:pt x="207" y="630"/>
                    <a:pt x="221" y="630"/>
                  </a:cubicBezTo>
                  <a:cubicBezTo>
                    <a:pt x="234" y="630"/>
                    <a:pt x="241" y="625"/>
                    <a:pt x="241" y="623"/>
                  </a:cubicBezTo>
                  <a:cubicBezTo>
                    <a:pt x="240" y="618"/>
                    <a:pt x="231" y="616"/>
                    <a:pt x="219" y="615"/>
                  </a:cubicBezTo>
                  <a:cubicBezTo>
                    <a:pt x="208" y="615"/>
                    <a:pt x="195" y="616"/>
                    <a:pt x="179" y="613"/>
                  </a:cubicBezTo>
                  <a:cubicBezTo>
                    <a:pt x="158" y="608"/>
                    <a:pt x="34" y="474"/>
                    <a:pt x="34" y="474"/>
                  </a:cubicBezTo>
                  <a:cubicBezTo>
                    <a:pt x="34" y="474"/>
                    <a:pt x="29" y="467"/>
                    <a:pt x="14" y="466"/>
                  </a:cubicBezTo>
                  <a:cubicBezTo>
                    <a:pt x="4" y="466"/>
                    <a:pt x="3" y="458"/>
                    <a:pt x="3" y="451"/>
                  </a:cubicBezTo>
                  <a:cubicBezTo>
                    <a:pt x="3" y="444"/>
                    <a:pt x="6" y="439"/>
                    <a:pt x="15" y="440"/>
                  </a:cubicBezTo>
                  <a:cubicBezTo>
                    <a:pt x="28" y="441"/>
                    <a:pt x="33" y="437"/>
                    <a:pt x="33" y="437"/>
                  </a:cubicBezTo>
                  <a:cubicBezTo>
                    <a:pt x="35" y="435"/>
                    <a:pt x="35" y="435"/>
                    <a:pt x="35" y="435"/>
                  </a:cubicBezTo>
                  <a:cubicBezTo>
                    <a:pt x="36" y="435"/>
                    <a:pt x="36" y="435"/>
                    <a:pt x="36" y="435"/>
                  </a:cubicBezTo>
                  <a:cubicBezTo>
                    <a:pt x="36" y="435"/>
                    <a:pt x="133" y="330"/>
                    <a:pt x="162" y="292"/>
                  </a:cubicBezTo>
                  <a:cubicBezTo>
                    <a:pt x="175" y="276"/>
                    <a:pt x="190" y="277"/>
                    <a:pt x="203" y="277"/>
                  </a:cubicBezTo>
                  <a:cubicBezTo>
                    <a:pt x="217" y="277"/>
                    <a:pt x="223" y="262"/>
                    <a:pt x="223" y="255"/>
                  </a:cubicBezTo>
                  <a:cubicBezTo>
                    <a:pt x="223" y="239"/>
                    <a:pt x="213" y="233"/>
                    <a:pt x="202" y="232"/>
                  </a:cubicBezTo>
                  <a:cubicBezTo>
                    <a:pt x="191" y="231"/>
                    <a:pt x="178" y="235"/>
                    <a:pt x="162" y="224"/>
                  </a:cubicBezTo>
                  <a:cubicBezTo>
                    <a:pt x="141" y="209"/>
                    <a:pt x="45" y="141"/>
                    <a:pt x="45" y="141"/>
                  </a:cubicBezTo>
                  <a:cubicBezTo>
                    <a:pt x="45" y="141"/>
                    <a:pt x="26" y="131"/>
                    <a:pt x="27" y="110"/>
                  </a:cubicBezTo>
                  <a:cubicBezTo>
                    <a:pt x="28" y="92"/>
                    <a:pt x="0" y="79"/>
                    <a:pt x="1" y="72"/>
                  </a:cubicBezTo>
                  <a:cubicBezTo>
                    <a:pt x="1" y="72"/>
                    <a:pt x="0" y="62"/>
                    <a:pt x="8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60" y="56"/>
                    <a:pt x="60" y="34"/>
                  </a:cubicBezTo>
                  <a:cubicBezTo>
                    <a:pt x="60" y="13"/>
                    <a:pt x="65" y="15"/>
                    <a:pt x="65" y="15"/>
                  </a:cubicBezTo>
                  <a:cubicBezTo>
                    <a:pt x="65" y="15"/>
                    <a:pt x="69" y="14"/>
                    <a:pt x="69" y="26"/>
                  </a:cubicBezTo>
                  <a:cubicBezTo>
                    <a:pt x="69" y="38"/>
                    <a:pt x="69" y="74"/>
                    <a:pt x="69" y="74"/>
                  </a:cubicBezTo>
                  <a:cubicBezTo>
                    <a:pt x="69" y="74"/>
                    <a:pt x="67" y="95"/>
                    <a:pt x="90" y="95"/>
                  </a:cubicBezTo>
                  <a:cubicBezTo>
                    <a:pt x="117" y="95"/>
                    <a:pt x="116" y="73"/>
                    <a:pt x="116" y="73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6" y="10"/>
                    <a:pt x="122" y="0"/>
                    <a:pt x="127" y="10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3"/>
                    <a:pt x="125" y="95"/>
                    <a:pt x="148" y="95"/>
                  </a:cubicBezTo>
                  <a:cubicBezTo>
                    <a:pt x="171" y="95"/>
                    <a:pt x="172" y="73"/>
                    <a:pt x="172" y="73"/>
                  </a:cubicBezTo>
                  <a:cubicBezTo>
                    <a:pt x="172" y="21"/>
                    <a:pt x="172" y="21"/>
                    <a:pt x="172" y="21"/>
                  </a:cubicBezTo>
                  <a:cubicBezTo>
                    <a:pt x="172" y="21"/>
                    <a:pt x="176" y="13"/>
                    <a:pt x="184" y="19"/>
                  </a:cubicBezTo>
                  <a:cubicBezTo>
                    <a:pt x="185" y="40"/>
                    <a:pt x="185" y="40"/>
                    <a:pt x="185" y="40"/>
                  </a:cubicBezTo>
                  <a:cubicBezTo>
                    <a:pt x="185" y="40"/>
                    <a:pt x="187" y="50"/>
                    <a:pt x="205" y="50"/>
                  </a:cubicBezTo>
                  <a:cubicBezTo>
                    <a:pt x="223" y="50"/>
                    <a:pt x="250" y="50"/>
                    <a:pt x="250" y="50"/>
                  </a:cubicBezTo>
                  <a:cubicBezTo>
                    <a:pt x="250" y="50"/>
                    <a:pt x="249" y="65"/>
                    <a:pt x="272" y="71"/>
                  </a:cubicBezTo>
                  <a:cubicBezTo>
                    <a:pt x="281" y="73"/>
                    <a:pt x="283" y="78"/>
                    <a:pt x="283" y="78"/>
                  </a:cubicBezTo>
                  <a:cubicBezTo>
                    <a:pt x="283" y="78"/>
                    <a:pt x="407" y="215"/>
                    <a:pt x="426" y="232"/>
                  </a:cubicBezTo>
                  <a:cubicBezTo>
                    <a:pt x="446" y="248"/>
                    <a:pt x="459" y="243"/>
                    <a:pt x="470" y="244"/>
                  </a:cubicBezTo>
                  <a:cubicBezTo>
                    <a:pt x="481" y="246"/>
                    <a:pt x="487" y="244"/>
                    <a:pt x="487" y="255"/>
                  </a:cubicBezTo>
                  <a:cubicBezTo>
                    <a:pt x="487" y="262"/>
                    <a:pt x="483" y="266"/>
                    <a:pt x="469" y="266"/>
                  </a:cubicBezTo>
                  <a:cubicBezTo>
                    <a:pt x="456" y="266"/>
                    <a:pt x="444" y="267"/>
                    <a:pt x="432" y="282"/>
                  </a:cubicBezTo>
                  <a:cubicBezTo>
                    <a:pt x="402" y="320"/>
                    <a:pt x="313" y="361"/>
                    <a:pt x="313" y="361"/>
                  </a:cubicBezTo>
                  <a:cubicBezTo>
                    <a:pt x="311" y="362"/>
                    <a:pt x="311" y="362"/>
                    <a:pt x="311" y="362"/>
                  </a:cubicBezTo>
                  <a:cubicBezTo>
                    <a:pt x="289" y="370"/>
                    <a:pt x="286" y="390"/>
                    <a:pt x="286" y="390"/>
                  </a:cubicBezTo>
                  <a:cubicBezTo>
                    <a:pt x="285" y="412"/>
                    <a:pt x="258" y="412"/>
                    <a:pt x="259" y="430"/>
                  </a:cubicBezTo>
                  <a:cubicBezTo>
                    <a:pt x="259" y="430"/>
                    <a:pt x="258" y="440"/>
                    <a:pt x="266" y="447"/>
                  </a:cubicBezTo>
                  <a:cubicBezTo>
                    <a:pt x="272" y="451"/>
                    <a:pt x="271" y="462"/>
                    <a:pt x="266" y="466"/>
                  </a:cubicBezTo>
                  <a:cubicBezTo>
                    <a:pt x="258" y="473"/>
                    <a:pt x="259" y="483"/>
                    <a:pt x="259" y="483"/>
                  </a:cubicBezTo>
                  <a:cubicBezTo>
                    <a:pt x="258" y="500"/>
                    <a:pt x="401" y="610"/>
                    <a:pt x="421" y="615"/>
                  </a:cubicBezTo>
                  <a:cubicBezTo>
                    <a:pt x="440" y="621"/>
                    <a:pt x="453" y="619"/>
                    <a:pt x="465" y="619"/>
                  </a:cubicBezTo>
                  <a:cubicBezTo>
                    <a:pt x="476" y="620"/>
                    <a:pt x="481" y="619"/>
                    <a:pt x="481" y="623"/>
                  </a:cubicBezTo>
                  <a:cubicBezTo>
                    <a:pt x="481" y="625"/>
                    <a:pt x="477" y="627"/>
                    <a:pt x="464" y="627"/>
                  </a:cubicBezTo>
                  <a:cubicBezTo>
                    <a:pt x="450" y="627"/>
                    <a:pt x="439" y="627"/>
                    <a:pt x="426" y="632"/>
                  </a:cubicBezTo>
                  <a:cubicBezTo>
                    <a:pt x="397" y="645"/>
                    <a:pt x="307" y="658"/>
                    <a:pt x="307" y="658"/>
                  </a:cubicBezTo>
                  <a:lnTo>
                    <a:pt x="82" y="658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3" name="Freeform 373">
              <a:extLst>
                <a:ext uri="{FF2B5EF4-FFF2-40B4-BE49-F238E27FC236}">
                  <a16:creationId xmlns:a16="http://schemas.microsoft.com/office/drawing/2014/main" id="{AFA6BCAC-DCDB-40CE-91D2-C6F241971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826"/>
              <a:ext cx="2092" cy="840"/>
            </a:xfrm>
            <a:custGeom>
              <a:avLst/>
              <a:gdLst>
                <a:gd name="T0" fmla="*/ 1900 w 2163"/>
                <a:gd name="T1" fmla="*/ 64 h 866"/>
                <a:gd name="T2" fmla="*/ 1900 w 2163"/>
                <a:gd name="T3" fmla="*/ 390 h 866"/>
                <a:gd name="T4" fmla="*/ 1783 w 2163"/>
                <a:gd name="T5" fmla="*/ 529 h 866"/>
                <a:gd name="T6" fmla="*/ 1751 w 2163"/>
                <a:gd name="T7" fmla="*/ 626 h 866"/>
                <a:gd name="T8" fmla="*/ 1784 w 2163"/>
                <a:gd name="T9" fmla="*/ 790 h 866"/>
                <a:gd name="T10" fmla="*/ 1689 w 2163"/>
                <a:gd name="T11" fmla="*/ 750 h 866"/>
                <a:gd name="T12" fmla="*/ 1430 w 2163"/>
                <a:gd name="T13" fmla="*/ 596 h 866"/>
                <a:gd name="T14" fmla="*/ 1378 w 2163"/>
                <a:gd name="T15" fmla="*/ 568 h 866"/>
                <a:gd name="T16" fmla="*/ 1322 w 2163"/>
                <a:gd name="T17" fmla="*/ 573 h 866"/>
                <a:gd name="T18" fmla="*/ 1446 w 2163"/>
                <a:gd name="T19" fmla="*/ 746 h 866"/>
                <a:gd name="T20" fmla="*/ 1060 w 2163"/>
                <a:gd name="T21" fmla="*/ 786 h 866"/>
                <a:gd name="T22" fmla="*/ 1034 w 2163"/>
                <a:gd name="T23" fmla="*/ 630 h 866"/>
                <a:gd name="T24" fmla="*/ 931 w 2163"/>
                <a:gd name="T25" fmla="*/ 579 h 866"/>
                <a:gd name="T26" fmla="*/ 881 w 2163"/>
                <a:gd name="T27" fmla="*/ 626 h 866"/>
                <a:gd name="T28" fmla="*/ 816 w 2163"/>
                <a:gd name="T29" fmla="*/ 610 h 866"/>
                <a:gd name="T30" fmla="*/ 960 w 2163"/>
                <a:gd name="T31" fmla="*/ 760 h 866"/>
                <a:gd name="T32" fmla="*/ 719 w 2163"/>
                <a:gd name="T33" fmla="*/ 757 h 866"/>
                <a:gd name="T34" fmla="*/ 520 w 2163"/>
                <a:gd name="T35" fmla="*/ 605 h 866"/>
                <a:gd name="T36" fmla="*/ 427 w 2163"/>
                <a:gd name="T37" fmla="*/ 646 h 866"/>
                <a:gd name="T38" fmla="*/ 356 w 2163"/>
                <a:gd name="T39" fmla="*/ 627 h 866"/>
                <a:gd name="T40" fmla="*/ 295 w 2163"/>
                <a:gd name="T41" fmla="*/ 625 h 866"/>
                <a:gd name="T42" fmla="*/ 325 w 2163"/>
                <a:gd name="T43" fmla="*/ 790 h 866"/>
                <a:gd name="T44" fmla="*/ 233 w 2163"/>
                <a:gd name="T45" fmla="*/ 734 h 866"/>
                <a:gd name="T46" fmla="*/ 56 w 2163"/>
                <a:gd name="T47" fmla="*/ 521 h 866"/>
                <a:gd name="T48" fmla="*/ 216 w 2163"/>
                <a:gd name="T49" fmla="*/ 408 h 866"/>
                <a:gd name="T50" fmla="*/ 37 w 2163"/>
                <a:gd name="T51" fmla="*/ 218 h 866"/>
                <a:gd name="T52" fmla="*/ 181 w 2163"/>
                <a:gd name="T53" fmla="*/ 41 h 866"/>
                <a:gd name="T54" fmla="*/ 499 w 2163"/>
                <a:gd name="T55" fmla="*/ 50 h 866"/>
                <a:gd name="T56" fmla="*/ 296 w 2163"/>
                <a:gd name="T57" fmla="*/ 235 h 866"/>
                <a:gd name="T58" fmla="*/ 445 w 2163"/>
                <a:gd name="T59" fmla="*/ 452 h 866"/>
                <a:gd name="T60" fmla="*/ 331 w 2163"/>
                <a:gd name="T61" fmla="*/ 593 h 866"/>
                <a:gd name="T62" fmla="*/ 377 w 2163"/>
                <a:gd name="T63" fmla="*/ 630 h 866"/>
                <a:gd name="T64" fmla="*/ 429 w 2163"/>
                <a:gd name="T65" fmla="*/ 629 h 866"/>
                <a:gd name="T66" fmla="*/ 519 w 2163"/>
                <a:gd name="T67" fmla="*/ 589 h 866"/>
                <a:gd name="T68" fmla="*/ 716 w 2163"/>
                <a:gd name="T69" fmla="*/ 418 h 866"/>
                <a:gd name="T70" fmla="*/ 520 w 2163"/>
                <a:gd name="T71" fmla="*/ 235 h 866"/>
                <a:gd name="T72" fmla="*/ 698 w 2163"/>
                <a:gd name="T73" fmla="*/ 47 h 866"/>
                <a:gd name="T74" fmla="*/ 965 w 2163"/>
                <a:gd name="T75" fmla="*/ 42 h 866"/>
                <a:gd name="T76" fmla="*/ 768 w 2163"/>
                <a:gd name="T77" fmla="*/ 222 h 866"/>
                <a:gd name="T78" fmla="*/ 965 w 2163"/>
                <a:gd name="T79" fmla="*/ 438 h 866"/>
                <a:gd name="T80" fmla="*/ 778 w 2163"/>
                <a:gd name="T81" fmla="*/ 577 h 866"/>
                <a:gd name="T82" fmla="*/ 853 w 2163"/>
                <a:gd name="T83" fmla="*/ 568 h 866"/>
                <a:gd name="T84" fmla="*/ 905 w 2163"/>
                <a:gd name="T85" fmla="*/ 567 h 866"/>
                <a:gd name="T86" fmla="*/ 955 w 2163"/>
                <a:gd name="T87" fmla="*/ 568 h 866"/>
                <a:gd name="T88" fmla="*/ 1039 w 2163"/>
                <a:gd name="T89" fmla="*/ 564 h 866"/>
                <a:gd name="T90" fmla="*/ 1039 w 2163"/>
                <a:gd name="T91" fmla="*/ 318 h 866"/>
                <a:gd name="T92" fmla="*/ 1146 w 2163"/>
                <a:gd name="T93" fmla="*/ 61 h 866"/>
                <a:gd name="T94" fmla="*/ 1040 w 2163"/>
                <a:gd name="T95" fmla="*/ 1 h 866"/>
                <a:gd name="T96" fmla="*/ 1414 w 2163"/>
                <a:gd name="T97" fmla="*/ 64 h 866"/>
                <a:gd name="T98" fmla="*/ 1415 w 2163"/>
                <a:gd name="T99" fmla="*/ 390 h 866"/>
                <a:gd name="T100" fmla="*/ 1297 w 2163"/>
                <a:gd name="T101" fmla="*/ 530 h 866"/>
                <a:gd name="T102" fmla="*/ 1303 w 2163"/>
                <a:gd name="T103" fmla="*/ 586 h 866"/>
                <a:gd name="T104" fmla="*/ 1354 w 2163"/>
                <a:gd name="T105" fmla="*/ 623 h 866"/>
                <a:gd name="T106" fmla="*/ 1404 w 2163"/>
                <a:gd name="T107" fmla="*/ 623 h 866"/>
                <a:gd name="T108" fmla="*/ 1513 w 2163"/>
                <a:gd name="T109" fmla="*/ 571 h 866"/>
                <a:gd name="T110" fmla="*/ 1689 w 2163"/>
                <a:gd name="T111" fmla="*/ 418 h 866"/>
                <a:gd name="T112" fmla="*/ 1494 w 2163"/>
                <a:gd name="T113" fmla="*/ 235 h 866"/>
                <a:gd name="T114" fmla="*/ 1670 w 2163"/>
                <a:gd name="T115" fmla="*/ 47 h 8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63" h="866">
                  <a:moveTo>
                    <a:pt x="1969" y="0"/>
                  </a:moveTo>
                  <a:cubicBezTo>
                    <a:pt x="1969" y="0"/>
                    <a:pt x="2069" y="23"/>
                    <a:pt x="2108" y="44"/>
                  </a:cubicBezTo>
                  <a:cubicBezTo>
                    <a:pt x="2113" y="46"/>
                    <a:pt x="2128" y="45"/>
                    <a:pt x="2142" y="45"/>
                  </a:cubicBezTo>
                  <a:cubicBezTo>
                    <a:pt x="2155" y="45"/>
                    <a:pt x="2161" y="53"/>
                    <a:pt x="2161" y="56"/>
                  </a:cubicBezTo>
                  <a:cubicBezTo>
                    <a:pt x="2161" y="61"/>
                    <a:pt x="2156" y="66"/>
                    <a:pt x="2145" y="67"/>
                  </a:cubicBezTo>
                  <a:cubicBezTo>
                    <a:pt x="2133" y="67"/>
                    <a:pt x="2115" y="65"/>
                    <a:pt x="2101" y="70"/>
                  </a:cubicBezTo>
                  <a:cubicBezTo>
                    <a:pt x="2079" y="76"/>
                    <a:pt x="1955" y="229"/>
                    <a:pt x="1955" y="229"/>
                  </a:cubicBezTo>
                  <a:cubicBezTo>
                    <a:pt x="1955" y="229"/>
                    <a:pt x="1949" y="234"/>
                    <a:pt x="1937" y="232"/>
                  </a:cubicBezTo>
                  <a:cubicBezTo>
                    <a:pt x="1928" y="232"/>
                    <a:pt x="1925" y="236"/>
                    <a:pt x="1925" y="243"/>
                  </a:cubicBezTo>
                  <a:cubicBezTo>
                    <a:pt x="1925" y="250"/>
                    <a:pt x="1925" y="258"/>
                    <a:pt x="1936" y="258"/>
                  </a:cubicBezTo>
                  <a:cubicBezTo>
                    <a:pt x="1951" y="259"/>
                    <a:pt x="1956" y="266"/>
                    <a:pt x="1956" y="266"/>
                  </a:cubicBezTo>
                  <a:cubicBezTo>
                    <a:pt x="1956" y="266"/>
                    <a:pt x="2080" y="412"/>
                    <a:pt x="2101" y="427"/>
                  </a:cubicBezTo>
                  <a:cubicBezTo>
                    <a:pt x="2117" y="438"/>
                    <a:pt x="2130" y="434"/>
                    <a:pt x="2141" y="435"/>
                  </a:cubicBezTo>
                  <a:cubicBezTo>
                    <a:pt x="2152" y="436"/>
                    <a:pt x="2162" y="442"/>
                    <a:pt x="2162" y="458"/>
                  </a:cubicBezTo>
                  <a:cubicBezTo>
                    <a:pt x="2163" y="465"/>
                    <a:pt x="2156" y="480"/>
                    <a:pt x="2143" y="480"/>
                  </a:cubicBezTo>
                  <a:cubicBezTo>
                    <a:pt x="2129" y="480"/>
                    <a:pt x="2114" y="479"/>
                    <a:pt x="2101" y="495"/>
                  </a:cubicBezTo>
                  <a:cubicBezTo>
                    <a:pt x="2072" y="533"/>
                    <a:pt x="1973" y="579"/>
                    <a:pt x="1973" y="579"/>
                  </a:cubicBezTo>
                  <a:cubicBezTo>
                    <a:pt x="1972" y="579"/>
                    <a:pt x="1972" y="579"/>
                    <a:pt x="1972" y="579"/>
                  </a:cubicBezTo>
                  <a:cubicBezTo>
                    <a:pt x="1971" y="580"/>
                    <a:pt x="1971" y="580"/>
                    <a:pt x="1971" y="580"/>
                  </a:cubicBezTo>
                  <a:cubicBezTo>
                    <a:pt x="1963" y="582"/>
                    <a:pt x="1961" y="594"/>
                    <a:pt x="1961" y="594"/>
                  </a:cubicBezTo>
                  <a:cubicBezTo>
                    <a:pt x="1956" y="615"/>
                    <a:pt x="1934" y="623"/>
                    <a:pt x="1934" y="633"/>
                  </a:cubicBezTo>
                  <a:cubicBezTo>
                    <a:pt x="1934" y="633"/>
                    <a:pt x="1933" y="643"/>
                    <a:pt x="1941" y="650"/>
                  </a:cubicBezTo>
                  <a:cubicBezTo>
                    <a:pt x="1941" y="650"/>
                    <a:pt x="1951" y="660"/>
                    <a:pt x="1942" y="669"/>
                  </a:cubicBezTo>
                  <a:cubicBezTo>
                    <a:pt x="1934" y="677"/>
                    <a:pt x="1934" y="686"/>
                    <a:pt x="1934" y="686"/>
                  </a:cubicBezTo>
                  <a:cubicBezTo>
                    <a:pt x="1934" y="693"/>
                    <a:pt x="2074" y="811"/>
                    <a:pt x="2096" y="816"/>
                  </a:cubicBezTo>
                  <a:cubicBezTo>
                    <a:pt x="2112" y="819"/>
                    <a:pt x="2124" y="818"/>
                    <a:pt x="2136" y="818"/>
                  </a:cubicBezTo>
                  <a:cubicBezTo>
                    <a:pt x="2147" y="819"/>
                    <a:pt x="2157" y="821"/>
                    <a:pt x="2157" y="826"/>
                  </a:cubicBezTo>
                  <a:cubicBezTo>
                    <a:pt x="2157" y="828"/>
                    <a:pt x="2151" y="833"/>
                    <a:pt x="2137" y="833"/>
                  </a:cubicBezTo>
                  <a:cubicBezTo>
                    <a:pt x="2124" y="833"/>
                    <a:pt x="2108" y="833"/>
                    <a:pt x="2096" y="838"/>
                  </a:cubicBezTo>
                  <a:cubicBezTo>
                    <a:pt x="2066" y="851"/>
                    <a:pt x="1973" y="865"/>
                    <a:pt x="1973" y="865"/>
                  </a:cubicBezTo>
                  <a:cubicBezTo>
                    <a:pt x="1704" y="865"/>
                    <a:pt x="1704" y="865"/>
                    <a:pt x="1704" y="865"/>
                  </a:cubicBezTo>
                  <a:cubicBezTo>
                    <a:pt x="1687" y="865"/>
                    <a:pt x="1709" y="861"/>
                    <a:pt x="1709" y="861"/>
                  </a:cubicBezTo>
                  <a:cubicBezTo>
                    <a:pt x="1709" y="861"/>
                    <a:pt x="1798" y="848"/>
                    <a:pt x="1828" y="835"/>
                  </a:cubicBezTo>
                  <a:cubicBezTo>
                    <a:pt x="1840" y="830"/>
                    <a:pt x="1852" y="830"/>
                    <a:pt x="1865" y="830"/>
                  </a:cubicBezTo>
                  <a:cubicBezTo>
                    <a:pt x="1879" y="830"/>
                    <a:pt x="1883" y="828"/>
                    <a:pt x="1883" y="826"/>
                  </a:cubicBezTo>
                  <a:cubicBezTo>
                    <a:pt x="1883" y="822"/>
                    <a:pt x="1877" y="823"/>
                    <a:pt x="1866" y="822"/>
                  </a:cubicBezTo>
                  <a:cubicBezTo>
                    <a:pt x="1855" y="822"/>
                    <a:pt x="1842" y="824"/>
                    <a:pt x="1822" y="818"/>
                  </a:cubicBezTo>
                  <a:cubicBezTo>
                    <a:pt x="1803" y="813"/>
                    <a:pt x="1680" y="691"/>
                    <a:pt x="1680" y="691"/>
                  </a:cubicBezTo>
                  <a:cubicBezTo>
                    <a:pt x="1680" y="691"/>
                    <a:pt x="1677" y="687"/>
                    <a:pt x="1668" y="684"/>
                  </a:cubicBezTo>
                  <a:cubicBezTo>
                    <a:pt x="1645" y="679"/>
                    <a:pt x="1646" y="664"/>
                    <a:pt x="1646" y="664"/>
                  </a:cubicBezTo>
                  <a:cubicBezTo>
                    <a:pt x="1646" y="664"/>
                    <a:pt x="1619" y="664"/>
                    <a:pt x="1601" y="664"/>
                  </a:cubicBezTo>
                  <a:cubicBezTo>
                    <a:pt x="1583" y="664"/>
                    <a:pt x="1581" y="653"/>
                    <a:pt x="1581" y="653"/>
                  </a:cubicBezTo>
                  <a:cubicBezTo>
                    <a:pt x="1580" y="632"/>
                    <a:pt x="1580" y="632"/>
                    <a:pt x="1580" y="632"/>
                  </a:cubicBezTo>
                  <a:cubicBezTo>
                    <a:pt x="1572" y="627"/>
                    <a:pt x="1568" y="634"/>
                    <a:pt x="1568" y="634"/>
                  </a:cubicBezTo>
                  <a:cubicBezTo>
                    <a:pt x="1568" y="687"/>
                    <a:pt x="1568" y="687"/>
                    <a:pt x="1568" y="687"/>
                  </a:cubicBezTo>
                  <a:cubicBezTo>
                    <a:pt x="1568" y="687"/>
                    <a:pt x="1567" y="708"/>
                    <a:pt x="1544" y="708"/>
                  </a:cubicBezTo>
                  <a:cubicBezTo>
                    <a:pt x="1521" y="708"/>
                    <a:pt x="1523" y="686"/>
                    <a:pt x="1523" y="686"/>
                  </a:cubicBezTo>
                  <a:cubicBezTo>
                    <a:pt x="1523" y="623"/>
                    <a:pt x="1523" y="623"/>
                    <a:pt x="1523" y="623"/>
                  </a:cubicBezTo>
                  <a:cubicBezTo>
                    <a:pt x="1518" y="614"/>
                    <a:pt x="1512" y="623"/>
                    <a:pt x="1512" y="623"/>
                  </a:cubicBezTo>
                  <a:cubicBezTo>
                    <a:pt x="1512" y="687"/>
                    <a:pt x="1512" y="687"/>
                    <a:pt x="1512" y="687"/>
                  </a:cubicBezTo>
                  <a:cubicBezTo>
                    <a:pt x="1512" y="687"/>
                    <a:pt x="1513" y="709"/>
                    <a:pt x="1486" y="709"/>
                  </a:cubicBezTo>
                  <a:cubicBezTo>
                    <a:pt x="1463" y="709"/>
                    <a:pt x="1465" y="687"/>
                    <a:pt x="1465" y="687"/>
                  </a:cubicBezTo>
                  <a:cubicBezTo>
                    <a:pt x="1465" y="687"/>
                    <a:pt x="1465" y="652"/>
                    <a:pt x="1465" y="640"/>
                  </a:cubicBezTo>
                  <a:cubicBezTo>
                    <a:pt x="1465" y="628"/>
                    <a:pt x="1461" y="628"/>
                    <a:pt x="1461" y="628"/>
                  </a:cubicBezTo>
                  <a:cubicBezTo>
                    <a:pt x="1461" y="628"/>
                    <a:pt x="1456" y="626"/>
                    <a:pt x="1456" y="648"/>
                  </a:cubicBezTo>
                  <a:cubicBezTo>
                    <a:pt x="1456" y="669"/>
                    <a:pt x="1441" y="669"/>
                    <a:pt x="1441" y="669"/>
                  </a:cubicBezTo>
                  <a:cubicBezTo>
                    <a:pt x="1404" y="669"/>
                    <a:pt x="1404" y="669"/>
                    <a:pt x="1404" y="669"/>
                  </a:cubicBezTo>
                  <a:cubicBezTo>
                    <a:pt x="1396" y="676"/>
                    <a:pt x="1397" y="686"/>
                    <a:pt x="1397" y="686"/>
                  </a:cubicBezTo>
                  <a:cubicBezTo>
                    <a:pt x="1396" y="693"/>
                    <a:pt x="1537" y="811"/>
                    <a:pt x="1558" y="816"/>
                  </a:cubicBezTo>
                  <a:cubicBezTo>
                    <a:pt x="1574" y="819"/>
                    <a:pt x="1587" y="818"/>
                    <a:pt x="1598" y="818"/>
                  </a:cubicBezTo>
                  <a:cubicBezTo>
                    <a:pt x="1609" y="819"/>
                    <a:pt x="1619" y="821"/>
                    <a:pt x="1619" y="826"/>
                  </a:cubicBezTo>
                  <a:cubicBezTo>
                    <a:pt x="1620" y="828"/>
                    <a:pt x="1613" y="833"/>
                    <a:pt x="1600" y="833"/>
                  </a:cubicBezTo>
                  <a:cubicBezTo>
                    <a:pt x="1586" y="833"/>
                    <a:pt x="1571" y="833"/>
                    <a:pt x="1558" y="838"/>
                  </a:cubicBezTo>
                  <a:cubicBezTo>
                    <a:pt x="1529" y="851"/>
                    <a:pt x="1433" y="865"/>
                    <a:pt x="1433" y="865"/>
                  </a:cubicBezTo>
                  <a:cubicBezTo>
                    <a:pt x="1433" y="865"/>
                    <a:pt x="1183" y="866"/>
                    <a:pt x="1169" y="865"/>
                  </a:cubicBezTo>
                  <a:cubicBezTo>
                    <a:pt x="1149" y="865"/>
                    <a:pt x="1171" y="861"/>
                    <a:pt x="1171" y="861"/>
                  </a:cubicBezTo>
                  <a:cubicBezTo>
                    <a:pt x="1171" y="861"/>
                    <a:pt x="1261" y="848"/>
                    <a:pt x="1290" y="835"/>
                  </a:cubicBezTo>
                  <a:cubicBezTo>
                    <a:pt x="1302" y="830"/>
                    <a:pt x="1314" y="829"/>
                    <a:pt x="1327" y="829"/>
                  </a:cubicBezTo>
                  <a:cubicBezTo>
                    <a:pt x="1341" y="829"/>
                    <a:pt x="1345" y="828"/>
                    <a:pt x="1345" y="826"/>
                  </a:cubicBezTo>
                  <a:cubicBezTo>
                    <a:pt x="1345" y="822"/>
                    <a:pt x="1340" y="823"/>
                    <a:pt x="1328" y="822"/>
                  </a:cubicBezTo>
                  <a:cubicBezTo>
                    <a:pt x="1317" y="822"/>
                    <a:pt x="1304" y="824"/>
                    <a:pt x="1284" y="818"/>
                  </a:cubicBezTo>
                  <a:cubicBezTo>
                    <a:pt x="1265" y="812"/>
                    <a:pt x="1142" y="691"/>
                    <a:pt x="1142" y="691"/>
                  </a:cubicBezTo>
                  <a:cubicBezTo>
                    <a:pt x="1142" y="691"/>
                    <a:pt x="1139" y="686"/>
                    <a:pt x="1131" y="684"/>
                  </a:cubicBezTo>
                  <a:cubicBezTo>
                    <a:pt x="1107" y="678"/>
                    <a:pt x="1108" y="663"/>
                    <a:pt x="1108" y="663"/>
                  </a:cubicBezTo>
                  <a:cubicBezTo>
                    <a:pt x="1108" y="663"/>
                    <a:pt x="1081" y="663"/>
                    <a:pt x="1063" y="663"/>
                  </a:cubicBezTo>
                  <a:cubicBezTo>
                    <a:pt x="1045" y="663"/>
                    <a:pt x="1044" y="653"/>
                    <a:pt x="1044" y="653"/>
                  </a:cubicBezTo>
                  <a:cubicBezTo>
                    <a:pt x="1043" y="632"/>
                    <a:pt x="1043" y="632"/>
                    <a:pt x="1043" y="632"/>
                  </a:cubicBezTo>
                  <a:cubicBezTo>
                    <a:pt x="1035" y="626"/>
                    <a:pt x="1030" y="634"/>
                    <a:pt x="1030" y="634"/>
                  </a:cubicBezTo>
                  <a:cubicBezTo>
                    <a:pt x="1030" y="686"/>
                    <a:pt x="1030" y="686"/>
                    <a:pt x="1030" y="686"/>
                  </a:cubicBezTo>
                  <a:cubicBezTo>
                    <a:pt x="1030" y="686"/>
                    <a:pt x="1030" y="708"/>
                    <a:pt x="1007" y="708"/>
                  </a:cubicBezTo>
                  <a:cubicBezTo>
                    <a:pt x="983" y="708"/>
                    <a:pt x="985" y="686"/>
                    <a:pt x="985" y="686"/>
                  </a:cubicBezTo>
                  <a:cubicBezTo>
                    <a:pt x="985" y="623"/>
                    <a:pt x="985" y="623"/>
                    <a:pt x="985" y="623"/>
                  </a:cubicBezTo>
                  <a:cubicBezTo>
                    <a:pt x="981" y="613"/>
                    <a:pt x="974" y="623"/>
                    <a:pt x="974" y="623"/>
                  </a:cubicBezTo>
                  <a:cubicBezTo>
                    <a:pt x="974" y="686"/>
                    <a:pt x="974" y="686"/>
                    <a:pt x="974" y="686"/>
                  </a:cubicBezTo>
                  <a:cubicBezTo>
                    <a:pt x="974" y="686"/>
                    <a:pt x="976" y="708"/>
                    <a:pt x="949" y="708"/>
                  </a:cubicBezTo>
                  <a:cubicBezTo>
                    <a:pt x="925" y="708"/>
                    <a:pt x="927" y="687"/>
                    <a:pt x="927" y="687"/>
                  </a:cubicBezTo>
                  <a:cubicBezTo>
                    <a:pt x="927" y="687"/>
                    <a:pt x="927" y="651"/>
                    <a:pt x="927" y="639"/>
                  </a:cubicBezTo>
                  <a:cubicBezTo>
                    <a:pt x="927" y="627"/>
                    <a:pt x="923" y="628"/>
                    <a:pt x="923" y="628"/>
                  </a:cubicBezTo>
                  <a:cubicBezTo>
                    <a:pt x="923" y="628"/>
                    <a:pt x="918" y="626"/>
                    <a:pt x="918" y="647"/>
                  </a:cubicBezTo>
                  <a:cubicBezTo>
                    <a:pt x="918" y="669"/>
                    <a:pt x="903" y="668"/>
                    <a:pt x="903" y="668"/>
                  </a:cubicBezTo>
                  <a:cubicBezTo>
                    <a:pt x="867" y="668"/>
                    <a:pt x="867" y="668"/>
                    <a:pt x="867" y="668"/>
                  </a:cubicBezTo>
                  <a:cubicBezTo>
                    <a:pt x="858" y="675"/>
                    <a:pt x="859" y="685"/>
                    <a:pt x="859" y="685"/>
                  </a:cubicBezTo>
                  <a:cubicBezTo>
                    <a:pt x="858" y="692"/>
                    <a:pt x="999" y="810"/>
                    <a:pt x="1020" y="815"/>
                  </a:cubicBezTo>
                  <a:cubicBezTo>
                    <a:pt x="1036" y="819"/>
                    <a:pt x="1049" y="818"/>
                    <a:pt x="1060" y="818"/>
                  </a:cubicBezTo>
                  <a:cubicBezTo>
                    <a:pt x="1071" y="819"/>
                    <a:pt x="1081" y="820"/>
                    <a:pt x="1082" y="826"/>
                  </a:cubicBezTo>
                  <a:cubicBezTo>
                    <a:pt x="1082" y="828"/>
                    <a:pt x="1075" y="833"/>
                    <a:pt x="1062" y="833"/>
                  </a:cubicBezTo>
                  <a:cubicBezTo>
                    <a:pt x="1048" y="833"/>
                    <a:pt x="1033" y="833"/>
                    <a:pt x="1021" y="838"/>
                  </a:cubicBezTo>
                  <a:cubicBezTo>
                    <a:pt x="991" y="851"/>
                    <a:pt x="907" y="865"/>
                    <a:pt x="907" y="865"/>
                  </a:cubicBezTo>
                  <a:cubicBezTo>
                    <a:pt x="907" y="865"/>
                    <a:pt x="668" y="866"/>
                    <a:pt x="645" y="866"/>
                  </a:cubicBezTo>
                  <a:cubicBezTo>
                    <a:pt x="622" y="865"/>
                    <a:pt x="638" y="861"/>
                    <a:pt x="638" y="861"/>
                  </a:cubicBezTo>
                  <a:cubicBezTo>
                    <a:pt x="638" y="861"/>
                    <a:pt x="727" y="848"/>
                    <a:pt x="757" y="835"/>
                  </a:cubicBezTo>
                  <a:cubicBezTo>
                    <a:pt x="769" y="830"/>
                    <a:pt x="781" y="829"/>
                    <a:pt x="794" y="829"/>
                  </a:cubicBezTo>
                  <a:cubicBezTo>
                    <a:pt x="808" y="829"/>
                    <a:pt x="812" y="828"/>
                    <a:pt x="812" y="826"/>
                  </a:cubicBezTo>
                  <a:cubicBezTo>
                    <a:pt x="812" y="822"/>
                    <a:pt x="806" y="823"/>
                    <a:pt x="795" y="822"/>
                  </a:cubicBezTo>
                  <a:cubicBezTo>
                    <a:pt x="784" y="822"/>
                    <a:pt x="771" y="824"/>
                    <a:pt x="751" y="818"/>
                  </a:cubicBezTo>
                  <a:cubicBezTo>
                    <a:pt x="732" y="812"/>
                    <a:pt x="609" y="691"/>
                    <a:pt x="609" y="691"/>
                  </a:cubicBezTo>
                  <a:cubicBezTo>
                    <a:pt x="609" y="691"/>
                    <a:pt x="606" y="686"/>
                    <a:pt x="597" y="684"/>
                  </a:cubicBezTo>
                  <a:cubicBezTo>
                    <a:pt x="574" y="678"/>
                    <a:pt x="575" y="663"/>
                    <a:pt x="575" y="663"/>
                  </a:cubicBezTo>
                  <a:cubicBezTo>
                    <a:pt x="575" y="663"/>
                    <a:pt x="548" y="663"/>
                    <a:pt x="530" y="663"/>
                  </a:cubicBezTo>
                  <a:cubicBezTo>
                    <a:pt x="512" y="663"/>
                    <a:pt x="510" y="653"/>
                    <a:pt x="510" y="653"/>
                  </a:cubicBezTo>
                  <a:cubicBezTo>
                    <a:pt x="509" y="632"/>
                    <a:pt x="509" y="632"/>
                    <a:pt x="509" y="632"/>
                  </a:cubicBezTo>
                  <a:cubicBezTo>
                    <a:pt x="501" y="626"/>
                    <a:pt x="497" y="634"/>
                    <a:pt x="497" y="634"/>
                  </a:cubicBezTo>
                  <a:cubicBezTo>
                    <a:pt x="497" y="686"/>
                    <a:pt x="497" y="686"/>
                    <a:pt x="497" y="686"/>
                  </a:cubicBezTo>
                  <a:cubicBezTo>
                    <a:pt x="497" y="686"/>
                    <a:pt x="496" y="708"/>
                    <a:pt x="473" y="708"/>
                  </a:cubicBezTo>
                  <a:cubicBezTo>
                    <a:pt x="450" y="708"/>
                    <a:pt x="452" y="686"/>
                    <a:pt x="452" y="686"/>
                  </a:cubicBezTo>
                  <a:cubicBezTo>
                    <a:pt x="452" y="623"/>
                    <a:pt x="452" y="623"/>
                    <a:pt x="452" y="623"/>
                  </a:cubicBezTo>
                  <a:cubicBezTo>
                    <a:pt x="447" y="613"/>
                    <a:pt x="441" y="623"/>
                    <a:pt x="441" y="623"/>
                  </a:cubicBezTo>
                  <a:cubicBezTo>
                    <a:pt x="441" y="686"/>
                    <a:pt x="441" y="686"/>
                    <a:pt x="441" y="686"/>
                  </a:cubicBezTo>
                  <a:cubicBezTo>
                    <a:pt x="441" y="686"/>
                    <a:pt x="442" y="708"/>
                    <a:pt x="415" y="708"/>
                  </a:cubicBezTo>
                  <a:cubicBezTo>
                    <a:pt x="392" y="708"/>
                    <a:pt x="394" y="687"/>
                    <a:pt x="394" y="687"/>
                  </a:cubicBezTo>
                  <a:cubicBezTo>
                    <a:pt x="394" y="687"/>
                    <a:pt x="394" y="651"/>
                    <a:pt x="394" y="639"/>
                  </a:cubicBezTo>
                  <a:cubicBezTo>
                    <a:pt x="394" y="627"/>
                    <a:pt x="390" y="628"/>
                    <a:pt x="390" y="628"/>
                  </a:cubicBezTo>
                  <a:cubicBezTo>
                    <a:pt x="390" y="628"/>
                    <a:pt x="385" y="626"/>
                    <a:pt x="385" y="647"/>
                  </a:cubicBezTo>
                  <a:cubicBezTo>
                    <a:pt x="385" y="669"/>
                    <a:pt x="370" y="668"/>
                    <a:pt x="370" y="668"/>
                  </a:cubicBezTo>
                  <a:cubicBezTo>
                    <a:pt x="333" y="668"/>
                    <a:pt x="333" y="668"/>
                    <a:pt x="333" y="668"/>
                  </a:cubicBezTo>
                  <a:cubicBezTo>
                    <a:pt x="325" y="675"/>
                    <a:pt x="326" y="685"/>
                    <a:pt x="326" y="685"/>
                  </a:cubicBezTo>
                  <a:cubicBezTo>
                    <a:pt x="325" y="692"/>
                    <a:pt x="466" y="810"/>
                    <a:pt x="487" y="815"/>
                  </a:cubicBezTo>
                  <a:cubicBezTo>
                    <a:pt x="503" y="819"/>
                    <a:pt x="516" y="818"/>
                    <a:pt x="527" y="818"/>
                  </a:cubicBezTo>
                  <a:cubicBezTo>
                    <a:pt x="538" y="819"/>
                    <a:pt x="548" y="820"/>
                    <a:pt x="548" y="826"/>
                  </a:cubicBezTo>
                  <a:cubicBezTo>
                    <a:pt x="549" y="828"/>
                    <a:pt x="542" y="833"/>
                    <a:pt x="529" y="833"/>
                  </a:cubicBezTo>
                  <a:cubicBezTo>
                    <a:pt x="515" y="833"/>
                    <a:pt x="500" y="833"/>
                    <a:pt x="487" y="838"/>
                  </a:cubicBezTo>
                  <a:cubicBezTo>
                    <a:pt x="458" y="851"/>
                    <a:pt x="359" y="865"/>
                    <a:pt x="359" y="865"/>
                  </a:cubicBezTo>
                  <a:cubicBezTo>
                    <a:pt x="359" y="865"/>
                    <a:pt x="41" y="865"/>
                    <a:pt x="21" y="865"/>
                  </a:cubicBezTo>
                  <a:cubicBezTo>
                    <a:pt x="0" y="865"/>
                    <a:pt x="17" y="861"/>
                    <a:pt x="17" y="861"/>
                  </a:cubicBezTo>
                  <a:cubicBezTo>
                    <a:pt x="17" y="861"/>
                    <a:pt x="189" y="829"/>
                    <a:pt x="218" y="817"/>
                  </a:cubicBezTo>
                  <a:cubicBezTo>
                    <a:pt x="231" y="811"/>
                    <a:pt x="242" y="811"/>
                    <a:pt x="256" y="811"/>
                  </a:cubicBezTo>
                  <a:cubicBezTo>
                    <a:pt x="269" y="811"/>
                    <a:pt x="273" y="810"/>
                    <a:pt x="273" y="808"/>
                  </a:cubicBezTo>
                  <a:cubicBezTo>
                    <a:pt x="273" y="804"/>
                    <a:pt x="268" y="804"/>
                    <a:pt x="257" y="804"/>
                  </a:cubicBezTo>
                  <a:cubicBezTo>
                    <a:pt x="245" y="804"/>
                    <a:pt x="232" y="805"/>
                    <a:pt x="213" y="800"/>
                  </a:cubicBezTo>
                  <a:cubicBezTo>
                    <a:pt x="193" y="794"/>
                    <a:pt x="70" y="636"/>
                    <a:pt x="70" y="636"/>
                  </a:cubicBezTo>
                  <a:cubicBezTo>
                    <a:pt x="70" y="636"/>
                    <a:pt x="67" y="631"/>
                    <a:pt x="59" y="629"/>
                  </a:cubicBezTo>
                  <a:cubicBezTo>
                    <a:pt x="35" y="623"/>
                    <a:pt x="36" y="609"/>
                    <a:pt x="36" y="609"/>
                  </a:cubicBezTo>
                  <a:cubicBezTo>
                    <a:pt x="36" y="590"/>
                    <a:pt x="36" y="590"/>
                    <a:pt x="36" y="590"/>
                  </a:cubicBezTo>
                  <a:cubicBezTo>
                    <a:pt x="36" y="575"/>
                    <a:pt x="54" y="571"/>
                    <a:pt x="62" y="571"/>
                  </a:cubicBezTo>
                  <a:cubicBezTo>
                    <a:pt x="71" y="571"/>
                    <a:pt x="75" y="567"/>
                    <a:pt x="75" y="567"/>
                  </a:cubicBezTo>
                  <a:cubicBezTo>
                    <a:pt x="76" y="567"/>
                    <a:pt x="76" y="567"/>
                    <a:pt x="76" y="567"/>
                  </a:cubicBezTo>
                  <a:cubicBezTo>
                    <a:pt x="76" y="567"/>
                    <a:pt x="171" y="523"/>
                    <a:pt x="201" y="485"/>
                  </a:cubicBezTo>
                  <a:cubicBezTo>
                    <a:pt x="213" y="470"/>
                    <a:pt x="225" y="469"/>
                    <a:pt x="238" y="469"/>
                  </a:cubicBezTo>
                  <a:cubicBezTo>
                    <a:pt x="252" y="469"/>
                    <a:pt x="256" y="465"/>
                    <a:pt x="256" y="458"/>
                  </a:cubicBezTo>
                  <a:cubicBezTo>
                    <a:pt x="256" y="447"/>
                    <a:pt x="250" y="449"/>
                    <a:pt x="239" y="447"/>
                  </a:cubicBezTo>
                  <a:cubicBezTo>
                    <a:pt x="228" y="446"/>
                    <a:pt x="215" y="451"/>
                    <a:pt x="195" y="435"/>
                  </a:cubicBezTo>
                  <a:cubicBezTo>
                    <a:pt x="176" y="418"/>
                    <a:pt x="75" y="348"/>
                    <a:pt x="75" y="348"/>
                  </a:cubicBezTo>
                  <a:cubicBezTo>
                    <a:pt x="75" y="348"/>
                    <a:pt x="63" y="337"/>
                    <a:pt x="62" y="315"/>
                  </a:cubicBezTo>
                  <a:cubicBezTo>
                    <a:pt x="61" y="293"/>
                    <a:pt x="33" y="293"/>
                    <a:pt x="33" y="275"/>
                  </a:cubicBezTo>
                  <a:cubicBezTo>
                    <a:pt x="33" y="275"/>
                    <a:pt x="32" y="265"/>
                    <a:pt x="41" y="258"/>
                  </a:cubicBezTo>
                  <a:cubicBezTo>
                    <a:pt x="45" y="255"/>
                    <a:pt x="46" y="244"/>
                    <a:pt x="40" y="239"/>
                  </a:cubicBezTo>
                  <a:cubicBezTo>
                    <a:pt x="32" y="233"/>
                    <a:pt x="33" y="222"/>
                    <a:pt x="33" y="222"/>
                  </a:cubicBezTo>
                  <a:cubicBezTo>
                    <a:pt x="33" y="205"/>
                    <a:pt x="175" y="74"/>
                    <a:pt x="194" y="67"/>
                  </a:cubicBezTo>
                  <a:cubicBezTo>
                    <a:pt x="214" y="59"/>
                    <a:pt x="227" y="62"/>
                    <a:pt x="238" y="61"/>
                  </a:cubicBezTo>
                  <a:cubicBezTo>
                    <a:pt x="249" y="60"/>
                    <a:pt x="255" y="61"/>
                    <a:pt x="255" y="56"/>
                  </a:cubicBezTo>
                  <a:cubicBezTo>
                    <a:pt x="255" y="53"/>
                    <a:pt x="251" y="51"/>
                    <a:pt x="237" y="51"/>
                  </a:cubicBezTo>
                  <a:cubicBezTo>
                    <a:pt x="224" y="51"/>
                    <a:pt x="212" y="51"/>
                    <a:pt x="200" y="44"/>
                  </a:cubicBezTo>
                  <a:cubicBezTo>
                    <a:pt x="170" y="26"/>
                    <a:pt x="81" y="8"/>
                    <a:pt x="81" y="8"/>
                  </a:cubicBezTo>
                  <a:cubicBezTo>
                    <a:pt x="81" y="8"/>
                    <a:pt x="54" y="1"/>
                    <a:pt x="80" y="1"/>
                  </a:cubicBezTo>
                  <a:cubicBezTo>
                    <a:pt x="105" y="1"/>
                    <a:pt x="360" y="0"/>
                    <a:pt x="360" y="0"/>
                  </a:cubicBezTo>
                  <a:cubicBezTo>
                    <a:pt x="360" y="0"/>
                    <a:pt x="459" y="23"/>
                    <a:pt x="498" y="44"/>
                  </a:cubicBezTo>
                  <a:cubicBezTo>
                    <a:pt x="504" y="46"/>
                    <a:pt x="519" y="45"/>
                    <a:pt x="532" y="45"/>
                  </a:cubicBezTo>
                  <a:cubicBezTo>
                    <a:pt x="546" y="45"/>
                    <a:pt x="552" y="53"/>
                    <a:pt x="552" y="56"/>
                  </a:cubicBezTo>
                  <a:cubicBezTo>
                    <a:pt x="552" y="61"/>
                    <a:pt x="546" y="66"/>
                    <a:pt x="535" y="67"/>
                  </a:cubicBezTo>
                  <a:cubicBezTo>
                    <a:pt x="524" y="67"/>
                    <a:pt x="505" y="65"/>
                    <a:pt x="491" y="70"/>
                  </a:cubicBezTo>
                  <a:cubicBezTo>
                    <a:pt x="469" y="76"/>
                    <a:pt x="345" y="229"/>
                    <a:pt x="345" y="229"/>
                  </a:cubicBezTo>
                  <a:cubicBezTo>
                    <a:pt x="345" y="229"/>
                    <a:pt x="340" y="234"/>
                    <a:pt x="327" y="232"/>
                  </a:cubicBezTo>
                  <a:cubicBezTo>
                    <a:pt x="318" y="232"/>
                    <a:pt x="315" y="236"/>
                    <a:pt x="315" y="243"/>
                  </a:cubicBezTo>
                  <a:cubicBezTo>
                    <a:pt x="315" y="250"/>
                    <a:pt x="316" y="258"/>
                    <a:pt x="327" y="258"/>
                  </a:cubicBezTo>
                  <a:cubicBezTo>
                    <a:pt x="341" y="259"/>
                    <a:pt x="346" y="266"/>
                    <a:pt x="346" y="266"/>
                  </a:cubicBezTo>
                  <a:cubicBezTo>
                    <a:pt x="346" y="266"/>
                    <a:pt x="470" y="412"/>
                    <a:pt x="491" y="427"/>
                  </a:cubicBezTo>
                  <a:cubicBezTo>
                    <a:pt x="507" y="438"/>
                    <a:pt x="520" y="434"/>
                    <a:pt x="531" y="435"/>
                  </a:cubicBezTo>
                  <a:cubicBezTo>
                    <a:pt x="543" y="436"/>
                    <a:pt x="552" y="442"/>
                    <a:pt x="553" y="458"/>
                  </a:cubicBezTo>
                  <a:cubicBezTo>
                    <a:pt x="553" y="465"/>
                    <a:pt x="546" y="480"/>
                    <a:pt x="533" y="480"/>
                  </a:cubicBezTo>
                  <a:cubicBezTo>
                    <a:pt x="519" y="480"/>
                    <a:pt x="504" y="479"/>
                    <a:pt x="492" y="495"/>
                  </a:cubicBezTo>
                  <a:cubicBezTo>
                    <a:pt x="462" y="533"/>
                    <a:pt x="363" y="579"/>
                    <a:pt x="363" y="579"/>
                  </a:cubicBezTo>
                  <a:cubicBezTo>
                    <a:pt x="362" y="579"/>
                    <a:pt x="362" y="579"/>
                    <a:pt x="362" y="579"/>
                  </a:cubicBezTo>
                  <a:cubicBezTo>
                    <a:pt x="355" y="582"/>
                    <a:pt x="353" y="594"/>
                    <a:pt x="353" y="594"/>
                  </a:cubicBezTo>
                  <a:cubicBezTo>
                    <a:pt x="348" y="614"/>
                    <a:pt x="325" y="622"/>
                    <a:pt x="326" y="632"/>
                  </a:cubicBezTo>
                  <a:cubicBezTo>
                    <a:pt x="326" y="632"/>
                    <a:pt x="325" y="643"/>
                    <a:pt x="333" y="649"/>
                  </a:cubicBezTo>
                  <a:cubicBezTo>
                    <a:pt x="366" y="649"/>
                    <a:pt x="366" y="649"/>
                    <a:pt x="366" y="649"/>
                  </a:cubicBezTo>
                  <a:cubicBezTo>
                    <a:pt x="366" y="649"/>
                    <a:pt x="369" y="648"/>
                    <a:pt x="369" y="641"/>
                  </a:cubicBezTo>
                  <a:cubicBezTo>
                    <a:pt x="369" y="623"/>
                    <a:pt x="369" y="623"/>
                    <a:pt x="369" y="623"/>
                  </a:cubicBezTo>
                  <a:cubicBezTo>
                    <a:pt x="369" y="623"/>
                    <a:pt x="373" y="612"/>
                    <a:pt x="389" y="612"/>
                  </a:cubicBezTo>
                  <a:cubicBezTo>
                    <a:pt x="405" y="612"/>
                    <a:pt x="410" y="623"/>
                    <a:pt x="410" y="623"/>
                  </a:cubicBezTo>
                  <a:cubicBezTo>
                    <a:pt x="410" y="683"/>
                    <a:pt x="410" y="683"/>
                    <a:pt x="410" y="683"/>
                  </a:cubicBezTo>
                  <a:cubicBezTo>
                    <a:pt x="410" y="683"/>
                    <a:pt x="410" y="690"/>
                    <a:pt x="417" y="690"/>
                  </a:cubicBezTo>
                  <a:cubicBezTo>
                    <a:pt x="423" y="690"/>
                    <a:pt x="425" y="682"/>
                    <a:pt x="425" y="682"/>
                  </a:cubicBezTo>
                  <a:cubicBezTo>
                    <a:pt x="425" y="625"/>
                    <a:pt x="425" y="625"/>
                    <a:pt x="425" y="625"/>
                  </a:cubicBezTo>
                  <a:cubicBezTo>
                    <a:pt x="425" y="625"/>
                    <a:pt x="429" y="602"/>
                    <a:pt x="447" y="602"/>
                  </a:cubicBezTo>
                  <a:cubicBezTo>
                    <a:pt x="465" y="602"/>
                    <a:pt x="468" y="622"/>
                    <a:pt x="468" y="622"/>
                  </a:cubicBezTo>
                  <a:cubicBezTo>
                    <a:pt x="468" y="682"/>
                    <a:pt x="468" y="682"/>
                    <a:pt x="468" y="682"/>
                  </a:cubicBezTo>
                  <a:cubicBezTo>
                    <a:pt x="468" y="682"/>
                    <a:pt x="468" y="689"/>
                    <a:pt x="475" y="689"/>
                  </a:cubicBezTo>
                  <a:cubicBezTo>
                    <a:pt x="481" y="689"/>
                    <a:pt x="481" y="682"/>
                    <a:pt x="481" y="682"/>
                  </a:cubicBezTo>
                  <a:cubicBezTo>
                    <a:pt x="481" y="682"/>
                    <a:pt x="480" y="647"/>
                    <a:pt x="481" y="631"/>
                  </a:cubicBezTo>
                  <a:cubicBezTo>
                    <a:pt x="481" y="616"/>
                    <a:pt x="494" y="615"/>
                    <a:pt x="501" y="614"/>
                  </a:cubicBezTo>
                  <a:cubicBezTo>
                    <a:pt x="508" y="614"/>
                    <a:pt x="518" y="616"/>
                    <a:pt x="522" y="623"/>
                  </a:cubicBezTo>
                  <a:cubicBezTo>
                    <a:pt x="524" y="627"/>
                    <a:pt x="524" y="645"/>
                    <a:pt x="524" y="645"/>
                  </a:cubicBezTo>
                  <a:cubicBezTo>
                    <a:pt x="574" y="645"/>
                    <a:pt x="574" y="645"/>
                    <a:pt x="574" y="645"/>
                  </a:cubicBezTo>
                  <a:cubicBezTo>
                    <a:pt x="574" y="630"/>
                    <a:pt x="593" y="626"/>
                    <a:pt x="601" y="626"/>
                  </a:cubicBezTo>
                  <a:cubicBezTo>
                    <a:pt x="609" y="626"/>
                    <a:pt x="612" y="621"/>
                    <a:pt x="612" y="621"/>
                  </a:cubicBezTo>
                  <a:cubicBezTo>
                    <a:pt x="613" y="620"/>
                    <a:pt x="613" y="620"/>
                    <a:pt x="613" y="620"/>
                  </a:cubicBezTo>
                  <a:cubicBezTo>
                    <a:pt x="613" y="620"/>
                    <a:pt x="706" y="523"/>
                    <a:pt x="735" y="485"/>
                  </a:cubicBezTo>
                  <a:cubicBezTo>
                    <a:pt x="748" y="470"/>
                    <a:pt x="759" y="469"/>
                    <a:pt x="773" y="469"/>
                  </a:cubicBezTo>
                  <a:cubicBezTo>
                    <a:pt x="786" y="469"/>
                    <a:pt x="791" y="465"/>
                    <a:pt x="791" y="458"/>
                  </a:cubicBezTo>
                  <a:cubicBezTo>
                    <a:pt x="791" y="447"/>
                    <a:pt x="785" y="449"/>
                    <a:pt x="774" y="447"/>
                  </a:cubicBezTo>
                  <a:cubicBezTo>
                    <a:pt x="762" y="446"/>
                    <a:pt x="749" y="451"/>
                    <a:pt x="730" y="435"/>
                  </a:cubicBezTo>
                  <a:cubicBezTo>
                    <a:pt x="710" y="418"/>
                    <a:pt x="610" y="348"/>
                    <a:pt x="610" y="348"/>
                  </a:cubicBezTo>
                  <a:cubicBezTo>
                    <a:pt x="610" y="348"/>
                    <a:pt x="597" y="337"/>
                    <a:pt x="596" y="315"/>
                  </a:cubicBezTo>
                  <a:cubicBezTo>
                    <a:pt x="595" y="293"/>
                    <a:pt x="567" y="293"/>
                    <a:pt x="568" y="275"/>
                  </a:cubicBezTo>
                  <a:cubicBezTo>
                    <a:pt x="568" y="275"/>
                    <a:pt x="567" y="265"/>
                    <a:pt x="575" y="258"/>
                  </a:cubicBezTo>
                  <a:cubicBezTo>
                    <a:pt x="580" y="255"/>
                    <a:pt x="581" y="244"/>
                    <a:pt x="575" y="239"/>
                  </a:cubicBezTo>
                  <a:cubicBezTo>
                    <a:pt x="567" y="233"/>
                    <a:pt x="568" y="222"/>
                    <a:pt x="568" y="222"/>
                  </a:cubicBezTo>
                  <a:cubicBezTo>
                    <a:pt x="567" y="205"/>
                    <a:pt x="709" y="74"/>
                    <a:pt x="729" y="67"/>
                  </a:cubicBezTo>
                  <a:cubicBezTo>
                    <a:pt x="748" y="59"/>
                    <a:pt x="761" y="62"/>
                    <a:pt x="773" y="61"/>
                  </a:cubicBezTo>
                  <a:cubicBezTo>
                    <a:pt x="784" y="60"/>
                    <a:pt x="790" y="61"/>
                    <a:pt x="790" y="56"/>
                  </a:cubicBezTo>
                  <a:cubicBezTo>
                    <a:pt x="790" y="53"/>
                    <a:pt x="785" y="51"/>
                    <a:pt x="772" y="51"/>
                  </a:cubicBezTo>
                  <a:cubicBezTo>
                    <a:pt x="758" y="51"/>
                    <a:pt x="747" y="51"/>
                    <a:pt x="734" y="44"/>
                  </a:cubicBezTo>
                  <a:cubicBezTo>
                    <a:pt x="705" y="26"/>
                    <a:pt x="615" y="8"/>
                    <a:pt x="615" y="8"/>
                  </a:cubicBezTo>
                  <a:cubicBezTo>
                    <a:pt x="615" y="8"/>
                    <a:pt x="587" y="1"/>
                    <a:pt x="616" y="1"/>
                  </a:cubicBezTo>
                  <a:cubicBezTo>
                    <a:pt x="645" y="1"/>
                    <a:pt x="894" y="0"/>
                    <a:pt x="894" y="0"/>
                  </a:cubicBezTo>
                  <a:cubicBezTo>
                    <a:pt x="894" y="0"/>
                    <a:pt x="994" y="23"/>
                    <a:pt x="1033" y="44"/>
                  </a:cubicBezTo>
                  <a:cubicBezTo>
                    <a:pt x="1038" y="46"/>
                    <a:pt x="1053" y="45"/>
                    <a:pt x="1067" y="45"/>
                  </a:cubicBezTo>
                  <a:cubicBezTo>
                    <a:pt x="1080" y="45"/>
                    <a:pt x="1086" y="53"/>
                    <a:pt x="1086" y="56"/>
                  </a:cubicBezTo>
                  <a:cubicBezTo>
                    <a:pt x="1086" y="61"/>
                    <a:pt x="1081" y="66"/>
                    <a:pt x="1069" y="67"/>
                  </a:cubicBezTo>
                  <a:cubicBezTo>
                    <a:pt x="1058" y="67"/>
                    <a:pt x="1040" y="65"/>
                    <a:pt x="1025" y="70"/>
                  </a:cubicBezTo>
                  <a:cubicBezTo>
                    <a:pt x="1003" y="76"/>
                    <a:pt x="880" y="229"/>
                    <a:pt x="880" y="229"/>
                  </a:cubicBezTo>
                  <a:cubicBezTo>
                    <a:pt x="880" y="229"/>
                    <a:pt x="874" y="234"/>
                    <a:pt x="862" y="232"/>
                  </a:cubicBezTo>
                  <a:cubicBezTo>
                    <a:pt x="852" y="232"/>
                    <a:pt x="849" y="236"/>
                    <a:pt x="849" y="243"/>
                  </a:cubicBezTo>
                  <a:cubicBezTo>
                    <a:pt x="849" y="250"/>
                    <a:pt x="850" y="258"/>
                    <a:pt x="861" y="258"/>
                  </a:cubicBezTo>
                  <a:cubicBezTo>
                    <a:pt x="875" y="259"/>
                    <a:pt x="880" y="266"/>
                    <a:pt x="880" y="266"/>
                  </a:cubicBezTo>
                  <a:cubicBezTo>
                    <a:pt x="880" y="266"/>
                    <a:pt x="1005" y="412"/>
                    <a:pt x="1026" y="427"/>
                  </a:cubicBezTo>
                  <a:cubicBezTo>
                    <a:pt x="1042" y="438"/>
                    <a:pt x="1055" y="434"/>
                    <a:pt x="1066" y="435"/>
                  </a:cubicBezTo>
                  <a:cubicBezTo>
                    <a:pt x="1077" y="436"/>
                    <a:pt x="1087" y="442"/>
                    <a:pt x="1087" y="458"/>
                  </a:cubicBezTo>
                  <a:cubicBezTo>
                    <a:pt x="1087" y="465"/>
                    <a:pt x="1081" y="480"/>
                    <a:pt x="1067" y="480"/>
                  </a:cubicBezTo>
                  <a:cubicBezTo>
                    <a:pt x="1054" y="480"/>
                    <a:pt x="1039" y="479"/>
                    <a:pt x="1026" y="495"/>
                  </a:cubicBezTo>
                  <a:cubicBezTo>
                    <a:pt x="997" y="533"/>
                    <a:pt x="898" y="578"/>
                    <a:pt x="898" y="578"/>
                  </a:cubicBezTo>
                  <a:cubicBezTo>
                    <a:pt x="897" y="579"/>
                    <a:pt x="897" y="579"/>
                    <a:pt x="897" y="579"/>
                  </a:cubicBezTo>
                  <a:cubicBezTo>
                    <a:pt x="896" y="579"/>
                    <a:pt x="896" y="579"/>
                    <a:pt x="896" y="579"/>
                  </a:cubicBezTo>
                  <a:cubicBezTo>
                    <a:pt x="888" y="582"/>
                    <a:pt x="886" y="594"/>
                    <a:pt x="886" y="594"/>
                  </a:cubicBezTo>
                  <a:cubicBezTo>
                    <a:pt x="881" y="614"/>
                    <a:pt x="858" y="622"/>
                    <a:pt x="859" y="632"/>
                  </a:cubicBezTo>
                  <a:cubicBezTo>
                    <a:pt x="859" y="632"/>
                    <a:pt x="858" y="643"/>
                    <a:pt x="866" y="649"/>
                  </a:cubicBezTo>
                  <a:cubicBezTo>
                    <a:pt x="899" y="649"/>
                    <a:pt x="899" y="649"/>
                    <a:pt x="899" y="649"/>
                  </a:cubicBezTo>
                  <a:cubicBezTo>
                    <a:pt x="899" y="649"/>
                    <a:pt x="903" y="648"/>
                    <a:pt x="902" y="641"/>
                  </a:cubicBezTo>
                  <a:cubicBezTo>
                    <a:pt x="902" y="623"/>
                    <a:pt x="902" y="623"/>
                    <a:pt x="902" y="623"/>
                  </a:cubicBezTo>
                  <a:cubicBezTo>
                    <a:pt x="902" y="623"/>
                    <a:pt x="907" y="612"/>
                    <a:pt x="923" y="612"/>
                  </a:cubicBezTo>
                  <a:cubicBezTo>
                    <a:pt x="939" y="612"/>
                    <a:pt x="943" y="623"/>
                    <a:pt x="943" y="623"/>
                  </a:cubicBezTo>
                  <a:cubicBezTo>
                    <a:pt x="943" y="683"/>
                    <a:pt x="943" y="683"/>
                    <a:pt x="943" y="683"/>
                  </a:cubicBezTo>
                  <a:cubicBezTo>
                    <a:pt x="943" y="683"/>
                    <a:pt x="943" y="690"/>
                    <a:pt x="950" y="690"/>
                  </a:cubicBezTo>
                  <a:cubicBezTo>
                    <a:pt x="956" y="690"/>
                    <a:pt x="958" y="682"/>
                    <a:pt x="958" y="682"/>
                  </a:cubicBezTo>
                  <a:cubicBezTo>
                    <a:pt x="958" y="625"/>
                    <a:pt x="958" y="625"/>
                    <a:pt x="958" y="625"/>
                  </a:cubicBezTo>
                  <a:cubicBezTo>
                    <a:pt x="958" y="625"/>
                    <a:pt x="963" y="602"/>
                    <a:pt x="981" y="602"/>
                  </a:cubicBezTo>
                  <a:cubicBezTo>
                    <a:pt x="999" y="602"/>
                    <a:pt x="1001" y="622"/>
                    <a:pt x="1001" y="622"/>
                  </a:cubicBezTo>
                  <a:cubicBezTo>
                    <a:pt x="1001" y="682"/>
                    <a:pt x="1001" y="682"/>
                    <a:pt x="1001" y="682"/>
                  </a:cubicBezTo>
                  <a:cubicBezTo>
                    <a:pt x="1001" y="682"/>
                    <a:pt x="1001" y="689"/>
                    <a:pt x="1008" y="689"/>
                  </a:cubicBezTo>
                  <a:cubicBezTo>
                    <a:pt x="1015" y="689"/>
                    <a:pt x="1014" y="682"/>
                    <a:pt x="1014" y="682"/>
                  </a:cubicBezTo>
                  <a:cubicBezTo>
                    <a:pt x="1014" y="682"/>
                    <a:pt x="1014" y="647"/>
                    <a:pt x="1014" y="631"/>
                  </a:cubicBezTo>
                  <a:cubicBezTo>
                    <a:pt x="1015" y="616"/>
                    <a:pt x="1027" y="615"/>
                    <a:pt x="1034" y="614"/>
                  </a:cubicBezTo>
                  <a:cubicBezTo>
                    <a:pt x="1041" y="614"/>
                    <a:pt x="1052" y="616"/>
                    <a:pt x="1055" y="623"/>
                  </a:cubicBezTo>
                  <a:cubicBezTo>
                    <a:pt x="1057" y="627"/>
                    <a:pt x="1057" y="645"/>
                    <a:pt x="1057" y="645"/>
                  </a:cubicBezTo>
                  <a:cubicBezTo>
                    <a:pt x="1107" y="645"/>
                    <a:pt x="1107" y="645"/>
                    <a:pt x="1107" y="645"/>
                  </a:cubicBezTo>
                  <a:cubicBezTo>
                    <a:pt x="1107" y="630"/>
                    <a:pt x="1126" y="626"/>
                    <a:pt x="1134" y="626"/>
                  </a:cubicBezTo>
                  <a:cubicBezTo>
                    <a:pt x="1142" y="626"/>
                    <a:pt x="1145" y="621"/>
                    <a:pt x="1145" y="621"/>
                  </a:cubicBezTo>
                  <a:cubicBezTo>
                    <a:pt x="1146" y="620"/>
                    <a:pt x="1146" y="620"/>
                    <a:pt x="1146" y="620"/>
                  </a:cubicBezTo>
                  <a:cubicBezTo>
                    <a:pt x="1148" y="618"/>
                    <a:pt x="1148" y="618"/>
                    <a:pt x="1148" y="618"/>
                  </a:cubicBezTo>
                  <a:cubicBezTo>
                    <a:pt x="1148" y="618"/>
                    <a:pt x="1244" y="523"/>
                    <a:pt x="1273" y="485"/>
                  </a:cubicBezTo>
                  <a:cubicBezTo>
                    <a:pt x="1286" y="470"/>
                    <a:pt x="1297" y="469"/>
                    <a:pt x="1311" y="469"/>
                  </a:cubicBezTo>
                  <a:cubicBezTo>
                    <a:pt x="1324" y="469"/>
                    <a:pt x="1329" y="465"/>
                    <a:pt x="1329" y="458"/>
                  </a:cubicBezTo>
                  <a:cubicBezTo>
                    <a:pt x="1329" y="447"/>
                    <a:pt x="1323" y="449"/>
                    <a:pt x="1312" y="447"/>
                  </a:cubicBezTo>
                  <a:cubicBezTo>
                    <a:pt x="1300" y="446"/>
                    <a:pt x="1287" y="451"/>
                    <a:pt x="1268" y="435"/>
                  </a:cubicBezTo>
                  <a:cubicBezTo>
                    <a:pt x="1248" y="418"/>
                    <a:pt x="1148" y="348"/>
                    <a:pt x="1148" y="348"/>
                  </a:cubicBezTo>
                  <a:cubicBezTo>
                    <a:pt x="1148" y="348"/>
                    <a:pt x="1135" y="337"/>
                    <a:pt x="1134" y="315"/>
                  </a:cubicBezTo>
                  <a:cubicBezTo>
                    <a:pt x="1133" y="293"/>
                    <a:pt x="1105" y="293"/>
                    <a:pt x="1106" y="275"/>
                  </a:cubicBezTo>
                  <a:cubicBezTo>
                    <a:pt x="1106" y="275"/>
                    <a:pt x="1105" y="265"/>
                    <a:pt x="1113" y="258"/>
                  </a:cubicBezTo>
                  <a:cubicBezTo>
                    <a:pt x="1118" y="255"/>
                    <a:pt x="1119" y="244"/>
                    <a:pt x="1113" y="239"/>
                  </a:cubicBezTo>
                  <a:cubicBezTo>
                    <a:pt x="1105" y="233"/>
                    <a:pt x="1106" y="222"/>
                    <a:pt x="1106" y="222"/>
                  </a:cubicBezTo>
                  <a:cubicBezTo>
                    <a:pt x="1105" y="205"/>
                    <a:pt x="1247" y="74"/>
                    <a:pt x="1267" y="67"/>
                  </a:cubicBezTo>
                  <a:cubicBezTo>
                    <a:pt x="1286" y="59"/>
                    <a:pt x="1299" y="62"/>
                    <a:pt x="1311" y="61"/>
                  </a:cubicBezTo>
                  <a:cubicBezTo>
                    <a:pt x="1322" y="60"/>
                    <a:pt x="1328" y="61"/>
                    <a:pt x="1328" y="56"/>
                  </a:cubicBezTo>
                  <a:cubicBezTo>
                    <a:pt x="1328" y="53"/>
                    <a:pt x="1323" y="51"/>
                    <a:pt x="1310" y="51"/>
                  </a:cubicBezTo>
                  <a:cubicBezTo>
                    <a:pt x="1296" y="51"/>
                    <a:pt x="1285" y="51"/>
                    <a:pt x="1272" y="44"/>
                  </a:cubicBezTo>
                  <a:cubicBezTo>
                    <a:pt x="1243" y="26"/>
                    <a:pt x="1153" y="8"/>
                    <a:pt x="1153" y="8"/>
                  </a:cubicBezTo>
                  <a:cubicBezTo>
                    <a:pt x="1153" y="8"/>
                    <a:pt x="1127" y="1"/>
                    <a:pt x="1150" y="1"/>
                  </a:cubicBezTo>
                  <a:cubicBezTo>
                    <a:pt x="1174" y="1"/>
                    <a:pt x="1432" y="0"/>
                    <a:pt x="1432" y="0"/>
                  </a:cubicBezTo>
                  <a:cubicBezTo>
                    <a:pt x="1432" y="0"/>
                    <a:pt x="1532" y="23"/>
                    <a:pt x="1571" y="44"/>
                  </a:cubicBezTo>
                  <a:cubicBezTo>
                    <a:pt x="1576" y="46"/>
                    <a:pt x="1591" y="45"/>
                    <a:pt x="1605" y="45"/>
                  </a:cubicBezTo>
                  <a:cubicBezTo>
                    <a:pt x="1618" y="45"/>
                    <a:pt x="1624" y="53"/>
                    <a:pt x="1624" y="56"/>
                  </a:cubicBezTo>
                  <a:cubicBezTo>
                    <a:pt x="1624" y="61"/>
                    <a:pt x="1619" y="66"/>
                    <a:pt x="1607" y="67"/>
                  </a:cubicBezTo>
                  <a:cubicBezTo>
                    <a:pt x="1596" y="67"/>
                    <a:pt x="1578" y="65"/>
                    <a:pt x="1563" y="70"/>
                  </a:cubicBezTo>
                  <a:cubicBezTo>
                    <a:pt x="1541" y="76"/>
                    <a:pt x="1418" y="229"/>
                    <a:pt x="1418" y="229"/>
                  </a:cubicBezTo>
                  <a:cubicBezTo>
                    <a:pt x="1418" y="229"/>
                    <a:pt x="1412" y="234"/>
                    <a:pt x="1400" y="232"/>
                  </a:cubicBezTo>
                  <a:cubicBezTo>
                    <a:pt x="1390" y="232"/>
                    <a:pt x="1387" y="236"/>
                    <a:pt x="1387" y="243"/>
                  </a:cubicBezTo>
                  <a:cubicBezTo>
                    <a:pt x="1387" y="250"/>
                    <a:pt x="1388" y="258"/>
                    <a:pt x="1399" y="258"/>
                  </a:cubicBezTo>
                  <a:cubicBezTo>
                    <a:pt x="1413" y="259"/>
                    <a:pt x="1418" y="266"/>
                    <a:pt x="1418" y="266"/>
                  </a:cubicBezTo>
                  <a:cubicBezTo>
                    <a:pt x="1418" y="266"/>
                    <a:pt x="1543" y="412"/>
                    <a:pt x="1564" y="427"/>
                  </a:cubicBezTo>
                  <a:cubicBezTo>
                    <a:pt x="1580" y="438"/>
                    <a:pt x="1593" y="434"/>
                    <a:pt x="1604" y="435"/>
                  </a:cubicBezTo>
                  <a:cubicBezTo>
                    <a:pt x="1615" y="436"/>
                    <a:pt x="1625" y="442"/>
                    <a:pt x="1625" y="458"/>
                  </a:cubicBezTo>
                  <a:cubicBezTo>
                    <a:pt x="1625" y="465"/>
                    <a:pt x="1619" y="480"/>
                    <a:pt x="1605" y="480"/>
                  </a:cubicBezTo>
                  <a:cubicBezTo>
                    <a:pt x="1592" y="480"/>
                    <a:pt x="1577" y="479"/>
                    <a:pt x="1564" y="495"/>
                  </a:cubicBezTo>
                  <a:cubicBezTo>
                    <a:pt x="1535" y="533"/>
                    <a:pt x="1436" y="579"/>
                    <a:pt x="1436" y="579"/>
                  </a:cubicBezTo>
                  <a:cubicBezTo>
                    <a:pt x="1434" y="580"/>
                    <a:pt x="1434" y="580"/>
                    <a:pt x="1434" y="580"/>
                  </a:cubicBezTo>
                  <a:cubicBezTo>
                    <a:pt x="1433" y="580"/>
                    <a:pt x="1433" y="580"/>
                    <a:pt x="1433" y="580"/>
                  </a:cubicBezTo>
                  <a:cubicBezTo>
                    <a:pt x="1426" y="583"/>
                    <a:pt x="1424" y="594"/>
                    <a:pt x="1424" y="594"/>
                  </a:cubicBezTo>
                  <a:cubicBezTo>
                    <a:pt x="1419" y="615"/>
                    <a:pt x="1396" y="623"/>
                    <a:pt x="1397" y="633"/>
                  </a:cubicBezTo>
                  <a:cubicBezTo>
                    <a:pt x="1397" y="633"/>
                    <a:pt x="1396" y="643"/>
                    <a:pt x="1404" y="650"/>
                  </a:cubicBezTo>
                  <a:cubicBezTo>
                    <a:pt x="1437" y="650"/>
                    <a:pt x="1437" y="650"/>
                    <a:pt x="1437" y="650"/>
                  </a:cubicBezTo>
                  <a:cubicBezTo>
                    <a:pt x="1437" y="650"/>
                    <a:pt x="1440" y="649"/>
                    <a:pt x="1440" y="642"/>
                  </a:cubicBezTo>
                  <a:cubicBezTo>
                    <a:pt x="1440" y="623"/>
                    <a:pt x="1440" y="623"/>
                    <a:pt x="1440" y="623"/>
                  </a:cubicBezTo>
                  <a:cubicBezTo>
                    <a:pt x="1440" y="623"/>
                    <a:pt x="1444" y="612"/>
                    <a:pt x="1460" y="612"/>
                  </a:cubicBezTo>
                  <a:cubicBezTo>
                    <a:pt x="1476" y="612"/>
                    <a:pt x="1481" y="623"/>
                    <a:pt x="1481" y="623"/>
                  </a:cubicBezTo>
                  <a:cubicBezTo>
                    <a:pt x="1481" y="684"/>
                    <a:pt x="1481" y="684"/>
                    <a:pt x="1481" y="684"/>
                  </a:cubicBezTo>
                  <a:cubicBezTo>
                    <a:pt x="1481" y="684"/>
                    <a:pt x="1481" y="691"/>
                    <a:pt x="1488" y="691"/>
                  </a:cubicBezTo>
                  <a:cubicBezTo>
                    <a:pt x="1494" y="691"/>
                    <a:pt x="1496" y="682"/>
                    <a:pt x="1496" y="682"/>
                  </a:cubicBezTo>
                  <a:cubicBezTo>
                    <a:pt x="1496" y="625"/>
                    <a:pt x="1496" y="625"/>
                    <a:pt x="1496" y="625"/>
                  </a:cubicBezTo>
                  <a:cubicBezTo>
                    <a:pt x="1496" y="625"/>
                    <a:pt x="1500" y="602"/>
                    <a:pt x="1518" y="602"/>
                  </a:cubicBezTo>
                  <a:cubicBezTo>
                    <a:pt x="1536" y="602"/>
                    <a:pt x="1539" y="623"/>
                    <a:pt x="1539" y="623"/>
                  </a:cubicBezTo>
                  <a:cubicBezTo>
                    <a:pt x="1539" y="682"/>
                    <a:pt x="1539" y="682"/>
                    <a:pt x="1539" y="682"/>
                  </a:cubicBezTo>
                  <a:cubicBezTo>
                    <a:pt x="1539" y="682"/>
                    <a:pt x="1539" y="689"/>
                    <a:pt x="1546" y="689"/>
                  </a:cubicBezTo>
                  <a:cubicBezTo>
                    <a:pt x="1552" y="689"/>
                    <a:pt x="1552" y="683"/>
                    <a:pt x="1552" y="683"/>
                  </a:cubicBezTo>
                  <a:cubicBezTo>
                    <a:pt x="1552" y="683"/>
                    <a:pt x="1551" y="647"/>
                    <a:pt x="1552" y="632"/>
                  </a:cubicBezTo>
                  <a:cubicBezTo>
                    <a:pt x="1552" y="616"/>
                    <a:pt x="1565" y="615"/>
                    <a:pt x="1572" y="615"/>
                  </a:cubicBezTo>
                  <a:cubicBezTo>
                    <a:pt x="1579" y="614"/>
                    <a:pt x="1589" y="616"/>
                    <a:pt x="1593" y="623"/>
                  </a:cubicBezTo>
                  <a:cubicBezTo>
                    <a:pt x="1595" y="627"/>
                    <a:pt x="1595" y="645"/>
                    <a:pt x="1595" y="645"/>
                  </a:cubicBezTo>
                  <a:cubicBezTo>
                    <a:pt x="1645" y="645"/>
                    <a:pt x="1645" y="645"/>
                    <a:pt x="1645" y="645"/>
                  </a:cubicBezTo>
                  <a:cubicBezTo>
                    <a:pt x="1645" y="630"/>
                    <a:pt x="1664" y="626"/>
                    <a:pt x="1672" y="626"/>
                  </a:cubicBezTo>
                  <a:cubicBezTo>
                    <a:pt x="1680" y="626"/>
                    <a:pt x="1683" y="621"/>
                    <a:pt x="1683" y="621"/>
                  </a:cubicBezTo>
                  <a:cubicBezTo>
                    <a:pt x="1684" y="620"/>
                    <a:pt x="1684" y="620"/>
                    <a:pt x="1684" y="620"/>
                  </a:cubicBezTo>
                  <a:cubicBezTo>
                    <a:pt x="1685" y="619"/>
                    <a:pt x="1685" y="619"/>
                    <a:pt x="1685" y="619"/>
                  </a:cubicBezTo>
                  <a:cubicBezTo>
                    <a:pt x="1685" y="619"/>
                    <a:pt x="1781" y="523"/>
                    <a:pt x="1811" y="485"/>
                  </a:cubicBezTo>
                  <a:cubicBezTo>
                    <a:pt x="1823" y="470"/>
                    <a:pt x="1834" y="469"/>
                    <a:pt x="1848" y="469"/>
                  </a:cubicBezTo>
                  <a:cubicBezTo>
                    <a:pt x="1862" y="469"/>
                    <a:pt x="1866" y="465"/>
                    <a:pt x="1866" y="458"/>
                  </a:cubicBezTo>
                  <a:cubicBezTo>
                    <a:pt x="1866" y="447"/>
                    <a:pt x="1860" y="449"/>
                    <a:pt x="1849" y="447"/>
                  </a:cubicBezTo>
                  <a:cubicBezTo>
                    <a:pt x="1838" y="446"/>
                    <a:pt x="1825" y="451"/>
                    <a:pt x="1805" y="435"/>
                  </a:cubicBezTo>
                  <a:cubicBezTo>
                    <a:pt x="1785" y="418"/>
                    <a:pt x="1685" y="348"/>
                    <a:pt x="1685" y="348"/>
                  </a:cubicBezTo>
                  <a:cubicBezTo>
                    <a:pt x="1685" y="348"/>
                    <a:pt x="1672" y="337"/>
                    <a:pt x="1672" y="315"/>
                  </a:cubicBezTo>
                  <a:cubicBezTo>
                    <a:pt x="1671" y="293"/>
                    <a:pt x="1643" y="293"/>
                    <a:pt x="1643" y="275"/>
                  </a:cubicBezTo>
                  <a:cubicBezTo>
                    <a:pt x="1643" y="275"/>
                    <a:pt x="1642" y="265"/>
                    <a:pt x="1651" y="258"/>
                  </a:cubicBezTo>
                  <a:cubicBezTo>
                    <a:pt x="1655" y="255"/>
                    <a:pt x="1656" y="244"/>
                    <a:pt x="1650" y="239"/>
                  </a:cubicBezTo>
                  <a:cubicBezTo>
                    <a:pt x="1642" y="233"/>
                    <a:pt x="1643" y="222"/>
                    <a:pt x="1643" y="222"/>
                  </a:cubicBezTo>
                  <a:cubicBezTo>
                    <a:pt x="1643" y="205"/>
                    <a:pt x="1784" y="74"/>
                    <a:pt x="1804" y="67"/>
                  </a:cubicBezTo>
                  <a:cubicBezTo>
                    <a:pt x="1824" y="59"/>
                    <a:pt x="1837" y="62"/>
                    <a:pt x="1848" y="61"/>
                  </a:cubicBezTo>
                  <a:cubicBezTo>
                    <a:pt x="1859" y="60"/>
                    <a:pt x="1865" y="61"/>
                    <a:pt x="1865" y="56"/>
                  </a:cubicBezTo>
                  <a:cubicBezTo>
                    <a:pt x="1865" y="53"/>
                    <a:pt x="1861" y="51"/>
                    <a:pt x="1847" y="51"/>
                  </a:cubicBezTo>
                  <a:cubicBezTo>
                    <a:pt x="1833" y="51"/>
                    <a:pt x="1822" y="51"/>
                    <a:pt x="1810" y="44"/>
                  </a:cubicBezTo>
                  <a:cubicBezTo>
                    <a:pt x="1780" y="26"/>
                    <a:pt x="1691" y="8"/>
                    <a:pt x="1691" y="8"/>
                  </a:cubicBezTo>
                  <a:cubicBezTo>
                    <a:pt x="1691" y="8"/>
                    <a:pt x="1662" y="1"/>
                    <a:pt x="1689" y="1"/>
                  </a:cubicBezTo>
                  <a:cubicBezTo>
                    <a:pt x="1717" y="1"/>
                    <a:pt x="1969" y="0"/>
                    <a:pt x="1969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4" name="Freeform 374">
              <a:extLst>
                <a:ext uri="{FF2B5EF4-FFF2-40B4-BE49-F238E27FC236}">
                  <a16:creationId xmlns:a16="http://schemas.microsoft.com/office/drawing/2014/main" id="{B865F61A-5204-4E58-8C25-A59BA127C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012"/>
              <a:ext cx="28" cy="12"/>
            </a:xfrm>
            <a:custGeom>
              <a:avLst/>
              <a:gdLst>
                <a:gd name="T0" fmla="*/ 0 w 29"/>
                <a:gd name="T1" fmla="*/ 10 h 12"/>
                <a:gd name="T2" fmla="*/ 13 w 29"/>
                <a:gd name="T3" fmla="*/ 3 h 12"/>
                <a:gd name="T4" fmla="*/ 26 w 29"/>
                <a:gd name="T5" fmla="*/ 12 h 12"/>
                <a:gd name="T6" fmla="*/ 0 w 29"/>
                <a:gd name="T7" fmla="*/ 1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2">
                  <a:moveTo>
                    <a:pt x="0" y="10"/>
                  </a:moveTo>
                  <a:cubicBezTo>
                    <a:pt x="0" y="10"/>
                    <a:pt x="4" y="3"/>
                    <a:pt x="13" y="3"/>
                  </a:cubicBezTo>
                  <a:cubicBezTo>
                    <a:pt x="22" y="3"/>
                    <a:pt x="27" y="9"/>
                    <a:pt x="29" y="12"/>
                  </a:cubicBezTo>
                  <a:cubicBezTo>
                    <a:pt x="29" y="12"/>
                    <a:pt x="16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5" name="Freeform 375">
              <a:extLst>
                <a:ext uri="{FF2B5EF4-FFF2-40B4-BE49-F238E27FC236}">
                  <a16:creationId xmlns:a16="http://schemas.microsoft.com/office/drawing/2014/main" id="{C83D65CC-45A8-4D33-A392-852D921E5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028"/>
              <a:ext cx="11" cy="12"/>
            </a:xfrm>
            <a:custGeom>
              <a:avLst/>
              <a:gdLst>
                <a:gd name="T0" fmla="*/ 0 w 11"/>
                <a:gd name="T1" fmla="*/ 0 h 13"/>
                <a:gd name="T2" fmla="*/ 11 w 11"/>
                <a:gd name="T3" fmla="*/ 10 h 13"/>
                <a:gd name="T4" fmla="*/ 0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0" y="0"/>
                    <a:pt x="9" y="0"/>
                    <a:pt x="11" y="13"/>
                  </a:cubicBezTo>
                  <a:cubicBezTo>
                    <a:pt x="11" y="13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6" name="Freeform 376">
              <a:extLst>
                <a:ext uri="{FF2B5EF4-FFF2-40B4-BE49-F238E27FC236}">
                  <a16:creationId xmlns:a16="http://schemas.microsoft.com/office/drawing/2014/main" id="{BFAD9F7A-A458-4A3B-A98C-5004AE606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090"/>
              <a:ext cx="16" cy="22"/>
            </a:xfrm>
            <a:custGeom>
              <a:avLst/>
              <a:gdLst>
                <a:gd name="T0" fmla="*/ 5 w 17"/>
                <a:gd name="T1" fmla="*/ 0 h 23"/>
                <a:gd name="T2" fmla="*/ 14 w 17"/>
                <a:gd name="T3" fmla="*/ 20 h 23"/>
                <a:gd name="T4" fmla="*/ 5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5" y="0"/>
                  </a:moveTo>
                  <a:cubicBezTo>
                    <a:pt x="5" y="0"/>
                    <a:pt x="0" y="17"/>
                    <a:pt x="17" y="23"/>
                  </a:cubicBezTo>
                  <a:cubicBezTo>
                    <a:pt x="17" y="23"/>
                    <a:pt x="6" y="1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7" name="Freeform 377">
              <a:extLst>
                <a:ext uri="{FF2B5EF4-FFF2-40B4-BE49-F238E27FC236}">
                  <a16:creationId xmlns:a16="http://schemas.microsoft.com/office/drawing/2014/main" id="{80B5AD0C-AC3A-41DD-9D3B-1FC78AEE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017"/>
              <a:ext cx="14" cy="24"/>
            </a:xfrm>
            <a:custGeom>
              <a:avLst/>
              <a:gdLst>
                <a:gd name="T0" fmla="*/ 14 w 14"/>
                <a:gd name="T1" fmla="*/ 0 h 25"/>
                <a:gd name="T2" fmla="*/ 0 w 14"/>
                <a:gd name="T3" fmla="*/ 22 h 25"/>
                <a:gd name="T4" fmla="*/ 14 w 1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4" y="0"/>
                  </a:moveTo>
                  <a:cubicBezTo>
                    <a:pt x="14" y="0"/>
                    <a:pt x="0" y="7"/>
                    <a:pt x="0" y="25"/>
                  </a:cubicBezTo>
                  <a:cubicBezTo>
                    <a:pt x="0" y="25"/>
                    <a:pt x="6" y="7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8" name="Freeform 378">
              <a:extLst>
                <a:ext uri="{FF2B5EF4-FFF2-40B4-BE49-F238E27FC236}">
                  <a16:creationId xmlns:a16="http://schemas.microsoft.com/office/drawing/2014/main" id="{807F5EC4-065E-481C-8A57-B86CE7A71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079"/>
              <a:ext cx="17" cy="30"/>
            </a:xfrm>
            <a:custGeom>
              <a:avLst/>
              <a:gdLst>
                <a:gd name="T0" fmla="*/ 0 w 18"/>
                <a:gd name="T1" fmla="*/ 17 h 31"/>
                <a:gd name="T2" fmla="*/ 9 w 18"/>
                <a:gd name="T3" fmla="*/ 0 h 31"/>
                <a:gd name="T4" fmla="*/ 0 w 18"/>
                <a:gd name="T5" fmla="*/ 1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1">
                  <a:moveTo>
                    <a:pt x="0" y="20"/>
                  </a:moveTo>
                  <a:cubicBezTo>
                    <a:pt x="0" y="20"/>
                    <a:pt x="12" y="25"/>
                    <a:pt x="11" y="0"/>
                  </a:cubicBezTo>
                  <a:cubicBezTo>
                    <a:pt x="11" y="0"/>
                    <a:pt x="18" y="31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9" name="Freeform 379">
              <a:extLst>
                <a:ext uri="{FF2B5EF4-FFF2-40B4-BE49-F238E27FC236}">
                  <a16:creationId xmlns:a16="http://schemas.microsoft.com/office/drawing/2014/main" id="{E9BBA282-2F6B-4A4C-B223-946533F0F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073"/>
              <a:ext cx="19" cy="17"/>
            </a:xfrm>
            <a:custGeom>
              <a:avLst/>
              <a:gdLst>
                <a:gd name="T0" fmla="*/ 0 w 19"/>
                <a:gd name="T1" fmla="*/ 0 h 17"/>
                <a:gd name="T2" fmla="*/ 19 w 19"/>
                <a:gd name="T3" fmla="*/ 17 h 17"/>
                <a:gd name="T4" fmla="*/ 0 w 1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0" y="0"/>
                    <a:pt x="1" y="12"/>
                    <a:pt x="19" y="17"/>
                  </a:cubicBezTo>
                  <a:cubicBezTo>
                    <a:pt x="19" y="17"/>
                    <a:pt x="2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0" name="Freeform 380">
              <a:extLst>
                <a:ext uri="{FF2B5EF4-FFF2-40B4-BE49-F238E27FC236}">
                  <a16:creationId xmlns:a16="http://schemas.microsoft.com/office/drawing/2014/main" id="{07CB7D05-B159-4981-8C57-A076DCE95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076"/>
              <a:ext cx="22" cy="22"/>
            </a:xfrm>
            <a:custGeom>
              <a:avLst/>
              <a:gdLst>
                <a:gd name="T0" fmla="*/ 0 w 23"/>
                <a:gd name="T1" fmla="*/ 4 h 22"/>
                <a:gd name="T2" fmla="*/ 20 w 23"/>
                <a:gd name="T3" fmla="*/ 22 h 22"/>
                <a:gd name="T4" fmla="*/ 0 w 23"/>
                <a:gd name="T5" fmla="*/ 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0" y="4"/>
                  </a:moveTo>
                  <a:cubicBezTo>
                    <a:pt x="0" y="4"/>
                    <a:pt x="8" y="0"/>
                    <a:pt x="23" y="22"/>
                  </a:cubicBezTo>
                  <a:cubicBezTo>
                    <a:pt x="23" y="22"/>
                    <a:pt x="8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1" name="Freeform 381">
              <a:extLst>
                <a:ext uri="{FF2B5EF4-FFF2-40B4-BE49-F238E27FC236}">
                  <a16:creationId xmlns:a16="http://schemas.microsoft.com/office/drawing/2014/main" id="{02928A81-8234-4FE5-A105-F8AD7B75F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086"/>
              <a:ext cx="11" cy="18"/>
            </a:xfrm>
            <a:custGeom>
              <a:avLst/>
              <a:gdLst>
                <a:gd name="T0" fmla="*/ 5 w 11"/>
                <a:gd name="T1" fmla="*/ 0 h 19"/>
                <a:gd name="T2" fmla="*/ 11 w 11"/>
                <a:gd name="T3" fmla="*/ 16 h 19"/>
                <a:gd name="T4" fmla="*/ 5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5" y="0"/>
                  </a:moveTo>
                  <a:cubicBezTo>
                    <a:pt x="5" y="0"/>
                    <a:pt x="0" y="10"/>
                    <a:pt x="11" y="19"/>
                  </a:cubicBezTo>
                  <a:cubicBezTo>
                    <a:pt x="11" y="19"/>
                    <a:pt x="4" y="7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2" name="Freeform 382">
              <a:extLst>
                <a:ext uri="{FF2B5EF4-FFF2-40B4-BE49-F238E27FC236}">
                  <a16:creationId xmlns:a16="http://schemas.microsoft.com/office/drawing/2014/main" id="{71BA830B-C703-4308-A9C6-75955372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875"/>
              <a:ext cx="9" cy="10"/>
            </a:xfrm>
            <a:custGeom>
              <a:avLst/>
              <a:gdLst>
                <a:gd name="T0" fmla="*/ 0 w 10"/>
                <a:gd name="T1" fmla="*/ 0 h 10"/>
                <a:gd name="T2" fmla="*/ 0 w 10"/>
                <a:gd name="T3" fmla="*/ 10 h 10"/>
                <a:gd name="T4" fmla="*/ 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0" y="0"/>
                    <a:pt x="10" y="2"/>
                    <a:pt x="0" y="10"/>
                  </a:cubicBezTo>
                  <a:cubicBezTo>
                    <a:pt x="0" y="10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3" name="Freeform 383">
              <a:extLst>
                <a:ext uri="{FF2B5EF4-FFF2-40B4-BE49-F238E27FC236}">
                  <a16:creationId xmlns:a16="http://schemas.microsoft.com/office/drawing/2014/main" id="{D54D762B-E165-4EA0-8862-2DCCDA915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257"/>
              <a:ext cx="18" cy="29"/>
            </a:xfrm>
            <a:custGeom>
              <a:avLst/>
              <a:gdLst>
                <a:gd name="T0" fmla="*/ 4 w 18"/>
                <a:gd name="T1" fmla="*/ 0 h 30"/>
                <a:gd name="T2" fmla="*/ 0 w 18"/>
                <a:gd name="T3" fmla="*/ 27 h 30"/>
                <a:gd name="T4" fmla="*/ 4 w 1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0">
                  <a:moveTo>
                    <a:pt x="4" y="0"/>
                  </a:moveTo>
                  <a:cubicBezTo>
                    <a:pt x="4" y="0"/>
                    <a:pt x="18" y="17"/>
                    <a:pt x="0" y="30"/>
                  </a:cubicBezTo>
                  <a:cubicBezTo>
                    <a:pt x="0" y="30"/>
                    <a:pt x="9" y="1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4" name="Freeform 384">
              <a:extLst>
                <a:ext uri="{FF2B5EF4-FFF2-40B4-BE49-F238E27FC236}">
                  <a16:creationId xmlns:a16="http://schemas.microsoft.com/office/drawing/2014/main" id="{FBFBD544-DFC3-48CA-8E81-A7117D60B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258"/>
              <a:ext cx="16" cy="27"/>
            </a:xfrm>
            <a:custGeom>
              <a:avLst/>
              <a:gdLst>
                <a:gd name="T0" fmla="*/ 3 w 16"/>
                <a:gd name="T1" fmla="*/ 0 h 28"/>
                <a:gd name="T2" fmla="*/ 0 w 16"/>
                <a:gd name="T3" fmla="*/ 25 h 28"/>
                <a:gd name="T4" fmla="*/ 3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3" y="0"/>
                  </a:moveTo>
                  <a:cubicBezTo>
                    <a:pt x="3" y="0"/>
                    <a:pt x="16" y="15"/>
                    <a:pt x="0" y="28"/>
                  </a:cubicBezTo>
                  <a:cubicBezTo>
                    <a:pt x="0" y="28"/>
                    <a:pt x="10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5" name="Freeform 385">
              <a:extLst>
                <a:ext uri="{FF2B5EF4-FFF2-40B4-BE49-F238E27FC236}">
                  <a16:creationId xmlns:a16="http://schemas.microsoft.com/office/drawing/2014/main" id="{CEA106DB-ACF5-4969-9021-AA14104E2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096"/>
              <a:ext cx="13" cy="17"/>
            </a:xfrm>
            <a:custGeom>
              <a:avLst/>
              <a:gdLst>
                <a:gd name="T0" fmla="*/ 0 w 14"/>
                <a:gd name="T1" fmla="*/ 0 h 18"/>
                <a:gd name="T2" fmla="*/ 11 w 14"/>
                <a:gd name="T3" fmla="*/ 4 h 18"/>
                <a:gd name="T4" fmla="*/ 0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0" y="0"/>
                    <a:pt x="3" y="11"/>
                    <a:pt x="14" y="4"/>
                  </a:cubicBezTo>
                  <a:cubicBezTo>
                    <a:pt x="14" y="4"/>
                    <a:pt x="1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6" name="Freeform 386">
              <a:extLst>
                <a:ext uri="{FF2B5EF4-FFF2-40B4-BE49-F238E27FC236}">
                  <a16:creationId xmlns:a16="http://schemas.microsoft.com/office/drawing/2014/main" id="{84488739-F7C4-4F47-8115-04622DA49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088"/>
              <a:ext cx="19" cy="22"/>
            </a:xfrm>
            <a:custGeom>
              <a:avLst/>
              <a:gdLst>
                <a:gd name="T0" fmla="*/ 13 w 20"/>
                <a:gd name="T1" fmla="*/ 0 h 23"/>
                <a:gd name="T2" fmla="*/ 0 w 20"/>
                <a:gd name="T3" fmla="*/ 20 h 23"/>
                <a:gd name="T4" fmla="*/ 13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16" y="0"/>
                  </a:moveTo>
                  <a:cubicBezTo>
                    <a:pt x="16" y="0"/>
                    <a:pt x="20" y="22"/>
                    <a:pt x="0" y="23"/>
                  </a:cubicBezTo>
                  <a:cubicBezTo>
                    <a:pt x="0" y="23"/>
                    <a:pt x="14" y="15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7" name="Freeform 387">
              <a:extLst>
                <a:ext uri="{FF2B5EF4-FFF2-40B4-BE49-F238E27FC236}">
                  <a16:creationId xmlns:a16="http://schemas.microsoft.com/office/drawing/2014/main" id="{54CD7EEA-3679-4CA1-A35D-C41653E72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025"/>
              <a:ext cx="16" cy="17"/>
            </a:xfrm>
            <a:custGeom>
              <a:avLst/>
              <a:gdLst>
                <a:gd name="T0" fmla="*/ 0 w 17"/>
                <a:gd name="T1" fmla="*/ 1 h 18"/>
                <a:gd name="T2" fmla="*/ 14 w 17"/>
                <a:gd name="T3" fmla="*/ 15 h 18"/>
                <a:gd name="T4" fmla="*/ 0 w 17"/>
                <a:gd name="T5" fmla="*/ 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1"/>
                  </a:moveTo>
                  <a:cubicBezTo>
                    <a:pt x="0" y="1"/>
                    <a:pt x="17" y="0"/>
                    <a:pt x="17" y="18"/>
                  </a:cubicBezTo>
                  <a:cubicBezTo>
                    <a:pt x="17" y="18"/>
                    <a:pt x="11" y="4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8" name="Freeform 388">
              <a:extLst>
                <a:ext uri="{FF2B5EF4-FFF2-40B4-BE49-F238E27FC236}">
                  <a16:creationId xmlns:a16="http://schemas.microsoft.com/office/drawing/2014/main" id="{E378ECDC-C910-4677-A5AA-B7F51516B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067"/>
              <a:ext cx="24" cy="17"/>
            </a:xfrm>
            <a:custGeom>
              <a:avLst/>
              <a:gdLst>
                <a:gd name="T0" fmla="*/ 0 w 25"/>
                <a:gd name="T1" fmla="*/ 2 h 18"/>
                <a:gd name="T2" fmla="*/ 13 w 25"/>
                <a:gd name="T3" fmla="*/ 3 h 18"/>
                <a:gd name="T4" fmla="*/ 22 w 25"/>
                <a:gd name="T5" fmla="*/ 15 h 18"/>
                <a:gd name="T6" fmla="*/ 16 w 25"/>
                <a:gd name="T7" fmla="*/ 0 h 18"/>
                <a:gd name="T8" fmla="*/ 0 w 25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0" y="2"/>
                  </a:move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4" y="12"/>
                    <a:pt x="25" y="18"/>
                  </a:cubicBezTo>
                  <a:cubicBezTo>
                    <a:pt x="25" y="18"/>
                    <a:pt x="17" y="9"/>
                    <a:pt x="19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9" name="Freeform 389">
              <a:extLst>
                <a:ext uri="{FF2B5EF4-FFF2-40B4-BE49-F238E27FC236}">
                  <a16:creationId xmlns:a16="http://schemas.microsoft.com/office/drawing/2014/main" id="{D9013656-407C-4A70-B63B-D6091369B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896"/>
              <a:ext cx="121" cy="136"/>
            </a:xfrm>
            <a:custGeom>
              <a:avLst/>
              <a:gdLst>
                <a:gd name="T0" fmla="*/ 111 w 126"/>
                <a:gd name="T1" fmla="*/ 0 h 140"/>
                <a:gd name="T2" fmla="*/ 0 w 126"/>
                <a:gd name="T3" fmla="*/ 128 h 140"/>
                <a:gd name="T4" fmla="*/ 6 w 126"/>
                <a:gd name="T5" fmla="*/ 117 h 140"/>
                <a:gd name="T6" fmla="*/ 111 w 126"/>
                <a:gd name="T7" fmla="*/ 0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40">
                  <a:moveTo>
                    <a:pt x="126" y="0"/>
                  </a:moveTo>
                  <a:cubicBezTo>
                    <a:pt x="126" y="0"/>
                    <a:pt x="35" y="94"/>
                    <a:pt x="0" y="140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6" y="128"/>
                    <a:pt x="107" y="16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0" name="Freeform 390">
              <a:extLst>
                <a:ext uri="{FF2B5EF4-FFF2-40B4-BE49-F238E27FC236}">
                  <a16:creationId xmlns:a16="http://schemas.microsoft.com/office/drawing/2014/main" id="{07436D20-275E-4003-8D14-DC251FB26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895"/>
              <a:ext cx="126" cy="140"/>
            </a:xfrm>
            <a:custGeom>
              <a:avLst/>
              <a:gdLst>
                <a:gd name="T0" fmla="*/ 118 w 130"/>
                <a:gd name="T1" fmla="*/ 0 h 144"/>
                <a:gd name="T2" fmla="*/ 0 w 130"/>
                <a:gd name="T3" fmla="*/ 132 h 144"/>
                <a:gd name="T4" fmla="*/ 0 w 130"/>
                <a:gd name="T5" fmla="*/ 128 h 144"/>
                <a:gd name="T6" fmla="*/ 118 w 130"/>
                <a:gd name="T7" fmla="*/ 0 h 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144">
                  <a:moveTo>
                    <a:pt x="130" y="0"/>
                  </a:moveTo>
                  <a:cubicBezTo>
                    <a:pt x="130" y="0"/>
                    <a:pt x="41" y="90"/>
                    <a:pt x="0" y="144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113" y="9"/>
                    <a:pt x="1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1" name="Freeform 391">
              <a:extLst>
                <a:ext uri="{FF2B5EF4-FFF2-40B4-BE49-F238E27FC236}">
                  <a16:creationId xmlns:a16="http://schemas.microsoft.com/office/drawing/2014/main" id="{401E43F7-86D9-496C-99A8-19D6C8DFF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427"/>
              <a:ext cx="14" cy="27"/>
            </a:xfrm>
            <a:custGeom>
              <a:avLst/>
              <a:gdLst>
                <a:gd name="T0" fmla="*/ 12 w 15"/>
                <a:gd name="T1" fmla="*/ 0 h 28"/>
                <a:gd name="T2" fmla="*/ 9 w 15"/>
                <a:gd name="T3" fmla="*/ 25 h 28"/>
                <a:gd name="T4" fmla="*/ 12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12" y="28"/>
                  </a:cubicBezTo>
                  <a:cubicBezTo>
                    <a:pt x="12" y="28"/>
                    <a:pt x="7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2" name="Freeform 392">
              <a:extLst>
                <a:ext uri="{FF2B5EF4-FFF2-40B4-BE49-F238E27FC236}">
                  <a16:creationId xmlns:a16="http://schemas.microsoft.com/office/drawing/2014/main" id="{2B4E45A1-2EBF-417D-85F1-8E5B4159B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440"/>
              <a:ext cx="3" cy="51"/>
            </a:xfrm>
            <a:custGeom>
              <a:avLst/>
              <a:gdLst>
                <a:gd name="T0" fmla="*/ 0 w 3"/>
                <a:gd name="T1" fmla="*/ 0 h 51"/>
                <a:gd name="T2" fmla="*/ 1 w 3"/>
                <a:gd name="T3" fmla="*/ 51 h 51"/>
                <a:gd name="T4" fmla="*/ 3 w 3"/>
                <a:gd name="T5" fmla="*/ 48 h 51"/>
                <a:gd name="T6" fmla="*/ 0 w 3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1">
                  <a:moveTo>
                    <a:pt x="0" y="0"/>
                  </a:moveTo>
                  <a:lnTo>
                    <a:pt x="1" y="51"/>
                  </a:lnTo>
                  <a:lnTo>
                    <a:pt x="3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3" name="Freeform 393">
              <a:extLst>
                <a:ext uri="{FF2B5EF4-FFF2-40B4-BE49-F238E27FC236}">
                  <a16:creationId xmlns:a16="http://schemas.microsoft.com/office/drawing/2014/main" id="{B42A8DC2-0C6C-44A3-8A0E-46EE2440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492"/>
              <a:ext cx="20" cy="18"/>
            </a:xfrm>
            <a:custGeom>
              <a:avLst/>
              <a:gdLst>
                <a:gd name="T0" fmla="*/ 4 w 21"/>
                <a:gd name="T1" fmla="*/ 0 h 18"/>
                <a:gd name="T2" fmla="*/ 18 w 21"/>
                <a:gd name="T3" fmla="*/ 18 h 18"/>
                <a:gd name="T4" fmla="*/ 4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4" y="0"/>
                  </a:moveTo>
                  <a:cubicBezTo>
                    <a:pt x="4" y="0"/>
                    <a:pt x="0" y="17"/>
                    <a:pt x="21" y="18"/>
                  </a:cubicBezTo>
                  <a:cubicBezTo>
                    <a:pt x="21" y="18"/>
                    <a:pt x="5" y="15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4" name="Rectangle 394">
              <a:extLst>
                <a:ext uri="{FF2B5EF4-FFF2-40B4-BE49-F238E27FC236}">
                  <a16:creationId xmlns:a16="http://schemas.microsoft.com/office/drawing/2014/main" id="{7408A807-BCA1-4DD0-A867-D4D2E4C8D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2455"/>
              <a:ext cx="48" cy="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1835" name="Freeform 395">
              <a:extLst>
                <a:ext uri="{FF2B5EF4-FFF2-40B4-BE49-F238E27FC236}">
                  <a16:creationId xmlns:a16="http://schemas.microsoft.com/office/drawing/2014/main" id="{21980AC8-0D3A-4ECB-9920-7923E4BC1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2255"/>
              <a:ext cx="25" cy="22"/>
            </a:xfrm>
            <a:custGeom>
              <a:avLst/>
              <a:gdLst>
                <a:gd name="T0" fmla="*/ 0 w 26"/>
                <a:gd name="T1" fmla="*/ 1 h 23"/>
                <a:gd name="T2" fmla="*/ 10 w 26"/>
                <a:gd name="T3" fmla="*/ 20 h 23"/>
                <a:gd name="T4" fmla="*/ 0 w 26"/>
                <a:gd name="T5" fmla="*/ 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3">
                  <a:moveTo>
                    <a:pt x="0" y="1"/>
                  </a:moveTo>
                  <a:cubicBezTo>
                    <a:pt x="0" y="1"/>
                    <a:pt x="19" y="3"/>
                    <a:pt x="10" y="23"/>
                  </a:cubicBezTo>
                  <a:cubicBezTo>
                    <a:pt x="10" y="23"/>
                    <a:pt x="26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6" name="Freeform 396">
              <a:extLst>
                <a:ext uri="{FF2B5EF4-FFF2-40B4-BE49-F238E27FC236}">
                  <a16:creationId xmlns:a16="http://schemas.microsoft.com/office/drawing/2014/main" id="{96C1BF6E-E413-4313-B522-DD569E03C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426"/>
              <a:ext cx="16" cy="16"/>
            </a:xfrm>
            <a:custGeom>
              <a:avLst/>
              <a:gdLst>
                <a:gd name="T0" fmla="*/ 14 w 17"/>
                <a:gd name="T1" fmla="*/ 5 h 17"/>
                <a:gd name="T2" fmla="*/ 5 w 17"/>
                <a:gd name="T3" fmla="*/ 14 h 17"/>
                <a:gd name="T4" fmla="*/ 14 w 17"/>
                <a:gd name="T5" fmla="*/ 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7" y="5"/>
                  </a:moveTo>
                  <a:cubicBezTo>
                    <a:pt x="17" y="5"/>
                    <a:pt x="7" y="5"/>
                    <a:pt x="5" y="17"/>
                  </a:cubicBezTo>
                  <a:cubicBezTo>
                    <a:pt x="5" y="17"/>
                    <a:pt x="0" y="0"/>
                    <a:pt x="1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7" name="Freeform 397">
              <a:extLst>
                <a:ext uri="{FF2B5EF4-FFF2-40B4-BE49-F238E27FC236}">
                  <a16:creationId xmlns:a16="http://schemas.microsoft.com/office/drawing/2014/main" id="{0D199617-A3FD-470F-B564-CB2F9F4B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483"/>
              <a:ext cx="24" cy="27"/>
            </a:xfrm>
            <a:custGeom>
              <a:avLst/>
              <a:gdLst>
                <a:gd name="T0" fmla="*/ 7 w 25"/>
                <a:gd name="T1" fmla="*/ 0 h 28"/>
                <a:gd name="T2" fmla="*/ 22 w 25"/>
                <a:gd name="T3" fmla="*/ 25 h 28"/>
                <a:gd name="T4" fmla="*/ 7 w 2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7" y="0"/>
                  </a:moveTo>
                  <a:cubicBezTo>
                    <a:pt x="7" y="0"/>
                    <a:pt x="0" y="26"/>
                    <a:pt x="25" y="28"/>
                  </a:cubicBezTo>
                  <a:cubicBezTo>
                    <a:pt x="25" y="28"/>
                    <a:pt x="6" y="1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8" name="Freeform 398">
              <a:extLst>
                <a:ext uri="{FF2B5EF4-FFF2-40B4-BE49-F238E27FC236}">
                  <a16:creationId xmlns:a16="http://schemas.microsoft.com/office/drawing/2014/main" id="{0CAB34D6-BC5A-4117-9D36-EA7CEDC31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430"/>
              <a:ext cx="3" cy="62"/>
            </a:xfrm>
            <a:custGeom>
              <a:avLst/>
              <a:gdLst>
                <a:gd name="T0" fmla="*/ 0 w 3"/>
                <a:gd name="T1" fmla="*/ 0 h 62"/>
                <a:gd name="T2" fmla="*/ 0 w 3"/>
                <a:gd name="T3" fmla="*/ 62 h 62"/>
                <a:gd name="T4" fmla="*/ 3 w 3"/>
                <a:gd name="T5" fmla="*/ 61 h 62"/>
                <a:gd name="T6" fmla="*/ 0 w 3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2">
                  <a:moveTo>
                    <a:pt x="0" y="0"/>
                  </a:moveTo>
                  <a:lnTo>
                    <a:pt x="0" y="62"/>
                  </a:lnTo>
                  <a:lnTo>
                    <a:pt x="3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9" name="Freeform 399">
              <a:extLst>
                <a:ext uri="{FF2B5EF4-FFF2-40B4-BE49-F238E27FC236}">
                  <a16:creationId xmlns:a16="http://schemas.microsoft.com/office/drawing/2014/main" id="{12159061-FFB9-48E5-949E-CE4BF7C2A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431"/>
              <a:ext cx="16" cy="19"/>
            </a:xfrm>
            <a:custGeom>
              <a:avLst/>
              <a:gdLst>
                <a:gd name="T0" fmla="*/ 16 w 16"/>
                <a:gd name="T1" fmla="*/ 1 h 19"/>
                <a:gd name="T2" fmla="*/ 7 w 16"/>
                <a:gd name="T3" fmla="*/ 19 h 19"/>
                <a:gd name="T4" fmla="*/ 16 w 16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16" y="1"/>
                  </a:moveTo>
                  <a:cubicBezTo>
                    <a:pt x="16" y="1"/>
                    <a:pt x="8" y="0"/>
                    <a:pt x="7" y="19"/>
                  </a:cubicBezTo>
                  <a:cubicBezTo>
                    <a:pt x="7" y="19"/>
                    <a:pt x="0" y="0"/>
                    <a:pt x="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0" name="Freeform 400">
              <a:extLst>
                <a:ext uri="{FF2B5EF4-FFF2-40B4-BE49-F238E27FC236}">
                  <a16:creationId xmlns:a16="http://schemas.microsoft.com/office/drawing/2014/main" id="{8F23ABFE-7218-40FE-A7A6-CA482C8B9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253"/>
              <a:ext cx="18" cy="33"/>
            </a:xfrm>
            <a:custGeom>
              <a:avLst/>
              <a:gdLst>
                <a:gd name="T0" fmla="*/ 0 w 19"/>
                <a:gd name="T1" fmla="*/ 0 h 34"/>
                <a:gd name="T2" fmla="*/ 2 w 19"/>
                <a:gd name="T3" fmla="*/ 31 h 34"/>
                <a:gd name="T4" fmla="*/ 0 w 19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0" y="0"/>
                  </a:moveTo>
                  <a:cubicBezTo>
                    <a:pt x="0" y="0"/>
                    <a:pt x="19" y="17"/>
                    <a:pt x="2" y="34"/>
                  </a:cubicBezTo>
                  <a:cubicBezTo>
                    <a:pt x="2" y="34"/>
                    <a:pt x="9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1" name="Freeform 401">
              <a:extLst>
                <a:ext uri="{FF2B5EF4-FFF2-40B4-BE49-F238E27FC236}">
                  <a16:creationId xmlns:a16="http://schemas.microsoft.com/office/drawing/2014/main" id="{AEF1C663-7F74-4E8E-AFB2-0E02F08C0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254"/>
              <a:ext cx="20" cy="33"/>
            </a:xfrm>
            <a:custGeom>
              <a:avLst/>
              <a:gdLst>
                <a:gd name="T0" fmla="*/ 1 w 21"/>
                <a:gd name="T1" fmla="*/ 0 h 34"/>
                <a:gd name="T2" fmla="*/ 0 w 21"/>
                <a:gd name="T3" fmla="*/ 31 h 34"/>
                <a:gd name="T4" fmla="*/ 1 w 2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1" y="0"/>
                  </a:moveTo>
                  <a:cubicBezTo>
                    <a:pt x="1" y="0"/>
                    <a:pt x="21" y="16"/>
                    <a:pt x="0" y="34"/>
                  </a:cubicBezTo>
                  <a:cubicBezTo>
                    <a:pt x="0" y="34"/>
                    <a:pt x="11" y="17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2" name="Freeform 402">
              <a:extLst>
                <a:ext uri="{FF2B5EF4-FFF2-40B4-BE49-F238E27FC236}">
                  <a16:creationId xmlns:a16="http://schemas.microsoft.com/office/drawing/2014/main" id="{CB577AAA-D088-45D4-BCF5-A8231FFA7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253"/>
              <a:ext cx="19" cy="33"/>
            </a:xfrm>
            <a:custGeom>
              <a:avLst/>
              <a:gdLst>
                <a:gd name="T0" fmla="*/ 0 w 20"/>
                <a:gd name="T1" fmla="*/ 0 h 34"/>
                <a:gd name="T2" fmla="*/ 2 w 20"/>
                <a:gd name="T3" fmla="*/ 31 h 34"/>
                <a:gd name="T4" fmla="*/ 0 w 2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0" y="0"/>
                    <a:pt x="20" y="17"/>
                    <a:pt x="2" y="34"/>
                  </a:cubicBezTo>
                  <a:cubicBezTo>
                    <a:pt x="2" y="34"/>
                    <a:pt x="10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3" name="Freeform 403">
              <a:extLst>
                <a:ext uri="{FF2B5EF4-FFF2-40B4-BE49-F238E27FC236}">
                  <a16:creationId xmlns:a16="http://schemas.microsoft.com/office/drawing/2014/main" id="{7074B9DE-24AF-49B1-AD89-9AD1D383A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255"/>
              <a:ext cx="16" cy="30"/>
            </a:xfrm>
            <a:custGeom>
              <a:avLst/>
              <a:gdLst>
                <a:gd name="T0" fmla="*/ 0 w 16"/>
                <a:gd name="T1" fmla="*/ 0 h 31"/>
                <a:gd name="T2" fmla="*/ 0 w 16"/>
                <a:gd name="T3" fmla="*/ 28 h 31"/>
                <a:gd name="T4" fmla="*/ 0 w 16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0" y="0"/>
                    <a:pt x="16" y="16"/>
                    <a:pt x="0" y="31"/>
                  </a:cubicBezTo>
                  <a:cubicBezTo>
                    <a:pt x="0" y="31"/>
                    <a:pt x="9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4" name="Freeform 404">
              <a:extLst>
                <a:ext uri="{FF2B5EF4-FFF2-40B4-BE49-F238E27FC236}">
                  <a16:creationId xmlns:a16="http://schemas.microsoft.com/office/drawing/2014/main" id="{9B850316-9C66-4C8E-B732-4EB7A7FA5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255"/>
              <a:ext cx="17" cy="30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28 h 31"/>
                <a:gd name="T4" fmla="*/ 0 w 1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cubicBezTo>
                    <a:pt x="0" y="0"/>
                    <a:pt x="18" y="17"/>
                    <a:pt x="0" y="31"/>
                  </a:cubicBezTo>
                  <a:cubicBezTo>
                    <a:pt x="0" y="31"/>
                    <a:pt x="9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444" name="Artery-cross-section-with-plaque">
            <a:extLst>
              <a:ext uri="{FF2B5EF4-FFF2-40B4-BE49-F238E27FC236}">
                <a16:creationId xmlns:a16="http://schemas.microsoft.com/office/drawing/2014/main" id="{E31FBD56-7F38-43A2-8A99-58273DA7585B}"/>
              </a:ext>
            </a:extLst>
          </p:cNvPr>
          <p:cNvGrpSpPr>
            <a:grpSpLocks/>
          </p:cNvGrpSpPr>
          <p:nvPr/>
        </p:nvGrpSpPr>
        <p:grpSpPr bwMode="auto">
          <a:xfrm>
            <a:off x="3903663" y="1257300"/>
            <a:ext cx="6154737" cy="2933700"/>
            <a:chOff x="867" y="1287"/>
            <a:chExt cx="3877" cy="1848"/>
          </a:xfrm>
        </p:grpSpPr>
        <p:grpSp>
          <p:nvGrpSpPr>
            <p:cNvPr id="61445" name="Group 406">
              <a:extLst>
                <a:ext uri="{FF2B5EF4-FFF2-40B4-BE49-F238E27FC236}">
                  <a16:creationId xmlns:a16="http://schemas.microsoft.com/office/drawing/2014/main" id="{5B61A6FA-845F-41E3-B9FF-389710C5B7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" y="1287"/>
              <a:ext cx="3877" cy="1848"/>
              <a:chOff x="867" y="1287"/>
              <a:chExt cx="3877" cy="1848"/>
            </a:xfrm>
          </p:grpSpPr>
          <p:sp>
            <p:nvSpPr>
              <p:cNvPr id="61574" name="Freeform 407">
                <a:extLst>
                  <a:ext uri="{FF2B5EF4-FFF2-40B4-BE49-F238E27FC236}">
                    <a16:creationId xmlns:a16="http://schemas.microsoft.com/office/drawing/2014/main" id="{3ACC1C22-15F8-4BFE-AC6F-C272DE487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818"/>
                <a:ext cx="2827" cy="1093"/>
              </a:xfrm>
              <a:custGeom>
                <a:avLst/>
                <a:gdLst>
                  <a:gd name="T0" fmla="*/ 17580 w 1062"/>
                  <a:gd name="T1" fmla="*/ 2078 h 385"/>
                  <a:gd name="T2" fmla="*/ 15844 w 1062"/>
                  <a:gd name="T3" fmla="*/ 3063 h 385"/>
                  <a:gd name="T4" fmla="*/ 2111 w 1062"/>
                  <a:gd name="T5" fmla="*/ 0 h 385"/>
                  <a:gd name="T6" fmla="*/ 1906 w 1062"/>
                  <a:gd name="T7" fmla="*/ 684 h 385"/>
                  <a:gd name="T8" fmla="*/ 0 w 1062"/>
                  <a:gd name="T9" fmla="*/ 4207 h 385"/>
                  <a:gd name="T10" fmla="*/ 7887 w 1062"/>
                  <a:gd name="T11" fmla="*/ 6061 h 385"/>
                  <a:gd name="T12" fmla="*/ 15809 w 1062"/>
                  <a:gd name="T13" fmla="*/ 7753 h 385"/>
                  <a:gd name="T14" fmla="*/ 15809 w 1062"/>
                  <a:gd name="T15" fmla="*/ 7753 h 385"/>
                  <a:gd name="T16" fmla="*/ 17580 w 1062"/>
                  <a:gd name="T17" fmla="*/ 8809 h 385"/>
                  <a:gd name="T18" fmla="*/ 20031 w 1062"/>
                  <a:gd name="T19" fmla="*/ 5448 h 385"/>
                  <a:gd name="T20" fmla="*/ 17580 w 1062"/>
                  <a:gd name="T21" fmla="*/ 2078 h 3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2" h="385">
                    <a:moveTo>
                      <a:pt x="932" y="91"/>
                    </a:moveTo>
                    <a:cubicBezTo>
                      <a:pt x="896" y="91"/>
                      <a:pt x="864" y="108"/>
                      <a:pt x="840" y="134"/>
                    </a:cubicBezTo>
                    <a:cubicBezTo>
                      <a:pt x="840" y="134"/>
                      <a:pt x="467" y="66"/>
                      <a:pt x="112" y="0"/>
                    </a:cubicBezTo>
                    <a:cubicBezTo>
                      <a:pt x="109" y="10"/>
                      <a:pt x="105" y="20"/>
                      <a:pt x="101" y="30"/>
                    </a:cubicBezTo>
                    <a:cubicBezTo>
                      <a:pt x="76" y="83"/>
                      <a:pt x="46" y="144"/>
                      <a:pt x="0" y="184"/>
                    </a:cubicBezTo>
                    <a:cubicBezTo>
                      <a:pt x="214" y="225"/>
                      <a:pt x="385" y="258"/>
                      <a:pt x="418" y="265"/>
                    </a:cubicBezTo>
                    <a:cubicBezTo>
                      <a:pt x="516" y="285"/>
                      <a:pt x="810" y="335"/>
                      <a:pt x="838" y="339"/>
                    </a:cubicBezTo>
                    <a:cubicBezTo>
                      <a:pt x="838" y="339"/>
                      <a:pt x="838" y="339"/>
                      <a:pt x="838" y="339"/>
                    </a:cubicBezTo>
                    <a:cubicBezTo>
                      <a:pt x="862" y="367"/>
                      <a:pt x="895" y="385"/>
                      <a:pt x="932" y="385"/>
                    </a:cubicBezTo>
                    <a:cubicBezTo>
                      <a:pt x="1004" y="385"/>
                      <a:pt x="1062" y="319"/>
                      <a:pt x="1062" y="238"/>
                    </a:cubicBezTo>
                    <a:cubicBezTo>
                      <a:pt x="1062" y="157"/>
                      <a:pt x="1004" y="91"/>
                      <a:pt x="932" y="91"/>
                    </a:cubicBez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5" name="Freeform 408">
                <a:extLst>
                  <a:ext uri="{FF2B5EF4-FFF2-40B4-BE49-F238E27FC236}">
                    <a16:creationId xmlns:a16="http://schemas.microsoft.com/office/drawing/2014/main" id="{9E1EE2B6-55A2-42C8-88A3-84D4B8497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852"/>
                <a:ext cx="900" cy="1283"/>
              </a:xfrm>
              <a:custGeom>
                <a:avLst/>
                <a:gdLst>
                  <a:gd name="T0" fmla="*/ 2601 w 338"/>
                  <a:gd name="T1" fmla="*/ 0 h 452"/>
                  <a:gd name="T2" fmla="*/ 431 w 338"/>
                  <a:gd name="T3" fmla="*/ 934 h 452"/>
                  <a:gd name="T4" fmla="*/ 865 w 338"/>
                  <a:gd name="T5" fmla="*/ 2787 h 452"/>
                  <a:gd name="T6" fmla="*/ 2601 w 338"/>
                  <a:gd name="T7" fmla="*/ 1805 h 452"/>
                  <a:gd name="T8" fmla="*/ 5062 w 338"/>
                  <a:gd name="T9" fmla="*/ 5172 h 452"/>
                  <a:gd name="T10" fmla="*/ 2601 w 338"/>
                  <a:gd name="T11" fmla="*/ 8533 h 452"/>
                  <a:gd name="T12" fmla="*/ 831 w 338"/>
                  <a:gd name="T13" fmla="*/ 7477 h 452"/>
                  <a:gd name="T14" fmla="*/ 0 w 338"/>
                  <a:gd name="T15" fmla="*/ 8896 h 452"/>
                  <a:gd name="T16" fmla="*/ 2601 w 338"/>
                  <a:gd name="T17" fmla="*/ 10338 h 452"/>
                  <a:gd name="T18" fmla="*/ 6380 w 338"/>
                  <a:gd name="T19" fmla="*/ 5172 h 452"/>
                  <a:gd name="T20" fmla="*/ 2601 w 338"/>
                  <a:gd name="T21" fmla="*/ 0 h 4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70" y="96"/>
                      <a:pt x="102" y="79"/>
                      <a:pt x="138" y="79"/>
                    </a:cubicBezTo>
                    <a:cubicBezTo>
                      <a:pt x="210" y="79"/>
                      <a:pt x="268" y="145"/>
                      <a:pt x="268" y="226"/>
                    </a:cubicBezTo>
                    <a:cubicBezTo>
                      <a:pt x="268" y="307"/>
                      <a:pt x="210" y="373"/>
                      <a:pt x="138" y="373"/>
                    </a:cubicBezTo>
                    <a:cubicBezTo>
                      <a:pt x="101" y="373"/>
                      <a:pt x="68" y="355"/>
                      <a:pt x="44" y="327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DCE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6" name="Freeform 409">
                <a:extLst>
                  <a:ext uri="{FF2B5EF4-FFF2-40B4-BE49-F238E27FC236}">
                    <a16:creationId xmlns:a16="http://schemas.microsoft.com/office/drawing/2014/main" id="{75FA14AA-A4A9-4D74-A910-F80C2E1F8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852"/>
                <a:ext cx="900" cy="1283"/>
              </a:xfrm>
              <a:custGeom>
                <a:avLst/>
                <a:gdLst>
                  <a:gd name="T0" fmla="*/ 2601 w 338"/>
                  <a:gd name="T1" fmla="*/ 0 h 452"/>
                  <a:gd name="T2" fmla="*/ 431 w 338"/>
                  <a:gd name="T3" fmla="*/ 934 h 452"/>
                  <a:gd name="T4" fmla="*/ 490 w 338"/>
                  <a:gd name="T5" fmla="*/ 1169 h 452"/>
                  <a:gd name="T6" fmla="*/ 511 w 338"/>
                  <a:gd name="T7" fmla="*/ 1169 h 452"/>
                  <a:gd name="T8" fmla="*/ 2601 w 338"/>
                  <a:gd name="T9" fmla="*/ 250 h 452"/>
                  <a:gd name="T10" fmla="*/ 6191 w 338"/>
                  <a:gd name="T11" fmla="*/ 5172 h 452"/>
                  <a:gd name="T12" fmla="*/ 2601 w 338"/>
                  <a:gd name="T13" fmla="*/ 10088 h 452"/>
                  <a:gd name="T14" fmla="*/ 149 w 338"/>
                  <a:gd name="T15" fmla="*/ 8709 h 452"/>
                  <a:gd name="T16" fmla="*/ 114 w 338"/>
                  <a:gd name="T17" fmla="*/ 8694 h 452"/>
                  <a:gd name="T18" fmla="*/ 0 w 338"/>
                  <a:gd name="T19" fmla="*/ 8896 h 452"/>
                  <a:gd name="T20" fmla="*/ 2601 w 338"/>
                  <a:gd name="T21" fmla="*/ 10338 h 452"/>
                  <a:gd name="T22" fmla="*/ 6380 w 338"/>
                  <a:gd name="T23" fmla="*/ 5172 h 452"/>
                  <a:gd name="T24" fmla="*/ 2601 w 338"/>
                  <a:gd name="T25" fmla="*/ 0 h 4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58" y="26"/>
                      <a:pt x="97" y="11"/>
                      <a:pt x="138" y="11"/>
                    </a:cubicBezTo>
                    <a:cubicBezTo>
                      <a:pt x="241" y="11"/>
                      <a:pt x="328" y="107"/>
                      <a:pt x="328" y="226"/>
                    </a:cubicBezTo>
                    <a:cubicBezTo>
                      <a:pt x="328" y="345"/>
                      <a:pt x="241" y="441"/>
                      <a:pt x="138" y="441"/>
                    </a:cubicBezTo>
                    <a:cubicBezTo>
                      <a:pt x="87" y="441"/>
                      <a:pt x="41" y="418"/>
                      <a:pt x="8" y="381"/>
                    </a:cubicBezTo>
                    <a:cubicBezTo>
                      <a:pt x="6" y="380"/>
                      <a:pt x="6" y="380"/>
                      <a:pt x="6" y="380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solidFill>
                <a:srgbClr val="F6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7" name="Freeform 410">
                <a:extLst>
                  <a:ext uri="{FF2B5EF4-FFF2-40B4-BE49-F238E27FC236}">
                    <a16:creationId xmlns:a16="http://schemas.microsoft.com/office/drawing/2014/main" id="{6FB22BF1-9F62-440F-8C23-0A56999A6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48"/>
                <a:ext cx="638" cy="891"/>
              </a:xfrm>
              <a:custGeom>
                <a:avLst/>
                <a:gdLst>
                  <a:gd name="T0" fmla="*/ 1879 w 240"/>
                  <a:gd name="T1" fmla="*/ 0 h 314"/>
                  <a:gd name="T2" fmla="*/ 93 w 240"/>
                  <a:gd name="T3" fmla="*/ 959 h 314"/>
                  <a:gd name="T4" fmla="*/ 149 w 240"/>
                  <a:gd name="T5" fmla="*/ 1209 h 314"/>
                  <a:gd name="T6" fmla="*/ 1879 w 240"/>
                  <a:gd name="T7" fmla="*/ 224 h 314"/>
                  <a:gd name="T8" fmla="*/ 4317 w 240"/>
                  <a:gd name="T9" fmla="*/ 3592 h 314"/>
                  <a:gd name="T10" fmla="*/ 1879 w 240"/>
                  <a:gd name="T11" fmla="*/ 6949 h 314"/>
                  <a:gd name="T12" fmla="*/ 114 w 240"/>
                  <a:gd name="T13" fmla="*/ 5894 h 314"/>
                  <a:gd name="T14" fmla="*/ 0 w 240"/>
                  <a:gd name="T15" fmla="*/ 6078 h 314"/>
                  <a:gd name="T16" fmla="*/ 1879 w 240"/>
                  <a:gd name="T17" fmla="*/ 7173 h 314"/>
                  <a:gd name="T18" fmla="*/ 4509 w 240"/>
                  <a:gd name="T19" fmla="*/ 3592 h 314"/>
                  <a:gd name="T20" fmla="*/ 187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7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7" y="314"/>
                      <a:pt x="240" y="243"/>
                      <a:pt x="240" y="157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solidFill>
                <a:srgbClr val="D9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8" name="Freeform 411">
                <a:extLst>
                  <a:ext uri="{FF2B5EF4-FFF2-40B4-BE49-F238E27FC236}">
                    <a16:creationId xmlns:a16="http://schemas.microsoft.com/office/drawing/2014/main" id="{DC7B1209-C083-441D-8C3B-D3CCC5A4D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014"/>
                <a:ext cx="690" cy="959"/>
              </a:xfrm>
              <a:custGeom>
                <a:avLst/>
                <a:gdLst>
                  <a:gd name="T0" fmla="*/ 2043 w 259"/>
                  <a:gd name="T1" fmla="*/ 0 h 338"/>
                  <a:gd name="T2" fmla="*/ 171 w 259"/>
                  <a:gd name="T3" fmla="*/ 911 h 338"/>
                  <a:gd name="T4" fmla="*/ 248 w 259"/>
                  <a:gd name="T5" fmla="*/ 1231 h 338"/>
                  <a:gd name="T6" fmla="*/ 2043 w 259"/>
                  <a:gd name="T7" fmla="*/ 272 h 338"/>
                  <a:gd name="T8" fmla="*/ 4691 w 259"/>
                  <a:gd name="T9" fmla="*/ 3864 h 338"/>
                  <a:gd name="T10" fmla="*/ 2043 w 259"/>
                  <a:gd name="T11" fmla="*/ 7445 h 338"/>
                  <a:gd name="T12" fmla="*/ 149 w 259"/>
                  <a:gd name="T13" fmla="*/ 6353 h 338"/>
                  <a:gd name="T14" fmla="*/ 0 w 259"/>
                  <a:gd name="T15" fmla="*/ 6577 h 338"/>
                  <a:gd name="T16" fmla="*/ 2043 w 259"/>
                  <a:gd name="T17" fmla="*/ 7720 h 338"/>
                  <a:gd name="T18" fmla="*/ 4897 w 259"/>
                  <a:gd name="T19" fmla="*/ 3864 h 338"/>
                  <a:gd name="T20" fmla="*/ 2043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4"/>
                      <a:pt x="9" y="40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2"/>
                      <a:pt x="248" y="169"/>
                    </a:cubicBezTo>
                    <a:cubicBezTo>
                      <a:pt x="248" y="255"/>
                      <a:pt x="185" y="326"/>
                      <a:pt x="108" y="326"/>
                    </a:cubicBezTo>
                    <a:cubicBezTo>
                      <a:pt x="71" y="326"/>
                      <a:pt x="34" y="308"/>
                      <a:pt x="8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2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9" name="Freeform 412">
                <a:extLst>
                  <a:ext uri="{FF2B5EF4-FFF2-40B4-BE49-F238E27FC236}">
                    <a16:creationId xmlns:a16="http://schemas.microsoft.com/office/drawing/2014/main" id="{2843F614-8ABB-4CFB-BE9C-8CF182B0F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537"/>
                <a:ext cx="3654" cy="1374"/>
              </a:xfrm>
              <a:custGeom>
                <a:avLst/>
                <a:gdLst>
                  <a:gd name="T0" fmla="*/ 23430 w 1373"/>
                  <a:gd name="T1" fmla="*/ 4343 h 484"/>
                  <a:gd name="T2" fmla="*/ 21695 w 1373"/>
                  <a:gd name="T3" fmla="*/ 5326 h 484"/>
                  <a:gd name="T4" fmla="*/ 21695 w 1373"/>
                  <a:gd name="T5" fmla="*/ 5326 h 484"/>
                  <a:gd name="T6" fmla="*/ 21679 w 1373"/>
                  <a:gd name="T7" fmla="*/ 5326 h 484"/>
                  <a:gd name="T8" fmla="*/ 21637 w 1373"/>
                  <a:gd name="T9" fmla="*/ 5326 h 484"/>
                  <a:gd name="T10" fmla="*/ 16644 w 1373"/>
                  <a:gd name="T11" fmla="*/ 4207 h 484"/>
                  <a:gd name="T12" fmla="*/ 16780 w 1373"/>
                  <a:gd name="T13" fmla="*/ 4045 h 484"/>
                  <a:gd name="T14" fmla="*/ 10065 w 1373"/>
                  <a:gd name="T15" fmla="*/ 2288 h 484"/>
                  <a:gd name="T16" fmla="*/ 639 w 1373"/>
                  <a:gd name="T17" fmla="*/ 0 h 484"/>
                  <a:gd name="T18" fmla="*/ 588 w 1373"/>
                  <a:gd name="T19" fmla="*/ 346 h 484"/>
                  <a:gd name="T20" fmla="*/ 1735 w 1373"/>
                  <a:gd name="T21" fmla="*/ 2927 h 484"/>
                  <a:gd name="T22" fmla="*/ 0 w 1373"/>
                  <a:gd name="T23" fmla="*/ 5610 h 484"/>
                  <a:gd name="T24" fmla="*/ 35 w 1373"/>
                  <a:gd name="T25" fmla="*/ 5610 h 484"/>
                  <a:gd name="T26" fmla="*/ 14273 w 1373"/>
                  <a:gd name="T27" fmla="*/ 8463 h 484"/>
                  <a:gd name="T28" fmla="*/ 14273 w 1373"/>
                  <a:gd name="T29" fmla="*/ 8446 h 484"/>
                  <a:gd name="T30" fmla="*/ 19718 w 1373"/>
                  <a:gd name="T31" fmla="*/ 9629 h 484"/>
                  <a:gd name="T32" fmla="*/ 19718 w 1373"/>
                  <a:gd name="T33" fmla="*/ 9629 h 484"/>
                  <a:gd name="T34" fmla="*/ 19867 w 1373"/>
                  <a:gd name="T35" fmla="*/ 9655 h 484"/>
                  <a:gd name="T36" fmla="*/ 19901 w 1373"/>
                  <a:gd name="T37" fmla="*/ 9655 h 484"/>
                  <a:gd name="T38" fmla="*/ 20016 w 1373"/>
                  <a:gd name="T39" fmla="*/ 9678 h 484"/>
                  <a:gd name="T40" fmla="*/ 20058 w 1373"/>
                  <a:gd name="T41" fmla="*/ 9703 h 484"/>
                  <a:gd name="T42" fmla="*/ 20149 w 1373"/>
                  <a:gd name="T43" fmla="*/ 9703 h 484"/>
                  <a:gd name="T44" fmla="*/ 20207 w 1373"/>
                  <a:gd name="T45" fmla="*/ 9726 h 484"/>
                  <a:gd name="T46" fmla="*/ 20341 w 1373"/>
                  <a:gd name="T47" fmla="*/ 9743 h 484"/>
                  <a:gd name="T48" fmla="*/ 20399 w 1373"/>
                  <a:gd name="T49" fmla="*/ 9768 h 484"/>
                  <a:gd name="T50" fmla="*/ 20468 w 1373"/>
                  <a:gd name="T51" fmla="*/ 9768 h 484"/>
                  <a:gd name="T52" fmla="*/ 20527 w 1373"/>
                  <a:gd name="T53" fmla="*/ 9791 h 484"/>
                  <a:gd name="T54" fmla="*/ 20604 w 1373"/>
                  <a:gd name="T55" fmla="*/ 9791 h 484"/>
                  <a:gd name="T56" fmla="*/ 20660 w 1373"/>
                  <a:gd name="T57" fmla="*/ 9817 h 484"/>
                  <a:gd name="T58" fmla="*/ 20694 w 1373"/>
                  <a:gd name="T59" fmla="*/ 9817 h 484"/>
                  <a:gd name="T60" fmla="*/ 20788 w 1373"/>
                  <a:gd name="T61" fmla="*/ 9839 h 484"/>
                  <a:gd name="T62" fmla="*/ 20809 w 1373"/>
                  <a:gd name="T63" fmla="*/ 9839 h 484"/>
                  <a:gd name="T64" fmla="*/ 21070 w 1373"/>
                  <a:gd name="T65" fmla="*/ 9905 h 484"/>
                  <a:gd name="T66" fmla="*/ 21070 w 1373"/>
                  <a:gd name="T67" fmla="*/ 9905 h 484"/>
                  <a:gd name="T68" fmla="*/ 21150 w 1373"/>
                  <a:gd name="T69" fmla="*/ 9905 h 484"/>
                  <a:gd name="T70" fmla="*/ 21171 w 1373"/>
                  <a:gd name="T71" fmla="*/ 9927 h 484"/>
                  <a:gd name="T72" fmla="*/ 21240 w 1373"/>
                  <a:gd name="T73" fmla="*/ 9927 h 484"/>
                  <a:gd name="T74" fmla="*/ 21261 w 1373"/>
                  <a:gd name="T75" fmla="*/ 9927 h 484"/>
                  <a:gd name="T76" fmla="*/ 21320 w 1373"/>
                  <a:gd name="T77" fmla="*/ 9953 h 484"/>
                  <a:gd name="T78" fmla="*/ 21320 w 1373"/>
                  <a:gd name="T79" fmla="*/ 9953 h 484"/>
                  <a:gd name="T80" fmla="*/ 21488 w 1373"/>
                  <a:gd name="T81" fmla="*/ 9976 h 484"/>
                  <a:gd name="T82" fmla="*/ 21509 w 1373"/>
                  <a:gd name="T83" fmla="*/ 9976 h 484"/>
                  <a:gd name="T84" fmla="*/ 21546 w 1373"/>
                  <a:gd name="T85" fmla="*/ 10001 h 484"/>
                  <a:gd name="T86" fmla="*/ 21567 w 1373"/>
                  <a:gd name="T87" fmla="*/ 10001 h 484"/>
                  <a:gd name="T88" fmla="*/ 21581 w 1373"/>
                  <a:gd name="T89" fmla="*/ 10001 h 484"/>
                  <a:gd name="T90" fmla="*/ 21602 w 1373"/>
                  <a:gd name="T91" fmla="*/ 10001 h 484"/>
                  <a:gd name="T92" fmla="*/ 21623 w 1373"/>
                  <a:gd name="T93" fmla="*/ 10001 h 484"/>
                  <a:gd name="T94" fmla="*/ 21658 w 1373"/>
                  <a:gd name="T95" fmla="*/ 10018 h 484"/>
                  <a:gd name="T96" fmla="*/ 21658 w 1373"/>
                  <a:gd name="T97" fmla="*/ 10018 h 484"/>
                  <a:gd name="T98" fmla="*/ 23430 w 1373"/>
                  <a:gd name="T99" fmla="*/ 11074 h 484"/>
                  <a:gd name="T100" fmla="*/ 25879 w 1373"/>
                  <a:gd name="T101" fmla="*/ 7713 h 484"/>
                  <a:gd name="T102" fmla="*/ 23430 w 1373"/>
                  <a:gd name="T103" fmla="*/ 4343 h 4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373" h="484">
                    <a:moveTo>
                      <a:pt x="1243" y="190"/>
                    </a:moveTo>
                    <a:cubicBezTo>
                      <a:pt x="1207" y="190"/>
                      <a:pt x="1175" y="207"/>
                      <a:pt x="1151" y="233"/>
                    </a:cubicBezTo>
                    <a:cubicBezTo>
                      <a:pt x="1151" y="233"/>
                      <a:pt x="1151" y="233"/>
                      <a:pt x="1151" y="233"/>
                    </a:cubicBezTo>
                    <a:cubicBezTo>
                      <a:pt x="1150" y="233"/>
                      <a:pt x="1150" y="233"/>
                      <a:pt x="1150" y="233"/>
                    </a:cubicBezTo>
                    <a:cubicBezTo>
                      <a:pt x="1149" y="233"/>
                      <a:pt x="1149" y="233"/>
                      <a:pt x="1148" y="233"/>
                    </a:cubicBezTo>
                    <a:cubicBezTo>
                      <a:pt x="1130" y="229"/>
                      <a:pt x="1026" y="210"/>
                      <a:pt x="883" y="184"/>
                    </a:cubicBezTo>
                    <a:cubicBezTo>
                      <a:pt x="885" y="181"/>
                      <a:pt x="887" y="179"/>
                      <a:pt x="890" y="177"/>
                    </a:cubicBezTo>
                    <a:cubicBezTo>
                      <a:pt x="716" y="138"/>
                      <a:pt x="576" y="108"/>
                      <a:pt x="534" y="100"/>
                    </a:cubicBezTo>
                    <a:cubicBezTo>
                      <a:pt x="408" y="76"/>
                      <a:pt x="105" y="15"/>
                      <a:pt x="34" y="0"/>
                    </a:cubicBezTo>
                    <a:cubicBezTo>
                      <a:pt x="34" y="0"/>
                      <a:pt x="31" y="15"/>
                      <a:pt x="31" y="15"/>
                    </a:cubicBezTo>
                    <a:cubicBezTo>
                      <a:pt x="73" y="24"/>
                      <a:pt x="90" y="74"/>
                      <a:pt x="92" y="128"/>
                    </a:cubicBezTo>
                    <a:cubicBezTo>
                      <a:pt x="95" y="186"/>
                      <a:pt x="49" y="245"/>
                      <a:pt x="0" y="245"/>
                    </a:cubicBezTo>
                    <a:cubicBezTo>
                      <a:pt x="0" y="245"/>
                      <a:pt x="1" y="245"/>
                      <a:pt x="2" y="245"/>
                    </a:cubicBezTo>
                    <a:cubicBezTo>
                      <a:pt x="33" y="251"/>
                      <a:pt x="401" y="302"/>
                      <a:pt x="757" y="370"/>
                    </a:cubicBezTo>
                    <a:cubicBezTo>
                      <a:pt x="757" y="370"/>
                      <a:pt x="757" y="370"/>
                      <a:pt x="757" y="369"/>
                    </a:cubicBezTo>
                    <a:cubicBezTo>
                      <a:pt x="830" y="383"/>
                      <a:pt x="956" y="405"/>
                      <a:pt x="1046" y="421"/>
                    </a:cubicBezTo>
                    <a:cubicBezTo>
                      <a:pt x="1046" y="421"/>
                      <a:pt x="1046" y="421"/>
                      <a:pt x="1046" y="421"/>
                    </a:cubicBezTo>
                    <a:cubicBezTo>
                      <a:pt x="1049" y="421"/>
                      <a:pt x="1051" y="421"/>
                      <a:pt x="1054" y="422"/>
                    </a:cubicBezTo>
                    <a:cubicBezTo>
                      <a:pt x="1055" y="422"/>
                      <a:pt x="1055" y="422"/>
                      <a:pt x="1056" y="422"/>
                    </a:cubicBezTo>
                    <a:cubicBezTo>
                      <a:pt x="1058" y="423"/>
                      <a:pt x="1060" y="423"/>
                      <a:pt x="1062" y="423"/>
                    </a:cubicBezTo>
                    <a:cubicBezTo>
                      <a:pt x="1063" y="423"/>
                      <a:pt x="1064" y="423"/>
                      <a:pt x="1064" y="424"/>
                    </a:cubicBezTo>
                    <a:cubicBezTo>
                      <a:pt x="1066" y="424"/>
                      <a:pt x="1068" y="424"/>
                      <a:pt x="1069" y="424"/>
                    </a:cubicBezTo>
                    <a:cubicBezTo>
                      <a:pt x="1070" y="425"/>
                      <a:pt x="1071" y="425"/>
                      <a:pt x="1072" y="425"/>
                    </a:cubicBezTo>
                    <a:cubicBezTo>
                      <a:pt x="1075" y="425"/>
                      <a:pt x="1077" y="426"/>
                      <a:pt x="1079" y="426"/>
                    </a:cubicBezTo>
                    <a:cubicBezTo>
                      <a:pt x="1080" y="426"/>
                      <a:pt x="1081" y="426"/>
                      <a:pt x="1082" y="427"/>
                    </a:cubicBezTo>
                    <a:cubicBezTo>
                      <a:pt x="1083" y="427"/>
                      <a:pt x="1085" y="427"/>
                      <a:pt x="1086" y="427"/>
                    </a:cubicBezTo>
                    <a:cubicBezTo>
                      <a:pt x="1087" y="427"/>
                      <a:pt x="1088" y="428"/>
                      <a:pt x="1089" y="428"/>
                    </a:cubicBezTo>
                    <a:cubicBezTo>
                      <a:pt x="1090" y="428"/>
                      <a:pt x="1092" y="428"/>
                      <a:pt x="1093" y="428"/>
                    </a:cubicBezTo>
                    <a:cubicBezTo>
                      <a:pt x="1094" y="429"/>
                      <a:pt x="1095" y="429"/>
                      <a:pt x="1096" y="429"/>
                    </a:cubicBezTo>
                    <a:cubicBezTo>
                      <a:pt x="1097" y="429"/>
                      <a:pt x="1098" y="429"/>
                      <a:pt x="1098" y="429"/>
                    </a:cubicBezTo>
                    <a:cubicBezTo>
                      <a:pt x="1100" y="430"/>
                      <a:pt x="1101" y="430"/>
                      <a:pt x="1103" y="430"/>
                    </a:cubicBezTo>
                    <a:cubicBezTo>
                      <a:pt x="1103" y="430"/>
                      <a:pt x="1104" y="430"/>
                      <a:pt x="1104" y="430"/>
                    </a:cubicBezTo>
                    <a:cubicBezTo>
                      <a:pt x="1109" y="431"/>
                      <a:pt x="1114" y="432"/>
                      <a:pt x="1118" y="433"/>
                    </a:cubicBezTo>
                    <a:cubicBezTo>
                      <a:pt x="1118" y="433"/>
                      <a:pt x="1118" y="433"/>
                      <a:pt x="1118" y="433"/>
                    </a:cubicBezTo>
                    <a:cubicBezTo>
                      <a:pt x="1119" y="433"/>
                      <a:pt x="1121" y="433"/>
                      <a:pt x="1122" y="433"/>
                    </a:cubicBezTo>
                    <a:cubicBezTo>
                      <a:pt x="1122" y="433"/>
                      <a:pt x="1123" y="433"/>
                      <a:pt x="1123" y="434"/>
                    </a:cubicBezTo>
                    <a:cubicBezTo>
                      <a:pt x="1124" y="434"/>
                      <a:pt x="1125" y="434"/>
                      <a:pt x="1127" y="434"/>
                    </a:cubicBezTo>
                    <a:cubicBezTo>
                      <a:pt x="1127" y="434"/>
                      <a:pt x="1127" y="434"/>
                      <a:pt x="1128" y="434"/>
                    </a:cubicBezTo>
                    <a:cubicBezTo>
                      <a:pt x="1129" y="434"/>
                      <a:pt x="1130" y="435"/>
                      <a:pt x="1131" y="435"/>
                    </a:cubicBezTo>
                    <a:cubicBezTo>
                      <a:pt x="1131" y="435"/>
                      <a:pt x="1131" y="435"/>
                      <a:pt x="1131" y="435"/>
                    </a:cubicBezTo>
                    <a:cubicBezTo>
                      <a:pt x="1135" y="435"/>
                      <a:pt x="1137" y="436"/>
                      <a:pt x="1140" y="436"/>
                    </a:cubicBezTo>
                    <a:cubicBezTo>
                      <a:pt x="1140" y="436"/>
                      <a:pt x="1141" y="436"/>
                      <a:pt x="1141" y="436"/>
                    </a:cubicBezTo>
                    <a:cubicBezTo>
                      <a:pt x="1142" y="436"/>
                      <a:pt x="1142" y="437"/>
                      <a:pt x="1143" y="437"/>
                    </a:cubicBezTo>
                    <a:cubicBezTo>
                      <a:pt x="1143" y="437"/>
                      <a:pt x="1144" y="437"/>
                      <a:pt x="1144" y="437"/>
                    </a:cubicBezTo>
                    <a:cubicBezTo>
                      <a:pt x="1144" y="437"/>
                      <a:pt x="1145" y="437"/>
                      <a:pt x="1145" y="437"/>
                    </a:cubicBezTo>
                    <a:cubicBezTo>
                      <a:pt x="1146" y="437"/>
                      <a:pt x="1146" y="437"/>
                      <a:pt x="1146" y="437"/>
                    </a:cubicBezTo>
                    <a:cubicBezTo>
                      <a:pt x="1147" y="437"/>
                      <a:pt x="1147" y="437"/>
                      <a:pt x="1147" y="437"/>
                    </a:cubicBezTo>
                    <a:cubicBezTo>
                      <a:pt x="1148" y="437"/>
                      <a:pt x="1149" y="438"/>
                      <a:pt x="1149" y="438"/>
                    </a:cubicBezTo>
                    <a:cubicBezTo>
                      <a:pt x="1149" y="438"/>
                      <a:pt x="1149" y="438"/>
                      <a:pt x="1149" y="438"/>
                    </a:cubicBezTo>
                    <a:cubicBezTo>
                      <a:pt x="1173" y="466"/>
                      <a:pt x="1206" y="484"/>
                      <a:pt x="1243" y="484"/>
                    </a:cubicBezTo>
                    <a:cubicBezTo>
                      <a:pt x="1315" y="484"/>
                      <a:pt x="1373" y="418"/>
                      <a:pt x="1373" y="337"/>
                    </a:cubicBezTo>
                    <a:cubicBezTo>
                      <a:pt x="1373" y="256"/>
                      <a:pt x="1315" y="190"/>
                      <a:pt x="1243" y="19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0" name="Freeform 413">
                <a:extLst>
                  <a:ext uri="{FF2B5EF4-FFF2-40B4-BE49-F238E27FC236}">
                    <a16:creationId xmlns:a16="http://schemas.microsoft.com/office/drawing/2014/main" id="{2379186E-960B-4C3C-9DE7-21E0C7FF8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162"/>
                <a:ext cx="763" cy="193"/>
              </a:xfrm>
              <a:custGeom>
                <a:avLst/>
                <a:gdLst>
                  <a:gd name="T0" fmla="*/ 5370 w 287"/>
                  <a:gd name="T1" fmla="*/ 1555 h 68"/>
                  <a:gd name="T2" fmla="*/ 5392 w 287"/>
                  <a:gd name="T3" fmla="*/ 1169 h 68"/>
                  <a:gd name="T4" fmla="*/ 375 w 287"/>
                  <a:gd name="T5" fmla="*/ 0 h 68"/>
                  <a:gd name="T6" fmla="*/ 0 w 287"/>
                  <a:gd name="T7" fmla="*/ 324 h 68"/>
                  <a:gd name="T8" fmla="*/ 5370 w 287"/>
                  <a:gd name="T9" fmla="*/ 1555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7" h="68">
                    <a:moveTo>
                      <a:pt x="286" y="68"/>
                    </a:moveTo>
                    <a:cubicBezTo>
                      <a:pt x="287" y="51"/>
                      <a:pt x="287" y="51"/>
                      <a:pt x="287" y="51"/>
                    </a:cubicBezTo>
                    <a:cubicBezTo>
                      <a:pt x="192" y="35"/>
                      <a:pt x="60" y="11"/>
                      <a:pt x="20" y="0"/>
                    </a:cubicBezTo>
                    <a:cubicBezTo>
                      <a:pt x="13" y="9"/>
                      <a:pt x="10" y="8"/>
                      <a:pt x="0" y="14"/>
                    </a:cubicBezTo>
                    <a:lnTo>
                      <a:pt x="286" y="68"/>
                    </a:ln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1" name="Freeform 414">
                <a:extLst>
                  <a:ext uri="{FF2B5EF4-FFF2-40B4-BE49-F238E27FC236}">
                    <a16:creationId xmlns:a16="http://schemas.microsoft.com/office/drawing/2014/main" id="{2038005B-49DD-4E3B-ABD1-0AB80F353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250"/>
                <a:ext cx="2967" cy="661"/>
              </a:xfrm>
              <a:custGeom>
                <a:avLst/>
                <a:gdLst>
                  <a:gd name="T0" fmla="*/ 21008 w 1115"/>
                  <a:gd name="T1" fmla="*/ 5183 h 233"/>
                  <a:gd name="T2" fmla="*/ 20668 w 1115"/>
                  <a:gd name="T3" fmla="*/ 5095 h 233"/>
                  <a:gd name="T4" fmla="*/ 19260 w 1115"/>
                  <a:gd name="T5" fmla="*/ 4363 h 233"/>
                  <a:gd name="T6" fmla="*/ 18049 w 1115"/>
                  <a:gd name="T7" fmla="*/ 3816 h 233"/>
                  <a:gd name="T8" fmla="*/ 14170 w 1115"/>
                  <a:gd name="T9" fmla="*/ 2945 h 233"/>
                  <a:gd name="T10" fmla="*/ 8518 w 1115"/>
                  <a:gd name="T11" fmla="*/ 1529 h 233"/>
                  <a:gd name="T12" fmla="*/ 5311 w 1115"/>
                  <a:gd name="T13" fmla="*/ 26 h 233"/>
                  <a:gd name="T14" fmla="*/ 2110 w 1115"/>
                  <a:gd name="T15" fmla="*/ 298 h 233"/>
                  <a:gd name="T16" fmla="*/ 0 w 1115"/>
                  <a:gd name="T17" fmla="*/ 434 h 233"/>
                  <a:gd name="T18" fmla="*/ 11152 w 1115"/>
                  <a:gd name="T19" fmla="*/ 2721 h 233"/>
                  <a:gd name="T20" fmla="*/ 11152 w 1115"/>
                  <a:gd name="T21" fmla="*/ 2695 h 233"/>
                  <a:gd name="T22" fmla="*/ 16597 w 1115"/>
                  <a:gd name="T23" fmla="*/ 3878 h 233"/>
                  <a:gd name="T24" fmla="*/ 16597 w 1115"/>
                  <a:gd name="T25" fmla="*/ 3878 h 233"/>
                  <a:gd name="T26" fmla="*/ 16754 w 1115"/>
                  <a:gd name="T27" fmla="*/ 3904 h 233"/>
                  <a:gd name="T28" fmla="*/ 16788 w 1115"/>
                  <a:gd name="T29" fmla="*/ 3904 h 233"/>
                  <a:gd name="T30" fmla="*/ 16903 w 1115"/>
                  <a:gd name="T31" fmla="*/ 3926 h 233"/>
                  <a:gd name="T32" fmla="*/ 16937 w 1115"/>
                  <a:gd name="T33" fmla="*/ 3952 h 233"/>
                  <a:gd name="T34" fmla="*/ 17036 w 1115"/>
                  <a:gd name="T35" fmla="*/ 3952 h 233"/>
                  <a:gd name="T36" fmla="*/ 17094 w 1115"/>
                  <a:gd name="T37" fmla="*/ 3975 h 233"/>
                  <a:gd name="T38" fmla="*/ 17222 w 1115"/>
                  <a:gd name="T39" fmla="*/ 3992 h 233"/>
                  <a:gd name="T40" fmla="*/ 17278 w 1115"/>
                  <a:gd name="T41" fmla="*/ 4017 h 233"/>
                  <a:gd name="T42" fmla="*/ 17355 w 1115"/>
                  <a:gd name="T43" fmla="*/ 4017 h 233"/>
                  <a:gd name="T44" fmla="*/ 17411 w 1115"/>
                  <a:gd name="T45" fmla="*/ 4040 h 233"/>
                  <a:gd name="T46" fmla="*/ 17483 w 1115"/>
                  <a:gd name="T47" fmla="*/ 4040 h 233"/>
                  <a:gd name="T48" fmla="*/ 17539 w 1115"/>
                  <a:gd name="T49" fmla="*/ 4065 h 233"/>
                  <a:gd name="T50" fmla="*/ 17581 w 1115"/>
                  <a:gd name="T51" fmla="*/ 4065 h 233"/>
                  <a:gd name="T52" fmla="*/ 17674 w 1115"/>
                  <a:gd name="T53" fmla="*/ 4088 h 233"/>
                  <a:gd name="T54" fmla="*/ 17696 w 1115"/>
                  <a:gd name="T55" fmla="*/ 4088 h 233"/>
                  <a:gd name="T56" fmla="*/ 17956 w 1115"/>
                  <a:gd name="T57" fmla="*/ 4153 h 233"/>
                  <a:gd name="T58" fmla="*/ 17956 w 1115"/>
                  <a:gd name="T59" fmla="*/ 4153 h 233"/>
                  <a:gd name="T60" fmla="*/ 18036 w 1115"/>
                  <a:gd name="T61" fmla="*/ 4153 h 233"/>
                  <a:gd name="T62" fmla="*/ 18049 w 1115"/>
                  <a:gd name="T63" fmla="*/ 4176 h 233"/>
                  <a:gd name="T64" fmla="*/ 18127 w 1115"/>
                  <a:gd name="T65" fmla="*/ 4176 h 233"/>
                  <a:gd name="T66" fmla="*/ 18148 w 1115"/>
                  <a:gd name="T67" fmla="*/ 4176 h 233"/>
                  <a:gd name="T68" fmla="*/ 18204 w 1115"/>
                  <a:gd name="T69" fmla="*/ 4201 h 233"/>
                  <a:gd name="T70" fmla="*/ 18204 w 1115"/>
                  <a:gd name="T71" fmla="*/ 4201 h 233"/>
                  <a:gd name="T72" fmla="*/ 18369 w 1115"/>
                  <a:gd name="T73" fmla="*/ 4224 h 233"/>
                  <a:gd name="T74" fmla="*/ 18390 w 1115"/>
                  <a:gd name="T75" fmla="*/ 4224 h 233"/>
                  <a:gd name="T76" fmla="*/ 18425 w 1115"/>
                  <a:gd name="T77" fmla="*/ 4250 h 233"/>
                  <a:gd name="T78" fmla="*/ 18446 w 1115"/>
                  <a:gd name="T79" fmla="*/ 4250 h 233"/>
                  <a:gd name="T80" fmla="*/ 18467 w 1115"/>
                  <a:gd name="T81" fmla="*/ 4250 h 233"/>
                  <a:gd name="T82" fmla="*/ 18481 w 1115"/>
                  <a:gd name="T83" fmla="*/ 4250 h 233"/>
                  <a:gd name="T84" fmla="*/ 18502 w 1115"/>
                  <a:gd name="T85" fmla="*/ 4250 h 233"/>
                  <a:gd name="T86" fmla="*/ 18536 w 1115"/>
                  <a:gd name="T87" fmla="*/ 4272 h 233"/>
                  <a:gd name="T88" fmla="*/ 18536 w 1115"/>
                  <a:gd name="T89" fmla="*/ 4272 h 233"/>
                  <a:gd name="T90" fmla="*/ 20314 w 1115"/>
                  <a:gd name="T91" fmla="*/ 5319 h 233"/>
                  <a:gd name="T92" fmla="*/ 21008 w 1115"/>
                  <a:gd name="T93" fmla="*/ 5183 h 23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15" h="233">
                    <a:moveTo>
                      <a:pt x="1115" y="227"/>
                    </a:moveTo>
                    <a:cubicBezTo>
                      <a:pt x="1109" y="226"/>
                      <a:pt x="1103" y="225"/>
                      <a:pt x="1097" y="223"/>
                    </a:cubicBezTo>
                    <a:cubicBezTo>
                      <a:pt x="1075" y="215"/>
                      <a:pt x="1043" y="201"/>
                      <a:pt x="1022" y="191"/>
                    </a:cubicBezTo>
                    <a:cubicBezTo>
                      <a:pt x="995" y="177"/>
                      <a:pt x="988" y="169"/>
                      <a:pt x="958" y="167"/>
                    </a:cubicBezTo>
                    <a:cubicBezTo>
                      <a:pt x="892" y="160"/>
                      <a:pt x="817" y="144"/>
                      <a:pt x="752" y="129"/>
                    </a:cubicBezTo>
                    <a:cubicBezTo>
                      <a:pt x="654" y="105"/>
                      <a:pt x="546" y="108"/>
                      <a:pt x="452" y="67"/>
                    </a:cubicBezTo>
                    <a:cubicBezTo>
                      <a:pt x="400" y="44"/>
                      <a:pt x="341" y="0"/>
                      <a:pt x="282" y="1"/>
                    </a:cubicBezTo>
                    <a:cubicBezTo>
                      <a:pt x="226" y="1"/>
                      <a:pt x="168" y="28"/>
                      <a:pt x="112" y="13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46" y="41"/>
                      <a:pt x="372" y="77"/>
                      <a:pt x="592" y="119"/>
                    </a:cubicBezTo>
                    <a:cubicBezTo>
                      <a:pt x="592" y="119"/>
                      <a:pt x="592" y="119"/>
                      <a:pt x="592" y="118"/>
                    </a:cubicBezTo>
                    <a:cubicBezTo>
                      <a:pt x="665" y="132"/>
                      <a:pt x="791" y="154"/>
                      <a:pt x="881" y="170"/>
                    </a:cubicBezTo>
                    <a:cubicBezTo>
                      <a:pt x="881" y="170"/>
                      <a:pt x="881" y="170"/>
                      <a:pt x="881" y="170"/>
                    </a:cubicBezTo>
                    <a:cubicBezTo>
                      <a:pt x="884" y="170"/>
                      <a:pt x="886" y="170"/>
                      <a:pt x="889" y="171"/>
                    </a:cubicBezTo>
                    <a:cubicBezTo>
                      <a:pt x="890" y="171"/>
                      <a:pt x="890" y="171"/>
                      <a:pt x="891" y="171"/>
                    </a:cubicBezTo>
                    <a:cubicBezTo>
                      <a:pt x="893" y="172"/>
                      <a:pt x="895" y="172"/>
                      <a:pt x="897" y="172"/>
                    </a:cubicBezTo>
                    <a:cubicBezTo>
                      <a:pt x="898" y="172"/>
                      <a:pt x="899" y="172"/>
                      <a:pt x="899" y="173"/>
                    </a:cubicBezTo>
                    <a:cubicBezTo>
                      <a:pt x="901" y="173"/>
                      <a:pt x="903" y="173"/>
                      <a:pt x="904" y="173"/>
                    </a:cubicBezTo>
                    <a:cubicBezTo>
                      <a:pt x="905" y="174"/>
                      <a:pt x="906" y="174"/>
                      <a:pt x="907" y="174"/>
                    </a:cubicBezTo>
                    <a:cubicBezTo>
                      <a:pt x="910" y="174"/>
                      <a:pt x="912" y="175"/>
                      <a:pt x="914" y="175"/>
                    </a:cubicBezTo>
                    <a:cubicBezTo>
                      <a:pt x="915" y="175"/>
                      <a:pt x="916" y="175"/>
                      <a:pt x="917" y="176"/>
                    </a:cubicBezTo>
                    <a:cubicBezTo>
                      <a:pt x="918" y="176"/>
                      <a:pt x="920" y="176"/>
                      <a:pt x="921" y="176"/>
                    </a:cubicBezTo>
                    <a:cubicBezTo>
                      <a:pt x="922" y="176"/>
                      <a:pt x="923" y="177"/>
                      <a:pt x="924" y="177"/>
                    </a:cubicBezTo>
                    <a:cubicBezTo>
                      <a:pt x="925" y="177"/>
                      <a:pt x="927" y="177"/>
                      <a:pt x="928" y="177"/>
                    </a:cubicBezTo>
                    <a:cubicBezTo>
                      <a:pt x="929" y="178"/>
                      <a:pt x="930" y="178"/>
                      <a:pt x="931" y="178"/>
                    </a:cubicBezTo>
                    <a:cubicBezTo>
                      <a:pt x="932" y="178"/>
                      <a:pt x="933" y="178"/>
                      <a:pt x="933" y="178"/>
                    </a:cubicBezTo>
                    <a:cubicBezTo>
                      <a:pt x="935" y="179"/>
                      <a:pt x="936" y="179"/>
                      <a:pt x="938" y="179"/>
                    </a:cubicBezTo>
                    <a:cubicBezTo>
                      <a:pt x="938" y="179"/>
                      <a:pt x="939" y="179"/>
                      <a:pt x="939" y="179"/>
                    </a:cubicBezTo>
                    <a:cubicBezTo>
                      <a:pt x="944" y="180"/>
                      <a:pt x="949" y="181"/>
                      <a:pt x="953" y="182"/>
                    </a:cubicBezTo>
                    <a:cubicBezTo>
                      <a:pt x="953" y="182"/>
                      <a:pt x="953" y="182"/>
                      <a:pt x="953" y="182"/>
                    </a:cubicBezTo>
                    <a:cubicBezTo>
                      <a:pt x="954" y="182"/>
                      <a:pt x="956" y="182"/>
                      <a:pt x="957" y="182"/>
                    </a:cubicBezTo>
                    <a:cubicBezTo>
                      <a:pt x="957" y="182"/>
                      <a:pt x="958" y="182"/>
                      <a:pt x="958" y="183"/>
                    </a:cubicBezTo>
                    <a:cubicBezTo>
                      <a:pt x="959" y="183"/>
                      <a:pt x="960" y="183"/>
                      <a:pt x="962" y="183"/>
                    </a:cubicBezTo>
                    <a:cubicBezTo>
                      <a:pt x="962" y="183"/>
                      <a:pt x="962" y="183"/>
                      <a:pt x="963" y="183"/>
                    </a:cubicBezTo>
                    <a:cubicBezTo>
                      <a:pt x="964" y="183"/>
                      <a:pt x="965" y="184"/>
                      <a:pt x="966" y="184"/>
                    </a:cubicBezTo>
                    <a:cubicBezTo>
                      <a:pt x="966" y="184"/>
                      <a:pt x="966" y="184"/>
                      <a:pt x="966" y="184"/>
                    </a:cubicBezTo>
                    <a:cubicBezTo>
                      <a:pt x="970" y="184"/>
                      <a:pt x="972" y="185"/>
                      <a:pt x="975" y="185"/>
                    </a:cubicBezTo>
                    <a:cubicBezTo>
                      <a:pt x="975" y="185"/>
                      <a:pt x="976" y="185"/>
                      <a:pt x="976" y="185"/>
                    </a:cubicBezTo>
                    <a:cubicBezTo>
                      <a:pt x="977" y="185"/>
                      <a:pt x="977" y="186"/>
                      <a:pt x="978" y="186"/>
                    </a:cubicBezTo>
                    <a:cubicBezTo>
                      <a:pt x="978" y="186"/>
                      <a:pt x="979" y="186"/>
                      <a:pt x="979" y="186"/>
                    </a:cubicBezTo>
                    <a:cubicBezTo>
                      <a:pt x="979" y="186"/>
                      <a:pt x="980" y="186"/>
                      <a:pt x="980" y="186"/>
                    </a:cubicBezTo>
                    <a:cubicBezTo>
                      <a:pt x="981" y="186"/>
                      <a:pt x="981" y="186"/>
                      <a:pt x="981" y="186"/>
                    </a:cubicBezTo>
                    <a:cubicBezTo>
                      <a:pt x="982" y="186"/>
                      <a:pt x="982" y="186"/>
                      <a:pt x="982" y="186"/>
                    </a:cubicBezTo>
                    <a:cubicBezTo>
                      <a:pt x="983" y="186"/>
                      <a:pt x="984" y="187"/>
                      <a:pt x="984" y="187"/>
                    </a:cubicBezTo>
                    <a:cubicBezTo>
                      <a:pt x="984" y="187"/>
                      <a:pt x="984" y="187"/>
                      <a:pt x="984" y="187"/>
                    </a:cubicBezTo>
                    <a:cubicBezTo>
                      <a:pt x="1008" y="215"/>
                      <a:pt x="1041" y="233"/>
                      <a:pt x="1078" y="233"/>
                    </a:cubicBezTo>
                    <a:cubicBezTo>
                      <a:pt x="1091" y="233"/>
                      <a:pt x="1103" y="231"/>
                      <a:pt x="1115" y="227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2" name="Freeform 415">
                <a:extLst>
                  <a:ext uri="{FF2B5EF4-FFF2-40B4-BE49-F238E27FC236}">
                    <a16:creationId xmlns:a16="http://schemas.microsoft.com/office/drawing/2014/main" id="{0FA56D1B-26D1-41FE-9532-493837D3B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48"/>
                <a:ext cx="638" cy="891"/>
              </a:xfrm>
              <a:custGeom>
                <a:avLst/>
                <a:gdLst>
                  <a:gd name="T0" fmla="*/ 1879 w 240"/>
                  <a:gd name="T1" fmla="*/ 0 h 314"/>
                  <a:gd name="T2" fmla="*/ 93 w 240"/>
                  <a:gd name="T3" fmla="*/ 959 h 314"/>
                  <a:gd name="T4" fmla="*/ 149 w 240"/>
                  <a:gd name="T5" fmla="*/ 1209 h 314"/>
                  <a:gd name="T6" fmla="*/ 1879 w 240"/>
                  <a:gd name="T7" fmla="*/ 224 h 314"/>
                  <a:gd name="T8" fmla="*/ 4317 w 240"/>
                  <a:gd name="T9" fmla="*/ 3592 h 314"/>
                  <a:gd name="T10" fmla="*/ 1879 w 240"/>
                  <a:gd name="T11" fmla="*/ 6949 h 314"/>
                  <a:gd name="T12" fmla="*/ 114 w 240"/>
                  <a:gd name="T13" fmla="*/ 5894 h 314"/>
                  <a:gd name="T14" fmla="*/ 0 w 240"/>
                  <a:gd name="T15" fmla="*/ 6078 h 314"/>
                  <a:gd name="T16" fmla="*/ 1879 w 240"/>
                  <a:gd name="T17" fmla="*/ 7173 h 314"/>
                  <a:gd name="T18" fmla="*/ 4509 w 240"/>
                  <a:gd name="T19" fmla="*/ 3592 h 314"/>
                  <a:gd name="T20" fmla="*/ 187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7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7" y="314"/>
                      <a:pt x="240" y="243"/>
                      <a:pt x="240" y="157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solidFill>
                <a:srgbClr val="D4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3" name="Freeform 416">
                <a:extLst>
                  <a:ext uri="{FF2B5EF4-FFF2-40B4-BE49-F238E27FC236}">
                    <a16:creationId xmlns:a16="http://schemas.microsoft.com/office/drawing/2014/main" id="{4F1B9CA8-32AC-4E9B-B595-8DB5461DD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014"/>
                <a:ext cx="690" cy="959"/>
              </a:xfrm>
              <a:custGeom>
                <a:avLst/>
                <a:gdLst>
                  <a:gd name="T0" fmla="*/ 2043 w 259"/>
                  <a:gd name="T1" fmla="*/ 0 h 338"/>
                  <a:gd name="T2" fmla="*/ 171 w 259"/>
                  <a:gd name="T3" fmla="*/ 911 h 338"/>
                  <a:gd name="T4" fmla="*/ 248 w 259"/>
                  <a:gd name="T5" fmla="*/ 1231 h 338"/>
                  <a:gd name="T6" fmla="*/ 2043 w 259"/>
                  <a:gd name="T7" fmla="*/ 272 h 338"/>
                  <a:gd name="T8" fmla="*/ 4691 w 259"/>
                  <a:gd name="T9" fmla="*/ 3864 h 338"/>
                  <a:gd name="T10" fmla="*/ 2043 w 259"/>
                  <a:gd name="T11" fmla="*/ 7445 h 338"/>
                  <a:gd name="T12" fmla="*/ 149 w 259"/>
                  <a:gd name="T13" fmla="*/ 6353 h 338"/>
                  <a:gd name="T14" fmla="*/ 0 w 259"/>
                  <a:gd name="T15" fmla="*/ 6577 h 338"/>
                  <a:gd name="T16" fmla="*/ 2043 w 259"/>
                  <a:gd name="T17" fmla="*/ 7720 h 338"/>
                  <a:gd name="T18" fmla="*/ 4897 w 259"/>
                  <a:gd name="T19" fmla="*/ 3864 h 338"/>
                  <a:gd name="T20" fmla="*/ 2043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4"/>
                      <a:pt x="9" y="40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2"/>
                      <a:pt x="248" y="169"/>
                    </a:cubicBezTo>
                    <a:cubicBezTo>
                      <a:pt x="248" y="255"/>
                      <a:pt x="185" y="326"/>
                      <a:pt x="108" y="326"/>
                    </a:cubicBezTo>
                    <a:cubicBezTo>
                      <a:pt x="71" y="326"/>
                      <a:pt x="34" y="308"/>
                      <a:pt x="8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2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4" name="Freeform 417">
                <a:extLst>
                  <a:ext uri="{FF2B5EF4-FFF2-40B4-BE49-F238E27FC236}">
                    <a16:creationId xmlns:a16="http://schemas.microsoft.com/office/drawing/2014/main" id="{3E929D23-7C5A-43CF-960C-4FD39BE1F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361"/>
                <a:ext cx="3039" cy="837"/>
              </a:xfrm>
              <a:custGeom>
                <a:avLst/>
                <a:gdLst>
                  <a:gd name="T0" fmla="*/ 21089 w 1142"/>
                  <a:gd name="T1" fmla="*/ 4886 h 295"/>
                  <a:gd name="T2" fmla="*/ 9349 w 1142"/>
                  <a:gd name="T3" fmla="*/ 2375 h 295"/>
                  <a:gd name="T4" fmla="*/ 35 w 1142"/>
                  <a:gd name="T5" fmla="*/ 0 h 295"/>
                  <a:gd name="T6" fmla="*/ 0 w 1142"/>
                  <a:gd name="T7" fmla="*/ 1739 h 295"/>
                  <a:gd name="T8" fmla="*/ 149 w 1142"/>
                  <a:gd name="T9" fmla="*/ 1756 h 295"/>
                  <a:gd name="T10" fmla="*/ 205 w 1142"/>
                  <a:gd name="T11" fmla="*/ 1779 h 295"/>
                  <a:gd name="T12" fmla="*/ 10142 w 1142"/>
                  <a:gd name="T13" fmla="*/ 4202 h 295"/>
                  <a:gd name="T14" fmla="*/ 21520 w 1142"/>
                  <a:gd name="T15" fmla="*/ 6739 h 295"/>
                  <a:gd name="T16" fmla="*/ 21089 w 1142"/>
                  <a:gd name="T17" fmla="*/ 4886 h 2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2" h="295">
                    <a:moveTo>
                      <a:pt x="1119" y="214"/>
                    </a:moveTo>
                    <a:cubicBezTo>
                      <a:pt x="1119" y="214"/>
                      <a:pt x="632" y="130"/>
                      <a:pt x="496" y="104"/>
                    </a:cubicBezTo>
                    <a:cubicBezTo>
                      <a:pt x="376" y="82"/>
                      <a:pt x="93" y="19"/>
                      <a:pt x="2" y="0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2" y="76"/>
                      <a:pt x="5" y="77"/>
                      <a:pt x="8" y="77"/>
                    </a:cubicBezTo>
                    <a:cubicBezTo>
                      <a:pt x="9" y="78"/>
                      <a:pt x="10" y="78"/>
                      <a:pt x="11" y="78"/>
                    </a:cubicBezTo>
                    <a:cubicBezTo>
                      <a:pt x="82" y="93"/>
                      <a:pt x="412" y="160"/>
                      <a:pt x="538" y="184"/>
                    </a:cubicBezTo>
                    <a:cubicBezTo>
                      <a:pt x="674" y="210"/>
                      <a:pt x="1142" y="295"/>
                      <a:pt x="1142" y="295"/>
                    </a:cubicBezTo>
                    <a:lnTo>
                      <a:pt x="1119" y="214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5" name="Freeform 418">
                <a:extLst>
                  <a:ext uri="{FF2B5EF4-FFF2-40B4-BE49-F238E27FC236}">
                    <a16:creationId xmlns:a16="http://schemas.microsoft.com/office/drawing/2014/main" id="{CC1A2898-0BBE-4B03-9C0E-FA76C54FA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287"/>
                <a:ext cx="3350" cy="682"/>
              </a:xfrm>
              <a:custGeom>
                <a:avLst/>
                <a:gdLst>
                  <a:gd name="T0" fmla="*/ 23187 w 1259"/>
                  <a:gd name="T1" fmla="*/ 4564 h 240"/>
                  <a:gd name="T2" fmla="*/ 23719 w 1259"/>
                  <a:gd name="T3" fmla="*/ 4612 h 240"/>
                  <a:gd name="T4" fmla="*/ 12772 w 1259"/>
                  <a:gd name="T5" fmla="*/ 2478 h 240"/>
                  <a:gd name="T6" fmla="*/ 2826 w 1259"/>
                  <a:gd name="T7" fmla="*/ 185 h 240"/>
                  <a:gd name="T8" fmla="*/ 0 w 1259"/>
                  <a:gd name="T9" fmla="*/ 597 h 240"/>
                  <a:gd name="T10" fmla="*/ 0 w 1259"/>
                  <a:gd name="T11" fmla="*/ 597 h 240"/>
                  <a:gd name="T12" fmla="*/ 9289 w 1259"/>
                  <a:gd name="T13" fmla="*/ 2981 h 240"/>
                  <a:gd name="T14" fmla="*/ 21021 w 1259"/>
                  <a:gd name="T15" fmla="*/ 5507 h 240"/>
                  <a:gd name="T16" fmla="*/ 23187 w 1259"/>
                  <a:gd name="T17" fmla="*/ 4564 h 2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9" h="240">
                    <a:moveTo>
                      <a:pt x="1231" y="199"/>
                    </a:moveTo>
                    <a:cubicBezTo>
                      <a:pt x="1241" y="199"/>
                      <a:pt x="1250" y="200"/>
                      <a:pt x="1259" y="201"/>
                    </a:cubicBezTo>
                    <a:cubicBezTo>
                      <a:pt x="1163" y="183"/>
                      <a:pt x="808" y="132"/>
                      <a:pt x="678" y="108"/>
                    </a:cubicBezTo>
                    <a:cubicBezTo>
                      <a:pt x="559" y="85"/>
                      <a:pt x="241" y="26"/>
                      <a:pt x="150" y="8"/>
                    </a:cubicBezTo>
                    <a:cubicBezTo>
                      <a:pt x="112" y="1"/>
                      <a:pt x="32" y="0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92" y="45"/>
                      <a:pt x="374" y="108"/>
                      <a:pt x="493" y="130"/>
                    </a:cubicBezTo>
                    <a:cubicBezTo>
                      <a:pt x="629" y="156"/>
                      <a:pt x="1116" y="240"/>
                      <a:pt x="1116" y="240"/>
                    </a:cubicBezTo>
                    <a:cubicBezTo>
                      <a:pt x="1149" y="214"/>
                      <a:pt x="1188" y="199"/>
                      <a:pt x="1231" y="199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6" name="Freeform 419">
                <a:extLst>
                  <a:ext uri="{FF2B5EF4-FFF2-40B4-BE49-F238E27FC236}">
                    <a16:creationId xmlns:a16="http://schemas.microsoft.com/office/drawing/2014/main" id="{AFCE678E-768A-4F6A-BE4A-E221F289A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360"/>
                <a:ext cx="3281" cy="772"/>
              </a:xfrm>
              <a:custGeom>
                <a:avLst/>
                <a:gdLst>
                  <a:gd name="T0" fmla="*/ 21064 w 1233"/>
                  <a:gd name="T1" fmla="*/ 4802 h 272"/>
                  <a:gd name="T2" fmla="*/ 21064 w 1233"/>
                  <a:gd name="T3" fmla="*/ 4777 h 272"/>
                  <a:gd name="T4" fmla="*/ 21043 w 1233"/>
                  <a:gd name="T5" fmla="*/ 4777 h 272"/>
                  <a:gd name="T6" fmla="*/ 13135 w 1233"/>
                  <a:gd name="T7" fmla="*/ 3085 h 272"/>
                  <a:gd name="T8" fmla="*/ 0 w 1233"/>
                  <a:gd name="T9" fmla="*/ 0 h 272"/>
                  <a:gd name="T10" fmla="*/ 2302 w 1233"/>
                  <a:gd name="T11" fmla="*/ 1257 h 272"/>
                  <a:gd name="T12" fmla="*/ 2903 w 1233"/>
                  <a:gd name="T13" fmla="*/ 1419 h 272"/>
                  <a:gd name="T14" fmla="*/ 15317 w 1233"/>
                  <a:gd name="T15" fmla="*/ 4527 h 272"/>
                  <a:gd name="T16" fmla="*/ 23233 w 1233"/>
                  <a:gd name="T17" fmla="*/ 6219 h 272"/>
                  <a:gd name="T18" fmla="*/ 23233 w 1233"/>
                  <a:gd name="T19" fmla="*/ 6196 h 272"/>
                  <a:gd name="T20" fmla="*/ 21064 w 1233"/>
                  <a:gd name="T21" fmla="*/ 4802 h 2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33" h="272">
                    <a:moveTo>
                      <a:pt x="1118" y="210"/>
                    </a:moveTo>
                    <a:cubicBezTo>
                      <a:pt x="1118" y="209"/>
                      <a:pt x="1118" y="209"/>
                      <a:pt x="1118" y="209"/>
                    </a:cubicBezTo>
                    <a:cubicBezTo>
                      <a:pt x="1117" y="209"/>
                      <a:pt x="1117" y="209"/>
                      <a:pt x="1117" y="209"/>
                    </a:cubicBezTo>
                    <a:cubicBezTo>
                      <a:pt x="1089" y="205"/>
                      <a:pt x="795" y="155"/>
                      <a:pt x="697" y="135"/>
                    </a:cubicBezTo>
                    <a:cubicBezTo>
                      <a:pt x="607" y="117"/>
                      <a:pt x="185" y="36"/>
                      <a:pt x="0" y="0"/>
                    </a:cubicBezTo>
                    <a:cubicBezTo>
                      <a:pt x="26" y="29"/>
                      <a:pt x="86" y="46"/>
                      <a:pt x="122" y="55"/>
                    </a:cubicBezTo>
                    <a:cubicBezTo>
                      <a:pt x="126" y="56"/>
                      <a:pt x="154" y="62"/>
                      <a:pt x="154" y="62"/>
                    </a:cubicBezTo>
                    <a:cubicBezTo>
                      <a:pt x="339" y="98"/>
                      <a:pt x="723" y="179"/>
                      <a:pt x="813" y="198"/>
                    </a:cubicBezTo>
                    <a:cubicBezTo>
                      <a:pt x="911" y="218"/>
                      <a:pt x="1205" y="268"/>
                      <a:pt x="1233" y="272"/>
                    </a:cubicBezTo>
                    <a:cubicBezTo>
                      <a:pt x="1233" y="271"/>
                      <a:pt x="1233" y="271"/>
                      <a:pt x="1233" y="271"/>
                    </a:cubicBezTo>
                    <a:cubicBezTo>
                      <a:pt x="1189" y="265"/>
                      <a:pt x="1148" y="243"/>
                      <a:pt x="1118" y="210"/>
                    </a:cubicBezTo>
                    <a:close/>
                  </a:path>
                </a:pathLst>
              </a:custGeom>
              <a:solidFill>
                <a:srgbClr val="F66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7" name="Freeform 420">
                <a:extLst>
                  <a:ext uri="{FF2B5EF4-FFF2-40B4-BE49-F238E27FC236}">
                    <a16:creationId xmlns:a16="http://schemas.microsoft.com/office/drawing/2014/main" id="{DC1172C0-CE36-4AB3-BB38-34EE29319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361"/>
                <a:ext cx="2981" cy="636"/>
              </a:xfrm>
              <a:custGeom>
                <a:avLst/>
                <a:gdLst>
                  <a:gd name="T0" fmla="*/ 9068 w 1120"/>
                  <a:gd name="T1" fmla="*/ 2612 h 224"/>
                  <a:gd name="T2" fmla="*/ 21117 w 1120"/>
                  <a:gd name="T3" fmla="*/ 5128 h 224"/>
                  <a:gd name="T4" fmla="*/ 21061 w 1120"/>
                  <a:gd name="T5" fmla="*/ 4901 h 224"/>
                  <a:gd name="T6" fmla="*/ 9316 w 1120"/>
                  <a:gd name="T7" fmla="*/ 2379 h 224"/>
                  <a:gd name="T8" fmla="*/ 0 w 1120"/>
                  <a:gd name="T9" fmla="*/ 0 h 224"/>
                  <a:gd name="T10" fmla="*/ 0 w 1120"/>
                  <a:gd name="T11" fmla="*/ 275 h 224"/>
                  <a:gd name="T12" fmla="*/ 9068 w 1120"/>
                  <a:gd name="T13" fmla="*/ 2612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0" h="224">
                    <a:moveTo>
                      <a:pt x="481" y="114"/>
                    </a:moveTo>
                    <a:cubicBezTo>
                      <a:pt x="608" y="138"/>
                      <a:pt x="972" y="197"/>
                      <a:pt x="1120" y="224"/>
                    </a:cubicBezTo>
                    <a:cubicBezTo>
                      <a:pt x="1117" y="214"/>
                      <a:pt x="1117" y="214"/>
                      <a:pt x="1117" y="214"/>
                    </a:cubicBezTo>
                    <a:cubicBezTo>
                      <a:pt x="1117" y="214"/>
                      <a:pt x="630" y="130"/>
                      <a:pt x="494" y="104"/>
                    </a:cubicBezTo>
                    <a:cubicBezTo>
                      <a:pt x="374" y="82"/>
                      <a:pt x="91" y="19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02" y="33"/>
                      <a:pt x="367" y="92"/>
                      <a:pt x="481" y="114"/>
                    </a:cubicBez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8" name="Freeform 421">
                <a:extLst>
                  <a:ext uri="{FF2B5EF4-FFF2-40B4-BE49-F238E27FC236}">
                    <a16:creationId xmlns:a16="http://schemas.microsoft.com/office/drawing/2014/main" id="{C3E3E3A6-B88F-4953-9A87-006EF1F77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332"/>
                <a:ext cx="2993" cy="621"/>
              </a:xfrm>
              <a:custGeom>
                <a:avLst/>
                <a:gdLst>
                  <a:gd name="T0" fmla="*/ 21071 w 1125"/>
                  <a:gd name="T1" fmla="*/ 4994 h 219"/>
                  <a:gd name="T2" fmla="*/ 21185 w 1125"/>
                  <a:gd name="T3" fmla="*/ 4784 h 219"/>
                  <a:gd name="T4" fmla="*/ 13236 w 1125"/>
                  <a:gd name="T5" fmla="*/ 3079 h 219"/>
                  <a:gd name="T6" fmla="*/ 93 w 1125"/>
                  <a:gd name="T7" fmla="*/ 0 h 219"/>
                  <a:gd name="T8" fmla="*/ 77 w 1125"/>
                  <a:gd name="T9" fmla="*/ 0 h 219"/>
                  <a:gd name="T10" fmla="*/ 0 w 1125"/>
                  <a:gd name="T11" fmla="*/ 224 h 219"/>
                  <a:gd name="T12" fmla="*/ 13143 w 1125"/>
                  <a:gd name="T13" fmla="*/ 3303 h 219"/>
                  <a:gd name="T14" fmla="*/ 21049 w 1125"/>
                  <a:gd name="T15" fmla="*/ 4994 h 219"/>
                  <a:gd name="T16" fmla="*/ 21071 w 1125"/>
                  <a:gd name="T17" fmla="*/ 4994 h 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5" h="219">
                    <a:moveTo>
                      <a:pt x="1119" y="219"/>
                    </a:moveTo>
                    <a:cubicBezTo>
                      <a:pt x="1125" y="210"/>
                      <a:pt x="1125" y="210"/>
                      <a:pt x="1125" y="210"/>
                    </a:cubicBezTo>
                    <a:cubicBezTo>
                      <a:pt x="1085" y="204"/>
                      <a:pt x="799" y="154"/>
                      <a:pt x="703" y="135"/>
                    </a:cubicBezTo>
                    <a:cubicBezTo>
                      <a:pt x="613" y="116"/>
                      <a:pt x="190" y="35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85" y="46"/>
                      <a:pt x="608" y="127"/>
                      <a:pt x="698" y="145"/>
                    </a:cubicBezTo>
                    <a:cubicBezTo>
                      <a:pt x="796" y="165"/>
                      <a:pt x="1090" y="215"/>
                      <a:pt x="1118" y="219"/>
                    </a:cubicBezTo>
                    <a:lnTo>
                      <a:pt x="1119" y="219"/>
                    </a:ln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9" name="Freeform 422">
                <a:extLst>
                  <a:ext uri="{FF2B5EF4-FFF2-40B4-BE49-F238E27FC236}">
                    <a16:creationId xmlns:a16="http://schemas.microsoft.com/office/drawing/2014/main" id="{D5392832-E17A-43D1-B9EC-1D0E973C5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230"/>
                <a:ext cx="3057" cy="723"/>
              </a:xfrm>
              <a:custGeom>
                <a:avLst/>
                <a:gdLst>
                  <a:gd name="T0" fmla="*/ 10398 w 1149"/>
                  <a:gd name="T1" fmla="*/ 2370 h 255"/>
                  <a:gd name="T2" fmla="*/ 5670 w 1149"/>
                  <a:gd name="T3" fmla="*/ 1279 h 255"/>
                  <a:gd name="T4" fmla="*/ 261 w 1149"/>
                  <a:gd name="T5" fmla="*/ 0 h 255"/>
                  <a:gd name="T6" fmla="*/ 0 w 1149"/>
                  <a:gd name="T7" fmla="*/ 1046 h 255"/>
                  <a:gd name="T8" fmla="*/ 77 w 1149"/>
                  <a:gd name="T9" fmla="*/ 819 h 255"/>
                  <a:gd name="T10" fmla="*/ 93 w 1149"/>
                  <a:gd name="T11" fmla="*/ 819 h 255"/>
                  <a:gd name="T12" fmla="*/ 13236 w 1149"/>
                  <a:gd name="T13" fmla="*/ 3899 h 255"/>
                  <a:gd name="T14" fmla="*/ 21186 w 1149"/>
                  <a:gd name="T15" fmla="*/ 5603 h 255"/>
                  <a:gd name="T16" fmla="*/ 21074 w 1149"/>
                  <a:gd name="T17" fmla="*/ 5812 h 255"/>
                  <a:gd name="T18" fmla="*/ 21638 w 1149"/>
                  <a:gd name="T19" fmla="*/ 4857 h 255"/>
                  <a:gd name="T20" fmla="*/ 17930 w 1149"/>
                  <a:gd name="T21" fmla="*/ 4100 h 255"/>
                  <a:gd name="T22" fmla="*/ 10398 w 1149"/>
                  <a:gd name="T23" fmla="*/ 2370 h 2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49" h="255">
                    <a:moveTo>
                      <a:pt x="552" y="104"/>
                    </a:moveTo>
                    <a:cubicBezTo>
                      <a:pt x="481" y="91"/>
                      <a:pt x="395" y="74"/>
                      <a:pt x="301" y="56"/>
                    </a:cubicBezTo>
                    <a:cubicBezTo>
                      <a:pt x="301" y="56"/>
                      <a:pt x="18" y="2"/>
                      <a:pt x="1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90" y="71"/>
                      <a:pt x="613" y="152"/>
                      <a:pt x="703" y="171"/>
                    </a:cubicBezTo>
                    <a:cubicBezTo>
                      <a:pt x="799" y="190"/>
                      <a:pt x="1085" y="240"/>
                      <a:pt x="1125" y="246"/>
                    </a:cubicBezTo>
                    <a:cubicBezTo>
                      <a:pt x="1119" y="255"/>
                      <a:pt x="1119" y="255"/>
                      <a:pt x="1119" y="255"/>
                    </a:cubicBezTo>
                    <a:cubicBezTo>
                      <a:pt x="1149" y="213"/>
                      <a:pt x="1149" y="213"/>
                      <a:pt x="1149" y="213"/>
                    </a:cubicBezTo>
                    <a:cubicBezTo>
                      <a:pt x="1124" y="209"/>
                      <a:pt x="1040" y="195"/>
                      <a:pt x="952" y="180"/>
                    </a:cubicBezTo>
                    <a:cubicBezTo>
                      <a:pt x="868" y="165"/>
                      <a:pt x="648" y="123"/>
                      <a:pt x="552" y="104"/>
                    </a:cubicBez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0" name="Freeform 423">
                <a:extLst>
                  <a:ext uri="{FF2B5EF4-FFF2-40B4-BE49-F238E27FC236}">
                    <a16:creationId xmlns:a16="http://schemas.microsoft.com/office/drawing/2014/main" id="{059B9EDB-87EE-43A9-BECD-7CE1CADCB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338"/>
                <a:ext cx="224" cy="48"/>
              </a:xfrm>
              <a:custGeom>
                <a:avLst/>
                <a:gdLst>
                  <a:gd name="T0" fmla="*/ 0 w 84"/>
                  <a:gd name="T1" fmla="*/ 0 h 17"/>
                  <a:gd name="T2" fmla="*/ 0 w 84"/>
                  <a:gd name="T3" fmla="*/ 23 h 17"/>
                  <a:gd name="T4" fmla="*/ 1592 w 84"/>
                  <a:gd name="T5" fmla="*/ 384 h 17"/>
                  <a:gd name="T6" fmla="*/ 0 w 84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7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8" y="6"/>
                      <a:pt x="57" y="11"/>
                      <a:pt x="84" y="1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1" name="Freeform 424">
                <a:extLst>
                  <a:ext uri="{FF2B5EF4-FFF2-40B4-BE49-F238E27FC236}">
                    <a16:creationId xmlns:a16="http://schemas.microsoft.com/office/drawing/2014/main" id="{69A465E6-1998-4A56-8200-CAE278858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369"/>
                <a:ext cx="175" cy="440"/>
              </a:xfrm>
              <a:custGeom>
                <a:avLst/>
                <a:gdLst>
                  <a:gd name="T0" fmla="*/ 0 w 66"/>
                  <a:gd name="T1" fmla="*/ 3546 h 155"/>
                  <a:gd name="T2" fmla="*/ 856 w 66"/>
                  <a:gd name="T3" fmla="*/ 0 h 155"/>
                  <a:gd name="T4" fmla="*/ 0 w 66"/>
                  <a:gd name="T5" fmla="*/ 3546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55">
                    <a:moveTo>
                      <a:pt x="0" y="155"/>
                    </a:moveTo>
                    <a:cubicBezTo>
                      <a:pt x="66" y="101"/>
                      <a:pt x="52" y="22"/>
                      <a:pt x="46" y="0"/>
                    </a:cubicBezTo>
                    <a:cubicBezTo>
                      <a:pt x="47" y="21"/>
                      <a:pt x="53" y="99"/>
                      <a:pt x="0" y="1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2" name="Freeform 425">
                <a:extLst>
                  <a:ext uri="{FF2B5EF4-FFF2-40B4-BE49-F238E27FC236}">
                    <a16:creationId xmlns:a16="http://schemas.microsoft.com/office/drawing/2014/main" id="{C860D6C4-42CB-4AE4-9E1F-909379315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551"/>
                <a:ext cx="3042" cy="647"/>
              </a:xfrm>
              <a:custGeom>
                <a:avLst/>
                <a:gdLst>
                  <a:gd name="T0" fmla="*/ 21432 w 1143"/>
                  <a:gd name="T1" fmla="*/ 4824 h 228"/>
                  <a:gd name="T2" fmla="*/ 21470 w 1143"/>
                  <a:gd name="T3" fmla="*/ 4986 h 228"/>
                  <a:gd name="T4" fmla="*/ 19684 w 1143"/>
                  <a:gd name="T5" fmla="*/ 4574 h 228"/>
                  <a:gd name="T6" fmla="*/ 15250 w 1143"/>
                  <a:gd name="T7" fmla="*/ 3544 h 228"/>
                  <a:gd name="T8" fmla="*/ 14968 w 1143"/>
                  <a:gd name="T9" fmla="*/ 3703 h 228"/>
                  <a:gd name="T10" fmla="*/ 14329 w 1143"/>
                  <a:gd name="T11" fmla="*/ 4092 h 228"/>
                  <a:gd name="T12" fmla="*/ 13459 w 1143"/>
                  <a:gd name="T13" fmla="*/ 4140 h 228"/>
                  <a:gd name="T14" fmla="*/ 12027 w 1143"/>
                  <a:gd name="T15" fmla="*/ 3703 h 228"/>
                  <a:gd name="T16" fmla="*/ 10781 w 1143"/>
                  <a:gd name="T17" fmla="*/ 3607 h 228"/>
                  <a:gd name="T18" fmla="*/ 9350 w 1143"/>
                  <a:gd name="T19" fmla="*/ 3471 h 228"/>
                  <a:gd name="T20" fmla="*/ 7691 w 1143"/>
                  <a:gd name="T21" fmla="*/ 2037 h 228"/>
                  <a:gd name="T22" fmla="*/ 7409 w 1143"/>
                  <a:gd name="T23" fmla="*/ 1805 h 228"/>
                  <a:gd name="T24" fmla="*/ 21 w 1143"/>
                  <a:gd name="T25" fmla="*/ 0 h 228"/>
                  <a:gd name="T26" fmla="*/ 0 w 1143"/>
                  <a:gd name="T27" fmla="*/ 184 h 228"/>
                  <a:gd name="T28" fmla="*/ 4924 w 1143"/>
                  <a:gd name="T29" fmla="*/ 1368 h 228"/>
                  <a:gd name="T30" fmla="*/ 7316 w 1143"/>
                  <a:gd name="T31" fmla="*/ 1964 h 228"/>
                  <a:gd name="T32" fmla="*/ 7601 w 1143"/>
                  <a:gd name="T33" fmla="*/ 2213 h 228"/>
                  <a:gd name="T34" fmla="*/ 9350 w 1143"/>
                  <a:gd name="T35" fmla="*/ 3703 h 228"/>
                  <a:gd name="T36" fmla="*/ 10781 w 1143"/>
                  <a:gd name="T37" fmla="*/ 3842 h 228"/>
                  <a:gd name="T38" fmla="*/ 12027 w 1143"/>
                  <a:gd name="T39" fmla="*/ 3930 h 228"/>
                  <a:gd name="T40" fmla="*/ 13459 w 1143"/>
                  <a:gd name="T41" fmla="*/ 4364 h 228"/>
                  <a:gd name="T42" fmla="*/ 14329 w 1143"/>
                  <a:gd name="T43" fmla="*/ 4316 h 228"/>
                  <a:gd name="T44" fmla="*/ 15058 w 1143"/>
                  <a:gd name="T45" fmla="*/ 3882 h 228"/>
                  <a:gd name="T46" fmla="*/ 15250 w 1143"/>
                  <a:gd name="T47" fmla="*/ 3794 h 228"/>
                  <a:gd name="T48" fmla="*/ 17006 w 1143"/>
                  <a:gd name="T49" fmla="*/ 4203 h 228"/>
                  <a:gd name="T50" fmla="*/ 21547 w 1143"/>
                  <a:gd name="T51" fmla="*/ 5210 h 228"/>
                  <a:gd name="T52" fmla="*/ 21432 w 1143"/>
                  <a:gd name="T53" fmla="*/ 4824 h 2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43" h="228">
                    <a:moveTo>
                      <a:pt x="1137" y="211"/>
                    </a:moveTo>
                    <a:cubicBezTo>
                      <a:pt x="1139" y="218"/>
                      <a:pt x="1139" y="218"/>
                      <a:pt x="1139" y="218"/>
                    </a:cubicBezTo>
                    <a:cubicBezTo>
                      <a:pt x="1127" y="216"/>
                      <a:pt x="1094" y="209"/>
                      <a:pt x="1044" y="200"/>
                    </a:cubicBezTo>
                    <a:cubicBezTo>
                      <a:pt x="1036" y="197"/>
                      <a:pt x="924" y="176"/>
                      <a:pt x="809" y="155"/>
                    </a:cubicBezTo>
                    <a:cubicBezTo>
                      <a:pt x="801" y="156"/>
                      <a:pt x="797" y="159"/>
                      <a:pt x="794" y="162"/>
                    </a:cubicBezTo>
                    <a:cubicBezTo>
                      <a:pt x="786" y="169"/>
                      <a:pt x="773" y="177"/>
                      <a:pt x="760" y="179"/>
                    </a:cubicBezTo>
                    <a:cubicBezTo>
                      <a:pt x="744" y="181"/>
                      <a:pt x="740" y="179"/>
                      <a:pt x="714" y="181"/>
                    </a:cubicBezTo>
                    <a:cubicBezTo>
                      <a:pt x="688" y="183"/>
                      <a:pt x="674" y="172"/>
                      <a:pt x="638" y="162"/>
                    </a:cubicBezTo>
                    <a:cubicBezTo>
                      <a:pt x="602" y="152"/>
                      <a:pt x="604" y="158"/>
                      <a:pt x="572" y="158"/>
                    </a:cubicBezTo>
                    <a:cubicBezTo>
                      <a:pt x="540" y="158"/>
                      <a:pt x="526" y="168"/>
                      <a:pt x="496" y="152"/>
                    </a:cubicBezTo>
                    <a:cubicBezTo>
                      <a:pt x="466" y="135"/>
                      <a:pt x="438" y="135"/>
                      <a:pt x="408" y="89"/>
                    </a:cubicBezTo>
                    <a:cubicBezTo>
                      <a:pt x="406" y="84"/>
                      <a:pt x="399" y="82"/>
                      <a:pt x="393" y="79"/>
                    </a:cubicBezTo>
                    <a:cubicBezTo>
                      <a:pt x="298" y="61"/>
                      <a:pt x="20" y="4"/>
                      <a:pt x="1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99" y="28"/>
                      <a:pt x="201" y="48"/>
                      <a:pt x="261" y="60"/>
                    </a:cubicBezTo>
                    <a:cubicBezTo>
                      <a:pt x="282" y="64"/>
                      <a:pt x="326" y="74"/>
                      <a:pt x="388" y="86"/>
                    </a:cubicBezTo>
                    <a:cubicBezTo>
                      <a:pt x="393" y="88"/>
                      <a:pt x="400" y="93"/>
                      <a:pt x="403" y="97"/>
                    </a:cubicBezTo>
                    <a:cubicBezTo>
                      <a:pt x="433" y="143"/>
                      <a:pt x="466" y="145"/>
                      <a:pt x="496" y="162"/>
                    </a:cubicBezTo>
                    <a:cubicBezTo>
                      <a:pt x="526" y="178"/>
                      <a:pt x="540" y="168"/>
                      <a:pt x="572" y="168"/>
                    </a:cubicBezTo>
                    <a:cubicBezTo>
                      <a:pt x="604" y="168"/>
                      <a:pt x="602" y="162"/>
                      <a:pt x="638" y="172"/>
                    </a:cubicBezTo>
                    <a:cubicBezTo>
                      <a:pt x="674" y="182"/>
                      <a:pt x="688" y="193"/>
                      <a:pt x="714" y="191"/>
                    </a:cubicBezTo>
                    <a:cubicBezTo>
                      <a:pt x="740" y="189"/>
                      <a:pt x="744" y="191"/>
                      <a:pt x="760" y="189"/>
                    </a:cubicBezTo>
                    <a:cubicBezTo>
                      <a:pt x="773" y="187"/>
                      <a:pt x="791" y="177"/>
                      <a:pt x="799" y="170"/>
                    </a:cubicBezTo>
                    <a:cubicBezTo>
                      <a:pt x="801" y="168"/>
                      <a:pt x="804" y="166"/>
                      <a:pt x="809" y="166"/>
                    </a:cubicBezTo>
                    <a:cubicBezTo>
                      <a:pt x="841" y="172"/>
                      <a:pt x="870" y="177"/>
                      <a:pt x="902" y="184"/>
                    </a:cubicBezTo>
                    <a:cubicBezTo>
                      <a:pt x="1143" y="228"/>
                      <a:pt x="1143" y="228"/>
                      <a:pt x="1143" y="228"/>
                    </a:cubicBezTo>
                    <a:lnTo>
                      <a:pt x="1137" y="211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3" name="Freeform 426">
                <a:extLst>
                  <a:ext uri="{FF2B5EF4-FFF2-40B4-BE49-F238E27FC236}">
                    <a16:creationId xmlns:a16="http://schemas.microsoft.com/office/drawing/2014/main" id="{63A11421-1F0A-4BB2-A736-89A2DFFCC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173"/>
                <a:ext cx="3047" cy="636"/>
              </a:xfrm>
              <a:custGeom>
                <a:avLst/>
                <a:gdLst>
                  <a:gd name="T0" fmla="*/ 13378 w 1145"/>
                  <a:gd name="T1" fmla="*/ 3112 h 224"/>
                  <a:gd name="T2" fmla="*/ 12491 w 1145"/>
                  <a:gd name="T3" fmla="*/ 2910 h 224"/>
                  <a:gd name="T4" fmla="*/ 10551 w 1145"/>
                  <a:gd name="T5" fmla="*/ 1968 h 224"/>
                  <a:gd name="T6" fmla="*/ 7951 w 1145"/>
                  <a:gd name="T7" fmla="*/ 1008 h 224"/>
                  <a:gd name="T8" fmla="*/ 6238 w 1145"/>
                  <a:gd name="T9" fmla="*/ 1258 h 224"/>
                  <a:gd name="T10" fmla="*/ 5445 w 1145"/>
                  <a:gd name="T11" fmla="*/ 1258 h 224"/>
                  <a:gd name="T12" fmla="*/ 56 w 1145"/>
                  <a:gd name="T13" fmla="*/ 0 h 224"/>
                  <a:gd name="T14" fmla="*/ 431 w 1145"/>
                  <a:gd name="T15" fmla="*/ 346 h 224"/>
                  <a:gd name="T16" fmla="*/ 5466 w 1145"/>
                  <a:gd name="T17" fmla="*/ 1508 h 224"/>
                  <a:gd name="T18" fmla="*/ 6275 w 1145"/>
                  <a:gd name="T19" fmla="*/ 1468 h 224"/>
                  <a:gd name="T20" fmla="*/ 6238 w 1145"/>
                  <a:gd name="T21" fmla="*/ 1442 h 224"/>
                  <a:gd name="T22" fmla="*/ 6310 w 1145"/>
                  <a:gd name="T23" fmla="*/ 1442 h 224"/>
                  <a:gd name="T24" fmla="*/ 6365 w 1145"/>
                  <a:gd name="T25" fmla="*/ 1442 h 224"/>
                  <a:gd name="T26" fmla="*/ 6424 w 1145"/>
                  <a:gd name="T27" fmla="*/ 1442 h 224"/>
                  <a:gd name="T28" fmla="*/ 6480 w 1145"/>
                  <a:gd name="T29" fmla="*/ 1442 h 224"/>
                  <a:gd name="T30" fmla="*/ 6557 w 1145"/>
                  <a:gd name="T31" fmla="*/ 1420 h 224"/>
                  <a:gd name="T32" fmla="*/ 6650 w 1145"/>
                  <a:gd name="T33" fmla="*/ 1420 h 224"/>
                  <a:gd name="T34" fmla="*/ 6727 w 1145"/>
                  <a:gd name="T35" fmla="*/ 1394 h 224"/>
                  <a:gd name="T36" fmla="*/ 6805 w 1145"/>
                  <a:gd name="T37" fmla="*/ 1371 h 224"/>
                  <a:gd name="T38" fmla="*/ 6863 w 1145"/>
                  <a:gd name="T39" fmla="*/ 1371 h 224"/>
                  <a:gd name="T40" fmla="*/ 6932 w 1145"/>
                  <a:gd name="T41" fmla="*/ 1354 h 224"/>
                  <a:gd name="T42" fmla="*/ 6991 w 1145"/>
                  <a:gd name="T43" fmla="*/ 1329 h 224"/>
                  <a:gd name="T44" fmla="*/ 7047 w 1145"/>
                  <a:gd name="T45" fmla="*/ 1329 h 224"/>
                  <a:gd name="T46" fmla="*/ 7103 w 1145"/>
                  <a:gd name="T47" fmla="*/ 1306 h 224"/>
                  <a:gd name="T48" fmla="*/ 7145 w 1145"/>
                  <a:gd name="T49" fmla="*/ 1306 h 224"/>
                  <a:gd name="T50" fmla="*/ 7951 w 1145"/>
                  <a:gd name="T51" fmla="*/ 1193 h 224"/>
                  <a:gd name="T52" fmla="*/ 10551 w 1145"/>
                  <a:gd name="T53" fmla="*/ 2152 h 224"/>
                  <a:gd name="T54" fmla="*/ 10666 w 1145"/>
                  <a:gd name="T55" fmla="*/ 2200 h 224"/>
                  <a:gd name="T56" fmla="*/ 10764 w 1145"/>
                  <a:gd name="T57" fmla="*/ 2240 h 224"/>
                  <a:gd name="T58" fmla="*/ 10857 w 1145"/>
                  <a:gd name="T59" fmla="*/ 2288 h 224"/>
                  <a:gd name="T60" fmla="*/ 10927 w 1145"/>
                  <a:gd name="T61" fmla="*/ 2337 h 224"/>
                  <a:gd name="T62" fmla="*/ 11025 w 1145"/>
                  <a:gd name="T63" fmla="*/ 2379 h 224"/>
                  <a:gd name="T64" fmla="*/ 11097 w 1145"/>
                  <a:gd name="T65" fmla="*/ 2428 h 224"/>
                  <a:gd name="T66" fmla="*/ 11174 w 1145"/>
                  <a:gd name="T67" fmla="*/ 2476 h 224"/>
                  <a:gd name="T68" fmla="*/ 11366 w 1145"/>
                  <a:gd name="T69" fmla="*/ 2564 h 224"/>
                  <a:gd name="T70" fmla="*/ 11422 w 1145"/>
                  <a:gd name="T71" fmla="*/ 2612 h 224"/>
                  <a:gd name="T72" fmla="*/ 11480 w 1145"/>
                  <a:gd name="T73" fmla="*/ 2635 h 224"/>
                  <a:gd name="T74" fmla="*/ 11515 w 1145"/>
                  <a:gd name="T75" fmla="*/ 2652 h 224"/>
                  <a:gd name="T76" fmla="*/ 11571 w 1145"/>
                  <a:gd name="T77" fmla="*/ 2677 h 224"/>
                  <a:gd name="T78" fmla="*/ 11608 w 1145"/>
                  <a:gd name="T79" fmla="*/ 2700 h 224"/>
                  <a:gd name="T80" fmla="*/ 12308 w 1145"/>
                  <a:gd name="T81" fmla="*/ 3064 h 224"/>
                  <a:gd name="T82" fmla="*/ 21443 w 1145"/>
                  <a:gd name="T83" fmla="*/ 5102 h 224"/>
                  <a:gd name="T84" fmla="*/ 21576 w 1145"/>
                  <a:gd name="T85" fmla="*/ 4901 h 224"/>
                  <a:gd name="T86" fmla="*/ 16302 w 1145"/>
                  <a:gd name="T87" fmla="*/ 379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5" h="224">
                    <a:moveTo>
                      <a:pt x="865" y="166"/>
                    </a:moveTo>
                    <a:cubicBezTo>
                      <a:pt x="816" y="157"/>
                      <a:pt x="764" y="147"/>
                      <a:pt x="710" y="136"/>
                    </a:cubicBezTo>
                    <a:cubicBezTo>
                      <a:pt x="759" y="146"/>
                      <a:pt x="807" y="155"/>
                      <a:pt x="851" y="163"/>
                    </a:cubicBezTo>
                    <a:cubicBezTo>
                      <a:pt x="663" y="127"/>
                      <a:pt x="663" y="127"/>
                      <a:pt x="663" y="127"/>
                    </a:cubicBezTo>
                    <a:cubicBezTo>
                      <a:pt x="655" y="125"/>
                      <a:pt x="630" y="117"/>
                      <a:pt x="617" y="110"/>
                    </a:cubicBezTo>
                    <a:cubicBezTo>
                      <a:pt x="612" y="109"/>
                      <a:pt x="585" y="95"/>
                      <a:pt x="560" y="86"/>
                    </a:cubicBezTo>
                    <a:cubicBezTo>
                      <a:pt x="534" y="76"/>
                      <a:pt x="530" y="72"/>
                      <a:pt x="500" y="62"/>
                    </a:cubicBezTo>
                    <a:cubicBezTo>
                      <a:pt x="470" y="52"/>
                      <a:pt x="456" y="42"/>
                      <a:pt x="422" y="44"/>
                    </a:cubicBezTo>
                    <a:cubicBezTo>
                      <a:pt x="405" y="45"/>
                      <a:pt x="393" y="45"/>
                      <a:pt x="381" y="48"/>
                    </a:cubicBezTo>
                    <a:cubicBezTo>
                      <a:pt x="372" y="50"/>
                      <a:pt x="340" y="55"/>
                      <a:pt x="331" y="55"/>
                    </a:cubicBezTo>
                    <a:cubicBezTo>
                      <a:pt x="320" y="55"/>
                      <a:pt x="294" y="57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186" y="35"/>
                      <a:pt x="87" y="16"/>
                      <a:pt x="3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9" y="12"/>
                      <a:pt x="23" y="15"/>
                    </a:cubicBezTo>
                    <a:cubicBezTo>
                      <a:pt x="94" y="28"/>
                      <a:pt x="173" y="44"/>
                      <a:pt x="256" y="60"/>
                    </a:cubicBezTo>
                    <a:cubicBezTo>
                      <a:pt x="290" y="66"/>
                      <a:pt x="290" y="66"/>
                      <a:pt x="290" y="66"/>
                    </a:cubicBezTo>
                    <a:cubicBezTo>
                      <a:pt x="299" y="66"/>
                      <a:pt x="306" y="66"/>
                      <a:pt x="314" y="66"/>
                    </a:cubicBezTo>
                    <a:cubicBezTo>
                      <a:pt x="319" y="65"/>
                      <a:pt x="326" y="64"/>
                      <a:pt x="333" y="64"/>
                    </a:cubicBezTo>
                    <a:cubicBezTo>
                      <a:pt x="332" y="64"/>
                      <a:pt x="331" y="63"/>
                      <a:pt x="331" y="63"/>
                    </a:cubicBezTo>
                    <a:cubicBezTo>
                      <a:pt x="331" y="63"/>
                      <a:pt x="331" y="63"/>
                      <a:pt x="331" y="63"/>
                    </a:cubicBezTo>
                    <a:cubicBezTo>
                      <a:pt x="332" y="63"/>
                      <a:pt x="333" y="63"/>
                      <a:pt x="334" y="63"/>
                    </a:cubicBezTo>
                    <a:cubicBezTo>
                      <a:pt x="335" y="63"/>
                      <a:pt x="335" y="63"/>
                      <a:pt x="335" y="63"/>
                    </a:cubicBezTo>
                    <a:cubicBezTo>
                      <a:pt x="336" y="63"/>
                      <a:pt x="336" y="63"/>
                      <a:pt x="337" y="63"/>
                    </a:cubicBezTo>
                    <a:cubicBezTo>
                      <a:pt x="337" y="63"/>
                      <a:pt x="338" y="63"/>
                      <a:pt x="338" y="63"/>
                    </a:cubicBezTo>
                    <a:cubicBezTo>
                      <a:pt x="338" y="63"/>
                      <a:pt x="339" y="63"/>
                      <a:pt x="340" y="63"/>
                    </a:cubicBezTo>
                    <a:cubicBezTo>
                      <a:pt x="340" y="63"/>
                      <a:pt x="341" y="63"/>
                      <a:pt x="341" y="63"/>
                    </a:cubicBezTo>
                    <a:cubicBezTo>
                      <a:pt x="342" y="63"/>
                      <a:pt x="342" y="63"/>
                      <a:pt x="343" y="63"/>
                    </a:cubicBezTo>
                    <a:cubicBezTo>
                      <a:pt x="343" y="63"/>
                      <a:pt x="344" y="63"/>
                      <a:pt x="344" y="63"/>
                    </a:cubicBezTo>
                    <a:cubicBezTo>
                      <a:pt x="345" y="63"/>
                      <a:pt x="346" y="62"/>
                      <a:pt x="347" y="62"/>
                    </a:cubicBezTo>
                    <a:cubicBezTo>
                      <a:pt x="347" y="62"/>
                      <a:pt x="348" y="62"/>
                      <a:pt x="348" y="62"/>
                    </a:cubicBezTo>
                    <a:cubicBezTo>
                      <a:pt x="349" y="62"/>
                      <a:pt x="350" y="62"/>
                      <a:pt x="351" y="62"/>
                    </a:cubicBezTo>
                    <a:cubicBezTo>
                      <a:pt x="352" y="62"/>
                      <a:pt x="352" y="62"/>
                      <a:pt x="353" y="62"/>
                    </a:cubicBezTo>
                    <a:cubicBezTo>
                      <a:pt x="353" y="61"/>
                      <a:pt x="354" y="61"/>
                      <a:pt x="355" y="61"/>
                    </a:cubicBezTo>
                    <a:cubicBezTo>
                      <a:pt x="356" y="61"/>
                      <a:pt x="356" y="61"/>
                      <a:pt x="357" y="61"/>
                    </a:cubicBezTo>
                    <a:cubicBezTo>
                      <a:pt x="357" y="61"/>
                      <a:pt x="358" y="61"/>
                      <a:pt x="359" y="61"/>
                    </a:cubicBezTo>
                    <a:cubicBezTo>
                      <a:pt x="359" y="61"/>
                      <a:pt x="360" y="60"/>
                      <a:pt x="361" y="60"/>
                    </a:cubicBezTo>
                    <a:cubicBezTo>
                      <a:pt x="361" y="60"/>
                      <a:pt x="362" y="60"/>
                      <a:pt x="363" y="60"/>
                    </a:cubicBezTo>
                    <a:cubicBezTo>
                      <a:pt x="363" y="60"/>
                      <a:pt x="364" y="60"/>
                      <a:pt x="364" y="60"/>
                    </a:cubicBezTo>
                    <a:cubicBezTo>
                      <a:pt x="365" y="60"/>
                      <a:pt x="366" y="59"/>
                      <a:pt x="366" y="59"/>
                    </a:cubicBezTo>
                    <a:cubicBezTo>
                      <a:pt x="367" y="59"/>
                      <a:pt x="367" y="59"/>
                      <a:pt x="368" y="59"/>
                    </a:cubicBezTo>
                    <a:cubicBezTo>
                      <a:pt x="368" y="59"/>
                      <a:pt x="369" y="59"/>
                      <a:pt x="370" y="59"/>
                    </a:cubicBezTo>
                    <a:cubicBezTo>
                      <a:pt x="370" y="59"/>
                      <a:pt x="371" y="58"/>
                      <a:pt x="371" y="58"/>
                    </a:cubicBezTo>
                    <a:cubicBezTo>
                      <a:pt x="372" y="58"/>
                      <a:pt x="372" y="58"/>
                      <a:pt x="373" y="58"/>
                    </a:cubicBezTo>
                    <a:cubicBezTo>
                      <a:pt x="373" y="58"/>
                      <a:pt x="374" y="58"/>
                      <a:pt x="374" y="58"/>
                    </a:cubicBezTo>
                    <a:cubicBezTo>
                      <a:pt x="375" y="58"/>
                      <a:pt x="375" y="58"/>
                      <a:pt x="376" y="57"/>
                    </a:cubicBezTo>
                    <a:cubicBezTo>
                      <a:pt x="376" y="57"/>
                      <a:pt x="376" y="57"/>
                      <a:pt x="377" y="57"/>
                    </a:cubicBezTo>
                    <a:cubicBezTo>
                      <a:pt x="377" y="57"/>
                      <a:pt x="378" y="57"/>
                      <a:pt x="378" y="57"/>
                    </a:cubicBezTo>
                    <a:cubicBezTo>
                      <a:pt x="378" y="57"/>
                      <a:pt x="379" y="57"/>
                      <a:pt x="379" y="57"/>
                    </a:cubicBezTo>
                    <a:cubicBezTo>
                      <a:pt x="380" y="57"/>
                      <a:pt x="380" y="56"/>
                      <a:pt x="381" y="56"/>
                    </a:cubicBezTo>
                    <a:cubicBezTo>
                      <a:pt x="393" y="53"/>
                      <a:pt x="405" y="53"/>
                      <a:pt x="422" y="52"/>
                    </a:cubicBezTo>
                    <a:cubicBezTo>
                      <a:pt x="456" y="50"/>
                      <a:pt x="470" y="60"/>
                      <a:pt x="500" y="70"/>
                    </a:cubicBezTo>
                    <a:cubicBezTo>
                      <a:pt x="530" y="80"/>
                      <a:pt x="534" y="84"/>
                      <a:pt x="560" y="94"/>
                    </a:cubicBezTo>
                    <a:cubicBezTo>
                      <a:pt x="561" y="94"/>
                      <a:pt x="563" y="95"/>
                      <a:pt x="564" y="95"/>
                    </a:cubicBezTo>
                    <a:cubicBezTo>
                      <a:pt x="565" y="96"/>
                      <a:pt x="565" y="96"/>
                      <a:pt x="566" y="96"/>
                    </a:cubicBezTo>
                    <a:cubicBezTo>
                      <a:pt x="567" y="96"/>
                      <a:pt x="568" y="97"/>
                      <a:pt x="569" y="97"/>
                    </a:cubicBezTo>
                    <a:cubicBezTo>
                      <a:pt x="570" y="98"/>
                      <a:pt x="570" y="98"/>
                      <a:pt x="571" y="98"/>
                    </a:cubicBezTo>
                    <a:cubicBezTo>
                      <a:pt x="572" y="98"/>
                      <a:pt x="573" y="99"/>
                      <a:pt x="573" y="99"/>
                    </a:cubicBezTo>
                    <a:cubicBezTo>
                      <a:pt x="574" y="99"/>
                      <a:pt x="575" y="100"/>
                      <a:pt x="576" y="100"/>
                    </a:cubicBezTo>
                    <a:cubicBezTo>
                      <a:pt x="576" y="100"/>
                      <a:pt x="577" y="101"/>
                      <a:pt x="578" y="101"/>
                    </a:cubicBezTo>
                    <a:cubicBezTo>
                      <a:pt x="579" y="101"/>
                      <a:pt x="579" y="102"/>
                      <a:pt x="580" y="102"/>
                    </a:cubicBezTo>
                    <a:cubicBezTo>
                      <a:pt x="581" y="102"/>
                      <a:pt x="582" y="103"/>
                      <a:pt x="582" y="103"/>
                    </a:cubicBezTo>
                    <a:cubicBezTo>
                      <a:pt x="583" y="103"/>
                      <a:pt x="584" y="104"/>
                      <a:pt x="585" y="104"/>
                    </a:cubicBezTo>
                    <a:cubicBezTo>
                      <a:pt x="585" y="104"/>
                      <a:pt x="586" y="105"/>
                      <a:pt x="587" y="105"/>
                    </a:cubicBezTo>
                    <a:cubicBezTo>
                      <a:pt x="587" y="105"/>
                      <a:pt x="588" y="106"/>
                      <a:pt x="589" y="106"/>
                    </a:cubicBezTo>
                    <a:cubicBezTo>
                      <a:pt x="590" y="106"/>
                      <a:pt x="590" y="107"/>
                      <a:pt x="591" y="107"/>
                    </a:cubicBezTo>
                    <a:cubicBezTo>
                      <a:pt x="592" y="107"/>
                      <a:pt x="592" y="108"/>
                      <a:pt x="593" y="108"/>
                    </a:cubicBezTo>
                    <a:cubicBezTo>
                      <a:pt x="594" y="108"/>
                      <a:pt x="594" y="108"/>
                      <a:pt x="594" y="108"/>
                    </a:cubicBezTo>
                    <a:cubicBezTo>
                      <a:pt x="597" y="110"/>
                      <a:pt x="600" y="111"/>
                      <a:pt x="603" y="112"/>
                    </a:cubicBezTo>
                    <a:cubicBezTo>
                      <a:pt x="603" y="113"/>
                      <a:pt x="603" y="113"/>
                      <a:pt x="603" y="113"/>
                    </a:cubicBezTo>
                    <a:cubicBezTo>
                      <a:pt x="604" y="113"/>
                      <a:pt x="605" y="113"/>
                      <a:pt x="606" y="114"/>
                    </a:cubicBezTo>
                    <a:cubicBezTo>
                      <a:pt x="606" y="114"/>
                      <a:pt x="606" y="114"/>
                      <a:pt x="607" y="114"/>
                    </a:cubicBezTo>
                    <a:cubicBezTo>
                      <a:pt x="607" y="114"/>
                      <a:pt x="608" y="115"/>
                      <a:pt x="609" y="115"/>
                    </a:cubicBezTo>
                    <a:cubicBezTo>
                      <a:pt x="609" y="115"/>
                      <a:pt x="609" y="115"/>
                      <a:pt x="609" y="115"/>
                    </a:cubicBezTo>
                    <a:cubicBezTo>
                      <a:pt x="610" y="116"/>
                      <a:pt x="611" y="116"/>
                      <a:pt x="611" y="116"/>
                    </a:cubicBezTo>
                    <a:cubicBezTo>
                      <a:pt x="611" y="116"/>
                      <a:pt x="612" y="116"/>
                      <a:pt x="612" y="116"/>
                    </a:cubicBezTo>
                    <a:cubicBezTo>
                      <a:pt x="613" y="117"/>
                      <a:pt x="613" y="117"/>
                      <a:pt x="614" y="117"/>
                    </a:cubicBezTo>
                    <a:cubicBezTo>
                      <a:pt x="614" y="117"/>
                      <a:pt x="614" y="117"/>
                      <a:pt x="614" y="117"/>
                    </a:cubicBezTo>
                    <a:cubicBezTo>
                      <a:pt x="615" y="118"/>
                      <a:pt x="615" y="118"/>
                      <a:pt x="616" y="118"/>
                    </a:cubicBezTo>
                    <a:cubicBezTo>
                      <a:pt x="618" y="119"/>
                      <a:pt x="619" y="120"/>
                      <a:pt x="621" y="121"/>
                    </a:cubicBezTo>
                    <a:cubicBezTo>
                      <a:pt x="627" y="125"/>
                      <a:pt x="631" y="129"/>
                      <a:pt x="653" y="134"/>
                    </a:cubicBezTo>
                    <a:cubicBezTo>
                      <a:pt x="800" y="162"/>
                      <a:pt x="987" y="196"/>
                      <a:pt x="1021" y="203"/>
                    </a:cubicBezTo>
                    <a:cubicBezTo>
                      <a:pt x="1079" y="213"/>
                      <a:pt x="1125" y="221"/>
                      <a:pt x="1138" y="223"/>
                    </a:cubicBezTo>
                    <a:cubicBezTo>
                      <a:pt x="1137" y="224"/>
                      <a:pt x="1137" y="224"/>
                      <a:pt x="1137" y="224"/>
                    </a:cubicBezTo>
                    <a:cubicBezTo>
                      <a:pt x="1145" y="214"/>
                      <a:pt x="1145" y="214"/>
                      <a:pt x="1145" y="214"/>
                    </a:cubicBezTo>
                    <a:cubicBezTo>
                      <a:pt x="1145" y="214"/>
                      <a:pt x="1145" y="214"/>
                      <a:pt x="1145" y="214"/>
                    </a:cubicBezTo>
                    <a:lnTo>
                      <a:pt x="865" y="166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4" name="Freeform 427">
                <a:extLst>
                  <a:ext uri="{FF2B5EF4-FFF2-40B4-BE49-F238E27FC236}">
                    <a16:creationId xmlns:a16="http://schemas.microsoft.com/office/drawing/2014/main" id="{87299FB0-7525-4C2F-8130-0BCE679FE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685"/>
                <a:ext cx="761" cy="162"/>
              </a:xfrm>
              <a:custGeom>
                <a:avLst/>
                <a:gdLst>
                  <a:gd name="T0" fmla="*/ 0 w 286"/>
                  <a:gd name="T1" fmla="*/ 0 h 57"/>
                  <a:gd name="T2" fmla="*/ 5388 w 286"/>
                  <a:gd name="T3" fmla="*/ 1259 h 57"/>
                  <a:gd name="T4" fmla="*/ 0 w 286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6" h="57">
                    <a:moveTo>
                      <a:pt x="0" y="0"/>
                    </a:moveTo>
                    <a:cubicBezTo>
                      <a:pt x="25" y="5"/>
                      <a:pt x="243" y="48"/>
                      <a:pt x="286" y="55"/>
                    </a:cubicBezTo>
                    <a:cubicBezTo>
                      <a:pt x="265" y="57"/>
                      <a:pt x="46" y="21"/>
                      <a:pt x="0" y="0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5" name="Freeform 428">
                <a:extLst>
                  <a:ext uri="{FF2B5EF4-FFF2-40B4-BE49-F238E27FC236}">
                    <a16:creationId xmlns:a16="http://schemas.microsoft.com/office/drawing/2014/main" id="{BC09015D-1D71-4CD3-8C43-0586A3B4B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710"/>
                <a:ext cx="516" cy="108"/>
              </a:xfrm>
              <a:custGeom>
                <a:avLst/>
                <a:gdLst>
                  <a:gd name="T0" fmla="*/ 0 w 194"/>
                  <a:gd name="T1" fmla="*/ 0 h 38"/>
                  <a:gd name="T2" fmla="*/ 3649 w 194"/>
                  <a:gd name="T3" fmla="*/ 873 h 38"/>
                  <a:gd name="T4" fmla="*/ 0 w 19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38">
                    <a:moveTo>
                      <a:pt x="0" y="0"/>
                    </a:moveTo>
                    <a:cubicBezTo>
                      <a:pt x="25" y="5"/>
                      <a:pt x="173" y="35"/>
                      <a:pt x="194" y="38"/>
                    </a:cubicBezTo>
                    <a:cubicBezTo>
                      <a:pt x="182" y="34"/>
                      <a:pt x="54" y="7"/>
                      <a:pt x="0" y="0"/>
                    </a:cubicBezTo>
                    <a:close/>
                  </a:path>
                </a:pathLst>
              </a:custGeom>
              <a:solidFill>
                <a:srgbClr val="FB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6" name="Freeform 429">
                <a:extLst>
                  <a:ext uri="{FF2B5EF4-FFF2-40B4-BE49-F238E27FC236}">
                    <a16:creationId xmlns:a16="http://schemas.microsoft.com/office/drawing/2014/main" id="{36A21E49-6102-46DA-A0EF-884E7D1DD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062"/>
                <a:ext cx="6" cy="17"/>
              </a:xfrm>
              <a:custGeom>
                <a:avLst/>
                <a:gdLst>
                  <a:gd name="T0" fmla="*/ 0 w 2"/>
                  <a:gd name="T1" fmla="*/ 0 h 6"/>
                  <a:gd name="T2" fmla="*/ 54 w 2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0" y="5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7" name="Freeform 430">
                <a:extLst>
                  <a:ext uri="{FF2B5EF4-FFF2-40B4-BE49-F238E27FC236}">
                    <a16:creationId xmlns:a16="http://schemas.microsoft.com/office/drawing/2014/main" id="{1D3DC0FC-C3B9-43C8-94E6-1FD08FF2D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068"/>
                <a:ext cx="5" cy="23"/>
              </a:xfrm>
              <a:custGeom>
                <a:avLst/>
                <a:gdLst>
                  <a:gd name="T0" fmla="*/ 20 w 2"/>
                  <a:gd name="T1" fmla="*/ 0 h 8"/>
                  <a:gd name="T2" fmla="*/ 0 w 2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8" name="Freeform 431">
                <a:extLst>
                  <a:ext uri="{FF2B5EF4-FFF2-40B4-BE49-F238E27FC236}">
                    <a16:creationId xmlns:a16="http://schemas.microsoft.com/office/drawing/2014/main" id="{E9C24E7A-E014-4104-8EAB-71CAD2216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028"/>
                <a:ext cx="6" cy="20"/>
              </a:xfrm>
              <a:custGeom>
                <a:avLst/>
                <a:gdLst>
                  <a:gd name="T0" fmla="*/ 54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9" name="Freeform 432">
                <a:extLst>
                  <a:ext uri="{FF2B5EF4-FFF2-40B4-BE49-F238E27FC236}">
                    <a16:creationId xmlns:a16="http://schemas.microsoft.com/office/drawing/2014/main" id="{833B8E27-12EE-4F1D-88C2-F4C0D7084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000"/>
                <a:ext cx="5" cy="23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2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0" name="Freeform 433">
                <a:extLst>
                  <a:ext uri="{FF2B5EF4-FFF2-40B4-BE49-F238E27FC236}">
                    <a16:creationId xmlns:a16="http://schemas.microsoft.com/office/drawing/2014/main" id="{87DB4E73-DEEE-465A-8E73-7815B28EB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011"/>
                <a:ext cx="1" cy="14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1" name="Freeform 434">
                <a:extLst>
                  <a:ext uri="{FF2B5EF4-FFF2-40B4-BE49-F238E27FC236}">
                    <a16:creationId xmlns:a16="http://schemas.microsoft.com/office/drawing/2014/main" id="{855DD5E5-443D-4D97-B07D-2E36F6B21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005"/>
                <a:ext cx="6" cy="20"/>
              </a:xfrm>
              <a:custGeom>
                <a:avLst/>
                <a:gdLst>
                  <a:gd name="T0" fmla="*/ 54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2" name="Freeform 435">
                <a:extLst>
                  <a:ext uri="{FF2B5EF4-FFF2-40B4-BE49-F238E27FC236}">
                    <a16:creationId xmlns:a16="http://schemas.microsoft.com/office/drawing/2014/main" id="{646558B2-E18C-4A5A-9D4C-3AB6E68A2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949"/>
                <a:ext cx="11" cy="17"/>
              </a:xfrm>
              <a:custGeom>
                <a:avLst/>
                <a:gdLst>
                  <a:gd name="T0" fmla="*/ 83 w 4"/>
                  <a:gd name="T1" fmla="*/ 0 h 6"/>
                  <a:gd name="T2" fmla="*/ 0 w 4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3" name="Freeform 436">
                <a:extLst>
                  <a:ext uri="{FF2B5EF4-FFF2-40B4-BE49-F238E27FC236}">
                    <a16:creationId xmlns:a16="http://schemas.microsoft.com/office/drawing/2014/main" id="{AA88C4C8-43ED-46BD-A6DE-75D4FA5B6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81"/>
                <a:ext cx="14" cy="22"/>
              </a:xfrm>
              <a:custGeom>
                <a:avLst/>
                <a:gdLst>
                  <a:gd name="T0" fmla="*/ 109 w 5"/>
                  <a:gd name="T1" fmla="*/ 0 h 8"/>
                  <a:gd name="T2" fmla="*/ 0 w 5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2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4" name="Freeform 437">
                <a:extLst>
                  <a:ext uri="{FF2B5EF4-FFF2-40B4-BE49-F238E27FC236}">
                    <a16:creationId xmlns:a16="http://schemas.microsoft.com/office/drawing/2014/main" id="{DD7025BD-9FB7-412E-892C-60F07543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736"/>
                <a:ext cx="5" cy="20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5" name="Freeform 438">
                <a:extLst>
                  <a:ext uri="{FF2B5EF4-FFF2-40B4-BE49-F238E27FC236}">
                    <a16:creationId xmlns:a16="http://schemas.microsoft.com/office/drawing/2014/main" id="{71080FD7-5CB2-4E24-BE3E-AC7A38583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696"/>
                <a:ext cx="8" cy="23"/>
              </a:xfrm>
              <a:custGeom>
                <a:avLst/>
                <a:gdLst>
                  <a:gd name="T0" fmla="*/ 56 w 3"/>
                  <a:gd name="T1" fmla="*/ 0 h 8"/>
                  <a:gd name="T2" fmla="*/ 0 w 3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3"/>
                      <a:pt x="3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6" name="Freeform 439">
                <a:extLst>
                  <a:ext uri="{FF2B5EF4-FFF2-40B4-BE49-F238E27FC236}">
                    <a16:creationId xmlns:a16="http://schemas.microsoft.com/office/drawing/2014/main" id="{A546B4A2-0304-49EE-815C-88A083EC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017"/>
                <a:ext cx="128" cy="48"/>
              </a:xfrm>
              <a:custGeom>
                <a:avLst/>
                <a:gdLst>
                  <a:gd name="T0" fmla="*/ 0 w 48"/>
                  <a:gd name="T1" fmla="*/ 65 h 17"/>
                  <a:gd name="T2" fmla="*/ 648 w 48"/>
                  <a:gd name="T3" fmla="*/ 136 h 17"/>
                  <a:gd name="T4" fmla="*/ 909 w 48"/>
                  <a:gd name="T5" fmla="*/ 38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3"/>
                    </a:moveTo>
                    <a:cubicBezTo>
                      <a:pt x="12" y="3"/>
                      <a:pt x="22" y="0"/>
                      <a:pt x="34" y="6"/>
                    </a:cubicBezTo>
                    <a:cubicBezTo>
                      <a:pt x="39" y="8"/>
                      <a:pt x="43" y="14"/>
                      <a:pt x="48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7" name="Freeform 440">
                <a:extLst>
                  <a:ext uri="{FF2B5EF4-FFF2-40B4-BE49-F238E27FC236}">
                    <a16:creationId xmlns:a16="http://schemas.microsoft.com/office/drawing/2014/main" id="{C4D7B981-170B-4ED5-912A-DEC56A630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017"/>
                <a:ext cx="112" cy="40"/>
              </a:xfrm>
              <a:custGeom>
                <a:avLst/>
                <a:gdLst>
                  <a:gd name="T0" fmla="*/ 0 w 42"/>
                  <a:gd name="T1" fmla="*/ 0 h 14"/>
                  <a:gd name="T2" fmla="*/ 397 w 42"/>
                  <a:gd name="T3" fmla="*/ 163 h 14"/>
                  <a:gd name="T4" fmla="*/ 797 w 42"/>
                  <a:gd name="T5" fmla="*/ 30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8" y="1"/>
                      <a:pt x="14" y="3"/>
                      <a:pt x="21" y="7"/>
                    </a:cubicBezTo>
                    <a:cubicBezTo>
                      <a:pt x="27" y="11"/>
                      <a:pt x="34" y="14"/>
                      <a:pt x="42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8" name="Freeform 441">
                <a:extLst>
                  <a:ext uri="{FF2B5EF4-FFF2-40B4-BE49-F238E27FC236}">
                    <a16:creationId xmlns:a16="http://schemas.microsoft.com/office/drawing/2014/main" id="{3D18CF5E-5B9C-41BD-A477-714C34BD9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068"/>
                <a:ext cx="77" cy="17"/>
              </a:xfrm>
              <a:custGeom>
                <a:avLst/>
                <a:gdLst>
                  <a:gd name="T0" fmla="*/ 0 w 29"/>
                  <a:gd name="T1" fmla="*/ 74 h 6"/>
                  <a:gd name="T2" fmla="*/ 542 w 29"/>
                  <a:gd name="T3" fmla="*/ 2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">
                    <a:moveTo>
                      <a:pt x="0" y="3"/>
                    </a:moveTo>
                    <a:cubicBezTo>
                      <a:pt x="8" y="6"/>
                      <a:pt x="20" y="0"/>
                      <a:pt x="29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9" name="Freeform 442">
                <a:extLst>
                  <a:ext uri="{FF2B5EF4-FFF2-40B4-BE49-F238E27FC236}">
                    <a16:creationId xmlns:a16="http://schemas.microsoft.com/office/drawing/2014/main" id="{CBEEC6E0-DA70-4F29-B3BA-2CC9DF875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814"/>
                <a:ext cx="128" cy="49"/>
              </a:xfrm>
              <a:custGeom>
                <a:avLst/>
                <a:gdLst>
                  <a:gd name="T0" fmla="*/ 0 w 48"/>
                  <a:gd name="T1" fmla="*/ 75 h 17"/>
                  <a:gd name="T2" fmla="*/ 648 w 48"/>
                  <a:gd name="T3" fmla="*/ 141 h 17"/>
                  <a:gd name="T4" fmla="*/ 909 w 48"/>
                  <a:gd name="T5" fmla="*/ 40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3"/>
                    </a:moveTo>
                    <a:cubicBezTo>
                      <a:pt x="12" y="3"/>
                      <a:pt x="22" y="0"/>
                      <a:pt x="34" y="6"/>
                    </a:cubicBezTo>
                    <a:cubicBezTo>
                      <a:pt x="39" y="9"/>
                      <a:pt x="43" y="15"/>
                      <a:pt x="48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0" name="Freeform 443">
                <a:extLst>
                  <a:ext uri="{FF2B5EF4-FFF2-40B4-BE49-F238E27FC236}">
                    <a16:creationId xmlns:a16="http://schemas.microsoft.com/office/drawing/2014/main" id="{B61C2ACE-8579-4697-A83B-F4764FCB0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817"/>
                <a:ext cx="112" cy="40"/>
              </a:xfrm>
              <a:custGeom>
                <a:avLst/>
                <a:gdLst>
                  <a:gd name="T0" fmla="*/ 0 w 42"/>
                  <a:gd name="T1" fmla="*/ 0 h 14"/>
                  <a:gd name="T2" fmla="*/ 419 w 42"/>
                  <a:gd name="T3" fmla="*/ 189 h 14"/>
                  <a:gd name="T4" fmla="*/ 797 w 42"/>
                  <a:gd name="T5" fmla="*/ 32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0"/>
                    </a:moveTo>
                    <a:cubicBezTo>
                      <a:pt x="9" y="2"/>
                      <a:pt x="15" y="3"/>
                      <a:pt x="22" y="8"/>
                    </a:cubicBezTo>
                    <a:cubicBezTo>
                      <a:pt x="28" y="12"/>
                      <a:pt x="35" y="14"/>
                      <a:pt x="42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1" name="Freeform 444">
                <a:extLst>
                  <a:ext uri="{FF2B5EF4-FFF2-40B4-BE49-F238E27FC236}">
                    <a16:creationId xmlns:a16="http://schemas.microsoft.com/office/drawing/2014/main" id="{2FB1A753-153D-4E39-AA5C-912B17276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863"/>
                <a:ext cx="106" cy="8"/>
              </a:xfrm>
              <a:custGeom>
                <a:avLst/>
                <a:gdLst>
                  <a:gd name="T0" fmla="*/ 0 w 40"/>
                  <a:gd name="T1" fmla="*/ 0 h 3"/>
                  <a:gd name="T2" fmla="*/ 745 w 4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">
                    <a:moveTo>
                      <a:pt x="0" y="0"/>
                    </a:moveTo>
                    <a:cubicBezTo>
                      <a:pt x="8" y="3"/>
                      <a:pt x="32" y="3"/>
                      <a:pt x="4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2" name="Freeform 445">
                <a:extLst>
                  <a:ext uri="{FF2B5EF4-FFF2-40B4-BE49-F238E27FC236}">
                    <a16:creationId xmlns:a16="http://schemas.microsoft.com/office/drawing/2014/main" id="{51309948-7EAF-42FF-98AD-314628D92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863"/>
                <a:ext cx="479" cy="164"/>
              </a:xfrm>
              <a:custGeom>
                <a:avLst/>
                <a:gdLst>
                  <a:gd name="T0" fmla="*/ 0 w 180"/>
                  <a:gd name="T1" fmla="*/ 0 h 58"/>
                  <a:gd name="T2" fmla="*/ 532 w 180"/>
                  <a:gd name="T3" fmla="*/ 407 h 58"/>
                  <a:gd name="T4" fmla="*/ 828 w 180"/>
                  <a:gd name="T5" fmla="*/ 631 h 58"/>
                  <a:gd name="T6" fmla="*/ 1245 w 180"/>
                  <a:gd name="T7" fmla="*/ 905 h 58"/>
                  <a:gd name="T8" fmla="*/ 1919 w 180"/>
                  <a:gd name="T9" fmla="*/ 1312 h 58"/>
                  <a:gd name="T10" fmla="*/ 2166 w 180"/>
                  <a:gd name="T11" fmla="*/ 1176 h 58"/>
                  <a:gd name="T12" fmla="*/ 2430 w 180"/>
                  <a:gd name="T13" fmla="*/ 1199 h 58"/>
                  <a:gd name="T14" fmla="*/ 2621 w 180"/>
                  <a:gd name="T15" fmla="*/ 1247 h 58"/>
                  <a:gd name="T16" fmla="*/ 2826 w 180"/>
                  <a:gd name="T17" fmla="*/ 1063 h 58"/>
                  <a:gd name="T18" fmla="*/ 3278 w 180"/>
                  <a:gd name="T19" fmla="*/ 905 h 58"/>
                  <a:gd name="T20" fmla="*/ 3393 w 180"/>
                  <a:gd name="T21" fmla="*/ 568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58">
                    <a:moveTo>
                      <a:pt x="0" y="0"/>
                    </a:moveTo>
                    <a:cubicBezTo>
                      <a:pt x="7" y="12"/>
                      <a:pt x="14" y="20"/>
                      <a:pt x="28" y="18"/>
                    </a:cubicBezTo>
                    <a:cubicBezTo>
                      <a:pt x="38" y="17"/>
                      <a:pt x="41" y="18"/>
                      <a:pt x="44" y="28"/>
                    </a:cubicBezTo>
                    <a:cubicBezTo>
                      <a:pt x="48" y="41"/>
                      <a:pt x="52" y="40"/>
                      <a:pt x="66" y="40"/>
                    </a:cubicBezTo>
                    <a:cubicBezTo>
                      <a:pt x="81" y="40"/>
                      <a:pt x="87" y="57"/>
                      <a:pt x="102" y="58"/>
                    </a:cubicBezTo>
                    <a:cubicBezTo>
                      <a:pt x="109" y="58"/>
                      <a:pt x="110" y="54"/>
                      <a:pt x="115" y="52"/>
                    </a:cubicBezTo>
                    <a:cubicBezTo>
                      <a:pt x="120" y="50"/>
                      <a:pt x="124" y="51"/>
                      <a:pt x="129" y="53"/>
                    </a:cubicBezTo>
                    <a:cubicBezTo>
                      <a:pt x="133" y="54"/>
                      <a:pt x="134" y="56"/>
                      <a:pt x="139" y="55"/>
                    </a:cubicBezTo>
                    <a:cubicBezTo>
                      <a:pt x="143" y="53"/>
                      <a:pt x="145" y="48"/>
                      <a:pt x="150" y="47"/>
                    </a:cubicBezTo>
                    <a:cubicBezTo>
                      <a:pt x="159" y="44"/>
                      <a:pt x="167" y="47"/>
                      <a:pt x="174" y="40"/>
                    </a:cubicBezTo>
                    <a:cubicBezTo>
                      <a:pt x="180" y="34"/>
                      <a:pt x="177" y="30"/>
                      <a:pt x="180" y="2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3" name="Freeform 446">
                <a:extLst>
                  <a:ext uri="{FF2B5EF4-FFF2-40B4-BE49-F238E27FC236}">
                    <a16:creationId xmlns:a16="http://schemas.microsoft.com/office/drawing/2014/main" id="{93C911F3-A454-4222-A88C-85BCEBC14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914"/>
                <a:ext cx="216" cy="159"/>
              </a:xfrm>
              <a:custGeom>
                <a:avLst/>
                <a:gdLst>
                  <a:gd name="T0" fmla="*/ 0 w 81"/>
                  <a:gd name="T1" fmla="*/ 0 h 56"/>
                  <a:gd name="T2" fmla="*/ 192 w 81"/>
                  <a:gd name="T3" fmla="*/ 136 h 56"/>
                  <a:gd name="T4" fmla="*/ 285 w 81"/>
                  <a:gd name="T5" fmla="*/ 412 h 56"/>
                  <a:gd name="T6" fmla="*/ 627 w 81"/>
                  <a:gd name="T7" fmla="*/ 434 h 56"/>
                  <a:gd name="T8" fmla="*/ 832 w 81"/>
                  <a:gd name="T9" fmla="*/ 574 h 56"/>
                  <a:gd name="T10" fmla="*/ 1024 w 81"/>
                  <a:gd name="T11" fmla="*/ 798 h 56"/>
                  <a:gd name="T12" fmla="*/ 1331 w 81"/>
                  <a:gd name="T13" fmla="*/ 894 h 56"/>
                  <a:gd name="T14" fmla="*/ 1536 w 81"/>
                  <a:gd name="T15" fmla="*/ 128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6">
                    <a:moveTo>
                      <a:pt x="0" y="0"/>
                    </a:moveTo>
                    <a:cubicBezTo>
                      <a:pt x="4" y="1"/>
                      <a:pt x="8" y="3"/>
                      <a:pt x="10" y="6"/>
                    </a:cubicBezTo>
                    <a:cubicBezTo>
                      <a:pt x="13" y="9"/>
                      <a:pt x="12" y="15"/>
                      <a:pt x="15" y="18"/>
                    </a:cubicBezTo>
                    <a:cubicBezTo>
                      <a:pt x="19" y="23"/>
                      <a:pt x="27" y="19"/>
                      <a:pt x="33" y="19"/>
                    </a:cubicBezTo>
                    <a:cubicBezTo>
                      <a:pt x="40" y="18"/>
                      <a:pt x="40" y="19"/>
                      <a:pt x="44" y="25"/>
                    </a:cubicBezTo>
                    <a:cubicBezTo>
                      <a:pt x="47" y="30"/>
                      <a:pt x="48" y="33"/>
                      <a:pt x="54" y="35"/>
                    </a:cubicBezTo>
                    <a:cubicBezTo>
                      <a:pt x="59" y="38"/>
                      <a:pt x="65" y="37"/>
                      <a:pt x="70" y="39"/>
                    </a:cubicBezTo>
                    <a:cubicBezTo>
                      <a:pt x="76" y="43"/>
                      <a:pt x="78" y="52"/>
                      <a:pt x="81" y="5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4" name="Freeform 447">
                <a:extLst>
                  <a:ext uri="{FF2B5EF4-FFF2-40B4-BE49-F238E27FC236}">
                    <a16:creationId xmlns:a16="http://schemas.microsoft.com/office/drawing/2014/main" id="{BF3A9C1D-ED51-46BF-AFE3-6A676A9F2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911"/>
                <a:ext cx="88" cy="65"/>
              </a:xfrm>
              <a:custGeom>
                <a:avLst/>
                <a:gdLst>
                  <a:gd name="T0" fmla="*/ 0 w 33"/>
                  <a:gd name="T1" fmla="*/ 0 h 23"/>
                  <a:gd name="T2" fmla="*/ 264 w 33"/>
                  <a:gd name="T3" fmla="*/ 432 h 23"/>
                  <a:gd name="T4" fmla="*/ 627 w 33"/>
                  <a:gd name="T5" fmla="*/ 38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5" y="6"/>
                      <a:pt x="8" y="15"/>
                      <a:pt x="14" y="19"/>
                    </a:cubicBezTo>
                    <a:cubicBezTo>
                      <a:pt x="21" y="23"/>
                      <a:pt x="26" y="17"/>
                      <a:pt x="33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5" name="Freeform 448">
                <a:extLst>
                  <a:ext uri="{FF2B5EF4-FFF2-40B4-BE49-F238E27FC236}">
                    <a16:creationId xmlns:a16="http://schemas.microsoft.com/office/drawing/2014/main" id="{66564A7F-28B7-4622-8F7C-8BBC5860A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82"/>
                <a:ext cx="101" cy="39"/>
              </a:xfrm>
              <a:custGeom>
                <a:avLst/>
                <a:gdLst>
                  <a:gd name="T0" fmla="*/ 0 w 38"/>
                  <a:gd name="T1" fmla="*/ 0 h 14"/>
                  <a:gd name="T2" fmla="*/ 361 w 38"/>
                  <a:gd name="T3" fmla="*/ 279 h 14"/>
                  <a:gd name="T4" fmla="*/ 712 w 38"/>
                  <a:gd name="T5" fmla="*/ 24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0" y="0"/>
                    </a:moveTo>
                    <a:cubicBezTo>
                      <a:pt x="7" y="4"/>
                      <a:pt x="10" y="11"/>
                      <a:pt x="19" y="13"/>
                    </a:cubicBezTo>
                    <a:cubicBezTo>
                      <a:pt x="26" y="14"/>
                      <a:pt x="31" y="11"/>
                      <a:pt x="38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6" name="Freeform 449">
                <a:extLst>
                  <a:ext uri="{FF2B5EF4-FFF2-40B4-BE49-F238E27FC236}">
                    <a16:creationId xmlns:a16="http://schemas.microsoft.com/office/drawing/2014/main" id="{DF2F4C12-C510-4984-9638-A991DD625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3016"/>
                <a:ext cx="250" cy="76"/>
              </a:xfrm>
              <a:custGeom>
                <a:avLst/>
                <a:gdLst>
                  <a:gd name="T0" fmla="*/ 0 w 94"/>
                  <a:gd name="T1" fmla="*/ 0 h 27"/>
                  <a:gd name="T2" fmla="*/ 396 w 94"/>
                  <a:gd name="T3" fmla="*/ 419 h 27"/>
                  <a:gd name="T4" fmla="*/ 963 w 94"/>
                  <a:gd name="T5" fmla="*/ 332 h 27"/>
                  <a:gd name="T6" fmla="*/ 1202 w 94"/>
                  <a:gd name="T7" fmla="*/ 515 h 27"/>
                  <a:gd name="T8" fmla="*/ 1521 w 94"/>
                  <a:gd name="T9" fmla="*/ 493 h 27"/>
                  <a:gd name="T10" fmla="*/ 1769 w 94"/>
                  <a:gd name="T11" fmla="*/ 6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27">
                    <a:moveTo>
                      <a:pt x="0" y="0"/>
                    </a:moveTo>
                    <a:cubicBezTo>
                      <a:pt x="3" y="8"/>
                      <a:pt x="12" y="17"/>
                      <a:pt x="21" y="19"/>
                    </a:cubicBezTo>
                    <a:cubicBezTo>
                      <a:pt x="31" y="21"/>
                      <a:pt x="42" y="16"/>
                      <a:pt x="51" y="15"/>
                    </a:cubicBezTo>
                    <a:cubicBezTo>
                      <a:pt x="59" y="14"/>
                      <a:pt x="59" y="19"/>
                      <a:pt x="64" y="23"/>
                    </a:cubicBezTo>
                    <a:cubicBezTo>
                      <a:pt x="70" y="27"/>
                      <a:pt x="75" y="25"/>
                      <a:pt x="81" y="22"/>
                    </a:cubicBezTo>
                    <a:cubicBezTo>
                      <a:pt x="90" y="16"/>
                      <a:pt x="89" y="10"/>
                      <a:pt x="94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7" name="Freeform 450">
                <a:extLst>
                  <a:ext uri="{FF2B5EF4-FFF2-40B4-BE49-F238E27FC236}">
                    <a16:creationId xmlns:a16="http://schemas.microsoft.com/office/drawing/2014/main" id="{FB9F7D5E-A07A-462D-9FB2-AD15D2EBB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3027"/>
                <a:ext cx="99" cy="40"/>
              </a:xfrm>
              <a:custGeom>
                <a:avLst/>
                <a:gdLst>
                  <a:gd name="T0" fmla="*/ 0 w 37"/>
                  <a:gd name="T1" fmla="*/ 326 h 14"/>
                  <a:gd name="T2" fmla="*/ 342 w 37"/>
                  <a:gd name="T3" fmla="*/ 49 h 14"/>
                  <a:gd name="T4" fmla="*/ 709 w 37"/>
                  <a:gd name="T5" fmla="*/ 2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7" y="9"/>
                      <a:pt x="10" y="4"/>
                      <a:pt x="18" y="2"/>
                    </a:cubicBezTo>
                    <a:cubicBezTo>
                      <a:pt x="24" y="0"/>
                      <a:pt x="32" y="3"/>
                      <a:pt x="37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8" name="Freeform 451">
                <a:extLst>
                  <a:ext uri="{FF2B5EF4-FFF2-40B4-BE49-F238E27FC236}">
                    <a16:creationId xmlns:a16="http://schemas.microsoft.com/office/drawing/2014/main" id="{CBAC0E31-94AA-4D29-A684-5737B663E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627"/>
                <a:ext cx="261" cy="343"/>
              </a:xfrm>
              <a:custGeom>
                <a:avLst/>
                <a:gdLst>
                  <a:gd name="T0" fmla="*/ 0 w 98"/>
                  <a:gd name="T1" fmla="*/ 2707 h 121"/>
                  <a:gd name="T2" fmla="*/ 511 w 98"/>
                  <a:gd name="T3" fmla="*/ 2571 h 121"/>
                  <a:gd name="T4" fmla="*/ 759 w 98"/>
                  <a:gd name="T5" fmla="*/ 2234 h 121"/>
                  <a:gd name="T6" fmla="*/ 852 w 98"/>
                  <a:gd name="T7" fmla="*/ 1962 h 121"/>
                  <a:gd name="T8" fmla="*/ 1249 w 98"/>
                  <a:gd name="T9" fmla="*/ 1687 h 121"/>
                  <a:gd name="T10" fmla="*/ 1377 w 98"/>
                  <a:gd name="T11" fmla="*/ 1230 h 121"/>
                  <a:gd name="T12" fmla="*/ 1718 w 98"/>
                  <a:gd name="T13" fmla="*/ 363 h 121"/>
                  <a:gd name="T14" fmla="*/ 1547 w 98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21">
                    <a:moveTo>
                      <a:pt x="0" y="119"/>
                    </a:moveTo>
                    <a:cubicBezTo>
                      <a:pt x="9" y="121"/>
                      <a:pt x="19" y="117"/>
                      <a:pt x="27" y="113"/>
                    </a:cubicBezTo>
                    <a:cubicBezTo>
                      <a:pt x="33" y="109"/>
                      <a:pt x="37" y="105"/>
                      <a:pt x="40" y="98"/>
                    </a:cubicBezTo>
                    <a:cubicBezTo>
                      <a:pt x="42" y="94"/>
                      <a:pt x="42" y="89"/>
                      <a:pt x="45" y="86"/>
                    </a:cubicBezTo>
                    <a:cubicBezTo>
                      <a:pt x="50" y="80"/>
                      <a:pt x="60" y="81"/>
                      <a:pt x="66" y="74"/>
                    </a:cubicBezTo>
                    <a:cubicBezTo>
                      <a:pt x="72" y="68"/>
                      <a:pt x="70" y="61"/>
                      <a:pt x="73" y="54"/>
                    </a:cubicBezTo>
                    <a:cubicBezTo>
                      <a:pt x="79" y="39"/>
                      <a:pt x="98" y="36"/>
                      <a:pt x="91" y="16"/>
                    </a:cubicBezTo>
                    <a:cubicBezTo>
                      <a:pt x="90" y="13"/>
                      <a:pt x="82" y="0"/>
                      <a:pt x="8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9" name="Freeform 452">
                <a:extLst>
                  <a:ext uri="{FF2B5EF4-FFF2-40B4-BE49-F238E27FC236}">
                    <a16:creationId xmlns:a16="http://schemas.microsoft.com/office/drawing/2014/main" id="{57D48898-BD55-4E62-8911-87EA92809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636"/>
                <a:ext cx="45" cy="130"/>
              </a:xfrm>
              <a:custGeom>
                <a:avLst/>
                <a:gdLst>
                  <a:gd name="T0" fmla="*/ 169 w 17"/>
                  <a:gd name="T1" fmla="*/ 0 h 46"/>
                  <a:gd name="T2" fmla="*/ 90 w 17"/>
                  <a:gd name="T3" fmla="*/ 520 h 46"/>
                  <a:gd name="T4" fmla="*/ 34 w 17"/>
                  <a:gd name="T5" fmla="*/ 103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9" y="0"/>
                    </a:moveTo>
                    <a:cubicBezTo>
                      <a:pt x="17" y="3"/>
                      <a:pt x="7" y="19"/>
                      <a:pt x="5" y="23"/>
                    </a:cubicBezTo>
                    <a:cubicBezTo>
                      <a:pt x="0" y="32"/>
                      <a:pt x="2" y="36"/>
                      <a:pt x="2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0" name="Freeform 453">
                <a:extLst>
                  <a:ext uri="{FF2B5EF4-FFF2-40B4-BE49-F238E27FC236}">
                    <a16:creationId xmlns:a16="http://schemas.microsoft.com/office/drawing/2014/main" id="{99250E64-09CD-4BC1-B505-C710D8EEA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723"/>
                <a:ext cx="51" cy="91"/>
              </a:xfrm>
              <a:custGeom>
                <a:avLst/>
                <a:gdLst>
                  <a:gd name="T0" fmla="*/ 368 w 19"/>
                  <a:gd name="T1" fmla="*/ 0 h 32"/>
                  <a:gd name="T2" fmla="*/ 0 w 19"/>
                  <a:gd name="T3" fmla="*/ 737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2">
                    <a:moveTo>
                      <a:pt x="19" y="0"/>
                    </a:moveTo>
                    <a:cubicBezTo>
                      <a:pt x="19" y="16"/>
                      <a:pt x="12" y="23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1" name="Freeform 454">
                <a:extLst>
                  <a:ext uri="{FF2B5EF4-FFF2-40B4-BE49-F238E27FC236}">
                    <a16:creationId xmlns:a16="http://schemas.microsoft.com/office/drawing/2014/main" id="{05F163AE-1171-4D7D-9C68-A88AC2B51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741"/>
                <a:ext cx="74" cy="141"/>
              </a:xfrm>
              <a:custGeom>
                <a:avLst/>
                <a:gdLst>
                  <a:gd name="T0" fmla="*/ 518 w 28"/>
                  <a:gd name="T1" fmla="*/ 65 h 50"/>
                  <a:gd name="T2" fmla="*/ 56 w 28"/>
                  <a:gd name="T3" fmla="*/ 516 h 50"/>
                  <a:gd name="T4" fmla="*/ 0 w 28"/>
                  <a:gd name="T5" fmla="*/ 112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0">
                    <a:moveTo>
                      <a:pt x="28" y="3"/>
                    </a:moveTo>
                    <a:cubicBezTo>
                      <a:pt x="19" y="0"/>
                      <a:pt x="6" y="15"/>
                      <a:pt x="3" y="23"/>
                    </a:cubicBezTo>
                    <a:cubicBezTo>
                      <a:pt x="0" y="32"/>
                      <a:pt x="0" y="41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2" name="Freeform 455">
                <a:extLst>
                  <a:ext uri="{FF2B5EF4-FFF2-40B4-BE49-F238E27FC236}">
                    <a16:creationId xmlns:a16="http://schemas.microsoft.com/office/drawing/2014/main" id="{A5DBAD07-6F79-4A4D-9CB3-54947DB15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854"/>
                <a:ext cx="83" cy="91"/>
              </a:xfrm>
              <a:custGeom>
                <a:avLst/>
                <a:gdLst>
                  <a:gd name="T0" fmla="*/ 0 w 31"/>
                  <a:gd name="T1" fmla="*/ 737 h 32"/>
                  <a:gd name="T2" fmla="*/ 594 w 3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2">
                    <a:moveTo>
                      <a:pt x="0" y="32"/>
                    </a:moveTo>
                    <a:cubicBezTo>
                      <a:pt x="21" y="32"/>
                      <a:pt x="26" y="16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3" name="Freeform 456">
                <a:extLst>
                  <a:ext uri="{FF2B5EF4-FFF2-40B4-BE49-F238E27FC236}">
                    <a16:creationId xmlns:a16="http://schemas.microsoft.com/office/drawing/2014/main" id="{48D390FC-9C63-4CD6-B97D-88CE54F4E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905"/>
                <a:ext cx="74" cy="88"/>
              </a:xfrm>
              <a:custGeom>
                <a:avLst/>
                <a:gdLst>
                  <a:gd name="T0" fmla="*/ 518 w 28"/>
                  <a:gd name="T1" fmla="*/ 48 h 31"/>
                  <a:gd name="T2" fmla="*/ 0 w 28"/>
                  <a:gd name="T3" fmla="*/ 71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2"/>
                    </a:moveTo>
                    <a:cubicBezTo>
                      <a:pt x="14" y="0"/>
                      <a:pt x="3" y="20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4" name="Freeform 457">
                <a:extLst>
                  <a:ext uri="{FF2B5EF4-FFF2-40B4-BE49-F238E27FC236}">
                    <a16:creationId xmlns:a16="http://schemas.microsoft.com/office/drawing/2014/main" id="{EC3BFB0C-78F1-4D14-9C3A-D042F2B70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987"/>
                <a:ext cx="90" cy="86"/>
              </a:xfrm>
              <a:custGeom>
                <a:avLst/>
                <a:gdLst>
                  <a:gd name="T0" fmla="*/ 0 w 34"/>
                  <a:gd name="T1" fmla="*/ 378 h 30"/>
                  <a:gd name="T2" fmla="*/ 630 w 3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0" y="16"/>
                    </a:moveTo>
                    <a:cubicBezTo>
                      <a:pt x="15" y="30"/>
                      <a:pt x="29" y="15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5" name="Freeform 458">
                <a:extLst>
                  <a:ext uri="{FF2B5EF4-FFF2-40B4-BE49-F238E27FC236}">
                    <a16:creationId xmlns:a16="http://schemas.microsoft.com/office/drawing/2014/main" id="{0E32AAAA-0C24-4C4B-BAD4-5DDE1138D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3024"/>
                <a:ext cx="115" cy="60"/>
              </a:xfrm>
              <a:custGeom>
                <a:avLst/>
                <a:gdLst>
                  <a:gd name="T0" fmla="*/ 0 w 43"/>
                  <a:gd name="T1" fmla="*/ 489 h 21"/>
                  <a:gd name="T2" fmla="*/ 78 w 43"/>
                  <a:gd name="T3" fmla="*/ 303 h 21"/>
                  <a:gd name="T4" fmla="*/ 342 w 43"/>
                  <a:gd name="T5" fmla="*/ 74 h 21"/>
                  <a:gd name="T6" fmla="*/ 824 w 43"/>
                  <a:gd name="T7" fmla="*/ 16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1">
                    <a:moveTo>
                      <a:pt x="0" y="21"/>
                    </a:moveTo>
                    <a:cubicBezTo>
                      <a:pt x="3" y="19"/>
                      <a:pt x="2" y="16"/>
                      <a:pt x="4" y="13"/>
                    </a:cubicBezTo>
                    <a:cubicBezTo>
                      <a:pt x="8" y="8"/>
                      <a:pt x="12" y="5"/>
                      <a:pt x="18" y="3"/>
                    </a:cubicBezTo>
                    <a:cubicBezTo>
                      <a:pt x="28" y="0"/>
                      <a:pt x="34" y="3"/>
                      <a:pt x="43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6" name="Freeform 459">
                <a:extLst>
                  <a:ext uri="{FF2B5EF4-FFF2-40B4-BE49-F238E27FC236}">
                    <a16:creationId xmlns:a16="http://schemas.microsoft.com/office/drawing/2014/main" id="{CEAC2290-8CE4-494C-B951-BB76A1EC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905"/>
                <a:ext cx="112" cy="54"/>
              </a:xfrm>
              <a:custGeom>
                <a:avLst/>
                <a:gdLst>
                  <a:gd name="T0" fmla="*/ 0 w 42"/>
                  <a:gd name="T1" fmla="*/ 435 h 19"/>
                  <a:gd name="T2" fmla="*/ 397 w 42"/>
                  <a:gd name="T3" fmla="*/ 136 h 19"/>
                  <a:gd name="T4" fmla="*/ 797 w 4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9">
                    <a:moveTo>
                      <a:pt x="0" y="19"/>
                    </a:moveTo>
                    <a:cubicBezTo>
                      <a:pt x="8" y="18"/>
                      <a:pt x="15" y="11"/>
                      <a:pt x="21" y="6"/>
                    </a:cubicBezTo>
                    <a:cubicBezTo>
                      <a:pt x="27" y="2"/>
                      <a:pt x="35" y="0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7" name="Freeform 460">
                <a:extLst>
                  <a:ext uri="{FF2B5EF4-FFF2-40B4-BE49-F238E27FC236}">
                    <a16:creationId xmlns:a16="http://schemas.microsoft.com/office/drawing/2014/main" id="{65C17687-E7BF-4080-BAF8-8747FCC8C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945"/>
                <a:ext cx="56" cy="99"/>
              </a:xfrm>
              <a:custGeom>
                <a:avLst/>
                <a:gdLst>
                  <a:gd name="T0" fmla="*/ 397 w 21"/>
                  <a:gd name="T1" fmla="*/ 0 h 35"/>
                  <a:gd name="T2" fmla="*/ 149 w 21"/>
                  <a:gd name="T3" fmla="*/ 407 h 35"/>
                  <a:gd name="T4" fmla="*/ 0 w 21"/>
                  <a:gd name="T5" fmla="*/ 79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7" y="7"/>
                      <a:pt x="10" y="9"/>
                      <a:pt x="8" y="18"/>
                    </a:cubicBezTo>
                    <a:cubicBezTo>
                      <a:pt x="6" y="24"/>
                      <a:pt x="7" y="32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8" name="Freeform 461">
                <a:extLst>
                  <a:ext uri="{FF2B5EF4-FFF2-40B4-BE49-F238E27FC236}">
                    <a16:creationId xmlns:a16="http://schemas.microsoft.com/office/drawing/2014/main" id="{2224DA4A-F94D-4901-BB06-66A73F7A9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965"/>
                <a:ext cx="102" cy="42"/>
              </a:xfrm>
              <a:custGeom>
                <a:avLst/>
                <a:gdLst>
                  <a:gd name="T0" fmla="*/ 0 w 38"/>
                  <a:gd name="T1" fmla="*/ 134 h 15"/>
                  <a:gd name="T2" fmla="*/ 368 w 38"/>
                  <a:gd name="T3" fmla="*/ 330 h 15"/>
                  <a:gd name="T4" fmla="*/ 735 w 3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5">
                    <a:moveTo>
                      <a:pt x="0" y="6"/>
                    </a:moveTo>
                    <a:cubicBezTo>
                      <a:pt x="4" y="9"/>
                      <a:pt x="14" y="15"/>
                      <a:pt x="19" y="15"/>
                    </a:cubicBezTo>
                    <a:cubicBezTo>
                      <a:pt x="27" y="14"/>
                      <a:pt x="34" y="6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9" name="Freeform 462">
                <a:extLst>
                  <a:ext uri="{FF2B5EF4-FFF2-40B4-BE49-F238E27FC236}">
                    <a16:creationId xmlns:a16="http://schemas.microsoft.com/office/drawing/2014/main" id="{25051D64-EAE2-4611-B904-CB1163D3A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269"/>
                <a:ext cx="101" cy="384"/>
              </a:xfrm>
              <a:custGeom>
                <a:avLst/>
                <a:gdLst>
                  <a:gd name="T0" fmla="*/ 0 w 38"/>
                  <a:gd name="T1" fmla="*/ 0 h 135"/>
                  <a:gd name="T2" fmla="*/ 431 w 38"/>
                  <a:gd name="T3" fmla="*/ 210 h 135"/>
                  <a:gd name="T4" fmla="*/ 465 w 38"/>
                  <a:gd name="T5" fmla="*/ 759 h 135"/>
                  <a:gd name="T6" fmla="*/ 601 w 38"/>
                  <a:gd name="T7" fmla="*/ 1334 h 135"/>
                  <a:gd name="T8" fmla="*/ 524 w 38"/>
                  <a:gd name="T9" fmla="*/ 1820 h 135"/>
                  <a:gd name="T10" fmla="*/ 712 w 38"/>
                  <a:gd name="T11" fmla="*/ 2233 h 135"/>
                  <a:gd name="T12" fmla="*/ 566 w 38"/>
                  <a:gd name="T13" fmla="*/ 2580 h 135"/>
                  <a:gd name="T14" fmla="*/ 361 w 38"/>
                  <a:gd name="T15" fmla="*/ 3106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35">
                    <a:moveTo>
                      <a:pt x="0" y="0"/>
                    </a:moveTo>
                    <a:cubicBezTo>
                      <a:pt x="6" y="4"/>
                      <a:pt x="18" y="2"/>
                      <a:pt x="23" y="9"/>
                    </a:cubicBezTo>
                    <a:cubicBezTo>
                      <a:pt x="27" y="15"/>
                      <a:pt x="22" y="26"/>
                      <a:pt x="25" y="33"/>
                    </a:cubicBezTo>
                    <a:cubicBezTo>
                      <a:pt x="28" y="43"/>
                      <a:pt x="38" y="48"/>
                      <a:pt x="32" y="58"/>
                    </a:cubicBezTo>
                    <a:cubicBezTo>
                      <a:pt x="29" y="65"/>
                      <a:pt x="24" y="70"/>
                      <a:pt x="28" y="79"/>
                    </a:cubicBezTo>
                    <a:cubicBezTo>
                      <a:pt x="30" y="86"/>
                      <a:pt x="38" y="89"/>
                      <a:pt x="38" y="97"/>
                    </a:cubicBezTo>
                    <a:cubicBezTo>
                      <a:pt x="38" y="102"/>
                      <a:pt x="33" y="107"/>
                      <a:pt x="30" y="112"/>
                    </a:cubicBezTo>
                    <a:cubicBezTo>
                      <a:pt x="26" y="118"/>
                      <a:pt x="24" y="130"/>
                      <a:pt x="19" y="1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0" name="Freeform 463">
                <a:extLst>
                  <a:ext uri="{FF2B5EF4-FFF2-40B4-BE49-F238E27FC236}">
                    <a16:creationId xmlns:a16="http://schemas.microsoft.com/office/drawing/2014/main" id="{A8886DDE-F7DF-4397-9DCD-574FFA6F7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496"/>
                <a:ext cx="21" cy="108"/>
              </a:xfrm>
              <a:custGeom>
                <a:avLst/>
                <a:gdLst>
                  <a:gd name="T0" fmla="*/ 123 w 8"/>
                  <a:gd name="T1" fmla="*/ 0 h 38"/>
                  <a:gd name="T2" fmla="*/ 34 w 8"/>
                  <a:gd name="T3" fmla="*/ 509 h 38"/>
                  <a:gd name="T4" fmla="*/ 110 w 8"/>
                  <a:gd name="T5" fmla="*/ 873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8">
                    <a:moveTo>
                      <a:pt x="7" y="0"/>
                    </a:moveTo>
                    <a:cubicBezTo>
                      <a:pt x="8" y="8"/>
                      <a:pt x="0" y="14"/>
                      <a:pt x="2" y="22"/>
                    </a:cubicBezTo>
                    <a:cubicBezTo>
                      <a:pt x="3" y="29"/>
                      <a:pt x="8" y="31"/>
                      <a:pt x="6" y="3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1" name="Freeform 464">
                <a:extLst>
                  <a:ext uri="{FF2B5EF4-FFF2-40B4-BE49-F238E27FC236}">
                    <a16:creationId xmlns:a16="http://schemas.microsoft.com/office/drawing/2014/main" id="{261444E2-8CCB-45E2-8318-1EDCD4D68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559"/>
                <a:ext cx="50" cy="108"/>
              </a:xfrm>
              <a:custGeom>
                <a:avLst/>
                <a:gdLst>
                  <a:gd name="T0" fmla="*/ 255 w 19"/>
                  <a:gd name="T1" fmla="*/ 0 h 38"/>
                  <a:gd name="T2" fmla="*/ 347 w 19"/>
                  <a:gd name="T3" fmla="*/ 210 h 38"/>
                  <a:gd name="T4" fmla="*/ 221 w 19"/>
                  <a:gd name="T5" fmla="*/ 509 h 38"/>
                  <a:gd name="T6" fmla="*/ 0 w 19"/>
                  <a:gd name="T7" fmla="*/ 87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8">
                    <a:moveTo>
                      <a:pt x="14" y="0"/>
                    </a:moveTo>
                    <a:cubicBezTo>
                      <a:pt x="15" y="3"/>
                      <a:pt x="18" y="5"/>
                      <a:pt x="19" y="9"/>
                    </a:cubicBezTo>
                    <a:cubicBezTo>
                      <a:pt x="19" y="13"/>
                      <a:pt x="14" y="18"/>
                      <a:pt x="12" y="22"/>
                    </a:cubicBezTo>
                    <a:cubicBezTo>
                      <a:pt x="8" y="28"/>
                      <a:pt x="3" y="33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2" name="Freeform 465">
                <a:extLst>
                  <a:ext uri="{FF2B5EF4-FFF2-40B4-BE49-F238E27FC236}">
                    <a16:creationId xmlns:a16="http://schemas.microsoft.com/office/drawing/2014/main" id="{DA634044-8C56-42D9-A8C8-F46CD8FE4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545"/>
                <a:ext cx="101" cy="201"/>
              </a:xfrm>
              <a:custGeom>
                <a:avLst/>
                <a:gdLst>
                  <a:gd name="T0" fmla="*/ 361 w 38"/>
                  <a:gd name="T1" fmla="*/ 1611 h 71"/>
                  <a:gd name="T2" fmla="*/ 678 w 38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71">
                    <a:moveTo>
                      <a:pt x="19" y="71"/>
                    </a:moveTo>
                    <a:cubicBezTo>
                      <a:pt x="0" y="46"/>
                      <a:pt x="38" y="24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3" name="Freeform 466">
                <a:extLst>
                  <a:ext uri="{FF2B5EF4-FFF2-40B4-BE49-F238E27FC236}">
                    <a16:creationId xmlns:a16="http://schemas.microsoft.com/office/drawing/2014/main" id="{5EC8153F-FC69-45D9-AB9D-1C4E5C3AD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420"/>
                <a:ext cx="24" cy="105"/>
              </a:xfrm>
              <a:custGeom>
                <a:avLst/>
                <a:gdLst>
                  <a:gd name="T0" fmla="*/ 35 w 9"/>
                  <a:gd name="T1" fmla="*/ 48 h 37"/>
                  <a:gd name="T2" fmla="*/ 0 w 9"/>
                  <a:gd name="T3" fmla="*/ 0 h 37"/>
                  <a:gd name="T4" fmla="*/ 171 w 9"/>
                  <a:gd name="T5" fmla="*/ 346 h 37"/>
                  <a:gd name="T6" fmla="*/ 56 w 9"/>
                  <a:gd name="T7" fmla="*/ 84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7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4" y="6"/>
                      <a:pt x="8" y="9"/>
                      <a:pt x="9" y="15"/>
                    </a:cubicBezTo>
                    <a:cubicBezTo>
                      <a:pt x="9" y="23"/>
                      <a:pt x="4" y="30"/>
                      <a:pt x="3" y="3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4" name="Freeform 467">
                <a:extLst>
                  <a:ext uri="{FF2B5EF4-FFF2-40B4-BE49-F238E27FC236}">
                    <a16:creationId xmlns:a16="http://schemas.microsoft.com/office/drawing/2014/main" id="{26A2ADAA-EA29-4EA7-954B-057A45886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275"/>
                <a:ext cx="58" cy="82"/>
              </a:xfrm>
              <a:custGeom>
                <a:avLst/>
                <a:gdLst>
                  <a:gd name="T0" fmla="*/ 0 w 22"/>
                  <a:gd name="T1" fmla="*/ 0 h 29"/>
                  <a:gd name="T2" fmla="*/ 403 w 22"/>
                  <a:gd name="T3" fmla="*/ 56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8" y="5"/>
                      <a:pt x="12" y="29"/>
                      <a:pt x="22" y="2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5" name="Freeform 468">
                <a:extLst>
                  <a:ext uri="{FF2B5EF4-FFF2-40B4-BE49-F238E27FC236}">
                    <a16:creationId xmlns:a16="http://schemas.microsoft.com/office/drawing/2014/main" id="{75E5200D-62E6-4F73-8487-A17969E13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2289"/>
                <a:ext cx="37" cy="117"/>
              </a:xfrm>
              <a:custGeom>
                <a:avLst/>
                <a:gdLst>
                  <a:gd name="T0" fmla="*/ 0 w 14"/>
                  <a:gd name="T1" fmla="*/ 0 h 41"/>
                  <a:gd name="T2" fmla="*/ 259 w 14"/>
                  <a:gd name="T3" fmla="*/ 488 h 41"/>
                  <a:gd name="T4" fmla="*/ 182 w 14"/>
                  <a:gd name="T5" fmla="*/ 953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1">
                    <a:moveTo>
                      <a:pt x="0" y="0"/>
                    </a:moveTo>
                    <a:cubicBezTo>
                      <a:pt x="1" y="9"/>
                      <a:pt x="14" y="10"/>
                      <a:pt x="14" y="21"/>
                    </a:cubicBezTo>
                    <a:cubicBezTo>
                      <a:pt x="14" y="27"/>
                      <a:pt x="12" y="37"/>
                      <a:pt x="10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6" name="Freeform 469">
                <a:extLst>
                  <a:ext uri="{FF2B5EF4-FFF2-40B4-BE49-F238E27FC236}">
                    <a16:creationId xmlns:a16="http://schemas.microsoft.com/office/drawing/2014/main" id="{15A472A3-C202-437D-9808-1AB2B00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278"/>
                <a:ext cx="16" cy="62"/>
              </a:xfrm>
              <a:custGeom>
                <a:avLst/>
                <a:gdLst>
                  <a:gd name="T0" fmla="*/ 0 w 6"/>
                  <a:gd name="T1" fmla="*/ 493 h 22"/>
                  <a:gd name="T2" fmla="*/ 77 w 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22"/>
                    </a:moveTo>
                    <a:cubicBezTo>
                      <a:pt x="1" y="15"/>
                      <a:pt x="6" y="7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7" name="Freeform 470">
                <a:extLst>
                  <a:ext uri="{FF2B5EF4-FFF2-40B4-BE49-F238E27FC236}">
                    <a16:creationId xmlns:a16="http://schemas.microsoft.com/office/drawing/2014/main" id="{8E25FE63-4858-4713-A05B-BB6AF938C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340"/>
                <a:ext cx="32" cy="111"/>
              </a:xfrm>
              <a:custGeom>
                <a:avLst/>
                <a:gdLst>
                  <a:gd name="T0" fmla="*/ 0 w 12"/>
                  <a:gd name="T1" fmla="*/ 0 h 39"/>
                  <a:gd name="T2" fmla="*/ 56 w 12"/>
                  <a:gd name="T3" fmla="*/ 89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9">
                    <a:moveTo>
                      <a:pt x="0" y="0"/>
                    </a:moveTo>
                    <a:cubicBezTo>
                      <a:pt x="12" y="8"/>
                      <a:pt x="10" y="29"/>
                      <a:pt x="3" y="3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8" name="Freeform 471">
                <a:extLst>
                  <a:ext uri="{FF2B5EF4-FFF2-40B4-BE49-F238E27FC236}">
                    <a16:creationId xmlns:a16="http://schemas.microsoft.com/office/drawing/2014/main" id="{32BCBBA2-3AFC-4AFD-A754-254AF8C5C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895"/>
                <a:ext cx="383" cy="159"/>
              </a:xfrm>
              <a:custGeom>
                <a:avLst/>
                <a:gdLst>
                  <a:gd name="T0" fmla="*/ 0 w 144"/>
                  <a:gd name="T1" fmla="*/ 1281 h 56"/>
                  <a:gd name="T2" fmla="*/ 303 w 144"/>
                  <a:gd name="T3" fmla="*/ 960 h 56"/>
                  <a:gd name="T4" fmla="*/ 567 w 144"/>
                  <a:gd name="T5" fmla="*/ 483 h 56"/>
                  <a:gd name="T6" fmla="*/ 997 w 144"/>
                  <a:gd name="T7" fmla="*/ 363 h 56"/>
                  <a:gd name="T8" fmla="*/ 1279 w 144"/>
                  <a:gd name="T9" fmla="*/ 185 h 56"/>
                  <a:gd name="T10" fmla="*/ 1692 w 144"/>
                  <a:gd name="T11" fmla="*/ 298 h 56"/>
                  <a:gd name="T12" fmla="*/ 2051 w 144"/>
                  <a:gd name="T13" fmla="*/ 88 h 56"/>
                  <a:gd name="T14" fmla="*/ 2710 w 144"/>
                  <a:gd name="T15" fmla="*/ 48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4" h="56">
                    <a:moveTo>
                      <a:pt x="0" y="56"/>
                    </a:moveTo>
                    <a:cubicBezTo>
                      <a:pt x="6" y="52"/>
                      <a:pt x="14" y="50"/>
                      <a:pt x="16" y="42"/>
                    </a:cubicBezTo>
                    <a:cubicBezTo>
                      <a:pt x="19" y="33"/>
                      <a:pt x="20" y="26"/>
                      <a:pt x="30" y="21"/>
                    </a:cubicBezTo>
                    <a:cubicBezTo>
                      <a:pt x="37" y="18"/>
                      <a:pt x="46" y="20"/>
                      <a:pt x="53" y="16"/>
                    </a:cubicBezTo>
                    <a:cubicBezTo>
                      <a:pt x="59" y="13"/>
                      <a:pt x="61" y="7"/>
                      <a:pt x="68" y="8"/>
                    </a:cubicBezTo>
                    <a:cubicBezTo>
                      <a:pt x="76" y="8"/>
                      <a:pt x="81" y="14"/>
                      <a:pt x="90" y="13"/>
                    </a:cubicBezTo>
                    <a:cubicBezTo>
                      <a:pt x="99" y="13"/>
                      <a:pt x="101" y="6"/>
                      <a:pt x="109" y="4"/>
                    </a:cubicBezTo>
                    <a:cubicBezTo>
                      <a:pt x="122" y="0"/>
                      <a:pt x="133" y="17"/>
                      <a:pt x="144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9" name="Freeform 472">
                <a:extLst>
                  <a:ext uri="{FF2B5EF4-FFF2-40B4-BE49-F238E27FC236}">
                    <a16:creationId xmlns:a16="http://schemas.microsoft.com/office/drawing/2014/main" id="{9C7875FD-4A1A-403B-BB2D-985EBEE1A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20"/>
                <a:ext cx="48" cy="96"/>
              </a:xfrm>
              <a:custGeom>
                <a:avLst/>
                <a:gdLst>
                  <a:gd name="T0" fmla="*/ 0 w 18"/>
                  <a:gd name="T1" fmla="*/ 765 h 34"/>
                  <a:gd name="T2" fmla="*/ 248 w 18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4">
                    <a:moveTo>
                      <a:pt x="0" y="34"/>
                    </a:moveTo>
                    <a:cubicBezTo>
                      <a:pt x="18" y="29"/>
                      <a:pt x="11" y="1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0" name="Freeform 473">
                <a:extLst>
                  <a:ext uri="{FF2B5EF4-FFF2-40B4-BE49-F238E27FC236}">
                    <a16:creationId xmlns:a16="http://schemas.microsoft.com/office/drawing/2014/main" id="{AD0B85CC-B30F-4101-8D42-B049C044A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935"/>
                <a:ext cx="178" cy="127"/>
              </a:xfrm>
              <a:custGeom>
                <a:avLst/>
                <a:gdLst>
                  <a:gd name="T0" fmla="*/ 0 w 67"/>
                  <a:gd name="T1" fmla="*/ 948 h 45"/>
                  <a:gd name="T2" fmla="*/ 340 w 67"/>
                  <a:gd name="T3" fmla="*/ 787 h 45"/>
                  <a:gd name="T4" fmla="*/ 792 w 67"/>
                  <a:gd name="T5" fmla="*/ 471 h 45"/>
                  <a:gd name="T6" fmla="*/ 1121 w 67"/>
                  <a:gd name="T7" fmla="*/ 319 h 45"/>
                  <a:gd name="T8" fmla="*/ 1257 w 6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5">
                    <a:moveTo>
                      <a:pt x="0" y="42"/>
                    </a:moveTo>
                    <a:cubicBezTo>
                      <a:pt x="7" y="45"/>
                      <a:pt x="13" y="40"/>
                      <a:pt x="18" y="35"/>
                    </a:cubicBezTo>
                    <a:cubicBezTo>
                      <a:pt x="26" y="27"/>
                      <a:pt x="30" y="21"/>
                      <a:pt x="42" y="21"/>
                    </a:cubicBezTo>
                    <a:cubicBezTo>
                      <a:pt x="51" y="22"/>
                      <a:pt x="55" y="23"/>
                      <a:pt x="60" y="14"/>
                    </a:cubicBezTo>
                    <a:cubicBezTo>
                      <a:pt x="63" y="9"/>
                      <a:pt x="64" y="4"/>
                      <a:pt x="6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1" name="Freeform 474">
                <a:extLst>
                  <a:ext uri="{FF2B5EF4-FFF2-40B4-BE49-F238E27FC236}">
                    <a16:creationId xmlns:a16="http://schemas.microsoft.com/office/drawing/2014/main" id="{7F48F759-F2FD-4333-B7A1-6B62BE9F6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949"/>
                <a:ext cx="93" cy="71"/>
              </a:xfrm>
              <a:custGeom>
                <a:avLst/>
                <a:gdLst>
                  <a:gd name="T0" fmla="*/ 0 w 35"/>
                  <a:gd name="T1" fmla="*/ 548 h 25"/>
                  <a:gd name="T2" fmla="*/ 656 w 3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5">
                    <a:moveTo>
                      <a:pt x="0" y="24"/>
                    </a:moveTo>
                    <a:cubicBezTo>
                      <a:pt x="14" y="25"/>
                      <a:pt x="30" y="12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2" name="Freeform 475">
                <a:extLst>
                  <a:ext uri="{FF2B5EF4-FFF2-40B4-BE49-F238E27FC236}">
                    <a16:creationId xmlns:a16="http://schemas.microsoft.com/office/drawing/2014/main" id="{E9AA0207-8CCA-4023-B7B0-CC4576C9F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932"/>
                <a:ext cx="77" cy="62"/>
              </a:xfrm>
              <a:custGeom>
                <a:avLst/>
                <a:gdLst>
                  <a:gd name="T0" fmla="*/ 0 w 29"/>
                  <a:gd name="T1" fmla="*/ 493 h 22"/>
                  <a:gd name="T2" fmla="*/ 204 w 29"/>
                  <a:gd name="T3" fmla="*/ 183 h 22"/>
                  <a:gd name="T4" fmla="*/ 542 w 29"/>
                  <a:gd name="T5" fmla="*/ 2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0" y="22"/>
                    </a:moveTo>
                    <a:cubicBezTo>
                      <a:pt x="7" y="19"/>
                      <a:pt x="6" y="12"/>
                      <a:pt x="11" y="8"/>
                    </a:cubicBezTo>
                    <a:cubicBezTo>
                      <a:pt x="14" y="4"/>
                      <a:pt x="24" y="0"/>
                      <a:pt x="29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3" name="Freeform 476">
                <a:extLst>
                  <a:ext uri="{FF2B5EF4-FFF2-40B4-BE49-F238E27FC236}">
                    <a16:creationId xmlns:a16="http://schemas.microsoft.com/office/drawing/2014/main" id="{61A6897B-0903-4378-8244-BA108AFA7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988"/>
                <a:ext cx="74" cy="26"/>
              </a:xfrm>
              <a:custGeom>
                <a:avLst/>
                <a:gdLst>
                  <a:gd name="T0" fmla="*/ 0 w 28"/>
                  <a:gd name="T1" fmla="*/ 0 h 9"/>
                  <a:gd name="T2" fmla="*/ 315 w 28"/>
                  <a:gd name="T3" fmla="*/ 49 h 9"/>
                  <a:gd name="T4" fmla="*/ 518 w 28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cubicBezTo>
                      <a:pt x="3" y="4"/>
                      <a:pt x="12" y="1"/>
                      <a:pt x="17" y="2"/>
                    </a:cubicBezTo>
                    <a:cubicBezTo>
                      <a:pt x="21" y="4"/>
                      <a:pt x="24" y="7"/>
                      <a:pt x="28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4" name="Freeform 477">
                <a:extLst>
                  <a:ext uri="{FF2B5EF4-FFF2-40B4-BE49-F238E27FC236}">
                    <a16:creationId xmlns:a16="http://schemas.microsoft.com/office/drawing/2014/main" id="{219928B7-4BFE-4B02-AE05-61180AAB0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980"/>
                <a:ext cx="386" cy="292"/>
              </a:xfrm>
              <a:custGeom>
                <a:avLst/>
                <a:gdLst>
                  <a:gd name="T0" fmla="*/ 0 w 145"/>
                  <a:gd name="T1" fmla="*/ 249 h 103"/>
                  <a:gd name="T2" fmla="*/ 737 w 145"/>
                  <a:gd name="T3" fmla="*/ 48 h 103"/>
                  <a:gd name="T4" fmla="*/ 998 w 145"/>
                  <a:gd name="T5" fmla="*/ 184 h 103"/>
                  <a:gd name="T6" fmla="*/ 1318 w 145"/>
                  <a:gd name="T7" fmla="*/ 224 h 103"/>
                  <a:gd name="T8" fmla="*/ 1773 w 145"/>
                  <a:gd name="T9" fmla="*/ 459 h 103"/>
                  <a:gd name="T10" fmla="*/ 1906 w 145"/>
                  <a:gd name="T11" fmla="*/ 731 h 103"/>
                  <a:gd name="T12" fmla="*/ 2090 w 145"/>
                  <a:gd name="T13" fmla="*/ 845 h 103"/>
                  <a:gd name="T14" fmla="*/ 2204 w 145"/>
                  <a:gd name="T15" fmla="*/ 1230 h 103"/>
                  <a:gd name="T16" fmla="*/ 2529 w 145"/>
                  <a:gd name="T17" fmla="*/ 1616 h 103"/>
                  <a:gd name="T18" fmla="*/ 2657 w 145"/>
                  <a:gd name="T19" fmla="*/ 2050 h 103"/>
                  <a:gd name="T20" fmla="*/ 2737 w 145"/>
                  <a:gd name="T21" fmla="*/ 2347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103">
                    <a:moveTo>
                      <a:pt x="0" y="11"/>
                    </a:moveTo>
                    <a:cubicBezTo>
                      <a:pt x="10" y="7"/>
                      <a:pt x="28" y="0"/>
                      <a:pt x="39" y="2"/>
                    </a:cubicBezTo>
                    <a:cubicBezTo>
                      <a:pt x="44" y="2"/>
                      <a:pt x="48" y="6"/>
                      <a:pt x="53" y="8"/>
                    </a:cubicBezTo>
                    <a:cubicBezTo>
                      <a:pt x="59" y="10"/>
                      <a:pt x="64" y="10"/>
                      <a:pt x="70" y="10"/>
                    </a:cubicBezTo>
                    <a:cubicBezTo>
                      <a:pt x="81" y="9"/>
                      <a:pt x="86" y="11"/>
                      <a:pt x="94" y="20"/>
                    </a:cubicBezTo>
                    <a:cubicBezTo>
                      <a:pt x="97" y="24"/>
                      <a:pt x="98" y="29"/>
                      <a:pt x="101" y="32"/>
                    </a:cubicBezTo>
                    <a:cubicBezTo>
                      <a:pt x="104" y="35"/>
                      <a:pt x="108" y="35"/>
                      <a:pt x="111" y="37"/>
                    </a:cubicBezTo>
                    <a:cubicBezTo>
                      <a:pt x="118" y="42"/>
                      <a:pt x="116" y="47"/>
                      <a:pt x="117" y="54"/>
                    </a:cubicBezTo>
                    <a:cubicBezTo>
                      <a:pt x="119" y="65"/>
                      <a:pt x="127" y="65"/>
                      <a:pt x="134" y="71"/>
                    </a:cubicBezTo>
                    <a:cubicBezTo>
                      <a:pt x="141" y="77"/>
                      <a:pt x="139" y="83"/>
                      <a:pt x="141" y="90"/>
                    </a:cubicBezTo>
                    <a:cubicBezTo>
                      <a:pt x="142" y="95"/>
                      <a:pt x="145" y="99"/>
                      <a:pt x="145" y="10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5" name="Freeform 478">
                <a:extLst>
                  <a:ext uri="{FF2B5EF4-FFF2-40B4-BE49-F238E27FC236}">
                    <a16:creationId xmlns:a16="http://schemas.microsoft.com/office/drawing/2014/main" id="{83A705A0-DC98-45BE-84F5-191FD0650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918"/>
                <a:ext cx="322" cy="173"/>
              </a:xfrm>
              <a:custGeom>
                <a:avLst/>
                <a:gdLst>
                  <a:gd name="T0" fmla="*/ 0 w 121"/>
                  <a:gd name="T1" fmla="*/ 113 h 61"/>
                  <a:gd name="T2" fmla="*/ 375 w 121"/>
                  <a:gd name="T3" fmla="*/ 210 h 61"/>
                  <a:gd name="T4" fmla="*/ 695 w 121"/>
                  <a:gd name="T5" fmla="*/ 26 h 61"/>
                  <a:gd name="T6" fmla="*/ 963 w 121"/>
                  <a:gd name="T7" fmla="*/ 162 h 61"/>
                  <a:gd name="T8" fmla="*/ 1394 w 121"/>
                  <a:gd name="T9" fmla="*/ 224 h 61"/>
                  <a:gd name="T10" fmla="*/ 1679 w 121"/>
                  <a:gd name="T11" fmla="*/ 459 h 61"/>
                  <a:gd name="T12" fmla="*/ 2054 w 121"/>
                  <a:gd name="T13" fmla="*/ 596 h 61"/>
                  <a:gd name="T14" fmla="*/ 2246 w 121"/>
                  <a:gd name="T15" fmla="*/ 1393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61">
                    <a:moveTo>
                      <a:pt x="0" y="5"/>
                    </a:moveTo>
                    <a:cubicBezTo>
                      <a:pt x="7" y="11"/>
                      <a:pt x="12" y="11"/>
                      <a:pt x="20" y="9"/>
                    </a:cubicBezTo>
                    <a:cubicBezTo>
                      <a:pt x="26" y="7"/>
                      <a:pt x="32" y="1"/>
                      <a:pt x="37" y="1"/>
                    </a:cubicBezTo>
                    <a:cubicBezTo>
                      <a:pt x="42" y="0"/>
                      <a:pt x="47" y="5"/>
                      <a:pt x="51" y="7"/>
                    </a:cubicBezTo>
                    <a:cubicBezTo>
                      <a:pt x="60" y="13"/>
                      <a:pt x="65" y="9"/>
                      <a:pt x="74" y="10"/>
                    </a:cubicBezTo>
                    <a:cubicBezTo>
                      <a:pt x="81" y="11"/>
                      <a:pt x="84" y="16"/>
                      <a:pt x="89" y="20"/>
                    </a:cubicBezTo>
                    <a:cubicBezTo>
                      <a:pt x="96" y="26"/>
                      <a:pt x="102" y="23"/>
                      <a:pt x="109" y="26"/>
                    </a:cubicBezTo>
                    <a:cubicBezTo>
                      <a:pt x="119" y="31"/>
                      <a:pt x="121" y="51"/>
                      <a:pt x="119" y="6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6" name="Freeform 479">
                <a:extLst>
                  <a:ext uri="{FF2B5EF4-FFF2-40B4-BE49-F238E27FC236}">
                    <a16:creationId xmlns:a16="http://schemas.microsoft.com/office/drawing/2014/main" id="{4A855025-6B99-493F-B9B6-4C64118A0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966"/>
                <a:ext cx="111" cy="39"/>
              </a:xfrm>
              <a:custGeom>
                <a:avLst/>
                <a:gdLst>
                  <a:gd name="T0" fmla="*/ 0 w 42"/>
                  <a:gd name="T1" fmla="*/ 156 h 14"/>
                  <a:gd name="T2" fmla="*/ 539 w 42"/>
                  <a:gd name="T3" fmla="*/ 109 h 14"/>
                  <a:gd name="T4" fmla="*/ 774 w 42"/>
                  <a:gd name="T5" fmla="*/ 30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7"/>
                    </a:moveTo>
                    <a:cubicBezTo>
                      <a:pt x="10" y="6"/>
                      <a:pt x="19" y="0"/>
                      <a:pt x="29" y="5"/>
                    </a:cubicBezTo>
                    <a:cubicBezTo>
                      <a:pt x="34" y="8"/>
                      <a:pt x="36" y="14"/>
                      <a:pt x="42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7" name="Freeform 480">
                <a:extLst>
                  <a:ext uri="{FF2B5EF4-FFF2-40B4-BE49-F238E27FC236}">
                    <a16:creationId xmlns:a16="http://schemas.microsoft.com/office/drawing/2014/main" id="{F4755020-E938-4A4B-ADCA-7F79F6837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011"/>
                <a:ext cx="91" cy="57"/>
              </a:xfrm>
              <a:custGeom>
                <a:avLst/>
                <a:gdLst>
                  <a:gd name="T0" fmla="*/ 0 w 34"/>
                  <a:gd name="T1" fmla="*/ 0 h 20"/>
                  <a:gd name="T2" fmla="*/ 329 w 34"/>
                  <a:gd name="T3" fmla="*/ 439 h 20"/>
                  <a:gd name="T4" fmla="*/ 653 w 34"/>
                  <a:gd name="T5" fmla="*/ 43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1" y="8"/>
                      <a:pt x="9" y="18"/>
                      <a:pt x="17" y="19"/>
                    </a:cubicBezTo>
                    <a:cubicBezTo>
                      <a:pt x="23" y="20"/>
                      <a:pt x="29" y="15"/>
                      <a:pt x="34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8" name="Freeform 481">
                <a:extLst>
                  <a:ext uri="{FF2B5EF4-FFF2-40B4-BE49-F238E27FC236}">
                    <a16:creationId xmlns:a16="http://schemas.microsoft.com/office/drawing/2014/main" id="{12C905C5-B3F4-4012-89C9-1257B4064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091"/>
                <a:ext cx="64" cy="99"/>
              </a:xfrm>
              <a:custGeom>
                <a:avLst/>
                <a:gdLst>
                  <a:gd name="T0" fmla="*/ 0 w 24"/>
                  <a:gd name="T1" fmla="*/ 0 h 35"/>
                  <a:gd name="T2" fmla="*/ 397 w 24"/>
                  <a:gd name="T3" fmla="*/ 407 h 35"/>
                  <a:gd name="T4" fmla="*/ 456 w 24"/>
                  <a:gd name="T5" fmla="*/ 79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5">
                    <a:moveTo>
                      <a:pt x="0" y="0"/>
                    </a:moveTo>
                    <a:cubicBezTo>
                      <a:pt x="8" y="7"/>
                      <a:pt x="18" y="9"/>
                      <a:pt x="21" y="18"/>
                    </a:cubicBezTo>
                    <a:cubicBezTo>
                      <a:pt x="23" y="23"/>
                      <a:pt x="24" y="30"/>
                      <a:pt x="24" y="3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9" name="Freeform 482">
                <a:extLst>
                  <a:ext uri="{FF2B5EF4-FFF2-40B4-BE49-F238E27FC236}">
                    <a16:creationId xmlns:a16="http://schemas.microsoft.com/office/drawing/2014/main" id="{89906416-F066-40D3-BF56-38A872721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054"/>
                <a:ext cx="88" cy="235"/>
              </a:xfrm>
              <a:custGeom>
                <a:avLst/>
                <a:gdLst>
                  <a:gd name="T0" fmla="*/ 0 w 33"/>
                  <a:gd name="T1" fmla="*/ 0 h 83"/>
                  <a:gd name="T2" fmla="*/ 248 w 33"/>
                  <a:gd name="T3" fmla="*/ 609 h 83"/>
                  <a:gd name="T4" fmla="*/ 512 w 33"/>
                  <a:gd name="T5" fmla="*/ 1090 h 83"/>
                  <a:gd name="T6" fmla="*/ 491 w 33"/>
                  <a:gd name="T7" fmla="*/ 1314 h 83"/>
                  <a:gd name="T8" fmla="*/ 589 w 33"/>
                  <a:gd name="T9" fmla="*/ 1450 h 83"/>
                  <a:gd name="T10" fmla="*/ 547 w 33"/>
                  <a:gd name="T11" fmla="*/ 1883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83">
                    <a:moveTo>
                      <a:pt x="0" y="0"/>
                    </a:moveTo>
                    <a:cubicBezTo>
                      <a:pt x="4" y="10"/>
                      <a:pt x="3" y="20"/>
                      <a:pt x="13" y="27"/>
                    </a:cubicBezTo>
                    <a:cubicBezTo>
                      <a:pt x="22" y="34"/>
                      <a:pt x="27" y="36"/>
                      <a:pt x="27" y="48"/>
                    </a:cubicBezTo>
                    <a:cubicBezTo>
                      <a:pt x="27" y="51"/>
                      <a:pt x="26" y="55"/>
                      <a:pt x="26" y="58"/>
                    </a:cubicBezTo>
                    <a:cubicBezTo>
                      <a:pt x="27" y="61"/>
                      <a:pt x="30" y="62"/>
                      <a:pt x="31" y="64"/>
                    </a:cubicBezTo>
                    <a:cubicBezTo>
                      <a:pt x="33" y="70"/>
                      <a:pt x="28" y="79"/>
                      <a:pt x="29" y="8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0" name="Freeform 483">
                <a:extLst>
                  <a:ext uri="{FF2B5EF4-FFF2-40B4-BE49-F238E27FC236}">
                    <a16:creationId xmlns:a16="http://schemas.microsoft.com/office/drawing/2014/main" id="{C0F4AD91-014C-4C77-BF75-3120A6669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122"/>
                <a:ext cx="50" cy="96"/>
              </a:xfrm>
              <a:custGeom>
                <a:avLst/>
                <a:gdLst>
                  <a:gd name="T0" fmla="*/ 55 w 19"/>
                  <a:gd name="T1" fmla="*/ 0 h 34"/>
                  <a:gd name="T2" fmla="*/ 89 w 19"/>
                  <a:gd name="T3" fmla="*/ 494 h 34"/>
                  <a:gd name="T4" fmla="*/ 347 w 19"/>
                  <a:gd name="T5" fmla="*/ 76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4">
                    <a:moveTo>
                      <a:pt x="3" y="0"/>
                    </a:moveTo>
                    <a:cubicBezTo>
                      <a:pt x="2" y="7"/>
                      <a:pt x="0" y="16"/>
                      <a:pt x="5" y="22"/>
                    </a:cubicBezTo>
                    <a:cubicBezTo>
                      <a:pt x="9" y="26"/>
                      <a:pt x="15" y="29"/>
                      <a:pt x="19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1" name="Freeform 484">
                <a:extLst>
                  <a:ext uri="{FF2B5EF4-FFF2-40B4-BE49-F238E27FC236}">
                    <a16:creationId xmlns:a16="http://schemas.microsoft.com/office/drawing/2014/main" id="{72FFB0B3-8EBC-4C70-A148-D6A5F4C83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940"/>
                <a:ext cx="64" cy="46"/>
              </a:xfrm>
              <a:custGeom>
                <a:avLst/>
                <a:gdLst>
                  <a:gd name="T0" fmla="*/ 0 w 24"/>
                  <a:gd name="T1" fmla="*/ 75 h 16"/>
                  <a:gd name="T2" fmla="*/ 456 w 24"/>
                  <a:gd name="T3" fmla="*/ 38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3"/>
                    </a:moveTo>
                    <a:cubicBezTo>
                      <a:pt x="8" y="0"/>
                      <a:pt x="20" y="8"/>
                      <a:pt x="24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2" name="Freeform 485">
                <a:extLst>
                  <a:ext uri="{FF2B5EF4-FFF2-40B4-BE49-F238E27FC236}">
                    <a16:creationId xmlns:a16="http://schemas.microsoft.com/office/drawing/2014/main" id="{DF2D0609-89EE-4ADD-9F15-25BF7A1D7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952"/>
                <a:ext cx="93" cy="48"/>
              </a:xfrm>
              <a:custGeom>
                <a:avLst/>
                <a:gdLst>
                  <a:gd name="T0" fmla="*/ 0 w 35"/>
                  <a:gd name="T1" fmla="*/ 384 h 17"/>
                  <a:gd name="T2" fmla="*/ 409 w 35"/>
                  <a:gd name="T3" fmla="*/ 23 h 17"/>
                  <a:gd name="T4" fmla="*/ 656 w 35"/>
                  <a:gd name="T5" fmla="*/ 2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7">
                    <a:moveTo>
                      <a:pt x="0" y="17"/>
                    </a:moveTo>
                    <a:cubicBezTo>
                      <a:pt x="7" y="12"/>
                      <a:pt x="12" y="0"/>
                      <a:pt x="22" y="1"/>
                    </a:cubicBezTo>
                    <a:cubicBezTo>
                      <a:pt x="28" y="2"/>
                      <a:pt x="31" y="7"/>
                      <a:pt x="35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3" name="Freeform 486">
                <a:extLst>
                  <a:ext uri="{FF2B5EF4-FFF2-40B4-BE49-F238E27FC236}">
                    <a16:creationId xmlns:a16="http://schemas.microsoft.com/office/drawing/2014/main" id="{664520CD-CFA8-45FC-B087-BAF8D2E03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718"/>
                <a:ext cx="5" cy="17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4" name="Freeform 487">
                <a:extLst>
                  <a:ext uri="{FF2B5EF4-FFF2-40B4-BE49-F238E27FC236}">
                    <a16:creationId xmlns:a16="http://schemas.microsoft.com/office/drawing/2014/main" id="{789613EB-55C2-47DD-ABC4-92AC23FDA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752"/>
                <a:ext cx="6" cy="17"/>
              </a:xfrm>
              <a:custGeom>
                <a:avLst/>
                <a:gdLst>
                  <a:gd name="T0" fmla="*/ 54 w 2"/>
                  <a:gd name="T1" fmla="*/ 0 h 6"/>
                  <a:gd name="T2" fmla="*/ 0 w 2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5" name="Freeform 488">
                <a:extLst>
                  <a:ext uri="{FF2B5EF4-FFF2-40B4-BE49-F238E27FC236}">
                    <a16:creationId xmlns:a16="http://schemas.microsoft.com/office/drawing/2014/main" id="{F67EF8F1-4472-4888-A59D-483E971A1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894"/>
                <a:ext cx="10" cy="14"/>
              </a:xfrm>
              <a:custGeom>
                <a:avLst/>
                <a:gdLst>
                  <a:gd name="T0" fmla="*/ 63 w 4"/>
                  <a:gd name="T1" fmla="*/ 0 h 5"/>
                  <a:gd name="T2" fmla="*/ 0 w 4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6" name="Freeform 489">
                <a:extLst>
                  <a:ext uri="{FF2B5EF4-FFF2-40B4-BE49-F238E27FC236}">
                    <a16:creationId xmlns:a16="http://schemas.microsoft.com/office/drawing/2014/main" id="{6C7A3C4F-A028-423D-8987-FCAC28AB4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908"/>
                <a:ext cx="3" cy="23"/>
              </a:xfrm>
              <a:custGeom>
                <a:avLst/>
                <a:gdLst>
                  <a:gd name="T0" fmla="*/ 0 w 1"/>
                  <a:gd name="T1" fmla="*/ 0 h 8"/>
                  <a:gd name="T2" fmla="*/ 27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1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7" name="Freeform 490">
                <a:extLst>
                  <a:ext uri="{FF2B5EF4-FFF2-40B4-BE49-F238E27FC236}">
                    <a16:creationId xmlns:a16="http://schemas.microsoft.com/office/drawing/2014/main" id="{0BEE5C00-2955-41BF-82BA-D5BCE0404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843"/>
                <a:ext cx="16" cy="22"/>
              </a:xfrm>
              <a:custGeom>
                <a:avLst/>
                <a:gdLst>
                  <a:gd name="T0" fmla="*/ 0 w 6"/>
                  <a:gd name="T1" fmla="*/ 0 h 8"/>
                  <a:gd name="T2" fmla="*/ 115 w 6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3"/>
                      <a:pt x="3" y="6"/>
                      <a:pt x="6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8" name="Freeform 491">
                <a:extLst>
                  <a:ext uri="{FF2B5EF4-FFF2-40B4-BE49-F238E27FC236}">
                    <a16:creationId xmlns:a16="http://schemas.microsoft.com/office/drawing/2014/main" id="{B66FF82D-29D4-4BCD-AF21-1A439A1C8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701"/>
                <a:ext cx="19" cy="8"/>
              </a:xfrm>
              <a:custGeom>
                <a:avLst/>
                <a:gdLst>
                  <a:gd name="T0" fmla="*/ 0 w 7"/>
                  <a:gd name="T1" fmla="*/ 0 h 3"/>
                  <a:gd name="T2" fmla="*/ 141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2"/>
                      <a:pt x="5" y="3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9" name="Freeform 492">
                <a:extLst>
                  <a:ext uri="{FF2B5EF4-FFF2-40B4-BE49-F238E27FC236}">
                    <a16:creationId xmlns:a16="http://schemas.microsoft.com/office/drawing/2014/main" id="{2745C03F-4104-4979-BC4C-043D83973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414"/>
                <a:ext cx="22" cy="14"/>
              </a:xfrm>
              <a:custGeom>
                <a:avLst/>
                <a:gdLst>
                  <a:gd name="T0" fmla="*/ 0 w 8"/>
                  <a:gd name="T1" fmla="*/ 109 h 5"/>
                  <a:gd name="T2" fmla="*/ 168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3"/>
                      <a:pt x="5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0" name="Freeform 493">
                <a:extLst>
                  <a:ext uri="{FF2B5EF4-FFF2-40B4-BE49-F238E27FC236}">
                    <a16:creationId xmlns:a16="http://schemas.microsoft.com/office/drawing/2014/main" id="{82D6B23B-E518-4D07-B666-CAE39B34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213"/>
                <a:ext cx="16" cy="20"/>
              </a:xfrm>
              <a:custGeom>
                <a:avLst/>
                <a:gdLst>
                  <a:gd name="T0" fmla="*/ 0 w 6"/>
                  <a:gd name="T1" fmla="*/ 163 h 7"/>
                  <a:gd name="T2" fmla="*/ 11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4"/>
                      <a:pt x="3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1" name="Freeform 494">
                <a:extLst>
                  <a:ext uri="{FF2B5EF4-FFF2-40B4-BE49-F238E27FC236}">
                    <a16:creationId xmlns:a16="http://schemas.microsoft.com/office/drawing/2014/main" id="{2C7F3A77-E802-4D37-9BF1-0A4487FFD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093"/>
                <a:ext cx="11" cy="23"/>
              </a:xfrm>
              <a:custGeom>
                <a:avLst/>
                <a:gdLst>
                  <a:gd name="T0" fmla="*/ 83 w 4"/>
                  <a:gd name="T1" fmla="*/ 0 h 8"/>
                  <a:gd name="T2" fmla="*/ 22 w 4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2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2" name="Freeform 495">
                <a:extLst>
                  <a:ext uri="{FF2B5EF4-FFF2-40B4-BE49-F238E27FC236}">
                    <a16:creationId xmlns:a16="http://schemas.microsoft.com/office/drawing/2014/main" id="{13D7A7F3-C0E1-49B8-B9BC-A39EFB159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051"/>
                <a:ext cx="3" cy="23"/>
              </a:xfrm>
              <a:custGeom>
                <a:avLst/>
                <a:gdLst>
                  <a:gd name="T0" fmla="*/ 27 w 1"/>
                  <a:gd name="T1" fmla="*/ 0 h 8"/>
                  <a:gd name="T2" fmla="*/ 27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3" name="Freeform 496">
                <a:extLst>
                  <a:ext uri="{FF2B5EF4-FFF2-40B4-BE49-F238E27FC236}">
                    <a16:creationId xmlns:a16="http://schemas.microsoft.com/office/drawing/2014/main" id="{9E2925AB-7DF5-4D90-8B9F-88F7070B4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110"/>
                <a:ext cx="6" cy="20"/>
              </a:xfrm>
              <a:custGeom>
                <a:avLst/>
                <a:gdLst>
                  <a:gd name="T0" fmla="*/ 0 w 2"/>
                  <a:gd name="T1" fmla="*/ 0 h 7"/>
                  <a:gd name="T2" fmla="*/ 54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4" name="Freeform 497">
                <a:extLst>
                  <a:ext uri="{FF2B5EF4-FFF2-40B4-BE49-F238E27FC236}">
                    <a16:creationId xmlns:a16="http://schemas.microsoft.com/office/drawing/2014/main" id="{F86F6429-20DE-4C36-80A0-08C900180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147"/>
                <a:ext cx="2" cy="23"/>
              </a:xfrm>
              <a:custGeom>
                <a:avLst/>
                <a:gdLst>
                  <a:gd name="T0" fmla="*/ 8 w 1"/>
                  <a:gd name="T1" fmla="*/ 0 h 8"/>
                  <a:gd name="T2" fmla="*/ 0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5" name="Freeform 498">
                <a:extLst>
                  <a:ext uri="{FF2B5EF4-FFF2-40B4-BE49-F238E27FC236}">
                    <a16:creationId xmlns:a16="http://schemas.microsoft.com/office/drawing/2014/main" id="{B6762904-00EC-426E-8562-885DE0EF2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855"/>
                <a:ext cx="3" cy="26"/>
              </a:xfrm>
              <a:custGeom>
                <a:avLst/>
                <a:gdLst>
                  <a:gd name="T0" fmla="*/ 27 w 1"/>
                  <a:gd name="T1" fmla="*/ 0 h 9"/>
                  <a:gd name="T2" fmla="*/ 27 w 1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1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6" name="Freeform 499">
                <a:extLst>
                  <a:ext uri="{FF2B5EF4-FFF2-40B4-BE49-F238E27FC236}">
                    <a16:creationId xmlns:a16="http://schemas.microsoft.com/office/drawing/2014/main" id="{3105BE30-1BB7-4473-A305-CC8439C4E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912"/>
                <a:ext cx="24" cy="25"/>
              </a:xfrm>
              <a:custGeom>
                <a:avLst/>
                <a:gdLst>
                  <a:gd name="T0" fmla="*/ 0 w 9"/>
                  <a:gd name="T1" fmla="*/ 192 h 9"/>
                  <a:gd name="T2" fmla="*/ 171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5" y="8"/>
                      <a:pt x="8" y="4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7" name="Freeform 500">
                <a:extLst>
                  <a:ext uri="{FF2B5EF4-FFF2-40B4-BE49-F238E27FC236}">
                    <a16:creationId xmlns:a16="http://schemas.microsoft.com/office/drawing/2014/main" id="{AA6205A4-8F87-4F3F-99CE-74585BDAB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110"/>
                <a:ext cx="27" cy="18"/>
              </a:xfrm>
              <a:custGeom>
                <a:avLst/>
                <a:gdLst>
                  <a:gd name="T0" fmla="*/ 0 w 10"/>
                  <a:gd name="T1" fmla="*/ 162 h 6"/>
                  <a:gd name="T2" fmla="*/ 197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4" y="5"/>
                      <a:pt x="7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8" name="Freeform 501">
                <a:extLst>
                  <a:ext uri="{FF2B5EF4-FFF2-40B4-BE49-F238E27FC236}">
                    <a16:creationId xmlns:a16="http://schemas.microsoft.com/office/drawing/2014/main" id="{AA2B62CE-2078-4088-96D4-DBC93EEEB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380"/>
                <a:ext cx="27" cy="9"/>
              </a:xfrm>
              <a:custGeom>
                <a:avLst/>
                <a:gdLst>
                  <a:gd name="T0" fmla="*/ 0 w 10"/>
                  <a:gd name="T1" fmla="*/ 27 h 3"/>
                  <a:gd name="T2" fmla="*/ 197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1"/>
                    </a:moveTo>
                    <a:cubicBezTo>
                      <a:pt x="2" y="3"/>
                      <a:pt x="7" y="1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9" name="Freeform 502">
                <a:extLst>
                  <a:ext uri="{FF2B5EF4-FFF2-40B4-BE49-F238E27FC236}">
                    <a16:creationId xmlns:a16="http://schemas.microsoft.com/office/drawing/2014/main" id="{1D305004-8CCE-491F-9857-953D34FD2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644"/>
                <a:ext cx="19" cy="20"/>
              </a:xfrm>
              <a:custGeom>
                <a:avLst/>
                <a:gdLst>
                  <a:gd name="T0" fmla="*/ 0 w 7"/>
                  <a:gd name="T1" fmla="*/ 0 h 7"/>
                  <a:gd name="T2" fmla="*/ 141 w 7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4"/>
                      <a:pt x="4" y="7"/>
                      <a:pt x="7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0" name="Freeform 503">
                <a:extLst>
                  <a:ext uri="{FF2B5EF4-FFF2-40B4-BE49-F238E27FC236}">
                    <a16:creationId xmlns:a16="http://schemas.microsoft.com/office/drawing/2014/main" id="{E6C85D77-6938-486B-BAB5-73ADF6530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899"/>
                <a:ext cx="16" cy="17"/>
              </a:xfrm>
              <a:custGeom>
                <a:avLst/>
                <a:gdLst>
                  <a:gd name="T0" fmla="*/ 0 w 6"/>
                  <a:gd name="T1" fmla="*/ 0 h 6"/>
                  <a:gd name="T2" fmla="*/ 115 w 6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1" y="2"/>
                      <a:pt x="4" y="4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1" name="Freeform 504">
                <a:extLst>
                  <a:ext uri="{FF2B5EF4-FFF2-40B4-BE49-F238E27FC236}">
                    <a16:creationId xmlns:a16="http://schemas.microsoft.com/office/drawing/2014/main" id="{AC373B78-8BC6-4979-A300-2FE0414F9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3064"/>
                <a:ext cx="8" cy="23"/>
              </a:xfrm>
              <a:custGeom>
                <a:avLst/>
                <a:gdLst>
                  <a:gd name="T0" fmla="*/ 0 w 3"/>
                  <a:gd name="T1" fmla="*/ 0 h 8"/>
                  <a:gd name="T2" fmla="*/ 56 w 3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3"/>
                      <a:pt x="2" y="5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2" name="Freeform 505">
                <a:extLst>
                  <a:ext uri="{FF2B5EF4-FFF2-40B4-BE49-F238E27FC236}">
                    <a16:creationId xmlns:a16="http://schemas.microsoft.com/office/drawing/2014/main" id="{859C0253-6B02-41E2-A4F7-AB28853D0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101"/>
                <a:ext cx="13" cy="25"/>
              </a:xfrm>
              <a:custGeom>
                <a:avLst/>
                <a:gdLst>
                  <a:gd name="T0" fmla="*/ 88 w 5"/>
                  <a:gd name="T1" fmla="*/ 0 h 9"/>
                  <a:gd name="T2" fmla="*/ 0 w 5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3" y="3"/>
                      <a:pt x="2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3" name="Freeform 506">
                <a:extLst>
                  <a:ext uri="{FF2B5EF4-FFF2-40B4-BE49-F238E27FC236}">
                    <a16:creationId xmlns:a16="http://schemas.microsoft.com/office/drawing/2014/main" id="{C67549E3-C011-454C-8BBA-B459C1809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440"/>
                <a:ext cx="3" cy="22"/>
              </a:xfrm>
              <a:custGeom>
                <a:avLst/>
                <a:gdLst>
                  <a:gd name="T0" fmla="*/ 27 w 1"/>
                  <a:gd name="T1" fmla="*/ 0 h 8"/>
                  <a:gd name="T2" fmla="*/ 27 w 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3"/>
                      <a:pt x="1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4" name="Freeform 507">
                <a:extLst>
                  <a:ext uri="{FF2B5EF4-FFF2-40B4-BE49-F238E27FC236}">
                    <a16:creationId xmlns:a16="http://schemas.microsoft.com/office/drawing/2014/main" id="{03777FA5-F330-4E28-A7E2-065918912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411"/>
                <a:ext cx="3" cy="17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5" name="Freeform 508">
                <a:extLst>
                  <a:ext uri="{FF2B5EF4-FFF2-40B4-BE49-F238E27FC236}">
                    <a16:creationId xmlns:a16="http://schemas.microsoft.com/office/drawing/2014/main" id="{69DDF8BB-BE97-4BD0-BCA5-378D430DD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366"/>
                <a:ext cx="5" cy="25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6" name="Freeform 509">
                <a:extLst>
                  <a:ext uri="{FF2B5EF4-FFF2-40B4-BE49-F238E27FC236}">
                    <a16:creationId xmlns:a16="http://schemas.microsoft.com/office/drawing/2014/main" id="{4E2F8723-BC35-4EE9-AEC9-0CBD8D55D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329"/>
                <a:ext cx="3" cy="23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7" name="Freeform 510">
                <a:extLst>
                  <a:ext uri="{FF2B5EF4-FFF2-40B4-BE49-F238E27FC236}">
                    <a16:creationId xmlns:a16="http://schemas.microsoft.com/office/drawing/2014/main" id="{ED03FBD7-63AC-476B-9FCC-B60D9D23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298"/>
                <a:ext cx="5" cy="25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2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8" name="Freeform 511">
                <a:extLst>
                  <a:ext uri="{FF2B5EF4-FFF2-40B4-BE49-F238E27FC236}">
                    <a16:creationId xmlns:a16="http://schemas.microsoft.com/office/drawing/2014/main" id="{FA889544-270B-4D95-A04E-65D1D40C1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264"/>
                <a:ext cx="6" cy="34"/>
              </a:xfrm>
              <a:custGeom>
                <a:avLst/>
                <a:gdLst>
                  <a:gd name="T0" fmla="*/ 54 w 2"/>
                  <a:gd name="T1" fmla="*/ 0 h 12"/>
                  <a:gd name="T2" fmla="*/ 0 w 2"/>
                  <a:gd name="T3" fmla="*/ 27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1" y="4"/>
                      <a:pt x="1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9" name="Freeform 512">
                <a:extLst>
                  <a:ext uri="{FF2B5EF4-FFF2-40B4-BE49-F238E27FC236}">
                    <a16:creationId xmlns:a16="http://schemas.microsoft.com/office/drawing/2014/main" id="{D3C56723-57F5-4DA5-B152-C591A0C95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221"/>
                <a:ext cx="3" cy="20"/>
              </a:xfrm>
              <a:custGeom>
                <a:avLst/>
                <a:gdLst>
                  <a:gd name="T0" fmla="*/ 27 w 1"/>
                  <a:gd name="T1" fmla="*/ 0 h 7"/>
                  <a:gd name="T2" fmla="*/ 0 w 1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0" name="Freeform 513">
                <a:extLst>
                  <a:ext uri="{FF2B5EF4-FFF2-40B4-BE49-F238E27FC236}">
                    <a16:creationId xmlns:a16="http://schemas.microsoft.com/office/drawing/2014/main" id="{D52E0F41-D23F-447A-90D9-F48FE8C08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583"/>
                <a:ext cx="5" cy="25"/>
              </a:xfrm>
              <a:custGeom>
                <a:avLst/>
                <a:gdLst>
                  <a:gd name="T0" fmla="*/ 0 w 2"/>
                  <a:gd name="T1" fmla="*/ 192 h 9"/>
                  <a:gd name="T2" fmla="*/ 33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1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1" name="Freeform 514">
                <a:extLst>
                  <a:ext uri="{FF2B5EF4-FFF2-40B4-BE49-F238E27FC236}">
                    <a16:creationId xmlns:a16="http://schemas.microsoft.com/office/drawing/2014/main" id="{B4639761-1AF3-41A7-A91B-1D3B46B68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628"/>
                <a:ext cx="3" cy="23"/>
              </a:xfrm>
              <a:custGeom>
                <a:avLst/>
                <a:gdLst>
                  <a:gd name="T0" fmla="*/ 0 w 1"/>
                  <a:gd name="T1" fmla="*/ 190 h 8"/>
                  <a:gd name="T2" fmla="*/ 27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1" y="5"/>
                      <a:pt x="1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2" name="Freeform 515">
                <a:extLst>
                  <a:ext uri="{FF2B5EF4-FFF2-40B4-BE49-F238E27FC236}">
                    <a16:creationId xmlns:a16="http://schemas.microsoft.com/office/drawing/2014/main" id="{0E4B30E7-8125-4389-9819-13C97BE2E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668"/>
                <a:ext cx="2" cy="22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1" y="2"/>
                      <a:pt x="0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3" name="Freeform 516">
                <a:extLst>
                  <a:ext uri="{FF2B5EF4-FFF2-40B4-BE49-F238E27FC236}">
                    <a16:creationId xmlns:a16="http://schemas.microsoft.com/office/drawing/2014/main" id="{786136FA-31CC-4AA1-A6AA-45732E91A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781"/>
                <a:ext cx="6" cy="23"/>
              </a:xfrm>
              <a:custGeom>
                <a:avLst/>
                <a:gdLst>
                  <a:gd name="T0" fmla="*/ 54 w 2"/>
                  <a:gd name="T1" fmla="*/ 0 h 8"/>
                  <a:gd name="T2" fmla="*/ 0 w 2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4" name="Freeform 517">
                <a:extLst>
                  <a:ext uri="{FF2B5EF4-FFF2-40B4-BE49-F238E27FC236}">
                    <a16:creationId xmlns:a16="http://schemas.microsoft.com/office/drawing/2014/main" id="{733AB70C-523F-4440-8C2B-5F9BD4300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810"/>
                <a:ext cx="5" cy="22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5" name="Freeform 518">
                <a:extLst>
                  <a:ext uri="{FF2B5EF4-FFF2-40B4-BE49-F238E27FC236}">
                    <a16:creationId xmlns:a16="http://schemas.microsoft.com/office/drawing/2014/main" id="{9E782196-9483-4E31-BBEC-E4E7127EA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849"/>
                <a:ext cx="5" cy="20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6" name="Freeform 519">
                <a:extLst>
                  <a:ext uri="{FF2B5EF4-FFF2-40B4-BE49-F238E27FC236}">
                    <a16:creationId xmlns:a16="http://schemas.microsoft.com/office/drawing/2014/main" id="{2569CB6E-AE72-4924-8483-1B25C6A6E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424"/>
                <a:ext cx="3" cy="31"/>
              </a:xfrm>
              <a:custGeom>
                <a:avLst/>
                <a:gdLst>
                  <a:gd name="T0" fmla="*/ 27 w 1"/>
                  <a:gd name="T1" fmla="*/ 0 h 11"/>
                  <a:gd name="T2" fmla="*/ 27 w 1"/>
                  <a:gd name="T3" fmla="*/ 2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7" name="Freeform 520">
                <a:extLst>
                  <a:ext uri="{FF2B5EF4-FFF2-40B4-BE49-F238E27FC236}">
                    <a16:creationId xmlns:a16="http://schemas.microsoft.com/office/drawing/2014/main" id="{ED5D08AA-DE06-4228-843D-B0F0B99D7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500"/>
                <a:ext cx="5" cy="26"/>
              </a:xfrm>
              <a:custGeom>
                <a:avLst/>
                <a:gdLst>
                  <a:gd name="T0" fmla="*/ 20 w 2"/>
                  <a:gd name="T1" fmla="*/ 0 h 9"/>
                  <a:gd name="T2" fmla="*/ 33 w 2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0" y="3"/>
                      <a:pt x="0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8" name="Freeform 521">
                <a:extLst>
                  <a:ext uri="{FF2B5EF4-FFF2-40B4-BE49-F238E27FC236}">
                    <a16:creationId xmlns:a16="http://schemas.microsoft.com/office/drawing/2014/main" id="{9DCD119B-C8FC-40CC-8AA6-620FD0A43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585"/>
                <a:ext cx="3" cy="20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9" name="Freeform 522">
                <a:extLst>
                  <a:ext uri="{FF2B5EF4-FFF2-40B4-BE49-F238E27FC236}">
                    <a16:creationId xmlns:a16="http://schemas.microsoft.com/office/drawing/2014/main" id="{B03BD6B1-3D44-4DEF-8DB6-EE123AB4B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654"/>
                <a:ext cx="3" cy="25"/>
              </a:xfrm>
              <a:custGeom>
                <a:avLst/>
                <a:gdLst>
                  <a:gd name="T0" fmla="*/ 27 w 1"/>
                  <a:gd name="T1" fmla="*/ 0 h 9"/>
                  <a:gd name="T2" fmla="*/ 0 w 1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0" name="Freeform 523">
                <a:extLst>
                  <a:ext uri="{FF2B5EF4-FFF2-40B4-BE49-F238E27FC236}">
                    <a16:creationId xmlns:a16="http://schemas.microsoft.com/office/drawing/2014/main" id="{2946BEBE-32BD-469F-B4A1-507002641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736"/>
                <a:ext cx="3" cy="23"/>
              </a:xfrm>
              <a:custGeom>
                <a:avLst/>
                <a:gdLst>
                  <a:gd name="T0" fmla="*/ 0 w 1"/>
                  <a:gd name="T1" fmla="*/ 0 h 8"/>
                  <a:gd name="T2" fmla="*/ 27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2"/>
                      <a:pt x="0" y="5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1" name="Freeform 524">
                <a:extLst>
                  <a:ext uri="{FF2B5EF4-FFF2-40B4-BE49-F238E27FC236}">
                    <a16:creationId xmlns:a16="http://schemas.microsoft.com/office/drawing/2014/main" id="{AD5169A7-BAC5-4BF0-94C7-8634DDA7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804"/>
                <a:ext cx="3" cy="26"/>
              </a:xfrm>
              <a:custGeom>
                <a:avLst/>
                <a:gdLst>
                  <a:gd name="T0" fmla="*/ 27 w 1"/>
                  <a:gd name="T1" fmla="*/ 0 h 9"/>
                  <a:gd name="T2" fmla="*/ 27 w 1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2" name="Freeform 525">
                <a:extLst>
                  <a:ext uri="{FF2B5EF4-FFF2-40B4-BE49-F238E27FC236}">
                    <a16:creationId xmlns:a16="http://schemas.microsoft.com/office/drawing/2014/main" id="{66B0072C-E229-44D3-BC1A-7626C412E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866"/>
                <a:ext cx="1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3" name="Freeform 526">
                <a:extLst>
                  <a:ext uri="{FF2B5EF4-FFF2-40B4-BE49-F238E27FC236}">
                    <a16:creationId xmlns:a16="http://schemas.microsoft.com/office/drawing/2014/main" id="{3FE758FB-5A5B-4520-892B-8CFE5C2EA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920"/>
                <a:ext cx="1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4" name="Freeform 527">
                <a:extLst>
                  <a:ext uri="{FF2B5EF4-FFF2-40B4-BE49-F238E27FC236}">
                    <a16:creationId xmlns:a16="http://schemas.microsoft.com/office/drawing/2014/main" id="{86C2A2F4-3B20-4E31-9F0F-2F4B0FAF2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894"/>
                <a:ext cx="5" cy="25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19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5" name="Freeform 528">
                <a:extLst>
                  <a:ext uri="{FF2B5EF4-FFF2-40B4-BE49-F238E27FC236}">
                    <a16:creationId xmlns:a16="http://schemas.microsoft.com/office/drawing/2014/main" id="{0BDCA642-7893-47ED-AE21-95F439DF6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837"/>
                <a:ext cx="3" cy="26"/>
              </a:xfrm>
              <a:custGeom>
                <a:avLst/>
                <a:gdLst>
                  <a:gd name="T0" fmla="*/ 27 w 1"/>
                  <a:gd name="T1" fmla="*/ 49 h 9"/>
                  <a:gd name="T2" fmla="*/ 27 w 1"/>
                  <a:gd name="T3" fmla="*/ 0 h 9"/>
                  <a:gd name="T4" fmla="*/ 0 w 1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6" name="Freeform 529">
                <a:extLst>
                  <a:ext uri="{FF2B5EF4-FFF2-40B4-BE49-F238E27FC236}">
                    <a16:creationId xmlns:a16="http://schemas.microsoft.com/office/drawing/2014/main" id="{B7620097-D1D9-48DA-878E-FB716316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766"/>
                <a:ext cx="5" cy="26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2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7" name="Freeform 530">
                <a:extLst>
                  <a:ext uri="{FF2B5EF4-FFF2-40B4-BE49-F238E27FC236}">
                    <a16:creationId xmlns:a16="http://schemas.microsoft.com/office/drawing/2014/main" id="{5A0B1D92-9715-4DDE-B8BE-BF90EF43C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692"/>
                <a:ext cx="3" cy="26"/>
              </a:xfrm>
              <a:custGeom>
                <a:avLst/>
                <a:gdLst>
                  <a:gd name="T0" fmla="*/ 27 w 1"/>
                  <a:gd name="T1" fmla="*/ 0 h 9"/>
                  <a:gd name="T2" fmla="*/ 0 w 1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8" name="Freeform 531">
                <a:extLst>
                  <a:ext uri="{FF2B5EF4-FFF2-40B4-BE49-F238E27FC236}">
                    <a16:creationId xmlns:a16="http://schemas.microsoft.com/office/drawing/2014/main" id="{C9C2BC48-0551-478B-98F6-8F5C098F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618"/>
                <a:ext cx="6" cy="20"/>
              </a:xfrm>
              <a:custGeom>
                <a:avLst/>
                <a:gdLst>
                  <a:gd name="T0" fmla="*/ 54 w 2"/>
                  <a:gd name="T1" fmla="*/ 0 h 7"/>
                  <a:gd name="T2" fmla="*/ 0 w 2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9" name="Freeform 532">
                <a:extLst>
                  <a:ext uri="{FF2B5EF4-FFF2-40B4-BE49-F238E27FC236}">
                    <a16:creationId xmlns:a16="http://schemas.microsoft.com/office/drawing/2014/main" id="{05F11B8B-9E83-4B80-827C-F6ACCD179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542"/>
                <a:ext cx="3" cy="23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0" name="Freeform 533">
                <a:extLst>
                  <a:ext uri="{FF2B5EF4-FFF2-40B4-BE49-F238E27FC236}">
                    <a16:creationId xmlns:a16="http://schemas.microsoft.com/office/drawing/2014/main" id="{22812AF5-0827-43D3-A1B1-ECE6B64BB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468"/>
                <a:ext cx="8" cy="23"/>
              </a:xfrm>
              <a:custGeom>
                <a:avLst/>
                <a:gdLst>
                  <a:gd name="T0" fmla="*/ 56 w 3"/>
                  <a:gd name="T1" fmla="*/ 0 h 8"/>
                  <a:gd name="T2" fmla="*/ 35 w 3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3"/>
                      <a:pt x="0" y="5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1" name="Freeform 534">
                <a:extLst>
                  <a:ext uri="{FF2B5EF4-FFF2-40B4-BE49-F238E27FC236}">
                    <a16:creationId xmlns:a16="http://schemas.microsoft.com/office/drawing/2014/main" id="{2688C898-22EC-43B9-99F6-D12308C14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411"/>
                <a:ext cx="8" cy="29"/>
              </a:xfrm>
              <a:custGeom>
                <a:avLst/>
                <a:gdLst>
                  <a:gd name="T0" fmla="*/ 56 w 3"/>
                  <a:gd name="T1" fmla="*/ 0 h 10"/>
                  <a:gd name="T2" fmla="*/ 0 w 3"/>
                  <a:gd name="T3" fmla="*/ 2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3"/>
                      <a:pt x="0" y="6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2" name="Freeform 535">
                <a:extLst>
                  <a:ext uri="{FF2B5EF4-FFF2-40B4-BE49-F238E27FC236}">
                    <a16:creationId xmlns:a16="http://schemas.microsoft.com/office/drawing/2014/main" id="{E92D2DA3-0986-46B9-8759-31FB334C9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284"/>
                <a:ext cx="878" cy="173"/>
              </a:xfrm>
              <a:custGeom>
                <a:avLst/>
                <a:gdLst>
                  <a:gd name="T0" fmla="*/ 0 w 330"/>
                  <a:gd name="T1" fmla="*/ 320 h 61"/>
                  <a:gd name="T2" fmla="*/ 942 w 330"/>
                  <a:gd name="T3" fmla="*/ 210 h 61"/>
                  <a:gd name="T4" fmla="*/ 1791 w 330"/>
                  <a:gd name="T5" fmla="*/ 547 h 61"/>
                  <a:gd name="T6" fmla="*/ 2746 w 330"/>
                  <a:gd name="T7" fmla="*/ 596 h 61"/>
                  <a:gd name="T8" fmla="*/ 3688 w 330"/>
                  <a:gd name="T9" fmla="*/ 933 h 61"/>
                  <a:gd name="T10" fmla="*/ 4536 w 330"/>
                  <a:gd name="T11" fmla="*/ 1007 h 61"/>
                  <a:gd name="T12" fmla="*/ 5196 w 330"/>
                  <a:gd name="T13" fmla="*/ 1095 h 61"/>
                  <a:gd name="T14" fmla="*/ 6215 w 330"/>
                  <a:gd name="T15" fmla="*/ 1069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0" h="61">
                    <a:moveTo>
                      <a:pt x="0" y="14"/>
                    </a:moveTo>
                    <a:cubicBezTo>
                      <a:pt x="17" y="14"/>
                      <a:pt x="32" y="0"/>
                      <a:pt x="50" y="9"/>
                    </a:cubicBezTo>
                    <a:cubicBezTo>
                      <a:pt x="68" y="17"/>
                      <a:pt x="75" y="25"/>
                      <a:pt x="95" y="24"/>
                    </a:cubicBezTo>
                    <a:cubicBezTo>
                      <a:pt x="112" y="24"/>
                      <a:pt x="130" y="20"/>
                      <a:pt x="146" y="26"/>
                    </a:cubicBezTo>
                    <a:cubicBezTo>
                      <a:pt x="167" y="33"/>
                      <a:pt x="172" y="44"/>
                      <a:pt x="196" y="41"/>
                    </a:cubicBezTo>
                    <a:cubicBezTo>
                      <a:pt x="212" y="38"/>
                      <a:pt x="226" y="35"/>
                      <a:pt x="241" y="44"/>
                    </a:cubicBezTo>
                    <a:cubicBezTo>
                      <a:pt x="257" y="53"/>
                      <a:pt x="257" y="51"/>
                      <a:pt x="276" y="48"/>
                    </a:cubicBezTo>
                    <a:cubicBezTo>
                      <a:pt x="295" y="44"/>
                      <a:pt x="312" y="61"/>
                      <a:pt x="330" y="4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3" name="Freeform 536">
                <a:extLst>
                  <a:ext uri="{FF2B5EF4-FFF2-40B4-BE49-F238E27FC236}">
                    <a16:creationId xmlns:a16="http://schemas.microsoft.com/office/drawing/2014/main" id="{39C784A9-9DB0-4498-85F3-FCAC4F35B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426"/>
                <a:ext cx="809" cy="218"/>
              </a:xfrm>
              <a:custGeom>
                <a:avLst/>
                <a:gdLst>
                  <a:gd name="T0" fmla="*/ 0 w 304"/>
                  <a:gd name="T1" fmla="*/ 0 h 77"/>
                  <a:gd name="T2" fmla="*/ 679 w 304"/>
                  <a:gd name="T3" fmla="*/ 161 h 77"/>
                  <a:gd name="T4" fmla="*/ 1112 w 304"/>
                  <a:gd name="T5" fmla="*/ 201 h 77"/>
                  <a:gd name="T6" fmla="*/ 1791 w 304"/>
                  <a:gd name="T7" fmla="*/ 473 h 77"/>
                  <a:gd name="T8" fmla="*/ 2600 w 304"/>
                  <a:gd name="T9" fmla="*/ 634 h 77"/>
                  <a:gd name="T10" fmla="*/ 3598 w 304"/>
                  <a:gd name="T11" fmla="*/ 906 h 77"/>
                  <a:gd name="T12" fmla="*/ 4335 w 304"/>
                  <a:gd name="T13" fmla="*/ 1274 h 77"/>
                  <a:gd name="T14" fmla="*/ 5184 w 304"/>
                  <a:gd name="T15" fmla="*/ 1362 h 77"/>
                  <a:gd name="T16" fmla="*/ 5730 w 304"/>
                  <a:gd name="T17" fmla="*/ 1747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77">
                    <a:moveTo>
                      <a:pt x="0" y="0"/>
                    </a:moveTo>
                    <a:cubicBezTo>
                      <a:pt x="8" y="18"/>
                      <a:pt x="22" y="9"/>
                      <a:pt x="36" y="7"/>
                    </a:cubicBezTo>
                    <a:cubicBezTo>
                      <a:pt x="44" y="6"/>
                      <a:pt x="50" y="5"/>
                      <a:pt x="59" y="9"/>
                    </a:cubicBezTo>
                    <a:cubicBezTo>
                      <a:pt x="73" y="15"/>
                      <a:pt x="77" y="24"/>
                      <a:pt x="95" y="21"/>
                    </a:cubicBezTo>
                    <a:cubicBezTo>
                      <a:pt x="113" y="18"/>
                      <a:pt x="121" y="17"/>
                      <a:pt x="138" y="28"/>
                    </a:cubicBezTo>
                    <a:cubicBezTo>
                      <a:pt x="157" y="40"/>
                      <a:pt x="168" y="40"/>
                      <a:pt x="191" y="40"/>
                    </a:cubicBezTo>
                    <a:cubicBezTo>
                      <a:pt x="210" y="39"/>
                      <a:pt x="214" y="50"/>
                      <a:pt x="230" y="56"/>
                    </a:cubicBezTo>
                    <a:cubicBezTo>
                      <a:pt x="244" y="62"/>
                      <a:pt x="260" y="55"/>
                      <a:pt x="275" y="60"/>
                    </a:cubicBezTo>
                    <a:cubicBezTo>
                      <a:pt x="287" y="63"/>
                      <a:pt x="294" y="72"/>
                      <a:pt x="304" y="7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4" name="Freeform 537">
                <a:extLst>
                  <a:ext uri="{FF2B5EF4-FFF2-40B4-BE49-F238E27FC236}">
                    <a16:creationId xmlns:a16="http://schemas.microsoft.com/office/drawing/2014/main" id="{45FD5632-4A88-4350-B600-072B9AE9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479"/>
                <a:ext cx="322" cy="117"/>
              </a:xfrm>
              <a:custGeom>
                <a:avLst/>
                <a:gdLst>
                  <a:gd name="T0" fmla="*/ 0 w 121"/>
                  <a:gd name="T1" fmla="*/ 88 h 41"/>
                  <a:gd name="T2" fmla="*/ 865 w 121"/>
                  <a:gd name="T3" fmla="*/ 211 h 41"/>
                  <a:gd name="T4" fmla="*/ 1075 w 121"/>
                  <a:gd name="T5" fmla="*/ 417 h 41"/>
                  <a:gd name="T6" fmla="*/ 1394 w 121"/>
                  <a:gd name="T7" fmla="*/ 374 h 41"/>
                  <a:gd name="T8" fmla="*/ 2132 w 121"/>
                  <a:gd name="T9" fmla="*/ 676 h 41"/>
                  <a:gd name="T10" fmla="*/ 2281 w 121"/>
                  <a:gd name="T11" fmla="*/ 95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41">
                    <a:moveTo>
                      <a:pt x="0" y="4"/>
                    </a:moveTo>
                    <a:cubicBezTo>
                      <a:pt x="16" y="0"/>
                      <a:pt x="32" y="0"/>
                      <a:pt x="46" y="9"/>
                    </a:cubicBezTo>
                    <a:cubicBezTo>
                      <a:pt x="51" y="12"/>
                      <a:pt x="50" y="17"/>
                      <a:pt x="57" y="18"/>
                    </a:cubicBezTo>
                    <a:cubicBezTo>
                      <a:pt x="61" y="19"/>
                      <a:pt x="70" y="16"/>
                      <a:pt x="74" y="16"/>
                    </a:cubicBezTo>
                    <a:cubicBezTo>
                      <a:pt x="86" y="15"/>
                      <a:pt x="104" y="21"/>
                      <a:pt x="113" y="29"/>
                    </a:cubicBezTo>
                    <a:cubicBezTo>
                      <a:pt x="116" y="32"/>
                      <a:pt x="117" y="38"/>
                      <a:pt x="121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5" name="Freeform 538">
                <a:extLst>
                  <a:ext uri="{FF2B5EF4-FFF2-40B4-BE49-F238E27FC236}">
                    <a16:creationId xmlns:a16="http://schemas.microsoft.com/office/drawing/2014/main" id="{771421F9-C4E8-490F-B6B7-A3E41D97D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70"/>
                <a:ext cx="610" cy="145"/>
              </a:xfrm>
              <a:custGeom>
                <a:avLst/>
                <a:gdLst>
                  <a:gd name="T0" fmla="*/ 0 w 229"/>
                  <a:gd name="T1" fmla="*/ 276 h 51"/>
                  <a:gd name="T2" fmla="*/ 1023 w 229"/>
                  <a:gd name="T3" fmla="*/ 364 h 51"/>
                  <a:gd name="T4" fmla="*/ 1889 w 229"/>
                  <a:gd name="T5" fmla="*/ 526 h 51"/>
                  <a:gd name="T6" fmla="*/ 2440 w 229"/>
                  <a:gd name="T7" fmla="*/ 807 h 51"/>
                  <a:gd name="T8" fmla="*/ 3852 w 229"/>
                  <a:gd name="T9" fmla="*/ 1058 h 51"/>
                  <a:gd name="T10" fmla="*/ 4179 w 229"/>
                  <a:gd name="T11" fmla="*/ 1058 h 51"/>
                  <a:gd name="T12" fmla="*/ 4329 w 229"/>
                  <a:gd name="T13" fmla="*/ 1009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9" h="51">
                    <a:moveTo>
                      <a:pt x="0" y="12"/>
                    </a:moveTo>
                    <a:cubicBezTo>
                      <a:pt x="21" y="0"/>
                      <a:pt x="36" y="6"/>
                      <a:pt x="54" y="16"/>
                    </a:cubicBezTo>
                    <a:cubicBezTo>
                      <a:pt x="68" y="23"/>
                      <a:pt x="85" y="22"/>
                      <a:pt x="100" y="23"/>
                    </a:cubicBezTo>
                    <a:cubicBezTo>
                      <a:pt x="114" y="25"/>
                      <a:pt x="118" y="28"/>
                      <a:pt x="129" y="35"/>
                    </a:cubicBezTo>
                    <a:cubicBezTo>
                      <a:pt x="152" y="51"/>
                      <a:pt x="178" y="44"/>
                      <a:pt x="204" y="46"/>
                    </a:cubicBezTo>
                    <a:cubicBezTo>
                      <a:pt x="210" y="47"/>
                      <a:pt x="216" y="47"/>
                      <a:pt x="221" y="46"/>
                    </a:cubicBezTo>
                    <a:cubicBezTo>
                      <a:pt x="225" y="46"/>
                      <a:pt x="223" y="41"/>
                      <a:pt x="229" y="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6" name="Freeform 539">
                <a:extLst>
                  <a:ext uri="{FF2B5EF4-FFF2-40B4-BE49-F238E27FC236}">
                    <a16:creationId xmlns:a16="http://schemas.microsoft.com/office/drawing/2014/main" id="{E92C761E-0BA3-43BC-BBC4-1B1C085B5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650"/>
                <a:ext cx="170" cy="56"/>
              </a:xfrm>
              <a:custGeom>
                <a:avLst/>
                <a:gdLst>
                  <a:gd name="T0" fmla="*/ 0 w 64"/>
                  <a:gd name="T1" fmla="*/ 87 h 20"/>
                  <a:gd name="T2" fmla="*/ 1201 w 64"/>
                  <a:gd name="T3" fmla="*/ 44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20">
                    <a:moveTo>
                      <a:pt x="0" y="4"/>
                    </a:moveTo>
                    <a:cubicBezTo>
                      <a:pt x="25" y="0"/>
                      <a:pt x="43" y="8"/>
                      <a:pt x="64" y="2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7" name="Freeform 540">
                <a:extLst>
                  <a:ext uri="{FF2B5EF4-FFF2-40B4-BE49-F238E27FC236}">
                    <a16:creationId xmlns:a16="http://schemas.microsoft.com/office/drawing/2014/main" id="{A55B7F39-C53F-44A6-8B88-D1BF0DE17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701"/>
                <a:ext cx="948" cy="184"/>
              </a:xfrm>
              <a:custGeom>
                <a:avLst/>
                <a:gdLst>
                  <a:gd name="T0" fmla="*/ 0 w 356"/>
                  <a:gd name="T1" fmla="*/ 0 h 65"/>
                  <a:gd name="T2" fmla="*/ 567 w 356"/>
                  <a:gd name="T3" fmla="*/ 272 h 65"/>
                  <a:gd name="T4" fmla="*/ 1262 w 356"/>
                  <a:gd name="T5" fmla="*/ 184 h 65"/>
                  <a:gd name="T6" fmla="*/ 1928 w 356"/>
                  <a:gd name="T7" fmla="*/ 569 h 65"/>
                  <a:gd name="T8" fmla="*/ 2716 w 356"/>
                  <a:gd name="T9" fmla="*/ 609 h 65"/>
                  <a:gd name="T10" fmla="*/ 3646 w 356"/>
                  <a:gd name="T11" fmla="*/ 928 h 65"/>
                  <a:gd name="T12" fmla="*/ 4191 w 356"/>
                  <a:gd name="T13" fmla="*/ 841 h 65"/>
                  <a:gd name="T14" fmla="*/ 4665 w 356"/>
                  <a:gd name="T15" fmla="*/ 928 h 65"/>
                  <a:gd name="T16" fmla="*/ 5291 w 356"/>
                  <a:gd name="T17" fmla="*/ 1362 h 65"/>
                  <a:gd name="T18" fmla="*/ 5928 w 356"/>
                  <a:gd name="T19" fmla="*/ 1339 h 65"/>
                  <a:gd name="T20" fmla="*/ 6721 w 356"/>
                  <a:gd name="T21" fmla="*/ 1251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6" h="65">
                    <a:moveTo>
                      <a:pt x="0" y="0"/>
                    </a:moveTo>
                    <a:cubicBezTo>
                      <a:pt x="10" y="4"/>
                      <a:pt x="19" y="11"/>
                      <a:pt x="30" y="12"/>
                    </a:cubicBezTo>
                    <a:cubicBezTo>
                      <a:pt x="43" y="13"/>
                      <a:pt x="55" y="6"/>
                      <a:pt x="67" y="8"/>
                    </a:cubicBezTo>
                    <a:cubicBezTo>
                      <a:pt x="80" y="11"/>
                      <a:pt x="90" y="21"/>
                      <a:pt x="102" y="25"/>
                    </a:cubicBezTo>
                    <a:cubicBezTo>
                      <a:pt x="118" y="31"/>
                      <a:pt x="129" y="29"/>
                      <a:pt x="144" y="27"/>
                    </a:cubicBezTo>
                    <a:cubicBezTo>
                      <a:pt x="164" y="24"/>
                      <a:pt x="174" y="40"/>
                      <a:pt x="193" y="41"/>
                    </a:cubicBezTo>
                    <a:cubicBezTo>
                      <a:pt x="202" y="42"/>
                      <a:pt x="212" y="37"/>
                      <a:pt x="222" y="37"/>
                    </a:cubicBezTo>
                    <a:cubicBezTo>
                      <a:pt x="230" y="36"/>
                      <a:pt x="239" y="38"/>
                      <a:pt x="247" y="41"/>
                    </a:cubicBezTo>
                    <a:cubicBezTo>
                      <a:pt x="260" y="45"/>
                      <a:pt x="268" y="55"/>
                      <a:pt x="280" y="60"/>
                    </a:cubicBezTo>
                    <a:cubicBezTo>
                      <a:pt x="292" y="65"/>
                      <a:pt x="302" y="62"/>
                      <a:pt x="314" y="59"/>
                    </a:cubicBezTo>
                    <a:cubicBezTo>
                      <a:pt x="326" y="56"/>
                      <a:pt x="344" y="51"/>
                      <a:pt x="356" y="5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8" name="Freeform 541">
                <a:extLst>
                  <a:ext uri="{FF2B5EF4-FFF2-40B4-BE49-F238E27FC236}">
                    <a16:creationId xmlns:a16="http://schemas.microsoft.com/office/drawing/2014/main" id="{56DDFF43-E4C0-4693-9B43-0516AAEE5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758"/>
                <a:ext cx="168" cy="42"/>
              </a:xfrm>
              <a:custGeom>
                <a:avLst/>
                <a:gdLst>
                  <a:gd name="T0" fmla="*/ 0 w 63"/>
                  <a:gd name="T1" fmla="*/ 134 h 15"/>
                  <a:gd name="T2" fmla="*/ 1195 w 63"/>
                  <a:gd name="T3" fmla="*/ 3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5">
                    <a:moveTo>
                      <a:pt x="0" y="6"/>
                    </a:moveTo>
                    <a:cubicBezTo>
                      <a:pt x="25" y="7"/>
                      <a:pt x="41" y="0"/>
                      <a:pt x="63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9" name="Freeform 542">
                <a:extLst>
                  <a:ext uri="{FF2B5EF4-FFF2-40B4-BE49-F238E27FC236}">
                    <a16:creationId xmlns:a16="http://schemas.microsoft.com/office/drawing/2014/main" id="{7B20A3AD-FA5E-488D-95AC-070A671E1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814"/>
                <a:ext cx="165" cy="57"/>
              </a:xfrm>
              <a:custGeom>
                <a:avLst/>
                <a:gdLst>
                  <a:gd name="T0" fmla="*/ 0 w 62"/>
                  <a:gd name="T1" fmla="*/ 0 h 20"/>
                  <a:gd name="T2" fmla="*/ 1168 w 62"/>
                  <a:gd name="T3" fmla="*/ 27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0">
                    <a:moveTo>
                      <a:pt x="0" y="0"/>
                    </a:moveTo>
                    <a:cubicBezTo>
                      <a:pt x="15" y="20"/>
                      <a:pt x="45" y="16"/>
                      <a:pt x="62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0" name="Freeform 543">
                <a:extLst>
                  <a:ext uri="{FF2B5EF4-FFF2-40B4-BE49-F238E27FC236}">
                    <a16:creationId xmlns:a16="http://schemas.microsoft.com/office/drawing/2014/main" id="{1DBB1121-8A8A-4327-B6B6-A439D98B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729"/>
                <a:ext cx="218" cy="51"/>
              </a:xfrm>
              <a:custGeom>
                <a:avLst/>
                <a:gdLst>
                  <a:gd name="T0" fmla="*/ 0 w 82"/>
                  <a:gd name="T1" fmla="*/ 88 h 18"/>
                  <a:gd name="T2" fmla="*/ 1032 w 82"/>
                  <a:gd name="T3" fmla="*/ 184 h 18"/>
                  <a:gd name="T4" fmla="*/ 1542 w 82"/>
                  <a:gd name="T5" fmla="*/ 41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8">
                    <a:moveTo>
                      <a:pt x="0" y="4"/>
                    </a:moveTo>
                    <a:cubicBezTo>
                      <a:pt x="20" y="5"/>
                      <a:pt x="35" y="0"/>
                      <a:pt x="55" y="8"/>
                    </a:cubicBezTo>
                    <a:cubicBezTo>
                      <a:pt x="64" y="11"/>
                      <a:pt x="73" y="16"/>
                      <a:pt x="82" y="1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1" name="Freeform 544">
                <a:extLst>
                  <a:ext uri="{FF2B5EF4-FFF2-40B4-BE49-F238E27FC236}">
                    <a16:creationId xmlns:a16="http://schemas.microsoft.com/office/drawing/2014/main" id="{604FE33E-1AC6-476D-8356-504B0861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786"/>
                <a:ext cx="127" cy="43"/>
              </a:xfrm>
              <a:custGeom>
                <a:avLst/>
                <a:gdLst>
                  <a:gd name="T0" fmla="*/ 0 w 48"/>
                  <a:gd name="T1" fmla="*/ 0 h 15"/>
                  <a:gd name="T2" fmla="*/ 889 w 48"/>
                  <a:gd name="T3" fmla="*/ 21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5">
                    <a:moveTo>
                      <a:pt x="0" y="0"/>
                    </a:moveTo>
                    <a:cubicBezTo>
                      <a:pt x="11" y="11"/>
                      <a:pt x="37" y="15"/>
                      <a:pt x="48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2" name="Freeform 545">
                <a:extLst>
                  <a:ext uri="{FF2B5EF4-FFF2-40B4-BE49-F238E27FC236}">
                    <a16:creationId xmlns:a16="http://schemas.microsoft.com/office/drawing/2014/main" id="{F20ABB7A-D800-4599-A499-2434A396D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741"/>
                <a:ext cx="131" cy="42"/>
              </a:xfrm>
              <a:custGeom>
                <a:avLst/>
                <a:gdLst>
                  <a:gd name="T0" fmla="*/ 0 w 49"/>
                  <a:gd name="T1" fmla="*/ 0 h 15"/>
                  <a:gd name="T2" fmla="*/ 936 w 49"/>
                  <a:gd name="T3" fmla="*/ 26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5">
                    <a:moveTo>
                      <a:pt x="0" y="0"/>
                    </a:moveTo>
                    <a:cubicBezTo>
                      <a:pt x="9" y="11"/>
                      <a:pt x="35" y="15"/>
                      <a:pt x="49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3" name="Freeform 546">
                <a:extLst>
                  <a:ext uri="{FF2B5EF4-FFF2-40B4-BE49-F238E27FC236}">
                    <a16:creationId xmlns:a16="http://schemas.microsoft.com/office/drawing/2014/main" id="{00F239B3-BD39-4AF6-AA1C-7EE2C1BF8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701"/>
                <a:ext cx="127" cy="57"/>
              </a:xfrm>
              <a:custGeom>
                <a:avLst/>
                <a:gdLst>
                  <a:gd name="T0" fmla="*/ 0 w 48"/>
                  <a:gd name="T1" fmla="*/ 0 h 20"/>
                  <a:gd name="T2" fmla="*/ 889 w 48"/>
                  <a:gd name="T3" fmla="*/ 25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0">
                    <a:moveTo>
                      <a:pt x="0" y="0"/>
                    </a:moveTo>
                    <a:cubicBezTo>
                      <a:pt x="7" y="11"/>
                      <a:pt x="38" y="20"/>
                      <a:pt x="48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4" name="Freeform 547">
                <a:extLst>
                  <a:ext uri="{FF2B5EF4-FFF2-40B4-BE49-F238E27FC236}">
                    <a16:creationId xmlns:a16="http://schemas.microsoft.com/office/drawing/2014/main" id="{1AAC970C-ED1E-422C-B370-3538858A8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630"/>
                <a:ext cx="170" cy="62"/>
              </a:xfrm>
              <a:custGeom>
                <a:avLst/>
                <a:gdLst>
                  <a:gd name="T0" fmla="*/ 0 w 64"/>
                  <a:gd name="T1" fmla="*/ 0 h 22"/>
                  <a:gd name="T2" fmla="*/ 677 w 64"/>
                  <a:gd name="T3" fmla="*/ 468 h 22"/>
                  <a:gd name="T4" fmla="*/ 1201 w 64"/>
                  <a:gd name="T5" fmla="*/ 46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2">
                    <a:moveTo>
                      <a:pt x="0" y="0"/>
                    </a:moveTo>
                    <a:cubicBezTo>
                      <a:pt x="12" y="10"/>
                      <a:pt x="20" y="19"/>
                      <a:pt x="36" y="21"/>
                    </a:cubicBezTo>
                    <a:cubicBezTo>
                      <a:pt x="45" y="22"/>
                      <a:pt x="58" y="20"/>
                      <a:pt x="64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5" name="Freeform 548">
                <a:extLst>
                  <a:ext uri="{FF2B5EF4-FFF2-40B4-BE49-F238E27FC236}">
                    <a16:creationId xmlns:a16="http://schemas.microsoft.com/office/drawing/2014/main" id="{C865EE80-5A3D-4C1D-B3EC-DF0B6CC38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573"/>
                <a:ext cx="149" cy="54"/>
              </a:xfrm>
              <a:custGeom>
                <a:avLst/>
                <a:gdLst>
                  <a:gd name="T0" fmla="*/ 0 w 56"/>
                  <a:gd name="T1" fmla="*/ 74 h 19"/>
                  <a:gd name="T2" fmla="*/ 1054 w 56"/>
                  <a:gd name="T3" fmla="*/ 43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9">
                    <a:moveTo>
                      <a:pt x="0" y="3"/>
                    </a:moveTo>
                    <a:cubicBezTo>
                      <a:pt x="25" y="0"/>
                      <a:pt x="37" y="1"/>
                      <a:pt x="56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6" name="Freeform 549">
                <a:extLst>
                  <a:ext uri="{FF2B5EF4-FFF2-40B4-BE49-F238E27FC236}">
                    <a16:creationId xmlns:a16="http://schemas.microsoft.com/office/drawing/2014/main" id="{8754FAA9-2741-4C93-8E52-B025D229E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519"/>
                <a:ext cx="157" cy="68"/>
              </a:xfrm>
              <a:custGeom>
                <a:avLst/>
                <a:gdLst>
                  <a:gd name="T0" fmla="*/ 0 w 59"/>
                  <a:gd name="T1" fmla="*/ 162 h 24"/>
                  <a:gd name="T2" fmla="*/ 793 w 59"/>
                  <a:gd name="T3" fmla="*/ 224 h 24"/>
                  <a:gd name="T4" fmla="*/ 1112 w 59"/>
                  <a:gd name="T5" fmla="*/ 54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4">
                    <a:moveTo>
                      <a:pt x="0" y="7"/>
                    </a:moveTo>
                    <a:cubicBezTo>
                      <a:pt x="17" y="5"/>
                      <a:pt x="27" y="0"/>
                      <a:pt x="42" y="10"/>
                    </a:cubicBezTo>
                    <a:cubicBezTo>
                      <a:pt x="46" y="13"/>
                      <a:pt x="59" y="24"/>
                      <a:pt x="59" y="2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7" name="Freeform 550">
                <a:extLst>
                  <a:ext uri="{FF2B5EF4-FFF2-40B4-BE49-F238E27FC236}">
                    <a16:creationId xmlns:a16="http://schemas.microsoft.com/office/drawing/2014/main" id="{48F541B3-23A4-4158-AD55-E93A2192A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301"/>
                <a:ext cx="332" cy="90"/>
              </a:xfrm>
              <a:custGeom>
                <a:avLst/>
                <a:gdLst>
                  <a:gd name="T0" fmla="*/ 0 w 125"/>
                  <a:gd name="T1" fmla="*/ 23 h 32"/>
                  <a:gd name="T2" fmla="*/ 1312 w 125"/>
                  <a:gd name="T3" fmla="*/ 419 h 32"/>
                  <a:gd name="T4" fmla="*/ 2343 w 125"/>
                  <a:gd name="T5" fmla="*/ 71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32">
                    <a:moveTo>
                      <a:pt x="0" y="1"/>
                    </a:moveTo>
                    <a:cubicBezTo>
                      <a:pt x="28" y="0"/>
                      <a:pt x="47" y="2"/>
                      <a:pt x="70" y="19"/>
                    </a:cubicBezTo>
                    <a:cubicBezTo>
                      <a:pt x="86" y="30"/>
                      <a:pt x="105" y="32"/>
                      <a:pt x="125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8" name="Freeform 551">
                <a:extLst>
                  <a:ext uri="{FF2B5EF4-FFF2-40B4-BE49-F238E27FC236}">
                    <a16:creationId xmlns:a16="http://schemas.microsoft.com/office/drawing/2014/main" id="{9639141B-9B05-46BE-98EF-EE307F068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338"/>
                <a:ext cx="162" cy="53"/>
              </a:xfrm>
              <a:custGeom>
                <a:avLst/>
                <a:gdLst>
                  <a:gd name="T0" fmla="*/ 0 w 61"/>
                  <a:gd name="T1" fmla="*/ 86 h 19"/>
                  <a:gd name="T2" fmla="*/ 1142 w 61"/>
                  <a:gd name="T3" fmla="*/ 41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9">
                    <a:moveTo>
                      <a:pt x="0" y="4"/>
                    </a:moveTo>
                    <a:cubicBezTo>
                      <a:pt x="14" y="0"/>
                      <a:pt x="59" y="0"/>
                      <a:pt x="61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9" name="Freeform 552">
                <a:extLst>
                  <a:ext uri="{FF2B5EF4-FFF2-40B4-BE49-F238E27FC236}">
                    <a16:creationId xmlns:a16="http://schemas.microsoft.com/office/drawing/2014/main" id="{8C7ECAD5-8511-437E-9BA7-529997BE3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244"/>
                <a:ext cx="63" cy="59"/>
              </a:xfrm>
              <a:custGeom>
                <a:avLst/>
                <a:gdLst>
                  <a:gd name="T0" fmla="*/ 0 w 24"/>
                  <a:gd name="T1" fmla="*/ 0 h 21"/>
                  <a:gd name="T2" fmla="*/ 433 w 24"/>
                  <a:gd name="T3" fmla="*/ 46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6" y="9"/>
                      <a:pt x="19" y="11"/>
                      <a:pt x="24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0" name="Freeform 553">
                <a:extLst>
                  <a:ext uri="{FF2B5EF4-FFF2-40B4-BE49-F238E27FC236}">
                    <a16:creationId xmlns:a16="http://schemas.microsoft.com/office/drawing/2014/main" id="{66084210-C046-4555-8A94-18B5FBCA0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2321"/>
                <a:ext cx="154" cy="51"/>
              </a:xfrm>
              <a:custGeom>
                <a:avLst/>
                <a:gdLst>
                  <a:gd name="T0" fmla="*/ 0 w 58"/>
                  <a:gd name="T1" fmla="*/ 0 h 18"/>
                  <a:gd name="T2" fmla="*/ 1086 w 58"/>
                  <a:gd name="T3" fmla="*/ 21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8">
                    <a:moveTo>
                      <a:pt x="0" y="0"/>
                    </a:moveTo>
                    <a:cubicBezTo>
                      <a:pt x="15" y="18"/>
                      <a:pt x="43" y="8"/>
                      <a:pt x="58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1" name="Freeform 554">
                <a:extLst>
                  <a:ext uri="{FF2B5EF4-FFF2-40B4-BE49-F238E27FC236}">
                    <a16:creationId xmlns:a16="http://schemas.microsoft.com/office/drawing/2014/main" id="{C55888A6-AEA3-430A-800D-066160762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406"/>
                <a:ext cx="181" cy="59"/>
              </a:xfrm>
              <a:custGeom>
                <a:avLst/>
                <a:gdLst>
                  <a:gd name="T0" fmla="*/ 0 w 68"/>
                  <a:gd name="T1" fmla="*/ 0 h 21"/>
                  <a:gd name="T2" fmla="*/ 1283 w 68"/>
                  <a:gd name="T3" fmla="*/ 30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1">
                    <a:moveTo>
                      <a:pt x="0" y="0"/>
                    </a:moveTo>
                    <a:cubicBezTo>
                      <a:pt x="18" y="21"/>
                      <a:pt x="47" y="18"/>
                      <a:pt x="68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2" name="Freeform 555">
                <a:extLst>
                  <a:ext uri="{FF2B5EF4-FFF2-40B4-BE49-F238E27FC236}">
                    <a16:creationId xmlns:a16="http://schemas.microsoft.com/office/drawing/2014/main" id="{57941854-F597-4653-9BE9-445D03E0F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491"/>
                <a:ext cx="160" cy="48"/>
              </a:xfrm>
              <a:custGeom>
                <a:avLst/>
                <a:gdLst>
                  <a:gd name="T0" fmla="*/ 0 w 60"/>
                  <a:gd name="T1" fmla="*/ 0 h 17"/>
                  <a:gd name="T2" fmla="*/ 1139 w 60"/>
                  <a:gd name="T3" fmla="*/ 27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7">
                    <a:moveTo>
                      <a:pt x="0" y="0"/>
                    </a:moveTo>
                    <a:cubicBezTo>
                      <a:pt x="15" y="17"/>
                      <a:pt x="40" y="14"/>
                      <a:pt x="60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3" name="Freeform 556">
                <a:extLst>
                  <a:ext uri="{FF2B5EF4-FFF2-40B4-BE49-F238E27FC236}">
                    <a16:creationId xmlns:a16="http://schemas.microsoft.com/office/drawing/2014/main" id="{2C1AD5A1-65D0-4B29-8B45-3CC328C62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435"/>
                <a:ext cx="738" cy="165"/>
              </a:xfrm>
              <a:custGeom>
                <a:avLst/>
                <a:gdLst>
                  <a:gd name="T0" fmla="*/ 0 w 277"/>
                  <a:gd name="T1" fmla="*/ 0 h 58"/>
                  <a:gd name="T2" fmla="*/ 623 w 277"/>
                  <a:gd name="T3" fmla="*/ 390 h 58"/>
                  <a:gd name="T4" fmla="*/ 1740 w 277"/>
                  <a:gd name="T5" fmla="*/ 526 h 58"/>
                  <a:gd name="T6" fmla="*/ 2819 w 277"/>
                  <a:gd name="T7" fmla="*/ 851 h 58"/>
                  <a:gd name="T8" fmla="*/ 3477 w 277"/>
                  <a:gd name="T9" fmla="*/ 1036 h 58"/>
                  <a:gd name="T10" fmla="*/ 5238 w 277"/>
                  <a:gd name="T11" fmla="*/ 106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7" h="58">
                    <a:moveTo>
                      <a:pt x="0" y="0"/>
                    </a:moveTo>
                    <a:cubicBezTo>
                      <a:pt x="13" y="3"/>
                      <a:pt x="18" y="15"/>
                      <a:pt x="33" y="17"/>
                    </a:cubicBezTo>
                    <a:cubicBezTo>
                      <a:pt x="54" y="21"/>
                      <a:pt x="72" y="14"/>
                      <a:pt x="92" y="23"/>
                    </a:cubicBezTo>
                    <a:cubicBezTo>
                      <a:pt x="112" y="33"/>
                      <a:pt x="126" y="38"/>
                      <a:pt x="149" y="37"/>
                    </a:cubicBezTo>
                    <a:cubicBezTo>
                      <a:pt x="166" y="36"/>
                      <a:pt x="169" y="38"/>
                      <a:pt x="184" y="45"/>
                    </a:cubicBezTo>
                    <a:cubicBezTo>
                      <a:pt x="213" y="58"/>
                      <a:pt x="249" y="57"/>
                      <a:pt x="277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4" name="Freeform 557">
                <a:extLst>
                  <a:ext uri="{FF2B5EF4-FFF2-40B4-BE49-F238E27FC236}">
                    <a16:creationId xmlns:a16="http://schemas.microsoft.com/office/drawing/2014/main" id="{31B165CE-0ACB-484B-B8B3-8CA00D545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588"/>
                <a:ext cx="617" cy="202"/>
              </a:xfrm>
              <a:custGeom>
                <a:avLst/>
                <a:gdLst>
                  <a:gd name="T0" fmla="*/ 0 w 232"/>
                  <a:gd name="T1" fmla="*/ 0 h 71"/>
                  <a:gd name="T2" fmla="*/ 715 w 232"/>
                  <a:gd name="T3" fmla="*/ 299 h 71"/>
                  <a:gd name="T4" fmla="*/ 1428 w 232"/>
                  <a:gd name="T5" fmla="*/ 373 h 71"/>
                  <a:gd name="T6" fmla="*/ 1880 w 232"/>
                  <a:gd name="T7" fmla="*/ 649 h 71"/>
                  <a:gd name="T8" fmla="*/ 2630 w 232"/>
                  <a:gd name="T9" fmla="*/ 922 h 71"/>
                  <a:gd name="T10" fmla="*/ 3141 w 232"/>
                  <a:gd name="T11" fmla="*/ 987 h 71"/>
                  <a:gd name="T12" fmla="*/ 3558 w 232"/>
                  <a:gd name="T13" fmla="*/ 1386 h 71"/>
                  <a:gd name="T14" fmla="*/ 4364 w 232"/>
                  <a:gd name="T15" fmla="*/ 1636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2" h="71">
                    <a:moveTo>
                      <a:pt x="0" y="0"/>
                    </a:moveTo>
                    <a:cubicBezTo>
                      <a:pt x="13" y="4"/>
                      <a:pt x="25" y="10"/>
                      <a:pt x="38" y="13"/>
                    </a:cubicBezTo>
                    <a:cubicBezTo>
                      <a:pt x="51" y="17"/>
                      <a:pt x="63" y="15"/>
                      <a:pt x="76" y="16"/>
                    </a:cubicBezTo>
                    <a:cubicBezTo>
                      <a:pt x="89" y="17"/>
                      <a:pt x="91" y="21"/>
                      <a:pt x="100" y="28"/>
                    </a:cubicBezTo>
                    <a:cubicBezTo>
                      <a:pt x="112" y="37"/>
                      <a:pt x="125" y="40"/>
                      <a:pt x="140" y="40"/>
                    </a:cubicBezTo>
                    <a:cubicBezTo>
                      <a:pt x="149" y="41"/>
                      <a:pt x="159" y="39"/>
                      <a:pt x="167" y="43"/>
                    </a:cubicBezTo>
                    <a:cubicBezTo>
                      <a:pt x="176" y="48"/>
                      <a:pt x="179" y="57"/>
                      <a:pt x="189" y="60"/>
                    </a:cubicBezTo>
                    <a:cubicBezTo>
                      <a:pt x="206" y="65"/>
                      <a:pt x="217" y="58"/>
                      <a:pt x="232" y="7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5" name="Freeform 558">
                <a:extLst>
                  <a:ext uri="{FF2B5EF4-FFF2-40B4-BE49-F238E27FC236}">
                    <a16:creationId xmlns:a16="http://schemas.microsoft.com/office/drawing/2014/main" id="{ACA515CF-F5D9-4683-9D9F-BB7B6CAE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492"/>
                <a:ext cx="194" cy="59"/>
              </a:xfrm>
              <a:custGeom>
                <a:avLst/>
                <a:gdLst>
                  <a:gd name="T0" fmla="*/ 0 w 73"/>
                  <a:gd name="T1" fmla="*/ 0 h 21"/>
                  <a:gd name="T2" fmla="*/ 1371 w 73"/>
                  <a:gd name="T3" fmla="*/ 30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21">
                    <a:moveTo>
                      <a:pt x="0" y="0"/>
                    </a:moveTo>
                    <a:cubicBezTo>
                      <a:pt x="20" y="21"/>
                      <a:pt x="48" y="20"/>
                      <a:pt x="73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6" name="Freeform 559">
                <a:extLst>
                  <a:ext uri="{FF2B5EF4-FFF2-40B4-BE49-F238E27FC236}">
                    <a16:creationId xmlns:a16="http://schemas.microsoft.com/office/drawing/2014/main" id="{A10E9248-C32A-44CD-BFC3-4B934E842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543"/>
                <a:ext cx="168" cy="57"/>
              </a:xfrm>
              <a:custGeom>
                <a:avLst/>
                <a:gdLst>
                  <a:gd name="T0" fmla="*/ 0 w 63"/>
                  <a:gd name="T1" fmla="*/ 0 h 20"/>
                  <a:gd name="T2" fmla="*/ 1195 w 63"/>
                  <a:gd name="T3" fmla="*/ 32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0">
                    <a:moveTo>
                      <a:pt x="0" y="0"/>
                    </a:moveTo>
                    <a:cubicBezTo>
                      <a:pt x="16" y="20"/>
                      <a:pt x="41" y="19"/>
                      <a:pt x="63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7" name="Freeform 560">
                <a:extLst>
                  <a:ext uri="{FF2B5EF4-FFF2-40B4-BE49-F238E27FC236}">
                    <a16:creationId xmlns:a16="http://schemas.microsoft.com/office/drawing/2014/main" id="{3F460CFB-1AC9-41B6-A91A-E03775454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1537"/>
                <a:ext cx="165" cy="51"/>
              </a:xfrm>
              <a:custGeom>
                <a:avLst/>
                <a:gdLst>
                  <a:gd name="T0" fmla="*/ 0 w 62"/>
                  <a:gd name="T1" fmla="*/ 113 h 18"/>
                  <a:gd name="T2" fmla="*/ 1168 w 62"/>
                  <a:gd name="T3" fmla="*/ 41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8">
                    <a:moveTo>
                      <a:pt x="0" y="5"/>
                    </a:moveTo>
                    <a:cubicBezTo>
                      <a:pt x="18" y="0"/>
                      <a:pt x="47" y="6"/>
                      <a:pt x="62" y="1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8" name="Freeform 561">
                <a:extLst>
                  <a:ext uri="{FF2B5EF4-FFF2-40B4-BE49-F238E27FC236}">
                    <a16:creationId xmlns:a16="http://schemas.microsoft.com/office/drawing/2014/main" id="{A0C2DB24-03D8-4709-91B0-1D80E6A35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628"/>
                <a:ext cx="170" cy="77"/>
              </a:xfrm>
              <a:custGeom>
                <a:avLst/>
                <a:gdLst>
                  <a:gd name="T0" fmla="*/ 0 w 64"/>
                  <a:gd name="T1" fmla="*/ 0 h 27"/>
                  <a:gd name="T2" fmla="*/ 1201 w 64"/>
                  <a:gd name="T3" fmla="*/ 32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27">
                    <a:moveTo>
                      <a:pt x="0" y="0"/>
                    </a:moveTo>
                    <a:cubicBezTo>
                      <a:pt x="15" y="9"/>
                      <a:pt x="50" y="27"/>
                      <a:pt x="64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9" name="Freeform 562">
                <a:extLst>
                  <a:ext uri="{FF2B5EF4-FFF2-40B4-BE49-F238E27FC236}">
                    <a16:creationId xmlns:a16="http://schemas.microsoft.com/office/drawing/2014/main" id="{2292B492-F146-4CD7-8756-B2E4411A2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1594"/>
                <a:ext cx="226" cy="45"/>
              </a:xfrm>
              <a:custGeom>
                <a:avLst/>
                <a:gdLst>
                  <a:gd name="T0" fmla="*/ 0 w 85"/>
                  <a:gd name="T1" fmla="*/ 0 h 16"/>
                  <a:gd name="T2" fmla="*/ 1074 w 85"/>
                  <a:gd name="T3" fmla="*/ 293 h 16"/>
                  <a:gd name="T4" fmla="*/ 1598 w 85"/>
                  <a:gd name="T5" fmla="*/ 22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6">
                    <a:moveTo>
                      <a:pt x="0" y="0"/>
                    </a:moveTo>
                    <a:cubicBezTo>
                      <a:pt x="15" y="13"/>
                      <a:pt x="38" y="16"/>
                      <a:pt x="57" y="13"/>
                    </a:cubicBezTo>
                    <a:cubicBezTo>
                      <a:pt x="67" y="12"/>
                      <a:pt x="76" y="6"/>
                      <a:pt x="85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0" name="Freeform 563">
                <a:extLst>
                  <a:ext uri="{FF2B5EF4-FFF2-40B4-BE49-F238E27FC236}">
                    <a16:creationId xmlns:a16="http://schemas.microsoft.com/office/drawing/2014/main" id="{8B426A9F-979C-4E83-991F-F29D072EE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1625"/>
                <a:ext cx="820" cy="170"/>
              </a:xfrm>
              <a:custGeom>
                <a:avLst/>
                <a:gdLst>
                  <a:gd name="T0" fmla="*/ 0 w 308"/>
                  <a:gd name="T1" fmla="*/ 136 h 60"/>
                  <a:gd name="T2" fmla="*/ 828 w 308"/>
                  <a:gd name="T3" fmla="*/ 184 h 60"/>
                  <a:gd name="T4" fmla="*/ 1249 w 308"/>
                  <a:gd name="T5" fmla="*/ 434 h 60"/>
                  <a:gd name="T6" fmla="*/ 1715 w 308"/>
                  <a:gd name="T7" fmla="*/ 459 h 60"/>
                  <a:gd name="T8" fmla="*/ 2319 w 308"/>
                  <a:gd name="T9" fmla="*/ 731 h 60"/>
                  <a:gd name="T10" fmla="*/ 3211 w 308"/>
                  <a:gd name="T11" fmla="*/ 731 h 60"/>
                  <a:gd name="T12" fmla="*/ 3871 w 308"/>
                  <a:gd name="T13" fmla="*/ 1068 h 60"/>
                  <a:gd name="T14" fmla="*/ 4755 w 308"/>
                  <a:gd name="T15" fmla="*/ 1043 h 60"/>
                  <a:gd name="T16" fmla="*/ 5812 w 308"/>
                  <a:gd name="T17" fmla="*/ 123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8" h="60">
                    <a:moveTo>
                      <a:pt x="0" y="6"/>
                    </a:moveTo>
                    <a:cubicBezTo>
                      <a:pt x="16" y="4"/>
                      <a:pt x="30" y="0"/>
                      <a:pt x="44" y="8"/>
                    </a:cubicBezTo>
                    <a:cubicBezTo>
                      <a:pt x="52" y="11"/>
                      <a:pt x="56" y="17"/>
                      <a:pt x="66" y="19"/>
                    </a:cubicBezTo>
                    <a:cubicBezTo>
                      <a:pt x="74" y="21"/>
                      <a:pt x="82" y="19"/>
                      <a:pt x="91" y="20"/>
                    </a:cubicBezTo>
                    <a:cubicBezTo>
                      <a:pt x="103" y="21"/>
                      <a:pt x="112" y="27"/>
                      <a:pt x="123" y="32"/>
                    </a:cubicBezTo>
                    <a:cubicBezTo>
                      <a:pt x="140" y="39"/>
                      <a:pt x="153" y="30"/>
                      <a:pt x="170" y="32"/>
                    </a:cubicBezTo>
                    <a:cubicBezTo>
                      <a:pt x="184" y="35"/>
                      <a:pt x="190" y="46"/>
                      <a:pt x="205" y="47"/>
                    </a:cubicBezTo>
                    <a:cubicBezTo>
                      <a:pt x="220" y="49"/>
                      <a:pt x="236" y="41"/>
                      <a:pt x="252" y="46"/>
                    </a:cubicBezTo>
                    <a:cubicBezTo>
                      <a:pt x="272" y="52"/>
                      <a:pt x="287" y="60"/>
                      <a:pt x="308" y="5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1" name="Freeform 564">
                <a:extLst>
                  <a:ext uri="{FF2B5EF4-FFF2-40B4-BE49-F238E27FC236}">
                    <a16:creationId xmlns:a16="http://schemas.microsoft.com/office/drawing/2014/main" id="{36FAAC4C-563B-4377-BE55-673C8CF75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725"/>
                <a:ext cx="173" cy="68"/>
              </a:xfrm>
              <a:custGeom>
                <a:avLst/>
                <a:gdLst>
                  <a:gd name="T0" fmla="*/ 0 w 65"/>
                  <a:gd name="T1" fmla="*/ 0 h 24"/>
                  <a:gd name="T2" fmla="*/ 1224 w 65"/>
                  <a:gd name="T3" fmla="*/ 27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4">
                    <a:moveTo>
                      <a:pt x="0" y="0"/>
                    </a:moveTo>
                    <a:cubicBezTo>
                      <a:pt x="20" y="24"/>
                      <a:pt x="40" y="11"/>
                      <a:pt x="65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2" name="Freeform 565">
                <a:extLst>
                  <a:ext uri="{FF2B5EF4-FFF2-40B4-BE49-F238E27FC236}">
                    <a16:creationId xmlns:a16="http://schemas.microsoft.com/office/drawing/2014/main" id="{D24DDAC2-628B-4ABA-9E8F-F636BE3FB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427"/>
                <a:ext cx="165" cy="53"/>
              </a:xfrm>
              <a:custGeom>
                <a:avLst/>
                <a:gdLst>
                  <a:gd name="T0" fmla="*/ 0 w 62"/>
                  <a:gd name="T1" fmla="*/ 0 h 19"/>
                  <a:gd name="T2" fmla="*/ 1168 w 62"/>
                  <a:gd name="T3" fmla="*/ 41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24" y="3"/>
                      <a:pt x="43" y="2"/>
                      <a:pt x="62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3" name="Freeform 566">
                <a:extLst>
                  <a:ext uri="{FF2B5EF4-FFF2-40B4-BE49-F238E27FC236}">
                    <a16:creationId xmlns:a16="http://schemas.microsoft.com/office/drawing/2014/main" id="{4EC7E957-0845-4EBB-AE4F-CD8E081CF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469"/>
                <a:ext cx="192" cy="71"/>
              </a:xfrm>
              <a:custGeom>
                <a:avLst/>
                <a:gdLst>
                  <a:gd name="T0" fmla="*/ 0 w 72"/>
                  <a:gd name="T1" fmla="*/ 210 h 25"/>
                  <a:gd name="T2" fmla="*/ 1365 w 72"/>
                  <a:gd name="T3" fmla="*/ 57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25">
                    <a:moveTo>
                      <a:pt x="0" y="9"/>
                    </a:moveTo>
                    <a:cubicBezTo>
                      <a:pt x="18" y="10"/>
                      <a:pt x="66" y="0"/>
                      <a:pt x="72" y="2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4" name="Freeform 567">
                <a:extLst>
                  <a:ext uri="{FF2B5EF4-FFF2-40B4-BE49-F238E27FC236}">
                    <a16:creationId xmlns:a16="http://schemas.microsoft.com/office/drawing/2014/main" id="{CC93CCB9-DF7B-4A70-A9F7-91C41680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566"/>
                <a:ext cx="106" cy="62"/>
              </a:xfrm>
              <a:custGeom>
                <a:avLst/>
                <a:gdLst>
                  <a:gd name="T0" fmla="*/ 0 w 40"/>
                  <a:gd name="T1" fmla="*/ 0 h 22"/>
                  <a:gd name="T2" fmla="*/ 745 w 40"/>
                  <a:gd name="T3" fmla="*/ 49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cubicBezTo>
                      <a:pt x="15" y="5"/>
                      <a:pt x="29" y="15"/>
                      <a:pt x="40" y="2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5" name="Freeform 568">
                <a:extLst>
                  <a:ext uri="{FF2B5EF4-FFF2-40B4-BE49-F238E27FC236}">
                    <a16:creationId xmlns:a16="http://schemas.microsoft.com/office/drawing/2014/main" id="{40D4CBC6-4095-4D61-A8E3-3B0A06DCF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770"/>
                <a:ext cx="535" cy="133"/>
              </a:xfrm>
              <a:custGeom>
                <a:avLst/>
                <a:gdLst>
                  <a:gd name="T0" fmla="*/ 0 w 201"/>
                  <a:gd name="T1" fmla="*/ 0 h 47"/>
                  <a:gd name="T2" fmla="*/ 977 w 201"/>
                  <a:gd name="T3" fmla="*/ 359 h 47"/>
                  <a:gd name="T4" fmla="*/ 1565 w 201"/>
                  <a:gd name="T5" fmla="*/ 337 h 47"/>
                  <a:gd name="T6" fmla="*/ 2034 w 201"/>
                  <a:gd name="T7" fmla="*/ 608 h 47"/>
                  <a:gd name="T8" fmla="*/ 2883 w 201"/>
                  <a:gd name="T9" fmla="*/ 608 h 47"/>
                  <a:gd name="T10" fmla="*/ 3790 w 201"/>
                  <a:gd name="T11" fmla="*/ 1064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1" h="47">
                    <a:moveTo>
                      <a:pt x="0" y="0"/>
                    </a:moveTo>
                    <a:cubicBezTo>
                      <a:pt x="17" y="10"/>
                      <a:pt x="31" y="17"/>
                      <a:pt x="52" y="16"/>
                    </a:cubicBezTo>
                    <a:cubicBezTo>
                      <a:pt x="62" y="16"/>
                      <a:pt x="72" y="12"/>
                      <a:pt x="83" y="15"/>
                    </a:cubicBezTo>
                    <a:cubicBezTo>
                      <a:pt x="92" y="17"/>
                      <a:pt x="99" y="24"/>
                      <a:pt x="108" y="27"/>
                    </a:cubicBezTo>
                    <a:cubicBezTo>
                      <a:pt x="124" y="34"/>
                      <a:pt x="137" y="26"/>
                      <a:pt x="153" y="27"/>
                    </a:cubicBezTo>
                    <a:cubicBezTo>
                      <a:pt x="170" y="29"/>
                      <a:pt x="186" y="40"/>
                      <a:pt x="201" y="4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6" name="Freeform 569">
                <a:extLst>
                  <a:ext uri="{FF2B5EF4-FFF2-40B4-BE49-F238E27FC236}">
                    <a16:creationId xmlns:a16="http://schemas.microsoft.com/office/drawing/2014/main" id="{DC4FF483-22D8-4214-AD8E-5FBFFBE0C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801"/>
                <a:ext cx="186" cy="46"/>
              </a:xfrm>
              <a:custGeom>
                <a:avLst/>
                <a:gdLst>
                  <a:gd name="T0" fmla="*/ 0 w 70"/>
                  <a:gd name="T1" fmla="*/ 26 h 16"/>
                  <a:gd name="T2" fmla="*/ 903 w 70"/>
                  <a:gd name="T3" fmla="*/ 115 h 16"/>
                  <a:gd name="T4" fmla="*/ 1313 w 70"/>
                  <a:gd name="T5" fmla="*/ 38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6">
                    <a:moveTo>
                      <a:pt x="0" y="1"/>
                    </a:moveTo>
                    <a:cubicBezTo>
                      <a:pt x="16" y="5"/>
                      <a:pt x="32" y="0"/>
                      <a:pt x="48" y="5"/>
                    </a:cubicBezTo>
                    <a:cubicBezTo>
                      <a:pt x="57" y="7"/>
                      <a:pt x="62" y="12"/>
                      <a:pt x="70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7" name="Freeform 570">
                <a:extLst>
                  <a:ext uri="{FF2B5EF4-FFF2-40B4-BE49-F238E27FC236}">
                    <a16:creationId xmlns:a16="http://schemas.microsoft.com/office/drawing/2014/main" id="{1FB7144E-C1EF-4E0C-8812-0CBB67AC3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776"/>
                <a:ext cx="639" cy="144"/>
              </a:xfrm>
              <a:custGeom>
                <a:avLst/>
                <a:gdLst>
                  <a:gd name="T0" fmla="*/ 0 w 240"/>
                  <a:gd name="T1" fmla="*/ 0 h 51"/>
                  <a:gd name="T2" fmla="*/ 1361 w 240"/>
                  <a:gd name="T3" fmla="*/ 446 h 51"/>
                  <a:gd name="T4" fmla="*/ 2042 w 240"/>
                  <a:gd name="T5" fmla="*/ 830 h 51"/>
                  <a:gd name="T6" fmla="*/ 2700 w 240"/>
                  <a:gd name="T7" fmla="*/ 791 h 51"/>
                  <a:gd name="T8" fmla="*/ 3983 w 240"/>
                  <a:gd name="T9" fmla="*/ 1036 h 51"/>
                  <a:gd name="T10" fmla="*/ 4529 w 240"/>
                  <a:gd name="T11" fmla="*/ 92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51">
                    <a:moveTo>
                      <a:pt x="0" y="0"/>
                    </a:moveTo>
                    <a:cubicBezTo>
                      <a:pt x="21" y="17"/>
                      <a:pt x="48" y="10"/>
                      <a:pt x="72" y="20"/>
                    </a:cubicBezTo>
                    <a:cubicBezTo>
                      <a:pt x="84" y="25"/>
                      <a:pt x="93" y="35"/>
                      <a:pt x="108" y="37"/>
                    </a:cubicBezTo>
                    <a:cubicBezTo>
                      <a:pt x="120" y="38"/>
                      <a:pt x="131" y="34"/>
                      <a:pt x="143" y="35"/>
                    </a:cubicBezTo>
                    <a:cubicBezTo>
                      <a:pt x="169" y="36"/>
                      <a:pt x="184" y="51"/>
                      <a:pt x="211" y="46"/>
                    </a:cubicBezTo>
                    <a:cubicBezTo>
                      <a:pt x="219" y="45"/>
                      <a:pt x="235" y="44"/>
                      <a:pt x="240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8" name="Freeform 571">
                <a:extLst>
                  <a:ext uri="{FF2B5EF4-FFF2-40B4-BE49-F238E27FC236}">
                    <a16:creationId xmlns:a16="http://schemas.microsoft.com/office/drawing/2014/main" id="{1433072E-37C3-4FE2-BF43-350F323CB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866"/>
                <a:ext cx="181" cy="40"/>
              </a:xfrm>
              <a:custGeom>
                <a:avLst/>
                <a:gdLst>
                  <a:gd name="T0" fmla="*/ 0 w 68"/>
                  <a:gd name="T1" fmla="*/ 89 h 14"/>
                  <a:gd name="T2" fmla="*/ 1283 w 68"/>
                  <a:gd name="T3" fmla="*/ 32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14">
                    <a:moveTo>
                      <a:pt x="0" y="4"/>
                    </a:moveTo>
                    <a:cubicBezTo>
                      <a:pt x="25" y="4"/>
                      <a:pt x="47" y="0"/>
                      <a:pt x="68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9" name="Freeform 572">
                <a:extLst>
                  <a:ext uri="{FF2B5EF4-FFF2-40B4-BE49-F238E27FC236}">
                    <a16:creationId xmlns:a16="http://schemas.microsoft.com/office/drawing/2014/main" id="{4C33C565-3FDF-4BA4-838F-655EEC09F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915"/>
                <a:ext cx="522" cy="170"/>
              </a:xfrm>
              <a:custGeom>
                <a:avLst/>
                <a:gdLst>
                  <a:gd name="T0" fmla="*/ 0 w 196"/>
                  <a:gd name="T1" fmla="*/ 0 h 60"/>
                  <a:gd name="T2" fmla="*/ 703 w 196"/>
                  <a:gd name="T3" fmla="*/ 363 h 60"/>
                  <a:gd name="T4" fmla="*/ 1830 w 196"/>
                  <a:gd name="T5" fmla="*/ 363 h 60"/>
                  <a:gd name="T6" fmla="*/ 2285 w 196"/>
                  <a:gd name="T7" fmla="*/ 683 h 60"/>
                  <a:gd name="T8" fmla="*/ 2852 w 196"/>
                  <a:gd name="T9" fmla="*/ 683 h 60"/>
                  <a:gd name="T10" fmla="*/ 3702 w 196"/>
                  <a:gd name="T11" fmla="*/ 136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60">
                    <a:moveTo>
                      <a:pt x="0" y="0"/>
                    </a:moveTo>
                    <a:cubicBezTo>
                      <a:pt x="11" y="8"/>
                      <a:pt x="23" y="13"/>
                      <a:pt x="37" y="16"/>
                    </a:cubicBezTo>
                    <a:cubicBezTo>
                      <a:pt x="57" y="20"/>
                      <a:pt x="77" y="12"/>
                      <a:pt x="97" y="16"/>
                    </a:cubicBezTo>
                    <a:cubicBezTo>
                      <a:pt x="108" y="18"/>
                      <a:pt x="112" y="25"/>
                      <a:pt x="121" y="30"/>
                    </a:cubicBezTo>
                    <a:cubicBezTo>
                      <a:pt x="133" y="35"/>
                      <a:pt x="140" y="30"/>
                      <a:pt x="151" y="30"/>
                    </a:cubicBezTo>
                    <a:cubicBezTo>
                      <a:pt x="174" y="31"/>
                      <a:pt x="182" y="51"/>
                      <a:pt x="196" y="6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0" name="Freeform 573">
                <a:extLst>
                  <a:ext uri="{FF2B5EF4-FFF2-40B4-BE49-F238E27FC236}">
                    <a16:creationId xmlns:a16="http://schemas.microsoft.com/office/drawing/2014/main" id="{06AFD5A0-9628-4EC4-95AA-0E107F73C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003"/>
                <a:ext cx="189" cy="93"/>
              </a:xfrm>
              <a:custGeom>
                <a:avLst/>
                <a:gdLst>
                  <a:gd name="T0" fmla="*/ 0 w 71"/>
                  <a:gd name="T1" fmla="*/ 628 h 33"/>
                  <a:gd name="T2" fmla="*/ 751 w 71"/>
                  <a:gd name="T3" fmla="*/ 293 h 33"/>
                  <a:gd name="T4" fmla="*/ 1339 w 7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3">
                    <a:moveTo>
                      <a:pt x="0" y="28"/>
                    </a:moveTo>
                    <a:cubicBezTo>
                      <a:pt x="17" y="33"/>
                      <a:pt x="29" y="23"/>
                      <a:pt x="40" y="13"/>
                    </a:cubicBezTo>
                    <a:cubicBezTo>
                      <a:pt x="52" y="2"/>
                      <a:pt x="57" y="4"/>
                      <a:pt x="7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1" name="Freeform 574">
                <a:extLst>
                  <a:ext uri="{FF2B5EF4-FFF2-40B4-BE49-F238E27FC236}">
                    <a16:creationId xmlns:a16="http://schemas.microsoft.com/office/drawing/2014/main" id="{BAC8C4BB-8CCE-47F1-9D7D-84ABD1D62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954"/>
                <a:ext cx="154" cy="54"/>
              </a:xfrm>
              <a:custGeom>
                <a:avLst/>
                <a:gdLst>
                  <a:gd name="T0" fmla="*/ 0 w 58"/>
                  <a:gd name="T1" fmla="*/ 26 h 19"/>
                  <a:gd name="T2" fmla="*/ 1086 w 58"/>
                  <a:gd name="T3" fmla="*/ 43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9">
                    <a:moveTo>
                      <a:pt x="0" y="1"/>
                    </a:moveTo>
                    <a:cubicBezTo>
                      <a:pt x="25" y="4"/>
                      <a:pt x="38" y="0"/>
                      <a:pt x="58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2" name="Freeform 575">
                <a:extLst>
                  <a:ext uri="{FF2B5EF4-FFF2-40B4-BE49-F238E27FC236}">
                    <a16:creationId xmlns:a16="http://schemas.microsoft.com/office/drawing/2014/main" id="{AD32074C-2BB5-4A6F-9E0F-87A40F3A8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963"/>
                <a:ext cx="149" cy="62"/>
              </a:xfrm>
              <a:custGeom>
                <a:avLst/>
                <a:gdLst>
                  <a:gd name="T0" fmla="*/ 0 w 56"/>
                  <a:gd name="T1" fmla="*/ 0 h 22"/>
                  <a:gd name="T2" fmla="*/ 1054 w 56"/>
                  <a:gd name="T3" fmla="*/ 27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16" y="22"/>
                      <a:pt x="35" y="10"/>
                      <a:pt x="56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3" name="Freeform 576">
                <a:extLst>
                  <a:ext uri="{FF2B5EF4-FFF2-40B4-BE49-F238E27FC236}">
                    <a16:creationId xmlns:a16="http://schemas.microsoft.com/office/drawing/2014/main" id="{C3E8B00A-25BD-487F-B965-752EB92FB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326"/>
                <a:ext cx="3" cy="9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4" name="Freeform 577">
                <a:extLst>
                  <a:ext uri="{FF2B5EF4-FFF2-40B4-BE49-F238E27FC236}">
                    <a16:creationId xmlns:a16="http://schemas.microsoft.com/office/drawing/2014/main" id="{1E19DA30-8B7A-4489-946B-CDDFB4526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301"/>
                <a:ext cx="3" cy="14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5" name="Freeform 578">
                <a:extLst>
                  <a:ext uri="{FF2B5EF4-FFF2-40B4-BE49-F238E27FC236}">
                    <a16:creationId xmlns:a16="http://schemas.microsoft.com/office/drawing/2014/main" id="{EF5172BB-86AE-4E0C-8C71-4256D5D2F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352"/>
                <a:ext cx="13" cy="14"/>
              </a:xfrm>
              <a:custGeom>
                <a:avLst/>
                <a:gdLst>
                  <a:gd name="T0" fmla="*/ 0 w 5"/>
                  <a:gd name="T1" fmla="*/ 109 h 5"/>
                  <a:gd name="T2" fmla="*/ 8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4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6" name="Freeform 579">
                <a:extLst>
                  <a:ext uri="{FF2B5EF4-FFF2-40B4-BE49-F238E27FC236}">
                    <a16:creationId xmlns:a16="http://schemas.microsoft.com/office/drawing/2014/main" id="{5A8F57BE-EFC1-48B4-864B-5A75FDB5F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417"/>
                <a:ext cx="11" cy="14"/>
              </a:xfrm>
              <a:custGeom>
                <a:avLst/>
                <a:gdLst>
                  <a:gd name="T0" fmla="*/ 0 w 4"/>
                  <a:gd name="T1" fmla="*/ 109 h 5"/>
                  <a:gd name="T2" fmla="*/ 83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4"/>
                      <a:pt x="4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7" name="Freeform 580">
                <a:extLst>
                  <a:ext uri="{FF2B5EF4-FFF2-40B4-BE49-F238E27FC236}">
                    <a16:creationId xmlns:a16="http://schemas.microsoft.com/office/drawing/2014/main" id="{A398475C-D8C2-4176-A476-483523015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479"/>
                <a:ext cx="8" cy="15"/>
              </a:xfrm>
              <a:custGeom>
                <a:avLst/>
                <a:gdLst>
                  <a:gd name="T0" fmla="*/ 0 w 3"/>
                  <a:gd name="T1" fmla="*/ 135 h 5"/>
                  <a:gd name="T2" fmla="*/ 5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8" name="Freeform 581">
                <a:extLst>
                  <a:ext uri="{FF2B5EF4-FFF2-40B4-BE49-F238E27FC236}">
                    <a16:creationId xmlns:a16="http://schemas.microsoft.com/office/drawing/2014/main" id="{9709F300-15D1-402F-94AE-C46ED8C82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528"/>
                <a:ext cx="2" cy="22"/>
              </a:xfrm>
              <a:custGeom>
                <a:avLst/>
                <a:gdLst>
                  <a:gd name="T0" fmla="*/ 8 w 1"/>
                  <a:gd name="T1" fmla="*/ 0 h 8"/>
                  <a:gd name="T2" fmla="*/ 8 w 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3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9" name="Freeform 582">
                <a:extLst>
                  <a:ext uri="{FF2B5EF4-FFF2-40B4-BE49-F238E27FC236}">
                    <a16:creationId xmlns:a16="http://schemas.microsoft.com/office/drawing/2014/main" id="{BB83785B-F2CE-44F1-9565-C3FCE4F26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573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0" name="Freeform 583">
                <a:extLst>
                  <a:ext uri="{FF2B5EF4-FFF2-40B4-BE49-F238E27FC236}">
                    <a16:creationId xmlns:a16="http://schemas.microsoft.com/office/drawing/2014/main" id="{4D5A2A3F-3C2B-4E87-88BC-F3F50A038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607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20 w 2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1" name="Freeform 584">
                <a:extLst>
                  <a:ext uri="{FF2B5EF4-FFF2-40B4-BE49-F238E27FC236}">
                    <a16:creationId xmlns:a16="http://schemas.microsoft.com/office/drawing/2014/main" id="{F57A2050-D0F6-40F2-8F83-75416C8BE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641"/>
                <a:ext cx="2" cy="12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10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2" name="Freeform 585">
                <a:extLst>
                  <a:ext uri="{FF2B5EF4-FFF2-40B4-BE49-F238E27FC236}">
                    <a16:creationId xmlns:a16="http://schemas.microsoft.com/office/drawing/2014/main" id="{884861CE-B371-4E1A-BC44-F2B1D3BAD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672"/>
                <a:ext cx="1" cy="9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3" name="Freeform 586">
                <a:extLst>
                  <a:ext uri="{FF2B5EF4-FFF2-40B4-BE49-F238E27FC236}">
                    <a16:creationId xmlns:a16="http://schemas.microsoft.com/office/drawing/2014/main" id="{89727EB7-4CE5-4D9F-BA01-9C977653F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692"/>
                <a:ext cx="1" cy="14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4" name="Freeform 587">
                <a:extLst>
                  <a:ext uri="{FF2B5EF4-FFF2-40B4-BE49-F238E27FC236}">
                    <a16:creationId xmlns:a16="http://schemas.microsoft.com/office/drawing/2014/main" id="{0594692A-C20A-4BC4-9381-2962572BF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000"/>
                <a:ext cx="6" cy="28"/>
              </a:xfrm>
              <a:custGeom>
                <a:avLst/>
                <a:gdLst>
                  <a:gd name="T0" fmla="*/ 0 w 2"/>
                  <a:gd name="T1" fmla="*/ 0 h 10"/>
                  <a:gd name="T2" fmla="*/ 54 w 2"/>
                  <a:gd name="T3" fmla="*/ 21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3"/>
                      <a:pt x="2" y="8"/>
                      <a:pt x="2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5" name="Freeform 588">
                <a:extLst>
                  <a:ext uri="{FF2B5EF4-FFF2-40B4-BE49-F238E27FC236}">
                    <a16:creationId xmlns:a16="http://schemas.microsoft.com/office/drawing/2014/main" id="{8B184FDC-D2C7-408D-940D-9D25E211A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037"/>
                <a:ext cx="2" cy="20"/>
              </a:xfrm>
              <a:custGeom>
                <a:avLst/>
                <a:gdLst>
                  <a:gd name="T0" fmla="*/ 8 w 1"/>
                  <a:gd name="T1" fmla="*/ 0 h 7"/>
                  <a:gd name="T2" fmla="*/ 8 w 1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6" name="Freeform 589">
                <a:extLst>
                  <a:ext uri="{FF2B5EF4-FFF2-40B4-BE49-F238E27FC236}">
                    <a16:creationId xmlns:a16="http://schemas.microsoft.com/office/drawing/2014/main" id="{43C02A86-4474-4E7B-B1D6-00F6D51BD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071"/>
                <a:ext cx="3" cy="17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7" name="Freeform 590">
                <a:extLst>
                  <a:ext uri="{FF2B5EF4-FFF2-40B4-BE49-F238E27FC236}">
                    <a16:creationId xmlns:a16="http://schemas.microsoft.com/office/drawing/2014/main" id="{9EA3C977-34F4-4967-A7AD-43F837609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02"/>
                <a:ext cx="1" cy="26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8" name="Freeform 591">
                <a:extLst>
                  <a:ext uri="{FF2B5EF4-FFF2-40B4-BE49-F238E27FC236}">
                    <a16:creationId xmlns:a16="http://schemas.microsoft.com/office/drawing/2014/main" id="{AEB3046F-6DA8-4309-83CB-41C739F6E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861"/>
                <a:ext cx="114" cy="20"/>
              </a:xfrm>
              <a:custGeom>
                <a:avLst/>
                <a:gdLst>
                  <a:gd name="T0" fmla="*/ 0 w 43"/>
                  <a:gd name="T1" fmla="*/ 163 h 7"/>
                  <a:gd name="T2" fmla="*/ 464 w 43"/>
                  <a:gd name="T3" fmla="*/ 114 h 7"/>
                  <a:gd name="T4" fmla="*/ 801 w 43"/>
                  <a:gd name="T5" fmla="*/ 2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">
                    <a:moveTo>
                      <a:pt x="0" y="7"/>
                    </a:moveTo>
                    <a:cubicBezTo>
                      <a:pt x="8" y="4"/>
                      <a:pt x="16" y="6"/>
                      <a:pt x="25" y="5"/>
                    </a:cubicBezTo>
                    <a:cubicBezTo>
                      <a:pt x="32" y="4"/>
                      <a:pt x="37" y="0"/>
                      <a:pt x="43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9" name="Freeform 592">
                <a:extLst>
                  <a:ext uri="{FF2B5EF4-FFF2-40B4-BE49-F238E27FC236}">
                    <a16:creationId xmlns:a16="http://schemas.microsoft.com/office/drawing/2014/main" id="{FC9790DF-19D7-4EC8-91E4-2A08343EC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892"/>
                <a:ext cx="157" cy="45"/>
              </a:xfrm>
              <a:custGeom>
                <a:avLst/>
                <a:gdLst>
                  <a:gd name="T0" fmla="*/ 0 w 59"/>
                  <a:gd name="T1" fmla="*/ 0 h 16"/>
                  <a:gd name="T2" fmla="*/ 849 w 59"/>
                  <a:gd name="T3" fmla="*/ 135 h 16"/>
                  <a:gd name="T4" fmla="*/ 1112 w 59"/>
                  <a:gd name="T5" fmla="*/ 4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6">
                    <a:moveTo>
                      <a:pt x="0" y="0"/>
                    </a:moveTo>
                    <a:cubicBezTo>
                      <a:pt x="15" y="16"/>
                      <a:pt x="26" y="14"/>
                      <a:pt x="45" y="6"/>
                    </a:cubicBezTo>
                    <a:cubicBezTo>
                      <a:pt x="50" y="4"/>
                      <a:pt x="55" y="2"/>
                      <a:pt x="59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0" name="Freeform 593">
                <a:extLst>
                  <a:ext uri="{FF2B5EF4-FFF2-40B4-BE49-F238E27FC236}">
                    <a16:creationId xmlns:a16="http://schemas.microsoft.com/office/drawing/2014/main" id="{ABBF99C3-8609-408D-AB23-C19DCB940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29"/>
                <a:ext cx="176" cy="42"/>
              </a:xfrm>
              <a:custGeom>
                <a:avLst/>
                <a:gdLst>
                  <a:gd name="T0" fmla="*/ 0 w 66"/>
                  <a:gd name="T1" fmla="*/ 0 h 15"/>
                  <a:gd name="T2" fmla="*/ 888 w 66"/>
                  <a:gd name="T3" fmla="*/ 218 h 15"/>
                  <a:gd name="T4" fmla="*/ 1251 w 66"/>
                  <a:gd name="T5" fmla="*/ 10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5">
                    <a:moveTo>
                      <a:pt x="0" y="0"/>
                    </a:moveTo>
                    <a:cubicBezTo>
                      <a:pt x="16" y="11"/>
                      <a:pt x="28" y="15"/>
                      <a:pt x="47" y="10"/>
                    </a:cubicBezTo>
                    <a:cubicBezTo>
                      <a:pt x="53" y="8"/>
                      <a:pt x="62" y="4"/>
                      <a:pt x="66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1" name="Freeform 594">
                <a:extLst>
                  <a:ext uri="{FF2B5EF4-FFF2-40B4-BE49-F238E27FC236}">
                    <a16:creationId xmlns:a16="http://schemas.microsoft.com/office/drawing/2014/main" id="{79498D15-B940-418F-AFCB-4F74959DB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00"/>
                <a:ext cx="192" cy="60"/>
              </a:xfrm>
              <a:custGeom>
                <a:avLst/>
                <a:gdLst>
                  <a:gd name="T0" fmla="*/ 0 w 72"/>
                  <a:gd name="T1" fmla="*/ 74 h 21"/>
                  <a:gd name="T2" fmla="*/ 341 w 72"/>
                  <a:gd name="T3" fmla="*/ 114 h 21"/>
                  <a:gd name="T4" fmla="*/ 853 w 72"/>
                  <a:gd name="T5" fmla="*/ 211 h 21"/>
                  <a:gd name="T6" fmla="*/ 1365 w 72"/>
                  <a:gd name="T7" fmla="*/ 48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1">
                    <a:moveTo>
                      <a:pt x="0" y="3"/>
                    </a:moveTo>
                    <a:cubicBezTo>
                      <a:pt x="7" y="0"/>
                      <a:pt x="12" y="4"/>
                      <a:pt x="18" y="5"/>
                    </a:cubicBezTo>
                    <a:cubicBezTo>
                      <a:pt x="27" y="8"/>
                      <a:pt x="36" y="7"/>
                      <a:pt x="45" y="9"/>
                    </a:cubicBezTo>
                    <a:cubicBezTo>
                      <a:pt x="54" y="12"/>
                      <a:pt x="63" y="21"/>
                      <a:pt x="72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2" name="Freeform 595">
                <a:extLst>
                  <a:ext uri="{FF2B5EF4-FFF2-40B4-BE49-F238E27FC236}">
                    <a16:creationId xmlns:a16="http://schemas.microsoft.com/office/drawing/2014/main" id="{A8B37670-F061-4716-87E0-0F9EC993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946"/>
                <a:ext cx="207" cy="74"/>
              </a:xfrm>
              <a:custGeom>
                <a:avLst/>
                <a:gdLst>
                  <a:gd name="T0" fmla="*/ 0 w 78"/>
                  <a:gd name="T1" fmla="*/ 0 h 26"/>
                  <a:gd name="T2" fmla="*/ 1457 w 78"/>
                  <a:gd name="T3" fmla="*/ 60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6">
                    <a:moveTo>
                      <a:pt x="0" y="0"/>
                    </a:moveTo>
                    <a:cubicBezTo>
                      <a:pt x="21" y="22"/>
                      <a:pt x="52" y="16"/>
                      <a:pt x="78" y="2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3" name="Freeform 596">
                <a:extLst>
                  <a:ext uri="{FF2B5EF4-FFF2-40B4-BE49-F238E27FC236}">
                    <a16:creationId xmlns:a16="http://schemas.microsoft.com/office/drawing/2014/main" id="{E833D920-3D50-4052-A950-83CA14EBB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994"/>
                <a:ext cx="176" cy="71"/>
              </a:xfrm>
              <a:custGeom>
                <a:avLst/>
                <a:gdLst>
                  <a:gd name="T0" fmla="*/ 0 w 66"/>
                  <a:gd name="T1" fmla="*/ 0 h 25"/>
                  <a:gd name="T2" fmla="*/ 1251 w 66"/>
                  <a:gd name="T3" fmla="*/ 34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25">
                    <a:moveTo>
                      <a:pt x="0" y="0"/>
                    </a:moveTo>
                    <a:cubicBezTo>
                      <a:pt x="5" y="25"/>
                      <a:pt x="49" y="16"/>
                      <a:pt x="66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4" name="Freeform 597">
                <a:extLst>
                  <a:ext uri="{FF2B5EF4-FFF2-40B4-BE49-F238E27FC236}">
                    <a16:creationId xmlns:a16="http://schemas.microsoft.com/office/drawing/2014/main" id="{6606953F-0FEF-498B-8701-9DCB9FF81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835"/>
                <a:ext cx="157" cy="43"/>
              </a:xfrm>
              <a:custGeom>
                <a:avLst/>
                <a:gdLst>
                  <a:gd name="T0" fmla="*/ 0 w 59"/>
                  <a:gd name="T1" fmla="*/ 75 h 15"/>
                  <a:gd name="T2" fmla="*/ 1112 w 59"/>
                  <a:gd name="T3" fmla="*/ 35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5">
                    <a:moveTo>
                      <a:pt x="0" y="3"/>
                    </a:moveTo>
                    <a:cubicBezTo>
                      <a:pt x="25" y="2"/>
                      <a:pt x="40" y="0"/>
                      <a:pt x="59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5" name="Freeform 598">
                <a:extLst>
                  <a:ext uri="{FF2B5EF4-FFF2-40B4-BE49-F238E27FC236}">
                    <a16:creationId xmlns:a16="http://schemas.microsoft.com/office/drawing/2014/main" id="{4D4BBCB0-75CF-4E2F-8773-22B1E4941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173"/>
                <a:ext cx="3047" cy="636"/>
              </a:xfrm>
              <a:custGeom>
                <a:avLst/>
                <a:gdLst>
                  <a:gd name="T0" fmla="*/ 13378 w 1145"/>
                  <a:gd name="T1" fmla="*/ 3112 h 224"/>
                  <a:gd name="T2" fmla="*/ 12491 w 1145"/>
                  <a:gd name="T3" fmla="*/ 2910 h 224"/>
                  <a:gd name="T4" fmla="*/ 10551 w 1145"/>
                  <a:gd name="T5" fmla="*/ 1968 h 224"/>
                  <a:gd name="T6" fmla="*/ 7951 w 1145"/>
                  <a:gd name="T7" fmla="*/ 1008 h 224"/>
                  <a:gd name="T8" fmla="*/ 6238 w 1145"/>
                  <a:gd name="T9" fmla="*/ 1258 h 224"/>
                  <a:gd name="T10" fmla="*/ 5445 w 1145"/>
                  <a:gd name="T11" fmla="*/ 1258 h 224"/>
                  <a:gd name="T12" fmla="*/ 56 w 1145"/>
                  <a:gd name="T13" fmla="*/ 0 h 224"/>
                  <a:gd name="T14" fmla="*/ 431 w 1145"/>
                  <a:gd name="T15" fmla="*/ 346 h 224"/>
                  <a:gd name="T16" fmla="*/ 5466 w 1145"/>
                  <a:gd name="T17" fmla="*/ 1508 h 224"/>
                  <a:gd name="T18" fmla="*/ 6275 w 1145"/>
                  <a:gd name="T19" fmla="*/ 1468 h 224"/>
                  <a:gd name="T20" fmla="*/ 6238 w 1145"/>
                  <a:gd name="T21" fmla="*/ 1442 h 224"/>
                  <a:gd name="T22" fmla="*/ 6310 w 1145"/>
                  <a:gd name="T23" fmla="*/ 1442 h 224"/>
                  <a:gd name="T24" fmla="*/ 6365 w 1145"/>
                  <a:gd name="T25" fmla="*/ 1442 h 224"/>
                  <a:gd name="T26" fmla="*/ 6424 w 1145"/>
                  <a:gd name="T27" fmla="*/ 1442 h 224"/>
                  <a:gd name="T28" fmla="*/ 6480 w 1145"/>
                  <a:gd name="T29" fmla="*/ 1442 h 224"/>
                  <a:gd name="T30" fmla="*/ 6557 w 1145"/>
                  <a:gd name="T31" fmla="*/ 1420 h 224"/>
                  <a:gd name="T32" fmla="*/ 6650 w 1145"/>
                  <a:gd name="T33" fmla="*/ 1420 h 224"/>
                  <a:gd name="T34" fmla="*/ 6727 w 1145"/>
                  <a:gd name="T35" fmla="*/ 1394 h 224"/>
                  <a:gd name="T36" fmla="*/ 6805 w 1145"/>
                  <a:gd name="T37" fmla="*/ 1371 h 224"/>
                  <a:gd name="T38" fmla="*/ 6863 w 1145"/>
                  <a:gd name="T39" fmla="*/ 1371 h 224"/>
                  <a:gd name="T40" fmla="*/ 6932 w 1145"/>
                  <a:gd name="T41" fmla="*/ 1354 h 224"/>
                  <a:gd name="T42" fmla="*/ 6991 w 1145"/>
                  <a:gd name="T43" fmla="*/ 1329 h 224"/>
                  <a:gd name="T44" fmla="*/ 7047 w 1145"/>
                  <a:gd name="T45" fmla="*/ 1329 h 224"/>
                  <a:gd name="T46" fmla="*/ 7103 w 1145"/>
                  <a:gd name="T47" fmla="*/ 1306 h 224"/>
                  <a:gd name="T48" fmla="*/ 7145 w 1145"/>
                  <a:gd name="T49" fmla="*/ 1306 h 224"/>
                  <a:gd name="T50" fmla="*/ 7951 w 1145"/>
                  <a:gd name="T51" fmla="*/ 1193 h 224"/>
                  <a:gd name="T52" fmla="*/ 10551 w 1145"/>
                  <a:gd name="T53" fmla="*/ 2152 h 224"/>
                  <a:gd name="T54" fmla="*/ 10666 w 1145"/>
                  <a:gd name="T55" fmla="*/ 2200 h 224"/>
                  <a:gd name="T56" fmla="*/ 10764 w 1145"/>
                  <a:gd name="T57" fmla="*/ 2240 h 224"/>
                  <a:gd name="T58" fmla="*/ 10857 w 1145"/>
                  <a:gd name="T59" fmla="*/ 2288 h 224"/>
                  <a:gd name="T60" fmla="*/ 10927 w 1145"/>
                  <a:gd name="T61" fmla="*/ 2337 h 224"/>
                  <a:gd name="T62" fmla="*/ 11025 w 1145"/>
                  <a:gd name="T63" fmla="*/ 2379 h 224"/>
                  <a:gd name="T64" fmla="*/ 11097 w 1145"/>
                  <a:gd name="T65" fmla="*/ 2428 h 224"/>
                  <a:gd name="T66" fmla="*/ 11174 w 1145"/>
                  <a:gd name="T67" fmla="*/ 2476 h 224"/>
                  <a:gd name="T68" fmla="*/ 11366 w 1145"/>
                  <a:gd name="T69" fmla="*/ 2564 h 224"/>
                  <a:gd name="T70" fmla="*/ 11422 w 1145"/>
                  <a:gd name="T71" fmla="*/ 2612 h 224"/>
                  <a:gd name="T72" fmla="*/ 11480 w 1145"/>
                  <a:gd name="T73" fmla="*/ 2635 h 224"/>
                  <a:gd name="T74" fmla="*/ 11515 w 1145"/>
                  <a:gd name="T75" fmla="*/ 2652 h 224"/>
                  <a:gd name="T76" fmla="*/ 11571 w 1145"/>
                  <a:gd name="T77" fmla="*/ 2677 h 224"/>
                  <a:gd name="T78" fmla="*/ 11608 w 1145"/>
                  <a:gd name="T79" fmla="*/ 2700 h 224"/>
                  <a:gd name="T80" fmla="*/ 12308 w 1145"/>
                  <a:gd name="T81" fmla="*/ 3064 h 224"/>
                  <a:gd name="T82" fmla="*/ 21443 w 1145"/>
                  <a:gd name="T83" fmla="*/ 5102 h 224"/>
                  <a:gd name="T84" fmla="*/ 21576 w 1145"/>
                  <a:gd name="T85" fmla="*/ 4901 h 224"/>
                  <a:gd name="T86" fmla="*/ 16302 w 1145"/>
                  <a:gd name="T87" fmla="*/ 379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5" h="224">
                    <a:moveTo>
                      <a:pt x="865" y="166"/>
                    </a:moveTo>
                    <a:cubicBezTo>
                      <a:pt x="816" y="157"/>
                      <a:pt x="764" y="147"/>
                      <a:pt x="710" y="136"/>
                    </a:cubicBezTo>
                    <a:cubicBezTo>
                      <a:pt x="759" y="146"/>
                      <a:pt x="807" y="155"/>
                      <a:pt x="851" y="163"/>
                    </a:cubicBezTo>
                    <a:cubicBezTo>
                      <a:pt x="663" y="127"/>
                      <a:pt x="663" y="127"/>
                      <a:pt x="663" y="127"/>
                    </a:cubicBezTo>
                    <a:cubicBezTo>
                      <a:pt x="655" y="125"/>
                      <a:pt x="630" y="117"/>
                      <a:pt x="617" y="110"/>
                    </a:cubicBezTo>
                    <a:cubicBezTo>
                      <a:pt x="612" y="109"/>
                      <a:pt x="585" y="95"/>
                      <a:pt x="560" y="86"/>
                    </a:cubicBezTo>
                    <a:cubicBezTo>
                      <a:pt x="534" y="76"/>
                      <a:pt x="530" y="72"/>
                      <a:pt x="500" y="62"/>
                    </a:cubicBezTo>
                    <a:cubicBezTo>
                      <a:pt x="470" y="52"/>
                      <a:pt x="456" y="42"/>
                      <a:pt x="422" y="44"/>
                    </a:cubicBezTo>
                    <a:cubicBezTo>
                      <a:pt x="405" y="45"/>
                      <a:pt x="393" y="45"/>
                      <a:pt x="381" y="48"/>
                    </a:cubicBezTo>
                    <a:cubicBezTo>
                      <a:pt x="372" y="50"/>
                      <a:pt x="340" y="55"/>
                      <a:pt x="331" y="55"/>
                    </a:cubicBezTo>
                    <a:cubicBezTo>
                      <a:pt x="320" y="55"/>
                      <a:pt x="294" y="57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186" y="35"/>
                      <a:pt x="87" y="16"/>
                      <a:pt x="3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9" y="12"/>
                      <a:pt x="23" y="15"/>
                    </a:cubicBezTo>
                    <a:cubicBezTo>
                      <a:pt x="94" y="28"/>
                      <a:pt x="173" y="44"/>
                      <a:pt x="256" y="60"/>
                    </a:cubicBezTo>
                    <a:cubicBezTo>
                      <a:pt x="290" y="66"/>
                      <a:pt x="290" y="66"/>
                      <a:pt x="290" y="66"/>
                    </a:cubicBezTo>
                    <a:cubicBezTo>
                      <a:pt x="299" y="66"/>
                      <a:pt x="306" y="66"/>
                      <a:pt x="314" y="66"/>
                    </a:cubicBezTo>
                    <a:cubicBezTo>
                      <a:pt x="319" y="65"/>
                      <a:pt x="326" y="64"/>
                      <a:pt x="333" y="64"/>
                    </a:cubicBezTo>
                    <a:cubicBezTo>
                      <a:pt x="332" y="64"/>
                      <a:pt x="331" y="63"/>
                      <a:pt x="331" y="63"/>
                    </a:cubicBezTo>
                    <a:cubicBezTo>
                      <a:pt x="331" y="63"/>
                      <a:pt x="331" y="63"/>
                      <a:pt x="331" y="63"/>
                    </a:cubicBezTo>
                    <a:cubicBezTo>
                      <a:pt x="332" y="63"/>
                      <a:pt x="333" y="63"/>
                      <a:pt x="334" y="63"/>
                    </a:cubicBezTo>
                    <a:cubicBezTo>
                      <a:pt x="335" y="63"/>
                      <a:pt x="335" y="63"/>
                      <a:pt x="335" y="63"/>
                    </a:cubicBezTo>
                    <a:cubicBezTo>
                      <a:pt x="336" y="63"/>
                      <a:pt x="336" y="63"/>
                      <a:pt x="337" y="63"/>
                    </a:cubicBezTo>
                    <a:cubicBezTo>
                      <a:pt x="337" y="63"/>
                      <a:pt x="338" y="63"/>
                      <a:pt x="338" y="63"/>
                    </a:cubicBezTo>
                    <a:cubicBezTo>
                      <a:pt x="338" y="63"/>
                      <a:pt x="339" y="63"/>
                      <a:pt x="340" y="63"/>
                    </a:cubicBezTo>
                    <a:cubicBezTo>
                      <a:pt x="340" y="63"/>
                      <a:pt x="341" y="63"/>
                      <a:pt x="341" y="63"/>
                    </a:cubicBezTo>
                    <a:cubicBezTo>
                      <a:pt x="342" y="63"/>
                      <a:pt x="342" y="63"/>
                      <a:pt x="343" y="63"/>
                    </a:cubicBezTo>
                    <a:cubicBezTo>
                      <a:pt x="343" y="63"/>
                      <a:pt x="344" y="63"/>
                      <a:pt x="344" y="63"/>
                    </a:cubicBezTo>
                    <a:cubicBezTo>
                      <a:pt x="345" y="63"/>
                      <a:pt x="346" y="62"/>
                      <a:pt x="347" y="62"/>
                    </a:cubicBezTo>
                    <a:cubicBezTo>
                      <a:pt x="347" y="62"/>
                      <a:pt x="348" y="62"/>
                      <a:pt x="348" y="62"/>
                    </a:cubicBezTo>
                    <a:cubicBezTo>
                      <a:pt x="349" y="62"/>
                      <a:pt x="350" y="62"/>
                      <a:pt x="351" y="62"/>
                    </a:cubicBezTo>
                    <a:cubicBezTo>
                      <a:pt x="352" y="62"/>
                      <a:pt x="352" y="62"/>
                      <a:pt x="353" y="62"/>
                    </a:cubicBezTo>
                    <a:cubicBezTo>
                      <a:pt x="353" y="61"/>
                      <a:pt x="354" y="61"/>
                      <a:pt x="355" y="61"/>
                    </a:cubicBezTo>
                    <a:cubicBezTo>
                      <a:pt x="356" y="61"/>
                      <a:pt x="356" y="61"/>
                      <a:pt x="357" y="61"/>
                    </a:cubicBezTo>
                    <a:cubicBezTo>
                      <a:pt x="357" y="61"/>
                      <a:pt x="358" y="61"/>
                      <a:pt x="359" y="61"/>
                    </a:cubicBezTo>
                    <a:cubicBezTo>
                      <a:pt x="359" y="61"/>
                      <a:pt x="360" y="60"/>
                      <a:pt x="361" y="60"/>
                    </a:cubicBezTo>
                    <a:cubicBezTo>
                      <a:pt x="361" y="60"/>
                      <a:pt x="362" y="60"/>
                      <a:pt x="363" y="60"/>
                    </a:cubicBezTo>
                    <a:cubicBezTo>
                      <a:pt x="363" y="60"/>
                      <a:pt x="364" y="60"/>
                      <a:pt x="364" y="60"/>
                    </a:cubicBezTo>
                    <a:cubicBezTo>
                      <a:pt x="365" y="60"/>
                      <a:pt x="366" y="59"/>
                      <a:pt x="366" y="59"/>
                    </a:cubicBezTo>
                    <a:cubicBezTo>
                      <a:pt x="367" y="59"/>
                      <a:pt x="367" y="59"/>
                      <a:pt x="368" y="59"/>
                    </a:cubicBezTo>
                    <a:cubicBezTo>
                      <a:pt x="368" y="59"/>
                      <a:pt x="369" y="59"/>
                      <a:pt x="370" y="59"/>
                    </a:cubicBezTo>
                    <a:cubicBezTo>
                      <a:pt x="370" y="59"/>
                      <a:pt x="371" y="58"/>
                      <a:pt x="371" y="58"/>
                    </a:cubicBezTo>
                    <a:cubicBezTo>
                      <a:pt x="372" y="58"/>
                      <a:pt x="372" y="58"/>
                      <a:pt x="373" y="58"/>
                    </a:cubicBezTo>
                    <a:cubicBezTo>
                      <a:pt x="373" y="58"/>
                      <a:pt x="374" y="58"/>
                      <a:pt x="374" y="58"/>
                    </a:cubicBezTo>
                    <a:cubicBezTo>
                      <a:pt x="375" y="58"/>
                      <a:pt x="375" y="58"/>
                      <a:pt x="376" y="57"/>
                    </a:cubicBezTo>
                    <a:cubicBezTo>
                      <a:pt x="376" y="57"/>
                      <a:pt x="376" y="57"/>
                      <a:pt x="377" y="57"/>
                    </a:cubicBezTo>
                    <a:cubicBezTo>
                      <a:pt x="377" y="57"/>
                      <a:pt x="378" y="57"/>
                      <a:pt x="378" y="57"/>
                    </a:cubicBezTo>
                    <a:cubicBezTo>
                      <a:pt x="378" y="57"/>
                      <a:pt x="379" y="57"/>
                      <a:pt x="379" y="57"/>
                    </a:cubicBezTo>
                    <a:cubicBezTo>
                      <a:pt x="380" y="57"/>
                      <a:pt x="380" y="56"/>
                      <a:pt x="381" y="56"/>
                    </a:cubicBezTo>
                    <a:cubicBezTo>
                      <a:pt x="393" y="53"/>
                      <a:pt x="405" y="53"/>
                      <a:pt x="422" y="52"/>
                    </a:cubicBezTo>
                    <a:cubicBezTo>
                      <a:pt x="456" y="50"/>
                      <a:pt x="470" y="60"/>
                      <a:pt x="500" y="70"/>
                    </a:cubicBezTo>
                    <a:cubicBezTo>
                      <a:pt x="530" y="80"/>
                      <a:pt x="534" y="84"/>
                      <a:pt x="560" y="94"/>
                    </a:cubicBezTo>
                    <a:cubicBezTo>
                      <a:pt x="561" y="94"/>
                      <a:pt x="563" y="95"/>
                      <a:pt x="564" y="95"/>
                    </a:cubicBezTo>
                    <a:cubicBezTo>
                      <a:pt x="565" y="96"/>
                      <a:pt x="565" y="96"/>
                      <a:pt x="566" y="96"/>
                    </a:cubicBezTo>
                    <a:cubicBezTo>
                      <a:pt x="567" y="96"/>
                      <a:pt x="568" y="97"/>
                      <a:pt x="569" y="97"/>
                    </a:cubicBezTo>
                    <a:cubicBezTo>
                      <a:pt x="570" y="98"/>
                      <a:pt x="570" y="98"/>
                      <a:pt x="571" y="98"/>
                    </a:cubicBezTo>
                    <a:cubicBezTo>
                      <a:pt x="572" y="98"/>
                      <a:pt x="573" y="99"/>
                      <a:pt x="573" y="99"/>
                    </a:cubicBezTo>
                    <a:cubicBezTo>
                      <a:pt x="574" y="99"/>
                      <a:pt x="575" y="100"/>
                      <a:pt x="576" y="100"/>
                    </a:cubicBezTo>
                    <a:cubicBezTo>
                      <a:pt x="576" y="100"/>
                      <a:pt x="577" y="101"/>
                      <a:pt x="578" y="101"/>
                    </a:cubicBezTo>
                    <a:cubicBezTo>
                      <a:pt x="579" y="101"/>
                      <a:pt x="579" y="102"/>
                      <a:pt x="580" y="102"/>
                    </a:cubicBezTo>
                    <a:cubicBezTo>
                      <a:pt x="581" y="102"/>
                      <a:pt x="582" y="103"/>
                      <a:pt x="582" y="103"/>
                    </a:cubicBezTo>
                    <a:cubicBezTo>
                      <a:pt x="583" y="103"/>
                      <a:pt x="584" y="104"/>
                      <a:pt x="585" y="104"/>
                    </a:cubicBezTo>
                    <a:cubicBezTo>
                      <a:pt x="585" y="104"/>
                      <a:pt x="586" y="105"/>
                      <a:pt x="587" y="105"/>
                    </a:cubicBezTo>
                    <a:cubicBezTo>
                      <a:pt x="587" y="105"/>
                      <a:pt x="588" y="106"/>
                      <a:pt x="589" y="106"/>
                    </a:cubicBezTo>
                    <a:cubicBezTo>
                      <a:pt x="590" y="106"/>
                      <a:pt x="590" y="107"/>
                      <a:pt x="591" y="107"/>
                    </a:cubicBezTo>
                    <a:cubicBezTo>
                      <a:pt x="592" y="107"/>
                      <a:pt x="592" y="108"/>
                      <a:pt x="593" y="108"/>
                    </a:cubicBezTo>
                    <a:cubicBezTo>
                      <a:pt x="594" y="108"/>
                      <a:pt x="594" y="108"/>
                      <a:pt x="594" y="108"/>
                    </a:cubicBezTo>
                    <a:cubicBezTo>
                      <a:pt x="597" y="110"/>
                      <a:pt x="600" y="111"/>
                      <a:pt x="603" y="112"/>
                    </a:cubicBezTo>
                    <a:cubicBezTo>
                      <a:pt x="603" y="113"/>
                      <a:pt x="603" y="113"/>
                      <a:pt x="603" y="113"/>
                    </a:cubicBezTo>
                    <a:cubicBezTo>
                      <a:pt x="604" y="113"/>
                      <a:pt x="605" y="113"/>
                      <a:pt x="606" y="114"/>
                    </a:cubicBezTo>
                    <a:cubicBezTo>
                      <a:pt x="606" y="114"/>
                      <a:pt x="606" y="114"/>
                      <a:pt x="607" y="114"/>
                    </a:cubicBezTo>
                    <a:cubicBezTo>
                      <a:pt x="607" y="114"/>
                      <a:pt x="608" y="115"/>
                      <a:pt x="609" y="115"/>
                    </a:cubicBezTo>
                    <a:cubicBezTo>
                      <a:pt x="609" y="115"/>
                      <a:pt x="609" y="115"/>
                      <a:pt x="609" y="115"/>
                    </a:cubicBezTo>
                    <a:cubicBezTo>
                      <a:pt x="610" y="116"/>
                      <a:pt x="611" y="116"/>
                      <a:pt x="611" y="116"/>
                    </a:cubicBezTo>
                    <a:cubicBezTo>
                      <a:pt x="611" y="116"/>
                      <a:pt x="612" y="116"/>
                      <a:pt x="612" y="116"/>
                    </a:cubicBezTo>
                    <a:cubicBezTo>
                      <a:pt x="613" y="117"/>
                      <a:pt x="613" y="117"/>
                      <a:pt x="614" y="117"/>
                    </a:cubicBezTo>
                    <a:cubicBezTo>
                      <a:pt x="614" y="117"/>
                      <a:pt x="614" y="117"/>
                      <a:pt x="614" y="117"/>
                    </a:cubicBezTo>
                    <a:cubicBezTo>
                      <a:pt x="615" y="118"/>
                      <a:pt x="615" y="118"/>
                      <a:pt x="616" y="118"/>
                    </a:cubicBezTo>
                    <a:cubicBezTo>
                      <a:pt x="618" y="119"/>
                      <a:pt x="619" y="120"/>
                      <a:pt x="621" y="121"/>
                    </a:cubicBezTo>
                    <a:cubicBezTo>
                      <a:pt x="627" y="125"/>
                      <a:pt x="631" y="129"/>
                      <a:pt x="653" y="134"/>
                    </a:cubicBezTo>
                    <a:cubicBezTo>
                      <a:pt x="800" y="162"/>
                      <a:pt x="987" y="196"/>
                      <a:pt x="1021" y="203"/>
                    </a:cubicBezTo>
                    <a:cubicBezTo>
                      <a:pt x="1079" y="213"/>
                      <a:pt x="1125" y="221"/>
                      <a:pt x="1138" y="223"/>
                    </a:cubicBezTo>
                    <a:cubicBezTo>
                      <a:pt x="1137" y="224"/>
                      <a:pt x="1137" y="224"/>
                      <a:pt x="1137" y="224"/>
                    </a:cubicBezTo>
                    <a:cubicBezTo>
                      <a:pt x="1145" y="214"/>
                      <a:pt x="1145" y="214"/>
                      <a:pt x="1145" y="214"/>
                    </a:cubicBezTo>
                    <a:cubicBezTo>
                      <a:pt x="1145" y="214"/>
                      <a:pt x="1145" y="214"/>
                      <a:pt x="1145" y="214"/>
                    </a:cubicBezTo>
                    <a:lnTo>
                      <a:pt x="865" y="16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6" name="Freeform 599">
                <a:extLst>
                  <a:ext uri="{FF2B5EF4-FFF2-40B4-BE49-F238E27FC236}">
                    <a16:creationId xmlns:a16="http://schemas.microsoft.com/office/drawing/2014/main" id="{DB89C184-0E8C-42B1-B197-46334CB52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201"/>
                <a:ext cx="3039" cy="633"/>
              </a:xfrm>
              <a:custGeom>
                <a:avLst/>
                <a:gdLst>
                  <a:gd name="T0" fmla="*/ 21520 w 1142"/>
                  <a:gd name="T1" fmla="*/ 4874 h 223"/>
                  <a:gd name="T2" fmla="*/ 19261 w 1142"/>
                  <a:gd name="T3" fmla="*/ 4391 h 223"/>
                  <a:gd name="T4" fmla="*/ 19163 w 1142"/>
                  <a:gd name="T5" fmla="*/ 4369 h 223"/>
                  <a:gd name="T6" fmla="*/ 19070 w 1142"/>
                  <a:gd name="T7" fmla="*/ 4369 h 223"/>
                  <a:gd name="T8" fmla="*/ 18979 w 1142"/>
                  <a:gd name="T9" fmla="*/ 4317 h 223"/>
                  <a:gd name="T10" fmla="*/ 18843 w 1142"/>
                  <a:gd name="T11" fmla="*/ 4303 h 223"/>
                  <a:gd name="T12" fmla="*/ 18732 w 1142"/>
                  <a:gd name="T13" fmla="*/ 4278 h 223"/>
                  <a:gd name="T14" fmla="*/ 18583 w 1142"/>
                  <a:gd name="T15" fmla="*/ 4255 h 223"/>
                  <a:gd name="T16" fmla="*/ 18412 w 1142"/>
                  <a:gd name="T17" fmla="*/ 4207 h 223"/>
                  <a:gd name="T18" fmla="*/ 18207 w 1142"/>
                  <a:gd name="T19" fmla="*/ 4167 h 223"/>
                  <a:gd name="T20" fmla="*/ 18016 w 1142"/>
                  <a:gd name="T21" fmla="*/ 4119 h 223"/>
                  <a:gd name="T22" fmla="*/ 17790 w 1142"/>
                  <a:gd name="T23" fmla="*/ 4068 h 223"/>
                  <a:gd name="T24" fmla="*/ 14319 w 1142"/>
                  <a:gd name="T25" fmla="*/ 3296 h 223"/>
                  <a:gd name="T26" fmla="*/ 12909 w 1142"/>
                  <a:gd name="T27" fmla="*/ 2972 h 223"/>
                  <a:gd name="T28" fmla="*/ 11775 w 1142"/>
                  <a:gd name="T29" fmla="*/ 2538 h 223"/>
                  <a:gd name="T30" fmla="*/ 11650 w 1142"/>
                  <a:gd name="T31" fmla="*/ 2450 h 223"/>
                  <a:gd name="T32" fmla="*/ 11608 w 1142"/>
                  <a:gd name="T33" fmla="*/ 2424 h 223"/>
                  <a:gd name="T34" fmla="*/ 11549 w 1142"/>
                  <a:gd name="T35" fmla="*/ 2401 h 223"/>
                  <a:gd name="T36" fmla="*/ 11515 w 1142"/>
                  <a:gd name="T37" fmla="*/ 2376 h 223"/>
                  <a:gd name="T38" fmla="*/ 11437 w 1142"/>
                  <a:gd name="T39" fmla="*/ 2353 h 223"/>
                  <a:gd name="T40" fmla="*/ 11267 w 1142"/>
                  <a:gd name="T41" fmla="*/ 2240 h 223"/>
                  <a:gd name="T42" fmla="*/ 11211 w 1142"/>
                  <a:gd name="T43" fmla="*/ 2217 h 223"/>
                  <a:gd name="T44" fmla="*/ 11139 w 1142"/>
                  <a:gd name="T45" fmla="*/ 2174 h 223"/>
                  <a:gd name="T46" fmla="*/ 11041 w 1142"/>
                  <a:gd name="T47" fmla="*/ 2126 h 223"/>
                  <a:gd name="T48" fmla="*/ 10969 w 1142"/>
                  <a:gd name="T49" fmla="*/ 2078 h 223"/>
                  <a:gd name="T50" fmla="*/ 10871 w 1142"/>
                  <a:gd name="T51" fmla="*/ 2038 h 223"/>
                  <a:gd name="T52" fmla="*/ 10799 w 1142"/>
                  <a:gd name="T53" fmla="*/ 1990 h 223"/>
                  <a:gd name="T54" fmla="*/ 10708 w 1142"/>
                  <a:gd name="T55" fmla="*/ 1942 h 223"/>
                  <a:gd name="T56" fmla="*/ 9498 w 1142"/>
                  <a:gd name="T57" fmla="*/ 1371 h 223"/>
                  <a:gd name="T58" fmla="*/ 7260 w 1142"/>
                  <a:gd name="T59" fmla="*/ 1056 h 223"/>
                  <a:gd name="T60" fmla="*/ 7201 w 1142"/>
                  <a:gd name="T61" fmla="*/ 1073 h 223"/>
                  <a:gd name="T62" fmla="*/ 7158 w 1142"/>
                  <a:gd name="T63" fmla="*/ 1073 h 223"/>
                  <a:gd name="T64" fmla="*/ 7103 w 1142"/>
                  <a:gd name="T65" fmla="*/ 1096 h 223"/>
                  <a:gd name="T66" fmla="*/ 7047 w 1142"/>
                  <a:gd name="T67" fmla="*/ 1121 h 223"/>
                  <a:gd name="T68" fmla="*/ 6975 w 1142"/>
                  <a:gd name="T69" fmla="*/ 1121 h 223"/>
                  <a:gd name="T70" fmla="*/ 6919 w 1142"/>
                  <a:gd name="T71" fmla="*/ 1144 h 223"/>
                  <a:gd name="T72" fmla="*/ 6842 w 1142"/>
                  <a:gd name="T73" fmla="*/ 1169 h 223"/>
                  <a:gd name="T74" fmla="*/ 6762 w 1142"/>
                  <a:gd name="T75" fmla="*/ 1169 h 223"/>
                  <a:gd name="T76" fmla="*/ 6693 w 1142"/>
                  <a:gd name="T77" fmla="*/ 1192 h 223"/>
                  <a:gd name="T78" fmla="*/ 6613 w 1142"/>
                  <a:gd name="T79" fmla="*/ 1192 h 223"/>
                  <a:gd name="T80" fmla="*/ 6536 w 1142"/>
                  <a:gd name="T81" fmla="*/ 1209 h 223"/>
                  <a:gd name="T82" fmla="*/ 6480 w 1142"/>
                  <a:gd name="T83" fmla="*/ 1209 h 223"/>
                  <a:gd name="T84" fmla="*/ 6424 w 1142"/>
                  <a:gd name="T85" fmla="*/ 1209 h 223"/>
                  <a:gd name="T86" fmla="*/ 6365 w 1142"/>
                  <a:gd name="T87" fmla="*/ 1209 h 223"/>
                  <a:gd name="T88" fmla="*/ 6310 w 1142"/>
                  <a:gd name="T89" fmla="*/ 1209 h 223"/>
                  <a:gd name="T90" fmla="*/ 5990 w 1142"/>
                  <a:gd name="T91" fmla="*/ 1280 h 223"/>
                  <a:gd name="T92" fmla="*/ 5708 w 1142"/>
                  <a:gd name="T93" fmla="*/ 1306 h 223"/>
                  <a:gd name="T94" fmla="*/ 5652 w 1142"/>
                  <a:gd name="T95" fmla="*/ 1306 h 223"/>
                  <a:gd name="T96" fmla="*/ 5538 w 1142"/>
                  <a:gd name="T97" fmla="*/ 1280 h 223"/>
                  <a:gd name="T98" fmla="*/ 4899 w 1142"/>
                  <a:gd name="T99" fmla="*/ 1121 h 223"/>
                  <a:gd name="T100" fmla="*/ 452 w 1142"/>
                  <a:gd name="T101" fmla="*/ 88 h 223"/>
                  <a:gd name="T102" fmla="*/ 77 w 1142"/>
                  <a:gd name="T103" fmla="*/ 0 h 223"/>
                  <a:gd name="T104" fmla="*/ 56 w 1142"/>
                  <a:gd name="T105" fmla="*/ 0 h 223"/>
                  <a:gd name="T106" fmla="*/ 5410 w 1142"/>
                  <a:gd name="T107" fmla="*/ 1507 h 223"/>
                  <a:gd name="T108" fmla="*/ 10517 w 1142"/>
                  <a:gd name="T109" fmla="*/ 2765 h 223"/>
                  <a:gd name="T110" fmla="*/ 21387 w 1142"/>
                  <a:gd name="T111" fmla="*/ 5101 h 22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42" h="223">
                    <a:moveTo>
                      <a:pt x="1141" y="214"/>
                    </a:moveTo>
                    <a:cubicBezTo>
                      <a:pt x="1142" y="213"/>
                      <a:pt x="1142" y="213"/>
                      <a:pt x="1142" y="213"/>
                    </a:cubicBezTo>
                    <a:cubicBezTo>
                      <a:pt x="1129" y="211"/>
                      <a:pt x="1083" y="203"/>
                      <a:pt x="1025" y="193"/>
                    </a:cubicBezTo>
                    <a:cubicBezTo>
                      <a:pt x="1024" y="193"/>
                      <a:pt x="1023" y="193"/>
                      <a:pt x="1022" y="192"/>
                    </a:cubicBezTo>
                    <a:cubicBezTo>
                      <a:pt x="1021" y="192"/>
                      <a:pt x="1021" y="192"/>
                      <a:pt x="1020" y="192"/>
                    </a:cubicBezTo>
                    <a:cubicBezTo>
                      <a:pt x="1019" y="192"/>
                      <a:pt x="1018" y="192"/>
                      <a:pt x="1017" y="191"/>
                    </a:cubicBezTo>
                    <a:cubicBezTo>
                      <a:pt x="1017" y="191"/>
                      <a:pt x="1016" y="191"/>
                      <a:pt x="1015" y="191"/>
                    </a:cubicBezTo>
                    <a:cubicBezTo>
                      <a:pt x="1014" y="191"/>
                      <a:pt x="1013" y="191"/>
                      <a:pt x="1012" y="191"/>
                    </a:cubicBezTo>
                    <a:cubicBezTo>
                      <a:pt x="1011" y="190"/>
                      <a:pt x="1010" y="190"/>
                      <a:pt x="1009" y="190"/>
                    </a:cubicBezTo>
                    <a:cubicBezTo>
                      <a:pt x="1008" y="190"/>
                      <a:pt x="1007" y="190"/>
                      <a:pt x="1007" y="189"/>
                    </a:cubicBezTo>
                    <a:cubicBezTo>
                      <a:pt x="1005" y="189"/>
                      <a:pt x="1004" y="189"/>
                      <a:pt x="1003" y="189"/>
                    </a:cubicBezTo>
                    <a:cubicBezTo>
                      <a:pt x="1002" y="189"/>
                      <a:pt x="1001" y="188"/>
                      <a:pt x="1000" y="188"/>
                    </a:cubicBezTo>
                    <a:cubicBezTo>
                      <a:pt x="998" y="188"/>
                      <a:pt x="997" y="188"/>
                      <a:pt x="995" y="187"/>
                    </a:cubicBezTo>
                    <a:cubicBezTo>
                      <a:pt x="995" y="187"/>
                      <a:pt x="994" y="187"/>
                      <a:pt x="994" y="187"/>
                    </a:cubicBezTo>
                    <a:cubicBezTo>
                      <a:pt x="992" y="187"/>
                      <a:pt x="990" y="186"/>
                      <a:pt x="987" y="186"/>
                    </a:cubicBezTo>
                    <a:cubicBezTo>
                      <a:pt x="987" y="186"/>
                      <a:pt x="986" y="186"/>
                      <a:pt x="986" y="186"/>
                    </a:cubicBezTo>
                    <a:cubicBezTo>
                      <a:pt x="984" y="185"/>
                      <a:pt x="982" y="185"/>
                      <a:pt x="980" y="184"/>
                    </a:cubicBezTo>
                    <a:cubicBezTo>
                      <a:pt x="979" y="184"/>
                      <a:pt x="978" y="184"/>
                      <a:pt x="977" y="184"/>
                    </a:cubicBezTo>
                    <a:cubicBezTo>
                      <a:pt x="975" y="184"/>
                      <a:pt x="974" y="183"/>
                      <a:pt x="972" y="183"/>
                    </a:cubicBezTo>
                    <a:cubicBezTo>
                      <a:pt x="970" y="183"/>
                      <a:pt x="968" y="182"/>
                      <a:pt x="966" y="182"/>
                    </a:cubicBezTo>
                    <a:cubicBezTo>
                      <a:pt x="965" y="182"/>
                      <a:pt x="964" y="182"/>
                      <a:pt x="963" y="181"/>
                    </a:cubicBezTo>
                    <a:cubicBezTo>
                      <a:pt x="961" y="181"/>
                      <a:pt x="959" y="180"/>
                      <a:pt x="956" y="180"/>
                    </a:cubicBezTo>
                    <a:cubicBezTo>
                      <a:pt x="955" y="180"/>
                      <a:pt x="954" y="180"/>
                      <a:pt x="953" y="179"/>
                    </a:cubicBezTo>
                    <a:cubicBezTo>
                      <a:pt x="950" y="179"/>
                      <a:pt x="947" y="178"/>
                      <a:pt x="944" y="178"/>
                    </a:cubicBezTo>
                    <a:cubicBezTo>
                      <a:pt x="944" y="178"/>
                      <a:pt x="944" y="178"/>
                      <a:pt x="944" y="178"/>
                    </a:cubicBezTo>
                    <a:cubicBezTo>
                      <a:pt x="894" y="168"/>
                      <a:pt x="827" y="156"/>
                      <a:pt x="760" y="144"/>
                    </a:cubicBezTo>
                    <a:cubicBezTo>
                      <a:pt x="735" y="139"/>
                      <a:pt x="710" y="134"/>
                      <a:pt x="685" y="130"/>
                    </a:cubicBezTo>
                    <a:cubicBezTo>
                      <a:pt x="685" y="130"/>
                      <a:pt x="685" y="130"/>
                      <a:pt x="685" y="130"/>
                    </a:cubicBezTo>
                    <a:cubicBezTo>
                      <a:pt x="676" y="128"/>
                      <a:pt x="666" y="126"/>
                      <a:pt x="657" y="124"/>
                    </a:cubicBezTo>
                    <a:cubicBezTo>
                      <a:pt x="635" y="119"/>
                      <a:pt x="631" y="115"/>
                      <a:pt x="625" y="111"/>
                    </a:cubicBezTo>
                    <a:cubicBezTo>
                      <a:pt x="623" y="110"/>
                      <a:pt x="622" y="109"/>
                      <a:pt x="620" y="108"/>
                    </a:cubicBezTo>
                    <a:cubicBezTo>
                      <a:pt x="619" y="108"/>
                      <a:pt x="619" y="108"/>
                      <a:pt x="618" y="107"/>
                    </a:cubicBezTo>
                    <a:cubicBezTo>
                      <a:pt x="618" y="107"/>
                      <a:pt x="618" y="107"/>
                      <a:pt x="618" y="107"/>
                    </a:cubicBezTo>
                    <a:cubicBezTo>
                      <a:pt x="617" y="107"/>
                      <a:pt x="617" y="107"/>
                      <a:pt x="616" y="106"/>
                    </a:cubicBezTo>
                    <a:cubicBezTo>
                      <a:pt x="616" y="106"/>
                      <a:pt x="615" y="106"/>
                      <a:pt x="615" y="106"/>
                    </a:cubicBezTo>
                    <a:cubicBezTo>
                      <a:pt x="615" y="106"/>
                      <a:pt x="614" y="106"/>
                      <a:pt x="613" y="105"/>
                    </a:cubicBezTo>
                    <a:cubicBezTo>
                      <a:pt x="613" y="105"/>
                      <a:pt x="613" y="105"/>
                      <a:pt x="613" y="105"/>
                    </a:cubicBezTo>
                    <a:cubicBezTo>
                      <a:pt x="612" y="105"/>
                      <a:pt x="611" y="104"/>
                      <a:pt x="611" y="104"/>
                    </a:cubicBezTo>
                    <a:cubicBezTo>
                      <a:pt x="610" y="104"/>
                      <a:pt x="610" y="104"/>
                      <a:pt x="610" y="104"/>
                    </a:cubicBezTo>
                    <a:cubicBezTo>
                      <a:pt x="609" y="103"/>
                      <a:pt x="608" y="103"/>
                      <a:pt x="607" y="103"/>
                    </a:cubicBezTo>
                    <a:cubicBezTo>
                      <a:pt x="607" y="103"/>
                      <a:pt x="607" y="103"/>
                      <a:pt x="607" y="102"/>
                    </a:cubicBezTo>
                    <a:cubicBezTo>
                      <a:pt x="604" y="101"/>
                      <a:pt x="601" y="100"/>
                      <a:pt x="598" y="98"/>
                    </a:cubicBezTo>
                    <a:cubicBezTo>
                      <a:pt x="598" y="98"/>
                      <a:pt x="598" y="98"/>
                      <a:pt x="597" y="98"/>
                    </a:cubicBezTo>
                    <a:cubicBezTo>
                      <a:pt x="596" y="98"/>
                      <a:pt x="596" y="97"/>
                      <a:pt x="595" y="97"/>
                    </a:cubicBezTo>
                    <a:cubicBezTo>
                      <a:pt x="594" y="97"/>
                      <a:pt x="594" y="96"/>
                      <a:pt x="593" y="96"/>
                    </a:cubicBezTo>
                    <a:cubicBezTo>
                      <a:pt x="592" y="96"/>
                      <a:pt x="591" y="95"/>
                      <a:pt x="591" y="95"/>
                    </a:cubicBezTo>
                    <a:cubicBezTo>
                      <a:pt x="590" y="95"/>
                      <a:pt x="589" y="94"/>
                      <a:pt x="589" y="94"/>
                    </a:cubicBezTo>
                    <a:cubicBezTo>
                      <a:pt x="588" y="94"/>
                      <a:pt x="587" y="93"/>
                      <a:pt x="586" y="93"/>
                    </a:cubicBezTo>
                    <a:cubicBezTo>
                      <a:pt x="586" y="93"/>
                      <a:pt x="585" y="92"/>
                      <a:pt x="584" y="92"/>
                    </a:cubicBezTo>
                    <a:cubicBezTo>
                      <a:pt x="583" y="92"/>
                      <a:pt x="583" y="91"/>
                      <a:pt x="582" y="91"/>
                    </a:cubicBezTo>
                    <a:cubicBezTo>
                      <a:pt x="581" y="91"/>
                      <a:pt x="580" y="90"/>
                      <a:pt x="580" y="90"/>
                    </a:cubicBezTo>
                    <a:cubicBezTo>
                      <a:pt x="579" y="90"/>
                      <a:pt x="578" y="89"/>
                      <a:pt x="577" y="89"/>
                    </a:cubicBezTo>
                    <a:cubicBezTo>
                      <a:pt x="577" y="89"/>
                      <a:pt x="576" y="88"/>
                      <a:pt x="575" y="88"/>
                    </a:cubicBezTo>
                    <a:cubicBezTo>
                      <a:pt x="574" y="88"/>
                      <a:pt x="574" y="88"/>
                      <a:pt x="573" y="87"/>
                    </a:cubicBezTo>
                    <a:cubicBezTo>
                      <a:pt x="572" y="87"/>
                      <a:pt x="571" y="86"/>
                      <a:pt x="570" y="86"/>
                    </a:cubicBezTo>
                    <a:cubicBezTo>
                      <a:pt x="569" y="86"/>
                      <a:pt x="569" y="86"/>
                      <a:pt x="568" y="85"/>
                    </a:cubicBezTo>
                    <a:cubicBezTo>
                      <a:pt x="567" y="85"/>
                      <a:pt x="565" y="84"/>
                      <a:pt x="564" y="84"/>
                    </a:cubicBezTo>
                    <a:cubicBezTo>
                      <a:pt x="538" y="74"/>
                      <a:pt x="534" y="70"/>
                      <a:pt x="504" y="60"/>
                    </a:cubicBezTo>
                    <a:cubicBezTo>
                      <a:pt x="474" y="50"/>
                      <a:pt x="460" y="40"/>
                      <a:pt x="426" y="42"/>
                    </a:cubicBezTo>
                    <a:cubicBezTo>
                      <a:pt x="409" y="43"/>
                      <a:pt x="397" y="43"/>
                      <a:pt x="385" y="46"/>
                    </a:cubicBezTo>
                    <a:cubicBezTo>
                      <a:pt x="384" y="46"/>
                      <a:pt x="384" y="47"/>
                      <a:pt x="383" y="47"/>
                    </a:cubicBezTo>
                    <a:cubicBezTo>
                      <a:pt x="383" y="47"/>
                      <a:pt x="382" y="47"/>
                      <a:pt x="382" y="47"/>
                    </a:cubicBezTo>
                    <a:cubicBezTo>
                      <a:pt x="382" y="47"/>
                      <a:pt x="381" y="47"/>
                      <a:pt x="381" y="47"/>
                    </a:cubicBezTo>
                    <a:cubicBezTo>
                      <a:pt x="380" y="47"/>
                      <a:pt x="380" y="47"/>
                      <a:pt x="380" y="47"/>
                    </a:cubicBezTo>
                    <a:cubicBezTo>
                      <a:pt x="379" y="48"/>
                      <a:pt x="379" y="48"/>
                      <a:pt x="378" y="48"/>
                    </a:cubicBezTo>
                    <a:cubicBezTo>
                      <a:pt x="378" y="48"/>
                      <a:pt x="377" y="48"/>
                      <a:pt x="377" y="48"/>
                    </a:cubicBezTo>
                    <a:cubicBezTo>
                      <a:pt x="376" y="48"/>
                      <a:pt x="376" y="48"/>
                      <a:pt x="375" y="48"/>
                    </a:cubicBezTo>
                    <a:cubicBezTo>
                      <a:pt x="375" y="48"/>
                      <a:pt x="374" y="49"/>
                      <a:pt x="374" y="49"/>
                    </a:cubicBezTo>
                    <a:cubicBezTo>
                      <a:pt x="373" y="49"/>
                      <a:pt x="372" y="49"/>
                      <a:pt x="372" y="49"/>
                    </a:cubicBezTo>
                    <a:cubicBezTo>
                      <a:pt x="371" y="49"/>
                      <a:pt x="371" y="49"/>
                      <a:pt x="370" y="49"/>
                    </a:cubicBezTo>
                    <a:cubicBezTo>
                      <a:pt x="370" y="49"/>
                      <a:pt x="369" y="50"/>
                      <a:pt x="368" y="50"/>
                    </a:cubicBezTo>
                    <a:cubicBezTo>
                      <a:pt x="368" y="50"/>
                      <a:pt x="367" y="50"/>
                      <a:pt x="367" y="50"/>
                    </a:cubicBezTo>
                    <a:cubicBezTo>
                      <a:pt x="366" y="50"/>
                      <a:pt x="365" y="50"/>
                      <a:pt x="365" y="50"/>
                    </a:cubicBezTo>
                    <a:cubicBezTo>
                      <a:pt x="364" y="50"/>
                      <a:pt x="363" y="51"/>
                      <a:pt x="363" y="51"/>
                    </a:cubicBezTo>
                    <a:cubicBezTo>
                      <a:pt x="362" y="51"/>
                      <a:pt x="361" y="51"/>
                      <a:pt x="361" y="51"/>
                    </a:cubicBezTo>
                    <a:cubicBezTo>
                      <a:pt x="360" y="51"/>
                      <a:pt x="360" y="51"/>
                      <a:pt x="359" y="51"/>
                    </a:cubicBezTo>
                    <a:cubicBezTo>
                      <a:pt x="358" y="51"/>
                      <a:pt x="357" y="51"/>
                      <a:pt x="357" y="52"/>
                    </a:cubicBezTo>
                    <a:cubicBezTo>
                      <a:pt x="356" y="52"/>
                      <a:pt x="356" y="52"/>
                      <a:pt x="355" y="52"/>
                    </a:cubicBezTo>
                    <a:cubicBezTo>
                      <a:pt x="354" y="52"/>
                      <a:pt x="353" y="52"/>
                      <a:pt x="352" y="52"/>
                    </a:cubicBezTo>
                    <a:cubicBezTo>
                      <a:pt x="352" y="52"/>
                      <a:pt x="351" y="52"/>
                      <a:pt x="351" y="52"/>
                    </a:cubicBezTo>
                    <a:cubicBezTo>
                      <a:pt x="350" y="52"/>
                      <a:pt x="349" y="53"/>
                      <a:pt x="348" y="53"/>
                    </a:cubicBezTo>
                    <a:cubicBezTo>
                      <a:pt x="348" y="53"/>
                      <a:pt x="347" y="53"/>
                      <a:pt x="347" y="53"/>
                    </a:cubicBezTo>
                    <a:cubicBezTo>
                      <a:pt x="346" y="53"/>
                      <a:pt x="346" y="53"/>
                      <a:pt x="345" y="53"/>
                    </a:cubicBezTo>
                    <a:cubicBezTo>
                      <a:pt x="345" y="53"/>
                      <a:pt x="344" y="53"/>
                      <a:pt x="344" y="53"/>
                    </a:cubicBezTo>
                    <a:cubicBezTo>
                      <a:pt x="343" y="53"/>
                      <a:pt x="342" y="53"/>
                      <a:pt x="342" y="53"/>
                    </a:cubicBezTo>
                    <a:cubicBezTo>
                      <a:pt x="342" y="53"/>
                      <a:pt x="341" y="53"/>
                      <a:pt x="341" y="53"/>
                    </a:cubicBezTo>
                    <a:cubicBezTo>
                      <a:pt x="340" y="53"/>
                      <a:pt x="340" y="53"/>
                      <a:pt x="339" y="53"/>
                    </a:cubicBezTo>
                    <a:cubicBezTo>
                      <a:pt x="339" y="53"/>
                      <a:pt x="339" y="53"/>
                      <a:pt x="338" y="53"/>
                    </a:cubicBezTo>
                    <a:cubicBezTo>
                      <a:pt x="337" y="53"/>
                      <a:pt x="336" y="53"/>
                      <a:pt x="335" y="53"/>
                    </a:cubicBezTo>
                    <a:cubicBezTo>
                      <a:pt x="335" y="53"/>
                      <a:pt x="335" y="53"/>
                      <a:pt x="335" y="53"/>
                    </a:cubicBezTo>
                    <a:cubicBezTo>
                      <a:pt x="335" y="53"/>
                      <a:pt x="336" y="54"/>
                      <a:pt x="337" y="54"/>
                    </a:cubicBezTo>
                    <a:cubicBezTo>
                      <a:pt x="330" y="54"/>
                      <a:pt x="323" y="55"/>
                      <a:pt x="318" y="56"/>
                    </a:cubicBezTo>
                    <a:cubicBezTo>
                      <a:pt x="314" y="56"/>
                      <a:pt x="311" y="56"/>
                      <a:pt x="308" y="56"/>
                    </a:cubicBezTo>
                    <a:cubicBezTo>
                      <a:pt x="306" y="57"/>
                      <a:pt x="305" y="57"/>
                      <a:pt x="303" y="57"/>
                    </a:cubicBezTo>
                    <a:cubicBezTo>
                      <a:pt x="303" y="57"/>
                      <a:pt x="301" y="57"/>
                      <a:pt x="300" y="57"/>
                    </a:cubicBezTo>
                    <a:cubicBezTo>
                      <a:pt x="300" y="57"/>
                      <a:pt x="300" y="57"/>
                      <a:pt x="300" y="57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60" y="50"/>
                      <a:pt x="260" y="50"/>
                      <a:pt x="260" y="50"/>
                    </a:cubicBezTo>
                    <a:cubicBezTo>
                      <a:pt x="260" y="49"/>
                      <a:pt x="260" y="49"/>
                      <a:pt x="260" y="49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87" y="17"/>
                      <a:pt x="47" y="9"/>
                      <a:pt x="24" y="4"/>
                    </a:cubicBezTo>
                    <a:cubicBezTo>
                      <a:pt x="14" y="2"/>
                      <a:pt x="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9" y="13"/>
                      <a:pt x="287" y="66"/>
                      <a:pt x="287" y="66"/>
                    </a:cubicBezTo>
                    <a:cubicBezTo>
                      <a:pt x="354" y="79"/>
                      <a:pt x="423" y="99"/>
                      <a:pt x="479" y="110"/>
                    </a:cubicBezTo>
                    <a:cubicBezTo>
                      <a:pt x="502" y="114"/>
                      <a:pt x="538" y="117"/>
                      <a:pt x="558" y="121"/>
                    </a:cubicBezTo>
                    <a:cubicBezTo>
                      <a:pt x="654" y="139"/>
                      <a:pt x="854" y="175"/>
                      <a:pt x="938" y="190"/>
                    </a:cubicBezTo>
                    <a:cubicBezTo>
                      <a:pt x="1026" y="205"/>
                      <a:pt x="1110" y="219"/>
                      <a:pt x="1135" y="223"/>
                    </a:cubicBezTo>
                    <a:cubicBezTo>
                      <a:pt x="1141" y="214"/>
                      <a:pt x="1141" y="214"/>
                      <a:pt x="1141" y="214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7" name="Freeform 600">
                <a:extLst>
                  <a:ext uri="{FF2B5EF4-FFF2-40B4-BE49-F238E27FC236}">
                    <a16:creationId xmlns:a16="http://schemas.microsoft.com/office/drawing/2014/main" id="{B2C5A823-1F70-49BC-B2E9-D5EC57B65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201"/>
                <a:ext cx="3039" cy="633"/>
              </a:xfrm>
              <a:custGeom>
                <a:avLst/>
                <a:gdLst>
                  <a:gd name="T0" fmla="*/ 21520 w 1142"/>
                  <a:gd name="T1" fmla="*/ 4874 h 223"/>
                  <a:gd name="T2" fmla="*/ 19261 w 1142"/>
                  <a:gd name="T3" fmla="*/ 4391 h 223"/>
                  <a:gd name="T4" fmla="*/ 19163 w 1142"/>
                  <a:gd name="T5" fmla="*/ 4369 h 223"/>
                  <a:gd name="T6" fmla="*/ 19070 w 1142"/>
                  <a:gd name="T7" fmla="*/ 4369 h 223"/>
                  <a:gd name="T8" fmla="*/ 18979 w 1142"/>
                  <a:gd name="T9" fmla="*/ 4317 h 223"/>
                  <a:gd name="T10" fmla="*/ 18843 w 1142"/>
                  <a:gd name="T11" fmla="*/ 4303 h 223"/>
                  <a:gd name="T12" fmla="*/ 18732 w 1142"/>
                  <a:gd name="T13" fmla="*/ 4278 h 223"/>
                  <a:gd name="T14" fmla="*/ 18583 w 1142"/>
                  <a:gd name="T15" fmla="*/ 4255 h 223"/>
                  <a:gd name="T16" fmla="*/ 18412 w 1142"/>
                  <a:gd name="T17" fmla="*/ 4207 h 223"/>
                  <a:gd name="T18" fmla="*/ 18207 w 1142"/>
                  <a:gd name="T19" fmla="*/ 4167 h 223"/>
                  <a:gd name="T20" fmla="*/ 18016 w 1142"/>
                  <a:gd name="T21" fmla="*/ 4119 h 223"/>
                  <a:gd name="T22" fmla="*/ 17790 w 1142"/>
                  <a:gd name="T23" fmla="*/ 4068 h 223"/>
                  <a:gd name="T24" fmla="*/ 14319 w 1142"/>
                  <a:gd name="T25" fmla="*/ 3296 h 223"/>
                  <a:gd name="T26" fmla="*/ 12909 w 1142"/>
                  <a:gd name="T27" fmla="*/ 2972 h 223"/>
                  <a:gd name="T28" fmla="*/ 11775 w 1142"/>
                  <a:gd name="T29" fmla="*/ 2538 h 223"/>
                  <a:gd name="T30" fmla="*/ 11650 w 1142"/>
                  <a:gd name="T31" fmla="*/ 2450 h 223"/>
                  <a:gd name="T32" fmla="*/ 11608 w 1142"/>
                  <a:gd name="T33" fmla="*/ 2424 h 223"/>
                  <a:gd name="T34" fmla="*/ 11549 w 1142"/>
                  <a:gd name="T35" fmla="*/ 2401 h 223"/>
                  <a:gd name="T36" fmla="*/ 11515 w 1142"/>
                  <a:gd name="T37" fmla="*/ 2376 h 223"/>
                  <a:gd name="T38" fmla="*/ 11437 w 1142"/>
                  <a:gd name="T39" fmla="*/ 2353 h 223"/>
                  <a:gd name="T40" fmla="*/ 11267 w 1142"/>
                  <a:gd name="T41" fmla="*/ 2240 h 223"/>
                  <a:gd name="T42" fmla="*/ 11211 w 1142"/>
                  <a:gd name="T43" fmla="*/ 2217 h 223"/>
                  <a:gd name="T44" fmla="*/ 11139 w 1142"/>
                  <a:gd name="T45" fmla="*/ 2174 h 223"/>
                  <a:gd name="T46" fmla="*/ 11041 w 1142"/>
                  <a:gd name="T47" fmla="*/ 2126 h 223"/>
                  <a:gd name="T48" fmla="*/ 10969 w 1142"/>
                  <a:gd name="T49" fmla="*/ 2078 h 223"/>
                  <a:gd name="T50" fmla="*/ 10871 w 1142"/>
                  <a:gd name="T51" fmla="*/ 2038 h 223"/>
                  <a:gd name="T52" fmla="*/ 10799 w 1142"/>
                  <a:gd name="T53" fmla="*/ 1990 h 223"/>
                  <a:gd name="T54" fmla="*/ 10708 w 1142"/>
                  <a:gd name="T55" fmla="*/ 1942 h 223"/>
                  <a:gd name="T56" fmla="*/ 9498 w 1142"/>
                  <a:gd name="T57" fmla="*/ 1371 h 223"/>
                  <a:gd name="T58" fmla="*/ 7260 w 1142"/>
                  <a:gd name="T59" fmla="*/ 1056 h 223"/>
                  <a:gd name="T60" fmla="*/ 7201 w 1142"/>
                  <a:gd name="T61" fmla="*/ 1073 h 223"/>
                  <a:gd name="T62" fmla="*/ 7158 w 1142"/>
                  <a:gd name="T63" fmla="*/ 1073 h 223"/>
                  <a:gd name="T64" fmla="*/ 7103 w 1142"/>
                  <a:gd name="T65" fmla="*/ 1096 h 223"/>
                  <a:gd name="T66" fmla="*/ 7047 w 1142"/>
                  <a:gd name="T67" fmla="*/ 1121 h 223"/>
                  <a:gd name="T68" fmla="*/ 6975 w 1142"/>
                  <a:gd name="T69" fmla="*/ 1121 h 223"/>
                  <a:gd name="T70" fmla="*/ 6919 w 1142"/>
                  <a:gd name="T71" fmla="*/ 1144 h 223"/>
                  <a:gd name="T72" fmla="*/ 6842 w 1142"/>
                  <a:gd name="T73" fmla="*/ 1169 h 223"/>
                  <a:gd name="T74" fmla="*/ 6762 w 1142"/>
                  <a:gd name="T75" fmla="*/ 1169 h 223"/>
                  <a:gd name="T76" fmla="*/ 6693 w 1142"/>
                  <a:gd name="T77" fmla="*/ 1192 h 223"/>
                  <a:gd name="T78" fmla="*/ 6613 w 1142"/>
                  <a:gd name="T79" fmla="*/ 1192 h 223"/>
                  <a:gd name="T80" fmla="*/ 6536 w 1142"/>
                  <a:gd name="T81" fmla="*/ 1209 h 223"/>
                  <a:gd name="T82" fmla="*/ 6480 w 1142"/>
                  <a:gd name="T83" fmla="*/ 1209 h 223"/>
                  <a:gd name="T84" fmla="*/ 6424 w 1142"/>
                  <a:gd name="T85" fmla="*/ 1209 h 223"/>
                  <a:gd name="T86" fmla="*/ 6365 w 1142"/>
                  <a:gd name="T87" fmla="*/ 1209 h 223"/>
                  <a:gd name="T88" fmla="*/ 6310 w 1142"/>
                  <a:gd name="T89" fmla="*/ 1209 h 223"/>
                  <a:gd name="T90" fmla="*/ 5990 w 1142"/>
                  <a:gd name="T91" fmla="*/ 1280 h 223"/>
                  <a:gd name="T92" fmla="*/ 5708 w 1142"/>
                  <a:gd name="T93" fmla="*/ 1306 h 223"/>
                  <a:gd name="T94" fmla="*/ 5652 w 1142"/>
                  <a:gd name="T95" fmla="*/ 1306 h 223"/>
                  <a:gd name="T96" fmla="*/ 5538 w 1142"/>
                  <a:gd name="T97" fmla="*/ 1280 h 223"/>
                  <a:gd name="T98" fmla="*/ 4899 w 1142"/>
                  <a:gd name="T99" fmla="*/ 1121 h 223"/>
                  <a:gd name="T100" fmla="*/ 452 w 1142"/>
                  <a:gd name="T101" fmla="*/ 88 h 223"/>
                  <a:gd name="T102" fmla="*/ 77 w 1142"/>
                  <a:gd name="T103" fmla="*/ 0 h 223"/>
                  <a:gd name="T104" fmla="*/ 56 w 1142"/>
                  <a:gd name="T105" fmla="*/ 0 h 223"/>
                  <a:gd name="T106" fmla="*/ 5410 w 1142"/>
                  <a:gd name="T107" fmla="*/ 1507 h 223"/>
                  <a:gd name="T108" fmla="*/ 10517 w 1142"/>
                  <a:gd name="T109" fmla="*/ 2765 h 223"/>
                  <a:gd name="T110" fmla="*/ 21387 w 1142"/>
                  <a:gd name="T111" fmla="*/ 5101 h 22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42" h="223">
                    <a:moveTo>
                      <a:pt x="1141" y="214"/>
                    </a:moveTo>
                    <a:cubicBezTo>
                      <a:pt x="1142" y="213"/>
                      <a:pt x="1142" y="213"/>
                      <a:pt x="1142" y="213"/>
                    </a:cubicBezTo>
                    <a:cubicBezTo>
                      <a:pt x="1129" y="211"/>
                      <a:pt x="1083" y="203"/>
                      <a:pt x="1025" y="193"/>
                    </a:cubicBezTo>
                    <a:cubicBezTo>
                      <a:pt x="1024" y="193"/>
                      <a:pt x="1023" y="193"/>
                      <a:pt x="1022" y="192"/>
                    </a:cubicBezTo>
                    <a:cubicBezTo>
                      <a:pt x="1021" y="192"/>
                      <a:pt x="1021" y="192"/>
                      <a:pt x="1020" y="192"/>
                    </a:cubicBezTo>
                    <a:cubicBezTo>
                      <a:pt x="1019" y="192"/>
                      <a:pt x="1018" y="192"/>
                      <a:pt x="1017" y="191"/>
                    </a:cubicBezTo>
                    <a:cubicBezTo>
                      <a:pt x="1017" y="191"/>
                      <a:pt x="1016" y="191"/>
                      <a:pt x="1015" y="191"/>
                    </a:cubicBezTo>
                    <a:cubicBezTo>
                      <a:pt x="1014" y="191"/>
                      <a:pt x="1013" y="191"/>
                      <a:pt x="1012" y="191"/>
                    </a:cubicBezTo>
                    <a:cubicBezTo>
                      <a:pt x="1011" y="190"/>
                      <a:pt x="1010" y="190"/>
                      <a:pt x="1009" y="190"/>
                    </a:cubicBezTo>
                    <a:cubicBezTo>
                      <a:pt x="1008" y="190"/>
                      <a:pt x="1007" y="190"/>
                      <a:pt x="1007" y="189"/>
                    </a:cubicBezTo>
                    <a:cubicBezTo>
                      <a:pt x="1005" y="189"/>
                      <a:pt x="1004" y="189"/>
                      <a:pt x="1003" y="189"/>
                    </a:cubicBezTo>
                    <a:cubicBezTo>
                      <a:pt x="1002" y="189"/>
                      <a:pt x="1001" y="188"/>
                      <a:pt x="1000" y="188"/>
                    </a:cubicBezTo>
                    <a:cubicBezTo>
                      <a:pt x="998" y="188"/>
                      <a:pt x="997" y="188"/>
                      <a:pt x="995" y="187"/>
                    </a:cubicBezTo>
                    <a:cubicBezTo>
                      <a:pt x="995" y="187"/>
                      <a:pt x="994" y="187"/>
                      <a:pt x="994" y="187"/>
                    </a:cubicBezTo>
                    <a:cubicBezTo>
                      <a:pt x="992" y="187"/>
                      <a:pt x="990" y="186"/>
                      <a:pt x="987" y="186"/>
                    </a:cubicBezTo>
                    <a:cubicBezTo>
                      <a:pt x="987" y="186"/>
                      <a:pt x="986" y="186"/>
                      <a:pt x="986" y="186"/>
                    </a:cubicBezTo>
                    <a:cubicBezTo>
                      <a:pt x="984" y="185"/>
                      <a:pt x="982" y="185"/>
                      <a:pt x="980" y="184"/>
                    </a:cubicBezTo>
                    <a:cubicBezTo>
                      <a:pt x="979" y="184"/>
                      <a:pt x="978" y="184"/>
                      <a:pt x="977" y="184"/>
                    </a:cubicBezTo>
                    <a:cubicBezTo>
                      <a:pt x="975" y="184"/>
                      <a:pt x="974" y="183"/>
                      <a:pt x="972" y="183"/>
                    </a:cubicBezTo>
                    <a:cubicBezTo>
                      <a:pt x="970" y="183"/>
                      <a:pt x="968" y="182"/>
                      <a:pt x="966" y="182"/>
                    </a:cubicBezTo>
                    <a:cubicBezTo>
                      <a:pt x="965" y="182"/>
                      <a:pt x="964" y="182"/>
                      <a:pt x="963" y="181"/>
                    </a:cubicBezTo>
                    <a:cubicBezTo>
                      <a:pt x="961" y="181"/>
                      <a:pt x="959" y="180"/>
                      <a:pt x="956" y="180"/>
                    </a:cubicBezTo>
                    <a:cubicBezTo>
                      <a:pt x="955" y="180"/>
                      <a:pt x="954" y="180"/>
                      <a:pt x="953" y="179"/>
                    </a:cubicBezTo>
                    <a:cubicBezTo>
                      <a:pt x="950" y="179"/>
                      <a:pt x="947" y="178"/>
                      <a:pt x="944" y="178"/>
                    </a:cubicBezTo>
                    <a:cubicBezTo>
                      <a:pt x="944" y="178"/>
                      <a:pt x="944" y="178"/>
                      <a:pt x="944" y="178"/>
                    </a:cubicBezTo>
                    <a:cubicBezTo>
                      <a:pt x="894" y="168"/>
                      <a:pt x="827" y="156"/>
                      <a:pt x="760" y="144"/>
                    </a:cubicBezTo>
                    <a:cubicBezTo>
                      <a:pt x="735" y="139"/>
                      <a:pt x="710" y="134"/>
                      <a:pt x="685" y="130"/>
                    </a:cubicBezTo>
                    <a:cubicBezTo>
                      <a:pt x="685" y="130"/>
                      <a:pt x="685" y="130"/>
                      <a:pt x="685" y="130"/>
                    </a:cubicBezTo>
                    <a:cubicBezTo>
                      <a:pt x="676" y="128"/>
                      <a:pt x="666" y="126"/>
                      <a:pt x="657" y="124"/>
                    </a:cubicBezTo>
                    <a:cubicBezTo>
                      <a:pt x="635" y="119"/>
                      <a:pt x="631" y="115"/>
                      <a:pt x="625" y="111"/>
                    </a:cubicBezTo>
                    <a:cubicBezTo>
                      <a:pt x="623" y="110"/>
                      <a:pt x="622" y="109"/>
                      <a:pt x="620" y="108"/>
                    </a:cubicBezTo>
                    <a:cubicBezTo>
                      <a:pt x="619" y="108"/>
                      <a:pt x="619" y="108"/>
                      <a:pt x="618" y="107"/>
                    </a:cubicBezTo>
                    <a:cubicBezTo>
                      <a:pt x="618" y="107"/>
                      <a:pt x="618" y="107"/>
                      <a:pt x="618" y="107"/>
                    </a:cubicBezTo>
                    <a:cubicBezTo>
                      <a:pt x="617" y="107"/>
                      <a:pt x="617" y="107"/>
                      <a:pt x="616" y="106"/>
                    </a:cubicBezTo>
                    <a:cubicBezTo>
                      <a:pt x="616" y="106"/>
                      <a:pt x="615" y="106"/>
                      <a:pt x="615" y="106"/>
                    </a:cubicBezTo>
                    <a:cubicBezTo>
                      <a:pt x="615" y="106"/>
                      <a:pt x="614" y="106"/>
                      <a:pt x="613" y="105"/>
                    </a:cubicBezTo>
                    <a:cubicBezTo>
                      <a:pt x="613" y="105"/>
                      <a:pt x="613" y="105"/>
                      <a:pt x="613" y="105"/>
                    </a:cubicBezTo>
                    <a:cubicBezTo>
                      <a:pt x="612" y="105"/>
                      <a:pt x="611" y="104"/>
                      <a:pt x="611" y="104"/>
                    </a:cubicBezTo>
                    <a:cubicBezTo>
                      <a:pt x="610" y="104"/>
                      <a:pt x="610" y="104"/>
                      <a:pt x="610" y="104"/>
                    </a:cubicBezTo>
                    <a:cubicBezTo>
                      <a:pt x="609" y="103"/>
                      <a:pt x="608" y="103"/>
                      <a:pt x="607" y="103"/>
                    </a:cubicBezTo>
                    <a:cubicBezTo>
                      <a:pt x="607" y="103"/>
                      <a:pt x="607" y="103"/>
                      <a:pt x="607" y="102"/>
                    </a:cubicBezTo>
                    <a:cubicBezTo>
                      <a:pt x="604" y="101"/>
                      <a:pt x="601" y="100"/>
                      <a:pt x="598" y="98"/>
                    </a:cubicBezTo>
                    <a:cubicBezTo>
                      <a:pt x="598" y="98"/>
                      <a:pt x="598" y="98"/>
                      <a:pt x="597" y="98"/>
                    </a:cubicBezTo>
                    <a:cubicBezTo>
                      <a:pt x="596" y="98"/>
                      <a:pt x="596" y="97"/>
                      <a:pt x="595" y="97"/>
                    </a:cubicBezTo>
                    <a:cubicBezTo>
                      <a:pt x="594" y="97"/>
                      <a:pt x="594" y="96"/>
                      <a:pt x="593" y="96"/>
                    </a:cubicBezTo>
                    <a:cubicBezTo>
                      <a:pt x="592" y="96"/>
                      <a:pt x="591" y="95"/>
                      <a:pt x="591" y="95"/>
                    </a:cubicBezTo>
                    <a:cubicBezTo>
                      <a:pt x="590" y="95"/>
                      <a:pt x="589" y="94"/>
                      <a:pt x="589" y="94"/>
                    </a:cubicBezTo>
                    <a:cubicBezTo>
                      <a:pt x="588" y="94"/>
                      <a:pt x="587" y="93"/>
                      <a:pt x="586" y="93"/>
                    </a:cubicBezTo>
                    <a:cubicBezTo>
                      <a:pt x="586" y="93"/>
                      <a:pt x="585" y="92"/>
                      <a:pt x="584" y="92"/>
                    </a:cubicBezTo>
                    <a:cubicBezTo>
                      <a:pt x="583" y="92"/>
                      <a:pt x="583" y="91"/>
                      <a:pt x="582" y="91"/>
                    </a:cubicBezTo>
                    <a:cubicBezTo>
                      <a:pt x="581" y="91"/>
                      <a:pt x="580" y="90"/>
                      <a:pt x="580" y="90"/>
                    </a:cubicBezTo>
                    <a:cubicBezTo>
                      <a:pt x="579" y="90"/>
                      <a:pt x="578" y="89"/>
                      <a:pt x="577" y="89"/>
                    </a:cubicBezTo>
                    <a:cubicBezTo>
                      <a:pt x="577" y="89"/>
                      <a:pt x="576" y="88"/>
                      <a:pt x="575" y="88"/>
                    </a:cubicBezTo>
                    <a:cubicBezTo>
                      <a:pt x="574" y="88"/>
                      <a:pt x="574" y="88"/>
                      <a:pt x="573" y="87"/>
                    </a:cubicBezTo>
                    <a:cubicBezTo>
                      <a:pt x="572" y="87"/>
                      <a:pt x="571" y="86"/>
                      <a:pt x="570" y="86"/>
                    </a:cubicBezTo>
                    <a:cubicBezTo>
                      <a:pt x="569" y="86"/>
                      <a:pt x="569" y="86"/>
                      <a:pt x="568" y="85"/>
                    </a:cubicBezTo>
                    <a:cubicBezTo>
                      <a:pt x="567" y="85"/>
                      <a:pt x="565" y="84"/>
                      <a:pt x="564" y="84"/>
                    </a:cubicBezTo>
                    <a:cubicBezTo>
                      <a:pt x="538" y="74"/>
                      <a:pt x="534" y="70"/>
                      <a:pt x="504" y="60"/>
                    </a:cubicBezTo>
                    <a:cubicBezTo>
                      <a:pt x="474" y="50"/>
                      <a:pt x="460" y="40"/>
                      <a:pt x="426" y="42"/>
                    </a:cubicBezTo>
                    <a:cubicBezTo>
                      <a:pt x="409" y="43"/>
                      <a:pt x="397" y="43"/>
                      <a:pt x="385" y="46"/>
                    </a:cubicBezTo>
                    <a:cubicBezTo>
                      <a:pt x="384" y="46"/>
                      <a:pt x="384" y="47"/>
                      <a:pt x="383" y="47"/>
                    </a:cubicBezTo>
                    <a:cubicBezTo>
                      <a:pt x="383" y="47"/>
                      <a:pt x="382" y="47"/>
                      <a:pt x="382" y="47"/>
                    </a:cubicBezTo>
                    <a:cubicBezTo>
                      <a:pt x="382" y="47"/>
                      <a:pt x="381" y="47"/>
                      <a:pt x="381" y="47"/>
                    </a:cubicBezTo>
                    <a:cubicBezTo>
                      <a:pt x="380" y="47"/>
                      <a:pt x="380" y="47"/>
                      <a:pt x="380" y="47"/>
                    </a:cubicBezTo>
                    <a:cubicBezTo>
                      <a:pt x="379" y="48"/>
                      <a:pt x="379" y="48"/>
                      <a:pt x="378" y="48"/>
                    </a:cubicBezTo>
                    <a:cubicBezTo>
                      <a:pt x="378" y="48"/>
                      <a:pt x="377" y="48"/>
                      <a:pt x="377" y="48"/>
                    </a:cubicBezTo>
                    <a:cubicBezTo>
                      <a:pt x="376" y="48"/>
                      <a:pt x="376" y="48"/>
                      <a:pt x="375" y="48"/>
                    </a:cubicBezTo>
                    <a:cubicBezTo>
                      <a:pt x="375" y="48"/>
                      <a:pt x="374" y="49"/>
                      <a:pt x="374" y="49"/>
                    </a:cubicBezTo>
                    <a:cubicBezTo>
                      <a:pt x="373" y="49"/>
                      <a:pt x="372" y="49"/>
                      <a:pt x="372" y="49"/>
                    </a:cubicBezTo>
                    <a:cubicBezTo>
                      <a:pt x="371" y="49"/>
                      <a:pt x="371" y="49"/>
                      <a:pt x="370" y="49"/>
                    </a:cubicBezTo>
                    <a:cubicBezTo>
                      <a:pt x="370" y="49"/>
                      <a:pt x="369" y="50"/>
                      <a:pt x="368" y="50"/>
                    </a:cubicBezTo>
                    <a:cubicBezTo>
                      <a:pt x="368" y="50"/>
                      <a:pt x="367" y="50"/>
                      <a:pt x="367" y="50"/>
                    </a:cubicBezTo>
                    <a:cubicBezTo>
                      <a:pt x="366" y="50"/>
                      <a:pt x="365" y="50"/>
                      <a:pt x="365" y="50"/>
                    </a:cubicBezTo>
                    <a:cubicBezTo>
                      <a:pt x="364" y="50"/>
                      <a:pt x="363" y="51"/>
                      <a:pt x="363" y="51"/>
                    </a:cubicBezTo>
                    <a:cubicBezTo>
                      <a:pt x="362" y="51"/>
                      <a:pt x="361" y="51"/>
                      <a:pt x="361" y="51"/>
                    </a:cubicBezTo>
                    <a:cubicBezTo>
                      <a:pt x="360" y="51"/>
                      <a:pt x="360" y="51"/>
                      <a:pt x="359" y="51"/>
                    </a:cubicBezTo>
                    <a:cubicBezTo>
                      <a:pt x="358" y="51"/>
                      <a:pt x="357" y="51"/>
                      <a:pt x="357" y="52"/>
                    </a:cubicBezTo>
                    <a:cubicBezTo>
                      <a:pt x="356" y="52"/>
                      <a:pt x="356" y="52"/>
                      <a:pt x="355" y="52"/>
                    </a:cubicBezTo>
                    <a:cubicBezTo>
                      <a:pt x="354" y="52"/>
                      <a:pt x="353" y="52"/>
                      <a:pt x="352" y="52"/>
                    </a:cubicBezTo>
                    <a:cubicBezTo>
                      <a:pt x="352" y="52"/>
                      <a:pt x="351" y="52"/>
                      <a:pt x="351" y="52"/>
                    </a:cubicBezTo>
                    <a:cubicBezTo>
                      <a:pt x="350" y="52"/>
                      <a:pt x="349" y="53"/>
                      <a:pt x="348" y="53"/>
                    </a:cubicBezTo>
                    <a:cubicBezTo>
                      <a:pt x="348" y="53"/>
                      <a:pt x="347" y="53"/>
                      <a:pt x="347" y="53"/>
                    </a:cubicBezTo>
                    <a:cubicBezTo>
                      <a:pt x="346" y="53"/>
                      <a:pt x="346" y="53"/>
                      <a:pt x="345" y="53"/>
                    </a:cubicBezTo>
                    <a:cubicBezTo>
                      <a:pt x="345" y="53"/>
                      <a:pt x="344" y="53"/>
                      <a:pt x="344" y="53"/>
                    </a:cubicBezTo>
                    <a:cubicBezTo>
                      <a:pt x="343" y="53"/>
                      <a:pt x="342" y="53"/>
                      <a:pt x="342" y="53"/>
                    </a:cubicBezTo>
                    <a:cubicBezTo>
                      <a:pt x="342" y="53"/>
                      <a:pt x="341" y="53"/>
                      <a:pt x="341" y="53"/>
                    </a:cubicBezTo>
                    <a:cubicBezTo>
                      <a:pt x="340" y="53"/>
                      <a:pt x="340" y="53"/>
                      <a:pt x="339" y="53"/>
                    </a:cubicBezTo>
                    <a:cubicBezTo>
                      <a:pt x="339" y="53"/>
                      <a:pt x="339" y="53"/>
                      <a:pt x="338" y="53"/>
                    </a:cubicBezTo>
                    <a:cubicBezTo>
                      <a:pt x="337" y="53"/>
                      <a:pt x="336" y="53"/>
                      <a:pt x="335" y="53"/>
                    </a:cubicBezTo>
                    <a:cubicBezTo>
                      <a:pt x="335" y="53"/>
                      <a:pt x="335" y="53"/>
                      <a:pt x="335" y="53"/>
                    </a:cubicBezTo>
                    <a:cubicBezTo>
                      <a:pt x="335" y="53"/>
                      <a:pt x="336" y="54"/>
                      <a:pt x="337" y="54"/>
                    </a:cubicBezTo>
                    <a:cubicBezTo>
                      <a:pt x="330" y="54"/>
                      <a:pt x="323" y="55"/>
                      <a:pt x="318" y="56"/>
                    </a:cubicBezTo>
                    <a:cubicBezTo>
                      <a:pt x="314" y="56"/>
                      <a:pt x="311" y="56"/>
                      <a:pt x="308" y="56"/>
                    </a:cubicBezTo>
                    <a:cubicBezTo>
                      <a:pt x="306" y="57"/>
                      <a:pt x="305" y="57"/>
                      <a:pt x="303" y="57"/>
                    </a:cubicBezTo>
                    <a:cubicBezTo>
                      <a:pt x="303" y="57"/>
                      <a:pt x="301" y="57"/>
                      <a:pt x="300" y="57"/>
                    </a:cubicBezTo>
                    <a:cubicBezTo>
                      <a:pt x="300" y="57"/>
                      <a:pt x="300" y="57"/>
                      <a:pt x="300" y="57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94" y="56"/>
                      <a:pt x="294" y="56"/>
                      <a:pt x="294" y="56"/>
                    </a:cubicBezTo>
                    <a:cubicBezTo>
                      <a:pt x="260" y="50"/>
                      <a:pt x="260" y="50"/>
                      <a:pt x="260" y="50"/>
                    </a:cubicBezTo>
                    <a:cubicBezTo>
                      <a:pt x="260" y="49"/>
                      <a:pt x="260" y="49"/>
                      <a:pt x="260" y="49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87" y="17"/>
                      <a:pt x="47" y="9"/>
                      <a:pt x="24" y="4"/>
                    </a:cubicBezTo>
                    <a:cubicBezTo>
                      <a:pt x="14" y="2"/>
                      <a:pt x="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9" y="13"/>
                      <a:pt x="287" y="66"/>
                      <a:pt x="287" y="66"/>
                    </a:cubicBezTo>
                    <a:cubicBezTo>
                      <a:pt x="354" y="79"/>
                      <a:pt x="423" y="99"/>
                      <a:pt x="479" y="110"/>
                    </a:cubicBezTo>
                    <a:cubicBezTo>
                      <a:pt x="502" y="114"/>
                      <a:pt x="538" y="117"/>
                      <a:pt x="558" y="121"/>
                    </a:cubicBezTo>
                    <a:cubicBezTo>
                      <a:pt x="654" y="139"/>
                      <a:pt x="854" y="175"/>
                      <a:pt x="938" y="190"/>
                    </a:cubicBezTo>
                    <a:cubicBezTo>
                      <a:pt x="1026" y="205"/>
                      <a:pt x="1110" y="219"/>
                      <a:pt x="1135" y="223"/>
                    </a:cubicBezTo>
                    <a:cubicBezTo>
                      <a:pt x="1141" y="214"/>
                      <a:pt x="1141" y="214"/>
                      <a:pt x="1141" y="2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8" name="Freeform 601">
                <a:extLst>
                  <a:ext uri="{FF2B5EF4-FFF2-40B4-BE49-F238E27FC236}">
                    <a16:creationId xmlns:a16="http://schemas.microsoft.com/office/drawing/2014/main" id="{CB2870B7-58EC-4A27-9C55-66E8B6DF6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551"/>
                <a:ext cx="3042" cy="647"/>
              </a:xfrm>
              <a:custGeom>
                <a:avLst/>
                <a:gdLst>
                  <a:gd name="T0" fmla="*/ 21432 w 1143"/>
                  <a:gd name="T1" fmla="*/ 4824 h 228"/>
                  <a:gd name="T2" fmla="*/ 21470 w 1143"/>
                  <a:gd name="T3" fmla="*/ 4986 h 228"/>
                  <a:gd name="T4" fmla="*/ 19684 w 1143"/>
                  <a:gd name="T5" fmla="*/ 4574 h 228"/>
                  <a:gd name="T6" fmla="*/ 15250 w 1143"/>
                  <a:gd name="T7" fmla="*/ 3544 h 228"/>
                  <a:gd name="T8" fmla="*/ 14968 w 1143"/>
                  <a:gd name="T9" fmla="*/ 3703 h 228"/>
                  <a:gd name="T10" fmla="*/ 14329 w 1143"/>
                  <a:gd name="T11" fmla="*/ 4092 h 228"/>
                  <a:gd name="T12" fmla="*/ 13459 w 1143"/>
                  <a:gd name="T13" fmla="*/ 4140 h 228"/>
                  <a:gd name="T14" fmla="*/ 12027 w 1143"/>
                  <a:gd name="T15" fmla="*/ 3703 h 228"/>
                  <a:gd name="T16" fmla="*/ 10781 w 1143"/>
                  <a:gd name="T17" fmla="*/ 3607 h 228"/>
                  <a:gd name="T18" fmla="*/ 9350 w 1143"/>
                  <a:gd name="T19" fmla="*/ 3471 h 228"/>
                  <a:gd name="T20" fmla="*/ 7691 w 1143"/>
                  <a:gd name="T21" fmla="*/ 2037 h 228"/>
                  <a:gd name="T22" fmla="*/ 7409 w 1143"/>
                  <a:gd name="T23" fmla="*/ 1805 h 228"/>
                  <a:gd name="T24" fmla="*/ 21 w 1143"/>
                  <a:gd name="T25" fmla="*/ 0 h 228"/>
                  <a:gd name="T26" fmla="*/ 0 w 1143"/>
                  <a:gd name="T27" fmla="*/ 184 h 228"/>
                  <a:gd name="T28" fmla="*/ 4924 w 1143"/>
                  <a:gd name="T29" fmla="*/ 1368 h 228"/>
                  <a:gd name="T30" fmla="*/ 7316 w 1143"/>
                  <a:gd name="T31" fmla="*/ 1964 h 228"/>
                  <a:gd name="T32" fmla="*/ 7601 w 1143"/>
                  <a:gd name="T33" fmla="*/ 2213 h 228"/>
                  <a:gd name="T34" fmla="*/ 9350 w 1143"/>
                  <a:gd name="T35" fmla="*/ 3703 h 228"/>
                  <a:gd name="T36" fmla="*/ 10781 w 1143"/>
                  <a:gd name="T37" fmla="*/ 3842 h 228"/>
                  <a:gd name="T38" fmla="*/ 12027 w 1143"/>
                  <a:gd name="T39" fmla="*/ 3930 h 228"/>
                  <a:gd name="T40" fmla="*/ 13459 w 1143"/>
                  <a:gd name="T41" fmla="*/ 4364 h 228"/>
                  <a:gd name="T42" fmla="*/ 14329 w 1143"/>
                  <a:gd name="T43" fmla="*/ 4316 h 228"/>
                  <a:gd name="T44" fmla="*/ 15058 w 1143"/>
                  <a:gd name="T45" fmla="*/ 3882 h 228"/>
                  <a:gd name="T46" fmla="*/ 15250 w 1143"/>
                  <a:gd name="T47" fmla="*/ 3794 h 228"/>
                  <a:gd name="T48" fmla="*/ 17006 w 1143"/>
                  <a:gd name="T49" fmla="*/ 4203 h 228"/>
                  <a:gd name="T50" fmla="*/ 21547 w 1143"/>
                  <a:gd name="T51" fmla="*/ 5210 h 228"/>
                  <a:gd name="T52" fmla="*/ 21432 w 1143"/>
                  <a:gd name="T53" fmla="*/ 4824 h 2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43" h="228">
                    <a:moveTo>
                      <a:pt x="1137" y="211"/>
                    </a:moveTo>
                    <a:cubicBezTo>
                      <a:pt x="1139" y="218"/>
                      <a:pt x="1139" y="218"/>
                      <a:pt x="1139" y="218"/>
                    </a:cubicBezTo>
                    <a:cubicBezTo>
                      <a:pt x="1127" y="216"/>
                      <a:pt x="1094" y="209"/>
                      <a:pt x="1044" y="200"/>
                    </a:cubicBezTo>
                    <a:cubicBezTo>
                      <a:pt x="1036" y="197"/>
                      <a:pt x="924" y="176"/>
                      <a:pt x="809" y="155"/>
                    </a:cubicBezTo>
                    <a:cubicBezTo>
                      <a:pt x="801" y="156"/>
                      <a:pt x="797" y="159"/>
                      <a:pt x="794" y="162"/>
                    </a:cubicBezTo>
                    <a:cubicBezTo>
                      <a:pt x="786" y="169"/>
                      <a:pt x="773" y="177"/>
                      <a:pt x="760" y="179"/>
                    </a:cubicBezTo>
                    <a:cubicBezTo>
                      <a:pt x="744" y="181"/>
                      <a:pt x="740" y="179"/>
                      <a:pt x="714" y="181"/>
                    </a:cubicBezTo>
                    <a:cubicBezTo>
                      <a:pt x="688" y="183"/>
                      <a:pt x="674" y="172"/>
                      <a:pt x="638" y="162"/>
                    </a:cubicBezTo>
                    <a:cubicBezTo>
                      <a:pt x="602" y="152"/>
                      <a:pt x="604" y="158"/>
                      <a:pt x="572" y="158"/>
                    </a:cubicBezTo>
                    <a:cubicBezTo>
                      <a:pt x="540" y="158"/>
                      <a:pt x="526" y="168"/>
                      <a:pt x="496" y="152"/>
                    </a:cubicBezTo>
                    <a:cubicBezTo>
                      <a:pt x="466" y="135"/>
                      <a:pt x="438" y="135"/>
                      <a:pt x="408" y="89"/>
                    </a:cubicBezTo>
                    <a:cubicBezTo>
                      <a:pt x="406" y="84"/>
                      <a:pt x="399" y="82"/>
                      <a:pt x="393" y="79"/>
                    </a:cubicBezTo>
                    <a:cubicBezTo>
                      <a:pt x="298" y="61"/>
                      <a:pt x="20" y="4"/>
                      <a:pt x="1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99" y="28"/>
                      <a:pt x="201" y="48"/>
                      <a:pt x="261" y="60"/>
                    </a:cubicBezTo>
                    <a:cubicBezTo>
                      <a:pt x="282" y="64"/>
                      <a:pt x="326" y="74"/>
                      <a:pt x="388" y="86"/>
                    </a:cubicBezTo>
                    <a:cubicBezTo>
                      <a:pt x="393" y="88"/>
                      <a:pt x="400" y="93"/>
                      <a:pt x="403" y="97"/>
                    </a:cubicBezTo>
                    <a:cubicBezTo>
                      <a:pt x="433" y="143"/>
                      <a:pt x="466" y="145"/>
                      <a:pt x="496" y="162"/>
                    </a:cubicBezTo>
                    <a:cubicBezTo>
                      <a:pt x="526" y="178"/>
                      <a:pt x="540" y="168"/>
                      <a:pt x="572" y="168"/>
                    </a:cubicBezTo>
                    <a:cubicBezTo>
                      <a:pt x="604" y="168"/>
                      <a:pt x="602" y="162"/>
                      <a:pt x="638" y="172"/>
                    </a:cubicBezTo>
                    <a:cubicBezTo>
                      <a:pt x="674" y="182"/>
                      <a:pt x="688" y="193"/>
                      <a:pt x="714" y="191"/>
                    </a:cubicBezTo>
                    <a:cubicBezTo>
                      <a:pt x="740" y="189"/>
                      <a:pt x="744" y="191"/>
                      <a:pt x="760" y="189"/>
                    </a:cubicBezTo>
                    <a:cubicBezTo>
                      <a:pt x="773" y="187"/>
                      <a:pt x="791" y="177"/>
                      <a:pt x="799" y="170"/>
                    </a:cubicBezTo>
                    <a:cubicBezTo>
                      <a:pt x="801" y="168"/>
                      <a:pt x="804" y="166"/>
                      <a:pt x="809" y="166"/>
                    </a:cubicBezTo>
                    <a:cubicBezTo>
                      <a:pt x="841" y="172"/>
                      <a:pt x="870" y="177"/>
                      <a:pt x="902" y="184"/>
                    </a:cubicBezTo>
                    <a:cubicBezTo>
                      <a:pt x="1143" y="228"/>
                      <a:pt x="1143" y="228"/>
                      <a:pt x="1143" y="228"/>
                    </a:cubicBezTo>
                    <a:lnTo>
                      <a:pt x="1137" y="21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9" name="Freeform 602">
                <a:extLst>
                  <a:ext uri="{FF2B5EF4-FFF2-40B4-BE49-F238E27FC236}">
                    <a16:creationId xmlns:a16="http://schemas.microsoft.com/office/drawing/2014/main" id="{888E298A-530E-445D-BC8C-B3461A78C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361"/>
                <a:ext cx="2981" cy="636"/>
              </a:xfrm>
              <a:custGeom>
                <a:avLst/>
                <a:gdLst>
                  <a:gd name="T0" fmla="*/ 9068 w 1120"/>
                  <a:gd name="T1" fmla="*/ 2612 h 224"/>
                  <a:gd name="T2" fmla="*/ 21117 w 1120"/>
                  <a:gd name="T3" fmla="*/ 5128 h 224"/>
                  <a:gd name="T4" fmla="*/ 21061 w 1120"/>
                  <a:gd name="T5" fmla="*/ 4901 h 224"/>
                  <a:gd name="T6" fmla="*/ 9316 w 1120"/>
                  <a:gd name="T7" fmla="*/ 2379 h 224"/>
                  <a:gd name="T8" fmla="*/ 0 w 1120"/>
                  <a:gd name="T9" fmla="*/ 0 h 224"/>
                  <a:gd name="T10" fmla="*/ 0 w 1120"/>
                  <a:gd name="T11" fmla="*/ 275 h 224"/>
                  <a:gd name="T12" fmla="*/ 9068 w 1120"/>
                  <a:gd name="T13" fmla="*/ 2612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0" h="224">
                    <a:moveTo>
                      <a:pt x="481" y="114"/>
                    </a:moveTo>
                    <a:cubicBezTo>
                      <a:pt x="608" y="138"/>
                      <a:pt x="972" y="197"/>
                      <a:pt x="1120" y="224"/>
                    </a:cubicBezTo>
                    <a:cubicBezTo>
                      <a:pt x="1117" y="214"/>
                      <a:pt x="1117" y="214"/>
                      <a:pt x="1117" y="214"/>
                    </a:cubicBezTo>
                    <a:cubicBezTo>
                      <a:pt x="1117" y="214"/>
                      <a:pt x="630" y="130"/>
                      <a:pt x="494" y="104"/>
                    </a:cubicBezTo>
                    <a:cubicBezTo>
                      <a:pt x="374" y="82"/>
                      <a:pt x="91" y="19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02" y="33"/>
                      <a:pt x="367" y="92"/>
                      <a:pt x="481" y="1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0" name="Freeform 603">
                <a:extLst>
                  <a:ext uri="{FF2B5EF4-FFF2-40B4-BE49-F238E27FC236}">
                    <a16:creationId xmlns:a16="http://schemas.microsoft.com/office/drawing/2014/main" id="{C5FBCD5B-4CC2-4FCA-B3F8-E5ACD3B3B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230"/>
                <a:ext cx="3057" cy="723"/>
              </a:xfrm>
              <a:custGeom>
                <a:avLst/>
                <a:gdLst>
                  <a:gd name="T0" fmla="*/ 12225 w 1149"/>
                  <a:gd name="T1" fmla="*/ 2807 h 255"/>
                  <a:gd name="T2" fmla="*/ 9301 w 1149"/>
                  <a:gd name="T3" fmla="*/ 2299 h 255"/>
                  <a:gd name="T4" fmla="*/ 5670 w 1149"/>
                  <a:gd name="T5" fmla="*/ 1279 h 255"/>
                  <a:gd name="T6" fmla="*/ 261 w 1149"/>
                  <a:gd name="T7" fmla="*/ 0 h 255"/>
                  <a:gd name="T8" fmla="*/ 0 w 1149"/>
                  <a:gd name="T9" fmla="*/ 1046 h 255"/>
                  <a:gd name="T10" fmla="*/ 77 w 1149"/>
                  <a:gd name="T11" fmla="*/ 819 h 255"/>
                  <a:gd name="T12" fmla="*/ 93 w 1149"/>
                  <a:gd name="T13" fmla="*/ 819 h 255"/>
                  <a:gd name="T14" fmla="*/ 13236 w 1149"/>
                  <a:gd name="T15" fmla="*/ 3899 h 255"/>
                  <a:gd name="T16" fmla="*/ 21186 w 1149"/>
                  <a:gd name="T17" fmla="*/ 5603 h 255"/>
                  <a:gd name="T18" fmla="*/ 21074 w 1149"/>
                  <a:gd name="T19" fmla="*/ 5812 h 255"/>
                  <a:gd name="T20" fmla="*/ 21638 w 1149"/>
                  <a:gd name="T21" fmla="*/ 4857 h 255"/>
                  <a:gd name="T22" fmla="*/ 17930 w 1149"/>
                  <a:gd name="T23" fmla="*/ 4100 h 255"/>
                  <a:gd name="T24" fmla="*/ 12225 w 1149"/>
                  <a:gd name="T25" fmla="*/ 2807 h 2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49" h="255">
                    <a:moveTo>
                      <a:pt x="649" y="123"/>
                    </a:moveTo>
                    <a:cubicBezTo>
                      <a:pt x="611" y="116"/>
                      <a:pt x="519" y="105"/>
                      <a:pt x="494" y="101"/>
                    </a:cubicBezTo>
                    <a:cubicBezTo>
                      <a:pt x="424" y="87"/>
                      <a:pt x="395" y="74"/>
                      <a:pt x="301" y="56"/>
                    </a:cubicBezTo>
                    <a:cubicBezTo>
                      <a:pt x="301" y="56"/>
                      <a:pt x="18" y="2"/>
                      <a:pt x="1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90" y="71"/>
                      <a:pt x="613" y="152"/>
                      <a:pt x="703" y="171"/>
                    </a:cubicBezTo>
                    <a:cubicBezTo>
                      <a:pt x="799" y="190"/>
                      <a:pt x="1085" y="240"/>
                      <a:pt x="1125" y="246"/>
                    </a:cubicBezTo>
                    <a:cubicBezTo>
                      <a:pt x="1119" y="255"/>
                      <a:pt x="1119" y="255"/>
                      <a:pt x="1119" y="255"/>
                    </a:cubicBezTo>
                    <a:cubicBezTo>
                      <a:pt x="1149" y="213"/>
                      <a:pt x="1149" y="213"/>
                      <a:pt x="1149" y="213"/>
                    </a:cubicBezTo>
                    <a:cubicBezTo>
                      <a:pt x="1124" y="209"/>
                      <a:pt x="1040" y="195"/>
                      <a:pt x="952" y="180"/>
                    </a:cubicBezTo>
                    <a:cubicBezTo>
                      <a:pt x="890" y="169"/>
                      <a:pt x="754" y="143"/>
                      <a:pt x="649" y="1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1" name="Freeform 604">
                <a:extLst>
                  <a:ext uri="{FF2B5EF4-FFF2-40B4-BE49-F238E27FC236}">
                    <a16:creationId xmlns:a16="http://schemas.microsoft.com/office/drawing/2014/main" id="{5A07310A-ACAB-447F-B89D-429E09E0C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852"/>
                <a:ext cx="900" cy="1283"/>
              </a:xfrm>
              <a:custGeom>
                <a:avLst/>
                <a:gdLst>
                  <a:gd name="T0" fmla="*/ 2601 w 338"/>
                  <a:gd name="T1" fmla="*/ 0 h 452"/>
                  <a:gd name="T2" fmla="*/ 431 w 338"/>
                  <a:gd name="T3" fmla="*/ 934 h 452"/>
                  <a:gd name="T4" fmla="*/ 490 w 338"/>
                  <a:gd name="T5" fmla="*/ 1169 h 452"/>
                  <a:gd name="T6" fmla="*/ 511 w 338"/>
                  <a:gd name="T7" fmla="*/ 1169 h 452"/>
                  <a:gd name="T8" fmla="*/ 2601 w 338"/>
                  <a:gd name="T9" fmla="*/ 250 h 452"/>
                  <a:gd name="T10" fmla="*/ 6191 w 338"/>
                  <a:gd name="T11" fmla="*/ 5172 h 452"/>
                  <a:gd name="T12" fmla="*/ 2601 w 338"/>
                  <a:gd name="T13" fmla="*/ 10088 h 452"/>
                  <a:gd name="T14" fmla="*/ 149 w 338"/>
                  <a:gd name="T15" fmla="*/ 8709 h 452"/>
                  <a:gd name="T16" fmla="*/ 114 w 338"/>
                  <a:gd name="T17" fmla="*/ 8694 h 452"/>
                  <a:gd name="T18" fmla="*/ 0 w 338"/>
                  <a:gd name="T19" fmla="*/ 8896 h 452"/>
                  <a:gd name="T20" fmla="*/ 2601 w 338"/>
                  <a:gd name="T21" fmla="*/ 10338 h 452"/>
                  <a:gd name="T22" fmla="*/ 6380 w 338"/>
                  <a:gd name="T23" fmla="*/ 5172 h 452"/>
                  <a:gd name="T24" fmla="*/ 2601 w 338"/>
                  <a:gd name="T25" fmla="*/ 0 h 4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8" h="452">
                    <a:moveTo>
                      <a:pt x="138" y="0"/>
                    </a:moveTo>
                    <a:cubicBezTo>
                      <a:pt x="95" y="0"/>
                      <a:pt x="56" y="15"/>
                      <a:pt x="23" y="4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58" y="26"/>
                      <a:pt x="97" y="11"/>
                      <a:pt x="138" y="11"/>
                    </a:cubicBezTo>
                    <a:cubicBezTo>
                      <a:pt x="241" y="11"/>
                      <a:pt x="328" y="107"/>
                      <a:pt x="328" y="226"/>
                    </a:cubicBezTo>
                    <a:cubicBezTo>
                      <a:pt x="328" y="345"/>
                      <a:pt x="241" y="441"/>
                      <a:pt x="138" y="441"/>
                    </a:cubicBezTo>
                    <a:cubicBezTo>
                      <a:pt x="87" y="441"/>
                      <a:pt x="41" y="418"/>
                      <a:pt x="8" y="381"/>
                    </a:cubicBezTo>
                    <a:cubicBezTo>
                      <a:pt x="6" y="380"/>
                      <a:pt x="6" y="380"/>
                      <a:pt x="6" y="380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36" y="428"/>
                      <a:pt x="84" y="452"/>
                      <a:pt x="138" y="452"/>
                    </a:cubicBezTo>
                    <a:cubicBezTo>
                      <a:pt x="249" y="452"/>
                      <a:pt x="338" y="351"/>
                      <a:pt x="338" y="226"/>
                    </a:cubicBezTo>
                    <a:cubicBezTo>
                      <a:pt x="338" y="101"/>
                      <a:pt x="249" y="0"/>
                      <a:pt x="13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2" name="Freeform 605">
                <a:extLst>
                  <a:ext uri="{FF2B5EF4-FFF2-40B4-BE49-F238E27FC236}">
                    <a16:creationId xmlns:a16="http://schemas.microsoft.com/office/drawing/2014/main" id="{1DD33203-4BCA-4457-8450-733342D2E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48"/>
                <a:ext cx="638" cy="891"/>
              </a:xfrm>
              <a:custGeom>
                <a:avLst/>
                <a:gdLst>
                  <a:gd name="T0" fmla="*/ 1879 w 240"/>
                  <a:gd name="T1" fmla="*/ 0 h 314"/>
                  <a:gd name="T2" fmla="*/ 93 w 240"/>
                  <a:gd name="T3" fmla="*/ 959 h 314"/>
                  <a:gd name="T4" fmla="*/ 149 w 240"/>
                  <a:gd name="T5" fmla="*/ 1209 h 314"/>
                  <a:gd name="T6" fmla="*/ 1879 w 240"/>
                  <a:gd name="T7" fmla="*/ 224 h 314"/>
                  <a:gd name="T8" fmla="*/ 4317 w 240"/>
                  <a:gd name="T9" fmla="*/ 3592 h 314"/>
                  <a:gd name="T10" fmla="*/ 1879 w 240"/>
                  <a:gd name="T11" fmla="*/ 6949 h 314"/>
                  <a:gd name="T12" fmla="*/ 114 w 240"/>
                  <a:gd name="T13" fmla="*/ 5894 h 314"/>
                  <a:gd name="T14" fmla="*/ 0 w 240"/>
                  <a:gd name="T15" fmla="*/ 6078 h 314"/>
                  <a:gd name="T16" fmla="*/ 1879 w 240"/>
                  <a:gd name="T17" fmla="*/ 7173 h 314"/>
                  <a:gd name="T18" fmla="*/ 4509 w 240"/>
                  <a:gd name="T19" fmla="*/ 3592 h 314"/>
                  <a:gd name="T20" fmla="*/ 1879 w 240"/>
                  <a:gd name="T21" fmla="*/ 0 h 3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0" h="314">
                    <a:moveTo>
                      <a:pt x="100" y="0"/>
                    </a:moveTo>
                    <a:cubicBezTo>
                      <a:pt x="65" y="0"/>
                      <a:pt x="31" y="15"/>
                      <a:pt x="5" y="4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32" y="27"/>
                      <a:pt x="64" y="10"/>
                      <a:pt x="100" y="10"/>
                    </a:cubicBezTo>
                    <a:cubicBezTo>
                      <a:pt x="172" y="10"/>
                      <a:pt x="230" y="76"/>
                      <a:pt x="230" y="157"/>
                    </a:cubicBezTo>
                    <a:cubicBezTo>
                      <a:pt x="230" y="238"/>
                      <a:pt x="172" y="304"/>
                      <a:pt x="100" y="304"/>
                    </a:cubicBezTo>
                    <a:cubicBezTo>
                      <a:pt x="63" y="304"/>
                      <a:pt x="30" y="286"/>
                      <a:pt x="6" y="258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26" y="296"/>
                      <a:pt x="63" y="314"/>
                      <a:pt x="100" y="314"/>
                    </a:cubicBezTo>
                    <a:cubicBezTo>
                      <a:pt x="177" y="314"/>
                      <a:pt x="240" y="243"/>
                      <a:pt x="240" y="157"/>
                    </a:cubicBezTo>
                    <a:cubicBezTo>
                      <a:pt x="240" y="70"/>
                      <a:pt x="177" y="0"/>
                      <a:pt x="10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3" name="Freeform 606">
                <a:extLst>
                  <a:ext uri="{FF2B5EF4-FFF2-40B4-BE49-F238E27FC236}">
                    <a16:creationId xmlns:a16="http://schemas.microsoft.com/office/drawing/2014/main" id="{7597AFFD-7399-4994-8533-378E9C13B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014"/>
                <a:ext cx="690" cy="959"/>
              </a:xfrm>
              <a:custGeom>
                <a:avLst/>
                <a:gdLst>
                  <a:gd name="T0" fmla="*/ 2043 w 259"/>
                  <a:gd name="T1" fmla="*/ 0 h 338"/>
                  <a:gd name="T2" fmla="*/ 171 w 259"/>
                  <a:gd name="T3" fmla="*/ 911 h 338"/>
                  <a:gd name="T4" fmla="*/ 248 w 259"/>
                  <a:gd name="T5" fmla="*/ 1231 h 338"/>
                  <a:gd name="T6" fmla="*/ 2043 w 259"/>
                  <a:gd name="T7" fmla="*/ 272 h 338"/>
                  <a:gd name="T8" fmla="*/ 4691 w 259"/>
                  <a:gd name="T9" fmla="*/ 3864 h 338"/>
                  <a:gd name="T10" fmla="*/ 2043 w 259"/>
                  <a:gd name="T11" fmla="*/ 7445 h 338"/>
                  <a:gd name="T12" fmla="*/ 149 w 259"/>
                  <a:gd name="T13" fmla="*/ 6353 h 338"/>
                  <a:gd name="T14" fmla="*/ 0 w 259"/>
                  <a:gd name="T15" fmla="*/ 6577 h 338"/>
                  <a:gd name="T16" fmla="*/ 2043 w 259"/>
                  <a:gd name="T17" fmla="*/ 7720 h 338"/>
                  <a:gd name="T18" fmla="*/ 4897 w 259"/>
                  <a:gd name="T19" fmla="*/ 3864 h 338"/>
                  <a:gd name="T20" fmla="*/ 2043 w 259"/>
                  <a:gd name="T21" fmla="*/ 0 h 3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338">
                    <a:moveTo>
                      <a:pt x="108" y="0"/>
                    </a:moveTo>
                    <a:cubicBezTo>
                      <a:pt x="71" y="0"/>
                      <a:pt x="36" y="14"/>
                      <a:pt x="9" y="40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39" y="27"/>
                      <a:pt x="73" y="12"/>
                      <a:pt x="108" y="12"/>
                    </a:cubicBezTo>
                    <a:cubicBezTo>
                      <a:pt x="185" y="12"/>
                      <a:pt x="248" y="82"/>
                      <a:pt x="248" y="169"/>
                    </a:cubicBezTo>
                    <a:cubicBezTo>
                      <a:pt x="248" y="255"/>
                      <a:pt x="185" y="326"/>
                      <a:pt x="108" y="326"/>
                    </a:cubicBezTo>
                    <a:cubicBezTo>
                      <a:pt x="71" y="326"/>
                      <a:pt x="34" y="308"/>
                      <a:pt x="8" y="27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29" y="320"/>
                      <a:pt x="67" y="338"/>
                      <a:pt x="108" y="338"/>
                    </a:cubicBezTo>
                    <a:cubicBezTo>
                      <a:pt x="191" y="338"/>
                      <a:pt x="259" y="262"/>
                      <a:pt x="259" y="169"/>
                    </a:cubicBezTo>
                    <a:cubicBezTo>
                      <a:pt x="259" y="76"/>
                      <a:pt x="191" y="0"/>
                      <a:pt x="10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446" name="Freeform 607">
              <a:extLst>
                <a:ext uri="{FF2B5EF4-FFF2-40B4-BE49-F238E27FC236}">
                  <a16:creationId xmlns:a16="http://schemas.microsoft.com/office/drawing/2014/main" id="{B89FDD1B-786C-423C-BE3C-9B15622AD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852"/>
              <a:ext cx="900" cy="1283"/>
            </a:xfrm>
            <a:custGeom>
              <a:avLst/>
              <a:gdLst>
                <a:gd name="T0" fmla="*/ 2601 w 338"/>
                <a:gd name="T1" fmla="*/ 0 h 452"/>
                <a:gd name="T2" fmla="*/ 431 w 338"/>
                <a:gd name="T3" fmla="*/ 934 h 452"/>
                <a:gd name="T4" fmla="*/ 865 w 338"/>
                <a:gd name="T5" fmla="*/ 2787 h 452"/>
                <a:gd name="T6" fmla="*/ 2601 w 338"/>
                <a:gd name="T7" fmla="*/ 1805 h 452"/>
                <a:gd name="T8" fmla="*/ 5062 w 338"/>
                <a:gd name="T9" fmla="*/ 5172 h 452"/>
                <a:gd name="T10" fmla="*/ 2601 w 338"/>
                <a:gd name="T11" fmla="*/ 8533 h 452"/>
                <a:gd name="T12" fmla="*/ 831 w 338"/>
                <a:gd name="T13" fmla="*/ 7477 h 452"/>
                <a:gd name="T14" fmla="*/ 0 w 338"/>
                <a:gd name="T15" fmla="*/ 8896 h 452"/>
                <a:gd name="T16" fmla="*/ 2601 w 338"/>
                <a:gd name="T17" fmla="*/ 10338 h 452"/>
                <a:gd name="T18" fmla="*/ 6380 w 338"/>
                <a:gd name="T19" fmla="*/ 5172 h 452"/>
                <a:gd name="T20" fmla="*/ 2601 w 338"/>
                <a:gd name="T21" fmla="*/ 0 h 4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8" h="452">
                  <a:moveTo>
                    <a:pt x="138" y="0"/>
                  </a:moveTo>
                  <a:cubicBezTo>
                    <a:pt x="95" y="0"/>
                    <a:pt x="56" y="15"/>
                    <a:pt x="23" y="41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70" y="96"/>
                    <a:pt x="102" y="79"/>
                    <a:pt x="138" y="79"/>
                  </a:cubicBezTo>
                  <a:cubicBezTo>
                    <a:pt x="210" y="79"/>
                    <a:pt x="268" y="145"/>
                    <a:pt x="268" y="226"/>
                  </a:cubicBezTo>
                  <a:cubicBezTo>
                    <a:pt x="268" y="307"/>
                    <a:pt x="210" y="373"/>
                    <a:pt x="138" y="373"/>
                  </a:cubicBezTo>
                  <a:cubicBezTo>
                    <a:pt x="101" y="373"/>
                    <a:pt x="68" y="355"/>
                    <a:pt x="44" y="327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36" y="428"/>
                    <a:pt x="84" y="452"/>
                    <a:pt x="138" y="452"/>
                  </a:cubicBezTo>
                  <a:cubicBezTo>
                    <a:pt x="249" y="452"/>
                    <a:pt x="338" y="351"/>
                    <a:pt x="338" y="226"/>
                  </a:cubicBezTo>
                  <a:cubicBezTo>
                    <a:pt x="338" y="101"/>
                    <a:pt x="249" y="0"/>
                    <a:pt x="138" y="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7" name="Freeform 608">
              <a:extLst>
                <a:ext uri="{FF2B5EF4-FFF2-40B4-BE49-F238E27FC236}">
                  <a16:creationId xmlns:a16="http://schemas.microsoft.com/office/drawing/2014/main" id="{7F29DD6E-534C-4A17-8EBC-B750E03F7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287"/>
              <a:ext cx="3350" cy="682"/>
            </a:xfrm>
            <a:custGeom>
              <a:avLst/>
              <a:gdLst>
                <a:gd name="T0" fmla="*/ 23187 w 1259"/>
                <a:gd name="T1" fmla="*/ 4564 h 240"/>
                <a:gd name="T2" fmla="*/ 23719 w 1259"/>
                <a:gd name="T3" fmla="*/ 4612 h 240"/>
                <a:gd name="T4" fmla="*/ 12772 w 1259"/>
                <a:gd name="T5" fmla="*/ 2478 h 240"/>
                <a:gd name="T6" fmla="*/ 2826 w 1259"/>
                <a:gd name="T7" fmla="*/ 185 h 240"/>
                <a:gd name="T8" fmla="*/ 0 w 1259"/>
                <a:gd name="T9" fmla="*/ 597 h 240"/>
                <a:gd name="T10" fmla="*/ 0 w 1259"/>
                <a:gd name="T11" fmla="*/ 597 h 240"/>
                <a:gd name="T12" fmla="*/ 9289 w 1259"/>
                <a:gd name="T13" fmla="*/ 2981 h 240"/>
                <a:gd name="T14" fmla="*/ 21021 w 1259"/>
                <a:gd name="T15" fmla="*/ 5507 h 240"/>
                <a:gd name="T16" fmla="*/ 23187 w 1259"/>
                <a:gd name="T17" fmla="*/ 4564 h 2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9" h="240">
                  <a:moveTo>
                    <a:pt x="1231" y="199"/>
                  </a:moveTo>
                  <a:cubicBezTo>
                    <a:pt x="1241" y="199"/>
                    <a:pt x="1250" y="200"/>
                    <a:pt x="1259" y="201"/>
                  </a:cubicBezTo>
                  <a:cubicBezTo>
                    <a:pt x="1163" y="183"/>
                    <a:pt x="808" y="132"/>
                    <a:pt x="678" y="108"/>
                  </a:cubicBezTo>
                  <a:cubicBezTo>
                    <a:pt x="559" y="85"/>
                    <a:pt x="241" y="26"/>
                    <a:pt x="150" y="8"/>
                  </a:cubicBezTo>
                  <a:cubicBezTo>
                    <a:pt x="112" y="1"/>
                    <a:pt x="32" y="0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92" y="45"/>
                    <a:pt x="374" y="108"/>
                    <a:pt x="493" y="130"/>
                  </a:cubicBezTo>
                  <a:cubicBezTo>
                    <a:pt x="629" y="156"/>
                    <a:pt x="1116" y="240"/>
                    <a:pt x="1116" y="240"/>
                  </a:cubicBezTo>
                  <a:cubicBezTo>
                    <a:pt x="1149" y="214"/>
                    <a:pt x="1188" y="199"/>
                    <a:pt x="1231" y="199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8" name="Freeform 609">
              <a:extLst>
                <a:ext uri="{FF2B5EF4-FFF2-40B4-BE49-F238E27FC236}">
                  <a16:creationId xmlns:a16="http://schemas.microsoft.com/office/drawing/2014/main" id="{3DD38162-97CA-41AD-8E06-CB52CBA98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313"/>
              <a:ext cx="1431" cy="250"/>
            </a:xfrm>
            <a:custGeom>
              <a:avLst/>
              <a:gdLst>
                <a:gd name="T0" fmla="*/ 0 w 538"/>
                <a:gd name="T1" fmla="*/ 227 h 88"/>
                <a:gd name="T2" fmla="*/ 1883 w 538"/>
                <a:gd name="T3" fmla="*/ 185 h 88"/>
                <a:gd name="T4" fmla="*/ 10123 w 538"/>
                <a:gd name="T5" fmla="*/ 2017 h 88"/>
                <a:gd name="T6" fmla="*/ 1995 w 538"/>
                <a:gd name="T7" fmla="*/ 412 h 88"/>
                <a:gd name="T8" fmla="*/ 0 w 538"/>
                <a:gd name="T9" fmla="*/ 227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88">
                  <a:moveTo>
                    <a:pt x="0" y="10"/>
                  </a:moveTo>
                  <a:cubicBezTo>
                    <a:pt x="30" y="0"/>
                    <a:pt x="76" y="2"/>
                    <a:pt x="100" y="8"/>
                  </a:cubicBezTo>
                  <a:cubicBezTo>
                    <a:pt x="124" y="14"/>
                    <a:pt x="486" y="78"/>
                    <a:pt x="538" y="88"/>
                  </a:cubicBezTo>
                  <a:cubicBezTo>
                    <a:pt x="504" y="86"/>
                    <a:pt x="126" y="22"/>
                    <a:pt x="106" y="18"/>
                  </a:cubicBezTo>
                  <a:cubicBezTo>
                    <a:pt x="86" y="14"/>
                    <a:pt x="8" y="2"/>
                    <a:pt x="0" y="10"/>
                  </a:cubicBezTo>
                  <a:close/>
                </a:path>
              </a:pathLst>
            </a:custGeom>
            <a:solidFill>
              <a:srgbClr val="FDE4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9" name="Freeform 610">
              <a:extLst>
                <a:ext uri="{FF2B5EF4-FFF2-40B4-BE49-F238E27FC236}">
                  <a16:creationId xmlns:a16="http://schemas.microsoft.com/office/drawing/2014/main" id="{6B3515FC-5ABB-47FA-90D0-55047E72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360"/>
              <a:ext cx="3281" cy="772"/>
            </a:xfrm>
            <a:custGeom>
              <a:avLst/>
              <a:gdLst>
                <a:gd name="T0" fmla="*/ 21064 w 1233"/>
                <a:gd name="T1" fmla="*/ 4802 h 272"/>
                <a:gd name="T2" fmla="*/ 21064 w 1233"/>
                <a:gd name="T3" fmla="*/ 4777 h 272"/>
                <a:gd name="T4" fmla="*/ 21043 w 1233"/>
                <a:gd name="T5" fmla="*/ 4777 h 272"/>
                <a:gd name="T6" fmla="*/ 13135 w 1233"/>
                <a:gd name="T7" fmla="*/ 3085 h 272"/>
                <a:gd name="T8" fmla="*/ 0 w 1233"/>
                <a:gd name="T9" fmla="*/ 0 h 272"/>
                <a:gd name="T10" fmla="*/ 2302 w 1233"/>
                <a:gd name="T11" fmla="*/ 1257 h 272"/>
                <a:gd name="T12" fmla="*/ 2903 w 1233"/>
                <a:gd name="T13" fmla="*/ 1419 h 272"/>
                <a:gd name="T14" fmla="*/ 15317 w 1233"/>
                <a:gd name="T15" fmla="*/ 4527 h 272"/>
                <a:gd name="T16" fmla="*/ 23233 w 1233"/>
                <a:gd name="T17" fmla="*/ 6219 h 272"/>
                <a:gd name="T18" fmla="*/ 23233 w 1233"/>
                <a:gd name="T19" fmla="*/ 6196 h 272"/>
                <a:gd name="T20" fmla="*/ 21064 w 1233"/>
                <a:gd name="T21" fmla="*/ 4802 h 2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3" h="272">
                  <a:moveTo>
                    <a:pt x="1118" y="210"/>
                  </a:moveTo>
                  <a:cubicBezTo>
                    <a:pt x="1118" y="209"/>
                    <a:pt x="1118" y="209"/>
                    <a:pt x="1118" y="209"/>
                  </a:cubicBezTo>
                  <a:cubicBezTo>
                    <a:pt x="1117" y="209"/>
                    <a:pt x="1117" y="209"/>
                    <a:pt x="1117" y="209"/>
                  </a:cubicBezTo>
                  <a:cubicBezTo>
                    <a:pt x="1089" y="205"/>
                    <a:pt x="795" y="155"/>
                    <a:pt x="697" y="135"/>
                  </a:cubicBezTo>
                  <a:cubicBezTo>
                    <a:pt x="607" y="117"/>
                    <a:pt x="185" y="36"/>
                    <a:pt x="0" y="0"/>
                  </a:cubicBezTo>
                  <a:cubicBezTo>
                    <a:pt x="26" y="29"/>
                    <a:pt x="86" y="46"/>
                    <a:pt x="122" y="55"/>
                  </a:cubicBezTo>
                  <a:cubicBezTo>
                    <a:pt x="126" y="56"/>
                    <a:pt x="154" y="62"/>
                    <a:pt x="154" y="62"/>
                  </a:cubicBezTo>
                  <a:cubicBezTo>
                    <a:pt x="339" y="98"/>
                    <a:pt x="723" y="179"/>
                    <a:pt x="813" y="198"/>
                  </a:cubicBezTo>
                  <a:cubicBezTo>
                    <a:pt x="911" y="218"/>
                    <a:pt x="1205" y="268"/>
                    <a:pt x="1233" y="272"/>
                  </a:cubicBezTo>
                  <a:cubicBezTo>
                    <a:pt x="1233" y="271"/>
                    <a:pt x="1233" y="271"/>
                    <a:pt x="1233" y="271"/>
                  </a:cubicBezTo>
                  <a:cubicBezTo>
                    <a:pt x="1189" y="265"/>
                    <a:pt x="1148" y="243"/>
                    <a:pt x="1118" y="21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0" name="Freeform 611">
              <a:extLst>
                <a:ext uri="{FF2B5EF4-FFF2-40B4-BE49-F238E27FC236}">
                  <a16:creationId xmlns:a16="http://schemas.microsoft.com/office/drawing/2014/main" id="{DE5975D5-CD33-4DC3-B3CF-5FDAB8D38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332"/>
              <a:ext cx="2993" cy="621"/>
            </a:xfrm>
            <a:custGeom>
              <a:avLst/>
              <a:gdLst>
                <a:gd name="T0" fmla="*/ 21071 w 1125"/>
                <a:gd name="T1" fmla="*/ 4994 h 219"/>
                <a:gd name="T2" fmla="*/ 21185 w 1125"/>
                <a:gd name="T3" fmla="*/ 4784 h 219"/>
                <a:gd name="T4" fmla="*/ 13236 w 1125"/>
                <a:gd name="T5" fmla="*/ 3079 h 219"/>
                <a:gd name="T6" fmla="*/ 93 w 1125"/>
                <a:gd name="T7" fmla="*/ 0 h 219"/>
                <a:gd name="T8" fmla="*/ 77 w 1125"/>
                <a:gd name="T9" fmla="*/ 0 h 219"/>
                <a:gd name="T10" fmla="*/ 0 w 1125"/>
                <a:gd name="T11" fmla="*/ 224 h 219"/>
                <a:gd name="T12" fmla="*/ 13143 w 1125"/>
                <a:gd name="T13" fmla="*/ 3303 h 219"/>
                <a:gd name="T14" fmla="*/ 21049 w 1125"/>
                <a:gd name="T15" fmla="*/ 4994 h 219"/>
                <a:gd name="T16" fmla="*/ 21071 w 1125"/>
                <a:gd name="T17" fmla="*/ 4994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5" h="219">
                  <a:moveTo>
                    <a:pt x="1119" y="219"/>
                  </a:moveTo>
                  <a:cubicBezTo>
                    <a:pt x="1125" y="210"/>
                    <a:pt x="1125" y="210"/>
                    <a:pt x="1125" y="210"/>
                  </a:cubicBezTo>
                  <a:cubicBezTo>
                    <a:pt x="1085" y="204"/>
                    <a:pt x="799" y="154"/>
                    <a:pt x="703" y="135"/>
                  </a:cubicBezTo>
                  <a:cubicBezTo>
                    <a:pt x="613" y="116"/>
                    <a:pt x="190" y="35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85" y="46"/>
                    <a:pt x="608" y="127"/>
                    <a:pt x="698" y="145"/>
                  </a:cubicBezTo>
                  <a:cubicBezTo>
                    <a:pt x="796" y="165"/>
                    <a:pt x="1090" y="215"/>
                    <a:pt x="1118" y="219"/>
                  </a:cubicBezTo>
                  <a:lnTo>
                    <a:pt x="1119" y="219"/>
                  </a:ln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1" name="Freeform 612">
              <a:extLst>
                <a:ext uri="{FF2B5EF4-FFF2-40B4-BE49-F238E27FC236}">
                  <a16:creationId xmlns:a16="http://schemas.microsoft.com/office/drawing/2014/main" id="{F207DCAE-9602-4042-A946-74701BD6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517"/>
              <a:ext cx="3031" cy="653"/>
            </a:xfrm>
            <a:custGeom>
              <a:avLst/>
              <a:gdLst>
                <a:gd name="T0" fmla="*/ 21 w 1139"/>
                <a:gd name="T1" fmla="*/ 275 h 230"/>
                <a:gd name="T2" fmla="*/ 56 w 1139"/>
                <a:gd name="T3" fmla="*/ 298 h 230"/>
                <a:gd name="T4" fmla="*/ 136 w 1139"/>
                <a:gd name="T5" fmla="*/ 298 h 230"/>
                <a:gd name="T6" fmla="*/ 149 w 1139"/>
                <a:gd name="T7" fmla="*/ 324 h 230"/>
                <a:gd name="T8" fmla="*/ 6842 w 1139"/>
                <a:gd name="T9" fmla="*/ 1942 h 230"/>
                <a:gd name="T10" fmla="*/ 7409 w 1139"/>
                <a:gd name="T11" fmla="*/ 2078 h 230"/>
                <a:gd name="T12" fmla="*/ 7691 w 1139"/>
                <a:gd name="T13" fmla="*/ 2314 h 230"/>
                <a:gd name="T14" fmla="*/ 9348 w 1139"/>
                <a:gd name="T15" fmla="*/ 3756 h 230"/>
                <a:gd name="T16" fmla="*/ 10777 w 1139"/>
                <a:gd name="T17" fmla="*/ 3892 h 230"/>
                <a:gd name="T18" fmla="*/ 12026 w 1139"/>
                <a:gd name="T19" fmla="*/ 3983 h 230"/>
                <a:gd name="T20" fmla="*/ 13455 w 1139"/>
                <a:gd name="T21" fmla="*/ 4418 h 230"/>
                <a:gd name="T22" fmla="*/ 14319 w 1139"/>
                <a:gd name="T23" fmla="*/ 4369 h 230"/>
                <a:gd name="T24" fmla="*/ 14963 w 1139"/>
                <a:gd name="T25" fmla="*/ 3983 h 230"/>
                <a:gd name="T26" fmla="*/ 15245 w 1139"/>
                <a:gd name="T27" fmla="*/ 3821 h 230"/>
                <a:gd name="T28" fmla="*/ 15599 w 1139"/>
                <a:gd name="T29" fmla="*/ 3909 h 230"/>
                <a:gd name="T30" fmla="*/ 15599 w 1139"/>
                <a:gd name="T31" fmla="*/ 3909 h 230"/>
                <a:gd name="T32" fmla="*/ 18899 w 1139"/>
                <a:gd name="T33" fmla="*/ 4642 h 230"/>
                <a:gd name="T34" fmla="*/ 18899 w 1139"/>
                <a:gd name="T35" fmla="*/ 4642 h 230"/>
                <a:gd name="T36" fmla="*/ 19014 w 1139"/>
                <a:gd name="T37" fmla="*/ 4690 h 230"/>
                <a:gd name="T38" fmla="*/ 19014 w 1139"/>
                <a:gd name="T39" fmla="*/ 4690 h 230"/>
                <a:gd name="T40" fmla="*/ 19107 w 1139"/>
                <a:gd name="T41" fmla="*/ 4716 h 230"/>
                <a:gd name="T42" fmla="*/ 19128 w 1139"/>
                <a:gd name="T43" fmla="*/ 4716 h 230"/>
                <a:gd name="T44" fmla="*/ 19205 w 1139"/>
                <a:gd name="T45" fmla="*/ 4739 h 230"/>
                <a:gd name="T46" fmla="*/ 19219 w 1139"/>
                <a:gd name="T47" fmla="*/ 4739 h 230"/>
                <a:gd name="T48" fmla="*/ 19298 w 1139"/>
                <a:gd name="T49" fmla="*/ 4764 h 230"/>
                <a:gd name="T50" fmla="*/ 19317 w 1139"/>
                <a:gd name="T51" fmla="*/ 4764 h 230"/>
                <a:gd name="T52" fmla="*/ 19376 w 1139"/>
                <a:gd name="T53" fmla="*/ 4764 h 230"/>
                <a:gd name="T54" fmla="*/ 19389 w 1139"/>
                <a:gd name="T55" fmla="*/ 4781 h 230"/>
                <a:gd name="T56" fmla="*/ 19445 w 1139"/>
                <a:gd name="T57" fmla="*/ 4781 h 230"/>
                <a:gd name="T58" fmla="*/ 19466 w 1139"/>
                <a:gd name="T59" fmla="*/ 4781 h 230"/>
                <a:gd name="T60" fmla="*/ 19503 w 1139"/>
                <a:gd name="T61" fmla="*/ 4804 h 230"/>
                <a:gd name="T62" fmla="*/ 19525 w 1139"/>
                <a:gd name="T63" fmla="*/ 4804 h 230"/>
                <a:gd name="T64" fmla="*/ 19559 w 1139"/>
                <a:gd name="T65" fmla="*/ 4829 h 230"/>
                <a:gd name="T66" fmla="*/ 19580 w 1139"/>
                <a:gd name="T67" fmla="*/ 4829 h 230"/>
                <a:gd name="T68" fmla="*/ 19602 w 1139"/>
                <a:gd name="T69" fmla="*/ 4829 h 230"/>
                <a:gd name="T70" fmla="*/ 19615 w 1139"/>
                <a:gd name="T71" fmla="*/ 4829 h 230"/>
                <a:gd name="T72" fmla="*/ 19636 w 1139"/>
                <a:gd name="T73" fmla="*/ 4852 h 230"/>
                <a:gd name="T74" fmla="*/ 19658 w 1139"/>
                <a:gd name="T75" fmla="*/ 4852 h 230"/>
                <a:gd name="T76" fmla="*/ 19674 w 1139"/>
                <a:gd name="T77" fmla="*/ 4852 h 230"/>
                <a:gd name="T78" fmla="*/ 21464 w 1139"/>
                <a:gd name="T79" fmla="*/ 5264 h 230"/>
                <a:gd name="T80" fmla="*/ 21409 w 1139"/>
                <a:gd name="T81" fmla="*/ 4966 h 230"/>
                <a:gd name="T82" fmla="*/ 18503 w 1139"/>
                <a:gd name="T83" fmla="*/ 4330 h 230"/>
                <a:gd name="T84" fmla="*/ 14490 w 1139"/>
                <a:gd name="T85" fmla="*/ 3433 h 230"/>
                <a:gd name="T86" fmla="*/ 11608 w 1139"/>
                <a:gd name="T87" fmla="*/ 2538 h 230"/>
                <a:gd name="T88" fmla="*/ 7874 w 1139"/>
                <a:gd name="T89" fmla="*/ 1942 h 230"/>
                <a:gd name="T90" fmla="*/ 0 w 1139"/>
                <a:gd name="T91" fmla="*/ 0 h 230"/>
                <a:gd name="T92" fmla="*/ 0 w 1139"/>
                <a:gd name="T93" fmla="*/ 275 h 230"/>
                <a:gd name="T94" fmla="*/ 21 w 1139"/>
                <a:gd name="T95" fmla="*/ 275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39" h="230">
                  <a:moveTo>
                    <a:pt x="1" y="12"/>
                  </a:moveTo>
                  <a:cubicBezTo>
                    <a:pt x="1" y="12"/>
                    <a:pt x="2" y="12"/>
                    <a:pt x="3" y="13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7" y="13"/>
                    <a:pt x="7" y="14"/>
                    <a:pt x="8" y="14"/>
                  </a:cubicBezTo>
                  <a:cubicBezTo>
                    <a:pt x="51" y="22"/>
                    <a:pt x="259" y="65"/>
                    <a:pt x="363" y="85"/>
                  </a:cubicBezTo>
                  <a:cubicBezTo>
                    <a:pt x="374" y="88"/>
                    <a:pt x="384" y="90"/>
                    <a:pt x="393" y="91"/>
                  </a:cubicBezTo>
                  <a:cubicBezTo>
                    <a:pt x="399" y="94"/>
                    <a:pt x="406" y="96"/>
                    <a:pt x="408" y="101"/>
                  </a:cubicBezTo>
                  <a:cubicBezTo>
                    <a:pt x="438" y="147"/>
                    <a:pt x="466" y="147"/>
                    <a:pt x="496" y="164"/>
                  </a:cubicBezTo>
                  <a:cubicBezTo>
                    <a:pt x="526" y="180"/>
                    <a:pt x="540" y="170"/>
                    <a:pt x="572" y="170"/>
                  </a:cubicBezTo>
                  <a:cubicBezTo>
                    <a:pt x="604" y="170"/>
                    <a:pt x="602" y="164"/>
                    <a:pt x="638" y="174"/>
                  </a:cubicBezTo>
                  <a:cubicBezTo>
                    <a:pt x="674" y="184"/>
                    <a:pt x="688" y="195"/>
                    <a:pt x="714" y="193"/>
                  </a:cubicBezTo>
                  <a:cubicBezTo>
                    <a:pt x="740" y="191"/>
                    <a:pt x="744" y="193"/>
                    <a:pt x="760" y="191"/>
                  </a:cubicBezTo>
                  <a:cubicBezTo>
                    <a:pt x="773" y="189"/>
                    <a:pt x="786" y="181"/>
                    <a:pt x="794" y="174"/>
                  </a:cubicBezTo>
                  <a:cubicBezTo>
                    <a:pt x="797" y="171"/>
                    <a:pt x="801" y="168"/>
                    <a:pt x="809" y="167"/>
                  </a:cubicBezTo>
                  <a:cubicBezTo>
                    <a:pt x="815" y="168"/>
                    <a:pt x="822" y="170"/>
                    <a:pt x="828" y="171"/>
                  </a:cubicBezTo>
                  <a:cubicBezTo>
                    <a:pt x="828" y="171"/>
                    <a:pt x="828" y="171"/>
                    <a:pt x="828" y="171"/>
                  </a:cubicBezTo>
                  <a:cubicBezTo>
                    <a:pt x="897" y="183"/>
                    <a:pt x="962" y="195"/>
                    <a:pt x="1003" y="203"/>
                  </a:cubicBezTo>
                  <a:cubicBezTo>
                    <a:pt x="1003" y="203"/>
                    <a:pt x="1003" y="203"/>
                    <a:pt x="1003" y="203"/>
                  </a:cubicBezTo>
                  <a:cubicBezTo>
                    <a:pt x="1005" y="204"/>
                    <a:pt x="1007" y="204"/>
                    <a:pt x="1009" y="205"/>
                  </a:cubicBezTo>
                  <a:cubicBezTo>
                    <a:pt x="1009" y="205"/>
                    <a:pt x="1009" y="205"/>
                    <a:pt x="1009" y="205"/>
                  </a:cubicBezTo>
                  <a:cubicBezTo>
                    <a:pt x="1011" y="205"/>
                    <a:pt x="1013" y="205"/>
                    <a:pt x="1014" y="206"/>
                  </a:cubicBezTo>
                  <a:cubicBezTo>
                    <a:pt x="1014" y="206"/>
                    <a:pt x="1015" y="206"/>
                    <a:pt x="1015" y="206"/>
                  </a:cubicBezTo>
                  <a:cubicBezTo>
                    <a:pt x="1016" y="206"/>
                    <a:pt x="1018" y="206"/>
                    <a:pt x="1019" y="207"/>
                  </a:cubicBezTo>
                  <a:cubicBezTo>
                    <a:pt x="1020" y="207"/>
                    <a:pt x="1020" y="207"/>
                    <a:pt x="1020" y="207"/>
                  </a:cubicBezTo>
                  <a:cubicBezTo>
                    <a:pt x="1022" y="207"/>
                    <a:pt x="1023" y="207"/>
                    <a:pt x="1024" y="208"/>
                  </a:cubicBezTo>
                  <a:cubicBezTo>
                    <a:pt x="1024" y="208"/>
                    <a:pt x="1025" y="208"/>
                    <a:pt x="1025" y="208"/>
                  </a:cubicBezTo>
                  <a:cubicBezTo>
                    <a:pt x="1026" y="208"/>
                    <a:pt x="1027" y="208"/>
                    <a:pt x="1028" y="208"/>
                  </a:cubicBezTo>
                  <a:cubicBezTo>
                    <a:pt x="1029" y="209"/>
                    <a:pt x="1029" y="209"/>
                    <a:pt x="1029" y="209"/>
                  </a:cubicBezTo>
                  <a:cubicBezTo>
                    <a:pt x="1030" y="209"/>
                    <a:pt x="1031" y="209"/>
                    <a:pt x="1032" y="209"/>
                  </a:cubicBezTo>
                  <a:cubicBezTo>
                    <a:pt x="1032" y="209"/>
                    <a:pt x="1033" y="209"/>
                    <a:pt x="1033" y="209"/>
                  </a:cubicBezTo>
                  <a:cubicBezTo>
                    <a:pt x="1034" y="210"/>
                    <a:pt x="1035" y="210"/>
                    <a:pt x="1035" y="210"/>
                  </a:cubicBezTo>
                  <a:cubicBezTo>
                    <a:pt x="1036" y="210"/>
                    <a:pt x="1036" y="210"/>
                    <a:pt x="1036" y="210"/>
                  </a:cubicBezTo>
                  <a:cubicBezTo>
                    <a:pt x="1037" y="210"/>
                    <a:pt x="1038" y="210"/>
                    <a:pt x="1038" y="211"/>
                  </a:cubicBezTo>
                  <a:cubicBezTo>
                    <a:pt x="1038" y="211"/>
                    <a:pt x="1039" y="211"/>
                    <a:pt x="1039" y="211"/>
                  </a:cubicBezTo>
                  <a:cubicBezTo>
                    <a:pt x="1039" y="211"/>
                    <a:pt x="1040" y="211"/>
                    <a:pt x="1040" y="211"/>
                  </a:cubicBezTo>
                  <a:cubicBezTo>
                    <a:pt x="1041" y="211"/>
                    <a:pt x="1041" y="211"/>
                    <a:pt x="1041" y="211"/>
                  </a:cubicBezTo>
                  <a:cubicBezTo>
                    <a:pt x="1042" y="211"/>
                    <a:pt x="1042" y="211"/>
                    <a:pt x="1042" y="212"/>
                  </a:cubicBezTo>
                  <a:cubicBezTo>
                    <a:pt x="1042" y="212"/>
                    <a:pt x="1043" y="212"/>
                    <a:pt x="1043" y="212"/>
                  </a:cubicBezTo>
                  <a:cubicBezTo>
                    <a:pt x="1043" y="212"/>
                    <a:pt x="1043" y="212"/>
                    <a:pt x="1044" y="212"/>
                  </a:cubicBezTo>
                  <a:cubicBezTo>
                    <a:pt x="1094" y="221"/>
                    <a:pt x="1127" y="228"/>
                    <a:pt x="1139" y="230"/>
                  </a:cubicBezTo>
                  <a:cubicBezTo>
                    <a:pt x="1136" y="217"/>
                    <a:pt x="1136" y="217"/>
                    <a:pt x="1136" y="217"/>
                  </a:cubicBezTo>
                  <a:cubicBezTo>
                    <a:pt x="1117" y="214"/>
                    <a:pt x="1061" y="203"/>
                    <a:pt x="982" y="189"/>
                  </a:cubicBezTo>
                  <a:cubicBezTo>
                    <a:pt x="952" y="183"/>
                    <a:pt x="857" y="166"/>
                    <a:pt x="769" y="150"/>
                  </a:cubicBezTo>
                  <a:cubicBezTo>
                    <a:pt x="703" y="138"/>
                    <a:pt x="643" y="116"/>
                    <a:pt x="616" y="111"/>
                  </a:cubicBezTo>
                  <a:cubicBezTo>
                    <a:pt x="552" y="99"/>
                    <a:pt x="483" y="97"/>
                    <a:pt x="418" y="85"/>
                  </a:cubicBezTo>
                  <a:cubicBezTo>
                    <a:pt x="314" y="65"/>
                    <a:pt x="18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1" y="12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2" name="Freeform 613">
              <a:extLst>
                <a:ext uri="{FF2B5EF4-FFF2-40B4-BE49-F238E27FC236}">
                  <a16:creationId xmlns:a16="http://schemas.microsoft.com/office/drawing/2014/main" id="{2094DD0E-D6D7-4CB9-8418-241BF97F2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517"/>
              <a:ext cx="3031" cy="653"/>
            </a:xfrm>
            <a:custGeom>
              <a:avLst/>
              <a:gdLst>
                <a:gd name="T0" fmla="*/ 21 w 1139"/>
                <a:gd name="T1" fmla="*/ 275 h 230"/>
                <a:gd name="T2" fmla="*/ 56 w 1139"/>
                <a:gd name="T3" fmla="*/ 298 h 230"/>
                <a:gd name="T4" fmla="*/ 136 w 1139"/>
                <a:gd name="T5" fmla="*/ 298 h 230"/>
                <a:gd name="T6" fmla="*/ 149 w 1139"/>
                <a:gd name="T7" fmla="*/ 324 h 230"/>
                <a:gd name="T8" fmla="*/ 6842 w 1139"/>
                <a:gd name="T9" fmla="*/ 1942 h 230"/>
                <a:gd name="T10" fmla="*/ 7409 w 1139"/>
                <a:gd name="T11" fmla="*/ 2078 h 230"/>
                <a:gd name="T12" fmla="*/ 7691 w 1139"/>
                <a:gd name="T13" fmla="*/ 2314 h 230"/>
                <a:gd name="T14" fmla="*/ 9348 w 1139"/>
                <a:gd name="T15" fmla="*/ 3756 h 230"/>
                <a:gd name="T16" fmla="*/ 10777 w 1139"/>
                <a:gd name="T17" fmla="*/ 3892 h 230"/>
                <a:gd name="T18" fmla="*/ 12026 w 1139"/>
                <a:gd name="T19" fmla="*/ 3983 h 230"/>
                <a:gd name="T20" fmla="*/ 13455 w 1139"/>
                <a:gd name="T21" fmla="*/ 4418 h 230"/>
                <a:gd name="T22" fmla="*/ 14319 w 1139"/>
                <a:gd name="T23" fmla="*/ 4369 h 230"/>
                <a:gd name="T24" fmla="*/ 14963 w 1139"/>
                <a:gd name="T25" fmla="*/ 3983 h 230"/>
                <a:gd name="T26" fmla="*/ 15245 w 1139"/>
                <a:gd name="T27" fmla="*/ 3821 h 230"/>
                <a:gd name="T28" fmla="*/ 15599 w 1139"/>
                <a:gd name="T29" fmla="*/ 3909 h 230"/>
                <a:gd name="T30" fmla="*/ 15599 w 1139"/>
                <a:gd name="T31" fmla="*/ 3909 h 230"/>
                <a:gd name="T32" fmla="*/ 18899 w 1139"/>
                <a:gd name="T33" fmla="*/ 4642 h 230"/>
                <a:gd name="T34" fmla="*/ 18899 w 1139"/>
                <a:gd name="T35" fmla="*/ 4642 h 230"/>
                <a:gd name="T36" fmla="*/ 19014 w 1139"/>
                <a:gd name="T37" fmla="*/ 4690 h 230"/>
                <a:gd name="T38" fmla="*/ 19014 w 1139"/>
                <a:gd name="T39" fmla="*/ 4690 h 230"/>
                <a:gd name="T40" fmla="*/ 19107 w 1139"/>
                <a:gd name="T41" fmla="*/ 4716 h 230"/>
                <a:gd name="T42" fmla="*/ 19128 w 1139"/>
                <a:gd name="T43" fmla="*/ 4716 h 230"/>
                <a:gd name="T44" fmla="*/ 19205 w 1139"/>
                <a:gd name="T45" fmla="*/ 4739 h 230"/>
                <a:gd name="T46" fmla="*/ 19219 w 1139"/>
                <a:gd name="T47" fmla="*/ 4739 h 230"/>
                <a:gd name="T48" fmla="*/ 19298 w 1139"/>
                <a:gd name="T49" fmla="*/ 4764 h 230"/>
                <a:gd name="T50" fmla="*/ 19317 w 1139"/>
                <a:gd name="T51" fmla="*/ 4764 h 230"/>
                <a:gd name="T52" fmla="*/ 19376 w 1139"/>
                <a:gd name="T53" fmla="*/ 4764 h 230"/>
                <a:gd name="T54" fmla="*/ 19389 w 1139"/>
                <a:gd name="T55" fmla="*/ 4781 h 230"/>
                <a:gd name="T56" fmla="*/ 19445 w 1139"/>
                <a:gd name="T57" fmla="*/ 4781 h 230"/>
                <a:gd name="T58" fmla="*/ 19466 w 1139"/>
                <a:gd name="T59" fmla="*/ 4781 h 230"/>
                <a:gd name="T60" fmla="*/ 19503 w 1139"/>
                <a:gd name="T61" fmla="*/ 4804 h 230"/>
                <a:gd name="T62" fmla="*/ 19525 w 1139"/>
                <a:gd name="T63" fmla="*/ 4804 h 230"/>
                <a:gd name="T64" fmla="*/ 19559 w 1139"/>
                <a:gd name="T65" fmla="*/ 4829 h 230"/>
                <a:gd name="T66" fmla="*/ 19580 w 1139"/>
                <a:gd name="T67" fmla="*/ 4829 h 230"/>
                <a:gd name="T68" fmla="*/ 19602 w 1139"/>
                <a:gd name="T69" fmla="*/ 4829 h 230"/>
                <a:gd name="T70" fmla="*/ 19615 w 1139"/>
                <a:gd name="T71" fmla="*/ 4829 h 230"/>
                <a:gd name="T72" fmla="*/ 19636 w 1139"/>
                <a:gd name="T73" fmla="*/ 4852 h 230"/>
                <a:gd name="T74" fmla="*/ 19658 w 1139"/>
                <a:gd name="T75" fmla="*/ 4852 h 230"/>
                <a:gd name="T76" fmla="*/ 19674 w 1139"/>
                <a:gd name="T77" fmla="*/ 4852 h 230"/>
                <a:gd name="T78" fmla="*/ 21464 w 1139"/>
                <a:gd name="T79" fmla="*/ 5264 h 230"/>
                <a:gd name="T80" fmla="*/ 21409 w 1139"/>
                <a:gd name="T81" fmla="*/ 4966 h 230"/>
                <a:gd name="T82" fmla="*/ 18503 w 1139"/>
                <a:gd name="T83" fmla="*/ 4330 h 230"/>
                <a:gd name="T84" fmla="*/ 14490 w 1139"/>
                <a:gd name="T85" fmla="*/ 3433 h 230"/>
                <a:gd name="T86" fmla="*/ 11608 w 1139"/>
                <a:gd name="T87" fmla="*/ 2538 h 230"/>
                <a:gd name="T88" fmla="*/ 7874 w 1139"/>
                <a:gd name="T89" fmla="*/ 1942 h 230"/>
                <a:gd name="T90" fmla="*/ 0 w 1139"/>
                <a:gd name="T91" fmla="*/ 0 h 230"/>
                <a:gd name="T92" fmla="*/ 0 w 1139"/>
                <a:gd name="T93" fmla="*/ 275 h 230"/>
                <a:gd name="T94" fmla="*/ 21 w 1139"/>
                <a:gd name="T95" fmla="*/ 275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39" h="230">
                  <a:moveTo>
                    <a:pt x="1" y="12"/>
                  </a:moveTo>
                  <a:cubicBezTo>
                    <a:pt x="1" y="12"/>
                    <a:pt x="2" y="12"/>
                    <a:pt x="3" y="13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7" y="13"/>
                    <a:pt x="7" y="14"/>
                    <a:pt x="8" y="14"/>
                  </a:cubicBezTo>
                  <a:cubicBezTo>
                    <a:pt x="51" y="22"/>
                    <a:pt x="259" y="65"/>
                    <a:pt x="363" y="85"/>
                  </a:cubicBezTo>
                  <a:cubicBezTo>
                    <a:pt x="374" y="88"/>
                    <a:pt x="384" y="90"/>
                    <a:pt x="393" y="91"/>
                  </a:cubicBezTo>
                  <a:cubicBezTo>
                    <a:pt x="399" y="94"/>
                    <a:pt x="406" y="96"/>
                    <a:pt x="408" y="101"/>
                  </a:cubicBezTo>
                  <a:cubicBezTo>
                    <a:pt x="438" y="147"/>
                    <a:pt x="466" y="147"/>
                    <a:pt x="496" y="164"/>
                  </a:cubicBezTo>
                  <a:cubicBezTo>
                    <a:pt x="526" y="180"/>
                    <a:pt x="540" y="170"/>
                    <a:pt x="572" y="170"/>
                  </a:cubicBezTo>
                  <a:cubicBezTo>
                    <a:pt x="604" y="170"/>
                    <a:pt x="602" y="164"/>
                    <a:pt x="638" y="174"/>
                  </a:cubicBezTo>
                  <a:cubicBezTo>
                    <a:pt x="674" y="184"/>
                    <a:pt x="688" y="195"/>
                    <a:pt x="714" y="193"/>
                  </a:cubicBezTo>
                  <a:cubicBezTo>
                    <a:pt x="740" y="191"/>
                    <a:pt x="744" y="193"/>
                    <a:pt x="760" y="191"/>
                  </a:cubicBezTo>
                  <a:cubicBezTo>
                    <a:pt x="773" y="189"/>
                    <a:pt x="786" y="181"/>
                    <a:pt x="794" y="174"/>
                  </a:cubicBezTo>
                  <a:cubicBezTo>
                    <a:pt x="797" y="171"/>
                    <a:pt x="801" y="168"/>
                    <a:pt x="809" y="167"/>
                  </a:cubicBezTo>
                  <a:cubicBezTo>
                    <a:pt x="815" y="168"/>
                    <a:pt x="822" y="170"/>
                    <a:pt x="828" y="171"/>
                  </a:cubicBezTo>
                  <a:cubicBezTo>
                    <a:pt x="828" y="171"/>
                    <a:pt x="828" y="171"/>
                    <a:pt x="828" y="171"/>
                  </a:cubicBezTo>
                  <a:cubicBezTo>
                    <a:pt x="897" y="183"/>
                    <a:pt x="962" y="195"/>
                    <a:pt x="1003" y="203"/>
                  </a:cubicBezTo>
                  <a:cubicBezTo>
                    <a:pt x="1003" y="203"/>
                    <a:pt x="1003" y="203"/>
                    <a:pt x="1003" y="203"/>
                  </a:cubicBezTo>
                  <a:cubicBezTo>
                    <a:pt x="1005" y="204"/>
                    <a:pt x="1007" y="204"/>
                    <a:pt x="1009" y="205"/>
                  </a:cubicBezTo>
                  <a:cubicBezTo>
                    <a:pt x="1009" y="205"/>
                    <a:pt x="1009" y="205"/>
                    <a:pt x="1009" y="205"/>
                  </a:cubicBezTo>
                  <a:cubicBezTo>
                    <a:pt x="1011" y="205"/>
                    <a:pt x="1013" y="205"/>
                    <a:pt x="1014" y="206"/>
                  </a:cubicBezTo>
                  <a:cubicBezTo>
                    <a:pt x="1014" y="206"/>
                    <a:pt x="1015" y="206"/>
                    <a:pt x="1015" y="206"/>
                  </a:cubicBezTo>
                  <a:cubicBezTo>
                    <a:pt x="1016" y="206"/>
                    <a:pt x="1018" y="206"/>
                    <a:pt x="1019" y="207"/>
                  </a:cubicBezTo>
                  <a:cubicBezTo>
                    <a:pt x="1020" y="207"/>
                    <a:pt x="1020" y="207"/>
                    <a:pt x="1020" y="207"/>
                  </a:cubicBezTo>
                  <a:cubicBezTo>
                    <a:pt x="1022" y="207"/>
                    <a:pt x="1023" y="207"/>
                    <a:pt x="1024" y="208"/>
                  </a:cubicBezTo>
                  <a:cubicBezTo>
                    <a:pt x="1024" y="208"/>
                    <a:pt x="1025" y="208"/>
                    <a:pt x="1025" y="208"/>
                  </a:cubicBezTo>
                  <a:cubicBezTo>
                    <a:pt x="1026" y="208"/>
                    <a:pt x="1027" y="208"/>
                    <a:pt x="1028" y="208"/>
                  </a:cubicBezTo>
                  <a:cubicBezTo>
                    <a:pt x="1029" y="209"/>
                    <a:pt x="1029" y="209"/>
                    <a:pt x="1029" y="209"/>
                  </a:cubicBezTo>
                  <a:cubicBezTo>
                    <a:pt x="1030" y="209"/>
                    <a:pt x="1031" y="209"/>
                    <a:pt x="1032" y="209"/>
                  </a:cubicBezTo>
                  <a:cubicBezTo>
                    <a:pt x="1032" y="209"/>
                    <a:pt x="1033" y="209"/>
                    <a:pt x="1033" y="209"/>
                  </a:cubicBezTo>
                  <a:cubicBezTo>
                    <a:pt x="1034" y="210"/>
                    <a:pt x="1035" y="210"/>
                    <a:pt x="1035" y="210"/>
                  </a:cubicBezTo>
                  <a:cubicBezTo>
                    <a:pt x="1036" y="210"/>
                    <a:pt x="1036" y="210"/>
                    <a:pt x="1036" y="210"/>
                  </a:cubicBezTo>
                  <a:cubicBezTo>
                    <a:pt x="1037" y="210"/>
                    <a:pt x="1038" y="210"/>
                    <a:pt x="1038" y="211"/>
                  </a:cubicBezTo>
                  <a:cubicBezTo>
                    <a:pt x="1038" y="211"/>
                    <a:pt x="1039" y="211"/>
                    <a:pt x="1039" y="211"/>
                  </a:cubicBezTo>
                  <a:cubicBezTo>
                    <a:pt x="1039" y="211"/>
                    <a:pt x="1040" y="211"/>
                    <a:pt x="1040" y="211"/>
                  </a:cubicBezTo>
                  <a:cubicBezTo>
                    <a:pt x="1041" y="211"/>
                    <a:pt x="1041" y="211"/>
                    <a:pt x="1041" y="211"/>
                  </a:cubicBezTo>
                  <a:cubicBezTo>
                    <a:pt x="1042" y="211"/>
                    <a:pt x="1042" y="211"/>
                    <a:pt x="1042" y="212"/>
                  </a:cubicBezTo>
                  <a:cubicBezTo>
                    <a:pt x="1042" y="212"/>
                    <a:pt x="1043" y="212"/>
                    <a:pt x="1043" y="212"/>
                  </a:cubicBezTo>
                  <a:cubicBezTo>
                    <a:pt x="1043" y="212"/>
                    <a:pt x="1043" y="212"/>
                    <a:pt x="1044" y="212"/>
                  </a:cubicBezTo>
                  <a:cubicBezTo>
                    <a:pt x="1094" y="221"/>
                    <a:pt x="1127" y="228"/>
                    <a:pt x="1139" y="230"/>
                  </a:cubicBezTo>
                  <a:cubicBezTo>
                    <a:pt x="1136" y="217"/>
                    <a:pt x="1136" y="217"/>
                    <a:pt x="1136" y="217"/>
                  </a:cubicBezTo>
                  <a:cubicBezTo>
                    <a:pt x="1117" y="214"/>
                    <a:pt x="1061" y="203"/>
                    <a:pt x="982" y="189"/>
                  </a:cubicBezTo>
                  <a:cubicBezTo>
                    <a:pt x="952" y="183"/>
                    <a:pt x="857" y="166"/>
                    <a:pt x="769" y="150"/>
                  </a:cubicBezTo>
                  <a:cubicBezTo>
                    <a:pt x="703" y="138"/>
                    <a:pt x="643" y="116"/>
                    <a:pt x="616" y="111"/>
                  </a:cubicBezTo>
                  <a:cubicBezTo>
                    <a:pt x="552" y="99"/>
                    <a:pt x="483" y="97"/>
                    <a:pt x="418" y="85"/>
                  </a:cubicBezTo>
                  <a:cubicBezTo>
                    <a:pt x="314" y="65"/>
                    <a:pt x="18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1" y="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3" name="Freeform 614">
              <a:extLst>
                <a:ext uri="{FF2B5EF4-FFF2-40B4-BE49-F238E27FC236}">
                  <a16:creationId xmlns:a16="http://schemas.microsoft.com/office/drawing/2014/main" id="{13702715-D1FC-4EC1-8675-BC32655A5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361"/>
              <a:ext cx="287" cy="999"/>
            </a:xfrm>
            <a:custGeom>
              <a:avLst/>
              <a:gdLst>
                <a:gd name="T0" fmla="*/ 486 w 108"/>
                <a:gd name="T1" fmla="*/ 0 h 352"/>
                <a:gd name="T2" fmla="*/ 431 w 108"/>
                <a:gd name="T3" fmla="*/ 1740 h 352"/>
                <a:gd name="T4" fmla="*/ 1180 w 108"/>
                <a:gd name="T5" fmla="*/ 1916 h 352"/>
                <a:gd name="T6" fmla="*/ 1990 w 108"/>
                <a:gd name="T7" fmla="*/ 4342 h 352"/>
                <a:gd name="T8" fmla="*/ 1052 w 108"/>
                <a:gd name="T9" fmla="*/ 6701 h 352"/>
                <a:gd name="T10" fmla="*/ 375 w 108"/>
                <a:gd name="T11" fmla="*/ 6564 h 352"/>
                <a:gd name="T12" fmla="*/ 0 w 108"/>
                <a:gd name="T13" fmla="*/ 8046 h 3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352">
                  <a:moveTo>
                    <a:pt x="26" y="0"/>
                  </a:moveTo>
                  <a:cubicBezTo>
                    <a:pt x="23" y="76"/>
                    <a:pt x="23" y="76"/>
                    <a:pt x="23" y="76"/>
                  </a:cubicBezTo>
                  <a:cubicBezTo>
                    <a:pt x="63" y="84"/>
                    <a:pt x="63" y="84"/>
                    <a:pt x="63" y="84"/>
                  </a:cubicBezTo>
                  <a:cubicBezTo>
                    <a:pt x="92" y="102"/>
                    <a:pt x="105" y="145"/>
                    <a:pt x="106" y="190"/>
                  </a:cubicBezTo>
                  <a:cubicBezTo>
                    <a:pt x="108" y="231"/>
                    <a:pt x="86" y="272"/>
                    <a:pt x="56" y="293"/>
                  </a:cubicBezTo>
                  <a:cubicBezTo>
                    <a:pt x="20" y="287"/>
                    <a:pt x="20" y="287"/>
                    <a:pt x="20" y="287"/>
                  </a:cubicBezTo>
                  <a:cubicBezTo>
                    <a:pt x="0" y="352"/>
                    <a:pt x="0" y="352"/>
                    <a:pt x="0" y="35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4" name="Freeform 615">
              <a:extLst>
                <a:ext uri="{FF2B5EF4-FFF2-40B4-BE49-F238E27FC236}">
                  <a16:creationId xmlns:a16="http://schemas.microsoft.com/office/drawing/2014/main" id="{5CAC24F6-B104-486D-BBAD-76552455C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756"/>
              <a:ext cx="107" cy="57"/>
            </a:xfrm>
            <a:custGeom>
              <a:avLst/>
              <a:gdLst>
                <a:gd name="T0" fmla="*/ 0 w 40"/>
                <a:gd name="T1" fmla="*/ 351 h 20"/>
                <a:gd name="T2" fmla="*/ 765 w 40"/>
                <a:gd name="T3" fmla="*/ 46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0">
                  <a:moveTo>
                    <a:pt x="0" y="15"/>
                  </a:moveTo>
                  <a:cubicBezTo>
                    <a:pt x="8" y="0"/>
                    <a:pt x="33" y="9"/>
                    <a:pt x="40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5" name="Freeform 616">
              <a:extLst>
                <a:ext uri="{FF2B5EF4-FFF2-40B4-BE49-F238E27FC236}">
                  <a16:creationId xmlns:a16="http://schemas.microsoft.com/office/drawing/2014/main" id="{F2211D0E-56BA-42A9-AA66-B001E630A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795"/>
              <a:ext cx="69" cy="32"/>
            </a:xfrm>
            <a:custGeom>
              <a:avLst/>
              <a:gdLst>
                <a:gd name="T0" fmla="*/ 0 w 26"/>
                <a:gd name="T1" fmla="*/ 271 h 11"/>
                <a:gd name="T2" fmla="*/ 486 w 26"/>
                <a:gd name="T3" fmla="*/ 19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4" y="0"/>
                    <a:pt x="18" y="5"/>
                    <a:pt x="26" y="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6" name="Freeform 617">
              <a:extLst>
                <a:ext uri="{FF2B5EF4-FFF2-40B4-BE49-F238E27FC236}">
                  <a16:creationId xmlns:a16="http://schemas.microsoft.com/office/drawing/2014/main" id="{4F27FE20-A3F5-4934-A1C5-193967B70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866"/>
              <a:ext cx="80" cy="71"/>
            </a:xfrm>
            <a:custGeom>
              <a:avLst/>
              <a:gdLst>
                <a:gd name="T0" fmla="*/ 56 w 30"/>
                <a:gd name="T1" fmla="*/ 0 h 25"/>
                <a:gd name="T2" fmla="*/ 568 w 30"/>
                <a:gd name="T3" fmla="*/ 43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5">
                  <a:moveTo>
                    <a:pt x="3" y="0"/>
                  </a:moveTo>
                  <a:cubicBezTo>
                    <a:pt x="0" y="15"/>
                    <a:pt x="17" y="25"/>
                    <a:pt x="30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7" name="Freeform 618">
              <a:extLst>
                <a:ext uri="{FF2B5EF4-FFF2-40B4-BE49-F238E27FC236}">
                  <a16:creationId xmlns:a16="http://schemas.microsoft.com/office/drawing/2014/main" id="{C1C50135-8F4C-46BD-94FD-3A390105B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98"/>
              <a:ext cx="42" cy="48"/>
            </a:xfrm>
            <a:custGeom>
              <a:avLst/>
              <a:gdLst>
                <a:gd name="T0" fmla="*/ 21 w 16"/>
                <a:gd name="T1" fmla="*/ 0 h 17"/>
                <a:gd name="T2" fmla="*/ 289 w 16"/>
                <a:gd name="T3" fmla="*/ 3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" y="0"/>
                  </a:moveTo>
                  <a:cubicBezTo>
                    <a:pt x="0" y="10"/>
                    <a:pt x="6" y="16"/>
                    <a:pt x="16" y="1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8" name="Freeform 619">
              <a:extLst>
                <a:ext uri="{FF2B5EF4-FFF2-40B4-BE49-F238E27FC236}">
                  <a16:creationId xmlns:a16="http://schemas.microsoft.com/office/drawing/2014/main" id="{E395E1AE-A793-4C2B-BEF3-A958F6E33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810"/>
              <a:ext cx="115" cy="56"/>
            </a:xfrm>
            <a:custGeom>
              <a:avLst/>
              <a:gdLst>
                <a:gd name="T0" fmla="*/ 0 w 43"/>
                <a:gd name="T1" fmla="*/ 283 h 20"/>
                <a:gd name="T2" fmla="*/ 824 w 43"/>
                <a:gd name="T3" fmla="*/ 44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13"/>
                  </a:moveTo>
                  <a:cubicBezTo>
                    <a:pt x="12" y="0"/>
                    <a:pt x="35" y="7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9" name="Freeform 620">
              <a:extLst>
                <a:ext uri="{FF2B5EF4-FFF2-40B4-BE49-F238E27FC236}">
                  <a16:creationId xmlns:a16="http://schemas.microsoft.com/office/drawing/2014/main" id="{956E02B8-B74F-47FE-8014-22FC798B5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852"/>
              <a:ext cx="96" cy="60"/>
            </a:xfrm>
            <a:custGeom>
              <a:avLst/>
              <a:gdLst>
                <a:gd name="T0" fmla="*/ 0 w 36"/>
                <a:gd name="T1" fmla="*/ 189 h 21"/>
                <a:gd name="T2" fmla="*/ 683 w 36"/>
                <a:gd name="T3" fmla="*/ 48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1">
                  <a:moveTo>
                    <a:pt x="0" y="8"/>
                  </a:moveTo>
                  <a:cubicBezTo>
                    <a:pt x="15" y="0"/>
                    <a:pt x="29" y="7"/>
                    <a:pt x="36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0" name="Freeform 621">
              <a:extLst>
                <a:ext uri="{FF2B5EF4-FFF2-40B4-BE49-F238E27FC236}">
                  <a16:creationId xmlns:a16="http://schemas.microsoft.com/office/drawing/2014/main" id="{962306F0-E204-4CF9-BDA8-A47B3E8E3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52"/>
              <a:ext cx="106" cy="45"/>
            </a:xfrm>
            <a:custGeom>
              <a:avLst/>
              <a:gdLst>
                <a:gd name="T0" fmla="*/ 0 w 40"/>
                <a:gd name="T1" fmla="*/ 158 h 16"/>
                <a:gd name="T2" fmla="*/ 745 w 4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6">
                  <a:moveTo>
                    <a:pt x="0" y="7"/>
                  </a:moveTo>
                  <a:cubicBezTo>
                    <a:pt x="9" y="16"/>
                    <a:pt x="39" y="15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1" name="Freeform 622">
              <a:extLst>
                <a:ext uri="{FF2B5EF4-FFF2-40B4-BE49-F238E27FC236}">
                  <a16:creationId xmlns:a16="http://schemas.microsoft.com/office/drawing/2014/main" id="{853F6F96-6E63-4CE0-9FC6-2F593E312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926"/>
              <a:ext cx="75" cy="37"/>
            </a:xfrm>
            <a:custGeom>
              <a:avLst/>
              <a:gdLst>
                <a:gd name="T0" fmla="*/ 0 w 28"/>
                <a:gd name="T1" fmla="*/ 0 h 13"/>
                <a:gd name="T2" fmla="*/ 538 w 28"/>
                <a:gd name="T3" fmla="*/ 21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4" y="11"/>
                    <a:pt x="18" y="13"/>
                    <a:pt x="28" y="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2" name="Freeform 623">
              <a:extLst>
                <a:ext uri="{FF2B5EF4-FFF2-40B4-BE49-F238E27FC236}">
                  <a16:creationId xmlns:a16="http://schemas.microsoft.com/office/drawing/2014/main" id="{E8EC6431-2756-4253-8F34-86D62E8BD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966"/>
              <a:ext cx="99" cy="51"/>
            </a:xfrm>
            <a:custGeom>
              <a:avLst/>
              <a:gdLst>
                <a:gd name="T0" fmla="*/ 0 w 37"/>
                <a:gd name="T1" fmla="*/ 0 h 18"/>
                <a:gd name="T2" fmla="*/ 709 w 37"/>
                <a:gd name="T3" fmla="*/ 24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8">
                  <a:moveTo>
                    <a:pt x="0" y="0"/>
                  </a:moveTo>
                  <a:cubicBezTo>
                    <a:pt x="6" y="13"/>
                    <a:pt x="24" y="18"/>
                    <a:pt x="37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3" name="Freeform 624">
              <a:extLst>
                <a:ext uri="{FF2B5EF4-FFF2-40B4-BE49-F238E27FC236}">
                  <a16:creationId xmlns:a16="http://schemas.microsoft.com/office/drawing/2014/main" id="{1A74E8CB-F347-4965-9C62-9A1407909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80"/>
              <a:ext cx="48" cy="48"/>
            </a:xfrm>
            <a:custGeom>
              <a:avLst/>
              <a:gdLst>
                <a:gd name="T0" fmla="*/ 0 w 18"/>
                <a:gd name="T1" fmla="*/ 0 h 17"/>
                <a:gd name="T2" fmla="*/ 341 w 18"/>
                <a:gd name="T3" fmla="*/ 3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0"/>
                  </a:moveTo>
                  <a:cubicBezTo>
                    <a:pt x="2" y="9"/>
                    <a:pt x="8" y="17"/>
                    <a:pt x="18" y="1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4" name="Freeform 625">
              <a:extLst>
                <a:ext uri="{FF2B5EF4-FFF2-40B4-BE49-F238E27FC236}">
                  <a16:creationId xmlns:a16="http://schemas.microsoft.com/office/drawing/2014/main" id="{B88FD20A-A913-4F3E-AEB0-124663EC8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895"/>
              <a:ext cx="106" cy="68"/>
            </a:xfrm>
            <a:custGeom>
              <a:avLst/>
              <a:gdLst>
                <a:gd name="T0" fmla="*/ 0 w 40"/>
                <a:gd name="T1" fmla="*/ 113 h 24"/>
                <a:gd name="T2" fmla="*/ 371 w 40"/>
                <a:gd name="T3" fmla="*/ 136 h 24"/>
                <a:gd name="T4" fmla="*/ 745 w 40"/>
                <a:gd name="T5" fmla="*/ 54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0" y="5"/>
                  </a:moveTo>
                  <a:cubicBezTo>
                    <a:pt x="4" y="0"/>
                    <a:pt x="15" y="4"/>
                    <a:pt x="20" y="6"/>
                  </a:cubicBezTo>
                  <a:cubicBezTo>
                    <a:pt x="29" y="9"/>
                    <a:pt x="37" y="15"/>
                    <a:pt x="40" y="2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5" name="Freeform 626">
              <a:extLst>
                <a:ext uri="{FF2B5EF4-FFF2-40B4-BE49-F238E27FC236}">
                  <a16:creationId xmlns:a16="http://schemas.microsoft.com/office/drawing/2014/main" id="{68FFBEFD-E680-4AF8-A3B1-9F37037E4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960"/>
              <a:ext cx="56" cy="57"/>
            </a:xfrm>
            <a:custGeom>
              <a:avLst/>
              <a:gdLst>
                <a:gd name="T0" fmla="*/ 0 w 21"/>
                <a:gd name="T1" fmla="*/ 0 h 20"/>
                <a:gd name="T2" fmla="*/ 397 w 21"/>
                <a:gd name="T3" fmla="*/ 46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9" y="1"/>
                    <a:pt x="20" y="10"/>
                    <a:pt x="21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6" name="Freeform 627">
              <a:extLst>
                <a:ext uri="{FF2B5EF4-FFF2-40B4-BE49-F238E27FC236}">
                  <a16:creationId xmlns:a16="http://schemas.microsoft.com/office/drawing/2014/main" id="{D39153D2-D673-4D7D-96DA-C8A09FB03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974"/>
              <a:ext cx="51" cy="63"/>
            </a:xfrm>
            <a:custGeom>
              <a:avLst/>
              <a:gdLst>
                <a:gd name="T0" fmla="*/ 346 w 19"/>
                <a:gd name="T1" fmla="*/ 0 h 22"/>
                <a:gd name="T2" fmla="*/ 0 w 19"/>
                <a:gd name="T3" fmla="*/ 49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18" y="0"/>
                  </a:moveTo>
                  <a:cubicBezTo>
                    <a:pt x="19" y="13"/>
                    <a:pt x="15" y="22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7" name="Freeform 628">
              <a:extLst>
                <a:ext uri="{FF2B5EF4-FFF2-40B4-BE49-F238E27FC236}">
                  <a16:creationId xmlns:a16="http://schemas.microsoft.com/office/drawing/2014/main" id="{B3768099-B4BE-411C-A543-EC24A4DA0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011"/>
              <a:ext cx="35" cy="37"/>
            </a:xfrm>
            <a:custGeom>
              <a:avLst/>
              <a:gdLst>
                <a:gd name="T0" fmla="*/ 175 w 13"/>
                <a:gd name="T1" fmla="*/ 0 h 13"/>
                <a:gd name="T2" fmla="*/ 0 w 13"/>
                <a:gd name="T3" fmla="*/ 2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3" y="7"/>
                    <a:pt x="7" y="13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8" name="Freeform 629">
              <a:extLst>
                <a:ext uri="{FF2B5EF4-FFF2-40B4-BE49-F238E27FC236}">
                  <a16:creationId xmlns:a16="http://schemas.microsoft.com/office/drawing/2014/main" id="{E04DD7FF-64FE-4446-A7D7-094C843C6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773"/>
              <a:ext cx="19" cy="28"/>
            </a:xfrm>
            <a:custGeom>
              <a:avLst/>
              <a:gdLst>
                <a:gd name="T0" fmla="*/ 0 w 7"/>
                <a:gd name="T1" fmla="*/ 109 h 10"/>
                <a:gd name="T2" fmla="*/ 141 w 7"/>
                <a:gd name="T3" fmla="*/ 196 h 10"/>
                <a:gd name="T4" fmla="*/ 6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5"/>
                  </a:moveTo>
                  <a:cubicBezTo>
                    <a:pt x="1" y="7"/>
                    <a:pt x="4" y="10"/>
                    <a:pt x="7" y="9"/>
                  </a:cubicBezTo>
                  <a:cubicBezTo>
                    <a:pt x="7" y="6"/>
                    <a:pt x="5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9" name="Freeform 630">
              <a:extLst>
                <a:ext uri="{FF2B5EF4-FFF2-40B4-BE49-F238E27FC236}">
                  <a16:creationId xmlns:a16="http://schemas.microsoft.com/office/drawing/2014/main" id="{C472FBD8-6553-4787-AB5A-5167F3024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798"/>
              <a:ext cx="26" cy="34"/>
            </a:xfrm>
            <a:custGeom>
              <a:avLst/>
              <a:gdLst>
                <a:gd name="T0" fmla="*/ 156 w 10"/>
                <a:gd name="T1" fmla="*/ 74 h 12"/>
                <a:gd name="T2" fmla="*/ 109 w 10"/>
                <a:gd name="T3" fmla="*/ 249 h 12"/>
                <a:gd name="T4" fmla="*/ 55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9" y="3"/>
                  </a:moveTo>
                  <a:cubicBezTo>
                    <a:pt x="9" y="6"/>
                    <a:pt x="10" y="11"/>
                    <a:pt x="6" y="11"/>
                  </a:cubicBezTo>
                  <a:cubicBezTo>
                    <a:pt x="0" y="12"/>
                    <a:pt x="2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0" name="Freeform 631">
              <a:extLst>
                <a:ext uri="{FF2B5EF4-FFF2-40B4-BE49-F238E27FC236}">
                  <a16:creationId xmlns:a16="http://schemas.microsoft.com/office/drawing/2014/main" id="{1E5BB0E8-8E59-4DEC-B457-5AA916AB4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866"/>
              <a:ext cx="29" cy="29"/>
            </a:xfrm>
            <a:custGeom>
              <a:avLst/>
              <a:gdLst>
                <a:gd name="T0" fmla="*/ 0 w 11"/>
                <a:gd name="T1" fmla="*/ 75 h 10"/>
                <a:gd name="T2" fmla="*/ 200 w 11"/>
                <a:gd name="T3" fmla="*/ 128 h 10"/>
                <a:gd name="T4" fmla="*/ 21 w 11"/>
                <a:gd name="T5" fmla="*/ 2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2" y="1"/>
                    <a:pt x="11" y="0"/>
                    <a:pt x="11" y="5"/>
                  </a:cubicBezTo>
                  <a:cubicBezTo>
                    <a:pt x="11" y="9"/>
                    <a:pt x="4" y="10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1" name="Freeform 632">
              <a:extLst>
                <a:ext uri="{FF2B5EF4-FFF2-40B4-BE49-F238E27FC236}">
                  <a16:creationId xmlns:a16="http://schemas.microsoft.com/office/drawing/2014/main" id="{6D1D32F3-AB9B-414F-92D3-674CC86FA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940"/>
              <a:ext cx="13" cy="9"/>
            </a:xfrm>
            <a:custGeom>
              <a:avLst/>
              <a:gdLst>
                <a:gd name="T0" fmla="*/ 0 w 5"/>
                <a:gd name="T1" fmla="*/ 81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2" name="Freeform 633">
              <a:extLst>
                <a:ext uri="{FF2B5EF4-FFF2-40B4-BE49-F238E27FC236}">
                  <a16:creationId xmlns:a16="http://schemas.microsoft.com/office/drawing/2014/main" id="{07C1F7B7-6EEE-47A0-95F1-24ACA9CF4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69"/>
              <a:ext cx="27" cy="22"/>
            </a:xfrm>
            <a:custGeom>
              <a:avLst/>
              <a:gdLst>
                <a:gd name="T0" fmla="*/ 0 w 10"/>
                <a:gd name="T1" fmla="*/ 143 h 8"/>
                <a:gd name="T2" fmla="*/ 138 w 10"/>
                <a:gd name="T3" fmla="*/ 22 h 8"/>
                <a:gd name="T4" fmla="*/ 159 w 10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7"/>
                  </a:moveTo>
                  <a:cubicBezTo>
                    <a:pt x="1" y="5"/>
                    <a:pt x="4" y="0"/>
                    <a:pt x="7" y="1"/>
                  </a:cubicBezTo>
                  <a:cubicBezTo>
                    <a:pt x="10" y="2"/>
                    <a:pt x="9" y="6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3" name="Freeform 634">
              <a:extLst>
                <a:ext uri="{FF2B5EF4-FFF2-40B4-BE49-F238E27FC236}">
                  <a16:creationId xmlns:a16="http://schemas.microsoft.com/office/drawing/2014/main" id="{FF83F3F0-A513-4D0F-9FEA-A4156D7B0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824"/>
              <a:ext cx="40" cy="37"/>
            </a:xfrm>
            <a:custGeom>
              <a:avLst/>
              <a:gdLst>
                <a:gd name="T0" fmla="*/ 35 w 15"/>
                <a:gd name="T1" fmla="*/ 48 h 13"/>
                <a:gd name="T2" fmla="*/ 136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2" y="2"/>
                  </a:moveTo>
                  <a:cubicBezTo>
                    <a:pt x="0" y="7"/>
                    <a:pt x="15" y="1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4" name="Freeform 635">
              <a:extLst>
                <a:ext uri="{FF2B5EF4-FFF2-40B4-BE49-F238E27FC236}">
                  <a16:creationId xmlns:a16="http://schemas.microsoft.com/office/drawing/2014/main" id="{8E3086B9-924A-4BA9-9A9A-431F4411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878"/>
              <a:ext cx="29" cy="37"/>
            </a:xfrm>
            <a:custGeom>
              <a:avLst/>
              <a:gdLst>
                <a:gd name="T0" fmla="*/ 111 w 11"/>
                <a:gd name="T1" fmla="*/ 299 h 13"/>
                <a:gd name="T2" fmla="*/ 200 w 11"/>
                <a:gd name="T3" fmla="*/ 48 h 13"/>
                <a:gd name="T4" fmla="*/ 0 w 11"/>
                <a:gd name="T5" fmla="*/ 18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6" y="13"/>
                  </a:moveTo>
                  <a:cubicBezTo>
                    <a:pt x="9" y="11"/>
                    <a:pt x="11" y="6"/>
                    <a:pt x="11" y="2"/>
                  </a:cubicBezTo>
                  <a:cubicBezTo>
                    <a:pt x="8" y="0"/>
                    <a:pt x="2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5" name="Freeform 636">
              <a:extLst>
                <a:ext uri="{FF2B5EF4-FFF2-40B4-BE49-F238E27FC236}">
                  <a16:creationId xmlns:a16="http://schemas.microsoft.com/office/drawing/2014/main" id="{63FD61D1-5870-493F-9FB7-92BCDCB92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946"/>
              <a:ext cx="3" cy="23"/>
            </a:xfrm>
            <a:custGeom>
              <a:avLst/>
              <a:gdLst>
                <a:gd name="T0" fmla="*/ 0 w 1"/>
                <a:gd name="T1" fmla="*/ 0 h 8"/>
                <a:gd name="T2" fmla="*/ 27 w 1"/>
                <a:gd name="T3" fmla="*/ 19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6" name="Freeform 637">
              <a:extLst>
                <a:ext uri="{FF2B5EF4-FFF2-40B4-BE49-F238E27FC236}">
                  <a16:creationId xmlns:a16="http://schemas.microsoft.com/office/drawing/2014/main" id="{9788D105-ED75-4E79-A68D-B26B6965E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969"/>
              <a:ext cx="32" cy="22"/>
            </a:xfrm>
            <a:custGeom>
              <a:avLst/>
              <a:gdLst>
                <a:gd name="T0" fmla="*/ 0 w 12"/>
                <a:gd name="T1" fmla="*/ 47 h 8"/>
                <a:gd name="T2" fmla="*/ 192 w 12"/>
                <a:gd name="T3" fmla="*/ 47 h 8"/>
                <a:gd name="T4" fmla="*/ 136 w 12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2"/>
                  </a:moveTo>
                  <a:cubicBezTo>
                    <a:pt x="2" y="2"/>
                    <a:pt x="9" y="0"/>
                    <a:pt x="10" y="2"/>
                  </a:cubicBezTo>
                  <a:cubicBezTo>
                    <a:pt x="12" y="4"/>
                    <a:pt x="10" y="7"/>
                    <a:pt x="7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7" name="Freeform 638">
              <a:extLst>
                <a:ext uri="{FF2B5EF4-FFF2-40B4-BE49-F238E27FC236}">
                  <a16:creationId xmlns:a16="http://schemas.microsoft.com/office/drawing/2014/main" id="{A78845E4-D3AF-42BE-BDCD-D6209180C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980"/>
              <a:ext cx="43" cy="34"/>
            </a:xfrm>
            <a:custGeom>
              <a:avLst/>
              <a:gdLst>
                <a:gd name="T0" fmla="*/ 94 w 16"/>
                <a:gd name="T1" fmla="*/ 249 h 12"/>
                <a:gd name="T2" fmla="*/ 274 w 16"/>
                <a:gd name="T3" fmla="*/ 88 h 12"/>
                <a:gd name="T4" fmla="*/ 0 w 16"/>
                <a:gd name="T5" fmla="*/ 16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5" y="11"/>
                  </a:moveTo>
                  <a:cubicBezTo>
                    <a:pt x="8" y="12"/>
                    <a:pt x="16" y="8"/>
                    <a:pt x="14" y="4"/>
                  </a:cubicBezTo>
                  <a:cubicBezTo>
                    <a:pt x="12" y="0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8" name="Freeform 639">
              <a:extLst>
                <a:ext uri="{FF2B5EF4-FFF2-40B4-BE49-F238E27FC236}">
                  <a16:creationId xmlns:a16="http://schemas.microsoft.com/office/drawing/2014/main" id="{1F3B10CC-DB8A-4ADC-A558-52AB5B4BF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971"/>
              <a:ext cx="45" cy="34"/>
            </a:xfrm>
            <a:custGeom>
              <a:avLst/>
              <a:gdLst>
                <a:gd name="T0" fmla="*/ 315 w 17"/>
                <a:gd name="T1" fmla="*/ 88 h 12"/>
                <a:gd name="T2" fmla="*/ 225 w 17"/>
                <a:gd name="T3" fmla="*/ 2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17" y="4"/>
                  </a:moveTo>
                  <a:cubicBezTo>
                    <a:pt x="9" y="0"/>
                    <a:pt x="0" y="12"/>
                    <a:pt x="12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9" name="Freeform 640">
              <a:extLst>
                <a:ext uri="{FF2B5EF4-FFF2-40B4-BE49-F238E27FC236}">
                  <a16:creationId xmlns:a16="http://schemas.microsoft.com/office/drawing/2014/main" id="{912B0732-0D3B-4F75-8CB7-EEA37CAF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895"/>
              <a:ext cx="21" cy="31"/>
            </a:xfrm>
            <a:custGeom>
              <a:avLst/>
              <a:gdLst>
                <a:gd name="T0" fmla="*/ 21 w 8"/>
                <a:gd name="T1" fmla="*/ 0 h 11"/>
                <a:gd name="T2" fmla="*/ 144 w 8"/>
                <a:gd name="T3" fmla="*/ 4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0"/>
                  </a:moveTo>
                  <a:cubicBezTo>
                    <a:pt x="0" y="8"/>
                    <a:pt x="7" y="11"/>
                    <a:pt x="8" y="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0" name="Freeform 641">
              <a:extLst>
                <a:ext uri="{FF2B5EF4-FFF2-40B4-BE49-F238E27FC236}">
                  <a16:creationId xmlns:a16="http://schemas.microsoft.com/office/drawing/2014/main" id="{421A0651-8F7D-45EE-8761-28FB4335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997"/>
              <a:ext cx="37" cy="37"/>
            </a:xfrm>
            <a:custGeom>
              <a:avLst/>
              <a:gdLst>
                <a:gd name="T0" fmla="*/ 148 w 14"/>
                <a:gd name="T1" fmla="*/ 299 h 13"/>
                <a:gd name="T2" fmla="*/ 225 w 14"/>
                <a:gd name="T3" fmla="*/ 88 h 13"/>
                <a:gd name="T4" fmla="*/ 0 w 14"/>
                <a:gd name="T5" fmla="*/ 22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3"/>
                  </a:moveTo>
                  <a:cubicBezTo>
                    <a:pt x="10" y="12"/>
                    <a:pt x="14" y="6"/>
                    <a:pt x="12" y="4"/>
                  </a:cubicBezTo>
                  <a:cubicBezTo>
                    <a:pt x="9" y="0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1" name="Freeform 642">
              <a:extLst>
                <a:ext uri="{FF2B5EF4-FFF2-40B4-BE49-F238E27FC236}">
                  <a16:creationId xmlns:a16="http://schemas.microsoft.com/office/drawing/2014/main" id="{DEF8431C-6D63-4187-BED5-FFBF641FD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40"/>
              <a:ext cx="72" cy="31"/>
            </a:xfrm>
            <a:custGeom>
              <a:avLst/>
              <a:gdLst>
                <a:gd name="T0" fmla="*/ 0 w 27"/>
                <a:gd name="T1" fmla="*/ 0 h 11"/>
                <a:gd name="T2" fmla="*/ 512 w 27"/>
                <a:gd name="T3" fmla="*/ 8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2" y="10"/>
                    <a:pt x="22" y="11"/>
                    <a:pt x="27" y="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2" name="Freeform 643">
              <a:extLst>
                <a:ext uri="{FF2B5EF4-FFF2-40B4-BE49-F238E27FC236}">
                  <a16:creationId xmlns:a16="http://schemas.microsoft.com/office/drawing/2014/main" id="{F1190E86-AE62-483E-91E6-F35079A96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437"/>
              <a:ext cx="50" cy="28"/>
            </a:xfrm>
            <a:custGeom>
              <a:avLst/>
              <a:gdLst>
                <a:gd name="T0" fmla="*/ 21 w 19"/>
                <a:gd name="T1" fmla="*/ 0 h 10"/>
                <a:gd name="T2" fmla="*/ 347 w 19"/>
                <a:gd name="T3" fmla="*/ 21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" y="0"/>
                  </a:moveTo>
                  <a:cubicBezTo>
                    <a:pt x="0" y="9"/>
                    <a:pt x="13" y="10"/>
                    <a:pt x="19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3" name="Freeform 644">
              <a:extLst>
                <a:ext uri="{FF2B5EF4-FFF2-40B4-BE49-F238E27FC236}">
                  <a16:creationId xmlns:a16="http://schemas.microsoft.com/office/drawing/2014/main" id="{A276B9A4-1CFD-47A4-B8FF-5465F864D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462"/>
              <a:ext cx="72" cy="34"/>
            </a:xfrm>
            <a:custGeom>
              <a:avLst/>
              <a:gdLst>
                <a:gd name="T0" fmla="*/ 77 w 27"/>
                <a:gd name="T1" fmla="*/ 0 h 12"/>
                <a:gd name="T2" fmla="*/ 512 w 27"/>
                <a:gd name="T3" fmla="*/ 21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4" y="0"/>
                  </a:moveTo>
                  <a:cubicBezTo>
                    <a:pt x="0" y="10"/>
                    <a:pt x="21" y="12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4" name="Freeform 645">
              <a:extLst>
                <a:ext uri="{FF2B5EF4-FFF2-40B4-BE49-F238E27FC236}">
                  <a16:creationId xmlns:a16="http://schemas.microsoft.com/office/drawing/2014/main" id="{6B73E8CD-56D5-4AE1-A7E9-CCA1E7C07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474"/>
              <a:ext cx="21" cy="31"/>
            </a:xfrm>
            <a:custGeom>
              <a:avLst/>
              <a:gdLst>
                <a:gd name="T0" fmla="*/ 0 w 8"/>
                <a:gd name="T1" fmla="*/ 0 h 11"/>
                <a:gd name="T2" fmla="*/ 144 w 8"/>
                <a:gd name="T3" fmla="*/ 2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6"/>
                    <a:pt x="2" y="9"/>
                    <a:pt x="8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5" name="Freeform 646">
              <a:extLst>
                <a:ext uri="{FF2B5EF4-FFF2-40B4-BE49-F238E27FC236}">
                  <a16:creationId xmlns:a16="http://schemas.microsoft.com/office/drawing/2014/main" id="{3DC901C8-0047-4CDA-9763-E6D7EBC6C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40"/>
              <a:ext cx="93" cy="51"/>
            </a:xfrm>
            <a:custGeom>
              <a:avLst/>
              <a:gdLst>
                <a:gd name="T0" fmla="*/ 0 w 35"/>
                <a:gd name="T1" fmla="*/ 48 h 18"/>
                <a:gd name="T2" fmla="*/ 656 w 35"/>
                <a:gd name="T3" fmla="*/ 41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2"/>
                  </a:moveTo>
                  <a:cubicBezTo>
                    <a:pt x="13" y="0"/>
                    <a:pt x="30" y="5"/>
                    <a:pt x="35" y="1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6" name="Freeform 647">
              <a:extLst>
                <a:ext uri="{FF2B5EF4-FFF2-40B4-BE49-F238E27FC236}">
                  <a16:creationId xmlns:a16="http://schemas.microsoft.com/office/drawing/2014/main" id="{CF8B3EE2-81DE-4C2C-A8B9-D1D7DB67E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380"/>
              <a:ext cx="82" cy="40"/>
            </a:xfrm>
            <a:custGeom>
              <a:avLst/>
              <a:gdLst>
                <a:gd name="T0" fmla="*/ 0 w 31"/>
                <a:gd name="T1" fmla="*/ 140 h 14"/>
                <a:gd name="T2" fmla="*/ 574 w 31"/>
                <a:gd name="T3" fmla="*/ 3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4">
                  <a:moveTo>
                    <a:pt x="0" y="6"/>
                  </a:moveTo>
                  <a:cubicBezTo>
                    <a:pt x="10" y="0"/>
                    <a:pt x="24" y="8"/>
                    <a:pt x="31" y="1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7" name="Freeform 648">
              <a:extLst>
                <a:ext uri="{FF2B5EF4-FFF2-40B4-BE49-F238E27FC236}">
                  <a16:creationId xmlns:a16="http://schemas.microsoft.com/office/drawing/2014/main" id="{DE376603-0F82-4DD2-BC54-7523DFE92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485"/>
              <a:ext cx="101" cy="63"/>
            </a:xfrm>
            <a:custGeom>
              <a:avLst/>
              <a:gdLst>
                <a:gd name="T0" fmla="*/ 0 w 38"/>
                <a:gd name="T1" fmla="*/ 0 h 22"/>
                <a:gd name="T2" fmla="*/ 712 w 38"/>
                <a:gd name="T3" fmla="*/ 26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3" y="13"/>
                    <a:pt x="28" y="22"/>
                    <a:pt x="38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8" name="Freeform 649">
              <a:extLst>
                <a:ext uri="{FF2B5EF4-FFF2-40B4-BE49-F238E27FC236}">
                  <a16:creationId xmlns:a16="http://schemas.microsoft.com/office/drawing/2014/main" id="{49A73571-9655-44BD-9A01-15DC434D0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496"/>
              <a:ext cx="64" cy="40"/>
            </a:xfrm>
            <a:custGeom>
              <a:avLst/>
              <a:gdLst>
                <a:gd name="T0" fmla="*/ 21 w 24"/>
                <a:gd name="T1" fmla="*/ 0 h 14"/>
                <a:gd name="T2" fmla="*/ 456 w 24"/>
                <a:gd name="T3" fmla="*/ 27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1" y="0"/>
                  </a:moveTo>
                  <a:cubicBezTo>
                    <a:pt x="0" y="9"/>
                    <a:pt x="17" y="14"/>
                    <a:pt x="24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9" name="Freeform 650">
              <a:extLst>
                <a:ext uri="{FF2B5EF4-FFF2-40B4-BE49-F238E27FC236}">
                  <a16:creationId xmlns:a16="http://schemas.microsoft.com/office/drawing/2014/main" id="{10BC3A0C-8B9F-476F-988B-713B3AE5E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355"/>
              <a:ext cx="48" cy="31"/>
            </a:xfrm>
            <a:custGeom>
              <a:avLst/>
              <a:gdLst>
                <a:gd name="T0" fmla="*/ 0 w 18"/>
                <a:gd name="T1" fmla="*/ 245 h 11"/>
                <a:gd name="T2" fmla="*/ 341 w 1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1" y="3"/>
                    <a:pt x="11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0" name="Freeform 651">
              <a:extLst>
                <a:ext uri="{FF2B5EF4-FFF2-40B4-BE49-F238E27FC236}">
                  <a16:creationId xmlns:a16="http://schemas.microsoft.com/office/drawing/2014/main" id="{AC72D90C-E236-4DFA-84B7-8B4465BE6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389"/>
              <a:ext cx="19" cy="31"/>
            </a:xfrm>
            <a:custGeom>
              <a:avLst/>
              <a:gdLst>
                <a:gd name="T0" fmla="*/ 0 w 7"/>
                <a:gd name="T1" fmla="*/ 0 h 11"/>
                <a:gd name="T2" fmla="*/ 103 w 7"/>
                <a:gd name="T3" fmla="*/ 2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5" y="3"/>
                    <a:pt x="7" y="6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1" name="Freeform 652">
              <a:extLst>
                <a:ext uri="{FF2B5EF4-FFF2-40B4-BE49-F238E27FC236}">
                  <a16:creationId xmlns:a16="http://schemas.microsoft.com/office/drawing/2014/main" id="{DE67B071-C18A-4ECB-A150-5CF7FB02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397"/>
              <a:ext cx="26" cy="9"/>
            </a:xfrm>
            <a:custGeom>
              <a:avLst/>
              <a:gdLst>
                <a:gd name="T0" fmla="*/ 0 w 10"/>
                <a:gd name="T1" fmla="*/ 81 h 3"/>
                <a:gd name="T2" fmla="*/ 177 w 10"/>
                <a:gd name="T3" fmla="*/ 2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1" y="0"/>
                    <a:pt x="7" y="0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2" name="Freeform 653">
              <a:extLst>
                <a:ext uri="{FF2B5EF4-FFF2-40B4-BE49-F238E27FC236}">
                  <a16:creationId xmlns:a16="http://schemas.microsoft.com/office/drawing/2014/main" id="{CB6D2E4A-2561-412A-AD41-B5642E15E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349"/>
              <a:ext cx="5" cy="20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3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3" name="Freeform 654">
              <a:extLst>
                <a:ext uri="{FF2B5EF4-FFF2-40B4-BE49-F238E27FC236}">
                  <a16:creationId xmlns:a16="http://schemas.microsoft.com/office/drawing/2014/main" id="{6527998D-97A1-4F89-B144-BF4408CF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383"/>
              <a:ext cx="27" cy="43"/>
            </a:xfrm>
            <a:custGeom>
              <a:avLst/>
              <a:gdLst>
                <a:gd name="T0" fmla="*/ 103 w 10"/>
                <a:gd name="T1" fmla="*/ 353 h 15"/>
                <a:gd name="T2" fmla="*/ 159 w 10"/>
                <a:gd name="T3" fmla="*/ 140 h 15"/>
                <a:gd name="T4" fmla="*/ 0 w 10"/>
                <a:gd name="T5" fmla="*/ 27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5" y="15"/>
                  </a:moveTo>
                  <a:cubicBezTo>
                    <a:pt x="8" y="13"/>
                    <a:pt x="10" y="10"/>
                    <a:pt x="8" y="6"/>
                  </a:cubicBezTo>
                  <a:cubicBezTo>
                    <a:pt x="5" y="0"/>
                    <a:pt x="1" y="8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4" name="Freeform 655">
              <a:extLst>
                <a:ext uri="{FF2B5EF4-FFF2-40B4-BE49-F238E27FC236}">
                  <a16:creationId xmlns:a16="http://schemas.microsoft.com/office/drawing/2014/main" id="{36AA1DDD-0459-49AE-9A1A-3532D01EA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471"/>
              <a:ext cx="40" cy="37"/>
            </a:xfrm>
            <a:custGeom>
              <a:avLst/>
              <a:gdLst>
                <a:gd name="T0" fmla="*/ 0 w 15"/>
                <a:gd name="T1" fmla="*/ 228 h 13"/>
                <a:gd name="T2" fmla="*/ 77 w 15"/>
                <a:gd name="T3" fmla="*/ 29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0"/>
                  </a:moveTo>
                  <a:cubicBezTo>
                    <a:pt x="9" y="0"/>
                    <a:pt x="15" y="13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5" name="Freeform 656">
              <a:extLst>
                <a:ext uri="{FF2B5EF4-FFF2-40B4-BE49-F238E27FC236}">
                  <a16:creationId xmlns:a16="http://schemas.microsoft.com/office/drawing/2014/main" id="{92FC2FC4-9AD1-4E66-BA11-94C59D4EF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338"/>
              <a:ext cx="2" cy="19"/>
            </a:xfrm>
            <a:custGeom>
              <a:avLst/>
              <a:gdLst>
                <a:gd name="T0" fmla="*/ 8 w 1"/>
                <a:gd name="T1" fmla="*/ 0 h 7"/>
                <a:gd name="T2" fmla="*/ 8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3"/>
                    <a:pt x="1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6" name="Freeform 657">
              <a:extLst>
                <a:ext uri="{FF2B5EF4-FFF2-40B4-BE49-F238E27FC236}">
                  <a16:creationId xmlns:a16="http://schemas.microsoft.com/office/drawing/2014/main" id="{0873EBB4-8FD9-4F54-921C-5503749F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43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7" name="Freeform 658">
              <a:extLst>
                <a:ext uri="{FF2B5EF4-FFF2-40B4-BE49-F238E27FC236}">
                  <a16:creationId xmlns:a16="http://schemas.microsoft.com/office/drawing/2014/main" id="{F1480D09-D514-4580-8DA1-EE6338713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374"/>
              <a:ext cx="10" cy="9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8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2" y="2"/>
                    <a:pt x="4" y="3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8" name="Freeform 659">
              <a:extLst>
                <a:ext uri="{FF2B5EF4-FFF2-40B4-BE49-F238E27FC236}">
                  <a16:creationId xmlns:a16="http://schemas.microsoft.com/office/drawing/2014/main" id="{EE2D6651-F45F-4C91-8511-070A23C67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513"/>
              <a:ext cx="21" cy="23"/>
            </a:xfrm>
            <a:custGeom>
              <a:avLst/>
              <a:gdLst>
                <a:gd name="T0" fmla="*/ 76 w 8"/>
                <a:gd name="T1" fmla="*/ 190 h 8"/>
                <a:gd name="T2" fmla="*/ 76 w 8"/>
                <a:gd name="T3" fmla="*/ 26 h 8"/>
                <a:gd name="T4" fmla="*/ 0 w 8"/>
                <a:gd name="T5" fmla="*/ 19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cubicBezTo>
                    <a:pt x="6" y="7"/>
                    <a:pt x="8" y="1"/>
                    <a:pt x="4" y="1"/>
                  </a:cubicBezTo>
                  <a:cubicBezTo>
                    <a:pt x="2" y="0"/>
                    <a:pt x="0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9" name="Freeform 660">
              <a:extLst>
                <a:ext uri="{FF2B5EF4-FFF2-40B4-BE49-F238E27FC236}">
                  <a16:creationId xmlns:a16="http://schemas.microsoft.com/office/drawing/2014/main" id="{1B199EE5-D817-4E2E-A753-A6B90CB0C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821"/>
              <a:ext cx="1134" cy="304"/>
            </a:xfrm>
            <a:custGeom>
              <a:avLst/>
              <a:gdLst>
                <a:gd name="T0" fmla="*/ 751 w 426"/>
                <a:gd name="T1" fmla="*/ 276 h 107"/>
                <a:gd name="T2" fmla="*/ 1416 w 426"/>
                <a:gd name="T3" fmla="*/ 460 h 107"/>
                <a:gd name="T4" fmla="*/ 2076 w 426"/>
                <a:gd name="T5" fmla="*/ 645 h 107"/>
                <a:gd name="T6" fmla="*/ 4187 w 426"/>
                <a:gd name="T7" fmla="*/ 1259 h 107"/>
                <a:gd name="T8" fmla="*/ 6378 w 426"/>
                <a:gd name="T9" fmla="*/ 1654 h 107"/>
                <a:gd name="T10" fmla="*/ 7943 w 426"/>
                <a:gd name="T11" fmla="*/ 1557 h 107"/>
                <a:gd name="T12" fmla="*/ 8036 w 426"/>
                <a:gd name="T13" fmla="*/ 1631 h 107"/>
                <a:gd name="T14" fmla="*/ 7674 w 426"/>
                <a:gd name="T15" fmla="*/ 2091 h 107"/>
                <a:gd name="T16" fmla="*/ 7094 w 426"/>
                <a:gd name="T17" fmla="*/ 2341 h 107"/>
                <a:gd name="T18" fmla="*/ 5492 w 426"/>
                <a:gd name="T19" fmla="*/ 2244 h 107"/>
                <a:gd name="T20" fmla="*/ 3961 w 426"/>
                <a:gd name="T21" fmla="*/ 2091 h 107"/>
                <a:gd name="T22" fmla="*/ 2191 w 426"/>
                <a:gd name="T23" fmla="*/ 2043 h 107"/>
                <a:gd name="T24" fmla="*/ 793 w 426"/>
                <a:gd name="T25" fmla="*/ 1219 h 107"/>
                <a:gd name="T26" fmla="*/ 341 w 426"/>
                <a:gd name="T27" fmla="*/ 736 h 107"/>
                <a:gd name="T28" fmla="*/ 0 w 426"/>
                <a:gd name="T29" fmla="*/ 0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6" h="107">
                  <a:moveTo>
                    <a:pt x="40" y="12"/>
                  </a:moveTo>
                  <a:cubicBezTo>
                    <a:pt x="48" y="18"/>
                    <a:pt x="65" y="19"/>
                    <a:pt x="75" y="20"/>
                  </a:cubicBezTo>
                  <a:cubicBezTo>
                    <a:pt x="90" y="22"/>
                    <a:pt x="95" y="25"/>
                    <a:pt x="110" y="28"/>
                  </a:cubicBezTo>
                  <a:cubicBezTo>
                    <a:pt x="148" y="38"/>
                    <a:pt x="184" y="45"/>
                    <a:pt x="222" y="55"/>
                  </a:cubicBezTo>
                  <a:cubicBezTo>
                    <a:pt x="257" y="65"/>
                    <a:pt x="302" y="67"/>
                    <a:pt x="338" y="72"/>
                  </a:cubicBezTo>
                  <a:cubicBezTo>
                    <a:pt x="368" y="76"/>
                    <a:pt x="392" y="79"/>
                    <a:pt x="421" y="68"/>
                  </a:cubicBezTo>
                  <a:cubicBezTo>
                    <a:pt x="423" y="67"/>
                    <a:pt x="424" y="71"/>
                    <a:pt x="426" y="71"/>
                  </a:cubicBezTo>
                  <a:cubicBezTo>
                    <a:pt x="423" y="79"/>
                    <a:pt x="414" y="85"/>
                    <a:pt x="407" y="91"/>
                  </a:cubicBezTo>
                  <a:cubicBezTo>
                    <a:pt x="398" y="98"/>
                    <a:pt x="387" y="100"/>
                    <a:pt x="376" y="102"/>
                  </a:cubicBezTo>
                  <a:cubicBezTo>
                    <a:pt x="349" y="107"/>
                    <a:pt x="318" y="104"/>
                    <a:pt x="291" y="98"/>
                  </a:cubicBezTo>
                  <a:cubicBezTo>
                    <a:pt x="265" y="92"/>
                    <a:pt x="237" y="91"/>
                    <a:pt x="210" y="91"/>
                  </a:cubicBezTo>
                  <a:cubicBezTo>
                    <a:pt x="179" y="91"/>
                    <a:pt x="146" y="98"/>
                    <a:pt x="116" y="89"/>
                  </a:cubicBezTo>
                  <a:cubicBezTo>
                    <a:pt x="89" y="81"/>
                    <a:pt x="66" y="68"/>
                    <a:pt x="42" y="53"/>
                  </a:cubicBezTo>
                  <a:cubicBezTo>
                    <a:pt x="33" y="47"/>
                    <a:pt x="26" y="40"/>
                    <a:pt x="18" y="32"/>
                  </a:cubicBezTo>
                  <a:cubicBezTo>
                    <a:pt x="16" y="29"/>
                    <a:pt x="1" y="5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0" name="Freeform 661">
              <a:extLst>
                <a:ext uri="{FF2B5EF4-FFF2-40B4-BE49-F238E27FC236}">
                  <a16:creationId xmlns:a16="http://schemas.microsoft.com/office/drawing/2014/main" id="{779763C0-B0BB-4234-B71A-0C2CEA02B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133"/>
              <a:ext cx="1112" cy="338"/>
            </a:xfrm>
            <a:custGeom>
              <a:avLst/>
              <a:gdLst>
                <a:gd name="T0" fmla="*/ 793 w 418"/>
                <a:gd name="T1" fmla="*/ 1630 h 119"/>
                <a:gd name="T2" fmla="*/ 1338 w 418"/>
                <a:gd name="T3" fmla="*/ 1718 h 119"/>
                <a:gd name="T4" fmla="*/ 2596 w 418"/>
                <a:gd name="T5" fmla="*/ 2082 h 119"/>
                <a:gd name="T6" fmla="*/ 2881 w 418"/>
                <a:gd name="T7" fmla="*/ 1968 h 119"/>
                <a:gd name="T8" fmla="*/ 3823 w 418"/>
                <a:gd name="T9" fmla="*/ 2042 h 119"/>
                <a:gd name="T10" fmla="*/ 4932 w 418"/>
                <a:gd name="T11" fmla="*/ 2244 h 119"/>
                <a:gd name="T12" fmla="*/ 6135 w 418"/>
                <a:gd name="T13" fmla="*/ 2451 h 119"/>
                <a:gd name="T14" fmla="*/ 6680 w 418"/>
                <a:gd name="T15" fmla="*/ 2565 h 119"/>
                <a:gd name="T16" fmla="*/ 7396 w 418"/>
                <a:gd name="T17" fmla="*/ 2704 h 119"/>
                <a:gd name="T18" fmla="*/ 7007 w 418"/>
                <a:gd name="T19" fmla="*/ 1653 h 119"/>
                <a:gd name="T20" fmla="*/ 3969 w 418"/>
                <a:gd name="T21" fmla="*/ 114 h 119"/>
                <a:gd name="T22" fmla="*/ 1168 w 418"/>
                <a:gd name="T23" fmla="*/ 250 h 119"/>
                <a:gd name="T24" fmla="*/ 226 w 418"/>
                <a:gd name="T25" fmla="*/ 574 h 119"/>
                <a:gd name="T26" fmla="*/ 77 w 418"/>
                <a:gd name="T27" fmla="*/ 1258 h 119"/>
                <a:gd name="T28" fmla="*/ 694 w 418"/>
                <a:gd name="T29" fmla="*/ 1332 h 1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8" h="119">
                  <a:moveTo>
                    <a:pt x="42" y="71"/>
                  </a:moveTo>
                  <a:cubicBezTo>
                    <a:pt x="50" y="76"/>
                    <a:pt x="62" y="75"/>
                    <a:pt x="71" y="75"/>
                  </a:cubicBezTo>
                  <a:cubicBezTo>
                    <a:pt x="80" y="76"/>
                    <a:pt x="129" y="90"/>
                    <a:pt x="138" y="91"/>
                  </a:cubicBezTo>
                  <a:cubicBezTo>
                    <a:pt x="157" y="92"/>
                    <a:pt x="134" y="84"/>
                    <a:pt x="153" y="86"/>
                  </a:cubicBezTo>
                  <a:cubicBezTo>
                    <a:pt x="169" y="87"/>
                    <a:pt x="186" y="88"/>
                    <a:pt x="203" y="89"/>
                  </a:cubicBezTo>
                  <a:cubicBezTo>
                    <a:pt x="223" y="90"/>
                    <a:pt x="242" y="95"/>
                    <a:pt x="262" y="98"/>
                  </a:cubicBezTo>
                  <a:cubicBezTo>
                    <a:pt x="283" y="101"/>
                    <a:pt x="305" y="104"/>
                    <a:pt x="326" y="107"/>
                  </a:cubicBezTo>
                  <a:cubicBezTo>
                    <a:pt x="336" y="109"/>
                    <a:pt x="345" y="110"/>
                    <a:pt x="355" y="112"/>
                  </a:cubicBezTo>
                  <a:cubicBezTo>
                    <a:pt x="366" y="114"/>
                    <a:pt x="381" y="119"/>
                    <a:pt x="393" y="118"/>
                  </a:cubicBezTo>
                  <a:cubicBezTo>
                    <a:pt x="418" y="114"/>
                    <a:pt x="378" y="77"/>
                    <a:pt x="372" y="72"/>
                  </a:cubicBezTo>
                  <a:cubicBezTo>
                    <a:pt x="328" y="34"/>
                    <a:pt x="269" y="11"/>
                    <a:pt x="211" y="5"/>
                  </a:cubicBezTo>
                  <a:cubicBezTo>
                    <a:pt x="161" y="0"/>
                    <a:pt x="112" y="8"/>
                    <a:pt x="62" y="11"/>
                  </a:cubicBezTo>
                  <a:cubicBezTo>
                    <a:pt x="48" y="12"/>
                    <a:pt x="20" y="10"/>
                    <a:pt x="12" y="25"/>
                  </a:cubicBezTo>
                  <a:cubicBezTo>
                    <a:pt x="7" y="33"/>
                    <a:pt x="0" y="45"/>
                    <a:pt x="4" y="55"/>
                  </a:cubicBezTo>
                  <a:cubicBezTo>
                    <a:pt x="6" y="60"/>
                    <a:pt x="31" y="56"/>
                    <a:pt x="37" y="5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1" name="Freeform 662">
              <a:extLst>
                <a:ext uri="{FF2B5EF4-FFF2-40B4-BE49-F238E27FC236}">
                  <a16:creationId xmlns:a16="http://schemas.microsoft.com/office/drawing/2014/main" id="{2CBD45A4-A6C9-496B-975D-BCD35479E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69"/>
              <a:ext cx="26" cy="14"/>
            </a:xfrm>
            <a:custGeom>
              <a:avLst/>
              <a:gdLst>
                <a:gd name="T0" fmla="*/ 0 w 10"/>
                <a:gd name="T1" fmla="*/ 48 h 5"/>
                <a:gd name="T2" fmla="*/ 88 w 10"/>
                <a:gd name="T3" fmla="*/ 22 h 5"/>
                <a:gd name="T4" fmla="*/ 177 w 10"/>
                <a:gd name="T5" fmla="*/ 87 h 5"/>
                <a:gd name="T6" fmla="*/ 88 w 10"/>
                <a:gd name="T7" fmla="*/ 109 h 5"/>
                <a:gd name="T8" fmla="*/ 0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2" name="Freeform 663">
              <a:extLst>
                <a:ext uri="{FF2B5EF4-FFF2-40B4-BE49-F238E27FC236}">
                  <a16:creationId xmlns:a16="http://schemas.microsoft.com/office/drawing/2014/main" id="{59999901-F28B-4062-AA15-827429083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395"/>
              <a:ext cx="26" cy="15"/>
            </a:xfrm>
            <a:custGeom>
              <a:avLst/>
              <a:gdLst>
                <a:gd name="T0" fmla="*/ 0 w 10"/>
                <a:gd name="T1" fmla="*/ 54 h 5"/>
                <a:gd name="T2" fmla="*/ 88 w 10"/>
                <a:gd name="T3" fmla="*/ 27 h 5"/>
                <a:gd name="T4" fmla="*/ 177 w 10"/>
                <a:gd name="T5" fmla="*/ 108 h 5"/>
                <a:gd name="T6" fmla="*/ 88 w 10"/>
                <a:gd name="T7" fmla="*/ 135 h 5"/>
                <a:gd name="T8" fmla="*/ 0 w 10"/>
                <a:gd name="T9" fmla="*/ 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3" name="Freeform 664">
              <a:extLst>
                <a:ext uri="{FF2B5EF4-FFF2-40B4-BE49-F238E27FC236}">
                  <a16:creationId xmlns:a16="http://schemas.microsoft.com/office/drawing/2014/main" id="{446826A5-C01B-4D62-B870-FC2F1A117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554"/>
              <a:ext cx="26" cy="14"/>
            </a:xfrm>
            <a:custGeom>
              <a:avLst/>
              <a:gdLst>
                <a:gd name="T0" fmla="*/ 0 w 10"/>
                <a:gd name="T1" fmla="*/ 22 h 5"/>
                <a:gd name="T2" fmla="*/ 88 w 10"/>
                <a:gd name="T3" fmla="*/ 0 h 5"/>
                <a:gd name="T4" fmla="*/ 156 w 10"/>
                <a:gd name="T5" fmla="*/ 62 h 5"/>
                <a:gd name="T6" fmla="*/ 68 w 10"/>
                <a:gd name="T7" fmla="*/ 87 h 5"/>
                <a:gd name="T8" fmla="*/ 0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4" name="Freeform 665">
              <a:extLst>
                <a:ext uri="{FF2B5EF4-FFF2-40B4-BE49-F238E27FC236}">
                  <a16:creationId xmlns:a16="http://schemas.microsoft.com/office/drawing/2014/main" id="{34171546-F8C3-428A-88C6-AA852D243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625"/>
              <a:ext cx="26" cy="14"/>
            </a:xfrm>
            <a:custGeom>
              <a:avLst/>
              <a:gdLst>
                <a:gd name="T0" fmla="*/ 0 w 10"/>
                <a:gd name="T1" fmla="*/ 22 h 5"/>
                <a:gd name="T2" fmla="*/ 88 w 10"/>
                <a:gd name="T3" fmla="*/ 0 h 5"/>
                <a:gd name="T4" fmla="*/ 156 w 10"/>
                <a:gd name="T5" fmla="*/ 62 h 5"/>
                <a:gd name="T6" fmla="*/ 68 w 10"/>
                <a:gd name="T7" fmla="*/ 87 h 5"/>
                <a:gd name="T8" fmla="*/ 0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5" name="Freeform 666">
              <a:extLst>
                <a:ext uri="{FF2B5EF4-FFF2-40B4-BE49-F238E27FC236}">
                  <a16:creationId xmlns:a16="http://schemas.microsoft.com/office/drawing/2014/main" id="{74F02185-56DF-4783-A0EA-C4AA57859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696"/>
              <a:ext cx="27" cy="12"/>
            </a:xfrm>
            <a:custGeom>
              <a:avLst/>
              <a:gdLst>
                <a:gd name="T0" fmla="*/ 22 w 10"/>
                <a:gd name="T1" fmla="*/ 27 h 4"/>
                <a:gd name="T2" fmla="*/ 116 w 10"/>
                <a:gd name="T3" fmla="*/ 0 h 4"/>
                <a:gd name="T4" fmla="*/ 197 w 10"/>
                <a:gd name="T5" fmla="*/ 81 h 4"/>
                <a:gd name="T6" fmla="*/ 103 w 10"/>
                <a:gd name="T7" fmla="*/ 108 h 4"/>
                <a:gd name="T8" fmla="*/ 22 w 10"/>
                <a:gd name="T9" fmla="*/ 2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4"/>
                    <a:pt x="5" y="4"/>
                  </a:cubicBezTo>
                  <a:cubicBezTo>
                    <a:pt x="2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6" name="Freeform 667">
              <a:extLst>
                <a:ext uri="{FF2B5EF4-FFF2-40B4-BE49-F238E27FC236}">
                  <a16:creationId xmlns:a16="http://schemas.microsoft.com/office/drawing/2014/main" id="{1CF6B750-7597-4AA2-9176-438FD0112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770"/>
              <a:ext cx="27" cy="14"/>
            </a:xfrm>
            <a:custGeom>
              <a:avLst/>
              <a:gdLst>
                <a:gd name="T0" fmla="*/ 0 w 10"/>
                <a:gd name="T1" fmla="*/ 22 h 5"/>
                <a:gd name="T2" fmla="*/ 103 w 10"/>
                <a:gd name="T3" fmla="*/ 0 h 5"/>
                <a:gd name="T4" fmla="*/ 197 w 10"/>
                <a:gd name="T5" fmla="*/ 62 h 5"/>
                <a:gd name="T6" fmla="*/ 103 w 10"/>
                <a:gd name="T7" fmla="*/ 87 h 5"/>
                <a:gd name="T8" fmla="*/ 0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5"/>
                    <a:pt x="5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7" name="Freeform 668">
              <a:extLst>
                <a:ext uri="{FF2B5EF4-FFF2-40B4-BE49-F238E27FC236}">
                  <a16:creationId xmlns:a16="http://schemas.microsoft.com/office/drawing/2014/main" id="{78D483A7-4D25-4859-9B2C-27EB9BCA9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838"/>
              <a:ext cx="27" cy="11"/>
            </a:xfrm>
            <a:custGeom>
              <a:avLst/>
              <a:gdLst>
                <a:gd name="T0" fmla="*/ 0 w 10"/>
                <a:gd name="T1" fmla="*/ 22 h 4"/>
                <a:gd name="T2" fmla="*/ 103 w 10"/>
                <a:gd name="T3" fmla="*/ 0 h 4"/>
                <a:gd name="T4" fmla="*/ 197 w 10"/>
                <a:gd name="T5" fmla="*/ 61 h 4"/>
                <a:gd name="T6" fmla="*/ 103 w 10"/>
                <a:gd name="T7" fmla="*/ 83 h 4"/>
                <a:gd name="T8" fmla="*/ 0 w 10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8" y="0"/>
                    <a:pt x="10" y="2"/>
                    <a:pt x="10" y="3"/>
                  </a:cubicBezTo>
                  <a:cubicBezTo>
                    <a:pt x="10" y="4"/>
                    <a:pt x="7" y="4"/>
                    <a:pt x="5" y="4"/>
                  </a:cubicBezTo>
                  <a:cubicBezTo>
                    <a:pt x="2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8" name="Freeform 669">
              <a:extLst>
                <a:ext uri="{FF2B5EF4-FFF2-40B4-BE49-F238E27FC236}">
                  <a16:creationId xmlns:a16="http://schemas.microsoft.com/office/drawing/2014/main" id="{4D454113-C13D-48C3-A17D-E19823854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898"/>
              <a:ext cx="24" cy="14"/>
            </a:xfrm>
            <a:custGeom>
              <a:avLst/>
              <a:gdLst>
                <a:gd name="T0" fmla="*/ 0 w 9"/>
                <a:gd name="T1" fmla="*/ 48 h 5"/>
                <a:gd name="T2" fmla="*/ 93 w 9"/>
                <a:gd name="T3" fmla="*/ 22 h 5"/>
                <a:gd name="T4" fmla="*/ 171 w 9"/>
                <a:gd name="T5" fmla="*/ 62 h 5"/>
                <a:gd name="T6" fmla="*/ 77 w 9"/>
                <a:gd name="T7" fmla="*/ 109 h 5"/>
                <a:gd name="T8" fmla="*/ 0 w 9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9" name="Freeform 670">
              <a:extLst>
                <a:ext uri="{FF2B5EF4-FFF2-40B4-BE49-F238E27FC236}">
                  <a16:creationId xmlns:a16="http://schemas.microsoft.com/office/drawing/2014/main" id="{400F2D7D-E5DF-4F93-A662-C11C118A1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940"/>
              <a:ext cx="27" cy="14"/>
            </a:xfrm>
            <a:custGeom>
              <a:avLst/>
              <a:gdLst>
                <a:gd name="T0" fmla="*/ 0 w 10"/>
                <a:gd name="T1" fmla="*/ 48 h 5"/>
                <a:gd name="T2" fmla="*/ 103 w 10"/>
                <a:gd name="T3" fmla="*/ 22 h 5"/>
                <a:gd name="T4" fmla="*/ 197 w 10"/>
                <a:gd name="T5" fmla="*/ 87 h 5"/>
                <a:gd name="T6" fmla="*/ 103 w 10"/>
                <a:gd name="T7" fmla="*/ 109 h 5"/>
                <a:gd name="T8" fmla="*/ 0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0" name="Freeform 671">
              <a:extLst>
                <a:ext uri="{FF2B5EF4-FFF2-40B4-BE49-F238E27FC236}">
                  <a16:creationId xmlns:a16="http://schemas.microsoft.com/office/drawing/2014/main" id="{FD40AF6C-5F44-4CC1-87B3-2368CAD0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16"/>
              <a:ext cx="27" cy="15"/>
            </a:xfrm>
            <a:custGeom>
              <a:avLst/>
              <a:gdLst>
                <a:gd name="T0" fmla="*/ 22 w 10"/>
                <a:gd name="T1" fmla="*/ 54 h 5"/>
                <a:gd name="T2" fmla="*/ 116 w 10"/>
                <a:gd name="T3" fmla="*/ 27 h 5"/>
                <a:gd name="T4" fmla="*/ 197 w 10"/>
                <a:gd name="T5" fmla="*/ 108 h 5"/>
                <a:gd name="T6" fmla="*/ 103 w 10"/>
                <a:gd name="T7" fmla="*/ 135 h 5"/>
                <a:gd name="T8" fmla="*/ 22 w 10"/>
                <a:gd name="T9" fmla="*/ 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1" name="Freeform 672">
              <a:extLst>
                <a:ext uri="{FF2B5EF4-FFF2-40B4-BE49-F238E27FC236}">
                  <a16:creationId xmlns:a16="http://schemas.microsoft.com/office/drawing/2014/main" id="{4772A79A-E85A-41C7-BBE7-3FA28BC6D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877"/>
              <a:ext cx="24" cy="14"/>
            </a:xfrm>
            <a:custGeom>
              <a:avLst/>
              <a:gdLst>
                <a:gd name="T0" fmla="*/ 0 w 9"/>
                <a:gd name="T1" fmla="*/ 48 h 5"/>
                <a:gd name="T2" fmla="*/ 93 w 9"/>
                <a:gd name="T3" fmla="*/ 22 h 5"/>
                <a:gd name="T4" fmla="*/ 171 w 9"/>
                <a:gd name="T5" fmla="*/ 87 h 5"/>
                <a:gd name="T6" fmla="*/ 77 w 9"/>
                <a:gd name="T7" fmla="*/ 109 h 5"/>
                <a:gd name="T8" fmla="*/ 0 w 9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3"/>
                    <a:pt x="9" y="4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2" name="Freeform 673">
              <a:extLst>
                <a:ext uri="{FF2B5EF4-FFF2-40B4-BE49-F238E27FC236}">
                  <a16:creationId xmlns:a16="http://schemas.microsoft.com/office/drawing/2014/main" id="{D3115E12-747F-4110-BE5E-D87AD49AD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03"/>
              <a:ext cx="27" cy="14"/>
            </a:xfrm>
            <a:custGeom>
              <a:avLst/>
              <a:gdLst>
                <a:gd name="T0" fmla="*/ 22 w 10"/>
                <a:gd name="T1" fmla="*/ 48 h 5"/>
                <a:gd name="T2" fmla="*/ 116 w 10"/>
                <a:gd name="T3" fmla="*/ 22 h 5"/>
                <a:gd name="T4" fmla="*/ 197 w 10"/>
                <a:gd name="T5" fmla="*/ 87 h 5"/>
                <a:gd name="T6" fmla="*/ 103 w 10"/>
                <a:gd name="T7" fmla="*/ 109 h 5"/>
                <a:gd name="T8" fmla="*/ 22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3" name="Freeform 674">
              <a:extLst>
                <a:ext uri="{FF2B5EF4-FFF2-40B4-BE49-F238E27FC236}">
                  <a16:creationId xmlns:a16="http://schemas.microsoft.com/office/drawing/2014/main" id="{09862029-6EC5-4657-B9A2-D41782F59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735"/>
              <a:ext cx="24" cy="14"/>
            </a:xfrm>
            <a:custGeom>
              <a:avLst/>
              <a:gdLst>
                <a:gd name="T0" fmla="*/ 0 w 9"/>
                <a:gd name="T1" fmla="*/ 48 h 5"/>
                <a:gd name="T2" fmla="*/ 93 w 9"/>
                <a:gd name="T3" fmla="*/ 22 h 5"/>
                <a:gd name="T4" fmla="*/ 171 w 9"/>
                <a:gd name="T5" fmla="*/ 87 h 5"/>
                <a:gd name="T6" fmla="*/ 77 w 9"/>
                <a:gd name="T7" fmla="*/ 109 h 5"/>
                <a:gd name="T8" fmla="*/ 0 w 9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3"/>
                    <a:pt x="9" y="4"/>
                  </a:cubicBezTo>
                  <a:cubicBezTo>
                    <a:pt x="9" y="5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4" name="Freeform 675">
              <a:extLst>
                <a:ext uri="{FF2B5EF4-FFF2-40B4-BE49-F238E27FC236}">
                  <a16:creationId xmlns:a16="http://schemas.microsoft.com/office/drawing/2014/main" id="{59D9723F-5CC1-411F-8BEE-9418D3CFB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658"/>
              <a:ext cx="27" cy="14"/>
            </a:xfrm>
            <a:custGeom>
              <a:avLst/>
              <a:gdLst>
                <a:gd name="T0" fmla="*/ 0 w 10"/>
                <a:gd name="T1" fmla="*/ 48 h 5"/>
                <a:gd name="T2" fmla="*/ 103 w 10"/>
                <a:gd name="T3" fmla="*/ 22 h 5"/>
                <a:gd name="T4" fmla="*/ 176 w 10"/>
                <a:gd name="T5" fmla="*/ 62 h 5"/>
                <a:gd name="T6" fmla="*/ 81 w 10"/>
                <a:gd name="T7" fmla="*/ 87 h 5"/>
                <a:gd name="T8" fmla="*/ 0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1"/>
                    <a:pt x="3" y="0"/>
                    <a:pt x="5" y="1"/>
                  </a:cubicBezTo>
                  <a:cubicBezTo>
                    <a:pt x="8" y="1"/>
                    <a:pt x="10" y="2"/>
                    <a:pt x="9" y="3"/>
                  </a:cubicBezTo>
                  <a:cubicBezTo>
                    <a:pt x="9" y="4"/>
                    <a:pt x="7" y="5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5" name="Freeform 676">
              <a:extLst>
                <a:ext uri="{FF2B5EF4-FFF2-40B4-BE49-F238E27FC236}">
                  <a16:creationId xmlns:a16="http://schemas.microsoft.com/office/drawing/2014/main" id="{8AB2E669-675F-4AC3-AD2C-C960C5B7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582"/>
              <a:ext cx="24" cy="11"/>
            </a:xfrm>
            <a:custGeom>
              <a:avLst/>
              <a:gdLst>
                <a:gd name="T0" fmla="*/ 0 w 9"/>
                <a:gd name="T1" fmla="*/ 22 h 4"/>
                <a:gd name="T2" fmla="*/ 93 w 9"/>
                <a:gd name="T3" fmla="*/ 0 h 4"/>
                <a:gd name="T4" fmla="*/ 171 w 9"/>
                <a:gd name="T5" fmla="*/ 61 h 4"/>
                <a:gd name="T6" fmla="*/ 77 w 9"/>
                <a:gd name="T7" fmla="*/ 83 h 4"/>
                <a:gd name="T8" fmla="*/ 0 w 9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8" y="1"/>
                    <a:pt x="9" y="2"/>
                    <a:pt x="9" y="3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2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6" name="Freeform 677">
              <a:extLst>
                <a:ext uri="{FF2B5EF4-FFF2-40B4-BE49-F238E27FC236}">
                  <a16:creationId xmlns:a16="http://schemas.microsoft.com/office/drawing/2014/main" id="{BA325DF0-EE36-4ACC-B827-A5D4098D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508"/>
              <a:ext cx="27" cy="11"/>
            </a:xfrm>
            <a:custGeom>
              <a:avLst/>
              <a:gdLst>
                <a:gd name="T0" fmla="*/ 22 w 10"/>
                <a:gd name="T1" fmla="*/ 22 h 4"/>
                <a:gd name="T2" fmla="*/ 116 w 10"/>
                <a:gd name="T3" fmla="*/ 0 h 4"/>
                <a:gd name="T4" fmla="*/ 197 w 10"/>
                <a:gd name="T5" fmla="*/ 61 h 4"/>
                <a:gd name="T6" fmla="*/ 103 w 10"/>
                <a:gd name="T7" fmla="*/ 83 h 4"/>
                <a:gd name="T8" fmla="*/ 22 w 10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7" y="4"/>
                    <a:pt x="5" y="4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7" name="Freeform 678">
              <a:extLst>
                <a:ext uri="{FF2B5EF4-FFF2-40B4-BE49-F238E27FC236}">
                  <a16:creationId xmlns:a16="http://schemas.microsoft.com/office/drawing/2014/main" id="{8225AC4A-2A4E-4237-B32B-BF98DBAE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434"/>
              <a:ext cx="27" cy="14"/>
            </a:xfrm>
            <a:custGeom>
              <a:avLst/>
              <a:gdLst>
                <a:gd name="T0" fmla="*/ 0 w 10"/>
                <a:gd name="T1" fmla="*/ 48 h 5"/>
                <a:gd name="T2" fmla="*/ 103 w 10"/>
                <a:gd name="T3" fmla="*/ 22 h 5"/>
                <a:gd name="T4" fmla="*/ 197 w 10"/>
                <a:gd name="T5" fmla="*/ 87 h 5"/>
                <a:gd name="T6" fmla="*/ 103 w 10"/>
                <a:gd name="T7" fmla="*/ 109 h 5"/>
                <a:gd name="T8" fmla="*/ 0 w 10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5"/>
                    <a:pt x="7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8" name="Freeform 679">
              <a:extLst>
                <a:ext uri="{FF2B5EF4-FFF2-40B4-BE49-F238E27FC236}">
                  <a16:creationId xmlns:a16="http://schemas.microsoft.com/office/drawing/2014/main" id="{DEED8215-F22F-4BDC-86A2-3C9880AF6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366"/>
              <a:ext cx="27" cy="14"/>
            </a:xfrm>
            <a:custGeom>
              <a:avLst/>
              <a:gdLst>
                <a:gd name="T0" fmla="*/ 22 w 10"/>
                <a:gd name="T1" fmla="*/ 22 h 5"/>
                <a:gd name="T2" fmla="*/ 116 w 10"/>
                <a:gd name="T3" fmla="*/ 0 h 5"/>
                <a:gd name="T4" fmla="*/ 197 w 10"/>
                <a:gd name="T5" fmla="*/ 62 h 5"/>
                <a:gd name="T6" fmla="*/ 103 w 10"/>
                <a:gd name="T7" fmla="*/ 87 h 5"/>
                <a:gd name="T8" fmla="*/ 22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1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3"/>
                  </a:cubicBezTo>
                  <a:cubicBezTo>
                    <a:pt x="10" y="4"/>
                    <a:pt x="8" y="5"/>
                    <a:pt x="5" y="4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9" name="Freeform 680">
              <a:extLst>
                <a:ext uri="{FF2B5EF4-FFF2-40B4-BE49-F238E27FC236}">
                  <a16:creationId xmlns:a16="http://schemas.microsoft.com/office/drawing/2014/main" id="{685719CB-3B6C-4850-BF2E-CEE87E429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883"/>
              <a:ext cx="26" cy="15"/>
            </a:xfrm>
            <a:custGeom>
              <a:avLst/>
              <a:gdLst>
                <a:gd name="T0" fmla="*/ 0 w 10"/>
                <a:gd name="T1" fmla="*/ 108 h 5"/>
                <a:gd name="T2" fmla="*/ 88 w 10"/>
                <a:gd name="T3" fmla="*/ 27 h 5"/>
                <a:gd name="T4" fmla="*/ 177 w 10"/>
                <a:gd name="T5" fmla="*/ 27 h 5"/>
                <a:gd name="T6" fmla="*/ 88 w 10"/>
                <a:gd name="T7" fmla="*/ 108 h 5"/>
                <a:gd name="T8" fmla="*/ 0 w 10"/>
                <a:gd name="T9" fmla="*/ 10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7" y="0"/>
                    <a:pt x="9" y="0"/>
                    <a:pt x="10" y="1"/>
                  </a:cubicBezTo>
                  <a:cubicBezTo>
                    <a:pt x="10" y="2"/>
                    <a:pt x="8" y="4"/>
                    <a:pt x="5" y="4"/>
                  </a:cubicBezTo>
                  <a:cubicBezTo>
                    <a:pt x="3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0" name="Freeform 681">
              <a:extLst>
                <a:ext uri="{FF2B5EF4-FFF2-40B4-BE49-F238E27FC236}">
                  <a16:creationId xmlns:a16="http://schemas.microsoft.com/office/drawing/2014/main" id="{935E7129-5818-430E-A45C-25E6360E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869"/>
              <a:ext cx="24" cy="12"/>
            </a:xfrm>
            <a:custGeom>
              <a:avLst/>
              <a:gdLst>
                <a:gd name="T0" fmla="*/ 0 w 9"/>
                <a:gd name="T1" fmla="*/ 54 h 4"/>
                <a:gd name="T2" fmla="*/ 93 w 9"/>
                <a:gd name="T3" fmla="*/ 0 h 4"/>
                <a:gd name="T4" fmla="*/ 171 w 9"/>
                <a:gd name="T5" fmla="*/ 54 h 4"/>
                <a:gd name="T6" fmla="*/ 77 w 9"/>
                <a:gd name="T7" fmla="*/ 108 h 4"/>
                <a:gd name="T8" fmla="*/ 0 w 9"/>
                <a:gd name="T9" fmla="*/ 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1"/>
                    <a:pt x="9" y="2"/>
                  </a:cubicBezTo>
                  <a:cubicBezTo>
                    <a:pt x="9" y="4"/>
                    <a:pt x="7" y="4"/>
                    <a:pt x="4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1" name="Freeform 682">
              <a:extLst>
                <a:ext uri="{FF2B5EF4-FFF2-40B4-BE49-F238E27FC236}">
                  <a16:creationId xmlns:a16="http://schemas.microsoft.com/office/drawing/2014/main" id="{0AF3405A-A178-401A-ADCA-661F111C3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005"/>
              <a:ext cx="22" cy="23"/>
            </a:xfrm>
            <a:custGeom>
              <a:avLst/>
              <a:gdLst>
                <a:gd name="T0" fmla="*/ 22 w 8"/>
                <a:gd name="T1" fmla="*/ 26 h 8"/>
                <a:gd name="T2" fmla="*/ 107 w 8"/>
                <a:gd name="T3" fmla="*/ 75 h 8"/>
                <a:gd name="T4" fmla="*/ 143 w 8"/>
                <a:gd name="T5" fmla="*/ 167 h 8"/>
                <a:gd name="T6" fmla="*/ 61 w 8"/>
                <a:gd name="T7" fmla="*/ 115 h 8"/>
                <a:gd name="T8" fmla="*/ 22 w 8"/>
                <a:gd name="T9" fmla="*/ 2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1" y="0"/>
                    <a:pt x="3" y="1"/>
                    <a:pt x="5" y="3"/>
                  </a:cubicBezTo>
                  <a:cubicBezTo>
                    <a:pt x="7" y="4"/>
                    <a:pt x="8" y="7"/>
                    <a:pt x="7" y="7"/>
                  </a:cubicBezTo>
                  <a:cubicBezTo>
                    <a:pt x="7" y="8"/>
                    <a:pt x="5" y="7"/>
                    <a:pt x="3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2" name="Freeform 683">
              <a:extLst>
                <a:ext uri="{FF2B5EF4-FFF2-40B4-BE49-F238E27FC236}">
                  <a16:creationId xmlns:a16="http://schemas.microsoft.com/office/drawing/2014/main" id="{28EC2067-42CE-46E9-AF2C-1175400A2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244"/>
              <a:ext cx="16" cy="25"/>
            </a:xfrm>
            <a:custGeom>
              <a:avLst/>
              <a:gdLst>
                <a:gd name="T0" fmla="*/ 21 w 6"/>
                <a:gd name="T1" fmla="*/ 0 h 9"/>
                <a:gd name="T2" fmla="*/ 93 w 6"/>
                <a:gd name="T3" fmla="*/ 86 h 9"/>
                <a:gd name="T4" fmla="*/ 93 w 6"/>
                <a:gd name="T5" fmla="*/ 192 h 9"/>
                <a:gd name="T6" fmla="*/ 35 w 6"/>
                <a:gd name="T7" fmla="*/ 108 h 9"/>
                <a:gd name="T8" fmla="*/ 21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2" y="0"/>
                    <a:pt x="4" y="1"/>
                    <a:pt x="5" y="4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4" y="9"/>
                    <a:pt x="3" y="8"/>
                    <a:pt x="2" y="5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3" name="Freeform 684">
              <a:extLst>
                <a:ext uri="{FF2B5EF4-FFF2-40B4-BE49-F238E27FC236}">
                  <a16:creationId xmlns:a16="http://schemas.microsoft.com/office/drawing/2014/main" id="{24EAF748-32D9-49D3-A047-CFD640CC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516"/>
              <a:ext cx="11" cy="29"/>
            </a:xfrm>
            <a:custGeom>
              <a:avLst/>
              <a:gdLst>
                <a:gd name="T0" fmla="*/ 47 w 4"/>
                <a:gd name="T1" fmla="*/ 0 h 10"/>
                <a:gd name="T2" fmla="*/ 83 w 4"/>
                <a:gd name="T3" fmla="*/ 128 h 10"/>
                <a:gd name="T4" fmla="*/ 22 w 4"/>
                <a:gd name="T5" fmla="*/ 244 h 10"/>
                <a:gd name="T6" fmla="*/ 0 w 4"/>
                <a:gd name="T7" fmla="*/ 128 h 10"/>
                <a:gd name="T8" fmla="*/ 47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3" y="0"/>
                    <a:pt x="4" y="3"/>
                    <a:pt x="4" y="5"/>
                  </a:cubicBezTo>
                  <a:cubicBezTo>
                    <a:pt x="4" y="8"/>
                    <a:pt x="2" y="10"/>
                    <a:pt x="1" y="10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4" name="Freeform 685">
              <a:extLst>
                <a:ext uri="{FF2B5EF4-FFF2-40B4-BE49-F238E27FC236}">
                  <a16:creationId xmlns:a16="http://schemas.microsoft.com/office/drawing/2014/main" id="{A0656A80-DB2A-46C9-8F71-85C7D9F54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772"/>
              <a:ext cx="16" cy="28"/>
            </a:xfrm>
            <a:custGeom>
              <a:avLst/>
              <a:gdLst>
                <a:gd name="T0" fmla="*/ 93 w 6"/>
                <a:gd name="T1" fmla="*/ 22 h 10"/>
                <a:gd name="T2" fmla="*/ 93 w 6"/>
                <a:gd name="T3" fmla="*/ 134 h 10"/>
                <a:gd name="T4" fmla="*/ 21 w 6"/>
                <a:gd name="T5" fmla="*/ 196 h 10"/>
                <a:gd name="T6" fmla="*/ 21 w 6"/>
                <a:gd name="T7" fmla="*/ 87 h 10"/>
                <a:gd name="T8" fmla="*/ 93 w 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5" y="1"/>
                  </a:moveTo>
                  <a:cubicBezTo>
                    <a:pt x="6" y="1"/>
                    <a:pt x="6" y="3"/>
                    <a:pt x="5" y="6"/>
                  </a:cubicBezTo>
                  <a:cubicBezTo>
                    <a:pt x="4" y="8"/>
                    <a:pt x="2" y="10"/>
                    <a:pt x="1" y="9"/>
                  </a:cubicBezTo>
                  <a:cubicBezTo>
                    <a:pt x="0" y="9"/>
                    <a:pt x="0" y="7"/>
                    <a:pt x="1" y="4"/>
                  </a:cubicBezTo>
                  <a:cubicBezTo>
                    <a:pt x="2" y="2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5" name="Freeform 686">
              <a:extLst>
                <a:ext uri="{FF2B5EF4-FFF2-40B4-BE49-F238E27FC236}">
                  <a16:creationId xmlns:a16="http://schemas.microsoft.com/office/drawing/2014/main" id="{05FAFF9D-2ABC-4FE0-901E-09EAFA29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985"/>
              <a:ext cx="21" cy="22"/>
            </a:xfrm>
            <a:custGeom>
              <a:avLst/>
              <a:gdLst>
                <a:gd name="T0" fmla="*/ 144 w 8"/>
                <a:gd name="T1" fmla="*/ 22 h 8"/>
                <a:gd name="T2" fmla="*/ 110 w 8"/>
                <a:gd name="T3" fmla="*/ 107 h 8"/>
                <a:gd name="T4" fmla="*/ 21 w 8"/>
                <a:gd name="T5" fmla="*/ 143 h 8"/>
                <a:gd name="T6" fmla="*/ 55 w 8"/>
                <a:gd name="T7" fmla="*/ 47 h 8"/>
                <a:gd name="T8" fmla="*/ 144 w 8"/>
                <a:gd name="T9" fmla="*/ 2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8" y="1"/>
                    <a:pt x="8" y="3"/>
                    <a:pt x="6" y="5"/>
                  </a:cubicBezTo>
                  <a:cubicBezTo>
                    <a:pt x="4" y="7"/>
                    <a:pt x="2" y="8"/>
                    <a:pt x="1" y="7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1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6" name="Freeform 687">
              <a:extLst>
                <a:ext uri="{FF2B5EF4-FFF2-40B4-BE49-F238E27FC236}">
                  <a16:creationId xmlns:a16="http://schemas.microsoft.com/office/drawing/2014/main" id="{5A3E39F4-366B-4555-A86A-3310B3F9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3104"/>
              <a:ext cx="26" cy="14"/>
            </a:xfrm>
            <a:custGeom>
              <a:avLst/>
              <a:gdLst>
                <a:gd name="T0" fmla="*/ 156 w 10"/>
                <a:gd name="T1" fmla="*/ 22 h 5"/>
                <a:gd name="T2" fmla="*/ 88 w 10"/>
                <a:gd name="T3" fmla="*/ 87 h 5"/>
                <a:gd name="T4" fmla="*/ 0 w 10"/>
                <a:gd name="T5" fmla="*/ 62 h 5"/>
                <a:gd name="T6" fmla="*/ 68 w 10"/>
                <a:gd name="T7" fmla="*/ 0 h 5"/>
                <a:gd name="T8" fmla="*/ 156 w 10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9" y="1"/>
                  </a:moveTo>
                  <a:cubicBezTo>
                    <a:pt x="10" y="2"/>
                    <a:pt x="8" y="3"/>
                    <a:pt x="5" y="4"/>
                  </a:cubicBezTo>
                  <a:cubicBezTo>
                    <a:pt x="3" y="5"/>
                    <a:pt x="0" y="4"/>
                    <a:pt x="0" y="3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7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7" name="Freeform 688">
              <a:extLst>
                <a:ext uri="{FF2B5EF4-FFF2-40B4-BE49-F238E27FC236}">
                  <a16:creationId xmlns:a16="http://schemas.microsoft.com/office/drawing/2014/main" id="{460D9AEE-C1F7-4494-96F6-2FFD13FF7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3061"/>
              <a:ext cx="24" cy="17"/>
            </a:xfrm>
            <a:custGeom>
              <a:avLst/>
              <a:gdLst>
                <a:gd name="T0" fmla="*/ 171 w 9"/>
                <a:gd name="T1" fmla="*/ 113 h 6"/>
                <a:gd name="T2" fmla="*/ 77 w 9"/>
                <a:gd name="T3" fmla="*/ 88 h 6"/>
                <a:gd name="T4" fmla="*/ 21 w 9"/>
                <a:gd name="T5" fmla="*/ 0 h 6"/>
                <a:gd name="T6" fmla="*/ 115 w 9"/>
                <a:gd name="T7" fmla="*/ 26 h 6"/>
                <a:gd name="T8" fmla="*/ 171 w 9"/>
                <a:gd name="T9" fmla="*/ 11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4"/>
                  </a:cubicBezTo>
                  <a:cubicBezTo>
                    <a:pt x="2" y="3"/>
                    <a:pt x="0" y="1"/>
                    <a:pt x="1" y="0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4"/>
                    <a:pt x="9" y="5"/>
                  </a:cubicBezTo>
                  <a:close/>
                </a:path>
              </a:pathLst>
            </a:custGeom>
            <a:solidFill>
              <a:srgbClr val="F1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8" name="Freeform 689">
              <a:extLst>
                <a:ext uri="{FF2B5EF4-FFF2-40B4-BE49-F238E27FC236}">
                  <a16:creationId xmlns:a16="http://schemas.microsoft.com/office/drawing/2014/main" id="{B6673566-FCE4-4F52-B1C7-109C0253C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64"/>
              <a:ext cx="1618" cy="360"/>
            </a:xfrm>
            <a:custGeom>
              <a:avLst/>
              <a:gdLst>
                <a:gd name="T0" fmla="*/ 11310 w 608"/>
                <a:gd name="T1" fmla="*/ 2506 h 127"/>
                <a:gd name="T2" fmla="*/ 10517 w 608"/>
                <a:gd name="T3" fmla="*/ 2211 h 127"/>
                <a:gd name="T4" fmla="*/ 9745 w 608"/>
                <a:gd name="T5" fmla="*/ 1752 h 127"/>
                <a:gd name="T6" fmla="*/ 8540 w 608"/>
                <a:gd name="T7" fmla="*/ 1366 h 127"/>
                <a:gd name="T8" fmla="*/ 7273 w 608"/>
                <a:gd name="T9" fmla="*/ 1253 h 127"/>
                <a:gd name="T10" fmla="*/ 5652 w 608"/>
                <a:gd name="T11" fmla="*/ 797 h 127"/>
                <a:gd name="T12" fmla="*/ 4298 w 608"/>
                <a:gd name="T13" fmla="*/ 570 h 127"/>
                <a:gd name="T14" fmla="*/ 2392 w 608"/>
                <a:gd name="T15" fmla="*/ 363 h 127"/>
                <a:gd name="T16" fmla="*/ 1474 w 608"/>
                <a:gd name="T17" fmla="*/ 272 h 127"/>
                <a:gd name="T18" fmla="*/ 0 w 608"/>
                <a:gd name="T19" fmla="*/ 0 h 127"/>
                <a:gd name="T20" fmla="*/ 192 w 608"/>
                <a:gd name="T21" fmla="*/ 298 h 127"/>
                <a:gd name="T22" fmla="*/ 1091 w 608"/>
                <a:gd name="T23" fmla="*/ 522 h 127"/>
                <a:gd name="T24" fmla="*/ 2621 w 608"/>
                <a:gd name="T25" fmla="*/ 981 h 127"/>
                <a:gd name="T26" fmla="*/ 4881 w 608"/>
                <a:gd name="T27" fmla="*/ 1142 h 127"/>
                <a:gd name="T28" fmla="*/ 6424 w 608"/>
                <a:gd name="T29" fmla="*/ 1616 h 127"/>
                <a:gd name="T30" fmla="*/ 6693 w 608"/>
                <a:gd name="T31" fmla="*/ 2024 h 127"/>
                <a:gd name="T32" fmla="*/ 7819 w 608"/>
                <a:gd name="T33" fmla="*/ 2163 h 127"/>
                <a:gd name="T34" fmla="*/ 10552 w 608"/>
                <a:gd name="T35" fmla="*/ 2803 h 127"/>
                <a:gd name="T36" fmla="*/ 11345 w 608"/>
                <a:gd name="T37" fmla="*/ 2891 h 127"/>
                <a:gd name="T38" fmla="*/ 11310 w 608"/>
                <a:gd name="T39" fmla="*/ 2506 h 1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27">
                  <a:moveTo>
                    <a:pt x="600" y="110"/>
                  </a:moveTo>
                  <a:cubicBezTo>
                    <a:pt x="594" y="105"/>
                    <a:pt x="565" y="101"/>
                    <a:pt x="558" y="97"/>
                  </a:cubicBezTo>
                  <a:cubicBezTo>
                    <a:pt x="546" y="88"/>
                    <a:pt x="531" y="82"/>
                    <a:pt x="517" y="77"/>
                  </a:cubicBezTo>
                  <a:cubicBezTo>
                    <a:pt x="496" y="69"/>
                    <a:pt x="476" y="63"/>
                    <a:pt x="453" y="60"/>
                  </a:cubicBezTo>
                  <a:cubicBezTo>
                    <a:pt x="431" y="57"/>
                    <a:pt x="408" y="60"/>
                    <a:pt x="386" y="55"/>
                  </a:cubicBezTo>
                  <a:cubicBezTo>
                    <a:pt x="357" y="50"/>
                    <a:pt x="329" y="41"/>
                    <a:pt x="300" y="35"/>
                  </a:cubicBezTo>
                  <a:cubicBezTo>
                    <a:pt x="276" y="30"/>
                    <a:pt x="252" y="29"/>
                    <a:pt x="228" y="25"/>
                  </a:cubicBezTo>
                  <a:cubicBezTo>
                    <a:pt x="191" y="19"/>
                    <a:pt x="164" y="18"/>
                    <a:pt x="127" y="16"/>
                  </a:cubicBezTo>
                  <a:cubicBezTo>
                    <a:pt x="110" y="15"/>
                    <a:pt x="95" y="14"/>
                    <a:pt x="78" y="12"/>
                  </a:cubicBezTo>
                  <a:cubicBezTo>
                    <a:pt x="66" y="11"/>
                    <a:pt x="14" y="4"/>
                    <a:pt x="0" y="0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139" y="43"/>
                    <a:pt x="139" y="43"/>
                    <a:pt x="139" y="43"/>
                  </a:cubicBezTo>
                  <a:cubicBezTo>
                    <a:pt x="259" y="50"/>
                    <a:pt x="259" y="50"/>
                    <a:pt x="259" y="50"/>
                  </a:cubicBezTo>
                  <a:cubicBezTo>
                    <a:pt x="341" y="71"/>
                    <a:pt x="341" y="71"/>
                    <a:pt x="341" y="71"/>
                  </a:cubicBezTo>
                  <a:cubicBezTo>
                    <a:pt x="345" y="90"/>
                    <a:pt x="353" y="77"/>
                    <a:pt x="355" y="89"/>
                  </a:cubicBezTo>
                  <a:cubicBezTo>
                    <a:pt x="375" y="91"/>
                    <a:pt x="395" y="93"/>
                    <a:pt x="415" y="95"/>
                  </a:cubicBezTo>
                  <a:cubicBezTo>
                    <a:pt x="486" y="101"/>
                    <a:pt x="534" y="116"/>
                    <a:pt x="560" y="123"/>
                  </a:cubicBezTo>
                  <a:cubicBezTo>
                    <a:pt x="573" y="126"/>
                    <a:pt x="588" y="127"/>
                    <a:pt x="602" y="127"/>
                  </a:cubicBezTo>
                  <a:cubicBezTo>
                    <a:pt x="595" y="120"/>
                    <a:pt x="608" y="115"/>
                    <a:pt x="600" y="11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9" name="Line 690">
              <a:extLst>
                <a:ext uri="{FF2B5EF4-FFF2-40B4-BE49-F238E27FC236}">
                  <a16:creationId xmlns:a16="http://schemas.microsoft.com/office/drawing/2014/main" id="{0A2FECA3-5A54-4BFE-920D-6851A5321E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2" y="2451"/>
              <a:ext cx="27" cy="6"/>
            </a:xfrm>
            <a:prstGeom prst="line">
              <a:avLst/>
            </a:prstGeom>
            <a:noFill/>
            <a:ln w="49213" cap="rnd">
              <a:solidFill>
                <a:srgbClr val="E00A0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0" name="Freeform 691">
              <a:extLst>
                <a:ext uri="{FF2B5EF4-FFF2-40B4-BE49-F238E27FC236}">
                  <a16:creationId xmlns:a16="http://schemas.microsoft.com/office/drawing/2014/main" id="{9D0E0E4A-10CD-4216-95D3-ACAB7F65D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753"/>
              <a:ext cx="1259" cy="284"/>
            </a:xfrm>
            <a:custGeom>
              <a:avLst/>
              <a:gdLst>
                <a:gd name="T0" fmla="*/ 136 w 473"/>
                <a:gd name="T1" fmla="*/ 114 h 100"/>
                <a:gd name="T2" fmla="*/ 602 w 473"/>
                <a:gd name="T3" fmla="*/ 483 h 100"/>
                <a:gd name="T4" fmla="*/ 1246 w 473"/>
                <a:gd name="T5" fmla="*/ 662 h 100"/>
                <a:gd name="T6" fmla="*/ 2055 w 473"/>
                <a:gd name="T7" fmla="*/ 960 h 100"/>
                <a:gd name="T8" fmla="*/ 2925 w 473"/>
                <a:gd name="T9" fmla="*/ 1193 h 100"/>
                <a:gd name="T10" fmla="*/ 3756 w 473"/>
                <a:gd name="T11" fmla="*/ 1534 h 100"/>
                <a:gd name="T12" fmla="*/ 5811 w 473"/>
                <a:gd name="T13" fmla="*/ 1968 h 100"/>
                <a:gd name="T14" fmla="*/ 7445 w 473"/>
                <a:gd name="T15" fmla="*/ 2266 h 100"/>
                <a:gd name="T16" fmla="*/ 7921 w 473"/>
                <a:gd name="T17" fmla="*/ 2292 h 100"/>
                <a:gd name="T18" fmla="*/ 8283 w 473"/>
                <a:gd name="T19" fmla="*/ 2201 h 100"/>
                <a:gd name="T20" fmla="*/ 8616 w 473"/>
                <a:gd name="T21" fmla="*/ 2153 h 100"/>
                <a:gd name="T22" fmla="*/ 8864 w 473"/>
                <a:gd name="T23" fmla="*/ 2016 h 100"/>
                <a:gd name="T24" fmla="*/ 8693 w 473"/>
                <a:gd name="T25" fmla="*/ 1855 h 100"/>
                <a:gd name="T26" fmla="*/ 7956 w 473"/>
                <a:gd name="T27" fmla="*/ 1741 h 100"/>
                <a:gd name="T28" fmla="*/ 7432 w 473"/>
                <a:gd name="T29" fmla="*/ 1670 h 100"/>
                <a:gd name="T30" fmla="*/ 7320 w 473"/>
                <a:gd name="T31" fmla="*/ 1928 h 100"/>
                <a:gd name="T32" fmla="*/ 6923 w 473"/>
                <a:gd name="T33" fmla="*/ 2104 h 100"/>
                <a:gd name="T34" fmla="*/ 6298 w 473"/>
                <a:gd name="T35" fmla="*/ 1928 h 100"/>
                <a:gd name="T36" fmla="*/ 5994 w 473"/>
                <a:gd name="T37" fmla="*/ 1741 h 100"/>
                <a:gd name="T38" fmla="*/ 5470 w 473"/>
                <a:gd name="T39" fmla="*/ 1670 h 100"/>
                <a:gd name="T40" fmla="*/ 4810 w 473"/>
                <a:gd name="T41" fmla="*/ 1491 h 100"/>
                <a:gd name="T42" fmla="*/ 4301 w 473"/>
                <a:gd name="T43" fmla="*/ 1443 h 100"/>
                <a:gd name="T44" fmla="*/ 3812 w 473"/>
                <a:gd name="T45" fmla="*/ 1235 h 100"/>
                <a:gd name="T46" fmla="*/ 3508 w 473"/>
                <a:gd name="T47" fmla="*/ 1218 h 100"/>
                <a:gd name="T48" fmla="*/ 2925 w 473"/>
                <a:gd name="T49" fmla="*/ 1145 h 100"/>
                <a:gd name="T50" fmla="*/ 2076 w 473"/>
                <a:gd name="T51" fmla="*/ 960 h 100"/>
                <a:gd name="T52" fmla="*/ 1871 w 473"/>
                <a:gd name="T53" fmla="*/ 758 h 100"/>
                <a:gd name="T54" fmla="*/ 1544 w 473"/>
                <a:gd name="T55" fmla="*/ 684 h 100"/>
                <a:gd name="T56" fmla="*/ 1224 w 473"/>
                <a:gd name="T57" fmla="*/ 460 h 100"/>
                <a:gd name="T58" fmla="*/ 977 w 473"/>
                <a:gd name="T59" fmla="*/ 250 h 100"/>
                <a:gd name="T60" fmla="*/ 639 w 473"/>
                <a:gd name="T61" fmla="*/ 88 h 100"/>
                <a:gd name="T62" fmla="*/ 261 w 473"/>
                <a:gd name="T63" fmla="*/ 88 h 100"/>
                <a:gd name="T64" fmla="*/ 0 w 473"/>
                <a:gd name="T65" fmla="*/ 0 h 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73" h="100">
                  <a:moveTo>
                    <a:pt x="7" y="5"/>
                  </a:moveTo>
                  <a:cubicBezTo>
                    <a:pt x="15" y="10"/>
                    <a:pt x="25" y="14"/>
                    <a:pt x="32" y="21"/>
                  </a:cubicBezTo>
                  <a:cubicBezTo>
                    <a:pt x="39" y="27"/>
                    <a:pt x="58" y="25"/>
                    <a:pt x="66" y="29"/>
                  </a:cubicBezTo>
                  <a:cubicBezTo>
                    <a:pt x="80" y="35"/>
                    <a:pt x="95" y="39"/>
                    <a:pt x="109" y="42"/>
                  </a:cubicBezTo>
                  <a:cubicBezTo>
                    <a:pt x="124" y="46"/>
                    <a:pt x="140" y="49"/>
                    <a:pt x="155" y="52"/>
                  </a:cubicBezTo>
                  <a:cubicBezTo>
                    <a:pt x="174" y="55"/>
                    <a:pt x="180" y="63"/>
                    <a:pt x="199" y="67"/>
                  </a:cubicBezTo>
                  <a:cubicBezTo>
                    <a:pt x="235" y="75"/>
                    <a:pt x="272" y="79"/>
                    <a:pt x="308" y="86"/>
                  </a:cubicBezTo>
                  <a:cubicBezTo>
                    <a:pt x="336" y="92"/>
                    <a:pt x="366" y="98"/>
                    <a:pt x="395" y="99"/>
                  </a:cubicBezTo>
                  <a:cubicBezTo>
                    <a:pt x="403" y="99"/>
                    <a:pt x="412" y="100"/>
                    <a:pt x="420" y="100"/>
                  </a:cubicBezTo>
                  <a:cubicBezTo>
                    <a:pt x="426" y="99"/>
                    <a:pt x="432" y="97"/>
                    <a:pt x="439" y="96"/>
                  </a:cubicBezTo>
                  <a:cubicBezTo>
                    <a:pt x="445" y="95"/>
                    <a:pt x="451" y="95"/>
                    <a:pt x="457" y="94"/>
                  </a:cubicBezTo>
                  <a:cubicBezTo>
                    <a:pt x="461" y="93"/>
                    <a:pt x="467" y="92"/>
                    <a:pt x="470" y="88"/>
                  </a:cubicBezTo>
                  <a:cubicBezTo>
                    <a:pt x="473" y="82"/>
                    <a:pt x="465" y="82"/>
                    <a:pt x="461" y="81"/>
                  </a:cubicBezTo>
                  <a:cubicBezTo>
                    <a:pt x="448" y="78"/>
                    <a:pt x="435" y="78"/>
                    <a:pt x="422" y="76"/>
                  </a:cubicBezTo>
                  <a:cubicBezTo>
                    <a:pt x="415" y="74"/>
                    <a:pt x="401" y="69"/>
                    <a:pt x="394" y="73"/>
                  </a:cubicBezTo>
                  <a:cubicBezTo>
                    <a:pt x="389" y="75"/>
                    <a:pt x="390" y="80"/>
                    <a:pt x="388" y="84"/>
                  </a:cubicBezTo>
                  <a:cubicBezTo>
                    <a:pt x="385" y="93"/>
                    <a:pt x="375" y="93"/>
                    <a:pt x="367" y="92"/>
                  </a:cubicBezTo>
                  <a:cubicBezTo>
                    <a:pt x="357" y="91"/>
                    <a:pt x="344" y="89"/>
                    <a:pt x="334" y="84"/>
                  </a:cubicBezTo>
                  <a:cubicBezTo>
                    <a:pt x="329" y="82"/>
                    <a:pt x="324" y="78"/>
                    <a:pt x="318" y="76"/>
                  </a:cubicBezTo>
                  <a:cubicBezTo>
                    <a:pt x="309" y="74"/>
                    <a:pt x="300" y="74"/>
                    <a:pt x="290" y="73"/>
                  </a:cubicBezTo>
                  <a:cubicBezTo>
                    <a:pt x="278" y="71"/>
                    <a:pt x="267" y="67"/>
                    <a:pt x="255" y="65"/>
                  </a:cubicBezTo>
                  <a:cubicBezTo>
                    <a:pt x="246" y="63"/>
                    <a:pt x="237" y="65"/>
                    <a:pt x="228" y="63"/>
                  </a:cubicBezTo>
                  <a:cubicBezTo>
                    <a:pt x="219" y="61"/>
                    <a:pt x="211" y="56"/>
                    <a:pt x="202" y="54"/>
                  </a:cubicBezTo>
                  <a:cubicBezTo>
                    <a:pt x="197" y="53"/>
                    <a:pt x="191" y="53"/>
                    <a:pt x="186" y="53"/>
                  </a:cubicBezTo>
                  <a:cubicBezTo>
                    <a:pt x="175" y="53"/>
                    <a:pt x="165" y="51"/>
                    <a:pt x="155" y="50"/>
                  </a:cubicBezTo>
                  <a:cubicBezTo>
                    <a:pt x="140" y="47"/>
                    <a:pt x="124" y="46"/>
                    <a:pt x="110" y="42"/>
                  </a:cubicBezTo>
                  <a:cubicBezTo>
                    <a:pt x="103" y="40"/>
                    <a:pt x="105" y="36"/>
                    <a:pt x="99" y="33"/>
                  </a:cubicBezTo>
                  <a:cubicBezTo>
                    <a:pt x="94" y="31"/>
                    <a:pt x="88" y="32"/>
                    <a:pt x="82" y="30"/>
                  </a:cubicBezTo>
                  <a:cubicBezTo>
                    <a:pt x="76" y="27"/>
                    <a:pt x="71" y="22"/>
                    <a:pt x="65" y="20"/>
                  </a:cubicBezTo>
                  <a:cubicBezTo>
                    <a:pt x="60" y="17"/>
                    <a:pt x="56" y="14"/>
                    <a:pt x="52" y="11"/>
                  </a:cubicBezTo>
                  <a:cubicBezTo>
                    <a:pt x="47" y="7"/>
                    <a:pt x="41" y="5"/>
                    <a:pt x="34" y="4"/>
                  </a:cubicBezTo>
                  <a:cubicBezTo>
                    <a:pt x="27" y="3"/>
                    <a:pt x="21" y="4"/>
                    <a:pt x="14" y="4"/>
                  </a:cubicBezTo>
                  <a:cubicBezTo>
                    <a:pt x="9" y="3"/>
                    <a:pt x="5" y="1"/>
                    <a:pt x="0" y="0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1" name="Freeform 692">
              <a:extLst>
                <a:ext uri="{FF2B5EF4-FFF2-40B4-BE49-F238E27FC236}">
                  <a16:creationId xmlns:a16="http://schemas.microsoft.com/office/drawing/2014/main" id="{A17D68D0-F6C8-4478-B00A-610BDDA0E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795"/>
              <a:ext cx="1177" cy="321"/>
            </a:xfrm>
            <a:custGeom>
              <a:avLst/>
              <a:gdLst>
                <a:gd name="T0" fmla="*/ 8290 w 442"/>
                <a:gd name="T1" fmla="*/ 1792 h 113"/>
                <a:gd name="T2" fmla="*/ 6175 w 442"/>
                <a:gd name="T3" fmla="*/ 1443 h 113"/>
                <a:gd name="T4" fmla="*/ 2964 w 442"/>
                <a:gd name="T5" fmla="*/ 784 h 113"/>
                <a:gd name="T6" fmla="*/ 341 w 442"/>
                <a:gd name="T7" fmla="*/ 26 h 113"/>
                <a:gd name="T8" fmla="*/ 0 w 442"/>
                <a:gd name="T9" fmla="*/ 0 h 113"/>
                <a:gd name="T10" fmla="*/ 397 w 442"/>
                <a:gd name="T11" fmla="*/ 758 h 113"/>
                <a:gd name="T12" fmla="*/ 8346 w 442"/>
                <a:gd name="T13" fmla="*/ 2591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113">
                  <a:moveTo>
                    <a:pt x="439" y="78"/>
                  </a:moveTo>
                  <a:cubicBezTo>
                    <a:pt x="419" y="77"/>
                    <a:pt x="374" y="72"/>
                    <a:pt x="327" y="63"/>
                  </a:cubicBezTo>
                  <a:cubicBezTo>
                    <a:pt x="281" y="54"/>
                    <a:pt x="199" y="38"/>
                    <a:pt x="157" y="34"/>
                  </a:cubicBezTo>
                  <a:cubicBezTo>
                    <a:pt x="115" y="30"/>
                    <a:pt x="47" y="2"/>
                    <a:pt x="18" y="1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442" y="113"/>
                    <a:pt x="442" y="113"/>
                    <a:pt x="442" y="11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2" name="Freeform 693">
              <a:extLst>
                <a:ext uri="{FF2B5EF4-FFF2-40B4-BE49-F238E27FC236}">
                  <a16:creationId xmlns:a16="http://schemas.microsoft.com/office/drawing/2014/main" id="{9C46C7D8-A649-4E95-BFF2-5826CD199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360"/>
              <a:ext cx="1347" cy="304"/>
            </a:xfrm>
            <a:custGeom>
              <a:avLst/>
              <a:gdLst>
                <a:gd name="T0" fmla="*/ 4076 w 506"/>
                <a:gd name="T1" fmla="*/ 710 h 107"/>
                <a:gd name="T2" fmla="*/ 4379 w 506"/>
                <a:gd name="T3" fmla="*/ 736 h 107"/>
                <a:gd name="T4" fmla="*/ 4813 w 506"/>
                <a:gd name="T5" fmla="*/ 895 h 107"/>
                <a:gd name="T6" fmla="*/ 5436 w 506"/>
                <a:gd name="T7" fmla="*/ 986 h 107"/>
                <a:gd name="T8" fmla="*/ 6264 w 506"/>
                <a:gd name="T9" fmla="*/ 1236 h 107"/>
                <a:gd name="T10" fmla="*/ 7129 w 506"/>
                <a:gd name="T11" fmla="*/ 1517 h 107"/>
                <a:gd name="T12" fmla="*/ 7845 w 506"/>
                <a:gd name="T13" fmla="*/ 1767 h 107"/>
                <a:gd name="T14" fmla="*/ 8958 w 506"/>
                <a:gd name="T15" fmla="*/ 2065 h 107"/>
                <a:gd name="T16" fmla="*/ 9546 w 506"/>
                <a:gd name="T17" fmla="*/ 2429 h 107"/>
                <a:gd name="T18" fmla="*/ 9410 w 506"/>
                <a:gd name="T19" fmla="*/ 2429 h 107"/>
                <a:gd name="T20" fmla="*/ 8830 w 506"/>
                <a:gd name="T21" fmla="*/ 2267 h 107"/>
                <a:gd name="T22" fmla="*/ 7057 w 506"/>
                <a:gd name="T23" fmla="*/ 1906 h 107"/>
                <a:gd name="T24" fmla="*/ 5888 w 506"/>
                <a:gd name="T25" fmla="*/ 1605 h 107"/>
                <a:gd name="T26" fmla="*/ 4981 w 506"/>
                <a:gd name="T27" fmla="*/ 1372 h 107"/>
                <a:gd name="T28" fmla="*/ 4605 w 506"/>
                <a:gd name="T29" fmla="*/ 1171 h 107"/>
                <a:gd name="T30" fmla="*/ 4392 w 506"/>
                <a:gd name="T31" fmla="*/ 798 h 107"/>
                <a:gd name="T32" fmla="*/ 3927 w 506"/>
                <a:gd name="T33" fmla="*/ 759 h 107"/>
                <a:gd name="T34" fmla="*/ 3210 w 506"/>
                <a:gd name="T35" fmla="*/ 759 h 107"/>
                <a:gd name="T36" fmla="*/ 2601 w 506"/>
                <a:gd name="T37" fmla="*/ 548 h 107"/>
                <a:gd name="T38" fmla="*/ 1927 w 506"/>
                <a:gd name="T39" fmla="*/ 364 h 107"/>
                <a:gd name="T40" fmla="*/ 865 w 506"/>
                <a:gd name="T41" fmla="*/ 347 h 107"/>
                <a:gd name="T42" fmla="*/ 362 w 506"/>
                <a:gd name="T43" fmla="*/ 210 h 107"/>
                <a:gd name="T44" fmla="*/ 0 w 506"/>
                <a:gd name="T45" fmla="*/ 48 h 107"/>
                <a:gd name="T46" fmla="*/ 375 w 506"/>
                <a:gd name="T47" fmla="*/ 26 h 107"/>
                <a:gd name="T48" fmla="*/ 772 w 506"/>
                <a:gd name="T49" fmla="*/ 162 h 10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06" h="107">
                  <a:moveTo>
                    <a:pt x="216" y="31"/>
                  </a:moveTo>
                  <a:cubicBezTo>
                    <a:pt x="221" y="32"/>
                    <a:pt x="226" y="31"/>
                    <a:pt x="232" y="32"/>
                  </a:cubicBezTo>
                  <a:cubicBezTo>
                    <a:pt x="237" y="33"/>
                    <a:pt x="249" y="38"/>
                    <a:pt x="255" y="39"/>
                  </a:cubicBezTo>
                  <a:cubicBezTo>
                    <a:pt x="266" y="40"/>
                    <a:pt x="277" y="41"/>
                    <a:pt x="288" y="43"/>
                  </a:cubicBezTo>
                  <a:cubicBezTo>
                    <a:pt x="303" y="45"/>
                    <a:pt x="316" y="51"/>
                    <a:pt x="332" y="54"/>
                  </a:cubicBezTo>
                  <a:cubicBezTo>
                    <a:pt x="348" y="57"/>
                    <a:pt x="363" y="63"/>
                    <a:pt x="378" y="66"/>
                  </a:cubicBezTo>
                  <a:cubicBezTo>
                    <a:pt x="392" y="69"/>
                    <a:pt x="402" y="74"/>
                    <a:pt x="416" y="77"/>
                  </a:cubicBezTo>
                  <a:cubicBezTo>
                    <a:pt x="426" y="79"/>
                    <a:pt x="467" y="85"/>
                    <a:pt x="475" y="90"/>
                  </a:cubicBezTo>
                  <a:cubicBezTo>
                    <a:pt x="482" y="93"/>
                    <a:pt x="503" y="98"/>
                    <a:pt x="506" y="106"/>
                  </a:cubicBezTo>
                  <a:cubicBezTo>
                    <a:pt x="503" y="107"/>
                    <a:pt x="501" y="107"/>
                    <a:pt x="499" y="106"/>
                  </a:cubicBezTo>
                  <a:cubicBezTo>
                    <a:pt x="488" y="104"/>
                    <a:pt x="478" y="101"/>
                    <a:pt x="468" y="99"/>
                  </a:cubicBezTo>
                  <a:cubicBezTo>
                    <a:pt x="437" y="91"/>
                    <a:pt x="405" y="86"/>
                    <a:pt x="374" y="83"/>
                  </a:cubicBezTo>
                  <a:cubicBezTo>
                    <a:pt x="353" y="80"/>
                    <a:pt x="333" y="74"/>
                    <a:pt x="312" y="70"/>
                  </a:cubicBezTo>
                  <a:cubicBezTo>
                    <a:pt x="297" y="67"/>
                    <a:pt x="277" y="68"/>
                    <a:pt x="264" y="60"/>
                  </a:cubicBezTo>
                  <a:cubicBezTo>
                    <a:pt x="260" y="57"/>
                    <a:pt x="247" y="56"/>
                    <a:pt x="244" y="51"/>
                  </a:cubicBezTo>
                  <a:cubicBezTo>
                    <a:pt x="239" y="45"/>
                    <a:pt x="241" y="37"/>
                    <a:pt x="233" y="35"/>
                  </a:cubicBezTo>
                  <a:cubicBezTo>
                    <a:pt x="225" y="33"/>
                    <a:pt x="217" y="34"/>
                    <a:pt x="208" y="33"/>
                  </a:cubicBezTo>
                  <a:cubicBezTo>
                    <a:pt x="196" y="32"/>
                    <a:pt x="181" y="36"/>
                    <a:pt x="170" y="33"/>
                  </a:cubicBezTo>
                  <a:cubicBezTo>
                    <a:pt x="158" y="30"/>
                    <a:pt x="151" y="23"/>
                    <a:pt x="138" y="24"/>
                  </a:cubicBezTo>
                  <a:cubicBezTo>
                    <a:pt x="125" y="25"/>
                    <a:pt x="116" y="17"/>
                    <a:pt x="102" y="16"/>
                  </a:cubicBezTo>
                  <a:cubicBezTo>
                    <a:pt x="84" y="15"/>
                    <a:pt x="64" y="19"/>
                    <a:pt x="46" y="15"/>
                  </a:cubicBezTo>
                  <a:cubicBezTo>
                    <a:pt x="37" y="13"/>
                    <a:pt x="28" y="11"/>
                    <a:pt x="19" y="9"/>
                  </a:cubicBezTo>
                  <a:cubicBezTo>
                    <a:pt x="15" y="8"/>
                    <a:pt x="2" y="7"/>
                    <a:pt x="0" y="2"/>
                  </a:cubicBezTo>
                  <a:cubicBezTo>
                    <a:pt x="7" y="0"/>
                    <a:pt x="14" y="0"/>
                    <a:pt x="20" y="1"/>
                  </a:cubicBezTo>
                  <a:cubicBezTo>
                    <a:pt x="29" y="2"/>
                    <a:pt x="33" y="5"/>
                    <a:pt x="41" y="7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3" name="Freeform 694">
              <a:extLst>
                <a:ext uri="{FF2B5EF4-FFF2-40B4-BE49-F238E27FC236}">
                  <a16:creationId xmlns:a16="http://schemas.microsoft.com/office/drawing/2014/main" id="{30D5BBFD-3311-4F53-BB0C-41BF699AA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499"/>
              <a:ext cx="104" cy="57"/>
            </a:xfrm>
            <a:custGeom>
              <a:avLst/>
              <a:gdLst>
                <a:gd name="T0" fmla="*/ 0 w 39"/>
                <a:gd name="T1" fmla="*/ 48 h 20"/>
                <a:gd name="T2" fmla="*/ 739 w 39"/>
                <a:gd name="T3" fmla="*/ 46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">
                  <a:moveTo>
                    <a:pt x="0" y="2"/>
                  </a:moveTo>
                  <a:cubicBezTo>
                    <a:pt x="17" y="0"/>
                    <a:pt x="29" y="4"/>
                    <a:pt x="39" y="2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4" name="Freeform 695">
              <a:extLst>
                <a:ext uri="{FF2B5EF4-FFF2-40B4-BE49-F238E27FC236}">
                  <a16:creationId xmlns:a16="http://schemas.microsoft.com/office/drawing/2014/main" id="{AE858456-6387-4101-A92C-6B54A08BE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48"/>
              <a:ext cx="74" cy="28"/>
            </a:xfrm>
            <a:custGeom>
              <a:avLst/>
              <a:gdLst>
                <a:gd name="T0" fmla="*/ 0 w 28"/>
                <a:gd name="T1" fmla="*/ 174 h 10"/>
                <a:gd name="T2" fmla="*/ 518 w 28"/>
                <a:gd name="T3" fmla="*/ 21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8"/>
                  </a:moveTo>
                  <a:cubicBezTo>
                    <a:pt x="7" y="2"/>
                    <a:pt x="23" y="0"/>
                    <a:pt x="28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5" name="Freeform 696">
              <a:extLst>
                <a:ext uri="{FF2B5EF4-FFF2-40B4-BE49-F238E27FC236}">
                  <a16:creationId xmlns:a16="http://schemas.microsoft.com/office/drawing/2014/main" id="{9D30A708-3335-4CAB-85D3-7A06A627B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599"/>
              <a:ext cx="101" cy="28"/>
            </a:xfrm>
            <a:custGeom>
              <a:avLst/>
              <a:gdLst>
                <a:gd name="T0" fmla="*/ 0 w 38"/>
                <a:gd name="T1" fmla="*/ 0 h 10"/>
                <a:gd name="T2" fmla="*/ 712 w 3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0"/>
                  </a:moveTo>
                  <a:cubicBezTo>
                    <a:pt x="7" y="9"/>
                    <a:pt x="31" y="1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6" name="Freeform 697">
              <a:extLst>
                <a:ext uri="{FF2B5EF4-FFF2-40B4-BE49-F238E27FC236}">
                  <a16:creationId xmlns:a16="http://schemas.microsoft.com/office/drawing/2014/main" id="{DA54A64C-35B3-4A58-B55C-62BABC764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84"/>
              <a:ext cx="43" cy="34"/>
            </a:xfrm>
            <a:custGeom>
              <a:avLst/>
              <a:gdLst>
                <a:gd name="T0" fmla="*/ 22 w 16"/>
                <a:gd name="T1" fmla="*/ 0 h 12"/>
                <a:gd name="T2" fmla="*/ 312 w 16"/>
                <a:gd name="T3" fmla="*/ 24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" y="0"/>
                  </a:moveTo>
                  <a:cubicBezTo>
                    <a:pt x="0" y="9"/>
                    <a:pt x="9" y="12"/>
                    <a:pt x="16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7" name="Freeform 698">
              <a:extLst>
                <a:ext uri="{FF2B5EF4-FFF2-40B4-BE49-F238E27FC236}">
                  <a16:creationId xmlns:a16="http://schemas.microsoft.com/office/drawing/2014/main" id="{7914346B-3336-4C80-8719-AD9A3266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920"/>
              <a:ext cx="103" cy="26"/>
            </a:xfrm>
            <a:custGeom>
              <a:avLst/>
              <a:gdLst>
                <a:gd name="T0" fmla="*/ 0 w 39"/>
                <a:gd name="T1" fmla="*/ 0 h 9"/>
                <a:gd name="T2" fmla="*/ 718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0" y="0"/>
                  </a:moveTo>
                  <a:cubicBezTo>
                    <a:pt x="9" y="9"/>
                    <a:pt x="31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8" name="Freeform 699">
              <a:extLst>
                <a:ext uri="{FF2B5EF4-FFF2-40B4-BE49-F238E27FC236}">
                  <a16:creationId xmlns:a16="http://schemas.microsoft.com/office/drawing/2014/main" id="{AE3F2B9C-3EC1-40D4-9710-9DAF5BE03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898"/>
              <a:ext cx="88" cy="48"/>
            </a:xfrm>
            <a:custGeom>
              <a:avLst/>
              <a:gdLst>
                <a:gd name="T0" fmla="*/ 0 w 33"/>
                <a:gd name="T1" fmla="*/ 0 h 17"/>
                <a:gd name="T2" fmla="*/ 627 w 33"/>
                <a:gd name="T3" fmla="*/ 31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7">
                  <a:moveTo>
                    <a:pt x="0" y="0"/>
                  </a:moveTo>
                  <a:cubicBezTo>
                    <a:pt x="3" y="17"/>
                    <a:pt x="21" y="14"/>
                    <a:pt x="33" y="1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9" name="Freeform 700">
              <a:extLst>
                <a:ext uri="{FF2B5EF4-FFF2-40B4-BE49-F238E27FC236}">
                  <a16:creationId xmlns:a16="http://schemas.microsoft.com/office/drawing/2014/main" id="{17B9BF7A-A19C-4FF0-A81F-78A1BE6A9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80"/>
              <a:ext cx="72" cy="34"/>
            </a:xfrm>
            <a:custGeom>
              <a:avLst/>
              <a:gdLst>
                <a:gd name="T0" fmla="*/ 0 w 27"/>
                <a:gd name="T1" fmla="*/ 88 h 12"/>
                <a:gd name="T2" fmla="*/ 512 w 2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0" y="4"/>
                  </a:moveTo>
                  <a:cubicBezTo>
                    <a:pt x="8" y="12"/>
                    <a:pt x="19" y="4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0" name="Freeform 701">
              <a:extLst>
                <a:ext uri="{FF2B5EF4-FFF2-40B4-BE49-F238E27FC236}">
                  <a16:creationId xmlns:a16="http://schemas.microsoft.com/office/drawing/2014/main" id="{2136D3EC-1500-4CFA-8BD6-7DAF795FB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977"/>
              <a:ext cx="40" cy="23"/>
            </a:xfrm>
            <a:custGeom>
              <a:avLst/>
              <a:gdLst>
                <a:gd name="T0" fmla="*/ 0 w 15"/>
                <a:gd name="T1" fmla="*/ 0 h 8"/>
                <a:gd name="T2" fmla="*/ 285 w 15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8"/>
                    <a:pt x="11" y="4"/>
                    <a:pt x="15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1" name="Freeform 702">
              <a:extLst>
                <a:ext uri="{FF2B5EF4-FFF2-40B4-BE49-F238E27FC236}">
                  <a16:creationId xmlns:a16="http://schemas.microsoft.com/office/drawing/2014/main" id="{B8E25924-8725-4C8A-BFA2-2618D60EB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844"/>
              <a:ext cx="99" cy="39"/>
            </a:xfrm>
            <a:custGeom>
              <a:avLst/>
              <a:gdLst>
                <a:gd name="T0" fmla="*/ 0 w 37"/>
                <a:gd name="T1" fmla="*/ 0 h 14"/>
                <a:gd name="T2" fmla="*/ 709 w 37"/>
                <a:gd name="T3" fmla="*/ 10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0" y="0"/>
                  </a:moveTo>
                  <a:cubicBezTo>
                    <a:pt x="8" y="14"/>
                    <a:pt x="24" y="10"/>
                    <a:pt x="37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2" name="Freeform 703">
              <a:extLst>
                <a:ext uri="{FF2B5EF4-FFF2-40B4-BE49-F238E27FC236}">
                  <a16:creationId xmlns:a16="http://schemas.microsoft.com/office/drawing/2014/main" id="{71EC5939-1247-4135-8A36-0F52B4C9A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835"/>
              <a:ext cx="45" cy="48"/>
            </a:xfrm>
            <a:custGeom>
              <a:avLst/>
              <a:gdLst>
                <a:gd name="T0" fmla="*/ 0 w 17"/>
                <a:gd name="T1" fmla="*/ 0 h 17"/>
                <a:gd name="T2" fmla="*/ 315 w 17"/>
                <a:gd name="T3" fmla="*/ 35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2" y="9"/>
                    <a:pt x="7" y="17"/>
                    <a:pt x="17" y="1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3" name="Freeform 704">
              <a:extLst>
                <a:ext uri="{FF2B5EF4-FFF2-40B4-BE49-F238E27FC236}">
                  <a16:creationId xmlns:a16="http://schemas.microsoft.com/office/drawing/2014/main" id="{A4D1B148-EE11-4057-ACDF-0CAC104D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849"/>
              <a:ext cx="16" cy="9"/>
            </a:xfrm>
            <a:custGeom>
              <a:avLst/>
              <a:gdLst>
                <a:gd name="T0" fmla="*/ 0 w 6"/>
                <a:gd name="T1" fmla="*/ 81 h 3"/>
                <a:gd name="T2" fmla="*/ 11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4" name="Freeform 705">
              <a:extLst>
                <a:ext uri="{FF2B5EF4-FFF2-40B4-BE49-F238E27FC236}">
                  <a16:creationId xmlns:a16="http://schemas.microsoft.com/office/drawing/2014/main" id="{E95A69C0-8C27-44C4-9A9D-7F864823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20"/>
              <a:ext cx="18" cy="34"/>
            </a:xfrm>
            <a:custGeom>
              <a:avLst/>
              <a:gdLst>
                <a:gd name="T0" fmla="*/ 100 w 7"/>
                <a:gd name="T1" fmla="*/ 249 h 12"/>
                <a:gd name="T2" fmla="*/ 85 w 7"/>
                <a:gd name="T3" fmla="*/ 0 h 12"/>
                <a:gd name="T4" fmla="*/ 21 w 7"/>
                <a:gd name="T5" fmla="*/ 2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6" y="11"/>
                  </a:moveTo>
                  <a:cubicBezTo>
                    <a:pt x="7" y="7"/>
                    <a:pt x="7" y="3"/>
                    <a:pt x="5" y="0"/>
                  </a:cubicBezTo>
                  <a:cubicBezTo>
                    <a:pt x="1" y="2"/>
                    <a:pt x="0" y="8"/>
                    <a:pt x="1" y="1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5" name="Freeform 706">
              <a:extLst>
                <a:ext uri="{FF2B5EF4-FFF2-40B4-BE49-F238E27FC236}">
                  <a16:creationId xmlns:a16="http://schemas.microsoft.com/office/drawing/2014/main" id="{E5746B2F-F0E9-47FF-877E-B4679E1C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74"/>
              <a:ext cx="5" cy="20"/>
            </a:xfrm>
            <a:custGeom>
              <a:avLst/>
              <a:gdLst>
                <a:gd name="T0" fmla="*/ 33 w 2"/>
                <a:gd name="T1" fmla="*/ 163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5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6" name="Freeform 707">
              <a:extLst>
                <a:ext uri="{FF2B5EF4-FFF2-40B4-BE49-F238E27FC236}">
                  <a16:creationId xmlns:a16="http://schemas.microsoft.com/office/drawing/2014/main" id="{8A49DB29-5969-40CC-9B55-66472C89C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847"/>
              <a:ext cx="11" cy="5"/>
            </a:xfrm>
            <a:custGeom>
              <a:avLst/>
              <a:gdLst>
                <a:gd name="T0" fmla="*/ 0 w 4"/>
                <a:gd name="T1" fmla="*/ 33 h 2"/>
                <a:gd name="T2" fmla="*/ 8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7" name="Freeform 708">
              <a:extLst>
                <a:ext uri="{FF2B5EF4-FFF2-40B4-BE49-F238E27FC236}">
                  <a16:creationId xmlns:a16="http://schemas.microsoft.com/office/drawing/2014/main" id="{094F58CB-4772-45BF-A9BA-8473600D7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462"/>
              <a:ext cx="5" cy="15"/>
            </a:xfrm>
            <a:custGeom>
              <a:avLst/>
              <a:gdLst>
                <a:gd name="T0" fmla="*/ 0 w 2"/>
                <a:gd name="T1" fmla="*/ 135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8" name="Freeform 709">
              <a:extLst>
                <a:ext uri="{FF2B5EF4-FFF2-40B4-BE49-F238E27FC236}">
                  <a16:creationId xmlns:a16="http://schemas.microsoft.com/office/drawing/2014/main" id="{4FF3B46A-D59B-4684-BBF7-28DB575D3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96"/>
              <a:ext cx="16" cy="12"/>
            </a:xfrm>
            <a:custGeom>
              <a:avLst/>
              <a:gdLst>
                <a:gd name="T0" fmla="*/ 0 w 6"/>
                <a:gd name="T1" fmla="*/ 108 h 4"/>
                <a:gd name="T2" fmla="*/ 11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9" name="Freeform 710">
              <a:extLst>
                <a:ext uri="{FF2B5EF4-FFF2-40B4-BE49-F238E27FC236}">
                  <a16:creationId xmlns:a16="http://schemas.microsoft.com/office/drawing/2014/main" id="{A94B2E75-FD49-4079-9829-FEB8142E4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496"/>
              <a:ext cx="29" cy="32"/>
            </a:xfrm>
            <a:custGeom>
              <a:avLst/>
              <a:gdLst>
                <a:gd name="T0" fmla="*/ 21 w 11"/>
                <a:gd name="T1" fmla="*/ 0 h 11"/>
                <a:gd name="T2" fmla="*/ 182 w 11"/>
                <a:gd name="T3" fmla="*/ 2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" y="0"/>
                  </a:moveTo>
                  <a:cubicBezTo>
                    <a:pt x="0" y="11"/>
                    <a:pt x="11" y="10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0" name="Freeform 711">
              <a:extLst>
                <a:ext uri="{FF2B5EF4-FFF2-40B4-BE49-F238E27FC236}">
                  <a16:creationId xmlns:a16="http://schemas.microsoft.com/office/drawing/2014/main" id="{1ADE69FC-4FD0-4384-8E57-4F333182B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553"/>
              <a:ext cx="2" cy="26"/>
            </a:xfrm>
            <a:custGeom>
              <a:avLst/>
              <a:gdLst>
                <a:gd name="T0" fmla="*/ 8 w 1"/>
                <a:gd name="T1" fmla="*/ 0 h 9"/>
                <a:gd name="T2" fmla="*/ 8 w 1"/>
                <a:gd name="T3" fmla="*/ 2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1" name="Freeform 712">
              <a:extLst>
                <a:ext uri="{FF2B5EF4-FFF2-40B4-BE49-F238E27FC236}">
                  <a16:creationId xmlns:a16="http://schemas.microsoft.com/office/drawing/2014/main" id="{5FF03280-3D40-48CB-AB8D-5A34C7FDB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599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2" name="Freeform 713">
              <a:extLst>
                <a:ext uri="{FF2B5EF4-FFF2-40B4-BE49-F238E27FC236}">
                  <a16:creationId xmlns:a16="http://schemas.microsoft.com/office/drawing/2014/main" id="{948FBF2F-EEA6-4BD5-A87F-8C2556555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01"/>
              <a:ext cx="24" cy="23"/>
            </a:xfrm>
            <a:custGeom>
              <a:avLst/>
              <a:gdLst>
                <a:gd name="T0" fmla="*/ 115 w 9"/>
                <a:gd name="T1" fmla="*/ 190 h 8"/>
                <a:gd name="T2" fmla="*/ 115 w 9"/>
                <a:gd name="T3" fmla="*/ 0 h 8"/>
                <a:gd name="T4" fmla="*/ 0 w 9"/>
                <a:gd name="T5" fmla="*/ 16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8" y="5"/>
                    <a:pt x="9" y="2"/>
                    <a:pt x="6" y="0"/>
                  </a:cubicBezTo>
                  <a:cubicBezTo>
                    <a:pt x="3" y="0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3" name="Freeform 714">
              <a:extLst>
                <a:ext uri="{FF2B5EF4-FFF2-40B4-BE49-F238E27FC236}">
                  <a16:creationId xmlns:a16="http://schemas.microsoft.com/office/drawing/2014/main" id="{929E549B-983F-4057-A82C-D879D654A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420"/>
              <a:ext cx="94" cy="31"/>
            </a:xfrm>
            <a:custGeom>
              <a:avLst/>
              <a:gdLst>
                <a:gd name="T0" fmla="*/ 0 w 35"/>
                <a:gd name="T1" fmla="*/ 87 h 11"/>
                <a:gd name="T2" fmla="*/ 677 w 35"/>
                <a:gd name="T3" fmla="*/ 2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4"/>
                  </a:moveTo>
                  <a:cubicBezTo>
                    <a:pt x="10" y="0"/>
                    <a:pt x="30" y="1"/>
                    <a:pt x="35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4" name="Freeform 715">
              <a:extLst>
                <a:ext uri="{FF2B5EF4-FFF2-40B4-BE49-F238E27FC236}">
                  <a16:creationId xmlns:a16="http://schemas.microsoft.com/office/drawing/2014/main" id="{FD4E5762-B220-4E3C-8022-61045DDFB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443"/>
              <a:ext cx="56" cy="17"/>
            </a:xfrm>
            <a:custGeom>
              <a:avLst/>
              <a:gdLst>
                <a:gd name="T0" fmla="*/ 0 w 21"/>
                <a:gd name="T1" fmla="*/ 136 h 6"/>
                <a:gd name="T2" fmla="*/ 397 w 21"/>
                <a:gd name="T3" fmla="*/ 7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6" y="2"/>
                    <a:pt x="14" y="0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5" name="Freeform 716">
              <a:extLst>
                <a:ext uri="{FF2B5EF4-FFF2-40B4-BE49-F238E27FC236}">
                  <a16:creationId xmlns:a16="http://schemas.microsoft.com/office/drawing/2014/main" id="{233B5678-B524-475A-9B9E-CB6196116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51"/>
              <a:ext cx="16" cy="14"/>
            </a:xfrm>
            <a:custGeom>
              <a:avLst/>
              <a:gdLst>
                <a:gd name="T0" fmla="*/ 0 w 6"/>
                <a:gd name="T1" fmla="*/ 0 h 5"/>
                <a:gd name="T2" fmla="*/ 115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2"/>
                    <a:pt x="4" y="4"/>
                    <a:pt x="6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6" name="Freeform 717">
              <a:extLst>
                <a:ext uri="{FF2B5EF4-FFF2-40B4-BE49-F238E27FC236}">
                  <a16:creationId xmlns:a16="http://schemas.microsoft.com/office/drawing/2014/main" id="{71E74985-4C94-419F-BE64-F7FCEDCF5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445"/>
              <a:ext cx="6" cy="15"/>
            </a:xfrm>
            <a:custGeom>
              <a:avLst/>
              <a:gdLst>
                <a:gd name="T0" fmla="*/ 54 w 2"/>
                <a:gd name="T1" fmla="*/ 0 h 5"/>
                <a:gd name="T2" fmla="*/ 0 w 2"/>
                <a:gd name="T3" fmla="*/ 13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7" name="Freeform 718">
              <a:extLst>
                <a:ext uri="{FF2B5EF4-FFF2-40B4-BE49-F238E27FC236}">
                  <a16:creationId xmlns:a16="http://schemas.microsoft.com/office/drawing/2014/main" id="{3E3466EF-9CB3-43BC-B997-66470984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426"/>
              <a:ext cx="8" cy="14"/>
            </a:xfrm>
            <a:custGeom>
              <a:avLst/>
              <a:gdLst>
                <a:gd name="T0" fmla="*/ 0 w 3"/>
                <a:gd name="T1" fmla="*/ 0 h 5"/>
                <a:gd name="T2" fmla="*/ 56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1"/>
                    <a:pt x="2" y="3"/>
                    <a:pt x="3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8" name="Freeform 719">
              <a:extLst>
                <a:ext uri="{FF2B5EF4-FFF2-40B4-BE49-F238E27FC236}">
                  <a16:creationId xmlns:a16="http://schemas.microsoft.com/office/drawing/2014/main" id="{56EDC2AA-2EDF-4F33-8DCB-7F129602C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756"/>
              <a:ext cx="1266" cy="272"/>
            </a:xfrm>
            <a:custGeom>
              <a:avLst/>
              <a:gdLst>
                <a:gd name="T0" fmla="*/ 0 w 476"/>
                <a:gd name="T1" fmla="*/ 184 h 96"/>
                <a:gd name="T2" fmla="*/ 806 w 476"/>
                <a:gd name="T3" fmla="*/ 411 h 96"/>
                <a:gd name="T4" fmla="*/ 3729 w 476"/>
                <a:gd name="T5" fmla="*/ 1165 h 96"/>
                <a:gd name="T6" fmla="*/ 5907 w 476"/>
                <a:gd name="T7" fmla="*/ 1638 h 96"/>
                <a:gd name="T8" fmla="*/ 7583 w 476"/>
                <a:gd name="T9" fmla="*/ 2000 h 96"/>
                <a:gd name="T10" fmla="*/ 8107 w 476"/>
                <a:gd name="T11" fmla="*/ 2071 h 96"/>
                <a:gd name="T12" fmla="*/ 8934 w 476"/>
                <a:gd name="T13" fmla="*/ 2185 h 96"/>
                <a:gd name="T14" fmla="*/ 8955 w 476"/>
                <a:gd name="T15" fmla="*/ 2000 h 96"/>
                <a:gd name="T16" fmla="*/ 8128 w 476"/>
                <a:gd name="T17" fmla="*/ 1887 h 96"/>
                <a:gd name="T18" fmla="*/ 7604 w 476"/>
                <a:gd name="T19" fmla="*/ 1822 h 96"/>
                <a:gd name="T20" fmla="*/ 5928 w 476"/>
                <a:gd name="T21" fmla="*/ 1476 h 96"/>
                <a:gd name="T22" fmla="*/ 3742 w 476"/>
                <a:gd name="T23" fmla="*/ 980 h 96"/>
                <a:gd name="T24" fmla="*/ 848 w 476"/>
                <a:gd name="T25" fmla="*/ 224 h 96"/>
                <a:gd name="T26" fmla="*/ 21 w 476"/>
                <a:gd name="T27" fmla="*/ 0 h 96"/>
                <a:gd name="T28" fmla="*/ 0 w 476"/>
                <a:gd name="T29" fmla="*/ 184 h 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6" h="96">
                  <a:moveTo>
                    <a:pt x="0" y="8"/>
                  </a:moveTo>
                  <a:cubicBezTo>
                    <a:pt x="7" y="9"/>
                    <a:pt x="23" y="13"/>
                    <a:pt x="43" y="18"/>
                  </a:cubicBezTo>
                  <a:cubicBezTo>
                    <a:pt x="85" y="28"/>
                    <a:pt x="150" y="43"/>
                    <a:pt x="198" y="51"/>
                  </a:cubicBezTo>
                  <a:cubicBezTo>
                    <a:pt x="232" y="57"/>
                    <a:pt x="276" y="65"/>
                    <a:pt x="314" y="72"/>
                  </a:cubicBezTo>
                  <a:cubicBezTo>
                    <a:pt x="354" y="80"/>
                    <a:pt x="388" y="87"/>
                    <a:pt x="403" y="88"/>
                  </a:cubicBezTo>
                  <a:cubicBezTo>
                    <a:pt x="431" y="91"/>
                    <a:pt x="431" y="91"/>
                    <a:pt x="431" y="91"/>
                  </a:cubicBezTo>
                  <a:cubicBezTo>
                    <a:pt x="446" y="93"/>
                    <a:pt x="459" y="94"/>
                    <a:pt x="475" y="96"/>
                  </a:cubicBezTo>
                  <a:cubicBezTo>
                    <a:pt x="476" y="88"/>
                    <a:pt x="476" y="88"/>
                    <a:pt x="476" y="88"/>
                  </a:cubicBezTo>
                  <a:cubicBezTo>
                    <a:pt x="459" y="86"/>
                    <a:pt x="447" y="85"/>
                    <a:pt x="432" y="83"/>
                  </a:cubicBezTo>
                  <a:cubicBezTo>
                    <a:pt x="404" y="80"/>
                    <a:pt x="404" y="80"/>
                    <a:pt x="404" y="80"/>
                  </a:cubicBezTo>
                  <a:cubicBezTo>
                    <a:pt x="389" y="79"/>
                    <a:pt x="355" y="72"/>
                    <a:pt x="315" y="65"/>
                  </a:cubicBezTo>
                  <a:cubicBezTo>
                    <a:pt x="277" y="57"/>
                    <a:pt x="234" y="49"/>
                    <a:pt x="199" y="43"/>
                  </a:cubicBezTo>
                  <a:cubicBezTo>
                    <a:pt x="151" y="36"/>
                    <a:pt x="87" y="20"/>
                    <a:pt x="45" y="10"/>
                  </a:cubicBezTo>
                  <a:cubicBezTo>
                    <a:pt x="24" y="5"/>
                    <a:pt x="8" y="1"/>
                    <a:pt x="1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B7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9" name="Freeform 720">
              <a:extLst>
                <a:ext uri="{FF2B5EF4-FFF2-40B4-BE49-F238E27FC236}">
                  <a16:creationId xmlns:a16="http://schemas.microsoft.com/office/drawing/2014/main" id="{B429BAAF-8C9F-4A50-87CE-C5CC5EF5C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332"/>
              <a:ext cx="1426" cy="315"/>
            </a:xfrm>
            <a:custGeom>
              <a:avLst/>
              <a:gdLst>
                <a:gd name="T0" fmla="*/ 0 w 536"/>
                <a:gd name="T1" fmla="*/ 184 h 111"/>
                <a:gd name="T2" fmla="*/ 1564 w 536"/>
                <a:gd name="T3" fmla="*/ 522 h 111"/>
                <a:gd name="T4" fmla="*/ 5704 w 536"/>
                <a:gd name="T5" fmla="*/ 1416 h 111"/>
                <a:gd name="T6" fmla="*/ 6795 w 536"/>
                <a:gd name="T7" fmla="*/ 1714 h 111"/>
                <a:gd name="T8" fmla="*/ 10072 w 536"/>
                <a:gd name="T9" fmla="*/ 2537 h 111"/>
                <a:gd name="T10" fmla="*/ 10094 w 536"/>
                <a:gd name="T11" fmla="*/ 2353 h 111"/>
                <a:gd name="T12" fmla="*/ 6837 w 536"/>
                <a:gd name="T13" fmla="*/ 1530 h 111"/>
                <a:gd name="T14" fmla="*/ 5741 w 536"/>
                <a:gd name="T15" fmla="*/ 1232 h 111"/>
                <a:gd name="T16" fmla="*/ 1599 w 536"/>
                <a:gd name="T17" fmla="*/ 346 h 111"/>
                <a:gd name="T18" fmla="*/ 35 w 536"/>
                <a:gd name="T19" fmla="*/ 0 h 111"/>
                <a:gd name="T20" fmla="*/ 0 w 536"/>
                <a:gd name="T21" fmla="*/ 184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6" h="111">
                  <a:moveTo>
                    <a:pt x="0" y="8"/>
                  </a:moveTo>
                  <a:cubicBezTo>
                    <a:pt x="11" y="11"/>
                    <a:pt x="41" y="16"/>
                    <a:pt x="83" y="23"/>
                  </a:cubicBezTo>
                  <a:cubicBezTo>
                    <a:pt x="145" y="33"/>
                    <a:pt x="230" y="46"/>
                    <a:pt x="303" y="62"/>
                  </a:cubicBezTo>
                  <a:cubicBezTo>
                    <a:pt x="361" y="75"/>
                    <a:pt x="361" y="75"/>
                    <a:pt x="361" y="75"/>
                  </a:cubicBezTo>
                  <a:cubicBezTo>
                    <a:pt x="456" y="95"/>
                    <a:pt x="508" y="107"/>
                    <a:pt x="535" y="111"/>
                  </a:cubicBezTo>
                  <a:cubicBezTo>
                    <a:pt x="536" y="103"/>
                    <a:pt x="536" y="103"/>
                    <a:pt x="536" y="103"/>
                  </a:cubicBezTo>
                  <a:cubicBezTo>
                    <a:pt x="509" y="99"/>
                    <a:pt x="457" y="87"/>
                    <a:pt x="363" y="67"/>
                  </a:cubicBezTo>
                  <a:cubicBezTo>
                    <a:pt x="305" y="54"/>
                    <a:pt x="305" y="54"/>
                    <a:pt x="305" y="54"/>
                  </a:cubicBezTo>
                  <a:cubicBezTo>
                    <a:pt x="231" y="38"/>
                    <a:pt x="147" y="25"/>
                    <a:pt x="85" y="15"/>
                  </a:cubicBezTo>
                  <a:cubicBezTo>
                    <a:pt x="44" y="8"/>
                    <a:pt x="12" y="3"/>
                    <a:pt x="2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B74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0" name="Freeform 721">
              <a:extLst>
                <a:ext uri="{FF2B5EF4-FFF2-40B4-BE49-F238E27FC236}">
                  <a16:creationId xmlns:a16="http://schemas.microsoft.com/office/drawing/2014/main" id="{B7E77E35-14DB-431E-ADF0-013D8C73D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756"/>
              <a:ext cx="1266" cy="272"/>
            </a:xfrm>
            <a:custGeom>
              <a:avLst/>
              <a:gdLst>
                <a:gd name="T0" fmla="*/ 0 w 476"/>
                <a:gd name="T1" fmla="*/ 184 h 96"/>
                <a:gd name="T2" fmla="*/ 806 w 476"/>
                <a:gd name="T3" fmla="*/ 411 h 96"/>
                <a:gd name="T4" fmla="*/ 3729 w 476"/>
                <a:gd name="T5" fmla="*/ 1165 h 96"/>
                <a:gd name="T6" fmla="*/ 5907 w 476"/>
                <a:gd name="T7" fmla="*/ 1638 h 96"/>
                <a:gd name="T8" fmla="*/ 7583 w 476"/>
                <a:gd name="T9" fmla="*/ 2000 h 96"/>
                <a:gd name="T10" fmla="*/ 8107 w 476"/>
                <a:gd name="T11" fmla="*/ 2071 h 96"/>
                <a:gd name="T12" fmla="*/ 8934 w 476"/>
                <a:gd name="T13" fmla="*/ 2185 h 96"/>
                <a:gd name="T14" fmla="*/ 8955 w 476"/>
                <a:gd name="T15" fmla="*/ 2000 h 96"/>
                <a:gd name="T16" fmla="*/ 8128 w 476"/>
                <a:gd name="T17" fmla="*/ 1887 h 96"/>
                <a:gd name="T18" fmla="*/ 7604 w 476"/>
                <a:gd name="T19" fmla="*/ 1822 h 96"/>
                <a:gd name="T20" fmla="*/ 5928 w 476"/>
                <a:gd name="T21" fmla="*/ 1476 h 96"/>
                <a:gd name="T22" fmla="*/ 3742 w 476"/>
                <a:gd name="T23" fmla="*/ 980 h 96"/>
                <a:gd name="T24" fmla="*/ 848 w 476"/>
                <a:gd name="T25" fmla="*/ 224 h 96"/>
                <a:gd name="T26" fmla="*/ 21 w 476"/>
                <a:gd name="T27" fmla="*/ 0 h 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6" h="96">
                  <a:moveTo>
                    <a:pt x="0" y="8"/>
                  </a:moveTo>
                  <a:cubicBezTo>
                    <a:pt x="7" y="9"/>
                    <a:pt x="23" y="13"/>
                    <a:pt x="43" y="18"/>
                  </a:cubicBezTo>
                  <a:cubicBezTo>
                    <a:pt x="85" y="28"/>
                    <a:pt x="150" y="43"/>
                    <a:pt x="198" y="51"/>
                  </a:cubicBezTo>
                  <a:cubicBezTo>
                    <a:pt x="232" y="57"/>
                    <a:pt x="276" y="65"/>
                    <a:pt x="314" y="72"/>
                  </a:cubicBezTo>
                  <a:cubicBezTo>
                    <a:pt x="354" y="80"/>
                    <a:pt x="388" y="87"/>
                    <a:pt x="403" y="88"/>
                  </a:cubicBezTo>
                  <a:cubicBezTo>
                    <a:pt x="431" y="91"/>
                    <a:pt x="431" y="91"/>
                    <a:pt x="431" y="91"/>
                  </a:cubicBezTo>
                  <a:cubicBezTo>
                    <a:pt x="446" y="93"/>
                    <a:pt x="459" y="94"/>
                    <a:pt x="475" y="96"/>
                  </a:cubicBezTo>
                  <a:cubicBezTo>
                    <a:pt x="476" y="88"/>
                    <a:pt x="476" y="88"/>
                    <a:pt x="476" y="88"/>
                  </a:cubicBezTo>
                  <a:cubicBezTo>
                    <a:pt x="459" y="86"/>
                    <a:pt x="447" y="85"/>
                    <a:pt x="432" y="83"/>
                  </a:cubicBezTo>
                  <a:cubicBezTo>
                    <a:pt x="404" y="80"/>
                    <a:pt x="404" y="80"/>
                    <a:pt x="404" y="80"/>
                  </a:cubicBezTo>
                  <a:cubicBezTo>
                    <a:pt x="389" y="79"/>
                    <a:pt x="355" y="72"/>
                    <a:pt x="315" y="65"/>
                  </a:cubicBezTo>
                  <a:cubicBezTo>
                    <a:pt x="277" y="57"/>
                    <a:pt x="234" y="49"/>
                    <a:pt x="199" y="43"/>
                  </a:cubicBezTo>
                  <a:cubicBezTo>
                    <a:pt x="151" y="36"/>
                    <a:pt x="87" y="20"/>
                    <a:pt x="45" y="10"/>
                  </a:cubicBezTo>
                  <a:cubicBezTo>
                    <a:pt x="24" y="5"/>
                    <a:pt x="8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1" name="Freeform 722">
              <a:extLst>
                <a:ext uri="{FF2B5EF4-FFF2-40B4-BE49-F238E27FC236}">
                  <a16:creationId xmlns:a16="http://schemas.microsoft.com/office/drawing/2014/main" id="{757D0B05-CAD9-41DB-A15C-AD08405E8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355"/>
              <a:ext cx="1423" cy="292"/>
            </a:xfrm>
            <a:custGeom>
              <a:avLst/>
              <a:gdLst>
                <a:gd name="T0" fmla="*/ 0 w 535"/>
                <a:gd name="T1" fmla="*/ 0 h 103"/>
                <a:gd name="T2" fmla="*/ 1564 w 535"/>
                <a:gd name="T3" fmla="*/ 346 h 103"/>
                <a:gd name="T4" fmla="*/ 5703 w 535"/>
                <a:gd name="T5" fmla="*/ 1230 h 103"/>
                <a:gd name="T6" fmla="*/ 6791 w 535"/>
                <a:gd name="T7" fmla="*/ 1528 h 103"/>
                <a:gd name="T8" fmla="*/ 10067 w 535"/>
                <a:gd name="T9" fmla="*/ 2347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103">
                  <a:moveTo>
                    <a:pt x="0" y="0"/>
                  </a:moveTo>
                  <a:cubicBezTo>
                    <a:pt x="11" y="3"/>
                    <a:pt x="41" y="8"/>
                    <a:pt x="83" y="15"/>
                  </a:cubicBezTo>
                  <a:cubicBezTo>
                    <a:pt x="145" y="25"/>
                    <a:pt x="230" y="38"/>
                    <a:pt x="303" y="54"/>
                  </a:cubicBezTo>
                  <a:cubicBezTo>
                    <a:pt x="361" y="67"/>
                    <a:pt x="361" y="67"/>
                    <a:pt x="361" y="67"/>
                  </a:cubicBezTo>
                  <a:cubicBezTo>
                    <a:pt x="456" y="87"/>
                    <a:pt x="508" y="99"/>
                    <a:pt x="535" y="10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2" name="Line 723">
              <a:extLst>
                <a:ext uri="{FF2B5EF4-FFF2-40B4-BE49-F238E27FC236}">
                  <a16:creationId xmlns:a16="http://schemas.microsoft.com/office/drawing/2014/main" id="{0E88D8AB-92C9-420B-8933-C72DD902B9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35" y="2363"/>
              <a:ext cx="3" cy="2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3" name="Line 724">
              <a:extLst>
                <a:ext uri="{FF2B5EF4-FFF2-40B4-BE49-F238E27FC236}">
                  <a16:creationId xmlns:a16="http://schemas.microsoft.com/office/drawing/2014/main" id="{8E5AC5A6-7BF5-4148-A48C-2174642E1A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82" y="2601"/>
              <a:ext cx="3" cy="2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4" name="Line 725">
              <a:extLst>
                <a:ext uri="{FF2B5EF4-FFF2-40B4-BE49-F238E27FC236}">
                  <a16:creationId xmlns:a16="http://schemas.microsoft.com/office/drawing/2014/main" id="{D5DF26AD-48F7-4B2A-8227-081FA9AE53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45" y="2550"/>
              <a:ext cx="8" cy="1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5" name="Line 726">
              <a:extLst>
                <a:ext uri="{FF2B5EF4-FFF2-40B4-BE49-F238E27FC236}">
                  <a16:creationId xmlns:a16="http://schemas.microsoft.com/office/drawing/2014/main" id="{AAF829A6-F4F0-43FB-AA9F-13E77992F8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72" y="2511"/>
              <a:ext cx="6" cy="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6" name="Line 727">
              <a:extLst>
                <a:ext uri="{FF2B5EF4-FFF2-40B4-BE49-F238E27FC236}">
                  <a16:creationId xmlns:a16="http://schemas.microsoft.com/office/drawing/2014/main" id="{8388AEF2-0E05-4D45-AAD9-EA41C8BB40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57" y="2465"/>
              <a:ext cx="3" cy="1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7" name="Line 728">
              <a:extLst>
                <a:ext uri="{FF2B5EF4-FFF2-40B4-BE49-F238E27FC236}">
                  <a16:creationId xmlns:a16="http://schemas.microsoft.com/office/drawing/2014/main" id="{7A487450-AB29-465B-A187-EE433A82FE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8" y="1795"/>
              <a:ext cx="1" cy="1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8" name="Line 729">
              <a:extLst>
                <a:ext uri="{FF2B5EF4-FFF2-40B4-BE49-F238E27FC236}">
                  <a16:creationId xmlns:a16="http://schemas.microsoft.com/office/drawing/2014/main" id="{6FCC24B8-1F5E-4B8F-862E-525800D8AF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8" y="1838"/>
              <a:ext cx="1" cy="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9" name="Line 730">
              <a:extLst>
                <a:ext uri="{FF2B5EF4-FFF2-40B4-BE49-F238E27FC236}">
                  <a16:creationId xmlns:a16="http://schemas.microsoft.com/office/drawing/2014/main" id="{37417F6E-7C2D-46F4-9C44-5AA455A40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5" y="1886"/>
              <a:ext cx="1" cy="1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0" name="Line 731">
              <a:extLst>
                <a:ext uri="{FF2B5EF4-FFF2-40B4-BE49-F238E27FC236}">
                  <a16:creationId xmlns:a16="http://schemas.microsoft.com/office/drawing/2014/main" id="{FB32030C-38EA-4AB6-88D8-E927CB875A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2" y="1918"/>
              <a:ext cx="1" cy="1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1" name="Line 732">
              <a:extLst>
                <a:ext uri="{FF2B5EF4-FFF2-40B4-BE49-F238E27FC236}">
                  <a16:creationId xmlns:a16="http://schemas.microsoft.com/office/drawing/2014/main" id="{16BA8EE0-A4CA-41EF-9269-AC6CA0396F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0" y="1954"/>
              <a:ext cx="3" cy="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2" name="Line 733">
              <a:extLst>
                <a:ext uri="{FF2B5EF4-FFF2-40B4-BE49-F238E27FC236}">
                  <a16:creationId xmlns:a16="http://schemas.microsoft.com/office/drawing/2014/main" id="{F40DACD9-1C9E-4481-BC32-13C47A18B6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6" y="1988"/>
              <a:ext cx="1" cy="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3" name="Freeform 734">
              <a:extLst>
                <a:ext uri="{FF2B5EF4-FFF2-40B4-BE49-F238E27FC236}">
                  <a16:creationId xmlns:a16="http://schemas.microsoft.com/office/drawing/2014/main" id="{BD89FDD1-EDBB-48E6-B4BA-D20C0690B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332"/>
              <a:ext cx="1421" cy="292"/>
            </a:xfrm>
            <a:custGeom>
              <a:avLst/>
              <a:gdLst>
                <a:gd name="T0" fmla="*/ 10061 w 534"/>
                <a:gd name="T1" fmla="*/ 2347 h 103"/>
                <a:gd name="T2" fmla="*/ 6804 w 534"/>
                <a:gd name="T3" fmla="*/ 1528 h 103"/>
                <a:gd name="T4" fmla="*/ 5729 w 534"/>
                <a:gd name="T5" fmla="*/ 1301 h 103"/>
                <a:gd name="T6" fmla="*/ 1565 w 534"/>
                <a:gd name="T7" fmla="*/ 346 h 103"/>
                <a:gd name="T8" fmla="*/ 0 w 534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4" h="103">
                  <a:moveTo>
                    <a:pt x="534" y="103"/>
                  </a:moveTo>
                  <a:cubicBezTo>
                    <a:pt x="507" y="99"/>
                    <a:pt x="455" y="87"/>
                    <a:pt x="361" y="67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231" y="41"/>
                    <a:pt x="145" y="25"/>
                    <a:pt x="83" y="15"/>
                  </a:cubicBezTo>
                  <a:cubicBezTo>
                    <a:pt x="42" y="8"/>
                    <a:pt x="1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>
            <a:extLst>
              <a:ext uri="{FF2B5EF4-FFF2-40B4-BE49-F238E27FC236}">
                <a16:creationId xmlns:a16="http://schemas.microsoft.com/office/drawing/2014/main" id="{7CE93088-1A49-4965-BE1D-200940D536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100"/>
              <a:t>Thrombectomy aspiration</a:t>
            </a:r>
          </a:p>
        </p:txBody>
      </p:sp>
      <p:grpSp>
        <p:nvGrpSpPr>
          <p:cNvPr id="62466" name="Thrombectomy-aspiration-catheter-procedure">
            <a:extLst>
              <a:ext uri="{FF2B5EF4-FFF2-40B4-BE49-F238E27FC236}">
                <a16:creationId xmlns:a16="http://schemas.microsoft.com/office/drawing/2014/main" id="{92B47207-4DEF-4094-BA43-B01F4E8A163C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600200"/>
            <a:ext cx="5102225" cy="1711325"/>
            <a:chOff x="576" y="766"/>
            <a:chExt cx="4620" cy="1549"/>
          </a:xfrm>
        </p:grpSpPr>
        <p:grpSp>
          <p:nvGrpSpPr>
            <p:cNvPr id="62924" name="Group 4">
              <a:extLst>
                <a:ext uri="{FF2B5EF4-FFF2-40B4-BE49-F238E27FC236}">
                  <a16:creationId xmlns:a16="http://schemas.microsoft.com/office/drawing/2014/main" id="{679D05CF-61E3-4744-80C1-5FBEC80152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6" y="766"/>
              <a:ext cx="4620" cy="1549"/>
              <a:chOff x="576" y="766"/>
              <a:chExt cx="4620" cy="1549"/>
            </a:xfrm>
          </p:grpSpPr>
          <p:sp>
            <p:nvSpPr>
              <p:cNvPr id="63087" name="Rectangle 5">
                <a:extLst>
                  <a:ext uri="{FF2B5EF4-FFF2-40B4-BE49-F238E27FC236}">
                    <a16:creationId xmlns:a16="http://schemas.microsoft.com/office/drawing/2014/main" id="{D8988150-72D2-4FF7-A31B-C8F482868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766"/>
                <a:ext cx="4105" cy="1539"/>
              </a:xfrm>
              <a:prstGeom prst="rect">
                <a:avLst/>
              </a:prstGeom>
              <a:solidFill>
                <a:srgbClr val="F3C4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88" name="Rectangle 6">
                <a:extLst>
                  <a:ext uri="{FF2B5EF4-FFF2-40B4-BE49-F238E27FC236}">
                    <a16:creationId xmlns:a16="http://schemas.microsoft.com/office/drawing/2014/main" id="{59A99228-BBD3-4C47-B703-C7A397161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766"/>
                <a:ext cx="4105" cy="15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89" name="Rectangle 7">
                <a:extLst>
                  <a:ext uri="{FF2B5EF4-FFF2-40B4-BE49-F238E27FC236}">
                    <a16:creationId xmlns:a16="http://schemas.microsoft.com/office/drawing/2014/main" id="{365A497D-2406-4A53-B375-6ED1A7772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888"/>
                <a:ext cx="4105" cy="1290"/>
              </a:xfrm>
              <a:prstGeom prst="rect">
                <a:avLst/>
              </a:prstGeom>
              <a:solidFill>
                <a:srgbClr val="E4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90" name="Rectangle 8">
                <a:extLst>
                  <a:ext uri="{FF2B5EF4-FFF2-40B4-BE49-F238E27FC236}">
                    <a16:creationId xmlns:a16="http://schemas.microsoft.com/office/drawing/2014/main" id="{7905E3DA-46C0-4A7F-B57F-73D8C3A4F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888"/>
                <a:ext cx="4105" cy="12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91" name="Freeform 9">
                <a:extLst>
                  <a:ext uri="{FF2B5EF4-FFF2-40B4-BE49-F238E27FC236}">
                    <a16:creationId xmlns:a16="http://schemas.microsoft.com/office/drawing/2014/main" id="{867A38B5-3362-4546-B5AA-857EE8333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868"/>
                <a:ext cx="4115" cy="1300"/>
              </a:xfrm>
              <a:custGeom>
                <a:avLst/>
                <a:gdLst>
                  <a:gd name="T0" fmla="*/ 5 w 4115"/>
                  <a:gd name="T1" fmla="*/ 5 h 1300"/>
                  <a:gd name="T2" fmla="*/ 5 w 4115"/>
                  <a:gd name="T3" fmla="*/ 10 h 1300"/>
                  <a:gd name="T4" fmla="*/ 4105 w 4115"/>
                  <a:gd name="T5" fmla="*/ 10 h 1300"/>
                  <a:gd name="T6" fmla="*/ 4105 w 4115"/>
                  <a:gd name="T7" fmla="*/ 1290 h 1300"/>
                  <a:gd name="T8" fmla="*/ 10 w 4115"/>
                  <a:gd name="T9" fmla="*/ 1290 h 1300"/>
                  <a:gd name="T10" fmla="*/ 10 w 4115"/>
                  <a:gd name="T11" fmla="*/ 5 h 1300"/>
                  <a:gd name="T12" fmla="*/ 5 w 4115"/>
                  <a:gd name="T13" fmla="*/ 5 h 1300"/>
                  <a:gd name="T14" fmla="*/ 5 w 4115"/>
                  <a:gd name="T15" fmla="*/ 10 h 1300"/>
                  <a:gd name="T16" fmla="*/ 5 w 4115"/>
                  <a:gd name="T17" fmla="*/ 5 h 1300"/>
                  <a:gd name="T18" fmla="*/ 0 w 4115"/>
                  <a:gd name="T19" fmla="*/ 5 h 1300"/>
                  <a:gd name="T20" fmla="*/ 0 w 4115"/>
                  <a:gd name="T21" fmla="*/ 1300 h 1300"/>
                  <a:gd name="T22" fmla="*/ 4115 w 4115"/>
                  <a:gd name="T23" fmla="*/ 1300 h 1300"/>
                  <a:gd name="T24" fmla="*/ 4115 w 4115"/>
                  <a:gd name="T25" fmla="*/ 0 h 1300"/>
                  <a:gd name="T26" fmla="*/ 0 w 4115"/>
                  <a:gd name="T27" fmla="*/ 0 h 1300"/>
                  <a:gd name="T28" fmla="*/ 0 w 4115"/>
                  <a:gd name="T29" fmla="*/ 5 h 1300"/>
                  <a:gd name="T30" fmla="*/ 5 w 4115"/>
                  <a:gd name="T31" fmla="*/ 5 h 13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15" h="1300">
                    <a:moveTo>
                      <a:pt x="5" y="5"/>
                    </a:moveTo>
                    <a:lnTo>
                      <a:pt x="5" y="10"/>
                    </a:lnTo>
                    <a:lnTo>
                      <a:pt x="4105" y="10"/>
                    </a:lnTo>
                    <a:lnTo>
                      <a:pt x="4105" y="1290"/>
                    </a:lnTo>
                    <a:lnTo>
                      <a:pt x="10" y="1290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1300"/>
                    </a:lnTo>
                    <a:lnTo>
                      <a:pt x="4115" y="1300"/>
                    </a:lnTo>
                    <a:lnTo>
                      <a:pt x="411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2" name="Freeform 10">
                <a:extLst>
                  <a:ext uri="{FF2B5EF4-FFF2-40B4-BE49-F238E27FC236}">
                    <a16:creationId xmlns:a16="http://schemas.microsoft.com/office/drawing/2014/main" id="{A2385D6A-C8AF-44DA-BEDE-E50FB4D38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836"/>
                <a:ext cx="3310" cy="425"/>
              </a:xfrm>
              <a:custGeom>
                <a:avLst/>
                <a:gdLst>
                  <a:gd name="T0" fmla="*/ 0 w 1324"/>
                  <a:gd name="T1" fmla="*/ 0 h 170"/>
                  <a:gd name="T2" fmla="*/ 20688 w 1324"/>
                  <a:gd name="T3" fmla="*/ 0 h 170"/>
                  <a:gd name="T4" fmla="*/ 19158 w 1324"/>
                  <a:gd name="T5" fmla="*/ 563 h 170"/>
                  <a:gd name="T6" fmla="*/ 10188 w 1324"/>
                  <a:gd name="T7" fmla="*/ 2595 h 170"/>
                  <a:gd name="T8" fmla="*/ 563 w 1324"/>
                  <a:gd name="T9" fmla="*/ 408 h 170"/>
                  <a:gd name="T10" fmla="*/ 0 w 1324"/>
                  <a:gd name="T11" fmla="*/ 0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4" h="170">
                    <a:moveTo>
                      <a:pt x="0" y="0"/>
                    </a:moveTo>
                    <a:cubicBezTo>
                      <a:pt x="1324" y="0"/>
                      <a:pt x="1324" y="0"/>
                      <a:pt x="1324" y="0"/>
                    </a:cubicBezTo>
                    <a:cubicBezTo>
                      <a:pt x="1324" y="0"/>
                      <a:pt x="1264" y="24"/>
                      <a:pt x="1226" y="36"/>
                    </a:cubicBezTo>
                    <a:cubicBezTo>
                      <a:pt x="1188" y="48"/>
                      <a:pt x="898" y="161"/>
                      <a:pt x="652" y="166"/>
                    </a:cubicBezTo>
                    <a:cubicBezTo>
                      <a:pt x="450" y="170"/>
                      <a:pt x="120" y="26"/>
                      <a:pt x="36" y="26"/>
                    </a:cubicBezTo>
                    <a:cubicBezTo>
                      <a:pt x="14" y="2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3" name="Freeform 11">
                <a:extLst>
                  <a:ext uri="{FF2B5EF4-FFF2-40B4-BE49-F238E27FC236}">
                    <a16:creationId xmlns:a16="http://schemas.microsoft.com/office/drawing/2014/main" id="{BD5C1A80-1778-430F-9E36-0F8B293C2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790"/>
                <a:ext cx="3310" cy="425"/>
              </a:xfrm>
              <a:custGeom>
                <a:avLst/>
                <a:gdLst>
                  <a:gd name="T0" fmla="*/ 0 w 1324"/>
                  <a:gd name="T1" fmla="*/ 2658 h 170"/>
                  <a:gd name="T2" fmla="*/ 20688 w 1324"/>
                  <a:gd name="T3" fmla="*/ 2658 h 170"/>
                  <a:gd name="T4" fmla="*/ 19158 w 1324"/>
                  <a:gd name="T5" fmla="*/ 2095 h 170"/>
                  <a:gd name="T6" fmla="*/ 10188 w 1324"/>
                  <a:gd name="T7" fmla="*/ 63 h 170"/>
                  <a:gd name="T8" fmla="*/ 563 w 1324"/>
                  <a:gd name="T9" fmla="*/ 2250 h 170"/>
                  <a:gd name="T10" fmla="*/ 0 w 1324"/>
                  <a:gd name="T11" fmla="*/ 2658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4" h="170">
                    <a:moveTo>
                      <a:pt x="0" y="170"/>
                    </a:moveTo>
                    <a:cubicBezTo>
                      <a:pt x="1324" y="170"/>
                      <a:pt x="1324" y="170"/>
                      <a:pt x="1324" y="170"/>
                    </a:cubicBezTo>
                    <a:cubicBezTo>
                      <a:pt x="1324" y="170"/>
                      <a:pt x="1264" y="146"/>
                      <a:pt x="1226" y="134"/>
                    </a:cubicBezTo>
                    <a:cubicBezTo>
                      <a:pt x="1188" y="122"/>
                      <a:pt x="898" y="9"/>
                      <a:pt x="652" y="4"/>
                    </a:cubicBezTo>
                    <a:cubicBezTo>
                      <a:pt x="450" y="0"/>
                      <a:pt x="120" y="144"/>
                      <a:pt x="36" y="144"/>
                    </a:cubicBezTo>
                    <a:cubicBezTo>
                      <a:pt x="14" y="144"/>
                      <a:pt x="0" y="170"/>
                      <a:pt x="0" y="170"/>
                    </a:cubicBez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4" name="Rectangle 12">
                <a:extLst>
                  <a:ext uri="{FF2B5EF4-FFF2-40B4-BE49-F238E27FC236}">
                    <a16:creationId xmlns:a16="http://schemas.microsoft.com/office/drawing/2014/main" id="{EDFA18E5-707E-43B7-A095-B9F9B8063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768"/>
                <a:ext cx="4105" cy="133"/>
              </a:xfrm>
              <a:prstGeom prst="rect">
                <a:avLst/>
              </a:prstGeom>
              <a:solidFill>
                <a:srgbClr val="F3C4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95" name="Rectangle 13">
                <a:extLst>
                  <a:ext uri="{FF2B5EF4-FFF2-40B4-BE49-F238E27FC236}">
                    <a16:creationId xmlns:a16="http://schemas.microsoft.com/office/drawing/2014/main" id="{964CFFCE-8AB1-4555-8929-3105060DA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150"/>
                <a:ext cx="4105" cy="155"/>
              </a:xfrm>
              <a:prstGeom prst="rect">
                <a:avLst/>
              </a:prstGeom>
              <a:solidFill>
                <a:srgbClr val="F3C4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96" name="Rectangle 14">
                <a:extLst>
                  <a:ext uri="{FF2B5EF4-FFF2-40B4-BE49-F238E27FC236}">
                    <a16:creationId xmlns:a16="http://schemas.microsoft.com/office/drawing/2014/main" id="{B2D27982-75A2-48D0-8F4C-9ACE05E0E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903"/>
                <a:ext cx="4105" cy="1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97" name="Freeform 15">
                <a:extLst>
                  <a:ext uri="{FF2B5EF4-FFF2-40B4-BE49-F238E27FC236}">
                    <a16:creationId xmlns:a16="http://schemas.microsoft.com/office/drawing/2014/main" id="{A7A435E3-1010-4BA4-96EC-C6DF12C8C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903"/>
                <a:ext cx="4105" cy="10"/>
              </a:xfrm>
              <a:custGeom>
                <a:avLst/>
                <a:gdLst>
                  <a:gd name="T0" fmla="*/ 4105 w 4105"/>
                  <a:gd name="T1" fmla="*/ 0 h 10"/>
                  <a:gd name="T2" fmla="*/ 0 w 4105"/>
                  <a:gd name="T3" fmla="*/ 0 h 10"/>
                  <a:gd name="T4" fmla="*/ 0 w 4105"/>
                  <a:gd name="T5" fmla="*/ 10 h 10"/>
                  <a:gd name="T6" fmla="*/ 4105 w 4105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05" h="10">
                    <a:moveTo>
                      <a:pt x="4105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4105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8" name="Rectangle 16">
                <a:extLst>
                  <a:ext uri="{FF2B5EF4-FFF2-40B4-BE49-F238E27FC236}">
                    <a16:creationId xmlns:a16="http://schemas.microsoft.com/office/drawing/2014/main" id="{63D9E45F-5C7E-4C9E-B38C-4292F8B0E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148"/>
                <a:ext cx="4105" cy="1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99" name="Freeform 17">
                <a:extLst>
                  <a:ext uri="{FF2B5EF4-FFF2-40B4-BE49-F238E27FC236}">
                    <a16:creationId xmlns:a16="http://schemas.microsoft.com/office/drawing/2014/main" id="{C5316441-DA37-49CF-ABB8-E83DA9BEC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148"/>
                <a:ext cx="4105" cy="10"/>
              </a:xfrm>
              <a:custGeom>
                <a:avLst/>
                <a:gdLst>
                  <a:gd name="T0" fmla="*/ 0 w 4105"/>
                  <a:gd name="T1" fmla="*/ 10 h 10"/>
                  <a:gd name="T2" fmla="*/ 4105 w 4105"/>
                  <a:gd name="T3" fmla="*/ 10 h 10"/>
                  <a:gd name="T4" fmla="*/ 4105 w 4105"/>
                  <a:gd name="T5" fmla="*/ 0 h 10"/>
                  <a:gd name="T6" fmla="*/ 0 w 410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05" h="10">
                    <a:moveTo>
                      <a:pt x="0" y="10"/>
                    </a:moveTo>
                    <a:lnTo>
                      <a:pt x="4105" y="10"/>
                    </a:lnTo>
                    <a:lnTo>
                      <a:pt x="4105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0" name="Freeform 18">
                <a:extLst>
                  <a:ext uri="{FF2B5EF4-FFF2-40B4-BE49-F238E27FC236}">
                    <a16:creationId xmlns:a16="http://schemas.microsoft.com/office/drawing/2014/main" id="{635CD4EF-9FDC-4E43-B8AD-D7270EC3B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871"/>
                <a:ext cx="4130" cy="400"/>
              </a:xfrm>
              <a:custGeom>
                <a:avLst/>
                <a:gdLst>
                  <a:gd name="T0" fmla="*/ 0 w 1652"/>
                  <a:gd name="T1" fmla="*/ 20 h 160"/>
                  <a:gd name="T2" fmla="*/ 3458 w 1652"/>
                  <a:gd name="T3" fmla="*/ 0 h 160"/>
                  <a:gd name="T4" fmla="*/ 14033 w 1652"/>
                  <a:gd name="T5" fmla="*/ 2220 h 160"/>
                  <a:gd name="T6" fmla="*/ 23938 w 1652"/>
                  <a:gd name="T7" fmla="*/ 20 h 160"/>
                  <a:gd name="T8" fmla="*/ 25658 w 1652"/>
                  <a:gd name="T9" fmla="*/ 20 h 160"/>
                  <a:gd name="T10" fmla="*/ 25658 w 1652"/>
                  <a:gd name="T11" fmla="*/ 238 h 160"/>
                  <a:gd name="T12" fmla="*/ 23938 w 1652"/>
                  <a:gd name="T13" fmla="*/ 238 h 160"/>
                  <a:gd name="T14" fmla="*/ 14033 w 1652"/>
                  <a:gd name="T15" fmla="*/ 2500 h 160"/>
                  <a:gd name="T16" fmla="*/ 3438 w 1652"/>
                  <a:gd name="T17" fmla="*/ 238 h 160"/>
                  <a:gd name="T18" fmla="*/ 0 w 1652"/>
                  <a:gd name="T19" fmla="*/ 238 h 160"/>
                  <a:gd name="T20" fmla="*/ 0 w 1652"/>
                  <a:gd name="T21" fmla="*/ 20 h 1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2" h="160">
                    <a:moveTo>
                      <a:pt x="0" y="1"/>
                    </a:moveTo>
                    <a:cubicBezTo>
                      <a:pt x="0" y="1"/>
                      <a:pt x="113" y="0"/>
                      <a:pt x="221" y="0"/>
                    </a:cubicBezTo>
                    <a:cubicBezTo>
                      <a:pt x="329" y="0"/>
                      <a:pt x="627" y="142"/>
                      <a:pt x="898" y="142"/>
                    </a:cubicBezTo>
                    <a:cubicBezTo>
                      <a:pt x="1168" y="142"/>
                      <a:pt x="1412" y="1"/>
                      <a:pt x="1532" y="1"/>
                    </a:cubicBezTo>
                    <a:cubicBezTo>
                      <a:pt x="1652" y="1"/>
                      <a:pt x="1642" y="1"/>
                      <a:pt x="1642" y="1"/>
                    </a:cubicBezTo>
                    <a:cubicBezTo>
                      <a:pt x="1642" y="15"/>
                      <a:pt x="1642" y="15"/>
                      <a:pt x="1642" y="15"/>
                    </a:cubicBezTo>
                    <a:cubicBezTo>
                      <a:pt x="1642" y="15"/>
                      <a:pt x="1648" y="15"/>
                      <a:pt x="1532" y="15"/>
                    </a:cubicBezTo>
                    <a:cubicBezTo>
                      <a:pt x="1416" y="15"/>
                      <a:pt x="1174" y="160"/>
                      <a:pt x="898" y="160"/>
                    </a:cubicBezTo>
                    <a:cubicBezTo>
                      <a:pt x="621" y="160"/>
                      <a:pt x="315" y="15"/>
                      <a:pt x="220" y="15"/>
                    </a:cubicBezTo>
                    <a:cubicBezTo>
                      <a:pt x="126" y="15"/>
                      <a:pt x="0" y="15"/>
                      <a:pt x="0" y="1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E6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1" name="Freeform 19">
                <a:extLst>
                  <a:ext uri="{FF2B5EF4-FFF2-40B4-BE49-F238E27FC236}">
                    <a16:creationId xmlns:a16="http://schemas.microsoft.com/office/drawing/2014/main" id="{370752B9-E4D0-4B0E-BBAE-95DEDCA80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918"/>
                <a:ext cx="4130" cy="400"/>
              </a:xfrm>
              <a:custGeom>
                <a:avLst/>
                <a:gdLst>
                  <a:gd name="T0" fmla="*/ 0 w 1652"/>
                  <a:gd name="T1" fmla="*/ 20 h 160"/>
                  <a:gd name="T2" fmla="*/ 3458 w 1652"/>
                  <a:gd name="T3" fmla="*/ 0 h 160"/>
                  <a:gd name="T4" fmla="*/ 14033 w 1652"/>
                  <a:gd name="T5" fmla="*/ 2220 h 160"/>
                  <a:gd name="T6" fmla="*/ 23938 w 1652"/>
                  <a:gd name="T7" fmla="*/ 20 h 160"/>
                  <a:gd name="T8" fmla="*/ 25658 w 1652"/>
                  <a:gd name="T9" fmla="*/ 20 h 160"/>
                  <a:gd name="T10" fmla="*/ 25658 w 1652"/>
                  <a:gd name="T11" fmla="*/ 520 h 160"/>
                  <a:gd name="T12" fmla="*/ 23938 w 1652"/>
                  <a:gd name="T13" fmla="*/ 425 h 160"/>
                  <a:gd name="T14" fmla="*/ 14033 w 1652"/>
                  <a:gd name="T15" fmla="*/ 2500 h 160"/>
                  <a:gd name="T16" fmla="*/ 3438 w 1652"/>
                  <a:gd name="T17" fmla="*/ 613 h 160"/>
                  <a:gd name="T18" fmla="*/ 0 w 1652"/>
                  <a:gd name="T19" fmla="*/ 238 h 160"/>
                  <a:gd name="T20" fmla="*/ 0 w 1652"/>
                  <a:gd name="T21" fmla="*/ 20 h 1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2" h="160">
                    <a:moveTo>
                      <a:pt x="0" y="1"/>
                    </a:moveTo>
                    <a:cubicBezTo>
                      <a:pt x="0" y="1"/>
                      <a:pt x="113" y="0"/>
                      <a:pt x="221" y="0"/>
                    </a:cubicBezTo>
                    <a:cubicBezTo>
                      <a:pt x="329" y="0"/>
                      <a:pt x="627" y="142"/>
                      <a:pt x="898" y="142"/>
                    </a:cubicBezTo>
                    <a:cubicBezTo>
                      <a:pt x="1168" y="142"/>
                      <a:pt x="1412" y="1"/>
                      <a:pt x="1532" y="1"/>
                    </a:cubicBezTo>
                    <a:cubicBezTo>
                      <a:pt x="1652" y="1"/>
                      <a:pt x="1642" y="1"/>
                      <a:pt x="1642" y="1"/>
                    </a:cubicBezTo>
                    <a:cubicBezTo>
                      <a:pt x="1642" y="33"/>
                      <a:pt x="1642" y="33"/>
                      <a:pt x="1642" y="33"/>
                    </a:cubicBezTo>
                    <a:cubicBezTo>
                      <a:pt x="1642" y="33"/>
                      <a:pt x="1648" y="27"/>
                      <a:pt x="1532" y="27"/>
                    </a:cubicBezTo>
                    <a:cubicBezTo>
                      <a:pt x="1416" y="27"/>
                      <a:pt x="1174" y="160"/>
                      <a:pt x="898" y="160"/>
                    </a:cubicBezTo>
                    <a:cubicBezTo>
                      <a:pt x="621" y="160"/>
                      <a:pt x="315" y="39"/>
                      <a:pt x="220" y="39"/>
                    </a:cubicBezTo>
                    <a:cubicBezTo>
                      <a:pt x="126" y="39"/>
                      <a:pt x="0" y="15"/>
                      <a:pt x="0" y="1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2" name="Freeform 20">
                <a:extLst>
                  <a:ext uri="{FF2B5EF4-FFF2-40B4-BE49-F238E27FC236}">
                    <a16:creationId xmlns:a16="http://schemas.microsoft.com/office/drawing/2014/main" id="{EB8DB2AA-A189-450C-8D98-A4507E7EB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780"/>
                <a:ext cx="4130" cy="398"/>
              </a:xfrm>
              <a:custGeom>
                <a:avLst/>
                <a:gdLst>
                  <a:gd name="T0" fmla="*/ 0 w 1652"/>
                  <a:gd name="T1" fmla="*/ 2493 h 159"/>
                  <a:gd name="T2" fmla="*/ 3458 w 1652"/>
                  <a:gd name="T3" fmla="*/ 2463 h 159"/>
                  <a:gd name="T4" fmla="*/ 14033 w 1652"/>
                  <a:gd name="T5" fmla="*/ 283 h 159"/>
                  <a:gd name="T6" fmla="*/ 23938 w 1652"/>
                  <a:gd name="T7" fmla="*/ 2493 h 159"/>
                  <a:gd name="T8" fmla="*/ 25658 w 1652"/>
                  <a:gd name="T9" fmla="*/ 2493 h 159"/>
                  <a:gd name="T10" fmla="*/ 25658 w 1652"/>
                  <a:gd name="T11" fmla="*/ 2275 h 159"/>
                  <a:gd name="T12" fmla="*/ 23938 w 1652"/>
                  <a:gd name="T13" fmla="*/ 2275 h 159"/>
                  <a:gd name="T14" fmla="*/ 14033 w 1652"/>
                  <a:gd name="T15" fmla="*/ 0 h 159"/>
                  <a:gd name="T16" fmla="*/ 3458 w 1652"/>
                  <a:gd name="T17" fmla="*/ 2243 h 159"/>
                  <a:gd name="T18" fmla="*/ 0 w 1652"/>
                  <a:gd name="T19" fmla="*/ 2275 h 159"/>
                  <a:gd name="T20" fmla="*/ 0 w 1652"/>
                  <a:gd name="T21" fmla="*/ 2493 h 1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2" h="159">
                    <a:moveTo>
                      <a:pt x="0" y="159"/>
                    </a:moveTo>
                    <a:cubicBezTo>
                      <a:pt x="0" y="159"/>
                      <a:pt x="113" y="157"/>
                      <a:pt x="221" y="157"/>
                    </a:cubicBezTo>
                    <a:cubicBezTo>
                      <a:pt x="329" y="157"/>
                      <a:pt x="627" y="18"/>
                      <a:pt x="898" y="18"/>
                    </a:cubicBezTo>
                    <a:cubicBezTo>
                      <a:pt x="1168" y="18"/>
                      <a:pt x="1412" y="159"/>
                      <a:pt x="1532" y="159"/>
                    </a:cubicBezTo>
                    <a:cubicBezTo>
                      <a:pt x="1652" y="159"/>
                      <a:pt x="1642" y="159"/>
                      <a:pt x="1642" y="159"/>
                    </a:cubicBezTo>
                    <a:cubicBezTo>
                      <a:pt x="1642" y="145"/>
                      <a:pt x="1642" y="145"/>
                      <a:pt x="1642" y="145"/>
                    </a:cubicBezTo>
                    <a:cubicBezTo>
                      <a:pt x="1642" y="145"/>
                      <a:pt x="1648" y="145"/>
                      <a:pt x="1532" y="145"/>
                    </a:cubicBezTo>
                    <a:cubicBezTo>
                      <a:pt x="1416" y="145"/>
                      <a:pt x="1174" y="0"/>
                      <a:pt x="898" y="0"/>
                    </a:cubicBezTo>
                    <a:cubicBezTo>
                      <a:pt x="621" y="0"/>
                      <a:pt x="315" y="143"/>
                      <a:pt x="221" y="143"/>
                    </a:cubicBezTo>
                    <a:cubicBezTo>
                      <a:pt x="127" y="143"/>
                      <a:pt x="0" y="145"/>
                      <a:pt x="0" y="145"/>
                    </a:cubicBezTo>
                    <a:lnTo>
                      <a:pt x="0" y="159"/>
                    </a:lnTo>
                    <a:close/>
                  </a:path>
                </a:pathLst>
              </a:custGeom>
              <a:solidFill>
                <a:srgbClr val="BE6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3" name="Freeform 21">
                <a:extLst>
                  <a:ext uri="{FF2B5EF4-FFF2-40B4-BE49-F238E27FC236}">
                    <a16:creationId xmlns:a16="http://schemas.microsoft.com/office/drawing/2014/main" id="{DE2A4044-A56B-4BD0-8994-F5D873E77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738"/>
                <a:ext cx="4130" cy="395"/>
              </a:xfrm>
              <a:custGeom>
                <a:avLst/>
                <a:gdLst>
                  <a:gd name="T0" fmla="*/ 0 w 1652"/>
                  <a:gd name="T1" fmla="*/ 2470 h 158"/>
                  <a:gd name="T2" fmla="*/ 3458 w 1652"/>
                  <a:gd name="T3" fmla="*/ 2458 h 158"/>
                  <a:gd name="T4" fmla="*/ 14033 w 1652"/>
                  <a:gd name="T5" fmla="*/ 283 h 158"/>
                  <a:gd name="T6" fmla="*/ 23938 w 1652"/>
                  <a:gd name="T7" fmla="*/ 2470 h 158"/>
                  <a:gd name="T8" fmla="*/ 25658 w 1652"/>
                  <a:gd name="T9" fmla="*/ 2470 h 158"/>
                  <a:gd name="T10" fmla="*/ 25658 w 1652"/>
                  <a:gd name="T11" fmla="*/ 2250 h 158"/>
                  <a:gd name="T12" fmla="*/ 23938 w 1652"/>
                  <a:gd name="T13" fmla="*/ 2250 h 158"/>
                  <a:gd name="T14" fmla="*/ 14033 w 1652"/>
                  <a:gd name="T15" fmla="*/ 0 h 158"/>
                  <a:gd name="T16" fmla="*/ 3458 w 1652"/>
                  <a:gd name="T17" fmla="*/ 2188 h 158"/>
                  <a:gd name="T18" fmla="*/ 0 w 1652"/>
                  <a:gd name="T19" fmla="*/ 2250 h 158"/>
                  <a:gd name="T20" fmla="*/ 0 w 1652"/>
                  <a:gd name="T21" fmla="*/ 2470 h 1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2" h="158">
                    <a:moveTo>
                      <a:pt x="0" y="158"/>
                    </a:moveTo>
                    <a:cubicBezTo>
                      <a:pt x="0" y="158"/>
                      <a:pt x="113" y="157"/>
                      <a:pt x="221" y="157"/>
                    </a:cubicBezTo>
                    <a:cubicBezTo>
                      <a:pt x="329" y="157"/>
                      <a:pt x="627" y="18"/>
                      <a:pt x="898" y="18"/>
                    </a:cubicBezTo>
                    <a:cubicBezTo>
                      <a:pt x="1168" y="18"/>
                      <a:pt x="1412" y="158"/>
                      <a:pt x="1532" y="158"/>
                    </a:cubicBezTo>
                    <a:cubicBezTo>
                      <a:pt x="1652" y="158"/>
                      <a:pt x="1642" y="158"/>
                      <a:pt x="1642" y="158"/>
                    </a:cubicBezTo>
                    <a:cubicBezTo>
                      <a:pt x="1642" y="144"/>
                      <a:pt x="1642" y="144"/>
                      <a:pt x="1642" y="144"/>
                    </a:cubicBezTo>
                    <a:cubicBezTo>
                      <a:pt x="1642" y="144"/>
                      <a:pt x="1648" y="144"/>
                      <a:pt x="1532" y="144"/>
                    </a:cubicBezTo>
                    <a:cubicBezTo>
                      <a:pt x="1416" y="144"/>
                      <a:pt x="1174" y="0"/>
                      <a:pt x="898" y="0"/>
                    </a:cubicBezTo>
                    <a:cubicBezTo>
                      <a:pt x="621" y="0"/>
                      <a:pt x="315" y="140"/>
                      <a:pt x="221" y="140"/>
                    </a:cubicBezTo>
                    <a:cubicBezTo>
                      <a:pt x="127" y="140"/>
                      <a:pt x="0" y="144"/>
                      <a:pt x="0" y="144"/>
                    </a:cubicBezTo>
                    <a:lnTo>
                      <a:pt x="0" y="158"/>
                    </a:lnTo>
                    <a:close/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4" name="Oval 22">
                <a:extLst>
                  <a:ext uri="{FF2B5EF4-FFF2-40B4-BE49-F238E27FC236}">
                    <a16:creationId xmlns:a16="http://schemas.microsoft.com/office/drawing/2014/main" id="{D6C5E13B-6B76-48A5-AF46-A2210717A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" y="906"/>
                <a:ext cx="780" cy="1234"/>
              </a:xfrm>
              <a:prstGeom prst="ellipse">
                <a:avLst/>
              </a:pr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05" name="Freeform 23">
                <a:extLst>
                  <a:ext uri="{FF2B5EF4-FFF2-40B4-BE49-F238E27FC236}">
                    <a16:creationId xmlns:a16="http://schemas.microsoft.com/office/drawing/2014/main" id="{06EE736B-5798-4397-85D6-8A15BC7BF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771"/>
                <a:ext cx="890" cy="1537"/>
              </a:xfrm>
              <a:custGeom>
                <a:avLst/>
                <a:gdLst>
                  <a:gd name="T0" fmla="*/ 5563 w 356"/>
                  <a:gd name="T1" fmla="*/ 9599 h 615"/>
                  <a:gd name="T2" fmla="*/ 2533 w 356"/>
                  <a:gd name="T3" fmla="*/ 4791 h 615"/>
                  <a:gd name="T4" fmla="*/ 5563 w 356"/>
                  <a:gd name="T5" fmla="*/ 0 h 615"/>
                  <a:gd name="T6" fmla="*/ 3033 w 356"/>
                  <a:gd name="T7" fmla="*/ 0 h 615"/>
                  <a:gd name="T8" fmla="*/ 0 w 356"/>
                  <a:gd name="T9" fmla="*/ 4791 h 615"/>
                  <a:gd name="T10" fmla="*/ 3033 w 356"/>
                  <a:gd name="T11" fmla="*/ 9599 h 615"/>
                  <a:gd name="T12" fmla="*/ 5563 w 356"/>
                  <a:gd name="T13" fmla="*/ 9599 h 6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6" h="615">
                    <a:moveTo>
                      <a:pt x="356" y="615"/>
                    </a:moveTo>
                    <a:cubicBezTo>
                      <a:pt x="248" y="615"/>
                      <a:pt x="162" y="477"/>
                      <a:pt x="162" y="307"/>
                    </a:cubicBezTo>
                    <a:cubicBezTo>
                      <a:pt x="162" y="138"/>
                      <a:pt x="248" y="0"/>
                      <a:pt x="356" y="0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86" y="0"/>
                      <a:pt x="0" y="138"/>
                      <a:pt x="0" y="307"/>
                    </a:cubicBezTo>
                    <a:cubicBezTo>
                      <a:pt x="0" y="477"/>
                      <a:pt x="86" y="615"/>
                      <a:pt x="194" y="615"/>
                    </a:cubicBezTo>
                    <a:lnTo>
                      <a:pt x="356" y="615"/>
                    </a:lnTo>
                    <a:close/>
                  </a:path>
                </a:pathLst>
              </a:custGeom>
              <a:solidFill>
                <a:srgbClr val="EFA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6" name="Freeform 24">
                <a:extLst>
                  <a:ext uri="{FF2B5EF4-FFF2-40B4-BE49-F238E27FC236}">
                    <a16:creationId xmlns:a16="http://schemas.microsoft.com/office/drawing/2014/main" id="{9DF4EF29-F5D3-4724-A743-E8D8C6A51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771"/>
                <a:ext cx="890" cy="795"/>
              </a:xfrm>
              <a:custGeom>
                <a:avLst/>
                <a:gdLst>
                  <a:gd name="T0" fmla="*/ 4438 w 356"/>
                  <a:gd name="T1" fmla="*/ 345 h 318"/>
                  <a:gd name="T2" fmla="*/ 5563 w 356"/>
                  <a:gd name="T3" fmla="*/ 0 h 318"/>
                  <a:gd name="T4" fmla="*/ 3033 w 356"/>
                  <a:gd name="T5" fmla="*/ 0 h 318"/>
                  <a:gd name="T6" fmla="*/ 0 w 356"/>
                  <a:gd name="T7" fmla="*/ 4800 h 318"/>
                  <a:gd name="T8" fmla="*/ 0 w 356"/>
                  <a:gd name="T9" fmla="*/ 4970 h 318"/>
                  <a:gd name="T10" fmla="*/ 3033 w 356"/>
                  <a:gd name="T11" fmla="*/ 345 h 318"/>
                  <a:gd name="T12" fmla="*/ 4438 w 356"/>
                  <a:gd name="T13" fmla="*/ 345 h 3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6" h="318">
                    <a:moveTo>
                      <a:pt x="284" y="22"/>
                    </a:moveTo>
                    <a:cubicBezTo>
                      <a:pt x="306" y="8"/>
                      <a:pt x="330" y="0"/>
                      <a:pt x="356" y="0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86" y="0"/>
                      <a:pt x="0" y="138"/>
                      <a:pt x="0" y="307"/>
                    </a:cubicBezTo>
                    <a:cubicBezTo>
                      <a:pt x="0" y="311"/>
                      <a:pt x="0" y="315"/>
                      <a:pt x="0" y="318"/>
                    </a:cubicBezTo>
                    <a:cubicBezTo>
                      <a:pt x="3" y="154"/>
                      <a:pt x="89" y="22"/>
                      <a:pt x="194" y="22"/>
                    </a:cubicBezTo>
                    <a:lnTo>
                      <a:pt x="284" y="22"/>
                    </a:lnTo>
                    <a:close/>
                  </a:path>
                </a:pathLst>
              </a:custGeom>
              <a:solidFill>
                <a:srgbClr val="F2C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7" name="Freeform 25">
                <a:extLst>
                  <a:ext uri="{FF2B5EF4-FFF2-40B4-BE49-F238E27FC236}">
                    <a16:creationId xmlns:a16="http://schemas.microsoft.com/office/drawing/2014/main" id="{DD38A9D2-03A1-4B73-A470-35EE9CF07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040"/>
                <a:ext cx="772" cy="268"/>
              </a:xfrm>
              <a:custGeom>
                <a:avLst/>
                <a:gdLst>
                  <a:gd name="T0" fmla="*/ 2696 w 309"/>
                  <a:gd name="T1" fmla="*/ 301 h 107"/>
                  <a:gd name="T2" fmla="*/ 1042 w 309"/>
                  <a:gd name="T3" fmla="*/ 301 h 107"/>
                  <a:gd name="T4" fmla="*/ 0 w 309"/>
                  <a:gd name="T5" fmla="*/ 0 h 107"/>
                  <a:gd name="T6" fmla="*/ 2291 w 309"/>
                  <a:gd name="T7" fmla="*/ 1681 h 107"/>
                  <a:gd name="T8" fmla="*/ 4819 w 309"/>
                  <a:gd name="T9" fmla="*/ 1681 h 107"/>
                  <a:gd name="T10" fmla="*/ 2696 w 309"/>
                  <a:gd name="T11" fmla="*/ 301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9" h="107">
                    <a:moveTo>
                      <a:pt x="173" y="19"/>
                    </a:moveTo>
                    <a:cubicBezTo>
                      <a:pt x="67" y="19"/>
                      <a:pt x="67" y="19"/>
                      <a:pt x="67" y="19"/>
                    </a:cubicBezTo>
                    <a:cubicBezTo>
                      <a:pt x="43" y="19"/>
                      <a:pt x="21" y="12"/>
                      <a:pt x="0" y="0"/>
                    </a:cubicBezTo>
                    <a:cubicBezTo>
                      <a:pt x="36" y="65"/>
                      <a:pt x="88" y="107"/>
                      <a:pt x="147" y="107"/>
                    </a:cubicBezTo>
                    <a:cubicBezTo>
                      <a:pt x="309" y="107"/>
                      <a:pt x="309" y="107"/>
                      <a:pt x="309" y="107"/>
                    </a:cubicBezTo>
                    <a:cubicBezTo>
                      <a:pt x="256" y="107"/>
                      <a:pt x="208" y="73"/>
                      <a:pt x="173" y="19"/>
                    </a:cubicBezTo>
                    <a:close/>
                  </a:path>
                </a:pathLst>
              </a:custGeom>
              <a:solidFill>
                <a:srgbClr val="E79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8" name="Freeform 26">
                <a:extLst>
                  <a:ext uri="{FF2B5EF4-FFF2-40B4-BE49-F238E27FC236}">
                    <a16:creationId xmlns:a16="http://schemas.microsoft.com/office/drawing/2014/main" id="{26DA76C1-8A3E-4FAE-815B-2EA2C4552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766"/>
                <a:ext cx="895" cy="1547"/>
              </a:xfrm>
              <a:custGeom>
                <a:avLst/>
                <a:gdLst>
                  <a:gd name="T0" fmla="*/ 5595 w 358"/>
                  <a:gd name="T1" fmla="*/ 9632 h 619"/>
                  <a:gd name="T2" fmla="*/ 5595 w 358"/>
                  <a:gd name="T3" fmla="*/ 9599 h 619"/>
                  <a:gd name="T4" fmla="*/ 3470 w 358"/>
                  <a:gd name="T5" fmla="*/ 8212 h 619"/>
                  <a:gd name="T6" fmla="*/ 2595 w 358"/>
                  <a:gd name="T7" fmla="*/ 4821 h 619"/>
                  <a:gd name="T8" fmla="*/ 3470 w 358"/>
                  <a:gd name="T9" fmla="*/ 1450 h 619"/>
                  <a:gd name="T10" fmla="*/ 5595 w 358"/>
                  <a:gd name="T11" fmla="*/ 62 h 619"/>
                  <a:gd name="T12" fmla="*/ 5595 w 358"/>
                  <a:gd name="T13" fmla="*/ 0 h 619"/>
                  <a:gd name="T14" fmla="*/ 3063 w 358"/>
                  <a:gd name="T15" fmla="*/ 0 h 619"/>
                  <a:gd name="T16" fmla="*/ 895 w 358"/>
                  <a:gd name="T17" fmla="*/ 1417 h 619"/>
                  <a:gd name="T18" fmla="*/ 0 w 358"/>
                  <a:gd name="T19" fmla="*/ 4821 h 619"/>
                  <a:gd name="T20" fmla="*/ 895 w 358"/>
                  <a:gd name="T21" fmla="*/ 8245 h 619"/>
                  <a:gd name="T22" fmla="*/ 3063 w 358"/>
                  <a:gd name="T23" fmla="*/ 9662 h 619"/>
                  <a:gd name="T24" fmla="*/ 5595 w 358"/>
                  <a:gd name="T25" fmla="*/ 9662 h 619"/>
                  <a:gd name="T26" fmla="*/ 5595 w 358"/>
                  <a:gd name="T27" fmla="*/ 9599 h 619"/>
                  <a:gd name="T28" fmla="*/ 5595 w 358"/>
                  <a:gd name="T29" fmla="*/ 9632 h 619"/>
                  <a:gd name="T30" fmla="*/ 5595 w 358"/>
                  <a:gd name="T31" fmla="*/ 9599 h 619"/>
                  <a:gd name="T32" fmla="*/ 3063 w 358"/>
                  <a:gd name="T33" fmla="*/ 9599 h 619"/>
                  <a:gd name="T34" fmla="*/ 938 w 358"/>
                  <a:gd name="T35" fmla="*/ 8212 h 619"/>
                  <a:gd name="T36" fmla="*/ 63 w 358"/>
                  <a:gd name="T37" fmla="*/ 4821 h 619"/>
                  <a:gd name="T38" fmla="*/ 938 w 358"/>
                  <a:gd name="T39" fmla="*/ 1450 h 619"/>
                  <a:gd name="T40" fmla="*/ 3063 w 358"/>
                  <a:gd name="T41" fmla="*/ 62 h 619"/>
                  <a:gd name="T42" fmla="*/ 5595 w 358"/>
                  <a:gd name="T43" fmla="*/ 62 h 619"/>
                  <a:gd name="T44" fmla="*/ 5595 w 358"/>
                  <a:gd name="T45" fmla="*/ 0 h 619"/>
                  <a:gd name="T46" fmla="*/ 3425 w 358"/>
                  <a:gd name="T47" fmla="*/ 1417 h 619"/>
                  <a:gd name="T48" fmla="*/ 2533 w 358"/>
                  <a:gd name="T49" fmla="*/ 4821 h 619"/>
                  <a:gd name="T50" fmla="*/ 3425 w 358"/>
                  <a:gd name="T51" fmla="*/ 8245 h 619"/>
                  <a:gd name="T52" fmla="*/ 5595 w 358"/>
                  <a:gd name="T53" fmla="*/ 9662 h 619"/>
                  <a:gd name="T54" fmla="*/ 5595 w 358"/>
                  <a:gd name="T55" fmla="*/ 9599 h 619"/>
                  <a:gd name="T56" fmla="*/ 5595 w 358"/>
                  <a:gd name="T57" fmla="*/ 9632 h 61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58" h="619">
                    <a:moveTo>
                      <a:pt x="358" y="617"/>
                    </a:moveTo>
                    <a:cubicBezTo>
                      <a:pt x="358" y="615"/>
                      <a:pt x="358" y="615"/>
                      <a:pt x="358" y="615"/>
                    </a:cubicBezTo>
                    <a:cubicBezTo>
                      <a:pt x="305" y="615"/>
                      <a:pt x="257" y="581"/>
                      <a:pt x="222" y="526"/>
                    </a:cubicBezTo>
                    <a:cubicBezTo>
                      <a:pt x="187" y="470"/>
                      <a:pt x="166" y="394"/>
                      <a:pt x="166" y="309"/>
                    </a:cubicBezTo>
                    <a:cubicBezTo>
                      <a:pt x="166" y="225"/>
                      <a:pt x="187" y="148"/>
                      <a:pt x="222" y="93"/>
                    </a:cubicBezTo>
                    <a:cubicBezTo>
                      <a:pt x="257" y="38"/>
                      <a:pt x="305" y="4"/>
                      <a:pt x="358" y="4"/>
                    </a:cubicBezTo>
                    <a:cubicBezTo>
                      <a:pt x="358" y="0"/>
                      <a:pt x="358" y="0"/>
                      <a:pt x="358" y="0"/>
                    </a:cubicBezTo>
                    <a:cubicBezTo>
                      <a:pt x="196" y="0"/>
                      <a:pt x="196" y="0"/>
                      <a:pt x="196" y="0"/>
                    </a:cubicBezTo>
                    <a:cubicBezTo>
                      <a:pt x="141" y="0"/>
                      <a:pt x="92" y="35"/>
                      <a:pt x="57" y="91"/>
                    </a:cubicBezTo>
                    <a:cubicBezTo>
                      <a:pt x="21" y="147"/>
                      <a:pt x="0" y="224"/>
                      <a:pt x="0" y="309"/>
                    </a:cubicBezTo>
                    <a:cubicBezTo>
                      <a:pt x="0" y="395"/>
                      <a:pt x="21" y="472"/>
                      <a:pt x="57" y="528"/>
                    </a:cubicBezTo>
                    <a:cubicBezTo>
                      <a:pt x="92" y="584"/>
                      <a:pt x="141" y="619"/>
                      <a:pt x="196" y="619"/>
                    </a:cubicBezTo>
                    <a:cubicBezTo>
                      <a:pt x="358" y="619"/>
                      <a:pt x="358" y="619"/>
                      <a:pt x="358" y="619"/>
                    </a:cubicBezTo>
                    <a:cubicBezTo>
                      <a:pt x="358" y="615"/>
                      <a:pt x="358" y="615"/>
                      <a:pt x="358" y="615"/>
                    </a:cubicBezTo>
                    <a:cubicBezTo>
                      <a:pt x="358" y="617"/>
                      <a:pt x="358" y="617"/>
                      <a:pt x="358" y="617"/>
                    </a:cubicBezTo>
                    <a:cubicBezTo>
                      <a:pt x="358" y="615"/>
                      <a:pt x="358" y="615"/>
                      <a:pt x="358" y="615"/>
                    </a:cubicBezTo>
                    <a:cubicBezTo>
                      <a:pt x="196" y="615"/>
                      <a:pt x="196" y="615"/>
                      <a:pt x="196" y="615"/>
                    </a:cubicBezTo>
                    <a:cubicBezTo>
                      <a:pt x="143" y="615"/>
                      <a:pt x="95" y="581"/>
                      <a:pt x="60" y="526"/>
                    </a:cubicBezTo>
                    <a:cubicBezTo>
                      <a:pt x="25" y="470"/>
                      <a:pt x="4" y="394"/>
                      <a:pt x="4" y="309"/>
                    </a:cubicBezTo>
                    <a:cubicBezTo>
                      <a:pt x="4" y="225"/>
                      <a:pt x="25" y="148"/>
                      <a:pt x="60" y="93"/>
                    </a:cubicBezTo>
                    <a:cubicBezTo>
                      <a:pt x="95" y="38"/>
                      <a:pt x="143" y="4"/>
                      <a:pt x="196" y="4"/>
                    </a:cubicBezTo>
                    <a:cubicBezTo>
                      <a:pt x="358" y="4"/>
                      <a:pt x="358" y="4"/>
                      <a:pt x="358" y="4"/>
                    </a:cubicBezTo>
                    <a:cubicBezTo>
                      <a:pt x="358" y="0"/>
                      <a:pt x="358" y="0"/>
                      <a:pt x="358" y="0"/>
                    </a:cubicBezTo>
                    <a:cubicBezTo>
                      <a:pt x="303" y="0"/>
                      <a:pt x="254" y="35"/>
                      <a:pt x="219" y="91"/>
                    </a:cubicBezTo>
                    <a:cubicBezTo>
                      <a:pt x="183" y="147"/>
                      <a:pt x="162" y="224"/>
                      <a:pt x="162" y="309"/>
                    </a:cubicBezTo>
                    <a:cubicBezTo>
                      <a:pt x="162" y="395"/>
                      <a:pt x="183" y="472"/>
                      <a:pt x="219" y="528"/>
                    </a:cubicBezTo>
                    <a:cubicBezTo>
                      <a:pt x="254" y="584"/>
                      <a:pt x="303" y="619"/>
                      <a:pt x="358" y="619"/>
                    </a:cubicBezTo>
                    <a:cubicBezTo>
                      <a:pt x="358" y="615"/>
                      <a:pt x="358" y="615"/>
                      <a:pt x="358" y="615"/>
                    </a:cubicBezTo>
                    <a:lnTo>
                      <a:pt x="358" y="617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9" name="Freeform 27">
                <a:extLst>
                  <a:ext uri="{FF2B5EF4-FFF2-40B4-BE49-F238E27FC236}">
                    <a16:creationId xmlns:a16="http://schemas.microsoft.com/office/drawing/2014/main" id="{EE63F567-BD11-481B-A5CD-59C54245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771"/>
                <a:ext cx="495" cy="1537"/>
              </a:xfrm>
              <a:custGeom>
                <a:avLst/>
                <a:gdLst>
                  <a:gd name="T0" fmla="*/ 3095 w 198"/>
                  <a:gd name="T1" fmla="*/ 855 h 615"/>
                  <a:gd name="T2" fmla="*/ 845 w 198"/>
                  <a:gd name="T3" fmla="*/ 4696 h 615"/>
                  <a:gd name="T4" fmla="*/ 3095 w 198"/>
                  <a:gd name="T5" fmla="*/ 8537 h 615"/>
                  <a:gd name="T6" fmla="*/ 3083 w 198"/>
                  <a:gd name="T7" fmla="*/ 9599 h 615"/>
                  <a:gd name="T8" fmla="*/ 3033 w 198"/>
                  <a:gd name="T9" fmla="*/ 9599 h 615"/>
                  <a:gd name="T10" fmla="*/ 0 w 198"/>
                  <a:gd name="T11" fmla="*/ 4791 h 615"/>
                  <a:gd name="T12" fmla="*/ 3033 w 198"/>
                  <a:gd name="T13" fmla="*/ 0 h 615"/>
                  <a:gd name="T14" fmla="*/ 3095 w 198"/>
                  <a:gd name="T15" fmla="*/ 0 h 615"/>
                  <a:gd name="T16" fmla="*/ 3095 w 198"/>
                  <a:gd name="T17" fmla="*/ 855 h 6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" h="615">
                    <a:moveTo>
                      <a:pt x="198" y="55"/>
                    </a:moveTo>
                    <a:cubicBezTo>
                      <a:pt x="117" y="65"/>
                      <a:pt x="54" y="171"/>
                      <a:pt x="54" y="301"/>
                    </a:cubicBezTo>
                    <a:cubicBezTo>
                      <a:pt x="54" y="431"/>
                      <a:pt x="117" y="538"/>
                      <a:pt x="198" y="547"/>
                    </a:cubicBezTo>
                    <a:cubicBezTo>
                      <a:pt x="197" y="615"/>
                      <a:pt x="197" y="615"/>
                      <a:pt x="197" y="615"/>
                    </a:cubicBezTo>
                    <a:cubicBezTo>
                      <a:pt x="196" y="615"/>
                      <a:pt x="195" y="615"/>
                      <a:pt x="194" y="615"/>
                    </a:cubicBezTo>
                    <a:cubicBezTo>
                      <a:pt x="86" y="615"/>
                      <a:pt x="0" y="477"/>
                      <a:pt x="0" y="307"/>
                    </a:cubicBezTo>
                    <a:cubicBezTo>
                      <a:pt x="0" y="138"/>
                      <a:pt x="86" y="0"/>
                      <a:pt x="194" y="0"/>
                    </a:cubicBezTo>
                    <a:cubicBezTo>
                      <a:pt x="195" y="0"/>
                      <a:pt x="197" y="0"/>
                      <a:pt x="198" y="0"/>
                    </a:cubicBezTo>
                    <a:cubicBezTo>
                      <a:pt x="198" y="55"/>
                      <a:pt x="198" y="55"/>
                      <a:pt x="198" y="55"/>
                    </a:cubicBezTo>
                  </a:path>
                </a:pathLst>
              </a:custGeom>
              <a:solidFill>
                <a:srgbClr val="F4D9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0" name="Freeform 28">
                <a:extLst>
                  <a:ext uri="{FF2B5EF4-FFF2-40B4-BE49-F238E27FC236}">
                    <a16:creationId xmlns:a16="http://schemas.microsoft.com/office/drawing/2014/main" id="{94D96BC7-D761-4A88-953C-C1E1B0C67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903"/>
                <a:ext cx="365" cy="1240"/>
              </a:xfrm>
              <a:custGeom>
                <a:avLst/>
                <a:gdLst>
                  <a:gd name="T0" fmla="*/ 2283 w 146"/>
                  <a:gd name="T1" fmla="*/ 0 h 496"/>
                  <a:gd name="T2" fmla="*/ 658 w 146"/>
                  <a:gd name="T3" fmla="*/ 1238 h 496"/>
                  <a:gd name="T4" fmla="*/ 0 w 146"/>
                  <a:gd name="T5" fmla="*/ 3875 h 496"/>
                  <a:gd name="T6" fmla="*/ 658 w 146"/>
                  <a:gd name="T7" fmla="*/ 6520 h 496"/>
                  <a:gd name="T8" fmla="*/ 2270 w 146"/>
                  <a:gd name="T9" fmla="*/ 7750 h 496"/>
                  <a:gd name="T10" fmla="*/ 2283 w 146"/>
                  <a:gd name="T11" fmla="*/ 7708 h 496"/>
                  <a:gd name="T12" fmla="*/ 708 w 146"/>
                  <a:gd name="T13" fmla="*/ 6488 h 496"/>
                  <a:gd name="T14" fmla="*/ 63 w 146"/>
                  <a:gd name="T15" fmla="*/ 3875 h 496"/>
                  <a:gd name="T16" fmla="*/ 708 w 146"/>
                  <a:gd name="T17" fmla="*/ 1270 h 496"/>
                  <a:gd name="T18" fmla="*/ 2283 w 146"/>
                  <a:gd name="T19" fmla="*/ 63 h 496"/>
                  <a:gd name="T20" fmla="*/ 2283 w 146"/>
                  <a:gd name="T21" fmla="*/ 0 h 4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6" h="496">
                    <a:moveTo>
                      <a:pt x="146" y="0"/>
                    </a:moveTo>
                    <a:cubicBezTo>
                      <a:pt x="104" y="5"/>
                      <a:pt x="68" y="34"/>
                      <a:pt x="42" y="79"/>
                    </a:cubicBezTo>
                    <a:cubicBezTo>
                      <a:pt x="16" y="123"/>
                      <a:pt x="0" y="183"/>
                      <a:pt x="0" y="248"/>
                    </a:cubicBezTo>
                    <a:cubicBezTo>
                      <a:pt x="0" y="314"/>
                      <a:pt x="16" y="373"/>
                      <a:pt x="42" y="417"/>
                    </a:cubicBezTo>
                    <a:cubicBezTo>
                      <a:pt x="68" y="462"/>
                      <a:pt x="104" y="491"/>
                      <a:pt x="145" y="496"/>
                    </a:cubicBezTo>
                    <a:cubicBezTo>
                      <a:pt x="146" y="493"/>
                      <a:pt x="146" y="493"/>
                      <a:pt x="146" y="493"/>
                    </a:cubicBezTo>
                    <a:cubicBezTo>
                      <a:pt x="106" y="488"/>
                      <a:pt x="71" y="459"/>
                      <a:pt x="45" y="415"/>
                    </a:cubicBezTo>
                    <a:cubicBezTo>
                      <a:pt x="20" y="372"/>
                      <a:pt x="4" y="313"/>
                      <a:pt x="4" y="248"/>
                    </a:cubicBezTo>
                    <a:cubicBezTo>
                      <a:pt x="4" y="184"/>
                      <a:pt x="20" y="125"/>
                      <a:pt x="45" y="81"/>
                    </a:cubicBezTo>
                    <a:cubicBezTo>
                      <a:pt x="71" y="37"/>
                      <a:pt x="107" y="9"/>
                      <a:pt x="146" y="4"/>
                    </a:cubicBezTo>
                    <a:cubicBezTo>
                      <a:pt x="146" y="0"/>
                      <a:pt x="146" y="0"/>
                      <a:pt x="146" y="0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1" name="Freeform 29">
                <a:extLst>
                  <a:ext uri="{FF2B5EF4-FFF2-40B4-BE49-F238E27FC236}">
                    <a16:creationId xmlns:a16="http://schemas.microsoft.com/office/drawing/2014/main" id="{CE2881BC-54EA-43B9-95E3-FEAEBB509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871"/>
                <a:ext cx="395" cy="1302"/>
              </a:xfrm>
              <a:custGeom>
                <a:avLst/>
                <a:gdLst>
                  <a:gd name="T0" fmla="*/ 2470 w 158"/>
                  <a:gd name="T1" fmla="*/ 7912 h 521"/>
                  <a:gd name="T2" fmla="*/ 220 w 158"/>
                  <a:gd name="T3" fmla="*/ 4071 h 521"/>
                  <a:gd name="T4" fmla="*/ 2470 w 158"/>
                  <a:gd name="T5" fmla="*/ 230 h 521"/>
                  <a:gd name="T6" fmla="*/ 2470 w 158"/>
                  <a:gd name="T7" fmla="*/ 0 h 521"/>
                  <a:gd name="T8" fmla="*/ 0 w 158"/>
                  <a:gd name="T9" fmla="*/ 4071 h 521"/>
                  <a:gd name="T10" fmla="*/ 2458 w 158"/>
                  <a:gd name="T11" fmla="*/ 8132 h 521"/>
                  <a:gd name="T12" fmla="*/ 2470 w 158"/>
                  <a:gd name="T13" fmla="*/ 7912 h 5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8" h="521">
                    <a:moveTo>
                      <a:pt x="158" y="507"/>
                    </a:moveTo>
                    <a:cubicBezTo>
                      <a:pt x="77" y="498"/>
                      <a:pt x="14" y="391"/>
                      <a:pt x="14" y="261"/>
                    </a:cubicBezTo>
                    <a:cubicBezTo>
                      <a:pt x="14" y="131"/>
                      <a:pt x="77" y="25"/>
                      <a:pt x="158" y="15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73" y="10"/>
                      <a:pt x="0" y="123"/>
                      <a:pt x="0" y="261"/>
                    </a:cubicBezTo>
                    <a:cubicBezTo>
                      <a:pt x="0" y="398"/>
                      <a:pt x="72" y="511"/>
                      <a:pt x="157" y="521"/>
                    </a:cubicBezTo>
                    <a:cubicBezTo>
                      <a:pt x="158" y="507"/>
                      <a:pt x="158" y="507"/>
                      <a:pt x="158" y="507"/>
                    </a:cubicBezTo>
                  </a:path>
                </a:pathLst>
              </a:custGeom>
              <a:solidFill>
                <a:srgbClr val="D9A9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2" name="Freeform 30">
                <a:extLst>
                  <a:ext uri="{FF2B5EF4-FFF2-40B4-BE49-F238E27FC236}">
                    <a16:creationId xmlns:a16="http://schemas.microsoft.com/office/drawing/2014/main" id="{9487062C-0179-4D91-BBC2-5A74497A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963"/>
                <a:ext cx="108" cy="143"/>
              </a:xfrm>
              <a:custGeom>
                <a:avLst/>
                <a:gdLst>
                  <a:gd name="T0" fmla="*/ 0 w 43"/>
                  <a:gd name="T1" fmla="*/ 33 h 57"/>
                  <a:gd name="T2" fmla="*/ 0 w 43"/>
                  <a:gd name="T3" fmla="*/ 95 h 57"/>
                  <a:gd name="T4" fmla="*/ 158 w 43"/>
                  <a:gd name="T5" fmla="*/ 647 h 57"/>
                  <a:gd name="T6" fmla="*/ 630 w 43"/>
                  <a:gd name="T7" fmla="*/ 901 h 57"/>
                  <a:gd name="T8" fmla="*/ 651 w 43"/>
                  <a:gd name="T9" fmla="*/ 901 h 57"/>
                  <a:gd name="T10" fmla="*/ 681 w 43"/>
                  <a:gd name="T11" fmla="*/ 868 h 57"/>
                  <a:gd name="T12" fmla="*/ 651 w 43"/>
                  <a:gd name="T13" fmla="*/ 838 h 57"/>
                  <a:gd name="T14" fmla="*/ 630 w 43"/>
                  <a:gd name="T15" fmla="*/ 838 h 57"/>
                  <a:gd name="T16" fmla="*/ 208 w 43"/>
                  <a:gd name="T17" fmla="*/ 597 h 57"/>
                  <a:gd name="T18" fmla="*/ 63 w 43"/>
                  <a:gd name="T19" fmla="*/ 95 h 57"/>
                  <a:gd name="T20" fmla="*/ 63 w 43"/>
                  <a:gd name="T21" fmla="*/ 33 h 57"/>
                  <a:gd name="T22" fmla="*/ 33 w 43"/>
                  <a:gd name="T23" fmla="*/ 0 h 57"/>
                  <a:gd name="T24" fmla="*/ 0 w 43"/>
                  <a:gd name="T25" fmla="*/ 33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57">
                    <a:moveTo>
                      <a:pt x="0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0" y="18"/>
                      <a:pt x="3" y="31"/>
                      <a:pt x="10" y="41"/>
                    </a:cubicBezTo>
                    <a:cubicBezTo>
                      <a:pt x="16" y="50"/>
                      <a:pt x="27" y="57"/>
                      <a:pt x="40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2" y="57"/>
                      <a:pt x="43" y="56"/>
                      <a:pt x="43" y="55"/>
                    </a:cubicBezTo>
                    <a:cubicBezTo>
                      <a:pt x="43" y="54"/>
                      <a:pt x="42" y="53"/>
                      <a:pt x="41" y="53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28" y="53"/>
                      <a:pt x="19" y="47"/>
                      <a:pt x="13" y="38"/>
                    </a:cubicBezTo>
                    <a:cubicBezTo>
                      <a:pt x="7" y="29"/>
                      <a:pt x="4" y="18"/>
                      <a:pt x="4" y="6"/>
                    </a:cubicBezTo>
                    <a:cubicBezTo>
                      <a:pt x="4" y="5"/>
                      <a:pt x="4" y="4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3" name="Freeform 31">
                <a:extLst>
                  <a:ext uri="{FF2B5EF4-FFF2-40B4-BE49-F238E27FC236}">
                    <a16:creationId xmlns:a16="http://schemas.microsoft.com/office/drawing/2014/main" id="{359231D3-3398-4119-8A27-B0D3639E2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993"/>
                <a:ext cx="63" cy="113"/>
              </a:xfrm>
              <a:custGeom>
                <a:avLst/>
                <a:gdLst>
                  <a:gd name="T0" fmla="*/ 242 w 25"/>
                  <a:gd name="T1" fmla="*/ 63 h 45"/>
                  <a:gd name="T2" fmla="*/ 338 w 25"/>
                  <a:gd name="T3" fmla="*/ 271 h 45"/>
                  <a:gd name="T4" fmla="*/ 242 w 25"/>
                  <a:gd name="T5" fmla="*/ 472 h 45"/>
                  <a:gd name="T6" fmla="*/ 20 w 25"/>
                  <a:gd name="T7" fmla="*/ 650 h 45"/>
                  <a:gd name="T8" fmla="*/ 0 w 25"/>
                  <a:gd name="T9" fmla="*/ 693 h 45"/>
                  <a:gd name="T10" fmla="*/ 50 w 25"/>
                  <a:gd name="T11" fmla="*/ 713 h 45"/>
                  <a:gd name="T12" fmla="*/ 285 w 25"/>
                  <a:gd name="T13" fmla="*/ 522 h 45"/>
                  <a:gd name="T14" fmla="*/ 401 w 25"/>
                  <a:gd name="T15" fmla="*/ 271 h 45"/>
                  <a:gd name="T16" fmla="*/ 272 w 25"/>
                  <a:gd name="T17" fmla="*/ 20 h 45"/>
                  <a:gd name="T18" fmla="*/ 242 w 25"/>
                  <a:gd name="T19" fmla="*/ 20 h 45"/>
                  <a:gd name="T20" fmla="*/ 242 w 25"/>
                  <a:gd name="T21" fmla="*/ 63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45">
                    <a:moveTo>
                      <a:pt x="15" y="4"/>
                    </a:moveTo>
                    <a:cubicBezTo>
                      <a:pt x="19" y="9"/>
                      <a:pt x="21" y="13"/>
                      <a:pt x="21" y="17"/>
                    </a:cubicBezTo>
                    <a:cubicBezTo>
                      <a:pt x="21" y="22"/>
                      <a:pt x="19" y="26"/>
                      <a:pt x="15" y="30"/>
                    </a:cubicBezTo>
                    <a:cubicBezTo>
                      <a:pt x="11" y="34"/>
                      <a:pt x="6" y="38"/>
                      <a:pt x="1" y="41"/>
                    </a:cubicBezTo>
                    <a:cubicBezTo>
                      <a:pt x="0" y="42"/>
                      <a:pt x="0" y="43"/>
                      <a:pt x="0" y="44"/>
                    </a:cubicBezTo>
                    <a:cubicBezTo>
                      <a:pt x="1" y="45"/>
                      <a:pt x="2" y="45"/>
                      <a:pt x="3" y="45"/>
                    </a:cubicBezTo>
                    <a:cubicBezTo>
                      <a:pt x="8" y="41"/>
                      <a:pt x="14" y="38"/>
                      <a:pt x="18" y="33"/>
                    </a:cubicBezTo>
                    <a:cubicBezTo>
                      <a:pt x="22" y="29"/>
                      <a:pt x="25" y="23"/>
                      <a:pt x="25" y="17"/>
                    </a:cubicBezTo>
                    <a:cubicBezTo>
                      <a:pt x="25" y="12"/>
                      <a:pt x="23" y="6"/>
                      <a:pt x="17" y="1"/>
                    </a:cubicBezTo>
                    <a:cubicBezTo>
                      <a:pt x="17" y="0"/>
                      <a:pt x="15" y="0"/>
                      <a:pt x="15" y="1"/>
                    </a:cubicBezTo>
                    <a:cubicBezTo>
                      <a:pt x="14" y="2"/>
                      <a:pt x="14" y="3"/>
                      <a:pt x="15" y="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4" name="Freeform 32">
                <a:extLst>
                  <a:ext uri="{FF2B5EF4-FFF2-40B4-BE49-F238E27FC236}">
                    <a16:creationId xmlns:a16="http://schemas.microsoft.com/office/drawing/2014/main" id="{95F58EF6-234F-41AC-8A40-120A029E5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966"/>
                <a:ext cx="88" cy="135"/>
              </a:xfrm>
              <a:custGeom>
                <a:avLst/>
                <a:gdLst>
                  <a:gd name="T0" fmla="*/ 63 w 35"/>
                  <a:gd name="T1" fmla="*/ 33 h 54"/>
                  <a:gd name="T2" fmla="*/ 0 w 35"/>
                  <a:gd name="T3" fmla="*/ 283 h 54"/>
                  <a:gd name="T4" fmla="*/ 146 w 35"/>
                  <a:gd name="T5" fmla="*/ 645 h 54"/>
                  <a:gd name="T6" fmla="*/ 505 w 35"/>
                  <a:gd name="T7" fmla="*/ 845 h 54"/>
                  <a:gd name="T8" fmla="*/ 556 w 35"/>
                  <a:gd name="T9" fmla="*/ 833 h 54"/>
                  <a:gd name="T10" fmla="*/ 525 w 35"/>
                  <a:gd name="T11" fmla="*/ 783 h 54"/>
                  <a:gd name="T12" fmla="*/ 189 w 35"/>
                  <a:gd name="T13" fmla="*/ 595 h 54"/>
                  <a:gd name="T14" fmla="*/ 63 w 35"/>
                  <a:gd name="T15" fmla="*/ 283 h 54"/>
                  <a:gd name="T16" fmla="*/ 126 w 35"/>
                  <a:gd name="T17" fmla="*/ 63 h 54"/>
                  <a:gd name="T18" fmla="*/ 113 w 35"/>
                  <a:gd name="T19" fmla="*/ 20 h 54"/>
                  <a:gd name="T20" fmla="*/ 63 w 35"/>
                  <a:gd name="T21" fmla="*/ 33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54">
                    <a:moveTo>
                      <a:pt x="4" y="2"/>
                    </a:moveTo>
                    <a:cubicBezTo>
                      <a:pt x="1" y="7"/>
                      <a:pt x="0" y="13"/>
                      <a:pt x="0" y="18"/>
                    </a:cubicBezTo>
                    <a:cubicBezTo>
                      <a:pt x="0" y="27"/>
                      <a:pt x="4" y="34"/>
                      <a:pt x="9" y="41"/>
                    </a:cubicBezTo>
                    <a:cubicBezTo>
                      <a:pt x="15" y="47"/>
                      <a:pt x="23" y="52"/>
                      <a:pt x="32" y="54"/>
                    </a:cubicBezTo>
                    <a:cubicBezTo>
                      <a:pt x="33" y="54"/>
                      <a:pt x="34" y="54"/>
                      <a:pt x="35" y="53"/>
                    </a:cubicBezTo>
                    <a:cubicBezTo>
                      <a:pt x="35" y="52"/>
                      <a:pt x="34" y="51"/>
                      <a:pt x="33" y="50"/>
                    </a:cubicBezTo>
                    <a:cubicBezTo>
                      <a:pt x="25" y="48"/>
                      <a:pt x="18" y="44"/>
                      <a:pt x="12" y="38"/>
                    </a:cubicBezTo>
                    <a:cubicBezTo>
                      <a:pt x="7" y="32"/>
                      <a:pt x="4" y="25"/>
                      <a:pt x="4" y="18"/>
                    </a:cubicBezTo>
                    <a:cubicBezTo>
                      <a:pt x="4" y="13"/>
                      <a:pt x="5" y="9"/>
                      <a:pt x="8" y="4"/>
                    </a:cubicBezTo>
                    <a:cubicBezTo>
                      <a:pt x="8" y="3"/>
                      <a:pt x="8" y="2"/>
                      <a:pt x="7" y="1"/>
                    </a:cubicBezTo>
                    <a:cubicBezTo>
                      <a:pt x="6" y="0"/>
                      <a:pt x="5" y="1"/>
                      <a:pt x="4" y="2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5" name="Freeform 33">
                <a:extLst>
                  <a:ext uri="{FF2B5EF4-FFF2-40B4-BE49-F238E27FC236}">
                    <a16:creationId xmlns:a16="http://schemas.microsoft.com/office/drawing/2014/main" id="{272A31AA-5219-48A5-9C79-86726BD52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946"/>
                <a:ext cx="40" cy="115"/>
              </a:xfrm>
              <a:custGeom>
                <a:avLst/>
                <a:gdLst>
                  <a:gd name="T0" fmla="*/ 20 w 16"/>
                  <a:gd name="T1" fmla="*/ 63 h 46"/>
                  <a:gd name="T2" fmla="*/ 145 w 16"/>
                  <a:gd name="T3" fmla="*/ 188 h 46"/>
                  <a:gd name="T4" fmla="*/ 188 w 16"/>
                  <a:gd name="T5" fmla="*/ 408 h 46"/>
                  <a:gd name="T6" fmla="*/ 145 w 16"/>
                  <a:gd name="T7" fmla="*/ 583 h 46"/>
                  <a:gd name="T8" fmla="*/ 20 w 16"/>
                  <a:gd name="T9" fmla="*/ 658 h 46"/>
                  <a:gd name="T10" fmla="*/ 0 w 16"/>
                  <a:gd name="T11" fmla="*/ 708 h 46"/>
                  <a:gd name="T12" fmla="*/ 33 w 16"/>
                  <a:gd name="T13" fmla="*/ 720 h 46"/>
                  <a:gd name="T14" fmla="*/ 208 w 16"/>
                  <a:gd name="T15" fmla="*/ 613 h 46"/>
                  <a:gd name="T16" fmla="*/ 250 w 16"/>
                  <a:gd name="T17" fmla="*/ 408 h 46"/>
                  <a:gd name="T18" fmla="*/ 188 w 16"/>
                  <a:gd name="T19" fmla="*/ 175 h 46"/>
                  <a:gd name="T20" fmla="*/ 50 w 16"/>
                  <a:gd name="T21" fmla="*/ 0 h 46"/>
                  <a:gd name="T22" fmla="*/ 0 w 16"/>
                  <a:gd name="T23" fmla="*/ 20 h 46"/>
                  <a:gd name="T24" fmla="*/ 20 w 16"/>
                  <a:gd name="T25" fmla="*/ 63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46">
                    <a:moveTo>
                      <a:pt x="1" y="4"/>
                    </a:moveTo>
                    <a:cubicBezTo>
                      <a:pt x="4" y="5"/>
                      <a:pt x="7" y="8"/>
                      <a:pt x="9" y="12"/>
                    </a:cubicBezTo>
                    <a:cubicBezTo>
                      <a:pt x="11" y="17"/>
                      <a:pt x="12" y="21"/>
                      <a:pt x="12" y="26"/>
                    </a:cubicBezTo>
                    <a:cubicBezTo>
                      <a:pt x="12" y="30"/>
                      <a:pt x="11" y="34"/>
                      <a:pt x="9" y="37"/>
                    </a:cubicBezTo>
                    <a:cubicBezTo>
                      <a:pt x="7" y="39"/>
                      <a:pt x="5" y="41"/>
                      <a:pt x="1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0" y="46"/>
                      <a:pt x="1" y="46"/>
                      <a:pt x="2" y="46"/>
                    </a:cubicBezTo>
                    <a:cubicBezTo>
                      <a:pt x="7" y="45"/>
                      <a:pt x="11" y="42"/>
                      <a:pt x="13" y="39"/>
                    </a:cubicBezTo>
                    <a:cubicBezTo>
                      <a:pt x="15" y="35"/>
                      <a:pt x="16" y="30"/>
                      <a:pt x="16" y="26"/>
                    </a:cubicBezTo>
                    <a:cubicBezTo>
                      <a:pt x="16" y="21"/>
                      <a:pt x="15" y="15"/>
                      <a:pt x="12" y="11"/>
                    </a:cubicBezTo>
                    <a:cubicBezTo>
                      <a:pt x="10" y="6"/>
                      <a:pt x="7" y="2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6" name="Freeform 34">
                <a:extLst>
                  <a:ext uri="{FF2B5EF4-FFF2-40B4-BE49-F238E27FC236}">
                    <a16:creationId xmlns:a16="http://schemas.microsoft.com/office/drawing/2014/main" id="{84E63723-49B2-49D9-A683-B87004702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038"/>
                <a:ext cx="130" cy="38"/>
              </a:xfrm>
              <a:custGeom>
                <a:avLst/>
                <a:gdLst>
                  <a:gd name="T0" fmla="*/ 783 w 52"/>
                  <a:gd name="T1" fmla="*/ 63 h 15"/>
                  <a:gd name="T2" fmla="*/ 375 w 52"/>
                  <a:gd name="T3" fmla="*/ 0 h 15"/>
                  <a:gd name="T4" fmla="*/ 188 w 52"/>
                  <a:gd name="T5" fmla="*/ 51 h 15"/>
                  <a:gd name="T6" fmla="*/ 20 w 52"/>
                  <a:gd name="T7" fmla="*/ 180 h 15"/>
                  <a:gd name="T8" fmla="*/ 20 w 52"/>
                  <a:gd name="T9" fmla="*/ 225 h 15"/>
                  <a:gd name="T10" fmla="*/ 63 w 52"/>
                  <a:gd name="T11" fmla="*/ 225 h 15"/>
                  <a:gd name="T12" fmla="*/ 208 w 52"/>
                  <a:gd name="T13" fmla="*/ 96 h 15"/>
                  <a:gd name="T14" fmla="*/ 375 w 52"/>
                  <a:gd name="T15" fmla="*/ 63 h 15"/>
                  <a:gd name="T16" fmla="*/ 783 w 52"/>
                  <a:gd name="T17" fmla="*/ 117 h 15"/>
                  <a:gd name="T18" fmla="*/ 813 w 52"/>
                  <a:gd name="T19" fmla="*/ 96 h 15"/>
                  <a:gd name="T20" fmla="*/ 783 w 52"/>
                  <a:gd name="T21" fmla="*/ 63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15">
                    <a:moveTo>
                      <a:pt x="50" y="4"/>
                    </a:moveTo>
                    <a:cubicBezTo>
                      <a:pt x="42" y="3"/>
                      <a:pt x="33" y="0"/>
                      <a:pt x="24" y="0"/>
                    </a:cubicBezTo>
                    <a:cubicBezTo>
                      <a:pt x="20" y="0"/>
                      <a:pt x="16" y="1"/>
                      <a:pt x="12" y="3"/>
                    </a:cubicBezTo>
                    <a:cubicBezTo>
                      <a:pt x="8" y="4"/>
                      <a:pt x="4" y="7"/>
                      <a:pt x="1" y="11"/>
                    </a:cubicBezTo>
                    <a:cubicBezTo>
                      <a:pt x="0" y="12"/>
                      <a:pt x="0" y="14"/>
                      <a:pt x="1" y="14"/>
                    </a:cubicBezTo>
                    <a:cubicBezTo>
                      <a:pt x="2" y="15"/>
                      <a:pt x="3" y="15"/>
                      <a:pt x="4" y="14"/>
                    </a:cubicBezTo>
                    <a:cubicBezTo>
                      <a:pt x="7" y="10"/>
                      <a:pt x="10" y="8"/>
                      <a:pt x="13" y="6"/>
                    </a:cubicBezTo>
                    <a:cubicBezTo>
                      <a:pt x="16" y="5"/>
                      <a:pt x="20" y="4"/>
                      <a:pt x="24" y="4"/>
                    </a:cubicBezTo>
                    <a:cubicBezTo>
                      <a:pt x="32" y="4"/>
                      <a:pt x="41" y="7"/>
                      <a:pt x="50" y="7"/>
                    </a:cubicBezTo>
                    <a:cubicBezTo>
                      <a:pt x="51" y="8"/>
                      <a:pt x="52" y="7"/>
                      <a:pt x="52" y="6"/>
                    </a:cubicBezTo>
                    <a:cubicBezTo>
                      <a:pt x="52" y="5"/>
                      <a:pt x="51" y="4"/>
                      <a:pt x="50" y="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7" name="Freeform 35">
                <a:extLst>
                  <a:ext uri="{FF2B5EF4-FFF2-40B4-BE49-F238E27FC236}">
                    <a16:creationId xmlns:a16="http://schemas.microsoft.com/office/drawing/2014/main" id="{0FA08EDD-0ECE-41F9-B52E-3ECA83463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971"/>
                <a:ext cx="110" cy="35"/>
              </a:xfrm>
              <a:custGeom>
                <a:avLst/>
                <a:gdLst>
                  <a:gd name="T0" fmla="*/ 50 w 44"/>
                  <a:gd name="T1" fmla="*/ 208 h 14"/>
                  <a:gd name="T2" fmla="*/ 83 w 44"/>
                  <a:gd name="T3" fmla="*/ 208 h 14"/>
                  <a:gd name="T4" fmla="*/ 363 w 44"/>
                  <a:gd name="T5" fmla="*/ 220 h 14"/>
                  <a:gd name="T6" fmla="*/ 533 w 44"/>
                  <a:gd name="T7" fmla="*/ 188 h 14"/>
                  <a:gd name="T8" fmla="*/ 675 w 44"/>
                  <a:gd name="T9" fmla="*/ 63 h 14"/>
                  <a:gd name="T10" fmla="*/ 658 w 44"/>
                  <a:gd name="T11" fmla="*/ 20 h 14"/>
                  <a:gd name="T12" fmla="*/ 625 w 44"/>
                  <a:gd name="T13" fmla="*/ 20 h 14"/>
                  <a:gd name="T14" fmla="*/ 500 w 44"/>
                  <a:gd name="T15" fmla="*/ 145 h 14"/>
                  <a:gd name="T16" fmla="*/ 363 w 44"/>
                  <a:gd name="T17" fmla="*/ 158 h 14"/>
                  <a:gd name="T18" fmla="*/ 83 w 44"/>
                  <a:gd name="T19" fmla="*/ 145 h 14"/>
                  <a:gd name="T20" fmla="*/ 33 w 44"/>
                  <a:gd name="T21" fmla="*/ 145 h 14"/>
                  <a:gd name="T22" fmla="*/ 0 w 44"/>
                  <a:gd name="T23" fmla="*/ 175 h 14"/>
                  <a:gd name="T24" fmla="*/ 50 w 44"/>
                  <a:gd name="T25" fmla="*/ 208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" h="14">
                    <a:moveTo>
                      <a:pt x="3" y="13"/>
                    </a:moveTo>
                    <a:cubicBezTo>
                      <a:pt x="3" y="13"/>
                      <a:pt x="4" y="13"/>
                      <a:pt x="5" y="13"/>
                    </a:cubicBezTo>
                    <a:cubicBezTo>
                      <a:pt x="11" y="13"/>
                      <a:pt x="17" y="14"/>
                      <a:pt x="23" y="14"/>
                    </a:cubicBezTo>
                    <a:cubicBezTo>
                      <a:pt x="27" y="14"/>
                      <a:pt x="30" y="14"/>
                      <a:pt x="34" y="12"/>
                    </a:cubicBezTo>
                    <a:cubicBezTo>
                      <a:pt x="37" y="11"/>
                      <a:pt x="40" y="8"/>
                      <a:pt x="43" y="4"/>
                    </a:cubicBezTo>
                    <a:cubicBezTo>
                      <a:pt x="44" y="3"/>
                      <a:pt x="43" y="1"/>
                      <a:pt x="42" y="1"/>
                    </a:cubicBezTo>
                    <a:cubicBezTo>
                      <a:pt x="41" y="0"/>
                      <a:pt x="40" y="0"/>
                      <a:pt x="40" y="1"/>
                    </a:cubicBezTo>
                    <a:cubicBezTo>
                      <a:pt x="37" y="5"/>
                      <a:pt x="35" y="7"/>
                      <a:pt x="32" y="9"/>
                    </a:cubicBezTo>
                    <a:cubicBezTo>
                      <a:pt x="29" y="10"/>
                      <a:pt x="26" y="10"/>
                      <a:pt x="23" y="10"/>
                    </a:cubicBezTo>
                    <a:cubicBezTo>
                      <a:pt x="17" y="10"/>
                      <a:pt x="11" y="9"/>
                      <a:pt x="5" y="9"/>
                    </a:cubicBezTo>
                    <a:cubicBezTo>
                      <a:pt x="4" y="9"/>
                      <a:pt x="3" y="9"/>
                      <a:pt x="2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1" y="13"/>
                      <a:pt x="1" y="13"/>
                      <a:pt x="3" y="13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8" name="Freeform 36">
                <a:extLst>
                  <a:ext uri="{FF2B5EF4-FFF2-40B4-BE49-F238E27FC236}">
                    <a16:creationId xmlns:a16="http://schemas.microsoft.com/office/drawing/2014/main" id="{BE1D2B33-6B41-40C8-B6A8-BFCC6FA2B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946"/>
                <a:ext cx="55" cy="90"/>
              </a:xfrm>
              <a:custGeom>
                <a:avLst/>
                <a:gdLst>
                  <a:gd name="T0" fmla="*/ 208 w 22"/>
                  <a:gd name="T1" fmla="*/ 500 h 36"/>
                  <a:gd name="T2" fmla="*/ 113 w 22"/>
                  <a:gd name="T3" fmla="*/ 438 h 36"/>
                  <a:gd name="T4" fmla="*/ 63 w 22"/>
                  <a:gd name="T5" fmla="*/ 313 h 36"/>
                  <a:gd name="T6" fmla="*/ 125 w 22"/>
                  <a:gd name="T7" fmla="*/ 145 h 36"/>
                  <a:gd name="T8" fmla="*/ 300 w 22"/>
                  <a:gd name="T9" fmla="*/ 63 h 36"/>
                  <a:gd name="T10" fmla="*/ 313 w 22"/>
                  <a:gd name="T11" fmla="*/ 63 h 36"/>
                  <a:gd name="T12" fmla="*/ 345 w 22"/>
                  <a:gd name="T13" fmla="*/ 33 h 36"/>
                  <a:gd name="T14" fmla="*/ 313 w 22"/>
                  <a:gd name="T15" fmla="*/ 0 h 36"/>
                  <a:gd name="T16" fmla="*/ 300 w 22"/>
                  <a:gd name="T17" fmla="*/ 0 h 36"/>
                  <a:gd name="T18" fmla="*/ 83 w 22"/>
                  <a:gd name="T19" fmla="*/ 113 h 36"/>
                  <a:gd name="T20" fmla="*/ 0 w 22"/>
                  <a:gd name="T21" fmla="*/ 313 h 36"/>
                  <a:gd name="T22" fmla="*/ 50 w 22"/>
                  <a:gd name="T23" fmla="*/ 470 h 36"/>
                  <a:gd name="T24" fmla="*/ 208 w 22"/>
                  <a:gd name="T25" fmla="*/ 563 h 36"/>
                  <a:gd name="T26" fmla="*/ 238 w 22"/>
                  <a:gd name="T27" fmla="*/ 533 h 36"/>
                  <a:gd name="T28" fmla="*/ 208 w 22"/>
                  <a:gd name="T29" fmla="*/ 500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36">
                    <a:moveTo>
                      <a:pt x="13" y="32"/>
                    </a:moveTo>
                    <a:cubicBezTo>
                      <a:pt x="10" y="31"/>
                      <a:pt x="8" y="30"/>
                      <a:pt x="7" y="28"/>
                    </a:cubicBezTo>
                    <a:cubicBezTo>
                      <a:pt x="5" y="26"/>
                      <a:pt x="4" y="23"/>
                      <a:pt x="4" y="20"/>
                    </a:cubicBezTo>
                    <a:cubicBezTo>
                      <a:pt x="4" y="16"/>
                      <a:pt x="6" y="12"/>
                      <a:pt x="8" y="9"/>
                    </a:cubicBezTo>
                    <a:cubicBezTo>
                      <a:pt x="11" y="6"/>
                      <a:pt x="14" y="4"/>
                      <a:pt x="19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4"/>
                      <a:pt x="22" y="3"/>
                      <a:pt x="22" y="2"/>
                    </a:cubicBezTo>
                    <a:cubicBezTo>
                      <a:pt x="22" y="1"/>
                      <a:pt x="21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3" y="0"/>
                      <a:pt x="8" y="3"/>
                      <a:pt x="5" y="7"/>
                    </a:cubicBezTo>
                    <a:cubicBezTo>
                      <a:pt x="2" y="11"/>
                      <a:pt x="0" y="16"/>
                      <a:pt x="0" y="20"/>
                    </a:cubicBezTo>
                    <a:cubicBezTo>
                      <a:pt x="0" y="24"/>
                      <a:pt x="1" y="28"/>
                      <a:pt x="3" y="30"/>
                    </a:cubicBezTo>
                    <a:cubicBezTo>
                      <a:pt x="5" y="33"/>
                      <a:pt x="9" y="35"/>
                      <a:pt x="13" y="36"/>
                    </a:cubicBezTo>
                    <a:cubicBezTo>
                      <a:pt x="14" y="36"/>
                      <a:pt x="15" y="35"/>
                      <a:pt x="15" y="34"/>
                    </a:cubicBezTo>
                    <a:cubicBezTo>
                      <a:pt x="15" y="33"/>
                      <a:pt x="14" y="32"/>
                      <a:pt x="13" y="32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9" name="Freeform 37">
                <a:extLst>
                  <a:ext uri="{FF2B5EF4-FFF2-40B4-BE49-F238E27FC236}">
                    <a16:creationId xmlns:a16="http://schemas.microsoft.com/office/drawing/2014/main" id="{7E25DA11-43B8-41D7-8A95-D0BEA50F1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033"/>
                <a:ext cx="77" cy="58"/>
              </a:xfrm>
              <a:custGeom>
                <a:avLst/>
                <a:gdLst>
                  <a:gd name="T0" fmla="*/ 0 w 31"/>
                  <a:gd name="T1" fmla="*/ 50 h 23"/>
                  <a:gd name="T2" fmla="*/ 124 w 31"/>
                  <a:gd name="T3" fmla="*/ 255 h 23"/>
                  <a:gd name="T4" fmla="*/ 353 w 31"/>
                  <a:gd name="T5" fmla="*/ 368 h 23"/>
                  <a:gd name="T6" fmla="*/ 445 w 31"/>
                  <a:gd name="T7" fmla="*/ 351 h 23"/>
                  <a:gd name="T8" fmla="*/ 462 w 31"/>
                  <a:gd name="T9" fmla="*/ 305 h 23"/>
                  <a:gd name="T10" fmla="*/ 412 w 31"/>
                  <a:gd name="T11" fmla="*/ 285 h 23"/>
                  <a:gd name="T12" fmla="*/ 353 w 31"/>
                  <a:gd name="T13" fmla="*/ 305 h 23"/>
                  <a:gd name="T14" fmla="*/ 166 w 31"/>
                  <a:gd name="T15" fmla="*/ 222 h 23"/>
                  <a:gd name="T16" fmla="*/ 62 w 31"/>
                  <a:gd name="T17" fmla="*/ 33 h 23"/>
                  <a:gd name="T18" fmla="*/ 12 w 31"/>
                  <a:gd name="T19" fmla="*/ 0 h 23"/>
                  <a:gd name="T20" fmla="*/ 0 w 31"/>
                  <a:gd name="T21" fmla="*/ 5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23">
                    <a:moveTo>
                      <a:pt x="0" y="3"/>
                    </a:moveTo>
                    <a:cubicBezTo>
                      <a:pt x="1" y="7"/>
                      <a:pt x="4" y="12"/>
                      <a:pt x="8" y="16"/>
                    </a:cubicBezTo>
                    <a:cubicBezTo>
                      <a:pt x="12" y="20"/>
                      <a:pt x="17" y="23"/>
                      <a:pt x="23" y="23"/>
                    </a:cubicBezTo>
                    <a:cubicBezTo>
                      <a:pt x="25" y="23"/>
                      <a:pt x="27" y="23"/>
                      <a:pt x="29" y="22"/>
                    </a:cubicBezTo>
                    <a:cubicBezTo>
                      <a:pt x="30" y="21"/>
                      <a:pt x="31" y="20"/>
                      <a:pt x="30" y="19"/>
                    </a:cubicBezTo>
                    <a:cubicBezTo>
                      <a:pt x="30" y="18"/>
                      <a:pt x="28" y="18"/>
                      <a:pt x="27" y="18"/>
                    </a:cubicBezTo>
                    <a:cubicBezTo>
                      <a:pt x="26" y="19"/>
                      <a:pt x="24" y="19"/>
                      <a:pt x="23" y="19"/>
                    </a:cubicBezTo>
                    <a:cubicBezTo>
                      <a:pt x="19" y="19"/>
                      <a:pt x="14" y="17"/>
                      <a:pt x="11" y="14"/>
                    </a:cubicBezTo>
                    <a:cubicBezTo>
                      <a:pt x="7" y="10"/>
                      <a:pt x="4" y="6"/>
                      <a:pt x="4" y="2"/>
                    </a:cubicBezTo>
                    <a:cubicBezTo>
                      <a:pt x="4" y="1"/>
                      <a:pt x="3" y="0"/>
                      <a:pt x="1" y="0"/>
                    </a:cubicBezTo>
                    <a:cubicBezTo>
                      <a:pt x="0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0" name="Freeform 38">
                <a:extLst>
                  <a:ext uri="{FF2B5EF4-FFF2-40B4-BE49-F238E27FC236}">
                    <a16:creationId xmlns:a16="http://schemas.microsoft.com/office/drawing/2014/main" id="{B104DC46-6C5B-443C-9067-377FAD886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961"/>
                <a:ext cx="123" cy="45"/>
              </a:xfrm>
              <a:custGeom>
                <a:avLst/>
                <a:gdLst>
                  <a:gd name="T0" fmla="*/ 63 w 49"/>
                  <a:gd name="T1" fmla="*/ 250 h 18"/>
                  <a:gd name="T2" fmla="*/ 238 w 49"/>
                  <a:gd name="T3" fmla="*/ 125 h 18"/>
                  <a:gd name="T4" fmla="*/ 472 w 49"/>
                  <a:gd name="T5" fmla="*/ 63 h 18"/>
                  <a:gd name="T6" fmla="*/ 618 w 49"/>
                  <a:gd name="T7" fmla="*/ 95 h 18"/>
                  <a:gd name="T8" fmla="*/ 713 w 49"/>
                  <a:gd name="T9" fmla="*/ 220 h 18"/>
                  <a:gd name="T10" fmla="*/ 743 w 49"/>
                  <a:gd name="T11" fmla="*/ 238 h 18"/>
                  <a:gd name="T12" fmla="*/ 776 w 49"/>
                  <a:gd name="T13" fmla="*/ 208 h 18"/>
                  <a:gd name="T14" fmla="*/ 650 w 49"/>
                  <a:gd name="T15" fmla="*/ 50 h 18"/>
                  <a:gd name="T16" fmla="*/ 472 w 49"/>
                  <a:gd name="T17" fmla="*/ 0 h 18"/>
                  <a:gd name="T18" fmla="*/ 221 w 49"/>
                  <a:gd name="T19" fmla="*/ 63 h 18"/>
                  <a:gd name="T20" fmla="*/ 20 w 49"/>
                  <a:gd name="T21" fmla="*/ 220 h 18"/>
                  <a:gd name="T22" fmla="*/ 20 w 49"/>
                  <a:gd name="T23" fmla="*/ 270 h 18"/>
                  <a:gd name="T24" fmla="*/ 63 w 49"/>
                  <a:gd name="T25" fmla="*/ 250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18">
                    <a:moveTo>
                      <a:pt x="4" y="16"/>
                    </a:moveTo>
                    <a:cubicBezTo>
                      <a:pt x="7" y="13"/>
                      <a:pt x="11" y="10"/>
                      <a:pt x="15" y="8"/>
                    </a:cubicBezTo>
                    <a:cubicBezTo>
                      <a:pt x="20" y="5"/>
                      <a:pt x="25" y="4"/>
                      <a:pt x="30" y="4"/>
                    </a:cubicBezTo>
                    <a:cubicBezTo>
                      <a:pt x="34" y="4"/>
                      <a:pt x="37" y="5"/>
                      <a:pt x="39" y="6"/>
                    </a:cubicBezTo>
                    <a:cubicBezTo>
                      <a:pt x="42" y="8"/>
                      <a:pt x="44" y="10"/>
                      <a:pt x="45" y="14"/>
                    </a:cubicBezTo>
                    <a:cubicBezTo>
                      <a:pt x="45" y="15"/>
                      <a:pt x="46" y="16"/>
                      <a:pt x="47" y="15"/>
                    </a:cubicBezTo>
                    <a:cubicBezTo>
                      <a:pt x="48" y="15"/>
                      <a:pt x="49" y="14"/>
                      <a:pt x="49" y="13"/>
                    </a:cubicBezTo>
                    <a:cubicBezTo>
                      <a:pt x="47" y="8"/>
                      <a:pt x="45" y="5"/>
                      <a:pt x="41" y="3"/>
                    </a:cubicBezTo>
                    <a:cubicBezTo>
                      <a:pt x="38" y="1"/>
                      <a:pt x="34" y="0"/>
                      <a:pt x="30" y="0"/>
                    </a:cubicBezTo>
                    <a:cubicBezTo>
                      <a:pt x="25" y="0"/>
                      <a:pt x="19" y="2"/>
                      <a:pt x="14" y="4"/>
                    </a:cubicBezTo>
                    <a:cubicBezTo>
                      <a:pt x="8" y="7"/>
                      <a:pt x="4" y="10"/>
                      <a:pt x="1" y="14"/>
                    </a:cubicBezTo>
                    <a:cubicBezTo>
                      <a:pt x="0" y="15"/>
                      <a:pt x="1" y="16"/>
                      <a:pt x="1" y="17"/>
                    </a:cubicBezTo>
                    <a:cubicBezTo>
                      <a:pt x="2" y="18"/>
                      <a:pt x="4" y="17"/>
                      <a:pt x="4" y="16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1" name="Freeform 39">
                <a:extLst>
                  <a:ext uri="{FF2B5EF4-FFF2-40B4-BE49-F238E27FC236}">
                    <a16:creationId xmlns:a16="http://schemas.microsoft.com/office/drawing/2014/main" id="{5CE95DB9-10BE-4FE9-B8D6-744C64C5F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153"/>
                <a:ext cx="122" cy="45"/>
              </a:xfrm>
              <a:custGeom>
                <a:avLst/>
                <a:gdLst>
                  <a:gd name="T0" fmla="*/ 12 w 49"/>
                  <a:gd name="T1" fmla="*/ 50 h 18"/>
                  <a:gd name="T2" fmla="*/ 416 w 49"/>
                  <a:gd name="T3" fmla="*/ 283 h 18"/>
                  <a:gd name="T4" fmla="*/ 744 w 49"/>
                  <a:gd name="T5" fmla="*/ 175 h 18"/>
                  <a:gd name="T6" fmla="*/ 744 w 49"/>
                  <a:gd name="T7" fmla="*/ 125 h 18"/>
                  <a:gd name="T8" fmla="*/ 695 w 49"/>
                  <a:gd name="T9" fmla="*/ 113 h 18"/>
                  <a:gd name="T10" fmla="*/ 416 w 49"/>
                  <a:gd name="T11" fmla="*/ 220 h 18"/>
                  <a:gd name="T12" fmla="*/ 62 w 49"/>
                  <a:gd name="T13" fmla="*/ 20 h 18"/>
                  <a:gd name="T14" fmla="*/ 12 w 49"/>
                  <a:gd name="T15" fmla="*/ 0 h 18"/>
                  <a:gd name="T16" fmla="*/ 12 w 49"/>
                  <a:gd name="T17" fmla="*/ 5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18">
                    <a:moveTo>
                      <a:pt x="1" y="3"/>
                    </a:moveTo>
                    <a:cubicBezTo>
                      <a:pt x="7" y="13"/>
                      <a:pt x="17" y="18"/>
                      <a:pt x="27" y="18"/>
                    </a:cubicBezTo>
                    <a:cubicBezTo>
                      <a:pt x="34" y="18"/>
                      <a:pt x="41" y="15"/>
                      <a:pt x="48" y="11"/>
                    </a:cubicBezTo>
                    <a:cubicBezTo>
                      <a:pt x="49" y="10"/>
                      <a:pt x="49" y="9"/>
                      <a:pt x="48" y="8"/>
                    </a:cubicBezTo>
                    <a:cubicBezTo>
                      <a:pt x="47" y="7"/>
                      <a:pt x="46" y="7"/>
                      <a:pt x="45" y="7"/>
                    </a:cubicBezTo>
                    <a:cubicBezTo>
                      <a:pt x="39" y="12"/>
                      <a:pt x="33" y="14"/>
                      <a:pt x="27" y="14"/>
                    </a:cubicBezTo>
                    <a:cubicBezTo>
                      <a:pt x="18" y="14"/>
                      <a:pt x="10" y="10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2" name="Freeform 40">
                <a:extLst>
                  <a:ext uri="{FF2B5EF4-FFF2-40B4-BE49-F238E27FC236}">
                    <a16:creationId xmlns:a16="http://schemas.microsoft.com/office/drawing/2014/main" id="{C6C1F142-5F64-4AC4-9073-75D8EA20C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946"/>
                <a:ext cx="57" cy="112"/>
              </a:xfrm>
              <a:custGeom>
                <a:avLst/>
                <a:gdLst>
                  <a:gd name="T0" fmla="*/ 12 w 23"/>
                  <a:gd name="T1" fmla="*/ 62 h 45"/>
                  <a:gd name="T2" fmla="*/ 245 w 23"/>
                  <a:gd name="T3" fmla="*/ 261 h 45"/>
                  <a:gd name="T4" fmla="*/ 287 w 23"/>
                  <a:gd name="T5" fmla="*/ 570 h 45"/>
                  <a:gd name="T6" fmla="*/ 287 w 23"/>
                  <a:gd name="T7" fmla="*/ 650 h 45"/>
                  <a:gd name="T8" fmla="*/ 320 w 23"/>
                  <a:gd name="T9" fmla="*/ 694 h 45"/>
                  <a:gd name="T10" fmla="*/ 349 w 23"/>
                  <a:gd name="T11" fmla="*/ 662 h 45"/>
                  <a:gd name="T12" fmla="*/ 349 w 23"/>
                  <a:gd name="T13" fmla="*/ 570 h 45"/>
                  <a:gd name="T14" fmla="*/ 287 w 23"/>
                  <a:gd name="T15" fmla="*/ 229 h 45"/>
                  <a:gd name="T16" fmla="*/ 42 w 23"/>
                  <a:gd name="T17" fmla="*/ 0 h 45"/>
                  <a:gd name="T18" fmla="*/ 0 w 23"/>
                  <a:gd name="T19" fmla="*/ 12 h 45"/>
                  <a:gd name="T20" fmla="*/ 12 w 23"/>
                  <a:gd name="T21" fmla="*/ 62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5">
                    <a:moveTo>
                      <a:pt x="1" y="4"/>
                    </a:moveTo>
                    <a:cubicBezTo>
                      <a:pt x="9" y="8"/>
                      <a:pt x="13" y="12"/>
                      <a:pt x="16" y="17"/>
                    </a:cubicBezTo>
                    <a:cubicBezTo>
                      <a:pt x="19" y="22"/>
                      <a:pt x="19" y="28"/>
                      <a:pt x="19" y="37"/>
                    </a:cubicBezTo>
                    <a:cubicBezTo>
                      <a:pt x="19" y="39"/>
                      <a:pt x="19" y="40"/>
                      <a:pt x="19" y="42"/>
                    </a:cubicBezTo>
                    <a:cubicBezTo>
                      <a:pt x="19" y="44"/>
                      <a:pt x="20" y="44"/>
                      <a:pt x="21" y="45"/>
                    </a:cubicBezTo>
                    <a:cubicBezTo>
                      <a:pt x="22" y="45"/>
                      <a:pt x="23" y="44"/>
                      <a:pt x="23" y="43"/>
                    </a:cubicBezTo>
                    <a:cubicBezTo>
                      <a:pt x="23" y="41"/>
                      <a:pt x="23" y="39"/>
                      <a:pt x="23" y="37"/>
                    </a:cubicBezTo>
                    <a:cubicBezTo>
                      <a:pt x="23" y="28"/>
                      <a:pt x="23" y="21"/>
                      <a:pt x="19" y="15"/>
                    </a:cubicBezTo>
                    <a:cubicBezTo>
                      <a:pt x="16" y="9"/>
                      <a:pt x="11" y="5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3" name="Freeform 41">
                <a:extLst>
                  <a:ext uri="{FF2B5EF4-FFF2-40B4-BE49-F238E27FC236}">
                    <a16:creationId xmlns:a16="http://schemas.microsoft.com/office/drawing/2014/main" id="{E89E1914-17BB-46E9-97D9-9A2E551B0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051"/>
                <a:ext cx="82" cy="55"/>
              </a:xfrm>
              <a:custGeom>
                <a:avLst/>
                <a:gdLst>
                  <a:gd name="T0" fmla="*/ 475 w 33"/>
                  <a:gd name="T1" fmla="*/ 33 h 22"/>
                  <a:gd name="T2" fmla="*/ 321 w 33"/>
                  <a:gd name="T3" fmla="*/ 0 h 22"/>
                  <a:gd name="T4" fmla="*/ 104 w 33"/>
                  <a:gd name="T5" fmla="*/ 83 h 22"/>
                  <a:gd name="T6" fmla="*/ 0 w 33"/>
                  <a:gd name="T7" fmla="*/ 313 h 22"/>
                  <a:gd name="T8" fmla="*/ 30 w 33"/>
                  <a:gd name="T9" fmla="*/ 345 h 22"/>
                  <a:gd name="T10" fmla="*/ 62 w 33"/>
                  <a:gd name="T11" fmla="*/ 313 h 22"/>
                  <a:gd name="T12" fmla="*/ 154 w 33"/>
                  <a:gd name="T13" fmla="*/ 125 h 22"/>
                  <a:gd name="T14" fmla="*/ 321 w 33"/>
                  <a:gd name="T15" fmla="*/ 63 h 22"/>
                  <a:gd name="T16" fmla="*/ 462 w 33"/>
                  <a:gd name="T17" fmla="*/ 95 h 22"/>
                  <a:gd name="T18" fmla="*/ 507 w 33"/>
                  <a:gd name="T19" fmla="*/ 83 h 22"/>
                  <a:gd name="T20" fmla="*/ 475 w 33"/>
                  <a:gd name="T21" fmla="*/ 33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22">
                    <a:moveTo>
                      <a:pt x="31" y="2"/>
                    </a:moveTo>
                    <a:cubicBezTo>
                      <a:pt x="28" y="1"/>
                      <a:pt x="24" y="0"/>
                      <a:pt x="21" y="0"/>
                    </a:cubicBezTo>
                    <a:cubicBezTo>
                      <a:pt x="15" y="0"/>
                      <a:pt x="11" y="2"/>
                      <a:pt x="7" y="5"/>
                    </a:cubicBezTo>
                    <a:cubicBezTo>
                      <a:pt x="4" y="9"/>
                      <a:pt x="1" y="14"/>
                      <a:pt x="0" y="20"/>
                    </a:cubicBezTo>
                    <a:cubicBezTo>
                      <a:pt x="0" y="21"/>
                      <a:pt x="1" y="22"/>
                      <a:pt x="2" y="22"/>
                    </a:cubicBezTo>
                    <a:cubicBezTo>
                      <a:pt x="3" y="22"/>
                      <a:pt x="4" y="21"/>
                      <a:pt x="4" y="20"/>
                    </a:cubicBezTo>
                    <a:cubicBezTo>
                      <a:pt x="5" y="15"/>
                      <a:pt x="7" y="11"/>
                      <a:pt x="10" y="8"/>
                    </a:cubicBezTo>
                    <a:cubicBezTo>
                      <a:pt x="13" y="6"/>
                      <a:pt x="16" y="4"/>
                      <a:pt x="21" y="4"/>
                    </a:cubicBezTo>
                    <a:cubicBezTo>
                      <a:pt x="24" y="4"/>
                      <a:pt x="27" y="5"/>
                      <a:pt x="30" y="6"/>
                    </a:cubicBezTo>
                    <a:cubicBezTo>
                      <a:pt x="31" y="6"/>
                      <a:pt x="32" y="6"/>
                      <a:pt x="33" y="5"/>
                    </a:cubicBezTo>
                    <a:cubicBezTo>
                      <a:pt x="33" y="4"/>
                      <a:pt x="32" y="3"/>
                      <a:pt x="31" y="2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4" name="Freeform 42">
                <a:extLst>
                  <a:ext uri="{FF2B5EF4-FFF2-40B4-BE49-F238E27FC236}">
                    <a16:creationId xmlns:a16="http://schemas.microsoft.com/office/drawing/2014/main" id="{0D45782B-7572-4CAF-AF9B-AFB642EF1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941"/>
                <a:ext cx="115" cy="45"/>
              </a:xfrm>
              <a:custGeom>
                <a:avLst/>
                <a:gdLst>
                  <a:gd name="T0" fmla="*/ 708 w 46"/>
                  <a:gd name="T1" fmla="*/ 238 h 18"/>
                  <a:gd name="T2" fmla="*/ 470 w 46"/>
                  <a:gd name="T3" fmla="*/ 63 h 18"/>
                  <a:gd name="T4" fmla="*/ 220 w 46"/>
                  <a:gd name="T5" fmla="*/ 0 h 18"/>
                  <a:gd name="T6" fmla="*/ 33 w 46"/>
                  <a:gd name="T7" fmla="*/ 33 h 18"/>
                  <a:gd name="T8" fmla="*/ 20 w 46"/>
                  <a:gd name="T9" fmla="*/ 83 h 18"/>
                  <a:gd name="T10" fmla="*/ 50 w 46"/>
                  <a:gd name="T11" fmla="*/ 95 h 18"/>
                  <a:gd name="T12" fmla="*/ 220 w 46"/>
                  <a:gd name="T13" fmla="*/ 63 h 18"/>
                  <a:gd name="T14" fmla="*/ 438 w 46"/>
                  <a:gd name="T15" fmla="*/ 125 h 18"/>
                  <a:gd name="T16" fmla="*/ 658 w 46"/>
                  <a:gd name="T17" fmla="*/ 283 h 18"/>
                  <a:gd name="T18" fmla="*/ 708 w 46"/>
                  <a:gd name="T19" fmla="*/ 283 h 18"/>
                  <a:gd name="T20" fmla="*/ 708 w 46"/>
                  <a:gd name="T21" fmla="*/ 23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18">
                    <a:moveTo>
                      <a:pt x="45" y="15"/>
                    </a:moveTo>
                    <a:cubicBezTo>
                      <a:pt x="40" y="11"/>
                      <a:pt x="35" y="7"/>
                      <a:pt x="30" y="4"/>
                    </a:cubicBezTo>
                    <a:cubicBezTo>
                      <a:pt x="25" y="2"/>
                      <a:pt x="20" y="0"/>
                      <a:pt x="14" y="0"/>
                    </a:cubicBezTo>
                    <a:cubicBezTo>
                      <a:pt x="10" y="0"/>
                      <a:pt x="6" y="0"/>
                      <a:pt x="2" y="2"/>
                    </a:cubicBezTo>
                    <a:cubicBezTo>
                      <a:pt x="1" y="2"/>
                      <a:pt x="0" y="4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7" y="4"/>
                      <a:pt x="11" y="4"/>
                      <a:pt x="14" y="4"/>
                    </a:cubicBezTo>
                    <a:cubicBezTo>
                      <a:pt x="19" y="4"/>
                      <a:pt x="24" y="5"/>
                      <a:pt x="28" y="8"/>
                    </a:cubicBezTo>
                    <a:cubicBezTo>
                      <a:pt x="33" y="10"/>
                      <a:pt x="37" y="14"/>
                      <a:pt x="42" y="18"/>
                    </a:cubicBezTo>
                    <a:cubicBezTo>
                      <a:pt x="43" y="18"/>
                      <a:pt x="44" y="18"/>
                      <a:pt x="45" y="18"/>
                    </a:cubicBezTo>
                    <a:cubicBezTo>
                      <a:pt x="46" y="17"/>
                      <a:pt x="45" y="15"/>
                      <a:pt x="45" y="15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5" name="Freeform 43">
                <a:extLst>
                  <a:ext uri="{FF2B5EF4-FFF2-40B4-BE49-F238E27FC236}">
                    <a16:creationId xmlns:a16="http://schemas.microsoft.com/office/drawing/2014/main" id="{F8C6097B-F9ED-4D00-98C5-3BEFCDA26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956"/>
                <a:ext cx="130" cy="45"/>
              </a:xfrm>
              <a:custGeom>
                <a:avLst/>
                <a:gdLst>
                  <a:gd name="T0" fmla="*/ 63 w 52"/>
                  <a:gd name="T1" fmla="*/ 270 h 18"/>
                  <a:gd name="T2" fmla="*/ 250 w 52"/>
                  <a:gd name="T3" fmla="*/ 113 h 18"/>
                  <a:gd name="T4" fmla="*/ 520 w 52"/>
                  <a:gd name="T5" fmla="*/ 63 h 18"/>
                  <a:gd name="T6" fmla="*/ 770 w 52"/>
                  <a:gd name="T7" fmla="*/ 125 h 18"/>
                  <a:gd name="T8" fmla="*/ 813 w 52"/>
                  <a:gd name="T9" fmla="*/ 125 h 18"/>
                  <a:gd name="T10" fmla="*/ 800 w 52"/>
                  <a:gd name="T11" fmla="*/ 83 h 18"/>
                  <a:gd name="T12" fmla="*/ 520 w 52"/>
                  <a:gd name="T13" fmla="*/ 0 h 18"/>
                  <a:gd name="T14" fmla="*/ 220 w 52"/>
                  <a:gd name="T15" fmla="*/ 63 h 18"/>
                  <a:gd name="T16" fmla="*/ 20 w 52"/>
                  <a:gd name="T17" fmla="*/ 238 h 18"/>
                  <a:gd name="T18" fmla="*/ 33 w 52"/>
                  <a:gd name="T19" fmla="*/ 270 h 18"/>
                  <a:gd name="T20" fmla="*/ 63 w 52"/>
                  <a:gd name="T21" fmla="*/ 27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18">
                    <a:moveTo>
                      <a:pt x="4" y="17"/>
                    </a:moveTo>
                    <a:cubicBezTo>
                      <a:pt x="6" y="13"/>
                      <a:pt x="11" y="9"/>
                      <a:pt x="16" y="7"/>
                    </a:cubicBezTo>
                    <a:cubicBezTo>
                      <a:pt x="21" y="5"/>
                      <a:pt x="27" y="4"/>
                      <a:pt x="33" y="4"/>
                    </a:cubicBezTo>
                    <a:cubicBezTo>
                      <a:pt x="39" y="4"/>
                      <a:pt x="45" y="5"/>
                      <a:pt x="49" y="8"/>
                    </a:cubicBezTo>
                    <a:cubicBezTo>
                      <a:pt x="50" y="9"/>
                      <a:pt x="51" y="9"/>
                      <a:pt x="52" y="8"/>
                    </a:cubicBezTo>
                    <a:cubicBezTo>
                      <a:pt x="52" y="7"/>
                      <a:pt x="52" y="6"/>
                      <a:pt x="51" y="5"/>
                    </a:cubicBezTo>
                    <a:cubicBezTo>
                      <a:pt x="47" y="2"/>
                      <a:pt x="40" y="0"/>
                      <a:pt x="33" y="0"/>
                    </a:cubicBezTo>
                    <a:cubicBezTo>
                      <a:pt x="27" y="0"/>
                      <a:pt x="20" y="1"/>
                      <a:pt x="14" y="4"/>
                    </a:cubicBezTo>
                    <a:cubicBezTo>
                      <a:pt x="9" y="6"/>
                      <a:pt x="4" y="10"/>
                      <a:pt x="1" y="15"/>
                    </a:cubicBezTo>
                    <a:cubicBezTo>
                      <a:pt x="0" y="16"/>
                      <a:pt x="1" y="17"/>
                      <a:pt x="2" y="17"/>
                    </a:cubicBezTo>
                    <a:cubicBezTo>
                      <a:pt x="2" y="18"/>
                      <a:pt x="4" y="17"/>
                      <a:pt x="4" y="17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6" name="Freeform 44">
                <a:extLst>
                  <a:ext uri="{FF2B5EF4-FFF2-40B4-BE49-F238E27FC236}">
                    <a16:creationId xmlns:a16="http://schemas.microsoft.com/office/drawing/2014/main" id="{A0F0487A-8FAC-4F49-882A-A58862BEF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890"/>
                <a:ext cx="120" cy="113"/>
              </a:xfrm>
              <a:custGeom>
                <a:avLst/>
                <a:gdLst>
                  <a:gd name="T0" fmla="*/ 50 w 48"/>
                  <a:gd name="T1" fmla="*/ 146 h 45"/>
                  <a:gd name="T2" fmla="*/ 270 w 48"/>
                  <a:gd name="T3" fmla="*/ 63 h 45"/>
                  <a:gd name="T4" fmla="*/ 563 w 48"/>
                  <a:gd name="T5" fmla="*/ 251 h 45"/>
                  <a:gd name="T6" fmla="*/ 688 w 48"/>
                  <a:gd name="T7" fmla="*/ 630 h 45"/>
                  <a:gd name="T8" fmla="*/ 688 w 48"/>
                  <a:gd name="T9" fmla="*/ 663 h 45"/>
                  <a:gd name="T10" fmla="*/ 720 w 48"/>
                  <a:gd name="T11" fmla="*/ 693 h 45"/>
                  <a:gd name="T12" fmla="*/ 750 w 48"/>
                  <a:gd name="T13" fmla="*/ 681 h 45"/>
                  <a:gd name="T14" fmla="*/ 750 w 48"/>
                  <a:gd name="T15" fmla="*/ 630 h 45"/>
                  <a:gd name="T16" fmla="*/ 613 w 48"/>
                  <a:gd name="T17" fmla="*/ 208 h 45"/>
                  <a:gd name="T18" fmla="*/ 270 w 48"/>
                  <a:gd name="T19" fmla="*/ 0 h 45"/>
                  <a:gd name="T20" fmla="*/ 20 w 48"/>
                  <a:gd name="T21" fmla="*/ 83 h 45"/>
                  <a:gd name="T22" fmla="*/ 0 w 48"/>
                  <a:gd name="T23" fmla="*/ 126 h 45"/>
                  <a:gd name="T24" fmla="*/ 50 w 48"/>
                  <a:gd name="T25" fmla="*/ 146 h 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45">
                    <a:moveTo>
                      <a:pt x="3" y="9"/>
                    </a:moveTo>
                    <a:cubicBezTo>
                      <a:pt x="8" y="5"/>
                      <a:pt x="12" y="4"/>
                      <a:pt x="17" y="4"/>
                    </a:cubicBezTo>
                    <a:cubicBezTo>
                      <a:pt x="24" y="4"/>
                      <a:pt x="31" y="9"/>
                      <a:pt x="36" y="16"/>
                    </a:cubicBezTo>
                    <a:cubicBezTo>
                      <a:pt x="41" y="23"/>
                      <a:pt x="44" y="32"/>
                      <a:pt x="44" y="40"/>
                    </a:cubicBezTo>
                    <a:cubicBezTo>
                      <a:pt x="44" y="41"/>
                      <a:pt x="44" y="42"/>
                      <a:pt x="44" y="42"/>
                    </a:cubicBezTo>
                    <a:cubicBezTo>
                      <a:pt x="44" y="43"/>
                      <a:pt x="45" y="44"/>
                      <a:pt x="46" y="44"/>
                    </a:cubicBezTo>
                    <a:cubicBezTo>
                      <a:pt x="47" y="45"/>
                      <a:pt x="48" y="44"/>
                      <a:pt x="48" y="43"/>
                    </a:cubicBezTo>
                    <a:cubicBezTo>
                      <a:pt x="48" y="42"/>
                      <a:pt x="48" y="41"/>
                      <a:pt x="48" y="40"/>
                    </a:cubicBezTo>
                    <a:cubicBezTo>
                      <a:pt x="48" y="31"/>
                      <a:pt x="45" y="21"/>
                      <a:pt x="39" y="13"/>
                    </a:cubicBezTo>
                    <a:cubicBezTo>
                      <a:pt x="34" y="6"/>
                      <a:pt x="26" y="0"/>
                      <a:pt x="17" y="0"/>
                    </a:cubicBezTo>
                    <a:cubicBezTo>
                      <a:pt x="11" y="0"/>
                      <a:pt x="6" y="2"/>
                      <a:pt x="1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9"/>
                      <a:pt x="2" y="9"/>
                      <a:pt x="3" y="9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7" name="Freeform 45">
                <a:extLst>
                  <a:ext uri="{FF2B5EF4-FFF2-40B4-BE49-F238E27FC236}">
                    <a16:creationId xmlns:a16="http://schemas.microsoft.com/office/drawing/2014/main" id="{C6EBBAB2-31F4-4262-8C25-F25EF0199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943"/>
                <a:ext cx="48" cy="117"/>
              </a:xfrm>
              <a:custGeom>
                <a:avLst/>
                <a:gdLst>
                  <a:gd name="T0" fmla="*/ 255 w 19"/>
                  <a:gd name="T1" fmla="*/ 0 h 47"/>
                  <a:gd name="T2" fmla="*/ 63 w 19"/>
                  <a:gd name="T3" fmla="*/ 154 h 47"/>
                  <a:gd name="T4" fmla="*/ 0 w 19"/>
                  <a:gd name="T5" fmla="*/ 383 h 47"/>
                  <a:gd name="T6" fmla="*/ 96 w 19"/>
                  <a:gd name="T7" fmla="*/ 712 h 47"/>
                  <a:gd name="T8" fmla="*/ 147 w 19"/>
                  <a:gd name="T9" fmla="*/ 712 h 47"/>
                  <a:gd name="T10" fmla="*/ 147 w 19"/>
                  <a:gd name="T11" fmla="*/ 662 h 47"/>
                  <a:gd name="T12" fmla="*/ 63 w 19"/>
                  <a:gd name="T13" fmla="*/ 383 h 47"/>
                  <a:gd name="T14" fmla="*/ 114 w 19"/>
                  <a:gd name="T15" fmla="*/ 187 h 47"/>
                  <a:gd name="T16" fmla="*/ 275 w 19"/>
                  <a:gd name="T17" fmla="*/ 62 h 47"/>
                  <a:gd name="T18" fmla="*/ 288 w 19"/>
                  <a:gd name="T19" fmla="*/ 12 h 47"/>
                  <a:gd name="T20" fmla="*/ 255 w 19"/>
                  <a:gd name="T21" fmla="*/ 0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47">
                    <a:moveTo>
                      <a:pt x="16" y="0"/>
                    </a:moveTo>
                    <a:cubicBezTo>
                      <a:pt x="10" y="1"/>
                      <a:pt x="6" y="5"/>
                      <a:pt x="4" y="10"/>
                    </a:cubicBezTo>
                    <a:cubicBezTo>
                      <a:pt x="1" y="14"/>
                      <a:pt x="0" y="20"/>
                      <a:pt x="0" y="25"/>
                    </a:cubicBezTo>
                    <a:cubicBezTo>
                      <a:pt x="0" y="33"/>
                      <a:pt x="2" y="40"/>
                      <a:pt x="6" y="46"/>
                    </a:cubicBezTo>
                    <a:cubicBezTo>
                      <a:pt x="6" y="46"/>
                      <a:pt x="8" y="47"/>
                      <a:pt x="9" y="46"/>
                    </a:cubicBezTo>
                    <a:cubicBezTo>
                      <a:pt x="10" y="45"/>
                      <a:pt x="10" y="44"/>
                      <a:pt x="9" y="43"/>
                    </a:cubicBezTo>
                    <a:cubicBezTo>
                      <a:pt x="6" y="39"/>
                      <a:pt x="4" y="32"/>
                      <a:pt x="4" y="25"/>
                    </a:cubicBezTo>
                    <a:cubicBezTo>
                      <a:pt x="4" y="20"/>
                      <a:pt x="5" y="15"/>
                      <a:pt x="7" y="12"/>
                    </a:cubicBezTo>
                    <a:cubicBezTo>
                      <a:pt x="9" y="8"/>
                      <a:pt x="12" y="5"/>
                      <a:pt x="17" y="4"/>
                    </a:cubicBezTo>
                    <a:cubicBezTo>
                      <a:pt x="18" y="4"/>
                      <a:pt x="19" y="3"/>
                      <a:pt x="18" y="1"/>
                    </a:cubicBezTo>
                    <a:cubicBezTo>
                      <a:pt x="18" y="0"/>
                      <a:pt x="17" y="0"/>
                      <a:pt x="16" y="0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8" name="Freeform 46">
                <a:extLst>
                  <a:ext uri="{FF2B5EF4-FFF2-40B4-BE49-F238E27FC236}">
                    <a16:creationId xmlns:a16="http://schemas.microsoft.com/office/drawing/2014/main" id="{C03FA8C7-E6E9-4695-8ADC-D2BC3C30C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933"/>
                <a:ext cx="85" cy="112"/>
              </a:xfrm>
              <a:custGeom>
                <a:avLst/>
                <a:gdLst>
                  <a:gd name="T0" fmla="*/ 33 w 34"/>
                  <a:gd name="T1" fmla="*/ 62 h 45"/>
                  <a:gd name="T2" fmla="*/ 83 w 34"/>
                  <a:gd name="T3" fmla="*/ 62 h 45"/>
                  <a:gd name="T4" fmla="*/ 250 w 34"/>
                  <a:gd name="T5" fmla="*/ 124 h 45"/>
                  <a:gd name="T6" fmla="*/ 425 w 34"/>
                  <a:gd name="T7" fmla="*/ 341 h 45"/>
                  <a:gd name="T8" fmla="*/ 470 w 34"/>
                  <a:gd name="T9" fmla="*/ 620 h 45"/>
                  <a:gd name="T10" fmla="*/ 470 w 34"/>
                  <a:gd name="T11" fmla="*/ 662 h 45"/>
                  <a:gd name="T12" fmla="*/ 500 w 34"/>
                  <a:gd name="T13" fmla="*/ 694 h 45"/>
                  <a:gd name="T14" fmla="*/ 533 w 34"/>
                  <a:gd name="T15" fmla="*/ 662 h 45"/>
                  <a:gd name="T16" fmla="*/ 533 w 34"/>
                  <a:gd name="T17" fmla="*/ 620 h 45"/>
                  <a:gd name="T18" fmla="*/ 425 w 34"/>
                  <a:gd name="T19" fmla="*/ 217 h 45"/>
                  <a:gd name="T20" fmla="*/ 283 w 34"/>
                  <a:gd name="T21" fmla="*/ 62 h 45"/>
                  <a:gd name="T22" fmla="*/ 83 w 34"/>
                  <a:gd name="T23" fmla="*/ 0 h 45"/>
                  <a:gd name="T24" fmla="*/ 33 w 34"/>
                  <a:gd name="T25" fmla="*/ 0 h 45"/>
                  <a:gd name="T26" fmla="*/ 0 w 34"/>
                  <a:gd name="T27" fmla="*/ 42 h 45"/>
                  <a:gd name="T28" fmla="*/ 33 w 34"/>
                  <a:gd name="T29" fmla="*/ 62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" h="45">
                    <a:moveTo>
                      <a:pt x="2" y="4"/>
                    </a:moveTo>
                    <a:cubicBezTo>
                      <a:pt x="3" y="4"/>
                      <a:pt x="4" y="4"/>
                      <a:pt x="5" y="4"/>
                    </a:cubicBezTo>
                    <a:cubicBezTo>
                      <a:pt x="9" y="4"/>
                      <a:pt x="13" y="5"/>
                      <a:pt x="16" y="8"/>
                    </a:cubicBezTo>
                    <a:cubicBezTo>
                      <a:pt x="21" y="11"/>
                      <a:pt x="24" y="16"/>
                      <a:pt x="27" y="22"/>
                    </a:cubicBezTo>
                    <a:cubicBezTo>
                      <a:pt x="29" y="27"/>
                      <a:pt x="30" y="34"/>
                      <a:pt x="30" y="40"/>
                    </a:cubicBezTo>
                    <a:cubicBezTo>
                      <a:pt x="30" y="41"/>
                      <a:pt x="30" y="42"/>
                      <a:pt x="30" y="43"/>
                    </a:cubicBezTo>
                    <a:cubicBezTo>
                      <a:pt x="30" y="44"/>
                      <a:pt x="31" y="45"/>
                      <a:pt x="32" y="45"/>
                    </a:cubicBezTo>
                    <a:cubicBezTo>
                      <a:pt x="33" y="45"/>
                      <a:pt x="34" y="44"/>
                      <a:pt x="34" y="43"/>
                    </a:cubicBezTo>
                    <a:cubicBezTo>
                      <a:pt x="34" y="42"/>
                      <a:pt x="34" y="41"/>
                      <a:pt x="34" y="40"/>
                    </a:cubicBezTo>
                    <a:cubicBezTo>
                      <a:pt x="34" y="31"/>
                      <a:pt x="32" y="22"/>
                      <a:pt x="27" y="14"/>
                    </a:cubicBezTo>
                    <a:cubicBezTo>
                      <a:pt x="25" y="10"/>
                      <a:pt x="22" y="7"/>
                      <a:pt x="18" y="4"/>
                    </a:cubicBezTo>
                    <a:cubicBezTo>
                      <a:pt x="15" y="2"/>
                      <a:pt x="10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1" y="5"/>
                      <a:pt x="2" y="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9" name="Freeform 47">
                <a:extLst>
                  <a:ext uri="{FF2B5EF4-FFF2-40B4-BE49-F238E27FC236}">
                    <a16:creationId xmlns:a16="http://schemas.microsoft.com/office/drawing/2014/main" id="{6CF40F83-8154-4E4A-9285-9501FBEE4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013"/>
                <a:ext cx="113" cy="65"/>
              </a:xfrm>
              <a:custGeom>
                <a:avLst/>
                <a:gdLst>
                  <a:gd name="T0" fmla="*/ 0 w 45"/>
                  <a:gd name="T1" fmla="*/ 50 h 26"/>
                  <a:gd name="T2" fmla="*/ 176 w 45"/>
                  <a:gd name="T3" fmla="*/ 313 h 26"/>
                  <a:gd name="T4" fmla="*/ 472 w 45"/>
                  <a:gd name="T5" fmla="*/ 408 h 26"/>
                  <a:gd name="T6" fmla="*/ 681 w 45"/>
                  <a:gd name="T7" fmla="*/ 375 h 26"/>
                  <a:gd name="T8" fmla="*/ 693 w 45"/>
                  <a:gd name="T9" fmla="*/ 333 h 26"/>
                  <a:gd name="T10" fmla="*/ 663 w 45"/>
                  <a:gd name="T11" fmla="*/ 313 h 26"/>
                  <a:gd name="T12" fmla="*/ 472 w 45"/>
                  <a:gd name="T13" fmla="*/ 345 h 26"/>
                  <a:gd name="T14" fmla="*/ 221 w 45"/>
                  <a:gd name="T15" fmla="*/ 270 h 26"/>
                  <a:gd name="T16" fmla="*/ 63 w 45"/>
                  <a:gd name="T17" fmla="*/ 33 h 26"/>
                  <a:gd name="T18" fmla="*/ 20 w 45"/>
                  <a:gd name="T19" fmla="*/ 0 h 26"/>
                  <a:gd name="T20" fmla="*/ 0 w 45"/>
                  <a:gd name="T21" fmla="*/ 50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26">
                    <a:moveTo>
                      <a:pt x="0" y="3"/>
                    </a:moveTo>
                    <a:cubicBezTo>
                      <a:pt x="2" y="10"/>
                      <a:pt x="6" y="16"/>
                      <a:pt x="11" y="20"/>
                    </a:cubicBezTo>
                    <a:cubicBezTo>
                      <a:pt x="17" y="24"/>
                      <a:pt x="23" y="26"/>
                      <a:pt x="30" y="26"/>
                    </a:cubicBezTo>
                    <a:cubicBezTo>
                      <a:pt x="35" y="26"/>
                      <a:pt x="39" y="25"/>
                      <a:pt x="43" y="24"/>
                    </a:cubicBezTo>
                    <a:cubicBezTo>
                      <a:pt x="44" y="23"/>
                      <a:pt x="45" y="22"/>
                      <a:pt x="44" y="21"/>
                    </a:cubicBezTo>
                    <a:cubicBezTo>
                      <a:pt x="44" y="20"/>
                      <a:pt x="43" y="19"/>
                      <a:pt x="42" y="20"/>
                    </a:cubicBezTo>
                    <a:cubicBezTo>
                      <a:pt x="38" y="21"/>
                      <a:pt x="34" y="22"/>
                      <a:pt x="30" y="22"/>
                    </a:cubicBezTo>
                    <a:cubicBezTo>
                      <a:pt x="24" y="22"/>
                      <a:pt x="18" y="20"/>
                      <a:pt x="14" y="17"/>
                    </a:cubicBezTo>
                    <a:cubicBezTo>
                      <a:pt x="9" y="13"/>
                      <a:pt x="5" y="8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0" name="Freeform 48">
                <a:extLst>
                  <a:ext uri="{FF2B5EF4-FFF2-40B4-BE49-F238E27FC236}">
                    <a16:creationId xmlns:a16="http://schemas.microsoft.com/office/drawing/2014/main" id="{59A0F0F2-F932-4CC9-B1A6-8ED216E0A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943"/>
                <a:ext cx="98" cy="42"/>
              </a:xfrm>
              <a:custGeom>
                <a:avLst/>
                <a:gdLst>
                  <a:gd name="T0" fmla="*/ 63 w 39"/>
                  <a:gd name="T1" fmla="*/ 225 h 17"/>
                  <a:gd name="T2" fmla="*/ 221 w 39"/>
                  <a:gd name="T3" fmla="*/ 104 h 17"/>
                  <a:gd name="T4" fmla="*/ 410 w 39"/>
                  <a:gd name="T5" fmla="*/ 62 h 17"/>
                  <a:gd name="T6" fmla="*/ 493 w 39"/>
                  <a:gd name="T7" fmla="*/ 74 h 17"/>
                  <a:gd name="T8" fmla="*/ 555 w 39"/>
                  <a:gd name="T9" fmla="*/ 121 h 17"/>
                  <a:gd name="T10" fmla="*/ 588 w 39"/>
                  <a:gd name="T11" fmla="*/ 133 h 17"/>
                  <a:gd name="T12" fmla="*/ 601 w 39"/>
                  <a:gd name="T13" fmla="*/ 91 h 17"/>
                  <a:gd name="T14" fmla="*/ 525 w 39"/>
                  <a:gd name="T15" fmla="*/ 12 h 17"/>
                  <a:gd name="T16" fmla="*/ 410 w 39"/>
                  <a:gd name="T17" fmla="*/ 0 h 17"/>
                  <a:gd name="T18" fmla="*/ 188 w 39"/>
                  <a:gd name="T19" fmla="*/ 62 h 17"/>
                  <a:gd name="T20" fmla="*/ 20 w 39"/>
                  <a:gd name="T21" fmla="*/ 195 h 17"/>
                  <a:gd name="T22" fmla="*/ 33 w 39"/>
                  <a:gd name="T23" fmla="*/ 245 h 17"/>
                  <a:gd name="T24" fmla="*/ 63 w 39"/>
                  <a:gd name="T25" fmla="*/ 225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17">
                    <a:moveTo>
                      <a:pt x="4" y="15"/>
                    </a:moveTo>
                    <a:cubicBezTo>
                      <a:pt x="6" y="13"/>
                      <a:pt x="10" y="10"/>
                      <a:pt x="14" y="7"/>
                    </a:cubicBezTo>
                    <a:cubicBezTo>
                      <a:pt x="18" y="5"/>
                      <a:pt x="23" y="4"/>
                      <a:pt x="26" y="4"/>
                    </a:cubicBezTo>
                    <a:cubicBezTo>
                      <a:pt x="28" y="4"/>
                      <a:pt x="30" y="4"/>
                      <a:pt x="31" y="5"/>
                    </a:cubicBezTo>
                    <a:cubicBezTo>
                      <a:pt x="33" y="5"/>
                      <a:pt x="34" y="6"/>
                      <a:pt x="35" y="8"/>
                    </a:cubicBezTo>
                    <a:cubicBezTo>
                      <a:pt x="35" y="9"/>
                      <a:pt x="36" y="10"/>
                      <a:pt x="37" y="9"/>
                    </a:cubicBezTo>
                    <a:cubicBezTo>
                      <a:pt x="38" y="9"/>
                      <a:pt x="39" y="7"/>
                      <a:pt x="38" y="6"/>
                    </a:cubicBezTo>
                    <a:cubicBezTo>
                      <a:pt x="37" y="4"/>
                      <a:pt x="35" y="2"/>
                      <a:pt x="33" y="1"/>
                    </a:cubicBezTo>
                    <a:cubicBezTo>
                      <a:pt x="31" y="0"/>
                      <a:pt x="29" y="0"/>
                      <a:pt x="26" y="0"/>
                    </a:cubicBezTo>
                    <a:cubicBezTo>
                      <a:pt x="22" y="0"/>
                      <a:pt x="16" y="1"/>
                      <a:pt x="12" y="4"/>
                    </a:cubicBezTo>
                    <a:cubicBezTo>
                      <a:pt x="7" y="6"/>
                      <a:pt x="3" y="10"/>
                      <a:pt x="1" y="13"/>
                    </a:cubicBezTo>
                    <a:cubicBezTo>
                      <a:pt x="0" y="14"/>
                      <a:pt x="1" y="15"/>
                      <a:pt x="2" y="16"/>
                    </a:cubicBezTo>
                    <a:cubicBezTo>
                      <a:pt x="3" y="17"/>
                      <a:pt x="4" y="16"/>
                      <a:pt x="4" y="15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1" name="Freeform 49">
                <a:extLst>
                  <a:ext uri="{FF2B5EF4-FFF2-40B4-BE49-F238E27FC236}">
                    <a16:creationId xmlns:a16="http://schemas.microsoft.com/office/drawing/2014/main" id="{788AE8BA-04A2-432C-9822-FAA502346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943"/>
                <a:ext cx="110" cy="60"/>
              </a:xfrm>
              <a:custGeom>
                <a:avLst/>
                <a:gdLst>
                  <a:gd name="T0" fmla="*/ 675 w 44"/>
                  <a:gd name="T1" fmla="*/ 333 h 24"/>
                  <a:gd name="T2" fmla="*/ 520 w 44"/>
                  <a:gd name="T3" fmla="*/ 95 h 24"/>
                  <a:gd name="T4" fmla="*/ 250 w 44"/>
                  <a:gd name="T5" fmla="*/ 0 h 24"/>
                  <a:gd name="T6" fmla="*/ 33 w 44"/>
                  <a:gd name="T7" fmla="*/ 63 h 24"/>
                  <a:gd name="T8" fmla="*/ 20 w 44"/>
                  <a:gd name="T9" fmla="*/ 95 h 24"/>
                  <a:gd name="T10" fmla="*/ 50 w 44"/>
                  <a:gd name="T11" fmla="*/ 113 h 24"/>
                  <a:gd name="T12" fmla="*/ 250 w 44"/>
                  <a:gd name="T13" fmla="*/ 63 h 24"/>
                  <a:gd name="T14" fmla="*/ 488 w 44"/>
                  <a:gd name="T15" fmla="*/ 145 h 24"/>
                  <a:gd name="T16" fmla="*/ 613 w 44"/>
                  <a:gd name="T17" fmla="*/ 345 h 24"/>
                  <a:gd name="T18" fmla="*/ 658 w 44"/>
                  <a:gd name="T19" fmla="*/ 363 h 24"/>
                  <a:gd name="T20" fmla="*/ 675 w 44"/>
                  <a:gd name="T21" fmla="*/ 333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24">
                    <a:moveTo>
                      <a:pt x="43" y="21"/>
                    </a:moveTo>
                    <a:cubicBezTo>
                      <a:pt x="42" y="14"/>
                      <a:pt x="38" y="9"/>
                      <a:pt x="33" y="6"/>
                    </a:cubicBezTo>
                    <a:cubicBezTo>
                      <a:pt x="28" y="2"/>
                      <a:pt x="22" y="0"/>
                      <a:pt x="16" y="0"/>
                    </a:cubicBezTo>
                    <a:cubicBezTo>
                      <a:pt x="11" y="0"/>
                      <a:pt x="6" y="2"/>
                      <a:pt x="2" y="4"/>
                    </a:cubicBezTo>
                    <a:cubicBezTo>
                      <a:pt x="1" y="4"/>
                      <a:pt x="0" y="5"/>
                      <a:pt x="1" y="6"/>
                    </a:cubicBezTo>
                    <a:cubicBezTo>
                      <a:pt x="1" y="7"/>
                      <a:pt x="2" y="8"/>
                      <a:pt x="3" y="7"/>
                    </a:cubicBezTo>
                    <a:cubicBezTo>
                      <a:pt x="7" y="5"/>
                      <a:pt x="12" y="4"/>
                      <a:pt x="16" y="4"/>
                    </a:cubicBezTo>
                    <a:cubicBezTo>
                      <a:pt x="21" y="4"/>
                      <a:pt x="27" y="6"/>
                      <a:pt x="31" y="9"/>
                    </a:cubicBezTo>
                    <a:cubicBezTo>
                      <a:pt x="35" y="12"/>
                      <a:pt x="38" y="16"/>
                      <a:pt x="39" y="22"/>
                    </a:cubicBezTo>
                    <a:cubicBezTo>
                      <a:pt x="40" y="23"/>
                      <a:pt x="41" y="24"/>
                      <a:pt x="42" y="23"/>
                    </a:cubicBezTo>
                    <a:cubicBezTo>
                      <a:pt x="43" y="23"/>
                      <a:pt x="44" y="22"/>
                      <a:pt x="43" y="21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2" name="Freeform 50">
                <a:extLst>
                  <a:ext uri="{FF2B5EF4-FFF2-40B4-BE49-F238E27FC236}">
                    <a16:creationId xmlns:a16="http://schemas.microsoft.com/office/drawing/2014/main" id="{6716C4D2-D56C-4564-BD12-7B74886C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878"/>
                <a:ext cx="50" cy="35"/>
              </a:xfrm>
              <a:custGeom>
                <a:avLst/>
                <a:gdLst>
                  <a:gd name="T0" fmla="*/ 63 w 20"/>
                  <a:gd name="T1" fmla="*/ 188 h 14"/>
                  <a:gd name="T2" fmla="*/ 63 w 20"/>
                  <a:gd name="T3" fmla="*/ 188 h 14"/>
                  <a:gd name="T4" fmla="*/ 63 w 20"/>
                  <a:gd name="T5" fmla="*/ 158 h 14"/>
                  <a:gd name="T6" fmla="*/ 125 w 20"/>
                  <a:gd name="T7" fmla="*/ 95 h 14"/>
                  <a:gd name="T8" fmla="*/ 208 w 20"/>
                  <a:gd name="T9" fmla="*/ 63 h 14"/>
                  <a:gd name="T10" fmla="*/ 250 w 20"/>
                  <a:gd name="T11" fmla="*/ 83 h 14"/>
                  <a:gd name="T12" fmla="*/ 300 w 20"/>
                  <a:gd name="T13" fmla="*/ 63 h 14"/>
                  <a:gd name="T14" fmla="*/ 300 w 20"/>
                  <a:gd name="T15" fmla="*/ 33 h 14"/>
                  <a:gd name="T16" fmla="*/ 208 w 20"/>
                  <a:gd name="T17" fmla="*/ 0 h 14"/>
                  <a:gd name="T18" fmla="*/ 63 w 20"/>
                  <a:gd name="T19" fmla="*/ 63 h 14"/>
                  <a:gd name="T20" fmla="*/ 20 w 20"/>
                  <a:gd name="T21" fmla="*/ 125 h 14"/>
                  <a:gd name="T22" fmla="*/ 0 w 20"/>
                  <a:gd name="T23" fmla="*/ 188 h 14"/>
                  <a:gd name="T24" fmla="*/ 0 w 20"/>
                  <a:gd name="T25" fmla="*/ 188 h 14"/>
                  <a:gd name="T26" fmla="*/ 33 w 20"/>
                  <a:gd name="T27" fmla="*/ 220 h 14"/>
                  <a:gd name="T28" fmla="*/ 63 w 20"/>
                  <a:gd name="T29" fmla="*/ 188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" h="14">
                    <a:moveTo>
                      <a:pt x="4" y="12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5" y="8"/>
                      <a:pt x="6" y="7"/>
                      <a:pt x="8" y="6"/>
                    </a:cubicBezTo>
                    <a:cubicBezTo>
                      <a:pt x="9" y="4"/>
                      <a:pt x="11" y="4"/>
                      <a:pt x="13" y="4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7" y="6"/>
                      <a:pt x="19" y="5"/>
                      <a:pt x="19" y="4"/>
                    </a:cubicBezTo>
                    <a:cubicBezTo>
                      <a:pt x="20" y="3"/>
                      <a:pt x="20" y="2"/>
                      <a:pt x="19" y="2"/>
                    </a:cubicBezTo>
                    <a:cubicBezTo>
                      <a:pt x="17" y="0"/>
                      <a:pt x="15" y="0"/>
                      <a:pt x="13" y="0"/>
                    </a:cubicBezTo>
                    <a:cubicBezTo>
                      <a:pt x="9" y="0"/>
                      <a:pt x="6" y="2"/>
                      <a:pt x="4" y="4"/>
                    </a:cubicBezTo>
                    <a:cubicBezTo>
                      <a:pt x="2" y="5"/>
                      <a:pt x="1" y="7"/>
                      <a:pt x="1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1" y="14"/>
                      <a:pt x="2" y="14"/>
                    </a:cubicBezTo>
                    <a:cubicBezTo>
                      <a:pt x="3" y="14"/>
                      <a:pt x="4" y="13"/>
                      <a:pt x="4" y="12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3" name="Freeform 51">
                <a:extLst>
                  <a:ext uri="{FF2B5EF4-FFF2-40B4-BE49-F238E27FC236}">
                    <a16:creationId xmlns:a16="http://schemas.microsoft.com/office/drawing/2014/main" id="{38573359-387D-48AC-890B-9D3D3889B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995"/>
                <a:ext cx="82" cy="83"/>
              </a:xfrm>
              <a:custGeom>
                <a:avLst/>
                <a:gdLst>
                  <a:gd name="T0" fmla="*/ 30 w 33"/>
                  <a:gd name="T1" fmla="*/ 20 h 33"/>
                  <a:gd name="T2" fmla="*/ 0 w 33"/>
                  <a:gd name="T3" fmla="*/ 189 h 33"/>
                  <a:gd name="T4" fmla="*/ 137 w 33"/>
                  <a:gd name="T5" fmla="*/ 430 h 33"/>
                  <a:gd name="T6" fmla="*/ 432 w 33"/>
                  <a:gd name="T7" fmla="*/ 526 h 33"/>
                  <a:gd name="T8" fmla="*/ 475 w 33"/>
                  <a:gd name="T9" fmla="*/ 506 h 33"/>
                  <a:gd name="T10" fmla="*/ 494 w 33"/>
                  <a:gd name="T11" fmla="*/ 475 h 33"/>
                  <a:gd name="T12" fmla="*/ 462 w 33"/>
                  <a:gd name="T13" fmla="*/ 443 h 33"/>
                  <a:gd name="T14" fmla="*/ 432 w 33"/>
                  <a:gd name="T15" fmla="*/ 463 h 33"/>
                  <a:gd name="T16" fmla="*/ 166 w 33"/>
                  <a:gd name="T17" fmla="*/ 380 h 33"/>
                  <a:gd name="T18" fmla="*/ 62 w 33"/>
                  <a:gd name="T19" fmla="*/ 189 h 33"/>
                  <a:gd name="T20" fmla="*/ 92 w 33"/>
                  <a:gd name="T21" fmla="*/ 50 h 33"/>
                  <a:gd name="T22" fmla="*/ 75 w 33"/>
                  <a:gd name="T23" fmla="*/ 0 h 33"/>
                  <a:gd name="T24" fmla="*/ 30 w 33"/>
                  <a:gd name="T25" fmla="*/ 20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33">
                    <a:moveTo>
                      <a:pt x="2" y="1"/>
                    </a:moveTo>
                    <a:cubicBezTo>
                      <a:pt x="1" y="5"/>
                      <a:pt x="0" y="9"/>
                      <a:pt x="0" y="12"/>
                    </a:cubicBezTo>
                    <a:cubicBezTo>
                      <a:pt x="0" y="19"/>
                      <a:pt x="3" y="24"/>
                      <a:pt x="9" y="27"/>
                    </a:cubicBezTo>
                    <a:cubicBezTo>
                      <a:pt x="14" y="31"/>
                      <a:pt x="21" y="33"/>
                      <a:pt x="28" y="33"/>
                    </a:cubicBezTo>
                    <a:cubicBezTo>
                      <a:pt x="29" y="33"/>
                      <a:pt x="30" y="32"/>
                      <a:pt x="31" y="32"/>
                    </a:cubicBezTo>
                    <a:cubicBezTo>
                      <a:pt x="32" y="32"/>
                      <a:pt x="33" y="31"/>
                      <a:pt x="32" y="30"/>
                    </a:cubicBezTo>
                    <a:cubicBezTo>
                      <a:pt x="32" y="29"/>
                      <a:pt x="31" y="28"/>
                      <a:pt x="30" y="28"/>
                    </a:cubicBezTo>
                    <a:cubicBezTo>
                      <a:pt x="30" y="28"/>
                      <a:pt x="29" y="29"/>
                      <a:pt x="28" y="29"/>
                    </a:cubicBezTo>
                    <a:cubicBezTo>
                      <a:pt x="22" y="29"/>
                      <a:pt x="15" y="27"/>
                      <a:pt x="11" y="24"/>
                    </a:cubicBezTo>
                    <a:cubicBezTo>
                      <a:pt x="7" y="21"/>
                      <a:pt x="4" y="17"/>
                      <a:pt x="4" y="12"/>
                    </a:cubicBezTo>
                    <a:cubicBezTo>
                      <a:pt x="4" y="9"/>
                      <a:pt x="4" y="6"/>
                      <a:pt x="6" y="3"/>
                    </a:cubicBezTo>
                    <a:cubicBezTo>
                      <a:pt x="6" y="2"/>
                      <a:pt x="6" y="1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4" name="Freeform 52">
                <a:extLst>
                  <a:ext uri="{FF2B5EF4-FFF2-40B4-BE49-F238E27FC236}">
                    <a16:creationId xmlns:a16="http://schemas.microsoft.com/office/drawing/2014/main" id="{3B3D2C86-57A0-482F-90CA-935D122DB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965"/>
                <a:ext cx="75" cy="135"/>
              </a:xfrm>
              <a:custGeom>
                <a:avLst/>
                <a:gdLst>
                  <a:gd name="T0" fmla="*/ 33 w 30"/>
                  <a:gd name="T1" fmla="*/ 63 h 54"/>
                  <a:gd name="T2" fmla="*/ 33 w 30"/>
                  <a:gd name="T3" fmla="*/ 63 h 54"/>
                  <a:gd name="T4" fmla="*/ 300 w 30"/>
                  <a:gd name="T5" fmla="*/ 220 h 54"/>
                  <a:gd name="T6" fmla="*/ 408 w 30"/>
                  <a:gd name="T7" fmla="*/ 550 h 54"/>
                  <a:gd name="T8" fmla="*/ 313 w 30"/>
                  <a:gd name="T9" fmla="*/ 783 h 54"/>
                  <a:gd name="T10" fmla="*/ 313 w 30"/>
                  <a:gd name="T11" fmla="*/ 833 h 54"/>
                  <a:gd name="T12" fmla="*/ 363 w 30"/>
                  <a:gd name="T13" fmla="*/ 833 h 54"/>
                  <a:gd name="T14" fmla="*/ 470 w 30"/>
                  <a:gd name="T15" fmla="*/ 550 h 54"/>
                  <a:gd name="T16" fmla="*/ 345 w 30"/>
                  <a:gd name="T17" fmla="*/ 188 h 54"/>
                  <a:gd name="T18" fmla="*/ 33 w 30"/>
                  <a:gd name="T19" fmla="*/ 0 h 54"/>
                  <a:gd name="T20" fmla="*/ 33 w 30"/>
                  <a:gd name="T21" fmla="*/ 0 h 54"/>
                  <a:gd name="T22" fmla="*/ 0 w 30"/>
                  <a:gd name="T23" fmla="*/ 33 h 54"/>
                  <a:gd name="T24" fmla="*/ 33 w 30"/>
                  <a:gd name="T25" fmla="*/ 63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54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8" y="4"/>
                      <a:pt x="14" y="8"/>
                      <a:pt x="19" y="14"/>
                    </a:cubicBezTo>
                    <a:cubicBezTo>
                      <a:pt x="23" y="20"/>
                      <a:pt x="26" y="28"/>
                      <a:pt x="26" y="35"/>
                    </a:cubicBezTo>
                    <a:cubicBezTo>
                      <a:pt x="26" y="41"/>
                      <a:pt x="24" y="46"/>
                      <a:pt x="20" y="50"/>
                    </a:cubicBezTo>
                    <a:cubicBezTo>
                      <a:pt x="19" y="50"/>
                      <a:pt x="19" y="52"/>
                      <a:pt x="20" y="53"/>
                    </a:cubicBezTo>
                    <a:cubicBezTo>
                      <a:pt x="20" y="53"/>
                      <a:pt x="22" y="54"/>
                      <a:pt x="23" y="53"/>
                    </a:cubicBezTo>
                    <a:cubicBezTo>
                      <a:pt x="28" y="48"/>
                      <a:pt x="30" y="42"/>
                      <a:pt x="30" y="35"/>
                    </a:cubicBezTo>
                    <a:cubicBezTo>
                      <a:pt x="30" y="27"/>
                      <a:pt x="27" y="18"/>
                      <a:pt x="22" y="12"/>
                    </a:cubicBezTo>
                    <a:cubicBezTo>
                      <a:pt x="17" y="5"/>
                      <a:pt x="10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5" name="Freeform 53">
                <a:extLst>
                  <a:ext uri="{FF2B5EF4-FFF2-40B4-BE49-F238E27FC236}">
                    <a16:creationId xmlns:a16="http://schemas.microsoft.com/office/drawing/2014/main" id="{9FD897F1-DF47-4A55-9B64-F22EFDA7F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018"/>
                <a:ext cx="35" cy="72"/>
              </a:xfrm>
              <a:custGeom>
                <a:avLst/>
                <a:gdLst>
                  <a:gd name="T0" fmla="*/ 175 w 14"/>
                  <a:gd name="T1" fmla="*/ 0 h 29"/>
                  <a:gd name="T2" fmla="*/ 33 w 14"/>
                  <a:gd name="T3" fmla="*/ 62 h 29"/>
                  <a:gd name="T4" fmla="*/ 0 w 14"/>
                  <a:gd name="T5" fmla="*/ 184 h 29"/>
                  <a:gd name="T6" fmla="*/ 145 w 14"/>
                  <a:gd name="T7" fmla="*/ 432 h 29"/>
                  <a:gd name="T8" fmla="*/ 188 w 14"/>
                  <a:gd name="T9" fmla="*/ 432 h 29"/>
                  <a:gd name="T10" fmla="*/ 175 w 14"/>
                  <a:gd name="T11" fmla="*/ 382 h 29"/>
                  <a:gd name="T12" fmla="*/ 63 w 14"/>
                  <a:gd name="T13" fmla="*/ 184 h 29"/>
                  <a:gd name="T14" fmla="*/ 83 w 14"/>
                  <a:gd name="T15" fmla="*/ 104 h 29"/>
                  <a:gd name="T16" fmla="*/ 188 w 14"/>
                  <a:gd name="T17" fmla="*/ 62 h 29"/>
                  <a:gd name="T18" fmla="*/ 220 w 14"/>
                  <a:gd name="T19" fmla="*/ 30 h 29"/>
                  <a:gd name="T20" fmla="*/ 175 w 14"/>
                  <a:gd name="T21" fmla="*/ 0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29">
                    <a:moveTo>
                      <a:pt x="11" y="0"/>
                    </a:moveTo>
                    <a:cubicBezTo>
                      <a:pt x="7" y="1"/>
                      <a:pt x="4" y="2"/>
                      <a:pt x="2" y="4"/>
                    </a:cubicBezTo>
                    <a:cubicBezTo>
                      <a:pt x="0" y="7"/>
                      <a:pt x="0" y="9"/>
                      <a:pt x="0" y="12"/>
                    </a:cubicBezTo>
                    <a:cubicBezTo>
                      <a:pt x="0" y="18"/>
                      <a:pt x="3" y="24"/>
                      <a:pt x="9" y="28"/>
                    </a:cubicBezTo>
                    <a:cubicBezTo>
                      <a:pt x="10" y="29"/>
                      <a:pt x="11" y="29"/>
                      <a:pt x="12" y="28"/>
                    </a:cubicBezTo>
                    <a:cubicBezTo>
                      <a:pt x="12" y="27"/>
                      <a:pt x="12" y="26"/>
                      <a:pt x="11" y="25"/>
                    </a:cubicBezTo>
                    <a:cubicBezTo>
                      <a:pt x="6" y="22"/>
                      <a:pt x="3" y="16"/>
                      <a:pt x="4" y="12"/>
                    </a:cubicBezTo>
                    <a:cubicBezTo>
                      <a:pt x="4" y="10"/>
                      <a:pt x="4" y="8"/>
                      <a:pt x="5" y="7"/>
                    </a:cubicBezTo>
                    <a:cubicBezTo>
                      <a:pt x="7" y="6"/>
                      <a:pt x="9" y="5"/>
                      <a:pt x="12" y="4"/>
                    </a:cubicBezTo>
                    <a:cubicBezTo>
                      <a:pt x="13" y="4"/>
                      <a:pt x="14" y="3"/>
                      <a:pt x="14" y="2"/>
                    </a:cubicBezTo>
                    <a:cubicBezTo>
                      <a:pt x="14" y="1"/>
                      <a:pt x="13" y="0"/>
                      <a:pt x="11" y="0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6" name="Freeform 54">
                <a:extLst>
                  <a:ext uri="{FF2B5EF4-FFF2-40B4-BE49-F238E27FC236}">
                    <a16:creationId xmlns:a16="http://schemas.microsoft.com/office/drawing/2014/main" id="{D6882862-36A0-4A35-9D85-A13D401D3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965"/>
                <a:ext cx="72" cy="50"/>
              </a:xfrm>
              <a:custGeom>
                <a:avLst/>
                <a:gdLst>
                  <a:gd name="T0" fmla="*/ 62 w 29"/>
                  <a:gd name="T1" fmla="*/ 283 h 20"/>
                  <a:gd name="T2" fmla="*/ 184 w 29"/>
                  <a:gd name="T3" fmla="*/ 125 h 20"/>
                  <a:gd name="T4" fmla="*/ 412 w 29"/>
                  <a:gd name="T5" fmla="*/ 63 h 20"/>
                  <a:gd name="T6" fmla="*/ 444 w 29"/>
                  <a:gd name="T7" fmla="*/ 33 h 20"/>
                  <a:gd name="T8" fmla="*/ 400 w 29"/>
                  <a:gd name="T9" fmla="*/ 0 h 20"/>
                  <a:gd name="T10" fmla="*/ 154 w 29"/>
                  <a:gd name="T11" fmla="*/ 63 h 20"/>
                  <a:gd name="T12" fmla="*/ 0 w 29"/>
                  <a:gd name="T13" fmla="*/ 270 h 20"/>
                  <a:gd name="T14" fmla="*/ 12 w 29"/>
                  <a:gd name="T15" fmla="*/ 313 h 20"/>
                  <a:gd name="T16" fmla="*/ 62 w 29"/>
                  <a:gd name="T17" fmla="*/ 283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0">
                    <a:moveTo>
                      <a:pt x="4" y="18"/>
                    </a:moveTo>
                    <a:cubicBezTo>
                      <a:pt x="5" y="13"/>
                      <a:pt x="8" y="10"/>
                      <a:pt x="12" y="8"/>
                    </a:cubicBezTo>
                    <a:cubicBezTo>
                      <a:pt x="16" y="5"/>
                      <a:pt x="22" y="4"/>
                      <a:pt x="27" y="4"/>
                    </a:cubicBezTo>
                    <a:cubicBezTo>
                      <a:pt x="28" y="4"/>
                      <a:pt x="29" y="3"/>
                      <a:pt x="29" y="2"/>
                    </a:cubicBezTo>
                    <a:cubicBezTo>
                      <a:pt x="28" y="1"/>
                      <a:pt x="27" y="0"/>
                      <a:pt x="26" y="0"/>
                    </a:cubicBezTo>
                    <a:cubicBezTo>
                      <a:pt x="21" y="0"/>
                      <a:pt x="15" y="2"/>
                      <a:pt x="10" y="4"/>
                    </a:cubicBezTo>
                    <a:cubicBezTo>
                      <a:pt x="6" y="7"/>
                      <a:pt x="2" y="11"/>
                      <a:pt x="0" y="17"/>
                    </a:cubicBezTo>
                    <a:cubicBezTo>
                      <a:pt x="0" y="18"/>
                      <a:pt x="0" y="19"/>
                      <a:pt x="1" y="20"/>
                    </a:cubicBezTo>
                    <a:cubicBezTo>
                      <a:pt x="2" y="20"/>
                      <a:pt x="3" y="19"/>
                      <a:pt x="4" y="18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7" name="Freeform 55">
                <a:extLst>
                  <a:ext uri="{FF2B5EF4-FFF2-40B4-BE49-F238E27FC236}">
                    <a16:creationId xmlns:a16="http://schemas.microsoft.com/office/drawing/2014/main" id="{9976F90A-B6CC-4A45-8752-732EF9BEA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035"/>
                <a:ext cx="85" cy="43"/>
              </a:xfrm>
              <a:custGeom>
                <a:avLst/>
                <a:gdLst>
                  <a:gd name="T0" fmla="*/ 520 w 34"/>
                  <a:gd name="T1" fmla="*/ 33 h 17"/>
                  <a:gd name="T2" fmla="*/ 345 w 34"/>
                  <a:gd name="T3" fmla="*/ 0 h 17"/>
                  <a:gd name="T4" fmla="*/ 145 w 34"/>
                  <a:gd name="T5" fmla="*/ 51 h 17"/>
                  <a:gd name="T6" fmla="*/ 0 w 34"/>
                  <a:gd name="T7" fmla="*/ 225 h 17"/>
                  <a:gd name="T8" fmla="*/ 20 w 34"/>
                  <a:gd name="T9" fmla="*/ 255 h 17"/>
                  <a:gd name="T10" fmla="*/ 63 w 34"/>
                  <a:gd name="T11" fmla="*/ 243 h 17"/>
                  <a:gd name="T12" fmla="*/ 175 w 34"/>
                  <a:gd name="T13" fmla="*/ 116 h 17"/>
                  <a:gd name="T14" fmla="*/ 345 w 34"/>
                  <a:gd name="T15" fmla="*/ 63 h 17"/>
                  <a:gd name="T16" fmla="*/ 500 w 34"/>
                  <a:gd name="T17" fmla="*/ 96 h 17"/>
                  <a:gd name="T18" fmla="*/ 533 w 34"/>
                  <a:gd name="T19" fmla="*/ 63 h 17"/>
                  <a:gd name="T20" fmla="*/ 520 w 34"/>
                  <a:gd name="T21" fmla="*/ 33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7">
                    <a:moveTo>
                      <a:pt x="33" y="2"/>
                    </a:moveTo>
                    <a:cubicBezTo>
                      <a:pt x="29" y="1"/>
                      <a:pt x="25" y="0"/>
                      <a:pt x="22" y="0"/>
                    </a:cubicBezTo>
                    <a:cubicBezTo>
                      <a:pt x="17" y="0"/>
                      <a:pt x="13" y="1"/>
                      <a:pt x="9" y="3"/>
                    </a:cubicBezTo>
                    <a:cubicBezTo>
                      <a:pt x="6" y="5"/>
                      <a:pt x="2" y="9"/>
                      <a:pt x="0" y="14"/>
                    </a:cubicBezTo>
                    <a:cubicBezTo>
                      <a:pt x="0" y="15"/>
                      <a:pt x="0" y="16"/>
                      <a:pt x="1" y="16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6" y="11"/>
                      <a:pt x="8" y="8"/>
                      <a:pt x="11" y="7"/>
                    </a:cubicBezTo>
                    <a:cubicBezTo>
                      <a:pt x="14" y="5"/>
                      <a:pt x="18" y="4"/>
                      <a:pt x="22" y="4"/>
                    </a:cubicBezTo>
                    <a:cubicBezTo>
                      <a:pt x="25" y="4"/>
                      <a:pt x="28" y="5"/>
                      <a:pt x="32" y="6"/>
                    </a:cubicBezTo>
                    <a:cubicBezTo>
                      <a:pt x="33" y="6"/>
                      <a:pt x="34" y="5"/>
                      <a:pt x="34" y="4"/>
                    </a:cubicBezTo>
                    <a:cubicBezTo>
                      <a:pt x="34" y="3"/>
                      <a:pt x="34" y="2"/>
                      <a:pt x="33" y="2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8" name="Freeform 56">
                <a:extLst>
                  <a:ext uri="{FF2B5EF4-FFF2-40B4-BE49-F238E27FC236}">
                    <a16:creationId xmlns:a16="http://schemas.microsoft.com/office/drawing/2014/main" id="{056AB6E7-B302-47D8-B11F-AE259EF20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18"/>
                <a:ext cx="45" cy="77"/>
              </a:xfrm>
              <a:custGeom>
                <a:avLst/>
                <a:gdLst>
                  <a:gd name="T0" fmla="*/ 113 w 18"/>
                  <a:gd name="T1" fmla="*/ 0 h 31"/>
                  <a:gd name="T2" fmla="*/ 113 w 18"/>
                  <a:gd name="T3" fmla="*/ 0 h 31"/>
                  <a:gd name="T4" fmla="*/ 33 w 18"/>
                  <a:gd name="T5" fmla="*/ 42 h 31"/>
                  <a:gd name="T6" fmla="*/ 0 w 18"/>
                  <a:gd name="T7" fmla="*/ 137 h 31"/>
                  <a:gd name="T8" fmla="*/ 63 w 18"/>
                  <a:gd name="T9" fmla="*/ 320 h 31"/>
                  <a:gd name="T10" fmla="*/ 250 w 18"/>
                  <a:gd name="T11" fmla="*/ 462 h 31"/>
                  <a:gd name="T12" fmla="*/ 283 w 18"/>
                  <a:gd name="T13" fmla="*/ 445 h 31"/>
                  <a:gd name="T14" fmla="*/ 270 w 18"/>
                  <a:gd name="T15" fmla="*/ 412 h 31"/>
                  <a:gd name="T16" fmla="*/ 125 w 18"/>
                  <a:gd name="T17" fmla="*/ 291 h 31"/>
                  <a:gd name="T18" fmla="*/ 63 w 18"/>
                  <a:gd name="T19" fmla="*/ 137 h 31"/>
                  <a:gd name="T20" fmla="*/ 83 w 18"/>
                  <a:gd name="T21" fmla="*/ 75 h 31"/>
                  <a:gd name="T22" fmla="*/ 113 w 18"/>
                  <a:gd name="T23" fmla="*/ 62 h 31"/>
                  <a:gd name="T24" fmla="*/ 113 w 18"/>
                  <a:gd name="T25" fmla="*/ 62 h 31"/>
                  <a:gd name="T26" fmla="*/ 145 w 18"/>
                  <a:gd name="T27" fmla="*/ 30 h 31"/>
                  <a:gd name="T28" fmla="*/ 113 w 18"/>
                  <a:gd name="T29" fmla="*/ 0 h 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" h="3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3" y="1"/>
                      <a:pt x="2" y="3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0" y="13"/>
                      <a:pt x="2" y="17"/>
                      <a:pt x="4" y="21"/>
                    </a:cubicBezTo>
                    <a:cubicBezTo>
                      <a:pt x="7" y="25"/>
                      <a:pt x="11" y="29"/>
                      <a:pt x="16" y="30"/>
                    </a:cubicBezTo>
                    <a:cubicBezTo>
                      <a:pt x="17" y="31"/>
                      <a:pt x="18" y="30"/>
                      <a:pt x="18" y="29"/>
                    </a:cubicBezTo>
                    <a:cubicBezTo>
                      <a:pt x="18" y="28"/>
                      <a:pt x="18" y="27"/>
                      <a:pt x="17" y="27"/>
                    </a:cubicBezTo>
                    <a:cubicBezTo>
                      <a:pt x="13" y="26"/>
                      <a:pt x="10" y="23"/>
                      <a:pt x="8" y="19"/>
                    </a:cubicBezTo>
                    <a:cubicBezTo>
                      <a:pt x="5" y="16"/>
                      <a:pt x="4" y="12"/>
                      <a:pt x="4" y="9"/>
                    </a:cubicBezTo>
                    <a:cubicBezTo>
                      <a:pt x="4" y="7"/>
                      <a:pt x="5" y="6"/>
                      <a:pt x="5" y="5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9" y="3"/>
                      <a:pt x="9" y="2"/>
                    </a:cubicBezTo>
                    <a:cubicBezTo>
                      <a:pt x="9" y="1"/>
                      <a:pt x="9" y="0"/>
                      <a:pt x="7" y="0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9" name="Freeform 57">
                <a:extLst>
                  <a:ext uri="{FF2B5EF4-FFF2-40B4-BE49-F238E27FC236}">
                    <a16:creationId xmlns:a16="http://schemas.microsoft.com/office/drawing/2014/main" id="{3E59FCF9-6EEB-455B-AD72-32644459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30"/>
                <a:ext cx="115" cy="55"/>
              </a:xfrm>
              <a:custGeom>
                <a:avLst/>
                <a:gdLst>
                  <a:gd name="T0" fmla="*/ 63 w 46"/>
                  <a:gd name="T1" fmla="*/ 220 h 22"/>
                  <a:gd name="T2" fmla="*/ 145 w 46"/>
                  <a:gd name="T3" fmla="*/ 95 h 22"/>
                  <a:gd name="T4" fmla="*/ 270 w 46"/>
                  <a:gd name="T5" fmla="*/ 63 h 22"/>
                  <a:gd name="T6" fmla="*/ 500 w 46"/>
                  <a:gd name="T7" fmla="*/ 145 h 22"/>
                  <a:gd name="T8" fmla="*/ 658 w 46"/>
                  <a:gd name="T9" fmla="*/ 333 h 22"/>
                  <a:gd name="T10" fmla="*/ 708 w 46"/>
                  <a:gd name="T11" fmla="*/ 345 h 22"/>
                  <a:gd name="T12" fmla="*/ 720 w 46"/>
                  <a:gd name="T13" fmla="*/ 300 h 22"/>
                  <a:gd name="T14" fmla="*/ 533 w 46"/>
                  <a:gd name="T15" fmla="*/ 83 h 22"/>
                  <a:gd name="T16" fmla="*/ 270 w 46"/>
                  <a:gd name="T17" fmla="*/ 0 h 22"/>
                  <a:gd name="T18" fmla="*/ 113 w 46"/>
                  <a:gd name="T19" fmla="*/ 50 h 22"/>
                  <a:gd name="T20" fmla="*/ 0 w 46"/>
                  <a:gd name="T21" fmla="*/ 188 h 22"/>
                  <a:gd name="T22" fmla="*/ 20 w 46"/>
                  <a:gd name="T23" fmla="*/ 238 h 22"/>
                  <a:gd name="T24" fmla="*/ 63 w 46"/>
                  <a:gd name="T25" fmla="*/ 220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22">
                    <a:moveTo>
                      <a:pt x="4" y="14"/>
                    </a:moveTo>
                    <a:cubicBezTo>
                      <a:pt x="5" y="10"/>
                      <a:pt x="7" y="7"/>
                      <a:pt x="9" y="6"/>
                    </a:cubicBezTo>
                    <a:cubicBezTo>
                      <a:pt x="11" y="4"/>
                      <a:pt x="14" y="4"/>
                      <a:pt x="17" y="4"/>
                    </a:cubicBezTo>
                    <a:cubicBezTo>
                      <a:pt x="22" y="4"/>
                      <a:pt x="28" y="6"/>
                      <a:pt x="32" y="9"/>
                    </a:cubicBezTo>
                    <a:cubicBezTo>
                      <a:pt x="37" y="12"/>
                      <a:pt x="41" y="16"/>
                      <a:pt x="42" y="21"/>
                    </a:cubicBezTo>
                    <a:cubicBezTo>
                      <a:pt x="43" y="22"/>
                      <a:pt x="44" y="22"/>
                      <a:pt x="45" y="22"/>
                    </a:cubicBezTo>
                    <a:cubicBezTo>
                      <a:pt x="46" y="22"/>
                      <a:pt x="46" y="20"/>
                      <a:pt x="46" y="19"/>
                    </a:cubicBezTo>
                    <a:cubicBezTo>
                      <a:pt x="44" y="14"/>
                      <a:pt x="40" y="9"/>
                      <a:pt x="34" y="5"/>
                    </a:cubicBezTo>
                    <a:cubicBezTo>
                      <a:pt x="29" y="2"/>
                      <a:pt x="23" y="0"/>
                      <a:pt x="17" y="0"/>
                    </a:cubicBezTo>
                    <a:cubicBezTo>
                      <a:pt x="13" y="0"/>
                      <a:pt x="10" y="1"/>
                      <a:pt x="7" y="3"/>
                    </a:cubicBezTo>
                    <a:cubicBezTo>
                      <a:pt x="4" y="5"/>
                      <a:pt x="1" y="8"/>
                      <a:pt x="0" y="12"/>
                    </a:cubicBezTo>
                    <a:cubicBezTo>
                      <a:pt x="0" y="13"/>
                      <a:pt x="0" y="14"/>
                      <a:pt x="1" y="15"/>
                    </a:cubicBezTo>
                    <a:cubicBezTo>
                      <a:pt x="2" y="15"/>
                      <a:pt x="3" y="15"/>
                      <a:pt x="4" y="1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40" name="Freeform 58">
                <a:extLst>
                  <a:ext uri="{FF2B5EF4-FFF2-40B4-BE49-F238E27FC236}">
                    <a16:creationId xmlns:a16="http://schemas.microsoft.com/office/drawing/2014/main" id="{76B07CF3-7293-4E08-9832-93BA66B0B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40"/>
                <a:ext cx="48" cy="90"/>
              </a:xfrm>
              <a:custGeom>
                <a:avLst/>
                <a:gdLst>
                  <a:gd name="T0" fmla="*/ 192 w 19"/>
                  <a:gd name="T1" fmla="*/ 50 h 36"/>
                  <a:gd name="T2" fmla="*/ 243 w 19"/>
                  <a:gd name="T3" fmla="*/ 283 h 36"/>
                  <a:gd name="T4" fmla="*/ 210 w 19"/>
                  <a:gd name="T5" fmla="*/ 438 h 36"/>
                  <a:gd name="T6" fmla="*/ 159 w 19"/>
                  <a:gd name="T7" fmla="*/ 488 h 36"/>
                  <a:gd name="T8" fmla="*/ 83 w 19"/>
                  <a:gd name="T9" fmla="*/ 500 h 36"/>
                  <a:gd name="T10" fmla="*/ 33 w 19"/>
                  <a:gd name="T11" fmla="*/ 500 h 36"/>
                  <a:gd name="T12" fmla="*/ 0 w 19"/>
                  <a:gd name="T13" fmla="*/ 520 h 36"/>
                  <a:gd name="T14" fmla="*/ 33 w 19"/>
                  <a:gd name="T15" fmla="*/ 563 h 36"/>
                  <a:gd name="T16" fmla="*/ 83 w 19"/>
                  <a:gd name="T17" fmla="*/ 563 h 36"/>
                  <a:gd name="T18" fmla="*/ 192 w 19"/>
                  <a:gd name="T19" fmla="*/ 533 h 36"/>
                  <a:gd name="T20" fmla="*/ 275 w 19"/>
                  <a:gd name="T21" fmla="*/ 425 h 36"/>
                  <a:gd name="T22" fmla="*/ 306 w 19"/>
                  <a:gd name="T23" fmla="*/ 283 h 36"/>
                  <a:gd name="T24" fmla="*/ 255 w 19"/>
                  <a:gd name="T25" fmla="*/ 20 h 36"/>
                  <a:gd name="T26" fmla="*/ 222 w 19"/>
                  <a:gd name="T27" fmla="*/ 0 h 36"/>
                  <a:gd name="T28" fmla="*/ 192 w 19"/>
                  <a:gd name="T29" fmla="*/ 50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36">
                    <a:moveTo>
                      <a:pt x="12" y="3"/>
                    </a:moveTo>
                    <a:cubicBezTo>
                      <a:pt x="13" y="6"/>
                      <a:pt x="15" y="12"/>
                      <a:pt x="15" y="18"/>
                    </a:cubicBezTo>
                    <a:cubicBezTo>
                      <a:pt x="15" y="22"/>
                      <a:pt x="14" y="25"/>
                      <a:pt x="13" y="28"/>
                    </a:cubicBezTo>
                    <a:cubicBezTo>
                      <a:pt x="12" y="29"/>
                      <a:pt x="11" y="30"/>
                      <a:pt x="10" y="31"/>
                    </a:cubicBezTo>
                    <a:cubicBezTo>
                      <a:pt x="9" y="32"/>
                      <a:pt x="7" y="32"/>
                      <a:pt x="5" y="32"/>
                    </a:cubicBezTo>
                    <a:cubicBezTo>
                      <a:pt x="4" y="32"/>
                      <a:pt x="3" y="32"/>
                      <a:pt x="2" y="32"/>
                    </a:cubicBezTo>
                    <a:cubicBezTo>
                      <a:pt x="1" y="31"/>
                      <a:pt x="0" y="32"/>
                      <a:pt x="0" y="33"/>
                    </a:cubicBezTo>
                    <a:cubicBezTo>
                      <a:pt x="0" y="34"/>
                      <a:pt x="0" y="35"/>
                      <a:pt x="2" y="36"/>
                    </a:cubicBezTo>
                    <a:cubicBezTo>
                      <a:pt x="3" y="36"/>
                      <a:pt x="4" y="36"/>
                      <a:pt x="5" y="36"/>
                    </a:cubicBezTo>
                    <a:cubicBezTo>
                      <a:pt x="8" y="36"/>
                      <a:pt x="10" y="35"/>
                      <a:pt x="12" y="34"/>
                    </a:cubicBezTo>
                    <a:cubicBezTo>
                      <a:pt x="15" y="33"/>
                      <a:pt x="16" y="30"/>
                      <a:pt x="17" y="27"/>
                    </a:cubicBezTo>
                    <a:cubicBezTo>
                      <a:pt x="19" y="24"/>
                      <a:pt x="19" y="21"/>
                      <a:pt x="19" y="18"/>
                    </a:cubicBezTo>
                    <a:cubicBezTo>
                      <a:pt x="19" y="11"/>
                      <a:pt x="17" y="5"/>
                      <a:pt x="16" y="1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2" y="0"/>
                      <a:pt x="12" y="2"/>
                      <a:pt x="12" y="3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41" name="Freeform 59">
                <a:extLst>
                  <a:ext uri="{FF2B5EF4-FFF2-40B4-BE49-F238E27FC236}">
                    <a16:creationId xmlns:a16="http://schemas.microsoft.com/office/drawing/2014/main" id="{D6BBA38B-3C12-4C5F-900C-547EF52A3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065"/>
                <a:ext cx="135" cy="43"/>
              </a:xfrm>
              <a:custGeom>
                <a:avLst/>
                <a:gdLst>
                  <a:gd name="T0" fmla="*/ 63 w 54"/>
                  <a:gd name="T1" fmla="*/ 51 h 17"/>
                  <a:gd name="T2" fmla="*/ 33 w 54"/>
                  <a:gd name="T3" fmla="*/ 33 h 17"/>
                  <a:gd name="T4" fmla="*/ 63 w 54"/>
                  <a:gd name="T5" fmla="*/ 51 h 17"/>
                  <a:gd name="T6" fmla="*/ 63 w 54"/>
                  <a:gd name="T7" fmla="*/ 51 h 17"/>
                  <a:gd name="T8" fmla="*/ 33 w 54"/>
                  <a:gd name="T9" fmla="*/ 33 h 17"/>
                  <a:gd name="T10" fmla="*/ 63 w 54"/>
                  <a:gd name="T11" fmla="*/ 51 h 17"/>
                  <a:gd name="T12" fmla="*/ 33 w 54"/>
                  <a:gd name="T13" fmla="*/ 33 h 17"/>
                  <a:gd name="T14" fmla="*/ 33 w 54"/>
                  <a:gd name="T15" fmla="*/ 63 h 17"/>
                  <a:gd name="T16" fmla="*/ 63 w 54"/>
                  <a:gd name="T17" fmla="*/ 51 h 17"/>
                  <a:gd name="T18" fmla="*/ 33 w 54"/>
                  <a:gd name="T19" fmla="*/ 33 h 17"/>
                  <a:gd name="T20" fmla="*/ 33 w 54"/>
                  <a:gd name="T21" fmla="*/ 63 h 17"/>
                  <a:gd name="T22" fmla="*/ 33 w 54"/>
                  <a:gd name="T23" fmla="*/ 33 h 17"/>
                  <a:gd name="T24" fmla="*/ 33 w 54"/>
                  <a:gd name="T25" fmla="*/ 63 h 17"/>
                  <a:gd name="T26" fmla="*/ 33 w 54"/>
                  <a:gd name="T27" fmla="*/ 63 h 17"/>
                  <a:gd name="T28" fmla="*/ 33 w 54"/>
                  <a:gd name="T29" fmla="*/ 33 h 17"/>
                  <a:gd name="T30" fmla="*/ 33 w 54"/>
                  <a:gd name="T31" fmla="*/ 63 h 17"/>
                  <a:gd name="T32" fmla="*/ 33 w 54"/>
                  <a:gd name="T33" fmla="*/ 51 h 17"/>
                  <a:gd name="T34" fmla="*/ 33 w 54"/>
                  <a:gd name="T35" fmla="*/ 63 h 17"/>
                  <a:gd name="T36" fmla="*/ 33 w 54"/>
                  <a:gd name="T37" fmla="*/ 63 h 17"/>
                  <a:gd name="T38" fmla="*/ 33 w 54"/>
                  <a:gd name="T39" fmla="*/ 51 h 17"/>
                  <a:gd name="T40" fmla="*/ 33 w 54"/>
                  <a:gd name="T41" fmla="*/ 63 h 17"/>
                  <a:gd name="T42" fmla="*/ 33 w 54"/>
                  <a:gd name="T43" fmla="*/ 63 h 17"/>
                  <a:gd name="T44" fmla="*/ 175 w 54"/>
                  <a:gd name="T45" fmla="*/ 180 h 17"/>
                  <a:gd name="T46" fmla="*/ 345 w 54"/>
                  <a:gd name="T47" fmla="*/ 255 h 17"/>
                  <a:gd name="T48" fmla="*/ 425 w 54"/>
                  <a:gd name="T49" fmla="*/ 276 h 17"/>
                  <a:gd name="T50" fmla="*/ 833 w 54"/>
                  <a:gd name="T51" fmla="*/ 116 h 17"/>
                  <a:gd name="T52" fmla="*/ 845 w 54"/>
                  <a:gd name="T53" fmla="*/ 63 h 17"/>
                  <a:gd name="T54" fmla="*/ 800 w 54"/>
                  <a:gd name="T55" fmla="*/ 63 h 17"/>
                  <a:gd name="T56" fmla="*/ 425 w 54"/>
                  <a:gd name="T57" fmla="*/ 210 h 17"/>
                  <a:gd name="T58" fmla="*/ 345 w 54"/>
                  <a:gd name="T59" fmla="*/ 192 h 17"/>
                  <a:gd name="T60" fmla="*/ 270 w 54"/>
                  <a:gd name="T61" fmla="*/ 159 h 17"/>
                  <a:gd name="T62" fmla="*/ 125 w 54"/>
                  <a:gd name="T63" fmla="*/ 63 h 17"/>
                  <a:gd name="T64" fmla="*/ 83 w 54"/>
                  <a:gd name="T65" fmla="*/ 20 h 17"/>
                  <a:gd name="T66" fmla="*/ 63 w 54"/>
                  <a:gd name="T67" fmla="*/ 20 h 17"/>
                  <a:gd name="T68" fmla="*/ 63 w 54"/>
                  <a:gd name="T69" fmla="*/ 0 h 17"/>
                  <a:gd name="T70" fmla="*/ 50 w 54"/>
                  <a:gd name="T71" fmla="*/ 0 h 17"/>
                  <a:gd name="T72" fmla="*/ 33 w 54"/>
                  <a:gd name="T73" fmla="*/ 0 h 17"/>
                  <a:gd name="T74" fmla="*/ 20 w 54"/>
                  <a:gd name="T75" fmla="*/ 0 h 17"/>
                  <a:gd name="T76" fmla="*/ 20 w 54"/>
                  <a:gd name="T77" fmla="*/ 0 h 17"/>
                  <a:gd name="T78" fmla="*/ 20 w 54"/>
                  <a:gd name="T79" fmla="*/ 51 h 17"/>
                  <a:gd name="T80" fmla="*/ 63 w 54"/>
                  <a:gd name="T81" fmla="*/ 51 h 1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4" h="17">
                    <a:moveTo>
                      <a:pt x="4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7" y="8"/>
                      <a:pt x="11" y="11"/>
                    </a:cubicBezTo>
                    <a:cubicBezTo>
                      <a:pt x="15" y="13"/>
                      <a:pt x="18" y="15"/>
                      <a:pt x="22" y="16"/>
                    </a:cubicBezTo>
                    <a:cubicBezTo>
                      <a:pt x="23" y="16"/>
                      <a:pt x="25" y="17"/>
                      <a:pt x="27" y="17"/>
                    </a:cubicBezTo>
                    <a:cubicBezTo>
                      <a:pt x="37" y="16"/>
                      <a:pt x="47" y="12"/>
                      <a:pt x="53" y="7"/>
                    </a:cubicBezTo>
                    <a:cubicBezTo>
                      <a:pt x="54" y="6"/>
                      <a:pt x="54" y="5"/>
                      <a:pt x="54" y="4"/>
                    </a:cubicBezTo>
                    <a:cubicBezTo>
                      <a:pt x="53" y="3"/>
                      <a:pt x="52" y="3"/>
                      <a:pt x="51" y="4"/>
                    </a:cubicBezTo>
                    <a:cubicBezTo>
                      <a:pt x="45" y="9"/>
                      <a:pt x="35" y="13"/>
                      <a:pt x="27" y="13"/>
                    </a:cubicBezTo>
                    <a:cubicBezTo>
                      <a:pt x="25" y="13"/>
                      <a:pt x="24" y="12"/>
                      <a:pt x="22" y="12"/>
                    </a:cubicBezTo>
                    <a:cubicBezTo>
                      <a:pt x="21" y="12"/>
                      <a:pt x="19" y="11"/>
                      <a:pt x="17" y="10"/>
                    </a:cubicBezTo>
                    <a:cubicBezTo>
                      <a:pt x="14" y="8"/>
                      <a:pt x="11" y="6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42" name="Freeform 60">
                <a:extLst>
                  <a:ext uri="{FF2B5EF4-FFF2-40B4-BE49-F238E27FC236}">
                    <a16:creationId xmlns:a16="http://schemas.microsoft.com/office/drawing/2014/main" id="{4BAB2966-F951-402C-BD33-004E3DF0F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975"/>
                <a:ext cx="38" cy="15"/>
              </a:xfrm>
              <a:custGeom>
                <a:avLst/>
                <a:gdLst>
                  <a:gd name="T0" fmla="*/ 0 w 15"/>
                  <a:gd name="T1" fmla="*/ 63 h 6"/>
                  <a:gd name="T2" fmla="*/ 84 w 15"/>
                  <a:gd name="T3" fmla="*/ 83 h 6"/>
                  <a:gd name="T4" fmla="*/ 160 w 15"/>
                  <a:gd name="T5" fmla="*/ 95 h 6"/>
                  <a:gd name="T6" fmla="*/ 243 w 15"/>
                  <a:gd name="T7" fmla="*/ 83 h 6"/>
                  <a:gd name="T8" fmla="*/ 213 w 15"/>
                  <a:gd name="T9" fmla="*/ 20 h 6"/>
                  <a:gd name="T10" fmla="*/ 160 w 15"/>
                  <a:gd name="T11" fmla="*/ 33 h 6"/>
                  <a:gd name="T12" fmla="*/ 96 w 15"/>
                  <a:gd name="T13" fmla="*/ 20 h 6"/>
                  <a:gd name="T14" fmla="*/ 20 w 15"/>
                  <a:gd name="T15" fmla="*/ 0 h 6"/>
                  <a:gd name="T16" fmla="*/ 0 w 15"/>
                  <a:gd name="T17" fmla="*/ 63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6">
                    <a:moveTo>
                      <a:pt x="0" y="4"/>
                    </a:moveTo>
                    <a:cubicBezTo>
                      <a:pt x="2" y="4"/>
                      <a:pt x="3" y="5"/>
                      <a:pt x="5" y="5"/>
                    </a:cubicBezTo>
                    <a:cubicBezTo>
                      <a:pt x="7" y="5"/>
                      <a:pt x="8" y="6"/>
                      <a:pt x="10" y="6"/>
                    </a:cubicBezTo>
                    <a:cubicBezTo>
                      <a:pt x="12" y="6"/>
                      <a:pt x="14" y="6"/>
                      <a:pt x="15" y="5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2"/>
                      <a:pt x="12" y="2"/>
                      <a:pt x="10" y="2"/>
                    </a:cubicBezTo>
                    <a:cubicBezTo>
                      <a:pt x="9" y="2"/>
                      <a:pt x="7" y="2"/>
                      <a:pt x="6" y="1"/>
                    </a:cubicBezTo>
                    <a:cubicBezTo>
                      <a:pt x="4" y="1"/>
                      <a:pt x="2" y="0"/>
                      <a:pt x="1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43" name="Freeform 61">
                <a:extLst>
                  <a:ext uri="{FF2B5EF4-FFF2-40B4-BE49-F238E27FC236}">
                    <a16:creationId xmlns:a16="http://schemas.microsoft.com/office/drawing/2014/main" id="{A8D46383-C8E9-402A-BD64-075CAD8D8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933"/>
                <a:ext cx="38" cy="40"/>
              </a:xfrm>
              <a:custGeom>
                <a:avLst/>
                <a:gdLst>
                  <a:gd name="T0" fmla="*/ 0 w 15"/>
                  <a:gd name="T1" fmla="*/ 33 h 16"/>
                  <a:gd name="T2" fmla="*/ 20 w 15"/>
                  <a:gd name="T3" fmla="*/ 83 h 16"/>
                  <a:gd name="T4" fmla="*/ 51 w 15"/>
                  <a:gd name="T5" fmla="*/ 188 h 16"/>
                  <a:gd name="T6" fmla="*/ 84 w 15"/>
                  <a:gd name="T7" fmla="*/ 238 h 16"/>
                  <a:gd name="T8" fmla="*/ 147 w 15"/>
                  <a:gd name="T9" fmla="*/ 250 h 16"/>
                  <a:gd name="T10" fmla="*/ 160 w 15"/>
                  <a:gd name="T11" fmla="*/ 250 h 16"/>
                  <a:gd name="T12" fmla="*/ 160 w 15"/>
                  <a:gd name="T13" fmla="*/ 250 h 16"/>
                  <a:gd name="T14" fmla="*/ 160 w 15"/>
                  <a:gd name="T15" fmla="*/ 250 h 16"/>
                  <a:gd name="T16" fmla="*/ 193 w 15"/>
                  <a:gd name="T17" fmla="*/ 238 h 16"/>
                  <a:gd name="T18" fmla="*/ 225 w 15"/>
                  <a:gd name="T19" fmla="*/ 188 h 16"/>
                  <a:gd name="T20" fmla="*/ 243 w 15"/>
                  <a:gd name="T21" fmla="*/ 33 h 16"/>
                  <a:gd name="T22" fmla="*/ 243 w 15"/>
                  <a:gd name="T23" fmla="*/ 0 h 16"/>
                  <a:gd name="T24" fmla="*/ 180 w 15"/>
                  <a:gd name="T25" fmla="*/ 0 h 16"/>
                  <a:gd name="T26" fmla="*/ 180 w 15"/>
                  <a:gd name="T27" fmla="*/ 33 h 16"/>
                  <a:gd name="T28" fmla="*/ 160 w 15"/>
                  <a:gd name="T29" fmla="*/ 145 h 16"/>
                  <a:gd name="T30" fmla="*/ 160 w 15"/>
                  <a:gd name="T31" fmla="*/ 188 h 16"/>
                  <a:gd name="T32" fmla="*/ 147 w 15"/>
                  <a:gd name="T33" fmla="*/ 188 h 16"/>
                  <a:gd name="T34" fmla="*/ 147 w 15"/>
                  <a:gd name="T35" fmla="*/ 188 h 16"/>
                  <a:gd name="T36" fmla="*/ 147 w 15"/>
                  <a:gd name="T37" fmla="*/ 188 h 16"/>
                  <a:gd name="T38" fmla="*/ 147 w 15"/>
                  <a:gd name="T39" fmla="*/ 188 h 16"/>
                  <a:gd name="T40" fmla="*/ 147 w 15"/>
                  <a:gd name="T41" fmla="*/ 188 h 16"/>
                  <a:gd name="T42" fmla="*/ 147 w 15"/>
                  <a:gd name="T43" fmla="*/ 188 h 16"/>
                  <a:gd name="T44" fmla="*/ 147 w 15"/>
                  <a:gd name="T45" fmla="*/ 188 h 16"/>
                  <a:gd name="T46" fmla="*/ 147 w 15"/>
                  <a:gd name="T47" fmla="*/ 188 h 16"/>
                  <a:gd name="T48" fmla="*/ 147 w 15"/>
                  <a:gd name="T49" fmla="*/ 188 h 16"/>
                  <a:gd name="T50" fmla="*/ 129 w 15"/>
                  <a:gd name="T51" fmla="*/ 175 h 16"/>
                  <a:gd name="T52" fmla="*/ 84 w 15"/>
                  <a:gd name="T53" fmla="*/ 95 h 16"/>
                  <a:gd name="T54" fmla="*/ 63 w 15"/>
                  <a:gd name="T55" fmla="*/ 20 h 16"/>
                  <a:gd name="T56" fmla="*/ 0 w 15"/>
                  <a:gd name="T57" fmla="*/ 33 h 1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5" h="16">
                    <a:moveTo>
                      <a:pt x="0" y="2"/>
                    </a:moveTo>
                    <a:cubicBezTo>
                      <a:pt x="0" y="2"/>
                      <a:pt x="1" y="4"/>
                      <a:pt x="1" y="5"/>
                    </a:cubicBezTo>
                    <a:cubicBezTo>
                      <a:pt x="1" y="7"/>
                      <a:pt x="2" y="10"/>
                      <a:pt x="3" y="12"/>
                    </a:cubicBezTo>
                    <a:cubicBezTo>
                      <a:pt x="4" y="13"/>
                      <a:pt x="4" y="14"/>
                      <a:pt x="5" y="15"/>
                    </a:cubicBezTo>
                    <a:cubicBezTo>
                      <a:pt x="6" y="16"/>
                      <a:pt x="8" y="16"/>
                      <a:pt x="9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6"/>
                      <a:pt x="11" y="16"/>
                      <a:pt x="12" y="15"/>
                    </a:cubicBezTo>
                    <a:cubicBezTo>
                      <a:pt x="13" y="14"/>
                      <a:pt x="13" y="13"/>
                      <a:pt x="14" y="12"/>
                    </a:cubicBezTo>
                    <a:cubicBezTo>
                      <a:pt x="15" y="9"/>
                      <a:pt x="15" y="4"/>
                      <a:pt x="15" y="2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1"/>
                      <a:pt x="11" y="2"/>
                    </a:cubicBezTo>
                    <a:cubicBezTo>
                      <a:pt x="11" y="4"/>
                      <a:pt x="11" y="6"/>
                      <a:pt x="10" y="9"/>
                    </a:cubicBezTo>
                    <a:cubicBezTo>
                      <a:pt x="10" y="10"/>
                      <a:pt x="10" y="11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2"/>
                      <a:pt x="8" y="11"/>
                    </a:cubicBezTo>
                    <a:cubicBezTo>
                      <a:pt x="7" y="10"/>
                      <a:pt x="6" y="8"/>
                      <a:pt x="5" y="6"/>
                    </a:cubicBezTo>
                    <a:cubicBezTo>
                      <a:pt x="5" y="4"/>
                      <a:pt x="4" y="2"/>
                      <a:pt x="4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44" name="Freeform 62">
                <a:extLst>
                  <a:ext uri="{FF2B5EF4-FFF2-40B4-BE49-F238E27FC236}">
                    <a16:creationId xmlns:a16="http://schemas.microsoft.com/office/drawing/2014/main" id="{B4387D6F-518F-4B83-B451-3D7749546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940"/>
                <a:ext cx="30" cy="33"/>
              </a:xfrm>
              <a:custGeom>
                <a:avLst/>
                <a:gdLst>
                  <a:gd name="T0" fmla="*/ 0 w 12"/>
                  <a:gd name="T1" fmla="*/ 33 h 13"/>
                  <a:gd name="T2" fmla="*/ 145 w 12"/>
                  <a:gd name="T3" fmla="*/ 213 h 13"/>
                  <a:gd name="T4" fmla="*/ 188 w 12"/>
                  <a:gd name="T5" fmla="*/ 160 h 13"/>
                  <a:gd name="T6" fmla="*/ 63 w 12"/>
                  <a:gd name="T7" fmla="*/ 0 h 13"/>
                  <a:gd name="T8" fmla="*/ 0 w 12"/>
                  <a:gd name="T9" fmla="*/ 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2"/>
                    </a:moveTo>
                    <a:cubicBezTo>
                      <a:pt x="3" y="6"/>
                      <a:pt x="7" y="9"/>
                      <a:pt x="9" y="13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9" y="6"/>
                      <a:pt x="6" y="3"/>
                      <a:pt x="4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45" name="Freeform 63">
                <a:extLst>
                  <a:ext uri="{FF2B5EF4-FFF2-40B4-BE49-F238E27FC236}">
                    <a16:creationId xmlns:a16="http://schemas.microsoft.com/office/drawing/2014/main" id="{421621A4-CAEE-409B-B332-8D1515E10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033"/>
                <a:ext cx="32" cy="20"/>
              </a:xfrm>
              <a:custGeom>
                <a:avLst/>
                <a:gdLst>
                  <a:gd name="T0" fmla="*/ 30 w 13"/>
                  <a:gd name="T1" fmla="*/ 125 h 8"/>
                  <a:gd name="T2" fmla="*/ 103 w 13"/>
                  <a:gd name="T3" fmla="*/ 95 h 8"/>
                  <a:gd name="T4" fmla="*/ 194 w 13"/>
                  <a:gd name="T5" fmla="*/ 33 h 8"/>
                  <a:gd name="T6" fmla="*/ 153 w 13"/>
                  <a:gd name="T7" fmla="*/ 0 h 8"/>
                  <a:gd name="T8" fmla="*/ 91 w 13"/>
                  <a:gd name="T9" fmla="*/ 33 h 8"/>
                  <a:gd name="T10" fmla="*/ 0 w 13"/>
                  <a:gd name="T11" fmla="*/ 63 h 8"/>
                  <a:gd name="T12" fmla="*/ 30 w 13"/>
                  <a:gd name="T13" fmla="*/ 12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8"/>
                    </a:moveTo>
                    <a:cubicBezTo>
                      <a:pt x="3" y="7"/>
                      <a:pt x="5" y="7"/>
                      <a:pt x="7" y="6"/>
                    </a:cubicBezTo>
                    <a:cubicBezTo>
                      <a:pt x="10" y="6"/>
                      <a:pt x="12" y="4"/>
                      <a:pt x="13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8" y="2"/>
                      <a:pt x="6" y="2"/>
                    </a:cubicBezTo>
                    <a:cubicBezTo>
                      <a:pt x="4" y="3"/>
                      <a:pt x="2" y="4"/>
                      <a:pt x="0" y="4"/>
                    </a:cubicBez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46" name="Freeform 64">
                <a:extLst>
                  <a:ext uri="{FF2B5EF4-FFF2-40B4-BE49-F238E27FC236}">
                    <a16:creationId xmlns:a16="http://schemas.microsoft.com/office/drawing/2014/main" id="{9B74E317-A9AB-47EA-AC4A-8D6C216E5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058"/>
                <a:ext cx="28" cy="27"/>
              </a:xfrm>
              <a:custGeom>
                <a:avLst/>
                <a:gdLst>
                  <a:gd name="T0" fmla="*/ 64 w 11"/>
                  <a:gd name="T1" fmla="*/ 162 h 11"/>
                  <a:gd name="T2" fmla="*/ 64 w 11"/>
                  <a:gd name="T3" fmla="*/ 162 h 11"/>
                  <a:gd name="T4" fmla="*/ 97 w 11"/>
                  <a:gd name="T5" fmla="*/ 91 h 11"/>
                  <a:gd name="T6" fmla="*/ 130 w 11"/>
                  <a:gd name="T7" fmla="*/ 61 h 11"/>
                  <a:gd name="T8" fmla="*/ 130 w 11"/>
                  <a:gd name="T9" fmla="*/ 61 h 11"/>
                  <a:gd name="T10" fmla="*/ 130 w 11"/>
                  <a:gd name="T11" fmla="*/ 61 h 11"/>
                  <a:gd name="T12" fmla="*/ 130 w 11"/>
                  <a:gd name="T13" fmla="*/ 42 h 11"/>
                  <a:gd name="T14" fmla="*/ 130 w 11"/>
                  <a:gd name="T15" fmla="*/ 61 h 11"/>
                  <a:gd name="T16" fmla="*/ 130 w 11"/>
                  <a:gd name="T17" fmla="*/ 61 h 11"/>
                  <a:gd name="T18" fmla="*/ 130 w 11"/>
                  <a:gd name="T19" fmla="*/ 42 h 11"/>
                  <a:gd name="T20" fmla="*/ 130 w 11"/>
                  <a:gd name="T21" fmla="*/ 61 h 11"/>
                  <a:gd name="T22" fmla="*/ 130 w 11"/>
                  <a:gd name="T23" fmla="*/ 42 h 11"/>
                  <a:gd name="T24" fmla="*/ 130 w 11"/>
                  <a:gd name="T25" fmla="*/ 42 h 11"/>
                  <a:gd name="T26" fmla="*/ 130 w 11"/>
                  <a:gd name="T27" fmla="*/ 61 h 11"/>
                  <a:gd name="T28" fmla="*/ 130 w 11"/>
                  <a:gd name="T29" fmla="*/ 42 h 11"/>
                  <a:gd name="T30" fmla="*/ 130 w 11"/>
                  <a:gd name="T31" fmla="*/ 42 h 11"/>
                  <a:gd name="T32" fmla="*/ 130 w 11"/>
                  <a:gd name="T33" fmla="*/ 42 h 11"/>
                  <a:gd name="T34" fmla="*/ 130 w 11"/>
                  <a:gd name="T35" fmla="*/ 42 h 11"/>
                  <a:gd name="T36" fmla="*/ 130 w 11"/>
                  <a:gd name="T37" fmla="*/ 42 h 11"/>
                  <a:gd name="T38" fmla="*/ 130 w 11"/>
                  <a:gd name="T39" fmla="*/ 42 h 11"/>
                  <a:gd name="T40" fmla="*/ 130 w 11"/>
                  <a:gd name="T41" fmla="*/ 42 h 11"/>
                  <a:gd name="T42" fmla="*/ 130 w 11"/>
                  <a:gd name="T43" fmla="*/ 42 h 11"/>
                  <a:gd name="T44" fmla="*/ 181 w 11"/>
                  <a:gd name="T45" fmla="*/ 29 h 11"/>
                  <a:gd name="T46" fmla="*/ 163 w 11"/>
                  <a:gd name="T47" fmla="*/ 0 h 11"/>
                  <a:gd name="T48" fmla="*/ 130 w 11"/>
                  <a:gd name="T49" fmla="*/ 0 h 11"/>
                  <a:gd name="T50" fmla="*/ 84 w 11"/>
                  <a:gd name="T51" fmla="*/ 12 h 11"/>
                  <a:gd name="T52" fmla="*/ 20 w 11"/>
                  <a:gd name="T53" fmla="*/ 91 h 11"/>
                  <a:gd name="T54" fmla="*/ 0 w 11"/>
                  <a:gd name="T55" fmla="*/ 120 h 11"/>
                  <a:gd name="T56" fmla="*/ 0 w 11"/>
                  <a:gd name="T57" fmla="*/ 162 h 11"/>
                  <a:gd name="T58" fmla="*/ 64 w 11"/>
                  <a:gd name="T59" fmla="*/ 162 h 1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" h="11">
                    <a:moveTo>
                      <a:pt x="4" y="11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5" y="8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3" y="3"/>
                      <a:pt x="2" y="4"/>
                      <a:pt x="1" y="6"/>
                    </a:cubicBezTo>
                    <a:cubicBezTo>
                      <a:pt x="1" y="7"/>
                      <a:pt x="1" y="8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47" name="Freeform 65">
                <a:extLst>
                  <a:ext uri="{FF2B5EF4-FFF2-40B4-BE49-F238E27FC236}">
                    <a16:creationId xmlns:a16="http://schemas.microsoft.com/office/drawing/2014/main" id="{C8844A50-7D4D-49E2-A3DF-36DF76D9D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068"/>
                <a:ext cx="45" cy="42"/>
              </a:xfrm>
              <a:custGeom>
                <a:avLst/>
                <a:gdLst>
                  <a:gd name="T0" fmla="*/ 175 w 18"/>
                  <a:gd name="T1" fmla="*/ 62 h 17"/>
                  <a:gd name="T2" fmla="*/ 188 w 18"/>
                  <a:gd name="T3" fmla="*/ 74 h 17"/>
                  <a:gd name="T4" fmla="*/ 220 w 18"/>
                  <a:gd name="T5" fmla="*/ 153 h 17"/>
                  <a:gd name="T6" fmla="*/ 220 w 18"/>
                  <a:gd name="T7" fmla="*/ 183 h 17"/>
                  <a:gd name="T8" fmla="*/ 208 w 18"/>
                  <a:gd name="T9" fmla="*/ 195 h 17"/>
                  <a:gd name="T10" fmla="*/ 208 w 18"/>
                  <a:gd name="T11" fmla="*/ 195 h 17"/>
                  <a:gd name="T12" fmla="*/ 158 w 18"/>
                  <a:gd name="T13" fmla="*/ 183 h 17"/>
                  <a:gd name="T14" fmla="*/ 95 w 18"/>
                  <a:gd name="T15" fmla="*/ 104 h 17"/>
                  <a:gd name="T16" fmla="*/ 63 w 18"/>
                  <a:gd name="T17" fmla="*/ 62 h 17"/>
                  <a:gd name="T18" fmla="*/ 63 w 18"/>
                  <a:gd name="T19" fmla="*/ 42 h 17"/>
                  <a:gd name="T20" fmla="*/ 0 w 18"/>
                  <a:gd name="T21" fmla="*/ 42 h 17"/>
                  <a:gd name="T22" fmla="*/ 20 w 18"/>
                  <a:gd name="T23" fmla="*/ 104 h 17"/>
                  <a:gd name="T24" fmla="*/ 95 w 18"/>
                  <a:gd name="T25" fmla="*/ 195 h 17"/>
                  <a:gd name="T26" fmla="*/ 208 w 18"/>
                  <a:gd name="T27" fmla="*/ 257 h 17"/>
                  <a:gd name="T28" fmla="*/ 238 w 18"/>
                  <a:gd name="T29" fmla="*/ 245 h 17"/>
                  <a:gd name="T30" fmla="*/ 270 w 18"/>
                  <a:gd name="T31" fmla="*/ 212 h 17"/>
                  <a:gd name="T32" fmla="*/ 283 w 18"/>
                  <a:gd name="T33" fmla="*/ 153 h 17"/>
                  <a:gd name="T34" fmla="*/ 270 w 18"/>
                  <a:gd name="T35" fmla="*/ 62 h 17"/>
                  <a:gd name="T36" fmla="*/ 238 w 18"/>
                  <a:gd name="T37" fmla="*/ 30 h 17"/>
                  <a:gd name="T38" fmla="*/ 188 w 18"/>
                  <a:gd name="T39" fmla="*/ 0 h 17"/>
                  <a:gd name="T40" fmla="*/ 175 w 18"/>
                  <a:gd name="T41" fmla="*/ 62 h 1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" h="17">
                    <a:moveTo>
                      <a:pt x="11" y="4"/>
                    </a:moveTo>
                    <a:cubicBezTo>
                      <a:pt x="11" y="4"/>
                      <a:pt x="12" y="4"/>
                      <a:pt x="12" y="5"/>
                    </a:cubicBezTo>
                    <a:cubicBezTo>
                      <a:pt x="13" y="6"/>
                      <a:pt x="14" y="9"/>
                      <a:pt x="14" y="10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1" y="12"/>
                      <a:pt x="10" y="12"/>
                    </a:cubicBezTo>
                    <a:cubicBezTo>
                      <a:pt x="9" y="11"/>
                      <a:pt x="7" y="9"/>
                      <a:pt x="6" y="7"/>
                    </a:cubicBezTo>
                    <a:cubicBezTo>
                      <a:pt x="5" y="6"/>
                      <a:pt x="5" y="5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1" y="6"/>
                      <a:pt x="1" y="7"/>
                    </a:cubicBezTo>
                    <a:cubicBezTo>
                      <a:pt x="2" y="9"/>
                      <a:pt x="4" y="11"/>
                      <a:pt x="6" y="13"/>
                    </a:cubicBezTo>
                    <a:cubicBezTo>
                      <a:pt x="8" y="15"/>
                      <a:pt x="10" y="17"/>
                      <a:pt x="13" y="17"/>
                    </a:cubicBezTo>
                    <a:cubicBezTo>
                      <a:pt x="13" y="17"/>
                      <a:pt x="14" y="17"/>
                      <a:pt x="15" y="16"/>
                    </a:cubicBezTo>
                    <a:cubicBezTo>
                      <a:pt x="16" y="16"/>
                      <a:pt x="17" y="15"/>
                      <a:pt x="17" y="14"/>
                    </a:cubicBezTo>
                    <a:cubicBezTo>
                      <a:pt x="18" y="13"/>
                      <a:pt x="18" y="12"/>
                      <a:pt x="18" y="10"/>
                    </a:cubicBezTo>
                    <a:cubicBezTo>
                      <a:pt x="18" y="8"/>
                      <a:pt x="17" y="6"/>
                      <a:pt x="17" y="4"/>
                    </a:cubicBezTo>
                    <a:cubicBezTo>
                      <a:pt x="16" y="3"/>
                      <a:pt x="15" y="3"/>
                      <a:pt x="15" y="2"/>
                    </a:cubicBezTo>
                    <a:cubicBezTo>
                      <a:pt x="14" y="1"/>
                      <a:pt x="13" y="0"/>
                      <a:pt x="12" y="0"/>
                    </a:cubicBez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48" name="Freeform 66">
                <a:extLst>
                  <a:ext uri="{FF2B5EF4-FFF2-40B4-BE49-F238E27FC236}">
                    <a16:creationId xmlns:a16="http://schemas.microsoft.com/office/drawing/2014/main" id="{840EE9C1-7C0D-49DA-BF50-CF3CB0DC1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868"/>
                <a:ext cx="10" cy="35"/>
              </a:xfrm>
              <a:custGeom>
                <a:avLst/>
                <a:gdLst>
                  <a:gd name="T0" fmla="*/ 0 w 4"/>
                  <a:gd name="T1" fmla="*/ 33 h 14"/>
                  <a:gd name="T2" fmla="*/ 0 w 4"/>
                  <a:gd name="T3" fmla="*/ 95 h 14"/>
                  <a:gd name="T4" fmla="*/ 0 w 4"/>
                  <a:gd name="T5" fmla="*/ 220 h 14"/>
                  <a:gd name="T6" fmla="*/ 63 w 4"/>
                  <a:gd name="T7" fmla="*/ 220 h 14"/>
                  <a:gd name="T8" fmla="*/ 63 w 4"/>
                  <a:gd name="T9" fmla="*/ 95 h 14"/>
                  <a:gd name="T10" fmla="*/ 50 w 4"/>
                  <a:gd name="T11" fmla="*/ 0 h 14"/>
                  <a:gd name="T12" fmla="*/ 0 w 4"/>
                  <a:gd name="T13" fmla="*/ 3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4">
                    <a:moveTo>
                      <a:pt x="0" y="2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8"/>
                      <a:pt x="0" y="11"/>
                      <a:pt x="0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2"/>
                      <a:pt x="4" y="9"/>
                      <a:pt x="4" y="6"/>
                    </a:cubicBezTo>
                    <a:cubicBezTo>
                      <a:pt x="4" y="4"/>
                      <a:pt x="4" y="2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49" name="Freeform 67">
                <a:extLst>
                  <a:ext uri="{FF2B5EF4-FFF2-40B4-BE49-F238E27FC236}">
                    <a16:creationId xmlns:a16="http://schemas.microsoft.com/office/drawing/2014/main" id="{F0E786A9-4373-437A-840A-D64B68063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888"/>
                <a:ext cx="25" cy="35"/>
              </a:xfrm>
              <a:custGeom>
                <a:avLst/>
                <a:gdLst>
                  <a:gd name="T0" fmla="*/ 0 w 10"/>
                  <a:gd name="T1" fmla="*/ 63 h 14"/>
                  <a:gd name="T2" fmla="*/ 50 w 10"/>
                  <a:gd name="T3" fmla="*/ 125 h 14"/>
                  <a:gd name="T4" fmla="*/ 95 w 10"/>
                  <a:gd name="T5" fmla="*/ 220 h 14"/>
                  <a:gd name="T6" fmla="*/ 158 w 10"/>
                  <a:gd name="T7" fmla="*/ 188 h 14"/>
                  <a:gd name="T8" fmla="*/ 113 w 10"/>
                  <a:gd name="T9" fmla="*/ 95 h 14"/>
                  <a:gd name="T10" fmla="*/ 33 w 10"/>
                  <a:gd name="T11" fmla="*/ 0 h 14"/>
                  <a:gd name="T12" fmla="*/ 0 w 10"/>
                  <a:gd name="T13" fmla="*/ 6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0" y="4"/>
                    </a:moveTo>
                    <a:cubicBezTo>
                      <a:pt x="1" y="4"/>
                      <a:pt x="2" y="6"/>
                      <a:pt x="3" y="8"/>
                    </a:cubicBezTo>
                    <a:cubicBezTo>
                      <a:pt x="4" y="10"/>
                      <a:pt x="5" y="12"/>
                      <a:pt x="6" y="14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0"/>
                      <a:pt x="8" y="8"/>
                      <a:pt x="7" y="6"/>
                    </a:cubicBezTo>
                    <a:cubicBezTo>
                      <a:pt x="6" y="4"/>
                      <a:pt x="4" y="1"/>
                      <a:pt x="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50" name="Freeform 68">
                <a:extLst>
                  <a:ext uri="{FF2B5EF4-FFF2-40B4-BE49-F238E27FC236}">
                    <a16:creationId xmlns:a16="http://schemas.microsoft.com/office/drawing/2014/main" id="{57448B98-3331-4FE2-92D2-4717062F3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998"/>
                <a:ext cx="38" cy="20"/>
              </a:xfrm>
              <a:custGeom>
                <a:avLst/>
                <a:gdLst>
                  <a:gd name="T0" fmla="*/ 0 w 15"/>
                  <a:gd name="T1" fmla="*/ 63 h 8"/>
                  <a:gd name="T2" fmla="*/ 243 w 15"/>
                  <a:gd name="T3" fmla="*/ 125 h 8"/>
                  <a:gd name="T4" fmla="*/ 243 w 15"/>
                  <a:gd name="T5" fmla="*/ 125 h 8"/>
                  <a:gd name="T6" fmla="*/ 243 w 15"/>
                  <a:gd name="T7" fmla="*/ 63 h 8"/>
                  <a:gd name="T8" fmla="*/ 243 w 15"/>
                  <a:gd name="T9" fmla="*/ 63 h 8"/>
                  <a:gd name="T10" fmla="*/ 33 w 15"/>
                  <a:gd name="T11" fmla="*/ 0 h 8"/>
                  <a:gd name="T12" fmla="*/ 0 w 15"/>
                  <a:gd name="T13" fmla="*/ 6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8">
                    <a:moveTo>
                      <a:pt x="0" y="4"/>
                    </a:moveTo>
                    <a:cubicBezTo>
                      <a:pt x="4" y="6"/>
                      <a:pt x="10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1" y="4"/>
                      <a:pt x="6" y="2"/>
                      <a:pt x="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51" name="Freeform 69">
                <a:extLst>
                  <a:ext uri="{FF2B5EF4-FFF2-40B4-BE49-F238E27FC236}">
                    <a16:creationId xmlns:a16="http://schemas.microsoft.com/office/drawing/2014/main" id="{74500069-F86C-4C64-8B93-157A02407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953"/>
                <a:ext cx="17" cy="37"/>
              </a:xfrm>
              <a:custGeom>
                <a:avLst/>
                <a:gdLst>
                  <a:gd name="T0" fmla="*/ 0 w 7"/>
                  <a:gd name="T1" fmla="*/ 42 h 15"/>
                  <a:gd name="T2" fmla="*/ 41 w 7"/>
                  <a:gd name="T3" fmla="*/ 121 h 15"/>
                  <a:gd name="T4" fmla="*/ 41 w 7"/>
                  <a:gd name="T5" fmla="*/ 224 h 15"/>
                  <a:gd name="T6" fmla="*/ 100 w 7"/>
                  <a:gd name="T7" fmla="*/ 212 h 15"/>
                  <a:gd name="T8" fmla="*/ 100 w 7"/>
                  <a:gd name="T9" fmla="*/ 104 h 15"/>
                  <a:gd name="T10" fmla="*/ 41 w 7"/>
                  <a:gd name="T11" fmla="*/ 0 h 15"/>
                  <a:gd name="T12" fmla="*/ 0 w 7"/>
                  <a:gd name="T13" fmla="*/ 4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5">
                    <a:moveTo>
                      <a:pt x="0" y="3"/>
                    </a:moveTo>
                    <a:cubicBezTo>
                      <a:pt x="2" y="4"/>
                      <a:pt x="2" y="6"/>
                      <a:pt x="3" y="8"/>
                    </a:cubicBezTo>
                    <a:cubicBezTo>
                      <a:pt x="3" y="10"/>
                      <a:pt x="3" y="12"/>
                      <a:pt x="3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2"/>
                      <a:pt x="7" y="10"/>
                      <a:pt x="7" y="7"/>
                    </a:cubicBezTo>
                    <a:cubicBezTo>
                      <a:pt x="6" y="5"/>
                      <a:pt x="5" y="2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52" name="Freeform 70">
                <a:extLst>
                  <a:ext uri="{FF2B5EF4-FFF2-40B4-BE49-F238E27FC236}">
                    <a16:creationId xmlns:a16="http://schemas.microsoft.com/office/drawing/2014/main" id="{2FE5195C-4157-4615-8881-57CA73CD9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955"/>
                <a:ext cx="33" cy="30"/>
              </a:xfrm>
              <a:custGeom>
                <a:avLst/>
                <a:gdLst>
                  <a:gd name="T0" fmla="*/ 20 w 13"/>
                  <a:gd name="T1" fmla="*/ 158 h 12"/>
                  <a:gd name="T2" fmla="*/ 33 w 13"/>
                  <a:gd name="T3" fmla="*/ 145 h 12"/>
                  <a:gd name="T4" fmla="*/ 20 w 13"/>
                  <a:gd name="T5" fmla="*/ 145 h 12"/>
                  <a:gd name="T6" fmla="*/ 20 w 13"/>
                  <a:gd name="T7" fmla="*/ 158 h 12"/>
                  <a:gd name="T8" fmla="*/ 33 w 13"/>
                  <a:gd name="T9" fmla="*/ 145 h 12"/>
                  <a:gd name="T10" fmla="*/ 20 w 13"/>
                  <a:gd name="T11" fmla="*/ 145 h 12"/>
                  <a:gd name="T12" fmla="*/ 33 w 13"/>
                  <a:gd name="T13" fmla="*/ 145 h 12"/>
                  <a:gd name="T14" fmla="*/ 20 w 13"/>
                  <a:gd name="T15" fmla="*/ 145 h 12"/>
                  <a:gd name="T16" fmla="*/ 20 w 13"/>
                  <a:gd name="T17" fmla="*/ 145 h 12"/>
                  <a:gd name="T18" fmla="*/ 33 w 13"/>
                  <a:gd name="T19" fmla="*/ 145 h 12"/>
                  <a:gd name="T20" fmla="*/ 20 w 13"/>
                  <a:gd name="T21" fmla="*/ 145 h 12"/>
                  <a:gd name="T22" fmla="*/ 20 w 13"/>
                  <a:gd name="T23" fmla="*/ 145 h 12"/>
                  <a:gd name="T24" fmla="*/ 0 w 13"/>
                  <a:gd name="T25" fmla="*/ 158 h 12"/>
                  <a:gd name="T26" fmla="*/ 20 w 13"/>
                  <a:gd name="T27" fmla="*/ 175 h 12"/>
                  <a:gd name="T28" fmla="*/ 33 w 13"/>
                  <a:gd name="T29" fmla="*/ 188 h 12"/>
                  <a:gd name="T30" fmla="*/ 51 w 13"/>
                  <a:gd name="T31" fmla="*/ 188 h 12"/>
                  <a:gd name="T32" fmla="*/ 51 w 13"/>
                  <a:gd name="T33" fmla="*/ 188 h 12"/>
                  <a:gd name="T34" fmla="*/ 63 w 13"/>
                  <a:gd name="T35" fmla="*/ 188 h 12"/>
                  <a:gd name="T36" fmla="*/ 63 w 13"/>
                  <a:gd name="T37" fmla="*/ 188 h 12"/>
                  <a:gd name="T38" fmla="*/ 147 w 13"/>
                  <a:gd name="T39" fmla="*/ 113 h 12"/>
                  <a:gd name="T40" fmla="*/ 213 w 13"/>
                  <a:gd name="T41" fmla="*/ 20 h 12"/>
                  <a:gd name="T42" fmla="*/ 147 w 13"/>
                  <a:gd name="T43" fmla="*/ 0 h 12"/>
                  <a:gd name="T44" fmla="*/ 96 w 13"/>
                  <a:gd name="T45" fmla="*/ 63 h 12"/>
                  <a:gd name="T46" fmla="*/ 33 w 13"/>
                  <a:gd name="T47" fmla="*/ 125 h 12"/>
                  <a:gd name="T48" fmla="*/ 51 w 13"/>
                  <a:gd name="T49" fmla="*/ 158 h 12"/>
                  <a:gd name="T50" fmla="*/ 51 w 13"/>
                  <a:gd name="T51" fmla="*/ 125 h 12"/>
                  <a:gd name="T52" fmla="*/ 51 w 13"/>
                  <a:gd name="T53" fmla="*/ 125 h 12"/>
                  <a:gd name="T54" fmla="*/ 51 w 13"/>
                  <a:gd name="T55" fmla="*/ 145 h 12"/>
                  <a:gd name="T56" fmla="*/ 51 w 13"/>
                  <a:gd name="T57" fmla="*/ 125 h 12"/>
                  <a:gd name="T58" fmla="*/ 51 w 13"/>
                  <a:gd name="T59" fmla="*/ 125 h 12"/>
                  <a:gd name="T60" fmla="*/ 51 w 13"/>
                  <a:gd name="T61" fmla="*/ 145 h 12"/>
                  <a:gd name="T62" fmla="*/ 51 w 13"/>
                  <a:gd name="T63" fmla="*/ 125 h 12"/>
                  <a:gd name="T64" fmla="*/ 51 w 13"/>
                  <a:gd name="T65" fmla="*/ 158 h 12"/>
                  <a:gd name="T66" fmla="*/ 63 w 13"/>
                  <a:gd name="T67" fmla="*/ 145 h 12"/>
                  <a:gd name="T68" fmla="*/ 51 w 13"/>
                  <a:gd name="T69" fmla="*/ 125 h 12"/>
                  <a:gd name="T70" fmla="*/ 51 w 13"/>
                  <a:gd name="T71" fmla="*/ 158 h 12"/>
                  <a:gd name="T72" fmla="*/ 63 w 13"/>
                  <a:gd name="T73" fmla="*/ 145 h 12"/>
                  <a:gd name="T74" fmla="*/ 51 w 13"/>
                  <a:gd name="T75" fmla="*/ 158 h 12"/>
                  <a:gd name="T76" fmla="*/ 63 w 13"/>
                  <a:gd name="T77" fmla="*/ 158 h 12"/>
                  <a:gd name="T78" fmla="*/ 63 w 13"/>
                  <a:gd name="T79" fmla="*/ 145 h 12"/>
                  <a:gd name="T80" fmla="*/ 51 w 13"/>
                  <a:gd name="T81" fmla="*/ 158 h 12"/>
                  <a:gd name="T82" fmla="*/ 63 w 13"/>
                  <a:gd name="T83" fmla="*/ 158 h 12"/>
                  <a:gd name="T84" fmla="*/ 51 w 13"/>
                  <a:gd name="T85" fmla="*/ 158 h 12"/>
                  <a:gd name="T86" fmla="*/ 63 w 13"/>
                  <a:gd name="T87" fmla="*/ 158 h 12"/>
                  <a:gd name="T88" fmla="*/ 63 w 13"/>
                  <a:gd name="T89" fmla="*/ 158 h 12"/>
                  <a:gd name="T90" fmla="*/ 51 w 13"/>
                  <a:gd name="T91" fmla="*/ 158 h 12"/>
                  <a:gd name="T92" fmla="*/ 63 w 13"/>
                  <a:gd name="T93" fmla="*/ 158 h 12"/>
                  <a:gd name="T94" fmla="*/ 63 w 13"/>
                  <a:gd name="T95" fmla="*/ 158 h 12"/>
                  <a:gd name="T96" fmla="*/ 63 w 13"/>
                  <a:gd name="T97" fmla="*/ 158 h 12"/>
                  <a:gd name="T98" fmla="*/ 63 w 13"/>
                  <a:gd name="T99" fmla="*/ 158 h 12"/>
                  <a:gd name="T100" fmla="*/ 63 w 13"/>
                  <a:gd name="T101" fmla="*/ 158 h 12"/>
                  <a:gd name="T102" fmla="*/ 63 w 13"/>
                  <a:gd name="T103" fmla="*/ 158 h 12"/>
                  <a:gd name="T104" fmla="*/ 84 w 13"/>
                  <a:gd name="T105" fmla="*/ 145 h 12"/>
                  <a:gd name="T106" fmla="*/ 63 w 13"/>
                  <a:gd name="T107" fmla="*/ 125 h 12"/>
                  <a:gd name="T108" fmla="*/ 20 w 13"/>
                  <a:gd name="T109" fmla="*/ 158 h 1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3" h="12">
                    <a:moveTo>
                      <a:pt x="1" y="10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1" y="11"/>
                    </a:cubicBezTo>
                    <a:cubicBezTo>
                      <a:pt x="1" y="11"/>
                      <a:pt x="2" y="12"/>
                      <a:pt x="2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0"/>
                      <a:pt x="7" y="9"/>
                      <a:pt x="9" y="7"/>
                    </a:cubicBezTo>
                    <a:cubicBezTo>
                      <a:pt x="11" y="5"/>
                      <a:pt x="12" y="3"/>
                      <a:pt x="13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7" y="3"/>
                      <a:pt x="6" y="4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5" y="10"/>
                      <a:pt x="5" y="9"/>
                    </a:cubicBezTo>
                    <a:cubicBezTo>
                      <a:pt x="5" y="9"/>
                      <a:pt x="4" y="8"/>
                      <a:pt x="4" y="8"/>
                    </a:cubicBez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53" name="Freeform 71">
                <a:extLst>
                  <a:ext uri="{FF2B5EF4-FFF2-40B4-BE49-F238E27FC236}">
                    <a16:creationId xmlns:a16="http://schemas.microsoft.com/office/drawing/2014/main" id="{040D301E-5402-4538-AF58-0565B8A5D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055"/>
                <a:ext cx="42" cy="40"/>
              </a:xfrm>
              <a:custGeom>
                <a:avLst/>
                <a:gdLst>
                  <a:gd name="T0" fmla="*/ 0 w 17"/>
                  <a:gd name="T1" fmla="*/ 208 h 16"/>
                  <a:gd name="T2" fmla="*/ 12 w 17"/>
                  <a:gd name="T3" fmla="*/ 208 h 16"/>
                  <a:gd name="T4" fmla="*/ 91 w 17"/>
                  <a:gd name="T5" fmla="*/ 238 h 16"/>
                  <a:gd name="T6" fmla="*/ 166 w 17"/>
                  <a:gd name="T7" fmla="*/ 250 h 16"/>
                  <a:gd name="T8" fmla="*/ 212 w 17"/>
                  <a:gd name="T9" fmla="*/ 238 h 16"/>
                  <a:gd name="T10" fmla="*/ 245 w 17"/>
                  <a:gd name="T11" fmla="*/ 220 h 16"/>
                  <a:gd name="T12" fmla="*/ 257 w 17"/>
                  <a:gd name="T13" fmla="*/ 158 h 16"/>
                  <a:gd name="T14" fmla="*/ 257 w 17"/>
                  <a:gd name="T15" fmla="*/ 125 h 16"/>
                  <a:gd name="T16" fmla="*/ 195 w 17"/>
                  <a:gd name="T17" fmla="*/ 83 h 16"/>
                  <a:gd name="T18" fmla="*/ 104 w 17"/>
                  <a:gd name="T19" fmla="*/ 33 h 16"/>
                  <a:gd name="T20" fmla="*/ 62 w 17"/>
                  <a:gd name="T21" fmla="*/ 20 h 16"/>
                  <a:gd name="T22" fmla="*/ 30 w 17"/>
                  <a:gd name="T23" fmla="*/ 0 h 16"/>
                  <a:gd name="T24" fmla="*/ 0 w 17"/>
                  <a:gd name="T25" fmla="*/ 50 h 16"/>
                  <a:gd name="T26" fmla="*/ 30 w 17"/>
                  <a:gd name="T27" fmla="*/ 63 h 16"/>
                  <a:gd name="T28" fmla="*/ 153 w 17"/>
                  <a:gd name="T29" fmla="*/ 113 h 16"/>
                  <a:gd name="T30" fmla="*/ 195 w 17"/>
                  <a:gd name="T31" fmla="*/ 145 h 16"/>
                  <a:gd name="T32" fmla="*/ 195 w 17"/>
                  <a:gd name="T33" fmla="*/ 158 h 16"/>
                  <a:gd name="T34" fmla="*/ 195 w 17"/>
                  <a:gd name="T35" fmla="*/ 175 h 16"/>
                  <a:gd name="T36" fmla="*/ 195 w 17"/>
                  <a:gd name="T37" fmla="*/ 188 h 16"/>
                  <a:gd name="T38" fmla="*/ 166 w 17"/>
                  <a:gd name="T39" fmla="*/ 188 h 16"/>
                  <a:gd name="T40" fmla="*/ 91 w 17"/>
                  <a:gd name="T41" fmla="*/ 158 h 16"/>
                  <a:gd name="T42" fmla="*/ 42 w 17"/>
                  <a:gd name="T43" fmla="*/ 145 h 16"/>
                  <a:gd name="T44" fmla="*/ 0 w 17"/>
                  <a:gd name="T45" fmla="*/ 145 h 16"/>
                  <a:gd name="T46" fmla="*/ 0 w 17"/>
                  <a:gd name="T47" fmla="*/ 208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6">
                    <a:moveTo>
                      <a:pt x="0" y="13"/>
                    </a:moveTo>
                    <a:cubicBezTo>
                      <a:pt x="0" y="13"/>
                      <a:pt x="1" y="13"/>
                      <a:pt x="1" y="13"/>
                    </a:cubicBezTo>
                    <a:cubicBezTo>
                      <a:pt x="3" y="14"/>
                      <a:pt x="4" y="14"/>
                      <a:pt x="6" y="15"/>
                    </a:cubicBezTo>
                    <a:cubicBezTo>
                      <a:pt x="8" y="15"/>
                      <a:pt x="10" y="16"/>
                      <a:pt x="11" y="16"/>
                    </a:cubicBezTo>
                    <a:cubicBezTo>
                      <a:pt x="12" y="16"/>
                      <a:pt x="13" y="16"/>
                      <a:pt x="14" y="15"/>
                    </a:cubicBezTo>
                    <a:cubicBezTo>
                      <a:pt x="15" y="15"/>
                      <a:pt x="16" y="14"/>
                      <a:pt x="16" y="14"/>
                    </a:cubicBezTo>
                    <a:cubicBezTo>
                      <a:pt x="17" y="13"/>
                      <a:pt x="17" y="12"/>
                      <a:pt x="17" y="10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6" y="6"/>
                      <a:pt x="15" y="5"/>
                      <a:pt x="13" y="5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4" y="5"/>
                      <a:pt x="7" y="6"/>
                      <a:pt x="10" y="7"/>
                    </a:cubicBezTo>
                    <a:cubicBezTo>
                      <a:pt x="11" y="8"/>
                      <a:pt x="12" y="9"/>
                      <a:pt x="13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0" y="12"/>
                      <a:pt x="8" y="11"/>
                      <a:pt x="6" y="10"/>
                    </a:cubicBezTo>
                    <a:cubicBezTo>
                      <a:pt x="5" y="10"/>
                      <a:pt x="4" y="10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54" name="Freeform 72">
                <a:extLst>
                  <a:ext uri="{FF2B5EF4-FFF2-40B4-BE49-F238E27FC236}">
                    <a16:creationId xmlns:a16="http://schemas.microsoft.com/office/drawing/2014/main" id="{14FA0F61-DDD5-4430-B3F2-0E1D6E82D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008"/>
                <a:ext cx="35" cy="30"/>
              </a:xfrm>
              <a:custGeom>
                <a:avLst/>
                <a:gdLst>
                  <a:gd name="T0" fmla="*/ 50 w 14"/>
                  <a:gd name="T1" fmla="*/ 188 h 12"/>
                  <a:gd name="T2" fmla="*/ 113 w 14"/>
                  <a:gd name="T3" fmla="*/ 125 h 12"/>
                  <a:gd name="T4" fmla="*/ 220 w 14"/>
                  <a:gd name="T5" fmla="*/ 50 h 12"/>
                  <a:gd name="T6" fmla="*/ 175 w 14"/>
                  <a:gd name="T7" fmla="*/ 0 h 12"/>
                  <a:gd name="T8" fmla="*/ 83 w 14"/>
                  <a:gd name="T9" fmla="*/ 83 h 12"/>
                  <a:gd name="T10" fmla="*/ 0 w 14"/>
                  <a:gd name="T11" fmla="*/ 175 h 12"/>
                  <a:gd name="T12" fmla="*/ 50 w 14"/>
                  <a:gd name="T13" fmla="*/ 18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3" y="12"/>
                    </a:moveTo>
                    <a:cubicBezTo>
                      <a:pt x="4" y="11"/>
                      <a:pt x="5" y="9"/>
                      <a:pt x="7" y="8"/>
                    </a:cubicBezTo>
                    <a:cubicBezTo>
                      <a:pt x="9" y="6"/>
                      <a:pt x="12" y="5"/>
                      <a:pt x="14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2"/>
                      <a:pt x="7" y="3"/>
                      <a:pt x="5" y="5"/>
                    </a:cubicBezTo>
                    <a:cubicBezTo>
                      <a:pt x="3" y="6"/>
                      <a:pt x="1" y="8"/>
                      <a:pt x="0" y="11"/>
                    </a:cubicBez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55" name="Freeform 73">
                <a:extLst>
                  <a:ext uri="{FF2B5EF4-FFF2-40B4-BE49-F238E27FC236}">
                    <a16:creationId xmlns:a16="http://schemas.microsoft.com/office/drawing/2014/main" id="{0A1570D5-DCEA-49F0-A51E-6677D3F2D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923"/>
                <a:ext cx="15" cy="42"/>
              </a:xfrm>
              <a:custGeom>
                <a:avLst/>
                <a:gdLst>
                  <a:gd name="T0" fmla="*/ 33 w 6"/>
                  <a:gd name="T1" fmla="*/ 30 h 17"/>
                  <a:gd name="T2" fmla="*/ 33 w 6"/>
                  <a:gd name="T3" fmla="*/ 74 h 17"/>
                  <a:gd name="T4" fmla="*/ 0 w 6"/>
                  <a:gd name="T5" fmla="*/ 245 h 17"/>
                  <a:gd name="T6" fmla="*/ 50 w 6"/>
                  <a:gd name="T7" fmla="*/ 257 h 17"/>
                  <a:gd name="T8" fmla="*/ 95 w 6"/>
                  <a:gd name="T9" fmla="*/ 74 h 17"/>
                  <a:gd name="T10" fmla="*/ 83 w 6"/>
                  <a:gd name="T11" fmla="*/ 0 h 17"/>
                  <a:gd name="T12" fmla="*/ 33 w 6"/>
                  <a:gd name="T13" fmla="*/ 3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7">
                    <a:moveTo>
                      <a:pt x="2" y="2"/>
                    </a:moveTo>
                    <a:cubicBezTo>
                      <a:pt x="2" y="2"/>
                      <a:pt x="2" y="3"/>
                      <a:pt x="2" y="5"/>
                    </a:cubicBezTo>
                    <a:cubicBezTo>
                      <a:pt x="2" y="8"/>
                      <a:pt x="1" y="13"/>
                      <a:pt x="0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4"/>
                      <a:pt x="6" y="9"/>
                      <a:pt x="6" y="5"/>
                    </a:cubicBezTo>
                    <a:cubicBezTo>
                      <a:pt x="6" y="3"/>
                      <a:pt x="6" y="2"/>
                      <a:pt x="5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56" name="Freeform 74">
                <a:extLst>
                  <a:ext uri="{FF2B5EF4-FFF2-40B4-BE49-F238E27FC236}">
                    <a16:creationId xmlns:a16="http://schemas.microsoft.com/office/drawing/2014/main" id="{ED40CAA1-F0C3-459A-A83B-ECC86DC42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933"/>
                <a:ext cx="17" cy="37"/>
              </a:xfrm>
              <a:custGeom>
                <a:avLst/>
                <a:gdLst>
                  <a:gd name="T0" fmla="*/ 41 w 7"/>
                  <a:gd name="T1" fmla="*/ 12 h 15"/>
                  <a:gd name="T2" fmla="*/ 41 w 7"/>
                  <a:gd name="T3" fmla="*/ 12 h 15"/>
                  <a:gd name="T4" fmla="*/ 0 w 7"/>
                  <a:gd name="T5" fmla="*/ 212 h 15"/>
                  <a:gd name="T6" fmla="*/ 58 w 7"/>
                  <a:gd name="T7" fmla="*/ 224 h 15"/>
                  <a:gd name="T8" fmla="*/ 100 w 7"/>
                  <a:gd name="T9" fmla="*/ 12 h 15"/>
                  <a:gd name="T10" fmla="*/ 100 w 7"/>
                  <a:gd name="T11" fmla="*/ 0 h 15"/>
                  <a:gd name="T12" fmla="*/ 41 w 7"/>
                  <a:gd name="T13" fmla="*/ 1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5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5"/>
                      <a:pt x="1" y="10"/>
                      <a:pt x="0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1"/>
                      <a:pt x="7" y="6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57" name="Freeform 75">
                <a:extLst>
                  <a:ext uri="{FF2B5EF4-FFF2-40B4-BE49-F238E27FC236}">
                    <a16:creationId xmlns:a16="http://schemas.microsoft.com/office/drawing/2014/main" id="{25A3A41F-71D5-42B5-B8BE-CC15355B7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033"/>
                <a:ext cx="37" cy="32"/>
              </a:xfrm>
              <a:custGeom>
                <a:avLst/>
                <a:gdLst>
                  <a:gd name="T0" fmla="*/ 224 w 15"/>
                  <a:gd name="T1" fmla="*/ 133 h 13"/>
                  <a:gd name="T2" fmla="*/ 121 w 15"/>
                  <a:gd name="T3" fmla="*/ 74 h 13"/>
                  <a:gd name="T4" fmla="*/ 42 w 15"/>
                  <a:gd name="T5" fmla="*/ 0 h 13"/>
                  <a:gd name="T6" fmla="*/ 0 w 15"/>
                  <a:gd name="T7" fmla="*/ 30 h 13"/>
                  <a:gd name="T8" fmla="*/ 91 w 15"/>
                  <a:gd name="T9" fmla="*/ 121 h 13"/>
                  <a:gd name="T10" fmla="*/ 195 w 15"/>
                  <a:gd name="T11" fmla="*/ 194 h 13"/>
                  <a:gd name="T12" fmla="*/ 224 w 15"/>
                  <a:gd name="T13" fmla="*/ 13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15" y="9"/>
                    </a:moveTo>
                    <a:cubicBezTo>
                      <a:pt x="13" y="9"/>
                      <a:pt x="11" y="7"/>
                      <a:pt x="8" y="5"/>
                    </a:cubicBezTo>
                    <a:cubicBezTo>
                      <a:pt x="6" y="4"/>
                      <a:pt x="4" y="2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7"/>
                      <a:pt x="6" y="8"/>
                    </a:cubicBezTo>
                    <a:cubicBezTo>
                      <a:pt x="8" y="10"/>
                      <a:pt x="11" y="12"/>
                      <a:pt x="13" y="13"/>
                    </a:cubicBez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58" name="Freeform 76">
                <a:extLst>
                  <a:ext uri="{FF2B5EF4-FFF2-40B4-BE49-F238E27FC236}">
                    <a16:creationId xmlns:a16="http://schemas.microsoft.com/office/drawing/2014/main" id="{DF1CE864-8057-40E4-A0A3-A56092471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43"/>
                <a:ext cx="48" cy="67"/>
              </a:xfrm>
              <a:custGeom>
                <a:avLst/>
                <a:gdLst>
                  <a:gd name="T0" fmla="*/ 243 w 19"/>
                  <a:gd name="T1" fmla="*/ 166 h 27"/>
                  <a:gd name="T2" fmla="*/ 222 w 19"/>
                  <a:gd name="T3" fmla="*/ 216 h 27"/>
                  <a:gd name="T4" fmla="*/ 147 w 19"/>
                  <a:gd name="T5" fmla="*/ 308 h 27"/>
                  <a:gd name="T6" fmla="*/ 114 w 19"/>
                  <a:gd name="T7" fmla="*/ 337 h 27"/>
                  <a:gd name="T8" fmla="*/ 83 w 19"/>
                  <a:gd name="T9" fmla="*/ 350 h 27"/>
                  <a:gd name="T10" fmla="*/ 63 w 19"/>
                  <a:gd name="T11" fmla="*/ 350 h 27"/>
                  <a:gd name="T12" fmla="*/ 63 w 19"/>
                  <a:gd name="T13" fmla="*/ 308 h 27"/>
                  <a:gd name="T14" fmla="*/ 96 w 19"/>
                  <a:gd name="T15" fmla="*/ 154 h 27"/>
                  <a:gd name="T16" fmla="*/ 129 w 19"/>
                  <a:gd name="T17" fmla="*/ 92 h 27"/>
                  <a:gd name="T18" fmla="*/ 147 w 19"/>
                  <a:gd name="T19" fmla="*/ 74 h 27"/>
                  <a:gd name="T20" fmla="*/ 159 w 19"/>
                  <a:gd name="T21" fmla="*/ 62 h 27"/>
                  <a:gd name="T22" fmla="*/ 147 w 19"/>
                  <a:gd name="T23" fmla="*/ 0 h 27"/>
                  <a:gd name="T24" fmla="*/ 83 w 19"/>
                  <a:gd name="T25" fmla="*/ 42 h 27"/>
                  <a:gd name="T26" fmla="*/ 20 w 19"/>
                  <a:gd name="T27" fmla="*/ 166 h 27"/>
                  <a:gd name="T28" fmla="*/ 0 w 19"/>
                  <a:gd name="T29" fmla="*/ 308 h 27"/>
                  <a:gd name="T30" fmla="*/ 20 w 19"/>
                  <a:gd name="T31" fmla="*/ 382 h 27"/>
                  <a:gd name="T32" fmla="*/ 83 w 19"/>
                  <a:gd name="T33" fmla="*/ 412 h 27"/>
                  <a:gd name="T34" fmla="*/ 159 w 19"/>
                  <a:gd name="T35" fmla="*/ 382 h 27"/>
                  <a:gd name="T36" fmla="*/ 255 w 19"/>
                  <a:gd name="T37" fmla="*/ 290 h 27"/>
                  <a:gd name="T38" fmla="*/ 306 w 19"/>
                  <a:gd name="T39" fmla="*/ 196 h 27"/>
                  <a:gd name="T40" fmla="*/ 243 w 19"/>
                  <a:gd name="T41" fmla="*/ 166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9" h="27">
                    <a:moveTo>
                      <a:pt x="15" y="11"/>
                    </a:moveTo>
                    <a:cubicBezTo>
                      <a:pt x="15" y="12"/>
                      <a:pt x="15" y="13"/>
                      <a:pt x="14" y="14"/>
                    </a:cubicBezTo>
                    <a:cubicBezTo>
                      <a:pt x="13" y="16"/>
                      <a:pt x="11" y="19"/>
                      <a:pt x="9" y="20"/>
                    </a:cubicBezTo>
                    <a:cubicBezTo>
                      <a:pt x="8" y="21"/>
                      <a:pt x="7" y="22"/>
                      <a:pt x="7" y="22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1"/>
                      <a:pt x="4" y="20"/>
                    </a:cubicBezTo>
                    <a:cubicBezTo>
                      <a:pt x="4" y="17"/>
                      <a:pt x="5" y="13"/>
                      <a:pt x="6" y="10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6" y="2"/>
                      <a:pt x="5" y="3"/>
                    </a:cubicBezTo>
                    <a:cubicBezTo>
                      <a:pt x="3" y="5"/>
                      <a:pt x="2" y="8"/>
                      <a:pt x="1" y="11"/>
                    </a:cubicBezTo>
                    <a:cubicBezTo>
                      <a:pt x="0" y="14"/>
                      <a:pt x="0" y="17"/>
                      <a:pt x="0" y="20"/>
                    </a:cubicBezTo>
                    <a:cubicBezTo>
                      <a:pt x="0" y="22"/>
                      <a:pt x="0" y="24"/>
                      <a:pt x="1" y="25"/>
                    </a:cubicBezTo>
                    <a:cubicBezTo>
                      <a:pt x="2" y="26"/>
                      <a:pt x="4" y="27"/>
                      <a:pt x="5" y="27"/>
                    </a:cubicBezTo>
                    <a:cubicBezTo>
                      <a:pt x="7" y="27"/>
                      <a:pt x="8" y="26"/>
                      <a:pt x="10" y="25"/>
                    </a:cubicBezTo>
                    <a:cubicBezTo>
                      <a:pt x="12" y="23"/>
                      <a:pt x="14" y="21"/>
                      <a:pt x="16" y="19"/>
                    </a:cubicBezTo>
                    <a:cubicBezTo>
                      <a:pt x="17" y="16"/>
                      <a:pt x="19" y="14"/>
                      <a:pt x="19" y="13"/>
                    </a:cubicBezTo>
                    <a:lnTo>
                      <a:pt x="15" y="11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59" name="Freeform 77">
                <a:extLst>
                  <a:ext uri="{FF2B5EF4-FFF2-40B4-BE49-F238E27FC236}">
                    <a16:creationId xmlns:a16="http://schemas.microsoft.com/office/drawing/2014/main" id="{C4186A5D-ECAC-419D-B75B-08F190F8D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055"/>
                <a:ext cx="35" cy="15"/>
              </a:xfrm>
              <a:custGeom>
                <a:avLst/>
                <a:gdLst>
                  <a:gd name="T0" fmla="*/ 0 w 14"/>
                  <a:gd name="T1" fmla="*/ 63 h 6"/>
                  <a:gd name="T2" fmla="*/ 20 w 14"/>
                  <a:gd name="T3" fmla="*/ 63 h 6"/>
                  <a:gd name="T4" fmla="*/ 113 w 14"/>
                  <a:gd name="T5" fmla="*/ 83 h 6"/>
                  <a:gd name="T6" fmla="*/ 188 w 14"/>
                  <a:gd name="T7" fmla="*/ 95 h 6"/>
                  <a:gd name="T8" fmla="*/ 220 w 14"/>
                  <a:gd name="T9" fmla="*/ 50 h 6"/>
                  <a:gd name="T10" fmla="*/ 125 w 14"/>
                  <a:gd name="T11" fmla="*/ 20 h 6"/>
                  <a:gd name="T12" fmla="*/ 20 w 14"/>
                  <a:gd name="T13" fmla="*/ 0 h 6"/>
                  <a:gd name="T14" fmla="*/ 0 w 14"/>
                  <a:gd name="T15" fmla="*/ 0 h 6"/>
                  <a:gd name="T16" fmla="*/ 0 w 14"/>
                  <a:gd name="T17" fmla="*/ 63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6">
                    <a:moveTo>
                      <a:pt x="0" y="4"/>
                    </a:moveTo>
                    <a:cubicBezTo>
                      <a:pt x="0" y="4"/>
                      <a:pt x="0" y="4"/>
                      <a:pt x="1" y="4"/>
                    </a:cubicBezTo>
                    <a:cubicBezTo>
                      <a:pt x="3" y="4"/>
                      <a:pt x="5" y="4"/>
                      <a:pt x="7" y="5"/>
                    </a:cubicBezTo>
                    <a:cubicBezTo>
                      <a:pt x="9" y="5"/>
                      <a:pt x="11" y="6"/>
                      <a:pt x="12" y="6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2"/>
                      <a:pt x="10" y="1"/>
                      <a:pt x="8" y="1"/>
                    </a:cubicBezTo>
                    <a:cubicBezTo>
                      <a:pt x="5" y="0"/>
                      <a:pt x="3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60" name="Freeform 78">
                <a:extLst>
                  <a:ext uri="{FF2B5EF4-FFF2-40B4-BE49-F238E27FC236}">
                    <a16:creationId xmlns:a16="http://schemas.microsoft.com/office/drawing/2014/main" id="{4413AB17-00E4-48F8-B6C7-B3D43B6D8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050"/>
                <a:ext cx="35" cy="28"/>
              </a:xfrm>
              <a:custGeom>
                <a:avLst/>
                <a:gdLst>
                  <a:gd name="T0" fmla="*/ 0 w 14"/>
                  <a:gd name="T1" fmla="*/ 51 h 11"/>
                  <a:gd name="T2" fmla="*/ 95 w 14"/>
                  <a:gd name="T3" fmla="*/ 117 h 11"/>
                  <a:gd name="T4" fmla="*/ 188 w 14"/>
                  <a:gd name="T5" fmla="*/ 181 h 11"/>
                  <a:gd name="T6" fmla="*/ 220 w 14"/>
                  <a:gd name="T7" fmla="*/ 117 h 11"/>
                  <a:gd name="T8" fmla="*/ 125 w 14"/>
                  <a:gd name="T9" fmla="*/ 64 h 11"/>
                  <a:gd name="T10" fmla="*/ 50 w 14"/>
                  <a:gd name="T11" fmla="*/ 0 h 11"/>
                  <a:gd name="T12" fmla="*/ 0 w 14"/>
                  <a:gd name="T13" fmla="*/ 5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0" y="3"/>
                    </a:moveTo>
                    <a:cubicBezTo>
                      <a:pt x="2" y="4"/>
                      <a:pt x="4" y="6"/>
                      <a:pt x="6" y="7"/>
                    </a:cubicBezTo>
                    <a:cubicBezTo>
                      <a:pt x="8" y="8"/>
                      <a:pt x="10" y="10"/>
                      <a:pt x="12" y="11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0" y="5"/>
                      <a:pt x="8" y="4"/>
                    </a:cubicBezTo>
                    <a:cubicBezTo>
                      <a:pt x="6" y="2"/>
                      <a:pt x="4" y="1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61" name="Freeform 79">
                <a:extLst>
                  <a:ext uri="{FF2B5EF4-FFF2-40B4-BE49-F238E27FC236}">
                    <a16:creationId xmlns:a16="http://schemas.microsoft.com/office/drawing/2014/main" id="{F7047C0E-E871-4315-A449-B2C4C16CE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010"/>
                <a:ext cx="22" cy="28"/>
              </a:xfrm>
              <a:custGeom>
                <a:avLst/>
                <a:gdLst>
                  <a:gd name="T0" fmla="*/ 0 w 9"/>
                  <a:gd name="T1" fmla="*/ 51 h 11"/>
                  <a:gd name="T2" fmla="*/ 71 w 9"/>
                  <a:gd name="T3" fmla="*/ 181 h 11"/>
                  <a:gd name="T4" fmla="*/ 132 w 9"/>
                  <a:gd name="T5" fmla="*/ 163 h 11"/>
                  <a:gd name="T6" fmla="*/ 42 w 9"/>
                  <a:gd name="T7" fmla="*/ 0 h 11"/>
                  <a:gd name="T8" fmla="*/ 0 w 9"/>
                  <a:gd name="T9" fmla="*/ 5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0" y="3"/>
                    </a:moveTo>
                    <a:cubicBezTo>
                      <a:pt x="2" y="5"/>
                      <a:pt x="4" y="8"/>
                      <a:pt x="5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6"/>
                      <a:pt x="6" y="3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62" name="Freeform 80">
                <a:extLst>
                  <a:ext uri="{FF2B5EF4-FFF2-40B4-BE49-F238E27FC236}">
                    <a16:creationId xmlns:a16="http://schemas.microsoft.com/office/drawing/2014/main" id="{144B0444-7BB2-490B-A757-7C374B3B3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063"/>
                <a:ext cx="23" cy="25"/>
              </a:xfrm>
              <a:custGeom>
                <a:avLst/>
                <a:gdLst>
                  <a:gd name="T0" fmla="*/ 33 w 9"/>
                  <a:gd name="T1" fmla="*/ 158 h 10"/>
                  <a:gd name="T2" fmla="*/ 97 w 9"/>
                  <a:gd name="T3" fmla="*/ 95 h 10"/>
                  <a:gd name="T4" fmla="*/ 151 w 9"/>
                  <a:gd name="T5" fmla="*/ 50 h 10"/>
                  <a:gd name="T6" fmla="*/ 118 w 9"/>
                  <a:gd name="T7" fmla="*/ 0 h 10"/>
                  <a:gd name="T8" fmla="*/ 51 w 9"/>
                  <a:gd name="T9" fmla="*/ 50 h 10"/>
                  <a:gd name="T10" fmla="*/ 0 w 9"/>
                  <a:gd name="T11" fmla="*/ 113 h 10"/>
                  <a:gd name="T12" fmla="*/ 33 w 9"/>
                  <a:gd name="T13" fmla="*/ 15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2" y="10"/>
                    </a:moveTo>
                    <a:cubicBezTo>
                      <a:pt x="4" y="8"/>
                      <a:pt x="5" y="7"/>
                      <a:pt x="6" y="6"/>
                    </a:cubicBezTo>
                    <a:cubicBezTo>
                      <a:pt x="7" y="5"/>
                      <a:pt x="8" y="4"/>
                      <a:pt x="9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2" y="5"/>
                      <a:pt x="1" y="6"/>
                      <a:pt x="0" y="7"/>
                    </a:cubicBez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63" name="Freeform 81">
                <a:extLst>
                  <a:ext uri="{FF2B5EF4-FFF2-40B4-BE49-F238E27FC236}">
                    <a16:creationId xmlns:a16="http://schemas.microsoft.com/office/drawing/2014/main" id="{8AECD686-F1C4-4A34-851B-F66A7CEF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926"/>
                <a:ext cx="15" cy="32"/>
              </a:xfrm>
              <a:custGeom>
                <a:avLst/>
                <a:gdLst>
                  <a:gd name="T0" fmla="*/ 95 w 6"/>
                  <a:gd name="T1" fmla="*/ 182 h 13"/>
                  <a:gd name="T2" fmla="*/ 63 w 6"/>
                  <a:gd name="T3" fmla="*/ 0 h 13"/>
                  <a:gd name="T4" fmla="*/ 0 w 6"/>
                  <a:gd name="T5" fmla="*/ 12 h 13"/>
                  <a:gd name="T6" fmla="*/ 33 w 6"/>
                  <a:gd name="T7" fmla="*/ 194 h 13"/>
                  <a:gd name="T8" fmla="*/ 95 w 6"/>
                  <a:gd name="T9" fmla="*/ 18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12"/>
                    </a:moveTo>
                    <a:cubicBezTo>
                      <a:pt x="5" y="8"/>
                      <a:pt x="4" y="4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2" y="9"/>
                      <a:pt x="2" y="13"/>
                    </a:cubicBez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64" name="Freeform 82">
                <a:extLst>
                  <a:ext uri="{FF2B5EF4-FFF2-40B4-BE49-F238E27FC236}">
                    <a16:creationId xmlns:a16="http://schemas.microsoft.com/office/drawing/2014/main" id="{568CC0E6-684D-4F2E-9E70-7568AD679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938"/>
                <a:ext cx="32" cy="33"/>
              </a:xfrm>
              <a:custGeom>
                <a:avLst/>
                <a:gdLst>
                  <a:gd name="T0" fmla="*/ 12 w 13"/>
                  <a:gd name="T1" fmla="*/ 0 h 13"/>
                  <a:gd name="T2" fmla="*/ 0 w 13"/>
                  <a:gd name="T3" fmla="*/ 33 h 13"/>
                  <a:gd name="T4" fmla="*/ 30 w 13"/>
                  <a:gd name="T5" fmla="*/ 96 h 13"/>
                  <a:gd name="T6" fmla="*/ 91 w 13"/>
                  <a:gd name="T7" fmla="*/ 160 h 13"/>
                  <a:gd name="T8" fmla="*/ 153 w 13"/>
                  <a:gd name="T9" fmla="*/ 213 h 13"/>
                  <a:gd name="T10" fmla="*/ 194 w 13"/>
                  <a:gd name="T11" fmla="*/ 180 h 13"/>
                  <a:gd name="T12" fmla="*/ 153 w 13"/>
                  <a:gd name="T13" fmla="*/ 129 h 13"/>
                  <a:gd name="T14" fmla="*/ 91 w 13"/>
                  <a:gd name="T15" fmla="*/ 63 h 13"/>
                  <a:gd name="T16" fmla="*/ 62 w 13"/>
                  <a:gd name="T17" fmla="*/ 51 h 13"/>
                  <a:gd name="T18" fmla="*/ 62 w 13"/>
                  <a:gd name="T19" fmla="*/ 33 h 13"/>
                  <a:gd name="T20" fmla="*/ 62 w 13"/>
                  <a:gd name="T21" fmla="*/ 33 h 13"/>
                  <a:gd name="T22" fmla="*/ 62 w 13"/>
                  <a:gd name="T23" fmla="*/ 33 h 13"/>
                  <a:gd name="T24" fmla="*/ 62 w 13"/>
                  <a:gd name="T25" fmla="*/ 33 h 13"/>
                  <a:gd name="T26" fmla="*/ 62 w 13"/>
                  <a:gd name="T27" fmla="*/ 33 h 13"/>
                  <a:gd name="T28" fmla="*/ 62 w 13"/>
                  <a:gd name="T29" fmla="*/ 33 h 13"/>
                  <a:gd name="T30" fmla="*/ 62 w 13"/>
                  <a:gd name="T31" fmla="*/ 33 h 13"/>
                  <a:gd name="T32" fmla="*/ 42 w 13"/>
                  <a:gd name="T33" fmla="*/ 33 h 13"/>
                  <a:gd name="T34" fmla="*/ 62 w 13"/>
                  <a:gd name="T35" fmla="*/ 51 h 13"/>
                  <a:gd name="T36" fmla="*/ 62 w 13"/>
                  <a:gd name="T37" fmla="*/ 33 h 13"/>
                  <a:gd name="T38" fmla="*/ 42 w 13"/>
                  <a:gd name="T39" fmla="*/ 33 h 13"/>
                  <a:gd name="T40" fmla="*/ 62 w 13"/>
                  <a:gd name="T41" fmla="*/ 51 h 13"/>
                  <a:gd name="T42" fmla="*/ 12 w 13"/>
                  <a:gd name="T43" fmla="*/ 0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3" y="7"/>
                      <a:pt x="5" y="9"/>
                      <a:pt x="6" y="10"/>
                    </a:cubicBezTo>
                    <a:cubicBezTo>
                      <a:pt x="8" y="11"/>
                      <a:pt x="9" y="12"/>
                      <a:pt x="10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1" y="9"/>
                      <a:pt x="10" y="8"/>
                    </a:cubicBezTo>
                    <a:cubicBezTo>
                      <a:pt x="9" y="7"/>
                      <a:pt x="7" y="5"/>
                      <a:pt x="6" y="4"/>
                    </a:cubicBezTo>
                    <a:cubicBezTo>
                      <a:pt x="5" y="4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65" name="Freeform 83">
                <a:extLst>
                  <a:ext uri="{FF2B5EF4-FFF2-40B4-BE49-F238E27FC236}">
                    <a16:creationId xmlns:a16="http://schemas.microsoft.com/office/drawing/2014/main" id="{B1EA02E0-D11C-49FE-9C14-8D9A104C3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1006"/>
                <a:ext cx="28" cy="30"/>
              </a:xfrm>
              <a:custGeom>
                <a:avLst/>
                <a:gdLst>
                  <a:gd name="T0" fmla="*/ 64 w 11"/>
                  <a:gd name="T1" fmla="*/ 188 h 12"/>
                  <a:gd name="T2" fmla="*/ 181 w 11"/>
                  <a:gd name="T3" fmla="*/ 50 h 12"/>
                  <a:gd name="T4" fmla="*/ 130 w 11"/>
                  <a:gd name="T5" fmla="*/ 0 h 12"/>
                  <a:gd name="T6" fmla="*/ 0 w 11"/>
                  <a:gd name="T7" fmla="*/ 158 h 12"/>
                  <a:gd name="T8" fmla="*/ 64 w 11"/>
                  <a:gd name="T9" fmla="*/ 1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4" y="12"/>
                    </a:moveTo>
                    <a:cubicBezTo>
                      <a:pt x="6" y="9"/>
                      <a:pt x="8" y="6"/>
                      <a:pt x="11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3"/>
                      <a:pt x="2" y="7"/>
                      <a:pt x="0" y="10"/>
                    </a:cubicBez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66" name="Freeform 84">
                <a:extLst>
                  <a:ext uri="{FF2B5EF4-FFF2-40B4-BE49-F238E27FC236}">
                    <a16:creationId xmlns:a16="http://schemas.microsoft.com/office/drawing/2014/main" id="{C31991F0-D7D1-4E04-B51C-A63F14E84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946"/>
                <a:ext cx="28" cy="30"/>
              </a:xfrm>
              <a:custGeom>
                <a:avLst/>
                <a:gdLst>
                  <a:gd name="T0" fmla="*/ 20 w 11"/>
                  <a:gd name="T1" fmla="*/ 188 h 12"/>
                  <a:gd name="T2" fmla="*/ 181 w 11"/>
                  <a:gd name="T3" fmla="*/ 50 h 12"/>
                  <a:gd name="T4" fmla="*/ 130 w 11"/>
                  <a:gd name="T5" fmla="*/ 0 h 12"/>
                  <a:gd name="T6" fmla="*/ 0 w 11"/>
                  <a:gd name="T7" fmla="*/ 125 h 12"/>
                  <a:gd name="T8" fmla="*/ 20 w 11"/>
                  <a:gd name="T9" fmla="*/ 1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" y="12"/>
                    </a:moveTo>
                    <a:cubicBezTo>
                      <a:pt x="6" y="10"/>
                      <a:pt x="8" y="6"/>
                      <a:pt x="11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3"/>
                      <a:pt x="3" y="6"/>
                      <a:pt x="0" y="8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67" name="Freeform 85">
                <a:extLst>
                  <a:ext uri="{FF2B5EF4-FFF2-40B4-BE49-F238E27FC236}">
                    <a16:creationId xmlns:a16="http://schemas.microsoft.com/office/drawing/2014/main" id="{AE8D7E07-8CB0-4C08-8D3A-D89A1795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971"/>
                <a:ext cx="47" cy="45"/>
              </a:xfrm>
              <a:custGeom>
                <a:avLst/>
                <a:gdLst>
                  <a:gd name="T0" fmla="*/ 0 w 19"/>
                  <a:gd name="T1" fmla="*/ 83 h 18"/>
                  <a:gd name="T2" fmla="*/ 30 w 19"/>
                  <a:gd name="T3" fmla="*/ 113 h 18"/>
                  <a:gd name="T4" fmla="*/ 104 w 19"/>
                  <a:gd name="T5" fmla="*/ 220 h 18"/>
                  <a:gd name="T6" fmla="*/ 153 w 19"/>
                  <a:gd name="T7" fmla="*/ 270 h 18"/>
                  <a:gd name="T8" fmla="*/ 215 w 19"/>
                  <a:gd name="T9" fmla="*/ 283 h 18"/>
                  <a:gd name="T10" fmla="*/ 245 w 19"/>
                  <a:gd name="T11" fmla="*/ 283 h 18"/>
                  <a:gd name="T12" fmla="*/ 287 w 19"/>
                  <a:gd name="T13" fmla="*/ 250 h 18"/>
                  <a:gd name="T14" fmla="*/ 287 w 19"/>
                  <a:gd name="T15" fmla="*/ 220 h 18"/>
                  <a:gd name="T16" fmla="*/ 275 w 19"/>
                  <a:gd name="T17" fmla="*/ 145 h 18"/>
                  <a:gd name="T18" fmla="*/ 215 w 19"/>
                  <a:gd name="T19" fmla="*/ 63 h 18"/>
                  <a:gd name="T20" fmla="*/ 183 w 19"/>
                  <a:gd name="T21" fmla="*/ 33 h 18"/>
                  <a:gd name="T22" fmla="*/ 183 w 19"/>
                  <a:gd name="T23" fmla="*/ 0 h 18"/>
                  <a:gd name="T24" fmla="*/ 121 w 19"/>
                  <a:gd name="T25" fmla="*/ 33 h 18"/>
                  <a:gd name="T26" fmla="*/ 153 w 19"/>
                  <a:gd name="T27" fmla="*/ 83 h 18"/>
                  <a:gd name="T28" fmla="*/ 195 w 19"/>
                  <a:gd name="T29" fmla="*/ 158 h 18"/>
                  <a:gd name="T30" fmla="*/ 228 w 19"/>
                  <a:gd name="T31" fmla="*/ 220 h 18"/>
                  <a:gd name="T32" fmla="*/ 228 w 19"/>
                  <a:gd name="T33" fmla="*/ 220 h 18"/>
                  <a:gd name="T34" fmla="*/ 228 w 19"/>
                  <a:gd name="T35" fmla="*/ 220 h 18"/>
                  <a:gd name="T36" fmla="*/ 215 w 19"/>
                  <a:gd name="T37" fmla="*/ 220 h 18"/>
                  <a:gd name="T38" fmla="*/ 183 w 19"/>
                  <a:gd name="T39" fmla="*/ 208 h 18"/>
                  <a:gd name="T40" fmla="*/ 104 w 19"/>
                  <a:gd name="T41" fmla="*/ 113 h 18"/>
                  <a:gd name="T42" fmla="*/ 62 w 19"/>
                  <a:gd name="T43" fmla="*/ 63 h 18"/>
                  <a:gd name="T44" fmla="*/ 42 w 19"/>
                  <a:gd name="T45" fmla="*/ 33 h 18"/>
                  <a:gd name="T46" fmla="*/ 0 w 19"/>
                  <a:gd name="T47" fmla="*/ 83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18">
                    <a:moveTo>
                      <a:pt x="0" y="5"/>
                    </a:moveTo>
                    <a:cubicBezTo>
                      <a:pt x="0" y="5"/>
                      <a:pt x="1" y="6"/>
                      <a:pt x="2" y="7"/>
                    </a:cubicBezTo>
                    <a:cubicBezTo>
                      <a:pt x="3" y="9"/>
                      <a:pt x="5" y="12"/>
                      <a:pt x="7" y="14"/>
                    </a:cubicBezTo>
                    <a:cubicBezTo>
                      <a:pt x="8" y="15"/>
                      <a:pt x="9" y="16"/>
                      <a:pt x="10" y="17"/>
                    </a:cubicBezTo>
                    <a:cubicBezTo>
                      <a:pt x="12" y="18"/>
                      <a:pt x="13" y="18"/>
                      <a:pt x="14" y="18"/>
                    </a:cubicBezTo>
                    <a:cubicBezTo>
                      <a:pt x="15" y="18"/>
                      <a:pt x="16" y="18"/>
                      <a:pt x="16" y="18"/>
                    </a:cubicBezTo>
                    <a:cubicBezTo>
                      <a:pt x="17" y="17"/>
                      <a:pt x="18" y="17"/>
                      <a:pt x="19" y="16"/>
                    </a:cubicBezTo>
                    <a:cubicBezTo>
                      <a:pt x="19" y="15"/>
                      <a:pt x="19" y="14"/>
                      <a:pt x="19" y="14"/>
                    </a:cubicBezTo>
                    <a:cubicBezTo>
                      <a:pt x="19" y="12"/>
                      <a:pt x="19" y="11"/>
                      <a:pt x="18" y="9"/>
                    </a:cubicBezTo>
                    <a:cubicBezTo>
                      <a:pt x="17" y="7"/>
                      <a:pt x="15" y="5"/>
                      <a:pt x="14" y="4"/>
                    </a:cubicBezTo>
                    <a:cubicBezTo>
                      <a:pt x="13" y="3"/>
                      <a:pt x="13" y="2"/>
                      <a:pt x="12" y="2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9" y="4"/>
                      <a:pt x="10" y="5"/>
                    </a:cubicBezTo>
                    <a:cubicBezTo>
                      <a:pt x="11" y="6"/>
                      <a:pt x="12" y="8"/>
                      <a:pt x="13" y="10"/>
                    </a:cubicBezTo>
                    <a:cubicBezTo>
                      <a:pt x="15" y="11"/>
                      <a:pt x="15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3" y="14"/>
                      <a:pt x="12" y="13"/>
                    </a:cubicBezTo>
                    <a:cubicBezTo>
                      <a:pt x="10" y="12"/>
                      <a:pt x="8" y="9"/>
                      <a:pt x="7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4" y="3"/>
                      <a:pt x="3" y="2"/>
                      <a:pt x="3" y="2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68" name="Freeform 86">
                <a:extLst>
                  <a:ext uri="{FF2B5EF4-FFF2-40B4-BE49-F238E27FC236}">
                    <a16:creationId xmlns:a16="http://schemas.microsoft.com/office/drawing/2014/main" id="{75C3B201-FC40-476C-A41D-5DE2D90CF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028"/>
                <a:ext cx="40" cy="43"/>
              </a:xfrm>
              <a:custGeom>
                <a:avLst/>
                <a:gdLst>
                  <a:gd name="T0" fmla="*/ 0 w 16"/>
                  <a:gd name="T1" fmla="*/ 63 h 17"/>
                  <a:gd name="T2" fmla="*/ 208 w 16"/>
                  <a:gd name="T3" fmla="*/ 276 h 17"/>
                  <a:gd name="T4" fmla="*/ 250 w 16"/>
                  <a:gd name="T5" fmla="*/ 225 h 17"/>
                  <a:gd name="T6" fmla="*/ 33 w 16"/>
                  <a:gd name="T7" fmla="*/ 0 h 17"/>
                  <a:gd name="T8" fmla="*/ 0 w 16"/>
                  <a:gd name="T9" fmla="*/ 6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4"/>
                    </a:moveTo>
                    <a:cubicBezTo>
                      <a:pt x="5" y="7"/>
                      <a:pt x="9" y="12"/>
                      <a:pt x="13" y="17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2" y="10"/>
                      <a:pt x="8" y="4"/>
                      <a:pt x="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69" name="Freeform 87">
                <a:extLst>
                  <a:ext uri="{FF2B5EF4-FFF2-40B4-BE49-F238E27FC236}">
                    <a16:creationId xmlns:a16="http://schemas.microsoft.com/office/drawing/2014/main" id="{6C2227D9-0A78-4874-92C1-2A3183566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041"/>
                <a:ext cx="32" cy="42"/>
              </a:xfrm>
              <a:custGeom>
                <a:avLst/>
                <a:gdLst>
                  <a:gd name="T0" fmla="*/ 0 w 13"/>
                  <a:gd name="T1" fmla="*/ 42 h 17"/>
                  <a:gd name="T2" fmla="*/ 133 w 13"/>
                  <a:gd name="T3" fmla="*/ 257 h 17"/>
                  <a:gd name="T4" fmla="*/ 194 w 13"/>
                  <a:gd name="T5" fmla="*/ 225 h 17"/>
                  <a:gd name="T6" fmla="*/ 42 w 13"/>
                  <a:gd name="T7" fmla="*/ 0 h 17"/>
                  <a:gd name="T8" fmla="*/ 0 w 13"/>
                  <a:gd name="T9" fmla="*/ 4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3"/>
                    </a:moveTo>
                    <a:cubicBezTo>
                      <a:pt x="4" y="7"/>
                      <a:pt x="7" y="12"/>
                      <a:pt x="9" y="17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0" y="10"/>
                      <a:pt x="7" y="4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70" name="Freeform 88">
                <a:extLst>
                  <a:ext uri="{FF2B5EF4-FFF2-40B4-BE49-F238E27FC236}">
                    <a16:creationId xmlns:a16="http://schemas.microsoft.com/office/drawing/2014/main" id="{C916B2C0-B9E7-4F2D-A2CE-7AD7E6EBD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973"/>
                <a:ext cx="47" cy="35"/>
              </a:xfrm>
              <a:custGeom>
                <a:avLst/>
                <a:gdLst>
                  <a:gd name="T0" fmla="*/ 228 w 19"/>
                  <a:gd name="T1" fmla="*/ 20 h 14"/>
                  <a:gd name="T2" fmla="*/ 153 w 19"/>
                  <a:gd name="T3" fmla="*/ 0 h 14"/>
                  <a:gd name="T4" fmla="*/ 62 w 19"/>
                  <a:gd name="T5" fmla="*/ 33 h 14"/>
                  <a:gd name="T6" fmla="*/ 0 w 19"/>
                  <a:gd name="T7" fmla="*/ 95 h 14"/>
                  <a:gd name="T8" fmla="*/ 0 w 19"/>
                  <a:gd name="T9" fmla="*/ 125 h 14"/>
                  <a:gd name="T10" fmla="*/ 12 w 19"/>
                  <a:gd name="T11" fmla="*/ 175 h 14"/>
                  <a:gd name="T12" fmla="*/ 62 w 19"/>
                  <a:gd name="T13" fmla="*/ 220 h 14"/>
                  <a:gd name="T14" fmla="*/ 134 w 19"/>
                  <a:gd name="T15" fmla="*/ 220 h 14"/>
                  <a:gd name="T16" fmla="*/ 228 w 19"/>
                  <a:gd name="T17" fmla="*/ 220 h 14"/>
                  <a:gd name="T18" fmla="*/ 287 w 19"/>
                  <a:gd name="T19" fmla="*/ 188 h 14"/>
                  <a:gd name="T20" fmla="*/ 257 w 19"/>
                  <a:gd name="T21" fmla="*/ 125 h 14"/>
                  <a:gd name="T22" fmla="*/ 215 w 19"/>
                  <a:gd name="T23" fmla="*/ 158 h 14"/>
                  <a:gd name="T24" fmla="*/ 134 w 19"/>
                  <a:gd name="T25" fmla="*/ 158 h 14"/>
                  <a:gd name="T26" fmla="*/ 74 w 19"/>
                  <a:gd name="T27" fmla="*/ 158 h 14"/>
                  <a:gd name="T28" fmla="*/ 62 w 19"/>
                  <a:gd name="T29" fmla="*/ 145 h 14"/>
                  <a:gd name="T30" fmla="*/ 62 w 19"/>
                  <a:gd name="T31" fmla="*/ 125 h 14"/>
                  <a:gd name="T32" fmla="*/ 62 w 19"/>
                  <a:gd name="T33" fmla="*/ 113 h 14"/>
                  <a:gd name="T34" fmla="*/ 92 w 19"/>
                  <a:gd name="T35" fmla="*/ 83 h 14"/>
                  <a:gd name="T36" fmla="*/ 153 w 19"/>
                  <a:gd name="T37" fmla="*/ 63 h 14"/>
                  <a:gd name="T38" fmla="*/ 195 w 19"/>
                  <a:gd name="T39" fmla="*/ 83 h 14"/>
                  <a:gd name="T40" fmla="*/ 228 w 19"/>
                  <a:gd name="T41" fmla="*/ 20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9" h="14">
                    <a:moveTo>
                      <a:pt x="15" y="1"/>
                    </a:moveTo>
                    <a:cubicBezTo>
                      <a:pt x="13" y="1"/>
                      <a:pt x="12" y="0"/>
                      <a:pt x="10" y="0"/>
                    </a:cubicBezTo>
                    <a:cubicBezTo>
                      <a:pt x="8" y="0"/>
                      <a:pt x="6" y="1"/>
                      <a:pt x="4" y="2"/>
                    </a:cubicBezTo>
                    <a:cubicBezTo>
                      <a:pt x="3" y="2"/>
                      <a:pt x="1" y="4"/>
                      <a:pt x="0" y="6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9"/>
                      <a:pt x="0" y="10"/>
                      <a:pt x="1" y="11"/>
                    </a:cubicBezTo>
                    <a:cubicBezTo>
                      <a:pt x="2" y="13"/>
                      <a:pt x="3" y="13"/>
                      <a:pt x="4" y="14"/>
                    </a:cubicBezTo>
                    <a:cubicBezTo>
                      <a:pt x="6" y="14"/>
                      <a:pt x="7" y="14"/>
                      <a:pt x="9" y="14"/>
                    </a:cubicBezTo>
                    <a:cubicBezTo>
                      <a:pt x="11" y="14"/>
                      <a:pt x="13" y="14"/>
                      <a:pt x="15" y="14"/>
                    </a:cubicBezTo>
                    <a:cubicBezTo>
                      <a:pt x="16" y="13"/>
                      <a:pt x="18" y="13"/>
                      <a:pt x="19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9"/>
                      <a:pt x="15" y="9"/>
                      <a:pt x="14" y="10"/>
                    </a:cubicBezTo>
                    <a:cubicBezTo>
                      <a:pt x="12" y="10"/>
                      <a:pt x="10" y="10"/>
                      <a:pt x="9" y="10"/>
                    </a:cubicBezTo>
                    <a:cubicBezTo>
                      <a:pt x="7" y="10"/>
                      <a:pt x="6" y="10"/>
                      <a:pt x="5" y="10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7" y="5"/>
                      <a:pt x="9" y="4"/>
                      <a:pt x="10" y="4"/>
                    </a:cubicBezTo>
                    <a:cubicBezTo>
                      <a:pt x="11" y="4"/>
                      <a:pt x="12" y="4"/>
                      <a:pt x="13" y="5"/>
                    </a:cubicBez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71" name="Freeform 89">
                <a:extLst>
                  <a:ext uri="{FF2B5EF4-FFF2-40B4-BE49-F238E27FC236}">
                    <a16:creationId xmlns:a16="http://schemas.microsoft.com/office/drawing/2014/main" id="{FFC919F1-E568-4895-9B7C-CAC4CCCF6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071"/>
                <a:ext cx="20" cy="57"/>
              </a:xfrm>
              <a:custGeom>
                <a:avLst/>
                <a:gdLst>
                  <a:gd name="T0" fmla="*/ 63 w 8"/>
                  <a:gd name="T1" fmla="*/ 0 h 23"/>
                  <a:gd name="T2" fmla="*/ 0 w 8"/>
                  <a:gd name="T3" fmla="*/ 337 h 23"/>
                  <a:gd name="T4" fmla="*/ 63 w 8"/>
                  <a:gd name="T5" fmla="*/ 349 h 23"/>
                  <a:gd name="T6" fmla="*/ 125 w 8"/>
                  <a:gd name="T7" fmla="*/ 12 h 23"/>
                  <a:gd name="T8" fmla="*/ 63 w 8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3">
                    <a:moveTo>
                      <a:pt x="4" y="0"/>
                    </a:moveTo>
                    <a:cubicBezTo>
                      <a:pt x="2" y="7"/>
                      <a:pt x="2" y="15"/>
                      <a:pt x="0" y="22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6" y="16"/>
                      <a:pt x="6" y="8"/>
                      <a:pt x="8" y="1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72" name="Freeform 90">
                <a:extLst>
                  <a:ext uri="{FF2B5EF4-FFF2-40B4-BE49-F238E27FC236}">
                    <a16:creationId xmlns:a16="http://schemas.microsoft.com/office/drawing/2014/main" id="{8DAA71C2-32EE-4B20-A658-FC22BDFB1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973"/>
                <a:ext cx="28" cy="28"/>
              </a:xfrm>
              <a:custGeom>
                <a:avLst/>
                <a:gdLst>
                  <a:gd name="T0" fmla="*/ 181 w 11"/>
                  <a:gd name="T1" fmla="*/ 150 h 11"/>
                  <a:gd name="T2" fmla="*/ 117 w 11"/>
                  <a:gd name="T3" fmla="*/ 84 h 11"/>
                  <a:gd name="T4" fmla="*/ 51 w 11"/>
                  <a:gd name="T5" fmla="*/ 0 h 11"/>
                  <a:gd name="T6" fmla="*/ 0 w 11"/>
                  <a:gd name="T7" fmla="*/ 33 h 11"/>
                  <a:gd name="T8" fmla="*/ 64 w 11"/>
                  <a:gd name="T9" fmla="*/ 117 h 11"/>
                  <a:gd name="T10" fmla="*/ 130 w 11"/>
                  <a:gd name="T11" fmla="*/ 181 h 11"/>
                  <a:gd name="T12" fmla="*/ 181 w 11"/>
                  <a:gd name="T13" fmla="*/ 15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11" y="9"/>
                    </a:moveTo>
                    <a:cubicBezTo>
                      <a:pt x="10" y="8"/>
                      <a:pt x="9" y="6"/>
                      <a:pt x="7" y="5"/>
                    </a:cubicBezTo>
                    <a:cubicBezTo>
                      <a:pt x="6" y="3"/>
                      <a:pt x="4" y="1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6"/>
                      <a:pt x="4" y="7"/>
                    </a:cubicBezTo>
                    <a:cubicBezTo>
                      <a:pt x="6" y="9"/>
                      <a:pt x="7" y="11"/>
                      <a:pt x="8" y="11"/>
                    </a:cubicBez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73" name="Freeform 91">
                <a:extLst>
                  <a:ext uri="{FF2B5EF4-FFF2-40B4-BE49-F238E27FC236}">
                    <a16:creationId xmlns:a16="http://schemas.microsoft.com/office/drawing/2014/main" id="{22A3B8A1-20B5-4519-80C5-1E9A319BC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953"/>
                <a:ext cx="37" cy="40"/>
              </a:xfrm>
              <a:custGeom>
                <a:avLst/>
                <a:gdLst>
                  <a:gd name="T0" fmla="*/ 42 w 15"/>
                  <a:gd name="T1" fmla="*/ 250 h 16"/>
                  <a:gd name="T2" fmla="*/ 224 w 15"/>
                  <a:gd name="T3" fmla="*/ 50 h 16"/>
                  <a:gd name="T4" fmla="*/ 183 w 15"/>
                  <a:gd name="T5" fmla="*/ 0 h 16"/>
                  <a:gd name="T6" fmla="*/ 0 w 15"/>
                  <a:gd name="T7" fmla="*/ 208 h 16"/>
                  <a:gd name="T8" fmla="*/ 42 w 15"/>
                  <a:gd name="T9" fmla="*/ 25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3" y="16"/>
                    </a:moveTo>
                    <a:cubicBezTo>
                      <a:pt x="8" y="12"/>
                      <a:pt x="11" y="7"/>
                      <a:pt x="15" y="3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5"/>
                      <a:pt x="5" y="10"/>
                      <a:pt x="0" y="13"/>
                    </a:cubicBez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74" name="Freeform 92">
                <a:extLst>
                  <a:ext uri="{FF2B5EF4-FFF2-40B4-BE49-F238E27FC236}">
                    <a16:creationId xmlns:a16="http://schemas.microsoft.com/office/drawing/2014/main" id="{837DF654-7346-4FF4-9D1B-A636704A0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1153"/>
                <a:ext cx="45" cy="43"/>
              </a:xfrm>
              <a:custGeom>
                <a:avLst/>
                <a:gdLst>
                  <a:gd name="T0" fmla="*/ 95 w 18"/>
                  <a:gd name="T1" fmla="*/ 0 h 17"/>
                  <a:gd name="T2" fmla="*/ 83 w 18"/>
                  <a:gd name="T3" fmla="*/ 0 h 17"/>
                  <a:gd name="T4" fmla="*/ 50 w 18"/>
                  <a:gd name="T5" fmla="*/ 20 h 17"/>
                  <a:gd name="T6" fmla="*/ 33 w 18"/>
                  <a:gd name="T7" fmla="*/ 51 h 17"/>
                  <a:gd name="T8" fmla="*/ 0 w 18"/>
                  <a:gd name="T9" fmla="*/ 210 h 17"/>
                  <a:gd name="T10" fmla="*/ 0 w 18"/>
                  <a:gd name="T11" fmla="*/ 243 h 17"/>
                  <a:gd name="T12" fmla="*/ 0 w 18"/>
                  <a:gd name="T13" fmla="*/ 276 h 17"/>
                  <a:gd name="T14" fmla="*/ 33 w 18"/>
                  <a:gd name="T15" fmla="*/ 276 h 17"/>
                  <a:gd name="T16" fmla="*/ 63 w 18"/>
                  <a:gd name="T17" fmla="*/ 276 h 17"/>
                  <a:gd name="T18" fmla="*/ 145 w 18"/>
                  <a:gd name="T19" fmla="*/ 255 h 17"/>
                  <a:gd name="T20" fmla="*/ 220 w 18"/>
                  <a:gd name="T21" fmla="*/ 180 h 17"/>
                  <a:gd name="T22" fmla="*/ 283 w 18"/>
                  <a:gd name="T23" fmla="*/ 96 h 17"/>
                  <a:gd name="T24" fmla="*/ 238 w 18"/>
                  <a:gd name="T25" fmla="*/ 63 h 17"/>
                  <a:gd name="T26" fmla="*/ 158 w 18"/>
                  <a:gd name="T27" fmla="*/ 159 h 17"/>
                  <a:gd name="T28" fmla="*/ 113 w 18"/>
                  <a:gd name="T29" fmla="*/ 192 h 17"/>
                  <a:gd name="T30" fmla="*/ 63 w 18"/>
                  <a:gd name="T31" fmla="*/ 210 h 17"/>
                  <a:gd name="T32" fmla="*/ 33 w 18"/>
                  <a:gd name="T33" fmla="*/ 210 h 17"/>
                  <a:gd name="T34" fmla="*/ 33 w 18"/>
                  <a:gd name="T35" fmla="*/ 243 h 17"/>
                  <a:gd name="T36" fmla="*/ 63 w 18"/>
                  <a:gd name="T37" fmla="*/ 243 h 17"/>
                  <a:gd name="T38" fmla="*/ 63 w 18"/>
                  <a:gd name="T39" fmla="*/ 210 h 17"/>
                  <a:gd name="T40" fmla="*/ 83 w 18"/>
                  <a:gd name="T41" fmla="*/ 116 h 17"/>
                  <a:gd name="T42" fmla="*/ 95 w 18"/>
                  <a:gd name="T43" fmla="*/ 63 h 17"/>
                  <a:gd name="T44" fmla="*/ 95 w 18"/>
                  <a:gd name="T45" fmla="*/ 63 h 17"/>
                  <a:gd name="T46" fmla="*/ 95 w 18"/>
                  <a:gd name="T47" fmla="*/ 63 h 17"/>
                  <a:gd name="T48" fmla="*/ 95 w 18"/>
                  <a:gd name="T49" fmla="*/ 63 h 17"/>
                  <a:gd name="T50" fmla="*/ 95 w 18"/>
                  <a:gd name="T51" fmla="*/ 63 h 17"/>
                  <a:gd name="T52" fmla="*/ 95 w 18"/>
                  <a:gd name="T53" fmla="*/ 63 h 17"/>
                  <a:gd name="T54" fmla="*/ 95 w 18"/>
                  <a:gd name="T55" fmla="*/ 63 h 17"/>
                  <a:gd name="T56" fmla="*/ 95 w 18"/>
                  <a:gd name="T57" fmla="*/ 63 h 17"/>
                  <a:gd name="T58" fmla="*/ 83 w 18"/>
                  <a:gd name="T59" fmla="*/ 51 h 17"/>
                  <a:gd name="T60" fmla="*/ 83 w 18"/>
                  <a:gd name="T61" fmla="*/ 63 h 17"/>
                  <a:gd name="T62" fmla="*/ 95 w 18"/>
                  <a:gd name="T63" fmla="*/ 63 h 17"/>
                  <a:gd name="T64" fmla="*/ 83 w 18"/>
                  <a:gd name="T65" fmla="*/ 51 h 17"/>
                  <a:gd name="T66" fmla="*/ 83 w 18"/>
                  <a:gd name="T67" fmla="*/ 63 h 17"/>
                  <a:gd name="T68" fmla="*/ 83 w 18"/>
                  <a:gd name="T69" fmla="*/ 51 h 17"/>
                  <a:gd name="T70" fmla="*/ 83 w 18"/>
                  <a:gd name="T71" fmla="*/ 63 h 17"/>
                  <a:gd name="T72" fmla="*/ 83 w 18"/>
                  <a:gd name="T73" fmla="*/ 63 h 17"/>
                  <a:gd name="T74" fmla="*/ 83 w 18"/>
                  <a:gd name="T75" fmla="*/ 51 h 17"/>
                  <a:gd name="T76" fmla="*/ 83 w 18"/>
                  <a:gd name="T77" fmla="*/ 63 h 17"/>
                  <a:gd name="T78" fmla="*/ 95 w 18"/>
                  <a:gd name="T79" fmla="*/ 0 h 1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8" h="17">
                    <a:moveTo>
                      <a:pt x="6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6"/>
                      <a:pt x="0" y="10"/>
                      <a:pt x="0" y="13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3" y="17"/>
                      <a:pt x="4" y="17"/>
                    </a:cubicBezTo>
                    <a:cubicBezTo>
                      <a:pt x="6" y="17"/>
                      <a:pt x="8" y="17"/>
                      <a:pt x="9" y="16"/>
                    </a:cubicBezTo>
                    <a:cubicBezTo>
                      <a:pt x="11" y="15"/>
                      <a:pt x="13" y="13"/>
                      <a:pt x="14" y="11"/>
                    </a:cubicBezTo>
                    <a:cubicBezTo>
                      <a:pt x="15" y="10"/>
                      <a:pt x="16" y="8"/>
                      <a:pt x="18" y="6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3" y="6"/>
                      <a:pt x="11" y="9"/>
                      <a:pt x="10" y="10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3" y="13"/>
                      <a:pt x="3" y="13"/>
                      <a:pt x="2" y="13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ubicBezTo>
                      <a:pt x="4" y="11"/>
                      <a:pt x="4" y="9"/>
                      <a:pt x="5" y="7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75" name="Freeform 93">
                <a:extLst>
                  <a:ext uri="{FF2B5EF4-FFF2-40B4-BE49-F238E27FC236}">
                    <a16:creationId xmlns:a16="http://schemas.microsoft.com/office/drawing/2014/main" id="{6BF7EA9E-1D6E-4174-9207-2B2D6731D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998"/>
                <a:ext cx="38" cy="20"/>
              </a:xfrm>
              <a:custGeom>
                <a:avLst/>
                <a:gdLst>
                  <a:gd name="T0" fmla="*/ 33 w 15"/>
                  <a:gd name="T1" fmla="*/ 125 h 8"/>
                  <a:gd name="T2" fmla="*/ 243 w 15"/>
                  <a:gd name="T3" fmla="*/ 63 h 8"/>
                  <a:gd name="T4" fmla="*/ 225 w 15"/>
                  <a:gd name="T5" fmla="*/ 0 h 8"/>
                  <a:gd name="T6" fmla="*/ 0 w 15"/>
                  <a:gd name="T7" fmla="*/ 63 h 8"/>
                  <a:gd name="T8" fmla="*/ 33 w 15"/>
                  <a:gd name="T9" fmla="*/ 12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2" y="8"/>
                    </a:moveTo>
                    <a:cubicBezTo>
                      <a:pt x="5" y="6"/>
                      <a:pt x="10" y="5"/>
                      <a:pt x="15" y="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9" y="1"/>
                      <a:pt x="4" y="2"/>
                      <a:pt x="0" y="4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76" name="Freeform 94">
                <a:extLst>
                  <a:ext uri="{FF2B5EF4-FFF2-40B4-BE49-F238E27FC236}">
                    <a16:creationId xmlns:a16="http://schemas.microsoft.com/office/drawing/2014/main" id="{05C4B415-D972-4BBB-888A-51F2057D3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081"/>
                <a:ext cx="27" cy="27"/>
              </a:xfrm>
              <a:custGeom>
                <a:avLst/>
                <a:gdLst>
                  <a:gd name="T0" fmla="*/ 0 w 11"/>
                  <a:gd name="T1" fmla="*/ 29 h 11"/>
                  <a:gd name="T2" fmla="*/ 61 w 11"/>
                  <a:gd name="T3" fmla="*/ 103 h 11"/>
                  <a:gd name="T4" fmla="*/ 103 w 11"/>
                  <a:gd name="T5" fmla="*/ 162 h 11"/>
                  <a:gd name="T6" fmla="*/ 162 w 11"/>
                  <a:gd name="T7" fmla="*/ 150 h 11"/>
                  <a:gd name="T8" fmla="*/ 103 w 11"/>
                  <a:gd name="T9" fmla="*/ 61 h 11"/>
                  <a:gd name="T10" fmla="*/ 61 w 11"/>
                  <a:gd name="T11" fmla="*/ 0 h 11"/>
                  <a:gd name="T12" fmla="*/ 0 w 11"/>
                  <a:gd name="T13" fmla="*/ 29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2"/>
                    </a:moveTo>
                    <a:cubicBezTo>
                      <a:pt x="1" y="4"/>
                      <a:pt x="3" y="6"/>
                      <a:pt x="4" y="7"/>
                    </a:cubicBezTo>
                    <a:cubicBezTo>
                      <a:pt x="5" y="8"/>
                      <a:pt x="6" y="10"/>
                      <a:pt x="7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7"/>
                      <a:pt x="8" y="6"/>
                      <a:pt x="7" y="4"/>
                    </a:cubicBezTo>
                    <a:cubicBezTo>
                      <a:pt x="6" y="3"/>
                      <a:pt x="5" y="2"/>
                      <a:pt x="4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77" name="Freeform 95">
                <a:extLst>
                  <a:ext uri="{FF2B5EF4-FFF2-40B4-BE49-F238E27FC236}">
                    <a16:creationId xmlns:a16="http://schemas.microsoft.com/office/drawing/2014/main" id="{39273B49-76DB-4484-9589-42A5F2695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068"/>
                <a:ext cx="25" cy="58"/>
              </a:xfrm>
              <a:custGeom>
                <a:avLst/>
                <a:gdLst>
                  <a:gd name="T0" fmla="*/ 95 w 10"/>
                  <a:gd name="T1" fmla="*/ 0 h 23"/>
                  <a:gd name="T2" fmla="*/ 0 w 10"/>
                  <a:gd name="T3" fmla="*/ 351 h 23"/>
                  <a:gd name="T4" fmla="*/ 63 w 10"/>
                  <a:gd name="T5" fmla="*/ 368 h 23"/>
                  <a:gd name="T6" fmla="*/ 158 w 10"/>
                  <a:gd name="T7" fmla="*/ 20 h 23"/>
                  <a:gd name="T8" fmla="*/ 95 w 10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3">
                    <a:moveTo>
                      <a:pt x="6" y="0"/>
                    </a:moveTo>
                    <a:cubicBezTo>
                      <a:pt x="4" y="7"/>
                      <a:pt x="3" y="15"/>
                      <a:pt x="0" y="22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7" y="16"/>
                      <a:pt x="8" y="8"/>
                      <a:pt x="10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78" name="Freeform 96">
                <a:extLst>
                  <a:ext uri="{FF2B5EF4-FFF2-40B4-BE49-F238E27FC236}">
                    <a16:creationId xmlns:a16="http://schemas.microsoft.com/office/drawing/2014/main" id="{F08DD301-4C11-4D51-A4E8-0A8ACD4E6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071"/>
                <a:ext cx="35" cy="30"/>
              </a:xfrm>
              <a:custGeom>
                <a:avLst/>
                <a:gdLst>
                  <a:gd name="T0" fmla="*/ 0 w 14"/>
                  <a:gd name="T1" fmla="*/ 50 h 12"/>
                  <a:gd name="T2" fmla="*/ 188 w 14"/>
                  <a:gd name="T3" fmla="*/ 188 h 12"/>
                  <a:gd name="T4" fmla="*/ 220 w 14"/>
                  <a:gd name="T5" fmla="*/ 125 h 12"/>
                  <a:gd name="T6" fmla="*/ 50 w 14"/>
                  <a:gd name="T7" fmla="*/ 0 h 12"/>
                  <a:gd name="T8" fmla="*/ 0 w 14"/>
                  <a:gd name="T9" fmla="*/ 5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3"/>
                    </a:moveTo>
                    <a:cubicBezTo>
                      <a:pt x="4" y="6"/>
                      <a:pt x="8" y="9"/>
                      <a:pt x="12" y="12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0" y="6"/>
                      <a:pt x="7" y="3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79" name="Freeform 97">
                <a:extLst>
                  <a:ext uri="{FF2B5EF4-FFF2-40B4-BE49-F238E27FC236}">
                    <a16:creationId xmlns:a16="http://schemas.microsoft.com/office/drawing/2014/main" id="{A48B8206-C289-4336-AACE-3E858CCED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058"/>
                <a:ext cx="43" cy="53"/>
              </a:xfrm>
              <a:custGeom>
                <a:avLst/>
                <a:gdLst>
                  <a:gd name="T0" fmla="*/ 83 w 17"/>
                  <a:gd name="T1" fmla="*/ 63 h 21"/>
                  <a:gd name="T2" fmla="*/ 63 w 17"/>
                  <a:gd name="T3" fmla="*/ 96 h 21"/>
                  <a:gd name="T4" fmla="*/ 33 w 17"/>
                  <a:gd name="T5" fmla="*/ 159 h 21"/>
                  <a:gd name="T6" fmla="*/ 0 w 17"/>
                  <a:gd name="T7" fmla="*/ 242 h 21"/>
                  <a:gd name="T8" fmla="*/ 20 w 17"/>
                  <a:gd name="T9" fmla="*/ 288 h 21"/>
                  <a:gd name="T10" fmla="*/ 83 w 17"/>
                  <a:gd name="T11" fmla="*/ 318 h 21"/>
                  <a:gd name="T12" fmla="*/ 96 w 17"/>
                  <a:gd name="T13" fmla="*/ 338 h 21"/>
                  <a:gd name="T14" fmla="*/ 147 w 17"/>
                  <a:gd name="T15" fmla="*/ 318 h 21"/>
                  <a:gd name="T16" fmla="*/ 210 w 17"/>
                  <a:gd name="T17" fmla="*/ 255 h 21"/>
                  <a:gd name="T18" fmla="*/ 255 w 17"/>
                  <a:gd name="T19" fmla="*/ 126 h 21"/>
                  <a:gd name="T20" fmla="*/ 276 w 17"/>
                  <a:gd name="T21" fmla="*/ 20 h 21"/>
                  <a:gd name="T22" fmla="*/ 210 w 17"/>
                  <a:gd name="T23" fmla="*/ 0 h 21"/>
                  <a:gd name="T24" fmla="*/ 159 w 17"/>
                  <a:gd name="T25" fmla="*/ 179 h 21"/>
                  <a:gd name="T26" fmla="*/ 129 w 17"/>
                  <a:gd name="T27" fmla="*/ 242 h 21"/>
                  <a:gd name="T28" fmla="*/ 116 w 17"/>
                  <a:gd name="T29" fmla="*/ 255 h 21"/>
                  <a:gd name="T30" fmla="*/ 96 w 17"/>
                  <a:gd name="T31" fmla="*/ 275 h 21"/>
                  <a:gd name="T32" fmla="*/ 96 w 17"/>
                  <a:gd name="T33" fmla="*/ 275 h 21"/>
                  <a:gd name="T34" fmla="*/ 83 w 17"/>
                  <a:gd name="T35" fmla="*/ 255 h 21"/>
                  <a:gd name="T36" fmla="*/ 63 w 17"/>
                  <a:gd name="T37" fmla="*/ 242 h 21"/>
                  <a:gd name="T38" fmla="*/ 96 w 17"/>
                  <a:gd name="T39" fmla="*/ 159 h 21"/>
                  <a:gd name="T40" fmla="*/ 129 w 17"/>
                  <a:gd name="T41" fmla="*/ 126 h 21"/>
                  <a:gd name="T42" fmla="*/ 147 w 17"/>
                  <a:gd name="T43" fmla="*/ 96 h 21"/>
                  <a:gd name="T44" fmla="*/ 83 w 17"/>
                  <a:gd name="T45" fmla="*/ 63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" h="21">
                    <a:moveTo>
                      <a:pt x="5" y="4"/>
                    </a:moveTo>
                    <a:cubicBezTo>
                      <a:pt x="5" y="4"/>
                      <a:pt x="5" y="5"/>
                      <a:pt x="4" y="6"/>
                    </a:cubicBezTo>
                    <a:cubicBezTo>
                      <a:pt x="4" y="7"/>
                      <a:pt x="3" y="8"/>
                      <a:pt x="2" y="10"/>
                    </a:cubicBezTo>
                    <a:cubicBezTo>
                      <a:pt x="1" y="12"/>
                      <a:pt x="0" y="13"/>
                      <a:pt x="0" y="15"/>
                    </a:cubicBezTo>
                    <a:cubicBezTo>
                      <a:pt x="0" y="16"/>
                      <a:pt x="1" y="18"/>
                      <a:pt x="1" y="18"/>
                    </a:cubicBezTo>
                    <a:cubicBezTo>
                      <a:pt x="2" y="19"/>
                      <a:pt x="3" y="20"/>
                      <a:pt x="5" y="20"/>
                    </a:cubicBezTo>
                    <a:cubicBezTo>
                      <a:pt x="5" y="21"/>
                      <a:pt x="6" y="21"/>
                      <a:pt x="6" y="21"/>
                    </a:cubicBezTo>
                    <a:cubicBezTo>
                      <a:pt x="7" y="21"/>
                      <a:pt x="8" y="20"/>
                      <a:pt x="9" y="20"/>
                    </a:cubicBezTo>
                    <a:cubicBezTo>
                      <a:pt x="11" y="19"/>
                      <a:pt x="12" y="17"/>
                      <a:pt x="13" y="16"/>
                    </a:cubicBezTo>
                    <a:cubicBezTo>
                      <a:pt x="14" y="13"/>
                      <a:pt x="15" y="10"/>
                      <a:pt x="16" y="8"/>
                    </a:cubicBezTo>
                    <a:cubicBezTo>
                      <a:pt x="16" y="5"/>
                      <a:pt x="17" y="2"/>
                      <a:pt x="17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2"/>
                      <a:pt x="12" y="7"/>
                      <a:pt x="10" y="11"/>
                    </a:cubicBezTo>
                    <a:cubicBezTo>
                      <a:pt x="10" y="12"/>
                      <a:pt x="9" y="14"/>
                      <a:pt x="8" y="15"/>
                    </a:cubicBezTo>
                    <a:cubicBezTo>
                      <a:pt x="8" y="16"/>
                      <a:pt x="7" y="16"/>
                      <a:pt x="7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4" y="14"/>
                      <a:pt x="5" y="12"/>
                      <a:pt x="6" y="10"/>
                    </a:cubicBezTo>
                    <a:cubicBezTo>
                      <a:pt x="7" y="10"/>
                      <a:pt x="7" y="9"/>
                      <a:pt x="8" y="8"/>
                    </a:cubicBezTo>
                    <a:cubicBezTo>
                      <a:pt x="8" y="7"/>
                      <a:pt x="9" y="6"/>
                      <a:pt x="9" y="6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80" name="Freeform 98">
                <a:extLst>
                  <a:ext uri="{FF2B5EF4-FFF2-40B4-BE49-F238E27FC236}">
                    <a16:creationId xmlns:a16="http://schemas.microsoft.com/office/drawing/2014/main" id="{7944861B-0C5F-4A13-9336-57CB308B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973"/>
                <a:ext cx="30" cy="23"/>
              </a:xfrm>
              <a:custGeom>
                <a:avLst/>
                <a:gdLst>
                  <a:gd name="T0" fmla="*/ 0 w 12"/>
                  <a:gd name="T1" fmla="*/ 33 h 9"/>
                  <a:gd name="T2" fmla="*/ 175 w 12"/>
                  <a:gd name="T3" fmla="*/ 151 h 9"/>
                  <a:gd name="T4" fmla="*/ 188 w 12"/>
                  <a:gd name="T5" fmla="*/ 84 h 9"/>
                  <a:gd name="T6" fmla="*/ 50 w 12"/>
                  <a:gd name="T7" fmla="*/ 0 h 9"/>
                  <a:gd name="T8" fmla="*/ 0 w 12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2"/>
                    </a:moveTo>
                    <a:cubicBezTo>
                      <a:pt x="3" y="5"/>
                      <a:pt x="7" y="8"/>
                      <a:pt x="11" y="9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9" y="4"/>
                      <a:pt x="5" y="2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81" name="Freeform 99">
                <a:extLst>
                  <a:ext uri="{FF2B5EF4-FFF2-40B4-BE49-F238E27FC236}">
                    <a16:creationId xmlns:a16="http://schemas.microsoft.com/office/drawing/2014/main" id="{DEDCC454-A170-48BD-99E8-8C5E629B8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941"/>
                <a:ext cx="23" cy="35"/>
              </a:xfrm>
              <a:custGeom>
                <a:avLst/>
                <a:gdLst>
                  <a:gd name="T0" fmla="*/ 84 w 9"/>
                  <a:gd name="T1" fmla="*/ 33 h 14"/>
                  <a:gd name="T2" fmla="*/ 84 w 9"/>
                  <a:gd name="T3" fmla="*/ 50 h 14"/>
                  <a:gd name="T4" fmla="*/ 66 w 9"/>
                  <a:gd name="T5" fmla="*/ 113 h 14"/>
                  <a:gd name="T6" fmla="*/ 0 w 9"/>
                  <a:gd name="T7" fmla="*/ 175 h 14"/>
                  <a:gd name="T8" fmla="*/ 66 w 9"/>
                  <a:gd name="T9" fmla="*/ 220 h 14"/>
                  <a:gd name="T10" fmla="*/ 118 w 9"/>
                  <a:gd name="T11" fmla="*/ 145 h 14"/>
                  <a:gd name="T12" fmla="*/ 151 w 9"/>
                  <a:gd name="T13" fmla="*/ 50 h 14"/>
                  <a:gd name="T14" fmla="*/ 151 w 9"/>
                  <a:gd name="T15" fmla="*/ 0 h 14"/>
                  <a:gd name="T16" fmla="*/ 84 w 9"/>
                  <a:gd name="T17" fmla="*/ 33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14">
                    <a:moveTo>
                      <a:pt x="5" y="2"/>
                    </a:move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5" y="5"/>
                      <a:pt x="4" y="7"/>
                    </a:cubicBezTo>
                    <a:cubicBezTo>
                      <a:pt x="3" y="8"/>
                      <a:pt x="1" y="10"/>
                      <a:pt x="0" y="11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2"/>
                      <a:pt x="6" y="11"/>
                      <a:pt x="7" y="9"/>
                    </a:cubicBezTo>
                    <a:cubicBezTo>
                      <a:pt x="8" y="7"/>
                      <a:pt x="9" y="5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82" name="Freeform 100">
                <a:extLst>
                  <a:ext uri="{FF2B5EF4-FFF2-40B4-BE49-F238E27FC236}">
                    <a16:creationId xmlns:a16="http://schemas.microsoft.com/office/drawing/2014/main" id="{42C0032A-E7C8-4956-A066-D0A66E927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938"/>
                <a:ext cx="35" cy="48"/>
              </a:xfrm>
              <a:custGeom>
                <a:avLst/>
                <a:gdLst>
                  <a:gd name="T0" fmla="*/ 83 w 14"/>
                  <a:gd name="T1" fmla="*/ 243 h 19"/>
                  <a:gd name="T2" fmla="*/ 63 w 14"/>
                  <a:gd name="T3" fmla="*/ 210 h 19"/>
                  <a:gd name="T4" fmla="*/ 95 w 14"/>
                  <a:gd name="T5" fmla="*/ 129 h 19"/>
                  <a:gd name="T6" fmla="*/ 158 w 14"/>
                  <a:gd name="T7" fmla="*/ 63 h 19"/>
                  <a:gd name="T8" fmla="*/ 145 w 14"/>
                  <a:gd name="T9" fmla="*/ 51 h 19"/>
                  <a:gd name="T10" fmla="*/ 125 w 14"/>
                  <a:gd name="T11" fmla="*/ 63 h 19"/>
                  <a:gd name="T12" fmla="*/ 158 w 14"/>
                  <a:gd name="T13" fmla="*/ 210 h 19"/>
                  <a:gd name="T14" fmla="*/ 158 w 14"/>
                  <a:gd name="T15" fmla="*/ 275 h 19"/>
                  <a:gd name="T16" fmla="*/ 208 w 14"/>
                  <a:gd name="T17" fmla="*/ 306 h 19"/>
                  <a:gd name="T18" fmla="*/ 220 w 14"/>
                  <a:gd name="T19" fmla="*/ 210 h 19"/>
                  <a:gd name="T20" fmla="*/ 175 w 14"/>
                  <a:gd name="T21" fmla="*/ 20 h 19"/>
                  <a:gd name="T22" fmla="*/ 158 w 14"/>
                  <a:gd name="T23" fmla="*/ 0 h 19"/>
                  <a:gd name="T24" fmla="*/ 125 w 14"/>
                  <a:gd name="T25" fmla="*/ 20 h 19"/>
                  <a:gd name="T26" fmla="*/ 50 w 14"/>
                  <a:gd name="T27" fmla="*/ 96 h 19"/>
                  <a:gd name="T28" fmla="*/ 0 w 14"/>
                  <a:gd name="T29" fmla="*/ 210 h 19"/>
                  <a:gd name="T30" fmla="*/ 20 w 14"/>
                  <a:gd name="T31" fmla="*/ 275 h 19"/>
                  <a:gd name="T32" fmla="*/ 83 w 14"/>
                  <a:gd name="T33" fmla="*/ 243 h 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19">
                    <a:moveTo>
                      <a:pt x="5" y="15"/>
                    </a:moveTo>
                    <a:cubicBezTo>
                      <a:pt x="4" y="15"/>
                      <a:pt x="4" y="14"/>
                      <a:pt x="4" y="13"/>
                    </a:cubicBezTo>
                    <a:cubicBezTo>
                      <a:pt x="4" y="11"/>
                      <a:pt x="5" y="10"/>
                      <a:pt x="6" y="8"/>
                    </a:cubicBezTo>
                    <a:cubicBezTo>
                      <a:pt x="7" y="7"/>
                      <a:pt x="9" y="5"/>
                      <a:pt x="10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6"/>
                      <a:pt x="10" y="10"/>
                      <a:pt x="10" y="13"/>
                    </a:cubicBezTo>
                    <a:cubicBezTo>
                      <a:pt x="10" y="15"/>
                      <a:pt x="10" y="16"/>
                      <a:pt x="10" y="17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7"/>
                      <a:pt x="14" y="15"/>
                      <a:pt x="14" y="13"/>
                    </a:cubicBezTo>
                    <a:cubicBezTo>
                      <a:pt x="14" y="9"/>
                      <a:pt x="13" y="5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4" y="4"/>
                      <a:pt x="3" y="6"/>
                    </a:cubicBezTo>
                    <a:cubicBezTo>
                      <a:pt x="1" y="8"/>
                      <a:pt x="0" y="10"/>
                      <a:pt x="0" y="13"/>
                    </a:cubicBezTo>
                    <a:cubicBezTo>
                      <a:pt x="0" y="14"/>
                      <a:pt x="0" y="16"/>
                      <a:pt x="1" y="17"/>
                    </a:cubicBez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83" name="Freeform 101">
                <a:extLst>
                  <a:ext uri="{FF2B5EF4-FFF2-40B4-BE49-F238E27FC236}">
                    <a16:creationId xmlns:a16="http://schemas.microsoft.com/office/drawing/2014/main" id="{3D31E509-8B5B-4395-B437-A3479CC68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031"/>
                <a:ext cx="32" cy="15"/>
              </a:xfrm>
              <a:custGeom>
                <a:avLst/>
                <a:gdLst>
                  <a:gd name="T0" fmla="*/ 182 w 13"/>
                  <a:gd name="T1" fmla="*/ 0 h 6"/>
                  <a:gd name="T2" fmla="*/ 0 w 13"/>
                  <a:gd name="T3" fmla="*/ 33 h 6"/>
                  <a:gd name="T4" fmla="*/ 0 w 13"/>
                  <a:gd name="T5" fmla="*/ 33 h 6"/>
                  <a:gd name="T6" fmla="*/ 0 w 13"/>
                  <a:gd name="T7" fmla="*/ 95 h 6"/>
                  <a:gd name="T8" fmla="*/ 0 w 13"/>
                  <a:gd name="T9" fmla="*/ 95 h 6"/>
                  <a:gd name="T10" fmla="*/ 194 w 13"/>
                  <a:gd name="T11" fmla="*/ 63 h 6"/>
                  <a:gd name="T12" fmla="*/ 182 w 13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2" y="0"/>
                    </a:moveTo>
                    <a:cubicBezTo>
                      <a:pt x="8" y="1"/>
                      <a:pt x="4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6"/>
                      <a:pt x="9" y="4"/>
                      <a:pt x="13" y="4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84" name="Freeform 102">
                <a:extLst>
                  <a:ext uri="{FF2B5EF4-FFF2-40B4-BE49-F238E27FC236}">
                    <a16:creationId xmlns:a16="http://schemas.microsoft.com/office/drawing/2014/main" id="{05F6E2DE-D4A1-458B-BCDB-EFB0A8AAA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936"/>
                <a:ext cx="110" cy="155"/>
              </a:xfrm>
              <a:custGeom>
                <a:avLst/>
                <a:gdLst>
                  <a:gd name="T0" fmla="*/ 63 w 44"/>
                  <a:gd name="T1" fmla="*/ 250 h 62"/>
                  <a:gd name="T2" fmla="*/ 688 w 44"/>
                  <a:gd name="T3" fmla="*/ 658 h 62"/>
                  <a:gd name="T4" fmla="*/ 533 w 44"/>
                  <a:gd name="T5" fmla="*/ 520 h 62"/>
                  <a:gd name="T6" fmla="*/ 458 w 44"/>
                  <a:gd name="T7" fmla="*/ 300 h 62"/>
                  <a:gd name="T8" fmla="*/ 158 w 44"/>
                  <a:gd name="T9" fmla="*/ 20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2">
                    <a:moveTo>
                      <a:pt x="4" y="16"/>
                    </a:moveTo>
                    <a:cubicBezTo>
                      <a:pt x="0" y="39"/>
                      <a:pt x="44" y="62"/>
                      <a:pt x="44" y="42"/>
                    </a:cubicBezTo>
                    <a:cubicBezTo>
                      <a:pt x="44" y="33"/>
                      <a:pt x="37" y="37"/>
                      <a:pt x="34" y="33"/>
                    </a:cubicBezTo>
                    <a:cubicBezTo>
                      <a:pt x="32" y="29"/>
                      <a:pt x="31" y="22"/>
                      <a:pt x="29" y="19"/>
                    </a:cubicBezTo>
                    <a:cubicBezTo>
                      <a:pt x="24" y="13"/>
                      <a:pt x="17" y="0"/>
                      <a:pt x="10" y="13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85" name="Freeform 103">
                <a:extLst>
                  <a:ext uri="{FF2B5EF4-FFF2-40B4-BE49-F238E27FC236}">
                    <a16:creationId xmlns:a16="http://schemas.microsoft.com/office/drawing/2014/main" id="{7A88C254-D216-4509-8533-FC62B4F33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058"/>
                <a:ext cx="160" cy="160"/>
              </a:xfrm>
              <a:custGeom>
                <a:avLst/>
                <a:gdLst>
                  <a:gd name="T0" fmla="*/ 0 w 64"/>
                  <a:gd name="T1" fmla="*/ 283 h 64"/>
                  <a:gd name="T2" fmla="*/ 800 w 64"/>
                  <a:gd name="T3" fmla="*/ 145 h 64"/>
                  <a:gd name="T4" fmla="*/ 470 w 64"/>
                  <a:gd name="T5" fmla="*/ 250 h 64"/>
                  <a:gd name="T6" fmla="*/ 50 w 64"/>
                  <a:gd name="T7" fmla="*/ 238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64">
                    <a:moveTo>
                      <a:pt x="0" y="18"/>
                    </a:moveTo>
                    <a:cubicBezTo>
                      <a:pt x="15" y="64"/>
                      <a:pt x="64" y="22"/>
                      <a:pt x="51" y="9"/>
                    </a:cubicBezTo>
                    <a:cubicBezTo>
                      <a:pt x="45" y="3"/>
                      <a:pt x="36" y="17"/>
                      <a:pt x="30" y="16"/>
                    </a:cubicBezTo>
                    <a:cubicBezTo>
                      <a:pt x="21" y="16"/>
                      <a:pt x="11" y="0"/>
                      <a:pt x="3" y="15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86" name="Freeform 104">
                <a:extLst>
                  <a:ext uri="{FF2B5EF4-FFF2-40B4-BE49-F238E27FC236}">
                    <a16:creationId xmlns:a16="http://schemas.microsoft.com/office/drawing/2014/main" id="{ED6DC682-785A-4249-827A-96DF0FC12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916"/>
                <a:ext cx="145" cy="167"/>
              </a:xfrm>
              <a:custGeom>
                <a:avLst/>
                <a:gdLst>
                  <a:gd name="T0" fmla="*/ 270 w 58"/>
                  <a:gd name="T1" fmla="*/ 262 h 67"/>
                  <a:gd name="T2" fmla="*/ 845 w 58"/>
                  <a:gd name="T3" fmla="*/ 541 h 67"/>
                  <a:gd name="T4" fmla="*/ 313 w 58"/>
                  <a:gd name="T5" fmla="*/ 229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67">
                    <a:moveTo>
                      <a:pt x="17" y="17"/>
                    </a:moveTo>
                    <a:cubicBezTo>
                      <a:pt x="0" y="35"/>
                      <a:pt x="45" y="67"/>
                      <a:pt x="54" y="35"/>
                    </a:cubicBezTo>
                    <a:cubicBezTo>
                      <a:pt x="58" y="17"/>
                      <a:pt x="30" y="0"/>
                      <a:pt x="20" y="15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87" name="Freeform 105">
                <a:extLst>
                  <a:ext uri="{FF2B5EF4-FFF2-40B4-BE49-F238E27FC236}">
                    <a16:creationId xmlns:a16="http://schemas.microsoft.com/office/drawing/2014/main" id="{F362D4C5-0F6E-4D44-86E5-4278DD57F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893"/>
                <a:ext cx="128" cy="185"/>
              </a:xfrm>
              <a:custGeom>
                <a:avLst/>
                <a:gdLst>
                  <a:gd name="T0" fmla="*/ 95 w 51"/>
                  <a:gd name="T1" fmla="*/ 408 h 74"/>
                  <a:gd name="T2" fmla="*/ 176 w 51"/>
                  <a:gd name="T3" fmla="*/ 925 h 74"/>
                  <a:gd name="T4" fmla="*/ 663 w 51"/>
                  <a:gd name="T5" fmla="*/ 1020 h 74"/>
                  <a:gd name="T6" fmla="*/ 188 w 51"/>
                  <a:gd name="T7" fmla="*/ 375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74">
                    <a:moveTo>
                      <a:pt x="6" y="26"/>
                    </a:moveTo>
                    <a:cubicBezTo>
                      <a:pt x="1" y="37"/>
                      <a:pt x="0" y="49"/>
                      <a:pt x="11" y="59"/>
                    </a:cubicBezTo>
                    <a:cubicBezTo>
                      <a:pt x="18" y="66"/>
                      <a:pt x="35" y="74"/>
                      <a:pt x="42" y="65"/>
                    </a:cubicBezTo>
                    <a:cubicBezTo>
                      <a:pt x="51" y="51"/>
                      <a:pt x="30" y="0"/>
                      <a:pt x="12" y="24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88" name="Freeform 106">
                <a:extLst>
                  <a:ext uri="{FF2B5EF4-FFF2-40B4-BE49-F238E27FC236}">
                    <a16:creationId xmlns:a16="http://schemas.microsoft.com/office/drawing/2014/main" id="{BBC63AE5-C3CC-425A-83DA-4630D220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963"/>
                <a:ext cx="122" cy="120"/>
              </a:xfrm>
              <a:custGeom>
                <a:avLst/>
                <a:gdLst>
                  <a:gd name="T0" fmla="*/ 137 w 49"/>
                  <a:gd name="T1" fmla="*/ 20 h 48"/>
                  <a:gd name="T2" fmla="*/ 466 w 49"/>
                  <a:gd name="T3" fmla="*/ 595 h 48"/>
                  <a:gd name="T4" fmla="*/ 105 w 49"/>
                  <a:gd name="T5" fmla="*/ 3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48">
                    <a:moveTo>
                      <a:pt x="9" y="1"/>
                    </a:moveTo>
                    <a:cubicBezTo>
                      <a:pt x="23" y="0"/>
                      <a:pt x="49" y="29"/>
                      <a:pt x="30" y="38"/>
                    </a:cubicBezTo>
                    <a:cubicBezTo>
                      <a:pt x="10" y="48"/>
                      <a:pt x="0" y="15"/>
                      <a:pt x="7" y="2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89" name="Freeform 107">
                <a:extLst>
                  <a:ext uri="{FF2B5EF4-FFF2-40B4-BE49-F238E27FC236}">
                    <a16:creationId xmlns:a16="http://schemas.microsoft.com/office/drawing/2014/main" id="{B36D84AC-7267-427C-983A-9BFDFB874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068"/>
                <a:ext cx="227" cy="115"/>
              </a:xfrm>
              <a:custGeom>
                <a:avLst/>
                <a:gdLst>
                  <a:gd name="T0" fmla="*/ 841 w 91"/>
                  <a:gd name="T1" fmla="*/ 158 h 46"/>
                  <a:gd name="T2" fmla="*/ 324 w 91"/>
                  <a:gd name="T3" fmla="*/ 488 h 46"/>
                  <a:gd name="T4" fmla="*/ 728 w 91"/>
                  <a:gd name="T5" fmla="*/ 533 h 46"/>
                  <a:gd name="T6" fmla="*/ 1120 w 91"/>
                  <a:gd name="T7" fmla="*/ 675 h 46"/>
                  <a:gd name="T8" fmla="*/ 903 w 91"/>
                  <a:gd name="T9" fmla="*/ 20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46">
                    <a:moveTo>
                      <a:pt x="54" y="10"/>
                    </a:moveTo>
                    <a:cubicBezTo>
                      <a:pt x="38" y="0"/>
                      <a:pt x="0" y="18"/>
                      <a:pt x="21" y="31"/>
                    </a:cubicBezTo>
                    <a:cubicBezTo>
                      <a:pt x="25" y="34"/>
                      <a:pt x="41" y="32"/>
                      <a:pt x="47" y="34"/>
                    </a:cubicBezTo>
                    <a:cubicBezTo>
                      <a:pt x="52" y="35"/>
                      <a:pt x="66" y="46"/>
                      <a:pt x="72" y="43"/>
                    </a:cubicBezTo>
                    <a:cubicBezTo>
                      <a:pt x="91" y="35"/>
                      <a:pt x="68" y="15"/>
                      <a:pt x="58" y="13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90" name="Freeform 108">
                <a:extLst>
                  <a:ext uri="{FF2B5EF4-FFF2-40B4-BE49-F238E27FC236}">
                    <a16:creationId xmlns:a16="http://schemas.microsoft.com/office/drawing/2014/main" id="{6769DCCD-891A-46D6-B0F0-7F52B00AA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966"/>
                <a:ext cx="85" cy="97"/>
              </a:xfrm>
              <a:custGeom>
                <a:avLst/>
                <a:gdLst>
                  <a:gd name="T0" fmla="*/ 270 w 34"/>
                  <a:gd name="T1" fmla="*/ 0 h 39"/>
                  <a:gd name="T2" fmla="*/ 270 w 34"/>
                  <a:gd name="T3" fmla="*/ 599 h 39"/>
                  <a:gd name="T4" fmla="*/ 250 w 34"/>
                  <a:gd name="T5" fmla="*/ 1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9">
                    <a:moveTo>
                      <a:pt x="17" y="0"/>
                    </a:moveTo>
                    <a:cubicBezTo>
                      <a:pt x="33" y="3"/>
                      <a:pt x="34" y="39"/>
                      <a:pt x="17" y="39"/>
                    </a:cubicBezTo>
                    <a:cubicBezTo>
                      <a:pt x="1" y="38"/>
                      <a:pt x="0" y="2"/>
                      <a:pt x="16" y="1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91" name="Freeform 109">
                <a:extLst>
                  <a:ext uri="{FF2B5EF4-FFF2-40B4-BE49-F238E27FC236}">
                    <a16:creationId xmlns:a16="http://schemas.microsoft.com/office/drawing/2014/main" id="{D2BCFAFC-A88D-4522-BF97-178D63E7F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973"/>
                <a:ext cx="100" cy="68"/>
              </a:xfrm>
              <a:custGeom>
                <a:avLst/>
                <a:gdLst>
                  <a:gd name="T0" fmla="*/ 313 w 40"/>
                  <a:gd name="T1" fmla="*/ 0 h 27"/>
                  <a:gd name="T2" fmla="*/ 250 w 40"/>
                  <a:gd name="T3" fmla="*/ 400 h 27"/>
                  <a:gd name="T4" fmla="*/ 395 w 40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7">
                    <a:moveTo>
                      <a:pt x="20" y="0"/>
                    </a:moveTo>
                    <a:cubicBezTo>
                      <a:pt x="6" y="0"/>
                      <a:pt x="0" y="22"/>
                      <a:pt x="16" y="25"/>
                    </a:cubicBezTo>
                    <a:cubicBezTo>
                      <a:pt x="26" y="27"/>
                      <a:pt x="40" y="0"/>
                      <a:pt x="25" y="0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92" name="Freeform 110">
                <a:extLst>
                  <a:ext uri="{FF2B5EF4-FFF2-40B4-BE49-F238E27FC236}">
                    <a16:creationId xmlns:a16="http://schemas.microsoft.com/office/drawing/2014/main" id="{E8046F17-5EDD-4959-88BE-001D68CD0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963"/>
                <a:ext cx="107" cy="58"/>
              </a:xfrm>
              <a:custGeom>
                <a:avLst/>
                <a:gdLst>
                  <a:gd name="T0" fmla="*/ 0 w 43"/>
                  <a:gd name="T1" fmla="*/ 126 h 23"/>
                  <a:gd name="T2" fmla="*/ 587 w 43"/>
                  <a:gd name="T3" fmla="*/ 338 h 23"/>
                  <a:gd name="T4" fmla="*/ 92 w 43"/>
                  <a:gd name="T5" fmla="*/ 22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3">
                    <a:moveTo>
                      <a:pt x="0" y="8"/>
                    </a:moveTo>
                    <a:cubicBezTo>
                      <a:pt x="12" y="3"/>
                      <a:pt x="43" y="0"/>
                      <a:pt x="38" y="21"/>
                    </a:cubicBezTo>
                    <a:cubicBezTo>
                      <a:pt x="26" y="23"/>
                      <a:pt x="18" y="16"/>
                      <a:pt x="6" y="14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93" name="Freeform 111">
                <a:extLst>
                  <a:ext uri="{FF2B5EF4-FFF2-40B4-BE49-F238E27FC236}">
                    <a16:creationId xmlns:a16="http://schemas.microsoft.com/office/drawing/2014/main" id="{DFF4277F-85B5-486B-9910-FD3E02312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116"/>
                <a:ext cx="210" cy="65"/>
              </a:xfrm>
              <a:custGeom>
                <a:avLst/>
                <a:gdLst>
                  <a:gd name="T0" fmla="*/ 720 w 84"/>
                  <a:gd name="T1" fmla="*/ 50 h 26"/>
                  <a:gd name="T2" fmla="*/ 583 w 84"/>
                  <a:gd name="T3" fmla="*/ 345 h 26"/>
                  <a:gd name="T4" fmla="*/ 1145 w 84"/>
                  <a:gd name="T5" fmla="*/ 300 h 26"/>
                  <a:gd name="T6" fmla="*/ 813 w 84"/>
                  <a:gd name="T7" fmla="*/ 5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26">
                    <a:moveTo>
                      <a:pt x="46" y="3"/>
                    </a:moveTo>
                    <a:cubicBezTo>
                      <a:pt x="22" y="0"/>
                      <a:pt x="0" y="26"/>
                      <a:pt x="37" y="22"/>
                    </a:cubicBezTo>
                    <a:cubicBezTo>
                      <a:pt x="42" y="21"/>
                      <a:pt x="70" y="22"/>
                      <a:pt x="73" y="19"/>
                    </a:cubicBezTo>
                    <a:cubicBezTo>
                      <a:pt x="84" y="8"/>
                      <a:pt x="60" y="2"/>
                      <a:pt x="52" y="3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94" name="Freeform 112">
                <a:extLst>
                  <a:ext uri="{FF2B5EF4-FFF2-40B4-BE49-F238E27FC236}">
                    <a16:creationId xmlns:a16="http://schemas.microsoft.com/office/drawing/2014/main" id="{A52640D9-558A-4951-9C41-0BE5F6A76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933"/>
                <a:ext cx="160" cy="110"/>
              </a:xfrm>
              <a:custGeom>
                <a:avLst/>
                <a:gdLst>
                  <a:gd name="T0" fmla="*/ 283 w 64"/>
                  <a:gd name="T1" fmla="*/ 63 h 44"/>
                  <a:gd name="T2" fmla="*/ 33 w 64"/>
                  <a:gd name="T3" fmla="*/ 363 h 44"/>
                  <a:gd name="T4" fmla="*/ 458 w 64"/>
                  <a:gd name="T5" fmla="*/ 645 h 44"/>
                  <a:gd name="T6" fmla="*/ 938 w 64"/>
                  <a:gd name="T7" fmla="*/ 63 h 44"/>
                  <a:gd name="T8" fmla="*/ 313 w 64"/>
                  <a:gd name="T9" fmla="*/ 113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4">
                    <a:moveTo>
                      <a:pt x="18" y="4"/>
                    </a:moveTo>
                    <a:cubicBezTo>
                      <a:pt x="8" y="4"/>
                      <a:pt x="0" y="12"/>
                      <a:pt x="2" y="23"/>
                    </a:cubicBezTo>
                    <a:cubicBezTo>
                      <a:pt x="3" y="36"/>
                      <a:pt x="17" y="40"/>
                      <a:pt x="29" y="41"/>
                    </a:cubicBezTo>
                    <a:cubicBezTo>
                      <a:pt x="51" y="44"/>
                      <a:pt x="64" y="26"/>
                      <a:pt x="60" y="4"/>
                    </a:cubicBezTo>
                    <a:cubicBezTo>
                      <a:pt x="48" y="4"/>
                      <a:pt x="30" y="0"/>
                      <a:pt x="20" y="7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95" name="Freeform 113">
                <a:extLst>
                  <a:ext uri="{FF2B5EF4-FFF2-40B4-BE49-F238E27FC236}">
                    <a16:creationId xmlns:a16="http://schemas.microsoft.com/office/drawing/2014/main" id="{99E38648-0D19-4C90-A177-C4FEE1873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65"/>
                <a:ext cx="150" cy="105"/>
              </a:xfrm>
              <a:custGeom>
                <a:avLst/>
                <a:gdLst>
                  <a:gd name="T0" fmla="*/ 33 w 60"/>
                  <a:gd name="T1" fmla="*/ 283 h 42"/>
                  <a:gd name="T2" fmla="*/ 520 w 60"/>
                  <a:gd name="T3" fmla="*/ 595 h 42"/>
                  <a:gd name="T4" fmla="*/ 738 w 60"/>
                  <a:gd name="T5" fmla="*/ 188 h 42"/>
                  <a:gd name="T6" fmla="*/ 550 w 60"/>
                  <a:gd name="T7" fmla="*/ 270 h 42"/>
                  <a:gd name="T8" fmla="*/ 375 w 60"/>
                  <a:gd name="T9" fmla="*/ 208 h 42"/>
                  <a:gd name="T10" fmla="*/ 0 w 60"/>
                  <a:gd name="T11" fmla="*/ 188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2">
                    <a:moveTo>
                      <a:pt x="2" y="18"/>
                    </a:moveTo>
                    <a:cubicBezTo>
                      <a:pt x="1" y="32"/>
                      <a:pt x="19" y="42"/>
                      <a:pt x="33" y="38"/>
                    </a:cubicBezTo>
                    <a:cubicBezTo>
                      <a:pt x="42" y="36"/>
                      <a:pt x="60" y="20"/>
                      <a:pt x="47" y="12"/>
                    </a:cubicBezTo>
                    <a:cubicBezTo>
                      <a:pt x="41" y="9"/>
                      <a:pt x="40" y="17"/>
                      <a:pt x="35" y="17"/>
                    </a:cubicBezTo>
                    <a:cubicBezTo>
                      <a:pt x="28" y="17"/>
                      <a:pt x="31" y="15"/>
                      <a:pt x="24" y="13"/>
                    </a:cubicBezTo>
                    <a:cubicBezTo>
                      <a:pt x="18" y="11"/>
                      <a:pt x="4" y="0"/>
                      <a:pt x="0" y="12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96" name="Freeform 114">
                <a:extLst>
                  <a:ext uri="{FF2B5EF4-FFF2-40B4-BE49-F238E27FC236}">
                    <a16:creationId xmlns:a16="http://schemas.microsoft.com/office/drawing/2014/main" id="{3F0F6E2B-F9A8-4278-8EC0-BB1158F8B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898"/>
                <a:ext cx="150" cy="142"/>
              </a:xfrm>
              <a:custGeom>
                <a:avLst/>
                <a:gdLst>
                  <a:gd name="T0" fmla="*/ 0 w 60"/>
                  <a:gd name="T1" fmla="*/ 279 h 57"/>
                  <a:gd name="T2" fmla="*/ 470 w 60"/>
                  <a:gd name="T3" fmla="*/ 837 h 57"/>
                  <a:gd name="T4" fmla="*/ 925 w 60"/>
                  <a:gd name="T5" fmla="*/ 603 h 57"/>
                  <a:gd name="T6" fmla="*/ 520 w 60"/>
                  <a:gd name="T7" fmla="*/ 433 h 57"/>
                  <a:gd name="T8" fmla="*/ 20 w 60"/>
                  <a:gd name="T9" fmla="*/ 13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18"/>
                    </a:moveTo>
                    <a:cubicBezTo>
                      <a:pt x="5" y="35"/>
                      <a:pt x="11" y="48"/>
                      <a:pt x="30" y="54"/>
                    </a:cubicBezTo>
                    <a:cubicBezTo>
                      <a:pt x="41" y="57"/>
                      <a:pt x="60" y="56"/>
                      <a:pt x="59" y="39"/>
                    </a:cubicBezTo>
                    <a:cubicBezTo>
                      <a:pt x="57" y="24"/>
                      <a:pt x="43" y="35"/>
                      <a:pt x="33" y="28"/>
                    </a:cubicBezTo>
                    <a:cubicBezTo>
                      <a:pt x="24" y="21"/>
                      <a:pt x="18" y="0"/>
                      <a:pt x="1" y="9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97" name="Freeform 115">
                <a:extLst>
                  <a:ext uri="{FF2B5EF4-FFF2-40B4-BE49-F238E27FC236}">
                    <a16:creationId xmlns:a16="http://schemas.microsoft.com/office/drawing/2014/main" id="{E20FDE37-15B2-4A36-9849-A498FE7E6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835"/>
                <a:ext cx="178" cy="73"/>
              </a:xfrm>
              <a:custGeom>
                <a:avLst/>
                <a:gdLst>
                  <a:gd name="T0" fmla="*/ 0 w 71"/>
                  <a:gd name="T1" fmla="*/ 222 h 29"/>
                  <a:gd name="T2" fmla="*/ 805 w 71"/>
                  <a:gd name="T3" fmla="*/ 413 h 29"/>
                  <a:gd name="T4" fmla="*/ 943 w 71"/>
                  <a:gd name="T5" fmla="*/ 113 h 29"/>
                  <a:gd name="T6" fmla="*/ 471 w 71"/>
                  <a:gd name="T7" fmla="*/ 159 h 29"/>
                  <a:gd name="T8" fmla="*/ 0 w 71"/>
                  <a:gd name="T9" fmla="*/ 11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29">
                    <a:moveTo>
                      <a:pt x="0" y="14"/>
                    </a:moveTo>
                    <a:cubicBezTo>
                      <a:pt x="13" y="21"/>
                      <a:pt x="36" y="29"/>
                      <a:pt x="51" y="26"/>
                    </a:cubicBezTo>
                    <a:cubicBezTo>
                      <a:pt x="63" y="24"/>
                      <a:pt x="71" y="15"/>
                      <a:pt x="60" y="7"/>
                    </a:cubicBezTo>
                    <a:cubicBezTo>
                      <a:pt x="50" y="0"/>
                      <a:pt x="38" y="9"/>
                      <a:pt x="30" y="10"/>
                    </a:cubicBezTo>
                    <a:cubicBezTo>
                      <a:pt x="19" y="11"/>
                      <a:pt x="10" y="6"/>
                      <a:pt x="0" y="7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98" name="Freeform 116">
                <a:extLst>
                  <a:ext uri="{FF2B5EF4-FFF2-40B4-BE49-F238E27FC236}">
                    <a16:creationId xmlns:a16="http://schemas.microsoft.com/office/drawing/2014/main" id="{5654092D-9F9D-4A20-B5B9-9B8D95AC0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990"/>
                <a:ext cx="87" cy="118"/>
              </a:xfrm>
              <a:custGeom>
                <a:avLst/>
                <a:gdLst>
                  <a:gd name="T0" fmla="*/ 278 w 35"/>
                  <a:gd name="T1" fmla="*/ 0 h 47"/>
                  <a:gd name="T2" fmla="*/ 62 w 35"/>
                  <a:gd name="T3" fmla="*/ 535 h 47"/>
                  <a:gd name="T4" fmla="*/ 462 w 35"/>
                  <a:gd name="T5" fmla="*/ 650 h 47"/>
                  <a:gd name="T6" fmla="*/ 321 w 35"/>
                  <a:gd name="T7" fmla="*/ 5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7">
                    <a:moveTo>
                      <a:pt x="18" y="0"/>
                    </a:moveTo>
                    <a:cubicBezTo>
                      <a:pt x="8" y="5"/>
                      <a:pt x="0" y="23"/>
                      <a:pt x="4" y="34"/>
                    </a:cubicBezTo>
                    <a:cubicBezTo>
                      <a:pt x="9" y="47"/>
                      <a:pt x="17" y="40"/>
                      <a:pt x="30" y="41"/>
                    </a:cubicBezTo>
                    <a:cubicBezTo>
                      <a:pt x="32" y="32"/>
                      <a:pt x="35" y="2"/>
                      <a:pt x="21" y="3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99" name="Freeform 117">
                <a:extLst>
                  <a:ext uri="{FF2B5EF4-FFF2-40B4-BE49-F238E27FC236}">
                    <a16:creationId xmlns:a16="http://schemas.microsoft.com/office/drawing/2014/main" id="{7D2506B2-6BDF-471D-BB90-1C4E483AA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990"/>
                <a:ext cx="165" cy="125"/>
              </a:xfrm>
              <a:custGeom>
                <a:avLst/>
                <a:gdLst>
                  <a:gd name="T0" fmla="*/ 113 w 66"/>
                  <a:gd name="T1" fmla="*/ 33 h 50"/>
                  <a:gd name="T2" fmla="*/ 533 w 66"/>
                  <a:gd name="T3" fmla="*/ 658 h 50"/>
                  <a:gd name="T4" fmla="*/ 0 w 66"/>
                  <a:gd name="T5" fmla="*/ 125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0">
                    <a:moveTo>
                      <a:pt x="7" y="2"/>
                    </a:moveTo>
                    <a:cubicBezTo>
                      <a:pt x="28" y="0"/>
                      <a:pt x="66" y="31"/>
                      <a:pt x="34" y="42"/>
                    </a:cubicBezTo>
                    <a:cubicBezTo>
                      <a:pt x="12" y="50"/>
                      <a:pt x="1" y="26"/>
                      <a:pt x="0" y="8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00" name="Freeform 118">
                <a:extLst>
                  <a:ext uri="{FF2B5EF4-FFF2-40B4-BE49-F238E27FC236}">
                    <a16:creationId xmlns:a16="http://schemas.microsoft.com/office/drawing/2014/main" id="{6AE70732-E03C-435A-A046-C358899AE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055"/>
                <a:ext cx="195" cy="60"/>
              </a:xfrm>
              <a:custGeom>
                <a:avLst/>
                <a:gdLst>
                  <a:gd name="T0" fmla="*/ 783 w 78"/>
                  <a:gd name="T1" fmla="*/ 20 h 24"/>
                  <a:gd name="T2" fmla="*/ 470 w 78"/>
                  <a:gd name="T3" fmla="*/ 375 h 24"/>
                  <a:gd name="T4" fmla="*/ 783 w 78"/>
                  <a:gd name="T5" fmla="*/ 113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">
                    <a:moveTo>
                      <a:pt x="50" y="1"/>
                    </a:moveTo>
                    <a:cubicBezTo>
                      <a:pt x="78" y="11"/>
                      <a:pt x="43" y="23"/>
                      <a:pt x="30" y="24"/>
                    </a:cubicBezTo>
                    <a:cubicBezTo>
                      <a:pt x="0" y="24"/>
                      <a:pt x="27" y="0"/>
                      <a:pt x="50" y="7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01" name="Freeform 119">
                <a:extLst>
                  <a:ext uri="{FF2B5EF4-FFF2-40B4-BE49-F238E27FC236}">
                    <a16:creationId xmlns:a16="http://schemas.microsoft.com/office/drawing/2014/main" id="{9E5D7DF3-E189-4092-A709-5FBEEE956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078"/>
                <a:ext cx="102" cy="77"/>
              </a:xfrm>
              <a:custGeom>
                <a:avLst/>
                <a:gdLst>
                  <a:gd name="T0" fmla="*/ 124 w 41"/>
                  <a:gd name="T1" fmla="*/ 154 h 31"/>
                  <a:gd name="T2" fmla="*/ 600 w 41"/>
                  <a:gd name="T3" fmla="*/ 196 h 31"/>
                  <a:gd name="T4" fmla="*/ 0 w 41"/>
                  <a:gd name="T5" fmla="*/ 22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1">
                    <a:moveTo>
                      <a:pt x="8" y="10"/>
                    </a:moveTo>
                    <a:cubicBezTo>
                      <a:pt x="14" y="5"/>
                      <a:pt x="41" y="0"/>
                      <a:pt x="39" y="13"/>
                    </a:cubicBezTo>
                    <a:cubicBezTo>
                      <a:pt x="37" y="31"/>
                      <a:pt x="8" y="18"/>
                      <a:pt x="0" y="15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02" name="Freeform 120">
                <a:extLst>
                  <a:ext uri="{FF2B5EF4-FFF2-40B4-BE49-F238E27FC236}">
                    <a16:creationId xmlns:a16="http://schemas.microsoft.com/office/drawing/2014/main" id="{5D187D8A-76DB-4293-BA8B-FC9634470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025"/>
                <a:ext cx="105" cy="93"/>
              </a:xfrm>
              <a:custGeom>
                <a:avLst/>
                <a:gdLst>
                  <a:gd name="T0" fmla="*/ 0 w 42"/>
                  <a:gd name="T1" fmla="*/ 20 h 37"/>
                  <a:gd name="T2" fmla="*/ 488 w 42"/>
                  <a:gd name="T3" fmla="*/ 304 h 37"/>
                  <a:gd name="T4" fmla="*/ 50 w 42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0" y="1"/>
                    </a:moveTo>
                    <a:cubicBezTo>
                      <a:pt x="2" y="12"/>
                      <a:pt x="21" y="37"/>
                      <a:pt x="31" y="19"/>
                    </a:cubicBezTo>
                    <a:cubicBezTo>
                      <a:pt x="42" y="1"/>
                      <a:pt x="13" y="0"/>
                      <a:pt x="3" y="0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03" name="Freeform 121">
                <a:extLst>
                  <a:ext uri="{FF2B5EF4-FFF2-40B4-BE49-F238E27FC236}">
                    <a16:creationId xmlns:a16="http://schemas.microsoft.com/office/drawing/2014/main" id="{B4395A57-40DD-4F03-9B5D-725A27344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943"/>
                <a:ext cx="120" cy="115"/>
              </a:xfrm>
              <a:custGeom>
                <a:avLst/>
                <a:gdLst>
                  <a:gd name="T0" fmla="*/ 0 w 48"/>
                  <a:gd name="T1" fmla="*/ 95 h 46"/>
                  <a:gd name="T2" fmla="*/ 708 w 48"/>
                  <a:gd name="T3" fmla="*/ 283 h 46"/>
                  <a:gd name="T4" fmla="*/ 95 w 48"/>
                  <a:gd name="T5" fmla="*/ 63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6">
                    <a:moveTo>
                      <a:pt x="0" y="6"/>
                    </a:moveTo>
                    <a:cubicBezTo>
                      <a:pt x="8" y="13"/>
                      <a:pt x="48" y="46"/>
                      <a:pt x="45" y="18"/>
                    </a:cubicBezTo>
                    <a:cubicBezTo>
                      <a:pt x="43" y="1"/>
                      <a:pt x="18" y="0"/>
                      <a:pt x="6" y="4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04" name="Freeform 122">
                <a:extLst>
                  <a:ext uri="{FF2B5EF4-FFF2-40B4-BE49-F238E27FC236}">
                    <a16:creationId xmlns:a16="http://schemas.microsoft.com/office/drawing/2014/main" id="{8AE191C8-8482-4270-8A97-9936C8501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873"/>
                <a:ext cx="315" cy="38"/>
              </a:xfrm>
              <a:custGeom>
                <a:avLst/>
                <a:gdLst>
                  <a:gd name="T0" fmla="*/ 1970 w 126"/>
                  <a:gd name="T1" fmla="*/ 225 h 15"/>
                  <a:gd name="T2" fmla="*/ 238 w 126"/>
                  <a:gd name="T3" fmla="*/ 0 h 15"/>
                  <a:gd name="T4" fmla="*/ 238 w 126"/>
                  <a:gd name="T5" fmla="*/ 20 h 15"/>
                  <a:gd name="T6" fmla="*/ 1313 w 126"/>
                  <a:gd name="T7" fmla="*/ 243 h 15"/>
                  <a:gd name="T8" fmla="*/ 1970 w 126"/>
                  <a:gd name="T9" fmla="*/ 22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5">
                    <a:moveTo>
                      <a:pt x="126" y="14"/>
                    </a:moveTo>
                    <a:cubicBezTo>
                      <a:pt x="126" y="14"/>
                      <a:pt x="30" y="0"/>
                      <a:pt x="15" y="0"/>
                    </a:cubicBezTo>
                    <a:cubicBezTo>
                      <a:pt x="0" y="0"/>
                      <a:pt x="15" y="1"/>
                      <a:pt x="15" y="1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4" y="15"/>
                      <a:pt x="117" y="14"/>
                      <a:pt x="12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05" name="Freeform 123">
                <a:extLst>
                  <a:ext uri="{FF2B5EF4-FFF2-40B4-BE49-F238E27FC236}">
                    <a16:creationId xmlns:a16="http://schemas.microsoft.com/office/drawing/2014/main" id="{1CFD8E76-4111-455D-B9F9-FF2B4C411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876"/>
                <a:ext cx="395" cy="32"/>
              </a:xfrm>
              <a:custGeom>
                <a:avLst/>
                <a:gdLst>
                  <a:gd name="T0" fmla="*/ 0 w 158"/>
                  <a:gd name="T1" fmla="*/ 194 h 13"/>
                  <a:gd name="T2" fmla="*/ 1363 w 158"/>
                  <a:gd name="T3" fmla="*/ 194 h 13"/>
                  <a:gd name="T4" fmla="*/ 2470 w 158"/>
                  <a:gd name="T5" fmla="*/ 0 h 13"/>
                  <a:gd name="T6" fmla="*/ 0 w 158"/>
                  <a:gd name="T7" fmla="*/ 1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3">
                    <a:moveTo>
                      <a:pt x="0" y="13"/>
                    </a:move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149" y="0"/>
                      <a:pt x="158" y="0"/>
                    </a:cubicBezTo>
                    <a:cubicBezTo>
                      <a:pt x="158" y="0"/>
                      <a:pt x="82" y="11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06" name="Freeform 124">
                <a:extLst>
                  <a:ext uri="{FF2B5EF4-FFF2-40B4-BE49-F238E27FC236}">
                    <a16:creationId xmlns:a16="http://schemas.microsoft.com/office/drawing/2014/main" id="{2A35C905-4B4B-4F80-945C-7195C3962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150"/>
                <a:ext cx="355" cy="25"/>
              </a:xfrm>
              <a:custGeom>
                <a:avLst/>
                <a:gdLst>
                  <a:gd name="T0" fmla="*/ 0 w 142"/>
                  <a:gd name="T1" fmla="*/ 158 h 10"/>
                  <a:gd name="T2" fmla="*/ 875 w 142"/>
                  <a:gd name="T3" fmla="*/ 33 h 10"/>
                  <a:gd name="T4" fmla="*/ 1050 w 142"/>
                  <a:gd name="T5" fmla="*/ 0 h 10"/>
                  <a:gd name="T6" fmla="*/ 2220 w 142"/>
                  <a:gd name="T7" fmla="*/ 0 h 10"/>
                  <a:gd name="T8" fmla="*/ 925 w 142"/>
                  <a:gd name="T9" fmla="*/ 113 h 10"/>
                  <a:gd name="T10" fmla="*/ 0 w 142"/>
                  <a:gd name="T11" fmla="*/ 15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0">
                    <a:moveTo>
                      <a:pt x="0" y="10"/>
                    </a:moveTo>
                    <a:cubicBezTo>
                      <a:pt x="0" y="10"/>
                      <a:pt x="39" y="6"/>
                      <a:pt x="56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69" y="6"/>
                      <a:pt x="59" y="7"/>
                    </a:cubicBezTo>
                    <a:cubicBezTo>
                      <a:pt x="49" y="9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07" name="Freeform 125">
                <a:extLst>
                  <a:ext uri="{FF2B5EF4-FFF2-40B4-BE49-F238E27FC236}">
                    <a16:creationId xmlns:a16="http://schemas.microsoft.com/office/drawing/2014/main" id="{D25BC62D-52B8-49F7-940B-E686D89B0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153"/>
                <a:ext cx="375" cy="27"/>
              </a:xfrm>
              <a:custGeom>
                <a:avLst/>
                <a:gdLst>
                  <a:gd name="T0" fmla="*/ 0 w 150"/>
                  <a:gd name="T1" fmla="*/ 0 h 11"/>
                  <a:gd name="T2" fmla="*/ 1175 w 150"/>
                  <a:gd name="T3" fmla="*/ 0 h 11"/>
                  <a:gd name="T4" fmla="*/ 2345 w 150"/>
                  <a:gd name="T5" fmla="*/ 162 h 11"/>
                  <a:gd name="T6" fmla="*/ 1238 w 150"/>
                  <a:gd name="T7" fmla="*/ 103 h 11"/>
                  <a:gd name="T8" fmla="*/ 0 w 15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11">
                    <a:moveTo>
                      <a:pt x="0" y="0"/>
                    </a:moveTo>
                    <a:cubicBezTo>
                      <a:pt x="75" y="0"/>
                      <a:pt x="75" y="0"/>
                      <a:pt x="75" y="0"/>
                    </a:cubicBezTo>
                    <a:cubicBezTo>
                      <a:pt x="75" y="0"/>
                      <a:pt x="123" y="10"/>
                      <a:pt x="150" y="11"/>
                    </a:cubicBezTo>
                    <a:cubicBezTo>
                      <a:pt x="150" y="11"/>
                      <a:pt x="98" y="10"/>
                      <a:pt x="79" y="7"/>
                    </a:cubicBezTo>
                    <a:cubicBezTo>
                      <a:pt x="59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08" name="Freeform 126">
                <a:extLst>
                  <a:ext uri="{FF2B5EF4-FFF2-40B4-BE49-F238E27FC236}">
                    <a16:creationId xmlns:a16="http://schemas.microsoft.com/office/drawing/2014/main" id="{F2568D62-34E5-4B0F-8304-C4E66E52F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866"/>
                <a:ext cx="405" cy="1312"/>
              </a:xfrm>
              <a:custGeom>
                <a:avLst/>
                <a:gdLst>
                  <a:gd name="T0" fmla="*/ 2500 w 162"/>
                  <a:gd name="T1" fmla="*/ 7944 h 525"/>
                  <a:gd name="T2" fmla="*/ 2500 w 162"/>
                  <a:gd name="T3" fmla="*/ 7932 h 525"/>
                  <a:gd name="T4" fmla="*/ 925 w 162"/>
                  <a:gd name="T5" fmla="*/ 6712 h 525"/>
                  <a:gd name="T6" fmla="*/ 283 w 162"/>
                  <a:gd name="T7" fmla="*/ 4103 h 525"/>
                  <a:gd name="T8" fmla="*/ 925 w 162"/>
                  <a:gd name="T9" fmla="*/ 1499 h 525"/>
                  <a:gd name="T10" fmla="*/ 2500 w 162"/>
                  <a:gd name="T11" fmla="*/ 292 h 525"/>
                  <a:gd name="T12" fmla="*/ 2533 w 162"/>
                  <a:gd name="T13" fmla="*/ 292 h 525"/>
                  <a:gd name="T14" fmla="*/ 2533 w 162"/>
                  <a:gd name="T15" fmla="*/ 0 h 525"/>
                  <a:gd name="T16" fmla="*/ 2500 w 162"/>
                  <a:gd name="T17" fmla="*/ 0 h 525"/>
                  <a:gd name="T18" fmla="*/ 738 w 162"/>
                  <a:gd name="T19" fmla="*/ 1312 h 525"/>
                  <a:gd name="T20" fmla="*/ 0 w 162"/>
                  <a:gd name="T21" fmla="*/ 4103 h 525"/>
                  <a:gd name="T22" fmla="*/ 738 w 162"/>
                  <a:gd name="T23" fmla="*/ 6900 h 525"/>
                  <a:gd name="T24" fmla="*/ 2488 w 162"/>
                  <a:gd name="T25" fmla="*/ 8194 h 525"/>
                  <a:gd name="T26" fmla="*/ 2520 w 162"/>
                  <a:gd name="T27" fmla="*/ 8194 h 525"/>
                  <a:gd name="T28" fmla="*/ 2533 w 162"/>
                  <a:gd name="T29" fmla="*/ 7932 h 525"/>
                  <a:gd name="T30" fmla="*/ 2500 w 162"/>
                  <a:gd name="T31" fmla="*/ 7932 h 525"/>
                  <a:gd name="T32" fmla="*/ 2500 w 162"/>
                  <a:gd name="T33" fmla="*/ 7944 h 525"/>
                  <a:gd name="T34" fmla="*/ 2470 w 162"/>
                  <a:gd name="T35" fmla="*/ 7944 h 525"/>
                  <a:gd name="T36" fmla="*/ 2458 w 162"/>
                  <a:gd name="T37" fmla="*/ 8162 h 525"/>
                  <a:gd name="T38" fmla="*/ 2488 w 162"/>
                  <a:gd name="T39" fmla="*/ 8162 h 525"/>
                  <a:gd name="T40" fmla="*/ 2488 w 162"/>
                  <a:gd name="T41" fmla="*/ 8132 h 525"/>
                  <a:gd name="T42" fmla="*/ 783 w 162"/>
                  <a:gd name="T43" fmla="*/ 6870 h 525"/>
                  <a:gd name="T44" fmla="*/ 63 w 162"/>
                  <a:gd name="T45" fmla="*/ 4103 h 525"/>
                  <a:gd name="T46" fmla="*/ 800 w 162"/>
                  <a:gd name="T47" fmla="*/ 1342 h 525"/>
                  <a:gd name="T48" fmla="*/ 2500 w 162"/>
                  <a:gd name="T49" fmla="*/ 62 h 525"/>
                  <a:gd name="T50" fmla="*/ 2500 w 162"/>
                  <a:gd name="T51" fmla="*/ 30 h 525"/>
                  <a:gd name="T52" fmla="*/ 2470 w 162"/>
                  <a:gd name="T53" fmla="*/ 30 h 525"/>
                  <a:gd name="T54" fmla="*/ 2470 w 162"/>
                  <a:gd name="T55" fmla="*/ 262 h 525"/>
                  <a:gd name="T56" fmla="*/ 2500 w 162"/>
                  <a:gd name="T57" fmla="*/ 262 h 525"/>
                  <a:gd name="T58" fmla="*/ 2500 w 162"/>
                  <a:gd name="T59" fmla="*/ 230 h 525"/>
                  <a:gd name="T60" fmla="*/ 875 w 162"/>
                  <a:gd name="T61" fmla="*/ 1467 h 525"/>
                  <a:gd name="T62" fmla="*/ 220 w 162"/>
                  <a:gd name="T63" fmla="*/ 4103 h 525"/>
                  <a:gd name="T64" fmla="*/ 875 w 162"/>
                  <a:gd name="T65" fmla="*/ 6745 h 525"/>
                  <a:gd name="T66" fmla="*/ 2488 w 162"/>
                  <a:gd name="T67" fmla="*/ 7974 h 525"/>
                  <a:gd name="T68" fmla="*/ 2500 w 162"/>
                  <a:gd name="T69" fmla="*/ 7944 h 525"/>
                  <a:gd name="T70" fmla="*/ 2470 w 162"/>
                  <a:gd name="T71" fmla="*/ 7944 h 525"/>
                  <a:gd name="T72" fmla="*/ 2500 w 162"/>
                  <a:gd name="T73" fmla="*/ 7944 h 5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2" h="525">
                    <a:moveTo>
                      <a:pt x="160" y="509"/>
                    </a:moveTo>
                    <a:cubicBezTo>
                      <a:pt x="160" y="508"/>
                      <a:pt x="160" y="508"/>
                      <a:pt x="160" y="508"/>
                    </a:cubicBezTo>
                    <a:cubicBezTo>
                      <a:pt x="120" y="503"/>
                      <a:pt x="85" y="474"/>
                      <a:pt x="59" y="430"/>
                    </a:cubicBezTo>
                    <a:cubicBezTo>
                      <a:pt x="34" y="387"/>
                      <a:pt x="18" y="328"/>
                      <a:pt x="18" y="263"/>
                    </a:cubicBezTo>
                    <a:cubicBezTo>
                      <a:pt x="18" y="199"/>
                      <a:pt x="34" y="140"/>
                      <a:pt x="59" y="96"/>
                    </a:cubicBezTo>
                    <a:cubicBezTo>
                      <a:pt x="85" y="52"/>
                      <a:pt x="121" y="24"/>
                      <a:pt x="160" y="19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16" y="5"/>
                      <a:pt x="76" y="37"/>
                      <a:pt x="47" y="84"/>
                    </a:cubicBezTo>
                    <a:cubicBezTo>
                      <a:pt x="18" y="131"/>
                      <a:pt x="0" y="193"/>
                      <a:pt x="0" y="263"/>
                    </a:cubicBezTo>
                    <a:cubicBezTo>
                      <a:pt x="0" y="332"/>
                      <a:pt x="18" y="395"/>
                      <a:pt x="47" y="442"/>
                    </a:cubicBezTo>
                    <a:cubicBezTo>
                      <a:pt x="76" y="489"/>
                      <a:pt x="115" y="520"/>
                      <a:pt x="159" y="525"/>
                    </a:cubicBezTo>
                    <a:cubicBezTo>
                      <a:pt x="161" y="525"/>
                      <a:pt x="161" y="525"/>
                      <a:pt x="161" y="525"/>
                    </a:cubicBezTo>
                    <a:cubicBezTo>
                      <a:pt x="162" y="508"/>
                      <a:pt x="162" y="508"/>
                      <a:pt x="162" y="508"/>
                    </a:cubicBezTo>
                    <a:cubicBezTo>
                      <a:pt x="160" y="508"/>
                      <a:pt x="160" y="508"/>
                      <a:pt x="160" y="508"/>
                    </a:cubicBezTo>
                    <a:cubicBezTo>
                      <a:pt x="160" y="509"/>
                      <a:pt x="160" y="509"/>
                      <a:pt x="160" y="509"/>
                    </a:cubicBezTo>
                    <a:cubicBezTo>
                      <a:pt x="158" y="509"/>
                      <a:pt x="158" y="509"/>
                      <a:pt x="158" y="509"/>
                    </a:cubicBezTo>
                    <a:cubicBezTo>
                      <a:pt x="157" y="523"/>
                      <a:pt x="157" y="523"/>
                      <a:pt x="157" y="523"/>
                    </a:cubicBezTo>
                    <a:cubicBezTo>
                      <a:pt x="159" y="523"/>
                      <a:pt x="159" y="523"/>
                      <a:pt x="159" y="523"/>
                    </a:cubicBezTo>
                    <a:cubicBezTo>
                      <a:pt x="159" y="521"/>
                      <a:pt x="159" y="521"/>
                      <a:pt x="159" y="521"/>
                    </a:cubicBezTo>
                    <a:cubicBezTo>
                      <a:pt x="118" y="516"/>
                      <a:pt x="79" y="486"/>
                      <a:pt x="50" y="440"/>
                    </a:cubicBezTo>
                    <a:cubicBezTo>
                      <a:pt x="22" y="393"/>
                      <a:pt x="4" y="331"/>
                      <a:pt x="4" y="263"/>
                    </a:cubicBezTo>
                    <a:cubicBezTo>
                      <a:pt x="4" y="194"/>
                      <a:pt x="22" y="132"/>
                      <a:pt x="51" y="86"/>
                    </a:cubicBezTo>
                    <a:cubicBezTo>
                      <a:pt x="79" y="39"/>
                      <a:pt x="118" y="9"/>
                      <a:pt x="160" y="4"/>
                    </a:cubicBezTo>
                    <a:cubicBezTo>
                      <a:pt x="160" y="2"/>
                      <a:pt x="160" y="2"/>
                      <a:pt x="160" y="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8" y="17"/>
                      <a:pt x="158" y="17"/>
                      <a:pt x="158" y="17"/>
                    </a:cubicBezTo>
                    <a:cubicBezTo>
                      <a:pt x="160" y="17"/>
                      <a:pt x="160" y="17"/>
                      <a:pt x="160" y="17"/>
                    </a:cubicBezTo>
                    <a:cubicBezTo>
                      <a:pt x="160" y="15"/>
                      <a:pt x="160" y="15"/>
                      <a:pt x="160" y="15"/>
                    </a:cubicBezTo>
                    <a:cubicBezTo>
                      <a:pt x="118" y="20"/>
                      <a:pt x="82" y="49"/>
                      <a:pt x="56" y="94"/>
                    </a:cubicBezTo>
                    <a:cubicBezTo>
                      <a:pt x="30" y="138"/>
                      <a:pt x="14" y="198"/>
                      <a:pt x="14" y="263"/>
                    </a:cubicBezTo>
                    <a:cubicBezTo>
                      <a:pt x="14" y="329"/>
                      <a:pt x="30" y="388"/>
                      <a:pt x="56" y="432"/>
                    </a:cubicBezTo>
                    <a:cubicBezTo>
                      <a:pt x="82" y="477"/>
                      <a:pt x="118" y="506"/>
                      <a:pt x="159" y="511"/>
                    </a:cubicBezTo>
                    <a:cubicBezTo>
                      <a:pt x="160" y="509"/>
                      <a:pt x="160" y="509"/>
                      <a:pt x="160" y="509"/>
                    </a:cubicBezTo>
                    <a:cubicBezTo>
                      <a:pt x="158" y="509"/>
                      <a:pt x="158" y="509"/>
                      <a:pt x="158" y="509"/>
                    </a:cubicBezTo>
                    <a:cubicBezTo>
                      <a:pt x="160" y="509"/>
                      <a:pt x="160" y="509"/>
                      <a:pt x="160" y="50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09" name="Freeform 127">
                <a:extLst>
                  <a:ext uri="{FF2B5EF4-FFF2-40B4-BE49-F238E27FC236}">
                    <a16:creationId xmlns:a16="http://schemas.microsoft.com/office/drawing/2014/main" id="{9005DF5F-D6B9-4736-B3A7-5DCB4C007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1043"/>
                <a:ext cx="282" cy="967"/>
              </a:xfrm>
              <a:custGeom>
                <a:avLst/>
                <a:gdLst>
                  <a:gd name="T0" fmla="*/ 1757 w 113"/>
                  <a:gd name="T1" fmla="*/ 0 h 387"/>
                  <a:gd name="T2" fmla="*/ 1682 w 113"/>
                  <a:gd name="T3" fmla="*/ 6037 h 387"/>
                  <a:gd name="T4" fmla="*/ 1757 w 113"/>
                  <a:gd name="T5" fmla="*/ 0 h 3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387">
                    <a:moveTo>
                      <a:pt x="113" y="0"/>
                    </a:moveTo>
                    <a:cubicBezTo>
                      <a:pt x="113" y="0"/>
                      <a:pt x="16" y="164"/>
                      <a:pt x="108" y="387"/>
                    </a:cubicBezTo>
                    <a:cubicBezTo>
                      <a:pt x="108" y="387"/>
                      <a:pt x="0" y="191"/>
                      <a:pt x="113" y="0"/>
                    </a:cubicBezTo>
                    <a:close/>
                  </a:path>
                </a:pathLst>
              </a:custGeom>
              <a:solidFill>
                <a:srgbClr val="F5D4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10" name="Oval 128">
                <a:extLst>
                  <a:ext uri="{FF2B5EF4-FFF2-40B4-BE49-F238E27FC236}">
                    <a16:creationId xmlns:a16="http://schemas.microsoft.com/office/drawing/2014/main" id="{8FA0FD3A-C7EC-4EDE-839D-17119B42F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48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11" name="Freeform 129">
                <a:extLst>
                  <a:ext uri="{FF2B5EF4-FFF2-40B4-BE49-F238E27FC236}">
                    <a16:creationId xmlns:a16="http://schemas.microsoft.com/office/drawing/2014/main" id="{E9361E0A-AF3D-42DE-875B-9F0169828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848"/>
                <a:ext cx="445" cy="1387"/>
              </a:xfrm>
              <a:custGeom>
                <a:avLst/>
                <a:gdLst>
                  <a:gd name="T0" fmla="*/ 2708 w 178"/>
                  <a:gd name="T1" fmla="*/ 92 h 555"/>
                  <a:gd name="T2" fmla="*/ 2345 w 178"/>
                  <a:gd name="T3" fmla="*/ 0 h 555"/>
                  <a:gd name="T4" fmla="*/ 1863 w 178"/>
                  <a:gd name="T5" fmla="*/ 312 h 555"/>
                  <a:gd name="T6" fmla="*/ 1783 w 178"/>
                  <a:gd name="T7" fmla="*/ 542 h 555"/>
                  <a:gd name="T8" fmla="*/ 1375 w 178"/>
                  <a:gd name="T9" fmla="*/ 687 h 555"/>
                  <a:gd name="T10" fmla="*/ 925 w 178"/>
                  <a:gd name="T11" fmla="*/ 1512 h 555"/>
                  <a:gd name="T12" fmla="*/ 488 w 178"/>
                  <a:gd name="T13" fmla="*/ 1824 h 555"/>
                  <a:gd name="T14" fmla="*/ 333 w 178"/>
                  <a:gd name="T15" fmla="*/ 1999 h 555"/>
                  <a:gd name="T16" fmla="*/ 425 w 178"/>
                  <a:gd name="T17" fmla="*/ 2749 h 555"/>
                  <a:gd name="T18" fmla="*/ 145 w 178"/>
                  <a:gd name="T19" fmla="*/ 3354 h 555"/>
                  <a:gd name="T20" fmla="*/ 188 w 178"/>
                  <a:gd name="T21" fmla="*/ 3996 h 555"/>
                  <a:gd name="T22" fmla="*/ 238 w 178"/>
                  <a:gd name="T23" fmla="*/ 4228 h 555"/>
                  <a:gd name="T24" fmla="*/ 0 w 178"/>
                  <a:gd name="T25" fmla="*/ 4696 h 555"/>
                  <a:gd name="T26" fmla="*/ 395 w 178"/>
                  <a:gd name="T27" fmla="*/ 5353 h 555"/>
                  <a:gd name="T28" fmla="*/ 395 w 178"/>
                  <a:gd name="T29" fmla="*/ 5915 h 555"/>
                  <a:gd name="T30" fmla="*/ 408 w 178"/>
                  <a:gd name="T31" fmla="*/ 6353 h 555"/>
                  <a:gd name="T32" fmla="*/ 658 w 178"/>
                  <a:gd name="T33" fmla="*/ 6508 h 555"/>
                  <a:gd name="T34" fmla="*/ 750 w 178"/>
                  <a:gd name="T35" fmla="*/ 6620 h 555"/>
                  <a:gd name="T36" fmla="*/ 708 w 178"/>
                  <a:gd name="T37" fmla="*/ 7132 h 555"/>
                  <a:gd name="T38" fmla="*/ 895 w 178"/>
                  <a:gd name="T39" fmla="*/ 7370 h 555"/>
                  <a:gd name="T40" fmla="*/ 1363 w 178"/>
                  <a:gd name="T41" fmla="*/ 7525 h 555"/>
                  <a:gd name="T42" fmla="*/ 1520 w 178"/>
                  <a:gd name="T43" fmla="*/ 7912 h 555"/>
                  <a:gd name="T44" fmla="*/ 1658 w 178"/>
                  <a:gd name="T45" fmla="*/ 8287 h 555"/>
                  <a:gd name="T46" fmla="*/ 2020 w 178"/>
                  <a:gd name="T47" fmla="*/ 8320 h 555"/>
                  <a:gd name="T48" fmla="*/ 2395 w 178"/>
                  <a:gd name="T49" fmla="*/ 8212 h 555"/>
                  <a:gd name="T50" fmla="*/ 2425 w 178"/>
                  <a:gd name="T51" fmla="*/ 8212 h 555"/>
                  <a:gd name="T52" fmla="*/ 2520 w 178"/>
                  <a:gd name="T53" fmla="*/ 8320 h 555"/>
                  <a:gd name="T54" fmla="*/ 2783 w 178"/>
                  <a:gd name="T55" fmla="*/ 8649 h 555"/>
                  <a:gd name="T56" fmla="*/ 2458 w 178"/>
                  <a:gd name="T57" fmla="*/ 8182 h 555"/>
                  <a:gd name="T58" fmla="*/ 2363 w 178"/>
                  <a:gd name="T59" fmla="*/ 8162 h 555"/>
                  <a:gd name="T60" fmla="*/ 2283 w 178"/>
                  <a:gd name="T61" fmla="*/ 8195 h 555"/>
                  <a:gd name="T62" fmla="*/ 1750 w 178"/>
                  <a:gd name="T63" fmla="*/ 8275 h 555"/>
                  <a:gd name="T64" fmla="*/ 1658 w 178"/>
                  <a:gd name="T65" fmla="*/ 8120 h 555"/>
                  <a:gd name="T66" fmla="*/ 1470 w 178"/>
                  <a:gd name="T67" fmla="*/ 7525 h 555"/>
                  <a:gd name="T68" fmla="*/ 1020 w 178"/>
                  <a:gd name="T69" fmla="*/ 7350 h 555"/>
                  <a:gd name="T70" fmla="*/ 783 w 178"/>
                  <a:gd name="T71" fmla="*/ 7225 h 555"/>
                  <a:gd name="T72" fmla="*/ 813 w 178"/>
                  <a:gd name="T73" fmla="*/ 6695 h 555"/>
                  <a:gd name="T74" fmla="*/ 783 w 178"/>
                  <a:gd name="T75" fmla="*/ 6508 h 555"/>
                  <a:gd name="T76" fmla="*/ 488 w 178"/>
                  <a:gd name="T77" fmla="*/ 6353 h 555"/>
                  <a:gd name="T78" fmla="*/ 458 w 178"/>
                  <a:gd name="T79" fmla="*/ 6165 h 555"/>
                  <a:gd name="T80" fmla="*/ 458 w 178"/>
                  <a:gd name="T81" fmla="*/ 5416 h 555"/>
                  <a:gd name="T82" fmla="*/ 95 w 178"/>
                  <a:gd name="T83" fmla="*/ 4778 h 555"/>
                  <a:gd name="T84" fmla="*/ 125 w 178"/>
                  <a:gd name="T85" fmla="*/ 4558 h 555"/>
                  <a:gd name="T86" fmla="*/ 300 w 178"/>
                  <a:gd name="T87" fmla="*/ 4059 h 555"/>
                  <a:gd name="T88" fmla="*/ 145 w 178"/>
                  <a:gd name="T89" fmla="*/ 3634 h 555"/>
                  <a:gd name="T90" fmla="*/ 488 w 178"/>
                  <a:gd name="T91" fmla="*/ 2779 h 555"/>
                  <a:gd name="T92" fmla="*/ 395 w 178"/>
                  <a:gd name="T93" fmla="*/ 2062 h 555"/>
                  <a:gd name="T94" fmla="*/ 438 w 178"/>
                  <a:gd name="T95" fmla="*/ 1917 h 555"/>
                  <a:gd name="T96" fmla="*/ 908 w 178"/>
                  <a:gd name="T97" fmla="*/ 1624 h 555"/>
                  <a:gd name="T98" fmla="*/ 1175 w 178"/>
                  <a:gd name="T99" fmla="*/ 917 h 555"/>
                  <a:gd name="T100" fmla="*/ 1783 w 178"/>
                  <a:gd name="T101" fmla="*/ 575 h 555"/>
                  <a:gd name="T102" fmla="*/ 1863 w 178"/>
                  <a:gd name="T103" fmla="*/ 450 h 555"/>
                  <a:gd name="T104" fmla="*/ 2083 w 178"/>
                  <a:gd name="T105" fmla="*/ 105 h 555"/>
                  <a:gd name="T106" fmla="*/ 2750 w 178"/>
                  <a:gd name="T107" fmla="*/ 155 h 555"/>
                  <a:gd name="T108" fmla="*/ 2770 w 178"/>
                  <a:gd name="T109" fmla="*/ 75 h 55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8" h="555">
                    <a:moveTo>
                      <a:pt x="173" y="6"/>
                    </a:moveTo>
                    <a:cubicBezTo>
                      <a:pt x="173" y="6"/>
                      <a:pt x="173" y="6"/>
                      <a:pt x="173" y="6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6" y="5"/>
                      <a:pt x="176" y="5"/>
                      <a:pt x="176" y="5"/>
                    </a:cubicBezTo>
                    <a:cubicBezTo>
                      <a:pt x="169" y="2"/>
                      <a:pt x="159" y="0"/>
                      <a:pt x="150" y="0"/>
                    </a:cubicBezTo>
                    <a:cubicBezTo>
                      <a:pt x="143" y="0"/>
                      <a:pt x="137" y="1"/>
                      <a:pt x="132" y="4"/>
                    </a:cubicBezTo>
                    <a:cubicBezTo>
                      <a:pt x="128" y="6"/>
                      <a:pt x="126" y="8"/>
                      <a:pt x="124" y="11"/>
                    </a:cubicBezTo>
                    <a:cubicBezTo>
                      <a:pt x="122" y="14"/>
                      <a:pt x="121" y="17"/>
                      <a:pt x="119" y="20"/>
                    </a:cubicBezTo>
                    <a:cubicBezTo>
                      <a:pt x="118" y="22"/>
                      <a:pt x="117" y="24"/>
                      <a:pt x="115" y="27"/>
                    </a:cubicBezTo>
                    <a:cubicBezTo>
                      <a:pt x="114" y="29"/>
                      <a:pt x="112" y="32"/>
                      <a:pt x="112" y="35"/>
                    </a:cubicBezTo>
                    <a:cubicBezTo>
                      <a:pt x="114" y="35"/>
                      <a:pt x="114" y="35"/>
                      <a:pt x="114" y="35"/>
                    </a:cubicBezTo>
                    <a:cubicBezTo>
                      <a:pt x="113" y="33"/>
                      <a:pt x="113" y="33"/>
                      <a:pt x="113" y="33"/>
                    </a:cubicBezTo>
                    <a:cubicBezTo>
                      <a:pt x="109" y="34"/>
                      <a:pt x="104" y="36"/>
                      <a:pt x="100" y="38"/>
                    </a:cubicBezTo>
                    <a:cubicBezTo>
                      <a:pt x="96" y="40"/>
                      <a:pt x="91" y="43"/>
                      <a:pt x="88" y="44"/>
                    </a:cubicBezTo>
                    <a:cubicBezTo>
                      <a:pt x="81" y="47"/>
                      <a:pt x="77" y="51"/>
                      <a:pt x="72" y="56"/>
                    </a:cubicBezTo>
                    <a:cubicBezTo>
                      <a:pt x="65" y="62"/>
                      <a:pt x="63" y="70"/>
                      <a:pt x="62" y="78"/>
                    </a:cubicBezTo>
                    <a:cubicBezTo>
                      <a:pt x="61" y="84"/>
                      <a:pt x="61" y="91"/>
                      <a:pt x="59" y="97"/>
                    </a:cubicBezTo>
                    <a:cubicBezTo>
                      <a:pt x="58" y="98"/>
                      <a:pt x="57" y="100"/>
                      <a:pt x="55" y="101"/>
                    </a:cubicBezTo>
                    <a:cubicBezTo>
                      <a:pt x="53" y="103"/>
                      <a:pt x="51" y="105"/>
                      <a:pt x="49" y="106"/>
                    </a:cubicBezTo>
                    <a:cubicBezTo>
                      <a:pt x="43" y="110"/>
                      <a:pt x="37" y="113"/>
                      <a:pt x="31" y="117"/>
                    </a:cubicBezTo>
                    <a:cubicBezTo>
                      <a:pt x="29" y="118"/>
                      <a:pt x="27" y="119"/>
                      <a:pt x="26" y="120"/>
                    </a:cubicBezTo>
                    <a:cubicBezTo>
                      <a:pt x="24" y="122"/>
                      <a:pt x="22" y="123"/>
                      <a:pt x="21" y="125"/>
                    </a:cubicBezTo>
                    <a:cubicBezTo>
                      <a:pt x="21" y="126"/>
                      <a:pt x="21" y="127"/>
                      <a:pt x="21" y="128"/>
                    </a:cubicBezTo>
                    <a:cubicBezTo>
                      <a:pt x="21" y="129"/>
                      <a:pt x="21" y="131"/>
                      <a:pt x="21" y="132"/>
                    </a:cubicBezTo>
                    <a:cubicBezTo>
                      <a:pt x="22" y="134"/>
                      <a:pt x="22" y="135"/>
                      <a:pt x="22" y="136"/>
                    </a:cubicBezTo>
                    <a:cubicBezTo>
                      <a:pt x="23" y="150"/>
                      <a:pt x="26" y="163"/>
                      <a:pt x="27" y="176"/>
                    </a:cubicBezTo>
                    <a:cubicBezTo>
                      <a:pt x="27" y="177"/>
                      <a:pt x="27" y="177"/>
                      <a:pt x="27" y="178"/>
                    </a:cubicBezTo>
                    <a:cubicBezTo>
                      <a:pt x="27" y="184"/>
                      <a:pt x="24" y="190"/>
                      <a:pt x="20" y="196"/>
                    </a:cubicBezTo>
                    <a:cubicBezTo>
                      <a:pt x="16" y="202"/>
                      <a:pt x="11" y="209"/>
                      <a:pt x="9" y="215"/>
                    </a:cubicBezTo>
                    <a:cubicBezTo>
                      <a:pt x="7" y="220"/>
                      <a:pt x="5" y="227"/>
                      <a:pt x="5" y="233"/>
                    </a:cubicBezTo>
                    <a:cubicBezTo>
                      <a:pt x="5" y="233"/>
                      <a:pt x="5" y="234"/>
                      <a:pt x="5" y="235"/>
                    </a:cubicBezTo>
                    <a:cubicBezTo>
                      <a:pt x="6" y="241"/>
                      <a:pt x="9" y="250"/>
                      <a:pt x="12" y="256"/>
                    </a:cubicBezTo>
                    <a:cubicBezTo>
                      <a:pt x="13" y="258"/>
                      <a:pt x="14" y="260"/>
                      <a:pt x="15" y="262"/>
                    </a:cubicBezTo>
                    <a:cubicBezTo>
                      <a:pt x="16" y="263"/>
                      <a:pt x="16" y="265"/>
                      <a:pt x="16" y="266"/>
                    </a:cubicBezTo>
                    <a:cubicBezTo>
                      <a:pt x="16" y="268"/>
                      <a:pt x="16" y="269"/>
                      <a:pt x="15" y="271"/>
                    </a:cubicBezTo>
                    <a:cubicBezTo>
                      <a:pt x="12" y="277"/>
                      <a:pt x="8" y="283"/>
                      <a:pt x="4" y="290"/>
                    </a:cubicBezTo>
                    <a:cubicBezTo>
                      <a:pt x="3" y="292"/>
                      <a:pt x="2" y="294"/>
                      <a:pt x="2" y="295"/>
                    </a:cubicBezTo>
                    <a:cubicBezTo>
                      <a:pt x="1" y="297"/>
                      <a:pt x="0" y="299"/>
                      <a:pt x="0" y="301"/>
                    </a:cubicBezTo>
                    <a:cubicBezTo>
                      <a:pt x="0" y="303"/>
                      <a:pt x="1" y="305"/>
                      <a:pt x="2" y="307"/>
                    </a:cubicBezTo>
                    <a:cubicBezTo>
                      <a:pt x="8" y="319"/>
                      <a:pt x="15" y="329"/>
                      <a:pt x="23" y="339"/>
                    </a:cubicBezTo>
                    <a:cubicBezTo>
                      <a:pt x="24" y="341"/>
                      <a:pt x="25" y="342"/>
                      <a:pt x="25" y="343"/>
                    </a:cubicBezTo>
                    <a:cubicBezTo>
                      <a:pt x="25" y="344"/>
                      <a:pt x="25" y="345"/>
                      <a:pt x="25" y="347"/>
                    </a:cubicBezTo>
                    <a:cubicBezTo>
                      <a:pt x="25" y="348"/>
                      <a:pt x="25" y="349"/>
                      <a:pt x="25" y="350"/>
                    </a:cubicBezTo>
                    <a:cubicBezTo>
                      <a:pt x="25" y="360"/>
                      <a:pt x="25" y="369"/>
                      <a:pt x="25" y="379"/>
                    </a:cubicBezTo>
                    <a:cubicBezTo>
                      <a:pt x="25" y="384"/>
                      <a:pt x="25" y="390"/>
                      <a:pt x="25" y="395"/>
                    </a:cubicBezTo>
                    <a:cubicBezTo>
                      <a:pt x="25" y="397"/>
                      <a:pt x="25" y="400"/>
                      <a:pt x="25" y="402"/>
                    </a:cubicBezTo>
                    <a:cubicBezTo>
                      <a:pt x="25" y="404"/>
                      <a:pt x="25" y="406"/>
                      <a:pt x="26" y="407"/>
                    </a:cubicBezTo>
                    <a:cubicBezTo>
                      <a:pt x="27" y="409"/>
                      <a:pt x="28" y="410"/>
                      <a:pt x="30" y="412"/>
                    </a:cubicBezTo>
                    <a:cubicBezTo>
                      <a:pt x="31" y="413"/>
                      <a:pt x="33" y="413"/>
                      <a:pt x="35" y="415"/>
                    </a:cubicBezTo>
                    <a:cubicBezTo>
                      <a:pt x="37" y="416"/>
                      <a:pt x="40" y="416"/>
                      <a:pt x="42" y="417"/>
                    </a:cubicBezTo>
                    <a:cubicBezTo>
                      <a:pt x="44" y="418"/>
                      <a:pt x="46" y="419"/>
                      <a:pt x="47" y="420"/>
                    </a:cubicBezTo>
                    <a:cubicBezTo>
                      <a:pt x="48" y="421"/>
                      <a:pt x="48" y="421"/>
                      <a:pt x="48" y="422"/>
                    </a:cubicBezTo>
                    <a:cubicBezTo>
                      <a:pt x="48" y="422"/>
                      <a:pt x="48" y="423"/>
                      <a:pt x="48" y="424"/>
                    </a:cubicBezTo>
                    <a:cubicBezTo>
                      <a:pt x="48" y="425"/>
                      <a:pt x="48" y="427"/>
                      <a:pt x="48" y="429"/>
                    </a:cubicBezTo>
                    <a:cubicBezTo>
                      <a:pt x="47" y="434"/>
                      <a:pt x="47" y="439"/>
                      <a:pt x="46" y="443"/>
                    </a:cubicBezTo>
                    <a:cubicBezTo>
                      <a:pt x="46" y="447"/>
                      <a:pt x="45" y="452"/>
                      <a:pt x="45" y="457"/>
                    </a:cubicBezTo>
                    <a:cubicBezTo>
                      <a:pt x="45" y="460"/>
                      <a:pt x="45" y="462"/>
                      <a:pt x="46" y="464"/>
                    </a:cubicBezTo>
                    <a:cubicBezTo>
                      <a:pt x="47" y="466"/>
                      <a:pt x="48" y="467"/>
                      <a:pt x="49" y="468"/>
                    </a:cubicBezTo>
                    <a:cubicBezTo>
                      <a:pt x="51" y="470"/>
                      <a:pt x="54" y="471"/>
                      <a:pt x="57" y="472"/>
                    </a:cubicBezTo>
                    <a:cubicBezTo>
                      <a:pt x="59" y="473"/>
                      <a:pt x="62" y="474"/>
                      <a:pt x="64" y="475"/>
                    </a:cubicBezTo>
                    <a:cubicBezTo>
                      <a:pt x="70" y="477"/>
                      <a:pt x="76" y="478"/>
                      <a:pt x="81" y="480"/>
                    </a:cubicBezTo>
                    <a:cubicBezTo>
                      <a:pt x="83" y="481"/>
                      <a:pt x="85" y="482"/>
                      <a:pt x="87" y="482"/>
                    </a:cubicBezTo>
                    <a:cubicBezTo>
                      <a:pt x="89" y="483"/>
                      <a:pt x="90" y="484"/>
                      <a:pt x="91" y="485"/>
                    </a:cubicBezTo>
                    <a:cubicBezTo>
                      <a:pt x="93" y="487"/>
                      <a:pt x="94" y="491"/>
                      <a:pt x="95" y="495"/>
                    </a:cubicBezTo>
                    <a:cubicBezTo>
                      <a:pt x="96" y="499"/>
                      <a:pt x="97" y="503"/>
                      <a:pt x="97" y="507"/>
                    </a:cubicBezTo>
                    <a:cubicBezTo>
                      <a:pt x="99" y="512"/>
                      <a:pt x="101" y="517"/>
                      <a:pt x="102" y="521"/>
                    </a:cubicBezTo>
                    <a:cubicBezTo>
                      <a:pt x="102" y="523"/>
                      <a:pt x="103" y="524"/>
                      <a:pt x="103" y="526"/>
                    </a:cubicBezTo>
                    <a:cubicBezTo>
                      <a:pt x="104" y="528"/>
                      <a:pt x="105" y="530"/>
                      <a:pt x="106" y="531"/>
                    </a:cubicBezTo>
                    <a:cubicBezTo>
                      <a:pt x="108" y="532"/>
                      <a:pt x="110" y="533"/>
                      <a:pt x="111" y="533"/>
                    </a:cubicBezTo>
                    <a:cubicBezTo>
                      <a:pt x="113" y="534"/>
                      <a:pt x="115" y="534"/>
                      <a:pt x="117" y="534"/>
                    </a:cubicBezTo>
                    <a:cubicBezTo>
                      <a:pt x="122" y="534"/>
                      <a:pt x="126" y="533"/>
                      <a:pt x="129" y="533"/>
                    </a:cubicBezTo>
                    <a:cubicBezTo>
                      <a:pt x="131" y="533"/>
                      <a:pt x="136" y="532"/>
                      <a:pt x="141" y="531"/>
                    </a:cubicBezTo>
                    <a:cubicBezTo>
                      <a:pt x="143" y="530"/>
                      <a:pt x="146" y="530"/>
                      <a:pt x="148" y="529"/>
                    </a:cubicBezTo>
                    <a:cubicBezTo>
                      <a:pt x="150" y="528"/>
                      <a:pt x="151" y="527"/>
                      <a:pt x="153" y="526"/>
                    </a:cubicBezTo>
                    <a:cubicBezTo>
                      <a:pt x="151" y="525"/>
                      <a:pt x="151" y="525"/>
                      <a:pt x="151" y="525"/>
                    </a:cubicBezTo>
                    <a:cubicBezTo>
                      <a:pt x="151" y="527"/>
                      <a:pt x="151" y="527"/>
                      <a:pt x="151" y="527"/>
                    </a:cubicBezTo>
                    <a:cubicBezTo>
                      <a:pt x="153" y="527"/>
                      <a:pt x="154" y="526"/>
                      <a:pt x="155" y="526"/>
                    </a:cubicBezTo>
                    <a:cubicBezTo>
                      <a:pt x="155" y="524"/>
                      <a:pt x="155" y="524"/>
                      <a:pt x="155" y="524"/>
                    </a:cubicBezTo>
                    <a:cubicBezTo>
                      <a:pt x="153" y="525"/>
                      <a:pt x="153" y="525"/>
                      <a:pt x="153" y="525"/>
                    </a:cubicBezTo>
                    <a:cubicBezTo>
                      <a:pt x="155" y="529"/>
                      <a:pt x="158" y="531"/>
                      <a:pt x="161" y="533"/>
                    </a:cubicBezTo>
                    <a:cubicBezTo>
                      <a:pt x="163" y="536"/>
                      <a:pt x="166" y="538"/>
                      <a:pt x="167" y="541"/>
                    </a:cubicBezTo>
                    <a:cubicBezTo>
                      <a:pt x="169" y="545"/>
                      <a:pt x="172" y="551"/>
                      <a:pt x="174" y="555"/>
                    </a:cubicBezTo>
                    <a:cubicBezTo>
                      <a:pt x="178" y="554"/>
                      <a:pt x="178" y="554"/>
                      <a:pt x="178" y="554"/>
                    </a:cubicBezTo>
                    <a:cubicBezTo>
                      <a:pt x="176" y="549"/>
                      <a:pt x="173" y="543"/>
                      <a:pt x="171" y="539"/>
                    </a:cubicBezTo>
                    <a:cubicBezTo>
                      <a:pt x="169" y="535"/>
                      <a:pt x="166" y="533"/>
                      <a:pt x="163" y="530"/>
                    </a:cubicBezTo>
                    <a:cubicBezTo>
                      <a:pt x="160" y="528"/>
                      <a:pt x="158" y="526"/>
                      <a:pt x="157" y="524"/>
                    </a:cubicBezTo>
                    <a:cubicBezTo>
                      <a:pt x="156" y="522"/>
                      <a:pt x="156" y="522"/>
                      <a:pt x="156" y="522"/>
                    </a:cubicBezTo>
                    <a:cubicBezTo>
                      <a:pt x="155" y="522"/>
                      <a:pt x="155" y="522"/>
                      <a:pt x="155" y="522"/>
                    </a:cubicBezTo>
                    <a:cubicBezTo>
                      <a:pt x="154" y="523"/>
                      <a:pt x="152" y="523"/>
                      <a:pt x="151" y="523"/>
                    </a:cubicBezTo>
                    <a:cubicBezTo>
                      <a:pt x="150" y="523"/>
                      <a:pt x="150" y="523"/>
                      <a:pt x="150" y="523"/>
                    </a:cubicBezTo>
                    <a:cubicBezTo>
                      <a:pt x="149" y="524"/>
                      <a:pt x="149" y="524"/>
                      <a:pt x="149" y="524"/>
                    </a:cubicBezTo>
                    <a:cubicBezTo>
                      <a:pt x="149" y="524"/>
                      <a:pt x="148" y="525"/>
                      <a:pt x="146" y="525"/>
                    </a:cubicBezTo>
                    <a:cubicBezTo>
                      <a:pt x="141" y="527"/>
                      <a:pt x="132" y="529"/>
                      <a:pt x="128" y="529"/>
                    </a:cubicBezTo>
                    <a:cubicBezTo>
                      <a:pt x="126" y="529"/>
                      <a:pt x="121" y="530"/>
                      <a:pt x="117" y="530"/>
                    </a:cubicBezTo>
                    <a:cubicBezTo>
                      <a:pt x="116" y="530"/>
                      <a:pt x="114" y="530"/>
                      <a:pt x="112" y="530"/>
                    </a:cubicBezTo>
                    <a:cubicBezTo>
                      <a:pt x="111" y="529"/>
                      <a:pt x="110" y="529"/>
                      <a:pt x="109" y="528"/>
                    </a:cubicBezTo>
                    <a:cubicBezTo>
                      <a:pt x="108" y="528"/>
                      <a:pt x="108" y="526"/>
                      <a:pt x="107" y="525"/>
                    </a:cubicBezTo>
                    <a:cubicBezTo>
                      <a:pt x="107" y="523"/>
                      <a:pt x="106" y="522"/>
                      <a:pt x="106" y="520"/>
                    </a:cubicBezTo>
                    <a:cubicBezTo>
                      <a:pt x="105" y="515"/>
                      <a:pt x="103" y="510"/>
                      <a:pt x="101" y="506"/>
                    </a:cubicBezTo>
                    <a:cubicBezTo>
                      <a:pt x="100" y="503"/>
                      <a:pt x="100" y="498"/>
                      <a:pt x="99" y="494"/>
                    </a:cubicBezTo>
                    <a:cubicBezTo>
                      <a:pt x="98" y="490"/>
                      <a:pt x="97" y="485"/>
                      <a:pt x="94" y="482"/>
                    </a:cubicBezTo>
                    <a:cubicBezTo>
                      <a:pt x="92" y="480"/>
                      <a:pt x="90" y="479"/>
                      <a:pt x="88" y="478"/>
                    </a:cubicBezTo>
                    <a:cubicBezTo>
                      <a:pt x="86" y="478"/>
                      <a:pt x="84" y="477"/>
                      <a:pt x="83" y="477"/>
                    </a:cubicBezTo>
                    <a:cubicBezTo>
                      <a:pt x="77" y="474"/>
                      <a:pt x="71" y="473"/>
                      <a:pt x="65" y="471"/>
                    </a:cubicBezTo>
                    <a:cubicBezTo>
                      <a:pt x="62" y="470"/>
                      <a:pt x="59" y="469"/>
                      <a:pt x="56" y="467"/>
                    </a:cubicBezTo>
                    <a:cubicBezTo>
                      <a:pt x="54" y="467"/>
                      <a:pt x="53" y="466"/>
                      <a:pt x="52" y="465"/>
                    </a:cubicBezTo>
                    <a:cubicBezTo>
                      <a:pt x="51" y="464"/>
                      <a:pt x="50" y="463"/>
                      <a:pt x="50" y="463"/>
                    </a:cubicBezTo>
                    <a:cubicBezTo>
                      <a:pt x="49" y="461"/>
                      <a:pt x="49" y="459"/>
                      <a:pt x="49" y="457"/>
                    </a:cubicBezTo>
                    <a:cubicBezTo>
                      <a:pt x="49" y="453"/>
                      <a:pt x="50" y="447"/>
                      <a:pt x="50" y="444"/>
                    </a:cubicBezTo>
                    <a:cubicBezTo>
                      <a:pt x="51" y="439"/>
                      <a:pt x="51" y="434"/>
                      <a:pt x="52" y="429"/>
                    </a:cubicBezTo>
                    <a:cubicBezTo>
                      <a:pt x="52" y="427"/>
                      <a:pt x="52" y="426"/>
                      <a:pt x="52" y="424"/>
                    </a:cubicBezTo>
                    <a:cubicBezTo>
                      <a:pt x="52" y="423"/>
                      <a:pt x="52" y="421"/>
                      <a:pt x="52" y="420"/>
                    </a:cubicBezTo>
                    <a:cubicBezTo>
                      <a:pt x="51" y="419"/>
                      <a:pt x="51" y="418"/>
                      <a:pt x="50" y="417"/>
                    </a:cubicBezTo>
                    <a:cubicBezTo>
                      <a:pt x="48" y="416"/>
                      <a:pt x="45" y="415"/>
                      <a:pt x="43" y="414"/>
                    </a:cubicBezTo>
                    <a:cubicBezTo>
                      <a:pt x="41" y="413"/>
                      <a:pt x="39" y="412"/>
                      <a:pt x="37" y="411"/>
                    </a:cubicBezTo>
                    <a:cubicBezTo>
                      <a:pt x="34" y="409"/>
                      <a:pt x="32" y="409"/>
                      <a:pt x="31" y="407"/>
                    </a:cubicBezTo>
                    <a:cubicBezTo>
                      <a:pt x="30" y="407"/>
                      <a:pt x="30" y="406"/>
                      <a:pt x="30" y="406"/>
                    </a:cubicBezTo>
                    <a:cubicBezTo>
                      <a:pt x="29" y="405"/>
                      <a:pt x="29" y="404"/>
                      <a:pt x="29" y="402"/>
                    </a:cubicBezTo>
                    <a:cubicBezTo>
                      <a:pt x="29" y="400"/>
                      <a:pt x="29" y="397"/>
                      <a:pt x="29" y="395"/>
                    </a:cubicBezTo>
                    <a:cubicBezTo>
                      <a:pt x="29" y="390"/>
                      <a:pt x="29" y="385"/>
                      <a:pt x="29" y="379"/>
                    </a:cubicBezTo>
                    <a:cubicBezTo>
                      <a:pt x="29" y="370"/>
                      <a:pt x="29" y="360"/>
                      <a:pt x="29" y="350"/>
                    </a:cubicBezTo>
                    <a:cubicBezTo>
                      <a:pt x="29" y="349"/>
                      <a:pt x="29" y="348"/>
                      <a:pt x="29" y="347"/>
                    </a:cubicBezTo>
                    <a:cubicBezTo>
                      <a:pt x="29" y="345"/>
                      <a:pt x="29" y="343"/>
                      <a:pt x="29" y="342"/>
                    </a:cubicBezTo>
                    <a:cubicBezTo>
                      <a:pt x="28" y="340"/>
                      <a:pt x="27" y="338"/>
                      <a:pt x="26" y="337"/>
                    </a:cubicBezTo>
                    <a:cubicBezTo>
                      <a:pt x="18" y="327"/>
                      <a:pt x="12" y="317"/>
                      <a:pt x="6" y="306"/>
                    </a:cubicBezTo>
                    <a:cubicBezTo>
                      <a:pt x="5" y="304"/>
                      <a:pt x="4" y="302"/>
                      <a:pt x="4" y="301"/>
                    </a:cubicBezTo>
                    <a:cubicBezTo>
                      <a:pt x="4" y="300"/>
                      <a:pt x="5" y="298"/>
                      <a:pt x="5" y="297"/>
                    </a:cubicBezTo>
                    <a:cubicBezTo>
                      <a:pt x="6" y="295"/>
                      <a:pt x="7" y="294"/>
                      <a:pt x="8" y="292"/>
                    </a:cubicBezTo>
                    <a:cubicBezTo>
                      <a:pt x="11" y="285"/>
                      <a:pt x="15" y="279"/>
                      <a:pt x="19" y="273"/>
                    </a:cubicBezTo>
                    <a:cubicBezTo>
                      <a:pt x="20" y="271"/>
                      <a:pt x="20" y="268"/>
                      <a:pt x="20" y="266"/>
                    </a:cubicBezTo>
                    <a:cubicBezTo>
                      <a:pt x="20" y="264"/>
                      <a:pt x="20" y="262"/>
                      <a:pt x="19" y="260"/>
                    </a:cubicBezTo>
                    <a:cubicBezTo>
                      <a:pt x="18" y="258"/>
                      <a:pt x="17" y="256"/>
                      <a:pt x="16" y="254"/>
                    </a:cubicBezTo>
                    <a:cubicBezTo>
                      <a:pt x="13" y="248"/>
                      <a:pt x="9" y="240"/>
                      <a:pt x="9" y="234"/>
                    </a:cubicBezTo>
                    <a:cubicBezTo>
                      <a:pt x="9" y="234"/>
                      <a:pt x="9" y="233"/>
                      <a:pt x="9" y="233"/>
                    </a:cubicBezTo>
                    <a:cubicBezTo>
                      <a:pt x="9" y="228"/>
                      <a:pt x="11" y="221"/>
                      <a:pt x="12" y="217"/>
                    </a:cubicBezTo>
                    <a:cubicBezTo>
                      <a:pt x="15" y="211"/>
                      <a:pt x="19" y="205"/>
                      <a:pt x="23" y="198"/>
                    </a:cubicBezTo>
                    <a:cubicBezTo>
                      <a:pt x="27" y="192"/>
                      <a:pt x="31" y="185"/>
                      <a:pt x="31" y="178"/>
                    </a:cubicBezTo>
                    <a:cubicBezTo>
                      <a:pt x="31" y="177"/>
                      <a:pt x="31" y="176"/>
                      <a:pt x="31" y="176"/>
                    </a:cubicBezTo>
                    <a:cubicBezTo>
                      <a:pt x="29" y="162"/>
                      <a:pt x="27" y="149"/>
                      <a:pt x="26" y="136"/>
                    </a:cubicBezTo>
                    <a:cubicBezTo>
                      <a:pt x="26" y="134"/>
                      <a:pt x="26" y="133"/>
                      <a:pt x="25" y="132"/>
                    </a:cubicBezTo>
                    <a:cubicBezTo>
                      <a:pt x="25" y="130"/>
                      <a:pt x="25" y="129"/>
                      <a:pt x="25" y="128"/>
                    </a:cubicBezTo>
                    <a:cubicBezTo>
                      <a:pt x="25" y="127"/>
                      <a:pt x="25" y="127"/>
                      <a:pt x="25" y="127"/>
                    </a:cubicBezTo>
                    <a:cubicBezTo>
                      <a:pt x="25" y="126"/>
                      <a:pt x="26" y="125"/>
                      <a:pt x="28" y="123"/>
                    </a:cubicBezTo>
                    <a:cubicBezTo>
                      <a:pt x="30" y="122"/>
                      <a:pt x="31" y="121"/>
                      <a:pt x="33" y="121"/>
                    </a:cubicBezTo>
                    <a:cubicBezTo>
                      <a:pt x="39" y="117"/>
                      <a:pt x="45" y="113"/>
                      <a:pt x="51" y="109"/>
                    </a:cubicBezTo>
                    <a:cubicBezTo>
                      <a:pt x="53" y="108"/>
                      <a:pt x="56" y="106"/>
                      <a:pt x="58" y="104"/>
                    </a:cubicBezTo>
                    <a:cubicBezTo>
                      <a:pt x="60" y="103"/>
                      <a:pt x="62" y="101"/>
                      <a:pt x="63" y="98"/>
                    </a:cubicBezTo>
                    <a:cubicBezTo>
                      <a:pt x="65" y="92"/>
                      <a:pt x="65" y="85"/>
                      <a:pt x="66" y="79"/>
                    </a:cubicBezTo>
                    <a:cubicBezTo>
                      <a:pt x="67" y="71"/>
                      <a:pt x="69" y="64"/>
                      <a:pt x="75" y="59"/>
                    </a:cubicBezTo>
                    <a:cubicBezTo>
                      <a:pt x="79" y="54"/>
                      <a:pt x="83" y="51"/>
                      <a:pt x="89" y="48"/>
                    </a:cubicBezTo>
                    <a:cubicBezTo>
                      <a:pt x="93" y="46"/>
                      <a:pt x="98" y="44"/>
                      <a:pt x="102" y="42"/>
                    </a:cubicBezTo>
                    <a:cubicBezTo>
                      <a:pt x="106" y="39"/>
                      <a:pt x="110" y="38"/>
                      <a:pt x="114" y="37"/>
                    </a:cubicBezTo>
                    <a:cubicBezTo>
                      <a:pt x="115" y="37"/>
                      <a:pt x="115" y="37"/>
                      <a:pt x="115" y="37"/>
                    </a:cubicBezTo>
                    <a:cubicBezTo>
                      <a:pt x="116" y="36"/>
                      <a:pt x="116" y="36"/>
                      <a:pt x="116" y="36"/>
                    </a:cubicBezTo>
                    <a:cubicBezTo>
                      <a:pt x="116" y="34"/>
                      <a:pt x="117" y="31"/>
                      <a:pt x="119" y="29"/>
                    </a:cubicBezTo>
                    <a:cubicBezTo>
                      <a:pt x="120" y="27"/>
                      <a:pt x="122" y="24"/>
                      <a:pt x="123" y="22"/>
                    </a:cubicBezTo>
                    <a:cubicBezTo>
                      <a:pt x="125" y="19"/>
                      <a:pt x="126" y="16"/>
                      <a:pt x="128" y="14"/>
                    </a:cubicBezTo>
                    <a:cubicBezTo>
                      <a:pt x="129" y="11"/>
                      <a:pt x="131" y="9"/>
                      <a:pt x="133" y="7"/>
                    </a:cubicBezTo>
                    <a:cubicBezTo>
                      <a:pt x="138" y="5"/>
                      <a:pt x="144" y="4"/>
                      <a:pt x="150" y="4"/>
                    </a:cubicBezTo>
                    <a:cubicBezTo>
                      <a:pt x="159" y="4"/>
                      <a:pt x="168" y="6"/>
                      <a:pt x="174" y="9"/>
                    </a:cubicBezTo>
                    <a:cubicBezTo>
                      <a:pt x="176" y="10"/>
                      <a:pt x="176" y="10"/>
                      <a:pt x="176" y="10"/>
                    </a:cubicBezTo>
                    <a:cubicBezTo>
                      <a:pt x="177" y="8"/>
                      <a:pt x="177" y="8"/>
                      <a:pt x="177" y="8"/>
                    </a:cubicBezTo>
                    <a:cubicBezTo>
                      <a:pt x="177" y="7"/>
                      <a:pt x="177" y="7"/>
                      <a:pt x="177" y="6"/>
                    </a:cubicBezTo>
                    <a:cubicBezTo>
                      <a:pt x="177" y="5"/>
                      <a:pt x="177" y="5"/>
                      <a:pt x="177" y="5"/>
                    </a:cubicBezTo>
                    <a:cubicBezTo>
                      <a:pt x="173" y="6"/>
                      <a:pt x="173" y="6"/>
                      <a:pt x="17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12" name="Freeform 130">
                <a:extLst>
                  <a:ext uri="{FF2B5EF4-FFF2-40B4-BE49-F238E27FC236}">
                    <a16:creationId xmlns:a16="http://schemas.microsoft.com/office/drawing/2014/main" id="{BFEF15E4-FB0C-4E34-BC2D-C360E7F0B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813"/>
                <a:ext cx="100" cy="48"/>
              </a:xfrm>
              <a:custGeom>
                <a:avLst/>
                <a:gdLst>
                  <a:gd name="T0" fmla="*/ 113 w 40"/>
                  <a:gd name="T1" fmla="*/ 243 h 19"/>
                  <a:gd name="T2" fmla="*/ 333 w 40"/>
                  <a:gd name="T3" fmla="*/ 96 h 19"/>
                  <a:gd name="T4" fmla="*/ 595 w 40"/>
                  <a:gd name="T5" fmla="*/ 63 h 19"/>
                  <a:gd name="T6" fmla="*/ 613 w 40"/>
                  <a:gd name="T7" fmla="*/ 63 h 19"/>
                  <a:gd name="T8" fmla="*/ 625 w 40"/>
                  <a:gd name="T9" fmla="*/ 51 h 19"/>
                  <a:gd name="T10" fmla="*/ 625 w 40"/>
                  <a:gd name="T11" fmla="*/ 20 h 19"/>
                  <a:gd name="T12" fmla="*/ 613 w 40"/>
                  <a:gd name="T13" fmla="*/ 0 h 19"/>
                  <a:gd name="T14" fmla="*/ 613 w 40"/>
                  <a:gd name="T15" fmla="*/ 0 h 19"/>
                  <a:gd name="T16" fmla="*/ 613 w 40"/>
                  <a:gd name="T17" fmla="*/ 0 h 19"/>
                  <a:gd name="T18" fmla="*/ 613 w 40"/>
                  <a:gd name="T19" fmla="*/ 0 h 19"/>
                  <a:gd name="T20" fmla="*/ 613 w 40"/>
                  <a:gd name="T21" fmla="*/ 0 h 19"/>
                  <a:gd name="T22" fmla="*/ 595 w 40"/>
                  <a:gd name="T23" fmla="*/ 20 h 19"/>
                  <a:gd name="T24" fmla="*/ 563 w 40"/>
                  <a:gd name="T25" fmla="*/ 51 h 19"/>
                  <a:gd name="T26" fmla="*/ 595 w 40"/>
                  <a:gd name="T27" fmla="*/ 63 h 19"/>
                  <a:gd name="T28" fmla="*/ 583 w 40"/>
                  <a:gd name="T29" fmla="*/ 63 h 19"/>
                  <a:gd name="T30" fmla="*/ 595 w 40"/>
                  <a:gd name="T31" fmla="*/ 51 h 19"/>
                  <a:gd name="T32" fmla="*/ 595 w 40"/>
                  <a:gd name="T33" fmla="*/ 33 h 19"/>
                  <a:gd name="T34" fmla="*/ 583 w 40"/>
                  <a:gd name="T35" fmla="*/ 63 h 19"/>
                  <a:gd name="T36" fmla="*/ 583 w 40"/>
                  <a:gd name="T37" fmla="*/ 51 h 19"/>
                  <a:gd name="T38" fmla="*/ 563 w 40"/>
                  <a:gd name="T39" fmla="*/ 33 h 19"/>
                  <a:gd name="T40" fmla="*/ 595 w 40"/>
                  <a:gd name="T41" fmla="*/ 33 h 19"/>
                  <a:gd name="T42" fmla="*/ 595 w 40"/>
                  <a:gd name="T43" fmla="*/ 33 h 19"/>
                  <a:gd name="T44" fmla="*/ 563 w 40"/>
                  <a:gd name="T45" fmla="*/ 33 h 19"/>
                  <a:gd name="T46" fmla="*/ 583 w 40"/>
                  <a:gd name="T47" fmla="*/ 20 h 19"/>
                  <a:gd name="T48" fmla="*/ 583 w 40"/>
                  <a:gd name="T49" fmla="*/ 0 h 19"/>
                  <a:gd name="T50" fmla="*/ 595 w 40"/>
                  <a:gd name="T51" fmla="*/ 33 h 19"/>
                  <a:gd name="T52" fmla="*/ 595 w 40"/>
                  <a:gd name="T53" fmla="*/ 20 h 19"/>
                  <a:gd name="T54" fmla="*/ 583 w 40"/>
                  <a:gd name="T55" fmla="*/ 0 h 19"/>
                  <a:gd name="T56" fmla="*/ 583 w 40"/>
                  <a:gd name="T57" fmla="*/ 0 h 19"/>
                  <a:gd name="T58" fmla="*/ 595 w 40"/>
                  <a:gd name="T59" fmla="*/ 0 h 19"/>
                  <a:gd name="T60" fmla="*/ 300 w 40"/>
                  <a:gd name="T61" fmla="*/ 33 h 19"/>
                  <a:gd name="T62" fmla="*/ 83 w 40"/>
                  <a:gd name="T63" fmla="*/ 192 h 19"/>
                  <a:gd name="T64" fmla="*/ 33 w 40"/>
                  <a:gd name="T65" fmla="*/ 306 h 1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0" h="19">
                    <a:moveTo>
                      <a:pt x="2" y="19"/>
                    </a:moveTo>
                    <a:cubicBezTo>
                      <a:pt x="4" y="18"/>
                      <a:pt x="6" y="16"/>
                      <a:pt x="7" y="15"/>
                    </a:cubicBezTo>
                    <a:cubicBezTo>
                      <a:pt x="9" y="13"/>
                      <a:pt x="11" y="11"/>
                      <a:pt x="12" y="11"/>
                    </a:cubicBezTo>
                    <a:cubicBezTo>
                      <a:pt x="15" y="9"/>
                      <a:pt x="18" y="7"/>
                      <a:pt x="21" y="6"/>
                    </a:cubicBezTo>
                    <a:cubicBezTo>
                      <a:pt x="25" y="4"/>
                      <a:pt x="29" y="4"/>
                      <a:pt x="33" y="4"/>
                    </a:cubicBezTo>
                    <a:cubicBezTo>
                      <a:pt x="35" y="4"/>
                      <a:pt x="37" y="4"/>
                      <a:pt x="38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2"/>
                      <a:pt x="40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7" y="3"/>
                      <a:pt x="37" y="3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3"/>
                      <a:pt x="37" y="3"/>
                      <a:pt x="37" y="3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5" y="0"/>
                      <a:pt x="33" y="0"/>
                    </a:cubicBezTo>
                    <a:cubicBezTo>
                      <a:pt x="29" y="0"/>
                      <a:pt x="24" y="0"/>
                      <a:pt x="19" y="2"/>
                    </a:cubicBezTo>
                    <a:cubicBezTo>
                      <a:pt x="16" y="3"/>
                      <a:pt x="13" y="5"/>
                      <a:pt x="10" y="7"/>
                    </a:cubicBezTo>
                    <a:cubicBezTo>
                      <a:pt x="8" y="8"/>
                      <a:pt x="6" y="10"/>
                      <a:pt x="5" y="12"/>
                    </a:cubicBezTo>
                    <a:cubicBezTo>
                      <a:pt x="3" y="13"/>
                      <a:pt x="1" y="15"/>
                      <a:pt x="0" y="15"/>
                    </a:cubicBezTo>
                    <a:cubicBezTo>
                      <a:pt x="2" y="19"/>
                      <a:pt x="2" y="19"/>
                      <a:pt x="2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13" name="Freeform 131">
                <a:extLst>
                  <a:ext uri="{FF2B5EF4-FFF2-40B4-BE49-F238E27FC236}">
                    <a16:creationId xmlns:a16="http://schemas.microsoft.com/office/drawing/2014/main" id="{E5069D41-08AC-4361-B52B-ECBD81E50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866"/>
                <a:ext cx="455" cy="1382"/>
              </a:xfrm>
              <a:custGeom>
                <a:avLst/>
                <a:gdLst>
                  <a:gd name="T0" fmla="*/ 1800 w 182"/>
                  <a:gd name="T1" fmla="*/ 42 h 553"/>
                  <a:gd name="T2" fmla="*/ 1220 w 182"/>
                  <a:gd name="T3" fmla="*/ 750 h 553"/>
                  <a:gd name="T4" fmla="*/ 675 w 182"/>
                  <a:gd name="T5" fmla="*/ 1217 h 553"/>
                  <a:gd name="T6" fmla="*/ 470 w 182"/>
                  <a:gd name="T7" fmla="*/ 1717 h 553"/>
                  <a:gd name="T8" fmla="*/ 395 w 182"/>
                  <a:gd name="T9" fmla="*/ 1937 h 553"/>
                  <a:gd name="T10" fmla="*/ 188 w 182"/>
                  <a:gd name="T11" fmla="*/ 2124 h 553"/>
                  <a:gd name="T12" fmla="*/ 125 w 182"/>
                  <a:gd name="T13" fmla="*/ 2637 h 553"/>
                  <a:gd name="T14" fmla="*/ 175 w 182"/>
                  <a:gd name="T15" fmla="*/ 3436 h 553"/>
                  <a:gd name="T16" fmla="*/ 0 w 182"/>
                  <a:gd name="T17" fmla="*/ 3979 h 553"/>
                  <a:gd name="T18" fmla="*/ 95 w 182"/>
                  <a:gd name="T19" fmla="*/ 4591 h 553"/>
                  <a:gd name="T20" fmla="*/ 20 w 182"/>
                  <a:gd name="T21" fmla="*/ 5153 h 553"/>
                  <a:gd name="T22" fmla="*/ 63 w 182"/>
                  <a:gd name="T23" fmla="*/ 5403 h 553"/>
                  <a:gd name="T24" fmla="*/ 395 w 182"/>
                  <a:gd name="T25" fmla="*/ 5978 h 553"/>
                  <a:gd name="T26" fmla="*/ 533 w 182"/>
                  <a:gd name="T27" fmla="*/ 6258 h 553"/>
                  <a:gd name="T28" fmla="*/ 500 w 182"/>
                  <a:gd name="T29" fmla="*/ 6633 h 553"/>
                  <a:gd name="T30" fmla="*/ 550 w 182"/>
                  <a:gd name="T31" fmla="*/ 6853 h 553"/>
                  <a:gd name="T32" fmla="*/ 813 w 182"/>
                  <a:gd name="T33" fmla="*/ 7132 h 553"/>
                  <a:gd name="T34" fmla="*/ 908 w 182"/>
                  <a:gd name="T35" fmla="*/ 7382 h 553"/>
                  <a:gd name="T36" fmla="*/ 1050 w 182"/>
                  <a:gd name="T37" fmla="*/ 7775 h 553"/>
                  <a:gd name="T38" fmla="*/ 1770 w 182"/>
                  <a:gd name="T39" fmla="*/ 8182 h 553"/>
                  <a:gd name="T40" fmla="*/ 2063 w 182"/>
                  <a:gd name="T41" fmla="*/ 8524 h 553"/>
                  <a:gd name="T42" fmla="*/ 2625 w 182"/>
                  <a:gd name="T43" fmla="*/ 8632 h 553"/>
                  <a:gd name="T44" fmla="*/ 2845 w 182"/>
                  <a:gd name="T45" fmla="*/ 8632 h 553"/>
                  <a:gd name="T46" fmla="*/ 2770 w 182"/>
                  <a:gd name="T47" fmla="*/ 8569 h 553"/>
                  <a:gd name="T48" fmla="*/ 2250 w 182"/>
                  <a:gd name="T49" fmla="*/ 8524 h 553"/>
                  <a:gd name="T50" fmla="*/ 2000 w 182"/>
                  <a:gd name="T51" fmla="*/ 8349 h 553"/>
                  <a:gd name="T52" fmla="*/ 1408 w 182"/>
                  <a:gd name="T53" fmla="*/ 7912 h 553"/>
                  <a:gd name="T54" fmla="*/ 1000 w 182"/>
                  <a:gd name="T55" fmla="*/ 7570 h 553"/>
                  <a:gd name="T56" fmla="*/ 938 w 182"/>
                  <a:gd name="T57" fmla="*/ 7225 h 553"/>
                  <a:gd name="T58" fmla="*/ 688 w 182"/>
                  <a:gd name="T59" fmla="*/ 6945 h 553"/>
                  <a:gd name="T60" fmla="*/ 563 w 182"/>
                  <a:gd name="T61" fmla="*/ 6683 h 553"/>
                  <a:gd name="T62" fmla="*/ 613 w 182"/>
                  <a:gd name="T63" fmla="*/ 6320 h 553"/>
                  <a:gd name="T64" fmla="*/ 533 w 182"/>
                  <a:gd name="T65" fmla="*/ 6090 h 553"/>
                  <a:gd name="T66" fmla="*/ 208 w 182"/>
                  <a:gd name="T67" fmla="*/ 5558 h 553"/>
                  <a:gd name="T68" fmla="*/ 83 w 182"/>
                  <a:gd name="T69" fmla="*/ 5216 h 553"/>
                  <a:gd name="T70" fmla="*/ 175 w 182"/>
                  <a:gd name="T71" fmla="*/ 4666 h 553"/>
                  <a:gd name="T72" fmla="*/ 63 w 182"/>
                  <a:gd name="T73" fmla="*/ 4029 h 553"/>
                  <a:gd name="T74" fmla="*/ 188 w 182"/>
                  <a:gd name="T75" fmla="*/ 3604 h 553"/>
                  <a:gd name="T76" fmla="*/ 238 w 182"/>
                  <a:gd name="T77" fmla="*/ 3404 h 553"/>
                  <a:gd name="T78" fmla="*/ 188 w 182"/>
                  <a:gd name="T79" fmla="*/ 2467 h 553"/>
                  <a:gd name="T80" fmla="*/ 333 w 182"/>
                  <a:gd name="T81" fmla="*/ 2062 h 553"/>
                  <a:gd name="T82" fmla="*/ 500 w 182"/>
                  <a:gd name="T83" fmla="*/ 1854 h 553"/>
                  <a:gd name="T84" fmla="*/ 595 w 182"/>
                  <a:gd name="T85" fmla="*/ 1467 h 553"/>
                  <a:gd name="T86" fmla="*/ 1020 w 182"/>
                  <a:gd name="T87" fmla="*/ 1042 h 553"/>
                  <a:gd name="T88" fmla="*/ 1583 w 182"/>
                  <a:gd name="T89" fmla="*/ 230 h 553"/>
                  <a:gd name="T90" fmla="*/ 2095 w 182"/>
                  <a:gd name="T91" fmla="*/ 62 h 55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2" h="553">
                    <a:moveTo>
                      <a:pt x="133" y="0"/>
                    </a:moveTo>
                    <a:cubicBezTo>
                      <a:pt x="128" y="1"/>
                      <a:pt x="121" y="2"/>
                      <a:pt x="115" y="3"/>
                    </a:cubicBezTo>
                    <a:cubicBezTo>
                      <a:pt x="109" y="5"/>
                      <a:pt x="103" y="7"/>
                      <a:pt x="98" y="12"/>
                    </a:cubicBezTo>
                    <a:cubicBezTo>
                      <a:pt x="89" y="22"/>
                      <a:pt x="83" y="36"/>
                      <a:pt x="78" y="48"/>
                    </a:cubicBezTo>
                    <a:cubicBezTo>
                      <a:pt x="75" y="54"/>
                      <a:pt x="69" y="59"/>
                      <a:pt x="63" y="64"/>
                    </a:cubicBezTo>
                    <a:cubicBezTo>
                      <a:pt x="56" y="69"/>
                      <a:pt x="49" y="73"/>
                      <a:pt x="43" y="78"/>
                    </a:cubicBezTo>
                    <a:cubicBezTo>
                      <a:pt x="38" y="82"/>
                      <a:pt x="36" y="87"/>
                      <a:pt x="34" y="93"/>
                    </a:cubicBezTo>
                    <a:cubicBezTo>
                      <a:pt x="32" y="98"/>
                      <a:pt x="31" y="104"/>
                      <a:pt x="30" y="110"/>
                    </a:cubicBezTo>
                    <a:cubicBezTo>
                      <a:pt x="29" y="113"/>
                      <a:pt x="29" y="115"/>
                      <a:pt x="28" y="118"/>
                    </a:cubicBezTo>
                    <a:cubicBezTo>
                      <a:pt x="28" y="120"/>
                      <a:pt x="27" y="122"/>
                      <a:pt x="25" y="124"/>
                    </a:cubicBezTo>
                    <a:cubicBezTo>
                      <a:pt x="23" y="126"/>
                      <a:pt x="21" y="127"/>
                      <a:pt x="18" y="129"/>
                    </a:cubicBezTo>
                    <a:cubicBezTo>
                      <a:pt x="16" y="131"/>
                      <a:pt x="14" y="133"/>
                      <a:pt x="12" y="136"/>
                    </a:cubicBezTo>
                    <a:cubicBezTo>
                      <a:pt x="9" y="143"/>
                      <a:pt x="9" y="151"/>
                      <a:pt x="8" y="158"/>
                    </a:cubicBezTo>
                    <a:cubicBezTo>
                      <a:pt x="8" y="162"/>
                      <a:pt x="8" y="165"/>
                      <a:pt x="8" y="169"/>
                    </a:cubicBezTo>
                    <a:cubicBezTo>
                      <a:pt x="8" y="185"/>
                      <a:pt x="11" y="202"/>
                      <a:pt x="11" y="218"/>
                    </a:cubicBezTo>
                    <a:cubicBezTo>
                      <a:pt x="11" y="219"/>
                      <a:pt x="11" y="219"/>
                      <a:pt x="11" y="220"/>
                    </a:cubicBezTo>
                    <a:cubicBezTo>
                      <a:pt x="11" y="224"/>
                      <a:pt x="11" y="226"/>
                      <a:pt x="9" y="230"/>
                    </a:cubicBezTo>
                    <a:cubicBezTo>
                      <a:pt x="5" y="238"/>
                      <a:pt x="1" y="246"/>
                      <a:pt x="0" y="255"/>
                    </a:cubicBezTo>
                    <a:cubicBezTo>
                      <a:pt x="0" y="256"/>
                      <a:pt x="0" y="257"/>
                      <a:pt x="0" y="258"/>
                    </a:cubicBezTo>
                    <a:cubicBezTo>
                      <a:pt x="0" y="271"/>
                      <a:pt x="4" y="282"/>
                      <a:pt x="6" y="294"/>
                    </a:cubicBezTo>
                    <a:cubicBezTo>
                      <a:pt x="7" y="295"/>
                      <a:pt x="7" y="297"/>
                      <a:pt x="7" y="299"/>
                    </a:cubicBezTo>
                    <a:cubicBezTo>
                      <a:pt x="7" y="309"/>
                      <a:pt x="3" y="320"/>
                      <a:pt x="1" y="330"/>
                    </a:cubicBezTo>
                    <a:cubicBezTo>
                      <a:pt x="1" y="331"/>
                      <a:pt x="1" y="332"/>
                      <a:pt x="1" y="334"/>
                    </a:cubicBezTo>
                    <a:cubicBezTo>
                      <a:pt x="1" y="338"/>
                      <a:pt x="2" y="342"/>
                      <a:pt x="4" y="346"/>
                    </a:cubicBezTo>
                    <a:cubicBezTo>
                      <a:pt x="5" y="350"/>
                      <a:pt x="7" y="354"/>
                      <a:pt x="10" y="358"/>
                    </a:cubicBezTo>
                    <a:cubicBezTo>
                      <a:pt x="14" y="367"/>
                      <a:pt x="20" y="375"/>
                      <a:pt x="25" y="383"/>
                    </a:cubicBezTo>
                    <a:cubicBezTo>
                      <a:pt x="27" y="386"/>
                      <a:pt x="29" y="389"/>
                      <a:pt x="31" y="392"/>
                    </a:cubicBezTo>
                    <a:cubicBezTo>
                      <a:pt x="32" y="395"/>
                      <a:pt x="34" y="399"/>
                      <a:pt x="34" y="401"/>
                    </a:cubicBezTo>
                    <a:cubicBezTo>
                      <a:pt x="35" y="402"/>
                      <a:pt x="35" y="404"/>
                      <a:pt x="35" y="405"/>
                    </a:cubicBezTo>
                    <a:cubicBezTo>
                      <a:pt x="35" y="412"/>
                      <a:pt x="33" y="419"/>
                      <a:pt x="32" y="425"/>
                    </a:cubicBezTo>
                    <a:cubicBezTo>
                      <a:pt x="32" y="426"/>
                      <a:pt x="32" y="427"/>
                      <a:pt x="32" y="428"/>
                    </a:cubicBezTo>
                    <a:cubicBezTo>
                      <a:pt x="32" y="432"/>
                      <a:pt x="33" y="436"/>
                      <a:pt x="35" y="439"/>
                    </a:cubicBezTo>
                    <a:cubicBezTo>
                      <a:pt x="36" y="442"/>
                      <a:pt x="39" y="445"/>
                      <a:pt x="41" y="448"/>
                    </a:cubicBezTo>
                    <a:cubicBezTo>
                      <a:pt x="45" y="452"/>
                      <a:pt x="49" y="454"/>
                      <a:pt x="52" y="457"/>
                    </a:cubicBezTo>
                    <a:cubicBezTo>
                      <a:pt x="54" y="458"/>
                      <a:pt x="55" y="461"/>
                      <a:pt x="56" y="464"/>
                    </a:cubicBezTo>
                    <a:cubicBezTo>
                      <a:pt x="57" y="467"/>
                      <a:pt x="57" y="470"/>
                      <a:pt x="58" y="473"/>
                    </a:cubicBezTo>
                    <a:cubicBezTo>
                      <a:pt x="58" y="476"/>
                      <a:pt x="59" y="481"/>
                      <a:pt x="60" y="486"/>
                    </a:cubicBezTo>
                    <a:cubicBezTo>
                      <a:pt x="62" y="491"/>
                      <a:pt x="64" y="495"/>
                      <a:pt x="67" y="498"/>
                    </a:cubicBezTo>
                    <a:cubicBezTo>
                      <a:pt x="73" y="504"/>
                      <a:pt x="82" y="508"/>
                      <a:pt x="89" y="511"/>
                    </a:cubicBezTo>
                    <a:cubicBezTo>
                      <a:pt x="97" y="515"/>
                      <a:pt x="105" y="520"/>
                      <a:pt x="113" y="524"/>
                    </a:cubicBezTo>
                    <a:cubicBezTo>
                      <a:pt x="117" y="527"/>
                      <a:pt x="121" y="533"/>
                      <a:pt x="125" y="538"/>
                    </a:cubicBezTo>
                    <a:cubicBezTo>
                      <a:pt x="127" y="540"/>
                      <a:pt x="129" y="544"/>
                      <a:pt x="132" y="546"/>
                    </a:cubicBezTo>
                    <a:cubicBezTo>
                      <a:pt x="135" y="549"/>
                      <a:pt x="139" y="549"/>
                      <a:pt x="142" y="550"/>
                    </a:cubicBezTo>
                    <a:cubicBezTo>
                      <a:pt x="151" y="553"/>
                      <a:pt x="160" y="552"/>
                      <a:pt x="168" y="553"/>
                    </a:cubicBezTo>
                    <a:cubicBezTo>
                      <a:pt x="171" y="553"/>
                      <a:pt x="174" y="553"/>
                      <a:pt x="177" y="553"/>
                    </a:cubicBezTo>
                    <a:cubicBezTo>
                      <a:pt x="178" y="553"/>
                      <a:pt x="180" y="553"/>
                      <a:pt x="182" y="553"/>
                    </a:cubicBezTo>
                    <a:cubicBezTo>
                      <a:pt x="182" y="549"/>
                      <a:pt x="182" y="549"/>
                      <a:pt x="182" y="549"/>
                    </a:cubicBezTo>
                    <a:cubicBezTo>
                      <a:pt x="180" y="549"/>
                      <a:pt x="178" y="549"/>
                      <a:pt x="177" y="549"/>
                    </a:cubicBezTo>
                    <a:cubicBezTo>
                      <a:pt x="174" y="549"/>
                      <a:pt x="171" y="549"/>
                      <a:pt x="168" y="549"/>
                    </a:cubicBezTo>
                    <a:cubicBezTo>
                      <a:pt x="160" y="548"/>
                      <a:pt x="151" y="549"/>
                      <a:pt x="144" y="546"/>
                    </a:cubicBezTo>
                    <a:cubicBezTo>
                      <a:pt x="140" y="545"/>
                      <a:pt x="137" y="545"/>
                      <a:pt x="134" y="543"/>
                    </a:cubicBezTo>
                    <a:cubicBezTo>
                      <a:pt x="132" y="541"/>
                      <a:pt x="130" y="538"/>
                      <a:pt x="128" y="535"/>
                    </a:cubicBezTo>
                    <a:cubicBezTo>
                      <a:pt x="124" y="531"/>
                      <a:pt x="121" y="524"/>
                      <a:pt x="115" y="521"/>
                    </a:cubicBezTo>
                    <a:cubicBezTo>
                      <a:pt x="107" y="516"/>
                      <a:pt x="99" y="512"/>
                      <a:pt x="90" y="507"/>
                    </a:cubicBezTo>
                    <a:cubicBezTo>
                      <a:pt x="84" y="504"/>
                      <a:pt x="75" y="500"/>
                      <a:pt x="70" y="495"/>
                    </a:cubicBezTo>
                    <a:cubicBezTo>
                      <a:pt x="67" y="493"/>
                      <a:pt x="65" y="489"/>
                      <a:pt x="64" y="485"/>
                    </a:cubicBezTo>
                    <a:cubicBezTo>
                      <a:pt x="63" y="480"/>
                      <a:pt x="62" y="476"/>
                      <a:pt x="62" y="472"/>
                    </a:cubicBezTo>
                    <a:cubicBezTo>
                      <a:pt x="61" y="469"/>
                      <a:pt x="61" y="466"/>
                      <a:pt x="60" y="463"/>
                    </a:cubicBezTo>
                    <a:cubicBezTo>
                      <a:pt x="59" y="459"/>
                      <a:pt x="58" y="456"/>
                      <a:pt x="55" y="454"/>
                    </a:cubicBezTo>
                    <a:cubicBezTo>
                      <a:pt x="51" y="450"/>
                      <a:pt x="47" y="449"/>
                      <a:pt x="44" y="445"/>
                    </a:cubicBezTo>
                    <a:cubicBezTo>
                      <a:pt x="42" y="442"/>
                      <a:pt x="40" y="440"/>
                      <a:pt x="38" y="437"/>
                    </a:cubicBezTo>
                    <a:cubicBezTo>
                      <a:pt x="37" y="434"/>
                      <a:pt x="36" y="432"/>
                      <a:pt x="36" y="428"/>
                    </a:cubicBezTo>
                    <a:cubicBezTo>
                      <a:pt x="36" y="427"/>
                      <a:pt x="36" y="427"/>
                      <a:pt x="36" y="426"/>
                    </a:cubicBezTo>
                    <a:cubicBezTo>
                      <a:pt x="37" y="420"/>
                      <a:pt x="39" y="412"/>
                      <a:pt x="39" y="405"/>
                    </a:cubicBezTo>
                    <a:cubicBezTo>
                      <a:pt x="39" y="404"/>
                      <a:pt x="39" y="402"/>
                      <a:pt x="38" y="400"/>
                    </a:cubicBezTo>
                    <a:cubicBezTo>
                      <a:pt x="38" y="397"/>
                      <a:pt x="36" y="393"/>
                      <a:pt x="34" y="390"/>
                    </a:cubicBezTo>
                    <a:cubicBezTo>
                      <a:pt x="32" y="387"/>
                      <a:pt x="30" y="383"/>
                      <a:pt x="28" y="381"/>
                    </a:cubicBezTo>
                    <a:cubicBezTo>
                      <a:pt x="23" y="372"/>
                      <a:pt x="18" y="365"/>
                      <a:pt x="13" y="356"/>
                    </a:cubicBezTo>
                    <a:cubicBezTo>
                      <a:pt x="11" y="352"/>
                      <a:pt x="9" y="348"/>
                      <a:pt x="7" y="345"/>
                    </a:cubicBezTo>
                    <a:cubicBezTo>
                      <a:pt x="6" y="341"/>
                      <a:pt x="5" y="337"/>
                      <a:pt x="5" y="334"/>
                    </a:cubicBezTo>
                    <a:cubicBezTo>
                      <a:pt x="5" y="332"/>
                      <a:pt x="5" y="331"/>
                      <a:pt x="5" y="330"/>
                    </a:cubicBezTo>
                    <a:cubicBezTo>
                      <a:pt x="6" y="321"/>
                      <a:pt x="11" y="310"/>
                      <a:pt x="11" y="299"/>
                    </a:cubicBezTo>
                    <a:cubicBezTo>
                      <a:pt x="11" y="297"/>
                      <a:pt x="11" y="295"/>
                      <a:pt x="10" y="293"/>
                    </a:cubicBezTo>
                    <a:cubicBezTo>
                      <a:pt x="8" y="281"/>
                      <a:pt x="4" y="270"/>
                      <a:pt x="4" y="258"/>
                    </a:cubicBezTo>
                    <a:cubicBezTo>
                      <a:pt x="4" y="257"/>
                      <a:pt x="4" y="256"/>
                      <a:pt x="4" y="255"/>
                    </a:cubicBezTo>
                    <a:cubicBezTo>
                      <a:pt x="5" y="247"/>
                      <a:pt x="9" y="239"/>
                      <a:pt x="12" y="231"/>
                    </a:cubicBezTo>
                    <a:cubicBezTo>
                      <a:pt x="14" y="227"/>
                      <a:pt x="15" y="224"/>
                      <a:pt x="15" y="220"/>
                    </a:cubicBezTo>
                    <a:cubicBezTo>
                      <a:pt x="15" y="219"/>
                      <a:pt x="15" y="219"/>
                      <a:pt x="15" y="218"/>
                    </a:cubicBezTo>
                    <a:cubicBezTo>
                      <a:pt x="15" y="201"/>
                      <a:pt x="12" y="185"/>
                      <a:pt x="12" y="169"/>
                    </a:cubicBezTo>
                    <a:cubicBezTo>
                      <a:pt x="12" y="165"/>
                      <a:pt x="12" y="162"/>
                      <a:pt x="12" y="158"/>
                    </a:cubicBezTo>
                    <a:cubicBezTo>
                      <a:pt x="13" y="152"/>
                      <a:pt x="13" y="143"/>
                      <a:pt x="16" y="138"/>
                    </a:cubicBezTo>
                    <a:cubicBezTo>
                      <a:pt x="17" y="136"/>
                      <a:pt x="18" y="134"/>
                      <a:pt x="21" y="132"/>
                    </a:cubicBezTo>
                    <a:cubicBezTo>
                      <a:pt x="23" y="131"/>
                      <a:pt x="25" y="129"/>
                      <a:pt x="27" y="127"/>
                    </a:cubicBezTo>
                    <a:cubicBezTo>
                      <a:pt x="30" y="125"/>
                      <a:pt x="31" y="122"/>
                      <a:pt x="32" y="119"/>
                    </a:cubicBezTo>
                    <a:cubicBezTo>
                      <a:pt x="33" y="116"/>
                      <a:pt x="33" y="113"/>
                      <a:pt x="34" y="110"/>
                    </a:cubicBezTo>
                    <a:cubicBezTo>
                      <a:pt x="35" y="105"/>
                      <a:pt x="36" y="99"/>
                      <a:pt x="38" y="94"/>
                    </a:cubicBezTo>
                    <a:cubicBezTo>
                      <a:pt x="39" y="89"/>
                      <a:pt x="42" y="85"/>
                      <a:pt x="46" y="81"/>
                    </a:cubicBezTo>
                    <a:cubicBezTo>
                      <a:pt x="51" y="76"/>
                      <a:pt x="58" y="72"/>
                      <a:pt x="65" y="67"/>
                    </a:cubicBezTo>
                    <a:cubicBezTo>
                      <a:pt x="72" y="62"/>
                      <a:pt x="78" y="57"/>
                      <a:pt x="82" y="49"/>
                    </a:cubicBezTo>
                    <a:cubicBezTo>
                      <a:pt x="87" y="38"/>
                      <a:pt x="92" y="24"/>
                      <a:pt x="101" y="15"/>
                    </a:cubicBezTo>
                    <a:cubicBezTo>
                      <a:pt x="105" y="11"/>
                      <a:pt x="110" y="9"/>
                      <a:pt x="116" y="7"/>
                    </a:cubicBezTo>
                    <a:cubicBezTo>
                      <a:pt x="122" y="6"/>
                      <a:pt x="128" y="5"/>
                      <a:pt x="134" y="4"/>
                    </a:cubicBez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14" name="Freeform 132">
                <a:extLst>
                  <a:ext uri="{FF2B5EF4-FFF2-40B4-BE49-F238E27FC236}">
                    <a16:creationId xmlns:a16="http://schemas.microsoft.com/office/drawing/2014/main" id="{B10086A6-E1A8-4BB4-88DB-CB063978B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776"/>
                <a:ext cx="430" cy="437"/>
              </a:xfrm>
              <a:custGeom>
                <a:avLst/>
                <a:gdLst>
                  <a:gd name="T0" fmla="*/ 63 w 172"/>
                  <a:gd name="T1" fmla="*/ 2724 h 175"/>
                  <a:gd name="T2" fmla="*/ 113 w 172"/>
                  <a:gd name="T3" fmla="*/ 2225 h 175"/>
                  <a:gd name="T4" fmla="*/ 188 w 172"/>
                  <a:gd name="T5" fmla="*/ 2090 h 175"/>
                  <a:gd name="T6" fmla="*/ 333 w 172"/>
                  <a:gd name="T7" fmla="*/ 1995 h 175"/>
                  <a:gd name="T8" fmla="*/ 395 w 172"/>
                  <a:gd name="T9" fmla="*/ 1945 h 175"/>
                  <a:gd name="T10" fmla="*/ 458 w 172"/>
                  <a:gd name="T11" fmla="*/ 1870 h 175"/>
                  <a:gd name="T12" fmla="*/ 488 w 172"/>
                  <a:gd name="T13" fmla="*/ 1746 h 175"/>
                  <a:gd name="T14" fmla="*/ 750 w 172"/>
                  <a:gd name="T15" fmla="*/ 1121 h 175"/>
                  <a:gd name="T16" fmla="*/ 1033 w 172"/>
                  <a:gd name="T17" fmla="*/ 949 h 175"/>
                  <a:gd name="T18" fmla="*/ 1313 w 172"/>
                  <a:gd name="T19" fmla="*/ 792 h 175"/>
                  <a:gd name="T20" fmla="*/ 1550 w 172"/>
                  <a:gd name="T21" fmla="*/ 574 h 175"/>
                  <a:gd name="T22" fmla="*/ 1688 w 172"/>
                  <a:gd name="T23" fmla="*/ 342 h 175"/>
                  <a:gd name="T24" fmla="*/ 1895 w 172"/>
                  <a:gd name="T25" fmla="*/ 187 h 175"/>
                  <a:gd name="T26" fmla="*/ 2033 w 172"/>
                  <a:gd name="T27" fmla="*/ 155 h 175"/>
                  <a:gd name="T28" fmla="*/ 2470 w 172"/>
                  <a:gd name="T29" fmla="*/ 280 h 175"/>
                  <a:gd name="T30" fmla="*/ 2488 w 172"/>
                  <a:gd name="T31" fmla="*/ 292 h 175"/>
                  <a:gd name="T32" fmla="*/ 2500 w 172"/>
                  <a:gd name="T33" fmla="*/ 280 h 175"/>
                  <a:gd name="T34" fmla="*/ 2613 w 172"/>
                  <a:gd name="T35" fmla="*/ 137 h 175"/>
                  <a:gd name="T36" fmla="*/ 2658 w 172"/>
                  <a:gd name="T37" fmla="*/ 75 h 175"/>
                  <a:gd name="T38" fmla="*/ 2688 w 172"/>
                  <a:gd name="T39" fmla="*/ 12 h 175"/>
                  <a:gd name="T40" fmla="*/ 2625 w 172"/>
                  <a:gd name="T41" fmla="*/ 0 h 175"/>
                  <a:gd name="T42" fmla="*/ 2613 w 172"/>
                  <a:gd name="T43" fmla="*/ 42 h 175"/>
                  <a:gd name="T44" fmla="*/ 2458 w 172"/>
                  <a:gd name="T45" fmla="*/ 230 h 175"/>
                  <a:gd name="T46" fmla="*/ 2488 w 172"/>
                  <a:gd name="T47" fmla="*/ 250 h 175"/>
                  <a:gd name="T48" fmla="*/ 2500 w 172"/>
                  <a:gd name="T49" fmla="*/ 230 h 175"/>
                  <a:gd name="T50" fmla="*/ 2033 w 172"/>
                  <a:gd name="T51" fmla="*/ 92 h 175"/>
                  <a:gd name="T52" fmla="*/ 1875 w 172"/>
                  <a:gd name="T53" fmla="*/ 125 h 175"/>
                  <a:gd name="T54" fmla="*/ 1645 w 172"/>
                  <a:gd name="T55" fmla="*/ 292 h 175"/>
                  <a:gd name="T56" fmla="*/ 1500 w 172"/>
                  <a:gd name="T57" fmla="*/ 529 h 175"/>
                  <a:gd name="T58" fmla="*/ 1283 w 172"/>
                  <a:gd name="T59" fmla="*/ 749 h 175"/>
                  <a:gd name="T60" fmla="*/ 1000 w 172"/>
                  <a:gd name="T61" fmla="*/ 886 h 175"/>
                  <a:gd name="T62" fmla="*/ 708 w 172"/>
                  <a:gd name="T63" fmla="*/ 1091 h 175"/>
                  <a:gd name="T64" fmla="*/ 425 w 172"/>
                  <a:gd name="T65" fmla="*/ 1728 h 175"/>
                  <a:gd name="T66" fmla="*/ 395 w 172"/>
                  <a:gd name="T67" fmla="*/ 1870 h 175"/>
                  <a:gd name="T68" fmla="*/ 363 w 172"/>
                  <a:gd name="T69" fmla="*/ 1903 h 175"/>
                  <a:gd name="T70" fmla="*/ 300 w 172"/>
                  <a:gd name="T71" fmla="*/ 1945 h 175"/>
                  <a:gd name="T72" fmla="*/ 145 w 172"/>
                  <a:gd name="T73" fmla="*/ 2040 h 175"/>
                  <a:gd name="T74" fmla="*/ 50 w 172"/>
                  <a:gd name="T75" fmla="*/ 2212 h 175"/>
                  <a:gd name="T76" fmla="*/ 0 w 172"/>
                  <a:gd name="T77" fmla="*/ 2712 h 175"/>
                  <a:gd name="T78" fmla="*/ 63 w 172"/>
                  <a:gd name="T79" fmla="*/ 2724 h 1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72" h="175">
                    <a:moveTo>
                      <a:pt x="4" y="175"/>
                    </a:moveTo>
                    <a:cubicBezTo>
                      <a:pt x="7" y="164"/>
                      <a:pt x="6" y="153"/>
                      <a:pt x="7" y="143"/>
                    </a:cubicBezTo>
                    <a:cubicBezTo>
                      <a:pt x="8" y="140"/>
                      <a:pt x="9" y="137"/>
                      <a:pt x="12" y="134"/>
                    </a:cubicBezTo>
                    <a:cubicBezTo>
                      <a:pt x="14" y="132"/>
                      <a:pt x="18" y="130"/>
                      <a:pt x="21" y="128"/>
                    </a:cubicBezTo>
                    <a:cubicBezTo>
                      <a:pt x="23" y="127"/>
                      <a:pt x="24" y="126"/>
                      <a:pt x="25" y="125"/>
                    </a:cubicBezTo>
                    <a:cubicBezTo>
                      <a:pt x="27" y="124"/>
                      <a:pt x="28" y="122"/>
                      <a:pt x="29" y="120"/>
                    </a:cubicBezTo>
                    <a:cubicBezTo>
                      <a:pt x="30" y="118"/>
                      <a:pt x="30" y="116"/>
                      <a:pt x="31" y="112"/>
                    </a:cubicBezTo>
                    <a:cubicBezTo>
                      <a:pt x="34" y="98"/>
                      <a:pt x="38" y="82"/>
                      <a:pt x="48" y="72"/>
                    </a:cubicBezTo>
                    <a:cubicBezTo>
                      <a:pt x="53" y="68"/>
                      <a:pt x="59" y="64"/>
                      <a:pt x="66" y="61"/>
                    </a:cubicBezTo>
                    <a:cubicBezTo>
                      <a:pt x="72" y="58"/>
                      <a:pt x="79" y="55"/>
                      <a:pt x="84" y="51"/>
                    </a:cubicBezTo>
                    <a:cubicBezTo>
                      <a:pt x="90" y="48"/>
                      <a:pt x="95" y="43"/>
                      <a:pt x="99" y="37"/>
                    </a:cubicBezTo>
                    <a:cubicBezTo>
                      <a:pt x="102" y="32"/>
                      <a:pt x="105" y="26"/>
                      <a:pt x="108" y="22"/>
                    </a:cubicBezTo>
                    <a:cubicBezTo>
                      <a:pt x="112" y="17"/>
                      <a:pt x="116" y="13"/>
                      <a:pt x="121" y="12"/>
                    </a:cubicBezTo>
                    <a:cubicBezTo>
                      <a:pt x="124" y="11"/>
                      <a:pt x="127" y="10"/>
                      <a:pt x="130" y="10"/>
                    </a:cubicBezTo>
                    <a:cubicBezTo>
                      <a:pt x="140" y="10"/>
                      <a:pt x="151" y="14"/>
                      <a:pt x="158" y="18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0" y="18"/>
                      <a:pt x="160" y="18"/>
                      <a:pt x="160" y="18"/>
                    </a:cubicBezTo>
                    <a:cubicBezTo>
                      <a:pt x="162" y="16"/>
                      <a:pt x="165" y="12"/>
                      <a:pt x="167" y="9"/>
                    </a:cubicBezTo>
                    <a:cubicBezTo>
                      <a:pt x="168" y="8"/>
                      <a:pt x="169" y="6"/>
                      <a:pt x="170" y="5"/>
                    </a:cubicBezTo>
                    <a:cubicBezTo>
                      <a:pt x="171" y="3"/>
                      <a:pt x="172" y="2"/>
                      <a:pt x="172" y="1"/>
                    </a:cubicBez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68" y="1"/>
                      <a:pt x="167" y="3"/>
                    </a:cubicBezTo>
                    <a:cubicBezTo>
                      <a:pt x="165" y="6"/>
                      <a:pt x="160" y="12"/>
                      <a:pt x="157" y="15"/>
                    </a:cubicBezTo>
                    <a:cubicBezTo>
                      <a:pt x="159" y="16"/>
                      <a:pt x="159" y="16"/>
                      <a:pt x="159" y="16"/>
                    </a:cubicBezTo>
                    <a:cubicBezTo>
                      <a:pt x="160" y="15"/>
                      <a:pt x="160" y="15"/>
                      <a:pt x="160" y="15"/>
                    </a:cubicBezTo>
                    <a:cubicBezTo>
                      <a:pt x="152" y="10"/>
                      <a:pt x="141" y="7"/>
                      <a:pt x="130" y="6"/>
                    </a:cubicBezTo>
                    <a:cubicBezTo>
                      <a:pt x="127" y="6"/>
                      <a:pt x="123" y="7"/>
                      <a:pt x="120" y="8"/>
                    </a:cubicBezTo>
                    <a:cubicBezTo>
                      <a:pt x="113" y="10"/>
                      <a:pt x="109" y="14"/>
                      <a:pt x="105" y="19"/>
                    </a:cubicBezTo>
                    <a:cubicBezTo>
                      <a:pt x="102" y="24"/>
                      <a:pt x="99" y="30"/>
                      <a:pt x="96" y="34"/>
                    </a:cubicBezTo>
                    <a:cubicBezTo>
                      <a:pt x="92" y="41"/>
                      <a:pt x="88" y="45"/>
                      <a:pt x="82" y="48"/>
                    </a:cubicBezTo>
                    <a:cubicBezTo>
                      <a:pt x="77" y="51"/>
                      <a:pt x="71" y="54"/>
                      <a:pt x="64" y="57"/>
                    </a:cubicBezTo>
                    <a:cubicBezTo>
                      <a:pt x="58" y="61"/>
                      <a:pt x="51" y="64"/>
                      <a:pt x="45" y="70"/>
                    </a:cubicBezTo>
                    <a:cubicBezTo>
                      <a:pt x="34" y="81"/>
                      <a:pt x="30" y="97"/>
                      <a:pt x="27" y="111"/>
                    </a:cubicBezTo>
                    <a:cubicBezTo>
                      <a:pt x="26" y="116"/>
                      <a:pt x="26" y="118"/>
                      <a:pt x="25" y="120"/>
                    </a:cubicBezTo>
                    <a:cubicBezTo>
                      <a:pt x="24" y="121"/>
                      <a:pt x="24" y="121"/>
                      <a:pt x="23" y="122"/>
                    </a:cubicBezTo>
                    <a:cubicBezTo>
                      <a:pt x="22" y="123"/>
                      <a:pt x="21" y="124"/>
                      <a:pt x="19" y="125"/>
                    </a:cubicBezTo>
                    <a:cubicBezTo>
                      <a:pt x="16" y="126"/>
                      <a:pt x="12" y="129"/>
                      <a:pt x="9" y="131"/>
                    </a:cubicBezTo>
                    <a:cubicBezTo>
                      <a:pt x="6" y="134"/>
                      <a:pt x="4" y="138"/>
                      <a:pt x="3" y="142"/>
                    </a:cubicBezTo>
                    <a:cubicBezTo>
                      <a:pt x="2" y="153"/>
                      <a:pt x="3" y="164"/>
                      <a:pt x="0" y="174"/>
                    </a:cubicBezTo>
                    <a:lnTo>
                      <a:pt x="4" y="1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15" name="Freeform 133">
                <a:extLst>
                  <a:ext uri="{FF2B5EF4-FFF2-40B4-BE49-F238E27FC236}">
                    <a16:creationId xmlns:a16="http://schemas.microsoft.com/office/drawing/2014/main" id="{E1897C76-DE3E-44E1-A108-3C6FDE331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263"/>
                <a:ext cx="52" cy="225"/>
              </a:xfrm>
              <a:custGeom>
                <a:avLst/>
                <a:gdLst>
                  <a:gd name="T0" fmla="*/ 275 w 21"/>
                  <a:gd name="T1" fmla="*/ 0 h 90"/>
                  <a:gd name="T2" fmla="*/ 0 w 21"/>
                  <a:gd name="T3" fmla="*/ 625 h 90"/>
                  <a:gd name="T4" fmla="*/ 0 w 21"/>
                  <a:gd name="T5" fmla="*/ 645 h 90"/>
                  <a:gd name="T6" fmla="*/ 74 w 21"/>
                  <a:gd name="T7" fmla="*/ 1033 h 90"/>
                  <a:gd name="T8" fmla="*/ 134 w 21"/>
                  <a:gd name="T9" fmla="*/ 1238 h 90"/>
                  <a:gd name="T10" fmla="*/ 166 w 21"/>
                  <a:gd name="T11" fmla="*/ 1395 h 90"/>
                  <a:gd name="T12" fmla="*/ 166 w 21"/>
                  <a:gd name="T13" fmla="*/ 1408 h 90"/>
                  <a:gd name="T14" fmla="*/ 228 w 21"/>
                  <a:gd name="T15" fmla="*/ 1408 h 90"/>
                  <a:gd name="T16" fmla="*/ 228 w 21"/>
                  <a:gd name="T17" fmla="*/ 1395 h 90"/>
                  <a:gd name="T18" fmla="*/ 196 w 21"/>
                  <a:gd name="T19" fmla="*/ 1208 h 90"/>
                  <a:gd name="T20" fmla="*/ 134 w 21"/>
                  <a:gd name="T21" fmla="*/ 1020 h 90"/>
                  <a:gd name="T22" fmla="*/ 62 w 21"/>
                  <a:gd name="T23" fmla="*/ 645 h 90"/>
                  <a:gd name="T24" fmla="*/ 62 w 21"/>
                  <a:gd name="T25" fmla="*/ 625 h 90"/>
                  <a:gd name="T26" fmla="*/ 319 w 21"/>
                  <a:gd name="T27" fmla="*/ 50 h 90"/>
                  <a:gd name="T28" fmla="*/ 275 w 21"/>
                  <a:gd name="T29" fmla="*/ 0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90">
                    <a:moveTo>
                      <a:pt x="18" y="0"/>
                    </a:moveTo>
                    <a:cubicBezTo>
                      <a:pt x="10" y="11"/>
                      <a:pt x="0" y="25"/>
                      <a:pt x="0" y="40"/>
                    </a:cubicBezTo>
                    <a:cubicBezTo>
                      <a:pt x="0" y="40"/>
                      <a:pt x="0" y="41"/>
                      <a:pt x="0" y="41"/>
                    </a:cubicBezTo>
                    <a:cubicBezTo>
                      <a:pt x="0" y="50"/>
                      <a:pt x="2" y="58"/>
                      <a:pt x="5" y="66"/>
                    </a:cubicBezTo>
                    <a:cubicBezTo>
                      <a:pt x="6" y="70"/>
                      <a:pt x="7" y="74"/>
                      <a:pt x="9" y="79"/>
                    </a:cubicBezTo>
                    <a:cubicBezTo>
                      <a:pt x="10" y="83"/>
                      <a:pt x="11" y="87"/>
                      <a:pt x="11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6"/>
                      <a:pt x="14" y="82"/>
                      <a:pt x="13" y="77"/>
                    </a:cubicBezTo>
                    <a:cubicBezTo>
                      <a:pt x="11" y="73"/>
                      <a:pt x="9" y="69"/>
                      <a:pt x="9" y="65"/>
                    </a:cubicBezTo>
                    <a:cubicBezTo>
                      <a:pt x="6" y="57"/>
                      <a:pt x="4" y="49"/>
                      <a:pt x="4" y="41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27"/>
                      <a:pt x="14" y="13"/>
                      <a:pt x="21" y="3"/>
                    </a:cubicBez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16" name="Freeform 134">
                <a:extLst>
                  <a:ext uri="{FF2B5EF4-FFF2-40B4-BE49-F238E27FC236}">
                    <a16:creationId xmlns:a16="http://schemas.microsoft.com/office/drawing/2014/main" id="{1D2C5FB1-F31D-447B-A170-733F621E6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508"/>
                <a:ext cx="58" cy="195"/>
              </a:xfrm>
              <a:custGeom>
                <a:avLst/>
                <a:gdLst>
                  <a:gd name="T0" fmla="*/ 222 w 23"/>
                  <a:gd name="T1" fmla="*/ 20 h 78"/>
                  <a:gd name="T2" fmla="*/ 222 w 23"/>
                  <a:gd name="T3" fmla="*/ 33 h 78"/>
                  <a:gd name="T4" fmla="*/ 113 w 23"/>
                  <a:gd name="T5" fmla="*/ 270 h 78"/>
                  <a:gd name="T6" fmla="*/ 0 w 23"/>
                  <a:gd name="T7" fmla="*/ 563 h 78"/>
                  <a:gd name="T8" fmla="*/ 0 w 23"/>
                  <a:gd name="T9" fmla="*/ 595 h 78"/>
                  <a:gd name="T10" fmla="*/ 113 w 23"/>
                  <a:gd name="T11" fmla="*/ 895 h 78"/>
                  <a:gd name="T12" fmla="*/ 255 w 23"/>
                  <a:gd name="T13" fmla="*/ 1158 h 78"/>
                  <a:gd name="T14" fmla="*/ 285 w 23"/>
                  <a:gd name="T15" fmla="*/ 1145 h 78"/>
                  <a:gd name="T16" fmla="*/ 305 w 23"/>
                  <a:gd name="T17" fmla="*/ 1113 h 78"/>
                  <a:gd name="T18" fmla="*/ 305 w 23"/>
                  <a:gd name="T19" fmla="*/ 1113 h 78"/>
                  <a:gd name="T20" fmla="*/ 242 w 23"/>
                  <a:gd name="T21" fmla="*/ 1145 h 78"/>
                  <a:gd name="T22" fmla="*/ 272 w 23"/>
                  <a:gd name="T23" fmla="*/ 1175 h 78"/>
                  <a:gd name="T24" fmla="*/ 368 w 23"/>
                  <a:gd name="T25" fmla="*/ 1220 h 78"/>
                  <a:gd name="T26" fmla="*/ 318 w 23"/>
                  <a:gd name="T27" fmla="*/ 1125 h 78"/>
                  <a:gd name="T28" fmla="*/ 159 w 23"/>
                  <a:gd name="T29" fmla="*/ 863 h 78"/>
                  <a:gd name="T30" fmla="*/ 63 w 23"/>
                  <a:gd name="T31" fmla="*/ 583 h 78"/>
                  <a:gd name="T32" fmla="*/ 63 w 23"/>
                  <a:gd name="T33" fmla="*/ 563 h 78"/>
                  <a:gd name="T34" fmla="*/ 179 w 23"/>
                  <a:gd name="T35" fmla="*/ 313 h 78"/>
                  <a:gd name="T36" fmla="*/ 285 w 23"/>
                  <a:gd name="T37" fmla="*/ 33 h 78"/>
                  <a:gd name="T38" fmla="*/ 285 w 23"/>
                  <a:gd name="T39" fmla="*/ 0 h 78"/>
                  <a:gd name="T40" fmla="*/ 222 w 23"/>
                  <a:gd name="T41" fmla="*/ 20 h 7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3" h="78">
                    <a:moveTo>
                      <a:pt x="14" y="1"/>
                    </a:moveTo>
                    <a:cubicBezTo>
                      <a:pt x="14" y="1"/>
                      <a:pt x="14" y="1"/>
                      <a:pt x="14" y="2"/>
                    </a:cubicBezTo>
                    <a:cubicBezTo>
                      <a:pt x="14" y="7"/>
                      <a:pt x="11" y="12"/>
                      <a:pt x="7" y="17"/>
                    </a:cubicBezTo>
                    <a:cubicBezTo>
                      <a:pt x="4" y="23"/>
                      <a:pt x="0" y="29"/>
                      <a:pt x="0" y="36"/>
                    </a:cubicBezTo>
                    <a:cubicBezTo>
                      <a:pt x="0" y="36"/>
                      <a:pt x="0" y="37"/>
                      <a:pt x="0" y="38"/>
                    </a:cubicBezTo>
                    <a:cubicBezTo>
                      <a:pt x="1" y="44"/>
                      <a:pt x="4" y="50"/>
                      <a:pt x="7" y="57"/>
                    </a:cubicBezTo>
                    <a:cubicBezTo>
                      <a:pt x="10" y="63"/>
                      <a:pt x="14" y="69"/>
                      <a:pt x="16" y="74"/>
                    </a:cubicBezTo>
                    <a:cubicBezTo>
                      <a:pt x="18" y="73"/>
                      <a:pt x="18" y="73"/>
                      <a:pt x="18" y="73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6" y="74"/>
                      <a:pt x="17" y="74"/>
                      <a:pt x="17" y="75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17" y="67"/>
                      <a:pt x="14" y="61"/>
                      <a:pt x="10" y="55"/>
                    </a:cubicBezTo>
                    <a:cubicBezTo>
                      <a:pt x="7" y="49"/>
                      <a:pt x="5" y="42"/>
                      <a:pt x="4" y="37"/>
                    </a:cubicBezTo>
                    <a:cubicBezTo>
                      <a:pt x="4" y="37"/>
                      <a:pt x="4" y="36"/>
                      <a:pt x="4" y="36"/>
                    </a:cubicBezTo>
                    <a:cubicBezTo>
                      <a:pt x="4" y="30"/>
                      <a:pt x="7" y="25"/>
                      <a:pt x="11" y="20"/>
                    </a:cubicBezTo>
                    <a:cubicBezTo>
                      <a:pt x="14" y="14"/>
                      <a:pt x="18" y="8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4" y="1"/>
                      <a:pt x="14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17" name="Freeform 135">
                <a:extLst>
                  <a:ext uri="{FF2B5EF4-FFF2-40B4-BE49-F238E27FC236}">
                    <a16:creationId xmlns:a16="http://schemas.microsoft.com/office/drawing/2014/main" id="{60DC5E7E-7C2E-4C07-A389-61228442F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728"/>
                <a:ext cx="85" cy="205"/>
              </a:xfrm>
              <a:custGeom>
                <a:avLst/>
                <a:gdLst>
                  <a:gd name="T0" fmla="*/ 63 w 34"/>
                  <a:gd name="T1" fmla="*/ 0 h 82"/>
                  <a:gd name="T2" fmla="*/ 20 w 34"/>
                  <a:gd name="T3" fmla="*/ 425 h 82"/>
                  <a:gd name="T4" fmla="*/ 0 w 34"/>
                  <a:gd name="T5" fmla="*/ 595 h 82"/>
                  <a:gd name="T6" fmla="*/ 33 w 34"/>
                  <a:gd name="T7" fmla="*/ 738 h 82"/>
                  <a:gd name="T8" fmla="*/ 488 w 34"/>
                  <a:gd name="T9" fmla="*/ 1283 h 82"/>
                  <a:gd name="T10" fmla="*/ 533 w 34"/>
                  <a:gd name="T11" fmla="*/ 1238 h 82"/>
                  <a:gd name="T12" fmla="*/ 83 w 34"/>
                  <a:gd name="T13" fmla="*/ 708 h 82"/>
                  <a:gd name="T14" fmla="*/ 63 w 34"/>
                  <a:gd name="T15" fmla="*/ 595 h 82"/>
                  <a:gd name="T16" fmla="*/ 83 w 34"/>
                  <a:gd name="T17" fmla="*/ 438 h 82"/>
                  <a:gd name="T18" fmla="*/ 125 w 34"/>
                  <a:gd name="T19" fmla="*/ 20 h 82"/>
                  <a:gd name="T20" fmla="*/ 63 w 34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82">
                    <a:moveTo>
                      <a:pt x="4" y="0"/>
                    </a:moveTo>
                    <a:cubicBezTo>
                      <a:pt x="1" y="8"/>
                      <a:pt x="2" y="19"/>
                      <a:pt x="1" y="27"/>
                    </a:cubicBezTo>
                    <a:cubicBezTo>
                      <a:pt x="1" y="31"/>
                      <a:pt x="0" y="34"/>
                      <a:pt x="0" y="38"/>
                    </a:cubicBezTo>
                    <a:cubicBezTo>
                      <a:pt x="0" y="41"/>
                      <a:pt x="0" y="44"/>
                      <a:pt x="2" y="47"/>
                    </a:cubicBezTo>
                    <a:cubicBezTo>
                      <a:pt x="9" y="61"/>
                      <a:pt x="20" y="72"/>
                      <a:pt x="31" y="82"/>
                    </a:cubicBezTo>
                    <a:cubicBezTo>
                      <a:pt x="34" y="79"/>
                      <a:pt x="34" y="79"/>
                      <a:pt x="34" y="79"/>
                    </a:cubicBezTo>
                    <a:cubicBezTo>
                      <a:pt x="23" y="69"/>
                      <a:pt x="12" y="59"/>
                      <a:pt x="5" y="45"/>
                    </a:cubicBezTo>
                    <a:cubicBezTo>
                      <a:pt x="4" y="43"/>
                      <a:pt x="4" y="41"/>
                      <a:pt x="4" y="38"/>
                    </a:cubicBezTo>
                    <a:cubicBezTo>
                      <a:pt x="4" y="35"/>
                      <a:pt x="4" y="31"/>
                      <a:pt x="5" y="28"/>
                    </a:cubicBezTo>
                    <a:cubicBezTo>
                      <a:pt x="6" y="19"/>
                      <a:pt x="5" y="9"/>
                      <a:pt x="8" y="1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18" name="Freeform 136">
                <a:extLst>
                  <a:ext uri="{FF2B5EF4-FFF2-40B4-BE49-F238E27FC236}">
                    <a16:creationId xmlns:a16="http://schemas.microsoft.com/office/drawing/2014/main" id="{5870B122-FE7A-4268-899F-E99F84D3F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955"/>
                <a:ext cx="88" cy="143"/>
              </a:xfrm>
              <a:custGeom>
                <a:avLst/>
                <a:gdLst>
                  <a:gd name="T0" fmla="*/ 50 w 35"/>
                  <a:gd name="T1" fmla="*/ 33 h 57"/>
                  <a:gd name="T2" fmla="*/ 63 w 35"/>
                  <a:gd name="T3" fmla="*/ 113 h 57"/>
                  <a:gd name="T4" fmla="*/ 33 w 35"/>
                  <a:gd name="T5" fmla="*/ 271 h 57"/>
                  <a:gd name="T6" fmla="*/ 0 w 35"/>
                  <a:gd name="T7" fmla="*/ 459 h 57"/>
                  <a:gd name="T8" fmla="*/ 50 w 35"/>
                  <a:gd name="T9" fmla="*/ 617 h 57"/>
                  <a:gd name="T10" fmla="*/ 83 w 35"/>
                  <a:gd name="T11" fmla="*/ 647 h 57"/>
                  <a:gd name="T12" fmla="*/ 334 w 35"/>
                  <a:gd name="T13" fmla="*/ 805 h 57"/>
                  <a:gd name="T14" fmla="*/ 463 w 35"/>
                  <a:gd name="T15" fmla="*/ 868 h 57"/>
                  <a:gd name="T16" fmla="*/ 505 w 35"/>
                  <a:gd name="T17" fmla="*/ 881 h 57"/>
                  <a:gd name="T18" fmla="*/ 538 w 35"/>
                  <a:gd name="T19" fmla="*/ 901 h 57"/>
                  <a:gd name="T20" fmla="*/ 556 w 35"/>
                  <a:gd name="T21" fmla="*/ 901 h 57"/>
                  <a:gd name="T22" fmla="*/ 538 w 35"/>
                  <a:gd name="T23" fmla="*/ 838 h 57"/>
                  <a:gd name="T24" fmla="*/ 538 w 35"/>
                  <a:gd name="T25" fmla="*/ 850 h 57"/>
                  <a:gd name="T26" fmla="*/ 538 w 35"/>
                  <a:gd name="T27" fmla="*/ 838 h 57"/>
                  <a:gd name="T28" fmla="*/ 538 w 35"/>
                  <a:gd name="T29" fmla="*/ 838 h 57"/>
                  <a:gd name="T30" fmla="*/ 538 w 35"/>
                  <a:gd name="T31" fmla="*/ 850 h 57"/>
                  <a:gd name="T32" fmla="*/ 538 w 35"/>
                  <a:gd name="T33" fmla="*/ 838 h 57"/>
                  <a:gd name="T34" fmla="*/ 538 w 35"/>
                  <a:gd name="T35" fmla="*/ 838 h 57"/>
                  <a:gd name="T36" fmla="*/ 538 w 35"/>
                  <a:gd name="T37" fmla="*/ 838 h 57"/>
                  <a:gd name="T38" fmla="*/ 538 w 35"/>
                  <a:gd name="T39" fmla="*/ 838 h 57"/>
                  <a:gd name="T40" fmla="*/ 538 w 35"/>
                  <a:gd name="T41" fmla="*/ 838 h 57"/>
                  <a:gd name="T42" fmla="*/ 538 w 35"/>
                  <a:gd name="T43" fmla="*/ 838 h 57"/>
                  <a:gd name="T44" fmla="*/ 525 w 35"/>
                  <a:gd name="T45" fmla="*/ 818 h 57"/>
                  <a:gd name="T46" fmla="*/ 272 w 35"/>
                  <a:gd name="T47" fmla="*/ 692 h 57"/>
                  <a:gd name="T48" fmla="*/ 158 w 35"/>
                  <a:gd name="T49" fmla="*/ 630 h 57"/>
                  <a:gd name="T50" fmla="*/ 113 w 35"/>
                  <a:gd name="T51" fmla="*/ 597 h 57"/>
                  <a:gd name="T52" fmla="*/ 96 w 35"/>
                  <a:gd name="T53" fmla="*/ 567 h 57"/>
                  <a:gd name="T54" fmla="*/ 63 w 35"/>
                  <a:gd name="T55" fmla="*/ 459 h 57"/>
                  <a:gd name="T56" fmla="*/ 96 w 35"/>
                  <a:gd name="T57" fmla="*/ 283 h 57"/>
                  <a:gd name="T58" fmla="*/ 126 w 35"/>
                  <a:gd name="T59" fmla="*/ 113 h 57"/>
                  <a:gd name="T60" fmla="*/ 96 w 35"/>
                  <a:gd name="T61" fmla="*/ 0 h 57"/>
                  <a:gd name="T62" fmla="*/ 50 w 35"/>
                  <a:gd name="T63" fmla="*/ 33 h 5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5" h="57">
                    <a:moveTo>
                      <a:pt x="3" y="2"/>
                    </a:moveTo>
                    <a:cubicBezTo>
                      <a:pt x="3" y="3"/>
                      <a:pt x="4" y="5"/>
                      <a:pt x="4" y="7"/>
                    </a:cubicBezTo>
                    <a:cubicBezTo>
                      <a:pt x="4" y="10"/>
                      <a:pt x="3" y="13"/>
                      <a:pt x="2" y="17"/>
                    </a:cubicBezTo>
                    <a:cubicBezTo>
                      <a:pt x="1" y="21"/>
                      <a:pt x="0" y="25"/>
                      <a:pt x="0" y="29"/>
                    </a:cubicBezTo>
                    <a:cubicBezTo>
                      <a:pt x="0" y="32"/>
                      <a:pt x="1" y="36"/>
                      <a:pt x="3" y="39"/>
                    </a:cubicBezTo>
                    <a:cubicBezTo>
                      <a:pt x="3" y="39"/>
                      <a:pt x="4" y="40"/>
                      <a:pt x="5" y="41"/>
                    </a:cubicBezTo>
                    <a:cubicBezTo>
                      <a:pt x="9" y="44"/>
                      <a:pt x="15" y="48"/>
                      <a:pt x="21" y="51"/>
                    </a:cubicBezTo>
                    <a:cubicBezTo>
                      <a:pt x="24" y="52"/>
                      <a:pt x="27" y="54"/>
                      <a:pt x="29" y="55"/>
                    </a:cubicBezTo>
                    <a:cubicBezTo>
                      <a:pt x="30" y="55"/>
                      <a:pt x="31" y="56"/>
                      <a:pt x="32" y="56"/>
                    </a:cubicBezTo>
                    <a:cubicBezTo>
                      <a:pt x="33" y="56"/>
                      <a:pt x="33" y="57"/>
                      <a:pt x="34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3"/>
                      <a:pt x="34" y="52"/>
                      <a:pt x="33" y="52"/>
                    </a:cubicBezTo>
                    <a:cubicBezTo>
                      <a:pt x="29" y="51"/>
                      <a:pt x="23" y="48"/>
                      <a:pt x="17" y="44"/>
                    </a:cubicBezTo>
                    <a:cubicBezTo>
                      <a:pt x="15" y="43"/>
                      <a:pt x="12" y="41"/>
                      <a:pt x="10" y="40"/>
                    </a:cubicBezTo>
                    <a:cubicBezTo>
                      <a:pt x="9" y="39"/>
                      <a:pt x="8" y="38"/>
                      <a:pt x="7" y="38"/>
                    </a:cubicBezTo>
                    <a:cubicBezTo>
                      <a:pt x="7" y="37"/>
                      <a:pt x="6" y="37"/>
                      <a:pt x="6" y="36"/>
                    </a:cubicBezTo>
                    <a:cubicBezTo>
                      <a:pt x="5" y="34"/>
                      <a:pt x="4" y="32"/>
                      <a:pt x="4" y="29"/>
                    </a:cubicBezTo>
                    <a:cubicBezTo>
                      <a:pt x="4" y="26"/>
                      <a:pt x="5" y="22"/>
                      <a:pt x="6" y="18"/>
                    </a:cubicBezTo>
                    <a:cubicBezTo>
                      <a:pt x="7" y="14"/>
                      <a:pt x="8" y="10"/>
                      <a:pt x="8" y="7"/>
                    </a:cubicBezTo>
                    <a:cubicBezTo>
                      <a:pt x="8" y="5"/>
                      <a:pt x="7" y="2"/>
                      <a:pt x="6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19" name="Freeform 137">
                <a:extLst>
                  <a:ext uri="{FF2B5EF4-FFF2-40B4-BE49-F238E27FC236}">
                    <a16:creationId xmlns:a16="http://schemas.microsoft.com/office/drawing/2014/main" id="{ECF00057-A851-4849-ACA8-F3D98FFBE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108"/>
                <a:ext cx="163" cy="122"/>
              </a:xfrm>
              <a:custGeom>
                <a:avLst/>
                <a:gdLst>
                  <a:gd name="T0" fmla="*/ 50 w 65"/>
                  <a:gd name="T1" fmla="*/ 0 h 49"/>
                  <a:gd name="T2" fmla="*/ 50 w 65"/>
                  <a:gd name="T3" fmla="*/ 0 h 49"/>
                  <a:gd name="T4" fmla="*/ 33 w 65"/>
                  <a:gd name="T5" fmla="*/ 0 h 49"/>
                  <a:gd name="T6" fmla="*/ 0 w 65"/>
                  <a:gd name="T7" fmla="*/ 0 h 49"/>
                  <a:gd name="T8" fmla="*/ 0 w 65"/>
                  <a:gd name="T9" fmla="*/ 30 h 49"/>
                  <a:gd name="T10" fmla="*/ 0 w 65"/>
                  <a:gd name="T11" fmla="*/ 42 h 49"/>
                  <a:gd name="T12" fmla="*/ 0 w 65"/>
                  <a:gd name="T13" fmla="*/ 62 h 49"/>
                  <a:gd name="T14" fmla="*/ 20 w 65"/>
                  <a:gd name="T15" fmla="*/ 75 h 49"/>
                  <a:gd name="T16" fmla="*/ 63 w 65"/>
                  <a:gd name="T17" fmla="*/ 187 h 49"/>
                  <a:gd name="T18" fmla="*/ 125 w 65"/>
                  <a:gd name="T19" fmla="*/ 416 h 49"/>
                  <a:gd name="T20" fmla="*/ 208 w 65"/>
                  <a:gd name="T21" fmla="*/ 558 h 49"/>
                  <a:gd name="T22" fmla="*/ 334 w 65"/>
                  <a:gd name="T23" fmla="*/ 662 h 49"/>
                  <a:gd name="T24" fmla="*/ 554 w 65"/>
                  <a:gd name="T25" fmla="*/ 712 h 49"/>
                  <a:gd name="T26" fmla="*/ 772 w 65"/>
                  <a:gd name="T27" fmla="*/ 725 h 49"/>
                  <a:gd name="T28" fmla="*/ 900 w 65"/>
                  <a:gd name="T29" fmla="*/ 744 h 49"/>
                  <a:gd name="T30" fmla="*/ 993 w 65"/>
                  <a:gd name="T31" fmla="*/ 757 h 49"/>
                  <a:gd name="T32" fmla="*/ 1026 w 65"/>
                  <a:gd name="T33" fmla="*/ 712 h 49"/>
                  <a:gd name="T34" fmla="*/ 900 w 65"/>
                  <a:gd name="T35" fmla="*/ 682 h 49"/>
                  <a:gd name="T36" fmla="*/ 785 w 65"/>
                  <a:gd name="T37" fmla="*/ 662 h 49"/>
                  <a:gd name="T38" fmla="*/ 567 w 65"/>
                  <a:gd name="T39" fmla="*/ 650 h 49"/>
                  <a:gd name="T40" fmla="*/ 364 w 65"/>
                  <a:gd name="T41" fmla="*/ 603 h 49"/>
                  <a:gd name="T42" fmla="*/ 251 w 65"/>
                  <a:gd name="T43" fmla="*/ 528 h 49"/>
                  <a:gd name="T44" fmla="*/ 176 w 65"/>
                  <a:gd name="T45" fmla="*/ 403 h 49"/>
                  <a:gd name="T46" fmla="*/ 113 w 65"/>
                  <a:gd name="T47" fmla="*/ 167 h 49"/>
                  <a:gd name="T48" fmla="*/ 83 w 65"/>
                  <a:gd name="T49" fmla="*/ 62 h 49"/>
                  <a:gd name="T50" fmla="*/ 63 w 65"/>
                  <a:gd name="T51" fmla="*/ 30 h 49"/>
                  <a:gd name="T52" fmla="*/ 63 w 65"/>
                  <a:gd name="T53" fmla="*/ 12 h 49"/>
                  <a:gd name="T54" fmla="*/ 63 w 65"/>
                  <a:gd name="T55" fmla="*/ 12 h 49"/>
                  <a:gd name="T56" fmla="*/ 33 w 65"/>
                  <a:gd name="T57" fmla="*/ 30 h 49"/>
                  <a:gd name="T58" fmla="*/ 63 w 65"/>
                  <a:gd name="T59" fmla="*/ 30 h 49"/>
                  <a:gd name="T60" fmla="*/ 63 w 65"/>
                  <a:gd name="T61" fmla="*/ 12 h 49"/>
                  <a:gd name="T62" fmla="*/ 33 w 65"/>
                  <a:gd name="T63" fmla="*/ 30 h 49"/>
                  <a:gd name="T64" fmla="*/ 63 w 65"/>
                  <a:gd name="T65" fmla="*/ 30 h 49"/>
                  <a:gd name="T66" fmla="*/ 33 w 65"/>
                  <a:gd name="T67" fmla="*/ 30 h 49"/>
                  <a:gd name="T68" fmla="*/ 50 w 65"/>
                  <a:gd name="T69" fmla="*/ 42 h 49"/>
                  <a:gd name="T70" fmla="*/ 63 w 65"/>
                  <a:gd name="T71" fmla="*/ 30 h 49"/>
                  <a:gd name="T72" fmla="*/ 33 w 65"/>
                  <a:gd name="T73" fmla="*/ 30 h 49"/>
                  <a:gd name="T74" fmla="*/ 50 w 65"/>
                  <a:gd name="T75" fmla="*/ 42 h 49"/>
                  <a:gd name="T76" fmla="*/ 33 w 65"/>
                  <a:gd name="T77" fmla="*/ 30 h 49"/>
                  <a:gd name="T78" fmla="*/ 33 w 65"/>
                  <a:gd name="T79" fmla="*/ 62 h 49"/>
                  <a:gd name="T80" fmla="*/ 50 w 65"/>
                  <a:gd name="T81" fmla="*/ 42 h 49"/>
                  <a:gd name="T82" fmla="*/ 33 w 65"/>
                  <a:gd name="T83" fmla="*/ 30 h 49"/>
                  <a:gd name="T84" fmla="*/ 33 w 65"/>
                  <a:gd name="T85" fmla="*/ 62 h 49"/>
                  <a:gd name="T86" fmla="*/ 33 w 65"/>
                  <a:gd name="T87" fmla="*/ 30 h 49"/>
                  <a:gd name="T88" fmla="*/ 20 w 65"/>
                  <a:gd name="T89" fmla="*/ 42 h 49"/>
                  <a:gd name="T90" fmla="*/ 33 w 65"/>
                  <a:gd name="T91" fmla="*/ 62 h 49"/>
                  <a:gd name="T92" fmla="*/ 33 w 65"/>
                  <a:gd name="T93" fmla="*/ 30 h 49"/>
                  <a:gd name="T94" fmla="*/ 20 w 65"/>
                  <a:gd name="T95" fmla="*/ 42 h 49"/>
                  <a:gd name="T96" fmla="*/ 20 w 65"/>
                  <a:gd name="T97" fmla="*/ 62 h 49"/>
                  <a:gd name="T98" fmla="*/ 50 w 65"/>
                  <a:gd name="T99" fmla="*/ 0 h 4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5" h="4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7"/>
                      <a:pt x="3" y="10"/>
                      <a:pt x="4" y="12"/>
                    </a:cubicBezTo>
                    <a:cubicBezTo>
                      <a:pt x="5" y="17"/>
                      <a:pt x="6" y="22"/>
                      <a:pt x="8" y="27"/>
                    </a:cubicBezTo>
                    <a:cubicBezTo>
                      <a:pt x="9" y="31"/>
                      <a:pt x="10" y="34"/>
                      <a:pt x="13" y="36"/>
                    </a:cubicBezTo>
                    <a:cubicBezTo>
                      <a:pt x="15" y="39"/>
                      <a:pt x="18" y="41"/>
                      <a:pt x="21" y="43"/>
                    </a:cubicBezTo>
                    <a:cubicBezTo>
                      <a:pt x="25" y="44"/>
                      <a:pt x="30" y="45"/>
                      <a:pt x="35" y="46"/>
                    </a:cubicBezTo>
                    <a:cubicBezTo>
                      <a:pt x="40" y="46"/>
                      <a:pt x="45" y="47"/>
                      <a:pt x="49" y="47"/>
                    </a:cubicBezTo>
                    <a:cubicBezTo>
                      <a:pt x="51" y="48"/>
                      <a:pt x="54" y="48"/>
                      <a:pt x="57" y="48"/>
                    </a:cubicBezTo>
                    <a:cubicBezTo>
                      <a:pt x="60" y="48"/>
                      <a:pt x="62" y="49"/>
                      <a:pt x="63" y="49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3" y="45"/>
                      <a:pt x="60" y="44"/>
                      <a:pt x="57" y="44"/>
                    </a:cubicBezTo>
                    <a:cubicBezTo>
                      <a:pt x="55" y="44"/>
                      <a:pt x="52" y="44"/>
                      <a:pt x="50" y="43"/>
                    </a:cubicBezTo>
                    <a:cubicBezTo>
                      <a:pt x="45" y="43"/>
                      <a:pt x="40" y="43"/>
                      <a:pt x="36" y="42"/>
                    </a:cubicBezTo>
                    <a:cubicBezTo>
                      <a:pt x="31" y="41"/>
                      <a:pt x="26" y="41"/>
                      <a:pt x="23" y="39"/>
                    </a:cubicBezTo>
                    <a:cubicBezTo>
                      <a:pt x="20" y="38"/>
                      <a:pt x="18" y="36"/>
                      <a:pt x="16" y="34"/>
                    </a:cubicBezTo>
                    <a:cubicBezTo>
                      <a:pt x="14" y="32"/>
                      <a:pt x="13" y="29"/>
                      <a:pt x="11" y="26"/>
                    </a:cubicBezTo>
                    <a:cubicBezTo>
                      <a:pt x="10" y="21"/>
                      <a:pt x="9" y="16"/>
                      <a:pt x="7" y="11"/>
                    </a:cubicBezTo>
                    <a:cubicBezTo>
                      <a:pt x="7" y="9"/>
                      <a:pt x="5" y="6"/>
                      <a:pt x="5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0" name="Freeform 138">
                <a:extLst>
                  <a:ext uri="{FF2B5EF4-FFF2-40B4-BE49-F238E27FC236}">
                    <a16:creationId xmlns:a16="http://schemas.microsoft.com/office/drawing/2014/main" id="{50012335-CF99-483D-B9E9-00E38EEE8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238"/>
                <a:ext cx="110" cy="75"/>
              </a:xfrm>
              <a:custGeom>
                <a:avLst/>
                <a:gdLst>
                  <a:gd name="T0" fmla="*/ 0 w 44"/>
                  <a:gd name="T1" fmla="*/ 20 h 30"/>
                  <a:gd name="T2" fmla="*/ 33 w 44"/>
                  <a:gd name="T3" fmla="*/ 83 h 30"/>
                  <a:gd name="T4" fmla="*/ 113 w 44"/>
                  <a:gd name="T5" fmla="*/ 158 h 30"/>
                  <a:gd name="T6" fmla="*/ 175 w 44"/>
                  <a:gd name="T7" fmla="*/ 208 h 30"/>
                  <a:gd name="T8" fmla="*/ 345 w 44"/>
                  <a:gd name="T9" fmla="*/ 333 h 30"/>
                  <a:gd name="T10" fmla="*/ 658 w 44"/>
                  <a:gd name="T11" fmla="*/ 470 h 30"/>
                  <a:gd name="T12" fmla="*/ 688 w 44"/>
                  <a:gd name="T13" fmla="*/ 408 h 30"/>
                  <a:gd name="T14" fmla="*/ 375 w 44"/>
                  <a:gd name="T15" fmla="*/ 283 h 30"/>
                  <a:gd name="T16" fmla="*/ 220 w 44"/>
                  <a:gd name="T17" fmla="*/ 158 h 30"/>
                  <a:gd name="T18" fmla="*/ 125 w 44"/>
                  <a:gd name="T19" fmla="*/ 83 h 30"/>
                  <a:gd name="T20" fmla="*/ 83 w 44"/>
                  <a:gd name="T21" fmla="*/ 50 h 30"/>
                  <a:gd name="T22" fmla="*/ 63 w 44"/>
                  <a:gd name="T23" fmla="*/ 0 h 30"/>
                  <a:gd name="T24" fmla="*/ 0 w 44"/>
                  <a:gd name="T25" fmla="*/ 2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" h="30">
                    <a:moveTo>
                      <a:pt x="0" y="1"/>
                    </a:moveTo>
                    <a:cubicBezTo>
                      <a:pt x="1" y="3"/>
                      <a:pt x="1" y="4"/>
                      <a:pt x="2" y="5"/>
                    </a:cubicBezTo>
                    <a:cubicBezTo>
                      <a:pt x="4" y="7"/>
                      <a:pt x="5" y="8"/>
                      <a:pt x="7" y="10"/>
                    </a:cubicBezTo>
                    <a:cubicBezTo>
                      <a:pt x="9" y="11"/>
                      <a:pt x="10" y="12"/>
                      <a:pt x="11" y="13"/>
                    </a:cubicBezTo>
                    <a:cubicBezTo>
                      <a:pt x="15" y="16"/>
                      <a:pt x="18" y="19"/>
                      <a:pt x="22" y="21"/>
                    </a:cubicBezTo>
                    <a:cubicBezTo>
                      <a:pt x="29" y="25"/>
                      <a:pt x="36" y="27"/>
                      <a:pt x="42" y="30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37" y="23"/>
                      <a:pt x="30" y="21"/>
                      <a:pt x="24" y="18"/>
                    </a:cubicBezTo>
                    <a:cubicBezTo>
                      <a:pt x="20" y="16"/>
                      <a:pt x="17" y="13"/>
                      <a:pt x="14" y="10"/>
                    </a:cubicBezTo>
                    <a:cubicBezTo>
                      <a:pt x="12" y="8"/>
                      <a:pt x="10" y="7"/>
                      <a:pt x="8" y="5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5" y="2"/>
                      <a:pt x="4" y="1"/>
                      <a:pt x="4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1" name="Freeform 139">
                <a:extLst>
                  <a:ext uri="{FF2B5EF4-FFF2-40B4-BE49-F238E27FC236}">
                    <a16:creationId xmlns:a16="http://schemas.microsoft.com/office/drawing/2014/main" id="{67ADCF52-A6D3-4B49-8E84-DD8C28BE3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766"/>
                <a:ext cx="500" cy="1547"/>
              </a:xfrm>
              <a:custGeom>
                <a:avLst/>
                <a:gdLst>
                  <a:gd name="T0" fmla="*/ 3113 w 200"/>
                  <a:gd name="T1" fmla="*/ 9599 h 619"/>
                  <a:gd name="T2" fmla="*/ 3063 w 200"/>
                  <a:gd name="T3" fmla="*/ 9599 h 619"/>
                  <a:gd name="T4" fmla="*/ 938 w 200"/>
                  <a:gd name="T5" fmla="*/ 8212 h 619"/>
                  <a:gd name="T6" fmla="*/ 63 w 200"/>
                  <a:gd name="T7" fmla="*/ 4821 h 619"/>
                  <a:gd name="T8" fmla="*/ 938 w 200"/>
                  <a:gd name="T9" fmla="*/ 1450 h 619"/>
                  <a:gd name="T10" fmla="*/ 3063 w 200"/>
                  <a:gd name="T11" fmla="*/ 62 h 619"/>
                  <a:gd name="T12" fmla="*/ 3125 w 200"/>
                  <a:gd name="T13" fmla="*/ 62 h 619"/>
                  <a:gd name="T14" fmla="*/ 3125 w 200"/>
                  <a:gd name="T15" fmla="*/ 0 h 619"/>
                  <a:gd name="T16" fmla="*/ 3063 w 200"/>
                  <a:gd name="T17" fmla="*/ 0 h 619"/>
                  <a:gd name="T18" fmla="*/ 895 w 200"/>
                  <a:gd name="T19" fmla="*/ 1417 h 619"/>
                  <a:gd name="T20" fmla="*/ 0 w 200"/>
                  <a:gd name="T21" fmla="*/ 4821 h 619"/>
                  <a:gd name="T22" fmla="*/ 895 w 200"/>
                  <a:gd name="T23" fmla="*/ 8245 h 619"/>
                  <a:gd name="T24" fmla="*/ 3063 w 200"/>
                  <a:gd name="T25" fmla="*/ 9662 h 619"/>
                  <a:gd name="T26" fmla="*/ 3125 w 200"/>
                  <a:gd name="T27" fmla="*/ 9662 h 619"/>
                  <a:gd name="T28" fmla="*/ 3113 w 200"/>
                  <a:gd name="T29" fmla="*/ 9599 h 6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0" h="619">
                    <a:moveTo>
                      <a:pt x="199" y="615"/>
                    </a:moveTo>
                    <a:cubicBezTo>
                      <a:pt x="198" y="615"/>
                      <a:pt x="197" y="615"/>
                      <a:pt x="196" y="615"/>
                    </a:cubicBezTo>
                    <a:cubicBezTo>
                      <a:pt x="143" y="615"/>
                      <a:pt x="95" y="581"/>
                      <a:pt x="60" y="526"/>
                    </a:cubicBezTo>
                    <a:cubicBezTo>
                      <a:pt x="25" y="470"/>
                      <a:pt x="4" y="394"/>
                      <a:pt x="4" y="309"/>
                    </a:cubicBezTo>
                    <a:cubicBezTo>
                      <a:pt x="4" y="225"/>
                      <a:pt x="25" y="148"/>
                      <a:pt x="60" y="93"/>
                    </a:cubicBezTo>
                    <a:cubicBezTo>
                      <a:pt x="95" y="38"/>
                      <a:pt x="143" y="4"/>
                      <a:pt x="196" y="4"/>
                    </a:cubicBezTo>
                    <a:cubicBezTo>
                      <a:pt x="197" y="4"/>
                      <a:pt x="198" y="4"/>
                      <a:pt x="200" y="4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199" y="0"/>
                      <a:pt x="197" y="0"/>
                      <a:pt x="196" y="0"/>
                    </a:cubicBezTo>
                    <a:cubicBezTo>
                      <a:pt x="141" y="0"/>
                      <a:pt x="92" y="35"/>
                      <a:pt x="57" y="91"/>
                    </a:cubicBezTo>
                    <a:cubicBezTo>
                      <a:pt x="21" y="147"/>
                      <a:pt x="0" y="224"/>
                      <a:pt x="0" y="309"/>
                    </a:cubicBezTo>
                    <a:cubicBezTo>
                      <a:pt x="0" y="395"/>
                      <a:pt x="21" y="472"/>
                      <a:pt x="57" y="528"/>
                    </a:cubicBezTo>
                    <a:cubicBezTo>
                      <a:pt x="92" y="584"/>
                      <a:pt x="141" y="619"/>
                      <a:pt x="196" y="619"/>
                    </a:cubicBezTo>
                    <a:cubicBezTo>
                      <a:pt x="197" y="619"/>
                      <a:pt x="198" y="619"/>
                      <a:pt x="200" y="619"/>
                    </a:cubicBezTo>
                    <a:lnTo>
                      <a:pt x="199" y="615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2" name="Rectangle 140">
                <a:extLst>
                  <a:ext uri="{FF2B5EF4-FFF2-40B4-BE49-F238E27FC236}">
                    <a16:creationId xmlns:a16="http://schemas.microsoft.com/office/drawing/2014/main" id="{501006C6-D5B3-48D7-A6D1-B25411CA7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771"/>
                <a:ext cx="10" cy="13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23" name="Freeform 141">
                <a:extLst>
                  <a:ext uri="{FF2B5EF4-FFF2-40B4-BE49-F238E27FC236}">
                    <a16:creationId xmlns:a16="http://schemas.microsoft.com/office/drawing/2014/main" id="{E4DC16CB-0DC8-486F-84E4-43E092618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771"/>
                <a:ext cx="10" cy="137"/>
              </a:xfrm>
              <a:custGeom>
                <a:avLst/>
                <a:gdLst>
                  <a:gd name="T0" fmla="*/ 0 w 10"/>
                  <a:gd name="T1" fmla="*/ 0 h 137"/>
                  <a:gd name="T2" fmla="*/ 0 w 10"/>
                  <a:gd name="T3" fmla="*/ 137 h 137"/>
                  <a:gd name="T4" fmla="*/ 10 w 10"/>
                  <a:gd name="T5" fmla="*/ 137 h 137"/>
                  <a:gd name="T6" fmla="*/ 10 w 10"/>
                  <a:gd name="T7" fmla="*/ 0 h 1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7">
                    <a:moveTo>
                      <a:pt x="0" y="0"/>
                    </a:moveTo>
                    <a:lnTo>
                      <a:pt x="0" y="137"/>
                    </a:lnTo>
                    <a:lnTo>
                      <a:pt x="10" y="137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4" name="Freeform 142">
                <a:extLst>
                  <a:ext uri="{FF2B5EF4-FFF2-40B4-BE49-F238E27FC236}">
                    <a16:creationId xmlns:a16="http://schemas.microsoft.com/office/drawing/2014/main" id="{8E5B2CA0-59F2-4463-A80F-95BCEC885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138"/>
                <a:ext cx="12" cy="170"/>
              </a:xfrm>
              <a:custGeom>
                <a:avLst/>
                <a:gdLst>
                  <a:gd name="T0" fmla="*/ 2 w 12"/>
                  <a:gd name="T1" fmla="*/ 0 h 170"/>
                  <a:gd name="T2" fmla="*/ 0 w 12"/>
                  <a:gd name="T3" fmla="*/ 170 h 170"/>
                  <a:gd name="T4" fmla="*/ 10 w 12"/>
                  <a:gd name="T5" fmla="*/ 170 h 170"/>
                  <a:gd name="T6" fmla="*/ 12 w 12"/>
                  <a:gd name="T7" fmla="*/ 0 h 170"/>
                  <a:gd name="T8" fmla="*/ 2 w 12"/>
                  <a:gd name="T9" fmla="*/ 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0">
                    <a:moveTo>
                      <a:pt x="2" y="0"/>
                    </a:moveTo>
                    <a:lnTo>
                      <a:pt x="0" y="170"/>
                    </a:lnTo>
                    <a:lnTo>
                      <a:pt x="10" y="170"/>
                    </a:lnTo>
                    <a:lnTo>
                      <a:pt x="1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5" name="Freeform 143">
                <a:extLst>
                  <a:ext uri="{FF2B5EF4-FFF2-40B4-BE49-F238E27FC236}">
                    <a16:creationId xmlns:a16="http://schemas.microsoft.com/office/drawing/2014/main" id="{B192989D-B5ED-4CE8-A9CF-7F96A4830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138"/>
                <a:ext cx="12" cy="170"/>
              </a:xfrm>
              <a:custGeom>
                <a:avLst/>
                <a:gdLst>
                  <a:gd name="T0" fmla="*/ 2 w 12"/>
                  <a:gd name="T1" fmla="*/ 0 h 170"/>
                  <a:gd name="T2" fmla="*/ 0 w 12"/>
                  <a:gd name="T3" fmla="*/ 170 h 170"/>
                  <a:gd name="T4" fmla="*/ 10 w 12"/>
                  <a:gd name="T5" fmla="*/ 170 h 170"/>
                  <a:gd name="T6" fmla="*/ 12 w 12"/>
                  <a:gd name="T7" fmla="*/ 0 h 1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0">
                    <a:moveTo>
                      <a:pt x="2" y="0"/>
                    </a:moveTo>
                    <a:lnTo>
                      <a:pt x="0" y="170"/>
                    </a:lnTo>
                    <a:lnTo>
                      <a:pt x="10" y="170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6" name="Freeform 144">
                <a:extLst>
                  <a:ext uri="{FF2B5EF4-FFF2-40B4-BE49-F238E27FC236}">
                    <a16:creationId xmlns:a16="http://schemas.microsoft.com/office/drawing/2014/main" id="{3FFE6A7A-599A-4091-B46D-FA97FDDC1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831"/>
                <a:ext cx="3687" cy="87"/>
              </a:xfrm>
              <a:custGeom>
                <a:avLst/>
                <a:gdLst>
                  <a:gd name="T0" fmla="*/ 750 w 1475"/>
                  <a:gd name="T1" fmla="*/ 246 h 35"/>
                  <a:gd name="T2" fmla="*/ 1762 w 1475"/>
                  <a:gd name="T3" fmla="*/ 403 h 35"/>
                  <a:gd name="T4" fmla="*/ 2655 w 1475"/>
                  <a:gd name="T5" fmla="*/ 415 h 35"/>
                  <a:gd name="T6" fmla="*/ 3480 w 1475"/>
                  <a:gd name="T7" fmla="*/ 321 h 35"/>
                  <a:gd name="T8" fmla="*/ 4374 w 1475"/>
                  <a:gd name="T9" fmla="*/ 291 h 35"/>
                  <a:gd name="T10" fmla="*/ 5124 w 1475"/>
                  <a:gd name="T11" fmla="*/ 259 h 35"/>
                  <a:gd name="T12" fmla="*/ 6062 w 1475"/>
                  <a:gd name="T13" fmla="*/ 229 h 35"/>
                  <a:gd name="T14" fmla="*/ 6717 w 1475"/>
                  <a:gd name="T15" fmla="*/ 291 h 35"/>
                  <a:gd name="T16" fmla="*/ 7499 w 1475"/>
                  <a:gd name="T17" fmla="*/ 475 h 35"/>
                  <a:gd name="T18" fmla="*/ 8404 w 1475"/>
                  <a:gd name="T19" fmla="*/ 433 h 35"/>
                  <a:gd name="T20" fmla="*/ 9446 w 1475"/>
                  <a:gd name="T21" fmla="*/ 462 h 35"/>
                  <a:gd name="T22" fmla="*/ 10559 w 1475"/>
                  <a:gd name="T23" fmla="*/ 433 h 35"/>
                  <a:gd name="T24" fmla="*/ 11496 w 1475"/>
                  <a:gd name="T25" fmla="*/ 445 h 35"/>
                  <a:gd name="T26" fmla="*/ 12196 w 1475"/>
                  <a:gd name="T27" fmla="*/ 308 h 35"/>
                  <a:gd name="T28" fmla="*/ 12778 w 1475"/>
                  <a:gd name="T29" fmla="*/ 216 h 35"/>
                  <a:gd name="T30" fmla="*/ 13353 w 1475"/>
                  <a:gd name="T31" fmla="*/ 475 h 35"/>
                  <a:gd name="T32" fmla="*/ 14121 w 1475"/>
                  <a:gd name="T33" fmla="*/ 370 h 35"/>
                  <a:gd name="T34" fmla="*/ 14903 w 1475"/>
                  <a:gd name="T35" fmla="*/ 246 h 35"/>
                  <a:gd name="T36" fmla="*/ 15715 w 1475"/>
                  <a:gd name="T37" fmla="*/ 216 h 35"/>
                  <a:gd name="T38" fmla="*/ 16590 w 1475"/>
                  <a:gd name="T39" fmla="*/ 259 h 35"/>
                  <a:gd name="T40" fmla="*/ 17195 w 1475"/>
                  <a:gd name="T41" fmla="*/ 475 h 35"/>
                  <a:gd name="T42" fmla="*/ 18133 w 1475"/>
                  <a:gd name="T43" fmla="*/ 415 h 35"/>
                  <a:gd name="T44" fmla="*/ 18600 w 1475"/>
                  <a:gd name="T45" fmla="*/ 199 h 35"/>
                  <a:gd name="T46" fmla="*/ 19150 w 1475"/>
                  <a:gd name="T47" fmla="*/ 445 h 35"/>
                  <a:gd name="T48" fmla="*/ 20287 w 1475"/>
                  <a:gd name="T49" fmla="*/ 383 h 35"/>
                  <a:gd name="T50" fmla="*/ 20995 w 1475"/>
                  <a:gd name="T51" fmla="*/ 259 h 35"/>
                  <a:gd name="T52" fmla="*/ 21462 w 1475"/>
                  <a:gd name="T53" fmla="*/ 92 h 35"/>
                  <a:gd name="T54" fmla="*/ 21662 w 1475"/>
                  <a:gd name="T55" fmla="*/ 229 h 35"/>
                  <a:gd name="T56" fmla="*/ 22349 w 1475"/>
                  <a:gd name="T57" fmla="*/ 246 h 35"/>
                  <a:gd name="T58" fmla="*/ 22569 w 1475"/>
                  <a:gd name="T59" fmla="*/ 216 h 35"/>
                  <a:gd name="T60" fmla="*/ 21695 w 1475"/>
                  <a:gd name="T61" fmla="*/ 167 h 35"/>
                  <a:gd name="T62" fmla="*/ 21682 w 1475"/>
                  <a:gd name="T63" fmla="*/ 167 h 35"/>
                  <a:gd name="T64" fmla="*/ 21525 w 1475"/>
                  <a:gd name="T65" fmla="*/ 75 h 35"/>
                  <a:gd name="T66" fmla="*/ 21525 w 1475"/>
                  <a:gd name="T67" fmla="*/ 62 h 35"/>
                  <a:gd name="T68" fmla="*/ 21525 w 1475"/>
                  <a:gd name="T69" fmla="*/ 75 h 35"/>
                  <a:gd name="T70" fmla="*/ 21025 w 1475"/>
                  <a:gd name="T71" fmla="*/ 199 h 35"/>
                  <a:gd name="T72" fmla="*/ 20287 w 1475"/>
                  <a:gd name="T73" fmla="*/ 321 h 35"/>
                  <a:gd name="T74" fmla="*/ 19150 w 1475"/>
                  <a:gd name="T75" fmla="*/ 383 h 35"/>
                  <a:gd name="T76" fmla="*/ 18370 w 1475"/>
                  <a:gd name="T77" fmla="*/ 246 h 35"/>
                  <a:gd name="T78" fmla="*/ 17403 w 1475"/>
                  <a:gd name="T79" fmla="*/ 403 h 35"/>
                  <a:gd name="T80" fmla="*/ 16715 w 1475"/>
                  <a:gd name="T81" fmla="*/ 137 h 35"/>
                  <a:gd name="T82" fmla="*/ 15883 w 1475"/>
                  <a:gd name="T83" fmla="*/ 216 h 35"/>
                  <a:gd name="T84" fmla="*/ 15028 w 1475"/>
                  <a:gd name="T85" fmla="*/ 278 h 35"/>
                  <a:gd name="T86" fmla="*/ 14308 w 1475"/>
                  <a:gd name="T87" fmla="*/ 462 h 35"/>
                  <a:gd name="T88" fmla="*/ 13433 w 1475"/>
                  <a:gd name="T89" fmla="*/ 403 h 35"/>
                  <a:gd name="T90" fmla="*/ 12853 w 1475"/>
                  <a:gd name="T91" fmla="*/ 124 h 35"/>
                  <a:gd name="T92" fmla="*/ 12321 w 1475"/>
                  <a:gd name="T93" fmla="*/ 433 h 35"/>
                  <a:gd name="T94" fmla="*/ 11603 w 1475"/>
                  <a:gd name="T95" fmla="*/ 383 h 35"/>
                  <a:gd name="T96" fmla="*/ 10634 w 1475"/>
                  <a:gd name="T97" fmla="*/ 321 h 35"/>
                  <a:gd name="T98" fmla="*/ 9759 w 1475"/>
                  <a:gd name="T99" fmla="*/ 259 h 35"/>
                  <a:gd name="T100" fmla="*/ 8854 w 1475"/>
                  <a:gd name="T101" fmla="*/ 186 h 35"/>
                  <a:gd name="T102" fmla="*/ 7904 w 1475"/>
                  <a:gd name="T103" fmla="*/ 229 h 35"/>
                  <a:gd name="T104" fmla="*/ 6937 w 1475"/>
                  <a:gd name="T105" fmla="*/ 104 h 35"/>
                  <a:gd name="T106" fmla="*/ 6217 w 1475"/>
                  <a:gd name="T107" fmla="*/ 199 h 35"/>
                  <a:gd name="T108" fmla="*/ 5324 w 1475"/>
                  <a:gd name="T109" fmla="*/ 278 h 35"/>
                  <a:gd name="T110" fmla="*/ 4687 w 1475"/>
                  <a:gd name="T111" fmla="*/ 433 h 35"/>
                  <a:gd name="T112" fmla="*/ 3699 w 1475"/>
                  <a:gd name="T113" fmla="*/ 495 h 35"/>
                  <a:gd name="T114" fmla="*/ 2842 w 1475"/>
                  <a:gd name="T115" fmla="*/ 370 h 35"/>
                  <a:gd name="T116" fmla="*/ 2137 w 1475"/>
                  <a:gd name="T117" fmla="*/ 124 h 35"/>
                  <a:gd name="T118" fmla="*/ 905 w 1475"/>
                  <a:gd name="T119" fmla="*/ 137 h 35"/>
                  <a:gd name="T120" fmla="*/ 0 w 1475"/>
                  <a:gd name="T121" fmla="*/ 167 h 3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75" h="35">
                    <a:moveTo>
                      <a:pt x="1" y="15"/>
                    </a:moveTo>
                    <a:cubicBezTo>
                      <a:pt x="5" y="14"/>
                      <a:pt x="8" y="11"/>
                      <a:pt x="12" y="9"/>
                    </a:cubicBezTo>
                    <a:cubicBezTo>
                      <a:pt x="15" y="7"/>
                      <a:pt x="19" y="5"/>
                      <a:pt x="23" y="5"/>
                    </a:cubicBezTo>
                    <a:cubicBezTo>
                      <a:pt x="25" y="5"/>
                      <a:pt x="26" y="5"/>
                      <a:pt x="28" y="6"/>
                    </a:cubicBezTo>
                    <a:cubicBezTo>
                      <a:pt x="33" y="8"/>
                      <a:pt x="36" y="10"/>
                      <a:pt x="39" y="12"/>
                    </a:cubicBezTo>
                    <a:cubicBezTo>
                      <a:pt x="40" y="13"/>
                      <a:pt x="41" y="14"/>
                      <a:pt x="43" y="15"/>
                    </a:cubicBezTo>
                    <a:cubicBezTo>
                      <a:pt x="44" y="16"/>
                      <a:pt x="46" y="16"/>
                      <a:pt x="48" y="16"/>
                    </a:cubicBezTo>
                    <a:cubicBezTo>
                      <a:pt x="51" y="16"/>
                      <a:pt x="55" y="15"/>
                      <a:pt x="60" y="12"/>
                    </a:cubicBezTo>
                    <a:cubicBezTo>
                      <a:pt x="64" y="10"/>
                      <a:pt x="66" y="8"/>
                      <a:pt x="69" y="7"/>
                    </a:cubicBezTo>
                    <a:cubicBezTo>
                      <a:pt x="71" y="6"/>
                      <a:pt x="72" y="6"/>
                      <a:pt x="74" y="6"/>
                    </a:cubicBezTo>
                    <a:cubicBezTo>
                      <a:pt x="76" y="6"/>
                      <a:pt x="79" y="7"/>
                      <a:pt x="84" y="9"/>
                    </a:cubicBezTo>
                    <a:cubicBezTo>
                      <a:pt x="94" y="15"/>
                      <a:pt x="102" y="20"/>
                      <a:pt x="111" y="26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6" y="23"/>
                      <a:pt x="123" y="19"/>
                      <a:pt x="129" y="16"/>
                    </a:cubicBezTo>
                    <a:cubicBezTo>
                      <a:pt x="132" y="14"/>
                      <a:pt x="136" y="13"/>
                      <a:pt x="138" y="12"/>
                    </a:cubicBezTo>
                    <a:cubicBezTo>
                      <a:pt x="141" y="11"/>
                      <a:pt x="144" y="10"/>
                      <a:pt x="146" y="10"/>
                    </a:cubicBezTo>
                    <a:cubicBezTo>
                      <a:pt x="146" y="10"/>
                      <a:pt x="146" y="10"/>
                      <a:pt x="146" y="10"/>
                    </a:cubicBezTo>
                    <a:cubicBezTo>
                      <a:pt x="149" y="10"/>
                      <a:pt x="152" y="11"/>
                      <a:pt x="154" y="13"/>
                    </a:cubicBezTo>
                    <a:cubicBezTo>
                      <a:pt x="158" y="15"/>
                      <a:pt x="161" y="19"/>
                      <a:pt x="165" y="22"/>
                    </a:cubicBezTo>
                    <a:cubicBezTo>
                      <a:pt x="167" y="24"/>
                      <a:pt x="168" y="26"/>
                      <a:pt x="170" y="27"/>
                    </a:cubicBezTo>
                    <a:cubicBezTo>
                      <a:pt x="172" y="28"/>
                      <a:pt x="175" y="29"/>
                      <a:pt x="177" y="29"/>
                    </a:cubicBezTo>
                    <a:cubicBezTo>
                      <a:pt x="178" y="29"/>
                      <a:pt x="178" y="29"/>
                      <a:pt x="178" y="29"/>
                    </a:cubicBezTo>
                    <a:cubicBezTo>
                      <a:pt x="181" y="29"/>
                      <a:pt x="184" y="28"/>
                      <a:pt x="186" y="26"/>
                    </a:cubicBezTo>
                    <a:cubicBezTo>
                      <a:pt x="190" y="24"/>
                      <a:pt x="193" y="21"/>
                      <a:pt x="196" y="18"/>
                    </a:cubicBezTo>
                    <a:cubicBezTo>
                      <a:pt x="199" y="15"/>
                      <a:pt x="202" y="13"/>
                      <a:pt x="206" y="13"/>
                    </a:cubicBezTo>
                    <a:cubicBezTo>
                      <a:pt x="206" y="13"/>
                      <a:pt x="207" y="13"/>
                      <a:pt x="207" y="13"/>
                    </a:cubicBezTo>
                    <a:cubicBezTo>
                      <a:pt x="211" y="14"/>
                      <a:pt x="217" y="17"/>
                      <a:pt x="223" y="21"/>
                    </a:cubicBezTo>
                    <a:cubicBezTo>
                      <a:pt x="228" y="25"/>
                      <a:pt x="234" y="29"/>
                      <a:pt x="236" y="33"/>
                    </a:cubicBezTo>
                    <a:cubicBezTo>
                      <a:pt x="237" y="35"/>
                      <a:pt x="237" y="35"/>
                      <a:pt x="237" y="35"/>
                    </a:cubicBezTo>
                    <a:cubicBezTo>
                      <a:pt x="238" y="33"/>
                      <a:pt x="238" y="33"/>
                      <a:pt x="238" y="33"/>
                    </a:cubicBezTo>
                    <a:cubicBezTo>
                      <a:pt x="242" y="30"/>
                      <a:pt x="248" y="27"/>
                      <a:pt x="254" y="24"/>
                    </a:cubicBezTo>
                    <a:cubicBezTo>
                      <a:pt x="260" y="21"/>
                      <a:pt x="266" y="18"/>
                      <a:pt x="270" y="18"/>
                    </a:cubicBezTo>
                    <a:cubicBezTo>
                      <a:pt x="271" y="17"/>
                      <a:pt x="272" y="17"/>
                      <a:pt x="273" y="17"/>
                    </a:cubicBezTo>
                    <a:cubicBezTo>
                      <a:pt x="276" y="17"/>
                      <a:pt x="278" y="18"/>
                      <a:pt x="280" y="19"/>
                    </a:cubicBezTo>
                    <a:cubicBezTo>
                      <a:pt x="283" y="21"/>
                      <a:pt x="285" y="23"/>
                      <a:pt x="288" y="26"/>
                    </a:cubicBezTo>
                    <a:cubicBezTo>
                      <a:pt x="291" y="29"/>
                      <a:pt x="295" y="31"/>
                      <a:pt x="299" y="32"/>
                    </a:cubicBezTo>
                    <a:cubicBezTo>
                      <a:pt x="300" y="32"/>
                      <a:pt x="300" y="32"/>
                      <a:pt x="301" y="32"/>
                    </a:cubicBezTo>
                    <a:cubicBezTo>
                      <a:pt x="304" y="32"/>
                      <a:pt x="307" y="31"/>
                      <a:pt x="309" y="29"/>
                    </a:cubicBezTo>
                    <a:cubicBezTo>
                      <a:pt x="312" y="27"/>
                      <a:pt x="316" y="24"/>
                      <a:pt x="319" y="21"/>
                    </a:cubicBezTo>
                    <a:cubicBezTo>
                      <a:pt x="320" y="20"/>
                      <a:pt x="322" y="19"/>
                      <a:pt x="323" y="18"/>
                    </a:cubicBezTo>
                    <a:cubicBezTo>
                      <a:pt x="325" y="17"/>
                      <a:pt x="326" y="17"/>
                      <a:pt x="328" y="17"/>
                    </a:cubicBezTo>
                    <a:cubicBezTo>
                      <a:pt x="328" y="17"/>
                      <a:pt x="328" y="17"/>
                      <a:pt x="329" y="17"/>
                    </a:cubicBezTo>
                    <a:cubicBezTo>
                      <a:pt x="332" y="17"/>
                      <a:pt x="335" y="19"/>
                      <a:pt x="338" y="21"/>
                    </a:cubicBezTo>
                    <a:cubicBezTo>
                      <a:pt x="341" y="24"/>
                      <a:pt x="344" y="27"/>
                      <a:pt x="348" y="28"/>
                    </a:cubicBezTo>
                    <a:cubicBezTo>
                      <a:pt x="351" y="29"/>
                      <a:pt x="354" y="30"/>
                      <a:pt x="357" y="30"/>
                    </a:cubicBezTo>
                    <a:cubicBezTo>
                      <a:pt x="363" y="30"/>
                      <a:pt x="367" y="27"/>
                      <a:pt x="374" y="24"/>
                    </a:cubicBezTo>
                    <a:cubicBezTo>
                      <a:pt x="376" y="23"/>
                      <a:pt x="379" y="21"/>
                      <a:pt x="381" y="19"/>
                    </a:cubicBezTo>
                    <a:cubicBezTo>
                      <a:pt x="384" y="17"/>
                      <a:pt x="386" y="15"/>
                      <a:pt x="388" y="15"/>
                    </a:cubicBezTo>
                    <a:cubicBezTo>
                      <a:pt x="389" y="15"/>
                      <a:pt x="390" y="15"/>
                      <a:pt x="390" y="15"/>
                    </a:cubicBezTo>
                    <a:cubicBezTo>
                      <a:pt x="392" y="15"/>
                      <a:pt x="394" y="15"/>
                      <a:pt x="396" y="16"/>
                    </a:cubicBezTo>
                    <a:cubicBezTo>
                      <a:pt x="399" y="18"/>
                      <a:pt x="402" y="20"/>
                      <a:pt x="405" y="23"/>
                    </a:cubicBezTo>
                    <a:cubicBezTo>
                      <a:pt x="408" y="26"/>
                      <a:pt x="411" y="29"/>
                      <a:pt x="414" y="31"/>
                    </a:cubicBezTo>
                    <a:cubicBezTo>
                      <a:pt x="415" y="32"/>
                      <a:pt x="415" y="32"/>
                      <a:pt x="415" y="32"/>
                    </a:cubicBezTo>
                    <a:cubicBezTo>
                      <a:pt x="416" y="31"/>
                      <a:pt x="416" y="31"/>
                      <a:pt x="416" y="31"/>
                    </a:cubicBezTo>
                    <a:cubicBezTo>
                      <a:pt x="420" y="29"/>
                      <a:pt x="425" y="24"/>
                      <a:pt x="430" y="19"/>
                    </a:cubicBezTo>
                    <a:cubicBezTo>
                      <a:pt x="433" y="17"/>
                      <a:pt x="436" y="15"/>
                      <a:pt x="438" y="14"/>
                    </a:cubicBezTo>
                    <a:cubicBezTo>
                      <a:pt x="441" y="12"/>
                      <a:pt x="443" y="11"/>
                      <a:pt x="444" y="11"/>
                    </a:cubicBezTo>
                    <a:cubicBezTo>
                      <a:pt x="445" y="11"/>
                      <a:pt x="445" y="11"/>
                      <a:pt x="446" y="11"/>
                    </a:cubicBezTo>
                    <a:cubicBezTo>
                      <a:pt x="448" y="11"/>
                      <a:pt x="450" y="12"/>
                      <a:pt x="452" y="13"/>
                    </a:cubicBezTo>
                    <a:cubicBezTo>
                      <a:pt x="456" y="15"/>
                      <a:pt x="459" y="18"/>
                      <a:pt x="463" y="21"/>
                    </a:cubicBezTo>
                    <a:cubicBezTo>
                      <a:pt x="466" y="25"/>
                      <a:pt x="470" y="28"/>
                      <a:pt x="473" y="30"/>
                    </a:cubicBezTo>
                    <a:cubicBezTo>
                      <a:pt x="476" y="31"/>
                      <a:pt x="478" y="31"/>
                      <a:pt x="480" y="31"/>
                    </a:cubicBezTo>
                    <a:cubicBezTo>
                      <a:pt x="485" y="31"/>
                      <a:pt x="490" y="28"/>
                      <a:pt x="494" y="26"/>
                    </a:cubicBezTo>
                    <a:cubicBezTo>
                      <a:pt x="499" y="23"/>
                      <a:pt x="503" y="20"/>
                      <a:pt x="508" y="19"/>
                    </a:cubicBezTo>
                    <a:cubicBezTo>
                      <a:pt x="511" y="17"/>
                      <a:pt x="513" y="17"/>
                      <a:pt x="514" y="17"/>
                    </a:cubicBezTo>
                    <a:cubicBezTo>
                      <a:pt x="515" y="17"/>
                      <a:pt x="515" y="17"/>
                      <a:pt x="515" y="17"/>
                    </a:cubicBezTo>
                    <a:cubicBezTo>
                      <a:pt x="515" y="17"/>
                      <a:pt x="516" y="18"/>
                      <a:pt x="517" y="18"/>
                    </a:cubicBezTo>
                    <a:cubicBezTo>
                      <a:pt x="518" y="19"/>
                      <a:pt x="519" y="20"/>
                      <a:pt x="521" y="22"/>
                    </a:cubicBezTo>
                    <a:cubicBezTo>
                      <a:pt x="528" y="26"/>
                      <a:pt x="533" y="28"/>
                      <a:pt x="538" y="28"/>
                    </a:cubicBezTo>
                    <a:cubicBezTo>
                      <a:pt x="543" y="28"/>
                      <a:pt x="547" y="26"/>
                      <a:pt x="552" y="23"/>
                    </a:cubicBezTo>
                    <a:cubicBezTo>
                      <a:pt x="556" y="21"/>
                      <a:pt x="561" y="18"/>
                      <a:pt x="568" y="16"/>
                    </a:cubicBezTo>
                    <a:cubicBezTo>
                      <a:pt x="571" y="15"/>
                      <a:pt x="573" y="15"/>
                      <a:pt x="574" y="15"/>
                    </a:cubicBezTo>
                    <a:cubicBezTo>
                      <a:pt x="577" y="15"/>
                      <a:pt x="579" y="15"/>
                      <a:pt x="581" y="16"/>
                    </a:cubicBezTo>
                    <a:cubicBezTo>
                      <a:pt x="583" y="18"/>
                      <a:pt x="586" y="19"/>
                      <a:pt x="589" y="22"/>
                    </a:cubicBezTo>
                    <a:cubicBezTo>
                      <a:pt x="593" y="24"/>
                      <a:pt x="595" y="26"/>
                      <a:pt x="597" y="27"/>
                    </a:cubicBezTo>
                    <a:cubicBezTo>
                      <a:pt x="599" y="29"/>
                      <a:pt x="602" y="30"/>
                      <a:pt x="605" y="30"/>
                    </a:cubicBezTo>
                    <a:cubicBezTo>
                      <a:pt x="607" y="30"/>
                      <a:pt x="610" y="29"/>
                      <a:pt x="613" y="28"/>
                    </a:cubicBezTo>
                    <a:cubicBezTo>
                      <a:pt x="618" y="26"/>
                      <a:pt x="623" y="23"/>
                      <a:pt x="627" y="21"/>
                    </a:cubicBezTo>
                    <a:cubicBezTo>
                      <a:pt x="632" y="18"/>
                      <a:pt x="636" y="16"/>
                      <a:pt x="641" y="15"/>
                    </a:cubicBezTo>
                    <a:cubicBezTo>
                      <a:pt x="641" y="15"/>
                      <a:pt x="642" y="15"/>
                      <a:pt x="642" y="15"/>
                    </a:cubicBezTo>
                    <a:cubicBezTo>
                      <a:pt x="646" y="15"/>
                      <a:pt x="650" y="17"/>
                      <a:pt x="654" y="19"/>
                    </a:cubicBezTo>
                    <a:cubicBezTo>
                      <a:pt x="659" y="21"/>
                      <a:pt x="663" y="23"/>
                      <a:pt x="667" y="25"/>
                    </a:cubicBezTo>
                    <a:cubicBezTo>
                      <a:pt x="671" y="27"/>
                      <a:pt x="674" y="28"/>
                      <a:pt x="676" y="28"/>
                    </a:cubicBezTo>
                    <a:cubicBezTo>
                      <a:pt x="678" y="28"/>
                      <a:pt x="679" y="27"/>
                      <a:pt x="680" y="27"/>
                    </a:cubicBezTo>
                    <a:cubicBezTo>
                      <a:pt x="682" y="26"/>
                      <a:pt x="684" y="24"/>
                      <a:pt x="685" y="23"/>
                    </a:cubicBezTo>
                    <a:cubicBezTo>
                      <a:pt x="687" y="21"/>
                      <a:pt x="689" y="19"/>
                      <a:pt x="693" y="17"/>
                    </a:cubicBezTo>
                    <a:cubicBezTo>
                      <a:pt x="696" y="14"/>
                      <a:pt x="700" y="13"/>
                      <a:pt x="703" y="13"/>
                    </a:cubicBezTo>
                    <a:cubicBezTo>
                      <a:pt x="708" y="13"/>
                      <a:pt x="712" y="15"/>
                      <a:pt x="717" y="18"/>
                    </a:cubicBezTo>
                    <a:cubicBezTo>
                      <a:pt x="722" y="21"/>
                      <a:pt x="726" y="24"/>
                      <a:pt x="731" y="26"/>
                    </a:cubicBezTo>
                    <a:cubicBezTo>
                      <a:pt x="734" y="28"/>
                      <a:pt x="735" y="28"/>
                      <a:pt x="736" y="29"/>
                    </a:cubicBezTo>
                    <a:cubicBezTo>
                      <a:pt x="738" y="30"/>
                      <a:pt x="739" y="30"/>
                      <a:pt x="740" y="30"/>
                    </a:cubicBezTo>
                    <a:cubicBezTo>
                      <a:pt x="742" y="30"/>
                      <a:pt x="743" y="30"/>
                      <a:pt x="745" y="29"/>
                    </a:cubicBezTo>
                    <a:cubicBezTo>
                      <a:pt x="746" y="28"/>
                      <a:pt x="748" y="27"/>
                      <a:pt x="751" y="26"/>
                    </a:cubicBezTo>
                    <a:cubicBezTo>
                      <a:pt x="759" y="21"/>
                      <a:pt x="767" y="16"/>
                      <a:pt x="775" y="12"/>
                    </a:cubicBezTo>
                    <a:cubicBezTo>
                      <a:pt x="774" y="10"/>
                      <a:pt x="774" y="10"/>
                      <a:pt x="774" y="10"/>
                    </a:cubicBezTo>
                    <a:cubicBezTo>
                      <a:pt x="773" y="11"/>
                      <a:pt x="773" y="11"/>
                      <a:pt x="773" y="11"/>
                    </a:cubicBezTo>
                    <a:cubicBezTo>
                      <a:pt x="775" y="14"/>
                      <a:pt x="779" y="17"/>
                      <a:pt x="781" y="20"/>
                    </a:cubicBezTo>
                    <a:cubicBezTo>
                      <a:pt x="784" y="23"/>
                      <a:pt x="786" y="26"/>
                      <a:pt x="787" y="29"/>
                    </a:cubicBezTo>
                    <a:cubicBezTo>
                      <a:pt x="788" y="30"/>
                      <a:pt x="788" y="30"/>
                      <a:pt x="788" y="30"/>
                    </a:cubicBezTo>
                    <a:cubicBezTo>
                      <a:pt x="789" y="30"/>
                      <a:pt x="789" y="30"/>
                      <a:pt x="789" y="30"/>
                    </a:cubicBezTo>
                    <a:cubicBezTo>
                      <a:pt x="790" y="31"/>
                      <a:pt x="791" y="31"/>
                      <a:pt x="792" y="31"/>
                    </a:cubicBezTo>
                    <a:cubicBezTo>
                      <a:pt x="795" y="31"/>
                      <a:pt x="798" y="29"/>
                      <a:pt x="801" y="27"/>
                    </a:cubicBezTo>
                    <a:cubicBezTo>
                      <a:pt x="805" y="25"/>
                      <a:pt x="809" y="21"/>
                      <a:pt x="812" y="18"/>
                    </a:cubicBezTo>
                    <a:cubicBezTo>
                      <a:pt x="814" y="16"/>
                      <a:pt x="816" y="15"/>
                      <a:pt x="818" y="14"/>
                    </a:cubicBezTo>
                    <a:cubicBezTo>
                      <a:pt x="819" y="13"/>
                      <a:pt x="821" y="12"/>
                      <a:pt x="823" y="12"/>
                    </a:cubicBezTo>
                    <a:cubicBezTo>
                      <a:pt x="823" y="12"/>
                      <a:pt x="823" y="12"/>
                      <a:pt x="823" y="12"/>
                    </a:cubicBezTo>
                    <a:cubicBezTo>
                      <a:pt x="825" y="12"/>
                      <a:pt x="828" y="13"/>
                      <a:pt x="830" y="15"/>
                    </a:cubicBezTo>
                    <a:cubicBezTo>
                      <a:pt x="834" y="17"/>
                      <a:pt x="838" y="21"/>
                      <a:pt x="842" y="25"/>
                    </a:cubicBezTo>
                    <a:cubicBezTo>
                      <a:pt x="844" y="27"/>
                      <a:pt x="846" y="28"/>
                      <a:pt x="848" y="29"/>
                    </a:cubicBezTo>
                    <a:cubicBezTo>
                      <a:pt x="850" y="31"/>
                      <a:pt x="852" y="31"/>
                      <a:pt x="855" y="31"/>
                    </a:cubicBezTo>
                    <a:cubicBezTo>
                      <a:pt x="855" y="31"/>
                      <a:pt x="855" y="31"/>
                      <a:pt x="855" y="31"/>
                    </a:cubicBezTo>
                    <a:cubicBezTo>
                      <a:pt x="855" y="31"/>
                      <a:pt x="855" y="31"/>
                      <a:pt x="855" y="31"/>
                    </a:cubicBezTo>
                    <a:cubicBezTo>
                      <a:pt x="859" y="31"/>
                      <a:pt x="862" y="30"/>
                      <a:pt x="865" y="28"/>
                    </a:cubicBezTo>
                    <a:cubicBezTo>
                      <a:pt x="869" y="25"/>
                      <a:pt x="872" y="21"/>
                      <a:pt x="876" y="18"/>
                    </a:cubicBezTo>
                    <a:cubicBezTo>
                      <a:pt x="880" y="14"/>
                      <a:pt x="883" y="12"/>
                      <a:pt x="886" y="11"/>
                    </a:cubicBezTo>
                    <a:cubicBezTo>
                      <a:pt x="887" y="11"/>
                      <a:pt x="887" y="11"/>
                      <a:pt x="887" y="11"/>
                    </a:cubicBezTo>
                    <a:cubicBezTo>
                      <a:pt x="888" y="11"/>
                      <a:pt x="890" y="12"/>
                      <a:pt x="893" y="14"/>
                    </a:cubicBezTo>
                    <a:cubicBezTo>
                      <a:pt x="896" y="16"/>
                      <a:pt x="900" y="20"/>
                      <a:pt x="904" y="24"/>
                    </a:cubicBezTo>
                    <a:cubicBezTo>
                      <a:pt x="908" y="27"/>
                      <a:pt x="911" y="31"/>
                      <a:pt x="914" y="33"/>
                    </a:cubicBezTo>
                    <a:cubicBezTo>
                      <a:pt x="915" y="34"/>
                      <a:pt x="915" y="34"/>
                      <a:pt x="915" y="34"/>
                    </a:cubicBezTo>
                    <a:cubicBezTo>
                      <a:pt x="916" y="33"/>
                      <a:pt x="916" y="33"/>
                      <a:pt x="916" y="33"/>
                    </a:cubicBezTo>
                    <a:cubicBezTo>
                      <a:pt x="921" y="31"/>
                      <a:pt x="926" y="26"/>
                      <a:pt x="931" y="22"/>
                    </a:cubicBezTo>
                    <a:cubicBezTo>
                      <a:pt x="936" y="18"/>
                      <a:pt x="942" y="15"/>
                      <a:pt x="946" y="14"/>
                    </a:cubicBezTo>
                    <a:cubicBezTo>
                      <a:pt x="948" y="14"/>
                      <a:pt x="948" y="14"/>
                      <a:pt x="948" y="14"/>
                    </a:cubicBezTo>
                    <a:cubicBezTo>
                      <a:pt x="950" y="14"/>
                      <a:pt x="952" y="15"/>
                      <a:pt x="954" y="16"/>
                    </a:cubicBezTo>
                    <a:cubicBezTo>
                      <a:pt x="957" y="18"/>
                      <a:pt x="960" y="21"/>
                      <a:pt x="963" y="23"/>
                    </a:cubicBezTo>
                    <a:cubicBezTo>
                      <a:pt x="966" y="26"/>
                      <a:pt x="969" y="28"/>
                      <a:pt x="973" y="29"/>
                    </a:cubicBezTo>
                    <a:cubicBezTo>
                      <a:pt x="974" y="29"/>
                      <a:pt x="975" y="29"/>
                      <a:pt x="976" y="29"/>
                    </a:cubicBezTo>
                    <a:cubicBezTo>
                      <a:pt x="979" y="29"/>
                      <a:pt x="982" y="29"/>
                      <a:pt x="984" y="27"/>
                    </a:cubicBezTo>
                    <a:cubicBezTo>
                      <a:pt x="987" y="25"/>
                      <a:pt x="990" y="23"/>
                      <a:pt x="993" y="20"/>
                    </a:cubicBezTo>
                    <a:cubicBezTo>
                      <a:pt x="997" y="17"/>
                      <a:pt x="999" y="15"/>
                      <a:pt x="1002" y="14"/>
                    </a:cubicBezTo>
                    <a:cubicBezTo>
                      <a:pt x="1004" y="14"/>
                      <a:pt x="1005" y="14"/>
                      <a:pt x="1006" y="14"/>
                    </a:cubicBezTo>
                    <a:cubicBezTo>
                      <a:pt x="1009" y="14"/>
                      <a:pt x="1012" y="15"/>
                      <a:pt x="1015" y="17"/>
                    </a:cubicBezTo>
                    <a:cubicBezTo>
                      <a:pt x="1018" y="19"/>
                      <a:pt x="1021" y="21"/>
                      <a:pt x="1025" y="23"/>
                    </a:cubicBezTo>
                    <a:cubicBezTo>
                      <a:pt x="1028" y="25"/>
                      <a:pt x="1029" y="27"/>
                      <a:pt x="1031" y="28"/>
                    </a:cubicBezTo>
                    <a:cubicBezTo>
                      <a:pt x="1033" y="30"/>
                      <a:pt x="1035" y="30"/>
                      <a:pt x="1037" y="30"/>
                    </a:cubicBezTo>
                    <a:cubicBezTo>
                      <a:pt x="1040" y="30"/>
                      <a:pt x="1042" y="30"/>
                      <a:pt x="1046" y="28"/>
                    </a:cubicBezTo>
                    <a:cubicBezTo>
                      <a:pt x="1047" y="27"/>
                      <a:pt x="1049" y="26"/>
                      <a:pt x="1052" y="25"/>
                    </a:cubicBezTo>
                    <a:cubicBezTo>
                      <a:pt x="1055" y="22"/>
                      <a:pt x="1059" y="19"/>
                      <a:pt x="1062" y="17"/>
                    </a:cubicBezTo>
                    <a:cubicBezTo>
                      <a:pt x="1064" y="16"/>
                      <a:pt x="1065" y="15"/>
                      <a:pt x="1067" y="14"/>
                    </a:cubicBezTo>
                    <a:cubicBezTo>
                      <a:pt x="1068" y="13"/>
                      <a:pt x="1069" y="13"/>
                      <a:pt x="1070" y="13"/>
                    </a:cubicBezTo>
                    <a:cubicBezTo>
                      <a:pt x="1070" y="13"/>
                      <a:pt x="1070" y="13"/>
                      <a:pt x="1070" y="13"/>
                    </a:cubicBezTo>
                    <a:cubicBezTo>
                      <a:pt x="1071" y="13"/>
                      <a:pt x="1073" y="14"/>
                      <a:pt x="1075" y="15"/>
                    </a:cubicBezTo>
                    <a:cubicBezTo>
                      <a:pt x="1078" y="16"/>
                      <a:pt x="1082" y="19"/>
                      <a:pt x="1086" y="21"/>
                    </a:cubicBezTo>
                    <a:cubicBezTo>
                      <a:pt x="1089" y="24"/>
                      <a:pt x="1093" y="26"/>
                      <a:pt x="1095" y="27"/>
                    </a:cubicBezTo>
                    <a:cubicBezTo>
                      <a:pt x="1098" y="29"/>
                      <a:pt x="1100" y="30"/>
                      <a:pt x="1101" y="31"/>
                    </a:cubicBezTo>
                    <a:cubicBezTo>
                      <a:pt x="1103" y="31"/>
                      <a:pt x="1105" y="32"/>
                      <a:pt x="1106" y="32"/>
                    </a:cubicBezTo>
                    <a:cubicBezTo>
                      <a:pt x="1109" y="32"/>
                      <a:pt x="1111" y="31"/>
                      <a:pt x="1115" y="29"/>
                    </a:cubicBezTo>
                    <a:cubicBezTo>
                      <a:pt x="1119" y="28"/>
                      <a:pt x="1123" y="25"/>
                      <a:pt x="1126" y="23"/>
                    </a:cubicBezTo>
                    <a:cubicBezTo>
                      <a:pt x="1130" y="20"/>
                      <a:pt x="1133" y="19"/>
                      <a:pt x="1136" y="19"/>
                    </a:cubicBezTo>
                    <a:cubicBezTo>
                      <a:pt x="1137" y="19"/>
                      <a:pt x="1137" y="19"/>
                      <a:pt x="1137" y="19"/>
                    </a:cubicBezTo>
                    <a:cubicBezTo>
                      <a:pt x="1141" y="19"/>
                      <a:pt x="1144" y="21"/>
                      <a:pt x="1148" y="23"/>
                    </a:cubicBezTo>
                    <a:cubicBezTo>
                      <a:pt x="1152" y="25"/>
                      <a:pt x="1156" y="27"/>
                      <a:pt x="1161" y="27"/>
                    </a:cubicBezTo>
                    <a:cubicBezTo>
                      <a:pt x="1162" y="27"/>
                      <a:pt x="1163" y="27"/>
                      <a:pt x="1164" y="27"/>
                    </a:cubicBezTo>
                    <a:cubicBezTo>
                      <a:pt x="1170" y="26"/>
                      <a:pt x="1174" y="22"/>
                      <a:pt x="1178" y="19"/>
                    </a:cubicBezTo>
                    <a:cubicBezTo>
                      <a:pt x="1182" y="16"/>
                      <a:pt x="1186" y="13"/>
                      <a:pt x="1191" y="13"/>
                    </a:cubicBezTo>
                    <a:cubicBezTo>
                      <a:pt x="1191" y="13"/>
                      <a:pt x="1191" y="13"/>
                      <a:pt x="1191" y="13"/>
                    </a:cubicBezTo>
                    <a:cubicBezTo>
                      <a:pt x="1191" y="13"/>
                      <a:pt x="1191" y="13"/>
                      <a:pt x="1191" y="13"/>
                    </a:cubicBezTo>
                    <a:cubicBezTo>
                      <a:pt x="1191" y="13"/>
                      <a:pt x="1191" y="13"/>
                      <a:pt x="1191" y="13"/>
                    </a:cubicBezTo>
                    <a:cubicBezTo>
                      <a:pt x="1191" y="13"/>
                      <a:pt x="1191" y="13"/>
                      <a:pt x="1191" y="13"/>
                    </a:cubicBezTo>
                    <a:cubicBezTo>
                      <a:pt x="1191" y="13"/>
                      <a:pt x="1191" y="13"/>
                      <a:pt x="1191" y="13"/>
                    </a:cubicBezTo>
                    <a:cubicBezTo>
                      <a:pt x="1191" y="13"/>
                      <a:pt x="1191" y="13"/>
                      <a:pt x="1191" y="13"/>
                    </a:cubicBezTo>
                    <a:cubicBezTo>
                      <a:pt x="1191" y="13"/>
                      <a:pt x="1191" y="13"/>
                      <a:pt x="1191" y="13"/>
                    </a:cubicBezTo>
                    <a:cubicBezTo>
                      <a:pt x="1191" y="13"/>
                      <a:pt x="1191" y="13"/>
                      <a:pt x="1191" y="13"/>
                    </a:cubicBezTo>
                    <a:cubicBezTo>
                      <a:pt x="1195" y="13"/>
                      <a:pt x="1200" y="16"/>
                      <a:pt x="1205" y="19"/>
                    </a:cubicBezTo>
                    <a:cubicBezTo>
                      <a:pt x="1209" y="22"/>
                      <a:pt x="1214" y="25"/>
                      <a:pt x="1219" y="27"/>
                    </a:cubicBezTo>
                    <a:cubicBezTo>
                      <a:pt x="1222" y="28"/>
                      <a:pt x="1224" y="29"/>
                      <a:pt x="1226" y="29"/>
                    </a:cubicBezTo>
                    <a:cubicBezTo>
                      <a:pt x="1231" y="29"/>
                      <a:pt x="1235" y="27"/>
                      <a:pt x="1239" y="25"/>
                    </a:cubicBezTo>
                    <a:cubicBezTo>
                      <a:pt x="1243" y="23"/>
                      <a:pt x="1247" y="20"/>
                      <a:pt x="1251" y="17"/>
                    </a:cubicBezTo>
                    <a:cubicBezTo>
                      <a:pt x="1255" y="15"/>
                      <a:pt x="1257" y="14"/>
                      <a:pt x="1259" y="13"/>
                    </a:cubicBezTo>
                    <a:cubicBezTo>
                      <a:pt x="1261" y="12"/>
                      <a:pt x="1263" y="11"/>
                      <a:pt x="1265" y="11"/>
                    </a:cubicBezTo>
                    <a:cubicBezTo>
                      <a:pt x="1267" y="11"/>
                      <a:pt x="1270" y="12"/>
                      <a:pt x="1276" y="15"/>
                    </a:cubicBezTo>
                    <a:cubicBezTo>
                      <a:pt x="1279" y="17"/>
                      <a:pt x="1283" y="19"/>
                      <a:pt x="1286" y="21"/>
                    </a:cubicBezTo>
                    <a:cubicBezTo>
                      <a:pt x="1290" y="23"/>
                      <a:pt x="1295" y="25"/>
                      <a:pt x="1299" y="25"/>
                    </a:cubicBezTo>
                    <a:cubicBezTo>
                      <a:pt x="1300" y="25"/>
                      <a:pt x="1300" y="25"/>
                      <a:pt x="1301" y="25"/>
                    </a:cubicBezTo>
                    <a:cubicBezTo>
                      <a:pt x="1304" y="24"/>
                      <a:pt x="1306" y="23"/>
                      <a:pt x="1308" y="21"/>
                    </a:cubicBezTo>
                    <a:cubicBezTo>
                      <a:pt x="1312" y="19"/>
                      <a:pt x="1314" y="16"/>
                      <a:pt x="1317" y="13"/>
                    </a:cubicBezTo>
                    <a:cubicBezTo>
                      <a:pt x="1321" y="11"/>
                      <a:pt x="1324" y="9"/>
                      <a:pt x="1327" y="9"/>
                    </a:cubicBezTo>
                    <a:cubicBezTo>
                      <a:pt x="1327" y="9"/>
                      <a:pt x="1327" y="9"/>
                      <a:pt x="1327" y="9"/>
                    </a:cubicBezTo>
                    <a:cubicBezTo>
                      <a:pt x="1331" y="9"/>
                      <a:pt x="1334" y="11"/>
                      <a:pt x="1338" y="13"/>
                    </a:cubicBezTo>
                    <a:cubicBezTo>
                      <a:pt x="1340" y="15"/>
                      <a:pt x="1342" y="16"/>
                      <a:pt x="1344" y="17"/>
                    </a:cubicBezTo>
                    <a:cubicBezTo>
                      <a:pt x="1346" y="18"/>
                      <a:pt x="1348" y="19"/>
                      <a:pt x="1351" y="19"/>
                    </a:cubicBezTo>
                    <a:cubicBezTo>
                      <a:pt x="1351" y="19"/>
                      <a:pt x="1352" y="19"/>
                      <a:pt x="1352" y="19"/>
                    </a:cubicBezTo>
                    <a:cubicBezTo>
                      <a:pt x="1357" y="18"/>
                      <a:pt x="1361" y="15"/>
                      <a:pt x="1365" y="12"/>
                    </a:cubicBezTo>
                    <a:cubicBezTo>
                      <a:pt x="1368" y="9"/>
                      <a:pt x="1372" y="6"/>
                      <a:pt x="1376" y="6"/>
                    </a:cubicBezTo>
                    <a:cubicBezTo>
                      <a:pt x="1376" y="4"/>
                      <a:pt x="1376" y="4"/>
                      <a:pt x="1376" y="4"/>
                    </a:cubicBezTo>
                    <a:cubicBezTo>
                      <a:pt x="1374" y="4"/>
                      <a:pt x="1374" y="4"/>
                      <a:pt x="1374" y="4"/>
                    </a:cubicBezTo>
                    <a:cubicBezTo>
                      <a:pt x="1374" y="5"/>
                      <a:pt x="1374" y="5"/>
                      <a:pt x="1374" y="6"/>
                    </a:cubicBezTo>
                    <a:cubicBezTo>
                      <a:pt x="1374" y="6"/>
                      <a:pt x="1374" y="6"/>
                      <a:pt x="1374" y="6"/>
                    </a:cubicBezTo>
                    <a:cubicBezTo>
                      <a:pt x="1374" y="7"/>
                      <a:pt x="1374" y="7"/>
                      <a:pt x="1374" y="7"/>
                    </a:cubicBezTo>
                    <a:cubicBezTo>
                      <a:pt x="1375" y="7"/>
                      <a:pt x="1375" y="7"/>
                      <a:pt x="1375" y="7"/>
                    </a:cubicBezTo>
                    <a:cubicBezTo>
                      <a:pt x="1376" y="8"/>
                      <a:pt x="1376" y="9"/>
                      <a:pt x="1378" y="9"/>
                    </a:cubicBezTo>
                    <a:cubicBezTo>
                      <a:pt x="1379" y="10"/>
                      <a:pt x="1381" y="12"/>
                      <a:pt x="1383" y="13"/>
                    </a:cubicBezTo>
                    <a:cubicBezTo>
                      <a:pt x="1384" y="14"/>
                      <a:pt x="1385" y="14"/>
                      <a:pt x="1386" y="14"/>
                    </a:cubicBezTo>
                    <a:cubicBezTo>
                      <a:pt x="1387" y="15"/>
                      <a:pt x="1387" y="15"/>
                      <a:pt x="1387" y="15"/>
                    </a:cubicBezTo>
                    <a:cubicBezTo>
                      <a:pt x="1387" y="15"/>
                      <a:pt x="1387" y="15"/>
                      <a:pt x="1388" y="15"/>
                    </a:cubicBezTo>
                    <a:cubicBezTo>
                      <a:pt x="1389" y="15"/>
                      <a:pt x="1389" y="15"/>
                      <a:pt x="1389" y="15"/>
                    </a:cubicBezTo>
                    <a:cubicBezTo>
                      <a:pt x="1392" y="15"/>
                      <a:pt x="1395" y="13"/>
                      <a:pt x="1397" y="12"/>
                    </a:cubicBezTo>
                    <a:cubicBezTo>
                      <a:pt x="1400" y="10"/>
                      <a:pt x="1401" y="8"/>
                      <a:pt x="1404" y="7"/>
                    </a:cubicBezTo>
                    <a:cubicBezTo>
                      <a:pt x="1406" y="7"/>
                      <a:pt x="1408" y="6"/>
                      <a:pt x="1409" y="6"/>
                    </a:cubicBezTo>
                    <a:cubicBezTo>
                      <a:pt x="1413" y="6"/>
                      <a:pt x="1417" y="8"/>
                      <a:pt x="1420" y="10"/>
                    </a:cubicBezTo>
                    <a:cubicBezTo>
                      <a:pt x="1424" y="11"/>
                      <a:pt x="1427" y="14"/>
                      <a:pt x="1431" y="16"/>
                    </a:cubicBezTo>
                    <a:cubicBezTo>
                      <a:pt x="1435" y="18"/>
                      <a:pt x="1438" y="19"/>
                      <a:pt x="1440" y="20"/>
                    </a:cubicBezTo>
                    <a:cubicBezTo>
                      <a:pt x="1443" y="20"/>
                      <a:pt x="1445" y="18"/>
                      <a:pt x="1447" y="17"/>
                    </a:cubicBezTo>
                    <a:cubicBezTo>
                      <a:pt x="1449" y="16"/>
                      <a:pt x="1452" y="14"/>
                      <a:pt x="1455" y="13"/>
                    </a:cubicBezTo>
                    <a:cubicBezTo>
                      <a:pt x="1461" y="9"/>
                      <a:pt x="1468" y="6"/>
                      <a:pt x="1475" y="3"/>
                    </a:cubicBezTo>
                    <a:cubicBezTo>
                      <a:pt x="1474" y="0"/>
                      <a:pt x="1474" y="0"/>
                      <a:pt x="1474" y="0"/>
                    </a:cubicBezTo>
                    <a:cubicBezTo>
                      <a:pt x="1467" y="2"/>
                      <a:pt x="1460" y="6"/>
                      <a:pt x="1453" y="9"/>
                    </a:cubicBezTo>
                    <a:cubicBezTo>
                      <a:pt x="1449" y="11"/>
                      <a:pt x="1447" y="13"/>
                      <a:pt x="1445" y="14"/>
                    </a:cubicBezTo>
                    <a:cubicBezTo>
                      <a:pt x="1443" y="15"/>
                      <a:pt x="1442" y="16"/>
                      <a:pt x="1440" y="16"/>
                    </a:cubicBezTo>
                    <a:cubicBezTo>
                      <a:pt x="1439" y="16"/>
                      <a:pt x="1437" y="15"/>
                      <a:pt x="1433" y="13"/>
                    </a:cubicBezTo>
                    <a:cubicBezTo>
                      <a:pt x="1430" y="11"/>
                      <a:pt x="1426" y="8"/>
                      <a:pt x="1422" y="6"/>
                    </a:cubicBezTo>
                    <a:cubicBezTo>
                      <a:pt x="1418" y="4"/>
                      <a:pt x="1414" y="2"/>
                      <a:pt x="1409" y="2"/>
                    </a:cubicBezTo>
                    <a:cubicBezTo>
                      <a:pt x="1407" y="2"/>
                      <a:pt x="1405" y="3"/>
                      <a:pt x="1402" y="4"/>
                    </a:cubicBezTo>
                    <a:cubicBezTo>
                      <a:pt x="1399" y="5"/>
                      <a:pt x="1397" y="7"/>
                      <a:pt x="1395" y="9"/>
                    </a:cubicBezTo>
                    <a:cubicBezTo>
                      <a:pt x="1393" y="10"/>
                      <a:pt x="1391" y="11"/>
                      <a:pt x="1389" y="11"/>
                    </a:cubicBezTo>
                    <a:cubicBezTo>
                      <a:pt x="1388" y="11"/>
                      <a:pt x="1388" y="11"/>
                      <a:pt x="1388" y="11"/>
                    </a:cubicBezTo>
                    <a:cubicBezTo>
                      <a:pt x="1388" y="12"/>
                      <a:pt x="1388" y="12"/>
                      <a:pt x="1388" y="12"/>
                    </a:cubicBezTo>
                    <a:cubicBezTo>
                      <a:pt x="1388" y="11"/>
                      <a:pt x="1388" y="11"/>
                      <a:pt x="1388" y="11"/>
                    </a:cubicBezTo>
                    <a:cubicBezTo>
                      <a:pt x="1388" y="11"/>
                      <a:pt x="1388" y="11"/>
                      <a:pt x="1388" y="11"/>
                    </a:cubicBezTo>
                    <a:cubicBezTo>
                      <a:pt x="1388" y="12"/>
                      <a:pt x="1388" y="12"/>
                      <a:pt x="1388" y="12"/>
                    </a:cubicBezTo>
                    <a:cubicBezTo>
                      <a:pt x="1388" y="11"/>
                      <a:pt x="1388" y="11"/>
                      <a:pt x="1388" y="11"/>
                    </a:cubicBezTo>
                    <a:cubicBezTo>
                      <a:pt x="1388" y="11"/>
                      <a:pt x="1388" y="11"/>
                      <a:pt x="1388" y="11"/>
                    </a:cubicBezTo>
                    <a:cubicBezTo>
                      <a:pt x="1388" y="11"/>
                      <a:pt x="1388" y="11"/>
                      <a:pt x="1388" y="11"/>
                    </a:cubicBezTo>
                    <a:cubicBezTo>
                      <a:pt x="1388" y="11"/>
                      <a:pt x="1388" y="11"/>
                      <a:pt x="1388" y="11"/>
                    </a:cubicBezTo>
                    <a:cubicBezTo>
                      <a:pt x="1388" y="11"/>
                      <a:pt x="1388" y="11"/>
                      <a:pt x="1388" y="11"/>
                    </a:cubicBezTo>
                    <a:cubicBezTo>
                      <a:pt x="1388" y="11"/>
                      <a:pt x="1388" y="11"/>
                      <a:pt x="1388" y="11"/>
                    </a:cubicBezTo>
                    <a:cubicBezTo>
                      <a:pt x="1388" y="11"/>
                      <a:pt x="1387" y="11"/>
                      <a:pt x="1386" y="10"/>
                    </a:cubicBezTo>
                    <a:cubicBezTo>
                      <a:pt x="1384" y="9"/>
                      <a:pt x="1382" y="8"/>
                      <a:pt x="1380" y="6"/>
                    </a:cubicBezTo>
                    <a:cubicBezTo>
                      <a:pt x="1380" y="6"/>
                      <a:pt x="1379" y="5"/>
                      <a:pt x="1378" y="5"/>
                    </a:cubicBezTo>
                    <a:cubicBezTo>
                      <a:pt x="1378" y="4"/>
                      <a:pt x="1378" y="4"/>
                      <a:pt x="1378" y="4"/>
                    </a:cubicBezTo>
                    <a:cubicBezTo>
                      <a:pt x="1378" y="4"/>
                      <a:pt x="1378" y="4"/>
                      <a:pt x="1378" y="4"/>
                    </a:cubicBezTo>
                    <a:cubicBezTo>
                      <a:pt x="1377" y="5"/>
                      <a:pt x="1377" y="5"/>
                      <a:pt x="1377" y="5"/>
                    </a:cubicBezTo>
                    <a:cubicBezTo>
                      <a:pt x="1378" y="4"/>
                      <a:pt x="1378" y="4"/>
                      <a:pt x="1378" y="4"/>
                    </a:cubicBezTo>
                    <a:cubicBezTo>
                      <a:pt x="1378" y="4"/>
                      <a:pt x="1378" y="4"/>
                      <a:pt x="1378" y="4"/>
                    </a:cubicBezTo>
                    <a:cubicBezTo>
                      <a:pt x="1377" y="5"/>
                      <a:pt x="1377" y="5"/>
                      <a:pt x="1377" y="5"/>
                    </a:cubicBezTo>
                    <a:cubicBezTo>
                      <a:pt x="1378" y="4"/>
                      <a:pt x="1378" y="4"/>
                      <a:pt x="1378" y="4"/>
                    </a:cubicBezTo>
                    <a:cubicBezTo>
                      <a:pt x="1376" y="6"/>
                      <a:pt x="1376" y="6"/>
                      <a:pt x="1376" y="6"/>
                    </a:cubicBezTo>
                    <a:cubicBezTo>
                      <a:pt x="1378" y="5"/>
                      <a:pt x="1378" y="5"/>
                      <a:pt x="1378" y="5"/>
                    </a:cubicBezTo>
                    <a:cubicBezTo>
                      <a:pt x="1378" y="5"/>
                      <a:pt x="1378" y="5"/>
                      <a:pt x="1378" y="4"/>
                    </a:cubicBezTo>
                    <a:cubicBezTo>
                      <a:pt x="1376" y="6"/>
                      <a:pt x="1376" y="6"/>
                      <a:pt x="1376" y="6"/>
                    </a:cubicBezTo>
                    <a:cubicBezTo>
                      <a:pt x="1378" y="5"/>
                      <a:pt x="1378" y="5"/>
                      <a:pt x="1378" y="5"/>
                    </a:cubicBezTo>
                    <a:cubicBezTo>
                      <a:pt x="1378" y="5"/>
                      <a:pt x="1378" y="5"/>
                      <a:pt x="1378" y="5"/>
                    </a:cubicBezTo>
                    <a:cubicBezTo>
                      <a:pt x="1378" y="5"/>
                      <a:pt x="1378" y="5"/>
                      <a:pt x="1378" y="5"/>
                    </a:cubicBezTo>
                    <a:cubicBezTo>
                      <a:pt x="1378" y="5"/>
                      <a:pt x="1378" y="4"/>
                      <a:pt x="1378" y="3"/>
                    </a:cubicBezTo>
                    <a:cubicBezTo>
                      <a:pt x="1377" y="2"/>
                      <a:pt x="1377" y="2"/>
                      <a:pt x="1377" y="2"/>
                    </a:cubicBezTo>
                    <a:cubicBezTo>
                      <a:pt x="1375" y="2"/>
                      <a:pt x="1375" y="2"/>
                      <a:pt x="1375" y="2"/>
                    </a:cubicBezTo>
                    <a:cubicBezTo>
                      <a:pt x="1370" y="3"/>
                      <a:pt x="1366" y="6"/>
                      <a:pt x="1362" y="9"/>
                    </a:cubicBezTo>
                    <a:cubicBezTo>
                      <a:pt x="1358" y="12"/>
                      <a:pt x="1355" y="14"/>
                      <a:pt x="1352" y="15"/>
                    </a:cubicBezTo>
                    <a:cubicBezTo>
                      <a:pt x="1351" y="15"/>
                      <a:pt x="1351" y="15"/>
                      <a:pt x="1351" y="15"/>
                    </a:cubicBezTo>
                    <a:cubicBezTo>
                      <a:pt x="1349" y="15"/>
                      <a:pt x="1348" y="14"/>
                      <a:pt x="1346" y="13"/>
                    </a:cubicBezTo>
                    <a:cubicBezTo>
                      <a:pt x="1343" y="12"/>
                      <a:pt x="1341" y="10"/>
                      <a:pt x="1338" y="8"/>
                    </a:cubicBezTo>
                    <a:cubicBezTo>
                      <a:pt x="1334" y="6"/>
                      <a:pt x="1331" y="5"/>
                      <a:pt x="1327" y="5"/>
                    </a:cubicBezTo>
                    <a:cubicBezTo>
                      <a:pt x="1327" y="5"/>
                      <a:pt x="1327" y="5"/>
                      <a:pt x="1327" y="5"/>
                    </a:cubicBezTo>
                    <a:cubicBezTo>
                      <a:pt x="1324" y="5"/>
                      <a:pt x="1321" y="6"/>
                      <a:pt x="1318" y="8"/>
                    </a:cubicBezTo>
                    <a:cubicBezTo>
                      <a:pt x="1315" y="10"/>
                      <a:pt x="1312" y="13"/>
                      <a:pt x="1309" y="16"/>
                    </a:cubicBezTo>
                    <a:cubicBezTo>
                      <a:pt x="1306" y="18"/>
                      <a:pt x="1303" y="21"/>
                      <a:pt x="1300" y="21"/>
                    </a:cubicBezTo>
                    <a:cubicBezTo>
                      <a:pt x="1300" y="21"/>
                      <a:pt x="1299" y="21"/>
                      <a:pt x="1299" y="21"/>
                    </a:cubicBezTo>
                    <a:cubicBezTo>
                      <a:pt x="1296" y="21"/>
                      <a:pt x="1292" y="20"/>
                      <a:pt x="1288" y="18"/>
                    </a:cubicBezTo>
                    <a:cubicBezTo>
                      <a:pt x="1285" y="16"/>
                      <a:pt x="1281" y="13"/>
                      <a:pt x="1278" y="12"/>
                    </a:cubicBezTo>
                    <a:cubicBezTo>
                      <a:pt x="1272" y="9"/>
                      <a:pt x="1268" y="7"/>
                      <a:pt x="1265" y="7"/>
                    </a:cubicBezTo>
                    <a:cubicBezTo>
                      <a:pt x="1262" y="7"/>
                      <a:pt x="1260" y="8"/>
                      <a:pt x="1257" y="9"/>
                    </a:cubicBezTo>
                    <a:cubicBezTo>
                      <a:pt x="1255" y="10"/>
                      <a:pt x="1252" y="12"/>
                      <a:pt x="1249" y="14"/>
                    </a:cubicBezTo>
                    <a:cubicBezTo>
                      <a:pt x="1245" y="16"/>
                      <a:pt x="1241" y="19"/>
                      <a:pt x="1237" y="21"/>
                    </a:cubicBezTo>
                    <a:cubicBezTo>
                      <a:pt x="1233" y="23"/>
                      <a:pt x="1230" y="25"/>
                      <a:pt x="1226" y="25"/>
                    </a:cubicBezTo>
                    <a:cubicBezTo>
                      <a:pt x="1224" y="25"/>
                      <a:pt x="1223" y="24"/>
                      <a:pt x="1220" y="23"/>
                    </a:cubicBezTo>
                    <a:cubicBezTo>
                      <a:pt x="1216" y="22"/>
                      <a:pt x="1212" y="19"/>
                      <a:pt x="1207" y="15"/>
                    </a:cubicBezTo>
                    <a:cubicBezTo>
                      <a:pt x="1202" y="12"/>
                      <a:pt x="1197" y="9"/>
                      <a:pt x="1191" y="9"/>
                    </a:cubicBezTo>
                    <a:cubicBezTo>
                      <a:pt x="1191" y="11"/>
                      <a:pt x="1191" y="11"/>
                      <a:pt x="1191" y="11"/>
                    </a:cubicBezTo>
                    <a:cubicBezTo>
                      <a:pt x="1192" y="9"/>
                      <a:pt x="1192" y="9"/>
                      <a:pt x="1192" y="9"/>
                    </a:cubicBezTo>
                    <a:cubicBezTo>
                      <a:pt x="1191" y="9"/>
                      <a:pt x="1191" y="9"/>
                      <a:pt x="1191" y="9"/>
                    </a:cubicBezTo>
                    <a:cubicBezTo>
                      <a:pt x="1185" y="9"/>
                      <a:pt x="1180" y="12"/>
                      <a:pt x="1176" y="16"/>
                    </a:cubicBezTo>
                    <a:cubicBezTo>
                      <a:pt x="1172" y="19"/>
                      <a:pt x="1168" y="22"/>
                      <a:pt x="1163" y="23"/>
                    </a:cubicBezTo>
                    <a:cubicBezTo>
                      <a:pt x="1162" y="23"/>
                      <a:pt x="1162" y="23"/>
                      <a:pt x="1161" y="23"/>
                    </a:cubicBezTo>
                    <a:cubicBezTo>
                      <a:pt x="1157" y="23"/>
                      <a:pt x="1154" y="21"/>
                      <a:pt x="1150" y="19"/>
                    </a:cubicBezTo>
                    <a:cubicBezTo>
                      <a:pt x="1146" y="17"/>
                      <a:pt x="1142" y="15"/>
                      <a:pt x="1137" y="15"/>
                    </a:cubicBezTo>
                    <a:cubicBezTo>
                      <a:pt x="1136" y="15"/>
                      <a:pt x="1136" y="15"/>
                      <a:pt x="1136" y="15"/>
                    </a:cubicBezTo>
                    <a:cubicBezTo>
                      <a:pt x="1132" y="15"/>
                      <a:pt x="1128" y="17"/>
                      <a:pt x="1124" y="19"/>
                    </a:cubicBezTo>
                    <a:cubicBezTo>
                      <a:pt x="1120" y="22"/>
                      <a:pt x="1117" y="24"/>
                      <a:pt x="1114" y="26"/>
                    </a:cubicBezTo>
                    <a:cubicBezTo>
                      <a:pt x="1110" y="27"/>
                      <a:pt x="1108" y="28"/>
                      <a:pt x="1106" y="28"/>
                    </a:cubicBezTo>
                    <a:cubicBezTo>
                      <a:pt x="1105" y="28"/>
                      <a:pt x="1105" y="28"/>
                      <a:pt x="1103" y="27"/>
                    </a:cubicBezTo>
                    <a:cubicBezTo>
                      <a:pt x="1102" y="26"/>
                      <a:pt x="1100" y="25"/>
                      <a:pt x="1097" y="24"/>
                    </a:cubicBezTo>
                    <a:cubicBezTo>
                      <a:pt x="1094" y="22"/>
                      <a:pt x="1089" y="19"/>
                      <a:pt x="1084" y="15"/>
                    </a:cubicBezTo>
                    <a:cubicBezTo>
                      <a:pt x="1082" y="14"/>
                      <a:pt x="1079" y="12"/>
                      <a:pt x="1077" y="11"/>
                    </a:cubicBezTo>
                    <a:cubicBezTo>
                      <a:pt x="1074" y="10"/>
                      <a:pt x="1072" y="9"/>
                      <a:pt x="1070" y="9"/>
                    </a:cubicBezTo>
                    <a:cubicBezTo>
                      <a:pt x="1070" y="9"/>
                      <a:pt x="1070" y="9"/>
                      <a:pt x="1070" y="9"/>
                    </a:cubicBezTo>
                    <a:cubicBezTo>
                      <a:pt x="1068" y="9"/>
                      <a:pt x="1066" y="10"/>
                      <a:pt x="1063" y="11"/>
                    </a:cubicBezTo>
                    <a:cubicBezTo>
                      <a:pt x="1060" y="13"/>
                      <a:pt x="1056" y="16"/>
                      <a:pt x="1053" y="19"/>
                    </a:cubicBezTo>
                    <a:cubicBezTo>
                      <a:pt x="1049" y="21"/>
                      <a:pt x="1046" y="24"/>
                      <a:pt x="1044" y="25"/>
                    </a:cubicBezTo>
                    <a:cubicBezTo>
                      <a:pt x="1041" y="26"/>
                      <a:pt x="1039" y="26"/>
                      <a:pt x="1037" y="26"/>
                    </a:cubicBezTo>
                    <a:cubicBezTo>
                      <a:pt x="1036" y="26"/>
                      <a:pt x="1035" y="26"/>
                      <a:pt x="1034" y="25"/>
                    </a:cubicBezTo>
                    <a:cubicBezTo>
                      <a:pt x="1032" y="24"/>
                      <a:pt x="1030" y="22"/>
                      <a:pt x="1027" y="20"/>
                    </a:cubicBezTo>
                    <a:cubicBezTo>
                      <a:pt x="1024" y="18"/>
                      <a:pt x="1021" y="16"/>
                      <a:pt x="1017" y="14"/>
                    </a:cubicBezTo>
                    <a:cubicBezTo>
                      <a:pt x="1014" y="11"/>
                      <a:pt x="1010" y="10"/>
                      <a:pt x="1006" y="10"/>
                    </a:cubicBezTo>
                    <a:cubicBezTo>
                      <a:pt x="1004" y="10"/>
                      <a:pt x="1003" y="10"/>
                      <a:pt x="1001" y="11"/>
                    </a:cubicBezTo>
                    <a:cubicBezTo>
                      <a:pt x="996" y="12"/>
                      <a:pt x="992" y="16"/>
                      <a:pt x="988" y="20"/>
                    </a:cubicBezTo>
                    <a:cubicBezTo>
                      <a:pt x="986" y="21"/>
                      <a:pt x="984" y="23"/>
                      <a:pt x="982" y="24"/>
                    </a:cubicBezTo>
                    <a:cubicBezTo>
                      <a:pt x="980" y="25"/>
                      <a:pt x="978" y="25"/>
                      <a:pt x="976" y="25"/>
                    </a:cubicBezTo>
                    <a:cubicBezTo>
                      <a:pt x="975" y="25"/>
                      <a:pt x="975" y="25"/>
                      <a:pt x="974" y="25"/>
                    </a:cubicBezTo>
                    <a:cubicBezTo>
                      <a:pt x="970" y="25"/>
                      <a:pt x="966" y="21"/>
                      <a:pt x="962" y="18"/>
                    </a:cubicBezTo>
                    <a:cubicBezTo>
                      <a:pt x="960" y="16"/>
                      <a:pt x="958" y="14"/>
                      <a:pt x="956" y="13"/>
                    </a:cubicBezTo>
                    <a:cubicBezTo>
                      <a:pt x="953" y="11"/>
                      <a:pt x="951" y="10"/>
                      <a:pt x="948" y="10"/>
                    </a:cubicBezTo>
                    <a:cubicBezTo>
                      <a:pt x="947" y="10"/>
                      <a:pt x="947" y="10"/>
                      <a:pt x="946" y="10"/>
                    </a:cubicBezTo>
                    <a:cubicBezTo>
                      <a:pt x="940" y="11"/>
                      <a:pt x="934" y="15"/>
                      <a:pt x="929" y="19"/>
                    </a:cubicBezTo>
                    <a:cubicBezTo>
                      <a:pt x="923" y="23"/>
                      <a:pt x="918" y="27"/>
                      <a:pt x="914" y="30"/>
                    </a:cubicBezTo>
                    <a:cubicBezTo>
                      <a:pt x="915" y="32"/>
                      <a:pt x="915" y="32"/>
                      <a:pt x="915" y="32"/>
                    </a:cubicBezTo>
                    <a:cubicBezTo>
                      <a:pt x="916" y="30"/>
                      <a:pt x="916" y="30"/>
                      <a:pt x="916" y="30"/>
                    </a:cubicBezTo>
                    <a:cubicBezTo>
                      <a:pt x="913" y="28"/>
                      <a:pt x="908" y="22"/>
                      <a:pt x="903" y="17"/>
                    </a:cubicBezTo>
                    <a:cubicBezTo>
                      <a:pt x="901" y="14"/>
                      <a:pt x="898" y="12"/>
                      <a:pt x="895" y="10"/>
                    </a:cubicBezTo>
                    <a:cubicBezTo>
                      <a:pt x="892" y="9"/>
                      <a:pt x="890" y="7"/>
                      <a:pt x="887" y="7"/>
                    </a:cubicBezTo>
                    <a:cubicBezTo>
                      <a:pt x="886" y="7"/>
                      <a:pt x="886" y="7"/>
                      <a:pt x="886" y="7"/>
                    </a:cubicBezTo>
                    <a:cubicBezTo>
                      <a:pt x="882" y="8"/>
                      <a:pt x="880" y="9"/>
                      <a:pt x="877" y="11"/>
                    </a:cubicBezTo>
                    <a:cubicBezTo>
                      <a:pt x="873" y="14"/>
                      <a:pt x="870" y="19"/>
                      <a:pt x="866" y="22"/>
                    </a:cubicBezTo>
                    <a:cubicBezTo>
                      <a:pt x="864" y="23"/>
                      <a:pt x="862" y="25"/>
                      <a:pt x="860" y="26"/>
                    </a:cubicBezTo>
                    <a:cubicBezTo>
                      <a:pt x="859" y="27"/>
                      <a:pt x="857" y="27"/>
                      <a:pt x="855" y="27"/>
                    </a:cubicBezTo>
                    <a:cubicBezTo>
                      <a:pt x="855" y="27"/>
                      <a:pt x="855" y="27"/>
                      <a:pt x="855" y="27"/>
                    </a:cubicBezTo>
                    <a:cubicBezTo>
                      <a:pt x="855" y="27"/>
                      <a:pt x="855" y="27"/>
                      <a:pt x="855" y="27"/>
                    </a:cubicBezTo>
                    <a:cubicBezTo>
                      <a:pt x="853" y="27"/>
                      <a:pt x="850" y="26"/>
                      <a:pt x="848" y="25"/>
                    </a:cubicBezTo>
                    <a:cubicBezTo>
                      <a:pt x="844" y="22"/>
                      <a:pt x="841" y="18"/>
                      <a:pt x="837" y="15"/>
                    </a:cubicBezTo>
                    <a:cubicBezTo>
                      <a:pt x="835" y="13"/>
                      <a:pt x="833" y="11"/>
                      <a:pt x="830" y="10"/>
                    </a:cubicBezTo>
                    <a:cubicBezTo>
                      <a:pt x="828" y="9"/>
                      <a:pt x="826" y="8"/>
                      <a:pt x="823" y="8"/>
                    </a:cubicBezTo>
                    <a:cubicBezTo>
                      <a:pt x="823" y="8"/>
                      <a:pt x="823" y="8"/>
                      <a:pt x="823" y="8"/>
                    </a:cubicBezTo>
                    <a:cubicBezTo>
                      <a:pt x="819" y="8"/>
                      <a:pt x="816" y="10"/>
                      <a:pt x="814" y="11"/>
                    </a:cubicBezTo>
                    <a:cubicBezTo>
                      <a:pt x="810" y="14"/>
                      <a:pt x="806" y="18"/>
                      <a:pt x="802" y="21"/>
                    </a:cubicBezTo>
                    <a:cubicBezTo>
                      <a:pt x="801" y="23"/>
                      <a:pt x="799" y="24"/>
                      <a:pt x="797" y="25"/>
                    </a:cubicBezTo>
                    <a:cubicBezTo>
                      <a:pt x="795" y="26"/>
                      <a:pt x="794" y="27"/>
                      <a:pt x="792" y="27"/>
                    </a:cubicBezTo>
                    <a:cubicBezTo>
                      <a:pt x="791" y="27"/>
                      <a:pt x="791" y="27"/>
                      <a:pt x="790" y="26"/>
                    </a:cubicBezTo>
                    <a:cubicBezTo>
                      <a:pt x="789" y="28"/>
                      <a:pt x="789" y="28"/>
                      <a:pt x="789" y="28"/>
                    </a:cubicBezTo>
                    <a:cubicBezTo>
                      <a:pt x="791" y="28"/>
                      <a:pt x="791" y="28"/>
                      <a:pt x="791" y="28"/>
                    </a:cubicBezTo>
                    <a:cubicBezTo>
                      <a:pt x="790" y="24"/>
                      <a:pt x="787" y="20"/>
                      <a:pt x="784" y="17"/>
                    </a:cubicBezTo>
                    <a:cubicBezTo>
                      <a:pt x="781" y="14"/>
                      <a:pt x="778" y="11"/>
                      <a:pt x="775" y="8"/>
                    </a:cubicBezTo>
                    <a:cubicBezTo>
                      <a:pt x="774" y="8"/>
                      <a:pt x="774" y="8"/>
                      <a:pt x="774" y="8"/>
                    </a:cubicBezTo>
                    <a:cubicBezTo>
                      <a:pt x="773" y="8"/>
                      <a:pt x="773" y="8"/>
                      <a:pt x="773" y="8"/>
                    </a:cubicBezTo>
                    <a:cubicBezTo>
                      <a:pt x="765" y="13"/>
                      <a:pt x="757" y="18"/>
                      <a:pt x="749" y="22"/>
                    </a:cubicBezTo>
                    <a:cubicBezTo>
                      <a:pt x="746" y="24"/>
                      <a:pt x="744" y="25"/>
                      <a:pt x="743" y="25"/>
                    </a:cubicBezTo>
                    <a:cubicBezTo>
                      <a:pt x="742" y="26"/>
                      <a:pt x="741" y="26"/>
                      <a:pt x="740" y="26"/>
                    </a:cubicBezTo>
                    <a:cubicBezTo>
                      <a:pt x="740" y="26"/>
                      <a:pt x="739" y="26"/>
                      <a:pt x="738" y="26"/>
                    </a:cubicBezTo>
                    <a:cubicBezTo>
                      <a:pt x="737" y="25"/>
                      <a:pt x="735" y="24"/>
                      <a:pt x="733" y="23"/>
                    </a:cubicBezTo>
                    <a:cubicBezTo>
                      <a:pt x="729" y="20"/>
                      <a:pt x="724" y="17"/>
                      <a:pt x="719" y="14"/>
                    </a:cubicBezTo>
                    <a:cubicBezTo>
                      <a:pt x="714" y="12"/>
                      <a:pt x="709" y="9"/>
                      <a:pt x="703" y="9"/>
                    </a:cubicBezTo>
                    <a:cubicBezTo>
                      <a:pt x="699" y="9"/>
                      <a:pt x="695" y="11"/>
                      <a:pt x="690" y="14"/>
                    </a:cubicBezTo>
                    <a:cubicBezTo>
                      <a:pt x="686" y="17"/>
                      <a:pt x="683" y="19"/>
                      <a:pt x="681" y="21"/>
                    </a:cubicBezTo>
                    <a:cubicBezTo>
                      <a:pt x="680" y="22"/>
                      <a:pt x="679" y="23"/>
                      <a:pt x="679" y="23"/>
                    </a:cubicBezTo>
                    <a:cubicBezTo>
                      <a:pt x="678" y="23"/>
                      <a:pt x="677" y="24"/>
                      <a:pt x="676" y="24"/>
                    </a:cubicBezTo>
                    <a:cubicBezTo>
                      <a:pt x="675" y="24"/>
                      <a:pt x="672" y="23"/>
                      <a:pt x="668" y="21"/>
                    </a:cubicBezTo>
                    <a:cubicBezTo>
                      <a:pt x="665" y="20"/>
                      <a:pt x="661" y="17"/>
                      <a:pt x="656" y="15"/>
                    </a:cubicBezTo>
                    <a:cubicBezTo>
                      <a:pt x="651" y="13"/>
                      <a:pt x="647" y="11"/>
                      <a:pt x="642" y="11"/>
                    </a:cubicBezTo>
                    <a:cubicBezTo>
                      <a:pt x="641" y="11"/>
                      <a:pt x="641" y="11"/>
                      <a:pt x="640" y="11"/>
                    </a:cubicBezTo>
                    <a:cubicBezTo>
                      <a:pt x="635" y="12"/>
                      <a:pt x="630" y="15"/>
                      <a:pt x="625" y="17"/>
                    </a:cubicBezTo>
                    <a:cubicBezTo>
                      <a:pt x="620" y="20"/>
                      <a:pt x="616" y="23"/>
                      <a:pt x="611" y="25"/>
                    </a:cubicBezTo>
                    <a:cubicBezTo>
                      <a:pt x="609" y="25"/>
                      <a:pt x="607" y="26"/>
                      <a:pt x="605" y="26"/>
                    </a:cubicBezTo>
                    <a:cubicBezTo>
                      <a:pt x="603" y="26"/>
                      <a:pt x="601" y="25"/>
                      <a:pt x="599" y="24"/>
                    </a:cubicBezTo>
                    <a:cubicBezTo>
                      <a:pt x="597" y="23"/>
                      <a:pt x="595" y="21"/>
                      <a:pt x="592" y="18"/>
                    </a:cubicBezTo>
                    <a:cubicBezTo>
                      <a:pt x="588" y="16"/>
                      <a:pt x="586" y="14"/>
                      <a:pt x="583" y="13"/>
                    </a:cubicBezTo>
                    <a:cubicBezTo>
                      <a:pt x="580" y="11"/>
                      <a:pt x="578" y="11"/>
                      <a:pt x="574" y="11"/>
                    </a:cubicBezTo>
                    <a:cubicBezTo>
                      <a:pt x="572" y="11"/>
                      <a:pt x="570" y="11"/>
                      <a:pt x="567" y="12"/>
                    </a:cubicBezTo>
                    <a:cubicBezTo>
                      <a:pt x="560" y="14"/>
                      <a:pt x="554" y="17"/>
                      <a:pt x="550" y="20"/>
                    </a:cubicBezTo>
                    <a:cubicBezTo>
                      <a:pt x="545" y="22"/>
                      <a:pt x="542" y="24"/>
                      <a:pt x="538" y="24"/>
                    </a:cubicBezTo>
                    <a:cubicBezTo>
                      <a:pt x="534" y="24"/>
                      <a:pt x="530" y="23"/>
                      <a:pt x="523" y="18"/>
                    </a:cubicBezTo>
                    <a:cubicBezTo>
                      <a:pt x="521" y="17"/>
                      <a:pt x="519" y="15"/>
                      <a:pt x="518" y="14"/>
                    </a:cubicBezTo>
                    <a:cubicBezTo>
                      <a:pt x="518" y="14"/>
                      <a:pt x="517" y="14"/>
                      <a:pt x="516" y="13"/>
                    </a:cubicBezTo>
                    <a:cubicBezTo>
                      <a:pt x="516" y="13"/>
                      <a:pt x="515" y="13"/>
                      <a:pt x="514" y="13"/>
                    </a:cubicBezTo>
                    <a:cubicBezTo>
                      <a:pt x="512" y="13"/>
                      <a:pt x="510" y="14"/>
                      <a:pt x="506" y="15"/>
                    </a:cubicBezTo>
                    <a:cubicBezTo>
                      <a:pt x="501" y="16"/>
                      <a:pt x="497" y="20"/>
                      <a:pt x="492" y="22"/>
                    </a:cubicBezTo>
                    <a:cubicBezTo>
                      <a:pt x="488" y="25"/>
                      <a:pt x="484" y="27"/>
                      <a:pt x="480" y="27"/>
                    </a:cubicBezTo>
                    <a:cubicBezTo>
                      <a:pt x="478" y="27"/>
                      <a:pt x="477" y="27"/>
                      <a:pt x="475" y="26"/>
                    </a:cubicBezTo>
                    <a:cubicBezTo>
                      <a:pt x="471" y="24"/>
                      <a:pt x="467" y="20"/>
                      <a:pt x="462" y="15"/>
                    </a:cubicBezTo>
                    <a:cubicBezTo>
                      <a:pt x="459" y="13"/>
                      <a:pt x="457" y="11"/>
                      <a:pt x="454" y="10"/>
                    </a:cubicBezTo>
                    <a:cubicBezTo>
                      <a:pt x="452" y="8"/>
                      <a:pt x="449" y="7"/>
                      <a:pt x="446" y="7"/>
                    </a:cubicBezTo>
                    <a:cubicBezTo>
                      <a:pt x="445" y="7"/>
                      <a:pt x="444" y="7"/>
                      <a:pt x="444" y="7"/>
                    </a:cubicBezTo>
                    <a:cubicBezTo>
                      <a:pt x="441" y="7"/>
                      <a:pt x="439" y="9"/>
                      <a:pt x="436" y="10"/>
                    </a:cubicBezTo>
                    <a:cubicBezTo>
                      <a:pt x="432" y="13"/>
                      <a:pt x="428" y="16"/>
                      <a:pt x="424" y="20"/>
                    </a:cubicBezTo>
                    <a:cubicBezTo>
                      <a:pt x="420" y="23"/>
                      <a:pt x="416" y="26"/>
                      <a:pt x="414" y="28"/>
                    </a:cubicBezTo>
                    <a:cubicBezTo>
                      <a:pt x="415" y="30"/>
                      <a:pt x="415" y="30"/>
                      <a:pt x="415" y="30"/>
                    </a:cubicBezTo>
                    <a:cubicBezTo>
                      <a:pt x="416" y="28"/>
                      <a:pt x="416" y="28"/>
                      <a:pt x="416" y="28"/>
                    </a:cubicBezTo>
                    <a:cubicBezTo>
                      <a:pt x="412" y="25"/>
                      <a:pt x="409" y="21"/>
                      <a:pt x="405" y="18"/>
                    </a:cubicBezTo>
                    <a:cubicBezTo>
                      <a:pt x="403" y="16"/>
                      <a:pt x="400" y="14"/>
                      <a:pt x="398" y="13"/>
                    </a:cubicBezTo>
                    <a:cubicBezTo>
                      <a:pt x="396" y="12"/>
                      <a:pt x="393" y="11"/>
                      <a:pt x="390" y="11"/>
                    </a:cubicBezTo>
                    <a:cubicBezTo>
                      <a:pt x="389" y="11"/>
                      <a:pt x="388" y="11"/>
                      <a:pt x="387" y="11"/>
                    </a:cubicBezTo>
                    <a:cubicBezTo>
                      <a:pt x="384" y="12"/>
                      <a:pt x="381" y="14"/>
                      <a:pt x="379" y="16"/>
                    </a:cubicBezTo>
                    <a:cubicBezTo>
                      <a:pt x="376" y="17"/>
                      <a:pt x="374" y="19"/>
                      <a:pt x="372" y="21"/>
                    </a:cubicBezTo>
                    <a:cubicBezTo>
                      <a:pt x="366" y="24"/>
                      <a:pt x="361" y="26"/>
                      <a:pt x="357" y="26"/>
                    </a:cubicBezTo>
                    <a:cubicBezTo>
                      <a:pt x="355" y="26"/>
                      <a:pt x="352" y="26"/>
                      <a:pt x="350" y="25"/>
                    </a:cubicBezTo>
                    <a:cubicBezTo>
                      <a:pt x="347" y="23"/>
                      <a:pt x="344" y="21"/>
                      <a:pt x="341" y="18"/>
                    </a:cubicBezTo>
                    <a:cubicBezTo>
                      <a:pt x="338" y="16"/>
                      <a:pt x="334" y="13"/>
                      <a:pt x="329" y="13"/>
                    </a:cubicBezTo>
                    <a:cubicBezTo>
                      <a:pt x="329" y="13"/>
                      <a:pt x="328" y="13"/>
                      <a:pt x="328" y="13"/>
                    </a:cubicBezTo>
                    <a:cubicBezTo>
                      <a:pt x="325" y="13"/>
                      <a:pt x="322" y="14"/>
                      <a:pt x="319" y="15"/>
                    </a:cubicBezTo>
                    <a:cubicBezTo>
                      <a:pt x="316" y="18"/>
                      <a:pt x="313" y="21"/>
                      <a:pt x="310" y="24"/>
                    </a:cubicBezTo>
                    <a:cubicBezTo>
                      <a:pt x="308" y="25"/>
                      <a:pt x="307" y="26"/>
                      <a:pt x="305" y="27"/>
                    </a:cubicBezTo>
                    <a:cubicBezTo>
                      <a:pt x="304" y="28"/>
                      <a:pt x="302" y="28"/>
                      <a:pt x="301" y="28"/>
                    </a:cubicBezTo>
                    <a:cubicBezTo>
                      <a:pt x="300" y="28"/>
                      <a:pt x="300" y="28"/>
                      <a:pt x="300" y="28"/>
                    </a:cubicBezTo>
                    <a:cubicBezTo>
                      <a:pt x="297" y="28"/>
                      <a:pt x="295" y="27"/>
                      <a:pt x="294" y="25"/>
                    </a:cubicBezTo>
                    <a:cubicBezTo>
                      <a:pt x="291" y="23"/>
                      <a:pt x="288" y="20"/>
                      <a:pt x="285" y="18"/>
                    </a:cubicBezTo>
                    <a:cubicBezTo>
                      <a:pt x="282" y="15"/>
                      <a:pt x="278" y="13"/>
                      <a:pt x="273" y="13"/>
                    </a:cubicBezTo>
                    <a:cubicBezTo>
                      <a:pt x="272" y="13"/>
                      <a:pt x="271" y="13"/>
                      <a:pt x="269" y="14"/>
                    </a:cubicBezTo>
                    <a:cubicBezTo>
                      <a:pt x="264" y="15"/>
                      <a:pt x="258" y="17"/>
                      <a:pt x="252" y="20"/>
                    </a:cubicBezTo>
                    <a:cubicBezTo>
                      <a:pt x="246" y="23"/>
                      <a:pt x="240" y="27"/>
                      <a:pt x="236" y="30"/>
                    </a:cubicBezTo>
                    <a:cubicBezTo>
                      <a:pt x="237" y="32"/>
                      <a:pt x="237" y="32"/>
                      <a:pt x="237" y="32"/>
                    </a:cubicBezTo>
                    <a:cubicBezTo>
                      <a:pt x="239" y="31"/>
                      <a:pt x="239" y="31"/>
                      <a:pt x="239" y="31"/>
                    </a:cubicBezTo>
                    <a:cubicBezTo>
                      <a:pt x="236" y="26"/>
                      <a:pt x="231" y="22"/>
                      <a:pt x="225" y="17"/>
                    </a:cubicBezTo>
                    <a:cubicBezTo>
                      <a:pt x="219" y="13"/>
                      <a:pt x="213" y="10"/>
                      <a:pt x="208" y="9"/>
                    </a:cubicBezTo>
                    <a:cubicBezTo>
                      <a:pt x="207" y="9"/>
                      <a:pt x="207" y="9"/>
                      <a:pt x="206" y="9"/>
                    </a:cubicBezTo>
                    <a:cubicBezTo>
                      <a:pt x="203" y="9"/>
                      <a:pt x="200" y="11"/>
                      <a:pt x="197" y="12"/>
                    </a:cubicBezTo>
                    <a:cubicBezTo>
                      <a:pt x="193" y="15"/>
                      <a:pt x="190" y="18"/>
                      <a:pt x="187" y="21"/>
                    </a:cubicBezTo>
                    <a:cubicBezTo>
                      <a:pt x="185" y="22"/>
                      <a:pt x="184" y="23"/>
                      <a:pt x="182" y="24"/>
                    </a:cubicBezTo>
                    <a:cubicBezTo>
                      <a:pt x="181" y="25"/>
                      <a:pt x="179" y="25"/>
                      <a:pt x="178" y="25"/>
                    </a:cubicBezTo>
                    <a:cubicBezTo>
                      <a:pt x="177" y="25"/>
                      <a:pt x="177" y="25"/>
                      <a:pt x="177" y="25"/>
                    </a:cubicBezTo>
                    <a:cubicBezTo>
                      <a:pt x="175" y="25"/>
                      <a:pt x="173" y="24"/>
                      <a:pt x="171" y="22"/>
                    </a:cubicBezTo>
                    <a:cubicBezTo>
                      <a:pt x="168" y="20"/>
                      <a:pt x="164" y="16"/>
                      <a:pt x="161" y="12"/>
                    </a:cubicBezTo>
                    <a:cubicBezTo>
                      <a:pt x="157" y="9"/>
                      <a:pt x="152" y="6"/>
                      <a:pt x="146" y="6"/>
                    </a:cubicBezTo>
                    <a:cubicBezTo>
                      <a:pt x="146" y="6"/>
                      <a:pt x="146" y="6"/>
                      <a:pt x="146" y="6"/>
                    </a:cubicBezTo>
                    <a:cubicBezTo>
                      <a:pt x="143" y="6"/>
                      <a:pt x="140" y="7"/>
                      <a:pt x="137" y="8"/>
                    </a:cubicBezTo>
                    <a:cubicBezTo>
                      <a:pt x="128" y="12"/>
                      <a:pt x="116" y="19"/>
                      <a:pt x="111" y="22"/>
                    </a:cubicBezTo>
                    <a:cubicBezTo>
                      <a:pt x="112" y="24"/>
                      <a:pt x="112" y="24"/>
                      <a:pt x="112" y="24"/>
                    </a:cubicBezTo>
                    <a:cubicBezTo>
                      <a:pt x="113" y="22"/>
                      <a:pt x="113" y="22"/>
                      <a:pt x="113" y="22"/>
                    </a:cubicBezTo>
                    <a:cubicBezTo>
                      <a:pt x="104" y="17"/>
                      <a:pt x="96" y="11"/>
                      <a:pt x="86" y="6"/>
                    </a:cubicBezTo>
                    <a:cubicBezTo>
                      <a:pt x="81" y="3"/>
                      <a:pt x="77" y="2"/>
                      <a:pt x="74" y="2"/>
                    </a:cubicBezTo>
                    <a:cubicBezTo>
                      <a:pt x="71" y="2"/>
                      <a:pt x="69" y="2"/>
                      <a:pt x="67" y="4"/>
                    </a:cubicBezTo>
                    <a:cubicBezTo>
                      <a:pt x="64" y="5"/>
                      <a:pt x="62" y="7"/>
                      <a:pt x="58" y="9"/>
                    </a:cubicBezTo>
                    <a:cubicBezTo>
                      <a:pt x="53" y="11"/>
                      <a:pt x="50" y="12"/>
                      <a:pt x="48" y="12"/>
                    </a:cubicBezTo>
                    <a:cubicBezTo>
                      <a:pt x="47" y="12"/>
                      <a:pt x="46" y="12"/>
                      <a:pt x="45" y="12"/>
                    </a:cubicBezTo>
                    <a:cubicBezTo>
                      <a:pt x="43" y="11"/>
                      <a:pt x="41" y="9"/>
                      <a:pt x="39" y="7"/>
                    </a:cubicBezTo>
                    <a:cubicBezTo>
                      <a:pt x="36" y="5"/>
                      <a:pt x="33" y="4"/>
                      <a:pt x="29" y="2"/>
                    </a:cubicBezTo>
                    <a:cubicBezTo>
                      <a:pt x="27" y="1"/>
                      <a:pt x="25" y="1"/>
                      <a:pt x="23" y="1"/>
                    </a:cubicBezTo>
                    <a:cubicBezTo>
                      <a:pt x="18" y="1"/>
                      <a:pt x="13" y="3"/>
                      <a:pt x="10" y="6"/>
                    </a:cubicBezTo>
                    <a:cubicBezTo>
                      <a:pt x="6" y="8"/>
                      <a:pt x="2" y="11"/>
                      <a:pt x="0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7" name="Freeform 145">
                <a:extLst>
                  <a:ext uri="{FF2B5EF4-FFF2-40B4-BE49-F238E27FC236}">
                    <a16:creationId xmlns:a16="http://schemas.microsoft.com/office/drawing/2014/main" id="{E2C30E17-15F4-4AF0-9960-1059C0D6D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796"/>
                <a:ext cx="3702" cy="80"/>
              </a:xfrm>
              <a:custGeom>
                <a:avLst/>
                <a:gdLst>
                  <a:gd name="T0" fmla="*/ 75 w 1481"/>
                  <a:gd name="T1" fmla="*/ 175 h 32"/>
                  <a:gd name="T2" fmla="*/ 562 w 1481"/>
                  <a:gd name="T3" fmla="*/ 238 h 32"/>
                  <a:gd name="T4" fmla="*/ 1375 w 1481"/>
                  <a:gd name="T5" fmla="*/ 220 h 32"/>
                  <a:gd name="T6" fmla="*/ 2780 w 1481"/>
                  <a:gd name="T7" fmla="*/ 250 h 32"/>
                  <a:gd name="T8" fmla="*/ 3655 w 1481"/>
                  <a:gd name="T9" fmla="*/ 300 h 32"/>
                  <a:gd name="T10" fmla="*/ 4812 w 1481"/>
                  <a:gd name="T11" fmla="*/ 300 h 32"/>
                  <a:gd name="T12" fmla="*/ 5699 w 1481"/>
                  <a:gd name="T13" fmla="*/ 283 h 32"/>
                  <a:gd name="T14" fmla="*/ 6574 w 1481"/>
                  <a:gd name="T15" fmla="*/ 238 h 32"/>
                  <a:gd name="T16" fmla="*/ 7541 w 1481"/>
                  <a:gd name="T17" fmla="*/ 238 h 32"/>
                  <a:gd name="T18" fmla="*/ 8074 w 1481"/>
                  <a:gd name="T19" fmla="*/ 470 h 32"/>
                  <a:gd name="T20" fmla="*/ 8479 w 1481"/>
                  <a:gd name="T21" fmla="*/ 250 h 32"/>
                  <a:gd name="T22" fmla="*/ 9104 w 1481"/>
                  <a:gd name="T23" fmla="*/ 425 h 32"/>
                  <a:gd name="T24" fmla="*/ 9996 w 1481"/>
                  <a:gd name="T25" fmla="*/ 438 h 32"/>
                  <a:gd name="T26" fmla="*/ 10884 w 1481"/>
                  <a:gd name="T27" fmla="*/ 375 h 32"/>
                  <a:gd name="T28" fmla="*/ 11383 w 1481"/>
                  <a:gd name="T29" fmla="*/ 208 h 32"/>
                  <a:gd name="T30" fmla="*/ 12496 w 1481"/>
                  <a:gd name="T31" fmla="*/ 313 h 32"/>
                  <a:gd name="T32" fmla="*/ 13071 w 1481"/>
                  <a:gd name="T33" fmla="*/ 333 h 32"/>
                  <a:gd name="T34" fmla="*/ 13933 w 1481"/>
                  <a:gd name="T35" fmla="*/ 395 h 32"/>
                  <a:gd name="T36" fmla="*/ 14883 w 1481"/>
                  <a:gd name="T37" fmla="*/ 408 h 32"/>
                  <a:gd name="T38" fmla="*/ 15758 w 1481"/>
                  <a:gd name="T39" fmla="*/ 425 h 32"/>
                  <a:gd name="T40" fmla="*/ 16308 w 1481"/>
                  <a:gd name="T41" fmla="*/ 175 h 32"/>
                  <a:gd name="T42" fmla="*/ 16790 w 1481"/>
                  <a:gd name="T43" fmla="*/ 425 h 32"/>
                  <a:gd name="T44" fmla="*/ 17808 w 1481"/>
                  <a:gd name="T45" fmla="*/ 488 h 32"/>
                  <a:gd name="T46" fmla="*/ 18570 w 1481"/>
                  <a:gd name="T47" fmla="*/ 375 h 32"/>
                  <a:gd name="T48" fmla="*/ 19745 w 1481"/>
                  <a:gd name="T49" fmla="*/ 408 h 32"/>
                  <a:gd name="T50" fmla="*/ 20787 w 1481"/>
                  <a:gd name="T51" fmla="*/ 333 h 32"/>
                  <a:gd name="T52" fmla="*/ 21195 w 1481"/>
                  <a:gd name="T53" fmla="*/ 125 h 32"/>
                  <a:gd name="T54" fmla="*/ 21587 w 1481"/>
                  <a:gd name="T55" fmla="*/ 300 h 32"/>
                  <a:gd name="T56" fmla="*/ 22150 w 1481"/>
                  <a:gd name="T57" fmla="*/ 220 h 32"/>
                  <a:gd name="T58" fmla="*/ 22744 w 1481"/>
                  <a:gd name="T59" fmla="*/ 125 h 32"/>
                  <a:gd name="T60" fmla="*/ 22932 w 1481"/>
                  <a:gd name="T61" fmla="*/ 113 h 32"/>
                  <a:gd name="T62" fmla="*/ 22257 w 1481"/>
                  <a:gd name="T63" fmla="*/ 238 h 32"/>
                  <a:gd name="T64" fmla="*/ 21682 w 1481"/>
                  <a:gd name="T65" fmla="*/ 175 h 32"/>
                  <a:gd name="T66" fmla="*/ 21382 w 1481"/>
                  <a:gd name="T67" fmla="*/ 158 h 32"/>
                  <a:gd name="T68" fmla="*/ 20820 w 1481"/>
                  <a:gd name="T69" fmla="*/ 250 h 32"/>
                  <a:gd name="T70" fmla="*/ 20807 w 1481"/>
                  <a:gd name="T71" fmla="*/ 270 h 32"/>
                  <a:gd name="T72" fmla="*/ 20287 w 1481"/>
                  <a:gd name="T73" fmla="*/ 113 h 32"/>
                  <a:gd name="T74" fmla="*/ 18945 w 1481"/>
                  <a:gd name="T75" fmla="*/ 300 h 32"/>
                  <a:gd name="T76" fmla="*/ 17790 w 1481"/>
                  <a:gd name="T77" fmla="*/ 458 h 32"/>
                  <a:gd name="T78" fmla="*/ 16903 w 1481"/>
                  <a:gd name="T79" fmla="*/ 300 h 32"/>
                  <a:gd name="T80" fmla="*/ 16403 w 1481"/>
                  <a:gd name="T81" fmla="*/ 158 h 32"/>
                  <a:gd name="T82" fmla="*/ 15808 w 1481"/>
                  <a:gd name="T83" fmla="*/ 333 h 32"/>
                  <a:gd name="T84" fmla="*/ 15320 w 1481"/>
                  <a:gd name="T85" fmla="*/ 145 h 32"/>
                  <a:gd name="T86" fmla="*/ 14353 w 1481"/>
                  <a:gd name="T87" fmla="*/ 158 h 32"/>
                  <a:gd name="T88" fmla="*/ 13353 w 1481"/>
                  <a:gd name="T89" fmla="*/ 125 h 32"/>
                  <a:gd name="T90" fmla="*/ 12603 w 1481"/>
                  <a:gd name="T91" fmla="*/ 208 h 32"/>
                  <a:gd name="T92" fmla="*/ 11558 w 1481"/>
                  <a:gd name="T93" fmla="*/ 145 h 32"/>
                  <a:gd name="T94" fmla="*/ 11009 w 1481"/>
                  <a:gd name="T95" fmla="*/ 345 h 32"/>
                  <a:gd name="T96" fmla="*/ 10279 w 1481"/>
                  <a:gd name="T97" fmla="*/ 300 h 32"/>
                  <a:gd name="T98" fmla="*/ 9404 w 1481"/>
                  <a:gd name="T99" fmla="*/ 270 h 32"/>
                  <a:gd name="T100" fmla="*/ 8624 w 1481"/>
                  <a:gd name="T101" fmla="*/ 188 h 32"/>
                  <a:gd name="T102" fmla="*/ 8091 w 1481"/>
                  <a:gd name="T103" fmla="*/ 408 h 32"/>
                  <a:gd name="T104" fmla="*/ 7686 w 1481"/>
                  <a:gd name="T105" fmla="*/ 145 h 32"/>
                  <a:gd name="T106" fmla="*/ 6729 w 1481"/>
                  <a:gd name="T107" fmla="*/ 238 h 32"/>
                  <a:gd name="T108" fmla="*/ 6092 w 1481"/>
                  <a:gd name="T109" fmla="*/ 395 h 32"/>
                  <a:gd name="T110" fmla="*/ 5042 w 1481"/>
                  <a:gd name="T111" fmla="*/ 345 h 32"/>
                  <a:gd name="T112" fmla="*/ 3937 w 1481"/>
                  <a:gd name="T113" fmla="*/ 220 h 32"/>
                  <a:gd name="T114" fmla="*/ 3155 w 1481"/>
                  <a:gd name="T115" fmla="*/ 283 h 32"/>
                  <a:gd name="T116" fmla="*/ 1842 w 1481"/>
                  <a:gd name="T117" fmla="*/ 145 h 32"/>
                  <a:gd name="T118" fmla="*/ 855 w 1481"/>
                  <a:gd name="T119" fmla="*/ 63 h 32"/>
                  <a:gd name="T120" fmla="*/ 280 w 1481"/>
                  <a:gd name="T121" fmla="*/ 175 h 32"/>
                  <a:gd name="T122" fmla="*/ 62 w 1481"/>
                  <a:gd name="T123" fmla="*/ 158 h 32"/>
                  <a:gd name="T124" fmla="*/ 62 w 1481"/>
                  <a:gd name="T125" fmla="*/ 95 h 3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481" h="32"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0"/>
                      <a:pt x="4" y="11"/>
                      <a:pt x="5" y="11"/>
                    </a:cubicBezTo>
                    <a:cubicBezTo>
                      <a:pt x="7" y="12"/>
                      <a:pt x="9" y="13"/>
                      <a:pt x="11" y="13"/>
                    </a:cubicBezTo>
                    <a:cubicBezTo>
                      <a:pt x="13" y="14"/>
                      <a:pt x="15" y="14"/>
                      <a:pt x="16" y="15"/>
                    </a:cubicBezTo>
                    <a:cubicBezTo>
                      <a:pt x="18" y="15"/>
                      <a:pt x="20" y="16"/>
                      <a:pt x="21" y="17"/>
                    </a:cubicBezTo>
                    <a:cubicBezTo>
                      <a:pt x="23" y="18"/>
                      <a:pt x="26" y="19"/>
                      <a:pt x="28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8"/>
                      <a:pt x="32" y="18"/>
                      <a:pt x="33" y="17"/>
                    </a:cubicBezTo>
                    <a:cubicBezTo>
                      <a:pt x="34" y="16"/>
                      <a:pt x="35" y="15"/>
                      <a:pt x="36" y="15"/>
                    </a:cubicBezTo>
                    <a:cubicBezTo>
                      <a:pt x="39" y="14"/>
                      <a:pt x="42" y="13"/>
                      <a:pt x="46" y="11"/>
                    </a:cubicBezTo>
                    <a:cubicBezTo>
                      <a:pt x="50" y="9"/>
                      <a:pt x="53" y="8"/>
                      <a:pt x="55" y="8"/>
                    </a:cubicBezTo>
                    <a:cubicBezTo>
                      <a:pt x="57" y="8"/>
                      <a:pt x="59" y="9"/>
                      <a:pt x="60" y="9"/>
                    </a:cubicBezTo>
                    <a:cubicBezTo>
                      <a:pt x="65" y="11"/>
                      <a:pt x="68" y="14"/>
                      <a:pt x="73" y="16"/>
                    </a:cubicBezTo>
                    <a:cubicBezTo>
                      <a:pt x="75" y="17"/>
                      <a:pt x="77" y="17"/>
                      <a:pt x="79" y="17"/>
                    </a:cubicBezTo>
                    <a:cubicBezTo>
                      <a:pt x="80" y="17"/>
                      <a:pt x="82" y="17"/>
                      <a:pt x="83" y="16"/>
                    </a:cubicBezTo>
                    <a:cubicBezTo>
                      <a:pt x="85" y="16"/>
                      <a:pt x="86" y="15"/>
                      <a:pt x="88" y="14"/>
                    </a:cubicBezTo>
                    <a:cubicBezTo>
                      <a:pt x="93" y="12"/>
                      <a:pt x="98" y="11"/>
                      <a:pt x="103" y="11"/>
                    </a:cubicBezTo>
                    <a:cubicBezTo>
                      <a:pt x="107" y="11"/>
                      <a:pt x="112" y="11"/>
                      <a:pt x="117" y="13"/>
                    </a:cubicBezTo>
                    <a:cubicBezTo>
                      <a:pt x="123" y="16"/>
                      <a:pt x="130" y="19"/>
                      <a:pt x="137" y="21"/>
                    </a:cubicBezTo>
                    <a:cubicBezTo>
                      <a:pt x="141" y="22"/>
                      <a:pt x="144" y="23"/>
                      <a:pt x="146" y="23"/>
                    </a:cubicBezTo>
                    <a:cubicBezTo>
                      <a:pt x="150" y="23"/>
                      <a:pt x="153" y="22"/>
                      <a:pt x="157" y="21"/>
                    </a:cubicBezTo>
                    <a:cubicBezTo>
                      <a:pt x="161" y="20"/>
                      <a:pt x="165" y="19"/>
                      <a:pt x="169" y="17"/>
                    </a:cubicBezTo>
                    <a:cubicBezTo>
                      <a:pt x="173" y="16"/>
                      <a:pt x="175" y="16"/>
                      <a:pt x="178" y="16"/>
                    </a:cubicBezTo>
                    <a:cubicBezTo>
                      <a:pt x="179" y="16"/>
                      <a:pt x="181" y="16"/>
                      <a:pt x="182" y="16"/>
                    </a:cubicBezTo>
                    <a:cubicBezTo>
                      <a:pt x="188" y="17"/>
                      <a:pt x="195" y="19"/>
                      <a:pt x="201" y="22"/>
                    </a:cubicBezTo>
                    <a:cubicBezTo>
                      <a:pt x="202" y="22"/>
                      <a:pt x="204" y="23"/>
                      <a:pt x="206" y="24"/>
                    </a:cubicBezTo>
                    <a:cubicBezTo>
                      <a:pt x="208" y="25"/>
                      <a:pt x="210" y="26"/>
                      <a:pt x="212" y="27"/>
                    </a:cubicBezTo>
                    <a:cubicBezTo>
                      <a:pt x="213" y="27"/>
                      <a:pt x="213" y="27"/>
                      <a:pt x="213" y="27"/>
                    </a:cubicBezTo>
                    <a:cubicBezTo>
                      <a:pt x="217" y="27"/>
                      <a:pt x="221" y="25"/>
                      <a:pt x="224" y="23"/>
                    </a:cubicBezTo>
                    <a:cubicBezTo>
                      <a:pt x="228" y="22"/>
                      <a:pt x="232" y="20"/>
                      <a:pt x="234" y="19"/>
                    </a:cubicBezTo>
                    <a:cubicBezTo>
                      <a:pt x="238" y="17"/>
                      <a:pt x="240" y="17"/>
                      <a:pt x="243" y="17"/>
                    </a:cubicBezTo>
                    <a:cubicBezTo>
                      <a:pt x="245" y="17"/>
                      <a:pt x="247" y="17"/>
                      <a:pt x="250" y="18"/>
                    </a:cubicBezTo>
                    <a:cubicBezTo>
                      <a:pt x="255" y="20"/>
                      <a:pt x="260" y="23"/>
                      <a:pt x="265" y="25"/>
                    </a:cubicBezTo>
                    <a:cubicBezTo>
                      <a:pt x="270" y="28"/>
                      <a:pt x="275" y="30"/>
                      <a:pt x="281" y="30"/>
                    </a:cubicBezTo>
                    <a:cubicBezTo>
                      <a:pt x="282" y="30"/>
                      <a:pt x="284" y="30"/>
                      <a:pt x="286" y="29"/>
                    </a:cubicBezTo>
                    <a:cubicBezTo>
                      <a:pt x="291" y="28"/>
                      <a:pt x="295" y="24"/>
                      <a:pt x="300" y="22"/>
                    </a:cubicBezTo>
                    <a:cubicBezTo>
                      <a:pt x="303" y="20"/>
                      <a:pt x="306" y="19"/>
                      <a:pt x="308" y="19"/>
                    </a:cubicBezTo>
                    <a:cubicBezTo>
                      <a:pt x="309" y="19"/>
                      <a:pt x="310" y="19"/>
                      <a:pt x="311" y="20"/>
                    </a:cubicBezTo>
                    <a:cubicBezTo>
                      <a:pt x="313" y="20"/>
                      <a:pt x="317" y="23"/>
                      <a:pt x="321" y="26"/>
                    </a:cubicBezTo>
                    <a:cubicBezTo>
                      <a:pt x="324" y="28"/>
                      <a:pt x="328" y="30"/>
                      <a:pt x="333" y="30"/>
                    </a:cubicBezTo>
                    <a:cubicBezTo>
                      <a:pt x="333" y="30"/>
                      <a:pt x="334" y="30"/>
                      <a:pt x="334" y="30"/>
                    </a:cubicBezTo>
                    <a:cubicBezTo>
                      <a:pt x="339" y="29"/>
                      <a:pt x="344" y="26"/>
                      <a:pt x="348" y="23"/>
                    </a:cubicBezTo>
                    <a:cubicBezTo>
                      <a:pt x="353" y="20"/>
                      <a:pt x="357" y="17"/>
                      <a:pt x="361" y="17"/>
                    </a:cubicBezTo>
                    <a:cubicBezTo>
                      <a:pt x="362" y="17"/>
                      <a:pt x="364" y="17"/>
                      <a:pt x="365" y="18"/>
                    </a:cubicBezTo>
                    <a:cubicBezTo>
                      <a:pt x="370" y="20"/>
                      <a:pt x="375" y="23"/>
                      <a:pt x="380" y="26"/>
                    </a:cubicBezTo>
                    <a:cubicBezTo>
                      <a:pt x="384" y="28"/>
                      <a:pt x="386" y="29"/>
                      <a:pt x="390" y="29"/>
                    </a:cubicBezTo>
                    <a:cubicBezTo>
                      <a:pt x="392" y="29"/>
                      <a:pt x="394" y="28"/>
                      <a:pt x="396" y="27"/>
                    </a:cubicBezTo>
                    <a:cubicBezTo>
                      <a:pt x="402" y="25"/>
                      <a:pt x="407" y="21"/>
                      <a:pt x="413" y="18"/>
                    </a:cubicBezTo>
                    <a:cubicBezTo>
                      <a:pt x="414" y="17"/>
                      <a:pt x="415" y="17"/>
                      <a:pt x="417" y="16"/>
                    </a:cubicBezTo>
                    <a:cubicBezTo>
                      <a:pt x="418" y="15"/>
                      <a:pt x="420" y="15"/>
                      <a:pt x="421" y="15"/>
                    </a:cubicBezTo>
                    <a:cubicBezTo>
                      <a:pt x="421" y="15"/>
                      <a:pt x="421" y="15"/>
                      <a:pt x="421" y="15"/>
                    </a:cubicBezTo>
                    <a:cubicBezTo>
                      <a:pt x="422" y="15"/>
                      <a:pt x="423" y="16"/>
                      <a:pt x="425" y="17"/>
                    </a:cubicBezTo>
                    <a:cubicBezTo>
                      <a:pt x="426" y="17"/>
                      <a:pt x="428" y="18"/>
                      <a:pt x="430" y="19"/>
                    </a:cubicBezTo>
                    <a:cubicBezTo>
                      <a:pt x="432" y="19"/>
                      <a:pt x="434" y="20"/>
                      <a:pt x="437" y="21"/>
                    </a:cubicBezTo>
                    <a:cubicBezTo>
                      <a:pt x="442" y="22"/>
                      <a:pt x="446" y="24"/>
                      <a:pt x="450" y="24"/>
                    </a:cubicBezTo>
                    <a:cubicBezTo>
                      <a:pt x="453" y="24"/>
                      <a:pt x="455" y="23"/>
                      <a:pt x="458" y="22"/>
                    </a:cubicBezTo>
                    <a:cubicBezTo>
                      <a:pt x="464" y="20"/>
                      <a:pt x="469" y="19"/>
                      <a:pt x="475" y="18"/>
                    </a:cubicBezTo>
                    <a:cubicBezTo>
                      <a:pt x="478" y="17"/>
                      <a:pt x="480" y="16"/>
                      <a:pt x="483" y="15"/>
                    </a:cubicBezTo>
                    <a:cubicBezTo>
                      <a:pt x="486" y="14"/>
                      <a:pt x="488" y="13"/>
                      <a:pt x="490" y="13"/>
                    </a:cubicBezTo>
                    <a:cubicBezTo>
                      <a:pt x="490" y="13"/>
                      <a:pt x="491" y="13"/>
                      <a:pt x="491" y="13"/>
                    </a:cubicBezTo>
                    <a:cubicBezTo>
                      <a:pt x="493" y="14"/>
                      <a:pt x="496" y="16"/>
                      <a:pt x="499" y="18"/>
                    </a:cubicBezTo>
                    <a:cubicBezTo>
                      <a:pt x="502" y="20"/>
                      <a:pt x="505" y="22"/>
                      <a:pt x="508" y="24"/>
                    </a:cubicBezTo>
                    <a:cubicBezTo>
                      <a:pt x="509" y="25"/>
                      <a:pt x="510" y="26"/>
                      <a:pt x="512" y="27"/>
                    </a:cubicBezTo>
                    <a:cubicBezTo>
                      <a:pt x="513" y="28"/>
                      <a:pt x="514" y="29"/>
                      <a:pt x="515" y="29"/>
                    </a:cubicBezTo>
                    <a:cubicBezTo>
                      <a:pt x="515" y="30"/>
                      <a:pt x="516" y="30"/>
                      <a:pt x="517" y="30"/>
                    </a:cubicBezTo>
                    <a:cubicBezTo>
                      <a:pt x="517" y="30"/>
                      <a:pt x="517" y="30"/>
                      <a:pt x="517" y="30"/>
                    </a:cubicBezTo>
                    <a:cubicBezTo>
                      <a:pt x="517" y="30"/>
                      <a:pt x="517" y="30"/>
                      <a:pt x="517" y="30"/>
                    </a:cubicBezTo>
                    <a:cubicBezTo>
                      <a:pt x="518" y="30"/>
                      <a:pt x="518" y="30"/>
                      <a:pt x="518" y="30"/>
                    </a:cubicBezTo>
                    <a:cubicBezTo>
                      <a:pt x="520" y="30"/>
                      <a:pt x="521" y="30"/>
                      <a:pt x="523" y="29"/>
                    </a:cubicBezTo>
                    <a:cubicBezTo>
                      <a:pt x="526" y="27"/>
                      <a:pt x="528" y="26"/>
                      <a:pt x="531" y="24"/>
                    </a:cubicBezTo>
                    <a:cubicBezTo>
                      <a:pt x="533" y="22"/>
                      <a:pt x="535" y="20"/>
                      <a:pt x="537" y="20"/>
                    </a:cubicBezTo>
                    <a:cubicBezTo>
                      <a:pt x="539" y="18"/>
                      <a:pt x="541" y="17"/>
                      <a:pt x="543" y="16"/>
                    </a:cubicBezTo>
                    <a:cubicBezTo>
                      <a:pt x="544" y="15"/>
                      <a:pt x="545" y="14"/>
                      <a:pt x="547" y="14"/>
                    </a:cubicBezTo>
                    <a:cubicBezTo>
                      <a:pt x="548" y="14"/>
                      <a:pt x="549" y="15"/>
                      <a:pt x="550" y="15"/>
                    </a:cubicBezTo>
                    <a:cubicBezTo>
                      <a:pt x="557" y="19"/>
                      <a:pt x="563" y="21"/>
                      <a:pt x="569" y="24"/>
                    </a:cubicBezTo>
                    <a:cubicBezTo>
                      <a:pt x="570" y="24"/>
                      <a:pt x="572" y="25"/>
                      <a:pt x="573" y="26"/>
                    </a:cubicBezTo>
                    <a:cubicBezTo>
                      <a:pt x="575" y="27"/>
                      <a:pt x="577" y="28"/>
                      <a:pt x="579" y="28"/>
                    </a:cubicBezTo>
                    <a:cubicBezTo>
                      <a:pt x="579" y="29"/>
                      <a:pt x="579" y="29"/>
                      <a:pt x="579" y="29"/>
                    </a:cubicBezTo>
                    <a:cubicBezTo>
                      <a:pt x="581" y="28"/>
                      <a:pt x="582" y="28"/>
                      <a:pt x="583" y="27"/>
                    </a:cubicBezTo>
                    <a:cubicBezTo>
                      <a:pt x="585" y="27"/>
                      <a:pt x="586" y="26"/>
                      <a:pt x="587" y="26"/>
                    </a:cubicBezTo>
                    <a:cubicBezTo>
                      <a:pt x="592" y="24"/>
                      <a:pt x="598" y="23"/>
                      <a:pt x="603" y="21"/>
                    </a:cubicBezTo>
                    <a:cubicBezTo>
                      <a:pt x="605" y="20"/>
                      <a:pt x="607" y="19"/>
                      <a:pt x="609" y="18"/>
                    </a:cubicBezTo>
                    <a:cubicBezTo>
                      <a:pt x="611" y="17"/>
                      <a:pt x="613" y="17"/>
                      <a:pt x="614" y="16"/>
                    </a:cubicBezTo>
                    <a:cubicBezTo>
                      <a:pt x="615" y="16"/>
                      <a:pt x="615" y="16"/>
                      <a:pt x="616" y="16"/>
                    </a:cubicBezTo>
                    <a:cubicBezTo>
                      <a:pt x="619" y="16"/>
                      <a:pt x="623" y="18"/>
                      <a:pt x="627" y="21"/>
                    </a:cubicBezTo>
                    <a:cubicBezTo>
                      <a:pt x="631" y="24"/>
                      <a:pt x="636" y="27"/>
                      <a:pt x="640" y="28"/>
                    </a:cubicBezTo>
                    <a:cubicBezTo>
                      <a:pt x="641" y="29"/>
                      <a:pt x="643" y="29"/>
                      <a:pt x="644" y="29"/>
                    </a:cubicBezTo>
                    <a:cubicBezTo>
                      <a:pt x="650" y="29"/>
                      <a:pt x="655" y="26"/>
                      <a:pt x="660" y="23"/>
                    </a:cubicBezTo>
                    <a:cubicBezTo>
                      <a:pt x="665" y="20"/>
                      <a:pt x="670" y="17"/>
                      <a:pt x="673" y="16"/>
                    </a:cubicBezTo>
                    <a:cubicBezTo>
                      <a:pt x="674" y="16"/>
                      <a:pt x="674" y="16"/>
                      <a:pt x="674" y="16"/>
                    </a:cubicBezTo>
                    <a:cubicBezTo>
                      <a:pt x="677" y="16"/>
                      <a:pt x="680" y="17"/>
                      <a:pt x="683" y="18"/>
                    </a:cubicBezTo>
                    <a:cubicBezTo>
                      <a:pt x="686" y="19"/>
                      <a:pt x="689" y="21"/>
                      <a:pt x="691" y="22"/>
                    </a:cubicBezTo>
                    <a:cubicBezTo>
                      <a:pt x="693" y="22"/>
                      <a:pt x="695" y="23"/>
                      <a:pt x="697" y="24"/>
                    </a:cubicBezTo>
                    <a:cubicBezTo>
                      <a:pt x="700" y="25"/>
                      <a:pt x="702" y="26"/>
                      <a:pt x="704" y="26"/>
                    </a:cubicBezTo>
                    <a:cubicBezTo>
                      <a:pt x="705" y="26"/>
                      <a:pt x="705" y="26"/>
                      <a:pt x="705" y="26"/>
                    </a:cubicBezTo>
                    <a:cubicBezTo>
                      <a:pt x="705" y="26"/>
                      <a:pt x="705" y="26"/>
                      <a:pt x="705" y="26"/>
                    </a:cubicBezTo>
                    <a:cubicBezTo>
                      <a:pt x="705" y="26"/>
                      <a:pt x="705" y="26"/>
                      <a:pt x="705" y="26"/>
                    </a:cubicBezTo>
                    <a:cubicBezTo>
                      <a:pt x="707" y="26"/>
                      <a:pt x="710" y="25"/>
                      <a:pt x="711" y="24"/>
                    </a:cubicBezTo>
                    <a:cubicBezTo>
                      <a:pt x="713" y="22"/>
                      <a:pt x="714" y="21"/>
                      <a:pt x="716" y="20"/>
                    </a:cubicBezTo>
                    <a:cubicBezTo>
                      <a:pt x="719" y="17"/>
                      <a:pt x="724" y="15"/>
                      <a:pt x="729" y="13"/>
                    </a:cubicBezTo>
                    <a:cubicBezTo>
                      <a:pt x="731" y="12"/>
                      <a:pt x="732" y="12"/>
                      <a:pt x="734" y="12"/>
                    </a:cubicBezTo>
                    <a:cubicBezTo>
                      <a:pt x="735" y="12"/>
                      <a:pt x="736" y="12"/>
                      <a:pt x="738" y="13"/>
                    </a:cubicBezTo>
                    <a:cubicBezTo>
                      <a:pt x="740" y="14"/>
                      <a:pt x="742" y="15"/>
                      <a:pt x="744" y="16"/>
                    </a:cubicBezTo>
                    <a:cubicBezTo>
                      <a:pt x="753" y="19"/>
                      <a:pt x="762" y="24"/>
                      <a:pt x="772" y="26"/>
                    </a:cubicBezTo>
                    <a:cubicBezTo>
                      <a:pt x="773" y="27"/>
                      <a:pt x="774" y="27"/>
                      <a:pt x="775" y="27"/>
                    </a:cubicBezTo>
                    <a:cubicBezTo>
                      <a:pt x="779" y="27"/>
                      <a:pt x="784" y="26"/>
                      <a:pt x="789" y="24"/>
                    </a:cubicBezTo>
                    <a:cubicBezTo>
                      <a:pt x="793" y="23"/>
                      <a:pt x="797" y="21"/>
                      <a:pt x="800" y="20"/>
                    </a:cubicBezTo>
                    <a:cubicBezTo>
                      <a:pt x="802" y="19"/>
                      <a:pt x="803" y="18"/>
                      <a:pt x="804" y="17"/>
                    </a:cubicBezTo>
                    <a:cubicBezTo>
                      <a:pt x="805" y="17"/>
                      <a:pt x="806" y="17"/>
                      <a:pt x="807" y="17"/>
                    </a:cubicBezTo>
                    <a:cubicBezTo>
                      <a:pt x="807" y="17"/>
                      <a:pt x="808" y="17"/>
                      <a:pt x="808" y="17"/>
                    </a:cubicBezTo>
                    <a:cubicBezTo>
                      <a:pt x="810" y="17"/>
                      <a:pt x="812" y="18"/>
                      <a:pt x="814" y="20"/>
                    </a:cubicBezTo>
                    <a:cubicBezTo>
                      <a:pt x="816" y="21"/>
                      <a:pt x="819" y="23"/>
                      <a:pt x="821" y="24"/>
                    </a:cubicBezTo>
                    <a:cubicBezTo>
                      <a:pt x="823" y="25"/>
                      <a:pt x="824" y="25"/>
                      <a:pt x="825" y="25"/>
                    </a:cubicBezTo>
                    <a:cubicBezTo>
                      <a:pt x="829" y="25"/>
                      <a:pt x="834" y="23"/>
                      <a:pt x="837" y="21"/>
                    </a:cubicBezTo>
                    <a:cubicBezTo>
                      <a:pt x="840" y="20"/>
                      <a:pt x="843" y="18"/>
                      <a:pt x="847" y="16"/>
                    </a:cubicBezTo>
                    <a:cubicBezTo>
                      <a:pt x="850" y="14"/>
                      <a:pt x="853" y="12"/>
                      <a:pt x="855" y="12"/>
                    </a:cubicBezTo>
                    <a:cubicBezTo>
                      <a:pt x="855" y="12"/>
                      <a:pt x="855" y="12"/>
                      <a:pt x="855" y="12"/>
                    </a:cubicBezTo>
                    <a:cubicBezTo>
                      <a:pt x="857" y="12"/>
                      <a:pt x="859" y="13"/>
                      <a:pt x="861" y="14"/>
                    </a:cubicBezTo>
                    <a:cubicBezTo>
                      <a:pt x="863" y="15"/>
                      <a:pt x="866" y="17"/>
                      <a:pt x="868" y="17"/>
                    </a:cubicBezTo>
                    <a:cubicBezTo>
                      <a:pt x="874" y="19"/>
                      <a:pt x="879" y="20"/>
                      <a:pt x="884" y="23"/>
                    </a:cubicBezTo>
                    <a:cubicBezTo>
                      <a:pt x="887" y="24"/>
                      <a:pt x="889" y="25"/>
                      <a:pt x="892" y="25"/>
                    </a:cubicBezTo>
                    <a:cubicBezTo>
                      <a:pt x="897" y="25"/>
                      <a:pt x="902" y="22"/>
                      <a:pt x="907" y="20"/>
                    </a:cubicBezTo>
                    <a:cubicBezTo>
                      <a:pt x="911" y="18"/>
                      <a:pt x="916" y="15"/>
                      <a:pt x="920" y="14"/>
                    </a:cubicBezTo>
                    <a:cubicBezTo>
                      <a:pt x="921" y="14"/>
                      <a:pt x="922" y="13"/>
                      <a:pt x="923" y="13"/>
                    </a:cubicBezTo>
                    <a:cubicBezTo>
                      <a:pt x="925" y="13"/>
                      <a:pt x="928" y="14"/>
                      <a:pt x="931" y="16"/>
                    </a:cubicBezTo>
                    <a:cubicBezTo>
                      <a:pt x="934" y="17"/>
                      <a:pt x="937" y="19"/>
                      <a:pt x="940" y="21"/>
                    </a:cubicBezTo>
                    <a:cubicBezTo>
                      <a:pt x="942" y="22"/>
                      <a:pt x="944" y="24"/>
                      <a:pt x="946" y="25"/>
                    </a:cubicBezTo>
                    <a:cubicBezTo>
                      <a:pt x="948" y="26"/>
                      <a:pt x="950" y="26"/>
                      <a:pt x="953" y="26"/>
                    </a:cubicBezTo>
                    <a:cubicBezTo>
                      <a:pt x="954" y="26"/>
                      <a:pt x="956" y="26"/>
                      <a:pt x="958" y="25"/>
                    </a:cubicBezTo>
                    <a:cubicBezTo>
                      <a:pt x="966" y="22"/>
                      <a:pt x="977" y="18"/>
                      <a:pt x="984" y="12"/>
                    </a:cubicBezTo>
                    <a:cubicBezTo>
                      <a:pt x="982" y="10"/>
                      <a:pt x="982" y="10"/>
                      <a:pt x="982" y="10"/>
                    </a:cubicBezTo>
                    <a:cubicBezTo>
                      <a:pt x="981" y="12"/>
                      <a:pt x="981" y="12"/>
                      <a:pt x="981" y="12"/>
                    </a:cubicBezTo>
                    <a:cubicBezTo>
                      <a:pt x="987" y="15"/>
                      <a:pt x="992" y="18"/>
                      <a:pt x="997" y="22"/>
                    </a:cubicBezTo>
                    <a:cubicBezTo>
                      <a:pt x="1000" y="23"/>
                      <a:pt x="1003" y="25"/>
                      <a:pt x="1005" y="26"/>
                    </a:cubicBezTo>
                    <a:cubicBezTo>
                      <a:pt x="1007" y="27"/>
                      <a:pt x="1008" y="27"/>
                      <a:pt x="1009" y="27"/>
                    </a:cubicBezTo>
                    <a:cubicBezTo>
                      <a:pt x="1010" y="27"/>
                      <a:pt x="1011" y="27"/>
                      <a:pt x="1012" y="26"/>
                    </a:cubicBezTo>
                    <a:cubicBezTo>
                      <a:pt x="1013" y="26"/>
                      <a:pt x="1013" y="25"/>
                      <a:pt x="1014" y="25"/>
                    </a:cubicBezTo>
                    <a:cubicBezTo>
                      <a:pt x="1019" y="22"/>
                      <a:pt x="1025" y="21"/>
                      <a:pt x="1030" y="18"/>
                    </a:cubicBezTo>
                    <a:cubicBezTo>
                      <a:pt x="1032" y="17"/>
                      <a:pt x="1035" y="15"/>
                      <a:pt x="1037" y="14"/>
                    </a:cubicBezTo>
                    <a:cubicBezTo>
                      <a:pt x="1039" y="13"/>
                      <a:pt x="1040" y="12"/>
                      <a:pt x="1041" y="12"/>
                    </a:cubicBezTo>
                    <a:cubicBezTo>
                      <a:pt x="1042" y="12"/>
                      <a:pt x="1043" y="11"/>
                      <a:pt x="1044" y="11"/>
                    </a:cubicBezTo>
                    <a:cubicBezTo>
                      <a:pt x="1044" y="11"/>
                      <a:pt x="1044" y="11"/>
                      <a:pt x="1044" y="11"/>
                    </a:cubicBezTo>
                    <a:cubicBezTo>
                      <a:pt x="1044" y="11"/>
                      <a:pt x="1045" y="12"/>
                      <a:pt x="1045" y="12"/>
                    </a:cubicBezTo>
                    <a:cubicBezTo>
                      <a:pt x="1046" y="13"/>
                      <a:pt x="1047" y="13"/>
                      <a:pt x="1048" y="14"/>
                    </a:cubicBezTo>
                    <a:cubicBezTo>
                      <a:pt x="1049" y="15"/>
                      <a:pt x="1050" y="16"/>
                      <a:pt x="1051" y="17"/>
                    </a:cubicBezTo>
                    <a:cubicBezTo>
                      <a:pt x="1055" y="19"/>
                      <a:pt x="1058" y="21"/>
                      <a:pt x="1062" y="22"/>
                    </a:cubicBezTo>
                    <a:cubicBezTo>
                      <a:pt x="1063" y="23"/>
                      <a:pt x="1065" y="24"/>
                      <a:pt x="1067" y="25"/>
                    </a:cubicBezTo>
                    <a:cubicBezTo>
                      <a:pt x="1069" y="26"/>
                      <a:pt x="1072" y="27"/>
                      <a:pt x="1074" y="27"/>
                    </a:cubicBezTo>
                    <a:cubicBezTo>
                      <a:pt x="1075" y="27"/>
                      <a:pt x="1075" y="27"/>
                      <a:pt x="1075" y="27"/>
                    </a:cubicBezTo>
                    <a:cubicBezTo>
                      <a:pt x="1077" y="26"/>
                      <a:pt x="1078" y="26"/>
                      <a:pt x="1080" y="25"/>
                    </a:cubicBezTo>
                    <a:cubicBezTo>
                      <a:pt x="1081" y="24"/>
                      <a:pt x="1083" y="23"/>
                      <a:pt x="1084" y="23"/>
                    </a:cubicBezTo>
                    <a:cubicBezTo>
                      <a:pt x="1090" y="21"/>
                      <a:pt x="1096" y="21"/>
                      <a:pt x="1103" y="19"/>
                    </a:cubicBezTo>
                    <a:cubicBezTo>
                      <a:pt x="1106" y="18"/>
                      <a:pt x="1108" y="18"/>
                      <a:pt x="1110" y="18"/>
                    </a:cubicBezTo>
                    <a:cubicBezTo>
                      <a:pt x="1110" y="18"/>
                      <a:pt x="1111" y="18"/>
                      <a:pt x="1112" y="18"/>
                    </a:cubicBezTo>
                    <a:cubicBezTo>
                      <a:pt x="1117" y="19"/>
                      <a:pt x="1122" y="21"/>
                      <a:pt x="1126" y="24"/>
                    </a:cubicBezTo>
                    <a:cubicBezTo>
                      <a:pt x="1131" y="27"/>
                      <a:pt x="1135" y="30"/>
                      <a:pt x="1140" y="31"/>
                    </a:cubicBezTo>
                    <a:cubicBezTo>
                      <a:pt x="1142" y="32"/>
                      <a:pt x="1142" y="32"/>
                      <a:pt x="1142" y="32"/>
                    </a:cubicBezTo>
                    <a:cubicBezTo>
                      <a:pt x="1143" y="30"/>
                      <a:pt x="1143" y="30"/>
                      <a:pt x="1143" y="30"/>
                    </a:cubicBezTo>
                    <a:cubicBezTo>
                      <a:pt x="1143" y="29"/>
                      <a:pt x="1144" y="27"/>
                      <a:pt x="1146" y="26"/>
                    </a:cubicBezTo>
                    <a:cubicBezTo>
                      <a:pt x="1148" y="23"/>
                      <a:pt x="1152" y="21"/>
                      <a:pt x="1155" y="19"/>
                    </a:cubicBezTo>
                    <a:cubicBezTo>
                      <a:pt x="1159" y="18"/>
                      <a:pt x="1162" y="17"/>
                      <a:pt x="1164" y="17"/>
                    </a:cubicBezTo>
                    <a:cubicBezTo>
                      <a:pt x="1165" y="17"/>
                      <a:pt x="1165" y="17"/>
                      <a:pt x="1166" y="17"/>
                    </a:cubicBezTo>
                    <a:cubicBezTo>
                      <a:pt x="1173" y="18"/>
                      <a:pt x="1182" y="21"/>
                      <a:pt x="1189" y="24"/>
                    </a:cubicBezTo>
                    <a:cubicBezTo>
                      <a:pt x="1192" y="25"/>
                      <a:pt x="1195" y="26"/>
                      <a:pt x="1197" y="26"/>
                    </a:cubicBezTo>
                    <a:cubicBezTo>
                      <a:pt x="1203" y="26"/>
                      <a:pt x="1209" y="24"/>
                      <a:pt x="1214" y="23"/>
                    </a:cubicBezTo>
                    <a:cubicBezTo>
                      <a:pt x="1221" y="21"/>
                      <a:pt x="1227" y="17"/>
                      <a:pt x="1233" y="16"/>
                    </a:cubicBezTo>
                    <a:cubicBezTo>
                      <a:pt x="1234" y="16"/>
                      <a:pt x="1235" y="15"/>
                      <a:pt x="1236" y="15"/>
                    </a:cubicBezTo>
                    <a:cubicBezTo>
                      <a:pt x="1238" y="15"/>
                      <a:pt x="1240" y="16"/>
                      <a:pt x="1243" y="18"/>
                    </a:cubicBezTo>
                    <a:cubicBezTo>
                      <a:pt x="1249" y="20"/>
                      <a:pt x="1254" y="24"/>
                      <a:pt x="1261" y="25"/>
                    </a:cubicBezTo>
                    <a:cubicBezTo>
                      <a:pt x="1262" y="26"/>
                      <a:pt x="1263" y="26"/>
                      <a:pt x="1264" y="26"/>
                    </a:cubicBezTo>
                    <a:cubicBezTo>
                      <a:pt x="1271" y="26"/>
                      <a:pt x="1277" y="22"/>
                      <a:pt x="1283" y="18"/>
                    </a:cubicBezTo>
                    <a:cubicBezTo>
                      <a:pt x="1288" y="15"/>
                      <a:pt x="1294" y="11"/>
                      <a:pt x="1299" y="11"/>
                    </a:cubicBezTo>
                    <a:cubicBezTo>
                      <a:pt x="1300" y="11"/>
                      <a:pt x="1300" y="11"/>
                      <a:pt x="1300" y="11"/>
                    </a:cubicBezTo>
                    <a:cubicBezTo>
                      <a:pt x="1303" y="11"/>
                      <a:pt x="1308" y="13"/>
                      <a:pt x="1313" y="14"/>
                    </a:cubicBezTo>
                    <a:cubicBezTo>
                      <a:pt x="1314" y="15"/>
                      <a:pt x="1318" y="16"/>
                      <a:pt x="1321" y="18"/>
                    </a:cubicBezTo>
                    <a:cubicBezTo>
                      <a:pt x="1323" y="19"/>
                      <a:pt x="1325" y="20"/>
                      <a:pt x="1326" y="20"/>
                    </a:cubicBezTo>
                    <a:cubicBezTo>
                      <a:pt x="1328" y="21"/>
                      <a:pt x="1330" y="21"/>
                      <a:pt x="1331" y="21"/>
                    </a:cubicBezTo>
                    <a:cubicBezTo>
                      <a:pt x="1332" y="21"/>
                      <a:pt x="1332" y="21"/>
                      <a:pt x="1332" y="21"/>
                    </a:cubicBezTo>
                    <a:cubicBezTo>
                      <a:pt x="1333" y="21"/>
                      <a:pt x="1334" y="20"/>
                      <a:pt x="1335" y="20"/>
                    </a:cubicBezTo>
                    <a:cubicBezTo>
                      <a:pt x="1336" y="19"/>
                      <a:pt x="1337" y="18"/>
                      <a:pt x="1338" y="17"/>
                    </a:cubicBezTo>
                    <a:cubicBezTo>
                      <a:pt x="1339" y="16"/>
                      <a:pt x="1340" y="15"/>
                      <a:pt x="1340" y="15"/>
                    </a:cubicBezTo>
                    <a:cubicBezTo>
                      <a:pt x="1343" y="14"/>
                      <a:pt x="1346" y="13"/>
                      <a:pt x="1348" y="11"/>
                    </a:cubicBezTo>
                    <a:cubicBezTo>
                      <a:pt x="1350" y="10"/>
                      <a:pt x="1352" y="9"/>
                      <a:pt x="1353" y="9"/>
                    </a:cubicBezTo>
                    <a:cubicBezTo>
                      <a:pt x="1355" y="8"/>
                      <a:pt x="1356" y="8"/>
                      <a:pt x="1357" y="8"/>
                    </a:cubicBezTo>
                    <a:cubicBezTo>
                      <a:pt x="1358" y="8"/>
                      <a:pt x="1359" y="8"/>
                      <a:pt x="1360" y="8"/>
                    </a:cubicBezTo>
                    <a:cubicBezTo>
                      <a:pt x="1363" y="10"/>
                      <a:pt x="1366" y="12"/>
                      <a:pt x="1369" y="15"/>
                    </a:cubicBezTo>
                    <a:cubicBezTo>
                      <a:pt x="1370" y="17"/>
                      <a:pt x="1371" y="18"/>
                      <a:pt x="1373" y="20"/>
                    </a:cubicBezTo>
                    <a:cubicBezTo>
                      <a:pt x="1375" y="21"/>
                      <a:pt x="1377" y="22"/>
                      <a:pt x="1379" y="22"/>
                    </a:cubicBezTo>
                    <a:cubicBezTo>
                      <a:pt x="1381" y="22"/>
                      <a:pt x="1381" y="22"/>
                      <a:pt x="1381" y="22"/>
                    </a:cubicBezTo>
                    <a:cubicBezTo>
                      <a:pt x="1381" y="20"/>
                      <a:pt x="1381" y="20"/>
                      <a:pt x="1381" y="20"/>
                    </a:cubicBezTo>
                    <a:cubicBezTo>
                      <a:pt x="1381" y="20"/>
                      <a:pt x="1381" y="20"/>
                      <a:pt x="1382" y="19"/>
                    </a:cubicBezTo>
                    <a:cubicBezTo>
                      <a:pt x="1383" y="18"/>
                      <a:pt x="1384" y="17"/>
                      <a:pt x="1385" y="16"/>
                    </a:cubicBezTo>
                    <a:cubicBezTo>
                      <a:pt x="1387" y="16"/>
                      <a:pt x="1388" y="15"/>
                      <a:pt x="1389" y="14"/>
                    </a:cubicBezTo>
                    <a:cubicBezTo>
                      <a:pt x="1393" y="12"/>
                      <a:pt x="1397" y="11"/>
                      <a:pt x="1400" y="9"/>
                    </a:cubicBezTo>
                    <a:cubicBezTo>
                      <a:pt x="1404" y="8"/>
                      <a:pt x="1408" y="6"/>
                      <a:pt x="1411" y="4"/>
                    </a:cubicBezTo>
                    <a:cubicBezTo>
                      <a:pt x="1410" y="2"/>
                      <a:pt x="1410" y="2"/>
                      <a:pt x="1410" y="2"/>
                    </a:cubicBezTo>
                    <a:cubicBezTo>
                      <a:pt x="1409" y="4"/>
                      <a:pt x="1409" y="4"/>
                      <a:pt x="1409" y="4"/>
                    </a:cubicBezTo>
                    <a:cubicBezTo>
                      <a:pt x="1413" y="6"/>
                      <a:pt x="1415" y="10"/>
                      <a:pt x="1418" y="14"/>
                    </a:cubicBezTo>
                    <a:cubicBezTo>
                      <a:pt x="1419" y="15"/>
                      <a:pt x="1420" y="17"/>
                      <a:pt x="1421" y="18"/>
                    </a:cubicBezTo>
                    <a:cubicBezTo>
                      <a:pt x="1422" y="19"/>
                      <a:pt x="1423" y="19"/>
                      <a:pt x="1425" y="19"/>
                    </a:cubicBezTo>
                    <a:cubicBezTo>
                      <a:pt x="1427" y="19"/>
                      <a:pt x="1428" y="19"/>
                      <a:pt x="1430" y="18"/>
                    </a:cubicBezTo>
                    <a:cubicBezTo>
                      <a:pt x="1434" y="16"/>
                      <a:pt x="1438" y="13"/>
                      <a:pt x="1441" y="11"/>
                    </a:cubicBezTo>
                    <a:cubicBezTo>
                      <a:pt x="1445" y="9"/>
                      <a:pt x="1448" y="7"/>
                      <a:pt x="1452" y="7"/>
                    </a:cubicBezTo>
                    <a:cubicBezTo>
                      <a:pt x="1453" y="7"/>
                      <a:pt x="1453" y="7"/>
                      <a:pt x="1454" y="7"/>
                    </a:cubicBezTo>
                    <a:cubicBezTo>
                      <a:pt x="1454" y="7"/>
                      <a:pt x="1455" y="7"/>
                      <a:pt x="1456" y="8"/>
                    </a:cubicBezTo>
                    <a:cubicBezTo>
                      <a:pt x="1457" y="9"/>
                      <a:pt x="1458" y="9"/>
                      <a:pt x="1459" y="10"/>
                    </a:cubicBezTo>
                    <a:cubicBezTo>
                      <a:pt x="1462" y="11"/>
                      <a:pt x="1465" y="11"/>
                      <a:pt x="1467" y="11"/>
                    </a:cubicBezTo>
                    <a:cubicBezTo>
                      <a:pt x="1468" y="12"/>
                      <a:pt x="1471" y="13"/>
                      <a:pt x="1473" y="14"/>
                    </a:cubicBezTo>
                    <a:cubicBezTo>
                      <a:pt x="1475" y="15"/>
                      <a:pt x="1478" y="16"/>
                      <a:pt x="1478" y="17"/>
                    </a:cubicBezTo>
                    <a:cubicBezTo>
                      <a:pt x="1481" y="14"/>
                      <a:pt x="1481" y="14"/>
                      <a:pt x="1481" y="14"/>
                    </a:cubicBezTo>
                    <a:cubicBezTo>
                      <a:pt x="1479" y="13"/>
                      <a:pt x="1477" y="12"/>
                      <a:pt x="1475" y="10"/>
                    </a:cubicBezTo>
                    <a:cubicBezTo>
                      <a:pt x="1472" y="9"/>
                      <a:pt x="1470" y="8"/>
                      <a:pt x="1468" y="7"/>
                    </a:cubicBezTo>
                    <a:cubicBezTo>
                      <a:pt x="1465" y="7"/>
                      <a:pt x="1462" y="7"/>
                      <a:pt x="1460" y="6"/>
                    </a:cubicBezTo>
                    <a:cubicBezTo>
                      <a:pt x="1460" y="6"/>
                      <a:pt x="1459" y="5"/>
                      <a:pt x="1458" y="5"/>
                    </a:cubicBezTo>
                    <a:cubicBezTo>
                      <a:pt x="1457" y="4"/>
                      <a:pt x="1456" y="3"/>
                      <a:pt x="1454" y="3"/>
                    </a:cubicBezTo>
                    <a:cubicBezTo>
                      <a:pt x="1454" y="3"/>
                      <a:pt x="1453" y="3"/>
                      <a:pt x="1452" y="3"/>
                    </a:cubicBezTo>
                    <a:cubicBezTo>
                      <a:pt x="1447" y="3"/>
                      <a:pt x="1443" y="5"/>
                      <a:pt x="1439" y="8"/>
                    </a:cubicBezTo>
                    <a:cubicBezTo>
                      <a:pt x="1435" y="10"/>
                      <a:pt x="1432" y="13"/>
                      <a:pt x="1429" y="14"/>
                    </a:cubicBezTo>
                    <a:cubicBezTo>
                      <a:pt x="1427" y="15"/>
                      <a:pt x="1425" y="15"/>
                      <a:pt x="1425" y="15"/>
                    </a:cubicBezTo>
                    <a:cubicBezTo>
                      <a:pt x="1424" y="15"/>
                      <a:pt x="1424" y="15"/>
                      <a:pt x="1424" y="15"/>
                    </a:cubicBezTo>
                    <a:cubicBezTo>
                      <a:pt x="1423" y="14"/>
                      <a:pt x="1422" y="13"/>
                      <a:pt x="1421" y="11"/>
                    </a:cubicBezTo>
                    <a:cubicBezTo>
                      <a:pt x="1419" y="8"/>
                      <a:pt x="1416" y="3"/>
                      <a:pt x="1411" y="0"/>
                    </a:cubicBezTo>
                    <a:cubicBezTo>
                      <a:pt x="1410" y="0"/>
                      <a:pt x="1410" y="0"/>
                      <a:pt x="1410" y="0"/>
                    </a:cubicBezTo>
                    <a:cubicBezTo>
                      <a:pt x="1409" y="1"/>
                      <a:pt x="1409" y="1"/>
                      <a:pt x="1409" y="1"/>
                    </a:cubicBezTo>
                    <a:cubicBezTo>
                      <a:pt x="1406" y="3"/>
                      <a:pt x="1403" y="4"/>
                      <a:pt x="1399" y="6"/>
                    </a:cubicBezTo>
                    <a:cubicBezTo>
                      <a:pt x="1395" y="7"/>
                      <a:pt x="1391" y="9"/>
                      <a:pt x="1388" y="11"/>
                    </a:cubicBezTo>
                    <a:cubicBezTo>
                      <a:pt x="1386" y="11"/>
                      <a:pt x="1384" y="12"/>
                      <a:pt x="1382" y="14"/>
                    </a:cubicBezTo>
                    <a:cubicBezTo>
                      <a:pt x="1381" y="15"/>
                      <a:pt x="1380" y="15"/>
                      <a:pt x="1379" y="16"/>
                    </a:cubicBezTo>
                    <a:cubicBezTo>
                      <a:pt x="1378" y="17"/>
                      <a:pt x="1377" y="18"/>
                      <a:pt x="1377" y="20"/>
                    </a:cubicBezTo>
                    <a:cubicBezTo>
                      <a:pt x="1379" y="20"/>
                      <a:pt x="1379" y="20"/>
                      <a:pt x="1379" y="20"/>
                    </a:cubicBezTo>
                    <a:cubicBezTo>
                      <a:pt x="1379" y="18"/>
                      <a:pt x="1379" y="18"/>
                      <a:pt x="1379" y="18"/>
                    </a:cubicBezTo>
                    <a:cubicBezTo>
                      <a:pt x="1378" y="18"/>
                      <a:pt x="1377" y="17"/>
                      <a:pt x="1375" y="16"/>
                    </a:cubicBezTo>
                    <a:cubicBezTo>
                      <a:pt x="1373" y="15"/>
                      <a:pt x="1371" y="13"/>
                      <a:pt x="1369" y="10"/>
                    </a:cubicBezTo>
                    <a:cubicBezTo>
                      <a:pt x="1367" y="8"/>
                      <a:pt x="1365" y="6"/>
                      <a:pt x="1362" y="5"/>
                    </a:cubicBezTo>
                    <a:cubicBezTo>
                      <a:pt x="1360" y="4"/>
                      <a:pt x="1359" y="4"/>
                      <a:pt x="1357" y="4"/>
                    </a:cubicBezTo>
                    <a:cubicBezTo>
                      <a:pt x="1355" y="4"/>
                      <a:pt x="1353" y="4"/>
                      <a:pt x="1352" y="5"/>
                    </a:cubicBezTo>
                    <a:cubicBezTo>
                      <a:pt x="1350" y="6"/>
                      <a:pt x="1348" y="7"/>
                      <a:pt x="1346" y="8"/>
                    </a:cubicBezTo>
                    <a:cubicBezTo>
                      <a:pt x="1344" y="9"/>
                      <a:pt x="1341" y="10"/>
                      <a:pt x="1338" y="12"/>
                    </a:cubicBezTo>
                    <a:cubicBezTo>
                      <a:pt x="1338" y="12"/>
                      <a:pt x="1337" y="13"/>
                      <a:pt x="1336" y="13"/>
                    </a:cubicBezTo>
                    <a:cubicBezTo>
                      <a:pt x="1335" y="14"/>
                      <a:pt x="1334" y="15"/>
                      <a:pt x="1333" y="16"/>
                    </a:cubicBezTo>
                    <a:cubicBezTo>
                      <a:pt x="1333" y="16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1" y="17"/>
                      <a:pt x="1331" y="17"/>
                      <a:pt x="1331" y="17"/>
                    </a:cubicBezTo>
                    <a:cubicBezTo>
                      <a:pt x="1330" y="17"/>
                      <a:pt x="1329" y="17"/>
                      <a:pt x="1328" y="16"/>
                    </a:cubicBezTo>
                    <a:cubicBezTo>
                      <a:pt x="1326" y="16"/>
                      <a:pt x="1323" y="14"/>
                      <a:pt x="1320" y="13"/>
                    </a:cubicBezTo>
                    <a:cubicBezTo>
                      <a:pt x="1318" y="12"/>
                      <a:pt x="1316" y="11"/>
                      <a:pt x="1314" y="10"/>
                    </a:cubicBezTo>
                    <a:cubicBezTo>
                      <a:pt x="1309" y="9"/>
                      <a:pt x="1305" y="7"/>
                      <a:pt x="1300" y="7"/>
                    </a:cubicBezTo>
                    <a:cubicBezTo>
                      <a:pt x="1300" y="7"/>
                      <a:pt x="1299" y="7"/>
                      <a:pt x="1299" y="7"/>
                    </a:cubicBezTo>
                    <a:cubicBezTo>
                      <a:pt x="1292" y="8"/>
                      <a:pt x="1286" y="12"/>
                      <a:pt x="1281" y="15"/>
                    </a:cubicBezTo>
                    <a:cubicBezTo>
                      <a:pt x="1275" y="19"/>
                      <a:pt x="1270" y="22"/>
                      <a:pt x="1264" y="22"/>
                    </a:cubicBezTo>
                    <a:cubicBezTo>
                      <a:pt x="1264" y="22"/>
                      <a:pt x="1263" y="22"/>
                      <a:pt x="1262" y="22"/>
                    </a:cubicBezTo>
                    <a:cubicBezTo>
                      <a:pt x="1256" y="21"/>
                      <a:pt x="1251" y="17"/>
                      <a:pt x="1245" y="14"/>
                    </a:cubicBezTo>
                    <a:cubicBezTo>
                      <a:pt x="1242" y="12"/>
                      <a:pt x="1239" y="11"/>
                      <a:pt x="1236" y="11"/>
                    </a:cubicBezTo>
                    <a:cubicBezTo>
                      <a:pt x="1235" y="11"/>
                      <a:pt x="1234" y="12"/>
                      <a:pt x="1232" y="12"/>
                    </a:cubicBezTo>
                    <a:cubicBezTo>
                      <a:pt x="1226" y="14"/>
                      <a:pt x="1220" y="17"/>
                      <a:pt x="1213" y="19"/>
                    </a:cubicBezTo>
                    <a:cubicBezTo>
                      <a:pt x="1208" y="20"/>
                      <a:pt x="1203" y="22"/>
                      <a:pt x="1197" y="22"/>
                    </a:cubicBezTo>
                    <a:cubicBezTo>
                      <a:pt x="1195" y="22"/>
                      <a:pt x="1193" y="21"/>
                      <a:pt x="1191" y="20"/>
                    </a:cubicBezTo>
                    <a:cubicBezTo>
                      <a:pt x="1183" y="17"/>
                      <a:pt x="1175" y="14"/>
                      <a:pt x="1166" y="13"/>
                    </a:cubicBezTo>
                    <a:cubicBezTo>
                      <a:pt x="1166" y="13"/>
                      <a:pt x="1165" y="13"/>
                      <a:pt x="1164" y="13"/>
                    </a:cubicBezTo>
                    <a:cubicBezTo>
                      <a:pt x="1160" y="13"/>
                      <a:pt x="1154" y="15"/>
                      <a:pt x="1150" y="18"/>
                    </a:cubicBezTo>
                    <a:cubicBezTo>
                      <a:pt x="1147" y="19"/>
                      <a:pt x="1145" y="21"/>
                      <a:pt x="1143" y="23"/>
                    </a:cubicBezTo>
                    <a:cubicBezTo>
                      <a:pt x="1141" y="25"/>
                      <a:pt x="1140" y="27"/>
                      <a:pt x="1139" y="29"/>
                    </a:cubicBezTo>
                    <a:cubicBezTo>
                      <a:pt x="1141" y="29"/>
                      <a:pt x="1141" y="29"/>
                      <a:pt x="1141" y="29"/>
                    </a:cubicBezTo>
                    <a:cubicBezTo>
                      <a:pt x="1141" y="28"/>
                      <a:pt x="1141" y="28"/>
                      <a:pt x="1141" y="28"/>
                    </a:cubicBezTo>
                    <a:cubicBezTo>
                      <a:pt x="1137" y="26"/>
                      <a:pt x="1133" y="24"/>
                      <a:pt x="1128" y="21"/>
                    </a:cubicBezTo>
                    <a:cubicBezTo>
                      <a:pt x="1124" y="18"/>
                      <a:pt x="1119" y="15"/>
                      <a:pt x="1113" y="14"/>
                    </a:cubicBezTo>
                    <a:cubicBezTo>
                      <a:pt x="1112" y="14"/>
                      <a:pt x="1111" y="14"/>
                      <a:pt x="1110" y="14"/>
                    </a:cubicBezTo>
                    <a:cubicBezTo>
                      <a:pt x="1107" y="14"/>
                      <a:pt x="1105" y="15"/>
                      <a:pt x="1102" y="15"/>
                    </a:cubicBezTo>
                    <a:cubicBezTo>
                      <a:pt x="1096" y="17"/>
                      <a:pt x="1089" y="17"/>
                      <a:pt x="1082" y="19"/>
                    </a:cubicBezTo>
                    <a:cubicBezTo>
                      <a:pt x="1081" y="19"/>
                      <a:pt x="1079" y="20"/>
                      <a:pt x="1078" y="21"/>
                    </a:cubicBezTo>
                    <a:cubicBezTo>
                      <a:pt x="1076" y="22"/>
                      <a:pt x="1075" y="23"/>
                      <a:pt x="1074" y="23"/>
                    </a:cubicBezTo>
                    <a:cubicBezTo>
                      <a:pt x="1074" y="23"/>
                      <a:pt x="1074" y="23"/>
                      <a:pt x="1074" y="23"/>
                    </a:cubicBezTo>
                    <a:cubicBezTo>
                      <a:pt x="1073" y="23"/>
                      <a:pt x="1071" y="22"/>
                      <a:pt x="1069" y="21"/>
                    </a:cubicBezTo>
                    <a:cubicBezTo>
                      <a:pt x="1067" y="20"/>
                      <a:pt x="1065" y="19"/>
                      <a:pt x="1063" y="19"/>
                    </a:cubicBezTo>
                    <a:cubicBezTo>
                      <a:pt x="1060" y="17"/>
                      <a:pt x="1057" y="15"/>
                      <a:pt x="1053" y="14"/>
                    </a:cubicBezTo>
                    <a:cubicBezTo>
                      <a:pt x="1053" y="13"/>
                      <a:pt x="1051" y="12"/>
                      <a:pt x="1050" y="10"/>
                    </a:cubicBezTo>
                    <a:cubicBezTo>
                      <a:pt x="1049" y="10"/>
                      <a:pt x="1048" y="9"/>
                      <a:pt x="1048" y="9"/>
                    </a:cubicBezTo>
                    <a:cubicBezTo>
                      <a:pt x="1047" y="8"/>
                      <a:pt x="1046" y="8"/>
                      <a:pt x="1045" y="7"/>
                    </a:cubicBezTo>
                    <a:cubicBezTo>
                      <a:pt x="1045" y="7"/>
                      <a:pt x="1044" y="7"/>
                      <a:pt x="1044" y="7"/>
                    </a:cubicBezTo>
                    <a:cubicBezTo>
                      <a:pt x="1042" y="7"/>
                      <a:pt x="1041" y="8"/>
                      <a:pt x="1040" y="8"/>
                    </a:cubicBezTo>
                    <a:cubicBezTo>
                      <a:pt x="1038" y="9"/>
                      <a:pt x="1035" y="10"/>
                      <a:pt x="1033" y="12"/>
                    </a:cubicBezTo>
                    <a:cubicBezTo>
                      <a:pt x="1031" y="13"/>
                      <a:pt x="1030" y="14"/>
                      <a:pt x="1029" y="14"/>
                    </a:cubicBezTo>
                    <a:cubicBezTo>
                      <a:pt x="1024" y="17"/>
                      <a:pt x="1018" y="18"/>
                      <a:pt x="1012" y="21"/>
                    </a:cubicBezTo>
                    <a:cubicBezTo>
                      <a:pt x="1011" y="22"/>
                      <a:pt x="1010" y="23"/>
                      <a:pt x="1010" y="23"/>
                    </a:cubicBezTo>
                    <a:cubicBezTo>
                      <a:pt x="1009" y="23"/>
                      <a:pt x="1009" y="23"/>
                      <a:pt x="1009" y="23"/>
                    </a:cubicBezTo>
                    <a:cubicBezTo>
                      <a:pt x="1009" y="23"/>
                      <a:pt x="1008" y="23"/>
                      <a:pt x="1007" y="22"/>
                    </a:cubicBezTo>
                    <a:cubicBezTo>
                      <a:pt x="1005" y="22"/>
                      <a:pt x="1002" y="20"/>
                      <a:pt x="1000" y="19"/>
                    </a:cubicBezTo>
                    <a:cubicBezTo>
                      <a:pt x="994" y="15"/>
                      <a:pt x="989" y="12"/>
                      <a:pt x="984" y="9"/>
                    </a:cubicBezTo>
                    <a:cubicBezTo>
                      <a:pt x="982" y="8"/>
                      <a:pt x="982" y="8"/>
                      <a:pt x="982" y="8"/>
                    </a:cubicBezTo>
                    <a:cubicBezTo>
                      <a:pt x="981" y="9"/>
                      <a:pt x="981" y="9"/>
                      <a:pt x="981" y="9"/>
                    </a:cubicBezTo>
                    <a:cubicBezTo>
                      <a:pt x="975" y="15"/>
                      <a:pt x="965" y="19"/>
                      <a:pt x="957" y="22"/>
                    </a:cubicBezTo>
                    <a:cubicBezTo>
                      <a:pt x="955" y="22"/>
                      <a:pt x="954" y="22"/>
                      <a:pt x="953" y="22"/>
                    </a:cubicBezTo>
                    <a:cubicBezTo>
                      <a:pt x="951" y="22"/>
                      <a:pt x="950" y="22"/>
                      <a:pt x="948" y="21"/>
                    </a:cubicBezTo>
                    <a:cubicBezTo>
                      <a:pt x="947" y="20"/>
                      <a:pt x="945" y="19"/>
                      <a:pt x="942" y="17"/>
                    </a:cubicBezTo>
                    <a:cubicBezTo>
                      <a:pt x="939" y="16"/>
                      <a:pt x="936" y="14"/>
                      <a:pt x="933" y="12"/>
                    </a:cubicBezTo>
                    <a:cubicBezTo>
                      <a:pt x="930" y="11"/>
                      <a:pt x="926" y="9"/>
                      <a:pt x="923" y="9"/>
                    </a:cubicBezTo>
                    <a:cubicBezTo>
                      <a:pt x="921" y="9"/>
                      <a:pt x="920" y="10"/>
                      <a:pt x="919" y="10"/>
                    </a:cubicBezTo>
                    <a:cubicBezTo>
                      <a:pt x="914" y="11"/>
                      <a:pt x="909" y="14"/>
                      <a:pt x="905" y="16"/>
                    </a:cubicBezTo>
                    <a:cubicBezTo>
                      <a:pt x="900" y="19"/>
                      <a:pt x="896" y="21"/>
                      <a:pt x="892" y="21"/>
                    </a:cubicBezTo>
                    <a:cubicBezTo>
                      <a:pt x="890" y="21"/>
                      <a:pt x="888" y="20"/>
                      <a:pt x="886" y="19"/>
                    </a:cubicBezTo>
                    <a:cubicBezTo>
                      <a:pt x="880" y="17"/>
                      <a:pt x="875" y="15"/>
                      <a:pt x="869" y="13"/>
                    </a:cubicBezTo>
                    <a:cubicBezTo>
                      <a:pt x="868" y="13"/>
                      <a:pt x="865" y="12"/>
                      <a:pt x="863" y="11"/>
                    </a:cubicBezTo>
                    <a:cubicBezTo>
                      <a:pt x="860" y="10"/>
                      <a:pt x="858" y="8"/>
                      <a:pt x="855" y="8"/>
                    </a:cubicBezTo>
                    <a:cubicBezTo>
                      <a:pt x="855" y="8"/>
                      <a:pt x="855" y="8"/>
                      <a:pt x="855" y="8"/>
                    </a:cubicBezTo>
                    <a:cubicBezTo>
                      <a:pt x="851" y="8"/>
                      <a:pt x="848" y="10"/>
                      <a:pt x="844" y="12"/>
                    </a:cubicBezTo>
                    <a:cubicBezTo>
                      <a:pt x="841" y="14"/>
                      <a:pt x="838" y="17"/>
                      <a:pt x="836" y="18"/>
                    </a:cubicBezTo>
                    <a:cubicBezTo>
                      <a:pt x="832" y="19"/>
                      <a:pt x="828" y="21"/>
                      <a:pt x="825" y="21"/>
                    </a:cubicBezTo>
                    <a:cubicBezTo>
                      <a:pt x="824" y="21"/>
                      <a:pt x="823" y="21"/>
                      <a:pt x="823" y="20"/>
                    </a:cubicBezTo>
                    <a:cubicBezTo>
                      <a:pt x="821" y="20"/>
                      <a:pt x="819" y="18"/>
                      <a:pt x="817" y="17"/>
                    </a:cubicBezTo>
                    <a:cubicBezTo>
                      <a:pt x="815" y="15"/>
                      <a:pt x="812" y="14"/>
                      <a:pt x="809" y="13"/>
                    </a:cubicBezTo>
                    <a:cubicBezTo>
                      <a:pt x="808" y="13"/>
                      <a:pt x="808" y="13"/>
                      <a:pt x="807" y="13"/>
                    </a:cubicBezTo>
                    <a:cubicBezTo>
                      <a:pt x="805" y="13"/>
                      <a:pt x="804" y="13"/>
                      <a:pt x="802" y="14"/>
                    </a:cubicBezTo>
                    <a:cubicBezTo>
                      <a:pt x="801" y="15"/>
                      <a:pt x="800" y="15"/>
                      <a:pt x="798" y="16"/>
                    </a:cubicBezTo>
                    <a:cubicBezTo>
                      <a:pt x="796" y="17"/>
                      <a:pt x="792" y="19"/>
                      <a:pt x="787" y="20"/>
                    </a:cubicBezTo>
                    <a:cubicBezTo>
                      <a:pt x="783" y="22"/>
                      <a:pt x="779" y="23"/>
                      <a:pt x="775" y="23"/>
                    </a:cubicBezTo>
                    <a:cubicBezTo>
                      <a:pt x="774" y="23"/>
                      <a:pt x="774" y="23"/>
                      <a:pt x="773" y="22"/>
                    </a:cubicBezTo>
                    <a:cubicBezTo>
                      <a:pt x="764" y="21"/>
                      <a:pt x="755" y="15"/>
                      <a:pt x="746" y="12"/>
                    </a:cubicBezTo>
                    <a:cubicBezTo>
                      <a:pt x="743" y="11"/>
                      <a:pt x="741" y="10"/>
                      <a:pt x="740" y="9"/>
                    </a:cubicBezTo>
                    <a:cubicBezTo>
                      <a:pt x="738" y="9"/>
                      <a:pt x="736" y="8"/>
                      <a:pt x="734" y="8"/>
                    </a:cubicBezTo>
                    <a:cubicBezTo>
                      <a:pt x="732" y="8"/>
                      <a:pt x="730" y="8"/>
                      <a:pt x="727" y="10"/>
                    </a:cubicBezTo>
                    <a:cubicBezTo>
                      <a:pt x="723" y="12"/>
                      <a:pt x="718" y="13"/>
                      <a:pt x="713" y="16"/>
                    </a:cubicBezTo>
                    <a:cubicBezTo>
                      <a:pt x="711" y="18"/>
                      <a:pt x="710" y="19"/>
                      <a:pt x="709" y="20"/>
                    </a:cubicBezTo>
                    <a:cubicBezTo>
                      <a:pt x="707" y="22"/>
                      <a:pt x="706" y="22"/>
                      <a:pt x="705" y="22"/>
                    </a:cubicBezTo>
                    <a:cubicBezTo>
                      <a:pt x="705" y="22"/>
                      <a:pt x="705" y="22"/>
                      <a:pt x="705" y="22"/>
                    </a:cubicBezTo>
                    <a:cubicBezTo>
                      <a:pt x="705" y="22"/>
                      <a:pt x="705" y="22"/>
                      <a:pt x="705" y="22"/>
                    </a:cubicBezTo>
                    <a:cubicBezTo>
                      <a:pt x="704" y="22"/>
                      <a:pt x="704" y="22"/>
                      <a:pt x="704" y="22"/>
                    </a:cubicBezTo>
                    <a:cubicBezTo>
                      <a:pt x="703" y="22"/>
                      <a:pt x="701" y="22"/>
                      <a:pt x="699" y="21"/>
                    </a:cubicBezTo>
                    <a:cubicBezTo>
                      <a:pt x="697" y="20"/>
                      <a:pt x="695" y="19"/>
                      <a:pt x="692" y="18"/>
                    </a:cubicBezTo>
                    <a:cubicBezTo>
                      <a:pt x="690" y="17"/>
                      <a:pt x="687" y="16"/>
                      <a:pt x="684" y="15"/>
                    </a:cubicBezTo>
                    <a:cubicBezTo>
                      <a:pt x="681" y="13"/>
                      <a:pt x="678" y="12"/>
                      <a:pt x="674" y="12"/>
                    </a:cubicBezTo>
                    <a:cubicBezTo>
                      <a:pt x="674" y="12"/>
                      <a:pt x="673" y="12"/>
                      <a:pt x="673" y="12"/>
                    </a:cubicBezTo>
                    <a:cubicBezTo>
                      <a:pt x="668" y="13"/>
                      <a:pt x="663" y="16"/>
                      <a:pt x="658" y="19"/>
                    </a:cubicBezTo>
                    <a:cubicBezTo>
                      <a:pt x="653" y="22"/>
                      <a:pt x="648" y="25"/>
                      <a:pt x="644" y="25"/>
                    </a:cubicBezTo>
                    <a:cubicBezTo>
                      <a:pt x="643" y="25"/>
                      <a:pt x="642" y="25"/>
                      <a:pt x="641" y="24"/>
                    </a:cubicBezTo>
                    <a:cubicBezTo>
                      <a:pt x="638" y="23"/>
                      <a:pt x="634" y="20"/>
                      <a:pt x="629" y="18"/>
                    </a:cubicBezTo>
                    <a:cubicBezTo>
                      <a:pt x="625" y="15"/>
                      <a:pt x="620" y="12"/>
                      <a:pt x="616" y="12"/>
                    </a:cubicBezTo>
                    <a:cubicBezTo>
                      <a:pt x="615" y="12"/>
                      <a:pt x="614" y="12"/>
                      <a:pt x="614" y="12"/>
                    </a:cubicBezTo>
                    <a:cubicBezTo>
                      <a:pt x="612" y="13"/>
                      <a:pt x="609" y="14"/>
                      <a:pt x="607" y="15"/>
                    </a:cubicBezTo>
                    <a:cubicBezTo>
                      <a:pt x="606" y="16"/>
                      <a:pt x="604" y="17"/>
                      <a:pt x="602" y="17"/>
                    </a:cubicBezTo>
                    <a:cubicBezTo>
                      <a:pt x="597" y="19"/>
                      <a:pt x="591" y="20"/>
                      <a:pt x="585" y="22"/>
                    </a:cubicBezTo>
                    <a:cubicBezTo>
                      <a:pt x="584" y="22"/>
                      <a:pt x="583" y="23"/>
                      <a:pt x="582" y="24"/>
                    </a:cubicBezTo>
                    <a:cubicBezTo>
                      <a:pt x="581" y="24"/>
                      <a:pt x="580" y="25"/>
                      <a:pt x="579" y="25"/>
                    </a:cubicBezTo>
                    <a:cubicBezTo>
                      <a:pt x="579" y="24"/>
                      <a:pt x="579" y="24"/>
                      <a:pt x="579" y="24"/>
                    </a:cubicBezTo>
                    <a:cubicBezTo>
                      <a:pt x="578" y="24"/>
                      <a:pt x="577" y="24"/>
                      <a:pt x="575" y="23"/>
                    </a:cubicBezTo>
                    <a:cubicBezTo>
                      <a:pt x="574" y="22"/>
                      <a:pt x="572" y="21"/>
                      <a:pt x="571" y="20"/>
                    </a:cubicBezTo>
                    <a:cubicBezTo>
                      <a:pt x="565" y="17"/>
                      <a:pt x="558" y="15"/>
                      <a:pt x="552" y="12"/>
                    </a:cubicBezTo>
                    <a:cubicBezTo>
                      <a:pt x="550" y="11"/>
                      <a:pt x="548" y="10"/>
                      <a:pt x="547" y="10"/>
                    </a:cubicBezTo>
                    <a:cubicBezTo>
                      <a:pt x="544" y="10"/>
                      <a:pt x="542" y="11"/>
                      <a:pt x="541" y="12"/>
                    </a:cubicBezTo>
                    <a:cubicBezTo>
                      <a:pt x="539" y="13"/>
                      <a:pt x="537" y="15"/>
                      <a:pt x="535" y="16"/>
                    </a:cubicBezTo>
                    <a:cubicBezTo>
                      <a:pt x="533" y="17"/>
                      <a:pt x="532" y="18"/>
                      <a:pt x="531" y="19"/>
                    </a:cubicBezTo>
                    <a:cubicBezTo>
                      <a:pt x="529" y="20"/>
                      <a:pt x="526" y="22"/>
                      <a:pt x="524" y="24"/>
                    </a:cubicBezTo>
                    <a:cubicBezTo>
                      <a:pt x="522" y="25"/>
                      <a:pt x="521" y="25"/>
                      <a:pt x="520" y="26"/>
                    </a:cubicBezTo>
                    <a:cubicBezTo>
                      <a:pt x="519" y="26"/>
                      <a:pt x="518" y="26"/>
                      <a:pt x="518" y="26"/>
                    </a:cubicBezTo>
                    <a:cubicBezTo>
                      <a:pt x="518" y="26"/>
                      <a:pt x="518" y="26"/>
                      <a:pt x="518" y="26"/>
                    </a:cubicBezTo>
                    <a:cubicBezTo>
                      <a:pt x="518" y="26"/>
                      <a:pt x="518" y="26"/>
                      <a:pt x="518" y="26"/>
                    </a:cubicBezTo>
                    <a:cubicBezTo>
                      <a:pt x="518" y="26"/>
                      <a:pt x="517" y="26"/>
                      <a:pt x="517" y="26"/>
                    </a:cubicBezTo>
                    <a:cubicBezTo>
                      <a:pt x="516" y="25"/>
                      <a:pt x="515" y="24"/>
                      <a:pt x="513" y="23"/>
                    </a:cubicBezTo>
                    <a:cubicBezTo>
                      <a:pt x="512" y="22"/>
                      <a:pt x="511" y="21"/>
                      <a:pt x="510" y="21"/>
                    </a:cubicBezTo>
                    <a:cubicBezTo>
                      <a:pt x="508" y="19"/>
                      <a:pt x="505" y="17"/>
                      <a:pt x="501" y="15"/>
                    </a:cubicBezTo>
                    <a:cubicBezTo>
                      <a:pt x="498" y="12"/>
                      <a:pt x="495" y="10"/>
                      <a:pt x="492" y="9"/>
                    </a:cubicBezTo>
                    <a:cubicBezTo>
                      <a:pt x="491" y="9"/>
                      <a:pt x="490" y="9"/>
                      <a:pt x="490" y="9"/>
                    </a:cubicBezTo>
                    <a:cubicBezTo>
                      <a:pt x="487" y="9"/>
                      <a:pt x="484" y="10"/>
                      <a:pt x="481" y="11"/>
                    </a:cubicBezTo>
                    <a:cubicBezTo>
                      <a:pt x="479" y="12"/>
                      <a:pt x="476" y="13"/>
                      <a:pt x="474" y="14"/>
                    </a:cubicBezTo>
                    <a:cubicBezTo>
                      <a:pt x="468" y="15"/>
                      <a:pt x="463" y="16"/>
                      <a:pt x="457" y="18"/>
                    </a:cubicBezTo>
                    <a:cubicBezTo>
                      <a:pt x="454" y="19"/>
                      <a:pt x="452" y="20"/>
                      <a:pt x="450" y="20"/>
                    </a:cubicBezTo>
                    <a:cubicBezTo>
                      <a:pt x="447" y="20"/>
                      <a:pt x="443" y="18"/>
                      <a:pt x="438" y="17"/>
                    </a:cubicBezTo>
                    <a:cubicBezTo>
                      <a:pt x="435" y="16"/>
                      <a:pt x="433" y="16"/>
                      <a:pt x="431" y="15"/>
                    </a:cubicBezTo>
                    <a:cubicBezTo>
                      <a:pt x="430" y="15"/>
                      <a:pt x="428" y="14"/>
                      <a:pt x="427" y="13"/>
                    </a:cubicBezTo>
                    <a:cubicBezTo>
                      <a:pt x="425" y="12"/>
                      <a:pt x="424" y="11"/>
                      <a:pt x="422" y="11"/>
                    </a:cubicBezTo>
                    <a:cubicBezTo>
                      <a:pt x="421" y="11"/>
                      <a:pt x="421" y="11"/>
                      <a:pt x="421" y="11"/>
                    </a:cubicBezTo>
                    <a:cubicBezTo>
                      <a:pt x="419" y="11"/>
                      <a:pt x="417" y="12"/>
                      <a:pt x="415" y="12"/>
                    </a:cubicBezTo>
                    <a:cubicBezTo>
                      <a:pt x="414" y="13"/>
                      <a:pt x="412" y="14"/>
                      <a:pt x="411" y="15"/>
                    </a:cubicBezTo>
                    <a:cubicBezTo>
                      <a:pt x="405" y="18"/>
                      <a:pt x="400" y="21"/>
                      <a:pt x="394" y="24"/>
                    </a:cubicBezTo>
                    <a:cubicBezTo>
                      <a:pt x="392" y="25"/>
                      <a:pt x="391" y="25"/>
                      <a:pt x="390" y="25"/>
                    </a:cubicBezTo>
                    <a:cubicBezTo>
                      <a:pt x="388" y="25"/>
                      <a:pt x="385" y="24"/>
                      <a:pt x="382" y="22"/>
                    </a:cubicBezTo>
                    <a:cubicBezTo>
                      <a:pt x="377" y="20"/>
                      <a:pt x="372" y="16"/>
                      <a:pt x="366" y="14"/>
                    </a:cubicBezTo>
                    <a:cubicBezTo>
                      <a:pt x="364" y="14"/>
                      <a:pt x="363" y="13"/>
                      <a:pt x="361" y="13"/>
                    </a:cubicBezTo>
                    <a:cubicBezTo>
                      <a:pt x="355" y="13"/>
                      <a:pt x="351" y="16"/>
                      <a:pt x="346" y="20"/>
                    </a:cubicBezTo>
                    <a:cubicBezTo>
                      <a:pt x="342" y="23"/>
                      <a:pt x="337" y="26"/>
                      <a:pt x="333" y="26"/>
                    </a:cubicBezTo>
                    <a:cubicBezTo>
                      <a:pt x="333" y="26"/>
                      <a:pt x="333" y="26"/>
                      <a:pt x="333" y="26"/>
                    </a:cubicBezTo>
                    <a:cubicBezTo>
                      <a:pt x="330" y="27"/>
                      <a:pt x="327" y="25"/>
                      <a:pt x="323" y="22"/>
                    </a:cubicBezTo>
                    <a:cubicBezTo>
                      <a:pt x="319" y="20"/>
                      <a:pt x="315" y="17"/>
                      <a:pt x="312" y="16"/>
                    </a:cubicBezTo>
                    <a:cubicBezTo>
                      <a:pt x="311" y="15"/>
                      <a:pt x="309" y="15"/>
                      <a:pt x="308" y="15"/>
                    </a:cubicBezTo>
                    <a:cubicBezTo>
                      <a:pt x="304" y="15"/>
                      <a:pt x="301" y="17"/>
                      <a:pt x="298" y="18"/>
                    </a:cubicBezTo>
                    <a:cubicBezTo>
                      <a:pt x="293" y="21"/>
                      <a:pt x="289" y="24"/>
                      <a:pt x="285" y="26"/>
                    </a:cubicBezTo>
                    <a:cubicBezTo>
                      <a:pt x="283" y="26"/>
                      <a:pt x="282" y="26"/>
                      <a:pt x="281" y="26"/>
                    </a:cubicBezTo>
                    <a:cubicBezTo>
                      <a:pt x="276" y="26"/>
                      <a:pt x="271" y="24"/>
                      <a:pt x="267" y="22"/>
                    </a:cubicBezTo>
                    <a:cubicBezTo>
                      <a:pt x="262" y="19"/>
                      <a:pt x="257" y="16"/>
                      <a:pt x="252" y="14"/>
                    </a:cubicBezTo>
                    <a:cubicBezTo>
                      <a:pt x="248" y="13"/>
                      <a:pt x="246" y="13"/>
                      <a:pt x="243" y="13"/>
                    </a:cubicBezTo>
                    <a:cubicBezTo>
                      <a:pt x="240" y="13"/>
                      <a:pt x="237" y="14"/>
                      <a:pt x="233" y="15"/>
                    </a:cubicBezTo>
                    <a:cubicBezTo>
                      <a:pt x="230" y="16"/>
                      <a:pt x="226" y="18"/>
                      <a:pt x="223" y="20"/>
                    </a:cubicBezTo>
                    <a:cubicBezTo>
                      <a:pt x="219" y="21"/>
                      <a:pt x="215" y="23"/>
                      <a:pt x="213" y="23"/>
                    </a:cubicBezTo>
                    <a:cubicBezTo>
                      <a:pt x="213" y="23"/>
                      <a:pt x="213" y="23"/>
                      <a:pt x="213" y="23"/>
                    </a:cubicBezTo>
                    <a:cubicBezTo>
                      <a:pt x="211" y="23"/>
                      <a:pt x="210" y="22"/>
                      <a:pt x="208" y="21"/>
                    </a:cubicBezTo>
                    <a:cubicBezTo>
                      <a:pt x="206" y="20"/>
                      <a:pt x="204" y="19"/>
                      <a:pt x="202" y="18"/>
                    </a:cubicBezTo>
                    <a:cubicBezTo>
                      <a:pt x="196" y="16"/>
                      <a:pt x="189" y="14"/>
                      <a:pt x="183" y="12"/>
                    </a:cubicBezTo>
                    <a:cubicBezTo>
                      <a:pt x="181" y="12"/>
                      <a:pt x="179" y="12"/>
                      <a:pt x="178" y="12"/>
                    </a:cubicBezTo>
                    <a:cubicBezTo>
                      <a:pt x="175" y="12"/>
                      <a:pt x="172" y="12"/>
                      <a:pt x="168" y="14"/>
                    </a:cubicBezTo>
                    <a:cubicBezTo>
                      <a:pt x="164" y="15"/>
                      <a:pt x="160" y="16"/>
                      <a:pt x="156" y="17"/>
                    </a:cubicBezTo>
                    <a:cubicBezTo>
                      <a:pt x="151" y="18"/>
                      <a:pt x="149" y="19"/>
                      <a:pt x="146" y="19"/>
                    </a:cubicBezTo>
                    <a:cubicBezTo>
                      <a:pt x="144" y="19"/>
                      <a:pt x="142" y="19"/>
                      <a:pt x="139" y="17"/>
                    </a:cubicBezTo>
                    <a:cubicBezTo>
                      <a:pt x="132" y="15"/>
                      <a:pt x="125" y="12"/>
                      <a:pt x="118" y="9"/>
                    </a:cubicBezTo>
                    <a:cubicBezTo>
                      <a:pt x="113" y="8"/>
                      <a:pt x="108" y="7"/>
                      <a:pt x="103" y="7"/>
                    </a:cubicBezTo>
                    <a:cubicBezTo>
                      <a:pt x="97" y="7"/>
                      <a:pt x="92" y="8"/>
                      <a:pt x="86" y="11"/>
                    </a:cubicBezTo>
                    <a:cubicBezTo>
                      <a:pt x="84" y="11"/>
                      <a:pt x="83" y="12"/>
                      <a:pt x="82" y="13"/>
                    </a:cubicBezTo>
                    <a:cubicBezTo>
                      <a:pt x="80" y="13"/>
                      <a:pt x="79" y="13"/>
                      <a:pt x="79" y="13"/>
                    </a:cubicBezTo>
                    <a:cubicBezTo>
                      <a:pt x="77" y="13"/>
                      <a:pt x="76" y="13"/>
                      <a:pt x="74" y="12"/>
                    </a:cubicBezTo>
                    <a:cubicBezTo>
                      <a:pt x="71" y="10"/>
                      <a:pt x="67" y="7"/>
                      <a:pt x="62" y="6"/>
                    </a:cubicBezTo>
                    <a:cubicBezTo>
                      <a:pt x="60" y="5"/>
                      <a:pt x="58" y="4"/>
                      <a:pt x="55" y="4"/>
                    </a:cubicBezTo>
                    <a:cubicBezTo>
                      <a:pt x="51" y="4"/>
                      <a:pt x="48" y="6"/>
                      <a:pt x="44" y="8"/>
                    </a:cubicBezTo>
                    <a:cubicBezTo>
                      <a:pt x="41" y="9"/>
                      <a:pt x="37" y="10"/>
                      <a:pt x="34" y="11"/>
                    </a:cubicBezTo>
                    <a:cubicBezTo>
                      <a:pt x="33" y="12"/>
                      <a:pt x="32" y="13"/>
                      <a:pt x="31" y="13"/>
                    </a:cubicBezTo>
                    <a:cubicBezTo>
                      <a:pt x="30" y="14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5" y="14"/>
                      <a:pt x="23" y="13"/>
                    </a:cubicBezTo>
                    <a:cubicBezTo>
                      <a:pt x="21" y="13"/>
                      <a:pt x="20" y="12"/>
                      <a:pt x="18" y="11"/>
                    </a:cubicBezTo>
                    <a:cubicBezTo>
                      <a:pt x="16" y="10"/>
                      <a:pt x="13" y="10"/>
                      <a:pt x="10" y="9"/>
                    </a:cubicBezTo>
                    <a:cubicBezTo>
                      <a:pt x="9" y="8"/>
                      <a:pt x="7" y="8"/>
                      <a:pt x="6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8" name="Freeform 146">
                <a:extLst>
                  <a:ext uri="{FF2B5EF4-FFF2-40B4-BE49-F238E27FC236}">
                    <a16:creationId xmlns:a16="http://schemas.microsoft.com/office/drawing/2014/main" id="{761C213B-4BF0-47CC-9095-B7C22957C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771"/>
                <a:ext cx="247" cy="47"/>
              </a:xfrm>
              <a:custGeom>
                <a:avLst/>
                <a:gdLst>
                  <a:gd name="T0" fmla="*/ 62 w 99"/>
                  <a:gd name="T1" fmla="*/ 287 h 19"/>
                  <a:gd name="T2" fmla="*/ 92 w 99"/>
                  <a:gd name="T3" fmla="*/ 245 h 19"/>
                  <a:gd name="T4" fmla="*/ 200 w 99"/>
                  <a:gd name="T5" fmla="*/ 183 h 19"/>
                  <a:gd name="T6" fmla="*/ 249 w 99"/>
                  <a:gd name="T7" fmla="*/ 166 h 19"/>
                  <a:gd name="T8" fmla="*/ 279 w 99"/>
                  <a:gd name="T9" fmla="*/ 153 h 19"/>
                  <a:gd name="T10" fmla="*/ 279 w 99"/>
                  <a:gd name="T11" fmla="*/ 153 h 19"/>
                  <a:gd name="T12" fmla="*/ 312 w 99"/>
                  <a:gd name="T13" fmla="*/ 153 h 19"/>
                  <a:gd name="T14" fmla="*/ 312 w 99"/>
                  <a:gd name="T15" fmla="*/ 134 h 19"/>
                  <a:gd name="T16" fmla="*/ 354 w 99"/>
                  <a:gd name="T17" fmla="*/ 92 h 19"/>
                  <a:gd name="T18" fmla="*/ 404 w 99"/>
                  <a:gd name="T19" fmla="*/ 92 h 19"/>
                  <a:gd name="T20" fmla="*/ 479 w 99"/>
                  <a:gd name="T21" fmla="*/ 104 h 19"/>
                  <a:gd name="T22" fmla="*/ 654 w 99"/>
                  <a:gd name="T23" fmla="*/ 195 h 19"/>
                  <a:gd name="T24" fmla="*/ 821 w 99"/>
                  <a:gd name="T25" fmla="*/ 257 h 19"/>
                  <a:gd name="T26" fmla="*/ 903 w 99"/>
                  <a:gd name="T27" fmla="*/ 245 h 19"/>
                  <a:gd name="T28" fmla="*/ 1058 w 99"/>
                  <a:gd name="T29" fmla="*/ 134 h 19"/>
                  <a:gd name="T30" fmla="*/ 1215 w 99"/>
                  <a:gd name="T31" fmla="*/ 62 h 19"/>
                  <a:gd name="T32" fmla="*/ 1215 w 99"/>
                  <a:gd name="T33" fmla="*/ 74 h 19"/>
                  <a:gd name="T34" fmla="*/ 1245 w 99"/>
                  <a:gd name="T35" fmla="*/ 74 h 19"/>
                  <a:gd name="T36" fmla="*/ 1307 w 99"/>
                  <a:gd name="T37" fmla="*/ 134 h 19"/>
                  <a:gd name="T38" fmla="*/ 1370 w 99"/>
                  <a:gd name="T39" fmla="*/ 183 h 19"/>
                  <a:gd name="T40" fmla="*/ 1507 w 99"/>
                  <a:gd name="T41" fmla="*/ 275 h 19"/>
                  <a:gd name="T42" fmla="*/ 1537 w 99"/>
                  <a:gd name="T43" fmla="*/ 228 h 19"/>
                  <a:gd name="T44" fmla="*/ 1400 w 99"/>
                  <a:gd name="T45" fmla="*/ 121 h 19"/>
                  <a:gd name="T46" fmla="*/ 1320 w 99"/>
                  <a:gd name="T47" fmla="*/ 62 h 19"/>
                  <a:gd name="T48" fmla="*/ 1275 w 99"/>
                  <a:gd name="T49" fmla="*/ 30 h 19"/>
                  <a:gd name="T50" fmla="*/ 1228 w 99"/>
                  <a:gd name="T51" fmla="*/ 12 h 19"/>
                  <a:gd name="T52" fmla="*/ 1215 w 99"/>
                  <a:gd name="T53" fmla="*/ 0 h 19"/>
                  <a:gd name="T54" fmla="*/ 1028 w 99"/>
                  <a:gd name="T55" fmla="*/ 92 h 19"/>
                  <a:gd name="T56" fmla="*/ 883 w 99"/>
                  <a:gd name="T57" fmla="*/ 183 h 19"/>
                  <a:gd name="T58" fmla="*/ 821 w 99"/>
                  <a:gd name="T59" fmla="*/ 195 h 19"/>
                  <a:gd name="T60" fmla="*/ 621 w 99"/>
                  <a:gd name="T61" fmla="*/ 121 h 19"/>
                  <a:gd name="T62" fmla="*/ 511 w 99"/>
                  <a:gd name="T63" fmla="*/ 62 h 19"/>
                  <a:gd name="T64" fmla="*/ 404 w 99"/>
                  <a:gd name="T65" fmla="*/ 30 h 19"/>
                  <a:gd name="T66" fmla="*/ 324 w 99"/>
                  <a:gd name="T67" fmla="*/ 42 h 19"/>
                  <a:gd name="T68" fmla="*/ 262 w 99"/>
                  <a:gd name="T69" fmla="*/ 104 h 19"/>
                  <a:gd name="T70" fmla="*/ 292 w 99"/>
                  <a:gd name="T71" fmla="*/ 121 h 19"/>
                  <a:gd name="T72" fmla="*/ 292 w 99"/>
                  <a:gd name="T73" fmla="*/ 92 h 19"/>
                  <a:gd name="T74" fmla="*/ 279 w 99"/>
                  <a:gd name="T75" fmla="*/ 92 h 19"/>
                  <a:gd name="T76" fmla="*/ 217 w 99"/>
                  <a:gd name="T77" fmla="*/ 104 h 19"/>
                  <a:gd name="T78" fmla="*/ 92 w 99"/>
                  <a:gd name="T79" fmla="*/ 183 h 19"/>
                  <a:gd name="T80" fmla="*/ 0 w 99"/>
                  <a:gd name="T81" fmla="*/ 245 h 19"/>
                  <a:gd name="T82" fmla="*/ 62 w 99"/>
                  <a:gd name="T83" fmla="*/ 287 h 1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9" h="19">
                    <a:moveTo>
                      <a:pt x="4" y="19"/>
                    </a:moveTo>
                    <a:cubicBezTo>
                      <a:pt x="4" y="18"/>
                      <a:pt x="5" y="17"/>
                      <a:pt x="6" y="16"/>
                    </a:cubicBezTo>
                    <a:cubicBezTo>
                      <a:pt x="8" y="15"/>
                      <a:pt x="11" y="13"/>
                      <a:pt x="13" y="12"/>
                    </a:cubicBezTo>
                    <a:cubicBezTo>
                      <a:pt x="14" y="11"/>
                      <a:pt x="15" y="11"/>
                      <a:pt x="16" y="11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2" y="7"/>
                      <a:pt x="23" y="6"/>
                    </a:cubicBezTo>
                    <a:cubicBezTo>
                      <a:pt x="24" y="6"/>
                      <a:pt x="24" y="6"/>
                      <a:pt x="26" y="6"/>
                    </a:cubicBezTo>
                    <a:cubicBezTo>
                      <a:pt x="27" y="6"/>
                      <a:pt x="29" y="6"/>
                      <a:pt x="31" y="7"/>
                    </a:cubicBezTo>
                    <a:cubicBezTo>
                      <a:pt x="35" y="9"/>
                      <a:pt x="38" y="11"/>
                      <a:pt x="42" y="13"/>
                    </a:cubicBezTo>
                    <a:cubicBezTo>
                      <a:pt x="46" y="15"/>
                      <a:pt x="49" y="17"/>
                      <a:pt x="53" y="17"/>
                    </a:cubicBezTo>
                    <a:cubicBezTo>
                      <a:pt x="55" y="17"/>
                      <a:pt x="57" y="17"/>
                      <a:pt x="58" y="16"/>
                    </a:cubicBezTo>
                    <a:cubicBezTo>
                      <a:pt x="61" y="14"/>
                      <a:pt x="65" y="11"/>
                      <a:pt x="68" y="9"/>
                    </a:cubicBezTo>
                    <a:cubicBezTo>
                      <a:pt x="72" y="6"/>
                      <a:pt x="75" y="4"/>
                      <a:pt x="78" y="4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9" y="5"/>
                      <a:pt x="79" y="5"/>
                      <a:pt x="80" y="5"/>
                    </a:cubicBezTo>
                    <a:cubicBezTo>
                      <a:pt x="82" y="6"/>
                      <a:pt x="83" y="7"/>
                      <a:pt x="84" y="9"/>
                    </a:cubicBezTo>
                    <a:cubicBezTo>
                      <a:pt x="86" y="10"/>
                      <a:pt x="87" y="11"/>
                      <a:pt x="88" y="12"/>
                    </a:cubicBezTo>
                    <a:cubicBezTo>
                      <a:pt x="91" y="14"/>
                      <a:pt x="95" y="16"/>
                      <a:pt x="97" y="18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7" y="13"/>
                      <a:pt x="93" y="10"/>
                      <a:pt x="90" y="8"/>
                    </a:cubicBezTo>
                    <a:cubicBezTo>
                      <a:pt x="89" y="8"/>
                      <a:pt x="87" y="6"/>
                      <a:pt x="85" y="4"/>
                    </a:cubicBezTo>
                    <a:cubicBezTo>
                      <a:pt x="84" y="3"/>
                      <a:pt x="83" y="3"/>
                      <a:pt x="82" y="2"/>
                    </a:cubicBezTo>
                    <a:cubicBezTo>
                      <a:pt x="81" y="1"/>
                      <a:pt x="80" y="1"/>
                      <a:pt x="79" y="1"/>
                    </a:cubicBezTo>
                    <a:cubicBezTo>
                      <a:pt x="79" y="0"/>
                      <a:pt x="78" y="0"/>
                      <a:pt x="78" y="0"/>
                    </a:cubicBezTo>
                    <a:cubicBezTo>
                      <a:pt x="74" y="1"/>
                      <a:pt x="70" y="3"/>
                      <a:pt x="66" y="6"/>
                    </a:cubicBezTo>
                    <a:cubicBezTo>
                      <a:pt x="62" y="8"/>
                      <a:pt x="59" y="11"/>
                      <a:pt x="57" y="12"/>
                    </a:cubicBezTo>
                    <a:cubicBezTo>
                      <a:pt x="56" y="13"/>
                      <a:pt x="55" y="13"/>
                      <a:pt x="53" y="13"/>
                    </a:cubicBezTo>
                    <a:cubicBezTo>
                      <a:pt x="50" y="13"/>
                      <a:pt x="45" y="10"/>
                      <a:pt x="40" y="8"/>
                    </a:cubicBezTo>
                    <a:cubicBezTo>
                      <a:pt x="38" y="6"/>
                      <a:pt x="35" y="5"/>
                      <a:pt x="33" y="4"/>
                    </a:cubicBezTo>
                    <a:cubicBezTo>
                      <a:pt x="30" y="3"/>
                      <a:pt x="28" y="2"/>
                      <a:pt x="26" y="2"/>
                    </a:cubicBezTo>
                    <a:cubicBezTo>
                      <a:pt x="24" y="2"/>
                      <a:pt x="22" y="2"/>
                      <a:pt x="21" y="3"/>
                    </a:cubicBezTo>
                    <a:cubicBezTo>
                      <a:pt x="19" y="4"/>
                      <a:pt x="18" y="5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5" y="7"/>
                      <a:pt x="14" y="7"/>
                    </a:cubicBezTo>
                    <a:cubicBezTo>
                      <a:pt x="11" y="8"/>
                      <a:pt x="8" y="10"/>
                      <a:pt x="6" y="12"/>
                    </a:cubicBezTo>
                    <a:cubicBezTo>
                      <a:pt x="4" y="13"/>
                      <a:pt x="2" y="15"/>
                      <a:pt x="0" y="16"/>
                    </a:cubicBezTo>
                    <a:lnTo>
                      <a:pt x="4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9" name="Freeform 147">
                <a:extLst>
                  <a:ext uri="{FF2B5EF4-FFF2-40B4-BE49-F238E27FC236}">
                    <a16:creationId xmlns:a16="http://schemas.microsoft.com/office/drawing/2014/main" id="{7F6DCE46-8970-4738-88F9-66AC11ED4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796"/>
                <a:ext cx="152" cy="40"/>
              </a:xfrm>
              <a:custGeom>
                <a:avLst/>
                <a:gdLst>
                  <a:gd name="T0" fmla="*/ 0 w 61"/>
                  <a:gd name="T1" fmla="*/ 188 h 16"/>
                  <a:gd name="T2" fmla="*/ 12 w 61"/>
                  <a:gd name="T3" fmla="*/ 188 h 16"/>
                  <a:gd name="T4" fmla="*/ 167 w 61"/>
                  <a:gd name="T5" fmla="*/ 145 h 16"/>
                  <a:gd name="T6" fmla="*/ 311 w 61"/>
                  <a:gd name="T7" fmla="*/ 95 h 16"/>
                  <a:gd name="T8" fmla="*/ 434 w 61"/>
                  <a:gd name="T9" fmla="*/ 63 h 16"/>
                  <a:gd name="T10" fmla="*/ 508 w 61"/>
                  <a:gd name="T11" fmla="*/ 83 h 16"/>
                  <a:gd name="T12" fmla="*/ 932 w 61"/>
                  <a:gd name="T13" fmla="*/ 250 h 16"/>
                  <a:gd name="T14" fmla="*/ 944 w 61"/>
                  <a:gd name="T15" fmla="*/ 188 h 16"/>
                  <a:gd name="T16" fmla="*/ 528 w 61"/>
                  <a:gd name="T17" fmla="*/ 20 h 16"/>
                  <a:gd name="T18" fmla="*/ 434 w 61"/>
                  <a:gd name="T19" fmla="*/ 0 h 16"/>
                  <a:gd name="T20" fmla="*/ 292 w 61"/>
                  <a:gd name="T21" fmla="*/ 33 h 16"/>
                  <a:gd name="T22" fmla="*/ 154 w 61"/>
                  <a:gd name="T23" fmla="*/ 83 h 16"/>
                  <a:gd name="T24" fmla="*/ 12 w 61"/>
                  <a:gd name="T25" fmla="*/ 125 h 16"/>
                  <a:gd name="T26" fmla="*/ 0 w 61"/>
                  <a:gd name="T27" fmla="*/ 125 h 16"/>
                  <a:gd name="T28" fmla="*/ 0 w 61"/>
                  <a:gd name="T29" fmla="*/ 188 h 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" h="16">
                    <a:moveTo>
                      <a:pt x="0" y="12"/>
                    </a:moveTo>
                    <a:cubicBezTo>
                      <a:pt x="0" y="12"/>
                      <a:pt x="1" y="12"/>
                      <a:pt x="1" y="12"/>
                    </a:cubicBezTo>
                    <a:cubicBezTo>
                      <a:pt x="5" y="12"/>
                      <a:pt x="8" y="10"/>
                      <a:pt x="11" y="9"/>
                    </a:cubicBezTo>
                    <a:cubicBezTo>
                      <a:pt x="14" y="8"/>
                      <a:pt x="17" y="6"/>
                      <a:pt x="20" y="6"/>
                    </a:cubicBezTo>
                    <a:cubicBezTo>
                      <a:pt x="23" y="5"/>
                      <a:pt x="26" y="4"/>
                      <a:pt x="28" y="4"/>
                    </a:cubicBezTo>
                    <a:cubicBezTo>
                      <a:pt x="30" y="4"/>
                      <a:pt x="31" y="5"/>
                      <a:pt x="33" y="5"/>
                    </a:cubicBezTo>
                    <a:cubicBezTo>
                      <a:pt x="42" y="8"/>
                      <a:pt x="50" y="13"/>
                      <a:pt x="60" y="16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52" y="9"/>
                      <a:pt x="44" y="4"/>
                      <a:pt x="34" y="1"/>
                    </a:cubicBezTo>
                    <a:cubicBezTo>
                      <a:pt x="32" y="1"/>
                      <a:pt x="30" y="0"/>
                      <a:pt x="28" y="0"/>
                    </a:cubicBezTo>
                    <a:cubicBezTo>
                      <a:pt x="25" y="0"/>
                      <a:pt x="22" y="1"/>
                      <a:pt x="19" y="2"/>
                    </a:cubicBezTo>
                    <a:cubicBezTo>
                      <a:pt x="16" y="3"/>
                      <a:pt x="12" y="4"/>
                      <a:pt x="10" y="5"/>
                    </a:cubicBezTo>
                    <a:cubicBezTo>
                      <a:pt x="7" y="7"/>
                      <a:pt x="4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0" name="Freeform 148">
                <a:extLst>
                  <a:ext uri="{FF2B5EF4-FFF2-40B4-BE49-F238E27FC236}">
                    <a16:creationId xmlns:a16="http://schemas.microsoft.com/office/drawing/2014/main" id="{4BA25840-259A-48CD-A222-C64412C37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798"/>
                <a:ext cx="145" cy="35"/>
              </a:xfrm>
              <a:custGeom>
                <a:avLst/>
                <a:gdLst>
                  <a:gd name="T0" fmla="*/ 63 w 58"/>
                  <a:gd name="T1" fmla="*/ 220 h 14"/>
                  <a:gd name="T2" fmla="*/ 50 w 58"/>
                  <a:gd name="T3" fmla="*/ 220 h 14"/>
                  <a:gd name="T4" fmla="*/ 63 w 58"/>
                  <a:gd name="T5" fmla="*/ 220 h 14"/>
                  <a:gd name="T6" fmla="*/ 63 w 58"/>
                  <a:gd name="T7" fmla="*/ 220 h 14"/>
                  <a:gd name="T8" fmla="*/ 50 w 58"/>
                  <a:gd name="T9" fmla="*/ 220 h 14"/>
                  <a:gd name="T10" fmla="*/ 63 w 58"/>
                  <a:gd name="T11" fmla="*/ 220 h 14"/>
                  <a:gd name="T12" fmla="*/ 95 w 58"/>
                  <a:gd name="T13" fmla="*/ 208 h 14"/>
                  <a:gd name="T14" fmla="*/ 188 w 58"/>
                  <a:gd name="T15" fmla="*/ 175 h 14"/>
                  <a:gd name="T16" fmla="*/ 283 w 58"/>
                  <a:gd name="T17" fmla="*/ 145 h 14"/>
                  <a:gd name="T18" fmla="*/ 408 w 58"/>
                  <a:gd name="T19" fmla="*/ 95 h 14"/>
                  <a:gd name="T20" fmla="*/ 520 w 58"/>
                  <a:gd name="T21" fmla="*/ 63 h 14"/>
                  <a:gd name="T22" fmla="*/ 533 w 58"/>
                  <a:gd name="T23" fmla="*/ 63 h 14"/>
                  <a:gd name="T24" fmla="*/ 533 w 58"/>
                  <a:gd name="T25" fmla="*/ 63 h 14"/>
                  <a:gd name="T26" fmla="*/ 533 w 58"/>
                  <a:gd name="T27" fmla="*/ 63 h 14"/>
                  <a:gd name="T28" fmla="*/ 708 w 58"/>
                  <a:gd name="T29" fmla="*/ 125 h 14"/>
                  <a:gd name="T30" fmla="*/ 875 w 58"/>
                  <a:gd name="T31" fmla="*/ 220 h 14"/>
                  <a:gd name="T32" fmla="*/ 908 w 58"/>
                  <a:gd name="T33" fmla="*/ 175 h 14"/>
                  <a:gd name="T34" fmla="*/ 720 w 58"/>
                  <a:gd name="T35" fmla="*/ 83 h 14"/>
                  <a:gd name="T36" fmla="*/ 533 w 58"/>
                  <a:gd name="T37" fmla="*/ 0 h 14"/>
                  <a:gd name="T38" fmla="*/ 533 w 58"/>
                  <a:gd name="T39" fmla="*/ 0 h 14"/>
                  <a:gd name="T40" fmla="*/ 533 w 58"/>
                  <a:gd name="T41" fmla="*/ 0 h 14"/>
                  <a:gd name="T42" fmla="*/ 520 w 58"/>
                  <a:gd name="T43" fmla="*/ 0 h 14"/>
                  <a:gd name="T44" fmla="*/ 375 w 58"/>
                  <a:gd name="T45" fmla="*/ 50 h 14"/>
                  <a:gd name="T46" fmla="*/ 270 w 58"/>
                  <a:gd name="T47" fmla="*/ 95 h 14"/>
                  <a:gd name="T48" fmla="*/ 125 w 58"/>
                  <a:gd name="T49" fmla="*/ 125 h 14"/>
                  <a:gd name="T50" fmla="*/ 63 w 58"/>
                  <a:gd name="T51" fmla="*/ 158 h 14"/>
                  <a:gd name="T52" fmla="*/ 33 w 58"/>
                  <a:gd name="T53" fmla="*/ 175 h 14"/>
                  <a:gd name="T54" fmla="*/ 0 w 58"/>
                  <a:gd name="T55" fmla="*/ 208 h 14"/>
                  <a:gd name="T56" fmla="*/ 63 w 58"/>
                  <a:gd name="T57" fmla="*/ 220 h 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8" h="14">
                    <a:moveTo>
                      <a:pt x="4" y="14"/>
                    </a:moveTo>
                    <a:cubicBezTo>
                      <a:pt x="3" y="14"/>
                      <a:pt x="3" y="14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5" y="14"/>
                      <a:pt x="6" y="13"/>
                    </a:cubicBezTo>
                    <a:cubicBezTo>
                      <a:pt x="8" y="12"/>
                      <a:pt x="10" y="12"/>
                      <a:pt x="12" y="11"/>
                    </a:cubicBezTo>
                    <a:cubicBezTo>
                      <a:pt x="15" y="10"/>
                      <a:pt x="17" y="10"/>
                      <a:pt x="18" y="9"/>
                    </a:cubicBezTo>
                    <a:cubicBezTo>
                      <a:pt x="21" y="9"/>
                      <a:pt x="23" y="7"/>
                      <a:pt x="26" y="6"/>
                    </a:cubicBezTo>
                    <a:cubicBezTo>
                      <a:pt x="29" y="5"/>
                      <a:pt x="31" y="4"/>
                      <a:pt x="33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7" y="5"/>
                      <a:pt x="41" y="6"/>
                      <a:pt x="45" y="8"/>
                    </a:cubicBezTo>
                    <a:cubicBezTo>
                      <a:pt x="49" y="10"/>
                      <a:pt x="53" y="13"/>
                      <a:pt x="56" y="14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5" y="9"/>
                      <a:pt x="51" y="7"/>
                      <a:pt x="46" y="5"/>
                    </a:cubicBezTo>
                    <a:cubicBezTo>
                      <a:pt x="42" y="2"/>
                      <a:pt x="38" y="1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0" y="0"/>
                      <a:pt x="27" y="1"/>
                      <a:pt x="24" y="3"/>
                    </a:cubicBezTo>
                    <a:cubicBezTo>
                      <a:pt x="22" y="4"/>
                      <a:pt x="19" y="5"/>
                      <a:pt x="17" y="6"/>
                    </a:cubicBezTo>
                    <a:cubicBezTo>
                      <a:pt x="15" y="6"/>
                      <a:pt x="12" y="7"/>
                      <a:pt x="8" y="8"/>
                    </a:cubicBezTo>
                    <a:cubicBezTo>
                      <a:pt x="7" y="9"/>
                      <a:pt x="5" y="9"/>
                      <a:pt x="4" y="10"/>
                    </a:cubicBezTo>
                    <a:cubicBezTo>
                      <a:pt x="3" y="10"/>
                      <a:pt x="2" y="10"/>
                      <a:pt x="2" y="11"/>
                    </a:cubicBezTo>
                    <a:cubicBezTo>
                      <a:pt x="1" y="11"/>
                      <a:pt x="1" y="12"/>
                      <a:pt x="0" y="1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1" name="Freeform 149">
                <a:extLst>
                  <a:ext uri="{FF2B5EF4-FFF2-40B4-BE49-F238E27FC236}">
                    <a16:creationId xmlns:a16="http://schemas.microsoft.com/office/drawing/2014/main" id="{D54448FA-F558-491F-ABB3-D9693EABD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788"/>
                <a:ext cx="1193" cy="60"/>
              </a:xfrm>
              <a:custGeom>
                <a:avLst/>
                <a:gdLst>
                  <a:gd name="T0" fmla="*/ 283 w 477"/>
                  <a:gd name="T1" fmla="*/ 270 h 24"/>
                  <a:gd name="T2" fmla="*/ 533 w 477"/>
                  <a:gd name="T3" fmla="*/ 188 h 24"/>
                  <a:gd name="T4" fmla="*/ 533 w 477"/>
                  <a:gd name="T5" fmla="*/ 188 h 24"/>
                  <a:gd name="T6" fmla="*/ 533 w 477"/>
                  <a:gd name="T7" fmla="*/ 188 h 24"/>
                  <a:gd name="T8" fmla="*/ 533 w 477"/>
                  <a:gd name="T9" fmla="*/ 158 h 24"/>
                  <a:gd name="T10" fmla="*/ 625 w 477"/>
                  <a:gd name="T11" fmla="*/ 220 h 24"/>
                  <a:gd name="T12" fmla="*/ 925 w 477"/>
                  <a:gd name="T13" fmla="*/ 375 h 24"/>
                  <a:gd name="T14" fmla="*/ 1188 w 477"/>
                  <a:gd name="T15" fmla="*/ 300 h 24"/>
                  <a:gd name="T16" fmla="*/ 1438 w 477"/>
                  <a:gd name="T17" fmla="*/ 208 h 24"/>
                  <a:gd name="T18" fmla="*/ 1626 w 477"/>
                  <a:gd name="T19" fmla="*/ 300 h 24"/>
                  <a:gd name="T20" fmla="*/ 1771 w 477"/>
                  <a:gd name="T21" fmla="*/ 300 h 24"/>
                  <a:gd name="T22" fmla="*/ 2083 w 477"/>
                  <a:gd name="T23" fmla="*/ 158 h 24"/>
                  <a:gd name="T24" fmla="*/ 2208 w 477"/>
                  <a:gd name="T25" fmla="*/ 125 h 24"/>
                  <a:gd name="T26" fmla="*/ 2564 w 477"/>
                  <a:gd name="T27" fmla="*/ 300 h 24"/>
                  <a:gd name="T28" fmla="*/ 2784 w 477"/>
                  <a:gd name="T29" fmla="*/ 238 h 24"/>
                  <a:gd name="T30" fmla="*/ 3159 w 477"/>
                  <a:gd name="T31" fmla="*/ 113 h 24"/>
                  <a:gd name="T32" fmla="*/ 3409 w 477"/>
                  <a:gd name="T33" fmla="*/ 175 h 24"/>
                  <a:gd name="T34" fmla="*/ 3754 w 477"/>
                  <a:gd name="T35" fmla="*/ 208 h 24"/>
                  <a:gd name="T36" fmla="*/ 4097 w 477"/>
                  <a:gd name="T37" fmla="*/ 63 h 24"/>
                  <a:gd name="T38" fmla="*/ 4472 w 477"/>
                  <a:gd name="T39" fmla="*/ 220 h 24"/>
                  <a:gd name="T40" fmla="*/ 4742 w 477"/>
                  <a:gd name="T41" fmla="*/ 220 h 24"/>
                  <a:gd name="T42" fmla="*/ 5005 w 477"/>
                  <a:gd name="T43" fmla="*/ 113 h 24"/>
                  <a:gd name="T44" fmla="*/ 5222 w 477"/>
                  <a:gd name="T45" fmla="*/ 125 h 24"/>
                  <a:gd name="T46" fmla="*/ 5722 w 477"/>
                  <a:gd name="T47" fmla="*/ 283 h 24"/>
                  <a:gd name="T48" fmla="*/ 6068 w 477"/>
                  <a:gd name="T49" fmla="*/ 158 h 24"/>
                  <a:gd name="T50" fmla="*/ 6180 w 477"/>
                  <a:gd name="T51" fmla="*/ 113 h 24"/>
                  <a:gd name="T52" fmla="*/ 6400 w 477"/>
                  <a:gd name="T53" fmla="*/ 188 h 24"/>
                  <a:gd name="T54" fmla="*/ 6630 w 477"/>
                  <a:gd name="T55" fmla="*/ 270 h 24"/>
                  <a:gd name="T56" fmla="*/ 7088 w 477"/>
                  <a:gd name="T57" fmla="*/ 158 h 24"/>
                  <a:gd name="T58" fmla="*/ 7256 w 477"/>
                  <a:gd name="T59" fmla="*/ 208 h 24"/>
                  <a:gd name="T60" fmla="*/ 7463 w 477"/>
                  <a:gd name="T61" fmla="*/ 208 h 24"/>
                  <a:gd name="T62" fmla="*/ 7100 w 477"/>
                  <a:gd name="T63" fmla="*/ 83 h 24"/>
                  <a:gd name="T64" fmla="*/ 6693 w 477"/>
                  <a:gd name="T65" fmla="*/ 208 h 24"/>
                  <a:gd name="T66" fmla="*/ 6538 w 477"/>
                  <a:gd name="T67" fmla="*/ 188 h 24"/>
                  <a:gd name="T68" fmla="*/ 6305 w 477"/>
                  <a:gd name="T69" fmla="*/ 83 h 24"/>
                  <a:gd name="T70" fmla="*/ 6163 w 477"/>
                  <a:gd name="T71" fmla="*/ 50 h 24"/>
                  <a:gd name="T72" fmla="*/ 5930 w 477"/>
                  <a:gd name="T73" fmla="*/ 158 h 24"/>
                  <a:gd name="T74" fmla="*/ 5617 w 477"/>
                  <a:gd name="T75" fmla="*/ 188 h 24"/>
                  <a:gd name="T76" fmla="*/ 5067 w 477"/>
                  <a:gd name="T77" fmla="*/ 33 h 24"/>
                  <a:gd name="T78" fmla="*/ 4847 w 477"/>
                  <a:gd name="T79" fmla="*/ 113 h 24"/>
                  <a:gd name="T80" fmla="*/ 4584 w 477"/>
                  <a:gd name="T81" fmla="*/ 188 h 24"/>
                  <a:gd name="T82" fmla="*/ 4209 w 477"/>
                  <a:gd name="T83" fmla="*/ 20 h 24"/>
                  <a:gd name="T84" fmla="*/ 3909 w 477"/>
                  <a:gd name="T85" fmla="*/ 63 h 24"/>
                  <a:gd name="T86" fmla="*/ 3629 w 477"/>
                  <a:gd name="T87" fmla="*/ 175 h 24"/>
                  <a:gd name="T88" fmla="*/ 3191 w 477"/>
                  <a:gd name="T89" fmla="*/ 50 h 24"/>
                  <a:gd name="T90" fmla="*/ 2959 w 477"/>
                  <a:gd name="T91" fmla="*/ 83 h 24"/>
                  <a:gd name="T92" fmla="*/ 2564 w 477"/>
                  <a:gd name="T93" fmla="*/ 238 h 24"/>
                  <a:gd name="T94" fmla="*/ 2409 w 477"/>
                  <a:gd name="T95" fmla="*/ 158 h 24"/>
                  <a:gd name="T96" fmla="*/ 2188 w 477"/>
                  <a:gd name="T97" fmla="*/ 63 h 24"/>
                  <a:gd name="T98" fmla="*/ 1926 w 477"/>
                  <a:gd name="T99" fmla="*/ 158 h 24"/>
                  <a:gd name="T100" fmla="*/ 1688 w 477"/>
                  <a:gd name="T101" fmla="*/ 250 h 24"/>
                  <a:gd name="T102" fmla="*/ 1563 w 477"/>
                  <a:gd name="T103" fmla="*/ 188 h 24"/>
                  <a:gd name="T104" fmla="*/ 1408 w 477"/>
                  <a:gd name="T105" fmla="*/ 158 h 24"/>
                  <a:gd name="T106" fmla="*/ 938 w 477"/>
                  <a:gd name="T107" fmla="*/ 313 h 24"/>
                  <a:gd name="T108" fmla="*/ 833 w 477"/>
                  <a:gd name="T109" fmla="*/ 283 h 24"/>
                  <a:gd name="T110" fmla="*/ 533 w 477"/>
                  <a:gd name="T111" fmla="*/ 125 h 24"/>
                  <a:gd name="T112" fmla="*/ 533 w 477"/>
                  <a:gd name="T113" fmla="*/ 158 h 24"/>
                  <a:gd name="T114" fmla="*/ 395 w 477"/>
                  <a:gd name="T115" fmla="*/ 158 h 24"/>
                  <a:gd name="T116" fmla="*/ 0 w 477"/>
                  <a:gd name="T117" fmla="*/ 283 h 2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77" h="24">
                    <a:moveTo>
                      <a:pt x="2" y="22"/>
                    </a:moveTo>
                    <a:cubicBezTo>
                      <a:pt x="7" y="19"/>
                      <a:pt x="13" y="18"/>
                      <a:pt x="18" y="17"/>
                    </a:cubicBezTo>
                    <a:cubicBezTo>
                      <a:pt x="21" y="16"/>
                      <a:pt x="24" y="15"/>
                      <a:pt x="27" y="14"/>
                    </a:cubicBezTo>
                    <a:cubicBezTo>
                      <a:pt x="29" y="13"/>
                      <a:pt x="32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6" y="12"/>
                      <a:pt x="38" y="13"/>
                      <a:pt x="40" y="14"/>
                    </a:cubicBezTo>
                    <a:cubicBezTo>
                      <a:pt x="43" y="15"/>
                      <a:pt x="45" y="17"/>
                      <a:pt x="48" y="20"/>
                    </a:cubicBezTo>
                    <a:cubicBezTo>
                      <a:pt x="51" y="22"/>
                      <a:pt x="55" y="24"/>
                      <a:pt x="59" y="24"/>
                    </a:cubicBezTo>
                    <a:cubicBezTo>
                      <a:pt x="60" y="24"/>
                      <a:pt x="60" y="24"/>
                      <a:pt x="60" y="24"/>
                    </a:cubicBezTo>
                    <a:cubicBezTo>
                      <a:pt x="66" y="24"/>
                      <a:pt x="71" y="22"/>
                      <a:pt x="76" y="19"/>
                    </a:cubicBezTo>
                    <a:cubicBezTo>
                      <a:pt x="81" y="17"/>
                      <a:pt x="86" y="14"/>
                      <a:pt x="91" y="13"/>
                    </a:cubicBezTo>
                    <a:cubicBezTo>
                      <a:pt x="91" y="13"/>
                      <a:pt x="92" y="13"/>
                      <a:pt x="92" y="13"/>
                    </a:cubicBezTo>
                    <a:cubicBezTo>
                      <a:pt x="95" y="13"/>
                      <a:pt x="97" y="15"/>
                      <a:pt x="100" y="16"/>
                    </a:cubicBezTo>
                    <a:cubicBezTo>
                      <a:pt x="101" y="17"/>
                      <a:pt x="102" y="18"/>
                      <a:pt x="104" y="19"/>
                    </a:cubicBezTo>
                    <a:cubicBezTo>
                      <a:pt x="105" y="19"/>
                      <a:pt x="107" y="20"/>
                      <a:pt x="108" y="20"/>
                    </a:cubicBezTo>
                    <a:cubicBezTo>
                      <a:pt x="110" y="20"/>
                      <a:pt x="112" y="20"/>
                      <a:pt x="113" y="19"/>
                    </a:cubicBezTo>
                    <a:cubicBezTo>
                      <a:pt x="117" y="16"/>
                      <a:pt x="120" y="15"/>
                      <a:pt x="124" y="13"/>
                    </a:cubicBezTo>
                    <a:cubicBezTo>
                      <a:pt x="127" y="12"/>
                      <a:pt x="130" y="11"/>
                      <a:pt x="133" y="10"/>
                    </a:cubicBezTo>
                    <a:cubicBezTo>
                      <a:pt x="135" y="9"/>
                      <a:pt x="138" y="8"/>
                      <a:pt x="140" y="8"/>
                    </a:cubicBezTo>
                    <a:cubicBezTo>
                      <a:pt x="141" y="8"/>
                      <a:pt x="141" y="8"/>
                      <a:pt x="141" y="8"/>
                    </a:cubicBezTo>
                    <a:cubicBezTo>
                      <a:pt x="145" y="9"/>
                      <a:pt x="148" y="11"/>
                      <a:pt x="152" y="13"/>
                    </a:cubicBezTo>
                    <a:cubicBezTo>
                      <a:pt x="155" y="16"/>
                      <a:pt x="159" y="18"/>
                      <a:pt x="164" y="19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9" y="19"/>
                      <a:pt x="173" y="17"/>
                      <a:pt x="178" y="15"/>
                    </a:cubicBezTo>
                    <a:cubicBezTo>
                      <a:pt x="182" y="13"/>
                      <a:pt x="187" y="10"/>
                      <a:pt x="190" y="9"/>
                    </a:cubicBezTo>
                    <a:cubicBezTo>
                      <a:pt x="194" y="8"/>
                      <a:pt x="198" y="7"/>
                      <a:pt x="202" y="7"/>
                    </a:cubicBezTo>
                    <a:cubicBezTo>
                      <a:pt x="203" y="7"/>
                      <a:pt x="203" y="7"/>
                      <a:pt x="204" y="7"/>
                    </a:cubicBezTo>
                    <a:cubicBezTo>
                      <a:pt x="209" y="7"/>
                      <a:pt x="213" y="9"/>
                      <a:pt x="218" y="11"/>
                    </a:cubicBezTo>
                    <a:cubicBezTo>
                      <a:pt x="222" y="13"/>
                      <a:pt x="227" y="15"/>
                      <a:pt x="232" y="15"/>
                    </a:cubicBezTo>
                    <a:cubicBezTo>
                      <a:pt x="235" y="15"/>
                      <a:pt x="238" y="14"/>
                      <a:pt x="240" y="13"/>
                    </a:cubicBezTo>
                    <a:cubicBezTo>
                      <a:pt x="244" y="12"/>
                      <a:pt x="248" y="9"/>
                      <a:pt x="252" y="7"/>
                    </a:cubicBezTo>
                    <a:cubicBezTo>
                      <a:pt x="255" y="5"/>
                      <a:pt x="259" y="4"/>
                      <a:pt x="262" y="4"/>
                    </a:cubicBezTo>
                    <a:cubicBezTo>
                      <a:pt x="264" y="4"/>
                      <a:pt x="266" y="4"/>
                      <a:pt x="268" y="5"/>
                    </a:cubicBezTo>
                    <a:cubicBezTo>
                      <a:pt x="274" y="8"/>
                      <a:pt x="280" y="11"/>
                      <a:pt x="286" y="14"/>
                    </a:cubicBezTo>
                    <a:cubicBezTo>
                      <a:pt x="288" y="15"/>
                      <a:pt x="291" y="16"/>
                      <a:pt x="293" y="16"/>
                    </a:cubicBezTo>
                    <a:cubicBezTo>
                      <a:pt x="296" y="16"/>
                      <a:pt x="299" y="15"/>
                      <a:pt x="303" y="14"/>
                    </a:cubicBezTo>
                    <a:cubicBezTo>
                      <a:pt x="306" y="13"/>
                      <a:pt x="309" y="12"/>
                      <a:pt x="312" y="10"/>
                    </a:cubicBezTo>
                    <a:cubicBezTo>
                      <a:pt x="315" y="9"/>
                      <a:pt x="317" y="7"/>
                      <a:pt x="320" y="7"/>
                    </a:cubicBezTo>
                    <a:cubicBezTo>
                      <a:pt x="321" y="6"/>
                      <a:pt x="322" y="6"/>
                      <a:pt x="324" y="6"/>
                    </a:cubicBezTo>
                    <a:cubicBezTo>
                      <a:pt x="327" y="6"/>
                      <a:pt x="331" y="7"/>
                      <a:pt x="334" y="8"/>
                    </a:cubicBezTo>
                    <a:cubicBezTo>
                      <a:pt x="342" y="10"/>
                      <a:pt x="350" y="12"/>
                      <a:pt x="357" y="16"/>
                    </a:cubicBezTo>
                    <a:cubicBezTo>
                      <a:pt x="360" y="18"/>
                      <a:pt x="363" y="18"/>
                      <a:pt x="366" y="18"/>
                    </a:cubicBezTo>
                    <a:cubicBezTo>
                      <a:pt x="371" y="18"/>
                      <a:pt x="376" y="16"/>
                      <a:pt x="381" y="14"/>
                    </a:cubicBezTo>
                    <a:cubicBezTo>
                      <a:pt x="383" y="13"/>
                      <a:pt x="386" y="11"/>
                      <a:pt x="388" y="10"/>
                    </a:cubicBezTo>
                    <a:cubicBezTo>
                      <a:pt x="390" y="8"/>
                      <a:pt x="393" y="7"/>
                      <a:pt x="394" y="7"/>
                    </a:cubicBezTo>
                    <a:cubicBezTo>
                      <a:pt x="395" y="7"/>
                      <a:pt x="395" y="7"/>
                      <a:pt x="395" y="7"/>
                    </a:cubicBezTo>
                    <a:cubicBezTo>
                      <a:pt x="396" y="7"/>
                      <a:pt x="399" y="8"/>
                      <a:pt x="402" y="9"/>
                    </a:cubicBezTo>
                    <a:cubicBezTo>
                      <a:pt x="404" y="10"/>
                      <a:pt x="407" y="11"/>
                      <a:pt x="409" y="12"/>
                    </a:cubicBezTo>
                    <a:cubicBezTo>
                      <a:pt x="412" y="13"/>
                      <a:pt x="414" y="15"/>
                      <a:pt x="416" y="16"/>
                    </a:cubicBezTo>
                    <a:cubicBezTo>
                      <a:pt x="419" y="17"/>
                      <a:pt x="421" y="17"/>
                      <a:pt x="424" y="17"/>
                    </a:cubicBezTo>
                    <a:cubicBezTo>
                      <a:pt x="426" y="17"/>
                      <a:pt x="427" y="17"/>
                      <a:pt x="430" y="16"/>
                    </a:cubicBezTo>
                    <a:cubicBezTo>
                      <a:pt x="438" y="14"/>
                      <a:pt x="445" y="10"/>
                      <a:pt x="453" y="10"/>
                    </a:cubicBezTo>
                    <a:cubicBezTo>
                      <a:pt x="454" y="9"/>
                      <a:pt x="454" y="9"/>
                      <a:pt x="454" y="9"/>
                    </a:cubicBezTo>
                    <a:cubicBezTo>
                      <a:pt x="457" y="9"/>
                      <a:pt x="461" y="11"/>
                      <a:pt x="464" y="13"/>
                    </a:cubicBezTo>
                    <a:cubicBezTo>
                      <a:pt x="468" y="15"/>
                      <a:pt x="472" y="17"/>
                      <a:pt x="477" y="17"/>
                    </a:cubicBezTo>
                    <a:cubicBezTo>
                      <a:pt x="477" y="13"/>
                      <a:pt x="477" y="13"/>
                      <a:pt x="477" y="13"/>
                    </a:cubicBezTo>
                    <a:cubicBezTo>
                      <a:pt x="474" y="13"/>
                      <a:pt x="470" y="11"/>
                      <a:pt x="466" y="9"/>
                    </a:cubicBezTo>
                    <a:cubicBezTo>
                      <a:pt x="462" y="7"/>
                      <a:pt x="458" y="5"/>
                      <a:pt x="454" y="5"/>
                    </a:cubicBezTo>
                    <a:cubicBezTo>
                      <a:pt x="453" y="5"/>
                      <a:pt x="453" y="5"/>
                      <a:pt x="453" y="6"/>
                    </a:cubicBezTo>
                    <a:cubicBezTo>
                      <a:pt x="444" y="6"/>
                      <a:pt x="436" y="10"/>
                      <a:pt x="428" y="13"/>
                    </a:cubicBezTo>
                    <a:cubicBezTo>
                      <a:pt x="427" y="13"/>
                      <a:pt x="425" y="13"/>
                      <a:pt x="424" y="13"/>
                    </a:cubicBezTo>
                    <a:cubicBezTo>
                      <a:pt x="422" y="13"/>
                      <a:pt x="420" y="13"/>
                      <a:pt x="418" y="12"/>
                    </a:cubicBezTo>
                    <a:cubicBezTo>
                      <a:pt x="416" y="11"/>
                      <a:pt x="413" y="10"/>
                      <a:pt x="410" y="9"/>
                    </a:cubicBezTo>
                    <a:cubicBezTo>
                      <a:pt x="409" y="8"/>
                      <a:pt x="406" y="6"/>
                      <a:pt x="403" y="5"/>
                    </a:cubicBezTo>
                    <a:cubicBezTo>
                      <a:pt x="400" y="4"/>
                      <a:pt x="398" y="3"/>
                      <a:pt x="395" y="3"/>
                    </a:cubicBezTo>
                    <a:cubicBezTo>
                      <a:pt x="394" y="3"/>
                      <a:pt x="394" y="3"/>
                      <a:pt x="394" y="3"/>
                    </a:cubicBezTo>
                    <a:cubicBezTo>
                      <a:pt x="391" y="3"/>
                      <a:pt x="388" y="5"/>
                      <a:pt x="386" y="6"/>
                    </a:cubicBezTo>
                    <a:cubicBezTo>
                      <a:pt x="383" y="8"/>
                      <a:pt x="381" y="9"/>
                      <a:pt x="379" y="10"/>
                    </a:cubicBezTo>
                    <a:cubicBezTo>
                      <a:pt x="374" y="13"/>
                      <a:pt x="370" y="14"/>
                      <a:pt x="366" y="14"/>
                    </a:cubicBezTo>
                    <a:cubicBezTo>
                      <a:pt x="363" y="14"/>
                      <a:pt x="361" y="14"/>
                      <a:pt x="359" y="12"/>
                    </a:cubicBezTo>
                    <a:cubicBezTo>
                      <a:pt x="351" y="8"/>
                      <a:pt x="343" y="6"/>
                      <a:pt x="335" y="4"/>
                    </a:cubicBezTo>
                    <a:cubicBezTo>
                      <a:pt x="332" y="3"/>
                      <a:pt x="328" y="2"/>
                      <a:pt x="324" y="2"/>
                    </a:cubicBezTo>
                    <a:cubicBezTo>
                      <a:pt x="322" y="2"/>
                      <a:pt x="320" y="2"/>
                      <a:pt x="319" y="3"/>
                    </a:cubicBezTo>
                    <a:cubicBezTo>
                      <a:pt x="316" y="4"/>
                      <a:pt x="313" y="5"/>
                      <a:pt x="310" y="7"/>
                    </a:cubicBezTo>
                    <a:cubicBezTo>
                      <a:pt x="307" y="8"/>
                      <a:pt x="305" y="9"/>
                      <a:pt x="302" y="10"/>
                    </a:cubicBezTo>
                    <a:cubicBezTo>
                      <a:pt x="298" y="11"/>
                      <a:pt x="295" y="12"/>
                      <a:pt x="293" y="12"/>
                    </a:cubicBezTo>
                    <a:cubicBezTo>
                      <a:pt x="291" y="12"/>
                      <a:pt x="290" y="12"/>
                      <a:pt x="288" y="11"/>
                    </a:cubicBezTo>
                    <a:cubicBezTo>
                      <a:pt x="282" y="8"/>
                      <a:pt x="276" y="4"/>
                      <a:pt x="269" y="1"/>
                    </a:cubicBezTo>
                    <a:cubicBezTo>
                      <a:pt x="267" y="0"/>
                      <a:pt x="265" y="0"/>
                      <a:pt x="262" y="0"/>
                    </a:cubicBezTo>
                    <a:cubicBezTo>
                      <a:pt x="258" y="0"/>
                      <a:pt x="254" y="2"/>
                      <a:pt x="250" y="4"/>
                    </a:cubicBezTo>
                    <a:cubicBezTo>
                      <a:pt x="246" y="6"/>
                      <a:pt x="242" y="8"/>
                      <a:pt x="239" y="9"/>
                    </a:cubicBezTo>
                    <a:cubicBezTo>
                      <a:pt x="237" y="10"/>
                      <a:pt x="235" y="11"/>
                      <a:pt x="232" y="11"/>
                    </a:cubicBezTo>
                    <a:cubicBezTo>
                      <a:pt x="228" y="11"/>
                      <a:pt x="224" y="9"/>
                      <a:pt x="219" y="7"/>
                    </a:cubicBezTo>
                    <a:cubicBezTo>
                      <a:pt x="215" y="5"/>
                      <a:pt x="210" y="3"/>
                      <a:pt x="204" y="3"/>
                    </a:cubicBezTo>
                    <a:cubicBezTo>
                      <a:pt x="204" y="3"/>
                      <a:pt x="203" y="3"/>
                      <a:pt x="202" y="3"/>
                    </a:cubicBezTo>
                    <a:cubicBezTo>
                      <a:pt x="197" y="3"/>
                      <a:pt x="193" y="4"/>
                      <a:pt x="189" y="5"/>
                    </a:cubicBezTo>
                    <a:cubicBezTo>
                      <a:pt x="185" y="7"/>
                      <a:pt x="181" y="9"/>
                      <a:pt x="176" y="11"/>
                    </a:cubicBezTo>
                    <a:cubicBezTo>
                      <a:pt x="172" y="13"/>
                      <a:pt x="167" y="15"/>
                      <a:pt x="164" y="15"/>
                    </a:cubicBezTo>
                    <a:cubicBezTo>
                      <a:pt x="164" y="15"/>
                      <a:pt x="164" y="15"/>
                      <a:pt x="164" y="15"/>
                    </a:cubicBezTo>
                    <a:cubicBezTo>
                      <a:pt x="161" y="15"/>
                      <a:pt x="158" y="12"/>
                      <a:pt x="154" y="10"/>
                    </a:cubicBezTo>
                    <a:cubicBezTo>
                      <a:pt x="150" y="8"/>
                      <a:pt x="147" y="5"/>
                      <a:pt x="142" y="4"/>
                    </a:cubicBezTo>
                    <a:cubicBezTo>
                      <a:pt x="141" y="4"/>
                      <a:pt x="141" y="4"/>
                      <a:pt x="140" y="4"/>
                    </a:cubicBezTo>
                    <a:cubicBezTo>
                      <a:pt x="137" y="4"/>
                      <a:pt x="134" y="5"/>
                      <a:pt x="131" y="6"/>
                    </a:cubicBezTo>
                    <a:cubicBezTo>
                      <a:pt x="128" y="7"/>
                      <a:pt x="126" y="9"/>
                      <a:pt x="123" y="10"/>
                    </a:cubicBezTo>
                    <a:cubicBezTo>
                      <a:pt x="118" y="11"/>
                      <a:pt x="115" y="13"/>
                      <a:pt x="111" y="15"/>
                    </a:cubicBezTo>
                    <a:cubicBezTo>
                      <a:pt x="110" y="16"/>
                      <a:pt x="109" y="16"/>
                      <a:pt x="108" y="16"/>
                    </a:cubicBezTo>
                    <a:cubicBezTo>
                      <a:pt x="107" y="16"/>
                      <a:pt x="106" y="16"/>
                      <a:pt x="105" y="15"/>
                    </a:cubicBezTo>
                    <a:cubicBezTo>
                      <a:pt x="104" y="14"/>
                      <a:pt x="102" y="13"/>
                      <a:pt x="100" y="12"/>
                    </a:cubicBezTo>
                    <a:cubicBezTo>
                      <a:pt x="98" y="10"/>
                      <a:pt x="95" y="9"/>
                      <a:pt x="92" y="9"/>
                    </a:cubicBezTo>
                    <a:cubicBezTo>
                      <a:pt x="92" y="9"/>
                      <a:pt x="91" y="9"/>
                      <a:pt x="90" y="10"/>
                    </a:cubicBezTo>
                    <a:cubicBezTo>
                      <a:pt x="85" y="11"/>
                      <a:pt x="80" y="13"/>
                      <a:pt x="75" y="16"/>
                    </a:cubicBezTo>
                    <a:cubicBezTo>
                      <a:pt x="70" y="18"/>
                      <a:pt x="65" y="20"/>
                      <a:pt x="60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7" y="20"/>
                      <a:pt x="55" y="19"/>
                      <a:pt x="53" y="18"/>
                    </a:cubicBezTo>
                    <a:cubicBezTo>
                      <a:pt x="51" y="17"/>
                      <a:pt x="48" y="14"/>
                      <a:pt x="45" y="12"/>
                    </a:cubicBezTo>
                    <a:cubicBezTo>
                      <a:pt x="42" y="10"/>
                      <a:pt x="38" y="8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1" y="8"/>
                      <a:pt x="28" y="9"/>
                      <a:pt x="25" y="10"/>
                    </a:cubicBezTo>
                    <a:cubicBezTo>
                      <a:pt x="22" y="11"/>
                      <a:pt x="19" y="12"/>
                      <a:pt x="17" y="13"/>
                    </a:cubicBezTo>
                    <a:cubicBezTo>
                      <a:pt x="12" y="14"/>
                      <a:pt x="5" y="15"/>
                      <a:pt x="0" y="18"/>
                    </a:cubicBez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2" name="Freeform 150">
                <a:extLst>
                  <a:ext uri="{FF2B5EF4-FFF2-40B4-BE49-F238E27FC236}">
                    <a16:creationId xmlns:a16="http://schemas.microsoft.com/office/drawing/2014/main" id="{FD016337-5420-4714-B177-4D6B1945E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788"/>
                <a:ext cx="590" cy="48"/>
              </a:xfrm>
              <a:custGeom>
                <a:avLst/>
                <a:gdLst>
                  <a:gd name="T0" fmla="*/ 0 w 236"/>
                  <a:gd name="T1" fmla="*/ 288 h 19"/>
                  <a:gd name="T2" fmla="*/ 33 w 236"/>
                  <a:gd name="T3" fmla="*/ 288 h 19"/>
                  <a:gd name="T4" fmla="*/ 270 w 236"/>
                  <a:gd name="T5" fmla="*/ 222 h 19"/>
                  <a:gd name="T6" fmla="*/ 470 w 236"/>
                  <a:gd name="T7" fmla="*/ 159 h 19"/>
                  <a:gd name="T8" fmla="*/ 500 w 236"/>
                  <a:gd name="T9" fmla="*/ 159 h 19"/>
                  <a:gd name="T10" fmla="*/ 750 w 236"/>
                  <a:gd name="T11" fmla="*/ 243 h 19"/>
                  <a:gd name="T12" fmla="*/ 845 w 236"/>
                  <a:gd name="T13" fmla="*/ 288 h 19"/>
                  <a:gd name="T14" fmla="*/ 938 w 236"/>
                  <a:gd name="T15" fmla="*/ 306 h 19"/>
                  <a:gd name="T16" fmla="*/ 1020 w 236"/>
                  <a:gd name="T17" fmla="*/ 306 h 19"/>
                  <a:gd name="T18" fmla="*/ 1208 w 236"/>
                  <a:gd name="T19" fmla="*/ 210 h 19"/>
                  <a:gd name="T20" fmla="*/ 1375 w 236"/>
                  <a:gd name="T21" fmla="*/ 129 h 19"/>
                  <a:gd name="T22" fmla="*/ 1425 w 236"/>
                  <a:gd name="T23" fmla="*/ 129 h 19"/>
                  <a:gd name="T24" fmla="*/ 1563 w 236"/>
                  <a:gd name="T25" fmla="*/ 159 h 19"/>
                  <a:gd name="T26" fmla="*/ 1720 w 236"/>
                  <a:gd name="T27" fmla="*/ 192 h 19"/>
                  <a:gd name="T28" fmla="*/ 1783 w 236"/>
                  <a:gd name="T29" fmla="*/ 210 h 19"/>
                  <a:gd name="T30" fmla="*/ 2063 w 236"/>
                  <a:gd name="T31" fmla="*/ 129 h 19"/>
                  <a:gd name="T32" fmla="*/ 2145 w 236"/>
                  <a:gd name="T33" fmla="*/ 96 h 19"/>
                  <a:gd name="T34" fmla="*/ 2220 w 236"/>
                  <a:gd name="T35" fmla="*/ 63 h 19"/>
                  <a:gd name="T36" fmla="*/ 2220 w 236"/>
                  <a:gd name="T37" fmla="*/ 63 h 19"/>
                  <a:gd name="T38" fmla="*/ 2300 w 236"/>
                  <a:gd name="T39" fmla="*/ 83 h 19"/>
                  <a:gd name="T40" fmla="*/ 2375 w 236"/>
                  <a:gd name="T41" fmla="*/ 129 h 19"/>
                  <a:gd name="T42" fmla="*/ 2533 w 236"/>
                  <a:gd name="T43" fmla="*/ 179 h 19"/>
                  <a:gd name="T44" fmla="*/ 2645 w 236"/>
                  <a:gd name="T45" fmla="*/ 222 h 19"/>
                  <a:gd name="T46" fmla="*/ 2750 w 236"/>
                  <a:gd name="T47" fmla="*/ 255 h 19"/>
                  <a:gd name="T48" fmla="*/ 2845 w 236"/>
                  <a:gd name="T49" fmla="*/ 243 h 19"/>
                  <a:gd name="T50" fmla="*/ 3020 w 236"/>
                  <a:gd name="T51" fmla="*/ 159 h 19"/>
                  <a:gd name="T52" fmla="*/ 3113 w 236"/>
                  <a:gd name="T53" fmla="*/ 129 h 19"/>
                  <a:gd name="T54" fmla="*/ 3158 w 236"/>
                  <a:gd name="T55" fmla="*/ 129 h 19"/>
                  <a:gd name="T56" fmla="*/ 3220 w 236"/>
                  <a:gd name="T57" fmla="*/ 129 h 19"/>
                  <a:gd name="T58" fmla="*/ 3488 w 236"/>
                  <a:gd name="T59" fmla="*/ 222 h 19"/>
                  <a:gd name="T60" fmla="*/ 3658 w 236"/>
                  <a:gd name="T61" fmla="*/ 255 h 19"/>
                  <a:gd name="T62" fmla="*/ 3688 w 236"/>
                  <a:gd name="T63" fmla="*/ 210 h 19"/>
                  <a:gd name="T64" fmla="*/ 3500 w 236"/>
                  <a:gd name="T65" fmla="*/ 159 h 19"/>
                  <a:gd name="T66" fmla="*/ 3238 w 236"/>
                  <a:gd name="T67" fmla="*/ 83 h 19"/>
                  <a:gd name="T68" fmla="*/ 3158 w 236"/>
                  <a:gd name="T69" fmla="*/ 63 h 19"/>
                  <a:gd name="T70" fmla="*/ 3083 w 236"/>
                  <a:gd name="T71" fmla="*/ 63 h 19"/>
                  <a:gd name="T72" fmla="*/ 3000 w 236"/>
                  <a:gd name="T73" fmla="*/ 96 h 19"/>
                  <a:gd name="T74" fmla="*/ 2813 w 236"/>
                  <a:gd name="T75" fmla="*/ 179 h 19"/>
                  <a:gd name="T76" fmla="*/ 2750 w 236"/>
                  <a:gd name="T77" fmla="*/ 192 h 19"/>
                  <a:gd name="T78" fmla="*/ 2675 w 236"/>
                  <a:gd name="T79" fmla="*/ 179 h 19"/>
                  <a:gd name="T80" fmla="*/ 2563 w 236"/>
                  <a:gd name="T81" fmla="*/ 114 h 19"/>
                  <a:gd name="T82" fmla="*/ 2395 w 236"/>
                  <a:gd name="T83" fmla="*/ 63 h 19"/>
                  <a:gd name="T84" fmla="*/ 2313 w 236"/>
                  <a:gd name="T85" fmla="*/ 33 h 19"/>
                  <a:gd name="T86" fmla="*/ 2220 w 236"/>
                  <a:gd name="T87" fmla="*/ 0 h 19"/>
                  <a:gd name="T88" fmla="*/ 2220 w 236"/>
                  <a:gd name="T89" fmla="*/ 0 h 19"/>
                  <a:gd name="T90" fmla="*/ 2125 w 236"/>
                  <a:gd name="T91" fmla="*/ 33 h 19"/>
                  <a:gd name="T92" fmla="*/ 2033 w 236"/>
                  <a:gd name="T93" fmla="*/ 83 h 19"/>
                  <a:gd name="T94" fmla="*/ 1783 w 236"/>
                  <a:gd name="T95" fmla="*/ 147 h 19"/>
                  <a:gd name="T96" fmla="*/ 1738 w 236"/>
                  <a:gd name="T97" fmla="*/ 129 h 19"/>
                  <a:gd name="T98" fmla="*/ 1595 w 236"/>
                  <a:gd name="T99" fmla="*/ 96 h 19"/>
                  <a:gd name="T100" fmla="*/ 1425 w 236"/>
                  <a:gd name="T101" fmla="*/ 63 h 19"/>
                  <a:gd name="T102" fmla="*/ 1375 w 236"/>
                  <a:gd name="T103" fmla="*/ 63 h 19"/>
                  <a:gd name="T104" fmla="*/ 1175 w 236"/>
                  <a:gd name="T105" fmla="*/ 147 h 19"/>
                  <a:gd name="T106" fmla="*/ 988 w 236"/>
                  <a:gd name="T107" fmla="*/ 243 h 19"/>
                  <a:gd name="T108" fmla="*/ 938 w 236"/>
                  <a:gd name="T109" fmla="*/ 243 h 19"/>
                  <a:gd name="T110" fmla="*/ 875 w 236"/>
                  <a:gd name="T111" fmla="*/ 222 h 19"/>
                  <a:gd name="T112" fmla="*/ 770 w 236"/>
                  <a:gd name="T113" fmla="*/ 179 h 19"/>
                  <a:gd name="T114" fmla="*/ 500 w 236"/>
                  <a:gd name="T115" fmla="*/ 96 h 19"/>
                  <a:gd name="T116" fmla="*/ 470 w 236"/>
                  <a:gd name="T117" fmla="*/ 96 h 19"/>
                  <a:gd name="T118" fmla="*/ 238 w 236"/>
                  <a:gd name="T119" fmla="*/ 159 h 19"/>
                  <a:gd name="T120" fmla="*/ 33 w 236"/>
                  <a:gd name="T121" fmla="*/ 222 h 19"/>
                  <a:gd name="T122" fmla="*/ 20 w 236"/>
                  <a:gd name="T123" fmla="*/ 222 h 19"/>
                  <a:gd name="T124" fmla="*/ 0 w 236"/>
                  <a:gd name="T125" fmla="*/ 288 h 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36" h="19">
                    <a:moveTo>
                      <a:pt x="0" y="18"/>
                    </a:moveTo>
                    <a:cubicBezTo>
                      <a:pt x="1" y="18"/>
                      <a:pt x="2" y="18"/>
                      <a:pt x="2" y="18"/>
                    </a:cubicBezTo>
                    <a:cubicBezTo>
                      <a:pt x="7" y="18"/>
                      <a:pt x="12" y="16"/>
                      <a:pt x="17" y="14"/>
                    </a:cubicBezTo>
                    <a:cubicBezTo>
                      <a:pt x="21" y="12"/>
                      <a:pt x="26" y="10"/>
                      <a:pt x="30" y="10"/>
                    </a:cubicBezTo>
                    <a:cubicBezTo>
                      <a:pt x="31" y="10"/>
                      <a:pt x="31" y="10"/>
                      <a:pt x="32" y="10"/>
                    </a:cubicBezTo>
                    <a:cubicBezTo>
                      <a:pt x="37" y="11"/>
                      <a:pt x="43" y="13"/>
                      <a:pt x="48" y="15"/>
                    </a:cubicBezTo>
                    <a:cubicBezTo>
                      <a:pt x="50" y="16"/>
                      <a:pt x="52" y="17"/>
                      <a:pt x="54" y="18"/>
                    </a:cubicBezTo>
                    <a:cubicBezTo>
                      <a:pt x="56" y="19"/>
                      <a:pt x="58" y="19"/>
                      <a:pt x="60" y="19"/>
                    </a:cubicBezTo>
                    <a:cubicBezTo>
                      <a:pt x="62" y="19"/>
                      <a:pt x="63" y="19"/>
                      <a:pt x="65" y="19"/>
                    </a:cubicBezTo>
                    <a:cubicBezTo>
                      <a:pt x="69" y="17"/>
                      <a:pt x="73" y="15"/>
                      <a:pt x="77" y="13"/>
                    </a:cubicBezTo>
                    <a:cubicBezTo>
                      <a:pt x="81" y="11"/>
                      <a:pt x="84" y="9"/>
                      <a:pt x="88" y="8"/>
                    </a:cubicBezTo>
                    <a:cubicBezTo>
                      <a:pt x="89" y="8"/>
                      <a:pt x="90" y="8"/>
                      <a:pt x="91" y="8"/>
                    </a:cubicBezTo>
                    <a:cubicBezTo>
                      <a:pt x="94" y="8"/>
                      <a:pt x="97" y="9"/>
                      <a:pt x="100" y="10"/>
                    </a:cubicBezTo>
                    <a:cubicBezTo>
                      <a:pt x="104" y="11"/>
                      <a:pt x="107" y="12"/>
                      <a:pt x="110" y="12"/>
                    </a:cubicBezTo>
                    <a:cubicBezTo>
                      <a:pt x="112" y="12"/>
                      <a:pt x="113" y="13"/>
                      <a:pt x="114" y="13"/>
                    </a:cubicBezTo>
                    <a:cubicBezTo>
                      <a:pt x="121" y="13"/>
                      <a:pt x="126" y="11"/>
                      <a:pt x="132" y="8"/>
                    </a:cubicBezTo>
                    <a:cubicBezTo>
                      <a:pt x="134" y="8"/>
                      <a:pt x="136" y="6"/>
                      <a:pt x="137" y="6"/>
                    </a:cubicBezTo>
                    <a:cubicBezTo>
                      <a:pt x="139" y="5"/>
                      <a:pt x="141" y="4"/>
                      <a:pt x="142" y="4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4" y="4"/>
                      <a:pt x="145" y="5"/>
                      <a:pt x="147" y="5"/>
                    </a:cubicBezTo>
                    <a:cubicBezTo>
                      <a:pt x="148" y="6"/>
                      <a:pt x="150" y="7"/>
                      <a:pt x="152" y="8"/>
                    </a:cubicBezTo>
                    <a:cubicBezTo>
                      <a:pt x="155" y="9"/>
                      <a:pt x="159" y="10"/>
                      <a:pt x="162" y="11"/>
                    </a:cubicBezTo>
                    <a:cubicBezTo>
                      <a:pt x="165" y="12"/>
                      <a:pt x="167" y="13"/>
                      <a:pt x="169" y="14"/>
                    </a:cubicBezTo>
                    <a:cubicBezTo>
                      <a:pt x="171" y="15"/>
                      <a:pt x="173" y="16"/>
                      <a:pt x="176" y="16"/>
                    </a:cubicBezTo>
                    <a:cubicBezTo>
                      <a:pt x="178" y="16"/>
                      <a:pt x="180" y="16"/>
                      <a:pt x="182" y="15"/>
                    </a:cubicBezTo>
                    <a:cubicBezTo>
                      <a:pt x="186" y="12"/>
                      <a:pt x="189" y="11"/>
                      <a:pt x="193" y="10"/>
                    </a:cubicBezTo>
                    <a:cubicBezTo>
                      <a:pt x="196" y="9"/>
                      <a:pt x="197" y="9"/>
                      <a:pt x="199" y="8"/>
                    </a:cubicBezTo>
                    <a:cubicBezTo>
                      <a:pt x="200" y="8"/>
                      <a:pt x="201" y="8"/>
                      <a:pt x="202" y="8"/>
                    </a:cubicBezTo>
                    <a:cubicBezTo>
                      <a:pt x="203" y="8"/>
                      <a:pt x="205" y="8"/>
                      <a:pt x="206" y="8"/>
                    </a:cubicBezTo>
                    <a:cubicBezTo>
                      <a:pt x="212" y="10"/>
                      <a:pt x="217" y="13"/>
                      <a:pt x="223" y="14"/>
                    </a:cubicBezTo>
                    <a:cubicBezTo>
                      <a:pt x="227" y="15"/>
                      <a:pt x="232" y="15"/>
                      <a:pt x="234" y="16"/>
                    </a:cubicBezTo>
                    <a:cubicBezTo>
                      <a:pt x="236" y="13"/>
                      <a:pt x="236" y="13"/>
                      <a:pt x="236" y="13"/>
                    </a:cubicBezTo>
                    <a:cubicBezTo>
                      <a:pt x="232" y="11"/>
                      <a:pt x="228" y="11"/>
                      <a:pt x="224" y="10"/>
                    </a:cubicBezTo>
                    <a:cubicBezTo>
                      <a:pt x="218" y="9"/>
                      <a:pt x="213" y="6"/>
                      <a:pt x="207" y="5"/>
                    </a:cubicBezTo>
                    <a:cubicBezTo>
                      <a:pt x="205" y="4"/>
                      <a:pt x="204" y="4"/>
                      <a:pt x="202" y="4"/>
                    </a:cubicBezTo>
                    <a:cubicBezTo>
                      <a:pt x="200" y="4"/>
                      <a:pt x="199" y="4"/>
                      <a:pt x="197" y="4"/>
                    </a:cubicBezTo>
                    <a:cubicBezTo>
                      <a:pt x="196" y="5"/>
                      <a:pt x="194" y="6"/>
                      <a:pt x="192" y="6"/>
                    </a:cubicBezTo>
                    <a:cubicBezTo>
                      <a:pt x="188" y="8"/>
                      <a:pt x="184" y="9"/>
                      <a:pt x="180" y="11"/>
                    </a:cubicBezTo>
                    <a:cubicBezTo>
                      <a:pt x="178" y="12"/>
                      <a:pt x="177" y="12"/>
                      <a:pt x="176" y="12"/>
                    </a:cubicBezTo>
                    <a:cubicBezTo>
                      <a:pt x="174" y="12"/>
                      <a:pt x="173" y="12"/>
                      <a:pt x="171" y="11"/>
                    </a:cubicBezTo>
                    <a:cubicBezTo>
                      <a:pt x="169" y="10"/>
                      <a:pt x="166" y="8"/>
                      <a:pt x="164" y="7"/>
                    </a:cubicBezTo>
                    <a:cubicBezTo>
                      <a:pt x="160" y="6"/>
                      <a:pt x="156" y="5"/>
                      <a:pt x="153" y="4"/>
                    </a:cubicBezTo>
                    <a:cubicBezTo>
                      <a:pt x="152" y="3"/>
                      <a:pt x="150" y="3"/>
                      <a:pt x="148" y="2"/>
                    </a:cubicBezTo>
                    <a:cubicBezTo>
                      <a:pt x="147" y="1"/>
                      <a:pt x="145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0" y="0"/>
                      <a:pt x="138" y="1"/>
                      <a:pt x="136" y="2"/>
                    </a:cubicBezTo>
                    <a:cubicBezTo>
                      <a:pt x="134" y="3"/>
                      <a:pt x="132" y="4"/>
                      <a:pt x="130" y="5"/>
                    </a:cubicBezTo>
                    <a:cubicBezTo>
                      <a:pt x="125" y="7"/>
                      <a:pt x="120" y="9"/>
                      <a:pt x="114" y="9"/>
                    </a:cubicBezTo>
                    <a:cubicBezTo>
                      <a:pt x="113" y="9"/>
                      <a:pt x="112" y="8"/>
                      <a:pt x="111" y="8"/>
                    </a:cubicBezTo>
                    <a:cubicBezTo>
                      <a:pt x="108" y="8"/>
                      <a:pt x="105" y="7"/>
                      <a:pt x="102" y="6"/>
                    </a:cubicBezTo>
                    <a:cubicBezTo>
                      <a:pt x="98" y="5"/>
                      <a:pt x="95" y="4"/>
                      <a:pt x="91" y="4"/>
                    </a:cubicBezTo>
                    <a:cubicBezTo>
                      <a:pt x="90" y="4"/>
                      <a:pt x="89" y="4"/>
                      <a:pt x="88" y="4"/>
                    </a:cubicBezTo>
                    <a:cubicBezTo>
                      <a:pt x="83" y="5"/>
                      <a:pt x="79" y="7"/>
                      <a:pt x="75" y="9"/>
                    </a:cubicBezTo>
                    <a:cubicBezTo>
                      <a:pt x="71" y="11"/>
                      <a:pt x="67" y="13"/>
                      <a:pt x="63" y="15"/>
                    </a:cubicBezTo>
                    <a:cubicBezTo>
                      <a:pt x="62" y="15"/>
                      <a:pt x="61" y="15"/>
                      <a:pt x="60" y="15"/>
                    </a:cubicBezTo>
                    <a:cubicBezTo>
                      <a:pt x="59" y="15"/>
                      <a:pt x="57" y="15"/>
                      <a:pt x="56" y="14"/>
                    </a:cubicBezTo>
                    <a:cubicBezTo>
                      <a:pt x="54" y="13"/>
                      <a:pt x="52" y="12"/>
                      <a:pt x="49" y="11"/>
                    </a:cubicBezTo>
                    <a:cubicBezTo>
                      <a:pt x="44" y="9"/>
                      <a:pt x="38" y="7"/>
                      <a:pt x="32" y="6"/>
                    </a:cubicBezTo>
                    <a:cubicBezTo>
                      <a:pt x="32" y="6"/>
                      <a:pt x="31" y="6"/>
                      <a:pt x="30" y="6"/>
                    </a:cubicBezTo>
                    <a:cubicBezTo>
                      <a:pt x="25" y="6"/>
                      <a:pt x="20" y="8"/>
                      <a:pt x="15" y="10"/>
                    </a:cubicBezTo>
                    <a:cubicBezTo>
                      <a:pt x="11" y="12"/>
                      <a:pt x="6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3" name="Freeform 151">
                <a:extLst>
                  <a:ext uri="{FF2B5EF4-FFF2-40B4-BE49-F238E27FC236}">
                    <a16:creationId xmlns:a16="http://schemas.microsoft.com/office/drawing/2014/main" id="{4A034E87-9E7F-4409-97EC-4940D5E87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793"/>
                <a:ext cx="130" cy="40"/>
              </a:xfrm>
              <a:custGeom>
                <a:avLst/>
                <a:gdLst>
                  <a:gd name="T0" fmla="*/ 50 w 52"/>
                  <a:gd name="T1" fmla="*/ 250 h 16"/>
                  <a:gd name="T2" fmla="*/ 300 w 52"/>
                  <a:gd name="T3" fmla="*/ 113 h 16"/>
                  <a:gd name="T4" fmla="*/ 363 w 52"/>
                  <a:gd name="T5" fmla="*/ 83 h 16"/>
                  <a:gd name="T6" fmla="*/ 408 w 52"/>
                  <a:gd name="T7" fmla="*/ 63 h 16"/>
                  <a:gd name="T8" fmla="*/ 425 w 52"/>
                  <a:gd name="T9" fmla="*/ 63 h 16"/>
                  <a:gd name="T10" fmla="*/ 595 w 52"/>
                  <a:gd name="T11" fmla="*/ 125 h 16"/>
                  <a:gd name="T12" fmla="*/ 800 w 52"/>
                  <a:gd name="T13" fmla="*/ 208 h 16"/>
                  <a:gd name="T14" fmla="*/ 813 w 52"/>
                  <a:gd name="T15" fmla="*/ 145 h 16"/>
                  <a:gd name="T16" fmla="*/ 625 w 52"/>
                  <a:gd name="T17" fmla="*/ 63 h 16"/>
                  <a:gd name="T18" fmla="*/ 425 w 52"/>
                  <a:gd name="T19" fmla="*/ 0 h 16"/>
                  <a:gd name="T20" fmla="*/ 408 w 52"/>
                  <a:gd name="T21" fmla="*/ 0 h 16"/>
                  <a:gd name="T22" fmla="*/ 333 w 52"/>
                  <a:gd name="T23" fmla="*/ 20 h 16"/>
                  <a:gd name="T24" fmla="*/ 270 w 52"/>
                  <a:gd name="T25" fmla="*/ 50 h 16"/>
                  <a:gd name="T26" fmla="*/ 0 w 52"/>
                  <a:gd name="T27" fmla="*/ 208 h 16"/>
                  <a:gd name="T28" fmla="*/ 50 w 52"/>
                  <a:gd name="T29" fmla="*/ 250 h 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2" h="16">
                    <a:moveTo>
                      <a:pt x="3" y="16"/>
                    </a:moveTo>
                    <a:cubicBezTo>
                      <a:pt x="7" y="12"/>
                      <a:pt x="13" y="10"/>
                      <a:pt x="19" y="7"/>
                    </a:cubicBezTo>
                    <a:cubicBezTo>
                      <a:pt x="20" y="6"/>
                      <a:pt x="22" y="5"/>
                      <a:pt x="23" y="5"/>
                    </a:cubicBezTo>
                    <a:cubicBezTo>
                      <a:pt x="24" y="4"/>
                      <a:pt x="25" y="4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30" y="4"/>
                      <a:pt x="34" y="6"/>
                      <a:pt x="38" y="8"/>
                    </a:cubicBezTo>
                    <a:cubicBezTo>
                      <a:pt x="42" y="10"/>
                      <a:pt x="47" y="12"/>
                      <a:pt x="51" y="13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48" y="9"/>
                      <a:pt x="44" y="6"/>
                      <a:pt x="40" y="4"/>
                    </a:cubicBezTo>
                    <a:cubicBezTo>
                      <a:pt x="36" y="2"/>
                      <a:pt x="31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0"/>
                      <a:pt x="23" y="0"/>
                      <a:pt x="21" y="1"/>
                    </a:cubicBezTo>
                    <a:cubicBezTo>
                      <a:pt x="20" y="2"/>
                      <a:pt x="18" y="2"/>
                      <a:pt x="17" y="3"/>
                    </a:cubicBezTo>
                    <a:cubicBezTo>
                      <a:pt x="12" y="6"/>
                      <a:pt x="5" y="9"/>
                      <a:pt x="0" y="13"/>
                    </a:cubicBez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4" name="Freeform 152">
                <a:extLst>
                  <a:ext uri="{FF2B5EF4-FFF2-40B4-BE49-F238E27FC236}">
                    <a16:creationId xmlns:a16="http://schemas.microsoft.com/office/drawing/2014/main" id="{C83AAB87-D7C7-484C-B308-80F44B96D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796"/>
                <a:ext cx="155" cy="42"/>
              </a:xfrm>
              <a:custGeom>
                <a:avLst/>
                <a:gdLst>
                  <a:gd name="T0" fmla="*/ 33 w 62"/>
                  <a:gd name="T1" fmla="*/ 245 h 17"/>
                  <a:gd name="T2" fmla="*/ 488 w 62"/>
                  <a:gd name="T3" fmla="*/ 62 h 17"/>
                  <a:gd name="T4" fmla="*/ 470 w 62"/>
                  <a:gd name="T5" fmla="*/ 30 h 17"/>
                  <a:gd name="T6" fmla="*/ 458 w 62"/>
                  <a:gd name="T7" fmla="*/ 62 h 17"/>
                  <a:gd name="T8" fmla="*/ 938 w 62"/>
                  <a:gd name="T9" fmla="*/ 257 h 17"/>
                  <a:gd name="T10" fmla="*/ 970 w 62"/>
                  <a:gd name="T11" fmla="*/ 195 h 17"/>
                  <a:gd name="T12" fmla="*/ 488 w 62"/>
                  <a:gd name="T13" fmla="*/ 12 h 17"/>
                  <a:gd name="T14" fmla="*/ 470 w 62"/>
                  <a:gd name="T15" fmla="*/ 0 h 17"/>
                  <a:gd name="T16" fmla="*/ 458 w 62"/>
                  <a:gd name="T17" fmla="*/ 0 h 17"/>
                  <a:gd name="T18" fmla="*/ 0 w 62"/>
                  <a:gd name="T19" fmla="*/ 183 h 17"/>
                  <a:gd name="T20" fmla="*/ 33 w 62"/>
                  <a:gd name="T21" fmla="*/ 245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7">
                    <a:moveTo>
                      <a:pt x="2" y="16"/>
                    </a:moveTo>
                    <a:cubicBezTo>
                      <a:pt x="11" y="12"/>
                      <a:pt x="21" y="9"/>
                      <a:pt x="31" y="4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38" y="10"/>
                      <a:pt x="51" y="13"/>
                      <a:pt x="60" y="17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52" y="9"/>
                      <a:pt x="39" y="6"/>
                      <a:pt x="31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0" y="5"/>
                      <a:pt x="10" y="8"/>
                      <a:pt x="0" y="12"/>
                    </a:cubicBezTo>
                    <a:cubicBezTo>
                      <a:pt x="2" y="16"/>
                      <a:pt x="2" y="16"/>
                      <a:pt x="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5" name="Freeform 153">
                <a:extLst>
                  <a:ext uri="{FF2B5EF4-FFF2-40B4-BE49-F238E27FC236}">
                    <a16:creationId xmlns:a16="http://schemas.microsoft.com/office/drawing/2014/main" id="{343F0B53-C338-4EE9-BFD5-F14A6D061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803"/>
                <a:ext cx="113" cy="40"/>
              </a:xfrm>
              <a:custGeom>
                <a:avLst/>
                <a:gdLst>
                  <a:gd name="T0" fmla="*/ 0 w 45"/>
                  <a:gd name="T1" fmla="*/ 250 h 16"/>
                  <a:gd name="T2" fmla="*/ 20 w 45"/>
                  <a:gd name="T3" fmla="*/ 250 h 16"/>
                  <a:gd name="T4" fmla="*/ 221 w 45"/>
                  <a:gd name="T5" fmla="*/ 188 h 16"/>
                  <a:gd name="T6" fmla="*/ 334 w 45"/>
                  <a:gd name="T7" fmla="*/ 113 h 16"/>
                  <a:gd name="T8" fmla="*/ 409 w 45"/>
                  <a:gd name="T9" fmla="*/ 63 h 16"/>
                  <a:gd name="T10" fmla="*/ 429 w 45"/>
                  <a:gd name="T11" fmla="*/ 63 h 16"/>
                  <a:gd name="T12" fmla="*/ 555 w 45"/>
                  <a:gd name="T13" fmla="*/ 113 h 16"/>
                  <a:gd name="T14" fmla="*/ 663 w 45"/>
                  <a:gd name="T15" fmla="*/ 208 h 16"/>
                  <a:gd name="T16" fmla="*/ 713 w 45"/>
                  <a:gd name="T17" fmla="*/ 175 h 16"/>
                  <a:gd name="T18" fmla="*/ 588 w 45"/>
                  <a:gd name="T19" fmla="*/ 63 h 16"/>
                  <a:gd name="T20" fmla="*/ 429 w 45"/>
                  <a:gd name="T21" fmla="*/ 0 h 16"/>
                  <a:gd name="T22" fmla="*/ 409 w 45"/>
                  <a:gd name="T23" fmla="*/ 0 h 16"/>
                  <a:gd name="T24" fmla="*/ 284 w 45"/>
                  <a:gd name="T25" fmla="*/ 63 h 16"/>
                  <a:gd name="T26" fmla="*/ 188 w 45"/>
                  <a:gd name="T27" fmla="*/ 145 h 16"/>
                  <a:gd name="T28" fmla="*/ 20 w 45"/>
                  <a:gd name="T29" fmla="*/ 188 h 16"/>
                  <a:gd name="T30" fmla="*/ 0 w 45"/>
                  <a:gd name="T31" fmla="*/ 188 h 16"/>
                  <a:gd name="T32" fmla="*/ 0 w 45"/>
                  <a:gd name="T33" fmla="*/ 250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16">
                    <a:moveTo>
                      <a:pt x="0" y="16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5" y="16"/>
                      <a:pt x="11" y="14"/>
                      <a:pt x="14" y="12"/>
                    </a:cubicBezTo>
                    <a:cubicBezTo>
                      <a:pt x="17" y="11"/>
                      <a:pt x="19" y="9"/>
                      <a:pt x="21" y="7"/>
                    </a:cubicBezTo>
                    <a:cubicBezTo>
                      <a:pt x="23" y="6"/>
                      <a:pt x="24" y="5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9" y="4"/>
                      <a:pt x="32" y="5"/>
                      <a:pt x="35" y="7"/>
                    </a:cubicBezTo>
                    <a:cubicBezTo>
                      <a:pt x="38" y="9"/>
                      <a:pt x="40" y="11"/>
                      <a:pt x="42" y="13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3" y="8"/>
                      <a:pt x="40" y="6"/>
                      <a:pt x="37" y="4"/>
                    </a:cubicBezTo>
                    <a:cubicBezTo>
                      <a:pt x="34" y="2"/>
                      <a:pt x="30" y="0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3" y="1"/>
                      <a:pt x="20" y="3"/>
                      <a:pt x="18" y="4"/>
                    </a:cubicBezTo>
                    <a:cubicBezTo>
                      <a:pt x="16" y="6"/>
                      <a:pt x="14" y="8"/>
                      <a:pt x="12" y="9"/>
                    </a:cubicBezTo>
                    <a:cubicBezTo>
                      <a:pt x="10" y="10"/>
                      <a:pt x="4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6" name="Freeform 154">
                <a:extLst>
                  <a:ext uri="{FF2B5EF4-FFF2-40B4-BE49-F238E27FC236}">
                    <a16:creationId xmlns:a16="http://schemas.microsoft.com/office/drawing/2014/main" id="{92E829B8-174E-4D72-84AB-2A1A99AF6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803"/>
                <a:ext cx="160" cy="35"/>
              </a:xfrm>
              <a:custGeom>
                <a:avLst/>
                <a:gdLst>
                  <a:gd name="T0" fmla="*/ 0 w 64"/>
                  <a:gd name="T1" fmla="*/ 220 h 14"/>
                  <a:gd name="T2" fmla="*/ 20 w 64"/>
                  <a:gd name="T3" fmla="*/ 220 h 14"/>
                  <a:gd name="T4" fmla="*/ 95 w 64"/>
                  <a:gd name="T5" fmla="*/ 208 h 14"/>
                  <a:gd name="T6" fmla="*/ 158 w 64"/>
                  <a:gd name="T7" fmla="*/ 175 h 14"/>
                  <a:gd name="T8" fmla="*/ 363 w 64"/>
                  <a:gd name="T9" fmla="*/ 145 h 14"/>
                  <a:gd name="T10" fmla="*/ 488 w 64"/>
                  <a:gd name="T11" fmla="*/ 95 h 14"/>
                  <a:gd name="T12" fmla="*/ 595 w 64"/>
                  <a:gd name="T13" fmla="*/ 63 h 14"/>
                  <a:gd name="T14" fmla="*/ 613 w 64"/>
                  <a:gd name="T15" fmla="*/ 63 h 14"/>
                  <a:gd name="T16" fmla="*/ 783 w 64"/>
                  <a:gd name="T17" fmla="*/ 125 h 14"/>
                  <a:gd name="T18" fmla="*/ 988 w 64"/>
                  <a:gd name="T19" fmla="*/ 175 h 14"/>
                  <a:gd name="T20" fmla="*/ 1000 w 64"/>
                  <a:gd name="T21" fmla="*/ 175 h 14"/>
                  <a:gd name="T22" fmla="*/ 1000 w 64"/>
                  <a:gd name="T23" fmla="*/ 113 h 14"/>
                  <a:gd name="T24" fmla="*/ 988 w 64"/>
                  <a:gd name="T25" fmla="*/ 113 h 14"/>
                  <a:gd name="T26" fmla="*/ 800 w 64"/>
                  <a:gd name="T27" fmla="*/ 63 h 14"/>
                  <a:gd name="T28" fmla="*/ 613 w 64"/>
                  <a:gd name="T29" fmla="*/ 0 h 14"/>
                  <a:gd name="T30" fmla="*/ 583 w 64"/>
                  <a:gd name="T31" fmla="*/ 0 h 14"/>
                  <a:gd name="T32" fmla="*/ 458 w 64"/>
                  <a:gd name="T33" fmla="*/ 50 h 14"/>
                  <a:gd name="T34" fmla="*/ 345 w 64"/>
                  <a:gd name="T35" fmla="*/ 83 h 14"/>
                  <a:gd name="T36" fmla="*/ 158 w 64"/>
                  <a:gd name="T37" fmla="*/ 113 h 14"/>
                  <a:gd name="T38" fmla="*/ 83 w 64"/>
                  <a:gd name="T39" fmla="*/ 145 h 14"/>
                  <a:gd name="T40" fmla="*/ 20 w 64"/>
                  <a:gd name="T41" fmla="*/ 158 h 14"/>
                  <a:gd name="T42" fmla="*/ 20 w 64"/>
                  <a:gd name="T43" fmla="*/ 158 h 14"/>
                  <a:gd name="T44" fmla="*/ 0 w 64"/>
                  <a:gd name="T45" fmla="*/ 22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14">
                    <a:moveTo>
                      <a:pt x="0" y="14"/>
                    </a:moveTo>
                    <a:cubicBezTo>
                      <a:pt x="0" y="14"/>
                      <a:pt x="1" y="14"/>
                      <a:pt x="1" y="14"/>
                    </a:cubicBezTo>
                    <a:cubicBezTo>
                      <a:pt x="3" y="14"/>
                      <a:pt x="5" y="14"/>
                      <a:pt x="6" y="13"/>
                    </a:cubicBezTo>
                    <a:cubicBezTo>
                      <a:pt x="8" y="12"/>
                      <a:pt x="9" y="11"/>
                      <a:pt x="10" y="11"/>
                    </a:cubicBezTo>
                    <a:cubicBezTo>
                      <a:pt x="14" y="10"/>
                      <a:pt x="18" y="10"/>
                      <a:pt x="23" y="9"/>
                    </a:cubicBezTo>
                    <a:cubicBezTo>
                      <a:pt x="25" y="8"/>
                      <a:pt x="28" y="7"/>
                      <a:pt x="31" y="6"/>
                    </a:cubicBezTo>
                    <a:cubicBezTo>
                      <a:pt x="33" y="5"/>
                      <a:pt x="36" y="5"/>
                      <a:pt x="38" y="4"/>
                    </a:cubicBezTo>
                    <a:cubicBezTo>
                      <a:pt x="38" y="4"/>
                      <a:pt x="39" y="4"/>
                      <a:pt x="39" y="4"/>
                    </a:cubicBezTo>
                    <a:cubicBezTo>
                      <a:pt x="42" y="4"/>
                      <a:pt x="46" y="6"/>
                      <a:pt x="50" y="8"/>
                    </a:cubicBezTo>
                    <a:cubicBezTo>
                      <a:pt x="54" y="9"/>
                      <a:pt x="58" y="11"/>
                      <a:pt x="63" y="11"/>
                    </a:cubicBezTo>
                    <a:cubicBezTo>
                      <a:pt x="63" y="11"/>
                      <a:pt x="64" y="11"/>
                      <a:pt x="64" y="11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59" y="7"/>
                      <a:pt x="55" y="6"/>
                      <a:pt x="51" y="4"/>
                    </a:cubicBezTo>
                    <a:cubicBezTo>
                      <a:pt x="48" y="2"/>
                      <a:pt x="43" y="0"/>
                      <a:pt x="39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5" y="1"/>
                      <a:pt x="32" y="2"/>
                      <a:pt x="29" y="3"/>
                    </a:cubicBezTo>
                    <a:cubicBezTo>
                      <a:pt x="27" y="4"/>
                      <a:pt x="24" y="5"/>
                      <a:pt x="22" y="5"/>
                    </a:cubicBezTo>
                    <a:cubicBezTo>
                      <a:pt x="18" y="6"/>
                      <a:pt x="14" y="6"/>
                      <a:pt x="10" y="7"/>
                    </a:cubicBezTo>
                    <a:cubicBezTo>
                      <a:pt x="8" y="8"/>
                      <a:pt x="6" y="9"/>
                      <a:pt x="5" y="9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7" name="Freeform 155">
                <a:extLst>
                  <a:ext uri="{FF2B5EF4-FFF2-40B4-BE49-F238E27FC236}">
                    <a16:creationId xmlns:a16="http://schemas.microsoft.com/office/drawing/2014/main" id="{CF05D1E8-D899-4DE5-9DDB-873EF9A73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788"/>
                <a:ext cx="138" cy="48"/>
              </a:xfrm>
              <a:custGeom>
                <a:avLst/>
                <a:gdLst>
                  <a:gd name="T0" fmla="*/ 33 w 55"/>
                  <a:gd name="T1" fmla="*/ 306 h 19"/>
                  <a:gd name="T2" fmla="*/ 284 w 55"/>
                  <a:gd name="T3" fmla="*/ 179 h 19"/>
                  <a:gd name="T4" fmla="*/ 379 w 55"/>
                  <a:gd name="T5" fmla="*/ 96 h 19"/>
                  <a:gd name="T6" fmla="*/ 459 w 55"/>
                  <a:gd name="T7" fmla="*/ 63 h 19"/>
                  <a:gd name="T8" fmla="*/ 534 w 55"/>
                  <a:gd name="T9" fmla="*/ 96 h 19"/>
                  <a:gd name="T10" fmla="*/ 630 w 55"/>
                  <a:gd name="T11" fmla="*/ 129 h 19"/>
                  <a:gd name="T12" fmla="*/ 818 w 55"/>
                  <a:gd name="T13" fmla="*/ 222 h 19"/>
                  <a:gd name="T14" fmla="*/ 818 w 55"/>
                  <a:gd name="T15" fmla="*/ 222 h 19"/>
                  <a:gd name="T16" fmla="*/ 838 w 55"/>
                  <a:gd name="T17" fmla="*/ 222 h 19"/>
                  <a:gd name="T18" fmla="*/ 868 w 55"/>
                  <a:gd name="T19" fmla="*/ 210 h 19"/>
                  <a:gd name="T20" fmla="*/ 868 w 55"/>
                  <a:gd name="T21" fmla="*/ 179 h 19"/>
                  <a:gd name="T22" fmla="*/ 868 w 55"/>
                  <a:gd name="T23" fmla="*/ 159 h 19"/>
                  <a:gd name="T24" fmla="*/ 805 w 55"/>
                  <a:gd name="T25" fmla="*/ 192 h 19"/>
                  <a:gd name="T26" fmla="*/ 818 w 55"/>
                  <a:gd name="T27" fmla="*/ 179 h 19"/>
                  <a:gd name="T28" fmla="*/ 805 w 55"/>
                  <a:gd name="T29" fmla="*/ 179 h 19"/>
                  <a:gd name="T30" fmla="*/ 805 w 55"/>
                  <a:gd name="T31" fmla="*/ 192 h 19"/>
                  <a:gd name="T32" fmla="*/ 818 w 55"/>
                  <a:gd name="T33" fmla="*/ 179 h 19"/>
                  <a:gd name="T34" fmla="*/ 805 w 55"/>
                  <a:gd name="T35" fmla="*/ 179 h 19"/>
                  <a:gd name="T36" fmla="*/ 818 w 55"/>
                  <a:gd name="T37" fmla="*/ 179 h 19"/>
                  <a:gd name="T38" fmla="*/ 805 w 55"/>
                  <a:gd name="T39" fmla="*/ 179 h 19"/>
                  <a:gd name="T40" fmla="*/ 805 w 55"/>
                  <a:gd name="T41" fmla="*/ 179 h 19"/>
                  <a:gd name="T42" fmla="*/ 818 w 55"/>
                  <a:gd name="T43" fmla="*/ 179 h 19"/>
                  <a:gd name="T44" fmla="*/ 805 w 55"/>
                  <a:gd name="T45" fmla="*/ 179 h 19"/>
                  <a:gd name="T46" fmla="*/ 818 w 55"/>
                  <a:gd name="T47" fmla="*/ 179 h 19"/>
                  <a:gd name="T48" fmla="*/ 818 w 55"/>
                  <a:gd name="T49" fmla="*/ 159 h 19"/>
                  <a:gd name="T50" fmla="*/ 805 w 55"/>
                  <a:gd name="T51" fmla="*/ 179 h 19"/>
                  <a:gd name="T52" fmla="*/ 818 w 55"/>
                  <a:gd name="T53" fmla="*/ 179 h 19"/>
                  <a:gd name="T54" fmla="*/ 818 w 55"/>
                  <a:gd name="T55" fmla="*/ 159 h 19"/>
                  <a:gd name="T56" fmla="*/ 838 w 55"/>
                  <a:gd name="T57" fmla="*/ 192 h 19"/>
                  <a:gd name="T58" fmla="*/ 851 w 55"/>
                  <a:gd name="T59" fmla="*/ 159 h 19"/>
                  <a:gd name="T60" fmla="*/ 647 w 55"/>
                  <a:gd name="T61" fmla="*/ 63 h 19"/>
                  <a:gd name="T62" fmla="*/ 567 w 55"/>
                  <a:gd name="T63" fmla="*/ 33 h 19"/>
                  <a:gd name="T64" fmla="*/ 459 w 55"/>
                  <a:gd name="T65" fmla="*/ 0 h 19"/>
                  <a:gd name="T66" fmla="*/ 346 w 55"/>
                  <a:gd name="T67" fmla="*/ 51 h 19"/>
                  <a:gd name="T68" fmla="*/ 251 w 55"/>
                  <a:gd name="T69" fmla="*/ 114 h 19"/>
                  <a:gd name="T70" fmla="*/ 0 w 55"/>
                  <a:gd name="T71" fmla="*/ 255 h 19"/>
                  <a:gd name="T72" fmla="*/ 33 w 55"/>
                  <a:gd name="T73" fmla="*/ 306 h 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5" h="19">
                    <a:moveTo>
                      <a:pt x="2" y="19"/>
                    </a:moveTo>
                    <a:cubicBezTo>
                      <a:pt x="7" y="16"/>
                      <a:pt x="13" y="14"/>
                      <a:pt x="18" y="11"/>
                    </a:cubicBezTo>
                    <a:cubicBezTo>
                      <a:pt x="20" y="9"/>
                      <a:pt x="22" y="8"/>
                      <a:pt x="24" y="6"/>
                    </a:cubicBezTo>
                    <a:cubicBezTo>
                      <a:pt x="26" y="5"/>
                      <a:pt x="28" y="4"/>
                      <a:pt x="29" y="4"/>
                    </a:cubicBezTo>
                    <a:cubicBezTo>
                      <a:pt x="30" y="4"/>
                      <a:pt x="32" y="5"/>
                      <a:pt x="34" y="6"/>
                    </a:cubicBezTo>
                    <a:cubicBezTo>
                      <a:pt x="36" y="7"/>
                      <a:pt x="38" y="8"/>
                      <a:pt x="40" y="8"/>
                    </a:cubicBezTo>
                    <a:cubicBezTo>
                      <a:pt x="44" y="10"/>
                      <a:pt x="48" y="12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4" y="14"/>
                      <a:pt x="54" y="14"/>
                      <a:pt x="55" y="13"/>
                    </a:cubicBezTo>
                    <a:cubicBezTo>
                      <a:pt x="55" y="13"/>
                      <a:pt x="55" y="12"/>
                      <a:pt x="55" y="11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0" y="8"/>
                      <a:pt x="46" y="6"/>
                      <a:pt x="41" y="4"/>
                    </a:cubicBezTo>
                    <a:cubicBezTo>
                      <a:pt x="40" y="4"/>
                      <a:pt x="38" y="3"/>
                      <a:pt x="36" y="2"/>
                    </a:cubicBezTo>
                    <a:cubicBezTo>
                      <a:pt x="34" y="1"/>
                      <a:pt x="31" y="0"/>
                      <a:pt x="29" y="0"/>
                    </a:cubicBezTo>
                    <a:cubicBezTo>
                      <a:pt x="26" y="0"/>
                      <a:pt x="24" y="2"/>
                      <a:pt x="22" y="3"/>
                    </a:cubicBezTo>
                    <a:cubicBezTo>
                      <a:pt x="20" y="5"/>
                      <a:pt x="18" y="6"/>
                      <a:pt x="16" y="7"/>
                    </a:cubicBezTo>
                    <a:cubicBezTo>
                      <a:pt x="11" y="10"/>
                      <a:pt x="5" y="12"/>
                      <a:pt x="0" y="16"/>
                    </a:cubicBez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8" name="Freeform 156">
                <a:extLst>
                  <a:ext uri="{FF2B5EF4-FFF2-40B4-BE49-F238E27FC236}">
                    <a16:creationId xmlns:a16="http://schemas.microsoft.com/office/drawing/2014/main" id="{9A41399C-46AA-46AB-8446-138F6BC58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783"/>
                <a:ext cx="127" cy="40"/>
              </a:xfrm>
              <a:custGeom>
                <a:avLst/>
                <a:gdLst>
                  <a:gd name="T0" fmla="*/ 0 w 51"/>
                  <a:gd name="T1" fmla="*/ 250 h 16"/>
                  <a:gd name="T2" fmla="*/ 42 w 51"/>
                  <a:gd name="T3" fmla="*/ 250 h 16"/>
                  <a:gd name="T4" fmla="*/ 154 w 51"/>
                  <a:gd name="T5" fmla="*/ 220 h 16"/>
                  <a:gd name="T6" fmla="*/ 291 w 51"/>
                  <a:gd name="T7" fmla="*/ 113 h 16"/>
                  <a:gd name="T8" fmla="*/ 403 w 51"/>
                  <a:gd name="T9" fmla="*/ 63 h 16"/>
                  <a:gd name="T10" fmla="*/ 403 w 51"/>
                  <a:gd name="T11" fmla="*/ 63 h 16"/>
                  <a:gd name="T12" fmla="*/ 403 w 51"/>
                  <a:gd name="T13" fmla="*/ 63 h 16"/>
                  <a:gd name="T14" fmla="*/ 403 w 51"/>
                  <a:gd name="T15" fmla="*/ 63 h 16"/>
                  <a:gd name="T16" fmla="*/ 590 w 51"/>
                  <a:gd name="T17" fmla="*/ 125 h 16"/>
                  <a:gd name="T18" fmla="*/ 787 w 51"/>
                  <a:gd name="T19" fmla="*/ 208 h 16"/>
                  <a:gd name="T20" fmla="*/ 787 w 51"/>
                  <a:gd name="T21" fmla="*/ 145 h 16"/>
                  <a:gd name="T22" fmla="*/ 620 w 51"/>
                  <a:gd name="T23" fmla="*/ 63 h 16"/>
                  <a:gd name="T24" fmla="*/ 403 w 51"/>
                  <a:gd name="T25" fmla="*/ 0 h 16"/>
                  <a:gd name="T26" fmla="*/ 403 w 51"/>
                  <a:gd name="T27" fmla="*/ 0 h 16"/>
                  <a:gd name="T28" fmla="*/ 403 w 51"/>
                  <a:gd name="T29" fmla="*/ 0 h 16"/>
                  <a:gd name="T30" fmla="*/ 403 w 51"/>
                  <a:gd name="T31" fmla="*/ 0 h 16"/>
                  <a:gd name="T32" fmla="*/ 291 w 51"/>
                  <a:gd name="T33" fmla="*/ 33 h 16"/>
                  <a:gd name="T34" fmla="*/ 154 w 51"/>
                  <a:gd name="T35" fmla="*/ 145 h 16"/>
                  <a:gd name="T36" fmla="*/ 42 w 51"/>
                  <a:gd name="T37" fmla="*/ 188 h 16"/>
                  <a:gd name="T38" fmla="*/ 30 w 51"/>
                  <a:gd name="T39" fmla="*/ 188 h 16"/>
                  <a:gd name="T40" fmla="*/ 0 w 51"/>
                  <a:gd name="T41" fmla="*/ 25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1" h="16">
                    <a:moveTo>
                      <a:pt x="0" y="16"/>
                    </a:moveTo>
                    <a:cubicBezTo>
                      <a:pt x="1" y="16"/>
                      <a:pt x="2" y="16"/>
                      <a:pt x="3" y="16"/>
                    </a:cubicBezTo>
                    <a:cubicBezTo>
                      <a:pt x="5" y="16"/>
                      <a:pt x="8" y="15"/>
                      <a:pt x="10" y="14"/>
                    </a:cubicBezTo>
                    <a:cubicBezTo>
                      <a:pt x="13" y="12"/>
                      <a:pt x="16" y="9"/>
                      <a:pt x="19" y="7"/>
                    </a:cubicBezTo>
                    <a:cubicBezTo>
                      <a:pt x="22" y="5"/>
                      <a:pt x="24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0" y="4"/>
                      <a:pt x="34" y="6"/>
                      <a:pt x="38" y="8"/>
                    </a:cubicBezTo>
                    <a:cubicBezTo>
                      <a:pt x="42" y="10"/>
                      <a:pt x="46" y="13"/>
                      <a:pt x="51" y="13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48" y="9"/>
                      <a:pt x="44" y="7"/>
                      <a:pt x="40" y="4"/>
                    </a:cubicBezTo>
                    <a:cubicBezTo>
                      <a:pt x="36" y="2"/>
                      <a:pt x="31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0"/>
                      <a:pt x="22" y="1"/>
                      <a:pt x="19" y="2"/>
                    </a:cubicBezTo>
                    <a:cubicBezTo>
                      <a:pt x="16" y="4"/>
                      <a:pt x="13" y="7"/>
                      <a:pt x="10" y="9"/>
                    </a:cubicBezTo>
                    <a:cubicBezTo>
                      <a:pt x="8" y="11"/>
                      <a:pt x="5" y="12"/>
                      <a:pt x="3" y="12"/>
                    </a:cubicBezTo>
                    <a:cubicBezTo>
                      <a:pt x="3" y="12"/>
                      <a:pt x="2" y="12"/>
                      <a:pt x="2" y="12"/>
                    </a:cubicBez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9" name="Freeform 157">
                <a:extLst>
                  <a:ext uri="{FF2B5EF4-FFF2-40B4-BE49-F238E27FC236}">
                    <a16:creationId xmlns:a16="http://schemas.microsoft.com/office/drawing/2014/main" id="{9536A9B2-6B6E-45EC-B562-F2B194A86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781"/>
                <a:ext cx="123" cy="35"/>
              </a:xfrm>
              <a:custGeom>
                <a:avLst/>
                <a:gdLst>
                  <a:gd name="T0" fmla="*/ 33 w 49"/>
                  <a:gd name="T1" fmla="*/ 220 h 14"/>
                  <a:gd name="T2" fmla="*/ 221 w 49"/>
                  <a:gd name="T3" fmla="*/ 125 h 14"/>
                  <a:gd name="T4" fmla="*/ 429 w 49"/>
                  <a:gd name="T5" fmla="*/ 63 h 14"/>
                  <a:gd name="T6" fmla="*/ 429 w 49"/>
                  <a:gd name="T7" fmla="*/ 63 h 14"/>
                  <a:gd name="T8" fmla="*/ 429 w 49"/>
                  <a:gd name="T9" fmla="*/ 63 h 14"/>
                  <a:gd name="T10" fmla="*/ 585 w 49"/>
                  <a:gd name="T11" fmla="*/ 113 h 14"/>
                  <a:gd name="T12" fmla="*/ 743 w 49"/>
                  <a:gd name="T13" fmla="*/ 188 h 14"/>
                  <a:gd name="T14" fmla="*/ 776 w 49"/>
                  <a:gd name="T15" fmla="*/ 125 h 14"/>
                  <a:gd name="T16" fmla="*/ 597 w 49"/>
                  <a:gd name="T17" fmla="*/ 50 h 14"/>
                  <a:gd name="T18" fmla="*/ 429 w 49"/>
                  <a:gd name="T19" fmla="*/ 0 h 14"/>
                  <a:gd name="T20" fmla="*/ 429 w 49"/>
                  <a:gd name="T21" fmla="*/ 33 h 14"/>
                  <a:gd name="T22" fmla="*/ 429 w 49"/>
                  <a:gd name="T23" fmla="*/ 0 h 14"/>
                  <a:gd name="T24" fmla="*/ 429 w 49"/>
                  <a:gd name="T25" fmla="*/ 0 h 14"/>
                  <a:gd name="T26" fmla="*/ 208 w 49"/>
                  <a:gd name="T27" fmla="*/ 63 h 14"/>
                  <a:gd name="T28" fmla="*/ 0 w 49"/>
                  <a:gd name="T29" fmla="*/ 175 h 14"/>
                  <a:gd name="T30" fmla="*/ 33 w 49"/>
                  <a:gd name="T31" fmla="*/ 220 h 1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9" h="14">
                    <a:moveTo>
                      <a:pt x="2" y="14"/>
                    </a:moveTo>
                    <a:cubicBezTo>
                      <a:pt x="6" y="13"/>
                      <a:pt x="10" y="10"/>
                      <a:pt x="14" y="8"/>
                    </a:cubicBezTo>
                    <a:cubicBezTo>
                      <a:pt x="19" y="6"/>
                      <a:pt x="23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9" y="4"/>
                      <a:pt x="33" y="5"/>
                      <a:pt x="37" y="7"/>
                    </a:cubicBezTo>
                    <a:cubicBezTo>
                      <a:pt x="41" y="9"/>
                      <a:pt x="45" y="11"/>
                      <a:pt x="47" y="12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6" y="7"/>
                      <a:pt x="42" y="5"/>
                      <a:pt x="38" y="3"/>
                    </a:cubicBezTo>
                    <a:cubicBezTo>
                      <a:pt x="34" y="2"/>
                      <a:pt x="30" y="0"/>
                      <a:pt x="27" y="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2" y="0"/>
                      <a:pt x="17" y="2"/>
                      <a:pt x="13" y="4"/>
                    </a:cubicBezTo>
                    <a:cubicBezTo>
                      <a:pt x="8" y="7"/>
                      <a:pt x="4" y="9"/>
                      <a:pt x="0" y="11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0" name="Freeform 158">
                <a:extLst>
                  <a:ext uri="{FF2B5EF4-FFF2-40B4-BE49-F238E27FC236}">
                    <a16:creationId xmlns:a16="http://schemas.microsoft.com/office/drawing/2014/main" id="{CDFD88FE-9D66-4381-9A0B-89D7BD5C6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776"/>
                <a:ext cx="175" cy="37"/>
              </a:xfrm>
              <a:custGeom>
                <a:avLst/>
                <a:gdLst>
                  <a:gd name="T0" fmla="*/ 20 w 70"/>
                  <a:gd name="T1" fmla="*/ 183 h 15"/>
                  <a:gd name="T2" fmla="*/ 188 w 70"/>
                  <a:gd name="T3" fmla="*/ 104 h 15"/>
                  <a:gd name="T4" fmla="*/ 345 w 70"/>
                  <a:gd name="T5" fmla="*/ 62 h 15"/>
                  <a:gd name="T6" fmla="*/ 363 w 70"/>
                  <a:gd name="T7" fmla="*/ 62 h 15"/>
                  <a:gd name="T8" fmla="*/ 520 w 70"/>
                  <a:gd name="T9" fmla="*/ 133 h 15"/>
                  <a:gd name="T10" fmla="*/ 720 w 70"/>
                  <a:gd name="T11" fmla="*/ 224 h 15"/>
                  <a:gd name="T12" fmla="*/ 738 w 70"/>
                  <a:gd name="T13" fmla="*/ 224 h 15"/>
                  <a:gd name="T14" fmla="*/ 938 w 70"/>
                  <a:gd name="T15" fmla="*/ 153 h 15"/>
                  <a:gd name="T16" fmla="*/ 1095 w 70"/>
                  <a:gd name="T17" fmla="*/ 42 h 15"/>
                  <a:gd name="T18" fmla="*/ 1083 w 70"/>
                  <a:gd name="T19" fmla="*/ 0 h 15"/>
                  <a:gd name="T20" fmla="*/ 895 w 70"/>
                  <a:gd name="T21" fmla="*/ 91 h 15"/>
                  <a:gd name="T22" fmla="*/ 738 w 70"/>
                  <a:gd name="T23" fmla="*/ 165 h 15"/>
                  <a:gd name="T24" fmla="*/ 720 w 70"/>
                  <a:gd name="T25" fmla="*/ 165 h 15"/>
                  <a:gd name="T26" fmla="*/ 563 w 70"/>
                  <a:gd name="T27" fmla="*/ 74 h 15"/>
                  <a:gd name="T28" fmla="*/ 363 w 70"/>
                  <a:gd name="T29" fmla="*/ 0 h 15"/>
                  <a:gd name="T30" fmla="*/ 345 w 70"/>
                  <a:gd name="T31" fmla="*/ 0 h 15"/>
                  <a:gd name="T32" fmla="*/ 158 w 70"/>
                  <a:gd name="T33" fmla="*/ 42 h 15"/>
                  <a:gd name="T34" fmla="*/ 0 w 70"/>
                  <a:gd name="T35" fmla="*/ 121 h 15"/>
                  <a:gd name="T36" fmla="*/ 20 w 70"/>
                  <a:gd name="T37" fmla="*/ 183 h 1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0" h="15">
                    <a:moveTo>
                      <a:pt x="1" y="12"/>
                    </a:moveTo>
                    <a:cubicBezTo>
                      <a:pt x="5" y="11"/>
                      <a:pt x="9" y="9"/>
                      <a:pt x="12" y="7"/>
                    </a:cubicBezTo>
                    <a:cubicBezTo>
                      <a:pt x="15" y="5"/>
                      <a:pt x="19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7" y="4"/>
                      <a:pt x="30" y="6"/>
                      <a:pt x="33" y="9"/>
                    </a:cubicBezTo>
                    <a:cubicBezTo>
                      <a:pt x="37" y="11"/>
                      <a:pt x="41" y="14"/>
                      <a:pt x="46" y="15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51" y="15"/>
                      <a:pt x="56" y="12"/>
                      <a:pt x="60" y="10"/>
                    </a:cubicBezTo>
                    <a:cubicBezTo>
                      <a:pt x="64" y="7"/>
                      <a:pt x="67" y="5"/>
                      <a:pt x="70" y="3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5" y="1"/>
                      <a:pt x="61" y="4"/>
                      <a:pt x="57" y="6"/>
                    </a:cubicBezTo>
                    <a:cubicBezTo>
                      <a:pt x="54" y="9"/>
                      <a:pt x="50" y="11"/>
                      <a:pt x="47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3" y="10"/>
                      <a:pt x="39" y="8"/>
                      <a:pt x="36" y="5"/>
                    </a:cubicBezTo>
                    <a:cubicBezTo>
                      <a:pt x="32" y="3"/>
                      <a:pt x="28" y="0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7" y="0"/>
                      <a:pt x="14" y="1"/>
                      <a:pt x="10" y="3"/>
                    </a:cubicBezTo>
                    <a:cubicBezTo>
                      <a:pt x="7" y="5"/>
                      <a:pt x="3" y="7"/>
                      <a:pt x="0" y="8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1" name="Freeform 159">
                <a:extLst>
                  <a:ext uri="{FF2B5EF4-FFF2-40B4-BE49-F238E27FC236}">
                    <a16:creationId xmlns:a16="http://schemas.microsoft.com/office/drawing/2014/main" id="{AF9E054C-67D4-4234-BBF7-6BA0093DF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771"/>
                <a:ext cx="282" cy="42"/>
              </a:xfrm>
              <a:custGeom>
                <a:avLst/>
                <a:gdLst>
                  <a:gd name="T0" fmla="*/ 30 w 113"/>
                  <a:gd name="T1" fmla="*/ 257 h 17"/>
                  <a:gd name="T2" fmla="*/ 167 w 113"/>
                  <a:gd name="T3" fmla="*/ 133 h 17"/>
                  <a:gd name="T4" fmla="*/ 312 w 113"/>
                  <a:gd name="T5" fmla="*/ 62 h 17"/>
                  <a:gd name="T6" fmla="*/ 312 w 113"/>
                  <a:gd name="T7" fmla="*/ 62 h 17"/>
                  <a:gd name="T8" fmla="*/ 467 w 113"/>
                  <a:gd name="T9" fmla="*/ 133 h 17"/>
                  <a:gd name="T10" fmla="*/ 654 w 113"/>
                  <a:gd name="T11" fmla="*/ 212 h 17"/>
                  <a:gd name="T12" fmla="*/ 686 w 113"/>
                  <a:gd name="T13" fmla="*/ 225 h 17"/>
                  <a:gd name="T14" fmla="*/ 871 w 113"/>
                  <a:gd name="T15" fmla="*/ 166 h 17"/>
                  <a:gd name="T16" fmla="*/ 1028 w 113"/>
                  <a:gd name="T17" fmla="*/ 91 h 17"/>
                  <a:gd name="T18" fmla="*/ 1091 w 113"/>
                  <a:gd name="T19" fmla="*/ 62 h 17"/>
                  <a:gd name="T20" fmla="*/ 1153 w 113"/>
                  <a:gd name="T21" fmla="*/ 62 h 17"/>
                  <a:gd name="T22" fmla="*/ 1183 w 113"/>
                  <a:gd name="T23" fmla="*/ 62 h 17"/>
                  <a:gd name="T24" fmla="*/ 1462 w 113"/>
                  <a:gd name="T25" fmla="*/ 166 h 17"/>
                  <a:gd name="T26" fmla="*/ 1757 w 113"/>
                  <a:gd name="T27" fmla="*/ 257 h 17"/>
                  <a:gd name="T28" fmla="*/ 1757 w 113"/>
                  <a:gd name="T29" fmla="*/ 195 h 17"/>
                  <a:gd name="T30" fmla="*/ 1475 w 113"/>
                  <a:gd name="T31" fmla="*/ 121 h 17"/>
                  <a:gd name="T32" fmla="*/ 1195 w 113"/>
                  <a:gd name="T33" fmla="*/ 0 h 17"/>
                  <a:gd name="T34" fmla="*/ 1153 w 113"/>
                  <a:gd name="T35" fmla="*/ 0 h 17"/>
                  <a:gd name="T36" fmla="*/ 1071 w 113"/>
                  <a:gd name="T37" fmla="*/ 12 h 17"/>
                  <a:gd name="T38" fmla="*/ 996 w 113"/>
                  <a:gd name="T39" fmla="*/ 42 h 17"/>
                  <a:gd name="T40" fmla="*/ 841 w 113"/>
                  <a:gd name="T41" fmla="*/ 121 h 17"/>
                  <a:gd name="T42" fmla="*/ 686 w 113"/>
                  <a:gd name="T43" fmla="*/ 166 h 17"/>
                  <a:gd name="T44" fmla="*/ 666 w 113"/>
                  <a:gd name="T45" fmla="*/ 153 h 17"/>
                  <a:gd name="T46" fmla="*/ 499 w 113"/>
                  <a:gd name="T47" fmla="*/ 74 h 17"/>
                  <a:gd name="T48" fmla="*/ 312 w 113"/>
                  <a:gd name="T49" fmla="*/ 0 h 17"/>
                  <a:gd name="T50" fmla="*/ 292 w 113"/>
                  <a:gd name="T51" fmla="*/ 0 h 17"/>
                  <a:gd name="T52" fmla="*/ 125 w 113"/>
                  <a:gd name="T53" fmla="*/ 91 h 17"/>
                  <a:gd name="T54" fmla="*/ 0 w 113"/>
                  <a:gd name="T55" fmla="*/ 212 h 17"/>
                  <a:gd name="T56" fmla="*/ 30 w 113"/>
                  <a:gd name="T57" fmla="*/ 257 h 1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3" h="17">
                    <a:moveTo>
                      <a:pt x="2" y="17"/>
                    </a:moveTo>
                    <a:cubicBezTo>
                      <a:pt x="5" y="15"/>
                      <a:pt x="8" y="12"/>
                      <a:pt x="11" y="9"/>
                    </a:cubicBezTo>
                    <a:cubicBezTo>
                      <a:pt x="14" y="7"/>
                      <a:pt x="17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3" y="4"/>
                      <a:pt x="26" y="6"/>
                      <a:pt x="30" y="9"/>
                    </a:cubicBezTo>
                    <a:cubicBezTo>
                      <a:pt x="34" y="11"/>
                      <a:pt x="38" y="14"/>
                      <a:pt x="42" y="14"/>
                    </a:cubicBezTo>
                    <a:cubicBezTo>
                      <a:pt x="43" y="15"/>
                      <a:pt x="43" y="15"/>
                      <a:pt x="44" y="15"/>
                    </a:cubicBezTo>
                    <a:cubicBezTo>
                      <a:pt x="48" y="15"/>
                      <a:pt x="52" y="13"/>
                      <a:pt x="56" y="11"/>
                    </a:cubicBezTo>
                    <a:cubicBezTo>
                      <a:pt x="59" y="10"/>
                      <a:pt x="63" y="8"/>
                      <a:pt x="66" y="6"/>
                    </a:cubicBezTo>
                    <a:cubicBezTo>
                      <a:pt x="68" y="6"/>
                      <a:pt x="69" y="5"/>
                      <a:pt x="70" y="4"/>
                    </a:cubicBezTo>
                    <a:cubicBezTo>
                      <a:pt x="72" y="4"/>
                      <a:pt x="73" y="4"/>
                      <a:pt x="74" y="4"/>
                    </a:cubicBezTo>
                    <a:cubicBezTo>
                      <a:pt x="74" y="4"/>
                      <a:pt x="75" y="4"/>
                      <a:pt x="76" y="4"/>
                    </a:cubicBezTo>
                    <a:cubicBezTo>
                      <a:pt x="82" y="5"/>
                      <a:pt x="88" y="8"/>
                      <a:pt x="94" y="11"/>
                    </a:cubicBezTo>
                    <a:cubicBezTo>
                      <a:pt x="100" y="14"/>
                      <a:pt x="106" y="17"/>
                      <a:pt x="113" y="17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07" y="13"/>
                      <a:pt x="101" y="10"/>
                      <a:pt x="95" y="8"/>
                    </a:cubicBezTo>
                    <a:cubicBezTo>
                      <a:pt x="90" y="5"/>
                      <a:pt x="83" y="2"/>
                      <a:pt x="77" y="0"/>
                    </a:cubicBezTo>
                    <a:cubicBezTo>
                      <a:pt x="76" y="0"/>
                      <a:pt x="75" y="0"/>
                      <a:pt x="74" y="0"/>
                    </a:cubicBezTo>
                    <a:cubicBezTo>
                      <a:pt x="72" y="0"/>
                      <a:pt x="70" y="0"/>
                      <a:pt x="69" y="1"/>
                    </a:cubicBezTo>
                    <a:cubicBezTo>
                      <a:pt x="68" y="1"/>
                      <a:pt x="66" y="2"/>
                      <a:pt x="64" y="3"/>
                    </a:cubicBezTo>
                    <a:cubicBezTo>
                      <a:pt x="61" y="4"/>
                      <a:pt x="57" y="6"/>
                      <a:pt x="54" y="8"/>
                    </a:cubicBezTo>
                    <a:cubicBezTo>
                      <a:pt x="51" y="9"/>
                      <a:pt x="47" y="11"/>
                      <a:pt x="44" y="11"/>
                    </a:cubicBezTo>
                    <a:cubicBezTo>
                      <a:pt x="43" y="11"/>
                      <a:pt x="43" y="11"/>
                      <a:pt x="43" y="10"/>
                    </a:cubicBezTo>
                    <a:cubicBezTo>
                      <a:pt x="39" y="10"/>
                      <a:pt x="36" y="8"/>
                      <a:pt x="32" y="5"/>
                    </a:cubicBezTo>
                    <a:cubicBezTo>
                      <a:pt x="28" y="3"/>
                      <a:pt x="25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5" y="1"/>
                      <a:pt x="12" y="3"/>
                      <a:pt x="8" y="6"/>
                    </a:cubicBezTo>
                    <a:cubicBezTo>
                      <a:pt x="5" y="9"/>
                      <a:pt x="2" y="12"/>
                      <a:pt x="0" y="14"/>
                    </a:cubicBezTo>
                    <a:lnTo>
                      <a:pt x="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2" name="Freeform 160">
                <a:extLst>
                  <a:ext uri="{FF2B5EF4-FFF2-40B4-BE49-F238E27FC236}">
                    <a16:creationId xmlns:a16="http://schemas.microsoft.com/office/drawing/2014/main" id="{77949C90-D87F-49E2-A244-8D7BEE0F7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768"/>
                <a:ext cx="158" cy="53"/>
              </a:xfrm>
              <a:custGeom>
                <a:avLst/>
                <a:gdLst>
                  <a:gd name="T0" fmla="*/ 33 w 63"/>
                  <a:gd name="T1" fmla="*/ 275 h 21"/>
                  <a:gd name="T2" fmla="*/ 221 w 63"/>
                  <a:gd name="T3" fmla="*/ 146 h 21"/>
                  <a:gd name="T4" fmla="*/ 429 w 63"/>
                  <a:gd name="T5" fmla="*/ 63 h 21"/>
                  <a:gd name="T6" fmla="*/ 459 w 63"/>
                  <a:gd name="T7" fmla="*/ 83 h 21"/>
                  <a:gd name="T8" fmla="*/ 755 w 63"/>
                  <a:gd name="T9" fmla="*/ 222 h 21"/>
                  <a:gd name="T10" fmla="*/ 880 w 63"/>
                  <a:gd name="T11" fmla="*/ 288 h 21"/>
                  <a:gd name="T12" fmla="*/ 913 w 63"/>
                  <a:gd name="T13" fmla="*/ 305 h 21"/>
                  <a:gd name="T14" fmla="*/ 930 w 63"/>
                  <a:gd name="T15" fmla="*/ 318 h 21"/>
                  <a:gd name="T16" fmla="*/ 930 w 63"/>
                  <a:gd name="T17" fmla="*/ 318 h 21"/>
                  <a:gd name="T18" fmla="*/ 943 w 63"/>
                  <a:gd name="T19" fmla="*/ 305 h 21"/>
                  <a:gd name="T20" fmla="*/ 930 w 63"/>
                  <a:gd name="T21" fmla="*/ 318 h 21"/>
                  <a:gd name="T22" fmla="*/ 930 w 63"/>
                  <a:gd name="T23" fmla="*/ 318 h 21"/>
                  <a:gd name="T24" fmla="*/ 943 w 63"/>
                  <a:gd name="T25" fmla="*/ 305 h 21"/>
                  <a:gd name="T26" fmla="*/ 930 w 63"/>
                  <a:gd name="T27" fmla="*/ 318 h 21"/>
                  <a:gd name="T28" fmla="*/ 943 w 63"/>
                  <a:gd name="T29" fmla="*/ 305 h 21"/>
                  <a:gd name="T30" fmla="*/ 930 w 63"/>
                  <a:gd name="T31" fmla="*/ 305 h 21"/>
                  <a:gd name="T32" fmla="*/ 930 w 63"/>
                  <a:gd name="T33" fmla="*/ 318 h 21"/>
                  <a:gd name="T34" fmla="*/ 943 w 63"/>
                  <a:gd name="T35" fmla="*/ 305 h 21"/>
                  <a:gd name="T36" fmla="*/ 930 w 63"/>
                  <a:gd name="T37" fmla="*/ 305 h 21"/>
                  <a:gd name="T38" fmla="*/ 943 w 63"/>
                  <a:gd name="T39" fmla="*/ 305 h 21"/>
                  <a:gd name="T40" fmla="*/ 930 w 63"/>
                  <a:gd name="T41" fmla="*/ 288 h 21"/>
                  <a:gd name="T42" fmla="*/ 930 w 63"/>
                  <a:gd name="T43" fmla="*/ 305 h 21"/>
                  <a:gd name="T44" fmla="*/ 943 w 63"/>
                  <a:gd name="T45" fmla="*/ 305 h 21"/>
                  <a:gd name="T46" fmla="*/ 930 w 63"/>
                  <a:gd name="T47" fmla="*/ 288 h 21"/>
                  <a:gd name="T48" fmla="*/ 943 w 63"/>
                  <a:gd name="T49" fmla="*/ 305 h 21"/>
                  <a:gd name="T50" fmla="*/ 943 w 63"/>
                  <a:gd name="T51" fmla="*/ 275 h 21"/>
                  <a:gd name="T52" fmla="*/ 930 w 63"/>
                  <a:gd name="T53" fmla="*/ 288 h 21"/>
                  <a:gd name="T54" fmla="*/ 943 w 63"/>
                  <a:gd name="T55" fmla="*/ 305 h 21"/>
                  <a:gd name="T56" fmla="*/ 943 w 63"/>
                  <a:gd name="T57" fmla="*/ 275 h 21"/>
                  <a:gd name="T58" fmla="*/ 943 w 63"/>
                  <a:gd name="T59" fmla="*/ 288 h 21"/>
                  <a:gd name="T60" fmla="*/ 943 w 63"/>
                  <a:gd name="T61" fmla="*/ 275 h 21"/>
                  <a:gd name="T62" fmla="*/ 943 w 63"/>
                  <a:gd name="T63" fmla="*/ 275 h 21"/>
                  <a:gd name="T64" fmla="*/ 943 w 63"/>
                  <a:gd name="T65" fmla="*/ 288 h 21"/>
                  <a:gd name="T66" fmla="*/ 943 w 63"/>
                  <a:gd name="T67" fmla="*/ 275 h 21"/>
                  <a:gd name="T68" fmla="*/ 943 w 63"/>
                  <a:gd name="T69" fmla="*/ 275 h 21"/>
                  <a:gd name="T70" fmla="*/ 943 w 63"/>
                  <a:gd name="T71" fmla="*/ 338 h 21"/>
                  <a:gd name="T72" fmla="*/ 963 w 63"/>
                  <a:gd name="T73" fmla="*/ 338 h 21"/>
                  <a:gd name="T74" fmla="*/ 976 w 63"/>
                  <a:gd name="T75" fmla="*/ 318 h 21"/>
                  <a:gd name="T76" fmla="*/ 993 w 63"/>
                  <a:gd name="T77" fmla="*/ 305 h 21"/>
                  <a:gd name="T78" fmla="*/ 976 w 63"/>
                  <a:gd name="T79" fmla="*/ 288 h 21"/>
                  <a:gd name="T80" fmla="*/ 976 w 63"/>
                  <a:gd name="T81" fmla="*/ 275 h 21"/>
                  <a:gd name="T82" fmla="*/ 943 w 63"/>
                  <a:gd name="T83" fmla="*/ 255 h 21"/>
                  <a:gd name="T84" fmla="*/ 913 w 63"/>
                  <a:gd name="T85" fmla="*/ 242 h 21"/>
                  <a:gd name="T86" fmla="*/ 785 w 63"/>
                  <a:gd name="T87" fmla="*/ 159 h 21"/>
                  <a:gd name="T88" fmla="*/ 471 w 63"/>
                  <a:gd name="T89" fmla="*/ 20 h 21"/>
                  <a:gd name="T90" fmla="*/ 429 w 63"/>
                  <a:gd name="T91" fmla="*/ 0 h 21"/>
                  <a:gd name="T92" fmla="*/ 188 w 63"/>
                  <a:gd name="T93" fmla="*/ 83 h 21"/>
                  <a:gd name="T94" fmla="*/ 0 w 63"/>
                  <a:gd name="T95" fmla="*/ 209 h 21"/>
                  <a:gd name="T96" fmla="*/ 33 w 63"/>
                  <a:gd name="T97" fmla="*/ 275 h 2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3" h="21">
                    <a:moveTo>
                      <a:pt x="2" y="17"/>
                    </a:moveTo>
                    <a:cubicBezTo>
                      <a:pt x="6" y="14"/>
                      <a:pt x="10" y="11"/>
                      <a:pt x="14" y="9"/>
                    </a:cubicBezTo>
                    <a:cubicBezTo>
                      <a:pt x="18" y="6"/>
                      <a:pt x="23" y="4"/>
                      <a:pt x="27" y="4"/>
                    </a:cubicBezTo>
                    <a:cubicBezTo>
                      <a:pt x="28" y="4"/>
                      <a:pt x="29" y="5"/>
                      <a:pt x="29" y="5"/>
                    </a:cubicBezTo>
                    <a:cubicBezTo>
                      <a:pt x="35" y="6"/>
                      <a:pt x="42" y="11"/>
                      <a:pt x="48" y="14"/>
                    </a:cubicBezTo>
                    <a:cubicBezTo>
                      <a:pt x="51" y="15"/>
                      <a:pt x="53" y="17"/>
                      <a:pt x="56" y="18"/>
                    </a:cubicBezTo>
                    <a:cubicBezTo>
                      <a:pt x="56" y="19"/>
                      <a:pt x="57" y="19"/>
                      <a:pt x="58" y="19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59" y="19"/>
                      <a:pt x="59" y="20"/>
                      <a:pt x="59" y="20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8"/>
                      <a:pt x="59" y="18"/>
                      <a:pt x="59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59" y="17"/>
                      <a:pt x="59" y="18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0" y="21"/>
                      <a:pt x="61" y="21"/>
                      <a:pt x="61" y="21"/>
                    </a:cubicBezTo>
                    <a:cubicBezTo>
                      <a:pt x="62" y="20"/>
                      <a:pt x="62" y="20"/>
                      <a:pt x="62" y="20"/>
                    </a:cubicBezTo>
                    <a:cubicBezTo>
                      <a:pt x="62" y="20"/>
                      <a:pt x="63" y="19"/>
                      <a:pt x="63" y="19"/>
                    </a:cubicBezTo>
                    <a:cubicBezTo>
                      <a:pt x="63" y="18"/>
                      <a:pt x="62" y="18"/>
                      <a:pt x="62" y="18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1" y="16"/>
                      <a:pt x="60" y="16"/>
                      <a:pt x="60" y="16"/>
                    </a:cubicBezTo>
                    <a:cubicBezTo>
                      <a:pt x="59" y="15"/>
                      <a:pt x="58" y="15"/>
                      <a:pt x="58" y="15"/>
                    </a:cubicBezTo>
                    <a:cubicBezTo>
                      <a:pt x="55" y="13"/>
                      <a:pt x="53" y="12"/>
                      <a:pt x="50" y="10"/>
                    </a:cubicBezTo>
                    <a:cubicBezTo>
                      <a:pt x="44" y="8"/>
                      <a:pt x="37" y="3"/>
                      <a:pt x="30" y="1"/>
                    </a:cubicBezTo>
                    <a:cubicBezTo>
                      <a:pt x="29" y="1"/>
                      <a:pt x="28" y="0"/>
                      <a:pt x="27" y="0"/>
                    </a:cubicBezTo>
                    <a:cubicBezTo>
                      <a:pt x="22" y="0"/>
                      <a:pt x="17" y="3"/>
                      <a:pt x="12" y="5"/>
                    </a:cubicBezTo>
                    <a:cubicBezTo>
                      <a:pt x="8" y="8"/>
                      <a:pt x="3" y="11"/>
                      <a:pt x="0" y="13"/>
                    </a:cubicBezTo>
                    <a:lnTo>
                      <a:pt x="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3" name="Freeform 161">
                <a:extLst>
                  <a:ext uri="{FF2B5EF4-FFF2-40B4-BE49-F238E27FC236}">
                    <a16:creationId xmlns:a16="http://schemas.microsoft.com/office/drawing/2014/main" id="{426DE4EB-AA31-422A-8F8F-CD6EC168C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773"/>
                <a:ext cx="135" cy="48"/>
              </a:xfrm>
              <a:custGeom>
                <a:avLst/>
                <a:gdLst>
                  <a:gd name="T0" fmla="*/ 125 w 54"/>
                  <a:gd name="T1" fmla="*/ 222 h 19"/>
                  <a:gd name="T2" fmla="*/ 313 w 54"/>
                  <a:gd name="T3" fmla="*/ 96 h 19"/>
                  <a:gd name="T4" fmla="*/ 313 w 54"/>
                  <a:gd name="T5" fmla="*/ 96 h 19"/>
                  <a:gd name="T6" fmla="*/ 313 w 54"/>
                  <a:gd name="T7" fmla="*/ 96 h 19"/>
                  <a:gd name="T8" fmla="*/ 313 w 54"/>
                  <a:gd name="T9" fmla="*/ 96 h 19"/>
                  <a:gd name="T10" fmla="*/ 363 w 54"/>
                  <a:gd name="T11" fmla="*/ 83 h 19"/>
                  <a:gd name="T12" fmla="*/ 375 w 54"/>
                  <a:gd name="T13" fmla="*/ 63 h 19"/>
                  <a:gd name="T14" fmla="*/ 395 w 54"/>
                  <a:gd name="T15" fmla="*/ 63 h 19"/>
                  <a:gd name="T16" fmla="*/ 408 w 54"/>
                  <a:gd name="T17" fmla="*/ 33 h 19"/>
                  <a:gd name="T18" fmla="*/ 375 w 54"/>
                  <a:gd name="T19" fmla="*/ 20 h 19"/>
                  <a:gd name="T20" fmla="*/ 363 w 54"/>
                  <a:gd name="T21" fmla="*/ 20 h 19"/>
                  <a:gd name="T22" fmla="*/ 395 w 54"/>
                  <a:gd name="T23" fmla="*/ 63 h 19"/>
                  <a:gd name="T24" fmla="*/ 583 w 54"/>
                  <a:gd name="T25" fmla="*/ 159 h 19"/>
                  <a:gd name="T26" fmla="*/ 845 w 54"/>
                  <a:gd name="T27" fmla="*/ 243 h 19"/>
                  <a:gd name="T28" fmla="*/ 520 w 54"/>
                  <a:gd name="T29" fmla="*/ 51 h 19"/>
                  <a:gd name="T30" fmla="*/ 363 w 54"/>
                  <a:gd name="T31" fmla="*/ 0 h 19"/>
                  <a:gd name="T32" fmla="*/ 375 w 54"/>
                  <a:gd name="T33" fmla="*/ 63 h 19"/>
                  <a:gd name="T34" fmla="*/ 375 w 54"/>
                  <a:gd name="T35" fmla="*/ 63 h 19"/>
                  <a:gd name="T36" fmla="*/ 375 w 54"/>
                  <a:gd name="T37" fmla="*/ 51 h 19"/>
                  <a:gd name="T38" fmla="*/ 375 w 54"/>
                  <a:gd name="T39" fmla="*/ 33 h 19"/>
                  <a:gd name="T40" fmla="*/ 375 w 54"/>
                  <a:gd name="T41" fmla="*/ 63 h 19"/>
                  <a:gd name="T42" fmla="*/ 363 w 54"/>
                  <a:gd name="T43" fmla="*/ 63 h 19"/>
                  <a:gd name="T44" fmla="*/ 345 w 54"/>
                  <a:gd name="T45" fmla="*/ 63 h 19"/>
                  <a:gd name="T46" fmla="*/ 375 w 54"/>
                  <a:gd name="T47" fmla="*/ 33 h 19"/>
                  <a:gd name="T48" fmla="*/ 375 w 54"/>
                  <a:gd name="T49" fmla="*/ 33 h 19"/>
                  <a:gd name="T50" fmla="*/ 345 w 54"/>
                  <a:gd name="T51" fmla="*/ 63 h 19"/>
                  <a:gd name="T52" fmla="*/ 345 w 54"/>
                  <a:gd name="T53" fmla="*/ 33 h 19"/>
                  <a:gd name="T54" fmla="*/ 345 w 54"/>
                  <a:gd name="T55" fmla="*/ 20 h 19"/>
                  <a:gd name="T56" fmla="*/ 375 w 54"/>
                  <a:gd name="T57" fmla="*/ 33 h 19"/>
                  <a:gd name="T58" fmla="*/ 363 w 54"/>
                  <a:gd name="T59" fmla="*/ 33 h 19"/>
                  <a:gd name="T60" fmla="*/ 345 w 54"/>
                  <a:gd name="T61" fmla="*/ 20 h 19"/>
                  <a:gd name="T62" fmla="*/ 345 w 54"/>
                  <a:gd name="T63" fmla="*/ 20 h 19"/>
                  <a:gd name="T64" fmla="*/ 345 w 54"/>
                  <a:gd name="T65" fmla="*/ 20 h 19"/>
                  <a:gd name="T66" fmla="*/ 363 w 54"/>
                  <a:gd name="T67" fmla="*/ 33 h 19"/>
                  <a:gd name="T68" fmla="*/ 345 w 54"/>
                  <a:gd name="T69" fmla="*/ 20 h 19"/>
                  <a:gd name="T70" fmla="*/ 345 w 54"/>
                  <a:gd name="T71" fmla="*/ 20 h 19"/>
                  <a:gd name="T72" fmla="*/ 345 w 54"/>
                  <a:gd name="T73" fmla="*/ 20 h 19"/>
                  <a:gd name="T74" fmla="*/ 300 w 54"/>
                  <a:gd name="T75" fmla="*/ 33 h 19"/>
                  <a:gd name="T76" fmla="*/ 300 w 54"/>
                  <a:gd name="T77" fmla="*/ 51 h 19"/>
                  <a:gd name="T78" fmla="*/ 283 w 54"/>
                  <a:gd name="T79" fmla="*/ 51 h 19"/>
                  <a:gd name="T80" fmla="*/ 188 w 54"/>
                  <a:gd name="T81" fmla="*/ 114 h 19"/>
                  <a:gd name="T82" fmla="*/ 0 w 54"/>
                  <a:gd name="T83" fmla="*/ 255 h 1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4" h="19">
                    <a:moveTo>
                      <a:pt x="3" y="18"/>
                    </a:moveTo>
                    <a:cubicBezTo>
                      <a:pt x="5" y="17"/>
                      <a:pt x="6" y="15"/>
                      <a:pt x="8" y="14"/>
                    </a:cubicBezTo>
                    <a:cubicBezTo>
                      <a:pt x="10" y="13"/>
                      <a:pt x="12" y="11"/>
                      <a:pt x="14" y="10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2" y="6"/>
                      <a:pt x="23" y="5"/>
                    </a:cubicBezTo>
                    <a:cubicBezTo>
                      <a:pt x="23" y="5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6" y="3"/>
                      <a:pt x="26" y="2"/>
                    </a:cubicBezTo>
                    <a:cubicBezTo>
                      <a:pt x="26" y="2"/>
                      <a:pt x="25" y="2"/>
                      <a:pt x="25" y="1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5" y="4"/>
                      <a:pt x="25" y="4"/>
                    </a:cubicBezTo>
                    <a:cubicBezTo>
                      <a:pt x="27" y="4"/>
                      <a:pt x="29" y="5"/>
                      <a:pt x="31" y="6"/>
                    </a:cubicBezTo>
                    <a:cubicBezTo>
                      <a:pt x="33" y="7"/>
                      <a:pt x="35" y="9"/>
                      <a:pt x="37" y="10"/>
                    </a:cubicBezTo>
                    <a:cubicBezTo>
                      <a:pt x="42" y="13"/>
                      <a:pt x="48" y="16"/>
                      <a:pt x="52" y="19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0" y="13"/>
                      <a:pt x="44" y="9"/>
                      <a:pt x="39" y="7"/>
                    </a:cubicBezTo>
                    <a:cubicBezTo>
                      <a:pt x="37" y="6"/>
                      <a:pt x="35" y="4"/>
                      <a:pt x="33" y="3"/>
                    </a:cubicBezTo>
                    <a:cubicBezTo>
                      <a:pt x="31" y="2"/>
                      <a:pt x="28" y="0"/>
                      <a:pt x="25" y="0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3"/>
                      <a:pt x="22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1" y="1"/>
                      <a:pt x="20" y="2"/>
                    </a:cubicBezTo>
                    <a:cubicBezTo>
                      <a:pt x="20" y="2"/>
                      <a:pt x="19" y="2"/>
                      <a:pt x="19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4"/>
                      <a:pt x="14" y="5"/>
                      <a:pt x="12" y="7"/>
                    </a:cubicBezTo>
                    <a:cubicBezTo>
                      <a:pt x="10" y="8"/>
                      <a:pt x="8" y="9"/>
                      <a:pt x="6" y="11"/>
                    </a:cubicBezTo>
                    <a:cubicBezTo>
                      <a:pt x="4" y="12"/>
                      <a:pt x="2" y="14"/>
                      <a:pt x="0" y="16"/>
                    </a:cubicBezTo>
                    <a:cubicBezTo>
                      <a:pt x="3" y="18"/>
                      <a:pt x="3" y="18"/>
                      <a:pt x="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4" name="Freeform 162">
                <a:extLst>
                  <a:ext uri="{FF2B5EF4-FFF2-40B4-BE49-F238E27FC236}">
                    <a16:creationId xmlns:a16="http://schemas.microsoft.com/office/drawing/2014/main" id="{E28B2140-452F-46CA-BF8D-148829B4D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771"/>
                <a:ext cx="110" cy="45"/>
              </a:xfrm>
              <a:custGeom>
                <a:avLst/>
                <a:gdLst>
                  <a:gd name="T0" fmla="*/ 688 w 44"/>
                  <a:gd name="T1" fmla="*/ 158 h 18"/>
                  <a:gd name="T2" fmla="*/ 550 w 44"/>
                  <a:gd name="T3" fmla="*/ 63 h 18"/>
                  <a:gd name="T4" fmla="*/ 458 w 44"/>
                  <a:gd name="T5" fmla="*/ 20 h 18"/>
                  <a:gd name="T6" fmla="*/ 375 w 44"/>
                  <a:gd name="T7" fmla="*/ 0 h 18"/>
                  <a:gd name="T8" fmla="*/ 363 w 44"/>
                  <a:gd name="T9" fmla="*/ 0 h 18"/>
                  <a:gd name="T10" fmla="*/ 300 w 44"/>
                  <a:gd name="T11" fmla="*/ 33 h 18"/>
                  <a:gd name="T12" fmla="*/ 220 w 44"/>
                  <a:gd name="T13" fmla="*/ 83 h 18"/>
                  <a:gd name="T14" fmla="*/ 158 w 44"/>
                  <a:gd name="T15" fmla="*/ 145 h 18"/>
                  <a:gd name="T16" fmla="*/ 0 w 44"/>
                  <a:gd name="T17" fmla="*/ 220 h 18"/>
                  <a:gd name="T18" fmla="*/ 33 w 44"/>
                  <a:gd name="T19" fmla="*/ 283 h 18"/>
                  <a:gd name="T20" fmla="*/ 188 w 44"/>
                  <a:gd name="T21" fmla="*/ 188 h 18"/>
                  <a:gd name="T22" fmla="*/ 283 w 44"/>
                  <a:gd name="T23" fmla="*/ 113 h 18"/>
                  <a:gd name="T24" fmla="*/ 333 w 44"/>
                  <a:gd name="T25" fmla="*/ 83 h 18"/>
                  <a:gd name="T26" fmla="*/ 363 w 44"/>
                  <a:gd name="T27" fmla="*/ 63 h 18"/>
                  <a:gd name="T28" fmla="*/ 375 w 44"/>
                  <a:gd name="T29" fmla="*/ 63 h 18"/>
                  <a:gd name="T30" fmla="*/ 438 w 44"/>
                  <a:gd name="T31" fmla="*/ 83 h 18"/>
                  <a:gd name="T32" fmla="*/ 658 w 44"/>
                  <a:gd name="T33" fmla="*/ 208 h 18"/>
                  <a:gd name="T34" fmla="*/ 688 w 44"/>
                  <a:gd name="T35" fmla="*/ 158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18">
                    <a:moveTo>
                      <a:pt x="44" y="10"/>
                    </a:moveTo>
                    <a:cubicBezTo>
                      <a:pt x="42" y="9"/>
                      <a:pt x="39" y="6"/>
                      <a:pt x="35" y="4"/>
                    </a:cubicBezTo>
                    <a:cubicBezTo>
                      <a:pt x="33" y="3"/>
                      <a:pt x="31" y="2"/>
                      <a:pt x="29" y="1"/>
                    </a:cubicBezTo>
                    <a:cubicBezTo>
                      <a:pt x="27" y="1"/>
                      <a:pt x="25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1" y="0"/>
                      <a:pt x="20" y="1"/>
                      <a:pt x="19" y="2"/>
                    </a:cubicBezTo>
                    <a:cubicBezTo>
                      <a:pt x="17" y="3"/>
                      <a:pt x="16" y="4"/>
                      <a:pt x="14" y="5"/>
                    </a:cubicBezTo>
                    <a:cubicBezTo>
                      <a:pt x="13" y="7"/>
                      <a:pt x="11" y="8"/>
                      <a:pt x="10" y="9"/>
                    </a:cubicBezTo>
                    <a:cubicBezTo>
                      <a:pt x="7" y="10"/>
                      <a:pt x="3" y="12"/>
                      <a:pt x="0" y="14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5" y="16"/>
                      <a:pt x="9" y="14"/>
                      <a:pt x="12" y="12"/>
                    </a:cubicBezTo>
                    <a:cubicBezTo>
                      <a:pt x="14" y="11"/>
                      <a:pt x="16" y="9"/>
                      <a:pt x="18" y="7"/>
                    </a:cubicBezTo>
                    <a:cubicBezTo>
                      <a:pt x="19" y="6"/>
                      <a:pt x="20" y="5"/>
                      <a:pt x="21" y="5"/>
                    </a:cubicBezTo>
                    <a:cubicBezTo>
                      <a:pt x="22" y="4"/>
                      <a:pt x="23" y="4"/>
                      <a:pt x="23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4"/>
                      <a:pt x="26" y="4"/>
                      <a:pt x="28" y="5"/>
                    </a:cubicBezTo>
                    <a:cubicBezTo>
                      <a:pt x="32" y="7"/>
                      <a:pt x="39" y="11"/>
                      <a:pt x="42" y="13"/>
                    </a:cubicBez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5" name="Freeform 163">
                <a:extLst>
                  <a:ext uri="{FF2B5EF4-FFF2-40B4-BE49-F238E27FC236}">
                    <a16:creationId xmlns:a16="http://schemas.microsoft.com/office/drawing/2014/main" id="{D7DE7F13-A22A-44EA-9B8B-958359047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768"/>
                <a:ext cx="133" cy="40"/>
              </a:xfrm>
              <a:custGeom>
                <a:avLst/>
                <a:gdLst>
                  <a:gd name="T0" fmla="*/ 50 w 53"/>
                  <a:gd name="T1" fmla="*/ 250 h 16"/>
                  <a:gd name="T2" fmla="*/ 188 w 53"/>
                  <a:gd name="T3" fmla="*/ 158 h 16"/>
                  <a:gd name="T4" fmla="*/ 366 w 53"/>
                  <a:gd name="T5" fmla="*/ 63 h 16"/>
                  <a:gd name="T6" fmla="*/ 346 w 53"/>
                  <a:gd name="T7" fmla="*/ 33 h 16"/>
                  <a:gd name="T8" fmla="*/ 334 w 53"/>
                  <a:gd name="T9" fmla="*/ 63 h 16"/>
                  <a:gd name="T10" fmla="*/ 597 w 53"/>
                  <a:gd name="T11" fmla="*/ 175 h 16"/>
                  <a:gd name="T12" fmla="*/ 713 w 53"/>
                  <a:gd name="T13" fmla="*/ 208 h 16"/>
                  <a:gd name="T14" fmla="*/ 806 w 53"/>
                  <a:gd name="T15" fmla="*/ 250 h 16"/>
                  <a:gd name="T16" fmla="*/ 838 w 53"/>
                  <a:gd name="T17" fmla="*/ 188 h 16"/>
                  <a:gd name="T18" fmla="*/ 725 w 53"/>
                  <a:gd name="T19" fmla="*/ 145 h 16"/>
                  <a:gd name="T20" fmla="*/ 630 w 53"/>
                  <a:gd name="T21" fmla="*/ 113 h 16"/>
                  <a:gd name="T22" fmla="*/ 346 w 53"/>
                  <a:gd name="T23" fmla="*/ 0 h 16"/>
                  <a:gd name="T24" fmla="*/ 334 w 53"/>
                  <a:gd name="T25" fmla="*/ 0 h 16"/>
                  <a:gd name="T26" fmla="*/ 334 w 53"/>
                  <a:gd name="T27" fmla="*/ 0 h 16"/>
                  <a:gd name="T28" fmla="*/ 176 w 53"/>
                  <a:gd name="T29" fmla="*/ 95 h 16"/>
                  <a:gd name="T30" fmla="*/ 0 w 53"/>
                  <a:gd name="T31" fmla="*/ 208 h 16"/>
                  <a:gd name="T32" fmla="*/ 50 w 53"/>
                  <a:gd name="T33" fmla="*/ 250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3" h="16">
                    <a:moveTo>
                      <a:pt x="3" y="16"/>
                    </a:moveTo>
                    <a:cubicBezTo>
                      <a:pt x="5" y="13"/>
                      <a:pt x="9" y="11"/>
                      <a:pt x="12" y="10"/>
                    </a:cubicBezTo>
                    <a:cubicBezTo>
                      <a:pt x="16" y="8"/>
                      <a:pt x="20" y="6"/>
                      <a:pt x="23" y="4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5"/>
                      <a:pt x="33" y="8"/>
                      <a:pt x="38" y="11"/>
                    </a:cubicBezTo>
                    <a:cubicBezTo>
                      <a:pt x="40" y="12"/>
                      <a:pt x="43" y="12"/>
                      <a:pt x="45" y="13"/>
                    </a:cubicBezTo>
                    <a:cubicBezTo>
                      <a:pt x="48" y="14"/>
                      <a:pt x="50" y="15"/>
                      <a:pt x="51" y="16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1" y="11"/>
                      <a:pt x="49" y="10"/>
                      <a:pt x="46" y="9"/>
                    </a:cubicBezTo>
                    <a:cubicBezTo>
                      <a:pt x="44" y="9"/>
                      <a:pt x="42" y="8"/>
                      <a:pt x="40" y="7"/>
                    </a:cubicBezTo>
                    <a:cubicBezTo>
                      <a:pt x="34" y="4"/>
                      <a:pt x="28" y="2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8" y="2"/>
                      <a:pt x="14" y="4"/>
                      <a:pt x="11" y="6"/>
                    </a:cubicBezTo>
                    <a:cubicBezTo>
                      <a:pt x="7" y="8"/>
                      <a:pt x="3" y="10"/>
                      <a:pt x="0" y="13"/>
                    </a:cubicBez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6" name="Freeform 164">
                <a:extLst>
                  <a:ext uri="{FF2B5EF4-FFF2-40B4-BE49-F238E27FC236}">
                    <a16:creationId xmlns:a16="http://schemas.microsoft.com/office/drawing/2014/main" id="{20F6C348-E76B-4FDE-A288-FB0F9F122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768"/>
                <a:ext cx="125" cy="35"/>
              </a:xfrm>
              <a:custGeom>
                <a:avLst/>
                <a:gdLst>
                  <a:gd name="T0" fmla="*/ 50 w 50"/>
                  <a:gd name="T1" fmla="*/ 220 h 14"/>
                  <a:gd name="T2" fmla="*/ 33 w 50"/>
                  <a:gd name="T3" fmla="*/ 220 h 14"/>
                  <a:gd name="T4" fmla="*/ 50 w 50"/>
                  <a:gd name="T5" fmla="*/ 220 h 14"/>
                  <a:gd name="T6" fmla="*/ 50 w 50"/>
                  <a:gd name="T7" fmla="*/ 220 h 14"/>
                  <a:gd name="T8" fmla="*/ 33 w 50"/>
                  <a:gd name="T9" fmla="*/ 220 h 14"/>
                  <a:gd name="T10" fmla="*/ 50 w 50"/>
                  <a:gd name="T11" fmla="*/ 220 h 14"/>
                  <a:gd name="T12" fmla="*/ 50 w 50"/>
                  <a:gd name="T13" fmla="*/ 220 h 14"/>
                  <a:gd name="T14" fmla="*/ 113 w 50"/>
                  <a:gd name="T15" fmla="*/ 188 h 14"/>
                  <a:gd name="T16" fmla="*/ 270 w 50"/>
                  <a:gd name="T17" fmla="*/ 113 h 14"/>
                  <a:gd name="T18" fmla="*/ 333 w 50"/>
                  <a:gd name="T19" fmla="*/ 83 h 14"/>
                  <a:gd name="T20" fmla="*/ 375 w 50"/>
                  <a:gd name="T21" fmla="*/ 63 h 14"/>
                  <a:gd name="T22" fmla="*/ 375 w 50"/>
                  <a:gd name="T23" fmla="*/ 63 h 14"/>
                  <a:gd name="T24" fmla="*/ 458 w 50"/>
                  <a:gd name="T25" fmla="*/ 83 h 14"/>
                  <a:gd name="T26" fmla="*/ 533 w 50"/>
                  <a:gd name="T27" fmla="*/ 125 h 14"/>
                  <a:gd name="T28" fmla="*/ 750 w 50"/>
                  <a:gd name="T29" fmla="*/ 208 h 14"/>
                  <a:gd name="T30" fmla="*/ 783 w 50"/>
                  <a:gd name="T31" fmla="*/ 158 h 14"/>
                  <a:gd name="T32" fmla="*/ 563 w 50"/>
                  <a:gd name="T33" fmla="*/ 63 h 14"/>
                  <a:gd name="T34" fmla="*/ 488 w 50"/>
                  <a:gd name="T35" fmla="*/ 33 h 14"/>
                  <a:gd name="T36" fmla="*/ 375 w 50"/>
                  <a:gd name="T37" fmla="*/ 0 h 14"/>
                  <a:gd name="T38" fmla="*/ 363 w 50"/>
                  <a:gd name="T39" fmla="*/ 0 h 14"/>
                  <a:gd name="T40" fmla="*/ 283 w 50"/>
                  <a:gd name="T41" fmla="*/ 33 h 14"/>
                  <a:gd name="T42" fmla="*/ 113 w 50"/>
                  <a:gd name="T43" fmla="*/ 113 h 14"/>
                  <a:gd name="T44" fmla="*/ 33 w 50"/>
                  <a:gd name="T45" fmla="*/ 158 h 14"/>
                  <a:gd name="T46" fmla="*/ 20 w 50"/>
                  <a:gd name="T47" fmla="*/ 175 h 14"/>
                  <a:gd name="T48" fmla="*/ 0 w 50"/>
                  <a:gd name="T49" fmla="*/ 188 h 14"/>
                  <a:gd name="T50" fmla="*/ 50 w 50"/>
                  <a:gd name="T51" fmla="*/ 220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0" h="14">
                    <a:moveTo>
                      <a:pt x="3" y="14"/>
                    </a:move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5" y="13"/>
                      <a:pt x="7" y="12"/>
                    </a:cubicBezTo>
                    <a:cubicBezTo>
                      <a:pt x="9" y="10"/>
                      <a:pt x="13" y="8"/>
                      <a:pt x="17" y="7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22" y="4"/>
                      <a:pt x="23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6" y="4"/>
                      <a:pt x="27" y="5"/>
                      <a:pt x="29" y="5"/>
                    </a:cubicBezTo>
                    <a:cubicBezTo>
                      <a:pt x="31" y="6"/>
                      <a:pt x="32" y="7"/>
                      <a:pt x="34" y="8"/>
                    </a:cubicBezTo>
                    <a:cubicBezTo>
                      <a:pt x="39" y="10"/>
                      <a:pt x="45" y="11"/>
                      <a:pt x="48" y="13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6" y="7"/>
                      <a:pt x="40" y="6"/>
                      <a:pt x="36" y="4"/>
                    </a:cubicBezTo>
                    <a:cubicBezTo>
                      <a:pt x="34" y="4"/>
                      <a:pt x="33" y="3"/>
                      <a:pt x="31" y="2"/>
                    </a:cubicBezTo>
                    <a:cubicBezTo>
                      <a:pt x="29" y="1"/>
                      <a:pt x="27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0" y="1"/>
                      <a:pt x="18" y="2"/>
                    </a:cubicBezTo>
                    <a:cubicBezTo>
                      <a:pt x="14" y="3"/>
                      <a:pt x="10" y="5"/>
                      <a:pt x="7" y="7"/>
                    </a:cubicBezTo>
                    <a:cubicBezTo>
                      <a:pt x="5" y="8"/>
                      <a:pt x="3" y="9"/>
                      <a:pt x="2" y="10"/>
                    </a:cubicBezTo>
                    <a:cubicBezTo>
                      <a:pt x="2" y="10"/>
                      <a:pt x="1" y="11"/>
                      <a:pt x="1" y="11"/>
                    </a:cubicBezTo>
                    <a:cubicBezTo>
                      <a:pt x="0" y="11"/>
                      <a:pt x="0" y="12"/>
                      <a:pt x="0" y="12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7" name="Freeform 165">
                <a:extLst>
                  <a:ext uri="{FF2B5EF4-FFF2-40B4-BE49-F238E27FC236}">
                    <a16:creationId xmlns:a16="http://schemas.microsoft.com/office/drawing/2014/main" id="{D87A16FD-899C-4FE6-975A-83DEBBBD0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776"/>
                <a:ext cx="122" cy="25"/>
              </a:xfrm>
              <a:custGeom>
                <a:avLst/>
                <a:gdLst>
                  <a:gd name="T0" fmla="*/ 12 w 49"/>
                  <a:gd name="T1" fmla="*/ 158 h 10"/>
                  <a:gd name="T2" fmla="*/ 416 w 49"/>
                  <a:gd name="T3" fmla="*/ 63 h 10"/>
                  <a:gd name="T4" fmla="*/ 725 w 49"/>
                  <a:gd name="T5" fmla="*/ 145 h 10"/>
                  <a:gd name="T6" fmla="*/ 757 w 49"/>
                  <a:gd name="T7" fmla="*/ 95 h 10"/>
                  <a:gd name="T8" fmla="*/ 416 w 49"/>
                  <a:gd name="T9" fmla="*/ 0 h 10"/>
                  <a:gd name="T10" fmla="*/ 0 w 49"/>
                  <a:gd name="T11" fmla="*/ 95 h 10"/>
                  <a:gd name="T12" fmla="*/ 12 w 49"/>
                  <a:gd name="T13" fmla="*/ 15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0">
                    <a:moveTo>
                      <a:pt x="1" y="10"/>
                    </a:moveTo>
                    <a:cubicBezTo>
                      <a:pt x="11" y="6"/>
                      <a:pt x="19" y="4"/>
                      <a:pt x="27" y="4"/>
                    </a:cubicBezTo>
                    <a:cubicBezTo>
                      <a:pt x="34" y="4"/>
                      <a:pt x="40" y="5"/>
                      <a:pt x="47" y="9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2" y="2"/>
                      <a:pt x="34" y="0"/>
                      <a:pt x="27" y="0"/>
                    </a:cubicBezTo>
                    <a:cubicBezTo>
                      <a:pt x="18" y="0"/>
                      <a:pt x="9" y="3"/>
                      <a:pt x="0" y="6"/>
                    </a:cubicBez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8" name="Freeform 166">
                <a:extLst>
                  <a:ext uri="{FF2B5EF4-FFF2-40B4-BE49-F238E27FC236}">
                    <a16:creationId xmlns:a16="http://schemas.microsoft.com/office/drawing/2014/main" id="{B47B972E-B258-4FBB-93C1-AFDA9615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766"/>
                <a:ext cx="140" cy="45"/>
              </a:xfrm>
              <a:custGeom>
                <a:avLst/>
                <a:gdLst>
                  <a:gd name="T0" fmla="*/ 33 w 56"/>
                  <a:gd name="T1" fmla="*/ 250 h 18"/>
                  <a:gd name="T2" fmla="*/ 220 w 56"/>
                  <a:gd name="T3" fmla="*/ 125 h 18"/>
                  <a:gd name="T4" fmla="*/ 425 w 56"/>
                  <a:gd name="T5" fmla="*/ 63 h 18"/>
                  <a:gd name="T6" fmla="*/ 438 w 56"/>
                  <a:gd name="T7" fmla="*/ 63 h 18"/>
                  <a:gd name="T8" fmla="*/ 645 w 56"/>
                  <a:gd name="T9" fmla="*/ 145 h 18"/>
                  <a:gd name="T10" fmla="*/ 845 w 56"/>
                  <a:gd name="T11" fmla="*/ 283 h 18"/>
                  <a:gd name="T12" fmla="*/ 875 w 56"/>
                  <a:gd name="T13" fmla="*/ 220 h 18"/>
                  <a:gd name="T14" fmla="*/ 675 w 56"/>
                  <a:gd name="T15" fmla="*/ 95 h 18"/>
                  <a:gd name="T16" fmla="*/ 438 w 56"/>
                  <a:gd name="T17" fmla="*/ 0 h 18"/>
                  <a:gd name="T18" fmla="*/ 425 w 56"/>
                  <a:gd name="T19" fmla="*/ 0 h 18"/>
                  <a:gd name="T20" fmla="*/ 188 w 56"/>
                  <a:gd name="T21" fmla="*/ 83 h 18"/>
                  <a:gd name="T22" fmla="*/ 0 w 56"/>
                  <a:gd name="T23" fmla="*/ 188 h 18"/>
                  <a:gd name="T24" fmla="*/ 33 w 56"/>
                  <a:gd name="T25" fmla="*/ 250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18">
                    <a:moveTo>
                      <a:pt x="2" y="16"/>
                    </a:moveTo>
                    <a:cubicBezTo>
                      <a:pt x="5" y="14"/>
                      <a:pt x="10" y="11"/>
                      <a:pt x="14" y="8"/>
                    </a:cubicBezTo>
                    <a:cubicBezTo>
                      <a:pt x="18" y="6"/>
                      <a:pt x="23" y="4"/>
                      <a:pt x="27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32" y="4"/>
                      <a:pt x="37" y="7"/>
                      <a:pt x="41" y="9"/>
                    </a:cubicBezTo>
                    <a:cubicBezTo>
                      <a:pt x="45" y="12"/>
                      <a:pt x="49" y="16"/>
                      <a:pt x="54" y="18"/>
                    </a:cubicBezTo>
                    <a:cubicBezTo>
                      <a:pt x="56" y="14"/>
                      <a:pt x="56" y="14"/>
                      <a:pt x="56" y="14"/>
                    </a:cubicBezTo>
                    <a:cubicBezTo>
                      <a:pt x="52" y="12"/>
                      <a:pt x="47" y="9"/>
                      <a:pt x="43" y="6"/>
                    </a:cubicBezTo>
                    <a:cubicBezTo>
                      <a:pt x="39" y="3"/>
                      <a:pt x="34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2" y="0"/>
                      <a:pt x="17" y="2"/>
                      <a:pt x="12" y="5"/>
                    </a:cubicBezTo>
                    <a:cubicBezTo>
                      <a:pt x="7" y="7"/>
                      <a:pt x="3" y="10"/>
                      <a:pt x="0" y="12"/>
                    </a:cubicBez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9" name="Freeform 167">
                <a:extLst>
                  <a:ext uri="{FF2B5EF4-FFF2-40B4-BE49-F238E27FC236}">
                    <a16:creationId xmlns:a16="http://schemas.microsoft.com/office/drawing/2014/main" id="{A2F440A8-88A8-4D26-BB11-22C8BF020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771"/>
                <a:ext cx="123" cy="37"/>
              </a:xfrm>
              <a:custGeom>
                <a:avLst/>
                <a:gdLst>
                  <a:gd name="T0" fmla="*/ 50 w 49"/>
                  <a:gd name="T1" fmla="*/ 224 h 15"/>
                  <a:gd name="T2" fmla="*/ 113 w 49"/>
                  <a:gd name="T3" fmla="*/ 183 h 15"/>
                  <a:gd name="T4" fmla="*/ 208 w 49"/>
                  <a:gd name="T5" fmla="*/ 133 h 15"/>
                  <a:gd name="T6" fmla="*/ 334 w 49"/>
                  <a:gd name="T7" fmla="*/ 62 h 15"/>
                  <a:gd name="T8" fmla="*/ 379 w 49"/>
                  <a:gd name="T9" fmla="*/ 62 h 15"/>
                  <a:gd name="T10" fmla="*/ 555 w 49"/>
                  <a:gd name="T11" fmla="*/ 121 h 15"/>
                  <a:gd name="T12" fmla="*/ 743 w 49"/>
                  <a:gd name="T13" fmla="*/ 224 h 15"/>
                  <a:gd name="T14" fmla="*/ 776 w 49"/>
                  <a:gd name="T15" fmla="*/ 183 h 15"/>
                  <a:gd name="T16" fmla="*/ 585 w 49"/>
                  <a:gd name="T17" fmla="*/ 74 h 15"/>
                  <a:gd name="T18" fmla="*/ 379 w 49"/>
                  <a:gd name="T19" fmla="*/ 0 h 15"/>
                  <a:gd name="T20" fmla="*/ 334 w 49"/>
                  <a:gd name="T21" fmla="*/ 12 h 15"/>
                  <a:gd name="T22" fmla="*/ 176 w 49"/>
                  <a:gd name="T23" fmla="*/ 74 h 15"/>
                  <a:gd name="T24" fmla="*/ 83 w 49"/>
                  <a:gd name="T25" fmla="*/ 121 h 15"/>
                  <a:gd name="T26" fmla="*/ 0 w 49"/>
                  <a:gd name="T27" fmla="*/ 195 h 15"/>
                  <a:gd name="T28" fmla="*/ 50 w 49"/>
                  <a:gd name="T29" fmla="*/ 224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" h="15">
                    <a:moveTo>
                      <a:pt x="3" y="15"/>
                    </a:moveTo>
                    <a:cubicBezTo>
                      <a:pt x="4" y="14"/>
                      <a:pt x="5" y="13"/>
                      <a:pt x="7" y="12"/>
                    </a:cubicBezTo>
                    <a:cubicBezTo>
                      <a:pt x="9" y="11"/>
                      <a:pt x="11" y="10"/>
                      <a:pt x="13" y="9"/>
                    </a:cubicBezTo>
                    <a:cubicBezTo>
                      <a:pt x="17" y="6"/>
                      <a:pt x="18" y="5"/>
                      <a:pt x="21" y="4"/>
                    </a:cubicBezTo>
                    <a:cubicBezTo>
                      <a:pt x="22" y="4"/>
                      <a:pt x="23" y="4"/>
                      <a:pt x="24" y="4"/>
                    </a:cubicBezTo>
                    <a:cubicBezTo>
                      <a:pt x="27" y="4"/>
                      <a:pt x="31" y="6"/>
                      <a:pt x="35" y="8"/>
                    </a:cubicBezTo>
                    <a:cubicBezTo>
                      <a:pt x="40" y="10"/>
                      <a:pt x="44" y="13"/>
                      <a:pt x="47" y="15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0"/>
                      <a:pt x="42" y="7"/>
                      <a:pt x="37" y="5"/>
                    </a:cubicBezTo>
                    <a:cubicBezTo>
                      <a:pt x="33" y="2"/>
                      <a:pt x="28" y="0"/>
                      <a:pt x="24" y="0"/>
                    </a:cubicBezTo>
                    <a:cubicBezTo>
                      <a:pt x="23" y="0"/>
                      <a:pt x="22" y="0"/>
                      <a:pt x="21" y="1"/>
                    </a:cubicBezTo>
                    <a:cubicBezTo>
                      <a:pt x="17" y="1"/>
                      <a:pt x="14" y="3"/>
                      <a:pt x="11" y="5"/>
                    </a:cubicBezTo>
                    <a:cubicBezTo>
                      <a:pt x="10" y="6"/>
                      <a:pt x="8" y="7"/>
                      <a:pt x="5" y="8"/>
                    </a:cubicBezTo>
                    <a:cubicBezTo>
                      <a:pt x="3" y="9"/>
                      <a:pt x="1" y="11"/>
                      <a:pt x="0" y="13"/>
                    </a:cubicBez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50" name="Freeform 168">
                <a:extLst>
                  <a:ext uri="{FF2B5EF4-FFF2-40B4-BE49-F238E27FC236}">
                    <a16:creationId xmlns:a16="http://schemas.microsoft.com/office/drawing/2014/main" id="{F44F2F03-9203-4B19-B000-548CA71B9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771"/>
                <a:ext cx="140" cy="50"/>
              </a:xfrm>
              <a:custGeom>
                <a:avLst/>
                <a:gdLst>
                  <a:gd name="T0" fmla="*/ 20 w 56"/>
                  <a:gd name="T1" fmla="*/ 250 h 20"/>
                  <a:gd name="T2" fmla="*/ 220 w 56"/>
                  <a:gd name="T3" fmla="*/ 145 h 20"/>
                  <a:gd name="T4" fmla="*/ 408 w 56"/>
                  <a:gd name="T5" fmla="*/ 63 h 20"/>
                  <a:gd name="T6" fmla="*/ 408 w 56"/>
                  <a:gd name="T7" fmla="*/ 63 h 20"/>
                  <a:gd name="T8" fmla="*/ 408 w 56"/>
                  <a:gd name="T9" fmla="*/ 63 h 20"/>
                  <a:gd name="T10" fmla="*/ 520 w 56"/>
                  <a:gd name="T11" fmla="*/ 113 h 20"/>
                  <a:gd name="T12" fmla="*/ 645 w 56"/>
                  <a:gd name="T13" fmla="*/ 175 h 20"/>
                  <a:gd name="T14" fmla="*/ 770 w 56"/>
                  <a:gd name="T15" fmla="*/ 270 h 20"/>
                  <a:gd name="T16" fmla="*/ 800 w 56"/>
                  <a:gd name="T17" fmla="*/ 300 h 20"/>
                  <a:gd name="T18" fmla="*/ 813 w 56"/>
                  <a:gd name="T19" fmla="*/ 300 h 20"/>
                  <a:gd name="T20" fmla="*/ 813 w 56"/>
                  <a:gd name="T21" fmla="*/ 313 h 20"/>
                  <a:gd name="T22" fmla="*/ 845 w 56"/>
                  <a:gd name="T23" fmla="*/ 313 h 20"/>
                  <a:gd name="T24" fmla="*/ 863 w 56"/>
                  <a:gd name="T25" fmla="*/ 300 h 20"/>
                  <a:gd name="T26" fmla="*/ 875 w 56"/>
                  <a:gd name="T27" fmla="*/ 283 h 20"/>
                  <a:gd name="T28" fmla="*/ 875 w 56"/>
                  <a:gd name="T29" fmla="*/ 270 h 20"/>
                  <a:gd name="T30" fmla="*/ 813 w 56"/>
                  <a:gd name="T31" fmla="*/ 283 h 20"/>
                  <a:gd name="T32" fmla="*/ 813 w 56"/>
                  <a:gd name="T33" fmla="*/ 283 h 20"/>
                  <a:gd name="T34" fmla="*/ 833 w 56"/>
                  <a:gd name="T35" fmla="*/ 283 h 20"/>
                  <a:gd name="T36" fmla="*/ 813 w 56"/>
                  <a:gd name="T37" fmla="*/ 283 h 20"/>
                  <a:gd name="T38" fmla="*/ 813 w 56"/>
                  <a:gd name="T39" fmla="*/ 283 h 20"/>
                  <a:gd name="T40" fmla="*/ 833 w 56"/>
                  <a:gd name="T41" fmla="*/ 283 h 20"/>
                  <a:gd name="T42" fmla="*/ 813 w 56"/>
                  <a:gd name="T43" fmla="*/ 283 h 20"/>
                  <a:gd name="T44" fmla="*/ 845 w 56"/>
                  <a:gd name="T45" fmla="*/ 283 h 20"/>
                  <a:gd name="T46" fmla="*/ 813 w 56"/>
                  <a:gd name="T47" fmla="*/ 270 h 20"/>
                  <a:gd name="T48" fmla="*/ 813 w 56"/>
                  <a:gd name="T49" fmla="*/ 283 h 20"/>
                  <a:gd name="T50" fmla="*/ 845 w 56"/>
                  <a:gd name="T51" fmla="*/ 283 h 20"/>
                  <a:gd name="T52" fmla="*/ 813 w 56"/>
                  <a:gd name="T53" fmla="*/ 270 h 20"/>
                  <a:gd name="T54" fmla="*/ 845 w 56"/>
                  <a:gd name="T55" fmla="*/ 283 h 20"/>
                  <a:gd name="T56" fmla="*/ 845 w 56"/>
                  <a:gd name="T57" fmla="*/ 250 h 20"/>
                  <a:gd name="T58" fmla="*/ 813 w 56"/>
                  <a:gd name="T59" fmla="*/ 270 h 20"/>
                  <a:gd name="T60" fmla="*/ 845 w 56"/>
                  <a:gd name="T61" fmla="*/ 283 h 20"/>
                  <a:gd name="T62" fmla="*/ 845 w 56"/>
                  <a:gd name="T63" fmla="*/ 250 h 20"/>
                  <a:gd name="T64" fmla="*/ 845 w 56"/>
                  <a:gd name="T65" fmla="*/ 270 h 20"/>
                  <a:gd name="T66" fmla="*/ 845 w 56"/>
                  <a:gd name="T67" fmla="*/ 250 h 20"/>
                  <a:gd name="T68" fmla="*/ 845 w 56"/>
                  <a:gd name="T69" fmla="*/ 250 h 20"/>
                  <a:gd name="T70" fmla="*/ 845 w 56"/>
                  <a:gd name="T71" fmla="*/ 270 h 20"/>
                  <a:gd name="T72" fmla="*/ 845 w 56"/>
                  <a:gd name="T73" fmla="*/ 250 h 20"/>
                  <a:gd name="T74" fmla="*/ 845 w 56"/>
                  <a:gd name="T75" fmla="*/ 250 h 20"/>
                  <a:gd name="T76" fmla="*/ 833 w 56"/>
                  <a:gd name="T77" fmla="*/ 238 h 20"/>
                  <a:gd name="T78" fmla="*/ 800 w 56"/>
                  <a:gd name="T79" fmla="*/ 220 h 20"/>
                  <a:gd name="T80" fmla="*/ 675 w 56"/>
                  <a:gd name="T81" fmla="*/ 125 h 20"/>
                  <a:gd name="T82" fmla="*/ 550 w 56"/>
                  <a:gd name="T83" fmla="*/ 50 h 20"/>
                  <a:gd name="T84" fmla="*/ 408 w 56"/>
                  <a:gd name="T85" fmla="*/ 0 h 20"/>
                  <a:gd name="T86" fmla="*/ 408 w 56"/>
                  <a:gd name="T87" fmla="*/ 33 h 20"/>
                  <a:gd name="T88" fmla="*/ 408 w 56"/>
                  <a:gd name="T89" fmla="*/ 0 h 20"/>
                  <a:gd name="T90" fmla="*/ 408 w 56"/>
                  <a:gd name="T91" fmla="*/ 0 h 20"/>
                  <a:gd name="T92" fmla="*/ 188 w 56"/>
                  <a:gd name="T93" fmla="*/ 95 h 20"/>
                  <a:gd name="T94" fmla="*/ 0 w 56"/>
                  <a:gd name="T95" fmla="*/ 188 h 20"/>
                  <a:gd name="T96" fmla="*/ 20 w 56"/>
                  <a:gd name="T97" fmla="*/ 250 h 2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56" h="20">
                    <a:moveTo>
                      <a:pt x="1" y="16"/>
                    </a:moveTo>
                    <a:cubicBezTo>
                      <a:pt x="6" y="15"/>
                      <a:pt x="10" y="12"/>
                      <a:pt x="14" y="9"/>
                    </a:cubicBezTo>
                    <a:cubicBezTo>
                      <a:pt x="18" y="6"/>
                      <a:pt x="22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8" y="4"/>
                      <a:pt x="31" y="5"/>
                      <a:pt x="33" y="7"/>
                    </a:cubicBezTo>
                    <a:cubicBezTo>
                      <a:pt x="36" y="8"/>
                      <a:pt x="39" y="10"/>
                      <a:pt x="41" y="11"/>
                    </a:cubicBezTo>
                    <a:cubicBezTo>
                      <a:pt x="43" y="13"/>
                      <a:pt x="46" y="15"/>
                      <a:pt x="49" y="17"/>
                    </a:cubicBezTo>
                    <a:cubicBezTo>
                      <a:pt x="49" y="17"/>
                      <a:pt x="50" y="18"/>
                      <a:pt x="51" y="19"/>
                    </a:cubicBezTo>
                    <a:cubicBezTo>
                      <a:pt x="51" y="19"/>
                      <a:pt x="51" y="19"/>
                      <a:pt x="52" y="19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3" y="20"/>
                      <a:pt x="53" y="20"/>
                      <a:pt x="54" y="20"/>
                    </a:cubicBezTo>
                    <a:cubicBezTo>
                      <a:pt x="54" y="20"/>
                      <a:pt x="55" y="20"/>
                      <a:pt x="55" y="19"/>
                    </a:cubicBezTo>
                    <a:cubicBezTo>
                      <a:pt x="56" y="19"/>
                      <a:pt x="56" y="18"/>
                      <a:pt x="56" y="18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2" y="17"/>
                      <a:pt x="52" y="17"/>
                      <a:pt x="52" y="17"/>
                    </a:cubicBezTo>
                    <a:cubicBezTo>
                      <a:pt x="52" y="17"/>
                      <a:pt x="52" y="18"/>
                      <a:pt x="52" y="18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2" y="17"/>
                      <a:pt x="52" y="17"/>
                      <a:pt x="52" y="17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3" y="16"/>
                      <a:pt x="52" y="17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6"/>
                      <a:pt x="53" y="16"/>
                      <a:pt x="53" y="15"/>
                    </a:cubicBezTo>
                    <a:cubicBezTo>
                      <a:pt x="52" y="15"/>
                      <a:pt x="52" y="14"/>
                      <a:pt x="51" y="14"/>
                    </a:cubicBezTo>
                    <a:cubicBezTo>
                      <a:pt x="49" y="12"/>
                      <a:pt x="46" y="10"/>
                      <a:pt x="43" y="8"/>
                    </a:cubicBezTo>
                    <a:cubicBezTo>
                      <a:pt x="41" y="6"/>
                      <a:pt x="38" y="4"/>
                      <a:pt x="35" y="3"/>
                    </a:cubicBezTo>
                    <a:cubicBezTo>
                      <a:pt x="32" y="2"/>
                      <a:pt x="29" y="0"/>
                      <a:pt x="26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1" y="0"/>
                      <a:pt x="16" y="3"/>
                      <a:pt x="12" y="6"/>
                    </a:cubicBezTo>
                    <a:cubicBezTo>
                      <a:pt x="8" y="8"/>
                      <a:pt x="4" y="11"/>
                      <a:pt x="0" y="12"/>
                    </a:cubicBez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51" name="Freeform 169">
                <a:extLst>
                  <a:ext uri="{FF2B5EF4-FFF2-40B4-BE49-F238E27FC236}">
                    <a16:creationId xmlns:a16="http://schemas.microsoft.com/office/drawing/2014/main" id="{9BDF6D62-46B2-44CA-B1E6-2BD32AE8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766"/>
                <a:ext cx="142" cy="52"/>
              </a:xfrm>
              <a:custGeom>
                <a:avLst/>
                <a:gdLst>
                  <a:gd name="T0" fmla="*/ 62 w 57"/>
                  <a:gd name="T1" fmla="*/ 258 h 21"/>
                  <a:gd name="T2" fmla="*/ 167 w 57"/>
                  <a:gd name="T3" fmla="*/ 183 h 21"/>
                  <a:gd name="T4" fmla="*/ 291 w 57"/>
                  <a:gd name="T5" fmla="*/ 92 h 21"/>
                  <a:gd name="T6" fmla="*/ 354 w 57"/>
                  <a:gd name="T7" fmla="*/ 62 h 21"/>
                  <a:gd name="T8" fmla="*/ 446 w 57"/>
                  <a:gd name="T9" fmla="*/ 104 h 21"/>
                  <a:gd name="T10" fmla="*/ 695 w 57"/>
                  <a:gd name="T11" fmla="*/ 215 h 21"/>
                  <a:gd name="T12" fmla="*/ 850 w 57"/>
                  <a:gd name="T13" fmla="*/ 228 h 21"/>
                  <a:gd name="T14" fmla="*/ 850 w 57"/>
                  <a:gd name="T15" fmla="*/ 245 h 21"/>
                  <a:gd name="T16" fmla="*/ 820 w 57"/>
                  <a:gd name="T17" fmla="*/ 245 h 21"/>
                  <a:gd name="T18" fmla="*/ 820 w 57"/>
                  <a:gd name="T19" fmla="*/ 245 h 21"/>
                  <a:gd name="T20" fmla="*/ 850 w 57"/>
                  <a:gd name="T21" fmla="*/ 245 h 21"/>
                  <a:gd name="T22" fmla="*/ 850 w 57"/>
                  <a:gd name="T23" fmla="*/ 245 h 21"/>
                  <a:gd name="T24" fmla="*/ 850 w 57"/>
                  <a:gd name="T25" fmla="*/ 245 h 21"/>
                  <a:gd name="T26" fmla="*/ 820 w 57"/>
                  <a:gd name="T27" fmla="*/ 245 h 21"/>
                  <a:gd name="T28" fmla="*/ 820 w 57"/>
                  <a:gd name="T29" fmla="*/ 245 h 21"/>
                  <a:gd name="T30" fmla="*/ 850 w 57"/>
                  <a:gd name="T31" fmla="*/ 245 h 21"/>
                  <a:gd name="T32" fmla="*/ 850 w 57"/>
                  <a:gd name="T33" fmla="*/ 258 h 21"/>
                  <a:gd name="T34" fmla="*/ 850 w 57"/>
                  <a:gd name="T35" fmla="*/ 258 h 21"/>
                  <a:gd name="T36" fmla="*/ 820 w 57"/>
                  <a:gd name="T37" fmla="*/ 245 h 21"/>
                  <a:gd name="T38" fmla="*/ 837 w 57"/>
                  <a:gd name="T39" fmla="*/ 275 h 21"/>
                  <a:gd name="T40" fmla="*/ 820 w 57"/>
                  <a:gd name="T41" fmla="*/ 275 h 21"/>
                  <a:gd name="T42" fmla="*/ 820 w 57"/>
                  <a:gd name="T43" fmla="*/ 245 h 21"/>
                  <a:gd name="T44" fmla="*/ 820 w 57"/>
                  <a:gd name="T45" fmla="*/ 245 h 21"/>
                  <a:gd name="T46" fmla="*/ 820 w 57"/>
                  <a:gd name="T47" fmla="*/ 275 h 21"/>
                  <a:gd name="T48" fmla="*/ 807 w 57"/>
                  <a:gd name="T49" fmla="*/ 275 h 21"/>
                  <a:gd name="T50" fmla="*/ 807 w 57"/>
                  <a:gd name="T51" fmla="*/ 275 h 21"/>
                  <a:gd name="T52" fmla="*/ 820 w 57"/>
                  <a:gd name="T53" fmla="*/ 245 h 21"/>
                  <a:gd name="T54" fmla="*/ 820 w 57"/>
                  <a:gd name="T55" fmla="*/ 258 h 21"/>
                  <a:gd name="T56" fmla="*/ 807 w 57"/>
                  <a:gd name="T57" fmla="*/ 275 h 21"/>
                  <a:gd name="T58" fmla="*/ 787 w 57"/>
                  <a:gd name="T59" fmla="*/ 275 h 21"/>
                  <a:gd name="T60" fmla="*/ 807 w 57"/>
                  <a:gd name="T61" fmla="*/ 287 h 21"/>
                  <a:gd name="T62" fmla="*/ 820 w 57"/>
                  <a:gd name="T63" fmla="*/ 307 h 21"/>
                  <a:gd name="T64" fmla="*/ 820 w 57"/>
                  <a:gd name="T65" fmla="*/ 307 h 21"/>
                  <a:gd name="T66" fmla="*/ 820 w 57"/>
                  <a:gd name="T67" fmla="*/ 287 h 21"/>
                  <a:gd name="T68" fmla="*/ 837 w 57"/>
                  <a:gd name="T69" fmla="*/ 287 h 21"/>
                  <a:gd name="T70" fmla="*/ 820 w 57"/>
                  <a:gd name="T71" fmla="*/ 307 h 21"/>
                  <a:gd name="T72" fmla="*/ 820 w 57"/>
                  <a:gd name="T73" fmla="*/ 287 h 21"/>
                  <a:gd name="T74" fmla="*/ 820 w 57"/>
                  <a:gd name="T75" fmla="*/ 275 h 21"/>
                  <a:gd name="T76" fmla="*/ 850 w 57"/>
                  <a:gd name="T77" fmla="*/ 287 h 21"/>
                  <a:gd name="T78" fmla="*/ 850 w 57"/>
                  <a:gd name="T79" fmla="*/ 287 h 21"/>
                  <a:gd name="T80" fmla="*/ 820 w 57"/>
                  <a:gd name="T81" fmla="*/ 275 h 21"/>
                  <a:gd name="T82" fmla="*/ 850 w 57"/>
                  <a:gd name="T83" fmla="*/ 258 h 21"/>
                  <a:gd name="T84" fmla="*/ 869 w 57"/>
                  <a:gd name="T85" fmla="*/ 258 h 21"/>
                  <a:gd name="T86" fmla="*/ 850 w 57"/>
                  <a:gd name="T87" fmla="*/ 287 h 21"/>
                  <a:gd name="T88" fmla="*/ 837 w 57"/>
                  <a:gd name="T89" fmla="*/ 319 h 21"/>
                  <a:gd name="T90" fmla="*/ 869 w 57"/>
                  <a:gd name="T91" fmla="*/ 307 h 21"/>
                  <a:gd name="T92" fmla="*/ 869 w 57"/>
                  <a:gd name="T93" fmla="*/ 275 h 21"/>
                  <a:gd name="T94" fmla="*/ 850 w 57"/>
                  <a:gd name="T95" fmla="*/ 245 h 21"/>
                  <a:gd name="T96" fmla="*/ 850 w 57"/>
                  <a:gd name="T97" fmla="*/ 228 h 21"/>
                  <a:gd name="T98" fmla="*/ 837 w 57"/>
                  <a:gd name="T99" fmla="*/ 228 h 21"/>
                  <a:gd name="T100" fmla="*/ 820 w 57"/>
                  <a:gd name="T101" fmla="*/ 215 h 21"/>
                  <a:gd name="T102" fmla="*/ 787 w 57"/>
                  <a:gd name="T103" fmla="*/ 245 h 21"/>
                  <a:gd name="T104" fmla="*/ 787 w 57"/>
                  <a:gd name="T105" fmla="*/ 245 h 21"/>
                  <a:gd name="T106" fmla="*/ 787 w 57"/>
                  <a:gd name="T107" fmla="*/ 258 h 21"/>
                  <a:gd name="T108" fmla="*/ 837 w 57"/>
                  <a:gd name="T109" fmla="*/ 228 h 21"/>
                  <a:gd name="T110" fmla="*/ 590 w 57"/>
                  <a:gd name="T111" fmla="*/ 104 h 21"/>
                  <a:gd name="T112" fmla="*/ 354 w 57"/>
                  <a:gd name="T113" fmla="*/ 0 h 21"/>
                  <a:gd name="T114" fmla="*/ 311 w 57"/>
                  <a:gd name="T115" fmla="*/ 12 h 21"/>
                  <a:gd name="T116" fmla="*/ 125 w 57"/>
                  <a:gd name="T117" fmla="*/ 134 h 21"/>
                  <a:gd name="T118" fmla="*/ 42 w 57"/>
                  <a:gd name="T119" fmla="*/ 196 h 21"/>
                  <a:gd name="T120" fmla="*/ 42 w 57"/>
                  <a:gd name="T121" fmla="*/ 275 h 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57" h="21">
                    <a:moveTo>
                      <a:pt x="3" y="18"/>
                    </a:moveTo>
                    <a:cubicBezTo>
                      <a:pt x="3" y="17"/>
                      <a:pt x="3" y="17"/>
                      <a:pt x="4" y="17"/>
                    </a:cubicBezTo>
                    <a:cubicBezTo>
                      <a:pt x="5" y="16"/>
                      <a:pt x="7" y="16"/>
                      <a:pt x="8" y="15"/>
                    </a:cubicBezTo>
                    <a:cubicBezTo>
                      <a:pt x="9" y="14"/>
                      <a:pt x="10" y="13"/>
                      <a:pt x="11" y="12"/>
                    </a:cubicBezTo>
                    <a:cubicBezTo>
                      <a:pt x="12" y="11"/>
                      <a:pt x="13" y="10"/>
                      <a:pt x="14" y="9"/>
                    </a:cubicBezTo>
                    <a:cubicBezTo>
                      <a:pt x="15" y="8"/>
                      <a:pt x="17" y="7"/>
                      <a:pt x="19" y="6"/>
                    </a:cubicBezTo>
                    <a:cubicBezTo>
                      <a:pt x="20" y="6"/>
                      <a:pt x="21" y="5"/>
                      <a:pt x="21" y="5"/>
                    </a:cubicBezTo>
                    <a:cubicBezTo>
                      <a:pt x="22" y="5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7" y="5"/>
                      <a:pt x="29" y="7"/>
                    </a:cubicBezTo>
                    <a:cubicBezTo>
                      <a:pt x="32" y="8"/>
                      <a:pt x="34" y="9"/>
                      <a:pt x="36" y="10"/>
                    </a:cubicBezTo>
                    <a:cubicBezTo>
                      <a:pt x="39" y="12"/>
                      <a:pt x="42" y="13"/>
                      <a:pt x="45" y="14"/>
                    </a:cubicBezTo>
                    <a:cubicBezTo>
                      <a:pt x="47" y="15"/>
                      <a:pt x="49" y="16"/>
                      <a:pt x="52" y="18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3" y="18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9"/>
                      <a:pt x="52" y="19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20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9"/>
                      <a:pt x="53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4" y="17"/>
                      <a:pt x="53" y="17"/>
                      <a:pt x="53" y="18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4" y="21"/>
                      <a:pt x="55" y="21"/>
                    </a:cubicBezTo>
                    <a:cubicBezTo>
                      <a:pt x="55" y="21"/>
                      <a:pt x="56" y="21"/>
                      <a:pt x="56" y="20"/>
                    </a:cubicBezTo>
                    <a:cubicBezTo>
                      <a:pt x="57" y="20"/>
                      <a:pt x="57" y="19"/>
                      <a:pt x="57" y="19"/>
                    </a:cubicBezTo>
                    <a:cubicBezTo>
                      <a:pt x="57" y="18"/>
                      <a:pt x="56" y="18"/>
                      <a:pt x="56" y="18"/>
                    </a:cubicBezTo>
                    <a:cubicBezTo>
                      <a:pt x="56" y="18"/>
                      <a:pt x="56" y="18"/>
                      <a:pt x="56" y="17"/>
                    </a:cubicBezTo>
                    <a:cubicBezTo>
                      <a:pt x="56" y="17"/>
                      <a:pt x="55" y="16"/>
                      <a:pt x="55" y="16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4" y="14"/>
                      <a:pt x="53" y="14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1" y="15"/>
                      <a:pt x="51" y="15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2" y="12"/>
                      <a:pt x="49" y="11"/>
                      <a:pt x="46" y="10"/>
                    </a:cubicBezTo>
                    <a:cubicBezTo>
                      <a:pt x="43" y="9"/>
                      <a:pt x="41" y="8"/>
                      <a:pt x="38" y="7"/>
                    </a:cubicBezTo>
                    <a:cubicBezTo>
                      <a:pt x="36" y="6"/>
                      <a:pt x="34" y="4"/>
                      <a:pt x="31" y="3"/>
                    </a:cubicBezTo>
                    <a:cubicBezTo>
                      <a:pt x="28" y="2"/>
                      <a:pt x="26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1"/>
                      <a:pt x="21" y="1"/>
                      <a:pt x="20" y="1"/>
                    </a:cubicBezTo>
                    <a:cubicBezTo>
                      <a:pt x="17" y="2"/>
                      <a:pt x="13" y="5"/>
                      <a:pt x="12" y="6"/>
                    </a:cubicBezTo>
                    <a:cubicBezTo>
                      <a:pt x="10" y="7"/>
                      <a:pt x="9" y="8"/>
                      <a:pt x="8" y="9"/>
                    </a:cubicBezTo>
                    <a:cubicBezTo>
                      <a:pt x="8" y="10"/>
                      <a:pt x="7" y="11"/>
                      <a:pt x="6" y="12"/>
                    </a:cubicBezTo>
                    <a:cubicBezTo>
                      <a:pt x="5" y="12"/>
                      <a:pt x="4" y="12"/>
                      <a:pt x="3" y="13"/>
                    </a:cubicBezTo>
                    <a:cubicBezTo>
                      <a:pt x="2" y="13"/>
                      <a:pt x="1" y="14"/>
                      <a:pt x="0" y="15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52" name="Freeform 170">
                <a:extLst>
                  <a:ext uri="{FF2B5EF4-FFF2-40B4-BE49-F238E27FC236}">
                    <a16:creationId xmlns:a16="http://schemas.microsoft.com/office/drawing/2014/main" id="{377DE07C-8248-4B29-95C8-E9B9A2934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766"/>
                <a:ext cx="127" cy="40"/>
              </a:xfrm>
              <a:custGeom>
                <a:avLst/>
                <a:gdLst>
                  <a:gd name="T0" fmla="*/ 42 w 51"/>
                  <a:gd name="T1" fmla="*/ 250 h 16"/>
                  <a:gd name="T2" fmla="*/ 187 w 51"/>
                  <a:gd name="T3" fmla="*/ 145 h 16"/>
                  <a:gd name="T4" fmla="*/ 261 w 51"/>
                  <a:gd name="T5" fmla="*/ 83 h 16"/>
                  <a:gd name="T6" fmla="*/ 321 w 51"/>
                  <a:gd name="T7" fmla="*/ 63 h 16"/>
                  <a:gd name="T8" fmla="*/ 341 w 51"/>
                  <a:gd name="T9" fmla="*/ 63 h 16"/>
                  <a:gd name="T10" fmla="*/ 383 w 51"/>
                  <a:gd name="T11" fmla="*/ 83 h 16"/>
                  <a:gd name="T12" fmla="*/ 446 w 51"/>
                  <a:gd name="T13" fmla="*/ 95 h 16"/>
                  <a:gd name="T14" fmla="*/ 603 w 51"/>
                  <a:gd name="T15" fmla="*/ 175 h 16"/>
                  <a:gd name="T16" fmla="*/ 745 w 51"/>
                  <a:gd name="T17" fmla="*/ 250 h 16"/>
                  <a:gd name="T18" fmla="*/ 787 w 51"/>
                  <a:gd name="T19" fmla="*/ 208 h 16"/>
                  <a:gd name="T20" fmla="*/ 633 w 51"/>
                  <a:gd name="T21" fmla="*/ 113 h 16"/>
                  <a:gd name="T22" fmla="*/ 478 w 51"/>
                  <a:gd name="T23" fmla="*/ 50 h 16"/>
                  <a:gd name="T24" fmla="*/ 416 w 51"/>
                  <a:gd name="T25" fmla="*/ 20 h 16"/>
                  <a:gd name="T26" fmla="*/ 341 w 51"/>
                  <a:gd name="T27" fmla="*/ 0 h 16"/>
                  <a:gd name="T28" fmla="*/ 321 w 51"/>
                  <a:gd name="T29" fmla="*/ 0 h 16"/>
                  <a:gd name="T30" fmla="*/ 229 w 51"/>
                  <a:gd name="T31" fmla="*/ 33 h 16"/>
                  <a:gd name="T32" fmla="*/ 0 w 51"/>
                  <a:gd name="T33" fmla="*/ 220 h 16"/>
                  <a:gd name="T34" fmla="*/ 42 w 51"/>
                  <a:gd name="T35" fmla="*/ 250 h 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1" h="16">
                    <a:moveTo>
                      <a:pt x="3" y="16"/>
                    </a:moveTo>
                    <a:cubicBezTo>
                      <a:pt x="5" y="14"/>
                      <a:pt x="8" y="11"/>
                      <a:pt x="12" y="9"/>
                    </a:cubicBezTo>
                    <a:cubicBezTo>
                      <a:pt x="14" y="7"/>
                      <a:pt x="16" y="6"/>
                      <a:pt x="17" y="5"/>
                    </a:cubicBezTo>
                    <a:cubicBezTo>
                      <a:pt x="19" y="5"/>
                      <a:pt x="20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4" y="4"/>
                      <a:pt x="25" y="5"/>
                    </a:cubicBezTo>
                    <a:cubicBezTo>
                      <a:pt x="26" y="5"/>
                      <a:pt x="28" y="6"/>
                      <a:pt x="29" y="6"/>
                    </a:cubicBezTo>
                    <a:cubicBezTo>
                      <a:pt x="32" y="8"/>
                      <a:pt x="36" y="9"/>
                      <a:pt x="39" y="11"/>
                    </a:cubicBezTo>
                    <a:cubicBezTo>
                      <a:pt x="43" y="12"/>
                      <a:pt x="46" y="14"/>
                      <a:pt x="48" y="16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48" y="10"/>
                      <a:pt x="44" y="8"/>
                      <a:pt x="41" y="7"/>
                    </a:cubicBezTo>
                    <a:cubicBezTo>
                      <a:pt x="37" y="5"/>
                      <a:pt x="34" y="4"/>
                      <a:pt x="31" y="3"/>
                    </a:cubicBezTo>
                    <a:cubicBezTo>
                      <a:pt x="29" y="2"/>
                      <a:pt x="28" y="1"/>
                      <a:pt x="27" y="1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22" y="0"/>
                      <a:pt x="21" y="0"/>
                      <a:pt x="21" y="0"/>
                    </a:cubicBezTo>
                    <a:cubicBezTo>
                      <a:pt x="19" y="0"/>
                      <a:pt x="17" y="1"/>
                      <a:pt x="15" y="2"/>
                    </a:cubicBezTo>
                    <a:cubicBezTo>
                      <a:pt x="10" y="5"/>
                      <a:pt x="3" y="10"/>
                      <a:pt x="0" y="14"/>
                    </a:cubicBez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53" name="Freeform 171">
                <a:extLst>
                  <a:ext uri="{FF2B5EF4-FFF2-40B4-BE49-F238E27FC236}">
                    <a16:creationId xmlns:a16="http://schemas.microsoft.com/office/drawing/2014/main" id="{3CC9AFA9-98B8-4267-A778-6FEF44420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768"/>
                <a:ext cx="120" cy="40"/>
              </a:xfrm>
              <a:custGeom>
                <a:avLst/>
                <a:gdLst>
                  <a:gd name="T0" fmla="*/ 0 w 48"/>
                  <a:gd name="T1" fmla="*/ 208 h 16"/>
                  <a:gd name="T2" fmla="*/ 0 w 48"/>
                  <a:gd name="T3" fmla="*/ 208 h 16"/>
                  <a:gd name="T4" fmla="*/ 188 w 48"/>
                  <a:gd name="T5" fmla="*/ 145 h 16"/>
                  <a:gd name="T6" fmla="*/ 333 w 48"/>
                  <a:gd name="T7" fmla="*/ 63 h 16"/>
                  <a:gd name="T8" fmla="*/ 345 w 48"/>
                  <a:gd name="T9" fmla="*/ 63 h 16"/>
                  <a:gd name="T10" fmla="*/ 533 w 48"/>
                  <a:gd name="T11" fmla="*/ 125 h 16"/>
                  <a:gd name="T12" fmla="*/ 720 w 48"/>
                  <a:gd name="T13" fmla="*/ 250 h 16"/>
                  <a:gd name="T14" fmla="*/ 750 w 48"/>
                  <a:gd name="T15" fmla="*/ 188 h 16"/>
                  <a:gd name="T16" fmla="*/ 563 w 48"/>
                  <a:gd name="T17" fmla="*/ 83 h 16"/>
                  <a:gd name="T18" fmla="*/ 345 w 48"/>
                  <a:gd name="T19" fmla="*/ 0 h 16"/>
                  <a:gd name="T20" fmla="*/ 333 w 48"/>
                  <a:gd name="T21" fmla="*/ 0 h 16"/>
                  <a:gd name="T22" fmla="*/ 158 w 48"/>
                  <a:gd name="T23" fmla="*/ 83 h 16"/>
                  <a:gd name="T24" fmla="*/ 0 w 48"/>
                  <a:gd name="T25" fmla="*/ 145 h 16"/>
                  <a:gd name="T26" fmla="*/ 0 w 48"/>
                  <a:gd name="T27" fmla="*/ 145 h 16"/>
                  <a:gd name="T28" fmla="*/ 0 w 48"/>
                  <a:gd name="T29" fmla="*/ 208 h 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16">
                    <a:moveTo>
                      <a:pt x="0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5" y="13"/>
                      <a:pt x="8" y="11"/>
                      <a:pt x="12" y="9"/>
                    </a:cubicBezTo>
                    <a:cubicBezTo>
                      <a:pt x="15" y="7"/>
                      <a:pt x="18" y="5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5" y="4"/>
                      <a:pt x="30" y="6"/>
                      <a:pt x="34" y="8"/>
                    </a:cubicBezTo>
                    <a:cubicBezTo>
                      <a:pt x="38" y="11"/>
                      <a:pt x="42" y="13"/>
                      <a:pt x="46" y="16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4" y="10"/>
                      <a:pt x="40" y="7"/>
                      <a:pt x="36" y="5"/>
                    </a:cubicBezTo>
                    <a:cubicBezTo>
                      <a:pt x="31" y="2"/>
                      <a:pt x="27" y="0"/>
                      <a:pt x="22" y="0"/>
                    </a:cubicBezTo>
                    <a:cubicBezTo>
                      <a:pt x="22" y="0"/>
                      <a:pt x="21" y="0"/>
                      <a:pt x="21" y="0"/>
                    </a:cubicBezTo>
                    <a:cubicBezTo>
                      <a:pt x="17" y="1"/>
                      <a:pt x="13" y="3"/>
                      <a:pt x="10" y="5"/>
                    </a:cubicBezTo>
                    <a:cubicBezTo>
                      <a:pt x="6" y="8"/>
                      <a:pt x="3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3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54" name="Freeform 172">
                <a:extLst>
                  <a:ext uri="{FF2B5EF4-FFF2-40B4-BE49-F238E27FC236}">
                    <a16:creationId xmlns:a16="http://schemas.microsoft.com/office/drawing/2014/main" id="{49F8C988-E405-40F6-92D3-299F82A0E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766"/>
                <a:ext cx="155" cy="40"/>
              </a:xfrm>
              <a:custGeom>
                <a:avLst/>
                <a:gdLst>
                  <a:gd name="T0" fmla="*/ 50 w 62"/>
                  <a:gd name="T1" fmla="*/ 250 h 16"/>
                  <a:gd name="T2" fmla="*/ 95 w 62"/>
                  <a:gd name="T3" fmla="*/ 188 h 16"/>
                  <a:gd name="T4" fmla="*/ 250 w 62"/>
                  <a:gd name="T5" fmla="*/ 95 h 16"/>
                  <a:gd name="T6" fmla="*/ 408 w 62"/>
                  <a:gd name="T7" fmla="*/ 63 h 16"/>
                  <a:gd name="T8" fmla="*/ 408 w 62"/>
                  <a:gd name="T9" fmla="*/ 63 h 16"/>
                  <a:gd name="T10" fmla="*/ 408 w 62"/>
                  <a:gd name="T11" fmla="*/ 33 h 16"/>
                  <a:gd name="T12" fmla="*/ 395 w 62"/>
                  <a:gd name="T13" fmla="*/ 63 h 16"/>
                  <a:gd name="T14" fmla="*/ 408 w 62"/>
                  <a:gd name="T15" fmla="*/ 63 h 16"/>
                  <a:gd name="T16" fmla="*/ 408 w 62"/>
                  <a:gd name="T17" fmla="*/ 33 h 16"/>
                  <a:gd name="T18" fmla="*/ 395 w 62"/>
                  <a:gd name="T19" fmla="*/ 63 h 16"/>
                  <a:gd name="T20" fmla="*/ 395 w 62"/>
                  <a:gd name="T21" fmla="*/ 63 h 16"/>
                  <a:gd name="T22" fmla="*/ 408 w 62"/>
                  <a:gd name="T23" fmla="*/ 63 h 16"/>
                  <a:gd name="T24" fmla="*/ 675 w 62"/>
                  <a:gd name="T25" fmla="*/ 125 h 16"/>
                  <a:gd name="T26" fmla="*/ 938 w 62"/>
                  <a:gd name="T27" fmla="*/ 208 h 16"/>
                  <a:gd name="T28" fmla="*/ 958 w 62"/>
                  <a:gd name="T29" fmla="*/ 175 h 16"/>
                  <a:gd name="T30" fmla="*/ 970 w 62"/>
                  <a:gd name="T31" fmla="*/ 158 h 16"/>
                  <a:gd name="T32" fmla="*/ 938 w 62"/>
                  <a:gd name="T33" fmla="*/ 145 h 16"/>
                  <a:gd name="T34" fmla="*/ 925 w 62"/>
                  <a:gd name="T35" fmla="*/ 208 h 16"/>
                  <a:gd name="T36" fmla="*/ 958 w 62"/>
                  <a:gd name="T37" fmla="*/ 208 h 16"/>
                  <a:gd name="T38" fmla="*/ 970 w 62"/>
                  <a:gd name="T39" fmla="*/ 158 h 16"/>
                  <a:gd name="T40" fmla="*/ 708 w 62"/>
                  <a:gd name="T41" fmla="*/ 63 h 16"/>
                  <a:gd name="T42" fmla="*/ 408 w 62"/>
                  <a:gd name="T43" fmla="*/ 0 h 16"/>
                  <a:gd name="T44" fmla="*/ 408 w 62"/>
                  <a:gd name="T45" fmla="*/ 33 h 16"/>
                  <a:gd name="T46" fmla="*/ 408 w 62"/>
                  <a:gd name="T47" fmla="*/ 0 h 16"/>
                  <a:gd name="T48" fmla="*/ 408 w 62"/>
                  <a:gd name="T49" fmla="*/ 0 h 16"/>
                  <a:gd name="T50" fmla="*/ 408 w 62"/>
                  <a:gd name="T51" fmla="*/ 0 h 16"/>
                  <a:gd name="T52" fmla="*/ 408 w 62"/>
                  <a:gd name="T53" fmla="*/ 33 h 16"/>
                  <a:gd name="T54" fmla="*/ 408 w 62"/>
                  <a:gd name="T55" fmla="*/ 0 h 16"/>
                  <a:gd name="T56" fmla="*/ 408 w 62"/>
                  <a:gd name="T57" fmla="*/ 0 h 16"/>
                  <a:gd name="T58" fmla="*/ 408 w 62"/>
                  <a:gd name="T59" fmla="*/ 33 h 16"/>
                  <a:gd name="T60" fmla="*/ 408 w 62"/>
                  <a:gd name="T61" fmla="*/ 0 h 16"/>
                  <a:gd name="T62" fmla="*/ 300 w 62"/>
                  <a:gd name="T63" fmla="*/ 20 h 16"/>
                  <a:gd name="T64" fmla="*/ 113 w 62"/>
                  <a:gd name="T65" fmla="*/ 113 h 16"/>
                  <a:gd name="T66" fmla="*/ 33 w 62"/>
                  <a:gd name="T67" fmla="*/ 158 h 16"/>
                  <a:gd name="T68" fmla="*/ 0 w 62"/>
                  <a:gd name="T69" fmla="*/ 238 h 16"/>
                  <a:gd name="T70" fmla="*/ 50 w 62"/>
                  <a:gd name="T71" fmla="*/ 250 h 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2" h="16">
                    <a:moveTo>
                      <a:pt x="3" y="16"/>
                    </a:moveTo>
                    <a:cubicBezTo>
                      <a:pt x="4" y="15"/>
                      <a:pt x="5" y="14"/>
                      <a:pt x="6" y="12"/>
                    </a:cubicBezTo>
                    <a:cubicBezTo>
                      <a:pt x="9" y="10"/>
                      <a:pt x="13" y="8"/>
                      <a:pt x="16" y="6"/>
                    </a:cubicBezTo>
                    <a:cubicBezTo>
                      <a:pt x="20" y="5"/>
                      <a:pt x="24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1" y="4"/>
                      <a:pt x="37" y="6"/>
                      <a:pt x="43" y="8"/>
                    </a:cubicBezTo>
                    <a:cubicBezTo>
                      <a:pt x="50" y="10"/>
                      <a:pt x="56" y="11"/>
                      <a:pt x="60" y="13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1" y="9"/>
                      <a:pt x="60" y="9"/>
                      <a:pt x="60" y="9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60" y="13"/>
                      <a:pt x="61" y="13"/>
                      <a:pt x="61" y="13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57" y="7"/>
                      <a:pt x="50" y="6"/>
                      <a:pt x="45" y="4"/>
                    </a:cubicBezTo>
                    <a:cubicBezTo>
                      <a:pt x="39" y="3"/>
                      <a:pt x="32" y="0"/>
                      <a:pt x="26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0"/>
                      <a:pt x="21" y="0"/>
                      <a:pt x="19" y="1"/>
                    </a:cubicBezTo>
                    <a:cubicBezTo>
                      <a:pt x="15" y="2"/>
                      <a:pt x="11" y="4"/>
                      <a:pt x="7" y="7"/>
                    </a:cubicBezTo>
                    <a:cubicBezTo>
                      <a:pt x="5" y="8"/>
                      <a:pt x="4" y="9"/>
                      <a:pt x="2" y="10"/>
                    </a:cubicBezTo>
                    <a:cubicBezTo>
                      <a:pt x="1" y="12"/>
                      <a:pt x="0" y="13"/>
                      <a:pt x="0" y="15"/>
                    </a:cubicBez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55" name="Freeform 173">
                <a:extLst>
                  <a:ext uri="{FF2B5EF4-FFF2-40B4-BE49-F238E27FC236}">
                    <a16:creationId xmlns:a16="http://schemas.microsoft.com/office/drawing/2014/main" id="{BBD7771F-9E78-4F78-ABBF-4EA5D38FE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768"/>
                <a:ext cx="150" cy="40"/>
              </a:xfrm>
              <a:custGeom>
                <a:avLst/>
                <a:gdLst>
                  <a:gd name="T0" fmla="*/ 0 w 60"/>
                  <a:gd name="T1" fmla="*/ 220 h 16"/>
                  <a:gd name="T2" fmla="*/ 33 w 60"/>
                  <a:gd name="T3" fmla="*/ 238 h 16"/>
                  <a:gd name="T4" fmla="*/ 113 w 60"/>
                  <a:gd name="T5" fmla="*/ 208 h 16"/>
                  <a:gd name="T6" fmla="*/ 238 w 60"/>
                  <a:gd name="T7" fmla="*/ 145 h 16"/>
                  <a:gd name="T8" fmla="*/ 333 w 60"/>
                  <a:gd name="T9" fmla="*/ 95 h 16"/>
                  <a:gd name="T10" fmla="*/ 458 w 60"/>
                  <a:gd name="T11" fmla="*/ 63 h 16"/>
                  <a:gd name="T12" fmla="*/ 488 w 60"/>
                  <a:gd name="T13" fmla="*/ 63 h 16"/>
                  <a:gd name="T14" fmla="*/ 708 w 60"/>
                  <a:gd name="T15" fmla="*/ 158 h 16"/>
                  <a:gd name="T16" fmla="*/ 813 w 60"/>
                  <a:gd name="T17" fmla="*/ 208 h 16"/>
                  <a:gd name="T18" fmla="*/ 863 w 60"/>
                  <a:gd name="T19" fmla="*/ 238 h 16"/>
                  <a:gd name="T20" fmla="*/ 895 w 60"/>
                  <a:gd name="T21" fmla="*/ 250 h 16"/>
                  <a:gd name="T22" fmla="*/ 938 w 60"/>
                  <a:gd name="T23" fmla="*/ 208 h 16"/>
                  <a:gd name="T24" fmla="*/ 895 w 60"/>
                  <a:gd name="T25" fmla="*/ 175 h 16"/>
                  <a:gd name="T26" fmla="*/ 813 w 60"/>
                  <a:gd name="T27" fmla="*/ 145 h 16"/>
                  <a:gd name="T28" fmla="*/ 738 w 60"/>
                  <a:gd name="T29" fmla="*/ 113 h 16"/>
                  <a:gd name="T30" fmla="*/ 500 w 60"/>
                  <a:gd name="T31" fmla="*/ 0 h 16"/>
                  <a:gd name="T32" fmla="*/ 458 w 60"/>
                  <a:gd name="T33" fmla="*/ 0 h 16"/>
                  <a:gd name="T34" fmla="*/ 300 w 60"/>
                  <a:gd name="T35" fmla="*/ 33 h 16"/>
                  <a:gd name="T36" fmla="*/ 158 w 60"/>
                  <a:gd name="T37" fmla="*/ 113 h 16"/>
                  <a:gd name="T38" fmla="*/ 83 w 60"/>
                  <a:gd name="T39" fmla="*/ 158 h 16"/>
                  <a:gd name="T40" fmla="*/ 33 w 60"/>
                  <a:gd name="T41" fmla="*/ 175 h 16"/>
                  <a:gd name="T42" fmla="*/ 20 w 60"/>
                  <a:gd name="T43" fmla="*/ 158 h 16"/>
                  <a:gd name="T44" fmla="*/ 0 w 60"/>
                  <a:gd name="T45" fmla="*/ 22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0" h="16">
                    <a:moveTo>
                      <a:pt x="0" y="14"/>
                    </a:moveTo>
                    <a:cubicBezTo>
                      <a:pt x="0" y="14"/>
                      <a:pt x="1" y="15"/>
                      <a:pt x="2" y="15"/>
                    </a:cubicBezTo>
                    <a:cubicBezTo>
                      <a:pt x="3" y="14"/>
                      <a:pt x="5" y="14"/>
                      <a:pt x="7" y="13"/>
                    </a:cubicBezTo>
                    <a:cubicBezTo>
                      <a:pt x="9" y="12"/>
                      <a:pt x="12" y="11"/>
                      <a:pt x="15" y="9"/>
                    </a:cubicBezTo>
                    <a:cubicBezTo>
                      <a:pt x="17" y="8"/>
                      <a:pt x="19" y="6"/>
                      <a:pt x="21" y="6"/>
                    </a:cubicBezTo>
                    <a:cubicBezTo>
                      <a:pt x="23" y="5"/>
                      <a:pt x="26" y="4"/>
                      <a:pt x="29" y="4"/>
                    </a:cubicBezTo>
                    <a:cubicBezTo>
                      <a:pt x="29" y="4"/>
                      <a:pt x="30" y="4"/>
                      <a:pt x="31" y="4"/>
                    </a:cubicBezTo>
                    <a:cubicBezTo>
                      <a:pt x="36" y="5"/>
                      <a:pt x="40" y="8"/>
                      <a:pt x="45" y="10"/>
                    </a:cubicBezTo>
                    <a:cubicBezTo>
                      <a:pt x="47" y="11"/>
                      <a:pt x="50" y="12"/>
                      <a:pt x="52" y="13"/>
                    </a:cubicBezTo>
                    <a:cubicBezTo>
                      <a:pt x="53" y="14"/>
                      <a:pt x="54" y="14"/>
                      <a:pt x="55" y="15"/>
                    </a:cubicBezTo>
                    <a:cubicBezTo>
                      <a:pt x="56" y="15"/>
                      <a:pt x="57" y="15"/>
                      <a:pt x="57" y="16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59" y="12"/>
                      <a:pt x="58" y="12"/>
                      <a:pt x="57" y="11"/>
                    </a:cubicBezTo>
                    <a:cubicBezTo>
                      <a:pt x="55" y="10"/>
                      <a:pt x="54" y="9"/>
                      <a:pt x="52" y="9"/>
                    </a:cubicBezTo>
                    <a:cubicBezTo>
                      <a:pt x="50" y="8"/>
                      <a:pt x="48" y="7"/>
                      <a:pt x="47" y="7"/>
                    </a:cubicBezTo>
                    <a:cubicBezTo>
                      <a:pt x="42" y="4"/>
                      <a:pt x="38" y="1"/>
                      <a:pt x="32" y="0"/>
                    </a:cubicBezTo>
                    <a:cubicBezTo>
                      <a:pt x="31" y="0"/>
                      <a:pt x="30" y="0"/>
                      <a:pt x="29" y="0"/>
                    </a:cubicBezTo>
                    <a:cubicBezTo>
                      <a:pt x="25" y="0"/>
                      <a:pt x="22" y="1"/>
                      <a:pt x="19" y="2"/>
                    </a:cubicBezTo>
                    <a:cubicBezTo>
                      <a:pt x="17" y="3"/>
                      <a:pt x="14" y="5"/>
                      <a:pt x="10" y="7"/>
                    </a:cubicBezTo>
                    <a:cubicBezTo>
                      <a:pt x="9" y="8"/>
                      <a:pt x="7" y="9"/>
                      <a:pt x="5" y="10"/>
                    </a:cubicBezTo>
                    <a:cubicBezTo>
                      <a:pt x="4" y="10"/>
                      <a:pt x="2" y="11"/>
                      <a:pt x="2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4"/>
                      <a:pt x="0" y="14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56" name="Freeform 174">
                <a:extLst>
                  <a:ext uri="{FF2B5EF4-FFF2-40B4-BE49-F238E27FC236}">
                    <a16:creationId xmlns:a16="http://schemas.microsoft.com/office/drawing/2014/main" id="{D72E1C20-98EF-4101-945B-16C3D9340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771"/>
                <a:ext cx="142" cy="50"/>
              </a:xfrm>
              <a:custGeom>
                <a:avLst/>
                <a:gdLst>
                  <a:gd name="T0" fmla="*/ 12 w 57"/>
                  <a:gd name="T1" fmla="*/ 238 h 20"/>
                  <a:gd name="T2" fmla="*/ 229 w 57"/>
                  <a:gd name="T3" fmla="*/ 125 h 20"/>
                  <a:gd name="T4" fmla="*/ 416 w 57"/>
                  <a:gd name="T5" fmla="*/ 63 h 20"/>
                  <a:gd name="T6" fmla="*/ 433 w 57"/>
                  <a:gd name="T7" fmla="*/ 63 h 20"/>
                  <a:gd name="T8" fmla="*/ 433 w 57"/>
                  <a:gd name="T9" fmla="*/ 63 h 20"/>
                  <a:gd name="T10" fmla="*/ 633 w 57"/>
                  <a:gd name="T11" fmla="*/ 158 h 20"/>
                  <a:gd name="T12" fmla="*/ 850 w 57"/>
                  <a:gd name="T13" fmla="*/ 313 h 20"/>
                  <a:gd name="T14" fmla="*/ 882 w 57"/>
                  <a:gd name="T15" fmla="*/ 250 h 20"/>
                  <a:gd name="T16" fmla="*/ 850 w 57"/>
                  <a:gd name="T17" fmla="*/ 238 h 20"/>
                  <a:gd name="T18" fmla="*/ 837 w 57"/>
                  <a:gd name="T19" fmla="*/ 300 h 20"/>
                  <a:gd name="T20" fmla="*/ 850 w 57"/>
                  <a:gd name="T21" fmla="*/ 300 h 20"/>
                  <a:gd name="T22" fmla="*/ 869 w 57"/>
                  <a:gd name="T23" fmla="*/ 283 h 20"/>
                  <a:gd name="T24" fmla="*/ 882 w 57"/>
                  <a:gd name="T25" fmla="*/ 250 h 20"/>
                  <a:gd name="T26" fmla="*/ 665 w 57"/>
                  <a:gd name="T27" fmla="*/ 113 h 20"/>
                  <a:gd name="T28" fmla="*/ 433 w 57"/>
                  <a:gd name="T29" fmla="*/ 0 h 20"/>
                  <a:gd name="T30" fmla="*/ 433 w 57"/>
                  <a:gd name="T31" fmla="*/ 0 h 20"/>
                  <a:gd name="T32" fmla="*/ 433 w 57"/>
                  <a:gd name="T33" fmla="*/ 0 h 20"/>
                  <a:gd name="T34" fmla="*/ 416 w 57"/>
                  <a:gd name="T35" fmla="*/ 0 h 20"/>
                  <a:gd name="T36" fmla="*/ 199 w 57"/>
                  <a:gd name="T37" fmla="*/ 83 h 20"/>
                  <a:gd name="T38" fmla="*/ 0 w 57"/>
                  <a:gd name="T39" fmla="*/ 175 h 20"/>
                  <a:gd name="T40" fmla="*/ 12 w 57"/>
                  <a:gd name="T41" fmla="*/ 238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7" h="20">
                    <a:moveTo>
                      <a:pt x="1" y="15"/>
                    </a:moveTo>
                    <a:cubicBezTo>
                      <a:pt x="6" y="13"/>
                      <a:pt x="10" y="11"/>
                      <a:pt x="15" y="8"/>
                    </a:cubicBezTo>
                    <a:cubicBezTo>
                      <a:pt x="19" y="6"/>
                      <a:pt x="23" y="4"/>
                      <a:pt x="27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32" y="5"/>
                      <a:pt x="37" y="7"/>
                      <a:pt x="41" y="10"/>
                    </a:cubicBezTo>
                    <a:cubicBezTo>
                      <a:pt x="45" y="14"/>
                      <a:pt x="50" y="18"/>
                      <a:pt x="55" y="20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7" y="16"/>
                      <a:pt x="56" y="15"/>
                      <a:pt x="55" y="15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4" y="19"/>
                      <a:pt x="54" y="19"/>
                      <a:pt x="55" y="19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2" y="14"/>
                      <a:pt x="48" y="11"/>
                      <a:pt x="43" y="7"/>
                    </a:cubicBezTo>
                    <a:cubicBezTo>
                      <a:pt x="39" y="4"/>
                      <a:pt x="34" y="1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2" y="0"/>
                      <a:pt x="17" y="3"/>
                      <a:pt x="13" y="5"/>
                    </a:cubicBezTo>
                    <a:cubicBezTo>
                      <a:pt x="8" y="7"/>
                      <a:pt x="4" y="10"/>
                      <a:pt x="0" y="11"/>
                    </a:cubicBezTo>
                    <a:cubicBezTo>
                      <a:pt x="1" y="15"/>
                      <a:pt x="1" y="15"/>
                      <a:pt x="1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57" name="Freeform 175">
                <a:extLst>
                  <a:ext uri="{FF2B5EF4-FFF2-40B4-BE49-F238E27FC236}">
                    <a16:creationId xmlns:a16="http://schemas.microsoft.com/office/drawing/2014/main" id="{1F23833A-8D41-474B-84B6-4867A5328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766"/>
                <a:ext cx="145" cy="45"/>
              </a:xfrm>
              <a:custGeom>
                <a:avLst/>
                <a:gdLst>
                  <a:gd name="T0" fmla="*/ 50 w 58"/>
                  <a:gd name="T1" fmla="*/ 283 h 18"/>
                  <a:gd name="T2" fmla="*/ 208 w 58"/>
                  <a:gd name="T3" fmla="*/ 145 h 18"/>
                  <a:gd name="T4" fmla="*/ 395 w 58"/>
                  <a:gd name="T5" fmla="*/ 63 h 18"/>
                  <a:gd name="T6" fmla="*/ 425 w 58"/>
                  <a:gd name="T7" fmla="*/ 63 h 18"/>
                  <a:gd name="T8" fmla="*/ 583 w 58"/>
                  <a:gd name="T9" fmla="*/ 125 h 18"/>
                  <a:gd name="T10" fmla="*/ 750 w 58"/>
                  <a:gd name="T11" fmla="*/ 188 h 18"/>
                  <a:gd name="T12" fmla="*/ 863 w 58"/>
                  <a:gd name="T13" fmla="*/ 283 h 18"/>
                  <a:gd name="T14" fmla="*/ 908 w 58"/>
                  <a:gd name="T15" fmla="*/ 238 h 18"/>
                  <a:gd name="T16" fmla="*/ 770 w 58"/>
                  <a:gd name="T17" fmla="*/ 145 h 18"/>
                  <a:gd name="T18" fmla="*/ 613 w 58"/>
                  <a:gd name="T19" fmla="*/ 63 h 18"/>
                  <a:gd name="T20" fmla="*/ 425 w 58"/>
                  <a:gd name="T21" fmla="*/ 0 h 18"/>
                  <a:gd name="T22" fmla="*/ 395 w 58"/>
                  <a:gd name="T23" fmla="*/ 0 h 18"/>
                  <a:gd name="T24" fmla="*/ 175 w 58"/>
                  <a:gd name="T25" fmla="*/ 95 h 18"/>
                  <a:gd name="T26" fmla="*/ 0 w 58"/>
                  <a:gd name="T27" fmla="*/ 238 h 18"/>
                  <a:gd name="T28" fmla="*/ 50 w 58"/>
                  <a:gd name="T29" fmla="*/ 283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8" h="18">
                    <a:moveTo>
                      <a:pt x="3" y="18"/>
                    </a:moveTo>
                    <a:cubicBezTo>
                      <a:pt x="5" y="15"/>
                      <a:pt x="9" y="12"/>
                      <a:pt x="13" y="9"/>
                    </a:cubicBezTo>
                    <a:cubicBezTo>
                      <a:pt x="18" y="7"/>
                      <a:pt x="22" y="5"/>
                      <a:pt x="25" y="4"/>
                    </a:cubicBezTo>
                    <a:cubicBezTo>
                      <a:pt x="26" y="4"/>
                      <a:pt x="26" y="4"/>
                      <a:pt x="27" y="4"/>
                    </a:cubicBezTo>
                    <a:cubicBezTo>
                      <a:pt x="30" y="4"/>
                      <a:pt x="34" y="6"/>
                      <a:pt x="37" y="8"/>
                    </a:cubicBezTo>
                    <a:cubicBezTo>
                      <a:pt x="40" y="9"/>
                      <a:pt x="44" y="11"/>
                      <a:pt x="48" y="12"/>
                    </a:cubicBezTo>
                    <a:cubicBezTo>
                      <a:pt x="51" y="14"/>
                      <a:pt x="54" y="16"/>
                      <a:pt x="55" y="18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6" y="12"/>
                      <a:pt x="53" y="10"/>
                      <a:pt x="49" y="9"/>
                    </a:cubicBezTo>
                    <a:cubicBezTo>
                      <a:pt x="46" y="7"/>
                      <a:pt x="42" y="6"/>
                      <a:pt x="39" y="4"/>
                    </a:cubicBezTo>
                    <a:cubicBezTo>
                      <a:pt x="35" y="3"/>
                      <a:pt x="31" y="0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1" y="1"/>
                      <a:pt x="16" y="3"/>
                      <a:pt x="11" y="6"/>
                    </a:cubicBezTo>
                    <a:cubicBezTo>
                      <a:pt x="7" y="9"/>
                      <a:pt x="3" y="12"/>
                      <a:pt x="0" y="15"/>
                    </a:cubicBezTo>
                    <a:cubicBezTo>
                      <a:pt x="3" y="18"/>
                      <a:pt x="3" y="18"/>
                      <a:pt x="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58" name="Freeform 176">
                <a:extLst>
                  <a:ext uri="{FF2B5EF4-FFF2-40B4-BE49-F238E27FC236}">
                    <a16:creationId xmlns:a16="http://schemas.microsoft.com/office/drawing/2014/main" id="{07AF5D64-F836-4AE1-A876-39151877D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768"/>
                <a:ext cx="142" cy="48"/>
              </a:xfrm>
              <a:custGeom>
                <a:avLst/>
                <a:gdLst>
                  <a:gd name="T0" fmla="*/ 12 w 57"/>
                  <a:gd name="T1" fmla="*/ 306 h 19"/>
                  <a:gd name="T2" fmla="*/ 478 w 57"/>
                  <a:gd name="T3" fmla="*/ 114 h 19"/>
                  <a:gd name="T4" fmla="*/ 528 w 57"/>
                  <a:gd name="T5" fmla="*/ 63 h 19"/>
                  <a:gd name="T6" fmla="*/ 541 w 57"/>
                  <a:gd name="T7" fmla="*/ 63 h 19"/>
                  <a:gd name="T8" fmla="*/ 541 w 57"/>
                  <a:gd name="T9" fmla="*/ 63 h 19"/>
                  <a:gd name="T10" fmla="*/ 590 w 57"/>
                  <a:gd name="T11" fmla="*/ 83 h 19"/>
                  <a:gd name="T12" fmla="*/ 725 w 57"/>
                  <a:gd name="T13" fmla="*/ 129 h 19"/>
                  <a:gd name="T14" fmla="*/ 837 w 57"/>
                  <a:gd name="T15" fmla="*/ 192 h 19"/>
                  <a:gd name="T16" fmla="*/ 882 w 57"/>
                  <a:gd name="T17" fmla="*/ 159 h 19"/>
                  <a:gd name="T18" fmla="*/ 745 w 57"/>
                  <a:gd name="T19" fmla="*/ 63 h 19"/>
                  <a:gd name="T20" fmla="*/ 603 w 57"/>
                  <a:gd name="T21" fmla="*/ 20 h 19"/>
                  <a:gd name="T22" fmla="*/ 541 w 57"/>
                  <a:gd name="T23" fmla="*/ 0 h 19"/>
                  <a:gd name="T24" fmla="*/ 508 w 57"/>
                  <a:gd name="T25" fmla="*/ 0 h 19"/>
                  <a:gd name="T26" fmla="*/ 478 w 57"/>
                  <a:gd name="T27" fmla="*/ 33 h 19"/>
                  <a:gd name="T28" fmla="*/ 446 w 57"/>
                  <a:gd name="T29" fmla="*/ 51 h 19"/>
                  <a:gd name="T30" fmla="*/ 0 w 57"/>
                  <a:gd name="T31" fmla="*/ 255 h 19"/>
                  <a:gd name="T32" fmla="*/ 12 w 57"/>
                  <a:gd name="T33" fmla="*/ 306 h 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" h="19">
                    <a:moveTo>
                      <a:pt x="1" y="19"/>
                    </a:moveTo>
                    <a:cubicBezTo>
                      <a:pt x="11" y="17"/>
                      <a:pt x="22" y="12"/>
                      <a:pt x="31" y="7"/>
                    </a:cubicBezTo>
                    <a:cubicBezTo>
                      <a:pt x="33" y="6"/>
                      <a:pt x="34" y="5"/>
                      <a:pt x="34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6" y="4"/>
                      <a:pt x="38" y="5"/>
                    </a:cubicBezTo>
                    <a:cubicBezTo>
                      <a:pt x="40" y="6"/>
                      <a:pt x="44" y="7"/>
                      <a:pt x="47" y="8"/>
                    </a:cubicBezTo>
                    <a:cubicBezTo>
                      <a:pt x="50" y="9"/>
                      <a:pt x="53" y="11"/>
                      <a:pt x="54" y="12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8"/>
                      <a:pt x="52" y="6"/>
                      <a:pt x="48" y="4"/>
                    </a:cubicBezTo>
                    <a:cubicBezTo>
                      <a:pt x="45" y="3"/>
                      <a:pt x="42" y="2"/>
                      <a:pt x="39" y="1"/>
                    </a:cubicBezTo>
                    <a:cubicBezTo>
                      <a:pt x="37" y="0"/>
                      <a:pt x="36" y="0"/>
                      <a:pt x="35" y="0"/>
                    </a:cubicBezTo>
                    <a:cubicBezTo>
                      <a:pt x="34" y="0"/>
                      <a:pt x="33" y="0"/>
                      <a:pt x="33" y="0"/>
                    </a:cubicBezTo>
                    <a:cubicBezTo>
                      <a:pt x="32" y="1"/>
                      <a:pt x="32" y="1"/>
                      <a:pt x="31" y="2"/>
                    </a:cubicBezTo>
                    <a:cubicBezTo>
                      <a:pt x="31" y="2"/>
                      <a:pt x="30" y="3"/>
                      <a:pt x="29" y="3"/>
                    </a:cubicBezTo>
                    <a:cubicBezTo>
                      <a:pt x="21" y="8"/>
                      <a:pt x="9" y="13"/>
                      <a:pt x="0" y="16"/>
                    </a:cubicBezTo>
                    <a:lnTo>
                      <a:pt x="1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59" name="Freeform 177">
                <a:extLst>
                  <a:ext uri="{FF2B5EF4-FFF2-40B4-BE49-F238E27FC236}">
                    <a16:creationId xmlns:a16="http://schemas.microsoft.com/office/drawing/2014/main" id="{8DC6D484-28C5-4C25-BB1E-DD0E194A1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766"/>
                <a:ext cx="120" cy="35"/>
              </a:xfrm>
              <a:custGeom>
                <a:avLst/>
                <a:gdLst>
                  <a:gd name="T0" fmla="*/ 33 w 48"/>
                  <a:gd name="T1" fmla="*/ 208 h 14"/>
                  <a:gd name="T2" fmla="*/ 208 w 48"/>
                  <a:gd name="T3" fmla="*/ 113 h 14"/>
                  <a:gd name="T4" fmla="*/ 270 w 48"/>
                  <a:gd name="T5" fmla="*/ 83 h 14"/>
                  <a:gd name="T6" fmla="*/ 333 w 48"/>
                  <a:gd name="T7" fmla="*/ 63 h 14"/>
                  <a:gd name="T8" fmla="*/ 333 w 48"/>
                  <a:gd name="T9" fmla="*/ 63 h 14"/>
                  <a:gd name="T10" fmla="*/ 333 w 48"/>
                  <a:gd name="T11" fmla="*/ 63 h 14"/>
                  <a:gd name="T12" fmla="*/ 333 w 48"/>
                  <a:gd name="T13" fmla="*/ 33 h 14"/>
                  <a:gd name="T14" fmla="*/ 333 w 48"/>
                  <a:gd name="T15" fmla="*/ 63 h 14"/>
                  <a:gd name="T16" fmla="*/ 333 w 48"/>
                  <a:gd name="T17" fmla="*/ 63 h 14"/>
                  <a:gd name="T18" fmla="*/ 333 w 48"/>
                  <a:gd name="T19" fmla="*/ 33 h 14"/>
                  <a:gd name="T20" fmla="*/ 333 w 48"/>
                  <a:gd name="T21" fmla="*/ 63 h 14"/>
                  <a:gd name="T22" fmla="*/ 425 w 48"/>
                  <a:gd name="T23" fmla="*/ 83 h 14"/>
                  <a:gd name="T24" fmla="*/ 595 w 48"/>
                  <a:gd name="T25" fmla="*/ 145 h 14"/>
                  <a:gd name="T26" fmla="*/ 675 w 48"/>
                  <a:gd name="T27" fmla="*/ 188 h 14"/>
                  <a:gd name="T28" fmla="*/ 708 w 48"/>
                  <a:gd name="T29" fmla="*/ 220 h 14"/>
                  <a:gd name="T30" fmla="*/ 750 w 48"/>
                  <a:gd name="T31" fmla="*/ 175 h 14"/>
                  <a:gd name="T32" fmla="*/ 675 w 48"/>
                  <a:gd name="T33" fmla="*/ 113 h 14"/>
                  <a:gd name="T34" fmla="*/ 500 w 48"/>
                  <a:gd name="T35" fmla="*/ 33 h 14"/>
                  <a:gd name="T36" fmla="*/ 408 w 48"/>
                  <a:gd name="T37" fmla="*/ 20 h 14"/>
                  <a:gd name="T38" fmla="*/ 333 w 48"/>
                  <a:gd name="T39" fmla="*/ 0 h 14"/>
                  <a:gd name="T40" fmla="*/ 333 w 48"/>
                  <a:gd name="T41" fmla="*/ 0 h 14"/>
                  <a:gd name="T42" fmla="*/ 333 w 48"/>
                  <a:gd name="T43" fmla="*/ 33 h 14"/>
                  <a:gd name="T44" fmla="*/ 333 w 48"/>
                  <a:gd name="T45" fmla="*/ 0 h 14"/>
                  <a:gd name="T46" fmla="*/ 250 w 48"/>
                  <a:gd name="T47" fmla="*/ 20 h 14"/>
                  <a:gd name="T48" fmla="*/ 175 w 48"/>
                  <a:gd name="T49" fmla="*/ 63 h 14"/>
                  <a:gd name="T50" fmla="*/ 0 w 48"/>
                  <a:gd name="T51" fmla="*/ 158 h 14"/>
                  <a:gd name="T52" fmla="*/ 33 w 48"/>
                  <a:gd name="T53" fmla="*/ 208 h 1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8" h="14">
                    <a:moveTo>
                      <a:pt x="2" y="13"/>
                    </a:moveTo>
                    <a:cubicBezTo>
                      <a:pt x="6" y="11"/>
                      <a:pt x="9" y="10"/>
                      <a:pt x="13" y="7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9" y="4"/>
                      <a:pt x="20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4" y="4"/>
                      <a:pt x="27" y="5"/>
                    </a:cubicBezTo>
                    <a:cubicBezTo>
                      <a:pt x="30" y="6"/>
                      <a:pt x="34" y="8"/>
                      <a:pt x="38" y="9"/>
                    </a:cubicBezTo>
                    <a:cubicBezTo>
                      <a:pt x="40" y="10"/>
                      <a:pt x="41" y="11"/>
                      <a:pt x="43" y="12"/>
                    </a:cubicBezTo>
                    <a:cubicBezTo>
                      <a:pt x="44" y="13"/>
                      <a:pt x="45" y="13"/>
                      <a:pt x="45" y="14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7" y="10"/>
                      <a:pt x="45" y="9"/>
                      <a:pt x="43" y="7"/>
                    </a:cubicBezTo>
                    <a:cubicBezTo>
                      <a:pt x="40" y="6"/>
                      <a:pt x="36" y="4"/>
                      <a:pt x="32" y="2"/>
                    </a:cubicBezTo>
                    <a:cubicBezTo>
                      <a:pt x="30" y="2"/>
                      <a:pt x="28" y="1"/>
                      <a:pt x="26" y="1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7" y="1"/>
                      <a:pt x="16" y="1"/>
                    </a:cubicBezTo>
                    <a:cubicBezTo>
                      <a:pt x="14" y="2"/>
                      <a:pt x="12" y="3"/>
                      <a:pt x="11" y="4"/>
                    </a:cubicBezTo>
                    <a:cubicBezTo>
                      <a:pt x="8" y="6"/>
                      <a:pt x="4" y="8"/>
                      <a:pt x="0" y="10"/>
                    </a:cubicBez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60" name="Freeform 178">
                <a:extLst>
                  <a:ext uri="{FF2B5EF4-FFF2-40B4-BE49-F238E27FC236}">
                    <a16:creationId xmlns:a16="http://schemas.microsoft.com/office/drawing/2014/main" id="{C90A185E-2B9C-401C-9BFC-5AFEC46D2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768"/>
                <a:ext cx="107" cy="28"/>
              </a:xfrm>
              <a:custGeom>
                <a:avLst/>
                <a:gdLst>
                  <a:gd name="T0" fmla="*/ 42 w 43"/>
                  <a:gd name="T1" fmla="*/ 181 h 11"/>
                  <a:gd name="T2" fmla="*/ 341 w 43"/>
                  <a:gd name="T3" fmla="*/ 64 h 11"/>
                  <a:gd name="T4" fmla="*/ 632 w 43"/>
                  <a:gd name="T5" fmla="*/ 163 h 11"/>
                  <a:gd name="T6" fmla="*/ 662 w 43"/>
                  <a:gd name="T7" fmla="*/ 97 h 11"/>
                  <a:gd name="T8" fmla="*/ 341 w 43"/>
                  <a:gd name="T9" fmla="*/ 0 h 11"/>
                  <a:gd name="T10" fmla="*/ 0 w 43"/>
                  <a:gd name="T11" fmla="*/ 130 h 11"/>
                  <a:gd name="T12" fmla="*/ 42 w 43"/>
                  <a:gd name="T13" fmla="*/ 18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1">
                    <a:moveTo>
                      <a:pt x="3" y="11"/>
                    </a:moveTo>
                    <a:cubicBezTo>
                      <a:pt x="8" y="6"/>
                      <a:pt x="15" y="4"/>
                      <a:pt x="22" y="4"/>
                    </a:cubicBezTo>
                    <a:cubicBezTo>
                      <a:pt x="28" y="4"/>
                      <a:pt x="35" y="6"/>
                      <a:pt x="41" y="10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37" y="2"/>
                      <a:pt x="29" y="0"/>
                      <a:pt x="22" y="0"/>
                    </a:cubicBezTo>
                    <a:cubicBezTo>
                      <a:pt x="14" y="0"/>
                      <a:pt x="6" y="2"/>
                      <a:pt x="0" y="8"/>
                    </a:cubicBez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61" name="Freeform 179">
                <a:extLst>
                  <a:ext uri="{FF2B5EF4-FFF2-40B4-BE49-F238E27FC236}">
                    <a16:creationId xmlns:a16="http://schemas.microsoft.com/office/drawing/2014/main" id="{608B883D-70D8-4EE2-A266-970F12EB3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771"/>
                <a:ext cx="75" cy="22"/>
              </a:xfrm>
              <a:custGeom>
                <a:avLst/>
                <a:gdLst>
                  <a:gd name="T0" fmla="*/ 50 w 30"/>
                  <a:gd name="T1" fmla="*/ 132 h 9"/>
                  <a:gd name="T2" fmla="*/ 158 w 30"/>
                  <a:gd name="T3" fmla="*/ 71 h 9"/>
                  <a:gd name="T4" fmla="*/ 300 w 30"/>
                  <a:gd name="T5" fmla="*/ 59 h 9"/>
                  <a:gd name="T6" fmla="*/ 438 w 30"/>
                  <a:gd name="T7" fmla="*/ 90 h 9"/>
                  <a:gd name="T8" fmla="*/ 470 w 30"/>
                  <a:gd name="T9" fmla="*/ 42 h 9"/>
                  <a:gd name="T10" fmla="*/ 300 w 30"/>
                  <a:gd name="T11" fmla="*/ 0 h 9"/>
                  <a:gd name="T12" fmla="*/ 145 w 30"/>
                  <a:gd name="T13" fmla="*/ 12 h 9"/>
                  <a:gd name="T14" fmla="*/ 0 w 30"/>
                  <a:gd name="T15" fmla="*/ 103 h 9"/>
                  <a:gd name="T16" fmla="*/ 50 w 30"/>
                  <a:gd name="T17" fmla="*/ 132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9">
                    <a:moveTo>
                      <a:pt x="3" y="9"/>
                    </a:moveTo>
                    <a:cubicBezTo>
                      <a:pt x="5" y="8"/>
                      <a:pt x="7" y="6"/>
                      <a:pt x="10" y="5"/>
                    </a:cubicBezTo>
                    <a:cubicBezTo>
                      <a:pt x="13" y="4"/>
                      <a:pt x="16" y="4"/>
                      <a:pt x="19" y="4"/>
                    </a:cubicBezTo>
                    <a:cubicBezTo>
                      <a:pt x="23" y="3"/>
                      <a:pt x="26" y="4"/>
                      <a:pt x="28" y="6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7" y="0"/>
                      <a:pt x="23" y="0"/>
                      <a:pt x="19" y="0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5" y="3"/>
                      <a:pt x="2" y="4"/>
                      <a:pt x="0" y="7"/>
                    </a:cubicBez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62" name="Freeform 180">
                <a:extLst>
                  <a:ext uri="{FF2B5EF4-FFF2-40B4-BE49-F238E27FC236}">
                    <a16:creationId xmlns:a16="http://schemas.microsoft.com/office/drawing/2014/main" id="{F12E90DB-9309-4865-98EE-E66F88F36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140"/>
                <a:ext cx="3687" cy="100"/>
              </a:xfrm>
              <a:custGeom>
                <a:avLst/>
                <a:gdLst>
                  <a:gd name="T0" fmla="*/ 700 w 1475"/>
                  <a:gd name="T1" fmla="*/ 408 h 40"/>
                  <a:gd name="T2" fmla="*/ 1762 w 1475"/>
                  <a:gd name="T3" fmla="*/ 220 h 40"/>
                  <a:gd name="T4" fmla="*/ 2450 w 1475"/>
                  <a:gd name="T5" fmla="*/ 458 h 40"/>
                  <a:gd name="T6" fmla="*/ 3105 w 1475"/>
                  <a:gd name="T7" fmla="*/ 425 h 40"/>
                  <a:gd name="T8" fmla="*/ 3687 w 1475"/>
                  <a:gd name="T9" fmla="*/ 83 h 40"/>
                  <a:gd name="T10" fmla="*/ 4699 w 1475"/>
                  <a:gd name="T11" fmla="*/ 113 h 40"/>
                  <a:gd name="T12" fmla="*/ 5467 w 1475"/>
                  <a:gd name="T13" fmla="*/ 175 h 40"/>
                  <a:gd name="T14" fmla="*/ 6217 w 1475"/>
                  <a:gd name="T15" fmla="*/ 395 h 40"/>
                  <a:gd name="T16" fmla="*/ 6937 w 1475"/>
                  <a:gd name="T17" fmla="*/ 500 h 40"/>
                  <a:gd name="T18" fmla="*/ 7729 w 1475"/>
                  <a:gd name="T19" fmla="*/ 250 h 40"/>
                  <a:gd name="T20" fmla="*/ 8499 w 1475"/>
                  <a:gd name="T21" fmla="*/ 208 h 40"/>
                  <a:gd name="T22" fmla="*/ 9541 w 1475"/>
                  <a:gd name="T23" fmla="*/ 175 h 40"/>
                  <a:gd name="T24" fmla="*/ 10591 w 1475"/>
                  <a:gd name="T25" fmla="*/ 208 h 40"/>
                  <a:gd name="T26" fmla="*/ 11558 w 1475"/>
                  <a:gd name="T27" fmla="*/ 145 h 40"/>
                  <a:gd name="T28" fmla="*/ 12353 w 1475"/>
                  <a:gd name="T29" fmla="*/ 125 h 40"/>
                  <a:gd name="T30" fmla="*/ 12853 w 1475"/>
                  <a:gd name="T31" fmla="*/ 470 h 40"/>
                  <a:gd name="T32" fmla="*/ 13353 w 1475"/>
                  <a:gd name="T33" fmla="*/ 125 h 40"/>
                  <a:gd name="T34" fmla="*/ 14166 w 1475"/>
                  <a:gd name="T35" fmla="*/ 250 h 40"/>
                  <a:gd name="T36" fmla="*/ 14933 w 1475"/>
                  <a:gd name="T37" fmla="*/ 395 h 40"/>
                  <a:gd name="T38" fmla="*/ 15715 w 1475"/>
                  <a:gd name="T39" fmla="*/ 438 h 40"/>
                  <a:gd name="T40" fmla="*/ 16558 w 1475"/>
                  <a:gd name="T41" fmla="*/ 375 h 40"/>
                  <a:gd name="T42" fmla="*/ 17228 w 1475"/>
                  <a:gd name="T43" fmla="*/ 125 h 40"/>
                  <a:gd name="T44" fmla="*/ 18058 w 1475"/>
                  <a:gd name="T45" fmla="*/ 220 h 40"/>
                  <a:gd name="T46" fmla="*/ 18600 w 1475"/>
                  <a:gd name="T47" fmla="*/ 458 h 40"/>
                  <a:gd name="T48" fmla="*/ 19632 w 1475"/>
                  <a:gd name="T49" fmla="*/ 458 h 40"/>
                  <a:gd name="T50" fmla="*/ 20400 w 1475"/>
                  <a:gd name="T51" fmla="*/ 300 h 40"/>
                  <a:gd name="T52" fmla="*/ 21120 w 1475"/>
                  <a:gd name="T53" fmla="*/ 363 h 40"/>
                  <a:gd name="T54" fmla="*/ 21525 w 1475"/>
                  <a:gd name="T55" fmla="*/ 533 h 40"/>
                  <a:gd name="T56" fmla="*/ 21525 w 1475"/>
                  <a:gd name="T57" fmla="*/ 550 h 40"/>
                  <a:gd name="T58" fmla="*/ 21682 w 1475"/>
                  <a:gd name="T59" fmla="*/ 425 h 40"/>
                  <a:gd name="T60" fmla="*/ 21695 w 1475"/>
                  <a:gd name="T61" fmla="*/ 425 h 40"/>
                  <a:gd name="T62" fmla="*/ 22494 w 1475"/>
                  <a:gd name="T63" fmla="*/ 345 h 40"/>
                  <a:gd name="T64" fmla="*/ 22557 w 1475"/>
                  <a:gd name="T65" fmla="*/ 283 h 40"/>
                  <a:gd name="T66" fmla="*/ 21775 w 1475"/>
                  <a:gd name="T67" fmla="*/ 375 h 40"/>
                  <a:gd name="T68" fmla="*/ 21475 w 1475"/>
                  <a:gd name="T69" fmla="*/ 500 h 40"/>
                  <a:gd name="T70" fmla="*/ 21495 w 1475"/>
                  <a:gd name="T71" fmla="*/ 533 h 40"/>
                  <a:gd name="T72" fmla="*/ 20725 w 1475"/>
                  <a:gd name="T73" fmla="*/ 470 h 40"/>
                  <a:gd name="T74" fmla="*/ 19932 w 1475"/>
                  <a:gd name="T75" fmla="*/ 363 h 40"/>
                  <a:gd name="T76" fmla="*/ 19037 w 1475"/>
                  <a:gd name="T77" fmla="*/ 145 h 40"/>
                  <a:gd name="T78" fmla="*/ 18507 w 1475"/>
                  <a:gd name="T79" fmla="*/ 363 h 40"/>
                  <a:gd name="T80" fmla="*/ 17745 w 1475"/>
                  <a:gd name="T81" fmla="*/ 300 h 40"/>
                  <a:gd name="T82" fmla="*/ 16840 w 1475"/>
                  <a:gd name="T83" fmla="*/ 333 h 40"/>
                  <a:gd name="T84" fmla="*/ 16195 w 1475"/>
                  <a:gd name="T85" fmla="*/ 83 h 40"/>
                  <a:gd name="T86" fmla="*/ 15370 w 1475"/>
                  <a:gd name="T87" fmla="*/ 125 h 40"/>
                  <a:gd name="T88" fmla="*/ 14541 w 1475"/>
                  <a:gd name="T89" fmla="*/ 238 h 40"/>
                  <a:gd name="T90" fmla="*/ 13853 w 1475"/>
                  <a:gd name="T91" fmla="*/ 425 h 40"/>
                  <a:gd name="T92" fmla="*/ 13353 w 1475"/>
                  <a:gd name="T93" fmla="*/ 63 h 40"/>
                  <a:gd name="T94" fmla="*/ 12746 w 1475"/>
                  <a:gd name="T95" fmla="*/ 363 h 40"/>
                  <a:gd name="T96" fmla="*/ 12196 w 1475"/>
                  <a:gd name="T97" fmla="*/ 270 h 40"/>
                  <a:gd name="T98" fmla="*/ 11496 w 1475"/>
                  <a:gd name="T99" fmla="*/ 95 h 40"/>
                  <a:gd name="T100" fmla="*/ 10559 w 1475"/>
                  <a:gd name="T101" fmla="*/ 125 h 40"/>
                  <a:gd name="T102" fmla="*/ 9446 w 1475"/>
                  <a:gd name="T103" fmla="*/ 83 h 40"/>
                  <a:gd name="T104" fmla="*/ 8511 w 1475"/>
                  <a:gd name="T105" fmla="*/ 145 h 40"/>
                  <a:gd name="T106" fmla="*/ 7729 w 1475"/>
                  <a:gd name="T107" fmla="*/ 158 h 40"/>
                  <a:gd name="T108" fmla="*/ 6937 w 1475"/>
                  <a:gd name="T109" fmla="*/ 425 h 40"/>
                  <a:gd name="T110" fmla="*/ 6187 w 1475"/>
                  <a:gd name="T111" fmla="*/ 333 h 40"/>
                  <a:gd name="T112" fmla="*/ 5437 w 1475"/>
                  <a:gd name="T113" fmla="*/ 113 h 40"/>
                  <a:gd name="T114" fmla="*/ 4699 w 1475"/>
                  <a:gd name="T115" fmla="*/ 50 h 40"/>
                  <a:gd name="T116" fmla="*/ 3729 w 1475"/>
                  <a:gd name="T117" fmla="*/ 33 h 40"/>
                  <a:gd name="T118" fmla="*/ 3105 w 1475"/>
                  <a:gd name="T119" fmla="*/ 345 h 40"/>
                  <a:gd name="T120" fmla="*/ 2375 w 1475"/>
                  <a:gd name="T121" fmla="*/ 425 h 40"/>
                  <a:gd name="T122" fmla="*/ 1312 w 1475"/>
                  <a:gd name="T123" fmla="*/ 458 h 40"/>
                  <a:gd name="T124" fmla="*/ 562 w 1475"/>
                  <a:gd name="T125" fmla="*/ 438 h 4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475" h="40">
                    <a:moveTo>
                      <a:pt x="0" y="26"/>
                    </a:moveTo>
                    <a:cubicBezTo>
                      <a:pt x="1" y="27"/>
                      <a:pt x="2" y="28"/>
                      <a:pt x="4" y="29"/>
                    </a:cubicBezTo>
                    <a:cubicBezTo>
                      <a:pt x="6" y="31"/>
                      <a:pt x="9" y="33"/>
                      <a:pt x="12" y="35"/>
                    </a:cubicBezTo>
                    <a:cubicBezTo>
                      <a:pt x="16" y="37"/>
                      <a:pt x="19" y="39"/>
                      <a:pt x="23" y="39"/>
                    </a:cubicBezTo>
                    <a:cubicBezTo>
                      <a:pt x="25" y="39"/>
                      <a:pt x="27" y="38"/>
                      <a:pt x="29" y="38"/>
                    </a:cubicBezTo>
                    <a:cubicBezTo>
                      <a:pt x="35" y="35"/>
                      <a:pt x="39" y="32"/>
                      <a:pt x="41" y="29"/>
                    </a:cubicBezTo>
                    <a:cubicBezTo>
                      <a:pt x="43" y="28"/>
                      <a:pt x="44" y="27"/>
                      <a:pt x="45" y="26"/>
                    </a:cubicBezTo>
                    <a:cubicBezTo>
                      <a:pt x="46" y="26"/>
                      <a:pt x="47" y="25"/>
                      <a:pt x="48" y="25"/>
                    </a:cubicBezTo>
                    <a:cubicBezTo>
                      <a:pt x="50" y="25"/>
                      <a:pt x="53" y="26"/>
                      <a:pt x="58" y="30"/>
                    </a:cubicBezTo>
                    <a:cubicBezTo>
                      <a:pt x="61" y="32"/>
                      <a:pt x="64" y="34"/>
                      <a:pt x="67" y="36"/>
                    </a:cubicBezTo>
                    <a:cubicBezTo>
                      <a:pt x="69" y="37"/>
                      <a:pt x="71" y="38"/>
                      <a:pt x="74" y="38"/>
                    </a:cubicBezTo>
                    <a:cubicBezTo>
                      <a:pt x="76" y="38"/>
                      <a:pt x="78" y="38"/>
                      <a:pt x="80" y="37"/>
                    </a:cubicBezTo>
                    <a:cubicBezTo>
                      <a:pt x="82" y="36"/>
                      <a:pt x="84" y="35"/>
                      <a:pt x="87" y="33"/>
                    </a:cubicBezTo>
                    <a:cubicBezTo>
                      <a:pt x="96" y="27"/>
                      <a:pt x="104" y="21"/>
                      <a:pt x="113" y="14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111" y="14"/>
                      <a:pt x="111" y="14"/>
                      <a:pt x="111" y="14"/>
                    </a:cubicBezTo>
                    <a:cubicBezTo>
                      <a:pt x="114" y="17"/>
                      <a:pt x="120" y="21"/>
                      <a:pt x="127" y="25"/>
                    </a:cubicBezTo>
                    <a:cubicBezTo>
                      <a:pt x="130" y="27"/>
                      <a:pt x="134" y="29"/>
                      <a:pt x="137" y="31"/>
                    </a:cubicBezTo>
                    <a:cubicBezTo>
                      <a:pt x="140" y="32"/>
                      <a:pt x="143" y="33"/>
                      <a:pt x="146" y="33"/>
                    </a:cubicBezTo>
                    <a:cubicBezTo>
                      <a:pt x="146" y="33"/>
                      <a:pt x="146" y="33"/>
                      <a:pt x="146" y="33"/>
                    </a:cubicBezTo>
                    <a:cubicBezTo>
                      <a:pt x="150" y="33"/>
                      <a:pt x="154" y="31"/>
                      <a:pt x="157" y="29"/>
                    </a:cubicBezTo>
                    <a:cubicBezTo>
                      <a:pt x="161" y="26"/>
                      <a:pt x="165" y="21"/>
                      <a:pt x="168" y="17"/>
                    </a:cubicBezTo>
                    <a:cubicBezTo>
                      <a:pt x="170" y="15"/>
                      <a:pt x="171" y="13"/>
                      <a:pt x="173" y="12"/>
                    </a:cubicBezTo>
                    <a:cubicBezTo>
                      <a:pt x="174" y="11"/>
                      <a:pt x="176" y="11"/>
                      <a:pt x="177" y="10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80" y="10"/>
                      <a:pt x="182" y="11"/>
                      <a:pt x="184" y="13"/>
                    </a:cubicBezTo>
                    <a:cubicBezTo>
                      <a:pt x="187" y="15"/>
                      <a:pt x="190" y="19"/>
                      <a:pt x="193" y="22"/>
                    </a:cubicBezTo>
                    <a:cubicBezTo>
                      <a:pt x="195" y="24"/>
                      <a:pt x="197" y="26"/>
                      <a:pt x="199" y="27"/>
                    </a:cubicBezTo>
                    <a:cubicBezTo>
                      <a:pt x="201" y="28"/>
                      <a:pt x="203" y="29"/>
                      <a:pt x="206" y="29"/>
                    </a:cubicBezTo>
                    <a:cubicBezTo>
                      <a:pt x="207" y="29"/>
                      <a:pt x="207" y="29"/>
                      <a:pt x="208" y="29"/>
                    </a:cubicBezTo>
                    <a:cubicBezTo>
                      <a:pt x="210" y="28"/>
                      <a:pt x="213" y="27"/>
                      <a:pt x="216" y="26"/>
                    </a:cubicBezTo>
                    <a:cubicBezTo>
                      <a:pt x="221" y="23"/>
                      <a:pt x="226" y="20"/>
                      <a:pt x="230" y="16"/>
                    </a:cubicBezTo>
                    <a:cubicBezTo>
                      <a:pt x="234" y="12"/>
                      <a:pt x="237" y="8"/>
                      <a:pt x="239" y="4"/>
                    </a:cubicBezTo>
                    <a:cubicBezTo>
                      <a:pt x="237" y="3"/>
                      <a:pt x="237" y="3"/>
                      <a:pt x="237" y="3"/>
                    </a:cubicBezTo>
                    <a:cubicBezTo>
                      <a:pt x="236" y="5"/>
                      <a:pt x="236" y="5"/>
                      <a:pt x="236" y="5"/>
                    </a:cubicBezTo>
                    <a:cubicBezTo>
                      <a:pt x="240" y="8"/>
                      <a:pt x="246" y="13"/>
                      <a:pt x="252" y="16"/>
                    </a:cubicBezTo>
                    <a:cubicBezTo>
                      <a:pt x="258" y="20"/>
                      <a:pt x="264" y="23"/>
                      <a:pt x="269" y="24"/>
                    </a:cubicBezTo>
                    <a:cubicBezTo>
                      <a:pt x="271" y="24"/>
                      <a:pt x="272" y="24"/>
                      <a:pt x="273" y="24"/>
                    </a:cubicBezTo>
                    <a:cubicBezTo>
                      <a:pt x="277" y="24"/>
                      <a:pt x="280" y="23"/>
                      <a:pt x="282" y="22"/>
                    </a:cubicBezTo>
                    <a:cubicBezTo>
                      <a:pt x="286" y="19"/>
                      <a:pt x="288" y="16"/>
                      <a:pt x="291" y="13"/>
                    </a:cubicBezTo>
                    <a:cubicBezTo>
                      <a:pt x="294" y="10"/>
                      <a:pt x="296" y="8"/>
                      <a:pt x="300" y="7"/>
                    </a:cubicBezTo>
                    <a:cubicBezTo>
                      <a:pt x="301" y="7"/>
                      <a:pt x="301" y="7"/>
                      <a:pt x="301" y="7"/>
                    </a:cubicBezTo>
                    <a:cubicBezTo>
                      <a:pt x="303" y="7"/>
                      <a:pt x="305" y="8"/>
                      <a:pt x="306" y="10"/>
                    </a:cubicBezTo>
                    <a:cubicBezTo>
                      <a:pt x="309" y="12"/>
                      <a:pt x="313" y="16"/>
                      <a:pt x="316" y="19"/>
                    </a:cubicBezTo>
                    <a:cubicBezTo>
                      <a:pt x="317" y="20"/>
                      <a:pt x="319" y="22"/>
                      <a:pt x="321" y="23"/>
                    </a:cubicBezTo>
                    <a:cubicBezTo>
                      <a:pt x="323" y="24"/>
                      <a:pt x="325" y="25"/>
                      <a:pt x="328" y="25"/>
                    </a:cubicBezTo>
                    <a:cubicBezTo>
                      <a:pt x="328" y="25"/>
                      <a:pt x="329" y="25"/>
                      <a:pt x="329" y="25"/>
                    </a:cubicBezTo>
                    <a:cubicBezTo>
                      <a:pt x="334" y="24"/>
                      <a:pt x="338" y="21"/>
                      <a:pt x="341" y="18"/>
                    </a:cubicBezTo>
                    <a:cubicBezTo>
                      <a:pt x="344" y="16"/>
                      <a:pt x="347" y="13"/>
                      <a:pt x="350" y="11"/>
                    </a:cubicBezTo>
                    <a:cubicBezTo>
                      <a:pt x="353" y="10"/>
                      <a:pt x="355" y="10"/>
                      <a:pt x="357" y="10"/>
                    </a:cubicBezTo>
                    <a:cubicBezTo>
                      <a:pt x="359" y="10"/>
                      <a:pt x="361" y="10"/>
                      <a:pt x="363" y="11"/>
                    </a:cubicBezTo>
                    <a:cubicBezTo>
                      <a:pt x="366" y="12"/>
                      <a:pt x="369" y="14"/>
                      <a:pt x="372" y="16"/>
                    </a:cubicBezTo>
                    <a:cubicBezTo>
                      <a:pt x="374" y="17"/>
                      <a:pt x="376" y="19"/>
                      <a:pt x="379" y="22"/>
                    </a:cubicBezTo>
                    <a:cubicBezTo>
                      <a:pt x="381" y="24"/>
                      <a:pt x="384" y="26"/>
                      <a:pt x="387" y="27"/>
                    </a:cubicBezTo>
                    <a:cubicBezTo>
                      <a:pt x="388" y="27"/>
                      <a:pt x="389" y="27"/>
                      <a:pt x="390" y="27"/>
                    </a:cubicBezTo>
                    <a:cubicBezTo>
                      <a:pt x="393" y="27"/>
                      <a:pt x="396" y="26"/>
                      <a:pt x="398" y="25"/>
                    </a:cubicBezTo>
                    <a:cubicBezTo>
                      <a:pt x="402" y="23"/>
                      <a:pt x="405" y="19"/>
                      <a:pt x="408" y="16"/>
                    </a:cubicBezTo>
                    <a:cubicBezTo>
                      <a:pt x="411" y="13"/>
                      <a:pt x="414" y="9"/>
                      <a:pt x="416" y="7"/>
                    </a:cubicBezTo>
                    <a:cubicBezTo>
                      <a:pt x="415" y="5"/>
                      <a:pt x="415" y="5"/>
                      <a:pt x="415" y="5"/>
                    </a:cubicBezTo>
                    <a:cubicBezTo>
                      <a:pt x="413" y="7"/>
                      <a:pt x="413" y="7"/>
                      <a:pt x="413" y="7"/>
                    </a:cubicBezTo>
                    <a:cubicBezTo>
                      <a:pt x="417" y="10"/>
                      <a:pt x="422" y="15"/>
                      <a:pt x="428" y="21"/>
                    </a:cubicBezTo>
                    <a:cubicBezTo>
                      <a:pt x="430" y="23"/>
                      <a:pt x="433" y="26"/>
                      <a:pt x="436" y="28"/>
                    </a:cubicBezTo>
                    <a:cubicBezTo>
                      <a:pt x="439" y="30"/>
                      <a:pt x="441" y="31"/>
                      <a:pt x="444" y="32"/>
                    </a:cubicBezTo>
                    <a:cubicBezTo>
                      <a:pt x="444" y="32"/>
                      <a:pt x="445" y="32"/>
                      <a:pt x="446" y="32"/>
                    </a:cubicBezTo>
                    <a:cubicBezTo>
                      <a:pt x="449" y="32"/>
                      <a:pt x="452" y="30"/>
                      <a:pt x="454" y="29"/>
                    </a:cubicBezTo>
                    <a:cubicBezTo>
                      <a:pt x="458" y="26"/>
                      <a:pt x="462" y="22"/>
                      <a:pt x="466" y="18"/>
                    </a:cubicBezTo>
                    <a:cubicBezTo>
                      <a:pt x="469" y="15"/>
                      <a:pt x="472" y="11"/>
                      <a:pt x="475" y="10"/>
                    </a:cubicBezTo>
                    <a:cubicBezTo>
                      <a:pt x="477" y="9"/>
                      <a:pt x="478" y="8"/>
                      <a:pt x="480" y="8"/>
                    </a:cubicBezTo>
                    <a:cubicBezTo>
                      <a:pt x="482" y="8"/>
                      <a:pt x="484" y="9"/>
                      <a:pt x="486" y="10"/>
                    </a:cubicBezTo>
                    <a:cubicBezTo>
                      <a:pt x="489" y="11"/>
                      <a:pt x="492" y="14"/>
                      <a:pt x="495" y="16"/>
                    </a:cubicBezTo>
                    <a:cubicBezTo>
                      <a:pt x="499" y="19"/>
                      <a:pt x="502" y="21"/>
                      <a:pt x="506" y="23"/>
                    </a:cubicBezTo>
                    <a:cubicBezTo>
                      <a:pt x="510" y="24"/>
                      <a:pt x="512" y="25"/>
                      <a:pt x="514" y="25"/>
                    </a:cubicBezTo>
                    <a:cubicBezTo>
                      <a:pt x="515" y="25"/>
                      <a:pt x="516" y="25"/>
                      <a:pt x="517" y="24"/>
                    </a:cubicBezTo>
                    <a:cubicBezTo>
                      <a:pt x="518" y="24"/>
                      <a:pt x="518" y="23"/>
                      <a:pt x="519" y="22"/>
                    </a:cubicBezTo>
                    <a:cubicBezTo>
                      <a:pt x="520" y="21"/>
                      <a:pt x="522" y="20"/>
                      <a:pt x="524" y="19"/>
                    </a:cubicBezTo>
                    <a:cubicBezTo>
                      <a:pt x="530" y="13"/>
                      <a:pt x="535" y="12"/>
                      <a:pt x="538" y="12"/>
                    </a:cubicBezTo>
                    <a:cubicBezTo>
                      <a:pt x="540" y="12"/>
                      <a:pt x="542" y="12"/>
                      <a:pt x="544" y="13"/>
                    </a:cubicBezTo>
                    <a:cubicBezTo>
                      <a:pt x="549" y="16"/>
                      <a:pt x="556" y="22"/>
                      <a:pt x="567" y="26"/>
                    </a:cubicBezTo>
                    <a:cubicBezTo>
                      <a:pt x="570" y="27"/>
                      <a:pt x="572" y="28"/>
                      <a:pt x="574" y="28"/>
                    </a:cubicBezTo>
                    <a:cubicBezTo>
                      <a:pt x="578" y="28"/>
                      <a:pt x="581" y="27"/>
                      <a:pt x="583" y="25"/>
                    </a:cubicBezTo>
                    <a:cubicBezTo>
                      <a:pt x="586" y="23"/>
                      <a:pt x="589" y="21"/>
                      <a:pt x="592" y="18"/>
                    </a:cubicBezTo>
                    <a:cubicBezTo>
                      <a:pt x="595" y="16"/>
                      <a:pt x="597" y="13"/>
                      <a:pt x="599" y="12"/>
                    </a:cubicBezTo>
                    <a:cubicBezTo>
                      <a:pt x="601" y="10"/>
                      <a:pt x="603" y="10"/>
                      <a:pt x="605" y="10"/>
                    </a:cubicBezTo>
                    <a:cubicBezTo>
                      <a:pt x="606" y="10"/>
                      <a:pt x="608" y="10"/>
                      <a:pt x="611" y="11"/>
                    </a:cubicBezTo>
                    <a:cubicBezTo>
                      <a:pt x="616" y="13"/>
                      <a:pt x="620" y="16"/>
                      <a:pt x="625" y="20"/>
                    </a:cubicBezTo>
                    <a:cubicBezTo>
                      <a:pt x="630" y="23"/>
                      <a:pt x="635" y="26"/>
                      <a:pt x="640" y="27"/>
                    </a:cubicBezTo>
                    <a:cubicBezTo>
                      <a:pt x="641" y="27"/>
                      <a:pt x="641" y="27"/>
                      <a:pt x="642" y="27"/>
                    </a:cubicBezTo>
                    <a:cubicBezTo>
                      <a:pt x="647" y="27"/>
                      <a:pt x="652" y="25"/>
                      <a:pt x="656" y="22"/>
                    </a:cubicBezTo>
                    <a:cubicBezTo>
                      <a:pt x="661" y="20"/>
                      <a:pt x="665" y="17"/>
                      <a:pt x="669" y="15"/>
                    </a:cubicBezTo>
                    <a:cubicBezTo>
                      <a:pt x="672" y="13"/>
                      <a:pt x="675" y="12"/>
                      <a:pt x="676" y="12"/>
                    </a:cubicBezTo>
                    <a:cubicBezTo>
                      <a:pt x="677" y="12"/>
                      <a:pt x="678" y="12"/>
                      <a:pt x="678" y="13"/>
                    </a:cubicBezTo>
                    <a:cubicBezTo>
                      <a:pt x="679" y="14"/>
                      <a:pt x="681" y="15"/>
                      <a:pt x="682" y="17"/>
                    </a:cubicBezTo>
                    <a:cubicBezTo>
                      <a:pt x="684" y="19"/>
                      <a:pt x="687" y="21"/>
                      <a:pt x="690" y="24"/>
                    </a:cubicBezTo>
                    <a:cubicBezTo>
                      <a:pt x="695" y="27"/>
                      <a:pt x="699" y="29"/>
                      <a:pt x="703" y="29"/>
                    </a:cubicBezTo>
                    <a:cubicBezTo>
                      <a:pt x="709" y="29"/>
                      <a:pt x="714" y="26"/>
                      <a:pt x="719" y="23"/>
                    </a:cubicBezTo>
                    <a:cubicBezTo>
                      <a:pt x="724" y="20"/>
                      <a:pt x="729" y="16"/>
                      <a:pt x="733" y="13"/>
                    </a:cubicBezTo>
                    <a:cubicBezTo>
                      <a:pt x="736" y="12"/>
                      <a:pt x="737" y="11"/>
                      <a:pt x="738" y="10"/>
                    </a:cubicBezTo>
                    <a:cubicBezTo>
                      <a:pt x="739" y="9"/>
                      <a:pt x="740" y="9"/>
                      <a:pt x="740" y="9"/>
                    </a:cubicBezTo>
                    <a:cubicBezTo>
                      <a:pt x="741" y="9"/>
                      <a:pt x="742" y="9"/>
                      <a:pt x="743" y="10"/>
                    </a:cubicBezTo>
                    <a:cubicBezTo>
                      <a:pt x="744" y="11"/>
                      <a:pt x="746" y="12"/>
                      <a:pt x="748" y="14"/>
                    </a:cubicBezTo>
                    <a:cubicBezTo>
                      <a:pt x="757" y="19"/>
                      <a:pt x="764" y="25"/>
                      <a:pt x="773" y="30"/>
                    </a:cubicBezTo>
                    <a:cubicBezTo>
                      <a:pt x="774" y="31"/>
                      <a:pt x="774" y="31"/>
                      <a:pt x="774" y="31"/>
                    </a:cubicBezTo>
                    <a:cubicBezTo>
                      <a:pt x="775" y="30"/>
                      <a:pt x="775" y="30"/>
                      <a:pt x="775" y="30"/>
                    </a:cubicBezTo>
                    <a:cubicBezTo>
                      <a:pt x="778" y="27"/>
                      <a:pt x="781" y="24"/>
                      <a:pt x="784" y="20"/>
                    </a:cubicBezTo>
                    <a:cubicBezTo>
                      <a:pt x="787" y="16"/>
                      <a:pt x="790" y="12"/>
                      <a:pt x="791" y="8"/>
                    </a:cubicBezTo>
                    <a:cubicBezTo>
                      <a:pt x="789" y="7"/>
                      <a:pt x="789" y="7"/>
                      <a:pt x="789" y="7"/>
                    </a:cubicBezTo>
                    <a:cubicBezTo>
                      <a:pt x="790" y="9"/>
                      <a:pt x="790" y="9"/>
                      <a:pt x="790" y="9"/>
                    </a:cubicBezTo>
                    <a:cubicBezTo>
                      <a:pt x="791" y="9"/>
                      <a:pt x="791" y="9"/>
                      <a:pt x="792" y="9"/>
                    </a:cubicBezTo>
                    <a:cubicBezTo>
                      <a:pt x="794" y="9"/>
                      <a:pt x="796" y="10"/>
                      <a:pt x="799" y="12"/>
                    </a:cubicBezTo>
                    <a:cubicBezTo>
                      <a:pt x="802" y="14"/>
                      <a:pt x="806" y="19"/>
                      <a:pt x="810" y="23"/>
                    </a:cubicBezTo>
                    <a:cubicBezTo>
                      <a:pt x="811" y="25"/>
                      <a:pt x="813" y="27"/>
                      <a:pt x="816" y="28"/>
                    </a:cubicBezTo>
                    <a:cubicBezTo>
                      <a:pt x="818" y="29"/>
                      <a:pt x="820" y="30"/>
                      <a:pt x="823" y="30"/>
                    </a:cubicBezTo>
                    <a:cubicBezTo>
                      <a:pt x="823" y="30"/>
                      <a:pt x="823" y="30"/>
                      <a:pt x="823" y="30"/>
                    </a:cubicBezTo>
                    <a:cubicBezTo>
                      <a:pt x="827" y="30"/>
                      <a:pt x="830" y="29"/>
                      <a:pt x="833" y="26"/>
                    </a:cubicBezTo>
                    <a:cubicBezTo>
                      <a:pt x="837" y="23"/>
                      <a:pt x="841" y="18"/>
                      <a:pt x="845" y="14"/>
                    </a:cubicBezTo>
                    <a:cubicBezTo>
                      <a:pt x="846" y="12"/>
                      <a:pt x="848" y="11"/>
                      <a:pt x="850" y="10"/>
                    </a:cubicBezTo>
                    <a:cubicBezTo>
                      <a:pt x="852" y="8"/>
                      <a:pt x="853" y="8"/>
                      <a:pt x="855" y="8"/>
                    </a:cubicBezTo>
                    <a:cubicBezTo>
                      <a:pt x="855" y="8"/>
                      <a:pt x="855" y="8"/>
                      <a:pt x="855" y="8"/>
                    </a:cubicBezTo>
                    <a:cubicBezTo>
                      <a:pt x="855" y="8"/>
                      <a:pt x="855" y="8"/>
                      <a:pt x="855" y="8"/>
                    </a:cubicBezTo>
                    <a:cubicBezTo>
                      <a:pt x="857" y="8"/>
                      <a:pt x="860" y="9"/>
                      <a:pt x="862" y="11"/>
                    </a:cubicBezTo>
                    <a:cubicBezTo>
                      <a:pt x="866" y="14"/>
                      <a:pt x="869" y="19"/>
                      <a:pt x="873" y="23"/>
                    </a:cubicBezTo>
                    <a:cubicBezTo>
                      <a:pt x="875" y="25"/>
                      <a:pt x="877" y="27"/>
                      <a:pt x="879" y="28"/>
                    </a:cubicBezTo>
                    <a:cubicBezTo>
                      <a:pt x="881" y="30"/>
                      <a:pt x="883" y="31"/>
                      <a:pt x="886" y="31"/>
                    </a:cubicBezTo>
                    <a:cubicBezTo>
                      <a:pt x="887" y="31"/>
                      <a:pt x="887" y="31"/>
                      <a:pt x="887" y="31"/>
                    </a:cubicBezTo>
                    <a:cubicBezTo>
                      <a:pt x="890" y="31"/>
                      <a:pt x="893" y="30"/>
                      <a:pt x="895" y="28"/>
                    </a:cubicBezTo>
                    <a:cubicBezTo>
                      <a:pt x="899" y="25"/>
                      <a:pt x="903" y="20"/>
                      <a:pt x="907" y="16"/>
                    </a:cubicBezTo>
                    <a:cubicBezTo>
                      <a:pt x="911" y="11"/>
                      <a:pt x="914" y="7"/>
                      <a:pt x="917" y="5"/>
                    </a:cubicBezTo>
                    <a:cubicBezTo>
                      <a:pt x="915" y="3"/>
                      <a:pt x="915" y="3"/>
                      <a:pt x="915" y="3"/>
                    </a:cubicBezTo>
                    <a:cubicBezTo>
                      <a:pt x="914" y="5"/>
                      <a:pt x="914" y="5"/>
                      <a:pt x="914" y="5"/>
                    </a:cubicBezTo>
                    <a:cubicBezTo>
                      <a:pt x="918" y="8"/>
                      <a:pt x="923" y="13"/>
                      <a:pt x="929" y="18"/>
                    </a:cubicBezTo>
                    <a:cubicBezTo>
                      <a:pt x="934" y="23"/>
                      <a:pt x="940" y="27"/>
                      <a:pt x="946" y="28"/>
                    </a:cubicBezTo>
                    <a:cubicBezTo>
                      <a:pt x="947" y="28"/>
                      <a:pt x="947" y="28"/>
                      <a:pt x="948" y="28"/>
                    </a:cubicBezTo>
                    <a:cubicBezTo>
                      <a:pt x="951" y="28"/>
                      <a:pt x="954" y="27"/>
                      <a:pt x="956" y="25"/>
                    </a:cubicBezTo>
                    <a:cubicBezTo>
                      <a:pt x="960" y="23"/>
                      <a:pt x="963" y="19"/>
                      <a:pt x="965" y="16"/>
                    </a:cubicBezTo>
                    <a:cubicBezTo>
                      <a:pt x="968" y="13"/>
                      <a:pt x="971" y="11"/>
                      <a:pt x="974" y="10"/>
                    </a:cubicBezTo>
                    <a:cubicBezTo>
                      <a:pt x="975" y="10"/>
                      <a:pt x="975" y="10"/>
                      <a:pt x="976" y="10"/>
                    </a:cubicBezTo>
                    <a:cubicBezTo>
                      <a:pt x="978" y="10"/>
                      <a:pt x="980" y="11"/>
                      <a:pt x="982" y="12"/>
                    </a:cubicBezTo>
                    <a:cubicBezTo>
                      <a:pt x="985" y="14"/>
                      <a:pt x="988" y="17"/>
                      <a:pt x="991" y="20"/>
                    </a:cubicBezTo>
                    <a:cubicBezTo>
                      <a:pt x="994" y="23"/>
                      <a:pt x="997" y="26"/>
                      <a:pt x="1001" y="27"/>
                    </a:cubicBezTo>
                    <a:cubicBezTo>
                      <a:pt x="1003" y="28"/>
                      <a:pt x="1004" y="28"/>
                      <a:pt x="1006" y="28"/>
                    </a:cubicBezTo>
                    <a:cubicBezTo>
                      <a:pt x="1010" y="28"/>
                      <a:pt x="1014" y="26"/>
                      <a:pt x="1017" y="24"/>
                    </a:cubicBezTo>
                    <a:cubicBezTo>
                      <a:pt x="1021" y="22"/>
                      <a:pt x="1024" y="19"/>
                      <a:pt x="1027" y="16"/>
                    </a:cubicBezTo>
                    <a:cubicBezTo>
                      <a:pt x="1030" y="14"/>
                      <a:pt x="1032" y="12"/>
                      <a:pt x="1034" y="11"/>
                    </a:cubicBezTo>
                    <a:cubicBezTo>
                      <a:pt x="1035" y="9"/>
                      <a:pt x="1036" y="9"/>
                      <a:pt x="1037" y="9"/>
                    </a:cubicBezTo>
                    <a:cubicBezTo>
                      <a:pt x="1039" y="9"/>
                      <a:pt x="1041" y="10"/>
                      <a:pt x="1044" y="11"/>
                    </a:cubicBezTo>
                    <a:cubicBezTo>
                      <a:pt x="1045" y="12"/>
                      <a:pt x="1047" y="13"/>
                      <a:pt x="1049" y="15"/>
                    </a:cubicBezTo>
                    <a:cubicBezTo>
                      <a:pt x="1052" y="18"/>
                      <a:pt x="1056" y="21"/>
                      <a:pt x="1060" y="24"/>
                    </a:cubicBezTo>
                    <a:cubicBezTo>
                      <a:pt x="1061" y="25"/>
                      <a:pt x="1063" y="27"/>
                      <a:pt x="1065" y="28"/>
                    </a:cubicBezTo>
                    <a:cubicBezTo>
                      <a:pt x="1066" y="29"/>
                      <a:pt x="1068" y="29"/>
                      <a:pt x="1070" y="29"/>
                    </a:cubicBezTo>
                    <a:cubicBezTo>
                      <a:pt x="1070" y="29"/>
                      <a:pt x="1070" y="29"/>
                      <a:pt x="1070" y="29"/>
                    </a:cubicBezTo>
                    <a:cubicBezTo>
                      <a:pt x="1072" y="29"/>
                      <a:pt x="1075" y="28"/>
                      <a:pt x="1077" y="27"/>
                    </a:cubicBezTo>
                    <a:cubicBezTo>
                      <a:pt x="1081" y="25"/>
                      <a:pt x="1085" y="22"/>
                      <a:pt x="1088" y="19"/>
                    </a:cubicBezTo>
                    <a:cubicBezTo>
                      <a:pt x="1092" y="16"/>
                      <a:pt x="1095" y="13"/>
                      <a:pt x="1097" y="12"/>
                    </a:cubicBezTo>
                    <a:cubicBezTo>
                      <a:pt x="1100" y="10"/>
                      <a:pt x="1102" y="9"/>
                      <a:pt x="1103" y="8"/>
                    </a:cubicBezTo>
                    <a:cubicBezTo>
                      <a:pt x="1105" y="8"/>
                      <a:pt x="1106" y="7"/>
                      <a:pt x="1106" y="7"/>
                    </a:cubicBezTo>
                    <a:cubicBezTo>
                      <a:pt x="1108" y="7"/>
                      <a:pt x="1110" y="8"/>
                      <a:pt x="1113" y="10"/>
                    </a:cubicBezTo>
                    <a:cubicBezTo>
                      <a:pt x="1117" y="12"/>
                      <a:pt x="1120" y="15"/>
                      <a:pt x="1124" y="17"/>
                    </a:cubicBezTo>
                    <a:cubicBezTo>
                      <a:pt x="1128" y="20"/>
                      <a:pt x="1132" y="23"/>
                      <a:pt x="1136" y="23"/>
                    </a:cubicBezTo>
                    <a:cubicBezTo>
                      <a:pt x="1137" y="23"/>
                      <a:pt x="1137" y="23"/>
                      <a:pt x="1137" y="23"/>
                    </a:cubicBezTo>
                    <a:cubicBezTo>
                      <a:pt x="1142" y="23"/>
                      <a:pt x="1147" y="20"/>
                      <a:pt x="1150" y="17"/>
                    </a:cubicBezTo>
                    <a:cubicBezTo>
                      <a:pt x="1152" y="16"/>
                      <a:pt x="1154" y="15"/>
                      <a:pt x="1156" y="14"/>
                    </a:cubicBezTo>
                    <a:cubicBezTo>
                      <a:pt x="1157" y="13"/>
                      <a:pt x="1159" y="13"/>
                      <a:pt x="1161" y="13"/>
                    </a:cubicBezTo>
                    <a:cubicBezTo>
                      <a:pt x="1161" y="13"/>
                      <a:pt x="1162" y="13"/>
                      <a:pt x="1163" y="13"/>
                    </a:cubicBezTo>
                    <a:cubicBezTo>
                      <a:pt x="1167" y="14"/>
                      <a:pt x="1171" y="18"/>
                      <a:pt x="1176" y="22"/>
                    </a:cubicBezTo>
                    <a:cubicBezTo>
                      <a:pt x="1178" y="24"/>
                      <a:pt x="1180" y="25"/>
                      <a:pt x="1183" y="27"/>
                    </a:cubicBezTo>
                    <a:cubicBezTo>
                      <a:pt x="1185" y="28"/>
                      <a:pt x="1188" y="29"/>
                      <a:pt x="1191" y="29"/>
                    </a:cubicBezTo>
                    <a:cubicBezTo>
                      <a:pt x="1191" y="29"/>
                      <a:pt x="1191" y="29"/>
                      <a:pt x="1191" y="29"/>
                    </a:cubicBezTo>
                    <a:cubicBezTo>
                      <a:pt x="1191" y="29"/>
                      <a:pt x="1191" y="29"/>
                      <a:pt x="1191" y="29"/>
                    </a:cubicBezTo>
                    <a:cubicBezTo>
                      <a:pt x="1191" y="29"/>
                      <a:pt x="1191" y="29"/>
                      <a:pt x="1191" y="29"/>
                    </a:cubicBezTo>
                    <a:cubicBezTo>
                      <a:pt x="1197" y="29"/>
                      <a:pt x="1202" y="26"/>
                      <a:pt x="1207" y="22"/>
                    </a:cubicBezTo>
                    <a:cubicBezTo>
                      <a:pt x="1212" y="18"/>
                      <a:pt x="1216" y="14"/>
                      <a:pt x="1221" y="13"/>
                    </a:cubicBezTo>
                    <a:cubicBezTo>
                      <a:pt x="1223" y="12"/>
                      <a:pt x="1225" y="11"/>
                      <a:pt x="1226" y="11"/>
                    </a:cubicBezTo>
                    <a:cubicBezTo>
                      <a:pt x="1230" y="11"/>
                      <a:pt x="1233" y="13"/>
                      <a:pt x="1237" y="15"/>
                    </a:cubicBezTo>
                    <a:cubicBezTo>
                      <a:pt x="1240" y="17"/>
                      <a:pt x="1244" y="21"/>
                      <a:pt x="1249" y="24"/>
                    </a:cubicBezTo>
                    <a:cubicBezTo>
                      <a:pt x="1252" y="26"/>
                      <a:pt x="1255" y="28"/>
                      <a:pt x="1257" y="29"/>
                    </a:cubicBezTo>
                    <a:cubicBezTo>
                      <a:pt x="1260" y="31"/>
                      <a:pt x="1262" y="32"/>
                      <a:pt x="1265" y="32"/>
                    </a:cubicBezTo>
                    <a:cubicBezTo>
                      <a:pt x="1267" y="32"/>
                      <a:pt x="1268" y="31"/>
                      <a:pt x="1271" y="30"/>
                    </a:cubicBezTo>
                    <a:cubicBezTo>
                      <a:pt x="1273" y="29"/>
                      <a:pt x="1275" y="28"/>
                      <a:pt x="1278" y="26"/>
                    </a:cubicBezTo>
                    <a:cubicBezTo>
                      <a:pt x="1281" y="24"/>
                      <a:pt x="1285" y="22"/>
                      <a:pt x="1289" y="19"/>
                    </a:cubicBezTo>
                    <a:cubicBezTo>
                      <a:pt x="1292" y="17"/>
                      <a:pt x="1296" y="15"/>
                      <a:pt x="1299" y="15"/>
                    </a:cubicBezTo>
                    <a:cubicBezTo>
                      <a:pt x="1299" y="15"/>
                      <a:pt x="1300" y="15"/>
                      <a:pt x="1300" y="15"/>
                    </a:cubicBezTo>
                    <a:cubicBezTo>
                      <a:pt x="1302" y="16"/>
                      <a:pt x="1304" y="17"/>
                      <a:pt x="1306" y="19"/>
                    </a:cubicBezTo>
                    <a:cubicBezTo>
                      <a:pt x="1308" y="21"/>
                      <a:pt x="1311" y="25"/>
                      <a:pt x="1315" y="28"/>
                    </a:cubicBezTo>
                    <a:cubicBezTo>
                      <a:pt x="1318" y="31"/>
                      <a:pt x="1322" y="34"/>
                      <a:pt x="1327" y="34"/>
                    </a:cubicBezTo>
                    <a:cubicBezTo>
                      <a:pt x="1327" y="34"/>
                      <a:pt x="1327" y="34"/>
                      <a:pt x="1327" y="34"/>
                    </a:cubicBezTo>
                    <a:cubicBezTo>
                      <a:pt x="1330" y="34"/>
                      <a:pt x="1332" y="33"/>
                      <a:pt x="1335" y="32"/>
                    </a:cubicBezTo>
                    <a:cubicBezTo>
                      <a:pt x="1338" y="30"/>
                      <a:pt x="1341" y="28"/>
                      <a:pt x="1343" y="26"/>
                    </a:cubicBezTo>
                    <a:cubicBezTo>
                      <a:pt x="1346" y="24"/>
                      <a:pt x="1349" y="23"/>
                      <a:pt x="1351" y="23"/>
                    </a:cubicBezTo>
                    <a:cubicBezTo>
                      <a:pt x="1352" y="23"/>
                      <a:pt x="1352" y="23"/>
                      <a:pt x="1352" y="23"/>
                    </a:cubicBezTo>
                    <a:cubicBezTo>
                      <a:pt x="1353" y="23"/>
                      <a:pt x="1355" y="24"/>
                      <a:pt x="1357" y="25"/>
                    </a:cubicBezTo>
                    <a:cubicBezTo>
                      <a:pt x="1359" y="27"/>
                      <a:pt x="1362" y="30"/>
                      <a:pt x="1365" y="32"/>
                    </a:cubicBezTo>
                    <a:cubicBezTo>
                      <a:pt x="1368" y="35"/>
                      <a:pt x="1371" y="37"/>
                      <a:pt x="1375" y="38"/>
                    </a:cubicBezTo>
                    <a:cubicBezTo>
                      <a:pt x="1377" y="38"/>
                      <a:pt x="1377" y="38"/>
                      <a:pt x="1377" y="38"/>
                    </a:cubicBezTo>
                    <a:cubicBezTo>
                      <a:pt x="1378" y="36"/>
                      <a:pt x="1378" y="36"/>
                      <a:pt x="1378" y="36"/>
                    </a:cubicBezTo>
                    <a:cubicBezTo>
                      <a:pt x="1378" y="35"/>
                      <a:pt x="1378" y="35"/>
                      <a:pt x="1378" y="34"/>
                    </a:cubicBezTo>
                    <a:cubicBezTo>
                      <a:pt x="1378" y="34"/>
                      <a:pt x="1378" y="34"/>
                      <a:pt x="1378" y="34"/>
                    </a:cubicBezTo>
                    <a:cubicBezTo>
                      <a:pt x="1376" y="34"/>
                      <a:pt x="1376" y="34"/>
                      <a:pt x="1376" y="34"/>
                    </a:cubicBezTo>
                    <a:cubicBezTo>
                      <a:pt x="1378" y="35"/>
                      <a:pt x="1378" y="35"/>
                      <a:pt x="1378" y="35"/>
                    </a:cubicBezTo>
                    <a:cubicBezTo>
                      <a:pt x="1378" y="34"/>
                      <a:pt x="1378" y="34"/>
                      <a:pt x="1378" y="34"/>
                    </a:cubicBezTo>
                    <a:cubicBezTo>
                      <a:pt x="1376" y="34"/>
                      <a:pt x="1376" y="34"/>
                      <a:pt x="1376" y="34"/>
                    </a:cubicBezTo>
                    <a:cubicBezTo>
                      <a:pt x="1378" y="35"/>
                      <a:pt x="1378" y="35"/>
                      <a:pt x="1378" y="35"/>
                    </a:cubicBezTo>
                    <a:cubicBezTo>
                      <a:pt x="1377" y="34"/>
                      <a:pt x="1377" y="34"/>
                      <a:pt x="1377" y="34"/>
                    </a:cubicBezTo>
                    <a:cubicBezTo>
                      <a:pt x="1378" y="35"/>
                      <a:pt x="1378" y="35"/>
                      <a:pt x="1378" y="35"/>
                    </a:cubicBezTo>
                    <a:cubicBezTo>
                      <a:pt x="1378" y="35"/>
                      <a:pt x="1378" y="35"/>
                      <a:pt x="1378" y="35"/>
                    </a:cubicBezTo>
                    <a:cubicBezTo>
                      <a:pt x="1377" y="34"/>
                      <a:pt x="1377" y="34"/>
                      <a:pt x="1377" y="34"/>
                    </a:cubicBezTo>
                    <a:cubicBezTo>
                      <a:pt x="1378" y="35"/>
                      <a:pt x="1378" y="35"/>
                      <a:pt x="1378" y="35"/>
                    </a:cubicBezTo>
                    <a:cubicBezTo>
                      <a:pt x="1378" y="34"/>
                      <a:pt x="1378" y="34"/>
                      <a:pt x="1378" y="34"/>
                    </a:cubicBezTo>
                    <a:cubicBezTo>
                      <a:pt x="1380" y="33"/>
                      <a:pt x="1382" y="31"/>
                      <a:pt x="1384" y="29"/>
                    </a:cubicBezTo>
                    <a:cubicBezTo>
                      <a:pt x="1385" y="29"/>
                      <a:pt x="1387" y="28"/>
                      <a:pt x="1387" y="27"/>
                    </a:cubicBezTo>
                    <a:cubicBezTo>
                      <a:pt x="1388" y="27"/>
                      <a:pt x="1388" y="27"/>
                      <a:pt x="1388" y="27"/>
                    </a:cubicBezTo>
                    <a:cubicBezTo>
                      <a:pt x="1388" y="27"/>
                      <a:pt x="1388" y="27"/>
                      <a:pt x="1388" y="27"/>
                    </a:cubicBezTo>
                    <a:cubicBezTo>
                      <a:pt x="1388" y="26"/>
                      <a:pt x="1388" y="26"/>
                      <a:pt x="1388" y="26"/>
                    </a:cubicBezTo>
                    <a:cubicBezTo>
                      <a:pt x="1388" y="27"/>
                      <a:pt x="1388" y="27"/>
                      <a:pt x="1388" y="27"/>
                    </a:cubicBezTo>
                    <a:cubicBezTo>
                      <a:pt x="1388" y="27"/>
                      <a:pt x="1388" y="27"/>
                      <a:pt x="1388" y="27"/>
                    </a:cubicBezTo>
                    <a:cubicBezTo>
                      <a:pt x="1388" y="26"/>
                      <a:pt x="1388" y="26"/>
                      <a:pt x="1388" y="26"/>
                    </a:cubicBezTo>
                    <a:cubicBezTo>
                      <a:pt x="1388" y="27"/>
                      <a:pt x="1388" y="27"/>
                      <a:pt x="1388" y="27"/>
                    </a:cubicBezTo>
                    <a:cubicBezTo>
                      <a:pt x="1389" y="27"/>
                      <a:pt x="1389" y="27"/>
                      <a:pt x="1389" y="27"/>
                    </a:cubicBezTo>
                    <a:cubicBezTo>
                      <a:pt x="1390" y="27"/>
                      <a:pt x="1391" y="27"/>
                      <a:pt x="1392" y="28"/>
                    </a:cubicBezTo>
                    <a:cubicBezTo>
                      <a:pt x="1393" y="28"/>
                      <a:pt x="1395" y="30"/>
                      <a:pt x="1396" y="31"/>
                    </a:cubicBezTo>
                    <a:cubicBezTo>
                      <a:pt x="1398" y="33"/>
                      <a:pt x="1400" y="35"/>
                      <a:pt x="1402" y="36"/>
                    </a:cubicBezTo>
                    <a:cubicBezTo>
                      <a:pt x="1405" y="37"/>
                      <a:pt x="1407" y="37"/>
                      <a:pt x="1409" y="37"/>
                    </a:cubicBezTo>
                    <a:cubicBezTo>
                      <a:pt x="1414" y="37"/>
                      <a:pt x="1418" y="35"/>
                      <a:pt x="1422" y="33"/>
                    </a:cubicBezTo>
                    <a:cubicBezTo>
                      <a:pt x="1426" y="30"/>
                      <a:pt x="1430" y="27"/>
                      <a:pt x="1434" y="25"/>
                    </a:cubicBezTo>
                    <a:cubicBezTo>
                      <a:pt x="1437" y="22"/>
                      <a:pt x="1439" y="22"/>
                      <a:pt x="1440" y="22"/>
                    </a:cubicBezTo>
                    <a:cubicBezTo>
                      <a:pt x="1441" y="22"/>
                      <a:pt x="1442" y="22"/>
                      <a:pt x="1442" y="22"/>
                    </a:cubicBezTo>
                    <a:cubicBezTo>
                      <a:pt x="1445" y="23"/>
                      <a:pt x="1448" y="26"/>
                      <a:pt x="1453" y="29"/>
                    </a:cubicBezTo>
                    <a:cubicBezTo>
                      <a:pt x="1460" y="33"/>
                      <a:pt x="1467" y="37"/>
                      <a:pt x="1474" y="40"/>
                    </a:cubicBezTo>
                    <a:cubicBezTo>
                      <a:pt x="1475" y="36"/>
                      <a:pt x="1475" y="36"/>
                      <a:pt x="1475" y="36"/>
                    </a:cubicBezTo>
                    <a:cubicBezTo>
                      <a:pt x="1469" y="33"/>
                      <a:pt x="1462" y="29"/>
                      <a:pt x="1455" y="25"/>
                    </a:cubicBezTo>
                    <a:cubicBezTo>
                      <a:pt x="1452" y="23"/>
                      <a:pt x="1449" y="22"/>
                      <a:pt x="1447" y="20"/>
                    </a:cubicBezTo>
                    <a:cubicBezTo>
                      <a:pt x="1446" y="19"/>
                      <a:pt x="1445" y="19"/>
                      <a:pt x="1444" y="18"/>
                    </a:cubicBezTo>
                    <a:cubicBezTo>
                      <a:pt x="1443" y="18"/>
                      <a:pt x="1442" y="17"/>
                      <a:pt x="1440" y="17"/>
                    </a:cubicBezTo>
                    <a:cubicBezTo>
                      <a:pt x="1438" y="17"/>
                      <a:pt x="1435" y="19"/>
                      <a:pt x="1431" y="21"/>
                    </a:cubicBezTo>
                    <a:cubicBezTo>
                      <a:pt x="1427" y="24"/>
                      <a:pt x="1424" y="27"/>
                      <a:pt x="1420" y="29"/>
                    </a:cubicBezTo>
                    <a:cubicBezTo>
                      <a:pt x="1416" y="31"/>
                      <a:pt x="1413" y="33"/>
                      <a:pt x="1409" y="33"/>
                    </a:cubicBezTo>
                    <a:cubicBezTo>
                      <a:pt x="1408" y="33"/>
                      <a:pt x="1406" y="32"/>
                      <a:pt x="1404" y="32"/>
                    </a:cubicBezTo>
                    <a:cubicBezTo>
                      <a:pt x="1402" y="31"/>
                      <a:pt x="1400" y="29"/>
                      <a:pt x="1398" y="27"/>
                    </a:cubicBezTo>
                    <a:cubicBezTo>
                      <a:pt x="1396" y="26"/>
                      <a:pt x="1395" y="25"/>
                      <a:pt x="1394" y="24"/>
                    </a:cubicBezTo>
                    <a:cubicBezTo>
                      <a:pt x="1392" y="23"/>
                      <a:pt x="1391" y="22"/>
                      <a:pt x="1389" y="22"/>
                    </a:cubicBezTo>
                    <a:cubicBezTo>
                      <a:pt x="1388" y="22"/>
                      <a:pt x="1388" y="22"/>
                      <a:pt x="1388" y="23"/>
                    </a:cubicBezTo>
                    <a:cubicBezTo>
                      <a:pt x="1387" y="23"/>
                      <a:pt x="1387" y="23"/>
                      <a:pt x="1387" y="23"/>
                    </a:cubicBezTo>
                    <a:cubicBezTo>
                      <a:pt x="1386" y="23"/>
                      <a:pt x="1385" y="24"/>
                      <a:pt x="1384" y="25"/>
                    </a:cubicBezTo>
                    <a:cubicBezTo>
                      <a:pt x="1382" y="26"/>
                      <a:pt x="1380" y="28"/>
                      <a:pt x="1378" y="29"/>
                    </a:cubicBezTo>
                    <a:cubicBezTo>
                      <a:pt x="1377" y="30"/>
                      <a:pt x="1376" y="30"/>
                      <a:pt x="1376" y="31"/>
                    </a:cubicBezTo>
                    <a:cubicBezTo>
                      <a:pt x="1375" y="32"/>
                      <a:pt x="1375" y="32"/>
                      <a:pt x="1375" y="32"/>
                    </a:cubicBezTo>
                    <a:cubicBezTo>
                      <a:pt x="1374" y="32"/>
                      <a:pt x="1374" y="32"/>
                      <a:pt x="1374" y="32"/>
                    </a:cubicBezTo>
                    <a:cubicBezTo>
                      <a:pt x="1374" y="32"/>
                      <a:pt x="1374" y="32"/>
                      <a:pt x="1374" y="33"/>
                    </a:cubicBezTo>
                    <a:cubicBezTo>
                      <a:pt x="1374" y="33"/>
                      <a:pt x="1374" y="33"/>
                      <a:pt x="1374" y="33"/>
                    </a:cubicBezTo>
                    <a:cubicBezTo>
                      <a:pt x="1374" y="33"/>
                      <a:pt x="1374" y="33"/>
                      <a:pt x="1374" y="33"/>
                    </a:cubicBezTo>
                    <a:cubicBezTo>
                      <a:pt x="1374" y="34"/>
                      <a:pt x="1374" y="35"/>
                      <a:pt x="1374" y="35"/>
                    </a:cubicBezTo>
                    <a:cubicBezTo>
                      <a:pt x="1376" y="36"/>
                      <a:pt x="1376" y="36"/>
                      <a:pt x="1376" y="36"/>
                    </a:cubicBezTo>
                    <a:cubicBezTo>
                      <a:pt x="1376" y="34"/>
                      <a:pt x="1376" y="34"/>
                      <a:pt x="1376" y="34"/>
                    </a:cubicBezTo>
                    <a:cubicBezTo>
                      <a:pt x="1372" y="33"/>
                      <a:pt x="1369" y="30"/>
                      <a:pt x="1365" y="26"/>
                    </a:cubicBezTo>
                    <a:cubicBezTo>
                      <a:pt x="1363" y="25"/>
                      <a:pt x="1361" y="23"/>
                      <a:pt x="1359" y="22"/>
                    </a:cubicBezTo>
                    <a:cubicBezTo>
                      <a:pt x="1357" y="20"/>
                      <a:pt x="1355" y="19"/>
                      <a:pt x="1352" y="18"/>
                    </a:cubicBezTo>
                    <a:cubicBezTo>
                      <a:pt x="1352" y="18"/>
                      <a:pt x="1351" y="18"/>
                      <a:pt x="1351" y="18"/>
                    </a:cubicBezTo>
                    <a:cubicBezTo>
                      <a:pt x="1348" y="18"/>
                      <a:pt x="1346" y="19"/>
                      <a:pt x="1344" y="20"/>
                    </a:cubicBezTo>
                    <a:cubicBezTo>
                      <a:pt x="1341" y="22"/>
                      <a:pt x="1338" y="25"/>
                      <a:pt x="1335" y="27"/>
                    </a:cubicBezTo>
                    <a:cubicBezTo>
                      <a:pt x="1332" y="29"/>
                      <a:pt x="1330" y="30"/>
                      <a:pt x="1327" y="30"/>
                    </a:cubicBezTo>
                    <a:cubicBezTo>
                      <a:pt x="1327" y="30"/>
                      <a:pt x="1327" y="30"/>
                      <a:pt x="1327" y="30"/>
                    </a:cubicBezTo>
                    <a:cubicBezTo>
                      <a:pt x="1325" y="30"/>
                      <a:pt x="1323" y="29"/>
                      <a:pt x="1321" y="28"/>
                    </a:cubicBezTo>
                    <a:cubicBezTo>
                      <a:pt x="1318" y="25"/>
                      <a:pt x="1315" y="22"/>
                      <a:pt x="1312" y="19"/>
                    </a:cubicBezTo>
                    <a:cubicBezTo>
                      <a:pt x="1309" y="15"/>
                      <a:pt x="1305" y="12"/>
                      <a:pt x="1301" y="11"/>
                    </a:cubicBezTo>
                    <a:cubicBezTo>
                      <a:pt x="1300" y="11"/>
                      <a:pt x="1300" y="11"/>
                      <a:pt x="1299" y="11"/>
                    </a:cubicBezTo>
                    <a:cubicBezTo>
                      <a:pt x="1294" y="11"/>
                      <a:pt x="1290" y="13"/>
                      <a:pt x="1286" y="16"/>
                    </a:cubicBezTo>
                    <a:cubicBezTo>
                      <a:pt x="1282" y="18"/>
                      <a:pt x="1279" y="21"/>
                      <a:pt x="1276" y="23"/>
                    </a:cubicBezTo>
                    <a:cubicBezTo>
                      <a:pt x="1273" y="24"/>
                      <a:pt x="1271" y="25"/>
                      <a:pt x="1269" y="26"/>
                    </a:cubicBezTo>
                    <a:cubicBezTo>
                      <a:pt x="1267" y="27"/>
                      <a:pt x="1266" y="27"/>
                      <a:pt x="1265" y="27"/>
                    </a:cubicBezTo>
                    <a:cubicBezTo>
                      <a:pt x="1263" y="27"/>
                      <a:pt x="1261" y="27"/>
                      <a:pt x="1259" y="26"/>
                    </a:cubicBezTo>
                    <a:cubicBezTo>
                      <a:pt x="1257" y="24"/>
                      <a:pt x="1255" y="23"/>
                      <a:pt x="1251" y="20"/>
                    </a:cubicBezTo>
                    <a:cubicBezTo>
                      <a:pt x="1247" y="17"/>
                      <a:pt x="1243" y="14"/>
                      <a:pt x="1239" y="11"/>
                    </a:cubicBezTo>
                    <a:cubicBezTo>
                      <a:pt x="1235" y="9"/>
                      <a:pt x="1231" y="7"/>
                      <a:pt x="1226" y="7"/>
                    </a:cubicBezTo>
                    <a:cubicBezTo>
                      <a:pt x="1224" y="7"/>
                      <a:pt x="1221" y="7"/>
                      <a:pt x="1219" y="9"/>
                    </a:cubicBezTo>
                    <a:cubicBezTo>
                      <a:pt x="1214" y="11"/>
                      <a:pt x="1209" y="15"/>
                      <a:pt x="1204" y="18"/>
                    </a:cubicBezTo>
                    <a:cubicBezTo>
                      <a:pt x="1202" y="20"/>
                      <a:pt x="1200" y="22"/>
                      <a:pt x="1197" y="23"/>
                    </a:cubicBezTo>
                    <a:cubicBezTo>
                      <a:pt x="1195" y="24"/>
                      <a:pt x="1193" y="25"/>
                      <a:pt x="1191" y="25"/>
                    </a:cubicBezTo>
                    <a:cubicBezTo>
                      <a:pt x="1191" y="25"/>
                      <a:pt x="1191" y="25"/>
                      <a:pt x="1191" y="25"/>
                    </a:cubicBezTo>
                    <a:cubicBezTo>
                      <a:pt x="1191" y="25"/>
                      <a:pt x="1191" y="25"/>
                      <a:pt x="1191" y="25"/>
                    </a:cubicBezTo>
                    <a:cubicBezTo>
                      <a:pt x="1191" y="25"/>
                      <a:pt x="1191" y="25"/>
                      <a:pt x="1191" y="25"/>
                    </a:cubicBezTo>
                    <a:cubicBezTo>
                      <a:pt x="1189" y="25"/>
                      <a:pt x="1187" y="24"/>
                      <a:pt x="1185" y="23"/>
                    </a:cubicBezTo>
                    <a:cubicBezTo>
                      <a:pt x="1182" y="21"/>
                      <a:pt x="1179" y="18"/>
                      <a:pt x="1175" y="16"/>
                    </a:cubicBezTo>
                    <a:cubicBezTo>
                      <a:pt x="1172" y="13"/>
                      <a:pt x="1169" y="10"/>
                      <a:pt x="1164" y="9"/>
                    </a:cubicBezTo>
                    <a:cubicBezTo>
                      <a:pt x="1163" y="8"/>
                      <a:pt x="1162" y="8"/>
                      <a:pt x="1161" y="8"/>
                    </a:cubicBezTo>
                    <a:cubicBezTo>
                      <a:pt x="1158" y="8"/>
                      <a:pt x="1156" y="9"/>
                      <a:pt x="1154" y="10"/>
                    </a:cubicBezTo>
                    <a:cubicBezTo>
                      <a:pt x="1151" y="12"/>
                      <a:pt x="1148" y="14"/>
                      <a:pt x="1145" y="16"/>
                    </a:cubicBezTo>
                    <a:cubicBezTo>
                      <a:pt x="1142" y="17"/>
                      <a:pt x="1140" y="19"/>
                      <a:pt x="1137" y="19"/>
                    </a:cubicBezTo>
                    <a:cubicBezTo>
                      <a:pt x="1136" y="19"/>
                      <a:pt x="1136" y="19"/>
                      <a:pt x="1136" y="19"/>
                    </a:cubicBezTo>
                    <a:cubicBezTo>
                      <a:pt x="1133" y="18"/>
                      <a:pt x="1130" y="16"/>
                      <a:pt x="1126" y="14"/>
                    </a:cubicBezTo>
                    <a:cubicBezTo>
                      <a:pt x="1123" y="11"/>
                      <a:pt x="1119" y="8"/>
                      <a:pt x="1115" y="6"/>
                    </a:cubicBezTo>
                    <a:cubicBezTo>
                      <a:pt x="1112" y="4"/>
                      <a:pt x="1109" y="3"/>
                      <a:pt x="1106" y="3"/>
                    </a:cubicBezTo>
                    <a:cubicBezTo>
                      <a:pt x="1105" y="3"/>
                      <a:pt x="1103" y="4"/>
                      <a:pt x="1101" y="5"/>
                    </a:cubicBezTo>
                    <a:cubicBezTo>
                      <a:pt x="1099" y="6"/>
                      <a:pt x="1098" y="7"/>
                      <a:pt x="1095" y="8"/>
                    </a:cubicBezTo>
                    <a:cubicBezTo>
                      <a:pt x="1093" y="9"/>
                      <a:pt x="1091" y="11"/>
                      <a:pt x="1089" y="13"/>
                    </a:cubicBezTo>
                    <a:cubicBezTo>
                      <a:pt x="1086" y="15"/>
                      <a:pt x="1082" y="19"/>
                      <a:pt x="1078" y="21"/>
                    </a:cubicBezTo>
                    <a:cubicBezTo>
                      <a:pt x="1077" y="22"/>
                      <a:pt x="1075" y="23"/>
                      <a:pt x="1073" y="24"/>
                    </a:cubicBezTo>
                    <a:cubicBezTo>
                      <a:pt x="1072" y="25"/>
                      <a:pt x="1071" y="25"/>
                      <a:pt x="1070" y="25"/>
                    </a:cubicBezTo>
                    <a:cubicBezTo>
                      <a:pt x="1070" y="25"/>
                      <a:pt x="1070" y="25"/>
                      <a:pt x="1070" y="25"/>
                    </a:cubicBezTo>
                    <a:cubicBezTo>
                      <a:pt x="1069" y="25"/>
                      <a:pt x="1067" y="24"/>
                      <a:pt x="1065" y="23"/>
                    </a:cubicBezTo>
                    <a:cubicBezTo>
                      <a:pt x="1062" y="21"/>
                      <a:pt x="1059" y="18"/>
                      <a:pt x="1055" y="15"/>
                    </a:cubicBezTo>
                    <a:cubicBezTo>
                      <a:pt x="1052" y="12"/>
                      <a:pt x="1049" y="9"/>
                      <a:pt x="1046" y="7"/>
                    </a:cubicBezTo>
                    <a:cubicBezTo>
                      <a:pt x="1042" y="6"/>
                      <a:pt x="1040" y="5"/>
                      <a:pt x="1037" y="5"/>
                    </a:cubicBezTo>
                    <a:cubicBezTo>
                      <a:pt x="1035" y="5"/>
                      <a:pt x="1033" y="6"/>
                      <a:pt x="1031" y="7"/>
                    </a:cubicBezTo>
                    <a:cubicBezTo>
                      <a:pt x="1029" y="9"/>
                      <a:pt x="1027" y="11"/>
                      <a:pt x="1024" y="13"/>
                    </a:cubicBezTo>
                    <a:cubicBezTo>
                      <a:pt x="1021" y="16"/>
                      <a:pt x="1018" y="18"/>
                      <a:pt x="1015" y="21"/>
                    </a:cubicBezTo>
                    <a:cubicBezTo>
                      <a:pt x="1012" y="23"/>
                      <a:pt x="1009" y="24"/>
                      <a:pt x="1006" y="24"/>
                    </a:cubicBezTo>
                    <a:cubicBezTo>
                      <a:pt x="1005" y="24"/>
                      <a:pt x="1004" y="24"/>
                      <a:pt x="1003" y="23"/>
                    </a:cubicBezTo>
                    <a:cubicBezTo>
                      <a:pt x="999" y="22"/>
                      <a:pt x="995" y="18"/>
                      <a:pt x="991" y="14"/>
                    </a:cubicBezTo>
                    <a:cubicBezTo>
                      <a:pt x="989" y="12"/>
                      <a:pt x="986" y="10"/>
                      <a:pt x="984" y="8"/>
                    </a:cubicBezTo>
                    <a:cubicBezTo>
                      <a:pt x="982" y="7"/>
                      <a:pt x="979" y="6"/>
                      <a:pt x="976" y="6"/>
                    </a:cubicBezTo>
                    <a:cubicBezTo>
                      <a:pt x="975" y="6"/>
                      <a:pt x="974" y="6"/>
                      <a:pt x="973" y="6"/>
                    </a:cubicBezTo>
                    <a:cubicBezTo>
                      <a:pt x="970" y="7"/>
                      <a:pt x="968" y="8"/>
                      <a:pt x="966" y="10"/>
                    </a:cubicBezTo>
                    <a:cubicBezTo>
                      <a:pt x="962" y="13"/>
                      <a:pt x="959" y="17"/>
                      <a:pt x="957" y="19"/>
                    </a:cubicBezTo>
                    <a:cubicBezTo>
                      <a:pt x="954" y="22"/>
                      <a:pt x="951" y="24"/>
                      <a:pt x="948" y="24"/>
                    </a:cubicBezTo>
                    <a:cubicBezTo>
                      <a:pt x="947" y="24"/>
                      <a:pt x="947" y="24"/>
                      <a:pt x="947" y="24"/>
                    </a:cubicBezTo>
                    <a:cubicBezTo>
                      <a:pt x="942" y="23"/>
                      <a:pt x="937" y="19"/>
                      <a:pt x="931" y="15"/>
                    </a:cubicBezTo>
                    <a:cubicBezTo>
                      <a:pt x="926" y="10"/>
                      <a:pt x="921" y="5"/>
                      <a:pt x="916" y="1"/>
                    </a:cubicBezTo>
                    <a:cubicBezTo>
                      <a:pt x="915" y="0"/>
                      <a:pt x="915" y="0"/>
                      <a:pt x="915" y="0"/>
                    </a:cubicBezTo>
                    <a:cubicBezTo>
                      <a:pt x="914" y="2"/>
                      <a:pt x="914" y="2"/>
                      <a:pt x="914" y="2"/>
                    </a:cubicBezTo>
                    <a:cubicBezTo>
                      <a:pt x="912" y="3"/>
                      <a:pt x="910" y="6"/>
                      <a:pt x="907" y="9"/>
                    </a:cubicBezTo>
                    <a:cubicBezTo>
                      <a:pt x="904" y="13"/>
                      <a:pt x="900" y="17"/>
                      <a:pt x="896" y="21"/>
                    </a:cubicBezTo>
                    <a:cubicBezTo>
                      <a:pt x="894" y="23"/>
                      <a:pt x="893" y="25"/>
                      <a:pt x="891" y="26"/>
                    </a:cubicBezTo>
                    <a:cubicBezTo>
                      <a:pt x="889" y="27"/>
                      <a:pt x="888" y="27"/>
                      <a:pt x="887" y="27"/>
                    </a:cubicBezTo>
                    <a:cubicBezTo>
                      <a:pt x="886" y="27"/>
                      <a:pt x="886" y="27"/>
                      <a:pt x="886" y="27"/>
                    </a:cubicBezTo>
                    <a:cubicBezTo>
                      <a:pt x="884" y="27"/>
                      <a:pt x="882" y="26"/>
                      <a:pt x="880" y="23"/>
                    </a:cubicBezTo>
                    <a:cubicBezTo>
                      <a:pt x="876" y="20"/>
                      <a:pt x="873" y="15"/>
                      <a:pt x="869" y="11"/>
                    </a:cubicBezTo>
                    <a:cubicBezTo>
                      <a:pt x="867" y="9"/>
                      <a:pt x="865" y="7"/>
                      <a:pt x="863" y="6"/>
                    </a:cubicBezTo>
                    <a:cubicBezTo>
                      <a:pt x="860" y="5"/>
                      <a:pt x="858" y="4"/>
                      <a:pt x="855" y="4"/>
                    </a:cubicBezTo>
                    <a:cubicBezTo>
                      <a:pt x="855" y="4"/>
                      <a:pt x="855" y="4"/>
                      <a:pt x="855" y="4"/>
                    </a:cubicBezTo>
                    <a:cubicBezTo>
                      <a:pt x="855" y="4"/>
                      <a:pt x="855" y="4"/>
                      <a:pt x="855" y="4"/>
                    </a:cubicBezTo>
                    <a:cubicBezTo>
                      <a:pt x="855" y="4"/>
                      <a:pt x="855" y="4"/>
                      <a:pt x="855" y="4"/>
                    </a:cubicBezTo>
                    <a:cubicBezTo>
                      <a:pt x="851" y="4"/>
                      <a:pt x="848" y="5"/>
                      <a:pt x="846" y="8"/>
                    </a:cubicBezTo>
                    <a:cubicBezTo>
                      <a:pt x="841" y="11"/>
                      <a:pt x="838" y="16"/>
                      <a:pt x="834" y="20"/>
                    </a:cubicBezTo>
                    <a:cubicBezTo>
                      <a:pt x="832" y="22"/>
                      <a:pt x="830" y="23"/>
                      <a:pt x="828" y="24"/>
                    </a:cubicBezTo>
                    <a:cubicBezTo>
                      <a:pt x="827" y="26"/>
                      <a:pt x="825" y="26"/>
                      <a:pt x="823" y="26"/>
                    </a:cubicBezTo>
                    <a:cubicBezTo>
                      <a:pt x="823" y="26"/>
                      <a:pt x="823" y="26"/>
                      <a:pt x="823" y="26"/>
                    </a:cubicBezTo>
                    <a:cubicBezTo>
                      <a:pt x="821" y="26"/>
                      <a:pt x="818" y="25"/>
                      <a:pt x="816" y="23"/>
                    </a:cubicBezTo>
                    <a:cubicBezTo>
                      <a:pt x="813" y="20"/>
                      <a:pt x="809" y="16"/>
                      <a:pt x="805" y="12"/>
                    </a:cubicBezTo>
                    <a:cubicBezTo>
                      <a:pt x="803" y="10"/>
                      <a:pt x="801" y="8"/>
                      <a:pt x="799" y="7"/>
                    </a:cubicBezTo>
                    <a:cubicBezTo>
                      <a:pt x="797" y="5"/>
                      <a:pt x="795" y="4"/>
                      <a:pt x="792" y="4"/>
                    </a:cubicBezTo>
                    <a:cubicBezTo>
                      <a:pt x="791" y="4"/>
                      <a:pt x="790" y="5"/>
                      <a:pt x="789" y="5"/>
                    </a:cubicBezTo>
                    <a:cubicBezTo>
                      <a:pt x="787" y="5"/>
                      <a:pt x="787" y="5"/>
                      <a:pt x="787" y="5"/>
                    </a:cubicBezTo>
                    <a:cubicBezTo>
                      <a:pt x="787" y="6"/>
                      <a:pt x="787" y="6"/>
                      <a:pt x="787" y="6"/>
                    </a:cubicBezTo>
                    <a:cubicBezTo>
                      <a:pt x="786" y="10"/>
                      <a:pt x="784" y="14"/>
                      <a:pt x="781" y="17"/>
                    </a:cubicBezTo>
                    <a:cubicBezTo>
                      <a:pt x="778" y="21"/>
                      <a:pt x="775" y="24"/>
                      <a:pt x="772" y="27"/>
                    </a:cubicBezTo>
                    <a:cubicBezTo>
                      <a:pt x="774" y="28"/>
                      <a:pt x="774" y="28"/>
                      <a:pt x="774" y="28"/>
                    </a:cubicBezTo>
                    <a:cubicBezTo>
                      <a:pt x="775" y="27"/>
                      <a:pt x="775" y="27"/>
                      <a:pt x="775" y="27"/>
                    </a:cubicBezTo>
                    <a:cubicBezTo>
                      <a:pt x="767" y="22"/>
                      <a:pt x="759" y="16"/>
                      <a:pt x="751" y="10"/>
                    </a:cubicBezTo>
                    <a:cubicBezTo>
                      <a:pt x="748" y="9"/>
                      <a:pt x="747" y="7"/>
                      <a:pt x="745" y="7"/>
                    </a:cubicBezTo>
                    <a:cubicBezTo>
                      <a:pt x="743" y="6"/>
                      <a:pt x="742" y="5"/>
                      <a:pt x="740" y="5"/>
                    </a:cubicBezTo>
                    <a:cubicBezTo>
                      <a:pt x="739" y="5"/>
                      <a:pt x="738" y="6"/>
                      <a:pt x="736" y="6"/>
                    </a:cubicBezTo>
                    <a:cubicBezTo>
                      <a:pt x="735" y="7"/>
                      <a:pt x="733" y="8"/>
                      <a:pt x="731" y="9"/>
                    </a:cubicBezTo>
                    <a:cubicBezTo>
                      <a:pt x="726" y="13"/>
                      <a:pt x="722" y="16"/>
                      <a:pt x="717" y="19"/>
                    </a:cubicBezTo>
                    <a:cubicBezTo>
                      <a:pt x="712" y="22"/>
                      <a:pt x="708" y="25"/>
                      <a:pt x="703" y="24"/>
                    </a:cubicBezTo>
                    <a:cubicBezTo>
                      <a:pt x="700" y="24"/>
                      <a:pt x="697" y="23"/>
                      <a:pt x="693" y="21"/>
                    </a:cubicBezTo>
                    <a:cubicBezTo>
                      <a:pt x="688" y="17"/>
                      <a:pt x="686" y="14"/>
                      <a:pt x="684" y="12"/>
                    </a:cubicBezTo>
                    <a:cubicBezTo>
                      <a:pt x="683" y="11"/>
                      <a:pt x="682" y="10"/>
                      <a:pt x="681" y="9"/>
                    </a:cubicBezTo>
                    <a:cubicBezTo>
                      <a:pt x="679" y="8"/>
                      <a:pt x="678" y="8"/>
                      <a:pt x="676" y="8"/>
                    </a:cubicBezTo>
                    <a:cubicBezTo>
                      <a:pt x="674" y="8"/>
                      <a:pt x="671" y="9"/>
                      <a:pt x="667" y="11"/>
                    </a:cubicBezTo>
                    <a:cubicBezTo>
                      <a:pt x="663" y="13"/>
                      <a:pt x="659" y="16"/>
                      <a:pt x="654" y="18"/>
                    </a:cubicBezTo>
                    <a:cubicBezTo>
                      <a:pt x="650" y="21"/>
                      <a:pt x="645" y="22"/>
                      <a:pt x="642" y="22"/>
                    </a:cubicBezTo>
                    <a:cubicBezTo>
                      <a:pt x="642" y="22"/>
                      <a:pt x="641" y="22"/>
                      <a:pt x="641" y="22"/>
                    </a:cubicBezTo>
                    <a:cubicBezTo>
                      <a:pt x="636" y="22"/>
                      <a:pt x="632" y="19"/>
                      <a:pt x="627" y="16"/>
                    </a:cubicBezTo>
                    <a:cubicBezTo>
                      <a:pt x="623" y="13"/>
                      <a:pt x="618" y="9"/>
                      <a:pt x="613" y="7"/>
                    </a:cubicBezTo>
                    <a:cubicBezTo>
                      <a:pt x="610" y="6"/>
                      <a:pt x="607" y="5"/>
                      <a:pt x="605" y="5"/>
                    </a:cubicBezTo>
                    <a:cubicBezTo>
                      <a:pt x="602" y="5"/>
                      <a:pt x="599" y="7"/>
                      <a:pt x="597" y="9"/>
                    </a:cubicBezTo>
                    <a:cubicBezTo>
                      <a:pt x="594" y="10"/>
                      <a:pt x="592" y="13"/>
                      <a:pt x="589" y="15"/>
                    </a:cubicBezTo>
                    <a:cubicBezTo>
                      <a:pt x="586" y="18"/>
                      <a:pt x="583" y="20"/>
                      <a:pt x="581" y="21"/>
                    </a:cubicBezTo>
                    <a:cubicBezTo>
                      <a:pt x="579" y="23"/>
                      <a:pt x="577" y="23"/>
                      <a:pt x="574" y="23"/>
                    </a:cubicBezTo>
                    <a:cubicBezTo>
                      <a:pt x="573" y="23"/>
                      <a:pt x="571" y="23"/>
                      <a:pt x="568" y="22"/>
                    </a:cubicBezTo>
                    <a:cubicBezTo>
                      <a:pt x="562" y="20"/>
                      <a:pt x="557" y="16"/>
                      <a:pt x="552" y="13"/>
                    </a:cubicBezTo>
                    <a:cubicBezTo>
                      <a:pt x="550" y="12"/>
                      <a:pt x="548" y="10"/>
                      <a:pt x="545" y="9"/>
                    </a:cubicBezTo>
                    <a:cubicBezTo>
                      <a:pt x="543" y="8"/>
                      <a:pt x="541" y="8"/>
                      <a:pt x="538" y="8"/>
                    </a:cubicBezTo>
                    <a:cubicBezTo>
                      <a:pt x="533" y="8"/>
                      <a:pt x="528" y="10"/>
                      <a:pt x="521" y="15"/>
                    </a:cubicBezTo>
                    <a:cubicBezTo>
                      <a:pt x="518" y="17"/>
                      <a:pt x="517" y="19"/>
                      <a:pt x="516" y="20"/>
                    </a:cubicBezTo>
                    <a:cubicBezTo>
                      <a:pt x="515" y="20"/>
                      <a:pt x="515" y="20"/>
                      <a:pt x="514" y="21"/>
                    </a:cubicBezTo>
                    <a:cubicBezTo>
                      <a:pt x="514" y="21"/>
                      <a:pt x="514" y="21"/>
                      <a:pt x="514" y="21"/>
                    </a:cubicBezTo>
                    <a:cubicBezTo>
                      <a:pt x="514" y="21"/>
                      <a:pt x="512" y="20"/>
                      <a:pt x="508" y="19"/>
                    </a:cubicBezTo>
                    <a:cubicBezTo>
                      <a:pt x="504" y="17"/>
                      <a:pt x="499" y="14"/>
                      <a:pt x="495" y="10"/>
                    </a:cubicBezTo>
                    <a:cubicBezTo>
                      <a:pt x="492" y="9"/>
                      <a:pt x="490" y="7"/>
                      <a:pt x="488" y="6"/>
                    </a:cubicBezTo>
                    <a:cubicBezTo>
                      <a:pt x="485" y="5"/>
                      <a:pt x="483" y="4"/>
                      <a:pt x="480" y="4"/>
                    </a:cubicBezTo>
                    <a:cubicBezTo>
                      <a:pt x="478" y="4"/>
                      <a:pt x="475" y="5"/>
                      <a:pt x="473" y="6"/>
                    </a:cubicBezTo>
                    <a:cubicBezTo>
                      <a:pt x="468" y="9"/>
                      <a:pt x="464" y="14"/>
                      <a:pt x="459" y="19"/>
                    </a:cubicBezTo>
                    <a:cubicBezTo>
                      <a:pt x="457" y="21"/>
                      <a:pt x="454" y="24"/>
                      <a:pt x="452" y="25"/>
                    </a:cubicBezTo>
                    <a:cubicBezTo>
                      <a:pt x="450" y="27"/>
                      <a:pt x="448" y="27"/>
                      <a:pt x="446" y="27"/>
                    </a:cubicBezTo>
                    <a:cubicBezTo>
                      <a:pt x="445" y="27"/>
                      <a:pt x="445" y="27"/>
                      <a:pt x="444" y="27"/>
                    </a:cubicBezTo>
                    <a:cubicBezTo>
                      <a:pt x="443" y="27"/>
                      <a:pt x="441" y="26"/>
                      <a:pt x="439" y="24"/>
                    </a:cubicBezTo>
                    <a:cubicBezTo>
                      <a:pt x="435" y="22"/>
                      <a:pt x="431" y="18"/>
                      <a:pt x="427" y="14"/>
                    </a:cubicBezTo>
                    <a:cubicBezTo>
                      <a:pt x="423" y="10"/>
                      <a:pt x="419" y="6"/>
                      <a:pt x="416" y="4"/>
                    </a:cubicBezTo>
                    <a:cubicBezTo>
                      <a:pt x="415" y="3"/>
                      <a:pt x="415" y="3"/>
                      <a:pt x="415" y="3"/>
                    </a:cubicBezTo>
                    <a:cubicBezTo>
                      <a:pt x="413" y="4"/>
                      <a:pt x="413" y="4"/>
                      <a:pt x="413" y="4"/>
                    </a:cubicBezTo>
                    <a:cubicBezTo>
                      <a:pt x="409" y="7"/>
                      <a:pt x="406" y="12"/>
                      <a:pt x="402" y="16"/>
                    </a:cubicBezTo>
                    <a:cubicBezTo>
                      <a:pt x="400" y="18"/>
                      <a:pt x="398" y="20"/>
                      <a:pt x="396" y="21"/>
                    </a:cubicBezTo>
                    <a:cubicBezTo>
                      <a:pt x="394" y="22"/>
                      <a:pt x="392" y="23"/>
                      <a:pt x="390" y="23"/>
                    </a:cubicBezTo>
                    <a:cubicBezTo>
                      <a:pt x="390" y="23"/>
                      <a:pt x="389" y="23"/>
                      <a:pt x="388" y="23"/>
                    </a:cubicBezTo>
                    <a:cubicBezTo>
                      <a:pt x="386" y="22"/>
                      <a:pt x="384" y="21"/>
                      <a:pt x="381" y="18"/>
                    </a:cubicBezTo>
                    <a:cubicBezTo>
                      <a:pt x="379" y="16"/>
                      <a:pt x="377" y="14"/>
                      <a:pt x="374" y="12"/>
                    </a:cubicBezTo>
                    <a:cubicBezTo>
                      <a:pt x="371" y="10"/>
                      <a:pt x="368" y="9"/>
                      <a:pt x="365" y="7"/>
                    </a:cubicBezTo>
                    <a:cubicBezTo>
                      <a:pt x="363" y="6"/>
                      <a:pt x="360" y="5"/>
                      <a:pt x="357" y="5"/>
                    </a:cubicBezTo>
                    <a:cubicBezTo>
                      <a:pt x="354" y="5"/>
                      <a:pt x="351" y="6"/>
                      <a:pt x="348" y="7"/>
                    </a:cubicBezTo>
                    <a:cubicBezTo>
                      <a:pt x="344" y="9"/>
                      <a:pt x="341" y="13"/>
                      <a:pt x="338" y="15"/>
                    </a:cubicBezTo>
                    <a:cubicBezTo>
                      <a:pt x="335" y="18"/>
                      <a:pt x="332" y="20"/>
                      <a:pt x="329" y="21"/>
                    </a:cubicBezTo>
                    <a:cubicBezTo>
                      <a:pt x="328" y="21"/>
                      <a:pt x="328" y="21"/>
                      <a:pt x="328" y="21"/>
                    </a:cubicBezTo>
                    <a:cubicBezTo>
                      <a:pt x="326" y="21"/>
                      <a:pt x="324" y="20"/>
                      <a:pt x="322" y="18"/>
                    </a:cubicBezTo>
                    <a:cubicBezTo>
                      <a:pt x="319" y="16"/>
                      <a:pt x="316" y="12"/>
                      <a:pt x="313" y="9"/>
                    </a:cubicBezTo>
                    <a:cubicBezTo>
                      <a:pt x="311" y="8"/>
                      <a:pt x="309" y="6"/>
                      <a:pt x="307" y="5"/>
                    </a:cubicBezTo>
                    <a:cubicBezTo>
                      <a:pt x="305" y="4"/>
                      <a:pt x="303" y="3"/>
                      <a:pt x="301" y="3"/>
                    </a:cubicBezTo>
                    <a:cubicBezTo>
                      <a:pt x="300" y="3"/>
                      <a:pt x="300" y="3"/>
                      <a:pt x="299" y="3"/>
                    </a:cubicBezTo>
                    <a:cubicBezTo>
                      <a:pt x="296" y="4"/>
                      <a:pt x="293" y="5"/>
                      <a:pt x="291" y="7"/>
                    </a:cubicBezTo>
                    <a:cubicBezTo>
                      <a:pt x="288" y="10"/>
                      <a:pt x="285" y="13"/>
                      <a:pt x="282" y="16"/>
                    </a:cubicBezTo>
                    <a:cubicBezTo>
                      <a:pt x="280" y="18"/>
                      <a:pt x="277" y="20"/>
                      <a:pt x="273" y="20"/>
                    </a:cubicBezTo>
                    <a:cubicBezTo>
                      <a:pt x="272" y="20"/>
                      <a:pt x="271" y="20"/>
                      <a:pt x="270" y="20"/>
                    </a:cubicBezTo>
                    <a:cubicBezTo>
                      <a:pt x="266" y="19"/>
                      <a:pt x="260" y="16"/>
                      <a:pt x="254" y="13"/>
                    </a:cubicBezTo>
                    <a:cubicBezTo>
                      <a:pt x="248" y="9"/>
                      <a:pt x="242" y="5"/>
                      <a:pt x="239" y="2"/>
                    </a:cubicBezTo>
                    <a:cubicBezTo>
                      <a:pt x="237" y="0"/>
                      <a:pt x="237" y="0"/>
                      <a:pt x="237" y="0"/>
                    </a:cubicBezTo>
                    <a:cubicBezTo>
                      <a:pt x="235" y="2"/>
                      <a:pt x="235" y="2"/>
                      <a:pt x="235" y="2"/>
                    </a:cubicBezTo>
                    <a:cubicBezTo>
                      <a:pt x="233" y="6"/>
                      <a:pt x="228" y="12"/>
                      <a:pt x="223" y="16"/>
                    </a:cubicBezTo>
                    <a:cubicBezTo>
                      <a:pt x="220" y="18"/>
                      <a:pt x="217" y="20"/>
                      <a:pt x="214" y="22"/>
                    </a:cubicBezTo>
                    <a:cubicBezTo>
                      <a:pt x="212" y="23"/>
                      <a:pt x="209" y="24"/>
                      <a:pt x="207" y="25"/>
                    </a:cubicBezTo>
                    <a:cubicBezTo>
                      <a:pt x="207" y="25"/>
                      <a:pt x="206" y="25"/>
                      <a:pt x="206" y="25"/>
                    </a:cubicBezTo>
                    <a:cubicBezTo>
                      <a:pt x="204" y="25"/>
                      <a:pt x="202" y="24"/>
                      <a:pt x="199" y="22"/>
                    </a:cubicBezTo>
                    <a:cubicBezTo>
                      <a:pt x="196" y="20"/>
                      <a:pt x="193" y="16"/>
                      <a:pt x="190" y="13"/>
                    </a:cubicBezTo>
                    <a:cubicBezTo>
                      <a:pt x="188" y="11"/>
                      <a:pt x="186" y="9"/>
                      <a:pt x="184" y="8"/>
                    </a:cubicBezTo>
                    <a:cubicBezTo>
                      <a:pt x="182" y="7"/>
                      <a:pt x="180" y="6"/>
                      <a:pt x="178" y="6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4" y="6"/>
                      <a:pt x="171" y="8"/>
                      <a:pt x="168" y="10"/>
                    </a:cubicBezTo>
                    <a:cubicBezTo>
                      <a:pt x="164" y="14"/>
                      <a:pt x="161" y="19"/>
                      <a:pt x="158" y="22"/>
                    </a:cubicBezTo>
                    <a:cubicBezTo>
                      <a:pt x="156" y="24"/>
                      <a:pt x="154" y="26"/>
                      <a:pt x="152" y="27"/>
                    </a:cubicBezTo>
                    <a:cubicBezTo>
                      <a:pt x="150" y="28"/>
                      <a:pt x="149" y="29"/>
                      <a:pt x="146" y="29"/>
                    </a:cubicBezTo>
                    <a:cubicBezTo>
                      <a:pt x="146" y="29"/>
                      <a:pt x="146" y="29"/>
                      <a:pt x="146" y="29"/>
                    </a:cubicBezTo>
                    <a:cubicBezTo>
                      <a:pt x="144" y="29"/>
                      <a:pt x="142" y="28"/>
                      <a:pt x="139" y="27"/>
                    </a:cubicBezTo>
                    <a:cubicBezTo>
                      <a:pt x="130" y="23"/>
                      <a:pt x="118" y="15"/>
                      <a:pt x="113" y="10"/>
                    </a:cubicBezTo>
                    <a:cubicBezTo>
                      <a:pt x="112" y="9"/>
                      <a:pt x="112" y="9"/>
                      <a:pt x="112" y="9"/>
                    </a:cubicBezTo>
                    <a:cubicBezTo>
                      <a:pt x="111" y="10"/>
                      <a:pt x="111" y="10"/>
                      <a:pt x="111" y="10"/>
                    </a:cubicBezTo>
                    <a:cubicBezTo>
                      <a:pt x="102" y="17"/>
                      <a:pt x="94" y="23"/>
                      <a:pt x="84" y="29"/>
                    </a:cubicBezTo>
                    <a:cubicBezTo>
                      <a:pt x="82" y="31"/>
                      <a:pt x="80" y="32"/>
                      <a:pt x="78" y="33"/>
                    </a:cubicBezTo>
                    <a:cubicBezTo>
                      <a:pt x="76" y="33"/>
                      <a:pt x="75" y="34"/>
                      <a:pt x="74" y="34"/>
                    </a:cubicBezTo>
                    <a:cubicBezTo>
                      <a:pt x="72" y="34"/>
                      <a:pt x="71" y="33"/>
                      <a:pt x="69" y="32"/>
                    </a:cubicBezTo>
                    <a:cubicBezTo>
                      <a:pt x="67" y="31"/>
                      <a:pt x="64" y="29"/>
                      <a:pt x="60" y="26"/>
                    </a:cubicBezTo>
                    <a:cubicBezTo>
                      <a:pt x="55" y="23"/>
                      <a:pt x="51" y="21"/>
                      <a:pt x="48" y="21"/>
                    </a:cubicBezTo>
                    <a:cubicBezTo>
                      <a:pt x="46" y="21"/>
                      <a:pt x="44" y="22"/>
                      <a:pt x="42" y="23"/>
                    </a:cubicBezTo>
                    <a:cubicBezTo>
                      <a:pt x="40" y="24"/>
                      <a:pt x="38" y="26"/>
                      <a:pt x="36" y="28"/>
                    </a:cubicBezTo>
                    <a:cubicBezTo>
                      <a:pt x="34" y="30"/>
                      <a:pt x="31" y="32"/>
                      <a:pt x="27" y="34"/>
                    </a:cubicBezTo>
                    <a:cubicBezTo>
                      <a:pt x="26" y="34"/>
                      <a:pt x="25" y="34"/>
                      <a:pt x="23" y="34"/>
                    </a:cubicBezTo>
                    <a:cubicBezTo>
                      <a:pt x="19" y="34"/>
                      <a:pt x="16" y="32"/>
                      <a:pt x="12" y="30"/>
                    </a:cubicBezTo>
                    <a:cubicBezTo>
                      <a:pt x="10" y="28"/>
                      <a:pt x="8" y="27"/>
                      <a:pt x="7" y="26"/>
                    </a:cubicBezTo>
                    <a:cubicBezTo>
                      <a:pt x="5" y="24"/>
                      <a:pt x="3" y="23"/>
                      <a:pt x="1" y="22"/>
                    </a:cubicBezTo>
                    <a:cubicBezTo>
                      <a:pt x="0" y="26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63" name="Freeform 181">
                <a:extLst>
                  <a:ext uri="{FF2B5EF4-FFF2-40B4-BE49-F238E27FC236}">
                    <a16:creationId xmlns:a16="http://schemas.microsoft.com/office/drawing/2014/main" id="{C322C106-F9A7-412F-8DBB-9278B0991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188"/>
                <a:ext cx="3702" cy="95"/>
              </a:xfrm>
              <a:custGeom>
                <a:avLst/>
                <a:gdLst>
                  <a:gd name="T0" fmla="*/ 62 w 1481"/>
                  <a:gd name="T1" fmla="*/ 425 h 38"/>
                  <a:gd name="T2" fmla="*/ 437 w 1481"/>
                  <a:gd name="T3" fmla="*/ 313 h 38"/>
                  <a:gd name="T4" fmla="*/ 875 w 1481"/>
                  <a:gd name="T5" fmla="*/ 500 h 38"/>
                  <a:gd name="T6" fmla="*/ 2167 w 1481"/>
                  <a:gd name="T7" fmla="*/ 270 h 38"/>
                  <a:gd name="T8" fmla="*/ 3325 w 1481"/>
                  <a:gd name="T9" fmla="*/ 175 h 38"/>
                  <a:gd name="T10" fmla="*/ 4449 w 1481"/>
                  <a:gd name="T11" fmla="*/ 113 h 38"/>
                  <a:gd name="T12" fmla="*/ 5199 w 1481"/>
                  <a:gd name="T13" fmla="*/ 95 h 38"/>
                  <a:gd name="T14" fmla="*/ 6154 w 1481"/>
                  <a:gd name="T15" fmla="*/ 158 h 38"/>
                  <a:gd name="T16" fmla="*/ 6949 w 1481"/>
                  <a:gd name="T17" fmla="*/ 238 h 38"/>
                  <a:gd name="T18" fmla="*/ 7966 w 1481"/>
                  <a:gd name="T19" fmla="*/ 208 h 38"/>
                  <a:gd name="T20" fmla="*/ 8436 w 1481"/>
                  <a:gd name="T21" fmla="*/ 363 h 38"/>
                  <a:gd name="T22" fmla="*/ 9074 w 1481"/>
                  <a:gd name="T23" fmla="*/ 158 h 38"/>
                  <a:gd name="T24" fmla="*/ 10059 w 1481"/>
                  <a:gd name="T25" fmla="*/ 125 h 38"/>
                  <a:gd name="T26" fmla="*/ 10996 w 1481"/>
                  <a:gd name="T27" fmla="*/ 175 h 38"/>
                  <a:gd name="T28" fmla="*/ 11558 w 1481"/>
                  <a:gd name="T29" fmla="*/ 408 h 38"/>
                  <a:gd name="T30" fmla="*/ 12633 w 1481"/>
                  <a:gd name="T31" fmla="*/ 345 h 38"/>
                  <a:gd name="T32" fmla="*/ 13478 w 1481"/>
                  <a:gd name="T33" fmla="*/ 395 h 38"/>
                  <a:gd name="T34" fmla="*/ 14716 w 1481"/>
                  <a:gd name="T35" fmla="*/ 270 h 38"/>
                  <a:gd name="T36" fmla="*/ 15728 w 1481"/>
                  <a:gd name="T37" fmla="*/ 175 h 38"/>
                  <a:gd name="T38" fmla="*/ 16058 w 1481"/>
                  <a:gd name="T39" fmla="*/ 313 h 38"/>
                  <a:gd name="T40" fmla="*/ 16603 w 1481"/>
                  <a:gd name="T41" fmla="*/ 238 h 38"/>
                  <a:gd name="T42" fmla="*/ 17215 w 1481"/>
                  <a:gd name="T43" fmla="*/ 300 h 38"/>
                  <a:gd name="T44" fmla="*/ 18070 w 1481"/>
                  <a:gd name="T45" fmla="*/ 333 h 38"/>
                  <a:gd name="T46" fmla="*/ 19445 w 1481"/>
                  <a:gd name="T47" fmla="*/ 333 h 38"/>
                  <a:gd name="T48" fmla="*/ 20412 w 1481"/>
                  <a:gd name="T49" fmla="*/ 438 h 38"/>
                  <a:gd name="T50" fmla="*/ 20787 w 1481"/>
                  <a:gd name="T51" fmla="*/ 270 h 38"/>
                  <a:gd name="T52" fmla="*/ 21195 w 1481"/>
                  <a:gd name="T53" fmla="*/ 520 h 38"/>
                  <a:gd name="T54" fmla="*/ 21600 w 1481"/>
                  <a:gd name="T55" fmla="*/ 345 h 38"/>
                  <a:gd name="T56" fmla="*/ 22257 w 1481"/>
                  <a:gd name="T57" fmla="*/ 300 h 38"/>
                  <a:gd name="T58" fmla="*/ 22932 w 1481"/>
                  <a:gd name="T59" fmla="*/ 438 h 38"/>
                  <a:gd name="T60" fmla="*/ 22787 w 1481"/>
                  <a:gd name="T61" fmla="*/ 408 h 38"/>
                  <a:gd name="T62" fmla="*/ 22182 w 1481"/>
                  <a:gd name="T63" fmla="*/ 283 h 38"/>
                  <a:gd name="T64" fmla="*/ 21570 w 1481"/>
                  <a:gd name="T65" fmla="*/ 220 h 38"/>
                  <a:gd name="T66" fmla="*/ 21070 w 1481"/>
                  <a:gd name="T67" fmla="*/ 375 h 38"/>
                  <a:gd name="T68" fmla="*/ 20600 w 1481"/>
                  <a:gd name="T69" fmla="*/ 283 h 38"/>
                  <a:gd name="T70" fmla="*/ 19695 w 1481"/>
                  <a:gd name="T71" fmla="*/ 125 h 38"/>
                  <a:gd name="T72" fmla="*/ 18215 w 1481"/>
                  <a:gd name="T73" fmla="*/ 283 h 38"/>
                  <a:gd name="T74" fmla="*/ 17370 w 1481"/>
                  <a:gd name="T75" fmla="*/ 250 h 38"/>
                  <a:gd name="T76" fmla="*/ 16778 w 1481"/>
                  <a:gd name="T77" fmla="*/ 95 h 38"/>
                  <a:gd name="T78" fmla="*/ 16308 w 1481"/>
                  <a:gd name="T79" fmla="*/ 375 h 38"/>
                  <a:gd name="T80" fmla="*/ 15758 w 1481"/>
                  <a:gd name="T81" fmla="*/ 95 h 38"/>
                  <a:gd name="T82" fmla="*/ 14778 w 1481"/>
                  <a:gd name="T83" fmla="*/ 145 h 38"/>
                  <a:gd name="T84" fmla="*/ 13558 w 1481"/>
                  <a:gd name="T85" fmla="*/ 270 h 38"/>
                  <a:gd name="T86" fmla="*/ 12716 w 1481"/>
                  <a:gd name="T87" fmla="*/ 220 h 38"/>
                  <a:gd name="T88" fmla="*/ 11621 w 1481"/>
                  <a:gd name="T89" fmla="*/ 300 h 38"/>
                  <a:gd name="T90" fmla="*/ 11009 w 1481"/>
                  <a:gd name="T91" fmla="*/ 113 h 38"/>
                  <a:gd name="T92" fmla="*/ 10416 w 1481"/>
                  <a:gd name="T93" fmla="*/ 250 h 38"/>
                  <a:gd name="T94" fmla="*/ 9434 w 1481"/>
                  <a:gd name="T95" fmla="*/ 208 h 38"/>
                  <a:gd name="T96" fmla="*/ 8591 w 1481"/>
                  <a:gd name="T97" fmla="*/ 313 h 38"/>
                  <a:gd name="T98" fmla="*/ 8074 w 1481"/>
                  <a:gd name="T99" fmla="*/ 33 h 38"/>
                  <a:gd name="T100" fmla="*/ 7416 w 1481"/>
                  <a:gd name="T101" fmla="*/ 270 h 38"/>
                  <a:gd name="T102" fmla="*/ 6574 w 1481"/>
                  <a:gd name="T103" fmla="*/ 313 h 38"/>
                  <a:gd name="T104" fmla="*/ 5542 w 1481"/>
                  <a:gd name="T105" fmla="*/ 250 h 38"/>
                  <a:gd name="T106" fmla="*/ 4762 w 1481"/>
                  <a:gd name="T107" fmla="*/ 220 h 38"/>
                  <a:gd name="T108" fmla="*/ 3655 w 1481"/>
                  <a:gd name="T109" fmla="*/ 250 h 38"/>
                  <a:gd name="T110" fmla="*/ 2655 w 1481"/>
                  <a:gd name="T111" fmla="*/ 270 h 38"/>
                  <a:gd name="T112" fmla="*/ 1230 w 1481"/>
                  <a:gd name="T113" fmla="*/ 270 h 38"/>
                  <a:gd name="T114" fmla="*/ 450 w 1481"/>
                  <a:gd name="T115" fmla="*/ 250 h 38"/>
                  <a:gd name="T116" fmla="*/ 12 w 1481"/>
                  <a:gd name="T117" fmla="*/ 425 h 38"/>
                  <a:gd name="T118" fmla="*/ 62 w 1481"/>
                  <a:gd name="T119" fmla="*/ 470 h 3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481" h="38">
                    <a:moveTo>
                      <a:pt x="5" y="26"/>
                    </a:moveTo>
                    <a:cubicBezTo>
                      <a:pt x="5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6" y="28"/>
                    </a:cubicBezTo>
                    <a:cubicBezTo>
                      <a:pt x="8" y="27"/>
                      <a:pt x="10" y="27"/>
                      <a:pt x="12" y="26"/>
                    </a:cubicBezTo>
                    <a:cubicBezTo>
                      <a:pt x="14" y="26"/>
                      <a:pt x="17" y="25"/>
                      <a:pt x="18" y="24"/>
                    </a:cubicBezTo>
                    <a:cubicBezTo>
                      <a:pt x="20" y="24"/>
                      <a:pt x="22" y="23"/>
                      <a:pt x="23" y="22"/>
                    </a:cubicBezTo>
                    <a:cubicBezTo>
                      <a:pt x="25" y="21"/>
                      <a:pt x="27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9" y="21"/>
                      <a:pt x="30" y="21"/>
                    </a:cubicBezTo>
                    <a:cubicBezTo>
                      <a:pt x="31" y="22"/>
                      <a:pt x="33" y="23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7" y="26"/>
                      <a:pt x="41" y="27"/>
                      <a:pt x="44" y="28"/>
                    </a:cubicBezTo>
                    <a:cubicBezTo>
                      <a:pt x="48" y="30"/>
                      <a:pt x="51" y="32"/>
                      <a:pt x="56" y="32"/>
                    </a:cubicBezTo>
                    <a:cubicBezTo>
                      <a:pt x="58" y="32"/>
                      <a:pt x="60" y="32"/>
                      <a:pt x="62" y="31"/>
                    </a:cubicBezTo>
                    <a:cubicBezTo>
                      <a:pt x="67" y="28"/>
                      <a:pt x="71" y="25"/>
                      <a:pt x="75" y="23"/>
                    </a:cubicBezTo>
                    <a:cubicBezTo>
                      <a:pt x="76" y="22"/>
                      <a:pt x="78" y="22"/>
                      <a:pt x="79" y="22"/>
                    </a:cubicBezTo>
                    <a:cubicBezTo>
                      <a:pt x="79" y="22"/>
                      <a:pt x="80" y="22"/>
                      <a:pt x="81" y="22"/>
                    </a:cubicBezTo>
                    <a:cubicBezTo>
                      <a:pt x="83" y="23"/>
                      <a:pt x="84" y="24"/>
                      <a:pt x="86" y="25"/>
                    </a:cubicBezTo>
                    <a:cubicBezTo>
                      <a:pt x="91" y="28"/>
                      <a:pt x="97" y="29"/>
                      <a:pt x="103" y="29"/>
                    </a:cubicBezTo>
                    <a:cubicBezTo>
                      <a:pt x="108" y="29"/>
                      <a:pt x="113" y="28"/>
                      <a:pt x="118" y="26"/>
                    </a:cubicBezTo>
                    <a:cubicBezTo>
                      <a:pt x="125" y="23"/>
                      <a:pt x="132" y="20"/>
                      <a:pt x="139" y="17"/>
                    </a:cubicBezTo>
                    <a:cubicBezTo>
                      <a:pt x="142" y="15"/>
                      <a:pt x="144" y="15"/>
                      <a:pt x="146" y="15"/>
                    </a:cubicBezTo>
                    <a:cubicBezTo>
                      <a:pt x="149" y="15"/>
                      <a:pt x="151" y="16"/>
                      <a:pt x="156" y="17"/>
                    </a:cubicBezTo>
                    <a:cubicBezTo>
                      <a:pt x="160" y="19"/>
                      <a:pt x="164" y="20"/>
                      <a:pt x="168" y="21"/>
                    </a:cubicBezTo>
                    <a:cubicBezTo>
                      <a:pt x="172" y="23"/>
                      <a:pt x="175" y="24"/>
                      <a:pt x="178" y="24"/>
                    </a:cubicBezTo>
                    <a:cubicBezTo>
                      <a:pt x="180" y="24"/>
                      <a:pt x="181" y="23"/>
                      <a:pt x="183" y="23"/>
                    </a:cubicBezTo>
                    <a:cubicBezTo>
                      <a:pt x="189" y="21"/>
                      <a:pt x="196" y="19"/>
                      <a:pt x="202" y="16"/>
                    </a:cubicBezTo>
                    <a:cubicBezTo>
                      <a:pt x="204" y="15"/>
                      <a:pt x="206" y="14"/>
                      <a:pt x="208" y="13"/>
                    </a:cubicBezTo>
                    <a:cubicBezTo>
                      <a:pt x="210" y="12"/>
                      <a:pt x="211" y="11"/>
                      <a:pt x="213" y="11"/>
                    </a:cubicBezTo>
                    <a:cubicBezTo>
                      <a:pt x="213" y="11"/>
                      <a:pt x="213" y="11"/>
                      <a:pt x="213" y="11"/>
                    </a:cubicBezTo>
                    <a:cubicBezTo>
                      <a:pt x="215" y="11"/>
                      <a:pt x="219" y="12"/>
                      <a:pt x="223" y="14"/>
                    </a:cubicBezTo>
                    <a:cubicBezTo>
                      <a:pt x="226" y="16"/>
                      <a:pt x="230" y="18"/>
                      <a:pt x="233" y="20"/>
                    </a:cubicBezTo>
                    <a:cubicBezTo>
                      <a:pt x="237" y="21"/>
                      <a:pt x="240" y="22"/>
                      <a:pt x="243" y="22"/>
                    </a:cubicBezTo>
                    <a:cubicBezTo>
                      <a:pt x="246" y="22"/>
                      <a:pt x="248" y="22"/>
                      <a:pt x="252" y="20"/>
                    </a:cubicBezTo>
                    <a:cubicBezTo>
                      <a:pt x="257" y="18"/>
                      <a:pt x="262" y="15"/>
                      <a:pt x="267" y="12"/>
                    </a:cubicBezTo>
                    <a:cubicBezTo>
                      <a:pt x="272" y="9"/>
                      <a:pt x="276" y="7"/>
                      <a:pt x="281" y="7"/>
                    </a:cubicBezTo>
                    <a:cubicBezTo>
                      <a:pt x="282" y="7"/>
                      <a:pt x="283" y="7"/>
                      <a:pt x="285" y="7"/>
                    </a:cubicBezTo>
                    <a:cubicBezTo>
                      <a:pt x="287" y="8"/>
                      <a:pt x="289" y="9"/>
                      <a:pt x="291" y="11"/>
                    </a:cubicBezTo>
                    <a:cubicBezTo>
                      <a:pt x="293" y="13"/>
                      <a:pt x="295" y="14"/>
                      <a:pt x="298" y="16"/>
                    </a:cubicBezTo>
                    <a:cubicBezTo>
                      <a:pt x="300" y="17"/>
                      <a:pt x="301" y="17"/>
                      <a:pt x="303" y="18"/>
                    </a:cubicBezTo>
                    <a:cubicBezTo>
                      <a:pt x="304" y="19"/>
                      <a:pt x="306" y="20"/>
                      <a:pt x="308" y="20"/>
                    </a:cubicBezTo>
                    <a:cubicBezTo>
                      <a:pt x="309" y="20"/>
                      <a:pt x="311" y="19"/>
                      <a:pt x="312" y="19"/>
                    </a:cubicBezTo>
                    <a:cubicBezTo>
                      <a:pt x="316" y="17"/>
                      <a:pt x="319" y="14"/>
                      <a:pt x="323" y="11"/>
                    </a:cubicBezTo>
                    <a:cubicBezTo>
                      <a:pt x="325" y="10"/>
                      <a:pt x="327" y="9"/>
                      <a:pt x="328" y="8"/>
                    </a:cubicBezTo>
                    <a:cubicBezTo>
                      <a:pt x="330" y="7"/>
                      <a:pt x="331" y="6"/>
                      <a:pt x="333" y="6"/>
                    </a:cubicBezTo>
                    <a:cubicBezTo>
                      <a:pt x="333" y="6"/>
                      <a:pt x="333" y="6"/>
                      <a:pt x="333" y="6"/>
                    </a:cubicBezTo>
                    <a:cubicBezTo>
                      <a:pt x="337" y="7"/>
                      <a:pt x="341" y="11"/>
                      <a:pt x="346" y="14"/>
                    </a:cubicBezTo>
                    <a:cubicBezTo>
                      <a:pt x="348" y="16"/>
                      <a:pt x="351" y="18"/>
                      <a:pt x="353" y="19"/>
                    </a:cubicBezTo>
                    <a:cubicBezTo>
                      <a:pt x="356" y="21"/>
                      <a:pt x="358" y="22"/>
                      <a:pt x="361" y="22"/>
                    </a:cubicBezTo>
                    <a:cubicBezTo>
                      <a:pt x="363" y="22"/>
                      <a:pt x="365" y="21"/>
                      <a:pt x="366" y="21"/>
                    </a:cubicBezTo>
                    <a:cubicBezTo>
                      <a:pt x="372" y="18"/>
                      <a:pt x="378" y="14"/>
                      <a:pt x="382" y="11"/>
                    </a:cubicBezTo>
                    <a:cubicBezTo>
                      <a:pt x="386" y="9"/>
                      <a:pt x="388" y="8"/>
                      <a:pt x="390" y="8"/>
                    </a:cubicBezTo>
                    <a:cubicBezTo>
                      <a:pt x="391" y="8"/>
                      <a:pt x="392" y="9"/>
                      <a:pt x="394" y="10"/>
                    </a:cubicBezTo>
                    <a:cubicBezTo>
                      <a:pt x="400" y="12"/>
                      <a:pt x="405" y="17"/>
                      <a:pt x="411" y="20"/>
                    </a:cubicBezTo>
                    <a:cubicBezTo>
                      <a:pt x="412" y="21"/>
                      <a:pt x="414" y="22"/>
                      <a:pt x="415" y="23"/>
                    </a:cubicBezTo>
                    <a:cubicBezTo>
                      <a:pt x="417" y="24"/>
                      <a:pt x="419" y="24"/>
                      <a:pt x="421" y="24"/>
                    </a:cubicBezTo>
                    <a:cubicBezTo>
                      <a:pt x="421" y="24"/>
                      <a:pt x="422" y="24"/>
                      <a:pt x="422" y="24"/>
                    </a:cubicBezTo>
                    <a:cubicBezTo>
                      <a:pt x="424" y="24"/>
                      <a:pt x="425" y="23"/>
                      <a:pt x="427" y="22"/>
                    </a:cubicBezTo>
                    <a:cubicBezTo>
                      <a:pt x="428" y="21"/>
                      <a:pt x="430" y="20"/>
                      <a:pt x="431" y="20"/>
                    </a:cubicBezTo>
                    <a:cubicBezTo>
                      <a:pt x="433" y="19"/>
                      <a:pt x="436" y="18"/>
                      <a:pt x="438" y="17"/>
                    </a:cubicBezTo>
                    <a:cubicBezTo>
                      <a:pt x="441" y="17"/>
                      <a:pt x="443" y="16"/>
                      <a:pt x="445" y="15"/>
                    </a:cubicBezTo>
                    <a:cubicBezTo>
                      <a:pt x="447" y="15"/>
                      <a:pt x="449" y="14"/>
                      <a:pt x="451" y="14"/>
                    </a:cubicBezTo>
                    <a:cubicBezTo>
                      <a:pt x="452" y="14"/>
                      <a:pt x="454" y="15"/>
                      <a:pt x="456" y="16"/>
                    </a:cubicBezTo>
                    <a:cubicBezTo>
                      <a:pt x="463" y="19"/>
                      <a:pt x="468" y="20"/>
                      <a:pt x="474" y="21"/>
                    </a:cubicBezTo>
                    <a:cubicBezTo>
                      <a:pt x="476" y="21"/>
                      <a:pt x="479" y="23"/>
                      <a:pt x="481" y="24"/>
                    </a:cubicBezTo>
                    <a:cubicBezTo>
                      <a:pt x="484" y="25"/>
                      <a:pt x="487" y="26"/>
                      <a:pt x="490" y="26"/>
                    </a:cubicBezTo>
                    <a:cubicBezTo>
                      <a:pt x="490" y="26"/>
                      <a:pt x="491" y="26"/>
                      <a:pt x="492" y="26"/>
                    </a:cubicBezTo>
                    <a:cubicBezTo>
                      <a:pt x="495" y="25"/>
                      <a:pt x="498" y="23"/>
                      <a:pt x="502" y="20"/>
                    </a:cubicBezTo>
                    <a:cubicBezTo>
                      <a:pt x="505" y="18"/>
                      <a:pt x="508" y="15"/>
                      <a:pt x="510" y="13"/>
                    </a:cubicBezTo>
                    <a:cubicBezTo>
                      <a:pt x="512" y="12"/>
                      <a:pt x="513" y="10"/>
                      <a:pt x="515" y="9"/>
                    </a:cubicBezTo>
                    <a:cubicBezTo>
                      <a:pt x="516" y="8"/>
                      <a:pt x="516" y="8"/>
                      <a:pt x="517" y="7"/>
                    </a:cubicBezTo>
                    <a:cubicBezTo>
                      <a:pt x="518" y="7"/>
                      <a:pt x="518" y="6"/>
                      <a:pt x="518" y="6"/>
                    </a:cubicBezTo>
                    <a:cubicBezTo>
                      <a:pt x="518" y="6"/>
                      <a:pt x="518" y="6"/>
                      <a:pt x="518" y="6"/>
                    </a:cubicBezTo>
                    <a:cubicBezTo>
                      <a:pt x="518" y="6"/>
                      <a:pt x="520" y="7"/>
                      <a:pt x="521" y="8"/>
                    </a:cubicBezTo>
                    <a:cubicBezTo>
                      <a:pt x="523" y="9"/>
                      <a:pt x="526" y="11"/>
                      <a:pt x="528" y="13"/>
                    </a:cubicBezTo>
                    <a:cubicBezTo>
                      <a:pt x="531" y="15"/>
                      <a:pt x="533" y="17"/>
                      <a:pt x="534" y="18"/>
                    </a:cubicBezTo>
                    <a:cubicBezTo>
                      <a:pt x="537" y="20"/>
                      <a:pt x="538" y="21"/>
                      <a:pt x="540" y="23"/>
                    </a:cubicBezTo>
                    <a:cubicBezTo>
                      <a:pt x="542" y="24"/>
                      <a:pt x="544" y="25"/>
                      <a:pt x="547" y="25"/>
                    </a:cubicBezTo>
                    <a:cubicBezTo>
                      <a:pt x="548" y="25"/>
                      <a:pt x="550" y="24"/>
                      <a:pt x="552" y="23"/>
                    </a:cubicBezTo>
                    <a:cubicBezTo>
                      <a:pt x="558" y="20"/>
                      <a:pt x="565" y="18"/>
                      <a:pt x="571" y="14"/>
                    </a:cubicBezTo>
                    <a:cubicBezTo>
                      <a:pt x="573" y="13"/>
                      <a:pt x="574" y="12"/>
                      <a:pt x="576" y="11"/>
                    </a:cubicBezTo>
                    <a:cubicBezTo>
                      <a:pt x="576" y="10"/>
                      <a:pt x="577" y="9"/>
                      <a:pt x="578" y="9"/>
                    </a:cubicBezTo>
                    <a:cubicBezTo>
                      <a:pt x="578" y="9"/>
                      <a:pt x="579" y="9"/>
                      <a:pt x="579" y="9"/>
                    </a:cubicBezTo>
                    <a:cubicBezTo>
                      <a:pt x="579" y="9"/>
                      <a:pt x="579" y="9"/>
                      <a:pt x="579" y="9"/>
                    </a:cubicBezTo>
                    <a:cubicBezTo>
                      <a:pt x="579" y="9"/>
                      <a:pt x="580" y="9"/>
                      <a:pt x="581" y="10"/>
                    </a:cubicBezTo>
                    <a:cubicBezTo>
                      <a:pt x="582" y="10"/>
                      <a:pt x="584" y="11"/>
                      <a:pt x="585" y="12"/>
                    </a:cubicBezTo>
                    <a:cubicBezTo>
                      <a:pt x="591" y="14"/>
                      <a:pt x="597" y="15"/>
                      <a:pt x="602" y="17"/>
                    </a:cubicBezTo>
                    <a:cubicBezTo>
                      <a:pt x="603" y="18"/>
                      <a:pt x="605" y="19"/>
                      <a:pt x="607" y="20"/>
                    </a:cubicBezTo>
                    <a:cubicBezTo>
                      <a:pt x="609" y="21"/>
                      <a:pt x="611" y="22"/>
                      <a:pt x="614" y="23"/>
                    </a:cubicBezTo>
                    <a:cubicBezTo>
                      <a:pt x="614" y="23"/>
                      <a:pt x="615" y="23"/>
                      <a:pt x="616" y="23"/>
                    </a:cubicBezTo>
                    <a:cubicBezTo>
                      <a:pt x="621" y="23"/>
                      <a:pt x="625" y="20"/>
                      <a:pt x="629" y="17"/>
                    </a:cubicBezTo>
                    <a:cubicBezTo>
                      <a:pt x="634" y="13"/>
                      <a:pt x="638" y="10"/>
                      <a:pt x="641" y="9"/>
                    </a:cubicBezTo>
                    <a:cubicBezTo>
                      <a:pt x="642" y="9"/>
                      <a:pt x="643" y="8"/>
                      <a:pt x="644" y="8"/>
                    </a:cubicBezTo>
                    <a:cubicBezTo>
                      <a:pt x="648" y="8"/>
                      <a:pt x="653" y="11"/>
                      <a:pt x="658" y="15"/>
                    </a:cubicBezTo>
                    <a:cubicBezTo>
                      <a:pt x="660" y="16"/>
                      <a:pt x="663" y="18"/>
                      <a:pt x="665" y="20"/>
                    </a:cubicBezTo>
                    <a:cubicBezTo>
                      <a:pt x="668" y="21"/>
                      <a:pt x="670" y="22"/>
                      <a:pt x="673" y="23"/>
                    </a:cubicBezTo>
                    <a:cubicBezTo>
                      <a:pt x="673" y="23"/>
                      <a:pt x="674" y="23"/>
                      <a:pt x="674" y="23"/>
                    </a:cubicBezTo>
                    <a:cubicBezTo>
                      <a:pt x="678" y="23"/>
                      <a:pt x="681" y="22"/>
                      <a:pt x="684" y="20"/>
                    </a:cubicBezTo>
                    <a:cubicBezTo>
                      <a:pt x="687" y="19"/>
                      <a:pt x="690" y="17"/>
                      <a:pt x="693" y="16"/>
                    </a:cubicBezTo>
                    <a:cubicBezTo>
                      <a:pt x="695" y="15"/>
                      <a:pt x="697" y="14"/>
                      <a:pt x="699" y="13"/>
                    </a:cubicBezTo>
                    <a:cubicBezTo>
                      <a:pt x="701" y="12"/>
                      <a:pt x="703" y="11"/>
                      <a:pt x="704" y="11"/>
                    </a:cubicBezTo>
                    <a:cubicBezTo>
                      <a:pt x="705" y="11"/>
                      <a:pt x="705" y="11"/>
                      <a:pt x="705" y="11"/>
                    </a:cubicBezTo>
                    <a:cubicBezTo>
                      <a:pt x="705" y="11"/>
                      <a:pt x="705" y="11"/>
                      <a:pt x="705" y="11"/>
                    </a:cubicBezTo>
                    <a:cubicBezTo>
                      <a:pt x="705" y="11"/>
                      <a:pt x="706" y="11"/>
                      <a:pt x="706" y="12"/>
                    </a:cubicBezTo>
                    <a:cubicBezTo>
                      <a:pt x="707" y="12"/>
                      <a:pt x="708" y="13"/>
                      <a:pt x="709" y="14"/>
                    </a:cubicBezTo>
                    <a:cubicBezTo>
                      <a:pt x="711" y="16"/>
                      <a:pt x="712" y="17"/>
                      <a:pt x="713" y="18"/>
                    </a:cubicBezTo>
                    <a:cubicBezTo>
                      <a:pt x="717" y="22"/>
                      <a:pt x="723" y="23"/>
                      <a:pt x="727" y="26"/>
                    </a:cubicBezTo>
                    <a:cubicBezTo>
                      <a:pt x="729" y="27"/>
                      <a:pt x="732" y="28"/>
                      <a:pt x="734" y="28"/>
                    </a:cubicBezTo>
                    <a:cubicBezTo>
                      <a:pt x="736" y="28"/>
                      <a:pt x="738" y="27"/>
                      <a:pt x="740" y="26"/>
                    </a:cubicBezTo>
                    <a:cubicBezTo>
                      <a:pt x="742" y="25"/>
                      <a:pt x="743" y="24"/>
                      <a:pt x="746" y="23"/>
                    </a:cubicBezTo>
                    <a:cubicBezTo>
                      <a:pt x="755" y="19"/>
                      <a:pt x="764" y="13"/>
                      <a:pt x="773" y="11"/>
                    </a:cubicBezTo>
                    <a:cubicBezTo>
                      <a:pt x="774" y="11"/>
                      <a:pt x="774" y="11"/>
                      <a:pt x="775" y="11"/>
                    </a:cubicBezTo>
                    <a:cubicBezTo>
                      <a:pt x="779" y="11"/>
                      <a:pt x="783" y="12"/>
                      <a:pt x="787" y="13"/>
                    </a:cubicBezTo>
                    <a:cubicBezTo>
                      <a:pt x="791" y="15"/>
                      <a:pt x="796" y="17"/>
                      <a:pt x="798" y="18"/>
                    </a:cubicBezTo>
                    <a:cubicBezTo>
                      <a:pt x="800" y="19"/>
                      <a:pt x="801" y="20"/>
                      <a:pt x="802" y="21"/>
                    </a:cubicBezTo>
                    <a:cubicBezTo>
                      <a:pt x="803" y="22"/>
                      <a:pt x="805" y="22"/>
                      <a:pt x="807" y="22"/>
                    </a:cubicBezTo>
                    <a:cubicBezTo>
                      <a:pt x="808" y="22"/>
                      <a:pt x="808" y="22"/>
                      <a:pt x="809" y="22"/>
                    </a:cubicBezTo>
                    <a:cubicBezTo>
                      <a:pt x="813" y="21"/>
                      <a:pt x="815" y="19"/>
                      <a:pt x="817" y="18"/>
                    </a:cubicBezTo>
                    <a:cubicBezTo>
                      <a:pt x="819" y="16"/>
                      <a:pt x="821" y="14"/>
                      <a:pt x="823" y="13"/>
                    </a:cubicBezTo>
                    <a:cubicBezTo>
                      <a:pt x="823" y="13"/>
                      <a:pt x="824" y="13"/>
                      <a:pt x="825" y="13"/>
                    </a:cubicBezTo>
                    <a:cubicBezTo>
                      <a:pt x="828" y="13"/>
                      <a:pt x="832" y="15"/>
                      <a:pt x="835" y="17"/>
                    </a:cubicBezTo>
                    <a:cubicBezTo>
                      <a:pt x="838" y="18"/>
                      <a:pt x="841" y="20"/>
                      <a:pt x="844" y="23"/>
                    </a:cubicBezTo>
                    <a:cubicBezTo>
                      <a:pt x="848" y="25"/>
                      <a:pt x="851" y="27"/>
                      <a:pt x="855" y="27"/>
                    </a:cubicBezTo>
                    <a:cubicBezTo>
                      <a:pt x="855" y="27"/>
                      <a:pt x="855" y="27"/>
                      <a:pt x="855" y="27"/>
                    </a:cubicBezTo>
                    <a:cubicBezTo>
                      <a:pt x="858" y="27"/>
                      <a:pt x="861" y="26"/>
                      <a:pt x="863" y="25"/>
                    </a:cubicBezTo>
                    <a:cubicBezTo>
                      <a:pt x="865" y="23"/>
                      <a:pt x="868" y="22"/>
                      <a:pt x="869" y="22"/>
                    </a:cubicBezTo>
                    <a:cubicBezTo>
                      <a:pt x="875" y="19"/>
                      <a:pt x="881" y="18"/>
                      <a:pt x="886" y="15"/>
                    </a:cubicBezTo>
                    <a:cubicBezTo>
                      <a:pt x="888" y="14"/>
                      <a:pt x="890" y="13"/>
                      <a:pt x="892" y="13"/>
                    </a:cubicBezTo>
                    <a:cubicBezTo>
                      <a:pt x="896" y="13"/>
                      <a:pt x="900" y="15"/>
                      <a:pt x="904" y="18"/>
                    </a:cubicBezTo>
                    <a:cubicBezTo>
                      <a:pt x="909" y="21"/>
                      <a:pt x="914" y="24"/>
                      <a:pt x="919" y="26"/>
                    </a:cubicBezTo>
                    <a:cubicBezTo>
                      <a:pt x="920" y="26"/>
                      <a:pt x="921" y="26"/>
                      <a:pt x="923" y="26"/>
                    </a:cubicBezTo>
                    <a:cubicBezTo>
                      <a:pt x="926" y="26"/>
                      <a:pt x="930" y="25"/>
                      <a:pt x="933" y="23"/>
                    </a:cubicBezTo>
                    <a:cubicBezTo>
                      <a:pt x="936" y="21"/>
                      <a:pt x="939" y="19"/>
                      <a:pt x="942" y="17"/>
                    </a:cubicBezTo>
                    <a:cubicBezTo>
                      <a:pt x="945" y="15"/>
                      <a:pt x="947" y="14"/>
                      <a:pt x="948" y="13"/>
                    </a:cubicBezTo>
                    <a:cubicBezTo>
                      <a:pt x="950" y="12"/>
                      <a:pt x="951" y="11"/>
                      <a:pt x="953" y="11"/>
                    </a:cubicBezTo>
                    <a:cubicBezTo>
                      <a:pt x="954" y="11"/>
                      <a:pt x="955" y="11"/>
                      <a:pt x="957" y="12"/>
                    </a:cubicBezTo>
                    <a:cubicBezTo>
                      <a:pt x="965" y="15"/>
                      <a:pt x="975" y="20"/>
                      <a:pt x="981" y="27"/>
                    </a:cubicBezTo>
                    <a:cubicBezTo>
                      <a:pt x="982" y="28"/>
                      <a:pt x="982" y="28"/>
                      <a:pt x="982" y="28"/>
                    </a:cubicBezTo>
                    <a:cubicBezTo>
                      <a:pt x="984" y="27"/>
                      <a:pt x="984" y="27"/>
                      <a:pt x="984" y="27"/>
                    </a:cubicBezTo>
                    <a:cubicBezTo>
                      <a:pt x="989" y="23"/>
                      <a:pt x="995" y="20"/>
                      <a:pt x="1000" y="16"/>
                    </a:cubicBezTo>
                    <a:cubicBezTo>
                      <a:pt x="1002" y="14"/>
                      <a:pt x="1005" y="12"/>
                      <a:pt x="1007" y="11"/>
                    </a:cubicBezTo>
                    <a:cubicBezTo>
                      <a:pt x="1009" y="10"/>
                      <a:pt x="1009" y="10"/>
                      <a:pt x="1009" y="10"/>
                    </a:cubicBezTo>
                    <a:cubicBezTo>
                      <a:pt x="1009" y="10"/>
                      <a:pt x="1009" y="10"/>
                      <a:pt x="1009" y="10"/>
                    </a:cubicBezTo>
                    <a:cubicBezTo>
                      <a:pt x="1009" y="10"/>
                      <a:pt x="1009" y="10"/>
                      <a:pt x="1009" y="10"/>
                    </a:cubicBezTo>
                    <a:cubicBezTo>
                      <a:pt x="1009" y="10"/>
                      <a:pt x="1009" y="10"/>
                      <a:pt x="1009" y="10"/>
                    </a:cubicBezTo>
                    <a:cubicBezTo>
                      <a:pt x="1009" y="10"/>
                      <a:pt x="1009" y="10"/>
                      <a:pt x="1009" y="10"/>
                    </a:cubicBezTo>
                    <a:cubicBezTo>
                      <a:pt x="1009" y="10"/>
                      <a:pt x="1009" y="10"/>
                      <a:pt x="1009" y="10"/>
                    </a:cubicBezTo>
                    <a:cubicBezTo>
                      <a:pt x="1009" y="10"/>
                      <a:pt x="1010" y="11"/>
                      <a:pt x="1012" y="12"/>
                    </a:cubicBezTo>
                    <a:cubicBezTo>
                      <a:pt x="1018" y="16"/>
                      <a:pt x="1023" y="18"/>
                      <a:pt x="1028" y="20"/>
                    </a:cubicBezTo>
                    <a:cubicBezTo>
                      <a:pt x="1030" y="21"/>
                      <a:pt x="1032" y="23"/>
                      <a:pt x="1035" y="25"/>
                    </a:cubicBezTo>
                    <a:cubicBezTo>
                      <a:pt x="1037" y="26"/>
                      <a:pt x="1038" y="27"/>
                      <a:pt x="1039" y="27"/>
                    </a:cubicBezTo>
                    <a:cubicBezTo>
                      <a:pt x="1041" y="28"/>
                      <a:pt x="1042" y="29"/>
                      <a:pt x="1044" y="29"/>
                    </a:cubicBezTo>
                    <a:cubicBezTo>
                      <a:pt x="1044" y="29"/>
                      <a:pt x="1045" y="29"/>
                      <a:pt x="1045" y="28"/>
                    </a:cubicBezTo>
                    <a:cubicBezTo>
                      <a:pt x="1046" y="28"/>
                      <a:pt x="1047" y="28"/>
                      <a:pt x="1048" y="27"/>
                    </a:cubicBezTo>
                    <a:cubicBezTo>
                      <a:pt x="1049" y="26"/>
                      <a:pt x="1050" y="25"/>
                      <a:pt x="1051" y="24"/>
                    </a:cubicBezTo>
                    <a:cubicBezTo>
                      <a:pt x="1052" y="23"/>
                      <a:pt x="1053" y="22"/>
                      <a:pt x="1054" y="21"/>
                    </a:cubicBezTo>
                    <a:cubicBezTo>
                      <a:pt x="1057" y="19"/>
                      <a:pt x="1060" y="17"/>
                      <a:pt x="1063" y="15"/>
                    </a:cubicBezTo>
                    <a:cubicBezTo>
                      <a:pt x="1065" y="15"/>
                      <a:pt x="1067" y="13"/>
                      <a:pt x="1069" y="12"/>
                    </a:cubicBezTo>
                    <a:cubicBezTo>
                      <a:pt x="1071" y="11"/>
                      <a:pt x="1073" y="11"/>
                      <a:pt x="1074" y="11"/>
                    </a:cubicBezTo>
                    <a:cubicBezTo>
                      <a:pt x="1074" y="11"/>
                      <a:pt x="1074" y="11"/>
                      <a:pt x="1074" y="11"/>
                    </a:cubicBezTo>
                    <a:cubicBezTo>
                      <a:pt x="1074" y="11"/>
                      <a:pt x="1074" y="11"/>
                      <a:pt x="1074" y="11"/>
                    </a:cubicBezTo>
                    <a:cubicBezTo>
                      <a:pt x="1075" y="11"/>
                      <a:pt x="1075" y="11"/>
                      <a:pt x="1076" y="11"/>
                    </a:cubicBezTo>
                    <a:cubicBezTo>
                      <a:pt x="1076" y="12"/>
                      <a:pt x="1078" y="12"/>
                      <a:pt x="1079" y="13"/>
                    </a:cubicBezTo>
                    <a:cubicBezTo>
                      <a:pt x="1080" y="14"/>
                      <a:pt x="1081" y="15"/>
                      <a:pt x="1082" y="15"/>
                    </a:cubicBezTo>
                    <a:cubicBezTo>
                      <a:pt x="1089" y="17"/>
                      <a:pt x="1096" y="17"/>
                      <a:pt x="1102" y="19"/>
                    </a:cubicBezTo>
                    <a:cubicBezTo>
                      <a:pt x="1105" y="20"/>
                      <a:pt x="1107" y="21"/>
                      <a:pt x="1110" y="21"/>
                    </a:cubicBezTo>
                    <a:cubicBezTo>
                      <a:pt x="1111" y="21"/>
                      <a:pt x="1112" y="21"/>
                      <a:pt x="1113" y="21"/>
                    </a:cubicBezTo>
                    <a:cubicBezTo>
                      <a:pt x="1119" y="19"/>
                      <a:pt x="1124" y="16"/>
                      <a:pt x="1128" y="13"/>
                    </a:cubicBezTo>
                    <a:cubicBezTo>
                      <a:pt x="1133" y="10"/>
                      <a:pt x="1137" y="6"/>
                      <a:pt x="1142" y="5"/>
                    </a:cubicBezTo>
                    <a:cubicBezTo>
                      <a:pt x="1141" y="3"/>
                      <a:pt x="1141" y="3"/>
                      <a:pt x="1141" y="3"/>
                    </a:cubicBezTo>
                    <a:cubicBezTo>
                      <a:pt x="1139" y="4"/>
                      <a:pt x="1139" y="4"/>
                      <a:pt x="1139" y="4"/>
                    </a:cubicBezTo>
                    <a:cubicBezTo>
                      <a:pt x="1140" y="8"/>
                      <a:pt x="1145" y="13"/>
                      <a:pt x="1149" y="16"/>
                    </a:cubicBezTo>
                    <a:cubicBezTo>
                      <a:pt x="1152" y="18"/>
                      <a:pt x="1154" y="20"/>
                      <a:pt x="1157" y="21"/>
                    </a:cubicBezTo>
                    <a:cubicBezTo>
                      <a:pt x="1160" y="22"/>
                      <a:pt x="1162" y="22"/>
                      <a:pt x="1164" y="22"/>
                    </a:cubicBezTo>
                    <a:cubicBezTo>
                      <a:pt x="1165" y="22"/>
                      <a:pt x="1166" y="22"/>
                      <a:pt x="1166" y="22"/>
                    </a:cubicBezTo>
                    <a:cubicBezTo>
                      <a:pt x="1175" y="20"/>
                      <a:pt x="1183" y="17"/>
                      <a:pt x="1191" y="13"/>
                    </a:cubicBezTo>
                    <a:cubicBezTo>
                      <a:pt x="1193" y="12"/>
                      <a:pt x="1195" y="12"/>
                      <a:pt x="1197" y="12"/>
                    </a:cubicBezTo>
                    <a:cubicBezTo>
                      <a:pt x="1202" y="12"/>
                      <a:pt x="1208" y="14"/>
                      <a:pt x="1213" y="15"/>
                    </a:cubicBezTo>
                    <a:cubicBezTo>
                      <a:pt x="1219" y="17"/>
                      <a:pt x="1225" y="21"/>
                      <a:pt x="1232" y="23"/>
                    </a:cubicBezTo>
                    <a:cubicBezTo>
                      <a:pt x="1234" y="24"/>
                      <a:pt x="1235" y="24"/>
                      <a:pt x="1236" y="24"/>
                    </a:cubicBezTo>
                    <a:cubicBezTo>
                      <a:pt x="1239" y="24"/>
                      <a:pt x="1242" y="23"/>
                      <a:pt x="1245" y="21"/>
                    </a:cubicBezTo>
                    <a:cubicBezTo>
                      <a:pt x="1248" y="19"/>
                      <a:pt x="1251" y="17"/>
                      <a:pt x="1254" y="16"/>
                    </a:cubicBezTo>
                    <a:cubicBezTo>
                      <a:pt x="1257" y="14"/>
                      <a:pt x="1259" y="13"/>
                      <a:pt x="1262" y="12"/>
                    </a:cubicBezTo>
                    <a:cubicBezTo>
                      <a:pt x="1263" y="12"/>
                      <a:pt x="1264" y="12"/>
                      <a:pt x="1264" y="12"/>
                    </a:cubicBezTo>
                    <a:cubicBezTo>
                      <a:pt x="1267" y="12"/>
                      <a:pt x="1269" y="13"/>
                      <a:pt x="1272" y="14"/>
                    </a:cubicBezTo>
                    <a:cubicBezTo>
                      <a:pt x="1276" y="16"/>
                      <a:pt x="1280" y="20"/>
                      <a:pt x="1285" y="23"/>
                    </a:cubicBezTo>
                    <a:cubicBezTo>
                      <a:pt x="1289" y="26"/>
                      <a:pt x="1294" y="28"/>
                      <a:pt x="1299" y="29"/>
                    </a:cubicBezTo>
                    <a:cubicBezTo>
                      <a:pt x="1299" y="29"/>
                      <a:pt x="1300" y="29"/>
                      <a:pt x="1300" y="29"/>
                    </a:cubicBezTo>
                    <a:cubicBezTo>
                      <a:pt x="1302" y="29"/>
                      <a:pt x="1305" y="28"/>
                      <a:pt x="1307" y="28"/>
                    </a:cubicBezTo>
                    <a:cubicBezTo>
                      <a:pt x="1309" y="27"/>
                      <a:pt x="1312" y="26"/>
                      <a:pt x="1314" y="25"/>
                    </a:cubicBezTo>
                    <a:cubicBezTo>
                      <a:pt x="1316" y="24"/>
                      <a:pt x="1320" y="22"/>
                      <a:pt x="1323" y="20"/>
                    </a:cubicBezTo>
                    <a:cubicBezTo>
                      <a:pt x="1325" y="20"/>
                      <a:pt x="1326" y="19"/>
                      <a:pt x="1328" y="18"/>
                    </a:cubicBezTo>
                    <a:cubicBezTo>
                      <a:pt x="1329" y="18"/>
                      <a:pt x="1331" y="17"/>
                      <a:pt x="1331" y="17"/>
                    </a:cubicBezTo>
                    <a:cubicBezTo>
                      <a:pt x="1331" y="17"/>
                      <a:pt x="1331" y="17"/>
                      <a:pt x="1331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1" y="17"/>
                      <a:pt x="1331" y="17"/>
                      <a:pt x="1331" y="17"/>
                    </a:cubicBezTo>
                    <a:cubicBezTo>
                      <a:pt x="1331" y="17"/>
                      <a:pt x="1331" y="17"/>
                      <a:pt x="1331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1" y="17"/>
                      <a:pt x="1331" y="17"/>
                      <a:pt x="1331" y="17"/>
                    </a:cubicBezTo>
                    <a:cubicBezTo>
                      <a:pt x="1331" y="17"/>
                      <a:pt x="1332" y="18"/>
                      <a:pt x="1332" y="18"/>
                    </a:cubicBezTo>
                    <a:cubicBezTo>
                      <a:pt x="1333" y="19"/>
                      <a:pt x="1334" y="20"/>
                      <a:pt x="1335" y="21"/>
                    </a:cubicBezTo>
                    <a:cubicBezTo>
                      <a:pt x="1336" y="22"/>
                      <a:pt x="1337" y="23"/>
                      <a:pt x="1338" y="23"/>
                    </a:cubicBezTo>
                    <a:cubicBezTo>
                      <a:pt x="1341" y="25"/>
                      <a:pt x="1344" y="26"/>
                      <a:pt x="1346" y="28"/>
                    </a:cubicBezTo>
                    <a:cubicBezTo>
                      <a:pt x="1348" y="29"/>
                      <a:pt x="1350" y="30"/>
                      <a:pt x="1352" y="31"/>
                    </a:cubicBezTo>
                    <a:cubicBezTo>
                      <a:pt x="1353" y="32"/>
                      <a:pt x="1355" y="33"/>
                      <a:pt x="1357" y="33"/>
                    </a:cubicBezTo>
                    <a:cubicBezTo>
                      <a:pt x="1359" y="33"/>
                      <a:pt x="1361" y="32"/>
                      <a:pt x="1362" y="32"/>
                    </a:cubicBezTo>
                    <a:cubicBezTo>
                      <a:pt x="1366" y="30"/>
                      <a:pt x="1369" y="26"/>
                      <a:pt x="1372" y="22"/>
                    </a:cubicBezTo>
                    <a:cubicBezTo>
                      <a:pt x="1373" y="21"/>
                      <a:pt x="1374" y="19"/>
                      <a:pt x="1376" y="18"/>
                    </a:cubicBezTo>
                    <a:cubicBezTo>
                      <a:pt x="1377" y="17"/>
                      <a:pt x="1378" y="16"/>
                      <a:pt x="1380" y="16"/>
                    </a:cubicBezTo>
                    <a:cubicBezTo>
                      <a:pt x="1379" y="14"/>
                      <a:pt x="1379" y="14"/>
                      <a:pt x="1379" y="14"/>
                    </a:cubicBezTo>
                    <a:cubicBezTo>
                      <a:pt x="1377" y="14"/>
                      <a:pt x="1377" y="14"/>
                      <a:pt x="1377" y="14"/>
                    </a:cubicBezTo>
                    <a:cubicBezTo>
                      <a:pt x="1377" y="16"/>
                      <a:pt x="1378" y="17"/>
                      <a:pt x="1379" y="18"/>
                    </a:cubicBezTo>
                    <a:cubicBezTo>
                      <a:pt x="1380" y="20"/>
                      <a:pt x="1382" y="21"/>
                      <a:pt x="1383" y="22"/>
                    </a:cubicBezTo>
                    <a:cubicBezTo>
                      <a:pt x="1385" y="23"/>
                      <a:pt x="1386" y="24"/>
                      <a:pt x="1387" y="25"/>
                    </a:cubicBezTo>
                    <a:cubicBezTo>
                      <a:pt x="1394" y="29"/>
                      <a:pt x="1403" y="32"/>
                      <a:pt x="1409" y="36"/>
                    </a:cubicBezTo>
                    <a:cubicBezTo>
                      <a:pt x="1410" y="38"/>
                      <a:pt x="1410" y="38"/>
                      <a:pt x="1410" y="38"/>
                    </a:cubicBezTo>
                    <a:cubicBezTo>
                      <a:pt x="1411" y="37"/>
                      <a:pt x="1411" y="37"/>
                      <a:pt x="1411" y="37"/>
                    </a:cubicBezTo>
                    <a:cubicBezTo>
                      <a:pt x="1416" y="33"/>
                      <a:pt x="1419" y="28"/>
                      <a:pt x="1421" y="24"/>
                    </a:cubicBezTo>
                    <a:cubicBezTo>
                      <a:pt x="1422" y="22"/>
                      <a:pt x="1423" y="21"/>
                      <a:pt x="1424" y="20"/>
                    </a:cubicBezTo>
                    <a:cubicBezTo>
                      <a:pt x="1424" y="19"/>
                      <a:pt x="1424" y="19"/>
                      <a:pt x="1424" y="19"/>
                    </a:cubicBezTo>
                    <a:cubicBezTo>
                      <a:pt x="1425" y="19"/>
                      <a:pt x="1425" y="19"/>
                      <a:pt x="1425" y="19"/>
                    </a:cubicBezTo>
                    <a:cubicBezTo>
                      <a:pt x="1425" y="19"/>
                      <a:pt x="1427" y="20"/>
                      <a:pt x="1428" y="21"/>
                    </a:cubicBezTo>
                    <a:cubicBezTo>
                      <a:pt x="1432" y="22"/>
                      <a:pt x="1435" y="26"/>
                      <a:pt x="1439" y="28"/>
                    </a:cubicBezTo>
                    <a:cubicBezTo>
                      <a:pt x="1443" y="31"/>
                      <a:pt x="1447" y="34"/>
                      <a:pt x="1452" y="34"/>
                    </a:cubicBezTo>
                    <a:cubicBezTo>
                      <a:pt x="1453" y="34"/>
                      <a:pt x="1454" y="34"/>
                      <a:pt x="1454" y="33"/>
                    </a:cubicBezTo>
                    <a:cubicBezTo>
                      <a:pt x="1456" y="33"/>
                      <a:pt x="1457" y="32"/>
                      <a:pt x="1458" y="32"/>
                    </a:cubicBezTo>
                    <a:cubicBezTo>
                      <a:pt x="1459" y="31"/>
                      <a:pt x="1460" y="30"/>
                      <a:pt x="1460" y="30"/>
                    </a:cubicBezTo>
                    <a:cubicBezTo>
                      <a:pt x="1461" y="30"/>
                      <a:pt x="1463" y="30"/>
                      <a:pt x="1464" y="29"/>
                    </a:cubicBezTo>
                    <a:cubicBezTo>
                      <a:pt x="1465" y="29"/>
                      <a:pt x="1467" y="29"/>
                      <a:pt x="1468" y="28"/>
                    </a:cubicBezTo>
                    <a:cubicBezTo>
                      <a:pt x="1469" y="28"/>
                      <a:pt x="1470" y="28"/>
                      <a:pt x="1471" y="27"/>
                    </a:cubicBezTo>
                    <a:cubicBezTo>
                      <a:pt x="1475" y="25"/>
                      <a:pt x="1479" y="22"/>
                      <a:pt x="1481" y="21"/>
                    </a:cubicBezTo>
                    <a:cubicBezTo>
                      <a:pt x="1478" y="18"/>
                      <a:pt x="1478" y="18"/>
                      <a:pt x="1478" y="18"/>
                    </a:cubicBezTo>
                    <a:cubicBezTo>
                      <a:pt x="1477" y="18"/>
                      <a:pt x="1475" y="20"/>
                      <a:pt x="1473" y="21"/>
                    </a:cubicBezTo>
                    <a:cubicBezTo>
                      <a:pt x="1471" y="22"/>
                      <a:pt x="1470" y="23"/>
                      <a:pt x="1469" y="23"/>
                    </a:cubicBezTo>
                    <a:cubicBezTo>
                      <a:pt x="1468" y="24"/>
                      <a:pt x="1467" y="24"/>
                      <a:pt x="1467" y="24"/>
                    </a:cubicBezTo>
                    <a:cubicBezTo>
                      <a:pt x="1466" y="25"/>
                      <a:pt x="1465" y="25"/>
                      <a:pt x="1463" y="25"/>
                    </a:cubicBezTo>
                    <a:cubicBezTo>
                      <a:pt x="1462" y="25"/>
                      <a:pt x="1460" y="26"/>
                      <a:pt x="1459" y="26"/>
                    </a:cubicBezTo>
                    <a:cubicBezTo>
                      <a:pt x="1457" y="27"/>
                      <a:pt x="1457" y="28"/>
                      <a:pt x="1456" y="28"/>
                    </a:cubicBezTo>
                    <a:cubicBezTo>
                      <a:pt x="1455" y="29"/>
                      <a:pt x="1454" y="29"/>
                      <a:pt x="1454" y="29"/>
                    </a:cubicBezTo>
                    <a:cubicBezTo>
                      <a:pt x="1453" y="29"/>
                      <a:pt x="1453" y="29"/>
                      <a:pt x="1452" y="29"/>
                    </a:cubicBezTo>
                    <a:cubicBezTo>
                      <a:pt x="1449" y="29"/>
                      <a:pt x="1445" y="28"/>
                      <a:pt x="1442" y="25"/>
                    </a:cubicBezTo>
                    <a:cubicBezTo>
                      <a:pt x="1438" y="22"/>
                      <a:pt x="1434" y="19"/>
                      <a:pt x="1430" y="17"/>
                    </a:cubicBezTo>
                    <a:cubicBezTo>
                      <a:pt x="1428" y="16"/>
                      <a:pt x="1427" y="15"/>
                      <a:pt x="1425" y="15"/>
                    </a:cubicBezTo>
                    <a:cubicBezTo>
                      <a:pt x="1424" y="15"/>
                      <a:pt x="1423" y="15"/>
                      <a:pt x="1422" y="16"/>
                    </a:cubicBezTo>
                    <a:cubicBezTo>
                      <a:pt x="1421" y="16"/>
                      <a:pt x="1421" y="17"/>
                      <a:pt x="1420" y="18"/>
                    </a:cubicBezTo>
                    <a:cubicBezTo>
                      <a:pt x="1419" y="19"/>
                      <a:pt x="1418" y="20"/>
                      <a:pt x="1418" y="22"/>
                    </a:cubicBezTo>
                    <a:cubicBezTo>
                      <a:pt x="1415" y="26"/>
                      <a:pt x="1412" y="31"/>
                      <a:pt x="1409" y="33"/>
                    </a:cubicBezTo>
                    <a:cubicBezTo>
                      <a:pt x="1410" y="35"/>
                      <a:pt x="1410" y="35"/>
                      <a:pt x="1410" y="35"/>
                    </a:cubicBezTo>
                    <a:cubicBezTo>
                      <a:pt x="1412" y="33"/>
                      <a:pt x="1412" y="33"/>
                      <a:pt x="1412" y="33"/>
                    </a:cubicBezTo>
                    <a:cubicBezTo>
                      <a:pt x="1405" y="28"/>
                      <a:pt x="1396" y="25"/>
                      <a:pt x="1390" y="21"/>
                    </a:cubicBezTo>
                    <a:cubicBezTo>
                      <a:pt x="1388" y="20"/>
                      <a:pt x="1386" y="19"/>
                      <a:pt x="1384" y="17"/>
                    </a:cubicBezTo>
                    <a:cubicBezTo>
                      <a:pt x="1383" y="17"/>
                      <a:pt x="1383" y="16"/>
                      <a:pt x="1382" y="15"/>
                    </a:cubicBezTo>
                    <a:cubicBezTo>
                      <a:pt x="1382" y="15"/>
                      <a:pt x="1381" y="14"/>
                      <a:pt x="1381" y="14"/>
                    </a:cubicBezTo>
                    <a:cubicBezTo>
                      <a:pt x="1381" y="11"/>
                      <a:pt x="1381" y="11"/>
                      <a:pt x="1381" y="11"/>
                    </a:cubicBezTo>
                    <a:cubicBezTo>
                      <a:pt x="1379" y="12"/>
                      <a:pt x="1379" y="12"/>
                      <a:pt x="1379" y="12"/>
                    </a:cubicBezTo>
                    <a:cubicBezTo>
                      <a:pt x="1377" y="12"/>
                      <a:pt x="1375" y="13"/>
                      <a:pt x="1373" y="15"/>
                    </a:cubicBezTo>
                    <a:cubicBezTo>
                      <a:pt x="1370" y="17"/>
                      <a:pt x="1368" y="20"/>
                      <a:pt x="1366" y="22"/>
                    </a:cubicBezTo>
                    <a:cubicBezTo>
                      <a:pt x="1364" y="25"/>
                      <a:pt x="1362" y="27"/>
                      <a:pt x="1360" y="28"/>
                    </a:cubicBezTo>
                    <a:cubicBezTo>
                      <a:pt x="1359" y="28"/>
                      <a:pt x="1358" y="29"/>
                      <a:pt x="1357" y="29"/>
                    </a:cubicBezTo>
                    <a:cubicBezTo>
                      <a:pt x="1356" y="29"/>
                      <a:pt x="1355" y="28"/>
                      <a:pt x="1354" y="27"/>
                    </a:cubicBezTo>
                    <a:cubicBezTo>
                      <a:pt x="1352" y="27"/>
                      <a:pt x="1350" y="26"/>
                      <a:pt x="1349" y="24"/>
                    </a:cubicBezTo>
                    <a:cubicBezTo>
                      <a:pt x="1346" y="23"/>
                      <a:pt x="1343" y="21"/>
                      <a:pt x="1340" y="20"/>
                    </a:cubicBezTo>
                    <a:cubicBezTo>
                      <a:pt x="1340" y="20"/>
                      <a:pt x="1340" y="19"/>
                      <a:pt x="1339" y="19"/>
                    </a:cubicBezTo>
                    <a:cubicBezTo>
                      <a:pt x="1338" y="18"/>
                      <a:pt x="1337" y="17"/>
                      <a:pt x="1336" y="16"/>
                    </a:cubicBezTo>
                    <a:cubicBezTo>
                      <a:pt x="1335" y="15"/>
                      <a:pt x="1335" y="15"/>
                      <a:pt x="1334" y="14"/>
                    </a:cubicBezTo>
                    <a:cubicBezTo>
                      <a:pt x="1334" y="14"/>
                      <a:pt x="1333" y="13"/>
                      <a:pt x="1333" y="13"/>
                    </a:cubicBezTo>
                    <a:cubicBezTo>
                      <a:pt x="1332" y="13"/>
                      <a:pt x="1332" y="13"/>
                      <a:pt x="1331" y="13"/>
                    </a:cubicBezTo>
                    <a:cubicBezTo>
                      <a:pt x="1330" y="13"/>
                      <a:pt x="1328" y="13"/>
                      <a:pt x="1326" y="14"/>
                    </a:cubicBezTo>
                    <a:cubicBezTo>
                      <a:pt x="1324" y="15"/>
                      <a:pt x="1321" y="17"/>
                      <a:pt x="1319" y="18"/>
                    </a:cubicBezTo>
                    <a:cubicBezTo>
                      <a:pt x="1316" y="19"/>
                      <a:pt x="1314" y="20"/>
                      <a:pt x="1313" y="21"/>
                    </a:cubicBezTo>
                    <a:cubicBezTo>
                      <a:pt x="1310" y="22"/>
                      <a:pt x="1308" y="23"/>
                      <a:pt x="1306" y="23"/>
                    </a:cubicBezTo>
                    <a:cubicBezTo>
                      <a:pt x="1304" y="24"/>
                      <a:pt x="1302" y="25"/>
                      <a:pt x="1300" y="25"/>
                    </a:cubicBezTo>
                    <a:cubicBezTo>
                      <a:pt x="1299" y="25"/>
                      <a:pt x="1299" y="25"/>
                      <a:pt x="1299" y="25"/>
                    </a:cubicBezTo>
                    <a:cubicBezTo>
                      <a:pt x="1294" y="24"/>
                      <a:pt x="1289" y="20"/>
                      <a:pt x="1283" y="16"/>
                    </a:cubicBezTo>
                    <a:cubicBezTo>
                      <a:pt x="1280" y="14"/>
                      <a:pt x="1277" y="12"/>
                      <a:pt x="1274" y="10"/>
                    </a:cubicBezTo>
                    <a:cubicBezTo>
                      <a:pt x="1271" y="9"/>
                      <a:pt x="1268" y="8"/>
                      <a:pt x="1264" y="8"/>
                    </a:cubicBezTo>
                    <a:cubicBezTo>
                      <a:pt x="1263" y="8"/>
                      <a:pt x="1262" y="8"/>
                      <a:pt x="1261" y="8"/>
                    </a:cubicBezTo>
                    <a:cubicBezTo>
                      <a:pt x="1258" y="9"/>
                      <a:pt x="1255" y="10"/>
                      <a:pt x="1252" y="12"/>
                    </a:cubicBezTo>
                    <a:cubicBezTo>
                      <a:pt x="1249" y="14"/>
                      <a:pt x="1246" y="16"/>
                      <a:pt x="1243" y="17"/>
                    </a:cubicBezTo>
                    <a:cubicBezTo>
                      <a:pt x="1240" y="19"/>
                      <a:pt x="1238" y="20"/>
                      <a:pt x="1236" y="20"/>
                    </a:cubicBezTo>
                    <a:cubicBezTo>
                      <a:pt x="1235" y="20"/>
                      <a:pt x="1235" y="19"/>
                      <a:pt x="1234" y="19"/>
                    </a:cubicBezTo>
                    <a:cubicBezTo>
                      <a:pt x="1227" y="17"/>
                      <a:pt x="1221" y="13"/>
                      <a:pt x="1214" y="11"/>
                    </a:cubicBezTo>
                    <a:cubicBezTo>
                      <a:pt x="1209" y="10"/>
                      <a:pt x="1203" y="8"/>
                      <a:pt x="1197" y="8"/>
                    </a:cubicBezTo>
                    <a:cubicBezTo>
                      <a:pt x="1195" y="8"/>
                      <a:pt x="1192" y="8"/>
                      <a:pt x="1189" y="9"/>
                    </a:cubicBezTo>
                    <a:cubicBezTo>
                      <a:pt x="1181" y="13"/>
                      <a:pt x="1173" y="16"/>
                      <a:pt x="1166" y="18"/>
                    </a:cubicBezTo>
                    <a:cubicBezTo>
                      <a:pt x="1165" y="18"/>
                      <a:pt x="1165" y="18"/>
                      <a:pt x="1164" y="18"/>
                    </a:cubicBezTo>
                    <a:cubicBezTo>
                      <a:pt x="1163" y="18"/>
                      <a:pt x="1161" y="18"/>
                      <a:pt x="1159" y="17"/>
                    </a:cubicBezTo>
                    <a:cubicBezTo>
                      <a:pt x="1155" y="15"/>
                      <a:pt x="1152" y="13"/>
                      <a:pt x="1149" y="10"/>
                    </a:cubicBezTo>
                    <a:cubicBezTo>
                      <a:pt x="1146" y="8"/>
                      <a:pt x="1144" y="5"/>
                      <a:pt x="1143" y="2"/>
                    </a:cubicBezTo>
                    <a:cubicBezTo>
                      <a:pt x="1142" y="0"/>
                      <a:pt x="1142" y="0"/>
                      <a:pt x="1142" y="0"/>
                    </a:cubicBezTo>
                    <a:cubicBezTo>
                      <a:pt x="1140" y="1"/>
                      <a:pt x="1140" y="1"/>
                      <a:pt x="1140" y="1"/>
                    </a:cubicBezTo>
                    <a:cubicBezTo>
                      <a:pt x="1135" y="3"/>
                      <a:pt x="1131" y="6"/>
                      <a:pt x="1126" y="9"/>
                    </a:cubicBezTo>
                    <a:cubicBezTo>
                      <a:pt x="1121" y="13"/>
                      <a:pt x="1117" y="15"/>
                      <a:pt x="1112" y="16"/>
                    </a:cubicBezTo>
                    <a:cubicBezTo>
                      <a:pt x="1111" y="17"/>
                      <a:pt x="1110" y="17"/>
                      <a:pt x="1110" y="17"/>
                    </a:cubicBezTo>
                    <a:cubicBezTo>
                      <a:pt x="1108" y="17"/>
                      <a:pt x="1106" y="16"/>
                      <a:pt x="1103" y="15"/>
                    </a:cubicBezTo>
                    <a:cubicBezTo>
                      <a:pt x="1096" y="13"/>
                      <a:pt x="1090" y="13"/>
                      <a:pt x="1084" y="11"/>
                    </a:cubicBezTo>
                    <a:cubicBezTo>
                      <a:pt x="1083" y="11"/>
                      <a:pt x="1081" y="10"/>
                      <a:pt x="1080" y="9"/>
                    </a:cubicBezTo>
                    <a:cubicBezTo>
                      <a:pt x="1079" y="8"/>
                      <a:pt x="1078" y="8"/>
                      <a:pt x="1078" y="7"/>
                    </a:cubicBezTo>
                    <a:cubicBezTo>
                      <a:pt x="1077" y="7"/>
                      <a:pt x="1076" y="7"/>
                      <a:pt x="1075" y="6"/>
                    </a:cubicBezTo>
                    <a:cubicBezTo>
                      <a:pt x="1075" y="6"/>
                      <a:pt x="1075" y="6"/>
                      <a:pt x="1075" y="6"/>
                    </a:cubicBezTo>
                    <a:cubicBezTo>
                      <a:pt x="1074" y="6"/>
                      <a:pt x="1074" y="6"/>
                      <a:pt x="1074" y="6"/>
                    </a:cubicBezTo>
                    <a:cubicBezTo>
                      <a:pt x="1072" y="6"/>
                      <a:pt x="1069" y="7"/>
                      <a:pt x="1067" y="8"/>
                    </a:cubicBezTo>
                    <a:cubicBezTo>
                      <a:pt x="1065" y="10"/>
                      <a:pt x="1063" y="11"/>
                      <a:pt x="1061" y="11"/>
                    </a:cubicBezTo>
                    <a:cubicBezTo>
                      <a:pt x="1058" y="13"/>
                      <a:pt x="1054" y="15"/>
                      <a:pt x="1051" y="18"/>
                    </a:cubicBezTo>
                    <a:cubicBezTo>
                      <a:pt x="1050" y="18"/>
                      <a:pt x="1050" y="19"/>
                      <a:pt x="1049" y="20"/>
                    </a:cubicBezTo>
                    <a:cubicBezTo>
                      <a:pt x="1048" y="21"/>
                      <a:pt x="1047" y="22"/>
                      <a:pt x="1046" y="23"/>
                    </a:cubicBezTo>
                    <a:cubicBezTo>
                      <a:pt x="1046" y="23"/>
                      <a:pt x="1045" y="24"/>
                      <a:pt x="1045" y="24"/>
                    </a:cubicBezTo>
                    <a:cubicBezTo>
                      <a:pt x="1044" y="24"/>
                      <a:pt x="1044" y="24"/>
                      <a:pt x="1044" y="24"/>
                    </a:cubicBezTo>
                    <a:cubicBezTo>
                      <a:pt x="1044" y="24"/>
                      <a:pt x="1044" y="24"/>
                      <a:pt x="1044" y="24"/>
                    </a:cubicBezTo>
                    <a:cubicBezTo>
                      <a:pt x="1044" y="24"/>
                      <a:pt x="1044" y="24"/>
                      <a:pt x="1044" y="24"/>
                    </a:cubicBezTo>
                    <a:cubicBezTo>
                      <a:pt x="1044" y="24"/>
                      <a:pt x="1044" y="24"/>
                      <a:pt x="1044" y="24"/>
                    </a:cubicBezTo>
                    <a:cubicBezTo>
                      <a:pt x="1043" y="24"/>
                      <a:pt x="1042" y="24"/>
                      <a:pt x="1041" y="24"/>
                    </a:cubicBezTo>
                    <a:cubicBezTo>
                      <a:pt x="1040" y="23"/>
                      <a:pt x="1038" y="21"/>
                      <a:pt x="1036" y="20"/>
                    </a:cubicBezTo>
                    <a:cubicBezTo>
                      <a:pt x="1034" y="19"/>
                      <a:pt x="1032" y="17"/>
                      <a:pt x="1030" y="17"/>
                    </a:cubicBezTo>
                    <a:cubicBezTo>
                      <a:pt x="1025" y="14"/>
                      <a:pt x="1019" y="12"/>
                      <a:pt x="1015" y="9"/>
                    </a:cubicBezTo>
                    <a:cubicBezTo>
                      <a:pt x="1014" y="8"/>
                      <a:pt x="1013" y="7"/>
                      <a:pt x="1012" y="7"/>
                    </a:cubicBezTo>
                    <a:cubicBezTo>
                      <a:pt x="1011" y="6"/>
                      <a:pt x="1010" y="6"/>
                      <a:pt x="1009" y="6"/>
                    </a:cubicBezTo>
                    <a:cubicBezTo>
                      <a:pt x="1008" y="6"/>
                      <a:pt x="1007" y="6"/>
                      <a:pt x="1005" y="7"/>
                    </a:cubicBezTo>
                    <a:cubicBezTo>
                      <a:pt x="1002" y="8"/>
                      <a:pt x="999" y="10"/>
                      <a:pt x="997" y="12"/>
                    </a:cubicBezTo>
                    <a:cubicBezTo>
                      <a:pt x="992" y="16"/>
                      <a:pt x="986" y="20"/>
                      <a:pt x="981" y="24"/>
                    </a:cubicBezTo>
                    <a:cubicBezTo>
                      <a:pt x="982" y="25"/>
                      <a:pt x="982" y="25"/>
                      <a:pt x="982" y="25"/>
                    </a:cubicBezTo>
                    <a:cubicBezTo>
                      <a:pt x="984" y="24"/>
                      <a:pt x="984" y="24"/>
                      <a:pt x="984" y="24"/>
                    </a:cubicBezTo>
                    <a:cubicBezTo>
                      <a:pt x="977" y="16"/>
                      <a:pt x="967" y="11"/>
                      <a:pt x="958" y="8"/>
                    </a:cubicBezTo>
                    <a:cubicBezTo>
                      <a:pt x="956" y="7"/>
                      <a:pt x="955" y="7"/>
                      <a:pt x="953" y="7"/>
                    </a:cubicBezTo>
                    <a:cubicBezTo>
                      <a:pt x="950" y="7"/>
                      <a:pt x="948" y="8"/>
                      <a:pt x="946" y="9"/>
                    </a:cubicBezTo>
                    <a:cubicBezTo>
                      <a:pt x="944" y="10"/>
                      <a:pt x="942" y="12"/>
                      <a:pt x="940" y="13"/>
                    </a:cubicBezTo>
                    <a:cubicBezTo>
                      <a:pt x="937" y="15"/>
                      <a:pt x="934" y="17"/>
                      <a:pt x="931" y="19"/>
                    </a:cubicBezTo>
                    <a:cubicBezTo>
                      <a:pt x="928" y="21"/>
                      <a:pt x="925" y="22"/>
                      <a:pt x="923" y="22"/>
                    </a:cubicBezTo>
                    <a:cubicBezTo>
                      <a:pt x="922" y="22"/>
                      <a:pt x="921" y="22"/>
                      <a:pt x="920" y="21"/>
                    </a:cubicBezTo>
                    <a:cubicBezTo>
                      <a:pt x="916" y="20"/>
                      <a:pt x="911" y="17"/>
                      <a:pt x="907" y="14"/>
                    </a:cubicBezTo>
                    <a:cubicBezTo>
                      <a:pt x="902" y="12"/>
                      <a:pt x="897" y="9"/>
                      <a:pt x="892" y="9"/>
                    </a:cubicBezTo>
                    <a:cubicBezTo>
                      <a:pt x="889" y="9"/>
                      <a:pt x="887" y="9"/>
                      <a:pt x="884" y="11"/>
                    </a:cubicBezTo>
                    <a:cubicBezTo>
                      <a:pt x="879" y="14"/>
                      <a:pt x="874" y="15"/>
                      <a:pt x="868" y="17"/>
                    </a:cubicBezTo>
                    <a:cubicBezTo>
                      <a:pt x="866" y="18"/>
                      <a:pt x="863" y="20"/>
                      <a:pt x="861" y="21"/>
                    </a:cubicBezTo>
                    <a:cubicBezTo>
                      <a:pt x="859" y="22"/>
                      <a:pt x="856" y="23"/>
                      <a:pt x="855" y="23"/>
                    </a:cubicBezTo>
                    <a:cubicBezTo>
                      <a:pt x="855" y="23"/>
                      <a:pt x="855" y="23"/>
                      <a:pt x="855" y="23"/>
                    </a:cubicBezTo>
                    <a:cubicBezTo>
                      <a:pt x="853" y="23"/>
                      <a:pt x="850" y="21"/>
                      <a:pt x="847" y="19"/>
                    </a:cubicBezTo>
                    <a:cubicBezTo>
                      <a:pt x="844" y="17"/>
                      <a:pt x="840" y="14"/>
                      <a:pt x="837" y="13"/>
                    </a:cubicBezTo>
                    <a:cubicBezTo>
                      <a:pt x="834" y="11"/>
                      <a:pt x="830" y="9"/>
                      <a:pt x="825" y="9"/>
                    </a:cubicBezTo>
                    <a:cubicBezTo>
                      <a:pt x="824" y="9"/>
                      <a:pt x="822" y="9"/>
                      <a:pt x="821" y="9"/>
                    </a:cubicBezTo>
                    <a:cubicBezTo>
                      <a:pt x="818" y="10"/>
                      <a:pt x="816" y="13"/>
                      <a:pt x="814" y="14"/>
                    </a:cubicBezTo>
                    <a:cubicBezTo>
                      <a:pt x="812" y="16"/>
                      <a:pt x="810" y="17"/>
                      <a:pt x="808" y="18"/>
                    </a:cubicBezTo>
                    <a:cubicBezTo>
                      <a:pt x="808" y="18"/>
                      <a:pt x="807" y="18"/>
                      <a:pt x="807" y="18"/>
                    </a:cubicBezTo>
                    <a:cubicBezTo>
                      <a:pt x="806" y="18"/>
                      <a:pt x="805" y="18"/>
                      <a:pt x="804" y="17"/>
                    </a:cubicBezTo>
                    <a:cubicBezTo>
                      <a:pt x="804" y="17"/>
                      <a:pt x="802" y="16"/>
                      <a:pt x="800" y="15"/>
                    </a:cubicBezTo>
                    <a:cubicBezTo>
                      <a:pt x="797" y="13"/>
                      <a:pt x="793" y="11"/>
                      <a:pt x="789" y="9"/>
                    </a:cubicBezTo>
                    <a:cubicBezTo>
                      <a:pt x="784" y="8"/>
                      <a:pt x="779" y="6"/>
                      <a:pt x="775" y="6"/>
                    </a:cubicBezTo>
                    <a:cubicBezTo>
                      <a:pt x="774" y="6"/>
                      <a:pt x="773" y="7"/>
                      <a:pt x="772" y="7"/>
                    </a:cubicBezTo>
                    <a:cubicBezTo>
                      <a:pt x="762" y="9"/>
                      <a:pt x="753" y="16"/>
                      <a:pt x="744" y="19"/>
                    </a:cubicBezTo>
                    <a:cubicBezTo>
                      <a:pt x="742" y="20"/>
                      <a:pt x="739" y="22"/>
                      <a:pt x="738" y="22"/>
                    </a:cubicBezTo>
                    <a:cubicBezTo>
                      <a:pt x="736" y="23"/>
                      <a:pt x="735" y="24"/>
                      <a:pt x="734" y="24"/>
                    </a:cubicBezTo>
                    <a:cubicBezTo>
                      <a:pt x="732" y="24"/>
                      <a:pt x="731" y="23"/>
                      <a:pt x="729" y="22"/>
                    </a:cubicBezTo>
                    <a:cubicBezTo>
                      <a:pt x="724" y="20"/>
                      <a:pt x="719" y="18"/>
                      <a:pt x="716" y="15"/>
                    </a:cubicBezTo>
                    <a:cubicBezTo>
                      <a:pt x="714" y="14"/>
                      <a:pt x="713" y="12"/>
                      <a:pt x="711" y="10"/>
                    </a:cubicBezTo>
                    <a:cubicBezTo>
                      <a:pt x="711" y="9"/>
                      <a:pt x="710" y="9"/>
                      <a:pt x="709" y="8"/>
                    </a:cubicBezTo>
                    <a:cubicBezTo>
                      <a:pt x="708" y="7"/>
                      <a:pt x="706" y="7"/>
                      <a:pt x="705" y="7"/>
                    </a:cubicBezTo>
                    <a:cubicBezTo>
                      <a:pt x="705" y="7"/>
                      <a:pt x="705" y="7"/>
                      <a:pt x="705" y="7"/>
                    </a:cubicBezTo>
                    <a:cubicBezTo>
                      <a:pt x="705" y="7"/>
                      <a:pt x="705" y="7"/>
                      <a:pt x="705" y="7"/>
                    </a:cubicBezTo>
                    <a:cubicBezTo>
                      <a:pt x="704" y="7"/>
                      <a:pt x="704" y="7"/>
                      <a:pt x="704" y="7"/>
                    </a:cubicBezTo>
                    <a:cubicBezTo>
                      <a:pt x="702" y="7"/>
                      <a:pt x="699" y="8"/>
                      <a:pt x="697" y="9"/>
                    </a:cubicBezTo>
                    <a:cubicBezTo>
                      <a:pt x="695" y="10"/>
                      <a:pt x="693" y="12"/>
                      <a:pt x="691" y="12"/>
                    </a:cubicBezTo>
                    <a:cubicBezTo>
                      <a:pt x="689" y="13"/>
                      <a:pt x="685" y="15"/>
                      <a:pt x="682" y="16"/>
                    </a:cubicBezTo>
                    <a:cubicBezTo>
                      <a:pt x="679" y="18"/>
                      <a:pt x="676" y="19"/>
                      <a:pt x="674" y="19"/>
                    </a:cubicBezTo>
                    <a:cubicBezTo>
                      <a:pt x="674" y="19"/>
                      <a:pt x="674" y="19"/>
                      <a:pt x="674" y="19"/>
                    </a:cubicBezTo>
                    <a:cubicBezTo>
                      <a:pt x="672" y="18"/>
                      <a:pt x="670" y="17"/>
                      <a:pt x="667" y="16"/>
                    </a:cubicBezTo>
                    <a:cubicBezTo>
                      <a:pt x="664" y="14"/>
                      <a:pt x="660" y="11"/>
                      <a:pt x="656" y="9"/>
                    </a:cubicBezTo>
                    <a:cubicBezTo>
                      <a:pt x="652" y="6"/>
                      <a:pt x="648" y="4"/>
                      <a:pt x="644" y="4"/>
                    </a:cubicBezTo>
                    <a:cubicBezTo>
                      <a:pt x="643" y="4"/>
                      <a:pt x="641" y="4"/>
                      <a:pt x="640" y="5"/>
                    </a:cubicBezTo>
                    <a:cubicBezTo>
                      <a:pt x="635" y="6"/>
                      <a:pt x="631" y="10"/>
                      <a:pt x="627" y="13"/>
                    </a:cubicBezTo>
                    <a:cubicBezTo>
                      <a:pt x="623" y="16"/>
                      <a:pt x="619" y="19"/>
                      <a:pt x="616" y="19"/>
                    </a:cubicBezTo>
                    <a:cubicBezTo>
                      <a:pt x="615" y="19"/>
                      <a:pt x="615" y="18"/>
                      <a:pt x="614" y="18"/>
                    </a:cubicBezTo>
                    <a:cubicBezTo>
                      <a:pt x="613" y="18"/>
                      <a:pt x="611" y="17"/>
                      <a:pt x="609" y="16"/>
                    </a:cubicBezTo>
                    <a:cubicBezTo>
                      <a:pt x="608" y="15"/>
                      <a:pt x="606" y="14"/>
                      <a:pt x="604" y="13"/>
                    </a:cubicBezTo>
                    <a:cubicBezTo>
                      <a:pt x="598" y="11"/>
                      <a:pt x="592" y="10"/>
                      <a:pt x="587" y="8"/>
                    </a:cubicBezTo>
                    <a:cubicBezTo>
                      <a:pt x="586" y="7"/>
                      <a:pt x="585" y="7"/>
                      <a:pt x="584" y="6"/>
                    </a:cubicBezTo>
                    <a:cubicBezTo>
                      <a:pt x="582" y="5"/>
                      <a:pt x="581" y="4"/>
                      <a:pt x="579" y="4"/>
                    </a:cubicBezTo>
                    <a:cubicBezTo>
                      <a:pt x="578" y="4"/>
                      <a:pt x="578" y="4"/>
                      <a:pt x="578" y="4"/>
                    </a:cubicBezTo>
                    <a:cubicBezTo>
                      <a:pt x="577" y="4"/>
                      <a:pt x="576" y="5"/>
                      <a:pt x="576" y="5"/>
                    </a:cubicBezTo>
                    <a:cubicBezTo>
                      <a:pt x="574" y="6"/>
                      <a:pt x="573" y="7"/>
                      <a:pt x="572" y="8"/>
                    </a:cubicBezTo>
                    <a:cubicBezTo>
                      <a:pt x="571" y="9"/>
                      <a:pt x="570" y="10"/>
                      <a:pt x="569" y="10"/>
                    </a:cubicBezTo>
                    <a:cubicBezTo>
                      <a:pt x="563" y="14"/>
                      <a:pt x="557" y="16"/>
                      <a:pt x="550" y="20"/>
                    </a:cubicBezTo>
                    <a:cubicBezTo>
                      <a:pt x="549" y="20"/>
                      <a:pt x="548" y="21"/>
                      <a:pt x="547" y="21"/>
                    </a:cubicBezTo>
                    <a:cubicBezTo>
                      <a:pt x="545" y="21"/>
                      <a:pt x="544" y="20"/>
                      <a:pt x="543" y="19"/>
                    </a:cubicBezTo>
                    <a:cubicBezTo>
                      <a:pt x="541" y="18"/>
                      <a:pt x="539" y="16"/>
                      <a:pt x="537" y="15"/>
                    </a:cubicBezTo>
                    <a:cubicBezTo>
                      <a:pt x="536" y="14"/>
                      <a:pt x="535" y="13"/>
                      <a:pt x="533" y="12"/>
                    </a:cubicBezTo>
                    <a:cubicBezTo>
                      <a:pt x="531" y="10"/>
                      <a:pt x="529" y="8"/>
                      <a:pt x="526" y="6"/>
                    </a:cubicBezTo>
                    <a:cubicBezTo>
                      <a:pt x="525" y="5"/>
                      <a:pt x="523" y="4"/>
                      <a:pt x="522" y="3"/>
                    </a:cubicBezTo>
                    <a:cubicBezTo>
                      <a:pt x="521" y="3"/>
                      <a:pt x="520" y="2"/>
                      <a:pt x="518" y="2"/>
                    </a:cubicBezTo>
                    <a:cubicBezTo>
                      <a:pt x="517" y="2"/>
                      <a:pt x="517" y="2"/>
                      <a:pt x="517" y="2"/>
                    </a:cubicBezTo>
                    <a:cubicBezTo>
                      <a:pt x="516" y="2"/>
                      <a:pt x="515" y="3"/>
                      <a:pt x="514" y="4"/>
                    </a:cubicBezTo>
                    <a:cubicBezTo>
                      <a:pt x="513" y="5"/>
                      <a:pt x="512" y="6"/>
                      <a:pt x="511" y="7"/>
                    </a:cubicBezTo>
                    <a:cubicBezTo>
                      <a:pt x="509" y="8"/>
                      <a:pt x="508" y="9"/>
                      <a:pt x="508" y="10"/>
                    </a:cubicBezTo>
                    <a:cubicBezTo>
                      <a:pt x="505" y="11"/>
                      <a:pt x="502" y="14"/>
                      <a:pt x="499" y="17"/>
                    </a:cubicBezTo>
                    <a:cubicBezTo>
                      <a:pt x="496" y="19"/>
                      <a:pt x="493" y="22"/>
                      <a:pt x="491" y="22"/>
                    </a:cubicBezTo>
                    <a:cubicBezTo>
                      <a:pt x="490" y="22"/>
                      <a:pt x="490" y="22"/>
                      <a:pt x="490" y="22"/>
                    </a:cubicBezTo>
                    <a:cubicBezTo>
                      <a:pt x="488" y="22"/>
                      <a:pt x="486" y="21"/>
                      <a:pt x="483" y="20"/>
                    </a:cubicBezTo>
                    <a:cubicBezTo>
                      <a:pt x="480" y="19"/>
                      <a:pt x="478" y="17"/>
                      <a:pt x="475" y="17"/>
                    </a:cubicBezTo>
                    <a:cubicBezTo>
                      <a:pt x="469" y="15"/>
                      <a:pt x="464" y="15"/>
                      <a:pt x="458" y="12"/>
                    </a:cubicBezTo>
                    <a:cubicBezTo>
                      <a:pt x="456" y="10"/>
                      <a:pt x="453" y="10"/>
                      <a:pt x="451" y="10"/>
                    </a:cubicBezTo>
                    <a:cubicBezTo>
                      <a:pt x="448" y="10"/>
                      <a:pt x="446" y="10"/>
                      <a:pt x="444" y="11"/>
                    </a:cubicBezTo>
                    <a:cubicBezTo>
                      <a:pt x="442" y="12"/>
                      <a:pt x="439" y="13"/>
                      <a:pt x="437" y="13"/>
                    </a:cubicBezTo>
                    <a:cubicBezTo>
                      <a:pt x="434" y="14"/>
                      <a:pt x="432" y="15"/>
                      <a:pt x="429" y="16"/>
                    </a:cubicBezTo>
                    <a:cubicBezTo>
                      <a:pt x="428" y="16"/>
                      <a:pt x="426" y="17"/>
                      <a:pt x="425" y="18"/>
                    </a:cubicBezTo>
                    <a:cubicBezTo>
                      <a:pt x="423" y="19"/>
                      <a:pt x="422" y="20"/>
                      <a:pt x="421" y="20"/>
                    </a:cubicBezTo>
                    <a:cubicBezTo>
                      <a:pt x="421" y="20"/>
                      <a:pt x="421" y="20"/>
                      <a:pt x="421" y="20"/>
                    </a:cubicBezTo>
                    <a:cubicBezTo>
                      <a:pt x="420" y="20"/>
                      <a:pt x="419" y="20"/>
                      <a:pt x="417" y="19"/>
                    </a:cubicBezTo>
                    <a:cubicBezTo>
                      <a:pt x="416" y="18"/>
                      <a:pt x="414" y="17"/>
                      <a:pt x="413" y="16"/>
                    </a:cubicBezTo>
                    <a:cubicBezTo>
                      <a:pt x="407" y="13"/>
                      <a:pt x="402" y="9"/>
                      <a:pt x="396" y="6"/>
                    </a:cubicBezTo>
                    <a:cubicBezTo>
                      <a:pt x="394" y="5"/>
                      <a:pt x="392" y="4"/>
                      <a:pt x="390" y="4"/>
                    </a:cubicBezTo>
                    <a:cubicBezTo>
                      <a:pt x="386" y="4"/>
                      <a:pt x="383" y="5"/>
                      <a:pt x="380" y="7"/>
                    </a:cubicBezTo>
                    <a:cubicBezTo>
                      <a:pt x="375" y="10"/>
                      <a:pt x="369" y="15"/>
                      <a:pt x="365" y="17"/>
                    </a:cubicBezTo>
                    <a:cubicBezTo>
                      <a:pt x="363" y="17"/>
                      <a:pt x="362" y="17"/>
                      <a:pt x="361" y="17"/>
                    </a:cubicBezTo>
                    <a:cubicBezTo>
                      <a:pt x="359" y="17"/>
                      <a:pt x="357" y="17"/>
                      <a:pt x="355" y="16"/>
                    </a:cubicBezTo>
                    <a:cubicBezTo>
                      <a:pt x="352" y="14"/>
                      <a:pt x="349" y="11"/>
                      <a:pt x="345" y="8"/>
                    </a:cubicBezTo>
                    <a:cubicBezTo>
                      <a:pt x="342" y="6"/>
                      <a:pt x="338" y="3"/>
                      <a:pt x="334" y="2"/>
                    </a:cubicBezTo>
                    <a:cubicBezTo>
                      <a:pt x="334" y="2"/>
                      <a:pt x="333" y="2"/>
                      <a:pt x="333" y="2"/>
                    </a:cubicBezTo>
                    <a:cubicBezTo>
                      <a:pt x="330" y="2"/>
                      <a:pt x="328" y="3"/>
                      <a:pt x="326" y="4"/>
                    </a:cubicBezTo>
                    <a:cubicBezTo>
                      <a:pt x="323" y="6"/>
                      <a:pt x="320" y="8"/>
                      <a:pt x="318" y="10"/>
                    </a:cubicBezTo>
                    <a:cubicBezTo>
                      <a:pt x="315" y="12"/>
                      <a:pt x="312" y="14"/>
                      <a:pt x="310" y="15"/>
                    </a:cubicBezTo>
                    <a:cubicBezTo>
                      <a:pt x="310" y="15"/>
                      <a:pt x="309" y="15"/>
                      <a:pt x="308" y="15"/>
                    </a:cubicBezTo>
                    <a:cubicBezTo>
                      <a:pt x="307" y="15"/>
                      <a:pt x="306" y="15"/>
                      <a:pt x="305" y="14"/>
                    </a:cubicBezTo>
                    <a:cubicBezTo>
                      <a:pt x="303" y="14"/>
                      <a:pt x="302" y="13"/>
                      <a:pt x="300" y="12"/>
                    </a:cubicBezTo>
                    <a:cubicBezTo>
                      <a:pt x="298" y="11"/>
                      <a:pt x="296" y="9"/>
                      <a:pt x="293" y="8"/>
                    </a:cubicBezTo>
                    <a:cubicBezTo>
                      <a:pt x="291" y="6"/>
                      <a:pt x="289" y="4"/>
                      <a:pt x="286" y="3"/>
                    </a:cubicBezTo>
                    <a:cubicBezTo>
                      <a:pt x="284" y="3"/>
                      <a:pt x="282" y="2"/>
                      <a:pt x="281" y="2"/>
                    </a:cubicBezTo>
                    <a:cubicBezTo>
                      <a:pt x="275" y="2"/>
                      <a:pt x="270" y="5"/>
                      <a:pt x="265" y="8"/>
                    </a:cubicBezTo>
                    <a:cubicBezTo>
                      <a:pt x="259" y="11"/>
                      <a:pt x="255" y="15"/>
                      <a:pt x="250" y="16"/>
                    </a:cubicBezTo>
                    <a:cubicBezTo>
                      <a:pt x="247" y="17"/>
                      <a:pt x="245" y="18"/>
                      <a:pt x="243" y="18"/>
                    </a:cubicBezTo>
                    <a:cubicBezTo>
                      <a:pt x="241" y="18"/>
                      <a:pt x="238" y="17"/>
                      <a:pt x="234" y="16"/>
                    </a:cubicBezTo>
                    <a:cubicBezTo>
                      <a:pt x="232" y="15"/>
                      <a:pt x="228" y="12"/>
                      <a:pt x="225" y="10"/>
                    </a:cubicBezTo>
                    <a:cubicBezTo>
                      <a:pt x="221" y="8"/>
                      <a:pt x="217" y="7"/>
                      <a:pt x="213" y="6"/>
                    </a:cubicBezTo>
                    <a:cubicBezTo>
                      <a:pt x="212" y="7"/>
                      <a:pt x="212" y="7"/>
                      <a:pt x="212" y="7"/>
                    </a:cubicBezTo>
                    <a:cubicBezTo>
                      <a:pt x="210" y="7"/>
                      <a:pt x="208" y="8"/>
                      <a:pt x="206" y="9"/>
                    </a:cubicBezTo>
                    <a:cubicBezTo>
                      <a:pt x="204" y="10"/>
                      <a:pt x="202" y="12"/>
                      <a:pt x="200" y="12"/>
                    </a:cubicBezTo>
                    <a:cubicBezTo>
                      <a:pt x="195" y="15"/>
                      <a:pt x="188" y="17"/>
                      <a:pt x="182" y="19"/>
                    </a:cubicBezTo>
                    <a:cubicBezTo>
                      <a:pt x="181" y="19"/>
                      <a:pt x="179" y="19"/>
                      <a:pt x="178" y="19"/>
                    </a:cubicBezTo>
                    <a:cubicBezTo>
                      <a:pt x="175" y="19"/>
                      <a:pt x="173" y="19"/>
                      <a:pt x="170" y="17"/>
                    </a:cubicBezTo>
                    <a:cubicBezTo>
                      <a:pt x="165" y="16"/>
                      <a:pt x="161" y="15"/>
                      <a:pt x="157" y="13"/>
                    </a:cubicBezTo>
                    <a:cubicBezTo>
                      <a:pt x="153" y="12"/>
                      <a:pt x="150" y="11"/>
                      <a:pt x="146" y="11"/>
                    </a:cubicBezTo>
                    <a:cubicBezTo>
                      <a:pt x="143" y="11"/>
                      <a:pt x="141" y="11"/>
                      <a:pt x="137" y="13"/>
                    </a:cubicBezTo>
                    <a:cubicBezTo>
                      <a:pt x="130" y="16"/>
                      <a:pt x="123" y="19"/>
                      <a:pt x="116" y="22"/>
                    </a:cubicBezTo>
                    <a:cubicBezTo>
                      <a:pt x="112" y="24"/>
                      <a:pt x="107" y="25"/>
                      <a:pt x="103" y="25"/>
                    </a:cubicBezTo>
                    <a:cubicBezTo>
                      <a:pt x="98" y="25"/>
                      <a:pt x="93" y="24"/>
                      <a:pt x="88" y="21"/>
                    </a:cubicBezTo>
                    <a:cubicBezTo>
                      <a:pt x="86" y="20"/>
                      <a:pt x="85" y="19"/>
                      <a:pt x="83" y="18"/>
                    </a:cubicBezTo>
                    <a:cubicBezTo>
                      <a:pt x="82" y="18"/>
                      <a:pt x="80" y="17"/>
                      <a:pt x="79" y="17"/>
                    </a:cubicBezTo>
                    <a:cubicBezTo>
                      <a:pt x="77" y="17"/>
                      <a:pt x="75" y="18"/>
                      <a:pt x="72" y="19"/>
                    </a:cubicBezTo>
                    <a:cubicBezTo>
                      <a:pt x="68" y="22"/>
                      <a:pt x="64" y="25"/>
                      <a:pt x="60" y="27"/>
                    </a:cubicBezTo>
                    <a:cubicBezTo>
                      <a:pt x="58" y="27"/>
                      <a:pt x="57" y="28"/>
                      <a:pt x="56" y="28"/>
                    </a:cubicBezTo>
                    <a:cubicBezTo>
                      <a:pt x="53" y="28"/>
                      <a:pt x="50" y="27"/>
                      <a:pt x="46" y="24"/>
                    </a:cubicBezTo>
                    <a:cubicBezTo>
                      <a:pt x="42" y="23"/>
                      <a:pt x="39" y="22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5" y="20"/>
                      <a:pt x="34" y="19"/>
                      <a:pt x="33" y="18"/>
                    </a:cubicBezTo>
                    <a:cubicBezTo>
                      <a:pt x="32" y="17"/>
                      <a:pt x="30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5" y="16"/>
                      <a:pt x="23" y="17"/>
                      <a:pt x="21" y="18"/>
                    </a:cubicBezTo>
                    <a:cubicBezTo>
                      <a:pt x="19" y="19"/>
                      <a:pt x="17" y="20"/>
                      <a:pt x="16" y="21"/>
                    </a:cubicBezTo>
                    <a:cubicBezTo>
                      <a:pt x="16" y="21"/>
                      <a:pt x="15" y="21"/>
                      <a:pt x="13" y="22"/>
                    </a:cubicBezTo>
                    <a:cubicBezTo>
                      <a:pt x="11" y="22"/>
                      <a:pt x="9" y="23"/>
                      <a:pt x="7" y="23"/>
                    </a:cubicBezTo>
                    <a:cubicBezTo>
                      <a:pt x="6" y="24"/>
                      <a:pt x="5" y="24"/>
                      <a:pt x="4" y="25"/>
                    </a:cubicBezTo>
                    <a:cubicBezTo>
                      <a:pt x="3" y="25"/>
                      <a:pt x="2" y="26"/>
                      <a:pt x="1" y="27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3" y="30"/>
                      <a:pt x="3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0"/>
                      <a:pt x="4" y="30"/>
                      <a:pt x="4" y="30"/>
                    </a:cubicBez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64" name="Freeform 182">
                <a:extLst>
                  <a:ext uri="{FF2B5EF4-FFF2-40B4-BE49-F238E27FC236}">
                    <a16:creationId xmlns:a16="http://schemas.microsoft.com/office/drawing/2014/main" id="{65436EE7-382D-40C2-A098-EC4A0E7C8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255"/>
                <a:ext cx="250" cy="53"/>
              </a:xfrm>
              <a:custGeom>
                <a:avLst/>
                <a:gdLst>
                  <a:gd name="T0" fmla="*/ 0 w 100"/>
                  <a:gd name="T1" fmla="*/ 50 h 21"/>
                  <a:gd name="T2" fmla="*/ 63 w 100"/>
                  <a:gd name="T3" fmla="*/ 96 h 21"/>
                  <a:gd name="T4" fmla="*/ 175 w 100"/>
                  <a:gd name="T5" fmla="*/ 192 h 21"/>
                  <a:gd name="T6" fmla="*/ 238 w 100"/>
                  <a:gd name="T7" fmla="*/ 222 h 21"/>
                  <a:gd name="T8" fmla="*/ 283 w 100"/>
                  <a:gd name="T9" fmla="*/ 242 h 21"/>
                  <a:gd name="T10" fmla="*/ 300 w 100"/>
                  <a:gd name="T11" fmla="*/ 242 h 21"/>
                  <a:gd name="T12" fmla="*/ 300 w 100"/>
                  <a:gd name="T13" fmla="*/ 209 h 21"/>
                  <a:gd name="T14" fmla="*/ 270 w 100"/>
                  <a:gd name="T15" fmla="*/ 222 h 21"/>
                  <a:gd name="T16" fmla="*/ 333 w 100"/>
                  <a:gd name="T17" fmla="*/ 288 h 21"/>
                  <a:gd name="T18" fmla="*/ 408 w 100"/>
                  <a:gd name="T19" fmla="*/ 318 h 21"/>
                  <a:gd name="T20" fmla="*/ 520 w 100"/>
                  <a:gd name="T21" fmla="*/ 275 h 21"/>
                  <a:gd name="T22" fmla="*/ 688 w 100"/>
                  <a:gd name="T23" fmla="*/ 159 h 21"/>
                  <a:gd name="T24" fmla="*/ 833 w 100"/>
                  <a:gd name="T25" fmla="*/ 114 h 21"/>
                  <a:gd name="T26" fmla="*/ 875 w 100"/>
                  <a:gd name="T27" fmla="*/ 126 h 21"/>
                  <a:gd name="T28" fmla="*/ 1033 w 100"/>
                  <a:gd name="T29" fmla="*/ 242 h 21"/>
                  <a:gd name="T30" fmla="*/ 1125 w 100"/>
                  <a:gd name="T31" fmla="*/ 305 h 21"/>
                  <a:gd name="T32" fmla="*/ 1220 w 100"/>
                  <a:gd name="T33" fmla="*/ 338 h 21"/>
                  <a:gd name="T34" fmla="*/ 1238 w 100"/>
                  <a:gd name="T35" fmla="*/ 338 h 21"/>
                  <a:gd name="T36" fmla="*/ 1300 w 100"/>
                  <a:gd name="T37" fmla="*/ 305 h 21"/>
                  <a:gd name="T38" fmla="*/ 1363 w 100"/>
                  <a:gd name="T39" fmla="*/ 242 h 21"/>
                  <a:gd name="T40" fmla="*/ 1425 w 100"/>
                  <a:gd name="T41" fmla="*/ 192 h 21"/>
                  <a:gd name="T42" fmla="*/ 1563 w 100"/>
                  <a:gd name="T43" fmla="*/ 63 h 21"/>
                  <a:gd name="T44" fmla="*/ 1500 w 100"/>
                  <a:gd name="T45" fmla="*/ 20 h 21"/>
                  <a:gd name="T46" fmla="*/ 1375 w 100"/>
                  <a:gd name="T47" fmla="*/ 146 h 21"/>
                  <a:gd name="T48" fmla="*/ 1300 w 100"/>
                  <a:gd name="T49" fmla="*/ 222 h 21"/>
                  <a:gd name="T50" fmla="*/ 1250 w 100"/>
                  <a:gd name="T51" fmla="*/ 255 h 21"/>
                  <a:gd name="T52" fmla="*/ 1220 w 100"/>
                  <a:gd name="T53" fmla="*/ 275 h 21"/>
                  <a:gd name="T54" fmla="*/ 1220 w 100"/>
                  <a:gd name="T55" fmla="*/ 275 h 21"/>
                  <a:gd name="T56" fmla="*/ 1158 w 100"/>
                  <a:gd name="T57" fmla="*/ 255 h 21"/>
                  <a:gd name="T58" fmla="*/ 1033 w 100"/>
                  <a:gd name="T59" fmla="*/ 159 h 21"/>
                  <a:gd name="T60" fmla="*/ 925 w 100"/>
                  <a:gd name="T61" fmla="*/ 63 h 21"/>
                  <a:gd name="T62" fmla="*/ 833 w 100"/>
                  <a:gd name="T63" fmla="*/ 33 h 21"/>
                  <a:gd name="T64" fmla="*/ 708 w 100"/>
                  <a:gd name="T65" fmla="*/ 83 h 21"/>
                  <a:gd name="T66" fmla="*/ 533 w 100"/>
                  <a:gd name="T67" fmla="*/ 192 h 21"/>
                  <a:gd name="T68" fmla="*/ 408 w 100"/>
                  <a:gd name="T69" fmla="*/ 242 h 21"/>
                  <a:gd name="T70" fmla="*/ 363 w 100"/>
                  <a:gd name="T71" fmla="*/ 242 h 21"/>
                  <a:gd name="T72" fmla="*/ 313 w 100"/>
                  <a:gd name="T73" fmla="*/ 192 h 21"/>
                  <a:gd name="T74" fmla="*/ 313 w 100"/>
                  <a:gd name="T75" fmla="*/ 159 h 21"/>
                  <a:gd name="T76" fmla="*/ 283 w 100"/>
                  <a:gd name="T77" fmla="*/ 159 h 21"/>
                  <a:gd name="T78" fmla="*/ 283 w 100"/>
                  <a:gd name="T79" fmla="*/ 159 h 21"/>
                  <a:gd name="T80" fmla="*/ 238 w 100"/>
                  <a:gd name="T81" fmla="*/ 146 h 21"/>
                  <a:gd name="T82" fmla="*/ 145 w 100"/>
                  <a:gd name="T83" fmla="*/ 83 h 21"/>
                  <a:gd name="T84" fmla="*/ 63 w 100"/>
                  <a:gd name="T85" fmla="*/ 0 h 21"/>
                  <a:gd name="T86" fmla="*/ 0 w 100"/>
                  <a:gd name="T87" fmla="*/ 50 h 2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0" h="21">
                    <a:moveTo>
                      <a:pt x="0" y="3"/>
                    </a:moveTo>
                    <a:cubicBezTo>
                      <a:pt x="1" y="4"/>
                      <a:pt x="2" y="5"/>
                      <a:pt x="4" y="6"/>
                    </a:cubicBezTo>
                    <a:cubicBezTo>
                      <a:pt x="6" y="8"/>
                      <a:pt x="8" y="10"/>
                      <a:pt x="11" y="12"/>
                    </a:cubicBezTo>
                    <a:cubicBezTo>
                      <a:pt x="12" y="13"/>
                      <a:pt x="14" y="13"/>
                      <a:pt x="15" y="14"/>
                    </a:cubicBezTo>
                    <a:cubicBezTo>
                      <a:pt x="16" y="14"/>
                      <a:pt x="17" y="15"/>
                      <a:pt x="18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8" y="16"/>
                      <a:pt x="19" y="17"/>
                      <a:pt x="21" y="18"/>
                    </a:cubicBezTo>
                    <a:cubicBezTo>
                      <a:pt x="22" y="19"/>
                      <a:pt x="24" y="20"/>
                      <a:pt x="26" y="20"/>
                    </a:cubicBezTo>
                    <a:cubicBezTo>
                      <a:pt x="28" y="20"/>
                      <a:pt x="31" y="19"/>
                      <a:pt x="33" y="17"/>
                    </a:cubicBezTo>
                    <a:cubicBezTo>
                      <a:pt x="37" y="15"/>
                      <a:pt x="40" y="13"/>
                      <a:pt x="44" y="10"/>
                    </a:cubicBezTo>
                    <a:cubicBezTo>
                      <a:pt x="48" y="8"/>
                      <a:pt x="51" y="7"/>
                      <a:pt x="53" y="7"/>
                    </a:cubicBezTo>
                    <a:cubicBezTo>
                      <a:pt x="55" y="7"/>
                      <a:pt x="55" y="7"/>
                      <a:pt x="56" y="8"/>
                    </a:cubicBezTo>
                    <a:cubicBezTo>
                      <a:pt x="59" y="9"/>
                      <a:pt x="62" y="12"/>
                      <a:pt x="66" y="15"/>
                    </a:cubicBezTo>
                    <a:cubicBezTo>
                      <a:pt x="68" y="17"/>
                      <a:pt x="70" y="18"/>
                      <a:pt x="72" y="19"/>
                    </a:cubicBezTo>
                    <a:cubicBezTo>
                      <a:pt x="74" y="20"/>
                      <a:pt x="76" y="21"/>
                      <a:pt x="78" y="21"/>
                    </a:cubicBezTo>
                    <a:cubicBezTo>
                      <a:pt x="78" y="21"/>
                      <a:pt x="79" y="21"/>
                      <a:pt x="79" y="21"/>
                    </a:cubicBezTo>
                    <a:cubicBezTo>
                      <a:pt x="80" y="21"/>
                      <a:pt x="82" y="20"/>
                      <a:pt x="83" y="19"/>
                    </a:cubicBezTo>
                    <a:cubicBezTo>
                      <a:pt x="84" y="18"/>
                      <a:pt x="86" y="17"/>
                      <a:pt x="87" y="15"/>
                    </a:cubicBezTo>
                    <a:cubicBezTo>
                      <a:pt x="89" y="14"/>
                      <a:pt x="90" y="13"/>
                      <a:pt x="91" y="12"/>
                    </a:cubicBezTo>
                    <a:cubicBezTo>
                      <a:pt x="93" y="10"/>
                      <a:pt x="97" y="7"/>
                      <a:pt x="100" y="4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5" y="4"/>
                      <a:pt x="91" y="6"/>
                      <a:pt x="88" y="9"/>
                    </a:cubicBezTo>
                    <a:cubicBezTo>
                      <a:pt x="86" y="10"/>
                      <a:pt x="85" y="12"/>
                      <a:pt x="83" y="14"/>
                    </a:cubicBezTo>
                    <a:cubicBezTo>
                      <a:pt x="82" y="15"/>
                      <a:pt x="81" y="15"/>
                      <a:pt x="80" y="16"/>
                    </a:cubicBezTo>
                    <a:cubicBezTo>
                      <a:pt x="79" y="17"/>
                      <a:pt x="79" y="17"/>
                      <a:pt x="78" y="17"/>
                    </a:cubicBezTo>
                    <a:cubicBezTo>
                      <a:pt x="78" y="17"/>
                      <a:pt x="78" y="17"/>
                      <a:pt x="78" y="17"/>
                    </a:cubicBezTo>
                    <a:cubicBezTo>
                      <a:pt x="77" y="17"/>
                      <a:pt x="75" y="16"/>
                      <a:pt x="74" y="16"/>
                    </a:cubicBezTo>
                    <a:cubicBezTo>
                      <a:pt x="71" y="14"/>
                      <a:pt x="69" y="12"/>
                      <a:pt x="66" y="10"/>
                    </a:cubicBezTo>
                    <a:cubicBezTo>
                      <a:pt x="63" y="7"/>
                      <a:pt x="61" y="5"/>
                      <a:pt x="59" y="4"/>
                    </a:cubicBezTo>
                    <a:cubicBezTo>
                      <a:pt x="57" y="3"/>
                      <a:pt x="55" y="2"/>
                      <a:pt x="53" y="2"/>
                    </a:cubicBezTo>
                    <a:cubicBezTo>
                      <a:pt x="51" y="2"/>
                      <a:pt x="48" y="3"/>
                      <a:pt x="45" y="5"/>
                    </a:cubicBezTo>
                    <a:cubicBezTo>
                      <a:pt x="42" y="7"/>
                      <a:pt x="38" y="9"/>
                      <a:pt x="34" y="12"/>
                    </a:cubicBezTo>
                    <a:cubicBezTo>
                      <a:pt x="31" y="14"/>
                      <a:pt x="28" y="15"/>
                      <a:pt x="26" y="15"/>
                    </a:cubicBezTo>
                    <a:cubicBezTo>
                      <a:pt x="25" y="15"/>
                      <a:pt x="24" y="15"/>
                      <a:pt x="23" y="15"/>
                    </a:cubicBezTo>
                    <a:cubicBezTo>
                      <a:pt x="22" y="14"/>
                      <a:pt x="21" y="13"/>
                      <a:pt x="20" y="12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7" y="10"/>
                      <a:pt x="15" y="9"/>
                    </a:cubicBezTo>
                    <a:cubicBezTo>
                      <a:pt x="13" y="8"/>
                      <a:pt x="11" y="7"/>
                      <a:pt x="9" y="5"/>
                    </a:cubicBezTo>
                    <a:cubicBezTo>
                      <a:pt x="6" y="3"/>
                      <a:pt x="4" y="1"/>
                      <a:pt x="4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65" name="Freeform 183">
                <a:extLst>
                  <a:ext uri="{FF2B5EF4-FFF2-40B4-BE49-F238E27FC236}">
                    <a16:creationId xmlns:a16="http://schemas.microsoft.com/office/drawing/2014/main" id="{9C89B1C1-D979-444E-86F6-F8ADF07AF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235"/>
                <a:ext cx="152" cy="45"/>
              </a:xfrm>
              <a:custGeom>
                <a:avLst/>
                <a:gdLst>
                  <a:gd name="T0" fmla="*/ 0 w 61"/>
                  <a:gd name="T1" fmla="*/ 145 h 18"/>
                  <a:gd name="T2" fmla="*/ 12 w 61"/>
                  <a:gd name="T3" fmla="*/ 145 h 18"/>
                  <a:gd name="T4" fmla="*/ 137 w 61"/>
                  <a:gd name="T5" fmla="*/ 188 h 18"/>
                  <a:gd name="T6" fmla="*/ 292 w 61"/>
                  <a:gd name="T7" fmla="*/ 250 h 18"/>
                  <a:gd name="T8" fmla="*/ 434 w 61"/>
                  <a:gd name="T9" fmla="*/ 283 h 18"/>
                  <a:gd name="T10" fmla="*/ 528 w 61"/>
                  <a:gd name="T11" fmla="*/ 270 h 18"/>
                  <a:gd name="T12" fmla="*/ 944 w 61"/>
                  <a:gd name="T13" fmla="*/ 63 h 18"/>
                  <a:gd name="T14" fmla="*/ 912 w 61"/>
                  <a:gd name="T15" fmla="*/ 0 h 18"/>
                  <a:gd name="T16" fmla="*/ 508 w 61"/>
                  <a:gd name="T17" fmla="*/ 208 h 18"/>
                  <a:gd name="T18" fmla="*/ 434 w 61"/>
                  <a:gd name="T19" fmla="*/ 208 h 18"/>
                  <a:gd name="T20" fmla="*/ 311 w 61"/>
                  <a:gd name="T21" fmla="*/ 188 h 18"/>
                  <a:gd name="T22" fmla="*/ 167 w 61"/>
                  <a:gd name="T23" fmla="*/ 125 h 18"/>
                  <a:gd name="T24" fmla="*/ 12 w 61"/>
                  <a:gd name="T25" fmla="*/ 83 h 18"/>
                  <a:gd name="T26" fmla="*/ 0 w 61"/>
                  <a:gd name="T27" fmla="*/ 83 h 18"/>
                  <a:gd name="T28" fmla="*/ 0 w 61"/>
                  <a:gd name="T29" fmla="*/ 145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" h="18">
                    <a:moveTo>
                      <a:pt x="0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4" y="9"/>
                      <a:pt x="6" y="10"/>
                      <a:pt x="9" y="12"/>
                    </a:cubicBezTo>
                    <a:cubicBezTo>
                      <a:pt x="12" y="13"/>
                      <a:pt x="15" y="15"/>
                      <a:pt x="19" y="16"/>
                    </a:cubicBezTo>
                    <a:cubicBezTo>
                      <a:pt x="22" y="17"/>
                      <a:pt x="25" y="18"/>
                      <a:pt x="28" y="18"/>
                    </a:cubicBezTo>
                    <a:cubicBezTo>
                      <a:pt x="30" y="18"/>
                      <a:pt x="32" y="17"/>
                      <a:pt x="34" y="17"/>
                    </a:cubicBezTo>
                    <a:cubicBezTo>
                      <a:pt x="44" y="13"/>
                      <a:pt x="52" y="7"/>
                      <a:pt x="61" y="4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0" y="4"/>
                      <a:pt x="42" y="10"/>
                      <a:pt x="33" y="13"/>
                    </a:cubicBezTo>
                    <a:cubicBezTo>
                      <a:pt x="31" y="13"/>
                      <a:pt x="30" y="13"/>
                      <a:pt x="28" y="13"/>
                    </a:cubicBezTo>
                    <a:cubicBezTo>
                      <a:pt x="26" y="13"/>
                      <a:pt x="23" y="13"/>
                      <a:pt x="20" y="12"/>
                    </a:cubicBezTo>
                    <a:cubicBezTo>
                      <a:pt x="17" y="11"/>
                      <a:pt x="14" y="9"/>
                      <a:pt x="11" y="8"/>
                    </a:cubicBezTo>
                    <a:cubicBezTo>
                      <a:pt x="8" y="6"/>
                      <a:pt x="5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66" name="Freeform 184">
                <a:extLst>
                  <a:ext uri="{FF2B5EF4-FFF2-40B4-BE49-F238E27FC236}">
                    <a16:creationId xmlns:a16="http://schemas.microsoft.com/office/drawing/2014/main" id="{88D32CF4-027A-4DAF-99F5-D929A6702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238"/>
                <a:ext cx="145" cy="40"/>
              </a:xfrm>
              <a:custGeom>
                <a:avLst/>
                <a:gdLst>
                  <a:gd name="T0" fmla="*/ 0 w 58"/>
                  <a:gd name="T1" fmla="*/ 20 h 16"/>
                  <a:gd name="T2" fmla="*/ 20 w 58"/>
                  <a:gd name="T3" fmla="*/ 50 h 16"/>
                  <a:gd name="T4" fmla="*/ 83 w 58"/>
                  <a:gd name="T5" fmla="*/ 83 h 16"/>
                  <a:gd name="T6" fmla="*/ 188 w 58"/>
                  <a:gd name="T7" fmla="*/ 125 h 16"/>
                  <a:gd name="T8" fmla="*/ 270 w 58"/>
                  <a:gd name="T9" fmla="*/ 145 h 16"/>
                  <a:gd name="T10" fmla="*/ 375 w 58"/>
                  <a:gd name="T11" fmla="*/ 208 h 16"/>
                  <a:gd name="T12" fmla="*/ 520 w 58"/>
                  <a:gd name="T13" fmla="*/ 250 h 16"/>
                  <a:gd name="T14" fmla="*/ 533 w 58"/>
                  <a:gd name="T15" fmla="*/ 250 h 16"/>
                  <a:gd name="T16" fmla="*/ 738 w 58"/>
                  <a:gd name="T17" fmla="*/ 175 h 16"/>
                  <a:gd name="T18" fmla="*/ 908 w 58"/>
                  <a:gd name="T19" fmla="*/ 50 h 16"/>
                  <a:gd name="T20" fmla="*/ 863 w 58"/>
                  <a:gd name="T21" fmla="*/ 0 h 16"/>
                  <a:gd name="T22" fmla="*/ 688 w 58"/>
                  <a:gd name="T23" fmla="*/ 113 h 16"/>
                  <a:gd name="T24" fmla="*/ 533 w 58"/>
                  <a:gd name="T25" fmla="*/ 175 h 16"/>
                  <a:gd name="T26" fmla="*/ 520 w 58"/>
                  <a:gd name="T27" fmla="*/ 175 h 16"/>
                  <a:gd name="T28" fmla="*/ 408 w 58"/>
                  <a:gd name="T29" fmla="*/ 145 h 16"/>
                  <a:gd name="T30" fmla="*/ 283 w 58"/>
                  <a:gd name="T31" fmla="*/ 83 h 16"/>
                  <a:gd name="T32" fmla="*/ 158 w 58"/>
                  <a:gd name="T33" fmla="*/ 50 h 16"/>
                  <a:gd name="T34" fmla="*/ 83 w 58"/>
                  <a:gd name="T35" fmla="*/ 20 h 16"/>
                  <a:gd name="T36" fmla="*/ 63 w 58"/>
                  <a:gd name="T37" fmla="*/ 0 h 16"/>
                  <a:gd name="T38" fmla="*/ 63 w 58"/>
                  <a:gd name="T39" fmla="*/ 0 h 16"/>
                  <a:gd name="T40" fmla="*/ 63 w 58"/>
                  <a:gd name="T41" fmla="*/ 0 h 16"/>
                  <a:gd name="T42" fmla="*/ 63 w 58"/>
                  <a:gd name="T43" fmla="*/ 0 h 16"/>
                  <a:gd name="T44" fmla="*/ 63 w 58"/>
                  <a:gd name="T45" fmla="*/ 0 h 16"/>
                  <a:gd name="T46" fmla="*/ 63 w 58"/>
                  <a:gd name="T47" fmla="*/ 0 h 16"/>
                  <a:gd name="T48" fmla="*/ 63 w 58"/>
                  <a:gd name="T49" fmla="*/ 0 h 16"/>
                  <a:gd name="T50" fmla="*/ 0 w 58"/>
                  <a:gd name="T51" fmla="*/ 20 h 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8" h="16">
                    <a:moveTo>
                      <a:pt x="0" y="1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2" y="4"/>
                      <a:pt x="4" y="5"/>
                      <a:pt x="5" y="5"/>
                    </a:cubicBezTo>
                    <a:cubicBezTo>
                      <a:pt x="7" y="6"/>
                      <a:pt x="10" y="7"/>
                      <a:pt x="12" y="8"/>
                    </a:cubicBezTo>
                    <a:cubicBezTo>
                      <a:pt x="14" y="8"/>
                      <a:pt x="16" y="9"/>
                      <a:pt x="17" y="9"/>
                    </a:cubicBezTo>
                    <a:cubicBezTo>
                      <a:pt x="19" y="10"/>
                      <a:pt x="21" y="12"/>
                      <a:pt x="24" y="13"/>
                    </a:cubicBezTo>
                    <a:cubicBezTo>
                      <a:pt x="27" y="14"/>
                      <a:pt x="30" y="16"/>
                      <a:pt x="33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8" y="15"/>
                      <a:pt x="42" y="13"/>
                      <a:pt x="47" y="11"/>
                    </a:cubicBezTo>
                    <a:cubicBezTo>
                      <a:pt x="51" y="8"/>
                      <a:pt x="55" y="5"/>
                      <a:pt x="58" y="3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2" y="2"/>
                      <a:pt x="48" y="5"/>
                      <a:pt x="44" y="7"/>
                    </a:cubicBezTo>
                    <a:cubicBezTo>
                      <a:pt x="41" y="9"/>
                      <a:pt x="36" y="11"/>
                      <a:pt x="34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1"/>
                      <a:pt x="29" y="10"/>
                      <a:pt x="26" y="9"/>
                    </a:cubicBezTo>
                    <a:cubicBezTo>
                      <a:pt x="23" y="8"/>
                      <a:pt x="21" y="6"/>
                      <a:pt x="18" y="5"/>
                    </a:cubicBezTo>
                    <a:cubicBezTo>
                      <a:pt x="16" y="5"/>
                      <a:pt x="13" y="4"/>
                      <a:pt x="10" y="3"/>
                    </a:cubicBezTo>
                    <a:cubicBezTo>
                      <a:pt x="8" y="2"/>
                      <a:pt x="6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67" name="Freeform 185">
                <a:extLst>
                  <a:ext uri="{FF2B5EF4-FFF2-40B4-BE49-F238E27FC236}">
                    <a16:creationId xmlns:a16="http://schemas.microsoft.com/office/drawing/2014/main" id="{E03BF519-FC73-4C90-8FF4-DBEB25211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220"/>
                <a:ext cx="1193" cy="70"/>
              </a:xfrm>
              <a:custGeom>
                <a:avLst/>
                <a:gdLst>
                  <a:gd name="T0" fmla="*/ 270 w 477"/>
                  <a:gd name="T1" fmla="*/ 208 h 28"/>
                  <a:gd name="T2" fmla="*/ 533 w 477"/>
                  <a:gd name="T3" fmla="*/ 283 h 28"/>
                  <a:gd name="T4" fmla="*/ 533 w 477"/>
                  <a:gd name="T5" fmla="*/ 270 h 28"/>
                  <a:gd name="T6" fmla="*/ 533 w 477"/>
                  <a:gd name="T7" fmla="*/ 283 h 28"/>
                  <a:gd name="T8" fmla="*/ 533 w 477"/>
                  <a:gd name="T9" fmla="*/ 283 h 28"/>
                  <a:gd name="T10" fmla="*/ 800 w 477"/>
                  <a:gd name="T11" fmla="*/ 145 h 28"/>
                  <a:gd name="T12" fmla="*/ 938 w 477"/>
                  <a:gd name="T13" fmla="*/ 63 h 28"/>
                  <a:gd name="T14" fmla="*/ 1408 w 477"/>
                  <a:gd name="T15" fmla="*/ 250 h 28"/>
                  <a:gd name="T16" fmla="*/ 1533 w 477"/>
                  <a:gd name="T17" fmla="*/ 238 h 28"/>
                  <a:gd name="T18" fmla="*/ 1688 w 477"/>
                  <a:gd name="T19" fmla="*/ 145 h 28"/>
                  <a:gd name="T20" fmla="*/ 1926 w 477"/>
                  <a:gd name="T21" fmla="*/ 270 h 28"/>
                  <a:gd name="T22" fmla="*/ 2188 w 477"/>
                  <a:gd name="T23" fmla="*/ 363 h 28"/>
                  <a:gd name="T24" fmla="*/ 2409 w 477"/>
                  <a:gd name="T25" fmla="*/ 250 h 28"/>
                  <a:gd name="T26" fmla="*/ 2564 w 477"/>
                  <a:gd name="T27" fmla="*/ 175 h 28"/>
                  <a:gd name="T28" fmla="*/ 2751 w 477"/>
                  <a:gd name="T29" fmla="*/ 238 h 28"/>
                  <a:gd name="T30" fmla="*/ 3159 w 477"/>
                  <a:gd name="T31" fmla="*/ 395 h 28"/>
                  <a:gd name="T32" fmla="*/ 3429 w 477"/>
                  <a:gd name="T33" fmla="*/ 300 h 28"/>
                  <a:gd name="T34" fmla="*/ 3742 w 477"/>
                  <a:gd name="T35" fmla="*/ 270 h 28"/>
                  <a:gd name="T36" fmla="*/ 4097 w 477"/>
                  <a:gd name="T37" fmla="*/ 438 h 28"/>
                  <a:gd name="T38" fmla="*/ 4504 w 477"/>
                  <a:gd name="T39" fmla="*/ 238 h 28"/>
                  <a:gd name="T40" fmla="*/ 4722 w 477"/>
                  <a:gd name="T41" fmla="*/ 250 h 28"/>
                  <a:gd name="T42" fmla="*/ 4992 w 477"/>
                  <a:gd name="T43" fmla="*/ 375 h 28"/>
                  <a:gd name="T44" fmla="*/ 5242 w 477"/>
                  <a:gd name="T45" fmla="*/ 363 h 28"/>
                  <a:gd name="T46" fmla="*/ 5722 w 477"/>
                  <a:gd name="T47" fmla="*/ 175 h 28"/>
                  <a:gd name="T48" fmla="*/ 6038 w 477"/>
                  <a:gd name="T49" fmla="*/ 313 h 28"/>
                  <a:gd name="T50" fmla="*/ 6180 w 477"/>
                  <a:gd name="T51" fmla="*/ 375 h 28"/>
                  <a:gd name="T52" fmla="*/ 6430 w 477"/>
                  <a:gd name="T53" fmla="*/ 283 h 28"/>
                  <a:gd name="T54" fmla="*/ 6630 w 477"/>
                  <a:gd name="T55" fmla="*/ 188 h 28"/>
                  <a:gd name="T56" fmla="*/ 7088 w 477"/>
                  <a:gd name="T57" fmla="*/ 333 h 28"/>
                  <a:gd name="T58" fmla="*/ 7288 w 477"/>
                  <a:gd name="T59" fmla="*/ 270 h 28"/>
                  <a:gd name="T60" fmla="*/ 7463 w 477"/>
                  <a:gd name="T61" fmla="*/ 125 h 28"/>
                  <a:gd name="T62" fmla="*/ 7100 w 477"/>
                  <a:gd name="T63" fmla="*/ 270 h 28"/>
                  <a:gd name="T64" fmla="*/ 6725 w 477"/>
                  <a:gd name="T65" fmla="*/ 145 h 28"/>
                  <a:gd name="T66" fmla="*/ 6505 w 477"/>
                  <a:gd name="T67" fmla="*/ 158 h 28"/>
                  <a:gd name="T68" fmla="*/ 6275 w 477"/>
                  <a:gd name="T69" fmla="*/ 283 h 28"/>
                  <a:gd name="T70" fmla="*/ 6163 w 477"/>
                  <a:gd name="T71" fmla="*/ 313 h 28"/>
                  <a:gd name="T72" fmla="*/ 5960 w 477"/>
                  <a:gd name="T73" fmla="*/ 188 h 28"/>
                  <a:gd name="T74" fmla="*/ 5567 w 477"/>
                  <a:gd name="T75" fmla="*/ 158 h 28"/>
                  <a:gd name="T76" fmla="*/ 5067 w 477"/>
                  <a:gd name="T77" fmla="*/ 333 h 28"/>
                  <a:gd name="T78" fmla="*/ 4880 w 477"/>
                  <a:gd name="T79" fmla="*/ 250 h 28"/>
                  <a:gd name="T80" fmla="*/ 4584 w 477"/>
                  <a:gd name="T81" fmla="*/ 145 h 28"/>
                  <a:gd name="T82" fmla="*/ 4192 w 477"/>
                  <a:gd name="T83" fmla="*/ 345 h 28"/>
                  <a:gd name="T84" fmla="*/ 3942 w 477"/>
                  <a:gd name="T85" fmla="*/ 313 h 28"/>
                  <a:gd name="T86" fmla="*/ 3629 w 477"/>
                  <a:gd name="T87" fmla="*/ 175 h 28"/>
                  <a:gd name="T88" fmla="*/ 3191 w 477"/>
                  <a:gd name="T89" fmla="*/ 313 h 28"/>
                  <a:gd name="T90" fmla="*/ 2971 w 477"/>
                  <a:gd name="T91" fmla="*/ 270 h 28"/>
                  <a:gd name="T92" fmla="*/ 2564 w 477"/>
                  <a:gd name="T93" fmla="*/ 95 h 28"/>
                  <a:gd name="T94" fmla="*/ 2459 w 477"/>
                  <a:gd name="T95" fmla="*/ 125 h 28"/>
                  <a:gd name="T96" fmla="*/ 2208 w 477"/>
                  <a:gd name="T97" fmla="*/ 283 h 28"/>
                  <a:gd name="T98" fmla="*/ 2083 w 477"/>
                  <a:gd name="T99" fmla="*/ 250 h 28"/>
                  <a:gd name="T100" fmla="*/ 1783 w 477"/>
                  <a:gd name="T101" fmla="*/ 95 h 28"/>
                  <a:gd name="T102" fmla="*/ 1613 w 477"/>
                  <a:gd name="T103" fmla="*/ 95 h 28"/>
                  <a:gd name="T104" fmla="*/ 1438 w 477"/>
                  <a:gd name="T105" fmla="*/ 188 h 28"/>
                  <a:gd name="T106" fmla="*/ 1188 w 477"/>
                  <a:gd name="T107" fmla="*/ 95 h 28"/>
                  <a:gd name="T108" fmla="*/ 925 w 477"/>
                  <a:gd name="T109" fmla="*/ 0 h 28"/>
                  <a:gd name="T110" fmla="*/ 658 w 477"/>
                  <a:gd name="T111" fmla="*/ 158 h 28"/>
                  <a:gd name="T112" fmla="*/ 533 w 477"/>
                  <a:gd name="T113" fmla="*/ 220 h 28"/>
                  <a:gd name="T114" fmla="*/ 533 w 477"/>
                  <a:gd name="T115" fmla="*/ 220 h 28"/>
                  <a:gd name="T116" fmla="*/ 533 w 477"/>
                  <a:gd name="T117" fmla="*/ 238 h 28"/>
                  <a:gd name="T118" fmla="*/ 425 w 477"/>
                  <a:gd name="T119" fmla="*/ 188 h 28"/>
                  <a:gd name="T120" fmla="*/ 50 w 477"/>
                  <a:gd name="T121" fmla="*/ 50 h 2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77" h="28">
                    <a:moveTo>
                      <a:pt x="0" y="7"/>
                    </a:moveTo>
                    <a:cubicBezTo>
                      <a:pt x="5" y="10"/>
                      <a:pt x="12" y="11"/>
                      <a:pt x="17" y="13"/>
                    </a:cubicBezTo>
                    <a:cubicBezTo>
                      <a:pt x="19" y="13"/>
                      <a:pt x="22" y="15"/>
                      <a:pt x="25" y="16"/>
                    </a:cubicBezTo>
                    <a:cubicBezTo>
                      <a:pt x="28" y="17"/>
                      <a:pt x="31" y="18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7" y="18"/>
                      <a:pt x="40" y="17"/>
                      <a:pt x="42" y="16"/>
                    </a:cubicBezTo>
                    <a:cubicBezTo>
                      <a:pt x="45" y="14"/>
                      <a:pt x="48" y="11"/>
                      <a:pt x="51" y="9"/>
                    </a:cubicBezTo>
                    <a:cubicBezTo>
                      <a:pt x="54" y="6"/>
                      <a:pt x="56" y="5"/>
                      <a:pt x="59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5" y="4"/>
                      <a:pt x="69" y="7"/>
                      <a:pt x="74" y="9"/>
                    </a:cubicBezTo>
                    <a:cubicBezTo>
                      <a:pt x="79" y="12"/>
                      <a:pt x="84" y="15"/>
                      <a:pt x="90" y="16"/>
                    </a:cubicBezTo>
                    <a:cubicBezTo>
                      <a:pt x="91" y="17"/>
                      <a:pt x="92" y="17"/>
                      <a:pt x="92" y="17"/>
                    </a:cubicBezTo>
                    <a:cubicBezTo>
                      <a:pt x="95" y="17"/>
                      <a:pt x="96" y="16"/>
                      <a:pt x="98" y="15"/>
                    </a:cubicBezTo>
                    <a:cubicBezTo>
                      <a:pt x="100" y="14"/>
                      <a:pt x="102" y="12"/>
                      <a:pt x="104" y="11"/>
                    </a:cubicBezTo>
                    <a:cubicBezTo>
                      <a:pt x="106" y="10"/>
                      <a:pt x="107" y="9"/>
                      <a:pt x="108" y="9"/>
                    </a:cubicBezTo>
                    <a:cubicBezTo>
                      <a:pt x="109" y="9"/>
                      <a:pt x="110" y="9"/>
                      <a:pt x="111" y="10"/>
                    </a:cubicBezTo>
                    <a:cubicBezTo>
                      <a:pt x="115" y="12"/>
                      <a:pt x="118" y="15"/>
                      <a:pt x="123" y="17"/>
                    </a:cubicBezTo>
                    <a:cubicBezTo>
                      <a:pt x="125" y="17"/>
                      <a:pt x="128" y="19"/>
                      <a:pt x="131" y="20"/>
                    </a:cubicBezTo>
                    <a:cubicBezTo>
                      <a:pt x="134" y="21"/>
                      <a:pt x="137" y="23"/>
                      <a:pt x="140" y="23"/>
                    </a:cubicBezTo>
                    <a:cubicBezTo>
                      <a:pt x="141" y="23"/>
                      <a:pt x="141" y="23"/>
                      <a:pt x="142" y="23"/>
                    </a:cubicBezTo>
                    <a:cubicBezTo>
                      <a:pt x="147" y="22"/>
                      <a:pt x="151" y="19"/>
                      <a:pt x="154" y="16"/>
                    </a:cubicBezTo>
                    <a:cubicBezTo>
                      <a:pt x="156" y="15"/>
                      <a:pt x="158" y="13"/>
                      <a:pt x="159" y="12"/>
                    </a:cubicBezTo>
                    <a:cubicBezTo>
                      <a:pt x="161" y="11"/>
                      <a:pt x="163" y="11"/>
                      <a:pt x="164" y="11"/>
                    </a:cubicBezTo>
                    <a:cubicBezTo>
                      <a:pt x="164" y="11"/>
                      <a:pt x="164" y="11"/>
                      <a:pt x="164" y="11"/>
                    </a:cubicBezTo>
                    <a:cubicBezTo>
                      <a:pt x="167" y="11"/>
                      <a:pt x="172" y="12"/>
                      <a:pt x="176" y="15"/>
                    </a:cubicBezTo>
                    <a:cubicBezTo>
                      <a:pt x="181" y="17"/>
                      <a:pt x="185" y="20"/>
                      <a:pt x="189" y="21"/>
                    </a:cubicBezTo>
                    <a:cubicBezTo>
                      <a:pt x="193" y="23"/>
                      <a:pt x="197" y="25"/>
                      <a:pt x="202" y="25"/>
                    </a:cubicBezTo>
                    <a:cubicBezTo>
                      <a:pt x="203" y="25"/>
                      <a:pt x="204" y="25"/>
                      <a:pt x="204" y="24"/>
                    </a:cubicBezTo>
                    <a:cubicBezTo>
                      <a:pt x="210" y="24"/>
                      <a:pt x="215" y="21"/>
                      <a:pt x="219" y="19"/>
                    </a:cubicBezTo>
                    <a:cubicBezTo>
                      <a:pt x="224" y="17"/>
                      <a:pt x="228" y="15"/>
                      <a:pt x="232" y="15"/>
                    </a:cubicBezTo>
                    <a:cubicBezTo>
                      <a:pt x="234" y="15"/>
                      <a:pt x="236" y="16"/>
                      <a:pt x="239" y="17"/>
                    </a:cubicBezTo>
                    <a:cubicBezTo>
                      <a:pt x="242" y="18"/>
                      <a:pt x="246" y="21"/>
                      <a:pt x="250" y="23"/>
                    </a:cubicBezTo>
                    <a:cubicBezTo>
                      <a:pt x="254" y="26"/>
                      <a:pt x="258" y="28"/>
                      <a:pt x="262" y="28"/>
                    </a:cubicBezTo>
                    <a:cubicBezTo>
                      <a:pt x="265" y="28"/>
                      <a:pt x="267" y="27"/>
                      <a:pt x="269" y="26"/>
                    </a:cubicBezTo>
                    <a:cubicBezTo>
                      <a:pt x="276" y="23"/>
                      <a:pt x="282" y="19"/>
                      <a:pt x="288" y="15"/>
                    </a:cubicBezTo>
                    <a:cubicBezTo>
                      <a:pt x="290" y="14"/>
                      <a:pt x="291" y="14"/>
                      <a:pt x="293" y="14"/>
                    </a:cubicBezTo>
                    <a:cubicBezTo>
                      <a:pt x="295" y="14"/>
                      <a:pt x="298" y="15"/>
                      <a:pt x="302" y="16"/>
                    </a:cubicBezTo>
                    <a:cubicBezTo>
                      <a:pt x="305" y="17"/>
                      <a:pt x="307" y="18"/>
                      <a:pt x="310" y="20"/>
                    </a:cubicBezTo>
                    <a:cubicBezTo>
                      <a:pt x="313" y="22"/>
                      <a:pt x="316" y="23"/>
                      <a:pt x="319" y="24"/>
                    </a:cubicBezTo>
                    <a:cubicBezTo>
                      <a:pt x="320" y="25"/>
                      <a:pt x="322" y="25"/>
                      <a:pt x="324" y="25"/>
                    </a:cubicBezTo>
                    <a:cubicBezTo>
                      <a:pt x="328" y="25"/>
                      <a:pt x="332" y="24"/>
                      <a:pt x="335" y="23"/>
                    </a:cubicBezTo>
                    <a:cubicBezTo>
                      <a:pt x="343" y="21"/>
                      <a:pt x="352" y="18"/>
                      <a:pt x="359" y="13"/>
                    </a:cubicBezTo>
                    <a:cubicBezTo>
                      <a:pt x="361" y="11"/>
                      <a:pt x="364" y="11"/>
                      <a:pt x="366" y="11"/>
                    </a:cubicBezTo>
                    <a:cubicBezTo>
                      <a:pt x="369" y="11"/>
                      <a:pt x="374" y="13"/>
                      <a:pt x="379" y="16"/>
                    </a:cubicBezTo>
                    <a:cubicBezTo>
                      <a:pt x="381" y="17"/>
                      <a:pt x="383" y="19"/>
                      <a:pt x="386" y="20"/>
                    </a:cubicBezTo>
                    <a:cubicBezTo>
                      <a:pt x="388" y="22"/>
                      <a:pt x="391" y="24"/>
                      <a:pt x="394" y="24"/>
                    </a:cubicBezTo>
                    <a:cubicBezTo>
                      <a:pt x="395" y="24"/>
                      <a:pt x="395" y="24"/>
                      <a:pt x="395" y="24"/>
                    </a:cubicBezTo>
                    <a:cubicBezTo>
                      <a:pt x="398" y="24"/>
                      <a:pt x="401" y="23"/>
                      <a:pt x="403" y="22"/>
                    </a:cubicBezTo>
                    <a:cubicBezTo>
                      <a:pt x="406" y="20"/>
                      <a:pt x="409" y="18"/>
                      <a:pt x="411" y="18"/>
                    </a:cubicBezTo>
                    <a:cubicBezTo>
                      <a:pt x="414" y="16"/>
                      <a:pt x="416" y="15"/>
                      <a:pt x="418" y="14"/>
                    </a:cubicBezTo>
                    <a:cubicBezTo>
                      <a:pt x="420" y="13"/>
                      <a:pt x="422" y="12"/>
                      <a:pt x="424" y="12"/>
                    </a:cubicBezTo>
                    <a:cubicBezTo>
                      <a:pt x="425" y="12"/>
                      <a:pt x="426" y="12"/>
                      <a:pt x="428" y="13"/>
                    </a:cubicBezTo>
                    <a:cubicBezTo>
                      <a:pt x="436" y="16"/>
                      <a:pt x="444" y="20"/>
                      <a:pt x="453" y="21"/>
                    </a:cubicBezTo>
                    <a:cubicBezTo>
                      <a:pt x="453" y="21"/>
                      <a:pt x="453" y="21"/>
                      <a:pt x="454" y="21"/>
                    </a:cubicBezTo>
                    <a:cubicBezTo>
                      <a:pt x="459" y="21"/>
                      <a:pt x="463" y="19"/>
                      <a:pt x="466" y="17"/>
                    </a:cubicBezTo>
                    <a:cubicBezTo>
                      <a:pt x="470" y="15"/>
                      <a:pt x="474" y="13"/>
                      <a:pt x="477" y="12"/>
                    </a:cubicBezTo>
                    <a:cubicBezTo>
                      <a:pt x="477" y="8"/>
                      <a:pt x="477" y="8"/>
                      <a:pt x="477" y="8"/>
                    </a:cubicBezTo>
                    <a:cubicBezTo>
                      <a:pt x="472" y="8"/>
                      <a:pt x="468" y="11"/>
                      <a:pt x="464" y="13"/>
                    </a:cubicBezTo>
                    <a:cubicBezTo>
                      <a:pt x="461" y="15"/>
                      <a:pt x="457" y="17"/>
                      <a:pt x="454" y="17"/>
                    </a:cubicBezTo>
                    <a:cubicBezTo>
                      <a:pt x="453" y="17"/>
                      <a:pt x="453" y="17"/>
                      <a:pt x="453" y="17"/>
                    </a:cubicBezTo>
                    <a:cubicBezTo>
                      <a:pt x="445" y="16"/>
                      <a:pt x="438" y="12"/>
                      <a:pt x="430" y="9"/>
                    </a:cubicBezTo>
                    <a:cubicBezTo>
                      <a:pt x="428" y="8"/>
                      <a:pt x="426" y="8"/>
                      <a:pt x="424" y="8"/>
                    </a:cubicBezTo>
                    <a:cubicBezTo>
                      <a:pt x="421" y="8"/>
                      <a:pt x="418" y="9"/>
                      <a:pt x="416" y="10"/>
                    </a:cubicBezTo>
                    <a:cubicBezTo>
                      <a:pt x="414" y="11"/>
                      <a:pt x="412" y="12"/>
                      <a:pt x="409" y="14"/>
                    </a:cubicBezTo>
                    <a:cubicBezTo>
                      <a:pt x="407" y="15"/>
                      <a:pt x="404" y="16"/>
                      <a:pt x="401" y="18"/>
                    </a:cubicBezTo>
                    <a:cubicBezTo>
                      <a:pt x="399" y="19"/>
                      <a:pt x="396" y="20"/>
                      <a:pt x="395" y="20"/>
                    </a:cubicBezTo>
                    <a:cubicBezTo>
                      <a:pt x="394" y="20"/>
                      <a:pt x="394" y="20"/>
                      <a:pt x="394" y="20"/>
                    </a:cubicBezTo>
                    <a:cubicBezTo>
                      <a:pt x="393" y="20"/>
                      <a:pt x="391" y="19"/>
                      <a:pt x="388" y="17"/>
                    </a:cubicBezTo>
                    <a:cubicBezTo>
                      <a:pt x="386" y="15"/>
                      <a:pt x="383" y="13"/>
                      <a:pt x="381" y="12"/>
                    </a:cubicBezTo>
                    <a:cubicBezTo>
                      <a:pt x="376" y="9"/>
                      <a:pt x="371" y="7"/>
                      <a:pt x="366" y="7"/>
                    </a:cubicBezTo>
                    <a:cubicBezTo>
                      <a:pt x="363" y="7"/>
                      <a:pt x="359" y="8"/>
                      <a:pt x="356" y="10"/>
                    </a:cubicBezTo>
                    <a:cubicBezTo>
                      <a:pt x="350" y="14"/>
                      <a:pt x="342" y="17"/>
                      <a:pt x="334" y="19"/>
                    </a:cubicBezTo>
                    <a:cubicBezTo>
                      <a:pt x="331" y="20"/>
                      <a:pt x="327" y="21"/>
                      <a:pt x="324" y="21"/>
                    </a:cubicBezTo>
                    <a:cubicBezTo>
                      <a:pt x="322" y="21"/>
                      <a:pt x="321" y="21"/>
                      <a:pt x="320" y="20"/>
                    </a:cubicBezTo>
                    <a:cubicBezTo>
                      <a:pt x="317" y="19"/>
                      <a:pt x="315" y="18"/>
                      <a:pt x="312" y="16"/>
                    </a:cubicBezTo>
                    <a:cubicBezTo>
                      <a:pt x="309" y="15"/>
                      <a:pt x="307" y="13"/>
                      <a:pt x="303" y="12"/>
                    </a:cubicBezTo>
                    <a:cubicBezTo>
                      <a:pt x="299" y="10"/>
                      <a:pt x="296" y="9"/>
                      <a:pt x="293" y="9"/>
                    </a:cubicBezTo>
                    <a:cubicBezTo>
                      <a:pt x="291" y="9"/>
                      <a:pt x="288" y="10"/>
                      <a:pt x="286" y="11"/>
                    </a:cubicBezTo>
                    <a:cubicBezTo>
                      <a:pt x="279" y="15"/>
                      <a:pt x="274" y="19"/>
                      <a:pt x="268" y="22"/>
                    </a:cubicBezTo>
                    <a:cubicBezTo>
                      <a:pt x="266" y="23"/>
                      <a:pt x="264" y="23"/>
                      <a:pt x="262" y="23"/>
                    </a:cubicBezTo>
                    <a:cubicBezTo>
                      <a:pt x="259" y="23"/>
                      <a:pt x="256" y="22"/>
                      <a:pt x="252" y="20"/>
                    </a:cubicBezTo>
                    <a:cubicBezTo>
                      <a:pt x="248" y="17"/>
                      <a:pt x="245" y="15"/>
                      <a:pt x="240" y="13"/>
                    </a:cubicBezTo>
                    <a:cubicBezTo>
                      <a:pt x="238" y="12"/>
                      <a:pt x="235" y="11"/>
                      <a:pt x="232" y="11"/>
                    </a:cubicBezTo>
                    <a:cubicBezTo>
                      <a:pt x="227" y="11"/>
                      <a:pt x="222" y="13"/>
                      <a:pt x="218" y="15"/>
                    </a:cubicBezTo>
                    <a:cubicBezTo>
                      <a:pt x="213" y="17"/>
                      <a:pt x="208" y="20"/>
                      <a:pt x="204" y="20"/>
                    </a:cubicBezTo>
                    <a:cubicBezTo>
                      <a:pt x="203" y="20"/>
                      <a:pt x="203" y="20"/>
                      <a:pt x="202" y="20"/>
                    </a:cubicBezTo>
                    <a:cubicBezTo>
                      <a:pt x="198" y="20"/>
                      <a:pt x="194" y="19"/>
                      <a:pt x="190" y="17"/>
                    </a:cubicBezTo>
                    <a:cubicBezTo>
                      <a:pt x="187" y="16"/>
                      <a:pt x="183" y="13"/>
                      <a:pt x="178" y="11"/>
                    </a:cubicBezTo>
                    <a:cubicBezTo>
                      <a:pt x="173" y="9"/>
                      <a:pt x="169" y="6"/>
                      <a:pt x="164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2" y="6"/>
                      <a:pt x="159" y="7"/>
                      <a:pt x="157" y="8"/>
                    </a:cubicBezTo>
                    <a:cubicBezTo>
                      <a:pt x="154" y="10"/>
                      <a:pt x="152" y="13"/>
                      <a:pt x="149" y="15"/>
                    </a:cubicBezTo>
                    <a:cubicBezTo>
                      <a:pt x="146" y="17"/>
                      <a:pt x="144" y="18"/>
                      <a:pt x="141" y="18"/>
                    </a:cubicBezTo>
                    <a:cubicBezTo>
                      <a:pt x="140" y="18"/>
                      <a:pt x="140" y="18"/>
                      <a:pt x="140" y="18"/>
                    </a:cubicBezTo>
                    <a:cubicBezTo>
                      <a:pt x="138" y="18"/>
                      <a:pt x="135" y="17"/>
                      <a:pt x="133" y="16"/>
                    </a:cubicBezTo>
                    <a:cubicBezTo>
                      <a:pt x="130" y="15"/>
                      <a:pt x="127" y="14"/>
                      <a:pt x="125" y="12"/>
                    </a:cubicBezTo>
                    <a:cubicBezTo>
                      <a:pt x="120" y="11"/>
                      <a:pt x="118" y="9"/>
                      <a:pt x="114" y="6"/>
                    </a:cubicBezTo>
                    <a:cubicBezTo>
                      <a:pt x="112" y="5"/>
                      <a:pt x="110" y="5"/>
                      <a:pt x="108" y="5"/>
                    </a:cubicBezTo>
                    <a:cubicBezTo>
                      <a:pt x="106" y="5"/>
                      <a:pt x="105" y="5"/>
                      <a:pt x="103" y="6"/>
                    </a:cubicBezTo>
                    <a:cubicBezTo>
                      <a:pt x="101" y="7"/>
                      <a:pt x="99" y="9"/>
                      <a:pt x="98" y="10"/>
                    </a:cubicBezTo>
                    <a:cubicBezTo>
                      <a:pt x="96" y="12"/>
                      <a:pt x="94" y="12"/>
                      <a:pt x="92" y="12"/>
                    </a:cubicBezTo>
                    <a:cubicBezTo>
                      <a:pt x="92" y="12"/>
                      <a:pt x="92" y="12"/>
                      <a:pt x="91" y="12"/>
                    </a:cubicBezTo>
                    <a:cubicBezTo>
                      <a:pt x="86" y="11"/>
                      <a:pt x="82" y="8"/>
                      <a:pt x="76" y="6"/>
                    </a:cubicBezTo>
                    <a:cubicBezTo>
                      <a:pt x="71" y="3"/>
                      <a:pt x="66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6" y="0"/>
                      <a:pt x="53" y="1"/>
                      <a:pt x="51" y="3"/>
                    </a:cubicBezTo>
                    <a:cubicBezTo>
                      <a:pt x="48" y="5"/>
                      <a:pt x="45" y="8"/>
                      <a:pt x="42" y="10"/>
                    </a:cubicBezTo>
                    <a:cubicBezTo>
                      <a:pt x="40" y="13"/>
                      <a:pt x="37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2" y="14"/>
                      <a:pt x="30" y="13"/>
                      <a:pt x="27" y="12"/>
                    </a:cubicBezTo>
                    <a:cubicBezTo>
                      <a:pt x="24" y="11"/>
                      <a:pt x="21" y="10"/>
                      <a:pt x="18" y="9"/>
                    </a:cubicBezTo>
                    <a:cubicBezTo>
                      <a:pt x="13" y="7"/>
                      <a:pt x="7" y="6"/>
                      <a:pt x="3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68" name="Freeform 186">
                <a:extLst>
                  <a:ext uri="{FF2B5EF4-FFF2-40B4-BE49-F238E27FC236}">
                    <a16:creationId xmlns:a16="http://schemas.microsoft.com/office/drawing/2014/main" id="{FDC63EC3-6A61-473C-AED6-D14AD1F14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233"/>
                <a:ext cx="590" cy="55"/>
              </a:xfrm>
              <a:custGeom>
                <a:avLst/>
                <a:gdLst>
                  <a:gd name="T0" fmla="*/ 33 w 236"/>
                  <a:gd name="T1" fmla="*/ 95 h 22"/>
                  <a:gd name="T2" fmla="*/ 470 w 236"/>
                  <a:gd name="T3" fmla="*/ 238 h 22"/>
                  <a:gd name="T4" fmla="*/ 783 w 236"/>
                  <a:gd name="T5" fmla="*/ 158 h 22"/>
                  <a:gd name="T6" fmla="*/ 938 w 236"/>
                  <a:gd name="T7" fmla="*/ 83 h 22"/>
                  <a:gd name="T8" fmla="*/ 1175 w 236"/>
                  <a:gd name="T9" fmla="*/ 188 h 22"/>
                  <a:gd name="T10" fmla="*/ 1425 w 236"/>
                  <a:gd name="T11" fmla="*/ 283 h 22"/>
                  <a:gd name="T12" fmla="*/ 1738 w 236"/>
                  <a:gd name="T13" fmla="*/ 208 h 22"/>
                  <a:gd name="T14" fmla="*/ 2033 w 236"/>
                  <a:gd name="T15" fmla="*/ 270 h 22"/>
                  <a:gd name="T16" fmla="*/ 2220 w 236"/>
                  <a:gd name="T17" fmla="*/ 345 h 22"/>
                  <a:gd name="T18" fmla="*/ 2333 w 236"/>
                  <a:gd name="T19" fmla="*/ 333 h 22"/>
                  <a:gd name="T20" fmla="*/ 2563 w 236"/>
                  <a:gd name="T21" fmla="*/ 220 h 22"/>
                  <a:gd name="T22" fmla="*/ 2750 w 236"/>
                  <a:gd name="T23" fmla="*/ 125 h 22"/>
                  <a:gd name="T24" fmla="*/ 3000 w 236"/>
                  <a:gd name="T25" fmla="*/ 238 h 22"/>
                  <a:gd name="T26" fmla="*/ 3158 w 236"/>
                  <a:gd name="T27" fmla="*/ 283 h 22"/>
                  <a:gd name="T28" fmla="*/ 3500 w 236"/>
                  <a:gd name="T29" fmla="*/ 175 h 22"/>
                  <a:gd name="T30" fmla="*/ 3688 w 236"/>
                  <a:gd name="T31" fmla="*/ 125 h 22"/>
                  <a:gd name="T32" fmla="*/ 3583 w 236"/>
                  <a:gd name="T33" fmla="*/ 83 h 22"/>
                  <a:gd name="T34" fmla="*/ 3220 w 236"/>
                  <a:gd name="T35" fmla="*/ 208 h 22"/>
                  <a:gd name="T36" fmla="*/ 3113 w 236"/>
                  <a:gd name="T37" fmla="*/ 208 h 22"/>
                  <a:gd name="T38" fmla="*/ 2845 w 236"/>
                  <a:gd name="T39" fmla="*/ 95 h 22"/>
                  <a:gd name="T40" fmla="*/ 2645 w 236"/>
                  <a:gd name="T41" fmla="*/ 95 h 22"/>
                  <a:gd name="T42" fmla="*/ 2375 w 236"/>
                  <a:gd name="T43" fmla="*/ 220 h 22"/>
                  <a:gd name="T44" fmla="*/ 2220 w 236"/>
                  <a:gd name="T45" fmla="*/ 283 h 22"/>
                  <a:gd name="T46" fmla="*/ 2158 w 236"/>
                  <a:gd name="T47" fmla="*/ 250 h 22"/>
                  <a:gd name="T48" fmla="*/ 1783 w 236"/>
                  <a:gd name="T49" fmla="*/ 125 h 22"/>
                  <a:gd name="T50" fmla="*/ 1563 w 236"/>
                  <a:gd name="T51" fmla="*/ 188 h 22"/>
                  <a:gd name="T52" fmla="*/ 1395 w 236"/>
                  <a:gd name="T53" fmla="*/ 220 h 22"/>
                  <a:gd name="T54" fmla="*/ 1020 w 236"/>
                  <a:gd name="T55" fmla="*/ 20 h 22"/>
                  <a:gd name="T56" fmla="*/ 845 w 236"/>
                  <a:gd name="T57" fmla="*/ 33 h 22"/>
                  <a:gd name="T58" fmla="*/ 500 w 236"/>
                  <a:gd name="T59" fmla="*/ 175 h 22"/>
                  <a:gd name="T60" fmla="*/ 270 w 236"/>
                  <a:gd name="T61" fmla="*/ 113 h 22"/>
                  <a:gd name="T62" fmla="*/ 0 w 236"/>
                  <a:gd name="T63" fmla="*/ 33 h 2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6" h="22">
                    <a:moveTo>
                      <a:pt x="1" y="6"/>
                    </a:moveTo>
                    <a:cubicBezTo>
                      <a:pt x="1" y="6"/>
                      <a:pt x="2" y="6"/>
                      <a:pt x="2" y="6"/>
                    </a:cubicBezTo>
                    <a:cubicBezTo>
                      <a:pt x="6" y="6"/>
                      <a:pt x="10" y="8"/>
                      <a:pt x="15" y="10"/>
                    </a:cubicBezTo>
                    <a:cubicBezTo>
                      <a:pt x="20" y="13"/>
                      <a:pt x="24" y="15"/>
                      <a:pt x="30" y="15"/>
                    </a:cubicBezTo>
                    <a:cubicBezTo>
                      <a:pt x="31" y="15"/>
                      <a:pt x="32" y="15"/>
                      <a:pt x="33" y="15"/>
                    </a:cubicBezTo>
                    <a:cubicBezTo>
                      <a:pt x="38" y="14"/>
                      <a:pt x="44" y="12"/>
                      <a:pt x="50" y="10"/>
                    </a:cubicBezTo>
                    <a:cubicBezTo>
                      <a:pt x="52" y="9"/>
                      <a:pt x="54" y="7"/>
                      <a:pt x="56" y="6"/>
                    </a:cubicBezTo>
                    <a:cubicBezTo>
                      <a:pt x="58" y="5"/>
                      <a:pt x="59" y="5"/>
                      <a:pt x="60" y="5"/>
                    </a:cubicBezTo>
                    <a:cubicBezTo>
                      <a:pt x="61" y="5"/>
                      <a:pt x="62" y="5"/>
                      <a:pt x="63" y="5"/>
                    </a:cubicBezTo>
                    <a:cubicBezTo>
                      <a:pt x="67" y="7"/>
                      <a:pt x="71" y="9"/>
                      <a:pt x="75" y="12"/>
                    </a:cubicBezTo>
                    <a:cubicBezTo>
                      <a:pt x="79" y="14"/>
                      <a:pt x="83" y="17"/>
                      <a:pt x="88" y="18"/>
                    </a:cubicBezTo>
                    <a:cubicBezTo>
                      <a:pt x="89" y="18"/>
                      <a:pt x="90" y="18"/>
                      <a:pt x="91" y="18"/>
                    </a:cubicBezTo>
                    <a:cubicBezTo>
                      <a:pt x="95" y="18"/>
                      <a:pt x="98" y="17"/>
                      <a:pt x="102" y="16"/>
                    </a:cubicBezTo>
                    <a:cubicBezTo>
                      <a:pt x="105" y="15"/>
                      <a:pt x="108" y="13"/>
                      <a:pt x="111" y="13"/>
                    </a:cubicBezTo>
                    <a:cubicBezTo>
                      <a:pt x="112" y="13"/>
                      <a:pt x="113" y="13"/>
                      <a:pt x="114" y="13"/>
                    </a:cubicBezTo>
                    <a:cubicBezTo>
                      <a:pt x="120" y="13"/>
                      <a:pt x="125" y="15"/>
                      <a:pt x="130" y="17"/>
                    </a:cubicBezTo>
                    <a:cubicBezTo>
                      <a:pt x="132" y="18"/>
                      <a:pt x="134" y="19"/>
                      <a:pt x="136" y="20"/>
                    </a:cubicBezTo>
                    <a:cubicBezTo>
                      <a:pt x="138" y="21"/>
                      <a:pt x="140" y="22"/>
                      <a:pt x="142" y="22"/>
                    </a:cubicBezTo>
                    <a:cubicBezTo>
                      <a:pt x="142" y="22"/>
                      <a:pt x="142" y="22"/>
                      <a:pt x="142" y="22"/>
                    </a:cubicBezTo>
                    <a:cubicBezTo>
                      <a:pt x="145" y="22"/>
                      <a:pt x="147" y="21"/>
                      <a:pt x="149" y="21"/>
                    </a:cubicBezTo>
                    <a:cubicBezTo>
                      <a:pt x="150" y="20"/>
                      <a:pt x="152" y="19"/>
                      <a:pt x="153" y="18"/>
                    </a:cubicBezTo>
                    <a:cubicBezTo>
                      <a:pt x="156" y="17"/>
                      <a:pt x="160" y="16"/>
                      <a:pt x="164" y="14"/>
                    </a:cubicBezTo>
                    <a:cubicBezTo>
                      <a:pt x="167" y="13"/>
                      <a:pt x="169" y="11"/>
                      <a:pt x="171" y="10"/>
                    </a:cubicBezTo>
                    <a:cubicBezTo>
                      <a:pt x="173" y="9"/>
                      <a:pt x="175" y="8"/>
                      <a:pt x="176" y="8"/>
                    </a:cubicBezTo>
                    <a:cubicBezTo>
                      <a:pt x="177" y="8"/>
                      <a:pt x="178" y="8"/>
                      <a:pt x="180" y="9"/>
                    </a:cubicBezTo>
                    <a:cubicBezTo>
                      <a:pt x="184" y="13"/>
                      <a:pt x="188" y="14"/>
                      <a:pt x="192" y="15"/>
                    </a:cubicBezTo>
                    <a:cubicBezTo>
                      <a:pt x="194" y="16"/>
                      <a:pt x="196" y="17"/>
                      <a:pt x="197" y="17"/>
                    </a:cubicBezTo>
                    <a:cubicBezTo>
                      <a:pt x="199" y="18"/>
                      <a:pt x="200" y="18"/>
                      <a:pt x="202" y="18"/>
                    </a:cubicBezTo>
                    <a:cubicBezTo>
                      <a:pt x="204" y="18"/>
                      <a:pt x="206" y="18"/>
                      <a:pt x="207" y="17"/>
                    </a:cubicBezTo>
                    <a:cubicBezTo>
                      <a:pt x="213" y="15"/>
                      <a:pt x="219" y="12"/>
                      <a:pt x="224" y="11"/>
                    </a:cubicBezTo>
                    <a:cubicBezTo>
                      <a:pt x="226" y="10"/>
                      <a:pt x="228" y="10"/>
                      <a:pt x="230" y="10"/>
                    </a:cubicBezTo>
                    <a:cubicBezTo>
                      <a:pt x="232" y="9"/>
                      <a:pt x="234" y="9"/>
                      <a:pt x="236" y="8"/>
                    </a:cubicBezTo>
                    <a:cubicBezTo>
                      <a:pt x="234" y="4"/>
                      <a:pt x="234" y="4"/>
                      <a:pt x="234" y="4"/>
                    </a:cubicBezTo>
                    <a:cubicBezTo>
                      <a:pt x="233" y="4"/>
                      <a:pt x="231" y="5"/>
                      <a:pt x="229" y="5"/>
                    </a:cubicBezTo>
                    <a:cubicBezTo>
                      <a:pt x="227" y="6"/>
                      <a:pt x="225" y="6"/>
                      <a:pt x="223" y="7"/>
                    </a:cubicBezTo>
                    <a:cubicBezTo>
                      <a:pt x="217" y="8"/>
                      <a:pt x="211" y="11"/>
                      <a:pt x="206" y="13"/>
                    </a:cubicBezTo>
                    <a:cubicBezTo>
                      <a:pt x="204" y="14"/>
                      <a:pt x="203" y="14"/>
                      <a:pt x="202" y="14"/>
                    </a:cubicBezTo>
                    <a:cubicBezTo>
                      <a:pt x="201" y="14"/>
                      <a:pt x="200" y="14"/>
                      <a:pt x="199" y="13"/>
                    </a:cubicBezTo>
                    <a:cubicBezTo>
                      <a:pt x="197" y="13"/>
                      <a:pt x="196" y="12"/>
                      <a:pt x="194" y="11"/>
                    </a:cubicBezTo>
                    <a:cubicBezTo>
                      <a:pt x="189" y="10"/>
                      <a:pt x="186" y="9"/>
                      <a:pt x="182" y="6"/>
                    </a:cubicBezTo>
                    <a:cubicBezTo>
                      <a:pt x="180" y="4"/>
                      <a:pt x="178" y="4"/>
                      <a:pt x="176" y="4"/>
                    </a:cubicBezTo>
                    <a:cubicBezTo>
                      <a:pt x="173" y="4"/>
                      <a:pt x="171" y="5"/>
                      <a:pt x="169" y="6"/>
                    </a:cubicBezTo>
                    <a:cubicBezTo>
                      <a:pt x="166" y="8"/>
                      <a:pt x="164" y="9"/>
                      <a:pt x="162" y="10"/>
                    </a:cubicBezTo>
                    <a:cubicBezTo>
                      <a:pt x="159" y="12"/>
                      <a:pt x="155" y="13"/>
                      <a:pt x="152" y="14"/>
                    </a:cubicBezTo>
                    <a:cubicBezTo>
                      <a:pt x="150" y="15"/>
                      <a:pt x="148" y="16"/>
                      <a:pt x="147" y="17"/>
                    </a:cubicBezTo>
                    <a:cubicBezTo>
                      <a:pt x="145" y="18"/>
                      <a:pt x="144" y="18"/>
                      <a:pt x="142" y="18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1" y="18"/>
                      <a:pt x="139" y="17"/>
                      <a:pt x="138" y="16"/>
                    </a:cubicBezTo>
                    <a:cubicBezTo>
                      <a:pt x="136" y="15"/>
                      <a:pt x="134" y="14"/>
                      <a:pt x="132" y="13"/>
                    </a:cubicBezTo>
                    <a:cubicBezTo>
                      <a:pt x="127" y="11"/>
                      <a:pt x="121" y="8"/>
                      <a:pt x="114" y="8"/>
                    </a:cubicBezTo>
                    <a:cubicBezTo>
                      <a:pt x="113" y="8"/>
                      <a:pt x="112" y="8"/>
                      <a:pt x="110" y="9"/>
                    </a:cubicBezTo>
                    <a:cubicBezTo>
                      <a:pt x="107" y="9"/>
                      <a:pt x="103" y="11"/>
                      <a:pt x="100" y="12"/>
                    </a:cubicBezTo>
                    <a:cubicBezTo>
                      <a:pt x="97" y="13"/>
                      <a:pt x="94" y="14"/>
                      <a:pt x="91" y="14"/>
                    </a:cubicBezTo>
                    <a:cubicBezTo>
                      <a:pt x="90" y="14"/>
                      <a:pt x="89" y="14"/>
                      <a:pt x="89" y="14"/>
                    </a:cubicBezTo>
                    <a:cubicBezTo>
                      <a:pt x="85" y="13"/>
                      <a:pt x="81" y="11"/>
                      <a:pt x="77" y="8"/>
                    </a:cubicBezTo>
                    <a:cubicBezTo>
                      <a:pt x="73" y="6"/>
                      <a:pt x="69" y="3"/>
                      <a:pt x="65" y="1"/>
                    </a:cubicBezTo>
                    <a:cubicBezTo>
                      <a:pt x="63" y="1"/>
                      <a:pt x="62" y="0"/>
                      <a:pt x="60" y="0"/>
                    </a:cubicBezTo>
                    <a:cubicBezTo>
                      <a:pt x="58" y="0"/>
                      <a:pt x="56" y="1"/>
                      <a:pt x="54" y="2"/>
                    </a:cubicBezTo>
                    <a:cubicBezTo>
                      <a:pt x="52" y="4"/>
                      <a:pt x="50" y="5"/>
                      <a:pt x="48" y="6"/>
                    </a:cubicBezTo>
                    <a:cubicBezTo>
                      <a:pt x="43" y="8"/>
                      <a:pt x="37" y="10"/>
                      <a:pt x="32" y="11"/>
                    </a:cubicBezTo>
                    <a:cubicBezTo>
                      <a:pt x="31" y="11"/>
                      <a:pt x="31" y="11"/>
                      <a:pt x="30" y="11"/>
                    </a:cubicBezTo>
                    <a:cubicBezTo>
                      <a:pt x="26" y="11"/>
                      <a:pt x="22" y="9"/>
                      <a:pt x="17" y="7"/>
                    </a:cubicBezTo>
                    <a:cubicBezTo>
                      <a:pt x="12" y="4"/>
                      <a:pt x="8" y="2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1" y="6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69" name="Freeform 187">
                <a:extLst>
                  <a:ext uri="{FF2B5EF4-FFF2-40B4-BE49-F238E27FC236}">
                    <a16:creationId xmlns:a16="http://schemas.microsoft.com/office/drawing/2014/main" id="{0EF03D1E-7085-4BF4-9C46-96685D205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238"/>
                <a:ext cx="130" cy="47"/>
              </a:xfrm>
              <a:custGeom>
                <a:avLst/>
                <a:gdLst>
                  <a:gd name="T0" fmla="*/ 0 w 52"/>
                  <a:gd name="T1" fmla="*/ 42 h 19"/>
                  <a:gd name="T2" fmla="*/ 270 w 52"/>
                  <a:gd name="T3" fmla="*/ 215 h 19"/>
                  <a:gd name="T4" fmla="*/ 333 w 52"/>
                  <a:gd name="T5" fmla="*/ 257 h 19"/>
                  <a:gd name="T6" fmla="*/ 408 w 52"/>
                  <a:gd name="T7" fmla="*/ 287 h 19"/>
                  <a:gd name="T8" fmla="*/ 425 w 52"/>
                  <a:gd name="T9" fmla="*/ 287 h 19"/>
                  <a:gd name="T10" fmla="*/ 625 w 52"/>
                  <a:gd name="T11" fmla="*/ 195 h 19"/>
                  <a:gd name="T12" fmla="*/ 813 w 52"/>
                  <a:gd name="T13" fmla="*/ 121 h 19"/>
                  <a:gd name="T14" fmla="*/ 800 w 52"/>
                  <a:gd name="T15" fmla="*/ 42 h 19"/>
                  <a:gd name="T16" fmla="*/ 595 w 52"/>
                  <a:gd name="T17" fmla="*/ 153 h 19"/>
                  <a:gd name="T18" fmla="*/ 425 w 52"/>
                  <a:gd name="T19" fmla="*/ 215 h 19"/>
                  <a:gd name="T20" fmla="*/ 408 w 52"/>
                  <a:gd name="T21" fmla="*/ 215 h 19"/>
                  <a:gd name="T22" fmla="*/ 363 w 52"/>
                  <a:gd name="T23" fmla="*/ 195 h 19"/>
                  <a:gd name="T24" fmla="*/ 300 w 52"/>
                  <a:gd name="T25" fmla="*/ 166 h 19"/>
                  <a:gd name="T26" fmla="*/ 50 w 52"/>
                  <a:gd name="T27" fmla="*/ 0 h 19"/>
                  <a:gd name="T28" fmla="*/ 0 w 52"/>
                  <a:gd name="T29" fmla="*/ 42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2" h="19">
                    <a:moveTo>
                      <a:pt x="0" y="3"/>
                    </a:moveTo>
                    <a:cubicBezTo>
                      <a:pt x="5" y="8"/>
                      <a:pt x="12" y="11"/>
                      <a:pt x="17" y="14"/>
                    </a:cubicBezTo>
                    <a:cubicBezTo>
                      <a:pt x="18" y="15"/>
                      <a:pt x="19" y="16"/>
                      <a:pt x="21" y="17"/>
                    </a:cubicBezTo>
                    <a:cubicBezTo>
                      <a:pt x="22" y="18"/>
                      <a:pt x="24" y="19"/>
                      <a:pt x="26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32" y="18"/>
                      <a:pt x="36" y="16"/>
                      <a:pt x="40" y="13"/>
                    </a:cubicBezTo>
                    <a:cubicBezTo>
                      <a:pt x="44" y="11"/>
                      <a:pt x="48" y="8"/>
                      <a:pt x="52" y="8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46" y="4"/>
                      <a:pt x="42" y="7"/>
                      <a:pt x="38" y="10"/>
                    </a:cubicBezTo>
                    <a:cubicBezTo>
                      <a:pt x="34" y="12"/>
                      <a:pt x="30" y="14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4"/>
                      <a:pt x="24" y="14"/>
                      <a:pt x="23" y="13"/>
                    </a:cubicBezTo>
                    <a:cubicBezTo>
                      <a:pt x="22" y="13"/>
                      <a:pt x="21" y="12"/>
                      <a:pt x="19" y="11"/>
                    </a:cubicBezTo>
                    <a:cubicBezTo>
                      <a:pt x="14" y="7"/>
                      <a:pt x="7" y="4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70" name="Freeform 188">
                <a:extLst>
                  <a:ext uri="{FF2B5EF4-FFF2-40B4-BE49-F238E27FC236}">
                    <a16:creationId xmlns:a16="http://schemas.microsoft.com/office/drawing/2014/main" id="{96C33BD4-FB48-4E4E-A841-83F2A4952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233"/>
                <a:ext cx="155" cy="47"/>
              </a:xfrm>
              <a:custGeom>
                <a:avLst/>
                <a:gdLst>
                  <a:gd name="T0" fmla="*/ 0 w 62"/>
                  <a:gd name="T1" fmla="*/ 74 h 19"/>
                  <a:gd name="T2" fmla="*/ 458 w 62"/>
                  <a:gd name="T3" fmla="*/ 287 h 19"/>
                  <a:gd name="T4" fmla="*/ 470 w 62"/>
                  <a:gd name="T5" fmla="*/ 287 h 19"/>
                  <a:gd name="T6" fmla="*/ 488 w 62"/>
                  <a:gd name="T7" fmla="*/ 275 h 19"/>
                  <a:gd name="T8" fmla="*/ 970 w 62"/>
                  <a:gd name="T9" fmla="*/ 42 h 19"/>
                  <a:gd name="T10" fmla="*/ 938 w 62"/>
                  <a:gd name="T11" fmla="*/ 0 h 19"/>
                  <a:gd name="T12" fmla="*/ 458 w 62"/>
                  <a:gd name="T13" fmla="*/ 228 h 19"/>
                  <a:gd name="T14" fmla="*/ 470 w 62"/>
                  <a:gd name="T15" fmla="*/ 257 h 19"/>
                  <a:gd name="T16" fmla="*/ 488 w 62"/>
                  <a:gd name="T17" fmla="*/ 228 h 19"/>
                  <a:gd name="T18" fmla="*/ 33 w 62"/>
                  <a:gd name="T19" fmla="*/ 12 h 19"/>
                  <a:gd name="T20" fmla="*/ 0 w 62"/>
                  <a:gd name="T21" fmla="*/ 74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9">
                    <a:moveTo>
                      <a:pt x="0" y="5"/>
                    </a:moveTo>
                    <a:cubicBezTo>
                      <a:pt x="10" y="10"/>
                      <a:pt x="20" y="13"/>
                      <a:pt x="29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9" y="12"/>
                      <a:pt x="52" y="8"/>
                      <a:pt x="62" y="3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1" y="4"/>
                      <a:pt x="38" y="8"/>
                      <a:pt x="29" y="15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2" y="9"/>
                      <a:pt x="11" y="6"/>
                      <a:pt x="2" y="1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71" name="Freeform 189">
                <a:extLst>
                  <a:ext uri="{FF2B5EF4-FFF2-40B4-BE49-F238E27FC236}">
                    <a16:creationId xmlns:a16="http://schemas.microsoft.com/office/drawing/2014/main" id="{45EEADE6-0F9D-4CB8-A801-5605FB23F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228"/>
                <a:ext cx="113" cy="42"/>
              </a:xfrm>
              <a:custGeom>
                <a:avLst/>
                <a:gdLst>
                  <a:gd name="T0" fmla="*/ 0 w 45"/>
                  <a:gd name="T1" fmla="*/ 62 h 17"/>
                  <a:gd name="T2" fmla="*/ 20 w 45"/>
                  <a:gd name="T3" fmla="*/ 62 h 17"/>
                  <a:gd name="T4" fmla="*/ 113 w 45"/>
                  <a:gd name="T5" fmla="*/ 74 h 17"/>
                  <a:gd name="T6" fmla="*/ 188 w 45"/>
                  <a:gd name="T7" fmla="*/ 104 h 17"/>
                  <a:gd name="T8" fmla="*/ 284 w 45"/>
                  <a:gd name="T9" fmla="*/ 195 h 17"/>
                  <a:gd name="T10" fmla="*/ 409 w 45"/>
                  <a:gd name="T11" fmla="*/ 257 h 17"/>
                  <a:gd name="T12" fmla="*/ 429 w 45"/>
                  <a:gd name="T13" fmla="*/ 257 h 17"/>
                  <a:gd name="T14" fmla="*/ 588 w 45"/>
                  <a:gd name="T15" fmla="*/ 195 h 17"/>
                  <a:gd name="T16" fmla="*/ 713 w 45"/>
                  <a:gd name="T17" fmla="*/ 74 h 17"/>
                  <a:gd name="T18" fmla="*/ 650 w 45"/>
                  <a:gd name="T19" fmla="*/ 30 h 17"/>
                  <a:gd name="T20" fmla="*/ 555 w 45"/>
                  <a:gd name="T21" fmla="*/ 153 h 17"/>
                  <a:gd name="T22" fmla="*/ 429 w 45"/>
                  <a:gd name="T23" fmla="*/ 195 h 17"/>
                  <a:gd name="T24" fmla="*/ 409 w 45"/>
                  <a:gd name="T25" fmla="*/ 195 h 17"/>
                  <a:gd name="T26" fmla="*/ 334 w 45"/>
                  <a:gd name="T27" fmla="*/ 133 h 17"/>
                  <a:gd name="T28" fmla="*/ 221 w 45"/>
                  <a:gd name="T29" fmla="*/ 62 h 17"/>
                  <a:gd name="T30" fmla="*/ 126 w 45"/>
                  <a:gd name="T31" fmla="*/ 12 h 17"/>
                  <a:gd name="T32" fmla="*/ 20 w 45"/>
                  <a:gd name="T33" fmla="*/ 0 h 17"/>
                  <a:gd name="T34" fmla="*/ 0 w 45"/>
                  <a:gd name="T35" fmla="*/ 0 h 17"/>
                  <a:gd name="T36" fmla="*/ 0 w 45"/>
                  <a:gd name="T37" fmla="*/ 62 h 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5" h="17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4" y="4"/>
                      <a:pt x="7" y="5"/>
                    </a:cubicBezTo>
                    <a:cubicBezTo>
                      <a:pt x="9" y="5"/>
                      <a:pt x="11" y="6"/>
                      <a:pt x="12" y="7"/>
                    </a:cubicBezTo>
                    <a:cubicBezTo>
                      <a:pt x="14" y="8"/>
                      <a:pt x="16" y="11"/>
                      <a:pt x="18" y="13"/>
                    </a:cubicBezTo>
                    <a:cubicBezTo>
                      <a:pt x="20" y="15"/>
                      <a:pt x="22" y="17"/>
                      <a:pt x="26" y="17"/>
                    </a:cubicBezTo>
                    <a:cubicBezTo>
                      <a:pt x="26" y="17"/>
                      <a:pt x="27" y="17"/>
                      <a:pt x="27" y="17"/>
                    </a:cubicBezTo>
                    <a:cubicBezTo>
                      <a:pt x="31" y="17"/>
                      <a:pt x="34" y="16"/>
                      <a:pt x="37" y="13"/>
                    </a:cubicBezTo>
                    <a:cubicBezTo>
                      <a:pt x="41" y="11"/>
                      <a:pt x="43" y="8"/>
                      <a:pt x="45" y="5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5"/>
                      <a:pt x="38" y="8"/>
                      <a:pt x="35" y="10"/>
                    </a:cubicBezTo>
                    <a:cubicBezTo>
                      <a:pt x="32" y="12"/>
                      <a:pt x="29" y="13"/>
                      <a:pt x="27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4" y="13"/>
                      <a:pt x="23" y="11"/>
                      <a:pt x="21" y="9"/>
                    </a:cubicBezTo>
                    <a:cubicBezTo>
                      <a:pt x="19" y="8"/>
                      <a:pt x="17" y="5"/>
                      <a:pt x="14" y="4"/>
                    </a:cubicBezTo>
                    <a:cubicBezTo>
                      <a:pt x="13" y="2"/>
                      <a:pt x="10" y="1"/>
                      <a:pt x="8" y="1"/>
                    </a:cubicBezTo>
                    <a:cubicBezTo>
                      <a:pt x="5" y="0"/>
                      <a:pt x="3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72" name="Freeform 190">
                <a:extLst>
                  <a:ext uri="{FF2B5EF4-FFF2-40B4-BE49-F238E27FC236}">
                    <a16:creationId xmlns:a16="http://schemas.microsoft.com/office/drawing/2014/main" id="{A270A583-E9B2-46D6-A9FB-A42C6D401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30"/>
                <a:ext cx="160" cy="40"/>
              </a:xfrm>
              <a:custGeom>
                <a:avLst/>
                <a:gdLst>
                  <a:gd name="T0" fmla="*/ 20 w 64"/>
                  <a:gd name="T1" fmla="*/ 83 h 16"/>
                  <a:gd name="T2" fmla="*/ 20 w 64"/>
                  <a:gd name="T3" fmla="*/ 83 h 16"/>
                  <a:gd name="T4" fmla="*/ 63 w 64"/>
                  <a:gd name="T5" fmla="*/ 95 h 16"/>
                  <a:gd name="T6" fmla="*/ 158 w 64"/>
                  <a:gd name="T7" fmla="*/ 125 h 16"/>
                  <a:gd name="T8" fmla="*/ 345 w 64"/>
                  <a:gd name="T9" fmla="*/ 158 h 16"/>
                  <a:gd name="T10" fmla="*/ 458 w 64"/>
                  <a:gd name="T11" fmla="*/ 220 h 16"/>
                  <a:gd name="T12" fmla="*/ 583 w 64"/>
                  <a:gd name="T13" fmla="*/ 250 h 16"/>
                  <a:gd name="T14" fmla="*/ 613 w 64"/>
                  <a:gd name="T15" fmla="*/ 250 h 16"/>
                  <a:gd name="T16" fmla="*/ 813 w 64"/>
                  <a:gd name="T17" fmla="*/ 188 h 16"/>
                  <a:gd name="T18" fmla="*/ 988 w 64"/>
                  <a:gd name="T19" fmla="*/ 125 h 16"/>
                  <a:gd name="T20" fmla="*/ 1000 w 64"/>
                  <a:gd name="T21" fmla="*/ 125 h 16"/>
                  <a:gd name="T22" fmla="*/ 1000 w 64"/>
                  <a:gd name="T23" fmla="*/ 63 h 16"/>
                  <a:gd name="T24" fmla="*/ 988 w 64"/>
                  <a:gd name="T25" fmla="*/ 63 h 16"/>
                  <a:gd name="T26" fmla="*/ 783 w 64"/>
                  <a:gd name="T27" fmla="*/ 125 h 16"/>
                  <a:gd name="T28" fmla="*/ 613 w 64"/>
                  <a:gd name="T29" fmla="*/ 188 h 16"/>
                  <a:gd name="T30" fmla="*/ 595 w 64"/>
                  <a:gd name="T31" fmla="*/ 188 h 16"/>
                  <a:gd name="T32" fmla="*/ 488 w 64"/>
                  <a:gd name="T33" fmla="*/ 158 h 16"/>
                  <a:gd name="T34" fmla="*/ 363 w 64"/>
                  <a:gd name="T35" fmla="*/ 95 h 16"/>
                  <a:gd name="T36" fmla="*/ 158 w 64"/>
                  <a:gd name="T37" fmla="*/ 63 h 16"/>
                  <a:gd name="T38" fmla="*/ 95 w 64"/>
                  <a:gd name="T39" fmla="*/ 33 h 16"/>
                  <a:gd name="T40" fmla="*/ 20 w 64"/>
                  <a:gd name="T41" fmla="*/ 0 h 16"/>
                  <a:gd name="T42" fmla="*/ 0 w 64"/>
                  <a:gd name="T43" fmla="*/ 0 h 16"/>
                  <a:gd name="T44" fmla="*/ 20 w 64"/>
                  <a:gd name="T45" fmla="*/ 83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16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6" y="7"/>
                      <a:pt x="8" y="8"/>
                      <a:pt x="10" y="8"/>
                    </a:cubicBezTo>
                    <a:cubicBezTo>
                      <a:pt x="14" y="9"/>
                      <a:pt x="18" y="9"/>
                      <a:pt x="22" y="10"/>
                    </a:cubicBezTo>
                    <a:cubicBezTo>
                      <a:pt x="24" y="11"/>
                      <a:pt x="27" y="12"/>
                      <a:pt x="29" y="14"/>
                    </a:cubicBezTo>
                    <a:cubicBezTo>
                      <a:pt x="32" y="15"/>
                      <a:pt x="35" y="16"/>
                      <a:pt x="37" y="16"/>
                    </a:cubicBezTo>
                    <a:cubicBezTo>
                      <a:pt x="38" y="16"/>
                      <a:pt x="38" y="16"/>
                      <a:pt x="39" y="16"/>
                    </a:cubicBezTo>
                    <a:cubicBezTo>
                      <a:pt x="44" y="16"/>
                      <a:pt x="48" y="14"/>
                      <a:pt x="52" y="12"/>
                    </a:cubicBezTo>
                    <a:cubicBezTo>
                      <a:pt x="56" y="10"/>
                      <a:pt x="59" y="8"/>
                      <a:pt x="63" y="8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4"/>
                      <a:pt x="63" y="4"/>
                      <a:pt x="63" y="4"/>
                    </a:cubicBezTo>
                    <a:cubicBezTo>
                      <a:pt x="58" y="4"/>
                      <a:pt x="54" y="6"/>
                      <a:pt x="50" y="8"/>
                    </a:cubicBezTo>
                    <a:cubicBezTo>
                      <a:pt x="46" y="10"/>
                      <a:pt x="42" y="12"/>
                      <a:pt x="39" y="12"/>
                    </a:cubicBezTo>
                    <a:cubicBezTo>
                      <a:pt x="39" y="12"/>
                      <a:pt x="38" y="12"/>
                      <a:pt x="38" y="12"/>
                    </a:cubicBezTo>
                    <a:cubicBezTo>
                      <a:pt x="36" y="12"/>
                      <a:pt x="33" y="11"/>
                      <a:pt x="31" y="10"/>
                    </a:cubicBezTo>
                    <a:cubicBezTo>
                      <a:pt x="28" y="9"/>
                      <a:pt x="26" y="7"/>
                      <a:pt x="23" y="6"/>
                    </a:cubicBezTo>
                    <a:cubicBezTo>
                      <a:pt x="18" y="5"/>
                      <a:pt x="14" y="5"/>
                      <a:pt x="10" y="4"/>
                    </a:cubicBezTo>
                    <a:cubicBezTo>
                      <a:pt x="9" y="4"/>
                      <a:pt x="8" y="3"/>
                      <a:pt x="6" y="2"/>
                    </a:cubicBezTo>
                    <a:cubicBezTo>
                      <a:pt x="5" y="1"/>
                      <a:pt x="3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73" name="Freeform 191">
                <a:extLst>
                  <a:ext uri="{FF2B5EF4-FFF2-40B4-BE49-F238E27FC236}">
                    <a16:creationId xmlns:a16="http://schemas.microsoft.com/office/drawing/2014/main" id="{F66D243F-9AB7-4E39-BECA-D150E30A8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235"/>
                <a:ext cx="140" cy="53"/>
              </a:xfrm>
              <a:custGeom>
                <a:avLst/>
                <a:gdLst>
                  <a:gd name="T0" fmla="*/ 0 w 56"/>
                  <a:gd name="T1" fmla="*/ 50 h 21"/>
                  <a:gd name="T2" fmla="*/ 270 w 56"/>
                  <a:gd name="T3" fmla="*/ 209 h 21"/>
                  <a:gd name="T4" fmla="*/ 363 w 56"/>
                  <a:gd name="T5" fmla="*/ 288 h 21"/>
                  <a:gd name="T6" fmla="*/ 470 w 56"/>
                  <a:gd name="T7" fmla="*/ 338 h 21"/>
                  <a:gd name="T8" fmla="*/ 533 w 56"/>
                  <a:gd name="T9" fmla="*/ 338 h 21"/>
                  <a:gd name="T10" fmla="*/ 595 w 56"/>
                  <a:gd name="T11" fmla="*/ 288 h 21"/>
                  <a:gd name="T12" fmla="*/ 658 w 56"/>
                  <a:gd name="T13" fmla="*/ 255 h 21"/>
                  <a:gd name="T14" fmla="*/ 863 w 56"/>
                  <a:gd name="T15" fmla="*/ 146 h 21"/>
                  <a:gd name="T16" fmla="*/ 845 w 56"/>
                  <a:gd name="T17" fmla="*/ 126 h 21"/>
                  <a:gd name="T18" fmla="*/ 833 w 56"/>
                  <a:gd name="T19" fmla="*/ 159 h 21"/>
                  <a:gd name="T20" fmla="*/ 833 w 56"/>
                  <a:gd name="T21" fmla="*/ 126 h 21"/>
                  <a:gd name="T22" fmla="*/ 813 w 56"/>
                  <a:gd name="T23" fmla="*/ 146 h 21"/>
                  <a:gd name="T24" fmla="*/ 833 w 56"/>
                  <a:gd name="T25" fmla="*/ 159 h 21"/>
                  <a:gd name="T26" fmla="*/ 833 w 56"/>
                  <a:gd name="T27" fmla="*/ 126 h 21"/>
                  <a:gd name="T28" fmla="*/ 813 w 56"/>
                  <a:gd name="T29" fmla="*/ 146 h 21"/>
                  <a:gd name="T30" fmla="*/ 833 w 56"/>
                  <a:gd name="T31" fmla="*/ 146 h 21"/>
                  <a:gd name="T32" fmla="*/ 813 w 56"/>
                  <a:gd name="T33" fmla="*/ 146 h 21"/>
                  <a:gd name="T34" fmla="*/ 813 w 56"/>
                  <a:gd name="T35" fmla="*/ 146 h 21"/>
                  <a:gd name="T36" fmla="*/ 833 w 56"/>
                  <a:gd name="T37" fmla="*/ 146 h 21"/>
                  <a:gd name="T38" fmla="*/ 813 w 56"/>
                  <a:gd name="T39" fmla="*/ 146 h 21"/>
                  <a:gd name="T40" fmla="*/ 833 w 56"/>
                  <a:gd name="T41" fmla="*/ 146 h 21"/>
                  <a:gd name="T42" fmla="*/ 813 w 56"/>
                  <a:gd name="T43" fmla="*/ 126 h 21"/>
                  <a:gd name="T44" fmla="*/ 813 w 56"/>
                  <a:gd name="T45" fmla="*/ 146 h 21"/>
                  <a:gd name="T46" fmla="*/ 833 w 56"/>
                  <a:gd name="T47" fmla="*/ 146 h 21"/>
                  <a:gd name="T48" fmla="*/ 813 w 56"/>
                  <a:gd name="T49" fmla="*/ 126 h 21"/>
                  <a:gd name="T50" fmla="*/ 813 w 56"/>
                  <a:gd name="T51" fmla="*/ 126 h 21"/>
                  <a:gd name="T52" fmla="*/ 875 w 56"/>
                  <a:gd name="T53" fmla="*/ 146 h 21"/>
                  <a:gd name="T54" fmla="*/ 875 w 56"/>
                  <a:gd name="T55" fmla="*/ 146 h 21"/>
                  <a:gd name="T56" fmla="*/ 875 w 56"/>
                  <a:gd name="T57" fmla="*/ 114 h 21"/>
                  <a:gd name="T58" fmla="*/ 863 w 56"/>
                  <a:gd name="T59" fmla="*/ 96 h 21"/>
                  <a:gd name="T60" fmla="*/ 833 w 56"/>
                  <a:gd name="T61" fmla="*/ 83 h 21"/>
                  <a:gd name="T62" fmla="*/ 813 w 56"/>
                  <a:gd name="T63" fmla="*/ 96 h 21"/>
                  <a:gd name="T64" fmla="*/ 645 w 56"/>
                  <a:gd name="T65" fmla="*/ 192 h 21"/>
                  <a:gd name="T66" fmla="*/ 550 w 56"/>
                  <a:gd name="T67" fmla="*/ 242 h 21"/>
                  <a:gd name="T68" fmla="*/ 500 w 56"/>
                  <a:gd name="T69" fmla="*/ 275 h 21"/>
                  <a:gd name="T70" fmla="*/ 470 w 56"/>
                  <a:gd name="T71" fmla="*/ 275 h 21"/>
                  <a:gd name="T72" fmla="*/ 395 w 56"/>
                  <a:gd name="T73" fmla="*/ 242 h 21"/>
                  <a:gd name="T74" fmla="*/ 313 w 56"/>
                  <a:gd name="T75" fmla="*/ 159 h 21"/>
                  <a:gd name="T76" fmla="*/ 50 w 56"/>
                  <a:gd name="T77" fmla="*/ 0 h 21"/>
                  <a:gd name="T78" fmla="*/ 0 w 56"/>
                  <a:gd name="T79" fmla="*/ 50 h 2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6" h="21">
                    <a:moveTo>
                      <a:pt x="0" y="3"/>
                    </a:moveTo>
                    <a:cubicBezTo>
                      <a:pt x="6" y="7"/>
                      <a:pt x="12" y="10"/>
                      <a:pt x="17" y="13"/>
                    </a:cubicBezTo>
                    <a:cubicBezTo>
                      <a:pt x="19" y="14"/>
                      <a:pt x="21" y="16"/>
                      <a:pt x="23" y="18"/>
                    </a:cubicBezTo>
                    <a:cubicBezTo>
                      <a:pt x="25" y="20"/>
                      <a:pt x="27" y="21"/>
                      <a:pt x="30" y="21"/>
                    </a:cubicBezTo>
                    <a:cubicBezTo>
                      <a:pt x="31" y="21"/>
                      <a:pt x="33" y="21"/>
                      <a:pt x="34" y="21"/>
                    </a:cubicBezTo>
                    <a:cubicBezTo>
                      <a:pt x="35" y="20"/>
                      <a:pt x="37" y="19"/>
                      <a:pt x="38" y="18"/>
                    </a:cubicBezTo>
                    <a:cubicBezTo>
                      <a:pt x="40" y="18"/>
                      <a:pt x="41" y="17"/>
                      <a:pt x="42" y="16"/>
                    </a:cubicBezTo>
                    <a:cubicBezTo>
                      <a:pt x="47" y="15"/>
                      <a:pt x="51" y="12"/>
                      <a:pt x="55" y="9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6" y="8"/>
                      <a:pt x="56" y="7"/>
                      <a:pt x="56" y="7"/>
                    </a:cubicBezTo>
                    <a:cubicBezTo>
                      <a:pt x="56" y="6"/>
                      <a:pt x="55" y="6"/>
                      <a:pt x="55" y="6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49" y="9"/>
                      <a:pt x="45" y="11"/>
                      <a:pt x="41" y="12"/>
                    </a:cubicBezTo>
                    <a:cubicBezTo>
                      <a:pt x="39" y="13"/>
                      <a:pt x="37" y="14"/>
                      <a:pt x="35" y="15"/>
                    </a:cubicBezTo>
                    <a:cubicBezTo>
                      <a:pt x="34" y="16"/>
                      <a:pt x="33" y="16"/>
                      <a:pt x="32" y="17"/>
                    </a:cubicBezTo>
                    <a:cubicBezTo>
                      <a:pt x="31" y="17"/>
                      <a:pt x="31" y="17"/>
                      <a:pt x="30" y="17"/>
                    </a:cubicBezTo>
                    <a:cubicBezTo>
                      <a:pt x="29" y="17"/>
                      <a:pt x="27" y="16"/>
                      <a:pt x="25" y="15"/>
                    </a:cubicBezTo>
                    <a:cubicBezTo>
                      <a:pt x="24" y="13"/>
                      <a:pt x="22" y="11"/>
                      <a:pt x="20" y="10"/>
                    </a:cubicBezTo>
                    <a:cubicBezTo>
                      <a:pt x="14" y="6"/>
                      <a:pt x="8" y="4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74" name="Freeform 192">
                <a:extLst>
                  <a:ext uri="{FF2B5EF4-FFF2-40B4-BE49-F238E27FC236}">
                    <a16:creationId xmlns:a16="http://schemas.microsoft.com/office/drawing/2014/main" id="{AD19F40B-375B-4705-9818-820875471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48"/>
                <a:ext cx="130" cy="47"/>
              </a:xfrm>
              <a:custGeom>
                <a:avLst/>
                <a:gdLst>
                  <a:gd name="T0" fmla="*/ 33 w 52"/>
                  <a:gd name="T1" fmla="*/ 74 h 19"/>
                  <a:gd name="T2" fmla="*/ 50 w 52"/>
                  <a:gd name="T3" fmla="*/ 74 h 19"/>
                  <a:gd name="T4" fmla="*/ 113 w 52"/>
                  <a:gd name="T5" fmla="*/ 92 h 19"/>
                  <a:gd name="T6" fmla="*/ 250 w 52"/>
                  <a:gd name="T7" fmla="*/ 215 h 19"/>
                  <a:gd name="T8" fmla="*/ 333 w 52"/>
                  <a:gd name="T9" fmla="*/ 275 h 19"/>
                  <a:gd name="T10" fmla="*/ 408 w 52"/>
                  <a:gd name="T11" fmla="*/ 287 h 19"/>
                  <a:gd name="T12" fmla="*/ 408 w 52"/>
                  <a:gd name="T13" fmla="*/ 287 h 19"/>
                  <a:gd name="T14" fmla="*/ 625 w 52"/>
                  <a:gd name="T15" fmla="*/ 215 h 19"/>
                  <a:gd name="T16" fmla="*/ 813 w 52"/>
                  <a:gd name="T17" fmla="*/ 121 h 19"/>
                  <a:gd name="T18" fmla="*/ 800 w 52"/>
                  <a:gd name="T19" fmla="*/ 62 h 19"/>
                  <a:gd name="T20" fmla="*/ 595 w 52"/>
                  <a:gd name="T21" fmla="*/ 153 h 19"/>
                  <a:gd name="T22" fmla="*/ 408 w 52"/>
                  <a:gd name="T23" fmla="*/ 228 h 19"/>
                  <a:gd name="T24" fmla="*/ 408 w 52"/>
                  <a:gd name="T25" fmla="*/ 228 h 19"/>
                  <a:gd name="T26" fmla="*/ 345 w 52"/>
                  <a:gd name="T27" fmla="*/ 195 h 19"/>
                  <a:gd name="T28" fmla="*/ 208 w 52"/>
                  <a:gd name="T29" fmla="*/ 74 h 19"/>
                  <a:gd name="T30" fmla="*/ 125 w 52"/>
                  <a:gd name="T31" fmla="*/ 30 h 19"/>
                  <a:gd name="T32" fmla="*/ 50 w 52"/>
                  <a:gd name="T33" fmla="*/ 0 h 19"/>
                  <a:gd name="T34" fmla="*/ 0 w 52"/>
                  <a:gd name="T35" fmla="*/ 12 h 19"/>
                  <a:gd name="T36" fmla="*/ 33 w 52"/>
                  <a:gd name="T37" fmla="*/ 74 h 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2" h="19">
                    <a:moveTo>
                      <a:pt x="2" y="5"/>
                    </a:moveTo>
                    <a:cubicBezTo>
                      <a:pt x="2" y="5"/>
                      <a:pt x="3" y="5"/>
                      <a:pt x="3" y="5"/>
                    </a:cubicBezTo>
                    <a:cubicBezTo>
                      <a:pt x="4" y="5"/>
                      <a:pt x="6" y="5"/>
                      <a:pt x="7" y="6"/>
                    </a:cubicBezTo>
                    <a:cubicBezTo>
                      <a:pt x="10" y="8"/>
                      <a:pt x="13" y="11"/>
                      <a:pt x="16" y="14"/>
                    </a:cubicBezTo>
                    <a:cubicBezTo>
                      <a:pt x="18" y="15"/>
                      <a:pt x="19" y="17"/>
                      <a:pt x="21" y="18"/>
                    </a:cubicBezTo>
                    <a:cubicBezTo>
                      <a:pt x="23" y="19"/>
                      <a:pt x="24" y="19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32" y="19"/>
                      <a:pt x="36" y="16"/>
                      <a:pt x="40" y="14"/>
                    </a:cubicBezTo>
                    <a:cubicBezTo>
                      <a:pt x="44" y="11"/>
                      <a:pt x="48" y="8"/>
                      <a:pt x="52" y="8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46" y="4"/>
                      <a:pt x="42" y="7"/>
                      <a:pt x="38" y="10"/>
                    </a:cubicBezTo>
                    <a:cubicBezTo>
                      <a:pt x="34" y="13"/>
                      <a:pt x="30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5"/>
                      <a:pt x="24" y="14"/>
                      <a:pt x="22" y="13"/>
                    </a:cubicBezTo>
                    <a:cubicBezTo>
                      <a:pt x="19" y="11"/>
                      <a:pt x="16" y="8"/>
                      <a:pt x="13" y="5"/>
                    </a:cubicBezTo>
                    <a:cubicBezTo>
                      <a:pt x="12" y="4"/>
                      <a:pt x="10" y="3"/>
                      <a:pt x="8" y="2"/>
                    </a:cubicBezTo>
                    <a:cubicBezTo>
                      <a:pt x="7" y="1"/>
                      <a:pt x="5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75" name="Freeform 193">
                <a:extLst>
                  <a:ext uri="{FF2B5EF4-FFF2-40B4-BE49-F238E27FC236}">
                    <a16:creationId xmlns:a16="http://schemas.microsoft.com/office/drawing/2014/main" id="{BBA5690B-EBC9-483F-9123-98EA6ECE8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258"/>
                <a:ext cx="123" cy="40"/>
              </a:xfrm>
              <a:custGeom>
                <a:avLst/>
                <a:gdLst>
                  <a:gd name="T0" fmla="*/ 0 w 49"/>
                  <a:gd name="T1" fmla="*/ 63 h 16"/>
                  <a:gd name="T2" fmla="*/ 188 w 49"/>
                  <a:gd name="T3" fmla="*/ 175 h 16"/>
                  <a:gd name="T4" fmla="*/ 429 w 49"/>
                  <a:gd name="T5" fmla="*/ 250 h 16"/>
                  <a:gd name="T6" fmla="*/ 429 w 49"/>
                  <a:gd name="T7" fmla="*/ 250 h 16"/>
                  <a:gd name="T8" fmla="*/ 429 w 49"/>
                  <a:gd name="T9" fmla="*/ 250 h 16"/>
                  <a:gd name="T10" fmla="*/ 522 w 49"/>
                  <a:gd name="T11" fmla="*/ 238 h 16"/>
                  <a:gd name="T12" fmla="*/ 663 w 49"/>
                  <a:gd name="T13" fmla="*/ 175 h 16"/>
                  <a:gd name="T14" fmla="*/ 776 w 49"/>
                  <a:gd name="T15" fmla="*/ 113 h 16"/>
                  <a:gd name="T16" fmla="*/ 743 w 49"/>
                  <a:gd name="T17" fmla="*/ 50 h 16"/>
                  <a:gd name="T18" fmla="*/ 585 w 49"/>
                  <a:gd name="T19" fmla="*/ 125 h 16"/>
                  <a:gd name="T20" fmla="*/ 492 w 49"/>
                  <a:gd name="T21" fmla="*/ 175 h 16"/>
                  <a:gd name="T22" fmla="*/ 429 w 49"/>
                  <a:gd name="T23" fmla="*/ 188 h 16"/>
                  <a:gd name="T24" fmla="*/ 429 w 49"/>
                  <a:gd name="T25" fmla="*/ 188 h 16"/>
                  <a:gd name="T26" fmla="*/ 429 w 49"/>
                  <a:gd name="T27" fmla="*/ 188 h 16"/>
                  <a:gd name="T28" fmla="*/ 429 w 49"/>
                  <a:gd name="T29" fmla="*/ 188 h 16"/>
                  <a:gd name="T30" fmla="*/ 238 w 49"/>
                  <a:gd name="T31" fmla="*/ 113 h 16"/>
                  <a:gd name="T32" fmla="*/ 33 w 49"/>
                  <a:gd name="T33" fmla="*/ 0 h 16"/>
                  <a:gd name="T34" fmla="*/ 0 w 49"/>
                  <a:gd name="T35" fmla="*/ 63 h 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9" h="16">
                    <a:moveTo>
                      <a:pt x="0" y="4"/>
                    </a:moveTo>
                    <a:cubicBezTo>
                      <a:pt x="4" y="5"/>
                      <a:pt x="8" y="8"/>
                      <a:pt x="12" y="11"/>
                    </a:cubicBezTo>
                    <a:cubicBezTo>
                      <a:pt x="17" y="14"/>
                      <a:pt x="22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9" y="16"/>
                      <a:pt x="31" y="15"/>
                      <a:pt x="33" y="15"/>
                    </a:cubicBezTo>
                    <a:cubicBezTo>
                      <a:pt x="36" y="14"/>
                      <a:pt x="39" y="12"/>
                      <a:pt x="42" y="11"/>
                    </a:cubicBezTo>
                    <a:cubicBezTo>
                      <a:pt x="44" y="9"/>
                      <a:pt x="47" y="8"/>
                      <a:pt x="49" y="7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4" y="4"/>
                      <a:pt x="41" y="6"/>
                      <a:pt x="37" y="8"/>
                    </a:cubicBezTo>
                    <a:cubicBezTo>
                      <a:pt x="35" y="9"/>
                      <a:pt x="33" y="10"/>
                      <a:pt x="31" y="11"/>
                    </a:cubicBezTo>
                    <a:cubicBezTo>
                      <a:pt x="29" y="11"/>
                      <a:pt x="28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3" y="12"/>
                      <a:pt x="19" y="10"/>
                      <a:pt x="15" y="7"/>
                    </a:cubicBezTo>
                    <a:cubicBezTo>
                      <a:pt x="10" y="5"/>
                      <a:pt x="6" y="2"/>
                      <a:pt x="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76" name="Freeform 194">
                <a:extLst>
                  <a:ext uri="{FF2B5EF4-FFF2-40B4-BE49-F238E27FC236}">
                    <a16:creationId xmlns:a16="http://schemas.microsoft.com/office/drawing/2014/main" id="{7F863477-0260-4AD6-84F2-DC283039E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2263"/>
                <a:ext cx="178" cy="42"/>
              </a:xfrm>
              <a:custGeom>
                <a:avLst/>
                <a:gdLst>
                  <a:gd name="T0" fmla="*/ 0 w 71"/>
                  <a:gd name="T1" fmla="*/ 104 h 17"/>
                  <a:gd name="T2" fmla="*/ 158 w 71"/>
                  <a:gd name="T3" fmla="*/ 195 h 17"/>
                  <a:gd name="T4" fmla="*/ 346 w 71"/>
                  <a:gd name="T5" fmla="*/ 257 h 17"/>
                  <a:gd name="T6" fmla="*/ 364 w 71"/>
                  <a:gd name="T7" fmla="*/ 257 h 17"/>
                  <a:gd name="T8" fmla="*/ 471 w 71"/>
                  <a:gd name="T9" fmla="*/ 212 h 17"/>
                  <a:gd name="T10" fmla="*/ 617 w 71"/>
                  <a:gd name="T11" fmla="*/ 121 h 17"/>
                  <a:gd name="T12" fmla="*/ 722 w 71"/>
                  <a:gd name="T13" fmla="*/ 62 h 17"/>
                  <a:gd name="T14" fmla="*/ 742 w 71"/>
                  <a:gd name="T15" fmla="*/ 62 h 17"/>
                  <a:gd name="T16" fmla="*/ 900 w 71"/>
                  <a:gd name="T17" fmla="*/ 133 h 17"/>
                  <a:gd name="T18" fmla="*/ 1088 w 71"/>
                  <a:gd name="T19" fmla="*/ 257 h 17"/>
                  <a:gd name="T20" fmla="*/ 1118 w 71"/>
                  <a:gd name="T21" fmla="*/ 195 h 17"/>
                  <a:gd name="T22" fmla="*/ 943 w 71"/>
                  <a:gd name="T23" fmla="*/ 91 h 17"/>
                  <a:gd name="T24" fmla="*/ 742 w 71"/>
                  <a:gd name="T25" fmla="*/ 0 h 17"/>
                  <a:gd name="T26" fmla="*/ 722 w 71"/>
                  <a:gd name="T27" fmla="*/ 0 h 17"/>
                  <a:gd name="T28" fmla="*/ 617 w 71"/>
                  <a:gd name="T29" fmla="*/ 30 h 17"/>
                  <a:gd name="T30" fmla="*/ 491 w 71"/>
                  <a:gd name="T31" fmla="*/ 133 h 17"/>
                  <a:gd name="T32" fmla="*/ 364 w 71"/>
                  <a:gd name="T33" fmla="*/ 195 h 17"/>
                  <a:gd name="T34" fmla="*/ 346 w 71"/>
                  <a:gd name="T35" fmla="*/ 195 h 17"/>
                  <a:gd name="T36" fmla="*/ 188 w 71"/>
                  <a:gd name="T37" fmla="*/ 133 h 17"/>
                  <a:gd name="T38" fmla="*/ 20 w 71"/>
                  <a:gd name="T39" fmla="*/ 42 h 17"/>
                  <a:gd name="T40" fmla="*/ 0 w 71"/>
                  <a:gd name="T41" fmla="*/ 104 h 1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1" h="17">
                    <a:moveTo>
                      <a:pt x="0" y="7"/>
                    </a:moveTo>
                    <a:cubicBezTo>
                      <a:pt x="3" y="8"/>
                      <a:pt x="6" y="10"/>
                      <a:pt x="10" y="13"/>
                    </a:cubicBezTo>
                    <a:cubicBezTo>
                      <a:pt x="13" y="15"/>
                      <a:pt x="17" y="17"/>
                      <a:pt x="22" y="17"/>
                    </a:cubicBezTo>
                    <a:cubicBezTo>
                      <a:pt x="22" y="17"/>
                      <a:pt x="23" y="17"/>
                      <a:pt x="23" y="17"/>
                    </a:cubicBezTo>
                    <a:cubicBezTo>
                      <a:pt x="26" y="17"/>
                      <a:pt x="28" y="16"/>
                      <a:pt x="30" y="14"/>
                    </a:cubicBezTo>
                    <a:cubicBezTo>
                      <a:pt x="33" y="12"/>
                      <a:pt x="36" y="10"/>
                      <a:pt x="39" y="8"/>
                    </a:cubicBezTo>
                    <a:cubicBezTo>
                      <a:pt x="41" y="6"/>
                      <a:pt x="44" y="4"/>
                      <a:pt x="46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50" y="4"/>
                      <a:pt x="53" y="6"/>
                      <a:pt x="57" y="9"/>
                    </a:cubicBezTo>
                    <a:cubicBezTo>
                      <a:pt x="61" y="12"/>
                      <a:pt x="65" y="15"/>
                      <a:pt x="69" y="17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68" y="12"/>
                      <a:pt x="64" y="8"/>
                      <a:pt x="60" y="6"/>
                    </a:cubicBezTo>
                    <a:cubicBezTo>
                      <a:pt x="56" y="3"/>
                      <a:pt x="51" y="0"/>
                      <a:pt x="47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3" y="0"/>
                      <a:pt x="41" y="1"/>
                      <a:pt x="39" y="2"/>
                    </a:cubicBezTo>
                    <a:cubicBezTo>
                      <a:pt x="36" y="4"/>
                      <a:pt x="33" y="7"/>
                      <a:pt x="31" y="9"/>
                    </a:cubicBezTo>
                    <a:cubicBezTo>
                      <a:pt x="28" y="11"/>
                      <a:pt x="26" y="12"/>
                      <a:pt x="23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19" y="13"/>
                      <a:pt x="16" y="11"/>
                      <a:pt x="12" y="9"/>
                    </a:cubicBezTo>
                    <a:cubicBezTo>
                      <a:pt x="9" y="7"/>
                      <a:pt x="5" y="4"/>
                      <a:pt x="1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77" name="Freeform 195">
                <a:extLst>
                  <a:ext uri="{FF2B5EF4-FFF2-40B4-BE49-F238E27FC236}">
                    <a16:creationId xmlns:a16="http://schemas.microsoft.com/office/drawing/2014/main" id="{6F17FC13-88F6-4D45-B6A1-D50422502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260"/>
                <a:ext cx="282" cy="50"/>
              </a:xfrm>
              <a:custGeom>
                <a:avLst/>
                <a:gdLst>
                  <a:gd name="T0" fmla="*/ 0 w 113"/>
                  <a:gd name="T1" fmla="*/ 63 h 20"/>
                  <a:gd name="T2" fmla="*/ 125 w 113"/>
                  <a:gd name="T3" fmla="*/ 188 h 20"/>
                  <a:gd name="T4" fmla="*/ 200 w 113"/>
                  <a:gd name="T5" fmla="*/ 270 h 20"/>
                  <a:gd name="T6" fmla="*/ 292 w 113"/>
                  <a:gd name="T7" fmla="*/ 300 h 20"/>
                  <a:gd name="T8" fmla="*/ 312 w 113"/>
                  <a:gd name="T9" fmla="*/ 300 h 20"/>
                  <a:gd name="T10" fmla="*/ 417 w 113"/>
                  <a:gd name="T11" fmla="*/ 270 h 20"/>
                  <a:gd name="T12" fmla="*/ 542 w 113"/>
                  <a:gd name="T13" fmla="*/ 175 h 20"/>
                  <a:gd name="T14" fmla="*/ 666 w 113"/>
                  <a:gd name="T15" fmla="*/ 125 h 20"/>
                  <a:gd name="T16" fmla="*/ 686 w 113"/>
                  <a:gd name="T17" fmla="*/ 113 h 20"/>
                  <a:gd name="T18" fmla="*/ 841 w 113"/>
                  <a:gd name="T19" fmla="*/ 175 h 20"/>
                  <a:gd name="T20" fmla="*/ 996 w 113"/>
                  <a:gd name="T21" fmla="*/ 270 h 20"/>
                  <a:gd name="T22" fmla="*/ 1071 w 113"/>
                  <a:gd name="T23" fmla="*/ 300 h 20"/>
                  <a:gd name="T24" fmla="*/ 1153 w 113"/>
                  <a:gd name="T25" fmla="*/ 313 h 20"/>
                  <a:gd name="T26" fmla="*/ 1195 w 113"/>
                  <a:gd name="T27" fmla="*/ 313 h 20"/>
                  <a:gd name="T28" fmla="*/ 1495 w 113"/>
                  <a:gd name="T29" fmla="*/ 175 h 20"/>
                  <a:gd name="T30" fmla="*/ 1757 w 113"/>
                  <a:gd name="T31" fmla="*/ 63 h 20"/>
                  <a:gd name="T32" fmla="*/ 1757 w 113"/>
                  <a:gd name="T33" fmla="*/ 0 h 20"/>
                  <a:gd name="T34" fmla="*/ 1462 w 113"/>
                  <a:gd name="T35" fmla="*/ 113 h 20"/>
                  <a:gd name="T36" fmla="*/ 1183 w 113"/>
                  <a:gd name="T37" fmla="*/ 238 h 20"/>
                  <a:gd name="T38" fmla="*/ 1153 w 113"/>
                  <a:gd name="T39" fmla="*/ 250 h 20"/>
                  <a:gd name="T40" fmla="*/ 1103 w 113"/>
                  <a:gd name="T41" fmla="*/ 238 h 20"/>
                  <a:gd name="T42" fmla="*/ 1028 w 113"/>
                  <a:gd name="T43" fmla="*/ 208 h 20"/>
                  <a:gd name="T44" fmla="*/ 871 w 113"/>
                  <a:gd name="T45" fmla="*/ 113 h 20"/>
                  <a:gd name="T46" fmla="*/ 686 w 113"/>
                  <a:gd name="T47" fmla="*/ 50 h 20"/>
                  <a:gd name="T48" fmla="*/ 654 w 113"/>
                  <a:gd name="T49" fmla="*/ 50 h 20"/>
                  <a:gd name="T50" fmla="*/ 467 w 113"/>
                  <a:gd name="T51" fmla="*/ 158 h 20"/>
                  <a:gd name="T52" fmla="*/ 387 w 113"/>
                  <a:gd name="T53" fmla="*/ 220 h 20"/>
                  <a:gd name="T54" fmla="*/ 312 w 113"/>
                  <a:gd name="T55" fmla="*/ 238 h 20"/>
                  <a:gd name="T56" fmla="*/ 312 w 113"/>
                  <a:gd name="T57" fmla="*/ 238 h 20"/>
                  <a:gd name="T58" fmla="*/ 250 w 113"/>
                  <a:gd name="T59" fmla="*/ 208 h 20"/>
                  <a:gd name="T60" fmla="*/ 137 w 113"/>
                  <a:gd name="T61" fmla="*/ 113 h 20"/>
                  <a:gd name="T62" fmla="*/ 30 w 113"/>
                  <a:gd name="T63" fmla="*/ 0 h 20"/>
                  <a:gd name="T64" fmla="*/ 0 w 113"/>
                  <a:gd name="T65" fmla="*/ 63 h 2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3" h="20">
                    <a:moveTo>
                      <a:pt x="0" y="4"/>
                    </a:moveTo>
                    <a:cubicBezTo>
                      <a:pt x="2" y="5"/>
                      <a:pt x="5" y="9"/>
                      <a:pt x="8" y="12"/>
                    </a:cubicBezTo>
                    <a:cubicBezTo>
                      <a:pt x="10" y="14"/>
                      <a:pt x="11" y="16"/>
                      <a:pt x="13" y="17"/>
                    </a:cubicBezTo>
                    <a:cubicBezTo>
                      <a:pt x="15" y="18"/>
                      <a:pt x="17" y="19"/>
                      <a:pt x="19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2" y="19"/>
                      <a:pt x="25" y="19"/>
                      <a:pt x="27" y="17"/>
                    </a:cubicBezTo>
                    <a:cubicBezTo>
                      <a:pt x="30" y="16"/>
                      <a:pt x="32" y="13"/>
                      <a:pt x="35" y="11"/>
                    </a:cubicBezTo>
                    <a:cubicBezTo>
                      <a:pt x="38" y="9"/>
                      <a:pt x="40" y="8"/>
                      <a:pt x="43" y="8"/>
                    </a:cubicBezTo>
                    <a:cubicBezTo>
                      <a:pt x="43" y="8"/>
                      <a:pt x="43" y="7"/>
                      <a:pt x="44" y="7"/>
                    </a:cubicBezTo>
                    <a:cubicBezTo>
                      <a:pt x="47" y="7"/>
                      <a:pt x="50" y="9"/>
                      <a:pt x="54" y="11"/>
                    </a:cubicBezTo>
                    <a:cubicBezTo>
                      <a:pt x="57" y="13"/>
                      <a:pt x="61" y="15"/>
                      <a:pt x="64" y="17"/>
                    </a:cubicBezTo>
                    <a:cubicBezTo>
                      <a:pt x="66" y="17"/>
                      <a:pt x="67" y="18"/>
                      <a:pt x="69" y="19"/>
                    </a:cubicBezTo>
                    <a:cubicBezTo>
                      <a:pt x="70" y="20"/>
                      <a:pt x="72" y="20"/>
                      <a:pt x="74" y="20"/>
                    </a:cubicBezTo>
                    <a:cubicBezTo>
                      <a:pt x="75" y="20"/>
                      <a:pt x="76" y="20"/>
                      <a:pt x="77" y="20"/>
                    </a:cubicBezTo>
                    <a:cubicBezTo>
                      <a:pt x="84" y="18"/>
                      <a:pt x="90" y="14"/>
                      <a:pt x="96" y="11"/>
                    </a:cubicBezTo>
                    <a:cubicBezTo>
                      <a:pt x="102" y="8"/>
                      <a:pt x="107" y="5"/>
                      <a:pt x="113" y="4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6" y="1"/>
                      <a:pt x="100" y="4"/>
                      <a:pt x="94" y="7"/>
                    </a:cubicBezTo>
                    <a:cubicBezTo>
                      <a:pt x="88" y="11"/>
                      <a:pt x="82" y="14"/>
                      <a:pt x="76" y="15"/>
                    </a:cubicBezTo>
                    <a:cubicBezTo>
                      <a:pt x="75" y="16"/>
                      <a:pt x="74" y="16"/>
                      <a:pt x="74" y="16"/>
                    </a:cubicBezTo>
                    <a:cubicBezTo>
                      <a:pt x="73" y="16"/>
                      <a:pt x="72" y="16"/>
                      <a:pt x="71" y="15"/>
                    </a:cubicBezTo>
                    <a:cubicBezTo>
                      <a:pt x="69" y="14"/>
                      <a:pt x="68" y="14"/>
                      <a:pt x="66" y="13"/>
                    </a:cubicBezTo>
                    <a:cubicBezTo>
                      <a:pt x="63" y="11"/>
                      <a:pt x="60" y="9"/>
                      <a:pt x="56" y="7"/>
                    </a:cubicBezTo>
                    <a:cubicBezTo>
                      <a:pt x="52" y="5"/>
                      <a:pt x="48" y="3"/>
                      <a:pt x="44" y="3"/>
                    </a:cubicBezTo>
                    <a:cubicBezTo>
                      <a:pt x="43" y="3"/>
                      <a:pt x="43" y="3"/>
                      <a:pt x="42" y="3"/>
                    </a:cubicBezTo>
                    <a:cubicBezTo>
                      <a:pt x="37" y="4"/>
                      <a:pt x="33" y="7"/>
                      <a:pt x="30" y="10"/>
                    </a:cubicBezTo>
                    <a:cubicBezTo>
                      <a:pt x="28" y="11"/>
                      <a:pt x="26" y="13"/>
                      <a:pt x="25" y="14"/>
                    </a:cubicBezTo>
                    <a:cubicBezTo>
                      <a:pt x="23" y="15"/>
                      <a:pt x="21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5"/>
                      <a:pt x="17" y="14"/>
                      <a:pt x="16" y="13"/>
                    </a:cubicBezTo>
                    <a:cubicBezTo>
                      <a:pt x="14" y="12"/>
                      <a:pt x="11" y="9"/>
                      <a:pt x="9" y="7"/>
                    </a:cubicBezTo>
                    <a:cubicBezTo>
                      <a:pt x="7" y="5"/>
                      <a:pt x="4" y="2"/>
                      <a:pt x="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78" name="Freeform 196">
                <a:extLst>
                  <a:ext uri="{FF2B5EF4-FFF2-40B4-BE49-F238E27FC236}">
                    <a16:creationId xmlns:a16="http://schemas.microsoft.com/office/drawing/2014/main" id="{1A242771-C69B-413E-A181-3BB7A41C0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253"/>
                <a:ext cx="158" cy="57"/>
              </a:xfrm>
              <a:custGeom>
                <a:avLst/>
                <a:gdLst>
                  <a:gd name="T0" fmla="*/ 0 w 63"/>
                  <a:gd name="T1" fmla="*/ 136 h 23"/>
                  <a:gd name="T2" fmla="*/ 188 w 63"/>
                  <a:gd name="T3" fmla="*/ 278 h 23"/>
                  <a:gd name="T4" fmla="*/ 429 w 63"/>
                  <a:gd name="T5" fmla="*/ 349 h 23"/>
                  <a:gd name="T6" fmla="*/ 492 w 63"/>
                  <a:gd name="T7" fmla="*/ 349 h 23"/>
                  <a:gd name="T8" fmla="*/ 785 w 63"/>
                  <a:gd name="T9" fmla="*/ 183 h 23"/>
                  <a:gd name="T10" fmla="*/ 913 w 63"/>
                  <a:gd name="T11" fmla="*/ 104 h 23"/>
                  <a:gd name="T12" fmla="*/ 943 w 63"/>
                  <a:gd name="T13" fmla="*/ 74 h 23"/>
                  <a:gd name="T14" fmla="*/ 963 w 63"/>
                  <a:gd name="T15" fmla="*/ 62 h 23"/>
                  <a:gd name="T16" fmla="*/ 976 w 63"/>
                  <a:gd name="T17" fmla="*/ 62 h 23"/>
                  <a:gd name="T18" fmla="*/ 993 w 63"/>
                  <a:gd name="T19" fmla="*/ 30 h 23"/>
                  <a:gd name="T20" fmla="*/ 976 w 63"/>
                  <a:gd name="T21" fmla="*/ 12 h 23"/>
                  <a:gd name="T22" fmla="*/ 963 w 63"/>
                  <a:gd name="T23" fmla="*/ 0 h 23"/>
                  <a:gd name="T24" fmla="*/ 943 w 63"/>
                  <a:gd name="T25" fmla="*/ 0 h 23"/>
                  <a:gd name="T26" fmla="*/ 943 w 63"/>
                  <a:gd name="T27" fmla="*/ 62 h 23"/>
                  <a:gd name="T28" fmla="*/ 943 w 63"/>
                  <a:gd name="T29" fmla="*/ 62 h 23"/>
                  <a:gd name="T30" fmla="*/ 943 w 63"/>
                  <a:gd name="T31" fmla="*/ 42 h 23"/>
                  <a:gd name="T32" fmla="*/ 930 w 63"/>
                  <a:gd name="T33" fmla="*/ 62 h 23"/>
                  <a:gd name="T34" fmla="*/ 943 w 63"/>
                  <a:gd name="T35" fmla="*/ 62 h 23"/>
                  <a:gd name="T36" fmla="*/ 943 w 63"/>
                  <a:gd name="T37" fmla="*/ 42 h 23"/>
                  <a:gd name="T38" fmla="*/ 930 w 63"/>
                  <a:gd name="T39" fmla="*/ 62 h 23"/>
                  <a:gd name="T40" fmla="*/ 943 w 63"/>
                  <a:gd name="T41" fmla="*/ 30 h 23"/>
                  <a:gd name="T42" fmla="*/ 930 w 63"/>
                  <a:gd name="T43" fmla="*/ 42 h 23"/>
                  <a:gd name="T44" fmla="*/ 930 w 63"/>
                  <a:gd name="T45" fmla="*/ 62 h 23"/>
                  <a:gd name="T46" fmla="*/ 943 w 63"/>
                  <a:gd name="T47" fmla="*/ 30 h 23"/>
                  <a:gd name="T48" fmla="*/ 930 w 63"/>
                  <a:gd name="T49" fmla="*/ 42 h 23"/>
                  <a:gd name="T50" fmla="*/ 943 w 63"/>
                  <a:gd name="T51" fmla="*/ 30 h 23"/>
                  <a:gd name="T52" fmla="*/ 913 w 63"/>
                  <a:gd name="T53" fmla="*/ 30 h 23"/>
                  <a:gd name="T54" fmla="*/ 930 w 63"/>
                  <a:gd name="T55" fmla="*/ 42 h 23"/>
                  <a:gd name="T56" fmla="*/ 943 w 63"/>
                  <a:gd name="T57" fmla="*/ 30 h 23"/>
                  <a:gd name="T58" fmla="*/ 913 w 63"/>
                  <a:gd name="T59" fmla="*/ 30 h 23"/>
                  <a:gd name="T60" fmla="*/ 943 w 63"/>
                  <a:gd name="T61" fmla="*/ 30 h 23"/>
                  <a:gd name="T62" fmla="*/ 930 w 63"/>
                  <a:gd name="T63" fmla="*/ 12 h 23"/>
                  <a:gd name="T64" fmla="*/ 913 w 63"/>
                  <a:gd name="T65" fmla="*/ 30 h 23"/>
                  <a:gd name="T66" fmla="*/ 943 w 63"/>
                  <a:gd name="T67" fmla="*/ 30 h 23"/>
                  <a:gd name="T68" fmla="*/ 930 w 63"/>
                  <a:gd name="T69" fmla="*/ 12 h 23"/>
                  <a:gd name="T70" fmla="*/ 930 w 63"/>
                  <a:gd name="T71" fmla="*/ 30 h 23"/>
                  <a:gd name="T72" fmla="*/ 930 w 63"/>
                  <a:gd name="T73" fmla="*/ 12 h 23"/>
                  <a:gd name="T74" fmla="*/ 930 w 63"/>
                  <a:gd name="T75" fmla="*/ 12 h 23"/>
                  <a:gd name="T76" fmla="*/ 930 w 63"/>
                  <a:gd name="T77" fmla="*/ 30 h 23"/>
                  <a:gd name="T78" fmla="*/ 930 w 63"/>
                  <a:gd name="T79" fmla="*/ 12 h 23"/>
                  <a:gd name="T80" fmla="*/ 913 w 63"/>
                  <a:gd name="T81" fmla="*/ 30 h 23"/>
                  <a:gd name="T82" fmla="*/ 880 w 63"/>
                  <a:gd name="T83" fmla="*/ 42 h 23"/>
                  <a:gd name="T84" fmla="*/ 755 w 63"/>
                  <a:gd name="T85" fmla="*/ 124 h 23"/>
                  <a:gd name="T86" fmla="*/ 459 w 63"/>
                  <a:gd name="T87" fmla="*/ 287 h 23"/>
                  <a:gd name="T88" fmla="*/ 429 w 63"/>
                  <a:gd name="T89" fmla="*/ 287 h 23"/>
                  <a:gd name="T90" fmla="*/ 221 w 63"/>
                  <a:gd name="T91" fmla="*/ 216 h 23"/>
                  <a:gd name="T92" fmla="*/ 33 w 63"/>
                  <a:gd name="T93" fmla="*/ 74 h 23"/>
                  <a:gd name="T94" fmla="*/ 0 w 63"/>
                  <a:gd name="T95" fmla="*/ 136 h 2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3" h="23">
                    <a:moveTo>
                      <a:pt x="0" y="9"/>
                    </a:moveTo>
                    <a:cubicBezTo>
                      <a:pt x="3" y="11"/>
                      <a:pt x="7" y="15"/>
                      <a:pt x="12" y="18"/>
                    </a:cubicBezTo>
                    <a:cubicBezTo>
                      <a:pt x="17" y="21"/>
                      <a:pt x="22" y="23"/>
                      <a:pt x="27" y="23"/>
                    </a:cubicBezTo>
                    <a:cubicBezTo>
                      <a:pt x="28" y="23"/>
                      <a:pt x="29" y="23"/>
                      <a:pt x="31" y="23"/>
                    </a:cubicBezTo>
                    <a:cubicBezTo>
                      <a:pt x="38" y="21"/>
                      <a:pt x="44" y="15"/>
                      <a:pt x="50" y="12"/>
                    </a:cubicBezTo>
                    <a:cubicBezTo>
                      <a:pt x="53" y="10"/>
                      <a:pt x="56" y="8"/>
                      <a:pt x="58" y="7"/>
                    </a:cubicBezTo>
                    <a:cubicBezTo>
                      <a:pt x="58" y="6"/>
                      <a:pt x="59" y="6"/>
                      <a:pt x="60" y="5"/>
                    </a:cubicBezTo>
                    <a:cubicBezTo>
                      <a:pt x="61" y="5"/>
                      <a:pt x="61" y="5"/>
                      <a:pt x="61" y="4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2" y="4"/>
                      <a:pt x="63" y="3"/>
                      <a:pt x="63" y="2"/>
                    </a:cubicBezTo>
                    <a:cubicBezTo>
                      <a:pt x="63" y="2"/>
                      <a:pt x="63" y="1"/>
                      <a:pt x="62" y="1"/>
                    </a:cubicBezTo>
                    <a:cubicBezTo>
                      <a:pt x="62" y="0"/>
                      <a:pt x="61" y="0"/>
                      <a:pt x="61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1"/>
                      <a:pt x="58" y="1"/>
                      <a:pt x="58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1"/>
                      <a:pt x="58" y="2"/>
                      <a:pt x="58" y="2"/>
                    </a:cubicBezTo>
                    <a:cubicBezTo>
                      <a:pt x="57" y="2"/>
                      <a:pt x="56" y="3"/>
                      <a:pt x="56" y="3"/>
                    </a:cubicBezTo>
                    <a:cubicBezTo>
                      <a:pt x="53" y="5"/>
                      <a:pt x="51" y="7"/>
                      <a:pt x="48" y="8"/>
                    </a:cubicBezTo>
                    <a:cubicBezTo>
                      <a:pt x="42" y="12"/>
                      <a:pt x="35" y="17"/>
                      <a:pt x="29" y="19"/>
                    </a:cubicBezTo>
                    <a:cubicBezTo>
                      <a:pt x="28" y="19"/>
                      <a:pt x="28" y="19"/>
                      <a:pt x="27" y="19"/>
                    </a:cubicBezTo>
                    <a:cubicBezTo>
                      <a:pt x="23" y="19"/>
                      <a:pt x="19" y="17"/>
                      <a:pt x="14" y="14"/>
                    </a:cubicBezTo>
                    <a:cubicBezTo>
                      <a:pt x="10" y="11"/>
                      <a:pt x="6" y="8"/>
                      <a:pt x="2" y="5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79" name="Freeform 197">
                <a:extLst>
                  <a:ext uri="{FF2B5EF4-FFF2-40B4-BE49-F238E27FC236}">
                    <a16:creationId xmlns:a16="http://schemas.microsoft.com/office/drawing/2014/main" id="{970C98F4-C0A0-4520-A841-799CADB3F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253"/>
                <a:ext cx="135" cy="52"/>
              </a:xfrm>
              <a:custGeom>
                <a:avLst/>
                <a:gdLst>
                  <a:gd name="T0" fmla="*/ 95 w 54"/>
                  <a:gd name="T1" fmla="*/ 134 h 21"/>
                  <a:gd name="T2" fmla="*/ 283 w 54"/>
                  <a:gd name="T3" fmla="*/ 275 h 21"/>
                  <a:gd name="T4" fmla="*/ 300 w 54"/>
                  <a:gd name="T5" fmla="*/ 287 h 21"/>
                  <a:gd name="T6" fmla="*/ 345 w 54"/>
                  <a:gd name="T7" fmla="*/ 319 h 21"/>
                  <a:gd name="T8" fmla="*/ 363 w 54"/>
                  <a:gd name="T9" fmla="*/ 307 h 21"/>
                  <a:gd name="T10" fmla="*/ 345 w 54"/>
                  <a:gd name="T11" fmla="*/ 319 h 21"/>
                  <a:gd name="T12" fmla="*/ 345 w 54"/>
                  <a:gd name="T13" fmla="*/ 319 h 21"/>
                  <a:gd name="T14" fmla="*/ 345 w 54"/>
                  <a:gd name="T15" fmla="*/ 307 h 21"/>
                  <a:gd name="T16" fmla="*/ 363 w 54"/>
                  <a:gd name="T17" fmla="*/ 287 h 21"/>
                  <a:gd name="T18" fmla="*/ 375 w 54"/>
                  <a:gd name="T19" fmla="*/ 287 h 21"/>
                  <a:gd name="T20" fmla="*/ 345 w 54"/>
                  <a:gd name="T21" fmla="*/ 307 h 21"/>
                  <a:gd name="T22" fmla="*/ 345 w 54"/>
                  <a:gd name="T23" fmla="*/ 307 h 21"/>
                  <a:gd name="T24" fmla="*/ 333 w 54"/>
                  <a:gd name="T25" fmla="*/ 287 h 21"/>
                  <a:gd name="T26" fmla="*/ 375 w 54"/>
                  <a:gd name="T27" fmla="*/ 287 h 21"/>
                  <a:gd name="T28" fmla="*/ 375 w 54"/>
                  <a:gd name="T29" fmla="*/ 287 h 21"/>
                  <a:gd name="T30" fmla="*/ 333 w 54"/>
                  <a:gd name="T31" fmla="*/ 287 h 21"/>
                  <a:gd name="T32" fmla="*/ 345 w 54"/>
                  <a:gd name="T33" fmla="*/ 275 h 21"/>
                  <a:gd name="T34" fmla="*/ 363 w 54"/>
                  <a:gd name="T35" fmla="*/ 258 h 21"/>
                  <a:gd name="T36" fmla="*/ 375 w 54"/>
                  <a:gd name="T37" fmla="*/ 287 h 21"/>
                  <a:gd name="T38" fmla="*/ 375 w 54"/>
                  <a:gd name="T39" fmla="*/ 287 h 21"/>
                  <a:gd name="T40" fmla="*/ 363 w 54"/>
                  <a:gd name="T41" fmla="*/ 258 h 21"/>
                  <a:gd name="T42" fmla="*/ 375 w 54"/>
                  <a:gd name="T43" fmla="*/ 258 h 21"/>
                  <a:gd name="T44" fmla="*/ 375 w 54"/>
                  <a:gd name="T45" fmla="*/ 258 h 21"/>
                  <a:gd name="T46" fmla="*/ 375 w 54"/>
                  <a:gd name="T47" fmla="*/ 287 h 21"/>
                  <a:gd name="T48" fmla="*/ 363 w 54"/>
                  <a:gd name="T49" fmla="*/ 319 h 21"/>
                  <a:gd name="T50" fmla="*/ 520 w 54"/>
                  <a:gd name="T51" fmla="*/ 275 h 21"/>
                  <a:gd name="T52" fmla="*/ 845 w 54"/>
                  <a:gd name="T53" fmla="*/ 62 h 21"/>
                  <a:gd name="T54" fmla="*/ 583 w 54"/>
                  <a:gd name="T55" fmla="*/ 154 h 21"/>
                  <a:gd name="T56" fmla="*/ 395 w 54"/>
                  <a:gd name="T57" fmla="*/ 258 h 21"/>
                  <a:gd name="T58" fmla="*/ 375 w 54"/>
                  <a:gd name="T59" fmla="*/ 287 h 21"/>
                  <a:gd name="T60" fmla="*/ 375 w 54"/>
                  <a:gd name="T61" fmla="*/ 319 h 21"/>
                  <a:gd name="T62" fmla="*/ 395 w 54"/>
                  <a:gd name="T63" fmla="*/ 307 h 21"/>
                  <a:gd name="T64" fmla="*/ 395 w 54"/>
                  <a:gd name="T65" fmla="*/ 275 h 21"/>
                  <a:gd name="T66" fmla="*/ 375 w 54"/>
                  <a:gd name="T67" fmla="*/ 258 h 21"/>
                  <a:gd name="T68" fmla="*/ 333 w 54"/>
                  <a:gd name="T69" fmla="*/ 228 h 21"/>
                  <a:gd name="T70" fmla="*/ 313 w 54"/>
                  <a:gd name="T71" fmla="*/ 228 h 21"/>
                  <a:gd name="T72" fmla="*/ 313 w 54"/>
                  <a:gd name="T73" fmla="*/ 245 h 21"/>
                  <a:gd name="T74" fmla="*/ 313 w 54"/>
                  <a:gd name="T75" fmla="*/ 228 h 21"/>
                  <a:gd name="T76" fmla="*/ 313 w 54"/>
                  <a:gd name="T77" fmla="*/ 228 h 21"/>
                  <a:gd name="T78" fmla="*/ 333 w 54"/>
                  <a:gd name="T79" fmla="*/ 228 h 21"/>
                  <a:gd name="T80" fmla="*/ 300 w 54"/>
                  <a:gd name="T81" fmla="*/ 245 h 21"/>
                  <a:gd name="T82" fmla="*/ 238 w 54"/>
                  <a:gd name="T83" fmla="*/ 166 h 21"/>
                  <a:gd name="T84" fmla="*/ 63 w 54"/>
                  <a:gd name="T85" fmla="*/ 12 h 2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4" h="21">
                    <a:moveTo>
                      <a:pt x="0" y="3"/>
                    </a:moveTo>
                    <a:cubicBezTo>
                      <a:pt x="1" y="6"/>
                      <a:pt x="4" y="8"/>
                      <a:pt x="6" y="9"/>
                    </a:cubicBezTo>
                    <a:cubicBezTo>
                      <a:pt x="8" y="11"/>
                      <a:pt x="10" y="12"/>
                      <a:pt x="12" y="14"/>
                    </a:cubicBezTo>
                    <a:cubicBezTo>
                      <a:pt x="14" y="16"/>
                      <a:pt x="16" y="17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9" y="19"/>
                      <a:pt x="19" y="19"/>
                    </a:cubicBezTo>
                    <a:cubicBezTo>
                      <a:pt x="20" y="19"/>
                      <a:pt x="21" y="20"/>
                      <a:pt x="21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2" y="20"/>
                      <a:pt x="22" y="20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1" y="19"/>
                      <a:pt x="21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2" y="17"/>
                      <a:pt x="22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8" y="21"/>
                      <a:pt x="31" y="20"/>
                      <a:pt x="33" y="18"/>
                    </a:cubicBezTo>
                    <a:cubicBezTo>
                      <a:pt x="35" y="17"/>
                      <a:pt x="37" y="15"/>
                      <a:pt x="39" y="14"/>
                    </a:cubicBezTo>
                    <a:cubicBezTo>
                      <a:pt x="44" y="11"/>
                      <a:pt x="51" y="7"/>
                      <a:pt x="54" y="4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48" y="3"/>
                      <a:pt x="42" y="7"/>
                      <a:pt x="37" y="10"/>
                    </a:cubicBezTo>
                    <a:cubicBezTo>
                      <a:pt x="35" y="11"/>
                      <a:pt x="32" y="13"/>
                      <a:pt x="31" y="15"/>
                    </a:cubicBezTo>
                    <a:cubicBezTo>
                      <a:pt x="29" y="16"/>
                      <a:pt x="27" y="17"/>
                      <a:pt x="25" y="17"/>
                    </a:cubicBezTo>
                    <a:cubicBezTo>
                      <a:pt x="25" y="17"/>
                      <a:pt x="24" y="17"/>
                      <a:pt x="24" y="17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5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6" y="18"/>
                      <a:pt x="25" y="18"/>
                      <a:pt x="25" y="18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3" y="16"/>
                      <a:pt x="22" y="16"/>
                    </a:cubicBezTo>
                    <a:cubicBezTo>
                      <a:pt x="22" y="15"/>
                      <a:pt x="21" y="15"/>
                      <a:pt x="21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9" y="13"/>
                      <a:pt x="16" y="12"/>
                      <a:pt x="15" y="11"/>
                    </a:cubicBezTo>
                    <a:cubicBezTo>
                      <a:pt x="13" y="9"/>
                      <a:pt x="10" y="7"/>
                      <a:pt x="8" y="6"/>
                    </a:cubicBezTo>
                    <a:cubicBezTo>
                      <a:pt x="6" y="4"/>
                      <a:pt x="5" y="3"/>
                      <a:pt x="4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80" name="Freeform 198">
                <a:extLst>
                  <a:ext uri="{FF2B5EF4-FFF2-40B4-BE49-F238E27FC236}">
                    <a16:creationId xmlns:a16="http://schemas.microsoft.com/office/drawing/2014/main" id="{81DE3895-1B9B-4140-BC8B-34A593840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260"/>
                <a:ext cx="113" cy="50"/>
              </a:xfrm>
              <a:custGeom>
                <a:avLst/>
                <a:gdLst>
                  <a:gd name="T0" fmla="*/ 663 w 45"/>
                  <a:gd name="T1" fmla="*/ 83 h 20"/>
                  <a:gd name="T2" fmla="*/ 535 w 45"/>
                  <a:gd name="T3" fmla="*/ 175 h 20"/>
                  <a:gd name="T4" fmla="*/ 442 w 45"/>
                  <a:gd name="T5" fmla="*/ 220 h 20"/>
                  <a:gd name="T6" fmla="*/ 397 w 45"/>
                  <a:gd name="T7" fmla="*/ 238 h 20"/>
                  <a:gd name="T8" fmla="*/ 379 w 45"/>
                  <a:gd name="T9" fmla="*/ 238 h 20"/>
                  <a:gd name="T10" fmla="*/ 347 w 45"/>
                  <a:gd name="T11" fmla="*/ 220 h 20"/>
                  <a:gd name="T12" fmla="*/ 284 w 45"/>
                  <a:gd name="T13" fmla="*/ 158 h 20"/>
                  <a:gd name="T14" fmla="*/ 208 w 45"/>
                  <a:gd name="T15" fmla="*/ 95 h 20"/>
                  <a:gd name="T16" fmla="*/ 50 w 45"/>
                  <a:gd name="T17" fmla="*/ 0 h 20"/>
                  <a:gd name="T18" fmla="*/ 0 w 45"/>
                  <a:gd name="T19" fmla="*/ 50 h 20"/>
                  <a:gd name="T20" fmla="*/ 176 w 45"/>
                  <a:gd name="T21" fmla="*/ 158 h 20"/>
                  <a:gd name="T22" fmla="*/ 251 w 45"/>
                  <a:gd name="T23" fmla="*/ 238 h 20"/>
                  <a:gd name="T24" fmla="*/ 316 w 45"/>
                  <a:gd name="T25" fmla="*/ 283 h 20"/>
                  <a:gd name="T26" fmla="*/ 379 w 45"/>
                  <a:gd name="T27" fmla="*/ 313 h 20"/>
                  <a:gd name="T28" fmla="*/ 397 w 45"/>
                  <a:gd name="T29" fmla="*/ 313 h 20"/>
                  <a:gd name="T30" fmla="*/ 472 w 45"/>
                  <a:gd name="T31" fmla="*/ 283 h 20"/>
                  <a:gd name="T32" fmla="*/ 713 w 45"/>
                  <a:gd name="T33" fmla="*/ 125 h 20"/>
                  <a:gd name="T34" fmla="*/ 663 w 45"/>
                  <a:gd name="T35" fmla="*/ 83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5" h="20">
                    <a:moveTo>
                      <a:pt x="42" y="5"/>
                    </a:moveTo>
                    <a:cubicBezTo>
                      <a:pt x="41" y="6"/>
                      <a:pt x="37" y="9"/>
                      <a:pt x="34" y="11"/>
                    </a:cubicBezTo>
                    <a:cubicBezTo>
                      <a:pt x="32" y="13"/>
                      <a:pt x="30" y="14"/>
                      <a:pt x="28" y="14"/>
                    </a:cubicBezTo>
                    <a:cubicBezTo>
                      <a:pt x="27" y="15"/>
                      <a:pt x="25" y="15"/>
                      <a:pt x="25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3" y="15"/>
                      <a:pt x="22" y="14"/>
                    </a:cubicBezTo>
                    <a:cubicBezTo>
                      <a:pt x="21" y="13"/>
                      <a:pt x="19" y="12"/>
                      <a:pt x="18" y="10"/>
                    </a:cubicBezTo>
                    <a:cubicBezTo>
                      <a:pt x="16" y="9"/>
                      <a:pt x="15" y="7"/>
                      <a:pt x="13" y="6"/>
                    </a:cubicBezTo>
                    <a:cubicBezTo>
                      <a:pt x="10" y="4"/>
                      <a:pt x="6" y="2"/>
                      <a:pt x="3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6"/>
                      <a:pt x="8" y="8"/>
                      <a:pt x="11" y="10"/>
                    </a:cubicBezTo>
                    <a:cubicBezTo>
                      <a:pt x="12" y="11"/>
                      <a:pt x="14" y="13"/>
                      <a:pt x="16" y="15"/>
                    </a:cubicBezTo>
                    <a:cubicBezTo>
                      <a:pt x="18" y="16"/>
                      <a:pt x="19" y="17"/>
                      <a:pt x="20" y="18"/>
                    </a:cubicBezTo>
                    <a:cubicBezTo>
                      <a:pt x="21" y="19"/>
                      <a:pt x="22" y="19"/>
                      <a:pt x="24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7" y="20"/>
                      <a:pt x="28" y="19"/>
                      <a:pt x="30" y="18"/>
                    </a:cubicBezTo>
                    <a:cubicBezTo>
                      <a:pt x="36" y="16"/>
                      <a:pt x="42" y="11"/>
                      <a:pt x="45" y="8"/>
                    </a:cubicBezTo>
                    <a:lnTo>
                      <a:pt x="4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81" name="Freeform 199">
                <a:extLst>
                  <a:ext uri="{FF2B5EF4-FFF2-40B4-BE49-F238E27FC236}">
                    <a16:creationId xmlns:a16="http://schemas.microsoft.com/office/drawing/2014/main" id="{9AFB749E-91A5-4432-AAC7-BAB2DD823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268"/>
                <a:ext cx="135" cy="45"/>
              </a:xfrm>
              <a:custGeom>
                <a:avLst/>
                <a:gdLst>
                  <a:gd name="T0" fmla="*/ 0 w 54"/>
                  <a:gd name="T1" fmla="*/ 50 h 18"/>
                  <a:gd name="T2" fmla="*/ 158 w 54"/>
                  <a:gd name="T3" fmla="*/ 175 h 18"/>
                  <a:gd name="T4" fmla="*/ 313 w 54"/>
                  <a:gd name="T5" fmla="*/ 270 h 18"/>
                  <a:gd name="T6" fmla="*/ 333 w 54"/>
                  <a:gd name="T7" fmla="*/ 283 h 18"/>
                  <a:gd name="T8" fmla="*/ 363 w 54"/>
                  <a:gd name="T9" fmla="*/ 283 h 18"/>
                  <a:gd name="T10" fmla="*/ 625 w 54"/>
                  <a:gd name="T11" fmla="*/ 158 h 18"/>
                  <a:gd name="T12" fmla="*/ 738 w 54"/>
                  <a:gd name="T13" fmla="*/ 113 h 18"/>
                  <a:gd name="T14" fmla="*/ 845 w 54"/>
                  <a:gd name="T15" fmla="*/ 63 h 18"/>
                  <a:gd name="T16" fmla="*/ 800 w 54"/>
                  <a:gd name="T17" fmla="*/ 0 h 18"/>
                  <a:gd name="T18" fmla="*/ 708 w 54"/>
                  <a:gd name="T19" fmla="*/ 50 h 18"/>
                  <a:gd name="T20" fmla="*/ 595 w 54"/>
                  <a:gd name="T21" fmla="*/ 95 h 18"/>
                  <a:gd name="T22" fmla="*/ 333 w 54"/>
                  <a:gd name="T23" fmla="*/ 220 h 18"/>
                  <a:gd name="T24" fmla="*/ 345 w 54"/>
                  <a:gd name="T25" fmla="*/ 250 h 18"/>
                  <a:gd name="T26" fmla="*/ 363 w 54"/>
                  <a:gd name="T27" fmla="*/ 220 h 18"/>
                  <a:gd name="T28" fmla="*/ 208 w 54"/>
                  <a:gd name="T29" fmla="*/ 113 h 18"/>
                  <a:gd name="T30" fmla="*/ 50 w 54"/>
                  <a:gd name="T31" fmla="*/ 0 h 18"/>
                  <a:gd name="T32" fmla="*/ 0 w 54"/>
                  <a:gd name="T33" fmla="*/ 5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4" h="18">
                    <a:moveTo>
                      <a:pt x="0" y="3"/>
                    </a:moveTo>
                    <a:cubicBezTo>
                      <a:pt x="3" y="6"/>
                      <a:pt x="7" y="9"/>
                      <a:pt x="10" y="11"/>
                    </a:cubicBezTo>
                    <a:cubicBezTo>
                      <a:pt x="14" y="13"/>
                      <a:pt x="18" y="15"/>
                      <a:pt x="20" y="17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8" y="16"/>
                      <a:pt x="34" y="13"/>
                      <a:pt x="40" y="10"/>
                    </a:cubicBezTo>
                    <a:cubicBezTo>
                      <a:pt x="42" y="9"/>
                      <a:pt x="44" y="8"/>
                      <a:pt x="47" y="7"/>
                    </a:cubicBezTo>
                    <a:cubicBezTo>
                      <a:pt x="49" y="6"/>
                      <a:pt x="52" y="5"/>
                      <a:pt x="54" y="4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0" y="1"/>
                      <a:pt x="48" y="2"/>
                      <a:pt x="45" y="3"/>
                    </a:cubicBezTo>
                    <a:cubicBezTo>
                      <a:pt x="43" y="4"/>
                      <a:pt x="40" y="5"/>
                      <a:pt x="38" y="6"/>
                    </a:cubicBezTo>
                    <a:cubicBezTo>
                      <a:pt x="32" y="9"/>
                      <a:pt x="27" y="12"/>
                      <a:pt x="21" y="14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0" y="11"/>
                      <a:pt x="16" y="9"/>
                      <a:pt x="13" y="7"/>
                    </a:cubicBezTo>
                    <a:cubicBezTo>
                      <a:pt x="9" y="5"/>
                      <a:pt x="6" y="3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82" name="Freeform 200">
                <a:extLst>
                  <a:ext uri="{FF2B5EF4-FFF2-40B4-BE49-F238E27FC236}">
                    <a16:creationId xmlns:a16="http://schemas.microsoft.com/office/drawing/2014/main" id="{93D565D9-629F-492C-B077-C0F13F34E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273"/>
                <a:ext cx="127" cy="40"/>
              </a:xfrm>
              <a:custGeom>
                <a:avLst/>
                <a:gdLst>
                  <a:gd name="T0" fmla="*/ 0 w 51"/>
                  <a:gd name="T1" fmla="*/ 20 h 16"/>
                  <a:gd name="T2" fmla="*/ 12 w 51"/>
                  <a:gd name="T3" fmla="*/ 50 h 16"/>
                  <a:gd name="T4" fmla="*/ 75 w 51"/>
                  <a:gd name="T5" fmla="*/ 95 h 16"/>
                  <a:gd name="T6" fmla="*/ 249 w 51"/>
                  <a:gd name="T7" fmla="*/ 188 h 16"/>
                  <a:gd name="T8" fmla="*/ 321 w 51"/>
                  <a:gd name="T9" fmla="*/ 238 h 16"/>
                  <a:gd name="T10" fmla="*/ 371 w 51"/>
                  <a:gd name="T11" fmla="*/ 250 h 16"/>
                  <a:gd name="T12" fmla="*/ 383 w 51"/>
                  <a:gd name="T13" fmla="*/ 250 h 16"/>
                  <a:gd name="T14" fmla="*/ 496 w 51"/>
                  <a:gd name="T15" fmla="*/ 220 h 16"/>
                  <a:gd name="T16" fmla="*/ 570 w 51"/>
                  <a:gd name="T17" fmla="*/ 175 h 16"/>
                  <a:gd name="T18" fmla="*/ 787 w 51"/>
                  <a:gd name="T19" fmla="*/ 63 h 16"/>
                  <a:gd name="T20" fmla="*/ 757 w 51"/>
                  <a:gd name="T21" fmla="*/ 20 h 16"/>
                  <a:gd name="T22" fmla="*/ 540 w 51"/>
                  <a:gd name="T23" fmla="*/ 113 h 16"/>
                  <a:gd name="T24" fmla="*/ 466 w 51"/>
                  <a:gd name="T25" fmla="*/ 158 h 16"/>
                  <a:gd name="T26" fmla="*/ 383 w 51"/>
                  <a:gd name="T27" fmla="*/ 188 h 16"/>
                  <a:gd name="T28" fmla="*/ 383 w 51"/>
                  <a:gd name="T29" fmla="*/ 188 h 16"/>
                  <a:gd name="T30" fmla="*/ 354 w 51"/>
                  <a:gd name="T31" fmla="*/ 175 h 16"/>
                  <a:gd name="T32" fmla="*/ 187 w 51"/>
                  <a:gd name="T33" fmla="*/ 83 h 16"/>
                  <a:gd name="T34" fmla="*/ 92 w 51"/>
                  <a:gd name="T35" fmla="*/ 20 h 16"/>
                  <a:gd name="T36" fmla="*/ 75 w 51"/>
                  <a:gd name="T37" fmla="*/ 0 h 16"/>
                  <a:gd name="T38" fmla="*/ 62 w 51"/>
                  <a:gd name="T39" fmla="*/ 0 h 16"/>
                  <a:gd name="T40" fmla="*/ 62 w 51"/>
                  <a:gd name="T41" fmla="*/ 0 h 16"/>
                  <a:gd name="T42" fmla="*/ 62 w 51"/>
                  <a:gd name="T43" fmla="*/ 0 h 16"/>
                  <a:gd name="T44" fmla="*/ 62 w 51"/>
                  <a:gd name="T45" fmla="*/ 0 h 16"/>
                  <a:gd name="T46" fmla="*/ 62 w 51"/>
                  <a:gd name="T47" fmla="*/ 0 h 16"/>
                  <a:gd name="T48" fmla="*/ 62 w 51"/>
                  <a:gd name="T49" fmla="*/ 0 h 16"/>
                  <a:gd name="T50" fmla="*/ 62 w 51"/>
                  <a:gd name="T51" fmla="*/ 0 h 16"/>
                  <a:gd name="T52" fmla="*/ 42 w 51"/>
                  <a:gd name="T53" fmla="*/ 0 h 16"/>
                  <a:gd name="T54" fmla="*/ 62 w 51"/>
                  <a:gd name="T55" fmla="*/ 0 h 16"/>
                  <a:gd name="T56" fmla="*/ 62 w 51"/>
                  <a:gd name="T57" fmla="*/ 0 h 16"/>
                  <a:gd name="T58" fmla="*/ 42 w 51"/>
                  <a:gd name="T59" fmla="*/ 0 h 16"/>
                  <a:gd name="T60" fmla="*/ 62 w 51"/>
                  <a:gd name="T61" fmla="*/ 0 h 16"/>
                  <a:gd name="T62" fmla="*/ 0 w 51"/>
                  <a:gd name="T63" fmla="*/ 20 h 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1" h="16">
                    <a:moveTo>
                      <a:pt x="0" y="1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8" y="8"/>
                      <a:pt x="12" y="10"/>
                      <a:pt x="16" y="12"/>
                    </a:cubicBezTo>
                    <a:cubicBezTo>
                      <a:pt x="17" y="13"/>
                      <a:pt x="19" y="14"/>
                      <a:pt x="21" y="15"/>
                    </a:cubicBezTo>
                    <a:cubicBezTo>
                      <a:pt x="22" y="15"/>
                      <a:pt x="23" y="16"/>
                      <a:pt x="24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8" y="16"/>
                      <a:pt x="30" y="15"/>
                      <a:pt x="32" y="14"/>
                    </a:cubicBezTo>
                    <a:cubicBezTo>
                      <a:pt x="34" y="13"/>
                      <a:pt x="35" y="12"/>
                      <a:pt x="37" y="11"/>
                    </a:cubicBezTo>
                    <a:cubicBezTo>
                      <a:pt x="41" y="9"/>
                      <a:pt x="47" y="8"/>
                      <a:pt x="51" y="4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6" y="3"/>
                      <a:pt x="40" y="5"/>
                      <a:pt x="35" y="7"/>
                    </a:cubicBezTo>
                    <a:cubicBezTo>
                      <a:pt x="33" y="8"/>
                      <a:pt x="31" y="9"/>
                      <a:pt x="30" y="10"/>
                    </a:cubicBezTo>
                    <a:cubicBezTo>
                      <a:pt x="28" y="11"/>
                      <a:pt x="26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4" y="11"/>
                      <a:pt x="23" y="11"/>
                    </a:cubicBezTo>
                    <a:cubicBezTo>
                      <a:pt x="21" y="10"/>
                      <a:pt x="16" y="7"/>
                      <a:pt x="12" y="5"/>
                    </a:cubicBezTo>
                    <a:cubicBezTo>
                      <a:pt x="10" y="4"/>
                      <a:pt x="8" y="2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83" name="Freeform 201">
                <a:extLst>
                  <a:ext uri="{FF2B5EF4-FFF2-40B4-BE49-F238E27FC236}">
                    <a16:creationId xmlns:a16="http://schemas.microsoft.com/office/drawing/2014/main" id="{415CF063-8587-453D-B4AC-A8BC81593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275"/>
                <a:ext cx="122" cy="30"/>
              </a:xfrm>
              <a:custGeom>
                <a:avLst/>
                <a:gdLst>
                  <a:gd name="T0" fmla="*/ 0 w 49"/>
                  <a:gd name="T1" fmla="*/ 63 h 12"/>
                  <a:gd name="T2" fmla="*/ 416 w 49"/>
                  <a:gd name="T3" fmla="*/ 188 h 12"/>
                  <a:gd name="T4" fmla="*/ 757 w 49"/>
                  <a:gd name="T5" fmla="*/ 63 h 12"/>
                  <a:gd name="T6" fmla="*/ 712 w 49"/>
                  <a:gd name="T7" fmla="*/ 20 h 12"/>
                  <a:gd name="T8" fmla="*/ 416 w 49"/>
                  <a:gd name="T9" fmla="*/ 113 h 12"/>
                  <a:gd name="T10" fmla="*/ 12 w 49"/>
                  <a:gd name="T11" fmla="*/ 0 h 12"/>
                  <a:gd name="T12" fmla="*/ 0 w 49"/>
                  <a:gd name="T13" fmla="*/ 6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2">
                    <a:moveTo>
                      <a:pt x="0" y="4"/>
                    </a:moveTo>
                    <a:cubicBezTo>
                      <a:pt x="9" y="8"/>
                      <a:pt x="18" y="12"/>
                      <a:pt x="27" y="12"/>
                    </a:cubicBezTo>
                    <a:cubicBezTo>
                      <a:pt x="35" y="12"/>
                      <a:pt x="42" y="10"/>
                      <a:pt x="49" y="4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0" y="6"/>
                      <a:pt x="34" y="7"/>
                      <a:pt x="27" y="7"/>
                    </a:cubicBezTo>
                    <a:cubicBezTo>
                      <a:pt x="19" y="7"/>
                      <a:pt x="11" y="4"/>
                      <a:pt x="1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84" name="Freeform 202">
                <a:extLst>
                  <a:ext uri="{FF2B5EF4-FFF2-40B4-BE49-F238E27FC236}">
                    <a16:creationId xmlns:a16="http://schemas.microsoft.com/office/drawing/2014/main" id="{3745BFA0-75AA-4AA9-A58C-2CEA35616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265"/>
                <a:ext cx="140" cy="50"/>
              </a:xfrm>
              <a:custGeom>
                <a:avLst/>
                <a:gdLst>
                  <a:gd name="T0" fmla="*/ 0 w 56"/>
                  <a:gd name="T1" fmla="*/ 95 h 20"/>
                  <a:gd name="T2" fmla="*/ 188 w 56"/>
                  <a:gd name="T3" fmla="*/ 238 h 20"/>
                  <a:gd name="T4" fmla="*/ 425 w 56"/>
                  <a:gd name="T5" fmla="*/ 313 h 20"/>
                  <a:gd name="T6" fmla="*/ 438 w 56"/>
                  <a:gd name="T7" fmla="*/ 313 h 20"/>
                  <a:gd name="T8" fmla="*/ 675 w 56"/>
                  <a:gd name="T9" fmla="*/ 208 h 20"/>
                  <a:gd name="T10" fmla="*/ 875 w 56"/>
                  <a:gd name="T11" fmla="*/ 63 h 20"/>
                  <a:gd name="T12" fmla="*/ 845 w 56"/>
                  <a:gd name="T13" fmla="*/ 0 h 20"/>
                  <a:gd name="T14" fmla="*/ 645 w 56"/>
                  <a:gd name="T15" fmla="*/ 158 h 20"/>
                  <a:gd name="T16" fmla="*/ 438 w 56"/>
                  <a:gd name="T17" fmla="*/ 250 h 20"/>
                  <a:gd name="T18" fmla="*/ 425 w 56"/>
                  <a:gd name="T19" fmla="*/ 250 h 20"/>
                  <a:gd name="T20" fmla="*/ 220 w 56"/>
                  <a:gd name="T21" fmla="*/ 175 h 20"/>
                  <a:gd name="T22" fmla="*/ 33 w 56"/>
                  <a:gd name="T23" fmla="*/ 33 h 20"/>
                  <a:gd name="T24" fmla="*/ 0 w 56"/>
                  <a:gd name="T25" fmla="*/ 95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20">
                    <a:moveTo>
                      <a:pt x="0" y="6"/>
                    </a:moveTo>
                    <a:cubicBezTo>
                      <a:pt x="3" y="8"/>
                      <a:pt x="7" y="12"/>
                      <a:pt x="12" y="15"/>
                    </a:cubicBezTo>
                    <a:cubicBezTo>
                      <a:pt x="17" y="18"/>
                      <a:pt x="22" y="20"/>
                      <a:pt x="27" y="20"/>
                    </a:cubicBezTo>
                    <a:cubicBezTo>
                      <a:pt x="27" y="20"/>
                      <a:pt x="28" y="20"/>
                      <a:pt x="28" y="20"/>
                    </a:cubicBezTo>
                    <a:cubicBezTo>
                      <a:pt x="34" y="20"/>
                      <a:pt x="39" y="16"/>
                      <a:pt x="43" y="13"/>
                    </a:cubicBezTo>
                    <a:cubicBezTo>
                      <a:pt x="48" y="10"/>
                      <a:pt x="52" y="6"/>
                      <a:pt x="56" y="4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49" y="2"/>
                      <a:pt x="45" y="6"/>
                      <a:pt x="41" y="10"/>
                    </a:cubicBezTo>
                    <a:cubicBezTo>
                      <a:pt x="36" y="13"/>
                      <a:pt x="32" y="15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3" y="16"/>
                      <a:pt x="19" y="14"/>
                      <a:pt x="14" y="11"/>
                    </a:cubicBezTo>
                    <a:cubicBezTo>
                      <a:pt x="10" y="8"/>
                      <a:pt x="5" y="5"/>
                      <a:pt x="2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85" name="Freeform 203">
                <a:extLst>
                  <a:ext uri="{FF2B5EF4-FFF2-40B4-BE49-F238E27FC236}">
                    <a16:creationId xmlns:a16="http://schemas.microsoft.com/office/drawing/2014/main" id="{F9A6469E-52B2-468A-BC43-946C3F035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268"/>
                <a:ext cx="125" cy="42"/>
              </a:xfrm>
              <a:custGeom>
                <a:avLst/>
                <a:gdLst>
                  <a:gd name="T0" fmla="*/ 0 w 50"/>
                  <a:gd name="T1" fmla="*/ 30 h 17"/>
                  <a:gd name="T2" fmla="*/ 95 w 50"/>
                  <a:gd name="T3" fmla="*/ 104 h 17"/>
                  <a:gd name="T4" fmla="*/ 188 w 50"/>
                  <a:gd name="T5" fmla="*/ 153 h 17"/>
                  <a:gd name="T6" fmla="*/ 250 w 50"/>
                  <a:gd name="T7" fmla="*/ 212 h 17"/>
                  <a:gd name="T8" fmla="*/ 333 w 50"/>
                  <a:gd name="T9" fmla="*/ 245 h 17"/>
                  <a:gd name="T10" fmla="*/ 395 w 50"/>
                  <a:gd name="T11" fmla="*/ 257 h 17"/>
                  <a:gd name="T12" fmla="*/ 613 w 50"/>
                  <a:gd name="T13" fmla="*/ 166 h 17"/>
                  <a:gd name="T14" fmla="*/ 783 w 50"/>
                  <a:gd name="T15" fmla="*/ 42 h 17"/>
                  <a:gd name="T16" fmla="*/ 750 w 50"/>
                  <a:gd name="T17" fmla="*/ 0 h 17"/>
                  <a:gd name="T18" fmla="*/ 563 w 50"/>
                  <a:gd name="T19" fmla="*/ 121 h 17"/>
                  <a:gd name="T20" fmla="*/ 395 w 50"/>
                  <a:gd name="T21" fmla="*/ 183 h 17"/>
                  <a:gd name="T22" fmla="*/ 363 w 50"/>
                  <a:gd name="T23" fmla="*/ 183 h 17"/>
                  <a:gd name="T24" fmla="*/ 300 w 50"/>
                  <a:gd name="T25" fmla="*/ 153 h 17"/>
                  <a:gd name="T26" fmla="*/ 238 w 50"/>
                  <a:gd name="T27" fmla="*/ 104 h 17"/>
                  <a:gd name="T28" fmla="*/ 125 w 50"/>
                  <a:gd name="T29" fmla="*/ 42 h 17"/>
                  <a:gd name="T30" fmla="*/ 63 w 50"/>
                  <a:gd name="T31" fmla="*/ 0 h 17"/>
                  <a:gd name="T32" fmla="*/ 0 w 50"/>
                  <a:gd name="T33" fmla="*/ 30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17">
                    <a:moveTo>
                      <a:pt x="0" y="2"/>
                    </a:moveTo>
                    <a:cubicBezTo>
                      <a:pt x="2" y="4"/>
                      <a:pt x="4" y="6"/>
                      <a:pt x="6" y="7"/>
                    </a:cubicBezTo>
                    <a:cubicBezTo>
                      <a:pt x="8" y="8"/>
                      <a:pt x="11" y="9"/>
                      <a:pt x="12" y="10"/>
                    </a:cubicBezTo>
                    <a:cubicBezTo>
                      <a:pt x="13" y="12"/>
                      <a:pt x="15" y="13"/>
                      <a:pt x="16" y="14"/>
                    </a:cubicBezTo>
                    <a:cubicBezTo>
                      <a:pt x="18" y="15"/>
                      <a:pt x="19" y="16"/>
                      <a:pt x="21" y="16"/>
                    </a:cubicBezTo>
                    <a:cubicBezTo>
                      <a:pt x="22" y="16"/>
                      <a:pt x="24" y="17"/>
                      <a:pt x="25" y="17"/>
                    </a:cubicBezTo>
                    <a:cubicBezTo>
                      <a:pt x="29" y="17"/>
                      <a:pt x="34" y="14"/>
                      <a:pt x="39" y="11"/>
                    </a:cubicBezTo>
                    <a:cubicBezTo>
                      <a:pt x="43" y="9"/>
                      <a:pt x="47" y="5"/>
                      <a:pt x="50" y="3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5" y="2"/>
                      <a:pt x="40" y="5"/>
                      <a:pt x="36" y="8"/>
                    </a:cubicBezTo>
                    <a:cubicBezTo>
                      <a:pt x="32" y="10"/>
                      <a:pt x="28" y="12"/>
                      <a:pt x="25" y="12"/>
                    </a:cubicBezTo>
                    <a:cubicBezTo>
                      <a:pt x="24" y="12"/>
                      <a:pt x="23" y="12"/>
                      <a:pt x="23" y="12"/>
                    </a:cubicBezTo>
                    <a:cubicBezTo>
                      <a:pt x="21" y="12"/>
                      <a:pt x="20" y="11"/>
                      <a:pt x="19" y="10"/>
                    </a:cubicBezTo>
                    <a:cubicBezTo>
                      <a:pt x="17" y="9"/>
                      <a:pt x="16" y="8"/>
                      <a:pt x="15" y="7"/>
                    </a:cubicBezTo>
                    <a:cubicBezTo>
                      <a:pt x="13" y="6"/>
                      <a:pt x="10" y="5"/>
                      <a:pt x="8" y="3"/>
                    </a:cubicBezTo>
                    <a:cubicBezTo>
                      <a:pt x="6" y="2"/>
                      <a:pt x="5" y="1"/>
                      <a:pt x="4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86" name="Freeform 204">
                <a:extLst>
                  <a:ext uri="{FF2B5EF4-FFF2-40B4-BE49-F238E27FC236}">
                    <a16:creationId xmlns:a16="http://schemas.microsoft.com/office/drawing/2014/main" id="{7A8BCC1D-D303-4465-9339-38F516E12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253"/>
                <a:ext cx="140" cy="55"/>
              </a:xfrm>
              <a:custGeom>
                <a:avLst/>
                <a:gdLst>
                  <a:gd name="T0" fmla="*/ 0 w 56"/>
                  <a:gd name="T1" fmla="*/ 145 h 22"/>
                  <a:gd name="T2" fmla="*/ 188 w 56"/>
                  <a:gd name="T3" fmla="*/ 250 h 22"/>
                  <a:gd name="T4" fmla="*/ 283 w 56"/>
                  <a:gd name="T5" fmla="*/ 313 h 22"/>
                  <a:gd name="T6" fmla="*/ 408 w 56"/>
                  <a:gd name="T7" fmla="*/ 345 h 22"/>
                  <a:gd name="T8" fmla="*/ 408 w 56"/>
                  <a:gd name="T9" fmla="*/ 345 h 22"/>
                  <a:gd name="T10" fmla="*/ 408 w 56"/>
                  <a:gd name="T11" fmla="*/ 345 h 22"/>
                  <a:gd name="T12" fmla="*/ 408 w 56"/>
                  <a:gd name="T13" fmla="*/ 345 h 22"/>
                  <a:gd name="T14" fmla="*/ 550 w 56"/>
                  <a:gd name="T15" fmla="*/ 300 h 22"/>
                  <a:gd name="T16" fmla="*/ 675 w 56"/>
                  <a:gd name="T17" fmla="*/ 220 h 22"/>
                  <a:gd name="T18" fmla="*/ 813 w 56"/>
                  <a:gd name="T19" fmla="*/ 113 h 22"/>
                  <a:gd name="T20" fmla="*/ 833 w 56"/>
                  <a:gd name="T21" fmla="*/ 83 h 22"/>
                  <a:gd name="T22" fmla="*/ 845 w 56"/>
                  <a:gd name="T23" fmla="*/ 63 h 22"/>
                  <a:gd name="T24" fmla="*/ 845 w 56"/>
                  <a:gd name="T25" fmla="*/ 63 h 22"/>
                  <a:gd name="T26" fmla="*/ 845 w 56"/>
                  <a:gd name="T27" fmla="*/ 63 h 22"/>
                  <a:gd name="T28" fmla="*/ 845 w 56"/>
                  <a:gd name="T29" fmla="*/ 50 h 22"/>
                  <a:gd name="T30" fmla="*/ 845 w 56"/>
                  <a:gd name="T31" fmla="*/ 63 h 22"/>
                  <a:gd name="T32" fmla="*/ 845 w 56"/>
                  <a:gd name="T33" fmla="*/ 63 h 22"/>
                  <a:gd name="T34" fmla="*/ 845 w 56"/>
                  <a:gd name="T35" fmla="*/ 50 h 22"/>
                  <a:gd name="T36" fmla="*/ 845 w 56"/>
                  <a:gd name="T37" fmla="*/ 63 h 22"/>
                  <a:gd name="T38" fmla="*/ 845 w 56"/>
                  <a:gd name="T39" fmla="*/ 33 h 22"/>
                  <a:gd name="T40" fmla="*/ 813 w 56"/>
                  <a:gd name="T41" fmla="*/ 50 h 22"/>
                  <a:gd name="T42" fmla="*/ 845 w 56"/>
                  <a:gd name="T43" fmla="*/ 63 h 22"/>
                  <a:gd name="T44" fmla="*/ 845 w 56"/>
                  <a:gd name="T45" fmla="*/ 33 h 22"/>
                  <a:gd name="T46" fmla="*/ 813 w 56"/>
                  <a:gd name="T47" fmla="*/ 50 h 22"/>
                  <a:gd name="T48" fmla="*/ 833 w 56"/>
                  <a:gd name="T49" fmla="*/ 33 h 22"/>
                  <a:gd name="T50" fmla="*/ 813 w 56"/>
                  <a:gd name="T51" fmla="*/ 33 h 22"/>
                  <a:gd name="T52" fmla="*/ 813 w 56"/>
                  <a:gd name="T53" fmla="*/ 50 h 22"/>
                  <a:gd name="T54" fmla="*/ 833 w 56"/>
                  <a:gd name="T55" fmla="*/ 33 h 22"/>
                  <a:gd name="T56" fmla="*/ 813 w 56"/>
                  <a:gd name="T57" fmla="*/ 33 h 22"/>
                  <a:gd name="T58" fmla="*/ 833 w 56"/>
                  <a:gd name="T59" fmla="*/ 33 h 22"/>
                  <a:gd name="T60" fmla="*/ 813 w 56"/>
                  <a:gd name="T61" fmla="*/ 33 h 22"/>
                  <a:gd name="T62" fmla="*/ 813 w 56"/>
                  <a:gd name="T63" fmla="*/ 33 h 22"/>
                  <a:gd name="T64" fmla="*/ 833 w 56"/>
                  <a:gd name="T65" fmla="*/ 33 h 22"/>
                  <a:gd name="T66" fmla="*/ 813 w 56"/>
                  <a:gd name="T67" fmla="*/ 33 h 22"/>
                  <a:gd name="T68" fmla="*/ 813 w 56"/>
                  <a:gd name="T69" fmla="*/ 33 h 22"/>
                  <a:gd name="T70" fmla="*/ 813 w 56"/>
                  <a:gd name="T71" fmla="*/ 33 h 22"/>
                  <a:gd name="T72" fmla="*/ 813 w 56"/>
                  <a:gd name="T73" fmla="*/ 33 h 22"/>
                  <a:gd name="T74" fmla="*/ 813 w 56"/>
                  <a:gd name="T75" fmla="*/ 33 h 22"/>
                  <a:gd name="T76" fmla="*/ 813 w 56"/>
                  <a:gd name="T77" fmla="*/ 33 h 22"/>
                  <a:gd name="T78" fmla="*/ 813 w 56"/>
                  <a:gd name="T79" fmla="*/ 33 h 22"/>
                  <a:gd name="T80" fmla="*/ 875 w 56"/>
                  <a:gd name="T81" fmla="*/ 50 h 22"/>
                  <a:gd name="T82" fmla="*/ 875 w 56"/>
                  <a:gd name="T83" fmla="*/ 33 h 22"/>
                  <a:gd name="T84" fmla="*/ 863 w 56"/>
                  <a:gd name="T85" fmla="*/ 20 h 22"/>
                  <a:gd name="T86" fmla="*/ 845 w 56"/>
                  <a:gd name="T87" fmla="*/ 0 h 22"/>
                  <a:gd name="T88" fmla="*/ 813 w 56"/>
                  <a:gd name="T89" fmla="*/ 0 h 22"/>
                  <a:gd name="T90" fmla="*/ 800 w 56"/>
                  <a:gd name="T91" fmla="*/ 20 h 22"/>
                  <a:gd name="T92" fmla="*/ 770 w 56"/>
                  <a:gd name="T93" fmla="*/ 50 h 22"/>
                  <a:gd name="T94" fmla="*/ 625 w 56"/>
                  <a:gd name="T95" fmla="*/ 158 h 22"/>
                  <a:gd name="T96" fmla="*/ 520 w 56"/>
                  <a:gd name="T97" fmla="*/ 238 h 22"/>
                  <a:gd name="T98" fmla="*/ 408 w 56"/>
                  <a:gd name="T99" fmla="*/ 283 h 22"/>
                  <a:gd name="T100" fmla="*/ 408 w 56"/>
                  <a:gd name="T101" fmla="*/ 283 h 22"/>
                  <a:gd name="T102" fmla="*/ 408 w 56"/>
                  <a:gd name="T103" fmla="*/ 283 h 22"/>
                  <a:gd name="T104" fmla="*/ 313 w 56"/>
                  <a:gd name="T105" fmla="*/ 250 h 22"/>
                  <a:gd name="T106" fmla="*/ 188 w 56"/>
                  <a:gd name="T107" fmla="*/ 158 h 22"/>
                  <a:gd name="T108" fmla="*/ 20 w 56"/>
                  <a:gd name="T109" fmla="*/ 83 h 22"/>
                  <a:gd name="T110" fmla="*/ 0 w 56"/>
                  <a:gd name="T111" fmla="*/ 145 h 2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56" h="22">
                    <a:moveTo>
                      <a:pt x="0" y="9"/>
                    </a:moveTo>
                    <a:cubicBezTo>
                      <a:pt x="4" y="10"/>
                      <a:pt x="8" y="13"/>
                      <a:pt x="12" y="16"/>
                    </a:cubicBezTo>
                    <a:cubicBezTo>
                      <a:pt x="14" y="18"/>
                      <a:pt x="16" y="19"/>
                      <a:pt x="18" y="20"/>
                    </a:cubicBezTo>
                    <a:cubicBezTo>
                      <a:pt x="21" y="21"/>
                      <a:pt x="23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9" y="22"/>
                      <a:pt x="33" y="21"/>
                      <a:pt x="35" y="19"/>
                    </a:cubicBezTo>
                    <a:cubicBezTo>
                      <a:pt x="38" y="18"/>
                      <a:pt x="41" y="15"/>
                      <a:pt x="43" y="14"/>
                    </a:cubicBezTo>
                    <a:cubicBezTo>
                      <a:pt x="46" y="11"/>
                      <a:pt x="49" y="9"/>
                      <a:pt x="52" y="7"/>
                    </a:cubicBezTo>
                    <a:cubicBezTo>
                      <a:pt x="52" y="6"/>
                      <a:pt x="53" y="5"/>
                      <a:pt x="53" y="5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4"/>
                      <a:pt x="53" y="4"/>
                      <a:pt x="54" y="4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2" y="3"/>
                      <a:pt x="52" y="3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2"/>
                    </a:cubicBezTo>
                    <a:cubicBezTo>
                      <a:pt x="56" y="2"/>
                      <a:pt x="56" y="1"/>
                      <a:pt x="55" y="1"/>
                    </a:cubicBezTo>
                    <a:cubicBezTo>
                      <a:pt x="55" y="0"/>
                      <a:pt x="54" y="0"/>
                      <a:pt x="54" y="0"/>
                    </a:cubicBezTo>
                    <a:cubicBezTo>
                      <a:pt x="53" y="0"/>
                      <a:pt x="53" y="0"/>
                      <a:pt x="52" y="0"/>
                    </a:cubicBezTo>
                    <a:cubicBezTo>
                      <a:pt x="52" y="0"/>
                      <a:pt x="52" y="1"/>
                      <a:pt x="51" y="1"/>
                    </a:cubicBezTo>
                    <a:cubicBezTo>
                      <a:pt x="50" y="2"/>
                      <a:pt x="49" y="3"/>
                      <a:pt x="49" y="3"/>
                    </a:cubicBezTo>
                    <a:cubicBezTo>
                      <a:pt x="46" y="6"/>
                      <a:pt x="43" y="8"/>
                      <a:pt x="40" y="10"/>
                    </a:cubicBezTo>
                    <a:cubicBezTo>
                      <a:pt x="38" y="12"/>
                      <a:pt x="36" y="14"/>
                      <a:pt x="33" y="15"/>
                    </a:cubicBezTo>
                    <a:cubicBezTo>
                      <a:pt x="31" y="17"/>
                      <a:pt x="28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4" y="18"/>
                      <a:pt x="22" y="17"/>
                      <a:pt x="20" y="16"/>
                    </a:cubicBezTo>
                    <a:cubicBezTo>
                      <a:pt x="17" y="15"/>
                      <a:pt x="15" y="13"/>
                      <a:pt x="12" y="10"/>
                    </a:cubicBezTo>
                    <a:cubicBezTo>
                      <a:pt x="8" y="8"/>
                      <a:pt x="5" y="6"/>
                      <a:pt x="1" y="5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2925" name="Freeform 205">
              <a:extLst>
                <a:ext uri="{FF2B5EF4-FFF2-40B4-BE49-F238E27FC236}">
                  <a16:creationId xmlns:a16="http://schemas.microsoft.com/office/drawing/2014/main" id="{983EF068-3672-465A-A0F2-127FD62BB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255"/>
              <a:ext cx="145" cy="60"/>
            </a:xfrm>
            <a:custGeom>
              <a:avLst/>
              <a:gdLst>
                <a:gd name="T0" fmla="*/ 113 w 58"/>
                <a:gd name="T1" fmla="*/ 175 h 24"/>
                <a:gd name="T2" fmla="*/ 283 w 58"/>
                <a:gd name="T3" fmla="*/ 333 h 24"/>
                <a:gd name="T4" fmla="*/ 375 w 58"/>
                <a:gd name="T5" fmla="*/ 375 h 24"/>
                <a:gd name="T6" fmla="*/ 613 w 58"/>
                <a:gd name="T7" fmla="*/ 250 h 24"/>
                <a:gd name="T8" fmla="*/ 845 w 58"/>
                <a:gd name="T9" fmla="*/ 83 h 24"/>
                <a:gd name="T10" fmla="*/ 813 w 58"/>
                <a:gd name="T11" fmla="*/ 83 h 24"/>
                <a:gd name="T12" fmla="*/ 813 w 58"/>
                <a:gd name="T13" fmla="*/ 113 h 24"/>
                <a:gd name="T14" fmla="*/ 875 w 58"/>
                <a:gd name="T15" fmla="*/ 113 h 24"/>
                <a:gd name="T16" fmla="*/ 895 w 58"/>
                <a:gd name="T17" fmla="*/ 63 h 24"/>
                <a:gd name="T18" fmla="*/ 908 w 58"/>
                <a:gd name="T19" fmla="*/ 33 h 24"/>
                <a:gd name="T20" fmla="*/ 875 w 58"/>
                <a:gd name="T21" fmla="*/ 0 h 24"/>
                <a:gd name="T22" fmla="*/ 875 w 58"/>
                <a:gd name="T23" fmla="*/ 33 h 24"/>
                <a:gd name="T24" fmla="*/ 875 w 58"/>
                <a:gd name="T25" fmla="*/ 33 h 24"/>
                <a:gd name="T26" fmla="*/ 863 w 58"/>
                <a:gd name="T27" fmla="*/ 63 h 24"/>
                <a:gd name="T28" fmla="*/ 863 w 58"/>
                <a:gd name="T29" fmla="*/ 63 h 24"/>
                <a:gd name="T30" fmla="*/ 863 w 58"/>
                <a:gd name="T31" fmla="*/ 63 h 24"/>
                <a:gd name="T32" fmla="*/ 875 w 58"/>
                <a:gd name="T33" fmla="*/ 33 h 24"/>
                <a:gd name="T34" fmla="*/ 875 w 58"/>
                <a:gd name="T35" fmla="*/ 33 h 24"/>
                <a:gd name="T36" fmla="*/ 845 w 58"/>
                <a:gd name="T37" fmla="*/ 33 h 24"/>
                <a:gd name="T38" fmla="*/ 845 w 58"/>
                <a:gd name="T39" fmla="*/ 33 h 24"/>
                <a:gd name="T40" fmla="*/ 845 w 58"/>
                <a:gd name="T41" fmla="*/ 33 h 24"/>
                <a:gd name="T42" fmla="*/ 833 w 58"/>
                <a:gd name="T43" fmla="*/ 50 h 24"/>
                <a:gd name="T44" fmla="*/ 813 w 58"/>
                <a:gd name="T45" fmla="*/ 63 h 24"/>
                <a:gd name="T46" fmla="*/ 813 w 58"/>
                <a:gd name="T47" fmla="*/ 63 h 24"/>
                <a:gd name="T48" fmla="*/ 845 w 58"/>
                <a:gd name="T49" fmla="*/ 83 h 24"/>
                <a:gd name="T50" fmla="*/ 845 w 58"/>
                <a:gd name="T51" fmla="*/ 83 h 24"/>
                <a:gd name="T52" fmla="*/ 833 w 58"/>
                <a:gd name="T53" fmla="*/ 50 h 24"/>
                <a:gd name="T54" fmla="*/ 833 w 58"/>
                <a:gd name="T55" fmla="*/ 50 h 24"/>
                <a:gd name="T56" fmla="*/ 833 w 58"/>
                <a:gd name="T57" fmla="*/ 50 h 24"/>
                <a:gd name="T58" fmla="*/ 845 w 58"/>
                <a:gd name="T59" fmla="*/ 83 h 24"/>
                <a:gd name="T60" fmla="*/ 845 w 58"/>
                <a:gd name="T61" fmla="*/ 83 h 24"/>
                <a:gd name="T62" fmla="*/ 875 w 58"/>
                <a:gd name="T63" fmla="*/ 83 h 24"/>
                <a:gd name="T64" fmla="*/ 875 w 58"/>
                <a:gd name="T65" fmla="*/ 83 h 24"/>
                <a:gd name="T66" fmla="*/ 875 w 58"/>
                <a:gd name="T67" fmla="*/ 83 h 24"/>
                <a:gd name="T68" fmla="*/ 845 w 58"/>
                <a:gd name="T69" fmla="*/ 83 h 24"/>
                <a:gd name="T70" fmla="*/ 845 w 58"/>
                <a:gd name="T71" fmla="*/ 83 h 24"/>
                <a:gd name="T72" fmla="*/ 875 w 58"/>
                <a:gd name="T73" fmla="*/ 95 h 24"/>
                <a:gd name="T74" fmla="*/ 875 w 58"/>
                <a:gd name="T75" fmla="*/ 95 h 24"/>
                <a:gd name="T76" fmla="*/ 583 w 58"/>
                <a:gd name="T77" fmla="*/ 188 h 24"/>
                <a:gd name="T78" fmla="*/ 375 w 58"/>
                <a:gd name="T79" fmla="*/ 300 h 24"/>
                <a:gd name="T80" fmla="*/ 238 w 58"/>
                <a:gd name="T81" fmla="*/ 220 h 24"/>
                <a:gd name="T82" fmla="*/ 95 w 58"/>
                <a:gd name="T83" fmla="*/ 83 h 2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8" h="24">
                  <a:moveTo>
                    <a:pt x="0" y="6"/>
                  </a:moveTo>
                  <a:cubicBezTo>
                    <a:pt x="1" y="8"/>
                    <a:pt x="3" y="9"/>
                    <a:pt x="4" y="9"/>
                  </a:cubicBezTo>
                  <a:cubicBezTo>
                    <a:pt x="5" y="10"/>
                    <a:pt x="6" y="10"/>
                    <a:pt x="7" y="11"/>
                  </a:cubicBezTo>
                  <a:cubicBezTo>
                    <a:pt x="7" y="11"/>
                    <a:pt x="8" y="12"/>
                    <a:pt x="9" y="13"/>
                  </a:cubicBezTo>
                  <a:cubicBezTo>
                    <a:pt x="10" y="15"/>
                    <a:pt x="11" y="16"/>
                    <a:pt x="13" y="17"/>
                  </a:cubicBezTo>
                  <a:cubicBezTo>
                    <a:pt x="14" y="18"/>
                    <a:pt x="16" y="20"/>
                    <a:pt x="18" y="21"/>
                  </a:cubicBezTo>
                  <a:cubicBezTo>
                    <a:pt x="19" y="22"/>
                    <a:pt x="20" y="22"/>
                    <a:pt x="21" y="23"/>
                  </a:cubicBezTo>
                  <a:cubicBezTo>
                    <a:pt x="22" y="23"/>
                    <a:pt x="23" y="23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6" y="24"/>
                    <a:pt x="27" y="23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6" y="18"/>
                    <a:pt x="38" y="17"/>
                    <a:pt x="39" y="16"/>
                  </a:cubicBezTo>
                  <a:cubicBezTo>
                    <a:pt x="42" y="14"/>
                    <a:pt x="44" y="13"/>
                    <a:pt x="47" y="12"/>
                  </a:cubicBezTo>
                  <a:cubicBezTo>
                    <a:pt x="50" y="11"/>
                    <a:pt x="53" y="10"/>
                    <a:pt x="56" y="7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52" y="5"/>
                    <a:pt x="52" y="6"/>
                  </a:cubicBezTo>
                  <a:cubicBezTo>
                    <a:pt x="52" y="6"/>
                    <a:pt x="52" y="6"/>
                    <a:pt x="52" y="7"/>
                  </a:cubicBezTo>
                  <a:cubicBezTo>
                    <a:pt x="53" y="7"/>
                    <a:pt x="54" y="7"/>
                    <a:pt x="54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7" y="5"/>
                    <a:pt x="57" y="5"/>
                    <a:pt x="57" y="4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3"/>
                    <a:pt x="58" y="3"/>
                    <a:pt x="58" y="2"/>
                  </a:cubicBezTo>
                  <a:cubicBezTo>
                    <a:pt x="58" y="2"/>
                    <a:pt x="58" y="2"/>
                    <a:pt x="57" y="1"/>
                  </a:cubicBezTo>
                  <a:cubicBezTo>
                    <a:pt x="57" y="1"/>
                    <a:pt x="57" y="1"/>
                    <a:pt x="57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7" y="4"/>
                    <a:pt x="57" y="4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4"/>
                    <a:pt x="55" y="4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3" y="2"/>
                    <a:pt x="53" y="2"/>
                    <a:pt x="53" y="3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5" y="3"/>
                    <a:pt x="54" y="3"/>
                    <a:pt x="54" y="3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6"/>
                    <a:pt x="56" y="6"/>
                    <a:pt x="56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0" y="6"/>
                    <a:pt x="48" y="7"/>
                    <a:pt x="46" y="8"/>
                  </a:cubicBezTo>
                  <a:cubicBezTo>
                    <a:pt x="43" y="9"/>
                    <a:pt x="40" y="10"/>
                    <a:pt x="37" y="12"/>
                  </a:cubicBezTo>
                  <a:cubicBezTo>
                    <a:pt x="35" y="14"/>
                    <a:pt x="32" y="15"/>
                    <a:pt x="30" y="17"/>
                  </a:cubicBezTo>
                  <a:cubicBezTo>
                    <a:pt x="29" y="18"/>
                    <a:pt x="28" y="18"/>
                    <a:pt x="27" y="19"/>
                  </a:cubicBezTo>
                  <a:cubicBezTo>
                    <a:pt x="26" y="19"/>
                    <a:pt x="25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3" y="19"/>
                    <a:pt x="23" y="19"/>
                  </a:cubicBezTo>
                  <a:cubicBezTo>
                    <a:pt x="20" y="18"/>
                    <a:pt x="17" y="15"/>
                    <a:pt x="15" y="14"/>
                  </a:cubicBezTo>
                  <a:cubicBezTo>
                    <a:pt x="14" y="13"/>
                    <a:pt x="14" y="12"/>
                    <a:pt x="13" y="11"/>
                  </a:cubicBezTo>
                  <a:cubicBezTo>
                    <a:pt x="12" y="10"/>
                    <a:pt x="11" y="8"/>
                    <a:pt x="9" y="7"/>
                  </a:cubicBezTo>
                  <a:cubicBezTo>
                    <a:pt x="8" y="6"/>
                    <a:pt x="7" y="6"/>
                    <a:pt x="6" y="5"/>
                  </a:cubicBezTo>
                  <a:cubicBezTo>
                    <a:pt x="5" y="5"/>
                    <a:pt x="4" y="4"/>
                    <a:pt x="4" y="4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26" name="Freeform 206">
              <a:extLst>
                <a:ext uri="{FF2B5EF4-FFF2-40B4-BE49-F238E27FC236}">
                  <a16:creationId xmlns:a16="http://schemas.microsoft.com/office/drawing/2014/main" id="{A59C3A33-5407-4C47-B1D4-4EED714AB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270"/>
              <a:ext cx="127" cy="45"/>
            </a:xfrm>
            <a:custGeom>
              <a:avLst/>
              <a:gdLst>
                <a:gd name="T0" fmla="*/ 0 w 51"/>
                <a:gd name="T1" fmla="*/ 33 h 18"/>
                <a:gd name="T2" fmla="*/ 137 w 51"/>
                <a:gd name="T3" fmla="*/ 188 h 18"/>
                <a:gd name="T4" fmla="*/ 229 w 51"/>
                <a:gd name="T5" fmla="*/ 250 h 18"/>
                <a:gd name="T6" fmla="*/ 321 w 51"/>
                <a:gd name="T7" fmla="*/ 283 h 18"/>
                <a:gd name="T8" fmla="*/ 341 w 51"/>
                <a:gd name="T9" fmla="*/ 283 h 18"/>
                <a:gd name="T10" fmla="*/ 416 w 51"/>
                <a:gd name="T11" fmla="*/ 270 h 18"/>
                <a:gd name="T12" fmla="*/ 478 w 51"/>
                <a:gd name="T13" fmla="*/ 238 h 18"/>
                <a:gd name="T14" fmla="*/ 633 w 51"/>
                <a:gd name="T15" fmla="*/ 158 h 18"/>
                <a:gd name="T16" fmla="*/ 787 w 51"/>
                <a:gd name="T17" fmla="*/ 50 h 18"/>
                <a:gd name="T18" fmla="*/ 725 w 51"/>
                <a:gd name="T19" fmla="*/ 0 h 18"/>
                <a:gd name="T20" fmla="*/ 603 w 51"/>
                <a:gd name="T21" fmla="*/ 95 h 18"/>
                <a:gd name="T22" fmla="*/ 446 w 51"/>
                <a:gd name="T23" fmla="*/ 175 h 18"/>
                <a:gd name="T24" fmla="*/ 383 w 51"/>
                <a:gd name="T25" fmla="*/ 208 h 18"/>
                <a:gd name="T26" fmla="*/ 341 w 51"/>
                <a:gd name="T27" fmla="*/ 220 h 18"/>
                <a:gd name="T28" fmla="*/ 321 w 51"/>
                <a:gd name="T29" fmla="*/ 220 h 18"/>
                <a:gd name="T30" fmla="*/ 261 w 51"/>
                <a:gd name="T31" fmla="*/ 188 h 18"/>
                <a:gd name="T32" fmla="*/ 62 w 51"/>
                <a:gd name="T33" fmla="*/ 0 h 18"/>
                <a:gd name="T34" fmla="*/ 0 w 51"/>
                <a:gd name="T35" fmla="*/ 33 h 1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1" h="18">
                  <a:moveTo>
                    <a:pt x="0" y="2"/>
                  </a:moveTo>
                  <a:cubicBezTo>
                    <a:pt x="2" y="5"/>
                    <a:pt x="6" y="9"/>
                    <a:pt x="9" y="12"/>
                  </a:cubicBezTo>
                  <a:cubicBezTo>
                    <a:pt x="11" y="13"/>
                    <a:pt x="13" y="15"/>
                    <a:pt x="15" y="16"/>
                  </a:cubicBezTo>
                  <a:cubicBezTo>
                    <a:pt x="17" y="17"/>
                    <a:pt x="19" y="18"/>
                    <a:pt x="21" y="18"/>
                  </a:cubicBezTo>
                  <a:cubicBezTo>
                    <a:pt x="21" y="18"/>
                    <a:pt x="22" y="18"/>
                    <a:pt x="22" y="18"/>
                  </a:cubicBezTo>
                  <a:cubicBezTo>
                    <a:pt x="24" y="18"/>
                    <a:pt x="26" y="18"/>
                    <a:pt x="27" y="17"/>
                  </a:cubicBezTo>
                  <a:cubicBezTo>
                    <a:pt x="28" y="16"/>
                    <a:pt x="30" y="16"/>
                    <a:pt x="31" y="15"/>
                  </a:cubicBezTo>
                  <a:cubicBezTo>
                    <a:pt x="34" y="13"/>
                    <a:pt x="37" y="12"/>
                    <a:pt x="41" y="10"/>
                  </a:cubicBezTo>
                  <a:cubicBezTo>
                    <a:pt x="45" y="8"/>
                    <a:pt x="48" y="6"/>
                    <a:pt x="51" y="3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2"/>
                    <a:pt x="42" y="4"/>
                    <a:pt x="39" y="6"/>
                  </a:cubicBezTo>
                  <a:cubicBezTo>
                    <a:pt x="36" y="8"/>
                    <a:pt x="32" y="9"/>
                    <a:pt x="29" y="11"/>
                  </a:cubicBezTo>
                  <a:cubicBezTo>
                    <a:pt x="27" y="12"/>
                    <a:pt x="26" y="13"/>
                    <a:pt x="25" y="13"/>
                  </a:cubicBezTo>
                  <a:cubicBezTo>
                    <a:pt x="24" y="14"/>
                    <a:pt x="23" y="14"/>
                    <a:pt x="22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19" y="13"/>
                    <a:pt x="17" y="12"/>
                  </a:cubicBezTo>
                  <a:cubicBezTo>
                    <a:pt x="12" y="9"/>
                    <a:pt x="6" y="3"/>
                    <a:pt x="4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27" name="Freeform 207">
              <a:extLst>
                <a:ext uri="{FF2B5EF4-FFF2-40B4-BE49-F238E27FC236}">
                  <a16:creationId xmlns:a16="http://schemas.microsoft.com/office/drawing/2014/main" id="{BF73621F-2541-4A54-9BBC-8C5CF036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268"/>
              <a:ext cx="120" cy="45"/>
            </a:xfrm>
            <a:custGeom>
              <a:avLst/>
              <a:gdLst>
                <a:gd name="T0" fmla="*/ 0 w 48"/>
                <a:gd name="T1" fmla="*/ 113 h 18"/>
                <a:gd name="T2" fmla="*/ 0 w 48"/>
                <a:gd name="T3" fmla="*/ 113 h 18"/>
                <a:gd name="T4" fmla="*/ 63 w 48"/>
                <a:gd name="T5" fmla="*/ 125 h 18"/>
                <a:gd name="T6" fmla="*/ 188 w 48"/>
                <a:gd name="T7" fmla="*/ 220 h 18"/>
                <a:gd name="T8" fmla="*/ 333 w 48"/>
                <a:gd name="T9" fmla="*/ 270 h 18"/>
                <a:gd name="T10" fmla="*/ 345 w 48"/>
                <a:gd name="T11" fmla="*/ 283 h 18"/>
                <a:gd name="T12" fmla="*/ 563 w 48"/>
                <a:gd name="T13" fmla="*/ 188 h 18"/>
                <a:gd name="T14" fmla="*/ 750 w 48"/>
                <a:gd name="T15" fmla="*/ 63 h 18"/>
                <a:gd name="T16" fmla="*/ 708 w 48"/>
                <a:gd name="T17" fmla="*/ 0 h 18"/>
                <a:gd name="T18" fmla="*/ 533 w 48"/>
                <a:gd name="T19" fmla="*/ 145 h 18"/>
                <a:gd name="T20" fmla="*/ 345 w 48"/>
                <a:gd name="T21" fmla="*/ 208 h 18"/>
                <a:gd name="T22" fmla="*/ 333 w 48"/>
                <a:gd name="T23" fmla="*/ 208 h 18"/>
                <a:gd name="T24" fmla="*/ 188 w 48"/>
                <a:gd name="T25" fmla="*/ 125 h 18"/>
                <a:gd name="T26" fmla="*/ 113 w 48"/>
                <a:gd name="T27" fmla="*/ 83 h 18"/>
                <a:gd name="T28" fmla="*/ 0 w 48"/>
                <a:gd name="T29" fmla="*/ 50 h 18"/>
                <a:gd name="T30" fmla="*/ 0 w 48"/>
                <a:gd name="T31" fmla="*/ 50 h 18"/>
                <a:gd name="T32" fmla="*/ 0 w 48"/>
                <a:gd name="T33" fmla="*/ 113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" h="18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3" y="8"/>
                    <a:pt x="4" y="8"/>
                  </a:cubicBezTo>
                  <a:cubicBezTo>
                    <a:pt x="7" y="10"/>
                    <a:pt x="9" y="12"/>
                    <a:pt x="12" y="14"/>
                  </a:cubicBezTo>
                  <a:cubicBezTo>
                    <a:pt x="15" y="15"/>
                    <a:pt x="18" y="17"/>
                    <a:pt x="21" y="17"/>
                  </a:cubicBezTo>
                  <a:cubicBezTo>
                    <a:pt x="21" y="18"/>
                    <a:pt x="22" y="18"/>
                    <a:pt x="22" y="18"/>
                  </a:cubicBezTo>
                  <a:cubicBezTo>
                    <a:pt x="27" y="17"/>
                    <a:pt x="32" y="15"/>
                    <a:pt x="36" y="12"/>
                  </a:cubicBezTo>
                  <a:cubicBezTo>
                    <a:pt x="40" y="10"/>
                    <a:pt x="45" y="6"/>
                    <a:pt x="48" y="4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2" y="3"/>
                    <a:pt x="38" y="6"/>
                    <a:pt x="34" y="9"/>
                  </a:cubicBezTo>
                  <a:cubicBezTo>
                    <a:pt x="30" y="11"/>
                    <a:pt x="25" y="13"/>
                    <a:pt x="22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19" y="13"/>
                    <a:pt x="15" y="11"/>
                    <a:pt x="12" y="8"/>
                  </a:cubicBezTo>
                  <a:cubicBezTo>
                    <a:pt x="10" y="7"/>
                    <a:pt x="8" y="6"/>
                    <a:pt x="7" y="5"/>
                  </a:cubicBezTo>
                  <a:cubicBezTo>
                    <a:pt x="5" y="4"/>
                    <a:pt x="3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28" name="Freeform 208">
              <a:extLst>
                <a:ext uri="{FF2B5EF4-FFF2-40B4-BE49-F238E27FC236}">
                  <a16:creationId xmlns:a16="http://schemas.microsoft.com/office/drawing/2014/main" id="{AAAE5CBD-5514-45A2-BF71-02B0D3F5A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270"/>
              <a:ext cx="160" cy="45"/>
            </a:xfrm>
            <a:custGeom>
              <a:avLst/>
              <a:gdLst>
                <a:gd name="T0" fmla="*/ 0 w 64"/>
                <a:gd name="T1" fmla="*/ 20 h 18"/>
                <a:gd name="T2" fmla="*/ 63 w 64"/>
                <a:gd name="T3" fmla="*/ 113 h 18"/>
                <a:gd name="T4" fmla="*/ 250 w 64"/>
                <a:gd name="T5" fmla="*/ 238 h 18"/>
                <a:gd name="T6" fmla="*/ 425 w 64"/>
                <a:gd name="T7" fmla="*/ 283 h 18"/>
                <a:gd name="T8" fmla="*/ 425 w 64"/>
                <a:gd name="T9" fmla="*/ 283 h 18"/>
                <a:gd name="T10" fmla="*/ 425 w 64"/>
                <a:gd name="T11" fmla="*/ 250 h 18"/>
                <a:gd name="T12" fmla="*/ 425 w 64"/>
                <a:gd name="T13" fmla="*/ 283 h 18"/>
                <a:gd name="T14" fmla="*/ 425 w 64"/>
                <a:gd name="T15" fmla="*/ 283 h 18"/>
                <a:gd name="T16" fmla="*/ 425 w 64"/>
                <a:gd name="T17" fmla="*/ 250 h 18"/>
                <a:gd name="T18" fmla="*/ 425 w 64"/>
                <a:gd name="T19" fmla="*/ 283 h 18"/>
                <a:gd name="T20" fmla="*/ 425 w 64"/>
                <a:gd name="T21" fmla="*/ 283 h 18"/>
                <a:gd name="T22" fmla="*/ 425 w 64"/>
                <a:gd name="T23" fmla="*/ 283 h 18"/>
                <a:gd name="T24" fmla="*/ 720 w 64"/>
                <a:gd name="T25" fmla="*/ 208 h 18"/>
                <a:gd name="T26" fmla="*/ 1000 w 64"/>
                <a:gd name="T27" fmla="*/ 113 h 18"/>
                <a:gd name="T28" fmla="*/ 958 w 64"/>
                <a:gd name="T29" fmla="*/ 50 h 18"/>
                <a:gd name="T30" fmla="*/ 938 w 64"/>
                <a:gd name="T31" fmla="*/ 50 h 18"/>
                <a:gd name="T32" fmla="*/ 958 w 64"/>
                <a:gd name="T33" fmla="*/ 113 h 18"/>
                <a:gd name="T34" fmla="*/ 988 w 64"/>
                <a:gd name="T35" fmla="*/ 113 h 18"/>
                <a:gd name="T36" fmla="*/ 970 w 64"/>
                <a:gd name="T37" fmla="*/ 83 h 18"/>
                <a:gd name="T38" fmla="*/ 958 w 64"/>
                <a:gd name="T39" fmla="*/ 50 h 18"/>
                <a:gd name="T40" fmla="*/ 688 w 64"/>
                <a:gd name="T41" fmla="*/ 145 h 18"/>
                <a:gd name="T42" fmla="*/ 425 w 64"/>
                <a:gd name="T43" fmla="*/ 220 h 18"/>
                <a:gd name="T44" fmla="*/ 425 w 64"/>
                <a:gd name="T45" fmla="*/ 250 h 18"/>
                <a:gd name="T46" fmla="*/ 425 w 64"/>
                <a:gd name="T47" fmla="*/ 220 h 18"/>
                <a:gd name="T48" fmla="*/ 425 w 64"/>
                <a:gd name="T49" fmla="*/ 220 h 18"/>
                <a:gd name="T50" fmla="*/ 425 w 64"/>
                <a:gd name="T51" fmla="*/ 220 h 18"/>
                <a:gd name="T52" fmla="*/ 333 w 64"/>
                <a:gd name="T53" fmla="*/ 208 h 18"/>
                <a:gd name="T54" fmla="*/ 158 w 64"/>
                <a:gd name="T55" fmla="*/ 113 h 18"/>
                <a:gd name="T56" fmla="*/ 95 w 64"/>
                <a:gd name="T57" fmla="*/ 50 h 18"/>
                <a:gd name="T58" fmla="*/ 83 w 64"/>
                <a:gd name="T59" fmla="*/ 0 h 18"/>
                <a:gd name="T60" fmla="*/ 0 w 64"/>
                <a:gd name="T61" fmla="*/ 20 h 1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4" h="18">
                  <a:moveTo>
                    <a:pt x="0" y="1"/>
                  </a:moveTo>
                  <a:cubicBezTo>
                    <a:pt x="1" y="3"/>
                    <a:pt x="2" y="5"/>
                    <a:pt x="4" y="7"/>
                  </a:cubicBezTo>
                  <a:cubicBezTo>
                    <a:pt x="7" y="10"/>
                    <a:pt x="12" y="13"/>
                    <a:pt x="16" y="15"/>
                  </a:cubicBezTo>
                  <a:cubicBezTo>
                    <a:pt x="20" y="17"/>
                    <a:pt x="24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34" y="18"/>
                    <a:pt x="40" y="15"/>
                    <a:pt x="46" y="13"/>
                  </a:cubicBezTo>
                  <a:cubicBezTo>
                    <a:pt x="51" y="11"/>
                    <a:pt x="58" y="11"/>
                    <a:pt x="64" y="7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0" y="3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2" y="7"/>
                    <a:pt x="63" y="7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6"/>
                    <a:pt x="51" y="7"/>
                    <a:pt x="44" y="9"/>
                  </a:cubicBezTo>
                  <a:cubicBezTo>
                    <a:pt x="38" y="11"/>
                    <a:pt x="32" y="14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6" y="14"/>
                    <a:pt x="24" y="13"/>
                    <a:pt x="21" y="13"/>
                  </a:cubicBezTo>
                  <a:cubicBezTo>
                    <a:pt x="18" y="11"/>
                    <a:pt x="14" y="9"/>
                    <a:pt x="10" y="7"/>
                  </a:cubicBezTo>
                  <a:cubicBezTo>
                    <a:pt x="9" y="6"/>
                    <a:pt x="7" y="4"/>
                    <a:pt x="6" y="3"/>
                  </a:cubicBezTo>
                  <a:cubicBezTo>
                    <a:pt x="5" y="2"/>
                    <a:pt x="5" y="1"/>
                    <a:pt x="5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29" name="Freeform 209">
              <a:extLst>
                <a:ext uri="{FF2B5EF4-FFF2-40B4-BE49-F238E27FC236}">
                  <a16:creationId xmlns:a16="http://schemas.microsoft.com/office/drawing/2014/main" id="{6DC734B8-6331-4B3D-A2DC-863AEAAA0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268"/>
              <a:ext cx="153" cy="45"/>
            </a:xfrm>
            <a:custGeom>
              <a:avLst/>
              <a:gdLst>
                <a:gd name="T0" fmla="*/ 33 w 61"/>
                <a:gd name="T1" fmla="*/ 95 h 18"/>
                <a:gd name="T2" fmla="*/ 50 w 61"/>
                <a:gd name="T3" fmla="*/ 95 h 18"/>
                <a:gd name="T4" fmla="*/ 95 w 61"/>
                <a:gd name="T5" fmla="*/ 113 h 18"/>
                <a:gd name="T6" fmla="*/ 208 w 61"/>
                <a:gd name="T7" fmla="*/ 175 h 18"/>
                <a:gd name="T8" fmla="*/ 314 w 61"/>
                <a:gd name="T9" fmla="*/ 238 h 18"/>
                <a:gd name="T10" fmla="*/ 472 w 61"/>
                <a:gd name="T11" fmla="*/ 283 h 18"/>
                <a:gd name="T12" fmla="*/ 522 w 61"/>
                <a:gd name="T13" fmla="*/ 270 h 18"/>
                <a:gd name="T14" fmla="*/ 755 w 61"/>
                <a:gd name="T15" fmla="*/ 158 h 18"/>
                <a:gd name="T16" fmla="*/ 868 w 61"/>
                <a:gd name="T17" fmla="*/ 113 h 18"/>
                <a:gd name="T18" fmla="*/ 913 w 61"/>
                <a:gd name="T19" fmla="*/ 83 h 18"/>
                <a:gd name="T20" fmla="*/ 963 w 61"/>
                <a:gd name="T21" fmla="*/ 50 h 18"/>
                <a:gd name="T22" fmla="*/ 913 w 61"/>
                <a:gd name="T23" fmla="*/ 0 h 18"/>
                <a:gd name="T24" fmla="*/ 880 w 61"/>
                <a:gd name="T25" fmla="*/ 20 h 18"/>
                <a:gd name="T26" fmla="*/ 805 w 61"/>
                <a:gd name="T27" fmla="*/ 63 h 18"/>
                <a:gd name="T28" fmla="*/ 722 w 61"/>
                <a:gd name="T29" fmla="*/ 95 h 18"/>
                <a:gd name="T30" fmla="*/ 504 w 61"/>
                <a:gd name="T31" fmla="*/ 208 h 18"/>
                <a:gd name="T32" fmla="*/ 472 w 61"/>
                <a:gd name="T33" fmla="*/ 208 h 18"/>
                <a:gd name="T34" fmla="*/ 346 w 61"/>
                <a:gd name="T35" fmla="*/ 188 h 18"/>
                <a:gd name="T36" fmla="*/ 283 w 61"/>
                <a:gd name="T37" fmla="*/ 145 h 18"/>
                <a:gd name="T38" fmla="*/ 176 w 61"/>
                <a:gd name="T39" fmla="*/ 63 h 18"/>
                <a:gd name="T40" fmla="*/ 113 w 61"/>
                <a:gd name="T41" fmla="*/ 33 h 18"/>
                <a:gd name="T42" fmla="*/ 50 w 61"/>
                <a:gd name="T43" fmla="*/ 20 h 18"/>
                <a:gd name="T44" fmla="*/ 0 w 61"/>
                <a:gd name="T45" fmla="*/ 33 h 18"/>
                <a:gd name="T46" fmla="*/ 33 w 61"/>
                <a:gd name="T47" fmla="*/ 95 h 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1" h="18">
                  <a:moveTo>
                    <a:pt x="2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5" y="6"/>
                    <a:pt x="6" y="7"/>
                  </a:cubicBezTo>
                  <a:cubicBezTo>
                    <a:pt x="8" y="8"/>
                    <a:pt x="11" y="10"/>
                    <a:pt x="13" y="11"/>
                  </a:cubicBezTo>
                  <a:cubicBezTo>
                    <a:pt x="16" y="13"/>
                    <a:pt x="18" y="15"/>
                    <a:pt x="20" y="15"/>
                  </a:cubicBezTo>
                  <a:cubicBezTo>
                    <a:pt x="23" y="17"/>
                    <a:pt x="26" y="18"/>
                    <a:pt x="30" y="18"/>
                  </a:cubicBezTo>
                  <a:cubicBezTo>
                    <a:pt x="31" y="18"/>
                    <a:pt x="32" y="18"/>
                    <a:pt x="33" y="17"/>
                  </a:cubicBezTo>
                  <a:cubicBezTo>
                    <a:pt x="39" y="17"/>
                    <a:pt x="44" y="13"/>
                    <a:pt x="48" y="10"/>
                  </a:cubicBezTo>
                  <a:cubicBezTo>
                    <a:pt x="50" y="9"/>
                    <a:pt x="52" y="8"/>
                    <a:pt x="55" y="7"/>
                  </a:cubicBezTo>
                  <a:cubicBezTo>
                    <a:pt x="56" y="6"/>
                    <a:pt x="57" y="6"/>
                    <a:pt x="58" y="5"/>
                  </a:cubicBezTo>
                  <a:cubicBezTo>
                    <a:pt x="59" y="4"/>
                    <a:pt x="60" y="4"/>
                    <a:pt x="61" y="3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8" y="0"/>
                    <a:pt x="57" y="1"/>
                    <a:pt x="56" y="1"/>
                  </a:cubicBezTo>
                  <a:cubicBezTo>
                    <a:pt x="55" y="2"/>
                    <a:pt x="53" y="3"/>
                    <a:pt x="51" y="4"/>
                  </a:cubicBezTo>
                  <a:cubicBezTo>
                    <a:pt x="49" y="5"/>
                    <a:pt x="47" y="5"/>
                    <a:pt x="46" y="6"/>
                  </a:cubicBezTo>
                  <a:cubicBezTo>
                    <a:pt x="41" y="9"/>
                    <a:pt x="37" y="13"/>
                    <a:pt x="32" y="13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7" y="13"/>
                    <a:pt x="24" y="13"/>
                    <a:pt x="22" y="12"/>
                  </a:cubicBezTo>
                  <a:cubicBezTo>
                    <a:pt x="21" y="11"/>
                    <a:pt x="20" y="10"/>
                    <a:pt x="18" y="9"/>
                  </a:cubicBezTo>
                  <a:cubicBezTo>
                    <a:pt x="16" y="8"/>
                    <a:pt x="13" y="6"/>
                    <a:pt x="11" y="4"/>
                  </a:cubicBezTo>
                  <a:cubicBezTo>
                    <a:pt x="9" y="4"/>
                    <a:pt x="8" y="3"/>
                    <a:pt x="7" y="2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2" y="6"/>
                    <a:pt x="2" y="6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0" name="Freeform 210">
              <a:extLst>
                <a:ext uri="{FF2B5EF4-FFF2-40B4-BE49-F238E27FC236}">
                  <a16:creationId xmlns:a16="http://schemas.microsoft.com/office/drawing/2014/main" id="{0410D1F4-7EFF-466E-9FD5-4AA44A39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253"/>
              <a:ext cx="142" cy="55"/>
            </a:xfrm>
            <a:custGeom>
              <a:avLst/>
              <a:gdLst>
                <a:gd name="T0" fmla="*/ 0 w 57"/>
                <a:gd name="T1" fmla="*/ 158 h 22"/>
                <a:gd name="T2" fmla="*/ 199 w 57"/>
                <a:gd name="T3" fmla="*/ 270 h 22"/>
                <a:gd name="T4" fmla="*/ 416 w 57"/>
                <a:gd name="T5" fmla="*/ 345 h 22"/>
                <a:gd name="T6" fmla="*/ 433 w 57"/>
                <a:gd name="T7" fmla="*/ 345 h 22"/>
                <a:gd name="T8" fmla="*/ 558 w 57"/>
                <a:gd name="T9" fmla="*/ 313 h 22"/>
                <a:gd name="T10" fmla="*/ 725 w 57"/>
                <a:gd name="T11" fmla="*/ 175 h 22"/>
                <a:gd name="T12" fmla="*/ 882 w 57"/>
                <a:gd name="T13" fmla="*/ 63 h 22"/>
                <a:gd name="T14" fmla="*/ 869 w 57"/>
                <a:gd name="T15" fmla="*/ 33 h 22"/>
                <a:gd name="T16" fmla="*/ 850 w 57"/>
                <a:gd name="T17" fmla="*/ 20 h 22"/>
                <a:gd name="T18" fmla="*/ 820 w 57"/>
                <a:gd name="T19" fmla="*/ 20 h 22"/>
                <a:gd name="T20" fmla="*/ 869 w 57"/>
                <a:gd name="T21" fmla="*/ 83 h 22"/>
                <a:gd name="T22" fmla="*/ 882 w 57"/>
                <a:gd name="T23" fmla="*/ 63 h 22"/>
                <a:gd name="T24" fmla="*/ 850 w 57"/>
                <a:gd name="T25" fmla="*/ 0 h 22"/>
                <a:gd name="T26" fmla="*/ 633 w 57"/>
                <a:gd name="T27" fmla="*/ 175 h 22"/>
                <a:gd name="T28" fmla="*/ 528 w 57"/>
                <a:gd name="T29" fmla="*/ 250 h 22"/>
                <a:gd name="T30" fmla="*/ 433 w 57"/>
                <a:gd name="T31" fmla="*/ 283 h 22"/>
                <a:gd name="T32" fmla="*/ 416 w 57"/>
                <a:gd name="T33" fmla="*/ 283 h 22"/>
                <a:gd name="T34" fmla="*/ 229 w 57"/>
                <a:gd name="T35" fmla="*/ 208 h 22"/>
                <a:gd name="T36" fmla="*/ 12 w 57"/>
                <a:gd name="T37" fmla="*/ 95 h 22"/>
                <a:gd name="T38" fmla="*/ 0 w 57"/>
                <a:gd name="T39" fmla="*/ 158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22">
                  <a:moveTo>
                    <a:pt x="0" y="10"/>
                  </a:moveTo>
                  <a:cubicBezTo>
                    <a:pt x="4" y="12"/>
                    <a:pt x="8" y="14"/>
                    <a:pt x="13" y="17"/>
                  </a:cubicBezTo>
                  <a:cubicBezTo>
                    <a:pt x="17" y="20"/>
                    <a:pt x="22" y="22"/>
                    <a:pt x="27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1" y="22"/>
                    <a:pt x="34" y="21"/>
                    <a:pt x="36" y="20"/>
                  </a:cubicBezTo>
                  <a:cubicBezTo>
                    <a:pt x="40" y="17"/>
                    <a:pt x="44" y="14"/>
                    <a:pt x="47" y="11"/>
                  </a:cubicBezTo>
                  <a:cubicBezTo>
                    <a:pt x="50" y="8"/>
                    <a:pt x="54" y="6"/>
                    <a:pt x="57" y="4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4" y="1"/>
                    <a:pt x="54" y="1"/>
                    <a:pt x="53" y="1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7" y="4"/>
                    <a:pt x="57" y="4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0" y="3"/>
                    <a:pt x="45" y="7"/>
                    <a:pt x="41" y="11"/>
                  </a:cubicBezTo>
                  <a:cubicBezTo>
                    <a:pt x="39" y="13"/>
                    <a:pt x="36" y="15"/>
                    <a:pt x="34" y="16"/>
                  </a:cubicBezTo>
                  <a:cubicBezTo>
                    <a:pt x="32" y="17"/>
                    <a:pt x="30" y="18"/>
                    <a:pt x="28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18"/>
                    <a:pt x="19" y="16"/>
                    <a:pt x="15" y="13"/>
                  </a:cubicBezTo>
                  <a:cubicBezTo>
                    <a:pt x="11" y="11"/>
                    <a:pt x="6" y="8"/>
                    <a:pt x="1" y="6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1" name="Freeform 211">
              <a:extLst>
                <a:ext uri="{FF2B5EF4-FFF2-40B4-BE49-F238E27FC236}">
                  <a16:creationId xmlns:a16="http://schemas.microsoft.com/office/drawing/2014/main" id="{B99009AF-5823-4D67-BDD9-17FD109E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265"/>
              <a:ext cx="147" cy="50"/>
            </a:xfrm>
            <a:custGeom>
              <a:avLst/>
              <a:gdLst>
                <a:gd name="T0" fmla="*/ 0 w 59"/>
                <a:gd name="T1" fmla="*/ 50 h 20"/>
                <a:gd name="T2" fmla="*/ 167 w 59"/>
                <a:gd name="T3" fmla="*/ 208 h 20"/>
                <a:gd name="T4" fmla="*/ 384 w 59"/>
                <a:gd name="T5" fmla="*/ 313 h 20"/>
                <a:gd name="T6" fmla="*/ 416 w 59"/>
                <a:gd name="T7" fmla="*/ 313 h 20"/>
                <a:gd name="T8" fmla="*/ 603 w 59"/>
                <a:gd name="T9" fmla="*/ 238 h 20"/>
                <a:gd name="T10" fmla="*/ 757 w 59"/>
                <a:gd name="T11" fmla="*/ 158 h 20"/>
                <a:gd name="T12" fmla="*/ 912 w 59"/>
                <a:gd name="T13" fmla="*/ 33 h 20"/>
                <a:gd name="T14" fmla="*/ 850 w 59"/>
                <a:gd name="T15" fmla="*/ 0 h 20"/>
                <a:gd name="T16" fmla="*/ 728 w 59"/>
                <a:gd name="T17" fmla="*/ 95 h 20"/>
                <a:gd name="T18" fmla="*/ 571 w 59"/>
                <a:gd name="T19" fmla="*/ 175 h 20"/>
                <a:gd name="T20" fmla="*/ 416 w 59"/>
                <a:gd name="T21" fmla="*/ 238 h 20"/>
                <a:gd name="T22" fmla="*/ 404 w 59"/>
                <a:gd name="T23" fmla="*/ 238 h 20"/>
                <a:gd name="T24" fmla="*/ 217 w 59"/>
                <a:gd name="T25" fmla="*/ 158 h 20"/>
                <a:gd name="T26" fmla="*/ 42 w 59"/>
                <a:gd name="T27" fmla="*/ 0 h 20"/>
                <a:gd name="T28" fmla="*/ 0 w 59"/>
                <a:gd name="T29" fmla="*/ 50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20">
                  <a:moveTo>
                    <a:pt x="0" y="3"/>
                  </a:moveTo>
                  <a:cubicBezTo>
                    <a:pt x="3" y="6"/>
                    <a:pt x="7" y="10"/>
                    <a:pt x="11" y="13"/>
                  </a:cubicBezTo>
                  <a:cubicBezTo>
                    <a:pt x="16" y="16"/>
                    <a:pt x="20" y="19"/>
                    <a:pt x="25" y="20"/>
                  </a:cubicBezTo>
                  <a:cubicBezTo>
                    <a:pt x="26" y="20"/>
                    <a:pt x="26" y="20"/>
                    <a:pt x="27" y="20"/>
                  </a:cubicBezTo>
                  <a:cubicBezTo>
                    <a:pt x="32" y="20"/>
                    <a:pt x="36" y="17"/>
                    <a:pt x="39" y="15"/>
                  </a:cubicBezTo>
                  <a:cubicBezTo>
                    <a:pt x="42" y="13"/>
                    <a:pt x="46" y="12"/>
                    <a:pt x="49" y="10"/>
                  </a:cubicBezTo>
                  <a:cubicBezTo>
                    <a:pt x="53" y="8"/>
                    <a:pt x="57" y="6"/>
                    <a:pt x="59" y="2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2"/>
                    <a:pt x="51" y="4"/>
                    <a:pt x="47" y="6"/>
                  </a:cubicBezTo>
                  <a:cubicBezTo>
                    <a:pt x="44" y="8"/>
                    <a:pt x="40" y="10"/>
                    <a:pt x="37" y="11"/>
                  </a:cubicBezTo>
                  <a:cubicBezTo>
                    <a:pt x="33" y="13"/>
                    <a:pt x="30" y="16"/>
                    <a:pt x="27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2" y="15"/>
                    <a:pt x="18" y="13"/>
                    <a:pt x="14" y="10"/>
                  </a:cubicBezTo>
                  <a:cubicBezTo>
                    <a:pt x="10" y="6"/>
                    <a:pt x="6" y="3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2" name="Freeform 212">
              <a:extLst>
                <a:ext uri="{FF2B5EF4-FFF2-40B4-BE49-F238E27FC236}">
                  <a16:creationId xmlns:a16="http://schemas.microsoft.com/office/drawing/2014/main" id="{4311D778-90BE-455D-B47B-1BDDFC5D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258"/>
              <a:ext cx="142" cy="55"/>
            </a:xfrm>
            <a:custGeom>
              <a:avLst/>
              <a:gdLst>
                <a:gd name="T0" fmla="*/ 0 w 57"/>
                <a:gd name="T1" fmla="*/ 63 h 22"/>
                <a:gd name="T2" fmla="*/ 446 w 57"/>
                <a:gd name="T3" fmla="*/ 283 h 22"/>
                <a:gd name="T4" fmla="*/ 478 w 57"/>
                <a:gd name="T5" fmla="*/ 313 h 22"/>
                <a:gd name="T6" fmla="*/ 508 w 57"/>
                <a:gd name="T7" fmla="*/ 333 h 22"/>
                <a:gd name="T8" fmla="*/ 541 w 57"/>
                <a:gd name="T9" fmla="*/ 345 h 22"/>
                <a:gd name="T10" fmla="*/ 603 w 57"/>
                <a:gd name="T11" fmla="*/ 333 h 22"/>
                <a:gd name="T12" fmla="*/ 757 w 57"/>
                <a:gd name="T13" fmla="*/ 270 h 22"/>
                <a:gd name="T14" fmla="*/ 882 w 57"/>
                <a:gd name="T15" fmla="*/ 158 h 22"/>
                <a:gd name="T16" fmla="*/ 837 w 57"/>
                <a:gd name="T17" fmla="*/ 125 h 22"/>
                <a:gd name="T18" fmla="*/ 725 w 57"/>
                <a:gd name="T19" fmla="*/ 208 h 22"/>
                <a:gd name="T20" fmla="*/ 590 w 57"/>
                <a:gd name="T21" fmla="*/ 270 h 22"/>
                <a:gd name="T22" fmla="*/ 541 w 57"/>
                <a:gd name="T23" fmla="*/ 283 h 22"/>
                <a:gd name="T24" fmla="*/ 541 w 57"/>
                <a:gd name="T25" fmla="*/ 283 h 22"/>
                <a:gd name="T26" fmla="*/ 541 w 57"/>
                <a:gd name="T27" fmla="*/ 283 h 22"/>
                <a:gd name="T28" fmla="*/ 541 w 57"/>
                <a:gd name="T29" fmla="*/ 283 h 22"/>
                <a:gd name="T30" fmla="*/ 541 w 57"/>
                <a:gd name="T31" fmla="*/ 283 h 22"/>
                <a:gd name="T32" fmla="*/ 541 w 57"/>
                <a:gd name="T33" fmla="*/ 283 h 22"/>
                <a:gd name="T34" fmla="*/ 541 w 57"/>
                <a:gd name="T35" fmla="*/ 283 h 22"/>
                <a:gd name="T36" fmla="*/ 541 w 57"/>
                <a:gd name="T37" fmla="*/ 283 h 22"/>
                <a:gd name="T38" fmla="*/ 541 w 57"/>
                <a:gd name="T39" fmla="*/ 283 h 22"/>
                <a:gd name="T40" fmla="*/ 541 w 57"/>
                <a:gd name="T41" fmla="*/ 283 h 22"/>
                <a:gd name="T42" fmla="*/ 541 w 57"/>
                <a:gd name="T43" fmla="*/ 283 h 22"/>
                <a:gd name="T44" fmla="*/ 541 w 57"/>
                <a:gd name="T45" fmla="*/ 283 h 22"/>
                <a:gd name="T46" fmla="*/ 528 w 57"/>
                <a:gd name="T47" fmla="*/ 270 h 22"/>
                <a:gd name="T48" fmla="*/ 496 w 57"/>
                <a:gd name="T49" fmla="*/ 238 h 22"/>
                <a:gd name="T50" fmla="*/ 12 w 57"/>
                <a:gd name="T51" fmla="*/ 0 h 22"/>
                <a:gd name="T52" fmla="*/ 0 w 57"/>
                <a:gd name="T53" fmla="*/ 63 h 2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7" h="22">
                  <a:moveTo>
                    <a:pt x="0" y="4"/>
                  </a:moveTo>
                  <a:cubicBezTo>
                    <a:pt x="9" y="7"/>
                    <a:pt x="20" y="12"/>
                    <a:pt x="29" y="18"/>
                  </a:cubicBezTo>
                  <a:cubicBezTo>
                    <a:pt x="30" y="19"/>
                    <a:pt x="31" y="20"/>
                    <a:pt x="31" y="20"/>
                  </a:cubicBezTo>
                  <a:cubicBezTo>
                    <a:pt x="32" y="21"/>
                    <a:pt x="32" y="21"/>
                    <a:pt x="33" y="21"/>
                  </a:cubicBezTo>
                  <a:cubicBezTo>
                    <a:pt x="33" y="22"/>
                    <a:pt x="34" y="22"/>
                    <a:pt x="35" y="22"/>
                  </a:cubicBezTo>
                  <a:cubicBezTo>
                    <a:pt x="36" y="22"/>
                    <a:pt x="37" y="21"/>
                    <a:pt x="39" y="21"/>
                  </a:cubicBezTo>
                  <a:cubicBezTo>
                    <a:pt x="42" y="20"/>
                    <a:pt x="45" y="18"/>
                    <a:pt x="49" y="17"/>
                  </a:cubicBezTo>
                  <a:cubicBezTo>
                    <a:pt x="52" y="15"/>
                    <a:pt x="55" y="13"/>
                    <a:pt x="57" y="10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3" y="9"/>
                    <a:pt x="50" y="11"/>
                    <a:pt x="47" y="13"/>
                  </a:cubicBezTo>
                  <a:cubicBezTo>
                    <a:pt x="44" y="14"/>
                    <a:pt x="40" y="16"/>
                    <a:pt x="38" y="17"/>
                  </a:cubicBezTo>
                  <a:cubicBezTo>
                    <a:pt x="36" y="17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7"/>
                    <a:pt x="34" y="17"/>
                  </a:cubicBezTo>
                  <a:cubicBezTo>
                    <a:pt x="33" y="16"/>
                    <a:pt x="33" y="15"/>
                    <a:pt x="32" y="15"/>
                  </a:cubicBezTo>
                  <a:cubicBezTo>
                    <a:pt x="22" y="8"/>
                    <a:pt x="11" y="3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3" name="Freeform 213">
              <a:extLst>
                <a:ext uri="{FF2B5EF4-FFF2-40B4-BE49-F238E27FC236}">
                  <a16:creationId xmlns:a16="http://schemas.microsoft.com/office/drawing/2014/main" id="{2FF903D9-68D5-44D5-BB10-8FA810801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278"/>
              <a:ext cx="120" cy="37"/>
            </a:xfrm>
            <a:custGeom>
              <a:avLst/>
              <a:gdLst>
                <a:gd name="T0" fmla="*/ 0 w 48"/>
                <a:gd name="T1" fmla="*/ 42 h 15"/>
                <a:gd name="T2" fmla="*/ 175 w 48"/>
                <a:gd name="T3" fmla="*/ 165 h 15"/>
                <a:gd name="T4" fmla="*/ 238 w 48"/>
                <a:gd name="T5" fmla="*/ 212 h 15"/>
                <a:gd name="T6" fmla="*/ 333 w 48"/>
                <a:gd name="T7" fmla="*/ 224 h 15"/>
                <a:gd name="T8" fmla="*/ 333 w 48"/>
                <a:gd name="T9" fmla="*/ 224 h 15"/>
                <a:gd name="T10" fmla="*/ 438 w 48"/>
                <a:gd name="T11" fmla="*/ 212 h 15"/>
                <a:gd name="T12" fmla="*/ 625 w 48"/>
                <a:gd name="T13" fmla="*/ 121 h 15"/>
                <a:gd name="T14" fmla="*/ 708 w 48"/>
                <a:gd name="T15" fmla="*/ 74 h 15"/>
                <a:gd name="T16" fmla="*/ 750 w 48"/>
                <a:gd name="T17" fmla="*/ 30 h 15"/>
                <a:gd name="T18" fmla="*/ 708 w 48"/>
                <a:gd name="T19" fmla="*/ 0 h 15"/>
                <a:gd name="T20" fmla="*/ 645 w 48"/>
                <a:gd name="T21" fmla="*/ 42 h 15"/>
                <a:gd name="T22" fmla="*/ 470 w 48"/>
                <a:gd name="T23" fmla="*/ 121 h 15"/>
                <a:gd name="T24" fmla="*/ 395 w 48"/>
                <a:gd name="T25" fmla="*/ 153 h 15"/>
                <a:gd name="T26" fmla="*/ 333 w 48"/>
                <a:gd name="T27" fmla="*/ 165 h 15"/>
                <a:gd name="T28" fmla="*/ 333 w 48"/>
                <a:gd name="T29" fmla="*/ 165 h 15"/>
                <a:gd name="T30" fmla="*/ 283 w 48"/>
                <a:gd name="T31" fmla="*/ 153 h 15"/>
                <a:gd name="T32" fmla="*/ 220 w 48"/>
                <a:gd name="T33" fmla="*/ 104 h 15"/>
                <a:gd name="T34" fmla="*/ 33 w 48"/>
                <a:gd name="T35" fmla="*/ 0 h 15"/>
                <a:gd name="T36" fmla="*/ 0 w 48"/>
                <a:gd name="T37" fmla="*/ 42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8" h="15">
                  <a:moveTo>
                    <a:pt x="0" y="3"/>
                  </a:moveTo>
                  <a:cubicBezTo>
                    <a:pt x="4" y="6"/>
                    <a:pt x="7" y="8"/>
                    <a:pt x="11" y="11"/>
                  </a:cubicBezTo>
                  <a:cubicBezTo>
                    <a:pt x="12" y="11"/>
                    <a:pt x="14" y="13"/>
                    <a:pt x="15" y="14"/>
                  </a:cubicBezTo>
                  <a:cubicBezTo>
                    <a:pt x="17" y="14"/>
                    <a:pt x="19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5"/>
                    <a:pt x="25" y="15"/>
                    <a:pt x="28" y="14"/>
                  </a:cubicBezTo>
                  <a:cubicBezTo>
                    <a:pt x="32" y="13"/>
                    <a:pt x="36" y="11"/>
                    <a:pt x="40" y="8"/>
                  </a:cubicBezTo>
                  <a:cubicBezTo>
                    <a:pt x="42" y="7"/>
                    <a:pt x="43" y="6"/>
                    <a:pt x="45" y="5"/>
                  </a:cubicBezTo>
                  <a:cubicBezTo>
                    <a:pt x="46" y="4"/>
                    <a:pt x="47" y="3"/>
                    <a:pt x="48" y="2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4" y="0"/>
                    <a:pt x="43" y="1"/>
                    <a:pt x="41" y="3"/>
                  </a:cubicBezTo>
                  <a:cubicBezTo>
                    <a:pt x="38" y="5"/>
                    <a:pt x="34" y="7"/>
                    <a:pt x="30" y="8"/>
                  </a:cubicBezTo>
                  <a:cubicBezTo>
                    <a:pt x="28" y="9"/>
                    <a:pt x="26" y="10"/>
                    <a:pt x="25" y="10"/>
                  </a:cubicBezTo>
                  <a:cubicBezTo>
                    <a:pt x="23" y="11"/>
                    <a:pt x="22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0" y="11"/>
                    <a:pt x="19" y="11"/>
                    <a:pt x="18" y="10"/>
                  </a:cubicBezTo>
                  <a:cubicBezTo>
                    <a:pt x="16" y="9"/>
                    <a:pt x="15" y="8"/>
                    <a:pt x="14" y="7"/>
                  </a:cubicBezTo>
                  <a:cubicBezTo>
                    <a:pt x="10" y="4"/>
                    <a:pt x="6" y="2"/>
                    <a:pt x="2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4" name="Freeform 214">
              <a:extLst>
                <a:ext uri="{FF2B5EF4-FFF2-40B4-BE49-F238E27FC236}">
                  <a16:creationId xmlns:a16="http://schemas.microsoft.com/office/drawing/2014/main" id="{FD3C346A-95E8-425F-9C87-6D78B560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283"/>
              <a:ext cx="107" cy="30"/>
            </a:xfrm>
            <a:custGeom>
              <a:avLst/>
              <a:gdLst>
                <a:gd name="T0" fmla="*/ 0 w 43"/>
                <a:gd name="T1" fmla="*/ 50 h 12"/>
                <a:gd name="T2" fmla="*/ 341 w 43"/>
                <a:gd name="T3" fmla="*/ 188 h 12"/>
                <a:gd name="T4" fmla="*/ 662 w 43"/>
                <a:gd name="T5" fmla="*/ 63 h 12"/>
                <a:gd name="T6" fmla="*/ 632 w 43"/>
                <a:gd name="T7" fmla="*/ 20 h 12"/>
                <a:gd name="T8" fmla="*/ 341 w 43"/>
                <a:gd name="T9" fmla="*/ 125 h 12"/>
                <a:gd name="T10" fmla="*/ 42 w 43"/>
                <a:gd name="T11" fmla="*/ 0 h 12"/>
                <a:gd name="T12" fmla="*/ 0 w 43"/>
                <a:gd name="T13" fmla="*/ 5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2">
                  <a:moveTo>
                    <a:pt x="0" y="3"/>
                  </a:moveTo>
                  <a:cubicBezTo>
                    <a:pt x="6" y="9"/>
                    <a:pt x="14" y="12"/>
                    <a:pt x="22" y="12"/>
                  </a:cubicBezTo>
                  <a:cubicBezTo>
                    <a:pt x="29" y="12"/>
                    <a:pt x="37" y="9"/>
                    <a:pt x="43" y="4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5" y="5"/>
                    <a:pt x="28" y="8"/>
                    <a:pt x="22" y="8"/>
                  </a:cubicBezTo>
                  <a:cubicBezTo>
                    <a:pt x="15" y="8"/>
                    <a:pt x="8" y="5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5" name="Freeform 215">
              <a:extLst>
                <a:ext uri="{FF2B5EF4-FFF2-40B4-BE49-F238E27FC236}">
                  <a16:creationId xmlns:a16="http://schemas.microsoft.com/office/drawing/2014/main" id="{08D919F5-462D-4345-9CEF-F5C54B93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283"/>
              <a:ext cx="77" cy="27"/>
            </a:xfrm>
            <a:custGeom>
              <a:avLst/>
              <a:gdLst>
                <a:gd name="T0" fmla="*/ 0 w 31"/>
                <a:gd name="T1" fmla="*/ 42 h 11"/>
                <a:gd name="T2" fmla="*/ 124 w 31"/>
                <a:gd name="T3" fmla="*/ 133 h 11"/>
                <a:gd name="T4" fmla="*/ 291 w 31"/>
                <a:gd name="T5" fmla="*/ 162 h 11"/>
                <a:gd name="T6" fmla="*/ 474 w 31"/>
                <a:gd name="T7" fmla="*/ 103 h 11"/>
                <a:gd name="T8" fmla="*/ 432 w 31"/>
                <a:gd name="T9" fmla="*/ 61 h 11"/>
                <a:gd name="T10" fmla="*/ 291 w 31"/>
                <a:gd name="T11" fmla="*/ 103 h 11"/>
                <a:gd name="T12" fmla="*/ 154 w 31"/>
                <a:gd name="T13" fmla="*/ 71 h 11"/>
                <a:gd name="T14" fmla="*/ 42 w 31"/>
                <a:gd name="T15" fmla="*/ 0 h 11"/>
                <a:gd name="T16" fmla="*/ 0 w 31"/>
                <a:gd name="T17" fmla="*/ 42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">
                  <a:moveTo>
                    <a:pt x="0" y="3"/>
                  </a:moveTo>
                  <a:cubicBezTo>
                    <a:pt x="2" y="6"/>
                    <a:pt x="5" y="8"/>
                    <a:pt x="8" y="9"/>
                  </a:cubicBezTo>
                  <a:cubicBezTo>
                    <a:pt x="12" y="11"/>
                    <a:pt x="15" y="11"/>
                    <a:pt x="19" y="11"/>
                  </a:cubicBezTo>
                  <a:cubicBezTo>
                    <a:pt x="23" y="11"/>
                    <a:pt x="28" y="10"/>
                    <a:pt x="31" y="7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6"/>
                    <a:pt x="23" y="7"/>
                    <a:pt x="19" y="7"/>
                  </a:cubicBezTo>
                  <a:cubicBezTo>
                    <a:pt x="16" y="7"/>
                    <a:pt x="13" y="6"/>
                    <a:pt x="10" y="5"/>
                  </a:cubicBezTo>
                  <a:cubicBezTo>
                    <a:pt x="7" y="4"/>
                    <a:pt x="5" y="2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6" name="Freeform 216">
              <a:extLst>
                <a:ext uri="{FF2B5EF4-FFF2-40B4-BE49-F238E27FC236}">
                  <a16:creationId xmlns:a16="http://schemas.microsoft.com/office/drawing/2014/main" id="{75DDAED4-4A9A-4C5C-87AB-E429B6DA7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153"/>
              <a:ext cx="4110" cy="160"/>
            </a:xfrm>
            <a:custGeom>
              <a:avLst/>
              <a:gdLst>
                <a:gd name="T0" fmla="*/ 4100 w 4110"/>
                <a:gd name="T1" fmla="*/ 0 h 160"/>
                <a:gd name="T2" fmla="*/ 4100 w 4110"/>
                <a:gd name="T3" fmla="*/ 150 h 160"/>
                <a:gd name="T4" fmla="*/ 0 w 4110"/>
                <a:gd name="T5" fmla="*/ 150 h 160"/>
                <a:gd name="T6" fmla="*/ 0 w 4110"/>
                <a:gd name="T7" fmla="*/ 160 h 160"/>
                <a:gd name="T8" fmla="*/ 4110 w 4110"/>
                <a:gd name="T9" fmla="*/ 160 h 160"/>
                <a:gd name="T10" fmla="*/ 4110 w 4110"/>
                <a:gd name="T11" fmla="*/ 0 h 160"/>
                <a:gd name="T12" fmla="*/ 4100 w 4110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10" h="160">
                  <a:moveTo>
                    <a:pt x="4100" y="0"/>
                  </a:moveTo>
                  <a:lnTo>
                    <a:pt x="4100" y="150"/>
                  </a:lnTo>
                  <a:lnTo>
                    <a:pt x="0" y="150"/>
                  </a:lnTo>
                  <a:lnTo>
                    <a:pt x="0" y="160"/>
                  </a:lnTo>
                  <a:lnTo>
                    <a:pt x="4110" y="160"/>
                  </a:lnTo>
                  <a:lnTo>
                    <a:pt x="4110" y="0"/>
                  </a:lnTo>
                  <a:lnTo>
                    <a:pt x="4100" y="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7" name="Freeform 217">
              <a:extLst>
                <a:ext uri="{FF2B5EF4-FFF2-40B4-BE49-F238E27FC236}">
                  <a16:creationId xmlns:a16="http://schemas.microsoft.com/office/drawing/2014/main" id="{8E24464E-5024-4AD2-BC9C-D722842D5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766"/>
              <a:ext cx="4110" cy="137"/>
            </a:xfrm>
            <a:custGeom>
              <a:avLst/>
              <a:gdLst>
                <a:gd name="T0" fmla="*/ 0 w 4110"/>
                <a:gd name="T1" fmla="*/ 10 h 137"/>
                <a:gd name="T2" fmla="*/ 4100 w 4110"/>
                <a:gd name="T3" fmla="*/ 10 h 137"/>
                <a:gd name="T4" fmla="*/ 4100 w 4110"/>
                <a:gd name="T5" fmla="*/ 137 h 137"/>
                <a:gd name="T6" fmla="*/ 4110 w 4110"/>
                <a:gd name="T7" fmla="*/ 137 h 137"/>
                <a:gd name="T8" fmla="*/ 4110 w 4110"/>
                <a:gd name="T9" fmla="*/ 0 h 137"/>
                <a:gd name="T10" fmla="*/ 0 w 4110"/>
                <a:gd name="T11" fmla="*/ 0 h 137"/>
                <a:gd name="T12" fmla="*/ 0 w 4110"/>
                <a:gd name="T13" fmla="*/ 1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10" h="137">
                  <a:moveTo>
                    <a:pt x="0" y="10"/>
                  </a:moveTo>
                  <a:lnTo>
                    <a:pt x="4100" y="10"/>
                  </a:lnTo>
                  <a:lnTo>
                    <a:pt x="4100" y="137"/>
                  </a:lnTo>
                  <a:lnTo>
                    <a:pt x="4110" y="137"/>
                  </a:lnTo>
                  <a:lnTo>
                    <a:pt x="4110" y="0"/>
                  </a:lnTo>
                  <a:lnTo>
                    <a:pt x="0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8" name="Freeform 218">
              <a:extLst>
                <a:ext uri="{FF2B5EF4-FFF2-40B4-BE49-F238E27FC236}">
                  <a16:creationId xmlns:a16="http://schemas.microsoft.com/office/drawing/2014/main" id="{B462DE96-0F46-4E29-9A38-5267A2637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483"/>
              <a:ext cx="2065" cy="43"/>
            </a:xfrm>
            <a:custGeom>
              <a:avLst/>
              <a:gdLst>
                <a:gd name="T0" fmla="*/ 2063 w 2065"/>
                <a:gd name="T1" fmla="*/ 43 h 43"/>
                <a:gd name="T2" fmla="*/ 0 w 2065"/>
                <a:gd name="T3" fmla="*/ 43 h 43"/>
                <a:gd name="T4" fmla="*/ 3 w 2065"/>
                <a:gd name="T5" fmla="*/ 0 h 43"/>
                <a:gd name="T6" fmla="*/ 2065 w 2065"/>
                <a:gd name="T7" fmla="*/ 0 h 43"/>
                <a:gd name="T8" fmla="*/ 2063 w 2065"/>
                <a:gd name="T9" fmla="*/ 4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5" h="43">
                  <a:moveTo>
                    <a:pt x="2063" y="43"/>
                  </a:moveTo>
                  <a:lnTo>
                    <a:pt x="0" y="43"/>
                  </a:lnTo>
                  <a:lnTo>
                    <a:pt x="3" y="0"/>
                  </a:lnTo>
                  <a:lnTo>
                    <a:pt x="2065" y="0"/>
                  </a:lnTo>
                  <a:lnTo>
                    <a:pt x="2063" y="43"/>
                  </a:lnTo>
                  <a:close/>
                </a:path>
              </a:pathLst>
            </a:custGeom>
            <a:solidFill>
              <a:srgbClr val="009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9" name="Freeform 219">
              <a:extLst>
                <a:ext uri="{FF2B5EF4-FFF2-40B4-BE49-F238E27FC236}">
                  <a16:creationId xmlns:a16="http://schemas.microsoft.com/office/drawing/2014/main" id="{025EEE83-7679-4FDC-9389-085D049C0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483"/>
              <a:ext cx="2065" cy="43"/>
            </a:xfrm>
            <a:custGeom>
              <a:avLst/>
              <a:gdLst>
                <a:gd name="T0" fmla="*/ 2063 w 2065"/>
                <a:gd name="T1" fmla="*/ 43 h 43"/>
                <a:gd name="T2" fmla="*/ 0 w 2065"/>
                <a:gd name="T3" fmla="*/ 43 h 43"/>
                <a:gd name="T4" fmla="*/ 3 w 2065"/>
                <a:gd name="T5" fmla="*/ 0 h 43"/>
                <a:gd name="T6" fmla="*/ 2065 w 2065"/>
                <a:gd name="T7" fmla="*/ 0 h 43"/>
                <a:gd name="T8" fmla="*/ 2063 w 2065"/>
                <a:gd name="T9" fmla="*/ 4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5" h="43">
                  <a:moveTo>
                    <a:pt x="2063" y="43"/>
                  </a:moveTo>
                  <a:lnTo>
                    <a:pt x="0" y="43"/>
                  </a:lnTo>
                  <a:lnTo>
                    <a:pt x="3" y="0"/>
                  </a:lnTo>
                  <a:lnTo>
                    <a:pt x="2065" y="0"/>
                  </a:lnTo>
                  <a:lnTo>
                    <a:pt x="2063" y="4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0" name="Rectangle 220">
              <a:extLst>
                <a:ext uri="{FF2B5EF4-FFF2-40B4-BE49-F238E27FC236}">
                  <a16:creationId xmlns:a16="http://schemas.microsoft.com/office/drawing/2014/main" id="{A985CD91-7853-43AA-A219-A4954AB43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1481"/>
              <a:ext cx="303" cy="160"/>
            </a:xfrm>
            <a:prstGeom prst="rect">
              <a:avLst/>
            </a:pr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941" name="Freeform 221">
              <a:extLst>
                <a:ext uri="{FF2B5EF4-FFF2-40B4-BE49-F238E27FC236}">
                  <a16:creationId xmlns:a16="http://schemas.microsoft.com/office/drawing/2014/main" id="{D4E46C33-567E-4100-A6B6-8F853A473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9" y="1483"/>
              <a:ext cx="297" cy="43"/>
            </a:xfrm>
            <a:custGeom>
              <a:avLst/>
              <a:gdLst>
                <a:gd name="T0" fmla="*/ 1807 w 119"/>
                <a:gd name="T1" fmla="*/ 129 h 17"/>
                <a:gd name="T2" fmla="*/ 1807 w 119"/>
                <a:gd name="T3" fmla="*/ 180 h 17"/>
                <a:gd name="T4" fmla="*/ 1775 w 119"/>
                <a:gd name="T5" fmla="*/ 276 h 17"/>
                <a:gd name="T6" fmla="*/ 1837 w 119"/>
                <a:gd name="T7" fmla="*/ 276 h 17"/>
                <a:gd name="T8" fmla="*/ 1849 w 119"/>
                <a:gd name="T9" fmla="*/ 192 h 17"/>
                <a:gd name="T10" fmla="*/ 1807 w 119"/>
                <a:gd name="T11" fmla="*/ 129 h 17"/>
                <a:gd name="T12" fmla="*/ 562 w 119"/>
                <a:gd name="T13" fmla="*/ 0 h 17"/>
                <a:gd name="T14" fmla="*/ 187 w 119"/>
                <a:gd name="T15" fmla="*/ 0 h 17"/>
                <a:gd name="T16" fmla="*/ 0 w 119"/>
                <a:gd name="T17" fmla="*/ 276 h 17"/>
                <a:gd name="T18" fmla="*/ 1495 w 119"/>
                <a:gd name="T19" fmla="*/ 276 h 17"/>
                <a:gd name="T20" fmla="*/ 1600 w 119"/>
                <a:gd name="T21" fmla="*/ 83 h 17"/>
                <a:gd name="T22" fmla="*/ 562 w 119"/>
                <a:gd name="T23" fmla="*/ 0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17">
                  <a:moveTo>
                    <a:pt x="116" y="8"/>
                  </a:moveTo>
                  <a:cubicBezTo>
                    <a:pt x="116" y="9"/>
                    <a:pt x="116" y="10"/>
                    <a:pt x="116" y="11"/>
                  </a:cubicBezTo>
                  <a:cubicBezTo>
                    <a:pt x="115" y="13"/>
                    <a:pt x="115" y="15"/>
                    <a:pt x="114" y="17"/>
                  </a:cubicBezTo>
                  <a:cubicBezTo>
                    <a:pt x="118" y="17"/>
                    <a:pt x="118" y="17"/>
                    <a:pt x="118" y="17"/>
                  </a:cubicBezTo>
                  <a:cubicBezTo>
                    <a:pt x="119" y="15"/>
                    <a:pt x="119" y="14"/>
                    <a:pt x="119" y="12"/>
                  </a:cubicBezTo>
                  <a:cubicBezTo>
                    <a:pt x="118" y="10"/>
                    <a:pt x="117" y="9"/>
                    <a:pt x="116" y="8"/>
                  </a:cubicBezTo>
                  <a:moveTo>
                    <a:pt x="36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2"/>
                    <a:pt x="3" y="7"/>
                    <a:pt x="0" y="17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8" y="12"/>
                    <a:pt x="101" y="8"/>
                    <a:pt x="103" y="5"/>
                  </a:cubicBezTo>
                  <a:cubicBezTo>
                    <a:pt x="90" y="4"/>
                    <a:pt x="58" y="2"/>
                    <a:pt x="36" y="0"/>
                  </a:cubicBezTo>
                </a:path>
              </a:pathLst>
            </a:custGeom>
            <a:solidFill>
              <a:srgbClr val="98C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2" name="Freeform 222">
              <a:extLst>
                <a:ext uri="{FF2B5EF4-FFF2-40B4-BE49-F238E27FC236}">
                  <a16:creationId xmlns:a16="http://schemas.microsoft.com/office/drawing/2014/main" id="{016717FF-BB91-4A46-86AD-FBBC047F5C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1" y="1443"/>
              <a:ext cx="305" cy="108"/>
            </a:xfrm>
            <a:custGeom>
              <a:avLst/>
              <a:gdLst>
                <a:gd name="T0" fmla="*/ 50 w 122"/>
                <a:gd name="T1" fmla="*/ 522 h 43"/>
                <a:gd name="T2" fmla="*/ 0 w 122"/>
                <a:gd name="T3" fmla="*/ 522 h 43"/>
                <a:gd name="T4" fmla="*/ 0 w 122"/>
                <a:gd name="T5" fmla="*/ 630 h 43"/>
                <a:gd name="T6" fmla="*/ 0 w 122"/>
                <a:gd name="T7" fmla="*/ 681 h 43"/>
                <a:gd name="T8" fmla="*/ 50 w 122"/>
                <a:gd name="T9" fmla="*/ 522 h 43"/>
                <a:gd name="T10" fmla="*/ 283 w 122"/>
                <a:gd name="T11" fmla="*/ 0 h 43"/>
                <a:gd name="T12" fmla="*/ 270 w 122"/>
                <a:gd name="T13" fmla="*/ 0 h 43"/>
                <a:gd name="T14" fmla="*/ 238 w 122"/>
                <a:gd name="T15" fmla="*/ 33 h 43"/>
                <a:gd name="T16" fmla="*/ 145 w 122"/>
                <a:gd name="T17" fmla="*/ 126 h 43"/>
                <a:gd name="T18" fmla="*/ 63 w 122"/>
                <a:gd name="T19" fmla="*/ 251 h 43"/>
                <a:gd name="T20" fmla="*/ 238 w 122"/>
                <a:gd name="T21" fmla="*/ 251 h 43"/>
                <a:gd name="T22" fmla="*/ 283 w 122"/>
                <a:gd name="T23" fmla="*/ 239 h 43"/>
                <a:gd name="T24" fmla="*/ 613 w 122"/>
                <a:gd name="T25" fmla="*/ 251 h 43"/>
                <a:gd name="T26" fmla="*/ 1738 w 122"/>
                <a:gd name="T27" fmla="*/ 251 h 43"/>
                <a:gd name="T28" fmla="*/ 1833 w 122"/>
                <a:gd name="T29" fmla="*/ 188 h 43"/>
                <a:gd name="T30" fmla="*/ 1863 w 122"/>
                <a:gd name="T31" fmla="*/ 251 h 43"/>
                <a:gd name="T32" fmla="*/ 1908 w 122"/>
                <a:gd name="T33" fmla="*/ 251 h 43"/>
                <a:gd name="T34" fmla="*/ 1863 w 122"/>
                <a:gd name="T35" fmla="*/ 158 h 43"/>
                <a:gd name="T36" fmla="*/ 1750 w 122"/>
                <a:gd name="T37" fmla="*/ 113 h 43"/>
                <a:gd name="T38" fmla="*/ 500 w 122"/>
                <a:gd name="T39" fmla="*/ 20 h 43"/>
                <a:gd name="T40" fmla="*/ 283 w 122"/>
                <a:gd name="T41" fmla="*/ 0 h 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2" h="43">
                  <a:moveTo>
                    <a:pt x="3" y="33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5"/>
                    <a:pt x="0" y="38"/>
                    <a:pt x="0" y="40"/>
                  </a:cubicBezTo>
                  <a:cubicBezTo>
                    <a:pt x="0" y="41"/>
                    <a:pt x="0" y="42"/>
                    <a:pt x="0" y="43"/>
                  </a:cubicBezTo>
                  <a:cubicBezTo>
                    <a:pt x="0" y="39"/>
                    <a:pt x="1" y="36"/>
                    <a:pt x="3" y="33"/>
                  </a:cubicBezTo>
                  <a:moveTo>
                    <a:pt x="18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6" y="1"/>
                    <a:pt x="15" y="2"/>
                  </a:cubicBezTo>
                  <a:cubicBezTo>
                    <a:pt x="14" y="3"/>
                    <a:pt x="11" y="5"/>
                    <a:pt x="9" y="8"/>
                  </a:cubicBezTo>
                  <a:cubicBezTo>
                    <a:pt x="7" y="10"/>
                    <a:pt x="6" y="13"/>
                    <a:pt x="4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8" y="15"/>
                    <a:pt x="27" y="15"/>
                    <a:pt x="39" y="16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3" y="13"/>
                    <a:pt x="116" y="12"/>
                    <a:pt x="117" y="12"/>
                  </a:cubicBezTo>
                  <a:cubicBezTo>
                    <a:pt x="118" y="12"/>
                    <a:pt x="119" y="13"/>
                    <a:pt x="119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21" y="13"/>
                    <a:pt x="121" y="11"/>
                    <a:pt x="119" y="10"/>
                  </a:cubicBezTo>
                  <a:cubicBezTo>
                    <a:pt x="118" y="8"/>
                    <a:pt x="115" y="7"/>
                    <a:pt x="112" y="7"/>
                  </a:cubicBezTo>
                  <a:cubicBezTo>
                    <a:pt x="107" y="7"/>
                    <a:pt x="56" y="3"/>
                    <a:pt x="32" y="1"/>
                  </a:cubicBezTo>
                  <a:cubicBezTo>
                    <a:pt x="24" y="1"/>
                    <a:pt x="19" y="0"/>
                    <a:pt x="18" y="0"/>
                  </a:cubicBezTo>
                </a:path>
              </a:pathLst>
            </a:custGeom>
            <a:solidFill>
              <a:srgbClr val="FA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3" name="Freeform 223">
              <a:extLst>
                <a:ext uri="{FF2B5EF4-FFF2-40B4-BE49-F238E27FC236}">
                  <a16:creationId xmlns:a16="http://schemas.microsoft.com/office/drawing/2014/main" id="{8E31516D-4021-428F-9474-C1DEB28785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1" y="1483"/>
              <a:ext cx="305" cy="43"/>
            </a:xfrm>
            <a:custGeom>
              <a:avLst/>
              <a:gdLst>
                <a:gd name="T0" fmla="*/ 238 w 122"/>
                <a:gd name="T1" fmla="*/ 0 h 17"/>
                <a:gd name="T2" fmla="*/ 63 w 122"/>
                <a:gd name="T3" fmla="*/ 0 h 17"/>
                <a:gd name="T4" fmla="*/ 0 w 122"/>
                <a:gd name="T5" fmla="*/ 276 h 17"/>
                <a:gd name="T6" fmla="*/ 50 w 122"/>
                <a:gd name="T7" fmla="*/ 276 h 17"/>
                <a:gd name="T8" fmla="*/ 238 w 122"/>
                <a:gd name="T9" fmla="*/ 0 h 17"/>
                <a:gd name="T10" fmla="*/ 1738 w 122"/>
                <a:gd name="T11" fmla="*/ 0 h 17"/>
                <a:gd name="T12" fmla="*/ 613 w 122"/>
                <a:gd name="T13" fmla="*/ 0 h 17"/>
                <a:gd name="T14" fmla="*/ 1658 w 122"/>
                <a:gd name="T15" fmla="*/ 83 h 17"/>
                <a:gd name="T16" fmla="*/ 1738 w 122"/>
                <a:gd name="T17" fmla="*/ 0 h 17"/>
                <a:gd name="T18" fmla="*/ 1908 w 122"/>
                <a:gd name="T19" fmla="*/ 0 h 17"/>
                <a:gd name="T20" fmla="*/ 1863 w 122"/>
                <a:gd name="T21" fmla="*/ 0 h 17"/>
                <a:gd name="T22" fmla="*/ 1863 w 122"/>
                <a:gd name="T23" fmla="*/ 129 h 17"/>
                <a:gd name="T24" fmla="*/ 1908 w 122"/>
                <a:gd name="T25" fmla="*/ 192 h 17"/>
                <a:gd name="T26" fmla="*/ 1908 w 122"/>
                <a:gd name="T27" fmla="*/ 129 h 17"/>
                <a:gd name="T28" fmla="*/ 1908 w 122"/>
                <a:gd name="T29" fmla="*/ 96 h 17"/>
                <a:gd name="T30" fmla="*/ 1908 w 122"/>
                <a:gd name="T31" fmla="*/ 0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2" h="17">
                  <a:moveTo>
                    <a:pt x="1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4"/>
                    <a:pt x="1" y="10"/>
                    <a:pt x="0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6" y="7"/>
                    <a:pt x="12" y="2"/>
                    <a:pt x="15" y="0"/>
                  </a:cubicBezTo>
                  <a:moveTo>
                    <a:pt x="111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61" y="2"/>
                    <a:pt x="93" y="4"/>
                    <a:pt x="106" y="5"/>
                  </a:cubicBezTo>
                  <a:cubicBezTo>
                    <a:pt x="108" y="3"/>
                    <a:pt x="109" y="1"/>
                    <a:pt x="111" y="0"/>
                  </a:cubicBezTo>
                  <a:moveTo>
                    <a:pt x="122" y="0"/>
                  </a:moveTo>
                  <a:cubicBezTo>
                    <a:pt x="119" y="0"/>
                    <a:pt x="119" y="0"/>
                    <a:pt x="119" y="0"/>
                  </a:cubicBezTo>
                  <a:cubicBezTo>
                    <a:pt x="120" y="2"/>
                    <a:pt x="120" y="5"/>
                    <a:pt x="119" y="8"/>
                  </a:cubicBezTo>
                  <a:cubicBezTo>
                    <a:pt x="120" y="9"/>
                    <a:pt x="121" y="10"/>
                    <a:pt x="122" y="12"/>
                  </a:cubicBezTo>
                  <a:cubicBezTo>
                    <a:pt x="122" y="11"/>
                    <a:pt x="122" y="10"/>
                    <a:pt x="122" y="8"/>
                  </a:cubicBezTo>
                  <a:cubicBezTo>
                    <a:pt x="122" y="8"/>
                    <a:pt x="122" y="7"/>
                    <a:pt x="122" y="6"/>
                  </a:cubicBezTo>
                  <a:cubicBezTo>
                    <a:pt x="122" y="4"/>
                    <a:pt x="122" y="2"/>
                    <a:pt x="122" y="0"/>
                  </a:cubicBezTo>
                </a:path>
              </a:pathLst>
            </a:custGeom>
            <a:solidFill>
              <a:srgbClr val="D0E6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4" name="Freeform 224">
              <a:extLst>
                <a:ext uri="{FF2B5EF4-FFF2-40B4-BE49-F238E27FC236}">
                  <a16:creationId xmlns:a16="http://schemas.microsoft.com/office/drawing/2014/main" id="{5A6D28AF-35B0-4568-903C-794F717DB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526"/>
              <a:ext cx="192" cy="115"/>
            </a:xfrm>
            <a:custGeom>
              <a:avLst/>
              <a:gdLst>
                <a:gd name="T0" fmla="*/ 945 w 77"/>
                <a:gd name="T1" fmla="*/ 0 h 46"/>
                <a:gd name="T2" fmla="*/ 42 w 77"/>
                <a:gd name="T3" fmla="*/ 0 h 46"/>
                <a:gd name="T4" fmla="*/ 0 w 77"/>
                <a:gd name="T5" fmla="*/ 720 h 46"/>
                <a:gd name="T6" fmla="*/ 1194 w 77"/>
                <a:gd name="T7" fmla="*/ 720 h 46"/>
                <a:gd name="T8" fmla="*/ 1087 w 77"/>
                <a:gd name="T9" fmla="*/ 625 h 46"/>
                <a:gd name="T10" fmla="*/ 945 w 77"/>
                <a:gd name="T11" fmla="*/ 113 h 46"/>
                <a:gd name="T12" fmla="*/ 945 w 77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46">
                  <a:moveTo>
                    <a:pt x="61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16"/>
                    <a:pt x="2" y="31"/>
                    <a:pt x="0" y="46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75" y="45"/>
                    <a:pt x="73" y="43"/>
                    <a:pt x="70" y="40"/>
                  </a:cubicBezTo>
                  <a:cubicBezTo>
                    <a:pt x="66" y="35"/>
                    <a:pt x="61" y="25"/>
                    <a:pt x="61" y="7"/>
                  </a:cubicBezTo>
                  <a:cubicBezTo>
                    <a:pt x="61" y="5"/>
                    <a:pt x="61" y="2"/>
                    <a:pt x="61" y="0"/>
                  </a:cubicBezTo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5" name="Freeform 225">
              <a:extLst>
                <a:ext uri="{FF2B5EF4-FFF2-40B4-BE49-F238E27FC236}">
                  <a16:creationId xmlns:a16="http://schemas.microsoft.com/office/drawing/2014/main" id="{EDD9A8AC-AE09-4DA9-87CE-3F3082DE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501"/>
              <a:ext cx="775" cy="140"/>
            </a:xfrm>
            <a:custGeom>
              <a:avLst/>
              <a:gdLst>
                <a:gd name="T0" fmla="*/ 0 w 310"/>
                <a:gd name="T1" fmla="*/ 0 h 56"/>
                <a:gd name="T2" fmla="*/ 0 w 310"/>
                <a:gd name="T3" fmla="*/ 0 h 56"/>
                <a:gd name="T4" fmla="*/ 0 w 310"/>
                <a:gd name="T5" fmla="*/ 145 h 56"/>
                <a:gd name="T6" fmla="*/ 50 w 310"/>
                <a:gd name="T7" fmla="*/ 875 h 56"/>
                <a:gd name="T8" fmla="*/ 4800 w 310"/>
                <a:gd name="T9" fmla="*/ 875 h 56"/>
                <a:gd name="T10" fmla="*/ 4845 w 310"/>
                <a:gd name="T11" fmla="*/ 158 h 56"/>
                <a:gd name="T12" fmla="*/ 0 w 310"/>
                <a:gd name="T13" fmla="*/ 158 h 56"/>
                <a:gd name="T14" fmla="*/ 0 w 310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0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0" y="25"/>
                    <a:pt x="1" y="41"/>
                    <a:pt x="3" y="56"/>
                  </a:cubicBezTo>
                  <a:cubicBezTo>
                    <a:pt x="307" y="56"/>
                    <a:pt x="307" y="56"/>
                    <a:pt x="307" y="56"/>
                  </a:cubicBezTo>
                  <a:cubicBezTo>
                    <a:pt x="309" y="41"/>
                    <a:pt x="310" y="26"/>
                    <a:pt x="31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BA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6" name="Freeform 226">
              <a:extLst>
                <a:ext uri="{FF2B5EF4-FFF2-40B4-BE49-F238E27FC236}">
                  <a16:creationId xmlns:a16="http://schemas.microsoft.com/office/drawing/2014/main" id="{75BE6DD3-B083-40D3-89EB-84B190B8A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501"/>
              <a:ext cx="13" cy="140"/>
            </a:xfrm>
            <a:custGeom>
              <a:avLst/>
              <a:gdLst>
                <a:gd name="T0" fmla="*/ 34 w 5"/>
                <a:gd name="T1" fmla="*/ 0 h 56"/>
                <a:gd name="T2" fmla="*/ 21 w 5"/>
                <a:gd name="T3" fmla="*/ 0 h 56"/>
                <a:gd name="T4" fmla="*/ 0 w 5"/>
                <a:gd name="T5" fmla="*/ 238 h 56"/>
                <a:gd name="T6" fmla="*/ 34 w 5"/>
                <a:gd name="T7" fmla="*/ 875 h 56"/>
                <a:gd name="T8" fmla="*/ 88 w 5"/>
                <a:gd name="T9" fmla="*/ 875 h 56"/>
                <a:gd name="T10" fmla="*/ 34 w 5"/>
                <a:gd name="T11" fmla="*/ 145 h 56"/>
                <a:gd name="T12" fmla="*/ 34 w 5"/>
                <a:gd name="T13" fmla="*/ 145 h 56"/>
                <a:gd name="T14" fmla="*/ 34 w 5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6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4"/>
                    <a:pt x="0" y="15"/>
                  </a:cubicBezTo>
                  <a:cubicBezTo>
                    <a:pt x="0" y="26"/>
                    <a:pt x="1" y="40"/>
                    <a:pt x="2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3" y="41"/>
                    <a:pt x="2" y="25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6"/>
                    <a:pt x="2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7" name="Freeform 227">
              <a:extLst>
                <a:ext uri="{FF2B5EF4-FFF2-40B4-BE49-F238E27FC236}">
                  <a16:creationId xmlns:a16="http://schemas.microsoft.com/office/drawing/2014/main" id="{FAFBA871-A542-485E-AEAB-0F931B27B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501"/>
              <a:ext cx="925" cy="25"/>
            </a:xfrm>
            <a:custGeom>
              <a:avLst/>
              <a:gdLst>
                <a:gd name="T0" fmla="*/ 5783 w 370"/>
                <a:gd name="T1" fmla="*/ 0 h 10"/>
                <a:gd name="T2" fmla="*/ 0 w 370"/>
                <a:gd name="T3" fmla="*/ 0 h 10"/>
                <a:gd name="T4" fmla="*/ 0 w 370"/>
                <a:gd name="T5" fmla="*/ 158 h 10"/>
                <a:gd name="T6" fmla="*/ 4845 w 370"/>
                <a:gd name="T7" fmla="*/ 158 h 10"/>
                <a:gd name="T8" fmla="*/ 5750 w 370"/>
                <a:gd name="T9" fmla="*/ 158 h 10"/>
                <a:gd name="T10" fmla="*/ 5783 w 37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0" h="10">
                  <a:moveTo>
                    <a:pt x="37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10" y="10"/>
                    <a:pt x="310" y="10"/>
                    <a:pt x="310" y="10"/>
                  </a:cubicBezTo>
                  <a:cubicBezTo>
                    <a:pt x="368" y="10"/>
                    <a:pt x="368" y="10"/>
                    <a:pt x="368" y="10"/>
                  </a:cubicBezTo>
                  <a:cubicBezTo>
                    <a:pt x="368" y="6"/>
                    <a:pt x="369" y="3"/>
                    <a:pt x="370" y="0"/>
                  </a:cubicBezTo>
                </a:path>
              </a:pathLst>
            </a:custGeom>
            <a:solidFill>
              <a:srgbClr val="98C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8" name="Freeform 228">
              <a:extLst>
                <a:ext uri="{FF2B5EF4-FFF2-40B4-BE49-F238E27FC236}">
                  <a16:creationId xmlns:a16="http://schemas.microsoft.com/office/drawing/2014/main" id="{81542ED5-06B6-4DFA-8243-2AB191548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441"/>
              <a:ext cx="198" cy="1"/>
            </a:xfrm>
            <a:custGeom>
              <a:avLst/>
              <a:gdLst>
                <a:gd name="T0" fmla="*/ 1243 w 79"/>
                <a:gd name="T1" fmla="*/ 0 h 1"/>
                <a:gd name="T2" fmla="*/ 0 w 79"/>
                <a:gd name="T3" fmla="*/ 0 h 1"/>
                <a:gd name="T4" fmla="*/ 0 w 79"/>
                <a:gd name="T5" fmla="*/ 0 h 1"/>
                <a:gd name="T6" fmla="*/ 1226 w 79"/>
                <a:gd name="T7" fmla="*/ 0 h 1"/>
                <a:gd name="T8" fmla="*/ 1243 w 79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">
                  <a:moveTo>
                    <a:pt x="7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8" y="0"/>
                    <a:pt x="78" y="0"/>
                    <a:pt x="79" y="0"/>
                  </a:cubicBezTo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9" name="Freeform 229">
              <a:extLst>
                <a:ext uri="{FF2B5EF4-FFF2-40B4-BE49-F238E27FC236}">
                  <a16:creationId xmlns:a16="http://schemas.microsoft.com/office/drawing/2014/main" id="{087F6A48-826E-4012-9F4C-B358B3C0E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441"/>
              <a:ext cx="767" cy="1"/>
            </a:xfrm>
            <a:custGeom>
              <a:avLst/>
              <a:gdLst>
                <a:gd name="T0" fmla="*/ 4787 w 307"/>
                <a:gd name="T1" fmla="*/ 0 h 1"/>
                <a:gd name="T2" fmla="*/ 0 w 307"/>
                <a:gd name="T3" fmla="*/ 0 h 1"/>
                <a:gd name="T4" fmla="*/ 0 w 307"/>
                <a:gd name="T5" fmla="*/ 0 h 1"/>
                <a:gd name="T6" fmla="*/ 4787 w 307"/>
                <a:gd name="T7" fmla="*/ 0 h 1"/>
                <a:gd name="T8" fmla="*/ 4787 w 307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1">
                  <a:moveTo>
                    <a:pt x="30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07" y="0"/>
                    <a:pt x="307" y="0"/>
                    <a:pt x="307" y="0"/>
                  </a:cubicBezTo>
                  <a:cubicBezTo>
                    <a:pt x="307" y="0"/>
                    <a:pt x="307" y="0"/>
                    <a:pt x="307" y="0"/>
                  </a:cubicBezTo>
                </a:path>
              </a:pathLst>
            </a:custGeom>
            <a:solidFill>
              <a:srgbClr val="EBA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0" name="Freeform 230">
              <a:extLst>
                <a:ext uri="{FF2B5EF4-FFF2-40B4-BE49-F238E27FC236}">
                  <a16:creationId xmlns:a16="http://schemas.microsoft.com/office/drawing/2014/main" id="{9545449F-5764-4AD0-9628-AFC67A8A7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441"/>
              <a:ext cx="13" cy="105"/>
            </a:xfrm>
            <a:custGeom>
              <a:avLst/>
              <a:gdLst>
                <a:gd name="T0" fmla="*/ 88 w 5"/>
                <a:gd name="T1" fmla="*/ 0 h 42"/>
                <a:gd name="T2" fmla="*/ 55 w 5"/>
                <a:gd name="T3" fmla="*/ 0 h 42"/>
                <a:gd name="T4" fmla="*/ 21 w 5"/>
                <a:gd name="T5" fmla="*/ 658 h 42"/>
                <a:gd name="T6" fmla="*/ 34 w 5"/>
                <a:gd name="T7" fmla="*/ 613 h 42"/>
                <a:gd name="T8" fmla="*/ 55 w 5"/>
                <a:gd name="T9" fmla="*/ 0 h 42"/>
                <a:gd name="T10" fmla="*/ 88 w 5"/>
                <a:gd name="T11" fmla="*/ 0 h 42"/>
                <a:gd name="T12" fmla="*/ 88 w 5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42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0" y="13"/>
                    <a:pt x="1" y="42"/>
                  </a:cubicBezTo>
                  <a:cubicBezTo>
                    <a:pt x="1" y="41"/>
                    <a:pt x="1" y="40"/>
                    <a:pt x="2" y="39"/>
                  </a:cubicBezTo>
                  <a:cubicBezTo>
                    <a:pt x="1" y="12"/>
                    <a:pt x="3" y="0"/>
                    <a:pt x="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1" name="Freeform 231">
              <a:extLst>
                <a:ext uri="{FF2B5EF4-FFF2-40B4-BE49-F238E27FC236}">
                  <a16:creationId xmlns:a16="http://schemas.microsoft.com/office/drawing/2014/main" id="{B57082DB-E7FC-423E-A398-EFC9EA6D1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441"/>
              <a:ext cx="195" cy="42"/>
            </a:xfrm>
            <a:custGeom>
              <a:avLst/>
              <a:gdLst>
                <a:gd name="T0" fmla="*/ 1220 w 78"/>
                <a:gd name="T1" fmla="*/ 0 h 17"/>
                <a:gd name="T2" fmla="*/ 0 w 78"/>
                <a:gd name="T3" fmla="*/ 0 h 17"/>
                <a:gd name="T4" fmla="*/ 20 w 78"/>
                <a:gd name="T5" fmla="*/ 257 h 17"/>
                <a:gd name="T6" fmla="*/ 1000 w 78"/>
                <a:gd name="T7" fmla="*/ 257 h 17"/>
                <a:gd name="T8" fmla="*/ 1083 w 78"/>
                <a:gd name="T9" fmla="*/ 121 h 17"/>
                <a:gd name="T10" fmla="*/ 1220 w 78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7">
                  <a:moveTo>
                    <a:pt x="7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6"/>
                    <a:pt x="1" y="11"/>
                    <a:pt x="1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6" y="13"/>
                    <a:pt x="68" y="10"/>
                    <a:pt x="69" y="8"/>
                  </a:cubicBezTo>
                  <a:cubicBezTo>
                    <a:pt x="73" y="4"/>
                    <a:pt x="76" y="1"/>
                    <a:pt x="78" y="0"/>
                  </a:cubicBezTo>
                </a:path>
              </a:pathLst>
            </a:custGeom>
            <a:solidFill>
              <a:srgbClr val="FA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2" name="Freeform 232">
              <a:extLst>
                <a:ext uri="{FF2B5EF4-FFF2-40B4-BE49-F238E27FC236}">
                  <a16:creationId xmlns:a16="http://schemas.microsoft.com/office/drawing/2014/main" id="{161EFED0-8E94-45F0-AFEA-CB3D29955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441"/>
              <a:ext cx="773" cy="60"/>
            </a:xfrm>
            <a:custGeom>
              <a:avLst/>
              <a:gdLst>
                <a:gd name="T0" fmla="*/ 4818 w 309"/>
                <a:gd name="T1" fmla="*/ 0 h 24"/>
                <a:gd name="T2" fmla="*/ 20 w 309"/>
                <a:gd name="T3" fmla="*/ 0 h 24"/>
                <a:gd name="T4" fmla="*/ 0 w 309"/>
                <a:gd name="T5" fmla="*/ 375 h 24"/>
                <a:gd name="T6" fmla="*/ 0 w 309"/>
                <a:gd name="T7" fmla="*/ 375 h 24"/>
                <a:gd name="T8" fmla="*/ 20 w 309"/>
                <a:gd name="T9" fmla="*/ 270 h 24"/>
                <a:gd name="T10" fmla="*/ 4838 w 309"/>
                <a:gd name="T11" fmla="*/ 270 h 24"/>
                <a:gd name="T12" fmla="*/ 4818 w 309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9" h="24">
                  <a:moveTo>
                    <a:pt x="308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8"/>
                    <a:pt x="0" y="16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309" y="17"/>
                    <a:pt x="309" y="17"/>
                    <a:pt x="309" y="17"/>
                  </a:cubicBezTo>
                  <a:cubicBezTo>
                    <a:pt x="309" y="11"/>
                    <a:pt x="309" y="6"/>
                    <a:pt x="308" y="0"/>
                  </a:cubicBezTo>
                </a:path>
              </a:pathLst>
            </a:custGeom>
            <a:solidFill>
              <a:srgbClr val="F6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3" name="Freeform 233">
              <a:extLst>
                <a:ext uri="{FF2B5EF4-FFF2-40B4-BE49-F238E27FC236}">
                  <a16:creationId xmlns:a16="http://schemas.microsoft.com/office/drawing/2014/main" id="{BDB0049E-46BB-42DE-A91A-4CB5791C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441"/>
              <a:ext cx="10" cy="97"/>
            </a:xfrm>
            <a:custGeom>
              <a:avLst/>
              <a:gdLst>
                <a:gd name="T0" fmla="*/ 63 w 4"/>
                <a:gd name="T1" fmla="*/ 0 h 39"/>
                <a:gd name="T2" fmla="*/ 33 w 4"/>
                <a:gd name="T3" fmla="*/ 0 h 39"/>
                <a:gd name="T4" fmla="*/ 20 w 4"/>
                <a:gd name="T5" fmla="*/ 599 h 39"/>
                <a:gd name="T6" fmla="*/ 33 w 4"/>
                <a:gd name="T7" fmla="*/ 371 h 39"/>
                <a:gd name="T8" fmla="*/ 50 w 4"/>
                <a:gd name="T9" fmla="*/ 371 h 39"/>
                <a:gd name="T10" fmla="*/ 63 w 4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9">
                  <a:moveTo>
                    <a:pt x="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12"/>
                    <a:pt x="1" y="39"/>
                  </a:cubicBezTo>
                  <a:cubicBezTo>
                    <a:pt x="1" y="28"/>
                    <a:pt x="2" y="24"/>
                    <a:pt x="2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16"/>
                    <a:pt x="3" y="8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4" name="Freeform 234">
              <a:extLst>
                <a:ext uri="{FF2B5EF4-FFF2-40B4-BE49-F238E27FC236}">
                  <a16:creationId xmlns:a16="http://schemas.microsoft.com/office/drawing/2014/main" id="{48987823-B4ED-433C-ABC7-1EEA9D1E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483"/>
              <a:ext cx="930" cy="18"/>
            </a:xfrm>
            <a:custGeom>
              <a:avLst/>
              <a:gdLst>
                <a:gd name="T0" fmla="*/ 5813 w 372"/>
                <a:gd name="T1" fmla="*/ 0 h 7"/>
                <a:gd name="T2" fmla="*/ 4833 w 372"/>
                <a:gd name="T3" fmla="*/ 0 h 7"/>
                <a:gd name="T4" fmla="*/ 20 w 372"/>
                <a:gd name="T5" fmla="*/ 0 h 7"/>
                <a:gd name="T6" fmla="*/ 0 w 372"/>
                <a:gd name="T7" fmla="*/ 118 h 7"/>
                <a:gd name="T8" fmla="*/ 5783 w 372"/>
                <a:gd name="T9" fmla="*/ 118 h 7"/>
                <a:gd name="T10" fmla="*/ 5813 w 37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2" h="7">
                  <a:moveTo>
                    <a:pt x="372" y="0"/>
                  </a:moveTo>
                  <a:cubicBezTo>
                    <a:pt x="309" y="0"/>
                    <a:pt x="309" y="0"/>
                    <a:pt x="309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70" y="7"/>
                    <a:pt x="370" y="7"/>
                    <a:pt x="370" y="7"/>
                  </a:cubicBezTo>
                  <a:cubicBezTo>
                    <a:pt x="370" y="4"/>
                    <a:pt x="371" y="2"/>
                    <a:pt x="372" y="0"/>
                  </a:cubicBezTo>
                </a:path>
              </a:pathLst>
            </a:custGeom>
            <a:solidFill>
              <a:srgbClr val="D0E6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5" name="Freeform 235">
              <a:extLst>
                <a:ext uri="{FF2B5EF4-FFF2-40B4-BE49-F238E27FC236}">
                  <a16:creationId xmlns:a16="http://schemas.microsoft.com/office/drawing/2014/main" id="{59F88DFD-E324-4FB4-9E73-4584A73BF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438"/>
              <a:ext cx="315" cy="208"/>
            </a:xfrm>
            <a:custGeom>
              <a:avLst/>
              <a:gdLst>
                <a:gd name="T0" fmla="*/ 313 w 126"/>
                <a:gd name="T1" fmla="*/ 20 h 83"/>
                <a:gd name="T2" fmla="*/ 300 w 126"/>
                <a:gd name="T3" fmla="*/ 0 h 83"/>
                <a:gd name="T4" fmla="*/ 145 w 126"/>
                <a:gd name="T5" fmla="*/ 145 h 83"/>
                <a:gd name="T6" fmla="*/ 0 w 126"/>
                <a:gd name="T7" fmla="*/ 659 h 83"/>
                <a:gd name="T8" fmla="*/ 145 w 126"/>
                <a:gd name="T9" fmla="*/ 1180 h 83"/>
                <a:gd name="T10" fmla="*/ 300 w 126"/>
                <a:gd name="T11" fmla="*/ 1306 h 83"/>
                <a:gd name="T12" fmla="*/ 313 w 126"/>
                <a:gd name="T13" fmla="*/ 1306 h 83"/>
                <a:gd name="T14" fmla="*/ 313 w 126"/>
                <a:gd name="T15" fmla="*/ 1306 h 83"/>
                <a:gd name="T16" fmla="*/ 1438 w 126"/>
                <a:gd name="T17" fmla="*/ 1022 h 83"/>
                <a:gd name="T18" fmla="*/ 1770 w 126"/>
                <a:gd name="T19" fmla="*/ 867 h 83"/>
                <a:gd name="T20" fmla="*/ 1970 w 126"/>
                <a:gd name="T21" fmla="*/ 408 h 83"/>
                <a:gd name="T22" fmla="*/ 1970 w 126"/>
                <a:gd name="T23" fmla="*/ 376 h 83"/>
                <a:gd name="T24" fmla="*/ 1925 w 126"/>
                <a:gd name="T25" fmla="*/ 175 h 83"/>
                <a:gd name="T26" fmla="*/ 1783 w 126"/>
                <a:gd name="T27" fmla="*/ 113 h 83"/>
                <a:gd name="T28" fmla="*/ 313 w 126"/>
                <a:gd name="T29" fmla="*/ 0 h 83"/>
                <a:gd name="T30" fmla="*/ 313 w 126"/>
                <a:gd name="T31" fmla="*/ 0 h 83"/>
                <a:gd name="T32" fmla="*/ 300 w 126"/>
                <a:gd name="T33" fmla="*/ 0 h 83"/>
                <a:gd name="T34" fmla="*/ 313 w 126"/>
                <a:gd name="T35" fmla="*/ 20 h 83"/>
                <a:gd name="T36" fmla="*/ 313 w 126"/>
                <a:gd name="T37" fmla="*/ 33 h 83"/>
                <a:gd name="T38" fmla="*/ 533 w 126"/>
                <a:gd name="T39" fmla="*/ 50 h 83"/>
                <a:gd name="T40" fmla="*/ 1783 w 126"/>
                <a:gd name="T41" fmla="*/ 145 h 83"/>
                <a:gd name="T42" fmla="*/ 1895 w 126"/>
                <a:gd name="T43" fmla="*/ 188 h 83"/>
                <a:gd name="T44" fmla="*/ 1938 w 126"/>
                <a:gd name="T45" fmla="*/ 376 h 83"/>
                <a:gd name="T46" fmla="*/ 1938 w 126"/>
                <a:gd name="T47" fmla="*/ 408 h 83"/>
                <a:gd name="T48" fmla="*/ 1738 w 126"/>
                <a:gd name="T49" fmla="*/ 835 h 83"/>
                <a:gd name="T50" fmla="*/ 1438 w 126"/>
                <a:gd name="T51" fmla="*/ 992 h 83"/>
                <a:gd name="T52" fmla="*/ 813 w 126"/>
                <a:gd name="T53" fmla="*/ 1150 h 83"/>
                <a:gd name="T54" fmla="*/ 458 w 126"/>
                <a:gd name="T55" fmla="*/ 1225 h 83"/>
                <a:gd name="T56" fmla="*/ 300 w 126"/>
                <a:gd name="T57" fmla="*/ 1276 h 83"/>
                <a:gd name="T58" fmla="*/ 313 w 126"/>
                <a:gd name="T59" fmla="*/ 1288 h 83"/>
                <a:gd name="T60" fmla="*/ 313 w 126"/>
                <a:gd name="T61" fmla="*/ 1276 h 83"/>
                <a:gd name="T62" fmla="*/ 313 w 126"/>
                <a:gd name="T63" fmla="*/ 1276 h 83"/>
                <a:gd name="T64" fmla="*/ 158 w 126"/>
                <a:gd name="T65" fmla="*/ 1150 h 83"/>
                <a:gd name="T66" fmla="*/ 33 w 126"/>
                <a:gd name="T67" fmla="*/ 659 h 83"/>
                <a:gd name="T68" fmla="*/ 175 w 126"/>
                <a:gd name="T69" fmla="*/ 158 h 83"/>
                <a:gd name="T70" fmla="*/ 270 w 126"/>
                <a:gd name="T71" fmla="*/ 63 h 83"/>
                <a:gd name="T72" fmla="*/ 300 w 126"/>
                <a:gd name="T73" fmla="*/ 33 h 83"/>
                <a:gd name="T74" fmla="*/ 313 w 126"/>
                <a:gd name="T75" fmla="*/ 33 h 83"/>
                <a:gd name="T76" fmla="*/ 313 w 126"/>
                <a:gd name="T77" fmla="*/ 33 h 83"/>
                <a:gd name="T78" fmla="*/ 313 w 126"/>
                <a:gd name="T79" fmla="*/ 20 h 83"/>
                <a:gd name="T80" fmla="*/ 313 w 126"/>
                <a:gd name="T81" fmla="*/ 33 h 83"/>
                <a:gd name="T82" fmla="*/ 313 w 126"/>
                <a:gd name="T83" fmla="*/ 20 h 8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26" h="83">
                  <a:moveTo>
                    <a:pt x="20" y="1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4" y="2"/>
                    <a:pt x="9" y="9"/>
                  </a:cubicBezTo>
                  <a:cubicBezTo>
                    <a:pt x="5" y="15"/>
                    <a:pt x="0" y="25"/>
                    <a:pt x="0" y="42"/>
                  </a:cubicBezTo>
                  <a:cubicBezTo>
                    <a:pt x="0" y="60"/>
                    <a:pt x="5" y="70"/>
                    <a:pt x="9" y="75"/>
                  </a:cubicBezTo>
                  <a:cubicBezTo>
                    <a:pt x="14" y="81"/>
                    <a:pt x="19" y="83"/>
                    <a:pt x="19" y="83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20" y="83"/>
                    <a:pt x="82" y="67"/>
                    <a:pt x="92" y="65"/>
                  </a:cubicBezTo>
                  <a:cubicBezTo>
                    <a:pt x="97" y="63"/>
                    <a:pt x="105" y="61"/>
                    <a:pt x="113" y="55"/>
                  </a:cubicBezTo>
                  <a:cubicBezTo>
                    <a:pt x="120" y="49"/>
                    <a:pt x="126" y="40"/>
                    <a:pt x="126" y="26"/>
                  </a:cubicBezTo>
                  <a:cubicBezTo>
                    <a:pt x="126" y="26"/>
                    <a:pt x="126" y="25"/>
                    <a:pt x="126" y="24"/>
                  </a:cubicBezTo>
                  <a:cubicBezTo>
                    <a:pt x="126" y="17"/>
                    <a:pt x="125" y="13"/>
                    <a:pt x="123" y="11"/>
                  </a:cubicBezTo>
                  <a:cubicBezTo>
                    <a:pt x="121" y="8"/>
                    <a:pt x="117" y="7"/>
                    <a:pt x="114" y="7"/>
                  </a:cubicBezTo>
                  <a:cubicBezTo>
                    <a:pt x="107" y="6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5" y="3"/>
                    <a:pt x="34" y="3"/>
                  </a:cubicBezTo>
                  <a:cubicBezTo>
                    <a:pt x="58" y="5"/>
                    <a:pt x="109" y="9"/>
                    <a:pt x="114" y="9"/>
                  </a:cubicBezTo>
                  <a:cubicBezTo>
                    <a:pt x="117" y="9"/>
                    <a:pt x="120" y="10"/>
                    <a:pt x="121" y="12"/>
                  </a:cubicBezTo>
                  <a:cubicBezTo>
                    <a:pt x="123" y="14"/>
                    <a:pt x="124" y="18"/>
                    <a:pt x="124" y="24"/>
                  </a:cubicBezTo>
                  <a:cubicBezTo>
                    <a:pt x="124" y="25"/>
                    <a:pt x="124" y="26"/>
                    <a:pt x="124" y="26"/>
                  </a:cubicBezTo>
                  <a:cubicBezTo>
                    <a:pt x="124" y="39"/>
                    <a:pt x="118" y="48"/>
                    <a:pt x="111" y="53"/>
                  </a:cubicBezTo>
                  <a:cubicBezTo>
                    <a:pt x="105" y="59"/>
                    <a:pt x="97" y="61"/>
                    <a:pt x="92" y="63"/>
                  </a:cubicBezTo>
                  <a:cubicBezTo>
                    <a:pt x="87" y="64"/>
                    <a:pt x="69" y="69"/>
                    <a:pt x="52" y="73"/>
                  </a:cubicBezTo>
                  <a:cubicBezTo>
                    <a:pt x="44" y="75"/>
                    <a:pt x="35" y="77"/>
                    <a:pt x="29" y="78"/>
                  </a:cubicBezTo>
                  <a:cubicBezTo>
                    <a:pt x="23" y="80"/>
                    <a:pt x="19" y="81"/>
                    <a:pt x="19" y="81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19" y="80"/>
                    <a:pt x="14" y="79"/>
                    <a:pt x="10" y="73"/>
                  </a:cubicBezTo>
                  <a:cubicBezTo>
                    <a:pt x="6" y="68"/>
                    <a:pt x="2" y="58"/>
                    <a:pt x="2" y="42"/>
                  </a:cubicBezTo>
                  <a:cubicBezTo>
                    <a:pt x="2" y="26"/>
                    <a:pt x="6" y="16"/>
                    <a:pt x="11" y="10"/>
                  </a:cubicBezTo>
                  <a:cubicBezTo>
                    <a:pt x="13" y="7"/>
                    <a:pt x="16" y="5"/>
                    <a:pt x="17" y="4"/>
                  </a:cubicBezTo>
                  <a:cubicBezTo>
                    <a:pt x="18" y="3"/>
                    <a:pt x="19" y="3"/>
                    <a:pt x="19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0" y="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6" name="Freeform 236">
              <a:extLst>
                <a:ext uri="{FF2B5EF4-FFF2-40B4-BE49-F238E27FC236}">
                  <a16:creationId xmlns:a16="http://schemas.microsoft.com/office/drawing/2014/main" id="{D6BC4E58-A51F-4D20-AD20-4D88C708D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438"/>
              <a:ext cx="980" cy="205"/>
            </a:xfrm>
            <a:custGeom>
              <a:avLst/>
              <a:gdLst>
                <a:gd name="T0" fmla="*/ 5833 w 392"/>
                <a:gd name="T1" fmla="*/ 658 h 82"/>
                <a:gd name="T2" fmla="*/ 5845 w 392"/>
                <a:gd name="T3" fmla="*/ 658 h 82"/>
                <a:gd name="T4" fmla="*/ 5988 w 392"/>
                <a:gd name="T5" fmla="*/ 158 h 82"/>
                <a:gd name="T6" fmla="*/ 6083 w 392"/>
                <a:gd name="T7" fmla="*/ 63 h 82"/>
                <a:gd name="T8" fmla="*/ 6113 w 392"/>
                <a:gd name="T9" fmla="*/ 33 h 82"/>
                <a:gd name="T10" fmla="*/ 6125 w 392"/>
                <a:gd name="T11" fmla="*/ 33 h 82"/>
                <a:gd name="T12" fmla="*/ 6125 w 392"/>
                <a:gd name="T13" fmla="*/ 33 h 82"/>
                <a:gd name="T14" fmla="*/ 6125 w 392"/>
                <a:gd name="T15" fmla="*/ 0 h 82"/>
                <a:gd name="T16" fmla="*/ 33 w 392"/>
                <a:gd name="T17" fmla="*/ 0 h 82"/>
                <a:gd name="T18" fmla="*/ 33 w 392"/>
                <a:gd name="T19" fmla="*/ 20 h 82"/>
                <a:gd name="T20" fmla="*/ 0 w 392"/>
                <a:gd name="T21" fmla="*/ 488 h 82"/>
                <a:gd name="T22" fmla="*/ 50 w 392"/>
                <a:gd name="T23" fmla="*/ 1270 h 82"/>
                <a:gd name="T24" fmla="*/ 50 w 392"/>
                <a:gd name="T25" fmla="*/ 1283 h 82"/>
                <a:gd name="T26" fmla="*/ 6095 w 392"/>
                <a:gd name="T27" fmla="*/ 1283 h 82"/>
                <a:gd name="T28" fmla="*/ 6113 w 392"/>
                <a:gd name="T29" fmla="*/ 1250 h 82"/>
                <a:gd name="T30" fmla="*/ 5845 w 392"/>
                <a:gd name="T31" fmla="*/ 658 h 82"/>
                <a:gd name="T32" fmla="*/ 5833 w 392"/>
                <a:gd name="T33" fmla="*/ 658 h 82"/>
                <a:gd name="T34" fmla="*/ 5813 w 392"/>
                <a:gd name="T35" fmla="*/ 658 h 82"/>
                <a:gd name="T36" fmla="*/ 6095 w 392"/>
                <a:gd name="T37" fmla="*/ 1283 h 82"/>
                <a:gd name="T38" fmla="*/ 6095 w 392"/>
                <a:gd name="T39" fmla="*/ 1270 h 82"/>
                <a:gd name="T40" fmla="*/ 6095 w 392"/>
                <a:gd name="T41" fmla="*/ 1250 h 82"/>
                <a:gd name="T42" fmla="*/ 63 w 392"/>
                <a:gd name="T43" fmla="*/ 1250 h 82"/>
                <a:gd name="T44" fmla="*/ 63 w 392"/>
                <a:gd name="T45" fmla="*/ 1270 h 82"/>
                <a:gd name="T46" fmla="*/ 83 w 392"/>
                <a:gd name="T47" fmla="*/ 1270 h 82"/>
                <a:gd name="T48" fmla="*/ 33 w 392"/>
                <a:gd name="T49" fmla="*/ 488 h 82"/>
                <a:gd name="T50" fmla="*/ 50 w 392"/>
                <a:gd name="T51" fmla="*/ 145 h 82"/>
                <a:gd name="T52" fmla="*/ 63 w 392"/>
                <a:gd name="T53" fmla="*/ 50 h 82"/>
                <a:gd name="T54" fmla="*/ 63 w 392"/>
                <a:gd name="T55" fmla="*/ 20 h 82"/>
                <a:gd name="T56" fmla="*/ 50 w 392"/>
                <a:gd name="T57" fmla="*/ 20 h 82"/>
                <a:gd name="T58" fmla="*/ 50 w 392"/>
                <a:gd name="T59" fmla="*/ 33 h 82"/>
                <a:gd name="T60" fmla="*/ 6125 w 392"/>
                <a:gd name="T61" fmla="*/ 33 h 82"/>
                <a:gd name="T62" fmla="*/ 6125 w 392"/>
                <a:gd name="T63" fmla="*/ 20 h 82"/>
                <a:gd name="T64" fmla="*/ 6113 w 392"/>
                <a:gd name="T65" fmla="*/ 0 h 82"/>
                <a:gd name="T66" fmla="*/ 5958 w 392"/>
                <a:gd name="T67" fmla="*/ 145 h 82"/>
                <a:gd name="T68" fmla="*/ 5813 w 392"/>
                <a:gd name="T69" fmla="*/ 658 h 82"/>
                <a:gd name="T70" fmla="*/ 5833 w 392"/>
                <a:gd name="T71" fmla="*/ 658 h 8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92" h="82">
                  <a:moveTo>
                    <a:pt x="373" y="42"/>
                  </a:moveTo>
                  <a:cubicBezTo>
                    <a:pt x="374" y="42"/>
                    <a:pt x="374" y="42"/>
                    <a:pt x="374" y="42"/>
                  </a:cubicBezTo>
                  <a:cubicBezTo>
                    <a:pt x="374" y="26"/>
                    <a:pt x="378" y="16"/>
                    <a:pt x="383" y="10"/>
                  </a:cubicBezTo>
                  <a:cubicBezTo>
                    <a:pt x="385" y="7"/>
                    <a:pt x="388" y="5"/>
                    <a:pt x="389" y="4"/>
                  </a:cubicBezTo>
                  <a:cubicBezTo>
                    <a:pt x="390" y="3"/>
                    <a:pt x="391" y="3"/>
                    <a:pt x="391" y="2"/>
                  </a:cubicBezTo>
                  <a:cubicBezTo>
                    <a:pt x="392" y="2"/>
                    <a:pt x="392" y="2"/>
                    <a:pt x="392" y="2"/>
                  </a:cubicBezTo>
                  <a:cubicBezTo>
                    <a:pt x="392" y="2"/>
                    <a:pt x="392" y="2"/>
                    <a:pt x="392" y="2"/>
                  </a:cubicBezTo>
                  <a:cubicBezTo>
                    <a:pt x="392" y="0"/>
                    <a:pt x="392" y="0"/>
                    <a:pt x="39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0" y="11"/>
                    <a:pt x="0" y="31"/>
                  </a:cubicBezTo>
                  <a:cubicBezTo>
                    <a:pt x="0" y="44"/>
                    <a:pt x="1" y="60"/>
                    <a:pt x="3" y="81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90" y="82"/>
                    <a:pt x="390" y="82"/>
                    <a:pt x="390" y="82"/>
                  </a:cubicBezTo>
                  <a:cubicBezTo>
                    <a:pt x="391" y="80"/>
                    <a:pt x="391" y="80"/>
                    <a:pt x="391" y="80"/>
                  </a:cubicBezTo>
                  <a:cubicBezTo>
                    <a:pt x="387" y="78"/>
                    <a:pt x="374" y="71"/>
                    <a:pt x="374" y="42"/>
                  </a:cubicBezTo>
                  <a:cubicBezTo>
                    <a:pt x="373" y="42"/>
                    <a:pt x="373" y="42"/>
                    <a:pt x="373" y="42"/>
                  </a:cubicBezTo>
                  <a:cubicBezTo>
                    <a:pt x="372" y="42"/>
                    <a:pt x="372" y="42"/>
                    <a:pt x="372" y="42"/>
                  </a:cubicBezTo>
                  <a:cubicBezTo>
                    <a:pt x="372" y="71"/>
                    <a:pt x="385" y="80"/>
                    <a:pt x="390" y="82"/>
                  </a:cubicBezTo>
                  <a:cubicBezTo>
                    <a:pt x="390" y="81"/>
                    <a:pt x="390" y="81"/>
                    <a:pt x="390" y="81"/>
                  </a:cubicBezTo>
                  <a:cubicBezTo>
                    <a:pt x="390" y="80"/>
                    <a:pt x="390" y="80"/>
                    <a:pt x="390" y="80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3" y="60"/>
                    <a:pt x="2" y="44"/>
                    <a:pt x="2" y="31"/>
                  </a:cubicBezTo>
                  <a:cubicBezTo>
                    <a:pt x="2" y="21"/>
                    <a:pt x="3" y="14"/>
                    <a:pt x="3" y="9"/>
                  </a:cubicBezTo>
                  <a:cubicBezTo>
                    <a:pt x="4" y="6"/>
                    <a:pt x="4" y="4"/>
                    <a:pt x="4" y="3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92" y="2"/>
                    <a:pt x="392" y="2"/>
                    <a:pt x="392" y="2"/>
                  </a:cubicBezTo>
                  <a:cubicBezTo>
                    <a:pt x="392" y="1"/>
                    <a:pt x="392" y="1"/>
                    <a:pt x="392" y="1"/>
                  </a:cubicBezTo>
                  <a:cubicBezTo>
                    <a:pt x="391" y="0"/>
                    <a:pt x="391" y="0"/>
                    <a:pt x="391" y="0"/>
                  </a:cubicBezTo>
                  <a:cubicBezTo>
                    <a:pt x="391" y="0"/>
                    <a:pt x="386" y="2"/>
                    <a:pt x="381" y="9"/>
                  </a:cubicBezTo>
                  <a:cubicBezTo>
                    <a:pt x="377" y="15"/>
                    <a:pt x="372" y="25"/>
                    <a:pt x="372" y="42"/>
                  </a:cubicBezTo>
                  <a:lnTo>
                    <a:pt x="373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7" name="Freeform 237">
              <a:extLst>
                <a:ext uri="{FF2B5EF4-FFF2-40B4-BE49-F238E27FC236}">
                  <a16:creationId xmlns:a16="http://schemas.microsoft.com/office/drawing/2014/main" id="{5D9EBCD4-3136-4367-B711-DD8FBCBD8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526"/>
              <a:ext cx="60" cy="42"/>
            </a:xfrm>
            <a:custGeom>
              <a:avLst/>
              <a:gdLst>
                <a:gd name="T0" fmla="*/ 375 w 24"/>
                <a:gd name="T1" fmla="*/ 0 h 17"/>
                <a:gd name="T2" fmla="*/ 95 w 24"/>
                <a:gd name="T3" fmla="*/ 0 h 17"/>
                <a:gd name="T4" fmla="*/ 50 w 24"/>
                <a:gd name="T5" fmla="*/ 91 h 17"/>
                <a:gd name="T6" fmla="*/ 113 w 24"/>
                <a:gd name="T7" fmla="*/ 257 h 17"/>
                <a:gd name="T8" fmla="*/ 175 w 24"/>
                <a:gd name="T9" fmla="*/ 245 h 17"/>
                <a:gd name="T10" fmla="*/ 375 w 2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7">
                  <a:moveTo>
                    <a:pt x="2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2"/>
                    <a:pt x="4" y="4"/>
                    <a:pt x="3" y="6"/>
                  </a:cubicBezTo>
                  <a:cubicBezTo>
                    <a:pt x="0" y="13"/>
                    <a:pt x="2" y="17"/>
                    <a:pt x="7" y="17"/>
                  </a:cubicBezTo>
                  <a:cubicBezTo>
                    <a:pt x="8" y="17"/>
                    <a:pt x="9" y="17"/>
                    <a:pt x="11" y="16"/>
                  </a:cubicBezTo>
                  <a:cubicBezTo>
                    <a:pt x="18" y="12"/>
                    <a:pt x="22" y="6"/>
                    <a:pt x="24" y="0"/>
                  </a:cubicBezTo>
                </a:path>
              </a:pathLst>
            </a:custGeom>
            <a:solidFill>
              <a:srgbClr val="C49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8" name="Freeform 238">
              <a:extLst>
                <a:ext uri="{FF2B5EF4-FFF2-40B4-BE49-F238E27FC236}">
                  <a16:creationId xmlns:a16="http://schemas.microsoft.com/office/drawing/2014/main" id="{AF993B11-A08B-4BF8-BC4E-F5DB3276E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496"/>
              <a:ext cx="50" cy="30"/>
            </a:xfrm>
            <a:custGeom>
              <a:avLst/>
              <a:gdLst>
                <a:gd name="T0" fmla="*/ 113 w 20"/>
                <a:gd name="T1" fmla="*/ 0 h 12"/>
                <a:gd name="T2" fmla="*/ 0 w 20"/>
                <a:gd name="T3" fmla="*/ 188 h 12"/>
                <a:gd name="T4" fmla="*/ 283 w 20"/>
                <a:gd name="T5" fmla="*/ 188 h 12"/>
                <a:gd name="T6" fmla="*/ 313 w 20"/>
                <a:gd name="T7" fmla="*/ 95 h 12"/>
                <a:gd name="T8" fmla="*/ 313 w 20"/>
                <a:gd name="T9" fmla="*/ 50 h 12"/>
                <a:gd name="T10" fmla="*/ 208 w 20"/>
                <a:gd name="T11" fmla="*/ 0 h 12"/>
                <a:gd name="T12" fmla="*/ 113 w 20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2">
                  <a:moveTo>
                    <a:pt x="7" y="0"/>
                  </a:moveTo>
                  <a:cubicBezTo>
                    <a:pt x="5" y="3"/>
                    <a:pt x="2" y="7"/>
                    <a:pt x="0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0"/>
                    <a:pt x="19" y="8"/>
                    <a:pt x="20" y="6"/>
                  </a:cubicBezTo>
                  <a:cubicBezTo>
                    <a:pt x="20" y="5"/>
                    <a:pt x="20" y="4"/>
                    <a:pt x="20" y="3"/>
                  </a:cubicBezTo>
                  <a:cubicBezTo>
                    <a:pt x="18" y="1"/>
                    <a:pt x="16" y="1"/>
                    <a:pt x="13" y="0"/>
                  </a:cubicBezTo>
                  <a:cubicBezTo>
                    <a:pt x="12" y="0"/>
                    <a:pt x="10" y="0"/>
                    <a:pt x="7" y="0"/>
                  </a:cubicBezTo>
                </a:path>
              </a:pathLst>
            </a:custGeom>
            <a:solidFill>
              <a:srgbClr val="88A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9" name="Freeform 239">
              <a:extLst>
                <a:ext uri="{FF2B5EF4-FFF2-40B4-BE49-F238E27FC236}">
                  <a16:creationId xmlns:a16="http://schemas.microsoft.com/office/drawing/2014/main" id="{4DAA9A0F-7732-4BB7-A872-7292E427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473"/>
              <a:ext cx="20" cy="10"/>
            </a:xfrm>
            <a:custGeom>
              <a:avLst/>
              <a:gdLst>
                <a:gd name="T0" fmla="*/ 95 w 8"/>
                <a:gd name="T1" fmla="*/ 0 h 4"/>
                <a:gd name="T2" fmla="*/ 0 w 8"/>
                <a:gd name="T3" fmla="*/ 63 h 4"/>
                <a:gd name="T4" fmla="*/ 125 w 8"/>
                <a:gd name="T5" fmla="*/ 63 h 4"/>
                <a:gd name="T6" fmla="*/ 95 w 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6" y="0"/>
                  </a:moveTo>
                  <a:cubicBezTo>
                    <a:pt x="5" y="0"/>
                    <a:pt x="2" y="1"/>
                    <a:pt x="0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1"/>
                    <a:pt x="7" y="0"/>
                    <a:pt x="6" y="0"/>
                  </a:cubicBezTo>
                </a:path>
              </a:pathLst>
            </a:custGeom>
            <a:solidFill>
              <a:srgbClr val="C7B5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60" name="Freeform 240">
              <a:extLst>
                <a:ext uri="{FF2B5EF4-FFF2-40B4-BE49-F238E27FC236}">
                  <a16:creationId xmlns:a16="http://schemas.microsoft.com/office/drawing/2014/main" id="{E9B27C1F-0C3D-4297-A583-9BD06E64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483"/>
              <a:ext cx="35" cy="20"/>
            </a:xfrm>
            <a:custGeom>
              <a:avLst/>
              <a:gdLst>
                <a:gd name="T0" fmla="*/ 208 w 14"/>
                <a:gd name="T1" fmla="*/ 0 h 8"/>
                <a:gd name="T2" fmla="*/ 83 w 14"/>
                <a:gd name="T3" fmla="*/ 0 h 8"/>
                <a:gd name="T4" fmla="*/ 0 w 14"/>
                <a:gd name="T5" fmla="*/ 83 h 8"/>
                <a:gd name="T6" fmla="*/ 95 w 14"/>
                <a:gd name="T7" fmla="*/ 83 h 8"/>
                <a:gd name="T8" fmla="*/ 208 w 14"/>
                <a:gd name="T9" fmla="*/ 125 h 8"/>
                <a:gd name="T10" fmla="*/ 208 w 14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8">
                  <a:moveTo>
                    <a:pt x="13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2" y="3"/>
                    <a:pt x="0" y="5"/>
                  </a:cubicBezTo>
                  <a:cubicBezTo>
                    <a:pt x="3" y="5"/>
                    <a:pt x="5" y="5"/>
                    <a:pt x="6" y="5"/>
                  </a:cubicBezTo>
                  <a:cubicBezTo>
                    <a:pt x="9" y="6"/>
                    <a:pt x="11" y="6"/>
                    <a:pt x="13" y="8"/>
                  </a:cubicBezTo>
                  <a:cubicBezTo>
                    <a:pt x="14" y="5"/>
                    <a:pt x="14" y="2"/>
                    <a:pt x="13" y="0"/>
                  </a:cubicBezTo>
                </a:path>
              </a:pathLst>
            </a:custGeom>
            <a:solidFill>
              <a:srgbClr val="AB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61" name="Freeform 241">
              <a:extLst>
                <a:ext uri="{FF2B5EF4-FFF2-40B4-BE49-F238E27FC236}">
                  <a16:creationId xmlns:a16="http://schemas.microsoft.com/office/drawing/2014/main" id="{15F385DA-7EA1-42F5-AE04-F127316AB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471"/>
              <a:ext cx="65" cy="100"/>
            </a:xfrm>
            <a:custGeom>
              <a:avLst/>
              <a:gdLst>
                <a:gd name="T0" fmla="*/ 363 w 26"/>
                <a:gd name="T1" fmla="*/ 20 h 40"/>
                <a:gd name="T2" fmla="*/ 363 w 26"/>
                <a:gd name="T3" fmla="*/ 0 h 40"/>
                <a:gd name="T4" fmla="*/ 300 w 26"/>
                <a:gd name="T5" fmla="*/ 50 h 40"/>
                <a:gd name="T6" fmla="*/ 20 w 26"/>
                <a:gd name="T7" fmla="*/ 438 h 40"/>
                <a:gd name="T8" fmla="*/ 0 w 26"/>
                <a:gd name="T9" fmla="*/ 520 h 40"/>
                <a:gd name="T10" fmla="*/ 33 w 26"/>
                <a:gd name="T11" fmla="*/ 595 h 40"/>
                <a:gd name="T12" fmla="*/ 95 w 26"/>
                <a:gd name="T13" fmla="*/ 625 h 40"/>
                <a:gd name="T14" fmla="*/ 158 w 26"/>
                <a:gd name="T15" fmla="*/ 595 h 40"/>
                <a:gd name="T16" fmla="*/ 395 w 26"/>
                <a:gd name="T17" fmla="*/ 270 h 40"/>
                <a:gd name="T18" fmla="*/ 408 w 26"/>
                <a:gd name="T19" fmla="*/ 145 h 40"/>
                <a:gd name="T20" fmla="*/ 395 w 26"/>
                <a:gd name="T21" fmla="*/ 50 h 40"/>
                <a:gd name="T22" fmla="*/ 375 w 26"/>
                <a:gd name="T23" fmla="*/ 20 h 40"/>
                <a:gd name="T24" fmla="*/ 363 w 26"/>
                <a:gd name="T25" fmla="*/ 0 h 40"/>
                <a:gd name="T26" fmla="*/ 363 w 26"/>
                <a:gd name="T27" fmla="*/ 20 h 40"/>
                <a:gd name="T28" fmla="*/ 363 w 26"/>
                <a:gd name="T29" fmla="*/ 20 h 40"/>
                <a:gd name="T30" fmla="*/ 375 w 26"/>
                <a:gd name="T31" fmla="*/ 33 h 40"/>
                <a:gd name="T32" fmla="*/ 395 w 26"/>
                <a:gd name="T33" fmla="*/ 145 h 40"/>
                <a:gd name="T34" fmla="*/ 375 w 26"/>
                <a:gd name="T35" fmla="*/ 250 h 40"/>
                <a:gd name="T36" fmla="*/ 158 w 26"/>
                <a:gd name="T37" fmla="*/ 583 h 40"/>
                <a:gd name="T38" fmla="*/ 95 w 26"/>
                <a:gd name="T39" fmla="*/ 613 h 40"/>
                <a:gd name="T40" fmla="*/ 20 w 26"/>
                <a:gd name="T41" fmla="*/ 520 h 40"/>
                <a:gd name="T42" fmla="*/ 33 w 26"/>
                <a:gd name="T43" fmla="*/ 438 h 40"/>
                <a:gd name="T44" fmla="*/ 220 w 26"/>
                <a:gd name="T45" fmla="*/ 145 h 40"/>
                <a:gd name="T46" fmla="*/ 300 w 26"/>
                <a:gd name="T47" fmla="*/ 50 h 40"/>
                <a:gd name="T48" fmla="*/ 363 w 26"/>
                <a:gd name="T49" fmla="*/ 20 h 4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" h="40">
                  <a:moveTo>
                    <a:pt x="23" y="1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0" y="1"/>
                    <a:pt x="19" y="3"/>
                  </a:cubicBezTo>
                  <a:cubicBezTo>
                    <a:pt x="14" y="7"/>
                    <a:pt x="6" y="17"/>
                    <a:pt x="1" y="28"/>
                  </a:cubicBezTo>
                  <a:cubicBezTo>
                    <a:pt x="1" y="30"/>
                    <a:pt x="0" y="32"/>
                    <a:pt x="0" y="33"/>
                  </a:cubicBezTo>
                  <a:cubicBezTo>
                    <a:pt x="0" y="35"/>
                    <a:pt x="1" y="37"/>
                    <a:pt x="2" y="38"/>
                  </a:cubicBezTo>
                  <a:cubicBezTo>
                    <a:pt x="3" y="39"/>
                    <a:pt x="4" y="40"/>
                    <a:pt x="6" y="40"/>
                  </a:cubicBezTo>
                  <a:cubicBezTo>
                    <a:pt x="7" y="40"/>
                    <a:pt x="8" y="39"/>
                    <a:pt x="10" y="38"/>
                  </a:cubicBezTo>
                  <a:cubicBezTo>
                    <a:pt x="19" y="33"/>
                    <a:pt x="23" y="26"/>
                    <a:pt x="25" y="17"/>
                  </a:cubicBezTo>
                  <a:cubicBezTo>
                    <a:pt x="26" y="14"/>
                    <a:pt x="26" y="11"/>
                    <a:pt x="26" y="9"/>
                  </a:cubicBezTo>
                  <a:cubicBezTo>
                    <a:pt x="26" y="6"/>
                    <a:pt x="26" y="4"/>
                    <a:pt x="25" y="3"/>
                  </a:cubicBezTo>
                  <a:cubicBezTo>
                    <a:pt x="25" y="2"/>
                    <a:pt x="25" y="1"/>
                    <a:pt x="24" y="1"/>
                  </a:cubicBezTo>
                  <a:cubicBezTo>
                    <a:pt x="24" y="1"/>
                    <a:pt x="23" y="0"/>
                    <a:pt x="23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3"/>
                    <a:pt x="25" y="5"/>
                    <a:pt x="25" y="9"/>
                  </a:cubicBezTo>
                  <a:cubicBezTo>
                    <a:pt x="25" y="11"/>
                    <a:pt x="25" y="14"/>
                    <a:pt x="24" y="16"/>
                  </a:cubicBezTo>
                  <a:cubicBezTo>
                    <a:pt x="22" y="25"/>
                    <a:pt x="18" y="33"/>
                    <a:pt x="10" y="37"/>
                  </a:cubicBezTo>
                  <a:cubicBezTo>
                    <a:pt x="8" y="38"/>
                    <a:pt x="7" y="39"/>
                    <a:pt x="6" y="39"/>
                  </a:cubicBezTo>
                  <a:cubicBezTo>
                    <a:pt x="3" y="39"/>
                    <a:pt x="1" y="37"/>
                    <a:pt x="1" y="33"/>
                  </a:cubicBezTo>
                  <a:cubicBezTo>
                    <a:pt x="1" y="32"/>
                    <a:pt x="1" y="30"/>
                    <a:pt x="2" y="28"/>
                  </a:cubicBezTo>
                  <a:cubicBezTo>
                    <a:pt x="5" y="21"/>
                    <a:pt x="9" y="14"/>
                    <a:pt x="14" y="9"/>
                  </a:cubicBezTo>
                  <a:cubicBezTo>
                    <a:pt x="16" y="7"/>
                    <a:pt x="18" y="5"/>
                    <a:pt x="19" y="3"/>
                  </a:cubicBezTo>
                  <a:cubicBezTo>
                    <a:pt x="21" y="2"/>
                    <a:pt x="22" y="1"/>
                    <a:pt x="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62" name="Freeform 242">
              <a:extLst>
                <a:ext uri="{FF2B5EF4-FFF2-40B4-BE49-F238E27FC236}">
                  <a16:creationId xmlns:a16="http://schemas.microsoft.com/office/drawing/2014/main" id="{47DE14A0-B175-4BA0-985D-F8676822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596"/>
              <a:ext cx="867" cy="25"/>
            </a:xfrm>
            <a:custGeom>
              <a:avLst/>
              <a:gdLst>
                <a:gd name="T0" fmla="*/ 0 w 347"/>
                <a:gd name="T1" fmla="*/ 158 h 10"/>
                <a:gd name="T2" fmla="*/ 5412 w 347"/>
                <a:gd name="T3" fmla="*/ 158 h 10"/>
                <a:gd name="T4" fmla="*/ 0 w 347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7" h="10">
                  <a:moveTo>
                    <a:pt x="0" y="10"/>
                  </a:moveTo>
                  <a:cubicBezTo>
                    <a:pt x="347" y="10"/>
                    <a:pt x="347" y="10"/>
                    <a:pt x="347" y="10"/>
                  </a:cubicBezTo>
                  <a:cubicBezTo>
                    <a:pt x="347" y="10"/>
                    <a:pt x="332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63" name="Oval 243">
              <a:extLst>
                <a:ext uri="{FF2B5EF4-FFF2-40B4-BE49-F238E27FC236}">
                  <a16:creationId xmlns:a16="http://schemas.microsoft.com/office/drawing/2014/main" id="{36E709B6-B319-42B1-9E13-45EAD8FF8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1" y="1488"/>
              <a:ext cx="43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964" name="Oval 244">
              <a:extLst>
                <a:ext uri="{FF2B5EF4-FFF2-40B4-BE49-F238E27FC236}">
                  <a16:creationId xmlns:a16="http://schemas.microsoft.com/office/drawing/2014/main" id="{1E60A78A-64F5-4E07-B521-881AB020E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1491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965" name="Oval 245">
              <a:extLst>
                <a:ext uri="{FF2B5EF4-FFF2-40B4-BE49-F238E27FC236}">
                  <a16:creationId xmlns:a16="http://schemas.microsoft.com/office/drawing/2014/main" id="{762A8EB2-848D-4AE9-8562-127BDCC91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1491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966" name="Freeform 246">
              <a:extLst>
                <a:ext uri="{FF2B5EF4-FFF2-40B4-BE49-F238E27FC236}">
                  <a16:creationId xmlns:a16="http://schemas.microsoft.com/office/drawing/2014/main" id="{51C58D1F-DEBD-4F1D-B0EB-504D30693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523"/>
              <a:ext cx="58" cy="78"/>
            </a:xfrm>
            <a:custGeom>
              <a:avLst/>
              <a:gdLst>
                <a:gd name="T0" fmla="*/ 255 w 23"/>
                <a:gd name="T1" fmla="*/ 0 h 31"/>
                <a:gd name="T2" fmla="*/ 368 w 23"/>
                <a:gd name="T3" fmla="*/ 347 h 31"/>
                <a:gd name="T4" fmla="*/ 255 w 23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16" y="0"/>
                  </a:moveTo>
                  <a:cubicBezTo>
                    <a:pt x="16" y="0"/>
                    <a:pt x="5" y="25"/>
                    <a:pt x="23" y="22"/>
                  </a:cubicBezTo>
                  <a:cubicBezTo>
                    <a:pt x="23" y="22"/>
                    <a:pt x="0" y="31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67" name="Freeform 247">
              <a:extLst>
                <a:ext uri="{FF2B5EF4-FFF2-40B4-BE49-F238E27FC236}">
                  <a16:creationId xmlns:a16="http://schemas.microsoft.com/office/drawing/2014/main" id="{F871330B-0E63-49EF-B6F5-5F17DD442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456"/>
              <a:ext cx="60" cy="162"/>
            </a:xfrm>
            <a:custGeom>
              <a:avLst/>
              <a:gdLst>
                <a:gd name="T0" fmla="*/ 375 w 24"/>
                <a:gd name="T1" fmla="*/ 0 h 65"/>
                <a:gd name="T2" fmla="*/ 313 w 24"/>
                <a:gd name="T3" fmla="*/ 1007 h 65"/>
                <a:gd name="T4" fmla="*/ 375 w 24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5">
                  <a:moveTo>
                    <a:pt x="24" y="0"/>
                  </a:moveTo>
                  <a:cubicBezTo>
                    <a:pt x="24" y="0"/>
                    <a:pt x="5" y="27"/>
                    <a:pt x="20" y="65"/>
                  </a:cubicBezTo>
                  <a:cubicBezTo>
                    <a:pt x="20" y="65"/>
                    <a:pt x="0" y="30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68" name="Oval 248">
              <a:extLst>
                <a:ext uri="{FF2B5EF4-FFF2-40B4-BE49-F238E27FC236}">
                  <a16:creationId xmlns:a16="http://schemas.microsoft.com/office/drawing/2014/main" id="{9BF9362D-9A49-4FD2-96E3-3391E72F5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" y="1471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969" name="Oval 249">
              <a:extLst>
                <a:ext uri="{FF2B5EF4-FFF2-40B4-BE49-F238E27FC236}">
                  <a16:creationId xmlns:a16="http://schemas.microsoft.com/office/drawing/2014/main" id="{63B78D86-9529-4CB0-A670-82AD7B652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147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970" name="Oval 250">
              <a:extLst>
                <a:ext uri="{FF2B5EF4-FFF2-40B4-BE49-F238E27FC236}">
                  <a16:creationId xmlns:a16="http://schemas.microsoft.com/office/drawing/2014/main" id="{9D72B300-D4E8-48CC-91FA-D1168C041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1621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971" name="Oval 251">
              <a:extLst>
                <a:ext uri="{FF2B5EF4-FFF2-40B4-BE49-F238E27FC236}">
                  <a16:creationId xmlns:a16="http://schemas.microsoft.com/office/drawing/2014/main" id="{8A5072E7-A14B-4733-B04C-1247CF221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1606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972" name="Freeform 252">
              <a:extLst>
                <a:ext uri="{FF2B5EF4-FFF2-40B4-BE49-F238E27FC236}">
                  <a16:creationId xmlns:a16="http://schemas.microsoft.com/office/drawing/2014/main" id="{47F4345F-9A4A-424F-A7F5-595C68495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141"/>
              <a:ext cx="1848" cy="789"/>
            </a:xfrm>
            <a:custGeom>
              <a:avLst/>
              <a:gdLst>
                <a:gd name="T0" fmla="*/ 8410 w 739"/>
                <a:gd name="T1" fmla="*/ 1853 h 316"/>
                <a:gd name="T2" fmla="*/ 9555 w 739"/>
                <a:gd name="T3" fmla="*/ 1541 h 316"/>
                <a:gd name="T4" fmla="*/ 11088 w 739"/>
                <a:gd name="T5" fmla="*/ 1071 h 316"/>
                <a:gd name="T6" fmla="*/ 10963 w 739"/>
                <a:gd name="T7" fmla="*/ 387 h 316"/>
                <a:gd name="T8" fmla="*/ 5847 w 739"/>
                <a:gd name="T9" fmla="*/ 1091 h 316"/>
                <a:gd name="T10" fmla="*/ 395 w 739"/>
                <a:gd name="T11" fmla="*/ 0 h 316"/>
                <a:gd name="T12" fmla="*/ 125 w 739"/>
                <a:gd name="T13" fmla="*/ 699 h 316"/>
                <a:gd name="T14" fmla="*/ 583 w 739"/>
                <a:gd name="T15" fmla="*/ 1341 h 316"/>
                <a:gd name="T16" fmla="*/ 813 w 739"/>
                <a:gd name="T17" fmla="*/ 2644 h 316"/>
                <a:gd name="T18" fmla="*/ 33 w 739"/>
                <a:gd name="T19" fmla="*/ 4265 h 316"/>
                <a:gd name="T20" fmla="*/ 283 w 739"/>
                <a:gd name="T21" fmla="*/ 4919 h 316"/>
                <a:gd name="T22" fmla="*/ 5709 w 739"/>
                <a:gd name="T23" fmla="*/ 3598 h 316"/>
                <a:gd name="T24" fmla="*/ 10725 w 739"/>
                <a:gd name="T25" fmla="*/ 4439 h 316"/>
                <a:gd name="T26" fmla="*/ 10963 w 739"/>
                <a:gd name="T27" fmla="*/ 4140 h 316"/>
                <a:gd name="T28" fmla="*/ 10338 w 739"/>
                <a:gd name="T29" fmla="*/ 3970 h 316"/>
                <a:gd name="T30" fmla="*/ 9663 w 739"/>
                <a:gd name="T31" fmla="*/ 3848 h 316"/>
                <a:gd name="T32" fmla="*/ 9055 w 739"/>
                <a:gd name="T33" fmla="*/ 3690 h 316"/>
                <a:gd name="T34" fmla="*/ 7567 w 739"/>
                <a:gd name="T35" fmla="*/ 3016 h 316"/>
                <a:gd name="T36" fmla="*/ 6909 w 739"/>
                <a:gd name="T37" fmla="*/ 1965 h 316"/>
                <a:gd name="T38" fmla="*/ 8410 w 739"/>
                <a:gd name="T39" fmla="*/ 1853 h 3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39" h="316">
                  <a:moveTo>
                    <a:pt x="538" y="119"/>
                  </a:moveTo>
                  <a:cubicBezTo>
                    <a:pt x="558" y="122"/>
                    <a:pt x="590" y="120"/>
                    <a:pt x="611" y="99"/>
                  </a:cubicBezTo>
                  <a:cubicBezTo>
                    <a:pt x="632" y="78"/>
                    <a:pt x="678" y="100"/>
                    <a:pt x="709" y="69"/>
                  </a:cubicBezTo>
                  <a:cubicBezTo>
                    <a:pt x="739" y="39"/>
                    <a:pt x="701" y="25"/>
                    <a:pt x="701" y="25"/>
                  </a:cubicBezTo>
                  <a:cubicBezTo>
                    <a:pt x="602" y="56"/>
                    <a:pt x="493" y="70"/>
                    <a:pt x="374" y="70"/>
                  </a:cubicBezTo>
                  <a:cubicBezTo>
                    <a:pt x="258" y="70"/>
                    <a:pt x="134" y="30"/>
                    <a:pt x="25" y="0"/>
                  </a:cubicBezTo>
                  <a:cubicBezTo>
                    <a:pt x="25" y="0"/>
                    <a:pt x="0" y="26"/>
                    <a:pt x="8" y="45"/>
                  </a:cubicBezTo>
                  <a:cubicBezTo>
                    <a:pt x="9" y="52"/>
                    <a:pt x="16" y="65"/>
                    <a:pt x="37" y="86"/>
                  </a:cubicBezTo>
                  <a:cubicBezTo>
                    <a:pt x="59" y="109"/>
                    <a:pt x="61" y="148"/>
                    <a:pt x="52" y="170"/>
                  </a:cubicBezTo>
                  <a:cubicBezTo>
                    <a:pt x="42" y="192"/>
                    <a:pt x="0" y="255"/>
                    <a:pt x="2" y="274"/>
                  </a:cubicBezTo>
                  <a:cubicBezTo>
                    <a:pt x="1" y="284"/>
                    <a:pt x="4" y="298"/>
                    <a:pt x="18" y="316"/>
                  </a:cubicBezTo>
                  <a:cubicBezTo>
                    <a:pt x="128" y="286"/>
                    <a:pt x="247" y="231"/>
                    <a:pt x="365" y="231"/>
                  </a:cubicBezTo>
                  <a:cubicBezTo>
                    <a:pt x="480" y="231"/>
                    <a:pt x="590" y="256"/>
                    <a:pt x="686" y="285"/>
                  </a:cubicBezTo>
                  <a:cubicBezTo>
                    <a:pt x="705" y="270"/>
                    <a:pt x="705" y="281"/>
                    <a:pt x="701" y="266"/>
                  </a:cubicBezTo>
                  <a:cubicBezTo>
                    <a:pt x="698" y="250"/>
                    <a:pt x="674" y="254"/>
                    <a:pt x="661" y="255"/>
                  </a:cubicBezTo>
                  <a:cubicBezTo>
                    <a:pt x="649" y="256"/>
                    <a:pt x="630" y="256"/>
                    <a:pt x="618" y="247"/>
                  </a:cubicBezTo>
                  <a:cubicBezTo>
                    <a:pt x="607" y="237"/>
                    <a:pt x="593" y="234"/>
                    <a:pt x="579" y="237"/>
                  </a:cubicBezTo>
                  <a:cubicBezTo>
                    <a:pt x="564" y="240"/>
                    <a:pt x="524" y="211"/>
                    <a:pt x="484" y="194"/>
                  </a:cubicBezTo>
                  <a:cubicBezTo>
                    <a:pt x="444" y="177"/>
                    <a:pt x="434" y="152"/>
                    <a:pt x="442" y="126"/>
                  </a:cubicBezTo>
                  <a:cubicBezTo>
                    <a:pt x="450" y="100"/>
                    <a:pt x="518" y="116"/>
                    <a:pt x="538" y="119"/>
                  </a:cubicBezTo>
                  <a:close/>
                </a:path>
              </a:pathLst>
            </a:custGeom>
            <a:solidFill>
              <a:srgbClr val="D64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73" name="Freeform 253">
              <a:extLst>
                <a:ext uri="{FF2B5EF4-FFF2-40B4-BE49-F238E27FC236}">
                  <a16:creationId xmlns:a16="http://schemas.microsoft.com/office/drawing/2014/main" id="{99A1450C-BA33-4A00-A425-E80FAD660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126"/>
              <a:ext cx="1845" cy="789"/>
            </a:xfrm>
            <a:custGeom>
              <a:avLst/>
              <a:gdLst>
                <a:gd name="T0" fmla="*/ 11458 w 738"/>
                <a:gd name="T1" fmla="*/ 824 h 316"/>
                <a:gd name="T2" fmla="*/ 11438 w 738"/>
                <a:gd name="T3" fmla="*/ 824 h 316"/>
                <a:gd name="T4" fmla="*/ 11145 w 738"/>
                <a:gd name="T5" fmla="*/ 0 h 316"/>
                <a:gd name="T6" fmla="*/ 5988 w 738"/>
                <a:gd name="T7" fmla="*/ 1216 h 316"/>
                <a:gd name="T8" fmla="*/ 658 w 738"/>
                <a:gd name="T9" fmla="*/ 467 h 316"/>
                <a:gd name="T10" fmla="*/ 395 w 738"/>
                <a:gd name="T11" fmla="*/ 854 h 316"/>
                <a:gd name="T12" fmla="*/ 1083 w 738"/>
                <a:gd name="T13" fmla="*/ 1228 h 316"/>
                <a:gd name="T14" fmla="*/ 1895 w 738"/>
                <a:gd name="T15" fmla="*/ 1528 h 316"/>
                <a:gd name="T16" fmla="*/ 2783 w 738"/>
                <a:gd name="T17" fmla="*/ 1383 h 316"/>
                <a:gd name="T18" fmla="*/ 3613 w 738"/>
                <a:gd name="T19" fmla="*/ 1433 h 316"/>
                <a:gd name="T20" fmla="*/ 4158 w 738"/>
                <a:gd name="T21" fmla="*/ 1695 h 316"/>
                <a:gd name="T22" fmla="*/ 4708 w 738"/>
                <a:gd name="T23" fmla="*/ 2025 h 316"/>
                <a:gd name="T24" fmla="*/ 5063 w 738"/>
                <a:gd name="T25" fmla="*/ 2519 h 316"/>
                <a:gd name="T26" fmla="*/ 4113 w 738"/>
                <a:gd name="T27" fmla="*/ 3161 h 316"/>
                <a:gd name="T28" fmla="*/ 2063 w 738"/>
                <a:gd name="T29" fmla="*/ 3223 h 316"/>
                <a:gd name="T30" fmla="*/ 1438 w 738"/>
                <a:gd name="T31" fmla="*/ 3441 h 316"/>
                <a:gd name="T32" fmla="*/ 375 w 738"/>
                <a:gd name="T33" fmla="*/ 3890 h 316"/>
                <a:gd name="T34" fmla="*/ 425 w 738"/>
                <a:gd name="T35" fmla="*/ 4657 h 316"/>
                <a:gd name="T36" fmla="*/ 5925 w 738"/>
                <a:gd name="T37" fmla="*/ 3765 h 316"/>
                <a:gd name="T38" fmla="*/ 10958 w 738"/>
                <a:gd name="T39" fmla="*/ 4919 h 316"/>
                <a:gd name="T40" fmla="*/ 11188 w 738"/>
                <a:gd name="T41" fmla="*/ 4315 h 316"/>
                <a:gd name="T42" fmla="*/ 11188 w 738"/>
                <a:gd name="T43" fmla="*/ 4315 h 316"/>
                <a:gd name="T44" fmla="*/ 10658 w 738"/>
                <a:gd name="T45" fmla="*/ 2769 h 316"/>
                <a:gd name="T46" fmla="*/ 11050 w 738"/>
                <a:gd name="T47" fmla="*/ 1665 h 316"/>
                <a:gd name="T48" fmla="*/ 11458 w 738"/>
                <a:gd name="T49" fmla="*/ 824 h 3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38" h="316">
                  <a:moveTo>
                    <a:pt x="733" y="53"/>
                  </a:moveTo>
                  <a:cubicBezTo>
                    <a:pt x="732" y="53"/>
                    <a:pt x="732" y="53"/>
                    <a:pt x="732" y="53"/>
                  </a:cubicBezTo>
                  <a:cubicBezTo>
                    <a:pt x="738" y="27"/>
                    <a:pt x="713" y="0"/>
                    <a:pt x="713" y="0"/>
                  </a:cubicBezTo>
                  <a:cubicBezTo>
                    <a:pt x="614" y="31"/>
                    <a:pt x="502" y="78"/>
                    <a:pt x="383" y="78"/>
                  </a:cubicBezTo>
                  <a:cubicBezTo>
                    <a:pt x="267" y="78"/>
                    <a:pt x="150" y="59"/>
                    <a:pt x="42" y="30"/>
                  </a:cubicBezTo>
                  <a:cubicBezTo>
                    <a:pt x="42" y="30"/>
                    <a:pt x="5" y="36"/>
                    <a:pt x="25" y="55"/>
                  </a:cubicBezTo>
                  <a:cubicBezTo>
                    <a:pt x="45" y="74"/>
                    <a:pt x="56" y="81"/>
                    <a:pt x="69" y="79"/>
                  </a:cubicBezTo>
                  <a:cubicBezTo>
                    <a:pt x="99" y="76"/>
                    <a:pt x="97" y="97"/>
                    <a:pt x="121" y="98"/>
                  </a:cubicBezTo>
                  <a:cubicBezTo>
                    <a:pt x="145" y="99"/>
                    <a:pt x="162" y="94"/>
                    <a:pt x="178" y="89"/>
                  </a:cubicBezTo>
                  <a:cubicBezTo>
                    <a:pt x="195" y="84"/>
                    <a:pt x="212" y="88"/>
                    <a:pt x="231" y="92"/>
                  </a:cubicBezTo>
                  <a:cubicBezTo>
                    <a:pt x="250" y="96"/>
                    <a:pt x="257" y="99"/>
                    <a:pt x="266" y="109"/>
                  </a:cubicBezTo>
                  <a:cubicBezTo>
                    <a:pt x="274" y="118"/>
                    <a:pt x="284" y="123"/>
                    <a:pt x="301" y="130"/>
                  </a:cubicBezTo>
                  <a:cubicBezTo>
                    <a:pt x="318" y="136"/>
                    <a:pt x="327" y="144"/>
                    <a:pt x="324" y="162"/>
                  </a:cubicBezTo>
                  <a:cubicBezTo>
                    <a:pt x="321" y="180"/>
                    <a:pt x="310" y="195"/>
                    <a:pt x="263" y="203"/>
                  </a:cubicBezTo>
                  <a:cubicBezTo>
                    <a:pt x="217" y="212"/>
                    <a:pt x="137" y="199"/>
                    <a:pt x="132" y="207"/>
                  </a:cubicBezTo>
                  <a:cubicBezTo>
                    <a:pt x="127" y="216"/>
                    <a:pt x="102" y="220"/>
                    <a:pt x="92" y="221"/>
                  </a:cubicBezTo>
                  <a:cubicBezTo>
                    <a:pt x="83" y="222"/>
                    <a:pt x="29" y="236"/>
                    <a:pt x="24" y="250"/>
                  </a:cubicBezTo>
                  <a:cubicBezTo>
                    <a:pt x="19" y="265"/>
                    <a:pt x="0" y="263"/>
                    <a:pt x="27" y="299"/>
                  </a:cubicBezTo>
                  <a:cubicBezTo>
                    <a:pt x="137" y="269"/>
                    <a:pt x="261" y="242"/>
                    <a:pt x="379" y="242"/>
                  </a:cubicBezTo>
                  <a:cubicBezTo>
                    <a:pt x="494" y="242"/>
                    <a:pt x="605" y="287"/>
                    <a:pt x="701" y="316"/>
                  </a:cubicBezTo>
                  <a:cubicBezTo>
                    <a:pt x="717" y="304"/>
                    <a:pt x="718" y="290"/>
                    <a:pt x="716" y="277"/>
                  </a:cubicBezTo>
                  <a:cubicBezTo>
                    <a:pt x="716" y="277"/>
                    <a:pt x="716" y="277"/>
                    <a:pt x="716" y="277"/>
                  </a:cubicBezTo>
                  <a:cubicBezTo>
                    <a:pt x="719" y="257"/>
                    <a:pt x="690" y="196"/>
                    <a:pt x="682" y="178"/>
                  </a:cubicBezTo>
                  <a:cubicBezTo>
                    <a:pt x="674" y="161"/>
                    <a:pt x="687" y="134"/>
                    <a:pt x="707" y="107"/>
                  </a:cubicBezTo>
                  <a:cubicBezTo>
                    <a:pt x="727" y="81"/>
                    <a:pt x="733" y="53"/>
                    <a:pt x="733" y="53"/>
                  </a:cubicBezTo>
                  <a:close/>
                </a:path>
              </a:pathLst>
            </a:custGeom>
            <a:solidFill>
              <a:srgbClr val="D64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74" name="Freeform 254">
              <a:extLst>
                <a:ext uri="{FF2B5EF4-FFF2-40B4-BE49-F238E27FC236}">
                  <a16:creationId xmlns:a16="http://schemas.microsoft.com/office/drawing/2014/main" id="{9C1D56F7-A060-4A67-B034-37313595D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226"/>
              <a:ext cx="865" cy="589"/>
            </a:xfrm>
            <a:custGeom>
              <a:avLst/>
              <a:gdLst>
                <a:gd name="T0" fmla="*/ 238 w 346"/>
                <a:gd name="T1" fmla="*/ 0 h 236"/>
                <a:gd name="T2" fmla="*/ 675 w 346"/>
                <a:gd name="T3" fmla="*/ 759 h 236"/>
                <a:gd name="T4" fmla="*/ 895 w 346"/>
                <a:gd name="T5" fmla="*/ 2069 h 236"/>
                <a:gd name="T6" fmla="*/ 125 w 346"/>
                <a:gd name="T7" fmla="*/ 3669 h 236"/>
                <a:gd name="T8" fmla="*/ 4988 w 346"/>
                <a:gd name="T9" fmla="*/ 2641 h 236"/>
                <a:gd name="T10" fmla="*/ 5408 w 346"/>
                <a:gd name="T11" fmla="*/ 1650 h 236"/>
                <a:gd name="T12" fmla="*/ 4738 w 346"/>
                <a:gd name="T13" fmla="*/ 779 h 236"/>
                <a:gd name="T14" fmla="*/ 3283 w 346"/>
                <a:gd name="T15" fmla="*/ 354 h 236"/>
                <a:gd name="T16" fmla="*/ 1345 w 346"/>
                <a:gd name="T17" fmla="*/ 167 h 236"/>
                <a:gd name="T18" fmla="*/ 238 w 346"/>
                <a:gd name="T19" fmla="*/ 0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6" h="236">
                  <a:moveTo>
                    <a:pt x="15" y="0"/>
                  </a:moveTo>
                  <a:cubicBezTo>
                    <a:pt x="15" y="0"/>
                    <a:pt x="0" y="5"/>
                    <a:pt x="43" y="49"/>
                  </a:cubicBezTo>
                  <a:cubicBezTo>
                    <a:pt x="65" y="72"/>
                    <a:pt x="67" y="111"/>
                    <a:pt x="57" y="133"/>
                  </a:cubicBezTo>
                  <a:cubicBezTo>
                    <a:pt x="47" y="155"/>
                    <a:pt x="5" y="218"/>
                    <a:pt x="8" y="236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46" y="106"/>
                    <a:pt x="346" y="106"/>
                    <a:pt x="346" y="106"/>
                  </a:cubicBezTo>
                  <a:cubicBezTo>
                    <a:pt x="303" y="50"/>
                    <a:pt x="303" y="50"/>
                    <a:pt x="303" y="50"/>
                  </a:cubicBezTo>
                  <a:cubicBezTo>
                    <a:pt x="210" y="23"/>
                    <a:pt x="210" y="23"/>
                    <a:pt x="210" y="23"/>
                  </a:cubicBezTo>
                  <a:cubicBezTo>
                    <a:pt x="86" y="11"/>
                    <a:pt x="86" y="11"/>
                    <a:pt x="86" y="11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75" name="Freeform 255">
              <a:extLst>
                <a:ext uri="{FF2B5EF4-FFF2-40B4-BE49-F238E27FC236}">
                  <a16:creationId xmlns:a16="http://schemas.microsoft.com/office/drawing/2014/main" id="{E74CC86E-8B99-4800-A75B-253FD9826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58"/>
              <a:ext cx="777" cy="560"/>
            </a:xfrm>
            <a:custGeom>
              <a:avLst/>
              <a:gdLst>
                <a:gd name="T0" fmla="*/ 4849 w 311"/>
                <a:gd name="T1" fmla="*/ 0 h 224"/>
                <a:gd name="T2" fmla="*/ 4445 w 311"/>
                <a:gd name="T3" fmla="*/ 845 h 224"/>
                <a:gd name="T4" fmla="*/ 4057 w 311"/>
                <a:gd name="T5" fmla="*/ 1958 h 224"/>
                <a:gd name="T6" fmla="*/ 4587 w 311"/>
                <a:gd name="T7" fmla="*/ 3500 h 224"/>
                <a:gd name="T8" fmla="*/ 2746 w 311"/>
                <a:gd name="T9" fmla="*/ 3345 h 224"/>
                <a:gd name="T10" fmla="*/ 530 w 311"/>
                <a:gd name="T11" fmla="*/ 2520 h 224"/>
                <a:gd name="T12" fmla="*/ 0 w 311"/>
                <a:gd name="T13" fmla="*/ 908 h 224"/>
                <a:gd name="T14" fmla="*/ 1387 w 311"/>
                <a:gd name="T15" fmla="*/ 458 h 224"/>
                <a:gd name="T16" fmla="*/ 3590 w 311"/>
                <a:gd name="T17" fmla="*/ 63 h 224"/>
                <a:gd name="T18" fmla="*/ 4849 w 311"/>
                <a:gd name="T19" fmla="*/ 0 h 2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1" h="224">
                  <a:moveTo>
                    <a:pt x="311" y="0"/>
                  </a:moveTo>
                  <a:cubicBezTo>
                    <a:pt x="311" y="0"/>
                    <a:pt x="305" y="28"/>
                    <a:pt x="285" y="54"/>
                  </a:cubicBezTo>
                  <a:cubicBezTo>
                    <a:pt x="265" y="81"/>
                    <a:pt x="252" y="108"/>
                    <a:pt x="260" y="125"/>
                  </a:cubicBezTo>
                  <a:cubicBezTo>
                    <a:pt x="268" y="143"/>
                    <a:pt x="297" y="204"/>
                    <a:pt x="294" y="224"/>
                  </a:cubicBezTo>
                  <a:cubicBezTo>
                    <a:pt x="176" y="214"/>
                    <a:pt x="176" y="214"/>
                    <a:pt x="176" y="214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230" y="4"/>
                    <a:pt x="230" y="4"/>
                    <a:pt x="230" y="4"/>
                  </a:cubicBezTo>
                  <a:lnTo>
                    <a:pt x="311" y="0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76" name="Freeform 256">
              <a:extLst>
                <a:ext uri="{FF2B5EF4-FFF2-40B4-BE49-F238E27FC236}">
                  <a16:creationId xmlns:a16="http://schemas.microsoft.com/office/drawing/2014/main" id="{471A8117-371F-430A-B750-3B26C89D0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223"/>
              <a:ext cx="850" cy="597"/>
            </a:xfrm>
            <a:custGeom>
              <a:avLst/>
              <a:gdLst>
                <a:gd name="T0" fmla="*/ 125 w 340"/>
                <a:gd name="T1" fmla="*/ 12 h 239"/>
                <a:gd name="T2" fmla="*/ 125 w 340"/>
                <a:gd name="T3" fmla="*/ 0 h 239"/>
                <a:gd name="T4" fmla="*/ 95 w 340"/>
                <a:gd name="T5" fmla="*/ 12 h 239"/>
                <a:gd name="T6" fmla="*/ 83 w 340"/>
                <a:gd name="T7" fmla="*/ 92 h 239"/>
                <a:gd name="T8" fmla="*/ 550 w 340"/>
                <a:gd name="T9" fmla="*/ 792 h 239"/>
                <a:gd name="T10" fmla="*/ 863 w 340"/>
                <a:gd name="T11" fmla="*/ 1634 h 239"/>
                <a:gd name="T12" fmla="*/ 770 w 340"/>
                <a:gd name="T13" fmla="*/ 2091 h 239"/>
                <a:gd name="T14" fmla="*/ 333 w 340"/>
                <a:gd name="T15" fmla="*/ 2870 h 239"/>
                <a:gd name="T16" fmla="*/ 95 w 340"/>
                <a:gd name="T17" fmla="*/ 3320 h 239"/>
                <a:gd name="T18" fmla="*/ 0 w 340"/>
                <a:gd name="T19" fmla="*/ 3662 h 239"/>
                <a:gd name="T20" fmla="*/ 0 w 340"/>
                <a:gd name="T21" fmla="*/ 3712 h 239"/>
                <a:gd name="T22" fmla="*/ 0 w 340"/>
                <a:gd name="T23" fmla="*/ 3724 h 239"/>
                <a:gd name="T24" fmla="*/ 4895 w 340"/>
                <a:gd name="T25" fmla="*/ 2683 h 239"/>
                <a:gd name="T26" fmla="*/ 5313 w 340"/>
                <a:gd name="T27" fmla="*/ 1666 h 239"/>
                <a:gd name="T28" fmla="*/ 4645 w 340"/>
                <a:gd name="T29" fmla="*/ 779 h 239"/>
                <a:gd name="T30" fmla="*/ 3175 w 340"/>
                <a:gd name="T31" fmla="*/ 355 h 239"/>
                <a:gd name="T32" fmla="*/ 1238 w 340"/>
                <a:gd name="T33" fmla="*/ 167 h 239"/>
                <a:gd name="T34" fmla="*/ 125 w 340"/>
                <a:gd name="T35" fmla="*/ 0 h 239"/>
                <a:gd name="T36" fmla="*/ 125 w 340"/>
                <a:gd name="T37" fmla="*/ 0 h 239"/>
                <a:gd name="T38" fmla="*/ 125 w 340"/>
                <a:gd name="T39" fmla="*/ 12 h 239"/>
                <a:gd name="T40" fmla="*/ 125 w 340"/>
                <a:gd name="T41" fmla="*/ 30 h 239"/>
                <a:gd name="T42" fmla="*/ 1238 w 340"/>
                <a:gd name="T43" fmla="*/ 200 h 239"/>
                <a:gd name="T44" fmla="*/ 3175 w 340"/>
                <a:gd name="T45" fmla="*/ 387 h 239"/>
                <a:gd name="T46" fmla="*/ 4625 w 340"/>
                <a:gd name="T47" fmla="*/ 812 h 239"/>
                <a:gd name="T48" fmla="*/ 5283 w 340"/>
                <a:gd name="T49" fmla="*/ 1666 h 239"/>
                <a:gd name="T50" fmla="*/ 4875 w 340"/>
                <a:gd name="T51" fmla="*/ 2653 h 239"/>
                <a:gd name="T52" fmla="*/ 20 w 340"/>
                <a:gd name="T53" fmla="*/ 3682 h 239"/>
                <a:gd name="T54" fmla="*/ 20 w 340"/>
                <a:gd name="T55" fmla="*/ 3694 h 239"/>
                <a:gd name="T56" fmla="*/ 33 w 340"/>
                <a:gd name="T57" fmla="*/ 3694 h 239"/>
                <a:gd name="T58" fmla="*/ 33 w 340"/>
                <a:gd name="T59" fmla="*/ 3662 h 239"/>
                <a:gd name="T60" fmla="*/ 125 w 340"/>
                <a:gd name="T61" fmla="*/ 3337 h 239"/>
                <a:gd name="T62" fmla="*/ 488 w 340"/>
                <a:gd name="T63" fmla="*/ 2653 h 239"/>
                <a:gd name="T64" fmla="*/ 800 w 340"/>
                <a:gd name="T65" fmla="*/ 2091 h 239"/>
                <a:gd name="T66" fmla="*/ 895 w 340"/>
                <a:gd name="T67" fmla="*/ 1634 h 239"/>
                <a:gd name="T68" fmla="*/ 583 w 340"/>
                <a:gd name="T69" fmla="*/ 762 h 239"/>
                <a:gd name="T70" fmla="*/ 113 w 340"/>
                <a:gd name="T71" fmla="*/ 92 h 239"/>
                <a:gd name="T72" fmla="*/ 125 w 340"/>
                <a:gd name="T73" fmla="*/ 30 h 239"/>
                <a:gd name="T74" fmla="*/ 145 w 340"/>
                <a:gd name="T75" fmla="*/ 30 h 239"/>
                <a:gd name="T76" fmla="*/ 145 w 340"/>
                <a:gd name="T77" fmla="*/ 12 h 239"/>
                <a:gd name="T78" fmla="*/ 145 w 340"/>
                <a:gd name="T79" fmla="*/ 12 h 239"/>
                <a:gd name="T80" fmla="*/ 145 w 340"/>
                <a:gd name="T81" fmla="*/ 12 h 239"/>
                <a:gd name="T82" fmla="*/ 145 w 340"/>
                <a:gd name="T83" fmla="*/ 12 h 239"/>
                <a:gd name="T84" fmla="*/ 145 w 340"/>
                <a:gd name="T85" fmla="*/ 12 h 239"/>
                <a:gd name="T86" fmla="*/ 145 w 340"/>
                <a:gd name="T87" fmla="*/ 12 h 239"/>
                <a:gd name="T88" fmla="*/ 145 w 340"/>
                <a:gd name="T89" fmla="*/ 12 h 239"/>
                <a:gd name="T90" fmla="*/ 125 w 340"/>
                <a:gd name="T91" fmla="*/ 12 h 239"/>
                <a:gd name="T92" fmla="*/ 125 w 340"/>
                <a:gd name="T93" fmla="*/ 30 h 239"/>
                <a:gd name="T94" fmla="*/ 125 w 340"/>
                <a:gd name="T95" fmla="*/ 12 h 23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40" h="239">
                  <a:moveTo>
                    <a:pt x="8" y="1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6" y="2"/>
                    <a:pt x="5" y="3"/>
                    <a:pt x="5" y="6"/>
                  </a:cubicBezTo>
                  <a:cubicBezTo>
                    <a:pt x="5" y="12"/>
                    <a:pt x="10" y="25"/>
                    <a:pt x="35" y="51"/>
                  </a:cubicBezTo>
                  <a:cubicBezTo>
                    <a:pt x="49" y="65"/>
                    <a:pt x="55" y="86"/>
                    <a:pt x="55" y="105"/>
                  </a:cubicBezTo>
                  <a:cubicBezTo>
                    <a:pt x="55" y="116"/>
                    <a:pt x="53" y="126"/>
                    <a:pt x="49" y="134"/>
                  </a:cubicBezTo>
                  <a:cubicBezTo>
                    <a:pt x="45" y="144"/>
                    <a:pt x="32" y="164"/>
                    <a:pt x="21" y="184"/>
                  </a:cubicBezTo>
                  <a:cubicBezTo>
                    <a:pt x="16" y="194"/>
                    <a:pt x="10" y="204"/>
                    <a:pt x="6" y="213"/>
                  </a:cubicBezTo>
                  <a:cubicBezTo>
                    <a:pt x="2" y="222"/>
                    <a:pt x="0" y="230"/>
                    <a:pt x="0" y="235"/>
                  </a:cubicBezTo>
                  <a:cubicBezTo>
                    <a:pt x="0" y="236"/>
                    <a:pt x="0" y="237"/>
                    <a:pt x="0" y="238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313" y="172"/>
                    <a:pt x="313" y="172"/>
                    <a:pt x="313" y="172"/>
                  </a:cubicBezTo>
                  <a:cubicBezTo>
                    <a:pt x="340" y="107"/>
                    <a:pt x="340" y="107"/>
                    <a:pt x="340" y="107"/>
                  </a:cubicBezTo>
                  <a:cubicBezTo>
                    <a:pt x="297" y="50"/>
                    <a:pt x="297" y="50"/>
                    <a:pt x="297" y="50"/>
                  </a:cubicBezTo>
                  <a:cubicBezTo>
                    <a:pt x="203" y="23"/>
                    <a:pt x="203" y="23"/>
                    <a:pt x="203" y="23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203" y="25"/>
                    <a:pt x="203" y="25"/>
                    <a:pt x="203" y="25"/>
                  </a:cubicBezTo>
                  <a:cubicBezTo>
                    <a:pt x="296" y="52"/>
                    <a:pt x="296" y="52"/>
                    <a:pt x="296" y="52"/>
                  </a:cubicBezTo>
                  <a:cubicBezTo>
                    <a:pt x="338" y="107"/>
                    <a:pt x="338" y="107"/>
                    <a:pt x="338" y="107"/>
                  </a:cubicBezTo>
                  <a:cubicBezTo>
                    <a:pt x="312" y="170"/>
                    <a:pt x="312" y="170"/>
                    <a:pt x="312" y="170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7"/>
                    <a:pt x="1" y="237"/>
                    <a:pt x="1" y="237"/>
                  </a:cubicBezTo>
                  <a:cubicBezTo>
                    <a:pt x="2" y="237"/>
                    <a:pt x="2" y="237"/>
                    <a:pt x="2" y="237"/>
                  </a:cubicBezTo>
                  <a:cubicBezTo>
                    <a:pt x="2" y="237"/>
                    <a:pt x="2" y="236"/>
                    <a:pt x="2" y="235"/>
                  </a:cubicBezTo>
                  <a:cubicBezTo>
                    <a:pt x="2" y="230"/>
                    <a:pt x="4" y="223"/>
                    <a:pt x="8" y="214"/>
                  </a:cubicBezTo>
                  <a:cubicBezTo>
                    <a:pt x="14" y="201"/>
                    <a:pt x="23" y="185"/>
                    <a:pt x="31" y="170"/>
                  </a:cubicBezTo>
                  <a:cubicBezTo>
                    <a:pt x="40" y="156"/>
                    <a:pt x="47" y="142"/>
                    <a:pt x="51" y="134"/>
                  </a:cubicBezTo>
                  <a:cubicBezTo>
                    <a:pt x="55" y="126"/>
                    <a:pt x="57" y="116"/>
                    <a:pt x="57" y="105"/>
                  </a:cubicBezTo>
                  <a:cubicBezTo>
                    <a:pt x="57" y="85"/>
                    <a:pt x="51" y="64"/>
                    <a:pt x="37" y="49"/>
                  </a:cubicBezTo>
                  <a:cubicBezTo>
                    <a:pt x="12" y="24"/>
                    <a:pt x="7" y="11"/>
                    <a:pt x="7" y="6"/>
                  </a:cubicBezTo>
                  <a:cubicBezTo>
                    <a:pt x="7" y="4"/>
                    <a:pt x="7" y="3"/>
                    <a:pt x="8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77" name="Freeform 257">
              <a:extLst>
                <a:ext uri="{FF2B5EF4-FFF2-40B4-BE49-F238E27FC236}">
                  <a16:creationId xmlns:a16="http://schemas.microsoft.com/office/drawing/2014/main" id="{B9DE21CE-4A35-4F8B-8AD1-EB42E86E9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256"/>
              <a:ext cx="783" cy="564"/>
            </a:xfrm>
            <a:custGeom>
              <a:avLst/>
              <a:gdLst>
                <a:gd name="T0" fmla="*/ 4881 w 313"/>
                <a:gd name="T1" fmla="*/ 12 h 226"/>
                <a:gd name="T2" fmla="*/ 4868 w 313"/>
                <a:gd name="T3" fmla="*/ 12 h 226"/>
                <a:gd name="T4" fmla="*/ 4851 w 313"/>
                <a:gd name="T5" fmla="*/ 30 h 226"/>
                <a:gd name="T6" fmla="*/ 4463 w 313"/>
                <a:gd name="T7" fmla="*/ 853 h 226"/>
                <a:gd name="T8" fmla="*/ 4038 w 313"/>
                <a:gd name="T9" fmla="*/ 1769 h 226"/>
                <a:gd name="T10" fmla="*/ 4068 w 313"/>
                <a:gd name="T11" fmla="*/ 1974 h 226"/>
                <a:gd name="T12" fmla="*/ 4380 w 313"/>
                <a:gd name="T13" fmla="*/ 2673 h 226"/>
                <a:gd name="T14" fmla="*/ 4600 w 313"/>
                <a:gd name="T15" fmla="*/ 3451 h 226"/>
                <a:gd name="T16" fmla="*/ 4600 w 313"/>
                <a:gd name="T17" fmla="*/ 3501 h 226"/>
                <a:gd name="T18" fmla="*/ 4618 w 313"/>
                <a:gd name="T19" fmla="*/ 3501 h 226"/>
                <a:gd name="T20" fmla="*/ 4618 w 313"/>
                <a:gd name="T21" fmla="*/ 3481 h 226"/>
                <a:gd name="T22" fmla="*/ 2772 w 313"/>
                <a:gd name="T23" fmla="*/ 3327 h 226"/>
                <a:gd name="T24" fmla="*/ 563 w 313"/>
                <a:gd name="T25" fmla="*/ 2503 h 226"/>
                <a:gd name="T26" fmla="*/ 33 w 313"/>
                <a:gd name="T27" fmla="*/ 933 h 226"/>
                <a:gd name="T28" fmla="*/ 1408 w 313"/>
                <a:gd name="T29" fmla="*/ 479 h 226"/>
                <a:gd name="T30" fmla="*/ 3617 w 313"/>
                <a:gd name="T31" fmla="*/ 92 h 226"/>
                <a:gd name="T32" fmla="*/ 4881 w 313"/>
                <a:gd name="T33" fmla="*/ 30 h 226"/>
                <a:gd name="T34" fmla="*/ 4881 w 313"/>
                <a:gd name="T35" fmla="*/ 12 h 226"/>
                <a:gd name="T36" fmla="*/ 4868 w 313"/>
                <a:gd name="T37" fmla="*/ 12 h 226"/>
                <a:gd name="T38" fmla="*/ 4881 w 313"/>
                <a:gd name="T39" fmla="*/ 12 h 226"/>
                <a:gd name="T40" fmla="*/ 4881 w 313"/>
                <a:gd name="T41" fmla="*/ 0 h 226"/>
                <a:gd name="T42" fmla="*/ 3617 w 313"/>
                <a:gd name="T43" fmla="*/ 62 h 226"/>
                <a:gd name="T44" fmla="*/ 1396 w 313"/>
                <a:gd name="T45" fmla="*/ 449 h 226"/>
                <a:gd name="T46" fmla="*/ 0 w 313"/>
                <a:gd name="T47" fmla="*/ 903 h 226"/>
                <a:gd name="T48" fmla="*/ 533 w 313"/>
                <a:gd name="T49" fmla="*/ 2536 h 226"/>
                <a:gd name="T50" fmla="*/ 2772 w 313"/>
                <a:gd name="T51" fmla="*/ 3357 h 226"/>
                <a:gd name="T52" fmla="*/ 4630 w 313"/>
                <a:gd name="T53" fmla="*/ 3514 h 226"/>
                <a:gd name="T54" fmla="*/ 4630 w 313"/>
                <a:gd name="T55" fmla="*/ 3501 h 226"/>
                <a:gd name="T56" fmla="*/ 4630 w 313"/>
                <a:gd name="T57" fmla="*/ 3451 h 226"/>
                <a:gd name="T58" fmla="*/ 4413 w 313"/>
                <a:gd name="T59" fmla="*/ 2660 h 226"/>
                <a:gd name="T60" fmla="*/ 4100 w 313"/>
                <a:gd name="T61" fmla="*/ 1957 h 226"/>
                <a:gd name="T62" fmla="*/ 4068 w 313"/>
                <a:gd name="T63" fmla="*/ 1769 h 226"/>
                <a:gd name="T64" fmla="*/ 4493 w 313"/>
                <a:gd name="T65" fmla="*/ 871 h 226"/>
                <a:gd name="T66" fmla="*/ 4901 w 313"/>
                <a:gd name="T67" fmla="*/ 12 h 226"/>
                <a:gd name="T68" fmla="*/ 4901 w 313"/>
                <a:gd name="T69" fmla="*/ 0 h 226"/>
                <a:gd name="T70" fmla="*/ 4881 w 313"/>
                <a:gd name="T71" fmla="*/ 0 h 226"/>
                <a:gd name="T72" fmla="*/ 4881 w 313"/>
                <a:gd name="T73" fmla="*/ 12 h 22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13" h="226">
                  <a:moveTo>
                    <a:pt x="312" y="1"/>
                  </a:moveTo>
                  <a:cubicBezTo>
                    <a:pt x="311" y="1"/>
                    <a:pt x="311" y="1"/>
                    <a:pt x="311" y="1"/>
                  </a:cubicBezTo>
                  <a:cubicBezTo>
                    <a:pt x="311" y="1"/>
                    <a:pt x="311" y="1"/>
                    <a:pt x="310" y="2"/>
                  </a:cubicBezTo>
                  <a:cubicBezTo>
                    <a:pt x="309" y="8"/>
                    <a:pt x="302" y="32"/>
                    <a:pt x="285" y="55"/>
                  </a:cubicBezTo>
                  <a:cubicBezTo>
                    <a:pt x="269" y="76"/>
                    <a:pt x="258" y="97"/>
                    <a:pt x="258" y="114"/>
                  </a:cubicBezTo>
                  <a:cubicBezTo>
                    <a:pt x="258" y="119"/>
                    <a:pt x="258" y="123"/>
                    <a:pt x="260" y="127"/>
                  </a:cubicBezTo>
                  <a:cubicBezTo>
                    <a:pt x="264" y="135"/>
                    <a:pt x="273" y="153"/>
                    <a:pt x="280" y="172"/>
                  </a:cubicBezTo>
                  <a:cubicBezTo>
                    <a:pt x="288" y="191"/>
                    <a:pt x="294" y="211"/>
                    <a:pt x="294" y="222"/>
                  </a:cubicBezTo>
                  <a:cubicBezTo>
                    <a:pt x="294" y="223"/>
                    <a:pt x="294" y="224"/>
                    <a:pt x="294" y="225"/>
                  </a:cubicBezTo>
                  <a:cubicBezTo>
                    <a:pt x="295" y="225"/>
                    <a:pt x="295" y="225"/>
                    <a:pt x="295" y="225"/>
                  </a:cubicBezTo>
                  <a:cubicBezTo>
                    <a:pt x="295" y="224"/>
                    <a:pt x="295" y="224"/>
                    <a:pt x="295" y="224"/>
                  </a:cubicBezTo>
                  <a:cubicBezTo>
                    <a:pt x="177" y="214"/>
                    <a:pt x="177" y="214"/>
                    <a:pt x="177" y="214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312" y="1"/>
                    <a:pt x="312" y="1"/>
                    <a:pt x="312" y="1"/>
                  </a:cubicBezTo>
                  <a:cubicBezTo>
                    <a:pt x="311" y="1"/>
                    <a:pt x="311" y="1"/>
                    <a:pt x="311" y="1"/>
                  </a:cubicBezTo>
                  <a:cubicBezTo>
                    <a:pt x="312" y="1"/>
                    <a:pt x="312" y="1"/>
                    <a:pt x="312" y="1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231" y="4"/>
                    <a:pt x="231" y="4"/>
                    <a:pt x="231" y="4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177" y="216"/>
                    <a:pt x="177" y="216"/>
                    <a:pt x="177" y="216"/>
                  </a:cubicBezTo>
                  <a:cubicBezTo>
                    <a:pt x="296" y="226"/>
                    <a:pt x="296" y="226"/>
                    <a:pt x="296" y="226"/>
                  </a:cubicBezTo>
                  <a:cubicBezTo>
                    <a:pt x="296" y="225"/>
                    <a:pt x="296" y="225"/>
                    <a:pt x="296" y="225"/>
                  </a:cubicBezTo>
                  <a:cubicBezTo>
                    <a:pt x="296" y="224"/>
                    <a:pt x="296" y="223"/>
                    <a:pt x="296" y="222"/>
                  </a:cubicBezTo>
                  <a:cubicBezTo>
                    <a:pt x="296" y="210"/>
                    <a:pt x="290" y="190"/>
                    <a:pt x="282" y="171"/>
                  </a:cubicBezTo>
                  <a:cubicBezTo>
                    <a:pt x="274" y="152"/>
                    <a:pt x="266" y="134"/>
                    <a:pt x="262" y="126"/>
                  </a:cubicBezTo>
                  <a:cubicBezTo>
                    <a:pt x="260" y="122"/>
                    <a:pt x="260" y="119"/>
                    <a:pt x="260" y="114"/>
                  </a:cubicBezTo>
                  <a:cubicBezTo>
                    <a:pt x="260" y="98"/>
                    <a:pt x="271" y="77"/>
                    <a:pt x="287" y="56"/>
                  </a:cubicBezTo>
                  <a:cubicBezTo>
                    <a:pt x="307" y="29"/>
                    <a:pt x="313" y="1"/>
                    <a:pt x="313" y="1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12" y="0"/>
                    <a:pt x="312" y="0"/>
                    <a:pt x="312" y="0"/>
                  </a:cubicBezTo>
                  <a:lnTo>
                    <a:pt x="312" y="1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78" name="Freeform 258">
              <a:extLst>
                <a:ext uri="{FF2B5EF4-FFF2-40B4-BE49-F238E27FC236}">
                  <a16:creationId xmlns:a16="http://schemas.microsoft.com/office/drawing/2014/main" id="{24C70D40-26E5-43DF-88EE-833D03275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126"/>
              <a:ext cx="1873" cy="794"/>
            </a:xfrm>
            <a:custGeom>
              <a:avLst/>
              <a:gdLst>
                <a:gd name="T0" fmla="*/ 10930 w 749"/>
                <a:gd name="T1" fmla="*/ 4919 h 318"/>
                <a:gd name="T2" fmla="*/ 5942 w 749"/>
                <a:gd name="T3" fmla="*/ 4077 h 318"/>
                <a:gd name="T4" fmla="*/ 425 w 749"/>
                <a:gd name="T5" fmla="*/ 4951 h 318"/>
                <a:gd name="T6" fmla="*/ 333 w 749"/>
                <a:gd name="T7" fmla="*/ 3890 h 318"/>
                <a:gd name="T8" fmla="*/ 1395 w 749"/>
                <a:gd name="T9" fmla="*/ 3441 h 318"/>
                <a:gd name="T10" fmla="*/ 2021 w 749"/>
                <a:gd name="T11" fmla="*/ 3223 h 318"/>
                <a:gd name="T12" fmla="*/ 4084 w 749"/>
                <a:gd name="T13" fmla="*/ 3161 h 318"/>
                <a:gd name="T14" fmla="*/ 5021 w 749"/>
                <a:gd name="T15" fmla="*/ 2519 h 318"/>
                <a:gd name="T16" fmla="*/ 4659 w 749"/>
                <a:gd name="T17" fmla="*/ 2025 h 318"/>
                <a:gd name="T18" fmla="*/ 4114 w 749"/>
                <a:gd name="T19" fmla="*/ 1695 h 318"/>
                <a:gd name="T20" fmla="*/ 3563 w 749"/>
                <a:gd name="T21" fmla="*/ 1433 h 318"/>
                <a:gd name="T22" fmla="*/ 2738 w 749"/>
                <a:gd name="T23" fmla="*/ 1383 h 318"/>
                <a:gd name="T24" fmla="*/ 1845 w 749"/>
                <a:gd name="T25" fmla="*/ 1528 h 318"/>
                <a:gd name="T26" fmla="*/ 1033 w 749"/>
                <a:gd name="T27" fmla="*/ 1228 h 318"/>
                <a:gd name="T28" fmla="*/ 345 w 749"/>
                <a:gd name="T29" fmla="*/ 854 h 318"/>
                <a:gd name="T30" fmla="*/ 550 w 749"/>
                <a:gd name="T31" fmla="*/ 42 h 318"/>
                <a:gd name="T32" fmla="*/ 5942 w 749"/>
                <a:gd name="T33" fmla="*/ 904 h 318"/>
                <a:gd name="T34" fmla="*/ 11100 w 749"/>
                <a:gd name="T35" fmla="*/ 0 h 318"/>
                <a:gd name="T36" fmla="*/ 11225 w 749"/>
                <a:gd name="T37" fmla="*/ 1121 h 318"/>
                <a:gd name="T38" fmla="*/ 9713 w 749"/>
                <a:gd name="T39" fmla="*/ 1571 h 318"/>
                <a:gd name="T40" fmla="*/ 8555 w 749"/>
                <a:gd name="T41" fmla="*/ 1883 h 318"/>
                <a:gd name="T42" fmla="*/ 7067 w 749"/>
                <a:gd name="T43" fmla="*/ 2007 h 318"/>
                <a:gd name="T44" fmla="*/ 7722 w 749"/>
                <a:gd name="T45" fmla="*/ 3066 h 318"/>
                <a:gd name="T46" fmla="*/ 9192 w 749"/>
                <a:gd name="T47" fmla="*/ 3735 h 318"/>
                <a:gd name="T48" fmla="*/ 9818 w 749"/>
                <a:gd name="T49" fmla="*/ 3878 h 318"/>
                <a:gd name="T50" fmla="*/ 10493 w 749"/>
                <a:gd name="T51" fmla="*/ 4015 h 318"/>
                <a:gd name="T52" fmla="*/ 11118 w 749"/>
                <a:gd name="T53" fmla="*/ 4170 h 318"/>
                <a:gd name="T54" fmla="*/ 10930 w 749"/>
                <a:gd name="T55" fmla="*/ 4919 h 3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49" h="318">
                  <a:moveTo>
                    <a:pt x="699" y="316"/>
                  </a:moveTo>
                  <a:cubicBezTo>
                    <a:pt x="602" y="287"/>
                    <a:pt x="494" y="262"/>
                    <a:pt x="380" y="262"/>
                  </a:cubicBezTo>
                  <a:cubicBezTo>
                    <a:pt x="261" y="262"/>
                    <a:pt x="138" y="288"/>
                    <a:pt x="27" y="318"/>
                  </a:cubicBezTo>
                  <a:cubicBezTo>
                    <a:pt x="0" y="282"/>
                    <a:pt x="16" y="265"/>
                    <a:pt x="21" y="250"/>
                  </a:cubicBezTo>
                  <a:cubicBezTo>
                    <a:pt x="26" y="236"/>
                    <a:pt x="80" y="222"/>
                    <a:pt x="89" y="221"/>
                  </a:cubicBezTo>
                  <a:cubicBezTo>
                    <a:pt x="99" y="220"/>
                    <a:pt x="124" y="216"/>
                    <a:pt x="129" y="207"/>
                  </a:cubicBezTo>
                  <a:cubicBezTo>
                    <a:pt x="135" y="199"/>
                    <a:pt x="214" y="212"/>
                    <a:pt x="261" y="203"/>
                  </a:cubicBezTo>
                  <a:cubicBezTo>
                    <a:pt x="307" y="195"/>
                    <a:pt x="318" y="180"/>
                    <a:pt x="321" y="162"/>
                  </a:cubicBezTo>
                  <a:cubicBezTo>
                    <a:pt x="325" y="144"/>
                    <a:pt x="315" y="136"/>
                    <a:pt x="298" y="130"/>
                  </a:cubicBezTo>
                  <a:cubicBezTo>
                    <a:pt x="282" y="123"/>
                    <a:pt x="271" y="118"/>
                    <a:pt x="263" y="109"/>
                  </a:cubicBezTo>
                  <a:cubicBezTo>
                    <a:pt x="254" y="99"/>
                    <a:pt x="247" y="96"/>
                    <a:pt x="228" y="92"/>
                  </a:cubicBezTo>
                  <a:cubicBezTo>
                    <a:pt x="209" y="88"/>
                    <a:pt x="192" y="84"/>
                    <a:pt x="175" y="89"/>
                  </a:cubicBezTo>
                  <a:cubicBezTo>
                    <a:pt x="159" y="94"/>
                    <a:pt x="142" y="99"/>
                    <a:pt x="118" y="98"/>
                  </a:cubicBezTo>
                  <a:cubicBezTo>
                    <a:pt x="94" y="97"/>
                    <a:pt x="96" y="76"/>
                    <a:pt x="66" y="79"/>
                  </a:cubicBezTo>
                  <a:cubicBezTo>
                    <a:pt x="53" y="81"/>
                    <a:pt x="42" y="74"/>
                    <a:pt x="22" y="55"/>
                  </a:cubicBezTo>
                  <a:cubicBezTo>
                    <a:pt x="2" y="36"/>
                    <a:pt x="35" y="3"/>
                    <a:pt x="35" y="3"/>
                  </a:cubicBezTo>
                  <a:cubicBezTo>
                    <a:pt x="143" y="32"/>
                    <a:pt x="264" y="58"/>
                    <a:pt x="380" y="58"/>
                  </a:cubicBezTo>
                  <a:cubicBezTo>
                    <a:pt x="499" y="58"/>
                    <a:pt x="611" y="31"/>
                    <a:pt x="710" y="0"/>
                  </a:cubicBezTo>
                  <a:cubicBezTo>
                    <a:pt x="710" y="0"/>
                    <a:pt x="749" y="42"/>
                    <a:pt x="718" y="72"/>
                  </a:cubicBezTo>
                  <a:cubicBezTo>
                    <a:pt x="688" y="102"/>
                    <a:pt x="642" y="80"/>
                    <a:pt x="621" y="101"/>
                  </a:cubicBezTo>
                  <a:cubicBezTo>
                    <a:pt x="600" y="122"/>
                    <a:pt x="567" y="124"/>
                    <a:pt x="547" y="121"/>
                  </a:cubicBezTo>
                  <a:cubicBezTo>
                    <a:pt x="527" y="118"/>
                    <a:pt x="460" y="102"/>
                    <a:pt x="452" y="129"/>
                  </a:cubicBezTo>
                  <a:cubicBezTo>
                    <a:pt x="443" y="155"/>
                    <a:pt x="454" y="180"/>
                    <a:pt x="494" y="197"/>
                  </a:cubicBezTo>
                  <a:cubicBezTo>
                    <a:pt x="534" y="214"/>
                    <a:pt x="573" y="243"/>
                    <a:pt x="588" y="240"/>
                  </a:cubicBezTo>
                  <a:cubicBezTo>
                    <a:pt x="603" y="237"/>
                    <a:pt x="616" y="240"/>
                    <a:pt x="628" y="249"/>
                  </a:cubicBezTo>
                  <a:cubicBezTo>
                    <a:pt x="640" y="259"/>
                    <a:pt x="658" y="259"/>
                    <a:pt x="671" y="258"/>
                  </a:cubicBezTo>
                  <a:cubicBezTo>
                    <a:pt x="684" y="257"/>
                    <a:pt x="708" y="253"/>
                    <a:pt x="711" y="268"/>
                  </a:cubicBezTo>
                  <a:cubicBezTo>
                    <a:pt x="714" y="284"/>
                    <a:pt x="718" y="302"/>
                    <a:pt x="699" y="316"/>
                  </a:cubicBezTo>
                  <a:close/>
                </a:path>
              </a:pathLst>
            </a:custGeom>
            <a:solidFill>
              <a:srgbClr val="BE3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79" name="Freeform 259">
              <a:extLst>
                <a:ext uri="{FF2B5EF4-FFF2-40B4-BE49-F238E27FC236}">
                  <a16:creationId xmlns:a16="http://schemas.microsoft.com/office/drawing/2014/main" id="{D127BDA6-CE07-4FDB-BBCC-529E0834D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123"/>
              <a:ext cx="1800" cy="802"/>
            </a:xfrm>
            <a:custGeom>
              <a:avLst/>
              <a:gdLst>
                <a:gd name="T0" fmla="*/ 5770 w 720"/>
                <a:gd name="T1" fmla="*/ 4087 h 321"/>
                <a:gd name="T2" fmla="*/ 270 w 720"/>
                <a:gd name="T3" fmla="*/ 4974 h 321"/>
                <a:gd name="T4" fmla="*/ 345 w 720"/>
                <a:gd name="T5" fmla="*/ 3778 h 321"/>
                <a:gd name="T6" fmla="*/ 1750 w 720"/>
                <a:gd name="T7" fmla="*/ 3353 h 321"/>
                <a:gd name="T8" fmla="*/ 2145 w 720"/>
                <a:gd name="T9" fmla="*/ 3215 h 321"/>
                <a:gd name="T10" fmla="*/ 4645 w 720"/>
                <a:gd name="T11" fmla="*/ 2933 h 321"/>
                <a:gd name="T12" fmla="*/ 4770 w 720"/>
                <a:gd name="T13" fmla="*/ 2184 h 321"/>
                <a:gd name="T14" fmla="*/ 3738 w 720"/>
                <a:gd name="T15" fmla="*/ 1529 h 321"/>
                <a:gd name="T16" fmla="*/ 2563 w 720"/>
                <a:gd name="T17" fmla="*/ 1387 h 321"/>
                <a:gd name="T18" fmla="*/ 1333 w 720"/>
                <a:gd name="T19" fmla="*/ 1374 h 321"/>
                <a:gd name="T20" fmla="*/ 813 w 720"/>
                <a:gd name="T21" fmla="*/ 1249 h 321"/>
                <a:gd name="T22" fmla="*/ 95 w 720"/>
                <a:gd name="T23" fmla="*/ 637 h 321"/>
                <a:gd name="T24" fmla="*/ 375 w 720"/>
                <a:gd name="T25" fmla="*/ 75 h 321"/>
                <a:gd name="T26" fmla="*/ 375 w 720"/>
                <a:gd name="T27" fmla="*/ 75 h 321"/>
                <a:gd name="T28" fmla="*/ 10925 w 720"/>
                <a:gd name="T29" fmla="*/ 12 h 321"/>
                <a:gd name="T30" fmla="*/ 11220 w 720"/>
                <a:gd name="T31" fmla="*/ 717 h 321"/>
                <a:gd name="T32" fmla="*/ 9833 w 720"/>
                <a:gd name="T33" fmla="*/ 1437 h 321"/>
                <a:gd name="T34" fmla="*/ 8375 w 720"/>
                <a:gd name="T35" fmla="*/ 1886 h 321"/>
                <a:gd name="T36" fmla="*/ 6875 w 720"/>
                <a:gd name="T37" fmla="*/ 2009 h 321"/>
                <a:gd name="T38" fmla="*/ 8375 w 720"/>
                <a:gd name="T39" fmla="*/ 3528 h 321"/>
                <a:gd name="T40" fmla="*/ 9020 w 720"/>
                <a:gd name="T41" fmla="*/ 3778 h 321"/>
                <a:gd name="T42" fmla="*/ 10158 w 720"/>
                <a:gd name="T43" fmla="*/ 4057 h 321"/>
                <a:gd name="T44" fmla="*/ 10813 w 720"/>
                <a:gd name="T45" fmla="*/ 4070 h 321"/>
                <a:gd name="T46" fmla="*/ 10738 w 720"/>
                <a:gd name="T47" fmla="*/ 4932 h 321"/>
                <a:gd name="T48" fmla="*/ 10750 w 720"/>
                <a:gd name="T49" fmla="*/ 4944 h 321"/>
                <a:gd name="T50" fmla="*/ 10958 w 720"/>
                <a:gd name="T51" fmla="*/ 4195 h 321"/>
                <a:gd name="T52" fmla="*/ 10313 w 720"/>
                <a:gd name="T53" fmla="*/ 4025 h 321"/>
                <a:gd name="T54" fmla="*/ 9188 w 720"/>
                <a:gd name="T55" fmla="*/ 3728 h 321"/>
                <a:gd name="T56" fmla="*/ 8738 w 720"/>
                <a:gd name="T57" fmla="*/ 3683 h 321"/>
                <a:gd name="T58" fmla="*/ 6908 w 720"/>
                <a:gd name="T59" fmla="*/ 2029 h 321"/>
                <a:gd name="T60" fmla="*/ 8375 w 720"/>
                <a:gd name="T61" fmla="*/ 1916 h 321"/>
                <a:gd name="T62" fmla="*/ 9845 w 720"/>
                <a:gd name="T63" fmla="*/ 1467 h 321"/>
                <a:gd name="T64" fmla="*/ 11250 w 720"/>
                <a:gd name="T65" fmla="*/ 717 h 321"/>
                <a:gd name="T66" fmla="*/ 10925 w 720"/>
                <a:gd name="T67" fmla="*/ 0 h 321"/>
                <a:gd name="T68" fmla="*/ 363 w 720"/>
                <a:gd name="T69" fmla="*/ 42 h 321"/>
                <a:gd name="T70" fmla="*/ 63 w 720"/>
                <a:gd name="T71" fmla="*/ 637 h 321"/>
                <a:gd name="T72" fmla="*/ 813 w 720"/>
                <a:gd name="T73" fmla="*/ 1279 h 321"/>
                <a:gd name="T74" fmla="*/ 1313 w 720"/>
                <a:gd name="T75" fmla="*/ 1404 h 321"/>
                <a:gd name="T76" fmla="*/ 2583 w 720"/>
                <a:gd name="T77" fmla="*/ 1417 h 321"/>
                <a:gd name="T78" fmla="*/ 3720 w 720"/>
                <a:gd name="T79" fmla="*/ 1562 h 321"/>
                <a:gd name="T80" fmla="*/ 4750 w 720"/>
                <a:gd name="T81" fmla="*/ 2196 h 321"/>
                <a:gd name="T82" fmla="*/ 4625 w 720"/>
                <a:gd name="T83" fmla="*/ 2903 h 321"/>
                <a:gd name="T84" fmla="*/ 2145 w 720"/>
                <a:gd name="T85" fmla="*/ 3183 h 321"/>
                <a:gd name="T86" fmla="*/ 1833 w 720"/>
                <a:gd name="T87" fmla="*/ 3245 h 321"/>
                <a:gd name="T88" fmla="*/ 658 w 720"/>
                <a:gd name="T89" fmla="*/ 3603 h 321"/>
                <a:gd name="T90" fmla="*/ 0 w 720"/>
                <a:gd name="T91" fmla="*/ 4400 h 321"/>
                <a:gd name="T92" fmla="*/ 270 w 720"/>
                <a:gd name="T93" fmla="*/ 4994 h 321"/>
                <a:gd name="T94" fmla="*/ 10750 w 720"/>
                <a:gd name="T95" fmla="*/ 4962 h 32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20" h="321">
                  <a:moveTo>
                    <a:pt x="688" y="317"/>
                  </a:moveTo>
                  <a:cubicBezTo>
                    <a:pt x="688" y="316"/>
                    <a:pt x="688" y="316"/>
                    <a:pt x="688" y="316"/>
                  </a:cubicBezTo>
                  <a:cubicBezTo>
                    <a:pt x="592" y="287"/>
                    <a:pt x="483" y="262"/>
                    <a:pt x="369" y="262"/>
                  </a:cubicBezTo>
                  <a:cubicBezTo>
                    <a:pt x="250" y="262"/>
                    <a:pt x="126" y="288"/>
                    <a:pt x="16" y="318"/>
                  </a:cubicBezTo>
                  <a:cubicBezTo>
                    <a:pt x="16" y="319"/>
                    <a:pt x="16" y="319"/>
                    <a:pt x="16" y="319"/>
                  </a:cubicBezTo>
                  <a:cubicBezTo>
                    <a:pt x="17" y="319"/>
                    <a:pt x="17" y="319"/>
                    <a:pt x="17" y="319"/>
                  </a:cubicBezTo>
                  <a:cubicBezTo>
                    <a:pt x="5" y="303"/>
                    <a:pt x="2" y="291"/>
                    <a:pt x="2" y="282"/>
                  </a:cubicBezTo>
                  <a:cubicBezTo>
                    <a:pt x="2" y="269"/>
                    <a:pt x="8" y="260"/>
                    <a:pt x="11" y="252"/>
                  </a:cubicBezTo>
                  <a:cubicBezTo>
                    <a:pt x="12" y="249"/>
                    <a:pt x="16" y="245"/>
                    <a:pt x="22" y="242"/>
                  </a:cubicBezTo>
                  <a:cubicBezTo>
                    <a:pt x="40" y="232"/>
                    <a:pt x="72" y="224"/>
                    <a:pt x="78" y="223"/>
                  </a:cubicBezTo>
                  <a:cubicBezTo>
                    <a:pt x="83" y="223"/>
                    <a:pt x="92" y="221"/>
                    <a:pt x="100" y="219"/>
                  </a:cubicBezTo>
                  <a:cubicBezTo>
                    <a:pt x="104" y="218"/>
                    <a:pt x="108" y="216"/>
                    <a:pt x="112" y="215"/>
                  </a:cubicBezTo>
                  <a:cubicBezTo>
                    <a:pt x="115" y="213"/>
                    <a:pt x="118" y="211"/>
                    <a:pt x="119" y="209"/>
                  </a:cubicBezTo>
                  <a:cubicBezTo>
                    <a:pt x="119" y="209"/>
                    <a:pt x="120" y="208"/>
                    <a:pt x="121" y="208"/>
                  </a:cubicBezTo>
                  <a:cubicBezTo>
                    <a:pt x="124" y="207"/>
                    <a:pt x="130" y="206"/>
                    <a:pt x="137" y="206"/>
                  </a:cubicBezTo>
                  <a:cubicBezTo>
                    <a:pt x="154" y="206"/>
                    <a:pt x="180" y="208"/>
                    <a:pt x="206" y="208"/>
                  </a:cubicBezTo>
                  <a:cubicBezTo>
                    <a:pt x="221" y="208"/>
                    <a:pt x="237" y="208"/>
                    <a:pt x="250" y="205"/>
                  </a:cubicBezTo>
                  <a:cubicBezTo>
                    <a:pt x="273" y="201"/>
                    <a:pt x="287" y="195"/>
                    <a:pt x="297" y="188"/>
                  </a:cubicBezTo>
                  <a:cubicBezTo>
                    <a:pt x="306" y="181"/>
                    <a:pt x="310" y="173"/>
                    <a:pt x="311" y="163"/>
                  </a:cubicBezTo>
                  <a:cubicBezTo>
                    <a:pt x="312" y="161"/>
                    <a:pt x="312" y="159"/>
                    <a:pt x="312" y="157"/>
                  </a:cubicBezTo>
                  <a:cubicBezTo>
                    <a:pt x="312" y="150"/>
                    <a:pt x="310" y="144"/>
                    <a:pt x="305" y="140"/>
                  </a:cubicBezTo>
                  <a:cubicBezTo>
                    <a:pt x="301" y="136"/>
                    <a:pt x="295" y="133"/>
                    <a:pt x="288" y="130"/>
                  </a:cubicBezTo>
                  <a:cubicBezTo>
                    <a:pt x="271" y="123"/>
                    <a:pt x="261" y="118"/>
                    <a:pt x="252" y="109"/>
                  </a:cubicBezTo>
                  <a:cubicBezTo>
                    <a:pt x="248" y="104"/>
                    <a:pt x="244" y="101"/>
                    <a:pt x="239" y="98"/>
                  </a:cubicBezTo>
                  <a:cubicBezTo>
                    <a:pt x="233" y="96"/>
                    <a:pt x="227" y="94"/>
                    <a:pt x="217" y="92"/>
                  </a:cubicBezTo>
                  <a:cubicBezTo>
                    <a:pt x="205" y="89"/>
                    <a:pt x="193" y="86"/>
                    <a:pt x="181" y="86"/>
                  </a:cubicBezTo>
                  <a:cubicBezTo>
                    <a:pt x="176" y="86"/>
                    <a:pt x="170" y="87"/>
                    <a:pt x="164" y="89"/>
                  </a:cubicBezTo>
                  <a:cubicBezTo>
                    <a:pt x="149" y="94"/>
                    <a:pt x="134" y="98"/>
                    <a:pt x="113" y="98"/>
                  </a:cubicBezTo>
                  <a:cubicBezTo>
                    <a:pt x="111" y="98"/>
                    <a:pt x="109" y="98"/>
                    <a:pt x="107" y="98"/>
                  </a:cubicBezTo>
                  <a:cubicBezTo>
                    <a:pt x="96" y="98"/>
                    <a:pt x="91" y="93"/>
                    <a:pt x="85" y="88"/>
                  </a:cubicBezTo>
                  <a:cubicBezTo>
                    <a:pt x="79" y="84"/>
                    <a:pt x="73" y="79"/>
                    <a:pt x="61" y="79"/>
                  </a:cubicBezTo>
                  <a:cubicBezTo>
                    <a:pt x="59" y="79"/>
                    <a:pt x="57" y="79"/>
                    <a:pt x="55" y="79"/>
                  </a:cubicBezTo>
                  <a:cubicBezTo>
                    <a:pt x="54" y="79"/>
                    <a:pt x="53" y="80"/>
                    <a:pt x="52" y="80"/>
                  </a:cubicBezTo>
                  <a:cubicBezTo>
                    <a:pt x="46" y="80"/>
                    <a:pt x="41" y="78"/>
                    <a:pt x="34" y="74"/>
                  </a:cubicBezTo>
                  <a:cubicBezTo>
                    <a:pt x="28" y="70"/>
                    <a:pt x="21" y="64"/>
                    <a:pt x="12" y="55"/>
                  </a:cubicBezTo>
                  <a:cubicBezTo>
                    <a:pt x="7" y="51"/>
                    <a:pt x="6" y="46"/>
                    <a:pt x="6" y="41"/>
                  </a:cubicBezTo>
                  <a:cubicBezTo>
                    <a:pt x="6" y="33"/>
                    <a:pt x="10" y="23"/>
                    <a:pt x="15" y="16"/>
                  </a:cubicBezTo>
                  <a:cubicBezTo>
                    <a:pt x="17" y="13"/>
                    <a:pt x="20" y="10"/>
                    <a:pt x="22" y="8"/>
                  </a:cubicBezTo>
                  <a:cubicBezTo>
                    <a:pt x="22" y="7"/>
                    <a:pt x="23" y="6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132" y="34"/>
                    <a:pt x="253" y="60"/>
                    <a:pt x="369" y="60"/>
                  </a:cubicBezTo>
                  <a:cubicBezTo>
                    <a:pt x="488" y="60"/>
                    <a:pt x="601" y="33"/>
                    <a:pt x="700" y="2"/>
                  </a:cubicBezTo>
                  <a:cubicBezTo>
                    <a:pt x="699" y="1"/>
                    <a:pt x="699" y="1"/>
                    <a:pt x="699" y="1"/>
                  </a:cubicBezTo>
                  <a:cubicBezTo>
                    <a:pt x="699" y="2"/>
                    <a:pt x="699" y="2"/>
                    <a:pt x="699" y="2"/>
                  </a:cubicBezTo>
                  <a:cubicBezTo>
                    <a:pt x="699" y="2"/>
                    <a:pt x="699" y="2"/>
                    <a:pt x="699" y="3"/>
                  </a:cubicBezTo>
                  <a:cubicBezTo>
                    <a:pt x="703" y="7"/>
                    <a:pt x="718" y="26"/>
                    <a:pt x="718" y="46"/>
                  </a:cubicBezTo>
                  <a:cubicBezTo>
                    <a:pt x="718" y="55"/>
                    <a:pt x="715" y="64"/>
                    <a:pt x="707" y="72"/>
                  </a:cubicBezTo>
                  <a:cubicBezTo>
                    <a:pt x="692" y="87"/>
                    <a:pt x="673" y="89"/>
                    <a:pt x="655" y="90"/>
                  </a:cubicBezTo>
                  <a:cubicBezTo>
                    <a:pt x="646" y="91"/>
                    <a:pt x="637" y="91"/>
                    <a:pt x="629" y="92"/>
                  </a:cubicBezTo>
                  <a:cubicBezTo>
                    <a:pt x="621" y="94"/>
                    <a:pt x="614" y="96"/>
                    <a:pt x="609" y="102"/>
                  </a:cubicBezTo>
                  <a:cubicBezTo>
                    <a:pt x="593" y="118"/>
                    <a:pt x="570" y="123"/>
                    <a:pt x="552" y="122"/>
                  </a:cubicBezTo>
                  <a:cubicBezTo>
                    <a:pt x="546" y="122"/>
                    <a:pt x="541" y="122"/>
                    <a:pt x="536" y="121"/>
                  </a:cubicBezTo>
                  <a:cubicBezTo>
                    <a:pt x="525" y="120"/>
                    <a:pt x="499" y="114"/>
                    <a:pt x="476" y="114"/>
                  </a:cubicBezTo>
                  <a:cubicBezTo>
                    <a:pt x="468" y="114"/>
                    <a:pt x="460" y="115"/>
                    <a:pt x="453" y="117"/>
                  </a:cubicBezTo>
                  <a:cubicBezTo>
                    <a:pt x="447" y="119"/>
                    <a:pt x="442" y="123"/>
                    <a:pt x="440" y="129"/>
                  </a:cubicBezTo>
                  <a:cubicBezTo>
                    <a:pt x="438" y="135"/>
                    <a:pt x="437" y="141"/>
                    <a:pt x="437" y="146"/>
                  </a:cubicBezTo>
                  <a:cubicBezTo>
                    <a:pt x="437" y="167"/>
                    <a:pt x="451" y="186"/>
                    <a:pt x="482" y="199"/>
                  </a:cubicBezTo>
                  <a:cubicBezTo>
                    <a:pt x="501" y="207"/>
                    <a:pt x="520" y="218"/>
                    <a:pt x="536" y="226"/>
                  </a:cubicBezTo>
                  <a:cubicBezTo>
                    <a:pt x="544" y="231"/>
                    <a:pt x="552" y="235"/>
                    <a:pt x="558" y="238"/>
                  </a:cubicBezTo>
                  <a:cubicBezTo>
                    <a:pt x="565" y="240"/>
                    <a:pt x="570" y="242"/>
                    <a:pt x="575" y="242"/>
                  </a:cubicBezTo>
                  <a:cubicBezTo>
                    <a:pt x="576" y="242"/>
                    <a:pt x="577" y="242"/>
                    <a:pt x="577" y="242"/>
                  </a:cubicBezTo>
                  <a:cubicBezTo>
                    <a:pt x="581" y="241"/>
                    <a:pt x="584" y="241"/>
                    <a:pt x="588" y="241"/>
                  </a:cubicBezTo>
                  <a:cubicBezTo>
                    <a:pt x="598" y="241"/>
                    <a:pt x="608" y="244"/>
                    <a:pt x="616" y="251"/>
                  </a:cubicBezTo>
                  <a:cubicBezTo>
                    <a:pt x="625" y="259"/>
                    <a:pt x="638" y="260"/>
                    <a:pt x="650" y="260"/>
                  </a:cubicBezTo>
                  <a:cubicBezTo>
                    <a:pt x="653" y="260"/>
                    <a:pt x="657" y="260"/>
                    <a:pt x="660" y="260"/>
                  </a:cubicBezTo>
                  <a:cubicBezTo>
                    <a:pt x="665" y="259"/>
                    <a:pt x="672" y="259"/>
                    <a:pt x="678" y="259"/>
                  </a:cubicBezTo>
                  <a:cubicBezTo>
                    <a:pt x="683" y="259"/>
                    <a:pt x="688" y="259"/>
                    <a:pt x="692" y="261"/>
                  </a:cubicBezTo>
                  <a:cubicBezTo>
                    <a:pt x="695" y="262"/>
                    <a:pt x="698" y="265"/>
                    <a:pt x="699" y="270"/>
                  </a:cubicBezTo>
                  <a:cubicBezTo>
                    <a:pt x="700" y="276"/>
                    <a:pt x="701" y="282"/>
                    <a:pt x="701" y="288"/>
                  </a:cubicBezTo>
                  <a:cubicBezTo>
                    <a:pt x="701" y="298"/>
                    <a:pt x="698" y="308"/>
                    <a:pt x="687" y="316"/>
                  </a:cubicBezTo>
                  <a:cubicBezTo>
                    <a:pt x="688" y="317"/>
                    <a:pt x="688" y="317"/>
                    <a:pt x="688" y="317"/>
                  </a:cubicBezTo>
                  <a:cubicBezTo>
                    <a:pt x="688" y="316"/>
                    <a:pt x="688" y="316"/>
                    <a:pt x="688" y="316"/>
                  </a:cubicBezTo>
                  <a:cubicBezTo>
                    <a:pt x="688" y="317"/>
                    <a:pt x="688" y="317"/>
                    <a:pt x="688" y="317"/>
                  </a:cubicBezTo>
                  <a:cubicBezTo>
                    <a:pt x="688" y="318"/>
                    <a:pt x="688" y="318"/>
                    <a:pt x="688" y="318"/>
                  </a:cubicBezTo>
                  <a:cubicBezTo>
                    <a:pt x="700" y="309"/>
                    <a:pt x="703" y="298"/>
                    <a:pt x="703" y="288"/>
                  </a:cubicBezTo>
                  <a:cubicBezTo>
                    <a:pt x="703" y="282"/>
                    <a:pt x="702" y="275"/>
                    <a:pt x="701" y="269"/>
                  </a:cubicBezTo>
                  <a:cubicBezTo>
                    <a:pt x="700" y="264"/>
                    <a:pt x="697" y="261"/>
                    <a:pt x="693" y="259"/>
                  </a:cubicBezTo>
                  <a:cubicBezTo>
                    <a:pt x="688" y="257"/>
                    <a:pt x="683" y="257"/>
                    <a:pt x="678" y="257"/>
                  </a:cubicBezTo>
                  <a:cubicBezTo>
                    <a:pt x="672" y="257"/>
                    <a:pt x="665" y="257"/>
                    <a:pt x="660" y="258"/>
                  </a:cubicBezTo>
                  <a:cubicBezTo>
                    <a:pt x="657" y="258"/>
                    <a:pt x="653" y="258"/>
                    <a:pt x="650" y="258"/>
                  </a:cubicBezTo>
                  <a:cubicBezTo>
                    <a:pt x="639" y="258"/>
                    <a:pt x="626" y="256"/>
                    <a:pt x="618" y="250"/>
                  </a:cubicBezTo>
                  <a:cubicBezTo>
                    <a:pt x="609" y="242"/>
                    <a:pt x="599" y="239"/>
                    <a:pt x="588" y="239"/>
                  </a:cubicBezTo>
                  <a:cubicBezTo>
                    <a:pt x="584" y="239"/>
                    <a:pt x="581" y="239"/>
                    <a:pt x="577" y="240"/>
                  </a:cubicBezTo>
                  <a:cubicBezTo>
                    <a:pt x="576" y="240"/>
                    <a:pt x="576" y="240"/>
                    <a:pt x="575" y="240"/>
                  </a:cubicBezTo>
                  <a:cubicBezTo>
                    <a:pt x="571" y="240"/>
                    <a:pt x="566" y="239"/>
                    <a:pt x="559" y="236"/>
                  </a:cubicBezTo>
                  <a:cubicBezTo>
                    <a:pt x="540" y="227"/>
                    <a:pt x="512" y="209"/>
                    <a:pt x="483" y="197"/>
                  </a:cubicBezTo>
                  <a:cubicBezTo>
                    <a:pt x="452" y="184"/>
                    <a:pt x="439" y="166"/>
                    <a:pt x="439" y="146"/>
                  </a:cubicBezTo>
                  <a:cubicBezTo>
                    <a:pt x="439" y="141"/>
                    <a:pt x="440" y="135"/>
                    <a:pt x="442" y="130"/>
                  </a:cubicBezTo>
                  <a:cubicBezTo>
                    <a:pt x="443" y="125"/>
                    <a:pt x="448" y="121"/>
                    <a:pt x="454" y="119"/>
                  </a:cubicBezTo>
                  <a:cubicBezTo>
                    <a:pt x="460" y="117"/>
                    <a:pt x="468" y="116"/>
                    <a:pt x="476" y="116"/>
                  </a:cubicBezTo>
                  <a:cubicBezTo>
                    <a:pt x="498" y="116"/>
                    <a:pt x="525" y="122"/>
                    <a:pt x="536" y="123"/>
                  </a:cubicBezTo>
                  <a:cubicBezTo>
                    <a:pt x="541" y="124"/>
                    <a:pt x="546" y="124"/>
                    <a:pt x="552" y="124"/>
                  </a:cubicBezTo>
                  <a:cubicBezTo>
                    <a:pt x="571" y="124"/>
                    <a:pt x="594" y="120"/>
                    <a:pt x="610" y="103"/>
                  </a:cubicBezTo>
                  <a:cubicBezTo>
                    <a:pt x="615" y="98"/>
                    <a:pt x="622" y="96"/>
                    <a:pt x="630" y="94"/>
                  </a:cubicBezTo>
                  <a:cubicBezTo>
                    <a:pt x="641" y="92"/>
                    <a:pt x="655" y="93"/>
                    <a:pt x="669" y="91"/>
                  </a:cubicBezTo>
                  <a:cubicBezTo>
                    <a:pt x="682" y="89"/>
                    <a:pt x="696" y="85"/>
                    <a:pt x="708" y="74"/>
                  </a:cubicBezTo>
                  <a:cubicBezTo>
                    <a:pt x="717" y="65"/>
                    <a:pt x="720" y="55"/>
                    <a:pt x="720" y="46"/>
                  </a:cubicBezTo>
                  <a:cubicBezTo>
                    <a:pt x="720" y="22"/>
                    <a:pt x="700" y="1"/>
                    <a:pt x="700" y="1"/>
                  </a:cubicBezTo>
                  <a:cubicBezTo>
                    <a:pt x="700" y="0"/>
                    <a:pt x="700" y="0"/>
                    <a:pt x="700" y="0"/>
                  </a:cubicBezTo>
                  <a:cubicBezTo>
                    <a:pt x="699" y="0"/>
                    <a:pt x="699" y="0"/>
                    <a:pt x="699" y="0"/>
                  </a:cubicBezTo>
                  <a:cubicBezTo>
                    <a:pt x="600" y="31"/>
                    <a:pt x="487" y="58"/>
                    <a:pt x="369" y="58"/>
                  </a:cubicBezTo>
                  <a:cubicBezTo>
                    <a:pt x="253" y="58"/>
                    <a:pt x="132" y="32"/>
                    <a:pt x="24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18" y="8"/>
                    <a:pt x="13" y="15"/>
                  </a:cubicBezTo>
                  <a:cubicBezTo>
                    <a:pt x="9" y="23"/>
                    <a:pt x="4" y="32"/>
                    <a:pt x="4" y="41"/>
                  </a:cubicBezTo>
                  <a:cubicBezTo>
                    <a:pt x="4" y="47"/>
                    <a:pt x="6" y="52"/>
                    <a:pt x="10" y="57"/>
                  </a:cubicBezTo>
                  <a:cubicBezTo>
                    <a:pt x="20" y="66"/>
                    <a:pt x="27" y="72"/>
                    <a:pt x="33" y="76"/>
                  </a:cubicBezTo>
                  <a:cubicBezTo>
                    <a:pt x="40" y="80"/>
                    <a:pt x="46" y="82"/>
                    <a:pt x="52" y="82"/>
                  </a:cubicBezTo>
                  <a:cubicBezTo>
                    <a:pt x="53" y="82"/>
                    <a:pt x="54" y="81"/>
                    <a:pt x="55" y="81"/>
                  </a:cubicBezTo>
                  <a:cubicBezTo>
                    <a:pt x="57" y="81"/>
                    <a:pt x="59" y="81"/>
                    <a:pt x="61" y="81"/>
                  </a:cubicBezTo>
                  <a:cubicBezTo>
                    <a:pt x="72" y="81"/>
                    <a:pt x="78" y="85"/>
                    <a:pt x="84" y="90"/>
                  </a:cubicBezTo>
                  <a:cubicBezTo>
                    <a:pt x="89" y="95"/>
                    <a:pt x="95" y="100"/>
                    <a:pt x="107" y="100"/>
                  </a:cubicBezTo>
                  <a:cubicBezTo>
                    <a:pt x="109" y="100"/>
                    <a:pt x="111" y="100"/>
                    <a:pt x="113" y="100"/>
                  </a:cubicBezTo>
                  <a:cubicBezTo>
                    <a:pt x="134" y="100"/>
                    <a:pt x="149" y="96"/>
                    <a:pt x="165" y="91"/>
                  </a:cubicBezTo>
                  <a:cubicBezTo>
                    <a:pt x="170" y="89"/>
                    <a:pt x="176" y="88"/>
                    <a:pt x="181" y="88"/>
                  </a:cubicBezTo>
                  <a:cubicBezTo>
                    <a:pt x="193" y="88"/>
                    <a:pt x="204" y="91"/>
                    <a:pt x="217" y="94"/>
                  </a:cubicBezTo>
                  <a:cubicBezTo>
                    <a:pt x="226" y="96"/>
                    <a:pt x="233" y="98"/>
                    <a:pt x="238" y="100"/>
                  </a:cubicBezTo>
                  <a:cubicBezTo>
                    <a:pt x="243" y="103"/>
                    <a:pt x="247" y="106"/>
                    <a:pt x="251" y="110"/>
                  </a:cubicBezTo>
                  <a:cubicBezTo>
                    <a:pt x="259" y="120"/>
                    <a:pt x="270" y="125"/>
                    <a:pt x="287" y="132"/>
                  </a:cubicBezTo>
                  <a:cubicBezTo>
                    <a:pt x="294" y="134"/>
                    <a:pt x="300" y="137"/>
                    <a:pt x="304" y="141"/>
                  </a:cubicBezTo>
                  <a:cubicBezTo>
                    <a:pt x="308" y="145"/>
                    <a:pt x="310" y="150"/>
                    <a:pt x="310" y="157"/>
                  </a:cubicBezTo>
                  <a:cubicBezTo>
                    <a:pt x="310" y="159"/>
                    <a:pt x="310" y="161"/>
                    <a:pt x="309" y="163"/>
                  </a:cubicBezTo>
                  <a:cubicBezTo>
                    <a:pt x="308" y="172"/>
                    <a:pt x="304" y="180"/>
                    <a:pt x="296" y="186"/>
                  </a:cubicBezTo>
                  <a:cubicBezTo>
                    <a:pt x="287" y="193"/>
                    <a:pt x="272" y="199"/>
                    <a:pt x="249" y="203"/>
                  </a:cubicBezTo>
                  <a:cubicBezTo>
                    <a:pt x="237" y="206"/>
                    <a:pt x="221" y="206"/>
                    <a:pt x="206" y="206"/>
                  </a:cubicBezTo>
                  <a:cubicBezTo>
                    <a:pt x="181" y="206"/>
                    <a:pt x="155" y="204"/>
                    <a:pt x="137" y="204"/>
                  </a:cubicBezTo>
                  <a:cubicBezTo>
                    <a:pt x="132" y="204"/>
                    <a:pt x="128" y="205"/>
                    <a:pt x="124" y="205"/>
                  </a:cubicBezTo>
                  <a:cubicBezTo>
                    <a:pt x="123" y="205"/>
                    <a:pt x="121" y="206"/>
                    <a:pt x="120" y="206"/>
                  </a:cubicBezTo>
                  <a:cubicBezTo>
                    <a:pt x="119" y="206"/>
                    <a:pt x="118" y="207"/>
                    <a:pt x="117" y="208"/>
                  </a:cubicBezTo>
                  <a:cubicBezTo>
                    <a:pt x="116" y="210"/>
                    <a:pt x="114" y="212"/>
                    <a:pt x="111" y="213"/>
                  </a:cubicBezTo>
                  <a:cubicBezTo>
                    <a:pt x="101" y="218"/>
                    <a:pt x="85" y="220"/>
                    <a:pt x="78" y="221"/>
                  </a:cubicBezTo>
                  <a:cubicBezTo>
                    <a:pt x="73" y="222"/>
                    <a:pt x="58" y="225"/>
                    <a:pt x="42" y="231"/>
                  </a:cubicBezTo>
                  <a:cubicBezTo>
                    <a:pt x="35" y="233"/>
                    <a:pt x="27" y="237"/>
                    <a:pt x="21" y="240"/>
                  </a:cubicBezTo>
                  <a:cubicBezTo>
                    <a:pt x="15" y="243"/>
                    <a:pt x="11" y="247"/>
                    <a:pt x="9" y="251"/>
                  </a:cubicBezTo>
                  <a:cubicBezTo>
                    <a:pt x="6" y="259"/>
                    <a:pt x="0" y="269"/>
                    <a:pt x="0" y="282"/>
                  </a:cubicBezTo>
                  <a:cubicBezTo>
                    <a:pt x="0" y="292"/>
                    <a:pt x="4" y="304"/>
                    <a:pt x="16" y="320"/>
                  </a:cubicBezTo>
                  <a:cubicBezTo>
                    <a:pt x="16" y="321"/>
                    <a:pt x="16" y="321"/>
                    <a:pt x="16" y="321"/>
                  </a:cubicBezTo>
                  <a:cubicBezTo>
                    <a:pt x="17" y="320"/>
                    <a:pt x="17" y="320"/>
                    <a:pt x="17" y="320"/>
                  </a:cubicBezTo>
                  <a:cubicBezTo>
                    <a:pt x="127" y="290"/>
                    <a:pt x="251" y="264"/>
                    <a:pt x="369" y="264"/>
                  </a:cubicBezTo>
                  <a:cubicBezTo>
                    <a:pt x="483" y="264"/>
                    <a:pt x="591" y="289"/>
                    <a:pt x="687" y="318"/>
                  </a:cubicBezTo>
                  <a:cubicBezTo>
                    <a:pt x="688" y="318"/>
                    <a:pt x="688" y="318"/>
                    <a:pt x="688" y="318"/>
                  </a:cubicBezTo>
                  <a:cubicBezTo>
                    <a:pt x="688" y="318"/>
                    <a:pt x="688" y="318"/>
                    <a:pt x="688" y="318"/>
                  </a:cubicBezTo>
                  <a:lnTo>
                    <a:pt x="688" y="317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0" name="Freeform 260">
              <a:extLst>
                <a:ext uri="{FF2B5EF4-FFF2-40B4-BE49-F238E27FC236}">
                  <a16:creationId xmlns:a16="http://schemas.microsoft.com/office/drawing/2014/main" id="{05E6B4D7-0806-4BAC-B3AD-3CADAA97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351"/>
              <a:ext cx="85" cy="140"/>
            </a:xfrm>
            <a:custGeom>
              <a:avLst/>
              <a:gdLst>
                <a:gd name="T0" fmla="*/ 0 w 34"/>
                <a:gd name="T1" fmla="*/ 0 h 56"/>
                <a:gd name="T2" fmla="*/ 313 w 34"/>
                <a:gd name="T3" fmla="*/ 875 h 56"/>
                <a:gd name="T4" fmla="*/ 63 w 34"/>
                <a:gd name="T5" fmla="*/ 33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6">
                  <a:moveTo>
                    <a:pt x="0" y="0"/>
                  </a:moveTo>
                  <a:cubicBezTo>
                    <a:pt x="24" y="10"/>
                    <a:pt x="30" y="33"/>
                    <a:pt x="20" y="56"/>
                  </a:cubicBezTo>
                  <a:cubicBezTo>
                    <a:pt x="34" y="32"/>
                    <a:pt x="33" y="8"/>
                    <a:pt x="4" y="2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1" name="Freeform 261">
              <a:extLst>
                <a:ext uri="{FF2B5EF4-FFF2-40B4-BE49-F238E27FC236}">
                  <a16:creationId xmlns:a16="http://schemas.microsoft.com/office/drawing/2014/main" id="{4A822FAF-2697-4121-AC42-1007CDA84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548"/>
              <a:ext cx="97" cy="130"/>
            </a:xfrm>
            <a:custGeom>
              <a:avLst/>
              <a:gdLst>
                <a:gd name="T0" fmla="*/ 371 w 39"/>
                <a:gd name="T1" fmla="*/ 0 h 52"/>
                <a:gd name="T2" fmla="*/ 599 w 39"/>
                <a:gd name="T3" fmla="*/ 813 h 52"/>
                <a:gd name="T4" fmla="*/ 341 w 39"/>
                <a:gd name="T5" fmla="*/ 2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2">
                  <a:moveTo>
                    <a:pt x="24" y="0"/>
                  </a:moveTo>
                  <a:cubicBezTo>
                    <a:pt x="0" y="4"/>
                    <a:pt x="15" y="51"/>
                    <a:pt x="39" y="52"/>
                  </a:cubicBezTo>
                  <a:cubicBezTo>
                    <a:pt x="23" y="43"/>
                    <a:pt x="8" y="19"/>
                    <a:pt x="22" y="1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2" name="Freeform 262">
              <a:extLst>
                <a:ext uri="{FF2B5EF4-FFF2-40B4-BE49-F238E27FC236}">
                  <a16:creationId xmlns:a16="http://schemas.microsoft.com/office/drawing/2014/main" id="{2E49D2C0-8FAB-4051-933F-B40285652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643"/>
              <a:ext cx="103" cy="100"/>
            </a:xfrm>
            <a:custGeom>
              <a:avLst/>
              <a:gdLst>
                <a:gd name="T0" fmla="*/ 0 w 41"/>
                <a:gd name="T1" fmla="*/ 220 h 40"/>
                <a:gd name="T2" fmla="*/ 618 w 41"/>
                <a:gd name="T3" fmla="*/ 625 h 40"/>
                <a:gd name="T4" fmla="*/ 442 w 41"/>
                <a:gd name="T5" fmla="*/ 220 h 40"/>
                <a:gd name="T6" fmla="*/ 20 w 41"/>
                <a:gd name="T7" fmla="*/ 2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0">
                  <a:moveTo>
                    <a:pt x="0" y="14"/>
                  </a:moveTo>
                  <a:cubicBezTo>
                    <a:pt x="14" y="0"/>
                    <a:pt x="41" y="23"/>
                    <a:pt x="39" y="40"/>
                  </a:cubicBezTo>
                  <a:cubicBezTo>
                    <a:pt x="32" y="33"/>
                    <a:pt x="39" y="21"/>
                    <a:pt x="28" y="14"/>
                  </a:cubicBezTo>
                  <a:cubicBezTo>
                    <a:pt x="21" y="9"/>
                    <a:pt x="8" y="8"/>
                    <a:pt x="1" y="14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3" name="Freeform 263">
              <a:extLst>
                <a:ext uri="{FF2B5EF4-FFF2-40B4-BE49-F238E27FC236}">
                  <a16:creationId xmlns:a16="http://schemas.microsoft.com/office/drawing/2014/main" id="{5712BD42-60F9-41AE-86BD-EAC5EDC17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346"/>
              <a:ext cx="148" cy="72"/>
            </a:xfrm>
            <a:custGeom>
              <a:avLst/>
              <a:gdLst>
                <a:gd name="T0" fmla="*/ 83 w 59"/>
                <a:gd name="T1" fmla="*/ 444 h 29"/>
                <a:gd name="T2" fmla="*/ 931 w 59"/>
                <a:gd name="T3" fmla="*/ 42 h 29"/>
                <a:gd name="T4" fmla="*/ 459 w 59"/>
                <a:gd name="T5" fmla="*/ 74 h 29"/>
                <a:gd name="T6" fmla="*/ 0 w 59"/>
                <a:gd name="T7" fmla="*/ 25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9">
                  <a:moveTo>
                    <a:pt x="5" y="29"/>
                  </a:moveTo>
                  <a:cubicBezTo>
                    <a:pt x="12" y="5"/>
                    <a:pt x="38" y="7"/>
                    <a:pt x="59" y="3"/>
                  </a:cubicBezTo>
                  <a:cubicBezTo>
                    <a:pt x="47" y="2"/>
                    <a:pt x="40" y="0"/>
                    <a:pt x="29" y="5"/>
                  </a:cubicBezTo>
                  <a:cubicBezTo>
                    <a:pt x="20" y="9"/>
                    <a:pt x="10" y="17"/>
                    <a:pt x="0" y="17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4" name="Freeform 264">
              <a:extLst>
                <a:ext uri="{FF2B5EF4-FFF2-40B4-BE49-F238E27FC236}">
                  <a16:creationId xmlns:a16="http://schemas.microsoft.com/office/drawing/2014/main" id="{910AF9D3-0899-4750-93D9-207D4B034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601"/>
              <a:ext cx="132" cy="50"/>
            </a:xfrm>
            <a:custGeom>
              <a:avLst/>
              <a:gdLst>
                <a:gd name="T0" fmla="*/ 819 w 53"/>
                <a:gd name="T1" fmla="*/ 208 h 20"/>
                <a:gd name="T2" fmla="*/ 433 w 53"/>
                <a:gd name="T3" fmla="*/ 158 h 20"/>
                <a:gd name="T4" fmla="*/ 0 w 53"/>
                <a:gd name="T5" fmla="*/ 283 h 20"/>
                <a:gd name="T6" fmla="*/ 384 w 53"/>
                <a:gd name="T7" fmla="*/ 63 h 20"/>
                <a:gd name="T8" fmla="*/ 787 w 53"/>
                <a:gd name="T9" fmla="*/ 6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0">
                  <a:moveTo>
                    <a:pt x="53" y="13"/>
                  </a:moveTo>
                  <a:cubicBezTo>
                    <a:pt x="41" y="9"/>
                    <a:pt x="41" y="5"/>
                    <a:pt x="28" y="10"/>
                  </a:cubicBezTo>
                  <a:cubicBezTo>
                    <a:pt x="19" y="13"/>
                    <a:pt x="10" y="17"/>
                    <a:pt x="0" y="18"/>
                  </a:cubicBezTo>
                  <a:cubicBezTo>
                    <a:pt x="6" y="20"/>
                    <a:pt x="18" y="7"/>
                    <a:pt x="25" y="4"/>
                  </a:cubicBezTo>
                  <a:cubicBezTo>
                    <a:pt x="34" y="0"/>
                    <a:pt x="42" y="1"/>
                    <a:pt x="51" y="4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5" name="Freeform 265">
              <a:extLst>
                <a:ext uri="{FF2B5EF4-FFF2-40B4-BE49-F238E27FC236}">
                  <a16:creationId xmlns:a16="http://schemas.microsoft.com/office/drawing/2014/main" id="{C055E1B9-C2F1-4D88-B4BA-97D029A51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293"/>
              <a:ext cx="125" cy="83"/>
            </a:xfrm>
            <a:custGeom>
              <a:avLst/>
              <a:gdLst>
                <a:gd name="T0" fmla="*/ 50 w 50"/>
                <a:gd name="T1" fmla="*/ 158 h 33"/>
                <a:gd name="T2" fmla="*/ 500 w 50"/>
                <a:gd name="T3" fmla="*/ 189 h 33"/>
                <a:gd name="T4" fmla="*/ 783 w 50"/>
                <a:gd name="T5" fmla="*/ 526 h 33"/>
                <a:gd name="T6" fmla="*/ 500 w 50"/>
                <a:gd name="T7" fmla="*/ 83 h 33"/>
                <a:gd name="T8" fmla="*/ 0 w 50"/>
                <a:gd name="T9" fmla="*/ 12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3">
                  <a:moveTo>
                    <a:pt x="3" y="10"/>
                  </a:moveTo>
                  <a:cubicBezTo>
                    <a:pt x="13" y="11"/>
                    <a:pt x="22" y="7"/>
                    <a:pt x="32" y="12"/>
                  </a:cubicBezTo>
                  <a:cubicBezTo>
                    <a:pt x="41" y="17"/>
                    <a:pt x="44" y="27"/>
                    <a:pt x="50" y="33"/>
                  </a:cubicBezTo>
                  <a:cubicBezTo>
                    <a:pt x="46" y="22"/>
                    <a:pt x="45" y="9"/>
                    <a:pt x="32" y="5"/>
                  </a:cubicBezTo>
                  <a:cubicBezTo>
                    <a:pt x="20" y="0"/>
                    <a:pt x="12" y="6"/>
                    <a:pt x="0" y="8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6" name="Freeform 266">
              <a:extLst>
                <a:ext uri="{FF2B5EF4-FFF2-40B4-BE49-F238E27FC236}">
                  <a16:creationId xmlns:a16="http://schemas.microsoft.com/office/drawing/2014/main" id="{49B941AE-186C-4654-893A-C851FD2BA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208"/>
              <a:ext cx="87" cy="80"/>
            </a:xfrm>
            <a:custGeom>
              <a:avLst/>
              <a:gdLst>
                <a:gd name="T0" fmla="*/ 0 w 35"/>
                <a:gd name="T1" fmla="*/ 0 h 32"/>
                <a:gd name="T2" fmla="*/ 537 w 35"/>
                <a:gd name="T3" fmla="*/ 488 h 32"/>
                <a:gd name="T4" fmla="*/ 12 w 35"/>
                <a:gd name="T5" fmla="*/ 2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2">
                  <a:moveTo>
                    <a:pt x="0" y="0"/>
                  </a:moveTo>
                  <a:cubicBezTo>
                    <a:pt x="0" y="18"/>
                    <a:pt x="18" y="32"/>
                    <a:pt x="35" y="31"/>
                  </a:cubicBezTo>
                  <a:cubicBezTo>
                    <a:pt x="12" y="31"/>
                    <a:pt x="0" y="27"/>
                    <a:pt x="1" y="1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7" name="Freeform 267">
              <a:extLst>
                <a:ext uri="{FF2B5EF4-FFF2-40B4-BE49-F238E27FC236}">
                  <a16:creationId xmlns:a16="http://schemas.microsoft.com/office/drawing/2014/main" id="{92D4FCC0-9B0D-41D8-A558-53DC7DEEB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738"/>
              <a:ext cx="65" cy="85"/>
            </a:xfrm>
            <a:custGeom>
              <a:avLst/>
              <a:gdLst>
                <a:gd name="T0" fmla="*/ 0 w 26"/>
                <a:gd name="T1" fmla="*/ 333 h 34"/>
                <a:gd name="T2" fmla="*/ 408 w 26"/>
                <a:gd name="T3" fmla="*/ 533 h 34"/>
                <a:gd name="T4" fmla="*/ 63 w 26"/>
                <a:gd name="T5" fmla="*/ 30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4">
                  <a:moveTo>
                    <a:pt x="0" y="21"/>
                  </a:moveTo>
                  <a:cubicBezTo>
                    <a:pt x="8" y="6"/>
                    <a:pt x="24" y="23"/>
                    <a:pt x="26" y="34"/>
                  </a:cubicBezTo>
                  <a:cubicBezTo>
                    <a:pt x="25" y="21"/>
                    <a:pt x="17" y="0"/>
                    <a:pt x="4" y="19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8" name="Freeform 268">
              <a:extLst>
                <a:ext uri="{FF2B5EF4-FFF2-40B4-BE49-F238E27FC236}">
                  <a16:creationId xmlns:a16="http://schemas.microsoft.com/office/drawing/2014/main" id="{03E0BB04-511C-42A3-B7F2-5CC72F7FD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1253"/>
              <a:ext cx="52" cy="68"/>
            </a:xfrm>
            <a:custGeom>
              <a:avLst/>
              <a:gdLst>
                <a:gd name="T0" fmla="*/ 124 w 21"/>
                <a:gd name="T1" fmla="*/ 431 h 27"/>
                <a:gd name="T2" fmla="*/ 319 w 21"/>
                <a:gd name="T3" fmla="*/ 0 h 27"/>
                <a:gd name="T4" fmla="*/ 0 w 21"/>
                <a:gd name="T5" fmla="*/ 33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8" y="27"/>
                  </a:moveTo>
                  <a:cubicBezTo>
                    <a:pt x="1" y="17"/>
                    <a:pt x="16" y="8"/>
                    <a:pt x="21" y="0"/>
                  </a:cubicBezTo>
                  <a:cubicBezTo>
                    <a:pt x="16" y="8"/>
                    <a:pt x="6" y="14"/>
                    <a:pt x="0" y="21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9" name="Freeform 269">
              <a:extLst>
                <a:ext uri="{FF2B5EF4-FFF2-40B4-BE49-F238E27FC236}">
                  <a16:creationId xmlns:a16="http://schemas.microsoft.com/office/drawing/2014/main" id="{28547173-F442-4AF6-96EA-3B7C5A4F0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248"/>
              <a:ext cx="118" cy="85"/>
            </a:xfrm>
            <a:custGeom>
              <a:avLst/>
              <a:gdLst>
                <a:gd name="T0" fmla="*/ 63 w 47"/>
                <a:gd name="T1" fmla="*/ 20 h 34"/>
                <a:gd name="T2" fmla="*/ 316 w 47"/>
                <a:gd name="T3" fmla="*/ 345 h 34"/>
                <a:gd name="T4" fmla="*/ 743 w 47"/>
                <a:gd name="T5" fmla="*/ 208 h 34"/>
                <a:gd name="T6" fmla="*/ 63 w 4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4">
                  <a:moveTo>
                    <a:pt x="4" y="1"/>
                  </a:moveTo>
                  <a:cubicBezTo>
                    <a:pt x="5" y="10"/>
                    <a:pt x="11" y="18"/>
                    <a:pt x="20" y="22"/>
                  </a:cubicBezTo>
                  <a:cubicBezTo>
                    <a:pt x="32" y="26"/>
                    <a:pt x="38" y="18"/>
                    <a:pt x="47" y="13"/>
                  </a:cubicBezTo>
                  <a:cubicBezTo>
                    <a:pt x="46" y="34"/>
                    <a:pt x="0" y="23"/>
                    <a:pt x="4" y="0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0" name="Freeform 270">
              <a:extLst>
                <a:ext uri="{FF2B5EF4-FFF2-40B4-BE49-F238E27FC236}">
                  <a16:creationId xmlns:a16="http://schemas.microsoft.com/office/drawing/2014/main" id="{944C531A-6B97-4E2A-B103-06BB2B2EF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708"/>
              <a:ext cx="118" cy="77"/>
            </a:xfrm>
            <a:custGeom>
              <a:avLst/>
              <a:gdLst>
                <a:gd name="T0" fmla="*/ 20 w 47"/>
                <a:gd name="T1" fmla="*/ 370 h 31"/>
                <a:gd name="T2" fmla="*/ 743 w 47"/>
                <a:gd name="T3" fmla="*/ 474 h 31"/>
                <a:gd name="T4" fmla="*/ 472 w 47"/>
                <a:gd name="T5" fmla="*/ 124 h 31"/>
                <a:gd name="T6" fmla="*/ 20 w 47"/>
                <a:gd name="T7" fmla="*/ 32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1" y="24"/>
                  </a:moveTo>
                  <a:cubicBezTo>
                    <a:pt x="0" y="0"/>
                    <a:pt x="43" y="11"/>
                    <a:pt x="47" y="31"/>
                  </a:cubicBezTo>
                  <a:cubicBezTo>
                    <a:pt x="41" y="19"/>
                    <a:pt x="46" y="10"/>
                    <a:pt x="30" y="8"/>
                  </a:cubicBezTo>
                  <a:cubicBezTo>
                    <a:pt x="21" y="7"/>
                    <a:pt x="0" y="9"/>
                    <a:pt x="1" y="21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1" name="Freeform 271">
              <a:extLst>
                <a:ext uri="{FF2B5EF4-FFF2-40B4-BE49-F238E27FC236}">
                  <a16:creationId xmlns:a16="http://schemas.microsoft.com/office/drawing/2014/main" id="{A4A3D956-1C68-4895-94BC-93CBD3B7D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740"/>
              <a:ext cx="52" cy="120"/>
            </a:xfrm>
            <a:custGeom>
              <a:avLst/>
              <a:gdLst>
                <a:gd name="T0" fmla="*/ 307 w 21"/>
                <a:gd name="T1" fmla="*/ 50 h 48"/>
                <a:gd name="T2" fmla="*/ 319 w 21"/>
                <a:gd name="T3" fmla="*/ 675 h 48"/>
                <a:gd name="T4" fmla="*/ 62 w 21"/>
                <a:gd name="T5" fmla="*/ 375 h 48"/>
                <a:gd name="T6" fmla="*/ 319 w 21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8">
                  <a:moveTo>
                    <a:pt x="20" y="3"/>
                  </a:moveTo>
                  <a:cubicBezTo>
                    <a:pt x="0" y="5"/>
                    <a:pt x="9" y="37"/>
                    <a:pt x="21" y="43"/>
                  </a:cubicBezTo>
                  <a:cubicBezTo>
                    <a:pt x="11" y="48"/>
                    <a:pt x="5" y="33"/>
                    <a:pt x="4" y="24"/>
                  </a:cubicBezTo>
                  <a:cubicBezTo>
                    <a:pt x="3" y="11"/>
                    <a:pt x="10" y="4"/>
                    <a:pt x="21" y="0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2" name="Freeform 272">
              <a:extLst>
                <a:ext uri="{FF2B5EF4-FFF2-40B4-BE49-F238E27FC236}">
                  <a16:creationId xmlns:a16="http://schemas.microsoft.com/office/drawing/2014/main" id="{A5DC0870-77D4-48BD-876F-FBCD16928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663"/>
              <a:ext cx="140" cy="80"/>
            </a:xfrm>
            <a:custGeom>
              <a:avLst/>
              <a:gdLst>
                <a:gd name="T0" fmla="*/ 145 w 56"/>
                <a:gd name="T1" fmla="*/ 500 h 32"/>
                <a:gd name="T2" fmla="*/ 875 w 56"/>
                <a:gd name="T3" fmla="*/ 50 h 32"/>
                <a:gd name="T4" fmla="*/ 363 w 56"/>
                <a:gd name="T5" fmla="*/ 113 h 32"/>
                <a:gd name="T6" fmla="*/ 0 w 56"/>
                <a:gd name="T7" fmla="*/ 39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2">
                  <a:moveTo>
                    <a:pt x="9" y="32"/>
                  </a:moveTo>
                  <a:cubicBezTo>
                    <a:pt x="2" y="13"/>
                    <a:pt x="44" y="5"/>
                    <a:pt x="56" y="3"/>
                  </a:cubicBezTo>
                  <a:cubicBezTo>
                    <a:pt x="43" y="4"/>
                    <a:pt x="34" y="0"/>
                    <a:pt x="23" y="7"/>
                  </a:cubicBezTo>
                  <a:cubicBezTo>
                    <a:pt x="16" y="11"/>
                    <a:pt x="3" y="17"/>
                    <a:pt x="0" y="25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3" name="Freeform 273">
              <a:extLst>
                <a:ext uri="{FF2B5EF4-FFF2-40B4-BE49-F238E27FC236}">
                  <a16:creationId xmlns:a16="http://schemas.microsoft.com/office/drawing/2014/main" id="{9FCA4408-7CA9-4328-B274-0011B62F4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191"/>
              <a:ext cx="85" cy="100"/>
            </a:xfrm>
            <a:custGeom>
              <a:avLst/>
              <a:gdLst>
                <a:gd name="T0" fmla="*/ 333 w 34"/>
                <a:gd name="T1" fmla="*/ 0 h 40"/>
                <a:gd name="T2" fmla="*/ 533 w 34"/>
                <a:gd name="T3" fmla="*/ 425 h 40"/>
                <a:gd name="T4" fmla="*/ 345 w 34"/>
                <a:gd name="T5" fmla="*/ 2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0">
                  <a:moveTo>
                    <a:pt x="21" y="0"/>
                  </a:moveTo>
                  <a:cubicBezTo>
                    <a:pt x="0" y="8"/>
                    <a:pt x="21" y="40"/>
                    <a:pt x="34" y="27"/>
                  </a:cubicBezTo>
                  <a:cubicBezTo>
                    <a:pt x="26" y="25"/>
                    <a:pt x="6" y="7"/>
                    <a:pt x="22" y="1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4" name="Freeform 274">
              <a:extLst>
                <a:ext uri="{FF2B5EF4-FFF2-40B4-BE49-F238E27FC236}">
                  <a16:creationId xmlns:a16="http://schemas.microsoft.com/office/drawing/2014/main" id="{CB6584AF-B1CF-4059-B969-047259D76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291"/>
              <a:ext cx="88" cy="92"/>
            </a:xfrm>
            <a:custGeom>
              <a:avLst/>
              <a:gdLst>
                <a:gd name="T0" fmla="*/ 0 w 35"/>
                <a:gd name="T1" fmla="*/ 92 h 37"/>
                <a:gd name="T2" fmla="*/ 505 w 35"/>
                <a:gd name="T3" fmla="*/ 569 h 37"/>
                <a:gd name="T4" fmla="*/ 538 w 35"/>
                <a:gd name="T5" fmla="*/ 229 h 37"/>
                <a:gd name="T6" fmla="*/ 158 w 35"/>
                <a:gd name="T7" fmla="*/ 3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0" y="6"/>
                  </a:moveTo>
                  <a:cubicBezTo>
                    <a:pt x="19" y="0"/>
                    <a:pt x="35" y="18"/>
                    <a:pt x="32" y="37"/>
                  </a:cubicBezTo>
                  <a:cubicBezTo>
                    <a:pt x="28" y="32"/>
                    <a:pt x="35" y="22"/>
                    <a:pt x="34" y="15"/>
                  </a:cubicBezTo>
                  <a:cubicBezTo>
                    <a:pt x="31" y="4"/>
                    <a:pt x="20" y="2"/>
                    <a:pt x="10" y="2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5" name="Freeform 275">
              <a:extLst>
                <a:ext uri="{FF2B5EF4-FFF2-40B4-BE49-F238E27FC236}">
                  <a16:creationId xmlns:a16="http://schemas.microsoft.com/office/drawing/2014/main" id="{91CC29E5-51AC-49BC-90D0-229E199C8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785"/>
              <a:ext cx="75" cy="83"/>
            </a:xfrm>
            <a:custGeom>
              <a:avLst/>
              <a:gdLst>
                <a:gd name="T0" fmla="*/ 438 w 30"/>
                <a:gd name="T1" fmla="*/ 0 h 33"/>
                <a:gd name="T2" fmla="*/ 0 w 30"/>
                <a:gd name="T3" fmla="*/ 526 h 33"/>
                <a:gd name="T4" fmla="*/ 270 w 30"/>
                <a:gd name="T5" fmla="*/ 272 h 33"/>
                <a:gd name="T6" fmla="*/ 470 w 30"/>
                <a:gd name="T7" fmla="*/ 9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3">
                  <a:moveTo>
                    <a:pt x="28" y="0"/>
                  </a:moveTo>
                  <a:cubicBezTo>
                    <a:pt x="24" y="16"/>
                    <a:pt x="0" y="16"/>
                    <a:pt x="0" y="33"/>
                  </a:cubicBezTo>
                  <a:cubicBezTo>
                    <a:pt x="7" y="27"/>
                    <a:pt x="8" y="22"/>
                    <a:pt x="17" y="17"/>
                  </a:cubicBezTo>
                  <a:cubicBezTo>
                    <a:pt x="22" y="14"/>
                    <a:pt x="28" y="12"/>
                    <a:pt x="30" y="6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6" name="Freeform 276">
              <a:extLst>
                <a:ext uri="{FF2B5EF4-FFF2-40B4-BE49-F238E27FC236}">
                  <a16:creationId xmlns:a16="http://schemas.microsoft.com/office/drawing/2014/main" id="{B9537C3E-19ED-4F39-8577-6BCF5B6C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693"/>
              <a:ext cx="82" cy="57"/>
            </a:xfrm>
            <a:custGeom>
              <a:avLst/>
              <a:gdLst>
                <a:gd name="T0" fmla="*/ 137 w 33"/>
                <a:gd name="T1" fmla="*/ 0 h 23"/>
                <a:gd name="T2" fmla="*/ 507 w 33"/>
                <a:gd name="T3" fmla="*/ 258 h 23"/>
                <a:gd name="T4" fmla="*/ 124 w 33"/>
                <a:gd name="T5" fmla="*/ 7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9" y="0"/>
                  </a:moveTo>
                  <a:cubicBezTo>
                    <a:pt x="9" y="15"/>
                    <a:pt x="20" y="18"/>
                    <a:pt x="33" y="17"/>
                  </a:cubicBezTo>
                  <a:cubicBezTo>
                    <a:pt x="24" y="23"/>
                    <a:pt x="0" y="18"/>
                    <a:pt x="8" y="5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7" name="Freeform 277">
              <a:extLst>
                <a:ext uri="{FF2B5EF4-FFF2-40B4-BE49-F238E27FC236}">
                  <a16:creationId xmlns:a16="http://schemas.microsoft.com/office/drawing/2014/main" id="{30D587BB-4080-469C-AE90-159920A5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593"/>
              <a:ext cx="65" cy="98"/>
            </a:xfrm>
            <a:custGeom>
              <a:avLst/>
              <a:gdLst>
                <a:gd name="T0" fmla="*/ 113 w 26"/>
                <a:gd name="T1" fmla="*/ 618 h 39"/>
                <a:gd name="T2" fmla="*/ 408 w 26"/>
                <a:gd name="T3" fmla="*/ 0 h 39"/>
                <a:gd name="T4" fmla="*/ 175 w 26"/>
                <a:gd name="T5" fmla="*/ 188 h 39"/>
                <a:gd name="T6" fmla="*/ 0 w 26"/>
                <a:gd name="T7" fmla="*/ 49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9">
                  <a:moveTo>
                    <a:pt x="7" y="39"/>
                  </a:moveTo>
                  <a:cubicBezTo>
                    <a:pt x="3" y="20"/>
                    <a:pt x="18" y="16"/>
                    <a:pt x="26" y="0"/>
                  </a:cubicBezTo>
                  <a:cubicBezTo>
                    <a:pt x="22" y="5"/>
                    <a:pt x="15" y="7"/>
                    <a:pt x="11" y="12"/>
                  </a:cubicBezTo>
                  <a:cubicBezTo>
                    <a:pt x="6" y="17"/>
                    <a:pt x="3" y="25"/>
                    <a:pt x="0" y="31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8" name="Freeform 278">
              <a:extLst>
                <a:ext uri="{FF2B5EF4-FFF2-40B4-BE49-F238E27FC236}">
                  <a16:creationId xmlns:a16="http://schemas.microsoft.com/office/drawing/2014/main" id="{03551874-2D8D-4B16-A32B-0264A0FC3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671"/>
              <a:ext cx="62" cy="77"/>
            </a:xfrm>
            <a:custGeom>
              <a:avLst/>
              <a:gdLst>
                <a:gd name="T0" fmla="*/ 12 w 25"/>
                <a:gd name="T1" fmla="*/ 0 h 31"/>
                <a:gd name="T2" fmla="*/ 0 w 25"/>
                <a:gd name="T3" fmla="*/ 445 h 31"/>
                <a:gd name="T4" fmla="*/ 12 w 25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1">
                  <a:moveTo>
                    <a:pt x="1" y="0"/>
                  </a:moveTo>
                  <a:cubicBezTo>
                    <a:pt x="11" y="7"/>
                    <a:pt x="14" y="25"/>
                    <a:pt x="0" y="29"/>
                  </a:cubicBezTo>
                  <a:cubicBezTo>
                    <a:pt x="25" y="31"/>
                    <a:pt x="11" y="9"/>
                    <a:pt x="1" y="0"/>
                  </a:cubicBezTo>
                </a:path>
              </a:pathLst>
            </a:custGeom>
            <a:solidFill>
              <a:srgbClr val="AA2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9" name="Freeform 279">
              <a:extLst>
                <a:ext uri="{FF2B5EF4-FFF2-40B4-BE49-F238E27FC236}">
                  <a16:creationId xmlns:a16="http://schemas.microsoft.com/office/drawing/2014/main" id="{E5A68D71-836B-40B8-BEA4-937C9C0F0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441"/>
              <a:ext cx="78" cy="95"/>
            </a:xfrm>
            <a:custGeom>
              <a:avLst/>
              <a:gdLst>
                <a:gd name="T0" fmla="*/ 20 w 31"/>
                <a:gd name="T1" fmla="*/ 33 h 38"/>
                <a:gd name="T2" fmla="*/ 367 w 31"/>
                <a:gd name="T3" fmla="*/ 208 h 38"/>
                <a:gd name="T4" fmla="*/ 463 w 31"/>
                <a:gd name="T5" fmla="*/ 583 h 38"/>
                <a:gd name="T6" fmla="*/ 476 w 31"/>
                <a:gd name="T7" fmla="*/ 595 h 38"/>
                <a:gd name="T8" fmla="*/ 493 w 31"/>
                <a:gd name="T9" fmla="*/ 583 h 38"/>
                <a:gd name="T10" fmla="*/ 380 w 31"/>
                <a:gd name="T11" fmla="*/ 188 h 38"/>
                <a:gd name="T12" fmla="*/ 33 w 31"/>
                <a:gd name="T13" fmla="*/ 0 h 38"/>
                <a:gd name="T14" fmla="*/ 0 w 31"/>
                <a:gd name="T15" fmla="*/ 20 h 38"/>
                <a:gd name="T16" fmla="*/ 20 w 31"/>
                <a:gd name="T17" fmla="*/ 33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8">
                  <a:moveTo>
                    <a:pt x="1" y="2"/>
                  </a:moveTo>
                  <a:cubicBezTo>
                    <a:pt x="12" y="5"/>
                    <a:pt x="19" y="8"/>
                    <a:pt x="23" y="13"/>
                  </a:cubicBezTo>
                  <a:cubicBezTo>
                    <a:pt x="27" y="18"/>
                    <a:pt x="28" y="26"/>
                    <a:pt x="29" y="37"/>
                  </a:cubicBezTo>
                  <a:cubicBezTo>
                    <a:pt x="29" y="38"/>
                    <a:pt x="29" y="38"/>
                    <a:pt x="30" y="38"/>
                  </a:cubicBezTo>
                  <a:cubicBezTo>
                    <a:pt x="30" y="38"/>
                    <a:pt x="31" y="38"/>
                    <a:pt x="31" y="37"/>
                  </a:cubicBezTo>
                  <a:cubicBezTo>
                    <a:pt x="30" y="25"/>
                    <a:pt x="29" y="17"/>
                    <a:pt x="24" y="12"/>
                  </a:cubicBezTo>
                  <a:cubicBezTo>
                    <a:pt x="20" y="6"/>
                    <a:pt x="12" y="3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0" name="Freeform 280">
              <a:extLst>
                <a:ext uri="{FF2B5EF4-FFF2-40B4-BE49-F238E27FC236}">
                  <a16:creationId xmlns:a16="http://schemas.microsoft.com/office/drawing/2014/main" id="{D9E9F5B0-4478-4C49-A9F5-397FDA08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438"/>
              <a:ext cx="47" cy="100"/>
            </a:xfrm>
            <a:custGeom>
              <a:avLst/>
              <a:gdLst>
                <a:gd name="T0" fmla="*/ 257 w 19"/>
                <a:gd name="T1" fmla="*/ 0 h 40"/>
                <a:gd name="T2" fmla="*/ 92 w 19"/>
                <a:gd name="T3" fmla="*/ 188 h 40"/>
                <a:gd name="T4" fmla="*/ 0 w 19"/>
                <a:gd name="T5" fmla="*/ 408 h 40"/>
                <a:gd name="T6" fmla="*/ 134 w 19"/>
                <a:gd name="T7" fmla="*/ 613 h 40"/>
                <a:gd name="T8" fmla="*/ 153 w 19"/>
                <a:gd name="T9" fmla="*/ 613 h 40"/>
                <a:gd name="T10" fmla="*/ 153 w 19"/>
                <a:gd name="T11" fmla="*/ 595 h 40"/>
                <a:gd name="T12" fmla="*/ 30 w 19"/>
                <a:gd name="T13" fmla="*/ 408 h 40"/>
                <a:gd name="T14" fmla="*/ 121 w 19"/>
                <a:gd name="T15" fmla="*/ 208 h 40"/>
                <a:gd name="T16" fmla="*/ 275 w 19"/>
                <a:gd name="T17" fmla="*/ 20 h 40"/>
                <a:gd name="T18" fmla="*/ 275 w 19"/>
                <a:gd name="T19" fmla="*/ 0 h 40"/>
                <a:gd name="T20" fmla="*/ 257 w 19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40">
                  <a:moveTo>
                    <a:pt x="17" y="0"/>
                  </a:moveTo>
                  <a:cubicBezTo>
                    <a:pt x="14" y="3"/>
                    <a:pt x="10" y="7"/>
                    <a:pt x="6" y="12"/>
                  </a:cubicBezTo>
                  <a:cubicBezTo>
                    <a:pt x="3" y="16"/>
                    <a:pt x="0" y="21"/>
                    <a:pt x="0" y="26"/>
                  </a:cubicBezTo>
                  <a:cubicBezTo>
                    <a:pt x="0" y="31"/>
                    <a:pt x="3" y="35"/>
                    <a:pt x="9" y="39"/>
                  </a:cubicBezTo>
                  <a:cubicBezTo>
                    <a:pt x="9" y="40"/>
                    <a:pt x="10" y="39"/>
                    <a:pt x="10" y="39"/>
                  </a:cubicBezTo>
                  <a:cubicBezTo>
                    <a:pt x="11" y="38"/>
                    <a:pt x="10" y="38"/>
                    <a:pt x="10" y="38"/>
                  </a:cubicBezTo>
                  <a:cubicBezTo>
                    <a:pt x="4" y="34"/>
                    <a:pt x="2" y="30"/>
                    <a:pt x="2" y="26"/>
                  </a:cubicBezTo>
                  <a:cubicBezTo>
                    <a:pt x="2" y="22"/>
                    <a:pt x="5" y="17"/>
                    <a:pt x="8" y="13"/>
                  </a:cubicBezTo>
                  <a:cubicBezTo>
                    <a:pt x="11" y="8"/>
                    <a:pt x="15" y="4"/>
                    <a:pt x="18" y="1"/>
                  </a:cubicBezTo>
                  <a:cubicBezTo>
                    <a:pt x="19" y="1"/>
                    <a:pt x="19" y="0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1" name="Freeform 281">
              <a:extLst>
                <a:ext uri="{FF2B5EF4-FFF2-40B4-BE49-F238E27FC236}">
                  <a16:creationId xmlns:a16="http://schemas.microsoft.com/office/drawing/2014/main" id="{44C870C6-BD4D-41E0-8CF6-13FEE10CA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626"/>
              <a:ext cx="180" cy="25"/>
            </a:xfrm>
            <a:custGeom>
              <a:avLst/>
              <a:gdLst>
                <a:gd name="T0" fmla="*/ 20 w 72"/>
                <a:gd name="T1" fmla="*/ 83 h 10"/>
                <a:gd name="T2" fmla="*/ 50 w 72"/>
                <a:gd name="T3" fmla="*/ 83 h 10"/>
                <a:gd name="T4" fmla="*/ 283 w 72"/>
                <a:gd name="T5" fmla="*/ 50 h 10"/>
                <a:gd name="T6" fmla="*/ 520 w 72"/>
                <a:gd name="T7" fmla="*/ 158 h 10"/>
                <a:gd name="T8" fmla="*/ 533 w 72"/>
                <a:gd name="T9" fmla="*/ 158 h 10"/>
                <a:gd name="T10" fmla="*/ 533 w 72"/>
                <a:gd name="T11" fmla="*/ 158 h 10"/>
                <a:gd name="T12" fmla="*/ 1063 w 72"/>
                <a:gd name="T13" fmla="*/ 33 h 10"/>
                <a:gd name="T14" fmla="*/ 1113 w 72"/>
                <a:gd name="T15" fmla="*/ 33 h 10"/>
                <a:gd name="T16" fmla="*/ 1125 w 72"/>
                <a:gd name="T17" fmla="*/ 20 h 10"/>
                <a:gd name="T18" fmla="*/ 1113 w 72"/>
                <a:gd name="T19" fmla="*/ 0 h 10"/>
                <a:gd name="T20" fmla="*/ 1063 w 72"/>
                <a:gd name="T21" fmla="*/ 0 h 10"/>
                <a:gd name="T22" fmla="*/ 520 w 72"/>
                <a:gd name="T23" fmla="*/ 125 h 10"/>
                <a:gd name="T24" fmla="*/ 533 w 72"/>
                <a:gd name="T25" fmla="*/ 145 h 10"/>
                <a:gd name="T26" fmla="*/ 550 w 72"/>
                <a:gd name="T27" fmla="*/ 125 h 10"/>
                <a:gd name="T28" fmla="*/ 283 w 72"/>
                <a:gd name="T29" fmla="*/ 20 h 10"/>
                <a:gd name="T30" fmla="*/ 50 w 72"/>
                <a:gd name="T31" fmla="*/ 50 h 10"/>
                <a:gd name="T32" fmla="*/ 20 w 72"/>
                <a:gd name="T33" fmla="*/ 50 h 10"/>
                <a:gd name="T34" fmla="*/ 0 w 72"/>
                <a:gd name="T35" fmla="*/ 63 h 10"/>
                <a:gd name="T36" fmla="*/ 20 w 72"/>
                <a:gd name="T37" fmla="*/ 83 h 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2" h="10">
                  <a:moveTo>
                    <a:pt x="1" y="5"/>
                  </a:moveTo>
                  <a:cubicBezTo>
                    <a:pt x="1" y="5"/>
                    <a:pt x="2" y="5"/>
                    <a:pt x="3" y="5"/>
                  </a:cubicBezTo>
                  <a:cubicBezTo>
                    <a:pt x="9" y="5"/>
                    <a:pt x="14" y="3"/>
                    <a:pt x="18" y="3"/>
                  </a:cubicBezTo>
                  <a:cubicBezTo>
                    <a:pt x="22" y="3"/>
                    <a:pt x="27" y="4"/>
                    <a:pt x="33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42" y="4"/>
                    <a:pt x="57" y="2"/>
                    <a:pt x="68" y="2"/>
                  </a:cubicBezTo>
                  <a:cubicBezTo>
                    <a:pt x="69" y="2"/>
                    <a:pt x="70" y="2"/>
                    <a:pt x="71" y="2"/>
                  </a:cubicBezTo>
                  <a:cubicBezTo>
                    <a:pt x="71" y="2"/>
                    <a:pt x="72" y="2"/>
                    <a:pt x="72" y="1"/>
                  </a:cubicBezTo>
                  <a:cubicBezTo>
                    <a:pt x="72" y="1"/>
                    <a:pt x="71" y="0"/>
                    <a:pt x="71" y="0"/>
                  </a:cubicBezTo>
                  <a:cubicBezTo>
                    <a:pt x="70" y="0"/>
                    <a:pt x="69" y="0"/>
                    <a:pt x="68" y="0"/>
                  </a:cubicBezTo>
                  <a:cubicBezTo>
                    <a:pt x="57" y="0"/>
                    <a:pt x="42" y="2"/>
                    <a:pt x="33" y="8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28" y="3"/>
                    <a:pt x="23" y="1"/>
                    <a:pt x="18" y="1"/>
                  </a:cubicBezTo>
                  <a:cubicBezTo>
                    <a:pt x="13" y="1"/>
                    <a:pt x="9" y="3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2" name="Freeform 282">
              <a:extLst>
                <a:ext uri="{FF2B5EF4-FFF2-40B4-BE49-F238E27FC236}">
                  <a16:creationId xmlns:a16="http://schemas.microsoft.com/office/drawing/2014/main" id="{3ED256C8-E142-47CF-A424-8652C755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433"/>
              <a:ext cx="120" cy="60"/>
            </a:xfrm>
            <a:custGeom>
              <a:avLst/>
              <a:gdLst>
                <a:gd name="T0" fmla="*/ 738 w 48"/>
                <a:gd name="T1" fmla="*/ 0 h 24"/>
                <a:gd name="T2" fmla="*/ 595 w 48"/>
                <a:gd name="T3" fmla="*/ 125 h 24"/>
                <a:gd name="T4" fmla="*/ 470 w 48"/>
                <a:gd name="T5" fmla="*/ 270 h 24"/>
                <a:gd name="T6" fmla="*/ 220 w 48"/>
                <a:gd name="T7" fmla="*/ 345 h 24"/>
                <a:gd name="T8" fmla="*/ 20 w 48"/>
                <a:gd name="T9" fmla="*/ 333 h 24"/>
                <a:gd name="T10" fmla="*/ 0 w 48"/>
                <a:gd name="T11" fmla="*/ 333 h 24"/>
                <a:gd name="T12" fmla="*/ 20 w 48"/>
                <a:gd name="T13" fmla="*/ 363 h 24"/>
                <a:gd name="T14" fmla="*/ 220 w 48"/>
                <a:gd name="T15" fmla="*/ 375 h 24"/>
                <a:gd name="T16" fmla="*/ 488 w 48"/>
                <a:gd name="T17" fmla="*/ 300 h 24"/>
                <a:gd name="T18" fmla="*/ 613 w 48"/>
                <a:gd name="T19" fmla="*/ 158 h 24"/>
                <a:gd name="T20" fmla="*/ 738 w 48"/>
                <a:gd name="T21" fmla="*/ 33 h 24"/>
                <a:gd name="T22" fmla="*/ 750 w 48"/>
                <a:gd name="T23" fmla="*/ 20 h 24"/>
                <a:gd name="T24" fmla="*/ 738 w 48"/>
                <a:gd name="T25" fmla="*/ 0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24">
                  <a:moveTo>
                    <a:pt x="47" y="0"/>
                  </a:moveTo>
                  <a:cubicBezTo>
                    <a:pt x="42" y="2"/>
                    <a:pt x="40" y="5"/>
                    <a:pt x="38" y="8"/>
                  </a:cubicBezTo>
                  <a:cubicBezTo>
                    <a:pt x="36" y="12"/>
                    <a:pt x="33" y="15"/>
                    <a:pt x="30" y="17"/>
                  </a:cubicBezTo>
                  <a:cubicBezTo>
                    <a:pt x="25" y="21"/>
                    <a:pt x="20" y="22"/>
                    <a:pt x="14" y="22"/>
                  </a:cubicBezTo>
                  <a:cubicBezTo>
                    <a:pt x="10" y="22"/>
                    <a:pt x="6" y="21"/>
                    <a:pt x="1" y="21"/>
                  </a:cubicBezTo>
                  <a:cubicBezTo>
                    <a:pt x="1" y="20"/>
                    <a:pt x="0" y="21"/>
                    <a:pt x="0" y="21"/>
                  </a:cubicBezTo>
                  <a:cubicBezTo>
                    <a:pt x="0" y="22"/>
                    <a:pt x="1" y="22"/>
                    <a:pt x="1" y="23"/>
                  </a:cubicBezTo>
                  <a:cubicBezTo>
                    <a:pt x="5" y="23"/>
                    <a:pt x="10" y="24"/>
                    <a:pt x="14" y="24"/>
                  </a:cubicBezTo>
                  <a:cubicBezTo>
                    <a:pt x="20" y="24"/>
                    <a:pt x="26" y="23"/>
                    <a:pt x="31" y="19"/>
                  </a:cubicBezTo>
                  <a:cubicBezTo>
                    <a:pt x="35" y="17"/>
                    <a:pt x="37" y="13"/>
                    <a:pt x="39" y="10"/>
                  </a:cubicBezTo>
                  <a:cubicBezTo>
                    <a:pt x="42" y="6"/>
                    <a:pt x="44" y="3"/>
                    <a:pt x="47" y="2"/>
                  </a:cubicBezTo>
                  <a:cubicBezTo>
                    <a:pt x="48" y="2"/>
                    <a:pt x="48" y="2"/>
                    <a:pt x="48" y="1"/>
                  </a:cubicBezTo>
                  <a:cubicBezTo>
                    <a:pt x="48" y="1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3" name="Freeform 283">
              <a:extLst>
                <a:ext uri="{FF2B5EF4-FFF2-40B4-BE49-F238E27FC236}">
                  <a16:creationId xmlns:a16="http://schemas.microsoft.com/office/drawing/2014/main" id="{A32AA84A-6941-4B03-9DD3-043D765A9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441"/>
              <a:ext cx="130" cy="62"/>
            </a:xfrm>
            <a:custGeom>
              <a:avLst/>
              <a:gdLst>
                <a:gd name="T0" fmla="*/ 813 w 52"/>
                <a:gd name="T1" fmla="*/ 350 h 25"/>
                <a:gd name="T2" fmla="*/ 658 w 52"/>
                <a:gd name="T3" fmla="*/ 196 h 25"/>
                <a:gd name="T4" fmla="*/ 438 w 52"/>
                <a:gd name="T5" fmla="*/ 154 h 25"/>
                <a:gd name="T6" fmla="*/ 20 w 52"/>
                <a:gd name="T7" fmla="*/ 0 h 25"/>
                <a:gd name="T8" fmla="*/ 0 w 52"/>
                <a:gd name="T9" fmla="*/ 12 h 25"/>
                <a:gd name="T10" fmla="*/ 20 w 52"/>
                <a:gd name="T11" fmla="*/ 30 h 25"/>
                <a:gd name="T12" fmla="*/ 438 w 52"/>
                <a:gd name="T13" fmla="*/ 166 h 25"/>
                <a:gd name="T14" fmla="*/ 645 w 52"/>
                <a:gd name="T15" fmla="*/ 228 h 25"/>
                <a:gd name="T16" fmla="*/ 783 w 52"/>
                <a:gd name="T17" fmla="*/ 370 h 25"/>
                <a:gd name="T18" fmla="*/ 800 w 52"/>
                <a:gd name="T19" fmla="*/ 382 h 25"/>
                <a:gd name="T20" fmla="*/ 813 w 52"/>
                <a:gd name="T21" fmla="*/ 35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25">
                  <a:moveTo>
                    <a:pt x="52" y="23"/>
                  </a:moveTo>
                  <a:cubicBezTo>
                    <a:pt x="48" y="18"/>
                    <a:pt x="45" y="15"/>
                    <a:pt x="42" y="13"/>
                  </a:cubicBezTo>
                  <a:cubicBezTo>
                    <a:pt x="38" y="11"/>
                    <a:pt x="34" y="11"/>
                    <a:pt x="28" y="10"/>
                  </a:cubicBezTo>
                  <a:cubicBezTo>
                    <a:pt x="19" y="7"/>
                    <a:pt x="12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1" y="3"/>
                    <a:pt x="18" y="9"/>
                    <a:pt x="28" y="11"/>
                  </a:cubicBezTo>
                  <a:cubicBezTo>
                    <a:pt x="34" y="13"/>
                    <a:pt x="38" y="13"/>
                    <a:pt x="41" y="15"/>
                  </a:cubicBezTo>
                  <a:cubicBezTo>
                    <a:pt x="44" y="16"/>
                    <a:pt x="47" y="19"/>
                    <a:pt x="50" y="24"/>
                  </a:cubicBezTo>
                  <a:cubicBezTo>
                    <a:pt x="50" y="25"/>
                    <a:pt x="51" y="25"/>
                    <a:pt x="51" y="25"/>
                  </a:cubicBezTo>
                  <a:cubicBezTo>
                    <a:pt x="52" y="24"/>
                    <a:pt x="52" y="24"/>
                    <a:pt x="52" y="2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4" name="Freeform 284">
              <a:extLst>
                <a:ext uri="{FF2B5EF4-FFF2-40B4-BE49-F238E27FC236}">
                  <a16:creationId xmlns:a16="http://schemas.microsoft.com/office/drawing/2014/main" id="{39C943AE-EEE0-4543-B137-6F08F60F6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483"/>
              <a:ext cx="105" cy="43"/>
            </a:xfrm>
            <a:custGeom>
              <a:avLst/>
              <a:gdLst>
                <a:gd name="T0" fmla="*/ 20 w 42"/>
                <a:gd name="T1" fmla="*/ 51 h 17"/>
                <a:gd name="T2" fmla="*/ 113 w 42"/>
                <a:gd name="T3" fmla="*/ 33 h 17"/>
                <a:gd name="T4" fmla="*/ 645 w 42"/>
                <a:gd name="T5" fmla="*/ 276 h 17"/>
                <a:gd name="T6" fmla="*/ 658 w 42"/>
                <a:gd name="T7" fmla="*/ 276 h 17"/>
                <a:gd name="T8" fmla="*/ 658 w 42"/>
                <a:gd name="T9" fmla="*/ 255 h 17"/>
                <a:gd name="T10" fmla="*/ 113 w 42"/>
                <a:gd name="T11" fmla="*/ 0 h 17"/>
                <a:gd name="T12" fmla="*/ 20 w 42"/>
                <a:gd name="T13" fmla="*/ 20 h 17"/>
                <a:gd name="T14" fmla="*/ 0 w 42"/>
                <a:gd name="T15" fmla="*/ 33 h 17"/>
                <a:gd name="T16" fmla="*/ 20 w 42"/>
                <a:gd name="T17" fmla="*/ 5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7">
                  <a:moveTo>
                    <a:pt x="1" y="3"/>
                  </a:moveTo>
                  <a:cubicBezTo>
                    <a:pt x="3" y="2"/>
                    <a:pt x="5" y="2"/>
                    <a:pt x="7" y="2"/>
                  </a:cubicBezTo>
                  <a:cubicBezTo>
                    <a:pt x="19" y="2"/>
                    <a:pt x="32" y="10"/>
                    <a:pt x="41" y="17"/>
                  </a:cubicBezTo>
                  <a:cubicBezTo>
                    <a:pt x="41" y="17"/>
                    <a:pt x="42" y="17"/>
                    <a:pt x="42" y="17"/>
                  </a:cubicBezTo>
                  <a:cubicBezTo>
                    <a:pt x="42" y="17"/>
                    <a:pt x="42" y="16"/>
                    <a:pt x="42" y="16"/>
                  </a:cubicBezTo>
                  <a:cubicBezTo>
                    <a:pt x="33" y="8"/>
                    <a:pt x="20" y="0"/>
                    <a:pt x="7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5" name="Freeform 285">
              <a:extLst>
                <a:ext uri="{FF2B5EF4-FFF2-40B4-BE49-F238E27FC236}">
                  <a16:creationId xmlns:a16="http://schemas.microsoft.com/office/drawing/2014/main" id="{F4741315-614E-44E7-B15A-1AB4C59CE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608"/>
              <a:ext cx="125" cy="63"/>
            </a:xfrm>
            <a:custGeom>
              <a:avLst/>
              <a:gdLst>
                <a:gd name="T0" fmla="*/ 770 w 50"/>
                <a:gd name="T1" fmla="*/ 0 h 25"/>
                <a:gd name="T2" fmla="*/ 720 w 50"/>
                <a:gd name="T3" fmla="*/ 0 h 25"/>
                <a:gd name="T4" fmla="*/ 408 w 50"/>
                <a:gd name="T5" fmla="*/ 146 h 25"/>
                <a:gd name="T6" fmla="*/ 188 w 50"/>
                <a:gd name="T7" fmla="*/ 222 h 25"/>
                <a:gd name="T8" fmla="*/ 0 w 50"/>
                <a:gd name="T9" fmla="*/ 381 h 25"/>
                <a:gd name="T10" fmla="*/ 0 w 50"/>
                <a:gd name="T11" fmla="*/ 401 h 25"/>
                <a:gd name="T12" fmla="*/ 20 w 50"/>
                <a:gd name="T13" fmla="*/ 401 h 25"/>
                <a:gd name="T14" fmla="*/ 208 w 50"/>
                <a:gd name="T15" fmla="*/ 255 h 25"/>
                <a:gd name="T16" fmla="*/ 425 w 50"/>
                <a:gd name="T17" fmla="*/ 159 h 25"/>
                <a:gd name="T18" fmla="*/ 720 w 50"/>
                <a:gd name="T19" fmla="*/ 33 h 25"/>
                <a:gd name="T20" fmla="*/ 770 w 50"/>
                <a:gd name="T21" fmla="*/ 33 h 25"/>
                <a:gd name="T22" fmla="*/ 783 w 50"/>
                <a:gd name="T23" fmla="*/ 20 h 25"/>
                <a:gd name="T24" fmla="*/ 770 w 50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25">
                  <a:moveTo>
                    <a:pt x="49" y="0"/>
                  </a:moveTo>
                  <a:cubicBezTo>
                    <a:pt x="48" y="0"/>
                    <a:pt x="47" y="0"/>
                    <a:pt x="46" y="0"/>
                  </a:cubicBezTo>
                  <a:cubicBezTo>
                    <a:pt x="39" y="0"/>
                    <a:pt x="33" y="5"/>
                    <a:pt x="26" y="9"/>
                  </a:cubicBezTo>
                  <a:cubicBezTo>
                    <a:pt x="22" y="10"/>
                    <a:pt x="17" y="12"/>
                    <a:pt x="12" y="14"/>
                  </a:cubicBezTo>
                  <a:cubicBezTo>
                    <a:pt x="7" y="17"/>
                    <a:pt x="3" y="19"/>
                    <a:pt x="0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4" y="21"/>
                    <a:pt x="8" y="18"/>
                    <a:pt x="13" y="16"/>
                  </a:cubicBezTo>
                  <a:cubicBezTo>
                    <a:pt x="18" y="14"/>
                    <a:pt x="23" y="12"/>
                    <a:pt x="27" y="10"/>
                  </a:cubicBezTo>
                  <a:cubicBezTo>
                    <a:pt x="34" y="6"/>
                    <a:pt x="40" y="2"/>
                    <a:pt x="46" y="2"/>
                  </a:cubicBezTo>
                  <a:cubicBezTo>
                    <a:pt x="47" y="2"/>
                    <a:pt x="48" y="2"/>
                    <a:pt x="49" y="2"/>
                  </a:cubicBezTo>
                  <a:cubicBezTo>
                    <a:pt x="49" y="2"/>
                    <a:pt x="50" y="2"/>
                    <a:pt x="50" y="1"/>
                  </a:cubicBezTo>
                  <a:cubicBezTo>
                    <a:pt x="50" y="1"/>
                    <a:pt x="50" y="0"/>
                    <a:pt x="49" y="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6" name="Freeform 286">
              <a:extLst>
                <a:ext uri="{FF2B5EF4-FFF2-40B4-BE49-F238E27FC236}">
                  <a16:creationId xmlns:a16="http://schemas.microsoft.com/office/drawing/2014/main" id="{9A93D804-E2D1-4561-8209-C5E1628C8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491"/>
              <a:ext cx="48" cy="90"/>
            </a:xfrm>
            <a:custGeom>
              <a:avLst/>
              <a:gdLst>
                <a:gd name="T0" fmla="*/ 288 w 19"/>
                <a:gd name="T1" fmla="*/ 20 h 36"/>
                <a:gd name="T2" fmla="*/ 83 w 19"/>
                <a:gd name="T3" fmla="*/ 238 h 36"/>
                <a:gd name="T4" fmla="*/ 0 w 19"/>
                <a:gd name="T5" fmla="*/ 520 h 36"/>
                <a:gd name="T6" fmla="*/ 0 w 19"/>
                <a:gd name="T7" fmla="*/ 550 h 36"/>
                <a:gd name="T8" fmla="*/ 20 w 19"/>
                <a:gd name="T9" fmla="*/ 563 h 36"/>
                <a:gd name="T10" fmla="*/ 33 w 19"/>
                <a:gd name="T11" fmla="*/ 550 h 36"/>
                <a:gd name="T12" fmla="*/ 33 w 19"/>
                <a:gd name="T13" fmla="*/ 520 h 36"/>
                <a:gd name="T14" fmla="*/ 114 w 19"/>
                <a:gd name="T15" fmla="*/ 250 h 36"/>
                <a:gd name="T16" fmla="*/ 306 w 19"/>
                <a:gd name="T17" fmla="*/ 33 h 36"/>
                <a:gd name="T18" fmla="*/ 306 w 19"/>
                <a:gd name="T19" fmla="*/ 20 h 36"/>
                <a:gd name="T20" fmla="*/ 288 w 19"/>
                <a:gd name="T21" fmla="*/ 2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36">
                  <a:moveTo>
                    <a:pt x="18" y="1"/>
                  </a:moveTo>
                  <a:cubicBezTo>
                    <a:pt x="13" y="5"/>
                    <a:pt x="8" y="10"/>
                    <a:pt x="5" y="15"/>
                  </a:cubicBezTo>
                  <a:cubicBezTo>
                    <a:pt x="2" y="20"/>
                    <a:pt x="0" y="25"/>
                    <a:pt x="0" y="33"/>
                  </a:cubicBezTo>
                  <a:cubicBezTo>
                    <a:pt x="0" y="34"/>
                    <a:pt x="0" y="34"/>
                    <a:pt x="0" y="35"/>
                  </a:cubicBezTo>
                  <a:cubicBezTo>
                    <a:pt x="0" y="35"/>
                    <a:pt x="0" y="36"/>
                    <a:pt x="1" y="36"/>
                  </a:cubicBezTo>
                  <a:cubicBezTo>
                    <a:pt x="1" y="36"/>
                    <a:pt x="2" y="35"/>
                    <a:pt x="2" y="35"/>
                  </a:cubicBezTo>
                  <a:cubicBezTo>
                    <a:pt x="2" y="34"/>
                    <a:pt x="2" y="34"/>
                    <a:pt x="2" y="33"/>
                  </a:cubicBezTo>
                  <a:cubicBezTo>
                    <a:pt x="2" y="26"/>
                    <a:pt x="4" y="20"/>
                    <a:pt x="7" y="16"/>
                  </a:cubicBezTo>
                  <a:cubicBezTo>
                    <a:pt x="10" y="11"/>
                    <a:pt x="14" y="7"/>
                    <a:pt x="19" y="2"/>
                  </a:cubicBezTo>
                  <a:cubicBezTo>
                    <a:pt x="19" y="2"/>
                    <a:pt x="19" y="1"/>
                    <a:pt x="19" y="1"/>
                  </a:cubicBezTo>
                  <a:cubicBezTo>
                    <a:pt x="19" y="0"/>
                    <a:pt x="18" y="0"/>
                    <a:pt x="18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7" name="Freeform 287">
              <a:extLst>
                <a:ext uri="{FF2B5EF4-FFF2-40B4-BE49-F238E27FC236}">
                  <a16:creationId xmlns:a16="http://schemas.microsoft.com/office/drawing/2014/main" id="{F413E263-7ABB-4AE7-B3AC-354F93A7B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583"/>
              <a:ext cx="90" cy="20"/>
            </a:xfrm>
            <a:custGeom>
              <a:avLst/>
              <a:gdLst>
                <a:gd name="T0" fmla="*/ 563 w 36"/>
                <a:gd name="T1" fmla="*/ 113 h 8"/>
                <a:gd name="T2" fmla="*/ 283 w 36"/>
                <a:gd name="T3" fmla="*/ 0 h 8"/>
                <a:gd name="T4" fmla="*/ 20 w 36"/>
                <a:gd name="T5" fmla="*/ 33 h 8"/>
                <a:gd name="T6" fmla="*/ 0 w 36"/>
                <a:gd name="T7" fmla="*/ 50 h 8"/>
                <a:gd name="T8" fmla="*/ 33 w 36"/>
                <a:gd name="T9" fmla="*/ 63 h 8"/>
                <a:gd name="T10" fmla="*/ 283 w 36"/>
                <a:gd name="T11" fmla="*/ 33 h 8"/>
                <a:gd name="T12" fmla="*/ 533 w 36"/>
                <a:gd name="T13" fmla="*/ 125 h 8"/>
                <a:gd name="T14" fmla="*/ 563 w 36"/>
                <a:gd name="T15" fmla="*/ 125 h 8"/>
                <a:gd name="T16" fmla="*/ 563 w 36"/>
                <a:gd name="T17" fmla="*/ 113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8">
                  <a:moveTo>
                    <a:pt x="36" y="7"/>
                  </a:moveTo>
                  <a:cubicBezTo>
                    <a:pt x="31" y="1"/>
                    <a:pt x="24" y="0"/>
                    <a:pt x="18" y="0"/>
                  </a:cubicBezTo>
                  <a:cubicBezTo>
                    <a:pt x="12" y="0"/>
                    <a:pt x="6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7" y="3"/>
                    <a:pt x="12" y="2"/>
                    <a:pt x="18" y="2"/>
                  </a:cubicBezTo>
                  <a:cubicBezTo>
                    <a:pt x="24" y="2"/>
                    <a:pt x="30" y="3"/>
                    <a:pt x="34" y="8"/>
                  </a:cubicBezTo>
                  <a:cubicBezTo>
                    <a:pt x="35" y="8"/>
                    <a:pt x="35" y="8"/>
                    <a:pt x="36" y="8"/>
                  </a:cubicBezTo>
                  <a:cubicBezTo>
                    <a:pt x="36" y="8"/>
                    <a:pt x="36" y="7"/>
                    <a:pt x="36" y="7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8" name="Freeform 288">
              <a:extLst>
                <a:ext uri="{FF2B5EF4-FFF2-40B4-BE49-F238E27FC236}">
                  <a16:creationId xmlns:a16="http://schemas.microsoft.com/office/drawing/2014/main" id="{A1EA93B7-4C5F-41D0-A111-37FBFD9E0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363"/>
              <a:ext cx="52" cy="25"/>
            </a:xfrm>
            <a:custGeom>
              <a:avLst/>
              <a:gdLst>
                <a:gd name="T0" fmla="*/ 12 w 21"/>
                <a:gd name="T1" fmla="*/ 33 h 10"/>
                <a:gd name="T2" fmla="*/ 307 w 21"/>
                <a:gd name="T3" fmla="*/ 158 h 10"/>
                <a:gd name="T4" fmla="*/ 319 w 21"/>
                <a:gd name="T5" fmla="*/ 145 h 10"/>
                <a:gd name="T6" fmla="*/ 307 w 21"/>
                <a:gd name="T7" fmla="*/ 125 h 10"/>
                <a:gd name="T8" fmla="*/ 30 w 21"/>
                <a:gd name="T9" fmla="*/ 0 h 10"/>
                <a:gd name="T10" fmla="*/ 12 w 21"/>
                <a:gd name="T11" fmla="*/ 20 h 10"/>
                <a:gd name="T12" fmla="*/ 12 w 21"/>
                <a:gd name="T13" fmla="*/ 3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0">
                  <a:moveTo>
                    <a:pt x="1" y="2"/>
                  </a:moveTo>
                  <a:cubicBezTo>
                    <a:pt x="7" y="6"/>
                    <a:pt x="13" y="9"/>
                    <a:pt x="20" y="10"/>
                  </a:cubicBezTo>
                  <a:cubicBezTo>
                    <a:pt x="21" y="10"/>
                    <a:pt x="21" y="10"/>
                    <a:pt x="21" y="9"/>
                  </a:cubicBezTo>
                  <a:cubicBezTo>
                    <a:pt x="21" y="9"/>
                    <a:pt x="21" y="8"/>
                    <a:pt x="20" y="8"/>
                  </a:cubicBezTo>
                  <a:cubicBezTo>
                    <a:pt x="14" y="7"/>
                    <a:pt x="7" y="5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9" name="Freeform 289">
              <a:extLst>
                <a:ext uri="{FF2B5EF4-FFF2-40B4-BE49-F238E27FC236}">
                  <a16:creationId xmlns:a16="http://schemas.microsoft.com/office/drawing/2014/main" id="{CC012D31-F8CC-40F0-B50F-46986CEA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486"/>
              <a:ext cx="42" cy="82"/>
            </a:xfrm>
            <a:custGeom>
              <a:avLst/>
              <a:gdLst>
                <a:gd name="T0" fmla="*/ 0 w 17"/>
                <a:gd name="T1" fmla="*/ 12 h 33"/>
                <a:gd name="T2" fmla="*/ 0 w 17"/>
                <a:gd name="T3" fmla="*/ 42 h 33"/>
                <a:gd name="T4" fmla="*/ 30 w 17"/>
                <a:gd name="T5" fmla="*/ 321 h 33"/>
                <a:gd name="T6" fmla="*/ 225 w 17"/>
                <a:gd name="T7" fmla="*/ 494 h 33"/>
                <a:gd name="T8" fmla="*/ 257 w 17"/>
                <a:gd name="T9" fmla="*/ 494 h 33"/>
                <a:gd name="T10" fmla="*/ 245 w 17"/>
                <a:gd name="T11" fmla="*/ 475 h 33"/>
                <a:gd name="T12" fmla="*/ 62 w 17"/>
                <a:gd name="T13" fmla="*/ 308 h 33"/>
                <a:gd name="T14" fmla="*/ 30 w 17"/>
                <a:gd name="T15" fmla="*/ 42 h 33"/>
                <a:gd name="T16" fmla="*/ 30 w 17"/>
                <a:gd name="T17" fmla="*/ 12 h 33"/>
                <a:gd name="T18" fmla="*/ 12 w 17"/>
                <a:gd name="T19" fmla="*/ 0 h 33"/>
                <a:gd name="T20" fmla="*/ 0 w 17"/>
                <a:gd name="T21" fmla="*/ 12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3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9"/>
                    <a:pt x="0" y="15"/>
                    <a:pt x="2" y="21"/>
                  </a:cubicBezTo>
                  <a:cubicBezTo>
                    <a:pt x="5" y="26"/>
                    <a:pt x="9" y="31"/>
                    <a:pt x="15" y="32"/>
                  </a:cubicBezTo>
                  <a:cubicBezTo>
                    <a:pt x="16" y="33"/>
                    <a:pt x="16" y="32"/>
                    <a:pt x="17" y="32"/>
                  </a:cubicBezTo>
                  <a:cubicBezTo>
                    <a:pt x="17" y="31"/>
                    <a:pt x="16" y="31"/>
                    <a:pt x="16" y="31"/>
                  </a:cubicBezTo>
                  <a:cubicBezTo>
                    <a:pt x="10" y="29"/>
                    <a:pt x="6" y="25"/>
                    <a:pt x="4" y="20"/>
                  </a:cubicBezTo>
                  <a:cubicBezTo>
                    <a:pt x="2" y="15"/>
                    <a:pt x="2" y="9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0" name="Freeform 290">
              <a:extLst>
                <a:ext uri="{FF2B5EF4-FFF2-40B4-BE49-F238E27FC236}">
                  <a16:creationId xmlns:a16="http://schemas.microsoft.com/office/drawing/2014/main" id="{FE5E5444-0AFB-472A-99C2-DEE35763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683"/>
              <a:ext cx="60" cy="62"/>
            </a:xfrm>
            <a:custGeom>
              <a:avLst/>
              <a:gdLst>
                <a:gd name="T0" fmla="*/ 363 w 24"/>
                <a:gd name="T1" fmla="*/ 0 h 25"/>
                <a:gd name="T2" fmla="*/ 145 w 24"/>
                <a:gd name="T3" fmla="*/ 104 h 25"/>
                <a:gd name="T4" fmla="*/ 50 w 24"/>
                <a:gd name="T5" fmla="*/ 196 h 25"/>
                <a:gd name="T6" fmla="*/ 0 w 24"/>
                <a:gd name="T7" fmla="*/ 290 h 25"/>
                <a:gd name="T8" fmla="*/ 20 w 24"/>
                <a:gd name="T9" fmla="*/ 370 h 25"/>
                <a:gd name="T10" fmla="*/ 33 w 24"/>
                <a:gd name="T11" fmla="*/ 382 h 25"/>
                <a:gd name="T12" fmla="*/ 50 w 24"/>
                <a:gd name="T13" fmla="*/ 350 h 25"/>
                <a:gd name="T14" fmla="*/ 33 w 24"/>
                <a:gd name="T15" fmla="*/ 290 h 25"/>
                <a:gd name="T16" fmla="*/ 63 w 24"/>
                <a:gd name="T17" fmla="*/ 216 h 25"/>
                <a:gd name="T18" fmla="*/ 208 w 24"/>
                <a:gd name="T19" fmla="*/ 104 h 25"/>
                <a:gd name="T20" fmla="*/ 375 w 24"/>
                <a:gd name="T21" fmla="*/ 30 h 25"/>
                <a:gd name="T22" fmla="*/ 375 w 24"/>
                <a:gd name="T23" fmla="*/ 0 h 25"/>
                <a:gd name="T24" fmla="*/ 363 w 24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25">
                  <a:moveTo>
                    <a:pt x="23" y="0"/>
                  </a:moveTo>
                  <a:cubicBezTo>
                    <a:pt x="19" y="2"/>
                    <a:pt x="14" y="4"/>
                    <a:pt x="9" y="7"/>
                  </a:cubicBezTo>
                  <a:cubicBezTo>
                    <a:pt x="6" y="9"/>
                    <a:pt x="4" y="11"/>
                    <a:pt x="3" y="13"/>
                  </a:cubicBezTo>
                  <a:cubicBezTo>
                    <a:pt x="1" y="15"/>
                    <a:pt x="0" y="17"/>
                    <a:pt x="0" y="19"/>
                  </a:cubicBezTo>
                  <a:cubicBezTo>
                    <a:pt x="0" y="21"/>
                    <a:pt x="0" y="23"/>
                    <a:pt x="1" y="24"/>
                  </a:cubicBezTo>
                  <a:cubicBezTo>
                    <a:pt x="1" y="25"/>
                    <a:pt x="2" y="25"/>
                    <a:pt x="2" y="25"/>
                  </a:cubicBezTo>
                  <a:cubicBezTo>
                    <a:pt x="3" y="24"/>
                    <a:pt x="3" y="24"/>
                    <a:pt x="3" y="23"/>
                  </a:cubicBezTo>
                  <a:cubicBezTo>
                    <a:pt x="2" y="22"/>
                    <a:pt x="2" y="21"/>
                    <a:pt x="2" y="19"/>
                  </a:cubicBezTo>
                  <a:cubicBezTo>
                    <a:pt x="2" y="17"/>
                    <a:pt x="3" y="16"/>
                    <a:pt x="4" y="14"/>
                  </a:cubicBezTo>
                  <a:cubicBezTo>
                    <a:pt x="6" y="11"/>
                    <a:pt x="10" y="9"/>
                    <a:pt x="13" y="7"/>
                  </a:cubicBezTo>
                  <a:cubicBezTo>
                    <a:pt x="17" y="5"/>
                    <a:pt x="21" y="3"/>
                    <a:pt x="24" y="2"/>
                  </a:cubicBezTo>
                  <a:cubicBezTo>
                    <a:pt x="24" y="1"/>
                    <a:pt x="24" y="1"/>
                    <a:pt x="24" y="0"/>
                  </a:cubicBezTo>
                  <a:cubicBezTo>
                    <a:pt x="24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1" name="Freeform 291">
              <a:extLst>
                <a:ext uri="{FF2B5EF4-FFF2-40B4-BE49-F238E27FC236}">
                  <a16:creationId xmlns:a16="http://schemas.microsoft.com/office/drawing/2014/main" id="{95A99838-6CCA-412D-8D6D-ECD56CD37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373"/>
              <a:ext cx="13" cy="50"/>
            </a:xfrm>
            <a:custGeom>
              <a:avLst/>
              <a:gdLst>
                <a:gd name="T0" fmla="*/ 55 w 5"/>
                <a:gd name="T1" fmla="*/ 20 h 20"/>
                <a:gd name="T2" fmla="*/ 0 w 5"/>
                <a:gd name="T3" fmla="*/ 158 h 20"/>
                <a:gd name="T4" fmla="*/ 55 w 5"/>
                <a:gd name="T5" fmla="*/ 300 h 20"/>
                <a:gd name="T6" fmla="*/ 88 w 5"/>
                <a:gd name="T7" fmla="*/ 300 h 20"/>
                <a:gd name="T8" fmla="*/ 88 w 5"/>
                <a:gd name="T9" fmla="*/ 283 h 20"/>
                <a:gd name="T10" fmla="*/ 34 w 5"/>
                <a:gd name="T11" fmla="*/ 158 h 20"/>
                <a:gd name="T12" fmla="*/ 88 w 5"/>
                <a:gd name="T13" fmla="*/ 33 h 20"/>
                <a:gd name="T14" fmla="*/ 88 w 5"/>
                <a:gd name="T15" fmla="*/ 0 h 20"/>
                <a:gd name="T16" fmla="*/ 55 w 5"/>
                <a:gd name="T17" fmla="*/ 2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20">
                  <a:moveTo>
                    <a:pt x="3" y="1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0" y="13"/>
                    <a:pt x="1" y="16"/>
                    <a:pt x="3" y="19"/>
                  </a:cubicBezTo>
                  <a:cubicBezTo>
                    <a:pt x="4" y="20"/>
                    <a:pt x="4" y="20"/>
                    <a:pt x="5" y="19"/>
                  </a:cubicBezTo>
                  <a:cubicBezTo>
                    <a:pt x="5" y="19"/>
                    <a:pt x="5" y="19"/>
                    <a:pt x="5" y="18"/>
                  </a:cubicBezTo>
                  <a:cubicBezTo>
                    <a:pt x="3" y="15"/>
                    <a:pt x="2" y="13"/>
                    <a:pt x="2" y="10"/>
                  </a:cubicBezTo>
                  <a:cubicBezTo>
                    <a:pt x="2" y="7"/>
                    <a:pt x="3" y="4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2" name="Freeform 292">
              <a:extLst>
                <a:ext uri="{FF2B5EF4-FFF2-40B4-BE49-F238E27FC236}">
                  <a16:creationId xmlns:a16="http://schemas.microsoft.com/office/drawing/2014/main" id="{D1764884-6B11-417C-BE8C-903D06F0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371"/>
              <a:ext cx="17" cy="32"/>
            </a:xfrm>
            <a:custGeom>
              <a:avLst/>
              <a:gdLst>
                <a:gd name="T0" fmla="*/ 41 w 7"/>
                <a:gd name="T1" fmla="*/ 0 h 13"/>
                <a:gd name="T2" fmla="*/ 0 w 7"/>
                <a:gd name="T3" fmla="*/ 162 h 13"/>
                <a:gd name="T4" fmla="*/ 58 w 7"/>
                <a:gd name="T5" fmla="*/ 194 h 13"/>
                <a:gd name="T6" fmla="*/ 100 w 7"/>
                <a:gd name="T7" fmla="*/ 12 h 13"/>
                <a:gd name="T8" fmla="*/ 41 w 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2" y="4"/>
                    <a:pt x="2" y="8"/>
                    <a:pt x="0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8"/>
                    <a:pt x="6" y="4"/>
                    <a:pt x="7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3" name="Freeform 293">
              <a:extLst>
                <a:ext uri="{FF2B5EF4-FFF2-40B4-BE49-F238E27FC236}">
                  <a16:creationId xmlns:a16="http://schemas.microsoft.com/office/drawing/2014/main" id="{60542386-2A4C-4A8E-95A6-63A043550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431"/>
              <a:ext cx="27" cy="32"/>
            </a:xfrm>
            <a:custGeom>
              <a:avLst/>
              <a:gdLst>
                <a:gd name="T0" fmla="*/ 29 w 11"/>
                <a:gd name="T1" fmla="*/ 0 h 13"/>
                <a:gd name="T2" fmla="*/ 0 w 11"/>
                <a:gd name="T3" fmla="*/ 121 h 13"/>
                <a:gd name="T4" fmla="*/ 12 w 11"/>
                <a:gd name="T5" fmla="*/ 153 h 13"/>
                <a:gd name="T6" fmla="*/ 29 w 11"/>
                <a:gd name="T7" fmla="*/ 194 h 13"/>
                <a:gd name="T8" fmla="*/ 61 w 11"/>
                <a:gd name="T9" fmla="*/ 194 h 13"/>
                <a:gd name="T10" fmla="*/ 103 w 11"/>
                <a:gd name="T11" fmla="*/ 194 h 13"/>
                <a:gd name="T12" fmla="*/ 133 w 11"/>
                <a:gd name="T13" fmla="*/ 153 h 13"/>
                <a:gd name="T14" fmla="*/ 150 w 11"/>
                <a:gd name="T15" fmla="*/ 91 h 13"/>
                <a:gd name="T16" fmla="*/ 162 w 11"/>
                <a:gd name="T17" fmla="*/ 62 h 13"/>
                <a:gd name="T18" fmla="*/ 162 w 11"/>
                <a:gd name="T19" fmla="*/ 42 h 13"/>
                <a:gd name="T20" fmla="*/ 162 w 11"/>
                <a:gd name="T21" fmla="*/ 42 h 13"/>
                <a:gd name="T22" fmla="*/ 162 w 11"/>
                <a:gd name="T23" fmla="*/ 42 h 13"/>
                <a:gd name="T24" fmla="*/ 120 w 11"/>
                <a:gd name="T25" fmla="*/ 12 h 13"/>
                <a:gd name="T26" fmla="*/ 120 w 11"/>
                <a:gd name="T27" fmla="*/ 30 h 13"/>
                <a:gd name="T28" fmla="*/ 91 w 11"/>
                <a:gd name="T29" fmla="*/ 103 h 13"/>
                <a:gd name="T30" fmla="*/ 71 w 11"/>
                <a:gd name="T31" fmla="*/ 133 h 13"/>
                <a:gd name="T32" fmla="*/ 61 w 11"/>
                <a:gd name="T33" fmla="*/ 133 h 13"/>
                <a:gd name="T34" fmla="*/ 61 w 11"/>
                <a:gd name="T35" fmla="*/ 153 h 13"/>
                <a:gd name="T36" fmla="*/ 61 w 11"/>
                <a:gd name="T37" fmla="*/ 133 h 13"/>
                <a:gd name="T38" fmla="*/ 61 w 11"/>
                <a:gd name="T39" fmla="*/ 133 h 13"/>
                <a:gd name="T40" fmla="*/ 61 w 11"/>
                <a:gd name="T41" fmla="*/ 153 h 13"/>
                <a:gd name="T42" fmla="*/ 61 w 11"/>
                <a:gd name="T43" fmla="*/ 133 h 13"/>
                <a:gd name="T44" fmla="*/ 61 w 11"/>
                <a:gd name="T45" fmla="*/ 153 h 13"/>
                <a:gd name="T46" fmla="*/ 61 w 11"/>
                <a:gd name="T47" fmla="*/ 133 h 13"/>
                <a:gd name="T48" fmla="*/ 61 w 11"/>
                <a:gd name="T49" fmla="*/ 133 h 13"/>
                <a:gd name="T50" fmla="*/ 61 w 11"/>
                <a:gd name="T51" fmla="*/ 153 h 13"/>
                <a:gd name="T52" fmla="*/ 61 w 11"/>
                <a:gd name="T53" fmla="*/ 133 h 13"/>
                <a:gd name="T54" fmla="*/ 61 w 11"/>
                <a:gd name="T55" fmla="*/ 153 h 13"/>
                <a:gd name="T56" fmla="*/ 71 w 11"/>
                <a:gd name="T57" fmla="*/ 133 h 13"/>
                <a:gd name="T58" fmla="*/ 61 w 11"/>
                <a:gd name="T59" fmla="*/ 133 h 13"/>
                <a:gd name="T60" fmla="*/ 61 w 11"/>
                <a:gd name="T61" fmla="*/ 153 h 13"/>
                <a:gd name="T62" fmla="*/ 71 w 11"/>
                <a:gd name="T63" fmla="*/ 133 h 13"/>
                <a:gd name="T64" fmla="*/ 71 w 11"/>
                <a:gd name="T65" fmla="*/ 133 h 13"/>
                <a:gd name="T66" fmla="*/ 71 w 11"/>
                <a:gd name="T67" fmla="*/ 133 h 13"/>
                <a:gd name="T68" fmla="*/ 61 w 11"/>
                <a:gd name="T69" fmla="*/ 121 h 13"/>
                <a:gd name="T70" fmla="*/ 71 w 11"/>
                <a:gd name="T71" fmla="*/ 12 h 13"/>
                <a:gd name="T72" fmla="*/ 29 w 11"/>
                <a:gd name="T73" fmla="*/ 0 h 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" h="13">
                  <a:moveTo>
                    <a:pt x="2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0" y="9"/>
                    <a:pt x="0" y="9"/>
                    <a:pt x="1" y="10"/>
                  </a:cubicBezTo>
                  <a:cubicBezTo>
                    <a:pt x="1" y="11"/>
                    <a:pt x="1" y="12"/>
                    <a:pt x="2" y="13"/>
                  </a:cubicBezTo>
                  <a:cubicBezTo>
                    <a:pt x="3" y="13"/>
                    <a:pt x="4" y="13"/>
                    <a:pt x="4" y="13"/>
                  </a:cubicBezTo>
                  <a:cubicBezTo>
                    <a:pt x="5" y="13"/>
                    <a:pt x="6" y="13"/>
                    <a:pt x="7" y="13"/>
                  </a:cubicBezTo>
                  <a:cubicBezTo>
                    <a:pt x="8" y="12"/>
                    <a:pt x="8" y="11"/>
                    <a:pt x="9" y="10"/>
                  </a:cubicBezTo>
                  <a:cubicBezTo>
                    <a:pt x="9" y="9"/>
                    <a:pt x="10" y="7"/>
                    <a:pt x="10" y="6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7" y="3"/>
                    <a:pt x="6" y="6"/>
                    <a:pt x="6" y="7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4" y="6"/>
                    <a:pt x="5" y="3"/>
                    <a:pt x="5" y="1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4" name="Freeform 294">
              <a:extLst>
                <a:ext uri="{FF2B5EF4-FFF2-40B4-BE49-F238E27FC236}">
                  <a16:creationId xmlns:a16="http://schemas.microsoft.com/office/drawing/2014/main" id="{BAF89402-98F8-4B34-9439-63ADBD4FF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501"/>
              <a:ext cx="25" cy="40"/>
            </a:xfrm>
            <a:custGeom>
              <a:avLst/>
              <a:gdLst>
                <a:gd name="T0" fmla="*/ 95 w 10"/>
                <a:gd name="T1" fmla="*/ 0 h 16"/>
                <a:gd name="T2" fmla="*/ 50 w 10"/>
                <a:gd name="T3" fmla="*/ 113 h 16"/>
                <a:gd name="T4" fmla="*/ 0 w 10"/>
                <a:gd name="T5" fmla="*/ 208 h 16"/>
                <a:gd name="T6" fmla="*/ 50 w 10"/>
                <a:gd name="T7" fmla="*/ 250 h 16"/>
                <a:gd name="T8" fmla="*/ 113 w 10"/>
                <a:gd name="T9" fmla="*/ 145 h 16"/>
                <a:gd name="T10" fmla="*/ 158 w 10"/>
                <a:gd name="T11" fmla="*/ 33 h 16"/>
                <a:gd name="T12" fmla="*/ 95 w 1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6">
                  <a:moveTo>
                    <a:pt x="6" y="0"/>
                  </a:moveTo>
                  <a:cubicBezTo>
                    <a:pt x="5" y="3"/>
                    <a:pt x="4" y="5"/>
                    <a:pt x="3" y="7"/>
                  </a:cubicBezTo>
                  <a:cubicBezTo>
                    <a:pt x="2" y="10"/>
                    <a:pt x="1" y="12"/>
                    <a:pt x="0" y="13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5" y="14"/>
                    <a:pt x="6" y="11"/>
                    <a:pt x="7" y="9"/>
                  </a:cubicBezTo>
                  <a:cubicBezTo>
                    <a:pt x="8" y="6"/>
                    <a:pt x="9" y="4"/>
                    <a:pt x="10" y="2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5" name="Freeform 295">
              <a:extLst>
                <a:ext uri="{FF2B5EF4-FFF2-40B4-BE49-F238E27FC236}">
                  <a16:creationId xmlns:a16="http://schemas.microsoft.com/office/drawing/2014/main" id="{2235F197-E4A9-4389-81BA-8E303EE0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513"/>
              <a:ext cx="25" cy="10"/>
            </a:xfrm>
            <a:custGeom>
              <a:avLst/>
              <a:gdLst>
                <a:gd name="T0" fmla="*/ 33 w 10"/>
                <a:gd name="T1" fmla="*/ 63 h 4"/>
                <a:gd name="T2" fmla="*/ 50 w 10"/>
                <a:gd name="T3" fmla="*/ 63 h 4"/>
                <a:gd name="T4" fmla="*/ 145 w 10"/>
                <a:gd name="T5" fmla="*/ 63 h 4"/>
                <a:gd name="T6" fmla="*/ 158 w 10"/>
                <a:gd name="T7" fmla="*/ 63 h 4"/>
                <a:gd name="T8" fmla="*/ 145 w 10"/>
                <a:gd name="T9" fmla="*/ 0 h 4"/>
                <a:gd name="T10" fmla="*/ 145 w 10"/>
                <a:gd name="T11" fmla="*/ 0 h 4"/>
                <a:gd name="T12" fmla="*/ 50 w 10"/>
                <a:gd name="T13" fmla="*/ 0 h 4"/>
                <a:gd name="T14" fmla="*/ 0 w 10"/>
                <a:gd name="T15" fmla="*/ 0 h 4"/>
                <a:gd name="T16" fmla="*/ 33 w 10"/>
                <a:gd name="T17" fmla="*/ 63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2" y="4"/>
                  </a:moveTo>
                  <a:cubicBezTo>
                    <a:pt x="2" y="4"/>
                    <a:pt x="3" y="4"/>
                    <a:pt x="3" y="4"/>
                  </a:cubicBezTo>
                  <a:cubicBezTo>
                    <a:pt x="5" y="4"/>
                    <a:pt x="7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6" name="Freeform 296">
              <a:extLst>
                <a:ext uri="{FF2B5EF4-FFF2-40B4-BE49-F238E27FC236}">
                  <a16:creationId xmlns:a16="http://schemas.microsoft.com/office/drawing/2014/main" id="{9A4084B4-8097-44E6-A48C-8540E3435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431"/>
              <a:ext cx="17" cy="30"/>
            </a:xfrm>
            <a:custGeom>
              <a:avLst/>
              <a:gdLst>
                <a:gd name="T0" fmla="*/ 41 w 7"/>
                <a:gd name="T1" fmla="*/ 20 h 12"/>
                <a:gd name="T2" fmla="*/ 41 w 7"/>
                <a:gd name="T3" fmla="*/ 33 h 12"/>
                <a:gd name="T4" fmla="*/ 0 w 7"/>
                <a:gd name="T5" fmla="*/ 158 h 12"/>
                <a:gd name="T6" fmla="*/ 58 w 7"/>
                <a:gd name="T7" fmla="*/ 188 h 12"/>
                <a:gd name="T8" fmla="*/ 100 w 7"/>
                <a:gd name="T9" fmla="*/ 33 h 12"/>
                <a:gd name="T10" fmla="*/ 100 w 7"/>
                <a:gd name="T11" fmla="*/ 0 h 12"/>
                <a:gd name="T12" fmla="*/ 41 w 7"/>
                <a:gd name="T13" fmla="*/ 2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2">
                  <a:moveTo>
                    <a:pt x="3" y="1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3" y="5"/>
                    <a:pt x="2" y="8"/>
                    <a:pt x="0" y="1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6" y="9"/>
                    <a:pt x="7" y="6"/>
                    <a:pt x="7" y="2"/>
                  </a:cubicBezTo>
                  <a:cubicBezTo>
                    <a:pt x="7" y="1"/>
                    <a:pt x="7" y="1"/>
                    <a:pt x="7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7" name="Freeform 297">
              <a:extLst>
                <a:ext uri="{FF2B5EF4-FFF2-40B4-BE49-F238E27FC236}">
                  <a16:creationId xmlns:a16="http://schemas.microsoft.com/office/drawing/2014/main" id="{0B6C1164-A752-47D6-AEDC-D3AD85680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431"/>
              <a:ext cx="30" cy="30"/>
            </a:xfrm>
            <a:custGeom>
              <a:avLst/>
              <a:gdLst>
                <a:gd name="T0" fmla="*/ 20 w 12"/>
                <a:gd name="T1" fmla="*/ 63 h 12"/>
                <a:gd name="T2" fmla="*/ 20 w 12"/>
                <a:gd name="T3" fmla="*/ 63 h 12"/>
                <a:gd name="T4" fmla="*/ 20 w 12"/>
                <a:gd name="T5" fmla="*/ 63 h 12"/>
                <a:gd name="T6" fmla="*/ 20 w 12"/>
                <a:gd name="T7" fmla="*/ 63 h 12"/>
                <a:gd name="T8" fmla="*/ 20 w 12"/>
                <a:gd name="T9" fmla="*/ 63 h 12"/>
                <a:gd name="T10" fmla="*/ 20 w 12"/>
                <a:gd name="T11" fmla="*/ 63 h 12"/>
                <a:gd name="T12" fmla="*/ 20 w 12"/>
                <a:gd name="T13" fmla="*/ 63 h 12"/>
                <a:gd name="T14" fmla="*/ 20 w 12"/>
                <a:gd name="T15" fmla="*/ 63 h 12"/>
                <a:gd name="T16" fmla="*/ 20 w 12"/>
                <a:gd name="T17" fmla="*/ 63 h 12"/>
                <a:gd name="T18" fmla="*/ 20 w 12"/>
                <a:gd name="T19" fmla="*/ 63 h 12"/>
                <a:gd name="T20" fmla="*/ 20 w 12"/>
                <a:gd name="T21" fmla="*/ 63 h 12"/>
                <a:gd name="T22" fmla="*/ 33 w 12"/>
                <a:gd name="T23" fmla="*/ 83 h 12"/>
                <a:gd name="T24" fmla="*/ 95 w 12"/>
                <a:gd name="T25" fmla="*/ 145 h 12"/>
                <a:gd name="T26" fmla="*/ 145 w 12"/>
                <a:gd name="T27" fmla="*/ 188 h 12"/>
                <a:gd name="T28" fmla="*/ 188 w 12"/>
                <a:gd name="T29" fmla="*/ 145 h 12"/>
                <a:gd name="T30" fmla="*/ 113 w 12"/>
                <a:gd name="T31" fmla="*/ 63 h 12"/>
                <a:gd name="T32" fmla="*/ 63 w 12"/>
                <a:gd name="T33" fmla="*/ 33 h 12"/>
                <a:gd name="T34" fmla="*/ 20 w 12"/>
                <a:gd name="T35" fmla="*/ 0 h 12"/>
                <a:gd name="T36" fmla="*/ 0 w 12"/>
                <a:gd name="T37" fmla="*/ 20 h 12"/>
                <a:gd name="T38" fmla="*/ 20 w 12"/>
                <a:gd name="T39" fmla="*/ 63 h 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" h="12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6"/>
                    <a:pt x="4" y="7"/>
                    <a:pt x="6" y="9"/>
                  </a:cubicBezTo>
                  <a:cubicBezTo>
                    <a:pt x="7" y="10"/>
                    <a:pt x="8" y="11"/>
                    <a:pt x="9" y="12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9"/>
                    <a:pt x="9" y="6"/>
                    <a:pt x="7" y="4"/>
                  </a:cubicBezTo>
                  <a:cubicBezTo>
                    <a:pt x="6" y="3"/>
                    <a:pt x="5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8" name="Freeform 298">
              <a:extLst>
                <a:ext uri="{FF2B5EF4-FFF2-40B4-BE49-F238E27FC236}">
                  <a16:creationId xmlns:a16="http://schemas.microsoft.com/office/drawing/2014/main" id="{4546FC9E-3D96-4D2E-A90B-C5C5073C6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508"/>
              <a:ext cx="25" cy="23"/>
            </a:xfrm>
            <a:custGeom>
              <a:avLst/>
              <a:gdLst>
                <a:gd name="T0" fmla="*/ 50 w 10"/>
                <a:gd name="T1" fmla="*/ 151 h 9"/>
                <a:gd name="T2" fmla="*/ 158 w 10"/>
                <a:gd name="T3" fmla="*/ 51 h 9"/>
                <a:gd name="T4" fmla="*/ 113 w 10"/>
                <a:gd name="T5" fmla="*/ 0 h 9"/>
                <a:gd name="T6" fmla="*/ 0 w 10"/>
                <a:gd name="T7" fmla="*/ 118 h 9"/>
                <a:gd name="T8" fmla="*/ 50 w 10"/>
                <a:gd name="T9" fmla="*/ 1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3" y="9"/>
                  </a:moveTo>
                  <a:cubicBezTo>
                    <a:pt x="5" y="7"/>
                    <a:pt x="8" y="5"/>
                    <a:pt x="10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2"/>
                    <a:pt x="2" y="4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9" name="Freeform 299">
              <a:extLst>
                <a:ext uri="{FF2B5EF4-FFF2-40B4-BE49-F238E27FC236}">
                  <a16:creationId xmlns:a16="http://schemas.microsoft.com/office/drawing/2014/main" id="{34E3FAF6-150C-4EB2-BA44-9A40F163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573"/>
              <a:ext cx="13" cy="30"/>
            </a:xfrm>
            <a:custGeom>
              <a:avLst/>
              <a:gdLst>
                <a:gd name="T0" fmla="*/ 0 w 5"/>
                <a:gd name="T1" fmla="*/ 63 h 12"/>
                <a:gd name="T2" fmla="*/ 0 w 5"/>
                <a:gd name="T3" fmla="*/ 63 h 12"/>
                <a:gd name="T4" fmla="*/ 21 w 5"/>
                <a:gd name="T5" fmla="*/ 145 h 12"/>
                <a:gd name="T6" fmla="*/ 21 w 5"/>
                <a:gd name="T7" fmla="*/ 175 h 12"/>
                <a:gd name="T8" fmla="*/ 88 w 5"/>
                <a:gd name="T9" fmla="*/ 188 h 12"/>
                <a:gd name="T10" fmla="*/ 88 w 5"/>
                <a:gd name="T11" fmla="*/ 145 h 12"/>
                <a:gd name="T12" fmla="*/ 68 w 5"/>
                <a:gd name="T13" fmla="*/ 63 h 12"/>
                <a:gd name="T14" fmla="*/ 55 w 5"/>
                <a:gd name="T15" fmla="*/ 33 h 12"/>
                <a:gd name="T16" fmla="*/ 21 w 5"/>
                <a:gd name="T17" fmla="*/ 0 h 12"/>
                <a:gd name="T18" fmla="*/ 0 w 5"/>
                <a:gd name="T19" fmla="*/ 6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7"/>
                    <a:pt x="1" y="9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5" y="10"/>
                    <a:pt x="5" y="9"/>
                  </a:cubicBezTo>
                  <a:cubicBezTo>
                    <a:pt x="5" y="8"/>
                    <a:pt x="5" y="6"/>
                    <a:pt x="4" y="4"/>
                  </a:cubicBezTo>
                  <a:cubicBezTo>
                    <a:pt x="4" y="3"/>
                    <a:pt x="4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0" name="Freeform 300">
              <a:extLst>
                <a:ext uri="{FF2B5EF4-FFF2-40B4-BE49-F238E27FC236}">
                  <a16:creationId xmlns:a16="http://schemas.microsoft.com/office/drawing/2014/main" id="{250441A4-63EC-4B6D-A0C8-FD43AACD4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576"/>
              <a:ext cx="28" cy="37"/>
            </a:xfrm>
            <a:custGeom>
              <a:avLst/>
              <a:gdLst>
                <a:gd name="T0" fmla="*/ 117 w 11"/>
                <a:gd name="T1" fmla="*/ 0 h 15"/>
                <a:gd name="T2" fmla="*/ 0 w 11"/>
                <a:gd name="T3" fmla="*/ 195 h 15"/>
                <a:gd name="T4" fmla="*/ 64 w 11"/>
                <a:gd name="T5" fmla="*/ 224 h 15"/>
                <a:gd name="T6" fmla="*/ 181 w 11"/>
                <a:gd name="T7" fmla="*/ 12 h 15"/>
                <a:gd name="T8" fmla="*/ 117 w 1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5">
                  <a:moveTo>
                    <a:pt x="7" y="0"/>
                  </a:moveTo>
                  <a:cubicBezTo>
                    <a:pt x="5" y="4"/>
                    <a:pt x="2" y="8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0"/>
                    <a:pt x="8" y="6"/>
                    <a:pt x="11" y="1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1" name="Freeform 301">
              <a:extLst>
                <a:ext uri="{FF2B5EF4-FFF2-40B4-BE49-F238E27FC236}">
                  <a16:creationId xmlns:a16="http://schemas.microsoft.com/office/drawing/2014/main" id="{A2E60302-49E0-4610-91C6-2E330F89E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601"/>
              <a:ext cx="17" cy="30"/>
            </a:xfrm>
            <a:custGeom>
              <a:avLst/>
              <a:gdLst>
                <a:gd name="T0" fmla="*/ 0 w 7"/>
                <a:gd name="T1" fmla="*/ 0 h 12"/>
                <a:gd name="T2" fmla="*/ 41 w 7"/>
                <a:gd name="T3" fmla="*/ 188 h 12"/>
                <a:gd name="T4" fmla="*/ 100 w 7"/>
                <a:gd name="T5" fmla="*/ 188 h 12"/>
                <a:gd name="T6" fmla="*/ 58 w 7"/>
                <a:gd name="T7" fmla="*/ 0 h 12"/>
                <a:gd name="T8" fmla="*/ 0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0" y="5"/>
                    <a:pt x="2" y="9"/>
                    <a:pt x="3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7"/>
                    <a:pt x="4" y="3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2" name="Freeform 302">
              <a:extLst>
                <a:ext uri="{FF2B5EF4-FFF2-40B4-BE49-F238E27FC236}">
                  <a16:creationId xmlns:a16="http://schemas.microsoft.com/office/drawing/2014/main" id="{BA357593-8380-4298-8879-20A7D5215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633"/>
              <a:ext cx="33" cy="35"/>
            </a:xfrm>
            <a:custGeom>
              <a:avLst/>
              <a:gdLst>
                <a:gd name="T0" fmla="*/ 0 w 13"/>
                <a:gd name="T1" fmla="*/ 113 h 14"/>
                <a:gd name="T2" fmla="*/ 63 w 13"/>
                <a:gd name="T3" fmla="*/ 175 h 14"/>
                <a:gd name="T4" fmla="*/ 117 w 13"/>
                <a:gd name="T5" fmla="*/ 208 h 14"/>
                <a:gd name="T6" fmla="*/ 180 w 13"/>
                <a:gd name="T7" fmla="*/ 220 h 14"/>
                <a:gd name="T8" fmla="*/ 180 w 13"/>
                <a:gd name="T9" fmla="*/ 220 h 14"/>
                <a:gd name="T10" fmla="*/ 193 w 13"/>
                <a:gd name="T11" fmla="*/ 220 h 14"/>
                <a:gd name="T12" fmla="*/ 213 w 13"/>
                <a:gd name="T13" fmla="*/ 208 h 14"/>
                <a:gd name="T14" fmla="*/ 213 w 13"/>
                <a:gd name="T15" fmla="*/ 145 h 14"/>
                <a:gd name="T16" fmla="*/ 160 w 13"/>
                <a:gd name="T17" fmla="*/ 0 h 14"/>
                <a:gd name="T18" fmla="*/ 117 w 13"/>
                <a:gd name="T19" fmla="*/ 50 h 14"/>
                <a:gd name="T20" fmla="*/ 147 w 13"/>
                <a:gd name="T21" fmla="*/ 145 h 14"/>
                <a:gd name="T22" fmla="*/ 147 w 13"/>
                <a:gd name="T23" fmla="*/ 175 h 14"/>
                <a:gd name="T24" fmla="*/ 180 w 13"/>
                <a:gd name="T25" fmla="*/ 188 h 14"/>
                <a:gd name="T26" fmla="*/ 180 w 13"/>
                <a:gd name="T27" fmla="*/ 158 h 14"/>
                <a:gd name="T28" fmla="*/ 180 w 13"/>
                <a:gd name="T29" fmla="*/ 158 h 14"/>
                <a:gd name="T30" fmla="*/ 147 w 13"/>
                <a:gd name="T31" fmla="*/ 158 h 14"/>
                <a:gd name="T32" fmla="*/ 96 w 13"/>
                <a:gd name="T33" fmla="*/ 113 h 14"/>
                <a:gd name="T34" fmla="*/ 33 w 13"/>
                <a:gd name="T35" fmla="*/ 63 h 14"/>
                <a:gd name="T36" fmla="*/ 0 w 13"/>
                <a:gd name="T37" fmla="*/ 113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" h="14">
                  <a:moveTo>
                    <a:pt x="0" y="7"/>
                  </a:moveTo>
                  <a:cubicBezTo>
                    <a:pt x="1" y="8"/>
                    <a:pt x="3" y="9"/>
                    <a:pt x="4" y="11"/>
                  </a:cubicBezTo>
                  <a:cubicBezTo>
                    <a:pt x="5" y="12"/>
                    <a:pt x="6" y="12"/>
                    <a:pt x="7" y="13"/>
                  </a:cubicBezTo>
                  <a:cubicBezTo>
                    <a:pt x="8" y="14"/>
                    <a:pt x="9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0"/>
                    <a:pt x="13" y="9"/>
                  </a:cubicBezTo>
                  <a:cubicBezTo>
                    <a:pt x="13" y="6"/>
                    <a:pt x="12" y="2"/>
                    <a:pt x="10" y="0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4"/>
                    <a:pt x="9" y="7"/>
                    <a:pt x="9" y="9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8" y="9"/>
                    <a:pt x="7" y="8"/>
                    <a:pt x="6" y="7"/>
                  </a:cubicBezTo>
                  <a:cubicBezTo>
                    <a:pt x="5" y="6"/>
                    <a:pt x="4" y="5"/>
                    <a:pt x="2" y="4"/>
                  </a:cubicBezTo>
                  <a:cubicBezTo>
                    <a:pt x="0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3" name="Freeform 303">
              <a:extLst>
                <a:ext uri="{FF2B5EF4-FFF2-40B4-BE49-F238E27FC236}">
                  <a16:creationId xmlns:a16="http://schemas.microsoft.com/office/drawing/2014/main" id="{C6854C02-8FFA-40BC-A9C7-DEC94AB28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491"/>
              <a:ext cx="20" cy="22"/>
            </a:xfrm>
            <a:custGeom>
              <a:avLst/>
              <a:gdLst>
                <a:gd name="T0" fmla="*/ 0 w 8"/>
                <a:gd name="T1" fmla="*/ 59 h 9"/>
                <a:gd name="T2" fmla="*/ 33 w 8"/>
                <a:gd name="T3" fmla="*/ 90 h 9"/>
                <a:gd name="T4" fmla="*/ 83 w 8"/>
                <a:gd name="T5" fmla="*/ 132 h 9"/>
                <a:gd name="T6" fmla="*/ 125 w 8"/>
                <a:gd name="T7" fmla="*/ 90 h 9"/>
                <a:gd name="T8" fmla="*/ 83 w 8"/>
                <a:gd name="T9" fmla="*/ 42 h 9"/>
                <a:gd name="T10" fmla="*/ 20 w 8"/>
                <a:gd name="T11" fmla="*/ 0 h 9"/>
                <a:gd name="T12" fmla="*/ 0 w 8"/>
                <a:gd name="T13" fmla="*/ 5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4"/>
                    <a:pt x="1" y="5"/>
                    <a:pt x="2" y="6"/>
                  </a:cubicBezTo>
                  <a:cubicBezTo>
                    <a:pt x="3" y="7"/>
                    <a:pt x="4" y="8"/>
                    <a:pt x="5" y="9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5"/>
                    <a:pt x="6" y="4"/>
                    <a:pt x="5" y="3"/>
                  </a:cubicBezTo>
                  <a:cubicBezTo>
                    <a:pt x="4" y="2"/>
                    <a:pt x="3" y="1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4" name="Freeform 304">
              <a:extLst>
                <a:ext uri="{FF2B5EF4-FFF2-40B4-BE49-F238E27FC236}">
                  <a16:creationId xmlns:a16="http://schemas.microsoft.com/office/drawing/2014/main" id="{C6CBCE22-BE9C-4981-8716-D87D19B3A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551"/>
              <a:ext cx="32" cy="17"/>
            </a:xfrm>
            <a:custGeom>
              <a:avLst/>
              <a:gdLst>
                <a:gd name="T0" fmla="*/ 0 w 13"/>
                <a:gd name="T1" fmla="*/ 58 h 7"/>
                <a:gd name="T2" fmla="*/ 182 w 13"/>
                <a:gd name="T3" fmla="*/ 100 h 7"/>
                <a:gd name="T4" fmla="*/ 194 w 13"/>
                <a:gd name="T5" fmla="*/ 58 h 7"/>
                <a:gd name="T6" fmla="*/ 12 w 13"/>
                <a:gd name="T7" fmla="*/ 0 h 7"/>
                <a:gd name="T8" fmla="*/ 0 w 13"/>
                <a:gd name="T9" fmla="*/ 5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4" y="6"/>
                    <a:pt x="8" y="6"/>
                    <a:pt x="12" y="7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9" y="1"/>
                    <a:pt x="5" y="2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5" name="Freeform 305">
              <a:extLst>
                <a:ext uri="{FF2B5EF4-FFF2-40B4-BE49-F238E27FC236}">
                  <a16:creationId xmlns:a16="http://schemas.microsoft.com/office/drawing/2014/main" id="{59EFD45E-3FB7-46A1-98A3-141418D37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473"/>
              <a:ext cx="17" cy="23"/>
            </a:xfrm>
            <a:custGeom>
              <a:avLst/>
              <a:gdLst>
                <a:gd name="T0" fmla="*/ 0 w 7"/>
                <a:gd name="T1" fmla="*/ 66 h 9"/>
                <a:gd name="T2" fmla="*/ 29 w 7"/>
                <a:gd name="T3" fmla="*/ 84 h 9"/>
                <a:gd name="T4" fmla="*/ 41 w 7"/>
                <a:gd name="T5" fmla="*/ 151 h 9"/>
                <a:gd name="T6" fmla="*/ 100 w 7"/>
                <a:gd name="T7" fmla="*/ 130 h 9"/>
                <a:gd name="T8" fmla="*/ 87 w 7"/>
                <a:gd name="T9" fmla="*/ 66 h 9"/>
                <a:gd name="T10" fmla="*/ 29 w 7"/>
                <a:gd name="T11" fmla="*/ 0 h 9"/>
                <a:gd name="T12" fmla="*/ 0 w 7"/>
                <a:gd name="T13" fmla="*/ 6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1" y="4"/>
                    <a:pt x="2" y="5"/>
                    <a:pt x="2" y="5"/>
                  </a:cubicBezTo>
                  <a:cubicBezTo>
                    <a:pt x="3" y="6"/>
                    <a:pt x="3" y="8"/>
                    <a:pt x="3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5"/>
                    <a:pt x="6" y="4"/>
                  </a:cubicBezTo>
                  <a:cubicBezTo>
                    <a:pt x="5" y="2"/>
                    <a:pt x="4" y="1"/>
                    <a:pt x="2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6" name="Freeform 306">
              <a:extLst>
                <a:ext uri="{FF2B5EF4-FFF2-40B4-BE49-F238E27FC236}">
                  <a16:creationId xmlns:a16="http://schemas.microsoft.com/office/drawing/2014/main" id="{8C27BC05-99B3-43F6-A03A-087CA5E96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491"/>
              <a:ext cx="23" cy="12"/>
            </a:xfrm>
            <a:custGeom>
              <a:avLst/>
              <a:gdLst>
                <a:gd name="T0" fmla="*/ 0 w 9"/>
                <a:gd name="T1" fmla="*/ 70 h 5"/>
                <a:gd name="T2" fmla="*/ 151 w 9"/>
                <a:gd name="T3" fmla="*/ 58 h 5"/>
                <a:gd name="T4" fmla="*/ 151 w 9"/>
                <a:gd name="T5" fmla="*/ 0 h 5"/>
                <a:gd name="T6" fmla="*/ 0 w 9"/>
                <a:gd name="T7" fmla="*/ 12 h 5"/>
                <a:gd name="T8" fmla="*/ 0 w 9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4" y="5"/>
                    <a:pt x="7" y="4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3" y="1"/>
                    <a:pt x="0" y="1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7" name="Freeform 307">
              <a:extLst>
                <a:ext uri="{FF2B5EF4-FFF2-40B4-BE49-F238E27FC236}">
                  <a16:creationId xmlns:a16="http://schemas.microsoft.com/office/drawing/2014/main" id="{0FC95217-E539-4103-A701-055B4AEA5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468"/>
              <a:ext cx="25" cy="40"/>
            </a:xfrm>
            <a:custGeom>
              <a:avLst/>
              <a:gdLst>
                <a:gd name="T0" fmla="*/ 0 w 10"/>
                <a:gd name="T1" fmla="*/ 50 h 16"/>
                <a:gd name="T2" fmla="*/ 0 w 10"/>
                <a:gd name="T3" fmla="*/ 83 h 16"/>
                <a:gd name="T4" fmla="*/ 0 w 10"/>
                <a:gd name="T5" fmla="*/ 175 h 16"/>
                <a:gd name="T6" fmla="*/ 20 w 10"/>
                <a:gd name="T7" fmla="*/ 208 h 16"/>
                <a:gd name="T8" fmla="*/ 63 w 10"/>
                <a:gd name="T9" fmla="*/ 250 h 16"/>
                <a:gd name="T10" fmla="*/ 83 w 10"/>
                <a:gd name="T11" fmla="*/ 250 h 16"/>
                <a:gd name="T12" fmla="*/ 125 w 10"/>
                <a:gd name="T13" fmla="*/ 220 h 16"/>
                <a:gd name="T14" fmla="*/ 158 w 10"/>
                <a:gd name="T15" fmla="*/ 158 h 16"/>
                <a:gd name="T16" fmla="*/ 158 w 10"/>
                <a:gd name="T17" fmla="*/ 83 h 16"/>
                <a:gd name="T18" fmla="*/ 158 w 10"/>
                <a:gd name="T19" fmla="*/ 0 h 16"/>
                <a:gd name="T20" fmla="*/ 145 w 10"/>
                <a:gd name="T21" fmla="*/ 0 h 16"/>
                <a:gd name="T22" fmla="*/ 158 w 10"/>
                <a:gd name="T23" fmla="*/ 0 h 16"/>
                <a:gd name="T24" fmla="*/ 158 w 10"/>
                <a:gd name="T25" fmla="*/ 0 h 16"/>
                <a:gd name="T26" fmla="*/ 145 w 10"/>
                <a:gd name="T27" fmla="*/ 0 h 16"/>
                <a:gd name="T28" fmla="*/ 158 w 10"/>
                <a:gd name="T29" fmla="*/ 0 h 16"/>
                <a:gd name="T30" fmla="*/ 95 w 10"/>
                <a:gd name="T31" fmla="*/ 0 h 16"/>
                <a:gd name="T32" fmla="*/ 95 w 10"/>
                <a:gd name="T33" fmla="*/ 0 h 16"/>
                <a:gd name="T34" fmla="*/ 95 w 10"/>
                <a:gd name="T35" fmla="*/ 83 h 16"/>
                <a:gd name="T36" fmla="*/ 95 w 10"/>
                <a:gd name="T37" fmla="*/ 158 h 16"/>
                <a:gd name="T38" fmla="*/ 83 w 10"/>
                <a:gd name="T39" fmla="*/ 188 h 16"/>
                <a:gd name="T40" fmla="*/ 83 w 10"/>
                <a:gd name="T41" fmla="*/ 188 h 16"/>
                <a:gd name="T42" fmla="*/ 83 w 10"/>
                <a:gd name="T43" fmla="*/ 188 h 16"/>
                <a:gd name="T44" fmla="*/ 63 w 10"/>
                <a:gd name="T45" fmla="*/ 188 h 16"/>
                <a:gd name="T46" fmla="*/ 83 w 10"/>
                <a:gd name="T47" fmla="*/ 188 h 16"/>
                <a:gd name="T48" fmla="*/ 83 w 10"/>
                <a:gd name="T49" fmla="*/ 188 h 16"/>
                <a:gd name="T50" fmla="*/ 63 w 10"/>
                <a:gd name="T51" fmla="*/ 188 h 16"/>
                <a:gd name="T52" fmla="*/ 83 w 10"/>
                <a:gd name="T53" fmla="*/ 188 h 16"/>
                <a:gd name="T54" fmla="*/ 83 w 10"/>
                <a:gd name="T55" fmla="*/ 188 h 16"/>
                <a:gd name="T56" fmla="*/ 83 w 10"/>
                <a:gd name="T57" fmla="*/ 188 h 16"/>
                <a:gd name="T58" fmla="*/ 83 w 10"/>
                <a:gd name="T59" fmla="*/ 188 h 16"/>
                <a:gd name="T60" fmla="*/ 83 w 10"/>
                <a:gd name="T61" fmla="*/ 188 h 16"/>
                <a:gd name="T62" fmla="*/ 83 w 10"/>
                <a:gd name="T63" fmla="*/ 188 h 16"/>
                <a:gd name="T64" fmla="*/ 63 w 10"/>
                <a:gd name="T65" fmla="*/ 175 h 16"/>
                <a:gd name="T66" fmla="*/ 63 w 10"/>
                <a:gd name="T67" fmla="*/ 113 h 16"/>
                <a:gd name="T68" fmla="*/ 63 w 10"/>
                <a:gd name="T69" fmla="*/ 63 h 16"/>
                <a:gd name="T70" fmla="*/ 50 w 10"/>
                <a:gd name="T71" fmla="*/ 33 h 16"/>
                <a:gd name="T72" fmla="*/ 0 w 10"/>
                <a:gd name="T73" fmla="*/ 50 h 1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" h="16">
                  <a:moveTo>
                    <a:pt x="0" y="3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0" y="7"/>
                    <a:pt x="0" y="9"/>
                    <a:pt x="0" y="11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5"/>
                    <a:pt x="4" y="16"/>
                  </a:cubicBezTo>
                  <a:cubicBezTo>
                    <a:pt x="4" y="16"/>
                    <a:pt x="4" y="16"/>
                    <a:pt x="5" y="16"/>
                  </a:cubicBezTo>
                  <a:cubicBezTo>
                    <a:pt x="6" y="16"/>
                    <a:pt x="7" y="15"/>
                    <a:pt x="8" y="14"/>
                  </a:cubicBezTo>
                  <a:cubicBezTo>
                    <a:pt x="9" y="13"/>
                    <a:pt x="10" y="11"/>
                    <a:pt x="10" y="10"/>
                  </a:cubicBezTo>
                  <a:cubicBezTo>
                    <a:pt x="10" y="8"/>
                    <a:pt x="10" y="7"/>
                    <a:pt x="10" y="5"/>
                  </a:cubicBezTo>
                  <a:cubicBezTo>
                    <a:pt x="10" y="3"/>
                    <a:pt x="10" y="1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3"/>
                    <a:pt x="6" y="5"/>
                  </a:cubicBezTo>
                  <a:cubicBezTo>
                    <a:pt x="6" y="7"/>
                    <a:pt x="6" y="9"/>
                    <a:pt x="6" y="10"/>
                  </a:cubicBezTo>
                  <a:cubicBezTo>
                    <a:pt x="6" y="11"/>
                    <a:pt x="5" y="11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9"/>
                    <a:pt x="4" y="7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4" y="4"/>
                    <a:pt x="4" y="3"/>
                    <a:pt x="3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8" name="Freeform 308">
              <a:extLst>
                <a:ext uri="{FF2B5EF4-FFF2-40B4-BE49-F238E27FC236}">
                  <a16:creationId xmlns:a16="http://schemas.microsoft.com/office/drawing/2014/main" id="{E4798B69-F07D-42C0-A18B-734BE8815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626"/>
              <a:ext cx="12" cy="27"/>
            </a:xfrm>
            <a:custGeom>
              <a:avLst/>
              <a:gdLst>
                <a:gd name="T0" fmla="*/ 12 w 5"/>
                <a:gd name="T1" fmla="*/ 0 h 11"/>
                <a:gd name="T2" fmla="*/ 0 w 5"/>
                <a:gd name="T3" fmla="*/ 61 h 11"/>
                <a:gd name="T4" fmla="*/ 12 w 5"/>
                <a:gd name="T5" fmla="*/ 150 h 11"/>
                <a:gd name="T6" fmla="*/ 12 w 5"/>
                <a:gd name="T7" fmla="*/ 162 h 11"/>
                <a:gd name="T8" fmla="*/ 70 w 5"/>
                <a:gd name="T9" fmla="*/ 162 h 11"/>
                <a:gd name="T10" fmla="*/ 70 w 5"/>
                <a:gd name="T11" fmla="*/ 150 h 11"/>
                <a:gd name="T12" fmla="*/ 58 w 5"/>
                <a:gd name="T13" fmla="*/ 61 h 11"/>
                <a:gd name="T14" fmla="*/ 70 w 5"/>
                <a:gd name="T15" fmla="*/ 12 h 11"/>
                <a:gd name="T16" fmla="*/ 12 w 5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11">
                  <a:moveTo>
                    <a:pt x="1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1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8"/>
                    <a:pt x="4" y="5"/>
                    <a:pt x="4" y="4"/>
                  </a:cubicBezTo>
                  <a:cubicBezTo>
                    <a:pt x="4" y="3"/>
                    <a:pt x="5" y="2"/>
                    <a:pt x="5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9" name="Freeform 309">
              <a:extLst>
                <a:ext uri="{FF2B5EF4-FFF2-40B4-BE49-F238E27FC236}">
                  <a16:creationId xmlns:a16="http://schemas.microsoft.com/office/drawing/2014/main" id="{F510B732-6AD0-4BC9-BD65-799708F76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613"/>
              <a:ext cx="18" cy="25"/>
            </a:xfrm>
            <a:custGeom>
              <a:avLst/>
              <a:gdLst>
                <a:gd name="T0" fmla="*/ 0 w 7"/>
                <a:gd name="T1" fmla="*/ 33 h 10"/>
                <a:gd name="T2" fmla="*/ 54 w 7"/>
                <a:gd name="T3" fmla="*/ 158 h 10"/>
                <a:gd name="T4" fmla="*/ 118 w 7"/>
                <a:gd name="T5" fmla="*/ 145 h 10"/>
                <a:gd name="T6" fmla="*/ 54 w 7"/>
                <a:gd name="T7" fmla="*/ 0 h 10"/>
                <a:gd name="T8" fmla="*/ 0 w 7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1" y="5"/>
                    <a:pt x="2" y="8"/>
                    <a:pt x="3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5" y="3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0" name="Freeform 310">
              <a:extLst>
                <a:ext uri="{FF2B5EF4-FFF2-40B4-BE49-F238E27FC236}">
                  <a16:creationId xmlns:a16="http://schemas.microsoft.com/office/drawing/2014/main" id="{1F6C6824-2228-4A86-A6F2-316709BAE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676"/>
              <a:ext cx="20" cy="30"/>
            </a:xfrm>
            <a:custGeom>
              <a:avLst/>
              <a:gdLst>
                <a:gd name="T0" fmla="*/ 0 w 8"/>
                <a:gd name="T1" fmla="*/ 50 h 12"/>
                <a:gd name="T2" fmla="*/ 83 w 8"/>
                <a:gd name="T3" fmla="*/ 188 h 12"/>
                <a:gd name="T4" fmla="*/ 125 w 8"/>
                <a:gd name="T5" fmla="*/ 175 h 12"/>
                <a:gd name="T6" fmla="*/ 50 w 8"/>
                <a:gd name="T7" fmla="*/ 0 h 12"/>
                <a:gd name="T8" fmla="*/ 0 w 8"/>
                <a:gd name="T9" fmla="*/ 5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0" y="3"/>
                  </a:moveTo>
                  <a:cubicBezTo>
                    <a:pt x="2" y="5"/>
                    <a:pt x="3" y="9"/>
                    <a:pt x="5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8"/>
                    <a:pt x="6" y="3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1" name="Freeform 311">
              <a:extLst>
                <a:ext uri="{FF2B5EF4-FFF2-40B4-BE49-F238E27FC236}">
                  <a16:creationId xmlns:a16="http://schemas.microsoft.com/office/drawing/2014/main" id="{255AC2E2-EB33-4D5D-9820-9018338B8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378"/>
              <a:ext cx="30" cy="15"/>
            </a:xfrm>
            <a:custGeom>
              <a:avLst/>
              <a:gdLst>
                <a:gd name="T0" fmla="*/ 63 w 12"/>
                <a:gd name="T1" fmla="*/ 20 h 6"/>
                <a:gd name="T2" fmla="*/ 63 w 12"/>
                <a:gd name="T3" fmla="*/ 0 h 6"/>
                <a:gd name="T4" fmla="*/ 50 w 12"/>
                <a:gd name="T5" fmla="*/ 0 h 6"/>
                <a:gd name="T6" fmla="*/ 50 w 12"/>
                <a:gd name="T7" fmla="*/ 0 h 6"/>
                <a:gd name="T8" fmla="*/ 50 w 12"/>
                <a:gd name="T9" fmla="*/ 33 h 6"/>
                <a:gd name="T10" fmla="*/ 50 w 12"/>
                <a:gd name="T11" fmla="*/ 0 h 6"/>
                <a:gd name="T12" fmla="*/ 50 w 12"/>
                <a:gd name="T13" fmla="*/ 0 h 6"/>
                <a:gd name="T14" fmla="*/ 50 w 12"/>
                <a:gd name="T15" fmla="*/ 33 h 6"/>
                <a:gd name="T16" fmla="*/ 50 w 12"/>
                <a:gd name="T17" fmla="*/ 0 h 6"/>
                <a:gd name="T18" fmla="*/ 50 w 12"/>
                <a:gd name="T19" fmla="*/ 33 h 6"/>
                <a:gd name="T20" fmla="*/ 63 w 12"/>
                <a:gd name="T21" fmla="*/ 20 h 6"/>
                <a:gd name="T22" fmla="*/ 50 w 12"/>
                <a:gd name="T23" fmla="*/ 0 h 6"/>
                <a:gd name="T24" fmla="*/ 50 w 12"/>
                <a:gd name="T25" fmla="*/ 33 h 6"/>
                <a:gd name="T26" fmla="*/ 63 w 12"/>
                <a:gd name="T27" fmla="*/ 20 h 6"/>
                <a:gd name="T28" fmla="*/ 33 w 12"/>
                <a:gd name="T29" fmla="*/ 33 h 6"/>
                <a:gd name="T30" fmla="*/ 63 w 12"/>
                <a:gd name="T31" fmla="*/ 33 h 6"/>
                <a:gd name="T32" fmla="*/ 63 w 12"/>
                <a:gd name="T33" fmla="*/ 20 h 6"/>
                <a:gd name="T34" fmla="*/ 33 w 12"/>
                <a:gd name="T35" fmla="*/ 33 h 6"/>
                <a:gd name="T36" fmla="*/ 63 w 12"/>
                <a:gd name="T37" fmla="*/ 33 h 6"/>
                <a:gd name="T38" fmla="*/ 33 w 12"/>
                <a:gd name="T39" fmla="*/ 33 h 6"/>
                <a:gd name="T40" fmla="*/ 63 w 12"/>
                <a:gd name="T41" fmla="*/ 50 h 6"/>
                <a:gd name="T42" fmla="*/ 63 w 12"/>
                <a:gd name="T43" fmla="*/ 33 h 6"/>
                <a:gd name="T44" fmla="*/ 33 w 12"/>
                <a:gd name="T45" fmla="*/ 33 h 6"/>
                <a:gd name="T46" fmla="*/ 63 w 12"/>
                <a:gd name="T47" fmla="*/ 50 h 6"/>
                <a:gd name="T48" fmla="*/ 50 w 12"/>
                <a:gd name="T49" fmla="*/ 33 h 6"/>
                <a:gd name="T50" fmla="*/ 50 w 12"/>
                <a:gd name="T51" fmla="*/ 63 h 6"/>
                <a:gd name="T52" fmla="*/ 63 w 12"/>
                <a:gd name="T53" fmla="*/ 50 h 6"/>
                <a:gd name="T54" fmla="*/ 50 w 12"/>
                <a:gd name="T55" fmla="*/ 33 h 6"/>
                <a:gd name="T56" fmla="*/ 50 w 12"/>
                <a:gd name="T57" fmla="*/ 63 h 6"/>
                <a:gd name="T58" fmla="*/ 50 w 12"/>
                <a:gd name="T59" fmla="*/ 50 h 6"/>
                <a:gd name="T60" fmla="*/ 50 w 12"/>
                <a:gd name="T61" fmla="*/ 63 h 6"/>
                <a:gd name="T62" fmla="*/ 50 w 12"/>
                <a:gd name="T63" fmla="*/ 63 h 6"/>
                <a:gd name="T64" fmla="*/ 50 w 12"/>
                <a:gd name="T65" fmla="*/ 50 h 6"/>
                <a:gd name="T66" fmla="*/ 50 w 12"/>
                <a:gd name="T67" fmla="*/ 63 h 6"/>
                <a:gd name="T68" fmla="*/ 50 w 12"/>
                <a:gd name="T69" fmla="*/ 63 h 6"/>
                <a:gd name="T70" fmla="*/ 50 w 12"/>
                <a:gd name="T71" fmla="*/ 33 h 6"/>
                <a:gd name="T72" fmla="*/ 33 w 12"/>
                <a:gd name="T73" fmla="*/ 63 h 6"/>
                <a:gd name="T74" fmla="*/ 175 w 12"/>
                <a:gd name="T75" fmla="*/ 95 h 6"/>
                <a:gd name="T76" fmla="*/ 188 w 12"/>
                <a:gd name="T77" fmla="*/ 95 h 6"/>
                <a:gd name="T78" fmla="*/ 188 w 12"/>
                <a:gd name="T79" fmla="*/ 33 h 6"/>
                <a:gd name="T80" fmla="*/ 175 w 12"/>
                <a:gd name="T81" fmla="*/ 33 h 6"/>
                <a:gd name="T82" fmla="*/ 50 w 12"/>
                <a:gd name="T83" fmla="*/ 0 h 6"/>
                <a:gd name="T84" fmla="*/ 50 w 12"/>
                <a:gd name="T85" fmla="*/ 0 h 6"/>
                <a:gd name="T86" fmla="*/ 33 w 12"/>
                <a:gd name="T87" fmla="*/ 0 h 6"/>
                <a:gd name="T88" fmla="*/ 33 w 12"/>
                <a:gd name="T89" fmla="*/ 0 h 6"/>
                <a:gd name="T90" fmla="*/ 20 w 12"/>
                <a:gd name="T91" fmla="*/ 20 h 6"/>
                <a:gd name="T92" fmla="*/ 20 w 12"/>
                <a:gd name="T93" fmla="*/ 20 h 6"/>
                <a:gd name="T94" fmla="*/ 0 w 12"/>
                <a:gd name="T95" fmla="*/ 33 h 6"/>
                <a:gd name="T96" fmla="*/ 20 w 12"/>
                <a:gd name="T97" fmla="*/ 63 h 6"/>
                <a:gd name="T98" fmla="*/ 33 w 12"/>
                <a:gd name="T99" fmla="*/ 63 h 6"/>
                <a:gd name="T100" fmla="*/ 33 w 12"/>
                <a:gd name="T101" fmla="*/ 63 h 6"/>
                <a:gd name="T102" fmla="*/ 50 w 12"/>
                <a:gd name="T103" fmla="*/ 63 h 6"/>
                <a:gd name="T104" fmla="*/ 50 w 12"/>
                <a:gd name="T105" fmla="*/ 63 h 6"/>
                <a:gd name="T106" fmla="*/ 50 w 12"/>
                <a:gd name="T107" fmla="*/ 50 h 6"/>
                <a:gd name="T108" fmla="*/ 33 w 12"/>
                <a:gd name="T109" fmla="*/ 63 h 6"/>
                <a:gd name="T110" fmla="*/ 50 w 12"/>
                <a:gd name="T111" fmla="*/ 63 h 6"/>
                <a:gd name="T112" fmla="*/ 50 w 12"/>
                <a:gd name="T113" fmla="*/ 50 h 6"/>
                <a:gd name="T114" fmla="*/ 33 w 12"/>
                <a:gd name="T115" fmla="*/ 63 h 6"/>
                <a:gd name="T116" fmla="*/ 63 w 12"/>
                <a:gd name="T117" fmla="*/ 20 h 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" h="6">
                  <a:moveTo>
                    <a:pt x="4" y="1"/>
                  </a:move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5" y="5"/>
                    <a:pt x="8" y="6"/>
                    <a:pt x="11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2"/>
                    <a:pt x="6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9F3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2" name="Freeform 312">
              <a:extLst>
                <a:ext uri="{FF2B5EF4-FFF2-40B4-BE49-F238E27FC236}">
                  <a16:creationId xmlns:a16="http://schemas.microsoft.com/office/drawing/2014/main" id="{40F0407C-93D4-4FE2-B8CD-54AF91E3F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451"/>
              <a:ext cx="132" cy="172"/>
            </a:xfrm>
            <a:custGeom>
              <a:avLst/>
              <a:gdLst>
                <a:gd name="T0" fmla="*/ 433 w 53"/>
                <a:gd name="T1" fmla="*/ 30 h 69"/>
                <a:gd name="T2" fmla="*/ 807 w 53"/>
                <a:gd name="T3" fmla="*/ 496 h 69"/>
                <a:gd name="T4" fmla="*/ 341 w 53"/>
                <a:gd name="T5" fmla="*/ 932 h 69"/>
                <a:gd name="T6" fmla="*/ 324 w 53"/>
                <a:gd name="T7" fmla="*/ 603 h 69"/>
                <a:gd name="T8" fmla="*/ 403 w 53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9">
                  <a:moveTo>
                    <a:pt x="28" y="2"/>
                  </a:moveTo>
                  <a:cubicBezTo>
                    <a:pt x="42" y="5"/>
                    <a:pt x="53" y="17"/>
                    <a:pt x="52" y="32"/>
                  </a:cubicBezTo>
                  <a:cubicBezTo>
                    <a:pt x="51" y="48"/>
                    <a:pt x="35" y="54"/>
                    <a:pt x="22" y="60"/>
                  </a:cubicBezTo>
                  <a:cubicBezTo>
                    <a:pt x="0" y="69"/>
                    <a:pt x="18" y="47"/>
                    <a:pt x="21" y="39"/>
                  </a:cubicBezTo>
                  <a:cubicBezTo>
                    <a:pt x="24" y="28"/>
                    <a:pt x="15" y="5"/>
                    <a:pt x="26" y="0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3" name="Freeform 313">
              <a:extLst>
                <a:ext uri="{FF2B5EF4-FFF2-40B4-BE49-F238E27FC236}">
                  <a16:creationId xmlns:a16="http://schemas.microsoft.com/office/drawing/2014/main" id="{0C5AC707-B744-4C63-8021-B4B56CBA4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346"/>
              <a:ext cx="220" cy="105"/>
            </a:xfrm>
            <a:custGeom>
              <a:avLst/>
              <a:gdLst>
                <a:gd name="T0" fmla="*/ 175 w 88"/>
                <a:gd name="T1" fmla="*/ 313 h 42"/>
                <a:gd name="T2" fmla="*/ 783 w 88"/>
                <a:gd name="T3" fmla="*/ 658 h 42"/>
                <a:gd name="T4" fmla="*/ 958 w 88"/>
                <a:gd name="T5" fmla="*/ 533 h 42"/>
                <a:gd name="T6" fmla="*/ 1158 w 88"/>
                <a:gd name="T7" fmla="*/ 363 h 42"/>
                <a:gd name="T8" fmla="*/ 250 w 88"/>
                <a:gd name="T9" fmla="*/ 37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42">
                  <a:moveTo>
                    <a:pt x="11" y="20"/>
                  </a:moveTo>
                  <a:cubicBezTo>
                    <a:pt x="23" y="25"/>
                    <a:pt x="37" y="41"/>
                    <a:pt x="50" y="42"/>
                  </a:cubicBezTo>
                  <a:cubicBezTo>
                    <a:pt x="58" y="42"/>
                    <a:pt x="57" y="39"/>
                    <a:pt x="61" y="34"/>
                  </a:cubicBezTo>
                  <a:cubicBezTo>
                    <a:pt x="64" y="30"/>
                    <a:pt x="72" y="27"/>
                    <a:pt x="74" y="23"/>
                  </a:cubicBezTo>
                  <a:cubicBezTo>
                    <a:pt x="88" y="0"/>
                    <a:pt x="0" y="6"/>
                    <a:pt x="16" y="24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4" name="Freeform 314">
              <a:extLst>
                <a:ext uri="{FF2B5EF4-FFF2-40B4-BE49-F238E27FC236}">
                  <a16:creationId xmlns:a16="http://schemas.microsoft.com/office/drawing/2014/main" id="{C7B26212-E3E8-4038-B7E7-7290855A9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503"/>
              <a:ext cx="100" cy="83"/>
            </a:xfrm>
            <a:custGeom>
              <a:avLst/>
              <a:gdLst>
                <a:gd name="T0" fmla="*/ 345 w 40"/>
                <a:gd name="T1" fmla="*/ 20 h 33"/>
                <a:gd name="T2" fmla="*/ 220 w 40"/>
                <a:gd name="T3" fmla="*/ 443 h 33"/>
                <a:gd name="T4" fmla="*/ 313 w 40"/>
                <a:gd name="T5" fmla="*/ 5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3">
                  <a:moveTo>
                    <a:pt x="22" y="1"/>
                  </a:moveTo>
                  <a:cubicBezTo>
                    <a:pt x="8" y="3"/>
                    <a:pt x="0" y="33"/>
                    <a:pt x="14" y="28"/>
                  </a:cubicBezTo>
                  <a:cubicBezTo>
                    <a:pt x="24" y="25"/>
                    <a:pt x="40" y="0"/>
                    <a:pt x="20" y="3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5" name="Freeform 315">
              <a:extLst>
                <a:ext uri="{FF2B5EF4-FFF2-40B4-BE49-F238E27FC236}">
                  <a16:creationId xmlns:a16="http://schemas.microsoft.com/office/drawing/2014/main" id="{E25B06AD-6774-4FE1-B6B8-E6A8814BB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601"/>
              <a:ext cx="100" cy="35"/>
            </a:xfrm>
            <a:custGeom>
              <a:avLst/>
              <a:gdLst>
                <a:gd name="T0" fmla="*/ 20 w 40"/>
                <a:gd name="T1" fmla="*/ 83 h 14"/>
                <a:gd name="T2" fmla="*/ 345 w 40"/>
                <a:gd name="T3" fmla="*/ 20 h 14"/>
                <a:gd name="T4" fmla="*/ 625 w 40"/>
                <a:gd name="T5" fmla="*/ 113 h 14"/>
                <a:gd name="T6" fmla="*/ 0 w 40"/>
                <a:gd name="T7" fmla="*/ 1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4">
                  <a:moveTo>
                    <a:pt x="1" y="5"/>
                  </a:moveTo>
                  <a:cubicBezTo>
                    <a:pt x="5" y="2"/>
                    <a:pt x="16" y="2"/>
                    <a:pt x="22" y="1"/>
                  </a:cubicBezTo>
                  <a:cubicBezTo>
                    <a:pt x="29" y="0"/>
                    <a:pt x="35" y="2"/>
                    <a:pt x="40" y="7"/>
                  </a:cubicBezTo>
                  <a:cubicBezTo>
                    <a:pt x="34" y="14"/>
                    <a:pt x="7" y="10"/>
                    <a:pt x="0" y="7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6" name="Freeform 316">
              <a:extLst>
                <a:ext uri="{FF2B5EF4-FFF2-40B4-BE49-F238E27FC236}">
                  <a16:creationId xmlns:a16="http://schemas.microsoft.com/office/drawing/2014/main" id="{88634EE6-B1D0-4331-946E-8A6BA6523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516"/>
              <a:ext cx="112" cy="105"/>
            </a:xfrm>
            <a:custGeom>
              <a:avLst/>
              <a:gdLst>
                <a:gd name="T0" fmla="*/ 167 w 45"/>
                <a:gd name="T1" fmla="*/ 0 h 42"/>
                <a:gd name="T2" fmla="*/ 137 w 45"/>
                <a:gd name="T3" fmla="*/ 313 h 42"/>
                <a:gd name="T4" fmla="*/ 105 w 45"/>
                <a:gd name="T5" fmla="*/ 563 h 42"/>
                <a:gd name="T6" fmla="*/ 371 w 45"/>
                <a:gd name="T7" fmla="*/ 408 h 42"/>
                <a:gd name="T8" fmla="*/ 662 w 45"/>
                <a:gd name="T9" fmla="*/ 345 h 42"/>
                <a:gd name="T10" fmla="*/ 229 w 45"/>
                <a:gd name="T11" fmla="*/ 3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2">
                  <a:moveTo>
                    <a:pt x="11" y="0"/>
                  </a:moveTo>
                  <a:cubicBezTo>
                    <a:pt x="11" y="7"/>
                    <a:pt x="11" y="13"/>
                    <a:pt x="9" y="20"/>
                  </a:cubicBezTo>
                  <a:cubicBezTo>
                    <a:pt x="7" y="25"/>
                    <a:pt x="0" y="31"/>
                    <a:pt x="7" y="36"/>
                  </a:cubicBezTo>
                  <a:cubicBezTo>
                    <a:pt x="15" y="42"/>
                    <a:pt x="19" y="29"/>
                    <a:pt x="24" y="26"/>
                  </a:cubicBezTo>
                  <a:cubicBezTo>
                    <a:pt x="28" y="24"/>
                    <a:pt x="38" y="21"/>
                    <a:pt x="43" y="22"/>
                  </a:cubicBezTo>
                  <a:cubicBezTo>
                    <a:pt x="45" y="11"/>
                    <a:pt x="22" y="5"/>
                    <a:pt x="15" y="2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7" name="Freeform 317">
              <a:extLst>
                <a:ext uri="{FF2B5EF4-FFF2-40B4-BE49-F238E27FC236}">
                  <a16:creationId xmlns:a16="http://schemas.microsoft.com/office/drawing/2014/main" id="{CA199722-FB17-41DF-9599-675136333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373"/>
              <a:ext cx="105" cy="85"/>
            </a:xfrm>
            <a:custGeom>
              <a:avLst/>
              <a:gdLst>
                <a:gd name="T0" fmla="*/ 0 w 42"/>
                <a:gd name="T1" fmla="*/ 113 h 34"/>
                <a:gd name="T2" fmla="*/ 363 w 42"/>
                <a:gd name="T3" fmla="*/ 458 h 34"/>
                <a:gd name="T4" fmla="*/ 520 w 42"/>
                <a:gd name="T5" fmla="*/ 220 h 34"/>
                <a:gd name="T6" fmla="*/ 520 w 42"/>
                <a:gd name="T7" fmla="*/ 63 h 34"/>
                <a:gd name="T8" fmla="*/ 113 w 42"/>
                <a:gd name="T9" fmla="*/ 8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0" y="7"/>
                  </a:moveTo>
                  <a:cubicBezTo>
                    <a:pt x="3" y="13"/>
                    <a:pt x="16" y="27"/>
                    <a:pt x="23" y="29"/>
                  </a:cubicBezTo>
                  <a:cubicBezTo>
                    <a:pt x="37" y="34"/>
                    <a:pt x="30" y="22"/>
                    <a:pt x="33" y="14"/>
                  </a:cubicBezTo>
                  <a:cubicBezTo>
                    <a:pt x="35" y="7"/>
                    <a:pt x="42" y="9"/>
                    <a:pt x="33" y="4"/>
                  </a:cubicBezTo>
                  <a:cubicBezTo>
                    <a:pt x="26" y="0"/>
                    <a:pt x="16" y="6"/>
                    <a:pt x="7" y="5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8" name="Freeform 318">
              <a:extLst>
                <a:ext uri="{FF2B5EF4-FFF2-40B4-BE49-F238E27FC236}">
                  <a16:creationId xmlns:a16="http://schemas.microsoft.com/office/drawing/2014/main" id="{F9CA390A-B5AB-4841-A1BA-046184373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491"/>
              <a:ext cx="110" cy="95"/>
            </a:xfrm>
            <a:custGeom>
              <a:avLst/>
              <a:gdLst>
                <a:gd name="T0" fmla="*/ 0 w 44"/>
                <a:gd name="T1" fmla="*/ 20 h 38"/>
                <a:gd name="T2" fmla="*/ 550 w 44"/>
                <a:gd name="T3" fmla="*/ 333 h 38"/>
                <a:gd name="T4" fmla="*/ 63 w 44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8">
                  <a:moveTo>
                    <a:pt x="0" y="1"/>
                  </a:moveTo>
                  <a:cubicBezTo>
                    <a:pt x="8" y="4"/>
                    <a:pt x="23" y="38"/>
                    <a:pt x="35" y="21"/>
                  </a:cubicBezTo>
                  <a:cubicBezTo>
                    <a:pt x="44" y="7"/>
                    <a:pt x="13" y="0"/>
                    <a:pt x="4" y="1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9" name="Freeform 319">
              <a:extLst>
                <a:ext uri="{FF2B5EF4-FFF2-40B4-BE49-F238E27FC236}">
                  <a16:creationId xmlns:a16="http://schemas.microsoft.com/office/drawing/2014/main" id="{8F99C681-6910-4856-9763-731C6B538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423"/>
              <a:ext cx="102" cy="165"/>
            </a:xfrm>
            <a:custGeom>
              <a:avLst/>
              <a:gdLst>
                <a:gd name="T0" fmla="*/ 632 w 41"/>
                <a:gd name="T1" fmla="*/ 363 h 66"/>
                <a:gd name="T2" fmla="*/ 383 w 41"/>
                <a:gd name="T3" fmla="*/ 938 h 66"/>
                <a:gd name="T4" fmla="*/ 12 w 41"/>
                <a:gd name="T5" fmla="*/ 895 h 66"/>
                <a:gd name="T6" fmla="*/ 92 w 41"/>
                <a:gd name="T7" fmla="*/ 613 h 66"/>
                <a:gd name="T8" fmla="*/ 42 w 41"/>
                <a:gd name="T9" fmla="*/ 300 h 66"/>
                <a:gd name="T10" fmla="*/ 587 w 41"/>
                <a:gd name="T11" fmla="*/ 208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6">
                  <a:moveTo>
                    <a:pt x="41" y="23"/>
                  </a:moveTo>
                  <a:cubicBezTo>
                    <a:pt x="26" y="28"/>
                    <a:pt x="34" y="51"/>
                    <a:pt x="25" y="60"/>
                  </a:cubicBezTo>
                  <a:cubicBezTo>
                    <a:pt x="19" y="66"/>
                    <a:pt x="2" y="66"/>
                    <a:pt x="1" y="57"/>
                  </a:cubicBezTo>
                  <a:cubicBezTo>
                    <a:pt x="0" y="52"/>
                    <a:pt x="6" y="45"/>
                    <a:pt x="6" y="39"/>
                  </a:cubicBezTo>
                  <a:cubicBezTo>
                    <a:pt x="6" y="32"/>
                    <a:pt x="2" y="26"/>
                    <a:pt x="3" y="19"/>
                  </a:cubicBezTo>
                  <a:cubicBezTo>
                    <a:pt x="5" y="0"/>
                    <a:pt x="28" y="2"/>
                    <a:pt x="38" y="13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0" name="Freeform 320">
              <a:extLst>
                <a:ext uri="{FF2B5EF4-FFF2-40B4-BE49-F238E27FC236}">
                  <a16:creationId xmlns:a16="http://schemas.microsoft.com/office/drawing/2014/main" id="{B52D58BF-D4F0-4D0D-A37D-74BEA8BE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426"/>
              <a:ext cx="113" cy="132"/>
            </a:xfrm>
            <a:custGeom>
              <a:avLst/>
              <a:gdLst>
                <a:gd name="T0" fmla="*/ 33 w 45"/>
                <a:gd name="T1" fmla="*/ 125 h 53"/>
                <a:gd name="T2" fmla="*/ 429 w 45"/>
                <a:gd name="T3" fmla="*/ 30 h 53"/>
                <a:gd name="T4" fmla="*/ 650 w 45"/>
                <a:gd name="T5" fmla="*/ 354 h 53"/>
                <a:gd name="T6" fmla="*/ 50 w 45"/>
                <a:gd name="T7" fmla="*/ 154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3">
                  <a:moveTo>
                    <a:pt x="2" y="8"/>
                  </a:moveTo>
                  <a:cubicBezTo>
                    <a:pt x="8" y="3"/>
                    <a:pt x="19" y="0"/>
                    <a:pt x="27" y="2"/>
                  </a:cubicBezTo>
                  <a:cubicBezTo>
                    <a:pt x="37" y="4"/>
                    <a:pt x="40" y="14"/>
                    <a:pt x="41" y="23"/>
                  </a:cubicBezTo>
                  <a:cubicBezTo>
                    <a:pt x="45" y="53"/>
                    <a:pt x="0" y="30"/>
                    <a:pt x="3" y="10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1" name="Freeform 321">
              <a:extLst>
                <a:ext uri="{FF2B5EF4-FFF2-40B4-BE49-F238E27FC236}">
                  <a16:creationId xmlns:a16="http://schemas.microsoft.com/office/drawing/2014/main" id="{4047C479-4A1E-4B45-A061-DE8B7CF3A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476"/>
              <a:ext cx="160" cy="125"/>
            </a:xfrm>
            <a:custGeom>
              <a:avLst/>
              <a:gdLst>
                <a:gd name="T0" fmla="*/ 113 w 64"/>
                <a:gd name="T1" fmla="*/ 83 h 50"/>
                <a:gd name="T2" fmla="*/ 833 w 64"/>
                <a:gd name="T3" fmla="*/ 563 h 50"/>
                <a:gd name="T4" fmla="*/ 845 w 64"/>
                <a:gd name="T5" fmla="*/ 238 h 50"/>
                <a:gd name="T6" fmla="*/ 175 w 64"/>
                <a:gd name="T7" fmla="*/ 14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0">
                  <a:moveTo>
                    <a:pt x="7" y="5"/>
                  </a:moveTo>
                  <a:cubicBezTo>
                    <a:pt x="0" y="26"/>
                    <a:pt x="36" y="50"/>
                    <a:pt x="53" y="36"/>
                  </a:cubicBezTo>
                  <a:cubicBezTo>
                    <a:pt x="62" y="28"/>
                    <a:pt x="64" y="23"/>
                    <a:pt x="54" y="15"/>
                  </a:cubicBezTo>
                  <a:cubicBezTo>
                    <a:pt x="45" y="8"/>
                    <a:pt x="19" y="0"/>
                    <a:pt x="11" y="9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2" name="Freeform 322">
              <a:extLst>
                <a:ext uri="{FF2B5EF4-FFF2-40B4-BE49-F238E27FC236}">
                  <a16:creationId xmlns:a16="http://schemas.microsoft.com/office/drawing/2014/main" id="{D8473A9B-FE8A-47A1-B08B-59CF2336B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706"/>
              <a:ext cx="75" cy="44"/>
            </a:xfrm>
            <a:custGeom>
              <a:avLst/>
              <a:gdLst>
                <a:gd name="T0" fmla="*/ 363 w 30"/>
                <a:gd name="T1" fmla="*/ 12 h 18"/>
                <a:gd name="T2" fmla="*/ 63 w 30"/>
                <a:gd name="T3" fmla="*/ 191 h 18"/>
                <a:gd name="T4" fmla="*/ 438 w 30"/>
                <a:gd name="T5" fmla="*/ 220 h 18"/>
                <a:gd name="T6" fmla="*/ 375 w 30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8">
                  <a:moveTo>
                    <a:pt x="23" y="1"/>
                  </a:moveTo>
                  <a:cubicBezTo>
                    <a:pt x="17" y="1"/>
                    <a:pt x="0" y="2"/>
                    <a:pt x="4" y="13"/>
                  </a:cubicBezTo>
                  <a:cubicBezTo>
                    <a:pt x="5" y="18"/>
                    <a:pt x="22" y="14"/>
                    <a:pt x="28" y="15"/>
                  </a:cubicBezTo>
                  <a:cubicBezTo>
                    <a:pt x="30" y="10"/>
                    <a:pt x="26" y="5"/>
                    <a:pt x="24" y="0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3" name="Freeform 323">
              <a:extLst>
                <a:ext uri="{FF2B5EF4-FFF2-40B4-BE49-F238E27FC236}">
                  <a16:creationId xmlns:a16="http://schemas.microsoft.com/office/drawing/2014/main" id="{0C1579E1-73F0-40AD-8957-102FC8CC5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1361"/>
              <a:ext cx="55" cy="60"/>
            </a:xfrm>
            <a:custGeom>
              <a:avLst/>
              <a:gdLst>
                <a:gd name="T0" fmla="*/ 63 w 22"/>
                <a:gd name="T1" fmla="*/ 63 h 24"/>
                <a:gd name="T2" fmla="*/ 145 w 22"/>
                <a:gd name="T3" fmla="*/ 345 h 24"/>
                <a:gd name="T4" fmla="*/ 345 w 22"/>
                <a:gd name="T5" fmla="*/ 50 h 24"/>
                <a:gd name="T6" fmla="*/ 50 w 22"/>
                <a:gd name="T7" fmla="*/ 5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4" y="4"/>
                  </a:moveTo>
                  <a:cubicBezTo>
                    <a:pt x="2" y="8"/>
                    <a:pt x="0" y="24"/>
                    <a:pt x="9" y="22"/>
                  </a:cubicBezTo>
                  <a:cubicBezTo>
                    <a:pt x="11" y="21"/>
                    <a:pt x="22" y="6"/>
                    <a:pt x="22" y="3"/>
                  </a:cubicBezTo>
                  <a:cubicBezTo>
                    <a:pt x="16" y="1"/>
                    <a:pt x="9" y="0"/>
                    <a:pt x="3" y="3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4" name="Freeform 324">
              <a:extLst>
                <a:ext uri="{FF2B5EF4-FFF2-40B4-BE49-F238E27FC236}">
                  <a16:creationId xmlns:a16="http://schemas.microsoft.com/office/drawing/2014/main" id="{0C69C78E-541D-4BAB-B4DF-C6F8235C0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353"/>
              <a:ext cx="133" cy="108"/>
            </a:xfrm>
            <a:custGeom>
              <a:avLst/>
              <a:gdLst>
                <a:gd name="T0" fmla="*/ 818 w 53"/>
                <a:gd name="T1" fmla="*/ 221 h 43"/>
                <a:gd name="T2" fmla="*/ 492 w 53"/>
                <a:gd name="T3" fmla="*/ 472 h 43"/>
                <a:gd name="T4" fmla="*/ 146 w 53"/>
                <a:gd name="T5" fmla="*/ 681 h 43"/>
                <a:gd name="T6" fmla="*/ 346 w 53"/>
                <a:gd name="T7" fmla="*/ 251 h 43"/>
                <a:gd name="T8" fmla="*/ 838 w 53"/>
                <a:gd name="T9" fmla="*/ 14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52" y="14"/>
                  </a:moveTo>
                  <a:cubicBezTo>
                    <a:pt x="43" y="17"/>
                    <a:pt x="38" y="24"/>
                    <a:pt x="31" y="30"/>
                  </a:cubicBezTo>
                  <a:cubicBezTo>
                    <a:pt x="24" y="37"/>
                    <a:pt x="17" y="38"/>
                    <a:pt x="9" y="43"/>
                  </a:cubicBezTo>
                  <a:cubicBezTo>
                    <a:pt x="0" y="34"/>
                    <a:pt x="15" y="21"/>
                    <a:pt x="22" y="16"/>
                  </a:cubicBezTo>
                  <a:cubicBezTo>
                    <a:pt x="27" y="11"/>
                    <a:pt x="48" y="0"/>
                    <a:pt x="53" y="9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5" name="Freeform 325">
              <a:extLst>
                <a:ext uri="{FF2B5EF4-FFF2-40B4-BE49-F238E27FC236}">
                  <a16:creationId xmlns:a16="http://schemas.microsoft.com/office/drawing/2014/main" id="{DF50D9F7-BE75-4EC5-AA96-BDB059954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483"/>
              <a:ext cx="132" cy="145"/>
            </a:xfrm>
            <a:custGeom>
              <a:avLst/>
              <a:gdLst>
                <a:gd name="T0" fmla="*/ 371 w 53"/>
                <a:gd name="T1" fmla="*/ 95 h 58"/>
                <a:gd name="T2" fmla="*/ 105 w 53"/>
                <a:gd name="T3" fmla="*/ 520 h 58"/>
                <a:gd name="T4" fmla="*/ 416 w 53"/>
                <a:gd name="T5" fmla="*/ 708 h 58"/>
                <a:gd name="T6" fmla="*/ 745 w 53"/>
                <a:gd name="T7" fmla="*/ 845 h 58"/>
                <a:gd name="T8" fmla="*/ 725 w 53"/>
                <a:gd name="T9" fmla="*/ 595 h 58"/>
                <a:gd name="T10" fmla="*/ 712 w 53"/>
                <a:gd name="T11" fmla="*/ 300 h 58"/>
                <a:gd name="T12" fmla="*/ 478 w 53"/>
                <a:gd name="T13" fmla="*/ 2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8">
                  <a:moveTo>
                    <a:pt x="24" y="6"/>
                  </a:moveTo>
                  <a:cubicBezTo>
                    <a:pt x="16" y="10"/>
                    <a:pt x="0" y="21"/>
                    <a:pt x="7" y="33"/>
                  </a:cubicBezTo>
                  <a:cubicBezTo>
                    <a:pt x="10" y="39"/>
                    <a:pt x="22" y="41"/>
                    <a:pt x="27" y="45"/>
                  </a:cubicBezTo>
                  <a:cubicBezTo>
                    <a:pt x="32" y="47"/>
                    <a:pt x="42" y="58"/>
                    <a:pt x="48" y="54"/>
                  </a:cubicBezTo>
                  <a:cubicBezTo>
                    <a:pt x="53" y="51"/>
                    <a:pt x="48" y="42"/>
                    <a:pt x="47" y="38"/>
                  </a:cubicBezTo>
                  <a:cubicBezTo>
                    <a:pt x="46" y="32"/>
                    <a:pt x="46" y="26"/>
                    <a:pt x="46" y="19"/>
                  </a:cubicBezTo>
                  <a:cubicBezTo>
                    <a:pt x="46" y="10"/>
                    <a:pt x="42" y="0"/>
                    <a:pt x="31" y="1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6" name="Freeform 326">
              <a:extLst>
                <a:ext uri="{FF2B5EF4-FFF2-40B4-BE49-F238E27FC236}">
                  <a16:creationId xmlns:a16="http://schemas.microsoft.com/office/drawing/2014/main" id="{6273B5E5-A945-4A87-883D-8110BB5CC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38"/>
              <a:ext cx="188" cy="105"/>
            </a:xfrm>
            <a:custGeom>
              <a:avLst/>
              <a:gdLst>
                <a:gd name="T0" fmla="*/ 0 w 75"/>
                <a:gd name="T1" fmla="*/ 175 h 42"/>
                <a:gd name="T2" fmla="*/ 313 w 75"/>
                <a:gd name="T3" fmla="*/ 145 h 42"/>
                <a:gd name="T4" fmla="*/ 554 w 75"/>
                <a:gd name="T5" fmla="*/ 175 h 42"/>
                <a:gd name="T6" fmla="*/ 975 w 75"/>
                <a:gd name="T7" fmla="*/ 63 h 42"/>
                <a:gd name="T8" fmla="*/ 1131 w 75"/>
                <a:gd name="T9" fmla="*/ 395 h 42"/>
                <a:gd name="T10" fmla="*/ 504 w 75"/>
                <a:gd name="T11" fmla="*/ 375 h 42"/>
                <a:gd name="T12" fmla="*/ 33 w 75"/>
                <a:gd name="T13" fmla="*/ 17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42">
                  <a:moveTo>
                    <a:pt x="0" y="11"/>
                  </a:moveTo>
                  <a:cubicBezTo>
                    <a:pt x="6" y="3"/>
                    <a:pt x="13" y="4"/>
                    <a:pt x="20" y="9"/>
                  </a:cubicBezTo>
                  <a:cubicBezTo>
                    <a:pt x="28" y="14"/>
                    <a:pt x="26" y="16"/>
                    <a:pt x="35" y="11"/>
                  </a:cubicBezTo>
                  <a:cubicBezTo>
                    <a:pt x="44" y="7"/>
                    <a:pt x="51" y="0"/>
                    <a:pt x="62" y="4"/>
                  </a:cubicBezTo>
                  <a:cubicBezTo>
                    <a:pt x="69" y="7"/>
                    <a:pt x="75" y="18"/>
                    <a:pt x="72" y="25"/>
                  </a:cubicBezTo>
                  <a:cubicBezTo>
                    <a:pt x="67" y="42"/>
                    <a:pt x="42" y="24"/>
                    <a:pt x="32" y="24"/>
                  </a:cubicBezTo>
                  <a:cubicBezTo>
                    <a:pt x="22" y="23"/>
                    <a:pt x="0" y="30"/>
                    <a:pt x="2" y="11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7" name="Freeform 327">
              <a:extLst>
                <a:ext uri="{FF2B5EF4-FFF2-40B4-BE49-F238E27FC236}">
                  <a16:creationId xmlns:a16="http://schemas.microsoft.com/office/drawing/2014/main" id="{E5EE25BC-B993-431E-9032-E56A8CC50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516"/>
              <a:ext cx="85" cy="147"/>
            </a:xfrm>
            <a:custGeom>
              <a:avLst/>
              <a:gdLst>
                <a:gd name="T0" fmla="*/ 125 w 34"/>
                <a:gd name="T1" fmla="*/ 199 h 59"/>
                <a:gd name="T2" fmla="*/ 458 w 34"/>
                <a:gd name="T3" fmla="*/ 279 h 59"/>
                <a:gd name="T4" fmla="*/ 458 w 34"/>
                <a:gd name="T5" fmla="*/ 558 h 59"/>
                <a:gd name="T6" fmla="*/ 520 w 34"/>
                <a:gd name="T7" fmla="*/ 757 h 59"/>
                <a:gd name="T8" fmla="*/ 125 w 34"/>
                <a:gd name="T9" fmla="*/ 728 h 59"/>
                <a:gd name="T10" fmla="*/ 175 w 34"/>
                <a:gd name="T11" fmla="*/ 199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9">
                  <a:moveTo>
                    <a:pt x="8" y="13"/>
                  </a:moveTo>
                  <a:cubicBezTo>
                    <a:pt x="12" y="0"/>
                    <a:pt x="27" y="9"/>
                    <a:pt x="29" y="18"/>
                  </a:cubicBezTo>
                  <a:cubicBezTo>
                    <a:pt x="30" y="24"/>
                    <a:pt x="28" y="30"/>
                    <a:pt x="29" y="36"/>
                  </a:cubicBezTo>
                  <a:cubicBezTo>
                    <a:pt x="30" y="40"/>
                    <a:pt x="34" y="45"/>
                    <a:pt x="33" y="49"/>
                  </a:cubicBezTo>
                  <a:cubicBezTo>
                    <a:pt x="29" y="59"/>
                    <a:pt x="13" y="52"/>
                    <a:pt x="8" y="47"/>
                  </a:cubicBezTo>
                  <a:cubicBezTo>
                    <a:pt x="0" y="39"/>
                    <a:pt x="6" y="22"/>
                    <a:pt x="11" y="13"/>
                  </a:cubicBezTo>
                </a:path>
              </a:pathLst>
            </a:custGeom>
            <a:solidFill>
              <a:srgbClr val="AE4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8" name="Freeform 328">
              <a:extLst>
                <a:ext uri="{FF2B5EF4-FFF2-40B4-BE49-F238E27FC236}">
                  <a16:creationId xmlns:a16="http://schemas.microsoft.com/office/drawing/2014/main" id="{BBD75EA3-E345-4DEB-8F56-11118510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866"/>
              <a:ext cx="3697" cy="410"/>
            </a:xfrm>
            <a:custGeom>
              <a:avLst/>
              <a:gdLst>
                <a:gd name="T0" fmla="*/ 0 w 1479"/>
                <a:gd name="T1" fmla="*/ 63 h 164"/>
                <a:gd name="T2" fmla="*/ 855 w 1479"/>
                <a:gd name="T3" fmla="*/ 63 h 164"/>
                <a:gd name="T4" fmla="*/ 2625 w 1479"/>
                <a:gd name="T5" fmla="*/ 408 h 164"/>
                <a:gd name="T6" fmla="*/ 11433 w 1479"/>
                <a:gd name="T7" fmla="*/ 2283 h 164"/>
                <a:gd name="T8" fmla="*/ 17278 w 1479"/>
                <a:gd name="T9" fmla="*/ 1175 h 164"/>
                <a:gd name="T10" fmla="*/ 19600 w 1479"/>
                <a:gd name="T11" fmla="*/ 425 h 164"/>
                <a:gd name="T12" fmla="*/ 21337 w 1479"/>
                <a:gd name="T13" fmla="*/ 83 h 164"/>
                <a:gd name="T14" fmla="*/ 23069 w 1479"/>
                <a:gd name="T15" fmla="*/ 83 h 164"/>
                <a:gd name="T16" fmla="*/ 23087 w 1479"/>
                <a:gd name="T17" fmla="*/ 83 h 164"/>
                <a:gd name="T18" fmla="*/ 23099 w 1479"/>
                <a:gd name="T19" fmla="*/ 50 h 164"/>
                <a:gd name="T20" fmla="*/ 23087 w 1479"/>
                <a:gd name="T21" fmla="*/ 33 h 164"/>
                <a:gd name="T22" fmla="*/ 23069 w 1479"/>
                <a:gd name="T23" fmla="*/ 20 h 164"/>
                <a:gd name="T24" fmla="*/ 23057 w 1479"/>
                <a:gd name="T25" fmla="*/ 20 h 164"/>
                <a:gd name="T26" fmla="*/ 23024 w 1479"/>
                <a:gd name="T27" fmla="*/ 20 h 164"/>
                <a:gd name="T28" fmla="*/ 23024 w 1479"/>
                <a:gd name="T29" fmla="*/ 300 h 164"/>
                <a:gd name="T30" fmla="*/ 23057 w 1479"/>
                <a:gd name="T31" fmla="*/ 300 h 164"/>
                <a:gd name="T32" fmla="*/ 23057 w 1479"/>
                <a:gd name="T33" fmla="*/ 300 h 164"/>
                <a:gd name="T34" fmla="*/ 23087 w 1479"/>
                <a:gd name="T35" fmla="*/ 300 h 164"/>
                <a:gd name="T36" fmla="*/ 23087 w 1479"/>
                <a:gd name="T37" fmla="*/ 270 h 164"/>
                <a:gd name="T38" fmla="*/ 23087 w 1479"/>
                <a:gd name="T39" fmla="*/ 250 h 164"/>
                <a:gd name="T40" fmla="*/ 23057 w 1479"/>
                <a:gd name="T41" fmla="*/ 238 h 164"/>
                <a:gd name="T42" fmla="*/ 21337 w 1479"/>
                <a:gd name="T43" fmla="*/ 238 h 164"/>
                <a:gd name="T44" fmla="*/ 19620 w 1479"/>
                <a:gd name="T45" fmla="*/ 595 h 164"/>
                <a:gd name="T46" fmla="*/ 11433 w 1479"/>
                <a:gd name="T47" fmla="*/ 2500 h 164"/>
                <a:gd name="T48" fmla="*/ 5074 w 1479"/>
                <a:gd name="T49" fmla="*/ 1363 h 164"/>
                <a:gd name="T50" fmla="*/ 2530 w 1479"/>
                <a:gd name="T51" fmla="*/ 583 h 164"/>
                <a:gd name="T52" fmla="*/ 842 w 1479"/>
                <a:gd name="T53" fmla="*/ 238 h 164"/>
                <a:gd name="T54" fmla="*/ 0 w 1479"/>
                <a:gd name="T55" fmla="*/ 238 h 164"/>
                <a:gd name="T56" fmla="*/ 0 w 1479"/>
                <a:gd name="T57" fmla="*/ 300 h 164"/>
                <a:gd name="T58" fmla="*/ 842 w 1479"/>
                <a:gd name="T59" fmla="*/ 300 h 164"/>
                <a:gd name="T60" fmla="*/ 2512 w 1479"/>
                <a:gd name="T61" fmla="*/ 645 h 164"/>
                <a:gd name="T62" fmla="*/ 11433 w 1479"/>
                <a:gd name="T63" fmla="*/ 2563 h 164"/>
                <a:gd name="T64" fmla="*/ 17340 w 1479"/>
                <a:gd name="T65" fmla="*/ 1425 h 164"/>
                <a:gd name="T66" fmla="*/ 19650 w 1479"/>
                <a:gd name="T67" fmla="*/ 658 h 164"/>
                <a:gd name="T68" fmla="*/ 21337 w 1479"/>
                <a:gd name="T69" fmla="*/ 300 h 164"/>
                <a:gd name="T70" fmla="*/ 23057 w 1479"/>
                <a:gd name="T71" fmla="*/ 300 h 164"/>
                <a:gd name="T72" fmla="*/ 23087 w 1479"/>
                <a:gd name="T73" fmla="*/ 300 h 164"/>
                <a:gd name="T74" fmla="*/ 23087 w 1479"/>
                <a:gd name="T75" fmla="*/ 270 h 164"/>
                <a:gd name="T76" fmla="*/ 23087 w 1479"/>
                <a:gd name="T77" fmla="*/ 250 h 164"/>
                <a:gd name="T78" fmla="*/ 23057 w 1479"/>
                <a:gd name="T79" fmla="*/ 238 h 164"/>
                <a:gd name="T80" fmla="*/ 23057 w 1479"/>
                <a:gd name="T81" fmla="*/ 238 h 164"/>
                <a:gd name="T82" fmla="*/ 23057 w 1479"/>
                <a:gd name="T83" fmla="*/ 270 h 164"/>
                <a:gd name="T84" fmla="*/ 23087 w 1479"/>
                <a:gd name="T85" fmla="*/ 270 h 164"/>
                <a:gd name="T86" fmla="*/ 23087 w 1479"/>
                <a:gd name="T87" fmla="*/ 50 h 164"/>
                <a:gd name="T88" fmla="*/ 23057 w 1479"/>
                <a:gd name="T89" fmla="*/ 50 h 164"/>
                <a:gd name="T90" fmla="*/ 23057 w 1479"/>
                <a:gd name="T91" fmla="*/ 83 h 164"/>
                <a:gd name="T92" fmla="*/ 23069 w 1479"/>
                <a:gd name="T93" fmla="*/ 83 h 164"/>
                <a:gd name="T94" fmla="*/ 23087 w 1479"/>
                <a:gd name="T95" fmla="*/ 83 h 164"/>
                <a:gd name="T96" fmla="*/ 23099 w 1479"/>
                <a:gd name="T97" fmla="*/ 50 h 164"/>
                <a:gd name="T98" fmla="*/ 23087 w 1479"/>
                <a:gd name="T99" fmla="*/ 33 h 164"/>
                <a:gd name="T100" fmla="*/ 23069 w 1479"/>
                <a:gd name="T101" fmla="*/ 20 h 164"/>
                <a:gd name="T102" fmla="*/ 21337 w 1479"/>
                <a:gd name="T103" fmla="*/ 20 h 164"/>
                <a:gd name="T104" fmla="*/ 19587 w 1479"/>
                <a:gd name="T105" fmla="*/ 363 h 164"/>
                <a:gd name="T106" fmla="*/ 11433 w 1479"/>
                <a:gd name="T107" fmla="*/ 2220 h 164"/>
                <a:gd name="T108" fmla="*/ 5199 w 1479"/>
                <a:gd name="T109" fmla="*/ 1113 h 164"/>
                <a:gd name="T110" fmla="*/ 2637 w 1479"/>
                <a:gd name="T111" fmla="*/ 345 h 164"/>
                <a:gd name="T112" fmla="*/ 855 w 1479"/>
                <a:gd name="T113" fmla="*/ 0 h 164"/>
                <a:gd name="T114" fmla="*/ 0 w 1479"/>
                <a:gd name="T115" fmla="*/ 0 h 164"/>
                <a:gd name="T116" fmla="*/ 0 w 1479"/>
                <a:gd name="T117" fmla="*/ 63 h 1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79" h="164">
                  <a:moveTo>
                    <a:pt x="0" y="4"/>
                  </a:moveTo>
                  <a:cubicBezTo>
                    <a:pt x="18" y="4"/>
                    <a:pt x="36" y="4"/>
                    <a:pt x="55" y="4"/>
                  </a:cubicBezTo>
                  <a:cubicBezTo>
                    <a:pt x="81" y="4"/>
                    <a:pt x="120" y="13"/>
                    <a:pt x="168" y="26"/>
                  </a:cubicBezTo>
                  <a:cubicBezTo>
                    <a:pt x="310" y="66"/>
                    <a:pt x="528" y="146"/>
                    <a:pt x="732" y="146"/>
                  </a:cubicBezTo>
                  <a:cubicBezTo>
                    <a:pt x="867" y="146"/>
                    <a:pt x="996" y="111"/>
                    <a:pt x="1106" y="75"/>
                  </a:cubicBezTo>
                  <a:cubicBezTo>
                    <a:pt x="1161" y="58"/>
                    <a:pt x="1211" y="40"/>
                    <a:pt x="1255" y="27"/>
                  </a:cubicBezTo>
                  <a:cubicBezTo>
                    <a:pt x="1299" y="14"/>
                    <a:pt x="1337" y="5"/>
                    <a:pt x="1366" y="5"/>
                  </a:cubicBezTo>
                  <a:cubicBezTo>
                    <a:pt x="1469" y="5"/>
                    <a:pt x="1477" y="5"/>
                    <a:pt x="1477" y="5"/>
                  </a:cubicBezTo>
                  <a:cubicBezTo>
                    <a:pt x="1477" y="5"/>
                    <a:pt x="1478" y="5"/>
                    <a:pt x="1478" y="5"/>
                  </a:cubicBezTo>
                  <a:cubicBezTo>
                    <a:pt x="1478" y="4"/>
                    <a:pt x="1479" y="4"/>
                    <a:pt x="1479" y="3"/>
                  </a:cubicBezTo>
                  <a:cubicBezTo>
                    <a:pt x="1479" y="3"/>
                    <a:pt x="1478" y="2"/>
                    <a:pt x="1478" y="2"/>
                  </a:cubicBezTo>
                  <a:cubicBezTo>
                    <a:pt x="1478" y="1"/>
                    <a:pt x="1477" y="1"/>
                    <a:pt x="1477" y="1"/>
                  </a:cubicBezTo>
                  <a:cubicBezTo>
                    <a:pt x="1476" y="1"/>
                    <a:pt x="1476" y="1"/>
                    <a:pt x="1476" y="1"/>
                  </a:cubicBezTo>
                  <a:cubicBezTo>
                    <a:pt x="1474" y="1"/>
                    <a:pt x="1474" y="1"/>
                    <a:pt x="1474" y="1"/>
                  </a:cubicBezTo>
                  <a:cubicBezTo>
                    <a:pt x="1474" y="19"/>
                    <a:pt x="1474" y="19"/>
                    <a:pt x="1474" y="19"/>
                  </a:cubicBezTo>
                  <a:cubicBezTo>
                    <a:pt x="1476" y="19"/>
                    <a:pt x="1476" y="19"/>
                    <a:pt x="1476" y="19"/>
                  </a:cubicBezTo>
                  <a:cubicBezTo>
                    <a:pt x="1476" y="19"/>
                    <a:pt x="1476" y="19"/>
                    <a:pt x="1476" y="19"/>
                  </a:cubicBezTo>
                  <a:cubicBezTo>
                    <a:pt x="1477" y="19"/>
                    <a:pt x="1478" y="19"/>
                    <a:pt x="1478" y="19"/>
                  </a:cubicBezTo>
                  <a:cubicBezTo>
                    <a:pt x="1478" y="18"/>
                    <a:pt x="1478" y="18"/>
                    <a:pt x="1478" y="17"/>
                  </a:cubicBezTo>
                  <a:cubicBezTo>
                    <a:pt x="1478" y="17"/>
                    <a:pt x="1478" y="16"/>
                    <a:pt x="1478" y="16"/>
                  </a:cubicBezTo>
                  <a:cubicBezTo>
                    <a:pt x="1478" y="15"/>
                    <a:pt x="1477" y="15"/>
                    <a:pt x="1476" y="15"/>
                  </a:cubicBezTo>
                  <a:cubicBezTo>
                    <a:pt x="1476" y="15"/>
                    <a:pt x="1472" y="15"/>
                    <a:pt x="1366" y="15"/>
                  </a:cubicBezTo>
                  <a:cubicBezTo>
                    <a:pt x="1337" y="15"/>
                    <a:pt x="1300" y="24"/>
                    <a:pt x="1256" y="38"/>
                  </a:cubicBezTo>
                  <a:cubicBezTo>
                    <a:pt x="1126" y="79"/>
                    <a:pt x="938" y="160"/>
                    <a:pt x="732" y="160"/>
                  </a:cubicBezTo>
                  <a:cubicBezTo>
                    <a:pt x="594" y="160"/>
                    <a:pt x="448" y="124"/>
                    <a:pt x="325" y="87"/>
                  </a:cubicBezTo>
                  <a:cubicBezTo>
                    <a:pt x="264" y="69"/>
                    <a:pt x="208" y="51"/>
                    <a:pt x="162" y="37"/>
                  </a:cubicBezTo>
                  <a:cubicBezTo>
                    <a:pt x="115" y="24"/>
                    <a:pt x="78" y="15"/>
                    <a:pt x="54" y="15"/>
                  </a:cubicBezTo>
                  <a:cubicBezTo>
                    <a:pt x="37" y="15"/>
                    <a:pt x="18" y="15"/>
                    <a:pt x="0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8" y="19"/>
                    <a:pt x="37" y="19"/>
                    <a:pt x="54" y="19"/>
                  </a:cubicBezTo>
                  <a:cubicBezTo>
                    <a:pt x="77" y="19"/>
                    <a:pt x="114" y="28"/>
                    <a:pt x="161" y="41"/>
                  </a:cubicBezTo>
                  <a:cubicBezTo>
                    <a:pt x="299" y="82"/>
                    <a:pt x="524" y="164"/>
                    <a:pt x="732" y="164"/>
                  </a:cubicBezTo>
                  <a:cubicBezTo>
                    <a:pt x="870" y="164"/>
                    <a:pt x="1000" y="128"/>
                    <a:pt x="1110" y="91"/>
                  </a:cubicBezTo>
                  <a:cubicBezTo>
                    <a:pt x="1164" y="73"/>
                    <a:pt x="1214" y="55"/>
                    <a:pt x="1258" y="42"/>
                  </a:cubicBezTo>
                  <a:cubicBezTo>
                    <a:pt x="1301" y="28"/>
                    <a:pt x="1338" y="19"/>
                    <a:pt x="1366" y="19"/>
                  </a:cubicBezTo>
                  <a:cubicBezTo>
                    <a:pt x="1472" y="19"/>
                    <a:pt x="1476" y="19"/>
                    <a:pt x="1476" y="19"/>
                  </a:cubicBezTo>
                  <a:cubicBezTo>
                    <a:pt x="1477" y="19"/>
                    <a:pt x="1478" y="19"/>
                    <a:pt x="1478" y="19"/>
                  </a:cubicBezTo>
                  <a:cubicBezTo>
                    <a:pt x="1478" y="18"/>
                    <a:pt x="1478" y="18"/>
                    <a:pt x="1478" y="17"/>
                  </a:cubicBezTo>
                  <a:cubicBezTo>
                    <a:pt x="1478" y="17"/>
                    <a:pt x="1478" y="16"/>
                    <a:pt x="1478" y="16"/>
                  </a:cubicBezTo>
                  <a:cubicBezTo>
                    <a:pt x="1478" y="15"/>
                    <a:pt x="1477" y="15"/>
                    <a:pt x="1476" y="15"/>
                  </a:cubicBezTo>
                  <a:cubicBezTo>
                    <a:pt x="1476" y="15"/>
                    <a:pt x="1476" y="15"/>
                    <a:pt x="1476" y="15"/>
                  </a:cubicBezTo>
                  <a:cubicBezTo>
                    <a:pt x="1476" y="17"/>
                    <a:pt x="1476" y="17"/>
                    <a:pt x="1476" y="17"/>
                  </a:cubicBezTo>
                  <a:cubicBezTo>
                    <a:pt x="1478" y="17"/>
                    <a:pt x="1478" y="17"/>
                    <a:pt x="1478" y="17"/>
                  </a:cubicBezTo>
                  <a:cubicBezTo>
                    <a:pt x="1478" y="3"/>
                    <a:pt x="1478" y="3"/>
                    <a:pt x="1478" y="3"/>
                  </a:cubicBezTo>
                  <a:cubicBezTo>
                    <a:pt x="1476" y="3"/>
                    <a:pt x="1476" y="3"/>
                    <a:pt x="1476" y="3"/>
                  </a:cubicBezTo>
                  <a:cubicBezTo>
                    <a:pt x="1476" y="5"/>
                    <a:pt x="1476" y="5"/>
                    <a:pt x="1476" y="5"/>
                  </a:cubicBezTo>
                  <a:cubicBezTo>
                    <a:pt x="1477" y="5"/>
                    <a:pt x="1477" y="5"/>
                    <a:pt x="1477" y="5"/>
                  </a:cubicBezTo>
                  <a:cubicBezTo>
                    <a:pt x="1477" y="5"/>
                    <a:pt x="1478" y="5"/>
                    <a:pt x="1478" y="5"/>
                  </a:cubicBezTo>
                  <a:cubicBezTo>
                    <a:pt x="1478" y="4"/>
                    <a:pt x="1479" y="4"/>
                    <a:pt x="1479" y="3"/>
                  </a:cubicBezTo>
                  <a:cubicBezTo>
                    <a:pt x="1479" y="3"/>
                    <a:pt x="1478" y="2"/>
                    <a:pt x="1478" y="2"/>
                  </a:cubicBezTo>
                  <a:cubicBezTo>
                    <a:pt x="1478" y="1"/>
                    <a:pt x="1477" y="1"/>
                    <a:pt x="1477" y="1"/>
                  </a:cubicBezTo>
                  <a:cubicBezTo>
                    <a:pt x="1477" y="1"/>
                    <a:pt x="1469" y="1"/>
                    <a:pt x="1366" y="1"/>
                  </a:cubicBezTo>
                  <a:cubicBezTo>
                    <a:pt x="1336" y="1"/>
                    <a:pt x="1298" y="10"/>
                    <a:pt x="1254" y="23"/>
                  </a:cubicBezTo>
                  <a:cubicBezTo>
                    <a:pt x="1122" y="63"/>
                    <a:pt x="934" y="142"/>
                    <a:pt x="732" y="142"/>
                  </a:cubicBezTo>
                  <a:cubicBezTo>
                    <a:pt x="597" y="142"/>
                    <a:pt x="455" y="106"/>
                    <a:pt x="333" y="71"/>
                  </a:cubicBezTo>
                  <a:cubicBezTo>
                    <a:pt x="272" y="53"/>
                    <a:pt x="216" y="36"/>
                    <a:pt x="169" y="22"/>
                  </a:cubicBezTo>
                  <a:cubicBezTo>
                    <a:pt x="121" y="9"/>
                    <a:pt x="82" y="0"/>
                    <a:pt x="55" y="0"/>
                  </a:cubicBezTo>
                  <a:cubicBezTo>
                    <a:pt x="36" y="0"/>
                    <a:pt x="18" y="0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9" name="Freeform 329">
              <a:extLst>
                <a:ext uri="{FF2B5EF4-FFF2-40B4-BE49-F238E27FC236}">
                  <a16:creationId xmlns:a16="http://schemas.microsoft.com/office/drawing/2014/main" id="{2AFF95F9-7715-4BDC-B8CC-3AB2A7DA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775"/>
              <a:ext cx="3699" cy="408"/>
            </a:xfrm>
            <a:custGeom>
              <a:avLst/>
              <a:gdLst>
                <a:gd name="T0" fmla="*/ 0 w 1480"/>
                <a:gd name="T1" fmla="*/ 2526 h 163"/>
                <a:gd name="T2" fmla="*/ 875 w 1480"/>
                <a:gd name="T3" fmla="*/ 2526 h 163"/>
                <a:gd name="T4" fmla="*/ 2654 w 1480"/>
                <a:gd name="T5" fmla="*/ 2180 h 163"/>
                <a:gd name="T6" fmla="*/ 11444 w 1480"/>
                <a:gd name="T7" fmla="*/ 345 h 163"/>
                <a:gd name="T8" fmla="*/ 17265 w 1480"/>
                <a:gd name="T9" fmla="*/ 1442 h 163"/>
                <a:gd name="T10" fmla="*/ 19595 w 1480"/>
                <a:gd name="T11" fmla="*/ 2213 h 163"/>
                <a:gd name="T12" fmla="*/ 21344 w 1480"/>
                <a:gd name="T13" fmla="*/ 2556 h 163"/>
                <a:gd name="T14" fmla="*/ 23076 w 1480"/>
                <a:gd name="T15" fmla="*/ 2556 h 163"/>
                <a:gd name="T16" fmla="*/ 23094 w 1480"/>
                <a:gd name="T17" fmla="*/ 2538 h 163"/>
                <a:gd name="T18" fmla="*/ 23106 w 1480"/>
                <a:gd name="T19" fmla="*/ 2526 h 163"/>
                <a:gd name="T20" fmla="*/ 23094 w 1480"/>
                <a:gd name="T21" fmla="*/ 2493 h 163"/>
                <a:gd name="T22" fmla="*/ 23076 w 1480"/>
                <a:gd name="T23" fmla="*/ 2493 h 163"/>
                <a:gd name="T24" fmla="*/ 23064 w 1480"/>
                <a:gd name="T25" fmla="*/ 2493 h 163"/>
                <a:gd name="T26" fmla="*/ 23064 w 1480"/>
                <a:gd name="T27" fmla="*/ 2526 h 163"/>
                <a:gd name="T28" fmla="*/ 23094 w 1480"/>
                <a:gd name="T29" fmla="*/ 2526 h 163"/>
                <a:gd name="T30" fmla="*/ 23094 w 1480"/>
                <a:gd name="T31" fmla="*/ 2305 h 163"/>
                <a:gd name="T32" fmla="*/ 23064 w 1480"/>
                <a:gd name="T33" fmla="*/ 2305 h 163"/>
                <a:gd name="T34" fmla="*/ 23064 w 1480"/>
                <a:gd name="T35" fmla="*/ 2338 h 163"/>
                <a:gd name="T36" fmla="*/ 23064 w 1480"/>
                <a:gd name="T37" fmla="*/ 2338 h 163"/>
                <a:gd name="T38" fmla="*/ 23094 w 1480"/>
                <a:gd name="T39" fmla="*/ 2318 h 163"/>
                <a:gd name="T40" fmla="*/ 23094 w 1480"/>
                <a:gd name="T41" fmla="*/ 2305 h 163"/>
                <a:gd name="T42" fmla="*/ 23094 w 1480"/>
                <a:gd name="T43" fmla="*/ 2275 h 163"/>
                <a:gd name="T44" fmla="*/ 23064 w 1480"/>
                <a:gd name="T45" fmla="*/ 2275 h 163"/>
                <a:gd name="T46" fmla="*/ 21344 w 1480"/>
                <a:gd name="T47" fmla="*/ 2275 h 163"/>
                <a:gd name="T48" fmla="*/ 19657 w 1480"/>
                <a:gd name="T49" fmla="*/ 1910 h 163"/>
                <a:gd name="T50" fmla="*/ 11444 w 1480"/>
                <a:gd name="T51" fmla="*/ 0 h 163"/>
                <a:gd name="T52" fmla="*/ 5071 w 1480"/>
                <a:gd name="T53" fmla="*/ 1129 h 163"/>
                <a:gd name="T54" fmla="*/ 2529 w 1480"/>
                <a:gd name="T55" fmla="*/ 1897 h 163"/>
                <a:gd name="T56" fmla="*/ 875 w 1480"/>
                <a:gd name="T57" fmla="*/ 2243 h 163"/>
                <a:gd name="T58" fmla="*/ 12 w 1480"/>
                <a:gd name="T59" fmla="*/ 2255 h 163"/>
                <a:gd name="T60" fmla="*/ 12 w 1480"/>
                <a:gd name="T61" fmla="*/ 2318 h 163"/>
                <a:gd name="T62" fmla="*/ 875 w 1480"/>
                <a:gd name="T63" fmla="*/ 2305 h 163"/>
                <a:gd name="T64" fmla="*/ 2542 w 1480"/>
                <a:gd name="T65" fmla="*/ 1960 h 163"/>
                <a:gd name="T66" fmla="*/ 11444 w 1480"/>
                <a:gd name="T67" fmla="*/ 63 h 163"/>
                <a:gd name="T68" fmla="*/ 17315 w 1480"/>
                <a:gd name="T69" fmla="*/ 1191 h 163"/>
                <a:gd name="T70" fmla="*/ 19627 w 1480"/>
                <a:gd name="T71" fmla="*/ 1972 h 163"/>
                <a:gd name="T72" fmla="*/ 21344 w 1480"/>
                <a:gd name="T73" fmla="*/ 2338 h 163"/>
                <a:gd name="T74" fmla="*/ 23064 w 1480"/>
                <a:gd name="T75" fmla="*/ 2338 h 163"/>
                <a:gd name="T76" fmla="*/ 23094 w 1480"/>
                <a:gd name="T77" fmla="*/ 2318 h 163"/>
                <a:gd name="T78" fmla="*/ 23094 w 1480"/>
                <a:gd name="T79" fmla="*/ 2305 h 163"/>
                <a:gd name="T80" fmla="*/ 23094 w 1480"/>
                <a:gd name="T81" fmla="*/ 2275 h 163"/>
                <a:gd name="T82" fmla="*/ 23064 w 1480"/>
                <a:gd name="T83" fmla="*/ 2275 h 163"/>
                <a:gd name="T84" fmla="*/ 23064 w 1480"/>
                <a:gd name="T85" fmla="*/ 2275 h 163"/>
                <a:gd name="T86" fmla="*/ 23031 w 1480"/>
                <a:gd name="T87" fmla="*/ 2275 h 163"/>
                <a:gd name="T88" fmla="*/ 23031 w 1480"/>
                <a:gd name="T89" fmla="*/ 2556 h 163"/>
                <a:gd name="T90" fmla="*/ 23064 w 1480"/>
                <a:gd name="T91" fmla="*/ 2556 h 163"/>
                <a:gd name="T92" fmla="*/ 23076 w 1480"/>
                <a:gd name="T93" fmla="*/ 2556 h 163"/>
                <a:gd name="T94" fmla="*/ 23094 w 1480"/>
                <a:gd name="T95" fmla="*/ 2538 h 163"/>
                <a:gd name="T96" fmla="*/ 23106 w 1480"/>
                <a:gd name="T97" fmla="*/ 2526 h 163"/>
                <a:gd name="T98" fmla="*/ 23094 w 1480"/>
                <a:gd name="T99" fmla="*/ 2493 h 163"/>
                <a:gd name="T100" fmla="*/ 23076 w 1480"/>
                <a:gd name="T101" fmla="*/ 2493 h 163"/>
                <a:gd name="T102" fmla="*/ 21344 w 1480"/>
                <a:gd name="T103" fmla="*/ 2493 h 163"/>
                <a:gd name="T104" fmla="*/ 19607 w 1480"/>
                <a:gd name="T105" fmla="*/ 2150 h 163"/>
                <a:gd name="T106" fmla="*/ 11444 w 1480"/>
                <a:gd name="T107" fmla="*/ 283 h 163"/>
                <a:gd name="T108" fmla="*/ 5196 w 1480"/>
                <a:gd name="T109" fmla="*/ 1379 h 163"/>
                <a:gd name="T110" fmla="*/ 2637 w 1480"/>
                <a:gd name="T111" fmla="*/ 2118 h 163"/>
                <a:gd name="T112" fmla="*/ 875 w 1480"/>
                <a:gd name="T113" fmla="*/ 2463 h 163"/>
                <a:gd name="T114" fmla="*/ 0 w 1480"/>
                <a:gd name="T115" fmla="*/ 2463 h 163"/>
                <a:gd name="T116" fmla="*/ 0 w 1480"/>
                <a:gd name="T117" fmla="*/ 2526 h 16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80" h="163">
                  <a:moveTo>
                    <a:pt x="0" y="161"/>
                  </a:moveTo>
                  <a:cubicBezTo>
                    <a:pt x="18" y="161"/>
                    <a:pt x="37" y="161"/>
                    <a:pt x="56" y="161"/>
                  </a:cubicBezTo>
                  <a:cubicBezTo>
                    <a:pt x="83" y="161"/>
                    <a:pt x="122" y="152"/>
                    <a:pt x="170" y="139"/>
                  </a:cubicBezTo>
                  <a:cubicBezTo>
                    <a:pt x="312" y="100"/>
                    <a:pt x="530" y="22"/>
                    <a:pt x="733" y="22"/>
                  </a:cubicBezTo>
                  <a:cubicBezTo>
                    <a:pt x="867" y="22"/>
                    <a:pt x="996" y="57"/>
                    <a:pt x="1106" y="92"/>
                  </a:cubicBezTo>
                  <a:cubicBezTo>
                    <a:pt x="1161" y="110"/>
                    <a:pt x="1211" y="128"/>
                    <a:pt x="1255" y="141"/>
                  </a:cubicBezTo>
                  <a:cubicBezTo>
                    <a:pt x="1299" y="154"/>
                    <a:pt x="1337" y="163"/>
                    <a:pt x="1367" y="163"/>
                  </a:cubicBezTo>
                  <a:cubicBezTo>
                    <a:pt x="1470" y="163"/>
                    <a:pt x="1478" y="163"/>
                    <a:pt x="1478" y="163"/>
                  </a:cubicBezTo>
                  <a:cubicBezTo>
                    <a:pt x="1478" y="163"/>
                    <a:pt x="1479" y="163"/>
                    <a:pt x="1479" y="162"/>
                  </a:cubicBezTo>
                  <a:cubicBezTo>
                    <a:pt x="1479" y="162"/>
                    <a:pt x="1480" y="161"/>
                    <a:pt x="1480" y="161"/>
                  </a:cubicBezTo>
                  <a:cubicBezTo>
                    <a:pt x="1480" y="160"/>
                    <a:pt x="1479" y="160"/>
                    <a:pt x="1479" y="159"/>
                  </a:cubicBezTo>
                  <a:cubicBezTo>
                    <a:pt x="1479" y="159"/>
                    <a:pt x="1478" y="159"/>
                    <a:pt x="1478" y="159"/>
                  </a:cubicBezTo>
                  <a:cubicBezTo>
                    <a:pt x="1477" y="159"/>
                    <a:pt x="1477" y="159"/>
                    <a:pt x="1477" y="159"/>
                  </a:cubicBezTo>
                  <a:cubicBezTo>
                    <a:pt x="1477" y="161"/>
                    <a:pt x="1477" y="161"/>
                    <a:pt x="1477" y="161"/>
                  </a:cubicBezTo>
                  <a:cubicBezTo>
                    <a:pt x="1479" y="161"/>
                    <a:pt x="1479" y="161"/>
                    <a:pt x="1479" y="161"/>
                  </a:cubicBezTo>
                  <a:cubicBezTo>
                    <a:pt x="1479" y="147"/>
                    <a:pt x="1479" y="147"/>
                    <a:pt x="1479" y="147"/>
                  </a:cubicBezTo>
                  <a:cubicBezTo>
                    <a:pt x="1477" y="147"/>
                    <a:pt x="1477" y="147"/>
                    <a:pt x="1477" y="147"/>
                  </a:cubicBezTo>
                  <a:cubicBezTo>
                    <a:pt x="1477" y="149"/>
                    <a:pt x="1477" y="149"/>
                    <a:pt x="1477" y="149"/>
                  </a:cubicBezTo>
                  <a:cubicBezTo>
                    <a:pt x="1477" y="149"/>
                    <a:pt x="1477" y="149"/>
                    <a:pt x="1477" y="149"/>
                  </a:cubicBezTo>
                  <a:cubicBezTo>
                    <a:pt x="1478" y="149"/>
                    <a:pt x="1479" y="149"/>
                    <a:pt x="1479" y="148"/>
                  </a:cubicBezTo>
                  <a:cubicBezTo>
                    <a:pt x="1479" y="148"/>
                    <a:pt x="1479" y="147"/>
                    <a:pt x="1479" y="147"/>
                  </a:cubicBezTo>
                  <a:cubicBezTo>
                    <a:pt x="1479" y="146"/>
                    <a:pt x="1479" y="146"/>
                    <a:pt x="1479" y="145"/>
                  </a:cubicBezTo>
                  <a:cubicBezTo>
                    <a:pt x="1479" y="145"/>
                    <a:pt x="1478" y="145"/>
                    <a:pt x="1477" y="145"/>
                  </a:cubicBezTo>
                  <a:cubicBezTo>
                    <a:pt x="1477" y="145"/>
                    <a:pt x="1473" y="145"/>
                    <a:pt x="1367" y="145"/>
                  </a:cubicBezTo>
                  <a:cubicBezTo>
                    <a:pt x="1339" y="145"/>
                    <a:pt x="1302" y="136"/>
                    <a:pt x="1259" y="122"/>
                  </a:cubicBezTo>
                  <a:cubicBezTo>
                    <a:pt x="1129" y="82"/>
                    <a:pt x="940" y="0"/>
                    <a:pt x="733" y="0"/>
                  </a:cubicBezTo>
                  <a:cubicBezTo>
                    <a:pt x="594" y="0"/>
                    <a:pt x="448" y="36"/>
                    <a:pt x="325" y="72"/>
                  </a:cubicBezTo>
                  <a:cubicBezTo>
                    <a:pt x="264" y="90"/>
                    <a:pt x="208" y="108"/>
                    <a:pt x="162" y="121"/>
                  </a:cubicBezTo>
                  <a:cubicBezTo>
                    <a:pt x="116" y="135"/>
                    <a:pt x="79" y="143"/>
                    <a:pt x="56" y="143"/>
                  </a:cubicBezTo>
                  <a:cubicBezTo>
                    <a:pt x="38" y="143"/>
                    <a:pt x="19" y="144"/>
                    <a:pt x="1" y="144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20" y="148"/>
                    <a:pt x="38" y="147"/>
                    <a:pt x="56" y="147"/>
                  </a:cubicBezTo>
                  <a:cubicBezTo>
                    <a:pt x="80" y="147"/>
                    <a:pt x="117" y="138"/>
                    <a:pt x="163" y="125"/>
                  </a:cubicBezTo>
                  <a:cubicBezTo>
                    <a:pt x="302" y="85"/>
                    <a:pt x="526" y="4"/>
                    <a:pt x="733" y="4"/>
                  </a:cubicBezTo>
                  <a:cubicBezTo>
                    <a:pt x="870" y="4"/>
                    <a:pt x="1000" y="40"/>
                    <a:pt x="1109" y="76"/>
                  </a:cubicBezTo>
                  <a:cubicBezTo>
                    <a:pt x="1164" y="94"/>
                    <a:pt x="1214" y="113"/>
                    <a:pt x="1257" y="126"/>
                  </a:cubicBezTo>
                  <a:cubicBezTo>
                    <a:pt x="1301" y="140"/>
                    <a:pt x="1338" y="149"/>
                    <a:pt x="1367" y="149"/>
                  </a:cubicBezTo>
                  <a:cubicBezTo>
                    <a:pt x="1473" y="149"/>
                    <a:pt x="1477" y="149"/>
                    <a:pt x="1477" y="149"/>
                  </a:cubicBezTo>
                  <a:cubicBezTo>
                    <a:pt x="1478" y="149"/>
                    <a:pt x="1479" y="149"/>
                    <a:pt x="1479" y="148"/>
                  </a:cubicBezTo>
                  <a:cubicBezTo>
                    <a:pt x="1479" y="148"/>
                    <a:pt x="1479" y="147"/>
                    <a:pt x="1479" y="147"/>
                  </a:cubicBezTo>
                  <a:cubicBezTo>
                    <a:pt x="1479" y="146"/>
                    <a:pt x="1479" y="146"/>
                    <a:pt x="1479" y="145"/>
                  </a:cubicBezTo>
                  <a:cubicBezTo>
                    <a:pt x="1479" y="145"/>
                    <a:pt x="1478" y="145"/>
                    <a:pt x="1477" y="145"/>
                  </a:cubicBezTo>
                  <a:cubicBezTo>
                    <a:pt x="1477" y="145"/>
                    <a:pt x="1477" y="145"/>
                    <a:pt x="1477" y="145"/>
                  </a:cubicBezTo>
                  <a:cubicBezTo>
                    <a:pt x="1475" y="145"/>
                    <a:pt x="1475" y="145"/>
                    <a:pt x="1475" y="145"/>
                  </a:cubicBezTo>
                  <a:cubicBezTo>
                    <a:pt x="1475" y="163"/>
                    <a:pt x="1475" y="163"/>
                    <a:pt x="1475" y="163"/>
                  </a:cubicBezTo>
                  <a:cubicBezTo>
                    <a:pt x="1477" y="163"/>
                    <a:pt x="1477" y="163"/>
                    <a:pt x="1477" y="163"/>
                  </a:cubicBezTo>
                  <a:cubicBezTo>
                    <a:pt x="1478" y="163"/>
                    <a:pt x="1478" y="163"/>
                    <a:pt x="1478" y="163"/>
                  </a:cubicBezTo>
                  <a:cubicBezTo>
                    <a:pt x="1478" y="163"/>
                    <a:pt x="1479" y="163"/>
                    <a:pt x="1479" y="162"/>
                  </a:cubicBezTo>
                  <a:cubicBezTo>
                    <a:pt x="1479" y="162"/>
                    <a:pt x="1480" y="161"/>
                    <a:pt x="1480" y="161"/>
                  </a:cubicBezTo>
                  <a:cubicBezTo>
                    <a:pt x="1480" y="160"/>
                    <a:pt x="1479" y="160"/>
                    <a:pt x="1479" y="159"/>
                  </a:cubicBezTo>
                  <a:cubicBezTo>
                    <a:pt x="1479" y="159"/>
                    <a:pt x="1478" y="159"/>
                    <a:pt x="1478" y="159"/>
                  </a:cubicBezTo>
                  <a:cubicBezTo>
                    <a:pt x="1478" y="159"/>
                    <a:pt x="1470" y="159"/>
                    <a:pt x="1367" y="159"/>
                  </a:cubicBezTo>
                  <a:cubicBezTo>
                    <a:pt x="1338" y="159"/>
                    <a:pt x="1300" y="150"/>
                    <a:pt x="1256" y="137"/>
                  </a:cubicBezTo>
                  <a:cubicBezTo>
                    <a:pt x="1124" y="97"/>
                    <a:pt x="936" y="18"/>
                    <a:pt x="733" y="18"/>
                  </a:cubicBezTo>
                  <a:cubicBezTo>
                    <a:pt x="597" y="18"/>
                    <a:pt x="455" y="53"/>
                    <a:pt x="333" y="88"/>
                  </a:cubicBezTo>
                  <a:cubicBezTo>
                    <a:pt x="272" y="105"/>
                    <a:pt x="216" y="122"/>
                    <a:pt x="169" y="135"/>
                  </a:cubicBezTo>
                  <a:cubicBezTo>
                    <a:pt x="121" y="148"/>
                    <a:pt x="82" y="157"/>
                    <a:pt x="56" y="157"/>
                  </a:cubicBezTo>
                  <a:cubicBezTo>
                    <a:pt x="37" y="157"/>
                    <a:pt x="18" y="157"/>
                    <a:pt x="0" y="157"/>
                  </a:cubicBezTo>
                  <a:lnTo>
                    <a:pt x="0" y="1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0" name="Rectangle 330">
              <a:extLst>
                <a:ext uri="{FF2B5EF4-FFF2-40B4-BE49-F238E27FC236}">
                  <a16:creationId xmlns:a16="http://schemas.microsoft.com/office/drawing/2014/main" id="{FEEC94E3-B223-473B-83FE-9E61B2CEC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6" y="771"/>
              <a:ext cx="10" cy="1537"/>
            </a:xfrm>
            <a:prstGeom prst="rect">
              <a:avLst/>
            </a:pr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051" name="Freeform 331">
              <a:extLst>
                <a:ext uri="{FF2B5EF4-FFF2-40B4-BE49-F238E27FC236}">
                  <a16:creationId xmlns:a16="http://schemas.microsoft.com/office/drawing/2014/main" id="{C5DAAA21-816D-439A-B5B9-C9843247B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771"/>
              <a:ext cx="10" cy="1537"/>
            </a:xfrm>
            <a:custGeom>
              <a:avLst/>
              <a:gdLst>
                <a:gd name="T0" fmla="*/ 0 w 10"/>
                <a:gd name="T1" fmla="*/ 0 h 1537"/>
                <a:gd name="T2" fmla="*/ 0 w 10"/>
                <a:gd name="T3" fmla="*/ 1537 h 1537"/>
                <a:gd name="T4" fmla="*/ 10 w 10"/>
                <a:gd name="T5" fmla="*/ 1537 h 1537"/>
                <a:gd name="T6" fmla="*/ 10 w 10"/>
                <a:gd name="T7" fmla="*/ 0 h 1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37">
                  <a:moveTo>
                    <a:pt x="0" y="0"/>
                  </a:moveTo>
                  <a:lnTo>
                    <a:pt x="0" y="1537"/>
                  </a:lnTo>
                  <a:lnTo>
                    <a:pt x="10" y="1537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2" name="Freeform 332">
              <a:extLst>
                <a:ext uri="{FF2B5EF4-FFF2-40B4-BE49-F238E27FC236}">
                  <a16:creationId xmlns:a16="http://schemas.microsoft.com/office/drawing/2014/main" id="{61F9723E-34BE-4598-A74F-819F85AB3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483"/>
              <a:ext cx="678" cy="43"/>
            </a:xfrm>
            <a:custGeom>
              <a:avLst/>
              <a:gdLst>
                <a:gd name="T0" fmla="*/ 33 w 271"/>
                <a:gd name="T1" fmla="*/ 276 h 17"/>
                <a:gd name="T2" fmla="*/ 0 w 271"/>
                <a:gd name="T3" fmla="*/ 129 h 17"/>
                <a:gd name="T4" fmla="*/ 50 w 271"/>
                <a:gd name="T5" fmla="*/ 0 h 17"/>
                <a:gd name="T6" fmla="*/ 4101 w 271"/>
                <a:gd name="T7" fmla="*/ 0 h 17"/>
                <a:gd name="T8" fmla="*/ 4118 w 271"/>
                <a:gd name="T9" fmla="*/ 276 h 17"/>
                <a:gd name="T10" fmla="*/ 33 w 271"/>
                <a:gd name="T11" fmla="*/ 27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1" h="17">
                  <a:moveTo>
                    <a:pt x="2" y="17"/>
                  </a:moveTo>
                  <a:cubicBezTo>
                    <a:pt x="1" y="15"/>
                    <a:pt x="0" y="13"/>
                    <a:pt x="0" y="8"/>
                  </a:cubicBezTo>
                  <a:cubicBezTo>
                    <a:pt x="0" y="2"/>
                    <a:pt x="3" y="0"/>
                    <a:pt x="3" y="0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71" y="9"/>
                    <a:pt x="263" y="17"/>
                    <a:pt x="263" y="17"/>
                  </a:cubicBezTo>
                  <a:cubicBezTo>
                    <a:pt x="2" y="17"/>
                    <a:pt x="2" y="17"/>
                    <a:pt x="2" y="17"/>
                  </a:cubicBezTo>
                </a:path>
              </a:pathLst>
            </a:custGeom>
            <a:solidFill>
              <a:srgbClr val="009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3" name="Freeform 333">
              <a:extLst>
                <a:ext uri="{FF2B5EF4-FFF2-40B4-BE49-F238E27FC236}">
                  <a16:creationId xmlns:a16="http://schemas.microsoft.com/office/drawing/2014/main" id="{52A857A3-443A-4693-9CE3-07BB75314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483"/>
              <a:ext cx="1505" cy="43"/>
            </a:xfrm>
            <a:custGeom>
              <a:avLst/>
              <a:gdLst>
                <a:gd name="T0" fmla="*/ 145 w 602"/>
                <a:gd name="T1" fmla="*/ 276 h 17"/>
                <a:gd name="T2" fmla="*/ 9408 w 602"/>
                <a:gd name="T3" fmla="*/ 276 h 17"/>
                <a:gd name="T4" fmla="*/ 9408 w 602"/>
                <a:gd name="T5" fmla="*/ 0 h 17"/>
                <a:gd name="T6" fmla="*/ 145 w 602"/>
                <a:gd name="T7" fmla="*/ 0 h 17"/>
                <a:gd name="T8" fmla="*/ 145 w 602"/>
                <a:gd name="T9" fmla="*/ 27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2" h="17">
                  <a:moveTo>
                    <a:pt x="9" y="17"/>
                  </a:moveTo>
                  <a:cubicBezTo>
                    <a:pt x="602" y="17"/>
                    <a:pt x="602" y="17"/>
                    <a:pt x="602" y="17"/>
                  </a:cubicBezTo>
                  <a:cubicBezTo>
                    <a:pt x="602" y="0"/>
                    <a:pt x="602" y="0"/>
                    <a:pt x="60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0" y="7"/>
                    <a:pt x="9" y="17"/>
                  </a:cubicBezTo>
                  <a:close/>
                </a:path>
              </a:pathLst>
            </a:custGeom>
            <a:solidFill>
              <a:srgbClr val="009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4" name="Freeform 334">
              <a:extLst>
                <a:ext uri="{FF2B5EF4-FFF2-40B4-BE49-F238E27FC236}">
                  <a16:creationId xmlns:a16="http://schemas.microsoft.com/office/drawing/2014/main" id="{F2925C3B-BF31-45B2-B713-AF84D6874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93"/>
              <a:ext cx="1495" cy="18"/>
            </a:xfrm>
            <a:custGeom>
              <a:avLst/>
              <a:gdLst>
                <a:gd name="T0" fmla="*/ 33 w 598"/>
                <a:gd name="T1" fmla="*/ 118 h 7"/>
                <a:gd name="T2" fmla="*/ 9345 w 598"/>
                <a:gd name="T3" fmla="*/ 118 h 7"/>
                <a:gd name="T4" fmla="*/ 9345 w 598"/>
                <a:gd name="T5" fmla="*/ 0 h 7"/>
                <a:gd name="T6" fmla="*/ 33 w 598"/>
                <a:gd name="T7" fmla="*/ 0 h 7"/>
                <a:gd name="T8" fmla="*/ 33 w 598"/>
                <a:gd name="T9" fmla="*/ 1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8" h="7">
                  <a:moveTo>
                    <a:pt x="2" y="7"/>
                  </a:moveTo>
                  <a:cubicBezTo>
                    <a:pt x="598" y="7"/>
                    <a:pt x="598" y="7"/>
                    <a:pt x="598" y="7"/>
                  </a:cubicBezTo>
                  <a:cubicBezTo>
                    <a:pt x="598" y="0"/>
                    <a:pt x="598" y="0"/>
                    <a:pt x="59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3"/>
                    <a:pt x="2" y="7"/>
                  </a:cubicBezTo>
                  <a:close/>
                </a:path>
              </a:pathLst>
            </a:custGeom>
            <a:solidFill>
              <a:srgbClr val="00A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5" name="Freeform 335">
              <a:extLst>
                <a:ext uri="{FF2B5EF4-FFF2-40B4-BE49-F238E27FC236}">
                  <a16:creationId xmlns:a16="http://schemas.microsoft.com/office/drawing/2014/main" id="{E7CC7862-A7C1-4654-98E5-FABA187E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493"/>
              <a:ext cx="665" cy="18"/>
            </a:xfrm>
            <a:custGeom>
              <a:avLst/>
              <a:gdLst>
                <a:gd name="T0" fmla="*/ 4113 w 266"/>
                <a:gd name="T1" fmla="*/ 118 h 7"/>
                <a:gd name="T2" fmla="*/ 50 w 266"/>
                <a:gd name="T3" fmla="*/ 118 h 7"/>
                <a:gd name="T4" fmla="*/ 33 w 266"/>
                <a:gd name="T5" fmla="*/ 118 h 7"/>
                <a:gd name="T6" fmla="*/ 33 w 266"/>
                <a:gd name="T7" fmla="*/ 21 h 7"/>
                <a:gd name="T8" fmla="*/ 4113 w 266"/>
                <a:gd name="T9" fmla="*/ 0 h 7"/>
                <a:gd name="T10" fmla="*/ 4113 w 266"/>
                <a:gd name="T11" fmla="*/ 11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6" h="7">
                  <a:moveTo>
                    <a:pt x="26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0" y="4"/>
                    <a:pt x="2" y="1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0"/>
                    <a:pt x="266" y="3"/>
                    <a:pt x="263" y="7"/>
                  </a:cubicBezTo>
                  <a:close/>
                </a:path>
              </a:pathLst>
            </a:custGeom>
            <a:solidFill>
              <a:srgbClr val="00A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6" name="Freeform 336">
              <a:extLst>
                <a:ext uri="{FF2B5EF4-FFF2-40B4-BE49-F238E27FC236}">
                  <a16:creationId xmlns:a16="http://schemas.microsoft.com/office/drawing/2014/main" id="{8F49D586-01D1-4905-9B34-3F5F9B9BF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493"/>
              <a:ext cx="663" cy="18"/>
            </a:xfrm>
            <a:custGeom>
              <a:avLst/>
              <a:gdLst>
                <a:gd name="T0" fmla="*/ 4131 w 265"/>
                <a:gd name="T1" fmla="*/ 118 h 7"/>
                <a:gd name="T2" fmla="*/ 50 w 265"/>
                <a:gd name="T3" fmla="*/ 118 h 7"/>
                <a:gd name="T4" fmla="*/ 33 w 265"/>
                <a:gd name="T5" fmla="*/ 118 h 7"/>
                <a:gd name="T6" fmla="*/ 33 w 265"/>
                <a:gd name="T7" fmla="*/ 21 h 7"/>
                <a:gd name="T8" fmla="*/ 4118 w 265"/>
                <a:gd name="T9" fmla="*/ 0 h 7"/>
                <a:gd name="T10" fmla="*/ 4131 w 265"/>
                <a:gd name="T11" fmla="*/ 11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5" h="7">
                  <a:moveTo>
                    <a:pt x="264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0" y="4"/>
                    <a:pt x="2" y="1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0"/>
                    <a:pt x="265" y="3"/>
                    <a:pt x="264" y="7"/>
                  </a:cubicBezTo>
                  <a:close/>
                </a:path>
              </a:pathLst>
            </a:custGeom>
            <a:solidFill>
              <a:srgbClr val="00A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7" name="Freeform 337">
              <a:extLst>
                <a:ext uri="{FF2B5EF4-FFF2-40B4-BE49-F238E27FC236}">
                  <a16:creationId xmlns:a16="http://schemas.microsoft.com/office/drawing/2014/main" id="{03D69975-1CEE-4FF7-BC96-F108C6F0C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481"/>
              <a:ext cx="1494" cy="45"/>
            </a:xfrm>
            <a:custGeom>
              <a:avLst/>
              <a:gdLst>
                <a:gd name="T0" fmla="*/ 62 w 598"/>
                <a:gd name="T1" fmla="*/ 270 h 18"/>
                <a:gd name="T2" fmla="*/ 62 w 598"/>
                <a:gd name="T3" fmla="*/ 283 h 18"/>
                <a:gd name="T4" fmla="*/ 9326 w 598"/>
                <a:gd name="T5" fmla="*/ 283 h 18"/>
                <a:gd name="T6" fmla="*/ 9326 w 598"/>
                <a:gd name="T7" fmla="*/ 0 h 18"/>
                <a:gd name="T8" fmla="*/ 62 w 598"/>
                <a:gd name="T9" fmla="*/ 0 h 18"/>
                <a:gd name="T10" fmla="*/ 62 w 598"/>
                <a:gd name="T11" fmla="*/ 0 h 18"/>
                <a:gd name="T12" fmla="*/ 0 w 598"/>
                <a:gd name="T13" fmla="*/ 145 h 18"/>
                <a:gd name="T14" fmla="*/ 62 w 598"/>
                <a:gd name="T15" fmla="*/ 283 h 18"/>
                <a:gd name="T16" fmla="*/ 62 w 598"/>
                <a:gd name="T17" fmla="*/ 283 h 18"/>
                <a:gd name="T18" fmla="*/ 62 w 598"/>
                <a:gd name="T19" fmla="*/ 283 h 18"/>
                <a:gd name="T20" fmla="*/ 62 w 598"/>
                <a:gd name="T21" fmla="*/ 270 h 18"/>
                <a:gd name="T22" fmla="*/ 62 w 598"/>
                <a:gd name="T23" fmla="*/ 270 h 18"/>
                <a:gd name="T24" fmla="*/ 12 w 598"/>
                <a:gd name="T25" fmla="*/ 145 h 18"/>
                <a:gd name="T26" fmla="*/ 42 w 598"/>
                <a:gd name="T27" fmla="*/ 50 h 18"/>
                <a:gd name="T28" fmla="*/ 62 w 598"/>
                <a:gd name="T29" fmla="*/ 33 h 18"/>
                <a:gd name="T30" fmla="*/ 62 w 598"/>
                <a:gd name="T31" fmla="*/ 20 h 18"/>
                <a:gd name="T32" fmla="*/ 62 w 598"/>
                <a:gd name="T33" fmla="*/ 20 h 18"/>
                <a:gd name="T34" fmla="*/ 62 w 598"/>
                <a:gd name="T35" fmla="*/ 20 h 18"/>
                <a:gd name="T36" fmla="*/ 9314 w 598"/>
                <a:gd name="T37" fmla="*/ 20 h 18"/>
                <a:gd name="T38" fmla="*/ 9314 w 598"/>
                <a:gd name="T39" fmla="*/ 270 h 18"/>
                <a:gd name="T40" fmla="*/ 62 w 598"/>
                <a:gd name="T41" fmla="*/ 270 h 18"/>
                <a:gd name="T42" fmla="*/ 62 w 598"/>
                <a:gd name="T43" fmla="*/ 270 h 18"/>
                <a:gd name="T44" fmla="*/ 62 w 598"/>
                <a:gd name="T45" fmla="*/ 270 h 1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8" h="18">
                  <a:moveTo>
                    <a:pt x="4" y="17"/>
                  </a:moveTo>
                  <a:cubicBezTo>
                    <a:pt x="4" y="18"/>
                    <a:pt x="4" y="18"/>
                    <a:pt x="4" y="18"/>
                  </a:cubicBezTo>
                  <a:cubicBezTo>
                    <a:pt x="598" y="18"/>
                    <a:pt x="598" y="18"/>
                    <a:pt x="598" y="18"/>
                  </a:cubicBezTo>
                  <a:cubicBezTo>
                    <a:pt x="598" y="0"/>
                    <a:pt x="598" y="0"/>
                    <a:pt x="59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"/>
                    <a:pt x="1" y="14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4"/>
                    <a:pt x="1" y="11"/>
                    <a:pt x="1" y="9"/>
                  </a:cubicBezTo>
                  <a:cubicBezTo>
                    <a:pt x="1" y="7"/>
                    <a:pt x="2" y="5"/>
                    <a:pt x="3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97" y="1"/>
                    <a:pt x="597" y="1"/>
                    <a:pt x="597" y="1"/>
                  </a:cubicBezTo>
                  <a:cubicBezTo>
                    <a:pt x="597" y="17"/>
                    <a:pt x="597" y="17"/>
                    <a:pt x="597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8" name="Freeform 338">
              <a:extLst>
                <a:ext uri="{FF2B5EF4-FFF2-40B4-BE49-F238E27FC236}">
                  <a16:creationId xmlns:a16="http://schemas.microsoft.com/office/drawing/2014/main" id="{9DCFEDFA-2DEF-4E49-A3D9-8FC6D97ED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483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9" name="Freeform 339">
              <a:extLst>
                <a:ext uri="{FF2B5EF4-FFF2-40B4-BE49-F238E27FC236}">
                  <a16:creationId xmlns:a16="http://schemas.microsoft.com/office/drawing/2014/main" id="{206F7D8B-6637-4719-9D60-C122B631C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483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0" name="Freeform 340">
              <a:extLst>
                <a:ext uri="{FF2B5EF4-FFF2-40B4-BE49-F238E27FC236}">
                  <a16:creationId xmlns:a16="http://schemas.microsoft.com/office/drawing/2014/main" id="{083FE7FA-3A34-43F1-98F7-A8049EDEB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483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1" name="Freeform 341">
              <a:extLst>
                <a:ext uri="{FF2B5EF4-FFF2-40B4-BE49-F238E27FC236}">
                  <a16:creationId xmlns:a16="http://schemas.microsoft.com/office/drawing/2014/main" id="{89B4E1BA-4E2F-44BC-8D77-A2AEC8469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483"/>
              <a:ext cx="43" cy="5"/>
            </a:xfrm>
            <a:custGeom>
              <a:avLst/>
              <a:gdLst>
                <a:gd name="T0" fmla="*/ 20 w 17"/>
                <a:gd name="T1" fmla="*/ 33 h 2"/>
                <a:gd name="T2" fmla="*/ 255 w 17"/>
                <a:gd name="T3" fmla="*/ 33 h 2"/>
                <a:gd name="T4" fmla="*/ 276 w 17"/>
                <a:gd name="T5" fmla="*/ 20 h 2"/>
                <a:gd name="T6" fmla="*/ 255 w 17"/>
                <a:gd name="T7" fmla="*/ 0 h 2"/>
                <a:gd name="T8" fmla="*/ 20 w 17"/>
                <a:gd name="T9" fmla="*/ 0 h 2"/>
                <a:gd name="T10" fmla="*/ 0 w 17"/>
                <a:gd name="T11" fmla="*/ 20 h 2"/>
                <a:gd name="T12" fmla="*/ 20 w 17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">
                  <a:moveTo>
                    <a:pt x="1" y="2"/>
                  </a:move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7" y="0"/>
                    <a:pt x="17" y="0"/>
                    <a:pt x="16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2" name="Freeform 342">
              <a:extLst>
                <a:ext uri="{FF2B5EF4-FFF2-40B4-BE49-F238E27FC236}">
                  <a16:creationId xmlns:a16="http://schemas.microsoft.com/office/drawing/2014/main" id="{2D63CC84-D89A-45F1-849F-2C9A6282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483"/>
              <a:ext cx="42" cy="5"/>
            </a:xfrm>
            <a:custGeom>
              <a:avLst/>
              <a:gdLst>
                <a:gd name="T0" fmla="*/ 12 w 17"/>
                <a:gd name="T1" fmla="*/ 33 h 2"/>
                <a:gd name="T2" fmla="*/ 245 w 17"/>
                <a:gd name="T3" fmla="*/ 33 h 2"/>
                <a:gd name="T4" fmla="*/ 257 w 17"/>
                <a:gd name="T5" fmla="*/ 20 h 2"/>
                <a:gd name="T6" fmla="*/ 245 w 17"/>
                <a:gd name="T7" fmla="*/ 0 h 2"/>
                <a:gd name="T8" fmla="*/ 12 w 17"/>
                <a:gd name="T9" fmla="*/ 0 h 2"/>
                <a:gd name="T10" fmla="*/ 0 w 17"/>
                <a:gd name="T11" fmla="*/ 20 h 2"/>
                <a:gd name="T12" fmla="*/ 12 w 17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">
                  <a:moveTo>
                    <a:pt x="1" y="2"/>
                  </a:move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7" y="0"/>
                    <a:pt x="17" y="0"/>
                    <a:pt x="16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3" name="Freeform 343">
              <a:extLst>
                <a:ext uri="{FF2B5EF4-FFF2-40B4-BE49-F238E27FC236}">
                  <a16:creationId xmlns:a16="http://schemas.microsoft.com/office/drawing/2014/main" id="{EE0A0652-9CBA-46B7-A4CA-D1D5350BA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483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8" y="1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4" name="Freeform 344">
              <a:extLst>
                <a:ext uri="{FF2B5EF4-FFF2-40B4-BE49-F238E27FC236}">
                  <a16:creationId xmlns:a16="http://schemas.microsoft.com/office/drawing/2014/main" id="{DD400641-DCCB-4138-AE6F-46C51581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483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8" y="1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5" name="Freeform 345">
              <a:extLst>
                <a:ext uri="{FF2B5EF4-FFF2-40B4-BE49-F238E27FC236}">
                  <a16:creationId xmlns:a16="http://schemas.microsoft.com/office/drawing/2014/main" id="{E39B64F0-1A61-4734-8EAF-066F1D082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483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8" y="1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6" name="Freeform 346">
              <a:extLst>
                <a:ext uri="{FF2B5EF4-FFF2-40B4-BE49-F238E27FC236}">
                  <a16:creationId xmlns:a16="http://schemas.microsoft.com/office/drawing/2014/main" id="{490C6D6A-F50C-47B5-880A-69FEE4EF1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483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8" y="1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7" name="Freeform 347">
              <a:extLst>
                <a:ext uri="{FF2B5EF4-FFF2-40B4-BE49-F238E27FC236}">
                  <a16:creationId xmlns:a16="http://schemas.microsoft.com/office/drawing/2014/main" id="{C0D7F7C9-36E7-4F44-9A37-23E187BF9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483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8" y="1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8" name="Freeform 348">
              <a:extLst>
                <a:ext uri="{FF2B5EF4-FFF2-40B4-BE49-F238E27FC236}">
                  <a16:creationId xmlns:a16="http://schemas.microsoft.com/office/drawing/2014/main" id="{D9A1401E-EC79-4BD0-8294-08EA47764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521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9" name="Freeform 349">
              <a:extLst>
                <a:ext uri="{FF2B5EF4-FFF2-40B4-BE49-F238E27FC236}">
                  <a16:creationId xmlns:a16="http://schemas.microsoft.com/office/drawing/2014/main" id="{FC604CA4-19E3-462C-8153-67AE3BC31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521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0" name="Freeform 350">
              <a:extLst>
                <a:ext uri="{FF2B5EF4-FFF2-40B4-BE49-F238E27FC236}">
                  <a16:creationId xmlns:a16="http://schemas.microsoft.com/office/drawing/2014/main" id="{4E944658-595A-47F7-B531-9F76DBE92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521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1" name="Freeform 351">
              <a:extLst>
                <a:ext uri="{FF2B5EF4-FFF2-40B4-BE49-F238E27FC236}">
                  <a16:creationId xmlns:a16="http://schemas.microsoft.com/office/drawing/2014/main" id="{6598E627-B567-48D0-9890-DB0E866DB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521"/>
              <a:ext cx="43" cy="5"/>
            </a:xfrm>
            <a:custGeom>
              <a:avLst/>
              <a:gdLst>
                <a:gd name="T0" fmla="*/ 20 w 17"/>
                <a:gd name="T1" fmla="*/ 33 h 2"/>
                <a:gd name="T2" fmla="*/ 255 w 17"/>
                <a:gd name="T3" fmla="*/ 33 h 2"/>
                <a:gd name="T4" fmla="*/ 276 w 17"/>
                <a:gd name="T5" fmla="*/ 20 h 2"/>
                <a:gd name="T6" fmla="*/ 255 w 17"/>
                <a:gd name="T7" fmla="*/ 0 h 2"/>
                <a:gd name="T8" fmla="*/ 20 w 17"/>
                <a:gd name="T9" fmla="*/ 0 h 2"/>
                <a:gd name="T10" fmla="*/ 0 w 17"/>
                <a:gd name="T11" fmla="*/ 20 h 2"/>
                <a:gd name="T12" fmla="*/ 20 w 17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">
                  <a:moveTo>
                    <a:pt x="1" y="2"/>
                  </a:move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7" y="0"/>
                    <a:pt x="17" y="0"/>
                    <a:pt x="16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2" name="Freeform 352">
              <a:extLst>
                <a:ext uri="{FF2B5EF4-FFF2-40B4-BE49-F238E27FC236}">
                  <a16:creationId xmlns:a16="http://schemas.microsoft.com/office/drawing/2014/main" id="{35F9976C-16EB-41ED-AB24-A7E33E5C9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521"/>
              <a:ext cx="42" cy="5"/>
            </a:xfrm>
            <a:custGeom>
              <a:avLst/>
              <a:gdLst>
                <a:gd name="T0" fmla="*/ 12 w 17"/>
                <a:gd name="T1" fmla="*/ 33 h 2"/>
                <a:gd name="T2" fmla="*/ 245 w 17"/>
                <a:gd name="T3" fmla="*/ 33 h 2"/>
                <a:gd name="T4" fmla="*/ 257 w 17"/>
                <a:gd name="T5" fmla="*/ 20 h 2"/>
                <a:gd name="T6" fmla="*/ 245 w 17"/>
                <a:gd name="T7" fmla="*/ 0 h 2"/>
                <a:gd name="T8" fmla="*/ 12 w 17"/>
                <a:gd name="T9" fmla="*/ 0 h 2"/>
                <a:gd name="T10" fmla="*/ 0 w 17"/>
                <a:gd name="T11" fmla="*/ 20 h 2"/>
                <a:gd name="T12" fmla="*/ 12 w 17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">
                  <a:moveTo>
                    <a:pt x="1" y="2"/>
                  </a:move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7" y="0"/>
                    <a:pt x="17" y="0"/>
                    <a:pt x="16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3" name="Freeform 353">
              <a:extLst>
                <a:ext uri="{FF2B5EF4-FFF2-40B4-BE49-F238E27FC236}">
                  <a16:creationId xmlns:a16="http://schemas.microsoft.com/office/drawing/2014/main" id="{F4E4D2B8-A7E2-4501-A236-A905140F7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521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8" y="1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4" name="Freeform 354">
              <a:extLst>
                <a:ext uri="{FF2B5EF4-FFF2-40B4-BE49-F238E27FC236}">
                  <a16:creationId xmlns:a16="http://schemas.microsoft.com/office/drawing/2014/main" id="{7CE61C09-E676-4B2C-95A3-AFE7A3848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521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8" y="1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5" name="Freeform 355">
              <a:extLst>
                <a:ext uri="{FF2B5EF4-FFF2-40B4-BE49-F238E27FC236}">
                  <a16:creationId xmlns:a16="http://schemas.microsoft.com/office/drawing/2014/main" id="{2ADDF7FE-40D9-49B0-8DA3-6C9F2284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521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8" y="1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6" name="Freeform 356">
              <a:extLst>
                <a:ext uri="{FF2B5EF4-FFF2-40B4-BE49-F238E27FC236}">
                  <a16:creationId xmlns:a16="http://schemas.microsoft.com/office/drawing/2014/main" id="{4DEF5E40-F8A2-43F3-ACCD-D77033643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521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8" y="1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7" name="Freeform 357">
              <a:extLst>
                <a:ext uri="{FF2B5EF4-FFF2-40B4-BE49-F238E27FC236}">
                  <a16:creationId xmlns:a16="http://schemas.microsoft.com/office/drawing/2014/main" id="{3E4023A5-28B2-4F23-B621-CB1CEE75C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521"/>
              <a:ext cx="45" cy="5"/>
            </a:xfrm>
            <a:custGeom>
              <a:avLst/>
              <a:gdLst>
                <a:gd name="T0" fmla="*/ 20 w 18"/>
                <a:gd name="T1" fmla="*/ 33 h 2"/>
                <a:gd name="T2" fmla="*/ 270 w 18"/>
                <a:gd name="T3" fmla="*/ 33 h 2"/>
                <a:gd name="T4" fmla="*/ 283 w 18"/>
                <a:gd name="T5" fmla="*/ 20 h 2"/>
                <a:gd name="T6" fmla="*/ 270 w 18"/>
                <a:gd name="T7" fmla="*/ 0 h 2"/>
                <a:gd name="T8" fmla="*/ 20 w 18"/>
                <a:gd name="T9" fmla="*/ 0 h 2"/>
                <a:gd name="T10" fmla="*/ 0 w 18"/>
                <a:gd name="T11" fmla="*/ 20 h 2"/>
                <a:gd name="T12" fmla="*/ 20 w 18"/>
                <a:gd name="T13" fmla="*/ 3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">
                  <a:moveTo>
                    <a:pt x="1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8" y="1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8" name="Freeform 358">
              <a:extLst>
                <a:ext uri="{FF2B5EF4-FFF2-40B4-BE49-F238E27FC236}">
                  <a16:creationId xmlns:a16="http://schemas.microsoft.com/office/drawing/2014/main" id="{BCA21CED-3BA2-4BCE-B9A9-6D871C681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483"/>
              <a:ext cx="663" cy="43"/>
            </a:xfrm>
            <a:custGeom>
              <a:avLst/>
              <a:gdLst>
                <a:gd name="T0" fmla="*/ 20 w 265"/>
                <a:gd name="T1" fmla="*/ 20 h 17"/>
                <a:gd name="T2" fmla="*/ 4068 w 265"/>
                <a:gd name="T3" fmla="*/ 20 h 17"/>
                <a:gd name="T4" fmla="*/ 4068 w 265"/>
                <a:gd name="T5" fmla="*/ 0 h 17"/>
                <a:gd name="T6" fmla="*/ 4068 w 265"/>
                <a:gd name="T7" fmla="*/ 0 h 17"/>
                <a:gd name="T8" fmla="*/ 4131 w 265"/>
                <a:gd name="T9" fmla="*/ 129 h 17"/>
                <a:gd name="T10" fmla="*/ 4101 w 265"/>
                <a:gd name="T11" fmla="*/ 225 h 17"/>
                <a:gd name="T12" fmla="*/ 4088 w 265"/>
                <a:gd name="T13" fmla="*/ 255 h 17"/>
                <a:gd name="T14" fmla="*/ 4068 w 265"/>
                <a:gd name="T15" fmla="*/ 255 h 17"/>
                <a:gd name="T16" fmla="*/ 4088 w 265"/>
                <a:gd name="T17" fmla="*/ 276 h 17"/>
                <a:gd name="T18" fmla="*/ 4088 w 265"/>
                <a:gd name="T19" fmla="*/ 255 h 17"/>
                <a:gd name="T20" fmla="*/ 0 w 265"/>
                <a:gd name="T21" fmla="*/ 255 h 17"/>
                <a:gd name="T22" fmla="*/ 0 w 265"/>
                <a:gd name="T23" fmla="*/ 276 h 17"/>
                <a:gd name="T24" fmla="*/ 0 w 265"/>
                <a:gd name="T25" fmla="*/ 276 h 17"/>
                <a:gd name="T26" fmla="*/ 4088 w 265"/>
                <a:gd name="T27" fmla="*/ 276 h 17"/>
                <a:gd name="T28" fmla="*/ 4088 w 265"/>
                <a:gd name="T29" fmla="*/ 276 h 17"/>
                <a:gd name="T30" fmla="*/ 4151 w 265"/>
                <a:gd name="T31" fmla="*/ 129 h 17"/>
                <a:gd name="T32" fmla="*/ 4088 w 265"/>
                <a:gd name="T33" fmla="*/ 0 h 17"/>
                <a:gd name="T34" fmla="*/ 4088 w 265"/>
                <a:gd name="T35" fmla="*/ 0 h 17"/>
                <a:gd name="T36" fmla="*/ 20 w 265"/>
                <a:gd name="T37" fmla="*/ 0 h 17"/>
                <a:gd name="T38" fmla="*/ 20 w 265"/>
                <a:gd name="T39" fmla="*/ 0 h 17"/>
                <a:gd name="T40" fmla="*/ 20 w 265"/>
                <a:gd name="T41" fmla="*/ 20 h 1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5" h="17">
                  <a:moveTo>
                    <a:pt x="1" y="1"/>
                  </a:moveTo>
                  <a:cubicBezTo>
                    <a:pt x="260" y="1"/>
                    <a:pt x="260" y="1"/>
                    <a:pt x="260" y="1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3" y="3"/>
                    <a:pt x="264" y="6"/>
                    <a:pt x="264" y="8"/>
                  </a:cubicBezTo>
                  <a:cubicBezTo>
                    <a:pt x="264" y="11"/>
                    <a:pt x="263" y="13"/>
                    <a:pt x="262" y="14"/>
                  </a:cubicBezTo>
                  <a:cubicBezTo>
                    <a:pt x="262" y="15"/>
                    <a:pt x="261" y="15"/>
                    <a:pt x="261" y="16"/>
                  </a:cubicBezTo>
                  <a:cubicBezTo>
                    <a:pt x="260" y="16"/>
                    <a:pt x="260" y="16"/>
                    <a:pt x="260" y="16"/>
                  </a:cubicBezTo>
                  <a:cubicBezTo>
                    <a:pt x="261" y="17"/>
                    <a:pt x="261" y="17"/>
                    <a:pt x="261" y="17"/>
                  </a:cubicBezTo>
                  <a:cubicBezTo>
                    <a:pt x="261" y="16"/>
                    <a:pt x="261" y="16"/>
                    <a:pt x="26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61" y="17"/>
                    <a:pt x="261" y="17"/>
                    <a:pt x="261" y="17"/>
                  </a:cubicBezTo>
                  <a:cubicBezTo>
                    <a:pt x="261" y="17"/>
                    <a:pt x="261" y="17"/>
                    <a:pt x="261" y="17"/>
                  </a:cubicBezTo>
                  <a:cubicBezTo>
                    <a:pt x="261" y="17"/>
                    <a:pt x="265" y="13"/>
                    <a:pt x="265" y="8"/>
                  </a:cubicBezTo>
                  <a:cubicBezTo>
                    <a:pt x="265" y="6"/>
                    <a:pt x="264" y="3"/>
                    <a:pt x="261" y="0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9" name="Freeform 359">
              <a:extLst>
                <a:ext uri="{FF2B5EF4-FFF2-40B4-BE49-F238E27FC236}">
                  <a16:creationId xmlns:a16="http://schemas.microsoft.com/office/drawing/2014/main" id="{ECC6B871-CE21-4224-867C-70896D2B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785"/>
              <a:ext cx="150" cy="178"/>
            </a:xfrm>
            <a:custGeom>
              <a:avLst/>
              <a:gdLst>
                <a:gd name="T0" fmla="*/ 863 w 60"/>
                <a:gd name="T1" fmla="*/ 0 h 71"/>
                <a:gd name="T2" fmla="*/ 500 w 60"/>
                <a:gd name="T3" fmla="*/ 659 h 71"/>
                <a:gd name="T4" fmla="*/ 0 w 60"/>
                <a:gd name="T5" fmla="*/ 1101 h 71"/>
                <a:gd name="T6" fmla="*/ 688 w 60"/>
                <a:gd name="T7" fmla="*/ 847 h 71"/>
                <a:gd name="T8" fmla="*/ 908 w 60"/>
                <a:gd name="T9" fmla="*/ 15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71">
                  <a:moveTo>
                    <a:pt x="55" y="0"/>
                  </a:moveTo>
                  <a:cubicBezTo>
                    <a:pt x="42" y="11"/>
                    <a:pt x="43" y="29"/>
                    <a:pt x="32" y="42"/>
                  </a:cubicBezTo>
                  <a:cubicBezTo>
                    <a:pt x="22" y="53"/>
                    <a:pt x="9" y="57"/>
                    <a:pt x="0" y="70"/>
                  </a:cubicBezTo>
                  <a:cubicBezTo>
                    <a:pt x="11" y="71"/>
                    <a:pt x="34" y="58"/>
                    <a:pt x="44" y="54"/>
                  </a:cubicBezTo>
                  <a:cubicBezTo>
                    <a:pt x="60" y="46"/>
                    <a:pt x="59" y="30"/>
                    <a:pt x="58" y="10"/>
                  </a:cubicBezTo>
                </a:path>
              </a:pathLst>
            </a:custGeom>
            <a:solidFill>
              <a:srgbClr val="D64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80" name="Freeform 360">
              <a:extLst>
                <a:ext uri="{FF2B5EF4-FFF2-40B4-BE49-F238E27FC236}">
                  <a16:creationId xmlns:a16="http://schemas.microsoft.com/office/drawing/2014/main" id="{0E08D974-75E7-4FC6-8351-FB6FF5D98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061"/>
              <a:ext cx="333" cy="202"/>
            </a:xfrm>
            <a:custGeom>
              <a:avLst/>
              <a:gdLst>
                <a:gd name="T0" fmla="*/ 1868 w 133"/>
                <a:gd name="T1" fmla="*/ 1257 h 81"/>
                <a:gd name="T2" fmla="*/ 1567 w 133"/>
                <a:gd name="T3" fmla="*/ 883 h 81"/>
                <a:gd name="T4" fmla="*/ 1034 w 133"/>
                <a:gd name="T5" fmla="*/ 633 h 81"/>
                <a:gd name="T6" fmla="*/ 0 w 133"/>
                <a:gd name="T7" fmla="*/ 12 h 81"/>
                <a:gd name="T8" fmla="*/ 1397 w 133"/>
                <a:gd name="T9" fmla="*/ 342 h 81"/>
                <a:gd name="T10" fmla="*/ 2056 w 133"/>
                <a:gd name="T11" fmla="*/ 1025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81">
                  <a:moveTo>
                    <a:pt x="119" y="81"/>
                  </a:moveTo>
                  <a:cubicBezTo>
                    <a:pt x="111" y="71"/>
                    <a:pt x="110" y="64"/>
                    <a:pt x="100" y="57"/>
                  </a:cubicBezTo>
                  <a:cubicBezTo>
                    <a:pt x="89" y="50"/>
                    <a:pt x="77" y="47"/>
                    <a:pt x="66" y="41"/>
                  </a:cubicBezTo>
                  <a:cubicBezTo>
                    <a:pt x="50" y="31"/>
                    <a:pt x="5" y="21"/>
                    <a:pt x="0" y="1"/>
                  </a:cubicBezTo>
                  <a:cubicBezTo>
                    <a:pt x="29" y="0"/>
                    <a:pt x="60" y="16"/>
                    <a:pt x="89" y="22"/>
                  </a:cubicBezTo>
                  <a:cubicBezTo>
                    <a:pt x="116" y="29"/>
                    <a:pt x="133" y="35"/>
                    <a:pt x="131" y="66"/>
                  </a:cubicBezTo>
                </a:path>
              </a:pathLst>
            </a:custGeom>
            <a:solidFill>
              <a:srgbClr val="D64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81" name="Freeform 361">
              <a:extLst>
                <a:ext uri="{FF2B5EF4-FFF2-40B4-BE49-F238E27FC236}">
                  <a16:creationId xmlns:a16="http://schemas.microsoft.com/office/drawing/2014/main" id="{2E81ADB4-917F-4697-84B0-47A041F4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093"/>
              <a:ext cx="160" cy="128"/>
            </a:xfrm>
            <a:custGeom>
              <a:avLst/>
              <a:gdLst>
                <a:gd name="T0" fmla="*/ 375 w 64"/>
                <a:gd name="T1" fmla="*/ 806 h 51"/>
                <a:gd name="T2" fmla="*/ 1000 w 64"/>
                <a:gd name="T3" fmla="*/ 0 h 51"/>
                <a:gd name="T4" fmla="*/ 300 w 64"/>
                <a:gd name="T5" fmla="*/ 617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24" y="51"/>
                  </a:moveTo>
                  <a:cubicBezTo>
                    <a:pt x="26" y="30"/>
                    <a:pt x="49" y="15"/>
                    <a:pt x="64" y="0"/>
                  </a:cubicBezTo>
                  <a:cubicBezTo>
                    <a:pt x="49" y="12"/>
                    <a:pt x="0" y="16"/>
                    <a:pt x="19" y="39"/>
                  </a:cubicBezTo>
                </a:path>
              </a:pathLst>
            </a:custGeom>
            <a:solidFill>
              <a:srgbClr val="D64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82" name="Freeform 362">
              <a:extLst>
                <a:ext uri="{FF2B5EF4-FFF2-40B4-BE49-F238E27FC236}">
                  <a16:creationId xmlns:a16="http://schemas.microsoft.com/office/drawing/2014/main" id="{7A18CD17-A324-40F4-916F-727334EAC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790"/>
              <a:ext cx="220" cy="180"/>
            </a:xfrm>
            <a:custGeom>
              <a:avLst/>
              <a:gdLst>
                <a:gd name="T0" fmla="*/ 595 w 88"/>
                <a:gd name="T1" fmla="*/ 0 h 72"/>
                <a:gd name="T2" fmla="*/ 863 w 88"/>
                <a:gd name="T3" fmla="*/ 675 h 72"/>
                <a:gd name="T4" fmla="*/ 1375 w 88"/>
                <a:gd name="T5" fmla="*/ 1125 h 72"/>
                <a:gd name="T6" fmla="*/ 458 w 88"/>
                <a:gd name="T7" fmla="*/ 408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72">
                  <a:moveTo>
                    <a:pt x="38" y="0"/>
                  </a:moveTo>
                  <a:cubicBezTo>
                    <a:pt x="46" y="14"/>
                    <a:pt x="44" y="30"/>
                    <a:pt x="55" y="43"/>
                  </a:cubicBezTo>
                  <a:cubicBezTo>
                    <a:pt x="63" y="54"/>
                    <a:pt x="79" y="61"/>
                    <a:pt x="88" y="72"/>
                  </a:cubicBezTo>
                  <a:cubicBezTo>
                    <a:pt x="70" y="63"/>
                    <a:pt x="0" y="51"/>
                    <a:pt x="29" y="26"/>
                  </a:cubicBezTo>
                </a:path>
              </a:pathLst>
            </a:custGeom>
            <a:solidFill>
              <a:srgbClr val="D64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83" name="Freeform 363">
              <a:extLst>
                <a:ext uri="{FF2B5EF4-FFF2-40B4-BE49-F238E27FC236}">
                  <a16:creationId xmlns:a16="http://schemas.microsoft.com/office/drawing/2014/main" id="{D431A174-430A-4062-8CDD-E63E5962C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468"/>
              <a:ext cx="30" cy="70"/>
            </a:xfrm>
            <a:custGeom>
              <a:avLst/>
              <a:gdLst>
                <a:gd name="T0" fmla="*/ 33 w 12"/>
                <a:gd name="T1" fmla="*/ 50 h 28"/>
                <a:gd name="T2" fmla="*/ 50 w 12"/>
                <a:gd name="T3" fmla="*/ 50 h 28"/>
                <a:gd name="T4" fmla="*/ 95 w 12"/>
                <a:gd name="T5" fmla="*/ 113 h 28"/>
                <a:gd name="T6" fmla="*/ 145 w 12"/>
                <a:gd name="T7" fmla="*/ 208 h 28"/>
                <a:gd name="T8" fmla="*/ 145 w 12"/>
                <a:gd name="T9" fmla="*/ 220 h 28"/>
                <a:gd name="T10" fmla="*/ 63 w 12"/>
                <a:gd name="T11" fmla="*/ 345 h 28"/>
                <a:gd name="T12" fmla="*/ 33 w 12"/>
                <a:gd name="T13" fmla="*/ 375 h 28"/>
                <a:gd name="T14" fmla="*/ 20 w 12"/>
                <a:gd name="T15" fmla="*/ 395 h 28"/>
                <a:gd name="T16" fmla="*/ 20 w 12"/>
                <a:gd name="T17" fmla="*/ 395 h 28"/>
                <a:gd name="T18" fmla="*/ 20 w 12"/>
                <a:gd name="T19" fmla="*/ 395 h 28"/>
                <a:gd name="T20" fmla="*/ 0 w 12"/>
                <a:gd name="T21" fmla="*/ 425 h 28"/>
                <a:gd name="T22" fmla="*/ 33 w 12"/>
                <a:gd name="T23" fmla="*/ 438 h 28"/>
                <a:gd name="T24" fmla="*/ 113 w 12"/>
                <a:gd name="T25" fmla="*/ 375 h 28"/>
                <a:gd name="T26" fmla="*/ 188 w 12"/>
                <a:gd name="T27" fmla="*/ 238 h 28"/>
                <a:gd name="T28" fmla="*/ 188 w 12"/>
                <a:gd name="T29" fmla="*/ 208 h 28"/>
                <a:gd name="T30" fmla="*/ 125 w 12"/>
                <a:gd name="T31" fmla="*/ 63 h 28"/>
                <a:gd name="T32" fmla="*/ 63 w 12"/>
                <a:gd name="T33" fmla="*/ 20 h 28"/>
                <a:gd name="T34" fmla="*/ 33 w 12"/>
                <a:gd name="T35" fmla="*/ 20 h 28"/>
                <a:gd name="T36" fmla="*/ 33 w 12"/>
                <a:gd name="T37" fmla="*/ 50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" h="28">
                  <a:moveTo>
                    <a:pt x="2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4" y="5"/>
                    <a:pt x="6" y="7"/>
                  </a:cubicBezTo>
                  <a:cubicBezTo>
                    <a:pt x="7" y="8"/>
                    <a:pt x="9" y="11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8"/>
                    <a:pt x="6" y="20"/>
                    <a:pt x="4" y="22"/>
                  </a:cubicBezTo>
                  <a:cubicBezTo>
                    <a:pt x="3" y="23"/>
                    <a:pt x="2" y="24"/>
                    <a:pt x="2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0" y="26"/>
                    <a:pt x="0" y="26"/>
                    <a:pt x="0" y="27"/>
                  </a:cubicBezTo>
                  <a:cubicBezTo>
                    <a:pt x="1" y="28"/>
                    <a:pt x="1" y="28"/>
                    <a:pt x="2" y="28"/>
                  </a:cubicBezTo>
                  <a:cubicBezTo>
                    <a:pt x="2" y="28"/>
                    <a:pt x="4" y="27"/>
                    <a:pt x="7" y="24"/>
                  </a:cubicBezTo>
                  <a:cubicBezTo>
                    <a:pt x="9" y="22"/>
                    <a:pt x="11" y="19"/>
                    <a:pt x="12" y="15"/>
                  </a:cubicBezTo>
                  <a:cubicBezTo>
                    <a:pt x="12" y="14"/>
                    <a:pt x="12" y="14"/>
                    <a:pt x="12" y="13"/>
                  </a:cubicBezTo>
                  <a:cubicBezTo>
                    <a:pt x="12" y="9"/>
                    <a:pt x="10" y="6"/>
                    <a:pt x="8" y="4"/>
                  </a:cubicBezTo>
                  <a:cubicBezTo>
                    <a:pt x="6" y="2"/>
                    <a:pt x="4" y="1"/>
                    <a:pt x="4" y="1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2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84" name="Freeform 364">
              <a:extLst>
                <a:ext uri="{FF2B5EF4-FFF2-40B4-BE49-F238E27FC236}">
                  <a16:creationId xmlns:a16="http://schemas.microsoft.com/office/drawing/2014/main" id="{9633B0CD-7B6A-459F-98C5-28A583538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468"/>
              <a:ext cx="30" cy="70"/>
            </a:xfrm>
            <a:custGeom>
              <a:avLst/>
              <a:gdLst>
                <a:gd name="T0" fmla="*/ 145 w 12"/>
                <a:gd name="T1" fmla="*/ 20 h 28"/>
                <a:gd name="T2" fmla="*/ 83 w 12"/>
                <a:gd name="T3" fmla="*/ 63 h 28"/>
                <a:gd name="T4" fmla="*/ 0 w 12"/>
                <a:gd name="T5" fmla="*/ 220 h 28"/>
                <a:gd name="T6" fmla="*/ 0 w 12"/>
                <a:gd name="T7" fmla="*/ 220 h 28"/>
                <a:gd name="T8" fmla="*/ 83 w 12"/>
                <a:gd name="T9" fmla="*/ 375 h 28"/>
                <a:gd name="T10" fmla="*/ 145 w 12"/>
                <a:gd name="T11" fmla="*/ 438 h 28"/>
                <a:gd name="T12" fmla="*/ 175 w 12"/>
                <a:gd name="T13" fmla="*/ 425 h 28"/>
                <a:gd name="T14" fmla="*/ 175 w 12"/>
                <a:gd name="T15" fmla="*/ 395 h 28"/>
                <a:gd name="T16" fmla="*/ 175 w 12"/>
                <a:gd name="T17" fmla="*/ 395 h 28"/>
                <a:gd name="T18" fmla="*/ 113 w 12"/>
                <a:gd name="T19" fmla="*/ 345 h 28"/>
                <a:gd name="T20" fmla="*/ 50 w 12"/>
                <a:gd name="T21" fmla="*/ 220 h 28"/>
                <a:gd name="T22" fmla="*/ 50 w 12"/>
                <a:gd name="T23" fmla="*/ 220 h 28"/>
                <a:gd name="T24" fmla="*/ 113 w 12"/>
                <a:gd name="T25" fmla="*/ 95 h 28"/>
                <a:gd name="T26" fmla="*/ 158 w 12"/>
                <a:gd name="T27" fmla="*/ 63 h 28"/>
                <a:gd name="T28" fmla="*/ 175 w 12"/>
                <a:gd name="T29" fmla="*/ 50 h 28"/>
                <a:gd name="T30" fmla="*/ 175 w 12"/>
                <a:gd name="T31" fmla="*/ 50 h 28"/>
                <a:gd name="T32" fmla="*/ 175 w 12"/>
                <a:gd name="T33" fmla="*/ 50 h 28"/>
                <a:gd name="T34" fmla="*/ 175 w 12"/>
                <a:gd name="T35" fmla="*/ 20 h 28"/>
                <a:gd name="T36" fmla="*/ 145 w 12"/>
                <a:gd name="T37" fmla="*/ 20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" h="28">
                  <a:moveTo>
                    <a:pt x="9" y="1"/>
                  </a:moveTo>
                  <a:cubicBezTo>
                    <a:pt x="9" y="1"/>
                    <a:pt x="7" y="2"/>
                    <a:pt x="5" y="4"/>
                  </a:cubicBezTo>
                  <a:cubicBezTo>
                    <a:pt x="3" y="7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9"/>
                    <a:pt x="3" y="22"/>
                    <a:pt x="5" y="24"/>
                  </a:cubicBezTo>
                  <a:cubicBezTo>
                    <a:pt x="7" y="26"/>
                    <a:pt x="9" y="28"/>
                    <a:pt x="9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2" y="26"/>
                    <a:pt x="12" y="26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5"/>
                    <a:pt x="8" y="24"/>
                    <a:pt x="7" y="22"/>
                  </a:cubicBezTo>
                  <a:cubicBezTo>
                    <a:pt x="5" y="20"/>
                    <a:pt x="3" y="17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1"/>
                    <a:pt x="5" y="8"/>
                    <a:pt x="7" y="6"/>
                  </a:cubicBezTo>
                  <a:cubicBezTo>
                    <a:pt x="8" y="5"/>
                    <a:pt x="9" y="5"/>
                    <a:pt x="10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85" name="Freeform 365">
              <a:extLst>
                <a:ext uri="{FF2B5EF4-FFF2-40B4-BE49-F238E27FC236}">
                  <a16:creationId xmlns:a16="http://schemas.microsoft.com/office/drawing/2014/main" id="{D88C9D37-EC9E-4664-865E-E40AA5B11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471"/>
              <a:ext cx="40" cy="62"/>
            </a:xfrm>
            <a:custGeom>
              <a:avLst/>
              <a:gdLst>
                <a:gd name="T0" fmla="*/ 20 w 16"/>
                <a:gd name="T1" fmla="*/ 0 h 25"/>
                <a:gd name="T2" fmla="*/ 0 w 16"/>
                <a:gd name="T3" fmla="*/ 382 h 25"/>
                <a:gd name="T4" fmla="*/ 20 w 1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1" y="0"/>
                  </a:moveTo>
                  <a:cubicBezTo>
                    <a:pt x="1" y="0"/>
                    <a:pt x="12" y="12"/>
                    <a:pt x="0" y="25"/>
                  </a:cubicBezTo>
                  <a:cubicBezTo>
                    <a:pt x="0" y="25"/>
                    <a:pt x="16" y="16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86" name="Freeform 366">
              <a:extLst>
                <a:ext uri="{FF2B5EF4-FFF2-40B4-BE49-F238E27FC236}">
                  <a16:creationId xmlns:a16="http://schemas.microsoft.com/office/drawing/2014/main" id="{E5C4574C-8E9E-48F7-96EB-C861088AD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473"/>
              <a:ext cx="37" cy="60"/>
            </a:xfrm>
            <a:custGeom>
              <a:avLst/>
              <a:gdLst>
                <a:gd name="T0" fmla="*/ 224 w 15"/>
                <a:gd name="T1" fmla="*/ 0 h 24"/>
                <a:gd name="T2" fmla="*/ 224 w 15"/>
                <a:gd name="T3" fmla="*/ 375 h 24"/>
                <a:gd name="T4" fmla="*/ 224 w 1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15" y="0"/>
                  </a:moveTo>
                  <a:cubicBezTo>
                    <a:pt x="15" y="0"/>
                    <a:pt x="4" y="12"/>
                    <a:pt x="15" y="24"/>
                  </a:cubicBezTo>
                  <a:cubicBezTo>
                    <a:pt x="15" y="24"/>
                    <a:pt x="0" y="12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67" name="Aspiration-thrombectomy-arterial-procedure">
            <a:extLst>
              <a:ext uri="{FF2B5EF4-FFF2-40B4-BE49-F238E27FC236}">
                <a16:creationId xmlns:a16="http://schemas.microsoft.com/office/drawing/2014/main" id="{79791378-A2FD-448E-A997-A1DF67353940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3962400"/>
            <a:ext cx="5105400" cy="1712913"/>
            <a:chOff x="576" y="2402"/>
            <a:chExt cx="4622" cy="1551"/>
          </a:xfrm>
        </p:grpSpPr>
        <p:grpSp>
          <p:nvGrpSpPr>
            <p:cNvPr id="62468" name="Group 368">
              <a:extLst>
                <a:ext uri="{FF2B5EF4-FFF2-40B4-BE49-F238E27FC236}">
                  <a16:creationId xmlns:a16="http://schemas.microsoft.com/office/drawing/2014/main" id="{FB351F91-D5CB-481A-A960-B1E47E0F9E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6" y="2402"/>
              <a:ext cx="4622" cy="1546"/>
              <a:chOff x="576" y="2402"/>
              <a:chExt cx="4622" cy="1546"/>
            </a:xfrm>
          </p:grpSpPr>
          <p:sp>
            <p:nvSpPr>
              <p:cNvPr id="62724" name="Rectangle 369">
                <a:extLst>
                  <a:ext uri="{FF2B5EF4-FFF2-40B4-BE49-F238E27FC236}">
                    <a16:creationId xmlns:a16="http://schemas.microsoft.com/office/drawing/2014/main" id="{2622C74B-B9B1-4086-89C2-C27BDDE4E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402"/>
                <a:ext cx="4107" cy="1541"/>
              </a:xfrm>
              <a:prstGeom prst="rect">
                <a:avLst/>
              </a:prstGeom>
              <a:solidFill>
                <a:srgbClr val="F3C4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5" name="Rectangle 370">
                <a:extLst>
                  <a:ext uri="{FF2B5EF4-FFF2-40B4-BE49-F238E27FC236}">
                    <a16:creationId xmlns:a16="http://schemas.microsoft.com/office/drawing/2014/main" id="{15DDE14E-48F9-429B-9112-FE5AF5DCC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402"/>
                <a:ext cx="4107" cy="15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6" name="Rectangle 371">
                <a:extLst>
                  <a:ext uri="{FF2B5EF4-FFF2-40B4-BE49-F238E27FC236}">
                    <a16:creationId xmlns:a16="http://schemas.microsoft.com/office/drawing/2014/main" id="{01FCC7DA-851D-4FF3-B91F-BF5209ACC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525"/>
                <a:ext cx="4107" cy="1291"/>
              </a:xfrm>
              <a:prstGeom prst="rect">
                <a:avLst/>
              </a:prstGeom>
              <a:solidFill>
                <a:srgbClr val="E4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7" name="Rectangle 372">
                <a:extLst>
                  <a:ext uri="{FF2B5EF4-FFF2-40B4-BE49-F238E27FC236}">
                    <a16:creationId xmlns:a16="http://schemas.microsoft.com/office/drawing/2014/main" id="{ADE30EAF-2BB4-4B33-8E27-922F73CD7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525"/>
                <a:ext cx="4107" cy="1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8" name="Freeform 373">
                <a:extLst>
                  <a:ext uri="{FF2B5EF4-FFF2-40B4-BE49-F238E27FC236}">
                    <a16:creationId xmlns:a16="http://schemas.microsoft.com/office/drawing/2014/main" id="{942B7111-4F65-49D6-9EDA-59F7E33AE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505"/>
                <a:ext cx="4117" cy="1301"/>
              </a:xfrm>
              <a:custGeom>
                <a:avLst/>
                <a:gdLst>
                  <a:gd name="T0" fmla="*/ 5 w 4117"/>
                  <a:gd name="T1" fmla="*/ 5 h 1301"/>
                  <a:gd name="T2" fmla="*/ 5 w 4117"/>
                  <a:gd name="T3" fmla="*/ 10 h 1301"/>
                  <a:gd name="T4" fmla="*/ 4107 w 4117"/>
                  <a:gd name="T5" fmla="*/ 10 h 1301"/>
                  <a:gd name="T6" fmla="*/ 4107 w 4117"/>
                  <a:gd name="T7" fmla="*/ 1291 h 1301"/>
                  <a:gd name="T8" fmla="*/ 10 w 4117"/>
                  <a:gd name="T9" fmla="*/ 1291 h 1301"/>
                  <a:gd name="T10" fmla="*/ 10 w 4117"/>
                  <a:gd name="T11" fmla="*/ 5 h 1301"/>
                  <a:gd name="T12" fmla="*/ 5 w 4117"/>
                  <a:gd name="T13" fmla="*/ 5 h 1301"/>
                  <a:gd name="T14" fmla="*/ 5 w 4117"/>
                  <a:gd name="T15" fmla="*/ 10 h 1301"/>
                  <a:gd name="T16" fmla="*/ 5 w 4117"/>
                  <a:gd name="T17" fmla="*/ 5 h 1301"/>
                  <a:gd name="T18" fmla="*/ 0 w 4117"/>
                  <a:gd name="T19" fmla="*/ 5 h 1301"/>
                  <a:gd name="T20" fmla="*/ 0 w 4117"/>
                  <a:gd name="T21" fmla="*/ 1301 h 1301"/>
                  <a:gd name="T22" fmla="*/ 4117 w 4117"/>
                  <a:gd name="T23" fmla="*/ 1301 h 1301"/>
                  <a:gd name="T24" fmla="*/ 4117 w 4117"/>
                  <a:gd name="T25" fmla="*/ 0 h 1301"/>
                  <a:gd name="T26" fmla="*/ 0 w 4117"/>
                  <a:gd name="T27" fmla="*/ 0 h 1301"/>
                  <a:gd name="T28" fmla="*/ 0 w 4117"/>
                  <a:gd name="T29" fmla="*/ 5 h 1301"/>
                  <a:gd name="T30" fmla="*/ 5 w 4117"/>
                  <a:gd name="T31" fmla="*/ 5 h 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17" h="1301">
                    <a:moveTo>
                      <a:pt x="5" y="5"/>
                    </a:moveTo>
                    <a:lnTo>
                      <a:pt x="5" y="10"/>
                    </a:lnTo>
                    <a:lnTo>
                      <a:pt x="4107" y="10"/>
                    </a:lnTo>
                    <a:lnTo>
                      <a:pt x="4107" y="1291"/>
                    </a:lnTo>
                    <a:lnTo>
                      <a:pt x="10" y="1291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1301"/>
                    </a:lnTo>
                    <a:lnTo>
                      <a:pt x="4117" y="1301"/>
                    </a:lnTo>
                    <a:lnTo>
                      <a:pt x="411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9" name="Freeform 374">
                <a:extLst>
                  <a:ext uri="{FF2B5EF4-FFF2-40B4-BE49-F238E27FC236}">
                    <a16:creationId xmlns:a16="http://schemas.microsoft.com/office/drawing/2014/main" id="{FDE59567-FD48-44CD-BCD2-6B2916B49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472"/>
                <a:ext cx="3310" cy="426"/>
              </a:xfrm>
              <a:custGeom>
                <a:avLst/>
                <a:gdLst>
                  <a:gd name="T0" fmla="*/ 0 w 1324"/>
                  <a:gd name="T1" fmla="*/ 0 h 170"/>
                  <a:gd name="T2" fmla="*/ 20688 w 1324"/>
                  <a:gd name="T3" fmla="*/ 0 h 170"/>
                  <a:gd name="T4" fmla="*/ 19158 w 1324"/>
                  <a:gd name="T5" fmla="*/ 566 h 170"/>
                  <a:gd name="T6" fmla="*/ 10188 w 1324"/>
                  <a:gd name="T7" fmla="*/ 2611 h 170"/>
                  <a:gd name="T8" fmla="*/ 563 w 1324"/>
                  <a:gd name="T9" fmla="*/ 408 h 170"/>
                  <a:gd name="T10" fmla="*/ 0 w 1324"/>
                  <a:gd name="T11" fmla="*/ 0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4" h="170">
                    <a:moveTo>
                      <a:pt x="0" y="0"/>
                    </a:moveTo>
                    <a:cubicBezTo>
                      <a:pt x="1324" y="0"/>
                      <a:pt x="1324" y="0"/>
                      <a:pt x="1324" y="0"/>
                    </a:cubicBezTo>
                    <a:cubicBezTo>
                      <a:pt x="1324" y="0"/>
                      <a:pt x="1264" y="24"/>
                      <a:pt x="1226" y="36"/>
                    </a:cubicBezTo>
                    <a:cubicBezTo>
                      <a:pt x="1188" y="48"/>
                      <a:pt x="898" y="161"/>
                      <a:pt x="652" y="166"/>
                    </a:cubicBezTo>
                    <a:cubicBezTo>
                      <a:pt x="450" y="170"/>
                      <a:pt x="120" y="26"/>
                      <a:pt x="36" y="26"/>
                    </a:cubicBezTo>
                    <a:cubicBezTo>
                      <a:pt x="14" y="2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0" name="Freeform 375">
                <a:extLst>
                  <a:ext uri="{FF2B5EF4-FFF2-40B4-BE49-F238E27FC236}">
                    <a16:creationId xmlns:a16="http://schemas.microsoft.com/office/drawing/2014/main" id="{24FFC0D1-6033-4754-8E14-54D87C28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425"/>
                <a:ext cx="3310" cy="426"/>
              </a:xfrm>
              <a:custGeom>
                <a:avLst/>
                <a:gdLst>
                  <a:gd name="T0" fmla="*/ 0 w 1324"/>
                  <a:gd name="T1" fmla="*/ 2676 h 170"/>
                  <a:gd name="T2" fmla="*/ 20688 w 1324"/>
                  <a:gd name="T3" fmla="*/ 2676 h 170"/>
                  <a:gd name="T4" fmla="*/ 19158 w 1324"/>
                  <a:gd name="T5" fmla="*/ 2110 h 170"/>
                  <a:gd name="T6" fmla="*/ 10188 w 1324"/>
                  <a:gd name="T7" fmla="*/ 63 h 170"/>
                  <a:gd name="T8" fmla="*/ 563 w 1324"/>
                  <a:gd name="T9" fmla="*/ 2268 h 170"/>
                  <a:gd name="T10" fmla="*/ 0 w 1324"/>
                  <a:gd name="T11" fmla="*/ 2676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4" h="170">
                    <a:moveTo>
                      <a:pt x="0" y="170"/>
                    </a:moveTo>
                    <a:cubicBezTo>
                      <a:pt x="1324" y="170"/>
                      <a:pt x="1324" y="170"/>
                      <a:pt x="1324" y="170"/>
                    </a:cubicBezTo>
                    <a:cubicBezTo>
                      <a:pt x="1324" y="170"/>
                      <a:pt x="1264" y="146"/>
                      <a:pt x="1226" y="134"/>
                    </a:cubicBezTo>
                    <a:cubicBezTo>
                      <a:pt x="1188" y="122"/>
                      <a:pt x="898" y="9"/>
                      <a:pt x="652" y="4"/>
                    </a:cubicBezTo>
                    <a:cubicBezTo>
                      <a:pt x="450" y="0"/>
                      <a:pt x="120" y="144"/>
                      <a:pt x="36" y="144"/>
                    </a:cubicBezTo>
                    <a:cubicBezTo>
                      <a:pt x="14" y="144"/>
                      <a:pt x="0" y="170"/>
                      <a:pt x="0" y="170"/>
                    </a:cubicBez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1" name="Rectangle 376">
                <a:extLst>
                  <a:ext uri="{FF2B5EF4-FFF2-40B4-BE49-F238E27FC236}">
                    <a16:creationId xmlns:a16="http://schemas.microsoft.com/office/drawing/2014/main" id="{FFF25C15-9543-47C6-AC8F-04947E730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405"/>
                <a:ext cx="4107" cy="133"/>
              </a:xfrm>
              <a:prstGeom prst="rect">
                <a:avLst/>
              </a:prstGeom>
              <a:solidFill>
                <a:srgbClr val="F3C4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2" name="Rectangle 377">
                <a:extLst>
                  <a:ext uri="{FF2B5EF4-FFF2-40B4-BE49-F238E27FC236}">
                    <a16:creationId xmlns:a16="http://schemas.microsoft.com/office/drawing/2014/main" id="{EB47D517-3BFE-42B9-A694-FB287DEE0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3786"/>
                <a:ext cx="4107" cy="157"/>
              </a:xfrm>
              <a:prstGeom prst="rect">
                <a:avLst/>
              </a:prstGeom>
              <a:solidFill>
                <a:srgbClr val="F3C4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3" name="Rectangle 378">
                <a:extLst>
                  <a:ext uri="{FF2B5EF4-FFF2-40B4-BE49-F238E27FC236}">
                    <a16:creationId xmlns:a16="http://schemas.microsoft.com/office/drawing/2014/main" id="{6D43930F-A8AC-403D-A2D3-7D4839F7F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540"/>
                <a:ext cx="4107" cy="1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4" name="Freeform 379">
                <a:extLst>
                  <a:ext uri="{FF2B5EF4-FFF2-40B4-BE49-F238E27FC236}">
                    <a16:creationId xmlns:a16="http://schemas.microsoft.com/office/drawing/2014/main" id="{E150501E-C999-446B-A5F8-99C438871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540"/>
                <a:ext cx="4107" cy="10"/>
              </a:xfrm>
              <a:custGeom>
                <a:avLst/>
                <a:gdLst>
                  <a:gd name="T0" fmla="*/ 4107 w 4107"/>
                  <a:gd name="T1" fmla="*/ 0 h 10"/>
                  <a:gd name="T2" fmla="*/ 0 w 4107"/>
                  <a:gd name="T3" fmla="*/ 0 h 10"/>
                  <a:gd name="T4" fmla="*/ 0 w 4107"/>
                  <a:gd name="T5" fmla="*/ 10 h 10"/>
                  <a:gd name="T6" fmla="*/ 4107 w 4107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07" h="10">
                    <a:moveTo>
                      <a:pt x="4107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4107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5" name="Rectangle 380">
                <a:extLst>
                  <a:ext uri="{FF2B5EF4-FFF2-40B4-BE49-F238E27FC236}">
                    <a16:creationId xmlns:a16="http://schemas.microsoft.com/office/drawing/2014/main" id="{086C8365-8A2A-4350-8159-DC288681E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3786"/>
                <a:ext cx="4107" cy="1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6" name="Freeform 381">
                <a:extLst>
                  <a:ext uri="{FF2B5EF4-FFF2-40B4-BE49-F238E27FC236}">
                    <a16:creationId xmlns:a16="http://schemas.microsoft.com/office/drawing/2014/main" id="{2BA6D3D3-70C3-4644-ABAA-71039361F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3786"/>
                <a:ext cx="4107" cy="10"/>
              </a:xfrm>
              <a:custGeom>
                <a:avLst/>
                <a:gdLst>
                  <a:gd name="T0" fmla="*/ 0 w 4107"/>
                  <a:gd name="T1" fmla="*/ 10 h 10"/>
                  <a:gd name="T2" fmla="*/ 4107 w 4107"/>
                  <a:gd name="T3" fmla="*/ 10 h 10"/>
                  <a:gd name="T4" fmla="*/ 4107 w 4107"/>
                  <a:gd name="T5" fmla="*/ 0 h 10"/>
                  <a:gd name="T6" fmla="*/ 0 w 410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07" h="10">
                    <a:moveTo>
                      <a:pt x="0" y="10"/>
                    </a:moveTo>
                    <a:lnTo>
                      <a:pt x="4107" y="10"/>
                    </a:lnTo>
                    <a:lnTo>
                      <a:pt x="4107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7" name="Freeform 382">
                <a:extLst>
                  <a:ext uri="{FF2B5EF4-FFF2-40B4-BE49-F238E27FC236}">
                    <a16:creationId xmlns:a16="http://schemas.microsoft.com/office/drawing/2014/main" id="{444CD3E6-5C85-4D68-BB57-A16CC916C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508"/>
                <a:ext cx="4132" cy="400"/>
              </a:xfrm>
              <a:custGeom>
                <a:avLst/>
                <a:gdLst>
                  <a:gd name="T0" fmla="*/ 0 w 1653"/>
                  <a:gd name="T1" fmla="*/ 20 h 160"/>
                  <a:gd name="T2" fmla="*/ 3450 w 1653"/>
                  <a:gd name="T3" fmla="*/ 0 h 160"/>
                  <a:gd name="T4" fmla="*/ 14028 w 1653"/>
                  <a:gd name="T5" fmla="*/ 2220 h 160"/>
                  <a:gd name="T6" fmla="*/ 23945 w 1653"/>
                  <a:gd name="T7" fmla="*/ 20 h 160"/>
                  <a:gd name="T8" fmla="*/ 25662 w 1653"/>
                  <a:gd name="T9" fmla="*/ 20 h 160"/>
                  <a:gd name="T10" fmla="*/ 25662 w 1653"/>
                  <a:gd name="T11" fmla="*/ 238 h 160"/>
                  <a:gd name="T12" fmla="*/ 23945 w 1653"/>
                  <a:gd name="T13" fmla="*/ 238 h 160"/>
                  <a:gd name="T14" fmla="*/ 14028 w 1653"/>
                  <a:gd name="T15" fmla="*/ 2500 h 160"/>
                  <a:gd name="T16" fmla="*/ 3450 w 1653"/>
                  <a:gd name="T17" fmla="*/ 238 h 160"/>
                  <a:gd name="T18" fmla="*/ 0 w 1653"/>
                  <a:gd name="T19" fmla="*/ 238 h 160"/>
                  <a:gd name="T20" fmla="*/ 0 w 1653"/>
                  <a:gd name="T21" fmla="*/ 20 h 1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3" h="160">
                    <a:moveTo>
                      <a:pt x="0" y="1"/>
                    </a:moveTo>
                    <a:cubicBezTo>
                      <a:pt x="0" y="1"/>
                      <a:pt x="113" y="0"/>
                      <a:pt x="221" y="0"/>
                    </a:cubicBezTo>
                    <a:cubicBezTo>
                      <a:pt x="329" y="0"/>
                      <a:pt x="628" y="142"/>
                      <a:pt x="898" y="142"/>
                    </a:cubicBezTo>
                    <a:cubicBezTo>
                      <a:pt x="1168" y="142"/>
                      <a:pt x="1412" y="1"/>
                      <a:pt x="1533" y="1"/>
                    </a:cubicBezTo>
                    <a:cubicBezTo>
                      <a:pt x="1653" y="1"/>
                      <a:pt x="1643" y="1"/>
                      <a:pt x="1643" y="1"/>
                    </a:cubicBezTo>
                    <a:cubicBezTo>
                      <a:pt x="1643" y="15"/>
                      <a:pt x="1643" y="15"/>
                      <a:pt x="1643" y="15"/>
                    </a:cubicBezTo>
                    <a:cubicBezTo>
                      <a:pt x="1643" y="15"/>
                      <a:pt x="1649" y="15"/>
                      <a:pt x="1533" y="15"/>
                    </a:cubicBezTo>
                    <a:cubicBezTo>
                      <a:pt x="1416" y="15"/>
                      <a:pt x="1174" y="160"/>
                      <a:pt x="898" y="160"/>
                    </a:cubicBezTo>
                    <a:cubicBezTo>
                      <a:pt x="622" y="160"/>
                      <a:pt x="315" y="15"/>
                      <a:pt x="221" y="15"/>
                    </a:cubicBezTo>
                    <a:cubicBezTo>
                      <a:pt x="127" y="15"/>
                      <a:pt x="0" y="15"/>
                      <a:pt x="0" y="1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E6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8" name="Freeform 383">
                <a:extLst>
                  <a:ext uri="{FF2B5EF4-FFF2-40B4-BE49-F238E27FC236}">
                    <a16:creationId xmlns:a16="http://schemas.microsoft.com/office/drawing/2014/main" id="{DBBD9D7D-20B5-40DF-A94D-CCB9AE7C8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555"/>
                <a:ext cx="4132" cy="398"/>
              </a:xfrm>
              <a:custGeom>
                <a:avLst/>
                <a:gdLst>
                  <a:gd name="T0" fmla="*/ 0 w 1653"/>
                  <a:gd name="T1" fmla="*/ 20 h 159"/>
                  <a:gd name="T2" fmla="*/ 3450 w 1653"/>
                  <a:gd name="T3" fmla="*/ 0 h 159"/>
                  <a:gd name="T4" fmla="*/ 14028 w 1653"/>
                  <a:gd name="T5" fmla="*/ 2213 h 159"/>
                  <a:gd name="T6" fmla="*/ 23945 w 1653"/>
                  <a:gd name="T7" fmla="*/ 20 h 159"/>
                  <a:gd name="T8" fmla="*/ 25662 w 1653"/>
                  <a:gd name="T9" fmla="*/ 20 h 159"/>
                  <a:gd name="T10" fmla="*/ 25662 w 1653"/>
                  <a:gd name="T11" fmla="*/ 521 h 159"/>
                  <a:gd name="T12" fmla="*/ 23945 w 1653"/>
                  <a:gd name="T13" fmla="*/ 426 h 159"/>
                  <a:gd name="T14" fmla="*/ 14028 w 1653"/>
                  <a:gd name="T15" fmla="*/ 2493 h 159"/>
                  <a:gd name="T16" fmla="*/ 3450 w 1653"/>
                  <a:gd name="T17" fmla="*/ 596 h 159"/>
                  <a:gd name="T18" fmla="*/ 0 w 1653"/>
                  <a:gd name="T19" fmla="*/ 238 h 159"/>
                  <a:gd name="T20" fmla="*/ 0 w 1653"/>
                  <a:gd name="T21" fmla="*/ 20 h 1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3" h="159">
                    <a:moveTo>
                      <a:pt x="0" y="1"/>
                    </a:moveTo>
                    <a:cubicBezTo>
                      <a:pt x="0" y="1"/>
                      <a:pt x="113" y="0"/>
                      <a:pt x="221" y="0"/>
                    </a:cubicBezTo>
                    <a:cubicBezTo>
                      <a:pt x="329" y="0"/>
                      <a:pt x="628" y="141"/>
                      <a:pt x="898" y="141"/>
                    </a:cubicBezTo>
                    <a:cubicBezTo>
                      <a:pt x="1168" y="141"/>
                      <a:pt x="1412" y="1"/>
                      <a:pt x="1533" y="1"/>
                    </a:cubicBezTo>
                    <a:cubicBezTo>
                      <a:pt x="1653" y="1"/>
                      <a:pt x="1643" y="1"/>
                      <a:pt x="1643" y="1"/>
                    </a:cubicBezTo>
                    <a:cubicBezTo>
                      <a:pt x="1643" y="33"/>
                      <a:pt x="1643" y="33"/>
                      <a:pt x="1643" y="33"/>
                    </a:cubicBezTo>
                    <a:cubicBezTo>
                      <a:pt x="1643" y="33"/>
                      <a:pt x="1649" y="27"/>
                      <a:pt x="1533" y="27"/>
                    </a:cubicBezTo>
                    <a:cubicBezTo>
                      <a:pt x="1416" y="27"/>
                      <a:pt x="1174" y="159"/>
                      <a:pt x="898" y="159"/>
                    </a:cubicBezTo>
                    <a:cubicBezTo>
                      <a:pt x="622" y="159"/>
                      <a:pt x="315" y="38"/>
                      <a:pt x="221" y="38"/>
                    </a:cubicBezTo>
                    <a:cubicBezTo>
                      <a:pt x="127" y="38"/>
                      <a:pt x="0" y="15"/>
                      <a:pt x="0" y="1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9" name="Freeform 384">
                <a:extLst>
                  <a:ext uri="{FF2B5EF4-FFF2-40B4-BE49-F238E27FC236}">
                    <a16:creationId xmlns:a16="http://schemas.microsoft.com/office/drawing/2014/main" id="{775A07DF-F299-4F07-B0F1-9BCD8C8AC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3418"/>
                <a:ext cx="4132" cy="398"/>
              </a:xfrm>
              <a:custGeom>
                <a:avLst/>
                <a:gdLst>
                  <a:gd name="T0" fmla="*/ 0 w 1653"/>
                  <a:gd name="T1" fmla="*/ 2493 h 159"/>
                  <a:gd name="T2" fmla="*/ 3450 w 1653"/>
                  <a:gd name="T3" fmla="*/ 2463 h 159"/>
                  <a:gd name="T4" fmla="*/ 14028 w 1653"/>
                  <a:gd name="T5" fmla="*/ 283 h 159"/>
                  <a:gd name="T6" fmla="*/ 23945 w 1653"/>
                  <a:gd name="T7" fmla="*/ 2493 h 159"/>
                  <a:gd name="T8" fmla="*/ 25662 w 1653"/>
                  <a:gd name="T9" fmla="*/ 2493 h 159"/>
                  <a:gd name="T10" fmla="*/ 25662 w 1653"/>
                  <a:gd name="T11" fmla="*/ 2275 h 159"/>
                  <a:gd name="T12" fmla="*/ 23945 w 1653"/>
                  <a:gd name="T13" fmla="*/ 2275 h 159"/>
                  <a:gd name="T14" fmla="*/ 14028 w 1653"/>
                  <a:gd name="T15" fmla="*/ 0 h 159"/>
                  <a:gd name="T16" fmla="*/ 3450 w 1653"/>
                  <a:gd name="T17" fmla="*/ 2243 h 159"/>
                  <a:gd name="T18" fmla="*/ 0 w 1653"/>
                  <a:gd name="T19" fmla="*/ 2275 h 159"/>
                  <a:gd name="T20" fmla="*/ 0 w 1653"/>
                  <a:gd name="T21" fmla="*/ 2493 h 1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3" h="159">
                    <a:moveTo>
                      <a:pt x="0" y="159"/>
                    </a:moveTo>
                    <a:cubicBezTo>
                      <a:pt x="0" y="159"/>
                      <a:pt x="113" y="157"/>
                      <a:pt x="221" y="157"/>
                    </a:cubicBezTo>
                    <a:cubicBezTo>
                      <a:pt x="329" y="157"/>
                      <a:pt x="628" y="18"/>
                      <a:pt x="898" y="18"/>
                    </a:cubicBezTo>
                    <a:cubicBezTo>
                      <a:pt x="1168" y="18"/>
                      <a:pt x="1412" y="159"/>
                      <a:pt x="1533" y="159"/>
                    </a:cubicBezTo>
                    <a:cubicBezTo>
                      <a:pt x="1653" y="159"/>
                      <a:pt x="1643" y="159"/>
                      <a:pt x="1643" y="159"/>
                    </a:cubicBezTo>
                    <a:cubicBezTo>
                      <a:pt x="1643" y="145"/>
                      <a:pt x="1643" y="145"/>
                      <a:pt x="1643" y="145"/>
                    </a:cubicBezTo>
                    <a:cubicBezTo>
                      <a:pt x="1643" y="145"/>
                      <a:pt x="1649" y="145"/>
                      <a:pt x="1533" y="145"/>
                    </a:cubicBezTo>
                    <a:cubicBezTo>
                      <a:pt x="1416" y="145"/>
                      <a:pt x="1174" y="0"/>
                      <a:pt x="898" y="0"/>
                    </a:cubicBezTo>
                    <a:cubicBezTo>
                      <a:pt x="622" y="0"/>
                      <a:pt x="315" y="143"/>
                      <a:pt x="221" y="143"/>
                    </a:cubicBezTo>
                    <a:cubicBezTo>
                      <a:pt x="127" y="143"/>
                      <a:pt x="0" y="145"/>
                      <a:pt x="0" y="145"/>
                    </a:cubicBezTo>
                    <a:lnTo>
                      <a:pt x="0" y="159"/>
                    </a:lnTo>
                    <a:close/>
                  </a:path>
                </a:pathLst>
              </a:custGeom>
              <a:solidFill>
                <a:srgbClr val="BE6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0" name="Freeform 385">
                <a:extLst>
                  <a:ext uri="{FF2B5EF4-FFF2-40B4-BE49-F238E27FC236}">
                    <a16:creationId xmlns:a16="http://schemas.microsoft.com/office/drawing/2014/main" id="{A22A6A39-0745-4148-A117-887EF4905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3375"/>
                <a:ext cx="4132" cy="396"/>
              </a:xfrm>
              <a:custGeom>
                <a:avLst/>
                <a:gdLst>
                  <a:gd name="T0" fmla="*/ 0 w 1653"/>
                  <a:gd name="T1" fmla="*/ 2489 h 158"/>
                  <a:gd name="T2" fmla="*/ 3450 w 1653"/>
                  <a:gd name="T3" fmla="*/ 2456 h 158"/>
                  <a:gd name="T4" fmla="*/ 14028 w 1653"/>
                  <a:gd name="T5" fmla="*/ 283 h 158"/>
                  <a:gd name="T6" fmla="*/ 23945 w 1653"/>
                  <a:gd name="T7" fmla="*/ 2489 h 158"/>
                  <a:gd name="T8" fmla="*/ 25662 w 1653"/>
                  <a:gd name="T9" fmla="*/ 2489 h 158"/>
                  <a:gd name="T10" fmla="*/ 25662 w 1653"/>
                  <a:gd name="T11" fmla="*/ 2268 h 158"/>
                  <a:gd name="T12" fmla="*/ 23945 w 1653"/>
                  <a:gd name="T13" fmla="*/ 2268 h 158"/>
                  <a:gd name="T14" fmla="*/ 14028 w 1653"/>
                  <a:gd name="T15" fmla="*/ 0 h 158"/>
                  <a:gd name="T16" fmla="*/ 3450 w 1653"/>
                  <a:gd name="T17" fmla="*/ 2186 h 158"/>
                  <a:gd name="T18" fmla="*/ 0 w 1653"/>
                  <a:gd name="T19" fmla="*/ 2268 h 158"/>
                  <a:gd name="T20" fmla="*/ 0 w 1653"/>
                  <a:gd name="T21" fmla="*/ 2489 h 1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3" h="158">
                    <a:moveTo>
                      <a:pt x="0" y="158"/>
                    </a:moveTo>
                    <a:cubicBezTo>
                      <a:pt x="0" y="158"/>
                      <a:pt x="113" y="156"/>
                      <a:pt x="221" y="156"/>
                    </a:cubicBezTo>
                    <a:cubicBezTo>
                      <a:pt x="329" y="156"/>
                      <a:pt x="628" y="18"/>
                      <a:pt x="898" y="18"/>
                    </a:cubicBezTo>
                    <a:cubicBezTo>
                      <a:pt x="1168" y="18"/>
                      <a:pt x="1412" y="158"/>
                      <a:pt x="1533" y="158"/>
                    </a:cubicBezTo>
                    <a:cubicBezTo>
                      <a:pt x="1653" y="158"/>
                      <a:pt x="1643" y="158"/>
                      <a:pt x="1643" y="158"/>
                    </a:cubicBezTo>
                    <a:cubicBezTo>
                      <a:pt x="1643" y="144"/>
                      <a:pt x="1643" y="144"/>
                      <a:pt x="1643" y="144"/>
                    </a:cubicBezTo>
                    <a:cubicBezTo>
                      <a:pt x="1643" y="144"/>
                      <a:pt x="1649" y="144"/>
                      <a:pt x="1533" y="144"/>
                    </a:cubicBezTo>
                    <a:cubicBezTo>
                      <a:pt x="1416" y="144"/>
                      <a:pt x="1174" y="0"/>
                      <a:pt x="898" y="0"/>
                    </a:cubicBezTo>
                    <a:cubicBezTo>
                      <a:pt x="622" y="0"/>
                      <a:pt x="315" y="139"/>
                      <a:pt x="221" y="139"/>
                    </a:cubicBezTo>
                    <a:cubicBezTo>
                      <a:pt x="127" y="139"/>
                      <a:pt x="0" y="144"/>
                      <a:pt x="0" y="144"/>
                    </a:cubicBezTo>
                    <a:lnTo>
                      <a:pt x="0" y="158"/>
                    </a:lnTo>
                    <a:close/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1" name="Oval 386">
                <a:extLst>
                  <a:ext uri="{FF2B5EF4-FFF2-40B4-BE49-F238E27FC236}">
                    <a16:creationId xmlns:a16="http://schemas.microsoft.com/office/drawing/2014/main" id="{E908523B-0318-455B-9708-DDBAD2C89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" y="2543"/>
                <a:ext cx="780" cy="1235"/>
              </a:xfrm>
              <a:prstGeom prst="ellipse">
                <a:avLst/>
              </a:pr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42" name="Freeform 387">
                <a:extLst>
                  <a:ext uri="{FF2B5EF4-FFF2-40B4-BE49-F238E27FC236}">
                    <a16:creationId xmlns:a16="http://schemas.microsoft.com/office/drawing/2014/main" id="{FA91D32C-5E2F-4084-9E92-99F1AFB8D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883"/>
                <a:ext cx="1099" cy="627"/>
              </a:xfrm>
              <a:custGeom>
                <a:avLst/>
                <a:gdLst>
                  <a:gd name="T0" fmla="*/ 200 w 440"/>
                  <a:gd name="T1" fmla="*/ 0 h 251"/>
                  <a:gd name="T2" fmla="*/ 654 w 440"/>
                  <a:gd name="T3" fmla="*/ 729 h 251"/>
                  <a:gd name="T4" fmla="*/ 917 w 440"/>
                  <a:gd name="T5" fmla="*/ 1449 h 251"/>
                  <a:gd name="T6" fmla="*/ 500 w 440"/>
                  <a:gd name="T7" fmla="*/ 2653 h 251"/>
                  <a:gd name="T8" fmla="*/ 92 w 440"/>
                  <a:gd name="T9" fmla="*/ 3912 h 251"/>
                  <a:gd name="T10" fmla="*/ 3319 w 440"/>
                  <a:gd name="T11" fmla="*/ 3320 h 251"/>
                  <a:gd name="T12" fmla="*/ 6327 w 440"/>
                  <a:gd name="T13" fmla="*/ 3245 h 251"/>
                  <a:gd name="T14" fmla="*/ 6064 w 440"/>
                  <a:gd name="T15" fmla="*/ 2820 h 251"/>
                  <a:gd name="T16" fmla="*/ 5815 w 440"/>
                  <a:gd name="T17" fmla="*/ 1746 h 251"/>
                  <a:gd name="T18" fmla="*/ 6077 w 440"/>
                  <a:gd name="T19" fmla="*/ 949 h 251"/>
                  <a:gd name="T20" fmla="*/ 6656 w 440"/>
                  <a:gd name="T21" fmla="*/ 542 h 251"/>
                  <a:gd name="T22" fmla="*/ 6844 w 440"/>
                  <a:gd name="T23" fmla="*/ 167 h 251"/>
                  <a:gd name="T24" fmla="*/ 5720 w 440"/>
                  <a:gd name="T25" fmla="*/ 480 h 251"/>
                  <a:gd name="T26" fmla="*/ 3444 w 440"/>
                  <a:gd name="T27" fmla="*/ 280 h 251"/>
                  <a:gd name="T28" fmla="*/ 200 w 440"/>
                  <a:gd name="T29" fmla="*/ 0 h 2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40" h="251">
                    <a:moveTo>
                      <a:pt x="13" y="0"/>
                    </a:moveTo>
                    <a:cubicBezTo>
                      <a:pt x="13" y="0"/>
                      <a:pt x="28" y="33"/>
                      <a:pt x="42" y="47"/>
                    </a:cubicBezTo>
                    <a:cubicBezTo>
                      <a:pt x="56" y="61"/>
                      <a:pt x="60" y="79"/>
                      <a:pt x="59" y="93"/>
                    </a:cubicBezTo>
                    <a:cubicBezTo>
                      <a:pt x="58" y="107"/>
                      <a:pt x="42" y="158"/>
                      <a:pt x="32" y="170"/>
                    </a:cubicBezTo>
                    <a:cubicBezTo>
                      <a:pt x="22" y="182"/>
                      <a:pt x="0" y="231"/>
                      <a:pt x="6" y="251"/>
                    </a:cubicBezTo>
                    <a:cubicBezTo>
                      <a:pt x="6" y="251"/>
                      <a:pt x="170" y="216"/>
                      <a:pt x="213" y="213"/>
                    </a:cubicBezTo>
                    <a:cubicBezTo>
                      <a:pt x="256" y="210"/>
                      <a:pt x="406" y="208"/>
                      <a:pt x="406" y="208"/>
                    </a:cubicBezTo>
                    <a:cubicBezTo>
                      <a:pt x="406" y="208"/>
                      <a:pt x="399" y="193"/>
                      <a:pt x="389" y="181"/>
                    </a:cubicBezTo>
                    <a:cubicBezTo>
                      <a:pt x="379" y="169"/>
                      <a:pt x="372" y="129"/>
                      <a:pt x="373" y="112"/>
                    </a:cubicBezTo>
                    <a:cubicBezTo>
                      <a:pt x="374" y="95"/>
                      <a:pt x="375" y="73"/>
                      <a:pt x="390" y="61"/>
                    </a:cubicBezTo>
                    <a:cubicBezTo>
                      <a:pt x="405" y="49"/>
                      <a:pt x="421" y="40"/>
                      <a:pt x="427" y="35"/>
                    </a:cubicBezTo>
                    <a:cubicBezTo>
                      <a:pt x="433" y="30"/>
                      <a:pt x="440" y="21"/>
                      <a:pt x="439" y="11"/>
                    </a:cubicBezTo>
                    <a:cubicBezTo>
                      <a:pt x="367" y="31"/>
                      <a:pt x="367" y="31"/>
                      <a:pt x="367" y="31"/>
                    </a:cubicBezTo>
                    <a:cubicBezTo>
                      <a:pt x="221" y="18"/>
                      <a:pt x="221" y="18"/>
                      <a:pt x="221" y="18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3" name="Freeform 388">
                <a:extLst>
                  <a:ext uri="{FF2B5EF4-FFF2-40B4-BE49-F238E27FC236}">
                    <a16:creationId xmlns:a16="http://schemas.microsoft.com/office/drawing/2014/main" id="{87B8FB95-FE2B-4B5F-9E57-2EA734648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780"/>
                <a:ext cx="1017" cy="778"/>
              </a:xfrm>
              <a:custGeom>
                <a:avLst/>
                <a:gdLst>
                  <a:gd name="T0" fmla="*/ 842 w 407"/>
                  <a:gd name="T1" fmla="*/ 0 h 311"/>
                  <a:gd name="T2" fmla="*/ 667 w 407"/>
                  <a:gd name="T3" fmla="*/ 938 h 311"/>
                  <a:gd name="T4" fmla="*/ 1262 w 407"/>
                  <a:gd name="T5" fmla="*/ 1784 h 311"/>
                  <a:gd name="T6" fmla="*/ 937 w 407"/>
                  <a:gd name="T7" fmla="*/ 3097 h 311"/>
                  <a:gd name="T8" fmla="*/ 530 w 407"/>
                  <a:gd name="T9" fmla="*/ 4868 h 311"/>
                  <a:gd name="T10" fmla="*/ 3341 w 407"/>
                  <a:gd name="T11" fmla="*/ 3535 h 311"/>
                  <a:gd name="T12" fmla="*/ 6349 w 407"/>
                  <a:gd name="T13" fmla="*/ 3460 h 311"/>
                  <a:gd name="T14" fmla="*/ 6087 w 407"/>
                  <a:gd name="T15" fmla="*/ 3034 h 311"/>
                  <a:gd name="T16" fmla="*/ 5837 w 407"/>
                  <a:gd name="T17" fmla="*/ 1959 h 311"/>
                  <a:gd name="T18" fmla="*/ 6100 w 407"/>
                  <a:gd name="T19" fmla="*/ 1158 h 311"/>
                  <a:gd name="T20" fmla="*/ 5587 w 407"/>
                  <a:gd name="T21" fmla="*/ 1021 h 311"/>
                  <a:gd name="T22" fmla="*/ 3446 w 407"/>
                  <a:gd name="T23" fmla="*/ 625 h 311"/>
                  <a:gd name="T24" fmla="*/ 842 w 407"/>
                  <a:gd name="T25" fmla="*/ 0 h 3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7" h="311">
                    <a:moveTo>
                      <a:pt x="54" y="0"/>
                    </a:moveTo>
                    <a:cubicBezTo>
                      <a:pt x="54" y="0"/>
                      <a:pt x="5" y="18"/>
                      <a:pt x="43" y="60"/>
                    </a:cubicBezTo>
                    <a:cubicBezTo>
                      <a:pt x="56" y="75"/>
                      <a:pt x="82" y="100"/>
                      <a:pt x="81" y="114"/>
                    </a:cubicBezTo>
                    <a:cubicBezTo>
                      <a:pt x="80" y="128"/>
                      <a:pt x="89" y="162"/>
                      <a:pt x="60" y="198"/>
                    </a:cubicBezTo>
                    <a:cubicBezTo>
                      <a:pt x="50" y="210"/>
                      <a:pt x="0" y="291"/>
                      <a:pt x="34" y="311"/>
                    </a:cubicBezTo>
                    <a:cubicBezTo>
                      <a:pt x="34" y="311"/>
                      <a:pt x="171" y="229"/>
                      <a:pt x="214" y="226"/>
                    </a:cubicBezTo>
                    <a:cubicBezTo>
                      <a:pt x="257" y="223"/>
                      <a:pt x="407" y="221"/>
                      <a:pt x="407" y="221"/>
                    </a:cubicBezTo>
                    <a:cubicBezTo>
                      <a:pt x="407" y="221"/>
                      <a:pt x="400" y="206"/>
                      <a:pt x="390" y="194"/>
                    </a:cubicBezTo>
                    <a:cubicBezTo>
                      <a:pt x="380" y="182"/>
                      <a:pt x="373" y="142"/>
                      <a:pt x="374" y="125"/>
                    </a:cubicBezTo>
                    <a:cubicBezTo>
                      <a:pt x="375" y="108"/>
                      <a:pt x="376" y="86"/>
                      <a:pt x="391" y="74"/>
                    </a:cubicBezTo>
                    <a:cubicBezTo>
                      <a:pt x="406" y="62"/>
                      <a:pt x="358" y="65"/>
                      <a:pt x="358" y="65"/>
                    </a:cubicBezTo>
                    <a:cubicBezTo>
                      <a:pt x="221" y="40"/>
                      <a:pt x="221" y="40"/>
                      <a:pt x="221" y="40"/>
                    </a:cubicBezTo>
                    <a:cubicBezTo>
                      <a:pt x="54" y="0"/>
                      <a:pt x="54" y="0"/>
                      <a:pt x="54" y="0"/>
                    </a:cubicBezTo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4" name="Freeform 389">
                <a:extLst>
                  <a:ext uri="{FF2B5EF4-FFF2-40B4-BE49-F238E27FC236}">
                    <a16:creationId xmlns:a16="http://schemas.microsoft.com/office/drawing/2014/main" id="{AE8F8568-E3CF-4D6E-B14E-39FC2F31C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853"/>
                <a:ext cx="1099" cy="650"/>
              </a:xfrm>
              <a:custGeom>
                <a:avLst/>
                <a:gdLst>
                  <a:gd name="T0" fmla="*/ 217 w 440"/>
                  <a:gd name="T1" fmla="*/ 0 h 260"/>
                  <a:gd name="T2" fmla="*/ 654 w 440"/>
                  <a:gd name="T3" fmla="*/ 875 h 260"/>
                  <a:gd name="T4" fmla="*/ 917 w 440"/>
                  <a:gd name="T5" fmla="*/ 1595 h 260"/>
                  <a:gd name="T6" fmla="*/ 500 w 440"/>
                  <a:gd name="T7" fmla="*/ 2800 h 260"/>
                  <a:gd name="T8" fmla="*/ 92 w 440"/>
                  <a:gd name="T9" fmla="*/ 4063 h 260"/>
                  <a:gd name="T10" fmla="*/ 3319 w 440"/>
                  <a:gd name="T11" fmla="*/ 3470 h 260"/>
                  <a:gd name="T12" fmla="*/ 6327 w 440"/>
                  <a:gd name="T13" fmla="*/ 3395 h 260"/>
                  <a:gd name="T14" fmla="*/ 6064 w 440"/>
                  <a:gd name="T15" fmla="*/ 2970 h 260"/>
                  <a:gd name="T16" fmla="*/ 5815 w 440"/>
                  <a:gd name="T17" fmla="*/ 1895 h 260"/>
                  <a:gd name="T18" fmla="*/ 6077 w 440"/>
                  <a:gd name="T19" fmla="*/ 1095 h 260"/>
                  <a:gd name="T20" fmla="*/ 6656 w 440"/>
                  <a:gd name="T21" fmla="*/ 688 h 260"/>
                  <a:gd name="T22" fmla="*/ 6844 w 440"/>
                  <a:gd name="T23" fmla="*/ 313 h 260"/>
                  <a:gd name="T24" fmla="*/ 5720 w 440"/>
                  <a:gd name="T25" fmla="*/ 625 h 260"/>
                  <a:gd name="T26" fmla="*/ 3444 w 440"/>
                  <a:gd name="T27" fmla="*/ 425 h 260"/>
                  <a:gd name="T28" fmla="*/ 217 w 440"/>
                  <a:gd name="T29" fmla="*/ 0 h 2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40" h="260">
                    <a:moveTo>
                      <a:pt x="14" y="0"/>
                    </a:moveTo>
                    <a:cubicBezTo>
                      <a:pt x="14" y="0"/>
                      <a:pt x="12" y="26"/>
                      <a:pt x="42" y="56"/>
                    </a:cubicBezTo>
                    <a:cubicBezTo>
                      <a:pt x="56" y="70"/>
                      <a:pt x="60" y="88"/>
                      <a:pt x="59" y="102"/>
                    </a:cubicBezTo>
                    <a:cubicBezTo>
                      <a:pt x="58" y="116"/>
                      <a:pt x="42" y="167"/>
                      <a:pt x="32" y="179"/>
                    </a:cubicBezTo>
                    <a:cubicBezTo>
                      <a:pt x="22" y="191"/>
                      <a:pt x="0" y="240"/>
                      <a:pt x="6" y="260"/>
                    </a:cubicBezTo>
                    <a:cubicBezTo>
                      <a:pt x="6" y="260"/>
                      <a:pt x="170" y="225"/>
                      <a:pt x="213" y="222"/>
                    </a:cubicBezTo>
                    <a:cubicBezTo>
                      <a:pt x="256" y="219"/>
                      <a:pt x="406" y="217"/>
                      <a:pt x="406" y="217"/>
                    </a:cubicBezTo>
                    <a:cubicBezTo>
                      <a:pt x="406" y="217"/>
                      <a:pt x="399" y="202"/>
                      <a:pt x="389" y="190"/>
                    </a:cubicBezTo>
                    <a:cubicBezTo>
                      <a:pt x="379" y="178"/>
                      <a:pt x="372" y="138"/>
                      <a:pt x="373" y="121"/>
                    </a:cubicBezTo>
                    <a:cubicBezTo>
                      <a:pt x="374" y="104"/>
                      <a:pt x="375" y="82"/>
                      <a:pt x="390" y="70"/>
                    </a:cubicBezTo>
                    <a:cubicBezTo>
                      <a:pt x="405" y="58"/>
                      <a:pt x="421" y="49"/>
                      <a:pt x="427" y="44"/>
                    </a:cubicBezTo>
                    <a:cubicBezTo>
                      <a:pt x="433" y="39"/>
                      <a:pt x="440" y="30"/>
                      <a:pt x="439" y="20"/>
                    </a:cubicBezTo>
                    <a:cubicBezTo>
                      <a:pt x="367" y="40"/>
                      <a:pt x="367" y="40"/>
                      <a:pt x="367" y="40"/>
                    </a:cubicBezTo>
                    <a:cubicBezTo>
                      <a:pt x="221" y="27"/>
                      <a:pt x="221" y="27"/>
                      <a:pt x="221" y="27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5" name="Freeform 390">
                <a:extLst>
                  <a:ext uri="{FF2B5EF4-FFF2-40B4-BE49-F238E27FC236}">
                    <a16:creationId xmlns:a16="http://schemas.microsoft.com/office/drawing/2014/main" id="{ACC36AEA-187D-4518-BB80-A870ABA13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850"/>
                <a:ext cx="1089" cy="655"/>
              </a:xfrm>
              <a:custGeom>
                <a:avLst/>
                <a:gdLst>
                  <a:gd name="T0" fmla="*/ 137 w 436"/>
                  <a:gd name="T1" fmla="*/ 20 h 262"/>
                  <a:gd name="T2" fmla="*/ 574 w 436"/>
                  <a:gd name="T3" fmla="*/ 908 h 262"/>
                  <a:gd name="T4" fmla="*/ 842 w 436"/>
                  <a:gd name="T5" fmla="*/ 1613 h 262"/>
                  <a:gd name="T6" fmla="*/ 542 w 436"/>
                  <a:gd name="T7" fmla="*/ 2563 h 262"/>
                  <a:gd name="T8" fmla="*/ 155 w 436"/>
                  <a:gd name="T9" fmla="*/ 3300 h 262"/>
                  <a:gd name="T10" fmla="*/ 12 w 436"/>
                  <a:gd name="T11" fmla="*/ 4083 h 262"/>
                  <a:gd name="T12" fmla="*/ 30 w 436"/>
                  <a:gd name="T13" fmla="*/ 4095 h 262"/>
                  <a:gd name="T14" fmla="*/ 3257 w 436"/>
                  <a:gd name="T15" fmla="*/ 3500 h 262"/>
                  <a:gd name="T16" fmla="*/ 5890 w 436"/>
                  <a:gd name="T17" fmla="*/ 3425 h 262"/>
                  <a:gd name="T18" fmla="*/ 6294 w 436"/>
                  <a:gd name="T19" fmla="*/ 3425 h 262"/>
                  <a:gd name="T20" fmla="*/ 6014 w 436"/>
                  <a:gd name="T21" fmla="*/ 2970 h 262"/>
                  <a:gd name="T22" fmla="*/ 5765 w 436"/>
                  <a:gd name="T23" fmla="*/ 1970 h 262"/>
                  <a:gd name="T24" fmla="*/ 5815 w 436"/>
                  <a:gd name="T25" fmla="*/ 1488 h 262"/>
                  <a:gd name="T26" fmla="*/ 6606 w 436"/>
                  <a:gd name="T27" fmla="*/ 720 h 262"/>
                  <a:gd name="T28" fmla="*/ 6794 w 436"/>
                  <a:gd name="T29" fmla="*/ 333 h 262"/>
                  <a:gd name="T30" fmla="*/ 5657 w 436"/>
                  <a:gd name="T31" fmla="*/ 625 h 262"/>
                  <a:gd name="T32" fmla="*/ 137 w 436"/>
                  <a:gd name="T33" fmla="*/ 0 h 262"/>
                  <a:gd name="T34" fmla="*/ 155 w 436"/>
                  <a:gd name="T35" fmla="*/ 20 h 262"/>
                  <a:gd name="T36" fmla="*/ 3382 w 436"/>
                  <a:gd name="T37" fmla="*/ 458 h 262"/>
                  <a:gd name="T38" fmla="*/ 6781 w 436"/>
                  <a:gd name="T39" fmla="*/ 345 h 262"/>
                  <a:gd name="T40" fmla="*/ 6764 w 436"/>
                  <a:gd name="T41" fmla="*/ 333 h 262"/>
                  <a:gd name="T42" fmla="*/ 6576 w 436"/>
                  <a:gd name="T43" fmla="*/ 688 h 262"/>
                  <a:gd name="T44" fmla="*/ 5782 w 436"/>
                  <a:gd name="T45" fmla="*/ 1470 h 262"/>
                  <a:gd name="T46" fmla="*/ 5732 w 436"/>
                  <a:gd name="T47" fmla="*/ 1970 h 262"/>
                  <a:gd name="T48" fmla="*/ 5982 w 436"/>
                  <a:gd name="T49" fmla="*/ 3000 h 262"/>
                  <a:gd name="T50" fmla="*/ 6232 w 436"/>
                  <a:gd name="T51" fmla="*/ 3375 h 262"/>
                  <a:gd name="T52" fmla="*/ 6264 w 436"/>
                  <a:gd name="T53" fmla="*/ 3408 h 262"/>
                  <a:gd name="T54" fmla="*/ 3257 w 436"/>
                  <a:gd name="T55" fmla="*/ 3470 h 262"/>
                  <a:gd name="T56" fmla="*/ 30 w 436"/>
                  <a:gd name="T57" fmla="*/ 4063 h 262"/>
                  <a:gd name="T58" fmla="*/ 42 w 436"/>
                  <a:gd name="T59" fmla="*/ 4083 h 262"/>
                  <a:gd name="T60" fmla="*/ 187 w 436"/>
                  <a:gd name="T61" fmla="*/ 3313 h 262"/>
                  <a:gd name="T62" fmla="*/ 574 w 436"/>
                  <a:gd name="T63" fmla="*/ 2583 h 262"/>
                  <a:gd name="T64" fmla="*/ 874 w 436"/>
                  <a:gd name="T65" fmla="*/ 1613 h 262"/>
                  <a:gd name="T66" fmla="*/ 604 w 436"/>
                  <a:gd name="T67" fmla="*/ 875 h 262"/>
                  <a:gd name="T68" fmla="*/ 167 w 436"/>
                  <a:gd name="T69" fmla="*/ 33 h 262"/>
                  <a:gd name="T70" fmla="*/ 137 w 436"/>
                  <a:gd name="T71" fmla="*/ 33 h 26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36" h="262">
                    <a:moveTo>
                      <a:pt x="10" y="1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8"/>
                      <a:pt x="10" y="31"/>
                      <a:pt x="37" y="58"/>
                    </a:cubicBezTo>
                    <a:cubicBezTo>
                      <a:pt x="50" y="70"/>
                      <a:pt x="54" y="86"/>
                      <a:pt x="54" y="99"/>
                    </a:cubicBezTo>
                    <a:cubicBezTo>
                      <a:pt x="54" y="100"/>
                      <a:pt x="54" y="102"/>
                      <a:pt x="54" y="103"/>
                    </a:cubicBezTo>
                    <a:cubicBezTo>
                      <a:pt x="54" y="110"/>
                      <a:pt x="49" y="126"/>
                      <a:pt x="44" y="142"/>
                    </a:cubicBezTo>
                    <a:cubicBezTo>
                      <a:pt x="41" y="150"/>
                      <a:pt x="38" y="158"/>
                      <a:pt x="35" y="164"/>
                    </a:cubicBezTo>
                    <a:cubicBezTo>
                      <a:pt x="32" y="171"/>
                      <a:pt x="30" y="177"/>
                      <a:pt x="27" y="179"/>
                    </a:cubicBezTo>
                    <a:cubicBezTo>
                      <a:pt x="23" y="185"/>
                      <a:pt x="16" y="197"/>
                      <a:pt x="10" y="211"/>
                    </a:cubicBezTo>
                    <a:cubicBezTo>
                      <a:pt x="5" y="226"/>
                      <a:pt x="0" y="241"/>
                      <a:pt x="0" y="253"/>
                    </a:cubicBezTo>
                    <a:cubicBezTo>
                      <a:pt x="0" y="256"/>
                      <a:pt x="0" y="259"/>
                      <a:pt x="1" y="261"/>
                    </a:cubicBezTo>
                    <a:cubicBezTo>
                      <a:pt x="1" y="262"/>
                      <a:pt x="1" y="262"/>
                      <a:pt x="1" y="262"/>
                    </a:cubicBezTo>
                    <a:cubicBezTo>
                      <a:pt x="2" y="262"/>
                      <a:pt x="2" y="262"/>
                      <a:pt x="2" y="262"/>
                    </a:cubicBezTo>
                    <a:cubicBezTo>
                      <a:pt x="2" y="262"/>
                      <a:pt x="5" y="261"/>
                      <a:pt x="9" y="260"/>
                    </a:cubicBezTo>
                    <a:cubicBezTo>
                      <a:pt x="41" y="254"/>
                      <a:pt x="172" y="227"/>
                      <a:pt x="209" y="224"/>
                    </a:cubicBezTo>
                    <a:cubicBezTo>
                      <a:pt x="231" y="222"/>
                      <a:pt x="279" y="221"/>
                      <a:pt x="322" y="220"/>
                    </a:cubicBezTo>
                    <a:cubicBezTo>
                      <a:pt x="343" y="220"/>
                      <a:pt x="363" y="220"/>
                      <a:pt x="378" y="219"/>
                    </a:cubicBezTo>
                    <a:cubicBezTo>
                      <a:pt x="393" y="219"/>
                      <a:pt x="402" y="219"/>
                      <a:pt x="402" y="219"/>
                    </a:cubicBezTo>
                    <a:cubicBezTo>
                      <a:pt x="404" y="219"/>
                      <a:pt x="404" y="219"/>
                      <a:pt x="404" y="219"/>
                    </a:cubicBezTo>
                    <a:cubicBezTo>
                      <a:pt x="403" y="218"/>
                      <a:pt x="403" y="218"/>
                      <a:pt x="403" y="218"/>
                    </a:cubicBezTo>
                    <a:cubicBezTo>
                      <a:pt x="403" y="218"/>
                      <a:pt x="396" y="202"/>
                      <a:pt x="386" y="190"/>
                    </a:cubicBezTo>
                    <a:cubicBezTo>
                      <a:pt x="381" y="185"/>
                      <a:pt x="377" y="173"/>
                      <a:pt x="374" y="161"/>
                    </a:cubicBezTo>
                    <a:cubicBezTo>
                      <a:pt x="372" y="148"/>
                      <a:pt x="370" y="135"/>
                      <a:pt x="370" y="126"/>
                    </a:cubicBezTo>
                    <a:cubicBezTo>
                      <a:pt x="370" y="124"/>
                      <a:pt x="370" y="123"/>
                      <a:pt x="370" y="122"/>
                    </a:cubicBezTo>
                    <a:cubicBezTo>
                      <a:pt x="370" y="114"/>
                      <a:pt x="371" y="104"/>
                      <a:pt x="373" y="95"/>
                    </a:cubicBezTo>
                    <a:cubicBezTo>
                      <a:pt x="375" y="86"/>
                      <a:pt x="379" y="78"/>
                      <a:pt x="387" y="72"/>
                    </a:cubicBezTo>
                    <a:cubicBezTo>
                      <a:pt x="402" y="60"/>
                      <a:pt x="417" y="51"/>
                      <a:pt x="424" y="46"/>
                    </a:cubicBezTo>
                    <a:cubicBezTo>
                      <a:pt x="429" y="41"/>
                      <a:pt x="436" y="33"/>
                      <a:pt x="436" y="23"/>
                    </a:cubicBezTo>
                    <a:cubicBezTo>
                      <a:pt x="436" y="22"/>
                      <a:pt x="436" y="22"/>
                      <a:pt x="436" y="21"/>
                    </a:cubicBezTo>
                    <a:cubicBezTo>
                      <a:pt x="436" y="20"/>
                      <a:pt x="436" y="20"/>
                      <a:pt x="436" y="20"/>
                    </a:cubicBezTo>
                    <a:cubicBezTo>
                      <a:pt x="363" y="40"/>
                      <a:pt x="363" y="40"/>
                      <a:pt x="363" y="40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217" y="29"/>
                      <a:pt x="217" y="29"/>
                      <a:pt x="217" y="29"/>
                    </a:cubicBezTo>
                    <a:cubicBezTo>
                      <a:pt x="363" y="42"/>
                      <a:pt x="363" y="42"/>
                      <a:pt x="363" y="42"/>
                    </a:cubicBezTo>
                    <a:cubicBezTo>
                      <a:pt x="435" y="22"/>
                      <a:pt x="435" y="22"/>
                      <a:pt x="435" y="22"/>
                    </a:cubicBezTo>
                    <a:cubicBezTo>
                      <a:pt x="435" y="21"/>
                      <a:pt x="435" y="21"/>
                      <a:pt x="435" y="21"/>
                    </a:cubicBezTo>
                    <a:cubicBezTo>
                      <a:pt x="434" y="21"/>
                      <a:pt x="434" y="21"/>
                      <a:pt x="434" y="21"/>
                    </a:cubicBezTo>
                    <a:cubicBezTo>
                      <a:pt x="434" y="22"/>
                      <a:pt x="434" y="22"/>
                      <a:pt x="434" y="23"/>
                    </a:cubicBezTo>
                    <a:cubicBezTo>
                      <a:pt x="434" y="32"/>
                      <a:pt x="428" y="40"/>
                      <a:pt x="422" y="44"/>
                    </a:cubicBezTo>
                    <a:cubicBezTo>
                      <a:pt x="417" y="49"/>
                      <a:pt x="400" y="58"/>
                      <a:pt x="385" y="70"/>
                    </a:cubicBezTo>
                    <a:cubicBezTo>
                      <a:pt x="378" y="76"/>
                      <a:pt x="374" y="85"/>
                      <a:pt x="371" y="94"/>
                    </a:cubicBezTo>
                    <a:cubicBezTo>
                      <a:pt x="369" y="104"/>
                      <a:pt x="369" y="113"/>
                      <a:pt x="368" y="122"/>
                    </a:cubicBezTo>
                    <a:cubicBezTo>
                      <a:pt x="368" y="123"/>
                      <a:pt x="368" y="124"/>
                      <a:pt x="368" y="126"/>
                    </a:cubicBezTo>
                    <a:cubicBezTo>
                      <a:pt x="368" y="135"/>
                      <a:pt x="370" y="148"/>
                      <a:pt x="372" y="161"/>
                    </a:cubicBezTo>
                    <a:cubicBezTo>
                      <a:pt x="375" y="174"/>
                      <a:pt x="379" y="186"/>
                      <a:pt x="384" y="192"/>
                    </a:cubicBezTo>
                    <a:cubicBezTo>
                      <a:pt x="389" y="198"/>
                      <a:pt x="393" y="204"/>
                      <a:pt x="396" y="209"/>
                    </a:cubicBezTo>
                    <a:cubicBezTo>
                      <a:pt x="398" y="212"/>
                      <a:pt x="399" y="214"/>
                      <a:pt x="400" y="216"/>
                    </a:cubicBezTo>
                    <a:cubicBezTo>
                      <a:pt x="401" y="218"/>
                      <a:pt x="401" y="218"/>
                      <a:pt x="401" y="218"/>
                    </a:cubicBezTo>
                    <a:cubicBezTo>
                      <a:pt x="402" y="218"/>
                      <a:pt x="402" y="218"/>
                      <a:pt x="402" y="218"/>
                    </a:cubicBezTo>
                    <a:cubicBezTo>
                      <a:pt x="402" y="217"/>
                      <a:pt x="402" y="217"/>
                      <a:pt x="402" y="217"/>
                    </a:cubicBezTo>
                    <a:cubicBezTo>
                      <a:pt x="402" y="217"/>
                      <a:pt x="252" y="219"/>
                      <a:pt x="209" y="222"/>
                    </a:cubicBezTo>
                    <a:cubicBezTo>
                      <a:pt x="187" y="224"/>
                      <a:pt x="136" y="233"/>
                      <a:pt x="89" y="242"/>
                    </a:cubicBezTo>
                    <a:cubicBezTo>
                      <a:pt x="43" y="251"/>
                      <a:pt x="2" y="260"/>
                      <a:pt x="2" y="260"/>
                    </a:cubicBezTo>
                    <a:cubicBezTo>
                      <a:pt x="2" y="261"/>
                      <a:pt x="2" y="261"/>
                      <a:pt x="2" y="261"/>
                    </a:cubicBezTo>
                    <a:cubicBezTo>
                      <a:pt x="3" y="261"/>
                      <a:pt x="3" y="261"/>
                      <a:pt x="3" y="261"/>
                    </a:cubicBezTo>
                    <a:cubicBezTo>
                      <a:pt x="2" y="258"/>
                      <a:pt x="2" y="256"/>
                      <a:pt x="2" y="253"/>
                    </a:cubicBezTo>
                    <a:cubicBezTo>
                      <a:pt x="2" y="242"/>
                      <a:pt x="6" y="226"/>
                      <a:pt x="12" y="212"/>
                    </a:cubicBezTo>
                    <a:cubicBezTo>
                      <a:pt x="18" y="198"/>
                      <a:pt x="24" y="186"/>
                      <a:pt x="29" y="181"/>
                    </a:cubicBezTo>
                    <a:cubicBezTo>
                      <a:pt x="31" y="177"/>
                      <a:pt x="34" y="172"/>
                      <a:pt x="37" y="165"/>
                    </a:cubicBezTo>
                    <a:cubicBezTo>
                      <a:pt x="42" y="155"/>
                      <a:pt x="46" y="142"/>
                      <a:pt x="50" y="131"/>
                    </a:cubicBezTo>
                    <a:cubicBezTo>
                      <a:pt x="53" y="119"/>
                      <a:pt x="56" y="109"/>
                      <a:pt x="56" y="103"/>
                    </a:cubicBezTo>
                    <a:cubicBezTo>
                      <a:pt x="56" y="102"/>
                      <a:pt x="56" y="100"/>
                      <a:pt x="56" y="99"/>
                    </a:cubicBezTo>
                    <a:cubicBezTo>
                      <a:pt x="56" y="85"/>
                      <a:pt x="52" y="69"/>
                      <a:pt x="39" y="56"/>
                    </a:cubicBezTo>
                    <a:cubicBezTo>
                      <a:pt x="12" y="30"/>
                      <a:pt x="11" y="7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6" name="Freeform 391">
                <a:extLst>
                  <a:ext uri="{FF2B5EF4-FFF2-40B4-BE49-F238E27FC236}">
                    <a16:creationId xmlns:a16="http://schemas.microsoft.com/office/drawing/2014/main" id="{4423E5B6-CBCB-4D36-8157-09750E739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407"/>
                <a:ext cx="890" cy="1536"/>
              </a:xfrm>
              <a:custGeom>
                <a:avLst/>
                <a:gdLst>
                  <a:gd name="T0" fmla="*/ 5563 w 356"/>
                  <a:gd name="T1" fmla="*/ 9614 h 614"/>
                  <a:gd name="T2" fmla="*/ 2533 w 356"/>
                  <a:gd name="T3" fmla="*/ 4806 h 614"/>
                  <a:gd name="T4" fmla="*/ 5563 w 356"/>
                  <a:gd name="T5" fmla="*/ 0 h 614"/>
                  <a:gd name="T6" fmla="*/ 3033 w 356"/>
                  <a:gd name="T7" fmla="*/ 0 h 614"/>
                  <a:gd name="T8" fmla="*/ 0 w 356"/>
                  <a:gd name="T9" fmla="*/ 4806 h 614"/>
                  <a:gd name="T10" fmla="*/ 3033 w 356"/>
                  <a:gd name="T11" fmla="*/ 9614 h 614"/>
                  <a:gd name="T12" fmla="*/ 5563 w 356"/>
                  <a:gd name="T13" fmla="*/ 9614 h 6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6" h="614">
                    <a:moveTo>
                      <a:pt x="356" y="614"/>
                    </a:moveTo>
                    <a:cubicBezTo>
                      <a:pt x="249" y="614"/>
                      <a:pt x="162" y="477"/>
                      <a:pt x="162" y="307"/>
                    </a:cubicBezTo>
                    <a:cubicBezTo>
                      <a:pt x="162" y="138"/>
                      <a:pt x="249" y="0"/>
                      <a:pt x="356" y="0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87" y="0"/>
                      <a:pt x="0" y="138"/>
                      <a:pt x="0" y="307"/>
                    </a:cubicBezTo>
                    <a:cubicBezTo>
                      <a:pt x="0" y="477"/>
                      <a:pt x="87" y="614"/>
                      <a:pt x="194" y="614"/>
                    </a:cubicBezTo>
                    <a:lnTo>
                      <a:pt x="356" y="614"/>
                    </a:lnTo>
                    <a:close/>
                  </a:path>
                </a:pathLst>
              </a:custGeom>
              <a:solidFill>
                <a:srgbClr val="EFA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7" name="Freeform 392">
                <a:extLst>
                  <a:ext uri="{FF2B5EF4-FFF2-40B4-BE49-F238E27FC236}">
                    <a16:creationId xmlns:a16="http://schemas.microsoft.com/office/drawing/2014/main" id="{B752FEF7-3035-40B4-9708-11E9DD376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407"/>
                <a:ext cx="890" cy="796"/>
              </a:xfrm>
              <a:custGeom>
                <a:avLst/>
                <a:gdLst>
                  <a:gd name="T0" fmla="*/ 4438 w 356"/>
                  <a:gd name="T1" fmla="*/ 345 h 318"/>
                  <a:gd name="T2" fmla="*/ 5563 w 356"/>
                  <a:gd name="T3" fmla="*/ 0 h 318"/>
                  <a:gd name="T4" fmla="*/ 3033 w 356"/>
                  <a:gd name="T5" fmla="*/ 0 h 318"/>
                  <a:gd name="T6" fmla="*/ 0 w 356"/>
                  <a:gd name="T7" fmla="*/ 4811 h 318"/>
                  <a:gd name="T8" fmla="*/ 0 w 356"/>
                  <a:gd name="T9" fmla="*/ 4989 h 318"/>
                  <a:gd name="T10" fmla="*/ 3033 w 356"/>
                  <a:gd name="T11" fmla="*/ 345 h 318"/>
                  <a:gd name="T12" fmla="*/ 4438 w 356"/>
                  <a:gd name="T13" fmla="*/ 345 h 3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6" h="318">
                    <a:moveTo>
                      <a:pt x="284" y="22"/>
                    </a:moveTo>
                    <a:cubicBezTo>
                      <a:pt x="306" y="8"/>
                      <a:pt x="330" y="0"/>
                      <a:pt x="356" y="0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87" y="0"/>
                      <a:pt x="0" y="138"/>
                      <a:pt x="0" y="307"/>
                    </a:cubicBezTo>
                    <a:cubicBezTo>
                      <a:pt x="0" y="311"/>
                      <a:pt x="0" y="315"/>
                      <a:pt x="0" y="318"/>
                    </a:cubicBezTo>
                    <a:cubicBezTo>
                      <a:pt x="4" y="154"/>
                      <a:pt x="89" y="22"/>
                      <a:pt x="194" y="22"/>
                    </a:cubicBezTo>
                    <a:lnTo>
                      <a:pt x="284" y="22"/>
                    </a:lnTo>
                    <a:close/>
                  </a:path>
                </a:pathLst>
              </a:custGeom>
              <a:solidFill>
                <a:srgbClr val="F2C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8" name="Freeform 393">
                <a:extLst>
                  <a:ext uri="{FF2B5EF4-FFF2-40B4-BE49-F238E27FC236}">
                    <a16:creationId xmlns:a16="http://schemas.microsoft.com/office/drawing/2014/main" id="{6D3C89B5-F067-4880-9585-2CB4C4266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3678"/>
                <a:ext cx="772" cy="265"/>
              </a:xfrm>
              <a:custGeom>
                <a:avLst/>
                <a:gdLst>
                  <a:gd name="T0" fmla="*/ 2696 w 309"/>
                  <a:gd name="T1" fmla="*/ 283 h 106"/>
                  <a:gd name="T2" fmla="*/ 1042 w 309"/>
                  <a:gd name="T3" fmla="*/ 283 h 106"/>
                  <a:gd name="T4" fmla="*/ 0 w 309"/>
                  <a:gd name="T5" fmla="*/ 0 h 106"/>
                  <a:gd name="T6" fmla="*/ 2291 w 309"/>
                  <a:gd name="T7" fmla="*/ 1658 h 106"/>
                  <a:gd name="T8" fmla="*/ 4819 w 309"/>
                  <a:gd name="T9" fmla="*/ 1658 h 106"/>
                  <a:gd name="T10" fmla="*/ 2696 w 309"/>
                  <a:gd name="T11" fmla="*/ 283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9" h="106">
                    <a:moveTo>
                      <a:pt x="173" y="18"/>
                    </a:moveTo>
                    <a:cubicBezTo>
                      <a:pt x="67" y="18"/>
                      <a:pt x="67" y="18"/>
                      <a:pt x="67" y="18"/>
                    </a:cubicBezTo>
                    <a:cubicBezTo>
                      <a:pt x="44" y="18"/>
                      <a:pt x="21" y="12"/>
                      <a:pt x="0" y="0"/>
                    </a:cubicBezTo>
                    <a:cubicBezTo>
                      <a:pt x="36" y="65"/>
                      <a:pt x="89" y="106"/>
                      <a:pt x="147" y="106"/>
                    </a:cubicBezTo>
                    <a:cubicBezTo>
                      <a:pt x="309" y="106"/>
                      <a:pt x="309" y="106"/>
                      <a:pt x="309" y="106"/>
                    </a:cubicBezTo>
                    <a:cubicBezTo>
                      <a:pt x="256" y="106"/>
                      <a:pt x="208" y="73"/>
                      <a:pt x="173" y="18"/>
                    </a:cubicBezTo>
                    <a:close/>
                  </a:path>
                </a:pathLst>
              </a:custGeom>
              <a:solidFill>
                <a:srgbClr val="E79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9" name="Freeform 394">
                <a:extLst>
                  <a:ext uri="{FF2B5EF4-FFF2-40B4-BE49-F238E27FC236}">
                    <a16:creationId xmlns:a16="http://schemas.microsoft.com/office/drawing/2014/main" id="{326B7C6A-FB91-4FDD-85DD-4FB646E53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402"/>
                <a:ext cx="895" cy="1546"/>
              </a:xfrm>
              <a:custGeom>
                <a:avLst/>
                <a:gdLst>
                  <a:gd name="T0" fmla="*/ 5595 w 358"/>
                  <a:gd name="T1" fmla="*/ 9644 h 618"/>
                  <a:gd name="T2" fmla="*/ 5595 w 358"/>
                  <a:gd name="T3" fmla="*/ 9611 h 618"/>
                  <a:gd name="T4" fmla="*/ 3470 w 358"/>
                  <a:gd name="T5" fmla="*/ 8218 h 618"/>
                  <a:gd name="T6" fmla="*/ 2595 w 358"/>
                  <a:gd name="T7" fmla="*/ 4838 h 618"/>
                  <a:gd name="T8" fmla="*/ 3470 w 358"/>
                  <a:gd name="T9" fmla="*/ 1458 h 618"/>
                  <a:gd name="T10" fmla="*/ 5595 w 358"/>
                  <a:gd name="T11" fmla="*/ 63 h 618"/>
                  <a:gd name="T12" fmla="*/ 5595 w 358"/>
                  <a:gd name="T13" fmla="*/ 0 h 618"/>
                  <a:gd name="T14" fmla="*/ 3063 w 358"/>
                  <a:gd name="T15" fmla="*/ 0 h 618"/>
                  <a:gd name="T16" fmla="*/ 895 w 358"/>
                  <a:gd name="T17" fmla="*/ 1426 h 618"/>
                  <a:gd name="T18" fmla="*/ 0 w 358"/>
                  <a:gd name="T19" fmla="*/ 4838 h 618"/>
                  <a:gd name="T20" fmla="*/ 895 w 358"/>
                  <a:gd name="T21" fmla="*/ 8268 h 618"/>
                  <a:gd name="T22" fmla="*/ 3063 w 358"/>
                  <a:gd name="T23" fmla="*/ 9676 h 618"/>
                  <a:gd name="T24" fmla="*/ 5595 w 358"/>
                  <a:gd name="T25" fmla="*/ 9676 h 618"/>
                  <a:gd name="T26" fmla="*/ 5595 w 358"/>
                  <a:gd name="T27" fmla="*/ 9611 h 618"/>
                  <a:gd name="T28" fmla="*/ 5595 w 358"/>
                  <a:gd name="T29" fmla="*/ 9644 h 618"/>
                  <a:gd name="T30" fmla="*/ 5595 w 358"/>
                  <a:gd name="T31" fmla="*/ 9611 h 618"/>
                  <a:gd name="T32" fmla="*/ 3063 w 358"/>
                  <a:gd name="T33" fmla="*/ 9611 h 618"/>
                  <a:gd name="T34" fmla="*/ 938 w 358"/>
                  <a:gd name="T35" fmla="*/ 8218 h 618"/>
                  <a:gd name="T36" fmla="*/ 63 w 358"/>
                  <a:gd name="T37" fmla="*/ 4838 h 618"/>
                  <a:gd name="T38" fmla="*/ 938 w 358"/>
                  <a:gd name="T39" fmla="*/ 1458 h 618"/>
                  <a:gd name="T40" fmla="*/ 3063 w 358"/>
                  <a:gd name="T41" fmla="*/ 63 h 618"/>
                  <a:gd name="T42" fmla="*/ 5595 w 358"/>
                  <a:gd name="T43" fmla="*/ 63 h 618"/>
                  <a:gd name="T44" fmla="*/ 5595 w 358"/>
                  <a:gd name="T45" fmla="*/ 0 h 618"/>
                  <a:gd name="T46" fmla="*/ 3425 w 358"/>
                  <a:gd name="T47" fmla="*/ 1426 h 618"/>
                  <a:gd name="T48" fmla="*/ 2533 w 358"/>
                  <a:gd name="T49" fmla="*/ 4838 h 618"/>
                  <a:gd name="T50" fmla="*/ 3425 w 358"/>
                  <a:gd name="T51" fmla="*/ 8268 h 618"/>
                  <a:gd name="T52" fmla="*/ 5595 w 358"/>
                  <a:gd name="T53" fmla="*/ 9676 h 618"/>
                  <a:gd name="T54" fmla="*/ 5595 w 358"/>
                  <a:gd name="T55" fmla="*/ 9611 h 618"/>
                  <a:gd name="T56" fmla="*/ 5595 w 358"/>
                  <a:gd name="T57" fmla="*/ 9644 h 61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58" h="618">
                    <a:moveTo>
                      <a:pt x="358" y="616"/>
                    </a:moveTo>
                    <a:cubicBezTo>
                      <a:pt x="358" y="614"/>
                      <a:pt x="358" y="614"/>
                      <a:pt x="358" y="614"/>
                    </a:cubicBezTo>
                    <a:cubicBezTo>
                      <a:pt x="305" y="614"/>
                      <a:pt x="257" y="581"/>
                      <a:pt x="222" y="525"/>
                    </a:cubicBezTo>
                    <a:cubicBezTo>
                      <a:pt x="187" y="470"/>
                      <a:pt x="166" y="394"/>
                      <a:pt x="166" y="309"/>
                    </a:cubicBezTo>
                    <a:cubicBezTo>
                      <a:pt x="166" y="225"/>
                      <a:pt x="187" y="148"/>
                      <a:pt x="222" y="93"/>
                    </a:cubicBezTo>
                    <a:cubicBezTo>
                      <a:pt x="257" y="38"/>
                      <a:pt x="305" y="4"/>
                      <a:pt x="358" y="4"/>
                    </a:cubicBezTo>
                    <a:cubicBezTo>
                      <a:pt x="358" y="0"/>
                      <a:pt x="358" y="0"/>
                      <a:pt x="358" y="0"/>
                    </a:cubicBezTo>
                    <a:cubicBezTo>
                      <a:pt x="196" y="0"/>
                      <a:pt x="196" y="0"/>
                      <a:pt x="196" y="0"/>
                    </a:cubicBezTo>
                    <a:cubicBezTo>
                      <a:pt x="141" y="0"/>
                      <a:pt x="92" y="35"/>
                      <a:pt x="57" y="91"/>
                    </a:cubicBezTo>
                    <a:cubicBezTo>
                      <a:pt x="22" y="147"/>
                      <a:pt x="0" y="224"/>
                      <a:pt x="0" y="309"/>
                    </a:cubicBezTo>
                    <a:cubicBezTo>
                      <a:pt x="0" y="394"/>
                      <a:pt x="22" y="472"/>
                      <a:pt x="57" y="528"/>
                    </a:cubicBezTo>
                    <a:cubicBezTo>
                      <a:pt x="92" y="584"/>
                      <a:pt x="141" y="618"/>
                      <a:pt x="196" y="618"/>
                    </a:cubicBezTo>
                    <a:cubicBezTo>
                      <a:pt x="358" y="618"/>
                      <a:pt x="358" y="618"/>
                      <a:pt x="358" y="618"/>
                    </a:cubicBezTo>
                    <a:cubicBezTo>
                      <a:pt x="358" y="614"/>
                      <a:pt x="358" y="614"/>
                      <a:pt x="358" y="614"/>
                    </a:cubicBezTo>
                    <a:cubicBezTo>
                      <a:pt x="358" y="616"/>
                      <a:pt x="358" y="616"/>
                      <a:pt x="358" y="616"/>
                    </a:cubicBezTo>
                    <a:cubicBezTo>
                      <a:pt x="358" y="614"/>
                      <a:pt x="358" y="614"/>
                      <a:pt x="358" y="614"/>
                    </a:cubicBezTo>
                    <a:cubicBezTo>
                      <a:pt x="196" y="614"/>
                      <a:pt x="196" y="614"/>
                      <a:pt x="196" y="614"/>
                    </a:cubicBezTo>
                    <a:cubicBezTo>
                      <a:pt x="143" y="614"/>
                      <a:pt x="95" y="581"/>
                      <a:pt x="60" y="525"/>
                    </a:cubicBezTo>
                    <a:cubicBezTo>
                      <a:pt x="25" y="470"/>
                      <a:pt x="4" y="394"/>
                      <a:pt x="4" y="309"/>
                    </a:cubicBezTo>
                    <a:cubicBezTo>
                      <a:pt x="4" y="225"/>
                      <a:pt x="25" y="148"/>
                      <a:pt x="60" y="93"/>
                    </a:cubicBezTo>
                    <a:cubicBezTo>
                      <a:pt x="95" y="38"/>
                      <a:pt x="143" y="4"/>
                      <a:pt x="196" y="4"/>
                    </a:cubicBezTo>
                    <a:cubicBezTo>
                      <a:pt x="358" y="4"/>
                      <a:pt x="358" y="4"/>
                      <a:pt x="358" y="4"/>
                    </a:cubicBezTo>
                    <a:cubicBezTo>
                      <a:pt x="358" y="0"/>
                      <a:pt x="358" y="0"/>
                      <a:pt x="358" y="0"/>
                    </a:cubicBezTo>
                    <a:cubicBezTo>
                      <a:pt x="303" y="0"/>
                      <a:pt x="254" y="35"/>
                      <a:pt x="219" y="91"/>
                    </a:cubicBezTo>
                    <a:cubicBezTo>
                      <a:pt x="184" y="147"/>
                      <a:pt x="162" y="224"/>
                      <a:pt x="162" y="309"/>
                    </a:cubicBezTo>
                    <a:cubicBezTo>
                      <a:pt x="162" y="394"/>
                      <a:pt x="184" y="472"/>
                      <a:pt x="219" y="528"/>
                    </a:cubicBezTo>
                    <a:cubicBezTo>
                      <a:pt x="254" y="584"/>
                      <a:pt x="303" y="618"/>
                      <a:pt x="358" y="618"/>
                    </a:cubicBezTo>
                    <a:cubicBezTo>
                      <a:pt x="358" y="614"/>
                      <a:pt x="358" y="614"/>
                      <a:pt x="358" y="614"/>
                    </a:cubicBezTo>
                    <a:lnTo>
                      <a:pt x="358" y="616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0" name="Freeform 395">
                <a:extLst>
                  <a:ext uri="{FF2B5EF4-FFF2-40B4-BE49-F238E27FC236}">
                    <a16:creationId xmlns:a16="http://schemas.microsoft.com/office/drawing/2014/main" id="{25B6EC95-FB6C-409E-AE4C-2C77B8C3B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407"/>
                <a:ext cx="495" cy="1536"/>
              </a:xfrm>
              <a:custGeom>
                <a:avLst/>
                <a:gdLst>
                  <a:gd name="T0" fmla="*/ 3095 w 198"/>
                  <a:gd name="T1" fmla="*/ 863 h 614"/>
                  <a:gd name="T2" fmla="*/ 845 w 198"/>
                  <a:gd name="T3" fmla="*/ 4713 h 614"/>
                  <a:gd name="T4" fmla="*/ 3095 w 198"/>
                  <a:gd name="T5" fmla="*/ 8561 h 614"/>
                  <a:gd name="T6" fmla="*/ 3095 w 198"/>
                  <a:gd name="T7" fmla="*/ 9614 h 614"/>
                  <a:gd name="T8" fmla="*/ 3033 w 198"/>
                  <a:gd name="T9" fmla="*/ 9614 h 614"/>
                  <a:gd name="T10" fmla="*/ 0 w 198"/>
                  <a:gd name="T11" fmla="*/ 4806 h 614"/>
                  <a:gd name="T12" fmla="*/ 3033 w 198"/>
                  <a:gd name="T13" fmla="*/ 0 h 614"/>
                  <a:gd name="T14" fmla="*/ 3095 w 198"/>
                  <a:gd name="T15" fmla="*/ 0 h 614"/>
                  <a:gd name="T16" fmla="*/ 3095 w 198"/>
                  <a:gd name="T17" fmla="*/ 863 h 6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" h="614">
                    <a:moveTo>
                      <a:pt x="198" y="55"/>
                    </a:moveTo>
                    <a:cubicBezTo>
                      <a:pt x="117" y="64"/>
                      <a:pt x="54" y="171"/>
                      <a:pt x="54" y="301"/>
                    </a:cubicBezTo>
                    <a:cubicBezTo>
                      <a:pt x="54" y="431"/>
                      <a:pt x="117" y="538"/>
                      <a:pt x="198" y="547"/>
                    </a:cubicBezTo>
                    <a:cubicBezTo>
                      <a:pt x="198" y="614"/>
                      <a:pt x="198" y="614"/>
                      <a:pt x="198" y="614"/>
                    </a:cubicBezTo>
                    <a:cubicBezTo>
                      <a:pt x="196" y="614"/>
                      <a:pt x="195" y="614"/>
                      <a:pt x="194" y="614"/>
                    </a:cubicBezTo>
                    <a:cubicBezTo>
                      <a:pt x="87" y="614"/>
                      <a:pt x="0" y="477"/>
                      <a:pt x="0" y="307"/>
                    </a:cubicBezTo>
                    <a:cubicBezTo>
                      <a:pt x="0" y="138"/>
                      <a:pt x="87" y="0"/>
                      <a:pt x="194" y="0"/>
                    </a:cubicBezTo>
                    <a:cubicBezTo>
                      <a:pt x="195" y="0"/>
                      <a:pt x="197" y="0"/>
                      <a:pt x="198" y="0"/>
                    </a:cubicBezTo>
                    <a:cubicBezTo>
                      <a:pt x="198" y="55"/>
                      <a:pt x="198" y="55"/>
                      <a:pt x="198" y="55"/>
                    </a:cubicBezTo>
                  </a:path>
                </a:pathLst>
              </a:custGeom>
              <a:solidFill>
                <a:srgbClr val="F4D9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1" name="Freeform 396">
                <a:extLst>
                  <a:ext uri="{FF2B5EF4-FFF2-40B4-BE49-F238E27FC236}">
                    <a16:creationId xmlns:a16="http://schemas.microsoft.com/office/drawing/2014/main" id="{0B673A94-9D9B-40C4-B91F-773C8C158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540"/>
                <a:ext cx="365" cy="1241"/>
              </a:xfrm>
              <a:custGeom>
                <a:avLst/>
                <a:gdLst>
                  <a:gd name="T0" fmla="*/ 2283 w 146"/>
                  <a:gd name="T1" fmla="*/ 0 h 496"/>
                  <a:gd name="T2" fmla="*/ 658 w 146"/>
                  <a:gd name="T3" fmla="*/ 1238 h 496"/>
                  <a:gd name="T4" fmla="*/ 0 w 146"/>
                  <a:gd name="T5" fmla="*/ 3888 h 496"/>
                  <a:gd name="T6" fmla="*/ 658 w 146"/>
                  <a:gd name="T7" fmla="*/ 6530 h 496"/>
                  <a:gd name="T8" fmla="*/ 2283 w 146"/>
                  <a:gd name="T9" fmla="*/ 7769 h 496"/>
                  <a:gd name="T10" fmla="*/ 2283 w 146"/>
                  <a:gd name="T11" fmla="*/ 7706 h 496"/>
                  <a:gd name="T12" fmla="*/ 708 w 146"/>
                  <a:gd name="T13" fmla="*/ 6498 h 496"/>
                  <a:gd name="T14" fmla="*/ 63 w 146"/>
                  <a:gd name="T15" fmla="*/ 3888 h 496"/>
                  <a:gd name="T16" fmla="*/ 720 w 146"/>
                  <a:gd name="T17" fmla="*/ 1271 h 496"/>
                  <a:gd name="T18" fmla="*/ 2283 w 146"/>
                  <a:gd name="T19" fmla="*/ 63 h 496"/>
                  <a:gd name="T20" fmla="*/ 2283 w 146"/>
                  <a:gd name="T21" fmla="*/ 0 h 496"/>
                  <a:gd name="T22" fmla="*/ 2283 w 146"/>
                  <a:gd name="T23" fmla="*/ 0 h 4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6" h="496">
                    <a:moveTo>
                      <a:pt x="146" y="0"/>
                    </a:moveTo>
                    <a:cubicBezTo>
                      <a:pt x="105" y="5"/>
                      <a:pt x="68" y="34"/>
                      <a:pt x="42" y="79"/>
                    </a:cubicBezTo>
                    <a:cubicBezTo>
                      <a:pt x="16" y="123"/>
                      <a:pt x="0" y="183"/>
                      <a:pt x="0" y="248"/>
                    </a:cubicBezTo>
                    <a:cubicBezTo>
                      <a:pt x="0" y="313"/>
                      <a:pt x="16" y="373"/>
                      <a:pt x="42" y="417"/>
                    </a:cubicBezTo>
                    <a:cubicBezTo>
                      <a:pt x="68" y="462"/>
                      <a:pt x="105" y="491"/>
                      <a:pt x="146" y="496"/>
                    </a:cubicBezTo>
                    <a:cubicBezTo>
                      <a:pt x="146" y="492"/>
                      <a:pt x="146" y="492"/>
                      <a:pt x="146" y="492"/>
                    </a:cubicBezTo>
                    <a:cubicBezTo>
                      <a:pt x="107" y="488"/>
                      <a:pt x="71" y="459"/>
                      <a:pt x="45" y="415"/>
                    </a:cubicBezTo>
                    <a:cubicBezTo>
                      <a:pt x="20" y="371"/>
                      <a:pt x="4" y="313"/>
                      <a:pt x="4" y="248"/>
                    </a:cubicBezTo>
                    <a:cubicBezTo>
                      <a:pt x="4" y="183"/>
                      <a:pt x="20" y="124"/>
                      <a:pt x="46" y="81"/>
                    </a:cubicBezTo>
                    <a:cubicBezTo>
                      <a:pt x="71" y="37"/>
                      <a:pt x="107" y="8"/>
                      <a:pt x="146" y="4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46" y="0"/>
                      <a:pt x="146" y="0"/>
                      <a:pt x="146" y="0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2" name="Freeform 397">
                <a:extLst>
                  <a:ext uri="{FF2B5EF4-FFF2-40B4-BE49-F238E27FC236}">
                    <a16:creationId xmlns:a16="http://schemas.microsoft.com/office/drawing/2014/main" id="{402C8B05-1892-4333-B2DE-E99F3593B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508"/>
                <a:ext cx="395" cy="1303"/>
              </a:xfrm>
              <a:custGeom>
                <a:avLst/>
                <a:gdLst>
                  <a:gd name="T0" fmla="*/ 2470 w 158"/>
                  <a:gd name="T1" fmla="*/ 7931 h 521"/>
                  <a:gd name="T2" fmla="*/ 220 w 158"/>
                  <a:gd name="T3" fmla="*/ 4084 h 521"/>
                  <a:gd name="T4" fmla="*/ 2470 w 158"/>
                  <a:gd name="T5" fmla="*/ 238 h 521"/>
                  <a:gd name="T6" fmla="*/ 2470 w 158"/>
                  <a:gd name="T7" fmla="*/ 0 h 521"/>
                  <a:gd name="T8" fmla="*/ 0 w 158"/>
                  <a:gd name="T9" fmla="*/ 4067 h 521"/>
                  <a:gd name="T10" fmla="*/ 2458 w 158"/>
                  <a:gd name="T11" fmla="*/ 8151 h 521"/>
                  <a:gd name="T12" fmla="*/ 2470 w 158"/>
                  <a:gd name="T13" fmla="*/ 7931 h 5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8" h="521">
                    <a:moveTo>
                      <a:pt x="158" y="507"/>
                    </a:moveTo>
                    <a:cubicBezTo>
                      <a:pt x="77" y="498"/>
                      <a:pt x="14" y="391"/>
                      <a:pt x="14" y="261"/>
                    </a:cubicBezTo>
                    <a:cubicBezTo>
                      <a:pt x="14" y="131"/>
                      <a:pt x="77" y="24"/>
                      <a:pt x="158" y="15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73" y="10"/>
                      <a:pt x="0" y="123"/>
                      <a:pt x="0" y="260"/>
                    </a:cubicBezTo>
                    <a:cubicBezTo>
                      <a:pt x="0" y="398"/>
                      <a:pt x="72" y="511"/>
                      <a:pt x="157" y="521"/>
                    </a:cubicBezTo>
                    <a:cubicBezTo>
                      <a:pt x="158" y="507"/>
                      <a:pt x="158" y="507"/>
                      <a:pt x="158" y="507"/>
                    </a:cubicBezTo>
                  </a:path>
                </a:pathLst>
              </a:custGeom>
              <a:solidFill>
                <a:srgbClr val="D9A9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3" name="Freeform 398">
                <a:extLst>
                  <a:ext uri="{FF2B5EF4-FFF2-40B4-BE49-F238E27FC236}">
                    <a16:creationId xmlns:a16="http://schemas.microsoft.com/office/drawing/2014/main" id="{F72C5373-C3FA-4661-B5DA-C7869D6E3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3310"/>
                <a:ext cx="1032" cy="253"/>
              </a:xfrm>
              <a:custGeom>
                <a:avLst/>
                <a:gdLst>
                  <a:gd name="T0" fmla="*/ 375 w 413"/>
                  <a:gd name="T1" fmla="*/ 1588 h 101"/>
                  <a:gd name="T2" fmla="*/ 200 w 413"/>
                  <a:gd name="T3" fmla="*/ 879 h 101"/>
                  <a:gd name="T4" fmla="*/ 1104 w 413"/>
                  <a:gd name="T5" fmla="*/ 333 h 101"/>
                  <a:gd name="T6" fmla="*/ 1729 w 413"/>
                  <a:gd name="T7" fmla="*/ 125 h 101"/>
                  <a:gd name="T8" fmla="*/ 2354 w 413"/>
                  <a:gd name="T9" fmla="*/ 250 h 101"/>
                  <a:gd name="T10" fmla="*/ 2666 w 413"/>
                  <a:gd name="T11" fmla="*/ 283 h 101"/>
                  <a:gd name="T12" fmla="*/ 3341 w 413"/>
                  <a:gd name="T13" fmla="*/ 301 h 101"/>
                  <a:gd name="T14" fmla="*/ 3946 w 413"/>
                  <a:gd name="T15" fmla="*/ 145 h 101"/>
                  <a:gd name="T16" fmla="*/ 4465 w 413"/>
                  <a:gd name="T17" fmla="*/ 113 h 101"/>
                  <a:gd name="T18" fmla="*/ 4933 w 413"/>
                  <a:gd name="T19" fmla="*/ 125 h 101"/>
                  <a:gd name="T20" fmla="*/ 5745 w 413"/>
                  <a:gd name="T21" fmla="*/ 113 h 101"/>
                  <a:gd name="T22" fmla="*/ 6224 w 413"/>
                  <a:gd name="T23" fmla="*/ 408 h 101"/>
                  <a:gd name="T24" fmla="*/ 6444 w 413"/>
                  <a:gd name="T25" fmla="*/ 679 h 101"/>
                  <a:gd name="T26" fmla="*/ 5932 w 413"/>
                  <a:gd name="T27" fmla="*/ 679 h 101"/>
                  <a:gd name="T28" fmla="*/ 405 w 413"/>
                  <a:gd name="T29" fmla="*/ 1568 h 10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13" h="101">
                    <a:moveTo>
                      <a:pt x="24" y="101"/>
                    </a:moveTo>
                    <a:cubicBezTo>
                      <a:pt x="24" y="101"/>
                      <a:pt x="0" y="79"/>
                      <a:pt x="13" y="56"/>
                    </a:cubicBezTo>
                    <a:cubicBezTo>
                      <a:pt x="26" y="33"/>
                      <a:pt x="63" y="29"/>
                      <a:pt x="71" y="21"/>
                    </a:cubicBezTo>
                    <a:cubicBezTo>
                      <a:pt x="79" y="13"/>
                      <a:pt x="99" y="4"/>
                      <a:pt x="111" y="8"/>
                    </a:cubicBezTo>
                    <a:cubicBezTo>
                      <a:pt x="123" y="12"/>
                      <a:pt x="142" y="17"/>
                      <a:pt x="151" y="16"/>
                    </a:cubicBezTo>
                    <a:cubicBezTo>
                      <a:pt x="160" y="15"/>
                      <a:pt x="162" y="14"/>
                      <a:pt x="171" y="18"/>
                    </a:cubicBezTo>
                    <a:cubicBezTo>
                      <a:pt x="180" y="22"/>
                      <a:pt x="191" y="24"/>
                      <a:pt x="214" y="19"/>
                    </a:cubicBezTo>
                    <a:cubicBezTo>
                      <a:pt x="237" y="14"/>
                      <a:pt x="244" y="13"/>
                      <a:pt x="253" y="9"/>
                    </a:cubicBezTo>
                    <a:cubicBezTo>
                      <a:pt x="262" y="5"/>
                      <a:pt x="279" y="5"/>
                      <a:pt x="286" y="7"/>
                    </a:cubicBezTo>
                    <a:cubicBezTo>
                      <a:pt x="293" y="9"/>
                      <a:pt x="303" y="9"/>
                      <a:pt x="316" y="8"/>
                    </a:cubicBezTo>
                    <a:cubicBezTo>
                      <a:pt x="329" y="7"/>
                      <a:pt x="355" y="0"/>
                      <a:pt x="368" y="7"/>
                    </a:cubicBezTo>
                    <a:cubicBezTo>
                      <a:pt x="381" y="14"/>
                      <a:pt x="392" y="23"/>
                      <a:pt x="399" y="26"/>
                    </a:cubicBezTo>
                    <a:cubicBezTo>
                      <a:pt x="406" y="29"/>
                      <a:pt x="412" y="34"/>
                      <a:pt x="413" y="43"/>
                    </a:cubicBezTo>
                    <a:cubicBezTo>
                      <a:pt x="402" y="43"/>
                      <a:pt x="391" y="43"/>
                      <a:pt x="380" y="43"/>
                    </a:cubicBezTo>
                    <a:cubicBezTo>
                      <a:pt x="261" y="43"/>
                      <a:pt x="137" y="70"/>
                      <a:pt x="26" y="100"/>
                    </a:cubicBezTo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4" name="Freeform 399">
                <a:extLst>
                  <a:ext uri="{FF2B5EF4-FFF2-40B4-BE49-F238E27FC236}">
                    <a16:creationId xmlns:a16="http://schemas.microsoft.com/office/drawing/2014/main" id="{A9BD021E-5069-44D5-A5CE-C40F88438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3318"/>
                <a:ext cx="1015" cy="247"/>
              </a:xfrm>
              <a:custGeom>
                <a:avLst/>
                <a:gdLst>
                  <a:gd name="T0" fmla="*/ 270 w 406"/>
                  <a:gd name="T1" fmla="*/ 1507 h 99"/>
                  <a:gd name="T2" fmla="*/ 250 w 406"/>
                  <a:gd name="T3" fmla="*/ 1507 h 99"/>
                  <a:gd name="T4" fmla="*/ 33 w 406"/>
                  <a:gd name="T5" fmla="*/ 1040 h 99"/>
                  <a:gd name="T6" fmla="*/ 95 w 406"/>
                  <a:gd name="T7" fmla="*/ 821 h 99"/>
                  <a:gd name="T8" fmla="*/ 563 w 406"/>
                  <a:gd name="T9" fmla="*/ 479 h 99"/>
                  <a:gd name="T10" fmla="*/ 833 w 406"/>
                  <a:gd name="T11" fmla="*/ 387 h 99"/>
                  <a:gd name="T12" fmla="*/ 1000 w 406"/>
                  <a:gd name="T13" fmla="*/ 292 h 99"/>
                  <a:gd name="T14" fmla="*/ 1500 w 406"/>
                  <a:gd name="T15" fmla="*/ 75 h 99"/>
                  <a:gd name="T16" fmla="*/ 1613 w 406"/>
                  <a:gd name="T17" fmla="*/ 92 h 99"/>
                  <a:gd name="T18" fmla="*/ 2188 w 406"/>
                  <a:gd name="T19" fmla="*/ 217 h 99"/>
                  <a:gd name="T20" fmla="*/ 2238 w 406"/>
                  <a:gd name="T21" fmla="*/ 217 h 99"/>
                  <a:gd name="T22" fmla="*/ 2375 w 406"/>
                  <a:gd name="T23" fmla="*/ 200 h 99"/>
                  <a:gd name="T24" fmla="*/ 2550 w 406"/>
                  <a:gd name="T25" fmla="*/ 249 h 99"/>
                  <a:gd name="T26" fmla="*/ 2863 w 406"/>
                  <a:gd name="T27" fmla="*/ 312 h 99"/>
                  <a:gd name="T28" fmla="*/ 3220 w 406"/>
                  <a:gd name="T29" fmla="*/ 262 h 99"/>
                  <a:gd name="T30" fmla="*/ 3833 w 406"/>
                  <a:gd name="T31" fmla="*/ 105 h 99"/>
                  <a:gd name="T32" fmla="*/ 4145 w 406"/>
                  <a:gd name="T33" fmla="*/ 62 h 99"/>
                  <a:gd name="T34" fmla="*/ 4345 w 406"/>
                  <a:gd name="T35" fmla="*/ 75 h 99"/>
                  <a:gd name="T36" fmla="*/ 4583 w 406"/>
                  <a:gd name="T37" fmla="*/ 105 h 99"/>
                  <a:gd name="T38" fmla="*/ 4813 w 406"/>
                  <a:gd name="T39" fmla="*/ 92 h 99"/>
                  <a:gd name="T40" fmla="*/ 5375 w 406"/>
                  <a:gd name="T41" fmla="*/ 30 h 99"/>
                  <a:gd name="T42" fmla="*/ 5625 w 406"/>
                  <a:gd name="T43" fmla="*/ 75 h 99"/>
                  <a:gd name="T44" fmla="*/ 6113 w 406"/>
                  <a:gd name="T45" fmla="*/ 374 h 99"/>
                  <a:gd name="T46" fmla="*/ 6250 w 406"/>
                  <a:gd name="T47" fmla="*/ 467 h 99"/>
                  <a:gd name="T48" fmla="*/ 6313 w 406"/>
                  <a:gd name="T49" fmla="*/ 621 h 99"/>
                  <a:gd name="T50" fmla="*/ 6333 w 406"/>
                  <a:gd name="T51" fmla="*/ 621 h 99"/>
                  <a:gd name="T52" fmla="*/ 6333 w 406"/>
                  <a:gd name="T53" fmla="*/ 604 h 99"/>
                  <a:gd name="T54" fmla="*/ 5813 w 406"/>
                  <a:gd name="T55" fmla="*/ 604 h 99"/>
                  <a:gd name="T56" fmla="*/ 283 w 406"/>
                  <a:gd name="T57" fmla="*/ 1494 h 99"/>
                  <a:gd name="T58" fmla="*/ 283 w 406"/>
                  <a:gd name="T59" fmla="*/ 1524 h 99"/>
                  <a:gd name="T60" fmla="*/ 5813 w 406"/>
                  <a:gd name="T61" fmla="*/ 634 h 99"/>
                  <a:gd name="T62" fmla="*/ 6333 w 406"/>
                  <a:gd name="T63" fmla="*/ 634 h 99"/>
                  <a:gd name="T64" fmla="*/ 6345 w 406"/>
                  <a:gd name="T65" fmla="*/ 634 h 99"/>
                  <a:gd name="T66" fmla="*/ 6345 w 406"/>
                  <a:gd name="T67" fmla="*/ 621 h 99"/>
                  <a:gd name="T68" fmla="*/ 6270 w 406"/>
                  <a:gd name="T69" fmla="*/ 449 h 99"/>
                  <a:gd name="T70" fmla="*/ 6113 w 406"/>
                  <a:gd name="T71" fmla="*/ 342 h 99"/>
                  <a:gd name="T72" fmla="*/ 5625 w 406"/>
                  <a:gd name="T73" fmla="*/ 42 h 99"/>
                  <a:gd name="T74" fmla="*/ 5375 w 406"/>
                  <a:gd name="T75" fmla="*/ 0 h 99"/>
                  <a:gd name="T76" fmla="*/ 4813 w 406"/>
                  <a:gd name="T77" fmla="*/ 62 h 99"/>
                  <a:gd name="T78" fmla="*/ 4583 w 406"/>
                  <a:gd name="T79" fmla="*/ 75 h 99"/>
                  <a:gd name="T80" fmla="*/ 4345 w 406"/>
                  <a:gd name="T81" fmla="*/ 42 h 99"/>
                  <a:gd name="T82" fmla="*/ 4145 w 406"/>
                  <a:gd name="T83" fmla="*/ 30 h 99"/>
                  <a:gd name="T84" fmla="*/ 3833 w 406"/>
                  <a:gd name="T85" fmla="*/ 75 h 99"/>
                  <a:gd name="T86" fmla="*/ 3220 w 406"/>
                  <a:gd name="T87" fmla="*/ 230 h 99"/>
                  <a:gd name="T88" fmla="*/ 2863 w 406"/>
                  <a:gd name="T89" fmla="*/ 279 h 99"/>
                  <a:gd name="T90" fmla="*/ 2550 w 406"/>
                  <a:gd name="T91" fmla="*/ 217 h 99"/>
                  <a:gd name="T92" fmla="*/ 2375 w 406"/>
                  <a:gd name="T93" fmla="*/ 167 h 99"/>
                  <a:gd name="T94" fmla="*/ 2238 w 406"/>
                  <a:gd name="T95" fmla="*/ 187 h 99"/>
                  <a:gd name="T96" fmla="*/ 2188 w 406"/>
                  <a:gd name="T97" fmla="*/ 187 h 99"/>
                  <a:gd name="T98" fmla="*/ 1613 w 406"/>
                  <a:gd name="T99" fmla="*/ 62 h 99"/>
                  <a:gd name="T100" fmla="*/ 1500 w 406"/>
                  <a:gd name="T101" fmla="*/ 42 h 99"/>
                  <a:gd name="T102" fmla="*/ 970 w 406"/>
                  <a:gd name="T103" fmla="*/ 262 h 99"/>
                  <a:gd name="T104" fmla="*/ 813 w 406"/>
                  <a:gd name="T105" fmla="*/ 354 h 99"/>
                  <a:gd name="T106" fmla="*/ 63 w 406"/>
                  <a:gd name="T107" fmla="*/ 821 h 99"/>
                  <a:gd name="T108" fmla="*/ 0 w 406"/>
                  <a:gd name="T109" fmla="*/ 1040 h 99"/>
                  <a:gd name="T110" fmla="*/ 238 w 406"/>
                  <a:gd name="T111" fmla="*/ 1537 h 99"/>
                  <a:gd name="T112" fmla="*/ 270 w 406"/>
                  <a:gd name="T113" fmla="*/ 1507 h 9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06" h="99">
                    <a:moveTo>
                      <a:pt x="17" y="97"/>
                    </a:moveTo>
                    <a:cubicBezTo>
                      <a:pt x="17" y="97"/>
                      <a:pt x="16" y="97"/>
                      <a:pt x="16" y="97"/>
                    </a:cubicBezTo>
                    <a:cubicBezTo>
                      <a:pt x="13" y="94"/>
                      <a:pt x="2" y="82"/>
                      <a:pt x="2" y="67"/>
                    </a:cubicBezTo>
                    <a:cubicBezTo>
                      <a:pt x="2" y="63"/>
                      <a:pt x="3" y="58"/>
                      <a:pt x="6" y="53"/>
                    </a:cubicBezTo>
                    <a:cubicBezTo>
                      <a:pt x="12" y="42"/>
                      <a:pt x="24" y="36"/>
                      <a:pt x="36" y="31"/>
                    </a:cubicBezTo>
                    <a:cubicBezTo>
                      <a:pt x="42" y="28"/>
                      <a:pt x="48" y="26"/>
                      <a:pt x="53" y="25"/>
                    </a:cubicBezTo>
                    <a:cubicBezTo>
                      <a:pt x="58" y="23"/>
                      <a:pt x="61" y="21"/>
                      <a:pt x="64" y="19"/>
                    </a:cubicBezTo>
                    <a:cubicBezTo>
                      <a:pt x="70" y="12"/>
                      <a:pt x="85" y="5"/>
                      <a:pt x="96" y="5"/>
                    </a:cubicBezTo>
                    <a:cubicBezTo>
                      <a:pt x="99" y="5"/>
                      <a:pt x="101" y="5"/>
                      <a:pt x="103" y="6"/>
                    </a:cubicBezTo>
                    <a:cubicBezTo>
                      <a:pt x="114" y="10"/>
                      <a:pt x="130" y="14"/>
                      <a:pt x="140" y="14"/>
                    </a:cubicBezTo>
                    <a:cubicBezTo>
                      <a:pt x="141" y="14"/>
                      <a:pt x="142" y="14"/>
                      <a:pt x="143" y="14"/>
                    </a:cubicBezTo>
                    <a:cubicBezTo>
                      <a:pt x="147" y="14"/>
                      <a:pt x="150" y="13"/>
                      <a:pt x="152" y="13"/>
                    </a:cubicBezTo>
                    <a:cubicBezTo>
                      <a:pt x="155" y="13"/>
                      <a:pt x="158" y="14"/>
                      <a:pt x="163" y="16"/>
                    </a:cubicBezTo>
                    <a:cubicBezTo>
                      <a:pt x="168" y="18"/>
                      <a:pt x="174" y="20"/>
                      <a:pt x="183" y="20"/>
                    </a:cubicBezTo>
                    <a:cubicBezTo>
                      <a:pt x="189" y="20"/>
                      <a:pt x="196" y="19"/>
                      <a:pt x="206" y="17"/>
                    </a:cubicBezTo>
                    <a:cubicBezTo>
                      <a:pt x="229" y="12"/>
                      <a:pt x="236" y="11"/>
                      <a:pt x="245" y="7"/>
                    </a:cubicBezTo>
                    <a:cubicBezTo>
                      <a:pt x="250" y="5"/>
                      <a:pt x="258" y="4"/>
                      <a:pt x="265" y="4"/>
                    </a:cubicBezTo>
                    <a:cubicBezTo>
                      <a:pt x="270" y="4"/>
                      <a:pt x="275" y="4"/>
                      <a:pt x="278" y="5"/>
                    </a:cubicBezTo>
                    <a:cubicBezTo>
                      <a:pt x="282" y="6"/>
                      <a:pt x="287" y="7"/>
                      <a:pt x="293" y="7"/>
                    </a:cubicBezTo>
                    <a:cubicBezTo>
                      <a:pt x="298" y="7"/>
                      <a:pt x="303" y="6"/>
                      <a:pt x="308" y="6"/>
                    </a:cubicBezTo>
                    <a:cubicBezTo>
                      <a:pt x="317" y="5"/>
                      <a:pt x="332" y="2"/>
                      <a:pt x="344" y="2"/>
                    </a:cubicBezTo>
                    <a:cubicBezTo>
                      <a:pt x="350" y="2"/>
                      <a:pt x="356" y="3"/>
                      <a:pt x="360" y="5"/>
                    </a:cubicBezTo>
                    <a:cubicBezTo>
                      <a:pt x="372" y="12"/>
                      <a:pt x="383" y="21"/>
                      <a:pt x="391" y="24"/>
                    </a:cubicBezTo>
                    <a:cubicBezTo>
                      <a:pt x="394" y="25"/>
                      <a:pt x="397" y="27"/>
                      <a:pt x="400" y="30"/>
                    </a:cubicBezTo>
                    <a:cubicBezTo>
                      <a:pt x="402" y="33"/>
                      <a:pt x="403" y="36"/>
                      <a:pt x="404" y="40"/>
                    </a:cubicBezTo>
                    <a:cubicBezTo>
                      <a:pt x="405" y="40"/>
                      <a:pt x="405" y="40"/>
                      <a:pt x="405" y="40"/>
                    </a:cubicBezTo>
                    <a:cubicBezTo>
                      <a:pt x="405" y="39"/>
                      <a:pt x="405" y="39"/>
                      <a:pt x="405" y="39"/>
                    </a:cubicBezTo>
                    <a:cubicBezTo>
                      <a:pt x="394" y="39"/>
                      <a:pt x="383" y="39"/>
                      <a:pt x="372" y="39"/>
                    </a:cubicBezTo>
                    <a:cubicBezTo>
                      <a:pt x="253" y="39"/>
                      <a:pt x="129" y="66"/>
                      <a:pt x="18" y="96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29" y="68"/>
                      <a:pt x="253" y="41"/>
                      <a:pt x="372" y="41"/>
                    </a:cubicBezTo>
                    <a:cubicBezTo>
                      <a:pt x="383" y="41"/>
                      <a:pt x="394" y="41"/>
                      <a:pt x="405" y="41"/>
                    </a:cubicBezTo>
                    <a:cubicBezTo>
                      <a:pt x="406" y="41"/>
                      <a:pt x="406" y="41"/>
                      <a:pt x="406" y="41"/>
                    </a:cubicBezTo>
                    <a:cubicBezTo>
                      <a:pt x="406" y="40"/>
                      <a:pt x="406" y="40"/>
                      <a:pt x="406" y="40"/>
                    </a:cubicBezTo>
                    <a:cubicBezTo>
                      <a:pt x="405" y="35"/>
                      <a:pt x="404" y="32"/>
                      <a:pt x="401" y="29"/>
                    </a:cubicBezTo>
                    <a:cubicBezTo>
                      <a:pt x="398" y="26"/>
                      <a:pt x="395" y="24"/>
                      <a:pt x="391" y="22"/>
                    </a:cubicBezTo>
                    <a:cubicBezTo>
                      <a:pt x="385" y="19"/>
                      <a:pt x="374" y="10"/>
                      <a:pt x="360" y="3"/>
                    </a:cubicBezTo>
                    <a:cubicBezTo>
                      <a:pt x="356" y="1"/>
                      <a:pt x="350" y="0"/>
                      <a:pt x="344" y="0"/>
                    </a:cubicBezTo>
                    <a:cubicBezTo>
                      <a:pt x="331" y="0"/>
                      <a:pt x="317" y="3"/>
                      <a:pt x="308" y="4"/>
                    </a:cubicBezTo>
                    <a:cubicBezTo>
                      <a:pt x="303" y="4"/>
                      <a:pt x="298" y="5"/>
                      <a:pt x="293" y="5"/>
                    </a:cubicBezTo>
                    <a:cubicBezTo>
                      <a:pt x="287" y="5"/>
                      <a:pt x="282" y="4"/>
                      <a:pt x="278" y="3"/>
                    </a:cubicBezTo>
                    <a:cubicBezTo>
                      <a:pt x="275" y="2"/>
                      <a:pt x="271" y="2"/>
                      <a:pt x="265" y="2"/>
                    </a:cubicBezTo>
                    <a:cubicBezTo>
                      <a:pt x="258" y="2"/>
                      <a:pt x="250" y="3"/>
                      <a:pt x="245" y="5"/>
                    </a:cubicBezTo>
                    <a:cubicBezTo>
                      <a:pt x="236" y="9"/>
                      <a:pt x="229" y="10"/>
                      <a:pt x="206" y="15"/>
                    </a:cubicBezTo>
                    <a:cubicBezTo>
                      <a:pt x="196" y="17"/>
                      <a:pt x="189" y="18"/>
                      <a:pt x="183" y="18"/>
                    </a:cubicBezTo>
                    <a:cubicBezTo>
                      <a:pt x="174" y="18"/>
                      <a:pt x="169" y="16"/>
                      <a:pt x="163" y="14"/>
                    </a:cubicBezTo>
                    <a:cubicBezTo>
                      <a:pt x="158" y="12"/>
                      <a:pt x="155" y="11"/>
                      <a:pt x="152" y="11"/>
                    </a:cubicBezTo>
                    <a:cubicBezTo>
                      <a:pt x="150" y="11"/>
                      <a:pt x="147" y="12"/>
                      <a:pt x="143" y="12"/>
                    </a:cubicBezTo>
                    <a:cubicBezTo>
                      <a:pt x="142" y="12"/>
                      <a:pt x="141" y="12"/>
                      <a:pt x="140" y="12"/>
                    </a:cubicBezTo>
                    <a:cubicBezTo>
                      <a:pt x="131" y="12"/>
                      <a:pt x="114" y="8"/>
                      <a:pt x="103" y="4"/>
                    </a:cubicBezTo>
                    <a:cubicBezTo>
                      <a:pt x="101" y="3"/>
                      <a:pt x="99" y="3"/>
                      <a:pt x="96" y="3"/>
                    </a:cubicBezTo>
                    <a:cubicBezTo>
                      <a:pt x="84" y="3"/>
                      <a:pt x="69" y="10"/>
                      <a:pt x="62" y="17"/>
                    </a:cubicBezTo>
                    <a:cubicBezTo>
                      <a:pt x="61" y="19"/>
                      <a:pt x="57" y="21"/>
                      <a:pt x="52" y="23"/>
                    </a:cubicBezTo>
                    <a:cubicBezTo>
                      <a:pt x="38" y="28"/>
                      <a:pt x="14" y="35"/>
                      <a:pt x="4" y="53"/>
                    </a:cubicBezTo>
                    <a:cubicBezTo>
                      <a:pt x="1" y="58"/>
                      <a:pt x="0" y="63"/>
                      <a:pt x="0" y="67"/>
                    </a:cubicBezTo>
                    <a:cubicBezTo>
                      <a:pt x="0" y="85"/>
                      <a:pt x="15" y="99"/>
                      <a:pt x="15" y="99"/>
                    </a:cubicBezTo>
                    <a:lnTo>
                      <a:pt x="17" y="97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5" name="Freeform 400">
                <a:extLst>
                  <a:ext uri="{FF2B5EF4-FFF2-40B4-BE49-F238E27FC236}">
                    <a16:creationId xmlns:a16="http://schemas.microsoft.com/office/drawing/2014/main" id="{E6DAB339-842A-4B2C-85C9-169BEA7C0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873"/>
                <a:ext cx="258" cy="125"/>
              </a:xfrm>
              <a:custGeom>
                <a:avLst/>
                <a:gdLst>
                  <a:gd name="T0" fmla="*/ 95 w 103"/>
                  <a:gd name="T1" fmla="*/ 220 h 50"/>
                  <a:gd name="T2" fmla="*/ 1443 w 103"/>
                  <a:gd name="T3" fmla="*/ 0 h 50"/>
                  <a:gd name="T4" fmla="*/ 1505 w 103"/>
                  <a:gd name="T5" fmla="*/ 220 h 50"/>
                  <a:gd name="T6" fmla="*/ 1463 w 103"/>
                  <a:gd name="T7" fmla="*/ 425 h 50"/>
                  <a:gd name="T8" fmla="*/ 1130 w 103"/>
                  <a:gd name="T9" fmla="*/ 595 h 50"/>
                  <a:gd name="T10" fmla="*/ 959 w 103"/>
                  <a:gd name="T11" fmla="*/ 708 h 50"/>
                  <a:gd name="T12" fmla="*/ 784 w 103"/>
                  <a:gd name="T13" fmla="*/ 613 h 50"/>
                  <a:gd name="T14" fmla="*/ 438 w 103"/>
                  <a:gd name="T15" fmla="*/ 708 h 50"/>
                  <a:gd name="T16" fmla="*/ 95 w 103"/>
                  <a:gd name="T17" fmla="*/ 22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50">
                    <a:moveTo>
                      <a:pt x="6" y="14"/>
                    </a:moveTo>
                    <a:cubicBezTo>
                      <a:pt x="6" y="14"/>
                      <a:pt x="81" y="5"/>
                      <a:pt x="92" y="0"/>
                    </a:cubicBezTo>
                    <a:cubicBezTo>
                      <a:pt x="92" y="0"/>
                      <a:pt x="90" y="10"/>
                      <a:pt x="96" y="14"/>
                    </a:cubicBezTo>
                    <a:cubicBezTo>
                      <a:pt x="101" y="18"/>
                      <a:pt x="103" y="24"/>
                      <a:pt x="93" y="27"/>
                    </a:cubicBezTo>
                    <a:cubicBezTo>
                      <a:pt x="82" y="30"/>
                      <a:pt x="75" y="30"/>
                      <a:pt x="72" y="38"/>
                    </a:cubicBezTo>
                    <a:cubicBezTo>
                      <a:pt x="69" y="46"/>
                      <a:pt x="67" y="49"/>
                      <a:pt x="61" y="45"/>
                    </a:cubicBezTo>
                    <a:cubicBezTo>
                      <a:pt x="55" y="41"/>
                      <a:pt x="59" y="33"/>
                      <a:pt x="50" y="39"/>
                    </a:cubicBezTo>
                    <a:cubicBezTo>
                      <a:pt x="40" y="45"/>
                      <a:pt x="39" y="50"/>
                      <a:pt x="28" y="45"/>
                    </a:cubicBezTo>
                    <a:cubicBezTo>
                      <a:pt x="17" y="41"/>
                      <a:pt x="0" y="34"/>
                      <a:pt x="6" y="14"/>
                    </a:cubicBezTo>
                    <a:close/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6" name="Freeform 401">
                <a:extLst>
                  <a:ext uri="{FF2B5EF4-FFF2-40B4-BE49-F238E27FC236}">
                    <a16:creationId xmlns:a16="http://schemas.microsoft.com/office/drawing/2014/main" id="{5C04D00B-593E-42B0-91AE-273F1AD3B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860"/>
                <a:ext cx="255" cy="125"/>
              </a:xfrm>
              <a:custGeom>
                <a:avLst/>
                <a:gdLst>
                  <a:gd name="T0" fmla="*/ 83 w 102"/>
                  <a:gd name="T1" fmla="*/ 220 h 50"/>
                  <a:gd name="T2" fmla="*/ 1425 w 102"/>
                  <a:gd name="T3" fmla="*/ 0 h 50"/>
                  <a:gd name="T4" fmla="*/ 1488 w 102"/>
                  <a:gd name="T5" fmla="*/ 220 h 50"/>
                  <a:gd name="T6" fmla="*/ 1438 w 102"/>
                  <a:gd name="T7" fmla="*/ 425 h 50"/>
                  <a:gd name="T8" fmla="*/ 1113 w 102"/>
                  <a:gd name="T9" fmla="*/ 595 h 50"/>
                  <a:gd name="T10" fmla="*/ 938 w 102"/>
                  <a:gd name="T11" fmla="*/ 708 h 50"/>
                  <a:gd name="T12" fmla="*/ 770 w 102"/>
                  <a:gd name="T13" fmla="*/ 613 h 50"/>
                  <a:gd name="T14" fmla="*/ 425 w 102"/>
                  <a:gd name="T15" fmla="*/ 708 h 50"/>
                  <a:gd name="T16" fmla="*/ 83 w 102"/>
                  <a:gd name="T17" fmla="*/ 22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50">
                    <a:moveTo>
                      <a:pt x="5" y="14"/>
                    </a:moveTo>
                    <a:cubicBezTo>
                      <a:pt x="5" y="14"/>
                      <a:pt x="80" y="5"/>
                      <a:pt x="91" y="0"/>
                    </a:cubicBezTo>
                    <a:cubicBezTo>
                      <a:pt x="91" y="0"/>
                      <a:pt x="90" y="10"/>
                      <a:pt x="95" y="14"/>
                    </a:cubicBezTo>
                    <a:cubicBezTo>
                      <a:pt x="101" y="17"/>
                      <a:pt x="102" y="24"/>
                      <a:pt x="92" y="27"/>
                    </a:cubicBezTo>
                    <a:cubicBezTo>
                      <a:pt x="82" y="30"/>
                      <a:pt x="75" y="30"/>
                      <a:pt x="71" y="38"/>
                    </a:cubicBezTo>
                    <a:cubicBezTo>
                      <a:pt x="68" y="46"/>
                      <a:pt x="67" y="49"/>
                      <a:pt x="60" y="45"/>
                    </a:cubicBezTo>
                    <a:cubicBezTo>
                      <a:pt x="54" y="41"/>
                      <a:pt x="59" y="32"/>
                      <a:pt x="49" y="39"/>
                    </a:cubicBezTo>
                    <a:cubicBezTo>
                      <a:pt x="40" y="45"/>
                      <a:pt x="38" y="50"/>
                      <a:pt x="27" y="45"/>
                    </a:cubicBezTo>
                    <a:cubicBezTo>
                      <a:pt x="16" y="40"/>
                      <a:pt x="0" y="34"/>
                      <a:pt x="5" y="14"/>
                    </a:cubicBezTo>
                    <a:close/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7" name="Freeform 402">
                <a:extLst>
                  <a:ext uri="{FF2B5EF4-FFF2-40B4-BE49-F238E27FC236}">
                    <a16:creationId xmlns:a16="http://schemas.microsoft.com/office/drawing/2014/main" id="{5F6B8EF2-9A69-4C3D-A26A-6CE6281B1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893"/>
                <a:ext cx="107" cy="90"/>
              </a:xfrm>
              <a:custGeom>
                <a:avLst/>
                <a:gdLst>
                  <a:gd name="T0" fmla="*/ 291 w 43"/>
                  <a:gd name="T1" fmla="*/ 0 h 36"/>
                  <a:gd name="T2" fmla="*/ 75 w 43"/>
                  <a:gd name="T3" fmla="*/ 20 h 36"/>
                  <a:gd name="T4" fmla="*/ 433 w 43"/>
                  <a:gd name="T5" fmla="*/ 500 h 36"/>
                  <a:gd name="T6" fmla="*/ 662 w 43"/>
                  <a:gd name="T7" fmla="*/ 488 h 36"/>
                  <a:gd name="T8" fmla="*/ 632 w 43"/>
                  <a:gd name="T9" fmla="*/ 470 h 36"/>
                  <a:gd name="T10" fmla="*/ 291 w 43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9" y="0"/>
                    </a:moveTo>
                    <a:cubicBezTo>
                      <a:pt x="11" y="1"/>
                      <a:pt x="5" y="1"/>
                      <a:pt x="5" y="1"/>
                    </a:cubicBezTo>
                    <a:cubicBezTo>
                      <a:pt x="0" y="21"/>
                      <a:pt x="16" y="28"/>
                      <a:pt x="28" y="32"/>
                    </a:cubicBezTo>
                    <a:cubicBezTo>
                      <a:pt x="35" y="36"/>
                      <a:pt x="38" y="34"/>
                      <a:pt x="43" y="31"/>
                    </a:cubicBezTo>
                    <a:cubicBezTo>
                      <a:pt x="42" y="31"/>
                      <a:pt x="41" y="31"/>
                      <a:pt x="41" y="30"/>
                    </a:cubicBezTo>
                    <a:cubicBezTo>
                      <a:pt x="30" y="26"/>
                      <a:pt x="13" y="19"/>
                      <a:pt x="19" y="0"/>
                    </a:cubicBez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8" name="Freeform 403">
                <a:extLst>
                  <a:ext uri="{FF2B5EF4-FFF2-40B4-BE49-F238E27FC236}">
                    <a16:creationId xmlns:a16="http://schemas.microsoft.com/office/drawing/2014/main" id="{C475FED7-94A2-4F6E-9FC8-7F90E1E01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970"/>
                <a:ext cx="133" cy="93"/>
              </a:xfrm>
              <a:custGeom>
                <a:avLst/>
                <a:gdLst>
                  <a:gd name="T0" fmla="*/ 442 w 53"/>
                  <a:gd name="T1" fmla="*/ 20 h 37"/>
                  <a:gd name="T2" fmla="*/ 176 w 53"/>
                  <a:gd name="T3" fmla="*/ 96 h 37"/>
                  <a:gd name="T4" fmla="*/ 188 w 53"/>
                  <a:gd name="T5" fmla="*/ 460 h 37"/>
                  <a:gd name="T6" fmla="*/ 535 w 53"/>
                  <a:gd name="T7" fmla="*/ 430 h 37"/>
                  <a:gd name="T8" fmla="*/ 788 w 53"/>
                  <a:gd name="T9" fmla="*/ 241 h 37"/>
                  <a:gd name="T10" fmla="*/ 442 w 53"/>
                  <a:gd name="T11" fmla="*/ 2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7">
                    <a:moveTo>
                      <a:pt x="28" y="1"/>
                    </a:moveTo>
                    <a:cubicBezTo>
                      <a:pt x="20" y="0"/>
                      <a:pt x="13" y="1"/>
                      <a:pt x="11" y="6"/>
                    </a:cubicBezTo>
                    <a:cubicBezTo>
                      <a:pt x="10" y="11"/>
                      <a:pt x="0" y="21"/>
                      <a:pt x="12" y="29"/>
                    </a:cubicBezTo>
                    <a:cubicBezTo>
                      <a:pt x="24" y="37"/>
                      <a:pt x="23" y="31"/>
                      <a:pt x="34" y="27"/>
                    </a:cubicBezTo>
                    <a:cubicBezTo>
                      <a:pt x="45" y="23"/>
                      <a:pt x="53" y="23"/>
                      <a:pt x="50" y="15"/>
                    </a:cubicBezTo>
                    <a:cubicBezTo>
                      <a:pt x="47" y="6"/>
                      <a:pt x="28" y="1"/>
                      <a:pt x="28" y="1"/>
                    </a:cubicBezTo>
                    <a:close/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9" name="Freeform 404">
                <a:extLst>
                  <a:ext uri="{FF2B5EF4-FFF2-40B4-BE49-F238E27FC236}">
                    <a16:creationId xmlns:a16="http://schemas.microsoft.com/office/drawing/2014/main" id="{CBD25576-7F6A-4296-9013-A9015430A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973"/>
                <a:ext cx="65" cy="82"/>
              </a:xfrm>
              <a:custGeom>
                <a:avLst/>
                <a:gdLst>
                  <a:gd name="T0" fmla="*/ 300 w 26"/>
                  <a:gd name="T1" fmla="*/ 412 h 33"/>
                  <a:gd name="T2" fmla="*/ 283 w 26"/>
                  <a:gd name="T3" fmla="*/ 62 h 33"/>
                  <a:gd name="T4" fmla="*/ 375 w 26"/>
                  <a:gd name="T5" fmla="*/ 0 h 33"/>
                  <a:gd name="T6" fmla="*/ 175 w 26"/>
                  <a:gd name="T7" fmla="*/ 75 h 33"/>
                  <a:gd name="T8" fmla="*/ 188 w 26"/>
                  <a:gd name="T9" fmla="*/ 432 h 33"/>
                  <a:gd name="T10" fmla="*/ 408 w 26"/>
                  <a:gd name="T11" fmla="*/ 475 h 33"/>
                  <a:gd name="T12" fmla="*/ 300 w 26"/>
                  <a:gd name="T13" fmla="*/ 41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3">
                    <a:moveTo>
                      <a:pt x="19" y="27"/>
                    </a:moveTo>
                    <a:cubicBezTo>
                      <a:pt x="7" y="19"/>
                      <a:pt x="17" y="9"/>
                      <a:pt x="18" y="4"/>
                    </a:cubicBezTo>
                    <a:cubicBezTo>
                      <a:pt x="19" y="2"/>
                      <a:pt x="21" y="1"/>
                      <a:pt x="24" y="0"/>
                    </a:cubicBezTo>
                    <a:cubicBezTo>
                      <a:pt x="18" y="0"/>
                      <a:pt x="13" y="1"/>
                      <a:pt x="11" y="5"/>
                    </a:cubicBezTo>
                    <a:cubicBezTo>
                      <a:pt x="10" y="10"/>
                      <a:pt x="0" y="20"/>
                      <a:pt x="12" y="28"/>
                    </a:cubicBezTo>
                    <a:cubicBezTo>
                      <a:pt x="20" y="33"/>
                      <a:pt x="22" y="32"/>
                      <a:pt x="26" y="31"/>
                    </a:cubicBezTo>
                    <a:cubicBezTo>
                      <a:pt x="24" y="30"/>
                      <a:pt x="22" y="29"/>
                      <a:pt x="19" y="27"/>
                    </a:cubicBez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0" name="Freeform 405">
                <a:extLst>
                  <a:ext uri="{FF2B5EF4-FFF2-40B4-BE49-F238E27FC236}">
                    <a16:creationId xmlns:a16="http://schemas.microsoft.com/office/drawing/2014/main" id="{8CB94898-64CB-4DB7-929F-C21D573C1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3043"/>
                <a:ext cx="105" cy="80"/>
              </a:xfrm>
              <a:custGeom>
                <a:avLst/>
                <a:gdLst>
                  <a:gd name="T0" fmla="*/ 300 w 42"/>
                  <a:gd name="T1" fmla="*/ 0 h 32"/>
                  <a:gd name="T2" fmla="*/ 95 w 42"/>
                  <a:gd name="T3" fmla="*/ 220 h 32"/>
                  <a:gd name="T4" fmla="*/ 363 w 42"/>
                  <a:gd name="T5" fmla="*/ 425 h 32"/>
                  <a:gd name="T6" fmla="*/ 613 w 42"/>
                  <a:gd name="T7" fmla="*/ 250 h 32"/>
                  <a:gd name="T8" fmla="*/ 300 w 4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2">
                    <a:moveTo>
                      <a:pt x="19" y="0"/>
                    </a:moveTo>
                    <a:cubicBezTo>
                      <a:pt x="14" y="1"/>
                      <a:pt x="0" y="5"/>
                      <a:pt x="6" y="14"/>
                    </a:cubicBezTo>
                    <a:cubicBezTo>
                      <a:pt x="11" y="23"/>
                      <a:pt x="15" y="32"/>
                      <a:pt x="23" y="27"/>
                    </a:cubicBezTo>
                    <a:cubicBezTo>
                      <a:pt x="31" y="23"/>
                      <a:pt x="42" y="27"/>
                      <a:pt x="39" y="16"/>
                    </a:cubicBezTo>
                    <a:cubicBezTo>
                      <a:pt x="36" y="5"/>
                      <a:pt x="19" y="0"/>
                      <a:pt x="19" y="0"/>
                    </a:cubicBezTo>
                    <a:close/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1" name="Freeform 406">
                <a:extLst>
                  <a:ext uri="{FF2B5EF4-FFF2-40B4-BE49-F238E27FC236}">
                    <a16:creationId xmlns:a16="http://schemas.microsoft.com/office/drawing/2014/main" id="{8E75A9D3-9CAA-4DE8-9078-EE41A8B11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3028"/>
                <a:ext cx="105" cy="82"/>
              </a:xfrm>
              <a:custGeom>
                <a:avLst/>
                <a:gdLst>
                  <a:gd name="T0" fmla="*/ 300 w 42"/>
                  <a:gd name="T1" fmla="*/ 0 h 33"/>
                  <a:gd name="T2" fmla="*/ 95 w 42"/>
                  <a:gd name="T3" fmla="*/ 229 h 33"/>
                  <a:gd name="T4" fmla="*/ 363 w 42"/>
                  <a:gd name="T5" fmla="*/ 432 h 33"/>
                  <a:gd name="T6" fmla="*/ 613 w 42"/>
                  <a:gd name="T7" fmla="*/ 258 h 33"/>
                  <a:gd name="T8" fmla="*/ 300 w 4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3">
                    <a:moveTo>
                      <a:pt x="19" y="0"/>
                    </a:moveTo>
                    <a:cubicBezTo>
                      <a:pt x="14" y="1"/>
                      <a:pt x="0" y="6"/>
                      <a:pt x="6" y="15"/>
                    </a:cubicBezTo>
                    <a:cubicBezTo>
                      <a:pt x="11" y="23"/>
                      <a:pt x="15" y="33"/>
                      <a:pt x="23" y="28"/>
                    </a:cubicBezTo>
                    <a:cubicBezTo>
                      <a:pt x="31" y="23"/>
                      <a:pt x="42" y="28"/>
                      <a:pt x="39" y="17"/>
                    </a:cubicBezTo>
                    <a:cubicBezTo>
                      <a:pt x="36" y="6"/>
                      <a:pt x="19" y="0"/>
                      <a:pt x="19" y="0"/>
                    </a:cubicBezTo>
                    <a:close/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2" name="Freeform 407">
                <a:extLst>
                  <a:ext uri="{FF2B5EF4-FFF2-40B4-BE49-F238E27FC236}">
                    <a16:creationId xmlns:a16="http://schemas.microsoft.com/office/drawing/2014/main" id="{509F4C58-8025-41EC-976C-33FCF1F90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3028"/>
                <a:ext cx="60" cy="82"/>
              </a:xfrm>
              <a:custGeom>
                <a:avLst/>
                <a:gdLst>
                  <a:gd name="T0" fmla="*/ 238 w 24"/>
                  <a:gd name="T1" fmla="*/ 229 h 33"/>
                  <a:gd name="T2" fmla="*/ 363 w 24"/>
                  <a:gd name="T3" fmla="*/ 30 h 33"/>
                  <a:gd name="T4" fmla="*/ 300 w 24"/>
                  <a:gd name="T5" fmla="*/ 0 h 33"/>
                  <a:gd name="T6" fmla="*/ 95 w 24"/>
                  <a:gd name="T7" fmla="*/ 229 h 33"/>
                  <a:gd name="T8" fmla="*/ 363 w 24"/>
                  <a:gd name="T9" fmla="*/ 432 h 33"/>
                  <a:gd name="T10" fmla="*/ 375 w 24"/>
                  <a:gd name="T11" fmla="*/ 412 h 33"/>
                  <a:gd name="T12" fmla="*/ 238 w 24"/>
                  <a:gd name="T13" fmla="*/ 229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3">
                    <a:moveTo>
                      <a:pt x="15" y="15"/>
                    </a:moveTo>
                    <a:cubicBezTo>
                      <a:pt x="12" y="8"/>
                      <a:pt x="18" y="4"/>
                      <a:pt x="23" y="2"/>
                    </a:cubicBezTo>
                    <a:cubicBezTo>
                      <a:pt x="21" y="1"/>
                      <a:pt x="19" y="0"/>
                      <a:pt x="19" y="0"/>
                    </a:cubicBezTo>
                    <a:cubicBezTo>
                      <a:pt x="14" y="1"/>
                      <a:pt x="0" y="6"/>
                      <a:pt x="6" y="15"/>
                    </a:cubicBezTo>
                    <a:cubicBezTo>
                      <a:pt x="11" y="23"/>
                      <a:pt x="15" y="33"/>
                      <a:pt x="23" y="28"/>
                    </a:cubicBezTo>
                    <a:cubicBezTo>
                      <a:pt x="24" y="28"/>
                      <a:pt x="24" y="27"/>
                      <a:pt x="24" y="27"/>
                    </a:cubicBezTo>
                    <a:cubicBezTo>
                      <a:pt x="21" y="25"/>
                      <a:pt x="19" y="19"/>
                      <a:pt x="15" y="15"/>
                    </a:cubicBez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3" name="Freeform 408">
                <a:extLst>
                  <a:ext uri="{FF2B5EF4-FFF2-40B4-BE49-F238E27FC236}">
                    <a16:creationId xmlns:a16="http://schemas.microsoft.com/office/drawing/2014/main" id="{9A251A63-3C8A-4547-AB7E-80FE70198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190"/>
                <a:ext cx="140" cy="78"/>
              </a:xfrm>
              <a:custGeom>
                <a:avLst/>
                <a:gdLst>
                  <a:gd name="T0" fmla="*/ 208 w 56"/>
                  <a:gd name="T1" fmla="*/ 20 h 31"/>
                  <a:gd name="T2" fmla="*/ 20 w 56"/>
                  <a:gd name="T3" fmla="*/ 126 h 31"/>
                  <a:gd name="T4" fmla="*/ 158 w 56"/>
                  <a:gd name="T5" fmla="*/ 400 h 31"/>
                  <a:gd name="T6" fmla="*/ 583 w 56"/>
                  <a:gd name="T7" fmla="*/ 463 h 31"/>
                  <a:gd name="T8" fmla="*/ 813 w 56"/>
                  <a:gd name="T9" fmla="*/ 284 h 31"/>
                  <a:gd name="T10" fmla="*/ 645 w 56"/>
                  <a:gd name="T11" fmla="*/ 63 h 31"/>
                  <a:gd name="T12" fmla="*/ 208 w 56"/>
                  <a:gd name="T13" fmla="*/ 2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1"/>
                    </a:moveTo>
                    <a:cubicBezTo>
                      <a:pt x="5" y="0"/>
                      <a:pt x="0" y="3"/>
                      <a:pt x="1" y="8"/>
                    </a:cubicBezTo>
                    <a:cubicBezTo>
                      <a:pt x="1" y="14"/>
                      <a:pt x="2" y="20"/>
                      <a:pt x="10" y="25"/>
                    </a:cubicBezTo>
                    <a:cubicBezTo>
                      <a:pt x="19" y="29"/>
                      <a:pt x="30" y="31"/>
                      <a:pt x="37" y="29"/>
                    </a:cubicBezTo>
                    <a:cubicBezTo>
                      <a:pt x="45" y="27"/>
                      <a:pt x="53" y="26"/>
                      <a:pt x="52" y="18"/>
                    </a:cubicBezTo>
                    <a:cubicBezTo>
                      <a:pt x="51" y="10"/>
                      <a:pt x="56" y="7"/>
                      <a:pt x="41" y="4"/>
                    </a:cubicBezTo>
                    <a:cubicBezTo>
                      <a:pt x="26" y="1"/>
                      <a:pt x="13" y="1"/>
                      <a:pt x="13" y="1"/>
                    </a:cubicBezTo>
                    <a:close/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4" name="Freeform 409">
                <a:extLst>
                  <a:ext uri="{FF2B5EF4-FFF2-40B4-BE49-F238E27FC236}">
                    <a16:creationId xmlns:a16="http://schemas.microsoft.com/office/drawing/2014/main" id="{E44FCB2E-527F-449C-9C93-3007329F8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105"/>
                <a:ext cx="155" cy="110"/>
              </a:xfrm>
              <a:custGeom>
                <a:avLst/>
                <a:gdLst>
                  <a:gd name="T0" fmla="*/ 238 w 62"/>
                  <a:gd name="T1" fmla="*/ 33 h 44"/>
                  <a:gd name="T2" fmla="*/ 20 w 62"/>
                  <a:gd name="T3" fmla="*/ 188 h 44"/>
                  <a:gd name="T4" fmla="*/ 188 w 62"/>
                  <a:gd name="T5" fmla="*/ 550 h 44"/>
                  <a:gd name="T6" fmla="*/ 658 w 62"/>
                  <a:gd name="T7" fmla="*/ 645 h 44"/>
                  <a:gd name="T8" fmla="*/ 908 w 62"/>
                  <a:gd name="T9" fmla="*/ 408 h 44"/>
                  <a:gd name="T10" fmla="*/ 720 w 62"/>
                  <a:gd name="T11" fmla="*/ 95 h 44"/>
                  <a:gd name="T12" fmla="*/ 238 w 62"/>
                  <a:gd name="T13" fmla="*/ 3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4">
                    <a:moveTo>
                      <a:pt x="15" y="2"/>
                    </a:moveTo>
                    <a:cubicBezTo>
                      <a:pt x="6" y="0"/>
                      <a:pt x="0" y="4"/>
                      <a:pt x="1" y="12"/>
                    </a:cubicBezTo>
                    <a:cubicBezTo>
                      <a:pt x="1" y="20"/>
                      <a:pt x="2" y="29"/>
                      <a:pt x="12" y="35"/>
                    </a:cubicBezTo>
                    <a:cubicBezTo>
                      <a:pt x="21" y="41"/>
                      <a:pt x="33" y="44"/>
                      <a:pt x="42" y="41"/>
                    </a:cubicBezTo>
                    <a:cubicBezTo>
                      <a:pt x="51" y="38"/>
                      <a:pt x="59" y="37"/>
                      <a:pt x="58" y="26"/>
                    </a:cubicBezTo>
                    <a:cubicBezTo>
                      <a:pt x="58" y="15"/>
                      <a:pt x="62" y="10"/>
                      <a:pt x="46" y="6"/>
                    </a:cubicBezTo>
                    <a:cubicBezTo>
                      <a:pt x="29" y="2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5" name="Freeform 410">
                <a:extLst>
                  <a:ext uri="{FF2B5EF4-FFF2-40B4-BE49-F238E27FC236}">
                    <a16:creationId xmlns:a16="http://schemas.microsoft.com/office/drawing/2014/main" id="{C2688F3B-B550-4CDD-B6FD-656D35832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105"/>
                <a:ext cx="108" cy="110"/>
              </a:xfrm>
              <a:custGeom>
                <a:avLst/>
                <a:gdLst>
                  <a:gd name="T0" fmla="*/ 442 w 43"/>
                  <a:gd name="T1" fmla="*/ 533 h 44"/>
                  <a:gd name="T2" fmla="*/ 271 w 43"/>
                  <a:gd name="T3" fmla="*/ 175 h 44"/>
                  <a:gd name="T4" fmla="*/ 347 w 43"/>
                  <a:gd name="T5" fmla="*/ 33 h 44"/>
                  <a:gd name="T6" fmla="*/ 239 w 43"/>
                  <a:gd name="T7" fmla="*/ 33 h 44"/>
                  <a:gd name="T8" fmla="*/ 20 w 43"/>
                  <a:gd name="T9" fmla="*/ 188 h 44"/>
                  <a:gd name="T10" fmla="*/ 188 w 43"/>
                  <a:gd name="T11" fmla="*/ 550 h 44"/>
                  <a:gd name="T12" fmla="*/ 663 w 43"/>
                  <a:gd name="T13" fmla="*/ 645 h 44"/>
                  <a:gd name="T14" fmla="*/ 681 w 43"/>
                  <a:gd name="T15" fmla="*/ 645 h 44"/>
                  <a:gd name="T16" fmla="*/ 442 w 43"/>
                  <a:gd name="T17" fmla="*/ 533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44">
                    <a:moveTo>
                      <a:pt x="28" y="34"/>
                    </a:moveTo>
                    <a:cubicBezTo>
                      <a:pt x="19" y="28"/>
                      <a:pt x="18" y="19"/>
                      <a:pt x="17" y="11"/>
                    </a:cubicBezTo>
                    <a:cubicBezTo>
                      <a:pt x="17" y="7"/>
                      <a:pt x="19" y="4"/>
                      <a:pt x="22" y="2"/>
                    </a:cubicBezTo>
                    <a:cubicBezTo>
                      <a:pt x="18" y="2"/>
                      <a:pt x="15" y="2"/>
                      <a:pt x="15" y="2"/>
                    </a:cubicBezTo>
                    <a:cubicBezTo>
                      <a:pt x="6" y="0"/>
                      <a:pt x="0" y="4"/>
                      <a:pt x="1" y="12"/>
                    </a:cubicBezTo>
                    <a:cubicBezTo>
                      <a:pt x="1" y="20"/>
                      <a:pt x="2" y="29"/>
                      <a:pt x="12" y="35"/>
                    </a:cubicBezTo>
                    <a:cubicBezTo>
                      <a:pt x="21" y="41"/>
                      <a:pt x="33" y="44"/>
                      <a:pt x="42" y="41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38" y="40"/>
                      <a:pt x="33" y="37"/>
                      <a:pt x="28" y="34"/>
                    </a:cubicBez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6" name="Freeform 411">
                <a:extLst>
                  <a:ext uri="{FF2B5EF4-FFF2-40B4-BE49-F238E27FC236}">
                    <a16:creationId xmlns:a16="http://schemas.microsoft.com/office/drawing/2014/main" id="{7860C2C5-296D-451E-BAD7-396ED3C98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230"/>
                <a:ext cx="130" cy="98"/>
              </a:xfrm>
              <a:custGeom>
                <a:avLst/>
                <a:gdLst>
                  <a:gd name="T0" fmla="*/ 238 w 52"/>
                  <a:gd name="T1" fmla="*/ 50 h 39"/>
                  <a:gd name="T2" fmla="*/ 0 w 52"/>
                  <a:gd name="T3" fmla="*/ 347 h 39"/>
                  <a:gd name="T4" fmla="*/ 188 w 52"/>
                  <a:gd name="T5" fmla="*/ 555 h 39"/>
                  <a:gd name="T6" fmla="*/ 470 w 52"/>
                  <a:gd name="T7" fmla="*/ 505 h 39"/>
                  <a:gd name="T8" fmla="*/ 675 w 52"/>
                  <a:gd name="T9" fmla="*/ 239 h 39"/>
                  <a:gd name="T10" fmla="*/ 238 w 52"/>
                  <a:gd name="T11" fmla="*/ 5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9">
                    <a:moveTo>
                      <a:pt x="15" y="3"/>
                    </a:moveTo>
                    <a:cubicBezTo>
                      <a:pt x="11" y="5"/>
                      <a:pt x="0" y="15"/>
                      <a:pt x="0" y="22"/>
                    </a:cubicBezTo>
                    <a:cubicBezTo>
                      <a:pt x="0" y="29"/>
                      <a:pt x="5" y="32"/>
                      <a:pt x="12" y="35"/>
                    </a:cubicBezTo>
                    <a:cubicBezTo>
                      <a:pt x="19" y="39"/>
                      <a:pt x="23" y="37"/>
                      <a:pt x="30" y="32"/>
                    </a:cubicBezTo>
                    <a:cubicBezTo>
                      <a:pt x="38" y="26"/>
                      <a:pt x="52" y="22"/>
                      <a:pt x="43" y="15"/>
                    </a:cubicBezTo>
                    <a:cubicBezTo>
                      <a:pt x="34" y="8"/>
                      <a:pt x="24" y="0"/>
                      <a:pt x="15" y="3"/>
                    </a:cubicBezTo>
                    <a:close/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7" name="Freeform 412">
                <a:extLst>
                  <a:ext uri="{FF2B5EF4-FFF2-40B4-BE49-F238E27FC236}">
                    <a16:creationId xmlns:a16="http://schemas.microsoft.com/office/drawing/2014/main" id="{C3A6156C-1DA8-4991-8EE0-6F0A4962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235"/>
                <a:ext cx="60" cy="88"/>
              </a:xfrm>
              <a:custGeom>
                <a:avLst/>
                <a:gdLst>
                  <a:gd name="T0" fmla="*/ 313 w 24"/>
                  <a:gd name="T1" fmla="*/ 525 h 35"/>
                  <a:gd name="T2" fmla="*/ 125 w 24"/>
                  <a:gd name="T3" fmla="*/ 317 h 35"/>
                  <a:gd name="T4" fmla="*/ 363 w 24"/>
                  <a:gd name="T5" fmla="*/ 20 h 35"/>
                  <a:gd name="T6" fmla="*/ 375 w 24"/>
                  <a:gd name="T7" fmla="*/ 20 h 35"/>
                  <a:gd name="T8" fmla="*/ 238 w 24"/>
                  <a:gd name="T9" fmla="*/ 20 h 35"/>
                  <a:gd name="T10" fmla="*/ 0 w 24"/>
                  <a:gd name="T11" fmla="*/ 317 h 35"/>
                  <a:gd name="T12" fmla="*/ 188 w 24"/>
                  <a:gd name="T13" fmla="*/ 525 h 35"/>
                  <a:gd name="T14" fmla="*/ 345 w 24"/>
                  <a:gd name="T15" fmla="*/ 538 h 35"/>
                  <a:gd name="T16" fmla="*/ 313 w 24"/>
                  <a:gd name="T17" fmla="*/ 52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5">
                    <a:moveTo>
                      <a:pt x="20" y="33"/>
                    </a:moveTo>
                    <a:cubicBezTo>
                      <a:pt x="13" y="30"/>
                      <a:pt x="8" y="27"/>
                      <a:pt x="8" y="20"/>
                    </a:cubicBezTo>
                    <a:cubicBezTo>
                      <a:pt x="8" y="13"/>
                      <a:pt x="19" y="3"/>
                      <a:pt x="23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1" y="0"/>
                      <a:pt x="18" y="0"/>
                      <a:pt x="15" y="1"/>
                    </a:cubicBezTo>
                    <a:cubicBezTo>
                      <a:pt x="11" y="3"/>
                      <a:pt x="0" y="13"/>
                      <a:pt x="0" y="20"/>
                    </a:cubicBezTo>
                    <a:cubicBezTo>
                      <a:pt x="0" y="27"/>
                      <a:pt x="5" y="30"/>
                      <a:pt x="12" y="33"/>
                    </a:cubicBezTo>
                    <a:cubicBezTo>
                      <a:pt x="16" y="35"/>
                      <a:pt x="19" y="35"/>
                      <a:pt x="22" y="34"/>
                    </a:cubicBezTo>
                    <a:cubicBezTo>
                      <a:pt x="22" y="34"/>
                      <a:pt x="21" y="34"/>
                      <a:pt x="20" y="33"/>
                    </a:cubicBez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8" name="Freeform 413">
                <a:extLst>
                  <a:ext uri="{FF2B5EF4-FFF2-40B4-BE49-F238E27FC236}">
                    <a16:creationId xmlns:a16="http://schemas.microsoft.com/office/drawing/2014/main" id="{A66907AF-5D25-4098-9A72-BF7506D84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3225"/>
                <a:ext cx="70" cy="58"/>
              </a:xfrm>
              <a:custGeom>
                <a:avLst/>
                <a:gdLst>
                  <a:gd name="T0" fmla="*/ 238 w 28"/>
                  <a:gd name="T1" fmla="*/ 20 h 23"/>
                  <a:gd name="T2" fmla="*/ 20 w 28"/>
                  <a:gd name="T3" fmla="*/ 126 h 23"/>
                  <a:gd name="T4" fmla="*/ 175 w 28"/>
                  <a:gd name="T5" fmla="*/ 351 h 23"/>
                  <a:gd name="T6" fmla="*/ 425 w 28"/>
                  <a:gd name="T7" fmla="*/ 242 h 23"/>
                  <a:gd name="T8" fmla="*/ 238 w 28"/>
                  <a:gd name="T9" fmla="*/ 2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3">
                    <a:moveTo>
                      <a:pt x="15" y="1"/>
                    </a:moveTo>
                    <a:cubicBezTo>
                      <a:pt x="9" y="0"/>
                      <a:pt x="0" y="0"/>
                      <a:pt x="1" y="8"/>
                    </a:cubicBezTo>
                    <a:cubicBezTo>
                      <a:pt x="2" y="15"/>
                      <a:pt x="5" y="23"/>
                      <a:pt x="11" y="22"/>
                    </a:cubicBezTo>
                    <a:cubicBezTo>
                      <a:pt x="18" y="21"/>
                      <a:pt x="28" y="23"/>
                      <a:pt x="27" y="15"/>
                    </a:cubicBezTo>
                    <a:cubicBezTo>
                      <a:pt x="26" y="8"/>
                      <a:pt x="22" y="3"/>
                      <a:pt x="15" y="1"/>
                    </a:cubicBezTo>
                    <a:close/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9" name="Freeform 414">
                <a:extLst>
                  <a:ext uri="{FF2B5EF4-FFF2-40B4-BE49-F238E27FC236}">
                    <a16:creationId xmlns:a16="http://schemas.microsoft.com/office/drawing/2014/main" id="{1F4AF522-206F-4E64-BAE9-23FDE5972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188"/>
                <a:ext cx="70" cy="57"/>
              </a:xfrm>
              <a:custGeom>
                <a:avLst/>
                <a:gdLst>
                  <a:gd name="T0" fmla="*/ 238 w 28"/>
                  <a:gd name="T1" fmla="*/ 12 h 23"/>
                  <a:gd name="T2" fmla="*/ 20 w 28"/>
                  <a:gd name="T3" fmla="*/ 104 h 23"/>
                  <a:gd name="T4" fmla="*/ 175 w 28"/>
                  <a:gd name="T5" fmla="*/ 320 h 23"/>
                  <a:gd name="T6" fmla="*/ 425 w 28"/>
                  <a:gd name="T7" fmla="*/ 228 h 23"/>
                  <a:gd name="T8" fmla="*/ 238 w 28"/>
                  <a:gd name="T9" fmla="*/ 1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3">
                    <a:moveTo>
                      <a:pt x="15" y="1"/>
                    </a:moveTo>
                    <a:cubicBezTo>
                      <a:pt x="9" y="0"/>
                      <a:pt x="0" y="0"/>
                      <a:pt x="1" y="7"/>
                    </a:cubicBezTo>
                    <a:cubicBezTo>
                      <a:pt x="2" y="14"/>
                      <a:pt x="5" y="22"/>
                      <a:pt x="11" y="21"/>
                    </a:cubicBezTo>
                    <a:cubicBezTo>
                      <a:pt x="18" y="21"/>
                      <a:pt x="28" y="23"/>
                      <a:pt x="27" y="15"/>
                    </a:cubicBezTo>
                    <a:cubicBezTo>
                      <a:pt x="26" y="7"/>
                      <a:pt x="22" y="3"/>
                      <a:pt x="15" y="1"/>
                    </a:cubicBezTo>
                    <a:close/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0" name="Freeform 415">
                <a:extLst>
                  <a:ext uri="{FF2B5EF4-FFF2-40B4-BE49-F238E27FC236}">
                    <a16:creationId xmlns:a16="http://schemas.microsoft.com/office/drawing/2014/main" id="{D3342FDA-FDC5-4771-8870-2E526FC86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858"/>
                <a:ext cx="245" cy="122"/>
              </a:xfrm>
              <a:custGeom>
                <a:avLst/>
                <a:gdLst>
                  <a:gd name="T0" fmla="*/ 33 w 98"/>
                  <a:gd name="T1" fmla="*/ 229 h 49"/>
                  <a:gd name="T2" fmla="*/ 50 w 98"/>
                  <a:gd name="T3" fmla="*/ 249 h 49"/>
                  <a:gd name="T4" fmla="*/ 645 w 98"/>
                  <a:gd name="T5" fmla="*/ 167 h 49"/>
                  <a:gd name="T6" fmla="*/ 1113 w 98"/>
                  <a:gd name="T7" fmla="*/ 92 h 49"/>
                  <a:gd name="T8" fmla="*/ 1395 w 98"/>
                  <a:gd name="T9" fmla="*/ 30 h 49"/>
                  <a:gd name="T10" fmla="*/ 1395 w 98"/>
                  <a:gd name="T11" fmla="*/ 12 h 49"/>
                  <a:gd name="T12" fmla="*/ 1375 w 98"/>
                  <a:gd name="T13" fmla="*/ 12 h 49"/>
                  <a:gd name="T14" fmla="*/ 1363 w 98"/>
                  <a:gd name="T15" fmla="*/ 62 h 49"/>
                  <a:gd name="T16" fmla="*/ 1438 w 98"/>
                  <a:gd name="T17" fmla="*/ 249 h 49"/>
                  <a:gd name="T18" fmla="*/ 1500 w 98"/>
                  <a:gd name="T19" fmla="*/ 321 h 49"/>
                  <a:gd name="T20" fmla="*/ 1470 w 98"/>
                  <a:gd name="T21" fmla="*/ 371 h 49"/>
                  <a:gd name="T22" fmla="*/ 1395 w 98"/>
                  <a:gd name="T23" fmla="*/ 416 h 49"/>
                  <a:gd name="T24" fmla="*/ 1188 w 98"/>
                  <a:gd name="T25" fmla="*/ 478 h 49"/>
                  <a:gd name="T26" fmla="*/ 1063 w 98"/>
                  <a:gd name="T27" fmla="*/ 603 h 49"/>
                  <a:gd name="T28" fmla="*/ 1020 w 98"/>
                  <a:gd name="T29" fmla="*/ 695 h 49"/>
                  <a:gd name="T30" fmla="*/ 970 w 98"/>
                  <a:gd name="T31" fmla="*/ 725 h 49"/>
                  <a:gd name="T32" fmla="*/ 908 w 98"/>
                  <a:gd name="T33" fmla="*/ 695 h 49"/>
                  <a:gd name="T34" fmla="*/ 863 w 98"/>
                  <a:gd name="T35" fmla="*/ 632 h 49"/>
                  <a:gd name="T36" fmla="*/ 845 w 98"/>
                  <a:gd name="T37" fmla="*/ 590 h 49"/>
                  <a:gd name="T38" fmla="*/ 813 w 98"/>
                  <a:gd name="T39" fmla="*/ 570 h 49"/>
                  <a:gd name="T40" fmla="*/ 720 w 98"/>
                  <a:gd name="T41" fmla="*/ 603 h 49"/>
                  <a:gd name="T42" fmla="*/ 595 w 98"/>
                  <a:gd name="T43" fmla="*/ 695 h 49"/>
                  <a:gd name="T44" fmla="*/ 500 w 98"/>
                  <a:gd name="T45" fmla="*/ 725 h 49"/>
                  <a:gd name="T46" fmla="*/ 395 w 98"/>
                  <a:gd name="T47" fmla="*/ 695 h 49"/>
                  <a:gd name="T48" fmla="*/ 158 w 98"/>
                  <a:gd name="T49" fmla="*/ 590 h 49"/>
                  <a:gd name="T50" fmla="*/ 33 w 98"/>
                  <a:gd name="T51" fmla="*/ 354 h 49"/>
                  <a:gd name="T52" fmla="*/ 50 w 98"/>
                  <a:gd name="T53" fmla="*/ 249 h 49"/>
                  <a:gd name="T54" fmla="*/ 33 w 98"/>
                  <a:gd name="T55" fmla="*/ 229 h 49"/>
                  <a:gd name="T56" fmla="*/ 50 w 98"/>
                  <a:gd name="T57" fmla="*/ 249 h 49"/>
                  <a:gd name="T58" fmla="*/ 33 w 98"/>
                  <a:gd name="T59" fmla="*/ 229 h 49"/>
                  <a:gd name="T60" fmla="*/ 20 w 98"/>
                  <a:gd name="T61" fmla="*/ 229 h 49"/>
                  <a:gd name="T62" fmla="*/ 0 w 98"/>
                  <a:gd name="T63" fmla="*/ 354 h 49"/>
                  <a:gd name="T64" fmla="*/ 145 w 98"/>
                  <a:gd name="T65" fmla="*/ 603 h 49"/>
                  <a:gd name="T66" fmla="*/ 375 w 98"/>
                  <a:gd name="T67" fmla="*/ 725 h 49"/>
                  <a:gd name="T68" fmla="*/ 500 w 98"/>
                  <a:gd name="T69" fmla="*/ 757 h 49"/>
                  <a:gd name="T70" fmla="*/ 613 w 98"/>
                  <a:gd name="T71" fmla="*/ 725 h 49"/>
                  <a:gd name="T72" fmla="*/ 738 w 98"/>
                  <a:gd name="T73" fmla="*/ 632 h 49"/>
                  <a:gd name="T74" fmla="*/ 813 w 98"/>
                  <a:gd name="T75" fmla="*/ 603 h 49"/>
                  <a:gd name="T76" fmla="*/ 813 w 98"/>
                  <a:gd name="T77" fmla="*/ 603 h 49"/>
                  <a:gd name="T78" fmla="*/ 845 w 98"/>
                  <a:gd name="T79" fmla="*/ 662 h 49"/>
                  <a:gd name="T80" fmla="*/ 895 w 98"/>
                  <a:gd name="T81" fmla="*/ 725 h 49"/>
                  <a:gd name="T82" fmla="*/ 970 w 98"/>
                  <a:gd name="T83" fmla="*/ 757 h 49"/>
                  <a:gd name="T84" fmla="*/ 1050 w 98"/>
                  <a:gd name="T85" fmla="*/ 712 h 49"/>
                  <a:gd name="T86" fmla="*/ 1095 w 98"/>
                  <a:gd name="T87" fmla="*/ 620 h 49"/>
                  <a:gd name="T88" fmla="*/ 1208 w 98"/>
                  <a:gd name="T89" fmla="*/ 508 h 49"/>
                  <a:gd name="T90" fmla="*/ 1408 w 98"/>
                  <a:gd name="T91" fmla="*/ 446 h 49"/>
                  <a:gd name="T92" fmla="*/ 1500 w 98"/>
                  <a:gd name="T93" fmla="*/ 403 h 49"/>
                  <a:gd name="T94" fmla="*/ 1533 w 98"/>
                  <a:gd name="T95" fmla="*/ 321 h 49"/>
                  <a:gd name="T96" fmla="*/ 1458 w 98"/>
                  <a:gd name="T97" fmla="*/ 217 h 49"/>
                  <a:gd name="T98" fmla="*/ 1395 w 98"/>
                  <a:gd name="T99" fmla="*/ 62 h 49"/>
                  <a:gd name="T100" fmla="*/ 1395 w 98"/>
                  <a:gd name="T101" fmla="*/ 30 h 49"/>
                  <a:gd name="T102" fmla="*/ 1408 w 98"/>
                  <a:gd name="T103" fmla="*/ 12 h 49"/>
                  <a:gd name="T104" fmla="*/ 1408 w 98"/>
                  <a:gd name="T105" fmla="*/ 0 h 49"/>
                  <a:gd name="T106" fmla="*/ 1375 w 98"/>
                  <a:gd name="T107" fmla="*/ 0 h 49"/>
                  <a:gd name="T108" fmla="*/ 1095 w 98"/>
                  <a:gd name="T109" fmla="*/ 75 h 49"/>
                  <a:gd name="T110" fmla="*/ 425 w 98"/>
                  <a:gd name="T111" fmla="*/ 167 h 49"/>
                  <a:gd name="T112" fmla="*/ 145 w 98"/>
                  <a:gd name="T113" fmla="*/ 217 h 49"/>
                  <a:gd name="T114" fmla="*/ 33 w 98"/>
                  <a:gd name="T115" fmla="*/ 217 h 49"/>
                  <a:gd name="T116" fmla="*/ 33 w 98"/>
                  <a:gd name="T117" fmla="*/ 229 h 49"/>
                  <a:gd name="T118" fmla="*/ 20 w 98"/>
                  <a:gd name="T119" fmla="*/ 229 h 49"/>
                  <a:gd name="T120" fmla="*/ 33 w 98"/>
                  <a:gd name="T121" fmla="*/ 229 h 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8" h="49">
                    <a:moveTo>
                      <a:pt x="2" y="15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1" y="14"/>
                      <a:pt x="41" y="11"/>
                    </a:cubicBezTo>
                    <a:cubicBezTo>
                      <a:pt x="52" y="10"/>
                      <a:pt x="62" y="8"/>
                      <a:pt x="71" y="6"/>
                    </a:cubicBezTo>
                    <a:cubicBezTo>
                      <a:pt x="79" y="5"/>
                      <a:pt x="86" y="3"/>
                      <a:pt x="89" y="2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88" y="1"/>
                      <a:pt x="87" y="2"/>
                      <a:pt x="87" y="4"/>
                    </a:cubicBezTo>
                    <a:cubicBezTo>
                      <a:pt x="87" y="8"/>
                      <a:pt x="88" y="13"/>
                      <a:pt x="92" y="16"/>
                    </a:cubicBezTo>
                    <a:cubicBezTo>
                      <a:pt x="94" y="17"/>
                      <a:pt x="96" y="20"/>
                      <a:pt x="96" y="21"/>
                    </a:cubicBezTo>
                    <a:cubicBezTo>
                      <a:pt x="96" y="22"/>
                      <a:pt x="95" y="23"/>
                      <a:pt x="94" y="24"/>
                    </a:cubicBezTo>
                    <a:cubicBezTo>
                      <a:pt x="93" y="25"/>
                      <a:pt x="92" y="26"/>
                      <a:pt x="89" y="27"/>
                    </a:cubicBezTo>
                    <a:cubicBezTo>
                      <a:pt x="84" y="29"/>
                      <a:pt x="80" y="30"/>
                      <a:pt x="76" y="31"/>
                    </a:cubicBezTo>
                    <a:cubicBezTo>
                      <a:pt x="72" y="32"/>
                      <a:pt x="70" y="35"/>
                      <a:pt x="68" y="39"/>
                    </a:cubicBezTo>
                    <a:cubicBezTo>
                      <a:pt x="67" y="42"/>
                      <a:pt x="66" y="44"/>
                      <a:pt x="65" y="45"/>
                    </a:cubicBezTo>
                    <a:cubicBezTo>
                      <a:pt x="64" y="47"/>
                      <a:pt x="63" y="47"/>
                      <a:pt x="62" y="47"/>
                    </a:cubicBezTo>
                    <a:cubicBezTo>
                      <a:pt x="61" y="47"/>
                      <a:pt x="60" y="47"/>
                      <a:pt x="58" y="45"/>
                    </a:cubicBezTo>
                    <a:cubicBezTo>
                      <a:pt x="56" y="44"/>
                      <a:pt x="55" y="42"/>
                      <a:pt x="55" y="41"/>
                    </a:cubicBezTo>
                    <a:cubicBezTo>
                      <a:pt x="55" y="40"/>
                      <a:pt x="54" y="39"/>
                      <a:pt x="54" y="38"/>
                    </a:cubicBezTo>
                    <a:cubicBezTo>
                      <a:pt x="54" y="37"/>
                      <a:pt x="53" y="37"/>
                      <a:pt x="52" y="37"/>
                    </a:cubicBezTo>
                    <a:cubicBezTo>
                      <a:pt x="50" y="37"/>
                      <a:pt x="49" y="38"/>
                      <a:pt x="46" y="39"/>
                    </a:cubicBezTo>
                    <a:cubicBezTo>
                      <a:pt x="43" y="41"/>
                      <a:pt x="40" y="44"/>
                      <a:pt x="38" y="45"/>
                    </a:cubicBezTo>
                    <a:cubicBezTo>
                      <a:pt x="36" y="46"/>
                      <a:pt x="34" y="47"/>
                      <a:pt x="32" y="47"/>
                    </a:cubicBezTo>
                    <a:cubicBezTo>
                      <a:pt x="30" y="47"/>
                      <a:pt x="28" y="47"/>
                      <a:pt x="25" y="45"/>
                    </a:cubicBezTo>
                    <a:cubicBezTo>
                      <a:pt x="20" y="43"/>
                      <a:pt x="14" y="41"/>
                      <a:pt x="10" y="38"/>
                    </a:cubicBezTo>
                    <a:cubicBezTo>
                      <a:pt x="5" y="34"/>
                      <a:pt x="2" y="30"/>
                      <a:pt x="2" y="23"/>
                    </a:cubicBezTo>
                    <a:cubicBezTo>
                      <a:pt x="2" y="21"/>
                      <a:pt x="3" y="18"/>
                      <a:pt x="3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8"/>
                      <a:pt x="0" y="21"/>
                      <a:pt x="0" y="23"/>
                    </a:cubicBezTo>
                    <a:cubicBezTo>
                      <a:pt x="0" y="30"/>
                      <a:pt x="4" y="35"/>
                      <a:pt x="9" y="39"/>
                    </a:cubicBezTo>
                    <a:cubicBezTo>
                      <a:pt x="13" y="43"/>
                      <a:pt x="19" y="45"/>
                      <a:pt x="24" y="47"/>
                    </a:cubicBezTo>
                    <a:cubicBezTo>
                      <a:pt x="27" y="49"/>
                      <a:pt x="30" y="49"/>
                      <a:pt x="32" y="49"/>
                    </a:cubicBezTo>
                    <a:cubicBezTo>
                      <a:pt x="35" y="49"/>
                      <a:pt x="37" y="48"/>
                      <a:pt x="39" y="47"/>
                    </a:cubicBezTo>
                    <a:cubicBezTo>
                      <a:pt x="42" y="45"/>
                      <a:pt x="44" y="43"/>
                      <a:pt x="47" y="41"/>
                    </a:cubicBezTo>
                    <a:cubicBezTo>
                      <a:pt x="50" y="39"/>
                      <a:pt x="51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3" y="40"/>
                      <a:pt x="53" y="41"/>
                      <a:pt x="54" y="43"/>
                    </a:cubicBezTo>
                    <a:cubicBezTo>
                      <a:pt x="54" y="44"/>
                      <a:pt x="55" y="46"/>
                      <a:pt x="57" y="47"/>
                    </a:cubicBezTo>
                    <a:cubicBezTo>
                      <a:pt x="59" y="48"/>
                      <a:pt x="61" y="49"/>
                      <a:pt x="62" y="49"/>
                    </a:cubicBezTo>
                    <a:cubicBezTo>
                      <a:pt x="64" y="49"/>
                      <a:pt x="66" y="48"/>
                      <a:pt x="67" y="46"/>
                    </a:cubicBezTo>
                    <a:cubicBezTo>
                      <a:pt x="68" y="45"/>
                      <a:pt x="69" y="42"/>
                      <a:pt x="70" y="40"/>
                    </a:cubicBezTo>
                    <a:cubicBezTo>
                      <a:pt x="71" y="36"/>
                      <a:pt x="73" y="34"/>
                      <a:pt x="77" y="33"/>
                    </a:cubicBezTo>
                    <a:cubicBezTo>
                      <a:pt x="80" y="31"/>
                      <a:pt x="84" y="31"/>
                      <a:pt x="90" y="29"/>
                    </a:cubicBezTo>
                    <a:cubicBezTo>
                      <a:pt x="92" y="28"/>
                      <a:pt x="94" y="27"/>
                      <a:pt x="96" y="26"/>
                    </a:cubicBezTo>
                    <a:cubicBezTo>
                      <a:pt x="97" y="25"/>
                      <a:pt x="98" y="23"/>
                      <a:pt x="98" y="21"/>
                    </a:cubicBezTo>
                    <a:cubicBezTo>
                      <a:pt x="98" y="18"/>
                      <a:pt x="96" y="16"/>
                      <a:pt x="93" y="14"/>
                    </a:cubicBezTo>
                    <a:cubicBezTo>
                      <a:pt x="90" y="12"/>
                      <a:pt x="89" y="7"/>
                      <a:pt x="89" y="4"/>
                    </a:cubicBezTo>
                    <a:cubicBezTo>
                      <a:pt x="89" y="3"/>
                      <a:pt x="89" y="3"/>
                      <a:pt x="89" y="2"/>
                    </a:cubicBezTo>
                    <a:cubicBezTo>
                      <a:pt x="89" y="2"/>
                      <a:pt x="90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6" y="1"/>
                      <a:pt x="79" y="3"/>
                      <a:pt x="70" y="5"/>
                    </a:cubicBezTo>
                    <a:cubicBezTo>
                      <a:pt x="57" y="7"/>
                      <a:pt x="40" y="9"/>
                      <a:pt x="27" y="11"/>
                    </a:cubicBezTo>
                    <a:cubicBezTo>
                      <a:pt x="20" y="12"/>
                      <a:pt x="14" y="13"/>
                      <a:pt x="9" y="14"/>
                    </a:cubicBezTo>
                    <a:cubicBezTo>
                      <a:pt x="5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1" name="Freeform 416">
                <a:extLst>
                  <a:ext uri="{FF2B5EF4-FFF2-40B4-BE49-F238E27FC236}">
                    <a16:creationId xmlns:a16="http://schemas.microsoft.com/office/drawing/2014/main" id="{BF432424-803B-47EC-B5CA-F9CF0CFB8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970"/>
                <a:ext cx="115" cy="85"/>
              </a:xfrm>
              <a:custGeom>
                <a:avLst/>
                <a:gdLst>
                  <a:gd name="T0" fmla="*/ 345 w 46"/>
                  <a:gd name="T1" fmla="*/ 20 h 34"/>
                  <a:gd name="T2" fmla="*/ 345 w 46"/>
                  <a:gd name="T3" fmla="*/ 0 h 34"/>
                  <a:gd name="T4" fmla="*/ 270 w 46"/>
                  <a:gd name="T5" fmla="*/ 0 h 34"/>
                  <a:gd name="T6" fmla="*/ 145 w 46"/>
                  <a:gd name="T7" fmla="*/ 20 h 34"/>
                  <a:gd name="T8" fmla="*/ 83 w 46"/>
                  <a:gd name="T9" fmla="*/ 95 h 34"/>
                  <a:gd name="T10" fmla="*/ 33 w 46"/>
                  <a:gd name="T11" fmla="*/ 175 h 34"/>
                  <a:gd name="T12" fmla="*/ 0 w 46"/>
                  <a:gd name="T13" fmla="*/ 313 h 34"/>
                  <a:gd name="T14" fmla="*/ 95 w 46"/>
                  <a:gd name="T15" fmla="*/ 470 h 34"/>
                  <a:gd name="T16" fmla="*/ 250 w 46"/>
                  <a:gd name="T17" fmla="*/ 533 h 34"/>
                  <a:gd name="T18" fmla="*/ 333 w 46"/>
                  <a:gd name="T19" fmla="*/ 500 h 34"/>
                  <a:gd name="T20" fmla="*/ 458 w 46"/>
                  <a:gd name="T21" fmla="*/ 438 h 34"/>
                  <a:gd name="T22" fmla="*/ 645 w 46"/>
                  <a:gd name="T23" fmla="*/ 375 h 34"/>
                  <a:gd name="T24" fmla="*/ 708 w 46"/>
                  <a:gd name="T25" fmla="*/ 345 h 34"/>
                  <a:gd name="T26" fmla="*/ 720 w 46"/>
                  <a:gd name="T27" fmla="*/ 283 h 34"/>
                  <a:gd name="T28" fmla="*/ 708 w 46"/>
                  <a:gd name="T29" fmla="*/ 220 h 34"/>
                  <a:gd name="T30" fmla="*/ 520 w 46"/>
                  <a:gd name="T31" fmla="*/ 63 h 34"/>
                  <a:gd name="T32" fmla="*/ 363 w 46"/>
                  <a:gd name="T33" fmla="*/ 0 h 34"/>
                  <a:gd name="T34" fmla="*/ 345 w 46"/>
                  <a:gd name="T35" fmla="*/ 0 h 34"/>
                  <a:gd name="T36" fmla="*/ 345 w 46"/>
                  <a:gd name="T37" fmla="*/ 0 h 34"/>
                  <a:gd name="T38" fmla="*/ 345 w 46"/>
                  <a:gd name="T39" fmla="*/ 20 h 34"/>
                  <a:gd name="T40" fmla="*/ 345 w 46"/>
                  <a:gd name="T41" fmla="*/ 33 h 34"/>
                  <a:gd name="T42" fmla="*/ 395 w 46"/>
                  <a:gd name="T43" fmla="*/ 50 h 34"/>
                  <a:gd name="T44" fmla="*/ 563 w 46"/>
                  <a:gd name="T45" fmla="*/ 125 h 34"/>
                  <a:gd name="T46" fmla="*/ 688 w 46"/>
                  <a:gd name="T47" fmla="*/ 238 h 34"/>
                  <a:gd name="T48" fmla="*/ 688 w 46"/>
                  <a:gd name="T49" fmla="*/ 283 h 34"/>
                  <a:gd name="T50" fmla="*/ 675 w 46"/>
                  <a:gd name="T51" fmla="*/ 333 h 34"/>
                  <a:gd name="T52" fmla="*/ 595 w 46"/>
                  <a:gd name="T53" fmla="*/ 363 h 34"/>
                  <a:gd name="T54" fmla="*/ 438 w 46"/>
                  <a:gd name="T55" fmla="*/ 408 h 34"/>
                  <a:gd name="T56" fmla="*/ 313 w 46"/>
                  <a:gd name="T57" fmla="*/ 470 h 34"/>
                  <a:gd name="T58" fmla="*/ 250 w 46"/>
                  <a:gd name="T59" fmla="*/ 500 h 34"/>
                  <a:gd name="T60" fmla="*/ 113 w 46"/>
                  <a:gd name="T61" fmla="*/ 438 h 34"/>
                  <a:gd name="T62" fmla="*/ 33 w 46"/>
                  <a:gd name="T63" fmla="*/ 313 h 34"/>
                  <a:gd name="T64" fmla="*/ 63 w 46"/>
                  <a:gd name="T65" fmla="*/ 188 h 34"/>
                  <a:gd name="T66" fmla="*/ 113 w 46"/>
                  <a:gd name="T67" fmla="*/ 95 h 34"/>
                  <a:gd name="T68" fmla="*/ 158 w 46"/>
                  <a:gd name="T69" fmla="*/ 50 h 34"/>
                  <a:gd name="T70" fmla="*/ 270 w 46"/>
                  <a:gd name="T71" fmla="*/ 33 h 34"/>
                  <a:gd name="T72" fmla="*/ 345 w 46"/>
                  <a:gd name="T73" fmla="*/ 33 h 34"/>
                  <a:gd name="T74" fmla="*/ 345 w 46"/>
                  <a:gd name="T75" fmla="*/ 20 h 34"/>
                  <a:gd name="T76" fmla="*/ 345 w 46"/>
                  <a:gd name="T77" fmla="*/ 33 h 34"/>
                  <a:gd name="T78" fmla="*/ 345 w 46"/>
                  <a:gd name="T79" fmla="*/ 20 h 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6" h="34">
                    <a:moveTo>
                      <a:pt x="22" y="1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19" y="0"/>
                      <a:pt x="17" y="0"/>
                    </a:cubicBezTo>
                    <a:cubicBezTo>
                      <a:pt x="14" y="0"/>
                      <a:pt x="12" y="0"/>
                      <a:pt x="9" y="1"/>
                    </a:cubicBezTo>
                    <a:cubicBezTo>
                      <a:pt x="7" y="2"/>
                      <a:pt x="5" y="4"/>
                      <a:pt x="5" y="6"/>
                    </a:cubicBezTo>
                    <a:cubicBezTo>
                      <a:pt x="4" y="7"/>
                      <a:pt x="3" y="9"/>
                      <a:pt x="2" y="11"/>
                    </a:cubicBezTo>
                    <a:cubicBezTo>
                      <a:pt x="1" y="14"/>
                      <a:pt x="0" y="17"/>
                      <a:pt x="0" y="20"/>
                    </a:cubicBezTo>
                    <a:cubicBezTo>
                      <a:pt x="0" y="23"/>
                      <a:pt x="1" y="27"/>
                      <a:pt x="6" y="30"/>
                    </a:cubicBezTo>
                    <a:cubicBezTo>
                      <a:pt x="10" y="33"/>
                      <a:pt x="13" y="34"/>
                      <a:pt x="16" y="34"/>
                    </a:cubicBezTo>
                    <a:cubicBezTo>
                      <a:pt x="18" y="34"/>
                      <a:pt x="20" y="33"/>
                      <a:pt x="21" y="32"/>
                    </a:cubicBezTo>
                    <a:cubicBezTo>
                      <a:pt x="23" y="31"/>
                      <a:pt x="26" y="30"/>
                      <a:pt x="29" y="28"/>
                    </a:cubicBezTo>
                    <a:cubicBezTo>
                      <a:pt x="34" y="27"/>
                      <a:pt x="38" y="26"/>
                      <a:pt x="41" y="24"/>
                    </a:cubicBezTo>
                    <a:cubicBezTo>
                      <a:pt x="42" y="24"/>
                      <a:pt x="44" y="23"/>
                      <a:pt x="45" y="22"/>
                    </a:cubicBezTo>
                    <a:cubicBezTo>
                      <a:pt x="46" y="21"/>
                      <a:pt x="46" y="20"/>
                      <a:pt x="46" y="18"/>
                    </a:cubicBezTo>
                    <a:cubicBezTo>
                      <a:pt x="46" y="17"/>
                      <a:pt x="46" y="16"/>
                      <a:pt x="45" y="14"/>
                    </a:cubicBezTo>
                    <a:cubicBezTo>
                      <a:pt x="44" y="10"/>
                      <a:pt x="38" y="6"/>
                      <a:pt x="33" y="4"/>
                    </a:cubicBezTo>
                    <a:cubicBezTo>
                      <a:pt x="27" y="2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3" y="3"/>
                      <a:pt x="25" y="3"/>
                    </a:cubicBezTo>
                    <a:cubicBezTo>
                      <a:pt x="28" y="4"/>
                      <a:pt x="32" y="6"/>
                      <a:pt x="36" y="8"/>
                    </a:cubicBezTo>
                    <a:cubicBezTo>
                      <a:pt x="39" y="10"/>
                      <a:pt x="42" y="12"/>
                      <a:pt x="44" y="15"/>
                    </a:cubicBezTo>
                    <a:cubicBezTo>
                      <a:pt x="44" y="16"/>
                      <a:pt x="44" y="17"/>
                      <a:pt x="44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2" y="22"/>
                      <a:pt x="40" y="23"/>
                      <a:pt x="38" y="23"/>
                    </a:cubicBezTo>
                    <a:cubicBezTo>
                      <a:pt x="35" y="24"/>
                      <a:pt x="32" y="25"/>
                      <a:pt x="28" y="26"/>
                    </a:cubicBezTo>
                    <a:cubicBezTo>
                      <a:pt x="25" y="28"/>
                      <a:pt x="22" y="29"/>
                      <a:pt x="20" y="30"/>
                    </a:cubicBezTo>
                    <a:cubicBezTo>
                      <a:pt x="19" y="31"/>
                      <a:pt x="17" y="32"/>
                      <a:pt x="16" y="32"/>
                    </a:cubicBezTo>
                    <a:cubicBezTo>
                      <a:pt x="14" y="32"/>
                      <a:pt x="11" y="31"/>
                      <a:pt x="7" y="28"/>
                    </a:cubicBezTo>
                    <a:cubicBezTo>
                      <a:pt x="3" y="25"/>
                      <a:pt x="2" y="22"/>
                      <a:pt x="2" y="20"/>
                    </a:cubicBezTo>
                    <a:cubicBezTo>
                      <a:pt x="2" y="17"/>
                      <a:pt x="3" y="15"/>
                      <a:pt x="4" y="12"/>
                    </a:cubicBezTo>
                    <a:cubicBezTo>
                      <a:pt x="5" y="10"/>
                      <a:pt x="6" y="8"/>
                      <a:pt x="7" y="6"/>
                    </a:cubicBezTo>
                    <a:cubicBezTo>
                      <a:pt x="7" y="5"/>
                      <a:pt x="8" y="4"/>
                      <a:pt x="10" y="3"/>
                    </a:cubicBezTo>
                    <a:cubicBezTo>
                      <a:pt x="12" y="2"/>
                      <a:pt x="15" y="2"/>
                      <a:pt x="17" y="2"/>
                    </a:cubicBezTo>
                    <a:cubicBezTo>
                      <a:pt x="19" y="2"/>
                      <a:pt x="21" y="2"/>
                      <a:pt x="22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lnTo>
                      <a:pt x="22" y="1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2" name="Freeform 417">
                <a:extLst>
                  <a:ext uri="{FF2B5EF4-FFF2-40B4-BE49-F238E27FC236}">
                    <a16:creationId xmlns:a16="http://schemas.microsoft.com/office/drawing/2014/main" id="{6247FDE9-D2BA-4A08-9D2E-F77E6EBE3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025"/>
                <a:ext cx="92" cy="78"/>
              </a:xfrm>
              <a:custGeom>
                <a:avLst/>
                <a:gdLst>
                  <a:gd name="T0" fmla="*/ 229 w 37"/>
                  <a:gd name="T1" fmla="*/ 20 h 31"/>
                  <a:gd name="T2" fmla="*/ 229 w 37"/>
                  <a:gd name="T3" fmla="*/ 0 h 31"/>
                  <a:gd name="T4" fmla="*/ 92 w 37"/>
                  <a:gd name="T5" fmla="*/ 63 h 31"/>
                  <a:gd name="T6" fmla="*/ 30 w 37"/>
                  <a:gd name="T7" fmla="*/ 113 h 31"/>
                  <a:gd name="T8" fmla="*/ 0 w 37"/>
                  <a:gd name="T9" fmla="*/ 189 h 31"/>
                  <a:gd name="T10" fmla="*/ 12 w 37"/>
                  <a:gd name="T11" fmla="*/ 254 h 31"/>
                  <a:gd name="T12" fmla="*/ 124 w 37"/>
                  <a:gd name="T13" fmla="*/ 413 h 31"/>
                  <a:gd name="T14" fmla="*/ 167 w 37"/>
                  <a:gd name="T15" fmla="*/ 476 h 31"/>
                  <a:gd name="T16" fmla="*/ 229 w 37"/>
                  <a:gd name="T17" fmla="*/ 493 h 31"/>
                  <a:gd name="T18" fmla="*/ 308 w 37"/>
                  <a:gd name="T19" fmla="*/ 476 h 31"/>
                  <a:gd name="T20" fmla="*/ 462 w 37"/>
                  <a:gd name="T21" fmla="*/ 430 h 31"/>
                  <a:gd name="T22" fmla="*/ 537 w 37"/>
                  <a:gd name="T23" fmla="*/ 413 h 31"/>
                  <a:gd name="T24" fmla="*/ 569 w 37"/>
                  <a:gd name="T25" fmla="*/ 335 h 31"/>
                  <a:gd name="T26" fmla="*/ 557 w 37"/>
                  <a:gd name="T27" fmla="*/ 284 h 31"/>
                  <a:gd name="T28" fmla="*/ 383 w 37"/>
                  <a:gd name="T29" fmla="*/ 83 h 31"/>
                  <a:gd name="T30" fmla="*/ 246 w 37"/>
                  <a:gd name="T31" fmla="*/ 20 h 31"/>
                  <a:gd name="T32" fmla="*/ 246 w 37"/>
                  <a:gd name="T33" fmla="*/ 0 h 31"/>
                  <a:gd name="T34" fmla="*/ 229 w 37"/>
                  <a:gd name="T35" fmla="*/ 0 h 31"/>
                  <a:gd name="T36" fmla="*/ 229 w 37"/>
                  <a:gd name="T37" fmla="*/ 20 h 31"/>
                  <a:gd name="T38" fmla="*/ 229 w 37"/>
                  <a:gd name="T39" fmla="*/ 33 h 31"/>
                  <a:gd name="T40" fmla="*/ 246 w 37"/>
                  <a:gd name="T41" fmla="*/ 50 h 31"/>
                  <a:gd name="T42" fmla="*/ 383 w 37"/>
                  <a:gd name="T43" fmla="*/ 126 h 31"/>
                  <a:gd name="T44" fmla="*/ 525 w 37"/>
                  <a:gd name="T45" fmla="*/ 284 h 31"/>
                  <a:gd name="T46" fmla="*/ 537 w 37"/>
                  <a:gd name="T47" fmla="*/ 335 h 31"/>
                  <a:gd name="T48" fmla="*/ 525 w 37"/>
                  <a:gd name="T49" fmla="*/ 380 h 31"/>
                  <a:gd name="T50" fmla="*/ 433 w 37"/>
                  <a:gd name="T51" fmla="*/ 413 h 31"/>
                  <a:gd name="T52" fmla="*/ 291 w 37"/>
                  <a:gd name="T53" fmla="*/ 443 h 31"/>
                  <a:gd name="T54" fmla="*/ 229 w 37"/>
                  <a:gd name="T55" fmla="*/ 463 h 31"/>
                  <a:gd name="T56" fmla="*/ 186 w 37"/>
                  <a:gd name="T57" fmla="*/ 443 h 31"/>
                  <a:gd name="T58" fmla="*/ 42 w 37"/>
                  <a:gd name="T59" fmla="*/ 242 h 31"/>
                  <a:gd name="T60" fmla="*/ 30 w 37"/>
                  <a:gd name="T61" fmla="*/ 189 h 31"/>
                  <a:gd name="T62" fmla="*/ 42 w 37"/>
                  <a:gd name="T63" fmla="*/ 126 h 31"/>
                  <a:gd name="T64" fmla="*/ 246 w 37"/>
                  <a:gd name="T65" fmla="*/ 33 h 31"/>
                  <a:gd name="T66" fmla="*/ 229 w 37"/>
                  <a:gd name="T67" fmla="*/ 20 h 31"/>
                  <a:gd name="T68" fmla="*/ 229 w 37"/>
                  <a:gd name="T69" fmla="*/ 33 h 31"/>
                  <a:gd name="T70" fmla="*/ 229 w 37"/>
                  <a:gd name="T71" fmla="*/ 20 h 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7" h="31">
                    <a:moveTo>
                      <a:pt x="15" y="1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1"/>
                      <a:pt x="9" y="2"/>
                      <a:pt x="6" y="4"/>
                    </a:cubicBezTo>
                    <a:cubicBezTo>
                      <a:pt x="5" y="5"/>
                      <a:pt x="3" y="6"/>
                      <a:pt x="2" y="7"/>
                    </a:cubicBezTo>
                    <a:cubicBezTo>
                      <a:pt x="1" y="8"/>
                      <a:pt x="0" y="10"/>
                      <a:pt x="0" y="12"/>
                    </a:cubicBezTo>
                    <a:cubicBezTo>
                      <a:pt x="0" y="13"/>
                      <a:pt x="0" y="15"/>
                      <a:pt x="1" y="16"/>
                    </a:cubicBezTo>
                    <a:cubicBezTo>
                      <a:pt x="3" y="20"/>
                      <a:pt x="5" y="23"/>
                      <a:pt x="8" y="26"/>
                    </a:cubicBezTo>
                    <a:cubicBezTo>
                      <a:pt x="9" y="28"/>
                      <a:pt x="10" y="29"/>
                      <a:pt x="11" y="30"/>
                    </a:cubicBezTo>
                    <a:cubicBezTo>
                      <a:pt x="12" y="31"/>
                      <a:pt x="14" y="31"/>
                      <a:pt x="15" y="31"/>
                    </a:cubicBezTo>
                    <a:cubicBezTo>
                      <a:pt x="17" y="31"/>
                      <a:pt x="18" y="31"/>
                      <a:pt x="20" y="30"/>
                    </a:cubicBezTo>
                    <a:cubicBezTo>
                      <a:pt x="23" y="28"/>
                      <a:pt x="27" y="28"/>
                      <a:pt x="30" y="27"/>
                    </a:cubicBezTo>
                    <a:cubicBezTo>
                      <a:pt x="32" y="27"/>
                      <a:pt x="34" y="27"/>
                      <a:pt x="35" y="26"/>
                    </a:cubicBezTo>
                    <a:cubicBezTo>
                      <a:pt x="36" y="25"/>
                      <a:pt x="37" y="23"/>
                      <a:pt x="37" y="21"/>
                    </a:cubicBezTo>
                    <a:cubicBezTo>
                      <a:pt x="37" y="20"/>
                      <a:pt x="37" y="19"/>
                      <a:pt x="36" y="18"/>
                    </a:cubicBezTo>
                    <a:cubicBezTo>
                      <a:pt x="34" y="12"/>
                      <a:pt x="29" y="8"/>
                      <a:pt x="25" y="5"/>
                    </a:cubicBezTo>
                    <a:cubicBezTo>
                      <a:pt x="20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6" y="3"/>
                    </a:cubicBezTo>
                    <a:cubicBezTo>
                      <a:pt x="17" y="3"/>
                      <a:pt x="21" y="5"/>
                      <a:pt x="25" y="8"/>
                    </a:cubicBezTo>
                    <a:cubicBezTo>
                      <a:pt x="29" y="10"/>
                      <a:pt x="33" y="14"/>
                      <a:pt x="34" y="18"/>
                    </a:cubicBezTo>
                    <a:cubicBezTo>
                      <a:pt x="35" y="20"/>
                      <a:pt x="35" y="21"/>
                      <a:pt x="35" y="21"/>
                    </a:cubicBezTo>
                    <a:cubicBezTo>
                      <a:pt x="35" y="23"/>
                      <a:pt x="34" y="23"/>
                      <a:pt x="34" y="24"/>
                    </a:cubicBezTo>
                    <a:cubicBezTo>
                      <a:pt x="33" y="25"/>
                      <a:pt x="30" y="25"/>
                      <a:pt x="28" y="26"/>
                    </a:cubicBezTo>
                    <a:cubicBezTo>
                      <a:pt x="25" y="26"/>
                      <a:pt x="22" y="27"/>
                      <a:pt x="19" y="28"/>
                    </a:cubicBezTo>
                    <a:cubicBezTo>
                      <a:pt x="18" y="29"/>
                      <a:pt x="16" y="29"/>
                      <a:pt x="15" y="29"/>
                    </a:cubicBezTo>
                    <a:cubicBezTo>
                      <a:pt x="14" y="29"/>
                      <a:pt x="13" y="29"/>
                      <a:pt x="12" y="28"/>
                    </a:cubicBezTo>
                    <a:cubicBezTo>
                      <a:pt x="9" y="26"/>
                      <a:pt x="6" y="21"/>
                      <a:pt x="3" y="15"/>
                    </a:cubicBezTo>
                    <a:cubicBezTo>
                      <a:pt x="2" y="14"/>
                      <a:pt x="2" y="13"/>
                      <a:pt x="2" y="12"/>
                    </a:cubicBezTo>
                    <a:cubicBezTo>
                      <a:pt x="2" y="11"/>
                      <a:pt x="2" y="9"/>
                      <a:pt x="3" y="8"/>
                    </a:cubicBezTo>
                    <a:cubicBezTo>
                      <a:pt x="6" y="5"/>
                      <a:pt x="13" y="3"/>
                      <a:pt x="16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3" name="Freeform 418">
                <a:extLst>
                  <a:ext uri="{FF2B5EF4-FFF2-40B4-BE49-F238E27FC236}">
                    <a16:creationId xmlns:a16="http://schemas.microsoft.com/office/drawing/2014/main" id="{C50829FB-CFE2-416B-BFBD-D2D0B49C8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108"/>
                <a:ext cx="150" cy="107"/>
              </a:xfrm>
              <a:custGeom>
                <a:avLst/>
                <a:gdLst>
                  <a:gd name="T0" fmla="*/ 238 w 60"/>
                  <a:gd name="T1" fmla="*/ 12 h 43"/>
                  <a:gd name="T2" fmla="*/ 238 w 60"/>
                  <a:gd name="T3" fmla="*/ 0 h 43"/>
                  <a:gd name="T4" fmla="*/ 188 w 60"/>
                  <a:gd name="T5" fmla="*/ 0 h 43"/>
                  <a:gd name="T6" fmla="*/ 50 w 60"/>
                  <a:gd name="T7" fmla="*/ 30 h 43"/>
                  <a:gd name="T8" fmla="*/ 0 w 60"/>
                  <a:gd name="T9" fmla="*/ 154 h 43"/>
                  <a:gd name="T10" fmla="*/ 0 w 60"/>
                  <a:gd name="T11" fmla="*/ 167 h 43"/>
                  <a:gd name="T12" fmla="*/ 33 w 60"/>
                  <a:gd name="T13" fmla="*/ 371 h 43"/>
                  <a:gd name="T14" fmla="*/ 188 w 60"/>
                  <a:gd name="T15" fmla="*/ 537 h 43"/>
                  <a:gd name="T16" fmla="*/ 550 w 60"/>
                  <a:gd name="T17" fmla="*/ 662 h 43"/>
                  <a:gd name="T18" fmla="*/ 658 w 60"/>
                  <a:gd name="T19" fmla="*/ 632 h 43"/>
                  <a:gd name="T20" fmla="*/ 845 w 60"/>
                  <a:gd name="T21" fmla="*/ 570 h 43"/>
                  <a:gd name="T22" fmla="*/ 938 w 60"/>
                  <a:gd name="T23" fmla="*/ 416 h 43"/>
                  <a:gd name="T24" fmla="*/ 938 w 60"/>
                  <a:gd name="T25" fmla="*/ 383 h 43"/>
                  <a:gd name="T26" fmla="*/ 938 w 60"/>
                  <a:gd name="T27" fmla="*/ 341 h 43"/>
                  <a:gd name="T28" fmla="*/ 938 w 60"/>
                  <a:gd name="T29" fmla="*/ 249 h 43"/>
                  <a:gd name="T30" fmla="*/ 895 w 60"/>
                  <a:gd name="T31" fmla="*/ 137 h 43"/>
                  <a:gd name="T32" fmla="*/ 720 w 60"/>
                  <a:gd name="T33" fmla="*/ 75 h 43"/>
                  <a:gd name="T34" fmla="*/ 238 w 60"/>
                  <a:gd name="T35" fmla="*/ 0 h 43"/>
                  <a:gd name="T36" fmla="*/ 238 w 60"/>
                  <a:gd name="T37" fmla="*/ 12 h 43"/>
                  <a:gd name="T38" fmla="*/ 238 w 60"/>
                  <a:gd name="T39" fmla="*/ 0 h 43"/>
                  <a:gd name="T40" fmla="*/ 238 w 60"/>
                  <a:gd name="T41" fmla="*/ 12 h 43"/>
                  <a:gd name="T42" fmla="*/ 238 w 60"/>
                  <a:gd name="T43" fmla="*/ 30 h 43"/>
                  <a:gd name="T44" fmla="*/ 283 w 60"/>
                  <a:gd name="T45" fmla="*/ 30 h 43"/>
                  <a:gd name="T46" fmla="*/ 720 w 60"/>
                  <a:gd name="T47" fmla="*/ 105 h 43"/>
                  <a:gd name="T48" fmla="*/ 875 w 60"/>
                  <a:gd name="T49" fmla="*/ 167 h 43"/>
                  <a:gd name="T50" fmla="*/ 908 w 60"/>
                  <a:gd name="T51" fmla="*/ 249 h 43"/>
                  <a:gd name="T52" fmla="*/ 908 w 60"/>
                  <a:gd name="T53" fmla="*/ 341 h 43"/>
                  <a:gd name="T54" fmla="*/ 908 w 60"/>
                  <a:gd name="T55" fmla="*/ 383 h 43"/>
                  <a:gd name="T56" fmla="*/ 908 w 60"/>
                  <a:gd name="T57" fmla="*/ 416 h 43"/>
                  <a:gd name="T58" fmla="*/ 833 w 60"/>
                  <a:gd name="T59" fmla="*/ 537 h 43"/>
                  <a:gd name="T60" fmla="*/ 658 w 60"/>
                  <a:gd name="T61" fmla="*/ 600 h 43"/>
                  <a:gd name="T62" fmla="*/ 550 w 60"/>
                  <a:gd name="T63" fmla="*/ 632 h 43"/>
                  <a:gd name="T64" fmla="*/ 208 w 60"/>
                  <a:gd name="T65" fmla="*/ 508 h 43"/>
                  <a:gd name="T66" fmla="*/ 63 w 60"/>
                  <a:gd name="T67" fmla="*/ 353 h 43"/>
                  <a:gd name="T68" fmla="*/ 33 w 60"/>
                  <a:gd name="T69" fmla="*/ 167 h 43"/>
                  <a:gd name="T70" fmla="*/ 33 w 60"/>
                  <a:gd name="T71" fmla="*/ 154 h 43"/>
                  <a:gd name="T72" fmla="*/ 83 w 60"/>
                  <a:gd name="T73" fmla="*/ 62 h 43"/>
                  <a:gd name="T74" fmla="*/ 188 w 60"/>
                  <a:gd name="T75" fmla="*/ 30 h 43"/>
                  <a:gd name="T76" fmla="*/ 238 w 60"/>
                  <a:gd name="T77" fmla="*/ 30 h 43"/>
                  <a:gd name="T78" fmla="*/ 238 w 60"/>
                  <a:gd name="T79" fmla="*/ 30 h 43"/>
                  <a:gd name="T80" fmla="*/ 238 w 60"/>
                  <a:gd name="T81" fmla="*/ 30 h 43"/>
                  <a:gd name="T82" fmla="*/ 238 w 60"/>
                  <a:gd name="T83" fmla="*/ 12 h 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60" h="43">
                    <a:moveTo>
                      <a:pt x="15" y="1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8" y="0"/>
                      <a:pt x="5" y="0"/>
                      <a:pt x="3" y="2"/>
                    </a:cubicBezTo>
                    <a:cubicBezTo>
                      <a:pt x="1" y="4"/>
                      <a:pt x="0" y="7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5"/>
                      <a:pt x="1" y="19"/>
                      <a:pt x="2" y="24"/>
                    </a:cubicBezTo>
                    <a:cubicBezTo>
                      <a:pt x="4" y="28"/>
                      <a:pt x="7" y="32"/>
                      <a:pt x="12" y="35"/>
                    </a:cubicBezTo>
                    <a:cubicBezTo>
                      <a:pt x="19" y="40"/>
                      <a:pt x="27" y="43"/>
                      <a:pt x="35" y="43"/>
                    </a:cubicBezTo>
                    <a:cubicBezTo>
                      <a:pt x="37" y="43"/>
                      <a:pt x="40" y="42"/>
                      <a:pt x="42" y="41"/>
                    </a:cubicBezTo>
                    <a:cubicBezTo>
                      <a:pt x="47" y="40"/>
                      <a:pt x="51" y="39"/>
                      <a:pt x="54" y="37"/>
                    </a:cubicBezTo>
                    <a:cubicBezTo>
                      <a:pt x="57" y="35"/>
                      <a:pt x="60" y="32"/>
                      <a:pt x="60" y="27"/>
                    </a:cubicBezTo>
                    <a:cubicBezTo>
                      <a:pt x="60" y="26"/>
                      <a:pt x="60" y="26"/>
                      <a:pt x="60" y="25"/>
                    </a:cubicBezTo>
                    <a:cubicBezTo>
                      <a:pt x="60" y="24"/>
                      <a:pt x="60" y="23"/>
                      <a:pt x="60" y="22"/>
                    </a:cubicBezTo>
                    <a:cubicBezTo>
                      <a:pt x="60" y="20"/>
                      <a:pt x="60" y="18"/>
                      <a:pt x="60" y="16"/>
                    </a:cubicBezTo>
                    <a:cubicBezTo>
                      <a:pt x="60" y="14"/>
                      <a:pt x="59" y="11"/>
                      <a:pt x="57" y="9"/>
                    </a:cubicBezTo>
                    <a:cubicBezTo>
                      <a:pt x="55" y="7"/>
                      <a:pt x="52" y="6"/>
                      <a:pt x="46" y="5"/>
                    </a:cubicBezTo>
                    <a:cubicBezTo>
                      <a:pt x="30" y="1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22" y="2"/>
                      <a:pt x="33" y="4"/>
                      <a:pt x="46" y="7"/>
                    </a:cubicBezTo>
                    <a:cubicBezTo>
                      <a:pt x="51" y="8"/>
                      <a:pt x="54" y="9"/>
                      <a:pt x="56" y="11"/>
                    </a:cubicBezTo>
                    <a:cubicBezTo>
                      <a:pt x="57" y="12"/>
                      <a:pt x="58" y="14"/>
                      <a:pt x="58" y="16"/>
                    </a:cubicBezTo>
                    <a:cubicBezTo>
                      <a:pt x="58" y="18"/>
                      <a:pt x="58" y="20"/>
                      <a:pt x="58" y="22"/>
                    </a:cubicBezTo>
                    <a:cubicBezTo>
                      <a:pt x="58" y="23"/>
                      <a:pt x="58" y="24"/>
                      <a:pt x="58" y="25"/>
                    </a:cubicBezTo>
                    <a:cubicBezTo>
                      <a:pt x="58" y="26"/>
                      <a:pt x="58" y="26"/>
                      <a:pt x="58" y="27"/>
                    </a:cubicBezTo>
                    <a:cubicBezTo>
                      <a:pt x="58" y="31"/>
                      <a:pt x="56" y="33"/>
                      <a:pt x="53" y="35"/>
                    </a:cubicBezTo>
                    <a:cubicBezTo>
                      <a:pt x="50" y="37"/>
                      <a:pt x="46" y="38"/>
                      <a:pt x="42" y="39"/>
                    </a:cubicBezTo>
                    <a:cubicBezTo>
                      <a:pt x="40" y="40"/>
                      <a:pt x="37" y="41"/>
                      <a:pt x="35" y="41"/>
                    </a:cubicBezTo>
                    <a:cubicBezTo>
                      <a:pt x="28" y="41"/>
                      <a:pt x="19" y="38"/>
                      <a:pt x="13" y="33"/>
                    </a:cubicBezTo>
                    <a:cubicBezTo>
                      <a:pt x="8" y="30"/>
                      <a:pt x="6" y="27"/>
                      <a:pt x="4" y="23"/>
                    </a:cubicBezTo>
                    <a:cubicBezTo>
                      <a:pt x="3" y="19"/>
                      <a:pt x="2" y="15"/>
                      <a:pt x="2" y="11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7"/>
                      <a:pt x="3" y="5"/>
                      <a:pt x="5" y="4"/>
                    </a:cubicBezTo>
                    <a:cubicBezTo>
                      <a:pt x="6" y="2"/>
                      <a:pt x="9" y="2"/>
                      <a:pt x="12" y="2"/>
                    </a:cubicBezTo>
                    <a:cubicBezTo>
                      <a:pt x="13" y="2"/>
                      <a:pt x="14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4" name="Freeform 419">
                <a:extLst>
                  <a:ext uri="{FF2B5EF4-FFF2-40B4-BE49-F238E27FC236}">
                    <a16:creationId xmlns:a16="http://schemas.microsoft.com/office/drawing/2014/main" id="{239835CA-8EF0-4B3E-BA59-846CFB538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235"/>
                <a:ext cx="117" cy="90"/>
              </a:xfrm>
              <a:custGeom>
                <a:avLst/>
                <a:gdLst>
                  <a:gd name="T0" fmla="*/ 249 w 47"/>
                  <a:gd name="T1" fmla="*/ 20 h 36"/>
                  <a:gd name="T2" fmla="*/ 229 w 47"/>
                  <a:gd name="T3" fmla="*/ 0 h 36"/>
                  <a:gd name="T4" fmla="*/ 92 w 47"/>
                  <a:gd name="T5" fmla="*/ 125 h 36"/>
                  <a:gd name="T6" fmla="*/ 0 w 47"/>
                  <a:gd name="T7" fmla="*/ 313 h 36"/>
                  <a:gd name="T8" fmla="*/ 42 w 47"/>
                  <a:gd name="T9" fmla="*/ 458 h 36"/>
                  <a:gd name="T10" fmla="*/ 187 w 47"/>
                  <a:gd name="T11" fmla="*/ 550 h 36"/>
                  <a:gd name="T12" fmla="*/ 291 w 47"/>
                  <a:gd name="T13" fmla="*/ 563 h 36"/>
                  <a:gd name="T14" fmla="*/ 478 w 47"/>
                  <a:gd name="T15" fmla="*/ 488 h 36"/>
                  <a:gd name="T16" fmla="*/ 632 w 47"/>
                  <a:gd name="T17" fmla="*/ 395 h 36"/>
                  <a:gd name="T18" fmla="*/ 695 w 47"/>
                  <a:gd name="T19" fmla="*/ 333 h 36"/>
                  <a:gd name="T20" fmla="*/ 724 w 47"/>
                  <a:gd name="T21" fmla="*/ 283 h 36"/>
                  <a:gd name="T22" fmla="*/ 682 w 47"/>
                  <a:gd name="T23" fmla="*/ 188 h 36"/>
                  <a:gd name="T24" fmla="*/ 309 w 47"/>
                  <a:gd name="T25" fmla="*/ 0 h 36"/>
                  <a:gd name="T26" fmla="*/ 229 w 47"/>
                  <a:gd name="T27" fmla="*/ 0 h 36"/>
                  <a:gd name="T28" fmla="*/ 249 w 47"/>
                  <a:gd name="T29" fmla="*/ 20 h 36"/>
                  <a:gd name="T30" fmla="*/ 249 w 47"/>
                  <a:gd name="T31" fmla="*/ 33 h 36"/>
                  <a:gd name="T32" fmla="*/ 309 w 47"/>
                  <a:gd name="T33" fmla="*/ 33 h 36"/>
                  <a:gd name="T34" fmla="*/ 662 w 47"/>
                  <a:gd name="T35" fmla="*/ 220 h 36"/>
                  <a:gd name="T36" fmla="*/ 695 w 47"/>
                  <a:gd name="T37" fmla="*/ 283 h 36"/>
                  <a:gd name="T38" fmla="*/ 682 w 47"/>
                  <a:gd name="T39" fmla="*/ 313 h 36"/>
                  <a:gd name="T40" fmla="*/ 587 w 47"/>
                  <a:gd name="T41" fmla="*/ 375 h 36"/>
                  <a:gd name="T42" fmla="*/ 466 w 47"/>
                  <a:gd name="T43" fmla="*/ 458 h 36"/>
                  <a:gd name="T44" fmla="*/ 291 w 47"/>
                  <a:gd name="T45" fmla="*/ 533 h 36"/>
                  <a:gd name="T46" fmla="*/ 199 w 47"/>
                  <a:gd name="T47" fmla="*/ 520 h 36"/>
                  <a:gd name="T48" fmla="*/ 75 w 47"/>
                  <a:gd name="T49" fmla="*/ 438 h 36"/>
                  <a:gd name="T50" fmla="*/ 30 w 47"/>
                  <a:gd name="T51" fmla="*/ 313 h 36"/>
                  <a:gd name="T52" fmla="*/ 105 w 47"/>
                  <a:gd name="T53" fmla="*/ 145 h 36"/>
                  <a:gd name="T54" fmla="*/ 249 w 47"/>
                  <a:gd name="T55" fmla="*/ 33 h 36"/>
                  <a:gd name="T56" fmla="*/ 249 w 47"/>
                  <a:gd name="T57" fmla="*/ 20 h 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7" h="36">
                    <a:moveTo>
                      <a:pt x="16" y="1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1"/>
                      <a:pt x="9" y="4"/>
                      <a:pt x="6" y="8"/>
                    </a:cubicBezTo>
                    <a:cubicBezTo>
                      <a:pt x="3" y="12"/>
                      <a:pt x="0" y="16"/>
                      <a:pt x="0" y="20"/>
                    </a:cubicBezTo>
                    <a:cubicBezTo>
                      <a:pt x="0" y="24"/>
                      <a:pt x="1" y="27"/>
                      <a:pt x="3" y="29"/>
                    </a:cubicBezTo>
                    <a:cubicBezTo>
                      <a:pt x="6" y="31"/>
                      <a:pt x="9" y="33"/>
                      <a:pt x="12" y="35"/>
                    </a:cubicBezTo>
                    <a:cubicBezTo>
                      <a:pt x="15" y="36"/>
                      <a:pt x="17" y="36"/>
                      <a:pt x="19" y="36"/>
                    </a:cubicBezTo>
                    <a:cubicBezTo>
                      <a:pt x="23" y="36"/>
                      <a:pt x="26" y="34"/>
                      <a:pt x="31" y="31"/>
                    </a:cubicBezTo>
                    <a:cubicBezTo>
                      <a:pt x="34" y="28"/>
                      <a:pt x="38" y="27"/>
                      <a:pt x="41" y="25"/>
                    </a:cubicBezTo>
                    <a:cubicBezTo>
                      <a:pt x="43" y="24"/>
                      <a:pt x="44" y="23"/>
                      <a:pt x="45" y="21"/>
                    </a:cubicBezTo>
                    <a:cubicBezTo>
                      <a:pt x="46" y="20"/>
                      <a:pt x="47" y="19"/>
                      <a:pt x="47" y="18"/>
                    </a:cubicBezTo>
                    <a:cubicBezTo>
                      <a:pt x="47" y="16"/>
                      <a:pt x="46" y="14"/>
                      <a:pt x="44" y="12"/>
                    </a:cubicBezTo>
                    <a:cubicBezTo>
                      <a:pt x="37" y="6"/>
                      <a:pt x="28" y="0"/>
                      <a:pt x="20" y="0"/>
                    </a:cubicBezTo>
                    <a:cubicBezTo>
                      <a:pt x="18" y="0"/>
                      <a:pt x="17" y="0"/>
                      <a:pt x="15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9" y="2"/>
                      <a:pt x="20" y="2"/>
                    </a:cubicBezTo>
                    <a:cubicBezTo>
                      <a:pt x="27" y="1"/>
                      <a:pt x="35" y="8"/>
                      <a:pt x="43" y="14"/>
                    </a:cubicBezTo>
                    <a:cubicBezTo>
                      <a:pt x="45" y="15"/>
                      <a:pt x="45" y="17"/>
                      <a:pt x="45" y="18"/>
                    </a:cubicBezTo>
                    <a:cubicBezTo>
                      <a:pt x="45" y="18"/>
                      <a:pt x="45" y="19"/>
                      <a:pt x="44" y="20"/>
                    </a:cubicBezTo>
                    <a:cubicBezTo>
                      <a:pt x="43" y="21"/>
                      <a:pt x="40" y="23"/>
                      <a:pt x="38" y="24"/>
                    </a:cubicBezTo>
                    <a:cubicBezTo>
                      <a:pt x="35" y="26"/>
                      <a:pt x="33" y="27"/>
                      <a:pt x="30" y="29"/>
                    </a:cubicBezTo>
                    <a:cubicBezTo>
                      <a:pt x="25" y="33"/>
                      <a:pt x="22" y="34"/>
                      <a:pt x="19" y="34"/>
                    </a:cubicBezTo>
                    <a:cubicBezTo>
                      <a:pt x="17" y="34"/>
                      <a:pt x="15" y="34"/>
                      <a:pt x="13" y="33"/>
                    </a:cubicBezTo>
                    <a:cubicBezTo>
                      <a:pt x="9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2" y="20"/>
                    </a:cubicBezTo>
                    <a:cubicBezTo>
                      <a:pt x="2" y="17"/>
                      <a:pt x="4" y="13"/>
                      <a:pt x="7" y="9"/>
                    </a:cubicBezTo>
                    <a:cubicBezTo>
                      <a:pt x="11" y="6"/>
                      <a:pt x="14" y="3"/>
                      <a:pt x="16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5" name="Freeform 420">
                <a:extLst>
                  <a:ext uri="{FF2B5EF4-FFF2-40B4-BE49-F238E27FC236}">
                    <a16:creationId xmlns:a16="http://schemas.microsoft.com/office/drawing/2014/main" id="{0DB2B69A-6F4F-488A-B690-23B12C5C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90"/>
                <a:ext cx="58" cy="55"/>
              </a:xfrm>
              <a:custGeom>
                <a:avLst/>
                <a:gdLst>
                  <a:gd name="T0" fmla="*/ 351 w 23"/>
                  <a:gd name="T1" fmla="*/ 220 h 22"/>
                  <a:gd name="T2" fmla="*/ 159 w 23"/>
                  <a:gd name="T3" fmla="*/ 0 h 22"/>
                  <a:gd name="T4" fmla="*/ 146 w 23"/>
                  <a:gd name="T5" fmla="*/ 0 h 22"/>
                  <a:gd name="T6" fmla="*/ 242 w 23"/>
                  <a:gd name="T7" fmla="*/ 175 h 22"/>
                  <a:gd name="T8" fmla="*/ 0 w 23"/>
                  <a:gd name="T9" fmla="*/ 270 h 22"/>
                  <a:gd name="T10" fmla="*/ 96 w 23"/>
                  <a:gd name="T11" fmla="*/ 313 h 22"/>
                  <a:gd name="T12" fmla="*/ 351 w 23"/>
                  <a:gd name="T13" fmla="*/ 22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2">
                    <a:moveTo>
                      <a:pt x="22" y="14"/>
                    </a:moveTo>
                    <a:cubicBezTo>
                      <a:pt x="21" y="6"/>
                      <a:pt x="17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3" y="2"/>
                      <a:pt x="14" y="6"/>
                      <a:pt x="15" y="11"/>
                    </a:cubicBezTo>
                    <a:cubicBezTo>
                      <a:pt x="16" y="19"/>
                      <a:pt x="6" y="17"/>
                      <a:pt x="0" y="17"/>
                    </a:cubicBezTo>
                    <a:cubicBezTo>
                      <a:pt x="1" y="19"/>
                      <a:pt x="4" y="21"/>
                      <a:pt x="6" y="20"/>
                    </a:cubicBezTo>
                    <a:cubicBezTo>
                      <a:pt x="13" y="20"/>
                      <a:pt x="23" y="22"/>
                      <a:pt x="22" y="14"/>
                    </a:cubicBez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6" name="Freeform 421">
                <a:extLst>
                  <a:ext uri="{FF2B5EF4-FFF2-40B4-BE49-F238E27FC236}">
                    <a16:creationId xmlns:a16="http://schemas.microsoft.com/office/drawing/2014/main" id="{1DF72A89-22C6-4A77-A024-6E2A89FBA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180"/>
                <a:ext cx="70" cy="40"/>
              </a:xfrm>
              <a:custGeom>
                <a:avLst/>
                <a:gdLst>
                  <a:gd name="T0" fmla="*/ 175 w 28"/>
                  <a:gd name="T1" fmla="*/ 50 h 16"/>
                  <a:gd name="T2" fmla="*/ 33 w 28"/>
                  <a:gd name="T3" fmla="*/ 145 h 16"/>
                  <a:gd name="T4" fmla="*/ 158 w 28"/>
                  <a:gd name="T5" fmla="*/ 250 h 16"/>
                  <a:gd name="T6" fmla="*/ 425 w 28"/>
                  <a:gd name="T7" fmla="*/ 158 h 16"/>
                  <a:gd name="T8" fmla="*/ 175 w 28"/>
                  <a:gd name="T9" fmla="*/ 5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6">
                    <a:moveTo>
                      <a:pt x="11" y="3"/>
                    </a:moveTo>
                    <a:cubicBezTo>
                      <a:pt x="5" y="4"/>
                      <a:pt x="2" y="4"/>
                      <a:pt x="2" y="9"/>
                    </a:cubicBezTo>
                    <a:cubicBezTo>
                      <a:pt x="2" y="14"/>
                      <a:pt x="0" y="16"/>
                      <a:pt x="10" y="16"/>
                    </a:cubicBezTo>
                    <a:cubicBezTo>
                      <a:pt x="19" y="16"/>
                      <a:pt x="26" y="14"/>
                      <a:pt x="27" y="10"/>
                    </a:cubicBezTo>
                    <a:cubicBezTo>
                      <a:pt x="28" y="5"/>
                      <a:pt x="24" y="0"/>
                      <a:pt x="11" y="3"/>
                    </a:cubicBezTo>
                    <a:close/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7" name="Freeform 422">
                <a:extLst>
                  <a:ext uri="{FF2B5EF4-FFF2-40B4-BE49-F238E27FC236}">
                    <a16:creationId xmlns:a16="http://schemas.microsoft.com/office/drawing/2014/main" id="{76FE374C-3DDF-40E7-B49A-D3FD9C250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140"/>
                <a:ext cx="63" cy="83"/>
              </a:xfrm>
              <a:custGeom>
                <a:avLst/>
                <a:gdLst>
                  <a:gd name="T0" fmla="*/ 222 w 25"/>
                  <a:gd name="T1" fmla="*/ 50 h 33"/>
                  <a:gd name="T2" fmla="*/ 113 w 25"/>
                  <a:gd name="T3" fmla="*/ 176 h 33"/>
                  <a:gd name="T4" fmla="*/ 83 w 25"/>
                  <a:gd name="T5" fmla="*/ 367 h 33"/>
                  <a:gd name="T6" fmla="*/ 272 w 25"/>
                  <a:gd name="T7" fmla="*/ 430 h 33"/>
                  <a:gd name="T8" fmla="*/ 401 w 25"/>
                  <a:gd name="T9" fmla="*/ 209 h 33"/>
                  <a:gd name="T10" fmla="*/ 222 w 25"/>
                  <a:gd name="T11" fmla="*/ 5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3">
                    <a:moveTo>
                      <a:pt x="14" y="3"/>
                    </a:moveTo>
                    <a:cubicBezTo>
                      <a:pt x="9" y="4"/>
                      <a:pt x="6" y="7"/>
                      <a:pt x="7" y="11"/>
                    </a:cubicBezTo>
                    <a:cubicBezTo>
                      <a:pt x="8" y="14"/>
                      <a:pt x="0" y="21"/>
                      <a:pt x="5" y="23"/>
                    </a:cubicBezTo>
                    <a:cubicBezTo>
                      <a:pt x="10" y="26"/>
                      <a:pt x="12" y="33"/>
                      <a:pt x="17" y="27"/>
                    </a:cubicBezTo>
                    <a:cubicBezTo>
                      <a:pt x="21" y="22"/>
                      <a:pt x="25" y="19"/>
                      <a:pt x="25" y="13"/>
                    </a:cubicBezTo>
                    <a:cubicBezTo>
                      <a:pt x="25" y="7"/>
                      <a:pt x="20" y="0"/>
                      <a:pt x="14" y="3"/>
                    </a:cubicBezTo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8" name="Freeform 423">
                <a:extLst>
                  <a:ext uri="{FF2B5EF4-FFF2-40B4-BE49-F238E27FC236}">
                    <a16:creationId xmlns:a16="http://schemas.microsoft.com/office/drawing/2014/main" id="{05BAE2ED-BE39-4AD9-B2E6-458454BBF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145"/>
                <a:ext cx="53" cy="73"/>
              </a:xfrm>
              <a:custGeom>
                <a:avLst/>
                <a:gdLst>
                  <a:gd name="T0" fmla="*/ 159 w 21"/>
                  <a:gd name="T1" fmla="*/ 368 h 29"/>
                  <a:gd name="T2" fmla="*/ 192 w 21"/>
                  <a:gd name="T3" fmla="*/ 159 h 29"/>
                  <a:gd name="T4" fmla="*/ 305 w 21"/>
                  <a:gd name="T5" fmla="*/ 33 h 29"/>
                  <a:gd name="T6" fmla="*/ 338 w 21"/>
                  <a:gd name="T7" fmla="*/ 33 h 29"/>
                  <a:gd name="T8" fmla="*/ 222 w 21"/>
                  <a:gd name="T9" fmla="*/ 20 h 29"/>
                  <a:gd name="T10" fmla="*/ 114 w 21"/>
                  <a:gd name="T11" fmla="*/ 146 h 29"/>
                  <a:gd name="T12" fmla="*/ 83 w 21"/>
                  <a:gd name="T13" fmla="*/ 335 h 29"/>
                  <a:gd name="T14" fmla="*/ 242 w 21"/>
                  <a:gd name="T15" fmla="*/ 430 h 29"/>
                  <a:gd name="T16" fmla="*/ 159 w 21"/>
                  <a:gd name="T17" fmla="*/ 368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9">
                    <a:moveTo>
                      <a:pt x="10" y="23"/>
                    </a:moveTo>
                    <a:cubicBezTo>
                      <a:pt x="5" y="21"/>
                      <a:pt x="13" y="13"/>
                      <a:pt x="12" y="10"/>
                    </a:cubicBezTo>
                    <a:cubicBezTo>
                      <a:pt x="11" y="7"/>
                      <a:pt x="14" y="4"/>
                      <a:pt x="19" y="2"/>
                    </a:cubicBezTo>
                    <a:cubicBezTo>
                      <a:pt x="19" y="2"/>
                      <a:pt x="20" y="2"/>
                      <a:pt x="21" y="2"/>
                    </a:cubicBezTo>
                    <a:cubicBezTo>
                      <a:pt x="19" y="0"/>
                      <a:pt x="16" y="0"/>
                      <a:pt x="14" y="1"/>
                    </a:cubicBezTo>
                    <a:cubicBezTo>
                      <a:pt x="9" y="2"/>
                      <a:pt x="6" y="5"/>
                      <a:pt x="7" y="9"/>
                    </a:cubicBezTo>
                    <a:cubicBezTo>
                      <a:pt x="8" y="12"/>
                      <a:pt x="0" y="19"/>
                      <a:pt x="5" y="21"/>
                    </a:cubicBezTo>
                    <a:cubicBezTo>
                      <a:pt x="9" y="23"/>
                      <a:pt x="11" y="29"/>
                      <a:pt x="15" y="27"/>
                    </a:cubicBezTo>
                    <a:cubicBezTo>
                      <a:pt x="13" y="26"/>
                      <a:pt x="12" y="24"/>
                      <a:pt x="10" y="23"/>
                    </a:cubicBezTo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9" name="Freeform 424">
                <a:extLst>
                  <a:ext uri="{FF2B5EF4-FFF2-40B4-BE49-F238E27FC236}">
                    <a16:creationId xmlns:a16="http://schemas.microsoft.com/office/drawing/2014/main" id="{0AF8C8F5-D47E-4D60-A217-C7E1E7494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3185"/>
                <a:ext cx="60" cy="55"/>
              </a:xfrm>
              <a:custGeom>
                <a:avLst/>
                <a:gdLst>
                  <a:gd name="T0" fmla="*/ 158 w 24"/>
                  <a:gd name="T1" fmla="*/ 20 h 22"/>
                  <a:gd name="T2" fmla="*/ 0 w 24"/>
                  <a:gd name="T3" fmla="*/ 113 h 22"/>
                  <a:gd name="T4" fmla="*/ 158 w 24"/>
                  <a:gd name="T5" fmla="*/ 313 h 22"/>
                  <a:gd name="T6" fmla="*/ 363 w 24"/>
                  <a:gd name="T7" fmla="*/ 188 h 22"/>
                  <a:gd name="T8" fmla="*/ 158 w 24"/>
                  <a:gd name="T9" fmla="*/ 2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10" y="1"/>
                    </a:moveTo>
                    <a:cubicBezTo>
                      <a:pt x="3" y="1"/>
                      <a:pt x="0" y="0"/>
                      <a:pt x="0" y="7"/>
                    </a:cubicBezTo>
                    <a:cubicBezTo>
                      <a:pt x="0" y="14"/>
                      <a:pt x="2" y="19"/>
                      <a:pt x="10" y="20"/>
                    </a:cubicBezTo>
                    <a:cubicBezTo>
                      <a:pt x="18" y="22"/>
                      <a:pt x="23" y="20"/>
                      <a:pt x="23" y="12"/>
                    </a:cubicBezTo>
                    <a:cubicBezTo>
                      <a:pt x="24" y="4"/>
                      <a:pt x="10" y="1"/>
                      <a:pt x="10" y="1"/>
                    </a:cubicBezTo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0" name="Freeform 425">
                <a:extLst>
                  <a:ext uri="{FF2B5EF4-FFF2-40B4-BE49-F238E27FC236}">
                    <a16:creationId xmlns:a16="http://schemas.microsoft.com/office/drawing/2014/main" id="{F72EAE66-68F5-40F7-A13A-ECF60C208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165"/>
                <a:ext cx="93" cy="68"/>
              </a:xfrm>
              <a:custGeom>
                <a:avLst/>
                <a:gdLst>
                  <a:gd name="T0" fmla="*/ 317 w 37"/>
                  <a:gd name="T1" fmla="*/ 33 h 27"/>
                  <a:gd name="T2" fmla="*/ 20 w 37"/>
                  <a:gd name="T3" fmla="*/ 113 h 27"/>
                  <a:gd name="T4" fmla="*/ 158 w 37"/>
                  <a:gd name="T5" fmla="*/ 335 h 27"/>
                  <a:gd name="T6" fmla="*/ 442 w 37"/>
                  <a:gd name="T7" fmla="*/ 350 h 27"/>
                  <a:gd name="T8" fmla="*/ 317 w 37"/>
                  <a:gd name="T9" fmla="*/ 3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7">
                    <a:moveTo>
                      <a:pt x="20" y="2"/>
                    </a:moveTo>
                    <a:cubicBezTo>
                      <a:pt x="13" y="1"/>
                      <a:pt x="0" y="0"/>
                      <a:pt x="1" y="7"/>
                    </a:cubicBezTo>
                    <a:cubicBezTo>
                      <a:pt x="2" y="14"/>
                      <a:pt x="4" y="20"/>
                      <a:pt x="10" y="21"/>
                    </a:cubicBezTo>
                    <a:cubicBezTo>
                      <a:pt x="17" y="23"/>
                      <a:pt x="24" y="27"/>
                      <a:pt x="28" y="22"/>
                    </a:cubicBezTo>
                    <a:cubicBezTo>
                      <a:pt x="32" y="17"/>
                      <a:pt x="37" y="5"/>
                      <a:pt x="20" y="2"/>
                    </a:cubicBezTo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1" name="Freeform 426">
                <a:extLst>
                  <a:ext uri="{FF2B5EF4-FFF2-40B4-BE49-F238E27FC236}">
                    <a16:creationId xmlns:a16="http://schemas.microsoft.com/office/drawing/2014/main" id="{5D420750-EA9C-4FA1-9B40-9CD0A730D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183"/>
                <a:ext cx="68" cy="40"/>
              </a:xfrm>
              <a:custGeom>
                <a:avLst/>
                <a:gdLst>
                  <a:gd name="T0" fmla="*/ 159 w 27"/>
                  <a:gd name="T1" fmla="*/ 33 h 16"/>
                  <a:gd name="T2" fmla="*/ 159 w 27"/>
                  <a:gd name="T3" fmla="*/ 20 h 16"/>
                  <a:gd name="T4" fmla="*/ 50 w 27"/>
                  <a:gd name="T5" fmla="*/ 33 h 16"/>
                  <a:gd name="T6" fmla="*/ 0 w 27"/>
                  <a:gd name="T7" fmla="*/ 83 h 16"/>
                  <a:gd name="T8" fmla="*/ 0 w 27"/>
                  <a:gd name="T9" fmla="*/ 125 h 16"/>
                  <a:gd name="T10" fmla="*/ 0 w 27"/>
                  <a:gd name="T11" fmla="*/ 175 h 16"/>
                  <a:gd name="T12" fmla="*/ 0 w 27"/>
                  <a:gd name="T13" fmla="*/ 208 h 16"/>
                  <a:gd name="T14" fmla="*/ 50 w 27"/>
                  <a:gd name="T15" fmla="*/ 238 h 16"/>
                  <a:gd name="T16" fmla="*/ 146 w 27"/>
                  <a:gd name="T17" fmla="*/ 250 h 16"/>
                  <a:gd name="T18" fmla="*/ 335 w 27"/>
                  <a:gd name="T19" fmla="*/ 238 h 16"/>
                  <a:gd name="T20" fmla="*/ 400 w 27"/>
                  <a:gd name="T21" fmla="*/ 188 h 16"/>
                  <a:gd name="T22" fmla="*/ 431 w 27"/>
                  <a:gd name="T23" fmla="*/ 145 h 16"/>
                  <a:gd name="T24" fmla="*/ 431 w 27"/>
                  <a:gd name="T25" fmla="*/ 113 h 16"/>
                  <a:gd name="T26" fmla="*/ 400 w 27"/>
                  <a:gd name="T27" fmla="*/ 33 h 16"/>
                  <a:gd name="T28" fmla="*/ 254 w 27"/>
                  <a:gd name="T29" fmla="*/ 0 h 16"/>
                  <a:gd name="T30" fmla="*/ 159 w 27"/>
                  <a:gd name="T31" fmla="*/ 20 h 16"/>
                  <a:gd name="T32" fmla="*/ 159 w 27"/>
                  <a:gd name="T33" fmla="*/ 33 h 16"/>
                  <a:gd name="T34" fmla="*/ 159 w 27"/>
                  <a:gd name="T35" fmla="*/ 33 h 16"/>
                  <a:gd name="T36" fmla="*/ 254 w 27"/>
                  <a:gd name="T37" fmla="*/ 33 h 16"/>
                  <a:gd name="T38" fmla="*/ 368 w 27"/>
                  <a:gd name="T39" fmla="*/ 63 h 16"/>
                  <a:gd name="T40" fmla="*/ 400 w 27"/>
                  <a:gd name="T41" fmla="*/ 113 h 16"/>
                  <a:gd name="T42" fmla="*/ 400 w 27"/>
                  <a:gd name="T43" fmla="*/ 125 h 16"/>
                  <a:gd name="T44" fmla="*/ 380 w 27"/>
                  <a:gd name="T45" fmla="*/ 175 h 16"/>
                  <a:gd name="T46" fmla="*/ 146 w 27"/>
                  <a:gd name="T47" fmla="*/ 220 h 16"/>
                  <a:gd name="T48" fmla="*/ 50 w 27"/>
                  <a:gd name="T49" fmla="*/ 208 h 16"/>
                  <a:gd name="T50" fmla="*/ 33 w 27"/>
                  <a:gd name="T51" fmla="*/ 188 h 16"/>
                  <a:gd name="T52" fmla="*/ 33 w 27"/>
                  <a:gd name="T53" fmla="*/ 175 h 16"/>
                  <a:gd name="T54" fmla="*/ 33 w 27"/>
                  <a:gd name="T55" fmla="*/ 125 h 16"/>
                  <a:gd name="T56" fmla="*/ 33 w 27"/>
                  <a:gd name="T57" fmla="*/ 83 h 16"/>
                  <a:gd name="T58" fmla="*/ 83 w 27"/>
                  <a:gd name="T59" fmla="*/ 63 h 16"/>
                  <a:gd name="T60" fmla="*/ 159 w 27"/>
                  <a:gd name="T61" fmla="*/ 33 h 1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7" h="16">
                    <a:moveTo>
                      <a:pt x="10" y="2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7" y="1"/>
                      <a:pt x="5" y="1"/>
                      <a:pt x="3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4" y="16"/>
                      <a:pt x="6" y="16"/>
                      <a:pt x="9" y="16"/>
                    </a:cubicBezTo>
                    <a:cubicBezTo>
                      <a:pt x="13" y="16"/>
                      <a:pt x="18" y="16"/>
                      <a:pt x="21" y="15"/>
                    </a:cubicBezTo>
                    <a:cubicBezTo>
                      <a:pt x="23" y="14"/>
                      <a:pt x="24" y="13"/>
                      <a:pt x="25" y="12"/>
                    </a:cubicBezTo>
                    <a:cubicBezTo>
                      <a:pt x="26" y="11"/>
                      <a:pt x="27" y="10"/>
                      <a:pt x="27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5"/>
                      <a:pt x="26" y="3"/>
                      <a:pt x="25" y="2"/>
                    </a:cubicBezTo>
                    <a:cubicBezTo>
                      <a:pt x="23" y="1"/>
                      <a:pt x="20" y="0"/>
                      <a:pt x="16" y="0"/>
                    </a:cubicBezTo>
                    <a:cubicBezTo>
                      <a:pt x="15" y="0"/>
                      <a:pt x="12" y="0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3" y="2"/>
                      <a:pt x="15" y="2"/>
                      <a:pt x="16" y="2"/>
                    </a:cubicBezTo>
                    <a:cubicBezTo>
                      <a:pt x="20" y="2"/>
                      <a:pt x="22" y="3"/>
                      <a:pt x="23" y="4"/>
                    </a:cubicBezTo>
                    <a:cubicBezTo>
                      <a:pt x="25" y="5"/>
                      <a:pt x="25" y="6"/>
                      <a:pt x="25" y="7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9"/>
                      <a:pt x="24" y="10"/>
                      <a:pt x="24" y="11"/>
                    </a:cubicBezTo>
                    <a:cubicBezTo>
                      <a:pt x="21" y="13"/>
                      <a:pt x="16" y="14"/>
                      <a:pt x="9" y="14"/>
                    </a:cubicBezTo>
                    <a:cubicBezTo>
                      <a:pt x="5" y="14"/>
                      <a:pt x="3" y="14"/>
                      <a:pt x="3" y="13"/>
                    </a:cubicBezTo>
                    <a:cubicBezTo>
                      <a:pt x="2" y="13"/>
                      <a:pt x="2" y="13"/>
                      <a:pt x="2" y="12"/>
                    </a:cubicBezTo>
                    <a:cubicBezTo>
                      <a:pt x="2" y="12"/>
                      <a:pt x="2" y="12"/>
                      <a:pt x="2" y="11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3" y="5"/>
                      <a:pt x="3" y="4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2" name="Freeform 427">
                <a:extLst>
                  <a:ext uri="{FF2B5EF4-FFF2-40B4-BE49-F238E27FC236}">
                    <a16:creationId xmlns:a16="http://schemas.microsoft.com/office/drawing/2014/main" id="{EF8D1C35-A817-453A-91BB-BC5A2EF97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143"/>
                <a:ext cx="60" cy="72"/>
              </a:xfrm>
              <a:custGeom>
                <a:avLst/>
                <a:gdLst>
                  <a:gd name="T0" fmla="*/ 188 w 24"/>
                  <a:gd name="T1" fmla="*/ 30 h 29"/>
                  <a:gd name="T2" fmla="*/ 175 w 24"/>
                  <a:gd name="T3" fmla="*/ 12 h 29"/>
                  <a:gd name="T4" fmla="*/ 95 w 24"/>
                  <a:gd name="T5" fmla="*/ 62 h 29"/>
                  <a:gd name="T6" fmla="*/ 63 w 24"/>
                  <a:gd name="T7" fmla="*/ 124 h 29"/>
                  <a:gd name="T8" fmla="*/ 63 w 24"/>
                  <a:gd name="T9" fmla="*/ 154 h 29"/>
                  <a:gd name="T10" fmla="*/ 63 w 24"/>
                  <a:gd name="T11" fmla="*/ 154 h 29"/>
                  <a:gd name="T12" fmla="*/ 33 w 24"/>
                  <a:gd name="T13" fmla="*/ 216 h 29"/>
                  <a:gd name="T14" fmla="*/ 0 w 24"/>
                  <a:gd name="T15" fmla="*/ 308 h 29"/>
                  <a:gd name="T16" fmla="*/ 33 w 24"/>
                  <a:gd name="T17" fmla="*/ 353 h 29"/>
                  <a:gd name="T18" fmla="*/ 113 w 24"/>
                  <a:gd name="T19" fmla="*/ 412 h 29"/>
                  <a:gd name="T20" fmla="*/ 175 w 24"/>
                  <a:gd name="T21" fmla="*/ 444 h 29"/>
                  <a:gd name="T22" fmla="*/ 238 w 24"/>
                  <a:gd name="T23" fmla="*/ 412 h 29"/>
                  <a:gd name="T24" fmla="*/ 345 w 24"/>
                  <a:gd name="T25" fmla="*/ 308 h 29"/>
                  <a:gd name="T26" fmla="*/ 375 w 24"/>
                  <a:gd name="T27" fmla="*/ 184 h 29"/>
                  <a:gd name="T28" fmla="*/ 345 w 24"/>
                  <a:gd name="T29" fmla="*/ 62 h 29"/>
                  <a:gd name="T30" fmla="*/ 220 w 24"/>
                  <a:gd name="T31" fmla="*/ 0 h 29"/>
                  <a:gd name="T32" fmla="*/ 175 w 24"/>
                  <a:gd name="T33" fmla="*/ 12 h 29"/>
                  <a:gd name="T34" fmla="*/ 188 w 24"/>
                  <a:gd name="T35" fmla="*/ 30 h 29"/>
                  <a:gd name="T36" fmla="*/ 188 w 24"/>
                  <a:gd name="T37" fmla="*/ 42 h 29"/>
                  <a:gd name="T38" fmla="*/ 220 w 24"/>
                  <a:gd name="T39" fmla="*/ 30 h 29"/>
                  <a:gd name="T40" fmla="*/ 313 w 24"/>
                  <a:gd name="T41" fmla="*/ 74 h 29"/>
                  <a:gd name="T42" fmla="*/ 345 w 24"/>
                  <a:gd name="T43" fmla="*/ 184 h 29"/>
                  <a:gd name="T44" fmla="*/ 313 w 24"/>
                  <a:gd name="T45" fmla="*/ 290 h 29"/>
                  <a:gd name="T46" fmla="*/ 220 w 24"/>
                  <a:gd name="T47" fmla="*/ 400 h 29"/>
                  <a:gd name="T48" fmla="*/ 175 w 24"/>
                  <a:gd name="T49" fmla="*/ 412 h 29"/>
                  <a:gd name="T50" fmla="*/ 125 w 24"/>
                  <a:gd name="T51" fmla="*/ 382 h 29"/>
                  <a:gd name="T52" fmla="*/ 50 w 24"/>
                  <a:gd name="T53" fmla="*/ 320 h 29"/>
                  <a:gd name="T54" fmla="*/ 33 w 24"/>
                  <a:gd name="T55" fmla="*/ 308 h 29"/>
                  <a:gd name="T56" fmla="*/ 63 w 24"/>
                  <a:gd name="T57" fmla="*/ 228 h 29"/>
                  <a:gd name="T58" fmla="*/ 95 w 24"/>
                  <a:gd name="T59" fmla="*/ 154 h 29"/>
                  <a:gd name="T60" fmla="*/ 95 w 24"/>
                  <a:gd name="T61" fmla="*/ 137 h 29"/>
                  <a:gd name="T62" fmla="*/ 95 w 24"/>
                  <a:gd name="T63" fmla="*/ 124 h 29"/>
                  <a:gd name="T64" fmla="*/ 125 w 24"/>
                  <a:gd name="T65" fmla="*/ 74 h 29"/>
                  <a:gd name="T66" fmla="*/ 188 w 24"/>
                  <a:gd name="T67" fmla="*/ 42 h 29"/>
                  <a:gd name="T68" fmla="*/ 188 w 24"/>
                  <a:gd name="T69" fmla="*/ 30 h 2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12" y="2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9" y="2"/>
                      <a:pt x="7" y="3"/>
                      <a:pt x="6" y="4"/>
                    </a:cubicBezTo>
                    <a:cubicBezTo>
                      <a:pt x="5" y="5"/>
                      <a:pt x="4" y="7"/>
                      <a:pt x="4" y="8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3" y="13"/>
                      <a:pt x="2" y="14"/>
                    </a:cubicBezTo>
                    <a:cubicBezTo>
                      <a:pt x="1" y="16"/>
                      <a:pt x="0" y="18"/>
                      <a:pt x="0" y="20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4" y="24"/>
                      <a:pt x="5" y="25"/>
                      <a:pt x="7" y="27"/>
                    </a:cubicBezTo>
                    <a:cubicBezTo>
                      <a:pt x="8" y="28"/>
                      <a:pt x="9" y="29"/>
                      <a:pt x="11" y="29"/>
                    </a:cubicBezTo>
                    <a:cubicBezTo>
                      <a:pt x="13" y="29"/>
                      <a:pt x="14" y="28"/>
                      <a:pt x="15" y="27"/>
                    </a:cubicBezTo>
                    <a:cubicBezTo>
                      <a:pt x="18" y="24"/>
                      <a:pt x="20" y="22"/>
                      <a:pt x="22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2" y="4"/>
                    </a:cubicBezTo>
                    <a:cubicBezTo>
                      <a:pt x="20" y="2"/>
                      <a:pt x="17" y="0"/>
                      <a:pt x="14" y="0"/>
                    </a:cubicBezTo>
                    <a:cubicBezTo>
                      <a:pt x="13" y="0"/>
                      <a:pt x="12" y="0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4" y="2"/>
                      <a:pt x="14" y="2"/>
                    </a:cubicBezTo>
                    <a:cubicBezTo>
                      <a:pt x="16" y="2"/>
                      <a:pt x="18" y="3"/>
                      <a:pt x="20" y="5"/>
                    </a:cubicBezTo>
                    <a:cubicBezTo>
                      <a:pt x="21" y="7"/>
                      <a:pt x="22" y="10"/>
                      <a:pt x="22" y="12"/>
                    </a:cubicBezTo>
                    <a:cubicBezTo>
                      <a:pt x="22" y="15"/>
                      <a:pt x="22" y="17"/>
                      <a:pt x="20" y="19"/>
                    </a:cubicBezTo>
                    <a:cubicBezTo>
                      <a:pt x="19" y="21"/>
                      <a:pt x="16" y="23"/>
                      <a:pt x="14" y="26"/>
                    </a:cubicBezTo>
                    <a:cubicBezTo>
                      <a:pt x="13" y="27"/>
                      <a:pt x="12" y="27"/>
                      <a:pt x="11" y="27"/>
                    </a:cubicBezTo>
                    <a:cubicBezTo>
                      <a:pt x="10" y="27"/>
                      <a:pt x="9" y="26"/>
                      <a:pt x="8" y="25"/>
                    </a:cubicBezTo>
                    <a:cubicBezTo>
                      <a:pt x="7" y="24"/>
                      <a:pt x="5" y="22"/>
                      <a:pt x="3" y="21"/>
                    </a:cubicBezTo>
                    <a:cubicBezTo>
                      <a:pt x="2" y="21"/>
                      <a:pt x="2" y="21"/>
                      <a:pt x="2" y="20"/>
                    </a:cubicBezTo>
                    <a:cubicBezTo>
                      <a:pt x="2" y="19"/>
                      <a:pt x="3" y="17"/>
                      <a:pt x="4" y="15"/>
                    </a:cubicBezTo>
                    <a:cubicBezTo>
                      <a:pt x="5" y="14"/>
                      <a:pt x="6" y="12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4"/>
                      <a:pt x="10" y="3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3" name="Freeform 428">
                <a:extLst>
                  <a:ext uri="{FF2B5EF4-FFF2-40B4-BE49-F238E27FC236}">
                    <a16:creationId xmlns:a16="http://schemas.microsoft.com/office/drawing/2014/main" id="{04344998-E099-4A81-A2D5-026D2A144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183"/>
                <a:ext cx="62" cy="57"/>
              </a:xfrm>
              <a:custGeom>
                <a:avLst/>
                <a:gdLst>
                  <a:gd name="T0" fmla="*/ 166 w 25"/>
                  <a:gd name="T1" fmla="*/ 30 h 23"/>
                  <a:gd name="T2" fmla="*/ 166 w 25"/>
                  <a:gd name="T3" fmla="*/ 12 h 23"/>
                  <a:gd name="T4" fmla="*/ 104 w 25"/>
                  <a:gd name="T5" fmla="*/ 0 h 23"/>
                  <a:gd name="T6" fmla="*/ 30 w 25"/>
                  <a:gd name="T7" fmla="*/ 30 h 23"/>
                  <a:gd name="T8" fmla="*/ 0 w 25"/>
                  <a:gd name="T9" fmla="*/ 62 h 23"/>
                  <a:gd name="T10" fmla="*/ 0 w 25"/>
                  <a:gd name="T11" fmla="*/ 124 h 23"/>
                  <a:gd name="T12" fmla="*/ 30 w 25"/>
                  <a:gd name="T13" fmla="*/ 258 h 23"/>
                  <a:gd name="T14" fmla="*/ 166 w 25"/>
                  <a:gd name="T15" fmla="*/ 337 h 23"/>
                  <a:gd name="T16" fmla="*/ 246 w 25"/>
                  <a:gd name="T17" fmla="*/ 349 h 23"/>
                  <a:gd name="T18" fmla="*/ 337 w 25"/>
                  <a:gd name="T19" fmla="*/ 320 h 23"/>
                  <a:gd name="T20" fmla="*/ 382 w 25"/>
                  <a:gd name="T21" fmla="*/ 196 h 23"/>
                  <a:gd name="T22" fmla="*/ 382 w 25"/>
                  <a:gd name="T23" fmla="*/ 196 h 23"/>
                  <a:gd name="T24" fmla="*/ 350 w 25"/>
                  <a:gd name="T25" fmla="*/ 104 h 23"/>
                  <a:gd name="T26" fmla="*/ 166 w 25"/>
                  <a:gd name="T27" fmla="*/ 12 h 23"/>
                  <a:gd name="T28" fmla="*/ 166 w 25"/>
                  <a:gd name="T29" fmla="*/ 12 h 23"/>
                  <a:gd name="T30" fmla="*/ 166 w 25"/>
                  <a:gd name="T31" fmla="*/ 12 h 23"/>
                  <a:gd name="T32" fmla="*/ 166 w 25"/>
                  <a:gd name="T33" fmla="*/ 30 h 23"/>
                  <a:gd name="T34" fmla="*/ 166 w 25"/>
                  <a:gd name="T35" fmla="*/ 30 h 23"/>
                  <a:gd name="T36" fmla="*/ 166 w 25"/>
                  <a:gd name="T37" fmla="*/ 42 h 23"/>
                  <a:gd name="T38" fmla="*/ 278 w 25"/>
                  <a:gd name="T39" fmla="*/ 92 h 23"/>
                  <a:gd name="T40" fmla="*/ 337 w 25"/>
                  <a:gd name="T41" fmla="*/ 136 h 23"/>
                  <a:gd name="T42" fmla="*/ 350 w 25"/>
                  <a:gd name="T43" fmla="*/ 196 h 23"/>
                  <a:gd name="T44" fmla="*/ 350 w 25"/>
                  <a:gd name="T45" fmla="*/ 196 h 23"/>
                  <a:gd name="T46" fmla="*/ 320 w 25"/>
                  <a:gd name="T47" fmla="*/ 287 h 23"/>
                  <a:gd name="T48" fmla="*/ 246 w 25"/>
                  <a:gd name="T49" fmla="*/ 320 h 23"/>
                  <a:gd name="T50" fmla="*/ 166 w 25"/>
                  <a:gd name="T51" fmla="*/ 307 h 23"/>
                  <a:gd name="T52" fmla="*/ 62 w 25"/>
                  <a:gd name="T53" fmla="*/ 245 h 23"/>
                  <a:gd name="T54" fmla="*/ 30 w 25"/>
                  <a:gd name="T55" fmla="*/ 124 h 23"/>
                  <a:gd name="T56" fmla="*/ 30 w 25"/>
                  <a:gd name="T57" fmla="*/ 74 h 23"/>
                  <a:gd name="T58" fmla="*/ 62 w 25"/>
                  <a:gd name="T59" fmla="*/ 42 h 23"/>
                  <a:gd name="T60" fmla="*/ 104 w 25"/>
                  <a:gd name="T61" fmla="*/ 30 h 23"/>
                  <a:gd name="T62" fmla="*/ 166 w 25"/>
                  <a:gd name="T63" fmla="*/ 42 h 23"/>
                  <a:gd name="T64" fmla="*/ 166 w 25"/>
                  <a:gd name="T65" fmla="*/ 30 h 23"/>
                  <a:gd name="T66" fmla="*/ 166 w 25"/>
                  <a:gd name="T67" fmla="*/ 30 h 23"/>
                  <a:gd name="T68" fmla="*/ 166 w 25"/>
                  <a:gd name="T69" fmla="*/ 30 h 2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5" h="23">
                    <a:moveTo>
                      <a:pt x="11" y="2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0"/>
                      <a:pt x="7" y="0"/>
                    </a:cubicBezTo>
                    <a:cubicBezTo>
                      <a:pt x="5" y="1"/>
                      <a:pt x="3" y="1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11"/>
                      <a:pt x="0" y="15"/>
                      <a:pt x="2" y="17"/>
                    </a:cubicBezTo>
                    <a:cubicBezTo>
                      <a:pt x="4" y="20"/>
                      <a:pt x="7" y="21"/>
                      <a:pt x="11" y="22"/>
                    </a:cubicBezTo>
                    <a:cubicBezTo>
                      <a:pt x="13" y="23"/>
                      <a:pt x="14" y="23"/>
                      <a:pt x="16" y="23"/>
                    </a:cubicBezTo>
                    <a:cubicBezTo>
                      <a:pt x="18" y="23"/>
                      <a:pt x="21" y="22"/>
                      <a:pt x="22" y="21"/>
                    </a:cubicBezTo>
                    <a:cubicBezTo>
                      <a:pt x="24" y="19"/>
                      <a:pt x="25" y="17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1"/>
                      <a:pt x="24" y="9"/>
                      <a:pt x="23" y="7"/>
                    </a:cubicBezTo>
                    <a:cubicBezTo>
                      <a:pt x="19" y="3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6" y="4"/>
                      <a:pt x="18" y="6"/>
                    </a:cubicBezTo>
                    <a:cubicBezTo>
                      <a:pt x="20" y="7"/>
                      <a:pt x="21" y="8"/>
                      <a:pt x="22" y="9"/>
                    </a:cubicBezTo>
                    <a:cubicBezTo>
                      <a:pt x="23" y="10"/>
                      <a:pt x="23" y="11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6"/>
                      <a:pt x="22" y="18"/>
                      <a:pt x="21" y="19"/>
                    </a:cubicBezTo>
                    <a:cubicBezTo>
                      <a:pt x="20" y="20"/>
                      <a:pt x="18" y="21"/>
                      <a:pt x="16" y="21"/>
                    </a:cubicBezTo>
                    <a:cubicBezTo>
                      <a:pt x="14" y="21"/>
                      <a:pt x="13" y="21"/>
                      <a:pt x="11" y="20"/>
                    </a:cubicBezTo>
                    <a:cubicBezTo>
                      <a:pt x="7" y="20"/>
                      <a:pt x="5" y="18"/>
                      <a:pt x="4" y="16"/>
                    </a:cubicBezTo>
                    <a:cubicBezTo>
                      <a:pt x="2" y="14"/>
                      <a:pt x="2" y="11"/>
                      <a:pt x="2" y="8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4" y="3"/>
                      <a:pt x="6" y="2"/>
                      <a:pt x="7" y="2"/>
                    </a:cubicBezTo>
                    <a:cubicBezTo>
                      <a:pt x="8" y="2"/>
                      <a:pt x="10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4" name="Freeform 429">
                <a:extLst>
                  <a:ext uri="{FF2B5EF4-FFF2-40B4-BE49-F238E27FC236}">
                    <a16:creationId xmlns:a16="http://schemas.microsoft.com/office/drawing/2014/main" id="{F7212141-6545-4097-9AD0-6F913C674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165"/>
                <a:ext cx="83" cy="63"/>
              </a:xfrm>
              <a:custGeom>
                <a:avLst/>
                <a:gdLst>
                  <a:gd name="T0" fmla="*/ 317 w 33"/>
                  <a:gd name="T1" fmla="*/ 33 h 25"/>
                  <a:gd name="T2" fmla="*/ 317 w 33"/>
                  <a:gd name="T3" fmla="*/ 20 h 25"/>
                  <a:gd name="T4" fmla="*/ 158 w 33"/>
                  <a:gd name="T5" fmla="*/ 0 h 25"/>
                  <a:gd name="T6" fmla="*/ 50 w 33"/>
                  <a:gd name="T7" fmla="*/ 20 h 25"/>
                  <a:gd name="T8" fmla="*/ 20 w 33"/>
                  <a:gd name="T9" fmla="*/ 50 h 25"/>
                  <a:gd name="T10" fmla="*/ 0 w 33"/>
                  <a:gd name="T11" fmla="*/ 96 h 25"/>
                  <a:gd name="T12" fmla="*/ 0 w 33"/>
                  <a:gd name="T13" fmla="*/ 113 h 25"/>
                  <a:gd name="T14" fmla="*/ 50 w 33"/>
                  <a:gd name="T15" fmla="*/ 272 h 25"/>
                  <a:gd name="T16" fmla="*/ 158 w 33"/>
                  <a:gd name="T17" fmla="*/ 350 h 25"/>
                  <a:gd name="T18" fmla="*/ 367 w 33"/>
                  <a:gd name="T19" fmla="*/ 401 h 25"/>
                  <a:gd name="T20" fmla="*/ 463 w 33"/>
                  <a:gd name="T21" fmla="*/ 368 h 25"/>
                  <a:gd name="T22" fmla="*/ 526 w 33"/>
                  <a:gd name="T23" fmla="*/ 192 h 25"/>
                  <a:gd name="T24" fmla="*/ 475 w 33"/>
                  <a:gd name="T25" fmla="*/ 83 h 25"/>
                  <a:gd name="T26" fmla="*/ 317 w 33"/>
                  <a:gd name="T27" fmla="*/ 20 h 25"/>
                  <a:gd name="T28" fmla="*/ 317 w 33"/>
                  <a:gd name="T29" fmla="*/ 33 h 25"/>
                  <a:gd name="T30" fmla="*/ 317 w 33"/>
                  <a:gd name="T31" fmla="*/ 50 h 25"/>
                  <a:gd name="T32" fmla="*/ 463 w 33"/>
                  <a:gd name="T33" fmla="*/ 113 h 25"/>
                  <a:gd name="T34" fmla="*/ 493 w 33"/>
                  <a:gd name="T35" fmla="*/ 192 h 25"/>
                  <a:gd name="T36" fmla="*/ 430 w 33"/>
                  <a:gd name="T37" fmla="*/ 338 h 25"/>
                  <a:gd name="T38" fmla="*/ 367 w 33"/>
                  <a:gd name="T39" fmla="*/ 368 h 25"/>
                  <a:gd name="T40" fmla="*/ 176 w 33"/>
                  <a:gd name="T41" fmla="*/ 318 h 25"/>
                  <a:gd name="T42" fmla="*/ 63 w 33"/>
                  <a:gd name="T43" fmla="*/ 255 h 25"/>
                  <a:gd name="T44" fmla="*/ 33 w 33"/>
                  <a:gd name="T45" fmla="*/ 113 h 25"/>
                  <a:gd name="T46" fmla="*/ 33 w 33"/>
                  <a:gd name="T47" fmla="*/ 96 h 25"/>
                  <a:gd name="T48" fmla="*/ 33 w 33"/>
                  <a:gd name="T49" fmla="*/ 83 h 25"/>
                  <a:gd name="T50" fmla="*/ 83 w 33"/>
                  <a:gd name="T51" fmla="*/ 50 h 25"/>
                  <a:gd name="T52" fmla="*/ 158 w 33"/>
                  <a:gd name="T53" fmla="*/ 33 h 25"/>
                  <a:gd name="T54" fmla="*/ 317 w 33"/>
                  <a:gd name="T55" fmla="*/ 50 h 25"/>
                  <a:gd name="T56" fmla="*/ 317 w 33"/>
                  <a:gd name="T57" fmla="*/ 33 h 2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3" h="25">
                    <a:moveTo>
                      <a:pt x="20" y="2"/>
                    </a:moveTo>
                    <a:cubicBezTo>
                      <a:pt x="20" y="1"/>
                      <a:pt x="20" y="1"/>
                      <a:pt x="20" y="1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8" y="0"/>
                      <a:pt x="5" y="1"/>
                      <a:pt x="3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1"/>
                      <a:pt x="1" y="14"/>
                      <a:pt x="3" y="17"/>
                    </a:cubicBezTo>
                    <a:cubicBezTo>
                      <a:pt x="4" y="19"/>
                      <a:pt x="7" y="21"/>
                      <a:pt x="10" y="22"/>
                    </a:cubicBezTo>
                    <a:cubicBezTo>
                      <a:pt x="14" y="23"/>
                      <a:pt x="19" y="25"/>
                      <a:pt x="23" y="25"/>
                    </a:cubicBezTo>
                    <a:cubicBezTo>
                      <a:pt x="25" y="25"/>
                      <a:pt x="27" y="25"/>
                      <a:pt x="29" y="23"/>
                    </a:cubicBezTo>
                    <a:cubicBezTo>
                      <a:pt x="31" y="20"/>
                      <a:pt x="33" y="16"/>
                      <a:pt x="33" y="12"/>
                    </a:cubicBezTo>
                    <a:cubicBezTo>
                      <a:pt x="33" y="10"/>
                      <a:pt x="32" y="7"/>
                      <a:pt x="30" y="5"/>
                    </a:cubicBezTo>
                    <a:cubicBezTo>
                      <a:pt x="28" y="3"/>
                      <a:pt x="25" y="2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4" y="4"/>
                      <a:pt x="27" y="5"/>
                      <a:pt x="29" y="7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1" y="15"/>
                      <a:pt x="29" y="19"/>
                      <a:pt x="27" y="21"/>
                    </a:cubicBezTo>
                    <a:cubicBezTo>
                      <a:pt x="26" y="23"/>
                      <a:pt x="24" y="23"/>
                      <a:pt x="23" y="23"/>
                    </a:cubicBezTo>
                    <a:cubicBezTo>
                      <a:pt x="19" y="23"/>
                      <a:pt x="15" y="21"/>
                      <a:pt x="11" y="20"/>
                    </a:cubicBezTo>
                    <a:cubicBezTo>
                      <a:pt x="8" y="19"/>
                      <a:pt x="6" y="18"/>
                      <a:pt x="4" y="16"/>
                    </a:cubicBezTo>
                    <a:cubicBezTo>
                      <a:pt x="3" y="13"/>
                      <a:pt x="2" y="10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7" y="3"/>
                      <a:pt x="9" y="2"/>
                      <a:pt x="10" y="2"/>
                    </a:cubicBezTo>
                    <a:cubicBezTo>
                      <a:pt x="14" y="2"/>
                      <a:pt x="17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5" name="Freeform 430">
                <a:extLst>
                  <a:ext uri="{FF2B5EF4-FFF2-40B4-BE49-F238E27FC236}">
                    <a16:creationId xmlns:a16="http://schemas.microsoft.com/office/drawing/2014/main" id="{488A4115-4B1E-46F4-97AC-0EE218420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135"/>
                <a:ext cx="83" cy="90"/>
              </a:xfrm>
              <a:custGeom>
                <a:avLst/>
                <a:gdLst>
                  <a:gd name="T0" fmla="*/ 380 w 33"/>
                  <a:gd name="T1" fmla="*/ 270 h 36"/>
                  <a:gd name="T2" fmla="*/ 126 w 33"/>
                  <a:gd name="T3" fmla="*/ 83 h 36"/>
                  <a:gd name="T4" fmla="*/ 50 w 33"/>
                  <a:gd name="T5" fmla="*/ 333 h 36"/>
                  <a:gd name="T6" fmla="*/ 209 w 33"/>
                  <a:gd name="T7" fmla="*/ 550 h 36"/>
                  <a:gd name="T8" fmla="*/ 380 w 33"/>
                  <a:gd name="T9" fmla="*/ 27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24" y="17"/>
                    </a:moveTo>
                    <a:cubicBezTo>
                      <a:pt x="20" y="11"/>
                      <a:pt x="13" y="0"/>
                      <a:pt x="8" y="5"/>
                    </a:cubicBezTo>
                    <a:cubicBezTo>
                      <a:pt x="3" y="10"/>
                      <a:pt x="0" y="15"/>
                      <a:pt x="3" y="21"/>
                    </a:cubicBezTo>
                    <a:cubicBezTo>
                      <a:pt x="6" y="27"/>
                      <a:pt x="7" y="35"/>
                      <a:pt x="13" y="35"/>
                    </a:cubicBezTo>
                    <a:cubicBezTo>
                      <a:pt x="19" y="36"/>
                      <a:pt x="33" y="32"/>
                      <a:pt x="24" y="17"/>
                    </a:cubicBezTo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6" name="Freeform 431">
                <a:extLst>
                  <a:ext uri="{FF2B5EF4-FFF2-40B4-BE49-F238E27FC236}">
                    <a16:creationId xmlns:a16="http://schemas.microsoft.com/office/drawing/2014/main" id="{8FB8E085-D934-4097-AA87-FE5C0B5D7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3143"/>
                <a:ext cx="67" cy="82"/>
              </a:xfrm>
              <a:custGeom>
                <a:avLst/>
                <a:gdLst>
                  <a:gd name="T0" fmla="*/ 350 w 27"/>
                  <a:gd name="T1" fmla="*/ 216 h 33"/>
                  <a:gd name="T2" fmla="*/ 370 w 27"/>
                  <a:gd name="T3" fmla="*/ 199 h 33"/>
                  <a:gd name="T4" fmla="*/ 278 w 27"/>
                  <a:gd name="T5" fmla="*/ 75 h 33"/>
                  <a:gd name="T6" fmla="*/ 154 w 27"/>
                  <a:gd name="T7" fmla="*/ 0 h 33"/>
                  <a:gd name="T8" fmla="*/ 104 w 27"/>
                  <a:gd name="T9" fmla="*/ 12 h 33"/>
                  <a:gd name="T10" fmla="*/ 0 w 27"/>
                  <a:gd name="T11" fmla="*/ 216 h 33"/>
                  <a:gd name="T12" fmla="*/ 12 w 27"/>
                  <a:gd name="T13" fmla="*/ 291 h 33"/>
                  <a:gd name="T14" fmla="*/ 74 w 27"/>
                  <a:gd name="T15" fmla="*/ 432 h 33"/>
                  <a:gd name="T16" fmla="*/ 124 w 27"/>
                  <a:gd name="T17" fmla="*/ 494 h 33"/>
                  <a:gd name="T18" fmla="*/ 184 w 27"/>
                  <a:gd name="T19" fmla="*/ 507 h 33"/>
                  <a:gd name="T20" fmla="*/ 196 w 27"/>
                  <a:gd name="T21" fmla="*/ 507 h 33"/>
                  <a:gd name="T22" fmla="*/ 320 w 27"/>
                  <a:gd name="T23" fmla="*/ 475 h 33"/>
                  <a:gd name="T24" fmla="*/ 412 w 27"/>
                  <a:gd name="T25" fmla="*/ 353 h 33"/>
                  <a:gd name="T26" fmla="*/ 370 w 27"/>
                  <a:gd name="T27" fmla="*/ 199 h 33"/>
                  <a:gd name="T28" fmla="*/ 350 w 27"/>
                  <a:gd name="T29" fmla="*/ 216 h 33"/>
                  <a:gd name="T30" fmla="*/ 337 w 27"/>
                  <a:gd name="T31" fmla="*/ 216 h 33"/>
                  <a:gd name="T32" fmla="*/ 382 w 27"/>
                  <a:gd name="T33" fmla="*/ 353 h 33"/>
                  <a:gd name="T34" fmla="*/ 320 w 27"/>
                  <a:gd name="T35" fmla="*/ 462 h 33"/>
                  <a:gd name="T36" fmla="*/ 196 w 27"/>
                  <a:gd name="T37" fmla="*/ 475 h 33"/>
                  <a:gd name="T38" fmla="*/ 184 w 27"/>
                  <a:gd name="T39" fmla="*/ 475 h 33"/>
                  <a:gd name="T40" fmla="*/ 136 w 27"/>
                  <a:gd name="T41" fmla="*/ 462 h 33"/>
                  <a:gd name="T42" fmla="*/ 42 w 27"/>
                  <a:gd name="T43" fmla="*/ 278 h 33"/>
                  <a:gd name="T44" fmla="*/ 30 w 27"/>
                  <a:gd name="T45" fmla="*/ 216 h 33"/>
                  <a:gd name="T46" fmla="*/ 124 w 27"/>
                  <a:gd name="T47" fmla="*/ 42 h 33"/>
                  <a:gd name="T48" fmla="*/ 154 w 27"/>
                  <a:gd name="T49" fmla="*/ 30 h 33"/>
                  <a:gd name="T50" fmla="*/ 246 w 27"/>
                  <a:gd name="T51" fmla="*/ 92 h 33"/>
                  <a:gd name="T52" fmla="*/ 337 w 27"/>
                  <a:gd name="T53" fmla="*/ 216 h 33"/>
                  <a:gd name="T54" fmla="*/ 350 w 27"/>
                  <a:gd name="T55" fmla="*/ 216 h 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7" h="33">
                    <a:moveTo>
                      <a:pt x="23" y="14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1"/>
                      <a:pt x="20" y="8"/>
                      <a:pt x="18" y="5"/>
                    </a:cubicBezTo>
                    <a:cubicBezTo>
                      <a:pt x="16" y="2"/>
                      <a:pt x="13" y="0"/>
                      <a:pt x="10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3" y="5"/>
                      <a:pt x="0" y="9"/>
                      <a:pt x="0" y="14"/>
                    </a:cubicBezTo>
                    <a:cubicBezTo>
                      <a:pt x="0" y="15"/>
                      <a:pt x="0" y="17"/>
                      <a:pt x="1" y="19"/>
                    </a:cubicBezTo>
                    <a:cubicBezTo>
                      <a:pt x="2" y="22"/>
                      <a:pt x="3" y="25"/>
                      <a:pt x="5" y="28"/>
                    </a:cubicBezTo>
                    <a:cubicBezTo>
                      <a:pt x="6" y="29"/>
                      <a:pt x="7" y="31"/>
                      <a:pt x="8" y="32"/>
                    </a:cubicBezTo>
                    <a:cubicBezTo>
                      <a:pt x="9" y="33"/>
                      <a:pt x="10" y="33"/>
                      <a:pt x="12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5" y="33"/>
                      <a:pt x="19" y="33"/>
                      <a:pt x="21" y="31"/>
                    </a:cubicBezTo>
                    <a:cubicBezTo>
                      <a:pt x="24" y="30"/>
                      <a:pt x="27" y="27"/>
                      <a:pt x="27" y="23"/>
                    </a:cubicBezTo>
                    <a:cubicBezTo>
                      <a:pt x="27" y="20"/>
                      <a:pt x="26" y="17"/>
                      <a:pt x="24" y="13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4" y="18"/>
                      <a:pt x="25" y="21"/>
                      <a:pt x="25" y="23"/>
                    </a:cubicBezTo>
                    <a:cubicBezTo>
                      <a:pt x="25" y="26"/>
                      <a:pt x="23" y="28"/>
                      <a:pt x="21" y="30"/>
                    </a:cubicBezTo>
                    <a:cubicBezTo>
                      <a:pt x="18" y="31"/>
                      <a:pt x="15" y="31"/>
                      <a:pt x="13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1" y="31"/>
                      <a:pt x="10" y="31"/>
                      <a:pt x="9" y="30"/>
                    </a:cubicBezTo>
                    <a:cubicBezTo>
                      <a:pt x="6" y="28"/>
                      <a:pt x="5" y="22"/>
                      <a:pt x="3" y="18"/>
                    </a:cubicBezTo>
                    <a:cubicBezTo>
                      <a:pt x="2" y="16"/>
                      <a:pt x="2" y="15"/>
                      <a:pt x="2" y="14"/>
                    </a:cubicBezTo>
                    <a:cubicBezTo>
                      <a:pt x="2" y="10"/>
                      <a:pt x="4" y="6"/>
                      <a:pt x="8" y="3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2" y="2"/>
                      <a:pt x="14" y="3"/>
                      <a:pt x="16" y="6"/>
                    </a:cubicBezTo>
                    <a:cubicBezTo>
                      <a:pt x="18" y="9"/>
                      <a:pt x="20" y="12"/>
                      <a:pt x="22" y="14"/>
                    </a:cubicBezTo>
                    <a:cubicBezTo>
                      <a:pt x="23" y="14"/>
                      <a:pt x="23" y="14"/>
                      <a:pt x="23" y="14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7" name="Freeform 432">
                <a:extLst>
                  <a:ext uri="{FF2B5EF4-FFF2-40B4-BE49-F238E27FC236}">
                    <a16:creationId xmlns:a16="http://schemas.microsoft.com/office/drawing/2014/main" id="{2DE71AE7-F87C-44D3-B625-4D21A1216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175"/>
                <a:ext cx="75" cy="55"/>
              </a:xfrm>
              <a:custGeom>
                <a:avLst/>
                <a:gdLst>
                  <a:gd name="T0" fmla="*/ 250 w 30"/>
                  <a:gd name="T1" fmla="*/ 33 h 22"/>
                  <a:gd name="T2" fmla="*/ 50 w 30"/>
                  <a:gd name="T3" fmla="*/ 158 h 22"/>
                  <a:gd name="T4" fmla="*/ 220 w 30"/>
                  <a:gd name="T5" fmla="*/ 333 h 22"/>
                  <a:gd name="T6" fmla="*/ 283 w 30"/>
                  <a:gd name="T7" fmla="*/ 333 h 22"/>
                  <a:gd name="T8" fmla="*/ 438 w 30"/>
                  <a:gd name="T9" fmla="*/ 283 h 22"/>
                  <a:gd name="T10" fmla="*/ 250 w 30"/>
                  <a:gd name="T11" fmla="*/ 3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2">
                    <a:moveTo>
                      <a:pt x="16" y="2"/>
                    </a:moveTo>
                    <a:cubicBezTo>
                      <a:pt x="10" y="3"/>
                      <a:pt x="0" y="4"/>
                      <a:pt x="3" y="10"/>
                    </a:cubicBezTo>
                    <a:cubicBezTo>
                      <a:pt x="5" y="17"/>
                      <a:pt x="9" y="21"/>
                      <a:pt x="14" y="21"/>
                    </a:cubicBezTo>
                    <a:cubicBezTo>
                      <a:pt x="15" y="21"/>
                      <a:pt x="16" y="21"/>
                      <a:pt x="18" y="21"/>
                    </a:cubicBezTo>
                    <a:cubicBezTo>
                      <a:pt x="22" y="22"/>
                      <a:pt x="26" y="22"/>
                      <a:pt x="28" y="18"/>
                    </a:cubicBezTo>
                    <a:cubicBezTo>
                      <a:pt x="29" y="12"/>
                      <a:pt x="30" y="0"/>
                      <a:pt x="16" y="2"/>
                    </a:cubicBezTo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8" name="Freeform 433">
                <a:extLst>
                  <a:ext uri="{FF2B5EF4-FFF2-40B4-BE49-F238E27FC236}">
                    <a16:creationId xmlns:a16="http://schemas.microsoft.com/office/drawing/2014/main" id="{8B1C384F-5A71-4103-A07B-B492A3589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178"/>
                <a:ext cx="70" cy="52"/>
              </a:xfrm>
              <a:custGeom>
                <a:avLst/>
                <a:gdLst>
                  <a:gd name="T0" fmla="*/ 220 w 28"/>
                  <a:gd name="T1" fmla="*/ 12 h 21"/>
                  <a:gd name="T2" fmla="*/ 220 w 28"/>
                  <a:gd name="T3" fmla="*/ 0 h 21"/>
                  <a:gd name="T4" fmla="*/ 83 w 28"/>
                  <a:gd name="T5" fmla="*/ 30 h 21"/>
                  <a:gd name="T6" fmla="*/ 20 w 28"/>
                  <a:gd name="T7" fmla="*/ 62 h 21"/>
                  <a:gd name="T8" fmla="*/ 0 w 28"/>
                  <a:gd name="T9" fmla="*/ 124 h 21"/>
                  <a:gd name="T10" fmla="*/ 0 w 28"/>
                  <a:gd name="T11" fmla="*/ 154 h 21"/>
                  <a:gd name="T12" fmla="*/ 83 w 28"/>
                  <a:gd name="T13" fmla="*/ 275 h 21"/>
                  <a:gd name="T14" fmla="*/ 188 w 28"/>
                  <a:gd name="T15" fmla="*/ 319 h 21"/>
                  <a:gd name="T16" fmla="*/ 188 w 28"/>
                  <a:gd name="T17" fmla="*/ 319 h 21"/>
                  <a:gd name="T18" fmla="*/ 188 w 28"/>
                  <a:gd name="T19" fmla="*/ 319 h 21"/>
                  <a:gd name="T20" fmla="*/ 188 w 28"/>
                  <a:gd name="T21" fmla="*/ 319 h 21"/>
                  <a:gd name="T22" fmla="*/ 300 w 28"/>
                  <a:gd name="T23" fmla="*/ 319 h 21"/>
                  <a:gd name="T24" fmla="*/ 363 w 28"/>
                  <a:gd name="T25" fmla="*/ 307 h 21"/>
                  <a:gd name="T26" fmla="*/ 425 w 28"/>
                  <a:gd name="T27" fmla="*/ 258 h 21"/>
                  <a:gd name="T28" fmla="*/ 438 w 28"/>
                  <a:gd name="T29" fmla="*/ 166 h 21"/>
                  <a:gd name="T30" fmla="*/ 395 w 28"/>
                  <a:gd name="T31" fmla="*/ 42 h 21"/>
                  <a:gd name="T32" fmla="*/ 270 w 28"/>
                  <a:gd name="T33" fmla="*/ 0 h 21"/>
                  <a:gd name="T34" fmla="*/ 220 w 28"/>
                  <a:gd name="T35" fmla="*/ 0 h 21"/>
                  <a:gd name="T36" fmla="*/ 220 w 28"/>
                  <a:gd name="T37" fmla="*/ 12 h 21"/>
                  <a:gd name="T38" fmla="*/ 220 w 28"/>
                  <a:gd name="T39" fmla="*/ 30 h 21"/>
                  <a:gd name="T40" fmla="*/ 270 w 28"/>
                  <a:gd name="T41" fmla="*/ 12 h 21"/>
                  <a:gd name="T42" fmla="*/ 375 w 28"/>
                  <a:gd name="T43" fmla="*/ 62 h 21"/>
                  <a:gd name="T44" fmla="*/ 408 w 28"/>
                  <a:gd name="T45" fmla="*/ 166 h 21"/>
                  <a:gd name="T46" fmla="*/ 395 w 28"/>
                  <a:gd name="T47" fmla="*/ 245 h 21"/>
                  <a:gd name="T48" fmla="*/ 363 w 28"/>
                  <a:gd name="T49" fmla="*/ 287 h 21"/>
                  <a:gd name="T50" fmla="*/ 300 w 28"/>
                  <a:gd name="T51" fmla="*/ 307 h 21"/>
                  <a:gd name="T52" fmla="*/ 188 w 28"/>
                  <a:gd name="T53" fmla="*/ 287 h 21"/>
                  <a:gd name="T54" fmla="*/ 188 w 28"/>
                  <a:gd name="T55" fmla="*/ 287 h 21"/>
                  <a:gd name="T56" fmla="*/ 188 w 28"/>
                  <a:gd name="T57" fmla="*/ 287 h 21"/>
                  <a:gd name="T58" fmla="*/ 188 w 28"/>
                  <a:gd name="T59" fmla="*/ 287 h 21"/>
                  <a:gd name="T60" fmla="*/ 95 w 28"/>
                  <a:gd name="T61" fmla="*/ 258 h 21"/>
                  <a:gd name="T62" fmla="*/ 33 w 28"/>
                  <a:gd name="T63" fmla="*/ 134 h 21"/>
                  <a:gd name="T64" fmla="*/ 20 w 28"/>
                  <a:gd name="T65" fmla="*/ 124 h 21"/>
                  <a:gd name="T66" fmla="*/ 33 w 28"/>
                  <a:gd name="T67" fmla="*/ 74 h 21"/>
                  <a:gd name="T68" fmla="*/ 220 w 28"/>
                  <a:gd name="T69" fmla="*/ 30 h 21"/>
                  <a:gd name="T70" fmla="*/ 220 w 28"/>
                  <a:gd name="T71" fmla="*/ 12 h 2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8" h="21">
                    <a:moveTo>
                      <a:pt x="14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8" y="1"/>
                      <a:pt x="5" y="2"/>
                    </a:cubicBezTo>
                    <a:cubicBezTo>
                      <a:pt x="4" y="2"/>
                      <a:pt x="2" y="3"/>
                      <a:pt x="1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3"/>
                      <a:pt x="3" y="16"/>
                      <a:pt x="5" y="18"/>
                    </a:cubicBezTo>
                    <a:cubicBezTo>
                      <a:pt x="7" y="20"/>
                      <a:pt x="9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21" y="21"/>
                      <a:pt x="22" y="21"/>
                      <a:pt x="23" y="20"/>
                    </a:cubicBezTo>
                    <a:cubicBezTo>
                      <a:pt x="25" y="20"/>
                      <a:pt x="26" y="19"/>
                      <a:pt x="27" y="17"/>
                    </a:cubicBezTo>
                    <a:cubicBezTo>
                      <a:pt x="27" y="15"/>
                      <a:pt x="28" y="13"/>
                      <a:pt x="28" y="11"/>
                    </a:cubicBezTo>
                    <a:cubicBezTo>
                      <a:pt x="28" y="8"/>
                      <a:pt x="27" y="5"/>
                      <a:pt x="25" y="3"/>
                    </a:cubicBezTo>
                    <a:cubicBezTo>
                      <a:pt x="24" y="1"/>
                      <a:pt x="21" y="0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1"/>
                      <a:pt x="16" y="1"/>
                      <a:pt x="17" y="1"/>
                    </a:cubicBezTo>
                    <a:cubicBezTo>
                      <a:pt x="21" y="1"/>
                      <a:pt x="23" y="3"/>
                      <a:pt x="24" y="4"/>
                    </a:cubicBezTo>
                    <a:cubicBezTo>
                      <a:pt x="25" y="6"/>
                      <a:pt x="26" y="8"/>
                      <a:pt x="26" y="11"/>
                    </a:cubicBezTo>
                    <a:cubicBezTo>
                      <a:pt x="26" y="13"/>
                      <a:pt x="25" y="15"/>
                      <a:pt x="25" y="16"/>
                    </a:cubicBezTo>
                    <a:cubicBezTo>
                      <a:pt x="24" y="18"/>
                      <a:pt x="24" y="18"/>
                      <a:pt x="23" y="19"/>
                    </a:cubicBezTo>
                    <a:cubicBezTo>
                      <a:pt x="22" y="19"/>
                      <a:pt x="20" y="20"/>
                      <a:pt x="19" y="20"/>
                    </a:cubicBezTo>
                    <a:cubicBezTo>
                      <a:pt x="17" y="20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0" y="19"/>
                      <a:pt x="8" y="18"/>
                      <a:pt x="6" y="17"/>
                    </a:cubicBezTo>
                    <a:cubicBezTo>
                      <a:pt x="4" y="15"/>
                      <a:pt x="3" y="12"/>
                      <a:pt x="2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5" y="3"/>
                      <a:pt x="10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9" name="Freeform 434">
                <a:extLst>
                  <a:ext uri="{FF2B5EF4-FFF2-40B4-BE49-F238E27FC236}">
                    <a16:creationId xmlns:a16="http://schemas.microsoft.com/office/drawing/2014/main" id="{039271BB-E8BA-41A3-94B6-49E461A8D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3165"/>
                <a:ext cx="50" cy="55"/>
              </a:xfrm>
              <a:custGeom>
                <a:avLst/>
                <a:gdLst>
                  <a:gd name="T0" fmla="*/ 238 w 20"/>
                  <a:gd name="T1" fmla="*/ 158 h 22"/>
                  <a:gd name="T2" fmla="*/ 83 w 20"/>
                  <a:gd name="T3" fmla="*/ 63 h 22"/>
                  <a:gd name="T4" fmla="*/ 33 w 20"/>
                  <a:gd name="T5" fmla="*/ 220 h 22"/>
                  <a:gd name="T6" fmla="*/ 125 w 20"/>
                  <a:gd name="T7" fmla="*/ 345 h 22"/>
                  <a:gd name="T8" fmla="*/ 238 w 20"/>
                  <a:gd name="T9" fmla="*/ 15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5" y="10"/>
                    </a:moveTo>
                    <a:cubicBezTo>
                      <a:pt x="13" y="6"/>
                      <a:pt x="8" y="0"/>
                      <a:pt x="5" y="4"/>
                    </a:cubicBezTo>
                    <a:cubicBezTo>
                      <a:pt x="2" y="7"/>
                      <a:pt x="0" y="10"/>
                      <a:pt x="2" y="14"/>
                    </a:cubicBezTo>
                    <a:cubicBezTo>
                      <a:pt x="4" y="17"/>
                      <a:pt x="4" y="22"/>
                      <a:pt x="8" y="22"/>
                    </a:cubicBezTo>
                    <a:cubicBezTo>
                      <a:pt x="12" y="21"/>
                      <a:pt x="20" y="19"/>
                      <a:pt x="15" y="10"/>
                    </a:cubicBezTo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0" name="Freeform 435">
                <a:extLst>
                  <a:ext uri="{FF2B5EF4-FFF2-40B4-BE49-F238E27FC236}">
                    <a16:creationId xmlns:a16="http://schemas.microsoft.com/office/drawing/2014/main" id="{FBE514EE-F034-4504-9792-ACA67C99A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170"/>
                <a:ext cx="40" cy="50"/>
              </a:xfrm>
              <a:custGeom>
                <a:avLst/>
                <a:gdLst>
                  <a:gd name="T0" fmla="*/ 220 w 16"/>
                  <a:gd name="T1" fmla="*/ 125 h 20"/>
                  <a:gd name="T2" fmla="*/ 220 w 16"/>
                  <a:gd name="T3" fmla="*/ 125 h 20"/>
                  <a:gd name="T4" fmla="*/ 175 w 16"/>
                  <a:gd name="T5" fmla="*/ 50 h 20"/>
                  <a:gd name="T6" fmla="*/ 95 w 16"/>
                  <a:gd name="T7" fmla="*/ 0 h 20"/>
                  <a:gd name="T8" fmla="*/ 63 w 16"/>
                  <a:gd name="T9" fmla="*/ 20 h 20"/>
                  <a:gd name="T10" fmla="*/ 0 w 16"/>
                  <a:gd name="T11" fmla="*/ 145 h 20"/>
                  <a:gd name="T12" fmla="*/ 20 w 16"/>
                  <a:gd name="T13" fmla="*/ 188 h 20"/>
                  <a:gd name="T14" fmla="*/ 50 w 16"/>
                  <a:gd name="T15" fmla="*/ 270 h 20"/>
                  <a:gd name="T16" fmla="*/ 113 w 16"/>
                  <a:gd name="T17" fmla="*/ 313 h 20"/>
                  <a:gd name="T18" fmla="*/ 113 w 16"/>
                  <a:gd name="T19" fmla="*/ 313 h 20"/>
                  <a:gd name="T20" fmla="*/ 113 w 16"/>
                  <a:gd name="T21" fmla="*/ 313 h 20"/>
                  <a:gd name="T22" fmla="*/ 113 w 16"/>
                  <a:gd name="T23" fmla="*/ 313 h 20"/>
                  <a:gd name="T24" fmla="*/ 208 w 16"/>
                  <a:gd name="T25" fmla="*/ 300 h 20"/>
                  <a:gd name="T26" fmla="*/ 250 w 16"/>
                  <a:gd name="T27" fmla="*/ 208 h 20"/>
                  <a:gd name="T28" fmla="*/ 220 w 16"/>
                  <a:gd name="T29" fmla="*/ 125 h 20"/>
                  <a:gd name="T30" fmla="*/ 220 w 16"/>
                  <a:gd name="T31" fmla="*/ 125 h 20"/>
                  <a:gd name="T32" fmla="*/ 208 w 16"/>
                  <a:gd name="T33" fmla="*/ 125 h 20"/>
                  <a:gd name="T34" fmla="*/ 238 w 16"/>
                  <a:gd name="T35" fmla="*/ 208 h 20"/>
                  <a:gd name="T36" fmla="*/ 188 w 16"/>
                  <a:gd name="T37" fmla="*/ 283 h 20"/>
                  <a:gd name="T38" fmla="*/ 113 w 16"/>
                  <a:gd name="T39" fmla="*/ 300 h 20"/>
                  <a:gd name="T40" fmla="*/ 113 w 16"/>
                  <a:gd name="T41" fmla="*/ 300 h 20"/>
                  <a:gd name="T42" fmla="*/ 113 w 16"/>
                  <a:gd name="T43" fmla="*/ 300 h 20"/>
                  <a:gd name="T44" fmla="*/ 63 w 16"/>
                  <a:gd name="T45" fmla="*/ 270 h 20"/>
                  <a:gd name="T46" fmla="*/ 33 w 16"/>
                  <a:gd name="T47" fmla="*/ 175 h 20"/>
                  <a:gd name="T48" fmla="*/ 20 w 16"/>
                  <a:gd name="T49" fmla="*/ 145 h 20"/>
                  <a:gd name="T50" fmla="*/ 83 w 16"/>
                  <a:gd name="T51" fmla="*/ 33 h 20"/>
                  <a:gd name="T52" fmla="*/ 95 w 16"/>
                  <a:gd name="T53" fmla="*/ 20 h 20"/>
                  <a:gd name="T54" fmla="*/ 158 w 16"/>
                  <a:gd name="T55" fmla="*/ 63 h 20"/>
                  <a:gd name="T56" fmla="*/ 208 w 16"/>
                  <a:gd name="T57" fmla="*/ 125 h 20"/>
                  <a:gd name="T58" fmla="*/ 220 w 16"/>
                  <a:gd name="T59" fmla="*/ 125 h 2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6" h="20"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3" y="6"/>
                      <a:pt x="12" y="4"/>
                      <a:pt x="11" y="3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2" y="4"/>
                      <a:pt x="0" y="6"/>
                      <a:pt x="0" y="9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1" y="14"/>
                      <a:pt x="2" y="16"/>
                      <a:pt x="3" y="17"/>
                    </a:cubicBezTo>
                    <a:cubicBezTo>
                      <a:pt x="4" y="19"/>
                      <a:pt x="5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20"/>
                      <a:pt x="11" y="20"/>
                      <a:pt x="13" y="19"/>
                    </a:cubicBezTo>
                    <a:cubicBezTo>
                      <a:pt x="15" y="18"/>
                      <a:pt x="16" y="16"/>
                      <a:pt x="16" y="13"/>
                    </a:cubicBezTo>
                    <a:cubicBezTo>
                      <a:pt x="16" y="12"/>
                      <a:pt x="16" y="10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5" y="10"/>
                      <a:pt x="15" y="12"/>
                      <a:pt x="15" y="13"/>
                    </a:cubicBezTo>
                    <a:cubicBezTo>
                      <a:pt x="15" y="15"/>
                      <a:pt x="14" y="17"/>
                      <a:pt x="12" y="18"/>
                    </a:cubicBezTo>
                    <a:cubicBezTo>
                      <a:pt x="11" y="19"/>
                      <a:pt x="9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19"/>
                      <a:pt x="5" y="18"/>
                      <a:pt x="4" y="17"/>
                    </a:cubicBezTo>
                    <a:cubicBezTo>
                      <a:pt x="3" y="15"/>
                      <a:pt x="2" y="13"/>
                      <a:pt x="2" y="11"/>
                    </a:cubicBezTo>
                    <a:cubicBezTo>
                      <a:pt x="1" y="11"/>
                      <a:pt x="1" y="10"/>
                      <a:pt x="1" y="9"/>
                    </a:cubicBezTo>
                    <a:cubicBezTo>
                      <a:pt x="1" y="7"/>
                      <a:pt x="2" y="4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7" y="1"/>
                      <a:pt x="9" y="2"/>
                      <a:pt x="10" y="4"/>
                    </a:cubicBezTo>
                    <a:cubicBezTo>
                      <a:pt x="11" y="5"/>
                      <a:pt x="12" y="7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1" name="Freeform 436">
                <a:extLst>
                  <a:ext uri="{FF2B5EF4-FFF2-40B4-BE49-F238E27FC236}">
                    <a16:creationId xmlns:a16="http://schemas.microsoft.com/office/drawing/2014/main" id="{D997276E-586A-4578-950C-3FCB12E71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190"/>
                <a:ext cx="37" cy="38"/>
              </a:xfrm>
              <a:custGeom>
                <a:avLst/>
                <a:gdLst>
                  <a:gd name="T0" fmla="*/ 165 w 15"/>
                  <a:gd name="T1" fmla="*/ 147 h 15"/>
                  <a:gd name="T2" fmla="*/ 183 w 15"/>
                  <a:gd name="T3" fmla="*/ 20 h 15"/>
                  <a:gd name="T4" fmla="*/ 62 w 15"/>
                  <a:gd name="T5" fmla="*/ 33 h 15"/>
                  <a:gd name="T6" fmla="*/ 30 w 15"/>
                  <a:gd name="T7" fmla="*/ 147 h 15"/>
                  <a:gd name="T8" fmla="*/ 165 w 15"/>
                  <a:gd name="T9" fmla="*/ 14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1" y="9"/>
                    </a:moveTo>
                    <a:cubicBezTo>
                      <a:pt x="13" y="7"/>
                      <a:pt x="15" y="2"/>
                      <a:pt x="12" y="1"/>
                    </a:cubicBezTo>
                    <a:cubicBezTo>
                      <a:pt x="8" y="1"/>
                      <a:pt x="6" y="0"/>
                      <a:pt x="4" y="2"/>
                    </a:cubicBezTo>
                    <a:cubicBezTo>
                      <a:pt x="3" y="4"/>
                      <a:pt x="0" y="6"/>
                      <a:pt x="2" y="9"/>
                    </a:cubicBezTo>
                    <a:cubicBezTo>
                      <a:pt x="3" y="11"/>
                      <a:pt x="8" y="15"/>
                      <a:pt x="11" y="9"/>
                    </a:cubicBezTo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2" name="Freeform 437">
                <a:extLst>
                  <a:ext uri="{FF2B5EF4-FFF2-40B4-BE49-F238E27FC236}">
                    <a16:creationId xmlns:a16="http://schemas.microsoft.com/office/drawing/2014/main" id="{A20C116C-D4AE-439F-A4EA-FF4BC8E66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3190"/>
                <a:ext cx="33" cy="30"/>
              </a:xfrm>
              <a:custGeom>
                <a:avLst/>
                <a:gdLst>
                  <a:gd name="T0" fmla="*/ 160 w 13"/>
                  <a:gd name="T1" fmla="*/ 145 h 12"/>
                  <a:gd name="T2" fmla="*/ 180 w 13"/>
                  <a:gd name="T3" fmla="*/ 145 h 12"/>
                  <a:gd name="T4" fmla="*/ 213 w 13"/>
                  <a:gd name="T5" fmla="*/ 63 h 12"/>
                  <a:gd name="T6" fmla="*/ 180 w 13"/>
                  <a:gd name="T7" fmla="*/ 20 h 12"/>
                  <a:gd name="T8" fmla="*/ 117 w 13"/>
                  <a:gd name="T9" fmla="*/ 0 h 12"/>
                  <a:gd name="T10" fmla="*/ 51 w 13"/>
                  <a:gd name="T11" fmla="*/ 33 h 12"/>
                  <a:gd name="T12" fmla="*/ 0 w 13"/>
                  <a:gd name="T13" fmla="*/ 113 h 12"/>
                  <a:gd name="T14" fmla="*/ 0 w 13"/>
                  <a:gd name="T15" fmla="*/ 145 h 12"/>
                  <a:gd name="T16" fmla="*/ 0 w 13"/>
                  <a:gd name="T17" fmla="*/ 145 h 12"/>
                  <a:gd name="T18" fmla="*/ 0 w 13"/>
                  <a:gd name="T19" fmla="*/ 145 h 12"/>
                  <a:gd name="T20" fmla="*/ 96 w 13"/>
                  <a:gd name="T21" fmla="*/ 188 h 12"/>
                  <a:gd name="T22" fmla="*/ 180 w 13"/>
                  <a:gd name="T23" fmla="*/ 145 h 12"/>
                  <a:gd name="T24" fmla="*/ 160 w 13"/>
                  <a:gd name="T25" fmla="*/ 145 h 12"/>
                  <a:gd name="T26" fmla="*/ 160 w 13"/>
                  <a:gd name="T27" fmla="*/ 145 h 12"/>
                  <a:gd name="T28" fmla="*/ 96 w 13"/>
                  <a:gd name="T29" fmla="*/ 188 h 12"/>
                  <a:gd name="T30" fmla="*/ 20 w 13"/>
                  <a:gd name="T31" fmla="*/ 125 h 12"/>
                  <a:gd name="T32" fmla="*/ 20 w 13"/>
                  <a:gd name="T33" fmla="*/ 125 h 12"/>
                  <a:gd name="T34" fmla="*/ 20 w 13"/>
                  <a:gd name="T35" fmla="*/ 125 h 12"/>
                  <a:gd name="T36" fmla="*/ 0 w 13"/>
                  <a:gd name="T37" fmla="*/ 113 h 12"/>
                  <a:gd name="T38" fmla="*/ 63 w 13"/>
                  <a:gd name="T39" fmla="*/ 50 h 12"/>
                  <a:gd name="T40" fmla="*/ 117 w 13"/>
                  <a:gd name="T41" fmla="*/ 20 h 12"/>
                  <a:gd name="T42" fmla="*/ 180 w 13"/>
                  <a:gd name="T43" fmla="*/ 33 h 12"/>
                  <a:gd name="T44" fmla="*/ 193 w 13"/>
                  <a:gd name="T45" fmla="*/ 63 h 12"/>
                  <a:gd name="T46" fmla="*/ 160 w 13"/>
                  <a:gd name="T47" fmla="*/ 145 h 12"/>
                  <a:gd name="T48" fmla="*/ 160 w 13"/>
                  <a:gd name="T49" fmla="*/ 145 h 1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3" h="12">
                    <a:moveTo>
                      <a:pt x="10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3" y="5"/>
                      <a:pt x="13" y="4"/>
                    </a:cubicBezTo>
                    <a:cubicBezTo>
                      <a:pt x="13" y="2"/>
                      <a:pt x="12" y="1"/>
                      <a:pt x="11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2" y="4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2"/>
                      <a:pt x="6" y="12"/>
                    </a:cubicBezTo>
                    <a:cubicBezTo>
                      <a:pt x="8" y="12"/>
                      <a:pt x="9" y="11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11"/>
                      <a:pt x="7" y="11"/>
                      <a:pt x="6" y="12"/>
                    </a:cubicBezTo>
                    <a:cubicBezTo>
                      <a:pt x="4" y="12"/>
                      <a:pt x="2" y="10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6"/>
                      <a:pt x="2" y="4"/>
                      <a:pt x="4" y="3"/>
                    </a:cubicBezTo>
                    <a:cubicBezTo>
                      <a:pt x="4" y="2"/>
                      <a:pt x="5" y="1"/>
                      <a:pt x="7" y="1"/>
                    </a:cubicBezTo>
                    <a:cubicBezTo>
                      <a:pt x="8" y="1"/>
                      <a:pt x="9" y="1"/>
                      <a:pt x="11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5"/>
                      <a:pt x="11" y="7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3" name="Freeform 438">
                <a:extLst>
                  <a:ext uri="{FF2B5EF4-FFF2-40B4-BE49-F238E27FC236}">
                    <a16:creationId xmlns:a16="http://schemas.microsoft.com/office/drawing/2014/main" id="{A8F7084B-7712-43FC-8049-FBB6B4050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213"/>
                <a:ext cx="488" cy="150"/>
              </a:xfrm>
              <a:custGeom>
                <a:avLst/>
                <a:gdLst>
                  <a:gd name="T0" fmla="*/ 2931 w 195"/>
                  <a:gd name="T1" fmla="*/ 50 h 60"/>
                  <a:gd name="T2" fmla="*/ 2931 w 195"/>
                  <a:gd name="T3" fmla="*/ 50 h 60"/>
                  <a:gd name="T4" fmla="*/ 2588 w 195"/>
                  <a:gd name="T5" fmla="*/ 458 h 60"/>
                  <a:gd name="T6" fmla="*/ 1709 w 195"/>
                  <a:gd name="T7" fmla="*/ 813 h 60"/>
                  <a:gd name="T8" fmla="*/ 1221 w 195"/>
                  <a:gd name="T9" fmla="*/ 720 h 60"/>
                  <a:gd name="T10" fmla="*/ 425 w 195"/>
                  <a:gd name="T11" fmla="*/ 395 h 60"/>
                  <a:gd name="T12" fmla="*/ 175 w 195"/>
                  <a:gd name="T13" fmla="*/ 300 h 60"/>
                  <a:gd name="T14" fmla="*/ 113 w 195"/>
                  <a:gd name="T15" fmla="*/ 270 h 60"/>
                  <a:gd name="T16" fmla="*/ 95 w 195"/>
                  <a:gd name="T17" fmla="*/ 250 h 60"/>
                  <a:gd name="T18" fmla="*/ 0 w 195"/>
                  <a:gd name="T19" fmla="*/ 283 h 60"/>
                  <a:gd name="T20" fmla="*/ 33 w 195"/>
                  <a:gd name="T21" fmla="*/ 363 h 60"/>
                  <a:gd name="T22" fmla="*/ 1189 w 195"/>
                  <a:gd name="T23" fmla="*/ 845 h 60"/>
                  <a:gd name="T24" fmla="*/ 1709 w 195"/>
                  <a:gd name="T25" fmla="*/ 938 h 60"/>
                  <a:gd name="T26" fmla="*/ 2272 w 195"/>
                  <a:gd name="T27" fmla="*/ 813 h 60"/>
                  <a:gd name="T28" fmla="*/ 2838 w 195"/>
                  <a:gd name="T29" fmla="*/ 375 h 60"/>
                  <a:gd name="T30" fmla="*/ 3038 w 195"/>
                  <a:gd name="T31" fmla="*/ 113 h 60"/>
                  <a:gd name="T32" fmla="*/ 3006 w 195"/>
                  <a:gd name="T33" fmla="*/ 20 h 60"/>
                  <a:gd name="T34" fmla="*/ 2931 w 195"/>
                  <a:gd name="T35" fmla="*/ 50 h 6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5" h="60">
                    <a:moveTo>
                      <a:pt x="187" y="3"/>
                    </a:moveTo>
                    <a:cubicBezTo>
                      <a:pt x="187" y="3"/>
                      <a:pt x="187" y="3"/>
                      <a:pt x="187" y="3"/>
                    </a:cubicBezTo>
                    <a:cubicBezTo>
                      <a:pt x="186" y="4"/>
                      <a:pt x="179" y="17"/>
                      <a:pt x="165" y="29"/>
                    </a:cubicBezTo>
                    <a:cubicBezTo>
                      <a:pt x="152" y="41"/>
                      <a:pt x="133" y="52"/>
                      <a:pt x="109" y="52"/>
                    </a:cubicBezTo>
                    <a:cubicBezTo>
                      <a:pt x="100" y="52"/>
                      <a:pt x="89" y="50"/>
                      <a:pt x="78" y="46"/>
                    </a:cubicBezTo>
                    <a:cubicBezTo>
                      <a:pt x="58" y="39"/>
                      <a:pt x="40" y="31"/>
                      <a:pt x="27" y="25"/>
                    </a:cubicBezTo>
                    <a:cubicBezTo>
                      <a:pt x="20" y="23"/>
                      <a:pt x="15" y="20"/>
                      <a:pt x="11" y="19"/>
                    </a:cubicBezTo>
                    <a:cubicBezTo>
                      <a:pt x="10" y="18"/>
                      <a:pt x="8" y="17"/>
                      <a:pt x="7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5"/>
                      <a:pt x="1" y="16"/>
                      <a:pt x="0" y="18"/>
                    </a:cubicBezTo>
                    <a:cubicBezTo>
                      <a:pt x="0" y="20"/>
                      <a:pt x="0" y="22"/>
                      <a:pt x="2" y="23"/>
                    </a:cubicBezTo>
                    <a:cubicBezTo>
                      <a:pt x="2" y="23"/>
                      <a:pt x="35" y="39"/>
                      <a:pt x="76" y="54"/>
                    </a:cubicBezTo>
                    <a:cubicBezTo>
                      <a:pt x="87" y="58"/>
                      <a:pt x="99" y="60"/>
                      <a:pt x="109" y="60"/>
                    </a:cubicBezTo>
                    <a:cubicBezTo>
                      <a:pt x="123" y="60"/>
                      <a:pt x="135" y="57"/>
                      <a:pt x="145" y="52"/>
                    </a:cubicBezTo>
                    <a:cubicBezTo>
                      <a:pt x="161" y="44"/>
                      <a:pt x="173" y="33"/>
                      <a:pt x="181" y="24"/>
                    </a:cubicBezTo>
                    <a:cubicBezTo>
                      <a:pt x="189" y="14"/>
                      <a:pt x="194" y="7"/>
                      <a:pt x="194" y="7"/>
                    </a:cubicBezTo>
                    <a:cubicBezTo>
                      <a:pt x="195" y="5"/>
                      <a:pt x="194" y="2"/>
                      <a:pt x="192" y="1"/>
                    </a:cubicBezTo>
                    <a:cubicBezTo>
                      <a:pt x="190" y="0"/>
                      <a:pt x="188" y="1"/>
                      <a:pt x="187" y="3"/>
                    </a:cubicBezTo>
                    <a:close/>
                  </a:path>
                </a:pathLst>
              </a:custGeom>
              <a:solidFill>
                <a:srgbClr val="009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4" name="Freeform 439">
                <a:extLst>
                  <a:ext uri="{FF2B5EF4-FFF2-40B4-BE49-F238E27FC236}">
                    <a16:creationId xmlns:a16="http://schemas.microsoft.com/office/drawing/2014/main" id="{4348D42F-1E4E-4277-9438-B4F9D9ADA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235"/>
                <a:ext cx="77" cy="70"/>
              </a:xfrm>
              <a:custGeom>
                <a:avLst/>
                <a:gdLst>
                  <a:gd name="T0" fmla="*/ 47 w 77"/>
                  <a:gd name="T1" fmla="*/ 70 h 70"/>
                  <a:gd name="T2" fmla="*/ 0 w 77"/>
                  <a:gd name="T3" fmla="*/ 8 h 70"/>
                  <a:gd name="T4" fmla="*/ 77 w 77"/>
                  <a:gd name="T5" fmla="*/ 0 h 70"/>
                  <a:gd name="T6" fmla="*/ 47 w 77"/>
                  <a:gd name="T7" fmla="*/ 7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70">
                    <a:moveTo>
                      <a:pt x="47" y="70"/>
                    </a:moveTo>
                    <a:lnTo>
                      <a:pt x="0" y="8"/>
                    </a:lnTo>
                    <a:lnTo>
                      <a:pt x="77" y="0"/>
                    </a:lnTo>
                    <a:lnTo>
                      <a:pt x="47" y="70"/>
                    </a:lnTo>
                    <a:close/>
                  </a:path>
                </a:pathLst>
              </a:custGeom>
              <a:solidFill>
                <a:srgbClr val="009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5" name="Freeform 440">
                <a:extLst>
                  <a:ext uri="{FF2B5EF4-FFF2-40B4-BE49-F238E27FC236}">
                    <a16:creationId xmlns:a16="http://schemas.microsoft.com/office/drawing/2014/main" id="{7B158651-0C2C-412A-A7E6-2F086D06B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600"/>
                <a:ext cx="107" cy="143"/>
              </a:xfrm>
              <a:custGeom>
                <a:avLst/>
                <a:gdLst>
                  <a:gd name="T0" fmla="*/ 0 w 43"/>
                  <a:gd name="T1" fmla="*/ 33 h 57"/>
                  <a:gd name="T2" fmla="*/ 0 w 43"/>
                  <a:gd name="T3" fmla="*/ 95 h 57"/>
                  <a:gd name="T4" fmla="*/ 154 w 43"/>
                  <a:gd name="T5" fmla="*/ 630 h 57"/>
                  <a:gd name="T6" fmla="*/ 620 w 43"/>
                  <a:gd name="T7" fmla="*/ 901 h 57"/>
                  <a:gd name="T8" fmla="*/ 632 w 43"/>
                  <a:gd name="T9" fmla="*/ 901 h 57"/>
                  <a:gd name="T10" fmla="*/ 662 w 43"/>
                  <a:gd name="T11" fmla="*/ 868 h 57"/>
                  <a:gd name="T12" fmla="*/ 632 w 43"/>
                  <a:gd name="T13" fmla="*/ 838 h 57"/>
                  <a:gd name="T14" fmla="*/ 620 w 43"/>
                  <a:gd name="T15" fmla="*/ 838 h 57"/>
                  <a:gd name="T16" fmla="*/ 199 w 43"/>
                  <a:gd name="T17" fmla="*/ 597 h 57"/>
                  <a:gd name="T18" fmla="*/ 62 w 43"/>
                  <a:gd name="T19" fmla="*/ 95 h 57"/>
                  <a:gd name="T20" fmla="*/ 62 w 43"/>
                  <a:gd name="T21" fmla="*/ 33 h 57"/>
                  <a:gd name="T22" fmla="*/ 30 w 43"/>
                  <a:gd name="T23" fmla="*/ 0 h 57"/>
                  <a:gd name="T24" fmla="*/ 0 w 43"/>
                  <a:gd name="T25" fmla="*/ 33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57">
                    <a:moveTo>
                      <a:pt x="0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0" y="18"/>
                      <a:pt x="3" y="31"/>
                      <a:pt x="10" y="40"/>
                    </a:cubicBezTo>
                    <a:cubicBezTo>
                      <a:pt x="17" y="50"/>
                      <a:pt x="27" y="57"/>
                      <a:pt x="40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2" y="57"/>
                      <a:pt x="43" y="56"/>
                      <a:pt x="43" y="55"/>
                    </a:cubicBezTo>
                    <a:cubicBezTo>
                      <a:pt x="43" y="54"/>
                      <a:pt x="42" y="53"/>
                      <a:pt x="41" y="53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28" y="53"/>
                      <a:pt x="20" y="47"/>
                      <a:pt x="13" y="38"/>
                    </a:cubicBezTo>
                    <a:cubicBezTo>
                      <a:pt x="7" y="29"/>
                      <a:pt x="4" y="18"/>
                      <a:pt x="4" y="6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6" name="Freeform 441">
                <a:extLst>
                  <a:ext uri="{FF2B5EF4-FFF2-40B4-BE49-F238E27FC236}">
                    <a16:creationId xmlns:a16="http://schemas.microsoft.com/office/drawing/2014/main" id="{AFBC7653-8DBF-4909-939B-932902BF8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630"/>
                <a:ext cx="65" cy="113"/>
              </a:xfrm>
              <a:custGeom>
                <a:avLst/>
                <a:gdLst>
                  <a:gd name="T0" fmla="*/ 238 w 26"/>
                  <a:gd name="T1" fmla="*/ 50 h 45"/>
                  <a:gd name="T2" fmla="*/ 345 w 26"/>
                  <a:gd name="T3" fmla="*/ 271 h 45"/>
                  <a:gd name="T4" fmla="*/ 238 w 26"/>
                  <a:gd name="T5" fmla="*/ 472 h 45"/>
                  <a:gd name="T6" fmla="*/ 20 w 26"/>
                  <a:gd name="T7" fmla="*/ 650 h 45"/>
                  <a:gd name="T8" fmla="*/ 0 w 26"/>
                  <a:gd name="T9" fmla="*/ 693 h 45"/>
                  <a:gd name="T10" fmla="*/ 50 w 26"/>
                  <a:gd name="T11" fmla="*/ 693 h 45"/>
                  <a:gd name="T12" fmla="*/ 283 w 26"/>
                  <a:gd name="T13" fmla="*/ 522 h 45"/>
                  <a:gd name="T14" fmla="*/ 408 w 26"/>
                  <a:gd name="T15" fmla="*/ 271 h 45"/>
                  <a:gd name="T16" fmla="*/ 283 w 26"/>
                  <a:gd name="T17" fmla="*/ 20 h 45"/>
                  <a:gd name="T18" fmla="*/ 238 w 26"/>
                  <a:gd name="T19" fmla="*/ 20 h 45"/>
                  <a:gd name="T20" fmla="*/ 238 w 26"/>
                  <a:gd name="T21" fmla="*/ 5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45">
                    <a:moveTo>
                      <a:pt x="15" y="3"/>
                    </a:moveTo>
                    <a:cubicBezTo>
                      <a:pt x="20" y="9"/>
                      <a:pt x="22" y="13"/>
                      <a:pt x="22" y="17"/>
                    </a:cubicBezTo>
                    <a:cubicBezTo>
                      <a:pt x="22" y="22"/>
                      <a:pt x="19" y="26"/>
                      <a:pt x="15" y="30"/>
                    </a:cubicBezTo>
                    <a:cubicBezTo>
                      <a:pt x="11" y="34"/>
                      <a:pt x="6" y="38"/>
                      <a:pt x="1" y="41"/>
                    </a:cubicBezTo>
                    <a:cubicBezTo>
                      <a:pt x="0" y="42"/>
                      <a:pt x="0" y="43"/>
                      <a:pt x="0" y="44"/>
                    </a:cubicBezTo>
                    <a:cubicBezTo>
                      <a:pt x="1" y="45"/>
                      <a:pt x="2" y="45"/>
                      <a:pt x="3" y="44"/>
                    </a:cubicBezTo>
                    <a:cubicBezTo>
                      <a:pt x="8" y="41"/>
                      <a:pt x="14" y="37"/>
                      <a:pt x="18" y="33"/>
                    </a:cubicBezTo>
                    <a:cubicBezTo>
                      <a:pt x="22" y="28"/>
                      <a:pt x="26" y="23"/>
                      <a:pt x="26" y="17"/>
                    </a:cubicBezTo>
                    <a:cubicBezTo>
                      <a:pt x="26" y="12"/>
                      <a:pt x="23" y="6"/>
                      <a:pt x="18" y="1"/>
                    </a:cubicBezTo>
                    <a:cubicBezTo>
                      <a:pt x="17" y="0"/>
                      <a:pt x="16" y="0"/>
                      <a:pt x="15" y="1"/>
                    </a:cubicBezTo>
                    <a:cubicBezTo>
                      <a:pt x="14" y="1"/>
                      <a:pt x="14" y="3"/>
                      <a:pt x="15" y="3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7" name="Freeform 442">
                <a:extLst>
                  <a:ext uri="{FF2B5EF4-FFF2-40B4-BE49-F238E27FC236}">
                    <a16:creationId xmlns:a16="http://schemas.microsoft.com/office/drawing/2014/main" id="{762C3F74-0A9A-468D-A528-E123046CE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603"/>
                <a:ext cx="87" cy="135"/>
              </a:xfrm>
              <a:custGeom>
                <a:avLst/>
                <a:gdLst>
                  <a:gd name="T0" fmla="*/ 75 w 35"/>
                  <a:gd name="T1" fmla="*/ 20 h 54"/>
                  <a:gd name="T2" fmla="*/ 0 w 35"/>
                  <a:gd name="T3" fmla="*/ 283 h 54"/>
                  <a:gd name="T4" fmla="*/ 154 w 35"/>
                  <a:gd name="T5" fmla="*/ 625 h 54"/>
                  <a:gd name="T6" fmla="*/ 495 w 35"/>
                  <a:gd name="T7" fmla="*/ 845 h 54"/>
                  <a:gd name="T8" fmla="*/ 537 w 35"/>
                  <a:gd name="T9" fmla="*/ 813 h 54"/>
                  <a:gd name="T10" fmla="*/ 507 w 35"/>
                  <a:gd name="T11" fmla="*/ 783 h 54"/>
                  <a:gd name="T12" fmla="*/ 199 w 35"/>
                  <a:gd name="T13" fmla="*/ 595 h 54"/>
                  <a:gd name="T14" fmla="*/ 62 w 35"/>
                  <a:gd name="T15" fmla="*/ 283 h 54"/>
                  <a:gd name="T16" fmla="*/ 124 w 35"/>
                  <a:gd name="T17" fmla="*/ 63 h 54"/>
                  <a:gd name="T18" fmla="*/ 104 w 35"/>
                  <a:gd name="T19" fmla="*/ 20 h 54"/>
                  <a:gd name="T20" fmla="*/ 75 w 35"/>
                  <a:gd name="T21" fmla="*/ 2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54">
                    <a:moveTo>
                      <a:pt x="5" y="1"/>
                    </a:moveTo>
                    <a:cubicBezTo>
                      <a:pt x="2" y="7"/>
                      <a:pt x="0" y="12"/>
                      <a:pt x="0" y="18"/>
                    </a:cubicBezTo>
                    <a:cubicBezTo>
                      <a:pt x="0" y="26"/>
                      <a:pt x="4" y="34"/>
                      <a:pt x="10" y="40"/>
                    </a:cubicBezTo>
                    <a:cubicBezTo>
                      <a:pt x="16" y="47"/>
                      <a:pt x="24" y="51"/>
                      <a:pt x="32" y="54"/>
                    </a:cubicBezTo>
                    <a:cubicBezTo>
                      <a:pt x="33" y="54"/>
                      <a:pt x="35" y="54"/>
                      <a:pt x="35" y="52"/>
                    </a:cubicBezTo>
                    <a:cubicBezTo>
                      <a:pt x="35" y="51"/>
                      <a:pt x="35" y="50"/>
                      <a:pt x="33" y="50"/>
                    </a:cubicBezTo>
                    <a:cubicBezTo>
                      <a:pt x="25" y="48"/>
                      <a:pt x="18" y="43"/>
                      <a:pt x="13" y="38"/>
                    </a:cubicBezTo>
                    <a:cubicBezTo>
                      <a:pt x="7" y="32"/>
                      <a:pt x="4" y="25"/>
                      <a:pt x="4" y="18"/>
                    </a:cubicBezTo>
                    <a:cubicBezTo>
                      <a:pt x="4" y="13"/>
                      <a:pt x="5" y="8"/>
                      <a:pt x="8" y="4"/>
                    </a:cubicBezTo>
                    <a:cubicBezTo>
                      <a:pt x="9" y="3"/>
                      <a:pt x="8" y="1"/>
                      <a:pt x="7" y="1"/>
                    </a:cubicBezTo>
                    <a:cubicBezTo>
                      <a:pt x="7" y="0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8" name="Freeform 443">
                <a:extLst>
                  <a:ext uri="{FF2B5EF4-FFF2-40B4-BE49-F238E27FC236}">
                    <a16:creationId xmlns:a16="http://schemas.microsoft.com/office/drawing/2014/main" id="{9725C4A3-DD21-42A2-ACF5-7BC106984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580"/>
                <a:ext cx="40" cy="118"/>
              </a:xfrm>
              <a:custGeom>
                <a:avLst/>
                <a:gdLst>
                  <a:gd name="T0" fmla="*/ 20 w 16"/>
                  <a:gd name="T1" fmla="*/ 63 h 47"/>
                  <a:gd name="T2" fmla="*/ 145 w 16"/>
                  <a:gd name="T3" fmla="*/ 208 h 47"/>
                  <a:gd name="T4" fmla="*/ 188 w 16"/>
                  <a:gd name="T5" fmla="*/ 429 h 47"/>
                  <a:gd name="T6" fmla="*/ 145 w 16"/>
                  <a:gd name="T7" fmla="*/ 585 h 47"/>
                  <a:gd name="T8" fmla="*/ 33 w 16"/>
                  <a:gd name="T9" fmla="*/ 680 h 47"/>
                  <a:gd name="T10" fmla="*/ 0 w 16"/>
                  <a:gd name="T11" fmla="*/ 726 h 47"/>
                  <a:gd name="T12" fmla="*/ 50 w 16"/>
                  <a:gd name="T13" fmla="*/ 743 h 47"/>
                  <a:gd name="T14" fmla="*/ 208 w 16"/>
                  <a:gd name="T15" fmla="*/ 618 h 47"/>
                  <a:gd name="T16" fmla="*/ 250 w 16"/>
                  <a:gd name="T17" fmla="*/ 429 h 47"/>
                  <a:gd name="T18" fmla="*/ 208 w 16"/>
                  <a:gd name="T19" fmla="*/ 188 h 47"/>
                  <a:gd name="T20" fmla="*/ 50 w 16"/>
                  <a:gd name="T21" fmla="*/ 20 h 47"/>
                  <a:gd name="T22" fmla="*/ 0 w 16"/>
                  <a:gd name="T23" fmla="*/ 33 h 47"/>
                  <a:gd name="T24" fmla="*/ 20 w 16"/>
                  <a:gd name="T25" fmla="*/ 63 h 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47">
                    <a:moveTo>
                      <a:pt x="1" y="4"/>
                    </a:moveTo>
                    <a:cubicBezTo>
                      <a:pt x="4" y="6"/>
                      <a:pt x="7" y="9"/>
                      <a:pt x="9" y="13"/>
                    </a:cubicBezTo>
                    <a:cubicBezTo>
                      <a:pt x="11" y="17"/>
                      <a:pt x="12" y="22"/>
                      <a:pt x="12" y="27"/>
                    </a:cubicBezTo>
                    <a:cubicBezTo>
                      <a:pt x="12" y="31"/>
                      <a:pt x="11" y="34"/>
                      <a:pt x="9" y="37"/>
                    </a:cubicBezTo>
                    <a:cubicBezTo>
                      <a:pt x="8" y="40"/>
                      <a:pt x="5" y="42"/>
                      <a:pt x="2" y="43"/>
                    </a:cubicBezTo>
                    <a:cubicBezTo>
                      <a:pt x="1" y="43"/>
                      <a:pt x="0" y="44"/>
                      <a:pt x="0" y="46"/>
                    </a:cubicBezTo>
                    <a:cubicBezTo>
                      <a:pt x="0" y="47"/>
                      <a:pt x="1" y="47"/>
                      <a:pt x="3" y="47"/>
                    </a:cubicBezTo>
                    <a:cubicBezTo>
                      <a:pt x="7" y="46"/>
                      <a:pt x="11" y="43"/>
                      <a:pt x="13" y="39"/>
                    </a:cubicBezTo>
                    <a:cubicBezTo>
                      <a:pt x="15" y="36"/>
                      <a:pt x="16" y="31"/>
                      <a:pt x="16" y="27"/>
                    </a:cubicBezTo>
                    <a:cubicBezTo>
                      <a:pt x="16" y="21"/>
                      <a:pt x="15" y="16"/>
                      <a:pt x="13" y="12"/>
                    </a:cubicBezTo>
                    <a:cubicBezTo>
                      <a:pt x="10" y="7"/>
                      <a:pt x="7" y="3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9" name="Freeform 444">
                <a:extLst>
                  <a:ext uri="{FF2B5EF4-FFF2-40B4-BE49-F238E27FC236}">
                    <a16:creationId xmlns:a16="http://schemas.microsoft.com/office/drawing/2014/main" id="{984D05F3-43B1-4541-8EA7-7EC6669EA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675"/>
                <a:ext cx="130" cy="38"/>
              </a:xfrm>
              <a:custGeom>
                <a:avLst/>
                <a:gdLst>
                  <a:gd name="T0" fmla="*/ 783 w 52"/>
                  <a:gd name="T1" fmla="*/ 51 h 15"/>
                  <a:gd name="T2" fmla="*/ 375 w 52"/>
                  <a:gd name="T3" fmla="*/ 0 h 15"/>
                  <a:gd name="T4" fmla="*/ 188 w 52"/>
                  <a:gd name="T5" fmla="*/ 33 h 15"/>
                  <a:gd name="T6" fmla="*/ 20 w 52"/>
                  <a:gd name="T7" fmla="*/ 180 h 15"/>
                  <a:gd name="T8" fmla="*/ 20 w 52"/>
                  <a:gd name="T9" fmla="*/ 225 h 15"/>
                  <a:gd name="T10" fmla="*/ 63 w 52"/>
                  <a:gd name="T11" fmla="*/ 225 h 15"/>
                  <a:gd name="T12" fmla="*/ 208 w 52"/>
                  <a:gd name="T13" fmla="*/ 96 h 15"/>
                  <a:gd name="T14" fmla="*/ 375 w 52"/>
                  <a:gd name="T15" fmla="*/ 63 h 15"/>
                  <a:gd name="T16" fmla="*/ 783 w 52"/>
                  <a:gd name="T17" fmla="*/ 117 h 15"/>
                  <a:gd name="T18" fmla="*/ 813 w 52"/>
                  <a:gd name="T19" fmla="*/ 84 h 15"/>
                  <a:gd name="T20" fmla="*/ 783 w 52"/>
                  <a:gd name="T21" fmla="*/ 51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15">
                    <a:moveTo>
                      <a:pt x="50" y="3"/>
                    </a:moveTo>
                    <a:cubicBezTo>
                      <a:pt x="43" y="3"/>
                      <a:pt x="33" y="0"/>
                      <a:pt x="24" y="0"/>
                    </a:cubicBezTo>
                    <a:cubicBezTo>
                      <a:pt x="20" y="0"/>
                      <a:pt x="16" y="1"/>
                      <a:pt x="12" y="2"/>
                    </a:cubicBezTo>
                    <a:cubicBezTo>
                      <a:pt x="8" y="4"/>
                      <a:pt x="4" y="7"/>
                      <a:pt x="1" y="11"/>
                    </a:cubicBezTo>
                    <a:cubicBezTo>
                      <a:pt x="0" y="12"/>
                      <a:pt x="1" y="13"/>
                      <a:pt x="1" y="14"/>
                    </a:cubicBezTo>
                    <a:cubicBezTo>
                      <a:pt x="2" y="15"/>
                      <a:pt x="4" y="14"/>
                      <a:pt x="4" y="14"/>
                    </a:cubicBezTo>
                    <a:cubicBezTo>
                      <a:pt x="7" y="10"/>
                      <a:pt x="10" y="8"/>
                      <a:pt x="13" y="6"/>
                    </a:cubicBezTo>
                    <a:cubicBezTo>
                      <a:pt x="17" y="5"/>
                      <a:pt x="20" y="4"/>
                      <a:pt x="24" y="4"/>
                    </a:cubicBezTo>
                    <a:cubicBezTo>
                      <a:pt x="33" y="4"/>
                      <a:pt x="42" y="7"/>
                      <a:pt x="50" y="7"/>
                    </a:cubicBezTo>
                    <a:cubicBezTo>
                      <a:pt x="51" y="7"/>
                      <a:pt x="52" y="7"/>
                      <a:pt x="52" y="5"/>
                    </a:cubicBezTo>
                    <a:cubicBezTo>
                      <a:pt x="52" y="4"/>
                      <a:pt x="52" y="3"/>
                      <a:pt x="50" y="3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0" name="Freeform 445">
                <a:extLst>
                  <a:ext uri="{FF2B5EF4-FFF2-40B4-BE49-F238E27FC236}">
                    <a16:creationId xmlns:a16="http://schemas.microsoft.com/office/drawing/2014/main" id="{0A296BE2-E109-4D49-A0F4-859FD61EE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608"/>
                <a:ext cx="108" cy="35"/>
              </a:xfrm>
              <a:custGeom>
                <a:avLst/>
                <a:gdLst>
                  <a:gd name="T0" fmla="*/ 33 w 43"/>
                  <a:gd name="T1" fmla="*/ 208 h 14"/>
                  <a:gd name="T2" fmla="*/ 63 w 43"/>
                  <a:gd name="T3" fmla="*/ 208 h 14"/>
                  <a:gd name="T4" fmla="*/ 347 w 43"/>
                  <a:gd name="T5" fmla="*/ 220 h 14"/>
                  <a:gd name="T6" fmla="*/ 522 w 43"/>
                  <a:gd name="T7" fmla="*/ 188 h 14"/>
                  <a:gd name="T8" fmla="*/ 663 w 43"/>
                  <a:gd name="T9" fmla="*/ 50 h 14"/>
                  <a:gd name="T10" fmla="*/ 663 w 43"/>
                  <a:gd name="T11" fmla="*/ 20 h 14"/>
                  <a:gd name="T12" fmla="*/ 618 w 43"/>
                  <a:gd name="T13" fmla="*/ 20 h 14"/>
                  <a:gd name="T14" fmla="*/ 492 w 43"/>
                  <a:gd name="T15" fmla="*/ 125 h 14"/>
                  <a:gd name="T16" fmla="*/ 347 w 43"/>
                  <a:gd name="T17" fmla="*/ 158 h 14"/>
                  <a:gd name="T18" fmla="*/ 63 w 43"/>
                  <a:gd name="T19" fmla="*/ 145 h 14"/>
                  <a:gd name="T20" fmla="*/ 33 w 43"/>
                  <a:gd name="T21" fmla="*/ 145 h 14"/>
                  <a:gd name="T22" fmla="*/ 0 w 43"/>
                  <a:gd name="T23" fmla="*/ 175 h 14"/>
                  <a:gd name="T24" fmla="*/ 33 w 43"/>
                  <a:gd name="T25" fmla="*/ 208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14">
                    <a:moveTo>
                      <a:pt x="2" y="13"/>
                    </a:moveTo>
                    <a:cubicBezTo>
                      <a:pt x="3" y="13"/>
                      <a:pt x="3" y="13"/>
                      <a:pt x="4" y="13"/>
                    </a:cubicBezTo>
                    <a:cubicBezTo>
                      <a:pt x="10" y="13"/>
                      <a:pt x="16" y="14"/>
                      <a:pt x="22" y="14"/>
                    </a:cubicBezTo>
                    <a:cubicBezTo>
                      <a:pt x="26" y="14"/>
                      <a:pt x="29" y="14"/>
                      <a:pt x="33" y="12"/>
                    </a:cubicBezTo>
                    <a:cubicBezTo>
                      <a:pt x="36" y="10"/>
                      <a:pt x="40" y="8"/>
                      <a:pt x="42" y="3"/>
                    </a:cubicBezTo>
                    <a:cubicBezTo>
                      <a:pt x="43" y="2"/>
                      <a:pt x="43" y="1"/>
                      <a:pt x="42" y="1"/>
                    </a:cubicBezTo>
                    <a:cubicBezTo>
                      <a:pt x="41" y="0"/>
                      <a:pt x="39" y="0"/>
                      <a:pt x="39" y="1"/>
                    </a:cubicBezTo>
                    <a:cubicBezTo>
                      <a:pt x="36" y="5"/>
                      <a:pt x="34" y="7"/>
                      <a:pt x="31" y="8"/>
                    </a:cubicBezTo>
                    <a:cubicBezTo>
                      <a:pt x="28" y="10"/>
                      <a:pt x="25" y="10"/>
                      <a:pt x="22" y="10"/>
                    </a:cubicBezTo>
                    <a:cubicBezTo>
                      <a:pt x="17" y="10"/>
                      <a:pt x="11" y="9"/>
                      <a:pt x="4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1" name="Freeform 446">
                <a:extLst>
                  <a:ext uri="{FF2B5EF4-FFF2-40B4-BE49-F238E27FC236}">
                    <a16:creationId xmlns:a16="http://schemas.microsoft.com/office/drawing/2014/main" id="{FE234B35-2C44-4B8C-B8E8-4E1169C56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583"/>
                <a:ext cx="53" cy="90"/>
              </a:xfrm>
              <a:custGeom>
                <a:avLst/>
                <a:gdLst>
                  <a:gd name="T0" fmla="*/ 192 w 21"/>
                  <a:gd name="T1" fmla="*/ 488 h 36"/>
                  <a:gd name="T2" fmla="*/ 96 w 21"/>
                  <a:gd name="T3" fmla="*/ 438 h 36"/>
                  <a:gd name="T4" fmla="*/ 63 w 21"/>
                  <a:gd name="T5" fmla="*/ 313 h 36"/>
                  <a:gd name="T6" fmla="*/ 114 w 21"/>
                  <a:gd name="T7" fmla="*/ 145 h 36"/>
                  <a:gd name="T8" fmla="*/ 305 w 21"/>
                  <a:gd name="T9" fmla="*/ 63 h 36"/>
                  <a:gd name="T10" fmla="*/ 305 w 21"/>
                  <a:gd name="T11" fmla="*/ 63 h 36"/>
                  <a:gd name="T12" fmla="*/ 338 w 21"/>
                  <a:gd name="T13" fmla="*/ 33 h 36"/>
                  <a:gd name="T14" fmla="*/ 305 w 21"/>
                  <a:gd name="T15" fmla="*/ 0 h 36"/>
                  <a:gd name="T16" fmla="*/ 305 w 21"/>
                  <a:gd name="T17" fmla="*/ 0 h 36"/>
                  <a:gd name="T18" fmla="*/ 63 w 21"/>
                  <a:gd name="T19" fmla="*/ 95 h 36"/>
                  <a:gd name="T20" fmla="*/ 0 w 21"/>
                  <a:gd name="T21" fmla="*/ 313 h 36"/>
                  <a:gd name="T22" fmla="*/ 50 w 21"/>
                  <a:gd name="T23" fmla="*/ 470 h 36"/>
                  <a:gd name="T24" fmla="*/ 192 w 21"/>
                  <a:gd name="T25" fmla="*/ 550 h 36"/>
                  <a:gd name="T26" fmla="*/ 222 w 21"/>
                  <a:gd name="T27" fmla="*/ 533 h 36"/>
                  <a:gd name="T28" fmla="*/ 192 w 21"/>
                  <a:gd name="T29" fmla="*/ 488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36">
                    <a:moveTo>
                      <a:pt x="12" y="31"/>
                    </a:moveTo>
                    <a:cubicBezTo>
                      <a:pt x="9" y="31"/>
                      <a:pt x="7" y="30"/>
                      <a:pt x="6" y="28"/>
                    </a:cubicBezTo>
                    <a:cubicBezTo>
                      <a:pt x="4" y="26"/>
                      <a:pt x="4" y="23"/>
                      <a:pt x="4" y="20"/>
                    </a:cubicBezTo>
                    <a:cubicBezTo>
                      <a:pt x="4" y="16"/>
                      <a:pt x="5" y="12"/>
                      <a:pt x="7" y="9"/>
                    </a:cubicBezTo>
                    <a:cubicBezTo>
                      <a:pt x="10" y="6"/>
                      <a:pt x="14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4"/>
                      <a:pt x="21" y="3"/>
                      <a:pt x="21" y="2"/>
                    </a:cubicBezTo>
                    <a:cubicBezTo>
                      <a:pt x="21" y="1"/>
                      <a:pt x="20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2" y="0"/>
                      <a:pt x="8" y="2"/>
                      <a:pt x="4" y="6"/>
                    </a:cubicBezTo>
                    <a:cubicBezTo>
                      <a:pt x="1" y="10"/>
                      <a:pt x="0" y="15"/>
                      <a:pt x="0" y="20"/>
                    </a:cubicBezTo>
                    <a:cubicBezTo>
                      <a:pt x="0" y="24"/>
                      <a:pt x="0" y="27"/>
                      <a:pt x="3" y="30"/>
                    </a:cubicBezTo>
                    <a:cubicBezTo>
                      <a:pt x="5" y="33"/>
                      <a:pt x="8" y="35"/>
                      <a:pt x="12" y="35"/>
                    </a:cubicBezTo>
                    <a:cubicBezTo>
                      <a:pt x="13" y="36"/>
                      <a:pt x="14" y="35"/>
                      <a:pt x="14" y="34"/>
                    </a:cubicBezTo>
                    <a:cubicBezTo>
                      <a:pt x="14" y="33"/>
                      <a:pt x="13" y="32"/>
                      <a:pt x="12" y="31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2" name="Freeform 447">
                <a:extLst>
                  <a:ext uri="{FF2B5EF4-FFF2-40B4-BE49-F238E27FC236}">
                    <a16:creationId xmlns:a16="http://schemas.microsoft.com/office/drawing/2014/main" id="{43632AEE-0227-4D24-85CD-35C65EAD1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670"/>
                <a:ext cx="78" cy="58"/>
              </a:xfrm>
              <a:custGeom>
                <a:avLst/>
                <a:gdLst>
                  <a:gd name="T0" fmla="*/ 0 w 31"/>
                  <a:gd name="T1" fmla="*/ 33 h 23"/>
                  <a:gd name="T2" fmla="*/ 126 w 31"/>
                  <a:gd name="T3" fmla="*/ 255 h 23"/>
                  <a:gd name="T4" fmla="*/ 367 w 31"/>
                  <a:gd name="T5" fmla="*/ 368 h 23"/>
                  <a:gd name="T6" fmla="*/ 463 w 31"/>
                  <a:gd name="T7" fmla="*/ 338 h 23"/>
                  <a:gd name="T8" fmla="*/ 476 w 31"/>
                  <a:gd name="T9" fmla="*/ 305 h 23"/>
                  <a:gd name="T10" fmla="*/ 443 w 31"/>
                  <a:gd name="T11" fmla="*/ 285 h 23"/>
                  <a:gd name="T12" fmla="*/ 367 w 31"/>
                  <a:gd name="T13" fmla="*/ 305 h 23"/>
                  <a:gd name="T14" fmla="*/ 176 w 31"/>
                  <a:gd name="T15" fmla="*/ 209 h 23"/>
                  <a:gd name="T16" fmla="*/ 63 w 31"/>
                  <a:gd name="T17" fmla="*/ 33 h 23"/>
                  <a:gd name="T18" fmla="*/ 33 w 31"/>
                  <a:gd name="T19" fmla="*/ 0 h 23"/>
                  <a:gd name="T20" fmla="*/ 0 w 31"/>
                  <a:gd name="T21" fmla="*/ 33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23">
                    <a:moveTo>
                      <a:pt x="0" y="2"/>
                    </a:moveTo>
                    <a:cubicBezTo>
                      <a:pt x="1" y="7"/>
                      <a:pt x="4" y="12"/>
                      <a:pt x="8" y="16"/>
                    </a:cubicBezTo>
                    <a:cubicBezTo>
                      <a:pt x="12" y="20"/>
                      <a:pt x="18" y="23"/>
                      <a:pt x="23" y="23"/>
                    </a:cubicBezTo>
                    <a:cubicBezTo>
                      <a:pt x="25" y="23"/>
                      <a:pt x="27" y="23"/>
                      <a:pt x="29" y="21"/>
                    </a:cubicBezTo>
                    <a:cubicBezTo>
                      <a:pt x="30" y="21"/>
                      <a:pt x="31" y="20"/>
                      <a:pt x="30" y="19"/>
                    </a:cubicBezTo>
                    <a:cubicBezTo>
                      <a:pt x="30" y="18"/>
                      <a:pt x="29" y="17"/>
                      <a:pt x="28" y="18"/>
                    </a:cubicBezTo>
                    <a:cubicBezTo>
                      <a:pt x="26" y="19"/>
                      <a:pt x="25" y="19"/>
                      <a:pt x="23" y="19"/>
                    </a:cubicBezTo>
                    <a:cubicBezTo>
                      <a:pt x="19" y="19"/>
                      <a:pt x="15" y="17"/>
                      <a:pt x="11" y="13"/>
                    </a:cubicBezTo>
                    <a:cubicBezTo>
                      <a:pt x="7" y="10"/>
                      <a:pt x="5" y="5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3" name="Freeform 448">
                <a:extLst>
                  <a:ext uri="{FF2B5EF4-FFF2-40B4-BE49-F238E27FC236}">
                    <a16:creationId xmlns:a16="http://schemas.microsoft.com/office/drawing/2014/main" id="{96E7D5FF-B659-418D-9D73-2AF23EA6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598"/>
                <a:ext cx="120" cy="42"/>
              </a:xfrm>
              <a:custGeom>
                <a:avLst/>
                <a:gdLst>
                  <a:gd name="T0" fmla="*/ 50 w 48"/>
                  <a:gd name="T1" fmla="*/ 245 h 17"/>
                  <a:gd name="T2" fmla="*/ 238 w 48"/>
                  <a:gd name="T3" fmla="*/ 104 h 17"/>
                  <a:gd name="T4" fmla="*/ 458 w 48"/>
                  <a:gd name="T5" fmla="*/ 62 h 17"/>
                  <a:gd name="T6" fmla="*/ 595 w 48"/>
                  <a:gd name="T7" fmla="*/ 91 h 17"/>
                  <a:gd name="T8" fmla="*/ 688 w 48"/>
                  <a:gd name="T9" fmla="*/ 212 h 17"/>
                  <a:gd name="T10" fmla="*/ 738 w 48"/>
                  <a:gd name="T11" fmla="*/ 225 h 17"/>
                  <a:gd name="T12" fmla="*/ 750 w 48"/>
                  <a:gd name="T13" fmla="*/ 195 h 17"/>
                  <a:gd name="T14" fmla="*/ 645 w 48"/>
                  <a:gd name="T15" fmla="*/ 42 h 17"/>
                  <a:gd name="T16" fmla="*/ 458 w 48"/>
                  <a:gd name="T17" fmla="*/ 0 h 17"/>
                  <a:gd name="T18" fmla="*/ 208 w 48"/>
                  <a:gd name="T19" fmla="*/ 62 h 17"/>
                  <a:gd name="T20" fmla="*/ 0 w 48"/>
                  <a:gd name="T21" fmla="*/ 212 h 17"/>
                  <a:gd name="T22" fmla="*/ 20 w 48"/>
                  <a:gd name="T23" fmla="*/ 257 h 17"/>
                  <a:gd name="T24" fmla="*/ 50 w 48"/>
                  <a:gd name="T25" fmla="*/ 245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17">
                    <a:moveTo>
                      <a:pt x="3" y="16"/>
                    </a:moveTo>
                    <a:cubicBezTo>
                      <a:pt x="6" y="13"/>
                      <a:pt x="10" y="10"/>
                      <a:pt x="15" y="7"/>
                    </a:cubicBezTo>
                    <a:cubicBezTo>
                      <a:pt x="19" y="5"/>
                      <a:pt x="25" y="4"/>
                      <a:pt x="29" y="4"/>
                    </a:cubicBezTo>
                    <a:cubicBezTo>
                      <a:pt x="33" y="4"/>
                      <a:pt x="36" y="4"/>
                      <a:pt x="38" y="6"/>
                    </a:cubicBezTo>
                    <a:cubicBezTo>
                      <a:pt x="41" y="8"/>
                      <a:pt x="43" y="10"/>
                      <a:pt x="44" y="14"/>
                    </a:cubicBezTo>
                    <a:cubicBezTo>
                      <a:pt x="44" y="15"/>
                      <a:pt x="46" y="16"/>
                      <a:pt x="47" y="15"/>
                    </a:cubicBezTo>
                    <a:cubicBezTo>
                      <a:pt x="48" y="15"/>
                      <a:pt x="48" y="14"/>
                      <a:pt x="48" y="13"/>
                    </a:cubicBezTo>
                    <a:cubicBezTo>
                      <a:pt x="46" y="8"/>
                      <a:pt x="44" y="5"/>
                      <a:pt x="41" y="3"/>
                    </a:cubicBezTo>
                    <a:cubicBezTo>
                      <a:pt x="37" y="0"/>
                      <a:pt x="33" y="0"/>
                      <a:pt x="29" y="0"/>
                    </a:cubicBezTo>
                    <a:cubicBezTo>
                      <a:pt x="24" y="0"/>
                      <a:pt x="18" y="1"/>
                      <a:pt x="13" y="4"/>
                    </a:cubicBezTo>
                    <a:cubicBezTo>
                      <a:pt x="8" y="7"/>
                      <a:pt x="3" y="10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2" y="17"/>
                      <a:pt x="3" y="17"/>
                      <a:pt x="3" y="16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4" name="Freeform 449">
                <a:extLst>
                  <a:ext uri="{FF2B5EF4-FFF2-40B4-BE49-F238E27FC236}">
                    <a16:creationId xmlns:a16="http://schemas.microsoft.com/office/drawing/2014/main" id="{66EDE9B0-75A6-477D-89C3-82DFB4306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788"/>
                <a:ext cx="123" cy="45"/>
              </a:xfrm>
              <a:custGeom>
                <a:avLst/>
                <a:gdLst>
                  <a:gd name="T0" fmla="*/ 20 w 49"/>
                  <a:gd name="T1" fmla="*/ 63 h 18"/>
                  <a:gd name="T2" fmla="*/ 429 w 49"/>
                  <a:gd name="T3" fmla="*/ 283 h 18"/>
                  <a:gd name="T4" fmla="*/ 756 w 49"/>
                  <a:gd name="T5" fmla="*/ 175 h 18"/>
                  <a:gd name="T6" fmla="*/ 756 w 49"/>
                  <a:gd name="T7" fmla="*/ 145 h 18"/>
                  <a:gd name="T8" fmla="*/ 725 w 49"/>
                  <a:gd name="T9" fmla="*/ 125 h 18"/>
                  <a:gd name="T10" fmla="*/ 429 w 49"/>
                  <a:gd name="T11" fmla="*/ 220 h 18"/>
                  <a:gd name="T12" fmla="*/ 63 w 49"/>
                  <a:gd name="T13" fmla="*/ 33 h 18"/>
                  <a:gd name="T14" fmla="*/ 20 w 49"/>
                  <a:gd name="T15" fmla="*/ 20 h 18"/>
                  <a:gd name="T16" fmla="*/ 20 w 49"/>
                  <a:gd name="T17" fmla="*/ 63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18">
                    <a:moveTo>
                      <a:pt x="1" y="4"/>
                    </a:moveTo>
                    <a:cubicBezTo>
                      <a:pt x="8" y="14"/>
                      <a:pt x="17" y="18"/>
                      <a:pt x="27" y="18"/>
                    </a:cubicBezTo>
                    <a:cubicBezTo>
                      <a:pt x="34" y="18"/>
                      <a:pt x="41" y="16"/>
                      <a:pt x="48" y="11"/>
                    </a:cubicBezTo>
                    <a:cubicBezTo>
                      <a:pt x="49" y="11"/>
                      <a:pt x="49" y="10"/>
                      <a:pt x="48" y="9"/>
                    </a:cubicBezTo>
                    <a:cubicBezTo>
                      <a:pt x="48" y="8"/>
                      <a:pt x="46" y="7"/>
                      <a:pt x="46" y="8"/>
                    </a:cubicBezTo>
                    <a:cubicBezTo>
                      <a:pt x="40" y="12"/>
                      <a:pt x="33" y="14"/>
                      <a:pt x="27" y="14"/>
                    </a:cubicBezTo>
                    <a:cubicBezTo>
                      <a:pt x="18" y="14"/>
                      <a:pt x="10" y="10"/>
                      <a:pt x="4" y="2"/>
                    </a:cubicBezTo>
                    <a:cubicBezTo>
                      <a:pt x="4" y="1"/>
                      <a:pt x="2" y="0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5" name="Freeform 450">
                <a:extLst>
                  <a:ext uri="{FF2B5EF4-FFF2-40B4-BE49-F238E27FC236}">
                    <a16:creationId xmlns:a16="http://schemas.microsoft.com/office/drawing/2014/main" id="{E6EE972C-5396-47AA-BF3E-BA50C87BD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580"/>
                <a:ext cx="60" cy="113"/>
              </a:xfrm>
              <a:custGeom>
                <a:avLst/>
                <a:gdLst>
                  <a:gd name="T0" fmla="*/ 20 w 24"/>
                  <a:gd name="T1" fmla="*/ 63 h 45"/>
                  <a:gd name="T2" fmla="*/ 250 w 24"/>
                  <a:gd name="T3" fmla="*/ 284 h 45"/>
                  <a:gd name="T4" fmla="*/ 313 w 24"/>
                  <a:gd name="T5" fmla="*/ 600 h 45"/>
                  <a:gd name="T6" fmla="*/ 313 w 24"/>
                  <a:gd name="T7" fmla="*/ 681 h 45"/>
                  <a:gd name="T8" fmla="*/ 333 w 24"/>
                  <a:gd name="T9" fmla="*/ 713 h 45"/>
                  <a:gd name="T10" fmla="*/ 375 w 24"/>
                  <a:gd name="T11" fmla="*/ 681 h 45"/>
                  <a:gd name="T12" fmla="*/ 375 w 24"/>
                  <a:gd name="T13" fmla="*/ 600 h 45"/>
                  <a:gd name="T14" fmla="*/ 313 w 24"/>
                  <a:gd name="T15" fmla="*/ 251 h 45"/>
                  <a:gd name="T16" fmla="*/ 50 w 24"/>
                  <a:gd name="T17" fmla="*/ 20 h 45"/>
                  <a:gd name="T18" fmla="*/ 0 w 24"/>
                  <a:gd name="T19" fmla="*/ 33 h 45"/>
                  <a:gd name="T20" fmla="*/ 20 w 24"/>
                  <a:gd name="T21" fmla="*/ 63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45">
                    <a:moveTo>
                      <a:pt x="1" y="4"/>
                    </a:moveTo>
                    <a:cubicBezTo>
                      <a:pt x="9" y="9"/>
                      <a:pt x="14" y="13"/>
                      <a:pt x="16" y="18"/>
                    </a:cubicBezTo>
                    <a:cubicBezTo>
                      <a:pt x="19" y="23"/>
                      <a:pt x="20" y="29"/>
                      <a:pt x="20" y="38"/>
                    </a:cubicBezTo>
                    <a:cubicBezTo>
                      <a:pt x="20" y="39"/>
                      <a:pt x="20" y="41"/>
                      <a:pt x="20" y="43"/>
                    </a:cubicBezTo>
                    <a:cubicBezTo>
                      <a:pt x="20" y="44"/>
                      <a:pt x="20" y="45"/>
                      <a:pt x="21" y="45"/>
                    </a:cubicBezTo>
                    <a:cubicBezTo>
                      <a:pt x="23" y="45"/>
                      <a:pt x="24" y="44"/>
                      <a:pt x="24" y="43"/>
                    </a:cubicBezTo>
                    <a:cubicBezTo>
                      <a:pt x="24" y="41"/>
                      <a:pt x="24" y="39"/>
                      <a:pt x="24" y="38"/>
                    </a:cubicBezTo>
                    <a:cubicBezTo>
                      <a:pt x="24" y="28"/>
                      <a:pt x="23" y="22"/>
                      <a:pt x="20" y="16"/>
                    </a:cubicBezTo>
                    <a:cubicBezTo>
                      <a:pt x="17" y="10"/>
                      <a:pt x="11" y="6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6" name="Freeform 451">
                <a:extLst>
                  <a:ext uri="{FF2B5EF4-FFF2-40B4-BE49-F238E27FC236}">
                    <a16:creationId xmlns:a16="http://schemas.microsoft.com/office/drawing/2014/main" id="{2F0EAB0D-BA52-422F-A944-C46D4E9CD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688"/>
                <a:ext cx="80" cy="55"/>
              </a:xfrm>
              <a:custGeom>
                <a:avLst/>
                <a:gdLst>
                  <a:gd name="T0" fmla="*/ 488 w 32"/>
                  <a:gd name="T1" fmla="*/ 33 h 22"/>
                  <a:gd name="T2" fmla="*/ 313 w 32"/>
                  <a:gd name="T3" fmla="*/ 0 h 22"/>
                  <a:gd name="T4" fmla="*/ 95 w 32"/>
                  <a:gd name="T5" fmla="*/ 83 h 22"/>
                  <a:gd name="T6" fmla="*/ 0 w 32"/>
                  <a:gd name="T7" fmla="*/ 300 h 22"/>
                  <a:gd name="T8" fmla="*/ 20 w 32"/>
                  <a:gd name="T9" fmla="*/ 345 h 22"/>
                  <a:gd name="T10" fmla="*/ 63 w 32"/>
                  <a:gd name="T11" fmla="*/ 313 h 22"/>
                  <a:gd name="T12" fmla="*/ 145 w 32"/>
                  <a:gd name="T13" fmla="*/ 125 h 22"/>
                  <a:gd name="T14" fmla="*/ 313 w 32"/>
                  <a:gd name="T15" fmla="*/ 63 h 22"/>
                  <a:gd name="T16" fmla="*/ 458 w 32"/>
                  <a:gd name="T17" fmla="*/ 95 h 22"/>
                  <a:gd name="T18" fmla="*/ 500 w 32"/>
                  <a:gd name="T19" fmla="*/ 83 h 22"/>
                  <a:gd name="T20" fmla="*/ 488 w 32"/>
                  <a:gd name="T21" fmla="*/ 33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22">
                    <a:moveTo>
                      <a:pt x="31" y="2"/>
                    </a:moveTo>
                    <a:cubicBezTo>
                      <a:pt x="27" y="1"/>
                      <a:pt x="23" y="0"/>
                      <a:pt x="20" y="0"/>
                    </a:cubicBezTo>
                    <a:cubicBezTo>
                      <a:pt x="15" y="0"/>
                      <a:pt x="10" y="2"/>
                      <a:pt x="6" y="5"/>
                    </a:cubicBezTo>
                    <a:cubicBezTo>
                      <a:pt x="3" y="9"/>
                      <a:pt x="1" y="13"/>
                      <a:pt x="0" y="19"/>
                    </a:cubicBezTo>
                    <a:cubicBezTo>
                      <a:pt x="0" y="20"/>
                      <a:pt x="0" y="22"/>
                      <a:pt x="1" y="22"/>
                    </a:cubicBezTo>
                    <a:cubicBezTo>
                      <a:pt x="2" y="22"/>
                      <a:pt x="4" y="21"/>
                      <a:pt x="4" y="20"/>
                    </a:cubicBezTo>
                    <a:cubicBezTo>
                      <a:pt x="5" y="15"/>
                      <a:pt x="7" y="11"/>
                      <a:pt x="9" y="8"/>
                    </a:cubicBezTo>
                    <a:cubicBezTo>
                      <a:pt x="12" y="5"/>
                      <a:pt x="16" y="4"/>
                      <a:pt x="20" y="4"/>
                    </a:cubicBezTo>
                    <a:cubicBezTo>
                      <a:pt x="23" y="4"/>
                      <a:pt x="26" y="4"/>
                      <a:pt x="29" y="6"/>
                    </a:cubicBezTo>
                    <a:cubicBezTo>
                      <a:pt x="30" y="6"/>
                      <a:pt x="31" y="6"/>
                      <a:pt x="32" y="5"/>
                    </a:cubicBezTo>
                    <a:cubicBezTo>
                      <a:pt x="32" y="3"/>
                      <a:pt x="32" y="2"/>
                      <a:pt x="31" y="2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7" name="Freeform 452">
                <a:extLst>
                  <a:ext uri="{FF2B5EF4-FFF2-40B4-BE49-F238E27FC236}">
                    <a16:creationId xmlns:a16="http://schemas.microsoft.com/office/drawing/2014/main" id="{B04F6FE7-AC1C-466F-B023-44981EFF0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578"/>
                <a:ext cx="112" cy="45"/>
              </a:xfrm>
              <a:custGeom>
                <a:avLst/>
                <a:gdLst>
                  <a:gd name="T0" fmla="*/ 682 w 45"/>
                  <a:gd name="T1" fmla="*/ 220 h 18"/>
                  <a:gd name="T2" fmla="*/ 446 w 45"/>
                  <a:gd name="T3" fmla="*/ 63 h 18"/>
                  <a:gd name="T4" fmla="*/ 199 w 45"/>
                  <a:gd name="T5" fmla="*/ 0 h 18"/>
                  <a:gd name="T6" fmla="*/ 12 w 45"/>
                  <a:gd name="T7" fmla="*/ 33 h 18"/>
                  <a:gd name="T8" fmla="*/ 0 w 45"/>
                  <a:gd name="T9" fmla="*/ 63 h 18"/>
                  <a:gd name="T10" fmla="*/ 42 w 45"/>
                  <a:gd name="T11" fmla="*/ 95 h 18"/>
                  <a:gd name="T12" fmla="*/ 199 w 45"/>
                  <a:gd name="T13" fmla="*/ 63 h 18"/>
                  <a:gd name="T14" fmla="*/ 416 w 45"/>
                  <a:gd name="T15" fmla="*/ 125 h 18"/>
                  <a:gd name="T16" fmla="*/ 632 w 45"/>
                  <a:gd name="T17" fmla="*/ 283 h 18"/>
                  <a:gd name="T18" fmla="*/ 682 w 45"/>
                  <a:gd name="T19" fmla="*/ 270 h 18"/>
                  <a:gd name="T20" fmla="*/ 682 w 45"/>
                  <a:gd name="T21" fmla="*/ 22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18">
                    <a:moveTo>
                      <a:pt x="44" y="14"/>
                    </a:moveTo>
                    <a:cubicBezTo>
                      <a:pt x="39" y="11"/>
                      <a:pt x="34" y="7"/>
                      <a:pt x="29" y="4"/>
                    </a:cubicBezTo>
                    <a:cubicBezTo>
                      <a:pt x="24" y="1"/>
                      <a:pt x="19" y="0"/>
                      <a:pt x="13" y="0"/>
                    </a:cubicBezTo>
                    <a:cubicBezTo>
                      <a:pt x="9" y="0"/>
                      <a:pt x="5" y="0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6" y="4"/>
                      <a:pt x="10" y="4"/>
                      <a:pt x="13" y="4"/>
                    </a:cubicBezTo>
                    <a:cubicBezTo>
                      <a:pt x="18" y="4"/>
                      <a:pt x="23" y="5"/>
                      <a:pt x="27" y="8"/>
                    </a:cubicBezTo>
                    <a:cubicBezTo>
                      <a:pt x="32" y="10"/>
                      <a:pt x="37" y="14"/>
                      <a:pt x="41" y="18"/>
                    </a:cubicBezTo>
                    <a:cubicBezTo>
                      <a:pt x="42" y="18"/>
                      <a:pt x="43" y="18"/>
                      <a:pt x="44" y="17"/>
                    </a:cubicBezTo>
                    <a:cubicBezTo>
                      <a:pt x="45" y="16"/>
                      <a:pt x="45" y="15"/>
                      <a:pt x="44" y="1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8" name="Freeform 453">
                <a:extLst>
                  <a:ext uri="{FF2B5EF4-FFF2-40B4-BE49-F238E27FC236}">
                    <a16:creationId xmlns:a16="http://schemas.microsoft.com/office/drawing/2014/main" id="{549F675B-5119-4665-974C-64FF11927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593"/>
                <a:ext cx="132" cy="45"/>
              </a:xfrm>
              <a:custGeom>
                <a:avLst/>
                <a:gdLst>
                  <a:gd name="T0" fmla="*/ 75 w 53"/>
                  <a:gd name="T1" fmla="*/ 250 h 18"/>
                  <a:gd name="T2" fmla="*/ 249 w 53"/>
                  <a:gd name="T3" fmla="*/ 113 h 18"/>
                  <a:gd name="T4" fmla="*/ 508 w 53"/>
                  <a:gd name="T5" fmla="*/ 63 h 18"/>
                  <a:gd name="T6" fmla="*/ 757 w 53"/>
                  <a:gd name="T7" fmla="*/ 125 h 18"/>
                  <a:gd name="T8" fmla="*/ 807 w 53"/>
                  <a:gd name="T9" fmla="*/ 125 h 18"/>
                  <a:gd name="T10" fmla="*/ 807 w 53"/>
                  <a:gd name="T11" fmla="*/ 83 h 18"/>
                  <a:gd name="T12" fmla="*/ 508 w 53"/>
                  <a:gd name="T13" fmla="*/ 0 h 18"/>
                  <a:gd name="T14" fmla="*/ 229 w 53"/>
                  <a:gd name="T15" fmla="*/ 50 h 18"/>
                  <a:gd name="T16" fmla="*/ 12 w 53"/>
                  <a:gd name="T17" fmla="*/ 220 h 18"/>
                  <a:gd name="T18" fmla="*/ 30 w 53"/>
                  <a:gd name="T19" fmla="*/ 270 h 18"/>
                  <a:gd name="T20" fmla="*/ 75 w 53"/>
                  <a:gd name="T21" fmla="*/ 25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8">
                    <a:moveTo>
                      <a:pt x="5" y="16"/>
                    </a:moveTo>
                    <a:cubicBezTo>
                      <a:pt x="7" y="12"/>
                      <a:pt x="11" y="9"/>
                      <a:pt x="16" y="7"/>
                    </a:cubicBezTo>
                    <a:cubicBezTo>
                      <a:pt x="21" y="5"/>
                      <a:pt x="27" y="4"/>
                      <a:pt x="33" y="4"/>
                    </a:cubicBezTo>
                    <a:cubicBezTo>
                      <a:pt x="40" y="4"/>
                      <a:pt x="46" y="5"/>
                      <a:pt x="49" y="8"/>
                    </a:cubicBezTo>
                    <a:cubicBezTo>
                      <a:pt x="50" y="9"/>
                      <a:pt x="51" y="9"/>
                      <a:pt x="52" y="8"/>
                    </a:cubicBezTo>
                    <a:cubicBezTo>
                      <a:pt x="53" y="7"/>
                      <a:pt x="53" y="6"/>
                      <a:pt x="52" y="5"/>
                    </a:cubicBezTo>
                    <a:cubicBezTo>
                      <a:pt x="47" y="1"/>
                      <a:pt x="40" y="0"/>
                      <a:pt x="33" y="0"/>
                    </a:cubicBezTo>
                    <a:cubicBezTo>
                      <a:pt x="27" y="0"/>
                      <a:pt x="20" y="1"/>
                      <a:pt x="15" y="3"/>
                    </a:cubicBezTo>
                    <a:cubicBezTo>
                      <a:pt x="9" y="6"/>
                      <a:pt x="4" y="9"/>
                      <a:pt x="1" y="14"/>
                    </a:cubicBezTo>
                    <a:cubicBezTo>
                      <a:pt x="0" y="15"/>
                      <a:pt x="1" y="17"/>
                      <a:pt x="2" y="17"/>
                    </a:cubicBezTo>
                    <a:cubicBezTo>
                      <a:pt x="3" y="18"/>
                      <a:pt x="4" y="17"/>
                      <a:pt x="5" y="16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9" name="Freeform 454">
                <a:extLst>
                  <a:ext uri="{FF2B5EF4-FFF2-40B4-BE49-F238E27FC236}">
                    <a16:creationId xmlns:a16="http://schemas.microsoft.com/office/drawing/2014/main" id="{64CA1760-EEAC-4571-90A6-138C42362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3528"/>
                <a:ext cx="120" cy="110"/>
              </a:xfrm>
              <a:custGeom>
                <a:avLst/>
                <a:gdLst>
                  <a:gd name="T0" fmla="*/ 50 w 48"/>
                  <a:gd name="T1" fmla="*/ 145 h 44"/>
                  <a:gd name="T2" fmla="*/ 270 w 48"/>
                  <a:gd name="T3" fmla="*/ 63 h 44"/>
                  <a:gd name="T4" fmla="*/ 563 w 48"/>
                  <a:gd name="T5" fmla="*/ 238 h 44"/>
                  <a:gd name="T6" fmla="*/ 688 w 48"/>
                  <a:gd name="T7" fmla="*/ 625 h 44"/>
                  <a:gd name="T8" fmla="*/ 688 w 48"/>
                  <a:gd name="T9" fmla="*/ 658 h 44"/>
                  <a:gd name="T10" fmla="*/ 720 w 48"/>
                  <a:gd name="T11" fmla="*/ 688 h 44"/>
                  <a:gd name="T12" fmla="*/ 750 w 48"/>
                  <a:gd name="T13" fmla="*/ 658 h 44"/>
                  <a:gd name="T14" fmla="*/ 750 w 48"/>
                  <a:gd name="T15" fmla="*/ 625 h 44"/>
                  <a:gd name="T16" fmla="*/ 625 w 48"/>
                  <a:gd name="T17" fmla="*/ 208 h 44"/>
                  <a:gd name="T18" fmla="*/ 270 w 48"/>
                  <a:gd name="T19" fmla="*/ 0 h 44"/>
                  <a:gd name="T20" fmla="*/ 20 w 48"/>
                  <a:gd name="T21" fmla="*/ 83 h 44"/>
                  <a:gd name="T22" fmla="*/ 0 w 48"/>
                  <a:gd name="T23" fmla="*/ 125 h 44"/>
                  <a:gd name="T24" fmla="*/ 50 w 48"/>
                  <a:gd name="T25" fmla="*/ 145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44">
                    <a:moveTo>
                      <a:pt x="3" y="9"/>
                    </a:moveTo>
                    <a:cubicBezTo>
                      <a:pt x="8" y="5"/>
                      <a:pt x="13" y="4"/>
                      <a:pt x="17" y="4"/>
                    </a:cubicBezTo>
                    <a:cubicBezTo>
                      <a:pt x="24" y="4"/>
                      <a:pt x="31" y="8"/>
                      <a:pt x="36" y="15"/>
                    </a:cubicBezTo>
                    <a:cubicBezTo>
                      <a:pt x="41" y="22"/>
                      <a:pt x="44" y="32"/>
                      <a:pt x="44" y="40"/>
                    </a:cubicBezTo>
                    <a:cubicBezTo>
                      <a:pt x="44" y="41"/>
                      <a:pt x="44" y="41"/>
                      <a:pt x="44" y="42"/>
                    </a:cubicBezTo>
                    <a:cubicBezTo>
                      <a:pt x="44" y="43"/>
                      <a:pt x="45" y="44"/>
                      <a:pt x="46" y="44"/>
                    </a:cubicBezTo>
                    <a:cubicBezTo>
                      <a:pt x="47" y="44"/>
                      <a:pt x="48" y="43"/>
                      <a:pt x="48" y="42"/>
                    </a:cubicBezTo>
                    <a:cubicBezTo>
                      <a:pt x="48" y="42"/>
                      <a:pt x="48" y="41"/>
                      <a:pt x="48" y="40"/>
                    </a:cubicBezTo>
                    <a:cubicBezTo>
                      <a:pt x="48" y="31"/>
                      <a:pt x="45" y="21"/>
                      <a:pt x="40" y="13"/>
                    </a:cubicBezTo>
                    <a:cubicBezTo>
                      <a:pt x="34" y="5"/>
                      <a:pt x="26" y="0"/>
                      <a:pt x="17" y="0"/>
                    </a:cubicBezTo>
                    <a:cubicBezTo>
                      <a:pt x="12" y="0"/>
                      <a:pt x="6" y="1"/>
                      <a:pt x="1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9"/>
                      <a:pt x="2" y="9"/>
                      <a:pt x="3" y="9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0" name="Freeform 455">
                <a:extLst>
                  <a:ext uri="{FF2B5EF4-FFF2-40B4-BE49-F238E27FC236}">
                    <a16:creationId xmlns:a16="http://schemas.microsoft.com/office/drawing/2014/main" id="{5E83F392-788B-4890-8416-E851056A9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3580"/>
                <a:ext cx="45" cy="116"/>
              </a:xfrm>
              <a:custGeom>
                <a:avLst/>
                <a:gdLst>
                  <a:gd name="T0" fmla="*/ 238 w 18"/>
                  <a:gd name="T1" fmla="*/ 0 h 46"/>
                  <a:gd name="T2" fmla="*/ 50 w 18"/>
                  <a:gd name="T3" fmla="*/ 159 h 46"/>
                  <a:gd name="T4" fmla="*/ 0 w 18"/>
                  <a:gd name="T5" fmla="*/ 401 h 46"/>
                  <a:gd name="T6" fmla="*/ 83 w 18"/>
                  <a:gd name="T7" fmla="*/ 719 h 46"/>
                  <a:gd name="T8" fmla="*/ 125 w 18"/>
                  <a:gd name="T9" fmla="*/ 739 h 46"/>
                  <a:gd name="T10" fmla="*/ 125 w 18"/>
                  <a:gd name="T11" fmla="*/ 686 h 46"/>
                  <a:gd name="T12" fmla="*/ 63 w 18"/>
                  <a:gd name="T13" fmla="*/ 401 h 46"/>
                  <a:gd name="T14" fmla="*/ 113 w 18"/>
                  <a:gd name="T15" fmla="*/ 179 h 46"/>
                  <a:gd name="T16" fmla="*/ 250 w 18"/>
                  <a:gd name="T17" fmla="*/ 63 h 46"/>
                  <a:gd name="T18" fmla="*/ 283 w 18"/>
                  <a:gd name="T19" fmla="*/ 20 h 46"/>
                  <a:gd name="T20" fmla="*/ 238 w 18"/>
                  <a:gd name="T21" fmla="*/ 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46">
                    <a:moveTo>
                      <a:pt x="15" y="0"/>
                    </a:moveTo>
                    <a:cubicBezTo>
                      <a:pt x="10" y="1"/>
                      <a:pt x="6" y="5"/>
                      <a:pt x="3" y="10"/>
                    </a:cubicBezTo>
                    <a:cubicBezTo>
                      <a:pt x="1" y="14"/>
                      <a:pt x="0" y="20"/>
                      <a:pt x="0" y="25"/>
                    </a:cubicBezTo>
                    <a:cubicBezTo>
                      <a:pt x="0" y="33"/>
                      <a:pt x="2" y="40"/>
                      <a:pt x="5" y="45"/>
                    </a:cubicBezTo>
                    <a:cubicBezTo>
                      <a:pt x="6" y="46"/>
                      <a:pt x="7" y="46"/>
                      <a:pt x="8" y="46"/>
                    </a:cubicBezTo>
                    <a:cubicBezTo>
                      <a:pt x="9" y="45"/>
                      <a:pt x="9" y="44"/>
                      <a:pt x="8" y="43"/>
                    </a:cubicBezTo>
                    <a:cubicBezTo>
                      <a:pt x="5" y="39"/>
                      <a:pt x="4" y="32"/>
                      <a:pt x="4" y="25"/>
                    </a:cubicBezTo>
                    <a:cubicBezTo>
                      <a:pt x="4" y="20"/>
                      <a:pt x="5" y="15"/>
                      <a:pt x="7" y="11"/>
                    </a:cubicBezTo>
                    <a:cubicBezTo>
                      <a:pt x="9" y="8"/>
                      <a:pt x="12" y="5"/>
                      <a:pt x="16" y="4"/>
                    </a:cubicBezTo>
                    <a:cubicBezTo>
                      <a:pt x="17" y="3"/>
                      <a:pt x="18" y="2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1" name="Freeform 456">
                <a:extLst>
                  <a:ext uri="{FF2B5EF4-FFF2-40B4-BE49-F238E27FC236}">
                    <a16:creationId xmlns:a16="http://schemas.microsoft.com/office/drawing/2014/main" id="{7309D485-3AD7-4E8A-8441-4B3472ADA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570"/>
                <a:ext cx="85" cy="113"/>
              </a:xfrm>
              <a:custGeom>
                <a:avLst/>
                <a:gdLst>
                  <a:gd name="T0" fmla="*/ 50 w 34"/>
                  <a:gd name="T1" fmla="*/ 63 h 45"/>
                  <a:gd name="T2" fmla="*/ 83 w 34"/>
                  <a:gd name="T3" fmla="*/ 63 h 45"/>
                  <a:gd name="T4" fmla="*/ 250 w 34"/>
                  <a:gd name="T5" fmla="*/ 113 h 45"/>
                  <a:gd name="T6" fmla="*/ 425 w 34"/>
                  <a:gd name="T7" fmla="*/ 334 h 45"/>
                  <a:gd name="T8" fmla="*/ 470 w 34"/>
                  <a:gd name="T9" fmla="*/ 630 h 45"/>
                  <a:gd name="T10" fmla="*/ 470 w 34"/>
                  <a:gd name="T11" fmla="*/ 681 h 45"/>
                  <a:gd name="T12" fmla="*/ 500 w 34"/>
                  <a:gd name="T13" fmla="*/ 713 h 45"/>
                  <a:gd name="T14" fmla="*/ 533 w 34"/>
                  <a:gd name="T15" fmla="*/ 681 h 45"/>
                  <a:gd name="T16" fmla="*/ 533 w 34"/>
                  <a:gd name="T17" fmla="*/ 630 h 45"/>
                  <a:gd name="T18" fmla="*/ 438 w 34"/>
                  <a:gd name="T19" fmla="*/ 221 h 45"/>
                  <a:gd name="T20" fmla="*/ 300 w 34"/>
                  <a:gd name="T21" fmla="*/ 63 h 45"/>
                  <a:gd name="T22" fmla="*/ 83 w 34"/>
                  <a:gd name="T23" fmla="*/ 0 h 45"/>
                  <a:gd name="T24" fmla="*/ 33 w 34"/>
                  <a:gd name="T25" fmla="*/ 0 h 45"/>
                  <a:gd name="T26" fmla="*/ 0 w 34"/>
                  <a:gd name="T27" fmla="*/ 33 h 45"/>
                  <a:gd name="T28" fmla="*/ 50 w 34"/>
                  <a:gd name="T29" fmla="*/ 63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" h="45">
                    <a:moveTo>
                      <a:pt x="3" y="4"/>
                    </a:moveTo>
                    <a:cubicBezTo>
                      <a:pt x="3" y="4"/>
                      <a:pt x="4" y="4"/>
                      <a:pt x="5" y="4"/>
                    </a:cubicBezTo>
                    <a:cubicBezTo>
                      <a:pt x="10" y="4"/>
                      <a:pt x="13" y="5"/>
                      <a:pt x="16" y="7"/>
                    </a:cubicBezTo>
                    <a:cubicBezTo>
                      <a:pt x="21" y="10"/>
                      <a:pt x="25" y="15"/>
                      <a:pt x="27" y="21"/>
                    </a:cubicBezTo>
                    <a:cubicBezTo>
                      <a:pt x="29" y="27"/>
                      <a:pt x="30" y="34"/>
                      <a:pt x="30" y="40"/>
                    </a:cubicBezTo>
                    <a:cubicBezTo>
                      <a:pt x="30" y="41"/>
                      <a:pt x="30" y="42"/>
                      <a:pt x="30" y="43"/>
                    </a:cubicBezTo>
                    <a:cubicBezTo>
                      <a:pt x="30" y="44"/>
                      <a:pt x="31" y="45"/>
                      <a:pt x="32" y="45"/>
                    </a:cubicBezTo>
                    <a:cubicBezTo>
                      <a:pt x="33" y="45"/>
                      <a:pt x="34" y="44"/>
                      <a:pt x="34" y="43"/>
                    </a:cubicBezTo>
                    <a:cubicBezTo>
                      <a:pt x="34" y="42"/>
                      <a:pt x="34" y="41"/>
                      <a:pt x="34" y="40"/>
                    </a:cubicBezTo>
                    <a:cubicBezTo>
                      <a:pt x="34" y="31"/>
                      <a:pt x="32" y="21"/>
                      <a:pt x="28" y="14"/>
                    </a:cubicBezTo>
                    <a:cubicBezTo>
                      <a:pt x="25" y="10"/>
                      <a:pt x="22" y="6"/>
                      <a:pt x="19" y="4"/>
                    </a:cubicBezTo>
                    <a:cubicBezTo>
                      <a:pt x="15" y="2"/>
                      <a:pt x="10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1" y="4"/>
                      <a:pt x="3" y="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2" name="Freeform 457">
                <a:extLst>
                  <a:ext uri="{FF2B5EF4-FFF2-40B4-BE49-F238E27FC236}">
                    <a16:creationId xmlns:a16="http://schemas.microsoft.com/office/drawing/2014/main" id="{33852FDF-C1F3-4191-A535-56B15134E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651"/>
                <a:ext cx="112" cy="65"/>
              </a:xfrm>
              <a:custGeom>
                <a:avLst/>
                <a:gdLst>
                  <a:gd name="T0" fmla="*/ 0 w 45"/>
                  <a:gd name="T1" fmla="*/ 33 h 26"/>
                  <a:gd name="T2" fmla="*/ 167 w 45"/>
                  <a:gd name="T3" fmla="*/ 313 h 26"/>
                  <a:gd name="T4" fmla="*/ 478 w 45"/>
                  <a:gd name="T5" fmla="*/ 408 h 26"/>
                  <a:gd name="T6" fmla="*/ 662 w 45"/>
                  <a:gd name="T7" fmla="*/ 363 h 26"/>
                  <a:gd name="T8" fmla="*/ 694 w 45"/>
                  <a:gd name="T9" fmla="*/ 333 h 26"/>
                  <a:gd name="T10" fmla="*/ 650 w 45"/>
                  <a:gd name="T11" fmla="*/ 313 h 26"/>
                  <a:gd name="T12" fmla="*/ 478 w 45"/>
                  <a:gd name="T13" fmla="*/ 345 h 26"/>
                  <a:gd name="T14" fmla="*/ 217 w 45"/>
                  <a:gd name="T15" fmla="*/ 250 h 26"/>
                  <a:gd name="T16" fmla="*/ 62 w 45"/>
                  <a:gd name="T17" fmla="*/ 33 h 26"/>
                  <a:gd name="T18" fmla="*/ 30 w 45"/>
                  <a:gd name="T19" fmla="*/ 0 h 26"/>
                  <a:gd name="T20" fmla="*/ 0 w 45"/>
                  <a:gd name="T21" fmla="*/ 33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26">
                    <a:moveTo>
                      <a:pt x="0" y="2"/>
                    </a:moveTo>
                    <a:cubicBezTo>
                      <a:pt x="2" y="10"/>
                      <a:pt x="6" y="16"/>
                      <a:pt x="11" y="20"/>
                    </a:cubicBezTo>
                    <a:cubicBezTo>
                      <a:pt x="17" y="24"/>
                      <a:pt x="24" y="26"/>
                      <a:pt x="31" y="26"/>
                    </a:cubicBezTo>
                    <a:cubicBezTo>
                      <a:pt x="35" y="26"/>
                      <a:pt x="39" y="25"/>
                      <a:pt x="43" y="23"/>
                    </a:cubicBezTo>
                    <a:cubicBezTo>
                      <a:pt x="44" y="23"/>
                      <a:pt x="45" y="22"/>
                      <a:pt x="45" y="21"/>
                    </a:cubicBezTo>
                    <a:cubicBezTo>
                      <a:pt x="44" y="20"/>
                      <a:pt x="43" y="19"/>
                      <a:pt x="42" y="20"/>
                    </a:cubicBezTo>
                    <a:cubicBezTo>
                      <a:pt x="38" y="21"/>
                      <a:pt x="34" y="22"/>
                      <a:pt x="31" y="22"/>
                    </a:cubicBezTo>
                    <a:cubicBezTo>
                      <a:pt x="24" y="22"/>
                      <a:pt x="19" y="20"/>
                      <a:pt x="14" y="16"/>
                    </a:cubicBezTo>
                    <a:cubicBezTo>
                      <a:pt x="9" y="13"/>
                      <a:pt x="6" y="8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3" name="Freeform 458">
                <a:extLst>
                  <a:ext uri="{FF2B5EF4-FFF2-40B4-BE49-F238E27FC236}">
                    <a16:creationId xmlns:a16="http://schemas.microsoft.com/office/drawing/2014/main" id="{84BD694C-D483-4169-8975-8C7CD0283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3578"/>
                <a:ext cx="95" cy="42"/>
              </a:xfrm>
              <a:custGeom>
                <a:avLst/>
                <a:gdLst>
                  <a:gd name="T0" fmla="*/ 63 w 38"/>
                  <a:gd name="T1" fmla="*/ 245 h 17"/>
                  <a:gd name="T2" fmla="*/ 208 w 38"/>
                  <a:gd name="T3" fmla="*/ 121 h 17"/>
                  <a:gd name="T4" fmla="*/ 408 w 38"/>
                  <a:gd name="T5" fmla="*/ 62 h 17"/>
                  <a:gd name="T6" fmla="*/ 488 w 38"/>
                  <a:gd name="T7" fmla="*/ 91 h 17"/>
                  <a:gd name="T8" fmla="*/ 533 w 38"/>
                  <a:gd name="T9" fmla="*/ 133 h 17"/>
                  <a:gd name="T10" fmla="*/ 563 w 38"/>
                  <a:gd name="T11" fmla="*/ 153 h 17"/>
                  <a:gd name="T12" fmla="*/ 583 w 38"/>
                  <a:gd name="T13" fmla="*/ 104 h 17"/>
                  <a:gd name="T14" fmla="*/ 500 w 38"/>
                  <a:gd name="T15" fmla="*/ 30 h 17"/>
                  <a:gd name="T16" fmla="*/ 408 w 38"/>
                  <a:gd name="T17" fmla="*/ 0 h 17"/>
                  <a:gd name="T18" fmla="*/ 175 w 38"/>
                  <a:gd name="T19" fmla="*/ 74 h 17"/>
                  <a:gd name="T20" fmla="*/ 0 w 38"/>
                  <a:gd name="T21" fmla="*/ 212 h 17"/>
                  <a:gd name="T22" fmla="*/ 20 w 38"/>
                  <a:gd name="T23" fmla="*/ 257 h 17"/>
                  <a:gd name="T24" fmla="*/ 63 w 38"/>
                  <a:gd name="T25" fmla="*/ 245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17">
                    <a:moveTo>
                      <a:pt x="4" y="16"/>
                    </a:moveTo>
                    <a:cubicBezTo>
                      <a:pt x="5" y="14"/>
                      <a:pt x="9" y="10"/>
                      <a:pt x="13" y="8"/>
                    </a:cubicBezTo>
                    <a:cubicBezTo>
                      <a:pt x="17" y="6"/>
                      <a:pt x="22" y="4"/>
                      <a:pt x="26" y="4"/>
                    </a:cubicBezTo>
                    <a:cubicBezTo>
                      <a:pt x="28" y="4"/>
                      <a:pt x="29" y="5"/>
                      <a:pt x="31" y="6"/>
                    </a:cubicBezTo>
                    <a:cubicBezTo>
                      <a:pt x="32" y="6"/>
                      <a:pt x="33" y="7"/>
                      <a:pt x="34" y="9"/>
                    </a:cubicBezTo>
                    <a:cubicBezTo>
                      <a:pt x="34" y="10"/>
                      <a:pt x="35" y="10"/>
                      <a:pt x="36" y="10"/>
                    </a:cubicBezTo>
                    <a:cubicBezTo>
                      <a:pt x="37" y="9"/>
                      <a:pt x="38" y="8"/>
                      <a:pt x="37" y="7"/>
                    </a:cubicBezTo>
                    <a:cubicBezTo>
                      <a:pt x="36" y="5"/>
                      <a:pt x="35" y="3"/>
                      <a:pt x="32" y="2"/>
                    </a:cubicBezTo>
                    <a:cubicBezTo>
                      <a:pt x="30" y="1"/>
                      <a:pt x="28" y="0"/>
                      <a:pt x="26" y="0"/>
                    </a:cubicBezTo>
                    <a:cubicBezTo>
                      <a:pt x="21" y="0"/>
                      <a:pt x="16" y="2"/>
                      <a:pt x="11" y="5"/>
                    </a:cubicBezTo>
                    <a:cubicBezTo>
                      <a:pt x="7" y="7"/>
                      <a:pt x="3" y="11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2" y="17"/>
                      <a:pt x="3" y="17"/>
                      <a:pt x="4" y="16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4" name="Freeform 459">
                <a:extLst>
                  <a:ext uri="{FF2B5EF4-FFF2-40B4-BE49-F238E27FC236}">
                    <a16:creationId xmlns:a16="http://schemas.microsoft.com/office/drawing/2014/main" id="{96236099-2B12-444D-8A7E-C0057EF8D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580"/>
                <a:ext cx="107" cy="58"/>
              </a:xfrm>
              <a:custGeom>
                <a:avLst/>
                <a:gdLst>
                  <a:gd name="T0" fmla="*/ 662 w 43"/>
                  <a:gd name="T1" fmla="*/ 338 h 23"/>
                  <a:gd name="T2" fmla="*/ 495 w 43"/>
                  <a:gd name="T3" fmla="*/ 83 h 23"/>
                  <a:gd name="T4" fmla="*/ 229 w 43"/>
                  <a:gd name="T5" fmla="*/ 0 h 23"/>
                  <a:gd name="T6" fmla="*/ 12 w 43"/>
                  <a:gd name="T7" fmla="*/ 63 h 23"/>
                  <a:gd name="T8" fmla="*/ 0 w 43"/>
                  <a:gd name="T9" fmla="*/ 96 h 23"/>
                  <a:gd name="T10" fmla="*/ 42 w 43"/>
                  <a:gd name="T11" fmla="*/ 113 h 23"/>
                  <a:gd name="T12" fmla="*/ 229 w 43"/>
                  <a:gd name="T13" fmla="*/ 63 h 23"/>
                  <a:gd name="T14" fmla="*/ 465 w 43"/>
                  <a:gd name="T15" fmla="*/ 146 h 23"/>
                  <a:gd name="T16" fmla="*/ 600 w 43"/>
                  <a:gd name="T17" fmla="*/ 351 h 23"/>
                  <a:gd name="T18" fmla="*/ 632 w 43"/>
                  <a:gd name="T19" fmla="*/ 368 h 23"/>
                  <a:gd name="T20" fmla="*/ 662 w 43"/>
                  <a:gd name="T21" fmla="*/ 338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23">
                    <a:moveTo>
                      <a:pt x="43" y="21"/>
                    </a:moveTo>
                    <a:cubicBezTo>
                      <a:pt x="41" y="14"/>
                      <a:pt x="37" y="9"/>
                      <a:pt x="32" y="5"/>
                    </a:cubicBezTo>
                    <a:cubicBezTo>
                      <a:pt x="27" y="2"/>
                      <a:pt x="21" y="0"/>
                      <a:pt x="15" y="0"/>
                    </a:cubicBezTo>
                    <a:cubicBezTo>
                      <a:pt x="10" y="0"/>
                      <a:pt x="5" y="1"/>
                      <a:pt x="1" y="4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1" y="7"/>
                      <a:pt x="2" y="8"/>
                      <a:pt x="3" y="7"/>
                    </a:cubicBezTo>
                    <a:cubicBezTo>
                      <a:pt x="7" y="5"/>
                      <a:pt x="11" y="4"/>
                      <a:pt x="15" y="4"/>
                    </a:cubicBezTo>
                    <a:cubicBezTo>
                      <a:pt x="21" y="4"/>
                      <a:pt x="26" y="6"/>
                      <a:pt x="30" y="9"/>
                    </a:cubicBezTo>
                    <a:cubicBezTo>
                      <a:pt x="34" y="12"/>
                      <a:pt x="37" y="16"/>
                      <a:pt x="39" y="22"/>
                    </a:cubicBezTo>
                    <a:cubicBezTo>
                      <a:pt x="39" y="23"/>
                      <a:pt x="40" y="23"/>
                      <a:pt x="41" y="23"/>
                    </a:cubicBezTo>
                    <a:cubicBezTo>
                      <a:pt x="42" y="23"/>
                      <a:pt x="43" y="22"/>
                      <a:pt x="43" y="21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5" name="Freeform 460">
                <a:extLst>
                  <a:ext uri="{FF2B5EF4-FFF2-40B4-BE49-F238E27FC236}">
                    <a16:creationId xmlns:a16="http://schemas.microsoft.com/office/drawing/2014/main" id="{3AC64864-F689-437A-B552-7994492A7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3515"/>
                <a:ext cx="50" cy="35"/>
              </a:xfrm>
              <a:custGeom>
                <a:avLst/>
                <a:gdLst>
                  <a:gd name="T0" fmla="*/ 63 w 20"/>
                  <a:gd name="T1" fmla="*/ 188 h 14"/>
                  <a:gd name="T2" fmla="*/ 63 w 20"/>
                  <a:gd name="T3" fmla="*/ 188 h 14"/>
                  <a:gd name="T4" fmla="*/ 83 w 20"/>
                  <a:gd name="T5" fmla="*/ 158 h 14"/>
                  <a:gd name="T6" fmla="*/ 125 w 20"/>
                  <a:gd name="T7" fmla="*/ 83 h 14"/>
                  <a:gd name="T8" fmla="*/ 208 w 20"/>
                  <a:gd name="T9" fmla="*/ 63 h 14"/>
                  <a:gd name="T10" fmla="*/ 270 w 20"/>
                  <a:gd name="T11" fmla="*/ 83 h 14"/>
                  <a:gd name="T12" fmla="*/ 300 w 20"/>
                  <a:gd name="T13" fmla="*/ 63 h 14"/>
                  <a:gd name="T14" fmla="*/ 300 w 20"/>
                  <a:gd name="T15" fmla="*/ 20 h 14"/>
                  <a:gd name="T16" fmla="*/ 208 w 20"/>
                  <a:gd name="T17" fmla="*/ 0 h 14"/>
                  <a:gd name="T18" fmla="*/ 63 w 20"/>
                  <a:gd name="T19" fmla="*/ 63 h 14"/>
                  <a:gd name="T20" fmla="*/ 20 w 20"/>
                  <a:gd name="T21" fmla="*/ 125 h 14"/>
                  <a:gd name="T22" fmla="*/ 0 w 20"/>
                  <a:gd name="T23" fmla="*/ 188 h 14"/>
                  <a:gd name="T24" fmla="*/ 0 w 20"/>
                  <a:gd name="T25" fmla="*/ 188 h 14"/>
                  <a:gd name="T26" fmla="*/ 33 w 20"/>
                  <a:gd name="T27" fmla="*/ 220 h 14"/>
                  <a:gd name="T28" fmla="*/ 63 w 20"/>
                  <a:gd name="T29" fmla="*/ 188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" h="14">
                    <a:moveTo>
                      <a:pt x="4" y="12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5" y="10"/>
                    </a:cubicBezTo>
                    <a:cubicBezTo>
                      <a:pt x="5" y="8"/>
                      <a:pt x="7" y="7"/>
                      <a:pt x="8" y="5"/>
                    </a:cubicBezTo>
                    <a:cubicBezTo>
                      <a:pt x="10" y="4"/>
                      <a:pt x="11" y="4"/>
                      <a:pt x="13" y="4"/>
                    </a:cubicBezTo>
                    <a:cubicBezTo>
                      <a:pt x="14" y="4"/>
                      <a:pt x="15" y="4"/>
                      <a:pt x="17" y="5"/>
                    </a:cubicBezTo>
                    <a:cubicBezTo>
                      <a:pt x="18" y="5"/>
                      <a:pt x="19" y="5"/>
                      <a:pt x="19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7" y="0"/>
                      <a:pt x="15" y="0"/>
                      <a:pt x="13" y="0"/>
                    </a:cubicBezTo>
                    <a:cubicBezTo>
                      <a:pt x="9" y="0"/>
                      <a:pt x="6" y="2"/>
                      <a:pt x="4" y="4"/>
                    </a:cubicBezTo>
                    <a:cubicBezTo>
                      <a:pt x="3" y="5"/>
                      <a:pt x="2" y="6"/>
                      <a:pt x="1" y="8"/>
                    </a:cubicBezTo>
                    <a:cubicBezTo>
                      <a:pt x="0" y="9"/>
                      <a:pt x="0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1" y="14"/>
                      <a:pt x="2" y="14"/>
                    </a:cubicBezTo>
                    <a:cubicBezTo>
                      <a:pt x="3" y="14"/>
                      <a:pt x="4" y="13"/>
                      <a:pt x="4" y="12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6" name="Freeform 461">
                <a:extLst>
                  <a:ext uri="{FF2B5EF4-FFF2-40B4-BE49-F238E27FC236}">
                    <a16:creationId xmlns:a16="http://schemas.microsoft.com/office/drawing/2014/main" id="{B3379A54-CD07-44A2-AC4A-6778C621B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633"/>
                <a:ext cx="83" cy="80"/>
              </a:xfrm>
              <a:custGeom>
                <a:avLst/>
                <a:gdLst>
                  <a:gd name="T0" fmla="*/ 33 w 33"/>
                  <a:gd name="T1" fmla="*/ 20 h 32"/>
                  <a:gd name="T2" fmla="*/ 0 w 33"/>
                  <a:gd name="T3" fmla="*/ 188 h 32"/>
                  <a:gd name="T4" fmla="*/ 146 w 33"/>
                  <a:gd name="T5" fmla="*/ 425 h 32"/>
                  <a:gd name="T6" fmla="*/ 443 w 33"/>
                  <a:gd name="T7" fmla="*/ 500 h 32"/>
                  <a:gd name="T8" fmla="*/ 493 w 33"/>
                  <a:gd name="T9" fmla="*/ 500 h 32"/>
                  <a:gd name="T10" fmla="*/ 526 w 33"/>
                  <a:gd name="T11" fmla="*/ 470 h 32"/>
                  <a:gd name="T12" fmla="*/ 493 w 33"/>
                  <a:gd name="T13" fmla="*/ 438 h 32"/>
                  <a:gd name="T14" fmla="*/ 443 w 33"/>
                  <a:gd name="T15" fmla="*/ 438 h 32"/>
                  <a:gd name="T16" fmla="*/ 176 w 33"/>
                  <a:gd name="T17" fmla="*/ 375 h 32"/>
                  <a:gd name="T18" fmla="*/ 63 w 33"/>
                  <a:gd name="T19" fmla="*/ 188 h 32"/>
                  <a:gd name="T20" fmla="*/ 96 w 33"/>
                  <a:gd name="T21" fmla="*/ 50 h 32"/>
                  <a:gd name="T22" fmla="*/ 83 w 33"/>
                  <a:gd name="T23" fmla="*/ 0 h 32"/>
                  <a:gd name="T24" fmla="*/ 33 w 33"/>
                  <a:gd name="T25" fmla="*/ 20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32">
                    <a:moveTo>
                      <a:pt x="2" y="1"/>
                    </a:moveTo>
                    <a:cubicBezTo>
                      <a:pt x="1" y="5"/>
                      <a:pt x="0" y="8"/>
                      <a:pt x="0" y="12"/>
                    </a:cubicBezTo>
                    <a:cubicBezTo>
                      <a:pt x="0" y="18"/>
                      <a:pt x="4" y="24"/>
                      <a:pt x="9" y="27"/>
                    </a:cubicBezTo>
                    <a:cubicBezTo>
                      <a:pt x="14" y="31"/>
                      <a:pt x="21" y="32"/>
                      <a:pt x="28" y="32"/>
                    </a:cubicBezTo>
                    <a:cubicBezTo>
                      <a:pt x="29" y="32"/>
                      <a:pt x="30" y="32"/>
                      <a:pt x="31" y="32"/>
                    </a:cubicBezTo>
                    <a:cubicBezTo>
                      <a:pt x="32" y="32"/>
                      <a:pt x="33" y="31"/>
                      <a:pt x="33" y="30"/>
                    </a:cubicBezTo>
                    <a:cubicBezTo>
                      <a:pt x="33" y="29"/>
                      <a:pt x="32" y="28"/>
                      <a:pt x="31" y="28"/>
                    </a:cubicBezTo>
                    <a:cubicBezTo>
                      <a:pt x="30" y="28"/>
                      <a:pt x="29" y="28"/>
                      <a:pt x="28" y="28"/>
                    </a:cubicBezTo>
                    <a:cubicBezTo>
                      <a:pt x="22" y="28"/>
                      <a:pt x="16" y="27"/>
                      <a:pt x="11" y="24"/>
                    </a:cubicBezTo>
                    <a:cubicBezTo>
                      <a:pt x="7" y="21"/>
                      <a:pt x="4" y="17"/>
                      <a:pt x="4" y="12"/>
                    </a:cubicBezTo>
                    <a:cubicBezTo>
                      <a:pt x="4" y="9"/>
                      <a:pt x="5" y="6"/>
                      <a:pt x="6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7" name="Freeform 462">
                <a:extLst>
                  <a:ext uri="{FF2B5EF4-FFF2-40B4-BE49-F238E27FC236}">
                    <a16:creationId xmlns:a16="http://schemas.microsoft.com/office/drawing/2014/main" id="{BC3F4954-8172-42CE-8E6D-C8CBCA912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603"/>
                <a:ext cx="77" cy="133"/>
              </a:xfrm>
              <a:custGeom>
                <a:avLst/>
                <a:gdLst>
                  <a:gd name="T0" fmla="*/ 30 w 31"/>
                  <a:gd name="T1" fmla="*/ 63 h 53"/>
                  <a:gd name="T2" fmla="*/ 30 w 31"/>
                  <a:gd name="T3" fmla="*/ 63 h 53"/>
                  <a:gd name="T4" fmla="*/ 291 w 31"/>
                  <a:gd name="T5" fmla="*/ 221 h 53"/>
                  <a:gd name="T6" fmla="*/ 412 w 31"/>
                  <a:gd name="T7" fmla="*/ 555 h 53"/>
                  <a:gd name="T8" fmla="*/ 308 w 31"/>
                  <a:gd name="T9" fmla="*/ 775 h 53"/>
                  <a:gd name="T10" fmla="*/ 308 w 31"/>
                  <a:gd name="T11" fmla="*/ 818 h 53"/>
                  <a:gd name="T12" fmla="*/ 353 w 31"/>
                  <a:gd name="T13" fmla="*/ 838 h 53"/>
                  <a:gd name="T14" fmla="*/ 474 w 31"/>
                  <a:gd name="T15" fmla="*/ 555 h 53"/>
                  <a:gd name="T16" fmla="*/ 340 w 31"/>
                  <a:gd name="T17" fmla="*/ 176 h 53"/>
                  <a:gd name="T18" fmla="*/ 30 w 31"/>
                  <a:gd name="T19" fmla="*/ 0 h 53"/>
                  <a:gd name="T20" fmla="*/ 30 w 31"/>
                  <a:gd name="T21" fmla="*/ 0 h 53"/>
                  <a:gd name="T22" fmla="*/ 0 w 31"/>
                  <a:gd name="T23" fmla="*/ 33 h 53"/>
                  <a:gd name="T24" fmla="*/ 30 w 31"/>
                  <a:gd name="T25" fmla="*/ 63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53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9" y="4"/>
                      <a:pt x="15" y="8"/>
                      <a:pt x="19" y="14"/>
                    </a:cubicBezTo>
                    <a:cubicBezTo>
                      <a:pt x="24" y="20"/>
                      <a:pt x="27" y="28"/>
                      <a:pt x="27" y="35"/>
                    </a:cubicBezTo>
                    <a:cubicBezTo>
                      <a:pt x="27" y="41"/>
                      <a:pt x="25" y="46"/>
                      <a:pt x="20" y="49"/>
                    </a:cubicBezTo>
                    <a:cubicBezTo>
                      <a:pt x="19" y="50"/>
                      <a:pt x="19" y="51"/>
                      <a:pt x="20" y="52"/>
                    </a:cubicBezTo>
                    <a:cubicBezTo>
                      <a:pt x="21" y="53"/>
                      <a:pt x="22" y="53"/>
                      <a:pt x="23" y="53"/>
                    </a:cubicBezTo>
                    <a:cubicBezTo>
                      <a:pt x="28" y="48"/>
                      <a:pt x="31" y="42"/>
                      <a:pt x="31" y="35"/>
                    </a:cubicBezTo>
                    <a:cubicBezTo>
                      <a:pt x="31" y="27"/>
                      <a:pt x="27" y="18"/>
                      <a:pt x="22" y="11"/>
                    </a:cubicBezTo>
                    <a:cubicBezTo>
                      <a:pt x="17" y="5"/>
                      <a:pt x="10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8" name="Freeform 463">
                <a:extLst>
                  <a:ext uri="{FF2B5EF4-FFF2-40B4-BE49-F238E27FC236}">
                    <a16:creationId xmlns:a16="http://schemas.microsoft.com/office/drawing/2014/main" id="{25274DED-E461-400E-AB80-EACDDAB24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656"/>
                <a:ext cx="35" cy="72"/>
              </a:xfrm>
              <a:custGeom>
                <a:avLst/>
                <a:gdLst>
                  <a:gd name="T0" fmla="*/ 188 w 14"/>
                  <a:gd name="T1" fmla="*/ 0 h 29"/>
                  <a:gd name="T2" fmla="*/ 50 w 14"/>
                  <a:gd name="T3" fmla="*/ 62 h 29"/>
                  <a:gd name="T4" fmla="*/ 0 w 14"/>
                  <a:gd name="T5" fmla="*/ 184 h 29"/>
                  <a:gd name="T6" fmla="*/ 145 w 14"/>
                  <a:gd name="T7" fmla="*/ 432 h 29"/>
                  <a:gd name="T8" fmla="*/ 188 w 14"/>
                  <a:gd name="T9" fmla="*/ 432 h 29"/>
                  <a:gd name="T10" fmla="*/ 175 w 14"/>
                  <a:gd name="T11" fmla="*/ 382 h 29"/>
                  <a:gd name="T12" fmla="*/ 63 w 14"/>
                  <a:gd name="T13" fmla="*/ 184 h 29"/>
                  <a:gd name="T14" fmla="*/ 95 w 14"/>
                  <a:gd name="T15" fmla="*/ 104 h 29"/>
                  <a:gd name="T16" fmla="*/ 188 w 14"/>
                  <a:gd name="T17" fmla="*/ 62 h 29"/>
                  <a:gd name="T18" fmla="*/ 220 w 14"/>
                  <a:gd name="T19" fmla="*/ 12 h 29"/>
                  <a:gd name="T20" fmla="*/ 188 w 14"/>
                  <a:gd name="T21" fmla="*/ 0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29">
                    <a:moveTo>
                      <a:pt x="12" y="0"/>
                    </a:moveTo>
                    <a:cubicBezTo>
                      <a:pt x="8" y="0"/>
                      <a:pt x="5" y="2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8"/>
                      <a:pt x="4" y="24"/>
                      <a:pt x="9" y="28"/>
                    </a:cubicBezTo>
                    <a:cubicBezTo>
                      <a:pt x="10" y="29"/>
                      <a:pt x="11" y="29"/>
                      <a:pt x="12" y="28"/>
                    </a:cubicBezTo>
                    <a:cubicBezTo>
                      <a:pt x="12" y="27"/>
                      <a:pt x="12" y="26"/>
                      <a:pt x="11" y="25"/>
                    </a:cubicBezTo>
                    <a:cubicBezTo>
                      <a:pt x="7" y="22"/>
                      <a:pt x="4" y="16"/>
                      <a:pt x="4" y="12"/>
                    </a:cubicBezTo>
                    <a:cubicBezTo>
                      <a:pt x="4" y="10"/>
                      <a:pt x="4" y="8"/>
                      <a:pt x="6" y="7"/>
                    </a:cubicBezTo>
                    <a:cubicBezTo>
                      <a:pt x="7" y="6"/>
                      <a:pt x="9" y="4"/>
                      <a:pt x="12" y="4"/>
                    </a:cubicBezTo>
                    <a:cubicBezTo>
                      <a:pt x="13" y="4"/>
                      <a:pt x="14" y="3"/>
                      <a:pt x="14" y="1"/>
                    </a:cubicBezTo>
                    <a:cubicBezTo>
                      <a:pt x="14" y="0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9" name="Freeform 464">
                <a:extLst>
                  <a:ext uri="{FF2B5EF4-FFF2-40B4-BE49-F238E27FC236}">
                    <a16:creationId xmlns:a16="http://schemas.microsoft.com/office/drawing/2014/main" id="{A115569B-F4FA-4A62-8478-AA94FFFA2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603"/>
                <a:ext cx="73" cy="50"/>
              </a:xfrm>
              <a:custGeom>
                <a:avLst/>
                <a:gdLst>
                  <a:gd name="T0" fmla="*/ 63 w 29"/>
                  <a:gd name="T1" fmla="*/ 283 h 20"/>
                  <a:gd name="T2" fmla="*/ 209 w 29"/>
                  <a:gd name="T3" fmla="*/ 113 h 20"/>
                  <a:gd name="T4" fmla="*/ 430 w 29"/>
                  <a:gd name="T5" fmla="*/ 63 h 20"/>
                  <a:gd name="T6" fmla="*/ 463 w 29"/>
                  <a:gd name="T7" fmla="*/ 20 h 20"/>
                  <a:gd name="T8" fmla="*/ 430 w 29"/>
                  <a:gd name="T9" fmla="*/ 0 h 20"/>
                  <a:gd name="T10" fmla="*/ 176 w 29"/>
                  <a:gd name="T11" fmla="*/ 63 h 20"/>
                  <a:gd name="T12" fmla="*/ 0 w 29"/>
                  <a:gd name="T13" fmla="*/ 270 h 20"/>
                  <a:gd name="T14" fmla="*/ 33 w 29"/>
                  <a:gd name="T15" fmla="*/ 300 h 20"/>
                  <a:gd name="T16" fmla="*/ 63 w 29"/>
                  <a:gd name="T17" fmla="*/ 283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0">
                    <a:moveTo>
                      <a:pt x="4" y="18"/>
                    </a:moveTo>
                    <a:cubicBezTo>
                      <a:pt x="5" y="13"/>
                      <a:pt x="8" y="10"/>
                      <a:pt x="13" y="7"/>
                    </a:cubicBezTo>
                    <a:cubicBezTo>
                      <a:pt x="17" y="5"/>
                      <a:pt x="22" y="4"/>
                      <a:pt x="27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29" y="0"/>
                      <a:pt x="28" y="0"/>
                      <a:pt x="27" y="0"/>
                    </a:cubicBezTo>
                    <a:cubicBezTo>
                      <a:pt x="21" y="0"/>
                      <a:pt x="15" y="1"/>
                      <a:pt x="11" y="4"/>
                    </a:cubicBezTo>
                    <a:cubicBezTo>
                      <a:pt x="6" y="6"/>
                      <a:pt x="2" y="11"/>
                      <a:pt x="0" y="17"/>
                    </a:cubicBezTo>
                    <a:cubicBezTo>
                      <a:pt x="0" y="18"/>
                      <a:pt x="0" y="19"/>
                      <a:pt x="2" y="19"/>
                    </a:cubicBezTo>
                    <a:cubicBezTo>
                      <a:pt x="3" y="20"/>
                      <a:pt x="4" y="19"/>
                      <a:pt x="4" y="18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0" name="Freeform 465">
                <a:extLst>
                  <a:ext uri="{FF2B5EF4-FFF2-40B4-BE49-F238E27FC236}">
                    <a16:creationId xmlns:a16="http://schemas.microsoft.com/office/drawing/2014/main" id="{93FB78B6-D96B-4785-8D7B-A94D54F62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3673"/>
                <a:ext cx="88" cy="43"/>
              </a:xfrm>
              <a:custGeom>
                <a:avLst/>
                <a:gdLst>
                  <a:gd name="T0" fmla="*/ 525 w 35"/>
                  <a:gd name="T1" fmla="*/ 33 h 17"/>
                  <a:gd name="T2" fmla="*/ 347 w 35"/>
                  <a:gd name="T3" fmla="*/ 0 h 17"/>
                  <a:gd name="T4" fmla="*/ 158 w 35"/>
                  <a:gd name="T5" fmla="*/ 51 h 17"/>
                  <a:gd name="T6" fmla="*/ 20 w 35"/>
                  <a:gd name="T7" fmla="*/ 210 h 17"/>
                  <a:gd name="T8" fmla="*/ 33 w 35"/>
                  <a:gd name="T9" fmla="*/ 255 h 17"/>
                  <a:gd name="T10" fmla="*/ 63 w 35"/>
                  <a:gd name="T11" fmla="*/ 243 h 17"/>
                  <a:gd name="T12" fmla="*/ 189 w 35"/>
                  <a:gd name="T13" fmla="*/ 116 h 17"/>
                  <a:gd name="T14" fmla="*/ 347 w 35"/>
                  <a:gd name="T15" fmla="*/ 63 h 17"/>
                  <a:gd name="T16" fmla="*/ 505 w 35"/>
                  <a:gd name="T17" fmla="*/ 96 h 17"/>
                  <a:gd name="T18" fmla="*/ 538 w 35"/>
                  <a:gd name="T19" fmla="*/ 63 h 17"/>
                  <a:gd name="T20" fmla="*/ 525 w 35"/>
                  <a:gd name="T21" fmla="*/ 33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17">
                    <a:moveTo>
                      <a:pt x="33" y="2"/>
                    </a:moveTo>
                    <a:cubicBezTo>
                      <a:pt x="29" y="1"/>
                      <a:pt x="26" y="0"/>
                      <a:pt x="22" y="0"/>
                    </a:cubicBezTo>
                    <a:cubicBezTo>
                      <a:pt x="18" y="0"/>
                      <a:pt x="13" y="1"/>
                      <a:pt x="10" y="3"/>
                    </a:cubicBezTo>
                    <a:cubicBezTo>
                      <a:pt x="6" y="5"/>
                      <a:pt x="3" y="9"/>
                      <a:pt x="1" y="13"/>
                    </a:cubicBezTo>
                    <a:cubicBezTo>
                      <a:pt x="0" y="14"/>
                      <a:pt x="1" y="16"/>
                      <a:pt x="2" y="16"/>
                    </a:cubicBezTo>
                    <a:cubicBezTo>
                      <a:pt x="3" y="17"/>
                      <a:pt x="4" y="16"/>
                      <a:pt x="4" y="15"/>
                    </a:cubicBezTo>
                    <a:cubicBezTo>
                      <a:pt x="6" y="11"/>
                      <a:pt x="9" y="8"/>
                      <a:pt x="12" y="7"/>
                    </a:cubicBezTo>
                    <a:cubicBezTo>
                      <a:pt x="15" y="5"/>
                      <a:pt x="18" y="4"/>
                      <a:pt x="22" y="4"/>
                    </a:cubicBezTo>
                    <a:cubicBezTo>
                      <a:pt x="25" y="4"/>
                      <a:pt x="29" y="5"/>
                      <a:pt x="32" y="6"/>
                    </a:cubicBezTo>
                    <a:cubicBezTo>
                      <a:pt x="33" y="6"/>
                      <a:pt x="34" y="5"/>
                      <a:pt x="34" y="4"/>
                    </a:cubicBezTo>
                    <a:cubicBezTo>
                      <a:pt x="35" y="3"/>
                      <a:pt x="34" y="2"/>
                      <a:pt x="33" y="2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1" name="Freeform 466">
                <a:extLst>
                  <a:ext uri="{FF2B5EF4-FFF2-40B4-BE49-F238E27FC236}">
                    <a16:creationId xmlns:a16="http://schemas.microsoft.com/office/drawing/2014/main" id="{0018251C-D76B-4826-A9BC-F69CB2B9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3656"/>
                <a:ext cx="47" cy="77"/>
              </a:xfrm>
              <a:custGeom>
                <a:avLst/>
                <a:gdLst>
                  <a:gd name="T0" fmla="*/ 121 w 19"/>
                  <a:gd name="T1" fmla="*/ 0 h 31"/>
                  <a:gd name="T2" fmla="*/ 104 w 19"/>
                  <a:gd name="T3" fmla="*/ 0 h 31"/>
                  <a:gd name="T4" fmla="*/ 30 w 19"/>
                  <a:gd name="T5" fmla="*/ 42 h 31"/>
                  <a:gd name="T6" fmla="*/ 0 w 19"/>
                  <a:gd name="T7" fmla="*/ 137 h 31"/>
                  <a:gd name="T8" fmla="*/ 62 w 19"/>
                  <a:gd name="T9" fmla="*/ 320 h 31"/>
                  <a:gd name="T10" fmla="*/ 245 w 19"/>
                  <a:gd name="T11" fmla="*/ 462 h 31"/>
                  <a:gd name="T12" fmla="*/ 275 w 19"/>
                  <a:gd name="T13" fmla="*/ 445 h 31"/>
                  <a:gd name="T14" fmla="*/ 257 w 19"/>
                  <a:gd name="T15" fmla="*/ 400 h 31"/>
                  <a:gd name="T16" fmla="*/ 121 w 19"/>
                  <a:gd name="T17" fmla="*/ 291 h 31"/>
                  <a:gd name="T18" fmla="*/ 62 w 19"/>
                  <a:gd name="T19" fmla="*/ 137 h 31"/>
                  <a:gd name="T20" fmla="*/ 74 w 19"/>
                  <a:gd name="T21" fmla="*/ 75 h 31"/>
                  <a:gd name="T22" fmla="*/ 104 w 19"/>
                  <a:gd name="T23" fmla="*/ 62 h 31"/>
                  <a:gd name="T24" fmla="*/ 104 w 19"/>
                  <a:gd name="T25" fmla="*/ 62 h 31"/>
                  <a:gd name="T26" fmla="*/ 153 w 19"/>
                  <a:gd name="T27" fmla="*/ 30 h 31"/>
                  <a:gd name="T28" fmla="*/ 121 w 19"/>
                  <a:gd name="T29" fmla="*/ 0 h 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31">
                    <a:moveTo>
                      <a:pt x="8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3" y="1"/>
                      <a:pt x="2" y="3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13"/>
                      <a:pt x="2" y="17"/>
                      <a:pt x="4" y="21"/>
                    </a:cubicBezTo>
                    <a:cubicBezTo>
                      <a:pt x="7" y="25"/>
                      <a:pt x="11" y="29"/>
                      <a:pt x="16" y="30"/>
                    </a:cubicBezTo>
                    <a:cubicBezTo>
                      <a:pt x="17" y="31"/>
                      <a:pt x="18" y="30"/>
                      <a:pt x="18" y="29"/>
                    </a:cubicBezTo>
                    <a:cubicBezTo>
                      <a:pt x="19" y="28"/>
                      <a:pt x="18" y="27"/>
                      <a:pt x="17" y="26"/>
                    </a:cubicBezTo>
                    <a:cubicBezTo>
                      <a:pt x="13" y="25"/>
                      <a:pt x="10" y="23"/>
                      <a:pt x="8" y="19"/>
                    </a:cubicBezTo>
                    <a:cubicBezTo>
                      <a:pt x="6" y="16"/>
                      <a:pt x="4" y="12"/>
                      <a:pt x="4" y="9"/>
                    </a:cubicBezTo>
                    <a:cubicBezTo>
                      <a:pt x="4" y="7"/>
                      <a:pt x="5" y="6"/>
                      <a:pt x="5" y="5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10" y="3"/>
                      <a:pt x="10" y="2"/>
                    </a:cubicBezTo>
                    <a:cubicBezTo>
                      <a:pt x="10" y="1"/>
                      <a:pt x="9" y="0"/>
                      <a:pt x="8" y="0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2" name="Freeform 467">
                <a:extLst>
                  <a:ext uri="{FF2B5EF4-FFF2-40B4-BE49-F238E27FC236}">
                    <a16:creationId xmlns:a16="http://schemas.microsoft.com/office/drawing/2014/main" id="{E975BE9B-6922-4EDC-8990-61924F656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666"/>
                <a:ext cx="117" cy="57"/>
              </a:xfrm>
              <a:custGeom>
                <a:avLst/>
                <a:gdLst>
                  <a:gd name="T0" fmla="*/ 62 w 47"/>
                  <a:gd name="T1" fmla="*/ 216 h 23"/>
                  <a:gd name="T2" fmla="*/ 137 w 47"/>
                  <a:gd name="T3" fmla="*/ 104 h 23"/>
                  <a:gd name="T4" fmla="*/ 261 w 47"/>
                  <a:gd name="T5" fmla="*/ 62 h 23"/>
                  <a:gd name="T6" fmla="*/ 495 w 47"/>
                  <a:gd name="T7" fmla="*/ 154 h 23"/>
                  <a:gd name="T8" fmla="*/ 662 w 47"/>
                  <a:gd name="T9" fmla="*/ 320 h 23"/>
                  <a:gd name="T10" fmla="*/ 695 w 47"/>
                  <a:gd name="T11" fmla="*/ 349 h 23"/>
                  <a:gd name="T12" fmla="*/ 712 w 47"/>
                  <a:gd name="T13" fmla="*/ 307 h 23"/>
                  <a:gd name="T14" fmla="*/ 540 w 47"/>
                  <a:gd name="T15" fmla="*/ 92 h 23"/>
                  <a:gd name="T16" fmla="*/ 261 w 47"/>
                  <a:gd name="T17" fmla="*/ 0 h 23"/>
                  <a:gd name="T18" fmla="*/ 105 w 47"/>
                  <a:gd name="T19" fmla="*/ 42 h 23"/>
                  <a:gd name="T20" fmla="*/ 0 w 47"/>
                  <a:gd name="T21" fmla="*/ 196 h 23"/>
                  <a:gd name="T22" fmla="*/ 12 w 47"/>
                  <a:gd name="T23" fmla="*/ 245 h 23"/>
                  <a:gd name="T24" fmla="*/ 62 w 47"/>
                  <a:gd name="T25" fmla="*/ 216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7" h="23">
                    <a:moveTo>
                      <a:pt x="4" y="14"/>
                    </a:moveTo>
                    <a:cubicBezTo>
                      <a:pt x="5" y="11"/>
                      <a:pt x="7" y="8"/>
                      <a:pt x="9" y="7"/>
                    </a:cubicBezTo>
                    <a:cubicBezTo>
                      <a:pt x="12" y="5"/>
                      <a:pt x="14" y="4"/>
                      <a:pt x="17" y="4"/>
                    </a:cubicBezTo>
                    <a:cubicBezTo>
                      <a:pt x="22" y="4"/>
                      <a:pt x="28" y="6"/>
                      <a:pt x="32" y="10"/>
                    </a:cubicBezTo>
                    <a:cubicBezTo>
                      <a:pt x="37" y="13"/>
                      <a:pt x="41" y="17"/>
                      <a:pt x="43" y="21"/>
                    </a:cubicBezTo>
                    <a:cubicBezTo>
                      <a:pt x="43" y="22"/>
                      <a:pt x="44" y="23"/>
                      <a:pt x="45" y="23"/>
                    </a:cubicBezTo>
                    <a:cubicBezTo>
                      <a:pt x="46" y="22"/>
                      <a:pt x="47" y="21"/>
                      <a:pt x="46" y="20"/>
                    </a:cubicBezTo>
                    <a:cubicBezTo>
                      <a:pt x="44" y="15"/>
                      <a:pt x="40" y="10"/>
                      <a:pt x="35" y="6"/>
                    </a:cubicBezTo>
                    <a:cubicBezTo>
                      <a:pt x="29" y="3"/>
                      <a:pt x="23" y="0"/>
                      <a:pt x="17" y="0"/>
                    </a:cubicBezTo>
                    <a:cubicBezTo>
                      <a:pt x="14" y="0"/>
                      <a:pt x="10" y="1"/>
                      <a:pt x="7" y="3"/>
                    </a:cubicBezTo>
                    <a:cubicBezTo>
                      <a:pt x="4" y="5"/>
                      <a:pt x="2" y="9"/>
                      <a:pt x="0" y="13"/>
                    </a:cubicBezTo>
                    <a:cubicBezTo>
                      <a:pt x="0" y="14"/>
                      <a:pt x="0" y="15"/>
                      <a:pt x="1" y="16"/>
                    </a:cubicBezTo>
                    <a:cubicBezTo>
                      <a:pt x="2" y="16"/>
                      <a:pt x="4" y="15"/>
                      <a:pt x="4" y="14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3" name="Freeform 468">
                <a:extLst>
                  <a:ext uri="{FF2B5EF4-FFF2-40B4-BE49-F238E27FC236}">
                    <a16:creationId xmlns:a16="http://schemas.microsoft.com/office/drawing/2014/main" id="{E2C5C084-DC45-4253-B1D4-09227D375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676"/>
                <a:ext cx="47" cy="92"/>
              </a:xfrm>
              <a:custGeom>
                <a:avLst/>
                <a:gdLst>
                  <a:gd name="T0" fmla="*/ 195 w 19"/>
                  <a:gd name="T1" fmla="*/ 42 h 37"/>
                  <a:gd name="T2" fmla="*/ 228 w 19"/>
                  <a:gd name="T3" fmla="*/ 291 h 37"/>
                  <a:gd name="T4" fmla="*/ 195 w 19"/>
                  <a:gd name="T5" fmla="*/ 445 h 37"/>
                  <a:gd name="T6" fmla="*/ 153 w 19"/>
                  <a:gd name="T7" fmla="*/ 495 h 37"/>
                  <a:gd name="T8" fmla="*/ 74 w 19"/>
                  <a:gd name="T9" fmla="*/ 507 h 37"/>
                  <a:gd name="T10" fmla="*/ 30 w 19"/>
                  <a:gd name="T11" fmla="*/ 495 h 37"/>
                  <a:gd name="T12" fmla="*/ 0 w 19"/>
                  <a:gd name="T13" fmla="*/ 525 h 37"/>
                  <a:gd name="T14" fmla="*/ 30 w 19"/>
                  <a:gd name="T15" fmla="*/ 557 h 37"/>
                  <a:gd name="T16" fmla="*/ 74 w 19"/>
                  <a:gd name="T17" fmla="*/ 569 h 37"/>
                  <a:gd name="T18" fmla="*/ 183 w 19"/>
                  <a:gd name="T19" fmla="*/ 537 h 37"/>
                  <a:gd name="T20" fmla="*/ 275 w 19"/>
                  <a:gd name="T21" fmla="*/ 433 h 37"/>
                  <a:gd name="T22" fmla="*/ 287 w 19"/>
                  <a:gd name="T23" fmla="*/ 291 h 37"/>
                  <a:gd name="T24" fmla="*/ 245 w 19"/>
                  <a:gd name="T25" fmla="*/ 30 h 37"/>
                  <a:gd name="T26" fmla="*/ 215 w 19"/>
                  <a:gd name="T27" fmla="*/ 12 h 37"/>
                  <a:gd name="T28" fmla="*/ 195 w 19"/>
                  <a:gd name="T29" fmla="*/ 42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37">
                    <a:moveTo>
                      <a:pt x="13" y="3"/>
                    </a:moveTo>
                    <a:cubicBezTo>
                      <a:pt x="14" y="6"/>
                      <a:pt x="15" y="13"/>
                      <a:pt x="15" y="19"/>
                    </a:cubicBezTo>
                    <a:cubicBezTo>
                      <a:pt x="15" y="22"/>
                      <a:pt x="15" y="26"/>
                      <a:pt x="13" y="29"/>
                    </a:cubicBezTo>
                    <a:cubicBezTo>
                      <a:pt x="12" y="30"/>
                      <a:pt x="11" y="31"/>
                      <a:pt x="10" y="32"/>
                    </a:cubicBezTo>
                    <a:cubicBezTo>
                      <a:pt x="9" y="32"/>
                      <a:pt x="7" y="33"/>
                      <a:pt x="5" y="33"/>
                    </a:cubicBezTo>
                    <a:cubicBezTo>
                      <a:pt x="5" y="33"/>
                      <a:pt x="4" y="33"/>
                      <a:pt x="2" y="32"/>
                    </a:cubicBezTo>
                    <a:cubicBezTo>
                      <a:pt x="1" y="32"/>
                      <a:pt x="0" y="33"/>
                      <a:pt x="0" y="34"/>
                    </a:cubicBezTo>
                    <a:cubicBezTo>
                      <a:pt x="0" y="35"/>
                      <a:pt x="1" y="36"/>
                      <a:pt x="2" y="36"/>
                    </a:cubicBezTo>
                    <a:cubicBezTo>
                      <a:pt x="3" y="37"/>
                      <a:pt x="4" y="37"/>
                      <a:pt x="5" y="37"/>
                    </a:cubicBezTo>
                    <a:cubicBezTo>
                      <a:pt x="8" y="37"/>
                      <a:pt x="10" y="36"/>
                      <a:pt x="12" y="35"/>
                    </a:cubicBezTo>
                    <a:cubicBezTo>
                      <a:pt x="15" y="34"/>
                      <a:pt x="17" y="31"/>
                      <a:pt x="18" y="28"/>
                    </a:cubicBezTo>
                    <a:cubicBezTo>
                      <a:pt x="19" y="25"/>
                      <a:pt x="19" y="22"/>
                      <a:pt x="19" y="19"/>
                    </a:cubicBezTo>
                    <a:cubicBezTo>
                      <a:pt x="19" y="12"/>
                      <a:pt x="18" y="6"/>
                      <a:pt x="16" y="2"/>
                    </a:cubicBezTo>
                    <a:cubicBezTo>
                      <a:pt x="16" y="1"/>
                      <a:pt x="15" y="0"/>
                      <a:pt x="14" y="1"/>
                    </a:cubicBezTo>
                    <a:cubicBezTo>
                      <a:pt x="13" y="1"/>
                      <a:pt x="12" y="2"/>
                      <a:pt x="13" y="3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4" name="Freeform 469">
                <a:extLst>
                  <a:ext uri="{FF2B5EF4-FFF2-40B4-BE49-F238E27FC236}">
                    <a16:creationId xmlns:a16="http://schemas.microsoft.com/office/drawing/2014/main" id="{16A5A47F-762F-4C6D-A8DC-A0306F146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3703"/>
                <a:ext cx="138" cy="40"/>
              </a:xfrm>
              <a:custGeom>
                <a:avLst/>
                <a:gdLst>
                  <a:gd name="T0" fmla="*/ 63 w 55"/>
                  <a:gd name="T1" fmla="*/ 50 h 16"/>
                  <a:gd name="T2" fmla="*/ 50 w 55"/>
                  <a:gd name="T3" fmla="*/ 33 h 16"/>
                  <a:gd name="T4" fmla="*/ 63 w 55"/>
                  <a:gd name="T5" fmla="*/ 50 h 16"/>
                  <a:gd name="T6" fmla="*/ 63 w 55"/>
                  <a:gd name="T7" fmla="*/ 50 h 16"/>
                  <a:gd name="T8" fmla="*/ 50 w 55"/>
                  <a:gd name="T9" fmla="*/ 33 h 16"/>
                  <a:gd name="T10" fmla="*/ 63 w 55"/>
                  <a:gd name="T11" fmla="*/ 50 h 16"/>
                  <a:gd name="T12" fmla="*/ 63 w 55"/>
                  <a:gd name="T13" fmla="*/ 50 h 16"/>
                  <a:gd name="T14" fmla="*/ 50 w 55"/>
                  <a:gd name="T15" fmla="*/ 63 h 16"/>
                  <a:gd name="T16" fmla="*/ 50 w 55"/>
                  <a:gd name="T17" fmla="*/ 33 h 16"/>
                  <a:gd name="T18" fmla="*/ 33 w 55"/>
                  <a:gd name="T19" fmla="*/ 63 h 16"/>
                  <a:gd name="T20" fmla="*/ 50 w 55"/>
                  <a:gd name="T21" fmla="*/ 63 h 16"/>
                  <a:gd name="T22" fmla="*/ 50 w 55"/>
                  <a:gd name="T23" fmla="*/ 33 h 16"/>
                  <a:gd name="T24" fmla="*/ 33 w 55"/>
                  <a:gd name="T25" fmla="*/ 63 h 16"/>
                  <a:gd name="T26" fmla="*/ 33 w 55"/>
                  <a:gd name="T27" fmla="*/ 33 h 16"/>
                  <a:gd name="T28" fmla="*/ 33 w 55"/>
                  <a:gd name="T29" fmla="*/ 50 h 16"/>
                  <a:gd name="T30" fmla="*/ 33 w 55"/>
                  <a:gd name="T31" fmla="*/ 63 h 16"/>
                  <a:gd name="T32" fmla="*/ 33 w 55"/>
                  <a:gd name="T33" fmla="*/ 33 h 16"/>
                  <a:gd name="T34" fmla="*/ 33 w 55"/>
                  <a:gd name="T35" fmla="*/ 50 h 16"/>
                  <a:gd name="T36" fmla="*/ 50 w 55"/>
                  <a:gd name="T37" fmla="*/ 63 h 16"/>
                  <a:gd name="T38" fmla="*/ 176 w 55"/>
                  <a:gd name="T39" fmla="*/ 158 h 16"/>
                  <a:gd name="T40" fmla="*/ 346 w 55"/>
                  <a:gd name="T41" fmla="*/ 250 h 16"/>
                  <a:gd name="T42" fmla="*/ 429 w 55"/>
                  <a:gd name="T43" fmla="*/ 250 h 16"/>
                  <a:gd name="T44" fmla="*/ 851 w 55"/>
                  <a:gd name="T45" fmla="*/ 113 h 16"/>
                  <a:gd name="T46" fmla="*/ 851 w 55"/>
                  <a:gd name="T47" fmla="*/ 63 h 16"/>
                  <a:gd name="T48" fmla="*/ 805 w 55"/>
                  <a:gd name="T49" fmla="*/ 63 h 16"/>
                  <a:gd name="T50" fmla="*/ 429 w 55"/>
                  <a:gd name="T51" fmla="*/ 188 h 16"/>
                  <a:gd name="T52" fmla="*/ 366 w 55"/>
                  <a:gd name="T53" fmla="*/ 188 h 16"/>
                  <a:gd name="T54" fmla="*/ 284 w 55"/>
                  <a:gd name="T55" fmla="*/ 158 h 16"/>
                  <a:gd name="T56" fmla="*/ 146 w 55"/>
                  <a:gd name="T57" fmla="*/ 63 h 16"/>
                  <a:gd name="T58" fmla="*/ 83 w 55"/>
                  <a:gd name="T59" fmla="*/ 20 h 16"/>
                  <a:gd name="T60" fmla="*/ 63 w 55"/>
                  <a:gd name="T61" fmla="*/ 0 h 16"/>
                  <a:gd name="T62" fmla="*/ 63 w 55"/>
                  <a:gd name="T63" fmla="*/ 0 h 16"/>
                  <a:gd name="T64" fmla="*/ 63 w 55"/>
                  <a:gd name="T65" fmla="*/ 0 h 16"/>
                  <a:gd name="T66" fmla="*/ 50 w 55"/>
                  <a:gd name="T67" fmla="*/ 0 h 16"/>
                  <a:gd name="T68" fmla="*/ 20 w 55"/>
                  <a:gd name="T69" fmla="*/ 0 h 16"/>
                  <a:gd name="T70" fmla="*/ 20 w 55"/>
                  <a:gd name="T71" fmla="*/ 20 h 16"/>
                  <a:gd name="T72" fmla="*/ 20 w 55"/>
                  <a:gd name="T73" fmla="*/ 20 h 16"/>
                  <a:gd name="T74" fmla="*/ 33 w 55"/>
                  <a:gd name="T75" fmla="*/ 50 h 16"/>
                  <a:gd name="T76" fmla="*/ 63 w 55"/>
                  <a:gd name="T77" fmla="*/ 50 h 1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55" h="16">
                    <a:moveTo>
                      <a:pt x="4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4" y="5"/>
                      <a:pt x="8" y="8"/>
                      <a:pt x="11" y="10"/>
                    </a:cubicBezTo>
                    <a:cubicBezTo>
                      <a:pt x="15" y="13"/>
                      <a:pt x="19" y="15"/>
                      <a:pt x="22" y="16"/>
                    </a:cubicBezTo>
                    <a:cubicBezTo>
                      <a:pt x="24" y="16"/>
                      <a:pt x="25" y="16"/>
                      <a:pt x="27" y="16"/>
                    </a:cubicBezTo>
                    <a:cubicBezTo>
                      <a:pt x="37" y="16"/>
                      <a:pt x="47" y="12"/>
                      <a:pt x="54" y="7"/>
                    </a:cubicBezTo>
                    <a:cubicBezTo>
                      <a:pt x="55" y="6"/>
                      <a:pt x="55" y="5"/>
                      <a:pt x="54" y="4"/>
                    </a:cubicBezTo>
                    <a:cubicBezTo>
                      <a:pt x="53" y="3"/>
                      <a:pt x="52" y="3"/>
                      <a:pt x="51" y="4"/>
                    </a:cubicBezTo>
                    <a:cubicBezTo>
                      <a:pt x="46" y="9"/>
                      <a:pt x="36" y="12"/>
                      <a:pt x="27" y="12"/>
                    </a:cubicBezTo>
                    <a:cubicBezTo>
                      <a:pt x="26" y="12"/>
                      <a:pt x="24" y="12"/>
                      <a:pt x="23" y="12"/>
                    </a:cubicBezTo>
                    <a:cubicBezTo>
                      <a:pt x="22" y="12"/>
                      <a:pt x="20" y="11"/>
                      <a:pt x="18" y="10"/>
                    </a:cubicBezTo>
                    <a:cubicBezTo>
                      <a:pt x="15" y="8"/>
                      <a:pt x="11" y="6"/>
                      <a:pt x="9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D9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5" name="Freeform 470">
                <a:extLst>
                  <a:ext uri="{FF2B5EF4-FFF2-40B4-BE49-F238E27FC236}">
                    <a16:creationId xmlns:a16="http://schemas.microsoft.com/office/drawing/2014/main" id="{E7525614-818A-4168-A59E-DA4045AAD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3613"/>
                <a:ext cx="38" cy="15"/>
              </a:xfrm>
              <a:custGeom>
                <a:avLst/>
                <a:gdLst>
                  <a:gd name="T0" fmla="*/ 0 w 15"/>
                  <a:gd name="T1" fmla="*/ 63 h 6"/>
                  <a:gd name="T2" fmla="*/ 63 w 15"/>
                  <a:gd name="T3" fmla="*/ 83 h 6"/>
                  <a:gd name="T4" fmla="*/ 160 w 15"/>
                  <a:gd name="T5" fmla="*/ 95 h 6"/>
                  <a:gd name="T6" fmla="*/ 243 w 15"/>
                  <a:gd name="T7" fmla="*/ 63 h 6"/>
                  <a:gd name="T8" fmla="*/ 213 w 15"/>
                  <a:gd name="T9" fmla="*/ 20 h 6"/>
                  <a:gd name="T10" fmla="*/ 160 w 15"/>
                  <a:gd name="T11" fmla="*/ 33 h 6"/>
                  <a:gd name="T12" fmla="*/ 84 w 15"/>
                  <a:gd name="T13" fmla="*/ 20 h 6"/>
                  <a:gd name="T14" fmla="*/ 0 w 15"/>
                  <a:gd name="T15" fmla="*/ 0 h 6"/>
                  <a:gd name="T16" fmla="*/ 0 w 15"/>
                  <a:gd name="T17" fmla="*/ 63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6">
                    <a:moveTo>
                      <a:pt x="0" y="4"/>
                    </a:moveTo>
                    <a:cubicBezTo>
                      <a:pt x="1" y="4"/>
                      <a:pt x="2" y="4"/>
                      <a:pt x="4" y="5"/>
                    </a:cubicBezTo>
                    <a:cubicBezTo>
                      <a:pt x="6" y="5"/>
                      <a:pt x="8" y="6"/>
                      <a:pt x="10" y="6"/>
                    </a:cubicBezTo>
                    <a:cubicBezTo>
                      <a:pt x="11" y="6"/>
                      <a:pt x="13" y="5"/>
                      <a:pt x="15" y="4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1" y="2"/>
                      <a:pt x="10" y="2"/>
                    </a:cubicBezTo>
                    <a:cubicBezTo>
                      <a:pt x="8" y="2"/>
                      <a:pt x="7" y="1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6" name="Freeform 471">
                <a:extLst>
                  <a:ext uri="{FF2B5EF4-FFF2-40B4-BE49-F238E27FC236}">
                    <a16:creationId xmlns:a16="http://schemas.microsoft.com/office/drawing/2014/main" id="{1177C6EB-B2D7-404E-BAE3-A8A518FE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3568"/>
                <a:ext cx="35" cy="42"/>
              </a:xfrm>
              <a:custGeom>
                <a:avLst/>
                <a:gdLst>
                  <a:gd name="T0" fmla="*/ 0 w 14"/>
                  <a:gd name="T1" fmla="*/ 42 h 17"/>
                  <a:gd name="T2" fmla="*/ 0 w 14"/>
                  <a:gd name="T3" fmla="*/ 91 h 17"/>
                  <a:gd name="T4" fmla="*/ 33 w 14"/>
                  <a:gd name="T5" fmla="*/ 195 h 17"/>
                  <a:gd name="T6" fmla="*/ 83 w 14"/>
                  <a:gd name="T7" fmla="*/ 225 h 17"/>
                  <a:gd name="T8" fmla="*/ 125 w 14"/>
                  <a:gd name="T9" fmla="*/ 257 h 17"/>
                  <a:gd name="T10" fmla="*/ 145 w 14"/>
                  <a:gd name="T11" fmla="*/ 257 h 17"/>
                  <a:gd name="T12" fmla="*/ 145 w 14"/>
                  <a:gd name="T13" fmla="*/ 257 h 17"/>
                  <a:gd name="T14" fmla="*/ 175 w 14"/>
                  <a:gd name="T15" fmla="*/ 245 h 17"/>
                  <a:gd name="T16" fmla="*/ 208 w 14"/>
                  <a:gd name="T17" fmla="*/ 195 h 17"/>
                  <a:gd name="T18" fmla="*/ 220 w 14"/>
                  <a:gd name="T19" fmla="*/ 30 h 17"/>
                  <a:gd name="T20" fmla="*/ 220 w 14"/>
                  <a:gd name="T21" fmla="*/ 0 h 17"/>
                  <a:gd name="T22" fmla="*/ 158 w 14"/>
                  <a:gd name="T23" fmla="*/ 12 h 17"/>
                  <a:gd name="T24" fmla="*/ 158 w 14"/>
                  <a:gd name="T25" fmla="*/ 30 h 17"/>
                  <a:gd name="T26" fmla="*/ 158 w 14"/>
                  <a:gd name="T27" fmla="*/ 153 h 17"/>
                  <a:gd name="T28" fmla="*/ 145 w 14"/>
                  <a:gd name="T29" fmla="*/ 183 h 17"/>
                  <a:gd name="T30" fmla="*/ 125 w 14"/>
                  <a:gd name="T31" fmla="*/ 195 h 17"/>
                  <a:gd name="T32" fmla="*/ 125 w 14"/>
                  <a:gd name="T33" fmla="*/ 195 h 17"/>
                  <a:gd name="T34" fmla="*/ 145 w 14"/>
                  <a:gd name="T35" fmla="*/ 195 h 17"/>
                  <a:gd name="T36" fmla="*/ 125 w 14"/>
                  <a:gd name="T37" fmla="*/ 195 h 17"/>
                  <a:gd name="T38" fmla="*/ 125 w 14"/>
                  <a:gd name="T39" fmla="*/ 195 h 17"/>
                  <a:gd name="T40" fmla="*/ 145 w 14"/>
                  <a:gd name="T41" fmla="*/ 195 h 17"/>
                  <a:gd name="T42" fmla="*/ 125 w 14"/>
                  <a:gd name="T43" fmla="*/ 195 h 17"/>
                  <a:gd name="T44" fmla="*/ 125 w 14"/>
                  <a:gd name="T45" fmla="*/ 195 h 17"/>
                  <a:gd name="T46" fmla="*/ 125 w 14"/>
                  <a:gd name="T47" fmla="*/ 195 h 17"/>
                  <a:gd name="T48" fmla="*/ 113 w 14"/>
                  <a:gd name="T49" fmla="*/ 183 h 17"/>
                  <a:gd name="T50" fmla="*/ 83 w 14"/>
                  <a:gd name="T51" fmla="*/ 104 h 17"/>
                  <a:gd name="T52" fmla="*/ 50 w 14"/>
                  <a:gd name="T53" fmla="*/ 30 h 17"/>
                  <a:gd name="T54" fmla="*/ 0 w 14"/>
                  <a:gd name="T55" fmla="*/ 42 h 1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4" h="17">
                    <a:moveTo>
                      <a:pt x="0" y="3"/>
                    </a:moveTo>
                    <a:cubicBezTo>
                      <a:pt x="0" y="3"/>
                      <a:pt x="0" y="4"/>
                      <a:pt x="0" y="6"/>
                    </a:cubicBezTo>
                    <a:cubicBezTo>
                      <a:pt x="1" y="8"/>
                      <a:pt x="1" y="10"/>
                      <a:pt x="2" y="13"/>
                    </a:cubicBezTo>
                    <a:cubicBezTo>
                      <a:pt x="3" y="14"/>
                      <a:pt x="4" y="15"/>
                      <a:pt x="5" y="15"/>
                    </a:cubicBezTo>
                    <a:cubicBezTo>
                      <a:pt x="6" y="16"/>
                      <a:pt x="7" y="17"/>
                      <a:pt x="8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7"/>
                      <a:pt x="11" y="16"/>
                      <a:pt x="11" y="16"/>
                    </a:cubicBezTo>
                    <a:cubicBezTo>
                      <a:pt x="12" y="15"/>
                      <a:pt x="13" y="14"/>
                      <a:pt x="13" y="13"/>
                    </a:cubicBezTo>
                    <a:cubicBezTo>
                      <a:pt x="14" y="10"/>
                      <a:pt x="14" y="5"/>
                      <a:pt x="14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4"/>
                      <a:pt x="10" y="7"/>
                      <a:pt x="10" y="10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7" y="13"/>
                      <a:pt x="7" y="12"/>
                    </a:cubicBezTo>
                    <a:cubicBezTo>
                      <a:pt x="6" y="11"/>
                      <a:pt x="5" y="9"/>
                      <a:pt x="5" y="7"/>
                    </a:cubicBezTo>
                    <a:cubicBezTo>
                      <a:pt x="4" y="5"/>
                      <a:pt x="4" y="3"/>
                      <a:pt x="3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7" name="Freeform 472">
                <a:extLst>
                  <a:ext uri="{FF2B5EF4-FFF2-40B4-BE49-F238E27FC236}">
                    <a16:creationId xmlns:a16="http://schemas.microsoft.com/office/drawing/2014/main" id="{8DA56EE4-1440-430F-A3AE-5C460D93F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3578"/>
                <a:ext cx="28" cy="30"/>
              </a:xfrm>
              <a:custGeom>
                <a:avLst/>
                <a:gdLst>
                  <a:gd name="T0" fmla="*/ 0 w 11"/>
                  <a:gd name="T1" fmla="*/ 33 h 12"/>
                  <a:gd name="T2" fmla="*/ 130 w 11"/>
                  <a:gd name="T3" fmla="*/ 188 h 12"/>
                  <a:gd name="T4" fmla="*/ 181 w 11"/>
                  <a:gd name="T5" fmla="*/ 158 h 12"/>
                  <a:gd name="T6" fmla="*/ 51 w 11"/>
                  <a:gd name="T7" fmla="*/ 0 h 12"/>
                  <a:gd name="T8" fmla="*/ 0 w 11"/>
                  <a:gd name="T9" fmla="*/ 3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0" y="2"/>
                    </a:moveTo>
                    <a:cubicBezTo>
                      <a:pt x="2" y="6"/>
                      <a:pt x="6" y="9"/>
                      <a:pt x="8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6"/>
                      <a:pt x="5" y="3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8" name="Freeform 473">
                <a:extLst>
                  <a:ext uri="{FF2B5EF4-FFF2-40B4-BE49-F238E27FC236}">
                    <a16:creationId xmlns:a16="http://schemas.microsoft.com/office/drawing/2014/main" id="{B0501A81-1BC5-46A6-BC86-E688725E4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3671"/>
                <a:ext cx="35" cy="20"/>
              </a:xfrm>
              <a:custGeom>
                <a:avLst/>
                <a:gdLst>
                  <a:gd name="T0" fmla="*/ 33 w 14"/>
                  <a:gd name="T1" fmla="*/ 125 h 8"/>
                  <a:gd name="T2" fmla="*/ 125 w 14"/>
                  <a:gd name="T3" fmla="*/ 95 h 8"/>
                  <a:gd name="T4" fmla="*/ 220 w 14"/>
                  <a:gd name="T5" fmla="*/ 33 h 8"/>
                  <a:gd name="T6" fmla="*/ 158 w 14"/>
                  <a:gd name="T7" fmla="*/ 0 h 8"/>
                  <a:gd name="T8" fmla="*/ 95 w 14"/>
                  <a:gd name="T9" fmla="*/ 33 h 8"/>
                  <a:gd name="T10" fmla="*/ 0 w 14"/>
                  <a:gd name="T11" fmla="*/ 63 h 8"/>
                  <a:gd name="T12" fmla="*/ 33 w 14"/>
                  <a:gd name="T13" fmla="*/ 12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2" y="8"/>
                    </a:moveTo>
                    <a:cubicBezTo>
                      <a:pt x="3" y="7"/>
                      <a:pt x="5" y="7"/>
                      <a:pt x="8" y="6"/>
                    </a:cubicBezTo>
                    <a:cubicBezTo>
                      <a:pt x="10" y="5"/>
                      <a:pt x="12" y="4"/>
                      <a:pt x="14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8" y="2"/>
                      <a:pt x="6" y="2"/>
                    </a:cubicBezTo>
                    <a:cubicBezTo>
                      <a:pt x="5" y="3"/>
                      <a:pt x="2" y="3"/>
                      <a:pt x="0" y="4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9" name="Freeform 474">
                <a:extLst>
                  <a:ext uri="{FF2B5EF4-FFF2-40B4-BE49-F238E27FC236}">
                    <a16:creationId xmlns:a16="http://schemas.microsoft.com/office/drawing/2014/main" id="{128AB772-9F73-4F14-8F0D-83B15E9EE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3693"/>
                <a:ext cx="30" cy="28"/>
              </a:xfrm>
              <a:custGeom>
                <a:avLst/>
                <a:gdLst>
                  <a:gd name="T0" fmla="*/ 63 w 12"/>
                  <a:gd name="T1" fmla="*/ 181 h 11"/>
                  <a:gd name="T2" fmla="*/ 63 w 12"/>
                  <a:gd name="T3" fmla="*/ 181 h 11"/>
                  <a:gd name="T4" fmla="*/ 95 w 12"/>
                  <a:gd name="T5" fmla="*/ 117 h 11"/>
                  <a:gd name="T6" fmla="*/ 125 w 12"/>
                  <a:gd name="T7" fmla="*/ 84 h 11"/>
                  <a:gd name="T8" fmla="*/ 125 w 12"/>
                  <a:gd name="T9" fmla="*/ 64 h 11"/>
                  <a:gd name="T10" fmla="*/ 145 w 12"/>
                  <a:gd name="T11" fmla="*/ 64 h 11"/>
                  <a:gd name="T12" fmla="*/ 125 w 12"/>
                  <a:gd name="T13" fmla="*/ 64 h 11"/>
                  <a:gd name="T14" fmla="*/ 125 w 12"/>
                  <a:gd name="T15" fmla="*/ 64 h 11"/>
                  <a:gd name="T16" fmla="*/ 145 w 12"/>
                  <a:gd name="T17" fmla="*/ 64 h 11"/>
                  <a:gd name="T18" fmla="*/ 125 w 12"/>
                  <a:gd name="T19" fmla="*/ 64 h 11"/>
                  <a:gd name="T20" fmla="*/ 125 w 12"/>
                  <a:gd name="T21" fmla="*/ 64 h 11"/>
                  <a:gd name="T22" fmla="*/ 125 w 12"/>
                  <a:gd name="T23" fmla="*/ 64 h 11"/>
                  <a:gd name="T24" fmla="*/ 125 w 12"/>
                  <a:gd name="T25" fmla="*/ 64 h 11"/>
                  <a:gd name="T26" fmla="*/ 125 w 12"/>
                  <a:gd name="T27" fmla="*/ 64 h 11"/>
                  <a:gd name="T28" fmla="*/ 125 w 12"/>
                  <a:gd name="T29" fmla="*/ 64 h 11"/>
                  <a:gd name="T30" fmla="*/ 125 w 12"/>
                  <a:gd name="T31" fmla="*/ 64 h 11"/>
                  <a:gd name="T32" fmla="*/ 125 w 12"/>
                  <a:gd name="T33" fmla="*/ 64 h 11"/>
                  <a:gd name="T34" fmla="*/ 125 w 12"/>
                  <a:gd name="T35" fmla="*/ 64 h 11"/>
                  <a:gd name="T36" fmla="*/ 125 w 12"/>
                  <a:gd name="T37" fmla="*/ 64 h 11"/>
                  <a:gd name="T38" fmla="*/ 125 w 12"/>
                  <a:gd name="T39" fmla="*/ 64 h 11"/>
                  <a:gd name="T40" fmla="*/ 125 w 12"/>
                  <a:gd name="T41" fmla="*/ 64 h 11"/>
                  <a:gd name="T42" fmla="*/ 125 w 12"/>
                  <a:gd name="T43" fmla="*/ 64 h 11"/>
                  <a:gd name="T44" fmla="*/ 188 w 12"/>
                  <a:gd name="T45" fmla="*/ 33 h 11"/>
                  <a:gd name="T46" fmla="*/ 158 w 12"/>
                  <a:gd name="T47" fmla="*/ 20 h 11"/>
                  <a:gd name="T48" fmla="*/ 125 w 12"/>
                  <a:gd name="T49" fmla="*/ 0 h 11"/>
                  <a:gd name="T50" fmla="*/ 83 w 12"/>
                  <a:gd name="T51" fmla="*/ 33 h 11"/>
                  <a:gd name="T52" fmla="*/ 33 w 12"/>
                  <a:gd name="T53" fmla="*/ 117 h 11"/>
                  <a:gd name="T54" fmla="*/ 20 w 12"/>
                  <a:gd name="T55" fmla="*/ 150 h 11"/>
                  <a:gd name="T56" fmla="*/ 0 w 12"/>
                  <a:gd name="T57" fmla="*/ 181 h 11"/>
                  <a:gd name="T58" fmla="*/ 63 w 12"/>
                  <a:gd name="T59" fmla="*/ 181 h 1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" h="11">
                    <a:moveTo>
                      <a:pt x="4" y="11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8"/>
                      <a:pt x="6" y="7"/>
                    </a:cubicBezTo>
                    <a:cubicBezTo>
                      <a:pt x="7" y="6"/>
                      <a:pt x="7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1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0" y="10"/>
                      <a:pt x="0" y="11"/>
                      <a:pt x="0" y="11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0" name="Freeform 475">
                <a:extLst>
                  <a:ext uri="{FF2B5EF4-FFF2-40B4-BE49-F238E27FC236}">
                    <a16:creationId xmlns:a16="http://schemas.microsoft.com/office/drawing/2014/main" id="{3E3FA383-E7E0-466A-A86D-C5F199EAE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706"/>
                <a:ext cx="45" cy="40"/>
              </a:xfrm>
              <a:custGeom>
                <a:avLst/>
                <a:gdLst>
                  <a:gd name="T0" fmla="*/ 175 w 18"/>
                  <a:gd name="T1" fmla="*/ 63 h 16"/>
                  <a:gd name="T2" fmla="*/ 188 w 18"/>
                  <a:gd name="T3" fmla="*/ 63 h 16"/>
                  <a:gd name="T4" fmla="*/ 220 w 18"/>
                  <a:gd name="T5" fmla="*/ 158 h 16"/>
                  <a:gd name="T6" fmla="*/ 220 w 18"/>
                  <a:gd name="T7" fmla="*/ 188 h 16"/>
                  <a:gd name="T8" fmla="*/ 220 w 18"/>
                  <a:gd name="T9" fmla="*/ 188 h 16"/>
                  <a:gd name="T10" fmla="*/ 208 w 18"/>
                  <a:gd name="T11" fmla="*/ 188 h 16"/>
                  <a:gd name="T12" fmla="*/ 158 w 18"/>
                  <a:gd name="T13" fmla="*/ 175 h 16"/>
                  <a:gd name="T14" fmla="*/ 95 w 18"/>
                  <a:gd name="T15" fmla="*/ 113 h 16"/>
                  <a:gd name="T16" fmla="*/ 83 w 18"/>
                  <a:gd name="T17" fmla="*/ 63 h 16"/>
                  <a:gd name="T18" fmla="*/ 63 w 18"/>
                  <a:gd name="T19" fmla="*/ 50 h 16"/>
                  <a:gd name="T20" fmla="*/ 0 w 18"/>
                  <a:gd name="T21" fmla="*/ 50 h 16"/>
                  <a:gd name="T22" fmla="*/ 33 w 18"/>
                  <a:gd name="T23" fmla="*/ 113 h 16"/>
                  <a:gd name="T24" fmla="*/ 95 w 18"/>
                  <a:gd name="T25" fmla="*/ 208 h 16"/>
                  <a:gd name="T26" fmla="*/ 208 w 18"/>
                  <a:gd name="T27" fmla="*/ 250 h 16"/>
                  <a:gd name="T28" fmla="*/ 238 w 18"/>
                  <a:gd name="T29" fmla="*/ 250 h 16"/>
                  <a:gd name="T30" fmla="*/ 283 w 18"/>
                  <a:gd name="T31" fmla="*/ 220 h 16"/>
                  <a:gd name="T32" fmla="*/ 283 w 18"/>
                  <a:gd name="T33" fmla="*/ 158 h 16"/>
                  <a:gd name="T34" fmla="*/ 270 w 18"/>
                  <a:gd name="T35" fmla="*/ 63 h 16"/>
                  <a:gd name="T36" fmla="*/ 238 w 18"/>
                  <a:gd name="T37" fmla="*/ 33 h 16"/>
                  <a:gd name="T38" fmla="*/ 188 w 18"/>
                  <a:gd name="T39" fmla="*/ 0 h 16"/>
                  <a:gd name="T40" fmla="*/ 175 w 18"/>
                  <a:gd name="T41" fmla="*/ 63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" h="16">
                    <a:moveTo>
                      <a:pt x="11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3" y="5"/>
                      <a:pt x="14" y="8"/>
                      <a:pt x="14" y="10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0" y="11"/>
                    </a:cubicBezTo>
                    <a:cubicBezTo>
                      <a:pt x="9" y="10"/>
                      <a:pt x="7" y="8"/>
                      <a:pt x="6" y="7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5"/>
                      <a:pt x="2" y="7"/>
                    </a:cubicBezTo>
                    <a:cubicBezTo>
                      <a:pt x="3" y="9"/>
                      <a:pt x="4" y="11"/>
                      <a:pt x="6" y="13"/>
                    </a:cubicBezTo>
                    <a:cubicBezTo>
                      <a:pt x="8" y="15"/>
                      <a:pt x="10" y="16"/>
                      <a:pt x="13" y="16"/>
                    </a:cubicBezTo>
                    <a:cubicBezTo>
                      <a:pt x="14" y="16"/>
                      <a:pt x="14" y="16"/>
                      <a:pt x="15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8"/>
                      <a:pt x="18" y="6"/>
                      <a:pt x="17" y="4"/>
                    </a:cubicBezTo>
                    <a:cubicBezTo>
                      <a:pt x="16" y="3"/>
                      <a:pt x="16" y="2"/>
                      <a:pt x="15" y="2"/>
                    </a:cubicBezTo>
                    <a:cubicBezTo>
                      <a:pt x="14" y="1"/>
                      <a:pt x="14" y="0"/>
                      <a:pt x="12" y="0"/>
                    </a:cubicBez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1" name="Freeform 476">
                <a:extLst>
                  <a:ext uri="{FF2B5EF4-FFF2-40B4-BE49-F238E27FC236}">
                    <a16:creationId xmlns:a16="http://schemas.microsoft.com/office/drawing/2014/main" id="{D0266823-5BE5-4408-BD32-31B6EC26D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505"/>
                <a:ext cx="10" cy="33"/>
              </a:xfrm>
              <a:custGeom>
                <a:avLst/>
                <a:gdLst>
                  <a:gd name="T0" fmla="*/ 0 w 4"/>
                  <a:gd name="T1" fmla="*/ 33 h 13"/>
                  <a:gd name="T2" fmla="*/ 0 w 4"/>
                  <a:gd name="T3" fmla="*/ 96 h 13"/>
                  <a:gd name="T4" fmla="*/ 0 w 4"/>
                  <a:gd name="T5" fmla="*/ 213 h 13"/>
                  <a:gd name="T6" fmla="*/ 63 w 4"/>
                  <a:gd name="T7" fmla="*/ 213 h 13"/>
                  <a:gd name="T8" fmla="*/ 63 w 4"/>
                  <a:gd name="T9" fmla="*/ 96 h 13"/>
                  <a:gd name="T10" fmla="*/ 50 w 4"/>
                  <a:gd name="T11" fmla="*/ 0 h 13"/>
                  <a:gd name="T12" fmla="*/ 0 w 4"/>
                  <a:gd name="T13" fmla="*/ 3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3">
                    <a:moveTo>
                      <a:pt x="0" y="2"/>
                    </a:moveTo>
                    <a:cubicBezTo>
                      <a:pt x="0" y="2"/>
                      <a:pt x="1" y="4"/>
                      <a:pt x="0" y="6"/>
                    </a:cubicBezTo>
                    <a:cubicBezTo>
                      <a:pt x="1" y="8"/>
                      <a:pt x="0" y="11"/>
                      <a:pt x="0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1"/>
                      <a:pt x="4" y="8"/>
                      <a:pt x="4" y="6"/>
                    </a:cubicBezTo>
                    <a:cubicBezTo>
                      <a:pt x="4" y="4"/>
                      <a:pt x="4" y="2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2" name="Freeform 477">
                <a:extLst>
                  <a:ext uri="{FF2B5EF4-FFF2-40B4-BE49-F238E27FC236}">
                    <a16:creationId xmlns:a16="http://schemas.microsoft.com/office/drawing/2014/main" id="{C9416A78-7CF7-433B-A240-7C8D135E8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525"/>
                <a:ext cx="25" cy="33"/>
              </a:xfrm>
              <a:custGeom>
                <a:avLst/>
                <a:gdLst>
                  <a:gd name="T0" fmla="*/ 0 w 10"/>
                  <a:gd name="T1" fmla="*/ 51 h 13"/>
                  <a:gd name="T2" fmla="*/ 63 w 10"/>
                  <a:gd name="T3" fmla="*/ 129 h 13"/>
                  <a:gd name="T4" fmla="*/ 113 w 10"/>
                  <a:gd name="T5" fmla="*/ 213 h 13"/>
                  <a:gd name="T6" fmla="*/ 158 w 10"/>
                  <a:gd name="T7" fmla="*/ 193 h 13"/>
                  <a:gd name="T8" fmla="*/ 113 w 10"/>
                  <a:gd name="T9" fmla="*/ 96 h 13"/>
                  <a:gd name="T10" fmla="*/ 33 w 10"/>
                  <a:gd name="T11" fmla="*/ 0 h 13"/>
                  <a:gd name="T12" fmla="*/ 0 w 10"/>
                  <a:gd name="T13" fmla="*/ 5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0" y="3"/>
                    </a:moveTo>
                    <a:cubicBezTo>
                      <a:pt x="1" y="4"/>
                      <a:pt x="3" y="6"/>
                      <a:pt x="4" y="8"/>
                    </a:cubicBezTo>
                    <a:cubicBezTo>
                      <a:pt x="5" y="9"/>
                      <a:pt x="6" y="12"/>
                      <a:pt x="7" y="13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0"/>
                      <a:pt x="8" y="8"/>
                      <a:pt x="7" y="6"/>
                    </a:cubicBezTo>
                    <a:cubicBezTo>
                      <a:pt x="6" y="3"/>
                      <a:pt x="5" y="1"/>
                      <a:pt x="2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3" name="Freeform 478">
                <a:extLst>
                  <a:ext uri="{FF2B5EF4-FFF2-40B4-BE49-F238E27FC236}">
                    <a16:creationId xmlns:a16="http://schemas.microsoft.com/office/drawing/2014/main" id="{9C56F36C-B22D-4204-B678-9E29F79D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3636"/>
                <a:ext cx="38" cy="20"/>
              </a:xfrm>
              <a:custGeom>
                <a:avLst/>
                <a:gdLst>
                  <a:gd name="T0" fmla="*/ 0 w 15"/>
                  <a:gd name="T1" fmla="*/ 50 h 8"/>
                  <a:gd name="T2" fmla="*/ 225 w 15"/>
                  <a:gd name="T3" fmla="*/ 125 h 8"/>
                  <a:gd name="T4" fmla="*/ 243 w 15"/>
                  <a:gd name="T5" fmla="*/ 125 h 8"/>
                  <a:gd name="T6" fmla="*/ 225 w 15"/>
                  <a:gd name="T7" fmla="*/ 63 h 8"/>
                  <a:gd name="T8" fmla="*/ 225 w 15"/>
                  <a:gd name="T9" fmla="*/ 63 h 8"/>
                  <a:gd name="T10" fmla="*/ 20 w 15"/>
                  <a:gd name="T11" fmla="*/ 0 h 8"/>
                  <a:gd name="T12" fmla="*/ 0 w 15"/>
                  <a:gd name="T13" fmla="*/ 5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8">
                    <a:moveTo>
                      <a:pt x="0" y="3"/>
                    </a:moveTo>
                    <a:cubicBezTo>
                      <a:pt x="3" y="5"/>
                      <a:pt x="9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0" y="4"/>
                      <a:pt x="5" y="2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4" name="Freeform 479">
                <a:extLst>
                  <a:ext uri="{FF2B5EF4-FFF2-40B4-BE49-F238E27FC236}">
                    <a16:creationId xmlns:a16="http://schemas.microsoft.com/office/drawing/2014/main" id="{ADAAF9FE-2F85-4FDC-BF0C-39C6FB9BA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590"/>
                <a:ext cx="15" cy="36"/>
              </a:xfrm>
              <a:custGeom>
                <a:avLst/>
                <a:gdLst>
                  <a:gd name="T0" fmla="*/ 0 w 6"/>
                  <a:gd name="T1" fmla="*/ 54 h 14"/>
                  <a:gd name="T2" fmla="*/ 33 w 6"/>
                  <a:gd name="T3" fmla="*/ 139 h 14"/>
                  <a:gd name="T4" fmla="*/ 33 w 6"/>
                  <a:gd name="T5" fmla="*/ 239 h 14"/>
                  <a:gd name="T6" fmla="*/ 95 w 6"/>
                  <a:gd name="T7" fmla="*/ 239 h 14"/>
                  <a:gd name="T8" fmla="*/ 95 w 6"/>
                  <a:gd name="T9" fmla="*/ 118 h 14"/>
                  <a:gd name="T10" fmla="*/ 33 w 6"/>
                  <a:gd name="T11" fmla="*/ 0 h 14"/>
                  <a:gd name="T12" fmla="*/ 0 w 6"/>
                  <a:gd name="T13" fmla="*/ 5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4">
                    <a:moveTo>
                      <a:pt x="0" y="3"/>
                    </a:moveTo>
                    <a:cubicBezTo>
                      <a:pt x="1" y="4"/>
                      <a:pt x="2" y="6"/>
                      <a:pt x="2" y="8"/>
                    </a:cubicBezTo>
                    <a:cubicBezTo>
                      <a:pt x="2" y="10"/>
                      <a:pt x="2" y="12"/>
                      <a:pt x="2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0"/>
                      <a:pt x="6" y="7"/>
                    </a:cubicBezTo>
                    <a:cubicBezTo>
                      <a:pt x="5" y="5"/>
                      <a:pt x="5" y="2"/>
                      <a:pt x="2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5" name="Freeform 480">
                <a:extLst>
                  <a:ext uri="{FF2B5EF4-FFF2-40B4-BE49-F238E27FC236}">
                    <a16:creationId xmlns:a16="http://schemas.microsoft.com/office/drawing/2014/main" id="{649497BA-53BF-4EE4-9A59-A0E99A658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593"/>
                <a:ext cx="29" cy="30"/>
              </a:xfrm>
              <a:custGeom>
                <a:avLst/>
                <a:gdLst>
                  <a:gd name="T0" fmla="*/ 0 w 12"/>
                  <a:gd name="T1" fmla="*/ 158 h 12"/>
                  <a:gd name="T2" fmla="*/ 12 w 12"/>
                  <a:gd name="T3" fmla="*/ 145 h 12"/>
                  <a:gd name="T4" fmla="*/ 0 w 12"/>
                  <a:gd name="T5" fmla="*/ 145 h 12"/>
                  <a:gd name="T6" fmla="*/ 0 w 12"/>
                  <a:gd name="T7" fmla="*/ 158 h 12"/>
                  <a:gd name="T8" fmla="*/ 12 w 12"/>
                  <a:gd name="T9" fmla="*/ 145 h 12"/>
                  <a:gd name="T10" fmla="*/ 0 w 12"/>
                  <a:gd name="T11" fmla="*/ 145 h 12"/>
                  <a:gd name="T12" fmla="*/ 12 w 12"/>
                  <a:gd name="T13" fmla="*/ 145 h 12"/>
                  <a:gd name="T14" fmla="*/ 0 w 12"/>
                  <a:gd name="T15" fmla="*/ 145 h 12"/>
                  <a:gd name="T16" fmla="*/ 0 w 12"/>
                  <a:gd name="T17" fmla="*/ 145 h 12"/>
                  <a:gd name="T18" fmla="*/ 12 w 12"/>
                  <a:gd name="T19" fmla="*/ 145 h 12"/>
                  <a:gd name="T20" fmla="*/ 0 w 12"/>
                  <a:gd name="T21" fmla="*/ 145 h 12"/>
                  <a:gd name="T22" fmla="*/ 0 w 12"/>
                  <a:gd name="T23" fmla="*/ 145 h 12"/>
                  <a:gd name="T24" fmla="*/ 0 w 12"/>
                  <a:gd name="T25" fmla="*/ 145 h 12"/>
                  <a:gd name="T26" fmla="*/ 0 w 12"/>
                  <a:gd name="T27" fmla="*/ 145 h 12"/>
                  <a:gd name="T28" fmla="*/ 0 w 12"/>
                  <a:gd name="T29" fmla="*/ 145 h 12"/>
                  <a:gd name="T30" fmla="*/ 0 w 12"/>
                  <a:gd name="T31" fmla="*/ 145 h 12"/>
                  <a:gd name="T32" fmla="*/ 0 w 12"/>
                  <a:gd name="T33" fmla="*/ 158 h 12"/>
                  <a:gd name="T34" fmla="*/ 0 w 12"/>
                  <a:gd name="T35" fmla="*/ 175 h 12"/>
                  <a:gd name="T36" fmla="*/ 12 w 12"/>
                  <a:gd name="T37" fmla="*/ 188 h 12"/>
                  <a:gd name="T38" fmla="*/ 29 w 12"/>
                  <a:gd name="T39" fmla="*/ 188 h 12"/>
                  <a:gd name="T40" fmla="*/ 29 w 12"/>
                  <a:gd name="T41" fmla="*/ 188 h 12"/>
                  <a:gd name="T42" fmla="*/ 41 w 12"/>
                  <a:gd name="T43" fmla="*/ 188 h 12"/>
                  <a:gd name="T44" fmla="*/ 41 w 12"/>
                  <a:gd name="T45" fmla="*/ 175 h 12"/>
                  <a:gd name="T46" fmla="*/ 111 w 12"/>
                  <a:gd name="T47" fmla="*/ 113 h 12"/>
                  <a:gd name="T48" fmla="*/ 169 w 12"/>
                  <a:gd name="T49" fmla="*/ 20 h 12"/>
                  <a:gd name="T50" fmla="*/ 111 w 12"/>
                  <a:gd name="T51" fmla="*/ 0 h 12"/>
                  <a:gd name="T52" fmla="*/ 70 w 12"/>
                  <a:gd name="T53" fmla="*/ 63 h 12"/>
                  <a:gd name="T54" fmla="*/ 12 w 12"/>
                  <a:gd name="T55" fmla="*/ 125 h 12"/>
                  <a:gd name="T56" fmla="*/ 29 w 12"/>
                  <a:gd name="T57" fmla="*/ 158 h 12"/>
                  <a:gd name="T58" fmla="*/ 29 w 12"/>
                  <a:gd name="T59" fmla="*/ 125 h 12"/>
                  <a:gd name="T60" fmla="*/ 29 w 12"/>
                  <a:gd name="T61" fmla="*/ 125 h 12"/>
                  <a:gd name="T62" fmla="*/ 29 w 12"/>
                  <a:gd name="T63" fmla="*/ 145 h 12"/>
                  <a:gd name="T64" fmla="*/ 41 w 12"/>
                  <a:gd name="T65" fmla="*/ 125 h 12"/>
                  <a:gd name="T66" fmla="*/ 29 w 12"/>
                  <a:gd name="T67" fmla="*/ 125 h 12"/>
                  <a:gd name="T68" fmla="*/ 29 w 12"/>
                  <a:gd name="T69" fmla="*/ 145 h 12"/>
                  <a:gd name="T70" fmla="*/ 41 w 12"/>
                  <a:gd name="T71" fmla="*/ 125 h 12"/>
                  <a:gd name="T72" fmla="*/ 29 w 12"/>
                  <a:gd name="T73" fmla="*/ 158 h 12"/>
                  <a:gd name="T74" fmla="*/ 41 w 12"/>
                  <a:gd name="T75" fmla="*/ 145 h 12"/>
                  <a:gd name="T76" fmla="*/ 41 w 12"/>
                  <a:gd name="T77" fmla="*/ 125 h 12"/>
                  <a:gd name="T78" fmla="*/ 29 w 12"/>
                  <a:gd name="T79" fmla="*/ 158 h 12"/>
                  <a:gd name="T80" fmla="*/ 41 w 12"/>
                  <a:gd name="T81" fmla="*/ 145 h 12"/>
                  <a:gd name="T82" fmla="*/ 29 w 12"/>
                  <a:gd name="T83" fmla="*/ 158 h 12"/>
                  <a:gd name="T84" fmla="*/ 58 w 12"/>
                  <a:gd name="T85" fmla="*/ 158 h 12"/>
                  <a:gd name="T86" fmla="*/ 41 w 12"/>
                  <a:gd name="T87" fmla="*/ 145 h 12"/>
                  <a:gd name="T88" fmla="*/ 29 w 12"/>
                  <a:gd name="T89" fmla="*/ 158 h 12"/>
                  <a:gd name="T90" fmla="*/ 58 w 12"/>
                  <a:gd name="T91" fmla="*/ 158 h 12"/>
                  <a:gd name="T92" fmla="*/ 29 w 12"/>
                  <a:gd name="T93" fmla="*/ 158 h 12"/>
                  <a:gd name="T94" fmla="*/ 58 w 12"/>
                  <a:gd name="T95" fmla="*/ 158 h 12"/>
                  <a:gd name="T96" fmla="*/ 58 w 12"/>
                  <a:gd name="T97" fmla="*/ 158 h 12"/>
                  <a:gd name="T98" fmla="*/ 29 w 12"/>
                  <a:gd name="T99" fmla="*/ 158 h 12"/>
                  <a:gd name="T100" fmla="*/ 58 w 12"/>
                  <a:gd name="T101" fmla="*/ 158 h 12"/>
                  <a:gd name="T102" fmla="*/ 41 w 12"/>
                  <a:gd name="T103" fmla="*/ 158 h 12"/>
                  <a:gd name="T104" fmla="*/ 58 w 12"/>
                  <a:gd name="T105" fmla="*/ 158 h 12"/>
                  <a:gd name="T106" fmla="*/ 58 w 12"/>
                  <a:gd name="T107" fmla="*/ 158 h 12"/>
                  <a:gd name="T108" fmla="*/ 41 w 12"/>
                  <a:gd name="T109" fmla="*/ 158 h 12"/>
                  <a:gd name="T110" fmla="*/ 58 w 12"/>
                  <a:gd name="T111" fmla="*/ 158 h 12"/>
                  <a:gd name="T112" fmla="*/ 58 w 12"/>
                  <a:gd name="T113" fmla="*/ 145 h 12"/>
                  <a:gd name="T114" fmla="*/ 41 w 12"/>
                  <a:gd name="T115" fmla="*/ 125 h 12"/>
                  <a:gd name="T116" fmla="*/ 0 w 12"/>
                  <a:gd name="T117" fmla="*/ 158 h 1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0" y="11"/>
                      <a:pt x="1" y="11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0"/>
                      <a:pt x="7" y="9"/>
                      <a:pt x="8" y="7"/>
                    </a:cubicBezTo>
                    <a:cubicBezTo>
                      <a:pt x="10" y="5"/>
                      <a:pt x="11" y="3"/>
                      <a:pt x="12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7" y="3"/>
                      <a:pt x="5" y="4"/>
                    </a:cubicBezTo>
                    <a:cubicBezTo>
                      <a:pt x="4" y="6"/>
                      <a:pt x="2" y="7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4" y="9"/>
                      <a:pt x="4" y="8"/>
                      <a:pt x="3" y="8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6" name="Freeform 481">
                <a:extLst>
                  <a:ext uri="{FF2B5EF4-FFF2-40B4-BE49-F238E27FC236}">
                    <a16:creationId xmlns:a16="http://schemas.microsoft.com/office/drawing/2014/main" id="{A3A24175-F184-4E3B-8902-DDBC73AE3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693"/>
                <a:ext cx="45" cy="40"/>
              </a:xfrm>
              <a:custGeom>
                <a:avLst/>
                <a:gdLst>
                  <a:gd name="T0" fmla="*/ 0 w 18"/>
                  <a:gd name="T1" fmla="*/ 208 h 16"/>
                  <a:gd name="T2" fmla="*/ 33 w 18"/>
                  <a:gd name="T3" fmla="*/ 208 h 16"/>
                  <a:gd name="T4" fmla="*/ 95 w 18"/>
                  <a:gd name="T5" fmla="*/ 238 h 16"/>
                  <a:gd name="T6" fmla="*/ 188 w 18"/>
                  <a:gd name="T7" fmla="*/ 250 h 16"/>
                  <a:gd name="T8" fmla="*/ 220 w 18"/>
                  <a:gd name="T9" fmla="*/ 238 h 16"/>
                  <a:gd name="T10" fmla="*/ 270 w 18"/>
                  <a:gd name="T11" fmla="*/ 208 h 16"/>
                  <a:gd name="T12" fmla="*/ 283 w 18"/>
                  <a:gd name="T13" fmla="*/ 158 h 16"/>
                  <a:gd name="T14" fmla="*/ 270 w 18"/>
                  <a:gd name="T15" fmla="*/ 125 h 16"/>
                  <a:gd name="T16" fmla="*/ 208 w 18"/>
                  <a:gd name="T17" fmla="*/ 63 h 16"/>
                  <a:gd name="T18" fmla="*/ 113 w 18"/>
                  <a:gd name="T19" fmla="*/ 20 h 16"/>
                  <a:gd name="T20" fmla="*/ 63 w 18"/>
                  <a:gd name="T21" fmla="*/ 0 h 16"/>
                  <a:gd name="T22" fmla="*/ 50 w 18"/>
                  <a:gd name="T23" fmla="*/ 0 h 16"/>
                  <a:gd name="T24" fmla="*/ 20 w 18"/>
                  <a:gd name="T25" fmla="*/ 50 h 16"/>
                  <a:gd name="T26" fmla="*/ 33 w 18"/>
                  <a:gd name="T27" fmla="*/ 63 h 16"/>
                  <a:gd name="T28" fmla="*/ 158 w 18"/>
                  <a:gd name="T29" fmla="*/ 113 h 16"/>
                  <a:gd name="T30" fmla="*/ 208 w 18"/>
                  <a:gd name="T31" fmla="*/ 145 h 16"/>
                  <a:gd name="T32" fmla="*/ 220 w 18"/>
                  <a:gd name="T33" fmla="*/ 158 h 16"/>
                  <a:gd name="T34" fmla="*/ 208 w 18"/>
                  <a:gd name="T35" fmla="*/ 175 h 16"/>
                  <a:gd name="T36" fmla="*/ 208 w 18"/>
                  <a:gd name="T37" fmla="*/ 175 h 16"/>
                  <a:gd name="T38" fmla="*/ 188 w 18"/>
                  <a:gd name="T39" fmla="*/ 188 h 16"/>
                  <a:gd name="T40" fmla="*/ 95 w 18"/>
                  <a:gd name="T41" fmla="*/ 158 h 16"/>
                  <a:gd name="T42" fmla="*/ 50 w 18"/>
                  <a:gd name="T43" fmla="*/ 145 h 16"/>
                  <a:gd name="T44" fmla="*/ 0 w 18"/>
                  <a:gd name="T45" fmla="*/ 145 h 16"/>
                  <a:gd name="T46" fmla="*/ 0 w 18"/>
                  <a:gd name="T47" fmla="*/ 208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" h="16">
                    <a:moveTo>
                      <a:pt x="0" y="13"/>
                    </a:moveTo>
                    <a:cubicBezTo>
                      <a:pt x="0" y="12"/>
                      <a:pt x="1" y="13"/>
                      <a:pt x="2" y="13"/>
                    </a:cubicBezTo>
                    <a:cubicBezTo>
                      <a:pt x="3" y="13"/>
                      <a:pt x="5" y="14"/>
                      <a:pt x="6" y="15"/>
                    </a:cubicBezTo>
                    <a:cubicBezTo>
                      <a:pt x="8" y="15"/>
                      <a:pt x="10" y="16"/>
                      <a:pt x="12" y="16"/>
                    </a:cubicBezTo>
                    <a:cubicBezTo>
                      <a:pt x="13" y="16"/>
                      <a:pt x="13" y="16"/>
                      <a:pt x="14" y="15"/>
                    </a:cubicBezTo>
                    <a:cubicBezTo>
                      <a:pt x="15" y="15"/>
                      <a:pt x="16" y="14"/>
                      <a:pt x="17" y="13"/>
                    </a:cubicBezTo>
                    <a:cubicBezTo>
                      <a:pt x="17" y="12"/>
                      <a:pt x="18" y="11"/>
                      <a:pt x="18" y="10"/>
                    </a:cubicBezTo>
                    <a:cubicBezTo>
                      <a:pt x="18" y="9"/>
                      <a:pt x="17" y="8"/>
                      <a:pt x="17" y="8"/>
                    </a:cubicBezTo>
                    <a:cubicBezTo>
                      <a:pt x="16" y="6"/>
                      <a:pt x="15" y="5"/>
                      <a:pt x="13" y="4"/>
                    </a:cubicBezTo>
                    <a:cubicBezTo>
                      <a:pt x="11" y="3"/>
                      <a:pt x="9" y="2"/>
                      <a:pt x="7" y="1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4" y="5"/>
                      <a:pt x="7" y="6"/>
                      <a:pt x="10" y="7"/>
                    </a:cubicBezTo>
                    <a:cubicBezTo>
                      <a:pt x="11" y="8"/>
                      <a:pt x="12" y="8"/>
                      <a:pt x="13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0" y="12"/>
                      <a:pt x="8" y="11"/>
                      <a:pt x="6" y="10"/>
                    </a:cubicBezTo>
                    <a:cubicBezTo>
                      <a:pt x="5" y="10"/>
                      <a:pt x="4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7" name="Freeform 482">
                <a:extLst>
                  <a:ext uri="{FF2B5EF4-FFF2-40B4-BE49-F238E27FC236}">
                    <a16:creationId xmlns:a16="http://schemas.microsoft.com/office/drawing/2014/main" id="{0FA01F8A-6A51-42AE-8D72-C0EAE3E19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646"/>
                <a:ext cx="35" cy="30"/>
              </a:xfrm>
              <a:custGeom>
                <a:avLst/>
                <a:gdLst>
                  <a:gd name="T0" fmla="*/ 63 w 14"/>
                  <a:gd name="T1" fmla="*/ 188 h 12"/>
                  <a:gd name="T2" fmla="*/ 125 w 14"/>
                  <a:gd name="T3" fmla="*/ 125 h 12"/>
                  <a:gd name="T4" fmla="*/ 220 w 14"/>
                  <a:gd name="T5" fmla="*/ 33 h 12"/>
                  <a:gd name="T6" fmla="*/ 175 w 14"/>
                  <a:gd name="T7" fmla="*/ 0 h 12"/>
                  <a:gd name="T8" fmla="*/ 83 w 14"/>
                  <a:gd name="T9" fmla="*/ 63 h 12"/>
                  <a:gd name="T10" fmla="*/ 0 w 14"/>
                  <a:gd name="T11" fmla="*/ 175 h 12"/>
                  <a:gd name="T12" fmla="*/ 63 w 14"/>
                  <a:gd name="T13" fmla="*/ 18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4" y="12"/>
                    </a:moveTo>
                    <a:cubicBezTo>
                      <a:pt x="4" y="11"/>
                      <a:pt x="6" y="9"/>
                      <a:pt x="8" y="8"/>
                    </a:cubicBezTo>
                    <a:cubicBezTo>
                      <a:pt x="10" y="6"/>
                      <a:pt x="12" y="5"/>
                      <a:pt x="14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8" y="3"/>
                      <a:pt x="5" y="4"/>
                    </a:cubicBezTo>
                    <a:cubicBezTo>
                      <a:pt x="3" y="6"/>
                      <a:pt x="1" y="8"/>
                      <a:pt x="0" y="11"/>
                    </a:cubicBez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8" name="Freeform 483">
                <a:extLst>
                  <a:ext uri="{FF2B5EF4-FFF2-40B4-BE49-F238E27FC236}">
                    <a16:creationId xmlns:a16="http://schemas.microsoft.com/office/drawing/2014/main" id="{09E477CB-84BD-4DA0-9689-A5535347F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560"/>
                <a:ext cx="15" cy="43"/>
              </a:xfrm>
              <a:custGeom>
                <a:avLst/>
                <a:gdLst>
                  <a:gd name="T0" fmla="*/ 33 w 6"/>
                  <a:gd name="T1" fmla="*/ 20 h 17"/>
                  <a:gd name="T2" fmla="*/ 33 w 6"/>
                  <a:gd name="T3" fmla="*/ 83 h 17"/>
                  <a:gd name="T4" fmla="*/ 0 w 6"/>
                  <a:gd name="T5" fmla="*/ 255 h 17"/>
                  <a:gd name="T6" fmla="*/ 63 w 6"/>
                  <a:gd name="T7" fmla="*/ 276 h 17"/>
                  <a:gd name="T8" fmla="*/ 95 w 6"/>
                  <a:gd name="T9" fmla="*/ 83 h 17"/>
                  <a:gd name="T10" fmla="*/ 95 w 6"/>
                  <a:gd name="T11" fmla="*/ 0 h 17"/>
                  <a:gd name="T12" fmla="*/ 33 w 6"/>
                  <a:gd name="T13" fmla="*/ 2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7">
                    <a:moveTo>
                      <a:pt x="2" y="1"/>
                    </a:moveTo>
                    <a:cubicBezTo>
                      <a:pt x="2" y="2"/>
                      <a:pt x="2" y="3"/>
                      <a:pt x="2" y="5"/>
                    </a:cubicBezTo>
                    <a:cubicBezTo>
                      <a:pt x="2" y="8"/>
                      <a:pt x="1" y="13"/>
                      <a:pt x="0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4"/>
                      <a:pt x="6" y="9"/>
                      <a:pt x="6" y="5"/>
                    </a:cubicBezTo>
                    <a:cubicBezTo>
                      <a:pt x="6" y="3"/>
                      <a:pt x="6" y="1"/>
                      <a:pt x="6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9" name="Freeform 484">
                <a:extLst>
                  <a:ext uri="{FF2B5EF4-FFF2-40B4-BE49-F238E27FC236}">
                    <a16:creationId xmlns:a16="http://schemas.microsoft.com/office/drawing/2014/main" id="{D4C2E798-5DF3-48AB-83A3-E0A9C1F5A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3570"/>
                <a:ext cx="15" cy="38"/>
              </a:xfrm>
              <a:custGeom>
                <a:avLst/>
                <a:gdLst>
                  <a:gd name="T0" fmla="*/ 33 w 6"/>
                  <a:gd name="T1" fmla="*/ 0 h 15"/>
                  <a:gd name="T2" fmla="*/ 33 w 6"/>
                  <a:gd name="T3" fmla="*/ 20 h 15"/>
                  <a:gd name="T4" fmla="*/ 0 w 6"/>
                  <a:gd name="T5" fmla="*/ 225 h 15"/>
                  <a:gd name="T6" fmla="*/ 63 w 6"/>
                  <a:gd name="T7" fmla="*/ 243 h 15"/>
                  <a:gd name="T8" fmla="*/ 95 w 6"/>
                  <a:gd name="T9" fmla="*/ 20 h 15"/>
                  <a:gd name="T10" fmla="*/ 95 w 6"/>
                  <a:gd name="T11" fmla="*/ 0 h 15"/>
                  <a:gd name="T12" fmla="*/ 33 w 6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5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5"/>
                      <a:pt x="1" y="10"/>
                      <a:pt x="0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1"/>
                      <a:pt x="6" y="6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0" name="Freeform 485">
                <a:extLst>
                  <a:ext uri="{FF2B5EF4-FFF2-40B4-BE49-F238E27FC236}">
                    <a16:creationId xmlns:a16="http://schemas.microsoft.com/office/drawing/2014/main" id="{E9CFCBC1-40CA-4177-9E27-50D46AB29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3671"/>
                <a:ext cx="38" cy="32"/>
              </a:xfrm>
              <a:custGeom>
                <a:avLst/>
                <a:gdLst>
                  <a:gd name="T0" fmla="*/ 243 w 15"/>
                  <a:gd name="T1" fmla="*/ 133 h 13"/>
                  <a:gd name="T2" fmla="*/ 147 w 15"/>
                  <a:gd name="T3" fmla="*/ 74 h 13"/>
                  <a:gd name="T4" fmla="*/ 63 w 15"/>
                  <a:gd name="T5" fmla="*/ 0 h 13"/>
                  <a:gd name="T6" fmla="*/ 0 w 15"/>
                  <a:gd name="T7" fmla="*/ 30 h 13"/>
                  <a:gd name="T8" fmla="*/ 96 w 15"/>
                  <a:gd name="T9" fmla="*/ 121 h 13"/>
                  <a:gd name="T10" fmla="*/ 225 w 15"/>
                  <a:gd name="T11" fmla="*/ 194 h 13"/>
                  <a:gd name="T12" fmla="*/ 243 w 15"/>
                  <a:gd name="T13" fmla="*/ 13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15" y="9"/>
                    </a:moveTo>
                    <a:cubicBezTo>
                      <a:pt x="13" y="8"/>
                      <a:pt x="11" y="7"/>
                      <a:pt x="9" y="5"/>
                    </a:cubicBezTo>
                    <a:cubicBezTo>
                      <a:pt x="6" y="3"/>
                      <a:pt x="5" y="1"/>
                      <a:pt x="4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4" y="6"/>
                      <a:pt x="6" y="8"/>
                    </a:cubicBezTo>
                    <a:cubicBezTo>
                      <a:pt x="9" y="10"/>
                      <a:pt x="11" y="12"/>
                      <a:pt x="14" y="13"/>
                    </a:cubicBez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1" name="Freeform 486">
                <a:extLst>
                  <a:ext uri="{FF2B5EF4-FFF2-40B4-BE49-F238E27FC236}">
                    <a16:creationId xmlns:a16="http://schemas.microsoft.com/office/drawing/2014/main" id="{03AB5EDC-60EC-453C-A94A-4C03CD981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3681"/>
                <a:ext cx="47" cy="67"/>
              </a:xfrm>
              <a:custGeom>
                <a:avLst/>
                <a:gdLst>
                  <a:gd name="T0" fmla="*/ 245 w 19"/>
                  <a:gd name="T1" fmla="*/ 166 h 27"/>
                  <a:gd name="T2" fmla="*/ 215 w 19"/>
                  <a:gd name="T3" fmla="*/ 216 h 27"/>
                  <a:gd name="T4" fmla="*/ 134 w 19"/>
                  <a:gd name="T5" fmla="*/ 308 h 27"/>
                  <a:gd name="T6" fmla="*/ 104 w 19"/>
                  <a:gd name="T7" fmla="*/ 337 h 27"/>
                  <a:gd name="T8" fmla="*/ 74 w 19"/>
                  <a:gd name="T9" fmla="*/ 350 h 27"/>
                  <a:gd name="T10" fmla="*/ 62 w 19"/>
                  <a:gd name="T11" fmla="*/ 337 h 27"/>
                  <a:gd name="T12" fmla="*/ 62 w 19"/>
                  <a:gd name="T13" fmla="*/ 308 h 27"/>
                  <a:gd name="T14" fmla="*/ 92 w 19"/>
                  <a:gd name="T15" fmla="*/ 154 h 27"/>
                  <a:gd name="T16" fmla="*/ 121 w 19"/>
                  <a:gd name="T17" fmla="*/ 74 h 27"/>
                  <a:gd name="T18" fmla="*/ 134 w 19"/>
                  <a:gd name="T19" fmla="*/ 62 h 27"/>
                  <a:gd name="T20" fmla="*/ 153 w 19"/>
                  <a:gd name="T21" fmla="*/ 62 h 27"/>
                  <a:gd name="T22" fmla="*/ 134 w 19"/>
                  <a:gd name="T23" fmla="*/ 0 h 27"/>
                  <a:gd name="T24" fmla="*/ 74 w 19"/>
                  <a:gd name="T25" fmla="*/ 42 h 27"/>
                  <a:gd name="T26" fmla="*/ 12 w 19"/>
                  <a:gd name="T27" fmla="*/ 166 h 27"/>
                  <a:gd name="T28" fmla="*/ 0 w 19"/>
                  <a:gd name="T29" fmla="*/ 308 h 27"/>
                  <a:gd name="T30" fmla="*/ 12 w 19"/>
                  <a:gd name="T31" fmla="*/ 382 h 27"/>
                  <a:gd name="T32" fmla="*/ 74 w 19"/>
                  <a:gd name="T33" fmla="*/ 412 h 27"/>
                  <a:gd name="T34" fmla="*/ 153 w 19"/>
                  <a:gd name="T35" fmla="*/ 382 h 27"/>
                  <a:gd name="T36" fmla="*/ 245 w 19"/>
                  <a:gd name="T37" fmla="*/ 290 h 27"/>
                  <a:gd name="T38" fmla="*/ 287 w 19"/>
                  <a:gd name="T39" fmla="*/ 196 h 27"/>
                  <a:gd name="T40" fmla="*/ 245 w 19"/>
                  <a:gd name="T41" fmla="*/ 166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9" h="27">
                    <a:moveTo>
                      <a:pt x="16" y="11"/>
                    </a:moveTo>
                    <a:cubicBezTo>
                      <a:pt x="16" y="12"/>
                      <a:pt x="15" y="13"/>
                      <a:pt x="14" y="14"/>
                    </a:cubicBezTo>
                    <a:cubicBezTo>
                      <a:pt x="13" y="16"/>
                      <a:pt x="11" y="18"/>
                      <a:pt x="9" y="20"/>
                    </a:cubicBezTo>
                    <a:cubicBezTo>
                      <a:pt x="9" y="21"/>
                      <a:pt x="8" y="22"/>
                      <a:pt x="7" y="22"/>
                    </a:cubicBezTo>
                    <a:cubicBezTo>
                      <a:pt x="6" y="23"/>
                      <a:pt x="6" y="23"/>
                      <a:pt x="5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1"/>
                      <a:pt x="4" y="20"/>
                    </a:cubicBezTo>
                    <a:cubicBezTo>
                      <a:pt x="4" y="17"/>
                      <a:pt x="5" y="13"/>
                      <a:pt x="6" y="10"/>
                    </a:cubicBezTo>
                    <a:cubicBezTo>
                      <a:pt x="7" y="8"/>
                      <a:pt x="8" y="6"/>
                      <a:pt x="8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6" y="2"/>
                      <a:pt x="5" y="3"/>
                    </a:cubicBezTo>
                    <a:cubicBezTo>
                      <a:pt x="4" y="5"/>
                      <a:pt x="2" y="8"/>
                      <a:pt x="1" y="11"/>
                    </a:cubicBezTo>
                    <a:cubicBezTo>
                      <a:pt x="1" y="14"/>
                      <a:pt x="0" y="17"/>
                      <a:pt x="0" y="20"/>
                    </a:cubicBezTo>
                    <a:cubicBezTo>
                      <a:pt x="0" y="22"/>
                      <a:pt x="0" y="23"/>
                      <a:pt x="1" y="25"/>
                    </a:cubicBezTo>
                    <a:cubicBezTo>
                      <a:pt x="2" y="26"/>
                      <a:pt x="4" y="27"/>
                      <a:pt x="5" y="27"/>
                    </a:cubicBezTo>
                    <a:cubicBezTo>
                      <a:pt x="7" y="27"/>
                      <a:pt x="9" y="26"/>
                      <a:pt x="10" y="25"/>
                    </a:cubicBezTo>
                    <a:cubicBezTo>
                      <a:pt x="12" y="23"/>
                      <a:pt x="14" y="21"/>
                      <a:pt x="16" y="19"/>
                    </a:cubicBezTo>
                    <a:cubicBezTo>
                      <a:pt x="18" y="16"/>
                      <a:pt x="19" y="14"/>
                      <a:pt x="19" y="13"/>
                    </a:cubicBezTo>
                    <a:lnTo>
                      <a:pt x="16" y="11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2" name="Freeform 487">
                <a:extLst>
                  <a:ext uri="{FF2B5EF4-FFF2-40B4-BE49-F238E27FC236}">
                    <a16:creationId xmlns:a16="http://schemas.microsoft.com/office/drawing/2014/main" id="{D1B4504E-F2E2-4EF9-A636-1ABA7DBAF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3693"/>
                <a:ext cx="37" cy="15"/>
              </a:xfrm>
              <a:custGeom>
                <a:avLst/>
                <a:gdLst>
                  <a:gd name="T0" fmla="*/ 0 w 15"/>
                  <a:gd name="T1" fmla="*/ 63 h 6"/>
                  <a:gd name="T2" fmla="*/ 12 w 15"/>
                  <a:gd name="T3" fmla="*/ 63 h 6"/>
                  <a:gd name="T4" fmla="*/ 104 w 15"/>
                  <a:gd name="T5" fmla="*/ 63 h 6"/>
                  <a:gd name="T6" fmla="*/ 183 w 15"/>
                  <a:gd name="T7" fmla="*/ 95 h 6"/>
                  <a:gd name="T8" fmla="*/ 224 w 15"/>
                  <a:gd name="T9" fmla="*/ 50 h 6"/>
                  <a:gd name="T10" fmla="*/ 121 w 15"/>
                  <a:gd name="T11" fmla="*/ 0 h 6"/>
                  <a:gd name="T12" fmla="*/ 12 w 15"/>
                  <a:gd name="T13" fmla="*/ 0 h 6"/>
                  <a:gd name="T14" fmla="*/ 0 w 15"/>
                  <a:gd name="T15" fmla="*/ 0 h 6"/>
                  <a:gd name="T16" fmla="*/ 0 w 15"/>
                  <a:gd name="T17" fmla="*/ 63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6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3" y="4"/>
                      <a:pt x="5" y="4"/>
                      <a:pt x="7" y="4"/>
                    </a:cubicBezTo>
                    <a:cubicBezTo>
                      <a:pt x="10" y="5"/>
                      <a:pt x="11" y="5"/>
                      <a:pt x="12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2"/>
                      <a:pt x="11" y="1"/>
                      <a:pt x="8" y="0"/>
                    </a:cubicBezTo>
                    <a:cubicBezTo>
                      <a:pt x="6" y="0"/>
                      <a:pt x="3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3" name="Freeform 488">
                <a:extLst>
                  <a:ext uri="{FF2B5EF4-FFF2-40B4-BE49-F238E27FC236}">
                    <a16:creationId xmlns:a16="http://schemas.microsoft.com/office/drawing/2014/main" id="{2DBEBB1E-63DF-43FB-B989-302245BC8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3688"/>
                <a:ext cx="32" cy="25"/>
              </a:xfrm>
              <a:custGeom>
                <a:avLst/>
                <a:gdLst>
                  <a:gd name="T0" fmla="*/ 0 w 13"/>
                  <a:gd name="T1" fmla="*/ 50 h 10"/>
                  <a:gd name="T2" fmla="*/ 74 w 13"/>
                  <a:gd name="T3" fmla="*/ 113 h 10"/>
                  <a:gd name="T4" fmla="*/ 162 w 13"/>
                  <a:gd name="T5" fmla="*/ 158 h 10"/>
                  <a:gd name="T6" fmla="*/ 194 w 13"/>
                  <a:gd name="T7" fmla="*/ 113 h 10"/>
                  <a:gd name="T8" fmla="*/ 103 w 13"/>
                  <a:gd name="T9" fmla="*/ 63 h 10"/>
                  <a:gd name="T10" fmla="*/ 42 w 13"/>
                  <a:gd name="T11" fmla="*/ 0 h 10"/>
                  <a:gd name="T12" fmla="*/ 0 w 13"/>
                  <a:gd name="T13" fmla="*/ 5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0" y="3"/>
                    </a:moveTo>
                    <a:cubicBezTo>
                      <a:pt x="1" y="4"/>
                      <a:pt x="3" y="6"/>
                      <a:pt x="5" y="7"/>
                    </a:cubicBezTo>
                    <a:cubicBezTo>
                      <a:pt x="7" y="8"/>
                      <a:pt x="9" y="9"/>
                      <a:pt x="11" y="1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1" y="6"/>
                      <a:pt x="9" y="5"/>
                      <a:pt x="7" y="4"/>
                    </a:cubicBezTo>
                    <a:cubicBezTo>
                      <a:pt x="5" y="2"/>
                      <a:pt x="3" y="1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4" name="Freeform 489">
                <a:extLst>
                  <a:ext uri="{FF2B5EF4-FFF2-40B4-BE49-F238E27FC236}">
                    <a16:creationId xmlns:a16="http://schemas.microsoft.com/office/drawing/2014/main" id="{05ADDA2C-DFED-4AA6-BC3A-47FD9E81C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3648"/>
                <a:ext cx="22" cy="28"/>
              </a:xfrm>
              <a:custGeom>
                <a:avLst/>
                <a:gdLst>
                  <a:gd name="T0" fmla="*/ 0 w 9"/>
                  <a:gd name="T1" fmla="*/ 51 h 11"/>
                  <a:gd name="T2" fmla="*/ 71 w 9"/>
                  <a:gd name="T3" fmla="*/ 181 h 11"/>
                  <a:gd name="T4" fmla="*/ 132 w 9"/>
                  <a:gd name="T5" fmla="*/ 163 h 11"/>
                  <a:gd name="T6" fmla="*/ 42 w 9"/>
                  <a:gd name="T7" fmla="*/ 0 h 11"/>
                  <a:gd name="T8" fmla="*/ 0 w 9"/>
                  <a:gd name="T9" fmla="*/ 5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0" y="3"/>
                    </a:moveTo>
                    <a:cubicBezTo>
                      <a:pt x="3" y="5"/>
                      <a:pt x="4" y="8"/>
                      <a:pt x="5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6"/>
                      <a:pt x="6" y="2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5" name="Freeform 490">
                <a:extLst>
                  <a:ext uri="{FF2B5EF4-FFF2-40B4-BE49-F238E27FC236}">
                    <a16:creationId xmlns:a16="http://schemas.microsoft.com/office/drawing/2014/main" id="{5F022F3C-912D-45BC-A262-A7644C8FB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701"/>
                <a:ext cx="23" cy="22"/>
              </a:xfrm>
              <a:custGeom>
                <a:avLst/>
                <a:gdLst>
                  <a:gd name="T0" fmla="*/ 33 w 9"/>
                  <a:gd name="T1" fmla="*/ 132 h 9"/>
                  <a:gd name="T2" fmla="*/ 97 w 9"/>
                  <a:gd name="T3" fmla="*/ 90 h 9"/>
                  <a:gd name="T4" fmla="*/ 151 w 9"/>
                  <a:gd name="T5" fmla="*/ 42 h 9"/>
                  <a:gd name="T6" fmla="*/ 118 w 9"/>
                  <a:gd name="T7" fmla="*/ 0 h 9"/>
                  <a:gd name="T8" fmla="*/ 51 w 9"/>
                  <a:gd name="T9" fmla="*/ 42 h 9"/>
                  <a:gd name="T10" fmla="*/ 0 w 9"/>
                  <a:gd name="T11" fmla="*/ 90 h 9"/>
                  <a:gd name="T12" fmla="*/ 33 w 9"/>
                  <a:gd name="T13" fmla="*/ 132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4" y="8"/>
                      <a:pt x="5" y="7"/>
                      <a:pt x="6" y="6"/>
                    </a:cubicBezTo>
                    <a:cubicBezTo>
                      <a:pt x="7" y="5"/>
                      <a:pt x="8" y="4"/>
                      <a:pt x="9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2" y="4"/>
                      <a:pt x="1" y="5"/>
                      <a:pt x="0" y="6"/>
                    </a:cubicBez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6" name="Freeform 491">
                <a:extLst>
                  <a:ext uri="{FF2B5EF4-FFF2-40B4-BE49-F238E27FC236}">
                    <a16:creationId xmlns:a16="http://schemas.microsoft.com/office/drawing/2014/main" id="{9F504904-0813-45C2-8BD2-43D7A6A6B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563"/>
                <a:ext cx="17" cy="32"/>
              </a:xfrm>
              <a:custGeom>
                <a:avLst/>
                <a:gdLst>
                  <a:gd name="T0" fmla="*/ 100 w 7"/>
                  <a:gd name="T1" fmla="*/ 182 h 13"/>
                  <a:gd name="T2" fmla="*/ 58 w 7"/>
                  <a:gd name="T3" fmla="*/ 0 h 13"/>
                  <a:gd name="T4" fmla="*/ 0 w 7"/>
                  <a:gd name="T5" fmla="*/ 0 h 13"/>
                  <a:gd name="T6" fmla="*/ 41 w 7"/>
                  <a:gd name="T7" fmla="*/ 194 h 13"/>
                  <a:gd name="T8" fmla="*/ 100 w 7"/>
                  <a:gd name="T9" fmla="*/ 18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7" y="12"/>
                    </a:moveTo>
                    <a:cubicBezTo>
                      <a:pt x="6" y="8"/>
                      <a:pt x="5" y="4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2" y="9"/>
                      <a:pt x="3" y="13"/>
                    </a:cubicBez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7" name="Freeform 492">
                <a:extLst>
                  <a:ext uri="{FF2B5EF4-FFF2-40B4-BE49-F238E27FC236}">
                    <a16:creationId xmlns:a16="http://schemas.microsoft.com/office/drawing/2014/main" id="{96ED3BF7-AF41-477D-990C-E6FC22511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575"/>
                <a:ext cx="32" cy="33"/>
              </a:xfrm>
              <a:custGeom>
                <a:avLst/>
                <a:gdLst>
                  <a:gd name="T0" fmla="*/ 12 w 13"/>
                  <a:gd name="T1" fmla="*/ 0 h 13"/>
                  <a:gd name="T2" fmla="*/ 0 w 13"/>
                  <a:gd name="T3" fmla="*/ 33 h 13"/>
                  <a:gd name="T4" fmla="*/ 30 w 13"/>
                  <a:gd name="T5" fmla="*/ 84 h 13"/>
                  <a:gd name="T6" fmla="*/ 103 w 13"/>
                  <a:gd name="T7" fmla="*/ 160 h 13"/>
                  <a:gd name="T8" fmla="*/ 153 w 13"/>
                  <a:gd name="T9" fmla="*/ 213 h 13"/>
                  <a:gd name="T10" fmla="*/ 194 w 13"/>
                  <a:gd name="T11" fmla="*/ 180 h 13"/>
                  <a:gd name="T12" fmla="*/ 162 w 13"/>
                  <a:gd name="T13" fmla="*/ 129 h 13"/>
                  <a:gd name="T14" fmla="*/ 91 w 13"/>
                  <a:gd name="T15" fmla="*/ 63 h 13"/>
                  <a:gd name="T16" fmla="*/ 62 w 13"/>
                  <a:gd name="T17" fmla="*/ 33 h 13"/>
                  <a:gd name="T18" fmla="*/ 62 w 13"/>
                  <a:gd name="T19" fmla="*/ 33 h 13"/>
                  <a:gd name="T20" fmla="*/ 62 w 13"/>
                  <a:gd name="T21" fmla="*/ 33 h 13"/>
                  <a:gd name="T22" fmla="*/ 62 w 13"/>
                  <a:gd name="T23" fmla="*/ 33 h 13"/>
                  <a:gd name="T24" fmla="*/ 62 w 13"/>
                  <a:gd name="T25" fmla="*/ 33 h 13"/>
                  <a:gd name="T26" fmla="*/ 62 w 13"/>
                  <a:gd name="T27" fmla="*/ 33 h 13"/>
                  <a:gd name="T28" fmla="*/ 62 w 13"/>
                  <a:gd name="T29" fmla="*/ 33 h 13"/>
                  <a:gd name="T30" fmla="*/ 62 w 13"/>
                  <a:gd name="T31" fmla="*/ 33 h 13"/>
                  <a:gd name="T32" fmla="*/ 42 w 13"/>
                  <a:gd name="T33" fmla="*/ 33 h 13"/>
                  <a:gd name="T34" fmla="*/ 62 w 13"/>
                  <a:gd name="T35" fmla="*/ 33 h 13"/>
                  <a:gd name="T36" fmla="*/ 62 w 13"/>
                  <a:gd name="T37" fmla="*/ 33 h 13"/>
                  <a:gd name="T38" fmla="*/ 42 w 13"/>
                  <a:gd name="T39" fmla="*/ 33 h 13"/>
                  <a:gd name="T40" fmla="*/ 62 w 13"/>
                  <a:gd name="T41" fmla="*/ 33 h 13"/>
                  <a:gd name="T42" fmla="*/ 12 w 13"/>
                  <a:gd name="T43" fmla="*/ 0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3" y="7"/>
                      <a:pt x="5" y="8"/>
                      <a:pt x="7" y="10"/>
                    </a:cubicBezTo>
                    <a:cubicBezTo>
                      <a:pt x="8" y="11"/>
                      <a:pt x="10" y="12"/>
                      <a:pt x="10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0"/>
                      <a:pt x="12" y="9"/>
                      <a:pt x="11" y="8"/>
                    </a:cubicBezTo>
                    <a:cubicBezTo>
                      <a:pt x="9" y="7"/>
                      <a:pt x="7" y="5"/>
                      <a:pt x="6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8" name="Freeform 493">
                <a:extLst>
                  <a:ext uri="{FF2B5EF4-FFF2-40B4-BE49-F238E27FC236}">
                    <a16:creationId xmlns:a16="http://schemas.microsoft.com/office/drawing/2014/main" id="{007401D3-E757-4E5D-99F9-7413D9A92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643"/>
                <a:ext cx="28" cy="30"/>
              </a:xfrm>
              <a:custGeom>
                <a:avLst/>
                <a:gdLst>
                  <a:gd name="T0" fmla="*/ 64 w 11"/>
                  <a:gd name="T1" fmla="*/ 188 h 12"/>
                  <a:gd name="T2" fmla="*/ 181 w 11"/>
                  <a:gd name="T3" fmla="*/ 50 h 12"/>
                  <a:gd name="T4" fmla="*/ 130 w 11"/>
                  <a:gd name="T5" fmla="*/ 0 h 12"/>
                  <a:gd name="T6" fmla="*/ 0 w 11"/>
                  <a:gd name="T7" fmla="*/ 158 h 12"/>
                  <a:gd name="T8" fmla="*/ 64 w 11"/>
                  <a:gd name="T9" fmla="*/ 1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4" y="12"/>
                    </a:moveTo>
                    <a:cubicBezTo>
                      <a:pt x="6" y="9"/>
                      <a:pt x="8" y="5"/>
                      <a:pt x="11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3"/>
                      <a:pt x="3" y="6"/>
                      <a:pt x="0" y="10"/>
                    </a:cubicBez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9" name="Freeform 494">
                <a:extLst>
                  <a:ext uri="{FF2B5EF4-FFF2-40B4-BE49-F238E27FC236}">
                    <a16:creationId xmlns:a16="http://schemas.microsoft.com/office/drawing/2014/main" id="{1D17532C-8F94-4773-AE1B-097DCCF1F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583"/>
                <a:ext cx="27" cy="27"/>
              </a:xfrm>
              <a:custGeom>
                <a:avLst/>
                <a:gdLst>
                  <a:gd name="T0" fmla="*/ 12 w 11"/>
                  <a:gd name="T1" fmla="*/ 162 h 11"/>
                  <a:gd name="T2" fmla="*/ 162 w 11"/>
                  <a:gd name="T3" fmla="*/ 42 h 11"/>
                  <a:gd name="T4" fmla="*/ 133 w 11"/>
                  <a:gd name="T5" fmla="*/ 0 h 11"/>
                  <a:gd name="T6" fmla="*/ 0 w 11"/>
                  <a:gd name="T7" fmla="*/ 120 h 11"/>
                  <a:gd name="T8" fmla="*/ 12 w 11"/>
                  <a:gd name="T9" fmla="*/ 1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11"/>
                    </a:moveTo>
                    <a:cubicBezTo>
                      <a:pt x="6" y="9"/>
                      <a:pt x="9" y="6"/>
                      <a:pt x="11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3"/>
                      <a:pt x="3" y="6"/>
                      <a:pt x="0" y="8"/>
                    </a:cubicBez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50" name="Freeform 495">
                <a:extLst>
                  <a:ext uri="{FF2B5EF4-FFF2-40B4-BE49-F238E27FC236}">
                    <a16:creationId xmlns:a16="http://schemas.microsoft.com/office/drawing/2014/main" id="{07E0EAF3-2C4E-47FA-B9B7-ECB0B0548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608"/>
                <a:ext cx="50" cy="45"/>
              </a:xfrm>
              <a:custGeom>
                <a:avLst/>
                <a:gdLst>
                  <a:gd name="T0" fmla="*/ 0 w 20"/>
                  <a:gd name="T1" fmla="*/ 83 h 18"/>
                  <a:gd name="T2" fmla="*/ 33 w 20"/>
                  <a:gd name="T3" fmla="*/ 113 h 18"/>
                  <a:gd name="T4" fmla="*/ 113 w 20"/>
                  <a:gd name="T5" fmla="*/ 220 h 18"/>
                  <a:gd name="T6" fmla="*/ 175 w 20"/>
                  <a:gd name="T7" fmla="*/ 270 h 18"/>
                  <a:gd name="T8" fmla="*/ 238 w 20"/>
                  <a:gd name="T9" fmla="*/ 283 h 18"/>
                  <a:gd name="T10" fmla="*/ 270 w 20"/>
                  <a:gd name="T11" fmla="*/ 283 h 18"/>
                  <a:gd name="T12" fmla="*/ 300 w 20"/>
                  <a:gd name="T13" fmla="*/ 250 h 18"/>
                  <a:gd name="T14" fmla="*/ 313 w 20"/>
                  <a:gd name="T15" fmla="*/ 208 h 18"/>
                  <a:gd name="T16" fmla="*/ 283 w 20"/>
                  <a:gd name="T17" fmla="*/ 145 h 18"/>
                  <a:gd name="T18" fmla="*/ 220 w 20"/>
                  <a:gd name="T19" fmla="*/ 50 h 18"/>
                  <a:gd name="T20" fmla="*/ 208 w 20"/>
                  <a:gd name="T21" fmla="*/ 20 h 18"/>
                  <a:gd name="T22" fmla="*/ 188 w 20"/>
                  <a:gd name="T23" fmla="*/ 0 h 18"/>
                  <a:gd name="T24" fmla="*/ 125 w 20"/>
                  <a:gd name="T25" fmla="*/ 33 h 18"/>
                  <a:gd name="T26" fmla="*/ 158 w 20"/>
                  <a:gd name="T27" fmla="*/ 63 h 18"/>
                  <a:gd name="T28" fmla="*/ 220 w 20"/>
                  <a:gd name="T29" fmla="*/ 145 h 18"/>
                  <a:gd name="T30" fmla="*/ 250 w 20"/>
                  <a:gd name="T31" fmla="*/ 208 h 18"/>
                  <a:gd name="T32" fmla="*/ 238 w 20"/>
                  <a:gd name="T33" fmla="*/ 220 h 18"/>
                  <a:gd name="T34" fmla="*/ 238 w 20"/>
                  <a:gd name="T35" fmla="*/ 220 h 18"/>
                  <a:gd name="T36" fmla="*/ 238 w 20"/>
                  <a:gd name="T37" fmla="*/ 220 h 18"/>
                  <a:gd name="T38" fmla="*/ 188 w 20"/>
                  <a:gd name="T39" fmla="*/ 208 h 18"/>
                  <a:gd name="T40" fmla="*/ 113 w 20"/>
                  <a:gd name="T41" fmla="*/ 113 h 18"/>
                  <a:gd name="T42" fmla="*/ 83 w 20"/>
                  <a:gd name="T43" fmla="*/ 63 h 18"/>
                  <a:gd name="T44" fmla="*/ 50 w 20"/>
                  <a:gd name="T45" fmla="*/ 33 h 18"/>
                  <a:gd name="T46" fmla="*/ 0 w 20"/>
                  <a:gd name="T47" fmla="*/ 83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0" h="18">
                    <a:moveTo>
                      <a:pt x="0" y="5"/>
                    </a:moveTo>
                    <a:cubicBezTo>
                      <a:pt x="0" y="5"/>
                      <a:pt x="1" y="6"/>
                      <a:pt x="2" y="7"/>
                    </a:cubicBezTo>
                    <a:cubicBezTo>
                      <a:pt x="4" y="9"/>
                      <a:pt x="5" y="12"/>
                      <a:pt x="7" y="14"/>
                    </a:cubicBezTo>
                    <a:cubicBezTo>
                      <a:pt x="8" y="15"/>
                      <a:pt x="10" y="16"/>
                      <a:pt x="11" y="17"/>
                    </a:cubicBezTo>
                    <a:cubicBezTo>
                      <a:pt x="12" y="18"/>
                      <a:pt x="13" y="18"/>
                      <a:pt x="15" y="18"/>
                    </a:cubicBezTo>
                    <a:cubicBezTo>
                      <a:pt x="15" y="18"/>
                      <a:pt x="16" y="18"/>
                      <a:pt x="17" y="18"/>
                    </a:cubicBezTo>
                    <a:cubicBezTo>
                      <a:pt x="18" y="17"/>
                      <a:pt x="18" y="17"/>
                      <a:pt x="19" y="16"/>
                    </a:cubicBezTo>
                    <a:cubicBezTo>
                      <a:pt x="19" y="15"/>
                      <a:pt x="20" y="14"/>
                      <a:pt x="20" y="13"/>
                    </a:cubicBezTo>
                    <a:cubicBezTo>
                      <a:pt x="20" y="12"/>
                      <a:pt x="19" y="10"/>
                      <a:pt x="18" y="9"/>
                    </a:cubicBezTo>
                    <a:cubicBezTo>
                      <a:pt x="17" y="7"/>
                      <a:pt x="16" y="5"/>
                      <a:pt x="14" y="3"/>
                    </a:cubicBezTo>
                    <a:cubicBezTo>
                      <a:pt x="14" y="3"/>
                      <a:pt x="13" y="2"/>
                      <a:pt x="13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3"/>
                      <a:pt x="9" y="3"/>
                      <a:pt x="10" y="4"/>
                    </a:cubicBezTo>
                    <a:cubicBezTo>
                      <a:pt x="11" y="6"/>
                      <a:pt x="13" y="8"/>
                      <a:pt x="14" y="9"/>
                    </a:cubicBezTo>
                    <a:cubicBezTo>
                      <a:pt x="15" y="11"/>
                      <a:pt x="16" y="13"/>
                      <a:pt x="16" y="13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3" y="14"/>
                      <a:pt x="12" y="13"/>
                    </a:cubicBezTo>
                    <a:cubicBezTo>
                      <a:pt x="10" y="12"/>
                      <a:pt x="9" y="9"/>
                      <a:pt x="7" y="7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4" y="3"/>
                      <a:pt x="3" y="2"/>
                      <a:pt x="3" y="2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51" name="Freeform 496">
                <a:extLst>
                  <a:ext uri="{FF2B5EF4-FFF2-40B4-BE49-F238E27FC236}">
                    <a16:creationId xmlns:a16="http://schemas.microsoft.com/office/drawing/2014/main" id="{820C2922-3F5B-42E2-9B64-A7D73572A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665"/>
                <a:ext cx="40" cy="43"/>
              </a:xfrm>
              <a:custGeom>
                <a:avLst/>
                <a:gdLst>
                  <a:gd name="T0" fmla="*/ 0 w 16"/>
                  <a:gd name="T1" fmla="*/ 51 h 17"/>
                  <a:gd name="T2" fmla="*/ 208 w 16"/>
                  <a:gd name="T3" fmla="*/ 276 h 17"/>
                  <a:gd name="T4" fmla="*/ 250 w 16"/>
                  <a:gd name="T5" fmla="*/ 225 h 17"/>
                  <a:gd name="T6" fmla="*/ 33 w 16"/>
                  <a:gd name="T7" fmla="*/ 0 h 17"/>
                  <a:gd name="T8" fmla="*/ 0 w 16"/>
                  <a:gd name="T9" fmla="*/ 5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3"/>
                    </a:moveTo>
                    <a:cubicBezTo>
                      <a:pt x="5" y="6"/>
                      <a:pt x="9" y="12"/>
                      <a:pt x="13" y="17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2" y="9"/>
                      <a:pt x="8" y="4"/>
                      <a:pt x="2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52" name="Freeform 497">
                <a:extLst>
                  <a:ext uri="{FF2B5EF4-FFF2-40B4-BE49-F238E27FC236}">
                    <a16:creationId xmlns:a16="http://schemas.microsoft.com/office/drawing/2014/main" id="{6A571CB6-7B31-4769-94B3-FEE12872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678"/>
                <a:ext cx="33" cy="40"/>
              </a:xfrm>
              <a:custGeom>
                <a:avLst/>
                <a:gdLst>
                  <a:gd name="T0" fmla="*/ 0 w 13"/>
                  <a:gd name="T1" fmla="*/ 50 h 16"/>
                  <a:gd name="T2" fmla="*/ 147 w 13"/>
                  <a:gd name="T3" fmla="*/ 250 h 16"/>
                  <a:gd name="T4" fmla="*/ 213 w 13"/>
                  <a:gd name="T5" fmla="*/ 220 h 16"/>
                  <a:gd name="T6" fmla="*/ 51 w 13"/>
                  <a:gd name="T7" fmla="*/ 0 h 16"/>
                  <a:gd name="T8" fmla="*/ 0 w 13"/>
                  <a:gd name="T9" fmla="*/ 5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6">
                    <a:moveTo>
                      <a:pt x="0" y="3"/>
                    </a:moveTo>
                    <a:cubicBezTo>
                      <a:pt x="4" y="6"/>
                      <a:pt x="7" y="12"/>
                      <a:pt x="9" y="1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0" y="10"/>
                      <a:pt x="8" y="4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53" name="Freeform 498">
                <a:extLst>
                  <a:ext uri="{FF2B5EF4-FFF2-40B4-BE49-F238E27FC236}">
                    <a16:creationId xmlns:a16="http://schemas.microsoft.com/office/drawing/2014/main" id="{74DACD1E-99BE-41E0-8777-FA6FBA757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610"/>
                <a:ext cx="48" cy="35"/>
              </a:xfrm>
              <a:custGeom>
                <a:avLst/>
                <a:gdLst>
                  <a:gd name="T0" fmla="*/ 243 w 19"/>
                  <a:gd name="T1" fmla="*/ 20 h 14"/>
                  <a:gd name="T2" fmla="*/ 159 w 19"/>
                  <a:gd name="T3" fmla="*/ 0 h 14"/>
                  <a:gd name="T4" fmla="*/ 83 w 19"/>
                  <a:gd name="T5" fmla="*/ 20 h 14"/>
                  <a:gd name="T6" fmla="*/ 20 w 19"/>
                  <a:gd name="T7" fmla="*/ 95 h 14"/>
                  <a:gd name="T8" fmla="*/ 0 w 19"/>
                  <a:gd name="T9" fmla="*/ 125 h 14"/>
                  <a:gd name="T10" fmla="*/ 20 w 19"/>
                  <a:gd name="T11" fmla="*/ 175 h 14"/>
                  <a:gd name="T12" fmla="*/ 83 w 19"/>
                  <a:gd name="T13" fmla="*/ 208 h 14"/>
                  <a:gd name="T14" fmla="*/ 147 w 19"/>
                  <a:gd name="T15" fmla="*/ 220 h 14"/>
                  <a:gd name="T16" fmla="*/ 243 w 19"/>
                  <a:gd name="T17" fmla="*/ 208 h 14"/>
                  <a:gd name="T18" fmla="*/ 306 w 19"/>
                  <a:gd name="T19" fmla="*/ 188 h 14"/>
                  <a:gd name="T20" fmla="*/ 288 w 19"/>
                  <a:gd name="T21" fmla="*/ 125 h 14"/>
                  <a:gd name="T22" fmla="*/ 222 w 19"/>
                  <a:gd name="T23" fmla="*/ 145 h 14"/>
                  <a:gd name="T24" fmla="*/ 147 w 19"/>
                  <a:gd name="T25" fmla="*/ 158 h 14"/>
                  <a:gd name="T26" fmla="*/ 83 w 19"/>
                  <a:gd name="T27" fmla="*/ 145 h 14"/>
                  <a:gd name="T28" fmla="*/ 63 w 19"/>
                  <a:gd name="T29" fmla="*/ 145 h 14"/>
                  <a:gd name="T30" fmla="*/ 63 w 19"/>
                  <a:gd name="T31" fmla="*/ 125 h 14"/>
                  <a:gd name="T32" fmla="*/ 63 w 19"/>
                  <a:gd name="T33" fmla="*/ 113 h 14"/>
                  <a:gd name="T34" fmla="*/ 96 w 19"/>
                  <a:gd name="T35" fmla="*/ 83 h 14"/>
                  <a:gd name="T36" fmla="*/ 159 w 19"/>
                  <a:gd name="T37" fmla="*/ 63 h 14"/>
                  <a:gd name="T38" fmla="*/ 210 w 19"/>
                  <a:gd name="T39" fmla="*/ 83 h 14"/>
                  <a:gd name="T40" fmla="*/ 243 w 19"/>
                  <a:gd name="T41" fmla="*/ 20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9" h="14">
                    <a:moveTo>
                      <a:pt x="15" y="1"/>
                    </a:moveTo>
                    <a:cubicBezTo>
                      <a:pt x="14" y="0"/>
                      <a:pt x="12" y="0"/>
                      <a:pt x="10" y="0"/>
                    </a:cubicBezTo>
                    <a:cubicBezTo>
                      <a:pt x="8" y="0"/>
                      <a:pt x="6" y="0"/>
                      <a:pt x="5" y="1"/>
                    </a:cubicBezTo>
                    <a:cubicBezTo>
                      <a:pt x="3" y="2"/>
                      <a:pt x="1" y="4"/>
                      <a:pt x="1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9"/>
                      <a:pt x="1" y="10"/>
                      <a:pt x="1" y="11"/>
                    </a:cubicBezTo>
                    <a:cubicBezTo>
                      <a:pt x="2" y="12"/>
                      <a:pt x="3" y="13"/>
                      <a:pt x="5" y="13"/>
                    </a:cubicBezTo>
                    <a:cubicBezTo>
                      <a:pt x="6" y="14"/>
                      <a:pt x="8" y="14"/>
                      <a:pt x="9" y="14"/>
                    </a:cubicBezTo>
                    <a:cubicBezTo>
                      <a:pt x="11" y="14"/>
                      <a:pt x="13" y="14"/>
                      <a:pt x="15" y="13"/>
                    </a:cubicBezTo>
                    <a:cubicBezTo>
                      <a:pt x="17" y="13"/>
                      <a:pt x="18" y="12"/>
                      <a:pt x="19" y="12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9"/>
                      <a:pt x="16" y="9"/>
                      <a:pt x="14" y="9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7" y="10"/>
                      <a:pt x="6" y="10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5"/>
                    </a:cubicBezTo>
                    <a:cubicBezTo>
                      <a:pt x="8" y="4"/>
                      <a:pt x="9" y="4"/>
                      <a:pt x="10" y="4"/>
                    </a:cubicBezTo>
                    <a:cubicBezTo>
                      <a:pt x="12" y="4"/>
                      <a:pt x="13" y="4"/>
                      <a:pt x="13" y="5"/>
                    </a:cubicBez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54" name="Freeform 499">
                <a:extLst>
                  <a:ext uri="{FF2B5EF4-FFF2-40B4-BE49-F238E27FC236}">
                    <a16:creationId xmlns:a16="http://schemas.microsoft.com/office/drawing/2014/main" id="{C68BB8A4-1CF9-4888-A2CA-EB7A110AD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708"/>
                <a:ext cx="20" cy="57"/>
              </a:xfrm>
              <a:custGeom>
                <a:avLst/>
                <a:gdLst>
                  <a:gd name="T0" fmla="*/ 63 w 8"/>
                  <a:gd name="T1" fmla="*/ 0 h 23"/>
                  <a:gd name="T2" fmla="*/ 0 w 8"/>
                  <a:gd name="T3" fmla="*/ 320 h 23"/>
                  <a:gd name="T4" fmla="*/ 63 w 8"/>
                  <a:gd name="T5" fmla="*/ 349 h 23"/>
                  <a:gd name="T6" fmla="*/ 125 w 8"/>
                  <a:gd name="T7" fmla="*/ 12 h 23"/>
                  <a:gd name="T8" fmla="*/ 63 w 8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3">
                    <a:moveTo>
                      <a:pt x="4" y="0"/>
                    </a:moveTo>
                    <a:cubicBezTo>
                      <a:pt x="2" y="7"/>
                      <a:pt x="2" y="15"/>
                      <a:pt x="0" y="21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6" y="15"/>
                      <a:pt x="6" y="7"/>
                      <a:pt x="8" y="1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55" name="Freeform 500">
                <a:extLst>
                  <a:ext uri="{FF2B5EF4-FFF2-40B4-BE49-F238E27FC236}">
                    <a16:creationId xmlns:a16="http://schemas.microsoft.com/office/drawing/2014/main" id="{D428194D-57B4-4C04-80A7-34412BC90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608"/>
                <a:ext cx="27" cy="30"/>
              </a:xfrm>
              <a:custGeom>
                <a:avLst/>
                <a:gdLst>
                  <a:gd name="T0" fmla="*/ 162 w 11"/>
                  <a:gd name="T1" fmla="*/ 158 h 12"/>
                  <a:gd name="T2" fmla="*/ 120 w 11"/>
                  <a:gd name="T3" fmla="*/ 83 h 12"/>
                  <a:gd name="T4" fmla="*/ 61 w 11"/>
                  <a:gd name="T5" fmla="*/ 0 h 12"/>
                  <a:gd name="T6" fmla="*/ 0 w 11"/>
                  <a:gd name="T7" fmla="*/ 50 h 12"/>
                  <a:gd name="T8" fmla="*/ 71 w 11"/>
                  <a:gd name="T9" fmla="*/ 125 h 12"/>
                  <a:gd name="T10" fmla="*/ 120 w 11"/>
                  <a:gd name="T11" fmla="*/ 188 h 12"/>
                  <a:gd name="T12" fmla="*/ 162 w 11"/>
                  <a:gd name="T13" fmla="*/ 15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11" y="10"/>
                    </a:moveTo>
                    <a:cubicBezTo>
                      <a:pt x="11" y="9"/>
                      <a:pt x="9" y="7"/>
                      <a:pt x="8" y="5"/>
                    </a:cubicBezTo>
                    <a:cubicBezTo>
                      <a:pt x="6" y="4"/>
                      <a:pt x="5" y="2"/>
                      <a:pt x="4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6"/>
                      <a:pt x="5" y="8"/>
                    </a:cubicBezTo>
                    <a:cubicBezTo>
                      <a:pt x="6" y="10"/>
                      <a:pt x="8" y="11"/>
                      <a:pt x="8" y="12"/>
                    </a:cubicBezTo>
                    <a:lnTo>
                      <a:pt x="11" y="1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56" name="Freeform 501">
                <a:extLst>
                  <a:ext uri="{FF2B5EF4-FFF2-40B4-BE49-F238E27FC236}">
                    <a16:creationId xmlns:a16="http://schemas.microsoft.com/office/drawing/2014/main" id="{7B2B5E2E-D151-4F76-B69C-87F71387A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590"/>
                <a:ext cx="35" cy="40"/>
              </a:xfrm>
              <a:custGeom>
                <a:avLst/>
                <a:gdLst>
                  <a:gd name="T0" fmla="*/ 33 w 14"/>
                  <a:gd name="T1" fmla="*/ 250 h 16"/>
                  <a:gd name="T2" fmla="*/ 220 w 14"/>
                  <a:gd name="T3" fmla="*/ 50 h 16"/>
                  <a:gd name="T4" fmla="*/ 188 w 14"/>
                  <a:gd name="T5" fmla="*/ 0 h 16"/>
                  <a:gd name="T6" fmla="*/ 0 w 14"/>
                  <a:gd name="T7" fmla="*/ 208 h 16"/>
                  <a:gd name="T8" fmla="*/ 33 w 14"/>
                  <a:gd name="T9" fmla="*/ 25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2" y="16"/>
                    </a:moveTo>
                    <a:cubicBezTo>
                      <a:pt x="7" y="12"/>
                      <a:pt x="10" y="7"/>
                      <a:pt x="14" y="3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7" y="5"/>
                      <a:pt x="4" y="9"/>
                      <a:pt x="0" y="13"/>
                    </a:cubicBezTo>
                    <a:cubicBezTo>
                      <a:pt x="2" y="16"/>
                      <a:pt x="2" y="16"/>
                      <a:pt x="2" y="16"/>
                    </a:cubicBez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57" name="Freeform 502">
                <a:extLst>
                  <a:ext uri="{FF2B5EF4-FFF2-40B4-BE49-F238E27FC236}">
                    <a16:creationId xmlns:a16="http://schemas.microsoft.com/office/drawing/2014/main" id="{84D610AE-B97D-485D-9FC6-884DC73DD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790"/>
                <a:ext cx="45" cy="43"/>
              </a:xfrm>
              <a:custGeom>
                <a:avLst/>
                <a:gdLst>
                  <a:gd name="T0" fmla="*/ 95 w 18"/>
                  <a:gd name="T1" fmla="*/ 0 h 17"/>
                  <a:gd name="T2" fmla="*/ 95 w 18"/>
                  <a:gd name="T3" fmla="*/ 0 h 17"/>
                  <a:gd name="T4" fmla="*/ 63 w 18"/>
                  <a:gd name="T5" fmla="*/ 20 h 17"/>
                  <a:gd name="T6" fmla="*/ 33 w 18"/>
                  <a:gd name="T7" fmla="*/ 51 h 17"/>
                  <a:gd name="T8" fmla="*/ 0 w 18"/>
                  <a:gd name="T9" fmla="*/ 210 h 17"/>
                  <a:gd name="T10" fmla="*/ 0 w 18"/>
                  <a:gd name="T11" fmla="*/ 243 h 17"/>
                  <a:gd name="T12" fmla="*/ 20 w 18"/>
                  <a:gd name="T13" fmla="*/ 276 h 17"/>
                  <a:gd name="T14" fmla="*/ 33 w 18"/>
                  <a:gd name="T15" fmla="*/ 276 h 17"/>
                  <a:gd name="T16" fmla="*/ 63 w 18"/>
                  <a:gd name="T17" fmla="*/ 276 h 17"/>
                  <a:gd name="T18" fmla="*/ 145 w 18"/>
                  <a:gd name="T19" fmla="*/ 255 h 17"/>
                  <a:gd name="T20" fmla="*/ 220 w 18"/>
                  <a:gd name="T21" fmla="*/ 180 h 17"/>
                  <a:gd name="T22" fmla="*/ 283 w 18"/>
                  <a:gd name="T23" fmla="*/ 96 h 17"/>
                  <a:gd name="T24" fmla="*/ 238 w 18"/>
                  <a:gd name="T25" fmla="*/ 63 h 17"/>
                  <a:gd name="T26" fmla="*/ 158 w 18"/>
                  <a:gd name="T27" fmla="*/ 159 h 17"/>
                  <a:gd name="T28" fmla="*/ 125 w 18"/>
                  <a:gd name="T29" fmla="*/ 192 h 17"/>
                  <a:gd name="T30" fmla="*/ 63 w 18"/>
                  <a:gd name="T31" fmla="*/ 210 h 17"/>
                  <a:gd name="T32" fmla="*/ 50 w 18"/>
                  <a:gd name="T33" fmla="*/ 210 h 17"/>
                  <a:gd name="T34" fmla="*/ 33 w 18"/>
                  <a:gd name="T35" fmla="*/ 243 h 17"/>
                  <a:gd name="T36" fmla="*/ 63 w 18"/>
                  <a:gd name="T37" fmla="*/ 243 h 17"/>
                  <a:gd name="T38" fmla="*/ 63 w 18"/>
                  <a:gd name="T39" fmla="*/ 210 h 17"/>
                  <a:gd name="T40" fmla="*/ 83 w 18"/>
                  <a:gd name="T41" fmla="*/ 96 h 17"/>
                  <a:gd name="T42" fmla="*/ 95 w 18"/>
                  <a:gd name="T43" fmla="*/ 63 h 17"/>
                  <a:gd name="T44" fmla="*/ 95 w 18"/>
                  <a:gd name="T45" fmla="*/ 63 h 17"/>
                  <a:gd name="T46" fmla="*/ 95 w 18"/>
                  <a:gd name="T47" fmla="*/ 63 h 17"/>
                  <a:gd name="T48" fmla="*/ 95 w 18"/>
                  <a:gd name="T49" fmla="*/ 51 h 17"/>
                  <a:gd name="T50" fmla="*/ 95 w 18"/>
                  <a:gd name="T51" fmla="*/ 63 h 17"/>
                  <a:gd name="T52" fmla="*/ 95 w 18"/>
                  <a:gd name="T53" fmla="*/ 63 h 17"/>
                  <a:gd name="T54" fmla="*/ 95 w 18"/>
                  <a:gd name="T55" fmla="*/ 51 h 17"/>
                  <a:gd name="T56" fmla="*/ 95 w 18"/>
                  <a:gd name="T57" fmla="*/ 63 h 17"/>
                  <a:gd name="T58" fmla="*/ 95 w 18"/>
                  <a:gd name="T59" fmla="*/ 51 h 17"/>
                  <a:gd name="T60" fmla="*/ 95 w 18"/>
                  <a:gd name="T61" fmla="*/ 63 h 17"/>
                  <a:gd name="T62" fmla="*/ 95 w 18"/>
                  <a:gd name="T63" fmla="*/ 63 h 17"/>
                  <a:gd name="T64" fmla="*/ 95 w 18"/>
                  <a:gd name="T65" fmla="*/ 51 h 17"/>
                  <a:gd name="T66" fmla="*/ 95 w 18"/>
                  <a:gd name="T67" fmla="*/ 63 h 17"/>
                  <a:gd name="T68" fmla="*/ 95 w 18"/>
                  <a:gd name="T69" fmla="*/ 51 h 17"/>
                  <a:gd name="T70" fmla="*/ 83 w 18"/>
                  <a:gd name="T71" fmla="*/ 63 h 17"/>
                  <a:gd name="T72" fmla="*/ 95 w 18"/>
                  <a:gd name="T73" fmla="*/ 63 h 17"/>
                  <a:gd name="T74" fmla="*/ 95 w 18"/>
                  <a:gd name="T75" fmla="*/ 51 h 17"/>
                  <a:gd name="T76" fmla="*/ 83 w 18"/>
                  <a:gd name="T77" fmla="*/ 63 h 17"/>
                  <a:gd name="T78" fmla="*/ 95 w 18"/>
                  <a:gd name="T79" fmla="*/ 0 h 1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8" h="17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6"/>
                      <a:pt x="0" y="10"/>
                      <a:pt x="0" y="13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4" y="17"/>
                      <a:pt x="4" y="17"/>
                    </a:cubicBezTo>
                    <a:cubicBezTo>
                      <a:pt x="6" y="17"/>
                      <a:pt x="8" y="17"/>
                      <a:pt x="9" y="16"/>
                    </a:cubicBezTo>
                    <a:cubicBezTo>
                      <a:pt x="12" y="15"/>
                      <a:pt x="13" y="13"/>
                      <a:pt x="14" y="11"/>
                    </a:cubicBezTo>
                    <a:cubicBezTo>
                      <a:pt x="16" y="9"/>
                      <a:pt x="17" y="8"/>
                      <a:pt x="18" y="6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3" y="6"/>
                      <a:pt x="12" y="9"/>
                      <a:pt x="10" y="10"/>
                    </a:cubicBezTo>
                    <a:cubicBezTo>
                      <a:pt x="9" y="11"/>
                      <a:pt x="9" y="12"/>
                      <a:pt x="8" y="12"/>
                    </a:cubicBezTo>
                    <a:cubicBezTo>
                      <a:pt x="7" y="13"/>
                      <a:pt x="6" y="13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ubicBezTo>
                      <a:pt x="4" y="11"/>
                      <a:pt x="5" y="9"/>
                      <a:pt x="5" y="6"/>
                    </a:cubicBezTo>
                    <a:cubicBezTo>
                      <a:pt x="5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58" name="Freeform 503">
                <a:extLst>
                  <a:ext uri="{FF2B5EF4-FFF2-40B4-BE49-F238E27FC236}">
                    <a16:creationId xmlns:a16="http://schemas.microsoft.com/office/drawing/2014/main" id="{0D86F1DA-2995-4431-9951-FE9712FB2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635"/>
                <a:ext cx="37" cy="20"/>
              </a:xfrm>
              <a:custGeom>
                <a:avLst/>
                <a:gdLst>
                  <a:gd name="T0" fmla="*/ 30 w 15"/>
                  <a:gd name="T1" fmla="*/ 125 h 8"/>
                  <a:gd name="T2" fmla="*/ 224 w 15"/>
                  <a:gd name="T3" fmla="*/ 50 h 8"/>
                  <a:gd name="T4" fmla="*/ 212 w 15"/>
                  <a:gd name="T5" fmla="*/ 0 h 8"/>
                  <a:gd name="T6" fmla="*/ 0 w 15"/>
                  <a:gd name="T7" fmla="*/ 63 h 8"/>
                  <a:gd name="T8" fmla="*/ 30 w 15"/>
                  <a:gd name="T9" fmla="*/ 12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2" y="8"/>
                    </a:moveTo>
                    <a:cubicBezTo>
                      <a:pt x="6" y="5"/>
                      <a:pt x="10" y="4"/>
                      <a:pt x="15" y="3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1"/>
                      <a:pt x="5" y="1"/>
                      <a:pt x="0" y="4"/>
                    </a:cubicBez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59" name="Freeform 504">
                <a:extLst>
                  <a:ext uri="{FF2B5EF4-FFF2-40B4-BE49-F238E27FC236}">
                    <a16:creationId xmlns:a16="http://schemas.microsoft.com/office/drawing/2014/main" id="{30883913-446E-42CB-AB29-D1E8C0B78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718"/>
                <a:ext cx="25" cy="27"/>
              </a:xfrm>
              <a:custGeom>
                <a:avLst/>
                <a:gdLst>
                  <a:gd name="T0" fmla="*/ 0 w 10"/>
                  <a:gd name="T1" fmla="*/ 29 h 11"/>
                  <a:gd name="T2" fmla="*/ 50 w 10"/>
                  <a:gd name="T3" fmla="*/ 103 h 11"/>
                  <a:gd name="T4" fmla="*/ 95 w 10"/>
                  <a:gd name="T5" fmla="*/ 162 h 11"/>
                  <a:gd name="T6" fmla="*/ 158 w 10"/>
                  <a:gd name="T7" fmla="*/ 133 h 11"/>
                  <a:gd name="T8" fmla="*/ 95 w 10"/>
                  <a:gd name="T9" fmla="*/ 61 h 11"/>
                  <a:gd name="T10" fmla="*/ 50 w 10"/>
                  <a:gd name="T11" fmla="*/ 0 h 11"/>
                  <a:gd name="T12" fmla="*/ 0 w 10"/>
                  <a:gd name="T13" fmla="*/ 29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2"/>
                    </a:moveTo>
                    <a:cubicBezTo>
                      <a:pt x="1" y="4"/>
                      <a:pt x="2" y="5"/>
                      <a:pt x="3" y="7"/>
                    </a:cubicBezTo>
                    <a:cubicBezTo>
                      <a:pt x="4" y="8"/>
                      <a:pt x="6" y="10"/>
                      <a:pt x="6" y="11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7"/>
                      <a:pt x="7" y="6"/>
                      <a:pt x="6" y="4"/>
                    </a:cubicBezTo>
                    <a:cubicBezTo>
                      <a:pt x="5" y="3"/>
                      <a:pt x="4" y="2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60" name="Freeform 505">
                <a:extLst>
                  <a:ext uri="{FF2B5EF4-FFF2-40B4-BE49-F238E27FC236}">
                    <a16:creationId xmlns:a16="http://schemas.microsoft.com/office/drawing/2014/main" id="{60C8A990-0596-4E4C-86E5-E0718C3DB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705"/>
                <a:ext cx="22" cy="58"/>
              </a:xfrm>
              <a:custGeom>
                <a:avLst/>
                <a:gdLst>
                  <a:gd name="T0" fmla="*/ 71 w 9"/>
                  <a:gd name="T1" fmla="*/ 0 h 23"/>
                  <a:gd name="T2" fmla="*/ 0 w 9"/>
                  <a:gd name="T3" fmla="*/ 351 h 23"/>
                  <a:gd name="T4" fmla="*/ 42 w 9"/>
                  <a:gd name="T5" fmla="*/ 368 h 23"/>
                  <a:gd name="T6" fmla="*/ 132 w 9"/>
                  <a:gd name="T7" fmla="*/ 20 h 23"/>
                  <a:gd name="T8" fmla="*/ 71 w 9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5" y="0"/>
                    </a:moveTo>
                    <a:cubicBezTo>
                      <a:pt x="3" y="7"/>
                      <a:pt x="2" y="15"/>
                      <a:pt x="0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6" y="15"/>
                      <a:pt x="7" y="8"/>
                      <a:pt x="9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61" name="Freeform 506">
                <a:extLst>
                  <a:ext uri="{FF2B5EF4-FFF2-40B4-BE49-F238E27FC236}">
                    <a16:creationId xmlns:a16="http://schemas.microsoft.com/office/drawing/2014/main" id="{1C27B8DB-8122-4EF0-9B3E-09471039C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708"/>
                <a:ext cx="32" cy="30"/>
              </a:xfrm>
              <a:custGeom>
                <a:avLst/>
                <a:gdLst>
                  <a:gd name="T0" fmla="*/ 0 w 13"/>
                  <a:gd name="T1" fmla="*/ 50 h 12"/>
                  <a:gd name="T2" fmla="*/ 162 w 13"/>
                  <a:gd name="T3" fmla="*/ 188 h 12"/>
                  <a:gd name="T4" fmla="*/ 194 w 13"/>
                  <a:gd name="T5" fmla="*/ 125 h 12"/>
                  <a:gd name="T6" fmla="*/ 30 w 13"/>
                  <a:gd name="T7" fmla="*/ 0 h 12"/>
                  <a:gd name="T8" fmla="*/ 0 w 13"/>
                  <a:gd name="T9" fmla="*/ 5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3"/>
                    </a:moveTo>
                    <a:cubicBezTo>
                      <a:pt x="3" y="6"/>
                      <a:pt x="7" y="9"/>
                      <a:pt x="11" y="12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9" y="6"/>
                      <a:pt x="6" y="3"/>
                      <a:pt x="2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62" name="Freeform 507">
                <a:extLst>
                  <a:ext uri="{FF2B5EF4-FFF2-40B4-BE49-F238E27FC236}">
                    <a16:creationId xmlns:a16="http://schemas.microsoft.com/office/drawing/2014/main" id="{E8BA9FB6-175F-41CE-A628-F11C2D1CA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695"/>
                <a:ext cx="40" cy="50"/>
              </a:xfrm>
              <a:custGeom>
                <a:avLst/>
                <a:gdLst>
                  <a:gd name="T0" fmla="*/ 83 w 16"/>
                  <a:gd name="T1" fmla="*/ 63 h 20"/>
                  <a:gd name="T2" fmla="*/ 63 w 16"/>
                  <a:gd name="T3" fmla="*/ 95 h 20"/>
                  <a:gd name="T4" fmla="*/ 20 w 16"/>
                  <a:gd name="T5" fmla="*/ 158 h 20"/>
                  <a:gd name="T6" fmla="*/ 0 w 16"/>
                  <a:gd name="T7" fmla="*/ 238 h 20"/>
                  <a:gd name="T8" fmla="*/ 20 w 16"/>
                  <a:gd name="T9" fmla="*/ 283 h 20"/>
                  <a:gd name="T10" fmla="*/ 63 w 16"/>
                  <a:gd name="T11" fmla="*/ 313 h 20"/>
                  <a:gd name="T12" fmla="*/ 83 w 16"/>
                  <a:gd name="T13" fmla="*/ 313 h 20"/>
                  <a:gd name="T14" fmla="*/ 125 w 16"/>
                  <a:gd name="T15" fmla="*/ 313 h 20"/>
                  <a:gd name="T16" fmla="*/ 188 w 16"/>
                  <a:gd name="T17" fmla="*/ 238 h 20"/>
                  <a:gd name="T18" fmla="*/ 238 w 16"/>
                  <a:gd name="T19" fmla="*/ 113 h 20"/>
                  <a:gd name="T20" fmla="*/ 250 w 16"/>
                  <a:gd name="T21" fmla="*/ 20 h 20"/>
                  <a:gd name="T22" fmla="*/ 188 w 16"/>
                  <a:gd name="T23" fmla="*/ 0 h 20"/>
                  <a:gd name="T24" fmla="*/ 158 w 16"/>
                  <a:gd name="T25" fmla="*/ 158 h 20"/>
                  <a:gd name="T26" fmla="*/ 113 w 16"/>
                  <a:gd name="T27" fmla="*/ 238 h 20"/>
                  <a:gd name="T28" fmla="*/ 95 w 16"/>
                  <a:gd name="T29" fmla="*/ 250 h 20"/>
                  <a:gd name="T30" fmla="*/ 83 w 16"/>
                  <a:gd name="T31" fmla="*/ 250 h 20"/>
                  <a:gd name="T32" fmla="*/ 83 w 16"/>
                  <a:gd name="T33" fmla="*/ 250 h 20"/>
                  <a:gd name="T34" fmla="*/ 63 w 16"/>
                  <a:gd name="T35" fmla="*/ 250 h 20"/>
                  <a:gd name="T36" fmla="*/ 63 w 16"/>
                  <a:gd name="T37" fmla="*/ 238 h 20"/>
                  <a:gd name="T38" fmla="*/ 95 w 16"/>
                  <a:gd name="T39" fmla="*/ 158 h 20"/>
                  <a:gd name="T40" fmla="*/ 113 w 16"/>
                  <a:gd name="T41" fmla="*/ 125 h 20"/>
                  <a:gd name="T42" fmla="*/ 125 w 16"/>
                  <a:gd name="T43" fmla="*/ 95 h 20"/>
                  <a:gd name="T44" fmla="*/ 83 w 16"/>
                  <a:gd name="T45" fmla="*/ 63 h 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20">
                    <a:moveTo>
                      <a:pt x="5" y="4"/>
                    </a:moveTo>
                    <a:cubicBezTo>
                      <a:pt x="5" y="4"/>
                      <a:pt x="4" y="5"/>
                      <a:pt x="4" y="6"/>
                    </a:cubicBezTo>
                    <a:cubicBezTo>
                      <a:pt x="3" y="7"/>
                      <a:pt x="2" y="8"/>
                      <a:pt x="1" y="10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0" y="16"/>
                      <a:pt x="0" y="17"/>
                      <a:pt x="1" y="18"/>
                    </a:cubicBezTo>
                    <a:cubicBezTo>
                      <a:pt x="1" y="19"/>
                      <a:pt x="3" y="20"/>
                      <a:pt x="4" y="20"/>
                    </a:cubicBezTo>
                    <a:cubicBezTo>
                      <a:pt x="4" y="20"/>
                      <a:pt x="5" y="20"/>
                      <a:pt x="5" y="20"/>
                    </a:cubicBezTo>
                    <a:cubicBezTo>
                      <a:pt x="6" y="20"/>
                      <a:pt x="8" y="20"/>
                      <a:pt x="8" y="20"/>
                    </a:cubicBezTo>
                    <a:cubicBezTo>
                      <a:pt x="10" y="19"/>
                      <a:pt x="11" y="17"/>
                      <a:pt x="12" y="15"/>
                    </a:cubicBezTo>
                    <a:cubicBezTo>
                      <a:pt x="13" y="13"/>
                      <a:pt x="14" y="10"/>
                      <a:pt x="15" y="7"/>
                    </a:cubicBezTo>
                    <a:cubicBezTo>
                      <a:pt x="16" y="5"/>
                      <a:pt x="16" y="2"/>
                      <a:pt x="16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2"/>
                      <a:pt x="11" y="7"/>
                      <a:pt x="10" y="10"/>
                    </a:cubicBezTo>
                    <a:cubicBezTo>
                      <a:pt x="9" y="12"/>
                      <a:pt x="8" y="14"/>
                      <a:pt x="7" y="15"/>
                    </a:cubicBezTo>
                    <a:cubicBezTo>
                      <a:pt x="7" y="16"/>
                      <a:pt x="7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4" y="14"/>
                      <a:pt x="4" y="12"/>
                      <a:pt x="6" y="10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8" y="7"/>
                      <a:pt x="8" y="6"/>
                      <a:pt x="8" y="6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63" name="Freeform 508">
                <a:extLst>
                  <a:ext uri="{FF2B5EF4-FFF2-40B4-BE49-F238E27FC236}">
                    <a16:creationId xmlns:a16="http://schemas.microsoft.com/office/drawing/2014/main" id="{EC87056F-ECC9-4ED1-82A5-156557083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608"/>
                <a:ext cx="33" cy="25"/>
              </a:xfrm>
              <a:custGeom>
                <a:avLst/>
                <a:gdLst>
                  <a:gd name="T0" fmla="*/ 0 w 13"/>
                  <a:gd name="T1" fmla="*/ 50 h 10"/>
                  <a:gd name="T2" fmla="*/ 180 w 13"/>
                  <a:gd name="T3" fmla="*/ 158 h 10"/>
                  <a:gd name="T4" fmla="*/ 213 w 13"/>
                  <a:gd name="T5" fmla="*/ 95 h 10"/>
                  <a:gd name="T6" fmla="*/ 51 w 13"/>
                  <a:gd name="T7" fmla="*/ 0 h 10"/>
                  <a:gd name="T8" fmla="*/ 0 w 13"/>
                  <a:gd name="T9" fmla="*/ 5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3"/>
                    </a:moveTo>
                    <a:cubicBezTo>
                      <a:pt x="3" y="6"/>
                      <a:pt x="7" y="8"/>
                      <a:pt x="11" y="10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9" y="5"/>
                      <a:pt x="6" y="3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64" name="Freeform 509">
                <a:extLst>
                  <a:ext uri="{FF2B5EF4-FFF2-40B4-BE49-F238E27FC236}">
                    <a16:creationId xmlns:a16="http://schemas.microsoft.com/office/drawing/2014/main" id="{918F514D-B361-4884-98E4-F7449B4C7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578"/>
                <a:ext cx="23" cy="32"/>
              </a:xfrm>
              <a:custGeom>
                <a:avLst/>
                <a:gdLst>
                  <a:gd name="T0" fmla="*/ 66 w 9"/>
                  <a:gd name="T1" fmla="*/ 30 h 13"/>
                  <a:gd name="T2" fmla="*/ 84 w 9"/>
                  <a:gd name="T3" fmla="*/ 42 h 13"/>
                  <a:gd name="T4" fmla="*/ 51 w 9"/>
                  <a:gd name="T5" fmla="*/ 103 h 13"/>
                  <a:gd name="T6" fmla="*/ 0 w 9"/>
                  <a:gd name="T7" fmla="*/ 162 h 13"/>
                  <a:gd name="T8" fmla="*/ 51 w 9"/>
                  <a:gd name="T9" fmla="*/ 194 h 13"/>
                  <a:gd name="T10" fmla="*/ 97 w 9"/>
                  <a:gd name="T11" fmla="*/ 133 h 13"/>
                  <a:gd name="T12" fmla="*/ 151 w 9"/>
                  <a:gd name="T13" fmla="*/ 42 h 13"/>
                  <a:gd name="T14" fmla="*/ 130 w 9"/>
                  <a:gd name="T15" fmla="*/ 0 h 13"/>
                  <a:gd name="T16" fmla="*/ 66 w 9"/>
                  <a:gd name="T17" fmla="*/ 3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13">
                    <a:moveTo>
                      <a:pt x="4" y="2"/>
                    </a:moveTo>
                    <a:cubicBezTo>
                      <a:pt x="5" y="2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7"/>
                    </a:cubicBezTo>
                    <a:cubicBezTo>
                      <a:pt x="2" y="8"/>
                      <a:pt x="1" y="10"/>
                      <a:pt x="0" y="1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5" y="11"/>
                      <a:pt x="6" y="9"/>
                    </a:cubicBezTo>
                    <a:cubicBezTo>
                      <a:pt x="8" y="7"/>
                      <a:pt x="9" y="5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65" name="Freeform 510">
                <a:extLst>
                  <a:ext uri="{FF2B5EF4-FFF2-40B4-BE49-F238E27FC236}">
                    <a16:creationId xmlns:a16="http://schemas.microsoft.com/office/drawing/2014/main" id="{74F73947-1057-4F4D-A3DB-4F6D35D66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575"/>
                <a:ext cx="35" cy="45"/>
              </a:xfrm>
              <a:custGeom>
                <a:avLst/>
                <a:gdLst>
                  <a:gd name="T0" fmla="*/ 83 w 14"/>
                  <a:gd name="T1" fmla="*/ 238 h 18"/>
                  <a:gd name="T2" fmla="*/ 63 w 14"/>
                  <a:gd name="T3" fmla="*/ 208 h 18"/>
                  <a:gd name="T4" fmla="*/ 95 w 14"/>
                  <a:gd name="T5" fmla="*/ 125 h 18"/>
                  <a:gd name="T6" fmla="*/ 158 w 14"/>
                  <a:gd name="T7" fmla="*/ 63 h 18"/>
                  <a:gd name="T8" fmla="*/ 145 w 14"/>
                  <a:gd name="T9" fmla="*/ 33 h 18"/>
                  <a:gd name="T10" fmla="*/ 125 w 14"/>
                  <a:gd name="T11" fmla="*/ 50 h 18"/>
                  <a:gd name="T12" fmla="*/ 158 w 14"/>
                  <a:gd name="T13" fmla="*/ 208 h 18"/>
                  <a:gd name="T14" fmla="*/ 158 w 14"/>
                  <a:gd name="T15" fmla="*/ 270 h 18"/>
                  <a:gd name="T16" fmla="*/ 208 w 14"/>
                  <a:gd name="T17" fmla="*/ 283 h 18"/>
                  <a:gd name="T18" fmla="*/ 220 w 14"/>
                  <a:gd name="T19" fmla="*/ 208 h 18"/>
                  <a:gd name="T20" fmla="*/ 175 w 14"/>
                  <a:gd name="T21" fmla="*/ 20 h 18"/>
                  <a:gd name="T22" fmla="*/ 158 w 14"/>
                  <a:gd name="T23" fmla="*/ 0 h 18"/>
                  <a:gd name="T24" fmla="*/ 125 w 14"/>
                  <a:gd name="T25" fmla="*/ 20 h 18"/>
                  <a:gd name="T26" fmla="*/ 50 w 14"/>
                  <a:gd name="T27" fmla="*/ 83 h 18"/>
                  <a:gd name="T28" fmla="*/ 0 w 14"/>
                  <a:gd name="T29" fmla="*/ 208 h 18"/>
                  <a:gd name="T30" fmla="*/ 20 w 14"/>
                  <a:gd name="T31" fmla="*/ 270 h 18"/>
                  <a:gd name="T32" fmla="*/ 83 w 14"/>
                  <a:gd name="T33" fmla="*/ 238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18">
                    <a:moveTo>
                      <a:pt x="5" y="15"/>
                    </a:moveTo>
                    <a:cubicBezTo>
                      <a:pt x="4" y="14"/>
                      <a:pt x="4" y="14"/>
                      <a:pt x="4" y="13"/>
                    </a:cubicBezTo>
                    <a:cubicBezTo>
                      <a:pt x="4" y="11"/>
                      <a:pt x="5" y="9"/>
                      <a:pt x="6" y="8"/>
                    </a:cubicBezTo>
                    <a:cubicBezTo>
                      <a:pt x="7" y="6"/>
                      <a:pt x="9" y="5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6"/>
                      <a:pt x="10" y="10"/>
                      <a:pt x="10" y="13"/>
                    </a:cubicBezTo>
                    <a:cubicBezTo>
                      <a:pt x="10" y="14"/>
                      <a:pt x="10" y="16"/>
                      <a:pt x="10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4" y="15"/>
                      <a:pt x="14" y="13"/>
                    </a:cubicBezTo>
                    <a:cubicBezTo>
                      <a:pt x="14" y="9"/>
                      <a:pt x="13" y="4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4" y="3"/>
                      <a:pt x="3" y="5"/>
                    </a:cubicBezTo>
                    <a:cubicBezTo>
                      <a:pt x="1" y="7"/>
                      <a:pt x="0" y="10"/>
                      <a:pt x="0" y="13"/>
                    </a:cubicBezTo>
                    <a:cubicBezTo>
                      <a:pt x="0" y="14"/>
                      <a:pt x="0" y="16"/>
                      <a:pt x="1" y="17"/>
                    </a:cubicBez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66" name="Freeform 511">
                <a:extLst>
                  <a:ext uri="{FF2B5EF4-FFF2-40B4-BE49-F238E27FC236}">
                    <a16:creationId xmlns:a16="http://schemas.microsoft.com/office/drawing/2014/main" id="{1B73F542-846C-4174-A835-E9FD162B9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665"/>
                <a:ext cx="33" cy="18"/>
              </a:xfrm>
              <a:custGeom>
                <a:avLst/>
                <a:gdLst>
                  <a:gd name="T0" fmla="*/ 193 w 13"/>
                  <a:gd name="T1" fmla="*/ 0 h 7"/>
                  <a:gd name="T2" fmla="*/ 0 w 13"/>
                  <a:gd name="T3" fmla="*/ 54 h 7"/>
                  <a:gd name="T4" fmla="*/ 0 w 13"/>
                  <a:gd name="T5" fmla="*/ 54 h 7"/>
                  <a:gd name="T6" fmla="*/ 0 w 13"/>
                  <a:gd name="T7" fmla="*/ 118 h 7"/>
                  <a:gd name="T8" fmla="*/ 0 w 13"/>
                  <a:gd name="T9" fmla="*/ 118 h 7"/>
                  <a:gd name="T10" fmla="*/ 213 w 13"/>
                  <a:gd name="T11" fmla="*/ 67 h 7"/>
                  <a:gd name="T12" fmla="*/ 193 w 1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12" y="0"/>
                    </a:moveTo>
                    <a:cubicBezTo>
                      <a:pt x="8" y="1"/>
                      <a:pt x="4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7"/>
                      <a:pt x="9" y="5"/>
                      <a:pt x="13" y="4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67" name="Freeform 512">
                <a:extLst>
                  <a:ext uri="{FF2B5EF4-FFF2-40B4-BE49-F238E27FC236}">
                    <a16:creationId xmlns:a16="http://schemas.microsoft.com/office/drawing/2014/main" id="{E32426F5-5814-408D-9A2B-8C9480046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573"/>
                <a:ext cx="110" cy="155"/>
              </a:xfrm>
              <a:custGeom>
                <a:avLst/>
                <a:gdLst>
                  <a:gd name="T0" fmla="*/ 83 w 44"/>
                  <a:gd name="T1" fmla="*/ 250 h 62"/>
                  <a:gd name="T2" fmla="*/ 688 w 44"/>
                  <a:gd name="T3" fmla="*/ 645 h 62"/>
                  <a:gd name="T4" fmla="*/ 550 w 44"/>
                  <a:gd name="T5" fmla="*/ 500 h 62"/>
                  <a:gd name="T6" fmla="*/ 458 w 44"/>
                  <a:gd name="T7" fmla="*/ 300 h 62"/>
                  <a:gd name="T8" fmla="*/ 175 w 44"/>
                  <a:gd name="T9" fmla="*/ 20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2">
                    <a:moveTo>
                      <a:pt x="5" y="16"/>
                    </a:moveTo>
                    <a:cubicBezTo>
                      <a:pt x="0" y="39"/>
                      <a:pt x="44" y="62"/>
                      <a:pt x="44" y="41"/>
                    </a:cubicBezTo>
                    <a:cubicBezTo>
                      <a:pt x="44" y="32"/>
                      <a:pt x="37" y="37"/>
                      <a:pt x="35" y="32"/>
                    </a:cubicBezTo>
                    <a:cubicBezTo>
                      <a:pt x="33" y="29"/>
                      <a:pt x="31" y="22"/>
                      <a:pt x="29" y="19"/>
                    </a:cubicBezTo>
                    <a:cubicBezTo>
                      <a:pt x="25" y="12"/>
                      <a:pt x="17" y="0"/>
                      <a:pt x="11" y="13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68" name="Freeform 513">
                <a:extLst>
                  <a:ext uri="{FF2B5EF4-FFF2-40B4-BE49-F238E27FC236}">
                    <a16:creationId xmlns:a16="http://schemas.microsoft.com/office/drawing/2014/main" id="{9F1D900C-4F75-4128-88FC-C5A03AB3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693"/>
                <a:ext cx="160" cy="162"/>
              </a:xfrm>
              <a:custGeom>
                <a:avLst/>
                <a:gdLst>
                  <a:gd name="T0" fmla="*/ 0 w 64"/>
                  <a:gd name="T1" fmla="*/ 292 h 65"/>
                  <a:gd name="T2" fmla="*/ 800 w 64"/>
                  <a:gd name="T3" fmla="*/ 155 h 65"/>
                  <a:gd name="T4" fmla="*/ 470 w 64"/>
                  <a:gd name="T5" fmla="*/ 262 h 65"/>
                  <a:gd name="T6" fmla="*/ 50 w 64"/>
                  <a:gd name="T7" fmla="*/ 249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65">
                    <a:moveTo>
                      <a:pt x="0" y="19"/>
                    </a:moveTo>
                    <a:cubicBezTo>
                      <a:pt x="15" y="65"/>
                      <a:pt x="64" y="23"/>
                      <a:pt x="51" y="10"/>
                    </a:cubicBezTo>
                    <a:cubicBezTo>
                      <a:pt x="45" y="4"/>
                      <a:pt x="37" y="17"/>
                      <a:pt x="30" y="17"/>
                    </a:cubicBezTo>
                    <a:cubicBezTo>
                      <a:pt x="21" y="17"/>
                      <a:pt x="11" y="0"/>
                      <a:pt x="3" y="16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69" name="Freeform 514">
                <a:extLst>
                  <a:ext uri="{FF2B5EF4-FFF2-40B4-BE49-F238E27FC236}">
                    <a16:creationId xmlns:a16="http://schemas.microsoft.com/office/drawing/2014/main" id="{B68D6F86-BCFD-452F-B860-EE780F0D0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553"/>
                <a:ext cx="145" cy="167"/>
              </a:xfrm>
              <a:custGeom>
                <a:avLst/>
                <a:gdLst>
                  <a:gd name="T0" fmla="*/ 283 w 58"/>
                  <a:gd name="T1" fmla="*/ 249 h 67"/>
                  <a:gd name="T2" fmla="*/ 845 w 58"/>
                  <a:gd name="T3" fmla="*/ 528 h 67"/>
                  <a:gd name="T4" fmla="*/ 333 w 58"/>
                  <a:gd name="T5" fmla="*/ 229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67">
                    <a:moveTo>
                      <a:pt x="18" y="16"/>
                    </a:moveTo>
                    <a:cubicBezTo>
                      <a:pt x="0" y="35"/>
                      <a:pt x="45" y="67"/>
                      <a:pt x="54" y="34"/>
                    </a:cubicBezTo>
                    <a:cubicBezTo>
                      <a:pt x="58" y="17"/>
                      <a:pt x="30" y="0"/>
                      <a:pt x="21" y="15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70" name="Freeform 515">
                <a:extLst>
                  <a:ext uri="{FF2B5EF4-FFF2-40B4-BE49-F238E27FC236}">
                    <a16:creationId xmlns:a16="http://schemas.microsoft.com/office/drawing/2014/main" id="{7D283F26-BF46-47E5-A48D-9279CDEB8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530"/>
                <a:ext cx="128" cy="185"/>
              </a:xfrm>
              <a:custGeom>
                <a:avLst/>
                <a:gdLst>
                  <a:gd name="T0" fmla="*/ 83 w 51"/>
                  <a:gd name="T1" fmla="*/ 395 h 74"/>
                  <a:gd name="T2" fmla="*/ 158 w 51"/>
                  <a:gd name="T3" fmla="*/ 925 h 74"/>
                  <a:gd name="T4" fmla="*/ 650 w 51"/>
                  <a:gd name="T5" fmla="*/ 1020 h 74"/>
                  <a:gd name="T6" fmla="*/ 176 w 51"/>
                  <a:gd name="T7" fmla="*/ 375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74">
                    <a:moveTo>
                      <a:pt x="5" y="25"/>
                    </a:moveTo>
                    <a:cubicBezTo>
                      <a:pt x="0" y="37"/>
                      <a:pt x="0" y="49"/>
                      <a:pt x="10" y="59"/>
                    </a:cubicBezTo>
                    <a:cubicBezTo>
                      <a:pt x="17" y="65"/>
                      <a:pt x="34" y="74"/>
                      <a:pt x="41" y="65"/>
                    </a:cubicBezTo>
                    <a:cubicBezTo>
                      <a:pt x="51" y="50"/>
                      <a:pt x="30" y="0"/>
                      <a:pt x="11" y="24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71" name="Freeform 516">
                <a:extLst>
                  <a:ext uri="{FF2B5EF4-FFF2-40B4-BE49-F238E27FC236}">
                    <a16:creationId xmlns:a16="http://schemas.microsoft.com/office/drawing/2014/main" id="{2463EBF9-613D-4735-8D5C-0F0A0327D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600"/>
                <a:ext cx="123" cy="120"/>
              </a:xfrm>
              <a:custGeom>
                <a:avLst/>
                <a:gdLst>
                  <a:gd name="T0" fmla="*/ 146 w 49"/>
                  <a:gd name="T1" fmla="*/ 0 h 48"/>
                  <a:gd name="T2" fmla="*/ 472 w 49"/>
                  <a:gd name="T3" fmla="*/ 595 h 48"/>
                  <a:gd name="T4" fmla="*/ 126 w 49"/>
                  <a:gd name="T5" fmla="*/ 3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48">
                    <a:moveTo>
                      <a:pt x="9" y="0"/>
                    </a:moveTo>
                    <a:cubicBezTo>
                      <a:pt x="24" y="0"/>
                      <a:pt x="49" y="28"/>
                      <a:pt x="30" y="38"/>
                    </a:cubicBezTo>
                    <a:cubicBezTo>
                      <a:pt x="10" y="48"/>
                      <a:pt x="0" y="15"/>
                      <a:pt x="8" y="2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72" name="Freeform 517">
                <a:extLst>
                  <a:ext uri="{FF2B5EF4-FFF2-40B4-BE49-F238E27FC236}">
                    <a16:creationId xmlns:a16="http://schemas.microsoft.com/office/drawing/2014/main" id="{A2BB6ECF-6ED2-42D1-A05E-DBFFBC299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705"/>
                <a:ext cx="225" cy="113"/>
              </a:xfrm>
              <a:custGeom>
                <a:avLst/>
                <a:gdLst>
                  <a:gd name="T0" fmla="*/ 833 w 90"/>
                  <a:gd name="T1" fmla="*/ 146 h 45"/>
                  <a:gd name="T2" fmla="*/ 313 w 90"/>
                  <a:gd name="T3" fmla="*/ 492 h 45"/>
                  <a:gd name="T4" fmla="*/ 720 w 90"/>
                  <a:gd name="T5" fmla="*/ 535 h 45"/>
                  <a:gd name="T6" fmla="*/ 1113 w 90"/>
                  <a:gd name="T7" fmla="*/ 681 h 45"/>
                  <a:gd name="T8" fmla="*/ 908 w 90"/>
                  <a:gd name="T9" fmla="*/ 188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45">
                    <a:moveTo>
                      <a:pt x="53" y="9"/>
                    </a:moveTo>
                    <a:cubicBezTo>
                      <a:pt x="38" y="0"/>
                      <a:pt x="0" y="18"/>
                      <a:pt x="20" y="31"/>
                    </a:cubicBezTo>
                    <a:cubicBezTo>
                      <a:pt x="24" y="34"/>
                      <a:pt x="40" y="32"/>
                      <a:pt x="46" y="34"/>
                    </a:cubicBezTo>
                    <a:cubicBezTo>
                      <a:pt x="51" y="35"/>
                      <a:pt x="65" y="45"/>
                      <a:pt x="71" y="43"/>
                    </a:cubicBezTo>
                    <a:cubicBezTo>
                      <a:pt x="90" y="35"/>
                      <a:pt x="67" y="15"/>
                      <a:pt x="58" y="12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73" name="Freeform 518">
                <a:extLst>
                  <a:ext uri="{FF2B5EF4-FFF2-40B4-BE49-F238E27FC236}">
                    <a16:creationId xmlns:a16="http://schemas.microsoft.com/office/drawing/2014/main" id="{6A3FDC93-4840-4350-B9EF-51BA3F116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600"/>
                <a:ext cx="87" cy="100"/>
              </a:xfrm>
              <a:custGeom>
                <a:avLst/>
                <a:gdLst>
                  <a:gd name="T0" fmla="*/ 278 w 35"/>
                  <a:gd name="T1" fmla="*/ 0 h 40"/>
                  <a:gd name="T2" fmla="*/ 278 w 35"/>
                  <a:gd name="T3" fmla="*/ 613 h 40"/>
                  <a:gd name="T4" fmla="*/ 246 w 35"/>
                  <a:gd name="T5" fmla="*/ 3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0">
                    <a:moveTo>
                      <a:pt x="18" y="0"/>
                    </a:moveTo>
                    <a:cubicBezTo>
                      <a:pt x="33" y="4"/>
                      <a:pt x="35" y="40"/>
                      <a:pt x="18" y="39"/>
                    </a:cubicBezTo>
                    <a:cubicBezTo>
                      <a:pt x="1" y="39"/>
                      <a:pt x="0" y="3"/>
                      <a:pt x="16" y="2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74" name="Freeform 519">
                <a:extLst>
                  <a:ext uri="{FF2B5EF4-FFF2-40B4-BE49-F238E27FC236}">
                    <a16:creationId xmlns:a16="http://schemas.microsoft.com/office/drawing/2014/main" id="{A3079E8B-CB39-46AB-8BEF-FDD9CB21D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608"/>
                <a:ext cx="100" cy="67"/>
              </a:xfrm>
              <a:custGeom>
                <a:avLst/>
                <a:gdLst>
                  <a:gd name="T0" fmla="*/ 313 w 40"/>
                  <a:gd name="T1" fmla="*/ 0 h 27"/>
                  <a:gd name="T2" fmla="*/ 250 w 40"/>
                  <a:gd name="T3" fmla="*/ 382 h 27"/>
                  <a:gd name="T4" fmla="*/ 395 w 40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7">
                    <a:moveTo>
                      <a:pt x="20" y="0"/>
                    </a:moveTo>
                    <a:cubicBezTo>
                      <a:pt x="6" y="0"/>
                      <a:pt x="0" y="22"/>
                      <a:pt x="16" y="25"/>
                    </a:cubicBezTo>
                    <a:cubicBezTo>
                      <a:pt x="26" y="27"/>
                      <a:pt x="40" y="1"/>
                      <a:pt x="25" y="0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75" name="Freeform 520">
                <a:extLst>
                  <a:ext uri="{FF2B5EF4-FFF2-40B4-BE49-F238E27FC236}">
                    <a16:creationId xmlns:a16="http://schemas.microsoft.com/office/drawing/2014/main" id="{C6342DFB-4C9D-4711-A678-C201F530E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598"/>
                <a:ext cx="107" cy="60"/>
              </a:xfrm>
              <a:custGeom>
                <a:avLst/>
                <a:gdLst>
                  <a:gd name="T0" fmla="*/ 0 w 43"/>
                  <a:gd name="T1" fmla="*/ 145 h 24"/>
                  <a:gd name="T2" fmla="*/ 600 w 43"/>
                  <a:gd name="T3" fmla="*/ 345 h 24"/>
                  <a:gd name="T4" fmla="*/ 92 w 43"/>
                  <a:gd name="T5" fmla="*/ 23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4">
                    <a:moveTo>
                      <a:pt x="0" y="9"/>
                    </a:moveTo>
                    <a:cubicBezTo>
                      <a:pt x="12" y="4"/>
                      <a:pt x="43" y="0"/>
                      <a:pt x="39" y="22"/>
                    </a:cubicBezTo>
                    <a:cubicBezTo>
                      <a:pt x="26" y="24"/>
                      <a:pt x="18" y="16"/>
                      <a:pt x="6" y="15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76" name="Freeform 521">
                <a:extLst>
                  <a:ext uri="{FF2B5EF4-FFF2-40B4-BE49-F238E27FC236}">
                    <a16:creationId xmlns:a16="http://schemas.microsoft.com/office/drawing/2014/main" id="{1C6A6FB2-99B5-4B95-BF9E-23B14F1E5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753"/>
                <a:ext cx="212" cy="65"/>
              </a:xfrm>
              <a:custGeom>
                <a:avLst/>
                <a:gdLst>
                  <a:gd name="T0" fmla="*/ 716 w 85"/>
                  <a:gd name="T1" fmla="*/ 50 h 26"/>
                  <a:gd name="T2" fmla="*/ 571 w 85"/>
                  <a:gd name="T3" fmla="*/ 345 h 26"/>
                  <a:gd name="T4" fmla="*/ 1132 w 85"/>
                  <a:gd name="T5" fmla="*/ 300 h 26"/>
                  <a:gd name="T6" fmla="*/ 808 w 85"/>
                  <a:gd name="T7" fmla="*/ 5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6">
                    <a:moveTo>
                      <a:pt x="46" y="3"/>
                    </a:moveTo>
                    <a:cubicBezTo>
                      <a:pt x="22" y="0"/>
                      <a:pt x="0" y="26"/>
                      <a:pt x="37" y="22"/>
                    </a:cubicBezTo>
                    <a:cubicBezTo>
                      <a:pt x="42" y="21"/>
                      <a:pt x="70" y="22"/>
                      <a:pt x="73" y="19"/>
                    </a:cubicBezTo>
                    <a:cubicBezTo>
                      <a:pt x="85" y="8"/>
                      <a:pt x="60" y="1"/>
                      <a:pt x="52" y="3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77" name="Freeform 522">
                <a:extLst>
                  <a:ext uri="{FF2B5EF4-FFF2-40B4-BE49-F238E27FC236}">
                    <a16:creationId xmlns:a16="http://schemas.microsoft.com/office/drawing/2014/main" id="{309A2244-A2F7-46FC-B8A9-8B2A5A607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570"/>
                <a:ext cx="158" cy="111"/>
              </a:xfrm>
              <a:custGeom>
                <a:avLst/>
                <a:gdLst>
                  <a:gd name="T0" fmla="*/ 271 w 63"/>
                  <a:gd name="T1" fmla="*/ 50 h 44"/>
                  <a:gd name="T2" fmla="*/ 20 w 63"/>
                  <a:gd name="T3" fmla="*/ 368 h 44"/>
                  <a:gd name="T4" fmla="*/ 441 w 63"/>
                  <a:gd name="T5" fmla="*/ 656 h 44"/>
                  <a:gd name="T6" fmla="*/ 930 w 63"/>
                  <a:gd name="T7" fmla="*/ 63 h 44"/>
                  <a:gd name="T8" fmla="*/ 301 w 63"/>
                  <a:gd name="T9" fmla="*/ 9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4">
                    <a:moveTo>
                      <a:pt x="17" y="3"/>
                    </a:moveTo>
                    <a:cubicBezTo>
                      <a:pt x="7" y="4"/>
                      <a:pt x="0" y="12"/>
                      <a:pt x="1" y="23"/>
                    </a:cubicBezTo>
                    <a:cubicBezTo>
                      <a:pt x="2" y="36"/>
                      <a:pt x="16" y="39"/>
                      <a:pt x="28" y="41"/>
                    </a:cubicBezTo>
                    <a:cubicBezTo>
                      <a:pt x="50" y="44"/>
                      <a:pt x="63" y="25"/>
                      <a:pt x="59" y="4"/>
                    </a:cubicBezTo>
                    <a:cubicBezTo>
                      <a:pt x="48" y="4"/>
                      <a:pt x="29" y="0"/>
                      <a:pt x="19" y="6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78" name="Freeform 523">
                <a:extLst>
                  <a:ext uri="{FF2B5EF4-FFF2-40B4-BE49-F238E27FC236}">
                    <a16:creationId xmlns:a16="http://schemas.microsoft.com/office/drawing/2014/main" id="{DF24430F-F736-4F76-BA1F-1B303A40A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3603"/>
                <a:ext cx="152" cy="105"/>
              </a:xfrm>
              <a:custGeom>
                <a:avLst/>
                <a:gdLst>
                  <a:gd name="T0" fmla="*/ 30 w 61"/>
                  <a:gd name="T1" fmla="*/ 270 h 42"/>
                  <a:gd name="T2" fmla="*/ 508 w 61"/>
                  <a:gd name="T3" fmla="*/ 595 h 42"/>
                  <a:gd name="T4" fmla="*/ 728 w 61"/>
                  <a:gd name="T5" fmla="*/ 188 h 42"/>
                  <a:gd name="T6" fmla="*/ 541 w 61"/>
                  <a:gd name="T7" fmla="*/ 270 h 42"/>
                  <a:gd name="T8" fmla="*/ 384 w 61"/>
                  <a:gd name="T9" fmla="*/ 208 h 42"/>
                  <a:gd name="T10" fmla="*/ 0 w 61"/>
                  <a:gd name="T11" fmla="*/ 175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2">
                    <a:moveTo>
                      <a:pt x="2" y="17"/>
                    </a:moveTo>
                    <a:cubicBezTo>
                      <a:pt x="1" y="32"/>
                      <a:pt x="19" y="42"/>
                      <a:pt x="33" y="38"/>
                    </a:cubicBezTo>
                    <a:cubicBezTo>
                      <a:pt x="42" y="36"/>
                      <a:pt x="61" y="19"/>
                      <a:pt x="47" y="12"/>
                    </a:cubicBezTo>
                    <a:cubicBezTo>
                      <a:pt x="41" y="8"/>
                      <a:pt x="41" y="17"/>
                      <a:pt x="35" y="17"/>
                    </a:cubicBezTo>
                    <a:cubicBezTo>
                      <a:pt x="28" y="16"/>
                      <a:pt x="31" y="15"/>
                      <a:pt x="25" y="13"/>
                    </a:cubicBezTo>
                    <a:cubicBezTo>
                      <a:pt x="18" y="11"/>
                      <a:pt x="5" y="0"/>
                      <a:pt x="0" y="11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79" name="Freeform 524">
                <a:extLst>
                  <a:ext uri="{FF2B5EF4-FFF2-40B4-BE49-F238E27FC236}">
                    <a16:creationId xmlns:a16="http://schemas.microsoft.com/office/drawing/2014/main" id="{5A881C28-194B-4BA4-BAF8-289B025E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533"/>
                <a:ext cx="152" cy="145"/>
              </a:xfrm>
              <a:custGeom>
                <a:avLst/>
                <a:gdLst>
                  <a:gd name="T0" fmla="*/ 0 w 61"/>
                  <a:gd name="T1" fmla="*/ 283 h 58"/>
                  <a:gd name="T2" fmla="*/ 466 w 61"/>
                  <a:gd name="T3" fmla="*/ 845 h 58"/>
                  <a:gd name="T4" fmla="*/ 912 w 61"/>
                  <a:gd name="T5" fmla="*/ 625 h 58"/>
                  <a:gd name="T6" fmla="*/ 508 w 61"/>
                  <a:gd name="T7" fmla="*/ 458 h 58"/>
                  <a:gd name="T8" fmla="*/ 30 w 61"/>
                  <a:gd name="T9" fmla="*/ 14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8">
                    <a:moveTo>
                      <a:pt x="0" y="18"/>
                    </a:moveTo>
                    <a:cubicBezTo>
                      <a:pt x="6" y="36"/>
                      <a:pt x="11" y="48"/>
                      <a:pt x="30" y="54"/>
                    </a:cubicBezTo>
                    <a:cubicBezTo>
                      <a:pt x="41" y="58"/>
                      <a:pt x="61" y="56"/>
                      <a:pt x="59" y="40"/>
                    </a:cubicBezTo>
                    <a:cubicBezTo>
                      <a:pt x="57" y="24"/>
                      <a:pt x="43" y="35"/>
                      <a:pt x="33" y="29"/>
                    </a:cubicBezTo>
                    <a:cubicBezTo>
                      <a:pt x="24" y="22"/>
                      <a:pt x="18" y="0"/>
                      <a:pt x="2" y="9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80" name="Freeform 525">
                <a:extLst>
                  <a:ext uri="{FF2B5EF4-FFF2-40B4-BE49-F238E27FC236}">
                    <a16:creationId xmlns:a16="http://schemas.microsoft.com/office/drawing/2014/main" id="{E30503F1-D6DC-467C-86FB-AD9FEC38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473"/>
                <a:ext cx="177" cy="72"/>
              </a:xfrm>
              <a:custGeom>
                <a:avLst/>
                <a:gdLst>
                  <a:gd name="T0" fmla="*/ 0 w 71"/>
                  <a:gd name="T1" fmla="*/ 216 h 29"/>
                  <a:gd name="T2" fmla="*/ 790 w 71"/>
                  <a:gd name="T3" fmla="*/ 400 h 29"/>
                  <a:gd name="T4" fmla="*/ 932 w 71"/>
                  <a:gd name="T5" fmla="*/ 104 h 29"/>
                  <a:gd name="T6" fmla="*/ 466 w 71"/>
                  <a:gd name="T7" fmla="*/ 137 h 29"/>
                  <a:gd name="T8" fmla="*/ 0 w 71"/>
                  <a:gd name="T9" fmla="*/ 9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29">
                    <a:moveTo>
                      <a:pt x="0" y="14"/>
                    </a:moveTo>
                    <a:cubicBezTo>
                      <a:pt x="13" y="20"/>
                      <a:pt x="36" y="29"/>
                      <a:pt x="51" y="26"/>
                    </a:cubicBezTo>
                    <a:cubicBezTo>
                      <a:pt x="63" y="24"/>
                      <a:pt x="71" y="14"/>
                      <a:pt x="60" y="7"/>
                    </a:cubicBezTo>
                    <a:cubicBezTo>
                      <a:pt x="50" y="0"/>
                      <a:pt x="39" y="8"/>
                      <a:pt x="30" y="9"/>
                    </a:cubicBezTo>
                    <a:cubicBezTo>
                      <a:pt x="20" y="10"/>
                      <a:pt x="10" y="6"/>
                      <a:pt x="0" y="6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81" name="Freeform 526">
                <a:extLst>
                  <a:ext uri="{FF2B5EF4-FFF2-40B4-BE49-F238E27FC236}">
                    <a16:creationId xmlns:a16="http://schemas.microsoft.com/office/drawing/2014/main" id="{3833A66D-82F5-454C-A627-4FBB42363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3628"/>
                <a:ext cx="85" cy="118"/>
              </a:xfrm>
              <a:custGeom>
                <a:avLst/>
                <a:gdLst>
                  <a:gd name="T0" fmla="*/ 270 w 34"/>
                  <a:gd name="T1" fmla="*/ 0 h 47"/>
                  <a:gd name="T2" fmla="*/ 63 w 34"/>
                  <a:gd name="T3" fmla="*/ 535 h 47"/>
                  <a:gd name="T4" fmla="*/ 458 w 34"/>
                  <a:gd name="T5" fmla="*/ 630 h 47"/>
                  <a:gd name="T6" fmla="*/ 313 w 34"/>
                  <a:gd name="T7" fmla="*/ 5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7">
                    <a:moveTo>
                      <a:pt x="17" y="0"/>
                    </a:moveTo>
                    <a:cubicBezTo>
                      <a:pt x="7" y="5"/>
                      <a:pt x="0" y="23"/>
                      <a:pt x="4" y="34"/>
                    </a:cubicBezTo>
                    <a:cubicBezTo>
                      <a:pt x="9" y="47"/>
                      <a:pt x="16" y="40"/>
                      <a:pt x="29" y="40"/>
                    </a:cubicBezTo>
                    <a:cubicBezTo>
                      <a:pt x="31" y="32"/>
                      <a:pt x="34" y="2"/>
                      <a:pt x="20" y="3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82" name="Freeform 527">
                <a:extLst>
                  <a:ext uri="{FF2B5EF4-FFF2-40B4-BE49-F238E27FC236}">
                    <a16:creationId xmlns:a16="http://schemas.microsoft.com/office/drawing/2014/main" id="{2BB2497E-48BA-4DFB-B9B3-18CCA4C4A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628"/>
                <a:ext cx="165" cy="123"/>
              </a:xfrm>
              <a:custGeom>
                <a:avLst/>
                <a:gdLst>
                  <a:gd name="T0" fmla="*/ 125 w 66"/>
                  <a:gd name="T1" fmla="*/ 20 h 49"/>
                  <a:gd name="T2" fmla="*/ 533 w 66"/>
                  <a:gd name="T3" fmla="*/ 663 h 49"/>
                  <a:gd name="T4" fmla="*/ 0 w 66"/>
                  <a:gd name="T5" fmla="*/ 113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49">
                    <a:moveTo>
                      <a:pt x="8" y="1"/>
                    </a:moveTo>
                    <a:cubicBezTo>
                      <a:pt x="28" y="0"/>
                      <a:pt x="66" y="31"/>
                      <a:pt x="34" y="42"/>
                    </a:cubicBezTo>
                    <a:cubicBezTo>
                      <a:pt x="12" y="49"/>
                      <a:pt x="1" y="25"/>
                      <a:pt x="0" y="7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83" name="Freeform 528">
                <a:extLst>
                  <a:ext uri="{FF2B5EF4-FFF2-40B4-BE49-F238E27FC236}">
                    <a16:creationId xmlns:a16="http://schemas.microsoft.com/office/drawing/2014/main" id="{2F477BED-38E4-41A7-8461-E93ABADCB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693"/>
                <a:ext cx="195" cy="60"/>
              </a:xfrm>
              <a:custGeom>
                <a:avLst/>
                <a:gdLst>
                  <a:gd name="T0" fmla="*/ 783 w 78"/>
                  <a:gd name="T1" fmla="*/ 20 h 24"/>
                  <a:gd name="T2" fmla="*/ 470 w 78"/>
                  <a:gd name="T3" fmla="*/ 363 h 24"/>
                  <a:gd name="T4" fmla="*/ 783 w 78"/>
                  <a:gd name="T5" fmla="*/ 113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">
                    <a:moveTo>
                      <a:pt x="50" y="1"/>
                    </a:moveTo>
                    <a:cubicBezTo>
                      <a:pt x="78" y="11"/>
                      <a:pt x="43" y="23"/>
                      <a:pt x="30" y="23"/>
                    </a:cubicBezTo>
                    <a:cubicBezTo>
                      <a:pt x="0" y="24"/>
                      <a:pt x="27" y="0"/>
                      <a:pt x="50" y="7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84" name="Freeform 529">
                <a:extLst>
                  <a:ext uri="{FF2B5EF4-FFF2-40B4-BE49-F238E27FC236}">
                    <a16:creationId xmlns:a16="http://schemas.microsoft.com/office/drawing/2014/main" id="{7C79676F-6E1C-4C24-8197-D2444CE9D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716"/>
                <a:ext cx="100" cy="75"/>
              </a:xfrm>
              <a:custGeom>
                <a:avLst/>
                <a:gdLst>
                  <a:gd name="T0" fmla="*/ 113 w 40"/>
                  <a:gd name="T1" fmla="*/ 158 h 30"/>
                  <a:gd name="T2" fmla="*/ 613 w 40"/>
                  <a:gd name="T3" fmla="*/ 208 h 30"/>
                  <a:gd name="T4" fmla="*/ 0 w 40"/>
                  <a:gd name="T5" fmla="*/ 23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0">
                    <a:moveTo>
                      <a:pt x="7" y="10"/>
                    </a:moveTo>
                    <a:cubicBezTo>
                      <a:pt x="13" y="5"/>
                      <a:pt x="40" y="0"/>
                      <a:pt x="39" y="13"/>
                    </a:cubicBezTo>
                    <a:cubicBezTo>
                      <a:pt x="36" y="30"/>
                      <a:pt x="7" y="17"/>
                      <a:pt x="0" y="15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85" name="Freeform 530">
                <a:extLst>
                  <a:ext uri="{FF2B5EF4-FFF2-40B4-BE49-F238E27FC236}">
                    <a16:creationId xmlns:a16="http://schemas.microsoft.com/office/drawing/2014/main" id="{EB16FBF6-DBEC-49A8-B49F-B2421836D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663"/>
                <a:ext cx="105" cy="90"/>
              </a:xfrm>
              <a:custGeom>
                <a:avLst/>
                <a:gdLst>
                  <a:gd name="T0" fmla="*/ 0 w 42"/>
                  <a:gd name="T1" fmla="*/ 20 h 36"/>
                  <a:gd name="T2" fmla="*/ 488 w 42"/>
                  <a:gd name="T3" fmla="*/ 300 h 36"/>
                  <a:gd name="T4" fmla="*/ 50 w 42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6">
                    <a:moveTo>
                      <a:pt x="0" y="1"/>
                    </a:moveTo>
                    <a:cubicBezTo>
                      <a:pt x="2" y="12"/>
                      <a:pt x="21" y="36"/>
                      <a:pt x="31" y="19"/>
                    </a:cubicBezTo>
                    <a:cubicBezTo>
                      <a:pt x="42" y="1"/>
                      <a:pt x="13" y="0"/>
                      <a:pt x="3" y="0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86" name="Freeform 531">
                <a:extLst>
                  <a:ext uri="{FF2B5EF4-FFF2-40B4-BE49-F238E27FC236}">
                    <a16:creationId xmlns:a16="http://schemas.microsoft.com/office/drawing/2014/main" id="{CDD3E2FB-B738-4825-AD58-9AA111D29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580"/>
                <a:ext cx="120" cy="116"/>
              </a:xfrm>
              <a:custGeom>
                <a:avLst/>
                <a:gdLst>
                  <a:gd name="T0" fmla="*/ 0 w 48"/>
                  <a:gd name="T1" fmla="*/ 83 h 46"/>
                  <a:gd name="T2" fmla="*/ 708 w 48"/>
                  <a:gd name="T3" fmla="*/ 272 h 46"/>
                  <a:gd name="T4" fmla="*/ 95 w 48"/>
                  <a:gd name="T5" fmla="*/ 63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6">
                    <a:moveTo>
                      <a:pt x="0" y="5"/>
                    </a:moveTo>
                    <a:cubicBezTo>
                      <a:pt x="8" y="13"/>
                      <a:pt x="48" y="46"/>
                      <a:pt x="45" y="17"/>
                    </a:cubicBezTo>
                    <a:cubicBezTo>
                      <a:pt x="43" y="1"/>
                      <a:pt x="18" y="0"/>
                      <a:pt x="6" y="4"/>
                    </a:cubicBezTo>
                  </a:path>
                </a:pathLst>
              </a:custGeom>
              <a:solidFill>
                <a:srgbClr val="FBE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87" name="Freeform 532">
                <a:extLst>
                  <a:ext uri="{FF2B5EF4-FFF2-40B4-BE49-F238E27FC236}">
                    <a16:creationId xmlns:a16="http://schemas.microsoft.com/office/drawing/2014/main" id="{87CB31FB-EC7B-4286-BB39-BC8413EE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768"/>
                <a:ext cx="1072" cy="257"/>
              </a:xfrm>
              <a:custGeom>
                <a:avLst/>
                <a:gdLst>
                  <a:gd name="T0" fmla="*/ 6694 w 429"/>
                  <a:gd name="T1" fmla="*/ 841 h 103"/>
                  <a:gd name="T2" fmla="*/ 5725 w 429"/>
                  <a:gd name="T3" fmla="*/ 871 h 103"/>
                  <a:gd name="T4" fmla="*/ 280 w 429"/>
                  <a:gd name="T5" fmla="*/ 0 h 103"/>
                  <a:gd name="T6" fmla="*/ 12 w 429"/>
                  <a:gd name="T7" fmla="*/ 417 h 103"/>
                  <a:gd name="T8" fmla="*/ 467 w 429"/>
                  <a:gd name="T9" fmla="*/ 996 h 103"/>
                  <a:gd name="T10" fmla="*/ 1187 w 429"/>
                  <a:gd name="T11" fmla="*/ 1258 h 103"/>
                  <a:gd name="T12" fmla="*/ 1574 w 429"/>
                  <a:gd name="T13" fmla="*/ 1462 h 103"/>
                  <a:gd name="T14" fmla="*/ 2291 w 429"/>
                  <a:gd name="T15" fmla="*/ 1320 h 103"/>
                  <a:gd name="T16" fmla="*/ 3228 w 429"/>
                  <a:gd name="T17" fmla="*/ 1307 h 103"/>
                  <a:gd name="T18" fmla="*/ 3683 w 429"/>
                  <a:gd name="T19" fmla="*/ 1412 h 103"/>
                  <a:gd name="T20" fmla="*/ 4071 w 429"/>
                  <a:gd name="T21" fmla="*/ 1320 h 103"/>
                  <a:gd name="T22" fmla="*/ 4570 w 429"/>
                  <a:gd name="T23" fmla="*/ 1337 h 103"/>
                  <a:gd name="T24" fmla="*/ 5133 w 429"/>
                  <a:gd name="T25" fmla="*/ 1587 h 103"/>
                  <a:gd name="T26" fmla="*/ 5587 w 429"/>
                  <a:gd name="T27" fmla="*/ 1400 h 103"/>
                  <a:gd name="T28" fmla="*/ 5945 w 429"/>
                  <a:gd name="T29" fmla="*/ 1307 h 103"/>
                  <a:gd name="T30" fmla="*/ 6320 w 429"/>
                  <a:gd name="T31" fmla="*/ 1153 h 103"/>
                  <a:gd name="T32" fmla="*/ 6694 w 429"/>
                  <a:gd name="T33" fmla="*/ 841 h 10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9" h="103">
                    <a:moveTo>
                      <a:pt x="429" y="54"/>
                    </a:moveTo>
                    <a:cubicBezTo>
                      <a:pt x="409" y="56"/>
                      <a:pt x="388" y="56"/>
                      <a:pt x="367" y="56"/>
                    </a:cubicBezTo>
                    <a:cubicBezTo>
                      <a:pt x="250" y="56"/>
                      <a:pt x="128" y="30"/>
                      <a:pt x="18" y="0"/>
                    </a:cubicBezTo>
                    <a:cubicBezTo>
                      <a:pt x="18" y="0"/>
                      <a:pt x="2" y="8"/>
                      <a:pt x="1" y="27"/>
                    </a:cubicBezTo>
                    <a:cubicBezTo>
                      <a:pt x="0" y="46"/>
                      <a:pt x="16" y="60"/>
                      <a:pt x="30" y="64"/>
                    </a:cubicBezTo>
                    <a:cubicBezTo>
                      <a:pt x="44" y="68"/>
                      <a:pt x="67" y="70"/>
                      <a:pt x="76" y="81"/>
                    </a:cubicBezTo>
                    <a:cubicBezTo>
                      <a:pt x="85" y="92"/>
                      <a:pt x="90" y="99"/>
                      <a:pt x="101" y="94"/>
                    </a:cubicBezTo>
                    <a:cubicBezTo>
                      <a:pt x="112" y="89"/>
                      <a:pt x="134" y="88"/>
                      <a:pt x="147" y="85"/>
                    </a:cubicBezTo>
                    <a:cubicBezTo>
                      <a:pt x="160" y="82"/>
                      <a:pt x="196" y="76"/>
                      <a:pt x="207" y="84"/>
                    </a:cubicBezTo>
                    <a:cubicBezTo>
                      <a:pt x="218" y="92"/>
                      <a:pt x="227" y="94"/>
                      <a:pt x="236" y="91"/>
                    </a:cubicBezTo>
                    <a:cubicBezTo>
                      <a:pt x="245" y="88"/>
                      <a:pt x="252" y="87"/>
                      <a:pt x="261" y="85"/>
                    </a:cubicBezTo>
                    <a:cubicBezTo>
                      <a:pt x="270" y="83"/>
                      <a:pt x="284" y="78"/>
                      <a:pt x="293" y="86"/>
                    </a:cubicBezTo>
                    <a:cubicBezTo>
                      <a:pt x="302" y="94"/>
                      <a:pt x="318" y="103"/>
                      <a:pt x="329" y="102"/>
                    </a:cubicBezTo>
                    <a:cubicBezTo>
                      <a:pt x="340" y="101"/>
                      <a:pt x="350" y="93"/>
                      <a:pt x="358" y="90"/>
                    </a:cubicBezTo>
                    <a:cubicBezTo>
                      <a:pt x="366" y="87"/>
                      <a:pt x="373" y="86"/>
                      <a:pt x="381" y="84"/>
                    </a:cubicBezTo>
                    <a:cubicBezTo>
                      <a:pt x="389" y="82"/>
                      <a:pt x="398" y="77"/>
                      <a:pt x="405" y="74"/>
                    </a:cubicBezTo>
                    <a:cubicBezTo>
                      <a:pt x="412" y="71"/>
                      <a:pt x="426" y="67"/>
                      <a:pt x="429" y="54"/>
                    </a:cubicBezTo>
                    <a:close/>
                  </a:path>
                </a:pathLst>
              </a:custGeom>
              <a:solidFill>
                <a:srgbClr val="BE3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88" name="Freeform 533">
                <a:extLst>
                  <a:ext uri="{FF2B5EF4-FFF2-40B4-BE49-F238E27FC236}">
                    <a16:creationId xmlns:a16="http://schemas.microsoft.com/office/drawing/2014/main" id="{6FDE03F8-8CE1-41D8-80A2-3EA82EDE2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765"/>
                <a:ext cx="1074" cy="260"/>
              </a:xfrm>
              <a:custGeom>
                <a:avLst/>
                <a:gdLst>
                  <a:gd name="T0" fmla="*/ 6689 w 430"/>
                  <a:gd name="T1" fmla="*/ 845 h 104"/>
                  <a:gd name="T2" fmla="*/ 280 w 430"/>
                  <a:gd name="T3" fmla="*/ 20 h 104"/>
                  <a:gd name="T4" fmla="*/ 280 w 430"/>
                  <a:gd name="T5" fmla="*/ 20 h 104"/>
                  <a:gd name="T6" fmla="*/ 0 w 430"/>
                  <a:gd name="T7" fmla="*/ 438 h 104"/>
                  <a:gd name="T8" fmla="*/ 155 w 430"/>
                  <a:gd name="T9" fmla="*/ 833 h 104"/>
                  <a:gd name="T10" fmla="*/ 854 w 430"/>
                  <a:gd name="T11" fmla="*/ 1125 h 104"/>
                  <a:gd name="T12" fmla="*/ 1324 w 430"/>
                  <a:gd name="T13" fmla="*/ 1458 h 104"/>
                  <a:gd name="T14" fmla="*/ 1571 w 430"/>
                  <a:gd name="T15" fmla="*/ 1500 h 104"/>
                  <a:gd name="T16" fmla="*/ 2290 w 430"/>
                  <a:gd name="T17" fmla="*/ 1363 h 104"/>
                  <a:gd name="T18" fmla="*/ 3212 w 430"/>
                  <a:gd name="T19" fmla="*/ 1345 h 104"/>
                  <a:gd name="T20" fmla="*/ 3674 w 430"/>
                  <a:gd name="T21" fmla="*/ 1458 h 104"/>
                  <a:gd name="T22" fmla="*/ 4361 w 430"/>
                  <a:gd name="T23" fmla="*/ 1313 h 104"/>
                  <a:gd name="T24" fmla="*/ 5098 w 430"/>
                  <a:gd name="T25" fmla="*/ 1625 h 104"/>
                  <a:gd name="T26" fmla="*/ 5577 w 430"/>
                  <a:gd name="T27" fmla="*/ 1438 h 104"/>
                  <a:gd name="T28" fmla="*/ 6314 w 430"/>
                  <a:gd name="T29" fmla="*/ 1188 h 104"/>
                  <a:gd name="T30" fmla="*/ 6701 w 430"/>
                  <a:gd name="T31" fmla="*/ 863 h 104"/>
                  <a:gd name="T32" fmla="*/ 6689 w 430"/>
                  <a:gd name="T33" fmla="*/ 845 h 104"/>
                  <a:gd name="T34" fmla="*/ 6669 w 430"/>
                  <a:gd name="T35" fmla="*/ 863 h 104"/>
                  <a:gd name="T36" fmla="*/ 6314 w 430"/>
                  <a:gd name="T37" fmla="*/ 1158 h 104"/>
                  <a:gd name="T38" fmla="*/ 5577 w 430"/>
                  <a:gd name="T39" fmla="*/ 1408 h 104"/>
                  <a:gd name="T40" fmla="*/ 5098 w 430"/>
                  <a:gd name="T41" fmla="*/ 1595 h 104"/>
                  <a:gd name="T42" fmla="*/ 4361 w 430"/>
                  <a:gd name="T43" fmla="*/ 1283 h 104"/>
                  <a:gd name="T44" fmla="*/ 3674 w 430"/>
                  <a:gd name="T45" fmla="*/ 1425 h 104"/>
                  <a:gd name="T46" fmla="*/ 3244 w 430"/>
                  <a:gd name="T47" fmla="*/ 1313 h 104"/>
                  <a:gd name="T48" fmla="*/ 2290 w 430"/>
                  <a:gd name="T49" fmla="*/ 1333 h 104"/>
                  <a:gd name="T50" fmla="*/ 1571 w 430"/>
                  <a:gd name="T51" fmla="*/ 1470 h 104"/>
                  <a:gd name="T52" fmla="*/ 1341 w 430"/>
                  <a:gd name="T53" fmla="*/ 1438 h 104"/>
                  <a:gd name="T54" fmla="*/ 854 w 430"/>
                  <a:gd name="T55" fmla="*/ 1095 h 104"/>
                  <a:gd name="T56" fmla="*/ 167 w 430"/>
                  <a:gd name="T57" fmla="*/ 813 h 104"/>
                  <a:gd name="T58" fmla="*/ 30 w 430"/>
                  <a:gd name="T59" fmla="*/ 438 h 104"/>
                  <a:gd name="T60" fmla="*/ 250 w 430"/>
                  <a:gd name="T61" fmla="*/ 63 h 104"/>
                  <a:gd name="T62" fmla="*/ 280 w 430"/>
                  <a:gd name="T63" fmla="*/ 33 h 104"/>
                  <a:gd name="T64" fmla="*/ 280 w 430"/>
                  <a:gd name="T65" fmla="*/ 20 h 104"/>
                  <a:gd name="T66" fmla="*/ 5720 w 430"/>
                  <a:gd name="T67" fmla="*/ 908 h 104"/>
                  <a:gd name="T68" fmla="*/ 6689 w 430"/>
                  <a:gd name="T69" fmla="*/ 863 h 104"/>
                  <a:gd name="T70" fmla="*/ 6689 w 430"/>
                  <a:gd name="T71" fmla="*/ 863 h 1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30" h="104">
                    <a:moveTo>
                      <a:pt x="429" y="55"/>
                    </a:moveTo>
                    <a:cubicBezTo>
                      <a:pt x="429" y="54"/>
                      <a:pt x="429" y="54"/>
                      <a:pt x="429" y="54"/>
                    </a:cubicBezTo>
                    <a:cubicBezTo>
                      <a:pt x="409" y="56"/>
                      <a:pt x="388" y="56"/>
                      <a:pt x="367" y="56"/>
                    </a:cubicBezTo>
                    <a:cubicBezTo>
                      <a:pt x="250" y="56"/>
                      <a:pt x="128" y="30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4" y="3"/>
                      <a:pt x="9" y="7"/>
                    </a:cubicBezTo>
                    <a:cubicBezTo>
                      <a:pt x="5" y="11"/>
                      <a:pt x="1" y="18"/>
                      <a:pt x="0" y="28"/>
                    </a:cubicBezTo>
                    <a:cubicBezTo>
                      <a:pt x="0" y="29"/>
                      <a:pt x="0" y="29"/>
                      <a:pt x="0" y="30"/>
                    </a:cubicBezTo>
                    <a:cubicBezTo>
                      <a:pt x="0" y="39"/>
                      <a:pt x="4" y="47"/>
                      <a:pt x="10" y="53"/>
                    </a:cubicBezTo>
                    <a:cubicBezTo>
                      <a:pt x="15" y="60"/>
                      <a:pt x="23" y="64"/>
                      <a:pt x="30" y="66"/>
                    </a:cubicBezTo>
                    <a:cubicBezTo>
                      <a:pt x="37" y="68"/>
                      <a:pt x="46" y="69"/>
                      <a:pt x="55" y="72"/>
                    </a:cubicBezTo>
                    <a:cubicBezTo>
                      <a:pt x="63" y="74"/>
                      <a:pt x="71" y="77"/>
                      <a:pt x="75" y="83"/>
                    </a:cubicBezTo>
                    <a:cubicBezTo>
                      <a:pt x="79" y="87"/>
                      <a:pt x="82" y="91"/>
                      <a:pt x="85" y="93"/>
                    </a:cubicBezTo>
                    <a:cubicBezTo>
                      <a:pt x="88" y="96"/>
                      <a:pt x="91" y="98"/>
                      <a:pt x="94" y="98"/>
                    </a:cubicBezTo>
                    <a:cubicBezTo>
                      <a:pt x="97" y="98"/>
                      <a:pt x="99" y="97"/>
                      <a:pt x="101" y="96"/>
                    </a:cubicBezTo>
                    <a:cubicBezTo>
                      <a:pt x="107" y="93"/>
                      <a:pt x="115" y="92"/>
                      <a:pt x="123" y="91"/>
                    </a:cubicBezTo>
                    <a:cubicBezTo>
                      <a:pt x="132" y="89"/>
                      <a:pt x="141" y="88"/>
                      <a:pt x="147" y="87"/>
                    </a:cubicBezTo>
                    <a:cubicBezTo>
                      <a:pt x="155" y="85"/>
                      <a:pt x="173" y="82"/>
                      <a:pt x="187" y="82"/>
                    </a:cubicBezTo>
                    <a:cubicBezTo>
                      <a:pt x="195" y="82"/>
                      <a:pt x="203" y="83"/>
                      <a:pt x="206" y="86"/>
                    </a:cubicBezTo>
                    <a:cubicBezTo>
                      <a:pt x="214" y="92"/>
                      <a:pt x="221" y="94"/>
                      <a:pt x="228" y="94"/>
                    </a:cubicBezTo>
                    <a:cubicBezTo>
                      <a:pt x="231" y="94"/>
                      <a:pt x="234" y="94"/>
                      <a:pt x="236" y="93"/>
                    </a:cubicBezTo>
                    <a:cubicBezTo>
                      <a:pt x="245" y="90"/>
                      <a:pt x="252" y="89"/>
                      <a:pt x="261" y="87"/>
                    </a:cubicBezTo>
                    <a:cubicBezTo>
                      <a:pt x="267" y="86"/>
                      <a:pt x="274" y="84"/>
                      <a:pt x="280" y="84"/>
                    </a:cubicBezTo>
                    <a:cubicBezTo>
                      <a:pt x="285" y="84"/>
                      <a:pt x="289" y="85"/>
                      <a:pt x="292" y="88"/>
                    </a:cubicBezTo>
                    <a:cubicBezTo>
                      <a:pt x="301" y="95"/>
                      <a:pt x="316" y="104"/>
                      <a:pt x="327" y="104"/>
                    </a:cubicBezTo>
                    <a:cubicBezTo>
                      <a:pt x="328" y="104"/>
                      <a:pt x="328" y="104"/>
                      <a:pt x="329" y="104"/>
                    </a:cubicBezTo>
                    <a:cubicBezTo>
                      <a:pt x="340" y="103"/>
                      <a:pt x="351" y="95"/>
                      <a:pt x="358" y="92"/>
                    </a:cubicBezTo>
                    <a:cubicBezTo>
                      <a:pt x="366" y="89"/>
                      <a:pt x="373" y="88"/>
                      <a:pt x="381" y="86"/>
                    </a:cubicBezTo>
                    <a:cubicBezTo>
                      <a:pt x="389" y="84"/>
                      <a:pt x="398" y="79"/>
                      <a:pt x="405" y="76"/>
                    </a:cubicBezTo>
                    <a:cubicBezTo>
                      <a:pt x="409" y="74"/>
                      <a:pt x="414" y="73"/>
                      <a:pt x="419" y="70"/>
                    </a:cubicBezTo>
                    <a:cubicBezTo>
                      <a:pt x="424" y="67"/>
                      <a:pt x="428" y="62"/>
                      <a:pt x="430" y="55"/>
                    </a:cubicBezTo>
                    <a:cubicBezTo>
                      <a:pt x="430" y="54"/>
                      <a:pt x="430" y="54"/>
                      <a:pt x="430" y="54"/>
                    </a:cubicBezTo>
                    <a:cubicBezTo>
                      <a:pt x="429" y="54"/>
                      <a:pt x="429" y="54"/>
                      <a:pt x="429" y="54"/>
                    </a:cubicBezTo>
                    <a:cubicBezTo>
                      <a:pt x="429" y="55"/>
                      <a:pt x="429" y="55"/>
                      <a:pt x="429" y="55"/>
                    </a:cubicBezTo>
                    <a:cubicBezTo>
                      <a:pt x="428" y="55"/>
                      <a:pt x="428" y="55"/>
                      <a:pt x="428" y="55"/>
                    </a:cubicBezTo>
                    <a:cubicBezTo>
                      <a:pt x="426" y="61"/>
                      <a:pt x="423" y="65"/>
                      <a:pt x="418" y="68"/>
                    </a:cubicBezTo>
                    <a:cubicBezTo>
                      <a:pt x="413" y="71"/>
                      <a:pt x="408" y="73"/>
                      <a:pt x="405" y="74"/>
                    </a:cubicBezTo>
                    <a:cubicBezTo>
                      <a:pt x="398" y="77"/>
                      <a:pt x="389" y="82"/>
                      <a:pt x="381" y="84"/>
                    </a:cubicBezTo>
                    <a:cubicBezTo>
                      <a:pt x="373" y="86"/>
                      <a:pt x="366" y="87"/>
                      <a:pt x="358" y="90"/>
                    </a:cubicBezTo>
                    <a:cubicBezTo>
                      <a:pt x="349" y="93"/>
                      <a:pt x="340" y="101"/>
                      <a:pt x="329" y="102"/>
                    </a:cubicBezTo>
                    <a:cubicBezTo>
                      <a:pt x="328" y="102"/>
                      <a:pt x="328" y="102"/>
                      <a:pt x="327" y="102"/>
                    </a:cubicBezTo>
                    <a:cubicBezTo>
                      <a:pt x="317" y="102"/>
                      <a:pt x="302" y="94"/>
                      <a:pt x="294" y="86"/>
                    </a:cubicBezTo>
                    <a:cubicBezTo>
                      <a:pt x="290" y="83"/>
                      <a:pt x="285" y="82"/>
                      <a:pt x="280" y="82"/>
                    </a:cubicBezTo>
                    <a:cubicBezTo>
                      <a:pt x="273" y="82"/>
                      <a:pt x="266" y="84"/>
                      <a:pt x="261" y="85"/>
                    </a:cubicBezTo>
                    <a:cubicBezTo>
                      <a:pt x="252" y="87"/>
                      <a:pt x="245" y="88"/>
                      <a:pt x="236" y="91"/>
                    </a:cubicBezTo>
                    <a:cubicBezTo>
                      <a:pt x="233" y="92"/>
                      <a:pt x="231" y="92"/>
                      <a:pt x="228" y="92"/>
                    </a:cubicBezTo>
                    <a:cubicBezTo>
                      <a:pt x="222" y="92"/>
                      <a:pt x="215" y="90"/>
                      <a:pt x="208" y="84"/>
                    </a:cubicBezTo>
                    <a:cubicBezTo>
                      <a:pt x="203" y="81"/>
                      <a:pt x="196" y="80"/>
                      <a:pt x="187" y="80"/>
                    </a:cubicBezTo>
                    <a:cubicBezTo>
                      <a:pt x="172" y="80"/>
                      <a:pt x="155" y="83"/>
                      <a:pt x="147" y="85"/>
                    </a:cubicBezTo>
                    <a:cubicBezTo>
                      <a:pt x="140" y="87"/>
                      <a:pt x="132" y="88"/>
                      <a:pt x="123" y="89"/>
                    </a:cubicBezTo>
                    <a:cubicBezTo>
                      <a:pt x="115" y="90"/>
                      <a:pt x="106" y="92"/>
                      <a:pt x="101" y="94"/>
                    </a:cubicBezTo>
                    <a:cubicBezTo>
                      <a:pt x="98" y="95"/>
                      <a:pt x="96" y="96"/>
                      <a:pt x="94" y="96"/>
                    </a:cubicBezTo>
                    <a:cubicBezTo>
                      <a:pt x="91" y="96"/>
                      <a:pt x="89" y="94"/>
                      <a:pt x="86" y="92"/>
                    </a:cubicBezTo>
                    <a:cubicBezTo>
                      <a:pt x="83" y="89"/>
                      <a:pt x="80" y="86"/>
                      <a:pt x="77" y="81"/>
                    </a:cubicBezTo>
                    <a:cubicBezTo>
                      <a:pt x="72" y="76"/>
                      <a:pt x="64" y="72"/>
                      <a:pt x="55" y="70"/>
                    </a:cubicBezTo>
                    <a:cubicBezTo>
                      <a:pt x="46" y="68"/>
                      <a:pt x="37" y="66"/>
                      <a:pt x="30" y="64"/>
                    </a:cubicBezTo>
                    <a:cubicBezTo>
                      <a:pt x="24" y="62"/>
                      <a:pt x="17" y="58"/>
                      <a:pt x="11" y="52"/>
                    </a:cubicBezTo>
                    <a:cubicBezTo>
                      <a:pt x="6" y="46"/>
                      <a:pt x="2" y="38"/>
                      <a:pt x="2" y="30"/>
                    </a:cubicBezTo>
                    <a:cubicBezTo>
                      <a:pt x="2" y="29"/>
                      <a:pt x="2" y="29"/>
                      <a:pt x="2" y="28"/>
                    </a:cubicBezTo>
                    <a:cubicBezTo>
                      <a:pt x="2" y="19"/>
                      <a:pt x="7" y="12"/>
                      <a:pt x="11" y="8"/>
                    </a:cubicBezTo>
                    <a:cubicBezTo>
                      <a:pt x="13" y="6"/>
                      <a:pt x="15" y="5"/>
                      <a:pt x="16" y="4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7" y="32"/>
                      <a:pt x="250" y="58"/>
                      <a:pt x="367" y="58"/>
                    </a:cubicBezTo>
                    <a:cubicBezTo>
                      <a:pt x="388" y="58"/>
                      <a:pt x="409" y="58"/>
                      <a:pt x="429" y="56"/>
                    </a:cubicBezTo>
                    <a:cubicBezTo>
                      <a:pt x="429" y="55"/>
                      <a:pt x="429" y="55"/>
                      <a:pt x="429" y="55"/>
                    </a:cubicBezTo>
                    <a:cubicBezTo>
                      <a:pt x="428" y="55"/>
                      <a:pt x="428" y="55"/>
                      <a:pt x="428" y="55"/>
                    </a:cubicBezTo>
                    <a:lnTo>
                      <a:pt x="429" y="55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89" name="Freeform 534">
                <a:extLst>
                  <a:ext uri="{FF2B5EF4-FFF2-40B4-BE49-F238E27FC236}">
                    <a16:creationId xmlns:a16="http://schemas.microsoft.com/office/drawing/2014/main" id="{77A225DB-A656-44DB-B992-ECE1464EC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508"/>
                <a:ext cx="315" cy="40"/>
              </a:xfrm>
              <a:custGeom>
                <a:avLst/>
                <a:gdLst>
                  <a:gd name="T0" fmla="*/ 1970 w 126"/>
                  <a:gd name="T1" fmla="*/ 238 h 16"/>
                  <a:gd name="T2" fmla="*/ 238 w 126"/>
                  <a:gd name="T3" fmla="*/ 20 h 16"/>
                  <a:gd name="T4" fmla="*/ 238 w 126"/>
                  <a:gd name="T5" fmla="*/ 20 h 16"/>
                  <a:gd name="T6" fmla="*/ 1313 w 126"/>
                  <a:gd name="T7" fmla="*/ 250 h 16"/>
                  <a:gd name="T8" fmla="*/ 1970 w 126"/>
                  <a:gd name="T9" fmla="*/ 23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6">
                    <a:moveTo>
                      <a:pt x="126" y="15"/>
                    </a:moveTo>
                    <a:cubicBezTo>
                      <a:pt x="126" y="15"/>
                      <a:pt x="30" y="1"/>
                      <a:pt x="15" y="1"/>
                    </a:cubicBezTo>
                    <a:cubicBezTo>
                      <a:pt x="0" y="0"/>
                      <a:pt x="15" y="1"/>
                      <a:pt x="15" y="1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6"/>
                      <a:pt x="118" y="15"/>
                      <a:pt x="12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90" name="Freeform 535">
                <a:extLst>
                  <a:ext uri="{FF2B5EF4-FFF2-40B4-BE49-F238E27FC236}">
                    <a16:creationId xmlns:a16="http://schemas.microsoft.com/office/drawing/2014/main" id="{DBA60574-4C9B-471B-836C-C25CAFBB8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513"/>
                <a:ext cx="393" cy="32"/>
              </a:xfrm>
              <a:custGeom>
                <a:avLst/>
                <a:gdLst>
                  <a:gd name="T0" fmla="*/ 0 w 157"/>
                  <a:gd name="T1" fmla="*/ 194 h 13"/>
                  <a:gd name="T2" fmla="*/ 1347 w 157"/>
                  <a:gd name="T3" fmla="*/ 194 h 13"/>
                  <a:gd name="T4" fmla="*/ 2463 w 157"/>
                  <a:gd name="T5" fmla="*/ 0 h 13"/>
                  <a:gd name="T6" fmla="*/ 0 w 157"/>
                  <a:gd name="T7" fmla="*/ 1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7" h="13">
                    <a:moveTo>
                      <a:pt x="0" y="13"/>
                    </a:move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148" y="0"/>
                      <a:pt x="157" y="0"/>
                    </a:cubicBezTo>
                    <a:cubicBezTo>
                      <a:pt x="157" y="0"/>
                      <a:pt x="81" y="10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91" name="Freeform 536">
                <a:extLst>
                  <a:ext uri="{FF2B5EF4-FFF2-40B4-BE49-F238E27FC236}">
                    <a16:creationId xmlns:a16="http://schemas.microsoft.com/office/drawing/2014/main" id="{63F9744D-48CB-4DE6-8CD2-2840374BA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503"/>
                <a:ext cx="3697" cy="410"/>
              </a:xfrm>
              <a:custGeom>
                <a:avLst/>
                <a:gdLst>
                  <a:gd name="T0" fmla="*/ 0 w 1479"/>
                  <a:gd name="T1" fmla="*/ 63 h 164"/>
                  <a:gd name="T2" fmla="*/ 855 w 1479"/>
                  <a:gd name="T3" fmla="*/ 63 h 164"/>
                  <a:gd name="T4" fmla="*/ 2625 w 1479"/>
                  <a:gd name="T5" fmla="*/ 408 h 164"/>
                  <a:gd name="T6" fmla="*/ 11433 w 1479"/>
                  <a:gd name="T7" fmla="*/ 2283 h 164"/>
                  <a:gd name="T8" fmla="*/ 17278 w 1479"/>
                  <a:gd name="T9" fmla="*/ 1175 h 164"/>
                  <a:gd name="T10" fmla="*/ 19600 w 1479"/>
                  <a:gd name="T11" fmla="*/ 425 h 164"/>
                  <a:gd name="T12" fmla="*/ 21350 w 1479"/>
                  <a:gd name="T13" fmla="*/ 83 h 164"/>
                  <a:gd name="T14" fmla="*/ 23069 w 1479"/>
                  <a:gd name="T15" fmla="*/ 83 h 164"/>
                  <a:gd name="T16" fmla="*/ 23087 w 1479"/>
                  <a:gd name="T17" fmla="*/ 63 h 164"/>
                  <a:gd name="T18" fmla="*/ 23099 w 1479"/>
                  <a:gd name="T19" fmla="*/ 50 h 164"/>
                  <a:gd name="T20" fmla="*/ 23087 w 1479"/>
                  <a:gd name="T21" fmla="*/ 33 h 164"/>
                  <a:gd name="T22" fmla="*/ 23069 w 1479"/>
                  <a:gd name="T23" fmla="*/ 20 h 164"/>
                  <a:gd name="T24" fmla="*/ 23069 w 1479"/>
                  <a:gd name="T25" fmla="*/ 20 h 164"/>
                  <a:gd name="T26" fmla="*/ 23037 w 1479"/>
                  <a:gd name="T27" fmla="*/ 20 h 164"/>
                  <a:gd name="T28" fmla="*/ 23037 w 1479"/>
                  <a:gd name="T29" fmla="*/ 300 h 164"/>
                  <a:gd name="T30" fmla="*/ 23069 w 1479"/>
                  <a:gd name="T31" fmla="*/ 300 h 164"/>
                  <a:gd name="T32" fmla="*/ 23069 w 1479"/>
                  <a:gd name="T33" fmla="*/ 300 h 164"/>
                  <a:gd name="T34" fmla="*/ 23087 w 1479"/>
                  <a:gd name="T35" fmla="*/ 283 h 164"/>
                  <a:gd name="T36" fmla="*/ 23099 w 1479"/>
                  <a:gd name="T37" fmla="*/ 270 h 164"/>
                  <a:gd name="T38" fmla="*/ 23087 w 1479"/>
                  <a:gd name="T39" fmla="*/ 238 h 164"/>
                  <a:gd name="T40" fmla="*/ 23069 w 1479"/>
                  <a:gd name="T41" fmla="*/ 238 h 164"/>
                  <a:gd name="T42" fmla="*/ 21350 w 1479"/>
                  <a:gd name="T43" fmla="*/ 238 h 164"/>
                  <a:gd name="T44" fmla="*/ 19632 w 1479"/>
                  <a:gd name="T45" fmla="*/ 595 h 164"/>
                  <a:gd name="T46" fmla="*/ 11433 w 1479"/>
                  <a:gd name="T47" fmla="*/ 2500 h 164"/>
                  <a:gd name="T48" fmla="*/ 5092 w 1479"/>
                  <a:gd name="T49" fmla="*/ 1363 h 164"/>
                  <a:gd name="T50" fmla="*/ 2530 w 1479"/>
                  <a:gd name="T51" fmla="*/ 583 h 164"/>
                  <a:gd name="T52" fmla="*/ 855 w 1479"/>
                  <a:gd name="T53" fmla="*/ 238 h 164"/>
                  <a:gd name="T54" fmla="*/ 0 w 1479"/>
                  <a:gd name="T55" fmla="*/ 238 h 164"/>
                  <a:gd name="T56" fmla="*/ 0 w 1479"/>
                  <a:gd name="T57" fmla="*/ 300 h 164"/>
                  <a:gd name="T58" fmla="*/ 855 w 1479"/>
                  <a:gd name="T59" fmla="*/ 300 h 164"/>
                  <a:gd name="T60" fmla="*/ 2512 w 1479"/>
                  <a:gd name="T61" fmla="*/ 645 h 164"/>
                  <a:gd name="T62" fmla="*/ 11433 w 1479"/>
                  <a:gd name="T63" fmla="*/ 2563 h 164"/>
                  <a:gd name="T64" fmla="*/ 17340 w 1479"/>
                  <a:gd name="T65" fmla="*/ 1425 h 164"/>
                  <a:gd name="T66" fmla="*/ 19650 w 1479"/>
                  <a:gd name="T67" fmla="*/ 645 h 164"/>
                  <a:gd name="T68" fmla="*/ 21350 w 1479"/>
                  <a:gd name="T69" fmla="*/ 300 h 164"/>
                  <a:gd name="T70" fmla="*/ 23069 w 1479"/>
                  <a:gd name="T71" fmla="*/ 300 h 164"/>
                  <a:gd name="T72" fmla="*/ 23087 w 1479"/>
                  <a:gd name="T73" fmla="*/ 283 h 164"/>
                  <a:gd name="T74" fmla="*/ 23099 w 1479"/>
                  <a:gd name="T75" fmla="*/ 270 h 164"/>
                  <a:gd name="T76" fmla="*/ 23087 w 1479"/>
                  <a:gd name="T77" fmla="*/ 238 h 164"/>
                  <a:gd name="T78" fmla="*/ 23069 w 1479"/>
                  <a:gd name="T79" fmla="*/ 238 h 164"/>
                  <a:gd name="T80" fmla="*/ 23069 w 1479"/>
                  <a:gd name="T81" fmla="*/ 238 h 164"/>
                  <a:gd name="T82" fmla="*/ 23069 w 1479"/>
                  <a:gd name="T83" fmla="*/ 270 h 164"/>
                  <a:gd name="T84" fmla="*/ 23099 w 1479"/>
                  <a:gd name="T85" fmla="*/ 270 h 164"/>
                  <a:gd name="T86" fmla="*/ 23099 w 1479"/>
                  <a:gd name="T87" fmla="*/ 50 h 164"/>
                  <a:gd name="T88" fmla="*/ 23069 w 1479"/>
                  <a:gd name="T89" fmla="*/ 50 h 164"/>
                  <a:gd name="T90" fmla="*/ 23069 w 1479"/>
                  <a:gd name="T91" fmla="*/ 83 h 164"/>
                  <a:gd name="T92" fmla="*/ 23069 w 1479"/>
                  <a:gd name="T93" fmla="*/ 83 h 164"/>
                  <a:gd name="T94" fmla="*/ 23069 w 1479"/>
                  <a:gd name="T95" fmla="*/ 83 h 164"/>
                  <a:gd name="T96" fmla="*/ 23087 w 1479"/>
                  <a:gd name="T97" fmla="*/ 63 h 164"/>
                  <a:gd name="T98" fmla="*/ 23099 w 1479"/>
                  <a:gd name="T99" fmla="*/ 50 h 164"/>
                  <a:gd name="T100" fmla="*/ 23087 w 1479"/>
                  <a:gd name="T101" fmla="*/ 33 h 164"/>
                  <a:gd name="T102" fmla="*/ 23069 w 1479"/>
                  <a:gd name="T103" fmla="*/ 20 h 164"/>
                  <a:gd name="T104" fmla="*/ 21350 w 1479"/>
                  <a:gd name="T105" fmla="*/ 20 h 164"/>
                  <a:gd name="T106" fmla="*/ 19587 w 1479"/>
                  <a:gd name="T107" fmla="*/ 363 h 164"/>
                  <a:gd name="T108" fmla="*/ 11433 w 1479"/>
                  <a:gd name="T109" fmla="*/ 2220 h 164"/>
                  <a:gd name="T110" fmla="*/ 5199 w 1479"/>
                  <a:gd name="T111" fmla="*/ 1113 h 164"/>
                  <a:gd name="T112" fmla="*/ 2637 w 1479"/>
                  <a:gd name="T113" fmla="*/ 345 h 164"/>
                  <a:gd name="T114" fmla="*/ 855 w 1479"/>
                  <a:gd name="T115" fmla="*/ 0 h 164"/>
                  <a:gd name="T116" fmla="*/ 0 w 1479"/>
                  <a:gd name="T117" fmla="*/ 0 h 164"/>
                  <a:gd name="T118" fmla="*/ 0 w 1479"/>
                  <a:gd name="T119" fmla="*/ 63 h 16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479" h="164">
                    <a:moveTo>
                      <a:pt x="0" y="4"/>
                    </a:moveTo>
                    <a:cubicBezTo>
                      <a:pt x="18" y="4"/>
                      <a:pt x="37" y="4"/>
                      <a:pt x="55" y="4"/>
                    </a:cubicBezTo>
                    <a:cubicBezTo>
                      <a:pt x="82" y="4"/>
                      <a:pt x="121" y="13"/>
                      <a:pt x="168" y="26"/>
                    </a:cubicBezTo>
                    <a:cubicBezTo>
                      <a:pt x="310" y="66"/>
                      <a:pt x="529" y="146"/>
                      <a:pt x="732" y="146"/>
                    </a:cubicBezTo>
                    <a:cubicBezTo>
                      <a:pt x="867" y="146"/>
                      <a:pt x="996" y="110"/>
                      <a:pt x="1106" y="75"/>
                    </a:cubicBezTo>
                    <a:cubicBezTo>
                      <a:pt x="1161" y="58"/>
                      <a:pt x="1211" y="40"/>
                      <a:pt x="1255" y="27"/>
                    </a:cubicBezTo>
                    <a:cubicBezTo>
                      <a:pt x="1299" y="14"/>
                      <a:pt x="1337" y="5"/>
                      <a:pt x="1367" y="5"/>
                    </a:cubicBezTo>
                    <a:cubicBezTo>
                      <a:pt x="1470" y="5"/>
                      <a:pt x="1477" y="5"/>
                      <a:pt x="1477" y="5"/>
                    </a:cubicBezTo>
                    <a:cubicBezTo>
                      <a:pt x="1477" y="5"/>
                      <a:pt x="1478" y="5"/>
                      <a:pt x="1478" y="4"/>
                    </a:cubicBezTo>
                    <a:cubicBezTo>
                      <a:pt x="1479" y="4"/>
                      <a:pt x="1479" y="3"/>
                      <a:pt x="1479" y="3"/>
                    </a:cubicBezTo>
                    <a:cubicBezTo>
                      <a:pt x="1479" y="2"/>
                      <a:pt x="1479" y="2"/>
                      <a:pt x="1478" y="2"/>
                    </a:cubicBezTo>
                    <a:cubicBezTo>
                      <a:pt x="1478" y="1"/>
                      <a:pt x="1477" y="1"/>
                      <a:pt x="1477" y="1"/>
                    </a:cubicBezTo>
                    <a:cubicBezTo>
                      <a:pt x="1477" y="1"/>
                      <a:pt x="1477" y="1"/>
                      <a:pt x="1477" y="1"/>
                    </a:cubicBezTo>
                    <a:cubicBezTo>
                      <a:pt x="1475" y="1"/>
                      <a:pt x="1475" y="1"/>
                      <a:pt x="1475" y="1"/>
                    </a:cubicBezTo>
                    <a:cubicBezTo>
                      <a:pt x="1475" y="19"/>
                      <a:pt x="1475" y="19"/>
                      <a:pt x="1475" y="19"/>
                    </a:cubicBezTo>
                    <a:cubicBezTo>
                      <a:pt x="1477" y="19"/>
                      <a:pt x="1477" y="19"/>
                      <a:pt x="1477" y="19"/>
                    </a:cubicBezTo>
                    <a:cubicBezTo>
                      <a:pt x="1477" y="19"/>
                      <a:pt x="1477" y="19"/>
                      <a:pt x="1477" y="19"/>
                    </a:cubicBezTo>
                    <a:cubicBezTo>
                      <a:pt x="1477" y="19"/>
                      <a:pt x="1478" y="19"/>
                      <a:pt x="1478" y="18"/>
                    </a:cubicBezTo>
                    <a:cubicBezTo>
                      <a:pt x="1479" y="18"/>
                      <a:pt x="1479" y="17"/>
                      <a:pt x="1479" y="17"/>
                    </a:cubicBezTo>
                    <a:cubicBezTo>
                      <a:pt x="1479" y="16"/>
                      <a:pt x="1479" y="16"/>
                      <a:pt x="1478" y="15"/>
                    </a:cubicBezTo>
                    <a:cubicBezTo>
                      <a:pt x="1478" y="15"/>
                      <a:pt x="1477" y="15"/>
                      <a:pt x="1477" y="15"/>
                    </a:cubicBezTo>
                    <a:cubicBezTo>
                      <a:pt x="1477" y="15"/>
                      <a:pt x="1472" y="15"/>
                      <a:pt x="1367" y="15"/>
                    </a:cubicBezTo>
                    <a:cubicBezTo>
                      <a:pt x="1337" y="15"/>
                      <a:pt x="1300" y="24"/>
                      <a:pt x="1257" y="38"/>
                    </a:cubicBezTo>
                    <a:cubicBezTo>
                      <a:pt x="1126" y="78"/>
                      <a:pt x="939" y="160"/>
                      <a:pt x="732" y="160"/>
                    </a:cubicBezTo>
                    <a:cubicBezTo>
                      <a:pt x="594" y="160"/>
                      <a:pt x="448" y="123"/>
                      <a:pt x="326" y="87"/>
                    </a:cubicBezTo>
                    <a:cubicBezTo>
                      <a:pt x="264" y="69"/>
                      <a:pt x="208" y="51"/>
                      <a:pt x="162" y="37"/>
                    </a:cubicBezTo>
                    <a:cubicBezTo>
                      <a:pt x="116" y="24"/>
                      <a:pt x="79" y="15"/>
                      <a:pt x="55" y="15"/>
                    </a:cubicBezTo>
                    <a:cubicBezTo>
                      <a:pt x="37" y="15"/>
                      <a:pt x="19" y="15"/>
                      <a:pt x="0" y="15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9" y="19"/>
                      <a:pt x="37" y="19"/>
                      <a:pt x="55" y="19"/>
                    </a:cubicBezTo>
                    <a:cubicBezTo>
                      <a:pt x="78" y="19"/>
                      <a:pt x="115" y="28"/>
                      <a:pt x="161" y="41"/>
                    </a:cubicBezTo>
                    <a:cubicBezTo>
                      <a:pt x="300" y="82"/>
                      <a:pt x="524" y="164"/>
                      <a:pt x="732" y="164"/>
                    </a:cubicBezTo>
                    <a:cubicBezTo>
                      <a:pt x="870" y="164"/>
                      <a:pt x="1000" y="127"/>
                      <a:pt x="1110" y="91"/>
                    </a:cubicBezTo>
                    <a:cubicBezTo>
                      <a:pt x="1165" y="73"/>
                      <a:pt x="1215" y="55"/>
                      <a:pt x="1258" y="41"/>
                    </a:cubicBezTo>
                    <a:cubicBezTo>
                      <a:pt x="1301" y="28"/>
                      <a:pt x="1338" y="19"/>
                      <a:pt x="1367" y="19"/>
                    </a:cubicBezTo>
                    <a:cubicBezTo>
                      <a:pt x="1472" y="19"/>
                      <a:pt x="1477" y="19"/>
                      <a:pt x="1477" y="19"/>
                    </a:cubicBezTo>
                    <a:cubicBezTo>
                      <a:pt x="1477" y="19"/>
                      <a:pt x="1478" y="19"/>
                      <a:pt x="1478" y="18"/>
                    </a:cubicBezTo>
                    <a:cubicBezTo>
                      <a:pt x="1479" y="18"/>
                      <a:pt x="1479" y="17"/>
                      <a:pt x="1479" y="17"/>
                    </a:cubicBezTo>
                    <a:cubicBezTo>
                      <a:pt x="1479" y="16"/>
                      <a:pt x="1479" y="16"/>
                      <a:pt x="1478" y="15"/>
                    </a:cubicBezTo>
                    <a:cubicBezTo>
                      <a:pt x="1478" y="15"/>
                      <a:pt x="1477" y="15"/>
                      <a:pt x="1477" y="15"/>
                    </a:cubicBezTo>
                    <a:cubicBezTo>
                      <a:pt x="1477" y="15"/>
                      <a:pt x="1477" y="15"/>
                      <a:pt x="1477" y="15"/>
                    </a:cubicBezTo>
                    <a:cubicBezTo>
                      <a:pt x="1477" y="17"/>
                      <a:pt x="1477" y="17"/>
                      <a:pt x="1477" y="17"/>
                    </a:cubicBezTo>
                    <a:cubicBezTo>
                      <a:pt x="1479" y="17"/>
                      <a:pt x="1479" y="17"/>
                      <a:pt x="1479" y="17"/>
                    </a:cubicBezTo>
                    <a:cubicBezTo>
                      <a:pt x="1479" y="3"/>
                      <a:pt x="1479" y="3"/>
                      <a:pt x="1479" y="3"/>
                    </a:cubicBezTo>
                    <a:cubicBezTo>
                      <a:pt x="1477" y="3"/>
                      <a:pt x="1477" y="3"/>
                      <a:pt x="1477" y="3"/>
                    </a:cubicBezTo>
                    <a:cubicBezTo>
                      <a:pt x="1477" y="5"/>
                      <a:pt x="1477" y="5"/>
                      <a:pt x="1477" y="5"/>
                    </a:cubicBezTo>
                    <a:cubicBezTo>
                      <a:pt x="1477" y="5"/>
                      <a:pt x="1477" y="5"/>
                      <a:pt x="1477" y="5"/>
                    </a:cubicBezTo>
                    <a:cubicBezTo>
                      <a:pt x="1477" y="5"/>
                      <a:pt x="1477" y="5"/>
                      <a:pt x="1477" y="5"/>
                    </a:cubicBezTo>
                    <a:cubicBezTo>
                      <a:pt x="1477" y="5"/>
                      <a:pt x="1478" y="5"/>
                      <a:pt x="1478" y="4"/>
                    </a:cubicBezTo>
                    <a:cubicBezTo>
                      <a:pt x="1479" y="4"/>
                      <a:pt x="1479" y="3"/>
                      <a:pt x="1479" y="3"/>
                    </a:cubicBezTo>
                    <a:cubicBezTo>
                      <a:pt x="1479" y="2"/>
                      <a:pt x="1479" y="2"/>
                      <a:pt x="1478" y="2"/>
                    </a:cubicBezTo>
                    <a:cubicBezTo>
                      <a:pt x="1478" y="1"/>
                      <a:pt x="1477" y="1"/>
                      <a:pt x="1477" y="1"/>
                    </a:cubicBezTo>
                    <a:cubicBezTo>
                      <a:pt x="1477" y="1"/>
                      <a:pt x="1470" y="1"/>
                      <a:pt x="1367" y="1"/>
                    </a:cubicBezTo>
                    <a:cubicBezTo>
                      <a:pt x="1336" y="1"/>
                      <a:pt x="1298" y="10"/>
                      <a:pt x="1254" y="23"/>
                    </a:cubicBezTo>
                    <a:cubicBezTo>
                      <a:pt x="1122" y="63"/>
                      <a:pt x="934" y="142"/>
                      <a:pt x="732" y="142"/>
                    </a:cubicBezTo>
                    <a:cubicBezTo>
                      <a:pt x="597" y="142"/>
                      <a:pt x="455" y="106"/>
                      <a:pt x="333" y="71"/>
                    </a:cubicBezTo>
                    <a:cubicBezTo>
                      <a:pt x="272" y="53"/>
                      <a:pt x="216" y="35"/>
                      <a:pt x="169" y="22"/>
                    </a:cubicBezTo>
                    <a:cubicBezTo>
                      <a:pt x="121" y="9"/>
                      <a:pt x="83" y="0"/>
                      <a:pt x="55" y="0"/>
                    </a:cubicBezTo>
                    <a:cubicBezTo>
                      <a:pt x="37" y="0"/>
                      <a:pt x="18" y="0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92" name="Freeform 537">
                <a:extLst>
                  <a:ext uri="{FF2B5EF4-FFF2-40B4-BE49-F238E27FC236}">
                    <a16:creationId xmlns:a16="http://schemas.microsoft.com/office/drawing/2014/main" id="{36EFC61F-EBA8-433B-863A-62388112D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3413"/>
                <a:ext cx="3699" cy="408"/>
              </a:xfrm>
              <a:custGeom>
                <a:avLst/>
                <a:gdLst>
                  <a:gd name="T0" fmla="*/ 0 w 1480"/>
                  <a:gd name="T1" fmla="*/ 2526 h 163"/>
                  <a:gd name="T2" fmla="*/ 875 w 1480"/>
                  <a:gd name="T3" fmla="*/ 2526 h 163"/>
                  <a:gd name="T4" fmla="*/ 2654 w 1480"/>
                  <a:gd name="T5" fmla="*/ 2180 h 163"/>
                  <a:gd name="T6" fmla="*/ 11444 w 1480"/>
                  <a:gd name="T7" fmla="*/ 345 h 163"/>
                  <a:gd name="T8" fmla="*/ 17265 w 1480"/>
                  <a:gd name="T9" fmla="*/ 1442 h 163"/>
                  <a:gd name="T10" fmla="*/ 19595 w 1480"/>
                  <a:gd name="T11" fmla="*/ 2193 h 163"/>
                  <a:gd name="T12" fmla="*/ 21357 w 1480"/>
                  <a:gd name="T13" fmla="*/ 2556 h 163"/>
                  <a:gd name="T14" fmla="*/ 23076 w 1480"/>
                  <a:gd name="T15" fmla="*/ 2556 h 163"/>
                  <a:gd name="T16" fmla="*/ 23094 w 1480"/>
                  <a:gd name="T17" fmla="*/ 2538 h 163"/>
                  <a:gd name="T18" fmla="*/ 23106 w 1480"/>
                  <a:gd name="T19" fmla="*/ 2526 h 163"/>
                  <a:gd name="T20" fmla="*/ 23094 w 1480"/>
                  <a:gd name="T21" fmla="*/ 2493 h 163"/>
                  <a:gd name="T22" fmla="*/ 23076 w 1480"/>
                  <a:gd name="T23" fmla="*/ 2493 h 163"/>
                  <a:gd name="T24" fmla="*/ 23076 w 1480"/>
                  <a:gd name="T25" fmla="*/ 2493 h 163"/>
                  <a:gd name="T26" fmla="*/ 23076 w 1480"/>
                  <a:gd name="T27" fmla="*/ 2526 h 163"/>
                  <a:gd name="T28" fmla="*/ 23106 w 1480"/>
                  <a:gd name="T29" fmla="*/ 2526 h 163"/>
                  <a:gd name="T30" fmla="*/ 23106 w 1480"/>
                  <a:gd name="T31" fmla="*/ 2305 h 163"/>
                  <a:gd name="T32" fmla="*/ 23076 w 1480"/>
                  <a:gd name="T33" fmla="*/ 2305 h 163"/>
                  <a:gd name="T34" fmla="*/ 23076 w 1480"/>
                  <a:gd name="T35" fmla="*/ 2338 h 163"/>
                  <a:gd name="T36" fmla="*/ 23076 w 1480"/>
                  <a:gd name="T37" fmla="*/ 2338 h 163"/>
                  <a:gd name="T38" fmla="*/ 23094 w 1480"/>
                  <a:gd name="T39" fmla="*/ 2318 h 163"/>
                  <a:gd name="T40" fmla="*/ 23106 w 1480"/>
                  <a:gd name="T41" fmla="*/ 2305 h 163"/>
                  <a:gd name="T42" fmla="*/ 23094 w 1480"/>
                  <a:gd name="T43" fmla="*/ 2275 h 163"/>
                  <a:gd name="T44" fmla="*/ 23076 w 1480"/>
                  <a:gd name="T45" fmla="*/ 2275 h 163"/>
                  <a:gd name="T46" fmla="*/ 21357 w 1480"/>
                  <a:gd name="T47" fmla="*/ 2275 h 163"/>
                  <a:gd name="T48" fmla="*/ 19657 w 1480"/>
                  <a:gd name="T49" fmla="*/ 1910 h 163"/>
                  <a:gd name="T50" fmla="*/ 11444 w 1480"/>
                  <a:gd name="T51" fmla="*/ 0 h 163"/>
                  <a:gd name="T52" fmla="*/ 5091 w 1480"/>
                  <a:gd name="T53" fmla="*/ 1129 h 163"/>
                  <a:gd name="T54" fmla="*/ 2529 w 1480"/>
                  <a:gd name="T55" fmla="*/ 1897 h 163"/>
                  <a:gd name="T56" fmla="*/ 875 w 1480"/>
                  <a:gd name="T57" fmla="*/ 2243 h 163"/>
                  <a:gd name="T58" fmla="*/ 12 w 1480"/>
                  <a:gd name="T59" fmla="*/ 2243 h 163"/>
                  <a:gd name="T60" fmla="*/ 12 w 1480"/>
                  <a:gd name="T61" fmla="*/ 2305 h 163"/>
                  <a:gd name="T62" fmla="*/ 875 w 1480"/>
                  <a:gd name="T63" fmla="*/ 2305 h 163"/>
                  <a:gd name="T64" fmla="*/ 2542 w 1480"/>
                  <a:gd name="T65" fmla="*/ 1960 h 163"/>
                  <a:gd name="T66" fmla="*/ 11444 w 1480"/>
                  <a:gd name="T67" fmla="*/ 63 h 163"/>
                  <a:gd name="T68" fmla="*/ 17328 w 1480"/>
                  <a:gd name="T69" fmla="*/ 1191 h 163"/>
                  <a:gd name="T70" fmla="*/ 19640 w 1480"/>
                  <a:gd name="T71" fmla="*/ 1972 h 163"/>
                  <a:gd name="T72" fmla="*/ 21357 w 1480"/>
                  <a:gd name="T73" fmla="*/ 2338 h 163"/>
                  <a:gd name="T74" fmla="*/ 23076 w 1480"/>
                  <a:gd name="T75" fmla="*/ 2338 h 163"/>
                  <a:gd name="T76" fmla="*/ 23094 w 1480"/>
                  <a:gd name="T77" fmla="*/ 2318 h 163"/>
                  <a:gd name="T78" fmla="*/ 23106 w 1480"/>
                  <a:gd name="T79" fmla="*/ 2305 h 163"/>
                  <a:gd name="T80" fmla="*/ 23094 w 1480"/>
                  <a:gd name="T81" fmla="*/ 2275 h 163"/>
                  <a:gd name="T82" fmla="*/ 23076 w 1480"/>
                  <a:gd name="T83" fmla="*/ 2275 h 163"/>
                  <a:gd name="T84" fmla="*/ 23076 w 1480"/>
                  <a:gd name="T85" fmla="*/ 2275 h 163"/>
                  <a:gd name="T86" fmla="*/ 23044 w 1480"/>
                  <a:gd name="T87" fmla="*/ 2275 h 163"/>
                  <a:gd name="T88" fmla="*/ 23044 w 1480"/>
                  <a:gd name="T89" fmla="*/ 2556 h 163"/>
                  <a:gd name="T90" fmla="*/ 23076 w 1480"/>
                  <a:gd name="T91" fmla="*/ 2556 h 163"/>
                  <a:gd name="T92" fmla="*/ 23076 w 1480"/>
                  <a:gd name="T93" fmla="*/ 2556 h 163"/>
                  <a:gd name="T94" fmla="*/ 23094 w 1480"/>
                  <a:gd name="T95" fmla="*/ 2538 h 163"/>
                  <a:gd name="T96" fmla="*/ 23106 w 1480"/>
                  <a:gd name="T97" fmla="*/ 2526 h 163"/>
                  <a:gd name="T98" fmla="*/ 23094 w 1480"/>
                  <a:gd name="T99" fmla="*/ 2493 h 163"/>
                  <a:gd name="T100" fmla="*/ 23076 w 1480"/>
                  <a:gd name="T101" fmla="*/ 2493 h 163"/>
                  <a:gd name="T102" fmla="*/ 21357 w 1480"/>
                  <a:gd name="T103" fmla="*/ 2493 h 163"/>
                  <a:gd name="T104" fmla="*/ 19607 w 1480"/>
                  <a:gd name="T105" fmla="*/ 2150 h 163"/>
                  <a:gd name="T106" fmla="*/ 11444 w 1480"/>
                  <a:gd name="T107" fmla="*/ 283 h 163"/>
                  <a:gd name="T108" fmla="*/ 5196 w 1480"/>
                  <a:gd name="T109" fmla="*/ 1367 h 163"/>
                  <a:gd name="T110" fmla="*/ 2637 w 1480"/>
                  <a:gd name="T111" fmla="*/ 2118 h 163"/>
                  <a:gd name="T112" fmla="*/ 875 w 1480"/>
                  <a:gd name="T113" fmla="*/ 2463 h 163"/>
                  <a:gd name="T114" fmla="*/ 0 w 1480"/>
                  <a:gd name="T115" fmla="*/ 2463 h 163"/>
                  <a:gd name="T116" fmla="*/ 0 w 1480"/>
                  <a:gd name="T117" fmla="*/ 2526 h 16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480" h="163">
                    <a:moveTo>
                      <a:pt x="0" y="161"/>
                    </a:moveTo>
                    <a:cubicBezTo>
                      <a:pt x="19" y="161"/>
                      <a:pt x="37" y="161"/>
                      <a:pt x="56" y="161"/>
                    </a:cubicBezTo>
                    <a:cubicBezTo>
                      <a:pt x="83" y="161"/>
                      <a:pt x="122" y="152"/>
                      <a:pt x="170" y="139"/>
                    </a:cubicBezTo>
                    <a:cubicBezTo>
                      <a:pt x="312" y="100"/>
                      <a:pt x="531" y="22"/>
                      <a:pt x="733" y="22"/>
                    </a:cubicBezTo>
                    <a:cubicBezTo>
                      <a:pt x="868" y="22"/>
                      <a:pt x="996" y="57"/>
                      <a:pt x="1106" y="92"/>
                    </a:cubicBezTo>
                    <a:cubicBezTo>
                      <a:pt x="1161" y="110"/>
                      <a:pt x="1211" y="127"/>
                      <a:pt x="1255" y="140"/>
                    </a:cubicBezTo>
                    <a:cubicBezTo>
                      <a:pt x="1299" y="154"/>
                      <a:pt x="1337" y="163"/>
                      <a:pt x="1368" y="163"/>
                    </a:cubicBezTo>
                    <a:cubicBezTo>
                      <a:pt x="1471" y="163"/>
                      <a:pt x="1478" y="163"/>
                      <a:pt x="1478" y="163"/>
                    </a:cubicBezTo>
                    <a:cubicBezTo>
                      <a:pt x="1478" y="163"/>
                      <a:pt x="1479" y="162"/>
                      <a:pt x="1479" y="162"/>
                    </a:cubicBezTo>
                    <a:cubicBezTo>
                      <a:pt x="1480" y="162"/>
                      <a:pt x="1480" y="161"/>
                      <a:pt x="1480" y="161"/>
                    </a:cubicBezTo>
                    <a:cubicBezTo>
                      <a:pt x="1480" y="160"/>
                      <a:pt x="1480" y="159"/>
                      <a:pt x="1479" y="159"/>
                    </a:cubicBezTo>
                    <a:cubicBezTo>
                      <a:pt x="1479" y="159"/>
                      <a:pt x="1478" y="159"/>
                      <a:pt x="1478" y="159"/>
                    </a:cubicBezTo>
                    <a:cubicBezTo>
                      <a:pt x="1478" y="159"/>
                      <a:pt x="1478" y="159"/>
                      <a:pt x="1478" y="159"/>
                    </a:cubicBezTo>
                    <a:cubicBezTo>
                      <a:pt x="1478" y="161"/>
                      <a:pt x="1478" y="161"/>
                      <a:pt x="1478" y="161"/>
                    </a:cubicBezTo>
                    <a:cubicBezTo>
                      <a:pt x="1480" y="161"/>
                      <a:pt x="1480" y="161"/>
                      <a:pt x="1480" y="161"/>
                    </a:cubicBezTo>
                    <a:cubicBezTo>
                      <a:pt x="1480" y="147"/>
                      <a:pt x="1480" y="147"/>
                      <a:pt x="1480" y="147"/>
                    </a:cubicBezTo>
                    <a:cubicBezTo>
                      <a:pt x="1478" y="147"/>
                      <a:pt x="1478" y="147"/>
                      <a:pt x="1478" y="147"/>
                    </a:cubicBezTo>
                    <a:cubicBezTo>
                      <a:pt x="1478" y="149"/>
                      <a:pt x="1478" y="149"/>
                      <a:pt x="1478" y="149"/>
                    </a:cubicBezTo>
                    <a:cubicBezTo>
                      <a:pt x="1478" y="149"/>
                      <a:pt x="1478" y="149"/>
                      <a:pt x="1478" y="149"/>
                    </a:cubicBezTo>
                    <a:cubicBezTo>
                      <a:pt x="1478" y="149"/>
                      <a:pt x="1479" y="148"/>
                      <a:pt x="1479" y="148"/>
                    </a:cubicBezTo>
                    <a:cubicBezTo>
                      <a:pt x="1480" y="148"/>
                      <a:pt x="1480" y="147"/>
                      <a:pt x="1480" y="147"/>
                    </a:cubicBezTo>
                    <a:cubicBezTo>
                      <a:pt x="1480" y="146"/>
                      <a:pt x="1480" y="146"/>
                      <a:pt x="1479" y="145"/>
                    </a:cubicBezTo>
                    <a:cubicBezTo>
                      <a:pt x="1479" y="145"/>
                      <a:pt x="1478" y="145"/>
                      <a:pt x="1478" y="145"/>
                    </a:cubicBezTo>
                    <a:cubicBezTo>
                      <a:pt x="1478" y="145"/>
                      <a:pt x="1473" y="145"/>
                      <a:pt x="1368" y="145"/>
                    </a:cubicBezTo>
                    <a:cubicBezTo>
                      <a:pt x="1339" y="145"/>
                      <a:pt x="1302" y="136"/>
                      <a:pt x="1259" y="122"/>
                    </a:cubicBezTo>
                    <a:cubicBezTo>
                      <a:pt x="1129" y="81"/>
                      <a:pt x="941" y="0"/>
                      <a:pt x="733" y="0"/>
                    </a:cubicBezTo>
                    <a:cubicBezTo>
                      <a:pt x="594" y="0"/>
                      <a:pt x="449" y="36"/>
                      <a:pt x="326" y="72"/>
                    </a:cubicBezTo>
                    <a:cubicBezTo>
                      <a:pt x="264" y="90"/>
                      <a:pt x="208" y="108"/>
                      <a:pt x="162" y="121"/>
                    </a:cubicBezTo>
                    <a:cubicBezTo>
                      <a:pt x="116" y="134"/>
                      <a:pt x="79" y="143"/>
                      <a:pt x="56" y="143"/>
                    </a:cubicBezTo>
                    <a:cubicBezTo>
                      <a:pt x="38" y="143"/>
                      <a:pt x="20" y="143"/>
                      <a:pt x="1" y="143"/>
                    </a:cubicBezTo>
                    <a:cubicBezTo>
                      <a:pt x="1" y="147"/>
                      <a:pt x="1" y="147"/>
                      <a:pt x="1" y="147"/>
                    </a:cubicBezTo>
                    <a:cubicBezTo>
                      <a:pt x="20" y="147"/>
                      <a:pt x="38" y="147"/>
                      <a:pt x="56" y="147"/>
                    </a:cubicBezTo>
                    <a:cubicBezTo>
                      <a:pt x="80" y="147"/>
                      <a:pt x="117" y="138"/>
                      <a:pt x="163" y="125"/>
                    </a:cubicBezTo>
                    <a:cubicBezTo>
                      <a:pt x="302" y="84"/>
                      <a:pt x="526" y="4"/>
                      <a:pt x="733" y="4"/>
                    </a:cubicBezTo>
                    <a:cubicBezTo>
                      <a:pt x="871" y="4"/>
                      <a:pt x="1000" y="40"/>
                      <a:pt x="1110" y="76"/>
                    </a:cubicBezTo>
                    <a:cubicBezTo>
                      <a:pt x="1164" y="94"/>
                      <a:pt x="1214" y="112"/>
                      <a:pt x="1258" y="126"/>
                    </a:cubicBezTo>
                    <a:cubicBezTo>
                      <a:pt x="1301" y="139"/>
                      <a:pt x="1338" y="149"/>
                      <a:pt x="1368" y="149"/>
                    </a:cubicBezTo>
                    <a:cubicBezTo>
                      <a:pt x="1473" y="149"/>
                      <a:pt x="1478" y="149"/>
                      <a:pt x="1478" y="149"/>
                    </a:cubicBezTo>
                    <a:cubicBezTo>
                      <a:pt x="1478" y="149"/>
                      <a:pt x="1479" y="148"/>
                      <a:pt x="1479" y="148"/>
                    </a:cubicBezTo>
                    <a:cubicBezTo>
                      <a:pt x="1480" y="148"/>
                      <a:pt x="1480" y="147"/>
                      <a:pt x="1480" y="147"/>
                    </a:cubicBezTo>
                    <a:cubicBezTo>
                      <a:pt x="1480" y="146"/>
                      <a:pt x="1480" y="146"/>
                      <a:pt x="1479" y="145"/>
                    </a:cubicBezTo>
                    <a:cubicBezTo>
                      <a:pt x="1479" y="145"/>
                      <a:pt x="1478" y="145"/>
                      <a:pt x="1478" y="145"/>
                    </a:cubicBezTo>
                    <a:cubicBezTo>
                      <a:pt x="1478" y="145"/>
                      <a:pt x="1478" y="145"/>
                      <a:pt x="1478" y="145"/>
                    </a:cubicBezTo>
                    <a:cubicBezTo>
                      <a:pt x="1476" y="145"/>
                      <a:pt x="1476" y="145"/>
                      <a:pt x="1476" y="145"/>
                    </a:cubicBezTo>
                    <a:cubicBezTo>
                      <a:pt x="1476" y="163"/>
                      <a:pt x="1476" y="163"/>
                      <a:pt x="1476" y="163"/>
                    </a:cubicBezTo>
                    <a:cubicBezTo>
                      <a:pt x="1478" y="163"/>
                      <a:pt x="1478" y="163"/>
                      <a:pt x="1478" y="163"/>
                    </a:cubicBezTo>
                    <a:cubicBezTo>
                      <a:pt x="1478" y="163"/>
                      <a:pt x="1478" y="163"/>
                      <a:pt x="1478" y="163"/>
                    </a:cubicBezTo>
                    <a:cubicBezTo>
                      <a:pt x="1478" y="163"/>
                      <a:pt x="1479" y="162"/>
                      <a:pt x="1479" y="162"/>
                    </a:cubicBezTo>
                    <a:cubicBezTo>
                      <a:pt x="1480" y="162"/>
                      <a:pt x="1480" y="161"/>
                      <a:pt x="1480" y="161"/>
                    </a:cubicBezTo>
                    <a:cubicBezTo>
                      <a:pt x="1480" y="160"/>
                      <a:pt x="1480" y="159"/>
                      <a:pt x="1479" y="159"/>
                    </a:cubicBezTo>
                    <a:cubicBezTo>
                      <a:pt x="1479" y="159"/>
                      <a:pt x="1478" y="159"/>
                      <a:pt x="1478" y="159"/>
                    </a:cubicBezTo>
                    <a:cubicBezTo>
                      <a:pt x="1478" y="159"/>
                      <a:pt x="1471" y="159"/>
                      <a:pt x="1368" y="159"/>
                    </a:cubicBezTo>
                    <a:cubicBezTo>
                      <a:pt x="1338" y="159"/>
                      <a:pt x="1300" y="150"/>
                      <a:pt x="1256" y="137"/>
                    </a:cubicBezTo>
                    <a:cubicBezTo>
                      <a:pt x="1124" y="97"/>
                      <a:pt x="936" y="18"/>
                      <a:pt x="733" y="18"/>
                    </a:cubicBezTo>
                    <a:cubicBezTo>
                      <a:pt x="597" y="18"/>
                      <a:pt x="455" y="53"/>
                      <a:pt x="333" y="87"/>
                    </a:cubicBezTo>
                    <a:cubicBezTo>
                      <a:pt x="272" y="105"/>
                      <a:pt x="216" y="122"/>
                      <a:pt x="169" y="135"/>
                    </a:cubicBezTo>
                    <a:cubicBezTo>
                      <a:pt x="122" y="148"/>
                      <a:pt x="83" y="157"/>
                      <a:pt x="56" y="157"/>
                    </a:cubicBezTo>
                    <a:cubicBezTo>
                      <a:pt x="37" y="157"/>
                      <a:pt x="19" y="157"/>
                      <a:pt x="0" y="157"/>
                    </a:cubicBez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93" name="Freeform 538">
                <a:extLst>
                  <a:ext uri="{FF2B5EF4-FFF2-40B4-BE49-F238E27FC236}">
                    <a16:creationId xmlns:a16="http://schemas.microsoft.com/office/drawing/2014/main" id="{DFB791DF-ECB1-45AD-94D5-C6EEA723E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3788"/>
                <a:ext cx="355" cy="23"/>
              </a:xfrm>
              <a:custGeom>
                <a:avLst/>
                <a:gdLst>
                  <a:gd name="T0" fmla="*/ 0 w 142"/>
                  <a:gd name="T1" fmla="*/ 151 h 9"/>
                  <a:gd name="T2" fmla="*/ 875 w 142"/>
                  <a:gd name="T3" fmla="*/ 20 h 9"/>
                  <a:gd name="T4" fmla="*/ 1050 w 142"/>
                  <a:gd name="T5" fmla="*/ 0 h 9"/>
                  <a:gd name="T6" fmla="*/ 2220 w 142"/>
                  <a:gd name="T7" fmla="*/ 0 h 9"/>
                  <a:gd name="T8" fmla="*/ 925 w 142"/>
                  <a:gd name="T9" fmla="*/ 118 h 9"/>
                  <a:gd name="T10" fmla="*/ 0 w 142"/>
                  <a:gd name="T11" fmla="*/ 15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9">
                    <a:moveTo>
                      <a:pt x="0" y="9"/>
                    </a:moveTo>
                    <a:cubicBezTo>
                      <a:pt x="0" y="9"/>
                      <a:pt x="39" y="5"/>
                      <a:pt x="56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69" y="6"/>
                      <a:pt x="59" y="7"/>
                    </a:cubicBezTo>
                    <a:cubicBezTo>
                      <a:pt x="50" y="8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94" name="Freeform 539">
                <a:extLst>
                  <a:ext uri="{FF2B5EF4-FFF2-40B4-BE49-F238E27FC236}">
                    <a16:creationId xmlns:a16="http://schemas.microsoft.com/office/drawing/2014/main" id="{9D4507D5-B771-425C-B8D3-E861163EA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788"/>
                <a:ext cx="378" cy="28"/>
              </a:xfrm>
              <a:custGeom>
                <a:avLst/>
                <a:gdLst>
                  <a:gd name="T0" fmla="*/ 0 w 151"/>
                  <a:gd name="T1" fmla="*/ 0 h 11"/>
                  <a:gd name="T2" fmla="*/ 1179 w 151"/>
                  <a:gd name="T3" fmla="*/ 0 h 11"/>
                  <a:gd name="T4" fmla="*/ 2368 w 151"/>
                  <a:gd name="T5" fmla="*/ 181 h 11"/>
                  <a:gd name="T6" fmla="*/ 1242 w 151"/>
                  <a:gd name="T7" fmla="*/ 117 h 11"/>
                  <a:gd name="T8" fmla="*/ 0 w 15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1">
                    <a:moveTo>
                      <a:pt x="0" y="0"/>
                    </a:moveTo>
                    <a:cubicBezTo>
                      <a:pt x="75" y="0"/>
                      <a:pt x="75" y="0"/>
                      <a:pt x="75" y="0"/>
                    </a:cubicBezTo>
                    <a:cubicBezTo>
                      <a:pt x="75" y="0"/>
                      <a:pt x="124" y="10"/>
                      <a:pt x="151" y="11"/>
                    </a:cubicBezTo>
                    <a:cubicBezTo>
                      <a:pt x="151" y="11"/>
                      <a:pt x="98" y="10"/>
                      <a:pt x="79" y="7"/>
                    </a:cubicBezTo>
                    <a:cubicBezTo>
                      <a:pt x="59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95" name="Freeform 540">
                <a:extLst>
                  <a:ext uri="{FF2B5EF4-FFF2-40B4-BE49-F238E27FC236}">
                    <a16:creationId xmlns:a16="http://schemas.microsoft.com/office/drawing/2014/main" id="{9ADEB6C1-21AB-427F-AB88-6A05D44EF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920"/>
                <a:ext cx="85" cy="53"/>
              </a:xfrm>
              <a:custGeom>
                <a:avLst/>
                <a:gdLst>
                  <a:gd name="T0" fmla="*/ 533 w 34"/>
                  <a:gd name="T1" fmla="*/ 126 h 21"/>
                  <a:gd name="T2" fmla="*/ 250 w 34"/>
                  <a:gd name="T3" fmla="*/ 209 h 21"/>
                  <a:gd name="T4" fmla="*/ 0 w 34"/>
                  <a:gd name="T5" fmla="*/ 338 h 21"/>
                  <a:gd name="T6" fmla="*/ 395 w 34"/>
                  <a:gd name="T7" fmla="*/ 6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1">
                    <a:moveTo>
                      <a:pt x="34" y="8"/>
                    </a:moveTo>
                    <a:cubicBezTo>
                      <a:pt x="31" y="6"/>
                      <a:pt x="20" y="10"/>
                      <a:pt x="16" y="13"/>
                    </a:cubicBezTo>
                    <a:cubicBezTo>
                      <a:pt x="11" y="16"/>
                      <a:pt x="6" y="19"/>
                      <a:pt x="0" y="21"/>
                    </a:cubicBezTo>
                    <a:cubicBezTo>
                      <a:pt x="3" y="11"/>
                      <a:pt x="15" y="0"/>
                      <a:pt x="25" y="4"/>
                    </a:cubicBezTo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96" name="Freeform 541">
                <a:extLst>
                  <a:ext uri="{FF2B5EF4-FFF2-40B4-BE49-F238E27FC236}">
                    <a16:creationId xmlns:a16="http://schemas.microsoft.com/office/drawing/2014/main" id="{355EE90B-C1F3-4887-B7B0-1BE36C086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3328"/>
                <a:ext cx="68" cy="80"/>
              </a:xfrm>
              <a:custGeom>
                <a:avLst/>
                <a:gdLst>
                  <a:gd name="T0" fmla="*/ 0 w 27"/>
                  <a:gd name="T1" fmla="*/ 0 h 32"/>
                  <a:gd name="T2" fmla="*/ 305 w 27"/>
                  <a:gd name="T3" fmla="*/ 238 h 32"/>
                  <a:gd name="T4" fmla="*/ 350 w 27"/>
                  <a:gd name="T5" fmla="*/ 438 h 32"/>
                  <a:gd name="T6" fmla="*/ 113 w 27"/>
                  <a:gd name="T7" fmla="*/ 22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2">
                    <a:moveTo>
                      <a:pt x="0" y="0"/>
                    </a:moveTo>
                    <a:cubicBezTo>
                      <a:pt x="7" y="5"/>
                      <a:pt x="13" y="10"/>
                      <a:pt x="19" y="15"/>
                    </a:cubicBezTo>
                    <a:cubicBezTo>
                      <a:pt x="21" y="18"/>
                      <a:pt x="27" y="25"/>
                      <a:pt x="22" y="28"/>
                    </a:cubicBezTo>
                    <a:cubicBezTo>
                      <a:pt x="16" y="32"/>
                      <a:pt x="8" y="18"/>
                      <a:pt x="7" y="14"/>
                    </a:cubicBezTo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97" name="Freeform 542">
                <a:extLst>
                  <a:ext uri="{FF2B5EF4-FFF2-40B4-BE49-F238E27FC236}">
                    <a16:creationId xmlns:a16="http://schemas.microsoft.com/office/drawing/2014/main" id="{B4CAF69C-9ED6-4843-AD0F-EC20B7312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768"/>
                <a:ext cx="120" cy="92"/>
              </a:xfrm>
              <a:custGeom>
                <a:avLst/>
                <a:gdLst>
                  <a:gd name="T0" fmla="*/ 563 w 48"/>
                  <a:gd name="T1" fmla="*/ 569 h 37"/>
                  <a:gd name="T2" fmla="*/ 408 w 48"/>
                  <a:gd name="T3" fmla="*/ 308 h 37"/>
                  <a:gd name="T4" fmla="*/ 0 w 48"/>
                  <a:gd name="T5" fmla="*/ 92 h 37"/>
                  <a:gd name="T6" fmla="*/ 595 w 48"/>
                  <a:gd name="T7" fmla="*/ 167 h 37"/>
                  <a:gd name="T8" fmla="*/ 675 w 48"/>
                  <a:gd name="T9" fmla="*/ 5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7">
                    <a:moveTo>
                      <a:pt x="36" y="37"/>
                    </a:moveTo>
                    <a:cubicBezTo>
                      <a:pt x="36" y="29"/>
                      <a:pt x="32" y="24"/>
                      <a:pt x="26" y="20"/>
                    </a:cubicBezTo>
                    <a:cubicBezTo>
                      <a:pt x="19" y="16"/>
                      <a:pt x="2" y="14"/>
                      <a:pt x="0" y="6"/>
                    </a:cubicBezTo>
                    <a:cubicBezTo>
                      <a:pt x="9" y="0"/>
                      <a:pt x="29" y="6"/>
                      <a:pt x="38" y="11"/>
                    </a:cubicBezTo>
                    <a:cubicBezTo>
                      <a:pt x="48" y="17"/>
                      <a:pt x="42" y="23"/>
                      <a:pt x="43" y="34"/>
                    </a:cubicBezTo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98" name="Freeform 543">
                <a:extLst>
                  <a:ext uri="{FF2B5EF4-FFF2-40B4-BE49-F238E27FC236}">
                    <a16:creationId xmlns:a16="http://schemas.microsoft.com/office/drawing/2014/main" id="{6E779AA9-A97B-4C08-93C0-45BFB4353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493"/>
                <a:ext cx="60" cy="70"/>
              </a:xfrm>
              <a:custGeom>
                <a:avLst/>
                <a:gdLst>
                  <a:gd name="T0" fmla="*/ 270 w 24"/>
                  <a:gd name="T1" fmla="*/ 0 h 28"/>
                  <a:gd name="T2" fmla="*/ 175 w 24"/>
                  <a:gd name="T3" fmla="*/ 208 h 28"/>
                  <a:gd name="T4" fmla="*/ 0 w 24"/>
                  <a:gd name="T5" fmla="*/ 395 h 28"/>
                  <a:gd name="T6" fmla="*/ 283 w 24"/>
                  <a:gd name="T7" fmla="*/ 345 h 28"/>
                  <a:gd name="T8" fmla="*/ 345 w 24"/>
                  <a:gd name="T9" fmla="*/ 9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8">
                    <a:moveTo>
                      <a:pt x="17" y="0"/>
                    </a:moveTo>
                    <a:cubicBezTo>
                      <a:pt x="15" y="6"/>
                      <a:pt x="15" y="9"/>
                      <a:pt x="11" y="13"/>
                    </a:cubicBezTo>
                    <a:cubicBezTo>
                      <a:pt x="7" y="17"/>
                      <a:pt x="0" y="21"/>
                      <a:pt x="0" y="25"/>
                    </a:cubicBezTo>
                    <a:cubicBezTo>
                      <a:pt x="5" y="28"/>
                      <a:pt x="14" y="25"/>
                      <a:pt x="18" y="22"/>
                    </a:cubicBezTo>
                    <a:cubicBezTo>
                      <a:pt x="24" y="18"/>
                      <a:pt x="23" y="14"/>
                      <a:pt x="22" y="6"/>
                    </a:cubicBezTo>
                  </a:path>
                </a:pathLst>
              </a:custGeom>
              <a:solidFill>
                <a:srgbClr val="D64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99" name="Freeform 544">
                <a:extLst>
                  <a:ext uri="{FF2B5EF4-FFF2-40B4-BE49-F238E27FC236}">
                    <a16:creationId xmlns:a16="http://schemas.microsoft.com/office/drawing/2014/main" id="{0023ABFB-6867-46F9-82CE-A761E57AA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188"/>
                <a:ext cx="70" cy="57"/>
              </a:xfrm>
              <a:custGeom>
                <a:avLst/>
                <a:gdLst>
                  <a:gd name="T0" fmla="*/ 250 w 28"/>
                  <a:gd name="T1" fmla="*/ 12 h 23"/>
                  <a:gd name="T2" fmla="*/ 250 w 28"/>
                  <a:gd name="T3" fmla="*/ 0 h 23"/>
                  <a:gd name="T4" fmla="*/ 158 w 28"/>
                  <a:gd name="T5" fmla="*/ 0 h 23"/>
                  <a:gd name="T6" fmla="*/ 50 w 28"/>
                  <a:gd name="T7" fmla="*/ 12 h 23"/>
                  <a:gd name="T8" fmla="*/ 0 w 28"/>
                  <a:gd name="T9" fmla="*/ 104 h 23"/>
                  <a:gd name="T10" fmla="*/ 0 w 28"/>
                  <a:gd name="T11" fmla="*/ 124 h 23"/>
                  <a:gd name="T12" fmla="*/ 50 w 28"/>
                  <a:gd name="T13" fmla="*/ 278 h 23"/>
                  <a:gd name="T14" fmla="*/ 175 w 28"/>
                  <a:gd name="T15" fmla="*/ 349 h 23"/>
                  <a:gd name="T16" fmla="*/ 188 w 28"/>
                  <a:gd name="T17" fmla="*/ 349 h 23"/>
                  <a:gd name="T18" fmla="*/ 345 w 28"/>
                  <a:gd name="T19" fmla="*/ 337 h 23"/>
                  <a:gd name="T20" fmla="*/ 408 w 28"/>
                  <a:gd name="T21" fmla="*/ 320 h 23"/>
                  <a:gd name="T22" fmla="*/ 438 w 28"/>
                  <a:gd name="T23" fmla="*/ 245 h 23"/>
                  <a:gd name="T24" fmla="*/ 438 w 28"/>
                  <a:gd name="T25" fmla="*/ 228 h 23"/>
                  <a:gd name="T26" fmla="*/ 395 w 28"/>
                  <a:gd name="T27" fmla="*/ 74 h 23"/>
                  <a:gd name="T28" fmla="*/ 250 w 28"/>
                  <a:gd name="T29" fmla="*/ 0 h 23"/>
                  <a:gd name="T30" fmla="*/ 250 w 28"/>
                  <a:gd name="T31" fmla="*/ 12 h 23"/>
                  <a:gd name="T32" fmla="*/ 238 w 28"/>
                  <a:gd name="T33" fmla="*/ 30 h 23"/>
                  <a:gd name="T34" fmla="*/ 363 w 28"/>
                  <a:gd name="T35" fmla="*/ 92 h 23"/>
                  <a:gd name="T36" fmla="*/ 408 w 28"/>
                  <a:gd name="T37" fmla="*/ 228 h 23"/>
                  <a:gd name="T38" fmla="*/ 408 w 28"/>
                  <a:gd name="T39" fmla="*/ 245 h 23"/>
                  <a:gd name="T40" fmla="*/ 395 w 28"/>
                  <a:gd name="T41" fmla="*/ 287 h 23"/>
                  <a:gd name="T42" fmla="*/ 300 w 28"/>
                  <a:gd name="T43" fmla="*/ 307 h 23"/>
                  <a:gd name="T44" fmla="*/ 175 w 28"/>
                  <a:gd name="T45" fmla="*/ 320 h 23"/>
                  <a:gd name="T46" fmla="*/ 175 w 28"/>
                  <a:gd name="T47" fmla="*/ 320 h 23"/>
                  <a:gd name="T48" fmla="*/ 83 w 28"/>
                  <a:gd name="T49" fmla="*/ 258 h 23"/>
                  <a:gd name="T50" fmla="*/ 33 w 28"/>
                  <a:gd name="T51" fmla="*/ 104 h 23"/>
                  <a:gd name="T52" fmla="*/ 33 w 28"/>
                  <a:gd name="T53" fmla="*/ 104 h 23"/>
                  <a:gd name="T54" fmla="*/ 63 w 28"/>
                  <a:gd name="T55" fmla="*/ 42 h 23"/>
                  <a:gd name="T56" fmla="*/ 158 w 28"/>
                  <a:gd name="T57" fmla="*/ 30 h 23"/>
                  <a:gd name="T58" fmla="*/ 238 w 28"/>
                  <a:gd name="T59" fmla="*/ 30 h 23"/>
                  <a:gd name="T60" fmla="*/ 250 w 28"/>
                  <a:gd name="T61" fmla="*/ 12 h 2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8" h="23">
                    <a:moveTo>
                      <a:pt x="16" y="1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2" y="0"/>
                      <a:pt x="10" y="0"/>
                    </a:cubicBezTo>
                    <a:cubicBezTo>
                      <a:pt x="8" y="0"/>
                      <a:pt x="5" y="0"/>
                      <a:pt x="3" y="1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1"/>
                      <a:pt x="2" y="15"/>
                      <a:pt x="3" y="18"/>
                    </a:cubicBezTo>
                    <a:cubicBezTo>
                      <a:pt x="5" y="20"/>
                      <a:pt x="7" y="23"/>
                      <a:pt x="11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5" y="22"/>
                      <a:pt x="19" y="23"/>
                      <a:pt x="22" y="22"/>
                    </a:cubicBezTo>
                    <a:cubicBezTo>
                      <a:pt x="24" y="22"/>
                      <a:pt x="25" y="22"/>
                      <a:pt x="26" y="21"/>
                    </a:cubicBezTo>
                    <a:cubicBezTo>
                      <a:pt x="28" y="20"/>
                      <a:pt x="28" y="18"/>
                      <a:pt x="28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1"/>
                      <a:pt x="27" y="8"/>
                      <a:pt x="25" y="5"/>
                    </a:cubicBezTo>
                    <a:cubicBezTo>
                      <a:pt x="22" y="3"/>
                      <a:pt x="19" y="1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9" y="3"/>
                      <a:pt x="21" y="4"/>
                      <a:pt x="23" y="6"/>
                    </a:cubicBezTo>
                    <a:cubicBezTo>
                      <a:pt x="25" y="9"/>
                      <a:pt x="26" y="12"/>
                      <a:pt x="26" y="15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8"/>
                      <a:pt x="26" y="18"/>
                      <a:pt x="25" y="19"/>
                    </a:cubicBezTo>
                    <a:cubicBezTo>
                      <a:pt x="24" y="20"/>
                      <a:pt x="22" y="20"/>
                      <a:pt x="19" y="20"/>
                    </a:cubicBezTo>
                    <a:cubicBezTo>
                      <a:pt x="17" y="20"/>
                      <a:pt x="14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8" y="21"/>
                      <a:pt x="6" y="19"/>
                      <a:pt x="5" y="17"/>
                    </a:cubicBezTo>
                    <a:cubicBezTo>
                      <a:pt x="4" y="14"/>
                      <a:pt x="3" y="11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6" y="2"/>
                      <a:pt x="8" y="1"/>
                      <a:pt x="10" y="2"/>
                    </a:cubicBezTo>
                    <a:cubicBezTo>
                      <a:pt x="12" y="2"/>
                      <a:pt x="14" y="2"/>
                      <a:pt x="15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00" name="Freeform 545">
                <a:extLst>
                  <a:ext uri="{FF2B5EF4-FFF2-40B4-BE49-F238E27FC236}">
                    <a16:creationId xmlns:a16="http://schemas.microsoft.com/office/drawing/2014/main" id="{D2747E41-152B-4733-8F7E-6FAA084EA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008"/>
                <a:ext cx="62" cy="42"/>
              </a:xfrm>
              <a:custGeom>
                <a:avLst/>
                <a:gdLst>
                  <a:gd name="T0" fmla="*/ 0 w 25"/>
                  <a:gd name="T1" fmla="*/ 12 h 17"/>
                  <a:gd name="T2" fmla="*/ 136 w 25"/>
                  <a:gd name="T3" fmla="*/ 195 h 17"/>
                  <a:gd name="T4" fmla="*/ 370 w 25"/>
                  <a:gd name="T5" fmla="*/ 257 h 17"/>
                  <a:gd name="T6" fmla="*/ 382 w 25"/>
                  <a:gd name="T7" fmla="*/ 245 h 17"/>
                  <a:gd name="T8" fmla="*/ 370 w 25"/>
                  <a:gd name="T9" fmla="*/ 225 h 17"/>
                  <a:gd name="T10" fmla="*/ 154 w 25"/>
                  <a:gd name="T11" fmla="*/ 183 h 17"/>
                  <a:gd name="T12" fmla="*/ 30 w 25"/>
                  <a:gd name="T13" fmla="*/ 12 h 17"/>
                  <a:gd name="T14" fmla="*/ 12 w 25"/>
                  <a:gd name="T15" fmla="*/ 0 h 17"/>
                  <a:gd name="T16" fmla="*/ 0 w 25"/>
                  <a:gd name="T17" fmla="*/ 12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">
                    <a:moveTo>
                      <a:pt x="0" y="1"/>
                    </a:moveTo>
                    <a:cubicBezTo>
                      <a:pt x="2" y="7"/>
                      <a:pt x="5" y="11"/>
                      <a:pt x="9" y="13"/>
                    </a:cubicBezTo>
                    <a:cubicBezTo>
                      <a:pt x="13" y="16"/>
                      <a:pt x="18" y="17"/>
                      <a:pt x="24" y="17"/>
                    </a:cubicBezTo>
                    <a:cubicBezTo>
                      <a:pt x="24" y="17"/>
                      <a:pt x="25" y="17"/>
                      <a:pt x="25" y="16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19" y="15"/>
                      <a:pt x="14" y="14"/>
                      <a:pt x="10" y="12"/>
                    </a:cubicBezTo>
                    <a:cubicBezTo>
                      <a:pt x="7" y="9"/>
                      <a:pt x="4" y="6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01" name="Freeform 546">
                <a:extLst>
                  <a:ext uri="{FF2B5EF4-FFF2-40B4-BE49-F238E27FC236}">
                    <a16:creationId xmlns:a16="http://schemas.microsoft.com/office/drawing/2014/main" id="{F1DCAD80-CFA1-4E57-90FA-B9CBD8D42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005"/>
                <a:ext cx="95" cy="43"/>
              </a:xfrm>
              <a:custGeom>
                <a:avLst/>
                <a:gdLst>
                  <a:gd name="T0" fmla="*/ 0 w 38"/>
                  <a:gd name="T1" fmla="*/ 20 h 17"/>
                  <a:gd name="T2" fmla="*/ 220 w 38"/>
                  <a:gd name="T3" fmla="*/ 225 h 17"/>
                  <a:gd name="T4" fmla="*/ 533 w 38"/>
                  <a:gd name="T5" fmla="*/ 276 h 17"/>
                  <a:gd name="T6" fmla="*/ 583 w 38"/>
                  <a:gd name="T7" fmla="*/ 276 h 17"/>
                  <a:gd name="T8" fmla="*/ 595 w 38"/>
                  <a:gd name="T9" fmla="*/ 255 h 17"/>
                  <a:gd name="T10" fmla="*/ 583 w 38"/>
                  <a:gd name="T11" fmla="*/ 243 h 17"/>
                  <a:gd name="T12" fmla="*/ 533 w 38"/>
                  <a:gd name="T13" fmla="*/ 243 h 17"/>
                  <a:gd name="T14" fmla="*/ 238 w 38"/>
                  <a:gd name="T15" fmla="*/ 192 h 17"/>
                  <a:gd name="T16" fmla="*/ 33 w 38"/>
                  <a:gd name="T17" fmla="*/ 20 h 17"/>
                  <a:gd name="T18" fmla="*/ 20 w 38"/>
                  <a:gd name="T19" fmla="*/ 0 h 17"/>
                  <a:gd name="T20" fmla="*/ 0 w 38"/>
                  <a:gd name="T21" fmla="*/ 20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17">
                    <a:moveTo>
                      <a:pt x="0" y="1"/>
                    </a:moveTo>
                    <a:cubicBezTo>
                      <a:pt x="2" y="7"/>
                      <a:pt x="8" y="11"/>
                      <a:pt x="14" y="14"/>
                    </a:cubicBezTo>
                    <a:cubicBezTo>
                      <a:pt x="21" y="16"/>
                      <a:pt x="28" y="17"/>
                      <a:pt x="34" y="17"/>
                    </a:cubicBezTo>
                    <a:cubicBezTo>
                      <a:pt x="35" y="17"/>
                      <a:pt x="36" y="17"/>
                      <a:pt x="37" y="17"/>
                    </a:cubicBezTo>
                    <a:cubicBezTo>
                      <a:pt x="38" y="17"/>
                      <a:pt x="38" y="16"/>
                      <a:pt x="38" y="16"/>
                    </a:cubicBezTo>
                    <a:cubicBezTo>
                      <a:pt x="38" y="15"/>
                      <a:pt x="38" y="15"/>
                      <a:pt x="37" y="15"/>
                    </a:cubicBezTo>
                    <a:cubicBezTo>
                      <a:pt x="36" y="15"/>
                      <a:pt x="35" y="15"/>
                      <a:pt x="34" y="15"/>
                    </a:cubicBezTo>
                    <a:cubicBezTo>
                      <a:pt x="28" y="15"/>
                      <a:pt x="21" y="14"/>
                      <a:pt x="15" y="12"/>
                    </a:cubicBezTo>
                    <a:cubicBezTo>
                      <a:pt x="9" y="9"/>
                      <a:pt x="4" y="6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02" name="Freeform 547">
                <a:extLst>
                  <a:ext uri="{FF2B5EF4-FFF2-40B4-BE49-F238E27FC236}">
                    <a16:creationId xmlns:a16="http://schemas.microsoft.com/office/drawing/2014/main" id="{56BC75E4-9A26-4880-8B19-A640241D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3298"/>
                <a:ext cx="90" cy="25"/>
              </a:xfrm>
              <a:custGeom>
                <a:avLst/>
                <a:gdLst>
                  <a:gd name="T0" fmla="*/ 33 w 36"/>
                  <a:gd name="T1" fmla="*/ 145 h 10"/>
                  <a:gd name="T2" fmla="*/ 125 w 36"/>
                  <a:gd name="T3" fmla="*/ 83 h 10"/>
                  <a:gd name="T4" fmla="*/ 238 w 36"/>
                  <a:gd name="T5" fmla="*/ 33 h 10"/>
                  <a:gd name="T6" fmla="*/ 250 w 36"/>
                  <a:gd name="T7" fmla="*/ 33 h 10"/>
                  <a:gd name="T8" fmla="*/ 395 w 36"/>
                  <a:gd name="T9" fmla="*/ 50 h 10"/>
                  <a:gd name="T10" fmla="*/ 533 w 36"/>
                  <a:gd name="T11" fmla="*/ 83 h 10"/>
                  <a:gd name="T12" fmla="*/ 550 w 36"/>
                  <a:gd name="T13" fmla="*/ 83 h 10"/>
                  <a:gd name="T14" fmla="*/ 550 w 36"/>
                  <a:gd name="T15" fmla="*/ 63 h 10"/>
                  <a:gd name="T16" fmla="*/ 408 w 36"/>
                  <a:gd name="T17" fmla="*/ 20 h 10"/>
                  <a:gd name="T18" fmla="*/ 250 w 36"/>
                  <a:gd name="T19" fmla="*/ 0 h 10"/>
                  <a:gd name="T20" fmla="*/ 238 w 36"/>
                  <a:gd name="T21" fmla="*/ 0 h 10"/>
                  <a:gd name="T22" fmla="*/ 113 w 36"/>
                  <a:gd name="T23" fmla="*/ 50 h 10"/>
                  <a:gd name="T24" fmla="*/ 20 w 36"/>
                  <a:gd name="T25" fmla="*/ 125 h 10"/>
                  <a:gd name="T26" fmla="*/ 20 w 36"/>
                  <a:gd name="T27" fmla="*/ 145 h 10"/>
                  <a:gd name="T28" fmla="*/ 33 w 36"/>
                  <a:gd name="T29" fmla="*/ 145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10">
                    <a:moveTo>
                      <a:pt x="2" y="9"/>
                    </a:moveTo>
                    <a:cubicBezTo>
                      <a:pt x="5" y="8"/>
                      <a:pt x="6" y="6"/>
                      <a:pt x="8" y="5"/>
                    </a:cubicBezTo>
                    <a:cubicBezTo>
                      <a:pt x="10" y="3"/>
                      <a:pt x="12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8" y="2"/>
                      <a:pt x="22" y="2"/>
                      <a:pt x="25" y="3"/>
                    </a:cubicBezTo>
                    <a:cubicBezTo>
                      <a:pt x="29" y="3"/>
                      <a:pt x="32" y="4"/>
                      <a:pt x="34" y="5"/>
                    </a:cubicBezTo>
                    <a:cubicBezTo>
                      <a:pt x="35" y="6"/>
                      <a:pt x="35" y="6"/>
                      <a:pt x="35" y="5"/>
                    </a:cubicBezTo>
                    <a:cubicBezTo>
                      <a:pt x="36" y="5"/>
                      <a:pt x="36" y="4"/>
                      <a:pt x="35" y="4"/>
                    </a:cubicBezTo>
                    <a:cubicBezTo>
                      <a:pt x="33" y="2"/>
                      <a:pt x="29" y="2"/>
                      <a:pt x="26" y="1"/>
                    </a:cubicBezTo>
                    <a:cubicBezTo>
                      <a:pt x="22" y="0"/>
                      <a:pt x="18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2" y="0"/>
                      <a:pt x="9" y="1"/>
                      <a:pt x="7" y="3"/>
                    </a:cubicBezTo>
                    <a:cubicBezTo>
                      <a:pt x="5" y="4"/>
                      <a:pt x="3" y="6"/>
                      <a:pt x="1" y="8"/>
                    </a:cubicBezTo>
                    <a:cubicBezTo>
                      <a:pt x="1" y="8"/>
                      <a:pt x="0" y="9"/>
                      <a:pt x="1" y="9"/>
                    </a:cubicBezTo>
                    <a:cubicBezTo>
                      <a:pt x="1" y="10"/>
                      <a:pt x="2" y="10"/>
                      <a:pt x="2" y="9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03" name="Freeform 548">
                <a:extLst>
                  <a:ext uri="{FF2B5EF4-FFF2-40B4-BE49-F238E27FC236}">
                    <a16:creationId xmlns:a16="http://schemas.microsoft.com/office/drawing/2014/main" id="{7EE04D89-74E8-49C5-9DC7-3477F492B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030"/>
                <a:ext cx="65" cy="25"/>
              </a:xfrm>
              <a:custGeom>
                <a:avLst/>
                <a:gdLst>
                  <a:gd name="T0" fmla="*/ 375 w 26"/>
                  <a:gd name="T1" fmla="*/ 20 h 10"/>
                  <a:gd name="T2" fmla="*/ 345 w 26"/>
                  <a:gd name="T3" fmla="*/ 95 h 10"/>
                  <a:gd name="T4" fmla="*/ 250 w 26"/>
                  <a:gd name="T5" fmla="*/ 125 h 10"/>
                  <a:gd name="T6" fmla="*/ 238 w 26"/>
                  <a:gd name="T7" fmla="*/ 125 h 10"/>
                  <a:gd name="T8" fmla="*/ 20 w 26"/>
                  <a:gd name="T9" fmla="*/ 95 h 10"/>
                  <a:gd name="T10" fmla="*/ 0 w 26"/>
                  <a:gd name="T11" fmla="*/ 113 h 10"/>
                  <a:gd name="T12" fmla="*/ 20 w 26"/>
                  <a:gd name="T13" fmla="*/ 125 h 10"/>
                  <a:gd name="T14" fmla="*/ 238 w 26"/>
                  <a:gd name="T15" fmla="*/ 158 h 10"/>
                  <a:gd name="T16" fmla="*/ 250 w 26"/>
                  <a:gd name="T17" fmla="*/ 158 h 10"/>
                  <a:gd name="T18" fmla="*/ 363 w 26"/>
                  <a:gd name="T19" fmla="*/ 125 h 10"/>
                  <a:gd name="T20" fmla="*/ 408 w 26"/>
                  <a:gd name="T21" fmla="*/ 20 h 10"/>
                  <a:gd name="T22" fmla="*/ 395 w 26"/>
                  <a:gd name="T23" fmla="*/ 0 h 10"/>
                  <a:gd name="T24" fmla="*/ 375 w 26"/>
                  <a:gd name="T25" fmla="*/ 2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0">
                    <a:moveTo>
                      <a:pt x="24" y="1"/>
                    </a:moveTo>
                    <a:cubicBezTo>
                      <a:pt x="24" y="4"/>
                      <a:pt x="23" y="5"/>
                      <a:pt x="22" y="6"/>
                    </a:cubicBezTo>
                    <a:cubicBezTo>
                      <a:pt x="21" y="7"/>
                      <a:pt x="19" y="8"/>
                      <a:pt x="16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2" y="8"/>
                      <a:pt x="5" y="7"/>
                      <a:pt x="1" y="6"/>
                    </a:cubicBezTo>
                    <a:cubicBezTo>
                      <a:pt x="1" y="6"/>
                      <a:pt x="0" y="6"/>
                      <a:pt x="0" y="7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5" y="9"/>
                      <a:pt x="11" y="10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9" y="10"/>
                      <a:pt x="21" y="9"/>
                      <a:pt x="23" y="8"/>
                    </a:cubicBezTo>
                    <a:cubicBezTo>
                      <a:pt x="25" y="6"/>
                      <a:pt x="26" y="4"/>
                      <a:pt x="26" y="1"/>
                    </a:cubicBezTo>
                    <a:cubicBezTo>
                      <a:pt x="26" y="1"/>
                      <a:pt x="26" y="0"/>
                      <a:pt x="25" y="0"/>
                    </a:cubicBezTo>
                    <a:cubicBezTo>
                      <a:pt x="25" y="0"/>
                      <a:pt x="24" y="1"/>
                      <a:pt x="24" y="1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04" name="Freeform 549">
                <a:extLst>
                  <a:ext uri="{FF2B5EF4-FFF2-40B4-BE49-F238E27FC236}">
                    <a16:creationId xmlns:a16="http://schemas.microsoft.com/office/drawing/2014/main" id="{835CF17B-CC44-4D2B-917C-7140EEBFF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030"/>
                <a:ext cx="57" cy="78"/>
              </a:xfrm>
              <a:custGeom>
                <a:avLst/>
                <a:gdLst>
                  <a:gd name="T0" fmla="*/ 307 w 23"/>
                  <a:gd name="T1" fmla="*/ 20 h 31"/>
                  <a:gd name="T2" fmla="*/ 320 w 23"/>
                  <a:gd name="T3" fmla="*/ 113 h 31"/>
                  <a:gd name="T4" fmla="*/ 320 w 23"/>
                  <a:gd name="T5" fmla="*/ 159 h 31"/>
                  <a:gd name="T6" fmla="*/ 258 w 23"/>
                  <a:gd name="T7" fmla="*/ 221 h 31"/>
                  <a:gd name="T8" fmla="*/ 196 w 23"/>
                  <a:gd name="T9" fmla="*/ 272 h 31"/>
                  <a:gd name="T10" fmla="*/ 154 w 23"/>
                  <a:gd name="T11" fmla="*/ 317 h 31"/>
                  <a:gd name="T12" fmla="*/ 136 w 23"/>
                  <a:gd name="T13" fmla="*/ 380 h 31"/>
                  <a:gd name="T14" fmla="*/ 92 w 23"/>
                  <a:gd name="T15" fmla="*/ 443 h 31"/>
                  <a:gd name="T16" fmla="*/ 42 w 23"/>
                  <a:gd name="T17" fmla="*/ 463 h 31"/>
                  <a:gd name="T18" fmla="*/ 30 w 23"/>
                  <a:gd name="T19" fmla="*/ 463 h 31"/>
                  <a:gd name="T20" fmla="*/ 12 w 23"/>
                  <a:gd name="T21" fmla="*/ 463 h 31"/>
                  <a:gd name="T22" fmla="*/ 12 w 23"/>
                  <a:gd name="T23" fmla="*/ 493 h 31"/>
                  <a:gd name="T24" fmla="*/ 42 w 23"/>
                  <a:gd name="T25" fmla="*/ 493 h 31"/>
                  <a:gd name="T26" fmla="*/ 124 w 23"/>
                  <a:gd name="T27" fmla="*/ 463 h 31"/>
                  <a:gd name="T28" fmla="*/ 154 w 23"/>
                  <a:gd name="T29" fmla="*/ 400 h 31"/>
                  <a:gd name="T30" fmla="*/ 183 w 23"/>
                  <a:gd name="T31" fmla="*/ 335 h 31"/>
                  <a:gd name="T32" fmla="*/ 216 w 23"/>
                  <a:gd name="T33" fmla="*/ 284 h 31"/>
                  <a:gd name="T34" fmla="*/ 278 w 23"/>
                  <a:gd name="T35" fmla="*/ 254 h 31"/>
                  <a:gd name="T36" fmla="*/ 337 w 23"/>
                  <a:gd name="T37" fmla="*/ 176 h 31"/>
                  <a:gd name="T38" fmla="*/ 349 w 23"/>
                  <a:gd name="T39" fmla="*/ 113 h 31"/>
                  <a:gd name="T40" fmla="*/ 337 w 23"/>
                  <a:gd name="T41" fmla="*/ 20 h 31"/>
                  <a:gd name="T42" fmla="*/ 320 w 23"/>
                  <a:gd name="T43" fmla="*/ 0 h 31"/>
                  <a:gd name="T44" fmla="*/ 307 w 23"/>
                  <a:gd name="T45" fmla="*/ 20 h 3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3" h="31">
                    <a:moveTo>
                      <a:pt x="20" y="1"/>
                    </a:moveTo>
                    <a:cubicBezTo>
                      <a:pt x="21" y="3"/>
                      <a:pt x="21" y="5"/>
                      <a:pt x="21" y="7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20" y="12"/>
                      <a:pt x="19" y="13"/>
                      <a:pt x="17" y="14"/>
                    </a:cubicBezTo>
                    <a:cubicBezTo>
                      <a:pt x="16" y="15"/>
                      <a:pt x="14" y="15"/>
                      <a:pt x="13" y="17"/>
                    </a:cubicBezTo>
                    <a:cubicBezTo>
                      <a:pt x="11" y="18"/>
                      <a:pt x="10" y="19"/>
                      <a:pt x="10" y="20"/>
                    </a:cubicBezTo>
                    <a:cubicBezTo>
                      <a:pt x="10" y="22"/>
                      <a:pt x="10" y="22"/>
                      <a:pt x="9" y="24"/>
                    </a:cubicBezTo>
                    <a:cubicBezTo>
                      <a:pt x="8" y="26"/>
                      <a:pt x="7" y="27"/>
                      <a:pt x="6" y="28"/>
                    </a:cubicBezTo>
                    <a:cubicBezTo>
                      <a:pt x="6" y="28"/>
                      <a:pt x="5" y="29"/>
                      <a:pt x="3" y="29"/>
                    </a:cubicBezTo>
                    <a:cubicBezTo>
                      <a:pt x="3" y="29"/>
                      <a:pt x="2" y="29"/>
                      <a:pt x="2" y="29"/>
                    </a:cubicBezTo>
                    <a:cubicBezTo>
                      <a:pt x="1" y="28"/>
                      <a:pt x="1" y="29"/>
                      <a:pt x="1" y="29"/>
                    </a:cubicBezTo>
                    <a:cubicBezTo>
                      <a:pt x="0" y="30"/>
                      <a:pt x="1" y="30"/>
                      <a:pt x="1" y="31"/>
                    </a:cubicBezTo>
                    <a:cubicBezTo>
                      <a:pt x="2" y="31"/>
                      <a:pt x="3" y="31"/>
                      <a:pt x="3" y="31"/>
                    </a:cubicBezTo>
                    <a:cubicBezTo>
                      <a:pt x="5" y="31"/>
                      <a:pt x="7" y="30"/>
                      <a:pt x="8" y="29"/>
                    </a:cubicBezTo>
                    <a:cubicBezTo>
                      <a:pt x="9" y="28"/>
                      <a:pt x="10" y="27"/>
                      <a:pt x="10" y="25"/>
                    </a:cubicBezTo>
                    <a:cubicBezTo>
                      <a:pt x="11" y="23"/>
                      <a:pt x="12" y="22"/>
                      <a:pt x="12" y="21"/>
                    </a:cubicBezTo>
                    <a:cubicBezTo>
                      <a:pt x="12" y="20"/>
                      <a:pt x="12" y="20"/>
                      <a:pt x="14" y="18"/>
                    </a:cubicBezTo>
                    <a:cubicBezTo>
                      <a:pt x="15" y="17"/>
                      <a:pt x="17" y="17"/>
                      <a:pt x="18" y="16"/>
                    </a:cubicBezTo>
                    <a:cubicBezTo>
                      <a:pt x="20" y="15"/>
                      <a:pt x="22" y="13"/>
                      <a:pt x="22" y="11"/>
                    </a:cubicBezTo>
                    <a:cubicBezTo>
                      <a:pt x="23" y="9"/>
                      <a:pt x="23" y="8"/>
                      <a:pt x="23" y="7"/>
                    </a:cubicBezTo>
                    <a:cubicBezTo>
                      <a:pt x="23" y="5"/>
                      <a:pt x="23" y="3"/>
                      <a:pt x="22" y="1"/>
                    </a:cubicBezTo>
                    <a:cubicBezTo>
                      <a:pt x="22" y="0"/>
                      <a:pt x="22" y="0"/>
                      <a:pt x="21" y="0"/>
                    </a:cubicBezTo>
                    <a:cubicBezTo>
                      <a:pt x="21" y="0"/>
                      <a:pt x="20" y="1"/>
                      <a:pt x="20" y="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05" name="Freeform 550">
                <a:extLst>
                  <a:ext uri="{FF2B5EF4-FFF2-40B4-BE49-F238E27FC236}">
                    <a16:creationId xmlns:a16="http://schemas.microsoft.com/office/drawing/2014/main" id="{7D3F523C-5264-483A-8473-0A837EE46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3008"/>
                <a:ext cx="43" cy="35"/>
              </a:xfrm>
              <a:custGeom>
                <a:avLst/>
                <a:gdLst>
                  <a:gd name="T0" fmla="*/ 20 w 17"/>
                  <a:gd name="T1" fmla="*/ 0 h 14"/>
                  <a:gd name="T2" fmla="*/ 0 w 17"/>
                  <a:gd name="T3" fmla="*/ 63 h 14"/>
                  <a:gd name="T4" fmla="*/ 63 w 17"/>
                  <a:gd name="T5" fmla="*/ 175 h 14"/>
                  <a:gd name="T6" fmla="*/ 192 w 17"/>
                  <a:gd name="T7" fmla="*/ 220 h 14"/>
                  <a:gd name="T8" fmla="*/ 255 w 17"/>
                  <a:gd name="T9" fmla="*/ 208 h 14"/>
                  <a:gd name="T10" fmla="*/ 276 w 17"/>
                  <a:gd name="T11" fmla="*/ 188 h 14"/>
                  <a:gd name="T12" fmla="*/ 243 w 17"/>
                  <a:gd name="T13" fmla="*/ 175 h 14"/>
                  <a:gd name="T14" fmla="*/ 192 w 17"/>
                  <a:gd name="T15" fmla="*/ 188 h 14"/>
                  <a:gd name="T16" fmla="*/ 83 w 17"/>
                  <a:gd name="T17" fmla="*/ 145 h 14"/>
                  <a:gd name="T18" fmla="*/ 33 w 17"/>
                  <a:gd name="T19" fmla="*/ 63 h 14"/>
                  <a:gd name="T20" fmla="*/ 33 w 17"/>
                  <a:gd name="T21" fmla="*/ 20 h 14"/>
                  <a:gd name="T22" fmla="*/ 33 w 17"/>
                  <a:gd name="T23" fmla="*/ 0 h 14"/>
                  <a:gd name="T24" fmla="*/ 20 w 17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1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6"/>
                      <a:pt x="2" y="9"/>
                      <a:pt x="4" y="11"/>
                    </a:cubicBezTo>
                    <a:cubicBezTo>
                      <a:pt x="6" y="13"/>
                      <a:pt x="10" y="14"/>
                      <a:pt x="12" y="14"/>
                    </a:cubicBezTo>
                    <a:cubicBezTo>
                      <a:pt x="14" y="14"/>
                      <a:pt x="15" y="14"/>
                      <a:pt x="16" y="13"/>
                    </a:cubicBezTo>
                    <a:cubicBezTo>
                      <a:pt x="17" y="13"/>
                      <a:pt x="17" y="12"/>
                      <a:pt x="17" y="12"/>
                    </a:cubicBezTo>
                    <a:cubicBezTo>
                      <a:pt x="17" y="11"/>
                      <a:pt x="16" y="11"/>
                      <a:pt x="15" y="11"/>
                    </a:cubicBezTo>
                    <a:cubicBezTo>
                      <a:pt x="15" y="12"/>
                      <a:pt x="14" y="12"/>
                      <a:pt x="12" y="12"/>
                    </a:cubicBezTo>
                    <a:cubicBezTo>
                      <a:pt x="10" y="12"/>
                      <a:pt x="7" y="11"/>
                      <a:pt x="5" y="9"/>
                    </a:cubicBezTo>
                    <a:cubicBezTo>
                      <a:pt x="3" y="8"/>
                      <a:pt x="2" y="5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06" name="Freeform 551">
                <a:extLst>
                  <a:ext uri="{FF2B5EF4-FFF2-40B4-BE49-F238E27FC236}">
                    <a16:creationId xmlns:a16="http://schemas.microsoft.com/office/drawing/2014/main" id="{74B5B228-D175-4A35-9DDA-253C1E8FB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073"/>
                <a:ext cx="60" cy="25"/>
              </a:xfrm>
              <a:custGeom>
                <a:avLst/>
                <a:gdLst>
                  <a:gd name="T0" fmla="*/ 33 w 24"/>
                  <a:gd name="T1" fmla="*/ 158 h 10"/>
                  <a:gd name="T2" fmla="*/ 95 w 24"/>
                  <a:gd name="T3" fmla="*/ 83 h 10"/>
                  <a:gd name="T4" fmla="*/ 158 w 24"/>
                  <a:gd name="T5" fmla="*/ 33 h 10"/>
                  <a:gd name="T6" fmla="*/ 220 w 24"/>
                  <a:gd name="T7" fmla="*/ 33 h 10"/>
                  <a:gd name="T8" fmla="*/ 345 w 24"/>
                  <a:gd name="T9" fmla="*/ 83 h 10"/>
                  <a:gd name="T10" fmla="*/ 363 w 24"/>
                  <a:gd name="T11" fmla="*/ 83 h 10"/>
                  <a:gd name="T12" fmla="*/ 375 w 24"/>
                  <a:gd name="T13" fmla="*/ 50 h 10"/>
                  <a:gd name="T14" fmla="*/ 220 w 24"/>
                  <a:gd name="T15" fmla="*/ 0 h 10"/>
                  <a:gd name="T16" fmla="*/ 158 w 24"/>
                  <a:gd name="T17" fmla="*/ 0 h 10"/>
                  <a:gd name="T18" fmla="*/ 83 w 24"/>
                  <a:gd name="T19" fmla="*/ 63 h 10"/>
                  <a:gd name="T20" fmla="*/ 20 w 24"/>
                  <a:gd name="T21" fmla="*/ 145 h 10"/>
                  <a:gd name="T22" fmla="*/ 20 w 24"/>
                  <a:gd name="T23" fmla="*/ 158 h 10"/>
                  <a:gd name="T24" fmla="*/ 33 w 24"/>
                  <a:gd name="T25" fmla="*/ 158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10">
                    <a:moveTo>
                      <a:pt x="2" y="10"/>
                    </a:moveTo>
                    <a:cubicBezTo>
                      <a:pt x="4" y="8"/>
                      <a:pt x="5" y="6"/>
                      <a:pt x="6" y="5"/>
                    </a:cubicBezTo>
                    <a:cubicBezTo>
                      <a:pt x="7" y="4"/>
                      <a:pt x="8" y="3"/>
                      <a:pt x="10" y="2"/>
                    </a:cubicBezTo>
                    <a:cubicBezTo>
                      <a:pt x="11" y="2"/>
                      <a:pt x="13" y="2"/>
                      <a:pt x="14" y="2"/>
                    </a:cubicBezTo>
                    <a:cubicBezTo>
                      <a:pt x="17" y="2"/>
                      <a:pt x="21" y="3"/>
                      <a:pt x="22" y="5"/>
                    </a:cubicBezTo>
                    <a:cubicBezTo>
                      <a:pt x="22" y="5"/>
                      <a:pt x="23" y="5"/>
                      <a:pt x="23" y="5"/>
                    </a:cubicBezTo>
                    <a:cubicBezTo>
                      <a:pt x="24" y="4"/>
                      <a:pt x="24" y="4"/>
                      <a:pt x="24" y="3"/>
                    </a:cubicBezTo>
                    <a:cubicBezTo>
                      <a:pt x="21" y="1"/>
                      <a:pt x="18" y="0"/>
                      <a:pt x="14" y="0"/>
                    </a:cubicBezTo>
                    <a:cubicBezTo>
                      <a:pt x="13" y="0"/>
                      <a:pt x="11" y="0"/>
                      <a:pt x="10" y="0"/>
                    </a:cubicBezTo>
                    <a:cubicBezTo>
                      <a:pt x="7" y="1"/>
                      <a:pt x="6" y="2"/>
                      <a:pt x="5" y="4"/>
                    </a:cubicBezTo>
                    <a:cubicBezTo>
                      <a:pt x="3" y="5"/>
                      <a:pt x="3" y="7"/>
                      <a:pt x="1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07" name="Freeform 552">
                <a:extLst>
                  <a:ext uri="{FF2B5EF4-FFF2-40B4-BE49-F238E27FC236}">
                    <a16:creationId xmlns:a16="http://schemas.microsoft.com/office/drawing/2014/main" id="{6E9320BD-420E-4F23-82F1-5E3BD751A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293"/>
                <a:ext cx="80" cy="17"/>
              </a:xfrm>
              <a:custGeom>
                <a:avLst/>
                <a:gdLst>
                  <a:gd name="T0" fmla="*/ 470 w 32"/>
                  <a:gd name="T1" fmla="*/ 58 h 7"/>
                  <a:gd name="T2" fmla="*/ 470 w 32"/>
                  <a:gd name="T3" fmla="*/ 58 h 7"/>
                  <a:gd name="T4" fmla="*/ 470 w 32"/>
                  <a:gd name="T5" fmla="*/ 58 h 7"/>
                  <a:gd name="T6" fmla="*/ 470 w 32"/>
                  <a:gd name="T7" fmla="*/ 58 h 7"/>
                  <a:gd name="T8" fmla="*/ 470 w 32"/>
                  <a:gd name="T9" fmla="*/ 58 h 7"/>
                  <a:gd name="T10" fmla="*/ 470 w 32"/>
                  <a:gd name="T11" fmla="*/ 58 h 7"/>
                  <a:gd name="T12" fmla="*/ 470 w 32"/>
                  <a:gd name="T13" fmla="*/ 58 h 7"/>
                  <a:gd name="T14" fmla="*/ 470 w 32"/>
                  <a:gd name="T15" fmla="*/ 58 h 7"/>
                  <a:gd name="T16" fmla="*/ 470 w 32"/>
                  <a:gd name="T17" fmla="*/ 58 h 7"/>
                  <a:gd name="T18" fmla="*/ 470 w 32"/>
                  <a:gd name="T19" fmla="*/ 70 h 7"/>
                  <a:gd name="T20" fmla="*/ 488 w 32"/>
                  <a:gd name="T21" fmla="*/ 70 h 7"/>
                  <a:gd name="T22" fmla="*/ 408 w 32"/>
                  <a:gd name="T23" fmla="*/ 12 h 7"/>
                  <a:gd name="T24" fmla="*/ 333 w 32"/>
                  <a:gd name="T25" fmla="*/ 0 h 7"/>
                  <a:gd name="T26" fmla="*/ 270 w 32"/>
                  <a:gd name="T27" fmla="*/ 0 h 7"/>
                  <a:gd name="T28" fmla="*/ 145 w 32"/>
                  <a:gd name="T29" fmla="*/ 12 h 7"/>
                  <a:gd name="T30" fmla="*/ 20 w 32"/>
                  <a:gd name="T31" fmla="*/ 70 h 7"/>
                  <a:gd name="T32" fmla="*/ 20 w 32"/>
                  <a:gd name="T33" fmla="*/ 100 h 7"/>
                  <a:gd name="T34" fmla="*/ 33 w 32"/>
                  <a:gd name="T35" fmla="*/ 87 h 7"/>
                  <a:gd name="T36" fmla="*/ 145 w 32"/>
                  <a:gd name="T37" fmla="*/ 41 h 7"/>
                  <a:gd name="T38" fmla="*/ 270 w 32"/>
                  <a:gd name="T39" fmla="*/ 29 h 7"/>
                  <a:gd name="T40" fmla="*/ 333 w 32"/>
                  <a:gd name="T41" fmla="*/ 29 h 7"/>
                  <a:gd name="T42" fmla="*/ 395 w 32"/>
                  <a:gd name="T43" fmla="*/ 41 h 7"/>
                  <a:gd name="T44" fmla="*/ 458 w 32"/>
                  <a:gd name="T45" fmla="*/ 87 h 7"/>
                  <a:gd name="T46" fmla="*/ 470 w 32"/>
                  <a:gd name="T47" fmla="*/ 100 h 7"/>
                  <a:gd name="T48" fmla="*/ 470 w 32"/>
                  <a:gd name="T49" fmla="*/ 87 h 7"/>
                  <a:gd name="T50" fmla="*/ 488 w 32"/>
                  <a:gd name="T51" fmla="*/ 87 h 7"/>
                  <a:gd name="T52" fmla="*/ 500 w 32"/>
                  <a:gd name="T53" fmla="*/ 58 h 7"/>
                  <a:gd name="T54" fmla="*/ 488 w 32"/>
                  <a:gd name="T55" fmla="*/ 58 h 7"/>
                  <a:gd name="T56" fmla="*/ 470 w 32"/>
                  <a:gd name="T57" fmla="*/ 41 h 7"/>
                  <a:gd name="T58" fmla="*/ 470 w 32"/>
                  <a:gd name="T59" fmla="*/ 58 h 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2" h="7">
                    <a:moveTo>
                      <a:pt x="30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9" y="3"/>
                      <a:pt x="27" y="2"/>
                      <a:pt x="26" y="1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15" y="0"/>
                      <a:pt x="12" y="1"/>
                      <a:pt x="9" y="1"/>
                    </a:cubicBezTo>
                    <a:cubicBezTo>
                      <a:pt x="5" y="2"/>
                      <a:pt x="2" y="3"/>
                      <a:pt x="1" y="5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3" y="5"/>
                      <a:pt x="6" y="4"/>
                      <a:pt x="9" y="3"/>
                    </a:cubicBezTo>
                    <a:cubicBezTo>
                      <a:pt x="12" y="3"/>
                      <a:pt x="15" y="2"/>
                      <a:pt x="17" y="2"/>
                    </a:cubicBezTo>
                    <a:cubicBezTo>
                      <a:pt x="19" y="2"/>
                      <a:pt x="20" y="2"/>
                      <a:pt x="21" y="2"/>
                    </a:cubicBezTo>
                    <a:cubicBezTo>
                      <a:pt x="22" y="2"/>
                      <a:pt x="24" y="2"/>
                      <a:pt x="25" y="3"/>
                    </a:cubicBezTo>
                    <a:cubicBezTo>
                      <a:pt x="26" y="3"/>
                      <a:pt x="27" y="4"/>
                      <a:pt x="29" y="6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5"/>
                      <a:pt x="32" y="5"/>
                      <a:pt x="32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30" y="3"/>
                      <a:pt x="29" y="4"/>
                      <a:pt x="30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08" name="Freeform 553">
                <a:extLst>
                  <a:ext uri="{FF2B5EF4-FFF2-40B4-BE49-F238E27FC236}">
                    <a16:creationId xmlns:a16="http://schemas.microsoft.com/office/drawing/2014/main" id="{34776C90-A6AF-4092-8669-EA0066CBF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340"/>
                <a:ext cx="30" cy="38"/>
              </a:xfrm>
              <a:custGeom>
                <a:avLst/>
                <a:gdLst>
                  <a:gd name="T0" fmla="*/ 63 w 12"/>
                  <a:gd name="T1" fmla="*/ 0 h 15"/>
                  <a:gd name="T2" fmla="*/ 63 w 12"/>
                  <a:gd name="T3" fmla="*/ 0 h 15"/>
                  <a:gd name="T4" fmla="*/ 20 w 12"/>
                  <a:gd name="T5" fmla="*/ 33 h 15"/>
                  <a:gd name="T6" fmla="*/ 0 w 12"/>
                  <a:gd name="T7" fmla="*/ 96 h 15"/>
                  <a:gd name="T8" fmla="*/ 33 w 12"/>
                  <a:gd name="T9" fmla="*/ 193 h 15"/>
                  <a:gd name="T10" fmla="*/ 158 w 12"/>
                  <a:gd name="T11" fmla="*/ 243 h 15"/>
                  <a:gd name="T12" fmla="*/ 175 w 12"/>
                  <a:gd name="T13" fmla="*/ 243 h 15"/>
                  <a:gd name="T14" fmla="*/ 188 w 12"/>
                  <a:gd name="T15" fmla="*/ 225 h 15"/>
                  <a:gd name="T16" fmla="*/ 175 w 12"/>
                  <a:gd name="T17" fmla="*/ 213 h 15"/>
                  <a:gd name="T18" fmla="*/ 158 w 12"/>
                  <a:gd name="T19" fmla="*/ 213 h 15"/>
                  <a:gd name="T20" fmla="*/ 63 w 12"/>
                  <a:gd name="T21" fmla="*/ 180 h 15"/>
                  <a:gd name="T22" fmla="*/ 33 w 12"/>
                  <a:gd name="T23" fmla="*/ 96 h 15"/>
                  <a:gd name="T24" fmla="*/ 50 w 12"/>
                  <a:gd name="T25" fmla="*/ 51 h 15"/>
                  <a:gd name="T26" fmla="*/ 63 w 12"/>
                  <a:gd name="T27" fmla="*/ 33 h 15"/>
                  <a:gd name="T28" fmla="*/ 63 w 12"/>
                  <a:gd name="T29" fmla="*/ 33 h 15"/>
                  <a:gd name="T30" fmla="*/ 83 w 12"/>
                  <a:gd name="T31" fmla="*/ 33 h 15"/>
                  <a:gd name="T32" fmla="*/ 63 w 12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0" y="8"/>
                      <a:pt x="1" y="10"/>
                      <a:pt x="2" y="12"/>
                    </a:cubicBezTo>
                    <a:cubicBezTo>
                      <a:pt x="4" y="14"/>
                      <a:pt x="6" y="15"/>
                      <a:pt x="10" y="15"/>
                    </a:cubicBezTo>
                    <a:cubicBezTo>
                      <a:pt x="10" y="15"/>
                      <a:pt x="10" y="15"/>
                      <a:pt x="11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1" y="13"/>
                      <a:pt x="11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7" y="13"/>
                      <a:pt x="5" y="12"/>
                      <a:pt x="4" y="11"/>
                    </a:cubicBezTo>
                    <a:cubicBezTo>
                      <a:pt x="3" y="10"/>
                      <a:pt x="2" y="8"/>
                      <a:pt x="2" y="6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09" name="Freeform 554">
                <a:extLst>
                  <a:ext uri="{FF2B5EF4-FFF2-40B4-BE49-F238E27FC236}">
                    <a16:creationId xmlns:a16="http://schemas.microsoft.com/office/drawing/2014/main" id="{5B27D4FC-21EA-482C-A9B8-F4DAD9030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293"/>
                <a:ext cx="90" cy="25"/>
              </a:xfrm>
              <a:custGeom>
                <a:avLst/>
                <a:gdLst>
                  <a:gd name="T0" fmla="*/ 20 w 36"/>
                  <a:gd name="T1" fmla="*/ 125 h 10"/>
                  <a:gd name="T2" fmla="*/ 125 w 36"/>
                  <a:gd name="T3" fmla="*/ 63 h 10"/>
                  <a:gd name="T4" fmla="*/ 238 w 36"/>
                  <a:gd name="T5" fmla="*/ 33 h 10"/>
                  <a:gd name="T6" fmla="*/ 283 w 36"/>
                  <a:gd name="T7" fmla="*/ 33 h 10"/>
                  <a:gd name="T8" fmla="*/ 550 w 36"/>
                  <a:gd name="T9" fmla="*/ 158 h 10"/>
                  <a:gd name="T10" fmla="*/ 563 w 36"/>
                  <a:gd name="T11" fmla="*/ 158 h 10"/>
                  <a:gd name="T12" fmla="*/ 563 w 36"/>
                  <a:gd name="T13" fmla="*/ 125 h 10"/>
                  <a:gd name="T14" fmla="*/ 283 w 36"/>
                  <a:gd name="T15" fmla="*/ 0 h 10"/>
                  <a:gd name="T16" fmla="*/ 238 w 36"/>
                  <a:gd name="T17" fmla="*/ 0 h 10"/>
                  <a:gd name="T18" fmla="*/ 113 w 36"/>
                  <a:gd name="T19" fmla="*/ 33 h 10"/>
                  <a:gd name="T20" fmla="*/ 20 w 36"/>
                  <a:gd name="T21" fmla="*/ 95 h 10"/>
                  <a:gd name="T22" fmla="*/ 0 w 36"/>
                  <a:gd name="T23" fmla="*/ 125 h 10"/>
                  <a:gd name="T24" fmla="*/ 20 w 36"/>
                  <a:gd name="T25" fmla="*/ 125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10">
                    <a:moveTo>
                      <a:pt x="1" y="8"/>
                    </a:moveTo>
                    <a:cubicBezTo>
                      <a:pt x="4" y="7"/>
                      <a:pt x="6" y="5"/>
                      <a:pt x="8" y="4"/>
                    </a:cubicBezTo>
                    <a:cubicBezTo>
                      <a:pt x="11" y="3"/>
                      <a:pt x="13" y="2"/>
                      <a:pt x="15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3" y="3"/>
                      <a:pt x="31" y="6"/>
                      <a:pt x="35" y="10"/>
                    </a:cubicBezTo>
                    <a:cubicBezTo>
                      <a:pt x="35" y="10"/>
                      <a:pt x="36" y="10"/>
                      <a:pt x="36" y="10"/>
                    </a:cubicBezTo>
                    <a:cubicBezTo>
                      <a:pt x="36" y="10"/>
                      <a:pt x="36" y="9"/>
                      <a:pt x="36" y="8"/>
                    </a:cubicBezTo>
                    <a:cubicBezTo>
                      <a:pt x="32" y="4"/>
                      <a:pt x="24" y="1"/>
                      <a:pt x="18" y="0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2" y="0"/>
                      <a:pt x="10" y="1"/>
                      <a:pt x="7" y="2"/>
                    </a:cubicBezTo>
                    <a:cubicBezTo>
                      <a:pt x="5" y="4"/>
                      <a:pt x="3" y="5"/>
                      <a:pt x="1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10" name="Freeform 555">
                <a:extLst>
                  <a:ext uri="{FF2B5EF4-FFF2-40B4-BE49-F238E27FC236}">
                    <a16:creationId xmlns:a16="http://schemas.microsoft.com/office/drawing/2014/main" id="{FEE9098D-DD0D-46A8-A7B4-FA11931C0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3235"/>
                <a:ext cx="145" cy="23"/>
              </a:xfrm>
              <a:custGeom>
                <a:avLst/>
                <a:gdLst>
                  <a:gd name="T0" fmla="*/ 20 w 58"/>
                  <a:gd name="T1" fmla="*/ 84 h 9"/>
                  <a:gd name="T2" fmla="*/ 20 w 58"/>
                  <a:gd name="T3" fmla="*/ 84 h 9"/>
                  <a:gd name="T4" fmla="*/ 220 w 58"/>
                  <a:gd name="T5" fmla="*/ 33 h 9"/>
                  <a:gd name="T6" fmla="*/ 283 w 58"/>
                  <a:gd name="T7" fmla="*/ 33 h 9"/>
                  <a:gd name="T8" fmla="*/ 395 w 58"/>
                  <a:gd name="T9" fmla="*/ 66 h 9"/>
                  <a:gd name="T10" fmla="*/ 500 w 58"/>
                  <a:gd name="T11" fmla="*/ 118 h 9"/>
                  <a:gd name="T12" fmla="*/ 675 w 58"/>
                  <a:gd name="T13" fmla="*/ 151 h 9"/>
                  <a:gd name="T14" fmla="*/ 813 w 58"/>
                  <a:gd name="T15" fmla="*/ 151 h 9"/>
                  <a:gd name="T16" fmla="*/ 895 w 58"/>
                  <a:gd name="T17" fmla="*/ 151 h 9"/>
                  <a:gd name="T18" fmla="*/ 908 w 58"/>
                  <a:gd name="T19" fmla="*/ 130 h 9"/>
                  <a:gd name="T20" fmla="*/ 895 w 58"/>
                  <a:gd name="T21" fmla="*/ 118 h 9"/>
                  <a:gd name="T22" fmla="*/ 813 w 58"/>
                  <a:gd name="T23" fmla="*/ 118 h 9"/>
                  <a:gd name="T24" fmla="*/ 675 w 58"/>
                  <a:gd name="T25" fmla="*/ 118 h 9"/>
                  <a:gd name="T26" fmla="*/ 520 w 58"/>
                  <a:gd name="T27" fmla="*/ 84 h 9"/>
                  <a:gd name="T28" fmla="*/ 408 w 58"/>
                  <a:gd name="T29" fmla="*/ 33 h 9"/>
                  <a:gd name="T30" fmla="*/ 283 w 58"/>
                  <a:gd name="T31" fmla="*/ 0 h 9"/>
                  <a:gd name="T32" fmla="*/ 220 w 58"/>
                  <a:gd name="T33" fmla="*/ 0 h 9"/>
                  <a:gd name="T34" fmla="*/ 20 w 58"/>
                  <a:gd name="T35" fmla="*/ 51 h 9"/>
                  <a:gd name="T36" fmla="*/ 20 w 58"/>
                  <a:gd name="T37" fmla="*/ 51 h 9"/>
                  <a:gd name="T38" fmla="*/ 0 w 58"/>
                  <a:gd name="T39" fmla="*/ 66 h 9"/>
                  <a:gd name="T40" fmla="*/ 20 w 58"/>
                  <a:gd name="T41" fmla="*/ 84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8" h="9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6" y="5"/>
                      <a:pt x="10" y="3"/>
                      <a:pt x="14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1" y="2"/>
                      <a:pt x="23" y="2"/>
                      <a:pt x="25" y="4"/>
                    </a:cubicBezTo>
                    <a:cubicBezTo>
                      <a:pt x="27" y="5"/>
                      <a:pt x="29" y="6"/>
                      <a:pt x="32" y="7"/>
                    </a:cubicBezTo>
                    <a:cubicBezTo>
                      <a:pt x="35" y="8"/>
                      <a:pt x="39" y="9"/>
                      <a:pt x="43" y="9"/>
                    </a:cubicBezTo>
                    <a:cubicBezTo>
                      <a:pt x="46" y="9"/>
                      <a:pt x="49" y="9"/>
                      <a:pt x="52" y="9"/>
                    </a:cubicBezTo>
                    <a:cubicBezTo>
                      <a:pt x="54" y="9"/>
                      <a:pt x="55" y="9"/>
                      <a:pt x="57" y="9"/>
                    </a:cubicBezTo>
                    <a:cubicBezTo>
                      <a:pt x="57" y="9"/>
                      <a:pt x="58" y="8"/>
                      <a:pt x="58" y="8"/>
                    </a:cubicBezTo>
                    <a:cubicBezTo>
                      <a:pt x="58" y="7"/>
                      <a:pt x="58" y="7"/>
                      <a:pt x="57" y="7"/>
                    </a:cubicBezTo>
                    <a:cubicBezTo>
                      <a:pt x="55" y="7"/>
                      <a:pt x="54" y="7"/>
                      <a:pt x="52" y="7"/>
                    </a:cubicBezTo>
                    <a:cubicBezTo>
                      <a:pt x="49" y="7"/>
                      <a:pt x="46" y="7"/>
                      <a:pt x="43" y="7"/>
                    </a:cubicBezTo>
                    <a:cubicBezTo>
                      <a:pt x="39" y="7"/>
                      <a:pt x="35" y="6"/>
                      <a:pt x="33" y="5"/>
                    </a:cubicBezTo>
                    <a:cubicBezTo>
                      <a:pt x="30" y="4"/>
                      <a:pt x="28" y="3"/>
                      <a:pt x="26" y="2"/>
                    </a:cubicBezTo>
                    <a:cubicBezTo>
                      <a:pt x="23" y="1"/>
                      <a:pt x="21" y="0"/>
                      <a:pt x="18" y="0"/>
                    </a:cubicBezTo>
                    <a:cubicBezTo>
                      <a:pt x="17" y="0"/>
                      <a:pt x="15" y="0"/>
                      <a:pt x="14" y="0"/>
                    </a:cubicBezTo>
                    <a:cubicBezTo>
                      <a:pt x="9" y="1"/>
                      <a:pt x="5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11" name="Freeform 556">
                <a:extLst>
                  <a:ext uri="{FF2B5EF4-FFF2-40B4-BE49-F238E27FC236}">
                    <a16:creationId xmlns:a16="http://schemas.microsoft.com/office/drawing/2014/main" id="{272EF4F5-F96E-4E7D-A0BB-AAA01DA32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180"/>
                <a:ext cx="77" cy="43"/>
              </a:xfrm>
              <a:custGeom>
                <a:avLst/>
                <a:gdLst>
                  <a:gd name="T0" fmla="*/ 474 w 31"/>
                  <a:gd name="T1" fmla="*/ 63 h 17"/>
                  <a:gd name="T2" fmla="*/ 462 w 31"/>
                  <a:gd name="T3" fmla="*/ 20 h 17"/>
                  <a:gd name="T4" fmla="*/ 412 w 31"/>
                  <a:gd name="T5" fmla="*/ 0 h 17"/>
                  <a:gd name="T6" fmla="*/ 353 w 31"/>
                  <a:gd name="T7" fmla="*/ 33 h 17"/>
                  <a:gd name="T8" fmla="*/ 258 w 31"/>
                  <a:gd name="T9" fmla="*/ 96 h 17"/>
                  <a:gd name="T10" fmla="*/ 196 w 31"/>
                  <a:gd name="T11" fmla="*/ 159 h 17"/>
                  <a:gd name="T12" fmla="*/ 104 w 31"/>
                  <a:gd name="T13" fmla="*/ 192 h 17"/>
                  <a:gd name="T14" fmla="*/ 0 w 31"/>
                  <a:gd name="T15" fmla="*/ 243 h 17"/>
                  <a:gd name="T16" fmla="*/ 0 w 31"/>
                  <a:gd name="T17" fmla="*/ 276 h 17"/>
                  <a:gd name="T18" fmla="*/ 12 w 31"/>
                  <a:gd name="T19" fmla="*/ 276 h 17"/>
                  <a:gd name="T20" fmla="*/ 124 w 31"/>
                  <a:gd name="T21" fmla="*/ 225 h 17"/>
                  <a:gd name="T22" fmla="*/ 229 w 31"/>
                  <a:gd name="T23" fmla="*/ 180 h 17"/>
                  <a:gd name="T24" fmla="*/ 258 w 31"/>
                  <a:gd name="T25" fmla="*/ 147 h 17"/>
                  <a:gd name="T26" fmla="*/ 340 w 31"/>
                  <a:gd name="T27" fmla="*/ 83 h 17"/>
                  <a:gd name="T28" fmla="*/ 412 w 31"/>
                  <a:gd name="T29" fmla="*/ 33 h 17"/>
                  <a:gd name="T30" fmla="*/ 432 w 31"/>
                  <a:gd name="T31" fmla="*/ 51 h 17"/>
                  <a:gd name="T32" fmla="*/ 445 w 31"/>
                  <a:gd name="T33" fmla="*/ 83 h 17"/>
                  <a:gd name="T34" fmla="*/ 474 w 31"/>
                  <a:gd name="T35" fmla="*/ 96 h 17"/>
                  <a:gd name="T36" fmla="*/ 474 w 31"/>
                  <a:gd name="T37" fmla="*/ 63 h 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" h="17">
                    <a:moveTo>
                      <a:pt x="31" y="4"/>
                    </a:moveTo>
                    <a:cubicBezTo>
                      <a:pt x="31" y="3"/>
                      <a:pt x="31" y="2"/>
                      <a:pt x="30" y="1"/>
                    </a:cubicBezTo>
                    <a:cubicBezTo>
                      <a:pt x="29" y="0"/>
                      <a:pt x="28" y="0"/>
                      <a:pt x="27" y="0"/>
                    </a:cubicBezTo>
                    <a:cubicBezTo>
                      <a:pt x="26" y="0"/>
                      <a:pt x="24" y="1"/>
                      <a:pt x="23" y="2"/>
                    </a:cubicBezTo>
                    <a:cubicBezTo>
                      <a:pt x="21" y="3"/>
                      <a:pt x="19" y="5"/>
                      <a:pt x="17" y="6"/>
                    </a:cubicBezTo>
                    <a:cubicBezTo>
                      <a:pt x="15" y="8"/>
                      <a:pt x="14" y="9"/>
                      <a:pt x="13" y="10"/>
                    </a:cubicBezTo>
                    <a:cubicBezTo>
                      <a:pt x="12" y="11"/>
                      <a:pt x="10" y="11"/>
                      <a:pt x="7" y="12"/>
                    </a:cubicBezTo>
                    <a:cubicBezTo>
                      <a:pt x="5" y="12"/>
                      <a:pt x="2" y="13"/>
                      <a:pt x="0" y="15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3" y="15"/>
                      <a:pt x="5" y="14"/>
                      <a:pt x="8" y="14"/>
                    </a:cubicBezTo>
                    <a:cubicBezTo>
                      <a:pt x="10" y="13"/>
                      <a:pt x="12" y="13"/>
                      <a:pt x="15" y="11"/>
                    </a:cubicBezTo>
                    <a:cubicBezTo>
                      <a:pt x="15" y="11"/>
                      <a:pt x="16" y="10"/>
                      <a:pt x="17" y="9"/>
                    </a:cubicBezTo>
                    <a:cubicBezTo>
                      <a:pt x="18" y="8"/>
                      <a:pt x="20" y="6"/>
                      <a:pt x="22" y="5"/>
                    </a:cubicBezTo>
                    <a:cubicBezTo>
                      <a:pt x="24" y="3"/>
                      <a:pt x="26" y="2"/>
                      <a:pt x="27" y="2"/>
                    </a:cubicBezTo>
                    <a:cubicBezTo>
                      <a:pt x="28" y="2"/>
                      <a:pt x="28" y="2"/>
                      <a:pt x="28" y="3"/>
                    </a:cubicBezTo>
                    <a:cubicBezTo>
                      <a:pt x="29" y="3"/>
                      <a:pt x="29" y="4"/>
                      <a:pt x="29" y="5"/>
                    </a:cubicBezTo>
                    <a:cubicBezTo>
                      <a:pt x="30" y="5"/>
                      <a:pt x="30" y="6"/>
                      <a:pt x="31" y="6"/>
                    </a:cubicBezTo>
                    <a:cubicBezTo>
                      <a:pt x="31" y="5"/>
                      <a:pt x="31" y="5"/>
                      <a:pt x="31" y="4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12" name="Freeform 557">
                <a:extLst>
                  <a:ext uri="{FF2B5EF4-FFF2-40B4-BE49-F238E27FC236}">
                    <a16:creationId xmlns:a16="http://schemas.microsoft.com/office/drawing/2014/main" id="{696AC4BA-EFEC-4F18-8D50-22C90711B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190"/>
                <a:ext cx="23" cy="50"/>
              </a:xfrm>
              <a:custGeom>
                <a:avLst/>
                <a:gdLst>
                  <a:gd name="T0" fmla="*/ 151 w 9"/>
                  <a:gd name="T1" fmla="*/ 283 h 20"/>
                  <a:gd name="T2" fmla="*/ 33 w 9"/>
                  <a:gd name="T3" fmla="*/ 20 h 20"/>
                  <a:gd name="T4" fmla="*/ 20 w 9"/>
                  <a:gd name="T5" fmla="*/ 0 h 20"/>
                  <a:gd name="T6" fmla="*/ 20 w 9"/>
                  <a:gd name="T7" fmla="*/ 33 h 20"/>
                  <a:gd name="T8" fmla="*/ 118 w 9"/>
                  <a:gd name="T9" fmla="*/ 300 h 20"/>
                  <a:gd name="T10" fmla="*/ 130 w 9"/>
                  <a:gd name="T11" fmla="*/ 300 h 20"/>
                  <a:gd name="T12" fmla="*/ 151 w 9"/>
                  <a:gd name="T13" fmla="*/ 283 h 20"/>
                  <a:gd name="T14" fmla="*/ 151 w 9"/>
                  <a:gd name="T15" fmla="*/ 283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20">
                    <a:moveTo>
                      <a:pt x="9" y="18"/>
                    </a:moveTo>
                    <a:cubicBezTo>
                      <a:pt x="8" y="13"/>
                      <a:pt x="6" y="5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4" y="6"/>
                      <a:pt x="6" y="13"/>
                      <a:pt x="7" y="19"/>
                    </a:cubicBezTo>
                    <a:cubicBezTo>
                      <a:pt x="7" y="19"/>
                      <a:pt x="7" y="20"/>
                      <a:pt x="8" y="19"/>
                    </a:cubicBezTo>
                    <a:cubicBezTo>
                      <a:pt x="8" y="19"/>
                      <a:pt x="9" y="19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13" name="Freeform 558">
                <a:extLst>
                  <a:ext uri="{FF2B5EF4-FFF2-40B4-BE49-F238E27FC236}">
                    <a16:creationId xmlns:a16="http://schemas.microsoft.com/office/drawing/2014/main" id="{7F5F4BA8-D7DA-48E5-9DF6-0B123F477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3015"/>
                <a:ext cx="73" cy="48"/>
              </a:xfrm>
              <a:custGeom>
                <a:avLst/>
                <a:gdLst>
                  <a:gd name="T0" fmla="*/ 0 w 29"/>
                  <a:gd name="T1" fmla="*/ 33 h 19"/>
                  <a:gd name="T2" fmla="*/ 63 w 29"/>
                  <a:gd name="T3" fmla="*/ 114 h 19"/>
                  <a:gd name="T4" fmla="*/ 146 w 29"/>
                  <a:gd name="T5" fmla="*/ 210 h 19"/>
                  <a:gd name="T6" fmla="*/ 443 w 29"/>
                  <a:gd name="T7" fmla="*/ 306 h 19"/>
                  <a:gd name="T8" fmla="*/ 463 w 29"/>
                  <a:gd name="T9" fmla="*/ 288 h 19"/>
                  <a:gd name="T10" fmla="*/ 443 w 29"/>
                  <a:gd name="T11" fmla="*/ 275 h 19"/>
                  <a:gd name="T12" fmla="*/ 159 w 29"/>
                  <a:gd name="T13" fmla="*/ 192 h 19"/>
                  <a:gd name="T14" fmla="*/ 96 w 29"/>
                  <a:gd name="T15" fmla="*/ 96 h 19"/>
                  <a:gd name="T16" fmla="*/ 20 w 29"/>
                  <a:gd name="T17" fmla="*/ 0 h 19"/>
                  <a:gd name="T18" fmla="*/ 0 w 29"/>
                  <a:gd name="T19" fmla="*/ 0 h 19"/>
                  <a:gd name="T20" fmla="*/ 0 w 29"/>
                  <a:gd name="T21" fmla="*/ 33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19">
                    <a:moveTo>
                      <a:pt x="0" y="2"/>
                    </a:moveTo>
                    <a:cubicBezTo>
                      <a:pt x="2" y="3"/>
                      <a:pt x="3" y="5"/>
                      <a:pt x="4" y="7"/>
                    </a:cubicBezTo>
                    <a:cubicBezTo>
                      <a:pt x="6" y="9"/>
                      <a:pt x="7" y="11"/>
                      <a:pt x="9" y="13"/>
                    </a:cubicBezTo>
                    <a:cubicBezTo>
                      <a:pt x="15" y="17"/>
                      <a:pt x="22" y="18"/>
                      <a:pt x="28" y="19"/>
                    </a:cubicBezTo>
                    <a:cubicBezTo>
                      <a:pt x="29" y="19"/>
                      <a:pt x="29" y="18"/>
                      <a:pt x="29" y="18"/>
                    </a:cubicBezTo>
                    <a:cubicBezTo>
                      <a:pt x="29" y="17"/>
                      <a:pt x="29" y="17"/>
                      <a:pt x="28" y="17"/>
                    </a:cubicBezTo>
                    <a:cubicBezTo>
                      <a:pt x="22" y="16"/>
                      <a:pt x="15" y="15"/>
                      <a:pt x="10" y="12"/>
                    </a:cubicBezTo>
                    <a:cubicBezTo>
                      <a:pt x="9" y="10"/>
                      <a:pt x="7" y="8"/>
                      <a:pt x="6" y="6"/>
                    </a:cubicBezTo>
                    <a:cubicBezTo>
                      <a:pt x="5" y="4"/>
                      <a:pt x="4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14" name="Freeform 559">
                <a:extLst>
                  <a:ext uri="{FF2B5EF4-FFF2-40B4-BE49-F238E27FC236}">
                    <a16:creationId xmlns:a16="http://schemas.microsoft.com/office/drawing/2014/main" id="{7A8E14BC-DE34-455D-A9B7-66AB5B82C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3000"/>
                <a:ext cx="60" cy="38"/>
              </a:xfrm>
              <a:custGeom>
                <a:avLst/>
                <a:gdLst>
                  <a:gd name="T0" fmla="*/ 20 w 24"/>
                  <a:gd name="T1" fmla="*/ 243 h 15"/>
                  <a:gd name="T2" fmla="*/ 83 w 24"/>
                  <a:gd name="T3" fmla="*/ 243 h 15"/>
                  <a:gd name="T4" fmla="*/ 238 w 24"/>
                  <a:gd name="T5" fmla="*/ 160 h 15"/>
                  <a:gd name="T6" fmla="*/ 375 w 24"/>
                  <a:gd name="T7" fmla="*/ 33 h 15"/>
                  <a:gd name="T8" fmla="*/ 375 w 24"/>
                  <a:gd name="T9" fmla="*/ 20 h 15"/>
                  <a:gd name="T10" fmla="*/ 345 w 24"/>
                  <a:gd name="T11" fmla="*/ 20 h 15"/>
                  <a:gd name="T12" fmla="*/ 220 w 24"/>
                  <a:gd name="T13" fmla="*/ 147 h 15"/>
                  <a:gd name="T14" fmla="*/ 83 w 24"/>
                  <a:gd name="T15" fmla="*/ 213 h 15"/>
                  <a:gd name="T16" fmla="*/ 33 w 24"/>
                  <a:gd name="T17" fmla="*/ 213 h 15"/>
                  <a:gd name="T18" fmla="*/ 0 w 24"/>
                  <a:gd name="T19" fmla="*/ 213 h 15"/>
                  <a:gd name="T20" fmla="*/ 20 w 24"/>
                  <a:gd name="T21" fmla="*/ 243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15">
                    <a:moveTo>
                      <a:pt x="1" y="15"/>
                    </a:moveTo>
                    <a:cubicBezTo>
                      <a:pt x="2" y="15"/>
                      <a:pt x="4" y="15"/>
                      <a:pt x="5" y="15"/>
                    </a:cubicBezTo>
                    <a:cubicBezTo>
                      <a:pt x="9" y="15"/>
                      <a:pt x="12" y="13"/>
                      <a:pt x="15" y="10"/>
                    </a:cubicBezTo>
                    <a:cubicBezTo>
                      <a:pt x="18" y="8"/>
                      <a:pt x="21" y="5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3" y="0"/>
                      <a:pt x="23" y="0"/>
                      <a:pt x="22" y="1"/>
                    </a:cubicBezTo>
                    <a:cubicBezTo>
                      <a:pt x="20" y="3"/>
                      <a:pt x="17" y="6"/>
                      <a:pt x="14" y="9"/>
                    </a:cubicBezTo>
                    <a:cubicBezTo>
                      <a:pt x="11" y="11"/>
                      <a:pt x="8" y="13"/>
                      <a:pt x="5" y="13"/>
                    </a:cubicBezTo>
                    <a:cubicBezTo>
                      <a:pt x="4" y="13"/>
                      <a:pt x="3" y="13"/>
                      <a:pt x="2" y="13"/>
                    </a:cubicBezTo>
                    <a:cubicBezTo>
                      <a:pt x="1" y="12"/>
                      <a:pt x="1" y="13"/>
                      <a:pt x="0" y="13"/>
                    </a:cubicBezTo>
                    <a:cubicBezTo>
                      <a:pt x="0" y="14"/>
                      <a:pt x="1" y="14"/>
                      <a:pt x="1" y="15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15" name="Freeform 560">
                <a:extLst>
                  <a:ext uri="{FF2B5EF4-FFF2-40B4-BE49-F238E27FC236}">
                    <a16:creationId xmlns:a16="http://schemas.microsoft.com/office/drawing/2014/main" id="{850CAD61-E48B-4CB7-99A5-E9E66C15E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033"/>
                <a:ext cx="65" cy="17"/>
              </a:xfrm>
              <a:custGeom>
                <a:avLst/>
                <a:gdLst>
                  <a:gd name="T0" fmla="*/ 395 w 26"/>
                  <a:gd name="T1" fmla="*/ 41 h 7"/>
                  <a:gd name="T2" fmla="*/ 395 w 26"/>
                  <a:gd name="T3" fmla="*/ 41 h 7"/>
                  <a:gd name="T4" fmla="*/ 270 w 26"/>
                  <a:gd name="T5" fmla="*/ 58 h 7"/>
                  <a:gd name="T6" fmla="*/ 125 w 26"/>
                  <a:gd name="T7" fmla="*/ 70 h 7"/>
                  <a:gd name="T8" fmla="*/ 50 w 26"/>
                  <a:gd name="T9" fmla="*/ 58 h 7"/>
                  <a:gd name="T10" fmla="*/ 33 w 26"/>
                  <a:gd name="T11" fmla="*/ 12 h 7"/>
                  <a:gd name="T12" fmla="*/ 33 w 26"/>
                  <a:gd name="T13" fmla="*/ 12 h 7"/>
                  <a:gd name="T14" fmla="*/ 20 w 26"/>
                  <a:gd name="T15" fmla="*/ 0 h 7"/>
                  <a:gd name="T16" fmla="*/ 0 w 26"/>
                  <a:gd name="T17" fmla="*/ 0 h 7"/>
                  <a:gd name="T18" fmla="*/ 0 w 26"/>
                  <a:gd name="T19" fmla="*/ 12 h 7"/>
                  <a:gd name="T20" fmla="*/ 33 w 26"/>
                  <a:gd name="T21" fmla="*/ 87 h 7"/>
                  <a:gd name="T22" fmla="*/ 125 w 26"/>
                  <a:gd name="T23" fmla="*/ 100 h 7"/>
                  <a:gd name="T24" fmla="*/ 283 w 26"/>
                  <a:gd name="T25" fmla="*/ 87 h 7"/>
                  <a:gd name="T26" fmla="*/ 395 w 26"/>
                  <a:gd name="T27" fmla="*/ 70 h 7"/>
                  <a:gd name="T28" fmla="*/ 395 w 26"/>
                  <a:gd name="T29" fmla="*/ 70 h 7"/>
                  <a:gd name="T30" fmla="*/ 408 w 26"/>
                  <a:gd name="T31" fmla="*/ 58 h 7"/>
                  <a:gd name="T32" fmla="*/ 395 w 26"/>
                  <a:gd name="T33" fmla="*/ 41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" h="7">
                    <a:moveTo>
                      <a:pt x="25" y="3"/>
                    </a:moveTo>
                    <a:cubicBezTo>
                      <a:pt x="25" y="3"/>
                      <a:pt x="25" y="3"/>
                      <a:pt x="25" y="3"/>
                    </a:cubicBezTo>
                    <a:cubicBezTo>
                      <a:pt x="23" y="3"/>
                      <a:pt x="20" y="4"/>
                      <a:pt x="17" y="4"/>
                    </a:cubicBezTo>
                    <a:cubicBezTo>
                      <a:pt x="14" y="5"/>
                      <a:pt x="11" y="5"/>
                      <a:pt x="8" y="5"/>
                    </a:cubicBezTo>
                    <a:cubicBezTo>
                      <a:pt x="6" y="5"/>
                      <a:pt x="5" y="5"/>
                      <a:pt x="3" y="4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5"/>
                      <a:pt x="2" y="6"/>
                    </a:cubicBezTo>
                    <a:cubicBezTo>
                      <a:pt x="4" y="7"/>
                      <a:pt x="6" y="7"/>
                      <a:pt x="8" y="7"/>
                    </a:cubicBezTo>
                    <a:cubicBezTo>
                      <a:pt x="11" y="7"/>
                      <a:pt x="15" y="7"/>
                      <a:pt x="18" y="6"/>
                    </a:cubicBezTo>
                    <a:cubicBezTo>
                      <a:pt x="21" y="6"/>
                      <a:pt x="24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6" y="4"/>
                      <a:pt x="26" y="3"/>
                      <a:pt x="25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16" name="Freeform 561">
                <a:extLst>
                  <a:ext uri="{FF2B5EF4-FFF2-40B4-BE49-F238E27FC236}">
                    <a16:creationId xmlns:a16="http://schemas.microsoft.com/office/drawing/2014/main" id="{DB7E316C-FD59-4FE8-A50B-FA04D0817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30"/>
                <a:ext cx="50" cy="25"/>
              </a:xfrm>
              <a:custGeom>
                <a:avLst/>
                <a:gdLst>
                  <a:gd name="T0" fmla="*/ 0 w 20"/>
                  <a:gd name="T1" fmla="*/ 33 h 10"/>
                  <a:gd name="T2" fmla="*/ 125 w 20"/>
                  <a:gd name="T3" fmla="*/ 125 h 10"/>
                  <a:gd name="T4" fmla="*/ 300 w 20"/>
                  <a:gd name="T5" fmla="*/ 158 h 10"/>
                  <a:gd name="T6" fmla="*/ 313 w 20"/>
                  <a:gd name="T7" fmla="*/ 145 h 10"/>
                  <a:gd name="T8" fmla="*/ 300 w 20"/>
                  <a:gd name="T9" fmla="*/ 125 h 10"/>
                  <a:gd name="T10" fmla="*/ 145 w 20"/>
                  <a:gd name="T11" fmla="*/ 95 h 10"/>
                  <a:gd name="T12" fmla="*/ 20 w 20"/>
                  <a:gd name="T13" fmla="*/ 0 h 10"/>
                  <a:gd name="T14" fmla="*/ 0 w 20"/>
                  <a:gd name="T15" fmla="*/ 0 h 10"/>
                  <a:gd name="T16" fmla="*/ 0 w 20"/>
                  <a:gd name="T17" fmla="*/ 33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0">
                    <a:moveTo>
                      <a:pt x="0" y="2"/>
                    </a:moveTo>
                    <a:cubicBezTo>
                      <a:pt x="3" y="5"/>
                      <a:pt x="5" y="7"/>
                      <a:pt x="8" y="8"/>
                    </a:cubicBezTo>
                    <a:cubicBezTo>
                      <a:pt x="11" y="9"/>
                      <a:pt x="14" y="10"/>
                      <a:pt x="19" y="10"/>
                    </a:cubicBezTo>
                    <a:cubicBezTo>
                      <a:pt x="19" y="10"/>
                      <a:pt x="20" y="9"/>
                      <a:pt x="20" y="9"/>
                    </a:cubicBezTo>
                    <a:cubicBezTo>
                      <a:pt x="20" y="8"/>
                      <a:pt x="19" y="8"/>
                      <a:pt x="19" y="8"/>
                    </a:cubicBezTo>
                    <a:cubicBezTo>
                      <a:pt x="14" y="8"/>
                      <a:pt x="11" y="7"/>
                      <a:pt x="9" y="6"/>
                    </a:cubicBezTo>
                    <a:cubicBezTo>
                      <a:pt x="7" y="5"/>
                      <a:pt x="5" y="3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17" name="Freeform 562">
                <a:extLst>
                  <a:ext uri="{FF2B5EF4-FFF2-40B4-BE49-F238E27FC236}">
                    <a16:creationId xmlns:a16="http://schemas.microsoft.com/office/drawing/2014/main" id="{EFF28C56-9887-47E4-8310-009575464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270"/>
                <a:ext cx="78" cy="55"/>
              </a:xfrm>
              <a:custGeom>
                <a:avLst/>
                <a:gdLst>
                  <a:gd name="T0" fmla="*/ 20 w 31"/>
                  <a:gd name="T1" fmla="*/ 50 h 22"/>
                  <a:gd name="T2" fmla="*/ 146 w 31"/>
                  <a:gd name="T3" fmla="*/ 33 h 22"/>
                  <a:gd name="T4" fmla="*/ 189 w 31"/>
                  <a:gd name="T5" fmla="*/ 33 h 22"/>
                  <a:gd name="T6" fmla="*/ 347 w 31"/>
                  <a:gd name="T7" fmla="*/ 158 h 22"/>
                  <a:gd name="T8" fmla="*/ 463 w 31"/>
                  <a:gd name="T9" fmla="*/ 333 h 22"/>
                  <a:gd name="T10" fmla="*/ 476 w 31"/>
                  <a:gd name="T11" fmla="*/ 345 h 22"/>
                  <a:gd name="T12" fmla="*/ 493 w 31"/>
                  <a:gd name="T13" fmla="*/ 333 h 22"/>
                  <a:gd name="T14" fmla="*/ 380 w 31"/>
                  <a:gd name="T15" fmla="*/ 125 h 22"/>
                  <a:gd name="T16" fmla="*/ 189 w 31"/>
                  <a:gd name="T17" fmla="*/ 0 h 22"/>
                  <a:gd name="T18" fmla="*/ 146 w 31"/>
                  <a:gd name="T19" fmla="*/ 0 h 22"/>
                  <a:gd name="T20" fmla="*/ 20 w 31"/>
                  <a:gd name="T21" fmla="*/ 20 h 22"/>
                  <a:gd name="T22" fmla="*/ 0 w 31"/>
                  <a:gd name="T23" fmla="*/ 33 h 22"/>
                  <a:gd name="T24" fmla="*/ 20 w 31"/>
                  <a:gd name="T25" fmla="*/ 50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22">
                    <a:moveTo>
                      <a:pt x="1" y="3"/>
                    </a:moveTo>
                    <a:cubicBezTo>
                      <a:pt x="4" y="3"/>
                      <a:pt x="7" y="2"/>
                      <a:pt x="9" y="2"/>
                    </a:cubicBezTo>
                    <a:cubicBezTo>
                      <a:pt x="10" y="2"/>
                      <a:pt x="11" y="2"/>
                      <a:pt x="12" y="2"/>
                    </a:cubicBezTo>
                    <a:cubicBezTo>
                      <a:pt x="15" y="3"/>
                      <a:pt x="19" y="6"/>
                      <a:pt x="22" y="10"/>
                    </a:cubicBezTo>
                    <a:cubicBezTo>
                      <a:pt x="26" y="13"/>
                      <a:pt x="28" y="18"/>
                      <a:pt x="29" y="21"/>
                    </a:cubicBezTo>
                    <a:cubicBezTo>
                      <a:pt x="29" y="22"/>
                      <a:pt x="30" y="22"/>
                      <a:pt x="30" y="22"/>
                    </a:cubicBezTo>
                    <a:cubicBezTo>
                      <a:pt x="31" y="22"/>
                      <a:pt x="31" y="21"/>
                      <a:pt x="31" y="21"/>
                    </a:cubicBezTo>
                    <a:cubicBezTo>
                      <a:pt x="30" y="17"/>
                      <a:pt x="27" y="12"/>
                      <a:pt x="24" y="8"/>
                    </a:cubicBezTo>
                    <a:cubicBezTo>
                      <a:pt x="20" y="4"/>
                      <a:pt x="16" y="1"/>
                      <a:pt x="12" y="0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6" y="0"/>
                      <a:pt x="4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18" name="Freeform 563">
                <a:extLst>
                  <a:ext uri="{FF2B5EF4-FFF2-40B4-BE49-F238E27FC236}">
                    <a16:creationId xmlns:a16="http://schemas.microsoft.com/office/drawing/2014/main" id="{35FD9478-4C0A-4882-890A-6A2C16490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255"/>
                <a:ext cx="53" cy="30"/>
              </a:xfrm>
              <a:custGeom>
                <a:avLst/>
                <a:gdLst>
                  <a:gd name="T0" fmla="*/ 338 w 21"/>
                  <a:gd name="T1" fmla="*/ 63 h 12"/>
                  <a:gd name="T2" fmla="*/ 222 w 21"/>
                  <a:gd name="T3" fmla="*/ 0 h 12"/>
                  <a:gd name="T4" fmla="*/ 96 w 21"/>
                  <a:gd name="T5" fmla="*/ 63 h 12"/>
                  <a:gd name="T6" fmla="*/ 0 w 21"/>
                  <a:gd name="T7" fmla="*/ 175 h 12"/>
                  <a:gd name="T8" fmla="*/ 20 w 21"/>
                  <a:gd name="T9" fmla="*/ 188 h 12"/>
                  <a:gd name="T10" fmla="*/ 33 w 21"/>
                  <a:gd name="T11" fmla="*/ 188 h 12"/>
                  <a:gd name="T12" fmla="*/ 114 w 21"/>
                  <a:gd name="T13" fmla="*/ 83 h 12"/>
                  <a:gd name="T14" fmla="*/ 222 w 21"/>
                  <a:gd name="T15" fmla="*/ 33 h 12"/>
                  <a:gd name="T16" fmla="*/ 305 w 21"/>
                  <a:gd name="T17" fmla="*/ 83 h 12"/>
                  <a:gd name="T18" fmla="*/ 338 w 21"/>
                  <a:gd name="T19" fmla="*/ 83 h 12"/>
                  <a:gd name="T20" fmla="*/ 338 w 21"/>
                  <a:gd name="T21" fmla="*/ 63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12">
                    <a:moveTo>
                      <a:pt x="21" y="4"/>
                    </a:moveTo>
                    <a:cubicBezTo>
                      <a:pt x="19" y="2"/>
                      <a:pt x="17" y="0"/>
                      <a:pt x="14" y="0"/>
                    </a:cubicBezTo>
                    <a:cubicBezTo>
                      <a:pt x="11" y="0"/>
                      <a:pt x="8" y="2"/>
                      <a:pt x="6" y="4"/>
                    </a:cubicBezTo>
                    <a:cubicBezTo>
                      <a:pt x="3" y="6"/>
                      <a:pt x="1" y="8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3" y="10"/>
                      <a:pt x="5" y="7"/>
                      <a:pt x="7" y="5"/>
                    </a:cubicBezTo>
                    <a:cubicBezTo>
                      <a:pt x="9" y="4"/>
                      <a:pt x="12" y="2"/>
                      <a:pt x="14" y="2"/>
                    </a:cubicBezTo>
                    <a:cubicBezTo>
                      <a:pt x="16" y="2"/>
                      <a:pt x="18" y="3"/>
                      <a:pt x="19" y="5"/>
                    </a:cubicBezTo>
                    <a:cubicBezTo>
                      <a:pt x="20" y="6"/>
                      <a:pt x="20" y="6"/>
                      <a:pt x="21" y="5"/>
                    </a:cubicBezTo>
                    <a:cubicBezTo>
                      <a:pt x="21" y="5"/>
                      <a:pt x="21" y="5"/>
                      <a:pt x="21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19" name="Freeform 564">
                <a:extLst>
                  <a:ext uri="{FF2B5EF4-FFF2-40B4-BE49-F238E27FC236}">
                    <a16:creationId xmlns:a16="http://schemas.microsoft.com/office/drawing/2014/main" id="{D585E672-BFD9-4000-9449-15D9D9BC7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203"/>
                <a:ext cx="88" cy="85"/>
              </a:xfrm>
              <a:custGeom>
                <a:avLst/>
                <a:gdLst>
                  <a:gd name="T0" fmla="*/ 50 w 35"/>
                  <a:gd name="T1" fmla="*/ 520 h 34"/>
                  <a:gd name="T2" fmla="*/ 33 w 35"/>
                  <a:gd name="T3" fmla="*/ 500 h 34"/>
                  <a:gd name="T4" fmla="*/ 83 w 35"/>
                  <a:gd name="T5" fmla="*/ 438 h 34"/>
                  <a:gd name="T6" fmla="*/ 209 w 35"/>
                  <a:gd name="T7" fmla="*/ 345 h 34"/>
                  <a:gd name="T8" fmla="*/ 334 w 35"/>
                  <a:gd name="T9" fmla="*/ 270 h 34"/>
                  <a:gd name="T10" fmla="*/ 410 w 35"/>
                  <a:gd name="T11" fmla="*/ 238 h 34"/>
                  <a:gd name="T12" fmla="*/ 463 w 35"/>
                  <a:gd name="T13" fmla="*/ 188 h 34"/>
                  <a:gd name="T14" fmla="*/ 475 w 35"/>
                  <a:gd name="T15" fmla="*/ 95 h 34"/>
                  <a:gd name="T16" fmla="*/ 493 w 35"/>
                  <a:gd name="T17" fmla="*/ 63 h 34"/>
                  <a:gd name="T18" fmla="*/ 538 w 35"/>
                  <a:gd name="T19" fmla="*/ 33 h 34"/>
                  <a:gd name="T20" fmla="*/ 556 w 35"/>
                  <a:gd name="T21" fmla="*/ 20 h 34"/>
                  <a:gd name="T22" fmla="*/ 525 w 35"/>
                  <a:gd name="T23" fmla="*/ 0 h 34"/>
                  <a:gd name="T24" fmla="*/ 475 w 35"/>
                  <a:gd name="T25" fmla="*/ 33 h 34"/>
                  <a:gd name="T26" fmla="*/ 443 w 35"/>
                  <a:gd name="T27" fmla="*/ 113 h 34"/>
                  <a:gd name="T28" fmla="*/ 430 w 35"/>
                  <a:gd name="T29" fmla="*/ 175 h 34"/>
                  <a:gd name="T30" fmla="*/ 397 w 35"/>
                  <a:gd name="T31" fmla="*/ 208 h 34"/>
                  <a:gd name="T32" fmla="*/ 317 w 35"/>
                  <a:gd name="T33" fmla="*/ 250 h 34"/>
                  <a:gd name="T34" fmla="*/ 146 w 35"/>
                  <a:gd name="T35" fmla="*/ 345 h 34"/>
                  <a:gd name="T36" fmla="*/ 50 w 35"/>
                  <a:gd name="T37" fmla="*/ 408 h 34"/>
                  <a:gd name="T38" fmla="*/ 0 w 35"/>
                  <a:gd name="T39" fmla="*/ 500 h 34"/>
                  <a:gd name="T40" fmla="*/ 20 w 35"/>
                  <a:gd name="T41" fmla="*/ 520 h 34"/>
                  <a:gd name="T42" fmla="*/ 33 w 35"/>
                  <a:gd name="T43" fmla="*/ 533 h 34"/>
                  <a:gd name="T44" fmla="*/ 50 w 35"/>
                  <a:gd name="T45" fmla="*/ 520 h 3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" h="34">
                    <a:moveTo>
                      <a:pt x="3" y="33"/>
                    </a:moveTo>
                    <a:cubicBezTo>
                      <a:pt x="2" y="32"/>
                      <a:pt x="2" y="32"/>
                      <a:pt x="2" y="32"/>
                    </a:cubicBezTo>
                    <a:cubicBezTo>
                      <a:pt x="2" y="31"/>
                      <a:pt x="3" y="29"/>
                      <a:pt x="5" y="28"/>
                    </a:cubicBezTo>
                    <a:cubicBezTo>
                      <a:pt x="7" y="26"/>
                      <a:pt x="10" y="23"/>
                      <a:pt x="13" y="22"/>
                    </a:cubicBezTo>
                    <a:cubicBezTo>
                      <a:pt x="17" y="20"/>
                      <a:pt x="20" y="18"/>
                      <a:pt x="21" y="17"/>
                    </a:cubicBezTo>
                    <a:cubicBezTo>
                      <a:pt x="23" y="17"/>
                      <a:pt x="24" y="16"/>
                      <a:pt x="26" y="15"/>
                    </a:cubicBezTo>
                    <a:cubicBezTo>
                      <a:pt x="27" y="14"/>
                      <a:pt x="28" y="13"/>
                      <a:pt x="29" y="12"/>
                    </a:cubicBezTo>
                    <a:cubicBezTo>
                      <a:pt x="30" y="10"/>
                      <a:pt x="30" y="7"/>
                      <a:pt x="30" y="6"/>
                    </a:cubicBezTo>
                    <a:cubicBezTo>
                      <a:pt x="30" y="5"/>
                      <a:pt x="31" y="4"/>
                      <a:pt x="31" y="4"/>
                    </a:cubicBezTo>
                    <a:cubicBezTo>
                      <a:pt x="32" y="3"/>
                      <a:pt x="33" y="3"/>
                      <a:pt x="34" y="2"/>
                    </a:cubicBezTo>
                    <a:cubicBezTo>
                      <a:pt x="34" y="2"/>
                      <a:pt x="35" y="1"/>
                      <a:pt x="35" y="1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2" y="1"/>
                      <a:pt x="30" y="2"/>
                      <a:pt x="30" y="2"/>
                    </a:cubicBezTo>
                    <a:cubicBezTo>
                      <a:pt x="29" y="4"/>
                      <a:pt x="28" y="6"/>
                      <a:pt x="28" y="7"/>
                    </a:cubicBezTo>
                    <a:cubicBezTo>
                      <a:pt x="28" y="8"/>
                      <a:pt x="28" y="10"/>
                      <a:pt x="27" y="11"/>
                    </a:cubicBezTo>
                    <a:cubicBezTo>
                      <a:pt x="27" y="12"/>
                      <a:pt x="26" y="13"/>
                      <a:pt x="25" y="13"/>
                    </a:cubicBezTo>
                    <a:cubicBezTo>
                      <a:pt x="24" y="14"/>
                      <a:pt x="22" y="15"/>
                      <a:pt x="20" y="16"/>
                    </a:cubicBezTo>
                    <a:cubicBezTo>
                      <a:pt x="18" y="17"/>
                      <a:pt x="14" y="19"/>
                      <a:pt x="9" y="22"/>
                    </a:cubicBezTo>
                    <a:cubicBezTo>
                      <a:pt x="7" y="23"/>
                      <a:pt x="5" y="25"/>
                      <a:pt x="3" y="26"/>
                    </a:cubicBezTo>
                    <a:cubicBezTo>
                      <a:pt x="2" y="28"/>
                      <a:pt x="0" y="30"/>
                      <a:pt x="0" y="32"/>
                    </a:cubicBezTo>
                    <a:cubicBezTo>
                      <a:pt x="0" y="32"/>
                      <a:pt x="1" y="33"/>
                      <a:pt x="1" y="33"/>
                    </a:cubicBezTo>
                    <a:cubicBezTo>
                      <a:pt x="1" y="34"/>
                      <a:pt x="2" y="34"/>
                      <a:pt x="2" y="34"/>
                    </a:cubicBezTo>
                    <a:cubicBezTo>
                      <a:pt x="3" y="34"/>
                      <a:pt x="3" y="33"/>
                      <a:pt x="3" y="33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20" name="Freeform 565">
                <a:extLst>
                  <a:ext uri="{FF2B5EF4-FFF2-40B4-BE49-F238E27FC236}">
                    <a16:creationId xmlns:a16="http://schemas.microsoft.com/office/drawing/2014/main" id="{5E22702B-F792-4EB7-845E-C8620E48F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290"/>
                <a:ext cx="52" cy="33"/>
              </a:xfrm>
              <a:custGeom>
                <a:avLst/>
                <a:gdLst>
                  <a:gd name="T0" fmla="*/ 30 w 21"/>
                  <a:gd name="T1" fmla="*/ 213 h 13"/>
                  <a:gd name="T2" fmla="*/ 124 w 21"/>
                  <a:gd name="T3" fmla="*/ 84 h 13"/>
                  <a:gd name="T4" fmla="*/ 228 w 21"/>
                  <a:gd name="T5" fmla="*/ 33 h 13"/>
                  <a:gd name="T6" fmla="*/ 287 w 21"/>
                  <a:gd name="T7" fmla="*/ 51 h 13"/>
                  <a:gd name="T8" fmla="*/ 319 w 21"/>
                  <a:gd name="T9" fmla="*/ 33 h 13"/>
                  <a:gd name="T10" fmla="*/ 307 w 21"/>
                  <a:gd name="T11" fmla="*/ 20 h 13"/>
                  <a:gd name="T12" fmla="*/ 228 w 21"/>
                  <a:gd name="T13" fmla="*/ 0 h 13"/>
                  <a:gd name="T14" fmla="*/ 104 w 21"/>
                  <a:gd name="T15" fmla="*/ 63 h 13"/>
                  <a:gd name="T16" fmla="*/ 12 w 21"/>
                  <a:gd name="T17" fmla="*/ 193 h 13"/>
                  <a:gd name="T18" fmla="*/ 12 w 21"/>
                  <a:gd name="T19" fmla="*/ 213 h 13"/>
                  <a:gd name="T20" fmla="*/ 30 w 21"/>
                  <a:gd name="T21" fmla="*/ 21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13">
                    <a:moveTo>
                      <a:pt x="2" y="13"/>
                    </a:moveTo>
                    <a:cubicBezTo>
                      <a:pt x="4" y="10"/>
                      <a:pt x="6" y="7"/>
                      <a:pt x="8" y="5"/>
                    </a:cubicBezTo>
                    <a:cubicBezTo>
                      <a:pt x="10" y="3"/>
                      <a:pt x="12" y="2"/>
                      <a:pt x="15" y="2"/>
                    </a:cubicBezTo>
                    <a:cubicBezTo>
                      <a:pt x="16" y="2"/>
                      <a:pt x="18" y="2"/>
                      <a:pt x="19" y="3"/>
                    </a:cubicBezTo>
                    <a:cubicBezTo>
                      <a:pt x="20" y="3"/>
                      <a:pt x="20" y="3"/>
                      <a:pt x="21" y="2"/>
                    </a:cubicBezTo>
                    <a:cubicBezTo>
                      <a:pt x="21" y="2"/>
                      <a:pt x="20" y="1"/>
                      <a:pt x="20" y="1"/>
                    </a:cubicBezTo>
                    <a:cubicBezTo>
                      <a:pt x="18" y="1"/>
                      <a:pt x="16" y="0"/>
                      <a:pt x="15" y="0"/>
                    </a:cubicBezTo>
                    <a:cubicBezTo>
                      <a:pt x="11" y="0"/>
                      <a:pt x="9" y="2"/>
                      <a:pt x="7" y="4"/>
                    </a:cubicBezTo>
                    <a:cubicBezTo>
                      <a:pt x="4" y="6"/>
                      <a:pt x="3" y="9"/>
                      <a:pt x="1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21" name="Freeform 566">
                <a:extLst>
                  <a:ext uri="{FF2B5EF4-FFF2-40B4-BE49-F238E27FC236}">
                    <a16:creationId xmlns:a16="http://schemas.microsoft.com/office/drawing/2014/main" id="{D5EC05F3-0B54-4412-948B-03FD930B3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178"/>
                <a:ext cx="50" cy="55"/>
              </a:xfrm>
              <a:custGeom>
                <a:avLst/>
                <a:gdLst>
                  <a:gd name="T0" fmla="*/ 0 w 20"/>
                  <a:gd name="T1" fmla="*/ 20 h 22"/>
                  <a:gd name="T2" fmla="*/ 0 w 20"/>
                  <a:gd name="T3" fmla="*/ 33 h 22"/>
                  <a:gd name="T4" fmla="*/ 95 w 20"/>
                  <a:gd name="T5" fmla="*/ 238 h 22"/>
                  <a:gd name="T6" fmla="*/ 300 w 20"/>
                  <a:gd name="T7" fmla="*/ 345 h 22"/>
                  <a:gd name="T8" fmla="*/ 313 w 20"/>
                  <a:gd name="T9" fmla="*/ 333 h 22"/>
                  <a:gd name="T10" fmla="*/ 300 w 20"/>
                  <a:gd name="T11" fmla="*/ 313 h 22"/>
                  <a:gd name="T12" fmla="*/ 113 w 20"/>
                  <a:gd name="T13" fmla="*/ 220 h 22"/>
                  <a:gd name="T14" fmla="*/ 33 w 20"/>
                  <a:gd name="T15" fmla="*/ 33 h 22"/>
                  <a:gd name="T16" fmla="*/ 33 w 20"/>
                  <a:gd name="T17" fmla="*/ 20 h 22"/>
                  <a:gd name="T18" fmla="*/ 20 w 20"/>
                  <a:gd name="T19" fmla="*/ 0 h 22"/>
                  <a:gd name="T20" fmla="*/ 0 w 20"/>
                  <a:gd name="T21" fmla="*/ 2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2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7"/>
                      <a:pt x="2" y="12"/>
                      <a:pt x="6" y="15"/>
                    </a:cubicBezTo>
                    <a:cubicBezTo>
                      <a:pt x="9" y="18"/>
                      <a:pt x="14" y="21"/>
                      <a:pt x="19" y="22"/>
                    </a:cubicBezTo>
                    <a:cubicBezTo>
                      <a:pt x="19" y="22"/>
                      <a:pt x="20" y="21"/>
                      <a:pt x="20" y="21"/>
                    </a:cubicBezTo>
                    <a:cubicBezTo>
                      <a:pt x="20" y="20"/>
                      <a:pt x="20" y="20"/>
                      <a:pt x="19" y="20"/>
                    </a:cubicBezTo>
                    <a:cubicBezTo>
                      <a:pt x="15" y="19"/>
                      <a:pt x="11" y="17"/>
                      <a:pt x="7" y="14"/>
                    </a:cubicBezTo>
                    <a:cubicBezTo>
                      <a:pt x="4" y="10"/>
                      <a:pt x="2" y="6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22" name="Freeform 567">
                <a:extLst>
                  <a:ext uri="{FF2B5EF4-FFF2-40B4-BE49-F238E27FC236}">
                    <a16:creationId xmlns:a16="http://schemas.microsoft.com/office/drawing/2014/main" id="{2C136D50-B87A-42D8-981C-F18DD52B0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080"/>
                <a:ext cx="33" cy="50"/>
              </a:xfrm>
              <a:custGeom>
                <a:avLst/>
                <a:gdLst>
                  <a:gd name="T0" fmla="*/ 20 w 13"/>
                  <a:gd name="T1" fmla="*/ 33 h 20"/>
                  <a:gd name="T2" fmla="*/ 180 w 13"/>
                  <a:gd name="T3" fmla="*/ 270 h 20"/>
                  <a:gd name="T4" fmla="*/ 180 w 13"/>
                  <a:gd name="T5" fmla="*/ 300 h 20"/>
                  <a:gd name="T6" fmla="*/ 193 w 13"/>
                  <a:gd name="T7" fmla="*/ 313 h 20"/>
                  <a:gd name="T8" fmla="*/ 213 w 13"/>
                  <a:gd name="T9" fmla="*/ 313 h 20"/>
                  <a:gd name="T10" fmla="*/ 213 w 13"/>
                  <a:gd name="T11" fmla="*/ 270 h 20"/>
                  <a:gd name="T12" fmla="*/ 33 w 13"/>
                  <a:gd name="T13" fmla="*/ 0 h 20"/>
                  <a:gd name="T14" fmla="*/ 0 w 13"/>
                  <a:gd name="T15" fmla="*/ 0 h 20"/>
                  <a:gd name="T16" fmla="*/ 20 w 13"/>
                  <a:gd name="T17" fmla="*/ 33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20">
                    <a:moveTo>
                      <a:pt x="1" y="2"/>
                    </a:moveTo>
                    <a:cubicBezTo>
                      <a:pt x="7" y="4"/>
                      <a:pt x="11" y="11"/>
                      <a:pt x="11" y="17"/>
                    </a:cubicBezTo>
                    <a:cubicBezTo>
                      <a:pt x="11" y="18"/>
                      <a:pt x="11" y="19"/>
                      <a:pt x="11" y="19"/>
                    </a:cubicBezTo>
                    <a:cubicBezTo>
                      <a:pt x="11" y="20"/>
                      <a:pt x="11" y="20"/>
                      <a:pt x="12" y="20"/>
                    </a:cubicBezTo>
                    <a:cubicBezTo>
                      <a:pt x="12" y="20"/>
                      <a:pt x="13" y="20"/>
                      <a:pt x="13" y="20"/>
                    </a:cubicBezTo>
                    <a:cubicBezTo>
                      <a:pt x="13" y="19"/>
                      <a:pt x="13" y="18"/>
                      <a:pt x="13" y="17"/>
                    </a:cubicBezTo>
                    <a:cubicBezTo>
                      <a:pt x="13" y="10"/>
                      <a:pt x="9" y="3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23" name="Freeform 568">
                <a:extLst>
                  <a:ext uri="{FF2B5EF4-FFF2-40B4-BE49-F238E27FC236}">
                    <a16:creationId xmlns:a16="http://schemas.microsoft.com/office/drawing/2014/main" id="{85843A82-E80D-4AB9-B332-01C464E29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965"/>
                <a:ext cx="95" cy="75"/>
              </a:xfrm>
              <a:custGeom>
                <a:avLst/>
                <a:gdLst>
                  <a:gd name="T0" fmla="*/ 425 w 38"/>
                  <a:gd name="T1" fmla="*/ 95 h 30"/>
                  <a:gd name="T2" fmla="*/ 520 w 38"/>
                  <a:gd name="T3" fmla="*/ 220 h 30"/>
                  <a:gd name="T4" fmla="*/ 533 w 38"/>
                  <a:gd name="T5" fmla="*/ 283 h 30"/>
                  <a:gd name="T6" fmla="*/ 583 w 38"/>
                  <a:gd name="T7" fmla="*/ 345 h 30"/>
                  <a:gd name="T8" fmla="*/ 313 w 38"/>
                  <a:gd name="T9" fmla="*/ 375 h 30"/>
                  <a:gd name="T10" fmla="*/ 175 w 38"/>
                  <a:gd name="T11" fmla="*/ 250 h 30"/>
                  <a:gd name="T12" fmla="*/ 33 w 38"/>
                  <a:gd name="T13" fmla="*/ 125 h 30"/>
                  <a:gd name="T14" fmla="*/ 95 w 38"/>
                  <a:gd name="T15" fmla="*/ 20 h 30"/>
                  <a:gd name="T16" fmla="*/ 333 w 38"/>
                  <a:gd name="T17" fmla="*/ 63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0">
                    <a:moveTo>
                      <a:pt x="27" y="6"/>
                    </a:moveTo>
                    <a:cubicBezTo>
                      <a:pt x="29" y="9"/>
                      <a:pt x="32" y="10"/>
                      <a:pt x="33" y="14"/>
                    </a:cubicBezTo>
                    <a:cubicBezTo>
                      <a:pt x="34" y="15"/>
                      <a:pt x="34" y="16"/>
                      <a:pt x="34" y="18"/>
                    </a:cubicBezTo>
                    <a:cubicBezTo>
                      <a:pt x="35" y="19"/>
                      <a:pt x="37" y="21"/>
                      <a:pt x="37" y="22"/>
                    </a:cubicBezTo>
                    <a:cubicBezTo>
                      <a:pt x="38" y="30"/>
                      <a:pt x="24" y="26"/>
                      <a:pt x="20" y="24"/>
                    </a:cubicBezTo>
                    <a:cubicBezTo>
                      <a:pt x="17" y="22"/>
                      <a:pt x="14" y="18"/>
                      <a:pt x="11" y="16"/>
                    </a:cubicBezTo>
                    <a:cubicBezTo>
                      <a:pt x="8" y="13"/>
                      <a:pt x="3" y="11"/>
                      <a:pt x="2" y="8"/>
                    </a:cubicBezTo>
                    <a:cubicBezTo>
                      <a:pt x="0" y="3"/>
                      <a:pt x="2" y="2"/>
                      <a:pt x="6" y="1"/>
                    </a:cubicBezTo>
                    <a:cubicBezTo>
                      <a:pt x="12" y="0"/>
                      <a:pt x="15" y="1"/>
                      <a:pt x="21" y="4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2469" name="Group 569">
              <a:extLst>
                <a:ext uri="{FF2B5EF4-FFF2-40B4-BE49-F238E27FC236}">
                  <a16:creationId xmlns:a16="http://schemas.microsoft.com/office/drawing/2014/main" id="{A0C9D97E-7C8F-404C-9F98-50797000E8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4" y="2402"/>
              <a:ext cx="4394" cy="1546"/>
              <a:chOff x="784" y="2402"/>
              <a:chExt cx="4394" cy="1546"/>
            </a:xfrm>
          </p:grpSpPr>
          <p:sp>
            <p:nvSpPr>
              <p:cNvPr id="62524" name="Freeform 570">
                <a:extLst>
                  <a:ext uri="{FF2B5EF4-FFF2-40B4-BE49-F238E27FC236}">
                    <a16:creationId xmlns:a16="http://schemas.microsoft.com/office/drawing/2014/main" id="{77A22F14-7D8C-4F21-8D5A-D4E880771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990"/>
                <a:ext cx="77" cy="48"/>
              </a:xfrm>
              <a:custGeom>
                <a:avLst/>
                <a:gdLst>
                  <a:gd name="T0" fmla="*/ 0 w 31"/>
                  <a:gd name="T1" fmla="*/ 0 h 19"/>
                  <a:gd name="T2" fmla="*/ 229 w 31"/>
                  <a:gd name="T3" fmla="*/ 288 h 19"/>
                  <a:gd name="T4" fmla="*/ 462 w 31"/>
                  <a:gd name="T5" fmla="*/ 179 h 19"/>
                  <a:gd name="T6" fmla="*/ 246 w 31"/>
                  <a:gd name="T7" fmla="*/ 179 h 19"/>
                  <a:gd name="T8" fmla="*/ 12 w 31"/>
                  <a:gd name="T9" fmla="*/ 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0" y="0"/>
                    </a:moveTo>
                    <a:cubicBezTo>
                      <a:pt x="1" y="8"/>
                      <a:pt x="8" y="16"/>
                      <a:pt x="15" y="18"/>
                    </a:cubicBezTo>
                    <a:cubicBezTo>
                      <a:pt x="19" y="19"/>
                      <a:pt x="30" y="17"/>
                      <a:pt x="30" y="11"/>
                    </a:cubicBezTo>
                    <a:cubicBezTo>
                      <a:pt x="31" y="7"/>
                      <a:pt x="20" y="11"/>
                      <a:pt x="16" y="11"/>
                    </a:cubicBezTo>
                    <a:cubicBezTo>
                      <a:pt x="9" y="10"/>
                      <a:pt x="7" y="2"/>
                      <a:pt x="1" y="1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5" name="Freeform 571">
                <a:extLst>
                  <a:ext uri="{FF2B5EF4-FFF2-40B4-BE49-F238E27FC236}">
                    <a16:creationId xmlns:a16="http://schemas.microsoft.com/office/drawing/2014/main" id="{B6EC623E-F8EB-434B-A285-5EFE7C8A8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300"/>
                <a:ext cx="73" cy="73"/>
              </a:xfrm>
              <a:custGeom>
                <a:avLst/>
                <a:gdLst>
                  <a:gd name="T0" fmla="*/ 463 w 29"/>
                  <a:gd name="T1" fmla="*/ 63 h 29"/>
                  <a:gd name="T2" fmla="*/ 209 w 29"/>
                  <a:gd name="T3" fmla="*/ 113 h 29"/>
                  <a:gd name="T4" fmla="*/ 33 w 29"/>
                  <a:gd name="T5" fmla="*/ 284 h 29"/>
                  <a:gd name="T6" fmla="*/ 242 w 29"/>
                  <a:gd name="T7" fmla="*/ 413 h 29"/>
                  <a:gd name="T8" fmla="*/ 305 w 29"/>
                  <a:gd name="T9" fmla="*/ 305 h 29"/>
                  <a:gd name="T10" fmla="*/ 400 w 29"/>
                  <a:gd name="T11" fmla="*/ 209 h 29"/>
                  <a:gd name="T12" fmla="*/ 463 w 29"/>
                  <a:gd name="T13" fmla="*/ 9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9">
                    <a:moveTo>
                      <a:pt x="29" y="4"/>
                    </a:moveTo>
                    <a:cubicBezTo>
                      <a:pt x="25" y="0"/>
                      <a:pt x="16" y="4"/>
                      <a:pt x="13" y="7"/>
                    </a:cubicBezTo>
                    <a:cubicBezTo>
                      <a:pt x="10" y="9"/>
                      <a:pt x="3" y="13"/>
                      <a:pt x="2" y="18"/>
                    </a:cubicBezTo>
                    <a:cubicBezTo>
                      <a:pt x="0" y="24"/>
                      <a:pt x="11" y="29"/>
                      <a:pt x="15" y="26"/>
                    </a:cubicBezTo>
                    <a:cubicBezTo>
                      <a:pt x="17" y="24"/>
                      <a:pt x="18" y="21"/>
                      <a:pt x="19" y="19"/>
                    </a:cubicBezTo>
                    <a:cubicBezTo>
                      <a:pt x="21" y="17"/>
                      <a:pt x="23" y="15"/>
                      <a:pt x="25" y="13"/>
                    </a:cubicBezTo>
                    <a:cubicBezTo>
                      <a:pt x="27" y="11"/>
                      <a:pt x="29" y="9"/>
                      <a:pt x="29" y="6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6" name="Freeform 572">
                <a:extLst>
                  <a:ext uri="{FF2B5EF4-FFF2-40B4-BE49-F238E27FC236}">
                    <a16:creationId xmlns:a16="http://schemas.microsoft.com/office/drawing/2014/main" id="{95D02D1C-6749-4359-B1FA-FF2C2ECA3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313"/>
                <a:ext cx="65" cy="47"/>
              </a:xfrm>
              <a:custGeom>
                <a:avLst/>
                <a:gdLst>
                  <a:gd name="T0" fmla="*/ 395 w 26"/>
                  <a:gd name="T1" fmla="*/ 12 h 19"/>
                  <a:gd name="T2" fmla="*/ 220 w 26"/>
                  <a:gd name="T3" fmla="*/ 42 h 19"/>
                  <a:gd name="T4" fmla="*/ 50 w 26"/>
                  <a:gd name="T5" fmla="*/ 183 h 19"/>
                  <a:gd name="T6" fmla="*/ 188 w 26"/>
                  <a:gd name="T7" fmla="*/ 153 h 19"/>
                  <a:gd name="T8" fmla="*/ 408 w 26"/>
                  <a:gd name="T9" fmla="*/ 3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5" y="1"/>
                    </a:moveTo>
                    <a:cubicBezTo>
                      <a:pt x="20" y="0"/>
                      <a:pt x="18" y="0"/>
                      <a:pt x="14" y="3"/>
                    </a:cubicBezTo>
                    <a:cubicBezTo>
                      <a:pt x="11" y="5"/>
                      <a:pt x="5" y="8"/>
                      <a:pt x="3" y="12"/>
                    </a:cubicBezTo>
                    <a:cubicBezTo>
                      <a:pt x="0" y="19"/>
                      <a:pt x="10" y="11"/>
                      <a:pt x="12" y="10"/>
                    </a:cubicBezTo>
                    <a:cubicBezTo>
                      <a:pt x="15" y="8"/>
                      <a:pt x="25" y="5"/>
                      <a:pt x="26" y="2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7" name="Freeform 573">
                <a:extLst>
                  <a:ext uri="{FF2B5EF4-FFF2-40B4-BE49-F238E27FC236}">
                    <a16:creationId xmlns:a16="http://schemas.microsoft.com/office/drawing/2014/main" id="{62209C3E-1F10-4679-B10E-B872BE7EF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240"/>
                <a:ext cx="137" cy="78"/>
              </a:xfrm>
              <a:custGeom>
                <a:avLst/>
                <a:gdLst>
                  <a:gd name="T0" fmla="*/ 433 w 55"/>
                  <a:gd name="T1" fmla="*/ 63 h 31"/>
                  <a:gd name="T2" fmla="*/ 125 w 55"/>
                  <a:gd name="T3" fmla="*/ 96 h 31"/>
                  <a:gd name="T4" fmla="*/ 12 w 55"/>
                  <a:gd name="T5" fmla="*/ 221 h 31"/>
                  <a:gd name="T6" fmla="*/ 229 w 55"/>
                  <a:gd name="T7" fmla="*/ 272 h 31"/>
                  <a:gd name="T8" fmla="*/ 807 w 55"/>
                  <a:gd name="T9" fmla="*/ 284 h 31"/>
                  <a:gd name="T10" fmla="*/ 508 w 55"/>
                  <a:gd name="T11" fmla="*/ 50 h 31"/>
                  <a:gd name="T12" fmla="*/ 433 w 55"/>
                  <a:gd name="T13" fmla="*/ 6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1">
                    <a:moveTo>
                      <a:pt x="28" y="4"/>
                    </a:moveTo>
                    <a:cubicBezTo>
                      <a:pt x="22" y="0"/>
                      <a:pt x="14" y="3"/>
                      <a:pt x="8" y="6"/>
                    </a:cubicBezTo>
                    <a:cubicBezTo>
                      <a:pt x="6" y="7"/>
                      <a:pt x="0" y="11"/>
                      <a:pt x="1" y="14"/>
                    </a:cubicBezTo>
                    <a:cubicBezTo>
                      <a:pt x="1" y="17"/>
                      <a:pt x="13" y="16"/>
                      <a:pt x="15" y="17"/>
                    </a:cubicBezTo>
                    <a:cubicBezTo>
                      <a:pt x="23" y="18"/>
                      <a:pt x="47" y="31"/>
                      <a:pt x="52" y="18"/>
                    </a:cubicBezTo>
                    <a:cubicBezTo>
                      <a:pt x="55" y="10"/>
                      <a:pt x="38" y="5"/>
                      <a:pt x="33" y="3"/>
                    </a:cubicBezTo>
                    <a:cubicBezTo>
                      <a:pt x="28" y="4"/>
                      <a:pt x="28" y="4"/>
                      <a:pt x="28" y="4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8" name="Freeform 574">
                <a:extLst>
                  <a:ext uri="{FF2B5EF4-FFF2-40B4-BE49-F238E27FC236}">
                    <a16:creationId xmlns:a16="http://schemas.microsoft.com/office/drawing/2014/main" id="{38EFD851-10E2-4FF2-AB1B-74CC3CC93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3308"/>
                <a:ext cx="87" cy="50"/>
              </a:xfrm>
              <a:custGeom>
                <a:avLst/>
                <a:gdLst>
                  <a:gd name="T0" fmla="*/ 0 w 35"/>
                  <a:gd name="T1" fmla="*/ 95 h 20"/>
                  <a:gd name="T2" fmla="*/ 259 w 35"/>
                  <a:gd name="T3" fmla="*/ 20 h 20"/>
                  <a:gd name="T4" fmla="*/ 475 w 35"/>
                  <a:gd name="T5" fmla="*/ 158 h 20"/>
                  <a:gd name="T6" fmla="*/ 291 w 35"/>
                  <a:gd name="T7" fmla="*/ 175 h 20"/>
                  <a:gd name="T8" fmla="*/ 42 w 35"/>
                  <a:gd name="T9" fmla="*/ 1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6"/>
                    </a:moveTo>
                    <a:cubicBezTo>
                      <a:pt x="3" y="2"/>
                      <a:pt x="12" y="0"/>
                      <a:pt x="17" y="1"/>
                    </a:cubicBezTo>
                    <a:cubicBezTo>
                      <a:pt x="20" y="1"/>
                      <a:pt x="29" y="7"/>
                      <a:pt x="31" y="10"/>
                    </a:cubicBezTo>
                    <a:cubicBezTo>
                      <a:pt x="35" y="20"/>
                      <a:pt x="21" y="12"/>
                      <a:pt x="19" y="11"/>
                    </a:cubicBezTo>
                    <a:cubicBezTo>
                      <a:pt x="16" y="9"/>
                      <a:pt x="3" y="10"/>
                      <a:pt x="3" y="8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9" name="Freeform 575">
                <a:extLst>
                  <a:ext uri="{FF2B5EF4-FFF2-40B4-BE49-F238E27FC236}">
                    <a16:creationId xmlns:a16="http://schemas.microsoft.com/office/drawing/2014/main" id="{8586D36A-2C8D-4278-A749-F442C3C93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303"/>
                <a:ext cx="68" cy="32"/>
              </a:xfrm>
              <a:custGeom>
                <a:avLst/>
                <a:gdLst>
                  <a:gd name="T0" fmla="*/ 335 w 27"/>
                  <a:gd name="T1" fmla="*/ 12 h 13"/>
                  <a:gd name="T2" fmla="*/ 146 w 27"/>
                  <a:gd name="T3" fmla="*/ 42 h 13"/>
                  <a:gd name="T4" fmla="*/ 83 w 27"/>
                  <a:gd name="T5" fmla="*/ 194 h 13"/>
                  <a:gd name="T6" fmla="*/ 209 w 27"/>
                  <a:gd name="T7" fmla="*/ 153 h 13"/>
                  <a:gd name="T8" fmla="*/ 368 w 27"/>
                  <a:gd name="T9" fmla="*/ 103 h 13"/>
                  <a:gd name="T10" fmla="*/ 431 w 27"/>
                  <a:gd name="T11" fmla="*/ 62 h 13"/>
                  <a:gd name="T12" fmla="*/ 380 w 27"/>
                  <a:gd name="T13" fmla="*/ 1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3">
                    <a:moveTo>
                      <a:pt x="21" y="1"/>
                    </a:moveTo>
                    <a:cubicBezTo>
                      <a:pt x="17" y="0"/>
                      <a:pt x="12" y="0"/>
                      <a:pt x="9" y="3"/>
                    </a:cubicBezTo>
                    <a:cubicBezTo>
                      <a:pt x="6" y="5"/>
                      <a:pt x="0" y="11"/>
                      <a:pt x="5" y="13"/>
                    </a:cubicBezTo>
                    <a:cubicBezTo>
                      <a:pt x="7" y="13"/>
                      <a:pt x="11" y="11"/>
                      <a:pt x="13" y="10"/>
                    </a:cubicBezTo>
                    <a:cubicBezTo>
                      <a:pt x="17" y="8"/>
                      <a:pt x="19" y="8"/>
                      <a:pt x="23" y="7"/>
                    </a:cubicBezTo>
                    <a:cubicBezTo>
                      <a:pt x="25" y="7"/>
                      <a:pt x="27" y="8"/>
                      <a:pt x="27" y="4"/>
                    </a:cubicBezTo>
                    <a:cubicBezTo>
                      <a:pt x="27" y="2"/>
                      <a:pt x="25" y="1"/>
                      <a:pt x="24" y="1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0" name="Freeform 576">
                <a:extLst>
                  <a:ext uri="{FF2B5EF4-FFF2-40B4-BE49-F238E27FC236}">
                    <a16:creationId xmlns:a16="http://schemas.microsoft.com/office/drawing/2014/main" id="{DAFE47A0-B3EE-415F-A7BC-AF896539A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198"/>
                <a:ext cx="128" cy="95"/>
              </a:xfrm>
              <a:custGeom>
                <a:avLst/>
                <a:gdLst>
                  <a:gd name="T0" fmla="*/ 680 w 51"/>
                  <a:gd name="T1" fmla="*/ 63 h 38"/>
                  <a:gd name="T2" fmla="*/ 522 w 51"/>
                  <a:gd name="T3" fmla="*/ 83 h 38"/>
                  <a:gd name="T4" fmla="*/ 334 w 51"/>
                  <a:gd name="T5" fmla="*/ 175 h 38"/>
                  <a:gd name="T6" fmla="*/ 125 w 51"/>
                  <a:gd name="T7" fmla="*/ 238 h 38"/>
                  <a:gd name="T8" fmla="*/ 20 w 51"/>
                  <a:gd name="T9" fmla="*/ 500 h 38"/>
                  <a:gd name="T10" fmla="*/ 284 w 51"/>
                  <a:gd name="T11" fmla="*/ 470 h 38"/>
                  <a:gd name="T12" fmla="*/ 492 w 51"/>
                  <a:gd name="T13" fmla="*/ 395 h 38"/>
                  <a:gd name="T14" fmla="*/ 680 w 51"/>
                  <a:gd name="T15" fmla="*/ 83 h 38"/>
                  <a:gd name="T16" fmla="*/ 680 w 51"/>
                  <a:gd name="T17" fmla="*/ 63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38">
                    <a:moveTo>
                      <a:pt x="43" y="4"/>
                    </a:moveTo>
                    <a:cubicBezTo>
                      <a:pt x="39" y="0"/>
                      <a:pt x="37" y="1"/>
                      <a:pt x="33" y="5"/>
                    </a:cubicBezTo>
                    <a:cubicBezTo>
                      <a:pt x="29" y="10"/>
                      <a:pt x="28" y="10"/>
                      <a:pt x="21" y="11"/>
                    </a:cubicBezTo>
                    <a:cubicBezTo>
                      <a:pt x="17" y="11"/>
                      <a:pt x="11" y="12"/>
                      <a:pt x="8" y="15"/>
                    </a:cubicBezTo>
                    <a:cubicBezTo>
                      <a:pt x="6" y="18"/>
                      <a:pt x="0" y="29"/>
                      <a:pt x="1" y="32"/>
                    </a:cubicBezTo>
                    <a:cubicBezTo>
                      <a:pt x="2" y="38"/>
                      <a:pt x="14" y="32"/>
                      <a:pt x="18" y="30"/>
                    </a:cubicBezTo>
                    <a:cubicBezTo>
                      <a:pt x="22" y="28"/>
                      <a:pt x="27" y="28"/>
                      <a:pt x="31" y="25"/>
                    </a:cubicBezTo>
                    <a:cubicBezTo>
                      <a:pt x="35" y="23"/>
                      <a:pt x="51" y="9"/>
                      <a:pt x="43" y="5"/>
                    </a:cubicBezTo>
                    <a:cubicBezTo>
                      <a:pt x="43" y="4"/>
                      <a:pt x="43" y="4"/>
                      <a:pt x="43" y="4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1" name="Freeform 577">
                <a:extLst>
                  <a:ext uri="{FF2B5EF4-FFF2-40B4-BE49-F238E27FC236}">
                    <a16:creationId xmlns:a16="http://schemas.microsoft.com/office/drawing/2014/main" id="{E7DAC09C-5F42-4D61-986E-3C6790795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3063"/>
                <a:ext cx="80" cy="87"/>
              </a:xfrm>
              <a:custGeom>
                <a:avLst/>
                <a:gdLst>
                  <a:gd name="T0" fmla="*/ 270 w 32"/>
                  <a:gd name="T1" fmla="*/ 12 h 35"/>
                  <a:gd name="T2" fmla="*/ 63 w 32"/>
                  <a:gd name="T3" fmla="*/ 42 h 35"/>
                  <a:gd name="T4" fmla="*/ 50 w 32"/>
                  <a:gd name="T5" fmla="*/ 246 h 35"/>
                  <a:gd name="T6" fmla="*/ 0 w 32"/>
                  <a:gd name="T7" fmla="*/ 445 h 35"/>
                  <a:gd name="T8" fmla="*/ 125 w 32"/>
                  <a:gd name="T9" fmla="*/ 475 h 35"/>
                  <a:gd name="T10" fmla="*/ 345 w 32"/>
                  <a:gd name="T11" fmla="*/ 445 h 35"/>
                  <a:gd name="T12" fmla="*/ 458 w 32"/>
                  <a:gd name="T13" fmla="*/ 308 h 35"/>
                  <a:gd name="T14" fmla="*/ 250 w 32"/>
                  <a:gd name="T15" fmla="*/ 42 h 35"/>
                  <a:gd name="T16" fmla="*/ 270 w 32"/>
                  <a:gd name="T17" fmla="*/ 12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35">
                    <a:moveTo>
                      <a:pt x="17" y="1"/>
                    </a:moveTo>
                    <a:cubicBezTo>
                      <a:pt x="13" y="0"/>
                      <a:pt x="7" y="0"/>
                      <a:pt x="4" y="3"/>
                    </a:cubicBezTo>
                    <a:cubicBezTo>
                      <a:pt x="2" y="6"/>
                      <a:pt x="4" y="12"/>
                      <a:pt x="3" y="16"/>
                    </a:cubicBezTo>
                    <a:cubicBezTo>
                      <a:pt x="3" y="20"/>
                      <a:pt x="0" y="24"/>
                      <a:pt x="0" y="29"/>
                    </a:cubicBezTo>
                    <a:cubicBezTo>
                      <a:pt x="0" y="35"/>
                      <a:pt x="4" y="32"/>
                      <a:pt x="8" y="31"/>
                    </a:cubicBezTo>
                    <a:cubicBezTo>
                      <a:pt x="13" y="30"/>
                      <a:pt x="18" y="31"/>
                      <a:pt x="22" y="29"/>
                    </a:cubicBezTo>
                    <a:cubicBezTo>
                      <a:pt x="25" y="27"/>
                      <a:pt x="27" y="23"/>
                      <a:pt x="29" y="20"/>
                    </a:cubicBezTo>
                    <a:cubicBezTo>
                      <a:pt x="32" y="10"/>
                      <a:pt x="25" y="5"/>
                      <a:pt x="16" y="3"/>
                    </a:cubicBezTo>
                    <a:cubicBezTo>
                      <a:pt x="17" y="1"/>
                      <a:pt x="17" y="1"/>
                      <a:pt x="17" y="1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2" name="Freeform 578">
                <a:extLst>
                  <a:ext uri="{FF2B5EF4-FFF2-40B4-BE49-F238E27FC236}">
                    <a16:creationId xmlns:a16="http://schemas.microsoft.com/office/drawing/2014/main" id="{02A050F8-A2D3-4CD3-BE78-67FAE5262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088"/>
                <a:ext cx="110" cy="85"/>
              </a:xfrm>
              <a:custGeom>
                <a:avLst/>
                <a:gdLst>
                  <a:gd name="T0" fmla="*/ 520 w 44"/>
                  <a:gd name="T1" fmla="*/ 63 h 34"/>
                  <a:gd name="T2" fmla="*/ 395 w 44"/>
                  <a:gd name="T3" fmla="*/ 0 h 34"/>
                  <a:gd name="T4" fmla="*/ 238 w 44"/>
                  <a:gd name="T5" fmla="*/ 208 h 34"/>
                  <a:gd name="T6" fmla="*/ 95 w 44"/>
                  <a:gd name="T7" fmla="*/ 333 h 34"/>
                  <a:gd name="T8" fmla="*/ 83 w 44"/>
                  <a:gd name="T9" fmla="*/ 470 h 34"/>
                  <a:gd name="T10" fmla="*/ 363 w 44"/>
                  <a:gd name="T11" fmla="*/ 500 h 34"/>
                  <a:gd name="T12" fmla="*/ 563 w 44"/>
                  <a:gd name="T13" fmla="*/ 425 h 34"/>
                  <a:gd name="T14" fmla="*/ 533 w 44"/>
                  <a:gd name="T15" fmla="*/ 63 h 34"/>
                  <a:gd name="T16" fmla="*/ 520 w 44"/>
                  <a:gd name="T17" fmla="*/ 63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4">
                    <a:moveTo>
                      <a:pt x="33" y="4"/>
                    </a:moveTo>
                    <a:cubicBezTo>
                      <a:pt x="32" y="2"/>
                      <a:pt x="28" y="0"/>
                      <a:pt x="25" y="0"/>
                    </a:cubicBezTo>
                    <a:cubicBezTo>
                      <a:pt x="20" y="1"/>
                      <a:pt x="18" y="9"/>
                      <a:pt x="15" y="13"/>
                    </a:cubicBezTo>
                    <a:cubicBezTo>
                      <a:pt x="13" y="17"/>
                      <a:pt x="10" y="18"/>
                      <a:pt x="6" y="21"/>
                    </a:cubicBezTo>
                    <a:cubicBezTo>
                      <a:pt x="2" y="24"/>
                      <a:pt x="0" y="28"/>
                      <a:pt x="5" y="30"/>
                    </a:cubicBezTo>
                    <a:cubicBezTo>
                      <a:pt x="10" y="33"/>
                      <a:pt x="18" y="31"/>
                      <a:pt x="23" y="32"/>
                    </a:cubicBezTo>
                    <a:cubicBezTo>
                      <a:pt x="31" y="34"/>
                      <a:pt x="32" y="34"/>
                      <a:pt x="36" y="27"/>
                    </a:cubicBezTo>
                    <a:cubicBezTo>
                      <a:pt x="41" y="19"/>
                      <a:pt x="44" y="10"/>
                      <a:pt x="34" y="4"/>
                    </a:cubicBezTo>
                    <a:cubicBezTo>
                      <a:pt x="33" y="4"/>
                      <a:pt x="33" y="4"/>
                      <a:pt x="33" y="4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3" name="Freeform 579">
                <a:extLst>
                  <a:ext uri="{FF2B5EF4-FFF2-40B4-BE49-F238E27FC236}">
                    <a16:creationId xmlns:a16="http://schemas.microsoft.com/office/drawing/2014/main" id="{B1809D2B-9683-4E94-B731-21756FE8C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965"/>
                <a:ext cx="113" cy="73"/>
              </a:xfrm>
              <a:custGeom>
                <a:avLst/>
                <a:gdLst>
                  <a:gd name="T0" fmla="*/ 0 w 45"/>
                  <a:gd name="T1" fmla="*/ 159 h 29"/>
                  <a:gd name="T2" fmla="*/ 347 w 45"/>
                  <a:gd name="T3" fmla="*/ 430 h 29"/>
                  <a:gd name="T4" fmla="*/ 505 w 45"/>
                  <a:gd name="T5" fmla="*/ 443 h 29"/>
                  <a:gd name="T6" fmla="*/ 618 w 45"/>
                  <a:gd name="T7" fmla="*/ 254 h 29"/>
                  <a:gd name="T8" fmla="*/ 83 w 45"/>
                  <a:gd name="T9" fmla="*/ 11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0" y="10"/>
                    </a:moveTo>
                    <a:cubicBezTo>
                      <a:pt x="4" y="21"/>
                      <a:pt x="13" y="24"/>
                      <a:pt x="22" y="27"/>
                    </a:cubicBezTo>
                    <a:cubicBezTo>
                      <a:pt x="26" y="28"/>
                      <a:pt x="29" y="29"/>
                      <a:pt x="32" y="28"/>
                    </a:cubicBezTo>
                    <a:cubicBezTo>
                      <a:pt x="34" y="26"/>
                      <a:pt x="38" y="19"/>
                      <a:pt x="39" y="16"/>
                    </a:cubicBezTo>
                    <a:cubicBezTo>
                      <a:pt x="45" y="0"/>
                      <a:pt x="13" y="7"/>
                      <a:pt x="5" y="7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4" name="Freeform 580">
                <a:extLst>
                  <a:ext uri="{FF2B5EF4-FFF2-40B4-BE49-F238E27FC236}">
                    <a16:creationId xmlns:a16="http://schemas.microsoft.com/office/drawing/2014/main" id="{756CF59E-F2E1-4827-A192-B0C0C6B9F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985"/>
                <a:ext cx="65" cy="43"/>
              </a:xfrm>
              <a:custGeom>
                <a:avLst/>
                <a:gdLst>
                  <a:gd name="T0" fmla="*/ 33 w 26"/>
                  <a:gd name="T1" fmla="*/ 63 h 17"/>
                  <a:gd name="T2" fmla="*/ 125 w 26"/>
                  <a:gd name="T3" fmla="*/ 276 h 17"/>
                  <a:gd name="T4" fmla="*/ 250 w 26"/>
                  <a:gd name="T5" fmla="*/ 192 h 17"/>
                  <a:gd name="T6" fmla="*/ 363 w 26"/>
                  <a:gd name="T7" fmla="*/ 192 h 17"/>
                  <a:gd name="T8" fmla="*/ 345 w 26"/>
                  <a:gd name="T9" fmla="*/ 33 h 17"/>
                  <a:gd name="T10" fmla="*/ 83 w 26"/>
                  <a:gd name="T11" fmla="*/ 6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7">
                    <a:moveTo>
                      <a:pt x="2" y="4"/>
                    </a:moveTo>
                    <a:cubicBezTo>
                      <a:pt x="0" y="9"/>
                      <a:pt x="2" y="17"/>
                      <a:pt x="8" y="17"/>
                    </a:cubicBezTo>
                    <a:cubicBezTo>
                      <a:pt x="11" y="16"/>
                      <a:pt x="13" y="13"/>
                      <a:pt x="16" y="12"/>
                    </a:cubicBezTo>
                    <a:cubicBezTo>
                      <a:pt x="18" y="12"/>
                      <a:pt x="22" y="13"/>
                      <a:pt x="23" y="12"/>
                    </a:cubicBezTo>
                    <a:cubicBezTo>
                      <a:pt x="26" y="10"/>
                      <a:pt x="25" y="4"/>
                      <a:pt x="22" y="2"/>
                    </a:cubicBezTo>
                    <a:cubicBezTo>
                      <a:pt x="19" y="0"/>
                      <a:pt x="9" y="3"/>
                      <a:pt x="5" y="4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5" name="Freeform 581">
                <a:extLst>
                  <a:ext uri="{FF2B5EF4-FFF2-40B4-BE49-F238E27FC236}">
                    <a16:creationId xmlns:a16="http://schemas.microsoft.com/office/drawing/2014/main" id="{0628C02A-0B96-47A8-B621-4030EA6F6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028"/>
                <a:ext cx="92" cy="80"/>
              </a:xfrm>
              <a:custGeom>
                <a:avLst/>
                <a:gdLst>
                  <a:gd name="T0" fmla="*/ 383 w 37"/>
                  <a:gd name="T1" fmla="*/ 283 h 32"/>
                  <a:gd name="T2" fmla="*/ 75 w 37"/>
                  <a:gd name="T3" fmla="*/ 458 h 32"/>
                  <a:gd name="T4" fmla="*/ 12 w 37"/>
                  <a:gd name="T5" fmla="*/ 333 h 32"/>
                  <a:gd name="T6" fmla="*/ 154 w 37"/>
                  <a:gd name="T7" fmla="*/ 250 h 32"/>
                  <a:gd name="T8" fmla="*/ 475 w 37"/>
                  <a:gd name="T9" fmla="*/ 33 h 32"/>
                  <a:gd name="T10" fmla="*/ 537 w 37"/>
                  <a:gd name="T11" fmla="*/ 188 h 32"/>
                  <a:gd name="T12" fmla="*/ 383 w 37"/>
                  <a:gd name="T13" fmla="*/ 300 h 32"/>
                  <a:gd name="T14" fmla="*/ 383 w 37"/>
                  <a:gd name="T15" fmla="*/ 283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25" y="18"/>
                    </a:moveTo>
                    <a:cubicBezTo>
                      <a:pt x="25" y="26"/>
                      <a:pt x="12" y="32"/>
                      <a:pt x="5" y="29"/>
                    </a:cubicBezTo>
                    <a:cubicBezTo>
                      <a:pt x="1" y="28"/>
                      <a:pt x="0" y="24"/>
                      <a:pt x="1" y="21"/>
                    </a:cubicBezTo>
                    <a:cubicBezTo>
                      <a:pt x="3" y="17"/>
                      <a:pt x="7" y="17"/>
                      <a:pt x="10" y="16"/>
                    </a:cubicBezTo>
                    <a:cubicBezTo>
                      <a:pt x="16" y="13"/>
                      <a:pt x="24" y="0"/>
                      <a:pt x="31" y="2"/>
                    </a:cubicBezTo>
                    <a:cubicBezTo>
                      <a:pt x="36" y="3"/>
                      <a:pt x="37" y="8"/>
                      <a:pt x="35" y="12"/>
                    </a:cubicBezTo>
                    <a:cubicBezTo>
                      <a:pt x="32" y="15"/>
                      <a:pt x="27" y="15"/>
                      <a:pt x="25" y="19"/>
                    </a:cubicBezTo>
                    <a:cubicBezTo>
                      <a:pt x="25" y="18"/>
                      <a:pt x="25" y="18"/>
                      <a:pt x="25" y="18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6" name="Freeform 582">
                <a:extLst>
                  <a:ext uri="{FF2B5EF4-FFF2-40B4-BE49-F238E27FC236}">
                    <a16:creationId xmlns:a16="http://schemas.microsoft.com/office/drawing/2014/main" id="{CAEE9C8C-531F-43A1-A913-BD88ABCB2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143"/>
                <a:ext cx="78" cy="75"/>
              </a:xfrm>
              <a:custGeom>
                <a:avLst/>
                <a:gdLst>
                  <a:gd name="T0" fmla="*/ 83 w 31"/>
                  <a:gd name="T1" fmla="*/ 158 h 30"/>
                  <a:gd name="T2" fmla="*/ 146 w 31"/>
                  <a:gd name="T3" fmla="*/ 375 h 30"/>
                  <a:gd name="T4" fmla="*/ 284 w 31"/>
                  <a:gd name="T5" fmla="*/ 470 h 30"/>
                  <a:gd name="T6" fmla="*/ 347 w 31"/>
                  <a:gd name="T7" fmla="*/ 408 h 30"/>
                  <a:gd name="T8" fmla="*/ 430 w 31"/>
                  <a:gd name="T9" fmla="*/ 145 h 30"/>
                  <a:gd name="T10" fmla="*/ 96 w 31"/>
                  <a:gd name="T11" fmla="*/ 83 h 30"/>
                  <a:gd name="T12" fmla="*/ 83 w 31"/>
                  <a:gd name="T13" fmla="*/ 15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5" y="10"/>
                    </a:moveTo>
                    <a:cubicBezTo>
                      <a:pt x="0" y="12"/>
                      <a:pt x="7" y="22"/>
                      <a:pt x="9" y="24"/>
                    </a:cubicBezTo>
                    <a:cubicBezTo>
                      <a:pt x="11" y="26"/>
                      <a:pt x="16" y="30"/>
                      <a:pt x="18" y="30"/>
                    </a:cubicBezTo>
                    <a:cubicBezTo>
                      <a:pt x="22" y="29"/>
                      <a:pt x="21" y="29"/>
                      <a:pt x="22" y="26"/>
                    </a:cubicBezTo>
                    <a:cubicBezTo>
                      <a:pt x="25" y="21"/>
                      <a:pt x="31" y="15"/>
                      <a:pt x="27" y="9"/>
                    </a:cubicBezTo>
                    <a:cubicBezTo>
                      <a:pt x="24" y="4"/>
                      <a:pt x="11" y="0"/>
                      <a:pt x="6" y="5"/>
                    </a:cubicBezTo>
                    <a:cubicBezTo>
                      <a:pt x="5" y="10"/>
                      <a:pt x="5" y="10"/>
                      <a:pt x="5" y="10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7" name="Freeform 583">
                <a:extLst>
                  <a:ext uri="{FF2B5EF4-FFF2-40B4-BE49-F238E27FC236}">
                    <a16:creationId xmlns:a16="http://schemas.microsoft.com/office/drawing/2014/main" id="{AFCC85EF-412F-4CD3-B557-F2C3D2956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3275"/>
                <a:ext cx="100" cy="48"/>
              </a:xfrm>
              <a:custGeom>
                <a:avLst/>
                <a:gdLst>
                  <a:gd name="T0" fmla="*/ 438 w 40"/>
                  <a:gd name="T1" fmla="*/ 63 h 19"/>
                  <a:gd name="T2" fmla="*/ 83 w 40"/>
                  <a:gd name="T3" fmla="*/ 243 h 19"/>
                  <a:gd name="T4" fmla="*/ 363 w 40"/>
                  <a:gd name="T5" fmla="*/ 210 h 19"/>
                  <a:gd name="T6" fmla="*/ 563 w 40"/>
                  <a:gd name="T7" fmla="*/ 275 h 19"/>
                  <a:gd name="T8" fmla="*/ 458 w 40"/>
                  <a:gd name="T9" fmla="*/ 9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9">
                    <a:moveTo>
                      <a:pt x="28" y="4"/>
                    </a:moveTo>
                    <a:cubicBezTo>
                      <a:pt x="22" y="0"/>
                      <a:pt x="0" y="9"/>
                      <a:pt x="5" y="15"/>
                    </a:cubicBezTo>
                    <a:cubicBezTo>
                      <a:pt x="7" y="19"/>
                      <a:pt x="19" y="13"/>
                      <a:pt x="23" y="13"/>
                    </a:cubicBezTo>
                    <a:cubicBezTo>
                      <a:pt x="26" y="13"/>
                      <a:pt x="32" y="15"/>
                      <a:pt x="36" y="17"/>
                    </a:cubicBezTo>
                    <a:cubicBezTo>
                      <a:pt x="40" y="10"/>
                      <a:pt x="32" y="9"/>
                      <a:pt x="29" y="6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8" name="Freeform 584">
                <a:extLst>
                  <a:ext uri="{FF2B5EF4-FFF2-40B4-BE49-F238E27FC236}">
                    <a16:creationId xmlns:a16="http://schemas.microsoft.com/office/drawing/2014/main" id="{33206BAA-77F8-42B2-B238-7C7D0A050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230"/>
                <a:ext cx="105" cy="90"/>
              </a:xfrm>
              <a:custGeom>
                <a:avLst/>
                <a:gdLst>
                  <a:gd name="T0" fmla="*/ 300 w 42"/>
                  <a:gd name="T1" fmla="*/ 145 h 36"/>
                  <a:gd name="T2" fmla="*/ 20 w 42"/>
                  <a:gd name="T3" fmla="*/ 375 h 36"/>
                  <a:gd name="T4" fmla="*/ 238 w 42"/>
                  <a:gd name="T5" fmla="*/ 563 h 36"/>
                  <a:gd name="T6" fmla="*/ 438 w 42"/>
                  <a:gd name="T7" fmla="*/ 333 h 36"/>
                  <a:gd name="T8" fmla="*/ 613 w 42"/>
                  <a:gd name="T9" fmla="*/ 83 h 36"/>
                  <a:gd name="T10" fmla="*/ 300 w 42"/>
                  <a:gd name="T11" fmla="*/ 12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6">
                    <a:moveTo>
                      <a:pt x="19" y="9"/>
                    </a:moveTo>
                    <a:cubicBezTo>
                      <a:pt x="14" y="10"/>
                      <a:pt x="0" y="18"/>
                      <a:pt x="1" y="24"/>
                    </a:cubicBezTo>
                    <a:cubicBezTo>
                      <a:pt x="6" y="26"/>
                      <a:pt x="11" y="35"/>
                      <a:pt x="15" y="36"/>
                    </a:cubicBezTo>
                    <a:cubicBezTo>
                      <a:pt x="19" y="36"/>
                      <a:pt x="26" y="24"/>
                      <a:pt x="28" y="21"/>
                    </a:cubicBezTo>
                    <a:cubicBezTo>
                      <a:pt x="31" y="18"/>
                      <a:pt x="42" y="9"/>
                      <a:pt x="39" y="5"/>
                    </a:cubicBezTo>
                    <a:cubicBezTo>
                      <a:pt x="35" y="0"/>
                      <a:pt x="22" y="5"/>
                      <a:pt x="19" y="8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9" name="Freeform 585">
                <a:extLst>
                  <a:ext uri="{FF2B5EF4-FFF2-40B4-BE49-F238E27FC236}">
                    <a16:creationId xmlns:a16="http://schemas.microsoft.com/office/drawing/2014/main" id="{2D76787D-C157-4E96-917A-78D1A03B1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3263"/>
                <a:ext cx="107" cy="60"/>
              </a:xfrm>
              <a:custGeom>
                <a:avLst/>
                <a:gdLst>
                  <a:gd name="T0" fmla="*/ 291 w 43"/>
                  <a:gd name="T1" fmla="*/ 95 h 24"/>
                  <a:gd name="T2" fmla="*/ 92 w 43"/>
                  <a:gd name="T3" fmla="*/ 175 h 24"/>
                  <a:gd name="T4" fmla="*/ 12 w 43"/>
                  <a:gd name="T5" fmla="*/ 270 h 24"/>
                  <a:gd name="T6" fmla="*/ 216 w 43"/>
                  <a:gd name="T7" fmla="*/ 208 h 24"/>
                  <a:gd name="T8" fmla="*/ 570 w 43"/>
                  <a:gd name="T9" fmla="*/ 333 h 24"/>
                  <a:gd name="T10" fmla="*/ 321 w 43"/>
                  <a:gd name="T11" fmla="*/ 8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4">
                    <a:moveTo>
                      <a:pt x="19" y="6"/>
                    </a:moveTo>
                    <a:cubicBezTo>
                      <a:pt x="13" y="0"/>
                      <a:pt x="9" y="6"/>
                      <a:pt x="6" y="11"/>
                    </a:cubicBezTo>
                    <a:cubicBezTo>
                      <a:pt x="4" y="12"/>
                      <a:pt x="0" y="16"/>
                      <a:pt x="1" y="17"/>
                    </a:cubicBezTo>
                    <a:cubicBezTo>
                      <a:pt x="3" y="19"/>
                      <a:pt x="12" y="13"/>
                      <a:pt x="14" y="13"/>
                    </a:cubicBezTo>
                    <a:cubicBezTo>
                      <a:pt x="20" y="12"/>
                      <a:pt x="33" y="24"/>
                      <a:pt x="37" y="21"/>
                    </a:cubicBezTo>
                    <a:cubicBezTo>
                      <a:pt x="43" y="15"/>
                      <a:pt x="24" y="6"/>
                      <a:pt x="21" y="5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0" name="Freeform 586">
                <a:extLst>
                  <a:ext uri="{FF2B5EF4-FFF2-40B4-BE49-F238E27FC236}">
                    <a16:creationId xmlns:a16="http://schemas.microsoft.com/office/drawing/2014/main" id="{1412F041-F3F0-454A-B29B-352FD4DD8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3000"/>
                <a:ext cx="35" cy="28"/>
              </a:xfrm>
              <a:custGeom>
                <a:avLst/>
                <a:gdLst>
                  <a:gd name="T0" fmla="*/ 0 w 14"/>
                  <a:gd name="T1" fmla="*/ 130 h 11"/>
                  <a:gd name="T2" fmla="*/ 220 w 14"/>
                  <a:gd name="T3" fmla="*/ 20 h 11"/>
                  <a:gd name="T4" fmla="*/ 33 w 14"/>
                  <a:gd name="T5" fmla="*/ 13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0" y="8"/>
                    </a:moveTo>
                    <a:cubicBezTo>
                      <a:pt x="5" y="11"/>
                      <a:pt x="13" y="6"/>
                      <a:pt x="14" y="1"/>
                    </a:cubicBezTo>
                    <a:cubicBezTo>
                      <a:pt x="9" y="0"/>
                      <a:pt x="6" y="5"/>
                      <a:pt x="2" y="8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1" name="Freeform 587">
                <a:extLst>
                  <a:ext uri="{FF2B5EF4-FFF2-40B4-BE49-F238E27FC236}">
                    <a16:creationId xmlns:a16="http://schemas.microsoft.com/office/drawing/2014/main" id="{AE5BF3F7-C47F-41BC-A7B6-D57D23EAD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3090"/>
                <a:ext cx="68" cy="65"/>
              </a:xfrm>
              <a:custGeom>
                <a:avLst/>
                <a:gdLst>
                  <a:gd name="T0" fmla="*/ 0 w 27"/>
                  <a:gd name="T1" fmla="*/ 63 h 26"/>
                  <a:gd name="T2" fmla="*/ 272 w 27"/>
                  <a:gd name="T3" fmla="*/ 83 h 26"/>
                  <a:gd name="T4" fmla="*/ 350 w 27"/>
                  <a:gd name="T5" fmla="*/ 345 h 26"/>
                  <a:gd name="T6" fmla="*/ 209 w 27"/>
                  <a:gd name="T7" fmla="*/ 395 h 26"/>
                  <a:gd name="T8" fmla="*/ 96 w 27"/>
                  <a:gd name="T9" fmla="*/ 333 h 26"/>
                  <a:gd name="T10" fmla="*/ 0 w 27"/>
                  <a:gd name="T11" fmla="*/ 95 h 26"/>
                  <a:gd name="T12" fmla="*/ 0 w 27"/>
                  <a:gd name="T13" fmla="*/ 63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6">
                    <a:moveTo>
                      <a:pt x="0" y="4"/>
                    </a:moveTo>
                    <a:cubicBezTo>
                      <a:pt x="6" y="1"/>
                      <a:pt x="10" y="0"/>
                      <a:pt x="17" y="5"/>
                    </a:cubicBezTo>
                    <a:cubicBezTo>
                      <a:pt x="21" y="9"/>
                      <a:pt x="27" y="17"/>
                      <a:pt x="22" y="22"/>
                    </a:cubicBezTo>
                    <a:cubicBezTo>
                      <a:pt x="20" y="24"/>
                      <a:pt x="16" y="25"/>
                      <a:pt x="13" y="25"/>
                    </a:cubicBezTo>
                    <a:cubicBezTo>
                      <a:pt x="9" y="26"/>
                      <a:pt x="7" y="26"/>
                      <a:pt x="6" y="21"/>
                    </a:cubicBezTo>
                    <a:cubicBezTo>
                      <a:pt x="4" y="15"/>
                      <a:pt x="9" y="8"/>
                      <a:pt x="0" y="6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2" name="Freeform 588">
                <a:extLst>
                  <a:ext uri="{FF2B5EF4-FFF2-40B4-BE49-F238E27FC236}">
                    <a16:creationId xmlns:a16="http://schemas.microsoft.com/office/drawing/2014/main" id="{888E3E5A-92D7-40A6-8898-D77CE9A1A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995"/>
                <a:ext cx="95" cy="58"/>
              </a:xfrm>
              <a:custGeom>
                <a:avLst/>
                <a:gdLst>
                  <a:gd name="T0" fmla="*/ 0 w 38"/>
                  <a:gd name="T1" fmla="*/ 0 h 23"/>
                  <a:gd name="T2" fmla="*/ 208 w 38"/>
                  <a:gd name="T3" fmla="*/ 272 h 23"/>
                  <a:gd name="T4" fmla="*/ 500 w 38"/>
                  <a:gd name="T5" fmla="*/ 338 h 23"/>
                  <a:gd name="T6" fmla="*/ 283 w 38"/>
                  <a:gd name="T7" fmla="*/ 179 h 23"/>
                  <a:gd name="T8" fmla="*/ 0 w 38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0" y="0"/>
                    </a:moveTo>
                    <a:cubicBezTo>
                      <a:pt x="3" y="6"/>
                      <a:pt x="6" y="14"/>
                      <a:pt x="13" y="17"/>
                    </a:cubicBezTo>
                    <a:cubicBezTo>
                      <a:pt x="16" y="19"/>
                      <a:pt x="30" y="23"/>
                      <a:pt x="32" y="21"/>
                    </a:cubicBezTo>
                    <a:cubicBezTo>
                      <a:pt x="38" y="17"/>
                      <a:pt x="22" y="13"/>
                      <a:pt x="18" y="11"/>
                    </a:cubicBezTo>
                    <a:cubicBezTo>
                      <a:pt x="12" y="8"/>
                      <a:pt x="7" y="4"/>
                      <a:pt x="0" y="0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3" name="Freeform 589">
                <a:extLst>
                  <a:ext uri="{FF2B5EF4-FFF2-40B4-BE49-F238E27FC236}">
                    <a16:creationId xmlns:a16="http://schemas.microsoft.com/office/drawing/2014/main" id="{387FFEBC-4BCD-4350-91BF-D9FF343B9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990"/>
                <a:ext cx="93" cy="48"/>
              </a:xfrm>
              <a:custGeom>
                <a:avLst/>
                <a:gdLst>
                  <a:gd name="T0" fmla="*/ 493 w 37"/>
                  <a:gd name="T1" fmla="*/ 0 h 19"/>
                  <a:gd name="T2" fmla="*/ 568 w 37"/>
                  <a:gd name="T3" fmla="*/ 222 h 19"/>
                  <a:gd name="T4" fmla="*/ 397 w 37"/>
                  <a:gd name="T5" fmla="*/ 243 h 19"/>
                  <a:gd name="T6" fmla="*/ 209 w 37"/>
                  <a:gd name="T7" fmla="*/ 147 h 19"/>
                  <a:gd name="T8" fmla="*/ 304 w 37"/>
                  <a:gd name="T9" fmla="*/ 3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9">
                    <a:moveTo>
                      <a:pt x="31" y="0"/>
                    </a:moveTo>
                    <a:cubicBezTo>
                      <a:pt x="32" y="3"/>
                      <a:pt x="37" y="12"/>
                      <a:pt x="36" y="14"/>
                    </a:cubicBezTo>
                    <a:cubicBezTo>
                      <a:pt x="34" y="19"/>
                      <a:pt x="27" y="16"/>
                      <a:pt x="25" y="15"/>
                    </a:cubicBezTo>
                    <a:cubicBezTo>
                      <a:pt x="20" y="11"/>
                      <a:pt x="19" y="10"/>
                      <a:pt x="13" y="9"/>
                    </a:cubicBezTo>
                    <a:cubicBezTo>
                      <a:pt x="0" y="8"/>
                      <a:pt x="11" y="2"/>
                      <a:pt x="19" y="2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4" name="Freeform 590">
                <a:extLst>
                  <a:ext uri="{FF2B5EF4-FFF2-40B4-BE49-F238E27FC236}">
                    <a16:creationId xmlns:a16="http://schemas.microsoft.com/office/drawing/2014/main" id="{13EC4F09-E23A-42FE-BBE2-ECA795DE9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003"/>
                <a:ext cx="53" cy="52"/>
              </a:xfrm>
              <a:custGeom>
                <a:avLst/>
                <a:gdLst>
                  <a:gd name="T0" fmla="*/ 0 w 21"/>
                  <a:gd name="T1" fmla="*/ 30 h 21"/>
                  <a:gd name="T2" fmla="*/ 288 w 21"/>
                  <a:gd name="T3" fmla="*/ 166 h 21"/>
                  <a:gd name="T4" fmla="*/ 96 w 21"/>
                  <a:gd name="T5" fmla="*/ 4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0" y="2"/>
                    </a:moveTo>
                    <a:cubicBezTo>
                      <a:pt x="1" y="8"/>
                      <a:pt x="14" y="21"/>
                      <a:pt x="18" y="11"/>
                    </a:cubicBezTo>
                    <a:cubicBezTo>
                      <a:pt x="21" y="2"/>
                      <a:pt x="12" y="0"/>
                      <a:pt x="6" y="3"/>
                    </a:cubicBezTo>
                  </a:path>
                </a:pathLst>
              </a:custGeom>
              <a:solidFill>
                <a:srgbClr val="AE4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5" name="Freeform 591">
                <a:extLst>
                  <a:ext uri="{FF2B5EF4-FFF2-40B4-BE49-F238E27FC236}">
                    <a16:creationId xmlns:a16="http://schemas.microsoft.com/office/drawing/2014/main" id="{EB47F396-3B51-4923-8329-448154909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820"/>
                <a:ext cx="65" cy="80"/>
              </a:xfrm>
              <a:custGeom>
                <a:avLst/>
                <a:gdLst>
                  <a:gd name="T0" fmla="*/ 158 w 26"/>
                  <a:gd name="T1" fmla="*/ 0 h 32"/>
                  <a:gd name="T2" fmla="*/ 408 w 26"/>
                  <a:gd name="T3" fmla="*/ 438 h 32"/>
                  <a:gd name="T4" fmla="*/ 188 w 26"/>
                  <a:gd name="T5" fmla="*/ 270 h 32"/>
                  <a:gd name="T6" fmla="*/ 175 w 2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2">
                    <a:moveTo>
                      <a:pt x="10" y="0"/>
                    </a:moveTo>
                    <a:cubicBezTo>
                      <a:pt x="0" y="12"/>
                      <a:pt x="12" y="32"/>
                      <a:pt x="26" y="28"/>
                    </a:cubicBezTo>
                    <a:cubicBezTo>
                      <a:pt x="20" y="25"/>
                      <a:pt x="15" y="23"/>
                      <a:pt x="12" y="17"/>
                    </a:cubicBezTo>
                    <a:cubicBezTo>
                      <a:pt x="10" y="13"/>
                      <a:pt x="9" y="4"/>
                      <a:pt x="11" y="0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6" name="Freeform 592">
                <a:extLst>
                  <a:ext uri="{FF2B5EF4-FFF2-40B4-BE49-F238E27FC236}">
                    <a16:creationId xmlns:a16="http://schemas.microsoft.com/office/drawing/2014/main" id="{0C65AC05-0D83-4B02-8639-0BCDC6E8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880"/>
                <a:ext cx="42" cy="75"/>
              </a:xfrm>
              <a:custGeom>
                <a:avLst/>
                <a:gdLst>
                  <a:gd name="T0" fmla="*/ 121 w 17"/>
                  <a:gd name="T1" fmla="*/ 0 h 30"/>
                  <a:gd name="T2" fmla="*/ 0 w 17"/>
                  <a:gd name="T3" fmla="*/ 470 h 30"/>
                  <a:gd name="T4" fmla="*/ 212 w 17"/>
                  <a:gd name="T5" fmla="*/ 300 h 30"/>
                  <a:gd name="T6" fmla="*/ 121 w 17"/>
                  <a:gd name="T7" fmla="*/ 2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0">
                    <a:moveTo>
                      <a:pt x="8" y="0"/>
                    </a:moveTo>
                    <a:cubicBezTo>
                      <a:pt x="17" y="10"/>
                      <a:pt x="12" y="25"/>
                      <a:pt x="0" y="30"/>
                    </a:cubicBezTo>
                    <a:cubicBezTo>
                      <a:pt x="7" y="30"/>
                      <a:pt x="12" y="25"/>
                      <a:pt x="14" y="19"/>
                    </a:cubicBezTo>
                    <a:cubicBezTo>
                      <a:pt x="17" y="12"/>
                      <a:pt x="15" y="6"/>
                      <a:pt x="8" y="1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7" name="Freeform 593">
                <a:extLst>
                  <a:ext uri="{FF2B5EF4-FFF2-40B4-BE49-F238E27FC236}">
                    <a16:creationId xmlns:a16="http://schemas.microsoft.com/office/drawing/2014/main" id="{D9ACFE10-E43A-4D14-B412-74AD956EB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855"/>
                <a:ext cx="72" cy="30"/>
              </a:xfrm>
              <a:custGeom>
                <a:avLst/>
                <a:gdLst>
                  <a:gd name="T0" fmla="*/ 444 w 29"/>
                  <a:gd name="T1" fmla="*/ 125 h 12"/>
                  <a:gd name="T2" fmla="*/ 228 w 29"/>
                  <a:gd name="T3" fmla="*/ 63 h 12"/>
                  <a:gd name="T4" fmla="*/ 0 w 29"/>
                  <a:gd name="T5" fmla="*/ 188 h 12"/>
                  <a:gd name="T6" fmla="*/ 432 w 29"/>
                  <a:gd name="T7" fmla="*/ 6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2">
                    <a:moveTo>
                      <a:pt x="29" y="8"/>
                    </a:moveTo>
                    <a:cubicBezTo>
                      <a:pt x="24" y="6"/>
                      <a:pt x="21" y="3"/>
                      <a:pt x="15" y="4"/>
                    </a:cubicBezTo>
                    <a:cubicBezTo>
                      <a:pt x="9" y="4"/>
                      <a:pt x="5" y="8"/>
                      <a:pt x="0" y="12"/>
                    </a:cubicBezTo>
                    <a:cubicBezTo>
                      <a:pt x="6" y="2"/>
                      <a:pt x="20" y="0"/>
                      <a:pt x="28" y="4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8" name="Freeform 594">
                <a:extLst>
                  <a:ext uri="{FF2B5EF4-FFF2-40B4-BE49-F238E27FC236}">
                    <a16:creationId xmlns:a16="http://schemas.microsoft.com/office/drawing/2014/main" id="{18A18D7C-ED72-4A31-8DE6-8306206A7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903"/>
                <a:ext cx="92" cy="32"/>
              </a:xfrm>
              <a:custGeom>
                <a:avLst/>
                <a:gdLst>
                  <a:gd name="T0" fmla="*/ 0 w 37"/>
                  <a:gd name="T1" fmla="*/ 194 h 13"/>
                  <a:gd name="T2" fmla="*/ 278 w 37"/>
                  <a:gd name="T3" fmla="*/ 162 h 13"/>
                  <a:gd name="T4" fmla="*/ 569 w 37"/>
                  <a:gd name="T5" fmla="*/ 62 h 13"/>
                  <a:gd name="T6" fmla="*/ 278 w 37"/>
                  <a:gd name="T7" fmla="*/ 121 h 13"/>
                  <a:gd name="T8" fmla="*/ 42 w 37"/>
                  <a:gd name="T9" fmla="*/ 4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3">
                    <a:moveTo>
                      <a:pt x="0" y="13"/>
                    </a:moveTo>
                    <a:cubicBezTo>
                      <a:pt x="2" y="6"/>
                      <a:pt x="13" y="12"/>
                      <a:pt x="18" y="11"/>
                    </a:cubicBezTo>
                    <a:cubicBezTo>
                      <a:pt x="24" y="10"/>
                      <a:pt x="29" y="2"/>
                      <a:pt x="37" y="4"/>
                    </a:cubicBezTo>
                    <a:cubicBezTo>
                      <a:pt x="30" y="0"/>
                      <a:pt x="24" y="6"/>
                      <a:pt x="18" y="8"/>
                    </a:cubicBezTo>
                    <a:cubicBezTo>
                      <a:pt x="14" y="9"/>
                      <a:pt x="2" y="10"/>
                      <a:pt x="3" y="3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9" name="Freeform 595">
                <a:extLst>
                  <a:ext uri="{FF2B5EF4-FFF2-40B4-BE49-F238E27FC236}">
                    <a16:creationId xmlns:a16="http://schemas.microsoft.com/office/drawing/2014/main" id="{46B31131-5FD8-4A1A-A0E2-460C6D8CA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915"/>
                <a:ext cx="55" cy="48"/>
              </a:xfrm>
              <a:custGeom>
                <a:avLst/>
                <a:gdLst>
                  <a:gd name="T0" fmla="*/ 33 w 22"/>
                  <a:gd name="T1" fmla="*/ 0 h 19"/>
                  <a:gd name="T2" fmla="*/ 125 w 22"/>
                  <a:gd name="T3" fmla="*/ 0 h 19"/>
                  <a:gd name="T4" fmla="*/ 283 w 22"/>
                  <a:gd name="T5" fmla="*/ 114 h 19"/>
                  <a:gd name="T6" fmla="*/ 313 w 22"/>
                  <a:gd name="T7" fmla="*/ 306 h 19"/>
                  <a:gd name="T8" fmla="*/ 188 w 22"/>
                  <a:gd name="T9" fmla="*/ 96 h 19"/>
                  <a:gd name="T10" fmla="*/ 0 w 22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9">
                    <a:moveTo>
                      <a:pt x="2" y="0"/>
                    </a:moveTo>
                    <a:cubicBezTo>
                      <a:pt x="1" y="1"/>
                      <a:pt x="6" y="0"/>
                      <a:pt x="8" y="0"/>
                    </a:cubicBezTo>
                    <a:cubicBezTo>
                      <a:pt x="12" y="1"/>
                      <a:pt x="16" y="4"/>
                      <a:pt x="18" y="7"/>
                    </a:cubicBezTo>
                    <a:cubicBezTo>
                      <a:pt x="19" y="10"/>
                      <a:pt x="22" y="16"/>
                      <a:pt x="20" y="19"/>
                    </a:cubicBezTo>
                    <a:cubicBezTo>
                      <a:pt x="18" y="13"/>
                      <a:pt x="16" y="10"/>
                      <a:pt x="12" y="6"/>
                    </a:cubicBezTo>
                    <a:cubicBezTo>
                      <a:pt x="8" y="2"/>
                      <a:pt x="6" y="2"/>
                      <a:pt x="0" y="0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0" name="Freeform 596">
                <a:extLst>
                  <a:ext uri="{FF2B5EF4-FFF2-40B4-BE49-F238E27FC236}">
                    <a16:creationId xmlns:a16="http://schemas.microsoft.com/office/drawing/2014/main" id="{E644E3AC-FC43-4511-9421-023B44027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938"/>
                <a:ext cx="118" cy="45"/>
              </a:xfrm>
              <a:custGeom>
                <a:avLst/>
                <a:gdLst>
                  <a:gd name="T0" fmla="*/ 33 w 47"/>
                  <a:gd name="T1" fmla="*/ 33 h 18"/>
                  <a:gd name="T2" fmla="*/ 95 w 47"/>
                  <a:gd name="T3" fmla="*/ 95 h 18"/>
                  <a:gd name="T4" fmla="*/ 208 w 47"/>
                  <a:gd name="T5" fmla="*/ 220 h 18"/>
                  <a:gd name="T6" fmla="*/ 409 w 47"/>
                  <a:gd name="T7" fmla="*/ 208 h 18"/>
                  <a:gd name="T8" fmla="*/ 743 w 47"/>
                  <a:gd name="T9" fmla="*/ 0 h 18"/>
                  <a:gd name="T10" fmla="*/ 367 w 47"/>
                  <a:gd name="T11" fmla="*/ 175 h 18"/>
                  <a:gd name="T12" fmla="*/ 176 w 47"/>
                  <a:gd name="T13" fmla="*/ 158 h 18"/>
                  <a:gd name="T14" fmla="*/ 0 w 47"/>
                  <a:gd name="T15" fmla="*/ 2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8">
                    <a:moveTo>
                      <a:pt x="2" y="2"/>
                    </a:moveTo>
                    <a:cubicBezTo>
                      <a:pt x="2" y="1"/>
                      <a:pt x="4" y="4"/>
                      <a:pt x="6" y="6"/>
                    </a:cubicBezTo>
                    <a:cubicBezTo>
                      <a:pt x="8" y="9"/>
                      <a:pt x="10" y="12"/>
                      <a:pt x="13" y="14"/>
                    </a:cubicBezTo>
                    <a:cubicBezTo>
                      <a:pt x="18" y="18"/>
                      <a:pt x="21" y="17"/>
                      <a:pt x="26" y="13"/>
                    </a:cubicBezTo>
                    <a:cubicBezTo>
                      <a:pt x="33" y="9"/>
                      <a:pt x="41" y="5"/>
                      <a:pt x="47" y="0"/>
                    </a:cubicBezTo>
                    <a:cubicBezTo>
                      <a:pt x="38" y="2"/>
                      <a:pt x="30" y="7"/>
                      <a:pt x="23" y="11"/>
                    </a:cubicBezTo>
                    <a:cubicBezTo>
                      <a:pt x="18" y="14"/>
                      <a:pt x="16" y="14"/>
                      <a:pt x="11" y="10"/>
                    </a:cubicBezTo>
                    <a:cubicBezTo>
                      <a:pt x="8" y="6"/>
                      <a:pt x="5" y="3"/>
                      <a:pt x="0" y="1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1" name="Freeform 597">
                <a:extLst>
                  <a:ext uri="{FF2B5EF4-FFF2-40B4-BE49-F238E27FC236}">
                    <a16:creationId xmlns:a16="http://schemas.microsoft.com/office/drawing/2014/main" id="{0E5949CD-224F-415A-B977-7F8C0EF54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905"/>
                <a:ext cx="83" cy="40"/>
              </a:xfrm>
              <a:custGeom>
                <a:avLst/>
                <a:gdLst>
                  <a:gd name="T0" fmla="*/ 50 w 33"/>
                  <a:gd name="T1" fmla="*/ 250 h 16"/>
                  <a:gd name="T2" fmla="*/ 50 w 33"/>
                  <a:gd name="T3" fmla="*/ 250 h 16"/>
                  <a:gd name="T4" fmla="*/ 526 w 33"/>
                  <a:gd name="T5" fmla="*/ 20 h 16"/>
                  <a:gd name="T6" fmla="*/ 209 w 33"/>
                  <a:gd name="T7" fmla="*/ 20 h 16"/>
                  <a:gd name="T8" fmla="*/ 0 w 33"/>
                  <a:gd name="T9" fmla="*/ 17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6">
                    <a:moveTo>
                      <a:pt x="3" y="16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0" y="0"/>
                      <a:pt x="24" y="3"/>
                      <a:pt x="33" y="1"/>
                    </a:cubicBezTo>
                    <a:cubicBezTo>
                      <a:pt x="27" y="3"/>
                      <a:pt x="20" y="0"/>
                      <a:pt x="13" y="1"/>
                    </a:cubicBezTo>
                    <a:cubicBezTo>
                      <a:pt x="7" y="3"/>
                      <a:pt x="3" y="6"/>
                      <a:pt x="0" y="11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2" name="Freeform 598">
                <a:extLst>
                  <a:ext uri="{FF2B5EF4-FFF2-40B4-BE49-F238E27FC236}">
                    <a16:creationId xmlns:a16="http://schemas.microsoft.com/office/drawing/2014/main" id="{32458FB2-4B42-40F8-B825-34F33660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958"/>
                <a:ext cx="90" cy="52"/>
              </a:xfrm>
              <a:custGeom>
                <a:avLst/>
                <a:gdLst>
                  <a:gd name="T0" fmla="*/ 563 w 36"/>
                  <a:gd name="T1" fmla="*/ 92 h 21"/>
                  <a:gd name="T2" fmla="*/ 300 w 36"/>
                  <a:gd name="T3" fmla="*/ 215 h 21"/>
                  <a:gd name="T4" fmla="*/ 0 w 36"/>
                  <a:gd name="T5" fmla="*/ 0 h 21"/>
                  <a:gd name="T6" fmla="*/ 488 w 36"/>
                  <a:gd name="T7" fmla="*/ 9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1">
                    <a:moveTo>
                      <a:pt x="36" y="6"/>
                    </a:moveTo>
                    <a:cubicBezTo>
                      <a:pt x="31" y="10"/>
                      <a:pt x="26" y="15"/>
                      <a:pt x="19" y="14"/>
                    </a:cubicBezTo>
                    <a:cubicBezTo>
                      <a:pt x="12" y="13"/>
                      <a:pt x="5" y="5"/>
                      <a:pt x="0" y="0"/>
                    </a:cubicBezTo>
                    <a:cubicBezTo>
                      <a:pt x="7" y="6"/>
                      <a:pt x="25" y="21"/>
                      <a:pt x="31" y="6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3" name="Freeform 599">
                <a:extLst>
                  <a:ext uri="{FF2B5EF4-FFF2-40B4-BE49-F238E27FC236}">
                    <a16:creationId xmlns:a16="http://schemas.microsoft.com/office/drawing/2014/main" id="{62B7EA8B-B4D1-4533-817D-3F29E4F15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393"/>
                <a:ext cx="113" cy="87"/>
              </a:xfrm>
              <a:custGeom>
                <a:avLst/>
                <a:gdLst>
                  <a:gd name="T0" fmla="*/ 681 w 45"/>
                  <a:gd name="T1" fmla="*/ 0 h 35"/>
                  <a:gd name="T2" fmla="*/ 409 w 45"/>
                  <a:gd name="T3" fmla="*/ 445 h 35"/>
                  <a:gd name="T4" fmla="*/ 0 w 45"/>
                  <a:gd name="T5" fmla="*/ 341 h 35"/>
                  <a:gd name="T6" fmla="*/ 505 w 45"/>
                  <a:gd name="T7" fmla="*/ 495 h 35"/>
                  <a:gd name="T8" fmla="*/ 693 w 45"/>
                  <a:gd name="T9" fmla="*/ 1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5">
                    <a:moveTo>
                      <a:pt x="43" y="0"/>
                    </a:moveTo>
                    <a:cubicBezTo>
                      <a:pt x="43" y="11"/>
                      <a:pt x="40" y="29"/>
                      <a:pt x="26" y="29"/>
                    </a:cubicBezTo>
                    <a:cubicBezTo>
                      <a:pt x="18" y="29"/>
                      <a:pt x="8" y="26"/>
                      <a:pt x="0" y="22"/>
                    </a:cubicBezTo>
                    <a:cubicBezTo>
                      <a:pt x="10" y="30"/>
                      <a:pt x="19" y="35"/>
                      <a:pt x="32" y="32"/>
                    </a:cubicBezTo>
                    <a:cubicBezTo>
                      <a:pt x="45" y="28"/>
                      <a:pt x="45" y="13"/>
                      <a:pt x="44" y="1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4" name="Freeform 600">
                <a:extLst>
                  <a:ext uri="{FF2B5EF4-FFF2-40B4-BE49-F238E27FC236}">
                    <a16:creationId xmlns:a16="http://schemas.microsoft.com/office/drawing/2014/main" id="{73577280-2EDB-45D8-B3B1-A725708B3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373"/>
                <a:ext cx="63" cy="70"/>
              </a:xfrm>
              <a:custGeom>
                <a:avLst/>
                <a:gdLst>
                  <a:gd name="T0" fmla="*/ 0 w 25"/>
                  <a:gd name="T1" fmla="*/ 63 h 28"/>
                  <a:gd name="T2" fmla="*/ 285 w 25"/>
                  <a:gd name="T3" fmla="*/ 175 h 28"/>
                  <a:gd name="T4" fmla="*/ 179 w 25"/>
                  <a:gd name="T5" fmla="*/ 438 h 28"/>
                  <a:gd name="T6" fmla="*/ 318 w 25"/>
                  <a:gd name="T7" fmla="*/ 113 h 28"/>
                  <a:gd name="T8" fmla="*/ 0 w 25"/>
                  <a:gd name="T9" fmla="*/ 5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0" y="4"/>
                    </a:moveTo>
                    <a:cubicBezTo>
                      <a:pt x="6" y="4"/>
                      <a:pt x="16" y="5"/>
                      <a:pt x="18" y="11"/>
                    </a:cubicBezTo>
                    <a:cubicBezTo>
                      <a:pt x="20" y="17"/>
                      <a:pt x="14" y="25"/>
                      <a:pt x="11" y="28"/>
                    </a:cubicBezTo>
                    <a:cubicBezTo>
                      <a:pt x="14" y="22"/>
                      <a:pt x="25" y="16"/>
                      <a:pt x="20" y="7"/>
                    </a:cubicBezTo>
                    <a:cubicBezTo>
                      <a:pt x="15" y="0"/>
                      <a:pt x="6" y="3"/>
                      <a:pt x="0" y="3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5" name="Freeform 601">
                <a:extLst>
                  <a:ext uri="{FF2B5EF4-FFF2-40B4-BE49-F238E27FC236}">
                    <a16:creationId xmlns:a16="http://schemas.microsoft.com/office/drawing/2014/main" id="{194D80D8-828F-4C4A-ACFD-039745412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3445"/>
                <a:ext cx="90" cy="38"/>
              </a:xfrm>
              <a:custGeom>
                <a:avLst/>
                <a:gdLst>
                  <a:gd name="T0" fmla="*/ 145 w 36"/>
                  <a:gd name="T1" fmla="*/ 0 h 15"/>
                  <a:gd name="T2" fmla="*/ 270 w 36"/>
                  <a:gd name="T3" fmla="*/ 160 h 15"/>
                  <a:gd name="T4" fmla="*/ 563 w 36"/>
                  <a:gd name="T5" fmla="*/ 63 h 15"/>
                  <a:gd name="T6" fmla="*/ 250 w 36"/>
                  <a:gd name="T7" fmla="*/ 225 h 15"/>
                  <a:gd name="T8" fmla="*/ 95 w 36"/>
                  <a:gd name="T9" fmla="*/ 8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5">
                    <a:moveTo>
                      <a:pt x="9" y="0"/>
                    </a:moveTo>
                    <a:cubicBezTo>
                      <a:pt x="4" y="6"/>
                      <a:pt x="10" y="11"/>
                      <a:pt x="17" y="10"/>
                    </a:cubicBezTo>
                    <a:cubicBezTo>
                      <a:pt x="23" y="9"/>
                      <a:pt x="30" y="6"/>
                      <a:pt x="36" y="4"/>
                    </a:cubicBezTo>
                    <a:cubicBezTo>
                      <a:pt x="30" y="8"/>
                      <a:pt x="23" y="12"/>
                      <a:pt x="16" y="14"/>
                    </a:cubicBezTo>
                    <a:cubicBezTo>
                      <a:pt x="10" y="15"/>
                      <a:pt x="0" y="14"/>
                      <a:pt x="6" y="5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6" name="Freeform 602">
                <a:extLst>
                  <a:ext uri="{FF2B5EF4-FFF2-40B4-BE49-F238E27FC236}">
                    <a16:creationId xmlns:a16="http://schemas.microsoft.com/office/drawing/2014/main" id="{CCFD4127-E328-49D3-8109-6EE42D570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363"/>
                <a:ext cx="42" cy="67"/>
              </a:xfrm>
              <a:custGeom>
                <a:avLst/>
                <a:gdLst>
                  <a:gd name="T0" fmla="*/ 0 w 17"/>
                  <a:gd name="T1" fmla="*/ 216 h 27"/>
                  <a:gd name="T2" fmla="*/ 257 w 17"/>
                  <a:gd name="T3" fmla="*/ 412 h 27"/>
                  <a:gd name="T4" fmla="*/ 195 w 17"/>
                  <a:gd name="T5" fmla="*/ 154 h 27"/>
                  <a:gd name="T6" fmla="*/ 12 w 17"/>
                  <a:gd name="T7" fmla="*/ 15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7">
                    <a:moveTo>
                      <a:pt x="0" y="14"/>
                    </a:moveTo>
                    <a:cubicBezTo>
                      <a:pt x="10" y="0"/>
                      <a:pt x="16" y="18"/>
                      <a:pt x="17" y="27"/>
                    </a:cubicBezTo>
                    <a:cubicBezTo>
                      <a:pt x="15" y="23"/>
                      <a:pt x="17" y="14"/>
                      <a:pt x="13" y="10"/>
                    </a:cubicBezTo>
                    <a:cubicBezTo>
                      <a:pt x="11" y="6"/>
                      <a:pt x="4" y="5"/>
                      <a:pt x="1" y="10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7" name="Freeform 603">
                <a:extLst>
                  <a:ext uri="{FF2B5EF4-FFF2-40B4-BE49-F238E27FC236}">
                    <a16:creationId xmlns:a16="http://schemas.microsoft.com/office/drawing/2014/main" id="{709AB185-AF69-4AC3-A89F-A5A592830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353"/>
                <a:ext cx="57" cy="45"/>
              </a:xfrm>
              <a:custGeom>
                <a:avLst/>
                <a:gdLst>
                  <a:gd name="T0" fmla="*/ 30 w 23"/>
                  <a:gd name="T1" fmla="*/ 0 h 18"/>
                  <a:gd name="T2" fmla="*/ 183 w 23"/>
                  <a:gd name="T3" fmla="*/ 250 h 18"/>
                  <a:gd name="T4" fmla="*/ 349 w 23"/>
                  <a:gd name="T5" fmla="*/ 220 h 18"/>
                  <a:gd name="T6" fmla="*/ 124 w 23"/>
                  <a:gd name="T7" fmla="*/ 220 h 18"/>
                  <a:gd name="T8" fmla="*/ 30 w 23"/>
                  <a:gd name="T9" fmla="*/ 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">
                    <a:moveTo>
                      <a:pt x="2" y="0"/>
                    </a:moveTo>
                    <a:cubicBezTo>
                      <a:pt x="0" y="5"/>
                      <a:pt x="7" y="14"/>
                      <a:pt x="12" y="16"/>
                    </a:cubicBezTo>
                    <a:cubicBezTo>
                      <a:pt x="16" y="17"/>
                      <a:pt x="21" y="15"/>
                      <a:pt x="23" y="14"/>
                    </a:cubicBezTo>
                    <a:cubicBezTo>
                      <a:pt x="20" y="18"/>
                      <a:pt x="12" y="17"/>
                      <a:pt x="8" y="14"/>
                    </a:cubicBezTo>
                    <a:cubicBezTo>
                      <a:pt x="3" y="11"/>
                      <a:pt x="2" y="7"/>
                      <a:pt x="2" y="1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8" name="Freeform 604">
                <a:extLst>
                  <a:ext uri="{FF2B5EF4-FFF2-40B4-BE49-F238E27FC236}">
                    <a16:creationId xmlns:a16="http://schemas.microsoft.com/office/drawing/2014/main" id="{1071BDD1-5FA2-45F3-ADC9-40F32E4A7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355"/>
                <a:ext cx="22" cy="45"/>
              </a:xfrm>
              <a:custGeom>
                <a:avLst/>
                <a:gdLst>
                  <a:gd name="T0" fmla="*/ 0 w 9"/>
                  <a:gd name="T1" fmla="*/ 0 h 18"/>
                  <a:gd name="T2" fmla="*/ 29 w 9"/>
                  <a:gd name="T3" fmla="*/ 283 h 18"/>
                  <a:gd name="T4" fmla="*/ 0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5" y="6"/>
                      <a:pt x="7" y="11"/>
                      <a:pt x="2" y="18"/>
                    </a:cubicBezTo>
                    <a:cubicBezTo>
                      <a:pt x="9" y="13"/>
                      <a:pt x="8" y="2"/>
                      <a:pt x="0" y="0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9" name="Freeform 605">
                <a:extLst>
                  <a:ext uri="{FF2B5EF4-FFF2-40B4-BE49-F238E27FC236}">
                    <a16:creationId xmlns:a16="http://schemas.microsoft.com/office/drawing/2014/main" id="{324AA269-4607-4242-9FC2-DC88BBE59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373"/>
                <a:ext cx="73" cy="40"/>
              </a:xfrm>
              <a:custGeom>
                <a:avLst/>
                <a:gdLst>
                  <a:gd name="T0" fmla="*/ 463 w 29"/>
                  <a:gd name="T1" fmla="*/ 63 h 16"/>
                  <a:gd name="T2" fmla="*/ 0 w 29"/>
                  <a:gd name="T3" fmla="*/ 113 h 16"/>
                  <a:gd name="T4" fmla="*/ 400 w 29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29" y="4"/>
                    </a:moveTo>
                    <a:cubicBezTo>
                      <a:pt x="24" y="16"/>
                      <a:pt x="9" y="9"/>
                      <a:pt x="0" y="7"/>
                    </a:cubicBezTo>
                    <a:cubicBezTo>
                      <a:pt x="5" y="6"/>
                      <a:pt x="27" y="11"/>
                      <a:pt x="25" y="0"/>
                    </a:cubicBezTo>
                  </a:path>
                </a:pathLst>
              </a:custGeom>
              <a:solidFill>
                <a:srgbClr val="AA2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0" name="Freeform 606">
                <a:extLst>
                  <a:ext uri="{FF2B5EF4-FFF2-40B4-BE49-F238E27FC236}">
                    <a16:creationId xmlns:a16="http://schemas.microsoft.com/office/drawing/2014/main" id="{FDE2DED2-D2D7-4550-AE34-A6D25754F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3090"/>
                <a:ext cx="22" cy="2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20 h 9"/>
                  <a:gd name="T4" fmla="*/ 12 w 9"/>
                  <a:gd name="T5" fmla="*/ 66 h 9"/>
                  <a:gd name="T6" fmla="*/ 90 w 9"/>
                  <a:gd name="T7" fmla="*/ 151 h 9"/>
                  <a:gd name="T8" fmla="*/ 132 w 9"/>
                  <a:gd name="T9" fmla="*/ 97 h 9"/>
                  <a:gd name="T10" fmla="*/ 71 w 9"/>
                  <a:gd name="T11" fmla="*/ 51 h 9"/>
                  <a:gd name="T12" fmla="*/ 59 w 9"/>
                  <a:gd name="T13" fmla="*/ 33 h 9"/>
                  <a:gd name="T14" fmla="*/ 59 w 9"/>
                  <a:gd name="T15" fmla="*/ 20 h 9"/>
                  <a:gd name="T16" fmla="*/ 59 w 9"/>
                  <a:gd name="T17" fmla="*/ 20 h 9"/>
                  <a:gd name="T18" fmla="*/ 42 w 9"/>
                  <a:gd name="T19" fmla="*/ 20 h 9"/>
                  <a:gd name="T20" fmla="*/ 59 w 9"/>
                  <a:gd name="T21" fmla="*/ 20 h 9"/>
                  <a:gd name="T22" fmla="*/ 59 w 9"/>
                  <a:gd name="T23" fmla="*/ 20 h 9"/>
                  <a:gd name="T24" fmla="*/ 42 w 9"/>
                  <a:gd name="T25" fmla="*/ 20 h 9"/>
                  <a:gd name="T26" fmla="*/ 59 w 9"/>
                  <a:gd name="T27" fmla="*/ 20 h 9"/>
                  <a:gd name="T28" fmla="*/ 29 w 9"/>
                  <a:gd name="T29" fmla="*/ 20 h 9"/>
                  <a:gd name="T30" fmla="*/ 42 w 9"/>
                  <a:gd name="T31" fmla="*/ 20 h 9"/>
                  <a:gd name="T32" fmla="*/ 59 w 9"/>
                  <a:gd name="T33" fmla="*/ 20 h 9"/>
                  <a:gd name="T34" fmla="*/ 29 w 9"/>
                  <a:gd name="T35" fmla="*/ 20 h 9"/>
                  <a:gd name="T36" fmla="*/ 42 w 9"/>
                  <a:gd name="T37" fmla="*/ 20 h 9"/>
                  <a:gd name="T38" fmla="*/ 0 w 9"/>
                  <a:gd name="T39" fmla="*/ 0 h 9"/>
                  <a:gd name="T40" fmla="*/ 0 w 9"/>
                  <a:gd name="T41" fmla="*/ 0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6"/>
                      <a:pt x="5" y="8"/>
                      <a:pt x="6" y="9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7" y="5"/>
                      <a:pt x="5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1" name="Freeform 607">
                <a:extLst>
                  <a:ext uri="{FF2B5EF4-FFF2-40B4-BE49-F238E27FC236}">
                    <a16:creationId xmlns:a16="http://schemas.microsoft.com/office/drawing/2014/main" id="{7B1FD327-C965-49D8-8CE2-5AD0491BE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038"/>
                <a:ext cx="10" cy="1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0 w 4"/>
                  <a:gd name="T5" fmla="*/ 95 h 6"/>
                  <a:gd name="T6" fmla="*/ 0 w 4"/>
                  <a:gd name="T7" fmla="*/ 95 h 6"/>
                  <a:gd name="T8" fmla="*/ 63 w 4"/>
                  <a:gd name="T9" fmla="*/ 95 h 6"/>
                  <a:gd name="T10" fmla="*/ 63 w 4"/>
                  <a:gd name="T11" fmla="*/ 95 h 6"/>
                  <a:gd name="T12" fmla="*/ 63 w 4"/>
                  <a:gd name="T13" fmla="*/ 95 h 6"/>
                  <a:gd name="T14" fmla="*/ 63 w 4"/>
                  <a:gd name="T15" fmla="*/ 95 h 6"/>
                  <a:gd name="T16" fmla="*/ 63 w 4"/>
                  <a:gd name="T17" fmla="*/ 95 h 6"/>
                  <a:gd name="T18" fmla="*/ 63 w 4"/>
                  <a:gd name="T19" fmla="*/ 95 h 6"/>
                  <a:gd name="T20" fmla="*/ 63 w 4"/>
                  <a:gd name="T21" fmla="*/ 0 h 6"/>
                  <a:gd name="T22" fmla="*/ 63 w 4"/>
                  <a:gd name="T23" fmla="*/ 0 h 6"/>
                  <a:gd name="T24" fmla="*/ 0 w 4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2" name="Freeform 608">
                <a:extLst>
                  <a:ext uri="{FF2B5EF4-FFF2-40B4-BE49-F238E27FC236}">
                    <a16:creationId xmlns:a16="http://schemas.microsoft.com/office/drawing/2014/main" id="{4DD97A32-AA28-41D0-A09D-58393864C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25"/>
                <a:ext cx="17" cy="18"/>
              </a:xfrm>
              <a:custGeom>
                <a:avLst/>
                <a:gdLst>
                  <a:gd name="T0" fmla="*/ 41 w 7"/>
                  <a:gd name="T1" fmla="*/ 33 h 7"/>
                  <a:gd name="T2" fmla="*/ 41 w 7"/>
                  <a:gd name="T3" fmla="*/ 33 h 7"/>
                  <a:gd name="T4" fmla="*/ 41 w 7"/>
                  <a:gd name="T5" fmla="*/ 33 h 7"/>
                  <a:gd name="T6" fmla="*/ 41 w 7"/>
                  <a:gd name="T7" fmla="*/ 33 h 7"/>
                  <a:gd name="T8" fmla="*/ 41 w 7"/>
                  <a:gd name="T9" fmla="*/ 33 h 7"/>
                  <a:gd name="T10" fmla="*/ 41 w 7"/>
                  <a:gd name="T11" fmla="*/ 33 h 7"/>
                  <a:gd name="T12" fmla="*/ 41 w 7"/>
                  <a:gd name="T13" fmla="*/ 33 h 7"/>
                  <a:gd name="T14" fmla="*/ 41 w 7"/>
                  <a:gd name="T15" fmla="*/ 33 h 7"/>
                  <a:gd name="T16" fmla="*/ 41 w 7"/>
                  <a:gd name="T17" fmla="*/ 33 h 7"/>
                  <a:gd name="T18" fmla="*/ 41 w 7"/>
                  <a:gd name="T19" fmla="*/ 33 h 7"/>
                  <a:gd name="T20" fmla="*/ 41 w 7"/>
                  <a:gd name="T21" fmla="*/ 33 h 7"/>
                  <a:gd name="T22" fmla="*/ 41 w 7"/>
                  <a:gd name="T23" fmla="*/ 33 h 7"/>
                  <a:gd name="T24" fmla="*/ 29 w 7"/>
                  <a:gd name="T25" fmla="*/ 54 h 7"/>
                  <a:gd name="T26" fmla="*/ 0 w 7"/>
                  <a:gd name="T27" fmla="*/ 85 h 7"/>
                  <a:gd name="T28" fmla="*/ 41 w 7"/>
                  <a:gd name="T29" fmla="*/ 118 h 7"/>
                  <a:gd name="T30" fmla="*/ 70 w 7"/>
                  <a:gd name="T31" fmla="*/ 100 h 7"/>
                  <a:gd name="T32" fmla="*/ 87 w 7"/>
                  <a:gd name="T33" fmla="*/ 67 h 7"/>
                  <a:gd name="T34" fmla="*/ 100 w 7"/>
                  <a:gd name="T35" fmla="*/ 33 h 7"/>
                  <a:gd name="T36" fmla="*/ 87 w 7"/>
                  <a:gd name="T37" fmla="*/ 0 h 7"/>
                  <a:gd name="T38" fmla="*/ 41 w 7"/>
                  <a:gd name="T39" fmla="*/ 33 h 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" h="7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5" y="6"/>
                    </a:cubicBezTo>
                    <a:cubicBezTo>
                      <a:pt x="5" y="5"/>
                      <a:pt x="6" y="5"/>
                      <a:pt x="6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3" name="Freeform 609">
                <a:extLst>
                  <a:ext uri="{FF2B5EF4-FFF2-40B4-BE49-F238E27FC236}">
                    <a16:creationId xmlns:a16="http://schemas.microsoft.com/office/drawing/2014/main" id="{904350DF-59BC-4AB9-9C2B-643C5E7BD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215"/>
                <a:ext cx="15" cy="20"/>
              </a:xfrm>
              <a:custGeom>
                <a:avLst/>
                <a:gdLst>
                  <a:gd name="T0" fmla="*/ 33 w 6"/>
                  <a:gd name="T1" fmla="*/ 33 h 8"/>
                  <a:gd name="T2" fmla="*/ 63 w 6"/>
                  <a:gd name="T3" fmla="*/ 20 h 8"/>
                  <a:gd name="T4" fmla="*/ 33 w 6"/>
                  <a:gd name="T5" fmla="*/ 20 h 8"/>
                  <a:gd name="T6" fmla="*/ 33 w 6"/>
                  <a:gd name="T7" fmla="*/ 33 h 8"/>
                  <a:gd name="T8" fmla="*/ 63 w 6"/>
                  <a:gd name="T9" fmla="*/ 20 h 8"/>
                  <a:gd name="T10" fmla="*/ 33 w 6"/>
                  <a:gd name="T11" fmla="*/ 20 h 8"/>
                  <a:gd name="T12" fmla="*/ 33 w 6"/>
                  <a:gd name="T13" fmla="*/ 20 h 8"/>
                  <a:gd name="T14" fmla="*/ 33 w 6"/>
                  <a:gd name="T15" fmla="*/ 20 h 8"/>
                  <a:gd name="T16" fmla="*/ 33 w 6"/>
                  <a:gd name="T17" fmla="*/ 20 h 8"/>
                  <a:gd name="T18" fmla="*/ 33 w 6"/>
                  <a:gd name="T19" fmla="*/ 20 h 8"/>
                  <a:gd name="T20" fmla="*/ 33 w 6"/>
                  <a:gd name="T21" fmla="*/ 20 h 8"/>
                  <a:gd name="T22" fmla="*/ 20 w 6"/>
                  <a:gd name="T23" fmla="*/ 50 h 8"/>
                  <a:gd name="T24" fmla="*/ 0 w 6"/>
                  <a:gd name="T25" fmla="*/ 83 h 8"/>
                  <a:gd name="T26" fmla="*/ 0 w 6"/>
                  <a:gd name="T27" fmla="*/ 83 h 8"/>
                  <a:gd name="T28" fmla="*/ 0 w 6"/>
                  <a:gd name="T29" fmla="*/ 83 h 8"/>
                  <a:gd name="T30" fmla="*/ 0 w 6"/>
                  <a:gd name="T31" fmla="*/ 83 h 8"/>
                  <a:gd name="T32" fmla="*/ 50 w 6"/>
                  <a:gd name="T33" fmla="*/ 125 h 8"/>
                  <a:gd name="T34" fmla="*/ 63 w 6"/>
                  <a:gd name="T35" fmla="*/ 95 h 8"/>
                  <a:gd name="T36" fmla="*/ 83 w 6"/>
                  <a:gd name="T37" fmla="*/ 63 h 8"/>
                  <a:gd name="T38" fmla="*/ 95 w 6"/>
                  <a:gd name="T39" fmla="*/ 33 h 8"/>
                  <a:gd name="T40" fmla="*/ 95 w 6"/>
                  <a:gd name="T41" fmla="*/ 20 h 8"/>
                  <a:gd name="T42" fmla="*/ 95 w 6"/>
                  <a:gd name="T43" fmla="*/ 0 h 8"/>
                  <a:gd name="T44" fmla="*/ 33 w 6"/>
                  <a:gd name="T45" fmla="*/ 33 h 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" h="8">
                    <a:moveTo>
                      <a:pt x="2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4" y="6"/>
                      <a:pt x="5" y="5"/>
                      <a:pt x="5" y="4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4" name="Freeform 610">
                <a:extLst>
                  <a:ext uri="{FF2B5EF4-FFF2-40B4-BE49-F238E27FC236}">
                    <a16:creationId xmlns:a16="http://schemas.microsoft.com/office/drawing/2014/main" id="{2AEF68CC-A508-42D8-B0BD-1F2E2A235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180"/>
                <a:ext cx="23" cy="15"/>
              </a:xfrm>
              <a:custGeom>
                <a:avLst/>
                <a:gdLst>
                  <a:gd name="T0" fmla="*/ 84 w 9"/>
                  <a:gd name="T1" fmla="*/ 20 h 6"/>
                  <a:gd name="T2" fmla="*/ 118 w 9"/>
                  <a:gd name="T3" fmla="*/ 20 h 6"/>
                  <a:gd name="T4" fmla="*/ 97 w 9"/>
                  <a:gd name="T5" fmla="*/ 0 h 6"/>
                  <a:gd name="T6" fmla="*/ 84 w 9"/>
                  <a:gd name="T7" fmla="*/ 20 h 6"/>
                  <a:gd name="T8" fmla="*/ 118 w 9"/>
                  <a:gd name="T9" fmla="*/ 20 h 6"/>
                  <a:gd name="T10" fmla="*/ 97 w 9"/>
                  <a:gd name="T11" fmla="*/ 0 h 6"/>
                  <a:gd name="T12" fmla="*/ 118 w 9"/>
                  <a:gd name="T13" fmla="*/ 20 h 6"/>
                  <a:gd name="T14" fmla="*/ 97 w 9"/>
                  <a:gd name="T15" fmla="*/ 0 h 6"/>
                  <a:gd name="T16" fmla="*/ 97 w 9"/>
                  <a:gd name="T17" fmla="*/ 0 h 6"/>
                  <a:gd name="T18" fmla="*/ 118 w 9"/>
                  <a:gd name="T19" fmla="*/ 20 h 6"/>
                  <a:gd name="T20" fmla="*/ 97 w 9"/>
                  <a:gd name="T21" fmla="*/ 0 h 6"/>
                  <a:gd name="T22" fmla="*/ 97 w 9"/>
                  <a:gd name="T23" fmla="*/ 20 h 6"/>
                  <a:gd name="T24" fmla="*/ 97 w 9"/>
                  <a:gd name="T25" fmla="*/ 0 h 6"/>
                  <a:gd name="T26" fmla="*/ 97 w 9"/>
                  <a:gd name="T27" fmla="*/ 0 h 6"/>
                  <a:gd name="T28" fmla="*/ 97 w 9"/>
                  <a:gd name="T29" fmla="*/ 20 h 6"/>
                  <a:gd name="T30" fmla="*/ 97 w 9"/>
                  <a:gd name="T31" fmla="*/ 0 h 6"/>
                  <a:gd name="T32" fmla="*/ 84 w 9"/>
                  <a:gd name="T33" fmla="*/ 0 h 6"/>
                  <a:gd name="T34" fmla="*/ 51 w 9"/>
                  <a:gd name="T35" fmla="*/ 20 h 6"/>
                  <a:gd name="T36" fmla="*/ 0 w 9"/>
                  <a:gd name="T37" fmla="*/ 50 h 6"/>
                  <a:gd name="T38" fmla="*/ 51 w 9"/>
                  <a:gd name="T39" fmla="*/ 95 h 6"/>
                  <a:gd name="T40" fmla="*/ 51 w 9"/>
                  <a:gd name="T41" fmla="*/ 83 h 6"/>
                  <a:gd name="T42" fmla="*/ 51 w 9"/>
                  <a:gd name="T43" fmla="*/ 95 h 6"/>
                  <a:gd name="T44" fmla="*/ 51 w 9"/>
                  <a:gd name="T45" fmla="*/ 95 h 6"/>
                  <a:gd name="T46" fmla="*/ 51 w 9"/>
                  <a:gd name="T47" fmla="*/ 83 h 6"/>
                  <a:gd name="T48" fmla="*/ 51 w 9"/>
                  <a:gd name="T49" fmla="*/ 95 h 6"/>
                  <a:gd name="T50" fmla="*/ 66 w 9"/>
                  <a:gd name="T51" fmla="*/ 83 h 6"/>
                  <a:gd name="T52" fmla="*/ 118 w 9"/>
                  <a:gd name="T53" fmla="*/ 63 h 6"/>
                  <a:gd name="T54" fmla="*/ 130 w 9"/>
                  <a:gd name="T55" fmla="*/ 63 h 6"/>
                  <a:gd name="T56" fmla="*/ 151 w 9"/>
                  <a:gd name="T57" fmla="*/ 50 h 6"/>
                  <a:gd name="T58" fmla="*/ 151 w 9"/>
                  <a:gd name="T59" fmla="*/ 20 h 6"/>
                  <a:gd name="T60" fmla="*/ 84 w 9"/>
                  <a:gd name="T61" fmla="*/ 20 h 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" h="6">
                    <a:moveTo>
                      <a:pt x="5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5" y="1"/>
                      <a:pt x="5" y="1"/>
                      <a:pt x="5" y="1"/>
                    </a:cubicBezTo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5" name="Freeform 611">
                <a:extLst>
                  <a:ext uri="{FF2B5EF4-FFF2-40B4-BE49-F238E27FC236}">
                    <a16:creationId xmlns:a16="http://schemas.microsoft.com/office/drawing/2014/main" id="{0791DF73-3D6F-4E4E-B9A5-442E48B9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3243"/>
                <a:ext cx="25" cy="25"/>
              </a:xfrm>
              <a:custGeom>
                <a:avLst/>
                <a:gdLst>
                  <a:gd name="T0" fmla="*/ 83 w 10"/>
                  <a:gd name="T1" fmla="*/ 33 h 10"/>
                  <a:gd name="T2" fmla="*/ 95 w 10"/>
                  <a:gd name="T3" fmla="*/ 63 h 10"/>
                  <a:gd name="T4" fmla="*/ 83 w 10"/>
                  <a:gd name="T5" fmla="*/ 95 h 10"/>
                  <a:gd name="T6" fmla="*/ 83 w 10"/>
                  <a:gd name="T7" fmla="*/ 95 h 10"/>
                  <a:gd name="T8" fmla="*/ 83 w 10"/>
                  <a:gd name="T9" fmla="*/ 95 h 10"/>
                  <a:gd name="T10" fmla="*/ 83 w 10"/>
                  <a:gd name="T11" fmla="*/ 95 h 10"/>
                  <a:gd name="T12" fmla="*/ 83 w 10"/>
                  <a:gd name="T13" fmla="*/ 95 h 10"/>
                  <a:gd name="T14" fmla="*/ 83 w 10"/>
                  <a:gd name="T15" fmla="*/ 95 h 10"/>
                  <a:gd name="T16" fmla="*/ 83 w 10"/>
                  <a:gd name="T17" fmla="*/ 95 h 10"/>
                  <a:gd name="T18" fmla="*/ 83 w 10"/>
                  <a:gd name="T19" fmla="*/ 95 h 10"/>
                  <a:gd name="T20" fmla="*/ 83 w 10"/>
                  <a:gd name="T21" fmla="*/ 95 h 10"/>
                  <a:gd name="T22" fmla="*/ 83 w 10"/>
                  <a:gd name="T23" fmla="*/ 95 h 10"/>
                  <a:gd name="T24" fmla="*/ 83 w 10"/>
                  <a:gd name="T25" fmla="*/ 95 h 10"/>
                  <a:gd name="T26" fmla="*/ 63 w 10"/>
                  <a:gd name="T27" fmla="*/ 83 h 10"/>
                  <a:gd name="T28" fmla="*/ 63 w 10"/>
                  <a:gd name="T29" fmla="*/ 50 h 10"/>
                  <a:gd name="T30" fmla="*/ 63 w 10"/>
                  <a:gd name="T31" fmla="*/ 33 h 10"/>
                  <a:gd name="T32" fmla="*/ 0 w 10"/>
                  <a:gd name="T33" fmla="*/ 20 h 10"/>
                  <a:gd name="T34" fmla="*/ 0 w 10"/>
                  <a:gd name="T35" fmla="*/ 50 h 10"/>
                  <a:gd name="T36" fmla="*/ 20 w 10"/>
                  <a:gd name="T37" fmla="*/ 113 h 10"/>
                  <a:gd name="T38" fmla="*/ 33 w 10"/>
                  <a:gd name="T39" fmla="*/ 145 h 10"/>
                  <a:gd name="T40" fmla="*/ 83 w 10"/>
                  <a:gd name="T41" fmla="*/ 158 h 10"/>
                  <a:gd name="T42" fmla="*/ 83 w 10"/>
                  <a:gd name="T43" fmla="*/ 158 h 10"/>
                  <a:gd name="T44" fmla="*/ 83 w 10"/>
                  <a:gd name="T45" fmla="*/ 158 h 10"/>
                  <a:gd name="T46" fmla="*/ 83 w 10"/>
                  <a:gd name="T47" fmla="*/ 158 h 10"/>
                  <a:gd name="T48" fmla="*/ 113 w 10"/>
                  <a:gd name="T49" fmla="*/ 145 h 10"/>
                  <a:gd name="T50" fmla="*/ 145 w 10"/>
                  <a:gd name="T51" fmla="*/ 113 h 10"/>
                  <a:gd name="T52" fmla="*/ 158 w 10"/>
                  <a:gd name="T53" fmla="*/ 63 h 10"/>
                  <a:gd name="T54" fmla="*/ 145 w 10"/>
                  <a:gd name="T55" fmla="*/ 0 h 10"/>
                  <a:gd name="T56" fmla="*/ 83 w 10"/>
                  <a:gd name="T57" fmla="*/ 33 h 10"/>
                  <a:gd name="T58" fmla="*/ 83 w 10"/>
                  <a:gd name="T59" fmla="*/ 33 h 1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0" h="10">
                    <a:moveTo>
                      <a:pt x="5" y="2"/>
                    </a:moveTo>
                    <a:cubicBezTo>
                      <a:pt x="5" y="2"/>
                      <a:pt x="6" y="3"/>
                      <a:pt x="6" y="4"/>
                    </a:cubicBezTo>
                    <a:cubicBezTo>
                      <a:pt x="6" y="4"/>
                      <a:pt x="5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6"/>
                      <a:pt x="1" y="7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3" y="9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7" y="10"/>
                      <a:pt x="7" y="9"/>
                    </a:cubicBezTo>
                    <a:cubicBezTo>
                      <a:pt x="8" y="8"/>
                      <a:pt x="9" y="7"/>
                      <a:pt x="9" y="7"/>
                    </a:cubicBezTo>
                    <a:cubicBezTo>
                      <a:pt x="9" y="6"/>
                      <a:pt x="10" y="5"/>
                      <a:pt x="10" y="4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6" name="Freeform 612">
                <a:extLst>
                  <a:ext uri="{FF2B5EF4-FFF2-40B4-BE49-F238E27FC236}">
                    <a16:creationId xmlns:a16="http://schemas.microsoft.com/office/drawing/2014/main" id="{8347149A-BFF5-4FB2-A4E3-6C64CE2F5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3193"/>
                <a:ext cx="22" cy="15"/>
              </a:xfrm>
              <a:custGeom>
                <a:avLst/>
                <a:gdLst>
                  <a:gd name="T0" fmla="*/ 0 w 9"/>
                  <a:gd name="T1" fmla="*/ 95 h 6"/>
                  <a:gd name="T2" fmla="*/ 0 w 9"/>
                  <a:gd name="T3" fmla="*/ 95 h 6"/>
                  <a:gd name="T4" fmla="*/ 71 w 9"/>
                  <a:gd name="T5" fmla="*/ 83 h 6"/>
                  <a:gd name="T6" fmla="*/ 132 w 9"/>
                  <a:gd name="T7" fmla="*/ 63 h 6"/>
                  <a:gd name="T8" fmla="*/ 132 w 9"/>
                  <a:gd name="T9" fmla="*/ 63 h 6"/>
                  <a:gd name="T10" fmla="*/ 132 w 9"/>
                  <a:gd name="T11" fmla="*/ 0 h 6"/>
                  <a:gd name="T12" fmla="*/ 132 w 9"/>
                  <a:gd name="T13" fmla="*/ 0 h 6"/>
                  <a:gd name="T14" fmla="*/ 59 w 9"/>
                  <a:gd name="T15" fmla="*/ 20 h 6"/>
                  <a:gd name="T16" fmla="*/ 0 w 9"/>
                  <a:gd name="T17" fmla="*/ 33 h 6"/>
                  <a:gd name="T18" fmla="*/ 0 w 9"/>
                  <a:gd name="T19" fmla="*/ 33 h 6"/>
                  <a:gd name="T20" fmla="*/ 0 w 9"/>
                  <a:gd name="T21" fmla="*/ 95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4" y="5"/>
                      <a:pt x="5" y="5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5" y="0"/>
                      <a:pt x="4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0" y="6"/>
                      <a:pt x="0" y="6"/>
                    </a:cubicBezTo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7" name="Freeform 613">
                <a:extLst>
                  <a:ext uri="{FF2B5EF4-FFF2-40B4-BE49-F238E27FC236}">
                    <a16:creationId xmlns:a16="http://schemas.microsoft.com/office/drawing/2014/main" id="{889414B0-434C-4539-8529-8F55B5921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170"/>
                <a:ext cx="12" cy="25"/>
              </a:xfrm>
              <a:custGeom>
                <a:avLst/>
                <a:gdLst>
                  <a:gd name="T0" fmla="*/ 58 w 5"/>
                  <a:gd name="T1" fmla="*/ 158 h 10"/>
                  <a:gd name="T2" fmla="*/ 70 w 5"/>
                  <a:gd name="T3" fmla="*/ 95 h 10"/>
                  <a:gd name="T4" fmla="*/ 70 w 5"/>
                  <a:gd name="T5" fmla="*/ 50 h 10"/>
                  <a:gd name="T6" fmla="*/ 70 w 5"/>
                  <a:gd name="T7" fmla="*/ 20 h 10"/>
                  <a:gd name="T8" fmla="*/ 12 w 5"/>
                  <a:gd name="T9" fmla="*/ 0 h 10"/>
                  <a:gd name="T10" fmla="*/ 12 w 5"/>
                  <a:gd name="T11" fmla="*/ 50 h 10"/>
                  <a:gd name="T12" fmla="*/ 12 w 5"/>
                  <a:gd name="T13" fmla="*/ 95 h 10"/>
                  <a:gd name="T14" fmla="*/ 0 w 5"/>
                  <a:gd name="T15" fmla="*/ 125 h 10"/>
                  <a:gd name="T16" fmla="*/ 58 w 5"/>
                  <a:gd name="T17" fmla="*/ 15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4" y="10"/>
                    </a:moveTo>
                    <a:cubicBezTo>
                      <a:pt x="5" y="8"/>
                      <a:pt x="5" y="7"/>
                      <a:pt x="5" y="6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4" y="10"/>
                      <a:pt x="4" y="10"/>
                      <a:pt x="4" y="10"/>
                    </a:cubicBezTo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8" name="Freeform 614">
                <a:extLst>
                  <a:ext uri="{FF2B5EF4-FFF2-40B4-BE49-F238E27FC236}">
                    <a16:creationId xmlns:a16="http://schemas.microsoft.com/office/drawing/2014/main" id="{E7BB8013-A068-43C2-9977-FCBCD5073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293"/>
                <a:ext cx="10" cy="25"/>
              </a:xfrm>
              <a:custGeom>
                <a:avLst/>
                <a:gdLst>
                  <a:gd name="T0" fmla="*/ 63 w 4"/>
                  <a:gd name="T1" fmla="*/ 33 h 10"/>
                  <a:gd name="T2" fmla="*/ 63 w 4"/>
                  <a:gd name="T3" fmla="*/ 33 h 10"/>
                  <a:gd name="T4" fmla="*/ 33 w 4"/>
                  <a:gd name="T5" fmla="*/ 0 h 10"/>
                  <a:gd name="T6" fmla="*/ 20 w 4"/>
                  <a:gd name="T7" fmla="*/ 20 h 10"/>
                  <a:gd name="T8" fmla="*/ 0 w 4"/>
                  <a:gd name="T9" fmla="*/ 33 h 10"/>
                  <a:gd name="T10" fmla="*/ 0 w 4"/>
                  <a:gd name="T11" fmla="*/ 113 h 10"/>
                  <a:gd name="T12" fmla="*/ 50 w 4"/>
                  <a:gd name="T13" fmla="*/ 158 h 10"/>
                  <a:gd name="T14" fmla="*/ 63 w 4"/>
                  <a:gd name="T15" fmla="*/ 83 h 10"/>
                  <a:gd name="T16" fmla="*/ 63 w 4"/>
                  <a:gd name="T17" fmla="*/ 50 h 10"/>
                  <a:gd name="T18" fmla="*/ 63 w 4"/>
                  <a:gd name="T19" fmla="*/ 50 h 10"/>
                  <a:gd name="T20" fmla="*/ 63 w 4"/>
                  <a:gd name="T21" fmla="*/ 50 h 10"/>
                  <a:gd name="T22" fmla="*/ 63 w 4"/>
                  <a:gd name="T23" fmla="*/ 50 h 10"/>
                  <a:gd name="T24" fmla="*/ 63 w 4"/>
                  <a:gd name="T25" fmla="*/ 50 h 10"/>
                  <a:gd name="T26" fmla="*/ 50 w 4"/>
                  <a:gd name="T27" fmla="*/ 33 h 10"/>
                  <a:gd name="T28" fmla="*/ 33 w 4"/>
                  <a:gd name="T29" fmla="*/ 33 h 10"/>
                  <a:gd name="T30" fmla="*/ 63 w 4"/>
                  <a:gd name="T31" fmla="*/ 50 h 10"/>
                  <a:gd name="T32" fmla="*/ 63 w 4"/>
                  <a:gd name="T33" fmla="*/ 50 h 10"/>
                  <a:gd name="T34" fmla="*/ 63 w 4"/>
                  <a:gd name="T35" fmla="*/ 63 h 10"/>
                  <a:gd name="T36" fmla="*/ 33 w 4"/>
                  <a:gd name="T37" fmla="*/ 33 h 10"/>
                  <a:gd name="T38" fmla="*/ 33 w 4"/>
                  <a:gd name="T39" fmla="*/ 33 h 10"/>
                  <a:gd name="T40" fmla="*/ 63 w 4"/>
                  <a:gd name="T41" fmla="*/ 63 h 10"/>
                  <a:gd name="T42" fmla="*/ 63 w 4"/>
                  <a:gd name="T43" fmla="*/ 63 h 10"/>
                  <a:gd name="T44" fmla="*/ 33 w 4"/>
                  <a:gd name="T45" fmla="*/ 63 h 10"/>
                  <a:gd name="T46" fmla="*/ 33 w 4"/>
                  <a:gd name="T47" fmla="*/ 33 h 10"/>
                  <a:gd name="T48" fmla="*/ 33 w 4"/>
                  <a:gd name="T49" fmla="*/ 33 h 10"/>
                  <a:gd name="T50" fmla="*/ 33 w 4"/>
                  <a:gd name="T51" fmla="*/ 63 h 10"/>
                  <a:gd name="T52" fmla="*/ 20 w 4"/>
                  <a:gd name="T53" fmla="*/ 63 h 10"/>
                  <a:gd name="T54" fmla="*/ 0 w 4"/>
                  <a:gd name="T55" fmla="*/ 50 h 10"/>
                  <a:gd name="T56" fmla="*/ 33 w 4"/>
                  <a:gd name="T57" fmla="*/ 33 h 10"/>
                  <a:gd name="T58" fmla="*/ 33 w 4"/>
                  <a:gd name="T59" fmla="*/ 33 h 10"/>
                  <a:gd name="T60" fmla="*/ 0 w 4"/>
                  <a:gd name="T61" fmla="*/ 50 h 10"/>
                  <a:gd name="T62" fmla="*/ 0 w 4"/>
                  <a:gd name="T63" fmla="*/ 33 h 10"/>
                  <a:gd name="T64" fmla="*/ 0 w 4"/>
                  <a:gd name="T65" fmla="*/ 33 h 10"/>
                  <a:gd name="T66" fmla="*/ 33 w 4"/>
                  <a:gd name="T67" fmla="*/ 33 h 10"/>
                  <a:gd name="T68" fmla="*/ 0 w 4"/>
                  <a:gd name="T69" fmla="*/ 33 h 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" h="10">
                    <a:moveTo>
                      <a:pt x="4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9" name="Freeform 615">
                <a:extLst>
                  <a:ext uri="{FF2B5EF4-FFF2-40B4-BE49-F238E27FC236}">
                    <a16:creationId xmlns:a16="http://schemas.microsoft.com/office/drawing/2014/main" id="{1547C866-C026-4C61-A185-C53CCDE9F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3340"/>
                <a:ext cx="20" cy="18"/>
              </a:xfrm>
              <a:custGeom>
                <a:avLst/>
                <a:gdLst>
                  <a:gd name="T0" fmla="*/ 63 w 8"/>
                  <a:gd name="T1" fmla="*/ 67 h 7"/>
                  <a:gd name="T2" fmla="*/ 63 w 8"/>
                  <a:gd name="T3" fmla="*/ 67 h 7"/>
                  <a:gd name="T4" fmla="*/ 95 w 8"/>
                  <a:gd name="T5" fmla="*/ 85 h 7"/>
                  <a:gd name="T6" fmla="*/ 95 w 8"/>
                  <a:gd name="T7" fmla="*/ 54 h 7"/>
                  <a:gd name="T8" fmla="*/ 63 w 8"/>
                  <a:gd name="T9" fmla="*/ 33 h 7"/>
                  <a:gd name="T10" fmla="*/ 33 w 8"/>
                  <a:gd name="T11" fmla="*/ 0 h 7"/>
                  <a:gd name="T12" fmla="*/ 0 w 8"/>
                  <a:gd name="T13" fmla="*/ 54 h 7"/>
                  <a:gd name="T14" fmla="*/ 33 w 8"/>
                  <a:gd name="T15" fmla="*/ 85 h 7"/>
                  <a:gd name="T16" fmla="*/ 95 w 8"/>
                  <a:gd name="T17" fmla="*/ 118 h 7"/>
                  <a:gd name="T18" fmla="*/ 125 w 8"/>
                  <a:gd name="T19" fmla="*/ 118 h 7"/>
                  <a:gd name="T20" fmla="*/ 125 w 8"/>
                  <a:gd name="T21" fmla="*/ 67 h 7"/>
                  <a:gd name="T22" fmla="*/ 63 w 8"/>
                  <a:gd name="T23" fmla="*/ 67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" h="7"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3" y="6"/>
                      <a:pt x="4" y="6"/>
                      <a:pt x="6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4"/>
                      <a:pt x="8" y="4"/>
                      <a:pt x="8" y="4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0" name="Freeform 616">
                <a:extLst>
                  <a:ext uri="{FF2B5EF4-FFF2-40B4-BE49-F238E27FC236}">
                    <a16:creationId xmlns:a16="http://schemas.microsoft.com/office/drawing/2014/main" id="{5FDF6E32-76F4-407E-A402-96464C1F6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303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100 w 7"/>
                  <a:gd name="T3" fmla="*/ 29 h 7"/>
                  <a:gd name="T4" fmla="*/ 58 w 7"/>
                  <a:gd name="T5" fmla="*/ 0 h 7"/>
                  <a:gd name="T6" fmla="*/ 0 w 7"/>
                  <a:gd name="T7" fmla="*/ 70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4" y="5"/>
                      <a:pt x="6" y="4"/>
                      <a:pt x="7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5"/>
                    </a:cubicBez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1" name="Freeform 617">
                <a:extLst>
                  <a:ext uri="{FF2B5EF4-FFF2-40B4-BE49-F238E27FC236}">
                    <a16:creationId xmlns:a16="http://schemas.microsoft.com/office/drawing/2014/main" id="{F7113FC4-A12C-47E5-9F50-0D07A9F8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305"/>
                <a:ext cx="17" cy="13"/>
              </a:xfrm>
              <a:custGeom>
                <a:avLst/>
                <a:gdLst>
                  <a:gd name="T0" fmla="*/ 100 w 7"/>
                  <a:gd name="T1" fmla="*/ 68 h 5"/>
                  <a:gd name="T2" fmla="*/ 87 w 7"/>
                  <a:gd name="T3" fmla="*/ 34 h 5"/>
                  <a:gd name="T4" fmla="*/ 29 w 7"/>
                  <a:gd name="T5" fmla="*/ 0 h 5"/>
                  <a:gd name="T6" fmla="*/ 0 w 7"/>
                  <a:gd name="T7" fmla="*/ 55 h 5"/>
                  <a:gd name="T8" fmla="*/ 29 w 7"/>
                  <a:gd name="T9" fmla="*/ 68 h 5"/>
                  <a:gd name="T10" fmla="*/ 41 w 7"/>
                  <a:gd name="T11" fmla="*/ 88 h 5"/>
                  <a:gd name="T12" fmla="*/ 41 w 7"/>
                  <a:gd name="T13" fmla="*/ 88 h 5"/>
                  <a:gd name="T14" fmla="*/ 41 w 7"/>
                  <a:gd name="T15" fmla="*/ 88 h 5"/>
                  <a:gd name="T16" fmla="*/ 41 w 7"/>
                  <a:gd name="T17" fmla="*/ 88 h 5"/>
                  <a:gd name="T18" fmla="*/ 41 w 7"/>
                  <a:gd name="T19" fmla="*/ 88 h 5"/>
                  <a:gd name="T20" fmla="*/ 41 w 7"/>
                  <a:gd name="T21" fmla="*/ 88 h 5"/>
                  <a:gd name="T22" fmla="*/ 41 w 7"/>
                  <a:gd name="T23" fmla="*/ 88 h 5"/>
                  <a:gd name="T24" fmla="*/ 58 w 7"/>
                  <a:gd name="T25" fmla="*/ 88 h 5"/>
                  <a:gd name="T26" fmla="*/ 41 w 7"/>
                  <a:gd name="T27" fmla="*/ 88 h 5"/>
                  <a:gd name="T28" fmla="*/ 41 w 7"/>
                  <a:gd name="T29" fmla="*/ 88 h 5"/>
                  <a:gd name="T30" fmla="*/ 58 w 7"/>
                  <a:gd name="T31" fmla="*/ 88 h 5"/>
                  <a:gd name="T32" fmla="*/ 41 w 7"/>
                  <a:gd name="T33" fmla="*/ 88 h 5"/>
                  <a:gd name="T34" fmla="*/ 100 w 7"/>
                  <a:gd name="T35" fmla="*/ 68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" h="5">
                    <a:moveTo>
                      <a:pt x="7" y="4"/>
                    </a:moveTo>
                    <a:cubicBezTo>
                      <a:pt x="7" y="3"/>
                      <a:pt x="6" y="3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2" name="Freeform 618">
                <a:extLst>
                  <a:ext uri="{FF2B5EF4-FFF2-40B4-BE49-F238E27FC236}">
                    <a16:creationId xmlns:a16="http://schemas.microsoft.com/office/drawing/2014/main" id="{10E67464-0AB0-49F2-93B7-BE77C1682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265"/>
                <a:ext cx="10" cy="13"/>
              </a:xfrm>
              <a:custGeom>
                <a:avLst/>
                <a:gdLst>
                  <a:gd name="T0" fmla="*/ 63 w 4"/>
                  <a:gd name="T1" fmla="*/ 88 h 5"/>
                  <a:gd name="T2" fmla="*/ 63 w 4"/>
                  <a:gd name="T3" fmla="*/ 0 h 5"/>
                  <a:gd name="T4" fmla="*/ 0 w 4"/>
                  <a:gd name="T5" fmla="*/ 0 h 5"/>
                  <a:gd name="T6" fmla="*/ 0 w 4"/>
                  <a:gd name="T7" fmla="*/ 88 h 5"/>
                  <a:gd name="T8" fmla="*/ 6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3"/>
                      <a:pt x="4" y="2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3" name="Freeform 619">
                <a:extLst>
                  <a:ext uri="{FF2B5EF4-FFF2-40B4-BE49-F238E27FC236}">
                    <a16:creationId xmlns:a16="http://schemas.microsoft.com/office/drawing/2014/main" id="{628D189F-52D8-4BD7-91F3-B99E8920D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310"/>
                <a:ext cx="17" cy="13"/>
              </a:xfrm>
              <a:custGeom>
                <a:avLst/>
                <a:gdLst>
                  <a:gd name="T0" fmla="*/ 58 w 7"/>
                  <a:gd name="T1" fmla="*/ 68 h 5"/>
                  <a:gd name="T2" fmla="*/ 29 w 7"/>
                  <a:gd name="T3" fmla="*/ 68 h 5"/>
                  <a:gd name="T4" fmla="*/ 58 w 7"/>
                  <a:gd name="T5" fmla="*/ 68 h 5"/>
                  <a:gd name="T6" fmla="*/ 58 w 7"/>
                  <a:gd name="T7" fmla="*/ 68 h 5"/>
                  <a:gd name="T8" fmla="*/ 29 w 7"/>
                  <a:gd name="T9" fmla="*/ 68 h 5"/>
                  <a:gd name="T10" fmla="*/ 58 w 7"/>
                  <a:gd name="T11" fmla="*/ 68 h 5"/>
                  <a:gd name="T12" fmla="*/ 29 w 7"/>
                  <a:gd name="T13" fmla="*/ 68 h 5"/>
                  <a:gd name="T14" fmla="*/ 41 w 7"/>
                  <a:gd name="T15" fmla="*/ 88 h 5"/>
                  <a:gd name="T16" fmla="*/ 58 w 7"/>
                  <a:gd name="T17" fmla="*/ 68 h 5"/>
                  <a:gd name="T18" fmla="*/ 29 w 7"/>
                  <a:gd name="T19" fmla="*/ 68 h 5"/>
                  <a:gd name="T20" fmla="*/ 41 w 7"/>
                  <a:gd name="T21" fmla="*/ 88 h 5"/>
                  <a:gd name="T22" fmla="*/ 41 w 7"/>
                  <a:gd name="T23" fmla="*/ 68 h 5"/>
                  <a:gd name="T24" fmla="*/ 41 w 7"/>
                  <a:gd name="T25" fmla="*/ 88 h 5"/>
                  <a:gd name="T26" fmla="*/ 41 w 7"/>
                  <a:gd name="T27" fmla="*/ 88 h 5"/>
                  <a:gd name="T28" fmla="*/ 41 w 7"/>
                  <a:gd name="T29" fmla="*/ 68 h 5"/>
                  <a:gd name="T30" fmla="*/ 41 w 7"/>
                  <a:gd name="T31" fmla="*/ 88 h 5"/>
                  <a:gd name="T32" fmla="*/ 58 w 7"/>
                  <a:gd name="T33" fmla="*/ 88 h 5"/>
                  <a:gd name="T34" fmla="*/ 100 w 7"/>
                  <a:gd name="T35" fmla="*/ 68 h 5"/>
                  <a:gd name="T36" fmla="*/ 70 w 7"/>
                  <a:gd name="T37" fmla="*/ 0 h 5"/>
                  <a:gd name="T38" fmla="*/ 70 w 7"/>
                  <a:gd name="T39" fmla="*/ 21 h 5"/>
                  <a:gd name="T40" fmla="*/ 29 w 7"/>
                  <a:gd name="T41" fmla="*/ 21 h 5"/>
                  <a:gd name="T42" fmla="*/ 12 w 7"/>
                  <a:gd name="T43" fmla="*/ 34 h 5"/>
                  <a:gd name="T44" fmla="*/ 0 w 7"/>
                  <a:gd name="T45" fmla="*/ 34 h 5"/>
                  <a:gd name="T46" fmla="*/ 0 w 7"/>
                  <a:gd name="T47" fmla="*/ 68 h 5"/>
                  <a:gd name="T48" fmla="*/ 0 w 7"/>
                  <a:gd name="T49" fmla="*/ 68 h 5"/>
                  <a:gd name="T50" fmla="*/ 58 w 7"/>
                  <a:gd name="T51" fmla="*/ 68 h 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" h="5">
                    <a:moveTo>
                      <a:pt x="4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4" name="Freeform 620">
                <a:extLst>
                  <a:ext uri="{FF2B5EF4-FFF2-40B4-BE49-F238E27FC236}">
                    <a16:creationId xmlns:a16="http://schemas.microsoft.com/office/drawing/2014/main" id="{725FD5D7-AA1A-4484-96B5-7F296F372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205"/>
                <a:ext cx="20" cy="15"/>
              </a:xfrm>
              <a:custGeom>
                <a:avLst/>
                <a:gdLst>
                  <a:gd name="T0" fmla="*/ 0 w 8"/>
                  <a:gd name="T1" fmla="*/ 33 h 6"/>
                  <a:gd name="T2" fmla="*/ 50 w 8"/>
                  <a:gd name="T3" fmla="*/ 63 h 6"/>
                  <a:gd name="T4" fmla="*/ 83 w 8"/>
                  <a:gd name="T5" fmla="*/ 95 h 6"/>
                  <a:gd name="T6" fmla="*/ 125 w 8"/>
                  <a:gd name="T7" fmla="*/ 50 h 6"/>
                  <a:gd name="T8" fmla="*/ 83 w 8"/>
                  <a:gd name="T9" fmla="*/ 20 h 6"/>
                  <a:gd name="T10" fmla="*/ 50 w 8"/>
                  <a:gd name="T11" fmla="*/ 0 h 6"/>
                  <a:gd name="T12" fmla="*/ 0 w 8"/>
                  <a:gd name="T13" fmla="*/ 3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0" y="2"/>
                    </a:moveTo>
                    <a:cubicBezTo>
                      <a:pt x="1" y="3"/>
                      <a:pt x="2" y="4"/>
                      <a:pt x="3" y="4"/>
                    </a:cubicBezTo>
                    <a:cubicBezTo>
                      <a:pt x="4" y="5"/>
                      <a:pt x="5" y="5"/>
                      <a:pt x="5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6" y="2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5" name="Freeform 621">
                <a:extLst>
                  <a:ext uri="{FF2B5EF4-FFF2-40B4-BE49-F238E27FC236}">
                    <a16:creationId xmlns:a16="http://schemas.microsoft.com/office/drawing/2014/main" id="{FA7924B0-4131-48CB-9607-DF5E77DDD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250"/>
                <a:ext cx="15" cy="23"/>
              </a:xfrm>
              <a:custGeom>
                <a:avLst/>
                <a:gdLst>
                  <a:gd name="T0" fmla="*/ 33 w 6"/>
                  <a:gd name="T1" fmla="*/ 0 h 9"/>
                  <a:gd name="T2" fmla="*/ 20 w 6"/>
                  <a:gd name="T3" fmla="*/ 66 h 9"/>
                  <a:gd name="T4" fmla="*/ 0 w 6"/>
                  <a:gd name="T5" fmla="*/ 84 h 9"/>
                  <a:gd name="T6" fmla="*/ 0 w 6"/>
                  <a:gd name="T7" fmla="*/ 97 h 9"/>
                  <a:gd name="T8" fmla="*/ 0 w 6"/>
                  <a:gd name="T9" fmla="*/ 97 h 9"/>
                  <a:gd name="T10" fmla="*/ 0 w 6"/>
                  <a:gd name="T11" fmla="*/ 97 h 9"/>
                  <a:gd name="T12" fmla="*/ 0 w 6"/>
                  <a:gd name="T13" fmla="*/ 84 h 9"/>
                  <a:gd name="T14" fmla="*/ 0 w 6"/>
                  <a:gd name="T15" fmla="*/ 97 h 9"/>
                  <a:gd name="T16" fmla="*/ 0 w 6"/>
                  <a:gd name="T17" fmla="*/ 97 h 9"/>
                  <a:gd name="T18" fmla="*/ 0 w 6"/>
                  <a:gd name="T19" fmla="*/ 84 h 9"/>
                  <a:gd name="T20" fmla="*/ 20 w 6"/>
                  <a:gd name="T21" fmla="*/ 151 h 9"/>
                  <a:gd name="T22" fmla="*/ 33 w 6"/>
                  <a:gd name="T23" fmla="*/ 130 h 9"/>
                  <a:gd name="T24" fmla="*/ 83 w 6"/>
                  <a:gd name="T25" fmla="*/ 84 h 9"/>
                  <a:gd name="T26" fmla="*/ 95 w 6"/>
                  <a:gd name="T27" fmla="*/ 33 h 9"/>
                  <a:gd name="T28" fmla="*/ 33 w 6"/>
                  <a:gd name="T29" fmla="*/ 0 h 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" h="9">
                    <a:moveTo>
                      <a:pt x="2" y="0"/>
                    </a:moveTo>
                    <a:cubicBezTo>
                      <a:pt x="2" y="1"/>
                      <a:pt x="1" y="2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6" name="Freeform 622">
                <a:extLst>
                  <a:ext uri="{FF2B5EF4-FFF2-40B4-BE49-F238E27FC236}">
                    <a16:creationId xmlns:a16="http://schemas.microsoft.com/office/drawing/2014/main" id="{F01C0264-2807-47BF-B003-8DA13578E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265"/>
                <a:ext cx="15" cy="20"/>
              </a:xfrm>
              <a:custGeom>
                <a:avLst/>
                <a:gdLst>
                  <a:gd name="T0" fmla="*/ 0 w 6"/>
                  <a:gd name="T1" fmla="*/ 50 h 8"/>
                  <a:gd name="T2" fmla="*/ 20 w 6"/>
                  <a:gd name="T3" fmla="*/ 83 h 8"/>
                  <a:gd name="T4" fmla="*/ 63 w 6"/>
                  <a:gd name="T5" fmla="*/ 125 h 8"/>
                  <a:gd name="T6" fmla="*/ 95 w 6"/>
                  <a:gd name="T7" fmla="*/ 63 h 8"/>
                  <a:gd name="T8" fmla="*/ 63 w 6"/>
                  <a:gd name="T9" fmla="*/ 33 h 8"/>
                  <a:gd name="T10" fmla="*/ 33 w 6"/>
                  <a:gd name="T11" fmla="*/ 0 h 8"/>
                  <a:gd name="T12" fmla="*/ 0 w 6"/>
                  <a:gd name="T13" fmla="*/ 5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0" y="3"/>
                    </a:moveTo>
                    <a:cubicBezTo>
                      <a:pt x="0" y="4"/>
                      <a:pt x="1" y="4"/>
                      <a:pt x="1" y="5"/>
                    </a:cubicBezTo>
                    <a:cubicBezTo>
                      <a:pt x="2" y="6"/>
                      <a:pt x="3" y="7"/>
                      <a:pt x="4" y="8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7" name="Freeform 623">
                <a:extLst>
                  <a:ext uri="{FF2B5EF4-FFF2-40B4-BE49-F238E27FC236}">
                    <a16:creationId xmlns:a16="http://schemas.microsoft.com/office/drawing/2014/main" id="{1EA0E502-D992-418F-99A5-B230AB66B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075"/>
                <a:ext cx="18" cy="18"/>
              </a:xfrm>
              <a:custGeom>
                <a:avLst/>
                <a:gdLst>
                  <a:gd name="T0" fmla="*/ 54 w 7"/>
                  <a:gd name="T1" fmla="*/ 0 h 7"/>
                  <a:gd name="T2" fmla="*/ 33 w 7"/>
                  <a:gd name="T3" fmla="*/ 33 h 7"/>
                  <a:gd name="T4" fmla="*/ 0 w 7"/>
                  <a:gd name="T5" fmla="*/ 67 h 7"/>
                  <a:gd name="T6" fmla="*/ 54 w 7"/>
                  <a:gd name="T7" fmla="*/ 118 h 7"/>
                  <a:gd name="T8" fmla="*/ 85 w 7"/>
                  <a:gd name="T9" fmla="*/ 67 h 7"/>
                  <a:gd name="T10" fmla="*/ 118 w 7"/>
                  <a:gd name="T11" fmla="*/ 21 h 7"/>
                  <a:gd name="T12" fmla="*/ 54 w 7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5" y="5"/>
                      <a:pt x="5" y="4"/>
                    </a:cubicBezTo>
                    <a:cubicBezTo>
                      <a:pt x="6" y="3"/>
                      <a:pt x="7" y="2"/>
                      <a:pt x="7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8" name="Freeform 624">
                <a:extLst>
                  <a:ext uri="{FF2B5EF4-FFF2-40B4-BE49-F238E27FC236}">
                    <a16:creationId xmlns:a16="http://schemas.microsoft.com/office/drawing/2014/main" id="{61CF4DD3-C011-452E-9D00-A61A300C1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3048"/>
                <a:ext cx="13" cy="22"/>
              </a:xfrm>
              <a:custGeom>
                <a:avLst/>
                <a:gdLst>
                  <a:gd name="T0" fmla="*/ 55 w 5"/>
                  <a:gd name="T1" fmla="*/ 59 h 9"/>
                  <a:gd name="T2" fmla="*/ 55 w 5"/>
                  <a:gd name="T3" fmla="*/ 29 h 9"/>
                  <a:gd name="T4" fmla="*/ 55 w 5"/>
                  <a:gd name="T5" fmla="*/ 59 h 9"/>
                  <a:gd name="T6" fmla="*/ 55 w 5"/>
                  <a:gd name="T7" fmla="*/ 59 h 9"/>
                  <a:gd name="T8" fmla="*/ 55 w 5"/>
                  <a:gd name="T9" fmla="*/ 29 h 9"/>
                  <a:gd name="T10" fmla="*/ 55 w 5"/>
                  <a:gd name="T11" fmla="*/ 59 h 9"/>
                  <a:gd name="T12" fmla="*/ 55 w 5"/>
                  <a:gd name="T13" fmla="*/ 29 h 9"/>
                  <a:gd name="T14" fmla="*/ 21 w 5"/>
                  <a:gd name="T15" fmla="*/ 42 h 9"/>
                  <a:gd name="T16" fmla="*/ 55 w 5"/>
                  <a:gd name="T17" fmla="*/ 59 h 9"/>
                  <a:gd name="T18" fmla="*/ 55 w 5"/>
                  <a:gd name="T19" fmla="*/ 29 h 9"/>
                  <a:gd name="T20" fmla="*/ 21 w 5"/>
                  <a:gd name="T21" fmla="*/ 42 h 9"/>
                  <a:gd name="T22" fmla="*/ 34 w 5"/>
                  <a:gd name="T23" fmla="*/ 29 h 9"/>
                  <a:gd name="T24" fmla="*/ 21 w 5"/>
                  <a:gd name="T25" fmla="*/ 42 h 9"/>
                  <a:gd name="T26" fmla="*/ 21 w 5"/>
                  <a:gd name="T27" fmla="*/ 42 h 9"/>
                  <a:gd name="T28" fmla="*/ 34 w 5"/>
                  <a:gd name="T29" fmla="*/ 29 h 9"/>
                  <a:gd name="T30" fmla="*/ 21 w 5"/>
                  <a:gd name="T31" fmla="*/ 42 h 9"/>
                  <a:gd name="T32" fmla="*/ 21 w 5"/>
                  <a:gd name="T33" fmla="*/ 42 h 9"/>
                  <a:gd name="T34" fmla="*/ 21 w 5"/>
                  <a:gd name="T35" fmla="*/ 42 h 9"/>
                  <a:gd name="T36" fmla="*/ 21 w 5"/>
                  <a:gd name="T37" fmla="*/ 42 h 9"/>
                  <a:gd name="T38" fmla="*/ 21 w 5"/>
                  <a:gd name="T39" fmla="*/ 42 h 9"/>
                  <a:gd name="T40" fmla="*/ 21 w 5"/>
                  <a:gd name="T41" fmla="*/ 42 h 9"/>
                  <a:gd name="T42" fmla="*/ 21 w 5"/>
                  <a:gd name="T43" fmla="*/ 42 h 9"/>
                  <a:gd name="T44" fmla="*/ 21 w 5"/>
                  <a:gd name="T45" fmla="*/ 71 h 9"/>
                  <a:gd name="T46" fmla="*/ 0 w 5"/>
                  <a:gd name="T47" fmla="*/ 90 h 9"/>
                  <a:gd name="T48" fmla="*/ 0 w 5"/>
                  <a:gd name="T49" fmla="*/ 103 h 9"/>
                  <a:gd name="T50" fmla="*/ 55 w 5"/>
                  <a:gd name="T51" fmla="*/ 132 h 9"/>
                  <a:gd name="T52" fmla="*/ 68 w 5"/>
                  <a:gd name="T53" fmla="*/ 120 h 9"/>
                  <a:gd name="T54" fmla="*/ 88 w 5"/>
                  <a:gd name="T55" fmla="*/ 42 h 9"/>
                  <a:gd name="T56" fmla="*/ 88 w 5"/>
                  <a:gd name="T57" fmla="*/ 29 h 9"/>
                  <a:gd name="T58" fmla="*/ 68 w 5"/>
                  <a:gd name="T59" fmla="*/ 12 h 9"/>
                  <a:gd name="T60" fmla="*/ 55 w 5"/>
                  <a:gd name="T61" fmla="*/ 0 h 9"/>
                  <a:gd name="T62" fmla="*/ 34 w 5"/>
                  <a:gd name="T63" fmla="*/ 0 h 9"/>
                  <a:gd name="T64" fmla="*/ 55 w 5"/>
                  <a:gd name="T65" fmla="*/ 59 h 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" h="9">
                    <a:moveTo>
                      <a:pt x="3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5" y="6"/>
                      <a:pt x="5" y="4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9" name="Freeform 625">
                <a:extLst>
                  <a:ext uri="{FF2B5EF4-FFF2-40B4-BE49-F238E27FC236}">
                    <a16:creationId xmlns:a16="http://schemas.microsoft.com/office/drawing/2014/main" id="{11FFA52B-92CC-4641-A821-26EC71A8A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033"/>
                <a:ext cx="20" cy="22"/>
              </a:xfrm>
              <a:custGeom>
                <a:avLst/>
                <a:gdLst>
                  <a:gd name="T0" fmla="*/ 83 w 8"/>
                  <a:gd name="T1" fmla="*/ 0 h 9"/>
                  <a:gd name="T2" fmla="*/ 0 w 8"/>
                  <a:gd name="T3" fmla="*/ 90 h 9"/>
                  <a:gd name="T4" fmla="*/ 33 w 8"/>
                  <a:gd name="T5" fmla="*/ 132 h 9"/>
                  <a:gd name="T6" fmla="*/ 125 w 8"/>
                  <a:gd name="T7" fmla="*/ 29 h 9"/>
                  <a:gd name="T8" fmla="*/ 83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7"/>
                      <a:pt x="6" y="5"/>
                      <a:pt x="8" y="2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0" name="Freeform 626">
                <a:extLst>
                  <a:ext uri="{FF2B5EF4-FFF2-40B4-BE49-F238E27FC236}">
                    <a16:creationId xmlns:a16="http://schemas.microsoft.com/office/drawing/2014/main" id="{7317D1CC-9A00-4597-99CD-D207C724C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3025"/>
                <a:ext cx="13" cy="23"/>
              </a:xfrm>
              <a:custGeom>
                <a:avLst/>
                <a:gdLst>
                  <a:gd name="T0" fmla="*/ 68 w 5"/>
                  <a:gd name="T1" fmla="*/ 20 h 9"/>
                  <a:gd name="T2" fmla="*/ 68 w 5"/>
                  <a:gd name="T3" fmla="*/ 20 h 9"/>
                  <a:gd name="T4" fmla="*/ 34 w 5"/>
                  <a:gd name="T5" fmla="*/ 20 h 9"/>
                  <a:gd name="T6" fmla="*/ 0 w 5"/>
                  <a:gd name="T7" fmla="*/ 20 h 9"/>
                  <a:gd name="T8" fmla="*/ 21 w 5"/>
                  <a:gd name="T9" fmla="*/ 151 h 9"/>
                  <a:gd name="T10" fmla="*/ 88 w 5"/>
                  <a:gd name="T11" fmla="*/ 118 h 9"/>
                  <a:gd name="T12" fmla="*/ 68 w 5"/>
                  <a:gd name="T13" fmla="*/ 0 h 9"/>
                  <a:gd name="T14" fmla="*/ 0 w 5"/>
                  <a:gd name="T15" fmla="*/ 20 h 9"/>
                  <a:gd name="T16" fmla="*/ 0 w 5"/>
                  <a:gd name="T17" fmla="*/ 20 h 9"/>
                  <a:gd name="T18" fmla="*/ 68 w 5"/>
                  <a:gd name="T19" fmla="*/ 2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4" y="3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1" name="Freeform 627">
                <a:extLst>
                  <a:ext uri="{FF2B5EF4-FFF2-40B4-BE49-F238E27FC236}">
                    <a16:creationId xmlns:a16="http://schemas.microsoft.com/office/drawing/2014/main" id="{997F94DA-D60E-443C-92FD-D01B37771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995"/>
                <a:ext cx="22" cy="28"/>
              </a:xfrm>
              <a:custGeom>
                <a:avLst/>
                <a:gdLst>
                  <a:gd name="T0" fmla="*/ 59 w 9"/>
                  <a:gd name="T1" fmla="*/ 0 h 11"/>
                  <a:gd name="T2" fmla="*/ 59 w 9"/>
                  <a:gd name="T3" fmla="*/ 20 h 11"/>
                  <a:gd name="T4" fmla="*/ 59 w 9"/>
                  <a:gd name="T5" fmla="*/ 0 h 11"/>
                  <a:gd name="T6" fmla="*/ 59 w 9"/>
                  <a:gd name="T7" fmla="*/ 0 h 11"/>
                  <a:gd name="T8" fmla="*/ 59 w 9"/>
                  <a:gd name="T9" fmla="*/ 20 h 11"/>
                  <a:gd name="T10" fmla="*/ 59 w 9"/>
                  <a:gd name="T11" fmla="*/ 0 h 11"/>
                  <a:gd name="T12" fmla="*/ 59 w 9"/>
                  <a:gd name="T13" fmla="*/ 20 h 11"/>
                  <a:gd name="T14" fmla="*/ 59 w 9"/>
                  <a:gd name="T15" fmla="*/ 0 h 11"/>
                  <a:gd name="T16" fmla="*/ 59 w 9"/>
                  <a:gd name="T17" fmla="*/ 0 h 11"/>
                  <a:gd name="T18" fmla="*/ 59 w 9"/>
                  <a:gd name="T19" fmla="*/ 20 h 11"/>
                  <a:gd name="T20" fmla="*/ 59 w 9"/>
                  <a:gd name="T21" fmla="*/ 0 h 11"/>
                  <a:gd name="T22" fmla="*/ 59 w 9"/>
                  <a:gd name="T23" fmla="*/ 0 h 11"/>
                  <a:gd name="T24" fmla="*/ 42 w 9"/>
                  <a:gd name="T25" fmla="*/ 0 h 11"/>
                  <a:gd name="T26" fmla="*/ 29 w 9"/>
                  <a:gd name="T27" fmla="*/ 0 h 11"/>
                  <a:gd name="T28" fmla="*/ 0 w 9"/>
                  <a:gd name="T29" fmla="*/ 20 h 11"/>
                  <a:gd name="T30" fmla="*/ 12 w 9"/>
                  <a:gd name="T31" fmla="*/ 33 h 11"/>
                  <a:gd name="T32" fmla="*/ 42 w 9"/>
                  <a:gd name="T33" fmla="*/ 117 h 11"/>
                  <a:gd name="T34" fmla="*/ 71 w 9"/>
                  <a:gd name="T35" fmla="*/ 181 h 11"/>
                  <a:gd name="T36" fmla="*/ 132 w 9"/>
                  <a:gd name="T37" fmla="*/ 163 h 11"/>
                  <a:gd name="T38" fmla="*/ 90 w 9"/>
                  <a:gd name="T39" fmla="*/ 84 h 11"/>
                  <a:gd name="T40" fmla="*/ 71 w 9"/>
                  <a:gd name="T41" fmla="*/ 33 h 11"/>
                  <a:gd name="T42" fmla="*/ 42 w 9"/>
                  <a:gd name="T43" fmla="*/ 33 h 11"/>
                  <a:gd name="T44" fmla="*/ 42 w 9"/>
                  <a:gd name="T45" fmla="*/ 64 h 11"/>
                  <a:gd name="T46" fmla="*/ 42 w 9"/>
                  <a:gd name="T47" fmla="*/ 51 h 11"/>
                  <a:gd name="T48" fmla="*/ 42 w 9"/>
                  <a:gd name="T49" fmla="*/ 64 h 11"/>
                  <a:gd name="T50" fmla="*/ 42 w 9"/>
                  <a:gd name="T51" fmla="*/ 64 h 11"/>
                  <a:gd name="T52" fmla="*/ 42 w 9"/>
                  <a:gd name="T53" fmla="*/ 51 h 11"/>
                  <a:gd name="T54" fmla="*/ 42 w 9"/>
                  <a:gd name="T55" fmla="*/ 64 h 11"/>
                  <a:gd name="T56" fmla="*/ 42 w 9"/>
                  <a:gd name="T57" fmla="*/ 51 h 11"/>
                  <a:gd name="T58" fmla="*/ 42 w 9"/>
                  <a:gd name="T59" fmla="*/ 64 h 11"/>
                  <a:gd name="T60" fmla="*/ 42 w 9"/>
                  <a:gd name="T61" fmla="*/ 64 h 11"/>
                  <a:gd name="T62" fmla="*/ 42 w 9"/>
                  <a:gd name="T63" fmla="*/ 51 h 11"/>
                  <a:gd name="T64" fmla="*/ 42 w 9"/>
                  <a:gd name="T65" fmla="*/ 64 h 11"/>
                  <a:gd name="T66" fmla="*/ 42 w 9"/>
                  <a:gd name="T67" fmla="*/ 51 h 11"/>
                  <a:gd name="T68" fmla="*/ 29 w 9"/>
                  <a:gd name="T69" fmla="*/ 64 h 11"/>
                  <a:gd name="T70" fmla="*/ 42 w 9"/>
                  <a:gd name="T71" fmla="*/ 64 h 11"/>
                  <a:gd name="T72" fmla="*/ 42 w 9"/>
                  <a:gd name="T73" fmla="*/ 51 h 11"/>
                  <a:gd name="T74" fmla="*/ 29 w 9"/>
                  <a:gd name="T75" fmla="*/ 64 h 11"/>
                  <a:gd name="T76" fmla="*/ 42 w 9"/>
                  <a:gd name="T77" fmla="*/ 64 h 11"/>
                  <a:gd name="T78" fmla="*/ 59 w 9"/>
                  <a:gd name="T79" fmla="*/ 0 h 1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4" y="9"/>
                      <a:pt x="5" y="10"/>
                      <a:pt x="5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8"/>
                      <a:pt x="7" y="7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2" name="Freeform 628">
                <a:extLst>
                  <a:ext uri="{FF2B5EF4-FFF2-40B4-BE49-F238E27FC236}">
                    <a16:creationId xmlns:a16="http://schemas.microsoft.com/office/drawing/2014/main" id="{7FD5CB73-EC89-44F5-A9DC-26E8A57EF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3045"/>
                <a:ext cx="10" cy="1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0 w 4"/>
                  <a:gd name="T5" fmla="*/ 83 h 6"/>
                  <a:gd name="T6" fmla="*/ 63 w 4"/>
                  <a:gd name="T7" fmla="*/ 95 h 6"/>
                  <a:gd name="T8" fmla="*/ 63 w 4"/>
                  <a:gd name="T9" fmla="*/ 0 h 6"/>
                  <a:gd name="T10" fmla="*/ 63 w 4"/>
                  <a:gd name="T11" fmla="*/ 0 h 6"/>
                  <a:gd name="T12" fmla="*/ 0 w 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3" name="Freeform 629">
                <a:extLst>
                  <a:ext uri="{FF2B5EF4-FFF2-40B4-BE49-F238E27FC236}">
                    <a16:creationId xmlns:a16="http://schemas.microsoft.com/office/drawing/2014/main" id="{AD52C36B-0D1F-460F-B103-98AFB8CDB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040"/>
                <a:ext cx="14" cy="20"/>
              </a:xfrm>
              <a:custGeom>
                <a:avLst/>
                <a:gdLst>
                  <a:gd name="T0" fmla="*/ 28 w 6"/>
                  <a:gd name="T1" fmla="*/ 0 h 8"/>
                  <a:gd name="T2" fmla="*/ 0 w 6"/>
                  <a:gd name="T3" fmla="*/ 95 h 8"/>
                  <a:gd name="T4" fmla="*/ 37 w 6"/>
                  <a:gd name="T5" fmla="*/ 125 h 8"/>
                  <a:gd name="T6" fmla="*/ 77 w 6"/>
                  <a:gd name="T7" fmla="*/ 20 h 8"/>
                  <a:gd name="T8" fmla="*/ 28 w 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6" y="3"/>
                      <a:pt x="6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4" name="Freeform 630">
                <a:extLst>
                  <a:ext uri="{FF2B5EF4-FFF2-40B4-BE49-F238E27FC236}">
                    <a16:creationId xmlns:a16="http://schemas.microsoft.com/office/drawing/2014/main" id="{88E60D21-5F6D-4AF5-8B67-8EAEC70D0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3013"/>
                <a:ext cx="18" cy="15"/>
              </a:xfrm>
              <a:custGeom>
                <a:avLst/>
                <a:gdLst>
                  <a:gd name="T0" fmla="*/ 33 w 7"/>
                  <a:gd name="T1" fmla="*/ 95 h 6"/>
                  <a:gd name="T2" fmla="*/ 118 w 7"/>
                  <a:gd name="T3" fmla="*/ 50 h 6"/>
                  <a:gd name="T4" fmla="*/ 85 w 7"/>
                  <a:gd name="T5" fmla="*/ 0 h 6"/>
                  <a:gd name="T6" fmla="*/ 0 w 7"/>
                  <a:gd name="T7" fmla="*/ 33 h 6"/>
                  <a:gd name="T8" fmla="*/ 33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4" y="5"/>
                      <a:pt x="5" y="4"/>
                      <a:pt x="7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1"/>
                      <a:pt x="0" y="2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5" name="Freeform 631">
                <a:extLst>
                  <a:ext uri="{FF2B5EF4-FFF2-40B4-BE49-F238E27FC236}">
                    <a16:creationId xmlns:a16="http://schemas.microsoft.com/office/drawing/2014/main" id="{3375741C-8476-45D7-9BBD-4B4AFBB44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203"/>
                <a:ext cx="15" cy="20"/>
              </a:xfrm>
              <a:custGeom>
                <a:avLst/>
                <a:gdLst>
                  <a:gd name="T0" fmla="*/ 0 w 6"/>
                  <a:gd name="T1" fmla="*/ 63 h 8"/>
                  <a:gd name="T2" fmla="*/ 0 w 6"/>
                  <a:gd name="T3" fmla="*/ 63 h 8"/>
                  <a:gd name="T4" fmla="*/ 0 w 6"/>
                  <a:gd name="T5" fmla="*/ 63 h 8"/>
                  <a:gd name="T6" fmla="*/ 0 w 6"/>
                  <a:gd name="T7" fmla="*/ 63 h 8"/>
                  <a:gd name="T8" fmla="*/ 0 w 6"/>
                  <a:gd name="T9" fmla="*/ 63 h 8"/>
                  <a:gd name="T10" fmla="*/ 0 w 6"/>
                  <a:gd name="T11" fmla="*/ 63 h 8"/>
                  <a:gd name="T12" fmla="*/ 20 w 6"/>
                  <a:gd name="T13" fmla="*/ 83 h 8"/>
                  <a:gd name="T14" fmla="*/ 33 w 6"/>
                  <a:gd name="T15" fmla="*/ 125 h 8"/>
                  <a:gd name="T16" fmla="*/ 95 w 6"/>
                  <a:gd name="T17" fmla="*/ 113 h 8"/>
                  <a:gd name="T18" fmla="*/ 83 w 6"/>
                  <a:gd name="T19" fmla="*/ 63 h 8"/>
                  <a:gd name="T20" fmla="*/ 50 w 6"/>
                  <a:gd name="T21" fmla="*/ 0 h 8"/>
                  <a:gd name="T22" fmla="*/ 0 w 6"/>
                  <a:gd name="T23" fmla="*/ 63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4" y="3"/>
                      <a:pt x="4" y="1"/>
                      <a:pt x="3" y="0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6" name="Freeform 632">
                <a:extLst>
                  <a:ext uri="{FF2B5EF4-FFF2-40B4-BE49-F238E27FC236}">
                    <a16:creationId xmlns:a16="http://schemas.microsoft.com/office/drawing/2014/main" id="{DFF532AE-15B0-4E1D-B86D-8A5874EC5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073"/>
                <a:ext cx="18" cy="25"/>
              </a:xfrm>
              <a:custGeom>
                <a:avLst/>
                <a:gdLst>
                  <a:gd name="T0" fmla="*/ 0 w 7"/>
                  <a:gd name="T1" fmla="*/ 63 h 10"/>
                  <a:gd name="T2" fmla="*/ 33 w 7"/>
                  <a:gd name="T3" fmla="*/ 95 h 10"/>
                  <a:gd name="T4" fmla="*/ 67 w 7"/>
                  <a:gd name="T5" fmla="*/ 158 h 10"/>
                  <a:gd name="T6" fmla="*/ 118 w 7"/>
                  <a:gd name="T7" fmla="*/ 113 h 10"/>
                  <a:gd name="T8" fmla="*/ 85 w 7"/>
                  <a:gd name="T9" fmla="*/ 63 h 10"/>
                  <a:gd name="T10" fmla="*/ 21 w 7"/>
                  <a:gd name="T11" fmla="*/ 0 h 10"/>
                  <a:gd name="T12" fmla="*/ 0 w 7"/>
                  <a:gd name="T13" fmla="*/ 6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0" y="4"/>
                    </a:moveTo>
                    <a:cubicBezTo>
                      <a:pt x="0" y="4"/>
                      <a:pt x="1" y="5"/>
                      <a:pt x="2" y="6"/>
                    </a:cubicBezTo>
                    <a:cubicBezTo>
                      <a:pt x="2" y="7"/>
                      <a:pt x="3" y="8"/>
                      <a:pt x="4" y="10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6" y="5"/>
                      <a:pt x="5" y="4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9F3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7" name="Freeform 633">
                <a:extLst>
                  <a:ext uri="{FF2B5EF4-FFF2-40B4-BE49-F238E27FC236}">
                    <a16:creationId xmlns:a16="http://schemas.microsoft.com/office/drawing/2014/main" id="{DAE0707F-2F86-4E5E-BA9F-337DE8779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3120"/>
                <a:ext cx="2065" cy="40"/>
              </a:xfrm>
              <a:custGeom>
                <a:avLst/>
                <a:gdLst>
                  <a:gd name="T0" fmla="*/ 2065 w 2065"/>
                  <a:gd name="T1" fmla="*/ 40 h 40"/>
                  <a:gd name="T2" fmla="*/ 0 w 2065"/>
                  <a:gd name="T3" fmla="*/ 40 h 40"/>
                  <a:gd name="T4" fmla="*/ 3 w 2065"/>
                  <a:gd name="T5" fmla="*/ 0 h 40"/>
                  <a:gd name="T6" fmla="*/ 2065 w 2065"/>
                  <a:gd name="T7" fmla="*/ 0 h 40"/>
                  <a:gd name="T8" fmla="*/ 2065 w 2065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5" h="40">
                    <a:moveTo>
                      <a:pt x="2065" y="40"/>
                    </a:moveTo>
                    <a:lnTo>
                      <a:pt x="0" y="40"/>
                    </a:lnTo>
                    <a:lnTo>
                      <a:pt x="3" y="0"/>
                    </a:lnTo>
                    <a:lnTo>
                      <a:pt x="2065" y="0"/>
                    </a:lnTo>
                    <a:lnTo>
                      <a:pt x="2065" y="40"/>
                    </a:lnTo>
                    <a:close/>
                  </a:path>
                </a:pathLst>
              </a:custGeom>
              <a:solidFill>
                <a:srgbClr val="0099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8" name="Freeform 634">
                <a:extLst>
                  <a:ext uri="{FF2B5EF4-FFF2-40B4-BE49-F238E27FC236}">
                    <a16:creationId xmlns:a16="http://schemas.microsoft.com/office/drawing/2014/main" id="{0AD9C319-F4B5-4C69-9D9E-640C7E814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3120"/>
                <a:ext cx="2065" cy="40"/>
              </a:xfrm>
              <a:custGeom>
                <a:avLst/>
                <a:gdLst>
                  <a:gd name="T0" fmla="*/ 2065 w 2065"/>
                  <a:gd name="T1" fmla="*/ 40 h 40"/>
                  <a:gd name="T2" fmla="*/ 0 w 2065"/>
                  <a:gd name="T3" fmla="*/ 40 h 40"/>
                  <a:gd name="T4" fmla="*/ 3 w 2065"/>
                  <a:gd name="T5" fmla="*/ 0 h 40"/>
                  <a:gd name="T6" fmla="*/ 2065 w 2065"/>
                  <a:gd name="T7" fmla="*/ 0 h 40"/>
                  <a:gd name="T8" fmla="*/ 2065 w 2065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5" h="40">
                    <a:moveTo>
                      <a:pt x="2065" y="40"/>
                    </a:moveTo>
                    <a:lnTo>
                      <a:pt x="0" y="40"/>
                    </a:lnTo>
                    <a:lnTo>
                      <a:pt x="3" y="0"/>
                    </a:lnTo>
                    <a:lnTo>
                      <a:pt x="2065" y="0"/>
                    </a:lnTo>
                    <a:lnTo>
                      <a:pt x="2065" y="4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9" name="Freeform 635">
                <a:extLst>
                  <a:ext uri="{FF2B5EF4-FFF2-40B4-BE49-F238E27FC236}">
                    <a16:creationId xmlns:a16="http://schemas.microsoft.com/office/drawing/2014/main" id="{1442E9D9-C5F1-405C-A81A-EF0F59878A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06" y="3115"/>
                <a:ext cx="305" cy="163"/>
              </a:xfrm>
              <a:custGeom>
                <a:avLst/>
                <a:gdLst>
                  <a:gd name="T0" fmla="*/ 595 w 122"/>
                  <a:gd name="T1" fmla="*/ 785 h 65"/>
                  <a:gd name="T2" fmla="*/ 375 w 122"/>
                  <a:gd name="T3" fmla="*/ 692 h 65"/>
                  <a:gd name="T4" fmla="*/ 345 w 122"/>
                  <a:gd name="T5" fmla="*/ 492 h 65"/>
                  <a:gd name="T6" fmla="*/ 458 w 122"/>
                  <a:gd name="T7" fmla="*/ 429 h 65"/>
                  <a:gd name="T8" fmla="*/ 520 w 122"/>
                  <a:gd name="T9" fmla="*/ 441 h 65"/>
                  <a:gd name="T10" fmla="*/ 520 w 122"/>
                  <a:gd name="T11" fmla="*/ 441 h 65"/>
                  <a:gd name="T12" fmla="*/ 738 w 122"/>
                  <a:gd name="T13" fmla="*/ 629 h 65"/>
                  <a:gd name="T14" fmla="*/ 688 w 122"/>
                  <a:gd name="T15" fmla="*/ 755 h 65"/>
                  <a:gd name="T16" fmla="*/ 1863 w 122"/>
                  <a:gd name="T17" fmla="*/ 158 h 65"/>
                  <a:gd name="T18" fmla="*/ 1613 w 122"/>
                  <a:gd name="T19" fmla="*/ 554 h 65"/>
                  <a:gd name="T20" fmla="*/ 1488 w 122"/>
                  <a:gd name="T21" fmla="*/ 396 h 65"/>
                  <a:gd name="T22" fmla="*/ 1208 w 122"/>
                  <a:gd name="T23" fmla="*/ 283 h 65"/>
                  <a:gd name="T24" fmla="*/ 1175 w 122"/>
                  <a:gd name="T25" fmla="*/ 492 h 65"/>
                  <a:gd name="T26" fmla="*/ 1000 w 122"/>
                  <a:gd name="T27" fmla="*/ 629 h 65"/>
                  <a:gd name="T28" fmla="*/ 863 w 122"/>
                  <a:gd name="T29" fmla="*/ 534 h 65"/>
                  <a:gd name="T30" fmla="*/ 863 w 122"/>
                  <a:gd name="T31" fmla="*/ 396 h 65"/>
                  <a:gd name="T32" fmla="*/ 895 w 122"/>
                  <a:gd name="T33" fmla="*/ 334 h 65"/>
                  <a:gd name="T34" fmla="*/ 895 w 122"/>
                  <a:gd name="T35" fmla="*/ 283 h 65"/>
                  <a:gd name="T36" fmla="*/ 95 w 122"/>
                  <a:gd name="T37" fmla="*/ 313 h 65"/>
                  <a:gd name="T38" fmla="*/ 0 w 122"/>
                  <a:gd name="T39" fmla="*/ 617 h 65"/>
                  <a:gd name="T40" fmla="*/ 270 w 122"/>
                  <a:gd name="T41" fmla="*/ 1026 h 65"/>
                  <a:gd name="T42" fmla="*/ 783 w 122"/>
                  <a:gd name="T43" fmla="*/ 900 h 65"/>
                  <a:gd name="T44" fmla="*/ 1550 w 122"/>
                  <a:gd name="T45" fmla="*/ 680 h 65"/>
                  <a:gd name="T46" fmla="*/ 1563 w 122"/>
                  <a:gd name="T47" fmla="*/ 617 h 65"/>
                  <a:gd name="T48" fmla="*/ 1583 w 122"/>
                  <a:gd name="T49" fmla="*/ 567 h 65"/>
                  <a:gd name="T50" fmla="*/ 1625 w 122"/>
                  <a:gd name="T51" fmla="*/ 554 h 65"/>
                  <a:gd name="T52" fmla="*/ 1658 w 122"/>
                  <a:gd name="T53" fmla="*/ 567 h 65"/>
                  <a:gd name="T54" fmla="*/ 1625 w 122"/>
                  <a:gd name="T55" fmla="*/ 584 h 65"/>
                  <a:gd name="T56" fmla="*/ 1708 w 122"/>
                  <a:gd name="T57" fmla="*/ 584 h 65"/>
                  <a:gd name="T58" fmla="*/ 1863 w 122"/>
                  <a:gd name="T59" fmla="*/ 158 h 65"/>
                  <a:gd name="T60" fmla="*/ 238 w 122"/>
                  <a:gd name="T61" fmla="*/ 33 h 65"/>
                  <a:gd name="T62" fmla="*/ 270 w 122"/>
                  <a:gd name="T63" fmla="*/ 0 h 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2" h="65">
                    <a:moveTo>
                      <a:pt x="38" y="50"/>
                    </a:moveTo>
                    <a:cubicBezTo>
                      <a:pt x="38" y="50"/>
                      <a:pt x="38" y="50"/>
                      <a:pt x="38" y="50"/>
                    </a:cubicBezTo>
                    <a:cubicBezTo>
                      <a:pt x="36" y="50"/>
                      <a:pt x="35" y="50"/>
                      <a:pt x="33" y="49"/>
                    </a:cubicBezTo>
                    <a:cubicBezTo>
                      <a:pt x="29" y="48"/>
                      <a:pt x="26" y="47"/>
                      <a:pt x="24" y="44"/>
                    </a:cubicBezTo>
                    <a:cubicBezTo>
                      <a:pt x="22" y="42"/>
                      <a:pt x="22" y="38"/>
                      <a:pt x="22" y="35"/>
                    </a:cubicBezTo>
                    <a:cubicBezTo>
                      <a:pt x="22" y="33"/>
                      <a:pt x="22" y="32"/>
                      <a:pt x="22" y="31"/>
                    </a:cubicBezTo>
                    <a:cubicBezTo>
                      <a:pt x="22" y="30"/>
                      <a:pt x="23" y="29"/>
                      <a:pt x="24" y="29"/>
                    </a:cubicBezTo>
                    <a:cubicBezTo>
                      <a:pt x="25" y="28"/>
                      <a:pt x="27" y="28"/>
                      <a:pt x="29" y="27"/>
                    </a:cubicBezTo>
                    <a:cubicBezTo>
                      <a:pt x="31" y="27"/>
                      <a:pt x="32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41" y="30"/>
                      <a:pt x="45" y="34"/>
                    </a:cubicBezTo>
                    <a:cubicBezTo>
                      <a:pt x="46" y="36"/>
                      <a:pt x="47" y="38"/>
                      <a:pt x="47" y="40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47" y="44"/>
                      <a:pt x="46" y="46"/>
                      <a:pt x="44" y="48"/>
                    </a:cubicBezTo>
                    <a:cubicBezTo>
                      <a:pt x="43" y="49"/>
                      <a:pt x="40" y="50"/>
                      <a:pt x="38" y="50"/>
                    </a:cubicBezTo>
                    <a:moveTo>
                      <a:pt x="119" y="10"/>
                    </a:moveTo>
                    <a:cubicBezTo>
                      <a:pt x="119" y="11"/>
                      <a:pt x="119" y="12"/>
                      <a:pt x="118" y="13"/>
                    </a:cubicBezTo>
                    <a:cubicBezTo>
                      <a:pt x="116" y="22"/>
                      <a:pt x="112" y="30"/>
                      <a:pt x="103" y="35"/>
                    </a:cubicBezTo>
                    <a:cubicBezTo>
                      <a:pt x="102" y="36"/>
                      <a:pt x="100" y="36"/>
                      <a:pt x="99" y="36"/>
                    </a:cubicBezTo>
                    <a:cubicBezTo>
                      <a:pt x="95" y="36"/>
                      <a:pt x="93" y="31"/>
                      <a:pt x="95" y="25"/>
                    </a:cubicBezTo>
                    <a:cubicBezTo>
                      <a:pt x="96" y="23"/>
                      <a:pt x="97" y="20"/>
                      <a:pt x="98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20"/>
                      <a:pt x="77" y="21"/>
                      <a:pt x="77" y="23"/>
                    </a:cubicBezTo>
                    <a:cubicBezTo>
                      <a:pt x="77" y="26"/>
                      <a:pt x="76" y="29"/>
                      <a:pt x="75" y="31"/>
                    </a:cubicBezTo>
                    <a:cubicBezTo>
                      <a:pt x="73" y="33"/>
                      <a:pt x="71" y="35"/>
                      <a:pt x="68" y="38"/>
                    </a:cubicBezTo>
                    <a:cubicBezTo>
                      <a:pt x="67" y="39"/>
                      <a:pt x="66" y="40"/>
                      <a:pt x="64" y="40"/>
                    </a:cubicBezTo>
                    <a:cubicBezTo>
                      <a:pt x="62" y="40"/>
                      <a:pt x="61" y="39"/>
                      <a:pt x="60" y="38"/>
                    </a:cubicBezTo>
                    <a:cubicBezTo>
                      <a:pt x="58" y="36"/>
                      <a:pt x="57" y="35"/>
                      <a:pt x="55" y="34"/>
                    </a:cubicBezTo>
                    <a:cubicBezTo>
                      <a:pt x="54" y="34"/>
                      <a:pt x="53" y="32"/>
                      <a:pt x="53" y="31"/>
                    </a:cubicBezTo>
                    <a:cubicBezTo>
                      <a:pt x="53" y="29"/>
                      <a:pt x="54" y="27"/>
                      <a:pt x="55" y="25"/>
                    </a:cubicBezTo>
                    <a:cubicBezTo>
                      <a:pt x="56" y="24"/>
                      <a:pt x="57" y="22"/>
                      <a:pt x="57" y="21"/>
                    </a:cubicBezTo>
                    <a:cubicBezTo>
                      <a:pt x="57" y="21"/>
                      <a:pt x="57" y="21"/>
                      <a:pt x="57" y="21"/>
                    </a:cubicBezTo>
                    <a:cubicBezTo>
                      <a:pt x="57" y="20"/>
                      <a:pt x="57" y="20"/>
                      <a:pt x="57" y="19"/>
                    </a:cubicBezTo>
                    <a:cubicBezTo>
                      <a:pt x="57" y="19"/>
                      <a:pt x="57" y="19"/>
                      <a:pt x="57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6" y="20"/>
                      <a:pt x="6" y="20"/>
                    </a:cubicBezTo>
                    <a:cubicBezTo>
                      <a:pt x="10" y="26"/>
                      <a:pt x="4" y="32"/>
                      <a:pt x="1" y="37"/>
                    </a:cubicBezTo>
                    <a:cubicBezTo>
                      <a:pt x="1" y="38"/>
                      <a:pt x="1" y="38"/>
                      <a:pt x="0" y="39"/>
                    </a:cubicBezTo>
                    <a:cubicBezTo>
                      <a:pt x="2" y="47"/>
                      <a:pt x="5" y="53"/>
                      <a:pt x="8" y="57"/>
                    </a:cubicBezTo>
                    <a:cubicBezTo>
                      <a:pt x="12" y="62"/>
                      <a:pt x="16" y="64"/>
                      <a:pt x="17" y="65"/>
                    </a:cubicBezTo>
                    <a:cubicBezTo>
                      <a:pt x="18" y="64"/>
                      <a:pt x="22" y="63"/>
                      <a:pt x="27" y="62"/>
                    </a:cubicBezTo>
                    <a:cubicBezTo>
                      <a:pt x="33" y="61"/>
                      <a:pt x="41" y="59"/>
                      <a:pt x="50" y="57"/>
                    </a:cubicBezTo>
                    <a:cubicBezTo>
                      <a:pt x="66" y="52"/>
                      <a:pt x="85" y="48"/>
                      <a:pt x="89" y="46"/>
                    </a:cubicBezTo>
                    <a:cubicBezTo>
                      <a:pt x="92" y="46"/>
                      <a:pt x="95" y="45"/>
                      <a:pt x="99" y="43"/>
                    </a:cubicBezTo>
                    <a:cubicBezTo>
                      <a:pt x="99" y="43"/>
                      <a:pt x="99" y="42"/>
                      <a:pt x="99" y="42"/>
                    </a:cubicBezTo>
                    <a:cubicBezTo>
                      <a:pt x="99" y="41"/>
                      <a:pt x="99" y="40"/>
                      <a:pt x="100" y="39"/>
                    </a:cubicBezTo>
                    <a:cubicBezTo>
                      <a:pt x="99" y="39"/>
                      <a:pt x="99" y="38"/>
                      <a:pt x="98" y="38"/>
                    </a:cubicBezTo>
                    <a:cubicBezTo>
                      <a:pt x="101" y="36"/>
                      <a:pt x="101" y="36"/>
                      <a:pt x="101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3" y="36"/>
                      <a:pt x="103" y="35"/>
                      <a:pt x="104" y="35"/>
                    </a:cubicBezTo>
                    <a:cubicBezTo>
                      <a:pt x="104" y="35"/>
                      <a:pt x="104" y="35"/>
                      <a:pt x="105" y="35"/>
                    </a:cubicBezTo>
                    <a:cubicBezTo>
                      <a:pt x="105" y="35"/>
                      <a:pt x="105" y="35"/>
                      <a:pt x="106" y="36"/>
                    </a:cubicBezTo>
                    <a:cubicBezTo>
                      <a:pt x="106" y="36"/>
                      <a:pt x="105" y="37"/>
                      <a:pt x="105" y="37"/>
                    </a:cubicBezTo>
                    <a:cubicBezTo>
                      <a:pt x="105" y="37"/>
                      <a:pt x="104" y="37"/>
                      <a:pt x="104" y="37"/>
                    </a:cubicBezTo>
                    <a:cubicBezTo>
                      <a:pt x="105" y="38"/>
                      <a:pt x="105" y="38"/>
                      <a:pt x="106" y="39"/>
                    </a:cubicBezTo>
                    <a:cubicBezTo>
                      <a:pt x="107" y="38"/>
                      <a:pt x="108" y="38"/>
                      <a:pt x="109" y="37"/>
                    </a:cubicBezTo>
                    <a:cubicBezTo>
                      <a:pt x="115" y="32"/>
                      <a:pt x="120" y="25"/>
                      <a:pt x="122" y="14"/>
                    </a:cubicBezTo>
                    <a:cubicBezTo>
                      <a:pt x="121" y="12"/>
                      <a:pt x="120" y="11"/>
                      <a:pt x="119" y="10"/>
                    </a:cubicBezTo>
                    <a:moveTo>
                      <a:pt x="17" y="0"/>
                    </a:moveTo>
                    <a:cubicBezTo>
                      <a:pt x="17" y="0"/>
                      <a:pt x="16" y="1"/>
                      <a:pt x="15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26" y="1"/>
                      <a:pt x="17" y="0"/>
                      <a:pt x="17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0" name="Freeform 636">
                <a:extLst>
                  <a:ext uri="{FF2B5EF4-FFF2-40B4-BE49-F238E27FC236}">
                    <a16:creationId xmlns:a16="http://schemas.microsoft.com/office/drawing/2014/main" id="{A9087797-0089-4C1A-8D26-776E61C09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160"/>
                <a:ext cx="47" cy="50"/>
              </a:xfrm>
              <a:custGeom>
                <a:avLst/>
                <a:gdLst>
                  <a:gd name="T0" fmla="*/ 275 w 19"/>
                  <a:gd name="T1" fmla="*/ 0 h 20"/>
                  <a:gd name="T2" fmla="*/ 121 w 19"/>
                  <a:gd name="T3" fmla="*/ 0 h 20"/>
                  <a:gd name="T4" fmla="*/ 104 w 19"/>
                  <a:gd name="T5" fmla="*/ 63 h 20"/>
                  <a:gd name="T6" fmla="*/ 74 w 19"/>
                  <a:gd name="T7" fmla="*/ 270 h 20"/>
                  <a:gd name="T8" fmla="*/ 134 w 19"/>
                  <a:gd name="T9" fmla="*/ 313 h 20"/>
                  <a:gd name="T10" fmla="*/ 166 w 19"/>
                  <a:gd name="T11" fmla="*/ 300 h 20"/>
                  <a:gd name="T12" fmla="*/ 257 w 19"/>
                  <a:gd name="T13" fmla="*/ 188 h 20"/>
                  <a:gd name="T14" fmla="*/ 287 w 19"/>
                  <a:gd name="T15" fmla="*/ 83 h 20"/>
                  <a:gd name="T16" fmla="*/ 275 w 1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1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8" y="7"/>
                      <a:pt x="0" y="15"/>
                      <a:pt x="5" y="17"/>
                    </a:cubicBezTo>
                    <a:cubicBezTo>
                      <a:pt x="6" y="18"/>
                      <a:pt x="8" y="19"/>
                      <a:pt x="9" y="20"/>
                    </a:cubicBezTo>
                    <a:cubicBezTo>
                      <a:pt x="9" y="20"/>
                      <a:pt x="10" y="20"/>
                      <a:pt x="11" y="19"/>
                    </a:cubicBezTo>
                    <a:cubicBezTo>
                      <a:pt x="13" y="16"/>
                      <a:pt x="16" y="14"/>
                      <a:pt x="17" y="12"/>
                    </a:cubicBezTo>
                    <a:cubicBezTo>
                      <a:pt x="19" y="10"/>
                      <a:pt x="19" y="8"/>
                      <a:pt x="19" y="5"/>
                    </a:cubicBezTo>
                    <a:cubicBezTo>
                      <a:pt x="19" y="3"/>
                      <a:pt x="19" y="2"/>
                      <a:pt x="18" y="0"/>
                    </a:cubicBezTo>
                  </a:path>
                </a:pathLst>
              </a:custGeom>
              <a:solidFill>
                <a:srgbClr val="DDA0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1" name="Freeform 637">
                <a:extLst>
                  <a:ext uri="{FF2B5EF4-FFF2-40B4-BE49-F238E27FC236}">
                    <a16:creationId xmlns:a16="http://schemas.microsoft.com/office/drawing/2014/main" id="{46809BBC-FA39-4C71-BDA1-17E380FE6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160"/>
                <a:ext cx="25" cy="50"/>
              </a:xfrm>
              <a:custGeom>
                <a:avLst/>
                <a:gdLst>
                  <a:gd name="T0" fmla="*/ 145 w 10"/>
                  <a:gd name="T1" fmla="*/ 0 h 20"/>
                  <a:gd name="T2" fmla="*/ 63 w 10"/>
                  <a:gd name="T3" fmla="*/ 0 h 20"/>
                  <a:gd name="T4" fmla="*/ 63 w 10"/>
                  <a:gd name="T5" fmla="*/ 20 h 20"/>
                  <a:gd name="T6" fmla="*/ 63 w 10"/>
                  <a:gd name="T7" fmla="*/ 33 h 20"/>
                  <a:gd name="T8" fmla="*/ 63 w 10"/>
                  <a:gd name="T9" fmla="*/ 50 h 20"/>
                  <a:gd name="T10" fmla="*/ 33 w 10"/>
                  <a:gd name="T11" fmla="*/ 125 h 20"/>
                  <a:gd name="T12" fmla="*/ 0 w 10"/>
                  <a:gd name="T13" fmla="*/ 208 h 20"/>
                  <a:gd name="T14" fmla="*/ 20 w 10"/>
                  <a:gd name="T15" fmla="*/ 220 h 20"/>
                  <a:gd name="T16" fmla="*/ 95 w 10"/>
                  <a:gd name="T17" fmla="*/ 283 h 20"/>
                  <a:gd name="T18" fmla="*/ 145 w 10"/>
                  <a:gd name="T19" fmla="*/ 313 h 20"/>
                  <a:gd name="T20" fmla="*/ 145 w 10"/>
                  <a:gd name="T21" fmla="*/ 313 h 20"/>
                  <a:gd name="T22" fmla="*/ 145 w 10"/>
                  <a:gd name="T23" fmla="*/ 313 h 20"/>
                  <a:gd name="T24" fmla="*/ 158 w 10"/>
                  <a:gd name="T25" fmla="*/ 313 h 20"/>
                  <a:gd name="T26" fmla="*/ 95 w 10"/>
                  <a:gd name="T27" fmla="*/ 270 h 20"/>
                  <a:gd name="T28" fmla="*/ 125 w 10"/>
                  <a:gd name="T29" fmla="*/ 63 h 20"/>
                  <a:gd name="T30" fmla="*/ 145 w 10"/>
                  <a:gd name="T31" fmla="*/ 0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" h="20">
                    <a:moveTo>
                      <a:pt x="9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3" y="7"/>
                      <a:pt x="2" y="8"/>
                    </a:cubicBezTo>
                    <a:cubicBezTo>
                      <a:pt x="1" y="10"/>
                      <a:pt x="0" y="12"/>
                      <a:pt x="0" y="13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3" y="15"/>
                      <a:pt x="5" y="17"/>
                      <a:pt x="6" y="18"/>
                    </a:cubicBezTo>
                    <a:cubicBezTo>
                      <a:pt x="7" y="19"/>
                      <a:pt x="8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19"/>
                      <a:pt x="7" y="18"/>
                      <a:pt x="6" y="17"/>
                    </a:cubicBezTo>
                    <a:cubicBezTo>
                      <a:pt x="1" y="15"/>
                      <a:pt x="9" y="7"/>
                      <a:pt x="8" y="4"/>
                    </a:cubicBezTo>
                    <a:cubicBezTo>
                      <a:pt x="8" y="3"/>
                      <a:pt x="8" y="2"/>
                      <a:pt x="9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2" name="Freeform 638">
                <a:extLst>
                  <a:ext uri="{FF2B5EF4-FFF2-40B4-BE49-F238E27FC236}">
                    <a16:creationId xmlns:a16="http://schemas.microsoft.com/office/drawing/2014/main" id="{77334FA0-F675-4CB2-BF04-2E8E89496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188"/>
                <a:ext cx="52" cy="47"/>
              </a:xfrm>
              <a:custGeom>
                <a:avLst/>
                <a:gdLst>
                  <a:gd name="T0" fmla="*/ 74 w 21"/>
                  <a:gd name="T1" fmla="*/ 0 h 19"/>
                  <a:gd name="T2" fmla="*/ 30 w 21"/>
                  <a:gd name="T3" fmla="*/ 12 h 19"/>
                  <a:gd name="T4" fmla="*/ 0 w 21"/>
                  <a:gd name="T5" fmla="*/ 42 h 19"/>
                  <a:gd name="T6" fmla="*/ 0 w 21"/>
                  <a:gd name="T7" fmla="*/ 92 h 19"/>
                  <a:gd name="T8" fmla="*/ 30 w 21"/>
                  <a:gd name="T9" fmla="*/ 215 h 19"/>
                  <a:gd name="T10" fmla="*/ 134 w 21"/>
                  <a:gd name="T11" fmla="*/ 275 h 19"/>
                  <a:gd name="T12" fmla="*/ 215 w 21"/>
                  <a:gd name="T13" fmla="*/ 287 h 19"/>
                  <a:gd name="T14" fmla="*/ 215 w 21"/>
                  <a:gd name="T15" fmla="*/ 287 h 19"/>
                  <a:gd name="T16" fmla="*/ 287 w 21"/>
                  <a:gd name="T17" fmla="*/ 257 h 19"/>
                  <a:gd name="T18" fmla="*/ 319 w 21"/>
                  <a:gd name="T19" fmla="*/ 166 h 19"/>
                  <a:gd name="T20" fmla="*/ 319 w 21"/>
                  <a:gd name="T21" fmla="*/ 166 h 19"/>
                  <a:gd name="T22" fmla="*/ 307 w 21"/>
                  <a:gd name="T23" fmla="*/ 104 h 19"/>
                  <a:gd name="T24" fmla="*/ 245 w 21"/>
                  <a:gd name="T25" fmla="*/ 62 h 19"/>
                  <a:gd name="T26" fmla="*/ 134 w 21"/>
                  <a:gd name="T27" fmla="*/ 12 h 19"/>
                  <a:gd name="T28" fmla="*/ 134 w 21"/>
                  <a:gd name="T29" fmla="*/ 12 h 19"/>
                  <a:gd name="T30" fmla="*/ 74 w 21"/>
                  <a:gd name="T31" fmla="*/ 0 h 19"/>
                  <a:gd name="T32" fmla="*/ 74 w 21"/>
                  <a:gd name="T33" fmla="*/ 0 h 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19">
                    <a:moveTo>
                      <a:pt x="5" y="0"/>
                    </a:moveTo>
                    <a:cubicBezTo>
                      <a:pt x="4" y="0"/>
                      <a:pt x="2" y="1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9"/>
                      <a:pt x="0" y="12"/>
                      <a:pt x="2" y="14"/>
                    </a:cubicBezTo>
                    <a:cubicBezTo>
                      <a:pt x="3" y="16"/>
                      <a:pt x="5" y="18"/>
                      <a:pt x="9" y="18"/>
                    </a:cubicBezTo>
                    <a:cubicBezTo>
                      <a:pt x="11" y="19"/>
                      <a:pt x="12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6" y="19"/>
                      <a:pt x="18" y="18"/>
                      <a:pt x="19" y="17"/>
                    </a:cubicBezTo>
                    <a:cubicBezTo>
                      <a:pt x="20" y="16"/>
                      <a:pt x="21" y="14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9"/>
                      <a:pt x="21" y="8"/>
                      <a:pt x="20" y="7"/>
                    </a:cubicBezTo>
                    <a:cubicBezTo>
                      <a:pt x="19" y="6"/>
                      <a:pt x="18" y="5"/>
                      <a:pt x="16" y="4"/>
                    </a:cubicBezTo>
                    <a:cubicBezTo>
                      <a:pt x="14" y="2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DDA0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3" name="Freeform 639">
                <a:extLst>
                  <a:ext uri="{FF2B5EF4-FFF2-40B4-BE49-F238E27FC236}">
                    <a16:creationId xmlns:a16="http://schemas.microsoft.com/office/drawing/2014/main" id="{FB6EA44D-E9D1-4856-85CE-88C29B31C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160"/>
                <a:ext cx="60" cy="55"/>
              </a:xfrm>
              <a:custGeom>
                <a:avLst/>
                <a:gdLst>
                  <a:gd name="T0" fmla="*/ 375 w 24"/>
                  <a:gd name="T1" fmla="*/ 0 h 22"/>
                  <a:gd name="T2" fmla="*/ 333 w 24"/>
                  <a:gd name="T3" fmla="*/ 0 h 22"/>
                  <a:gd name="T4" fmla="*/ 345 w 24"/>
                  <a:gd name="T5" fmla="*/ 83 h 22"/>
                  <a:gd name="T6" fmla="*/ 313 w 24"/>
                  <a:gd name="T7" fmla="*/ 188 h 22"/>
                  <a:gd name="T8" fmla="*/ 220 w 24"/>
                  <a:gd name="T9" fmla="*/ 300 h 22"/>
                  <a:gd name="T10" fmla="*/ 188 w 24"/>
                  <a:gd name="T11" fmla="*/ 313 h 22"/>
                  <a:gd name="T12" fmla="*/ 175 w 24"/>
                  <a:gd name="T13" fmla="*/ 313 h 22"/>
                  <a:gd name="T14" fmla="*/ 175 w 24"/>
                  <a:gd name="T15" fmla="*/ 313 h 22"/>
                  <a:gd name="T16" fmla="*/ 175 w 24"/>
                  <a:gd name="T17" fmla="*/ 313 h 22"/>
                  <a:gd name="T18" fmla="*/ 125 w 24"/>
                  <a:gd name="T19" fmla="*/ 283 h 22"/>
                  <a:gd name="T20" fmla="*/ 50 w 24"/>
                  <a:gd name="T21" fmla="*/ 220 h 22"/>
                  <a:gd name="T22" fmla="*/ 33 w 24"/>
                  <a:gd name="T23" fmla="*/ 208 h 22"/>
                  <a:gd name="T24" fmla="*/ 63 w 24"/>
                  <a:gd name="T25" fmla="*/ 125 h 22"/>
                  <a:gd name="T26" fmla="*/ 95 w 24"/>
                  <a:gd name="T27" fmla="*/ 50 h 22"/>
                  <a:gd name="T28" fmla="*/ 95 w 24"/>
                  <a:gd name="T29" fmla="*/ 33 h 22"/>
                  <a:gd name="T30" fmla="*/ 95 w 24"/>
                  <a:gd name="T31" fmla="*/ 20 h 22"/>
                  <a:gd name="T32" fmla="*/ 95 w 24"/>
                  <a:gd name="T33" fmla="*/ 0 h 22"/>
                  <a:gd name="T34" fmla="*/ 63 w 24"/>
                  <a:gd name="T35" fmla="*/ 0 h 22"/>
                  <a:gd name="T36" fmla="*/ 63 w 24"/>
                  <a:gd name="T37" fmla="*/ 20 h 22"/>
                  <a:gd name="T38" fmla="*/ 63 w 24"/>
                  <a:gd name="T39" fmla="*/ 50 h 22"/>
                  <a:gd name="T40" fmla="*/ 63 w 24"/>
                  <a:gd name="T41" fmla="*/ 50 h 22"/>
                  <a:gd name="T42" fmla="*/ 33 w 24"/>
                  <a:gd name="T43" fmla="*/ 113 h 22"/>
                  <a:gd name="T44" fmla="*/ 0 w 24"/>
                  <a:gd name="T45" fmla="*/ 208 h 22"/>
                  <a:gd name="T46" fmla="*/ 33 w 24"/>
                  <a:gd name="T47" fmla="*/ 250 h 22"/>
                  <a:gd name="T48" fmla="*/ 113 w 24"/>
                  <a:gd name="T49" fmla="*/ 313 h 22"/>
                  <a:gd name="T50" fmla="*/ 175 w 24"/>
                  <a:gd name="T51" fmla="*/ 345 h 22"/>
                  <a:gd name="T52" fmla="*/ 238 w 24"/>
                  <a:gd name="T53" fmla="*/ 313 h 22"/>
                  <a:gd name="T54" fmla="*/ 345 w 24"/>
                  <a:gd name="T55" fmla="*/ 208 h 22"/>
                  <a:gd name="T56" fmla="*/ 375 w 24"/>
                  <a:gd name="T57" fmla="*/ 83 h 22"/>
                  <a:gd name="T58" fmla="*/ 375 w 24"/>
                  <a:gd name="T59" fmla="*/ 0 h 2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4" h="22">
                    <a:moveTo>
                      <a:pt x="24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2" y="2"/>
                      <a:pt x="22" y="3"/>
                      <a:pt x="22" y="5"/>
                    </a:cubicBezTo>
                    <a:cubicBezTo>
                      <a:pt x="22" y="8"/>
                      <a:pt x="22" y="10"/>
                      <a:pt x="20" y="12"/>
                    </a:cubicBezTo>
                    <a:cubicBezTo>
                      <a:pt x="19" y="14"/>
                      <a:pt x="16" y="16"/>
                      <a:pt x="14" y="19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0" y="20"/>
                      <a:pt x="9" y="19"/>
                      <a:pt x="8" y="18"/>
                    </a:cubicBezTo>
                    <a:cubicBezTo>
                      <a:pt x="7" y="17"/>
                      <a:pt x="5" y="15"/>
                      <a:pt x="3" y="14"/>
                    </a:cubicBezTo>
                    <a:cubicBezTo>
                      <a:pt x="2" y="14"/>
                      <a:pt x="2" y="14"/>
                      <a:pt x="2" y="13"/>
                    </a:cubicBezTo>
                    <a:cubicBezTo>
                      <a:pt x="2" y="12"/>
                      <a:pt x="3" y="10"/>
                      <a:pt x="4" y="8"/>
                    </a:cubicBezTo>
                    <a:cubicBezTo>
                      <a:pt x="5" y="7"/>
                      <a:pt x="6" y="5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6"/>
                      <a:pt x="2" y="7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4"/>
                      <a:pt x="1" y="16"/>
                      <a:pt x="2" y="16"/>
                    </a:cubicBezTo>
                    <a:cubicBezTo>
                      <a:pt x="4" y="17"/>
                      <a:pt x="5" y="18"/>
                      <a:pt x="7" y="20"/>
                    </a:cubicBezTo>
                    <a:cubicBezTo>
                      <a:pt x="8" y="21"/>
                      <a:pt x="9" y="22"/>
                      <a:pt x="11" y="22"/>
                    </a:cubicBezTo>
                    <a:cubicBezTo>
                      <a:pt x="13" y="22"/>
                      <a:pt x="14" y="21"/>
                      <a:pt x="15" y="20"/>
                    </a:cubicBezTo>
                    <a:cubicBezTo>
                      <a:pt x="18" y="17"/>
                      <a:pt x="20" y="15"/>
                      <a:pt x="22" y="13"/>
                    </a:cubicBezTo>
                    <a:cubicBezTo>
                      <a:pt x="23" y="11"/>
                      <a:pt x="24" y="8"/>
                      <a:pt x="24" y="5"/>
                    </a:cubicBezTo>
                    <a:cubicBezTo>
                      <a:pt x="24" y="3"/>
                      <a:pt x="24" y="2"/>
                      <a:pt x="24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4" name="Freeform 640">
                <a:extLst>
                  <a:ext uri="{FF2B5EF4-FFF2-40B4-BE49-F238E27FC236}">
                    <a16:creationId xmlns:a16="http://schemas.microsoft.com/office/drawing/2014/main" id="{07366DBF-8098-45E8-B31A-CFA76C13F8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3183"/>
                <a:ext cx="62" cy="57"/>
              </a:xfrm>
              <a:custGeom>
                <a:avLst/>
                <a:gdLst>
                  <a:gd name="T0" fmla="*/ 246 w 25"/>
                  <a:gd name="T1" fmla="*/ 320 h 23"/>
                  <a:gd name="T2" fmla="*/ 166 w 25"/>
                  <a:gd name="T3" fmla="*/ 307 h 23"/>
                  <a:gd name="T4" fmla="*/ 62 w 25"/>
                  <a:gd name="T5" fmla="*/ 245 h 23"/>
                  <a:gd name="T6" fmla="*/ 30 w 25"/>
                  <a:gd name="T7" fmla="*/ 124 h 23"/>
                  <a:gd name="T8" fmla="*/ 30 w 25"/>
                  <a:gd name="T9" fmla="*/ 74 h 23"/>
                  <a:gd name="T10" fmla="*/ 62 w 25"/>
                  <a:gd name="T11" fmla="*/ 42 h 23"/>
                  <a:gd name="T12" fmla="*/ 104 w 25"/>
                  <a:gd name="T13" fmla="*/ 30 h 23"/>
                  <a:gd name="T14" fmla="*/ 104 w 25"/>
                  <a:gd name="T15" fmla="*/ 30 h 23"/>
                  <a:gd name="T16" fmla="*/ 166 w 25"/>
                  <a:gd name="T17" fmla="*/ 42 h 23"/>
                  <a:gd name="T18" fmla="*/ 166 w 25"/>
                  <a:gd name="T19" fmla="*/ 42 h 23"/>
                  <a:gd name="T20" fmla="*/ 278 w 25"/>
                  <a:gd name="T21" fmla="*/ 92 h 23"/>
                  <a:gd name="T22" fmla="*/ 337 w 25"/>
                  <a:gd name="T23" fmla="*/ 136 h 23"/>
                  <a:gd name="T24" fmla="*/ 350 w 25"/>
                  <a:gd name="T25" fmla="*/ 196 h 23"/>
                  <a:gd name="T26" fmla="*/ 350 w 25"/>
                  <a:gd name="T27" fmla="*/ 196 h 23"/>
                  <a:gd name="T28" fmla="*/ 320 w 25"/>
                  <a:gd name="T29" fmla="*/ 287 h 23"/>
                  <a:gd name="T30" fmla="*/ 246 w 25"/>
                  <a:gd name="T31" fmla="*/ 320 h 23"/>
                  <a:gd name="T32" fmla="*/ 246 w 25"/>
                  <a:gd name="T33" fmla="*/ 320 h 23"/>
                  <a:gd name="T34" fmla="*/ 166 w 25"/>
                  <a:gd name="T35" fmla="*/ 30 h 23"/>
                  <a:gd name="T36" fmla="*/ 166 w 25"/>
                  <a:gd name="T37" fmla="*/ 30 h 23"/>
                  <a:gd name="T38" fmla="*/ 166 w 25"/>
                  <a:gd name="T39" fmla="*/ 30 h 23"/>
                  <a:gd name="T40" fmla="*/ 104 w 25"/>
                  <a:gd name="T41" fmla="*/ 0 h 23"/>
                  <a:gd name="T42" fmla="*/ 30 w 25"/>
                  <a:gd name="T43" fmla="*/ 30 h 23"/>
                  <a:gd name="T44" fmla="*/ 0 w 25"/>
                  <a:gd name="T45" fmla="*/ 62 h 23"/>
                  <a:gd name="T46" fmla="*/ 0 w 25"/>
                  <a:gd name="T47" fmla="*/ 124 h 23"/>
                  <a:gd name="T48" fmla="*/ 30 w 25"/>
                  <a:gd name="T49" fmla="*/ 258 h 23"/>
                  <a:gd name="T50" fmla="*/ 166 w 25"/>
                  <a:gd name="T51" fmla="*/ 337 h 23"/>
                  <a:gd name="T52" fmla="*/ 246 w 25"/>
                  <a:gd name="T53" fmla="*/ 349 h 23"/>
                  <a:gd name="T54" fmla="*/ 246 w 25"/>
                  <a:gd name="T55" fmla="*/ 349 h 23"/>
                  <a:gd name="T56" fmla="*/ 337 w 25"/>
                  <a:gd name="T57" fmla="*/ 320 h 23"/>
                  <a:gd name="T58" fmla="*/ 382 w 25"/>
                  <a:gd name="T59" fmla="*/ 196 h 23"/>
                  <a:gd name="T60" fmla="*/ 382 w 25"/>
                  <a:gd name="T61" fmla="*/ 196 h 23"/>
                  <a:gd name="T62" fmla="*/ 350 w 25"/>
                  <a:gd name="T63" fmla="*/ 104 h 23"/>
                  <a:gd name="T64" fmla="*/ 166 w 25"/>
                  <a:gd name="T65" fmla="*/ 12 h 23"/>
                  <a:gd name="T66" fmla="*/ 166 w 25"/>
                  <a:gd name="T67" fmla="*/ 12 h 23"/>
                  <a:gd name="T68" fmla="*/ 166 w 25"/>
                  <a:gd name="T69" fmla="*/ 12 h 23"/>
                  <a:gd name="T70" fmla="*/ 104 w 25"/>
                  <a:gd name="T71" fmla="*/ 0 h 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5" h="23">
                    <a:moveTo>
                      <a:pt x="16" y="21"/>
                    </a:moveTo>
                    <a:cubicBezTo>
                      <a:pt x="14" y="21"/>
                      <a:pt x="13" y="21"/>
                      <a:pt x="11" y="20"/>
                    </a:cubicBezTo>
                    <a:cubicBezTo>
                      <a:pt x="7" y="20"/>
                      <a:pt x="5" y="18"/>
                      <a:pt x="4" y="16"/>
                    </a:cubicBezTo>
                    <a:cubicBezTo>
                      <a:pt x="2" y="14"/>
                      <a:pt x="2" y="11"/>
                      <a:pt x="2" y="8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4" y="3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10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6" y="4"/>
                      <a:pt x="18" y="6"/>
                    </a:cubicBezTo>
                    <a:cubicBezTo>
                      <a:pt x="20" y="7"/>
                      <a:pt x="21" y="8"/>
                      <a:pt x="22" y="9"/>
                    </a:cubicBezTo>
                    <a:cubicBezTo>
                      <a:pt x="23" y="10"/>
                      <a:pt x="23" y="11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6"/>
                      <a:pt x="22" y="18"/>
                      <a:pt x="21" y="19"/>
                    </a:cubicBezTo>
                    <a:cubicBezTo>
                      <a:pt x="20" y="20"/>
                      <a:pt x="18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moveTo>
                      <a:pt x="11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moveTo>
                      <a:pt x="7" y="0"/>
                    </a:moveTo>
                    <a:cubicBezTo>
                      <a:pt x="5" y="1"/>
                      <a:pt x="3" y="1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11"/>
                      <a:pt x="0" y="15"/>
                      <a:pt x="2" y="17"/>
                    </a:cubicBezTo>
                    <a:cubicBezTo>
                      <a:pt x="4" y="20"/>
                      <a:pt x="7" y="21"/>
                      <a:pt x="11" y="22"/>
                    </a:cubicBezTo>
                    <a:cubicBezTo>
                      <a:pt x="13" y="23"/>
                      <a:pt x="14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8" y="23"/>
                      <a:pt x="21" y="22"/>
                      <a:pt x="22" y="21"/>
                    </a:cubicBezTo>
                    <a:cubicBezTo>
                      <a:pt x="24" y="19"/>
                      <a:pt x="25" y="17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1"/>
                      <a:pt x="24" y="9"/>
                      <a:pt x="23" y="7"/>
                    </a:cubicBezTo>
                    <a:cubicBezTo>
                      <a:pt x="19" y="3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0"/>
                      <a:pt x="7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5" name="Freeform 641">
                <a:extLst>
                  <a:ext uri="{FF2B5EF4-FFF2-40B4-BE49-F238E27FC236}">
                    <a16:creationId xmlns:a16="http://schemas.microsoft.com/office/drawing/2014/main" id="{0A5716BA-2290-42ED-B082-60E1DA3B3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321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0 h 2"/>
                  <a:gd name="T4" fmla="*/ 0 w 2"/>
                  <a:gd name="T5" fmla="*/ 33 h 2"/>
                  <a:gd name="T6" fmla="*/ 33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6" name="Freeform 642">
                <a:extLst>
                  <a:ext uri="{FF2B5EF4-FFF2-40B4-BE49-F238E27FC236}">
                    <a16:creationId xmlns:a16="http://schemas.microsoft.com/office/drawing/2014/main" id="{0B1C6DAA-887B-4E7E-94A2-F3C3F9AD47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3" y="3203"/>
                <a:ext cx="18" cy="20"/>
              </a:xfrm>
              <a:custGeom>
                <a:avLst/>
                <a:gdLst>
                  <a:gd name="T0" fmla="*/ 21 w 7"/>
                  <a:gd name="T1" fmla="*/ 63 h 8"/>
                  <a:gd name="T2" fmla="*/ 0 w 7"/>
                  <a:gd name="T3" fmla="*/ 113 h 8"/>
                  <a:gd name="T4" fmla="*/ 0 w 7"/>
                  <a:gd name="T5" fmla="*/ 125 h 8"/>
                  <a:gd name="T6" fmla="*/ 33 w 7"/>
                  <a:gd name="T7" fmla="*/ 113 h 8"/>
                  <a:gd name="T8" fmla="*/ 33 w 7"/>
                  <a:gd name="T9" fmla="*/ 95 h 8"/>
                  <a:gd name="T10" fmla="*/ 33 w 7"/>
                  <a:gd name="T11" fmla="*/ 83 h 8"/>
                  <a:gd name="T12" fmla="*/ 33 w 7"/>
                  <a:gd name="T13" fmla="*/ 83 h 8"/>
                  <a:gd name="T14" fmla="*/ 21 w 7"/>
                  <a:gd name="T15" fmla="*/ 63 h 8"/>
                  <a:gd name="T16" fmla="*/ 100 w 7"/>
                  <a:gd name="T17" fmla="*/ 0 h 8"/>
                  <a:gd name="T18" fmla="*/ 85 w 7"/>
                  <a:gd name="T19" fmla="*/ 0 h 8"/>
                  <a:gd name="T20" fmla="*/ 54 w 7"/>
                  <a:gd name="T21" fmla="*/ 20 h 8"/>
                  <a:gd name="T22" fmla="*/ 67 w 7"/>
                  <a:gd name="T23" fmla="*/ 33 h 8"/>
                  <a:gd name="T24" fmla="*/ 85 w 7"/>
                  <a:gd name="T25" fmla="*/ 33 h 8"/>
                  <a:gd name="T26" fmla="*/ 100 w 7"/>
                  <a:gd name="T27" fmla="*/ 33 h 8"/>
                  <a:gd name="T28" fmla="*/ 118 w 7"/>
                  <a:gd name="T29" fmla="*/ 20 h 8"/>
                  <a:gd name="T30" fmla="*/ 100 w 7"/>
                  <a:gd name="T31" fmla="*/ 0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" h="8">
                    <a:moveTo>
                      <a:pt x="1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8"/>
                      <a:pt x="1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moveTo>
                      <a:pt x="6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7" name="Freeform 643">
                <a:extLst>
                  <a:ext uri="{FF2B5EF4-FFF2-40B4-BE49-F238E27FC236}">
                    <a16:creationId xmlns:a16="http://schemas.microsoft.com/office/drawing/2014/main" id="{4352D5A3-33B7-4D17-A6C1-5EC9E1AC9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160"/>
                <a:ext cx="28" cy="53"/>
              </a:xfrm>
              <a:custGeom>
                <a:avLst/>
                <a:gdLst>
                  <a:gd name="T0" fmla="*/ 84 w 11"/>
                  <a:gd name="T1" fmla="*/ 0 h 21"/>
                  <a:gd name="T2" fmla="*/ 51 w 11"/>
                  <a:gd name="T3" fmla="*/ 0 h 21"/>
                  <a:gd name="T4" fmla="*/ 0 w 11"/>
                  <a:gd name="T5" fmla="*/ 179 h 21"/>
                  <a:gd name="T6" fmla="*/ 20 w 11"/>
                  <a:gd name="T7" fmla="*/ 338 h 21"/>
                  <a:gd name="T8" fmla="*/ 33 w 11"/>
                  <a:gd name="T9" fmla="*/ 305 h 21"/>
                  <a:gd name="T10" fmla="*/ 117 w 11"/>
                  <a:gd name="T11" fmla="*/ 33 h 21"/>
                  <a:gd name="T12" fmla="*/ 84 w 11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1">
                    <a:moveTo>
                      <a:pt x="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7"/>
                      <a:pt x="0" y="11"/>
                    </a:cubicBezTo>
                    <a:cubicBezTo>
                      <a:pt x="0" y="15"/>
                      <a:pt x="1" y="18"/>
                      <a:pt x="1" y="21"/>
                    </a:cubicBezTo>
                    <a:cubicBezTo>
                      <a:pt x="2" y="20"/>
                      <a:pt x="2" y="20"/>
                      <a:pt x="2" y="19"/>
                    </a:cubicBezTo>
                    <a:cubicBezTo>
                      <a:pt x="5" y="14"/>
                      <a:pt x="11" y="8"/>
                      <a:pt x="7" y="2"/>
                    </a:cubicBezTo>
                    <a:cubicBezTo>
                      <a:pt x="7" y="2"/>
                      <a:pt x="6" y="1"/>
                      <a:pt x="5" y="0"/>
                    </a:cubicBezTo>
                  </a:path>
                </a:pathLst>
              </a:custGeom>
              <a:solidFill>
                <a:srgbClr val="D4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8" name="Freeform 644">
                <a:extLst>
                  <a:ext uri="{FF2B5EF4-FFF2-40B4-BE49-F238E27FC236}">
                    <a16:creationId xmlns:a16="http://schemas.microsoft.com/office/drawing/2014/main" id="{08C37E8A-FF5D-4E8F-8A83-ECA5A2CA8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205"/>
                <a:ext cx="20" cy="13"/>
              </a:xfrm>
              <a:custGeom>
                <a:avLst/>
                <a:gdLst>
                  <a:gd name="T0" fmla="*/ 50 w 8"/>
                  <a:gd name="T1" fmla="*/ 0 h 5"/>
                  <a:gd name="T2" fmla="*/ 0 w 8"/>
                  <a:gd name="T3" fmla="*/ 34 h 5"/>
                  <a:gd name="T4" fmla="*/ 33 w 8"/>
                  <a:gd name="T5" fmla="*/ 55 h 5"/>
                  <a:gd name="T6" fmla="*/ 50 w 8"/>
                  <a:gd name="T7" fmla="*/ 68 h 5"/>
                  <a:gd name="T8" fmla="*/ 50 w 8"/>
                  <a:gd name="T9" fmla="*/ 68 h 5"/>
                  <a:gd name="T10" fmla="*/ 83 w 8"/>
                  <a:gd name="T11" fmla="*/ 88 h 5"/>
                  <a:gd name="T12" fmla="*/ 125 w 8"/>
                  <a:gd name="T13" fmla="*/ 55 h 5"/>
                  <a:gd name="T14" fmla="*/ 95 w 8"/>
                  <a:gd name="T15" fmla="*/ 21 h 5"/>
                  <a:gd name="T16" fmla="*/ 83 w 8"/>
                  <a:gd name="T17" fmla="*/ 21 h 5"/>
                  <a:gd name="T18" fmla="*/ 63 w 8"/>
                  <a:gd name="T19" fmla="*/ 0 h 5"/>
                  <a:gd name="T20" fmla="*/ 50 w 8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6" y="5"/>
                      <a:pt x="7" y="4"/>
                      <a:pt x="8" y="3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9" name="Freeform 645">
                <a:extLst>
                  <a:ext uri="{FF2B5EF4-FFF2-40B4-BE49-F238E27FC236}">
                    <a16:creationId xmlns:a16="http://schemas.microsoft.com/office/drawing/2014/main" id="{51AE3913-4E35-463A-913F-3B13F318A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120"/>
                <a:ext cx="260" cy="40"/>
              </a:xfrm>
              <a:custGeom>
                <a:avLst/>
                <a:gdLst>
                  <a:gd name="T0" fmla="*/ 583 w 104"/>
                  <a:gd name="T1" fmla="*/ 0 h 16"/>
                  <a:gd name="T2" fmla="*/ 208 w 104"/>
                  <a:gd name="T3" fmla="*/ 0 h 16"/>
                  <a:gd name="T4" fmla="*/ 0 w 104"/>
                  <a:gd name="T5" fmla="*/ 250 h 16"/>
                  <a:gd name="T6" fmla="*/ 33 w 104"/>
                  <a:gd name="T7" fmla="*/ 250 h 16"/>
                  <a:gd name="T8" fmla="*/ 863 w 104"/>
                  <a:gd name="T9" fmla="*/ 250 h 16"/>
                  <a:gd name="T10" fmla="*/ 895 w 104"/>
                  <a:gd name="T11" fmla="*/ 250 h 16"/>
                  <a:gd name="T12" fmla="*/ 970 w 104"/>
                  <a:gd name="T13" fmla="*/ 250 h 16"/>
                  <a:gd name="T14" fmla="*/ 1125 w 104"/>
                  <a:gd name="T15" fmla="*/ 250 h 16"/>
                  <a:gd name="T16" fmla="*/ 1175 w 104"/>
                  <a:gd name="T17" fmla="*/ 250 h 16"/>
                  <a:gd name="T18" fmla="*/ 1500 w 104"/>
                  <a:gd name="T19" fmla="*/ 250 h 16"/>
                  <a:gd name="T20" fmla="*/ 1625 w 104"/>
                  <a:gd name="T21" fmla="*/ 83 h 16"/>
                  <a:gd name="T22" fmla="*/ 583 w 104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4" h="16">
                    <a:moveTo>
                      <a:pt x="37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2"/>
                      <a:pt x="4" y="7"/>
                      <a:pt x="0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96" y="16"/>
                      <a:pt x="96" y="16"/>
                      <a:pt x="96" y="16"/>
                    </a:cubicBezTo>
                    <a:cubicBezTo>
                      <a:pt x="99" y="12"/>
                      <a:pt x="101" y="8"/>
                      <a:pt x="104" y="5"/>
                    </a:cubicBezTo>
                    <a:cubicBezTo>
                      <a:pt x="90" y="4"/>
                      <a:pt x="58" y="1"/>
                      <a:pt x="37" y="0"/>
                    </a:cubicBezTo>
                  </a:path>
                </a:pathLst>
              </a:custGeom>
              <a:solidFill>
                <a:srgbClr val="98C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0" name="Freeform 646">
                <a:extLst>
                  <a:ext uri="{FF2B5EF4-FFF2-40B4-BE49-F238E27FC236}">
                    <a16:creationId xmlns:a16="http://schemas.microsoft.com/office/drawing/2014/main" id="{1F7A4177-1805-4CC0-9C9F-DB48AC250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080"/>
                <a:ext cx="295" cy="70"/>
              </a:xfrm>
              <a:custGeom>
                <a:avLst/>
                <a:gdLst>
                  <a:gd name="T0" fmla="*/ 220 w 118"/>
                  <a:gd name="T1" fmla="*/ 0 h 28"/>
                  <a:gd name="T2" fmla="*/ 208 w 118"/>
                  <a:gd name="T3" fmla="*/ 0 h 28"/>
                  <a:gd name="T4" fmla="*/ 175 w 118"/>
                  <a:gd name="T5" fmla="*/ 33 h 28"/>
                  <a:gd name="T6" fmla="*/ 83 w 118"/>
                  <a:gd name="T7" fmla="*/ 125 h 28"/>
                  <a:gd name="T8" fmla="*/ 0 w 118"/>
                  <a:gd name="T9" fmla="*/ 250 h 28"/>
                  <a:gd name="T10" fmla="*/ 175 w 118"/>
                  <a:gd name="T11" fmla="*/ 250 h 28"/>
                  <a:gd name="T12" fmla="*/ 208 w 118"/>
                  <a:gd name="T13" fmla="*/ 220 h 28"/>
                  <a:gd name="T14" fmla="*/ 550 w 118"/>
                  <a:gd name="T15" fmla="*/ 250 h 28"/>
                  <a:gd name="T16" fmla="*/ 1658 w 118"/>
                  <a:gd name="T17" fmla="*/ 250 h 28"/>
                  <a:gd name="T18" fmla="*/ 1750 w 118"/>
                  <a:gd name="T19" fmla="*/ 188 h 28"/>
                  <a:gd name="T20" fmla="*/ 1800 w 118"/>
                  <a:gd name="T21" fmla="*/ 375 h 28"/>
                  <a:gd name="T22" fmla="*/ 1845 w 118"/>
                  <a:gd name="T23" fmla="*/ 438 h 28"/>
                  <a:gd name="T24" fmla="*/ 1845 w 118"/>
                  <a:gd name="T25" fmla="*/ 375 h 28"/>
                  <a:gd name="T26" fmla="*/ 1845 w 118"/>
                  <a:gd name="T27" fmla="*/ 345 h 28"/>
                  <a:gd name="T28" fmla="*/ 1800 w 118"/>
                  <a:gd name="T29" fmla="*/ 158 h 28"/>
                  <a:gd name="T30" fmla="*/ 1675 w 118"/>
                  <a:gd name="T31" fmla="*/ 113 h 28"/>
                  <a:gd name="T32" fmla="*/ 425 w 118"/>
                  <a:gd name="T33" fmla="*/ 20 h 28"/>
                  <a:gd name="T34" fmla="*/ 220 w 118"/>
                  <a:gd name="T35" fmla="*/ 0 h 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8" h="28">
                    <a:moveTo>
                      <a:pt x="14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2" y="1"/>
                      <a:pt x="11" y="2"/>
                    </a:cubicBezTo>
                    <a:cubicBezTo>
                      <a:pt x="9" y="3"/>
                      <a:pt x="7" y="5"/>
                      <a:pt x="5" y="8"/>
                    </a:cubicBezTo>
                    <a:cubicBezTo>
                      <a:pt x="3" y="10"/>
                      <a:pt x="1" y="12"/>
                      <a:pt x="0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3" y="14"/>
                      <a:pt x="13" y="14"/>
                    </a:cubicBezTo>
                    <a:cubicBezTo>
                      <a:pt x="13" y="14"/>
                      <a:pt x="22" y="15"/>
                      <a:pt x="35" y="16"/>
                    </a:cubicBezTo>
                    <a:cubicBezTo>
                      <a:pt x="106" y="16"/>
                      <a:pt x="106" y="16"/>
                      <a:pt x="106" y="16"/>
                    </a:cubicBezTo>
                    <a:cubicBezTo>
                      <a:pt x="109" y="13"/>
                      <a:pt x="111" y="12"/>
                      <a:pt x="112" y="12"/>
                    </a:cubicBezTo>
                    <a:cubicBezTo>
                      <a:pt x="114" y="12"/>
                      <a:pt x="116" y="16"/>
                      <a:pt x="115" y="24"/>
                    </a:cubicBezTo>
                    <a:cubicBezTo>
                      <a:pt x="116" y="25"/>
                      <a:pt x="117" y="26"/>
                      <a:pt x="118" y="28"/>
                    </a:cubicBezTo>
                    <a:cubicBezTo>
                      <a:pt x="118" y="27"/>
                      <a:pt x="118" y="25"/>
                      <a:pt x="118" y="24"/>
                    </a:cubicBezTo>
                    <a:cubicBezTo>
                      <a:pt x="118" y="23"/>
                      <a:pt x="118" y="23"/>
                      <a:pt x="118" y="22"/>
                    </a:cubicBezTo>
                    <a:cubicBezTo>
                      <a:pt x="118" y="15"/>
                      <a:pt x="117" y="12"/>
                      <a:pt x="115" y="10"/>
                    </a:cubicBezTo>
                    <a:cubicBezTo>
                      <a:pt x="113" y="8"/>
                      <a:pt x="111" y="7"/>
                      <a:pt x="107" y="7"/>
                    </a:cubicBezTo>
                    <a:cubicBezTo>
                      <a:pt x="102" y="6"/>
                      <a:pt x="52" y="3"/>
                      <a:pt x="27" y="1"/>
                    </a:cubicBezTo>
                    <a:cubicBezTo>
                      <a:pt x="20" y="0"/>
                      <a:pt x="15" y="0"/>
                      <a:pt x="14" y="0"/>
                    </a:cubicBezTo>
                  </a:path>
                </a:pathLst>
              </a:custGeom>
              <a:solidFill>
                <a:srgbClr val="E5C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1" name="Freeform 647">
                <a:extLst>
                  <a:ext uri="{FF2B5EF4-FFF2-40B4-BE49-F238E27FC236}">
                    <a16:creationId xmlns:a16="http://schemas.microsoft.com/office/drawing/2014/main" id="{377785D0-BC37-4212-936B-71DB3FA2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160"/>
                <a:ext cx="8" cy="28"/>
              </a:xfrm>
              <a:custGeom>
                <a:avLst/>
                <a:gdLst>
                  <a:gd name="T0" fmla="*/ 56 w 3"/>
                  <a:gd name="T1" fmla="*/ 0 h 11"/>
                  <a:gd name="T2" fmla="*/ 21 w 3"/>
                  <a:gd name="T3" fmla="*/ 0 h 11"/>
                  <a:gd name="T4" fmla="*/ 0 w 3"/>
                  <a:gd name="T5" fmla="*/ 130 h 11"/>
                  <a:gd name="T6" fmla="*/ 0 w 3"/>
                  <a:gd name="T7" fmla="*/ 181 h 11"/>
                  <a:gd name="T8" fmla="*/ 56 w 3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1" y="7"/>
                      <a:pt x="2" y="3"/>
                      <a:pt x="3" y="0"/>
                    </a:cubicBezTo>
                  </a:path>
                </a:pathLst>
              </a:custGeom>
              <a:solidFill>
                <a:srgbClr val="E9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2" name="Freeform 648">
                <a:extLst>
                  <a:ext uri="{FF2B5EF4-FFF2-40B4-BE49-F238E27FC236}">
                    <a16:creationId xmlns:a16="http://schemas.microsoft.com/office/drawing/2014/main" id="{8A5309F6-0E40-46AF-9178-F5E964D90C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06" y="3120"/>
                <a:ext cx="275" cy="40"/>
              </a:xfrm>
              <a:custGeom>
                <a:avLst/>
                <a:gdLst>
                  <a:gd name="T0" fmla="*/ 238 w 110"/>
                  <a:gd name="T1" fmla="*/ 0 h 16"/>
                  <a:gd name="T2" fmla="*/ 63 w 110"/>
                  <a:gd name="T3" fmla="*/ 0 h 16"/>
                  <a:gd name="T4" fmla="*/ 0 w 110"/>
                  <a:gd name="T5" fmla="*/ 250 h 16"/>
                  <a:gd name="T6" fmla="*/ 33 w 110"/>
                  <a:gd name="T7" fmla="*/ 250 h 16"/>
                  <a:gd name="T8" fmla="*/ 238 w 110"/>
                  <a:gd name="T9" fmla="*/ 0 h 16"/>
                  <a:gd name="T10" fmla="*/ 1720 w 110"/>
                  <a:gd name="T11" fmla="*/ 0 h 16"/>
                  <a:gd name="T12" fmla="*/ 613 w 110"/>
                  <a:gd name="T13" fmla="*/ 0 h 16"/>
                  <a:gd name="T14" fmla="*/ 1658 w 110"/>
                  <a:gd name="T15" fmla="*/ 83 h 16"/>
                  <a:gd name="T16" fmla="*/ 1720 w 110"/>
                  <a:gd name="T17" fmla="*/ 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16">
                    <a:moveTo>
                      <a:pt x="1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4"/>
                      <a:pt x="0" y="10"/>
                      <a:pt x="0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6" y="7"/>
                      <a:pt x="11" y="2"/>
                      <a:pt x="15" y="0"/>
                    </a:cubicBezTo>
                    <a:moveTo>
                      <a:pt x="110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60" y="1"/>
                      <a:pt x="92" y="4"/>
                      <a:pt x="106" y="5"/>
                    </a:cubicBezTo>
                    <a:cubicBezTo>
                      <a:pt x="107" y="3"/>
                      <a:pt x="109" y="1"/>
                      <a:pt x="110" y="0"/>
                    </a:cubicBezTo>
                  </a:path>
                </a:pathLst>
              </a:custGeom>
              <a:solidFill>
                <a:srgbClr val="D0E6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3" name="Freeform 649">
                <a:extLst>
                  <a:ext uri="{FF2B5EF4-FFF2-40B4-BE49-F238E27FC236}">
                    <a16:creationId xmlns:a16="http://schemas.microsoft.com/office/drawing/2014/main" id="{7F301B41-0563-44D6-A8BB-D2DAA83B8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160"/>
                <a:ext cx="600" cy="118"/>
              </a:xfrm>
              <a:custGeom>
                <a:avLst/>
                <a:gdLst>
                  <a:gd name="T0" fmla="*/ 3750 w 240"/>
                  <a:gd name="T1" fmla="*/ 0 h 47"/>
                  <a:gd name="T2" fmla="*/ 2063 w 240"/>
                  <a:gd name="T3" fmla="*/ 0 h 47"/>
                  <a:gd name="T4" fmla="*/ 2125 w 240"/>
                  <a:gd name="T5" fmla="*/ 95 h 47"/>
                  <a:gd name="T6" fmla="*/ 2113 w 240"/>
                  <a:gd name="T7" fmla="*/ 113 h 47"/>
                  <a:gd name="T8" fmla="*/ 2113 w 240"/>
                  <a:gd name="T9" fmla="*/ 113 h 47"/>
                  <a:gd name="T10" fmla="*/ 2125 w 240"/>
                  <a:gd name="T11" fmla="*/ 95 h 47"/>
                  <a:gd name="T12" fmla="*/ 2175 w 240"/>
                  <a:gd name="T13" fmla="*/ 251 h 47"/>
                  <a:gd name="T14" fmla="*/ 2083 w 240"/>
                  <a:gd name="T15" fmla="*/ 379 h 47"/>
                  <a:gd name="T16" fmla="*/ 1958 w 240"/>
                  <a:gd name="T17" fmla="*/ 409 h 47"/>
                  <a:gd name="T18" fmla="*/ 1938 w 240"/>
                  <a:gd name="T19" fmla="*/ 409 h 47"/>
                  <a:gd name="T20" fmla="*/ 1875 w 240"/>
                  <a:gd name="T21" fmla="*/ 397 h 47"/>
                  <a:gd name="T22" fmla="*/ 1833 w 240"/>
                  <a:gd name="T23" fmla="*/ 334 h 47"/>
                  <a:gd name="T24" fmla="*/ 1770 w 240"/>
                  <a:gd name="T25" fmla="*/ 188 h 47"/>
                  <a:gd name="T26" fmla="*/ 1750 w 240"/>
                  <a:gd name="T27" fmla="*/ 113 h 47"/>
                  <a:gd name="T28" fmla="*/ 1783 w 240"/>
                  <a:gd name="T29" fmla="*/ 0 h 47"/>
                  <a:gd name="T30" fmla="*/ 50 w 240"/>
                  <a:gd name="T31" fmla="*/ 0 h 47"/>
                  <a:gd name="T32" fmla="*/ 0 w 240"/>
                  <a:gd name="T33" fmla="*/ 743 h 47"/>
                  <a:gd name="T34" fmla="*/ 3408 w 240"/>
                  <a:gd name="T35" fmla="*/ 743 h 47"/>
                  <a:gd name="T36" fmla="*/ 3425 w 240"/>
                  <a:gd name="T37" fmla="*/ 726 h 47"/>
                  <a:gd name="T38" fmla="*/ 3750 w 240"/>
                  <a:gd name="T39" fmla="*/ 0 h 4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0" h="47">
                    <a:moveTo>
                      <a:pt x="240" y="0"/>
                    </a:moveTo>
                    <a:cubicBezTo>
                      <a:pt x="132" y="0"/>
                      <a:pt x="132" y="0"/>
                      <a:pt x="132" y="0"/>
                    </a:cubicBezTo>
                    <a:cubicBezTo>
                      <a:pt x="133" y="2"/>
                      <a:pt x="135" y="5"/>
                      <a:pt x="136" y="6"/>
                    </a:cubicBezTo>
                    <a:cubicBezTo>
                      <a:pt x="135" y="7"/>
                      <a:pt x="135" y="7"/>
                      <a:pt x="135" y="7"/>
                    </a:cubicBezTo>
                    <a:cubicBezTo>
                      <a:pt x="135" y="7"/>
                      <a:pt x="135" y="7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8" y="10"/>
                      <a:pt x="139" y="13"/>
                      <a:pt x="139" y="16"/>
                    </a:cubicBezTo>
                    <a:cubicBezTo>
                      <a:pt x="139" y="20"/>
                      <a:pt x="136" y="23"/>
                      <a:pt x="133" y="24"/>
                    </a:cubicBezTo>
                    <a:cubicBezTo>
                      <a:pt x="131" y="26"/>
                      <a:pt x="127" y="26"/>
                      <a:pt x="125" y="26"/>
                    </a:cubicBezTo>
                    <a:cubicBezTo>
                      <a:pt x="124" y="26"/>
                      <a:pt x="124" y="26"/>
                      <a:pt x="124" y="26"/>
                    </a:cubicBezTo>
                    <a:cubicBezTo>
                      <a:pt x="122" y="26"/>
                      <a:pt x="121" y="26"/>
                      <a:pt x="120" y="25"/>
                    </a:cubicBezTo>
                    <a:cubicBezTo>
                      <a:pt x="119" y="24"/>
                      <a:pt x="118" y="22"/>
                      <a:pt x="117" y="21"/>
                    </a:cubicBezTo>
                    <a:cubicBezTo>
                      <a:pt x="115" y="18"/>
                      <a:pt x="114" y="15"/>
                      <a:pt x="113" y="12"/>
                    </a:cubicBezTo>
                    <a:cubicBezTo>
                      <a:pt x="112" y="10"/>
                      <a:pt x="112" y="8"/>
                      <a:pt x="112" y="7"/>
                    </a:cubicBezTo>
                    <a:cubicBezTo>
                      <a:pt x="112" y="4"/>
                      <a:pt x="113" y="2"/>
                      <a:pt x="11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6"/>
                      <a:pt x="2" y="32"/>
                      <a:pt x="0" y="47"/>
                    </a:cubicBezTo>
                    <a:cubicBezTo>
                      <a:pt x="218" y="47"/>
                      <a:pt x="218" y="47"/>
                      <a:pt x="218" y="47"/>
                    </a:cubicBezTo>
                    <a:cubicBezTo>
                      <a:pt x="219" y="46"/>
                      <a:pt x="219" y="46"/>
                      <a:pt x="219" y="46"/>
                    </a:cubicBezTo>
                    <a:cubicBezTo>
                      <a:pt x="232" y="30"/>
                      <a:pt x="238" y="14"/>
                      <a:pt x="240" y="0"/>
                    </a:cubicBezTo>
                  </a:path>
                </a:pathLst>
              </a:custGeom>
              <a:solidFill>
                <a:srgbClr val="F4B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4" name="Freeform 650">
                <a:extLst>
                  <a:ext uri="{FF2B5EF4-FFF2-40B4-BE49-F238E27FC236}">
                    <a16:creationId xmlns:a16="http://schemas.microsoft.com/office/drawing/2014/main" id="{220F36E6-4BC0-4022-8018-8159E94E6B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6" y="3135"/>
                <a:ext cx="775" cy="143"/>
              </a:xfrm>
              <a:custGeom>
                <a:avLst/>
                <a:gdLst>
                  <a:gd name="T0" fmla="*/ 3938 w 310"/>
                  <a:gd name="T1" fmla="*/ 492 h 57"/>
                  <a:gd name="T2" fmla="*/ 3938 w 310"/>
                  <a:gd name="T3" fmla="*/ 492 h 57"/>
                  <a:gd name="T4" fmla="*/ 3938 w 310"/>
                  <a:gd name="T5" fmla="*/ 459 h 57"/>
                  <a:gd name="T6" fmla="*/ 3988 w 310"/>
                  <a:gd name="T7" fmla="*/ 379 h 57"/>
                  <a:gd name="T8" fmla="*/ 4050 w 310"/>
                  <a:gd name="T9" fmla="*/ 346 h 57"/>
                  <a:gd name="T10" fmla="*/ 4050 w 310"/>
                  <a:gd name="T11" fmla="*/ 346 h 57"/>
                  <a:gd name="T12" fmla="*/ 4113 w 310"/>
                  <a:gd name="T13" fmla="*/ 366 h 57"/>
                  <a:gd name="T14" fmla="*/ 4145 w 310"/>
                  <a:gd name="T15" fmla="*/ 409 h 57"/>
                  <a:gd name="T16" fmla="*/ 4113 w 310"/>
                  <a:gd name="T17" fmla="*/ 492 h 57"/>
                  <a:gd name="T18" fmla="*/ 4095 w 310"/>
                  <a:gd name="T19" fmla="*/ 492 h 57"/>
                  <a:gd name="T20" fmla="*/ 4113 w 310"/>
                  <a:gd name="T21" fmla="*/ 492 h 57"/>
                  <a:gd name="T22" fmla="*/ 4033 w 310"/>
                  <a:gd name="T23" fmla="*/ 534 h 57"/>
                  <a:gd name="T24" fmla="*/ 4033 w 310"/>
                  <a:gd name="T25" fmla="*/ 534 h 57"/>
                  <a:gd name="T26" fmla="*/ 3938 w 310"/>
                  <a:gd name="T27" fmla="*/ 492 h 57"/>
                  <a:gd name="T28" fmla="*/ 3938 w 310"/>
                  <a:gd name="T29" fmla="*/ 492 h 57"/>
                  <a:gd name="T30" fmla="*/ 4533 w 310"/>
                  <a:gd name="T31" fmla="*/ 271 h 57"/>
                  <a:gd name="T32" fmla="*/ 4583 w 310"/>
                  <a:gd name="T33" fmla="*/ 271 h 57"/>
                  <a:gd name="T34" fmla="*/ 4583 w 310"/>
                  <a:gd name="T35" fmla="*/ 271 h 57"/>
                  <a:gd name="T36" fmla="*/ 4708 w 310"/>
                  <a:gd name="T37" fmla="*/ 314 h 57"/>
                  <a:gd name="T38" fmla="*/ 4750 w 310"/>
                  <a:gd name="T39" fmla="*/ 442 h 57"/>
                  <a:gd name="T40" fmla="*/ 4738 w 310"/>
                  <a:gd name="T41" fmla="*/ 534 h 57"/>
                  <a:gd name="T42" fmla="*/ 4675 w 310"/>
                  <a:gd name="T43" fmla="*/ 585 h 57"/>
                  <a:gd name="T44" fmla="*/ 4613 w 310"/>
                  <a:gd name="T45" fmla="*/ 597 h 57"/>
                  <a:gd name="T46" fmla="*/ 4500 w 310"/>
                  <a:gd name="T47" fmla="*/ 597 h 57"/>
                  <a:gd name="T48" fmla="*/ 4500 w 310"/>
                  <a:gd name="T49" fmla="*/ 597 h 57"/>
                  <a:gd name="T50" fmla="*/ 4500 w 310"/>
                  <a:gd name="T51" fmla="*/ 597 h 57"/>
                  <a:gd name="T52" fmla="*/ 4500 w 310"/>
                  <a:gd name="T53" fmla="*/ 597 h 57"/>
                  <a:gd name="T54" fmla="*/ 4500 w 310"/>
                  <a:gd name="T55" fmla="*/ 597 h 57"/>
                  <a:gd name="T56" fmla="*/ 4500 w 310"/>
                  <a:gd name="T57" fmla="*/ 597 h 57"/>
                  <a:gd name="T58" fmla="*/ 4395 w 310"/>
                  <a:gd name="T59" fmla="*/ 554 h 57"/>
                  <a:gd name="T60" fmla="*/ 4313 w 310"/>
                  <a:gd name="T61" fmla="*/ 429 h 57"/>
                  <a:gd name="T62" fmla="*/ 4313 w 310"/>
                  <a:gd name="T63" fmla="*/ 396 h 57"/>
                  <a:gd name="T64" fmla="*/ 4333 w 310"/>
                  <a:gd name="T65" fmla="*/ 334 h 57"/>
                  <a:gd name="T66" fmla="*/ 4395 w 310"/>
                  <a:gd name="T67" fmla="*/ 301 h 57"/>
                  <a:gd name="T68" fmla="*/ 4533 w 310"/>
                  <a:gd name="T69" fmla="*/ 271 h 57"/>
                  <a:gd name="T70" fmla="*/ 4533 w 310"/>
                  <a:gd name="T71" fmla="*/ 271 h 57"/>
                  <a:gd name="T72" fmla="*/ 3738 w 310"/>
                  <a:gd name="T73" fmla="*/ 534 h 57"/>
                  <a:gd name="T74" fmla="*/ 3675 w 310"/>
                  <a:gd name="T75" fmla="*/ 492 h 57"/>
                  <a:gd name="T76" fmla="*/ 3645 w 310"/>
                  <a:gd name="T77" fmla="*/ 409 h 57"/>
                  <a:gd name="T78" fmla="*/ 3625 w 310"/>
                  <a:gd name="T79" fmla="*/ 366 h 57"/>
                  <a:gd name="T80" fmla="*/ 3688 w 310"/>
                  <a:gd name="T81" fmla="*/ 238 h 57"/>
                  <a:gd name="T82" fmla="*/ 3720 w 310"/>
                  <a:gd name="T83" fmla="*/ 221 h 57"/>
                  <a:gd name="T84" fmla="*/ 3720 w 310"/>
                  <a:gd name="T85" fmla="*/ 221 h 57"/>
                  <a:gd name="T86" fmla="*/ 3800 w 310"/>
                  <a:gd name="T87" fmla="*/ 271 h 57"/>
                  <a:gd name="T88" fmla="*/ 3845 w 310"/>
                  <a:gd name="T89" fmla="*/ 346 h 57"/>
                  <a:gd name="T90" fmla="*/ 3845 w 310"/>
                  <a:gd name="T91" fmla="*/ 346 h 57"/>
                  <a:gd name="T92" fmla="*/ 3845 w 310"/>
                  <a:gd name="T93" fmla="*/ 346 h 57"/>
                  <a:gd name="T94" fmla="*/ 3845 w 310"/>
                  <a:gd name="T95" fmla="*/ 346 h 57"/>
                  <a:gd name="T96" fmla="*/ 3875 w 310"/>
                  <a:gd name="T97" fmla="*/ 429 h 57"/>
                  <a:gd name="T98" fmla="*/ 3833 w 310"/>
                  <a:gd name="T99" fmla="*/ 522 h 57"/>
                  <a:gd name="T100" fmla="*/ 3738 w 310"/>
                  <a:gd name="T101" fmla="*/ 534 h 57"/>
                  <a:gd name="T102" fmla="*/ 3738 w 310"/>
                  <a:gd name="T103" fmla="*/ 534 h 57"/>
                  <a:gd name="T104" fmla="*/ 3738 w 310"/>
                  <a:gd name="T105" fmla="*/ 534 h 57"/>
                  <a:gd name="T106" fmla="*/ 3738 w 310"/>
                  <a:gd name="T107" fmla="*/ 534 h 57"/>
                  <a:gd name="T108" fmla="*/ 3738 w 310"/>
                  <a:gd name="T109" fmla="*/ 534 h 57"/>
                  <a:gd name="T110" fmla="*/ 20 w 310"/>
                  <a:gd name="T111" fmla="*/ 0 h 57"/>
                  <a:gd name="T112" fmla="*/ 0 w 310"/>
                  <a:gd name="T113" fmla="*/ 0 h 57"/>
                  <a:gd name="T114" fmla="*/ 0 w 310"/>
                  <a:gd name="T115" fmla="*/ 158 h 57"/>
                  <a:gd name="T116" fmla="*/ 50 w 310"/>
                  <a:gd name="T117" fmla="*/ 901 h 57"/>
                  <a:gd name="T118" fmla="*/ 4800 w 310"/>
                  <a:gd name="T119" fmla="*/ 901 h 57"/>
                  <a:gd name="T120" fmla="*/ 4845 w 310"/>
                  <a:gd name="T121" fmla="*/ 158 h 57"/>
                  <a:gd name="T122" fmla="*/ 0 w 310"/>
                  <a:gd name="T123" fmla="*/ 158 h 57"/>
                  <a:gd name="T124" fmla="*/ 20 w 310"/>
                  <a:gd name="T125" fmla="*/ 0 h 5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10" h="57">
                    <a:moveTo>
                      <a:pt x="252" y="31"/>
                    </a:moveTo>
                    <a:cubicBezTo>
                      <a:pt x="252" y="31"/>
                      <a:pt x="252" y="31"/>
                      <a:pt x="252" y="31"/>
                    </a:cubicBezTo>
                    <a:cubicBezTo>
                      <a:pt x="252" y="30"/>
                      <a:pt x="252" y="30"/>
                      <a:pt x="252" y="29"/>
                    </a:cubicBezTo>
                    <a:cubicBezTo>
                      <a:pt x="252" y="27"/>
                      <a:pt x="254" y="26"/>
                      <a:pt x="255" y="24"/>
                    </a:cubicBezTo>
                    <a:cubicBezTo>
                      <a:pt x="256" y="23"/>
                      <a:pt x="257" y="22"/>
                      <a:pt x="259" y="22"/>
                    </a:cubicBezTo>
                    <a:cubicBezTo>
                      <a:pt x="259" y="22"/>
                      <a:pt x="259" y="22"/>
                      <a:pt x="259" y="22"/>
                    </a:cubicBezTo>
                    <a:cubicBezTo>
                      <a:pt x="260" y="22"/>
                      <a:pt x="261" y="23"/>
                      <a:pt x="263" y="23"/>
                    </a:cubicBezTo>
                    <a:cubicBezTo>
                      <a:pt x="264" y="23"/>
                      <a:pt x="265" y="24"/>
                      <a:pt x="265" y="26"/>
                    </a:cubicBezTo>
                    <a:cubicBezTo>
                      <a:pt x="265" y="27"/>
                      <a:pt x="263" y="30"/>
                      <a:pt x="263" y="31"/>
                    </a:cubicBezTo>
                    <a:cubicBezTo>
                      <a:pt x="262" y="31"/>
                      <a:pt x="262" y="31"/>
                      <a:pt x="262" y="31"/>
                    </a:cubicBezTo>
                    <a:cubicBezTo>
                      <a:pt x="263" y="31"/>
                      <a:pt x="263" y="31"/>
                      <a:pt x="263" y="31"/>
                    </a:cubicBezTo>
                    <a:cubicBezTo>
                      <a:pt x="261" y="33"/>
                      <a:pt x="260" y="34"/>
                      <a:pt x="258" y="34"/>
                    </a:cubicBezTo>
                    <a:cubicBezTo>
                      <a:pt x="258" y="34"/>
                      <a:pt x="258" y="34"/>
                      <a:pt x="258" y="34"/>
                    </a:cubicBezTo>
                    <a:cubicBezTo>
                      <a:pt x="255" y="34"/>
                      <a:pt x="253" y="32"/>
                      <a:pt x="252" y="31"/>
                    </a:cubicBezTo>
                    <a:cubicBezTo>
                      <a:pt x="252" y="31"/>
                      <a:pt x="252" y="31"/>
                      <a:pt x="252" y="31"/>
                    </a:cubicBezTo>
                    <a:moveTo>
                      <a:pt x="290" y="17"/>
                    </a:moveTo>
                    <a:cubicBezTo>
                      <a:pt x="291" y="17"/>
                      <a:pt x="292" y="17"/>
                      <a:pt x="293" y="17"/>
                    </a:cubicBezTo>
                    <a:cubicBezTo>
                      <a:pt x="293" y="17"/>
                      <a:pt x="293" y="17"/>
                      <a:pt x="293" y="17"/>
                    </a:cubicBezTo>
                    <a:cubicBezTo>
                      <a:pt x="297" y="17"/>
                      <a:pt x="300" y="18"/>
                      <a:pt x="301" y="20"/>
                    </a:cubicBezTo>
                    <a:cubicBezTo>
                      <a:pt x="303" y="22"/>
                      <a:pt x="304" y="25"/>
                      <a:pt x="304" y="28"/>
                    </a:cubicBezTo>
                    <a:cubicBezTo>
                      <a:pt x="304" y="30"/>
                      <a:pt x="303" y="32"/>
                      <a:pt x="303" y="34"/>
                    </a:cubicBezTo>
                    <a:cubicBezTo>
                      <a:pt x="302" y="36"/>
                      <a:pt x="301" y="37"/>
                      <a:pt x="299" y="37"/>
                    </a:cubicBezTo>
                    <a:cubicBezTo>
                      <a:pt x="298" y="38"/>
                      <a:pt x="297" y="38"/>
                      <a:pt x="295" y="38"/>
                    </a:cubicBezTo>
                    <a:cubicBezTo>
                      <a:pt x="293" y="38"/>
                      <a:pt x="290" y="38"/>
                      <a:pt x="288" y="38"/>
                    </a:cubicBezTo>
                    <a:cubicBezTo>
                      <a:pt x="288" y="38"/>
                      <a:pt x="288" y="38"/>
                      <a:pt x="288" y="38"/>
                    </a:cubicBezTo>
                    <a:cubicBezTo>
                      <a:pt x="288" y="38"/>
                      <a:pt x="288" y="38"/>
                      <a:pt x="288" y="38"/>
                    </a:cubicBezTo>
                    <a:cubicBezTo>
                      <a:pt x="288" y="38"/>
                      <a:pt x="288" y="38"/>
                      <a:pt x="288" y="38"/>
                    </a:cubicBezTo>
                    <a:cubicBezTo>
                      <a:pt x="288" y="38"/>
                      <a:pt x="288" y="38"/>
                      <a:pt x="288" y="38"/>
                    </a:cubicBezTo>
                    <a:cubicBezTo>
                      <a:pt x="288" y="38"/>
                      <a:pt x="288" y="38"/>
                      <a:pt x="288" y="38"/>
                    </a:cubicBezTo>
                    <a:cubicBezTo>
                      <a:pt x="285" y="38"/>
                      <a:pt x="283" y="37"/>
                      <a:pt x="281" y="35"/>
                    </a:cubicBezTo>
                    <a:cubicBezTo>
                      <a:pt x="279" y="33"/>
                      <a:pt x="277" y="30"/>
                      <a:pt x="276" y="27"/>
                    </a:cubicBezTo>
                    <a:cubicBezTo>
                      <a:pt x="276" y="26"/>
                      <a:pt x="276" y="25"/>
                      <a:pt x="276" y="25"/>
                    </a:cubicBezTo>
                    <a:cubicBezTo>
                      <a:pt x="276" y="23"/>
                      <a:pt x="276" y="22"/>
                      <a:pt x="277" y="21"/>
                    </a:cubicBezTo>
                    <a:cubicBezTo>
                      <a:pt x="278" y="20"/>
                      <a:pt x="280" y="19"/>
                      <a:pt x="281" y="19"/>
                    </a:cubicBezTo>
                    <a:cubicBezTo>
                      <a:pt x="284" y="18"/>
                      <a:pt x="287" y="17"/>
                      <a:pt x="290" y="17"/>
                    </a:cubicBezTo>
                    <a:cubicBezTo>
                      <a:pt x="290" y="17"/>
                      <a:pt x="290" y="17"/>
                      <a:pt x="290" y="17"/>
                    </a:cubicBezTo>
                    <a:moveTo>
                      <a:pt x="239" y="34"/>
                    </a:moveTo>
                    <a:cubicBezTo>
                      <a:pt x="237" y="34"/>
                      <a:pt x="236" y="33"/>
                      <a:pt x="235" y="31"/>
                    </a:cubicBezTo>
                    <a:cubicBezTo>
                      <a:pt x="234" y="30"/>
                      <a:pt x="233" y="28"/>
                      <a:pt x="233" y="26"/>
                    </a:cubicBezTo>
                    <a:cubicBezTo>
                      <a:pt x="232" y="25"/>
                      <a:pt x="232" y="24"/>
                      <a:pt x="232" y="23"/>
                    </a:cubicBezTo>
                    <a:cubicBezTo>
                      <a:pt x="232" y="20"/>
                      <a:pt x="234" y="18"/>
                      <a:pt x="236" y="15"/>
                    </a:cubicBezTo>
                    <a:cubicBezTo>
                      <a:pt x="237" y="14"/>
                      <a:pt x="237" y="14"/>
                      <a:pt x="238" y="14"/>
                    </a:cubicBezTo>
                    <a:cubicBezTo>
                      <a:pt x="238" y="14"/>
                      <a:pt x="238" y="14"/>
                      <a:pt x="238" y="14"/>
                    </a:cubicBezTo>
                    <a:cubicBezTo>
                      <a:pt x="240" y="14"/>
                      <a:pt x="241" y="15"/>
                      <a:pt x="243" y="17"/>
                    </a:cubicBezTo>
                    <a:cubicBezTo>
                      <a:pt x="244" y="18"/>
                      <a:pt x="245" y="20"/>
                      <a:pt x="246" y="22"/>
                    </a:cubicBezTo>
                    <a:cubicBezTo>
                      <a:pt x="246" y="22"/>
                      <a:pt x="246" y="22"/>
                      <a:pt x="246" y="22"/>
                    </a:cubicBezTo>
                    <a:cubicBezTo>
                      <a:pt x="246" y="22"/>
                      <a:pt x="246" y="22"/>
                      <a:pt x="246" y="22"/>
                    </a:cubicBezTo>
                    <a:cubicBezTo>
                      <a:pt x="246" y="22"/>
                      <a:pt x="246" y="22"/>
                      <a:pt x="246" y="22"/>
                    </a:cubicBezTo>
                    <a:cubicBezTo>
                      <a:pt x="248" y="24"/>
                      <a:pt x="248" y="26"/>
                      <a:pt x="248" y="27"/>
                    </a:cubicBezTo>
                    <a:cubicBezTo>
                      <a:pt x="248" y="30"/>
                      <a:pt x="247" y="32"/>
                      <a:pt x="245" y="33"/>
                    </a:cubicBezTo>
                    <a:cubicBezTo>
                      <a:pt x="243" y="34"/>
                      <a:pt x="241" y="34"/>
                      <a:pt x="239" y="34"/>
                    </a:cubicBezTo>
                    <a:cubicBezTo>
                      <a:pt x="239" y="34"/>
                      <a:pt x="239" y="34"/>
                      <a:pt x="239" y="34"/>
                    </a:cubicBezTo>
                    <a:cubicBezTo>
                      <a:pt x="239" y="34"/>
                      <a:pt x="239" y="34"/>
                      <a:pt x="239" y="34"/>
                    </a:cubicBezTo>
                    <a:cubicBezTo>
                      <a:pt x="239" y="34"/>
                      <a:pt x="239" y="34"/>
                      <a:pt x="239" y="34"/>
                    </a:cubicBezTo>
                    <a:cubicBezTo>
                      <a:pt x="239" y="34"/>
                      <a:pt x="239" y="34"/>
                      <a:pt x="239" y="34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7"/>
                      <a:pt x="0" y="10"/>
                    </a:cubicBezTo>
                    <a:cubicBezTo>
                      <a:pt x="0" y="26"/>
                      <a:pt x="1" y="42"/>
                      <a:pt x="3" y="57"/>
                    </a:cubicBezTo>
                    <a:cubicBezTo>
                      <a:pt x="307" y="57"/>
                      <a:pt x="307" y="57"/>
                      <a:pt x="307" y="57"/>
                    </a:cubicBezTo>
                    <a:cubicBezTo>
                      <a:pt x="309" y="42"/>
                      <a:pt x="310" y="26"/>
                      <a:pt x="31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BA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5" name="Freeform 651">
                <a:extLst>
                  <a:ext uri="{FF2B5EF4-FFF2-40B4-BE49-F238E27FC236}">
                    <a16:creationId xmlns:a16="http://schemas.microsoft.com/office/drawing/2014/main" id="{3DE9F6FB-5365-4117-90EE-F2C7B99FD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160"/>
                <a:ext cx="62" cy="118"/>
              </a:xfrm>
              <a:custGeom>
                <a:avLst/>
                <a:gdLst>
                  <a:gd name="T0" fmla="*/ 382 w 25"/>
                  <a:gd name="T1" fmla="*/ 0 h 47"/>
                  <a:gd name="T2" fmla="*/ 337 w 25"/>
                  <a:gd name="T3" fmla="*/ 0 h 47"/>
                  <a:gd name="T4" fmla="*/ 12 w 25"/>
                  <a:gd name="T5" fmla="*/ 726 h 47"/>
                  <a:gd name="T6" fmla="*/ 0 w 25"/>
                  <a:gd name="T7" fmla="*/ 743 h 47"/>
                  <a:gd name="T8" fmla="*/ 124 w 25"/>
                  <a:gd name="T9" fmla="*/ 743 h 47"/>
                  <a:gd name="T10" fmla="*/ 166 w 25"/>
                  <a:gd name="T11" fmla="*/ 630 h 47"/>
                  <a:gd name="T12" fmla="*/ 308 w 25"/>
                  <a:gd name="T13" fmla="*/ 284 h 47"/>
                  <a:gd name="T14" fmla="*/ 382 w 25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47">
                    <a:moveTo>
                      <a:pt x="25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0" y="14"/>
                      <a:pt x="14" y="30"/>
                      <a:pt x="1" y="46"/>
                    </a:cubicBezTo>
                    <a:cubicBezTo>
                      <a:pt x="1" y="46"/>
                      <a:pt x="1" y="46"/>
                      <a:pt x="0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9" y="45"/>
                      <a:pt x="10" y="43"/>
                      <a:pt x="11" y="40"/>
                    </a:cubicBezTo>
                    <a:cubicBezTo>
                      <a:pt x="14" y="34"/>
                      <a:pt x="17" y="26"/>
                      <a:pt x="20" y="18"/>
                    </a:cubicBezTo>
                    <a:cubicBezTo>
                      <a:pt x="22" y="12"/>
                      <a:pt x="24" y="6"/>
                      <a:pt x="25" y="0"/>
                    </a:cubicBezTo>
                  </a:path>
                </a:pathLst>
              </a:custGeom>
              <a:solidFill>
                <a:srgbClr val="EBA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6" name="Freeform 652">
                <a:extLst>
                  <a:ext uri="{FF2B5EF4-FFF2-40B4-BE49-F238E27FC236}">
                    <a16:creationId xmlns:a16="http://schemas.microsoft.com/office/drawing/2014/main" id="{DE215A79-CD9E-49CE-BB09-BA3F8DFB8D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66" y="3160"/>
                <a:ext cx="475" cy="118"/>
              </a:xfrm>
              <a:custGeom>
                <a:avLst/>
                <a:gdLst>
                  <a:gd name="T0" fmla="*/ 1625 w 190"/>
                  <a:gd name="T1" fmla="*/ 618 h 47"/>
                  <a:gd name="T2" fmla="*/ 1625 w 190"/>
                  <a:gd name="T3" fmla="*/ 618 h 47"/>
                  <a:gd name="T4" fmla="*/ 1113 w 190"/>
                  <a:gd name="T5" fmla="*/ 188 h 47"/>
                  <a:gd name="T6" fmla="*/ 1208 w 190"/>
                  <a:gd name="T7" fmla="*/ 208 h 47"/>
                  <a:gd name="T8" fmla="*/ 1158 w 190"/>
                  <a:gd name="T9" fmla="*/ 271 h 47"/>
                  <a:gd name="T10" fmla="*/ 1250 w 190"/>
                  <a:gd name="T11" fmla="*/ 505 h 47"/>
                  <a:gd name="T12" fmla="*/ 1550 w 190"/>
                  <a:gd name="T13" fmla="*/ 585 h 47"/>
                  <a:gd name="T14" fmla="*/ 1613 w 190"/>
                  <a:gd name="T15" fmla="*/ 567 h 47"/>
                  <a:gd name="T16" fmla="*/ 1625 w 190"/>
                  <a:gd name="T17" fmla="*/ 555 h 47"/>
                  <a:gd name="T18" fmla="*/ 1750 w 190"/>
                  <a:gd name="T19" fmla="*/ 600 h 47"/>
                  <a:gd name="T20" fmla="*/ 1688 w 190"/>
                  <a:gd name="T21" fmla="*/ 630 h 47"/>
                  <a:gd name="T22" fmla="*/ 1625 w 190"/>
                  <a:gd name="T23" fmla="*/ 680 h 47"/>
                  <a:gd name="T24" fmla="*/ 1563 w 190"/>
                  <a:gd name="T25" fmla="*/ 630 h 47"/>
                  <a:gd name="T26" fmla="*/ 1238 w 190"/>
                  <a:gd name="T27" fmla="*/ 535 h 47"/>
                  <a:gd name="T28" fmla="*/ 863 w 190"/>
                  <a:gd name="T29" fmla="*/ 555 h 47"/>
                  <a:gd name="T30" fmla="*/ 863 w 190"/>
                  <a:gd name="T31" fmla="*/ 522 h 47"/>
                  <a:gd name="T32" fmla="*/ 1125 w 190"/>
                  <a:gd name="T33" fmla="*/ 472 h 47"/>
                  <a:gd name="T34" fmla="*/ 1063 w 190"/>
                  <a:gd name="T35" fmla="*/ 304 h 47"/>
                  <a:gd name="T36" fmla="*/ 1095 w 190"/>
                  <a:gd name="T37" fmla="*/ 239 h 47"/>
                  <a:gd name="T38" fmla="*/ 2408 w 190"/>
                  <a:gd name="T39" fmla="*/ 113 h 47"/>
                  <a:gd name="T40" fmla="*/ 2425 w 190"/>
                  <a:gd name="T41" fmla="*/ 126 h 47"/>
                  <a:gd name="T42" fmla="*/ 2425 w 190"/>
                  <a:gd name="T43" fmla="*/ 146 h 47"/>
                  <a:gd name="T44" fmla="*/ 2470 w 190"/>
                  <a:gd name="T45" fmla="*/ 176 h 47"/>
                  <a:gd name="T46" fmla="*/ 2500 w 190"/>
                  <a:gd name="T47" fmla="*/ 334 h 47"/>
                  <a:gd name="T48" fmla="*/ 2595 w 190"/>
                  <a:gd name="T49" fmla="*/ 367 h 47"/>
                  <a:gd name="T50" fmla="*/ 2658 w 190"/>
                  <a:gd name="T51" fmla="*/ 367 h 47"/>
                  <a:gd name="T52" fmla="*/ 2688 w 190"/>
                  <a:gd name="T53" fmla="*/ 429 h 47"/>
                  <a:gd name="T54" fmla="*/ 2625 w 190"/>
                  <a:gd name="T55" fmla="*/ 442 h 47"/>
                  <a:gd name="T56" fmla="*/ 2563 w 190"/>
                  <a:gd name="T57" fmla="*/ 429 h 47"/>
                  <a:gd name="T58" fmla="*/ 2488 w 190"/>
                  <a:gd name="T59" fmla="*/ 346 h 47"/>
                  <a:gd name="T60" fmla="*/ 2375 w 190"/>
                  <a:gd name="T61" fmla="*/ 221 h 47"/>
                  <a:gd name="T62" fmla="*/ 2375 w 190"/>
                  <a:gd name="T63" fmla="*/ 221 h 47"/>
                  <a:gd name="T64" fmla="*/ 688 w 190"/>
                  <a:gd name="T65" fmla="*/ 146 h 47"/>
                  <a:gd name="T66" fmla="*/ 750 w 190"/>
                  <a:gd name="T67" fmla="*/ 113 h 47"/>
                  <a:gd name="T68" fmla="*/ 783 w 190"/>
                  <a:gd name="T69" fmla="*/ 221 h 47"/>
                  <a:gd name="T70" fmla="*/ 738 w 190"/>
                  <a:gd name="T71" fmla="*/ 221 h 47"/>
                  <a:gd name="T72" fmla="*/ 563 w 190"/>
                  <a:gd name="T73" fmla="*/ 271 h 47"/>
                  <a:gd name="T74" fmla="*/ 408 w 190"/>
                  <a:gd name="T75" fmla="*/ 379 h 47"/>
                  <a:gd name="T76" fmla="*/ 313 w 190"/>
                  <a:gd name="T77" fmla="*/ 397 h 47"/>
                  <a:gd name="T78" fmla="*/ 313 w 190"/>
                  <a:gd name="T79" fmla="*/ 334 h 47"/>
                  <a:gd name="T80" fmla="*/ 313 w 190"/>
                  <a:gd name="T81" fmla="*/ 334 h 47"/>
                  <a:gd name="T82" fmla="*/ 500 w 190"/>
                  <a:gd name="T83" fmla="*/ 284 h 47"/>
                  <a:gd name="T84" fmla="*/ 1845 w 190"/>
                  <a:gd name="T85" fmla="*/ 429 h 47"/>
                  <a:gd name="T86" fmla="*/ 1488 w 190"/>
                  <a:gd name="T87" fmla="*/ 146 h 47"/>
                  <a:gd name="T88" fmla="*/ 1645 w 190"/>
                  <a:gd name="T89" fmla="*/ 33 h 47"/>
                  <a:gd name="T90" fmla="*/ 1800 w 190"/>
                  <a:gd name="T91" fmla="*/ 50 h 47"/>
                  <a:gd name="T92" fmla="*/ 1845 w 190"/>
                  <a:gd name="T93" fmla="*/ 429 h 47"/>
                  <a:gd name="T94" fmla="*/ 1175 w 190"/>
                  <a:gd name="T95" fmla="*/ 50 h 47"/>
                  <a:gd name="T96" fmla="*/ 238 w 190"/>
                  <a:gd name="T97" fmla="*/ 113 h 47"/>
                  <a:gd name="T98" fmla="*/ 113 w 190"/>
                  <a:gd name="T99" fmla="*/ 743 h 47"/>
                  <a:gd name="T100" fmla="*/ 708 w 190"/>
                  <a:gd name="T101" fmla="*/ 271 h 47"/>
                  <a:gd name="T102" fmla="*/ 375 w 190"/>
                  <a:gd name="T103" fmla="*/ 713 h 47"/>
                  <a:gd name="T104" fmla="*/ 800 w 190"/>
                  <a:gd name="T105" fmla="*/ 600 h 47"/>
                  <a:gd name="T106" fmla="*/ 1488 w 190"/>
                  <a:gd name="T107" fmla="*/ 743 h 47"/>
                  <a:gd name="T108" fmla="*/ 2708 w 190"/>
                  <a:gd name="T109" fmla="*/ 367 h 47"/>
                  <a:gd name="T110" fmla="*/ 2500 w 190"/>
                  <a:gd name="T111" fmla="*/ 0 h 4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90" h="47">
                    <a:moveTo>
                      <a:pt x="104" y="39"/>
                    </a:moveTo>
                    <a:cubicBezTo>
                      <a:pt x="104" y="39"/>
                      <a:pt x="104" y="39"/>
                      <a:pt x="104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4" y="39"/>
                      <a:pt x="104" y="39"/>
                      <a:pt x="104" y="39"/>
                    </a:cubicBezTo>
                    <a:moveTo>
                      <a:pt x="70" y="15"/>
                    </a:moveTo>
                    <a:cubicBezTo>
                      <a:pt x="70" y="14"/>
                      <a:pt x="70" y="14"/>
                      <a:pt x="70" y="14"/>
                    </a:cubicBezTo>
                    <a:cubicBezTo>
                      <a:pt x="69" y="13"/>
                      <a:pt x="70" y="13"/>
                      <a:pt x="70" y="12"/>
                    </a:cubicBezTo>
                    <a:cubicBezTo>
                      <a:pt x="70" y="12"/>
                      <a:pt x="70" y="12"/>
                      <a:pt x="71" y="12"/>
                    </a:cubicBezTo>
                    <a:cubicBezTo>
                      <a:pt x="71" y="12"/>
                      <a:pt x="71" y="12"/>
                      <a:pt x="71" y="13"/>
                    </a:cubicBezTo>
                    <a:cubicBezTo>
                      <a:pt x="72" y="13"/>
                      <a:pt x="72" y="13"/>
                      <a:pt x="72" y="14"/>
                    </a:cubicBezTo>
                    <a:cubicBezTo>
                      <a:pt x="73" y="13"/>
                      <a:pt x="75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6" y="17"/>
                      <a:pt x="75" y="17"/>
                      <a:pt x="74" y="17"/>
                    </a:cubicBezTo>
                    <a:cubicBezTo>
                      <a:pt x="76" y="22"/>
                      <a:pt x="77" y="26"/>
                      <a:pt x="78" y="30"/>
                    </a:cubicBezTo>
                    <a:cubicBezTo>
                      <a:pt x="78" y="30"/>
                      <a:pt x="78" y="30"/>
                      <a:pt x="78" y="30"/>
                    </a:cubicBezTo>
                    <a:cubicBezTo>
                      <a:pt x="78" y="30"/>
                      <a:pt x="78" y="31"/>
                      <a:pt x="77" y="31"/>
                    </a:cubicBezTo>
                    <a:cubicBezTo>
                      <a:pt x="78" y="31"/>
                      <a:pt x="79" y="31"/>
                      <a:pt x="80" y="32"/>
                    </a:cubicBezTo>
                    <a:cubicBezTo>
                      <a:pt x="82" y="33"/>
                      <a:pt x="84" y="34"/>
                      <a:pt x="87" y="35"/>
                    </a:cubicBezTo>
                    <a:cubicBezTo>
                      <a:pt x="89" y="36"/>
                      <a:pt x="93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8" y="37"/>
                      <a:pt x="98" y="37"/>
                      <a:pt x="99" y="37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9" y="35"/>
                      <a:pt x="99" y="35"/>
                      <a:pt x="99" y="34"/>
                    </a:cubicBezTo>
                    <a:cubicBezTo>
                      <a:pt x="103" y="35"/>
                      <a:pt x="103" y="35"/>
                      <a:pt x="103" y="35"/>
                    </a:cubicBezTo>
                    <a:cubicBezTo>
                      <a:pt x="103" y="35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3" y="37"/>
                    </a:cubicBezTo>
                    <a:cubicBezTo>
                      <a:pt x="104" y="37"/>
                      <a:pt x="104" y="37"/>
                      <a:pt x="105" y="37"/>
                    </a:cubicBezTo>
                    <a:cubicBezTo>
                      <a:pt x="105" y="36"/>
                      <a:pt x="104" y="35"/>
                      <a:pt x="104" y="35"/>
                    </a:cubicBezTo>
                    <a:cubicBezTo>
                      <a:pt x="104" y="35"/>
                      <a:pt x="104" y="35"/>
                      <a:pt x="104" y="35"/>
                    </a:cubicBezTo>
                    <a:cubicBezTo>
                      <a:pt x="108" y="33"/>
                      <a:pt x="108" y="33"/>
                      <a:pt x="108" y="33"/>
                    </a:cubicBezTo>
                    <a:cubicBezTo>
                      <a:pt x="108" y="34"/>
                      <a:pt x="109" y="35"/>
                      <a:pt x="109" y="37"/>
                    </a:cubicBezTo>
                    <a:cubicBezTo>
                      <a:pt x="109" y="37"/>
                      <a:pt x="110" y="37"/>
                      <a:pt x="111" y="37"/>
                    </a:cubicBezTo>
                    <a:cubicBezTo>
                      <a:pt x="112" y="37"/>
                      <a:pt x="112" y="37"/>
                      <a:pt x="112" y="38"/>
                    </a:cubicBezTo>
                    <a:cubicBezTo>
                      <a:pt x="112" y="38"/>
                      <a:pt x="111" y="39"/>
                      <a:pt x="111" y="39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10" y="39"/>
                      <a:pt x="109" y="39"/>
                      <a:pt x="108" y="39"/>
                    </a:cubicBezTo>
                    <a:cubicBezTo>
                      <a:pt x="108" y="39"/>
                      <a:pt x="108" y="39"/>
                      <a:pt x="108" y="40"/>
                    </a:cubicBezTo>
                    <a:cubicBezTo>
                      <a:pt x="108" y="40"/>
                      <a:pt x="107" y="41"/>
                      <a:pt x="106" y="42"/>
                    </a:cubicBezTo>
                    <a:cubicBezTo>
                      <a:pt x="106" y="43"/>
                      <a:pt x="105" y="43"/>
                      <a:pt x="104" y="43"/>
                    </a:cubicBezTo>
                    <a:cubicBezTo>
                      <a:pt x="104" y="43"/>
                      <a:pt x="104" y="43"/>
                      <a:pt x="104" y="43"/>
                    </a:cubicBezTo>
                    <a:cubicBezTo>
                      <a:pt x="104" y="43"/>
                      <a:pt x="104" y="43"/>
                      <a:pt x="104" y="43"/>
                    </a:cubicBezTo>
                    <a:cubicBezTo>
                      <a:pt x="104" y="43"/>
                      <a:pt x="104" y="43"/>
                      <a:pt x="104" y="43"/>
                    </a:cubicBezTo>
                    <a:cubicBezTo>
                      <a:pt x="104" y="43"/>
                      <a:pt x="104" y="43"/>
                      <a:pt x="104" y="43"/>
                    </a:cubicBezTo>
                    <a:cubicBezTo>
                      <a:pt x="103" y="43"/>
                      <a:pt x="102" y="42"/>
                      <a:pt x="101" y="42"/>
                    </a:cubicBezTo>
                    <a:cubicBezTo>
                      <a:pt x="101" y="41"/>
                      <a:pt x="100" y="41"/>
                      <a:pt x="100" y="40"/>
                    </a:cubicBezTo>
                    <a:cubicBezTo>
                      <a:pt x="100" y="40"/>
                      <a:pt x="99" y="39"/>
                      <a:pt x="99" y="39"/>
                    </a:cubicBezTo>
                    <a:cubicBezTo>
                      <a:pt x="98" y="39"/>
                      <a:pt x="98" y="39"/>
                      <a:pt x="97" y="39"/>
                    </a:cubicBezTo>
                    <a:cubicBezTo>
                      <a:pt x="93" y="39"/>
                      <a:pt x="89" y="38"/>
                      <a:pt x="86" y="37"/>
                    </a:cubicBezTo>
                    <a:cubicBezTo>
                      <a:pt x="83" y="36"/>
                      <a:pt x="81" y="35"/>
                      <a:pt x="79" y="34"/>
                    </a:cubicBezTo>
                    <a:cubicBezTo>
                      <a:pt x="77" y="32"/>
                      <a:pt x="75" y="32"/>
                      <a:pt x="72" y="32"/>
                    </a:cubicBezTo>
                    <a:cubicBezTo>
                      <a:pt x="71" y="32"/>
                      <a:pt x="70" y="32"/>
                      <a:pt x="68" y="32"/>
                    </a:cubicBezTo>
                    <a:cubicBezTo>
                      <a:pt x="64" y="33"/>
                      <a:pt x="60" y="35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4" y="35"/>
                      <a:pt x="54" y="35"/>
                      <a:pt x="54" y="34"/>
                    </a:cubicBezTo>
                    <a:cubicBezTo>
                      <a:pt x="54" y="34"/>
                      <a:pt x="54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9" y="33"/>
                      <a:pt x="63" y="31"/>
                      <a:pt x="68" y="30"/>
                    </a:cubicBezTo>
                    <a:cubicBezTo>
                      <a:pt x="69" y="30"/>
                      <a:pt x="71" y="30"/>
                      <a:pt x="72" y="30"/>
                    </a:cubicBezTo>
                    <a:cubicBezTo>
                      <a:pt x="72" y="30"/>
                      <a:pt x="72" y="30"/>
                      <a:pt x="72" y="30"/>
                    </a:cubicBezTo>
                    <a:cubicBezTo>
                      <a:pt x="73" y="30"/>
                      <a:pt x="74" y="30"/>
                      <a:pt x="75" y="30"/>
                    </a:cubicBezTo>
                    <a:cubicBezTo>
                      <a:pt x="75" y="26"/>
                      <a:pt x="74" y="22"/>
                      <a:pt x="72" y="18"/>
                    </a:cubicBezTo>
                    <a:cubicBezTo>
                      <a:pt x="71" y="19"/>
                      <a:pt x="70" y="19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9" y="15"/>
                      <a:pt x="70" y="15"/>
                      <a:pt x="70" y="15"/>
                    </a:cubicBezTo>
                    <a:moveTo>
                      <a:pt x="153" y="9"/>
                    </a:moveTo>
                    <a:cubicBezTo>
                      <a:pt x="153" y="9"/>
                      <a:pt x="153" y="8"/>
                      <a:pt x="153" y="8"/>
                    </a:cubicBezTo>
                    <a:cubicBezTo>
                      <a:pt x="153" y="7"/>
                      <a:pt x="153" y="7"/>
                      <a:pt x="154" y="7"/>
                    </a:cubicBezTo>
                    <a:cubicBezTo>
                      <a:pt x="154" y="7"/>
                      <a:pt x="154" y="7"/>
                      <a:pt x="154" y="7"/>
                    </a:cubicBezTo>
                    <a:cubicBezTo>
                      <a:pt x="154" y="7"/>
                      <a:pt x="155" y="7"/>
                      <a:pt x="155" y="8"/>
                    </a:cubicBezTo>
                    <a:cubicBezTo>
                      <a:pt x="155" y="8"/>
                      <a:pt x="155" y="8"/>
                      <a:pt x="155" y="8"/>
                    </a:cubicBezTo>
                    <a:cubicBezTo>
                      <a:pt x="155" y="8"/>
                      <a:pt x="155" y="8"/>
                      <a:pt x="155" y="8"/>
                    </a:cubicBezTo>
                    <a:cubicBezTo>
                      <a:pt x="155" y="8"/>
                      <a:pt x="155" y="8"/>
                      <a:pt x="155" y="8"/>
                    </a:cubicBezTo>
                    <a:cubicBezTo>
                      <a:pt x="155" y="8"/>
                      <a:pt x="155" y="8"/>
                      <a:pt x="155" y="8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6" y="9"/>
                      <a:pt x="156" y="9"/>
                      <a:pt x="156" y="9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6" y="9"/>
                      <a:pt x="156" y="9"/>
                      <a:pt x="156" y="9"/>
                    </a:cubicBezTo>
                    <a:cubicBezTo>
                      <a:pt x="158" y="9"/>
                      <a:pt x="158" y="9"/>
                      <a:pt x="158" y="9"/>
                    </a:cubicBezTo>
                    <a:cubicBezTo>
                      <a:pt x="158" y="10"/>
                      <a:pt x="158" y="11"/>
                      <a:pt x="158" y="11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57" y="12"/>
                      <a:pt x="156" y="12"/>
                      <a:pt x="156" y="12"/>
                    </a:cubicBezTo>
                    <a:cubicBezTo>
                      <a:pt x="155" y="12"/>
                      <a:pt x="155" y="12"/>
                      <a:pt x="155" y="12"/>
                    </a:cubicBezTo>
                    <a:cubicBezTo>
                      <a:pt x="156" y="15"/>
                      <a:pt x="158" y="18"/>
                      <a:pt x="160" y="21"/>
                    </a:cubicBezTo>
                    <a:cubicBezTo>
                      <a:pt x="162" y="22"/>
                      <a:pt x="164" y="23"/>
                      <a:pt x="165" y="24"/>
                    </a:cubicBezTo>
                    <a:cubicBezTo>
                      <a:pt x="166" y="24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8" y="23"/>
                      <a:pt x="168" y="23"/>
                      <a:pt x="168" y="23"/>
                    </a:cubicBezTo>
                    <a:cubicBezTo>
                      <a:pt x="166" y="24"/>
                      <a:pt x="166" y="24"/>
                      <a:pt x="166" y="24"/>
                    </a:cubicBezTo>
                    <a:cubicBezTo>
                      <a:pt x="170" y="22"/>
                      <a:pt x="170" y="22"/>
                      <a:pt x="170" y="22"/>
                    </a:cubicBezTo>
                    <a:cubicBezTo>
                      <a:pt x="170" y="23"/>
                      <a:pt x="170" y="23"/>
                      <a:pt x="170" y="23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0" y="25"/>
                      <a:pt x="169" y="25"/>
                      <a:pt x="169" y="26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70" y="26"/>
                      <a:pt x="171" y="26"/>
                      <a:pt x="172" y="27"/>
                    </a:cubicBezTo>
                    <a:cubicBezTo>
                      <a:pt x="173" y="27"/>
                      <a:pt x="173" y="27"/>
                      <a:pt x="173" y="28"/>
                    </a:cubicBezTo>
                    <a:cubicBezTo>
                      <a:pt x="173" y="28"/>
                      <a:pt x="172" y="29"/>
                      <a:pt x="172" y="29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71" y="28"/>
                      <a:pt x="169" y="28"/>
                      <a:pt x="168" y="28"/>
                    </a:cubicBezTo>
                    <a:cubicBezTo>
                      <a:pt x="168" y="28"/>
                      <a:pt x="168" y="28"/>
                      <a:pt x="168" y="28"/>
                    </a:cubicBezTo>
                    <a:cubicBezTo>
                      <a:pt x="168" y="29"/>
                      <a:pt x="167" y="29"/>
                      <a:pt x="167" y="30"/>
                    </a:cubicBezTo>
                    <a:cubicBezTo>
                      <a:pt x="164" y="27"/>
                      <a:pt x="164" y="27"/>
                      <a:pt x="164" y="27"/>
                    </a:cubicBezTo>
                    <a:cubicBezTo>
                      <a:pt x="164" y="27"/>
                      <a:pt x="164" y="27"/>
                      <a:pt x="164" y="27"/>
                    </a:cubicBezTo>
                    <a:cubicBezTo>
                      <a:pt x="164" y="27"/>
                      <a:pt x="164" y="27"/>
                      <a:pt x="164" y="27"/>
                    </a:cubicBezTo>
                    <a:cubicBezTo>
                      <a:pt x="164" y="27"/>
                      <a:pt x="164" y="27"/>
                      <a:pt x="164" y="27"/>
                    </a:cubicBezTo>
                    <a:cubicBezTo>
                      <a:pt x="165" y="26"/>
                      <a:pt x="165" y="26"/>
                      <a:pt x="165" y="26"/>
                    </a:cubicBezTo>
                    <a:cubicBezTo>
                      <a:pt x="163" y="25"/>
                      <a:pt x="161" y="24"/>
                      <a:pt x="159" y="22"/>
                    </a:cubicBezTo>
                    <a:cubicBezTo>
                      <a:pt x="156" y="20"/>
                      <a:pt x="154" y="16"/>
                      <a:pt x="153" y="13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2" y="13"/>
                      <a:pt x="152" y="13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3"/>
                      <a:pt x="152" y="13"/>
                      <a:pt x="152" y="13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49" y="11"/>
                      <a:pt x="149" y="11"/>
                      <a:pt x="149" y="11"/>
                    </a:cubicBezTo>
                    <a:cubicBezTo>
                      <a:pt x="150" y="10"/>
                      <a:pt x="151" y="10"/>
                      <a:pt x="152" y="9"/>
                    </a:cubicBezTo>
                    <a:cubicBezTo>
                      <a:pt x="152" y="9"/>
                      <a:pt x="152" y="9"/>
                      <a:pt x="153" y="9"/>
                    </a:cubicBezTo>
                    <a:moveTo>
                      <a:pt x="44" y="9"/>
                    </a:moveTo>
                    <a:cubicBezTo>
                      <a:pt x="44" y="8"/>
                      <a:pt x="44" y="8"/>
                      <a:pt x="44" y="7"/>
                    </a:cubicBezTo>
                    <a:cubicBezTo>
                      <a:pt x="44" y="6"/>
                      <a:pt x="44" y="5"/>
                      <a:pt x="44" y="4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6"/>
                      <a:pt x="48" y="6"/>
                      <a:pt x="48" y="7"/>
                    </a:cubicBezTo>
                    <a:cubicBezTo>
                      <a:pt x="48" y="7"/>
                      <a:pt x="48" y="8"/>
                      <a:pt x="48" y="8"/>
                    </a:cubicBezTo>
                    <a:cubicBezTo>
                      <a:pt x="48" y="9"/>
                      <a:pt x="49" y="9"/>
                      <a:pt x="49" y="9"/>
                    </a:cubicBezTo>
                    <a:cubicBezTo>
                      <a:pt x="50" y="10"/>
                      <a:pt x="50" y="11"/>
                      <a:pt x="50" y="12"/>
                    </a:cubicBezTo>
                    <a:cubicBezTo>
                      <a:pt x="50" y="13"/>
                      <a:pt x="50" y="13"/>
                      <a:pt x="50" y="14"/>
                    </a:cubicBezTo>
                    <a:cubicBezTo>
                      <a:pt x="50" y="14"/>
                      <a:pt x="49" y="14"/>
                      <a:pt x="49" y="14"/>
                    </a:cubicBezTo>
                    <a:cubicBezTo>
                      <a:pt x="49" y="14"/>
                      <a:pt x="49" y="13"/>
                      <a:pt x="48" y="13"/>
                    </a:cubicBezTo>
                    <a:cubicBezTo>
                      <a:pt x="48" y="12"/>
                      <a:pt x="48" y="11"/>
                      <a:pt x="48" y="11"/>
                    </a:cubicBezTo>
                    <a:cubicBezTo>
                      <a:pt x="48" y="12"/>
                      <a:pt x="47" y="13"/>
                      <a:pt x="47" y="14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1"/>
                      <a:pt x="44" y="11"/>
                      <a:pt x="44" y="11"/>
                    </a:cubicBezTo>
                    <a:cubicBezTo>
                      <a:pt x="43" y="11"/>
                      <a:pt x="42" y="12"/>
                      <a:pt x="41" y="13"/>
                    </a:cubicBezTo>
                    <a:cubicBezTo>
                      <a:pt x="39" y="14"/>
                      <a:pt x="37" y="16"/>
                      <a:pt x="36" y="17"/>
                    </a:cubicBezTo>
                    <a:cubicBezTo>
                      <a:pt x="35" y="18"/>
                      <a:pt x="34" y="19"/>
                      <a:pt x="34" y="19"/>
                    </a:cubicBezTo>
                    <a:cubicBezTo>
                      <a:pt x="31" y="21"/>
                      <a:pt x="29" y="21"/>
                      <a:pt x="27" y="22"/>
                    </a:cubicBezTo>
                    <a:cubicBezTo>
                      <a:pt x="26" y="22"/>
                      <a:pt x="26" y="22"/>
                      <a:pt x="25" y="22"/>
                    </a:cubicBezTo>
                    <a:cubicBezTo>
                      <a:pt x="26" y="23"/>
                      <a:pt x="26" y="23"/>
                      <a:pt x="26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1" y="24"/>
                      <a:pt x="21" y="24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4"/>
                      <a:pt x="19" y="23"/>
                      <a:pt x="19" y="23"/>
                    </a:cubicBezTo>
                    <a:cubicBezTo>
                      <a:pt x="20" y="23"/>
                      <a:pt x="20" y="22"/>
                      <a:pt x="21" y="22"/>
                    </a:cubicBezTo>
                    <a:cubicBezTo>
                      <a:pt x="21" y="21"/>
                      <a:pt x="21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18"/>
                      <a:pt x="24" y="19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ubicBezTo>
                      <a:pt x="29" y="19"/>
                      <a:pt x="31" y="19"/>
                      <a:pt x="32" y="18"/>
                    </a:cubicBezTo>
                    <a:cubicBezTo>
                      <a:pt x="33" y="17"/>
                      <a:pt x="34" y="16"/>
                      <a:pt x="36" y="14"/>
                    </a:cubicBezTo>
                    <a:cubicBezTo>
                      <a:pt x="38" y="13"/>
                      <a:pt x="40" y="11"/>
                      <a:pt x="42" y="10"/>
                    </a:cubicBezTo>
                    <a:cubicBezTo>
                      <a:pt x="43" y="9"/>
                      <a:pt x="43" y="9"/>
                      <a:pt x="44" y="9"/>
                    </a:cubicBezTo>
                    <a:moveTo>
                      <a:pt x="118" y="27"/>
                    </a:moveTo>
                    <a:cubicBezTo>
                      <a:pt x="118" y="27"/>
                      <a:pt x="118" y="27"/>
                      <a:pt x="118" y="27"/>
                    </a:cubicBezTo>
                    <a:cubicBezTo>
                      <a:pt x="114" y="27"/>
                      <a:pt x="109" y="25"/>
                      <a:pt x="105" y="24"/>
                    </a:cubicBezTo>
                    <a:cubicBezTo>
                      <a:pt x="102" y="23"/>
                      <a:pt x="99" y="21"/>
                      <a:pt x="98" y="19"/>
                    </a:cubicBezTo>
                    <a:cubicBezTo>
                      <a:pt x="96" y="16"/>
                      <a:pt x="95" y="13"/>
                      <a:pt x="95" y="9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5" y="7"/>
                      <a:pt x="95" y="6"/>
                      <a:pt x="96" y="5"/>
                    </a:cubicBezTo>
                    <a:cubicBezTo>
                      <a:pt x="96" y="4"/>
                      <a:pt x="97" y="4"/>
                      <a:pt x="98" y="3"/>
                    </a:cubicBezTo>
                    <a:cubicBezTo>
                      <a:pt x="100" y="3"/>
                      <a:pt x="103" y="2"/>
                      <a:pt x="105" y="2"/>
                    </a:cubicBezTo>
                    <a:cubicBezTo>
                      <a:pt x="109" y="2"/>
                      <a:pt x="112" y="3"/>
                      <a:pt x="115" y="3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20" y="4"/>
                      <a:pt x="123" y="5"/>
                      <a:pt x="125" y="7"/>
                    </a:cubicBezTo>
                    <a:cubicBezTo>
                      <a:pt x="127" y="9"/>
                      <a:pt x="128" y="12"/>
                      <a:pt x="128" y="14"/>
                    </a:cubicBezTo>
                    <a:cubicBezTo>
                      <a:pt x="128" y="18"/>
                      <a:pt x="126" y="22"/>
                      <a:pt x="124" y="25"/>
                    </a:cubicBezTo>
                    <a:cubicBezTo>
                      <a:pt x="122" y="26"/>
                      <a:pt x="120" y="27"/>
                      <a:pt x="118" y="27"/>
                    </a:cubicBezTo>
                    <a:moveTo>
                      <a:pt x="160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5" y="3"/>
                      <a:pt x="83" y="4"/>
                      <a:pt x="81" y="4"/>
                    </a:cubicBezTo>
                    <a:cubicBezTo>
                      <a:pt x="79" y="4"/>
                      <a:pt x="78" y="4"/>
                      <a:pt x="75" y="3"/>
                    </a:cubicBezTo>
                    <a:cubicBezTo>
                      <a:pt x="70" y="2"/>
                      <a:pt x="62" y="4"/>
                      <a:pt x="57" y="1"/>
                    </a:cubicBezTo>
                    <a:cubicBezTo>
                      <a:pt x="57" y="1"/>
                      <a:pt x="56" y="1"/>
                      <a:pt x="5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2"/>
                      <a:pt x="15" y="4"/>
                      <a:pt x="15" y="7"/>
                    </a:cubicBezTo>
                    <a:cubicBezTo>
                      <a:pt x="11" y="18"/>
                      <a:pt x="7" y="31"/>
                      <a:pt x="2" y="41"/>
                    </a:cubicBezTo>
                    <a:cubicBezTo>
                      <a:pt x="1" y="43"/>
                      <a:pt x="0" y="45"/>
                      <a:pt x="0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6" y="44"/>
                      <a:pt x="12" y="33"/>
                      <a:pt x="14" y="30"/>
                    </a:cubicBezTo>
                    <a:cubicBezTo>
                      <a:pt x="17" y="27"/>
                      <a:pt x="23" y="26"/>
                      <a:pt x="27" y="26"/>
                    </a:cubicBezTo>
                    <a:cubicBezTo>
                      <a:pt x="34" y="25"/>
                      <a:pt x="35" y="25"/>
                      <a:pt x="39" y="20"/>
                    </a:cubicBezTo>
                    <a:cubicBezTo>
                      <a:pt x="42" y="18"/>
                      <a:pt x="43" y="17"/>
                      <a:pt x="45" y="17"/>
                    </a:cubicBezTo>
                    <a:cubicBezTo>
                      <a:pt x="46" y="17"/>
                      <a:pt x="47" y="17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7" y="24"/>
                      <a:pt x="41" y="38"/>
                      <a:pt x="37" y="40"/>
                    </a:cubicBezTo>
                    <a:cubicBezTo>
                      <a:pt x="33" y="43"/>
                      <a:pt x="28" y="43"/>
                      <a:pt x="24" y="45"/>
                    </a:cubicBezTo>
                    <a:cubicBezTo>
                      <a:pt x="23" y="46"/>
                      <a:pt x="21" y="46"/>
                      <a:pt x="20" y="47"/>
                    </a:cubicBezTo>
                    <a:cubicBezTo>
                      <a:pt x="45" y="47"/>
                      <a:pt x="45" y="47"/>
                      <a:pt x="45" y="47"/>
                    </a:cubicBezTo>
                    <a:cubicBezTo>
                      <a:pt x="44" y="47"/>
                      <a:pt x="44" y="46"/>
                      <a:pt x="44" y="46"/>
                    </a:cubicBezTo>
                    <a:cubicBezTo>
                      <a:pt x="43" y="43"/>
                      <a:pt x="49" y="39"/>
                      <a:pt x="51" y="38"/>
                    </a:cubicBezTo>
                    <a:cubicBezTo>
                      <a:pt x="55" y="36"/>
                      <a:pt x="60" y="34"/>
                      <a:pt x="65" y="34"/>
                    </a:cubicBezTo>
                    <a:cubicBezTo>
                      <a:pt x="67" y="34"/>
                      <a:pt x="69" y="35"/>
                      <a:pt x="71" y="36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81" y="36"/>
                      <a:pt x="94" y="41"/>
                      <a:pt x="95" y="47"/>
                    </a:cubicBezTo>
                    <a:cubicBezTo>
                      <a:pt x="190" y="47"/>
                      <a:pt x="190" y="47"/>
                      <a:pt x="190" y="47"/>
                    </a:cubicBezTo>
                    <a:cubicBezTo>
                      <a:pt x="188" y="46"/>
                      <a:pt x="185" y="44"/>
                      <a:pt x="183" y="41"/>
                    </a:cubicBezTo>
                    <a:cubicBezTo>
                      <a:pt x="180" y="37"/>
                      <a:pt x="176" y="31"/>
                      <a:pt x="175" y="23"/>
                    </a:cubicBezTo>
                    <a:cubicBezTo>
                      <a:pt x="174" y="23"/>
                      <a:pt x="174" y="23"/>
                      <a:pt x="173" y="23"/>
                    </a:cubicBezTo>
                    <a:cubicBezTo>
                      <a:pt x="173" y="23"/>
                      <a:pt x="173" y="23"/>
                      <a:pt x="173" y="23"/>
                    </a:cubicBezTo>
                    <a:cubicBezTo>
                      <a:pt x="170" y="23"/>
                      <a:pt x="166" y="19"/>
                      <a:pt x="164" y="17"/>
                    </a:cubicBezTo>
                    <a:cubicBezTo>
                      <a:pt x="162" y="15"/>
                      <a:pt x="155" y="5"/>
                      <a:pt x="160" y="3"/>
                    </a:cubicBezTo>
                    <a:cubicBezTo>
                      <a:pt x="160" y="0"/>
                      <a:pt x="160" y="0"/>
                      <a:pt x="160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7" name="Freeform 653">
                <a:extLst>
                  <a:ext uri="{FF2B5EF4-FFF2-40B4-BE49-F238E27FC236}">
                    <a16:creationId xmlns:a16="http://schemas.microsoft.com/office/drawing/2014/main" id="{4D9ECA63-A935-46E6-981F-6152B2017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160"/>
                <a:ext cx="47" cy="118"/>
              </a:xfrm>
              <a:custGeom>
                <a:avLst/>
                <a:gdLst>
                  <a:gd name="T0" fmla="*/ 287 w 19"/>
                  <a:gd name="T1" fmla="*/ 0 h 47"/>
                  <a:gd name="T2" fmla="*/ 257 w 19"/>
                  <a:gd name="T3" fmla="*/ 0 h 47"/>
                  <a:gd name="T4" fmla="*/ 183 w 19"/>
                  <a:gd name="T5" fmla="*/ 284 h 47"/>
                  <a:gd name="T6" fmla="*/ 42 w 19"/>
                  <a:gd name="T7" fmla="*/ 630 h 47"/>
                  <a:gd name="T8" fmla="*/ 0 w 19"/>
                  <a:gd name="T9" fmla="*/ 743 h 47"/>
                  <a:gd name="T10" fmla="*/ 42 w 19"/>
                  <a:gd name="T11" fmla="*/ 743 h 47"/>
                  <a:gd name="T12" fmla="*/ 74 w 19"/>
                  <a:gd name="T13" fmla="*/ 650 h 47"/>
                  <a:gd name="T14" fmla="*/ 275 w 19"/>
                  <a:gd name="T15" fmla="*/ 113 h 47"/>
                  <a:gd name="T16" fmla="*/ 287 w 19"/>
                  <a:gd name="T17" fmla="*/ 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47">
                    <a:moveTo>
                      <a:pt x="19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6"/>
                      <a:pt x="14" y="12"/>
                      <a:pt x="12" y="18"/>
                    </a:cubicBezTo>
                    <a:cubicBezTo>
                      <a:pt x="9" y="26"/>
                      <a:pt x="6" y="34"/>
                      <a:pt x="3" y="40"/>
                    </a:cubicBezTo>
                    <a:cubicBezTo>
                      <a:pt x="2" y="43"/>
                      <a:pt x="1" y="45"/>
                      <a:pt x="0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5"/>
                      <a:pt x="4" y="43"/>
                      <a:pt x="5" y="41"/>
                    </a:cubicBezTo>
                    <a:cubicBezTo>
                      <a:pt x="10" y="31"/>
                      <a:pt x="14" y="18"/>
                      <a:pt x="18" y="7"/>
                    </a:cubicBezTo>
                    <a:cubicBezTo>
                      <a:pt x="18" y="4"/>
                      <a:pt x="19" y="2"/>
                      <a:pt x="19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8" name="Freeform 654">
                <a:extLst>
                  <a:ext uri="{FF2B5EF4-FFF2-40B4-BE49-F238E27FC236}">
                    <a16:creationId xmlns:a16="http://schemas.microsoft.com/office/drawing/2014/main" id="{00D56182-E05F-4B5D-A4B6-26F80FBA1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3135"/>
                <a:ext cx="13" cy="143"/>
              </a:xfrm>
              <a:custGeom>
                <a:avLst/>
                <a:gdLst>
                  <a:gd name="T0" fmla="*/ 34 w 5"/>
                  <a:gd name="T1" fmla="*/ 0 h 57"/>
                  <a:gd name="T2" fmla="*/ 34 w 5"/>
                  <a:gd name="T3" fmla="*/ 0 h 57"/>
                  <a:gd name="T4" fmla="*/ 0 w 5"/>
                  <a:gd name="T5" fmla="*/ 238 h 57"/>
                  <a:gd name="T6" fmla="*/ 55 w 5"/>
                  <a:gd name="T7" fmla="*/ 901 h 57"/>
                  <a:gd name="T8" fmla="*/ 88 w 5"/>
                  <a:gd name="T9" fmla="*/ 901 h 57"/>
                  <a:gd name="T10" fmla="*/ 34 w 5"/>
                  <a:gd name="T11" fmla="*/ 158 h 57"/>
                  <a:gd name="T12" fmla="*/ 34 w 5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5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5"/>
                      <a:pt x="0" y="15"/>
                    </a:cubicBezTo>
                    <a:cubicBezTo>
                      <a:pt x="0" y="27"/>
                      <a:pt x="1" y="40"/>
                      <a:pt x="3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3" y="42"/>
                      <a:pt x="2" y="26"/>
                      <a:pt x="2" y="10"/>
                    </a:cubicBezTo>
                    <a:cubicBezTo>
                      <a:pt x="2" y="7"/>
                      <a:pt x="2" y="4"/>
                      <a:pt x="2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9" name="Freeform 655">
                <a:extLst>
                  <a:ext uri="{FF2B5EF4-FFF2-40B4-BE49-F238E27FC236}">
                    <a16:creationId xmlns:a16="http://schemas.microsoft.com/office/drawing/2014/main" id="{C7FE86F7-CDB6-4C6A-8383-36C6F8EFD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170"/>
                <a:ext cx="73" cy="53"/>
              </a:xfrm>
              <a:custGeom>
                <a:avLst/>
                <a:gdLst>
                  <a:gd name="T0" fmla="*/ 284 w 29"/>
                  <a:gd name="T1" fmla="*/ 0 h 21"/>
                  <a:gd name="T2" fmla="*/ 284 w 29"/>
                  <a:gd name="T3" fmla="*/ 20 h 21"/>
                  <a:gd name="T4" fmla="*/ 126 w 29"/>
                  <a:gd name="T5" fmla="*/ 0 h 21"/>
                  <a:gd name="T6" fmla="*/ 126 w 29"/>
                  <a:gd name="T7" fmla="*/ 0 h 21"/>
                  <a:gd name="T8" fmla="*/ 126 w 29"/>
                  <a:gd name="T9" fmla="*/ 0 h 21"/>
                  <a:gd name="T10" fmla="*/ 50 w 29"/>
                  <a:gd name="T11" fmla="*/ 20 h 21"/>
                  <a:gd name="T12" fmla="*/ 0 w 29"/>
                  <a:gd name="T13" fmla="*/ 50 h 21"/>
                  <a:gd name="T14" fmla="*/ 0 w 29"/>
                  <a:gd name="T15" fmla="*/ 63 h 21"/>
                  <a:gd name="T16" fmla="*/ 0 w 29"/>
                  <a:gd name="T17" fmla="*/ 83 h 21"/>
                  <a:gd name="T18" fmla="*/ 33 w 29"/>
                  <a:gd name="T19" fmla="*/ 222 h 21"/>
                  <a:gd name="T20" fmla="*/ 146 w 29"/>
                  <a:gd name="T21" fmla="*/ 288 h 21"/>
                  <a:gd name="T22" fmla="*/ 335 w 29"/>
                  <a:gd name="T23" fmla="*/ 338 h 21"/>
                  <a:gd name="T24" fmla="*/ 335 w 29"/>
                  <a:gd name="T25" fmla="*/ 338 h 21"/>
                  <a:gd name="T26" fmla="*/ 400 w 29"/>
                  <a:gd name="T27" fmla="*/ 305 h 21"/>
                  <a:gd name="T28" fmla="*/ 463 w 29"/>
                  <a:gd name="T29" fmla="*/ 159 h 21"/>
                  <a:gd name="T30" fmla="*/ 430 w 29"/>
                  <a:gd name="T31" fmla="*/ 83 h 21"/>
                  <a:gd name="T32" fmla="*/ 284 w 29"/>
                  <a:gd name="T33" fmla="*/ 20 h 21"/>
                  <a:gd name="T34" fmla="*/ 284 w 29"/>
                  <a:gd name="T35" fmla="*/ 0 h 21"/>
                  <a:gd name="T36" fmla="*/ 284 w 29"/>
                  <a:gd name="T37" fmla="*/ 0 h 2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9" h="21">
                    <a:moveTo>
                      <a:pt x="18" y="0"/>
                    </a:moveTo>
                    <a:cubicBezTo>
                      <a:pt x="18" y="1"/>
                      <a:pt x="18" y="1"/>
                      <a:pt x="18" y="1"/>
                    </a:cubicBezTo>
                    <a:cubicBezTo>
                      <a:pt x="15" y="1"/>
                      <a:pt x="12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5" y="1"/>
                      <a:pt x="3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1" y="11"/>
                      <a:pt x="2" y="14"/>
                    </a:cubicBezTo>
                    <a:cubicBezTo>
                      <a:pt x="4" y="16"/>
                      <a:pt x="6" y="17"/>
                      <a:pt x="9" y="18"/>
                    </a:cubicBezTo>
                    <a:cubicBezTo>
                      <a:pt x="13" y="19"/>
                      <a:pt x="17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2" y="21"/>
                      <a:pt x="24" y="21"/>
                      <a:pt x="25" y="19"/>
                    </a:cubicBezTo>
                    <a:cubicBezTo>
                      <a:pt x="27" y="17"/>
                      <a:pt x="29" y="13"/>
                      <a:pt x="29" y="10"/>
                    </a:cubicBezTo>
                    <a:cubicBezTo>
                      <a:pt x="29" y="8"/>
                      <a:pt x="28" y="6"/>
                      <a:pt x="27" y="5"/>
                    </a:cubicBezTo>
                    <a:cubicBezTo>
                      <a:pt x="25" y="3"/>
                      <a:pt x="22" y="2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DDA0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0" name="Freeform 656">
                <a:extLst>
                  <a:ext uri="{FF2B5EF4-FFF2-40B4-BE49-F238E27FC236}">
                    <a16:creationId xmlns:a16="http://schemas.microsoft.com/office/drawing/2014/main" id="{34110B85-DBAC-4477-8215-A9D5A95A5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165"/>
                <a:ext cx="83" cy="63"/>
              </a:xfrm>
              <a:custGeom>
                <a:avLst/>
                <a:gdLst>
                  <a:gd name="T0" fmla="*/ 158 w 33"/>
                  <a:gd name="T1" fmla="*/ 0 h 25"/>
                  <a:gd name="T2" fmla="*/ 50 w 33"/>
                  <a:gd name="T3" fmla="*/ 20 h 25"/>
                  <a:gd name="T4" fmla="*/ 20 w 33"/>
                  <a:gd name="T5" fmla="*/ 50 h 25"/>
                  <a:gd name="T6" fmla="*/ 0 w 33"/>
                  <a:gd name="T7" fmla="*/ 96 h 25"/>
                  <a:gd name="T8" fmla="*/ 0 w 33"/>
                  <a:gd name="T9" fmla="*/ 113 h 25"/>
                  <a:gd name="T10" fmla="*/ 50 w 33"/>
                  <a:gd name="T11" fmla="*/ 272 h 25"/>
                  <a:gd name="T12" fmla="*/ 158 w 33"/>
                  <a:gd name="T13" fmla="*/ 350 h 25"/>
                  <a:gd name="T14" fmla="*/ 367 w 33"/>
                  <a:gd name="T15" fmla="*/ 401 h 25"/>
                  <a:gd name="T16" fmla="*/ 367 w 33"/>
                  <a:gd name="T17" fmla="*/ 401 h 25"/>
                  <a:gd name="T18" fmla="*/ 463 w 33"/>
                  <a:gd name="T19" fmla="*/ 368 h 25"/>
                  <a:gd name="T20" fmla="*/ 526 w 33"/>
                  <a:gd name="T21" fmla="*/ 192 h 25"/>
                  <a:gd name="T22" fmla="*/ 475 w 33"/>
                  <a:gd name="T23" fmla="*/ 83 h 25"/>
                  <a:gd name="T24" fmla="*/ 317 w 33"/>
                  <a:gd name="T25" fmla="*/ 20 h 25"/>
                  <a:gd name="T26" fmla="*/ 317 w 33"/>
                  <a:gd name="T27" fmla="*/ 33 h 25"/>
                  <a:gd name="T28" fmla="*/ 317 w 33"/>
                  <a:gd name="T29" fmla="*/ 50 h 25"/>
                  <a:gd name="T30" fmla="*/ 463 w 33"/>
                  <a:gd name="T31" fmla="*/ 113 h 25"/>
                  <a:gd name="T32" fmla="*/ 493 w 33"/>
                  <a:gd name="T33" fmla="*/ 192 h 25"/>
                  <a:gd name="T34" fmla="*/ 430 w 33"/>
                  <a:gd name="T35" fmla="*/ 338 h 25"/>
                  <a:gd name="T36" fmla="*/ 367 w 33"/>
                  <a:gd name="T37" fmla="*/ 368 h 25"/>
                  <a:gd name="T38" fmla="*/ 367 w 33"/>
                  <a:gd name="T39" fmla="*/ 368 h 25"/>
                  <a:gd name="T40" fmla="*/ 176 w 33"/>
                  <a:gd name="T41" fmla="*/ 318 h 25"/>
                  <a:gd name="T42" fmla="*/ 63 w 33"/>
                  <a:gd name="T43" fmla="*/ 255 h 25"/>
                  <a:gd name="T44" fmla="*/ 33 w 33"/>
                  <a:gd name="T45" fmla="*/ 113 h 25"/>
                  <a:gd name="T46" fmla="*/ 33 w 33"/>
                  <a:gd name="T47" fmla="*/ 96 h 25"/>
                  <a:gd name="T48" fmla="*/ 33 w 33"/>
                  <a:gd name="T49" fmla="*/ 83 h 25"/>
                  <a:gd name="T50" fmla="*/ 83 w 33"/>
                  <a:gd name="T51" fmla="*/ 50 h 25"/>
                  <a:gd name="T52" fmla="*/ 158 w 33"/>
                  <a:gd name="T53" fmla="*/ 33 h 25"/>
                  <a:gd name="T54" fmla="*/ 158 w 33"/>
                  <a:gd name="T55" fmla="*/ 33 h 25"/>
                  <a:gd name="T56" fmla="*/ 158 w 33"/>
                  <a:gd name="T57" fmla="*/ 33 h 25"/>
                  <a:gd name="T58" fmla="*/ 317 w 33"/>
                  <a:gd name="T59" fmla="*/ 50 h 25"/>
                  <a:gd name="T60" fmla="*/ 317 w 33"/>
                  <a:gd name="T61" fmla="*/ 33 h 25"/>
                  <a:gd name="T62" fmla="*/ 317 w 33"/>
                  <a:gd name="T63" fmla="*/ 20 h 25"/>
                  <a:gd name="T64" fmla="*/ 158 w 33"/>
                  <a:gd name="T65" fmla="*/ 0 h 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" h="25">
                    <a:moveTo>
                      <a:pt x="10" y="0"/>
                    </a:moveTo>
                    <a:cubicBezTo>
                      <a:pt x="8" y="0"/>
                      <a:pt x="5" y="1"/>
                      <a:pt x="3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1"/>
                      <a:pt x="1" y="14"/>
                      <a:pt x="3" y="17"/>
                    </a:cubicBezTo>
                    <a:cubicBezTo>
                      <a:pt x="4" y="19"/>
                      <a:pt x="7" y="21"/>
                      <a:pt x="10" y="22"/>
                    </a:cubicBezTo>
                    <a:cubicBezTo>
                      <a:pt x="14" y="23"/>
                      <a:pt x="19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5" y="25"/>
                      <a:pt x="27" y="24"/>
                      <a:pt x="29" y="23"/>
                    </a:cubicBezTo>
                    <a:cubicBezTo>
                      <a:pt x="31" y="20"/>
                      <a:pt x="33" y="16"/>
                      <a:pt x="33" y="12"/>
                    </a:cubicBezTo>
                    <a:cubicBezTo>
                      <a:pt x="33" y="10"/>
                      <a:pt x="32" y="7"/>
                      <a:pt x="30" y="5"/>
                    </a:cubicBezTo>
                    <a:cubicBezTo>
                      <a:pt x="28" y="3"/>
                      <a:pt x="25" y="2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4" y="4"/>
                      <a:pt x="27" y="5"/>
                      <a:pt x="29" y="7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1" y="15"/>
                      <a:pt x="29" y="19"/>
                      <a:pt x="27" y="21"/>
                    </a:cubicBezTo>
                    <a:cubicBezTo>
                      <a:pt x="26" y="23"/>
                      <a:pt x="24" y="23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19" y="23"/>
                      <a:pt x="15" y="21"/>
                      <a:pt x="11" y="20"/>
                    </a:cubicBezTo>
                    <a:cubicBezTo>
                      <a:pt x="8" y="19"/>
                      <a:pt x="6" y="18"/>
                      <a:pt x="4" y="16"/>
                    </a:cubicBezTo>
                    <a:cubicBezTo>
                      <a:pt x="3" y="13"/>
                      <a:pt x="2" y="10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7" y="3"/>
                      <a:pt x="8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4" y="2"/>
                      <a:pt x="17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7" y="1"/>
                      <a:pt x="14" y="0"/>
                      <a:pt x="10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1" name="Freeform 657">
                <a:extLst>
                  <a:ext uri="{FF2B5EF4-FFF2-40B4-BE49-F238E27FC236}">
                    <a16:creationId xmlns:a16="http://schemas.microsoft.com/office/drawing/2014/main" id="{EE8217EB-1EDD-4849-990B-355399C0B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3160"/>
                <a:ext cx="57" cy="60"/>
              </a:xfrm>
              <a:custGeom>
                <a:avLst/>
                <a:gdLst>
                  <a:gd name="T0" fmla="*/ 228 w 23"/>
                  <a:gd name="T1" fmla="*/ 0 h 24"/>
                  <a:gd name="T2" fmla="*/ 30 w 23"/>
                  <a:gd name="T3" fmla="*/ 0 h 24"/>
                  <a:gd name="T4" fmla="*/ 0 w 23"/>
                  <a:gd name="T5" fmla="*/ 113 h 24"/>
                  <a:gd name="T6" fmla="*/ 12 w 23"/>
                  <a:gd name="T7" fmla="*/ 175 h 24"/>
                  <a:gd name="T8" fmla="*/ 104 w 23"/>
                  <a:gd name="T9" fmla="*/ 363 h 24"/>
                  <a:gd name="T10" fmla="*/ 154 w 23"/>
                  <a:gd name="T11" fmla="*/ 375 h 24"/>
                  <a:gd name="T12" fmla="*/ 166 w 23"/>
                  <a:gd name="T13" fmla="*/ 375 h 24"/>
                  <a:gd name="T14" fmla="*/ 166 w 23"/>
                  <a:gd name="T15" fmla="*/ 375 h 24"/>
                  <a:gd name="T16" fmla="*/ 287 w 23"/>
                  <a:gd name="T17" fmla="*/ 363 h 24"/>
                  <a:gd name="T18" fmla="*/ 349 w 23"/>
                  <a:gd name="T19" fmla="*/ 250 h 24"/>
                  <a:gd name="T20" fmla="*/ 307 w 23"/>
                  <a:gd name="T21" fmla="*/ 113 h 24"/>
                  <a:gd name="T22" fmla="*/ 307 w 23"/>
                  <a:gd name="T23" fmla="*/ 113 h 24"/>
                  <a:gd name="T24" fmla="*/ 228 w 23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24">
                    <a:moveTo>
                      <a:pt x="15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0" y="8"/>
                      <a:pt x="0" y="9"/>
                      <a:pt x="1" y="11"/>
                    </a:cubicBezTo>
                    <a:cubicBezTo>
                      <a:pt x="3" y="15"/>
                      <a:pt x="4" y="21"/>
                      <a:pt x="7" y="23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3" y="24"/>
                      <a:pt x="16" y="24"/>
                      <a:pt x="19" y="23"/>
                    </a:cubicBezTo>
                    <a:cubicBezTo>
                      <a:pt x="21" y="21"/>
                      <a:pt x="23" y="19"/>
                      <a:pt x="23" y="16"/>
                    </a:cubicBezTo>
                    <a:cubicBezTo>
                      <a:pt x="23" y="14"/>
                      <a:pt x="22" y="11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7" y="3"/>
                      <a:pt x="15" y="0"/>
                    </a:cubicBezTo>
                  </a:path>
                </a:pathLst>
              </a:custGeom>
              <a:solidFill>
                <a:srgbClr val="DDA0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2" name="Freeform 658">
                <a:extLst>
                  <a:ext uri="{FF2B5EF4-FFF2-40B4-BE49-F238E27FC236}">
                    <a16:creationId xmlns:a16="http://schemas.microsoft.com/office/drawing/2014/main" id="{71E76C9B-23A8-4F10-83E5-32CD69E49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3160"/>
                <a:ext cx="67" cy="65"/>
              </a:xfrm>
              <a:custGeom>
                <a:avLst/>
                <a:gdLst>
                  <a:gd name="T0" fmla="*/ 308 w 27"/>
                  <a:gd name="T1" fmla="*/ 0 h 26"/>
                  <a:gd name="T2" fmla="*/ 258 w 27"/>
                  <a:gd name="T3" fmla="*/ 0 h 26"/>
                  <a:gd name="T4" fmla="*/ 337 w 27"/>
                  <a:gd name="T5" fmla="*/ 113 h 26"/>
                  <a:gd name="T6" fmla="*/ 337 w 27"/>
                  <a:gd name="T7" fmla="*/ 113 h 26"/>
                  <a:gd name="T8" fmla="*/ 382 w 27"/>
                  <a:gd name="T9" fmla="*/ 250 h 26"/>
                  <a:gd name="T10" fmla="*/ 320 w 27"/>
                  <a:gd name="T11" fmla="*/ 363 h 26"/>
                  <a:gd name="T12" fmla="*/ 196 w 27"/>
                  <a:gd name="T13" fmla="*/ 375 h 26"/>
                  <a:gd name="T14" fmla="*/ 196 w 27"/>
                  <a:gd name="T15" fmla="*/ 375 h 26"/>
                  <a:gd name="T16" fmla="*/ 184 w 27"/>
                  <a:gd name="T17" fmla="*/ 375 h 26"/>
                  <a:gd name="T18" fmla="*/ 136 w 27"/>
                  <a:gd name="T19" fmla="*/ 363 h 26"/>
                  <a:gd name="T20" fmla="*/ 42 w 27"/>
                  <a:gd name="T21" fmla="*/ 175 h 26"/>
                  <a:gd name="T22" fmla="*/ 30 w 27"/>
                  <a:gd name="T23" fmla="*/ 113 h 26"/>
                  <a:gd name="T24" fmla="*/ 62 w 27"/>
                  <a:gd name="T25" fmla="*/ 0 h 26"/>
                  <a:gd name="T26" fmla="*/ 30 w 27"/>
                  <a:gd name="T27" fmla="*/ 0 h 26"/>
                  <a:gd name="T28" fmla="*/ 0 w 27"/>
                  <a:gd name="T29" fmla="*/ 113 h 26"/>
                  <a:gd name="T30" fmla="*/ 12 w 27"/>
                  <a:gd name="T31" fmla="*/ 188 h 26"/>
                  <a:gd name="T32" fmla="*/ 74 w 27"/>
                  <a:gd name="T33" fmla="*/ 333 h 26"/>
                  <a:gd name="T34" fmla="*/ 124 w 27"/>
                  <a:gd name="T35" fmla="*/ 395 h 26"/>
                  <a:gd name="T36" fmla="*/ 184 w 27"/>
                  <a:gd name="T37" fmla="*/ 408 h 26"/>
                  <a:gd name="T38" fmla="*/ 196 w 27"/>
                  <a:gd name="T39" fmla="*/ 408 h 26"/>
                  <a:gd name="T40" fmla="*/ 320 w 27"/>
                  <a:gd name="T41" fmla="*/ 375 h 26"/>
                  <a:gd name="T42" fmla="*/ 412 w 27"/>
                  <a:gd name="T43" fmla="*/ 250 h 26"/>
                  <a:gd name="T44" fmla="*/ 370 w 27"/>
                  <a:gd name="T45" fmla="*/ 95 h 26"/>
                  <a:gd name="T46" fmla="*/ 350 w 27"/>
                  <a:gd name="T47" fmla="*/ 113 h 26"/>
                  <a:gd name="T48" fmla="*/ 370 w 27"/>
                  <a:gd name="T49" fmla="*/ 95 h 26"/>
                  <a:gd name="T50" fmla="*/ 308 w 27"/>
                  <a:gd name="T51" fmla="*/ 0 h 2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7" h="26">
                    <a:moveTo>
                      <a:pt x="20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9" y="3"/>
                      <a:pt x="21" y="5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4" y="11"/>
                      <a:pt x="25" y="14"/>
                      <a:pt x="25" y="16"/>
                    </a:cubicBezTo>
                    <a:cubicBezTo>
                      <a:pt x="25" y="19"/>
                      <a:pt x="23" y="21"/>
                      <a:pt x="21" y="23"/>
                    </a:cubicBezTo>
                    <a:cubicBezTo>
                      <a:pt x="18" y="24"/>
                      <a:pt x="15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4"/>
                      <a:pt x="10" y="24"/>
                      <a:pt x="9" y="23"/>
                    </a:cubicBezTo>
                    <a:cubicBezTo>
                      <a:pt x="6" y="21"/>
                      <a:pt x="5" y="15"/>
                      <a:pt x="3" y="11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2" y="5"/>
                      <a:pt x="3" y="2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0" y="7"/>
                    </a:cubicBezTo>
                    <a:cubicBezTo>
                      <a:pt x="0" y="8"/>
                      <a:pt x="0" y="10"/>
                      <a:pt x="1" y="12"/>
                    </a:cubicBezTo>
                    <a:cubicBezTo>
                      <a:pt x="2" y="15"/>
                      <a:pt x="3" y="18"/>
                      <a:pt x="5" y="21"/>
                    </a:cubicBezTo>
                    <a:cubicBezTo>
                      <a:pt x="6" y="22"/>
                      <a:pt x="7" y="24"/>
                      <a:pt x="8" y="25"/>
                    </a:cubicBezTo>
                    <a:cubicBezTo>
                      <a:pt x="9" y="26"/>
                      <a:pt x="10" y="26"/>
                      <a:pt x="12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5" y="26"/>
                      <a:pt x="19" y="26"/>
                      <a:pt x="21" y="24"/>
                    </a:cubicBezTo>
                    <a:cubicBezTo>
                      <a:pt x="24" y="23"/>
                      <a:pt x="27" y="20"/>
                      <a:pt x="27" y="16"/>
                    </a:cubicBezTo>
                    <a:cubicBezTo>
                      <a:pt x="27" y="13"/>
                      <a:pt x="26" y="10"/>
                      <a:pt x="24" y="6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5"/>
                      <a:pt x="21" y="2"/>
                      <a:pt x="20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3" name="Freeform 659">
                <a:extLst>
                  <a:ext uri="{FF2B5EF4-FFF2-40B4-BE49-F238E27FC236}">
                    <a16:creationId xmlns:a16="http://schemas.microsoft.com/office/drawing/2014/main" id="{1CAC81DE-E997-4AE6-BC3B-7EE417967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180"/>
                <a:ext cx="62" cy="48"/>
              </a:xfrm>
              <a:custGeom>
                <a:avLst/>
                <a:gdLst>
                  <a:gd name="T0" fmla="*/ 246 w 25"/>
                  <a:gd name="T1" fmla="*/ 0 h 19"/>
                  <a:gd name="T2" fmla="*/ 196 w 25"/>
                  <a:gd name="T3" fmla="*/ 20 h 19"/>
                  <a:gd name="T4" fmla="*/ 196 w 25"/>
                  <a:gd name="T5" fmla="*/ 20 h 19"/>
                  <a:gd name="T6" fmla="*/ 12 w 25"/>
                  <a:gd name="T7" fmla="*/ 63 h 19"/>
                  <a:gd name="T8" fmla="*/ 0 w 25"/>
                  <a:gd name="T9" fmla="*/ 114 h 19"/>
                  <a:gd name="T10" fmla="*/ 12 w 25"/>
                  <a:gd name="T11" fmla="*/ 129 h 19"/>
                  <a:gd name="T12" fmla="*/ 74 w 25"/>
                  <a:gd name="T13" fmla="*/ 255 h 19"/>
                  <a:gd name="T14" fmla="*/ 166 w 25"/>
                  <a:gd name="T15" fmla="*/ 288 h 19"/>
                  <a:gd name="T16" fmla="*/ 166 w 25"/>
                  <a:gd name="T17" fmla="*/ 288 h 19"/>
                  <a:gd name="T18" fmla="*/ 166 w 25"/>
                  <a:gd name="T19" fmla="*/ 288 h 19"/>
                  <a:gd name="T20" fmla="*/ 278 w 25"/>
                  <a:gd name="T21" fmla="*/ 306 h 19"/>
                  <a:gd name="T22" fmla="*/ 278 w 25"/>
                  <a:gd name="T23" fmla="*/ 306 h 19"/>
                  <a:gd name="T24" fmla="*/ 278 w 25"/>
                  <a:gd name="T25" fmla="*/ 306 h 19"/>
                  <a:gd name="T26" fmla="*/ 337 w 25"/>
                  <a:gd name="T27" fmla="*/ 288 h 19"/>
                  <a:gd name="T28" fmla="*/ 370 w 25"/>
                  <a:gd name="T29" fmla="*/ 243 h 19"/>
                  <a:gd name="T30" fmla="*/ 382 w 25"/>
                  <a:gd name="T31" fmla="*/ 159 h 19"/>
                  <a:gd name="T32" fmla="*/ 350 w 25"/>
                  <a:gd name="T33" fmla="*/ 51 h 19"/>
                  <a:gd name="T34" fmla="*/ 246 w 25"/>
                  <a:gd name="T35" fmla="*/ 0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19">
                    <a:moveTo>
                      <a:pt x="16" y="0"/>
                    </a:moveTo>
                    <a:cubicBezTo>
                      <a:pt x="15" y="0"/>
                      <a:pt x="14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9" y="1"/>
                      <a:pt x="4" y="2"/>
                      <a:pt x="1" y="4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2" y="11"/>
                      <a:pt x="3" y="14"/>
                      <a:pt x="5" y="16"/>
                    </a:cubicBezTo>
                    <a:cubicBezTo>
                      <a:pt x="7" y="17"/>
                      <a:pt x="9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4" y="18"/>
                      <a:pt x="16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21" y="18"/>
                      <a:pt x="22" y="18"/>
                    </a:cubicBezTo>
                    <a:cubicBezTo>
                      <a:pt x="23" y="17"/>
                      <a:pt x="23" y="17"/>
                      <a:pt x="24" y="15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7"/>
                      <a:pt x="24" y="5"/>
                      <a:pt x="23" y="3"/>
                    </a:cubicBezTo>
                    <a:cubicBezTo>
                      <a:pt x="22" y="2"/>
                      <a:pt x="20" y="0"/>
                      <a:pt x="16" y="0"/>
                    </a:cubicBezTo>
                  </a:path>
                </a:pathLst>
              </a:custGeom>
              <a:solidFill>
                <a:srgbClr val="DDA0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4" name="Freeform 660">
                <a:extLst>
                  <a:ext uri="{FF2B5EF4-FFF2-40B4-BE49-F238E27FC236}">
                    <a16:creationId xmlns:a16="http://schemas.microsoft.com/office/drawing/2014/main" id="{0A5FAAC9-50E0-4BDD-BAB8-97904CC5EC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6" y="3178"/>
                <a:ext cx="70" cy="52"/>
              </a:xfrm>
              <a:custGeom>
                <a:avLst/>
                <a:gdLst>
                  <a:gd name="T0" fmla="*/ 220 w 28"/>
                  <a:gd name="T1" fmla="*/ 30 h 21"/>
                  <a:gd name="T2" fmla="*/ 270 w 28"/>
                  <a:gd name="T3" fmla="*/ 12 h 21"/>
                  <a:gd name="T4" fmla="*/ 375 w 28"/>
                  <a:gd name="T5" fmla="*/ 62 h 21"/>
                  <a:gd name="T6" fmla="*/ 408 w 28"/>
                  <a:gd name="T7" fmla="*/ 166 h 21"/>
                  <a:gd name="T8" fmla="*/ 395 w 28"/>
                  <a:gd name="T9" fmla="*/ 245 h 21"/>
                  <a:gd name="T10" fmla="*/ 363 w 28"/>
                  <a:gd name="T11" fmla="*/ 287 h 21"/>
                  <a:gd name="T12" fmla="*/ 300 w 28"/>
                  <a:gd name="T13" fmla="*/ 307 h 21"/>
                  <a:gd name="T14" fmla="*/ 300 w 28"/>
                  <a:gd name="T15" fmla="*/ 307 h 21"/>
                  <a:gd name="T16" fmla="*/ 300 w 28"/>
                  <a:gd name="T17" fmla="*/ 307 h 21"/>
                  <a:gd name="T18" fmla="*/ 188 w 28"/>
                  <a:gd name="T19" fmla="*/ 287 h 21"/>
                  <a:gd name="T20" fmla="*/ 188 w 28"/>
                  <a:gd name="T21" fmla="*/ 287 h 21"/>
                  <a:gd name="T22" fmla="*/ 188 w 28"/>
                  <a:gd name="T23" fmla="*/ 287 h 21"/>
                  <a:gd name="T24" fmla="*/ 95 w 28"/>
                  <a:gd name="T25" fmla="*/ 258 h 21"/>
                  <a:gd name="T26" fmla="*/ 33 w 28"/>
                  <a:gd name="T27" fmla="*/ 134 h 21"/>
                  <a:gd name="T28" fmla="*/ 20 w 28"/>
                  <a:gd name="T29" fmla="*/ 124 h 21"/>
                  <a:gd name="T30" fmla="*/ 33 w 28"/>
                  <a:gd name="T31" fmla="*/ 74 h 21"/>
                  <a:gd name="T32" fmla="*/ 220 w 28"/>
                  <a:gd name="T33" fmla="*/ 30 h 21"/>
                  <a:gd name="T34" fmla="*/ 220 w 28"/>
                  <a:gd name="T35" fmla="*/ 30 h 21"/>
                  <a:gd name="T36" fmla="*/ 270 w 28"/>
                  <a:gd name="T37" fmla="*/ 0 h 21"/>
                  <a:gd name="T38" fmla="*/ 270 w 28"/>
                  <a:gd name="T39" fmla="*/ 0 h 21"/>
                  <a:gd name="T40" fmla="*/ 220 w 28"/>
                  <a:gd name="T41" fmla="*/ 0 h 21"/>
                  <a:gd name="T42" fmla="*/ 220 w 28"/>
                  <a:gd name="T43" fmla="*/ 0 h 21"/>
                  <a:gd name="T44" fmla="*/ 83 w 28"/>
                  <a:gd name="T45" fmla="*/ 30 h 21"/>
                  <a:gd name="T46" fmla="*/ 20 w 28"/>
                  <a:gd name="T47" fmla="*/ 62 h 21"/>
                  <a:gd name="T48" fmla="*/ 0 w 28"/>
                  <a:gd name="T49" fmla="*/ 124 h 21"/>
                  <a:gd name="T50" fmla="*/ 0 w 28"/>
                  <a:gd name="T51" fmla="*/ 154 h 21"/>
                  <a:gd name="T52" fmla="*/ 83 w 28"/>
                  <a:gd name="T53" fmla="*/ 275 h 21"/>
                  <a:gd name="T54" fmla="*/ 188 w 28"/>
                  <a:gd name="T55" fmla="*/ 319 h 21"/>
                  <a:gd name="T56" fmla="*/ 188 w 28"/>
                  <a:gd name="T57" fmla="*/ 319 h 21"/>
                  <a:gd name="T58" fmla="*/ 188 w 28"/>
                  <a:gd name="T59" fmla="*/ 319 h 21"/>
                  <a:gd name="T60" fmla="*/ 188 w 28"/>
                  <a:gd name="T61" fmla="*/ 319 h 21"/>
                  <a:gd name="T62" fmla="*/ 188 w 28"/>
                  <a:gd name="T63" fmla="*/ 319 h 21"/>
                  <a:gd name="T64" fmla="*/ 188 w 28"/>
                  <a:gd name="T65" fmla="*/ 319 h 21"/>
                  <a:gd name="T66" fmla="*/ 300 w 28"/>
                  <a:gd name="T67" fmla="*/ 319 h 21"/>
                  <a:gd name="T68" fmla="*/ 363 w 28"/>
                  <a:gd name="T69" fmla="*/ 307 h 21"/>
                  <a:gd name="T70" fmla="*/ 425 w 28"/>
                  <a:gd name="T71" fmla="*/ 258 h 21"/>
                  <a:gd name="T72" fmla="*/ 438 w 28"/>
                  <a:gd name="T73" fmla="*/ 166 h 21"/>
                  <a:gd name="T74" fmla="*/ 395 w 28"/>
                  <a:gd name="T75" fmla="*/ 42 h 21"/>
                  <a:gd name="T76" fmla="*/ 270 w 28"/>
                  <a:gd name="T77" fmla="*/ 0 h 2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8" h="21">
                    <a:moveTo>
                      <a:pt x="14" y="2"/>
                    </a:moveTo>
                    <a:cubicBezTo>
                      <a:pt x="15" y="1"/>
                      <a:pt x="16" y="1"/>
                      <a:pt x="17" y="1"/>
                    </a:cubicBezTo>
                    <a:cubicBezTo>
                      <a:pt x="21" y="1"/>
                      <a:pt x="23" y="3"/>
                      <a:pt x="24" y="4"/>
                    </a:cubicBezTo>
                    <a:cubicBezTo>
                      <a:pt x="25" y="6"/>
                      <a:pt x="26" y="8"/>
                      <a:pt x="26" y="11"/>
                    </a:cubicBezTo>
                    <a:cubicBezTo>
                      <a:pt x="26" y="13"/>
                      <a:pt x="25" y="15"/>
                      <a:pt x="25" y="16"/>
                    </a:cubicBezTo>
                    <a:cubicBezTo>
                      <a:pt x="24" y="18"/>
                      <a:pt x="24" y="18"/>
                      <a:pt x="23" y="19"/>
                    </a:cubicBezTo>
                    <a:cubicBezTo>
                      <a:pt x="22" y="19"/>
                      <a:pt x="20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7" y="20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0" y="19"/>
                      <a:pt x="8" y="18"/>
                      <a:pt x="6" y="17"/>
                    </a:cubicBezTo>
                    <a:cubicBezTo>
                      <a:pt x="4" y="15"/>
                      <a:pt x="3" y="12"/>
                      <a:pt x="2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5" y="3"/>
                      <a:pt x="10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8" y="1"/>
                      <a:pt x="5" y="2"/>
                    </a:cubicBezTo>
                    <a:cubicBezTo>
                      <a:pt x="4" y="2"/>
                      <a:pt x="2" y="3"/>
                      <a:pt x="1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3"/>
                      <a:pt x="3" y="16"/>
                      <a:pt x="5" y="18"/>
                    </a:cubicBezTo>
                    <a:cubicBezTo>
                      <a:pt x="7" y="20"/>
                      <a:pt x="9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21" y="21"/>
                      <a:pt x="22" y="21"/>
                      <a:pt x="23" y="20"/>
                    </a:cubicBezTo>
                    <a:cubicBezTo>
                      <a:pt x="25" y="20"/>
                      <a:pt x="26" y="19"/>
                      <a:pt x="27" y="17"/>
                    </a:cubicBezTo>
                    <a:cubicBezTo>
                      <a:pt x="27" y="15"/>
                      <a:pt x="28" y="13"/>
                      <a:pt x="28" y="11"/>
                    </a:cubicBezTo>
                    <a:cubicBezTo>
                      <a:pt x="28" y="8"/>
                      <a:pt x="27" y="5"/>
                      <a:pt x="25" y="3"/>
                    </a:cubicBezTo>
                    <a:cubicBezTo>
                      <a:pt x="24" y="1"/>
                      <a:pt x="21" y="0"/>
                      <a:pt x="17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5" name="Freeform 661">
                <a:extLst>
                  <a:ext uri="{FF2B5EF4-FFF2-40B4-BE49-F238E27FC236}">
                    <a16:creationId xmlns:a16="http://schemas.microsoft.com/office/drawing/2014/main" id="{14D274E1-381C-4499-B27A-A2D11FC24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3173"/>
                <a:ext cx="35" cy="45"/>
              </a:xfrm>
              <a:custGeom>
                <a:avLst/>
                <a:gdLst>
                  <a:gd name="T0" fmla="*/ 83 w 14"/>
                  <a:gd name="T1" fmla="*/ 0 h 18"/>
                  <a:gd name="T2" fmla="*/ 83 w 14"/>
                  <a:gd name="T3" fmla="*/ 0 h 18"/>
                  <a:gd name="T4" fmla="*/ 63 w 14"/>
                  <a:gd name="T5" fmla="*/ 20 h 18"/>
                  <a:gd name="T6" fmla="*/ 0 w 14"/>
                  <a:gd name="T7" fmla="*/ 125 h 18"/>
                  <a:gd name="T8" fmla="*/ 20 w 14"/>
                  <a:gd name="T9" fmla="*/ 158 h 18"/>
                  <a:gd name="T10" fmla="*/ 50 w 14"/>
                  <a:gd name="T11" fmla="*/ 250 h 18"/>
                  <a:gd name="T12" fmla="*/ 95 w 14"/>
                  <a:gd name="T13" fmla="*/ 283 h 18"/>
                  <a:gd name="T14" fmla="*/ 95 w 14"/>
                  <a:gd name="T15" fmla="*/ 283 h 18"/>
                  <a:gd name="T16" fmla="*/ 95 w 14"/>
                  <a:gd name="T17" fmla="*/ 283 h 18"/>
                  <a:gd name="T18" fmla="*/ 175 w 14"/>
                  <a:gd name="T19" fmla="*/ 270 h 18"/>
                  <a:gd name="T20" fmla="*/ 220 w 14"/>
                  <a:gd name="T21" fmla="*/ 188 h 18"/>
                  <a:gd name="T22" fmla="*/ 188 w 14"/>
                  <a:gd name="T23" fmla="*/ 113 h 18"/>
                  <a:gd name="T24" fmla="*/ 188 w 14"/>
                  <a:gd name="T25" fmla="*/ 113 h 18"/>
                  <a:gd name="T26" fmla="*/ 145 w 14"/>
                  <a:gd name="T27" fmla="*/ 50 h 18"/>
                  <a:gd name="T28" fmla="*/ 83 w 14"/>
                  <a:gd name="T29" fmla="*/ 0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" h="1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1" y="3"/>
                      <a:pt x="0" y="6"/>
                      <a:pt x="0" y="8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1" y="12"/>
                      <a:pt x="2" y="14"/>
                      <a:pt x="3" y="16"/>
                    </a:cubicBezTo>
                    <a:cubicBezTo>
                      <a:pt x="4" y="17"/>
                      <a:pt x="5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8" y="18"/>
                      <a:pt x="10" y="18"/>
                      <a:pt x="11" y="17"/>
                    </a:cubicBezTo>
                    <a:cubicBezTo>
                      <a:pt x="13" y="16"/>
                      <a:pt x="14" y="14"/>
                      <a:pt x="14" y="12"/>
                    </a:cubicBezTo>
                    <a:cubicBezTo>
                      <a:pt x="14" y="11"/>
                      <a:pt x="14" y="9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0" y="4"/>
                      <a:pt x="9" y="3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DDA0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6" name="Freeform 662">
                <a:extLst>
                  <a:ext uri="{FF2B5EF4-FFF2-40B4-BE49-F238E27FC236}">
                    <a16:creationId xmlns:a16="http://schemas.microsoft.com/office/drawing/2014/main" id="{4254723A-F854-458B-8875-328C7EC89B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06" y="3170"/>
                <a:ext cx="40" cy="50"/>
              </a:xfrm>
              <a:custGeom>
                <a:avLst/>
                <a:gdLst>
                  <a:gd name="T0" fmla="*/ 113 w 16"/>
                  <a:gd name="T1" fmla="*/ 300 h 20"/>
                  <a:gd name="T2" fmla="*/ 63 w 16"/>
                  <a:gd name="T3" fmla="*/ 270 h 20"/>
                  <a:gd name="T4" fmla="*/ 33 w 16"/>
                  <a:gd name="T5" fmla="*/ 175 h 20"/>
                  <a:gd name="T6" fmla="*/ 20 w 16"/>
                  <a:gd name="T7" fmla="*/ 145 h 20"/>
                  <a:gd name="T8" fmla="*/ 83 w 16"/>
                  <a:gd name="T9" fmla="*/ 33 h 20"/>
                  <a:gd name="T10" fmla="*/ 95 w 16"/>
                  <a:gd name="T11" fmla="*/ 20 h 20"/>
                  <a:gd name="T12" fmla="*/ 95 w 16"/>
                  <a:gd name="T13" fmla="*/ 20 h 20"/>
                  <a:gd name="T14" fmla="*/ 158 w 16"/>
                  <a:gd name="T15" fmla="*/ 63 h 20"/>
                  <a:gd name="T16" fmla="*/ 208 w 16"/>
                  <a:gd name="T17" fmla="*/ 125 h 20"/>
                  <a:gd name="T18" fmla="*/ 208 w 16"/>
                  <a:gd name="T19" fmla="*/ 125 h 20"/>
                  <a:gd name="T20" fmla="*/ 238 w 16"/>
                  <a:gd name="T21" fmla="*/ 208 h 20"/>
                  <a:gd name="T22" fmla="*/ 188 w 16"/>
                  <a:gd name="T23" fmla="*/ 283 h 20"/>
                  <a:gd name="T24" fmla="*/ 113 w 16"/>
                  <a:gd name="T25" fmla="*/ 300 h 20"/>
                  <a:gd name="T26" fmla="*/ 113 w 16"/>
                  <a:gd name="T27" fmla="*/ 300 h 20"/>
                  <a:gd name="T28" fmla="*/ 113 w 16"/>
                  <a:gd name="T29" fmla="*/ 300 h 20"/>
                  <a:gd name="T30" fmla="*/ 95 w 16"/>
                  <a:gd name="T31" fmla="*/ 0 h 20"/>
                  <a:gd name="T32" fmla="*/ 63 w 16"/>
                  <a:gd name="T33" fmla="*/ 20 h 20"/>
                  <a:gd name="T34" fmla="*/ 0 w 16"/>
                  <a:gd name="T35" fmla="*/ 145 h 20"/>
                  <a:gd name="T36" fmla="*/ 20 w 16"/>
                  <a:gd name="T37" fmla="*/ 188 h 20"/>
                  <a:gd name="T38" fmla="*/ 50 w 16"/>
                  <a:gd name="T39" fmla="*/ 270 h 20"/>
                  <a:gd name="T40" fmla="*/ 113 w 16"/>
                  <a:gd name="T41" fmla="*/ 313 h 20"/>
                  <a:gd name="T42" fmla="*/ 113 w 16"/>
                  <a:gd name="T43" fmla="*/ 313 h 20"/>
                  <a:gd name="T44" fmla="*/ 113 w 16"/>
                  <a:gd name="T45" fmla="*/ 313 h 20"/>
                  <a:gd name="T46" fmla="*/ 113 w 16"/>
                  <a:gd name="T47" fmla="*/ 313 h 20"/>
                  <a:gd name="T48" fmla="*/ 113 w 16"/>
                  <a:gd name="T49" fmla="*/ 313 h 20"/>
                  <a:gd name="T50" fmla="*/ 208 w 16"/>
                  <a:gd name="T51" fmla="*/ 300 h 20"/>
                  <a:gd name="T52" fmla="*/ 250 w 16"/>
                  <a:gd name="T53" fmla="*/ 208 h 20"/>
                  <a:gd name="T54" fmla="*/ 220 w 16"/>
                  <a:gd name="T55" fmla="*/ 125 h 20"/>
                  <a:gd name="T56" fmla="*/ 220 w 16"/>
                  <a:gd name="T57" fmla="*/ 125 h 20"/>
                  <a:gd name="T58" fmla="*/ 220 w 16"/>
                  <a:gd name="T59" fmla="*/ 125 h 20"/>
                  <a:gd name="T60" fmla="*/ 175 w 16"/>
                  <a:gd name="T61" fmla="*/ 50 h 20"/>
                  <a:gd name="T62" fmla="*/ 95 w 16"/>
                  <a:gd name="T63" fmla="*/ 0 h 20"/>
                  <a:gd name="T64" fmla="*/ 95 w 16"/>
                  <a:gd name="T65" fmla="*/ 0 h 2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6" h="20">
                    <a:moveTo>
                      <a:pt x="7" y="19"/>
                    </a:moveTo>
                    <a:cubicBezTo>
                      <a:pt x="6" y="19"/>
                      <a:pt x="5" y="18"/>
                      <a:pt x="4" y="17"/>
                    </a:cubicBezTo>
                    <a:cubicBezTo>
                      <a:pt x="3" y="15"/>
                      <a:pt x="2" y="13"/>
                      <a:pt x="2" y="11"/>
                    </a:cubicBezTo>
                    <a:cubicBezTo>
                      <a:pt x="1" y="11"/>
                      <a:pt x="1" y="10"/>
                      <a:pt x="1" y="9"/>
                    </a:cubicBezTo>
                    <a:cubicBezTo>
                      <a:pt x="1" y="7"/>
                      <a:pt x="2" y="4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9" y="2"/>
                      <a:pt x="10" y="4"/>
                    </a:cubicBezTo>
                    <a:cubicBezTo>
                      <a:pt x="11" y="5"/>
                      <a:pt x="12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5" y="10"/>
                      <a:pt x="15" y="12"/>
                      <a:pt x="15" y="13"/>
                    </a:cubicBezTo>
                    <a:cubicBezTo>
                      <a:pt x="15" y="15"/>
                      <a:pt x="14" y="17"/>
                      <a:pt x="12" y="18"/>
                    </a:cubicBezTo>
                    <a:cubicBezTo>
                      <a:pt x="11" y="19"/>
                      <a:pt x="9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moveTo>
                      <a:pt x="6" y="0"/>
                    </a:moveTo>
                    <a:cubicBezTo>
                      <a:pt x="5" y="0"/>
                      <a:pt x="5" y="0"/>
                      <a:pt x="4" y="1"/>
                    </a:cubicBezTo>
                    <a:cubicBezTo>
                      <a:pt x="2" y="4"/>
                      <a:pt x="0" y="6"/>
                      <a:pt x="0" y="9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1" y="14"/>
                      <a:pt x="2" y="16"/>
                      <a:pt x="3" y="17"/>
                    </a:cubicBezTo>
                    <a:cubicBezTo>
                      <a:pt x="4" y="19"/>
                      <a:pt x="5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20"/>
                      <a:pt x="11" y="20"/>
                      <a:pt x="13" y="19"/>
                    </a:cubicBezTo>
                    <a:cubicBezTo>
                      <a:pt x="15" y="18"/>
                      <a:pt x="16" y="16"/>
                      <a:pt x="16" y="13"/>
                    </a:cubicBezTo>
                    <a:cubicBezTo>
                      <a:pt x="16" y="12"/>
                      <a:pt x="16" y="10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6"/>
                      <a:pt x="12" y="4"/>
                      <a:pt x="11" y="3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7" name="Freeform 663">
                <a:extLst>
                  <a:ext uri="{FF2B5EF4-FFF2-40B4-BE49-F238E27FC236}">
                    <a16:creationId xmlns:a16="http://schemas.microsoft.com/office/drawing/2014/main" id="{A361746B-EDB3-4AF6-9183-6ABCD48C5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3193"/>
                <a:ext cx="30" cy="27"/>
              </a:xfrm>
              <a:custGeom>
                <a:avLst/>
                <a:gdLst>
                  <a:gd name="T0" fmla="*/ 113 w 12"/>
                  <a:gd name="T1" fmla="*/ 0 h 11"/>
                  <a:gd name="T2" fmla="*/ 63 w 12"/>
                  <a:gd name="T3" fmla="*/ 29 h 11"/>
                  <a:gd name="T4" fmla="*/ 0 w 12"/>
                  <a:gd name="T5" fmla="*/ 91 h 11"/>
                  <a:gd name="T6" fmla="*/ 20 w 12"/>
                  <a:gd name="T7" fmla="*/ 103 h 11"/>
                  <a:gd name="T8" fmla="*/ 20 w 12"/>
                  <a:gd name="T9" fmla="*/ 103 h 11"/>
                  <a:gd name="T10" fmla="*/ 95 w 12"/>
                  <a:gd name="T11" fmla="*/ 162 h 11"/>
                  <a:gd name="T12" fmla="*/ 95 w 12"/>
                  <a:gd name="T13" fmla="*/ 162 h 11"/>
                  <a:gd name="T14" fmla="*/ 158 w 12"/>
                  <a:gd name="T15" fmla="*/ 120 h 11"/>
                  <a:gd name="T16" fmla="*/ 158 w 12"/>
                  <a:gd name="T17" fmla="*/ 120 h 11"/>
                  <a:gd name="T18" fmla="*/ 188 w 12"/>
                  <a:gd name="T19" fmla="*/ 42 h 11"/>
                  <a:gd name="T20" fmla="*/ 175 w 12"/>
                  <a:gd name="T21" fmla="*/ 12 h 11"/>
                  <a:gd name="T22" fmla="*/ 113 w 12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" h="11">
                    <a:moveTo>
                      <a:pt x="7" y="0"/>
                    </a:moveTo>
                    <a:cubicBezTo>
                      <a:pt x="5" y="0"/>
                      <a:pt x="4" y="1"/>
                      <a:pt x="4" y="2"/>
                    </a:cubicBezTo>
                    <a:cubicBezTo>
                      <a:pt x="2" y="3"/>
                      <a:pt x="0" y="5"/>
                      <a:pt x="0" y="6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9"/>
                      <a:pt x="4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0"/>
                      <a:pt x="9" y="10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6"/>
                      <a:pt x="12" y="4"/>
                      <a:pt x="12" y="3"/>
                    </a:cubicBezTo>
                    <a:cubicBezTo>
                      <a:pt x="12" y="2"/>
                      <a:pt x="12" y="1"/>
                      <a:pt x="11" y="1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DDA0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8" name="Freeform 664">
                <a:extLst>
                  <a:ext uri="{FF2B5EF4-FFF2-40B4-BE49-F238E27FC236}">
                    <a16:creationId xmlns:a16="http://schemas.microsoft.com/office/drawing/2014/main" id="{E9BEE12D-044F-4690-B6B9-48AA5D4E54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56" y="3190"/>
                <a:ext cx="33" cy="30"/>
              </a:xfrm>
              <a:custGeom>
                <a:avLst/>
                <a:gdLst>
                  <a:gd name="T0" fmla="*/ 20 w 13"/>
                  <a:gd name="T1" fmla="*/ 125 h 12"/>
                  <a:gd name="T2" fmla="*/ 0 w 13"/>
                  <a:gd name="T3" fmla="*/ 113 h 12"/>
                  <a:gd name="T4" fmla="*/ 63 w 13"/>
                  <a:gd name="T5" fmla="*/ 50 h 12"/>
                  <a:gd name="T6" fmla="*/ 117 w 13"/>
                  <a:gd name="T7" fmla="*/ 20 h 12"/>
                  <a:gd name="T8" fmla="*/ 180 w 13"/>
                  <a:gd name="T9" fmla="*/ 33 h 12"/>
                  <a:gd name="T10" fmla="*/ 193 w 13"/>
                  <a:gd name="T11" fmla="*/ 63 h 12"/>
                  <a:gd name="T12" fmla="*/ 160 w 13"/>
                  <a:gd name="T13" fmla="*/ 145 h 12"/>
                  <a:gd name="T14" fmla="*/ 160 w 13"/>
                  <a:gd name="T15" fmla="*/ 145 h 12"/>
                  <a:gd name="T16" fmla="*/ 96 w 13"/>
                  <a:gd name="T17" fmla="*/ 188 h 12"/>
                  <a:gd name="T18" fmla="*/ 96 w 13"/>
                  <a:gd name="T19" fmla="*/ 188 h 12"/>
                  <a:gd name="T20" fmla="*/ 20 w 13"/>
                  <a:gd name="T21" fmla="*/ 125 h 12"/>
                  <a:gd name="T22" fmla="*/ 20 w 13"/>
                  <a:gd name="T23" fmla="*/ 125 h 12"/>
                  <a:gd name="T24" fmla="*/ 117 w 13"/>
                  <a:gd name="T25" fmla="*/ 0 h 12"/>
                  <a:gd name="T26" fmla="*/ 51 w 13"/>
                  <a:gd name="T27" fmla="*/ 33 h 12"/>
                  <a:gd name="T28" fmla="*/ 0 w 13"/>
                  <a:gd name="T29" fmla="*/ 113 h 12"/>
                  <a:gd name="T30" fmla="*/ 0 w 13"/>
                  <a:gd name="T31" fmla="*/ 145 h 12"/>
                  <a:gd name="T32" fmla="*/ 0 w 13"/>
                  <a:gd name="T33" fmla="*/ 145 h 12"/>
                  <a:gd name="T34" fmla="*/ 0 w 13"/>
                  <a:gd name="T35" fmla="*/ 145 h 12"/>
                  <a:gd name="T36" fmla="*/ 96 w 13"/>
                  <a:gd name="T37" fmla="*/ 188 h 12"/>
                  <a:gd name="T38" fmla="*/ 96 w 13"/>
                  <a:gd name="T39" fmla="*/ 188 h 12"/>
                  <a:gd name="T40" fmla="*/ 180 w 13"/>
                  <a:gd name="T41" fmla="*/ 145 h 12"/>
                  <a:gd name="T42" fmla="*/ 160 w 13"/>
                  <a:gd name="T43" fmla="*/ 145 h 12"/>
                  <a:gd name="T44" fmla="*/ 180 w 13"/>
                  <a:gd name="T45" fmla="*/ 145 h 12"/>
                  <a:gd name="T46" fmla="*/ 213 w 13"/>
                  <a:gd name="T47" fmla="*/ 63 h 12"/>
                  <a:gd name="T48" fmla="*/ 180 w 13"/>
                  <a:gd name="T49" fmla="*/ 20 h 12"/>
                  <a:gd name="T50" fmla="*/ 117 w 13"/>
                  <a:gd name="T51" fmla="*/ 0 h 12"/>
                  <a:gd name="T52" fmla="*/ 117 w 13"/>
                  <a:gd name="T53" fmla="*/ 0 h 1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" h="12">
                    <a:moveTo>
                      <a:pt x="1" y="8"/>
                    </a:moveTo>
                    <a:cubicBezTo>
                      <a:pt x="1" y="8"/>
                      <a:pt x="0" y="8"/>
                      <a:pt x="0" y="7"/>
                    </a:cubicBezTo>
                    <a:cubicBezTo>
                      <a:pt x="0" y="6"/>
                      <a:pt x="2" y="4"/>
                      <a:pt x="4" y="3"/>
                    </a:cubicBezTo>
                    <a:cubicBezTo>
                      <a:pt x="4" y="2"/>
                      <a:pt x="5" y="1"/>
                      <a:pt x="7" y="1"/>
                    </a:cubicBezTo>
                    <a:cubicBezTo>
                      <a:pt x="8" y="1"/>
                      <a:pt x="9" y="1"/>
                      <a:pt x="11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5"/>
                      <a:pt x="11" y="7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2"/>
                      <a:pt x="2" y="10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7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2" y="4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2"/>
                      <a:pt x="9" y="11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3" y="5"/>
                      <a:pt x="13" y="4"/>
                    </a:cubicBezTo>
                    <a:cubicBezTo>
                      <a:pt x="13" y="2"/>
                      <a:pt x="12" y="1"/>
                      <a:pt x="11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9" name="Freeform 665">
                <a:extLst>
                  <a:ext uri="{FF2B5EF4-FFF2-40B4-BE49-F238E27FC236}">
                    <a16:creationId xmlns:a16="http://schemas.microsoft.com/office/drawing/2014/main" id="{D4677433-2C29-45F0-833F-39370D5AB4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1" y="3235"/>
                <a:ext cx="145" cy="23"/>
              </a:xfrm>
              <a:custGeom>
                <a:avLst/>
                <a:gdLst>
                  <a:gd name="T0" fmla="*/ 863 w 58"/>
                  <a:gd name="T1" fmla="*/ 118 h 9"/>
                  <a:gd name="T2" fmla="*/ 863 w 58"/>
                  <a:gd name="T3" fmla="*/ 118 h 9"/>
                  <a:gd name="T4" fmla="*/ 845 w 58"/>
                  <a:gd name="T5" fmla="*/ 151 h 9"/>
                  <a:gd name="T6" fmla="*/ 895 w 58"/>
                  <a:gd name="T7" fmla="*/ 151 h 9"/>
                  <a:gd name="T8" fmla="*/ 895 w 58"/>
                  <a:gd name="T9" fmla="*/ 151 h 9"/>
                  <a:gd name="T10" fmla="*/ 908 w 58"/>
                  <a:gd name="T11" fmla="*/ 130 h 9"/>
                  <a:gd name="T12" fmla="*/ 895 w 58"/>
                  <a:gd name="T13" fmla="*/ 118 h 9"/>
                  <a:gd name="T14" fmla="*/ 863 w 58"/>
                  <a:gd name="T15" fmla="*/ 118 h 9"/>
                  <a:gd name="T16" fmla="*/ 800 w 58"/>
                  <a:gd name="T17" fmla="*/ 118 h 9"/>
                  <a:gd name="T18" fmla="*/ 770 w 58"/>
                  <a:gd name="T19" fmla="*/ 118 h 9"/>
                  <a:gd name="T20" fmla="*/ 770 w 58"/>
                  <a:gd name="T21" fmla="*/ 130 h 9"/>
                  <a:gd name="T22" fmla="*/ 783 w 58"/>
                  <a:gd name="T23" fmla="*/ 151 h 9"/>
                  <a:gd name="T24" fmla="*/ 783 w 58"/>
                  <a:gd name="T25" fmla="*/ 151 h 9"/>
                  <a:gd name="T26" fmla="*/ 800 w 58"/>
                  <a:gd name="T27" fmla="*/ 118 h 9"/>
                  <a:gd name="T28" fmla="*/ 800 w 58"/>
                  <a:gd name="T29" fmla="*/ 118 h 9"/>
                  <a:gd name="T30" fmla="*/ 283 w 58"/>
                  <a:gd name="T31" fmla="*/ 0 h 9"/>
                  <a:gd name="T32" fmla="*/ 283 w 58"/>
                  <a:gd name="T33" fmla="*/ 0 h 9"/>
                  <a:gd name="T34" fmla="*/ 220 w 58"/>
                  <a:gd name="T35" fmla="*/ 0 h 9"/>
                  <a:gd name="T36" fmla="*/ 20 w 58"/>
                  <a:gd name="T37" fmla="*/ 51 h 9"/>
                  <a:gd name="T38" fmla="*/ 20 w 58"/>
                  <a:gd name="T39" fmla="*/ 51 h 9"/>
                  <a:gd name="T40" fmla="*/ 20 w 58"/>
                  <a:gd name="T41" fmla="*/ 51 h 9"/>
                  <a:gd name="T42" fmla="*/ 20 w 58"/>
                  <a:gd name="T43" fmla="*/ 51 h 9"/>
                  <a:gd name="T44" fmla="*/ 0 w 58"/>
                  <a:gd name="T45" fmla="*/ 66 h 9"/>
                  <a:gd name="T46" fmla="*/ 20 w 58"/>
                  <a:gd name="T47" fmla="*/ 84 h 9"/>
                  <a:gd name="T48" fmla="*/ 20 w 58"/>
                  <a:gd name="T49" fmla="*/ 84 h 9"/>
                  <a:gd name="T50" fmla="*/ 220 w 58"/>
                  <a:gd name="T51" fmla="*/ 33 h 9"/>
                  <a:gd name="T52" fmla="*/ 283 w 58"/>
                  <a:gd name="T53" fmla="*/ 33 h 9"/>
                  <a:gd name="T54" fmla="*/ 395 w 58"/>
                  <a:gd name="T55" fmla="*/ 66 h 9"/>
                  <a:gd name="T56" fmla="*/ 500 w 58"/>
                  <a:gd name="T57" fmla="*/ 118 h 9"/>
                  <a:gd name="T58" fmla="*/ 675 w 58"/>
                  <a:gd name="T59" fmla="*/ 151 h 9"/>
                  <a:gd name="T60" fmla="*/ 708 w 58"/>
                  <a:gd name="T61" fmla="*/ 151 h 9"/>
                  <a:gd name="T62" fmla="*/ 708 w 58"/>
                  <a:gd name="T63" fmla="*/ 118 h 9"/>
                  <a:gd name="T64" fmla="*/ 675 w 58"/>
                  <a:gd name="T65" fmla="*/ 118 h 9"/>
                  <a:gd name="T66" fmla="*/ 675 w 58"/>
                  <a:gd name="T67" fmla="*/ 118 h 9"/>
                  <a:gd name="T68" fmla="*/ 520 w 58"/>
                  <a:gd name="T69" fmla="*/ 84 h 9"/>
                  <a:gd name="T70" fmla="*/ 408 w 58"/>
                  <a:gd name="T71" fmla="*/ 33 h 9"/>
                  <a:gd name="T72" fmla="*/ 363 w 58"/>
                  <a:gd name="T73" fmla="*/ 20 h 9"/>
                  <a:gd name="T74" fmla="*/ 363 w 58"/>
                  <a:gd name="T75" fmla="*/ 20 h 9"/>
                  <a:gd name="T76" fmla="*/ 363 w 58"/>
                  <a:gd name="T77" fmla="*/ 20 h 9"/>
                  <a:gd name="T78" fmla="*/ 345 w 58"/>
                  <a:gd name="T79" fmla="*/ 20 h 9"/>
                  <a:gd name="T80" fmla="*/ 333 w 58"/>
                  <a:gd name="T81" fmla="*/ 0 h 9"/>
                  <a:gd name="T82" fmla="*/ 283 w 58"/>
                  <a:gd name="T83" fmla="*/ 0 h 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8" h="9">
                    <a:moveTo>
                      <a:pt x="55" y="7"/>
                    </a:moveTo>
                    <a:cubicBezTo>
                      <a:pt x="55" y="7"/>
                      <a:pt x="55" y="7"/>
                      <a:pt x="55" y="7"/>
                    </a:cubicBezTo>
                    <a:cubicBezTo>
                      <a:pt x="55" y="7"/>
                      <a:pt x="55" y="8"/>
                      <a:pt x="54" y="9"/>
                    </a:cubicBezTo>
                    <a:cubicBezTo>
                      <a:pt x="55" y="9"/>
                      <a:pt x="56" y="9"/>
                      <a:pt x="57" y="9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7" y="9"/>
                      <a:pt x="58" y="8"/>
                      <a:pt x="58" y="8"/>
                    </a:cubicBezTo>
                    <a:cubicBezTo>
                      <a:pt x="58" y="7"/>
                      <a:pt x="58" y="7"/>
                      <a:pt x="57" y="7"/>
                    </a:cubicBezTo>
                    <a:cubicBezTo>
                      <a:pt x="56" y="7"/>
                      <a:pt x="55" y="7"/>
                      <a:pt x="55" y="7"/>
                    </a:cubicBezTo>
                    <a:moveTo>
                      <a:pt x="51" y="7"/>
                    </a:moveTo>
                    <a:cubicBezTo>
                      <a:pt x="50" y="7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8"/>
                    </a:cubicBezTo>
                    <a:cubicBezTo>
                      <a:pt x="49" y="8"/>
                      <a:pt x="49" y="8"/>
                      <a:pt x="50" y="9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0" y="8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5" y="0"/>
                      <a:pt x="14" y="0"/>
                    </a:cubicBezTo>
                    <a:cubicBezTo>
                      <a:pt x="9" y="1"/>
                      <a:pt x="5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6" y="5"/>
                      <a:pt x="10" y="3"/>
                      <a:pt x="14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1" y="2"/>
                      <a:pt x="23" y="2"/>
                      <a:pt x="25" y="4"/>
                    </a:cubicBezTo>
                    <a:cubicBezTo>
                      <a:pt x="27" y="5"/>
                      <a:pt x="29" y="6"/>
                      <a:pt x="32" y="7"/>
                    </a:cubicBezTo>
                    <a:cubicBezTo>
                      <a:pt x="35" y="8"/>
                      <a:pt x="39" y="9"/>
                      <a:pt x="43" y="9"/>
                    </a:cubicBezTo>
                    <a:cubicBezTo>
                      <a:pt x="44" y="9"/>
                      <a:pt x="44" y="9"/>
                      <a:pt x="45" y="9"/>
                    </a:cubicBezTo>
                    <a:cubicBezTo>
                      <a:pt x="45" y="8"/>
                      <a:pt x="45" y="7"/>
                      <a:pt x="45" y="7"/>
                    </a:cubicBezTo>
                    <a:cubicBezTo>
                      <a:pt x="44" y="7"/>
                      <a:pt x="44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39" y="7"/>
                      <a:pt x="35" y="6"/>
                      <a:pt x="33" y="5"/>
                    </a:cubicBezTo>
                    <a:cubicBezTo>
                      <a:pt x="30" y="4"/>
                      <a:pt x="28" y="3"/>
                      <a:pt x="26" y="2"/>
                    </a:cubicBezTo>
                    <a:cubicBezTo>
                      <a:pt x="25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2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20" name="Freeform 666">
                <a:extLst>
                  <a:ext uri="{FF2B5EF4-FFF2-40B4-BE49-F238E27FC236}">
                    <a16:creationId xmlns:a16="http://schemas.microsoft.com/office/drawing/2014/main" id="{2C45E8B5-DE3F-49C5-9717-97AF4C454A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4" y="3180"/>
                <a:ext cx="77" cy="43"/>
              </a:xfrm>
              <a:custGeom>
                <a:avLst/>
                <a:gdLst>
                  <a:gd name="T0" fmla="*/ 30 w 31"/>
                  <a:gd name="T1" fmla="*/ 225 h 17"/>
                  <a:gd name="T2" fmla="*/ 0 w 31"/>
                  <a:gd name="T3" fmla="*/ 243 h 17"/>
                  <a:gd name="T4" fmla="*/ 0 w 31"/>
                  <a:gd name="T5" fmla="*/ 276 h 17"/>
                  <a:gd name="T6" fmla="*/ 12 w 31"/>
                  <a:gd name="T7" fmla="*/ 276 h 17"/>
                  <a:gd name="T8" fmla="*/ 12 w 31"/>
                  <a:gd name="T9" fmla="*/ 276 h 17"/>
                  <a:gd name="T10" fmla="*/ 42 w 31"/>
                  <a:gd name="T11" fmla="*/ 255 h 17"/>
                  <a:gd name="T12" fmla="*/ 30 w 31"/>
                  <a:gd name="T13" fmla="*/ 225 h 17"/>
                  <a:gd name="T14" fmla="*/ 30 w 31"/>
                  <a:gd name="T15" fmla="*/ 225 h 17"/>
                  <a:gd name="T16" fmla="*/ 383 w 31"/>
                  <a:gd name="T17" fmla="*/ 20 h 17"/>
                  <a:gd name="T18" fmla="*/ 353 w 31"/>
                  <a:gd name="T19" fmla="*/ 33 h 17"/>
                  <a:gd name="T20" fmla="*/ 258 w 31"/>
                  <a:gd name="T21" fmla="*/ 96 h 17"/>
                  <a:gd name="T22" fmla="*/ 196 w 31"/>
                  <a:gd name="T23" fmla="*/ 159 h 17"/>
                  <a:gd name="T24" fmla="*/ 104 w 31"/>
                  <a:gd name="T25" fmla="*/ 192 h 17"/>
                  <a:gd name="T26" fmla="*/ 92 w 31"/>
                  <a:gd name="T27" fmla="*/ 192 h 17"/>
                  <a:gd name="T28" fmla="*/ 92 w 31"/>
                  <a:gd name="T29" fmla="*/ 210 h 17"/>
                  <a:gd name="T30" fmla="*/ 92 w 31"/>
                  <a:gd name="T31" fmla="*/ 225 h 17"/>
                  <a:gd name="T32" fmla="*/ 124 w 31"/>
                  <a:gd name="T33" fmla="*/ 225 h 17"/>
                  <a:gd name="T34" fmla="*/ 229 w 31"/>
                  <a:gd name="T35" fmla="*/ 180 h 17"/>
                  <a:gd name="T36" fmla="*/ 258 w 31"/>
                  <a:gd name="T37" fmla="*/ 147 h 17"/>
                  <a:gd name="T38" fmla="*/ 340 w 31"/>
                  <a:gd name="T39" fmla="*/ 83 h 17"/>
                  <a:gd name="T40" fmla="*/ 383 w 31"/>
                  <a:gd name="T41" fmla="*/ 51 h 17"/>
                  <a:gd name="T42" fmla="*/ 383 w 31"/>
                  <a:gd name="T43" fmla="*/ 33 h 17"/>
                  <a:gd name="T44" fmla="*/ 383 w 31"/>
                  <a:gd name="T45" fmla="*/ 20 h 17"/>
                  <a:gd name="T46" fmla="*/ 445 w 31"/>
                  <a:gd name="T47" fmla="*/ 0 h 17"/>
                  <a:gd name="T48" fmla="*/ 445 w 31"/>
                  <a:gd name="T49" fmla="*/ 33 h 17"/>
                  <a:gd name="T50" fmla="*/ 445 w 31"/>
                  <a:gd name="T51" fmla="*/ 51 h 17"/>
                  <a:gd name="T52" fmla="*/ 445 w 31"/>
                  <a:gd name="T53" fmla="*/ 83 h 17"/>
                  <a:gd name="T54" fmla="*/ 462 w 31"/>
                  <a:gd name="T55" fmla="*/ 96 h 17"/>
                  <a:gd name="T56" fmla="*/ 474 w 31"/>
                  <a:gd name="T57" fmla="*/ 96 h 17"/>
                  <a:gd name="T58" fmla="*/ 474 w 31"/>
                  <a:gd name="T59" fmla="*/ 63 h 17"/>
                  <a:gd name="T60" fmla="*/ 462 w 31"/>
                  <a:gd name="T61" fmla="*/ 20 h 17"/>
                  <a:gd name="T62" fmla="*/ 445 w 31"/>
                  <a:gd name="T63" fmla="*/ 0 h 1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" h="17">
                    <a:moveTo>
                      <a:pt x="2" y="14"/>
                    </a:moveTo>
                    <a:cubicBezTo>
                      <a:pt x="1" y="14"/>
                      <a:pt x="1" y="15"/>
                      <a:pt x="0" y="15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2" y="16"/>
                      <a:pt x="3" y="16"/>
                    </a:cubicBezTo>
                    <a:cubicBezTo>
                      <a:pt x="3" y="15"/>
                      <a:pt x="2" y="15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25" y="1"/>
                    </a:moveTo>
                    <a:cubicBezTo>
                      <a:pt x="24" y="1"/>
                      <a:pt x="24" y="1"/>
                      <a:pt x="23" y="2"/>
                    </a:cubicBezTo>
                    <a:cubicBezTo>
                      <a:pt x="21" y="3"/>
                      <a:pt x="19" y="5"/>
                      <a:pt x="17" y="6"/>
                    </a:cubicBezTo>
                    <a:cubicBezTo>
                      <a:pt x="15" y="8"/>
                      <a:pt x="14" y="9"/>
                      <a:pt x="13" y="10"/>
                    </a:cubicBezTo>
                    <a:cubicBezTo>
                      <a:pt x="12" y="11"/>
                      <a:pt x="10" y="11"/>
                      <a:pt x="7" y="12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7" y="14"/>
                      <a:pt x="7" y="14"/>
                      <a:pt x="8" y="14"/>
                    </a:cubicBezTo>
                    <a:cubicBezTo>
                      <a:pt x="10" y="13"/>
                      <a:pt x="12" y="13"/>
                      <a:pt x="15" y="11"/>
                    </a:cubicBezTo>
                    <a:cubicBezTo>
                      <a:pt x="15" y="11"/>
                      <a:pt x="16" y="10"/>
                      <a:pt x="17" y="9"/>
                    </a:cubicBezTo>
                    <a:cubicBezTo>
                      <a:pt x="18" y="8"/>
                      <a:pt x="20" y="6"/>
                      <a:pt x="22" y="5"/>
                    </a:cubicBezTo>
                    <a:cubicBezTo>
                      <a:pt x="23" y="4"/>
                      <a:pt x="24" y="3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moveTo>
                      <a:pt x="29" y="0"/>
                    </a:moveTo>
                    <a:cubicBezTo>
                      <a:pt x="29" y="1"/>
                      <a:pt x="29" y="1"/>
                      <a:pt x="29" y="2"/>
                    </a:cubicBezTo>
                    <a:cubicBezTo>
                      <a:pt x="29" y="2"/>
                      <a:pt x="29" y="3"/>
                      <a:pt x="29" y="3"/>
                    </a:cubicBezTo>
                    <a:cubicBezTo>
                      <a:pt x="29" y="3"/>
                      <a:pt x="29" y="4"/>
                      <a:pt x="29" y="5"/>
                    </a:cubicBezTo>
                    <a:cubicBezTo>
                      <a:pt x="30" y="5"/>
                      <a:pt x="30" y="6"/>
                      <a:pt x="30" y="6"/>
                    </a:cubicBezTo>
                    <a:cubicBezTo>
                      <a:pt x="30" y="6"/>
                      <a:pt x="31" y="6"/>
                      <a:pt x="31" y="6"/>
                    </a:cubicBezTo>
                    <a:cubicBezTo>
                      <a:pt x="31" y="5"/>
                      <a:pt x="31" y="5"/>
                      <a:pt x="31" y="4"/>
                    </a:cubicBezTo>
                    <a:cubicBezTo>
                      <a:pt x="31" y="3"/>
                      <a:pt x="31" y="2"/>
                      <a:pt x="30" y="1"/>
                    </a:cubicBezTo>
                    <a:cubicBezTo>
                      <a:pt x="30" y="1"/>
                      <a:pt x="29" y="1"/>
                      <a:pt x="29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21" name="Freeform 667">
                <a:extLst>
                  <a:ext uri="{FF2B5EF4-FFF2-40B4-BE49-F238E27FC236}">
                    <a16:creationId xmlns:a16="http://schemas.microsoft.com/office/drawing/2014/main" id="{022FA8A3-BD3A-46D3-8861-398045937E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38" y="3190"/>
                <a:ext cx="23" cy="48"/>
              </a:xfrm>
              <a:custGeom>
                <a:avLst/>
                <a:gdLst>
                  <a:gd name="T0" fmla="*/ 84 w 9"/>
                  <a:gd name="T1" fmla="*/ 83 h 19"/>
                  <a:gd name="T2" fmla="*/ 66 w 9"/>
                  <a:gd name="T3" fmla="*/ 96 h 19"/>
                  <a:gd name="T4" fmla="*/ 51 w 9"/>
                  <a:gd name="T5" fmla="*/ 96 h 19"/>
                  <a:gd name="T6" fmla="*/ 97 w 9"/>
                  <a:gd name="T7" fmla="*/ 288 h 19"/>
                  <a:gd name="T8" fmla="*/ 118 w 9"/>
                  <a:gd name="T9" fmla="*/ 306 h 19"/>
                  <a:gd name="T10" fmla="*/ 130 w 9"/>
                  <a:gd name="T11" fmla="*/ 306 h 19"/>
                  <a:gd name="T12" fmla="*/ 130 w 9"/>
                  <a:gd name="T13" fmla="*/ 306 h 19"/>
                  <a:gd name="T14" fmla="*/ 130 w 9"/>
                  <a:gd name="T15" fmla="*/ 306 h 19"/>
                  <a:gd name="T16" fmla="*/ 151 w 9"/>
                  <a:gd name="T17" fmla="*/ 288 h 19"/>
                  <a:gd name="T18" fmla="*/ 151 w 9"/>
                  <a:gd name="T19" fmla="*/ 288 h 19"/>
                  <a:gd name="T20" fmla="*/ 84 w 9"/>
                  <a:gd name="T21" fmla="*/ 83 h 19"/>
                  <a:gd name="T22" fmla="*/ 33 w 9"/>
                  <a:gd name="T23" fmla="*/ 0 h 19"/>
                  <a:gd name="T24" fmla="*/ 20 w 9"/>
                  <a:gd name="T25" fmla="*/ 0 h 19"/>
                  <a:gd name="T26" fmla="*/ 20 w 9"/>
                  <a:gd name="T27" fmla="*/ 33 h 19"/>
                  <a:gd name="T28" fmla="*/ 20 w 9"/>
                  <a:gd name="T29" fmla="*/ 51 h 19"/>
                  <a:gd name="T30" fmla="*/ 51 w 9"/>
                  <a:gd name="T31" fmla="*/ 33 h 19"/>
                  <a:gd name="T32" fmla="*/ 51 w 9"/>
                  <a:gd name="T33" fmla="*/ 33 h 19"/>
                  <a:gd name="T34" fmla="*/ 33 w 9"/>
                  <a:gd name="T35" fmla="*/ 20 h 19"/>
                  <a:gd name="T36" fmla="*/ 33 w 9"/>
                  <a:gd name="T37" fmla="*/ 0 h 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" h="19">
                    <a:moveTo>
                      <a:pt x="5" y="5"/>
                    </a:moveTo>
                    <a:cubicBezTo>
                      <a:pt x="5" y="5"/>
                      <a:pt x="5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5" y="10"/>
                      <a:pt x="6" y="14"/>
                      <a:pt x="6" y="18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9"/>
                      <a:pt x="7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8" y="14"/>
                      <a:pt x="7" y="10"/>
                      <a:pt x="5" y="5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22" name="Freeform 668">
                <a:extLst>
                  <a:ext uri="{FF2B5EF4-FFF2-40B4-BE49-F238E27FC236}">
                    <a16:creationId xmlns:a16="http://schemas.microsoft.com/office/drawing/2014/main" id="{60059288-634F-417B-A842-AFECBFCA49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48" y="3178"/>
                <a:ext cx="50" cy="55"/>
              </a:xfrm>
              <a:custGeom>
                <a:avLst/>
                <a:gdLst>
                  <a:gd name="T0" fmla="*/ 250 w 20"/>
                  <a:gd name="T1" fmla="*/ 300 h 22"/>
                  <a:gd name="T2" fmla="*/ 238 w 20"/>
                  <a:gd name="T3" fmla="*/ 333 h 22"/>
                  <a:gd name="T4" fmla="*/ 300 w 20"/>
                  <a:gd name="T5" fmla="*/ 345 h 22"/>
                  <a:gd name="T6" fmla="*/ 300 w 20"/>
                  <a:gd name="T7" fmla="*/ 345 h 22"/>
                  <a:gd name="T8" fmla="*/ 313 w 20"/>
                  <a:gd name="T9" fmla="*/ 333 h 22"/>
                  <a:gd name="T10" fmla="*/ 300 w 20"/>
                  <a:gd name="T11" fmla="*/ 313 h 22"/>
                  <a:gd name="T12" fmla="*/ 250 w 20"/>
                  <a:gd name="T13" fmla="*/ 300 h 22"/>
                  <a:gd name="T14" fmla="*/ 33 w 20"/>
                  <a:gd name="T15" fmla="*/ 83 h 22"/>
                  <a:gd name="T16" fmla="*/ 0 w 20"/>
                  <a:gd name="T17" fmla="*/ 95 h 22"/>
                  <a:gd name="T18" fmla="*/ 95 w 20"/>
                  <a:gd name="T19" fmla="*/ 238 h 22"/>
                  <a:gd name="T20" fmla="*/ 188 w 20"/>
                  <a:gd name="T21" fmla="*/ 300 h 22"/>
                  <a:gd name="T22" fmla="*/ 188 w 20"/>
                  <a:gd name="T23" fmla="*/ 283 h 22"/>
                  <a:gd name="T24" fmla="*/ 188 w 20"/>
                  <a:gd name="T25" fmla="*/ 270 h 22"/>
                  <a:gd name="T26" fmla="*/ 113 w 20"/>
                  <a:gd name="T27" fmla="*/ 220 h 22"/>
                  <a:gd name="T28" fmla="*/ 33 w 20"/>
                  <a:gd name="T29" fmla="*/ 83 h 22"/>
                  <a:gd name="T30" fmla="*/ 33 w 20"/>
                  <a:gd name="T31" fmla="*/ 20 h 22"/>
                  <a:gd name="T32" fmla="*/ 33 w 20"/>
                  <a:gd name="T33" fmla="*/ 33 h 22"/>
                  <a:gd name="T34" fmla="*/ 33 w 20"/>
                  <a:gd name="T35" fmla="*/ 33 h 22"/>
                  <a:gd name="T36" fmla="*/ 33 w 20"/>
                  <a:gd name="T37" fmla="*/ 20 h 22"/>
                  <a:gd name="T38" fmla="*/ 20 w 20"/>
                  <a:gd name="T39" fmla="*/ 0 h 22"/>
                  <a:gd name="T40" fmla="*/ 0 w 20"/>
                  <a:gd name="T41" fmla="*/ 20 h 22"/>
                  <a:gd name="T42" fmla="*/ 0 w 20"/>
                  <a:gd name="T43" fmla="*/ 33 h 22"/>
                  <a:gd name="T44" fmla="*/ 20 w 20"/>
                  <a:gd name="T45" fmla="*/ 20 h 22"/>
                  <a:gd name="T46" fmla="*/ 33 w 20"/>
                  <a:gd name="T47" fmla="*/ 20 h 22"/>
                  <a:gd name="T48" fmla="*/ 33 w 20"/>
                  <a:gd name="T49" fmla="*/ 20 h 22"/>
                  <a:gd name="T50" fmla="*/ 20 w 20"/>
                  <a:gd name="T51" fmla="*/ 0 h 22"/>
                  <a:gd name="T52" fmla="*/ 20 w 20"/>
                  <a:gd name="T53" fmla="*/ 0 h 2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0" h="22">
                    <a:moveTo>
                      <a:pt x="16" y="19"/>
                    </a:moveTo>
                    <a:cubicBezTo>
                      <a:pt x="16" y="20"/>
                      <a:pt x="16" y="20"/>
                      <a:pt x="15" y="21"/>
                    </a:cubicBezTo>
                    <a:cubicBezTo>
                      <a:pt x="16" y="21"/>
                      <a:pt x="18" y="21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20" y="21"/>
                      <a:pt x="20" y="21"/>
                    </a:cubicBezTo>
                    <a:cubicBezTo>
                      <a:pt x="20" y="20"/>
                      <a:pt x="20" y="20"/>
                      <a:pt x="19" y="20"/>
                    </a:cubicBezTo>
                    <a:cubicBezTo>
                      <a:pt x="18" y="19"/>
                      <a:pt x="17" y="19"/>
                      <a:pt x="16" y="19"/>
                    </a:cubicBezTo>
                    <a:moveTo>
                      <a:pt x="2" y="5"/>
                    </a:moveTo>
                    <a:cubicBezTo>
                      <a:pt x="1" y="6"/>
                      <a:pt x="1" y="6"/>
                      <a:pt x="0" y="6"/>
                    </a:cubicBezTo>
                    <a:cubicBezTo>
                      <a:pt x="1" y="9"/>
                      <a:pt x="3" y="13"/>
                      <a:pt x="6" y="15"/>
                    </a:cubicBezTo>
                    <a:cubicBezTo>
                      <a:pt x="8" y="17"/>
                      <a:pt x="10" y="18"/>
                      <a:pt x="12" y="19"/>
                    </a:cubicBezTo>
                    <a:cubicBezTo>
                      <a:pt x="12" y="19"/>
                      <a:pt x="12" y="19"/>
                      <a:pt x="12" y="18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1" y="16"/>
                      <a:pt x="9" y="15"/>
                      <a:pt x="7" y="14"/>
                    </a:cubicBezTo>
                    <a:cubicBezTo>
                      <a:pt x="5" y="11"/>
                      <a:pt x="3" y="8"/>
                      <a:pt x="2" y="5"/>
                    </a:cubicBezTo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23" name="Freeform 669">
                <a:extLst>
                  <a:ext uri="{FF2B5EF4-FFF2-40B4-BE49-F238E27FC236}">
                    <a16:creationId xmlns:a16="http://schemas.microsoft.com/office/drawing/2014/main" id="{7C18B670-8428-4066-A4C0-F53EA65B4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245"/>
                <a:ext cx="129" cy="33"/>
              </a:xfrm>
              <a:custGeom>
                <a:avLst/>
                <a:gdLst>
                  <a:gd name="T0" fmla="*/ 337 w 52"/>
                  <a:gd name="T1" fmla="*/ 0 h 13"/>
                  <a:gd name="T2" fmla="*/ 124 w 52"/>
                  <a:gd name="T3" fmla="*/ 63 h 13"/>
                  <a:gd name="T4" fmla="*/ 12 w 52"/>
                  <a:gd name="T5" fmla="*/ 193 h 13"/>
                  <a:gd name="T6" fmla="*/ 30 w 52"/>
                  <a:gd name="T7" fmla="*/ 213 h 13"/>
                  <a:gd name="T8" fmla="*/ 794 w 52"/>
                  <a:gd name="T9" fmla="*/ 213 h 13"/>
                  <a:gd name="T10" fmla="*/ 504 w 52"/>
                  <a:gd name="T11" fmla="*/ 20 h 13"/>
                  <a:gd name="T12" fmla="*/ 424 w 52"/>
                  <a:gd name="T13" fmla="*/ 33 h 13"/>
                  <a:gd name="T14" fmla="*/ 337 w 52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13">
                    <a:moveTo>
                      <a:pt x="22" y="0"/>
                    </a:moveTo>
                    <a:cubicBezTo>
                      <a:pt x="17" y="0"/>
                      <a:pt x="12" y="2"/>
                      <a:pt x="8" y="4"/>
                    </a:cubicBezTo>
                    <a:cubicBezTo>
                      <a:pt x="6" y="5"/>
                      <a:pt x="0" y="9"/>
                      <a:pt x="1" y="12"/>
                    </a:cubicBezTo>
                    <a:cubicBezTo>
                      <a:pt x="1" y="12"/>
                      <a:pt x="1" y="13"/>
                      <a:pt x="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1" y="7"/>
                      <a:pt x="38" y="2"/>
                      <a:pt x="33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6" y="1"/>
                      <a:pt x="24" y="0"/>
                      <a:pt x="22" y="0"/>
                    </a:cubicBezTo>
                  </a:path>
                </a:pathLst>
              </a:custGeom>
              <a:solidFill>
                <a:srgbClr val="D4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24" name="Freeform 670">
                <a:extLst>
                  <a:ext uri="{FF2B5EF4-FFF2-40B4-BE49-F238E27FC236}">
                    <a16:creationId xmlns:a16="http://schemas.microsoft.com/office/drawing/2014/main" id="{BB187478-71A0-407C-890F-E77A89E6E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203"/>
                <a:ext cx="128" cy="75"/>
              </a:xfrm>
              <a:custGeom>
                <a:avLst/>
                <a:gdLst>
                  <a:gd name="T0" fmla="*/ 617 w 51"/>
                  <a:gd name="T1" fmla="*/ 0 h 30"/>
                  <a:gd name="T2" fmla="*/ 522 w 51"/>
                  <a:gd name="T3" fmla="*/ 50 h 30"/>
                  <a:gd name="T4" fmla="*/ 334 w 51"/>
                  <a:gd name="T5" fmla="*/ 145 h 30"/>
                  <a:gd name="T6" fmla="*/ 125 w 51"/>
                  <a:gd name="T7" fmla="*/ 208 h 30"/>
                  <a:gd name="T8" fmla="*/ 20 w 51"/>
                  <a:gd name="T9" fmla="*/ 470 h 30"/>
                  <a:gd name="T10" fmla="*/ 20 w 51"/>
                  <a:gd name="T11" fmla="*/ 470 h 30"/>
                  <a:gd name="T12" fmla="*/ 221 w 51"/>
                  <a:gd name="T13" fmla="*/ 470 h 30"/>
                  <a:gd name="T14" fmla="*/ 284 w 51"/>
                  <a:gd name="T15" fmla="*/ 438 h 30"/>
                  <a:gd name="T16" fmla="*/ 492 w 51"/>
                  <a:gd name="T17" fmla="*/ 363 h 30"/>
                  <a:gd name="T18" fmla="*/ 680 w 51"/>
                  <a:gd name="T19" fmla="*/ 50 h 30"/>
                  <a:gd name="T20" fmla="*/ 680 w 51"/>
                  <a:gd name="T21" fmla="*/ 33 h 30"/>
                  <a:gd name="T22" fmla="*/ 617 w 51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30">
                    <a:moveTo>
                      <a:pt x="39" y="0"/>
                    </a:moveTo>
                    <a:cubicBezTo>
                      <a:pt x="37" y="0"/>
                      <a:pt x="36" y="1"/>
                      <a:pt x="33" y="3"/>
                    </a:cubicBezTo>
                    <a:cubicBezTo>
                      <a:pt x="29" y="8"/>
                      <a:pt x="28" y="8"/>
                      <a:pt x="21" y="9"/>
                    </a:cubicBezTo>
                    <a:cubicBezTo>
                      <a:pt x="17" y="9"/>
                      <a:pt x="11" y="10"/>
                      <a:pt x="8" y="13"/>
                    </a:cubicBezTo>
                    <a:cubicBezTo>
                      <a:pt x="6" y="16"/>
                      <a:pt x="0" y="27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9"/>
                      <a:pt x="17" y="29"/>
                      <a:pt x="18" y="28"/>
                    </a:cubicBezTo>
                    <a:cubicBezTo>
                      <a:pt x="22" y="26"/>
                      <a:pt x="27" y="26"/>
                      <a:pt x="31" y="23"/>
                    </a:cubicBezTo>
                    <a:cubicBezTo>
                      <a:pt x="35" y="21"/>
                      <a:pt x="51" y="7"/>
                      <a:pt x="43" y="3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1" y="0"/>
                      <a:pt x="40" y="0"/>
                      <a:pt x="39" y="0"/>
                    </a:cubicBezTo>
                  </a:path>
                </a:pathLst>
              </a:custGeom>
              <a:solidFill>
                <a:srgbClr val="D4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25" name="Freeform 671">
                <a:extLst>
                  <a:ext uri="{FF2B5EF4-FFF2-40B4-BE49-F238E27FC236}">
                    <a16:creationId xmlns:a16="http://schemas.microsoft.com/office/drawing/2014/main" id="{0516C966-8471-4DBA-8E51-626A23C76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160"/>
                <a:ext cx="77" cy="10"/>
              </a:xfrm>
              <a:custGeom>
                <a:avLst/>
                <a:gdLst>
                  <a:gd name="T0" fmla="*/ 474 w 31"/>
                  <a:gd name="T1" fmla="*/ 0 h 4"/>
                  <a:gd name="T2" fmla="*/ 0 w 31"/>
                  <a:gd name="T3" fmla="*/ 0 h 4"/>
                  <a:gd name="T4" fmla="*/ 12 w 31"/>
                  <a:gd name="T5" fmla="*/ 20 h 4"/>
                  <a:gd name="T6" fmla="*/ 291 w 31"/>
                  <a:gd name="T7" fmla="*/ 50 h 4"/>
                  <a:gd name="T8" fmla="*/ 383 w 31"/>
                  <a:gd name="T9" fmla="*/ 63 h 4"/>
                  <a:gd name="T10" fmla="*/ 474 w 31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">
                    <a:moveTo>
                      <a:pt x="3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6" y="4"/>
                      <a:pt x="14" y="2"/>
                      <a:pt x="19" y="3"/>
                    </a:cubicBezTo>
                    <a:cubicBezTo>
                      <a:pt x="22" y="4"/>
                      <a:pt x="23" y="4"/>
                      <a:pt x="25" y="4"/>
                    </a:cubicBezTo>
                    <a:cubicBezTo>
                      <a:pt x="27" y="4"/>
                      <a:pt x="29" y="3"/>
                      <a:pt x="31" y="0"/>
                    </a:cubicBezTo>
                  </a:path>
                </a:pathLst>
              </a:custGeom>
              <a:solidFill>
                <a:srgbClr val="D4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26" name="Freeform 672">
                <a:extLst>
                  <a:ext uri="{FF2B5EF4-FFF2-40B4-BE49-F238E27FC236}">
                    <a16:creationId xmlns:a16="http://schemas.microsoft.com/office/drawing/2014/main" id="{71773591-E9C9-46C3-AA05-E974348FC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160"/>
                <a:ext cx="50" cy="58"/>
              </a:xfrm>
              <a:custGeom>
                <a:avLst/>
                <a:gdLst>
                  <a:gd name="T0" fmla="*/ 300 w 20"/>
                  <a:gd name="T1" fmla="*/ 0 h 23"/>
                  <a:gd name="T2" fmla="*/ 83 w 20"/>
                  <a:gd name="T3" fmla="*/ 0 h 23"/>
                  <a:gd name="T4" fmla="*/ 83 w 20"/>
                  <a:gd name="T5" fmla="*/ 50 h 23"/>
                  <a:gd name="T6" fmla="*/ 145 w 20"/>
                  <a:gd name="T7" fmla="*/ 272 h 23"/>
                  <a:gd name="T8" fmla="*/ 283 w 20"/>
                  <a:gd name="T9" fmla="*/ 368 h 23"/>
                  <a:gd name="T10" fmla="*/ 283 w 20"/>
                  <a:gd name="T11" fmla="*/ 368 h 23"/>
                  <a:gd name="T12" fmla="*/ 313 w 20"/>
                  <a:gd name="T13" fmla="*/ 368 h 23"/>
                  <a:gd name="T14" fmla="*/ 283 w 20"/>
                  <a:gd name="T15" fmla="*/ 126 h 23"/>
                  <a:gd name="T16" fmla="*/ 300 w 20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19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5"/>
                      <a:pt x="7" y="15"/>
                      <a:pt x="9" y="17"/>
                    </a:cubicBezTo>
                    <a:cubicBezTo>
                      <a:pt x="11" y="19"/>
                      <a:pt x="15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3"/>
                      <a:pt x="19" y="23"/>
                      <a:pt x="20" y="23"/>
                    </a:cubicBezTo>
                    <a:cubicBezTo>
                      <a:pt x="19" y="18"/>
                      <a:pt x="18" y="14"/>
                      <a:pt x="18" y="8"/>
                    </a:cubicBezTo>
                    <a:cubicBezTo>
                      <a:pt x="18" y="5"/>
                      <a:pt x="18" y="3"/>
                      <a:pt x="19" y="0"/>
                    </a:cubicBezTo>
                  </a:path>
                </a:pathLst>
              </a:custGeom>
              <a:solidFill>
                <a:srgbClr val="D4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27" name="Freeform 673">
                <a:extLst>
                  <a:ext uri="{FF2B5EF4-FFF2-40B4-BE49-F238E27FC236}">
                    <a16:creationId xmlns:a16="http://schemas.microsoft.com/office/drawing/2014/main" id="{9AB54748-66D5-4D66-984B-3D506F516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215"/>
                <a:ext cx="15" cy="20"/>
              </a:xfrm>
              <a:custGeom>
                <a:avLst/>
                <a:gdLst>
                  <a:gd name="T0" fmla="*/ 95 w 6"/>
                  <a:gd name="T1" fmla="*/ 0 h 8"/>
                  <a:gd name="T2" fmla="*/ 33 w 6"/>
                  <a:gd name="T3" fmla="*/ 33 h 8"/>
                  <a:gd name="T4" fmla="*/ 63 w 6"/>
                  <a:gd name="T5" fmla="*/ 20 h 8"/>
                  <a:gd name="T6" fmla="*/ 33 w 6"/>
                  <a:gd name="T7" fmla="*/ 20 h 8"/>
                  <a:gd name="T8" fmla="*/ 33 w 6"/>
                  <a:gd name="T9" fmla="*/ 20 h 8"/>
                  <a:gd name="T10" fmla="*/ 33 w 6"/>
                  <a:gd name="T11" fmla="*/ 20 h 8"/>
                  <a:gd name="T12" fmla="*/ 20 w 6"/>
                  <a:gd name="T13" fmla="*/ 33 h 8"/>
                  <a:gd name="T14" fmla="*/ 20 w 6"/>
                  <a:gd name="T15" fmla="*/ 50 h 8"/>
                  <a:gd name="T16" fmla="*/ 20 w 6"/>
                  <a:gd name="T17" fmla="*/ 63 h 8"/>
                  <a:gd name="T18" fmla="*/ 0 w 6"/>
                  <a:gd name="T19" fmla="*/ 83 h 8"/>
                  <a:gd name="T20" fmla="*/ 0 w 6"/>
                  <a:gd name="T21" fmla="*/ 83 h 8"/>
                  <a:gd name="T22" fmla="*/ 0 w 6"/>
                  <a:gd name="T23" fmla="*/ 83 h 8"/>
                  <a:gd name="T24" fmla="*/ 0 w 6"/>
                  <a:gd name="T25" fmla="*/ 83 h 8"/>
                  <a:gd name="T26" fmla="*/ 50 w 6"/>
                  <a:gd name="T27" fmla="*/ 125 h 8"/>
                  <a:gd name="T28" fmla="*/ 63 w 6"/>
                  <a:gd name="T29" fmla="*/ 95 h 8"/>
                  <a:gd name="T30" fmla="*/ 63 w 6"/>
                  <a:gd name="T31" fmla="*/ 95 h 8"/>
                  <a:gd name="T32" fmla="*/ 83 w 6"/>
                  <a:gd name="T33" fmla="*/ 63 h 8"/>
                  <a:gd name="T34" fmla="*/ 83 w 6"/>
                  <a:gd name="T35" fmla="*/ 63 h 8"/>
                  <a:gd name="T36" fmla="*/ 95 w 6"/>
                  <a:gd name="T37" fmla="*/ 33 h 8"/>
                  <a:gd name="T38" fmla="*/ 95 w 6"/>
                  <a:gd name="T39" fmla="*/ 20 h 8"/>
                  <a:gd name="T40" fmla="*/ 95 w 6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28" name="Freeform 674">
                <a:extLst>
                  <a:ext uri="{FF2B5EF4-FFF2-40B4-BE49-F238E27FC236}">
                    <a16:creationId xmlns:a16="http://schemas.microsoft.com/office/drawing/2014/main" id="{C15597C0-F388-43AA-886E-419614AA7B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8" y="3180"/>
                <a:ext cx="23" cy="15"/>
              </a:xfrm>
              <a:custGeom>
                <a:avLst/>
                <a:gdLst>
                  <a:gd name="T0" fmla="*/ 51 w 9"/>
                  <a:gd name="T1" fmla="*/ 95 h 6"/>
                  <a:gd name="T2" fmla="*/ 51 w 9"/>
                  <a:gd name="T3" fmla="*/ 95 h 6"/>
                  <a:gd name="T4" fmla="*/ 51 w 9"/>
                  <a:gd name="T5" fmla="*/ 95 h 6"/>
                  <a:gd name="T6" fmla="*/ 51 w 9"/>
                  <a:gd name="T7" fmla="*/ 83 h 6"/>
                  <a:gd name="T8" fmla="*/ 51 w 9"/>
                  <a:gd name="T9" fmla="*/ 95 h 6"/>
                  <a:gd name="T10" fmla="*/ 51 w 9"/>
                  <a:gd name="T11" fmla="*/ 95 h 6"/>
                  <a:gd name="T12" fmla="*/ 51 w 9"/>
                  <a:gd name="T13" fmla="*/ 95 h 6"/>
                  <a:gd name="T14" fmla="*/ 51 w 9"/>
                  <a:gd name="T15" fmla="*/ 95 h 6"/>
                  <a:gd name="T16" fmla="*/ 51 w 9"/>
                  <a:gd name="T17" fmla="*/ 83 h 6"/>
                  <a:gd name="T18" fmla="*/ 97 w 9"/>
                  <a:gd name="T19" fmla="*/ 0 h 6"/>
                  <a:gd name="T20" fmla="*/ 97 w 9"/>
                  <a:gd name="T21" fmla="*/ 0 h 6"/>
                  <a:gd name="T22" fmla="*/ 97 w 9"/>
                  <a:gd name="T23" fmla="*/ 0 h 6"/>
                  <a:gd name="T24" fmla="*/ 97 w 9"/>
                  <a:gd name="T25" fmla="*/ 0 h 6"/>
                  <a:gd name="T26" fmla="*/ 97 w 9"/>
                  <a:gd name="T27" fmla="*/ 0 h 6"/>
                  <a:gd name="T28" fmla="*/ 97 w 9"/>
                  <a:gd name="T29" fmla="*/ 0 h 6"/>
                  <a:gd name="T30" fmla="*/ 84 w 9"/>
                  <a:gd name="T31" fmla="*/ 0 h 6"/>
                  <a:gd name="T32" fmla="*/ 66 w 9"/>
                  <a:gd name="T33" fmla="*/ 20 h 6"/>
                  <a:gd name="T34" fmla="*/ 51 w 9"/>
                  <a:gd name="T35" fmla="*/ 20 h 6"/>
                  <a:gd name="T36" fmla="*/ 0 w 9"/>
                  <a:gd name="T37" fmla="*/ 50 h 6"/>
                  <a:gd name="T38" fmla="*/ 51 w 9"/>
                  <a:gd name="T39" fmla="*/ 95 h 6"/>
                  <a:gd name="T40" fmla="*/ 66 w 9"/>
                  <a:gd name="T41" fmla="*/ 83 h 6"/>
                  <a:gd name="T42" fmla="*/ 66 w 9"/>
                  <a:gd name="T43" fmla="*/ 83 h 6"/>
                  <a:gd name="T44" fmla="*/ 97 w 9"/>
                  <a:gd name="T45" fmla="*/ 63 h 6"/>
                  <a:gd name="T46" fmla="*/ 118 w 9"/>
                  <a:gd name="T47" fmla="*/ 63 h 6"/>
                  <a:gd name="T48" fmla="*/ 130 w 9"/>
                  <a:gd name="T49" fmla="*/ 63 h 6"/>
                  <a:gd name="T50" fmla="*/ 151 w 9"/>
                  <a:gd name="T51" fmla="*/ 50 h 6"/>
                  <a:gd name="T52" fmla="*/ 151 w 9"/>
                  <a:gd name="T53" fmla="*/ 20 h 6"/>
                  <a:gd name="T54" fmla="*/ 118 w 9"/>
                  <a:gd name="T55" fmla="*/ 20 h 6"/>
                  <a:gd name="T56" fmla="*/ 97 w 9"/>
                  <a:gd name="T57" fmla="*/ 20 h 6"/>
                  <a:gd name="T58" fmla="*/ 97 w 9"/>
                  <a:gd name="T59" fmla="*/ 0 h 6"/>
                  <a:gd name="T60" fmla="*/ 97 w 9"/>
                  <a:gd name="T61" fmla="*/ 20 h 6"/>
                  <a:gd name="T62" fmla="*/ 118 w 9"/>
                  <a:gd name="T63" fmla="*/ 20 h 6"/>
                  <a:gd name="T64" fmla="*/ 97 w 9"/>
                  <a:gd name="T65" fmla="*/ 20 h 6"/>
                  <a:gd name="T66" fmla="*/ 97 w 9"/>
                  <a:gd name="T67" fmla="*/ 0 h 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" h="6"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3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29" name="Freeform 675">
                <a:extLst>
                  <a:ext uri="{FF2B5EF4-FFF2-40B4-BE49-F238E27FC236}">
                    <a16:creationId xmlns:a16="http://schemas.microsoft.com/office/drawing/2014/main" id="{7BCDFDB2-A5AB-4252-AC80-D73ADB25F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3243"/>
                <a:ext cx="25" cy="25"/>
              </a:xfrm>
              <a:custGeom>
                <a:avLst/>
                <a:gdLst>
                  <a:gd name="T0" fmla="*/ 145 w 10"/>
                  <a:gd name="T1" fmla="*/ 0 h 10"/>
                  <a:gd name="T2" fmla="*/ 83 w 10"/>
                  <a:gd name="T3" fmla="*/ 33 h 10"/>
                  <a:gd name="T4" fmla="*/ 83 w 10"/>
                  <a:gd name="T5" fmla="*/ 33 h 10"/>
                  <a:gd name="T6" fmla="*/ 95 w 10"/>
                  <a:gd name="T7" fmla="*/ 63 h 10"/>
                  <a:gd name="T8" fmla="*/ 95 w 10"/>
                  <a:gd name="T9" fmla="*/ 63 h 10"/>
                  <a:gd name="T10" fmla="*/ 83 w 10"/>
                  <a:gd name="T11" fmla="*/ 95 h 10"/>
                  <a:gd name="T12" fmla="*/ 83 w 10"/>
                  <a:gd name="T13" fmla="*/ 95 h 10"/>
                  <a:gd name="T14" fmla="*/ 83 w 10"/>
                  <a:gd name="T15" fmla="*/ 95 h 10"/>
                  <a:gd name="T16" fmla="*/ 83 w 10"/>
                  <a:gd name="T17" fmla="*/ 95 h 10"/>
                  <a:gd name="T18" fmla="*/ 83 w 10"/>
                  <a:gd name="T19" fmla="*/ 95 h 10"/>
                  <a:gd name="T20" fmla="*/ 83 w 10"/>
                  <a:gd name="T21" fmla="*/ 95 h 10"/>
                  <a:gd name="T22" fmla="*/ 83 w 10"/>
                  <a:gd name="T23" fmla="*/ 95 h 10"/>
                  <a:gd name="T24" fmla="*/ 63 w 10"/>
                  <a:gd name="T25" fmla="*/ 83 h 10"/>
                  <a:gd name="T26" fmla="*/ 63 w 10"/>
                  <a:gd name="T27" fmla="*/ 63 h 10"/>
                  <a:gd name="T28" fmla="*/ 63 w 10"/>
                  <a:gd name="T29" fmla="*/ 50 h 10"/>
                  <a:gd name="T30" fmla="*/ 63 w 10"/>
                  <a:gd name="T31" fmla="*/ 33 h 10"/>
                  <a:gd name="T32" fmla="*/ 0 w 10"/>
                  <a:gd name="T33" fmla="*/ 20 h 10"/>
                  <a:gd name="T34" fmla="*/ 0 w 10"/>
                  <a:gd name="T35" fmla="*/ 50 h 10"/>
                  <a:gd name="T36" fmla="*/ 0 w 10"/>
                  <a:gd name="T37" fmla="*/ 63 h 10"/>
                  <a:gd name="T38" fmla="*/ 0 w 10"/>
                  <a:gd name="T39" fmla="*/ 95 h 10"/>
                  <a:gd name="T40" fmla="*/ 20 w 10"/>
                  <a:gd name="T41" fmla="*/ 113 h 10"/>
                  <a:gd name="T42" fmla="*/ 33 w 10"/>
                  <a:gd name="T43" fmla="*/ 145 h 10"/>
                  <a:gd name="T44" fmla="*/ 83 w 10"/>
                  <a:gd name="T45" fmla="*/ 158 h 10"/>
                  <a:gd name="T46" fmla="*/ 83 w 10"/>
                  <a:gd name="T47" fmla="*/ 158 h 10"/>
                  <a:gd name="T48" fmla="*/ 83 w 10"/>
                  <a:gd name="T49" fmla="*/ 158 h 10"/>
                  <a:gd name="T50" fmla="*/ 83 w 10"/>
                  <a:gd name="T51" fmla="*/ 158 h 10"/>
                  <a:gd name="T52" fmla="*/ 83 w 10"/>
                  <a:gd name="T53" fmla="*/ 158 h 10"/>
                  <a:gd name="T54" fmla="*/ 113 w 10"/>
                  <a:gd name="T55" fmla="*/ 145 h 10"/>
                  <a:gd name="T56" fmla="*/ 145 w 10"/>
                  <a:gd name="T57" fmla="*/ 113 h 10"/>
                  <a:gd name="T58" fmla="*/ 145 w 10"/>
                  <a:gd name="T59" fmla="*/ 95 h 10"/>
                  <a:gd name="T60" fmla="*/ 158 w 10"/>
                  <a:gd name="T61" fmla="*/ 63 h 10"/>
                  <a:gd name="T62" fmla="*/ 158 w 10"/>
                  <a:gd name="T63" fmla="*/ 63 h 10"/>
                  <a:gd name="T64" fmla="*/ 145 w 10"/>
                  <a:gd name="T65" fmla="*/ 0 h 1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" h="10">
                    <a:moveTo>
                      <a:pt x="9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3" y="9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7" y="10"/>
                      <a:pt x="7" y="9"/>
                    </a:cubicBezTo>
                    <a:cubicBezTo>
                      <a:pt x="8" y="8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2"/>
                      <a:pt x="9" y="1"/>
                      <a:pt x="9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30" name="Freeform 676">
                <a:extLst>
                  <a:ext uri="{FF2B5EF4-FFF2-40B4-BE49-F238E27FC236}">
                    <a16:creationId xmlns:a16="http://schemas.microsoft.com/office/drawing/2014/main" id="{08DB1F29-0819-43E6-8B33-DBEAB0848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3193"/>
                <a:ext cx="22" cy="15"/>
              </a:xfrm>
              <a:custGeom>
                <a:avLst/>
                <a:gdLst>
                  <a:gd name="T0" fmla="*/ 132 w 9"/>
                  <a:gd name="T1" fmla="*/ 0 h 6"/>
                  <a:gd name="T2" fmla="*/ 59 w 9"/>
                  <a:gd name="T3" fmla="*/ 20 h 6"/>
                  <a:gd name="T4" fmla="*/ 59 w 9"/>
                  <a:gd name="T5" fmla="*/ 20 h 6"/>
                  <a:gd name="T6" fmla="*/ 29 w 9"/>
                  <a:gd name="T7" fmla="*/ 33 h 6"/>
                  <a:gd name="T8" fmla="*/ 0 w 9"/>
                  <a:gd name="T9" fmla="*/ 33 h 6"/>
                  <a:gd name="T10" fmla="*/ 0 w 9"/>
                  <a:gd name="T11" fmla="*/ 33 h 6"/>
                  <a:gd name="T12" fmla="*/ 0 w 9"/>
                  <a:gd name="T13" fmla="*/ 33 h 6"/>
                  <a:gd name="T14" fmla="*/ 0 w 9"/>
                  <a:gd name="T15" fmla="*/ 95 h 6"/>
                  <a:gd name="T16" fmla="*/ 0 w 9"/>
                  <a:gd name="T17" fmla="*/ 95 h 6"/>
                  <a:gd name="T18" fmla="*/ 59 w 9"/>
                  <a:gd name="T19" fmla="*/ 83 h 6"/>
                  <a:gd name="T20" fmla="*/ 71 w 9"/>
                  <a:gd name="T21" fmla="*/ 83 h 6"/>
                  <a:gd name="T22" fmla="*/ 90 w 9"/>
                  <a:gd name="T23" fmla="*/ 63 h 6"/>
                  <a:gd name="T24" fmla="*/ 132 w 9"/>
                  <a:gd name="T25" fmla="*/ 63 h 6"/>
                  <a:gd name="T26" fmla="*/ 132 w 9"/>
                  <a:gd name="T27" fmla="*/ 63 h 6"/>
                  <a:gd name="T28" fmla="*/ 132 w 9"/>
                  <a:gd name="T29" fmla="*/ 63 h 6"/>
                  <a:gd name="T30" fmla="*/ 132 w 9"/>
                  <a:gd name="T31" fmla="*/ 0 h 6"/>
                  <a:gd name="T32" fmla="*/ 132 w 9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7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3" y="6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31" name="Freeform 677">
                <a:extLst>
                  <a:ext uri="{FF2B5EF4-FFF2-40B4-BE49-F238E27FC236}">
                    <a16:creationId xmlns:a16="http://schemas.microsoft.com/office/drawing/2014/main" id="{243498C5-30F4-44AB-BF43-51E972768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170"/>
                <a:ext cx="12" cy="25"/>
              </a:xfrm>
              <a:custGeom>
                <a:avLst/>
                <a:gdLst>
                  <a:gd name="T0" fmla="*/ 12 w 5"/>
                  <a:gd name="T1" fmla="*/ 0 h 10"/>
                  <a:gd name="T2" fmla="*/ 12 w 5"/>
                  <a:gd name="T3" fmla="*/ 50 h 10"/>
                  <a:gd name="T4" fmla="*/ 12 w 5"/>
                  <a:gd name="T5" fmla="*/ 83 h 10"/>
                  <a:gd name="T6" fmla="*/ 12 w 5"/>
                  <a:gd name="T7" fmla="*/ 95 h 10"/>
                  <a:gd name="T8" fmla="*/ 12 w 5"/>
                  <a:gd name="T9" fmla="*/ 113 h 10"/>
                  <a:gd name="T10" fmla="*/ 0 w 5"/>
                  <a:gd name="T11" fmla="*/ 125 h 10"/>
                  <a:gd name="T12" fmla="*/ 58 w 5"/>
                  <a:gd name="T13" fmla="*/ 158 h 10"/>
                  <a:gd name="T14" fmla="*/ 70 w 5"/>
                  <a:gd name="T15" fmla="*/ 113 h 10"/>
                  <a:gd name="T16" fmla="*/ 70 w 5"/>
                  <a:gd name="T17" fmla="*/ 95 h 10"/>
                  <a:gd name="T18" fmla="*/ 70 w 5"/>
                  <a:gd name="T19" fmla="*/ 63 h 10"/>
                  <a:gd name="T20" fmla="*/ 70 w 5"/>
                  <a:gd name="T21" fmla="*/ 50 h 10"/>
                  <a:gd name="T22" fmla="*/ 70 w 5"/>
                  <a:gd name="T23" fmla="*/ 20 h 10"/>
                  <a:gd name="T24" fmla="*/ 12 w 5"/>
                  <a:gd name="T25" fmla="*/ 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0" y="7"/>
                      <a:pt x="0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8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32" name="Freeform 678">
                <a:extLst>
                  <a:ext uri="{FF2B5EF4-FFF2-40B4-BE49-F238E27FC236}">
                    <a16:creationId xmlns:a16="http://schemas.microsoft.com/office/drawing/2014/main" id="{37FAF7AE-EA6E-4ED2-9D14-9A2C6EFE1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203"/>
                <a:ext cx="15" cy="20"/>
              </a:xfrm>
              <a:custGeom>
                <a:avLst/>
                <a:gdLst>
                  <a:gd name="T0" fmla="*/ 50 w 6"/>
                  <a:gd name="T1" fmla="*/ 0 h 8"/>
                  <a:gd name="T2" fmla="*/ 0 w 6"/>
                  <a:gd name="T3" fmla="*/ 63 h 8"/>
                  <a:gd name="T4" fmla="*/ 0 w 6"/>
                  <a:gd name="T5" fmla="*/ 63 h 8"/>
                  <a:gd name="T6" fmla="*/ 0 w 6"/>
                  <a:gd name="T7" fmla="*/ 63 h 8"/>
                  <a:gd name="T8" fmla="*/ 0 w 6"/>
                  <a:gd name="T9" fmla="*/ 63 h 8"/>
                  <a:gd name="T10" fmla="*/ 20 w 6"/>
                  <a:gd name="T11" fmla="*/ 83 h 8"/>
                  <a:gd name="T12" fmla="*/ 20 w 6"/>
                  <a:gd name="T13" fmla="*/ 83 h 8"/>
                  <a:gd name="T14" fmla="*/ 33 w 6"/>
                  <a:gd name="T15" fmla="*/ 113 h 8"/>
                  <a:gd name="T16" fmla="*/ 33 w 6"/>
                  <a:gd name="T17" fmla="*/ 125 h 8"/>
                  <a:gd name="T18" fmla="*/ 95 w 6"/>
                  <a:gd name="T19" fmla="*/ 113 h 8"/>
                  <a:gd name="T20" fmla="*/ 83 w 6"/>
                  <a:gd name="T21" fmla="*/ 83 h 8"/>
                  <a:gd name="T22" fmla="*/ 83 w 6"/>
                  <a:gd name="T23" fmla="*/ 63 h 8"/>
                  <a:gd name="T24" fmla="*/ 83 w 6"/>
                  <a:gd name="T25" fmla="*/ 50 h 8"/>
                  <a:gd name="T26" fmla="*/ 50 w 6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6"/>
                      <a:pt x="6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33" name="Freeform 679">
                <a:extLst>
                  <a:ext uri="{FF2B5EF4-FFF2-40B4-BE49-F238E27FC236}">
                    <a16:creationId xmlns:a16="http://schemas.microsoft.com/office/drawing/2014/main" id="{39F00086-E787-485F-A0B9-EEB1701CE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3135"/>
                <a:ext cx="1777" cy="25"/>
              </a:xfrm>
              <a:custGeom>
                <a:avLst/>
                <a:gdLst>
                  <a:gd name="T0" fmla="*/ 11099 w 711"/>
                  <a:gd name="T1" fmla="*/ 0 h 10"/>
                  <a:gd name="T2" fmla="*/ 12 w 711"/>
                  <a:gd name="T3" fmla="*/ 0 h 10"/>
                  <a:gd name="T4" fmla="*/ 0 w 711"/>
                  <a:gd name="T5" fmla="*/ 158 h 10"/>
                  <a:gd name="T6" fmla="*/ 4841 w 711"/>
                  <a:gd name="T7" fmla="*/ 158 h 10"/>
                  <a:gd name="T8" fmla="*/ 6571 w 711"/>
                  <a:gd name="T9" fmla="*/ 158 h 10"/>
                  <a:gd name="T10" fmla="*/ 6603 w 711"/>
                  <a:gd name="T11" fmla="*/ 158 h 10"/>
                  <a:gd name="T12" fmla="*/ 6808 w 711"/>
                  <a:gd name="T13" fmla="*/ 158 h 10"/>
                  <a:gd name="T14" fmla="*/ 6853 w 711"/>
                  <a:gd name="T15" fmla="*/ 158 h 10"/>
                  <a:gd name="T16" fmla="*/ 8540 w 711"/>
                  <a:gd name="T17" fmla="*/ 158 h 10"/>
                  <a:gd name="T18" fmla="*/ 8590 w 711"/>
                  <a:gd name="T19" fmla="*/ 158 h 10"/>
                  <a:gd name="T20" fmla="*/ 8620 w 711"/>
                  <a:gd name="T21" fmla="*/ 158 h 10"/>
                  <a:gd name="T22" fmla="*/ 9245 w 711"/>
                  <a:gd name="T23" fmla="*/ 158 h 10"/>
                  <a:gd name="T24" fmla="*/ 9725 w 711"/>
                  <a:gd name="T25" fmla="*/ 158 h 10"/>
                  <a:gd name="T26" fmla="*/ 10869 w 711"/>
                  <a:gd name="T27" fmla="*/ 158 h 10"/>
                  <a:gd name="T28" fmla="*/ 11087 w 711"/>
                  <a:gd name="T29" fmla="*/ 158 h 10"/>
                  <a:gd name="T30" fmla="*/ 11099 w 711"/>
                  <a:gd name="T31" fmla="*/ 0 h 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11" h="10">
                    <a:moveTo>
                      <a:pt x="71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10" y="10"/>
                      <a:pt x="310" y="10"/>
                      <a:pt x="310" y="10"/>
                    </a:cubicBezTo>
                    <a:cubicBezTo>
                      <a:pt x="421" y="10"/>
                      <a:pt x="421" y="10"/>
                      <a:pt x="421" y="10"/>
                    </a:cubicBezTo>
                    <a:cubicBezTo>
                      <a:pt x="423" y="10"/>
                      <a:pt x="423" y="10"/>
                      <a:pt x="423" y="10"/>
                    </a:cubicBezTo>
                    <a:cubicBezTo>
                      <a:pt x="436" y="10"/>
                      <a:pt x="436" y="10"/>
                      <a:pt x="436" y="10"/>
                    </a:cubicBezTo>
                    <a:cubicBezTo>
                      <a:pt x="439" y="10"/>
                      <a:pt x="439" y="10"/>
                      <a:pt x="439" y="10"/>
                    </a:cubicBezTo>
                    <a:cubicBezTo>
                      <a:pt x="547" y="10"/>
                      <a:pt x="547" y="10"/>
                      <a:pt x="547" y="10"/>
                    </a:cubicBezTo>
                    <a:cubicBezTo>
                      <a:pt x="550" y="10"/>
                      <a:pt x="550" y="10"/>
                      <a:pt x="550" y="10"/>
                    </a:cubicBezTo>
                    <a:cubicBezTo>
                      <a:pt x="552" y="10"/>
                      <a:pt x="552" y="10"/>
                      <a:pt x="552" y="10"/>
                    </a:cubicBezTo>
                    <a:cubicBezTo>
                      <a:pt x="592" y="10"/>
                      <a:pt x="592" y="10"/>
                      <a:pt x="592" y="10"/>
                    </a:cubicBezTo>
                    <a:cubicBezTo>
                      <a:pt x="623" y="10"/>
                      <a:pt x="623" y="10"/>
                      <a:pt x="623" y="10"/>
                    </a:cubicBezTo>
                    <a:cubicBezTo>
                      <a:pt x="696" y="10"/>
                      <a:pt x="696" y="10"/>
                      <a:pt x="696" y="10"/>
                    </a:cubicBezTo>
                    <a:cubicBezTo>
                      <a:pt x="710" y="10"/>
                      <a:pt x="710" y="10"/>
                      <a:pt x="710" y="10"/>
                    </a:cubicBezTo>
                    <a:cubicBezTo>
                      <a:pt x="710" y="7"/>
                      <a:pt x="711" y="3"/>
                      <a:pt x="711" y="0"/>
                    </a:cubicBezTo>
                  </a:path>
                </a:pathLst>
              </a:custGeom>
              <a:solidFill>
                <a:srgbClr val="98C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34" name="Freeform 680">
                <a:extLst>
                  <a:ext uri="{FF2B5EF4-FFF2-40B4-BE49-F238E27FC236}">
                    <a16:creationId xmlns:a16="http://schemas.microsoft.com/office/drawing/2014/main" id="{F28156A3-64C4-4651-8E6A-9B4447DD71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73" y="3075"/>
                <a:ext cx="173" cy="3"/>
              </a:xfrm>
              <a:custGeom>
                <a:avLst/>
                <a:gdLst>
                  <a:gd name="T0" fmla="*/ 125 w 69"/>
                  <a:gd name="T1" fmla="*/ 0 h 1"/>
                  <a:gd name="T2" fmla="*/ 0 w 69"/>
                  <a:gd name="T3" fmla="*/ 0 h 1"/>
                  <a:gd name="T4" fmla="*/ 0 w 69"/>
                  <a:gd name="T5" fmla="*/ 27 h 1"/>
                  <a:gd name="T6" fmla="*/ 125 w 69"/>
                  <a:gd name="T7" fmla="*/ 27 h 1"/>
                  <a:gd name="T8" fmla="*/ 125 w 69"/>
                  <a:gd name="T9" fmla="*/ 0 h 1"/>
                  <a:gd name="T10" fmla="*/ 1088 w 69"/>
                  <a:gd name="T11" fmla="*/ 0 h 1"/>
                  <a:gd name="T12" fmla="*/ 176 w 69"/>
                  <a:gd name="T13" fmla="*/ 0 h 1"/>
                  <a:gd name="T14" fmla="*/ 158 w 69"/>
                  <a:gd name="T15" fmla="*/ 27 h 1"/>
                  <a:gd name="T16" fmla="*/ 1068 w 69"/>
                  <a:gd name="T17" fmla="*/ 27 h 1"/>
                  <a:gd name="T18" fmla="*/ 1088 w 69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1">
                    <a:moveTo>
                      <a:pt x="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moveTo>
                      <a:pt x="69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9" y="1"/>
                      <a:pt x="69" y="1"/>
                      <a:pt x="69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35" name="Freeform 681">
                <a:extLst>
                  <a:ext uri="{FF2B5EF4-FFF2-40B4-BE49-F238E27FC236}">
                    <a16:creationId xmlns:a16="http://schemas.microsoft.com/office/drawing/2014/main" id="{2BA1438B-2E1E-4D96-BAC0-B6585C351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3075"/>
                <a:ext cx="8" cy="3"/>
              </a:xfrm>
              <a:custGeom>
                <a:avLst/>
                <a:gdLst>
                  <a:gd name="T0" fmla="*/ 56 w 3"/>
                  <a:gd name="T1" fmla="*/ 0 h 1"/>
                  <a:gd name="T2" fmla="*/ 0 w 3"/>
                  <a:gd name="T3" fmla="*/ 0 h 1"/>
                  <a:gd name="T4" fmla="*/ 0 w 3"/>
                  <a:gd name="T5" fmla="*/ 27 h 1"/>
                  <a:gd name="T6" fmla="*/ 35 w 3"/>
                  <a:gd name="T7" fmla="*/ 27 h 1"/>
                  <a:gd name="T8" fmla="*/ 56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36" name="Freeform 682">
                <a:extLst>
                  <a:ext uri="{FF2B5EF4-FFF2-40B4-BE49-F238E27FC236}">
                    <a16:creationId xmlns:a16="http://schemas.microsoft.com/office/drawing/2014/main" id="{2F86B777-40CB-47D5-B5D5-86C246A07B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36" y="3075"/>
                <a:ext cx="80" cy="3"/>
              </a:xfrm>
              <a:custGeom>
                <a:avLst/>
                <a:gdLst>
                  <a:gd name="T0" fmla="*/ 175 w 32"/>
                  <a:gd name="T1" fmla="*/ 27 h 1"/>
                  <a:gd name="T2" fmla="*/ 175 w 32"/>
                  <a:gd name="T3" fmla="*/ 27 h 1"/>
                  <a:gd name="T4" fmla="*/ 145 w 32"/>
                  <a:gd name="T5" fmla="*/ 27 h 1"/>
                  <a:gd name="T6" fmla="*/ 220 w 32"/>
                  <a:gd name="T7" fmla="*/ 27 h 1"/>
                  <a:gd name="T8" fmla="*/ 175 w 32"/>
                  <a:gd name="T9" fmla="*/ 27 h 1"/>
                  <a:gd name="T10" fmla="*/ 63 w 32"/>
                  <a:gd name="T11" fmla="*/ 0 h 1"/>
                  <a:gd name="T12" fmla="*/ 0 w 32"/>
                  <a:gd name="T13" fmla="*/ 0 h 1"/>
                  <a:gd name="T14" fmla="*/ 20 w 32"/>
                  <a:gd name="T15" fmla="*/ 27 h 1"/>
                  <a:gd name="T16" fmla="*/ 50 w 32"/>
                  <a:gd name="T17" fmla="*/ 27 h 1"/>
                  <a:gd name="T18" fmla="*/ 63 w 32"/>
                  <a:gd name="T19" fmla="*/ 0 h 1"/>
                  <a:gd name="T20" fmla="*/ 500 w 32"/>
                  <a:gd name="T21" fmla="*/ 0 h 1"/>
                  <a:gd name="T22" fmla="*/ 283 w 32"/>
                  <a:gd name="T23" fmla="*/ 0 h 1"/>
                  <a:gd name="T24" fmla="*/ 300 w 32"/>
                  <a:gd name="T25" fmla="*/ 27 h 1"/>
                  <a:gd name="T26" fmla="*/ 488 w 32"/>
                  <a:gd name="T27" fmla="*/ 27 h 1"/>
                  <a:gd name="T28" fmla="*/ 500 w 32"/>
                  <a:gd name="T29" fmla="*/ 0 h 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1">
                    <a:moveTo>
                      <a:pt x="11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2" y="1"/>
                      <a:pt x="11" y="1"/>
                    </a:cubicBezTo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0"/>
                    </a:cubicBezTo>
                    <a:moveTo>
                      <a:pt x="32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37" name="Freeform 683">
                <a:extLst>
                  <a:ext uri="{FF2B5EF4-FFF2-40B4-BE49-F238E27FC236}">
                    <a16:creationId xmlns:a16="http://schemas.microsoft.com/office/drawing/2014/main" id="{58BF72AF-4C6A-4259-8289-F89926779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075"/>
                <a:ext cx="40" cy="3"/>
              </a:xfrm>
              <a:custGeom>
                <a:avLst/>
                <a:gdLst>
                  <a:gd name="T0" fmla="*/ 238 w 16"/>
                  <a:gd name="T1" fmla="*/ 0 h 1"/>
                  <a:gd name="T2" fmla="*/ 20 w 16"/>
                  <a:gd name="T3" fmla="*/ 0 h 1"/>
                  <a:gd name="T4" fmla="*/ 0 w 16"/>
                  <a:gd name="T5" fmla="*/ 27 h 1"/>
                  <a:gd name="T6" fmla="*/ 95 w 16"/>
                  <a:gd name="T7" fmla="*/ 27 h 1"/>
                  <a:gd name="T8" fmla="*/ 125 w 16"/>
                  <a:gd name="T9" fmla="*/ 27 h 1"/>
                  <a:gd name="T10" fmla="*/ 125 w 16"/>
                  <a:gd name="T11" fmla="*/ 27 h 1"/>
                  <a:gd name="T12" fmla="*/ 175 w 16"/>
                  <a:gd name="T13" fmla="*/ 27 h 1"/>
                  <a:gd name="T14" fmla="*/ 250 w 16"/>
                  <a:gd name="T15" fmla="*/ 27 h 1"/>
                  <a:gd name="T16" fmla="*/ 238 w 16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">
                    <a:moveTo>
                      <a:pt x="15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5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38" name="Freeform 684">
                <a:extLst>
                  <a:ext uri="{FF2B5EF4-FFF2-40B4-BE49-F238E27FC236}">
                    <a16:creationId xmlns:a16="http://schemas.microsoft.com/office/drawing/2014/main" id="{D237F56C-243A-49BF-8E4A-57B6789E9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3075"/>
                <a:ext cx="60" cy="3"/>
              </a:xfrm>
              <a:custGeom>
                <a:avLst/>
                <a:gdLst>
                  <a:gd name="T0" fmla="*/ 375 w 24"/>
                  <a:gd name="T1" fmla="*/ 0 h 1"/>
                  <a:gd name="T2" fmla="*/ 20 w 24"/>
                  <a:gd name="T3" fmla="*/ 0 h 1"/>
                  <a:gd name="T4" fmla="*/ 0 w 24"/>
                  <a:gd name="T5" fmla="*/ 27 h 1"/>
                  <a:gd name="T6" fmla="*/ 375 w 24"/>
                  <a:gd name="T7" fmla="*/ 27 h 1"/>
                  <a:gd name="T8" fmla="*/ 375 w 24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">
                    <a:moveTo>
                      <a:pt x="24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0"/>
                    </a:cubicBezTo>
                  </a:path>
                </a:pathLst>
              </a:custGeom>
              <a:solidFill>
                <a:srgbClr val="D4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39" name="Freeform 685">
                <a:extLst>
                  <a:ext uri="{FF2B5EF4-FFF2-40B4-BE49-F238E27FC236}">
                    <a16:creationId xmlns:a16="http://schemas.microsoft.com/office/drawing/2014/main" id="{E946F23F-BC8E-4B55-8524-389730CD6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3075"/>
                <a:ext cx="52" cy="3"/>
              </a:xfrm>
              <a:custGeom>
                <a:avLst/>
                <a:gdLst>
                  <a:gd name="T0" fmla="*/ 319 w 21"/>
                  <a:gd name="T1" fmla="*/ 0 h 1"/>
                  <a:gd name="T2" fmla="*/ 0 w 21"/>
                  <a:gd name="T3" fmla="*/ 0 h 1"/>
                  <a:gd name="T4" fmla="*/ 12 w 21"/>
                  <a:gd name="T5" fmla="*/ 27 h 1"/>
                  <a:gd name="T6" fmla="*/ 319 w 21"/>
                  <a:gd name="T7" fmla="*/ 27 h 1"/>
                  <a:gd name="T8" fmla="*/ 319 w 2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">
                    <a:moveTo>
                      <a:pt x="2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0" name="Freeform 686">
                <a:extLst>
                  <a:ext uri="{FF2B5EF4-FFF2-40B4-BE49-F238E27FC236}">
                    <a16:creationId xmlns:a16="http://schemas.microsoft.com/office/drawing/2014/main" id="{3AE982A4-8B7D-487F-8760-1B5916910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3075"/>
                <a:ext cx="595" cy="3"/>
              </a:xfrm>
              <a:custGeom>
                <a:avLst/>
                <a:gdLst>
                  <a:gd name="T0" fmla="*/ 3720 w 238"/>
                  <a:gd name="T1" fmla="*/ 0 h 1"/>
                  <a:gd name="T2" fmla="*/ 0 w 238"/>
                  <a:gd name="T3" fmla="*/ 0 h 1"/>
                  <a:gd name="T4" fmla="*/ 0 w 238"/>
                  <a:gd name="T5" fmla="*/ 27 h 1"/>
                  <a:gd name="T6" fmla="*/ 3720 w 238"/>
                  <a:gd name="T7" fmla="*/ 27 h 1"/>
                  <a:gd name="T8" fmla="*/ 3720 w 238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1">
                    <a:moveTo>
                      <a:pt x="23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38" y="1"/>
                      <a:pt x="238" y="1"/>
                      <a:pt x="238" y="1"/>
                    </a:cubicBezTo>
                    <a:cubicBezTo>
                      <a:pt x="238" y="1"/>
                      <a:pt x="238" y="1"/>
                      <a:pt x="238" y="0"/>
                    </a:cubicBezTo>
                  </a:path>
                </a:pathLst>
              </a:custGeom>
              <a:solidFill>
                <a:srgbClr val="F4B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1" name="Freeform 687">
                <a:extLst>
                  <a:ext uri="{FF2B5EF4-FFF2-40B4-BE49-F238E27FC236}">
                    <a16:creationId xmlns:a16="http://schemas.microsoft.com/office/drawing/2014/main" id="{C0AAEBFE-4221-48B1-8DC0-6813CCE26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3075"/>
                <a:ext cx="770" cy="3"/>
              </a:xfrm>
              <a:custGeom>
                <a:avLst/>
                <a:gdLst>
                  <a:gd name="T0" fmla="*/ 4813 w 308"/>
                  <a:gd name="T1" fmla="*/ 0 h 1"/>
                  <a:gd name="T2" fmla="*/ 0 w 308"/>
                  <a:gd name="T3" fmla="*/ 0 h 1"/>
                  <a:gd name="T4" fmla="*/ 0 w 308"/>
                  <a:gd name="T5" fmla="*/ 27 h 1"/>
                  <a:gd name="T6" fmla="*/ 4813 w 308"/>
                  <a:gd name="T7" fmla="*/ 27 h 1"/>
                  <a:gd name="T8" fmla="*/ 4813 w 308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1">
                    <a:moveTo>
                      <a:pt x="30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08" y="1"/>
                      <a:pt x="308" y="1"/>
                      <a:pt x="308" y="1"/>
                    </a:cubicBezTo>
                    <a:cubicBezTo>
                      <a:pt x="308" y="1"/>
                      <a:pt x="308" y="1"/>
                      <a:pt x="308" y="0"/>
                    </a:cubicBezTo>
                  </a:path>
                </a:pathLst>
              </a:custGeom>
              <a:solidFill>
                <a:srgbClr val="EBA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2" name="Freeform 688">
                <a:extLst>
                  <a:ext uri="{FF2B5EF4-FFF2-40B4-BE49-F238E27FC236}">
                    <a16:creationId xmlns:a16="http://schemas.microsoft.com/office/drawing/2014/main" id="{4B3C8641-168B-4B1D-86C4-CFC0498B2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3075"/>
                <a:ext cx="20" cy="3"/>
              </a:xfrm>
              <a:custGeom>
                <a:avLst/>
                <a:gdLst>
                  <a:gd name="T0" fmla="*/ 125 w 8"/>
                  <a:gd name="T1" fmla="*/ 0 h 1"/>
                  <a:gd name="T2" fmla="*/ 0 w 8"/>
                  <a:gd name="T3" fmla="*/ 0 h 1"/>
                  <a:gd name="T4" fmla="*/ 0 w 8"/>
                  <a:gd name="T5" fmla="*/ 27 h 1"/>
                  <a:gd name="T6" fmla="*/ 125 w 8"/>
                  <a:gd name="T7" fmla="*/ 27 h 1"/>
                  <a:gd name="T8" fmla="*/ 125 w 8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</a:path>
                </a:pathLst>
              </a:custGeom>
              <a:solidFill>
                <a:srgbClr val="EBA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3" name="Freeform 689">
                <a:extLst>
                  <a:ext uri="{FF2B5EF4-FFF2-40B4-BE49-F238E27FC236}">
                    <a16:creationId xmlns:a16="http://schemas.microsoft.com/office/drawing/2014/main" id="{B9807762-B6C6-4D4B-909E-0A0431323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075"/>
                <a:ext cx="10" cy="3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0 w 4"/>
                  <a:gd name="T5" fmla="*/ 27 h 1"/>
                  <a:gd name="T6" fmla="*/ 63 w 4"/>
                  <a:gd name="T7" fmla="*/ 27 h 1"/>
                  <a:gd name="T8" fmla="*/ 63 w 4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4" name="Freeform 690">
                <a:extLst>
                  <a:ext uri="{FF2B5EF4-FFF2-40B4-BE49-F238E27FC236}">
                    <a16:creationId xmlns:a16="http://schemas.microsoft.com/office/drawing/2014/main" id="{8E3A25CD-BE20-4F30-9642-F9019709E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075"/>
                <a:ext cx="5" cy="3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0 h 1"/>
                  <a:gd name="T4" fmla="*/ 0 w 2"/>
                  <a:gd name="T5" fmla="*/ 27 h 1"/>
                  <a:gd name="T6" fmla="*/ 33 w 2"/>
                  <a:gd name="T7" fmla="*/ 27 h 1"/>
                  <a:gd name="T8" fmla="*/ 33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5" name="Freeform 691">
                <a:extLst>
                  <a:ext uri="{FF2B5EF4-FFF2-40B4-BE49-F238E27FC236}">
                    <a16:creationId xmlns:a16="http://schemas.microsoft.com/office/drawing/2014/main" id="{5F664C7E-7749-4090-9B6D-E68307F11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3075"/>
                <a:ext cx="8" cy="105"/>
              </a:xfrm>
              <a:custGeom>
                <a:avLst/>
                <a:gdLst>
                  <a:gd name="T0" fmla="*/ 56 w 3"/>
                  <a:gd name="T1" fmla="*/ 0 h 42"/>
                  <a:gd name="T2" fmla="*/ 35 w 3"/>
                  <a:gd name="T3" fmla="*/ 0 h 42"/>
                  <a:gd name="T4" fmla="*/ 21 w 3"/>
                  <a:gd name="T5" fmla="*/ 50 h 42"/>
                  <a:gd name="T6" fmla="*/ 0 w 3"/>
                  <a:gd name="T7" fmla="*/ 533 h 42"/>
                  <a:gd name="T8" fmla="*/ 0 w 3"/>
                  <a:gd name="T9" fmla="*/ 658 h 42"/>
                  <a:gd name="T10" fmla="*/ 0 w 3"/>
                  <a:gd name="T11" fmla="*/ 613 h 42"/>
                  <a:gd name="T12" fmla="*/ 35 w 3"/>
                  <a:gd name="T13" fmla="*/ 20 h 42"/>
                  <a:gd name="T14" fmla="*/ 56 w 3"/>
                  <a:gd name="T15" fmla="*/ 20 h 42"/>
                  <a:gd name="T16" fmla="*/ 56 w 3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42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3"/>
                    </a:cubicBezTo>
                    <a:cubicBezTo>
                      <a:pt x="0" y="13"/>
                      <a:pt x="0" y="24"/>
                      <a:pt x="0" y="34"/>
                    </a:cubicBezTo>
                    <a:cubicBezTo>
                      <a:pt x="0" y="37"/>
                      <a:pt x="0" y="39"/>
                      <a:pt x="0" y="42"/>
                    </a:cubicBezTo>
                    <a:cubicBezTo>
                      <a:pt x="0" y="41"/>
                      <a:pt x="0" y="40"/>
                      <a:pt x="0" y="39"/>
                    </a:cubicBezTo>
                    <a:cubicBezTo>
                      <a:pt x="0" y="13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9B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6" name="Freeform 692">
                <a:extLst>
                  <a:ext uri="{FF2B5EF4-FFF2-40B4-BE49-F238E27FC236}">
                    <a16:creationId xmlns:a16="http://schemas.microsoft.com/office/drawing/2014/main" id="{E154291D-E4F1-467D-AC4D-4A2E3EDED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083"/>
                <a:ext cx="5" cy="100"/>
              </a:xfrm>
              <a:custGeom>
                <a:avLst/>
                <a:gdLst>
                  <a:gd name="T0" fmla="*/ 33 w 2"/>
                  <a:gd name="T1" fmla="*/ 0 h 40"/>
                  <a:gd name="T2" fmla="*/ 20 w 2"/>
                  <a:gd name="T3" fmla="*/ 625 h 40"/>
                  <a:gd name="T4" fmla="*/ 20 w 2"/>
                  <a:gd name="T5" fmla="*/ 613 h 40"/>
                  <a:gd name="T6" fmla="*/ 20 w 2"/>
                  <a:gd name="T7" fmla="*/ 488 h 40"/>
                  <a:gd name="T8" fmla="*/ 33 w 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0">
                    <a:moveTo>
                      <a:pt x="2" y="0"/>
                    </a:moveTo>
                    <a:cubicBezTo>
                      <a:pt x="2" y="6"/>
                      <a:pt x="0" y="19"/>
                      <a:pt x="1" y="40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6"/>
                      <a:pt x="1" y="34"/>
                      <a:pt x="1" y="31"/>
                    </a:cubicBezTo>
                    <a:cubicBezTo>
                      <a:pt x="1" y="21"/>
                      <a:pt x="1" y="10"/>
                      <a:pt x="2" y="0"/>
                    </a:cubicBezTo>
                  </a:path>
                </a:pathLst>
              </a:custGeom>
              <a:solidFill>
                <a:srgbClr val="EC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7" name="Freeform 693">
                <a:extLst>
                  <a:ext uri="{FF2B5EF4-FFF2-40B4-BE49-F238E27FC236}">
                    <a16:creationId xmlns:a16="http://schemas.microsoft.com/office/drawing/2014/main" id="{CCAB15E4-3E3B-4FB1-928D-0A7962EA1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3075"/>
                <a:ext cx="52" cy="3"/>
              </a:xfrm>
              <a:custGeom>
                <a:avLst/>
                <a:gdLst>
                  <a:gd name="T0" fmla="*/ 307 w 21"/>
                  <a:gd name="T1" fmla="*/ 0 h 1"/>
                  <a:gd name="T2" fmla="*/ 0 w 21"/>
                  <a:gd name="T3" fmla="*/ 0 h 1"/>
                  <a:gd name="T4" fmla="*/ 0 w 21"/>
                  <a:gd name="T5" fmla="*/ 27 h 1"/>
                  <a:gd name="T6" fmla="*/ 319 w 21"/>
                  <a:gd name="T7" fmla="*/ 27 h 1"/>
                  <a:gd name="T8" fmla="*/ 307 w 2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">
                    <a:moveTo>
                      <a:pt x="2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0" y="0"/>
                    </a:cubicBezTo>
                  </a:path>
                </a:pathLst>
              </a:custGeom>
              <a:solidFill>
                <a:srgbClr val="D4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8" name="Freeform 694">
                <a:extLst>
                  <a:ext uri="{FF2B5EF4-FFF2-40B4-BE49-F238E27FC236}">
                    <a16:creationId xmlns:a16="http://schemas.microsoft.com/office/drawing/2014/main" id="{D74090D8-4343-4890-8830-A418DB233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075"/>
                <a:ext cx="7" cy="3"/>
              </a:xfrm>
              <a:custGeom>
                <a:avLst/>
                <a:gdLst>
                  <a:gd name="T0" fmla="*/ 28 w 3"/>
                  <a:gd name="T1" fmla="*/ 0 h 1"/>
                  <a:gd name="T2" fmla="*/ 0 w 3"/>
                  <a:gd name="T3" fmla="*/ 0 h 1"/>
                  <a:gd name="T4" fmla="*/ 0 w 3"/>
                  <a:gd name="T5" fmla="*/ 27 h 1"/>
                  <a:gd name="T6" fmla="*/ 37 w 3"/>
                  <a:gd name="T7" fmla="*/ 27 h 1"/>
                  <a:gd name="T8" fmla="*/ 28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CC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9" name="Freeform 695">
                <a:extLst>
                  <a:ext uri="{FF2B5EF4-FFF2-40B4-BE49-F238E27FC236}">
                    <a16:creationId xmlns:a16="http://schemas.microsoft.com/office/drawing/2014/main" id="{D4F86430-6468-480E-BB00-E050C3D69A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1" y="3078"/>
                <a:ext cx="362" cy="42"/>
              </a:xfrm>
              <a:custGeom>
                <a:avLst/>
                <a:gdLst>
                  <a:gd name="T0" fmla="*/ 355 w 145"/>
                  <a:gd name="T1" fmla="*/ 0 h 17"/>
                  <a:gd name="T2" fmla="*/ 387 w 145"/>
                  <a:gd name="T3" fmla="*/ 0 h 17"/>
                  <a:gd name="T4" fmla="*/ 1353 w 145"/>
                  <a:gd name="T5" fmla="*/ 0 h 17"/>
                  <a:gd name="T6" fmla="*/ 1308 w 145"/>
                  <a:gd name="T7" fmla="*/ 91 h 17"/>
                  <a:gd name="T8" fmla="*/ 1321 w 145"/>
                  <a:gd name="T9" fmla="*/ 166 h 17"/>
                  <a:gd name="T10" fmla="*/ 1228 w 145"/>
                  <a:gd name="T11" fmla="*/ 183 h 17"/>
                  <a:gd name="T12" fmla="*/ 1196 w 145"/>
                  <a:gd name="T13" fmla="*/ 183 h 17"/>
                  <a:gd name="T14" fmla="*/ 1166 w 145"/>
                  <a:gd name="T15" fmla="*/ 153 h 17"/>
                  <a:gd name="T16" fmla="*/ 1183 w 145"/>
                  <a:gd name="T17" fmla="*/ 153 h 17"/>
                  <a:gd name="T18" fmla="*/ 1196 w 145"/>
                  <a:gd name="T19" fmla="*/ 133 h 17"/>
                  <a:gd name="T20" fmla="*/ 1183 w 145"/>
                  <a:gd name="T21" fmla="*/ 74 h 17"/>
                  <a:gd name="T22" fmla="*/ 1228 w 145"/>
                  <a:gd name="T23" fmla="*/ 91 h 17"/>
                  <a:gd name="T24" fmla="*/ 1228 w 145"/>
                  <a:gd name="T25" fmla="*/ 91 h 17"/>
                  <a:gd name="T26" fmla="*/ 1246 w 145"/>
                  <a:gd name="T27" fmla="*/ 91 h 17"/>
                  <a:gd name="T28" fmla="*/ 1258 w 145"/>
                  <a:gd name="T29" fmla="*/ 121 h 17"/>
                  <a:gd name="T30" fmla="*/ 1308 w 145"/>
                  <a:gd name="T31" fmla="*/ 12 h 17"/>
                  <a:gd name="T32" fmla="*/ 1196 w 145"/>
                  <a:gd name="T33" fmla="*/ 0 h 17"/>
                  <a:gd name="T34" fmla="*/ 886 w 145"/>
                  <a:gd name="T35" fmla="*/ 133 h 17"/>
                  <a:gd name="T36" fmla="*/ 824 w 145"/>
                  <a:gd name="T37" fmla="*/ 0 h 17"/>
                  <a:gd name="T38" fmla="*/ 667 w 145"/>
                  <a:gd name="T39" fmla="*/ 12 h 17"/>
                  <a:gd name="T40" fmla="*/ 654 w 145"/>
                  <a:gd name="T41" fmla="*/ 42 h 17"/>
                  <a:gd name="T42" fmla="*/ 562 w 145"/>
                  <a:gd name="T43" fmla="*/ 0 h 17"/>
                  <a:gd name="T44" fmla="*/ 449 w 145"/>
                  <a:gd name="T45" fmla="*/ 0 h 17"/>
                  <a:gd name="T46" fmla="*/ 387 w 145"/>
                  <a:gd name="T47" fmla="*/ 42 h 17"/>
                  <a:gd name="T48" fmla="*/ 355 w 145"/>
                  <a:gd name="T49" fmla="*/ 121 h 17"/>
                  <a:gd name="T50" fmla="*/ 325 w 145"/>
                  <a:gd name="T51" fmla="*/ 121 h 17"/>
                  <a:gd name="T52" fmla="*/ 312 w 145"/>
                  <a:gd name="T53" fmla="*/ 121 h 17"/>
                  <a:gd name="T54" fmla="*/ 325 w 145"/>
                  <a:gd name="T55" fmla="*/ 74 h 17"/>
                  <a:gd name="T56" fmla="*/ 292 w 145"/>
                  <a:gd name="T57" fmla="*/ 30 h 17"/>
                  <a:gd name="T58" fmla="*/ 0 w 145"/>
                  <a:gd name="T59" fmla="*/ 0 h 17"/>
                  <a:gd name="T60" fmla="*/ 42 w 145"/>
                  <a:gd name="T61" fmla="*/ 257 h 17"/>
                  <a:gd name="T62" fmla="*/ 325 w 145"/>
                  <a:gd name="T63" fmla="*/ 257 h 17"/>
                  <a:gd name="T64" fmla="*/ 499 w 145"/>
                  <a:gd name="T65" fmla="*/ 62 h 17"/>
                  <a:gd name="T66" fmla="*/ 624 w 145"/>
                  <a:gd name="T67" fmla="*/ 121 h 17"/>
                  <a:gd name="T68" fmla="*/ 2057 w 145"/>
                  <a:gd name="T69" fmla="*/ 257 h 17"/>
                  <a:gd name="T70" fmla="*/ 2257 w 145"/>
                  <a:gd name="T71" fmla="*/ 0 h 1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45" h="17">
                    <a:moveTo>
                      <a:pt x="25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4" y="1"/>
                      <a:pt x="24" y="1"/>
                    </a:cubicBezTo>
                    <a:cubicBezTo>
                      <a:pt x="24" y="1"/>
                      <a:pt x="25" y="0"/>
                      <a:pt x="25" y="0"/>
                    </a:cubicBezTo>
                    <a:moveTo>
                      <a:pt x="145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6" y="1"/>
                      <a:pt x="86" y="1"/>
                      <a:pt x="86" y="2"/>
                    </a:cubicBezTo>
                    <a:cubicBezTo>
                      <a:pt x="86" y="3"/>
                      <a:pt x="85" y="4"/>
                      <a:pt x="84" y="6"/>
                    </a:cubicBezTo>
                    <a:cubicBezTo>
                      <a:pt x="84" y="8"/>
                      <a:pt x="83" y="9"/>
                      <a:pt x="82" y="9"/>
                    </a:cubicBezTo>
                    <a:cubicBezTo>
                      <a:pt x="83" y="10"/>
                      <a:pt x="84" y="11"/>
                      <a:pt x="85" y="11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82" y="14"/>
                      <a:pt x="80" y="13"/>
                      <a:pt x="79" y="12"/>
                    </a:cubicBezTo>
                    <a:cubicBezTo>
                      <a:pt x="78" y="12"/>
                      <a:pt x="78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7" y="12"/>
                      <a:pt x="76" y="12"/>
                      <a:pt x="75" y="12"/>
                    </a:cubicBezTo>
                    <a:cubicBezTo>
                      <a:pt x="75" y="11"/>
                      <a:pt x="74" y="11"/>
                      <a:pt x="75" y="10"/>
                    </a:cubicBezTo>
                    <a:cubicBezTo>
                      <a:pt x="75" y="10"/>
                      <a:pt x="75" y="10"/>
                      <a:pt x="76" y="10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6" y="10"/>
                      <a:pt x="77" y="10"/>
                      <a:pt x="77" y="10"/>
                    </a:cubicBezTo>
                    <a:cubicBezTo>
                      <a:pt x="77" y="9"/>
                      <a:pt x="77" y="9"/>
                      <a:pt x="77" y="9"/>
                    </a:cubicBezTo>
                    <a:cubicBezTo>
                      <a:pt x="76" y="8"/>
                      <a:pt x="76" y="7"/>
                      <a:pt x="76" y="6"/>
                    </a:cubicBezTo>
                    <a:cubicBezTo>
                      <a:pt x="76" y="6"/>
                      <a:pt x="76" y="5"/>
                      <a:pt x="76" y="5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79" y="6"/>
                      <a:pt x="79" y="6"/>
                      <a:pt x="79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79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80" y="7"/>
                      <a:pt x="81" y="7"/>
                      <a:pt x="81" y="8"/>
                    </a:cubicBezTo>
                    <a:cubicBezTo>
                      <a:pt x="82" y="7"/>
                      <a:pt x="82" y="6"/>
                      <a:pt x="83" y="5"/>
                    </a:cubicBezTo>
                    <a:cubicBezTo>
                      <a:pt x="84" y="3"/>
                      <a:pt x="84" y="3"/>
                      <a:pt x="84" y="1"/>
                    </a:cubicBezTo>
                    <a:cubicBezTo>
                      <a:pt x="84" y="1"/>
                      <a:pt x="84" y="1"/>
                      <a:pt x="85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5" y="6"/>
                      <a:pt x="67" y="10"/>
                      <a:pt x="60" y="10"/>
                    </a:cubicBezTo>
                    <a:cubicBezTo>
                      <a:pt x="59" y="10"/>
                      <a:pt x="58" y="10"/>
                      <a:pt x="57" y="9"/>
                    </a:cubicBezTo>
                    <a:cubicBezTo>
                      <a:pt x="53" y="8"/>
                      <a:pt x="52" y="4"/>
                      <a:pt x="53" y="1"/>
                    </a:cubicBezTo>
                    <a:cubicBezTo>
                      <a:pt x="53" y="1"/>
                      <a:pt x="53" y="0"/>
                      <a:pt x="53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2" y="0"/>
                      <a:pt x="42" y="1"/>
                      <a:pt x="43" y="1"/>
                    </a:cubicBezTo>
                    <a:cubicBezTo>
                      <a:pt x="43" y="2"/>
                      <a:pt x="43" y="2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0" y="1"/>
                      <a:pt x="38" y="0"/>
                      <a:pt x="36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27" y="1"/>
                      <a:pt x="26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4"/>
                      <a:pt x="26" y="5"/>
                      <a:pt x="26" y="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7"/>
                      <a:pt x="23" y="7"/>
                      <a:pt x="22" y="7"/>
                    </a:cubicBez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19" y="7"/>
                      <a:pt x="20" y="7"/>
                    </a:cubicBezTo>
                    <a:cubicBezTo>
                      <a:pt x="20" y="6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3"/>
                      <a:pt x="19" y="2"/>
                      <a:pt x="19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7" y="7"/>
                      <a:pt x="5" y="14"/>
                    </a:cubicBezTo>
                    <a:cubicBezTo>
                      <a:pt x="4" y="15"/>
                      <a:pt x="4" y="16"/>
                      <a:pt x="3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4" y="13"/>
                      <a:pt x="26" y="5"/>
                      <a:pt x="31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4" y="4"/>
                      <a:pt x="38" y="6"/>
                      <a:pt x="39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4" y="10"/>
                      <a:pt x="46" y="14"/>
                      <a:pt x="47" y="17"/>
                    </a:cubicBezTo>
                    <a:cubicBezTo>
                      <a:pt x="132" y="17"/>
                      <a:pt x="132" y="17"/>
                      <a:pt x="132" y="17"/>
                    </a:cubicBezTo>
                    <a:cubicBezTo>
                      <a:pt x="133" y="13"/>
                      <a:pt x="135" y="10"/>
                      <a:pt x="137" y="7"/>
                    </a:cubicBezTo>
                    <a:cubicBezTo>
                      <a:pt x="140" y="3"/>
                      <a:pt x="143" y="1"/>
                      <a:pt x="145" y="0"/>
                    </a:cubicBezTo>
                  </a:path>
                </a:pathLst>
              </a:custGeom>
              <a:solidFill>
                <a:srgbClr val="E5C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0" name="Freeform 696">
                <a:extLst>
                  <a:ext uri="{FF2B5EF4-FFF2-40B4-BE49-F238E27FC236}">
                    <a16:creationId xmlns:a16="http://schemas.microsoft.com/office/drawing/2014/main" id="{929695A4-8217-479B-9065-850495B6DF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66" y="3078"/>
                <a:ext cx="32" cy="30"/>
              </a:xfrm>
              <a:custGeom>
                <a:avLst/>
                <a:gdLst>
                  <a:gd name="T0" fmla="*/ 30 w 13"/>
                  <a:gd name="T1" fmla="*/ 158 h 12"/>
                  <a:gd name="T2" fmla="*/ 12 w 13"/>
                  <a:gd name="T3" fmla="*/ 158 h 12"/>
                  <a:gd name="T4" fmla="*/ 12 w 13"/>
                  <a:gd name="T5" fmla="*/ 188 h 12"/>
                  <a:gd name="T6" fmla="*/ 42 w 13"/>
                  <a:gd name="T7" fmla="*/ 188 h 12"/>
                  <a:gd name="T8" fmla="*/ 42 w 13"/>
                  <a:gd name="T9" fmla="*/ 188 h 12"/>
                  <a:gd name="T10" fmla="*/ 74 w 13"/>
                  <a:gd name="T11" fmla="*/ 188 h 12"/>
                  <a:gd name="T12" fmla="*/ 42 w 13"/>
                  <a:gd name="T13" fmla="*/ 158 h 12"/>
                  <a:gd name="T14" fmla="*/ 30 w 13"/>
                  <a:gd name="T15" fmla="*/ 158 h 12"/>
                  <a:gd name="T16" fmla="*/ 30 w 13"/>
                  <a:gd name="T17" fmla="*/ 158 h 12"/>
                  <a:gd name="T18" fmla="*/ 194 w 13"/>
                  <a:gd name="T19" fmla="*/ 0 h 12"/>
                  <a:gd name="T20" fmla="*/ 162 w 13"/>
                  <a:gd name="T21" fmla="*/ 0 h 12"/>
                  <a:gd name="T22" fmla="*/ 153 w 13"/>
                  <a:gd name="T23" fmla="*/ 20 h 12"/>
                  <a:gd name="T24" fmla="*/ 133 w 13"/>
                  <a:gd name="T25" fmla="*/ 83 h 12"/>
                  <a:gd name="T26" fmla="*/ 103 w 13"/>
                  <a:gd name="T27" fmla="*/ 125 h 12"/>
                  <a:gd name="T28" fmla="*/ 103 w 13"/>
                  <a:gd name="T29" fmla="*/ 125 h 12"/>
                  <a:gd name="T30" fmla="*/ 121 w 13"/>
                  <a:gd name="T31" fmla="*/ 145 h 12"/>
                  <a:gd name="T32" fmla="*/ 153 w 13"/>
                  <a:gd name="T33" fmla="*/ 95 h 12"/>
                  <a:gd name="T34" fmla="*/ 182 w 13"/>
                  <a:gd name="T35" fmla="*/ 33 h 12"/>
                  <a:gd name="T36" fmla="*/ 194 w 13"/>
                  <a:gd name="T37" fmla="*/ 0 h 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" h="12">
                    <a:moveTo>
                      <a:pt x="2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0" y="11"/>
                      <a:pt x="1" y="11"/>
                      <a:pt x="1" y="12"/>
                    </a:cubicBezTo>
                    <a:cubicBezTo>
                      <a:pt x="2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4" y="12"/>
                      <a:pt x="5" y="12"/>
                    </a:cubicBezTo>
                    <a:cubicBezTo>
                      <a:pt x="4" y="11"/>
                      <a:pt x="4" y="10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3"/>
                      <a:pt x="10" y="3"/>
                      <a:pt x="9" y="5"/>
                    </a:cubicBezTo>
                    <a:cubicBezTo>
                      <a:pt x="8" y="6"/>
                      <a:pt x="8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10" y="8"/>
                      <a:pt x="10" y="6"/>
                    </a:cubicBezTo>
                    <a:cubicBezTo>
                      <a:pt x="11" y="4"/>
                      <a:pt x="12" y="3"/>
                      <a:pt x="12" y="2"/>
                    </a:cubicBezTo>
                    <a:cubicBezTo>
                      <a:pt x="12" y="1"/>
                      <a:pt x="12" y="1"/>
                      <a:pt x="13" y="0"/>
                    </a:cubicBezTo>
                  </a:path>
                </a:pathLst>
              </a:custGeom>
              <a:solidFill>
                <a:srgbClr val="CB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1" name="Freeform 697">
                <a:extLst>
                  <a:ext uri="{FF2B5EF4-FFF2-40B4-BE49-F238E27FC236}">
                    <a16:creationId xmlns:a16="http://schemas.microsoft.com/office/drawing/2014/main" id="{00FB2508-21A3-43C8-BD13-4386CC7F71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8" y="3078"/>
                <a:ext cx="60" cy="20"/>
              </a:xfrm>
              <a:custGeom>
                <a:avLst/>
                <a:gdLst>
                  <a:gd name="T0" fmla="*/ 33 w 24"/>
                  <a:gd name="T1" fmla="*/ 83 h 8"/>
                  <a:gd name="T2" fmla="*/ 20 w 24"/>
                  <a:gd name="T3" fmla="*/ 113 h 8"/>
                  <a:gd name="T4" fmla="*/ 20 w 24"/>
                  <a:gd name="T5" fmla="*/ 125 h 8"/>
                  <a:gd name="T6" fmla="*/ 33 w 24"/>
                  <a:gd name="T7" fmla="*/ 125 h 8"/>
                  <a:gd name="T8" fmla="*/ 33 w 24"/>
                  <a:gd name="T9" fmla="*/ 125 h 8"/>
                  <a:gd name="T10" fmla="*/ 50 w 24"/>
                  <a:gd name="T11" fmla="*/ 113 h 8"/>
                  <a:gd name="T12" fmla="*/ 33 w 24"/>
                  <a:gd name="T13" fmla="*/ 83 h 8"/>
                  <a:gd name="T14" fmla="*/ 188 w 24"/>
                  <a:gd name="T15" fmla="*/ 0 h 8"/>
                  <a:gd name="T16" fmla="*/ 95 w 24"/>
                  <a:gd name="T17" fmla="*/ 0 h 8"/>
                  <a:gd name="T18" fmla="*/ 83 w 24"/>
                  <a:gd name="T19" fmla="*/ 20 h 8"/>
                  <a:gd name="T20" fmla="*/ 83 w 24"/>
                  <a:gd name="T21" fmla="*/ 33 h 8"/>
                  <a:gd name="T22" fmla="*/ 95 w 24"/>
                  <a:gd name="T23" fmla="*/ 50 h 8"/>
                  <a:gd name="T24" fmla="*/ 95 w 24"/>
                  <a:gd name="T25" fmla="*/ 50 h 8"/>
                  <a:gd name="T26" fmla="*/ 158 w 24"/>
                  <a:gd name="T27" fmla="*/ 0 h 8"/>
                  <a:gd name="T28" fmla="*/ 188 w 24"/>
                  <a:gd name="T29" fmla="*/ 0 h 8"/>
                  <a:gd name="T30" fmla="*/ 345 w 24"/>
                  <a:gd name="T31" fmla="*/ 0 h 8"/>
                  <a:gd name="T32" fmla="*/ 270 w 24"/>
                  <a:gd name="T33" fmla="*/ 0 h 8"/>
                  <a:gd name="T34" fmla="*/ 345 w 24"/>
                  <a:gd name="T35" fmla="*/ 50 h 8"/>
                  <a:gd name="T36" fmla="*/ 363 w 24"/>
                  <a:gd name="T37" fmla="*/ 50 h 8"/>
                  <a:gd name="T38" fmla="*/ 363 w 24"/>
                  <a:gd name="T39" fmla="*/ 50 h 8"/>
                  <a:gd name="T40" fmla="*/ 375 w 24"/>
                  <a:gd name="T41" fmla="*/ 20 h 8"/>
                  <a:gd name="T42" fmla="*/ 345 w 24"/>
                  <a:gd name="T43" fmla="*/ 0 h 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8">
                    <a:moveTo>
                      <a:pt x="2" y="5"/>
                    </a:moveTo>
                    <a:cubicBezTo>
                      <a:pt x="2" y="5"/>
                      <a:pt x="1" y="6"/>
                      <a:pt x="1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moveTo>
                      <a:pt x="12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5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8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moveTo>
                      <a:pt x="22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9" y="0"/>
                      <a:pt x="21" y="1"/>
                      <a:pt x="22" y="3"/>
                    </a:cubicBezTo>
                    <a:cubicBezTo>
                      <a:pt x="22" y="3"/>
                      <a:pt x="22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2"/>
                      <a:pt x="24" y="2"/>
                      <a:pt x="24" y="1"/>
                    </a:cubicBezTo>
                    <a:cubicBezTo>
                      <a:pt x="23" y="1"/>
                      <a:pt x="23" y="0"/>
                      <a:pt x="22" y="0"/>
                    </a:cubicBezTo>
                  </a:path>
                </a:pathLst>
              </a:custGeom>
              <a:solidFill>
                <a:srgbClr val="CB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2" name="Freeform 698">
                <a:extLst>
                  <a:ext uri="{FF2B5EF4-FFF2-40B4-BE49-F238E27FC236}">
                    <a16:creationId xmlns:a16="http://schemas.microsoft.com/office/drawing/2014/main" id="{6DC21A57-B5CF-4862-834E-3CE301EBC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3078"/>
                <a:ext cx="597" cy="42"/>
              </a:xfrm>
              <a:custGeom>
                <a:avLst/>
                <a:gdLst>
                  <a:gd name="T0" fmla="*/ 3712 w 239"/>
                  <a:gd name="T1" fmla="*/ 0 h 17"/>
                  <a:gd name="T2" fmla="*/ 0 w 239"/>
                  <a:gd name="T3" fmla="*/ 0 h 17"/>
                  <a:gd name="T4" fmla="*/ 12 w 239"/>
                  <a:gd name="T5" fmla="*/ 257 h 17"/>
                  <a:gd name="T6" fmla="*/ 3724 w 239"/>
                  <a:gd name="T7" fmla="*/ 257 h 17"/>
                  <a:gd name="T8" fmla="*/ 3712 w 23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9" h="17">
                    <a:moveTo>
                      <a:pt x="23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0" y="11"/>
                      <a:pt x="1" y="17"/>
                    </a:cubicBezTo>
                    <a:cubicBezTo>
                      <a:pt x="239" y="17"/>
                      <a:pt x="239" y="17"/>
                      <a:pt x="239" y="17"/>
                    </a:cubicBezTo>
                    <a:cubicBezTo>
                      <a:pt x="239" y="10"/>
                      <a:pt x="238" y="5"/>
                      <a:pt x="238" y="0"/>
                    </a:cubicBezTo>
                  </a:path>
                </a:pathLst>
              </a:custGeom>
              <a:solidFill>
                <a:srgbClr val="FAD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3" name="Freeform 699">
                <a:extLst>
                  <a:ext uri="{FF2B5EF4-FFF2-40B4-BE49-F238E27FC236}">
                    <a16:creationId xmlns:a16="http://schemas.microsoft.com/office/drawing/2014/main" id="{FCB83C60-D9B5-4DC6-9B89-817FFFBE8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3078"/>
                <a:ext cx="775" cy="57"/>
              </a:xfrm>
              <a:custGeom>
                <a:avLst/>
                <a:gdLst>
                  <a:gd name="T0" fmla="*/ 4833 w 310"/>
                  <a:gd name="T1" fmla="*/ 0 h 23"/>
                  <a:gd name="T2" fmla="*/ 20 w 310"/>
                  <a:gd name="T3" fmla="*/ 0 h 23"/>
                  <a:gd name="T4" fmla="*/ 0 w 310"/>
                  <a:gd name="T5" fmla="*/ 349 h 23"/>
                  <a:gd name="T6" fmla="*/ 20 w 310"/>
                  <a:gd name="T7" fmla="*/ 349 h 23"/>
                  <a:gd name="T8" fmla="*/ 20 w 310"/>
                  <a:gd name="T9" fmla="*/ 258 h 23"/>
                  <a:gd name="T10" fmla="*/ 4845 w 310"/>
                  <a:gd name="T11" fmla="*/ 258 h 23"/>
                  <a:gd name="T12" fmla="*/ 4833 w 310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0" h="23">
                    <a:moveTo>
                      <a:pt x="309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8"/>
                      <a:pt x="0" y="16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10" y="17"/>
                      <a:pt x="310" y="17"/>
                      <a:pt x="310" y="17"/>
                    </a:cubicBezTo>
                    <a:cubicBezTo>
                      <a:pt x="309" y="11"/>
                      <a:pt x="309" y="6"/>
                      <a:pt x="309" y="0"/>
                    </a:cubicBezTo>
                  </a:path>
                </a:pathLst>
              </a:custGeom>
              <a:solidFill>
                <a:srgbClr val="F6D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4" name="Freeform 700">
                <a:extLst>
                  <a:ext uri="{FF2B5EF4-FFF2-40B4-BE49-F238E27FC236}">
                    <a16:creationId xmlns:a16="http://schemas.microsoft.com/office/drawing/2014/main" id="{AC2880C6-9E80-497D-96B8-61736624E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3078"/>
                <a:ext cx="20" cy="42"/>
              </a:xfrm>
              <a:custGeom>
                <a:avLst/>
                <a:gdLst>
                  <a:gd name="T0" fmla="*/ 125 w 8"/>
                  <a:gd name="T1" fmla="*/ 0 h 17"/>
                  <a:gd name="T2" fmla="*/ 0 w 8"/>
                  <a:gd name="T3" fmla="*/ 0 h 17"/>
                  <a:gd name="T4" fmla="*/ 20 w 8"/>
                  <a:gd name="T5" fmla="*/ 257 h 17"/>
                  <a:gd name="T6" fmla="*/ 113 w 8"/>
                  <a:gd name="T7" fmla="*/ 257 h 17"/>
                  <a:gd name="T8" fmla="*/ 125 w 8"/>
                  <a:gd name="T9" fmla="*/ 183 h 17"/>
                  <a:gd name="T10" fmla="*/ 125 w 8"/>
                  <a:gd name="T11" fmla="*/ 121 h 17"/>
                  <a:gd name="T12" fmla="*/ 125 w 8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7">
                    <a:moveTo>
                      <a:pt x="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1" y="10"/>
                      <a:pt x="1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5"/>
                      <a:pt x="8" y="13"/>
                      <a:pt x="8" y="12"/>
                    </a:cubicBezTo>
                    <a:cubicBezTo>
                      <a:pt x="8" y="11"/>
                      <a:pt x="8" y="9"/>
                      <a:pt x="8" y="8"/>
                    </a:cubicBezTo>
                    <a:cubicBezTo>
                      <a:pt x="8" y="5"/>
                      <a:pt x="8" y="3"/>
                      <a:pt x="8" y="0"/>
                    </a:cubicBezTo>
                  </a:path>
                </a:pathLst>
              </a:custGeom>
              <a:solidFill>
                <a:srgbClr val="F6D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5" name="Freeform 701">
                <a:extLst>
                  <a:ext uri="{FF2B5EF4-FFF2-40B4-BE49-F238E27FC236}">
                    <a16:creationId xmlns:a16="http://schemas.microsoft.com/office/drawing/2014/main" id="{F9FD1220-B232-4B55-AD3B-A58E1320A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078"/>
                <a:ext cx="15" cy="42"/>
              </a:xfrm>
              <a:custGeom>
                <a:avLst/>
                <a:gdLst>
                  <a:gd name="T0" fmla="*/ 83 w 6"/>
                  <a:gd name="T1" fmla="*/ 0 h 17"/>
                  <a:gd name="T2" fmla="*/ 20 w 6"/>
                  <a:gd name="T3" fmla="*/ 0 h 17"/>
                  <a:gd name="T4" fmla="*/ 20 w 6"/>
                  <a:gd name="T5" fmla="*/ 121 h 17"/>
                  <a:gd name="T6" fmla="*/ 20 w 6"/>
                  <a:gd name="T7" fmla="*/ 183 h 17"/>
                  <a:gd name="T8" fmla="*/ 0 w 6"/>
                  <a:gd name="T9" fmla="*/ 257 h 17"/>
                  <a:gd name="T10" fmla="*/ 50 w 6"/>
                  <a:gd name="T11" fmla="*/ 257 h 17"/>
                  <a:gd name="T12" fmla="*/ 83 w 6"/>
                  <a:gd name="T13" fmla="*/ 153 h 17"/>
                  <a:gd name="T14" fmla="*/ 83 w 6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7">
                    <a:moveTo>
                      <a:pt x="5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5"/>
                      <a:pt x="1" y="8"/>
                    </a:cubicBezTo>
                    <a:cubicBezTo>
                      <a:pt x="1" y="9"/>
                      <a:pt x="1" y="11"/>
                      <a:pt x="1" y="12"/>
                    </a:cubicBezTo>
                    <a:cubicBezTo>
                      <a:pt x="1" y="13"/>
                      <a:pt x="1" y="15"/>
                      <a:pt x="0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5"/>
                      <a:pt x="5" y="12"/>
                      <a:pt x="5" y="10"/>
                    </a:cubicBezTo>
                    <a:cubicBezTo>
                      <a:pt x="6" y="7"/>
                      <a:pt x="5" y="3"/>
                      <a:pt x="5" y="0"/>
                    </a:cubicBezTo>
                  </a:path>
                </a:pathLst>
              </a:custGeom>
              <a:solidFill>
                <a:srgbClr val="E5C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6" name="Freeform 702">
                <a:extLst>
                  <a:ext uri="{FF2B5EF4-FFF2-40B4-BE49-F238E27FC236}">
                    <a16:creationId xmlns:a16="http://schemas.microsoft.com/office/drawing/2014/main" id="{0272A393-D4E7-4ADD-A1BB-9589438BD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078"/>
                <a:ext cx="8" cy="42"/>
              </a:xfrm>
              <a:custGeom>
                <a:avLst/>
                <a:gdLst>
                  <a:gd name="T0" fmla="*/ 56 w 3"/>
                  <a:gd name="T1" fmla="*/ 0 h 17"/>
                  <a:gd name="T2" fmla="*/ 21 w 3"/>
                  <a:gd name="T3" fmla="*/ 0 h 17"/>
                  <a:gd name="T4" fmla="*/ 21 w 3"/>
                  <a:gd name="T5" fmla="*/ 121 h 17"/>
                  <a:gd name="T6" fmla="*/ 21 w 3"/>
                  <a:gd name="T7" fmla="*/ 183 h 17"/>
                  <a:gd name="T8" fmla="*/ 0 w 3"/>
                  <a:gd name="T9" fmla="*/ 257 h 17"/>
                  <a:gd name="T10" fmla="*/ 35 w 3"/>
                  <a:gd name="T11" fmla="*/ 257 h 17"/>
                  <a:gd name="T12" fmla="*/ 56 w 3"/>
                  <a:gd name="T13" fmla="*/ 183 h 17"/>
                  <a:gd name="T14" fmla="*/ 56 w 3"/>
                  <a:gd name="T15" fmla="*/ 121 h 17"/>
                  <a:gd name="T16" fmla="*/ 56 w 3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17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5"/>
                      <a:pt x="1" y="8"/>
                    </a:cubicBezTo>
                    <a:cubicBezTo>
                      <a:pt x="1" y="9"/>
                      <a:pt x="1" y="11"/>
                      <a:pt x="1" y="12"/>
                    </a:cubicBezTo>
                    <a:cubicBezTo>
                      <a:pt x="1" y="13"/>
                      <a:pt x="1" y="15"/>
                      <a:pt x="0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5"/>
                      <a:pt x="3" y="13"/>
                      <a:pt x="3" y="12"/>
                    </a:cubicBezTo>
                    <a:cubicBezTo>
                      <a:pt x="3" y="11"/>
                      <a:pt x="3" y="9"/>
                      <a:pt x="3" y="8"/>
                    </a:cubicBezTo>
                    <a:cubicBezTo>
                      <a:pt x="3" y="5"/>
                      <a:pt x="3" y="3"/>
                      <a:pt x="3" y="0"/>
                    </a:cubicBezTo>
                  </a:path>
                </a:pathLst>
              </a:custGeom>
              <a:solidFill>
                <a:srgbClr val="CB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7" name="Freeform 703">
                <a:extLst>
                  <a:ext uri="{FF2B5EF4-FFF2-40B4-BE49-F238E27FC236}">
                    <a16:creationId xmlns:a16="http://schemas.microsoft.com/office/drawing/2014/main" id="{5CFB9AF5-57B8-41B5-97FA-56B8E503D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3078"/>
                <a:ext cx="8" cy="95"/>
              </a:xfrm>
              <a:custGeom>
                <a:avLst/>
                <a:gdLst>
                  <a:gd name="T0" fmla="*/ 56 w 3"/>
                  <a:gd name="T1" fmla="*/ 0 h 38"/>
                  <a:gd name="T2" fmla="*/ 35 w 3"/>
                  <a:gd name="T3" fmla="*/ 0 h 38"/>
                  <a:gd name="T4" fmla="*/ 0 w 3"/>
                  <a:gd name="T5" fmla="*/ 595 h 38"/>
                  <a:gd name="T6" fmla="*/ 35 w 3"/>
                  <a:gd name="T7" fmla="*/ 363 h 38"/>
                  <a:gd name="T8" fmla="*/ 35 w 3"/>
                  <a:gd name="T9" fmla="*/ 363 h 38"/>
                  <a:gd name="T10" fmla="*/ 56 w 3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38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2"/>
                      <a:pt x="0" y="38"/>
                    </a:cubicBezTo>
                    <a:cubicBezTo>
                      <a:pt x="1" y="28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16"/>
                      <a:pt x="3" y="8"/>
                      <a:pt x="3" y="0"/>
                    </a:cubicBezTo>
                  </a:path>
                </a:pathLst>
              </a:custGeom>
              <a:solidFill>
                <a:srgbClr val="CB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8" name="Freeform 704">
                <a:extLst>
                  <a:ext uri="{FF2B5EF4-FFF2-40B4-BE49-F238E27FC236}">
                    <a16:creationId xmlns:a16="http://schemas.microsoft.com/office/drawing/2014/main" id="{01D1BFED-1093-4732-9CDA-A2C25B785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078"/>
                <a:ext cx="75" cy="42"/>
              </a:xfrm>
              <a:custGeom>
                <a:avLst/>
                <a:gdLst>
                  <a:gd name="T0" fmla="*/ 363 w 30"/>
                  <a:gd name="T1" fmla="*/ 0 h 17"/>
                  <a:gd name="T2" fmla="*/ 33 w 30"/>
                  <a:gd name="T3" fmla="*/ 0 h 17"/>
                  <a:gd name="T4" fmla="*/ 33 w 30"/>
                  <a:gd name="T5" fmla="*/ 153 h 17"/>
                  <a:gd name="T6" fmla="*/ 0 w 30"/>
                  <a:gd name="T7" fmla="*/ 257 h 17"/>
                  <a:gd name="T8" fmla="*/ 408 w 30"/>
                  <a:gd name="T9" fmla="*/ 257 h 17"/>
                  <a:gd name="T10" fmla="*/ 438 w 30"/>
                  <a:gd name="T11" fmla="*/ 212 h 17"/>
                  <a:gd name="T12" fmla="*/ 363 w 30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3" y="7"/>
                      <a:pt x="2" y="10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6"/>
                      <a:pt x="27" y="15"/>
                      <a:pt x="28" y="14"/>
                    </a:cubicBezTo>
                    <a:cubicBezTo>
                      <a:pt x="30" y="7"/>
                      <a:pt x="28" y="3"/>
                      <a:pt x="23" y="0"/>
                    </a:cubicBezTo>
                  </a:path>
                </a:pathLst>
              </a:custGeom>
              <a:solidFill>
                <a:srgbClr val="E9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9" name="Freeform 705">
                <a:extLst>
                  <a:ext uri="{FF2B5EF4-FFF2-40B4-BE49-F238E27FC236}">
                    <a16:creationId xmlns:a16="http://schemas.microsoft.com/office/drawing/2014/main" id="{47CAED77-D97B-4E78-9DC4-8118E625F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3088"/>
                <a:ext cx="65" cy="32"/>
              </a:xfrm>
              <a:custGeom>
                <a:avLst/>
                <a:gdLst>
                  <a:gd name="T0" fmla="*/ 175 w 26"/>
                  <a:gd name="T1" fmla="*/ 0 h 13"/>
                  <a:gd name="T2" fmla="*/ 158 w 26"/>
                  <a:gd name="T3" fmla="*/ 0 h 13"/>
                  <a:gd name="T4" fmla="*/ 0 w 26"/>
                  <a:gd name="T5" fmla="*/ 194 h 13"/>
                  <a:gd name="T6" fmla="*/ 0 w 26"/>
                  <a:gd name="T7" fmla="*/ 194 h 13"/>
                  <a:gd name="T8" fmla="*/ 408 w 26"/>
                  <a:gd name="T9" fmla="*/ 194 h 13"/>
                  <a:gd name="T10" fmla="*/ 300 w 26"/>
                  <a:gd name="T11" fmla="*/ 62 h 13"/>
                  <a:gd name="T12" fmla="*/ 283 w 26"/>
                  <a:gd name="T13" fmla="*/ 62 h 13"/>
                  <a:gd name="T14" fmla="*/ 175 w 26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3"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5" y="1"/>
                      <a:pt x="3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0"/>
                      <a:pt x="23" y="6"/>
                      <a:pt x="19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2"/>
                      <a:pt x="13" y="0"/>
                      <a:pt x="11" y="0"/>
                    </a:cubicBezTo>
                  </a:path>
                </a:pathLst>
              </a:custGeom>
              <a:solidFill>
                <a:srgbClr val="E9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0" name="Freeform 706">
                <a:extLst>
                  <a:ext uri="{FF2B5EF4-FFF2-40B4-BE49-F238E27FC236}">
                    <a16:creationId xmlns:a16="http://schemas.microsoft.com/office/drawing/2014/main" id="{2BF59BDB-2014-4F79-92BD-91E20B581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078"/>
                <a:ext cx="62" cy="25"/>
              </a:xfrm>
              <a:custGeom>
                <a:avLst/>
                <a:gdLst>
                  <a:gd name="T0" fmla="*/ 382 w 25"/>
                  <a:gd name="T1" fmla="*/ 0 h 10"/>
                  <a:gd name="T2" fmla="*/ 12 w 25"/>
                  <a:gd name="T3" fmla="*/ 0 h 10"/>
                  <a:gd name="T4" fmla="*/ 12 w 25"/>
                  <a:gd name="T5" fmla="*/ 20 h 10"/>
                  <a:gd name="T6" fmla="*/ 74 w 25"/>
                  <a:gd name="T7" fmla="*/ 145 h 10"/>
                  <a:gd name="T8" fmla="*/ 124 w 25"/>
                  <a:gd name="T9" fmla="*/ 158 h 10"/>
                  <a:gd name="T10" fmla="*/ 382 w 2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25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4"/>
                      <a:pt x="1" y="8"/>
                      <a:pt x="5" y="9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15" y="10"/>
                      <a:pt x="23" y="6"/>
                      <a:pt x="25" y="0"/>
                    </a:cubicBezTo>
                  </a:path>
                </a:pathLst>
              </a:custGeom>
              <a:solidFill>
                <a:srgbClr val="E9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1" name="Freeform 707">
                <a:extLst>
                  <a:ext uri="{FF2B5EF4-FFF2-40B4-BE49-F238E27FC236}">
                    <a16:creationId xmlns:a16="http://schemas.microsoft.com/office/drawing/2014/main" id="{69FCFBAF-2EBC-46D7-BAB9-AB0C67186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3090"/>
                <a:ext cx="22" cy="2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20 h 9"/>
                  <a:gd name="T4" fmla="*/ 12 w 9"/>
                  <a:gd name="T5" fmla="*/ 66 h 9"/>
                  <a:gd name="T6" fmla="*/ 12 w 9"/>
                  <a:gd name="T7" fmla="*/ 84 h 9"/>
                  <a:gd name="T8" fmla="*/ 42 w 9"/>
                  <a:gd name="T9" fmla="*/ 118 h 9"/>
                  <a:gd name="T10" fmla="*/ 90 w 9"/>
                  <a:gd name="T11" fmla="*/ 151 h 9"/>
                  <a:gd name="T12" fmla="*/ 132 w 9"/>
                  <a:gd name="T13" fmla="*/ 97 h 9"/>
                  <a:gd name="T14" fmla="*/ 90 w 9"/>
                  <a:gd name="T15" fmla="*/ 66 h 9"/>
                  <a:gd name="T16" fmla="*/ 71 w 9"/>
                  <a:gd name="T17" fmla="*/ 51 h 9"/>
                  <a:gd name="T18" fmla="*/ 71 w 9"/>
                  <a:gd name="T19" fmla="*/ 51 h 9"/>
                  <a:gd name="T20" fmla="*/ 59 w 9"/>
                  <a:gd name="T21" fmla="*/ 33 h 9"/>
                  <a:gd name="T22" fmla="*/ 59 w 9"/>
                  <a:gd name="T23" fmla="*/ 20 h 9"/>
                  <a:gd name="T24" fmla="*/ 59 w 9"/>
                  <a:gd name="T25" fmla="*/ 20 h 9"/>
                  <a:gd name="T26" fmla="*/ 42 w 9"/>
                  <a:gd name="T27" fmla="*/ 20 h 9"/>
                  <a:gd name="T28" fmla="*/ 29 w 9"/>
                  <a:gd name="T29" fmla="*/ 20 h 9"/>
                  <a:gd name="T30" fmla="*/ 42 w 9"/>
                  <a:gd name="T31" fmla="*/ 20 h 9"/>
                  <a:gd name="T32" fmla="*/ 0 w 9"/>
                  <a:gd name="T33" fmla="*/ 0 h 9"/>
                  <a:gd name="T34" fmla="*/ 0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7"/>
                    </a:cubicBezTo>
                    <a:cubicBezTo>
                      <a:pt x="4" y="8"/>
                      <a:pt x="6" y="9"/>
                      <a:pt x="6" y="9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7" y="5"/>
                      <a:pt x="6" y="4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C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2" name="Freeform 708">
                <a:extLst>
                  <a:ext uri="{FF2B5EF4-FFF2-40B4-BE49-F238E27FC236}">
                    <a16:creationId xmlns:a16="http://schemas.microsoft.com/office/drawing/2014/main" id="{F8478F78-F895-4E74-AC9E-370C4B486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078"/>
                <a:ext cx="18" cy="20"/>
              </a:xfrm>
              <a:custGeom>
                <a:avLst/>
                <a:gdLst>
                  <a:gd name="T0" fmla="*/ 67 w 7"/>
                  <a:gd name="T1" fmla="*/ 0 h 8"/>
                  <a:gd name="T2" fmla="*/ 21 w 7"/>
                  <a:gd name="T3" fmla="*/ 0 h 8"/>
                  <a:gd name="T4" fmla="*/ 0 w 7"/>
                  <a:gd name="T5" fmla="*/ 33 h 8"/>
                  <a:gd name="T6" fmla="*/ 33 w 7"/>
                  <a:gd name="T7" fmla="*/ 63 h 8"/>
                  <a:gd name="T8" fmla="*/ 33 w 7"/>
                  <a:gd name="T9" fmla="*/ 83 h 8"/>
                  <a:gd name="T10" fmla="*/ 54 w 7"/>
                  <a:gd name="T11" fmla="*/ 113 h 8"/>
                  <a:gd name="T12" fmla="*/ 67 w 7"/>
                  <a:gd name="T13" fmla="*/ 125 h 8"/>
                  <a:gd name="T14" fmla="*/ 118 w 7"/>
                  <a:gd name="T15" fmla="*/ 83 h 8"/>
                  <a:gd name="T16" fmla="*/ 100 w 7"/>
                  <a:gd name="T17" fmla="*/ 50 h 8"/>
                  <a:gd name="T18" fmla="*/ 85 w 7"/>
                  <a:gd name="T19" fmla="*/ 33 h 8"/>
                  <a:gd name="T20" fmla="*/ 85 w 7"/>
                  <a:gd name="T21" fmla="*/ 20 h 8"/>
                  <a:gd name="T22" fmla="*/ 67 w 7"/>
                  <a:gd name="T23" fmla="*/ 0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5"/>
                      <a:pt x="3" y="6"/>
                      <a:pt x="3" y="7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E5C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3" name="Freeform 709">
                <a:extLst>
                  <a:ext uri="{FF2B5EF4-FFF2-40B4-BE49-F238E27FC236}">
                    <a16:creationId xmlns:a16="http://schemas.microsoft.com/office/drawing/2014/main" id="{DE5E8381-7F2D-415A-9375-38D56B314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3120"/>
                <a:ext cx="1782" cy="15"/>
              </a:xfrm>
              <a:custGeom>
                <a:avLst/>
                <a:gdLst>
                  <a:gd name="T0" fmla="*/ 11132 w 713"/>
                  <a:gd name="T1" fmla="*/ 0 h 6"/>
                  <a:gd name="T2" fmla="*/ 9807 w 713"/>
                  <a:gd name="T3" fmla="*/ 0 h 6"/>
                  <a:gd name="T4" fmla="*/ 9400 w 713"/>
                  <a:gd name="T5" fmla="*/ 0 h 6"/>
                  <a:gd name="T6" fmla="*/ 9120 w 713"/>
                  <a:gd name="T7" fmla="*/ 0 h 6"/>
                  <a:gd name="T8" fmla="*/ 8715 w 713"/>
                  <a:gd name="T9" fmla="*/ 0 h 6"/>
                  <a:gd name="T10" fmla="*/ 8665 w 713"/>
                  <a:gd name="T11" fmla="*/ 0 h 6"/>
                  <a:gd name="T12" fmla="*/ 8633 w 713"/>
                  <a:gd name="T13" fmla="*/ 0 h 6"/>
                  <a:gd name="T14" fmla="*/ 8540 w 713"/>
                  <a:gd name="T15" fmla="*/ 0 h 6"/>
                  <a:gd name="T16" fmla="*/ 4821 w 713"/>
                  <a:gd name="T17" fmla="*/ 0 h 6"/>
                  <a:gd name="T18" fmla="*/ 0 w 713"/>
                  <a:gd name="T19" fmla="*/ 0 h 6"/>
                  <a:gd name="T20" fmla="*/ 0 w 713"/>
                  <a:gd name="T21" fmla="*/ 95 h 6"/>
                  <a:gd name="T22" fmla="*/ 11087 w 713"/>
                  <a:gd name="T23" fmla="*/ 95 h 6"/>
                  <a:gd name="T24" fmla="*/ 11132 w 713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13" h="6">
                    <a:moveTo>
                      <a:pt x="713" y="0"/>
                    </a:moveTo>
                    <a:cubicBezTo>
                      <a:pt x="628" y="0"/>
                      <a:pt x="628" y="0"/>
                      <a:pt x="628" y="0"/>
                    </a:cubicBezTo>
                    <a:cubicBezTo>
                      <a:pt x="602" y="0"/>
                      <a:pt x="602" y="0"/>
                      <a:pt x="602" y="0"/>
                    </a:cubicBezTo>
                    <a:cubicBezTo>
                      <a:pt x="584" y="0"/>
                      <a:pt x="584" y="0"/>
                      <a:pt x="584" y="0"/>
                    </a:cubicBezTo>
                    <a:cubicBezTo>
                      <a:pt x="558" y="0"/>
                      <a:pt x="558" y="0"/>
                      <a:pt x="558" y="0"/>
                    </a:cubicBezTo>
                    <a:cubicBezTo>
                      <a:pt x="555" y="0"/>
                      <a:pt x="555" y="0"/>
                      <a:pt x="555" y="0"/>
                    </a:cubicBezTo>
                    <a:cubicBezTo>
                      <a:pt x="553" y="0"/>
                      <a:pt x="553" y="0"/>
                      <a:pt x="553" y="0"/>
                    </a:cubicBezTo>
                    <a:cubicBezTo>
                      <a:pt x="547" y="0"/>
                      <a:pt x="547" y="0"/>
                      <a:pt x="547" y="0"/>
                    </a:cubicBezTo>
                    <a:cubicBezTo>
                      <a:pt x="309" y="0"/>
                      <a:pt x="309" y="0"/>
                      <a:pt x="30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710" y="6"/>
                      <a:pt x="710" y="6"/>
                      <a:pt x="710" y="6"/>
                    </a:cubicBezTo>
                    <a:cubicBezTo>
                      <a:pt x="711" y="4"/>
                      <a:pt x="712" y="2"/>
                      <a:pt x="713" y="0"/>
                    </a:cubicBezTo>
                  </a:path>
                </a:pathLst>
              </a:custGeom>
              <a:solidFill>
                <a:srgbClr val="D0E6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4" name="Freeform 710">
                <a:extLst>
                  <a:ext uri="{FF2B5EF4-FFF2-40B4-BE49-F238E27FC236}">
                    <a16:creationId xmlns:a16="http://schemas.microsoft.com/office/drawing/2014/main" id="{2ADD9B88-6E2F-4D3A-8AA6-CAF95E65B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075"/>
                <a:ext cx="318" cy="208"/>
              </a:xfrm>
              <a:custGeom>
                <a:avLst/>
                <a:gdLst>
                  <a:gd name="T0" fmla="*/ 313 w 127"/>
                  <a:gd name="T1" fmla="*/ 20 h 83"/>
                  <a:gd name="T2" fmla="*/ 313 w 127"/>
                  <a:gd name="T3" fmla="*/ 0 h 83"/>
                  <a:gd name="T4" fmla="*/ 158 w 127"/>
                  <a:gd name="T5" fmla="*/ 125 h 83"/>
                  <a:gd name="T6" fmla="*/ 0 w 127"/>
                  <a:gd name="T7" fmla="*/ 659 h 83"/>
                  <a:gd name="T8" fmla="*/ 158 w 127"/>
                  <a:gd name="T9" fmla="*/ 1180 h 83"/>
                  <a:gd name="T10" fmla="*/ 313 w 127"/>
                  <a:gd name="T11" fmla="*/ 1306 h 83"/>
                  <a:gd name="T12" fmla="*/ 313 w 127"/>
                  <a:gd name="T13" fmla="*/ 1306 h 83"/>
                  <a:gd name="T14" fmla="*/ 313 w 127"/>
                  <a:gd name="T15" fmla="*/ 1306 h 83"/>
                  <a:gd name="T16" fmla="*/ 1460 w 127"/>
                  <a:gd name="T17" fmla="*/ 1005 h 83"/>
                  <a:gd name="T18" fmla="*/ 1775 w 127"/>
                  <a:gd name="T19" fmla="*/ 867 h 83"/>
                  <a:gd name="T20" fmla="*/ 1993 w 127"/>
                  <a:gd name="T21" fmla="*/ 408 h 83"/>
                  <a:gd name="T22" fmla="*/ 1993 w 127"/>
                  <a:gd name="T23" fmla="*/ 376 h 83"/>
                  <a:gd name="T24" fmla="*/ 1931 w 127"/>
                  <a:gd name="T25" fmla="*/ 158 h 83"/>
                  <a:gd name="T26" fmla="*/ 1805 w 127"/>
                  <a:gd name="T27" fmla="*/ 113 h 83"/>
                  <a:gd name="T28" fmla="*/ 333 w 127"/>
                  <a:gd name="T29" fmla="*/ 0 h 83"/>
                  <a:gd name="T30" fmla="*/ 313 w 127"/>
                  <a:gd name="T31" fmla="*/ 0 h 83"/>
                  <a:gd name="T32" fmla="*/ 313 w 127"/>
                  <a:gd name="T33" fmla="*/ 0 h 83"/>
                  <a:gd name="T34" fmla="*/ 313 w 127"/>
                  <a:gd name="T35" fmla="*/ 20 h 83"/>
                  <a:gd name="T36" fmla="*/ 313 w 127"/>
                  <a:gd name="T37" fmla="*/ 33 h 83"/>
                  <a:gd name="T38" fmla="*/ 533 w 127"/>
                  <a:gd name="T39" fmla="*/ 50 h 83"/>
                  <a:gd name="T40" fmla="*/ 1788 w 127"/>
                  <a:gd name="T41" fmla="*/ 145 h 83"/>
                  <a:gd name="T42" fmla="*/ 1913 w 127"/>
                  <a:gd name="T43" fmla="*/ 188 h 83"/>
                  <a:gd name="T44" fmla="*/ 1963 w 127"/>
                  <a:gd name="T45" fmla="*/ 376 h 83"/>
                  <a:gd name="T46" fmla="*/ 1963 w 127"/>
                  <a:gd name="T47" fmla="*/ 408 h 83"/>
                  <a:gd name="T48" fmla="*/ 1755 w 127"/>
                  <a:gd name="T49" fmla="*/ 835 h 83"/>
                  <a:gd name="T50" fmla="*/ 1442 w 127"/>
                  <a:gd name="T51" fmla="*/ 972 h 83"/>
                  <a:gd name="T52" fmla="*/ 834 w 127"/>
                  <a:gd name="T53" fmla="*/ 1150 h 83"/>
                  <a:gd name="T54" fmla="*/ 471 w 127"/>
                  <a:gd name="T55" fmla="*/ 1225 h 83"/>
                  <a:gd name="T56" fmla="*/ 313 w 127"/>
                  <a:gd name="T57" fmla="*/ 1276 h 83"/>
                  <a:gd name="T58" fmla="*/ 313 w 127"/>
                  <a:gd name="T59" fmla="*/ 1288 h 83"/>
                  <a:gd name="T60" fmla="*/ 333 w 127"/>
                  <a:gd name="T61" fmla="*/ 1276 h 83"/>
                  <a:gd name="T62" fmla="*/ 313 w 127"/>
                  <a:gd name="T63" fmla="*/ 1276 h 83"/>
                  <a:gd name="T64" fmla="*/ 175 w 127"/>
                  <a:gd name="T65" fmla="*/ 1150 h 83"/>
                  <a:gd name="T66" fmla="*/ 33 w 127"/>
                  <a:gd name="T67" fmla="*/ 659 h 83"/>
                  <a:gd name="T68" fmla="*/ 188 w 127"/>
                  <a:gd name="T69" fmla="*/ 158 h 83"/>
                  <a:gd name="T70" fmla="*/ 283 w 127"/>
                  <a:gd name="T71" fmla="*/ 63 h 83"/>
                  <a:gd name="T72" fmla="*/ 313 w 127"/>
                  <a:gd name="T73" fmla="*/ 33 h 83"/>
                  <a:gd name="T74" fmla="*/ 333 w 127"/>
                  <a:gd name="T75" fmla="*/ 33 h 83"/>
                  <a:gd name="T76" fmla="*/ 333 w 127"/>
                  <a:gd name="T77" fmla="*/ 33 h 83"/>
                  <a:gd name="T78" fmla="*/ 313 w 127"/>
                  <a:gd name="T79" fmla="*/ 20 h 83"/>
                  <a:gd name="T80" fmla="*/ 313 w 127"/>
                  <a:gd name="T81" fmla="*/ 33 h 83"/>
                  <a:gd name="T82" fmla="*/ 313 w 127"/>
                  <a:gd name="T83" fmla="*/ 20 h 8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27" h="83">
                    <a:moveTo>
                      <a:pt x="20" y="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15" y="2"/>
                      <a:pt x="10" y="8"/>
                    </a:cubicBezTo>
                    <a:cubicBezTo>
                      <a:pt x="5" y="15"/>
                      <a:pt x="0" y="25"/>
                      <a:pt x="0" y="42"/>
                    </a:cubicBezTo>
                    <a:cubicBezTo>
                      <a:pt x="0" y="59"/>
                      <a:pt x="5" y="69"/>
                      <a:pt x="10" y="75"/>
                    </a:cubicBezTo>
                    <a:cubicBezTo>
                      <a:pt x="15" y="81"/>
                      <a:pt x="20" y="82"/>
                      <a:pt x="20" y="83"/>
                    </a:cubicBezTo>
                    <a:cubicBezTo>
                      <a:pt x="20" y="83"/>
                      <a:pt x="20" y="83"/>
                      <a:pt x="20" y="83"/>
                    </a:cubicBezTo>
                    <a:cubicBezTo>
                      <a:pt x="20" y="83"/>
                      <a:pt x="20" y="83"/>
                      <a:pt x="20" y="83"/>
                    </a:cubicBezTo>
                    <a:cubicBezTo>
                      <a:pt x="20" y="83"/>
                      <a:pt x="83" y="67"/>
                      <a:pt x="93" y="64"/>
                    </a:cubicBezTo>
                    <a:cubicBezTo>
                      <a:pt x="98" y="63"/>
                      <a:pt x="106" y="60"/>
                      <a:pt x="113" y="55"/>
                    </a:cubicBezTo>
                    <a:cubicBezTo>
                      <a:pt x="120" y="49"/>
                      <a:pt x="127" y="40"/>
                      <a:pt x="127" y="26"/>
                    </a:cubicBezTo>
                    <a:cubicBezTo>
                      <a:pt x="127" y="26"/>
                      <a:pt x="127" y="25"/>
                      <a:pt x="127" y="24"/>
                    </a:cubicBezTo>
                    <a:cubicBezTo>
                      <a:pt x="127" y="17"/>
                      <a:pt x="126" y="13"/>
                      <a:pt x="123" y="10"/>
                    </a:cubicBezTo>
                    <a:cubicBezTo>
                      <a:pt x="121" y="8"/>
                      <a:pt x="118" y="7"/>
                      <a:pt x="115" y="7"/>
                    </a:cubicBezTo>
                    <a:cubicBezTo>
                      <a:pt x="108" y="6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6" y="2"/>
                      <a:pt x="34" y="3"/>
                    </a:cubicBezTo>
                    <a:cubicBezTo>
                      <a:pt x="59" y="5"/>
                      <a:pt x="109" y="8"/>
                      <a:pt x="114" y="9"/>
                    </a:cubicBezTo>
                    <a:cubicBezTo>
                      <a:pt x="118" y="9"/>
                      <a:pt x="120" y="10"/>
                      <a:pt x="122" y="12"/>
                    </a:cubicBezTo>
                    <a:cubicBezTo>
                      <a:pt x="124" y="14"/>
                      <a:pt x="125" y="17"/>
                      <a:pt x="125" y="24"/>
                    </a:cubicBezTo>
                    <a:cubicBezTo>
                      <a:pt x="125" y="25"/>
                      <a:pt x="125" y="25"/>
                      <a:pt x="125" y="26"/>
                    </a:cubicBezTo>
                    <a:cubicBezTo>
                      <a:pt x="125" y="39"/>
                      <a:pt x="119" y="47"/>
                      <a:pt x="112" y="53"/>
                    </a:cubicBezTo>
                    <a:cubicBezTo>
                      <a:pt x="105" y="58"/>
                      <a:pt x="97" y="61"/>
                      <a:pt x="92" y="62"/>
                    </a:cubicBezTo>
                    <a:cubicBezTo>
                      <a:pt x="88" y="64"/>
                      <a:pt x="69" y="68"/>
                      <a:pt x="53" y="73"/>
                    </a:cubicBezTo>
                    <a:cubicBezTo>
                      <a:pt x="44" y="75"/>
                      <a:pt x="36" y="77"/>
                      <a:pt x="30" y="78"/>
                    </a:cubicBezTo>
                    <a:cubicBezTo>
                      <a:pt x="24" y="80"/>
                      <a:pt x="20" y="81"/>
                      <a:pt x="20" y="81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19" y="80"/>
                      <a:pt x="15" y="78"/>
                      <a:pt x="11" y="73"/>
                    </a:cubicBezTo>
                    <a:cubicBezTo>
                      <a:pt x="6" y="67"/>
                      <a:pt x="2" y="58"/>
                      <a:pt x="2" y="42"/>
                    </a:cubicBezTo>
                    <a:cubicBezTo>
                      <a:pt x="2" y="25"/>
                      <a:pt x="7" y="15"/>
                      <a:pt x="12" y="10"/>
                    </a:cubicBezTo>
                    <a:cubicBezTo>
                      <a:pt x="14" y="7"/>
                      <a:pt x="16" y="5"/>
                      <a:pt x="18" y="4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5" name="Freeform 711">
                <a:extLst>
                  <a:ext uri="{FF2B5EF4-FFF2-40B4-BE49-F238E27FC236}">
                    <a16:creationId xmlns:a16="http://schemas.microsoft.com/office/drawing/2014/main" id="{FEF89780-3A68-40C3-AF0B-1EFC51DE1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075"/>
                <a:ext cx="1832" cy="205"/>
              </a:xfrm>
              <a:custGeom>
                <a:avLst/>
                <a:gdLst>
                  <a:gd name="T0" fmla="*/ 11132 w 733"/>
                  <a:gd name="T1" fmla="*/ 658 h 82"/>
                  <a:gd name="T2" fmla="*/ 11149 w 733"/>
                  <a:gd name="T3" fmla="*/ 658 h 82"/>
                  <a:gd name="T4" fmla="*/ 11307 w 733"/>
                  <a:gd name="T5" fmla="*/ 158 h 82"/>
                  <a:gd name="T6" fmla="*/ 11399 w 733"/>
                  <a:gd name="T7" fmla="*/ 63 h 82"/>
                  <a:gd name="T8" fmla="*/ 11432 w 733"/>
                  <a:gd name="T9" fmla="*/ 33 h 82"/>
                  <a:gd name="T10" fmla="*/ 11444 w 733"/>
                  <a:gd name="T11" fmla="*/ 33 h 82"/>
                  <a:gd name="T12" fmla="*/ 11444 w 733"/>
                  <a:gd name="T13" fmla="*/ 33 h 82"/>
                  <a:gd name="T14" fmla="*/ 11432 w 733"/>
                  <a:gd name="T15" fmla="*/ 0 h 82"/>
                  <a:gd name="T16" fmla="*/ 30 w 733"/>
                  <a:gd name="T17" fmla="*/ 0 h 82"/>
                  <a:gd name="T18" fmla="*/ 30 w 733"/>
                  <a:gd name="T19" fmla="*/ 20 h 82"/>
                  <a:gd name="T20" fmla="*/ 0 w 733"/>
                  <a:gd name="T21" fmla="*/ 488 h 82"/>
                  <a:gd name="T22" fmla="*/ 42 w 733"/>
                  <a:gd name="T23" fmla="*/ 1270 h 82"/>
                  <a:gd name="T24" fmla="*/ 42 w 733"/>
                  <a:gd name="T25" fmla="*/ 1283 h 82"/>
                  <a:gd name="T26" fmla="*/ 11412 w 733"/>
                  <a:gd name="T27" fmla="*/ 1283 h 82"/>
                  <a:gd name="T28" fmla="*/ 11412 w 733"/>
                  <a:gd name="T29" fmla="*/ 1250 h 82"/>
                  <a:gd name="T30" fmla="*/ 11149 w 733"/>
                  <a:gd name="T31" fmla="*/ 658 h 82"/>
                  <a:gd name="T32" fmla="*/ 11132 w 733"/>
                  <a:gd name="T33" fmla="*/ 658 h 82"/>
                  <a:gd name="T34" fmla="*/ 11119 w 733"/>
                  <a:gd name="T35" fmla="*/ 658 h 82"/>
                  <a:gd name="T36" fmla="*/ 11399 w 733"/>
                  <a:gd name="T37" fmla="*/ 1283 h 82"/>
                  <a:gd name="T38" fmla="*/ 11412 w 733"/>
                  <a:gd name="T39" fmla="*/ 1270 h 82"/>
                  <a:gd name="T40" fmla="*/ 11412 w 733"/>
                  <a:gd name="T41" fmla="*/ 1250 h 82"/>
                  <a:gd name="T42" fmla="*/ 62 w 733"/>
                  <a:gd name="T43" fmla="*/ 1250 h 82"/>
                  <a:gd name="T44" fmla="*/ 62 w 733"/>
                  <a:gd name="T45" fmla="*/ 1270 h 82"/>
                  <a:gd name="T46" fmla="*/ 75 w 733"/>
                  <a:gd name="T47" fmla="*/ 1270 h 82"/>
                  <a:gd name="T48" fmla="*/ 30 w 733"/>
                  <a:gd name="T49" fmla="*/ 488 h 82"/>
                  <a:gd name="T50" fmla="*/ 42 w 733"/>
                  <a:gd name="T51" fmla="*/ 125 h 82"/>
                  <a:gd name="T52" fmla="*/ 62 w 733"/>
                  <a:gd name="T53" fmla="*/ 50 h 82"/>
                  <a:gd name="T54" fmla="*/ 62 w 733"/>
                  <a:gd name="T55" fmla="*/ 20 h 82"/>
                  <a:gd name="T56" fmla="*/ 42 w 733"/>
                  <a:gd name="T57" fmla="*/ 20 h 82"/>
                  <a:gd name="T58" fmla="*/ 42 w 733"/>
                  <a:gd name="T59" fmla="*/ 33 h 82"/>
                  <a:gd name="T60" fmla="*/ 11432 w 733"/>
                  <a:gd name="T61" fmla="*/ 33 h 82"/>
                  <a:gd name="T62" fmla="*/ 11432 w 733"/>
                  <a:gd name="T63" fmla="*/ 20 h 82"/>
                  <a:gd name="T64" fmla="*/ 11432 w 733"/>
                  <a:gd name="T65" fmla="*/ 0 h 82"/>
                  <a:gd name="T66" fmla="*/ 11274 w 733"/>
                  <a:gd name="T67" fmla="*/ 125 h 82"/>
                  <a:gd name="T68" fmla="*/ 11119 w 733"/>
                  <a:gd name="T69" fmla="*/ 658 h 82"/>
                  <a:gd name="T70" fmla="*/ 11132 w 733"/>
                  <a:gd name="T71" fmla="*/ 658 h 8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33" h="82">
                    <a:moveTo>
                      <a:pt x="713" y="42"/>
                    </a:moveTo>
                    <a:cubicBezTo>
                      <a:pt x="714" y="42"/>
                      <a:pt x="714" y="42"/>
                      <a:pt x="714" y="42"/>
                    </a:cubicBezTo>
                    <a:cubicBezTo>
                      <a:pt x="714" y="25"/>
                      <a:pt x="719" y="15"/>
                      <a:pt x="724" y="10"/>
                    </a:cubicBezTo>
                    <a:cubicBezTo>
                      <a:pt x="726" y="7"/>
                      <a:pt x="728" y="5"/>
                      <a:pt x="730" y="4"/>
                    </a:cubicBezTo>
                    <a:cubicBezTo>
                      <a:pt x="731" y="3"/>
                      <a:pt x="732" y="3"/>
                      <a:pt x="732" y="2"/>
                    </a:cubicBezTo>
                    <a:cubicBezTo>
                      <a:pt x="733" y="2"/>
                      <a:pt x="733" y="2"/>
                      <a:pt x="733" y="2"/>
                    </a:cubicBezTo>
                    <a:cubicBezTo>
                      <a:pt x="733" y="2"/>
                      <a:pt x="733" y="2"/>
                      <a:pt x="733" y="2"/>
                    </a:cubicBezTo>
                    <a:cubicBezTo>
                      <a:pt x="732" y="0"/>
                      <a:pt x="732" y="0"/>
                      <a:pt x="73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10"/>
                      <a:pt x="0" y="31"/>
                    </a:cubicBezTo>
                    <a:cubicBezTo>
                      <a:pt x="0" y="44"/>
                      <a:pt x="1" y="60"/>
                      <a:pt x="3" y="81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731" y="82"/>
                      <a:pt x="731" y="82"/>
                      <a:pt x="731" y="82"/>
                    </a:cubicBezTo>
                    <a:cubicBezTo>
                      <a:pt x="731" y="80"/>
                      <a:pt x="731" y="80"/>
                      <a:pt x="731" y="80"/>
                    </a:cubicBezTo>
                    <a:cubicBezTo>
                      <a:pt x="727" y="78"/>
                      <a:pt x="714" y="70"/>
                      <a:pt x="714" y="42"/>
                    </a:cubicBezTo>
                    <a:cubicBezTo>
                      <a:pt x="713" y="42"/>
                      <a:pt x="713" y="42"/>
                      <a:pt x="713" y="42"/>
                    </a:cubicBezTo>
                    <a:cubicBezTo>
                      <a:pt x="712" y="42"/>
                      <a:pt x="712" y="42"/>
                      <a:pt x="712" y="42"/>
                    </a:cubicBezTo>
                    <a:cubicBezTo>
                      <a:pt x="712" y="71"/>
                      <a:pt x="726" y="80"/>
                      <a:pt x="730" y="82"/>
                    </a:cubicBezTo>
                    <a:cubicBezTo>
                      <a:pt x="731" y="81"/>
                      <a:pt x="731" y="81"/>
                      <a:pt x="731" y="81"/>
                    </a:cubicBezTo>
                    <a:cubicBezTo>
                      <a:pt x="731" y="80"/>
                      <a:pt x="731" y="80"/>
                      <a:pt x="731" y="80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4" y="81"/>
                      <a:pt x="4" y="81"/>
                      <a:pt x="4" y="81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3" y="60"/>
                      <a:pt x="2" y="43"/>
                      <a:pt x="2" y="31"/>
                    </a:cubicBezTo>
                    <a:cubicBezTo>
                      <a:pt x="2" y="21"/>
                      <a:pt x="3" y="13"/>
                      <a:pt x="3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732" y="2"/>
                      <a:pt x="732" y="2"/>
                      <a:pt x="732" y="2"/>
                    </a:cubicBezTo>
                    <a:cubicBezTo>
                      <a:pt x="732" y="1"/>
                      <a:pt x="732" y="1"/>
                      <a:pt x="732" y="1"/>
                    </a:cubicBezTo>
                    <a:cubicBezTo>
                      <a:pt x="732" y="0"/>
                      <a:pt x="732" y="0"/>
                      <a:pt x="732" y="0"/>
                    </a:cubicBezTo>
                    <a:cubicBezTo>
                      <a:pt x="732" y="0"/>
                      <a:pt x="727" y="2"/>
                      <a:pt x="722" y="8"/>
                    </a:cubicBezTo>
                    <a:cubicBezTo>
                      <a:pt x="717" y="15"/>
                      <a:pt x="712" y="25"/>
                      <a:pt x="712" y="42"/>
                    </a:cubicBezTo>
                    <a:lnTo>
                      <a:pt x="713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6" name="Freeform 712">
                <a:extLst>
                  <a:ext uri="{FF2B5EF4-FFF2-40B4-BE49-F238E27FC236}">
                    <a16:creationId xmlns:a16="http://schemas.microsoft.com/office/drawing/2014/main" id="{626514FC-4090-45E3-88D9-700F9AC38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135"/>
                <a:ext cx="65" cy="70"/>
              </a:xfrm>
              <a:custGeom>
                <a:avLst/>
                <a:gdLst>
                  <a:gd name="T0" fmla="*/ 333 w 26"/>
                  <a:gd name="T1" fmla="*/ 0 h 28"/>
                  <a:gd name="T2" fmla="*/ 333 w 26"/>
                  <a:gd name="T3" fmla="*/ 158 h 28"/>
                  <a:gd name="T4" fmla="*/ 83 w 26"/>
                  <a:gd name="T5" fmla="*/ 158 h 28"/>
                  <a:gd name="T6" fmla="*/ 33 w 26"/>
                  <a:gd name="T7" fmla="*/ 270 h 28"/>
                  <a:gd name="T8" fmla="*/ 95 w 26"/>
                  <a:gd name="T9" fmla="*/ 438 h 28"/>
                  <a:gd name="T10" fmla="*/ 158 w 26"/>
                  <a:gd name="T11" fmla="*/ 425 h 28"/>
                  <a:gd name="T12" fmla="*/ 395 w 26"/>
                  <a:gd name="T13" fmla="*/ 83 h 28"/>
                  <a:gd name="T14" fmla="*/ 408 w 26"/>
                  <a:gd name="T15" fmla="*/ 33 h 28"/>
                  <a:gd name="T16" fmla="*/ 333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8">
                    <a:moveTo>
                      <a:pt x="21" y="0"/>
                    </a:moveTo>
                    <a:cubicBezTo>
                      <a:pt x="21" y="10"/>
                      <a:pt x="21" y="10"/>
                      <a:pt x="21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2"/>
                      <a:pt x="3" y="15"/>
                      <a:pt x="2" y="17"/>
                    </a:cubicBezTo>
                    <a:cubicBezTo>
                      <a:pt x="0" y="23"/>
                      <a:pt x="2" y="28"/>
                      <a:pt x="6" y="28"/>
                    </a:cubicBezTo>
                    <a:cubicBezTo>
                      <a:pt x="7" y="28"/>
                      <a:pt x="9" y="28"/>
                      <a:pt x="10" y="27"/>
                    </a:cubicBezTo>
                    <a:cubicBezTo>
                      <a:pt x="19" y="22"/>
                      <a:pt x="23" y="14"/>
                      <a:pt x="25" y="5"/>
                    </a:cubicBezTo>
                    <a:cubicBezTo>
                      <a:pt x="26" y="4"/>
                      <a:pt x="26" y="3"/>
                      <a:pt x="26" y="2"/>
                    </a:cubicBezTo>
                    <a:cubicBezTo>
                      <a:pt x="25" y="0"/>
                      <a:pt x="23" y="0"/>
                      <a:pt x="21" y="0"/>
                    </a:cubicBezTo>
                  </a:path>
                </a:pathLst>
              </a:custGeom>
              <a:solidFill>
                <a:srgbClr val="AB8C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7" name="Freeform 713">
                <a:extLst>
                  <a:ext uri="{FF2B5EF4-FFF2-40B4-BE49-F238E27FC236}">
                    <a16:creationId xmlns:a16="http://schemas.microsoft.com/office/drawing/2014/main" id="{C430F578-AED1-4B44-91AD-3B5CBAC1C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133"/>
                <a:ext cx="40" cy="27"/>
              </a:xfrm>
              <a:custGeom>
                <a:avLst/>
                <a:gdLst>
                  <a:gd name="T0" fmla="*/ 125 w 16"/>
                  <a:gd name="T1" fmla="*/ 0 h 11"/>
                  <a:gd name="T2" fmla="*/ 0 w 16"/>
                  <a:gd name="T3" fmla="*/ 162 h 11"/>
                  <a:gd name="T4" fmla="*/ 250 w 16"/>
                  <a:gd name="T5" fmla="*/ 162 h 11"/>
                  <a:gd name="T6" fmla="*/ 250 w 16"/>
                  <a:gd name="T7" fmla="*/ 12 h 11"/>
                  <a:gd name="T8" fmla="*/ 220 w 16"/>
                  <a:gd name="T9" fmla="*/ 0 h 11"/>
                  <a:gd name="T10" fmla="*/ 125 w 1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8" y="0"/>
                    </a:moveTo>
                    <a:cubicBezTo>
                      <a:pt x="5" y="3"/>
                      <a:pt x="3" y="7"/>
                      <a:pt x="0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1" y="0"/>
                      <a:pt x="8" y="0"/>
                    </a:cubicBezTo>
                  </a:path>
                </a:pathLst>
              </a:custGeom>
              <a:solidFill>
                <a:srgbClr val="88AB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8" name="Freeform 714">
                <a:extLst>
                  <a:ext uri="{FF2B5EF4-FFF2-40B4-BE49-F238E27FC236}">
                    <a16:creationId xmlns:a16="http://schemas.microsoft.com/office/drawing/2014/main" id="{F7175D65-4E0A-41D3-BB24-F85BD721F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110"/>
                <a:ext cx="25" cy="30"/>
              </a:xfrm>
              <a:custGeom>
                <a:avLst/>
                <a:gdLst>
                  <a:gd name="T0" fmla="*/ 95 w 10"/>
                  <a:gd name="T1" fmla="*/ 0 h 12"/>
                  <a:gd name="T2" fmla="*/ 0 w 10"/>
                  <a:gd name="T3" fmla="*/ 63 h 12"/>
                  <a:gd name="T4" fmla="*/ 63 w 10"/>
                  <a:gd name="T5" fmla="*/ 63 h 12"/>
                  <a:gd name="T6" fmla="*/ 63 w 10"/>
                  <a:gd name="T7" fmla="*/ 158 h 12"/>
                  <a:gd name="T8" fmla="*/ 145 w 10"/>
                  <a:gd name="T9" fmla="*/ 188 h 12"/>
                  <a:gd name="T10" fmla="*/ 95 w 1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5" y="0"/>
                      <a:pt x="3" y="1"/>
                      <a:pt x="0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0"/>
                      <a:pt x="8" y="10"/>
                      <a:pt x="9" y="12"/>
                    </a:cubicBezTo>
                    <a:cubicBezTo>
                      <a:pt x="10" y="4"/>
                      <a:pt x="8" y="0"/>
                      <a:pt x="6" y="0"/>
                    </a:cubicBezTo>
                  </a:path>
                </a:pathLst>
              </a:custGeom>
              <a:solidFill>
                <a:srgbClr val="B9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9" name="Freeform 715">
                <a:extLst>
                  <a:ext uri="{FF2B5EF4-FFF2-40B4-BE49-F238E27FC236}">
                    <a16:creationId xmlns:a16="http://schemas.microsoft.com/office/drawing/2014/main" id="{E77A77BF-C8C2-4EB0-9572-E5AFE378A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3120"/>
                <a:ext cx="20" cy="15"/>
              </a:xfrm>
              <a:custGeom>
                <a:avLst/>
                <a:gdLst>
                  <a:gd name="T0" fmla="*/ 125 w 8"/>
                  <a:gd name="T1" fmla="*/ 0 h 6"/>
                  <a:gd name="T2" fmla="*/ 63 w 8"/>
                  <a:gd name="T3" fmla="*/ 0 h 6"/>
                  <a:gd name="T4" fmla="*/ 0 w 8"/>
                  <a:gd name="T5" fmla="*/ 83 h 6"/>
                  <a:gd name="T6" fmla="*/ 95 w 8"/>
                  <a:gd name="T7" fmla="*/ 83 h 6"/>
                  <a:gd name="T8" fmla="*/ 125 w 8"/>
                  <a:gd name="T9" fmla="*/ 95 h 6"/>
                  <a:gd name="T10" fmla="*/ 125 w 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5"/>
                    </a:cubicBezTo>
                    <a:cubicBezTo>
                      <a:pt x="3" y="5"/>
                      <a:pt x="5" y="5"/>
                      <a:pt x="6" y="5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BB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0" name="Freeform 716">
                <a:extLst>
                  <a:ext uri="{FF2B5EF4-FFF2-40B4-BE49-F238E27FC236}">
                    <a16:creationId xmlns:a16="http://schemas.microsoft.com/office/drawing/2014/main" id="{25E66B0B-DB34-4947-ABC7-428982EE1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3108"/>
                <a:ext cx="65" cy="97"/>
              </a:xfrm>
              <a:custGeom>
                <a:avLst/>
                <a:gdLst>
                  <a:gd name="T0" fmla="*/ 345 w 26"/>
                  <a:gd name="T1" fmla="*/ 12 h 39"/>
                  <a:gd name="T2" fmla="*/ 345 w 26"/>
                  <a:gd name="T3" fmla="*/ 0 h 39"/>
                  <a:gd name="T4" fmla="*/ 283 w 26"/>
                  <a:gd name="T5" fmla="*/ 30 h 39"/>
                  <a:gd name="T6" fmla="*/ 20 w 26"/>
                  <a:gd name="T7" fmla="*/ 433 h 39"/>
                  <a:gd name="T8" fmla="*/ 0 w 26"/>
                  <a:gd name="T9" fmla="*/ 507 h 39"/>
                  <a:gd name="T10" fmla="*/ 20 w 26"/>
                  <a:gd name="T11" fmla="*/ 587 h 39"/>
                  <a:gd name="T12" fmla="*/ 83 w 26"/>
                  <a:gd name="T13" fmla="*/ 599 h 39"/>
                  <a:gd name="T14" fmla="*/ 158 w 26"/>
                  <a:gd name="T15" fmla="*/ 587 h 39"/>
                  <a:gd name="T16" fmla="*/ 395 w 26"/>
                  <a:gd name="T17" fmla="*/ 246 h 39"/>
                  <a:gd name="T18" fmla="*/ 408 w 26"/>
                  <a:gd name="T19" fmla="*/ 137 h 39"/>
                  <a:gd name="T20" fmla="*/ 395 w 26"/>
                  <a:gd name="T21" fmla="*/ 42 h 39"/>
                  <a:gd name="T22" fmla="*/ 375 w 26"/>
                  <a:gd name="T23" fmla="*/ 12 h 39"/>
                  <a:gd name="T24" fmla="*/ 345 w 26"/>
                  <a:gd name="T25" fmla="*/ 0 h 39"/>
                  <a:gd name="T26" fmla="*/ 345 w 26"/>
                  <a:gd name="T27" fmla="*/ 12 h 39"/>
                  <a:gd name="T28" fmla="*/ 345 w 26"/>
                  <a:gd name="T29" fmla="*/ 12 h 39"/>
                  <a:gd name="T30" fmla="*/ 363 w 26"/>
                  <a:gd name="T31" fmla="*/ 12 h 39"/>
                  <a:gd name="T32" fmla="*/ 395 w 26"/>
                  <a:gd name="T33" fmla="*/ 137 h 39"/>
                  <a:gd name="T34" fmla="*/ 375 w 26"/>
                  <a:gd name="T35" fmla="*/ 246 h 39"/>
                  <a:gd name="T36" fmla="*/ 145 w 26"/>
                  <a:gd name="T37" fmla="*/ 570 h 39"/>
                  <a:gd name="T38" fmla="*/ 83 w 26"/>
                  <a:gd name="T39" fmla="*/ 587 h 39"/>
                  <a:gd name="T40" fmla="*/ 20 w 26"/>
                  <a:gd name="T41" fmla="*/ 507 h 39"/>
                  <a:gd name="T42" fmla="*/ 33 w 26"/>
                  <a:gd name="T43" fmla="*/ 433 h 39"/>
                  <a:gd name="T44" fmla="*/ 208 w 26"/>
                  <a:gd name="T45" fmla="*/ 137 h 39"/>
                  <a:gd name="T46" fmla="*/ 300 w 26"/>
                  <a:gd name="T47" fmla="*/ 42 h 39"/>
                  <a:gd name="T48" fmla="*/ 345 w 26"/>
                  <a:gd name="T49" fmla="*/ 12 h 3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" h="39">
                    <a:moveTo>
                      <a:pt x="22" y="1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0" y="1"/>
                      <a:pt x="18" y="2"/>
                    </a:cubicBezTo>
                    <a:cubicBezTo>
                      <a:pt x="13" y="7"/>
                      <a:pt x="5" y="16"/>
                      <a:pt x="1" y="28"/>
                    </a:cubicBezTo>
                    <a:cubicBezTo>
                      <a:pt x="0" y="30"/>
                      <a:pt x="0" y="31"/>
                      <a:pt x="0" y="33"/>
                    </a:cubicBezTo>
                    <a:cubicBezTo>
                      <a:pt x="0" y="35"/>
                      <a:pt x="0" y="37"/>
                      <a:pt x="1" y="38"/>
                    </a:cubicBezTo>
                    <a:cubicBezTo>
                      <a:pt x="2" y="39"/>
                      <a:pt x="4" y="39"/>
                      <a:pt x="5" y="39"/>
                    </a:cubicBezTo>
                    <a:cubicBezTo>
                      <a:pt x="7" y="39"/>
                      <a:pt x="8" y="39"/>
                      <a:pt x="10" y="38"/>
                    </a:cubicBezTo>
                    <a:cubicBezTo>
                      <a:pt x="18" y="33"/>
                      <a:pt x="23" y="26"/>
                      <a:pt x="25" y="16"/>
                    </a:cubicBezTo>
                    <a:cubicBezTo>
                      <a:pt x="25" y="13"/>
                      <a:pt x="26" y="11"/>
                      <a:pt x="26" y="9"/>
                    </a:cubicBezTo>
                    <a:cubicBezTo>
                      <a:pt x="26" y="6"/>
                      <a:pt x="25" y="4"/>
                      <a:pt x="25" y="3"/>
                    </a:cubicBezTo>
                    <a:cubicBezTo>
                      <a:pt x="25" y="2"/>
                      <a:pt x="24" y="1"/>
                      <a:pt x="24" y="1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4" y="2"/>
                      <a:pt x="25" y="5"/>
                      <a:pt x="25" y="9"/>
                    </a:cubicBezTo>
                    <a:cubicBezTo>
                      <a:pt x="25" y="11"/>
                      <a:pt x="24" y="13"/>
                      <a:pt x="24" y="16"/>
                    </a:cubicBezTo>
                    <a:cubicBezTo>
                      <a:pt x="22" y="25"/>
                      <a:pt x="18" y="32"/>
                      <a:pt x="9" y="37"/>
                    </a:cubicBezTo>
                    <a:cubicBezTo>
                      <a:pt x="8" y="38"/>
                      <a:pt x="6" y="38"/>
                      <a:pt x="5" y="38"/>
                    </a:cubicBezTo>
                    <a:cubicBezTo>
                      <a:pt x="2" y="38"/>
                      <a:pt x="1" y="37"/>
                      <a:pt x="1" y="33"/>
                    </a:cubicBezTo>
                    <a:cubicBezTo>
                      <a:pt x="1" y="32"/>
                      <a:pt x="1" y="30"/>
                      <a:pt x="2" y="28"/>
                    </a:cubicBezTo>
                    <a:cubicBezTo>
                      <a:pt x="5" y="21"/>
                      <a:pt x="9" y="14"/>
                      <a:pt x="13" y="9"/>
                    </a:cubicBezTo>
                    <a:cubicBezTo>
                      <a:pt x="15" y="6"/>
                      <a:pt x="17" y="4"/>
                      <a:pt x="19" y="3"/>
                    </a:cubicBezTo>
                    <a:cubicBezTo>
                      <a:pt x="21" y="2"/>
                      <a:pt x="22" y="1"/>
                      <a:pt x="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1" name="Freeform 717">
                <a:extLst>
                  <a:ext uri="{FF2B5EF4-FFF2-40B4-BE49-F238E27FC236}">
                    <a16:creationId xmlns:a16="http://schemas.microsoft.com/office/drawing/2014/main" id="{3A698E3D-4B90-4528-80AF-D19E22D1A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503"/>
                <a:ext cx="405" cy="1313"/>
              </a:xfrm>
              <a:custGeom>
                <a:avLst/>
                <a:gdLst>
                  <a:gd name="T0" fmla="*/ 2500 w 162"/>
                  <a:gd name="T1" fmla="*/ 7963 h 525"/>
                  <a:gd name="T2" fmla="*/ 2500 w 162"/>
                  <a:gd name="T3" fmla="*/ 7931 h 525"/>
                  <a:gd name="T4" fmla="*/ 925 w 162"/>
                  <a:gd name="T5" fmla="*/ 6725 h 525"/>
                  <a:gd name="T6" fmla="*/ 283 w 162"/>
                  <a:gd name="T7" fmla="*/ 4117 h 525"/>
                  <a:gd name="T8" fmla="*/ 938 w 162"/>
                  <a:gd name="T9" fmla="*/ 1501 h 525"/>
                  <a:gd name="T10" fmla="*/ 2500 w 162"/>
                  <a:gd name="T11" fmla="*/ 300 h 525"/>
                  <a:gd name="T12" fmla="*/ 2533 w 162"/>
                  <a:gd name="T13" fmla="*/ 283 h 525"/>
                  <a:gd name="T14" fmla="*/ 2533 w 162"/>
                  <a:gd name="T15" fmla="*/ 0 h 525"/>
                  <a:gd name="T16" fmla="*/ 2500 w 162"/>
                  <a:gd name="T17" fmla="*/ 0 h 525"/>
                  <a:gd name="T18" fmla="*/ 738 w 162"/>
                  <a:gd name="T19" fmla="*/ 1300 h 525"/>
                  <a:gd name="T20" fmla="*/ 0 w 162"/>
                  <a:gd name="T21" fmla="*/ 4097 h 525"/>
                  <a:gd name="T22" fmla="*/ 738 w 162"/>
                  <a:gd name="T23" fmla="*/ 6900 h 525"/>
                  <a:gd name="T24" fmla="*/ 2488 w 162"/>
                  <a:gd name="T25" fmla="*/ 8213 h 525"/>
                  <a:gd name="T26" fmla="*/ 2520 w 162"/>
                  <a:gd name="T27" fmla="*/ 8213 h 525"/>
                  <a:gd name="T28" fmla="*/ 2533 w 162"/>
                  <a:gd name="T29" fmla="*/ 7943 h 525"/>
                  <a:gd name="T30" fmla="*/ 2500 w 162"/>
                  <a:gd name="T31" fmla="*/ 7931 h 525"/>
                  <a:gd name="T32" fmla="*/ 2500 w 162"/>
                  <a:gd name="T33" fmla="*/ 7963 h 525"/>
                  <a:gd name="T34" fmla="*/ 2470 w 162"/>
                  <a:gd name="T35" fmla="*/ 7963 h 525"/>
                  <a:gd name="T36" fmla="*/ 2458 w 162"/>
                  <a:gd name="T37" fmla="*/ 8181 h 525"/>
                  <a:gd name="T38" fmla="*/ 2488 w 162"/>
                  <a:gd name="T39" fmla="*/ 8181 h 525"/>
                  <a:gd name="T40" fmla="*/ 2500 w 162"/>
                  <a:gd name="T41" fmla="*/ 8151 h 525"/>
                  <a:gd name="T42" fmla="*/ 783 w 162"/>
                  <a:gd name="T43" fmla="*/ 6868 h 525"/>
                  <a:gd name="T44" fmla="*/ 63 w 162"/>
                  <a:gd name="T45" fmla="*/ 4097 h 525"/>
                  <a:gd name="T46" fmla="*/ 800 w 162"/>
                  <a:gd name="T47" fmla="*/ 1333 h 525"/>
                  <a:gd name="T48" fmla="*/ 2500 w 162"/>
                  <a:gd name="T49" fmla="*/ 63 h 525"/>
                  <a:gd name="T50" fmla="*/ 2500 w 162"/>
                  <a:gd name="T51" fmla="*/ 33 h 525"/>
                  <a:gd name="T52" fmla="*/ 2470 w 162"/>
                  <a:gd name="T53" fmla="*/ 33 h 525"/>
                  <a:gd name="T54" fmla="*/ 2470 w 162"/>
                  <a:gd name="T55" fmla="*/ 270 h 525"/>
                  <a:gd name="T56" fmla="*/ 2500 w 162"/>
                  <a:gd name="T57" fmla="*/ 270 h 525"/>
                  <a:gd name="T58" fmla="*/ 2500 w 162"/>
                  <a:gd name="T59" fmla="*/ 238 h 525"/>
                  <a:gd name="T60" fmla="*/ 875 w 162"/>
                  <a:gd name="T61" fmla="*/ 1471 h 525"/>
                  <a:gd name="T62" fmla="*/ 220 w 162"/>
                  <a:gd name="T63" fmla="*/ 4117 h 525"/>
                  <a:gd name="T64" fmla="*/ 875 w 162"/>
                  <a:gd name="T65" fmla="*/ 6755 h 525"/>
                  <a:gd name="T66" fmla="*/ 2500 w 162"/>
                  <a:gd name="T67" fmla="*/ 7993 h 525"/>
                  <a:gd name="T68" fmla="*/ 2500 w 162"/>
                  <a:gd name="T69" fmla="*/ 7963 h 525"/>
                  <a:gd name="T70" fmla="*/ 2470 w 162"/>
                  <a:gd name="T71" fmla="*/ 7963 h 525"/>
                  <a:gd name="T72" fmla="*/ 2500 w 162"/>
                  <a:gd name="T73" fmla="*/ 7963 h 5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2" h="525">
                    <a:moveTo>
                      <a:pt x="160" y="509"/>
                    </a:moveTo>
                    <a:cubicBezTo>
                      <a:pt x="160" y="507"/>
                      <a:pt x="160" y="507"/>
                      <a:pt x="160" y="507"/>
                    </a:cubicBezTo>
                    <a:cubicBezTo>
                      <a:pt x="121" y="503"/>
                      <a:pt x="85" y="474"/>
                      <a:pt x="59" y="430"/>
                    </a:cubicBezTo>
                    <a:cubicBezTo>
                      <a:pt x="34" y="386"/>
                      <a:pt x="18" y="328"/>
                      <a:pt x="18" y="263"/>
                    </a:cubicBezTo>
                    <a:cubicBezTo>
                      <a:pt x="18" y="198"/>
                      <a:pt x="34" y="139"/>
                      <a:pt x="60" y="96"/>
                    </a:cubicBezTo>
                    <a:cubicBezTo>
                      <a:pt x="85" y="52"/>
                      <a:pt x="121" y="23"/>
                      <a:pt x="160" y="19"/>
                    </a:cubicBezTo>
                    <a:cubicBezTo>
                      <a:pt x="162" y="18"/>
                      <a:pt x="162" y="18"/>
                      <a:pt x="162" y="18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16" y="5"/>
                      <a:pt x="76" y="36"/>
                      <a:pt x="47" y="83"/>
                    </a:cubicBezTo>
                    <a:cubicBezTo>
                      <a:pt x="18" y="130"/>
                      <a:pt x="0" y="193"/>
                      <a:pt x="0" y="262"/>
                    </a:cubicBezTo>
                    <a:cubicBezTo>
                      <a:pt x="0" y="332"/>
                      <a:pt x="18" y="394"/>
                      <a:pt x="47" y="441"/>
                    </a:cubicBezTo>
                    <a:cubicBezTo>
                      <a:pt x="76" y="488"/>
                      <a:pt x="116" y="520"/>
                      <a:pt x="159" y="525"/>
                    </a:cubicBezTo>
                    <a:cubicBezTo>
                      <a:pt x="161" y="525"/>
                      <a:pt x="161" y="525"/>
                      <a:pt x="161" y="525"/>
                    </a:cubicBezTo>
                    <a:cubicBezTo>
                      <a:pt x="162" y="508"/>
                      <a:pt x="162" y="508"/>
                      <a:pt x="162" y="508"/>
                    </a:cubicBezTo>
                    <a:cubicBezTo>
                      <a:pt x="160" y="507"/>
                      <a:pt x="160" y="507"/>
                      <a:pt x="160" y="507"/>
                    </a:cubicBezTo>
                    <a:cubicBezTo>
                      <a:pt x="160" y="509"/>
                      <a:pt x="160" y="509"/>
                      <a:pt x="160" y="509"/>
                    </a:cubicBezTo>
                    <a:cubicBezTo>
                      <a:pt x="158" y="509"/>
                      <a:pt x="158" y="509"/>
                      <a:pt x="158" y="509"/>
                    </a:cubicBezTo>
                    <a:cubicBezTo>
                      <a:pt x="157" y="523"/>
                      <a:pt x="157" y="523"/>
                      <a:pt x="157" y="523"/>
                    </a:cubicBezTo>
                    <a:cubicBezTo>
                      <a:pt x="159" y="523"/>
                      <a:pt x="159" y="523"/>
                      <a:pt x="159" y="523"/>
                    </a:cubicBezTo>
                    <a:cubicBezTo>
                      <a:pt x="160" y="521"/>
                      <a:pt x="160" y="521"/>
                      <a:pt x="160" y="521"/>
                    </a:cubicBezTo>
                    <a:cubicBezTo>
                      <a:pt x="118" y="516"/>
                      <a:pt x="79" y="486"/>
                      <a:pt x="50" y="439"/>
                    </a:cubicBezTo>
                    <a:cubicBezTo>
                      <a:pt x="22" y="393"/>
                      <a:pt x="4" y="331"/>
                      <a:pt x="4" y="262"/>
                    </a:cubicBezTo>
                    <a:cubicBezTo>
                      <a:pt x="4" y="194"/>
                      <a:pt x="22" y="132"/>
                      <a:pt x="51" y="85"/>
                    </a:cubicBezTo>
                    <a:cubicBezTo>
                      <a:pt x="79" y="39"/>
                      <a:pt x="119" y="9"/>
                      <a:pt x="160" y="4"/>
                    </a:cubicBezTo>
                    <a:cubicBezTo>
                      <a:pt x="160" y="2"/>
                      <a:pt x="160" y="2"/>
                      <a:pt x="160" y="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8" y="17"/>
                      <a:pt x="158" y="17"/>
                      <a:pt x="158" y="17"/>
                    </a:cubicBezTo>
                    <a:cubicBezTo>
                      <a:pt x="160" y="17"/>
                      <a:pt x="160" y="17"/>
                      <a:pt x="160" y="17"/>
                    </a:cubicBezTo>
                    <a:cubicBezTo>
                      <a:pt x="160" y="15"/>
                      <a:pt x="160" y="15"/>
                      <a:pt x="160" y="15"/>
                    </a:cubicBezTo>
                    <a:cubicBezTo>
                      <a:pt x="119" y="20"/>
                      <a:pt x="82" y="49"/>
                      <a:pt x="56" y="94"/>
                    </a:cubicBezTo>
                    <a:cubicBezTo>
                      <a:pt x="30" y="138"/>
                      <a:pt x="14" y="198"/>
                      <a:pt x="14" y="263"/>
                    </a:cubicBezTo>
                    <a:cubicBezTo>
                      <a:pt x="14" y="328"/>
                      <a:pt x="30" y="388"/>
                      <a:pt x="56" y="432"/>
                    </a:cubicBezTo>
                    <a:cubicBezTo>
                      <a:pt x="82" y="477"/>
                      <a:pt x="119" y="506"/>
                      <a:pt x="160" y="511"/>
                    </a:cubicBezTo>
                    <a:cubicBezTo>
                      <a:pt x="160" y="509"/>
                      <a:pt x="160" y="509"/>
                      <a:pt x="160" y="509"/>
                    </a:cubicBezTo>
                    <a:cubicBezTo>
                      <a:pt x="158" y="509"/>
                      <a:pt x="158" y="509"/>
                      <a:pt x="158" y="509"/>
                    </a:cubicBezTo>
                    <a:lnTo>
                      <a:pt x="160" y="5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2" name="Freeform 718">
                <a:extLst>
                  <a:ext uri="{FF2B5EF4-FFF2-40B4-BE49-F238E27FC236}">
                    <a16:creationId xmlns:a16="http://schemas.microsoft.com/office/drawing/2014/main" id="{4A685F8F-0005-40E3-A12F-6E70F3DAA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680"/>
                <a:ext cx="285" cy="968"/>
              </a:xfrm>
              <a:custGeom>
                <a:avLst/>
                <a:gdLst>
                  <a:gd name="T0" fmla="*/ 1783 w 114"/>
                  <a:gd name="T1" fmla="*/ 0 h 387"/>
                  <a:gd name="T2" fmla="*/ 1688 w 114"/>
                  <a:gd name="T3" fmla="*/ 6056 h 387"/>
                  <a:gd name="T4" fmla="*/ 1783 w 114"/>
                  <a:gd name="T5" fmla="*/ 0 h 3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387">
                    <a:moveTo>
                      <a:pt x="114" y="0"/>
                    </a:moveTo>
                    <a:cubicBezTo>
                      <a:pt x="114" y="0"/>
                      <a:pt x="17" y="164"/>
                      <a:pt x="108" y="387"/>
                    </a:cubicBezTo>
                    <a:cubicBezTo>
                      <a:pt x="108" y="387"/>
                      <a:pt x="0" y="191"/>
                      <a:pt x="114" y="0"/>
                    </a:cubicBezTo>
                    <a:close/>
                  </a:path>
                </a:pathLst>
              </a:custGeom>
              <a:solidFill>
                <a:srgbClr val="F5D4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3" name="Freeform 719">
                <a:extLst>
                  <a:ext uri="{FF2B5EF4-FFF2-40B4-BE49-F238E27FC236}">
                    <a16:creationId xmlns:a16="http://schemas.microsoft.com/office/drawing/2014/main" id="{C9B4B1BF-A4F5-4566-840C-C36535595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3120"/>
                <a:ext cx="1990" cy="43"/>
              </a:xfrm>
              <a:custGeom>
                <a:avLst/>
                <a:gdLst>
                  <a:gd name="T0" fmla="*/ 50 w 796"/>
                  <a:gd name="T1" fmla="*/ 255 h 17"/>
                  <a:gd name="T2" fmla="*/ 12438 w 796"/>
                  <a:gd name="T3" fmla="*/ 255 h 17"/>
                  <a:gd name="T4" fmla="*/ 12438 w 796"/>
                  <a:gd name="T5" fmla="*/ 0 h 17"/>
                  <a:gd name="T6" fmla="*/ 50 w 796"/>
                  <a:gd name="T7" fmla="*/ 0 h 17"/>
                  <a:gd name="T8" fmla="*/ 0 w 796"/>
                  <a:gd name="T9" fmla="*/ 129 h 17"/>
                  <a:gd name="T10" fmla="*/ 50 w 796"/>
                  <a:gd name="T11" fmla="*/ 27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6" h="17">
                    <a:moveTo>
                      <a:pt x="3" y="16"/>
                    </a:moveTo>
                    <a:cubicBezTo>
                      <a:pt x="796" y="16"/>
                      <a:pt x="796" y="16"/>
                      <a:pt x="796" y="16"/>
                    </a:cubicBezTo>
                    <a:cubicBezTo>
                      <a:pt x="796" y="0"/>
                      <a:pt x="796" y="0"/>
                      <a:pt x="796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2"/>
                      <a:pt x="0" y="8"/>
                    </a:cubicBezTo>
                    <a:cubicBezTo>
                      <a:pt x="0" y="13"/>
                      <a:pt x="1" y="15"/>
                      <a:pt x="3" y="17"/>
                    </a:cubicBezTo>
                  </a:path>
                </a:pathLst>
              </a:custGeom>
              <a:solidFill>
                <a:srgbClr val="0099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4" name="Freeform 720">
                <a:extLst>
                  <a:ext uri="{FF2B5EF4-FFF2-40B4-BE49-F238E27FC236}">
                    <a16:creationId xmlns:a16="http://schemas.microsoft.com/office/drawing/2014/main" id="{0FB4D2B6-3A77-45E1-ABA0-29FD10EF5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130"/>
                <a:ext cx="1990" cy="18"/>
              </a:xfrm>
              <a:custGeom>
                <a:avLst/>
                <a:gdLst>
                  <a:gd name="T0" fmla="*/ 33 w 796"/>
                  <a:gd name="T1" fmla="*/ 0 h 7"/>
                  <a:gd name="T2" fmla="*/ 33 w 796"/>
                  <a:gd name="T3" fmla="*/ 118 h 7"/>
                  <a:gd name="T4" fmla="*/ 50 w 796"/>
                  <a:gd name="T5" fmla="*/ 118 h 7"/>
                  <a:gd name="T6" fmla="*/ 12438 w 796"/>
                  <a:gd name="T7" fmla="*/ 118 h 7"/>
                  <a:gd name="T8" fmla="*/ 12438 w 796"/>
                  <a:gd name="T9" fmla="*/ 0 h 7"/>
                  <a:gd name="T10" fmla="*/ 50 w 796"/>
                  <a:gd name="T11" fmla="*/ 0 h 7"/>
                  <a:gd name="T12" fmla="*/ 33 w 796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6" h="7">
                    <a:moveTo>
                      <a:pt x="2" y="0"/>
                    </a:moveTo>
                    <a:cubicBezTo>
                      <a:pt x="0" y="4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796" y="7"/>
                      <a:pt x="796" y="7"/>
                      <a:pt x="796" y="7"/>
                    </a:cubicBezTo>
                    <a:cubicBezTo>
                      <a:pt x="796" y="0"/>
                      <a:pt x="796" y="0"/>
                      <a:pt x="796" y="0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A9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5" name="Freeform 721">
                <a:extLst>
                  <a:ext uri="{FF2B5EF4-FFF2-40B4-BE49-F238E27FC236}">
                    <a16:creationId xmlns:a16="http://schemas.microsoft.com/office/drawing/2014/main" id="{9231BE5F-7B48-49AC-BB9D-1FBCFC51C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3118"/>
                <a:ext cx="1985" cy="42"/>
              </a:xfrm>
              <a:custGeom>
                <a:avLst/>
                <a:gdLst>
                  <a:gd name="T0" fmla="*/ 3 w 1985"/>
                  <a:gd name="T1" fmla="*/ 42 h 42"/>
                  <a:gd name="T2" fmla="*/ 1985 w 1985"/>
                  <a:gd name="T3" fmla="*/ 42 h 42"/>
                  <a:gd name="T4" fmla="*/ 1985 w 1985"/>
                  <a:gd name="T5" fmla="*/ 0 h 42"/>
                  <a:gd name="T6" fmla="*/ 3 w 1985"/>
                  <a:gd name="T7" fmla="*/ 0 h 42"/>
                  <a:gd name="T8" fmla="*/ 3 w 1985"/>
                  <a:gd name="T9" fmla="*/ 2 h 42"/>
                  <a:gd name="T10" fmla="*/ 3 w 1985"/>
                  <a:gd name="T11" fmla="*/ 2 h 42"/>
                  <a:gd name="T12" fmla="*/ 1983 w 1985"/>
                  <a:gd name="T13" fmla="*/ 2 h 42"/>
                  <a:gd name="T14" fmla="*/ 1983 w 1985"/>
                  <a:gd name="T15" fmla="*/ 40 h 42"/>
                  <a:gd name="T16" fmla="*/ 3 w 1985"/>
                  <a:gd name="T17" fmla="*/ 40 h 42"/>
                  <a:gd name="T18" fmla="*/ 0 w 1985"/>
                  <a:gd name="T19" fmla="*/ 42 h 42"/>
                  <a:gd name="T20" fmla="*/ 3 w 1985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85" h="42">
                    <a:moveTo>
                      <a:pt x="3" y="42"/>
                    </a:moveTo>
                    <a:lnTo>
                      <a:pt x="1985" y="42"/>
                    </a:lnTo>
                    <a:lnTo>
                      <a:pt x="198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983" y="2"/>
                    </a:lnTo>
                    <a:lnTo>
                      <a:pt x="1983" y="40"/>
                    </a:lnTo>
                    <a:lnTo>
                      <a:pt x="3" y="40"/>
                    </a:lnTo>
                    <a:lnTo>
                      <a:pt x="0" y="42"/>
                    </a:lnTo>
                    <a:lnTo>
                      <a:pt x="3" y="42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6" name="Freeform 722">
                <a:extLst>
                  <a:ext uri="{FF2B5EF4-FFF2-40B4-BE49-F238E27FC236}">
                    <a16:creationId xmlns:a16="http://schemas.microsoft.com/office/drawing/2014/main" id="{25FF2EDB-71CB-4FAE-BDA8-DA03B2C76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3158"/>
                <a:ext cx="55" cy="80"/>
              </a:xfrm>
              <a:custGeom>
                <a:avLst/>
                <a:gdLst>
                  <a:gd name="T0" fmla="*/ 250 w 22"/>
                  <a:gd name="T1" fmla="*/ 0 h 32"/>
                  <a:gd name="T2" fmla="*/ 345 w 22"/>
                  <a:gd name="T3" fmla="*/ 363 h 32"/>
                  <a:gd name="T4" fmla="*/ 250 w 2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16" y="0"/>
                    </a:moveTo>
                    <a:cubicBezTo>
                      <a:pt x="16" y="0"/>
                      <a:pt x="5" y="26"/>
                      <a:pt x="22" y="23"/>
                    </a:cubicBezTo>
                    <a:cubicBezTo>
                      <a:pt x="22" y="23"/>
                      <a:pt x="0" y="32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7" name="Freeform 723">
                <a:extLst>
                  <a:ext uri="{FF2B5EF4-FFF2-40B4-BE49-F238E27FC236}">
                    <a16:creationId xmlns:a16="http://schemas.microsoft.com/office/drawing/2014/main" id="{BEA15263-D3CC-4C64-BDB1-BA45E161C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3093"/>
                <a:ext cx="62" cy="162"/>
              </a:xfrm>
              <a:custGeom>
                <a:avLst/>
                <a:gdLst>
                  <a:gd name="T0" fmla="*/ 382 w 25"/>
                  <a:gd name="T1" fmla="*/ 0 h 65"/>
                  <a:gd name="T2" fmla="*/ 308 w 25"/>
                  <a:gd name="T3" fmla="*/ 1007 h 65"/>
                  <a:gd name="T4" fmla="*/ 382 w 25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5">
                    <a:moveTo>
                      <a:pt x="25" y="0"/>
                    </a:moveTo>
                    <a:cubicBezTo>
                      <a:pt x="25" y="0"/>
                      <a:pt x="5" y="27"/>
                      <a:pt x="20" y="65"/>
                    </a:cubicBezTo>
                    <a:cubicBezTo>
                      <a:pt x="20" y="65"/>
                      <a:pt x="0" y="30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8" name="Freeform 724">
                <a:extLst>
                  <a:ext uri="{FF2B5EF4-FFF2-40B4-BE49-F238E27FC236}">
                    <a16:creationId xmlns:a16="http://schemas.microsoft.com/office/drawing/2014/main" id="{CCC2B1BF-8ED3-4AF5-9886-9D633251E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3233"/>
                <a:ext cx="1719" cy="25"/>
              </a:xfrm>
              <a:custGeom>
                <a:avLst/>
                <a:gdLst>
                  <a:gd name="T0" fmla="*/ 0 w 688"/>
                  <a:gd name="T1" fmla="*/ 158 h 10"/>
                  <a:gd name="T2" fmla="*/ 10731 w 688"/>
                  <a:gd name="T3" fmla="*/ 158 h 10"/>
                  <a:gd name="T4" fmla="*/ 0 w 688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8" h="10">
                    <a:moveTo>
                      <a:pt x="0" y="10"/>
                    </a:moveTo>
                    <a:cubicBezTo>
                      <a:pt x="688" y="10"/>
                      <a:pt x="688" y="10"/>
                      <a:pt x="688" y="10"/>
                    </a:cubicBezTo>
                    <a:cubicBezTo>
                      <a:pt x="688" y="10"/>
                      <a:pt x="332" y="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9" name="Oval 725">
                <a:extLst>
                  <a:ext uri="{FF2B5EF4-FFF2-40B4-BE49-F238E27FC236}">
                    <a16:creationId xmlns:a16="http://schemas.microsoft.com/office/drawing/2014/main" id="{76CD13FA-59C2-4971-86F9-D35398933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3108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0" name="Oval 726">
                <a:extLst>
                  <a:ext uri="{FF2B5EF4-FFF2-40B4-BE49-F238E27FC236}">
                    <a16:creationId xmlns:a16="http://schemas.microsoft.com/office/drawing/2014/main" id="{DA5E79F9-63C5-49E2-AA88-05F85FD4A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311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1" name="Oval 727">
                <a:extLst>
                  <a:ext uri="{FF2B5EF4-FFF2-40B4-BE49-F238E27FC236}">
                    <a16:creationId xmlns:a16="http://schemas.microsoft.com/office/drawing/2014/main" id="{49FBE0DF-E269-470B-B892-9ED844D4F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12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2" name="Oval 728">
                <a:extLst>
                  <a:ext uri="{FF2B5EF4-FFF2-40B4-BE49-F238E27FC236}">
                    <a16:creationId xmlns:a16="http://schemas.microsoft.com/office/drawing/2014/main" id="{884BAC06-6309-44D1-AC59-9D5810910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3255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3" name="Oval 729">
                <a:extLst>
                  <a:ext uri="{FF2B5EF4-FFF2-40B4-BE49-F238E27FC236}">
                    <a16:creationId xmlns:a16="http://schemas.microsoft.com/office/drawing/2014/main" id="{506EB6FB-4D29-459D-966E-131809E98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2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4" name="Oval 730">
                <a:extLst>
                  <a:ext uri="{FF2B5EF4-FFF2-40B4-BE49-F238E27FC236}">
                    <a16:creationId xmlns:a16="http://schemas.microsoft.com/office/drawing/2014/main" id="{F1054F92-E46E-407D-96E6-D6CDC6CF2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" y="3125"/>
                <a:ext cx="45" cy="4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5" name="Oval 731">
                <a:extLst>
                  <a:ext uri="{FF2B5EF4-FFF2-40B4-BE49-F238E27FC236}">
                    <a16:creationId xmlns:a16="http://schemas.microsoft.com/office/drawing/2014/main" id="{546897AD-3A5B-4FEA-BF5C-7228597F2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4" y="3128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6" name="Oval 732">
                <a:extLst>
                  <a:ext uri="{FF2B5EF4-FFF2-40B4-BE49-F238E27FC236}">
                    <a16:creationId xmlns:a16="http://schemas.microsoft.com/office/drawing/2014/main" id="{1DEF3A8B-5906-4BE5-8B40-D7273FB33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128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7" name="Rectangle 733">
                <a:extLst>
                  <a:ext uri="{FF2B5EF4-FFF2-40B4-BE49-F238E27FC236}">
                    <a16:creationId xmlns:a16="http://schemas.microsoft.com/office/drawing/2014/main" id="{E5F779E4-A6CA-433D-8907-35BC4D999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8" y="2407"/>
                <a:ext cx="10" cy="1539"/>
              </a:xfrm>
              <a:prstGeom prst="rect">
                <a:avLst/>
              </a:pr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8" name="Freeform 734">
                <a:extLst>
                  <a:ext uri="{FF2B5EF4-FFF2-40B4-BE49-F238E27FC236}">
                    <a16:creationId xmlns:a16="http://schemas.microsoft.com/office/drawing/2014/main" id="{EC2E648D-1751-4D82-9C5D-18138F4D4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407"/>
                <a:ext cx="10" cy="1539"/>
              </a:xfrm>
              <a:custGeom>
                <a:avLst/>
                <a:gdLst>
                  <a:gd name="T0" fmla="*/ 0 w 10"/>
                  <a:gd name="T1" fmla="*/ 0 h 1539"/>
                  <a:gd name="T2" fmla="*/ 0 w 10"/>
                  <a:gd name="T3" fmla="*/ 1539 h 1539"/>
                  <a:gd name="T4" fmla="*/ 10 w 10"/>
                  <a:gd name="T5" fmla="*/ 1539 h 1539"/>
                  <a:gd name="T6" fmla="*/ 10 w 10"/>
                  <a:gd name="T7" fmla="*/ 0 h 15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39">
                    <a:moveTo>
                      <a:pt x="0" y="0"/>
                    </a:moveTo>
                    <a:lnTo>
                      <a:pt x="0" y="1539"/>
                    </a:lnTo>
                    <a:lnTo>
                      <a:pt x="10" y="1539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9" name="Freeform 735">
                <a:extLst>
                  <a:ext uri="{FF2B5EF4-FFF2-40B4-BE49-F238E27FC236}">
                    <a16:creationId xmlns:a16="http://schemas.microsoft.com/office/drawing/2014/main" id="{F63C7CB1-C86F-403C-983F-81B974F14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2485"/>
                <a:ext cx="442" cy="1388"/>
              </a:xfrm>
              <a:custGeom>
                <a:avLst/>
                <a:gdLst>
                  <a:gd name="T0" fmla="*/ 2712 w 177"/>
                  <a:gd name="T1" fmla="*/ 113 h 555"/>
                  <a:gd name="T2" fmla="*/ 2028 w 177"/>
                  <a:gd name="T3" fmla="*/ 63 h 555"/>
                  <a:gd name="T4" fmla="*/ 1853 w 177"/>
                  <a:gd name="T5" fmla="*/ 313 h 555"/>
                  <a:gd name="T6" fmla="*/ 1758 w 177"/>
                  <a:gd name="T7" fmla="*/ 520 h 555"/>
                  <a:gd name="T8" fmla="*/ 1353 w 177"/>
                  <a:gd name="T9" fmla="*/ 688 h 555"/>
                  <a:gd name="T10" fmla="*/ 949 w 177"/>
                  <a:gd name="T11" fmla="*/ 1220 h 555"/>
                  <a:gd name="T12" fmla="*/ 467 w 177"/>
                  <a:gd name="T13" fmla="*/ 1833 h 555"/>
                  <a:gd name="T14" fmla="*/ 325 w 177"/>
                  <a:gd name="T15" fmla="*/ 1958 h 555"/>
                  <a:gd name="T16" fmla="*/ 405 w 177"/>
                  <a:gd name="T17" fmla="*/ 2751 h 555"/>
                  <a:gd name="T18" fmla="*/ 62 w 177"/>
                  <a:gd name="T19" fmla="*/ 3629 h 555"/>
                  <a:gd name="T20" fmla="*/ 230 w 177"/>
                  <a:gd name="T21" fmla="*/ 4159 h 555"/>
                  <a:gd name="T22" fmla="*/ 0 w 177"/>
                  <a:gd name="T23" fmla="*/ 4709 h 555"/>
                  <a:gd name="T24" fmla="*/ 387 w 177"/>
                  <a:gd name="T25" fmla="*/ 5429 h 555"/>
                  <a:gd name="T26" fmla="*/ 375 w 177"/>
                  <a:gd name="T27" fmla="*/ 6285 h 555"/>
                  <a:gd name="T28" fmla="*/ 637 w 177"/>
                  <a:gd name="T29" fmla="*/ 6522 h 555"/>
                  <a:gd name="T30" fmla="*/ 729 w 177"/>
                  <a:gd name="T31" fmla="*/ 6597 h 555"/>
                  <a:gd name="T32" fmla="*/ 687 w 177"/>
                  <a:gd name="T33" fmla="*/ 7150 h 555"/>
                  <a:gd name="T34" fmla="*/ 979 w 177"/>
                  <a:gd name="T35" fmla="*/ 7413 h 555"/>
                  <a:gd name="T36" fmla="*/ 1341 w 177"/>
                  <a:gd name="T37" fmla="*/ 7538 h 555"/>
                  <a:gd name="T38" fmla="*/ 1508 w 177"/>
                  <a:gd name="T39" fmla="*/ 7930 h 555"/>
                  <a:gd name="T40" fmla="*/ 1603 w 177"/>
                  <a:gd name="T41" fmla="*/ 8225 h 555"/>
                  <a:gd name="T42" fmla="*/ 1820 w 177"/>
                  <a:gd name="T43" fmla="*/ 8351 h 555"/>
                  <a:gd name="T44" fmla="*/ 2183 w 177"/>
                  <a:gd name="T45" fmla="*/ 8305 h 555"/>
                  <a:gd name="T46" fmla="*/ 2337 w 177"/>
                  <a:gd name="T47" fmla="*/ 8225 h 555"/>
                  <a:gd name="T48" fmla="*/ 2495 w 177"/>
                  <a:gd name="T49" fmla="*/ 8338 h 555"/>
                  <a:gd name="T50" fmla="*/ 2757 w 177"/>
                  <a:gd name="T51" fmla="*/ 8651 h 555"/>
                  <a:gd name="T52" fmla="*/ 2525 w 177"/>
                  <a:gd name="T53" fmla="*/ 8288 h 555"/>
                  <a:gd name="T54" fmla="*/ 2337 w 177"/>
                  <a:gd name="T55" fmla="*/ 8163 h 555"/>
                  <a:gd name="T56" fmla="*/ 1995 w 177"/>
                  <a:gd name="T57" fmla="*/ 8275 h 555"/>
                  <a:gd name="T58" fmla="*/ 1683 w 177"/>
                  <a:gd name="T59" fmla="*/ 8255 h 555"/>
                  <a:gd name="T60" fmla="*/ 1633 w 177"/>
                  <a:gd name="T61" fmla="*/ 8130 h 555"/>
                  <a:gd name="T62" fmla="*/ 1528 w 177"/>
                  <a:gd name="T63" fmla="*/ 7725 h 555"/>
                  <a:gd name="T64" fmla="*/ 1279 w 177"/>
                  <a:gd name="T65" fmla="*/ 7443 h 555"/>
                  <a:gd name="T66" fmla="*/ 854 w 177"/>
                  <a:gd name="T67" fmla="*/ 7305 h 555"/>
                  <a:gd name="T68" fmla="*/ 779 w 177"/>
                  <a:gd name="T69" fmla="*/ 6930 h 555"/>
                  <a:gd name="T70" fmla="*/ 762 w 177"/>
                  <a:gd name="T71" fmla="*/ 6522 h 555"/>
                  <a:gd name="T72" fmla="*/ 467 w 177"/>
                  <a:gd name="T73" fmla="*/ 6367 h 555"/>
                  <a:gd name="T74" fmla="*/ 437 w 177"/>
                  <a:gd name="T75" fmla="*/ 5930 h 555"/>
                  <a:gd name="T76" fmla="*/ 387 w 177"/>
                  <a:gd name="T77" fmla="*/ 5254 h 555"/>
                  <a:gd name="T78" fmla="*/ 105 w 177"/>
                  <a:gd name="T79" fmla="*/ 4567 h 555"/>
                  <a:gd name="T80" fmla="*/ 230 w 177"/>
                  <a:gd name="T81" fmla="*/ 3971 h 555"/>
                  <a:gd name="T82" fmla="*/ 342 w 177"/>
                  <a:gd name="T83" fmla="*/ 3096 h 555"/>
                  <a:gd name="T84" fmla="*/ 387 w 177"/>
                  <a:gd name="T85" fmla="*/ 2051 h 555"/>
                  <a:gd name="T86" fmla="*/ 499 w 177"/>
                  <a:gd name="T87" fmla="*/ 1876 h 555"/>
                  <a:gd name="T88" fmla="*/ 966 w 177"/>
                  <a:gd name="T89" fmla="*/ 1533 h 555"/>
                  <a:gd name="T90" fmla="*/ 1383 w 177"/>
                  <a:gd name="T91" fmla="*/ 750 h 555"/>
                  <a:gd name="T92" fmla="*/ 1758 w 177"/>
                  <a:gd name="T93" fmla="*/ 583 h 555"/>
                  <a:gd name="T94" fmla="*/ 1903 w 177"/>
                  <a:gd name="T95" fmla="*/ 345 h 555"/>
                  <a:gd name="T96" fmla="*/ 2070 w 177"/>
                  <a:gd name="T97" fmla="*/ 113 h 555"/>
                  <a:gd name="T98" fmla="*/ 2744 w 177"/>
                  <a:gd name="T99" fmla="*/ 158 h 555"/>
                  <a:gd name="T100" fmla="*/ 2694 w 177"/>
                  <a:gd name="T101" fmla="*/ 95 h 5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77" h="555">
                    <a:moveTo>
                      <a:pt x="173" y="6"/>
                    </a:moveTo>
                    <a:cubicBezTo>
                      <a:pt x="173" y="6"/>
                      <a:pt x="173" y="6"/>
                      <a:pt x="173" y="6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7"/>
                      <a:pt x="174" y="7"/>
                      <a:pt x="174" y="7"/>
                    </a:cubicBezTo>
                    <a:cubicBezTo>
                      <a:pt x="175" y="5"/>
                      <a:pt x="175" y="5"/>
                      <a:pt x="175" y="5"/>
                    </a:cubicBezTo>
                    <a:cubicBezTo>
                      <a:pt x="168" y="2"/>
                      <a:pt x="159" y="0"/>
                      <a:pt x="149" y="0"/>
                    </a:cubicBezTo>
                    <a:cubicBezTo>
                      <a:pt x="143" y="0"/>
                      <a:pt x="136" y="1"/>
                      <a:pt x="131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31" y="4"/>
                      <a:pt x="131" y="4"/>
                      <a:pt x="131" y="4"/>
                    </a:cubicBezTo>
                    <a:cubicBezTo>
                      <a:pt x="128" y="6"/>
                      <a:pt x="125" y="8"/>
                      <a:pt x="123" y="11"/>
                    </a:cubicBezTo>
                    <a:cubicBezTo>
                      <a:pt x="122" y="14"/>
                      <a:pt x="120" y="17"/>
                      <a:pt x="119" y="20"/>
                    </a:cubicBezTo>
                    <a:cubicBezTo>
                      <a:pt x="119" y="20"/>
                      <a:pt x="119" y="20"/>
                      <a:pt x="119" y="20"/>
                    </a:cubicBezTo>
                    <a:cubicBezTo>
                      <a:pt x="118" y="22"/>
                      <a:pt x="116" y="24"/>
                      <a:pt x="114" y="27"/>
                    </a:cubicBezTo>
                    <a:cubicBezTo>
                      <a:pt x="113" y="29"/>
                      <a:pt x="111" y="32"/>
                      <a:pt x="111" y="35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13" y="33"/>
                      <a:pt x="113" y="33"/>
                      <a:pt x="113" y="33"/>
                    </a:cubicBezTo>
                    <a:cubicBezTo>
                      <a:pt x="108" y="34"/>
                      <a:pt x="104" y="36"/>
                      <a:pt x="99" y="38"/>
                    </a:cubicBezTo>
                    <a:cubicBezTo>
                      <a:pt x="95" y="40"/>
                      <a:pt x="91" y="43"/>
                      <a:pt x="87" y="44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0" y="47"/>
                      <a:pt x="76" y="50"/>
                      <a:pt x="71" y="56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65" y="62"/>
                      <a:pt x="63" y="70"/>
                      <a:pt x="61" y="78"/>
                    </a:cubicBezTo>
                    <a:cubicBezTo>
                      <a:pt x="60" y="84"/>
                      <a:pt x="60" y="91"/>
                      <a:pt x="58" y="96"/>
                    </a:cubicBezTo>
                    <a:cubicBezTo>
                      <a:pt x="58" y="98"/>
                      <a:pt x="56" y="100"/>
                      <a:pt x="54" y="101"/>
                    </a:cubicBezTo>
                    <a:cubicBezTo>
                      <a:pt x="52" y="103"/>
                      <a:pt x="50" y="104"/>
                      <a:pt x="48" y="106"/>
                    </a:cubicBezTo>
                    <a:cubicBezTo>
                      <a:pt x="42" y="110"/>
                      <a:pt x="36" y="113"/>
                      <a:pt x="30" y="117"/>
                    </a:cubicBezTo>
                    <a:cubicBezTo>
                      <a:pt x="30" y="117"/>
                      <a:pt x="30" y="117"/>
                      <a:pt x="30" y="117"/>
                    </a:cubicBezTo>
                    <a:cubicBezTo>
                      <a:pt x="30" y="117"/>
                      <a:pt x="30" y="117"/>
                      <a:pt x="30" y="117"/>
                    </a:cubicBezTo>
                    <a:cubicBezTo>
                      <a:pt x="29" y="118"/>
                      <a:pt x="27" y="119"/>
                      <a:pt x="25" y="120"/>
                    </a:cubicBezTo>
                    <a:cubicBezTo>
                      <a:pt x="23" y="121"/>
                      <a:pt x="21" y="123"/>
                      <a:pt x="21" y="125"/>
                    </a:cubicBezTo>
                    <a:cubicBezTo>
                      <a:pt x="20" y="126"/>
                      <a:pt x="20" y="127"/>
                      <a:pt x="20" y="128"/>
                    </a:cubicBezTo>
                    <a:cubicBezTo>
                      <a:pt x="20" y="129"/>
                      <a:pt x="20" y="131"/>
                      <a:pt x="21" y="132"/>
                    </a:cubicBezTo>
                    <a:cubicBezTo>
                      <a:pt x="21" y="134"/>
                      <a:pt x="21" y="135"/>
                      <a:pt x="21" y="136"/>
                    </a:cubicBezTo>
                    <a:cubicBezTo>
                      <a:pt x="22" y="149"/>
                      <a:pt x="25" y="163"/>
                      <a:pt x="26" y="176"/>
                    </a:cubicBezTo>
                    <a:cubicBezTo>
                      <a:pt x="26" y="176"/>
                      <a:pt x="26" y="177"/>
                      <a:pt x="26" y="177"/>
                    </a:cubicBezTo>
                    <a:cubicBezTo>
                      <a:pt x="26" y="184"/>
                      <a:pt x="23" y="190"/>
                      <a:pt x="19" y="196"/>
                    </a:cubicBezTo>
                    <a:cubicBezTo>
                      <a:pt x="15" y="202"/>
                      <a:pt x="10" y="208"/>
                      <a:pt x="8" y="215"/>
                    </a:cubicBezTo>
                    <a:cubicBezTo>
                      <a:pt x="6" y="220"/>
                      <a:pt x="4" y="227"/>
                      <a:pt x="4" y="232"/>
                    </a:cubicBezTo>
                    <a:cubicBezTo>
                      <a:pt x="4" y="233"/>
                      <a:pt x="4" y="234"/>
                      <a:pt x="4" y="234"/>
                    </a:cubicBezTo>
                    <a:cubicBezTo>
                      <a:pt x="5" y="241"/>
                      <a:pt x="9" y="250"/>
                      <a:pt x="11" y="255"/>
                    </a:cubicBezTo>
                    <a:cubicBezTo>
                      <a:pt x="13" y="258"/>
                      <a:pt x="14" y="260"/>
                      <a:pt x="14" y="261"/>
                    </a:cubicBezTo>
                    <a:cubicBezTo>
                      <a:pt x="15" y="263"/>
                      <a:pt x="15" y="265"/>
                      <a:pt x="15" y="266"/>
                    </a:cubicBezTo>
                    <a:cubicBezTo>
                      <a:pt x="15" y="268"/>
                      <a:pt x="15" y="269"/>
                      <a:pt x="14" y="271"/>
                    </a:cubicBezTo>
                    <a:cubicBezTo>
                      <a:pt x="11" y="277"/>
                      <a:pt x="7" y="283"/>
                      <a:pt x="4" y="290"/>
                    </a:cubicBezTo>
                    <a:cubicBezTo>
                      <a:pt x="3" y="292"/>
                      <a:pt x="2" y="294"/>
                      <a:pt x="1" y="295"/>
                    </a:cubicBezTo>
                    <a:cubicBezTo>
                      <a:pt x="0" y="297"/>
                      <a:pt x="0" y="299"/>
                      <a:pt x="0" y="301"/>
                    </a:cubicBezTo>
                    <a:cubicBezTo>
                      <a:pt x="0" y="303"/>
                      <a:pt x="0" y="305"/>
                      <a:pt x="1" y="307"/>
                    </a:cubicBezTo>
                    <a:cubicBezTo>
                      <a:pt x="7" y="319"/>
                      <a:pt x="14" y="329"/>
                      <a:pt x="22" y="339"/>
                    </a:cubicBezTo>
                    <a:cubicBezTo>
                      <a:pt x="23" y="340"/>
                      <a:pt x="24" y="341"/>
                      <a:pt x="24" y="343"/>
                    </a:cubicBezTo>
                    <a:cubicBezTo>
                      <a:pt x="25" y="344"/>
                      <a:pt x="25" y="345"/>
                      <a:pt x="25" y="347"/>
                    </a:cubicBezTo>
                    <a:cubicBezTo>
                      <a:pt x="25" y="347"/>
                      <a:pt x="25" y="348"/>
                      <a:pt x="25" y="349"/>
                    </a:cubicBezTo>
                    <a:cubicBezTo>
                      <a:pt x="25" y="359"/>
                      <a:pt x="24" y="369"/>
                      <a:pt x="24" y="379"/>
                    </a:cubicBezTo>
                    <a:cubicBezTo>
                      <a:pt x="24" y="384"/>
                      <a:pt x="24" y="389"/>
                      <a:pt x="24" y="395"/>
                    </a:cubicBezTo>
                    <a:cubicBezTo>
                      <a:pt x="24" y="397"/>
                      <a:pt x="24" y="400"/>
                      <a:pt x="24" y="402"/>
                    </a:cubicBezTo>
                    <a:cubicBezTo>
                      <a:pt x="24" y="404"/>
                      <a:pt x="25" y="406"/>
                      <a:pt x="25" y="407"/>
                    </a:cubicBezTo>
                    <a:cubicBezTo>
                      <a:pt x="26" y="409"/>
                      <a:pt x="27" y="410"/>
                      <a:pt x="29" y="411"/>
                    </a:cubicBezTo>
                    <a:cubicBezTo>
                      <a:pt x="31" y="412"/>
                      <a:pt x="32" y="413"/>
                      <a:pt x="35" y="414"/>
                    </a:cubicBezTo>
                    <a:cubicBezTo>
                      <a:pt x="37" y="415"/>
                      <a:pt x="39" y="416"/>
                      <a:pt x="41" y="417"/>
                    </a:cubicBezTo>
                    <a:cubicBezTo>
                      <a:pt x="43" y="418"/>
                      <a:pt x="45" y="419"/>
                      <a:pt x="46" y="420"/>
                    </a:cubicBezTo>
                    <a:cubicBezTo>
                      <a:pt x="46" y="420"/>
                      <a:pt x="46" y="420"/>
                      <a:pt x="46" y="420"/>
                    </a:cubicBezTo>
                    <a:cubicBezTo>
                      <a:pt x="46" y="420"/>
                      <a:pt x="46" y="420"/>
                      <a:pt x="46" y="420"/>
                    </a:cubicBezTo>
                    <a:cubicBezTo>
                      <a:pt x="47" y="421"/>
                      <a:pt x="47" y="421"/>
                      <a:pt x="47" y="422"/>
                    </a:cubicBezTo>
                    <a:cubicBezTo>
                      <a:pt x="47" y="422"/>
                      <a:pt x="48" y="423"/>
                      <a:pt x="48" y="423"/>
                    </a:cubicBezTo>
                    <a:cubicBezTo>
                      <a:pt x="48" y="425"/>
                      <a:pt x="47" y="426"/>
                      <a:pt x="47" y="429"/>
                    </a:cubicBezTo>
                    <a:cubicBezTo>
                      <a:pt x="46" y="434"/>
                      <a:pt x="46" y="438"/>
                      <a:pt x="46" y="443"/>
                    </a:cubicBezTo>
                    <a:cubicBezTo>
                      <a:pt x="45" y="446"/>
                      <a:pt x="44" y="452"/>
                      <a:pt x="44" y="457"/>
                    </a:cubicBezTo>
                    <a:cubicBezTo>
                      <a:pt x="44" y="459"/>
                      <a:pt x="45" y="462"/>
                      <a:pt x="45" y="464"/>
                    </a:cubicBezTo>
                    <a:cubicBezTo>
                      <a:pt x="46" y="466"/>
                      <a:pt x="47" y="467"/>
                      <a:pt x="49" y="468"/>
                    </a:cubicBezTo>
                    <a:cubicBezTo>
                      <a:pt x="51" y="470"/>
                      <a:pt x="53" y="471"/>
                      <a:pt x="56" y="472"/>
                    </a:cubicBezTo>
                    <a:cubicBezTo>
                      <a:pt x="59" y="473"/>
                      <a:pt x="61" y="474"/>
                      <a:pt x="63" y="474"/>
                    </a:cubicBezTo>
                    <a:cubicBezTo>
                      <a:pt x="63" y="474"/>
                      <a:pt x="63" y="474"/>
                      <a:pt x="63" y="474"/>
                    </a:cubicBezTo>
                    <a:cubicBezTo>
                      <a:pt x="69" y="477"/>
                      <a:pt x="75" y="478"/>
                      <a:pt x="81" y="480"/>
                    </a:cubicBezTo>
                    <a:cubicBezTo>
                      <a:pt x="81" y="480"/>
                      <a:pt x="81" y="480"/>
                      <a:pt x="81" y="480"/>
                    </a:cubicBezTo>
                    <a:cubicBezTo>
                      <a:pt x="82" y="481"/>
                      <a:pt x="84" y="481"/>
                      <a:pt x="86" y="482"/>
                    </a:cubicBezTo>
                    <a:cubicBezTo>
                      <a:pt x="88" y="483"/>
                      <a:pt x="89" y="483"/>
                      <a:pt x="90" y="485"/>
                    </a:cubicBezTo>
                    <a:cubicBezTo>
                      <a:pt x="90" y="485"/>
                      <a:pt x="90" y="485"/>
                      <a:pt x="90" y="485"/>
                    </a:cubicBezTo>
                    <a:cubicBezTo>
                      <a:pt x="92" y="487"/>
                      <a:pt x="93" y="491"/>
                      <a:pt x="94" y="495"/>
                    </a:cubicBezTo>
                    <a:cubicBezTo>
                      <a:pt x="95" y="499"/>
                      <a:pt x="96" y="503"/>
                      <a:pt x="97" y="507"/>
                    </a:cubicBezTo>
                    <a:cubicBezTo>
                      <a:pt x="98" y="512"/>
                      <a:pt x="100" y="516"/>
                      <a:pt x="101" y="521"/>
                    </a:cubicBezTo>
                    <a:cubicBezTo>
                      <a:pt x="101" y="521"/>
                      <a:pt x="101" y="521"/>
                      <a:pt x="101" y="521"/>
                    </a:cubicBezTo>
                    <a:cubicBezTo>
                      <a:pt x="101" y="521"/>
                      <a:pt x="101" y="521"/>
                      <a:pt x="101" y="521"/>
                    </a:cubicBezTo>
                    <a:cubicBezTo>
                      <a:pt x="102" y="522"/>
                      <a:pt x="102" y="524"/>
                      <a:pt x="103" y="526"/>
                    </a:cubicBezTo>
                    <a:cubicBezTo>
                      <a:pt x="103" y="528"/>
                      <a:pt x="104" y="530"/>
                      <a:pt x="106" y="531"/>
                    </a:cubicBezTo>
                    <a:cubicBezTo>
                      <a:pt x="106" y="531"/>
                      <a:pt x="106" y="531"/>
                      <a:pt x="106" y="531"/>
                    </a:cubicBezTo>
                    <a:cubicBezTo>
                      <a:pt x="107" y="532"/>
                      <a:pt x="109" y="533"/>
                      <a:pt x="111" y="533"/>
                    </a:cubicBezTo>
                    <a:cubicBezTo>
                      <a:pt x="113" y="534"/>
                      <a:pt x="115" y="534"/>
                      <a:pt x="117" y="534"/>
                    </a:cubicBezTo>
                    <a:cubicBezTo>
                      <a:pt x="121" y="534"/>
                      <a:pt x="126" y="533"/>
                      <a:pt x="128" y="533"/>
                    </a:cubicBezTo>
                    <a:cubicBezTo>
                      <a:pt x="129" y="533"/>
                      <a:pt x="129" y="533"/>
                      <a:pt x="129" y="533"/>
                    </a:cubicBezTo>
                    <a:cubicBezTo>
                      <a:pt x="128" y="533"/>
                      <a:pt x="128" y="533"/>
                      <a:pt x="128" y="533"/>
                    </a:cubicBezTo>
                    <a:cubicBezTo>
                      <a:pt x="130" y="532"/>
                      <a:pt x="135" y="532"/>
                      <a:pt x="140" y="531"/>
                    </a:cubicBezTo>
                    <a:cubicBezTo>
                      <a:pt x="143" y="530"/>
                      <a:pt x="145" y="529"/>
                      <a:pt x="147" y="529"/>
                    </a:cubicBezTo>
                    <a:cubicBezTo>
                      <a:pt x="149" y="528"/>
                      <a:pt x="151" y="527"/>
                      <a:pt x="152" y="526"/>
                    </a:cubicBezTo>
                    <a:cubicBezTo>
                      <a:pt x="150" y="524"/>
                      <a:pt x="150" y="524"/>
                      <a:pt x="150" y="524"/>
                    </a:cubicBezTo>
                    <a:cubicBezTo>
                      <a:pt x="150" y="526"/>
                      <a:pt x="150" y="526"/>
                      <a:pt x="150" y="526"/>
                    </a:cubicBezTo>
                    <a:cubicBezTo>
                      <a:pt x="152" y="526"/>
                      <a:pt x="153" y="526"/>
                      <a:pt x="155" y="526"/>
                    </a:cubicBezTo>
                    <a:cubicBezTo>
                      <a:pt x="154" y="524"/>
                      <a:pt x="154" y="524"/>
                      <a:pt x="154" y="524"/>
                    </a:cubicBezTo>
                    <a:cubicBezTo>
                      <a:pt x="152" y="525"/>
                      <a:pt x="152" y="525"/>
                      <a:pt x="152" y="525"/>
                    </a:cubicBezTo>
                    <a:cubicBezTo>
                      <a:pt x="154" y="528"/>
                      <a:pt x="157" y="531"/>
                      <a:pt x="160" y="533"/>
                    </a:cubicBezTo>
                    <a:cubicBezTo>
                      <a:pt x="163" y="535"/>
                      <a:pt x="165" y="538"/>
                      <a:pt x="166" y="540"/>
                    </a:cubicBezTo>
                    <a:cubicBezTo>
                      <a:pt x="166" y="540"/>
                      <a:pt x="166" y="540"/>
                      <a:pt x="166" y="540"/>
                    </a:cubicBezTo>
                    <a:cubicBezTo>
                      <a:pt x="169" y="545"/>
                      <a:pt x="172" y="551"/>
                      <a:pt x="173" y="555"/>
                    </a:cubicBezTo>
                    <a:cubicBezTo>
                      <a:pt x="177" y="553"/>
                      <a:pt x="177" y="553"/>
                      <a:pt x="177" y="553"/>
                    </a:cubicBezTo>
                    <a:cubicBezTo>
                      <a:pt x="175" y="549"/>
                      <a:pt x="172" y="543"/>
                      <a:pt x="170" y="539"/>
                    </a:cubicBezTo>
                    <a:cubicBezTo>
                      <a:pt x="170" y="538"/>
                      <a:pt x="170" y="538"/>
                      <a:pt x="170" y="538"/>
                    </a:cubicBezTo>
                    <a:cubicBezTo>
                      <a:pt x="170" y="539"/>
                      <a:pt x="170" y="539"/>
                      <a:pt x="170" y="539"/>
                    </a:cubicBezTo>
                    <a:cubicBezTo>
                      <a:pt x="168" y="535"/>
                      <a:pt x="165" y="532"/>
                      <a:pt x="162" y="530"/>
                    </a:cubicBezTo>
                    <a:cubicBezTo>
                      <a:pt x="160" y="528"/>
                      <a:pt x="157" y="526"/>
                      <a:pt x="156" y="523"/>
                    </a:cubicBezTo>
                    <a:cubicBezTo>
                      <a:pt x="156" y="522"/>
                      <a:pt x="156" y="522"/>
                      <a:pt x="156" y="522"/>
                    </a:cubicBezTo>
                    <a:cubicBezTo>
                      <a:pt x="154" y="522"/>
                      <a:pt x="154" y="522"/>
                      <a:pt x="154" y="522"/>
                    </a:cubicBezTo>
                    <a:cubicBezTo>
                      <a:pt x="153" y="522"/>
                      <a:pt x="152" y="522"/>
                      <a:pt x="150" y="522"/>
                    </a:cubicBezTo>
                    <a:cubicBezTo>
                      <a:pt x="149" y="523"/>
                      <a:pt x="149" y="523"/>
                      <a:pt x="149" y="523"/>
                    </a:cubicBezTo>
                    <a:cubicBezTo>
                      <a:pt x="149" y="523"/>
                      <a:pt x="149" y="523"/>
                      <a:pt x="149" y="523"/>
                    </a:cubicBezTo>
                    <a:cubicBezTo>
                      <a:pt x="149" y="524"/>
                      <a:pt x="147" y="524"/>
                      <a:pt x="146" y="525"/>
                    </a:cubicBezTo>
                    <a:cubicBezTo>
                      <a:pt x="140" y="527"/>
                      <a:pt x="131" y="528"/>
                      <a:pt x="128" y="529"/>
                    </a:cubicBezTo>
                    <a:cubicBezTo>
                      <a:pt x="128" y="529"/>
                      <a:pt x="128" y="529"/>
                      <a:pt x="128" y="529"/>
                    </a:cubicBezTo>
                    <a:cubicBezTo>
                      <a:pt x="125" y="529"/>
                      <a:pt x="121" y="530"/>
                      <a:pt x="117" y="530"/>
                    </a:cubicBezTo>
                    <a:cubicBezTo>
                      <a:pt x="115" y="530"/>
                      <a:pt x="113" y="530"/>
                      <a:pt x="112" y="529"/>
                    </a:cubicBezTo>
                    <a:cubicBezTo>
                      <a:pt x="110" y="529"/>
                      <a:pt x="109" y="528"/>
                      <a:pt x="108" y="528"/>
                    </a:cubicBezTo>
                    <a:cubicBezTo>
                      <a:pt x="108" y="528"/>
                      <a:pt x="108" y="528"/>
                      <a:pt x="108" y="528"/>
                    </a:cubicBezTo>
                    <a:cubicBezTo>
                      <a:pt x="108" y="528"/>
                      <a:pt x="108" y="528"/>
                      <a:pt x="108" y="528"/>
                    </a:cubicBezTo>
                    <a:cubicBezTo>
                      <a:pt x="108" y="527"/>
                      <a:pt x="107" y="526"/>
                      <a:pt x="107" y="525"/>
                    </a:cubicBezTo>
                    <a:cubicBezTo>
                      <a:pt x="106" y="523"/>
                      <a:pt x="106" y="521"/>
                      <a:pt x="105" y="520"/>
                    </a:cubicBezTo>
                    <a:cubicBezTo>
                      <a:pt x="105" y="520"/>
                      <a:pt x="105" y="520"/>
                      <a:pt x="105" y="520"/>
                    </a:cubicBezTo>
                    <a:cubicBezTo>
                      <a:pt x="105" y="520"/>
                      <a:pt x="105" y="520"/>
                      <a:pt x="105" y="520"/>
                    </a:cubicBezTo>
                    <a:cubicBezTo>
                      <a:pt x="104" y="515"/>
                      <a:pt x="102" y="510"/>
                      <a:pt x="101" y="505"/>
                    </a:cubicBezTo>
                    <a:cubicBezTo>
                      <a:pt x="100" y="502"/>
                      <a:pt x="99" y="498"/>
                      <a:pt x="98" y="494"/>
                    </a:cubicBezTo>
                    <a:cubicBezTo>
                      <a:pt x="97" y="489"/>
                      <a:pt x="96" y="485"/>
                      <a:pt x="93" y="482"/>
                    </a:cubicBezTo>
                    <a:cubicBezTo>
                      <a:pt x="93" y="482"/>
                      <a:pt x="93" y="482"/>
                      <a:pt x="93" y="482"/>
                    </a:cubicBezTo>
                    <a:cubicBezTo>
                      <a:pt x="92" y="480"/>
                      <a:pt x="90" y="479"/>
                      <a:pt x="88" y="478"/>
                    </a:cubicBezTo>
                    <a:cubicBezTo>
                      <a:pt x="86" y="477"/>
                      <a:pt x="84" y="477"/>
                      <a:pt x="82" y="476"/>
                    </a:cubicBezTo>
                    <a:cubicBezTo>
                      <a:pt x="82" y="476"/>
                      <a:pt x="82" y="476"/>
                      <a:pt x="82" y="476"/>
                    </a:cubicBezTo>
                    <a:cubicBezTo>
                      <a:pt x="76" y="474"/>
                      <a:pt x="70" y="473"/>
                      <a:pt x="64" y="471"/>
                    </a:cubicBezTo>
                    <a:cubicBezTo>
                      <a:pt x="64" y="471"/>
                      <a:pt x="64" y="471"/>
                      <a:pt x="64" y="471"/>
                    </a:cubicBezTo>
                    <a:cubicBezTo>
                      <a:pt x="62" y="470"/>
                      <a:pt x="58" y="469"/>
                      <a:pt x="55" y="467"/>
                    </a:cubicBezTo>
                    <a:cubicBezTo>
                      <a:pt x="53" y="466"/>
                      <a:pt x="52" y="466"/>
                      <a:pt x="51" y="465"/>
                    </a:cubicBezTo>
                    <a:cubicBezTo>
                      <a:pt x="50" y="464"/>
                      <a:pt x="49" y="463"/>
                      <a:pt x="49" y="463"/>
                    </a:cubicBezTo>
                    <a:cubicBezTo>
                      <a:pt x="49" y="461"/>
                      <a:pt x="48" y="459"/>
                      <a:pt x="48" y="457"/>
                    </a:cubicBezTo>
                    <a:cubicBezTo>
                      <a:pt x="48" y="452"/>
                      <a:pt x="49" y="447"/>
                      <a:pt x="50" y="443"/>
                    </a:cubicBezTo>
                    <a:cubicBezTo>
                      <a:pt x="50" y="439"/>
                      <a:pt x="50" y="434"/>
                      <a:pt x="51" y="429"/>
                    </a:cubicBezTo>
                    <a:cubicBezTo>
                      <a:pt x="51" y="427"/>
                      <a:pt x="52" y="425"/>
                      <a:pt x="52" y="423"/>
                    </a:cubicBezTo>
                    <a:cubicBezTo>
                      <a:pt x="52" y="422"/>
                      <a:pt x="51" y="421"/>
                      <a:pt x="51" y="420"/>
                    </a:cubicBezTo>
                    <a:cubicBezTo>
                      <a:pt x="51" y="419"/>
                      <a:pt x="50" y="418"/>
                      <a:pt x="49" y="417"/>
                    </a:cubicBezTo>
                    <a:cubicBezTo>
                      <a:pt x="49" y="417"/>
                      <a:pt x="49" y="417"/>
                      <a:pt x="49" y="417"/>
                    </a:cubicBezTo>
                    <a:cubicBezTo>
                      <a:pt x="47" y="416"/>
                      <a:pt x="45" y="414"/>
                      <a:pt x="42" y="413"/>
                    </a:cubicBezTo>
                    <a:cubicBezTo>
                      <a:pt x="40" y="412"/>
                      <a:pt x="38" y="412"/>
                      <a:pt x="36" y="411"/>
                    </a:cubicBezTo>
                    <a:cubicBezTo>
                      <a:pt x="33" y="409"/>
                      <a:pt x="31" y="408"/>
                      <a:pt x="30" y="407"/>
                    </a:cubicBezTo>
                    <a:cubicBezTo>
                      <a:pt x="30" y="407"/>
                      <a:pt x="29" y="406"/>
                      <a:pt x="29" y="405"/>
                    </a:cubicBezTo>
                    <a:cubicBezTo>
                      <a:pt x="29" y="405"/>
                      <a:pt x="28" y="403"/>
                      <a:pt x="28" y="402"/>
                    </a:cubicBezTo>
                    <a:cubicBezTo>
                      <a:pt x="28" y="399"/>
                      <a:pt x="28" y="397"/>
                      <a:pt x="28" y="395"/>
                    </a:cubicBezTo>
                    <a:cubicBezTo>
                      <a:pt x="28" y="390"/>
                      <a:pt x="28" y="384"/>
                      <a:pt x="28" y="379"/>
                    </a:cubicBezTo>
                    <a:cubicBezTo>
                      <a:pt x="28" y="369"/>
                      <a:pt x="29" y="359"/>
                      <a:pt x="29" y="349"/>
                    </a:cubicBezTo>
                    <a:cubicBezTo>
                      <a:pt x="29" y="348"/>
                      <a:pt x="29" y="347"/>
                      <a:pt x="29" y="347"/>
                    </a:cubicBezTo>
                    <a:cubicBezTo>
                      <a:pt x="29" y="345"/>
                      <a:pt x="29" y="343"/>
                      <a:pt x="28" y="341"/>
                    </a:cubicBezTo>
                    <a:cubicBezTo>
                      <a:pt x="28" y="340"/>
                      <a:pt x="27" y="338"/>
                      <a:pt x="25" y="336"/>
                    </a:cubicBezTo>
                    <a:cubicBezTo>
                      <a:pt x="17" y="327"/>
                      <a:pt x="11" y="317"/>
                      <a:pt x="5" y="305"/>
                    </a:cubicBezTo>
                    <a:cubicBezTo>
                      <a:pt x="4" y="303"/>
                      <a:pt x="4" y="302"/>
                      <a:pt x="4" y="301"/>
                    </a:cubicBezTo>
                    <a:cubicBezTo>
                      <a:pt x="4" y="299"/>
                      <a:pt x="4" y="298"/>
                      <a:pt x="5" y="297"/>
                    </a:cubicBezTo>
                    <a:cubicBezTo>
                      <a:pt x="5" y="295"/>
                      <a:pt x="6" y="294"/>
                      <a:pt x="7" y="292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19" y="270"/>
                      <a:pt x="19" y="268"/>
                      <a:pt x="19" y="266"/>
                    </a:cubicBezTo>
                    <a:cubicBezTo>
                      <a:pt x="19" y="264"/>
                      <a:pt x="19" y="262"/>
                      <a:pt x="18" y="260"/>
                    </a:cubicBezTo>
                    <a:cubicBezTo>
                      <a:pt x="17" y="258"/>
                      <a:pt x="16" y="256"/>
                      <a:pt x="15" y="254"/>
                    </a:cubicBezTo>
                    <a:cubicBezTo>
                      <a:pt x="12" y="248"/>
                      <a:pt x="9" y="240"/>
                      <a:pt x="8" y="234"/>
                    </a:cubicBezTo>
                    <a:cubicBezTo>
                      <a:pt x="8" y="233"/>
                      <a:pt x="8" y="233"/>
                      <a:pt x="8" y="232"/>
                    </a:cubicBezTo>
                    <a:cubicBezTo>
                      <a:pt x="8" y="228"/>
                      <a:pt x="10" y="221"/>
                      <a:pt x="12" y="217"/>
                    </a:cubicBezTo>
                    <a:cubicBezTo>
                      <a:pt x="14" y="211"/>
                      <a:pt x="18" y="205"/>
                      <a:pt x="22" y="198"/>
                    </a:cubicBezTo>
                    <a:cubicBezTo>
                      <a:pt x="26" y="192"/>
                      <a:pt x="30" y="185"/>
                      <a:pt x="30" y="177"/>
                    </a:cubicBezTo>
                    <a:cubicBezTo>
                      <a:pt x="30" y="177"/>
                      <a:pt x="30" y="176"/>
                      <a:pt x="30" y="175"/>
                    </a:cubicBezTo>
                    <a:cubicBezTo>
                      <a:pt x="29" y="162"/>
                      <a:pt x="26" y="149"/>
                      <a:pt x="25" y="135"/>
                    </a:cubicBezTo>
                    <a:cubicBezTo>
                      <a:pt x="25" y="134"/>
                      <a:pt x="25" y="133"/>
                      <a:pt x="25" y="131"/>
                    </a:cubicBezTo>
                    <a:cubicBezTo>
                      <a:pt x="24" y="130"/>
                      <a:pt x="24" y="129"/>
                      <a:pt x="24" y="128"/>
                    </a:cubicBezTo>
                    <a:cubicBezTo>
                      <a:pt x="24" y="127"/>
                      <a:pt x="24" y="127"/>
                      <a:pt x="24" y="126"/>
                    </a:cubicBezTo>
                    <a:cubicBezTo>
                      <a:pt x="24" y="126"/>
                      <a:pt x="26" y="124"/>
                      <a:pt x="27" y="123"/>
                    </a:cubicBezTo>
                    <a:cubicBezTo>
                      <a:pt x="29" y="122"/>
                      <a:pt x="31" y="121"/>
                      <a:pt x="32" y="120"/>
                    </a:cubicBezTo>
                    <a:cubicBezTo>
                      <a:pt x="32" y="120"/>
                      <a:pt x="32" y="120"/>
                      <a:pt x="32" y="120"/>
                    </a:cubicBezTo>
                    <a:cubicBezTo>
                      <a:pt x="38" y="117"/>
                      <a:pt x="44" y="113"/>
                      <a:pt x="50" y="109"/>
                    </a:cubicBezTo>
                    <a:cubicBezTo>
                      <a:pt x="52" y="108"/>
                      <a:pt x="55" y="106"/>
                      <a:pt x="57" y="104"/>
                    </a:cubicBezTo>
                    <a:cubicBezTo>
                      <a:pt x="59" y="102"/>
                      <a:pt x="61" y="100"/>
                      <a:pt x="62" y="98"/>
                    </a:cubicBezTo>
                    <a:cubicBezTo>
                      <a:pt x="64" y="92"/>
                      <a:pt x="64" y="84"/>
                      <a:pt x="65" y="79"/>
                    </a:cubicBezTo>
                    <a:cubicBezTo>
                      <a:pt x="67" y="71"/>
                      <a:pt x="68" y="64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9" y="53"/>
                      <a:pt x="82" y="51"/>
                      <a:pt x="89" y="48"/>
                    </a:cubicBezTo>
                    <a:cubicBezTo>
                      <a:pt x="88" y="48"/>
                      <a:pt x="88" y="48"/>
                      <a:pt x="88" y="48"/>
                    </a:cubicBezTo>
                    <a:cubicBezTo>
                      <a:pt x="89" y="48"/>
                      <a:pt x="89" y="48"/>
                      <a:pt x="89" y="48"/>
                    </a:cubicBezTo>
                    <a:cubicBezTo>
                      <a:pt x="93" y="46"/>
                      <a:pt x="97" y="44"/>
                      <a:pt x="101" y="41"/>
                    </a:cubicBezTo>
                    <a:cubicBezTo>
                      <a:pt x="105" y="39"/>
                      <a:pt x="109" y="37"/>
                      <a:pt x="113" y="37"/>
                    </a:cubicBezTo>
                    <a:cubicBezTo>
                      <a:pt x="115" y="37"/>
                      <a:pt x="115" y="37"/>
                      <a:pt x="115" y="37"/>
                    </a:cubicBezTo>
                    <a:cubicBezTo>
                      <a:pt x="115" y="36"/>
                      <a:pt x="115" y="36"/>
                      <a:pt x="115" y="36"/>
                    </a:cubicBezTo>
                    <a:cubicBezTo>
                      <a:pt x="115" y="34"/>
                      <a:pt x="116" y="31"/>
                      <a:pt x="118" y="29"/>
                    </a:cubicBezTo>
                    <a:cubicBezTo>
                      <a:pt x="119" y="26"/>
                      <a:pt x="121" y="24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4" y="19"/>
                      <a:pt x="125" y="16"/>
                      <a:pt x="127" y="13"/>
                    </a:cubicBezTo>
                    <a:cubicBezTo>
                      <a:pt x="128" y="11"/>
                      <a:pt x="130" y="9"/>
                      <a:pt x="133" y="7"/>
                    </a:cubicBezTo>
                    <a:cubicBezTo>
                      <a:pt x="133" y="7"/>
                      <a:pt x="133" y="7"/>
                      <a:pt x="133" y="7"/>
                    </a:cubicBezTo>
                    <a:cubicBezTo>
                      <a:pt x="137" y="5"/>
                      <a:pt x="143" y="4"/>
                      <a:pt x="149" y="4"/>
                    </a:cubicBezTo>
                    <a:cubicBezTo>
                      <a:pt x="158" y="4"/>
                      <a:pt x="168" y="6"/>
                      <a:pt x="174" y="9"/>
                    </a:cubicBezTo>
                    <a:cubicBezTo>
                      <a:pt x="176" y="10"/>
                      <a:pt x="176" y="10"/>
                      <a:pt x="176" y="10"/>
                    </a:cubicBezTo>
                    <a:cubicBezTo>
                      <a:pt x="176" y="7"/>
                      <a:pt x="176" y="7"/>
                      <a:pt x="176" y="7"/>
                    </a:cubicBezTo>
                    <a:cubicBezTo>
                      <a:pt x="176" y="7"/>
                      <a:pt x="177" y="6"/>
                      <a:pt x="177" y="6"/>
                    </a:cubicBezTo>
                    <a:cubicBezTo>
                      <a:pt x="176" y="5"/>
                      <a:pt x="176" y="5"/>
                      <a:pt x="176" y="5"/>
                    </a:cubicBezTo>
                    <a:lnTo>
                      <a:pt x="17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0" name="Freeform 736">
                <a:extLst>
                  <a:ext uri="{FF2B5EF4-FFF2-40B4-BE49-F238E27FC236}">
                    <a16:creationId xmlns:a16="http://schemas.microsoft.com/office/drawing/2014/main" id="{5F4BF184-4B41-4F3D-A13B-1921B9A1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450"/>
                <a:ext cx="100" cy="45"/>
              </a:xfrm>
              <a:custGeom>
                <a:avLst/>
                <a:gdLst>
                  <a:gd name="T0" fmla="*/ 113 w 40"/>
                  <a:gd name="T1" fmla="*/ 220 h 18"/>
                  <a:gd name="T2" fmla="*/ 175 w 40"/>
                  <a:gd name="T3" fmla="*/ 158 h 18"/>
                  <a:gd name="T4" fmla="*/ 313 w 40"/>
                  <a:gd name="T5" fmla="*/ 95 h 18"/>
                  <a:gd name="T6" fmla="*/ 313 w 40"/>
                  <a:gd name="T7" fmla="*/ 95 h 18"/>
                  <a:gd name="T8" fmla="*/ 583 w 40"/>
                  <a:gd name="T9" fmla="*/ 63 h 18"/>
                  <a:gd name="T10" fmla="*/ 595 w 40"/>
                  <a:gd name="T11" fmla="*/ 63 h 18"/>
                  <a:gd name="T12" fmla="*/ 613 w 40"/>
                  <a:gd name="T13" fmla="*/ 50 h 18"/>
                  <a:gd name="T14" fmla="*/ 613 w 40"/>
                  <a:gd name="T15" fmla="*/ 20 h 18"/>
                  <a:gd name="T16" fmla="*/ 595 w 40"/>
                  <a:gd name="T17" fmla="*/ 0 h 18"/>
                  <a:gd name="T18" fmla="*/ 595 w 40"/>
                  <a:gd name="T19" fmla="*/ 0 h 18"/>
                  <a:gd name="T20" fmla="*/ 595 w 40"/>
                  <a:gd name="T21" fmla="*/ 0 h 18"/>
                  <a:gd name="T22" fmla="*/ 595 w 40"/>
                  <a:gd name="T23" fmla="*/ 0 h 18"/>
                  <a:gd name="T24" fmla="*/ 613 w 40"/>
                  <a:gd name="T25" fmla="*/ 0 h 18"/>
                  <a:gd name="T26" fmla="*/ 583 w 40"/>
                  <a:gd name="T27" fmla="*/ 20 h 18"/>
                  <a:gd name="T28" fmla="*/ 550 w 40"/>
                  <a:gd name="T29" fmla="*/ 33 h 18"/>
                  <a:gd name="T30" fmla="*/ 583 w 40"/>
                  <a:gd name="T31" fmla="*/ 50 h 18"/>
                  <a:gd name="T32" fmla="*/ 583 w 40"/>
                  <a:gd name="T33" fmla="*/ 50 h 18"/>
                  <a:gd name="T34" fmla="*/ 583 w 40"/>
                  <a:gd name="T35" fmla="*/ 33 h 18"/>
                  <a:gd name="T36" fmla="*/ 583 w 40"/>
                  <a:gd name="T37" fmla="*/ 33 h 18"/>
                  <a:gd name="T38" fmla="*/ 583 w 40"/>
                  <a:gd name="T39" fmla="*/ 50 h 18"/>
                  <a:gd name="T40" fmla="*/ 563 w 40"/>
                  <a:gd name="T41" fmla="*/ 50 h 18"/>
                  <a:gd name="T42" fmla="*/ 563 w 40"/>
                  <a:gd name="T43" fmla="*/ 33 h 18"/>
                  <a:gd name="T44" fmla="*/ 595 w 40"/>
                  <a:gd name="T45" fmla="*/ 33 h 18"/>
                  <a:gd name="T46" fmla="*/ 595 w 40"/>
                  <a:gd name="T47" fmla="*/ 33 h 18"/>
                  <a:gd name="T48" fmla="*/ 563 w 40"/>
                  <a:gd name="T49" fmla="*/ 33 h 18"/>
                  <a:gd name="T50" fmla="*/ 563 w 40"/>
                  <a:gd name="T51" fmla="*/ 0 h 18"/>
                  <a:gd name="T52" fmla="*/ 583 w 40"/>
                  <a:gd name="T53" fmla="*/ 0 h 18"/>
                  <a:gd name="T54" fmla="*/ 583 w 40"/>
                  <a:gd name="T55" fmla="*/ 33 h 18"/>
                  <a:gd name="T56" fmla="*/ 583 w 40"/>
                  <a:gd name="T57" fmla="*/ 20 h 18"/>
                  <a:gd name="T58" fmla="*/ 583 w 40"/>
                  <a:gd name="T59" fmla="*/ 0 h 18"/>
                  <a:gd name="T60" fmla="*/ 583 w 40"/>
                  <a:gd name="T61" fmla="*/ 0 h 18"/>
                  <a:gd name="T62" fmla="*/ 583 w 40"/>
                  <a:gd name="T63" fmla="*/ 0 h 18"/>
                  <a:gd name="T64" fmla="*/ 300 w 40"/>
                  <a:gd name="T65" fmla="*/ 33 h 18"/>
                  <a:gd name="T66" fmla="*/ 300 w 40"/>
                  <a:gd name="T67" fmla="*/ 33 h 18"/>
                  <a:gd name="T68" fmla="*/ 145 w 40"/>
                  <a:gd name="T69" fmla="*/ 113 h 18"/>
                  <a:gd name="T70" fmla="*/ 0 w 40"/>
                  <a:gd name="T71" fmla="*/ 238 h 1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0" h="18">
                    <a:moveTo>
                      <a:pt x="1" y="18"/>
                    </a:moveTo>
                    <a:cubicBezTo>
                      <a:pt x="3" y="18"/>
                      <a:pt x="5" y="16"/>
                      <a:pt x="7" y="14"/>
                    </a:cubicBezTo>
                    <a:cubicBezTo>
                      <a:pt x="8" y="13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4" y="9"/>
                      <a:pt x="17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4" y="4"/>
                      <a:pt x="28" y="4"/>
                      <a:pt x="33" y="4"/>
                    </a:cubicBezTo>
                    <a:cubicBezTo>
                      <a:pt x="34" y="4"/>
                      <a:pt x="36" y="4"/>
                      <a:pt x="37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40" y="2"/>
                      <a:pt x="40" y="2"/>
                    </a:cubicBezTo>
                    <a:cubicBezTo>
                      <a:pt x="40" y="1"/>
                      <a:pt x="39" y="1"/>
                      <a:pt x="39" y="1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3"/>
                      <a:pt x="36" y="3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1"/>
                      <a:pt x="36" y="1"/>
                      <a:pt x="36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4" y="0"/>
                      <a:pt x="33" y="0"/>
                    </a:cubicBezTo>
                    <a:cubicBezTo>
                      <a:pt x="28" y="0"/>
                      <a:pt x="23" y="0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5" y="3"/>
                      <a:pt x="12" y="5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8"/>
                      <a:pt x="5" y="10"/>
                      <a:pt x="4" y="11"/>
                    </a:cubicBezTo>
                    <a:cubicBezTo>
                      <a:pt x="2" y="13"/>
                      <a:pt x="1" y="14"/>
                      <a:pt x="0" y="15"/>
                    </a:cubicBez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1" name="Freeform 737">
                <a:extLst>
                  <a:ext uri="{FF2B5EF4-FFF2-40B4-BE49-F238E27FC236}">
                    <a16:creationId xmlns:a16="http://schemas.microsoft.com/office/drawing/2014/main" id="{4A865D3C-4CBC-4643-9E8D-CD209B92A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503"/>
                <a:ext cx="455" cy="1383"/>
              </a:xfrm>
              <a:custGeom>
                <a:avLst/>
                <a:gdLst>
                  <a:gd name="T0" fmla="*/ 1800 w 182"/>
                  <a:gd name="T1" fmla="*/ 50 h 553"/>
                  <a:gd name="T2" fmla="*/ 1220 w 182"/>
                  <a:gd name="T3" fmla="*/ 738 h 553"/>
                  <a:gd name="T4" fmla="*/ 675 w 182"/>
                  <a:gd name="T5" fmla="*/ 1220 h 553"/>
                  <a:gd name="T6" fmla="*/ 470 w 182"/>
                  <a:gd name="T7" fmla="*/ 1708 h 553"/>
                  <a:gd name="T8" fmla="*/ 395 w 182"/>
                  <a:gd name="T9" fmla="*/ 1938 h 553"/>
                  <a:gd name="T10" fmla="*/ 188 w 182"/>
                  <a:gd name="T11" fmla="*/ 2126 h 553"/>
                  <a:gd name="T12" fmla="*/ 125 w 182"/>
                  <a:gd name="T13" fmla="*/ 2626 h 553"/>
                  <a:gd name="T14" fmla="*/ 175 w 182"/>
                  <a:gd name="T15" fmla="*/ 3426 h 553"/>
                  <a:gd name="T16" fmla="*/ 0 w 182"/>
                  <a:gd name="T17" fmla="*/ 3991 h 553"/>
                  <a:gd name="T18" fmla="*/ 113 w 182"/>
                  <a:gd name="T19" fmla="*/ 4584 h 553"/>
                  <a:gd name="T20" fmla="*/ 20 w 182"/>
                  <a:gd name="T21" fmla="*/ 5147 h 553"/>
                  <a:gd name="T22" fmla="*/ 63 w 182"/>
                  <a:gd name="T23" fmla="*/ 5409 h 553"/>
                  <a:gd name="T24" fmla="*/ 395 w 182"/>
                  <a:gd name="T25" fmla="*/ 5992 h 553"/>
                  <a:gd name="T26" fmla="*/ 550 w 182"/>
                  <a:gd name="T27" fmla="*/ 6272 h 553"/>
                  <a:gd name="T28" fmla="*/ 520 w 182"/>
                  <a:gd name="T29" fmla="*/ 6647 h 553"/>
                  <a:gd name="T30" fmla="*/ 550 w 182"/>
                  <a:gd name="T31" fmla="*/ 6867 h 553"/>
                  <a:gd name="T32" fmla="*/ 833 w 182"/>
                  <a:gd name="T33" fmla="*/ 7150 h 553"/>
                  <a:gd name="T34" fmla="*/ 908 w 182"/>
                  <a:gd name="T35" fmla="*/ 7380 h 553"/>
                  <a:gd name="T36" fmla="*/ 1050 w 182"/>
                  <a:gd name="T37" fmla="*/ 7788 h 553"/>
                  <a:gd name="T38" fmla="*/ 1770 w 182"/>
                  <a:gd name="T39" fmla="*/ 8193 h 553"/>
                  <a:gd name="T40" fmla="*/ 1770 w 182"/>
                  <a:gd name="T41" fmla="*/ 8193 h 553"/>
                  <a:gd name="T42" fmla="*/ 1958 w 182"/>
                  <a:gd name="T43" fmla="*/ 8413 h 553"/>
                  <a:gd name="T44" fmla="*/ 2063 w 182"/>
                  <a:gd name="T45" fmla="*/ 8538 h 553"/>
                  <a:gd name="T46" fmla="*/ 2238 w 182"/>
                  <a:gd name="T47" fmla="*/ 8601 h 553"/>
                  <a:gd name="T48" fmla="*/ 2625 w 182"/>
                  <a:gd name="T49" fmla="*/ 8651 h 553"/>
                  <a:gd name="T50" fmla="*/ 2770 w 182"/>
                  <a:gd name="T51" fmla="*/ 8651 h 553"/>
                  <a:gd name="T52" fmla="*/ 2845 w 182"/>
                  <a:gd name="T53" fmla="*/ 8588 h 553"/>
                  <a:gd name="T54" fmla="*/ 2645 w 182"/>
                  <a:gd name="T55" fmla="*/ 8588 h 553"/>
                  <a:gd name="T56" fmla="*/ 2250 w 182"/>
                  <a:gd name="T57" fmla="*/ 8538 h 553"/>
                  <a:gd name="T58" fmla="*/ 2250 w 182"/>
                  <a:gd name="T59" fmla="*/ 8538 h 553"/>
                  <a:gd name="T60" fmla="*/ 2113 w 182"/>
                  <a:gd name="T61" fmla="*/ 8493 h 553"/>
                  <a:gd name="T62" fmla="*/ 2000 w 182"/>
                  <a:gd name="T63" fmla="*/ 8368 h 553"/>
                  <a:gd name="T64" fmla="*/ 1800 w 182"/>
                  <a:gd name="T65" fmla="*/ 8150 h 553"/>
                  <a:gd name="T66" fmla="*/ 1095 w 182"/>
                  <a:gd name="T67" fmla="*/ 7743 h 553"/>
                  <a:gd name="T68" fmla="*/ 970 w 182"/>
                  <a:gd name="T69" fmla="*/ 7380 h 553"/>
                  <a:gd name="T70" fmla="*/ 863 w 182"/>
                  <a:gd name="T71" fmla="*/ 7100 h 553"/>
                  <a:gd name="T72" fmla="*/ 613 w 182"/>
                  <a:gd name="T73" fmla="*/ 6835 h 553"/>
                  <a:gd name="T74" fmla="*/ 583 w 182"/>
                  <a:gd name="T75" fmla="*/ 6660 h 553"/>
                  <a:gd name="T76" fmla="*/ 613 w 182"/>
                  <a:gd name="T77" fmla="*/ 6255 h 553"/>
                  <a:gd name="T78" fmla="*/ 458 w 182"/>
                  <a:gd name="T79" fmla="*/ 5960 h 553"/>
                  <a:gd name="T80" fmla="*/ 125 w 182"/>
                  <a:gd name="T81" fmla="*/ 5379 h 553"/>
                  <a:gd name="T82" fmla="*/ 83 w 182"/>
                  <a:gd name="T83" fmla="*/ 5159 h 553"/>
                  <a:gd name="T84" fmla="*/ 175 w 182"/>
                  <a:gd name="T85" fmla="*/ 4584 h 553"/>
                  <a:gd name="T86" fmla="*/ 63 w 182"/>
                  <a:gd name="T87" fmla="*/ 3991 h 553"/>
                  <a:gd name="T88" fmla="*/ 238 w 182"/>
                  <a:gd name="T89" fmla="*/ 3426 h 553"/>
                  <a:gd name="T90" fmla="*/ 188 w 182"/>
                  <a:gd name="T91" fmla="*/ 2626 h 553"/>
                  <a:gd name="T92" fmla="*/ 250 w 182"/>
                  <a:gd name="T93" fmla="*/ 2158 h 553"/>
                  <a:gd name="T94" fmla="*/ 438 w 182"/>
                  <a:gd name="T95" fmla="*/ 1988 h 553"/>
                  <a:gd name="T96" fmla="*/ 533 w 182"/>
                  <a:gd name="T97" fmla="*/ 1721 h 553"/>
                  <a:gd name="T98" fmla="*/ 720 w 182"/>
                  <a:gd name="T99" fmla="*/ 1270 h 553"/>
                  <a:gd name="T100" fmla="*/ 1283 w 182"/>
                  <a:gd name="T101" fmla="*/ 770 h 553"/>
                  <a:gd name="T102" fmla="*/ 1813 w 182"/>
                  <a:gd name="T103" fmla="*/ 113 h 553"/>
                  <a:gd name="T104" fmla="*/ 2083 w 182"/>
                  <a:gd name="T105" fmla="*/ 0 h 55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82" h="553">
                    <a:moveTo>
                      <a:pt x="133" y="0"/>
                    </a:moveTo>
                    <a:cubicBezTo>
                      <a:pt x="128" y="1"/>
                      <a:pt x="121" y="2"/>
                      <a:pt x="115" y="3"/>
                    </a:cubicBezTo>
                    <a:cubicBezTo>
                      <a:pt x="109" y="5"/>
                      <a:pt x="103" y="7"/>
                      <a:pt x="98" y="12"/>
                    </a:cubicBezTo>
                    <a:cubicBezTo>
                      <a:pt x="89" y="22"/>
                      <a:pt x="84" y="36"/>
                      <a:pt x="78" y="47"/>
                    </a:cubicBezTo>
                    <a:cubicBezTo>
                      <a:pt x="75" y="54"/>
                      <a:pt x="70" y="59"/>
                      <a:pt x="63" y="64"/>
                    </a:cubicBezTo>
                    <a:cubicBezTo>
                      <a:pt x="57" y="68"/>
                      <a:pt x="49" y="73"/>
                      <a:pt x="43" y="78"/>
                    </a:cubicBezTo>
                    <a:cubicBezTo>
                      <a:pt x="39" y="82"/>
                      <a:pt x="36" y="87"/>
                      <a:pt x="34" y="93"/>
                    </a:cubicBezTo>
                    <a:cubicBezTo>
                      <a:pt x="32" y="98"/>
                      <a:pt x="31" y="104"/>
                      <a:pt x="30" y="109"/>
                    </a:cubicBezTo>
                    <a:cubicBezTo>
                      <a:pt x="30" y="112"/>
                      <a:pt x="29" y="115"/>
                      <a:pt x="29" y="118"/>
                    </a:cubicBezTo>
                    <a:cubicBezTo>
                      <a:pt x="28" y="120"/>
                      <a:pt x="27" y="122"/>
                      <a:pt x="25" y="124"/>
                    </a:cubicBezTo>
                    <a:cubicBezTo>
                      <a:pt x="23" y="126"/>
                      <a:pt x="21" y="127"/>
                      <a:pt x="18" y="129"/>
                    </a:cubicBezTo>
                    <a:cubicBezTo>
                      <a:pt x="16" y="131"/>
                      <a:pt x="14" y="133"/>
                      <a:pt x="12" y="136"/>
                    </a:cubicBezTo>
                    <a:cubicBezTo>
                      <a:pt x="9" y="143"/>
                      <a:pt x="9" y="151"/>
                      <a:pt x="8" y="158"/>
                    </a:cubicBezTo>
                    <a:cubicBezTo>
                      <a:pt x="8" y="161"/>
                      <a:pt x="8" y="165"/>
                      <a:pt x="8" y="168"/>
                    </a:cubicBezTo>
                    <a:cubicBezTo>
                      <a:pt x="8" y="185"/>
                      <a:pt x="11" y="202"/>
                      <a:pt x="11" y="218"/>
                    </a:cubicBezTo>
                    <a:cubicBezTo>
                      <a:pt x="11" y="219"/>
                      <a:pt x="11" y="219"/>
                      <a:pt x="11" y="219"/>
                    </a:cubicBezTo>
                    <a:cubicBezTo>
                      <a:pt x="11" y="223"/>
                      <a:pt x="11" y="226"/>
                      <a:pt x="9" y="230"/>
                    </a:cubicBezTo>
                    <a:cubicBezTo>
                      <a:pt x="6" y="237"/>
                      <a:pt x="1" y="246"/>
                      <a:pt x="0" y="255"/>
                    </a:cubicBezTo>
                    <a:cubicBezTo>
                      <a:pt x="0" y="256"/>
                      <a:pt x="0" y="257"/>
                      <a:pt x="0" y="258"/>
                    </a:cubicBezTo>
                    <a:cubicBezTo>
                      <a:pt x="0" y="271"/>
                      <a:pt x="4" y="282"/>
                      <a:pt x="7" y="293"/>
                    </a:cubicBezTo>
                    <a:cubicBezTo>
                      <a:pt x="7" y="295"/>
                      <a:pt x="7" y="297"/>
                      <a:pt x="7" y="299"/>
                    </a:cubicBezTo>
                    <a:cubicBezTo>
                      <a:pt x="7" y="308"/>
                      <a:pt x="3" y="319"/>
                      <a:pt x="1" y="329"/>
                    </a:cubicBezTo>
                    <a:cubicBezTo>
                      <a:pt x="1" y="331"/>
                      <a:pt x="1" y="332"/>
                      <a:pt x="1" y="333"/>
                    </a:cubicBezTo>
                    <a:cubicBezTo>
                      <a:pt x="1" y="338"/>
                      <a:pt x="2" y="342"/>
                      <a:pt x="4" y="346"/>
                    </a:cubicBezTo>
                    <a:cubicBezTo>
                      <a:pt x="6" y="350"/>
                      <a:pt x="8" y="354"/>
                      <a:pt x="10" y="358"/>
                    </a:cubicBezTo>
                    <a:cubicBezTo>
                      <a:pt x="14" y="367"/>
                      <a:pt x="20" y="374"/>
                      <a:pt x="25" y="383"/>
                    </a:cubicBezTo>
                    <a:cubicBezTo>
                      <a:pt x="27" y="385"/>
                      <a:pt x="29" y="389"/>
                      <a:pt x="31" y="392"/>
                    </a:cubicBezTo>
                    <a:cubicBezTo>
                      <a:pt x="33" y="395"/>
                      <a:pt x="34" y="398"/>
                      <a:pt x="35" y="401"/>
                    </a:cubicBezTo>
                    <a:cubicBezTo>
                      <a:pt x="35" y="402"/>
                      <a:pt x="35" y="404"/>
                      <a:pt x="35" y="405"/>
                    </a:cubicBezTo>
                    <a:cubicBezTo>
                      <a:pt x="35" y="412"/>
                      <a:pt x="33" y="419"/>
                      <a:pt x="33" y="425"/>
                    </a:cubicBezTo>
                    <a:cubicBezTo>
                      <a:pt x="33" y="426"/>
                      <a:pt x="33" y="427"/>
                      <a:pt x="33" y="428"/>
                    </a:cubicBezTo>
                    <a:cubicBezTo>
                      <a:pt x="33" y="432"/>
                      <a:pt x="33" y="435"/>
                      <a:pt x="35" y="439"/>
                    </a:cubicBezTo>
                    <a:cubicBezTo>
                      <a:pt x="37" y="442"/>
                      <a:pt x="39" y="445"/>
                      <a:pt x="42" y="448"/>
                    </a:cubicBezTo>
                    <a:cubicBezTo>
                      <a:pt x="45" y="452"/>
                      <a:pt x="50" y="454"/>
                      <a:pt x="53" y="457"/>
                    </a:cubicBezTo>
                    <a:cubicBezTo>
                      <a:pt x="54" y="458"/>
                      <a:pt x="55" y="461"/>
                      <a:pt x="56" y="463"/>
                    </a:cubicBezTo>
                    <a:cubicBezTo>
                      <a:pt x="57" y="466"/>
                      <a:pt x="57" y="470"/>
                      <a:pt x="58" y="472"/>
                    </a:cubicBezTo>
                    <a:cubicBezTo>
                      <a:pt x="59" y="476"/>
                      <a:pt x="59" y="481"/>
                      <a:pt x="61" y="486"/>
                    </a:cubicBezTo>
                    <a:cubicBezTo>
                      <a:pt x="62" y="491"/>
                      <a:pt x="64" y="495"/>
                      <a:pt x="67" y="498"/>
                    </a:cubicBezTo>
                    <a:cubicBezTo>
                      <a:pt x="73" y="503"/>
                      <a:pt x="82" y="507"/>
                      <a:pt x="89" y="511"/>
                    </a:cubicBezTo>
                    <a:cubicBezTo>
                      <a:pt x="97" y="515"/>
                      <a:pt x="106" y="519"/>
                      <a:pt x="113" y="524"/>
                    </a:cubicBezTo>
                    <a:cubicBezTo>
                      <a:pt x="113" y="524"/>
                      <a:pt x="113" y="524"/>
                      <a:pt x="113" y="524"/>
                    </a:cubicBezTo>
                    <a:cubicBezTo>
                      <a:pt x="113" y="524"/>
                      <a:pt x="113" y="524"/>
                      <a:pt x="113" y="524"/>
                    </a:cubicBezTo>
                    <a:cubicBezTo>
                      <a:pt x="117" y="527"/>
                      <a:pt x="121" y="533"/>
                      <a:pt x="125" y="538"/>
                    </a:cubicBezTo>
                    <a:cubicBezTo>
                      <a:pt x="125" y="538"/>
                      <a:pt x="125" y="538"/>
                      <a:pt x="125" y="538"/>
                    </a:cubicBezTo>
                    <a:cubicBezTo>
                      <a:pt x="127" y="540"/>
                      <a:pt x="129" y="544"/>
                      <a:pt x="132" y="546"/>
                    </a:cubicBezTo>
                    <a:cubicBezTo>
                      <a:pt x="132" y="546"/>
                      <a:pt x="132" y="546"/>
                      <a:pt x="132" y="546"/>
                    </a:cubicBezTo>
                    <a:cubicBezTo>
                      <a:pt x="136" y="549"/>
                      <a:pt x="140" y="549"/>
                      <a:pt x="143" y="550"/>
                    </a:cubicBezTo>
                    <a:cubicBezTo>
                      <a:pt x="143" y="550"/>
                      <a:pt x="143" y="550"/>
                      <a:pt x="143" y="550"/>
                    </a:cubicBezTo>
                    <a:cubicBezTo>
                      <a:pt x="151" y="553"/>
                      <a:pt x="161" y="552"/>
                      <a:pt x="169" y="553"/>
                    </a:cubicBezTo>
                    <a:cubicBezTo>
                      <a:pt x="168" y="553"/>
                      <a:pt x="168" y="553"/>
                      <a:pt x="168" y="553"/>
                    </a:cubicBezTo>
                    <a:cubicBezTo>
                      <a:pt x="169" y="553"/>
                      <a:pt x="169" y="553"/>
                      <a:pt x="169" y="553"/>
                    </a:cubicBezTo>
                    <a:cubicBezTo>
                      <a:pt x="171" y="553"/>
                      <a:pt x="174" y="553"/>
                      <a:pt x="177" y="553"/>
                    </a:cubicBezTo>
                    <a:cubicBezTo>
                      <a:pt x="179" y="553"/>
                      <a:pt x="181" y="553"/>
                      <a:pt x="182" y="553"/>
                    </a:cubicBezTo>
                    <a:cubicBezTo>
                      <a:pt x="182" y="549"/>
                      <a:pt x="182" y="549"/>
                      <a:pt x="182" y="549"/>
                    </a:cubicBezTo>
                    <a:cubicBezTo>
                      <a:pt x="180" y="549"/>
                      <a:pt x="179" y="549"/>
                      <a:pt x="177" y="549"/>
                    </a:cubicBezTo>
                    <a:cubicBezTo>
                      <a:pt x="174" y="549"/>
                      <a:pt x="171" y="549"/>
                      <a:pt x="169" y="549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1" y="548"/>
                      <a:pt x="151" y="548"/>
                      <a:pt x="144" y="546"/>
                    </a:cubicBezTo>
                    <a:cubicBezTo>
                      <a:pt x="144" y="546"/>
                      <a:pt x="144" y="546"/>
                      <a:pt x="144" y="546"/>
                    </a:cubicBezTo>
                    <a:cubicBezTo>
                      <a:pt x="144" y="546"/>
                      <a:pt x="144" y="546"/>
                      <a:pt x="144" y="546"/>
                    </a:cubicBezTo>
                    <a:cubicBezTo>
                      <a:pt x="140" y="545"/>
                      <a:pt x="137" y="545"/>
                      <a:pt x="135" y="543"/>
                    </a:cubicBezTo>
                    <a:cubicBezTo>
                      <a:pt x="135" y="543"/>
                      <a:pt x="135" y="543"/>
                      <a:pt x="135" y="543"/>
                    </a:cubicBezTo>
                    <a:cubicBezTo>
                      <a:pt x="133" y="541"/>
                      <a:pt x="130" y="538"/>
                      <a:pt x="128" y="535"/>
                    </a:cubicBezTo>
                    <a:cubicBezTo>
                      <a:pt x="128" y="535"/>
                      <a:pt x="128" y="535"/>
                      <a:pt x="128" y="535"/>
                    </a:cubicBezTo>
                    <a:cubicBezTo>
                      <a:pt x="125" y="531"/>
                      <a:pt x="121" y="524"/>
                      <a:pt x="115" y="521"/>
                    </a:cubicBezTo>
                    <a:cubicBezTo>
                      <a:pt x="115" y="521"/>
                      <a:pt x="115" y="521"/>
                      <a:pt x="115" y="521"/>
                    </a:cubicBezTo>
                    <a:cubicBezTo>
                      <a:pt x="107" y="516"/>
                      <a:pt x="99" y="512"/>
                      <a:pt x="91" y="507"/>
                    </a:cubicBezTo>
                    <a:cubicBezTo>
                      <a:pt x="84" y="504"/>
                      <a:pt x="75" y="500"/>
                      <a:pt x="70" y="495"/>
                    </a:cubicBezTo>
                    <a:cubicBezTo>
                      <a:pt x="68" y="493"/>
                      <a:pt x="66" y="489"/>
                      <a:pt x="65" y="485"/>
                    </a:cubicBezTo>
                    <a:cubicBezTo>
                      <a:pt x="63" y="480"/>
                      <a:pt x="63" y="475"/>
                      <a:pt x="62" y="472"/>
                    </a:cubicBezTo>
                    <a:cubicBezTo>
                      <a:pt x="61" y="469"/>
                      <a:pt x="61" y="466"/>
                      <a:pt x="60" y="462"/>
                    </a:cubicBezTo>
                    <a:cubicBezTo>
                      <a:pt x="59" y="459"/>
                      <a:pt x="58" y="456"/>
                      <a:pt x="55" y="454"/>
                    </a:cubicBezTo>
                    <a:cubicBezTo>
                      <a:pt x="52" y="450"/>
                      <a:pt x="48" y="448"/>
                      <a:pt x="45" y="445"/>
                    </a:cubicBezTo>
                    <a:cubicBezTo>
                      <a:pt x="42" y="442"/>
                      <a:pt x="40" y="440"/>
                      <a:pt x="39" y="437"/>
                    </a:cubicBezTo>
                    <a:cubicBezTo>
                      <a:pt x="37" y="434"/>
                      <a:pt x="37" y="431"/>
                      <a:pt x="37" y="428"/>
                    </a:cubicBezTo>
                    <a:cubicBezTo>
                      <a:pt x="37" y="427"/>
                      <a:pt x="37" y="426"/>
                      <a:pt x="37" y="426"/>
                    </a:cubicBezTo>
                    <a:cubicBezTo>
                      <a:pt x="37" y="420"/>
                      <a:pt x="39" y="412"/>
                      <a:pt x="39" y="405"/>
                    </a:cubicBezTo>
                    <a:cubicBezTo>
                      <a:pt x="39" y="404"/>
                      <a:pt x="39" y="402"/>
                      <a:pt x="39" y="400"/>
                    </a:cubicBezTo>
                    <a:cubicBezTo>
                      <a:pt x="38" y="397"/>
                      <a:pt x="36" y="393"/>
                      <a:pt x="34" y="390"/>
                    </a:cubicBezTo>
                    <a:cubicBezTo>
                      <a:pt x="32" y="386"/>
                      <a:pt x="30" y="383"/>
                      <a:pt x="29" y="381"/>
                    </a:cubicBezTo>
                    <a:cubicBezTo>
                      <a:pt x="24" y="372"/>
                      <a:pt x="18" y="364"/>
                      <a:pt x="13" y="356"/>
                    </a:cubicBezTo>
                    <a:cubicBezTo>
                      <a:pt x="11" y="352"/>
                      <a:pt x="9" y="348"/>
                      <a:pt x="8" y="344"/>
                    </a:cubicBezTo>
                    <a:cubicBezTo>
                      <a:pt x="6" y="341"/>
                      <a:pt x="5" y="337"/>
                      <a:pt x="5" y="333"/>
                    </a:cubicBezTo>
                    <a:cubicBezTo>
                      <a:pt x="5" y="332"/>
                      <a:pt x="5" y="331"/>
                      <a:pt x="5" y="330"/>
                    </a:cubicBezTo>
                    <a:cubicBezTo>
                      <a:pt x="7" y="321"/>
                      <a:pt x="11" y="310"/>
                      <a:pt x="11" y="299"/>
                    </a:cubicBezTo>
                    <a:cubicBezTo>
                      <a:pt x="11" y="297"/>
                      <a:pt x="11" y="295"/>
                      <a:pt x="11" y="293"/>
                    </a:cubicBezTo>
                    <a:cubicBezTo>
                      <a:pt x="8" y="281"/>
                      <a:pt x="4" y="270"/>
                      <a:pt x="4" y="258"/>
                    </a:cubicBezTo>
                    <a:cubicBezTo>
                      <a:pt x="4" y="257"/>
                      <a:pt x="4" y="256"/>
                      <a:pt x="4" y="255"/>
                    </a:cubicBezTo>
                    <a:cubicBezTo>
                      <a:pt x="5" y="247"/>
                      <a:pt x="9" y="239"/>
                      <a:pt x="13" y="231"/>
                    </a:cubicBezTo>
                    <a:cubicBezTo>
                      <a:pt x="15" y="227"/>
                      <a:pt x="15" y="224"/>
                      <a:pt x="15" y="219"/>
                    </a:cubicBezTo>
                    <a:cubicBezTo>
                      <a:pt x="15" y="219"/>
                      <a:pt x="15" y="219"/>
                      <a:pt x="15" y="218"/>
                    </a:cubicBezTo>
                    <a:cubicBezTo>
                      <a:pt x="15" y="201"/>
                      <a:pt x="12" y="185"/>
                      <a:pt x="12" y="168"/>
                    </a:cubicBezTo>
                    <a:cubicBezTo>
                      <a:pt x="12" y="165"/>
                      <a:pt x="12" y="162"/>
                      <a:pt x="12" y="158"/>
                    </a:cubicBezTo>
                    <a:cubicBezTo>
                      <a:pt x="13" y="151"/>
                      <a:pt x="13" y="143"/>
                      <a:pt x="16" y="138"/>
                    </a:cubicBezTo>
                    <a:cubicBezTo>
                      <a:pt x="17" y="135"/>
                      <a:pt x="19" y="134"/>
                      <a:pt x="21" y="132"/>
                    </a:cubicBezTo>
                    <a:cubicBezTo>
                      <a:pt x="23" y="131"/>
                      <a:pt x="26" y="129"/>
                      <a:pt x="28" y="127"/>
                    </a:cubicBezTo>
                    <a:cubicBezTo>
                      <a:pt x="30" y="124"/>
                      <a:pt x="32" y="122"/>
                      <a:pt x="32" y="119"/>
                    </a:cubicBezTo>
                    <a:cubicBezTo>
                      <a:pt x="33" y="116"/>
                      <a:pt x="34" y="113"/>
                      <a:pt x="34" y="110"/>
                    </a:cubicBezTo>
                    <a:cubicBezTo>
                      <a:pt x="35" y="105"/>
                      <a:pt x="36" y="99"/>
                      <a:pt x="38" y="94"/>
                    </a:cubicBezTo>
                    <a:cubicBezTo>
                      <a:pt x="40" y="89"/>
                      <a:pt x="42" y="84"/>
                      <a:pt x="46" y="81"/>
                    </a:cubicBezTo>
                    <a:cubicBezTo>
                      <a:pt x="51" y="76"/>
                      <a:pt x="59" y="72"/>
                      <a:pt x="65" y="67"/>
                    </a:cubicBezTo>
                    <a:cubicBezTo>
                      <a:pt x="72" y="62"/>
                      <a:pt x="78" y="57"/>
                      <a:pt x="82" y="49"/>
                    </a:cubicBezTo>
                    <a:cubicBezTo>
                      <a:pt x="87" y="37"/>
                      <a:pt x="93" y="24"/>
                      <a:pt x="101" y="15"/>
                    </a:cubicBezTo>
                    <a:cubicBezTo>
                      <a:pt x="105" y="10"/>
                      <a:pt x="110" y="8"/>
                      <a:pt x="116" y="7"/>
                    </a:cubicBezTo>
                    <a:cubicBezTo>
                      <a:pt x="122" y="6"/>
                      <a:pt x="128" y="5"/>
                      <a:pt x="134" y="4"/>
                    </a:cubicBez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2" name="Freeform 738">
                <a:extLst>
                  <a:ext uri="{FF2B5EF4-FFF2-40B4-BE49-F238E27FC236}">
                    <a16:creationId xmlns:a16="http://schemas.microsoft.com/office/drawing/2014/main" id="{340F140F-013A-4065-8D61-24A30FB5B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412"/>
                <a:ext cx="432" cy="438"/>
              </a:xfrm>
              <a:custGeom>
                <a:avLst/>
                <a:gdLst>
                  <a:gd name="T0" fmla="*/ 62 w 173"/>
                  <a:gd name="T1" fmla="*/ 2743 h 175"/>
                  <a:gd name="T2" fmla="*/ 125 w 173"/>
                  <a:gd name="T3" fmla="*/ 2225 h 175"/>
                  <a:gd name="T4" fmla="*/ 187 w 173"/>
                  <a:gd name="T5" fmla="*/ 2097 h 175"/>
                  <a:gd name="T6" fmla="*/ 325 w 173"/>
                  <a:gd name="T7" fmla="*/ 2005 h 175"/>
                  <a:gd name="T8" fmla="*/ 405 w 173"/>
                  <a:gd name="T9" fmla="*/ 1960 h 175"/>
                  <a:gd name="T10" fmla="*/ 449 w 173"/>
                  <a:gd name="T11" fmla="*/ 1880 h 175"/>
                  <a:gd name="T12" fmla="*/ 479 w 173"/>
                  <a:gd name="T13" fmla="*/ 1755 h 175"/>
                  <a:gd name="T14" fmla="*/ 749 w 173"/>
                  <a:gd name="T15" fmla="*/ 1129 h 175"/>
                  <a:gd name="T16" fmla="*/ 1029 w 173"/>
                  <a:gd name="T17" fmla="*/ 959 h 175"/>
                  <a:gd name="T18" fmla="*/ 1321 w 173"/>
                  <a:gd name="T19" fmla="*/ 801 h 175"/>
                  <a:gd name="T20" fmla="*/ 1558 w 173"/>
                  <a:gd name="T21" fmla="*/ 563 h 175"/>
                  <a:gd name="T22" fmla="*/ 1696 w 173"/>
                  <a:gd name="T23" fmla="*/ 333 h 175"/>
                  <a:gd name="T24" fmla="*/ 1883 w 173"/>
                  <a:gd name="T25" fmla="*/ 175 h 175"/>
                  <a:gd name="T26" fmla="*/ 2040 w 173"/>
                  <a:gd name="T27" fmla="*/ 158 h 175"/>
                  <a:gd name="T28" fmla="*/ 2462 w 173"/>
                  <a:gd name="T29" fmla="*/ 283 h 175"/>
                  <a:gd name="T30" fmla="*/ 2475 w 173"/>
                  <a:gd name="T31" fmla="*/ 300 h 175"/>
                  <a:gd name="T32" fmla="*/ 2495 w 173"/>
                  <a:gd name="T33" fmla="*/ 270 h 175"/>
                  <a:gd name="T34" fmla="*/ 2599 w 173"/>
                  <a:gd name="T35" fmla="*/ 145 h 175"/>
                  <a:gd name="T36" fmla="*/ 2662 w 173"/>
                  <a:gd name="T37" fmla="*/ 63 h 175"/>
                  <a:gd name="T38" fmla="*/ 2694 w 173"/>
                  <a:gd name="T39" fmla="*/ 20 h 175"/>
                  <a:gd name="T40" fmla="*/ 2632 w 173"/>
                  <a:gd name="T41" fmla="*/ 0 h 175"/>
                  <a:gd name="T42" fmla="*/ 2599 w 173"/>
                  <a:gd name="T43" fmla="*/ 33 h 175"/>
                  <a:gd name="T44" fmla="*/ 2445 w 173"/>
                  <a:gd name="T45" fmla="*/ 238 h 175"/>
                  <a:gd name="T46" fmla="*/ 2475 w 173"/>
                  <a:gd name="T47" fmla="*/ 250 h 175"/>
                  <a:gd name="T48" fmla="*/ 2495 w 173"/>
                  <a:gd name="T49" fmla="*/ 220 h 175"/>
                  <a:gd name="T50" fmla="*/ 2040 w 173"/>
                  <a:gd name="T51" fmla="*/ 95 h 175"/>
                  <a:gd name="T52" fmla="*/ 1870 w 173"/>
                  <a:gd name="T53" fmla="*/ 125 h 175"/>
                  <a:gd name="T54" fmla="*/ 1633 w 173"/>
                  <a:gd name="T55" fmla="*/ 300 h 175"/>
                  <a:gd name="T56" fmla="*/ 1496 w 173"/>
                  <a:gd name="T57" fmla="*/ 533 h 175"/>
                  <a:gd name="T58" fmla="*/ 1279 w 173"/>
                  <a:gd name="T59" fmla="*/ 751 h 175"/>
                  <a:gd name="T60" fmla="*/ 999 w 173"/>
                  <a:gd name="T61" fmla="*/ 896 h 175"/>
                  <a:gd name="T62" fmla="*/ 699 w 173"/>
                  <a:gd name="T63" fmla="*/ 1084 h 175"/>
                  <a:gd name="T64" fmla="*/ 417 w 173"/>
                  <a:gd name="T65" fmla="*/ 1742 h 175"/>
                  <a:gd name="T66" fmla="*/ 387 w 173"/>
                  <a:gd name="T67" fmla="*/ 1880 h 175"/>
                  <a:gd name="T68" fmla="*/ 355 w 173"/>
                  <a:gd name="T69" fmla="*/ 1910 h 175"/>
                  <a:gd name="T70" fmla="*/ 292 w 173"/>
                  <a:gd name="T71" fmla="*/ 1942 h 175"/>
                  <a:gd name="T72" fmla="*/ 137 w 173"/>
                  <a:gd name="T73" fmla="*/ 2055 h 175"/>
                  <a:gd name="T74" fmla="*/ 62 w 173"/>
                  <a:gd name="T75" fmla="*/ 2225 h 175"/>
                  <a:gd name="T76" fmla="*/ 0 w 173"/>
                  <a:gd name="T77" fmla="*/ 2713 h 175"/>
                  <a:gd name="T78" fmla="*/ 62 w 173"/>
                  <a:gd name="T79" fmla="*/ 2743 h 1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73" h="175">
                    <a:moveTo>
                      <a:pt x="4" y="175"/>
                    </a:moveTo>
                    <a:cubicBezTo>
                      <a:pt x="7" y="164"/>
                      <a:pt x="7" y="153"/>
                      <a:pt x="8" y="142"/>
                    </a:cubicBezTo>
                    <a:cubicBezTo>
                      <a:pt x="8" y="139"/>
                      <a:pt x="10" y="137"/>
                      <a:pt x="12" y="134"/>
                    </a:cubicBezTo>
                    <a:cubicBezTo>
                      <a:pt x="15" y="132"/>
                      <a:pt x="18" y="130"/>
                      <a:pt x="21" y="128"/>
                    </a:cubicBezTo>
                    <a:cubicBezTo>
                      <a:pt x="23" y="127"/>
                      <a:pt x="24" y="126"/>
                      <a:pt x="26" y="125"/>
                    </a:cubicBezTo>
                    <a:cubicBezTo>
                      <a:pt x="27" y="123"/>
                      <a:pt x="29" y="122"/>
                      <a:pt x="29" y="120"/>
                    </a:cubicBezTo>
                    <a:cubicBezTo>
                      <a:pt x="30" y="118"/>
                      <a:pt x="30" y="115"/>
                      <a:pt x="31" y="112"/>
                    </a:cubicBezTo>
                    <a:cubicBezTo>
                      <a:pt x="34" y="98"/>
                      <a:pt x="38" y="82"/>
                      <a:pt x="48" y="72"/>
                    </a:cubicBezTo>
                    <a:cubicBezTo>
                      <a:pt x="53" y="67"/>
                      <a:pt x="60" y="64"/>
                      <a:pt x="66" y="61"/>
                    </a:cubicBezTo>
                    <a:cubicBezTo>
                      <a:pt x="73" y="57"/>
                      <a:pt x="79" y="55"/>
                      <a:pt x="85" y="51"/>
                    </a:cubicBezTo>
                    <a:cubicBezTo>
                      <a:pt x="90" y="48"/>
                      <a:pt x="95" y="43"/>
                      <a:pt x="100" y="36"/>
                    </a:cubicBezTo>
                    <a:cubicBezTo>
                      <a:pt x="103" y="32"/>
                      <a:pt x="105" y="26"/>
                      <a:pt x="109" y="21"/>
                    </a:cubicBezTo>
                    <a:cubicBezTo>
                      <a:pt x="112" y="17"/>
                      <a:pt x="116" y="13"/>
                      <a:pt x="121" y="11"/>
                    </a:cubicBezTo>
                    <a:cubicBezTo>
                      <a:pt x="124" y="11"/>
                      <a:pt x="127" y="10"/>
                      <a:pt x="131" y="10"/>
                    </a:cubicBezTo>
                    <a:cubicBezTo>
                      <a:pt x="140" y="10"/>
                      <a:pt x="151" y="13"/>
                      <a:pt x="158" y="18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0" y="17"/>
                      <a:pt x="160" y="17"/>
                      <a:pt x="160" y="17"/>
                    </a:cubicBezTo>
                    <a:cubicBezTo>
                      <a:pt x="162" y="16"/>
                      <a:pt x="165" y="12"/>
                      <a:pt x="167" y="9"/>
                    </a:cubicBezTo>
                    <a:cubicBezTo>
                      <a:pt x="169" y="7"/>
                      <a:pt x="170" y="6"/>
                      <a:pt x="171" y="4"/>
                    </a:cubicBezTo>
                    <a:cubicBezTo>
                      <a:pt x="172" y="3"/>
                      <a:pt x="172" y="2"/>
                      <a:pt x="173" y="1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69" y="0"/>
                      <a:pt x="168" y="1"/>
                      <a:pt x="167" y="2"/>
                    </a:cubicBezTo>
                    <a:cubicBezTo>
                      <a:pt x="165" y="6"/>
                      <a:pt x="160" y="12"/>
                      <a:pt x="157" y="15"/>
                    </a:cubicBezTo>
                    <a:cubicBezTo>
                      <a:pt x="159" y="16"/>
                      <a:pt x="159" y="16"/>
                      <a:pt x="159" y="16"/>
                    </a:cubicBezTo>
                    <a:cubicBezTo>
                      <a:pt x="160" y="14"/>
                      <a:pt x="160" y="14"/>
                      <a:pt x="160" y="14"/>
                    </a:cubicBezTo>
                    <a:cubicBezTo>
                      <a:pt x="152" y="9"/>
                      <a:pt x="141" y="6"/>
                      <a:pt x="131" y="6"/>
                    </a:cubicBezTo>
                    <a:cubicBezTo>
                      <a:pt x="127" y="6"/>
                      <a:pt x="123" y="7"/>
                      <a:pt x="120" y="8"/>
                    </a:cubicBezTo>
                    <a:cubicBezTo>
                      <a:pt x="114" y="9"/>
                      <a:pt x="109" y="14"/>
                      <a:pt x="105" y="19"/>
                    </a:cubicBezTo>
                    <a:cubicBezTo>
                      <a:pt x="102" y="24"/>
                      <a:pt x="99" y="30"/>
                      <a:pt x="96" y="34"/>
                    </a:cubicBezTo>
                    <a:cubicBezTo>
                      <a:pt x="92" y="40"/>
                      <a:pt x="88" y="44"/>
                      <a:pt x="82" y="48"/>
                    </a:cubicBezTo>
                    <a:cubicBezTo>
                      <a:pt x="77" y="51"/>
                      <a:pt x="71" y="54"/>
                      <a:pt x="64" y="57"/>
                    </a:cubicBezTo>
                    <a:cubicBezTo>
                      <a:pt x="58" y="60"/>
                      <a:pt x="51" y="64"/>
                      <a:pt x="45" y="69"/>
                    </a:cubicBezTo>
                    <a:cubicBezTo>
                      <a:pt x="34" y="81"/>
                      <a:pt x="30" y="97"/>
                      <a:pt x="27" y="111"/>
                    </a:cubicBezTo>
                    <a:cubicBezTo>
                      <a:pt x="26" y="116"/>
                      <a:pt x="26" y="118"/>
                      <a:pt x="25" y="120"/>
                    </a:cubicBezTo>
                    <a:cubicBezTo>
                      <a:pt x="25" y="120"/>
                      <a:pt x="24" y="121"/>
                      <a:pt x="23" y="122"/>
                    </a:cubicBezTo>
                    <a:cubicBezTo>
                      <a:pt x="22" y="122"/>
                      <a:pt x="21" y="123"/>
                      <a:pt x="19" y="124"/>
                    </a:cubicBezTo>
                    <a:cubicBezTo>
                      <a:pt x="16" y="126"/>
                      <a:pt x="12" y="128"/>
                      <a:pt x="9" y="131"/>
                    </a:cubicBezTo>
                    <a:cubicBezTo>
                      <a:pt x="6" y="134"/>
                      <a:pt x="4" y="138"/>
                      <a:pt x="4" y="142"/>
                    </a:cubicBezTo>
                    <a:cubicBezTo>
                      <a:pt x="3" y="153"/>
                      <a:pt x="3" y="164"/>
                      <a:pt x="0" y="173"/>
                    </a:cubicBezTo>
                    <a:lnTo>
                      <a:pt x="4" y="1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3" name="Freeform 739">
                <a:extLst>
                  <a:ext uri="{FF2B5EF4-FFF2-40B4-BE49-F238E27FC236}">
                    <a16:creationId xmlns:a16="http://schemas.microsoft.com/office/drawing/2014/main" id="{F697C0F3-D92F-4B7D-B42D-6F82B93D3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900"/>
                <a:ext cx="55" cy="223"/>
              </a:xfrm>
              <a:custGeom>
                <a:avLst/>
                <a:gdLst>
                  <a:gd name="T0" fmla="*/ 283 w 22"/>
                  <a:gd name="T1" fmla="*/ 0 h 89"/>
                  <a:gd name="T2" fmla="*/ 0 w 22"/>
                  <a:gd name="T3" fmla="*/ 629 h 89"/>
                  <a:gd name="T4" fmla="*/ 0 w 22"/>
                  <a:gd name="T5" fmla="*/ 646 h 89"/>
                  <a:gd name="T6" fmla="*/ 83 w 22"/>
                  <a:gd name="T7" fmla="*/ 1035 h 89"/>
                  <a:gd name="T8" fmla="*/ 145 w 22"/>
                  <a:gd name="T9" fmla="*/ 1225 h 89"/>
                  <a:gd name="T10" fmla="*/ 188 w 22"/>
                  <a:gd name="T11" fmla="*/ 1401 h 89"/>
                  <a:gd name="T12" fmla="*/ 175 w 22"/>
                  <a:gd name="T13" fmla="*/ 1401 h 89"/>
                  <a:gd name="T14" fmla="*/ 238 w 22"/>
                  <a:gd name="T15" fmla="*/ 1401 h 89"/>
                  <a:gd name="T16" fmla="*/ 250 w 22"/>
                  <a:gd name="T17" fmla="*/ 1401 h 89"/>
                  <a:gd name="T18" fmla="*/ 208 w 22"/>
                  <a:gd name="T19" fmla="*/ 1213 h 89"/>
                  <a:gd name="T20" fmla="*/ 145 w 22"/>
                  <a:gd name="T21" fmla="*/ 1022 h 89"/>
                  <a:gd name="T22" fmla="*/ 63 w 22"/>
                  <a:gd name="T23" fmla="*/ 646 h 89"/>
                  <a:gd name="T24" fmla="*/ 63 w 22"/>
                  <a:gd name="T25" fmla="*/ 629 h 89"/>
                  <a:gd name="T26" fmla="*/ 345 w 22"/>
                  <a:gd name="T27" fmla="*/ 33 h 89"/>
                  <a:gd name="T28" fmla="*/ 283 w 22"/>
                  <a:gd name="T29" fmla="*/ 0 h 8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89">
                    <a:moveTo>
                      <a:pt x="18" y="0"/>
                    </a:moveTo>
                    <a:cubicBezTo>
                      <a:pt x="11" y="11"/>
                      <a:pt x="0" y="25"/>
                      <a:pt x="0" y="40"/>
                    </a:cubicBezTo>
                    <a:cubicBezTo>
                      <a:pt x="0" y="40"/>
                      <a:pt x="0" y="40"/>
                      <a:pt x="0" y="41"/>
                    </a:cubicBezTo>
                    <a:cubicBezTo>
                      <a:pt x="1" y="50"/>
                      <a:pt x="3" y="58"/>
                      <a:pt x="5" y="66"/>
                    </a:cubicBezTo>
                    <a:cubicBezTo>
                      <a:pt x="6" y="70"/>
                      <a:pt x="8" y="74"/>
                      <a:pt x="9" y="78"/>
                    </a:cubicBezTo>
                    <a:cubicBezTo>
                      <a:pt x="10" y="83"/>
                      <a:pt x="12" y="87"/>
                      <a:pt x="12" y="89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5" y="86"/>
                      <a:pt x="14" y="81"/>
                      <a:pt x="13" y="77"/>
                    </a:cubicBezTo>
                    <a:cubicBezTo>
                      <a:pt x="11" y="73"/>
                      <a:pt x="10" y="68"/>
                      <a:pt x="9" y="65"/>
                    </a:cubicBezTo>
                    <a:cubicBezTo>
                      <a:pt x="7" y="57"/>
                      <a:pt x="5" y="49"/>
                      <a:pt x="4" y="41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27"/>
                      <a:pt x="14" y="13"/>
                      <a:pt x="22" y="2"/>
                    </a:cubicBez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4" name="Freeform 740">
                <a:extLst>
                  <a:ext uri="{FF2B5EF4-FFF2-40B4-BE49-F238E27FC236}">
                    <a16:creationId xmlns:a16="http://schemas.microsoft.com/office/drawing/2014/main" id="{36554811-DEBB-4EB9-B213-61CEF5906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3145"/>
                <a:ext cx="57" cy="195"/>
              </a:xfrm>
              <a:custGeom>
                <a:avLst/>
                <a:gdLst>
                  <a:gd name="T0" fmla="*/ 196 w 23"/>
                  <a:gd name="T1" fmla="*/ 0 h 78"/>
                  <a:gd name="T2" fmla="*/ 196 w 23"/>
                  <a:gd name="T3" fmla="*/ 33 h 78"/>
                  <a:gd name="T4" fmla="*/ 104 w 23"/>
                  <a:gd name="T5" fmla="*/ 270 h 78"/>
                  <a:gd name="T6" fmla="*/ 0 w 23"/>
                  <a:gd name="T7" fmla="*/ 550 h 78"/>
                  <a:gd name="T8" fmla="*/ 0 w 23"/>
                  <a:gd name="T9" fmla="*/ 583 h 78"/>
                  <a:gd name="T10" fmla="*/ 92 w 23"/>
                  <a:gd name="T11" fmla="*/ 875 h 78"/>
                  <a:gd name="T12" fmla="*/ 245 w 23"/>
                  <a:gd name="T13" fmla="*/ 1158 h 78"/>
                  <a:gd name="T14" fmla="*/ 258 w 23"/>
                  <a:gd name="T15" fmla="*/ 1145 h 78"/>
                  <a:gd name="T16" fmla="*/ 278 w 23"/>
                  <a:gd name="T17" fmla="*/ 1113 h 78"/>
                  <a:gd name="T18" fmla="*/ 278 w 23"/>
                  <a:gd name="T19" fmla="*/ 1113 h 78"/>
                  <a:gd name="T20" fmla="*/ 228 w 23"/>
                  <a:gd name="T21" fmla="*/ 1145 h 78"/>
                  <a:gd name="T22" fmla="*/ 245 w 23"/>
                  <a:gd name="T23" fmla="*/ 1175 h 78"/>
                  <a:gd name="T24" fmla="*/ 349 w 23"/>
                  <a:gd name="T25" fmla="*/ 1220 h 78"/>
                  <a:gd name="T26" fmla="*/ 287 w 23"/>
                  <a:gd name="T27" fmla="*/ 1125 h 78"/>
                  <a:gd name="T28" fmla="*/ 154 w 23"/>
                  <a:gd name="T29" fmla="*/ 863 h 78"/>
                  <a:gd name="T30" fmla="*/ 62 w 23"/>
                  <a:gd name="T31" fmla="*/ 583 h 78"/>
                  <a:gd name="T32" fmla="*/ 62 w 23"/>
                  <a:gd name="T33" fmla="*/ 550 h 78"/>
                  <a:gd name="T34" fmla="*/ 154 w 23"/>
                  <a:gd name="T35" fmla="*/ 300 h 78"/>
                  <a:gd name="T36" fmla="*/ 258 w 23"/>
                  <a:gd name="T37" fmla="*/ 33 h 78"/>
                  <a:gd name="T38" fmla="*/ 258 w 23"/>
                  <a:gd name="T39" fmla="*/ 0 h 78"/>
                  <a:gd name="T40" fmla="*/ 196 w 23"/>
                  <a:gd name="T41" fmla="*/ 0 h 7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3" h="78">
                    <a:moveTo>
                      <a:pt x="13" y="0"/>
                    </a:moveTo>
                    <a:cubicBezTo>
                      <a:pt x="13" y="1"/>
                      <a:pt x="13" y="1"/>
                      <a:pt x="13" y="2"/>
                    </a:cubicBezTo>
                    <a:cubicBezTo>
                      <a:pt x="13" y="7"/>
                      <a:pt x="10" y="12"/>
                      <a:pt x="7" y="17"/>
                    </a:cubicBezTo>
                    <a:cubicBezTo>
                      <a:pt x="3" y="23"/>
                      <a:pt x="0" y="29"/>
                      <a:pt x="0" y="35"/>
                    </a:cubicBezTo>
                    <a:cubicBezTo>
                      <a:pt x="0" y="36"/>
                      <a:pt x="0" y="37"/>
                      <a:pt x="0" y="37"/>
                    </a:cubicBezTo>
                    <a:cubicBezTo>
                      <a:pt x="0" y="43"/>
                      <a:pt x="3" y="50"/>
                      <a:pt x="6" y="56"/>
                    </a:cubicBezTo>
                    <a:cubicBezTo>
                      <a:pt x="9" y="63"/>
                      <a:pt x="13" y="69"/>
                      <a:pt x="16" y="74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5" y="74"/>
                      <a:pt x="16" y="74"/>
                      <a:pt x="16" y="75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6" y="67"/>
                      <a:pt x="13" y="61"/>
                      <a:pt x="10" y="55"/>
                    </a:cubicBezTo>
                    <a:cubicBezTo>
                      <a:pt x="7" y="48"/>
                      <a:pt x="4" y="42"/>
                      <a:pt x="4" y="37"/>
                    </a:cubicBezTo>
                    <a:cubicBezTo>
                      <a:pt x="4" y="36"/>
                      <a:pt x="4" y="36"/>
                      <a:pt x="4" y="35"/>
                    </a:cubicBezTo>
                    <a:cubicBezTo>
                      <a:pt x="3" y="30"/>
                      <a:pt x="7" y="25"/>
                      <a:pt x="10" y="19"/>
                    </a:cubicBezTo>
                    <a:cubicBezTo>
                      <a:pt x="13" y="14"/>
                      <a:pt x="17" y="8"/>
                      <a:pt x="17" y="2"/>
                    </a:cubicBezTo>
                    <a:cubicBezTo>
                      <a:pt x="17" y="1"/>
                      <a:pt x="17" y="1"/>
                      <a:pt x="17" y="0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5" name="Freeform 741">
                <a:extLst>
                  <a:ext uri="{FF2B5EF4-FFF2-40B4-BE49-F238E27FC236}">
                    <a16:creationId xmlns:a16="http://schemas.microsoft.com/office/drawing/2014/main" id="{D08019DD-BE78-4109-A5F7-7BC02E5CE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365"/>
                <a:ext cx="85" cy="205"/>
              </a:xfrm>
              <a:custGeom>
                <a:avLst/>
                <a:gdLst>
                  <a:gd name="T0" fmla="*/ 63 w 34"/>
                  <a:gd name="T1" fmla="*/ 0 h 82"/>
                  <a:gd name="T2" fmla="*/ 20 w 34"/>
                  <a:gd name="T3" fmla="*/ 425 h 82"/>
                  <a:gd name="T4" fmla="*/ 0 w 34"/>
                  <a:gd name="T5" fmla="*/ 595 h 82"/>
                  <a:gd name="T6" fmla="*/ 33 w 34"/>
                  <a:gd name="T7" fmla="*/ 738 h 82"/>
                  <a:gd name="T8" fmla="*/ 500 w 34"/>
                  <a:gd name="T9" fmla="*/ 1283 h 82"/>
                  <a:gd name="T10" fmla="*/ 533 w 34"/>
                  <a:gd name="T11" fmla="*/ 1238 h 82"/>
                  <a:gd name="T12" fmla="*/ 95 w 34"/>
                  <a:gd name="T13" fmla="*/ 708 h 82"/>
                  <a:gd name="T14" fmla="*/ 63 w 34"/>
                  <a:gd name="T15" fmla="*/ 595 h 82"/>
                  <a:gd name="T16" fmla="*/ 83 w 34"/>
                  <a:gd name="T17" fmla="*/ 425 h 82"/>
                  <a:gd name="T18" fmla="*/ 125 w 34"/>
                  <a:gd name="T19" fmla="*/ 20 h 82"/>
                  <a:gd name="T20" fmla="*/ 63 w 34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82">
                    <a:moveTo>
                      <a:pt x="4" y="0"/>
                    </a:moveTo>
                    <a:cubicBezTo>
                      <a:pt x="2" y="8"/>
                      <a:pt x="2" y="19"/>
                      <a:pt x="1" y="27"/>
                    </a:cubicBezTo>
                    <a:cubicBezTo>
                      <a:pt x="1" y="30"/>
                      <a:pt x="0" y="34"/>
                      <a:pt x="0" y="38"/>
                    </a:cubicBezTo>
                    <a:cubicBezTo>
                      <a:pt x="0" y="41"/>
                      <a:pt x="0" y="44"/>
                      <a:pt x="2" y="47"/>
                    </a:cubicBezTo>
                    <a:cubicBezTo>
                      <a:pt x="9" y="61"/>
                      <a:pt x="21" y="71"/>
                      <a:pt x="32" y="82"/>
                    </a:cubicBezTo>
                    <a:cubicBezTo>
                      <a:pt x="34" y="79"/>
                      <a:pt x="34" y="79"/>
                      <a:pt x="34" y="79"/>
                    </a:cubicBezTo>
                    <a:cubicBezTo>
                      <a:pt x="23" y="68"/>
                      <a:pt x="13" y="59"/>
                      <a:pt x="6" y="45"/>
                    </a:cubicBezTo>
                    <a:cubicBezTo>
                      <a:pt x="4" y="43"/>
                      <a:pt x="4" y="41"/>
                      <a:pt x="4" y="38"/>
                    </a:cubicBezTo>
                    <a:cubicBezTo>
                      <a:pt x="4" y="35"/>
                      <a:pt x="5" y="31"/>
                      <a:pt x="5" y="27"/>
                    </a:cubicBezTo>
                    <a:cubicBezTo>
                      <a:pt x="6" y="19"/>
                      <a:pt x="6" y="8"/>
                      <a:pt x="8" y="1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6" name="Freeform 742">
                <a:extLst>
                  <a:ext uri="{FF2B5EF4-FFF2-40B4-BE49-F238E27FC236}">
                    <a16:creationId xmlns:a16="http://schemas.microsoft.com/office/drawing/2014/main" id="{D7151377-28F1-4B85-AB46-CFB660B88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3593"/>
                <a:ext cx="88" cy="140"/>
              </a:xfrm>
              <a:custGeom>
                <a:avLst/>
                <a:gdLst>
                  <a:gd name="T0" fmla="*/ 50 w 35"/>
                  <a:gd name="T1" fmla="*/ 33 h 56"/>
                  <a:gd name="T2" fmla="*/ 63 w 35"/>
                  <a:gd name="T3" fmla="*/ 113 h 56"/>
                  <a:gd name="T4" fmla="*/ 33 w 35"/>
                  <a:gd name="T5" fmla="*/ 270 h 56"/>
                  <a:gd name="T6" fmla="*/ 0 w 35"/>
                  <a:gd name="T7" fmla="*/ 458 h 56"/>
                  <a:gd name="T8" fmla="*/ 50 w 35"/>
                  <a:gd name="T9" fmla="*/ 595 h 56"/>
                  <a:gd name="T10" fmla="*/ 83 w 35"/>
                  <a:gd name="T11" fmla="*/ 645 h 56"/>
                  <a:gd name="T12" fmla="*/ 334 w 35"/>
                  <a:gd name="T13" fmla="*/ 783 h 56"/>
                  <a:gd name="T14" fmla="*/ 463 w 35"/>
                  <a:gd name="T15" fmla="*/ 863 h 56"/>
                  <a:gd name="T16" fmla="*/ 505 w 35"/>
                  <a:gd name="T17" fmla="*/ 875 h 56"/>
                  <a:gd name="T18" fmla="*/ 556 w 35"/>
                  <a:gd name="T19" fmla="*/ 875 h 56"/>
                  <a:gd name="T20" fmla="*/ 556 w 35"/>
                  <a:gd name="T21" fmla="*/ 875 h 56"/>
                  <a:gd name="T22" fmla="*/ 538 w 35"/>
                  <a:gd name="T23" fmla="*/ 813 h 56"/>
                  <a:gd name="T24" fmla="*/ 556 w 35"/>
                  <a:gd name="T25" fmla="*/ 845 h 56"/>
                  <a:gd name="T26" fmla="*/ 556 w 35"/>
                  <a:gd name="T27" fmla="*/ 813 h 56"/>
                  <a:gd name="T28" fmla="*/ 538 w 35"/>
                  <a:gd name="T29" fmla="*/ 813 h 56"/>
                  <a:gd name="T30" fmla="*/ 556 w 35"/>
                  <a:gd name="T31" fmla="*/ 845 h 56"/>
                  <a:gd name="T32" fmla="*/ 556 w 35"/>
                  <a:gd name="T33" fmla="*/ 813 h 56"/>
                  <a:gd name="T34" fmla="*/ 556 w 35"/>
                  <a:gd name="T35" fmla="*/ 833 h 56"/>
                  <a:gd name="T36" fmla="*/ 556 w 35"/>
                  <a:gd name="T37" fmla="*/ 813 h 56"/>
                  <a:gd name="T38" fmla="*/ 556 w 35"/>
                  <a:gd name="T39" fmla="*/ 813 h 56"/>
                  <a:gd name="T40" fmla="*/ 556 w 35"/>
                  <a:gd name="T41" fmla="*/ 833 h 56"/>
                  <a:gd name="T42" fmla="*/ 556 w 35"/>
                  <a:gd name="T43" fmla="*/ 813 h 56"/>
                  <a:gd name="T44" fmla="*/ 525 w 35"/>
                  <a:gd name="T45" fmla="*/ 813 h 56"/>
                  <a:gd name="T46" fmla="*/ 284 w 35"/>
                  <a:gd name="T47" fmla="*/ 688 h 56"/>
                  <a:gd name="T48" fmla="*/ 158 w 35"/>
                  <a:gd name="T49" fmla="*/ 613 h 56"/>
                  <a:gd name="T50" fmla="*/ 126 w 35"/>
                  <a:gd name="T51" fmla="*/ 583 h 56"/>
                  <a:gd name="T52" fmla="*/ 96 w 35"/>
                  <a:gd name="T53" fmla="*/ 563 h 56"/>
                  <a:gd name="T54" fmla="*/ 63 w 35"/>
                  <a:gd name="T55" fmla="*/ 458 h 56"/>
                  <a:gd name="T56" fmla="*/ 96 w 35"/>
                  <a:gd name="T57" fmla="*/ 283 h 56"/>
                  <a:gd name="T58" fmla="*/ 126 w 35"/>
                  <a:gd name="T59" fmla="*/ 113 h 56"/>
                  <a:gd name="T60" fmla="*/ 113 w 35"/>
                  <a:gd name="T61" fmla="*/ 0 h 56"/>
                  <a:gd name="T62" fmla="*/ 50 w 35"/>
                  <a:gd name="T63" fmla="*/ 33 h 5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5" h="56">
                    <a:moveTo>
                      <a:pt x="3" y="2"/>
                    </a:moveTo>
                    <a:cubicBezTo>
                      <a:pt x="4" y="3"/>
                      <a:pt x="4" y="5"/>
                      <a:pt x="4" y="7"/>
                    </a:cubicBezTo>
                    <a:cubicBezTo>
                      <a:pt x="4" y="10"/>
                      <a:pt x="3" y="13"/>
                      <a:pt x="2" y="17"/>
                    </a:cubicBezTo>
                    <a:cubicBezTo>
                      <a:pt x="1" y="21"/>
                      <a:pt x="0" y="25"/>
                      <a:pt x="0" y="29"/>
                    </a:cubicBezTo>
                    <a:cubicBezTo>
                      <a:pt x="0" y="32"/>
                      <a:pt x="1" y="35"/>
                      <a:pt x="3" y="38"/>
                    </a:cubicBezTo>
                    <a:cubicBezTo>
                      <a:pt x="4" y="39"/>
                      <a:pt x="4" y="40"/>
                      <a:pt x="5" y="41"/>
                    </a:cubicBezTo>
                    <a:cubicBezTo>
                      <a:pt x="9" y="44"/>
                      <a:pt x="15" y="47"/>
                      <a:pt x="21" y="50"/>
                    </a:cubicBezTo>
                    <a:cubicBezTo>
                      <a:pt x="24" y="52"/>
                      <a:pt x="27" y="54"/>
                      <a:pt x="29" y="55"/>
                    </a:cubicBezTo>
                    <a:cubicBezTo>
                      <a:pt x="30" y="55"/>
                      <a:pt x="31" y="55"/>
                      <a:pt x="32" y="56"/>
                    </a:cubicBezTo>
                    <a:cubicBezTo>
                      <a:pt x="33" y="56"/>
                      <a:pt x="34" y="56"/>
                      <a:pt x="35" y="56"/>
                    </a:cubicBezTo>
                    <a:cubicBezTo>
                      <a:pt x="35" y="56"/>
                      <a:pt x="35" y="56"/>
                      <a:pt x="35" y="56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2"/>
                      <a:pt x="34" y="52"/>
                      <a:pt x="33" y="52"/>
                    </a:cubicBezTo>
                    <a:cubicBezTo>
                      <a:pt x="30" y="51"/>
                      <a:pt x="23" y="47"/>
                      <a:pt x="18" y="44"/>
                    </a:cubicBezTo>
                    <a:cubicBezTo>
                      <a:pt x="15" y="42"/>
                      <a:pt x="12" y="41"/>
                      <a:pt x="10" y="39"/>
                    </a:cubicBezTo>
                    <a:cubicBezTo>
                      <a:pt x="9" y="39"/>
                      <a:pt x="8" y="38"/>
                      <a:pt x="8" y="37"/>
                    </a:cubicBezTo>
                    <a:cubicBezTo>
                      <a:pt x="7" y="37"/>
                      <a:pt x="7" y="36"/>
                      <a:pt x="6" y="36"/>
                    </a:cubicBezTo>
                    <a:cubicBezTo>
                      <a:pt x="5" y="34"/>
                      <a:pt x="4" y="31"/>
                      <a:pt x="4" y="29"/>
                    </a:cubicBezTo>
                    <a:cubicBezTo>
                      <a:pt x="4" y="25"/>
                      <a:pt x="5" y="22"/>
                      <a:pt x="6" y="18"/>
                    </a:cubicBezTo>
                    <a:cubicBezTo>
                      <a:pt x="7" y="14"/>
                      <a:pt x="8" y="10"/>
                      <a:pt x="8" y="7"/>
                    </a:cubicBezTo>
                    <a:cubicBezTo>
                      <a:pt x="8" y="4"/>
                      <a:pt x="7" y="2"/>
                      <a:pt x="7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7" name="Freeform 743">
                <a:extLst>
                  <a:ext uri="{FF2B5EF4-FFF2-40B4-BE49-F238E27FC236}">
                    <a16:creationId xmlns:a16="http://schemas.microsoft.com/office/drawing/2014/main" id="{DEC31925-8AA5-4667-9699-38EF8E914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3743"/>
                <a:ext cx="163" cy="125"/>
              </a:xfrm>
              <a:custGeom>
                <a:avLst/>
                <a:gdLst>
                  <a:gd name="T0" fmla="*/ 50 w 65"/>
                  <a:gd name="T1" fmla="*/ 20 h 50"/>
                  <a:gd name="T2" fmla="*/ 50 w 65"/>
                  <a:gd name="T3" fmla="*/ 20 h 50"/>
                  <a:gd name="T4" fmla="*/ 33 w 65"/>
                  <a:gd name="T5" fmla="*/ 0 h 50"/>
                  <a:gd name="T6" fmla="*/ 20 w 65"/>
                  <a:gd name="T7" fmla="*/ 20 h 50"/>
                  <a:gd name="T8" fmla="*/ 0 w 65"/>
                  <a:gd name="T9" fmla="*/ 33 h 50"/>
                  <a:gd name="T10" fmla="*/ 0 w 65"/>
                  <a:gd name="T11" fmla="*/ 50 h 50"/>
                  <a:gd name="T12" fmla="*/ 20 w 65"/>
                  <a:gd name="T13" fmla="*/ 63 h 50"/>
                  <a:gd name="T14" fmla="*/ 20 w 65"/>
                  <a:gd name="T15" fmla="*/ 83 h 50"/>
                  <a:gd name="T16" fmla="*/ 20 w 65"/>
                  <a:gd name="T17" fmla="*/ 83 h 50"/>
                  <a:gd name="T18" fmla="*/ 63 w 65"/>
                  <a:gd name="T19" fmla="*/ 208 h 50"/>
                  <a:gd name="T20" fmla="*/ 63 w 65"/>
                  <a:gd name="T21" fmla="*/ 208 h 50"/>
                  <a:gd name="T22" fmla="*/ 63 w 65"/>
                  <a:gd name="T23" fmla="*/ 208 h 50"/>
                  <a:gd name="T24" fmla="*/ 125 w 65"/>
                  <a:gd name="T25" fmla="*/ 438 h 50"/>
                  <a:gd name="T26" fmla="*/ 208 w 65"/>
                  <a:gd name="T27" fmla="*/ 583 h 50"/>
                  <a:gd name="T28" fmla="*/ 346 w 65"/>
                  <a:gd name="T29" fmla="*/ 688 h 50"/>
                  <a:gd name="T30" fmla="*/ 346 w 65"/>
                  <a:gd name="T31" fmla="*/ 688 h 50"/>
                  <a:gd name="T32" fmla="*/ 567 w 65"/>
                  <a:gd name="T33" fmla="*/ 738 h 50"/>
                  <a:gd name="T34" fmla="*/ 772 w 65"/>
                  <a:gd name="T35" fmla="*/ 750 h 50"/>
                  <a:gd name="T36" fmla="*/ 772 w 65"/>
                  <a:gd name="T37" fmla="*/ 750 h 50"/>
                  <a:gd name="T38" fmla="*/ 900 w 65"/>
                  <a:gd name="T39" fmla="*/ 770 h 50"/>
                  <a:gd name="T40" fmla="*/ 993 w 65"/>
                  <a:gd name="T41" fmla="*/ 783 h 50"/>
                  <a:gd name="T42" fmla="*/ 1026 w 65"/>
                  <a:gd name="T43" fmla="*/ 738 h 50"/>
                  <a:gd name="T44" fmla="*/ 913 w 65"/>
                  <a:gd name="T45" fmla="*/ 708 h 50"/>
                  <a:gd name="T46" fmla="*/ 785 w 65"/>
                  <a:gd name="T47" fmla="*/ 688 h 50"/>
                  <a:gd name="T48" fmla="*/ 785 w 65"/>
                  <a:gd name="T49" fmla="*/ 688 h 50"/>
                  <a:gd name="T50" fmla="*/ 567 w 65"/>
                  <a:gd name="T51" fmla="*/ 675 h 50"/>
                  <a:gd name="T52" fmla="*/ 364 w 65"/>
                  <a:gd name="T53" fmla="*/ 625 h 50"/>
                  <a:gd name="T54" fmla="*/ 364 w 65"/>
                  <a:gd name="T55" fmla="*/ 625 h 50"/>
                  <a:gd name="T56" fmla="*/ 251 w 65"/>
                  <a:gd name="T57" fmla="*/ 550 h 50"/>
                  <a:gd name="T58" fmla="*/ 188 w 65"/>
                  <a:gd name="T59" fmla="*/ 408 h 50"/>
                  <a:gd name="T60" fmla="*/ 125 w 65"/>
                  <a:gd name="T61" fmla="*/ 188 h 50"/>
                  <a:gd name="T62" fmla="*/ 125 w 65"/>
                  <a:gd name="T63" fmla="*/ 188 h 50"/>
                  <a:gd name="T64" fmla="*/ 125 w 65"/>
                  <a:gd name="T65" fmla="*/ 188 h 50"/>
                  <a:gd name="T66" fmla="*/ 83 w 65"/>
                  <a:gd name="T67" fmla="*/ 63 h 50"/>
                  <a:gd name="T68" fmla="*/ 83 w 65"/>
                  <a:gd name="T69" fmla="*/ 63 h 50"/>
                  <a:gd name="T70" fmla="*/ 63 w 65"/>
                  <a:gd name="T71" fmla="*/ 33 h 50"/>
                  <a:gd name="T72" fmla="*/ 63 w 65"/>
                  <a:gd name="T73" fmla="*/ 33 h 50"/>
                  <a:gd name="T74" fmla="*/ 63 w 65"/>
                  <a:gd name="T75" fmla="*/ 33 h 50"/>
                  <a:gd name="T76" fmla="*/ 33 w 65"/>
                  <a:gd name="T77" fmla="*/ 33 h 50"/>
                  <a:gd name="T78" fmla="*/ 63 w 65"/>
                  <a:gd name="T79" fmla="*/ 33 h 50"/>
                  <a:gd name="T80" fmla="*/ 63 w 65"/>
                  <a:gd name="T81" fmla="*/ 33 h 50"/>
                  <a:gd name="T82" fmla="*/ 33 w 65"/>
                  <a:gd name="T83" fmla="*/ 33 h 50"/>
                  <a:gd name="T84" fmla="*/ 63 w 65"/>
                  <a:gd name="T85" fmla="*/ 33 h 50"/>
                  <a:gd name="T86" fmla="*/ 33 w 65"/>
                  <a:gd name="T87" fmla="*/ 33 h 50"/>
                  <a:gd name="T88" fmla="*/ 50 w 65"/>
                  <a:gd name="T89" fmla="*/ 63 h 50"/>
                  <a:gd name="T90" fmla="*/ 63 w 65"/>
                  <a:gd name="T91" fmla="*/ 33 h 50"/>
                  <a:gd name="T92" fmla="*/ 33 w 65"/>
                  <a:gd name="T93" fmla="*/ 33 h 50"/>
                  <a:gd name="T94" fmla="*/ 50 w 65"/>
                  <a:gd name="T95" fmla="*/ 63 h 50"/>
                  <a:gd name="T96" fmla="*/ 33 w 65"/>
                  <a:gd name="T97" fmla="*/ 33 h 50"/>
                  <a:gd name="T98" fmla="*/ 33 w 65"/>
                  <a:gd name="T99" fmla="*/ 63 h 50"/>
                  <a:gd name="T100" fmla="*/ 50 w 65"/>
                  <a:gd name="T101" fmla="*/ 63 h 50"/>
                  <a:gd name="T102" fmla="*/ 33 w 65"/>
                  <a:gd name="T103" fmla="*/ 33 h 50"/>
                  <a:gd name="T104" fmla="*/ 33 w 65"/>
                  <a:gd name="T105" fmla="*/ 63 h 50"/>
                  <a:gd name="T106" fmla="*/ 33 w 65"/>
                  <a:gd name="T107" fmla="*/ 50 h 50"/>
                  <a:gd name="T108" fmla="*/ 33 w 65"/>
                  <a:gd name="T109" fmla="*/ 63 h 50"/>
                  <a:gd name="T110" fmla="*/ 33 w 65"/>
                  <a:gd name="T111" fmla="*/ 63 h 50"/>
                  <a:gd name="T112" fmla="*/ 33 w 65"/>
                  <a:gd name="T113" fmla="*/ 50 h 50"/>
                  <a:gd name="T114" fmla="*/ 33 w 65"/>
                  <a:gd name="T115" fmla="*/ 63 h 50"/>
                  <a:gd name="T116" fmla="*/ 33 w 65"/>
                  <a:gd name="T117" fmla="*/ 63 h 50"/>
                  <a:gd name="T118" fmla="*/ 50 w 65"/>
                  <a:gd name="T119" fmla="*/ 20 h 5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65" h="50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8"/>
                      <a:pt x="3" y="11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8"/>
                      <a:pt x="6" y="23"/>
                      <a:pt x="8" y="28"/>
                    </a:cubicBezTo>
                    <a:cubicBezTo>
                      <a:pt x="9" y="31"/>
                      <a:pt x="11" y="35"/>
                      <a:pt x="13" y="37"/>
                    </a:cubicBezTo>
                    <a:cubicBezTo>
                      <a:pt x="15" y="40"/>
                      <a:pt x="18" y="42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6" y="45"/>
                      <a:pt x="31" y="46"/>
                      <a:pt x="36" y="47"/>
                    </a:cubicBezTo>
                    <a:cubicBezTo>
                      <a:pt x="40" y="47"/>
                      <a:pt x="45" y="48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52" y="49"/>
                      <a:pt x="55" y="49"/>
                      <a:pt x="57" y="49"/>
                    </a:cubicBezTo>
                    <a:cubicBezTo>
                      <a:pt x="60" y="49"/>
                      <a:pt x="62" y="50"/>
                      <a:pt x="63" y="50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3" y="46"/>
                      <a:pt x="61" y="45"/>
                      <a:pt x="58" y="45"/>
                    </a:cubicBezTo>
                    <a:cubicBezTo>
                      <a:pt x="55" y="45"/>
                      <a:pt x="52" y="45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46" y="44"/>
                      <a:pt x="41" y="43"/>
                      <a:pt x="36" y="43"/>
                    </a:cubicBezTo>
                    <a:cubicBezTo>
                      <a:pt x="31" y="42"/>
                      <a:pt x="27" y="41"/>
                      <a:pt x="23" y="40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0" y="39"/>
                      <a:pt x="18" y="37"/>
                      <a:pt x="16" y="35"/>
                    </a:cubicBezTo>
                    <a:cubicBezTo>
                      <a:pt x="14" y="32"/>
                      <a:pt x="13" y="30"/>
                      <a:pt x="12" y="26"/>
                    </a:cubicBezTo>
                    <a:cubicBezTo>
                      <a:pt x="10" y="22"/>
                      <a:pt x="9" y="17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9"/>
                      <a:pt x="6" y="7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8" name="Freeform 744">
                <a:extLst>
                  <a:ext uri="{FF2B5EF4-FFF2-40B4-BE49-F238E27FC236}">
                    <a16:creationId xmlns:a16="http://schemas.microsoft.com/office/drawing/2014/main" id="{D1AD98EC-E990-4531-9663-9E0F8068E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3876"/>
                <a:ext cx="110" cy="72"/>
              </a:xfrm>
              <a:custGeom>
                <a:avLst/>
                <a:gdLst>
                  <a:gd name="T0" fmla="*/ 0 w 44"/>
                  <a:gd name="T1" fmla="*/ 12 h 29"/>
                  <a:gd name="T2" fmla="*/ 50 w 44"/>
                  <a:gd name="T3" fmla="*/ 74 h 29"/>
                  <a:gd name="T4" fmla="*/ 113 w 44"/>
                  <a:gd name="T5" fmla="*/ 137 h 29"/>
                  <a:gd name="T6" fmla="*/ 188 w 44"/>
                  <a:gd name="T7" fmla="*/ 196 h 29"/>
                  <a:gd name="T8" fmla="*/ 188 w 44"/>
                  <a:gd name="T9" fmla="*/ 196 h 29"/>
                  <a:gd name="T10" fmla="*/ 363 w 44"/>
                  <a:gd name="T11" fmla="*/ 320 h 29"/>
                  <a:gd name="T12" fmla="*/ 363 w 44"/>
                  <a:gd name="T13" fmla="*/ 320 h 29"/>
                  <a:gd name="T14" fmla="*/ 658 w 44"/>
                  <a:gd name="T15" fmla="*/ 444 h 29"/>
                  <a:gd name="T16" fmla="*/ 688 w 44"/>
                  <a:gd name="T17" fmla="*/ 400 h 29"/>
                  <a:gd name="T18" fmla="*/ 395 w 44"/>
                  <a:gd name="T19" fmla="*/ 278 h 29"/>
                  <a:gd name="T20" fmla="*/ 395 w 44"/>
                  <a:gd name="T21" fmla="*/ 278 h 29"/>
                  <a:gd name="T22" fmla="*/ 220 w 44"/>
                  <a:gd name="T23" fmla="*/ 154 h 29"/>
                  <a:gd name="T24" fmla="*/ 250 w 44"/>
                  <a:gd name="T25" fmla="*/ 166 h 29"/>
                  <a:gd name="T26" fmla="*/ 220 w 44"/>
                  <a:gd name="T27" fmla="*/ 154 h 29"/>
                  <a:gd name="T28" fmla="*/ 125 w 44"/>
                  <a:gd name="T29" fmla="*/ 74 h 29"/>
                  <a:gd name="T30" fmla="*/ 95 w 44"/>
                  <a:gd name="T31" fmla="*/ 30 h 29"/>
                  <a:gd name="T32" fmla="*/ 63 w 44"/>
                  <a:gd name="T33" fmla="*/ 0 h 29"/>
                  <a:gd name="T34" fmla="*/ 0 w 44"/>
                  <a:gd name="T35" fmla="*/ 12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29">
                    <a:moveTo>
                      <a:pt x="0" y="1"/>
                    </a:moveTo>
                    <a:cubicBezTo>
                      <a:pt x="1" y="3"/>
                      <a:pt x="2" y="4"/>
                      <a:pt x="3" y="5"/>
                    </a:cubicBezTo>
                    <a:cubicBezTo>
                      <a:pt x="4" y="7"/>
                      <a:pt x="6" y="8"/>
                      <a:pt x="7" y="9"/>
                    </a:cubicBezTo>
                    <a:cubicBezTo>
                      <a:pt x="9" y="11"/>
                      <a:pt x="11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5" y="16"/>
                      <a:pt x="18" y="19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9" y="25"/>
                      <a:pt x="36" y="27"/>
                      <a:pt x="42" y="29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38" y="23"/>
                      <a:pt x="30" y="21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1" y="15"/>
                      <a:pt x="18" y="13"/>
                      <a:pt x="14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8"/>
                      <a:pt x="10" y="7"/>
                      <a:pt x="8" y="5"/>
                    </a:cubicBezTo>
                    <a:cubicBezTo>
                      <a:pt x="7" y="4"/>
                      <a:pt x="6" y="3"/>
                      <a:pt x="6" y="2"/>
                    </a:cubicBezTo>
                    <a:cubicBezTo>
                      <a:pt x="5" y="2"/>
                      <a:pt x="5" y="1"/>
                      <a:pt x="4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9" name="Freeform 745">
                <a:extLst>
                  <a:ext uri="{FF2B5EF4-FFF2-40B4-BE49-F238E27FC236}">
                    <a16:creationId xmlns:a16="http://schemas.microsoft.com/office/drawing/2014/main" id="{3F72CA56-3853-470D-A75E-5BB92E171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402"/>
                <a:ext cx="500" cy="1546"/>
              </a:xfrm>
              <a:custGeom>
                <a:avLst/>
                <a:gdLst>
                  <a:gd name="T0" fmla="*/ 3125 w 200"/>
                  <a:gd name="T1" fmla="*/ 9611 h 618"/>
                  <a:gd name="T2" fmla="*/ 3063 w 200"/>
                  <a:gd name="T3" fmla="*/ 9611 h 618"/>
                  <a:gd name="T4" fmla="*/ 938 w 200"/>
                  <a:gd name="T5" fmla="*/ 8218 h 618"/>
                  <a:gd name="T6" fmla="*/ 63 w 200"/>
                  <a:gd name="T7" fmla="*/ 4838 h 618"/>
                  <a:gd name="T8" fmla="*/ 938 w 200"/>
                  <a:gd name="T9" fmla="*/ 1458 h 618"/>
                  <a:gd name="T10" fmla="*/ 3063 w 200"/>
                  <a:gd name="T11" fmla="*/ 63 h 618"/>
                  <a:gd name="T12" fmla="*/ 3125 w 200"/>
                  <a:gd name="T13" fmla="*/ 63 h 618"/>
                  <a:gd name="T14" fmla="*/ 3125 w 200"/>
                  <a:gd name="T15" fmla="*/ 0 h 618"/>
                  <a:gd name="T16" fmla="*/ 3063 w 200"/>
                  <a:gd name="T17" fmla="*/ 0 h 618"/>
                  <a:gd name="T18" fmla="*/ 895 w 200"/>
                  <a:gd name="T19" fmla="*/ 1426 h 618"/>
                  <a:gd name="T20" fmla="*/ 0 w 200"/>
                  <a:gd name="T21" fmla="*/ 4838 h 618"/>
                  <a:gd name="T22" fmla="*/ 895 w 200"/>
                  <a:gd name="T23" fmla="*/ 8268 h 618"/>
                  <a:gd name="T24" fmla="*/ 3063 w 200"/>
                  <a:gd name="T25" fmla="*/ 9676 h 618"/>
                  <a:gd name="T26" fmla="*/ 3125 w 200"/>
                  <a:gd name="T27" fmla="*/ 9676 h 618"/>
                  <a:gd name="T28" fmla="*/ 3125 w 200"/>
                  <a:gd name="T29" fmla="*/ 9611 h 6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0" h="618">
                    <a:moveTo>
                      <a:pt x="200" y="614"/>
                    </a:moveTo>
                    <a:cubicBezTo>
                      <a:pt x="198" y="614"/>
                      <a:pt x="197" y="614"/>
                      <a:pt x="196" y="614"/>
                    </a:cubicBezTo>
                    <a:cubicBezTo>
                      <a:pt x="143" y="614"/>
                      <a:pt x="95" y="581"/>
                      <a:pt x="60" y="525"/>
                    </a:cubicBezTo>
                    <a:cubicBezTo>
                      <a:pt x="25" y="470"/>
                      <a:pt x="4" y="394"/>
                      <a:pt x="4" y="309"/>
                    </a:cubicBezTo>
                    <a:cubicBezTo>
                      <a:pt x="4" y="225"/>
                      <a:pt x="25" y="148"/>
                      <a:pt x="60" y="93"/>
                    </a:cubicBezTo>
                    <a:cubicBezTo>
                      <a:pt x="95" y="38"/>
                      <a:pt x="143" y="4"/>
                      <a:pt x="196" y="4"/>
                    </a:cubicBezTo>
                    <a:cubicBezTo>
                      <a:pt x="197" y="4"/>
                      <a:pt x="199" y="4"/>
                      <a:pt x="200" y="4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199" y="0"/>
                      <a:pt x="197" y="0"/>
                      <a:pt x="196" y="0"/>
                    </a:cubicBezTo>
                    <a:cubicBezTo>
                      <a:pt x="141" y="0"/>
                      <a:pt x="92" y="35"/>
                      <a:pt x="57" y="91"/>
                    </a:cubicBezTo>
                    <a:cubicBezTo>
                      <a:pt x="22" y="147"/>
                      <a:pt x="0" y="224"/>
                      <a:pt x="0" y="309"/>
                    </a:cubicBezTo>
                    <a:cubicBezTo>
                      <a:pt x="0" y="394"/>
                      <a:pt x="22" y="472"/>
                      <a:pt x="57" y="528"/>
                    </a:cubicBezTo>
                    <a:cubicBezTo>
                      <a:pt x="92" y="584"/>
                      <a:pt x="141" y="618"/>
                      <a:pt x="196" y="618"/>
                    </a:cubicBezTo>
                    <a:cubicBezTo>
                      <a:pt x="197" y="618"/>
                      <a:pt x="198" y="618"/>
                      <a:pt x="200" y="618"/>
                    </a:cubicBezTo>
                    <a:lnTo>
                      <a:pt x="200" y="614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0" name="Rectangle 746">
                <a:extLst>
                  <a:ext uri="{FF2B5EF4-FFF2-40B4-BE49-F238E27FC236}">
                    <a16:creationId xmlns:a16="http://schemas.microsoft.com/office/drawing/2014/main" id="{BB5A7EF7-E4A7-4675-B8F4-5AEBC3563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407"/>
                <a:ext cx="10" cy="1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01" name="Freeform 747">
                <a:extLst>
                  <a:ext uri="{FF2B5EF4-FFF2-40B4-BE49-F238E27FC236}">
                    <a16:creationId xmlns:a16="http://schemas.microsoft.com/office/drawing/2014/main" id="{773F49C7-93EA-4950-9731-628581F95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407"/>
                <a:ext cx="10" cy="138"/>
              </a:xfrm>
              <a:custGeom>
                <a:avLst/>
                <a:gdLst>
                  <a:gd name="T0" fmla="*/ 0 w 10"/>
                  <a:gd name="T1" fmla="*/ 0 h 138"/>
                  <a:gd name="T2" fmla="*/ 0 w 10"/>
                  <a:gd name="T3" fmla="*/ 138 h 138"/>
                  <a:gd name="T4" fmla="*/ 10 w 10"/>
                  <a:gd name="T5" fmla="*/ 138 h 138"/>
                  <a:gd name="T6" fmla="*/ 10 w 10"/>
                  <a:gd name="T7" fmla="*/ 0 h 1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8">
                    <a:moveTo>
                      <a:pt x="0" y="0"/>
                    </a:moveTo>
                    <a:lnTo>
                      <a:pt x="0" y="138"/>
                    </a:lnTo>
                    <a:lnTo>
                      <a:pt x="10" y="138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2" name="Rectangle 748">
                <a:extLst>
                  <a:ext uri="{FF2B5EF4-FFF2-40B4-BE49-F238E27FC236}">
                    <a16:creationId xmlns:a16="http://schemas.microsoft.com/office/drawing/2014/main" id="{E60FE9CD-0E0D-40C8-A124-BC63FC300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3776"/>
                <a:ext cx="10" cy="1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03" name="Freeform 749">
                <a:extLst>
                  <a:ext uri="{FF2B5EF4-FFF2-40B4-BE49-F238E27FC236}">
                    <a16:creationId xmlns:a16="http://schemas.microsoft.com/office/drawing/2014/main" id="{63BF8084-7848-44C1-851F-4E3EE31C9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3776"/>
                <a:ext cx="10" cy="167"/>
              </a:xfrm>
              <a:custGeom>
                <a:avLst/>
                <a:gdLst>
                  <a:gd name="T0" fmla="*/ 0 w 10"/>
                  <a:gd name="T1" fmla="*/ 0 h 167"/>
                  <a:gd name="T2" fmla="*/ 0 w 10"/>
                  <a:gd name="T3" fmla="*/ 167 h 167"/>
                  <a:gd name="T4" fmla="*/ 10 w 10"/>
                  <a:gd name="T5" fmla="*/ 167 h 167"/>
                  <a:gd name="T6" fmla="*/ 10 w 10"/>
                  <a:gd name="T7" fmla="*/ 0 h 1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7">
                    <a:moveTo>
                      <a:pt x="0" y="0"/>
                    </a:moveTo>
                    <a:lnTo>
                      <a:pt x="0" y="167"/>
                    </a:lnTo>
                    <a:lnTo>
                      <a:pt x="10" y="167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4" name="Freeform 750">
                <a:extLst>
                  <a:ext uri="{FF2B5EF4-FFF2-40B4-BE49-F238E27FC236}">
                    <a16:creationId xmlns:a16="http://schemas.microsoft.com/office/drawing/2014/main" id="{93BF0121-9285-4EA1-A526-98C311332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465"/>
                <a:ext cx="3690" cy="88"/>
              </a:xfrm>
              <a:custGeom>
                <a:avLst/>
                <a:gdLst>
                  <a:gd name="T0" fmla="*/ 675 w 1476"/>
                  <a:gd name="T1" fmla="*/ 254 h 35"/>
                  <a:gd name="T2" fmla="*/ 1750 w 1476"/>
                  <a:gd name="T3" fmla="*/ 430 h 35"/>
                  <a:gd name="T4" fmla="*/ 2583 w 1476"/>
                  <a:gd name="T5" fmla="*/ 367 h 35"/>
                  <a:gd name="T6" fmla="*/ 3063 w 1476"/>
                  <a:gd name="T7" fmla="*/ 304 h 35"/>
                  <a:gd name="T8" fmla="*/ 3738 w 1476"/>
                  <a:gd name="T9" fmla="*/ 538 h 35"/>
                  <a:gd name="T10" fmla="*/ 4708 w 1476"/>
                  <a:gd name="T11" fmla="*/ 525 h 35"/>
                  <a:gd name="T12" fmla="*/ 5458 w 1476"/>
                  <a:gd name="T13" fmla="*/ 463 h 35"/>
                  <a:gd name="T14" fmla="*/ 6333 w 1476"/>
                  <a:gd name="T15" fmla="*/ 380 h 35"/>
                  <a:gd name="T16" fmla="*/ 6970 w 1476"/>
                  <a:gd name="T17" fmla="*/ 189 h 35"/>
                  <a:gd name="T18" fmla="*/ 8033 w 1476"/>
                  <a:gd name="T19" fmla="*/ 284 h 35"/>
                  <a:gd name="T20" fmla="*/ 8988 w 1476"/>
                  <a:gd name="T21" fmla="*/ 241 h 35"/>
                  <a:gd name="T22" fmla="*/ 10020 w 1476"/>
                  <a:gd name="T23" fmla="*/ 254 h 35"/>
                  <a:gd name="T24" fmla="*/ 10833 w 1476"/>
                  <a:gd name="T25" fmla="*/ 284 h 35"/>
                  <a:gd name="T26" fmla="*/ 11738 w 1476"/>
                  <a:gd name="T27" fmla="*/ 410 h 35"/>
                  <a:gd name="T28" fmla="*/ 12333 w 1476"/>
                  <a:gd name="T29" fmla="*/ 493 h 35"/>
                  <a:gd name="T30" fmla="*/ 12988 w 1476"/>
                  <a:gd name="T31" fmla="*/ 254 h 35"/>
                  <a:gd name="T32" fmla="*/ 13688 w 1476"/>
                  <a:gd name="T33" fmla="*/ 284 h 35"/>
                  <a:gd name="T34" fmla="*/ 14313 w 1476"/>
                  <a:gd name="T35" fmla="*/ 538 h 35"/>
                  <a:gd name="T36" fmla="*/ 15250 w 1476"/>
                  <a:gd name="T37" fmla="*/ 475 h 35"/>
                  <a:gd name="T38" fmla="*/ 16125 w 1476"/>
                  <a:gd name="T39" fmla="*/ 463 h 35"/>
                  <a:gd name="T40" fmla="*/ 16720 w 1476"/>
                  <a:gd name="T41" fmla="*/ 221 h 35"/>
                  <a:gd name="T42" fmla="*/ 17300 w 1476"/>
                  <a:gd name="T43" fmla="*/ 525 h 35"/>
                  <a:gd name="T44" fmla="*/ 18188 w 1476"/>
                  <a:gd name="T45" fmla="*/ 443 h 35"/>
                  <a:gd name="T46" fmla="*/ 18625 w 1476"/>
                  <a:gd name="T47" fmla="*/ 209 h 35"/>
                  <a:gd name="T48" fmla="*/ 19363 w 1476"/>
                  <a:gd name="T49" fmla="*/ 410 h 35"/>
                  <a:gd name="T50" fmla="*/ 20333 w 1476"/>
                  <a:gd name="T51" fmla="*/ 410 h 35"/>
                  <a:gd name="T52" fmla="*/ 21113 w 1476"/>
                  <a:gd name="T53" fmla="*/ 317 h 35"/>
                  <a:gd name="T54" fmla="*/ 21470 w 1476"/>
                  <a:gd name="T55" fmla="*/ 113 h 35"/>
                  <a:gd name="T56" fmla="*/ 21688 w 1476"/>
                  <a:gd name="T57" fmla="*/ 254 h 35"/>
                  <a:gd name="T58" fmla="*/ 22520 w 1476"/>
                  <a:gd name="T59" fmla="*/ 317 h 35"/>
                  <a:gd name="T60" fmla="*/ 22520 w 1476"/>
                  <a:gd name="T61" fmla="*/ 254 h 35"/>
                  <a:gd name="T62" fmla="*/ 21688 w 1476"/>
                  <a:gd name="T63" fmla="*/ 189 h 35"/>
                  <a:gd name="T64" fmla="*/ 21708 w 1476"/>
                  <a:gd name="T65" fmla="*/ 189 h 35"/>
                  <a:gd name="T66" fmla="*/ 21533 w 1476"/>
                  <a:gd name="T67" fmla="*/ 83 h 35"/>
                  <a:gd name="T68" fmla="*/ 21520 w 1476"/>
                  <a:gd name="T69" fmla="*/ 96 h 35"/>
                  <a:gd name="T70" fmla="*/ 21500 w 1476"/>
                  <a:gd name="T71" fmla="*/ 50 h 35"/>
                  <a:gd name="T72" fmla="*/ 20908 w 1476"/>
                  <a:gd name="T73" fmla="*/ 146 h 35"/>
                  <a:gd name="T74" fmla="*/ 20145 w 1476"/>
                  <a:gd name="T75" fmla="*/ 284 h 35"/>
                  <a:gd name="T76" fmla="*/ 19083 w 1476"/>
                  <a:gd name="T77" fmla="*/ 380 h 35"/>
                  <a:gd name="T78" fmla="*/ 18188 w 1476"/>
                  <a:gd name="T79" fmla="*/ 380 h 35"/>
                  <a:gd name="T80" fmla="*/ 17300 w 1476"/>
                  <a:gd name="T81" fmla="*/ 463 h 35"/>
                  <a:gd name="T82" fmla="*/ 16720 w 1476"/>
                  <a:gd name="T83" fmla="*/ 158 h 35"/>
                  <a:gd name="T84" fmla="*/ 16050 w 1476"/>
                  <a:gd name="T85" fmla="*/ 334 h 35"/>
                  <a:gd name="T86" fmla="*/ 15220 w 1476"/>
                  <a:gd name="T87" fmla="*/ 410 h 35"/>
                  <a:gd name="T88" fmla="*/ 14300 w 1476"/>
                  <a:gd name="T89" fmla="*/ 505 h 35"/>
                  <a:gd name="T90" fmla="*/ 13533 w 1476"/>
                  <a:gd name="T91" fmla="*/ 367 h 35"/>
                  <a:gd name="T92" fmla="*/ 12988 w 1476"/>
                  <a:gd name="T93" fmla="*/ 176 h 35"/>
                  <a:gd name="T94" fmla="*/ 12345 w 1476"/>
                  <a:gd name="T95" fmla="*/ 430 h 35"/>
                  <a:gd name="T96" fmla="*/ 11708 w 1476"/>
                  <a:gd name="T97" fmla="*/ 367 h 35"/>
                  <a:gd name="T98" fmla="*/ 10800 w 1476"/>
                  <a:gd name="T99" fmla="*/ 221 h 35"/>
                  <a:gd name="T100" fmla="*/ 10020 w 1476"/>
                  <a:gd name="T101" fmla="*/ 189 h 35"/>
                  <a:gd name="T102" fmla="*/ 8988 w 1476"/>
                  <a:gd name="T103" fmla="*/ 176 h 35"/>
                  <a:gd name="T104" fmla="*/ 8033 w 1476"/>
                  <a:gd name="T105" fmla="*/ 221 h 35"/>
                  <a:gd name="T106" fmla="*/ 6970 w 1476"/>
                  <a:gd name="T107" fmla="*/ 126 h 35"/>
                  <a:gd name="T108" fmla="*/ 6333 w 1476"/>
                  <a:gd name="T109" fmla="*/ 284 h 35"/>
                  <a:gd name="T110" fmla="*/ 5470 w 1476"/>
                  <a:gd name="T111" fmla="*/ 397 h 35"/>
                  <a:gd name="T112" fmla="*/ 4708 w 1476"/>
                  <a:gd name="T113" fmla="*/ 463 h 35"/>
                  <a:gd name="T114" fmla="*/ 3688 w 1476"/>
                  <a:gd name="T115" fmla="*/ 493 h 35"/>
                  <a:gd name="T116" fmla="*/ 3083 w 1476"/>
                  <a:gd name="T117" fmla="*/ 209 h 35"/>
                  <a:gd name="T118" fmla="*/ 2520 w 1476"/>
                  <a:gd name="T119" fmla="*/ 209 h 35"/>
                  <a:gd name="T120" fmla="*/ 1363 w 1476"/>
                  <a:gd name="T121" fmla="*/ 113 h 35"/>
                  <a:gd name="T122" fmla="*/ 458 w 1476"/>
                  <a:gd name="T123" fmla="*/ 50 h 3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476" h="35">
                    <a:moveTo>
                      <a:pt x="1" y="16"/>
                    </a:moveTo>
                    <a:cubicBezTo>
                      <a:pt x="5" y="15"/>
                      <a:pt x="8" y="12"/>
                      <a:pt x="12" y="10"/>
                    </a:cubicBezTo>
                    <a:cubicBezTo>
                      <a:pt x="16" y="8"/>
                      <a:pt x="19" y="6"/>
                      <a:pt x="23" y="6"/>
                    </a:cubicBezTo>
                    <a:cubicBezTo>
                      <a:pt x="25" y="6"/>
                      <a:pt x="26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33" y="8"/>
                      <a:pt x="36" y="11"/>
                      <a:pt x="39" y="13"/>
                    </a:cubicBezTo>
                    <a:cubicBezTo>
                      <a:pt x="40" y="14"/>
                      <a:pt x="41" y="15"/>
                      <a:pt x="43" y="16"/>
                    </a:cubicBezTo>
                    <a:cubicBezTo>
                      <a:pt x="44" y="17"/>
                      <a:pt x="46" y="17"/>
                      <a:pt x="48" y="17"/>
                    </a:cubicBezTo>
                    <a:cubicBezTo>
                      <a:pt x="51" y="17"/>
                      <a:pt x="55" y="16"/>
                      <a:pt x="60" y="13"/>
                    </a:cubicBezTo>
                    <a:cubicBezTo>
                      <a:pt x="64" y="11"/>
                      <a:pt x="67" y="9"/>
                      <a:pt x="69" y="8"/>
                    </a:cubicBezTo>
                    <a:cubicBezTo>
                      <a:pt x="71" y="7"/>
                      <a:pt x="73" y="6"/>
                      <a:pt x="74" y="6"/>
                    </a:cubicBezTo>
                    <a:cubicBezTo>
                      <a:pt x="76" y="6"/>
                      <a:pt x="80" y="7"/>
                      <a:pt x="85" y="10"/>
                    </a:cubicBezTo>
                    <a:cubicBezTo>
                      <a:pt x="94" y="15"/>
                      <a:pt x="102" y="21"/>
                      <a:pt x="111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7" y="24"/>
                      <a:pt x="123" y="20"/>
                      <a:pt x="129" y="17"/>
                    </a:cubicBezTo>
                    <a:cubicBezTo>
                      <a:pt x="133" y="15"/>
                      <a:pt x="136" y="14"/>
                      <a:pt x="139" y="12"/>
                    </a:cubicBezTo>
                    <a:cubicBezTo>
                      <a:pt x="142" y="11"/>
                      <a:pt x="144" y="11"/>
                      <a:pt x="146" y="11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50" y="11"/>
                      <a:pt x="152" y="12"/>
                      <a:pt x="155" y="13"/>
                    </a:cubicBezTo>
                    <a:cubicBezTo>
                      <a:pt x="158" y="16"/>
                      <a:pt x="162" y="20"/>
                      <a:pt x="165" y="23"/>
                    </a:cubicBezTo>
                    <a:cubicBezTo>
                      <a:pt x="167" y="25"/>
                      <a:pt x="169" y="26"/>
                      <a:pt x="171" y="28"/>
                    </a:cubicBezTo>
                    <a:cubicBezTo>
                      <a:pt x="173" y="29"/>
                      <a:pt x="175" y="30"/>
                      <a:pt x="177" y="30"/>
                    </a:cubicBezTo>
                    <a:cubicBezTo>
                      <a:pt x="178" y="30"/>
                      <a:pt x="178" y="30"/>
                      <a:pt x="178" y="30"/>
                    </a:cubicBezTo>
                    <a:cubicBezTo>
                      <a:pt x="177" y="30"/>
                      <a:pt x="177" y="30"/>
                      <a:pt x="177" y="30"/>
                    </a:cubicBezTo>
                    <a:cubicBezTo>
                      <a:pt x="178" y="30"/>
                      <a:pt x="178" y="30"/>
                      <a:pt x="178" y="30"/>
                    </a:cubicBezTo>
                    <a:cubicBezTo>
                      <a:pt x="181" y="30"/>
                      <a:pt x="184" y="29"/>
                      <a:pt x="186" y="27"/>
                    </a:cubicBezTo>
                    <a:cubicBezTo>
                      <a:pt x="190" y="25"/>
                      <a:pt x="193" y="21"/>
                      <a:pt x="196" y="19"/>
                    </a:cubicBezTo>
                    <a:cubicBezTo>
                      <a:pt x="199" y="16"/>
                      <a:pt x="203" y="14"/>
                      <a:pt x="206" y="14"/>
                    </a:cubicBezTo>
                    <a:cubicBezTo>
                      <a:pt x="207" y="14"/>
                      <a:pt x="207" y="14"/>
                      <a:pt x="207" y="14"/>
                    </a:cubicBezTo>
                    <a:cubicBezTo>
                      <a:pt x="207" y="14"/>
                      <a:pt x="207" y="14"/>
                      <a:pt x="207" y="14"/>
                    </a:cubicBezTo>
                    <a:cubicBezTo>
                      <a:pt x="211" y="15"/>
                      <a:pt x="218" y="18"/>
                      <a:pt x="223" y="21"/>
                    </a:cubicBezTo>
                    <a:cubicBezTo>
                      <a:pt x="229" y="25"/>
                      <a:pt x="234" y="30"/>
                      <a:pt x="236" y="33"/>
                    </a:cubicBezTo>
                    <a:cubicBezTo>
                      <a:pt x="237" y="35"/>
                      <a:pt x="237" y="35"/>
                      <a:pt x="237" y="35"/>
                    </a:cubicBezTo>
                    <a:cubicBezTo>
                      <a:pt x="239" y="34"/>
                      <a:pt x="239" y="34"/>
                      <a:pt x="239" y="34"/>
                    </a:cubicBezTo>
                    <a:cubicBezTo>
                      <a:pt x="242" y="31"/>
                      <a:pt x="248" y="28"/>
                      <a:pt x="254" y="25"/>
                    </a:cubicBezTo>
                    <a:cubicBezTo>
                      <a:pt x="260" y="22"/>
                      <a:pt x="266" y="19"/>
                      <a:pt x="270" y="18"/>
                    </a:cubicBezTo>
                    <a:cubicBezTo>
                      <a:pt x="271" y="18"/>
                      <a:pt x="273" y="18"/>
                      <a:pt x="274" y="18"/>
                    </a:cubicBezTo>
                    <a:cubicBezTo>
                      <a:pt x="276" y="18"/>
                      <a:pt x="278" y="19"/>
                      <a:pt x="280" y="20"/>
                    </a:cubicBezTo>
                    <a:cubicBezTo>
                      <a:pt x="283" y="21"/>
                      <a:pt x="285" y="24"/>
                      <a:pt x="288" y="27"/>
                    </a:cubicBezTo>
                    <a:cubicBezTo>
                      <a:pt x="291" y="29"/>
                      <a:pt x="295" y="32"/>
                      <a:pt x="300" y="33"/>
                    </a:cubicBezTo>
                    <a:cubicBezTo>
                      <a:pt x="300" y="33"/>
                      <a:pt x="301" y="33"/>
                      <a:pt x="301" y="33"/>
                    </a:cubicBezTo>
                    <a:cubicBezTo>
                      <a:pt x="304" y="33"/>
                      <a:pt x="307" y="32"/>
                      <a:pt x="309" y="30"/>
                    </a:cubicBezTo>
                    <a:cubicBezTo>
                      <a:pt x="313" y="28"/>
                      <a:pt x="316" y="24"/>
                      <a:pt x="319" y="22"/>
                    </a:cubicBezTo>
                    <a:cubicBezTo>
                      <a:pt x="320" y="21"/>
                      <a:pt x="322" y="19"/>
                      <a:pt x="323" y="19"/>
                    </a:cubicBezTo>
                    <a:cubicBezTo>
                      <a:pt x="325" y="18"/>
                      <a:pt x="326" y="17"/>
                      <a:pt x="328" y="17"/>
                    </a:cubicBezTo>
                    <a:cubicBezTo>
                      <a:pt x="328" y="17"/>
                      <a:pt x="328" y="17"/>
                      <a:pt x="329" y="18"/>
                    </a:cubicBezTo>
                    <a:cubicBezTo>
                      <a:pt x="333" y="18"/>
                      <a:pt x="335" y="20"/>
                      <a:pt x="338" y="22"/>
                    </a:cubicBezTo>
                    <a:cubicBezTo>
                      <a:pt x="342" y="25"/>
                      <a:pt x="345" y="27"/>
                      <a:pt x="349" y="29"/>
                    </a:cubicBezTo>
                    <a:cubicBezTo>
                      <a:pt x="352" y="30"/>
                      <a:pt x="354" y="31"/>
                      <a:pt x="357" y="31"/>
                    </a:cubicBezTo>
                    <a:cubicBezTo>
                      <a:pt x="363" y="31"/>
                      <a:pt x="368" y="28"/>
                      <a:pt x="374" y="25"/>
                    </a:cubicBezTo>
                    <a:cubicBezTo>
                      <a:pt x="377" y="23"/>
                      <a:pt x="379" y="21"/>
                      <a:pt x="381" y="20"/>
                    </a:cubicBezTo>
                    <a:cubicBezTo>
                      <a:pt x="384" y="18"/>
                      <a:pt x="386" y="16"/>
                      <a:pt x="388" y="16"/>
                    </a:cubicBezTo>
                    <a:cubicBezTo>
                      <a:pt x="389" y="16"/>
                      <a:pt x="390" y="16"/>
                      <a:pt x="391" y="16"/>
                    </a:cubicBezTo>
                    <a:cubicBezTo>
                      <a:pt x="393" y="16"/>
                      <a:pt x="394" y="16"/>
                      <a:pt x="396" y="17"/>
                    </a:cubicBezTo>
                    <a:cubicBezTo>
                      <a:pt x="399" y="19"/>
                      <a:pt x="402" y="21"/>
                      <a:pt x="405" y="24"/>
                    </a:cubicBezTo>
                    <a:cubicBezTo>
                      <a:pt x="408" y="27"/>
                      <a:pt x="411" y="30"/>
                      <a:pt x="414" y="32"/>
                    </a:cubicBezTo>
                    <a:cubicBezTo>
                      <a:pt x="415" y="33"/>
                      <a:pt x="415" y="33"/>
                      <a:pt x="415" y="33"/>
                    </a:cubicBezTo>
                    <a:cubicBezTo>
                      <a:pt x="416" y="32"/>
                      <a:pt x="416" y="32"/>
                      <a:pt x="416" y="32"/>
                    </a:cubicBezTo>
                    <a:cubicBezTo>
                      <a:pt x="420" y="30"/>
                      <a:pt x="425" y="25"/>
                      <a:pt x="431" y="20"/>
                    </a:cubicBezTo>
                    <a:cubicBezTo>
                      <a:pt x="433" y="18"/>
                      <a:pt x="436" y="16"/>
                      <a:pt x="439" y="14"/>
                    </a:cubicBezTo>
                    <a:cubicBezTo>
                      <a:pt x="441" y="13"/>
                      <a:pt x="443" y="12"/>
                      <a:pt x="445" y="12"/>
                    </a:cubicBezTo>
                    <a:cubicBezTo>
                      <a:pt x="445" y="12"/>
                      <a:pt x="445" y="12"/>
                      <a:pt x="446" y="12"/>
                    </a:cubicBezTo>
                    <a:cubicBezTo>
                      <a:pt x="448" y="12"/>
                      <a:pt x="450" y="12"/>
                      <a:pt x="452" y="14"/>
                    </a:cubicBezTo>
                    <a:cubicBezTo>
                      <a:pt x="456" y="16"/>
                      <a:pt x="459" y="19"/>
                      <a:pt x="463" y="22"/>
                    </a:cubicBezTo>
                    <a:cubicBezTo>
                      <a:pt x="466" y="25"/>
                      <a:pt x="470" y="29"/>
                      <a:pt x="474" y="30"/>
                    </a:cubicBezTo>
                    <a:cubicBezTo>
                      <a:pt x="476" y="31"/>
                      <a:pt x="478" y="32"/>
                      <a:pt x="480" y="32"/>
                    </a:cubicBezTo>
                    <a:cubicBezTo>
                      <a:pt x="486" y="32"/>
                      <a:pt x="490" y="29"/>
                      <a:pt x="495" y="26"/>
                    </a:cubicBezTo>
                    <a:cubicBezTo>
                      <a:pt x="499" y="24"/>
                      <a:pt x="504" y="21"/>
                      <a:pt x="508" y="19"/>
                    </a:cubicBezTo>
                    <a:cubicBezTo>
                      <a:pt x="512" y="18"/>
                      <a:pt x="514" y="18"/>
                      <a:pt x="514" y="18"/>
                    </a:cubicBezTo>
                    <a:cubicBezTo>
                      <a:pt x="515" y="18"/>
                      <a:pt x="515" y="18"/>
                      <a:pt x="515" y="18"/>
                    </a:cubicBezTo>
                    <a:cubicBezTo>
                      <a:pt x="515" y="18"/>
                      <a:pt x="516" y="18"/>
                      <a:pt x="517" y="19"/>
                    </a:cubicBezTo>
                    <a:cubicBezTo>
                      <a:pt x="518" y="20"/>
                      <a:pt x="519" y="21"/>
                      <a:pt x="521" y="22"/>
                    </a:cubicBezTo>
                    <a:cubicBezTo>
                      <a:pt x="528" y="27"/>
                      <a:pt x="534" y="29"/>
                      <a:pt x="538" y="29"/>
                    </a:cubicBezTo>
                    <a:cubicBezTo>
                      <a:pt x="544" y="29"/>
                      <a:pt x="548" y="27"/>
                      <a:pt x="552" y="24"/>
                    </a:cubicBezTo>
                    <a:cubicBezTo>
                      <a:pt x="557" y="21"/>
                      <a:pt x="562" y="18"/>
                      <a:pt x="569" y="16"/>
                    </a:cubicBezTo>
                    <a:cubicBezTo>
                      <a:pt x="571" y="16"/>
                      <a:pt x="573" y="15"/>
                      <a:pt x="575" y="15"/>
                    </a:cubicBezTo>
                    <a:cubicBezTo>
                      <a:pt x="577" y="15"/>
                      <a:pt x="579" y="16"/>
                      <a:pt x="581" y="17"/>
                    </a:cubicBezTo>
                    <a:cubicBezTo>
                      <a:pt x="584" y="18"/>
                      <a:pt x="586" y="20"/>
                      <a:pt x="590" y="23"/>
                    </a:cubicBezTo>
                    <a:cubicBezTo>
                      <a:pt x="593" y="25"/>
                      <a:pt x="595" y="26"/>
                      <a:pt x="597" y="28"/>
                    </a:cubicBezTo>
                    <a:cubicBezTo>
                      <a:pt x="600" y="30"/>
                      <a:pt x="602" y="31"/>
                      <a:pt x="605" y="31"/>
                    </a:cubicBezTo>
                    <a:cubicBezTo>
                      <a:pt x="607" y="31"/>
                      <a:pt x="610" y="30"/>
                      <a:pt x="613" y="29"/>
                    </a:cubicBezTo>
                    <a:cubicBezTo>
                      <a:pt x="618" y="27"/>
                      <a:pt x="623" y="24"/>
                      <a:pt x="627" y="22"/>
                    </a:cubicBezTo>
                    <a:cubicBezTo>
                      <a:pt x="632" y="19"/>
                      <a:pt x="637" y="17"/>
                      <a:pt x="641" y="16"/>
                    </a:cubicBezTo>
                    <a:cubicBezTo>
                      <a:pt x="641" y="16"/>
                      <a:pt x="642" y="16"/>
                      <a:pt x="642" y="16"/>
                    </a:cubicBezTo>
                    <a:cubicBezTo>
                      <a:pt x="646" y="16"/>
                      <a:pt x="650" y="18"/>
                      <a:pt x="655" y="20"/>
                    </a:cubicBezTo>
                    <a:cubicBezTo>
                      <a:pt x="659" y="22"/>
                      <a:pt x="663" y="24"/>
                      <a:pt x="667" y="26"/>
                    </a:cubicBezTo>
                    <a:cubicBezTo>
                      <a:pt x="671" y="28"/>
                      <a:pt x="674" y="28"/>
                      <a:pt x="677" y="28"/>
                    </a:cubicBezTo>
                    <a:cubicBezTo>
                      <a:pt x="678" y="28"/>
                      <a:pt x="680" y="28"/>
                      <a:pt x="681" y="27"/>
                    </a:cubicBezTo>
                    <a:cubicBezTo>
                      <a:pt x="683" y="26"/>
                      <a:pt x="684" y="25"/>
                      <a:pt x="686" y="23"/>
                    </a:cubicBezTo>
                    <a:cubicBezTo>
                      <a:pt x="687" y="22"/>
                      <a:pt x="690" y="20"/>
                      <a:pt x="693" y="18"/>
                    </a:cubicBezTo>
                    <a:cubicBezTo>
                      <a:pt x="697" y="15"/>
                      <a:pt x="700" y="14"/>
                      <a:pt x="703" y="14"/>
                    </a:cubicBezTo>
                    <a:cubicBezTo>
                      <a:pt x="708" y="14"/>
                      <a:pt x="713" y="16"/>
                      <a:pt x="717" y="19"/>
                    </a:cubicBezTo>
                    <a:cubicBezTo>
                      <a:pt x="722" y="21"/>
                      <a:pt x="727" y="25"/>
                      <a:pt x="732" y="27"/>
                    </a:cubicBezTo>
                    <a:cubicBezTo>
                      <a:pt x="734" y="28"/>
                      <a:pt x="735" y="29"/>
                      <a:pt x="737" y="30"/>
                    </a:cubicBezTo>
                    <a:cubicBezTo>
                      <a:pt x="738" y="31"/>
                      <a:pt x="739" y="31"/>
                      <a:pt x="741" y="31"/>
                    </a:cubicBezTo>
                    <a:cubicBezTo>
                      <a:pt x="742" y="31"/>
                      <a:pt x="744" y="31"/>
                      <a:pt x="745" y="30"/>
                    </a:cubicBezTo>
                    <a:cubicBezTo>
                      <a:pt x="747" y="29"/>
                      <a:pt x="748" y="28"/>
                      <a:pt x="751" y="26"/>
                    </a:cubicBezTo>
                    <a:cubicBezTo>
                      <a:pt x="759" y="22"/>
                      <a:pt x="767" y="17"/>
                      <a:pt x="775" y="13"/>
                    </a:cubicBezTo>
                    <a:cubicBezTo>
                      <a:pt x="774" y="11"/>
                      <a:pt x="774" y="11"/>
                      <a:pt x="774" y="11"/>
                    </a:cubicBezTo>
                    <a:cubicBezTo>
                      <a:pt x="773" y="12"/>
                      <a:pt x="773" y="12"/>
                      <a:pt x="773" y="12"/>
                    </a:cubicBezTo>
                    <a:cubicBezTo>
                      <a:pt x="775" y="15"/>
                      <a:pt x="779" y="17"/>
                      <a:pt x="782" y="20"/>
                    </a:cubicBezTo>
                    <a:cubicBezTo>
                      <a:pt x="784" y="23"/>
                      <a:pt x="787" y="27"/>
                      <a:pt x="788" y="30"/>
                    </a:cubicBezTo>
                    <a:cubicBezTo>
                      <a:pt x="788" y="31"/>
                      <a:pt x="788" y="31"/>
                      <a:pt x="788" y="31"/>
                    </a:cubicBezTo>
                    <a:cubicBezTo>
                      <a:pt x="789" y="31"/>
                      <a:pt x="789" y="31"/>
                      <a:pt x="789" y="31"/>
                    </a:cubicBezTo>
                    <a:cubicBezTo>
                      <a:pt x="790" y="31"/>
                      <a:pt x="791" y="32"/>
                      <a:pt x="792" y="32"/>
                    </a:cubicBezTo>
                    <a:cubicBezTo>
                      <a:pt x="796" y="32"/>
                      <a:pt x="799" y="30"/>
                      <a:pt x="801" y="28"/>
                    </a:cubicBezTo>
                    <a:cubicBezTo>
                      <a:pt x="806" y="25"/>
                      <a:pt x="809" y="22"/>
                      <a:pt x="813" y="18"/>
                    </a:cubicBezTo>
                    <a:cubicBezTo>
                      <a:pt x="814" y="17"/>
                      <a:pt x="816" y="15"/>
                      <a:pt x="818" y="14"/>
                    </a:cubicBezTo>
                    <a:cubicBezTo>
                      <a:pt x="820" y="13"/>
                      <a:pt x="821" y="13"/>
                      <a:pt x="823" y="13"/>
                    </a:cubicBezTo>
                    <a:cubicBezTo>
                      <a:pt x="823" y="13"/>
                      <a:pt x="823" y="13"/>
                      <a:pt x="823" y="13"/>
                    </a:cubicBezTo>
                    <a:cubicBezTo>
                      <a:pt x="826" y="13"/>
                      <a:pt x="828" y="14"/>
                      <a:pt x="831" y="16"/>
                    </a:cubicBezTo>
                    <a:cubicBezTo>
                      <a:pt x="834" y="18"/>
                      <a:pt x="838" y="22"/>
                      <a:pt x="842" y="26"/>
                    </a:cubicBezTo>
                    <a:cubicBezTo>
                      <a:pt x="844" y="27"/>
                      <a:pt x="846" y="29"/>
                      <a:pt x="848" y="30"/>
                    </a:cubicBezTo>
                    <a:cubicBezTo>
                      <a:pt x="850" y="31"/>
                      <a:pt x="853" y="32"/>
                      <a:pt x="855" y="32"/>
                    </a:cubicBezTo>
                    <a:cubicBezTo>
                      <a:pt x="856" y="32"/>
                      <a:pt x="856" y="32"/>
                      <a:pt x="856" y="32"/>
                    </a:cubicBezTo>
                    <a:cubicBezTo>
                      <a:pt x="856" y="32"/>
                      <a:pt x="856" y="32"/>
                      <a:pt x="856" y="32"/>
                    </a:cubicBezTo>
                    <a:cubicBezTo>
                      <a:pt x="859" y="32"/>
                      <a:pt x="862" y="31"/>
                      <a:pt x="865" y="29"/>
                    </a:cubicBezTo>
                    <a:cubicBezTo>
                      <a:pt x="869" y="26"/>
                      <a:pt x="873" y="22"/>
                      <a:pt x="876" y="18"/>
                    </a:cubicBezTo>
                    <a:cubicBezTo>
                      <a:pt x="880" y="15"/>
                      <a:pt x="883" y="12"/>
                      <a:pt x="886" y="12"/>
                    </a:cubicBezTo>
                    <a:cubicBezTo>
                      <a:pt x="887" y="12"/>
                      <a:pt x="887" y="12"/>
                      <a:pt x="887" y="12"/>
                    </a:cubicBezTo>
                    <a:cubicBezTo>
                      <a:pt x="888" y="12"/>
                      <a:pt x="891" y="13"/>
                      <a:pt x="893" y="14"/>
                    </a:cubicBezTo>
                    <a:cubicBezTo>
                      <a:pt x="897" y="17"/>
                      <a:pt x="901" y="21"/>
                      <a:pt x="904" y="24"/>
                    </a:cubicBezTo>
                    <a:cubicBezTo>
                      <a:pt x="908" y="28"/>
                      <a:pt x="911" y="32"/>
                      <a:pt x="914" y="34"/>
                    </a:cubicBezTo>
                    <a:cubicBezTo>
                      <a:pt x="915" y="35"/>
                      <a:pt x="915" y="35"/>
                      <a:pt x="915" y="35"/>
                    </a:cubicBezTo>
                    <a:cubicBezTo>
                      <a:pt x="916" y="34"/>
                      <a:pt x="916" y="34"/>
                      <a:pt x="916" y="34"/>
                    </a:cubicBezTo>
                    <a:cubicBezTo>
                      <a:pt x="921" y="31"/>
                      <a:pt x="926" y="27"/>
                      <a:pt x="931" y="23"/>
                    </a:cubicBezTo>
                    <a:cubicBezTo>
                      <a:pt x="937" y="19"/>
                      <a:pt x="942" y="15"/>
                      <a:pt x="947" y="15"/>
                    </a:cubicBezTo>
                    <a:cubicBezTo>
                      <a:pt x="948" y="15"/>
                      <a:pt x="948" y="15"/>
                      <a:pt x="948" y="15"/>
                    </a:cubicBezTo>
                    <a:cubicBezTo>
                      <a:pt x="950" y="15"/>
                      <a:pt x="952" y="16"/>
                      <a:pt x="954" y="17"/>
                    </a:cubicBezTo>
                    <a:cubicBezTo>
                      <a:pt x="957" y="19"/>
                      <a:pt x="960" y="21"/>
                      <a:pt x="963" y="24"/>
                    </a:cubicBezTo>
                    <a:cubicBezTo>
                      <a:pt x="966" y="27"/>
                      <a:pt x="969" y="29"/>
                      <a:pt x="973" y="30"/>
                    </a:cubicBezTo>
                    <a:cubicBezTo>
                      <a:pt x="974" y="30"/>
                      <a:pt x="975" y="30"/>
                      <a:pt x="976" y="30"/>
                    </a:cubicBezTo>
                    <a:cubicBezTo>
                      <a:pt x="979" y="30"/>
                      <a:pt x="982" y="29"/>
                      <a:pt x="984" y="28"/>
                    </a:cubicBezTo>
                    <a:cubicBezTo>
                      <a:pt x="988" y="26"/>
                      <a:pt x="991" y="23"/>
                      <a:pt x="994" y="21"/>
                    </a:cubicBezTo>
                    <a:cubicBezTo>
                      <a:pt x="997" y="18"/>
                      <a:pt x="1000" y="16"/>
                      <a:pt x="1003" y="15"/>
                    </a:cubicBezTo>
                    <a:cubicBezTo>
                      <a:pt x="1004" y="15"/>
                      <a:pt x="1005" y="15"/>
                      <a:pt x="1006" y="15"/>
                    </a:cubicBezTo>
                    <a:cubicBezTo>
                      <a:pt x="1009" y="15"/>
                      <a:pt x="1012" y="16"/>
                      <a:pt x="1015" y="18"/>
                    </a:cubicBezTo>
                    <a:cubicBezTo>
                      <a:pt x="1019" y="20"/>
                      <a:pt x="1022" y="22"/>
                      <a:pt x="1025" y="24"/>
                    </a:cubicBezTo>
                    <a:cubicBezTo>
                      <a:pt x="1028" y="26"/>
                      <a:pt x="1030" y="28"/>
                      <a:pt x="1032" y="29"/>
                    </a:cubicBezTo>
                    <a:cubicBezTo>
                      <a:pt x="1033" y="30"/>
                      <a:pt x="1035" y="31"/>
                      <a:pt x="1038" y="31"/>
                    </a:cubicBezTo>
                    <a:cubicBezTo>
                      <a:pt x="1040" y="31"/>
                      <a:pt x="1042" y="30"/>
                      <a:pt x="1046" y="29"/>
                    </a:cubicBezTo>
                    <a:cubicBezTo>
                      <a:pt x="1048" y="28"/>
                      <a:pt x="1050" y="27"/>
                      <a:pt x="1052" y="25"/>
                    </a:cubicBezTo>
                    <a:cubicBezTo>
                      <a:pt x="1055" y="23"/>
                      <a:pt x="1059" y="20"/>
                      <a:pt x="1062" y="18"/>
                    </a:cubicBezTo>
                    <a:cubicBezTo>
                      <a:pt x="1064" y="17"/>
                      <a:pt x="1066" y="16"/>
                      <a:pt x="1067" y="15"/>
                    </a:cubicBezTo>
                    <a:cubicBezTo>
                      <a:pt x="1068" y="14"/>
                      <a:pt x="1070" y="14"/>
                      <a:pt x="1070" y="14"/>
                    </a:cubicBezTo>
                    <a:cubicBezTo>
                      <a:pt x="1070" y="14"/>
                      <a:pt x="1070" y="14"/>
                      <a:pt x="1070" y="14"/>
                    </a:cubicBezTo>
                    <a:cubicBezTo>
                      <a:pt x="1070" y="14"/>
                      <a:pt x="1070" y="14"/>
                      <a:pt x="1070" y="14"/>
                    </a:cubicBezTo>
                    <a:cubicBezTo>
                      <a:pt x="1070" y="14"/>
                      <a:pt x="1070" y="14"/>
                      <a:pt x="1070" y="14"/>
                    </a:cubicBezTo>
                    <a:cubicBezTo>
                      <a:pt x="1071" y="14"/>
                      <a:pt x="1073" y="14"/>
                      <a:pt x="1075" y="15"/>
                    </a:cubicBezTo>
                    <a:cubicBezTo>
                      <a:pt x="1079" y="17"/>
                      <a:pt x="1082" y="20"/>
                      <a:pt x="1086" y="22"/>
                    </a:cubicBezTo>
                    <a:cubicBezTo>
                      <a:pt x="1090" y="25"/>
                      <a:pt x="1093" y="27"/>
                      <a:pt x="1095" y="28"/>
                    </a:cubicBezTo>
                    <a:cubicBezTo>
                      <a:pt x="1098" y="29"/>
                      <a:pt x="1100" y="31"/>
                      <a:pt x="1102" y="31"/>
                    </a:cubicBezTo>
                    <a:cubicBezTo>
                      <a:pt x="1103" y="32"/>
                      <a:pt x="1105" y="33"/>
                      <a:pt x="1107" y="33"/>
                    </a:cubicBezTo>
                    <a:cubicBezTo>
                      <a:pt x="1109" y="33"/>
                      <a:pt x="1112" y="32"/>
                      <a:pt x="1116" y="30"/>
                    </a:cubicBezTo>
                    <a:cubicBezTo>
                      <a:pt x="1119" y="28"/>
                      <a:pt x="1123" y="26"/>
                      <a:pt x="1126" y="23"/>
                    </a:cubicBezTo>
                    <a:cubicBezTo>
                      <a:pt x="1130" y="21"/>
                      <a:pt x="1134" y="19"/>
                      <a:pt x="1136" y="19"/>
                    </a:cubicBezTo>
                    <a:cubicBezTo>
                      <a:pt x="1137" y="19"/>
                      <a:pt x="1137" y="19"/>
                      <a:pt x="1137" y="19"/>
                    </a:cubicBezTo>
                    <a:cubicBezTo>
                      <a:pt x="1141" y="19"/>
                      <a:pt x="1145" y="21"/>
                      <a:pt x="1148" y="24"/>
                    </a:cubicBezTo>
                    <a:cubicBezTo>
                      <a:pt x="1152" y="26"/>
                      <a:pt x="1156" y="28"/>
                      <a:pt x="1161" y="28"/>
                    </a:cubicBezTo>
                    <a:cubicBezTo>
                      <a:pt x="1162" y="28"/>
                      <a:pt x="1163" y="28"/>
                      <a:pt x="1164" y="28"/>
                    </a:cubicBezTo>
                    <a:cubicBezTo>
                      <a:pt x="1170" y="26"/>
                      <a:pt x="1174" y="23"/>
                      <a:pt x="1178" y="20"/>
                    </a:cubicBezTo>
                    <a:cubicBezTo>
                      <a:pt x="1183" y="16"/>
                      <a:pt x="1187" y="14"/>
                      <a:pt x="1192" y="14"/>
                    </a:cubicBezTo>
                    <a:cubicBezTo>
                      <a:pt x="1192" y="14"/>
                      <a:pt x="1192" y="14"/>
                      <a:pt x="1192" y="14"/>
                    </a:cubicBezTo>
                    <a:cubicBezTo>
                      <a:pt x="1192" y="13"/>
                      <a:pt x="1192" y="13"/>
                      <a:pt x="1192" y="13"/>
                    </a:cubicBezTo>
                    <a:cubicBezTo>
                      <a:pt x="1192" y="14"/>
                      <a:pt x="1192" y="14"/>
                      <a:pt x="1192" y="14"/>
                    </a:cubicBezTo>
                    <a:cubicBezTo>
                      <a:pt x="1192" y="14"/>
                      <a:pt x="1192" y="14"/>
                      <a:pt x="1192" y="14"/>
                    </a:cubicBezTo>
                    <a:cubicBezTo>
                      <a:pt x="1192" y="13"/>
                      <a:pt x="1192" y="13"/>
                      <a:pt x="1192" y="13"/>
                    </a:cubicBezTo>
                    <a:cubicBezTo>
                      <a:pt x="1192" y="14"/>
                      <a:pt x="1192" y="14"/>
                      <a:pt x="1192" y="14"/>
                    </a:cubicBezTo>
                    <a:cubicBezTo>
                      <a:pt x="1192" y="14"/>
                      <a:pt x="1192" y="14"/>
                      <a:pt x="1192" y="14"/>
                    </a:cubicBezTo>
                    <a:cubicBezTo>
                      <a:pt x="1192" y="14"/>
                      <a:pt x="1192" y="14"/>
                      <a:pt x="1192" y="14"/>
                    </a:cubicBezTo>
                    <a:cubicBezTo>
                      <a:pt x="1195" y="14"/>
                      <a:pt x="1200" y="16"/>
                      <a:pt x="1205" y="20"/>
                    </a:cubicBezTo>
                    <a:cubicBezTo>
                      <a:pt x="1209" y="23"/>
                      <a:pt x="1214" y="26"/>
                      <a:pt x="1219" y="28"/>
                    </a:cubicBezTo>
                    <a:cubicBezTo>
                      <a:pt x="1222" y="29"/>
                      <a:pt x="1224" y="29"/>
                      <a:pt x="1227" y="29"/>
                    </a:cubicBezTo>
                    <a:cubicBezTo>
                      <a:pt x="1231" y="29"/>
                      <a:pt x="1235" y="28"/>
                      <a:pt x="1239" y="26"/>
                    </a:cubicBezTo>
                    <a:cubicBezTo>
                      <a:pt x="1243" y="23"/>
                      <a:pt x="1247" y="21"/>
                      <a:pt x="1251" y="18"/>
                    </a:cubicBezTo>
                    <a:cubicBezTo>
                      <a:pt x="1255" y="16"/>
                      <a:pt x="1257" y="14"/>
                      <a:pt x="1259" y="13"/>
                    </a:cubicBezTo>
                    <a:cubicBezTo>
                      <a:pt x="1262" y="12"/>
                      <a:pt x="1263" y="12"/>
                      <a:pt x="1265" y="12"/>
                    </a:cubicBezTo>
                    <a:cubicBezTo>
                      <a:pt x="1267" y="12"/>
                      <a:pt x="1271" y="13"/>
                      <a:pt x="1276" y="16"/>
                    </a:cubicBezTo>
                    <a:cubicBezTo>
                      <a:pt x="1279" y="17"/>
                      <a:pt x="1283" y="20"/>
                      <a:pt x="1287" y="22"/>
                    </a:cubicBezTo>
                    <a:cubicBezTo>
                      <a:pt x="1291" y="24"/>
                      <a:pt x="1295" y="26"/>
                      <a:pt x="1299" y="26"/>
                    </a:cubicBezTo>
                    <a:cubicBezTo>
                      <a:pt x="1300" y="26"/>
                      <a:pt x="1301" y="26"/>
                      <a:pt x="1301" y="26"/>
                    </a:cubicBezTo>
                    <a:cubicBezTo>
                      <a:pt x="1304" y="25"/>
                      <a:pt x="1306" y="24"/>
                      <a:pt x="1309" y="22"/>
                    </a:cubicBezTo>
                    <a:cubicBezTo>
                      <a:pt x="1312" y="20"/>
                      <a:pt x="1315" y="16"/>
                      <a:pt x="1318" y="14"/>
                    </a:cubicBezTo>
                    <a:cubicBezTo>
                      <a:pt x="1321" y="11"/>
                      <a:pt x="1324" y="10"/>
                      <a:pt x="1327" y="10"/>
                    </a:cubicBezTo>
                    <a:cubicBezTo>
                      <a:pt x="1328" y="10"/>
                      <a:pt x="1328" y="10"/>
                      <a:pt x="1328" y="10"/>
                    </a:cubicBezTo>
                    <a:cubicBezTo>
                      <a:pt x="1331" y="10"/>
                      <a:pt x="1335" y="12"/>
                      <a:pt x="1338" y="14"/>
                    </a:cubicBezTo>
                    <a:cubicBezTo>
                      <a:pt x="1340" y="15"/>
                      <a:pt x="1342" y="17"/>
                      <a:pt x="1344" y="18"/>
                    </a:cubicBezTo>
                    <a:cubicBezTo>
                      <a:pt x="1346" y="19"/>
                      <a:pt x="1349" y="20"/>
                      <a:pt x="1351" y="20"/>
                    </a:cubicBezTo>
                    <a:cubicBezTo>
                      <a:pt x="1352" y="20"/>
                      <a:pt x="1352" y="20"/>
                      <a:pt x="1353" y="19"/>
                    </a:cubicBezTo>
                    <a:cubicBezTo>
                      <a:pt x="1353" y="19"/>
                      <a:pt x="1353" y="19"/>
                      <a:pt x="1353" y="19"/>
                    </a:cubicBezTo>
                    <a:cubicBezTo>
                      <a:pt x="1357" y="19"/>
                      <a:pt x="1361" y="16"/>
                      <a:pt x="1365" y="13"/>
                    </a:cubicBezTo>
                    <a:cubicBezTo>
                      <a:pt x="1369" y="10"/>
                      <a:pt x="1372" y="7"/>
                      <a:pt x="1376" y="7"/>
                    </a:cubicBezTo>
                    <a:cubicBezTo>
                      <a:pt x="1376" y="5"/>
                      <a:pt x="1376" y="5"/>
                      <a:pt x="1376" y="5"/>
                    </a:cubicBezTo>
                    <a:cubicBezTo>
                      <a:pt x="1374" y="5"/>
                      <a:pt x="1374" y="5"/>
                      <a:pt x="1374" y="5"/>
                    </a:cubicBezTo>
                    <a:cubicBezTo>
                      <a:pt x="1374" y="6"/>
                      <a:pt x="1374" y="6"/>
                      <a:pt x="1374" y="7"/>
                    </a:cubicBezTo>
                    <a:cubicBezTo>
                      <a:pt x="1374" y="7"/>
                      <a:pt x="1375" y="7"/>
                      <a:pt x="1375" y="8"/>
                    </a:cubicBezTo>
                    <a:cubicBezTo>
                      <a:pt x="1375" y="8"/>
                      <a:pt x="1375" y="8"/>
                      <a:pt x="1375" y="8"/>
                    </a:cubicBezTo>
                    <a:cubicBezTo>
                      <a:pt x="1376" y="9"/>
                      <a:pt x="1377" y="9"/>
                      <a:pt x="1378" y="10"/>
                    </a:cubicBezTo>
                    <a:cubicBezTo>
                      <a:pt x="1379" y="11"/>
                      <a:pt x="1382" y="13"/>
                      <a:pt x="1383" y="14"/>
                    </a:cubicBezTo>
                    <a:cubicBezTo>
                      <a:pt x="1384" y="14"/>
                      <a:pt x="1385" y="15"/>
                      <a:pt x="1386" y="15"/>
                    </a:cubicBezTo>
                    <a:cubicBezTo>
                      <a:pt x="1387" y="16"/>
                      <a:pt x="1387" y="16"/>
                      <a:pt x="1387" y="16"/>
                    </a:cubicBezTo>
                    <a:cubicBezTo>
                      <a:pt x="1387" y="16"/>
                      <a:pt x="1387" y="16"/>
                      <a:pt x="1388" y="16"/>
                    </a:cubicBezTo>
                    <a:cubicBezTo>
                      <a:pt x="1389" y="16"/>
                      <a:pt x="1389" y="16"/>
                      <a:pt x="1389" y="16"/>
                    </a:cubicBezTo>
                    <a:cubicBezTo>
                      <a:pt x="1393" y="16"/>
                      <a:pt x="1395" y="14"/>
                      <a:pt x="1398" y="12"/>
                    </a:cubicBezTo>
                    <a:cubicBezTo>
                      <a:pt x="1400" y="11"/>
                      <a:pt x="1402" y="9"/>
                      <a:pt x="1404" y="8"/>
                    </a:cubicBezTo>
                    <a:cubicBezTo>
                      <a:pt x="1406" y="8"/>
                      <a:pt x="1408" y="7"/>
                      <a:pt x="1410" y="7"/>
                    </a:cubicBezTo>
                    <a:cubicBezTo>
                      <a:pt x="1413" y="7"/>
                      <a:pt x="1417" y="8"/>
                      <a:pt x="1420" y="10"/>
                    </a:cubicBezTo>
                    <a:cubicBezTo>
                      <a:pt x="1424" y="12"/>
                      <a:pt x="1428" y="15"/>
                      <a:pt x="1432" y="17"/>
                    </a:cubicBezTo>
                    <a:cubicBezTo>
                      <a:pt x="1435" y="19"/>
                      <a:pt x="1438" y="20"/>
                      <a:pt x="1441" y="20"/>
                    </a:cubicBezTo>
                    <a:cubicBezTo>
                      <a:pt x="1443" y="20"/>
                      <a:pt x="1445" y="19"/>
                      <a:pt x="1447" y="18"/>
                    </a:cubicBezTo>
                    <a:cubicBezTo>
                      <a:pt x="1449" y="17"/>
                      <a:pt x="1452" y="15"/>
                      <a:pt x="1455" y="13"/>
                    </a:cubicBezTo>
                    <a:cubicBezTo>
                      <a:pt x="1462" y="10"/>
                      <a:pt x="1469" y="7"/>
                      <a:pt x="1476" y="4"/>
                    </a:cubicBezTo>
                    <a:cubicBezTo>
                      <a:pt x="1474" y="0"/>
                      <a:pt x="1474" y="0"/>
                      <a:pt x="1474" y="0"/>
                    </a:cubicBezTo>
                    <a:cubicBezTo>
                      <a:pt x="1467" y="3"/>
                      <a:pt x="1460" y="7"/>
                      <a:pt x="1453" y="10"/>
                    </a:cubicBezTo>
                    <a:cubicBezTo>
                      <a:pt x="1450" y="12"/>
                      <a:pt x="1447" y="13"/>
                      <a:pt x="1445" y="15"/>
                    </a:cubicBezTo>
                    <a:cubicBezTo>
                      <a:pt x="1443" y="16"/>
                      <a:pt x="1442" y="16"/>
                      <a:pt x="1441" y="16"/>
                    </a:cubicBezTo>
                    <a:cubicBezTo>
                      <a:pt x="1439" y="16"/>
                      <a:pt x="1437" y="16"/>
                      <a:pt x="1434" y="14"/>
                    </a:cubicBezTo>
                    <a:cubicBezTo>
                      <a:pt x="1430" y="11"/>
                      <a:pt x="1426" y="9"/>
                      <a:pt x="1422" y="7"/>
                    </a:cubicBezTo>
                    <a:cubicBezTo>
                      <a:pt x="1418" y="5"/>
                      <a:pt x="1414" y="3"/>
                      <a:pt x="1410" y="3"/>
                    </a:cubicBezTo>
                    <a:cubicBezTo>
                      <a:pt x="1407" y="3"/>
                      <a:pt x="1405" y="4"/>
                      <a:pt x="1403" y="4"/>
                    </a:cubicBezTo>
                    <a:cubicBezTo>
                      <a:pt x="1399" y="6"/>
                      <a:pt x="1397" y="8"/>
                      <a:pt x="1395" y="9"/>
                    </a:cubicBezTo>
                    <a:cubicBezTo>
                      <a:pt x="1393" y="11"/>
                      <a:pt x="1391" y="12"/>
                      <a:pt x="1389" y="12"/>
                    </a:cubicBezTo>
                    <a:cubicBezTo>
                      <a:pt x="1388" y="12"/>
                      <a:pt x="1388" y="12"/>
                      <a:pt x="1388" y="12"/>
                    </a:cubicBezTo>
                    <a:cubicBezTo>
                      <a:pt x="1388" y="13"/>
                      <a:pt x="1388" y="13"/>
                      <a:pt x="1388" y="13"/>
                    </a:cubicBezTo>
                    <a:cubicBezTo>
                      <a:pt x="1389" y="12"/>
                      <a:pt x="1389" y="12"/>
                      <a:pt x="1389" y="12"/>
                    </a:cubicBezTo>
                    <a:cubicBezTo>
                      <a:pt x="1388" y="12"/>
                      <a:pt x="1388" y="12"/>
                      <a:pt x="1388" y="12"/>
                    </a:cubicBezTo>
                    <a:cubicBezTo>
                      <a:pt x="1388" y="13"/>
                      <a:pt x="1388" y="13"/>
                      <a:pt x="1388" y="13"/>
                    </a:cubicBezTo>
                    <a:cubicBezTo>
                      <a:pt x="1389" y="12"/>
                      <a:pt x="1389" y="12"/>
                      <a:pt x="1389" y="12"/>
                    </a:cubicBezTo>
                    <a:cubicBezTo>
                      <a:pt x="1389" y="12"/>
                      <a:pt x="1389" y="12"/>
                      <a:pt x="1389" y="12"/>
                    </a:cubicBezTo>
                    <a:cubicBezTo>
                      <a:pt x="1389" y="12"/>
                      <a:pt x="1389" y="12"/>
                      <a:pt x="1389" y="12"/>
                    </a:cubicBezTo>
                    <a:cubicBezTo>
                      <a:pt x="1389" y="12"/>
                      <a:pt x="1389" y="12"/>
                      <a:pt x="1389" y="12"/>
                    </a:cubicBezTo>
                    <a:cubicBezTo>
                      <a:pt x="1389" y="12"/>
                      <a:pt x="1389" y="12"/>
                      <a:pt x="1389" y="12"/>
                    </a:cubicBezTo>
                    <a:cubicBezTo>
                      <a:pt x="1389" y="12"/>
                      <a:pt x="1389" y="12"/>
                      <a:pt x="1389" y="12"/>
                    </a:cubicBezTo>
                    <a:cubicBezTo>
                      <a:pt x="1388" y="12"/>
                      <a:pt x="1387" y="11"/>
                      <a:pt x="1386" y="11"/>
                    </a:cubicBezTo>
                    <a:cubicBezTo>
                      <a:pt x="1385" y="10"/>
                      <a:pt x="1382" y="8"/>
                      <a:pt x="1381" y="7"/>
                    </a:cubicBezTo>
                    <a:cubicBezTo>
                      <a:pt x="1380" y="7"/>
                      <a:pt x="1379" y="6"/>
                      <a:pt x="1378" y="6"/>
                    </a:cubicBezTo>
                    <a:cubicBezTo>
                      <a:pt x="1378" y="5"/>
                      <a:pt x="1378" y="5"/>
                      <a:pt x="1378" y="5"/>
                    </a:cubicBezTo>
                    <a:cubicBezTo>
                      <a:pt x="1378" y="5"/>
                      <a:pt x="1378" y="5"/>
                      <a:pt x="1378" y="5"/>
                    </a:cubicBezTo>
                    <a:cubicBezTo>
                      <a:pt x="1377" y="6"/>
                      <a:pt x="1377" y="6"/>
                      <a:pt x="1377" y="6"/>
                    </a:cubicBezTo>
                    <a:cubicBezTo>
                      <a:pt x="1378" y="5"/>
                      <a:pt x="1378" y="5"/>
                      <a:pt x="1378" y="5"/>
                    </a:cubicBezTo>
                    <a:cubicBezTo>
                      <a:pt x="1378" y="5"/>
                      <a:pt x="1378" y="5"/>
                      <a:pt x="1378" y="5"/>
                    </a:cubicBezTo>
                    <a:cubicBezTo>
                      <a:pt x="1377" y="6"/>
                      <a:pt x="1377" y="6"/>
                      <a:pt x="1377" y="6"/>
                    </a:cubicBezTo>
                    <a:cubicBezTo>
                      <a:pt x="1378" y="5"/>
                      <a:pt x="1378" y="5"/>
                      <a:pt x="1378" y="5"/>
                    </a:cubicBezTo>
                    <a:cubicBezTo>
                      <a:pt x="1377" y="6"/>
                      <a:pt x="1377" y="6"/>
                      <a:pt x="1377" y="6"/>
                    </a:cubicBezTo>
                    <a:cubicBezTo>
                      <a:pt x="1378" y="6"/>
                      <a:pt x="1378" y="6"/>
                      <a:pt x="1378" y="6"/>
                    </a:cubicBezTo>
                    <a:cubicBezTo>
                      <a:pt x="1378" y="5"/>
                      <a:pt x="1378" y="5"/>
                      <a:pt x="1378" y="5"/>
                    </a:cubicBezTo>
                    <a:cubicBezTo>
                      <a:pt x="1377" y="6"/>
                      <a:pt x="1377" y="6"/>
                      <a:pt x="1377" y="6"/>
                    </a:cubicBezTo>
                    <a:cubicBezTo>
                      <a:pt x="1378" y="6"/>
                      <a:pt x="1378" y="6"/>
                      <a:pt x="1378" y="6"/>
                    </a:cubicBezTo>
                    <a:cubicBezTo>
                      <a:pt x="1378" y="5"/>
                      <a:pt x="1378" y="5"/>
                      <a:pt x="1378" y="4"/>
                    </a:cubicBezTo>
                    <a:cubicBezTo>
                      <a:pt x="1377" y="2"/>
                      <a:pt x="1377" y="2"/>
                      <a:pt x="1377" y="2"/>
                    </a:cubicBezTo>
                    <a:cubicBezTo>
                      <a:pt x="1376" y="3"/>
                      <a:pt x="1376" y="3"/>
                      <a:pt x="1376" y="3"/>
                    </a:cubicBezTo>
                    <a:cubicBezTo>
                      <a:pt x="1370" y="3"/>
                      <a:pt x="1366" y="7"/>
                      <a:pt x="1362" y="10"/>
                    </a:cubicBezTo>
                    <a:cubicBezTo>
                      <a:pt x="1359" y="12"/>
                      <a:pt x="1355" y="15"/>
                      <a:pt x="1352" y="16"/>
                    </a:cubicBezTo>
                    <a:cubicBezTo>
                      <a:pt x="1352" y="15"/>
                      <a:pt x="1352" y="15"/>
                      <a:pt x="1352" y="15"/>
                    </a:cubicBezTo>
                    <a:cubicBezTo>
                      <a:pt x="1352" y="16"/>
                      <a:pt x="1352" y="16"/>
                      <a:pt x="1352" y="16"/>
                    </a:cubicBezTo>
                    <a:cubicBezTo>
                      <a:pt x="1351" y="16"/>
                      <a:pt x="1351" y="16"/>
                      <a:pt x="1351" y="16"/>
                    </a:cubicBezTo>
                    <a:cubicBezTo>
                      <a:pt x="1349" y="16"/>
                      <a:pt x="1348" y="15"/>
                      <a:pt x="1346" y="14"/>
                    </a:cubicBezTo>
                    <a:cubicBezTo>
                      <a:pt x="1344" y="13"/>
                      <a:pt x="1341" y="11"/>
                      <a:pt x="1338" y="9"/>
                    </a:cubicBezTo>
                    <a:cubicBezTo>
                      <a:pt x="1335" y="7"/>
                      <a:pt x="1331" y="6"/>
                      <a:pt x="1328" y="6"/>
                    </a:cubicBezTo>
                    <a:cubicBezTo>
                      <a:pt x="1327" y="6"/>
                      <a:pt x="1327" y="6"/>
                      <a:pt x="1327" y="6"/>
                    </a:cubicBezTo>
                    <a:cubicBezTo>
                      <a:pt x="1324" y="6"/>
                      <a:pt x="1321" y="7"/>
                      <a:pt x="1319" y="8"/>
                    </a:cubicBezTo>
                    <a:cubicBezTo>
                      <a:pt x="1315" y="11"/>
                      <a:pt x="1312" y="14"/>
                      <a:pt x="1309" y="16"/>
                    </a:cubicBezTo>
                    <a:cubicBezTo>
                      <a:pt x="1306" y="19"/>
                      <a:pt x="1303" y="21"/>
                      <a:pt x="1301" y="22"/>
                    </a:cubicBezTo>
                    <a:cubicBezTo>
                      <a:pt x="1300" y="22"/>
                      <a:pt x="1300" y="22"/>
                      <a:pt x="1299" y="22"/>
                    </a:cubicBezTo>
                    <a:cubicBezTo>
                      <a:pt x="1296" y="22"/>
                      <a:pt x="1292" y="20"/>
                      <a:pt x="1289" y="18"/>
                    </a:cubicBezTo>
                    <a:cubicBezTo>
                      <a:pt x="1285" y="16"/>
                      <a:pt x="1281" y="14"/>
                      <a:pt x="1278" y="12"/>
                    </a:cubicBezTo>
                    <a:cubicBezTo>
                      <a:pt x="1272" y="9"/>
                      <a:pt x="1269" y="8"/>
                      <a:pt x="1265" y="8"/>
                    </a:cubicBezTo>
                    <a:cubicBezTo>
                      <a:pt x="1262" y="8"/>
                      <a:pt x="1260" y="9"/>
                      <a:pt x="1258" y="10"/>
                    </a:cubicBezTo>
                    <a:cubicBezTo>
                      <a:pt x="1255" y="11"/>
                      <a:pt x="1253" y="13"/>
                      <a:pt x="1249" y="15"/>
                    </a:cubicBezTo>
                    <a:cubicBezTo>
                      <a:pt x="1245" y="17"/>
                      <a:pt x="1241" y="20"/>
                      <a:pt x="1237" y="22"/>
                    </a:cubicBezTo>
                    <a:cubicBezTo>
                      <a:pt x="1234" y="24"/>
                      <a:pt x="1230" y="25"/>
                      <a:pt x="1227" y="25"/>
                    </a:cubicBezTo>
                    <a:cubicBezTo>
                      <a:pt x="1225" y="25"/>
                      <a:pt x="1223" y="25"/>
                      <a:pt x="1221" y="24"/>
                    </a:cubicBezTo>
                    <a:cubicBezTo>
                      <a:pt x="1217" y="23"/>
                      <a:pt x="1212" y="19"/>
                      <a:pt x="1207" y="16"/>
                    </a:cubicBezTo>
                    <a:cubicBezTo>
                      <a:pt x="1202" y="13"/>
                      <a:pt x="1197" y="10"/>
                      <a:pt x="1192" y="10"/>
                    </a:cubicBezTo>
                    <a:cubicBezTo>
                      <a:pt x="1192" y="12"/>
                      <a:pt x="1192" y="12"/>
                      <a:pt x="1192" y="12"/>
                    </a:cubicBezTo>
                    <a:cubicBezTo>
                      <a:pt x="1192" y="10"/>
                      <a:pt x="1192" y="10"/>
                      <a:pt x="1192" y="10"/>
                    </a:cubicBezTo>
                    <a:cubicBezTo>
                      <a:pt x="1192" y="10"/>
                      <a:pt x="1192" y="10"/>
                      <a:pt x="1192" y="10"/>
                    </a:cubicBezTo>
                    <a:cubicBezTo>
                      <a:pt x="1185" y="10"/>
                      <a:pt x="1180" y="13"/>
                      <a:pt x="1176" y="16"/>
                    </a:cubicBezTo>
                    <a:cubicBezTo>
                      <a:pt x="1172" y="20"/>
                      <a:pt x="1168" y="23"/>
                      <a:pt x="1164" y="24"/>
                    </a:cubicBezTo>
                    <a:cubicBezTo>
                      <a:pt x="1163" y="24"/>
                      <a:pt x="1162" y="24"/>
                      <a:pt x="1161" y="24"/>
                    </a:cubicBezTo>
                    <a:cubicBezTo>
                      <a:pt x="1157" y="24"/>
                      <a:pt x="1154" y="22"/>
                      <a:pt x="1150" y="20"/>
                    </a:cubicBezTo>
                    <a:cubicBezTo>
                      <a:pt x="1147" y="18"/>
                      <a:pt x="1142" y="15"/>
                      <a:pt x="1137" y="15"/>
                    </a:cubicBezTo>
                    <a:cubicBezTo>
                      <a:pt x="1136" y="15"/>
                      <a:pt x="1136" y="15"/>
                      <a:pt x="1136" y="15"/>
                    </a:cubicBezTo>
                    <a:cubicBezTo>
                      <a:pt x="1132" y="16"/>
                      <a:pt x="1128" y="18"/>
                      <a:pt x="1124" y="20"/>
                    </a:cubicBezTo>
                    <a:cubicBezTo>
                      <a:pt x="1121" y="22"/>
                      <a:pt x="1117" y="25"/>
                      <a:pt x="1114" y="26"/>
                    </a:cubicBezTo>
                    <a:cubicBezTo>
                      <a:pt x="1110" y="28"/>
                      <a:pt x="1108" y="29"/>
                      <a:pt x="1107" y="29"/>
                    </a:cubicBezTo>
                    <a:cubicBezTo>
                      <a:pt x="1106" y="29"/>
                      <a:pt x="1105" y="28"/>
                      <a:pt x="1103" y="28"/>
                    </a:cubicBezTo>
                    <a:cubicBezTo>
                      <a:pt x="1102" y="27"/>
                      <a:pt x="1100" y="26"/>
                      <a:pt x="1097" y="25"/>
                    </a:cubicBezTo>
                    <a:cubicBezTo>
                      <a:pt x="1095" y="23"/>
                      <a:pt x="1090" y="20"/>
                      <a:pt x="1085" y="16"/>
                    </a:cubicBezTo>
                    <a:cubicBezTo>
                      <a:pt x="1082" y="15"/>
                      <a:pt x="1080" y="13"/>
                      <a:pt x="1077" y="12"/>
                    </a:cubicBezTo>
                    <a:cubicBezTo>
                      <a:pt x="1075" y="11"/>
                      <a:pt x="1072" y="10"/>
                      <a:pt x="1070" y="10"/>
                    </a:cubicBezTo>
                    <a:cubicBezTo>
                      <a:pt x="1070" y="10"/>
                      <a:pt x="1070" y="10"/>
                      <a:pt x="1070" y="10"/>
                    </a:cubicBezTo>
                    <a:cubicBezTo>
                      <a:pt x="1070" y="10"/>
                      <a:pt x="1070" y="10"/>
                      <a:pt x="1070" y="10"/>
                    </a:cubicBezTo>
                    <a:cubicBezTo>
                      <a:pt x="1070" y="10"/>
                      <a:pt x="1070" y="10"/>
                      <a:pt x="1070" y="10"/>
                    </a:cubicBezTo>
                    <a:cubicBezTo>
                      <a:pt x="1068" y="10"/>
                      <a:pt x="1066" y="11"/>
                      <a:pt x="1063" y="12"/>
                    </a:cubicBezTo>
                    <a:cubicBezTo>
                      <a:pt x="1060" y="14"/>
                      <a:pt x="1056" y="17"/>
                      <a:pt x="1053" y="20"/>
                    </a:cubicBezTo>
                    <a:cubicBezTo>
                      <a:pt x="1049" y="22"/>
                      <a:pt x="1046" y="25"/>
                      <a:pt x="1044" y="25"/>
                    </a:cubicBezTo>
                    <a:cubicBezTo>
                      <a:pt x="1041" y="27"/>
                      <a:pt x="1039" y="27"/>
                      <a:pt x="1038" y="27"/>
                    </a:cubicBezTo>
                    <a:cubicBezTo>
                      <a:pt x="1036" y="27"/>
                      <a:pt x="1035" y="27"/>
                      <a:pt x="1034" y="26"/>
                    </a:cubicBezTo>
                    <a:cubicBezTo>
                      <a:pt x="1032" y="25"/>
                      <a:pt x="1030" y="23"/>
                      <a:pt x="1027" y="21"/>
                    </a:cubicBezTo>
                    <a:cubicBezTo>
                      <a:pt x="1024" y="19"/>
                      <a:pt x="1021" y="16"/>
                      <a:pt x="1018" y="14"/>
                    </a:cubicBezTo>
                    <a:cubicBezTo>
                      <a:pt x="1014" y="12"/>
                      <a:pt x="1010" y="11"/>
                      <a:pt x="1006" y="11"/>
                    </a:cubicBezTo>
                    <a:cubicBezTo>
                      <a:pt x="1005" y="11"/>
                      <a:pt x="1003" y="11"/>
                      <a:pt x="1002" y="11"/>
                    </a:cubicBezTo>
                    <a:cubicBezTo>
                      <a:pt x="996" y="13"/>
                      <a:pt x="992" y="17"/>
                      <a:pt x="988" y="20"/>
                    </a:cubicBezTo>
                    <a:cubicBezTo>
                      <a:pt x="986" y="22"/>
                      <a:pt x="984" y="23"/>
                      <a:pt x="982" y="25"/>
                    </a:cubicBezTo>
                    <a:cubicBezTo>
                      <a:pt x="980" y="26"/>
                      <a:pt x="978" y="26"/>
                      <a:pt x="976" y="26"/>
                    </a:cubicBezTo>
                    <a:cubicBezTo>
                      <a:pt x="976" y="26"/>
                      <a:pt x="975" y="26"/>
                      <a:pt x="974" y="26"/>
                    </a:cubicBezTo>
                    <a:cubicBezTo>
                      <a:pt x="970" y="25"/>
                      <a:pt x="967" y="22"/>
                      <a:pt x="963" y="18"/>
                    </a:cubicBezTo>
                    <a:cubicBezTo>
                      <a:pt x="961" y="17"/>
                      <a:pt x="958" y="15"/>
                      <a:pt x="956" y="13"/>
                    </a:cubicBezTo>
                    <a:cubicBezTo>
                      <a:pt x="954" y="12"/>
                      <a:pt x="951" y="11"/>
                      <a:pt x="948" y="11"/>
                    </a:cubicBezTo>
                    <a:cubicBezTo>
                      <a:pt x="947" y="11"/>
                      <a:pt x="947" y="11"/>
                      <a:pt x="946" y="11"/>
                    </a:cubicBezTo>
                    <a:cubicBezTo>
                      <a:pt x="940" y="12"/>
                      <a:pt x="934" y="15"/>
                      <a:pt x="929" y="20"/>
                    </a:cubicBezTo>
                    <a:cubicBezTo>
                      <a:pt x="924" y="24"/>
                      <a:pt x="919" y="28"/>
                      <a:pt x="914" y="31"/>
                    </a:cubicBezTo>
                    <a:cubicBezTo>
                      <a:pt x="915" y="32"/>
                      <a:pt x="915" y="32"/>
                      <a:pt x="915" y="32"/>
                    </a:cubicBezTo>
                    <a:cubicBezTo>
                      <a:pt x="917" y="31"/>
                      <a:pt x="917" y="31"/>
                      <a:pt x="917" y="31"/>
                    </a:cubicBezTo>
                    <a:cubicBezTo>
                      <a:pt x="914" y="28"/>
                      <a:pt x="909" y="23"/>
                      <a:pt x="903" y="18"/>
                    </a:cubicBezTo>
                    <a:cubicBezTo>
                      <a:pt x="901" y="15"/>
                      <a:pt x="898" y="13"/>
                      <a:pt x="895" y="11"/>
                    </a:cubicBezTo>
                    <a:cubicBezTo>
                      <a:pt x="893" y="9"/>
                      <a:pt x="890" y="8"/>
                      <a:pt x="887" y="8"/>
                    </a:cubicBezTo>
                    <a:cubicBezTo>
                      <a:pt x="886" y="8"/>
                      <a:pt x="886" y="8"/>
                      <a:pt x="886" y="8"/>
                    </a:cubicBezTo>
                    <a:cubicBezTo>
                      <a:pt x="883" y="8"/>
                      <a:pt x="880" y="10"/>
                      <a:pt x="877" y="12"/>
                    </a:cubicBezTo>
                    <a:cubicBezTo>
                      <a:pt x="873" y="15"/>
                      <a:pt x="870" y="19"/>
                      <a:pt x="866" y="23"/>
                    </a:cubicBezTo>
                    <a:cubicBezTo>
                      <a:pt x="864" y="24"/>
                      <a:pt x="862" y="26"/>
                      <a:pt x="861" y="27"/>
                    </a:cubicBezTo>
                    <a:cubicBezTo>
                      <a:pt x="859" y="28"/>
                      <a:pt x="857" y="28"/>
                      <a:pt x="855" y="28"/>
                    </a:cubicBezTo>
                    <a:cubicBezTo>
                      <a:pt x="855" y="28"/>
                      <a:pt x="855" y="28"/>
                      <a:pt x="855" y="28"/>
                    </a:cubicBezTo>
                    <a:cubicBezTo>
                      <a:pt x="855" y="28"/>
                      <a:pt x="855" y="28"/>
                      <a:pt x="855" y="28"/>
                    </a:cubicBezTo>
                    <a:cubicBezTo>
                      <a:pt x="853" y="28"/>
                      <a:pt x="851" y="27"/>
                      <a:pt x="848" y="26"/>
                    </a:cubicBezTo>
                    <a:cubicBezTo>
                      <a:pt x="845" y="23"/>
                      <a:pt x="841" y="19"/>
                      <a:pt x="837" y="15"/>
                    </a:cubicBezTo>
                    <a:cubicBezTo>
                      <a:pt x="835" y="14"/>
                      <a:pt x="833" y="12"/>
                      <a:pt x="831" y="11"/>
                    </a:cubicBezTo>
                    <a:cubicBezTo>
                      <a:pt x="828" y="10"/>
                      <a:pt x="826" y="9"/>
                      <a:pt x="823" y="9"/>
                    </a:cubicBezTo>
                    <a:cubicBezTo>
                      <a:pt x="823" y="9"/>
                      <a:pt x="823" y="9"/>
                      <a:pt x="823" y="9"/>
                    </a:cubicBezTo>
                    <a:cubicBezTo>
                      <a:pt x="820" y="9"/>
                      <a:pt x="817" y="10"/>
                      <a:pt x="814" y="12"/>
                    </a:cubicBezTo>
                    <a:cubicBezTo>
                      <a:pt x="810" y="15"/>
                      <a:pt x="806" y="19"/>
                      <a:pt x="803" y="22"/>
                    </a:cubicBezTo>
                    <a:cubicBezTo>
                      <a:pt x="801" y="24"/>
                      <a:pt x="799" y="25"/>
                      <a:pt x="797" y="26"/>
                    </a:cubicBezTo>
                    <a:cubicBezTo>
                      <a:pt x="796" y="27"/>
                      <a:pt x="794" y="28"/>
                      <a:pt x="792" y="28"/>
                    </a:cubicBezTo>
                    <a:cubicBezTo>
                      <a:pt x="791" y="28"/>
                      <a:pt x="791" y="27"/>
                      <a:pt x="790" y="27"/>
                    </a:cubicBezTo>
                    <a:cubicBezTo>
                      <a:pt x="790" y="29"/>
                      <a:pt x="790" y="29"/>
                      <a:pt x="790" y="29"/>
                    </a:cubicBezTo>
                    <a:cubicBezTo>
                      <a:pt x="791" y="29"/>
                      <a:pt x="791" y="29"/>
                      <a:pt x="791" y="29"/>
                    </a:cubicBezTo>
                    <a:cubicBezTo>
                      <a:pt x="790" y="25"/>
                      <a:pt x="788" y="21"/>
                      <a:pt x="784" y="18"/>
                    </a:cubicBezTo>
                    <a:cubicBezTo>
                      <a:pt x="781" y="14"/>
                      <a:pt x="778" y="12"/>
                      <a:pt x="775" y="9"/>
                    </a:cubicBezTo>
                    <a:cubicBezTo>
                      <a:pt x="774" y="8"/>
                      <a:pt x="774" y="8"/>
                      <a:pt x="774" y="8"/>
                    </a:cubicBezTo>
                    <a:cubicBezTo>
                      <a:pt x="773" y="9"/>
                      <a:pt x="773" y="9"/>
                      <a:pt x="773" y="9"/>
                    </a:cubicBezTo>
                    <a:cubicBezTo>
                      <a:pt x="765" y="13"/>
                      <a:pt x="757" y="18"/>
                      <a:pt x="749" y="23"/>
                    </a:cubicBezTo>
                    <a:cubicBezTo>
                      <a:pt x="746" y="24"/>
                      <a:pt x="745" y="26"/>
                      <a:pt x="743" y="26"/>
                    </a:cubicBezTo>
                    <a:cubicBezTo>
                      <a:pt x="742" y="27"/>
                      <a:pt x="741" y="27"/>
                      <a:pt x="741" y="27"/>
                    </a:cubicBezTo>
                    <a:cubicBezTo>
                      <a:pt x="740" y="27"/>
                      <a:pt x="740" y="27"/>
                      <a:pt x="738" y="26"/>
                    </a:cubicBezTo>
                    <a:cubicBezTo>
                      <a:pt x="737" y="26"/>
                      <a:pt x="736" y="25"/>
                      <a:pt x="733" y="24"/>
                    </a:cubicBezTo>
                    <a:cubicBezTo>
                      <a:pt x="729" y="21"/>
                      <a:pt x="724" y="18"/>
                      <a:pt x="719" y="15"/>
                    </a:cubicBezTo>
                    <a:cubicBezTo>
                      <a:pt x="714" y="12"/>
                      <a:pt x="709" y="10"/>
                      <a:pt x="703" y="10"/>
                    </a:cubicBezTo>
                    <a:cubicBezTo>
                      <a:pt x="699" y="10"/>
                      <a:pt x="695" y="11"/>
                      <a:pt x="691" y="14"/>
                    </a:cubicBezTo>
                    <a:cubicBezTo>
                      <a:pt x="686" y="17"/>
                      <a:pt x="683" y="20"/>
                      <a:pt x="681" y="22"/>
                    </a:cubicBezTo>
                    <a:cubicBezTo>
                      <a:pt x="680" y="23"/>
                      <a:pt x="680" y="24"/>
                      <a:pt x="679" y="24"/>
                    </a:cubicBezTo>
                    <a:cubicBezTo>
                      <a:pt x="678" y="24"/>
                      <a:pt x="677" y="24"/>
                      <a:pt x="677" y="24"/>
                    </a:cubicBezTo>
                    <a:cubicBezTo>
                      <a:pt x="675" y="24"/>
                      <a:pt x="673" y="24"/>
                      <a:pt x="669" y="22"/>
                    </a:cubicBezTo>
                    <a:cubicBezTo>
                      <a:pt x="665" y="21"/>
                      <a:pt x="661" y="18"/>
                      <a:pt x="656" y="16"/>
                    </a:cubicBezTo>
                    <a:cubicBezTo>
                      <a:pt x="652" y="14"/>
                      <a:pt x="647" y="12"/>
                      <a:pt x="642" y="12"/>
                    </a:cubicBezTo>
                    <a:cubicBezTo>
                      <a:pt x="642" y="12"/>
                      <a:pt x="641" y="12"/>
                      <a:pt x="641" y="12"/>
                    </a:cubicBezTo>
                    <a:cubicBezTo>
                      <a:pt x="635" y="13"/>
                      <a:pt x="630" y="15"/>
                      <a:pt x="625" y="18"/>
                    </a:cubicBezTo>
                    <a:cubicBezTo>
                      <a:pt x="621" y="21"/>
                      <a:pt x="616" y="24"/>
                      <a:pt x="612" y="25"/>
                    </a:cubicBezTo>
                    <a:cubicBezTo>
                      <a:pt x="609" y="26"/>
                      <a:pt x="607" y="27"/>
                      <a:pt x="605" y="27"/>
                    </a:cubicBezTo>
                    <a:cubicBezTo>
                      <a:pt x="603" y="27"/>
                      <a:pt x="601" y="26"/>
                      <a:pt x="599" y="25"/>
                    </a:cubicBezTo>
                    <a:cubicBezTo>
                      <a:pt x="597" y="23"/>
                      <a:pt x="595" y="21"/>
                      <a:pt x="592" y="19"/>
                    </a:cubicBezTo>
                    <a:cubicBezTo>
                      <a:pt x="589" y="17"/>
                      <a:pt x="586" y="15"/>
                      <a:pt x="583" y="14"/>
                    </a:cubicBezTo>
                    <a:cubicBezTo>
                      <a:pt x="581" y="12"/>
                      <a:pt x="578" y="11"/>
                      <a:pt x="575" y="11"/>
                    </a:cubicBezTo>
                    <a:cubicBezTo>
                      <a:pt x="573" y="11"/>
                      <a:pt x="570" y="12"/>
                      <a:pt x="567" y="13"/>
                    </a:cubicBezTo>
                    <a:cubicBezTo>
                      <a:pt x="560" y="15"/>
                      <a:pt x="555" y="18"/>
                      <a:pt x="550" y="20"/>
                    </a:cubicBezTo>
                    <a:cubicBezTo>
                      <a:pt x="546" y="23"/>
                      <a:pt x="542" y="25"/>
                      <a:pt x="538" y="25"/>
                    </a:cubicBezTo>
                    <a:cubicBezTo>
                      <a:pt x="535" y="25"/>
                      <a:pt x="530" y="23"/>
                      <a:pt x="524" y="19"/>
                    </a:cubicBezTo>
                    <a:cubicBezTo>
                      <a:pt x="521" y="17"/>
                      <a:pt x="520" y="16"/>
                      <a:pt x="518" y="15"/>
                    </a:cubicBezTo>
                    <a:cubicBezTo>
                      <a:pt x="518" y="15"/>
                      <a:pt x="517" y="14"/>
                      <a:pt x="517" y="14"/>
                    </a:cubicBezTo>
                    <a:cubicBezTo>
                      <a:pt x="516" y="14"/>
                      <a:pt x="515" y="14"/>
                      <a:pt x="514" y="14"/>
                    </a:cubicBezTo>
                    <a:cubicBezTo>
                      <a:pt x="512" y="14"/>
                      <a:pt x="510" y="14"/>
                      <a:pt x="507" y="15"/>
                    </a:cubicBezTo>
                    <a:cubicBezTo>
                      <a:pt x="502" y="17"/>
                      <a:pt x="497" y="20"/>
                      <a:pt x="493" y="23"/>
                    </a:cubicBezTo>
                    <a:cubicBezTo>
                      <a:pt x="488" y="26"/>
                      <a:pt x="484" y="28"/>
                      <a:pt x="480" y="28"/>
                    </a:cubicBezTo>
                    <a:cubicBezTo>
                      <a:pt x="479" y="28"/>
                      <a:pt x="477" y="28"/>
                      <a:pt x="475" y="27"/>
                    </a:cubicBezTo>
                    <a:cubicBezTo>
                      <a:pt x="471" y="25"/>
                      <a:pt x="467" y="20"/>
                      <a:pt x="462" y="16"/>
                    </a:cubicBezTo>
                    <a:cubicBezTo>
                      <a:pt x="460" y="14"/>
                      <a:pt x="457" y="12"/>
                      <a:pt x="454" y="10"/>
                    </a:cubicBezTo>
                    <a:cubicBezTo>
                      <a:pt x="452" y="9"/>
                      <a:pt x="449" y="8"/>
                      <a:pt x="446" y="8"/>
                    </a:cubicBezTo>
                    <a:cubicBezTo>
                      <a:pt x="445" y="8"/>
                      <a:pt x="445" y="8"/>
                      <a:pt x="444" y="8"/>
                    </a:cubicBezTo>
                    <a:cubicBezTo>
                      <a:pt x="442" y="8"/>
                      <a:pt x="439" y="9"/>
                      <a:pt x="436" y="11"/>
                    </a:cubicBezTo>
                    <a:cubicBezTo>
                      <a:pt x="432" y="14"/>
                      <a:pt x="428" y="17"/>
                      <a:pt x="424" y="21"/>
                    </a:cubicBezTo>
                    <a:cubicBezTo>
                      <a:pt x="420" y="24"/>
                      <a:pt x="416" y="27"/>
                      <a:pt x="414" y="29"/>
                    </a:cubicBezTo>
                    <a:cubicBezTo>
                      <a:pt x="415" y="31"/>
                      <a:pt x="415" y="31"/>
                      <a:pt x="415" y="31"/>
                    </a:cubicBezTo>
                    <a:cubicBezTo>
                      <a:pt x="416" y="29"/>
                      <a:pt x="416" y="29"/>
                      <a:pt x="416" y="29"/>
                    </a:cubicBezTo>
                    <a:cubicBezTo>
                      <a:pt x="413" y="26"/>
                      <a:pt x="409" y="22"/>
                      <a:pt x="405" y="18"/>
                    </a:cubicBezTo>
                    <a:cubicBezTo>
                      <a:pt x="403" y="17"/>
                      <a:pt x="401" y="15"/>
                      <a:pt x="398" y="14"/>
                    </a:cubicBezTo>
                    <a:cubicBezTo>
                      <a:pt x="396" y="12"/>
                      <a:pt x="393" y="12"/>
                      <a:pt x="391" y="12"/>
                    </a:cubicBezTo>
                    <a:cubicBezTo>
                      <a:pt x="389" y="12"/>
                      <a:pt x="388" y="12"/>
                      <a:pt x="387" y="12"/>
                    </a:cubicBezTo>
                    <a:cubicBezTo>
                      <a:pt x="384" y="13"/>
                      <a:pt x="382" y="14"/>
                      <a:pt x="379" y="16"/>
                    </a:cubicBezTo>
                    <a:cubicBezTo>
                      <a:pt x="377" y="18"/>
                      <a:pt x="374" y="20"/>
                      <a:pt x="372" y="21"/>
                    </a:cubicBezTo>
                    <a:cubicBezTo>
                      <a:pt x="366" y="25"/>
                      <a:pt x="361" y="27"/>
                      <a:pt x="357" y="27"/>
                    </a:cubicBezTo>
                    <a:cubicBezTo>
                      <a:pt x="355" y="27"/>
                      <a:pt x="353" y="26"/>
                      <a:pt x="350" y="25"/>
                    </a:cubicBezTo>
                    <a:cubicBezTo>
                      <a:pt x="347" y="24"/>
                      <a:pt x="344" y="22"/>
                      <a:pt x="341" y="19"/>
                    </a:cubicBezTo>
                    <a:cubicBezTo>
                      <a:pt x="338" y="17"/>
                      <a:pt x="334" y="14"/>
                      <a:pt x="329" y="14"/>
                    </a:cubicBezTo>
                    <a:cubicBezTo>
                      <a:pt x="329" y="13"/>
                      <a:pt x="328" y="13"/>
                      <a:pt x="328" y="13"/>
                    </a:cubicBezTo>
                    <a:cubicBezTo>
                      <a:pt x="325" y="13"/>
                      <a:pt x="322" y="15"/>
                      <a:pt x="320" y="16"/>
                    </a:cubicBezTo>
                    <a:cubicBezTo>
                      <a:pt x="316" y="19"/>
                      <a:pt x="313" y="22"/>
                      <a:pt x="310" y="24"/>
                    </a:cubicBezTo>
                    <a:cubicBezTo>
                      <a:pt x="308" y="26"/>
                      <a:pt x="307" y="27"/>
                      <a:pt x="305" y="28"/>
                    </a:cubicBezTo>
                    <a:cubicBezTo>
                      <a:pt x="304" y="28"/>
                      <a:pt x="303" y="29"/>
                      <a:pt x="301" y="29"/>
                    </a:cubicBezTo>
                    <a:cubicBezTo>
                      <a:pt x="300" y="29"/>
                      <a:pt x="300" y="29"/>
                      <a:pt x="300" y="29"/>
                    </a:cubicBezTo>
                    <a:cubicBezTo>
                      <a:pt x="298" y="28"/>
                      <a:pt x="296" y="27"/>
                      <a:pt x="294" y="26"/>
                    </a:cubicBezTo>
                    <a:cubicBezTo>
                      <a:pt x="291" y="24"/>
                      <a:pt x="288" y="21"/>
                      <a:pt x="285" y="19"/>
                    </a:cubicBezTo>
                    <a:cubicBezTo>
                      <a:pt x="282" y="16"/>
                      <a:pt x="279" y="14"/>
                      <a:pt x="274" y="14"/>
                    </a:cubicBezTo>
                    <a:cubicBezTo>
                      <a:pt x="272" y="14"/>
                      <a:pt x="271" y="14"/>
                      <a:pt x="269" y="14"/>
                    </a:cubicBezTo>
                    <a:cubicBezTo>
                      <a:pt x="265" y="15"/>
                      <a:pt x="258" y="18"/>
                      <a:pt x="252" y="21"/>
                    </a:cubicBezTo>
                    <a:cubicBezTo>
                      <a:pt x="246" y="24"/>
                      <a:pt x="240" y="28"/>
                      <a:pt x="236" y="31"/>
                    </a:cubicBezTo>
                    <a:cubicBezTo>
                      <a:pt x="237" y="32"/>
                      <a:pt x="237" y="32"/>
                      <a:pt x="237" y="32"/>
                    </a:cubicBezTo>
                    <a:cubicBezTo>
                      <a:pt x="239" y="31"/>
                      <a:pt x="239" y="31"/>
                      <a:pt x="239" y="31"/>
                    </a:cubicBezTo>
                    <a:cubicBezTo>
                      <a:pt x="237" y="27"/>
                      <a:pt x="231" y="22"/>
                      <a:pt x="225" y="18"/>
                    </a:cubicBezTo>
                    <a:cubicBezTo>
                      <a:pt x="219" y="14"/>
                      <a:pt x="213" y="11"/>
                      <a:pt x="208" y="10"/>
                    </a:cubicBezTo>
                    <a:cubicBezTo>
                      <a:pt x="208" y="10"/>
                      <a:pt x="208" y="10"/>
                      <a:pt x="208" y="10"/>
                    </a:cubicBezTo>
                    <a:cubicBezTo>
                      <a:pt x="207" y="10"/>
                      <a:pt x="207" y="10"/>
                      <a:pt x="206" y="10"/>
                    </a:cubicBezTo>
                    <a:cubicBezTo>
                      <a:pt x="203" y="10"/>
                      <a:pt x="200" y="11"/>
                      <a:pt x="197" y="13"/>
                    </a:cubicBezTo>
                    <a:cubicBezTo>
                      <a:pt x="193" y="15"/>
                      <a:pt x="190" y="19"/>
                      <a:pt x="187" y="22"/>
                    </a:cubicBezTo>
                    <a:cubicBezTo>
                      <a:pt x="186" y="23"/>
                      <a:pt x="184" y="24"/>
                      <a:pt x="183" y="25"/>
                    </a:cubicBezTo>
                    <a:cubicBezTo>
                      <a:pt x="181" y="26"/>
                      <a:pt x="180" y="26"/>
                      <a:pt x="178" y="26"/>
                    </a:cubicBezTo>
                    <a:cubicBezTo>
                      <a:pt x="178" y="26"/>
                      <a:pt x="178" y="26"/>
                      <a:pt x="178" y="26"/>
                    </a:cubicBezTo>
                    <a:cubicBezTo>
                      <a:pt x="178" y="26"/>
                      <a:pt x="178" y="26"/>
                      <a:pt x="178" y="26"/>
                    </a:cubicBezTo>
                    <a:cubicBezTo>
                      <a:pt x="175" y="26"/>
                      <a:pt x="173" y="25"/>
                      <a:pt x="171" y="23"/>
                    </a:cubicBezTo>
                    <a:cubicBezTo>
                      <a:pt x="168" y="21"/>
                      <a:pt x="165" y="17"/>
                      <a:pt x="161" y="13"/>
                    </a:cubicBezTo>
                    <a:cubicBezTo>
                      <a:pt x="157" y="10"/>
                      <a:pt x="153" y="7"/>
                      <a:pt x="147" y="7"/>
                    </a:cubicBezTo>
                    <a:cubicBezTo>
                      <a:pt x="146" y="7"/>
                      <a:pt x="146" y="7"/>
                      <a:pt x="146" y="7"/>
                    </a:cubicBezTo>
                    <a:cubicBezTo>
                      <a:pt x="143" y="7"/>
                      <a:pt x="141" y="8"/>
                      <a:pt x="137" y="9"/>
                    </a:cubicBezTo>
                    <a:cubicBezTo>
                      <a:pt x="128" y="12"/>
                      <a:pt x="116" y="19"/>
                      <a:pt x="111" y="23"/>
                    </a:cubicBezTo>
                    <a:cubicBezTo>
                      <a:pt x="112" y="25"/>
                      <a:pt x="112" y="25"/>
                      <a:pt x="112" y="25"/>
                    </a:cubicBezTo>
                    <a:cubicBezTo>
                      <a:pt x="113" y="23"/>
                      <a:pt x="113" y="23"/>
                      <a:pt x="113" y="23"/>
                    </a:cubicBezTo>
                    <a:cubicBezTo>
                      <a:pt x="104" y="17"/>
                      <a:pt x="96" y="12"/>
                      <a:pt x="87" y="7"/>
                    </a:cubicBezTo>
                    <a:cubicBezTo>
                      <a:pt x="81" y="4"/>
                      <a:pt x="78" y="2"/>
                      <a:pt x="74" y="2"/>
                    </a:cubicBezTo>
                    <a:cubicBezTo>
                      <a:pt x="72" y="2"/>
                      <a:pt x="69" y="3"/>
                      <a:pt x="67" y="4"/>
                    </a:cubicBezTo>
                    <a:cubicBezTo>
                      <a:pt x="65" y="6"/>
                      <a:pt x="62" y="7"/>
                      <a:pt x="58" y="9"/>
                    </a:cubicBezTo>
                    <a:cubicBezTo>
                      <a:pt x="53" y="12"/>
                      <a:pt x="50" y="13"/>
                      <a:pt x="48" y="13"/>
                    </a:cubicBezTo>
                    <a:cubicBezTo>
                      <a:pt x="47" y="13"/>
                      <a:pt x="46" y="13"/>
                      <a:pt x="45" y="12"/>
                    </a:cubicBezTo>
                    <a:cubicBezTo>
                      <a:pt x="43" y="11"/>
                      <a:pt x="41" y="10"/>
                      <a:pt x="39" y="8"/>
                    </a:cubicBezTo>
                    <a:cubicBezTo>
                      <a:pt x="37" y="6"/>
                      <a:pt x="34" y="4"/>
                      <a:pt x="29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7" y="2"/>
                      <a:pt x="25" y="2"/>
                      <a:pt x="23" y="2"/>
                    </a:cubicBezTo>
                    <a:cubicBezTo>
                      <a:pt x="18" y="2"/>
                      <a:pt x="14" y="4"/>
                      <a:pt x="10" y="7"/>
                    </a:cubicBezTo>
                    <a:cubicBezTo>
                      <a:pt x="6" y="9"/>
                      <a:pt x="3" y="12"/>
                      <a:pt x="0" y="12"/>
                    </a:cubicBezTo>
                    <a:lnTo>
                      <a:pt x="1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5" name="Freeform 751">
                <a:extLst>
                  <a:ext uri="{FF2B5EF4-FFF2-40B4-BE49-F238E27FC236}">
                    <a16:creationId xmlns:a16="http://schemas.microsoft.com/office/drawing/2014/main" id="{FEA49880-7817-4189-94BC-6686C9B3C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432"/>
                <a:ext cx="3702" cy="81"/>
              </a:xfrm>
              <a:custGeom>
                <a:avLst/>
                <a:gdLst>
                  <a:gd name="T0" fmla="*/ 62 w 1481"/>
                  <a:gd name="T1" fmla="*/ 96 h 32"/>
                  <a:gd name="T2" fmla="*/ 342 w 1481"/>
                  <a:gd name="T3" fmla="*/ 276 h 32"/>
                  <a:gd name="T4" fmla="*/ 562 w 1481"/>
                  <a:gd name="T5" fmla="*/ 243 h 32"/>
                  <a:gd name="T6" fmla="*/ 1230 w 1481"/>
                  <a:gd name="T7" fmla="*/ 276 h 32"/>
                  <a:gd name="T8" fmla="*/ 2450 w 1481"/>
                  <a:gd name="T9" fmla="*/ 339 h 32"/>
                  <a:gd name="T10" fmla="*/ 3312 w 1481"/>
                  <a:gd name="T11" fmla="*/ 423 h 32"/>
                  <a:gd name="T12" fmla="*/ 3917 w 1481"/>
                  <a:gd name="T13" fmla="*/ 294 h 32"/>
                  <a:gd name="T14" fmla="*/ 4854 w 1481"/>
                  <a:gd name="T15" fmla="*/ 309 h 32"/>
                  <a:gd name="T16" fmla="*/ 5949 w 1481"/>
                  <a:gd name="T17" fmla="*/ 423 h 32"/>
                  <a:gd name="T18" fmla="*/ 6637 w 1481"/>
                  <a:gd name="T19" fmla="*/ 263 h 32"/>
                  <a:gd name="T20" fmla="*/ 7666 w 1481"/>
                  <a:gd name="T21" fmla="*/ 213 h 32"/>
                  <a:gd name="T22" fmla="*/ 8091 w 1481"/>
                  <a:gd name="T23" fmla="*/ 486 h 32"/>
                  <a:gd name="T24" fmla="*/ 8966 w 1481"/>
                  <a:gd name="T25" fmla="*/ 423 h 32"/>
                  <a:gd name="T26" fmla="*/ 9621 w 1481"/>
                  <a:gd name="T27" fmla="*/ 263 h 32"/>
                  <a:gd name="T28" fmla="*/ 10791 w 1481"/>
                  <a:gd name="T29" fmla="*/ 339 h 32"/>
                  <a:gd name="T30" fmla="*/ 11466 w 1481"/>
                  <a:gd name="T31" fmla="*/ 192 h 32"/>
                  <a:gd name="T32" fmla="*/ 12603 w 1481"/>
                  <a:gd name="T33" fmla="*/ 263 h 32"/>
                  <a:gd name="T34" fmla="*/ 13371 w 1481"/>
                  <a:gd name="T35" fmla="*/ 192 h 32"/>
                  <a:gd name="T36" fmla="*/ 14541 w 1481"/>
                  <a:gd name="T37" fmla="*/ 263 h 32"/>
                  <a:gd name="T38" fmla="*/ 15590 w 1481"/>
                  <a:gd name="T39" fmla="*/ 359 h 32"/>
                  <a:gd name="T40" fmla="*/ 16308 w 1481"/>
                  <a:gd name="T41" fmla="*/ 180 h 32"/>
                  <a:gd name="T42" fmla="*/ 16790 w 1481"/>
                  <a:gd name="T43" fmla="*/ 423 h 32"/>
                  <a:gd name="T44" fmla="*/ 17840 w 1481"/>
                  <a:gd name="T45" fmla="*/ 519 h 32"/>
                  <a:gd name="T46" fmla="*/ 18975 w 1481"/>
                  <a:gd name="T47" fmla="*/ 359 h 32"/>
                  <a:gd name="T48" fmla="*/ 20307 w 1481"/>
                  <a:gd name="T49" fmla="*/ 180 h 32"/>
                  <a:gd name="T50" fmla="*/ 20932 w 1481"/>
                  <a:gd name="T51" fmla="*/ 243 h 32"/>
                  <a:gd name="T52" fmla="*/ 21570 w 1481"/>
                  <a:gd name="T53" fmla="*/ 359 h 32"/>
                  <a:gd name="T54" fmla="*/ 22007 w 1481"/>
                  <a:gd name="T55" fmla="*/ 63 h 32"/>
                  <a:gd name="T56" fmla="*/ 22744 w 1481"/>
                  <a:gd name="T57" fmla="*/ 129 h 32"/>
                  <a:gd name="T58" fmla="*/ 22807 w 1481"/>
                  <a:gd name="T59" fmla="*/ 96 h 32"/>
                  <a:gd name="T60" fmla="*/ 22195 w 1481"/>
                  <a:gd name="T61" fmla="*/ 180 h 32"/>
                  <a:gd name="T62" fmla="*/ 21507 w 1481"/>
                  <a:gd name="T63" fmla="*/ 327 h 32"/>
                  <a:gd name="T64" fmla="*/ 21037 w 1481"/>
                  <a:gd name="T65" fmla="*/ 129 h 32"/>
                  <a:gd name="T66" fmla="*/ 20807 w 1481"/>
                  <a:gd name="T67" fmla="*/ 276 h 32"/>
                  <a:gd name="T68" fmla="*/ 20307 w 1481"/>
                  <a:gd name="T69" fmla="*/ 116 h 32"/>
                  <a:gd name="T70" fmla="*/ 18945 w 1481"/>
                  <a:gd name="T71" fmla="*/ 309 h 32"/>
                  <a:gd name="T72" fmla="*/ 17820 w 1481"/>
                  <a:gd name="T73" fmla="*/ 468 h 32"/>
                  <a:gd name="T74" fmla="*/ 16790 w 1481"/>
                  <a:gd name="T75" fmla="*/ 359 h 32"/>
                  <a:gd name="T76" fmla="*/ 16308 w 1481"/>
                  <a:gd name="T77" fmla="*/ 116 h 32"/>
                  <a:gd name="T78" fmla="*/ 15620 w 1481"/>
                  <a:gd name="T79" fmla="*/ 294 h 32"/>
                  <a:gd name="T80" fmla="*/ 14571 w 1481"/>
                  <a:gd name="T81" fmla="*/ 192 h 32"/>
                  <a:gd name="T82" fmla="*/ 13371 w 1481"/>
                  <a:gd name="T83" fmla="*/ 129 h 32"/>
                  <a:gd name="T84" fmla="*/ 12603 w 1481"/>
                  <a:gd name="T85" fmla="*/ 192 h 32"/>
                  <a:gd name="T86" fmla="*/ 11466 w 1481"/>
                  <a:gd name="T87" fmla="*/ 129 h 32"/>
                  <a:gd name="T88" fmla="*/ 10821 w 1481"/>
                  <a:gd name="T89" fmla="*/ 294 h 32"/>
                  <a:gd name="T90" fmla="*/ 9621 w 1481"/>
                  <a:gd name="T91" fmla="*/ 192 h 32"/>
                  <a:gd name="T92" fmla="*/ 8999 w 1481"/>
                  <a:gd name="T93" fmla="*/ 372 h 32"/>
                  <a:gd name="T94" fmla="*/ 8124 w 1481"/>
                  <a:gd name="T95" fmla="*/ 423 h 32"/>
                  <a:gd name="T96" fmla="*/ 7686 w 1481"/>
                  <a:gd name="T97" fmla="*/ 147 h 32"/>
                  <a:gd name="T98" fmla="*/ 6842 w 1481"/>
                  <a:gd name="T99" fmla="*/ 276 h 32"/>
                  <a:gd name="T100" fmla="*/ 6417 w 1481"/>
                  <a:gd name="T101" fmla="*/ 225 h 32"/>
                  <a:gd name="T102" fmla="*/ 5217 w 1481"/>
                  <a:gd name="T103" fmla="*/ 423 h 32"/>
                  <a:gd name="T104" fmla="*/ 4387 w 1481"/>
                  <a:gd name="T105" fmla="*/ 423 h 32"/>
                  <a:gd name="T106" fmla="*/ 3325 w 1481"/>
                  <a:gd name="T107" fmla="*/ 359 h 32"/>
                  <a:gd name="T108" fmla="*/ 2625 w 1481"/>
                  <a:gd name="T109" fmla="*/ 213 h 32"/>
                  <a:gd name="T110" fmla="*/ 1280 w 1481"/>
                  <a:gd name="T111" fmla="*/ 192 h 32"/>
                  <a:gd name="T112" fmla="*/ 717 w 1481"/>
                  <a:gd name="T113" fmla="*/ 116 h 32"/>
                  <a:gd name="T114" fmla="*/ 437 w 1481"/>
                  <a:gd name="T115" fmla="*/ 225 h 32"/>
                  <a:gd name="T116" fmla="*/ 62 w 1481"/>
                  <a:gd name="T117" fmla="*/ 159 h 32"/>
                  <a:gd name="T118" fmla="*/ 75 w 1481"/>
                  <a:gd name="T119" fmla="*/ 159 h 3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481" h="32"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4" y="11"/>
                      <a:pt x="5" y="11"/>
                    </a:cubicBezTo>
                    <a:cubicBezTo>
                      <a:pt x="7" y="12"/>
                      <a:pt x="9" y="12"/>
                      <a:pt x="12" y="13"/>
                    </a:cubicBezTo>
                    <a:cubicBezTo>
                      <a:pt x="14" y="13"/>
                      <a:pt x="16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8" y="15"/>
                      <a:pt x="20" y="16"/>
                      <a:pt x="22" y="17"/>
                    </a:cubicBezTo>
                    <a:cubicBezTo>
                      <a:pt x="24" y="18"/>
                      <a:pt x="26" y="18"/>
                      <a:pt x="28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8"/>
                      <a:pt x="32" y="17"/>
                      <a:pt x="33" y="17"/>
                    </a:cubicBezTo>
                    <a:cubicBezTo>
                      <a:pt x="34" y="16"/>
                      <a:pt x="35" y="15"/>
                      <a:pt x="36" y="15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9" y="13"/>
                      <a:pt x="42" y="12"/>
                      <a:pt x="46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50" y="9"/>
                      <a:pt x="53" y="8"/>
                      <a:pt x="56" y="8"/>
                    </a:cubicBezTo>
                    <a:cubicBezTo>
                      <a:pt x="57" y="8"/>
                      <a:pt x="59" y="8"/>
                      <a:pt x="61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5" y="11"/>
                      <a:pt x="69" y="13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5" y="17"/>
                      <a:pt x="77" y="17"/>
                      <a:pt x="79" y="17"/>
                    </a:cubicBezTo>
                    <a:cubicBezTo>
                      <a:pt x="80" y="17"/>
                      <a:pt x="82" y="17"/>
                      <a:pt x="83" y="16"/>
                    </a:cubicBezTo>
                    <a:cubicBezTo>
                      <a:pt x="85" y="16"/>
                      <a:pt x="86" y="15"/>
                      <a:pt x="88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93" y="12"/>
                      <a:pt x="98" y="10"/>
                      <a:pt x="103" y="10"/>
                    </a:cubicBezTo>
                    <a:cubicBezTo>
                      <a:pt x="108" y="10"/>
                      <a:pt x="112" y="11"/>
                      <a:pt x="117" y="13"/>
                    </a:cubicBezTo>
                    <a:cubicBezTo>
                      <a:pt x="124" y="16"/>
                      <a:pt x="130" y="18"/>
                      <a:pt x="137" y="21"/>
                    </a:cubicBezTo>
                    <a:cubicBezTo>
                      <a:pt x="141" y="22"/>
                      <a:pt x="144" y="23"/>
                      <a:pt x="146" y="23"/>
                    </a:cubicBezTo>
                    <a:cubicBezTo>
                      <a:pt x="150" y="23"/>
                      <a:pt x="153" y="22"/>
                      <a:pt x="157" y="21"/>
                    </a:cubicBezTo>
                    <a:cubicBezTo>
                      <a:pt x="161" y="19"/>
                      <a:pt x="166" y="19"/>
                      <a:pt x="170" y="17"/>
                    </a:cubicBezTo>
                    <a:cubicBezTo>
                      <a:pt x="173" y="16"/>
                      <a:pt x="175" y="15"/>
                      <a:pt x="178" y="15"/>
                    </a:cubicBezTo>
                    <a:cubicBezTo>
                      <a:pt x="179" y="15"/>
                      <a:pt x="181" y="16"/>
                      <a:pt x="182" y="16"/>
                    </a:cubicBezTo>
                    <a:cubicBezTo>
                      <a:pt x="181" y="16"/>
                      <a:pt x="181" y="16"/>
                      <a:pt x="181" y="16"/>
                    </a:cubicBezTo>
                    <a:cubicBezTo>
                      <a:pt x="182" y="16"/>
                      <a:pt x="182" y="16"/>
                      <a:pt x="182" y="16"/>
                    </a:cubicBezTo>
                    <a:cubicBezTo>
                      <a:pt x="188" y="17"/>
                      <a:pt x="195" y="19"/>
                      <a:pt x="201" y="21"/>
                    </a:cubicBezTo>
                    <a:cubicBezTo>
                      <a:pt x="202" y="22"/>
                      <a:pt x="204" y="23"/>
                      <a:pt x="206" y="24"/>
                    </a:cubicBezTo>
                    <a:cubicBezTo>
                      <a:pt x="208" y="25"/>
                      <a:pt x="210" y="26"/>
                      <a:pt x="212" y="26"/>
                    </a:cubicBezTo>
                    <a:cubicBezTo>
                      <a:pt x="212" y="26"/>
                      <a:pt x="212" y="26"/>
                      <a:pt x="212" y="26"/>
                    </a:cubicBezTo>
                    <a:cubicBezTo>
                      <a:pt x="213" y="26"/>
                      <a:pt x="213" y="26"/>
                      <a:pt x="213" y="26"/>
                    </a:cubicBezTo>
                    <a:cubicBezTo>
                      <a:pt x="217" y="26"/>
                      <a:pt x="221" y="25"/>
                      <a:pt x="225" y="23"/>
                    </a:cubicBezTo>
                    <a:cubicBezTo>
                      <a:pt x="228" y="21"/>
                      <a:pt x="232" y="19"/>
                      <a:pt x="234" y="19"/>
                    </a:cubicBezTo>
                    <a:cubicBezTo>
                      <a:pt x="235" y="18"/>
                      <a:pt x="235" y="18"/>
                      <a:pt x="235" y="18"/>
                    </a:cubicBezTo>
                    <a:cubicBezTo>
                      <a:pt x="234" y="19"/>
                      <a:pt x="234" y="19"/>
                      <a:pt x="234" y="19"/>
                    </a:cubicBezTo>
                    <a:cubicBezTo>
                      <a:pt x="238" y="17"/>
                      <a:pt x="241" y="17"/>
                      <a:pt x="243" y="17"/>
                    </a:cubicBezTo>
                    <a:cubicBezTo>
                      <a:pt x="245" y="17"/>
                      <a:pt x="247" y="17"/>
                      <a:pt x="251" y="18"/>
                    </a:cubicBezTo>
                    <a:cubicBezTo>
                      <a:pt x="255" y="19"/>
                      <a:pt x="260" y="22"/>
                      <a:pt x="265" y="25"/>
                    </a:cubicBezTo>
                    <a:cubicBezTo>
                      <a:pt x="270" y="28"/>
                      <a:pt x="275" y="30"/>
                      <a:pt x="281" y="30"/>
                    </a:cubicBezTo>
                    <a:cubicBezTo>
                      <a:pt x="283" y="30"/>
                      <a:pt x="284" y="30"/>
                      <a:pt x="286" y="29"/>
                    </a:cubicBezTo>
                    <a:cubicBezTo>
                      <a:pt x="292" y="27"/>
                      <a:pt x="296" y="24"/>
                      <a:pt x="300" y="22"/>
                    </a:cubicBezTo>
                    <a:cubicBezTo>
                      <a:pt x="304" y="20"/>
                      <a:pt x="306" y="19"/>
                      <a:pt x="308" y="19"/>
                    </a:cubicBezTo>
                    <a:cubicBezTo>
                      <a:pt x="309" y="19"/>
                      <a:pt x="310" y="19"/>
                      <a:pt x="311" y="19"/>
                    </a:cubicBezTo>
                    <a:cubicBezTo>
                      <a:pt x="311" y="19"/>
                      <a:pt x="311" y="19"/>
                      <a:pt x="311" y="19"/>
                    </a:cubicBezTo>
                    <a:cubicBezTo>
                      <a:pt x="311" y="19"/>
                      <a:pt x="311" y="19"/>
                      <a:pt x="311" y="19"/>
                    </a:cubicBezTo>
                    <a:cubicBezTo>
                      <a:pt x="313" y="20"/>
                      <a:pt x="317" y="23"/>
                      <a:pt x="321" y="25"/>
                    </a:cubicBezTo>
                    <a:cubicBezTo>
                      <a:pt x="325" y="28"/>
                      <a:pt x="329" y="30"/>
                      <a:pt x="333" y="30"/>
                    </a:cubicBezTo>
                    <a:cubicBezTo>
                      <a:pt x="333" y="30"/>
                      <a:pt x="334" y="30"/>
                      <a:pt x="334" y="30"/>
                    </a:cubicBezTo>
                    <a:cubicBezTo>
                      <a:pt x="334" y="30"/>
                      <a:pt x="334" y="30"/>
                      <a:pt x="334" y="30"/>
                    </a:cubicBezTo>
                    <a:cubicBezTo>
                      <a:pt x="340" y="29"/>
                      <a:pt x="344" y="26"/>
                      <a:pt x="349" y="23"/>
                    </a:cubicBezTo>
                    <a:cubicBezTo>
                      <a:pt x="353" y="20"/>
                      <a:pt x="357" y="17"/>
                      <a:pt x="361" y="17"/>
                    </a:cubicBezTo>
                    <a:cubicBezTo>
                      <a:pt x="363" y="17"/>
                      <a:pt x="364" y="17"/>
                      <a:pt x="365" y="18"/>
                    </a:cubicBezTo>
                    <a:cubicBezTo>
                      <a:pt x="370" y="19"/>
                      <a:pt x="375" y="23"/>
                      <a:pt x="381" y="26"/>
                    </a:cubicBezTo>
                    <a:cubicBezTo>
                      <a:pt x="384" y="27"/>
                      <a:pt x="387" y="29"/>
                      <a:pt x="390" y="29"/>
                    </a:cubicBezTo>
                    <a:cubicBezTo>
                      <a:pt x="392" y="29"/>
                      <a:pt x="394" y="28"/>
                      <a:pt x="396" y="27"/>
                    </a:cubicBezTo>
                    <a:cubicBezTo>
                      <a:pt x="402" y="24"/>
                      <a:pt x="407" y="21"/>
                      <a:pt x="413" y="18"/>
                    </a:cubicBezTo>
                    <a:cubicBezTo>
                      <a:pt x="414" y="17"/>
                      <a:pt x="416" y="16"/>
                      <a:pt x="417" y="16"/>
                    </a:cubicBezTo>
                    <a:cubicBezTo>
                      <a:pt x="419" y="15"/>
                      <a:pt x="420" y="15"/>
                      <a:pt x="421" y="15"/>
                    </a:cubicBezTo>
                    <a:cubicBezTo>
                      <a:pt x="421" y="15"/>
                      <a:pt x="421" y="15"/>
                      <a:pt x="421" y="15"/>
                    </a:cubicBezTo>
                    <a:cubicBezTo>
                      <a:pt x="421" y="15"/>
                      <a:pt x="421" y="15"/>
                      <a:pt x="421" y="15"/>
                    </a:cubicBezTo>
                    <a:cubicBezTo>
                      <a:pt x="422" y="15"/>
                      <a:pt x="424" y="16"/>
                      <a:pt x="425" y="16"/>
                    </a:cubicBezTo>
                    <a:cubicBezTo>
                      <a:pt x="427" y="17"/>
                      <a:pt x="428" y="18"/>
                      <a:pt x="430" y="18"/>
                    </a:cubicBezTo>
                    <a:cubicBezTo>
                      <a:pt x="432" y="19"/>
                      <a:pt x="435" y="20"/>
                      <a:pt x="437" y="21"/>
                    </a:cubicBezTo>
                    <a:cubicBezTo>
                      <a:pt x="442" y="22"/>
                      <a:pt x="446" y="23"/>
                      <a:pt x="451" y="23"/>
                    </a:cubicBezTo>
                    <a:cubicBezTo>
                      <a:pt x="453" y="23"/>
                      <a:pt x="456" y="23"/>
                      <a:pt x="458" y="22"/>
                    </a:cubicBezTo>
                    <a:cubicBezTo>
                      <a:pt x="464" y="19"/>
                      <a:pt x="469" y="19"/>
                      <a:pt x="475" y="18"/>
                    </a:cubicBezTo>
                    <a:cubicBezTo>
                      <a:pt x="478" y="17"/>
                      <a:pt x="481" y="16"/>
                      <a:pt x="483" y="15"/>
                    </a:cubicBezTo>
                    <a:cubicBezTo>
                      <a:pt x="486" y="14"/>
                      <a:pt x="488" y="13"/>
                      <a:pt x="490" y="13"/>
                    </a:cubicBezTo>
                    <a:cubicBezTo>
                      <a:pt x="490" y="13"/>
                      <a:pt x="491" y="13"/>
                      <a:pt x="491" y="13"/>
                    </a:cubicBezTo>
                    <a:cubicBezTo>
                      <a:pt x="491" y="13"/>
                      <a:pt x="491" y="13"/>
                      <a:pt x="491" y="13"/>
                    </a:cubicBezTo>
                    <a:cubicBezTo>
                      <a:pt x="493" y="14"/>
                      <a:pt x="496" y="15"/>
                      <a:pt x="499" y="18"/>
                    </a:cubicBezTo>
                    <a:cubicBezTo>
                      <a:pt x="502" y="20"/>
                      <a:pt x="506" y="22"/>
                      <a:pt x="508" y="24"/>
                    </a:cubicBezTo>
                    <a:cubicBezTo>
                      <a:pt x="509" y="24"/>
                      <a:pt x="511" y="26"/>
                      <a:pt x="512" y="27"/>
                    </a:cubicBezTo>
                    <a:cubicBezTo>
                      <a:pt x="513" y="28"/>
                      <a:pt x="514" y="28"/>
                      <a:pt x="515" y="29"/>
                    </a:cubicBezTo>
                    <a:cubicBezTo>
                      <a:pt x="516" y="30"/>
                      <a:pt x="517" y="30"/>
                      <a:pt x="518" y="30"/>
                    </a:cubicBezTo>
                    <a:cubicBezTo>
                      <a:pt x="518" y="30"/>
                      <a:pt x="518" y="30"/>
                      <a:pt x="518" y="30"/>
                    </a:cubicBezTo>
                    <a:cubicBezTo>
                      <a:pt x="518" y="30"/>
                      <a:pt x="518" y="30"/>
                      <a:pt x="518" y="30"/>
                    </a:cubicBezTo>
                    <a:cubicBezTo>
                      <a:pt x="520" y="30"/>
                      <a:pt x="522" y="29"/>
                      <a:pt x="523" y="29"/>
                    </a:cubicBezTo>
                    <a:cubicBezTo>
                      <a:pt x="526" y="27"/>
                      <a:pt x="529" y="25"/>
                      <a:pt x="531" y="23"/>
                    </a:cubicBezTo>
                    <a:cubicBezTo>
                      <a:pt x="533" y="22"/>
                      <a:pt x="536" y="20"/>
                      <a:pt x="537" y="19"/>
                    </a:cubicBezTo>
                    <a:cubicBezTo>
                      <a:pt x="539" y="18"/>
                      <a:pt x="541" y="17"/>
                      <a:pt x="543" y="16"/>
                    </a:cubicBezTo>
                    <a:cubicBezTo>
                      <a:pt x="544" y="15"/>
                      <a:pt x="546" y="14"/>
                      <a:pt x="547" y="14"/>
                    </a:cubicBezTo>
                    <a:cubicBezTo>
                      <a:pt x="548" y="14"/>
                      <a:pt x="549" y="14"/>
                      <a:pt x="551" y="15"/>
                    </a:cubicBezTo>
                    <a:cubicBezTo>
                      <a:pt x="557" y="18"/>
                      <a:pt x="564" y="20"/>
                      <a:pt x="570" y="23"/>
                    </a:cubicBezTo>
                    <a:cubicBezTo>
                      <a:pt x="570" y="24"/>
                      <a:pt x="572" y="25"/>
                      <a:pt x="574" y="26"/>
                    </a:cubicBezTo>
                    <a:cubicBezTo>
                      <a:pt x="575" y="27"/>
                      <a:pt x="577" y="28"/>
                      <a:pt x="579" y="28"/>
                    </a:cubicBezTo>
                    <a:cubicBezTo>
                      <a:pt x="579" y="28"/>
                      <a:pt x="579" y="28"/>
                      <a:pt x="579" y="28"/>
                    </a:cubicBezTo>
                    <a:cubicBezTo>
                      <a:pt x="581" y="28"/>
                      <a:pt x="582" y="28"/>
                      <a:pt x="584" y="27"/>
                    </a:cubicBezTo>
                    <a:cubicBezTo>
                      <a:pt x="585" y="26"/>
                      <a:pt x="586" y="26"/>
                      <a:pt x="587" y="25"/>
                    </a:cubicBezTo>
                    <a:cubicBezTo>
                      <a:pt x="592" y="23"/>
                      <a:pt x="598" y="23"/>
                      <a:pt x="604" y="21"/>
                    </a:cubicBezTo>
                    <a:cubicBezTo>
                      <a:pt x="606" y="20"/>
                      <a:pt x="608" y="19"/>
                      <a:pt x="609" y="18"/>
                    </a:cubicBezTo>
                    <a:cubicBezTo>
                      <a:pt x="611" y="17"/>
                      <a:pt x="613" y="16"/>
                      <a:pt x="615" y="16"/>
                    </a:cubicBezTo>
                    <a:cubicBezTo>
                      <a:pt x="615" y="16"/>
                      <a:pt x="615" y="16"/>
                      <a:pt x="616" y="16"/>
                    </a:cubicBezTo>
                    <a:cubicBezTo>
                      <a:pt x="619" y="16"/>
                      <a:pt x="623" y="18"/>
                      <a:pt x="627" y="21"/>
                    </a:cubicBezTo>
                    <a:cubicBezTo>
                      <a:pt x="632" y="23"/>
                      <a:pt x="636" y="26"/>
                      <a:pt x="640" y="28"/>
                    </a:cubicBezTo>
                    <a:cubicBezTo>
                      <a:pt x="641" y="28"/>
                      <a:pt x="643" y="29"/>
                      <a:pt x="644" y="29"/>
                    </a:cubicBezTo>
                    <a:cubicBezTo>
                      <a:pt x="650" y="28"/>
                      <a:pt x="655" y="25"/>
                      <a:pt x="660" y="22"/>
                    </a:cubicBezTo>
                    <a:cubicBezTo>
                      <a:pt x="665" y="19"/>
                      <a:pt x="670" y="17"/>
                      <a:pt x="674" y="16"/>
                    </a:cubicBezTo>
                    <a:cubicBezTo>
                      <a:pt x="675" y="16"/>
                      <a:pt x="675" y="16"/>
                      <a:pt x="675" y="16"/>
                    </a:cubicBezTo>
                    <a:cubicBezTo>
                      <a:pt x="677" y="16"/>
                      <a:pt x="680" y="17"/>
                      <a:pt x="683" y="18"/>
                    </a:cubicBezTo>
                    <a:cubicBezTo>
                      <a:pt x="686" y="19"/>
                      <a:pt x="689" y="21"/>
                      <a:pt x="691" y="21"/>
                    </a:cubicBezTo>
                    <a:cubicBezTo>
                      <a:pt x="693" y="22"/>
                      <a:pt x="695" y="23"/>
                      <a:pt x="697" y="24"/>
                    </a:cubicBezTo>
                    <a:cubicBezTo>
                      <a:pt x="700" y="25"/>
                      <a:pt x="702" y="26"/>
                      <a:pt x="705" y="26"/>
                    </a:cubicBezTo>
                    <a:cubicBezTo>
                      <a:pt x="705" y="26"/>
                      <a:pt x="705" y="26"/>
                      <a:pt x="705" y="26"/>
                    </a:cubicBezTo>
                    <a:cubicBezTo>
                      <a:pt x="705" y="26"/>
                      <a:pt x="705" y="26"/>
                      <a:pt x="705" y="26"/>
                    </a:cubicBezTo>
                    <a:cubicBezTo>
                      <a:pt x="708" y="26"/>
                      <a:pt x="710" y="25"/>
                      <a:pt x="711" y="23"/>
                    </a:cubicBezTo>
                    <a:cubicBezTo>
                      <a:pt x="713" y="22"/>
                      <a:pt x="714" y="20"/>
                      <a:pt x="716" y="19"/>
                    </a:cubicBezTo>
                    <a:cubicBezTo>
                      <a:pt x="720" y="17"/>
                      <a:pt x="724" y="15"/>
                      <a:pt x="729" y="13"/>
                    </a:cubicBezTo>
                    <a:cubicBezTo>
                      <a:pt x="731" y="12"/>
                      <a:pt x="733" y="12"/>
                      <a:pt x="734" y="12"/>
                    </a:cubicBezTo>
                    <a:cubicBezTo>
                      <a:pt x="735" y="12"/>
                      <a:pt x="736" y="12"/>
                      <a:pt x="738" y="13"/>
                    </a:cubicBezTo>
                    <a:cubicBezTo>
                      <a:pt x="740" y="14"/>
                      <a:pt x="742" y="15"/>
                      <a:pt x="745" y="15"/>
                    </a:cubicBezTo>
                    <a:cubicBezTo>
                      <a:pt x="754" y="19"/>
                      <a:pt x="762" y="24"/>
                      <a:pt x="772" y="26"/>
                    </a:cubicBezTo>
                    <a:cubicBezTo>
                      <a:pt x="773" y="26"/>
                      <a:pt x="774" y="26"/>
                      <a:pt x="776" y="26"/>
                    </a:cubicBezTo>
                    <a:cubicBezTo>
                      <a:pt x="780" y="26"/>
                      <a:pt x="784" y="25"/>
                      <a:pt x="789" y="24"/>
                    </a:cubicBezTo>
                    <a:cubicBezTo>
                      <a:pt x="793" y="23"/>
                      <a:pt x="798" y="21"/>
                      <a:pt x="801" y="19"/>
                    </a:cubicBezTo>
                    <a:cubicBezTo>
                      <a:pt x="802" y="19"/>
                      <a:pt x="804" y="18"/>
                      <a:pt x="805" y="17"/>
                    </a:cubicBezTo>
                    <a:cubicBezTo>
                      <a:pt x="805" y="17"/>
                      <a:pt x="806" y="16"/>
                      <a:pt x="807" y="16"/>
                    </a:cubicBezTo>
                    <a:cubicBezTo>
                      <a:pt x="808" y="16"/>
                      <a:pt x="808" y="17"/>
                      <a:pt x="809" y="17"/>
                    </a:cubicBezTo>
                    <a:cubicBezTo>
                      <a:pt x="811" y="17"/>
                      <a:pt x="813" y="18"/>
                      <a:pt x="815" y="20"/>
                    </a:cubicBezTo>
                    <a:cubicBezTo>
                      <a:pt x="817" y="21"/>
                      <a:pt x="819" y="23"/>
                      <a:pt x="822" y="24"/>
                    </a:cubicBezTo>
                    <a:cubicBezTo>
                      <a:pt x="823" y="24"/>
                      <a:pt x="824" y="25"/>
                      <a:pt x="825" y="25"/>
                    </a:cubicBezTo>
                    <a:cubicBezTo>
                      <a:pt x="830" y="25"/>
                      <a:pt x="834" y="22"/>
                      <a:pt x="837" y="21"/>
                    </a:cubicBezTo>
                    <a:cubicBezTo>
                      <a:pt x="841" y="20"/>
                      <a:pt x="844" y="18"/>
                      <a:pt x="847" y="16"/>
                    </a:cubicBezTo>
                    <a:cubicBezTo>
                      <a:pt x="850" y="14"/>
                      <a:pt x="853" y="12"/>
                      <a:pt x="856" y="12"/>
                    </a:cubicBezTo>
                    <a:cubicBezTo>
                      <a:pt x="856" y="12"/>
                      <a:pt x="856" y="12"/>
                      <a:pt x="856" y="12"/>
                    </a:cubicBezTo>
                    <a:cubicBezTo>
                      <a:pt x="857" y="12"/>
                      <a:pt x="859" y="13"/>
                      <a:pt x="861" y="14"/>
                    </a:cubicBezTo>
                    <a:cubicBezTo>
                      <a:pt x="864" y="15"/>
                      <a:pt x="866" y="16"/>
                      <a:pt x="868" y="17"/>
                    </a:cubicBezTo>
                    <a:cubicBezTo>
                      <a:pt x="874" y="19"/>
                      <a:pt x="879" y="20"/>
                      <a:pt x="884" y="23"/>
                    </a:cubicBezTo>
                    <a:cubicBezTo>
                      <a:pt x="887" y="24"/>
                      <a:pt x="890" y="24"/>
                      <a:pt x="892" y="24"/>
                    </a:cubicBezTo>
                    <a:cubicBezTo>
                      <a:pt x="897" y="24"/>
                      <a:pt x="902" y="22"/>
                      <a:pt x="907" y="20"/>
                    </a:cubicBezTo>
                    <a:cubicBezTo>
                      <a:pt x="911" y="17"/>
                      <a:pt x="916" y="15"/>
                      <a:pt x="920" y="14"/>
                    </a:cubicBezTo>
                    <a:cubicBezTo>
                      <a:pt x="921" y="13"/>
                      <a:pt x="922" y="13"/>
                      <a:pt x="923" y="13"/>
                    </a:cubicBezTo>
                    <a:cubicBezTo>
                      <a:pt x="925" y="13"/>
                      <a:pt x="928" y="14"/>
                      <a:pt x="931" y="16"/>
                    </a:cubicBezTo>
                    <a:cubicBezTo>
                      <a:pt x="934" y="17"/>
                      <a:pt x="937" y="19"/>
                      <a:pt x="940" y="21"/>
                    </a:cubicBezTo>
                    <a:cubicBezTo>
                      <a:pt x="943" y="22"/>
                      <a:pt x="945" y="23"/>
                      <a:pt x="947" y="24"/>
                    </a:cubicBezTo>
                    <a:cubicBezTo>
                      <a:pt x="948" y="25"/>
                      <a:pt x="951" y="26"/>
                      <a:pt x="953" y="26"/>
                    </a:cubicBezTo>
                    <a:cubicBezTo>
                      <a:pt x="955" y="26"/>
                      <a:pt x="956" y="26"/>
                      <a:pt x="958" y="25"/>
                    </a:cubicBezTo>
                    <a:cubicBezTo>
                      <a:pt x="967" y="22"/>
                      <a:pt x="978" y="18"/>
                      <a:pt x="984" y="12"/>
                    </a:cubicBezTo>
                    <a:cubicBezTo>
                      <a:pt x="983" y="10"/>
                      <a:pt x="983" y="10"/>
                      <a:pt x="983" y="10"/>
                    </a:cubicBezTo>
                    <a:cubicBezTo>
                      <a:pt x="982" y="12"/>
                      <a:pt x="982" y="12"/>
                      <a:pt x="982" y="12"/>
                    </a:cubicBezTo>
                    <a:cubicBezTo>
                      <a:pt x="987" y="15"/>
                      <a:pt x="993" y="18"/>
                      <a:pt x="998" y="22"/>
                    </a:cubicBezTo>
                    <a:cubicBezTo>
                      <a:pt x="1000" y="23"/>
                      <a:pt x="1003" y="25"/>
                      <a:pt x="1006" y="26"/>
                    </a:cubicBezTo>
                    <a:cubicBezTo>
                      <a:pt x="1007" y="27"/>
                      <a:pt x="1008" y="27"/>
                      <a:pt x="1010" y="27"/>
                    </a:cubicBezTo>
                    <a:cubicBezTo>
                      <a:pt x="1011" y="27"/>
                      <a:pt x="1011" y="27"/>
                      <a:pt x="1012" y="26"/>
                    </a:cubicBezTo>
                    <a:cubicBezTo>
                      <a:pt x="1013" y="26"/>
                      <a:pt x="1014" y="25"/>
                      <a:pt x="1015" y="25"/>
                    </a:cubicBezTo>
                    <a:cubicBezTo>
                      <a:pt x="1019" y="22"/>
                      <a:pt x="1025" y="20"/>
                      <a:pt x="1031" y="18"/>
                    </a:cubicBezTo>
                    <a:cubicBezTo>
                      <a:pt x="1032" y="17"/>
                      <a:pt x="1035" y="15"/>
                      <a:pt x="1038" y="14"/>
                    </a:cubicBezTo>
                    <a:cubicBezTo>
                      <a:pt x="1039" y="13"/>
                      <a:pt x="1040" y="12"/>
                      <a:pt x="1041" y="12"/>
                    </a:cubicBezTo>
                    <a:cubicBezTo>
                      <a:pt x="1043" y="11"/>
                      <a:pt x="1044" y="11"/>
                      <a:pt x="1044" y="11"/>
                    </a:cubicBezTo>
                    <a:cubicBezTo>
                      <a:pt x="1045" y="11"/>
                      <a:pt x="1045" y="11"/>
                      <a:pt x="1045" y="11"/>
                    </a:cubicBezTo>
                    <a:cubicBezTo>
                      <a:pt x="1045" y="11"/>
                      <a:pt x="1045" y="11"/>
                      <a:pt x="1046" y="12"/>
                    </a:cubicBezTo>
                    <a:cubicBezTo>
                      <a:pt x="1046" y="12"/>
                      <a:pt x="1048" y="13"/>
                      <a:pt x="1049" y="14"/>
                    </a:cubicBezTo>
                    <a:cubicBezTo>
                      <a:pt x="1050" y="15"/>
                      <a:pt x="1051" y="16"/>
                      <a:pt x="1052" y="17"/>
                    </a:cubicBezTo>
                    <a:cubicBezTo>
                      <a:pt x="1055" y="19"/>
                      <a:pt x="1058" y="21"/>
                      <a:pt x="1062" y="22"/>
                    </a:cubicBezTo>
                    <a:cubicBezTo>
                      <a:pt x="1063" y="23"/>
                      <a:pt x="1065" y="24"/>
                      <a:pt x="1068" y="25"/>
                    </a:cubicBezTo>
                    <a:cubicBezTo>
                      <a:pt x="1070" y="26"/>
                      <a:pt x="1072" y="26"/>
                      <a:pt x="1074" y="26"/>
                    </a:cubicBezTo>
                    <a:cubicBezTo>
                      <a:pt x="1075" y="26"/>
                      <a:pt x="1075" y="26"/>
                      <a:pt x="1075" y="26"/>
                    </a:cubicBezTo>
                    <a:cubicBezTo>
                      <a:pt x="1077" y="26"/>
                      <a:pt x="1078" y="25"/>
                      <a:pt x="1080" y="25"/>
                    </a:cubicBezTo>
                    <a:cubicBezTo>
                      <a:pt x="1081" y="24"/>
                      <a:pt x="1083" y="23"/>
                      <a:pt x="1084" y="23"/>
                    </a:cubicBezTo>
                    <a:cubicBezTo>
                      <a:pt x="1090" y="21"/>
                      <a:pt x="1096" y="21"/>
                      <a:pt x="1103" y="19"/>
                    </a:cubicBezTo>
                    <a:cubicBezTo>
                      <a:pt x="1106" y="18"/>
                      <a:pt x="1108" y="18"/>
                      <a:pt x="1110" y="18"/>
                    </a:cubicBezTo>
                    <a:cubicBezTo>
                      <a:pt x="1111" y="18"/>
                      <a:pt x="1112" y="18"/>
                      <a:pt x="1113" y="18"/>
                    </a:cubicBezTo>
                    <a:cubicBezTo>
                      <a:pt x="1117" y="19"/>
                      <a:pt x="1122" y="21"/>
                      <a:pt x="1126" y="24"/>
                    </a:cubicBezTo>
                    <a:cubicBezTo>
                      <a:pt x="1131" y="27"/>
                      <a:pt x="1135" y="30"/>
                      <a:pt x="1141" y="31"/>
                    </a:cubicBezTo>
                    <a:cubicBezTo>
                      <a:pt x="1142" y="32"/>
                      <a:pt x="1142" y="32"/>
                      <a:pt x="1142" y="32"/>
                    </a:cubicBezTo>
                    <a:cubicBezTo>
                      <a:pt x="1143" y="30"/>
                      <a:pt x="1143" y="30"/>
                      <a:pt x="1143" y="30"/>
                    </a:cubicBezTo>
                    <a:cubicBezTo>
                      <a:pt x="1143" y="29"/>
                      <a:pt x="1145" y="27"/>
                      <a:pt x="1146" y="26"/>
                    </a:cubicBezTo>
                    <a:cubicBezTo>
                      <a:pt x="1149" y="23"/>
                      <a:pt x="1152" y="21"/>
                      <a:pt x="1155" y="19"/>
                    </a:cubicBezTo>
                    <a:cubicBezTo>
                      <a:pt x="1159" y="17"/>
                      <a:pt x="1162" y="16"/>
                      <a:pt x="1165" y="16"/>
                    </a:cubicBezTo>
                    <a:cubicBezTo>
                      <a:pt x="1165" y="16"/>
                      <a:pt x="1166" y="16"/>
                      <a:pt x="1166" y="17"/>
                    </a:cubicBezTo>
                    <a:cubicBezTo>
                      <a:pt x="1174" y="18"/>
                      <a:pt x="1182" y="21"/>
                      <a:pt x="1189" y="24"/>
                    </a:cubicBezTo>
                    <a:cubicBezTo>
                      <a:pt x="1192" y="25"/>
                      <a:pt x="1195" y="25"/>
                      <a:pt x="1198" y="25"/>
                    </a:cubicBezTo>
                    <a:cubicBezTo>
                      <a:pt x="1204" y="25"/>
                      <a:pt x="1209" y="24"/>
                      <a:pt x="1215" y="22"/>
                    </a:cubicBezTo>
                    <a:cubicBezTo>
                      <a:pt x="1221" y="21"/>
                      <a:pt x="1228" y="17"/>
                      <a:pt x="1234" y="16"/>
                    </a:cubicBezTo>
                    <a:cubicBezTo>
                      <a:pt x="1235" y="15"/>
                      <a:pt x="1236" y="15"/>
                      <a:pt x="1236" y="15"/>
                    </a:cubicBezTo>
                    <a:cubicBezTo>
                      <a:pt x="1238" y="15"/>
                      <a:pt x="1240" y="16"/>
                      <a:pt x="1244" y="17"/>
                    </a:cubicBezTo>
                    <a:cubicBezTo>
                      <a:pt x="1249" y="20"/>
                      <a:pt x="1255" y="24"/>
                      <a:pt x="1262" y="25"/>
                    </a:cubicBezTo>
                    <a:cubicBezTo>
                      <a:pt x="1263" y="25"/>
                      <a:pt x="1264" y="26"/>
                      <a:pt x="1265" y="26"/>
                    </a:cubicBezTo>
                    <a:cubicBezTo>
                      <a:pt x="1271" y="25"/>
                      <a:pt x="1277" y="22"/>
                      <a:pt x="1283" y="18"/>
                    </a:cubicBezTo>
                    <a:cubicBezTo>
                      <a:pt x="1289" y="15"/>
                      <a:pt x="1294" y="11"/>
                      <a:pt x="1299" y="11"/>
                    </a:cubicBezTo>
                    <a:cubicBezTo>
                      <a:pt x="1300" y="11"/>
                      <a:pt x="1300" y="11"/>
                      <a:pt x="1300" y="11"/>
                    </a:cubicBezTo>
                    <a:cubicBezTo>
                      <a:pt x="1304" y="11"/>
                      <a:pt x="1308" y="13"/>
                      <a:pt x="1313" y="14"/>
                    </a:cubicBezTo>
                    <a:cubicBezTo>
                      <a:pt x="1315" y="15"/>
                      <a:pt x="1318" y="16"/>
                      <a:pt x="1322" y="18"/>
                    </a:cubicBezTo>
                    <a:cubicBezTo>
                      <a:pt x="1323" y="19"/>
                      <a:pt x="1325" y="19"/>
                      <a:pt x="1327" y="20"/>
                    </a:cubicBezTo>
                    <a:cubicBezTo>
                      <a:pt x="1328" y="20"/>
                      <a:pt x="1330" y="21"/>
                      <a:pt x="1331" y="21"/>
                    </a:cubicBezTo>
                    <a:cubicBezTo>
                      <a:pt x="1332" y="21"/>
                      <a:pt x="1332" y="21"/>
                      <a:pt x="1333" y="21"/>
                    </a:cubicBezTo>
                    <a:cubicBezTo>
                      <a:pt x="1334" y="20"/>
                      <a:pt x="1334" y="20"/>
                      <a:pt x="1335" y="19"/>
                    </a:cubicBezTo>
                    <a:cubicBezTo>
                      <a:pt x="1336" y="19"/>
                      <a:pt x="1337" y="18"/>
                      <a:pt x="1338" y="17"/>
                    </a:cubicBezTo>
                    <a:cubicBezTo>
                      <a:pt x="1339" y="16"/>
                      <a:pt x="1340" y="15"/>
                      <a:pt x="1340" y="15"/>
                    </a:cubicBezTo>
                    <a:cubicBezTo>
                      <a:pt x="1343" y="14"/>
                      <a:pt x="1346" y="13"/>
                      <a:pt x="1349" y="11"/>
                    </a:cubicBezTo>
                    <a:cubicBezTo>
                      <a:pt x="1351" y="10"/>
                      <a:pt x="1352" y="9"/>
                      <a:pt x="1354" y="8"/>
                    </a:cubicBezTo>
                    <a:cubicBezTo>
                      <a:pt x="1355" y="8"/>
                      <a:pt x="1356" y="7"/>
                      <a:pt x="1358" y="7"/>
                    </a:cubicBezTo>
                    <a:cubicBezTo>
                      <a:pt x="1359" y="7"/>
                      <a:pt x="1359" y="8"/>
                      <a:pt x="1361" y="8"/>
                    </a:cubicBezTo>
                    <a:cubicBezTo>
                      <a:pt x="1363" y="9"/>
                      <a:pt x="1366" y="12"/>
                      <a:pt x="1369" y="15"/>
                    </a:cubicBezTo>
                    <a:cubicBezTo>
                      <a:pt x="1370" y="17"/>
                      <a:pt x="1372" y="18"/>
                      <a:pt x="1373" y="19"/>
                    </a:cubicBezTo>
                    <a:cubicBezTo>
                      <a:pt x="1375" y="21"/>
                      <a:pt x="1377" y="22"/>
                      <a:pt x="1379" y="22"/>
                    </a:cubicBezTo>
                    <a:cubicBezTo>
                      <a:pt x="1381" y="22"/>
                      <a:pt x="1381" y="22"/>
                      <a:pt x="1381" y="22"/>
                    </a:cubicBezTo>
                    <a:cubicBezTo>
                      <a:pt x="1381" y="20"/>
                      <a:pt x="1381" y="20"/>
                      <a:pt x="1381" y="20"/>
                    </a:cubicBezTo>
                    <a:cubicBezTo>
                      <a:pt x="1381" y="20"/>
                      <a:pt x="1382" y="19"/>
                      <a:pt x="1382" y="19"/>
                    </a:cubicBezTo>
                    <a:cubicBezTo>
                      <a:pt x="1383" y="18"/>
                      <a:pt x="1384" y="17"/>
                      <a:pt x="1386" y="16"/>
                    </a:cubicBezTo>
                    <a:cubicBezTo>
                      <a:pt x="1387" y="15"/>
                      <a:pt x="1389" y="15"/>
                      <a:pt x="1390" y="14"/>
                    </a:cubicBezTo>
                    <a:cubicBezTo>
                      <a:pt x="1393" y="12"/>
                      <a:pt x="1397" y="11"/>
                      <a:pt x="1401" y="9"/>
                    </a:cubicBezTo>
                    <a:cubicBezTo>
                      <a:pt x="1405" y="8"/>
                      <a:pt x="1408" y="6"/>
                      <a:pt x="1412" y="4"/>
                    </a:cubicBezTo>
                    <a:cubicBezTo>
                      <a:pt x="1410" y="2"/>
                      <a:pt x="1410" y="2"/>
                      <a:pt x="1410" y="2"/>
                    </a:cubicBezTo>
                    <a:cubicBezTo>
                      <a:pt x="1409" y="4"/>
                      <a:pt x="1409" y="4"/>
                      <a:pt x="1409" y="4"/>
                    </a:cubicBezTo>
                    <a:cubicBezTo>
                      <a:pt x="1413" y="6"/>
                      <a:pt x="1415" y="10"/>
                      <a:pt x="1418" y="13"/>
                    </a:cubicBezTo>
                    <a:cubicBezTo>
                      <a:pt x="1419" y="15"/>
                      <a:pt x="1420" y="16"/>
                      <a:pt x="1421" y="17"/>
                    </a:cubicBezTo>
                    <a:cubicBezTo>
                      <a:pt x="1422" y="18"/>
                      <a:pt x="1424" y="19"/>
                      <a:pt x="1425" y="19"/>
                    </a:cubicBezTo>
                    <a:cubicBezTo>
                      <a:pt x="1427" y="19"/>
                      <a:pt x="1428" y="18"/>
                      <a:pt x="1431" y="17"/>
                    </a:cubicBezTo>
                    <a:cubicBezTo>
                      <a:pt x="1434" y="16"/>
                      <a:pt x="1438" y="13"/>
                      <a:pt x="1442" y="11"/>
                    </a:cubicBezTo>
                    <a:cubicBezTo>
                      <a:pt x="1445" y="8"/>
                      <a:pt x="1449" y="7"/>
                      <a:pt x="1452" y="7"/>
                    </a:cubicBezTo>
                    <a:cubicBezTo>
                      <a:pt x="1453" y="7"/>
                      <a:pt x="1453" y="7"/>
                      <a:pt x="1454" y="7"/>
                    </a:cubicBezTo>
                    <a:cubicBezTo>
                      <a:pt x="1454" y="7"/>
                      <a:pt x="1455" y="7"/>
                      <a:pt x="1456" y="8"/>
                    </a:cubicBezTo>
                    <a:cubicBezTo>
                      <a:pt x="1457" y="8"/>
                      <a:pt x="1458" y="9"/>
                      <a:pt x="1459" y="10"/>
                    </a:cubicBezTo>
                    <a:cubicBezTo>
                      <a:pt x="1462" y="11"/>
                      <a:pt x="1465" y="10"/>
                      <a:pt x="1467" y="11"/>
                    </a:cubicBezTo>
                    <a:cubicBezTo>
                      <a:pt x="1468" y="11"/>
                      <a:pt x="1471" y="13"/>
                      <a:pt x="1473" y="14"/>
                    </a:cubicBezTo>
                    <a:cubicBezTo>
                      <a:pt x="1475" y="15"/>
                      <a:pt x="1478" y="16"/>
                      <a:pt x="1479" y="17"/>
                    </a:cubicBezTo>
                    <a:cubicBezTo>
                      <a:pt x="1481" y="14"/>
                      <a:pt x="1481" y="14"/>
                      <a:pt x="1481" y="14"/>
                    </a:cubicBezTo>
                    <a:cubicBezTo>
                      <a:pt x="1480" y="13"/>
                      <a:pt x="1477" y="11"/>
                      <a:pt x="1475" y="10"/>
                    </a:cubicBezTo>
                    <a:cubicBezTo>
                      <a:pt x="1472" y="9"/>
                      <a:pt x="1470" y="8"/>
                      <a:pt x="1468" y="7"/>
                    </a:cubicBezTo>
                    <a:cubicBezTo>
                      <a:pt x="1465" y="6"/>
                      <a:pt x="1463" y="7"/>
                      <a:pt x="1460" y="6"/>
                    </a:cubicBezTo>
                    <a:cubicBezTo>
                      <a:pt x="1460" y="6"/>
                      <a:pt x="1459" y="5"/>
                      <a:pt x="1458" y="4"/>
                    </a:cubicBezTo>
                    <a:cubicBezTo>
                      <a:pt x="1457" y="4"/>
                      <a:pt x="1456" y="3"/>
                      <a:pt x="1455" y="3"/>
                    </a:cubicBezTo>
                    <a:cubicBezTo>
                      <a:pt x="1454" y="3"/>
                      <a:pt x="1453" y="3"/>
                      <a:pt x="1452" y="3"/>
                    </a:cubicBezTo>
                    <a:cubicBezTo>
                      <a:pt x="1447" y="3"/>
                      <a:pt x="1443" y="5"/>
                      <a:pt x="1440" y="7"/>
                    </a:cubicBezTo>
                    <a:cubicBezTo>
                      <a:pt x="1436" y="10"/>
                      <a:pt x="1432" y="12"/>
                      <a:pt x="1429" y="14"/>
                    </a:cubicBezTo>
                    <a:cubicBezTo>
                      <a:pt x="1427" y="15"/>
                      <a:pt x="1426" y="15"/>
                      <a:pt x="1425" y="15"/>
                    </a:cubicBezTo>
                    <a:cubicBezTo>
                      <a:pt x="1425" y="15"/>
                      <a:pt x="1424" y="15"/>
                      <a:pt x="1424" y="14"/>
                    </a:cubicBezTo>
                    <a:cubicBezTo>
                      <a:pt x="1423" y="14"/>
                      <a:pt x="1422" y="13"/>
                      <a:pt x="1421" y="11"/>
                    </a:cubicBezTo>
                    <a:cubicBezTo>
                      <a:pt x="1419" y="8"/>
                      <a:pt x="1416" y="3"/>
                      <a:pt x="1411" y="0"/>
                    </a:cubicBezTo>
                    <a:cubicBezTo>
                      <a:pt x="1410" y="0"/>
                      <a:pt x="1410" y="0"/>
                      <a:pt x="1410" y="0"/>
                    </a:cubicBezTo>
                    <a:cubicBezTo>
                      <a:pt x="1409" y="0"/>
                      <a:pt x="1409" y="0"/>
                      <a:pt x="1409" y="0"/>
                    </a:cubicBezTo>
                    <a:cubicBezTo>
                      <a:pt x="1407" y="2"/>
                      <a:pt x="1403" y="4"/>
                      <a:pt x="1399" y="6"/>
                    </a:cubicBezTo>
                    <a:cubicBezTo>
                      <a:pt x="1395" y="7"/>
                      <a:pt x="1391" y="9"/>
                      <a:pt x="1388" y="10"/>
                    </a:cubicBezTo>
                    <a:cubicBezTo>
                      <a:pt x="1386" y="11"/>
                      <a:pt x="1384" y="12"/>
                      <a:pt x="1382" y="14"/>
                    </a:cubicBezTo>
                    <a:cubicBezTo>
                      <a:pt x="1381" y="14"/>
                      <a:pt x="1380" y="15"/>
                      <a:pt x="1379" y="16"/>
                    </a:cubicBezTo>
                    <a:cubicBezTo>
                      <a:pt x="1378" y="17"/>
                      <a:pt x="1378" y="18"/>
                      <a:pt x="1377" y="20"/>
                    </a:cubicBezTo>
                    <a:cubicBezTo>
                      <a:pt x="1379" y="20"/>
                      <a:pt x="1379" y="20"/>
                      <a:pt x="1379" y="20"/>
                    </a:cubicBezTo>
                    <a:cubicBezTo>
                      <a:pt x="1380" y="18"/>
                      <a:pt x="1380" y="18"/>
                      <a:pt x="1380" y="18"/>
                    </a:cubicBezTo>
                    <a:cubicBezTo>
                      <a:pt x="1378" y="18"/>
                      <a:pt x="1377" y="17"/>
                      <a:pt x="1376" y="16"/>
                    </a:cubicBezTo>
                    <a:cubicBezTo>
                      <a:pt x="1374" y="15"/>
                      <a:pt x="1372" y="12"/>
                      <a:pt x="1370" y="10"/>
                    </a:cubicBezTo>
                    <a:cubicBezTo>
                      <a:pt x="1367" y="8"/>
                      <a:pt x="1365" y="6"/>
                      <a:pt x="1362" y="4"/>
                    </a:cubicBezTo>
                    <a:cubicBezTo>
                      <a:pt x="1361" y="4"/>
                      <a:pt x="1359" y="3"/>
                      <a:pt x="1358" y="3"/>
                    </a:cubicBezTo>
                    <a:cubicBezTo>
                      <a:pt x="1356" y="3"/>
                      <a:pt x="1354" y="4"/>
                      <a:pt x="1352" y="5"/>
                    </a:cubicBezTo>
                    <a:cubicBezTo>
                      <a:pt x="1350" y="6"/>
                      <a:pt x="1349" y="7"/>
                      <a:pt x="1347" y="8"/>
                    </a:cubicBezTo>
                    <a:cubicBezTo>
                      <a:pt x="1344" y="9"/>
                      <a:pt x="1341" y="10"/>
                      <a:pt x="1338" y="11"/>
                    </a:cubicBezTo>
                    <a:cubicBezTo>
                      <a:pt x="1338" y="12"/>
                      <a:pt x="1337" y="12"/>
                      <a:pt x="1336" y="13"/>
                    </a:cubicBezTo>
                    <a:cubicBezTo>
                      <a:pt x="1335" y="14"/>
                      <a:pt x="1334" y="15"/>
                      <a:pt x="1333" y="16"/>
                    </a:cubicBezTo>
                    <a:cubicBezTo>
                      <a:pt x="1333" y="16"/>
                      <a:pt x="1333" y="16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2" y="17"/>
                      <a:pt x="1332" y="17"/>
                      <a:pt x="1332" y="17"/>
                    </a:cubicBezTo>
                    <a:cubicBezTo>
                      <a:pt x="1331" y="17"/>
                      <a:pt x="1331" y="17"/>
                      <a:pt x="1331" y="17"/>
                    </a:cubicBezTo>
                    <a:cubicBezTo>
                      <a:pt x="1331" y="17"/>
                      <a:pt x="1329" y="17"/>
                      <a:pt x="1328" y="16"/>
                    </a:cubicBezTo>
                    <a:cubicBezTo>
                      <a:pt x="1326" y="15"/>
                      <a:pt x="1323" y="14"/>
                      <a:pt x="1321" y="13"/>
                    </a:cubicBezTo>
                    <a:cubicBezTo>
                      <a:pt x="1318" y="12"/>
                      <a:pt x="1316" y="11"/>
                      <a:pt x="1314" y="10"/>
                    </a:cubicBezTo>
                    <a:cubicBezTo>
                      <a:pt x="1310" y="9"/>
                      <a:pt x="1305" y="7"/>
                      <a:pt x="1300" y="7"/>
                    </a:cubicBezTo>
                    <a:cubicBezTo>
                      <a:pt x="1300" y="7"/>
                      <a:pt x="1299" y="7"/>
                      <a:pt x="1299" y="7"/>
                    </a:cubicBezTo>
                    <a:cubicBezTo>
                      <a:pt x="1292" y="7"/>
                      <a:pt x="1287" y="11"/>
                      <a:pt x="1281" y="15"/>
                    </a:cubicBezTo>
                    <a:cubicBezTo>
                      <a:pt x="1275" y="18"/>
                      <a:pt x="1270" y="22"/>
                      <a:pt x="1265" y="22"/>
                    </a:cubicBezTo>
                    <a:cubicBezTo>
                      <a:pt x="1264" y="22"/>
                      <a:pt x="1263" y="21"/>
                      <a:pt x="1262" y="21"/>
                    </a:cubicBezTo>
                    <a:cubicBezTo>
                      <a:pt x="1257" y="20"/>
                      <a:pt x="1251" y="16"/>
                      <a:pt x="1245" y="14"/>
                    </a:cubicBezTo>
                    <a:cubicBezTo>
                      <a:pt x="1242" y="12"/>
                      <a:pt x="1239" y="11"/>
                      <a:pt x="1236" y="11"/>
                    </a:cubicBezTo>
                    <a:cubicBezTo>
                      <a:pt x="1235" y="11"/>
                      <a:pt x="1234" y="11"/>
                      <a:pt x="1233" y="12"/>
                    </a:cubicBezTo>
                    <a:cubicBezTo>
                      <a:pt x="1226" y="14"/>
                      <a:pt x="1220" y="17"/>
                      <a:pt x="1213" y="19"/>
                    </a:cubicBezTo>
                    <a:cubicBezTo>
                      <a:pt x="1208" y="20"/>
                      <a:pt x="1203" y="21"/>
                      <a:pt x="1198" y="21"/>
                    </a:cubicBezTo>
                    <a:cubicBezTo>
                      <a:pt x="1195" y="21"/>
                      <a:pt x="1193" y="21"/>
                      <a:pt x="1191" y="20"/>
                    </a:cubicBezTo>
                    <a:cubicBezTo>
                      <a:pt x="1183" y="17"/>
                      <a:pt x="1175" y="14"/>
                      <a:pt x="1167" y="13"/>
                    </a:cubicBezTo>
                    <a:cubicBezTo>
                      <a:pt x="1166" y="12"/>
                      <a:pt x="1165" y="12"/>
                      <a:pt x="1165" y="12"/>
                    </a:cubicBezTo>
                    <a:cubicBezTo>
                      <a:pt x="1160" y="12"/>
                      <a:pt x="1155" y="15"/>
                      <a:pt x="1150" y="18"/>
                    </a:cubicBezTo>
                    <a:cubicBezTo>
                      <a:pt x="1147" y="19"/>
                      <a:pt x="1145" y="21"/>
                      <a:pt x="1143" y="23"/>
                    </a:cubicBezTo>
                    <a:cubicBezTo>
                      <a:pt x="1142" y="25"/>
                      <a:pt x="1140" y="26"/>
                      <a:pt x="1139" y="29"/>
                    </a:cubicBezTo>
                    <a:cubicBezTo>
                      <a:pt x="1141" y="29"/>
                      <a:pt x="1141" y="29"/>
                      <a:pt x="1141" y="29"/>
                    </a:cubicBezTo>
                    <a:cubicBezTo>
                      <a:pt x="1142" y="27"/>
                      <a:pt x="1142" y="27"/>
                      <a:pt x="1142" y="27"/>
                    </a:cubicBezTo>
                    <a:cubicBezTo>
                      <a:pt x="1137" y="26"/>
                      <a:pt x="1133" y="23"/>
                      <a:pt x="1129" y="21"/>
                    </a:cubicBezTo>
                    <a:cubicBezTo>
                      <a:pt x="1124" y="18"/>
                      <a:pt x="1119" y="15"/>
                      <a:pt x="1113" y="14"/>
                    </a:cubicBezTo>
                    <a:cubicBezTo>
                      <a:pt x="1112" y="14"/>
                      <a:pt x="1111" y="14"/>
                      <a:pt x="1110" y="14"/>
                    </a:cubicBezTo>
                    <a:cubicBezTo>
                      <a:pt x="1107" y="14"/>
                      <a:pt x="1105" y="14"/>
                      <a:pt x="1102" y="15"/>
                    </a:cubicBezTo>
                    <a:cubicBezTo>
                      <a:pt x="1096" y="17"/>
                      <a:pt x="1089" y="17"/>
                      <a:pt x="1083" y="19"/>
                    </a:cubicBezTo>
                    <a:cubicBezTo>
                      <a:pt x="1081" y="19"/>
                      <a:pt x="1080" y="20"/>
                      <a:pt x="1078" y="21"/>
                    </a:cubicBezTo>
                    <a:cubicBezTo>
                      <a:pt x="1077" y="22"/>
                      <a:pt x="1075" y="22"/>
                      <a:pt x="1075" y="22"/>
                    </a:cubicBezTo>
                    <a:cubicBezTo>
                      <a:pt x="1074" y="22"/>
                      <a:pt x="1074" y="22"/>
                      <a:pt x="1074" y="22"/>
                    </a:cubicBezTo>
                    <a:cubicBezTo>
                      <a:pt x="1073" y="22"/>
                      <a:pt x="1071" y="22"/>
                      <a:pt x="1069" y="21"/>
                    </a:cubicBezTo>
                    <a:cubicBezTo>
                      <a:pt x="1067" y="20"/>
                      <a:pt x="1065" y="19"/>
                      <a:pt x="1063" y="18"/>
                    </a:cubicBezTo>
                    <a:cubicBezTo>
                      <a:pt x="1060" y="17"/>
                      <a:pt x="1057" y="15"/>
                      <a:pt x="1054" y="13"/>
                    </a:cubicBezTo>
                    <a:cubicBezTo>
                      <a:pt x="1053" y="13"/>
                      <a:pt x="1052" y="12"/>
                      <a:pt x="1050" y="10"/>
                    </a:cubicBezTo>
                    <a:cubicBezTo>
                      <a:pt x="1049" y="10"/>
                      <a:pt x="1049" y="9"/>
                      <a:pt x="1048" y="8"/>
                    </a:cubicBezTo>
                    <a:cubicBezTo>
                      <a:pt x="1047" y="8"/>
                      <a:pt x="1046" y="7"/>
                      <a:pt x="1045" y="7"/>
                    </a:cubicBezTo>
                    <a:cubicBezTo>
                      <a:pt x="1045" y="7"/>
                      <a:pt x="1044" y="7"/>
                      <a:pt x="1044" y="7"/>
                    </a:cubicBezTo>
                    <a:cubicBezTo>
                      <a:pt x="1043" y="7"/>
                      <a:pt x="1041" y="8"/>
                      <a:pt x="1040" y="8"/>
                    </a:cubicBezTo>
                    <a:cubicBezTo>
                      <a:pt x="1038" y="9"/>
                      <a:pt x="1036" y="10"/>
                      <a:pt x="1034" y="11"/>
                    </a:cubicBezTo>
                    <a:cubicBezTo>
                      <a:pt x="1032" y="13"/>
                      <a:pt x="1030" y="14"/>
                      <a:pt x="1029" y="14"/>
                    </a:cubicBezTo>
                    <a:cubicBezTo>
                      <a:pt x="1024" y="17"/>
                      <a:pt x="1018" y="18"/>
                      <a:pt x="1013" y="21"/>
                    </a:cubicBezTo>
                    <a:cubicBezTo>
                      <a:pt x="1011" y="22"/>
                      <a:pt x="1011" y="22"/>
                      <a:pt x="1010" y="23"/>
                    </a:cubicBezTo>
                    <a:cubicBezTo>
                      <a:pt x="1010" y="23"/>
                      <a:pt x="1010" y="23"/>
                      <a:pt x="1010" y="23"/>
                    </a:cubicBezTo>
                    <a:cubicBezTo>
                      <a:pt x="1009" y="23"/>
                      <a:pt x="1009" y="23"/>
                      <a:pt x="1007" y="22"/>
                    </a:cubicBezTo>
                    <a:cubicBezTo>
                      <a:pt x="1005" y="21"/>
                      <a:pt x="1002" y="20"/>
                      <a:pt x="1000" y="18"/>
                    </a:cubicBezTo>
                    <a:cubicBezTo>
                      <a:pt x="995" y="15"/>
                      <a:pt x="989" y="12"/>
                      <a:pt x="984" y="8"/>
                    </a:cubicBezTo>
                    <a:cubicBezTo>
                      <a:pt x="982" y="8"/>
                      <a:pt x="982" y="8"/>
                      <a:pt x="982" y="8"/>
                    </a:cubicBezTo>
                    <a:cubicBezTo>
                      <a:pt x="981" y="9"/>
                      <a:pt x="981" y="9"/>
                      <a:pt x="981" y="9"/>
                    </a:cubicBezTo>
                    <a:cubicBezTo>
                      <a:pt x="976" y="14"/>
                      <a:pt x="965" y="19"/>
                      <a:pt x="957" y="21"/>
                    </a:cubicBezTo>
                    <a:cubicBezTo>
                      <a:pt x="955" y="22"/>
                      <a:pt x="954" y="22"/>
                      <a:pt x="953" y="22"/>
                    </a:cubicBezTo>
                    <a:cubicBezTo>
                      <a:pt x="951" y="22"/>
                      <a:pt x="950" y="22"/>
                      <a:pt x="948" y="21"/>
                    </a:cubicBezTo>
                    <a:cubicBezTo>
                      <a:pt x="947" y="20"/>
                      <a:pt x="945" y="19"/>
                      <a:pt x="942" y="17"/>
                    </a:cubicBezTo>
                    <a:cubicBezTo>
                      <a:pt x="939" y="16"/>
                      <a:pt x="936" y="14"/>
                      <a:pt x="933" y="12"/>
                    </a:cubicBezTo>
                    <a:cubicBezTo>
                      <a:pt x="930" y="11"/>
                      <a:pt x="926" y="9"/>
                      <a:pt x="923" y="9"/>
                    </a:cubicBezTo>
                    <a:cubicBezTo>
                      <a:pt x="922" y="9"/>
                      <a:pt x="920" y="9"/>
                      <a:pt x="919" y="10"/>
                    </a:cubicBezTo>
                    <a:cubicBezTo>
                      <a:pt x="914" y="11"/>
                      <a:pt x="909" y="14"/>
                      <a:pt x="905" y="16"/>
                    </a:cubicBezTo>
                    <a:cubicBezTo>
                      <a:pt x="900" y="19"/>
                      <a:pt x="896" y="20"/>
                      <a:pt x="892" y="20"/>
                    </a:cubicBezTo>
                    <a:cubicBezTo>
                      <a:pt x="890" y="20"/>
                      <a:pt x="888" y="20"/>
                      <a:pt x="886" y="19"/>
                    </a:cubicBezTo>
                    <a:cubicBezTo>
                      <a:pt x="881" y="16"/>
                      <a:pt x="875" y="15"/>
                      <a:pt x="869" y="13"/>
                    </a:cubicBezTo>
                    <a:cubicBezTo>
                      <a:pt x="868" y="13"/>
                      <a:pt x="865" y="11"/>
                      <a:pt x="863" y="10"/>
                    </a:cubicBezTo>
                    <a:cubicBezTo>
                      <a:pt x="861" y="9"/>
                      <a:pt x="858" y="8"/>
                      <a:pt x="856" y="8"/>
                    </a:cubicBezTo>
                    <a:cubicBezTo>
                      <a:pt x="855" y="8"/>
                      <a:pt x="855" y="8"/>
                      <a:pt x="855" y="8"/>
                    </a:cubicBezTo>
                    <a:cubicBezTo>
                      <a:pt x="852" y="8"/>
                      <a:pt x="848" y="10"/>
                      <a:pt x="845" y="12"/>
                    </a:cubicBezTo>
                    <a:cubicBezTo>
                      <a:pt x="841" y="14"/>
                      <a:pt x="838" y="16"/>
                      <a:pt x="836" y="17"/>
                    </a:cubicBezTo>
                    <a:cubicBezTo>
                      <a:pt x="832" y="19"/>
                      <a:pt x="828" y="21"/>
                      <a:pt x="825" y="21"/>
                    </a:cubicBezTo>
                    <a:cubicBezTo>
                      <a:pt x="824" y="21"/>
                      <a:pt x="824" y="20"/>
                      <a:pt x="823" y="20"/>
                    </a:cubicBezTo>
                    <a:cubicBezTo>
                      <a:pt x="821" y="20"/>
                      <a:pt x="819" y="18"/>
                      <a:pt x="817" y="17"/>
                    </a:cubicBezTo>
                    <a:cubicBezTo>
                      <a:pt x="815" y="15"/>
                      <a:pt x="813" y="13"/>
                      <a:pt x="809" y="13"/>
                    </a:cubicBezTo>
                    <a:cubicBezTo>
                      <a:pt x="809" y="13"/>
                      <a:pt x="808" y="12"/>
                      <a:pt x="807" y="12"/>
                    </a:cubicBezTo>
                    <a:cubicBezTo>
                      <a:pt x="805" y="12"/>
                      <a:pt x="804" y="13"/>
                      <a:pt x="803" y="14"/>
                    </a:cubicBezTo>
                    <a:cubicBezTo>
                      <a:pt x="801" y="14"/>
                      <a:pt x="800" y="15"/>
                      <a:pt x="799" y="16"/>
                    </a:cubicBezTo>
                    <a:cubicBezTo>
                      <a:pt x="796" y="17"/>
                      <a:pt x="792" y="19"/>
                      <a:pt x="788" y="20"/>
                    </a:cubicBezTo>
                    <a:cubicBezTo>
                      <a:pt x="783" y="22"/>
                      <a:pt x="779" y="22"/>
                      <a:pt x="776" y="22"/>
                    </a:cubicBezTo>
                    <a:cubicBezTo>
                      <a:pt x="775" y="22"/>
                      <a:pt x="774" y="22"/>
                      <a:pt x="773" y="22"/>
                    </a:cubicBezTo>
                    <a:cubicBezTo>
                      <a:pt x="764" y="20"/>
                      <a:pt x="755" y="15"/>
                      <a:pt x="746" y="12"/>
                    </a:cubicBezTo>
                    <a:cubicBezTo>
                      <a:pt x="744" y="11"/>
                      <a:pt x="742" y="10"/>
                      <a:pt x="740" y="9"/>
                    </a:cubicBezTo>
                    <a:cubicBezTo>
                      <a:pt x="738" y="8"/>
                      <a:pt x="736" y="8"/>
                      <a:pt x="734" y="8"/>
                    </a:cubicBezTo>
                    <a:cubicBezTo>
                      <a:pt x="732" y="8"/>
                      <a:pt x="730" y="8"/>
                      <a:pt x="727" y="9"/>
                    </a:cubicBezTo>
                    <a:cubicBezTo>
                      <a:pt x="723" y="11"/>
                      <a:pt x="718" y="13"/>
                      <a:pt x="713" y="16"/>
                    </a:cubicBezTo>
                    <a:cubicBezTo>
                      <a:pt x="712" y="17"/>
                      <a:pt x="710" y="19"/>
                      <a:pt x="709" y="20"/>
                    </a:cubicBezTo>
                    <a:cubicBezTo>
                      <a:pt x="707" y="21"/>
                      <a:pt x="706" y="22"/>
                      <a:pt x="705" y="22"/>
                    </a:cubicBezTo>
                    <a:cubicBezTo>
                      <a:pt x="705" y="22"/>
                      <a:pt x="705" y="22"/>
                      <a:pt x="705" y="22"/>
                    </a:cubicBezTo>
                    <a:cubicBezTo>
                      <a:pt x="705" y="22"/>
                      <a:pt x="705" y="22"/>
                      <a:pt x="705" y="22"/>
                    </a:cubicBezTo>
                    <a:cubicBezTo>
                      <a:pt x="703" y="22"/>
                      <a:pt x="701" y="22"/>
                      <a:pt x="699" y="21"/>
                    </a:cubicBezTo>
                    <a:cubicBezTo>
                      <a:pt x="697" y="20"/>
                      <a:pt x="695" y="18"/>
                      <a:pt x="693" y="18"/>
                    </a:cubicBezTo>
                    <a:cubicBezTo>
                      <a:pt x="691" y="17"/>
                      <a:pt x="687" y="16"/>
                      <a:pt x="684" y="14"/>
                    </a:cubicBezTo>
                    <a:cubicBezTo>
                      <a:pt x="681" y="13"/>
                      <a:pt x="678" y="12"/>
                      <a:pt x="675" y="12"/>
                    </a:cubicBezTo>
                    <a:cubicBezTo>
                      <a:pt x="674" y="12"/>
                      <a:pt x="674" y="12"/>
                      <a:pt x="673" y="12"/>
                    </a:cubicBezTo>
                    <a:cubicBezTo>
                      <a:pt x="668" y="13"/>
                      <a:pt x="663" y="16"/>
                      <a:pt x="658" y="19"/>
                    </a:cubicBezTo>
                    <a:cubicBezTo>
                      <a:pt x="653" y="22"/>
                      <a:pt x="648" y="25"/>
                      <a:pt x="644" y="25"/>
                    </a:cubicBezTo>
                    <a:cubicBezTo>
                      <a:pt x="643" y="25"/>
                      <a:pt x="642" y="24"/>
                      <a:pt x="641" y="24"/>
                    </a:cubicBezTo>
                    <a:cubicBezTo>
                      <a:pt x="638" y="23"/>
                      <a:pt x="634" y="20"/>
                      <a:pt x="630" y="17"/>
                    </a:cubicBezTo>
                    <a:cubicBezTo>
                      <a:pt x="625" y="15"/>
                      <a:pt x="621" y="12"/>
                      <a:pt x="616" y="12"/>
                    </a:cubicBezTo>
                    <a:cubicBezTo>
                      <a:pt x="615" y="12"/>
                      <a:pt x="615" y="12"/>
                      <a:pt x="614" y="12"/>
                    </a:cubicBezTo>
                    <a:cubicBezTo>
                      <a:pt x="612" y="13"/>
                      <a:pt x="610" y="14"/>
                      <a:pt x="608" y="15"/>
                    </a:cubicBezTo>
                    <a:cubicBezTo>
                      <a:pt x="606" y="16"/>
                      <a:pt x="604" y="17"/>
                      <a:pt x="602" y="17"/>
                    </a:cubicBezTo>
                    <a:cubicBezTo>
                      <a:pt x="597" y="19"/>
                      <a:pt x="591" y="19"/>
                      <a:pt x="585" y="22"/>
                    </a:cubicBezTo>
                    <a:cubicBezTo>
                      <a:pt x="584" y="22"/>
                      <a:pt x="583" y="23"/>
                      <a:pt x="582" y="23"/>
                    </a:cubicBezTo>
                    <a:cubicBezTo>
                      <a:pt x="581" y="24"/>
                      <a:pt x="580" y="24"/>
                      <a:pt x="579" y="24"/>
                    </a:cubicBezTo>
                    <a:cubicBezTo>
                      <a:pt x="579" y="24"/>
                      <a:pt x="579" y="24"/>
                      <a:pt x="579" y="24"/>
                    </a:cubicBezTo>
                    <a:cubicBezTo>
                      <a:pt x="579" y="24"/>
                      <a:pt x="577" y="24"/>
                      <a:pt x="576" y="23"/>
                    </a:cubicBezTo>
                    <a:cubicBezTo>
                      <a:pt x="574" y="22"/>
                      <a:pt x="573" y="21"/>
                      <a:pt x="571" y="20"/>
                    </a:cubicBezTo>
                    <a:cubicBezTo>
                      <a:pt x="565" y="17"/>
                      <a:pt x="559" y="15"/>
                      <a:pt x="553" y="12"/>
                    </a:cubicBezTo>
                    <a:cubicBezTo>
                      <a:pt x="550" y="11"/>
                      <a:pt x="549" y="10"/>
                      <a:pt x="547" y="10"/>
                    </a:cubicBezTo>
                    <a:cubicBezTo>
                      <a:pt x="545" y="10"/>
                      <a:pt x="543" y="11"/>
                      <a:pt x="541" y="12"/>
                    </a:cubicBezTo>
                    <a:cubicBezTo>
                      <a:pt x="539" y="13"/>
                      <a:pt x="537" y="15"/>
                      <a:pt x="535" y="16"/>
                    </a:cubicBezTo>
                    <a:cubicBezTo>
                      <a:pt x="534" y="17"/>
                      <a:pt x="532" y="17"/>
                      <a:pt x="531" y="19"/>
                    </a:cubicBezTo>
                    <a:cubicBezTo>
                      <a:pt x="529" y="20"/>
                      <a:pt x="526" y="22"/>
                      <a:pt x="524" y="24"/>
                    </a:cubicBezTo>
                    <a:cubicBezTo>
                      <a:pt x="523" y="25"/>
                      <a:pt x="521" y="25"/>
                      <a:pt x="520" y="26"/>
                    </a:cubicBezTo>
                    <a:cubicBezTo>
                      <a:pt x="520" y="26"/>
                      <a:pt x="519" y="26"/>
                      <a:pt x="518" y="26"/>
                    </a:cubicBezTo>
                    <a:cubicBezTo>
                      <a:pt x="518" y="26"/>
                      <a:pt x="518" y="26"/>
                      <a:pt x="518" y="26"/>
                    </a:cubicBezTo>
                    <a:cubicBezTo>
                      <a:pt x="518" y="26"/>
                      <a:pt x="518" y="26"/>
                      <a:pt x="518" y="26"/>
                    </a:cubicBezTo>
                    <a:cubicBezTo>
                      <a:pt x="518" y="26"/>
                      <a:pt x="518" y="26"/>
                      <a:pt x="517" y="26"/>
                    </a:cubicBezTo>
                    <a:cubicBezTo>
                      <a:pt x="516" y="25"/>
                      <a:pt x="515" y="24"/>
                      <a:pt x="514" y="23"/>
                    </a:cubicBezTo>
                    <a:cubicBezTo>
                      <a:pt x="512" y="22"/>
                      <a:pt x="511" y="21"/>
                      <a:pt x="510" y="20"/>
                    </a:cubicBezTo>
                    <a:cubicBezTo>
                      <a:pt x="508" y="19"/>
                      <a:pt x="505" y="17"/>
                      <a:pt x="502" y="14"/>
                    </a:cubicBezTo>
                    <a:cubicBezTo>
                      <a:pt x="498" y="12"/>
                      <a:pt x="495" y="10"/>
                      <a:pt x="492" y="9"/>
                    </a:cubicBezTo>
                    <a:cubicBezTo>
                      <a:pt x="492" y="9"/>
                      <a:pt x="492" y="9"/>
                      <a:pt x="492" y="9"/>
                    </a:cubicBezTo>
                    <a:cubicBezTo>
                      <a:pt x="492" y="9"/>
                      <a:pt x="492" y="9"/>
                      <a:pt x="492" y="9"/>
                    </a:cubicBezTo>
                    <a:cubicBezTo>
                      <a:pt x="491" y="9"/>
                      <a:pt x="491" y="9"/>
                      <a:pt x="490" y="9"/>
                    </a:cubicBezTo>
                    <a:cubicBezTo>
                      <a:pt x="487" y="9"/>
                      <a:pt x="485" y="10"/>
                      <a:pt x="482" y="11"/>
                    </a:cubicBezTo>
                    <a:cubicBezTo>
                      <a:pt x="479" y="12"/>
                      <a:pt x="476" y="13"/>
                      <a:pt x="474" y="14"/>
                    </a:cubicBezTo>
                    <a:cubicBezTo>
                      <a:pt x="468" y="15"/>
                      <a:pt x="463" y="16"/>
                      <a:pt x="457" y="18"/>
                    </a:cubicBezTo>
                    <a:cubicBezTo>
                      <a:pt x="454" y="19"/>
                      <a:pt x="453" y="19"/>
                      <a:pt x="451" y="19"/>
                    </a:cubicBezTo>
                    <a:cubicBezTo>
                      <a:pt x="447" y="19"/>
                      <a:pt x="444" y="18"/>
                      <a:pt x="438" y="17"/>
                    </a:cubicBezTo>
                    <a:cubicBezTo>
                      <a:pt x="436" y="16"/>
                      <a:pt x="433" y="15"/>
                      <a:pt x="431" y="15"/>
                    </a:cubicBezTo>
                    <a:cubicBezTo>
                      <a:pt x="430" y="14"/>
                      <a:pt x="428" y="14"/>
                      <a:pt x="427" y="13"/>
                    </a:cubicBezTo>
                    <a:cubicBezTo>
                      <a:pt x="425" y="12"/>
                      <a:pt x="424" y="11"/>
                      <a:pt x="422" y="11"/>
                    </a:cubicBezTo>
                    <a:cubicBezTo>
                      <a:pt x="422" y="11"/>
                      <a:pt x="422" y="11"/>
                      <a:pt x="422" y="11"/>
                    </a:cubicBezTo>
                    <a:cubicBezTo>
                      <a:pt x="422" y="11"/>
                      <a:pt x="422" y="11"/>
                      <a:pt x="422" y="11"/>
                    </a:cubicBezTo>
                    <a:cubicBezTo>
                      <a:pt x="421" y="11"/>
                      <a:pt x="421" y="11"/>
                      <a:pt x="421" y="11"/>
                    </a:cubicBezTo>
                    <a:cubicBezTo>
                      <a:pt x="419" y="11"/>
                      <a:pt x="417" y="11"/>
                      <a:pt x="416" y="12"/>
                    </a:cubicBezTo>
                    <a:cubicBezTo>
                      <a:pt x="414" y="13"/>
                      <a:pt x="412" y="14"/>
                      <a:pt x="411" y="14"/>
                    </a:cubicBezTo>
                    <a:cubicBezTo>
                      <a:pt x="405" y="17"/>
                      <a:pt x="400" y="21"/>
                      <a:pt x="394" y="23"/>
                    </a:cubicBezTo>
                    <a:cubicBezTo>
                      <a:pt x="393" y="24"/>
                      <a:pt x="391" y="25"/>
                      <a:pt x="390" y="25"/>
                    </a:cubicBezTo>
                    <a:cubicBezTo>
                      <a:pt x="388" y="25"/>
                      <a:pt x="386" y="24"/>
                      <a:pt x="382" y="22"/>
                    </a:cubicBezTo>
                    <a:cubicBezTo>
                      <a:pt x="378" y="20"/>
                      <a:pt x="372" y="16"/>
                      <a:pt x="366" y="14"/>
                    </a:cubicBezTo>
                    <a:cubicBezTo>
                      <a:pt x="365" y="13"/>
                      <a:pt x="363" y="13"/>
                      <a:pt x="361" y="13"/>
                    </a:cubicBezTo>
                    <a:cubicBezTo>
                      <a:pt x="356" y="13"/>
                      <a:pt x="351" y="16"/>
                      <a:pt x="346" y="19"/>
                    </a:cubicBezTo>
                    <a:cubicBezTo>
                      <a:pt x="342" y="22"/>
                      <a:pt x="338" y="26"/>
                      <a:pt x="334" y="26"/>
                    </a:cubicBezTo>
                    <a:cubicBezTo>
                      <a:pt x="334" y="26"/>
                      <a:pt x="334" y="26"/>
                      <a:pt x="334" y="26"/>
                    </a:cubicBezTo>
                    <a:cubicBezTo>
                      <a:pt x="333" y="26"/>
                      <a:pt x="333" y="26"/>
                      <a:pt x="333" y="26"/>
                    </a:cubicBezTo>
                    <a:cubicBezTo>
                      <a:pt x="330" y="26"/>
                      <a:pt x="327" y="24"/>
                      <a:pt x="323" y="22"/>
                    </a:cubicBezTo>
                    <a:cubicBezTo>
                      <a:pt x="319" y="20"/>
                      <a:pt x="316" y="17"/>
                      <a:pt x="312" y="16"/>
                    </a:cubicBezTo>
                    <a:cubicBezTo>
                      <a:pt x="312" y="16"/>
                      <a:pt x="312" y="16"/>
                      <a:pt x="312" y="16"/>
                    </a:cubicBezTo>
                    <a:cubicBezTo>
                      <a:pt x="311" y="15"/>
                      <a:pt x="310" y="15"/>
                      <a:pt x="308" y="15"/>
                    </a:cubicBezTo>
                    <a:cubicBezTo>
                      <a:pt x="305" y="15"/>
                      <a:pt x="302" y="17"/>
                      <a:pt x="298" y="18"/>
                    </a:cubicBezTo>
                    <a:cubicBezTo>
                      <a:pt x="293" y="20"/>
                      <a:pt x="289" y="24"/>
                      <a:pt x="285" y="25"/>
                    </a:cubicBezTo>
                    <a:cubicBezTo>
                      <a:pt x="284" y="26"/>
                      <a:pt x="282" y="26"/>
                      <a:pt x="281" y="26"/>
                    </a:cubicBezTo>
                    <a:cubicBezTo>
                      <a:pt x="276" y="26"/>
                      <a:pt x="272" y="24"/>
                      <a:pt x="267" y="21"/>
                    </a:cubicBezTo>
                    <a:cubicBezTo>
                      <a:pt x="262" y="19"/>
                      <a:pt x="257" y="16"/>
                      <a:pt x="252" y="14"/>
                    </a:cubicBezTo>
                    <a:cubicBezTo>
                      <a:pt x="248" y="13"/>
                      <a:pt x="246" y="13"/>
                      <a:pt x="243" y="13"/>
                    </a:cubicBezTo>
                    <a:cubicBezTo>
                      <a:pt x="240" y="13"/>
                      <a:pt x="237" y="13"/>
                      <a:pt x="233" y="15"/>
                    </a:cubicBezTo>
                    <a:cubicBezTo>
                      <a:pt x="233" y="15"/>
                      <a:pt x="233" y="15"/>
                      <a:pt x="233" y="15"/>
                    </a:cubicBezTo>
                    <a:cubicBezTo>
                      <a:pt x="230" y="16"/>
                      <a:pt x="227" y="18"/>
                      <a:pt x="223" y="19"/>
                    </a:cubicBezTo>
                    <a:cubicBezTo>
                      <a:pt x="219" y="21"/>
                      <a:pt x="216" y="22"/>
                      <a:pt x="213" y="22"/>
                    </a:cubicBezTo>
                    <a:cubicBezTo>
                      <a:pt x="213" y="22"/>
                      <a:pt x="213" y="22"/>
                      <a:pt x="213" y="22"/>
                    </a:cubicBezTo>
                    <a:cubicBezTo>
                      <a:pt x="213" y="22"/>
                      <a:pt x="213" y="22"/>
                      <a:pt x="213" y="22"/>
                    </a:cubicBezTo>
                    <a:cubicBezTo>
                      <a:pt x="212" y="22"/>
                      <a:pt x="210" y="22"/>
                      <a:pt x="208" y="21"/>
                    </a:cubicBezTo>
                    <a:cubicBezTo>
                      <a:pt x="206" y="20"/>
                      <a:pt x="204" y="18"/>
                      <a:pt x="202" y="18"/>
                    </a:cubicBezTo>
                    <a:cubicBezTo>
                      <a:pt x="196" y="15"/>
                      <a:pt x="190" y="13"/>
                      <a:pt x="183" y="12"/>
                    </a:cubicBezTo>
                    <a:cubicBezTo>
                      <a:pt x="184" y="12"/>
                      <a:pt x="184" y="12"/>
                      <a:pt x="184" y="12"/>
                    </a:cubicBezTo>
                    <a:cubicBezTo>
                      <a:pt x="183" y="12"/>
                      <a:pt x="183" y="12"/>
                      <a:pt x="183" y="12"/>
                    </a:cubicBezTo>
                    <a:cubicBezTo>
                      <a:pt x="181" y="12"/>
                      <a:pt x="180" y="11"/>
                      <a:pt x="178" y="11"/>
                    </a:cubicBezTo>
                    <a:cubicBezTo>
                      <a:pt x="175" y="11"/>
                      <a:pt x="172" y="12"/>
                      <a:pt x="168" y="13"/>
                    </a:cubicBezTo>
                    <a:cubicBezTo>
                      <a:pt x="165" y="15"/>
                      <a:pt x="160" y="15"/>
                      <a:pt x="156" y="17"/>
                    </a:cubicBezTo>
                    <a:cubicBezTo>
                      <a:pt x="152" y="18"/>
                      <a:pt x="149" y="19"/>
                      <a:pt x="146" y="19"/>
                    </a:cubicBezTo>
                    <a:cubicBezTo>
                      <a:pt x="144" y="19"/>
                      <a:pt x="142" y="18"/>
                      <a:pt x="139" y="17"/>
                    </a:cubicBezTo>
                    <a:cubicBezTo>
                      <a:pt x="132" y="15"/>
                      <a:pt x="125" y="12"/>
                      <a:pt x="118" y="9"/>
                    </a:cubicBezTo>
                    <a:cubicBezTo>
                      <a:pt x="113" y="7"/>
                      <a:pt x="108" y="6"/>
                      <a:pt x="103" y="6"/>
                    </a:cubicBezTo>
                    <a:cubicBezTo>
                      <a:pt x="98" y="6"/>
                      <a:pt x="92" y="8"/>
                      <a:pt x="86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4" y="11"/>
                      <a:pt x="83" y="12"/>
                      <a:pt x="82" y="12"/>
                    </a:cubicBezTo>
                    <a:cubicBezTo>
                      <a:pt x="81" y="13"/>
                      <a:pt x="80" y="13"/>
                      <a:pt x="79" y="13"/>
                    </a:cubicBezTo>
                    <a:cubicBezTo>
                      <a:pt x="78" y="13"/>
                      <a:pt x="76" y="13"/>
                      <a:pt x="75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1" y="10"/>
                      <a:pt x="67" y="7"/>
                      <a:pt x="62" y="5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60" y="4"/>
                      <a:pt x="58" y="4"/>
                      <a:pt x="56" y="4"/>
                    </a:cubicBezTo>
                    <a:cubicBezTo>
                      <a:pt x="52" y="4"/>
                      <a:pt x="48" y="6"/>
                      <a:pt x="44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1" y="9"/>
                      <a:pt x="38" y="10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3" y="12"/>
                      <a:pt x="32" y="13"/>
                      <a:pt x="31" y="13"/>
                    </a:cubicBezTo>
                    <a:cubicBezTo>
                      <a:pt x="30" y="14"/>
                      <a:pt x="29" y="14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7" y="15"/>
                      <a:pt x="25" y="14"/>
                      <a:pt x="23" y="13"/>
                    </a:cubicBezTo>
                    <a:cubicBezTo>
                      <a:pt x="22" y="12"/>
                      <a:pt x="20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0"/>
                      <a:pt x="13" y="9"/>
                      <a:pt x="10" y="9"/>
                    </a:cubicBezTo>
                    <a:cubicBezTo>
                      <a:pt x="9" y="8"/>
                      <a:pt x="8" y="8"/>
                      <a:pt x="7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6" name="Freeform 752">
                <a:extLst>
                  <a:ext uri="{FF2B5EF4-FFF2-40B4-BE49-F238E27FC236}">
                    <a16:creationId xmlns:a16="http://schemas.microsoft.com/office/drawing/2014/main" id="{89259D4F-3BA1-4611-9D8F-CEBCEE844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407"/>
                <a:ext cx="248" cy="45"/>
              </a:xfrm>
              <a:custGeom>
                <a:avLst/>
                <a:gdLst>
                  <a:gd name="T0" fmla="*/ 50 w 99"/>
                  <a:gd name="T1" fmla="*/ 283 h 18"/>
                  <a:gd name="T2" fmla="*/ 83 w 99"/>
                  <a:gd name="T3" fmla="*/ 250 h 18"/>
                  <a:gd name="T4" fmla="*/ 188 w 99"/>
                  <a:gd name="T5" fmla="*/ 188 h 18"/>
                  <a:gd name="T6" fmla="*/ 251 w 99"/>
                  <a:gd name="T7" fmla="*/ 158 h 18"/>
                  <a:gd name="T8" fmla="*/ 283 w 99"/>
                  <a:gd name="T9" fmla="*/ 158 h 18"/>
                  <a:gd name="T10" fmla="*/ 283 w 99"/>
                  <a:gd name="T11" fmla="*/ 158 h 18"/>
                  <a:gd name="T12" fmla="*/ 301 w 99"/>
                  <a:gd name="T13" fmla="*/ 158 h 18"/>
                  <a:gd name="T14" fmla="*/ 301 w 99"/>
                  <a:gd name="T15" fmla="*/ 145 h 18"/>
                  <a:gd name="T16" fmla="*/ 346 w 99"/>
                  <a:gd name="T17" fmla="*/ 95 h 18"/>
                  <a:gd name="T18" fmla="*/ 396 w 99"/>
                  <a:gd name="T19" fmla="*/ 95 h 18"/>
                  <a:gd name="T20" fmla="*/ 488 w 99"/>
                  <a:gd name="T21" fmla="*/ 113 h 18"/>
                  <a:gd name="T22" fmla="*/ 646 w 99"/>
                  <a:gd name="T23" fmla="*/ 208 h 18"/>
                  <a:gd name="T24" fmla="*/ 834 w 99"/>
                  <a:gd name="T25" fmla="*/ 270 h 18"/>
                  <a:gd name="T26" fmla="*/ 909 w 99"/>
                  <a:gd name="T27" fmla="*/ 250 h 18"/>
                  <a:gd name="T28" fmla="*/ 897 w 99"/>
                  <a:gd name="T29" fmla="*/ 250 h 18"/>
                  <a:gd name="T30" fmla="*/ 909 w 99"/>
                  <a:gd name="T31" fmla="*/ 250 h 18"/>
                  <a:gd name="T32" fmla="*/ 1067 w 99"/>
                  <a:gd name="T33" fmla="*/ 145 h 18"/>
                  <a:gd name="T34" fmla="*/ 1210 w 99"/>
                  <a:gd name="T35" fmla="*/ 63 h 18"/>
                  <a:gd name="T36" fmla="*/ 1222 w 99"/>
                  <a:gd name="T37" fmla="*/ 63 h 18"/>
                  <a:gd name="T38" fmla="*/ 1222 w 99"/>
                  <a:gd name="T39" fmla="*/ 63 h 18"/>
                  <a:gd name="T40" fmla="*/ 1255 w 99"/>
                  <a:gd name="T41" fmla="*/ 83 h 18"/>
                  <a:gd name="T42" fmla="*/ 1318 w 99"/>
                  <a:gd name="T43" fmla="*/ 125 h 18"/>
                  <a:gd name="T44" fmla="*/ 1368 w 99"/>
                  <a:gd name="T45" fmla="*/ 175 h 18"/>
                  <a:gd name="T46" fmla="*/ 1368 w 99"/>
                  <a:gd name="T47" fmla="*/ 175 h 18"/>
                  <a:gd name="T48" fmla="*/ 1506 w 99"/>
                  <a:gd name="T49" fmla="*/ 283 h 18"/>
                  <a:gd name="T50" fmla="*/ 1556 w 99"/>
                  <a:gd name="T51" fmla="*/ 238 h 18"/>
                  <a:gd name="T52" fmla="*/ 1413 w 99"/>
                  <a:gd name="T53" fmla="*/ 125 h 18"/>
                  <a:gd name="T54" fmla="*/ 1413 w 99"/>
                  <a:gd name="T55" fmla="*/ 125 h 18"/>
                  <a:gd name="T56" fmla="*/ 1338 w 99"/>
                  <a:gd name="T57" fmla="*/ 63 h 18"/>
                  <a:gd name="T58" fmla="*/ 1288 w 99"/>
                  <a:gd name="T59" fmla="*/ 33 h 18"/>
                  <a:gd name="T60" fmla="*/ 1222 w 99"/>
                  <a:gd name="T61" fmla="*/ 0 h 18"/>
                  <a:gd name="T62" fmla="*/ 1222 w 99"/>
                  <a:gd name="T63" fmla="*/ 0 h 18"/>
                  <a:gd name="T64" fmla="*/ 1210 w 99"/>
                  <a:gd name="T65" fmla="*/ 0 h 18"/>
                  <a:gd name="T66" fmla="*/ 1022 w 99"/>
                  <a:gd name="T67" fmla="*/ 83 h 18"/>
                  <a:gd name="T68" fmla="*/ 879 w 99"/>
                  <a:gd name="T69" fmla="*/ 188 h 18"/>
                  <a:gd name="T70" fmla="*/ 879 w 99"/>
                  <a:gd name="T71" fmla="*/ 188 h 18"/>
                  <a:gd name="T72" fmla="*/ 834 w 99"/>
                  <a:gd name="T73" fmla="*/ 208 h 18"/>
                  <a:gd name="T74" fmla="*/ 614 w 99"/>
                  <a:gd name="T75" fmla="*/ 113 h 18"/>
                  <a:gd name="T76" fmla="*/ 501 w 99"/>
                  <a:gd name="T77" fmla="*/ 50 h 18"/>
                  <a:gd name="T78" fmla="*/ 396 w 99"/>
                  <a:gd name="T79" fmla="*/ 33 h 18"/>
                  <a:gd name="T80" fmla="*/ 313 w 99"/>
                  <a:gd name="T81" fmla="*/ 50 h 18"/>
                  <a:gd name="T82" fmla="*/ 251 w 99"/>
                  <a:gd name="T83" fmla="*/ 113 h 18"/>
                  <a:gd name="T84" fmla="*/ 283 w 99"/>
                  <a:gd name="T85" fmla="*/ 125 h 18"/>
                  <a:gd name="T86" fmla="*/ 283 w 99"/>
                  <a:gd name="T87" fmla="*/ 95 h 18"/>
                  <a:gd name="T88" fmla="*/ 283 w 99"/>
                  <a:gd name="T89" fmla="*/ 95 h 18"/>
                  <a:gd name="T90" fmla="*/ 208 w 99"/>
                  <a:gd name="T91" fmla="*/ 113 h 18"/>
                  <a:gd name="T92" fmla="*/ 83 w 99"/>
                  <a:gd name="T93" fmla="*/ 175 h 18"/>
                  <a:gd name="T94" fmla="*/ 0 w 99"/>
                  <a:gd name="T95" fmla="*/ 250 h 18"/>
                  <a:gd name="T96" fmla="*/ 50 w 99"/>
                  <a:gd name="T97" fmla="*/ 283 h 1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9" h="18">
                    <a:moveTo>
                      <a:pt x="3" y="18"/>
                    </a:moveTo>
                    <a:cubicBezTo>
                      <a:pt x="3" y="18"/>
                      <a:pt x="4" y="17"/>
                      <a:pt x="5" y="16"/>
                    </a:cubicBezTo>
                    <a:cubicBezTo>
                      <a:pt x="7" y="15"/>
                      <a:pt x="10" y="13"/>
                      <a:pt x="12" y="12"/>
                    </a:cubicBezTo>
                    <a:cubicBezTo>
                      <a:pt x="13" y="11"/>
                      <a:pt x="15" y="11"/>
                      <a:pt x="16" y="10"/>
                    </a:cubicBezTo>
                    <a:cubicBezTo>
                      <a:pt x="17" y="10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8"/>
                      <a:pt x="21" y="7"/>
                      <a:pt x="22" y="6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6" y="6"/>
                      <a:pt x="28" y="6"/>
                      <a:pt x="31" y="7"/>
                    </a:cubicBezTo>
                    <a:cubicBezTo>
                      <a:pt x="34" y="9"/>
                      <a:pt x="37" y="11"/>
                      <a:pt x="41" y="13"/>
                    </a:cubicBezTo>
                    <a:cubicBezTo>
                      <a:pt x="45" y="15"/>
                      <a:pt x="49" y="17"/>
                      <a:pt x="53" y="17"/>
                    </a:cubicBezTo>
                    <a:cubicBezTo>
                      <a:pt x="54" y="17"/>
                      <a:pt x="56" y="16"/>
                      <a:pt x="58" y="16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61" y="14"/>
                      <a:pt x="64" y="11"/>
                      <a:pt x="68" y="9"/>
                    </a:cubicBezTo>
                    <a:cubicBezTo>
                      <a:pt x="71" y="6"/>
                      <a:pt x="75" y="4"/>
                      <a:pt x="77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9" y="5"/>
                      <a:pt x="80" y="5"/>
                    </a:cubicBezTo>
                    <a:cubicBezTo>
                      <a:pt x="81" y="6"/>
                      <a:pt x="82" y="7"/>
                      <a:pt x="84" y="8"/>
                    </a:cubicBezTo>
                    <a:cubicBezTo>
                      <a:pt x="85" y="9"/>
                      <a:pt x="86" y="11"/>
                      <a:pt x="87" y="11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90" y="14"/>
                      <a:pt x="94" y="16"/>
                      <a:pt x="96" y="18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6" y="12"/>
                      <a:pt x="92" y="10"/>
                      <a:pt x="90" y="8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89" y="7"/>
                      <a:pt x="87" y="6"/>
                      <a:pt x="85" y="4"/>
                    </a:cubicBezTo>
                    <a:cubicBezTo>
                      <a:pt x="84" y="3"/>
                      <a:pt x="83" y="2"/>
                      <a:pt x="82" y="2"/>
                    </a:cubicBezTo>
                    <a:cubicBezTo>
                      <a:pt x="81" y="1"/>
                      <a:pt x="80" y="1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  <a:cubicBezTo>
                      <a:pt x="73" y="0"/>
                      <a:pt x="69" y="3"/>
                      <a:pt x="65" y="5"/>
                    </a:cubicBezTo>
                    <a:cubicBezTo>
                      <a:pt x="62" y="8"/>
                      <a:pt x="58" y="11"/>
                      <a:pt x="56" y="12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5" y="13"/>
                      <a:pt x="54" y="13"/>
                      <a:pt x="53" y="13"/>
                    </a:cubicBezTo>
                    <a:cubicBezTo>
                      <a:pt x="49" y="13"/>
                      <a:pt x="44" y="10"/>
                      <a:pt x="39" y="7"/>
                    </a:cubicBezTo>
                    <a:cubicBezTo>
                      <a:pt x="37" y="6"/>
                      <a:pt x="35" y="5"/>
                      <a:pt x="32" y="3"/>
                    </a:cubicBezTo>
                    <a:cubicBezTo>
                      <a:pt x="30" y="2"/>
                      <a:pt x="27" y="2"/>
                      <a:pt x="25" y="2"/>
                    </a:cubicBezTo>
                    <a:cubicBezTo>
                      <a:pt x="23" y="2"/>
                      <a:pt x="21" y="2"/>
                      <a:pt x="20" y="3"/>
                    </a:cubicBezTo>
                    <a:cubicBezTo>
                      <a:pt x="18" y="4"/>
                      <a:pt x="17" y="5"/>
                      <a:pt x="16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6"/>
                      <a:pt x="15" y="6"/>
                      <a:pt x="13" y="7"/>
                    </a:cubicBezTo>
                    <a:cubicBezTo>
                      <a:pt x="11" y="8"/>
                      <a:pt x="8" y="10"/>
                      <a:pt x="5" y="11"/>
                    </a:cubicBezTo>
                    <a:cubicBezTo>
                      <a:pt x="3" y="13"/>
                      <a:pt x="1" y="15"/>
                      <a:pt x="0" y="16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7" name="Freeform 753">
                <a:extLst>
                  <a:ext uri="{FF2B5EF4-FFF2-40B4-BE49-F238E27FC236}">
                    <a16:creationId xmlns:a16="http://schemas.microsoft.com/office/drawing/2014/main" id="{DC60F35C-4485-47F8-B655-E0126558D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432"/>
                <a:ext cx="152" cy="38"/>
              </a:xfrm>
              <a:custGeom>
                <a:avLst/>
                <a:gdLst>
                  <a:gd name="T0" fmla="*/ 0 w 61"/>
                  <a:gd name="T1" fmla="*/ 180 h 15"/>
                  <a:gd name="T2" fmla="*/ 30 w 61"/>
                  <a:gd name="T3" fmla="*/ 180 h 15"/>
                  <a:gd name="T4" fmla="*/ 167 w 61"/>
                  <a:gd name="T5" fmla="*/ 147 h 15"/>
                  <a:gd name="T6" fmla="*/ 311 w 61"/>
                  <a:gd name="T7" fmla="*/ 96 h 15"/>
                  <a:gd name="T8" fmla="*/ 446 w 61"/>
                  <a:gd name="T9" fmla="*/ 63 h 15"/>
                  <a:gd name="T10" fmla="*/ 508 w 61"/>
                  <a:gd name="T11" fmla="*/ 84 h 15"/>
                  <a:gd name="T12" fmla="*/ 508 w 61"/>
                  <a:gd name="T13" fmla="*/ 84 h 15"/>
                  <a:gd name="T14" fmla="*/ 932 w 61"/>
                  <a:gd name="T15" fmla="*/ 243 h 15"/>
                  <a:gd name="T16" fmla="*/ 944 w 61"/>
                  <a:gd name="T17" fmla="*/ 193 h 15"/>
                  <a:gd name="T18" fmla="*/ 528 w 61"/>
                  <a:gd name="T19" fmla="*/ 20 h 15"/>
                  <a:gd name="T20" fmla="*/ 528 w 61"/>
                  <a:gd name="T21" fmla="*/ 20 h 15"/>
                  <a:gd name="T22" fmla="*/ 446 w 61"/>
                  <a:gd name="T23" fmla="*/ 0 h 15"/>
                  <a:gd name="T24" fmla="*/ 292 w 61"/>
                  <a:gd name="T25" fmla="*/ 33 h 15"/>
                  <a:gd name="T26" fmla="*/ 154 w 61"/>
                  <a:gd name="T27" fmla="*/ 84 h 15"/>
                  <a:gd name="T28" fmla="*/ 30 w 61"/>
                  <a:gd name="T29" fmla="*/ 117 h 15"/>
                  <a:gd name="T30" fmla="*/ 0 w 61"/>
                  <a:gd name="T31" fmla="*/ 117 h 15"/>
                  <a:gd name="T32" fmla="*/ 0 w 61"/>
                  <a:gd name="T33" fmla="*/ 18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1" h="15">
                    <a:moveTo>
                      <a:pt x="0" y="11"/>
                    </a:moveTo>
                    <a:cubicBezTo>
                      <a:pt x="1" y="11"/>
                      <a:pt x="1" y="11"/>
                      <a:pt x="2" y="11"/>
                    </a:cubicBezTo>
                    <a:cubicBezTo>
                      <a:pt x="5" y="11"/>
                      <a:pt x="8" y="10"/>
                      <a:pt x="11" y="9"/>
                    </a:cubicBezTo>
                    <a:cubicBezTo>
                      <a:pt x="14" y="8"/>
                      <a:pt x="17" y="6"/>
                      <a:pt x="20" y="6"/>
                    </a:cubicBezTo>
                    <a:cubicBezTo>
                      <a:pt x="23" y="5"/>
                      <a:pt x="26" y="4"/>
                      <a:pt x="29" y="4"/>
                    </a:cubicBezTo>
                    <a:cubicBezTo>
                      <a:pt x="30" y="4"/>
                      <a:pt x="32" y="4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42" y="7"/>
                      <a:pt x="51" y="13"/>
                      <a:pt x="60" y="15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53" y="9"/>
                      <a:pt x="44" y="4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2" y="0"/>
                      <a:pt x="30" y="0"/>
                      <a:pt x="29" y="0"/>
                    </a:cubicBezTo>
                    <a:cubicBezTo>
                      <a:pt x="25" y="0"/>
                      <a:pt x="22" y="1"/>
                      <a:pt x="19" y="2"/>
                    </a:cubicBezTo>
                    <a:cubicBezTo>
                      <a:pt x="16" y="2"/>
                      <a:pt x="13" y="4"/>
                      <a:pt x="10" y="5"/>
                    </a:cubicBezTo>
                    <a:cubicBezTo>
                      <a:pt x="7" y="6"/>
                      <a:pt x="4" y="7"/>
                      <a:pt x="2" y="7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8" name="Freeform 754">
                <a:extLst>
                  <a:ext uri="{FF2B5EF4-FFF2-40B4-BE49-F238E27FC236}">
                    <a16:creationId xmlns:a16="http://schemas.microsoft.com/office/drawing/2014/main" id="{8446E4E8-AF52-48E6-A9FA-22F3EBB68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435"/>
                <a:ext cx="145" cy="35"/>
              </a:xfrm>
              <a:custGeom>
                <a:avLst/>
                <a:gdLst>
                  <a:gd name="T0" fmla="*/ 63 w 58"/>
                  <a:gd name="T1" fmla="*/ 220 h 14"/>
                  <a:gd name="T2" fmla="*/ 63 w 58"/>
                  <a:gd name="T3" fmla="*/ 208 h 14"/>
                  <a:gd name="T4" fmla="*/ 63 w 58"/>
                  <a:gd name="T5" fmla="*/ 220 h 14"/>
                  <a:gd name="T6" fmla="*/ 63 w 58"/>
                  <a:gd name="T7" fmla="*/ 220 h 14"/>
                  <a:gd name="T8" fmla="*/ 63 w 58"/>
                  <a:gd name="T9" fmla="*/ 208 h 14"/>
                  <a:gd name="T10" fmla="*/ 63 w 58"/>
                  <a:gd name="T11" fmla="*/ 220 h 14"/>
                  <a:gd name="T12" fmla="*/ 95 w 58"/>
                  <a:gd name="T13" fmla="*/ 208 h 14"/>
                  <a:gd name="T14" fmla="*/ 208 w 58"/>
                  <a:gd name="T15" fmla="*/ 175 h 14"/>
                  <a:gd name="T16" fmla="*/ 300 w 58"/>
                  <a:gd name="T17" fmla="*/ 145 h 14"/>
                  <a:gd name="T18" fmla="*/ 408 w 58"/>
                  <a:gd name="T19" fmla="*/ 95 h 14"/>
                  <a:gd name="T20" fmla="*/ 520 w 58"/>
                  <a:gd name="T21" fmla="*/ 63 h 14"/>
                  <a:gd name="T22" fmla="*/ 533 w 58"/>
                  <a:gd name="T23" fmla="*/ 63 h 14"/>
                  <a:gd name="T24" fmla="*/ 533 w 58"/>
                  <a:gd name="T25" fmla="*/ 63 h 14"/>
                  <a:gd name="T26" fmla="*/ 708 w 58"/>
                  <a:gd name="T27" fmla="*/ 125 h 14"/>
                  <a:gd name="T28" fmla="*/ 875 w 58"/>
                  <a:gd name="T29" fmla="*/ 220 h 14"/>
                  <a:gd name="T30" fmla="*/ 908 w 58"/>
                  <a:gd name="T31" fmla="*/ 175 h 14"/>
                  <a:gd name="T32" fmla="*/ 738 w 58"/>
                  <a:gd name="T33" fmla="*/ 63 h 14"/>
                  <a:gd name="T34" fmla="*/ 533 w 58"/>
                  <a:gd name="T35" fmla="*/ 0 h 14"/>
                  <a:gd name="T36" fmla="*/ 533 w 58"/>
                  <a:gd name="T37" fmla="*/ 0 h 14"/>
                  <a:gd name="T38" fmla="*/ 520 w 58"/>
                  <a:gd name="T39" fmla="*/ 0 h 14"/>
                  <a:gd name="T40" fmla="*/ 395 w 58"/>
                  <a:gd name="T41" fmla="*/ 33 h 14"/>
                  <a:gd name="T42" fmla="*/ 270 w 58"/>
                  <a:gd name="T43" fmla="*/ 83 h 14"/>
                  <a:gd name="T44" fmla="*/ 145 w 58"/>
                  <a:gd name="T45" fmla="*/ 125 h 14"/>
                  <a:gd name="T46" fmla="*/ 63 w 58"/>
                  <a:gd name="T47" fmla="*/ 145 h 14"/>
                  <a:gd name="T48" fmla="*/ 33 w 58"/>
                  <a:gd name="T49" fmla="*/ 175 h 14"/>
                  <a:gd name="T50" fmla="*/ 0 w 58"/>
                  <a:gd name="T51" fmla="*/ 188 h 14"/>
                  <a:gd name="T52" fmla="*/ 63 w 58"/>
                  <a:gd name="T53" fmla="*/ 220 h 1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8" h="14">
                    <a:moveTo>
                      <a:pt x="4" y="14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5" y="13"/>
                      <a:pt x="6" y="13"/>
                    </a:cubicBezTo>
                    <a:cubicBezTo>
                      <a:pt x="8" y="12"/>
                      <a:pt x="10" y="11"/>
                      <a:pt x="13" y="11"/>
                    </a:cubicBezTo>
                    <a:cubicBezTo>
                      <a:pt x="15" y="10"/>
                      <a:pt x="17" y="10"/>
                      <a:pt x="19" y="9"/>
                    </a:cubicBezTo>
                    <a:cubicBezTo>
                      <a:pt x="21" y="8"/>
                      <a:pt x="24" y="7"/>
                      <a:pt x="26" y="6"/>
                    </a:cubicBezTo>
                    <a:cubicBezTo>
                      <a:pt x="29" y="5"/>
                      <a:pt x="32" y="4"/>
                      <a:pt x="33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7" y="4"/>
                      <a:pt x="41" y="6"/>
                      <a:pt x="45" y="8"/>
                    </a:cubicBezTo>
                    <a:cubicBezTo>
                      <a:pt x="49" y="10"/>
                      <a:pt x="53" y="12"/>
                      <a:pt x="56" y="14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5" y="9"/>
                      <a:pt x="51" y="6"/>
                      <a:pt x="47" y="4"/>
                    </a:cubicBezTo>
                    <a:cubicBezTo>
                      <a:pt x="43" y="2"/>
                      <a:pt x="38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1" y="0"/>
                      <a:pt x="28" y="1"/>
                      <a:pt x="25" y="2"/>
                    </a:cubicBezTo>
                    <a:cubicBezTo>
                      <a:pt x="22" y="4"/>
                      <a:pt x="19" y="5"/>
                      <a:pt x="17" y="5"/>
                    </a:cubicBezTo>
                    <a:cubicBezTo>
                      <a:pt x="16" y="6"/>
                      <a:pt x="12" y="7"/>
                      <a:pt x="9" y="8"/>
                    </a:cubicBezTo>
                    <a:cubicBezTo>
                      <a:pt x="7" y="8"/>
                      <a:pt x="5" y="9"/>
                      <a:pt x="4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1" y="11"/>
                      <a:pt x="1" y="11"/>
                      <a:pt x="0" y="1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9" name="Freeform 755">
                <a:extLst>
                  <a:ext uri="{FF2B5EF4-FFF2-40B4-BE49-F238E27FC236}">
                    <a16:creationId xmlns:a16="http://schemas.microsoft.com/office/drawing/2014/main" id="{8B90A348-5ECC-4F67-BD11-19D829836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425"/>
                <a:ext cx="1189" cy="60"/>
              </a:xfrm>
              <a:custGeom>
                <a:avLst/>
                <a:gdLst>
                  <a:gd name="T0" fmla="*/ 405 w 476"/>
                  <a:gd name="T1" fmla="*/ 208 h 24"/>
                  <a:gd name="T2" fmla="*/ 512 w 476"/>
                  <a:gd name="T3" fmla="*/ 188 h 24"/>
                  <a:gd name="T4" fmla="*/ 512 w 476"/>
                  <a:gd name="T5" fmla="*/ 188 h 24"/>
                  <a:gd name="T6" fmla="*/ 604 w 476"/>
                  <a:gd name="T7" fmla="*/ 208 h 24"/>
                  <a:gd name="T8" fmla="*/ 917 w 476"/>
                  <a:gd name="T9" fmla="*/ 375 h 24"/>
                  <a:gd name="T10" fmla="*/ 1436 w 476"/>
                  <a:gd name="T11" fmla="*/ 208 h 24"/>
                  <a:gd name="T12" fmla="*/ 1684 w 476"/>
                  <a:gd name="T13" fmla="*/ 313 h 24"/>
                  <a:gd name="T14" fmla="*/ 2058 w 476"/>
                  <a:gd name="T15" fmla="*/ 158 h 24"/>
                  <a:gd name="T16" fmla="*/ 2183 w 476"/>
                  <a:gd name="T17" fmla="*/ 125 h 24"/>
                  <a:gd name="T18" fmla="*/ 2540 w 476"/>
                  <a:gd name="T19" fmla="*/ 283 h 24"/>
                  <a:gd name="T20" fmla="*/ 2558 w 476"/>
                  <a:gd name="T21" fmla="*/ 283 h 24"/>
                  <a:gd name="T22" fmla="*/ 3132 w 476"/>
                  <a:gd name="T23" fmla="*/ 95 h 24"/>
                  <a:gd name="T24" fmla="*/ 3619 w 476"/>
                  <a:gd name="T25" fmla="*/ 220 h 24"/>
                  <a:gd name="T26" fmla="*/ 4082 w 476"/>
                  <a:gd name="T27" fmla="*/ 63 h 24"/>
                  <a:gd name="T28" fmla="*/ 4549 w 476"/>
                  <a:gd name="T29" fmla="*/ 250 h 24"/>
                  <a:gd name="T30" fmla="*/ 4973 w 476"/>
                  <a:gd name="T31" fmla="*/ 95 h 24"/>
                  <a:gd name="T32" fmla="*/ 5548 w 476"/>
                  <a:gd name="T33" fmla="*/ 250 h 24"/>
                  <a:gd name="T34" fmla="*/ 6032 w 476"/>
                  <a:gd name="T35" fmla="*/ 145 h 24"/>
                  <a:gd name="T36" fmla="*/ 6127 w 476"/>
                  <a:gd name="T37" fmla="*/ 113 h 24"/>
                  <a:gd name="T38" fmla="*/ 6357 w 476"/>
                  <a:gd name="T39" fmla="*/ 188 h 24"/>
                  <a:gd name="T40" fmla="*/ 6689 w 476"/>
                  <a:gd name="T41" fmla="*/ 250 h 24"/>
                  <a:gd name="T42" fmla="*/ 7231 w 476"/>
                  <a:gd name="T43" fmla="*/ 208 h 24"/>
                  <a:gd name="T44" fmla="*/ 7251 w 476"/>
                  <a:gd name="T45" fmla="*/ 145 h 24"/>
                  <a:gd name="T46" fmla="*/ 6669 w 476"/>
                  <a:gd name="T47" fmla="*/ 188 h 24"/>
                  <a:gd name="T48" fmla="*/ 6390 w 476"/>
                  <a:gd name="T49" fmla="*/ 125 h 24"/>
                  <a:gd name="T50" fmla="*/ 6127 w 476"/>
                  <a:gd name="T51" fmla="*/ 50 h 24"/>
                  <a:gd name="T52" fmla="*/ 5890 w 476"/>
                  <a:gd name="T53" fmla="*/ 158 h 24"/>
                  <a:gd name="T54" fmla="*/ 5203 w 476"/>
                  <a:gd name="T55" fmla="*/ 63 h 24"/>
                  <a:gd name="T56" fmla="*/ 4816 w 476"/>
                  <a:gd name="T57" fmla="*/ 95 h 24"/>
                  <a:gd name="T58" fmla="*/ 4474 w 476"/>
                  <a:gd name="T59" fmla="*/ 158 h 24"/>
                  <a:gd name="T60" fmla="*/ 3882 w 476"/>
                  <a:gd name="T61" fmla="*/ 63 h 24"/>
                  <a:gd name="T62" fmla="*/ 3400 w 476"/>
                  <a:gd name="T63" fmla="*/ 113 h 24"/>
                  <a:gd name="T64" fmla="*/ 2933 w 476"/>
                  <a:gd name="T65" fmla="*/ 83 h 24"/>
                  <a:gd name="T66" fmla="*/ 2540 w 476"/>
                  <a:gd name="T67" fmla="*/ 220 h 24"/>
                  <a:gd name="T68" fmla="*/ 2196 w 476"/>
                  <a:gd name="T69" fmla="*/ 63 h 24"/>
                  <a:gd name="T70" fmla="*/ 2028 w 476"/>
                  <a:gd name="T71" fmla="*/ 95 h 24"/>
                  <a:gd name="T72" fmla="*/ 1684 w 476"/>
                  <a:gd name="T73" fmla="*/ 250 h 24"/>
                  <a:gd name="T74" fmla="*/ 1436 w 476"/>
                  <a:gd name="T75" fmla="*/ 145 h 24"/>
                  <a:gd name="T76" fmla="*/ 917 w 476"/>
                  <a:gd name="T77" fmla="*/ 313 h 24"/>
                  <a:gd name="T78" fmla="*/ 687 w 476"/>
                  <a:gd name="T79" fmla="*/ 188 h 24"/>
                  <a:gd name="T80" fmla="*/ 512 w 476"/>
                  <a:gd name="T81" fmla="*/ 158 h 24"/>
                  <a:gd name="T82" fmla="*/ 250 w 476"/>
                  <a:gd name="T83" fmla="*/ 188 h 2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76" h="24">
                    <a:moveTo>
                      <a:pt x="2" y="21"/>
                    </a:moveTo>
                    <a:cubicBezTo>
                      <a:pt x="6" y="19"/>
                      <a:pt x="12" y="18"/>
                      <a:pt x="17" y="16"/>
                    </a:cubicBezTo>
                    <a:cubicBezTo>
                      <a:pt x="20" y="16"/>
                      <a:pt x="23" y="14"/>
                      <a:pt x="26" y="13"/>
                    </a:cubicBezTo>
                    <a:cubicBezTo>
                      <a:pt x="29" y="12"/>
                      <a:pt x="31" y="12"/>
                      <a:pt x="33" y="12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6" y="12"/>
                      <a:pt x="37" y="12"/>
                      <a:pt x="39" y="13"/>
                    </a:cubicBezTo>
                    <a:cubicBezTo>
                      <a:pt x="42" y="15"/>
                      <a:pt x="45" y="17"/>
                      <a:pt x="48" y="19"/>
                    </a:cubicBezTo>
                    <a:cubicBezTo>
                      <a:pt x="51" y="21"/>
                      <a:pt x="54" y="23"/>
                      <a:pt x="58" y="24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65" y="24"/>
                      <a:pt x="70" y="21"/>
                      <a:pt x="76" y="19"/>
                    </a:cubicBezTo>
                    <a:cubicBezTo>
                      <a:pt x="81" y="17"/>
                      <a:pt x="85" y="14"/>
                      <a:pt x="90" y="13"/>
                    </a:cubicBezTo>
                    <a:cubicBezTo>
                      <a:pt x="91" y="13"/>
                      <a:pt x="91" y="13"/>
                      <a:pt x="92" y="13"/>
                    </a:cubicBezTo>
                    <a:cubicBezTo>
                      <a:pt x="94" y="13"/>
                      <a:pt x="96" y="14"/>
                      <a:pt x="99" y="16"/>
                    </a:cubicBezTo>
                    <a:cubicBezTo>
                      <a:pt x="100" y="17"/>
                      <a:pt x="101" y="18"/>
                      <a:pt x="103" y="19"/>
                    </a:cubicBezTo>
                    <a:cubicBezTo>
                      <a:pt x="104" y="19"/>
                      <a:pt x="106" y="20"/>
                      <a:pt x="108" y="20"/>
                    </a:cubicBezTo>
                    <a:cubicBezTo>
                      <a:pt x="109" y="20"/>
                      <a:pt x="111" y="19"/>
                      <a:pt x="113" y="18"/>
                    </a:cubicBezTo>
                    <a:cubicBezTo>
                      <a:pt x="117" y="16"/>
                      <a:pt x="119" y="14"/>
                      <a:pt x="124" y="13"/>
                    </a:cubicBezTo>
                    <a:cubicBezTo>
                      <a:pt x="126" y="12"/>
                      <a:pt x="129" y="11"/>
                      <a:pt x="132" y="10"/>
                    </a:cubicBezTo>
                    <a:cubicBezTo>
                      <a:pt x="135" y="9"/>
                      <a:pt x="137" y="8"/>
                      <a:pt x="140" y="8"/>
                    </a:cubicBezTo>
                    <a:cubicBezTo>
                      <a:pt x="141" y="8"/>
                      <a:pt x="141" y="8"/>
                      <a:pt x="141" y="8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1" y="8"/>
                      <a:pt x="141" y="8"/>
                      <a:pt x="141" y="8"/>
                    </a:cubicBezTo>
                    <a:cubicBezTo>
                      <a:pt x="144" y="8"/>
                      <a:pt x="147" y="11"/>
                      <a:pt x="151" y="13"/>
                    </a:cubicBezTo>
                    <a:cubicBezTo>
                      <a:pt x="155" y="16"/>
                      <a:pt x="158" y="18"/>
                      <a:pt x="163" y="18"/>
                    </a:cubicBezTo>
                    <a:cubicBezTo>
                      <a:pt x="163" y="18"/>
                      <a:pt x="163" y="18"/>
                      <a:pt x="163" y="18"/>
                    </a:cubicBezTo>
                    <a:cubicBezTo>
                      <a:pt x="163" y="18"/>
                      <a:pt x="163" y="18"/>
                      <a:pt x="163" y="18"/>
                    </a:cubicBezTo>
                    <a:cubicBezTo>
                      <a:pt x="164" y="18"/>
                      <a:pt x="164" y="18"/>
                      <a:pt x="164" y="18"/>
                    </a:cubicBezTo>
                    <a:cubicBezTo>
                      <a:pt x="168" y="18"/>
                      <a:pt x="172" y="16"/>
                      <a:pt x="177" y="14"/>
                    </a:cubicBezTo>
                    <a:cubicBezTo>
                      <a:pt x="182" y="12"/>
                      <a:pt x="186" y="10"/>
                      <a:pt x="190" y="9"/>
                    </a:cubicBezTo>
                    <a:cubicBezTo>
                      <a:pt x="194" y="8"/>
                      <a:pt x="197" y="6"/>
                      <a:pt x="201" y="6"/>
                    </a:cubicBezTo>
                    <a:cubicBezTo>
                      <a:pt x="202" y="6"/>
                      <a:pt x="203" y="6"/>
                      <a:pt x="203" y="7"/>
                    </a:cubicBezTo>
                    <a:cubicBezTo>
                      <a:pt x="208" y="7"/>
                      <a:pt x="212" y="9"/>
                      <a:pt x="217" y="11"/>
                    </a:cubicBezTo>
                    <a:cubicBezTo>
                      <a:pt x="222" y="13"/>
                      <a:pt x="226" y="14"/>
                      <a:pt x="232" y="14"/>
                    </a:cubicBezTo>
                    <a:cubicBezTo>
                      <a:pt x="234" y="14"/>
                      <a:pt x="237" y="14"/>
                      <a:pt x="240" y="13"/>
                    </a:cubicBezTo>
                    <a:cubicBezTo>
                      <a:pt x="244" y="11"/>
                      <a:pt x="247" y="9"/>
                      <a:pt x="251" y="7"/>
                    </a:cubicBezTo>
                    <a:cubicBezTo>
                      <a:pt x="255" y="5"/>
                      <a:pt x="258" y="4"/>
                      <a:pt x="262" y="4"/>
                    </a:cubicBezTo>
                    <a:cubicBezTo>
                      <a:pt x="263" y="4"/>
                      <a:pt x="265" y="4"/>
                      <a:pt x="267" y="5"/>
                    </a:cubicBezTo>
                    <a:cubicBezTo>
                      <a:pt x="273" y="7"/>
                      <a:pt x="279" y="11"/>
                      <a:pt x="285" y="14"/>
                    </a:cubicBezTo>
                    <a:cubicBezTo>
                      <a:pt x="288" y="15"/>
                      <a:pt x="290" y="16"/>
                      <a:pt x="292" y="16"/>
                    </a:cubicBezTo>
                    <a:cubicBezTo>
                      <a:pt x="295" y="16"/>
                      <a:pt x="299" y="15"/>
                      <a:pt x="303" y="14"/>
                    </a:cubicBezTo>
                    <a:cubicBezTo>
                      <a:pt x="306" y="13"/>
                      <a:pt x="309" y="11"/>
                      <a:pt x="311" y="10"/>
                    </a:cubicBezTo>
                    <a:cubicBezTo>
                      <a:pt x="314" y="8"/>
                      <a:pt x="317" y="7"/>
                      <a:pt x="319" y="6"/>
                    </a:cubicBezTo>
                    <a:cubicBezTo>
                      <a:pt x="320" y="6"/>
                      <a:pt x="322" y="6"/>
                      <a:pt x="323" y="6"/>
                    </a:cubicBezTo>
                    <a:cubicBezTo>
                      <a:pt x="326" y="6"/>
                      <a:pt x="330" y="7"/>
                      <a:pt x="333" y="8"/>
                    </a:cubicBezTo>
                    <a:cubicBezTo>
                      <a:pt x="341" y="9"/>
                      <a:pt x="349" y="12"/>
                      <a:pt x="356" y="16"/>
                    </a:cubicBezTo>
                    <a:cubicBezTo>
                      <a:pt x="359" y="17"/>
                      <a:pt x="362" y="18"/>
                      <a:pt x="365" y="18"/>
                    </a:cubicBezTo>
                    <a:cubicBezTo>
                      <a:pt x="370" y="18"/>
                      <a:pt x="375" y="16"/>
                      <a:pt x="380" y="14"/>
                    </a:cubicBezTo>
                    <a:cubicBezTo>
                      <a:pt x="382" y="12"/>
                      <a:pt x="385" y="11"/>
                      <a:pt x="387" y="9"/>
                    </a:cubicBezTo>
                    <a:cubicBezTo>
                      <a:pt x="390" y="8"/>
                      <a:pt x="392" y="7"/>
                      <a:pt x="393" y="7"/>
                    </a:cubicBezTo>
                    <a:cubicBezTo>
                      <a:pt x="394" y="7"/>
                      <a:pt x="394" y="7"/>
                      <a:pt x="394" y="7"/>
                    </a:cubicBezTo>
                    <a:cubicBezTo>
                      <a:pt x="393" y="7"/>
                      <a:pt x="393" y="7"/>
                      <a:pt x="393" y="7"/>
                    </a:cubicBezTo>
                    <a:cubicBezTo>
                      <a:pt x="394" y="7"/>
                      <a:pt x="394" y="7"/>
                      <a:pt x="394" y="7"/>
                    </a:cubicBezTo>
                    <a:cubicBezTo>
                      <a:pt x="396" y="6"/>
                      <a:pt x="398" y="7"/>
                      <a:pt x="401" y="9"/>
                    </a:cubicBezTo>
                    <a:cubicBezTo>
                      <a:pt x="403" y="10"/>
                      <a:pt x="406" y="11"/>
                      <a:pt x="408" y="12"/>
                    </a:cubicBezTo>
                    <a:cubicBezTo>
                      <a:pt x="411" y="13"/>
                      <a:pt x="413" y="14"/>
                      <a:pt x="416" y="15"/>
                    </a:cubicBezTo>
                    <a:cubicBezTo>
                      <a:pt x="418" y="16"/>
                      <a:pt x="420" y="17"/>
                      <a:pt x="423" y="17"/>
                    </a:cubicBezTo>
                    <a:cubicBezTo>
                      <a:pt x="425" y="17"/>
                      <a:pt x="427" y="17"/>
                      <a:pt x="429" y="16"/>
                    </a:cubicBezTo>
                    <a:cubicBezTo>
                      <a:pt x="437" y="13"/>
                      <a:pt x="444" y="10"/>
                      <a:pt x="452" y="9"/>
                    </a:cubicBezTo>
                    <a:cubicBezTo>
                      <a:pt x="453" y="9"/>
                      <a:pt x="453" y="9"/>
                      <a:pt x="453" y="9"/>
                    </a:cubicBezTo>
                    <a:cubicBezTo>
                      <a:pt x="456" y="9"/>
                      <a:pt x="460" y="11"/>
                      <a:pt x="464" y="13"/>
                    </a:cubicBezTo>
                    <a:cubicBezTo>
                      <a:pt x="467" y="14"/>
                      <a:pt x="471" y="17"/>
                      <a:pt x="476" y="17"/>
                    </a:cubicBezTo>
                    <a:cubicBezTo>
                      <a:pt x="476" y="13"/>
                      <a:pt x="476" y="13"/>
                      <a:pt x="476" y="13"/>
                    </a:cubicBezTo>
                    <a:cubicBezTo>
                      <a:pt x="473" y="13"/>
                      <a:pt x="469" y="11"/>
                      <a:pt x="465" y="9"/>
                    </a:cubicBezTo>
                    <a:cubicBezTo>
                      <a:pt x="462" y="7"/>
                      <a:pt x="458" y="5"/>
                      <a:pt x="453" y="5"/>
                    </a:cubicBezTo>
                    <a:cubicBezTo>
                      <a:pt x="453" y="5"/>
                      <a:pt x="452" y="5"/>
                      <a:pt x="452" y="5"/>
                    </a:cubicBezTo>
                    <a:cubicBezTo>
                      <a:pt x="443" y="6"/>
                      <a:pt x="435" y="10"/>
                      <a:pt x="428" y="12"/>
                    </a:cubicBezTo>
                    <a:cubicBezTo>
                      <a:pt x="426" y="13"/>
                      <a:pt x="424" y="13"/>
                      <a:pt x="423" y="13"/>
                    </a:cubicBezTo>
                    <a:cubicBezTo>
                      <a:pt x="421" y="13"/>
                      <a:pt x="419" y="13"/>
                      <a:pt x="417" y="12"/>
                    </a:cubicBezTo>
                    <a:cubicBezTo>
                      <a:pt x="415" y="11"/>
                      <a:pt x="413" y="10"/>
                      <a:pt x="410" y="8"/>
                    </a:cubicBezTo>
                    <a:cubicBezTo>
                      <a:pt x="408" y="8"/>
                      <a:pt x="405" y="6"/>
                      <a:pt x="402" y="5"/>
                    </a:cubicBezTo>
                    <a:cubicBezTo>
                      <a:pt x="400" y="4"/>
                      <a:pt x="397" y="3"/>
                      <a:pt x="394" y="3"/>
                    </a:cubicBezTo>
                    <a:cubicBezTo>
                      <a:pt x="393" y="3"/>
                      <a:pt x="393" y="3"/>
                      <a:pt x="393" y="3"/>
                    </a:cubicBezTo>
                    <a:cubicBezTo>
                      <a:pt x="393" y="3"/>
                      <a:pt x="393" y="3"/>
                      <a:pt x="393" y="3"/>
                    </a:cubicBezTo>
                    <a:cubicBezTo>
                      <a:pt x="390" y="3"/>
                      <a:pt x="388" y="4"/>
                      <a:pt x="385" y="6"/>
                    </a:cubicBezTo>
                    <a:cubicBezTo>
                      <a:pt x="383" y="7"/>
                      <a:pt x="380" y="9"/>
                      <a:pt x="378" y="10"/>
                    </a:cubicBezTo>
                    <a:cubicBezTo>
                      <a:pt x="373" y="12"/>
                      <a:pt x="369" y="14"/>
                      <a:pt x="365" y="14"/>
                    </a:cubicBezTo>
                    <a:cubicBezTo>
                      <a:pt x="363" y="14"/>
                      <a:pt x="360" y="14"/>
                      <a:pt x="358" y="12"/>
                    </a:cubicBezTo>
                    <a:cubicBezTo>
                      <a:pt x="351" y="8"/>
                      <a:pt x="342" y="6"/>
                      <a:pt x="334" y="4"/>
                    </a:cubicBezTo>
                    <a:cubicBezTo>
                      <a:pt x="331" y="3"/>
                      <a:pt x="327" y="2"/>
                      <a:pt x="323" y="2"/>
                    </a:cubicBezTo>
                    <a:cubicBezTo>
                      <a:pt x="321" y="2"/>
                      <a:pt x="320" y="2"/>
                      <a:pt x="318" y="3"/>
                    </a:cubicBezTo>
                    <a:cubicBezTo>
                      <a:pt x="315" y="3"/>
                      <a:pt x="312" y="5"/>
                      <a:pt x="309" y="6"/>
                    </a:cubicBezTo>
                    <a:cubicBezTo>
                      <a:pt x="307" y="8"/>
                      <a:pt x="304" y="9"/>
                      <a:pt x="301" y="10"/>
                    </a:cubicBezTo>
                    <a:cubicBezTo>
                      <a:pt x="297" y="11"/>
                      <a:pt x="295" y="12"/>
                      <a:pt x="292" y="12"/>
                    </a:cubicBezTo>
                    <a:cubicBezTo>
                      <a:pt x="290" y="12"/>
                      <a:pt x="289" y="11"/>
                      <a:pt x="287" y="10"/>
                    </a:cubicBezTo>
                    <a:cubicBezTo>
                      <a:pt x="281" y="7"/>
                      <a:pt x="275" y="4"/>
                      <a:pt x="269" y="1"/>
                    </a:cubicBezTo>
                    <a:cubicBezTo>
                      <a:pt x="266" y="0"/>
                      <a:pt x="264" y="0"/>
                      <a:pt x="262" y="0"/>
                    </a:cubicBezTo>
                    <a:cubicBezTo>
                      <a:pt x="257" y="0"/>
                      <a:pt x="253" y="2"/>
                      <a:pt x="249" y="4"/>
                    </a:cubicBezTo>
                    <a:cubicBezTo>
                      <a:pt x="245" y="6"/>
                      <a:pt x="242" y="8"/>
                      <a:pt x="238" y="9"/>
                    </a:cubicBezTo>
                    <a:cubicBezTo>
                      <a:pt x="236" y="10"/>
                      <a:pt x="234" y="10"/>
                      <a:pt x="232" y="10"/>
                    </a:cubicBezTo>
                    <a:cubicBezTo>
                      <a:pt x="227" y="10"/>
                      <a:pt x="223" y="9"/>
                      <a:pt x="218" y="7"/>
                    </a:cubicBezTo>
                    <a:cubicBezTo>
                      <a:pt x="214" y="5"/>
                      <a:pt x="209" y="3"/>
                      <a:pt x="204" y="3"/>
                    </a:cubicBezTo>
                    <a:cubicBezTo>
                      <a:pt x="203" y="2"/>
                      <a:pt x="202" y="2"/>
                      <a:pt x="201" y="2"/>
                    </a:cubicBezTo>
                    <a:cubicBezTo>
                      <a:pt x="197" y="2"/>
                      <a:pt x="192" y="4"/>
                      <a:pt x="188" y="5"/>
                    </a:cubicBezTo>
                    <a:cubicBezTo>
                      <a:pt x="185" y="6"/>
                      <a:pt x="180" y="9"/>
                      <a:pt x="176" y="11"/>
                    </a:cubicBezTo>
                    <a:cubicBezTo>
                      <a:pt x="171" y="13"/>
                      <a:pt x="167" y="14"/>
                      <a:pt x="164" y="14"/>
                    </a:cubicBezTo>
                    <a:cubicBezTo>
                      <a:pt x="163" y="14"/>
                      <a:pt x="163" y="14"/>
                      <a:pt x="163" y="14"/>
                    </a:cubicBezTo>
                    <a:cubicBezTo>
                      <a:pt x="163" y="14"/>
                      <a:pt x="163" y="14"/>
                      <a:pt x="163" y="14"/>
                    </a:cubicBezTo>
                    <a:cubicBezTo>
                      <a:pt x="160" y="14"/>
                      <a:pt x="157" y="12"/>
                      <a:pt x="153" y="10"/>
                    </a:cubicBezTo>
                    <a:cubicBezTo>
                      <a:pt x="150" y="7"/>
                      <a:pt x="146" y="5"/>
                      <a:pt x="141" y="4"/>
                    </a:cubicBezTo>
                    <a:cubicBezTo>
                      <a:pt x="141" y="4"/>
                      <a:pt x="141" y="4"/>
                      <a:pt x="141" y="4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36" y="4"/>
                      <a:pt x="133" y="5"/>
                      <a:pt x="130" y="6"/>
                    </a:cubicBezTo>
                    <a:cubicBezTo>
                      <a:pt x="128" y="7"/>
                      <a:pt x="125" y="9"/>
                      <a:pt x="122" y="9"/>
                    </a:cubicBezTo>
                    <a:cubicBezTo>
                      <a:pt x="118" y="11"/>
                      <a:pt x="115" y="13"/>
                      <a:pt x="111" y="15"/>
                    </a:cubicBezTo>
                    <a:cubicBezTo>
                      <a:pt x="109" y="16"/>
                      <a:pt x="109" y="16"/>
                      <a:pt x="108" y="16"/>
                    </a:cubicBezTo>
                    <a:cubicBezTo>
                      <a:pt x="107" y="16"/>
                      <a:pt x="106" y="15"/>
                      <a:pt x="105" y="15"/>
                    </a:cubicBezTo>
                    <a:cubicBezTo>
                      <a:pt x="103" y="14"/>
                      <a:pt x="101" y="13"/>
                      <a:pt x="99" y="12"/>
                    </a:cubicBezTo>
                    <a:cubicBezTo>
                      <a:pt x="97" y="10"/>
                      <a:pt x="95" y="9"/>
                      <a:pt x="92" y="9"/>
                    </a:cubicBezTo>
                    <a:cubicBezTo>
                      <a:pt x="91" y="9"/>
                      <a:pt x="90" y="9"/>
                      <a:pt x="89" y="9"/>
                    </a:cubicBezTo>
                    <a:cubicBezTo>
                      <a:pt x="84" y="10"/>
                      <a:pt x="79" y="13"/>
                      <a:pt x="74" y="15"/>
                    </a:cubicBezTo>
                    <a:cubicBezTo>
                      <a:pt x="69" y="18"/>
                      <a:pt x="64" y="20"/>
                      <a:pt x="59" y="20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56" y="20"/>
                      <a:pt x="55" y="19"/>
                      <a:pt x="53" y="18"/>
                    </a:cubicBezTo>
                    <a:cubicBezTo>
                      <a:pt x="50" y="16"/>
                      <a:pt x="47" y="14"/>
                      <a:pt x="44" y="12"/>
                    </a:cubicBezTo>
                    <a:cubicBezTo>
                      <a:pt x="41" y="10"/>
                      <a:pt x="38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1" y="8"/>
                      <a:pt x="27" y="9"/>
                      <a:pt x="24" y="10"/>
                    </a:cubicBezTo>
                    <a:cubicBezTo>
                      <a:pt x="21" y="11"/>
                      <a:pt x="19" y="12"/>
                      <a:pt x="16" y="12"/>
                    </a:cubicBezTo>
                    <a:cubicBezTo>
                      <a:pt x="11" y="14"/>
                      <a:pt x="5" y="15"/>
                      <a:pt x="0" y="18"/>
                    </a:cubicBez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0" name="Freeform 756">
                <a:extLst>
                  <a:ext uri="{FF2B5EF4-FFF2-40B4-BE49-F238E27FC236}">
                    <a16:creationId xmlns:a16="http://schemas.microsoft.com/office/drawing/2014/main" id="{31ED01B8-2DF7-4D9B-B956-7FECB0C42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25"/>
                <a:ext cx="587" cy="47"/>
              </a:xfrm>
              <a:custGeom>
                <a:avLst/>
                <a:gdLst>
                  <a:gd name="T0" fmla="*/ 0 w 235"/>
                  <a:gd name="T1" fmla="*/ 275 h 19"/>
                  <a:gd name="T2" fmla="*/ 12 w 235"/>
                  <a:gd name="T3" fmla="*/ 275 h 19"/>
                  <a:gd name="T4" fmla="*/ 250 w 235"/>
                  <a:gd name="T5" fmla="*/ 215 h 19"/>
                  <a:gd name="T6" fmla="*/ 450 w 235"/>
                  <a:gd name="T7" fmla="*/ 153 h 19"/>
                  <a:gd name="T8" fmla="*/ 480 w 235"/>
                  <a:gd name="T9" fmla="*/ 153 h 19"/>
                  <a:gd name="T10" fmla="*/ 729 w 235"/>
                  <a:gd name="T11" fmla="*/ 228 h 19"/>
                  <a:gd name="T12" fmla="*/ 824 w 235"/>
                  <a:gd name="T13" fmla="*/ 257 h 19"/>
                  <a:gd name="T14" fmla="*/ 937 w 235"/>
                  <a:gd name="T15" fmla="*/ 287 h 19"/>
                  <a:gd name="T16" fmla="*/ 999 w 235"/>
                  <a:gd name="T17" fmla="*/ 275 h 19"/>
                  <a:gd name="T18" fmla="*/ 1186 w 235"/>
                  <a:gd name="T19" fmla="*/ 183 h 19"/>
                  <a:gd name="T20" fmla="*/ 1374 w 235"/>
                  <a:gd name="T21" fmla="*/ 121 h 19"/>
                  <a:gd name="T22" fmla="*/ 1404 w 235"/>
                  <a:gd name="T23" fmla="*/ 121 h 19"/>
                  <a:gd name="T24" fmla="*/ 1559 w 235"/>
                  <a:gd name="T25" fmla="*/ 134 h 19"/>
                  <a:gd name="T26" fmla="*/ 1716 w 235"/>
                  <a:gd name="T27" fmla="*/ 183 h 19"/>
                  <a:gd name="T28" fmla="*/ 1778 w 235"/>
                  <a:gd name="T29" fmla="*/ 183 h 19"/>
                  <a:gd name="T30" fmla="*/ 2041 w 235"/>
                  <a:gd name="T31" fmla="*/ 121 h 19"/>
                  <a:gd name="T32" fmla="*/ 2133 w 235"/>
                  <a:gd name="T33" fmla="*/ 74 h 19"/>
                  <a:gd name="T34" fmla="*/ 2216 w 235"/>
                  <a:gd name="T35" fmla="*/ 62 h 19"/>
                  <a:gd name="T36" fmla="*/ 2216 w 235"/>
                  <a:gd name="T37" fmla="*/ 62 h 19"/>
                  <a:gd name="T38" fmla="*/ 2278 w 235"/>
                  <a:gd name="T39" fmla="*/ 74 h 19"/>
                  <a:gd name="T40" fmla="*/ 2353 w 235"/>
                  <a:gd name="T41" fmla="*/ 121 h 19"/>
                  <a:gd name="T42" fmla="*/ 2508 w 235"/>
                  <a:gd name="T43" fmla="*/ 166 h 19"/>
                  <a:gd name="T44" fmla="*/ 2620 w 235"/>
                  <a:gd name="T45" fmla="*/ 215 h 19"/>
                  <a:gd name="T46" fmla="*/ 2728 w 235"/>
                  <a:gd name="T47" fmla="*/ 245 h 19"/>
                  <a:gd name="T48" fmla="*/ 2820 w 235"/>
                  <a:gd name="T49" fmla="*/ 215 h 19"/>
                  <a:gd name="T50" fmla="*/ 3007 w 235"/>
                  <a:gd name="T51" fmla="*/ 153 h 19"/>
                  <a:gd name="T52" fmla="*/ 3087 w 235"/>
                  <a:gd name="T53" fmla="*/ 121 h 19"/>
                  <a:gd name="T54" fmla="*/ 3132 w 235"/>
                  <a:gd name="T55" fmla="*/ 104 h 19"/>
                  <a:gd name="T56" fmla="*/ 3195 w 235"/>
                  <a:gd name="T57" fmla="*/ 121 h 19"/>
                  <a:gd name="T58" fmla="*/ 3462 w 235"/>
                  <a:gd name="T59" fmla="*/ 215 h 19"/>
                  <a:gd name="T60" fmla="*/ 3632 w 235"/>
                  <a:gd name="T61" fmla="*/ 245 h 19"/>
                  <a:gd name="T62" fmla="*/ 3662 w 235"/>
                  <a:gd name="T63" fmla="*/ 195 h 19"/>
                  <a:gd name="T64" fmla="*/ 3475 w 235"/>
                  <a:gd name="T65" fmla="*/ 153 h 19"/>
                  <a:gd name="T66" fmla="*/ 3225 w 235"/>
                  <a:gd name="T67" fmla="*/ 62 h 19"/>
                  <a:gd name="T68" fmla="*/ 3132 w 235"/>
                  <a:gd name="T69" fmla="*/ 42 h 19"/>
                  <a:gd name="T70" fmla="*/ 3070 w 235"/>
                  <a:gd name="T71" fmla="*/ 62 h 19"/>
                  <a:gd name="T72" fmla="*/ 2995 w 235"/>
                  <a:gd name="T73" fmla="*/ 92 h 19"/>
                  <a:gd name="T74" fmla="*/ 2790 w 235"/>
                  <a:gd name="T75" fmla="*/ 166 h 19"/>
                  <a:gd name="T76" fmla="*/ 2728 w 235"/>
                  <a:gd name="T77" fmla="*/ 183 h 19"/>
                  <a:gd name="T78" fmla="*/ 2653 w 235"/>
                  <a:gd name="T79" fmla="*/ 166 h 19"/>
                  <a:gd name="T80" fmla="*/ 2540 w 235"/>
                  <a:gd name="T81" fmla="*/ 104 h 19"/>
                  <a:gd name="T82" fmla="*/ 2370 w 235"/>
                  <a:gd name="T83" fmla="*/ 62 h 19"/>
                  <a:gd name="T84" fmla="*/ 2308 w 235"/>
                  <a:gd name="T85" fmla="*/ 30 h 19"/>
                  <a:gd name="T86" fmla="*/ 2216 w 235"/>
                  <a:gd name="T87" fmla="*/ 0 h 19"/>
                  <a:gd name="T88" fmla="*/ 2196 w 235"/>
                  <a:gd name="T89" fmla="*/ 0 h 19"/>
                  <a:gd name="T90" fmla="*/ 2103 w 235"/>
                  <a:gd name="T91" fmla="*/ 30 h 19"/>
                  <a:gd name="T92" fmla="*/ 2028 w 235"/>
                  <a:gd name="T93" fmla="*/ 62 h 19"/>
                  <a:gd name="T94" fmla="*/ 1778 w 235"/>
                  <a:gd name="T95" fmla="*/ 121 h 19"/>
                  <a:gd name="T96" fmla="*/ 1716 w 235"/>
                  <a:gd name="T97" fmla="*/ 121 h 19"/>
                  <a:gd name="T98" fmla="*/ 1571 w 235"/>
                  <a:gd name="T99" fmla="*/ 92 h 19"/>
                  <a:gd name="T100" fmla="*/ 1404 w 235"/>
                  <a:gd name="T101" fmla="*/ 62 h 19"/>
                  <a:gd name="T102" fmla="*/ 1354 w 235"/>
                  <a:gd name="T103" fmla="*/ 62 h 19"/>
                  <a:gd name="T104" fmla="*/ 1154 w 235"/>
                  <a:gd name="T105" fmla="*/ 134 h 19"/>
                  <a:gd name="T106" fmla="*/ 979 w 235"/>
                  <a:gd name="T107" fmla="*/ 228 h 19"/>
                  <a:gd name="T108" fmla="*/ 937 w 235"/>
                  <a:gd name="T109" fmla="*/ 228 h 19"/>
                  <a:gd name="T110" fmla="*/ 854 w 235"/>
                  <a:gd name="T111" fmla="*/ 215 h 19"/>
                  <a:gd name="T112" fmla="*/ 762 w 235"/>
                  <a:gd name="T113" fmla="*/ 166 h 19"/>
                  <a:gd name="T114" fmla="*/ 500 w 235"/>
                  <a:gd name="T115" fmla="*/ 92 h 19"/>
                  <a:gd name="T116" fmla="*/ 450 w 235"/>
                  <a:gd name="T117" fmla="*/ 92 h 19"/>
                  <a:gd name="T118" fmla="*/ 217 w 235"/>
                  <a:gd name="T119" fmla="*/ 153 h 19"/>
                  <a:gd name="T120" fmla="*/ 12 w 235"/>
                  <a:gd name="T121" fmla="*/ 215 h 19"/>
                  <a:gd name="T122" fmla="*/ 0 w 235"/>
                  <a:gd name="T123" fmla="*/ 215 h 19"/>
                  <a:gd name="T124" fmla="*/ 0 w 235"/>
                  <a:gd name="T125" fmla="*/ 275 h 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35" h="19">
                    <a:moveTo>
                      <a:pt x="0" y="18"/>
                    </a:moveTo>
                    <a:cubicBezTo>
                      <a:pt x="0" y="18"/>
                      <a:pt x="1" y="18"/>
                      <a:pt x="1" y="18"/>
                    </a:cubicBezTo>
                    <a:cubicBezTo>
                      <a:pt x="7" y="18"/>
                      <a:pt x="11" y="16"/>
                      <a:pt x="16" y="14"/>
                    </a:cubicBezTo>
                    <a:cubicBezTo>
                      <a:pt x="21" y="12"/>
                      <a:pt x="25" y="10"/>
                      <a:pt x="29" y="10"/>
                    </a:cubicBezTo>
                    <a:cubicBezTo>
                      <a:pt x="30" y="10"/>
                      <a:pt x="30" y="10"/>
                      <a:pt x="31" y="10"/>
                    </a:cubicBezTo>
                    <a:cubicBezTo>
                      <a:pt x="37" y="11"/>
                      <a:pt x="42" y="13"/>
                      <a:pt x="47" y="15"/>
                    </a:cubicBezTo>
                    <a:cubicBezTo>
                      <a:pt x="49" y="15"/>
                      <a:pt x="51" y="17"/>
                      <a:pt x="53" y="17"/>
                    </a:cubicBezTo>
                    <a:cubicBezTo>
                      <a:pt x="55" y="18"/>
                      <a:pt x="57" y="19"/>
                      <a:pt x="60" y="19"/>
                    </a:cubicBezTo>
                    <a:cubicBezTo>
                      <a:pt x="61" y="19"/>
                      <a:pt x="62" y="19"/>
                      <a:pt x="64" y="18"/>
                    </a:cubicBezTo>
                    <a:cubicBezTo>
                      <a:pt x="68" y="17"/>
                      <a:pt x="72" y="15"/>
                      <a:pt x="76" y="12"/>
                    </a:cubicBezTo>
                    <a:cubicBezTo>
                      <a:pt x="80" y="10"/>
                      <a:pt x="84" y="9"/>
                      <a:pt x="88" y="8"/>
                    </a:cubicBezTo>
                    <a:cubicBezTo>
                      <a:pt x="89" y="8"/>
                      <a:pt x="89" y="8"/>
                      <a:pt x="90" y="8"/>
                    </a:cubicBezTo>
                    <a:cubicBezTo>
                      <a:pt x="93" y="8"/>
                      <a:pt x="96" y="8"/>
                      <a:pt x="100" y="9"/>
                    </a:cubicBezTo>
                    <a:cubicBezTo>
                      <a:pt x="103" y="10"/>
                      <a:pt x="106" y="12"/>
                      <a:pt x="110" y="12"/>
                    </a:cubicBezTo>
                    <a:cubicBezTo>
                      <a:pt x="111" y="12"/>
                      <a:pt x="112" y="12"/>
                      <a:pt x="114" y="12"/>
                    </a:cubicBezTo>
                    <a:cubicBezTo>
                      <a:pt x="120" y="12"/>
                      <a:pt x="126" y="10"/>
                      <a:pt x="131" y="8"/>
                    </a:cubicBezTo>
                    <a:cubicBezTo>
                      <a:pt x="133" y="7"/>
                      <a:pt x="135" y="6"/>
                      <a:pt x="137" y="5"/>
                    </a:cubicBezTo>
                    <a:cubicBezTo>
                      <a:pt x="138" y="5"/>
                      <a:pt x="140" y="4"/>
                      <a:pt x="142" y="4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3" y="4"/>
                      <a:pt x="144" y="4"/>
                      <a:pt x="146" y="5"/>
                    </a:cubicBezTo>
                    <a:cubicBezTo>
                      <a:pt x="147" y="6"/>
                      <a:pt x="149" y="7"/>
                      <a:pt x="151" y="8"/>
                    </a:cubicBezTo>
                    <a:cubicBezTo>
                      <a:pt x="155" y="9"/>
                      <a:pt x="158" y="9"/>
                      <a:pt x="161" y="11"/>
                    </a:cubicBezTo>
                    <a:cubicBezTo>
                      <a:pt x="164" y="12"/>
                      <a:pt x="166" y="13"/>
                      <a:pt x="168" y="14"/>
                    </a:cubicBezTo>
                    <a:cubicBezTo>
                      <a:pt x="170" y="15"/>
                      <a:pt x="172" y="16"/>
                      <a:pt x="175" y="16"/>
                    </a:cubicBezTo>
                    <a:cubicBezTo>
                      <a:pt x="177" y="16"/>
                      <a:pt x="179" y="16"/>
                      <a:pt x="181" y="14"/>
                    </a:cubicBezTo>
                    <a:cubicBezTo>
                      <a:pt x="185" y="12"/>
                      <a:pt x="188" y="11"/>
                      <a:pt x="193" y="10"/>
                    </a:cubicBezTo>
                    <a:cubicBezTo>
                      <a:pt x="195" y="9"/>
                      <a:pt x="196" y="9"/>
                      <a:pt x="198" y="8"/>
                    </a:cubicBezTo>
                    <a:cubicBezTo>
                      <a:pt x="199" y="8"/>
                      <a:pt x="200" y="7"/>
                      <a:pt x="201" y="7"/>
                    </a:cubicBezTo>
                    <a:cubicBezTo>
                      <a:pt x="203" y="7"/>
                      <a:pt x="204" y="8"/>
                      <a:pt x="205" y="8"/>
                    </a:cubicBezTo>
                    <a:cubicBezTo>
                      <a:pt x="211" y="10"/>
                      <a:pt x="216" y="12"/>
                      <a:pt x="222" y="14"/>
                    </a:cubicBezTo>
                    <a:cubicBezTo>
                      <a:pt x="226" y="15"/>
                      <a:pt x="231" y="15"/>
                      <a:pt x="233" y="16"/>
                    </a:cubicBezTo>
                    <a:cubicBezTo>
                      <a:pt x="235" y="13"/>
                      <a:pt x="235" y="13"/>
                      <a:pt x="235" y="13"/>
                    </a:cubicBezTo>
                    <a:cubicBezTo>
                      <a:pt x="231" y="11"/>
                      <a:pt x="227" y="11"/>
                      <a:pt x="223" y="10"/>
                    </a:cubicBezTo>
                    <a:cubicBezTo>
                      <a:pt x="218" y="9"/>
                      <a:pt x="213" y="6"/>
                      <a:pt x="207" y="4"/>
                    </a:cubicBezTo>
                    <a:cubicBezTo>
                      <a:pt x="205" y="4"/>
                      <a:pt x="203" y="3"/>
                      <a:pt x="201" y="3"/>
                    </a:cubicBezTo>
                    <a:cubicBezTo>
                      <a:pt x="200" y="3"/>
                      <a:pt x="198" y="4"/>
                      <a:pt x="197" y="4"/>
                    </a:cubicBezTo>
                    <a:cubicBezTo>
                      <a:pt x="195" y="5"/>
                      <a:pt x="193" y="5"/>
                      <a:pt x="192" y="6"/>
                    </a:cubicBezTo>
                    <a:cubicBezTo>
                      <a:pt x="187" y="7"/>
                      <a:pt x="183" y="8"/>
                      <a:pt x="179" y="11"/>
                    </a:cubicBezTo>
                    <a:cubicBezTo>
                      <a:pt x="177" y="12"/>
                      <a:pt x="176" y="12"/>
                      <a:pt x="175" y="12"/>
                    </a:cubicBezTo>
                    <a:cubicBezTo>
                      <a:pt x="174" y="12"/>
                      <a:pt x="172" y="12"/>
                      <a:pt x="170" y="11"/>
                    </a:cubicBezTo>
                    <a:cubicBezTo>
                      <a:pt x="168" y="9"/>
                      <a:pt x="166" y="8"/>
                      <a:pt x="163" y="7"/>
                    </a:cubicBezTo>
                    <a:cubicBezTo>
                      <a:pt x="159" y="5"/>
                      <a:pt x="156" y="5"/>
                      <a:pt x="152" y="4"/>
                    </a:cubicBezTo>
                    <a:cubicBezTo>
                      <a:pt x="151" y="3"/>
                      <a:pt x="149" y="2"/>
                      <a:pt x="148" y="2"/>
                    </a:cubicBezTo>
                    <a:cubicBezTo>
                      <a:pt x="146" y="1"/>
                      <a:pt x="144" y="0"/>
                      <a:pt x="142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39" y="0"/>
                      <a:pt x="137" y="1"/>
                      <a:pt x="135" y="2"/>
                    </a:cubicBezTo>
                    <a:cubicBezTo>
                      <a:pt x="133" y="3"/>
                      <a:pt x="131" y="4"/>
                      <a:pt x="130" y="4"/>
                    </a:cubicBezTo>
                    <a:cubicBezTo>
                      <a:pt x="124" y="7"/>
                      <a:pt x="119" y="8"/>
                      <a:pt x="114" y="8"/>
                    </a:cubicBezTo>
                    <a:cubicBezTo>
                      <a:pt x="112" y="8"/>
                      <a:pt x="111" y="8"/>
                      <a:pt x="110" y="8"/>
                    </a:cubicBezTo>
                    <a:cubicBezTo>
                      <a:pt x="107" y="8"/>
                      <a:pt x="104" y="7"/>
                      <a:pt x="101" y="6"/>
                    </a:cubicBezTo>
                    <a:cubicBezTo>
                      <a:pt x="97" y="5"/>
                      <a:pt x="94" y="4"/>
                      <a:pt x="90" y="4"/>
                    </a:cubicBezTo>
                    <a:cubicBezTo>
                      <a:pt x="89" y="4"/>
                      <a:pt x="88" y="4"/>
                      <a:pt x="87" y="4"/>
                    </a:cubicBezTo>
                    <a:cubicBezTo>
                      <a:pt x="82" y="5"/>
                      <a:pt x="78" y="7"/>
                      <a:pt x="74" y="9"/>
                    </a:cubicBezTo>
                    <a:cubicBezTo>
                      <a:pt x="70" y="11"/>
                      <a:pt x="66" y="13"/>
                      <a:pt x="63" y="15"/>
                    </a:cubicBezTo>
                    <a:cubicBezTo>
                      <a:pt x="61" y="15"/>
                      <a:pt x="60" y="15"/>
                      <a:pt x="60" y="15"/>
                    </a:cubicBezTo>
                    <a:cubicBezTo>
                      <a:pt x="58" y="15"/>
                      <a:pt x="57" y="15"/>
                      <a:pt x="55" y="14"/>
                    </a:cubicBezTo>
                    <a:cubicBezTo>
                      <a:pt x="53" y="13"/>
                      <a:pt x="51" y="12"/>
                      <a:pt x="49" y="11"/>
                    </a:cubicBezTo>
                    <a:cubicBezTo>
                      <a:pt x="43" y="9"/>
                      <a:pt x="37" y="7"/>
                      <a:pt x="32" y="6"/>
                    </a:cubicBezTo>
                    <a:cubicBezTo>
                      <a:pt x="31" y="6"/>
                      <a:pt x="30" y="6"/>
                      <a:pt x="29" y="6"/>
                    </a:cubicBezTo>
                    <a:cubicBezTo>
                      <a:pt x="24" y="6"/>
                      <a:pt x="19" y="8"/>
                      <a:pt x="14" y="10"/>
                    </a:cubicBezTo>
                    <a:cubicBezTo>
                      <a:pt x="10" y="12"/>
                      <a:pt x="5" y="14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1" name="Freeform 757">
                <a:extLst>
                  <a:ext uri="{FF2B5EF4-FFF2-40B4-BE49-F238E27FC236}">
                    <a16:creationId xmlns:a16="http://schemas.microsoft.com/office/drawing/2014/main" id="{F48DE236-BA9A-4015-82C0-E033FECC0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427"/>
                <a:ext cx="130" cy="43"/>
              </a:xfrm>
              <a:custGeom>
                <a:avLst/>
                <a:gdLst>
                  <a:gd name="T0" fmla="*/ 50 w 52"/>
                  <a:gd name="T1" fmla="*/ 276 h 17"/>
                  <a:gd name="T2" fmla="*/ 300 w 52"/>
                  <a:gd name="T3" fmla="*/ 116 h 17"/>
                  <a:gd name="T4" fmla="*/ 363 w 52"/>
                  <a:gd name="T5" fmla="*/ 83 h 17"/>
                  <a:gd name="T6" fmla="*/ 425 w 52"/>
                  <a:gd name="T7" fmla="*/ 63 h 17"/>
                  <a:gd name="T8" fmla="*/ 425 w 52"/>
                  <a:gd name="T9" fmla="*/ 83 h 17"/>
                  <a:gd name="T10" fmla="*/ 425 w 52"/>
                  <a:gd name="T11" fmla="*/ 83 h 17"/>
                  <a:gd name="T12" fmla="*/ 425 w 52"/>
                  <a:gd name="T13" fmla="*/ 83 h 17"/>
                  <a:gd name="T14" fmla="*/ 595 w 52"/>
                  <a:gd name="T15" fmla="*/ 147 h 17"/>
                  <a:gd name="T16" fmla="*/ 800 w 52"/>
                  <a:gd name="T17" fmla="*/ 225 h 17"/>
                  <a:gd name="T18" fmla="*/ 813 w 52"/>
                  <a:gd name="T19" fmla="*/ 159 h 17"/>
                  <a:gd name="T20" fmla="*/ 625 w 52"/>
                  <a:gd name="T21" fmla="*/ 83 h 17"/>
                  <a:gd name="T22" fmla="*/ 425 w 52"/>
                  <a:gd name="T23" fmla="*/ 20 h 17"/>
                  <a:gd name="T24" fmla="*/ 425 w 52"/>
                  <a:gd name="T25" fmla="*/ 20 h 17"/>
                  <a:gd name="T26" fmla="*/ 425 w 52"/>
                  <a:gd name="T27" fmla="*/ 0 h 17"/>
                  <a:gd name="T28" fmla="*/ 333 w 52"/>
                  <a:gd name="T29" fmla="*/ 33 h 17"/>
                  <a:gd name="T30" fmla="*/ 270 w 52"/>
                  <a:gd name="T31" fmla="*/ 63 h 17"/>
                  <a:gd name="T32" fmla="*/ 0 w 52"/>
                  <a:gd name="T33" fmla="*/ 210 h 17"/>
                  <a:gd name="T34" fmla="*/ 50 w 52"/>
                  <a:gd name="T35" fmla="*/ 276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2" h="17">
                    <a:moveTo>
                      <a:pt x="3" y="17"/>
                    </a:moveTo>
                    <a:cubicBezTo>
                      <a:pt x="7" y="13"/>
                      <a:pt x="14" y="11"/>
                      <a:pt x="19" y="7"/>
                    </a:cubicBezTo>
                    <a:cubicBezTo>
                      <a:pt x="21" y="7"/>
                      <a:pt x="22" y="6"/>
                      <a:pt x="23" y="5"/>
                    </a:cubicBezTo>
                    <a:cubicBezTo>
                      <a:pt x="24" y="5"/>
                      <a:pt x="25" y="5"/>
                      <a:pt x="27" y="4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30" y="5"/>
                      <a:pt x="34" y="6"/>
                      <a:pt x="38" y="9"/>
                    </a:cubicBezTo>
                    <a:cubicBezTo>
                      <a:pt x="43" y="11"/>
                      <a:pt x="47" y="13"/>
                      <a:pt x="51" y="14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8" y="9"/>
                      <a:pt x="44" y="7"/>
                      <a:pt x="40" y="5"/>
                    </a:cubicBezTo>
                    <a:cubicBezTo>
                      <a:pt x="36" y="3"/>
                      <a:pt x="32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0"/>
                      <a:pt x="23" y="1"/>
                      <a:pt x="21" y="2"/>
                    </a:cubicBezTo>
                    <a:cubicBezTo>
                      <a:pt x="20" y="2"/>
                      <a:pt x="19" y="3"/>
                      <a:pt x="17" y="4"/>
                    </a:cubicBezTo>
                    <a:cubicBezTo>
                      <a:pt x="12" y="7"/>
                      <a:pt x="5" y="9"/>
                      <a:pt x="0" y="13"/>
                    </a:cubicBezTo>
                    <a:lnTo>
                      <a:pt x="3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2" name="Freeform 758">
                <a:extLst>
                  <a:ext uri="{FF2B5EF4-FFF2-40B4-BE49-F238E27FC236}">
                    <a16:creationId xmlns:a16="http://schemas.microsoft.com/office/drawing/2014/main" id="{B49414CC-49FC-4699-BDE8-953A6E42B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432"/>
                <a:ext cx="155" cy="43"/>
              </a:xfrm>
              <a:custGeom>
                <a:avLst/>
                <a:gdLst>
                  <a:gd name="T0" fmla="*/ 33 w 62"/>
                  <a:gd name="T1" fmla="*/ 243 h 17"/>
                  <a:gd name="T2" fmla="*/ 488 w 62"/>
                  <a:gd name="T3" fmla="*/ 63 h 17"/>
                  <a:gd name="T4" fmla="*/ 470 w 62"/>
                  <a:gd name="T5" fmla="*/ 33 h 17"/>
                  <a:gd name="T6" fmla="*/ 458 w 62"/>
                  <a:gd name="T7" fmla="*/ 63 h 17"/>
                  <a:gd name="T8" fmla="*/ 958 w 62"/>
                  <a:gd name="T9" fmla="*/ 276 h 17"/>
                  <a:gd name="T10" fmla="*/ 970 w 62"/>
                  <a:gd name="T11" fmla="*/ 210 h 17"/>
                  <a:gd name="T12" fmla="*/ 488 w 62"/>
                  <a:gd name="T13" fmla="*/ 0 h 17"/>
                  <a:gd name="T14" fmla="*/ 470 w 62"/>
                  <a:gd name="T15" fmla="*/ 0 h 17"/>
                  <a:gd name="T16" fmla="*/ 458 w 62"/>
                  <a:gd name="T17" fmla="*/ 0 h 17"/>
                  <a:gd name="T18" fmla="*/ 0 w 62"/>
                  <a:gd name="T19" fmla="*/ 192 h 17"/>
                  <a:gd name="T20" fmla="*/ 33 w 62"/>
                  <a:gd name="T21" fmla="*/ 243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7">
                    <a:moveTo>
                      <a:pt x="2" y="15"/>
                    </a:moveTo>
                    <a:cubicBezTo>
                      <a:pt x="11" y="11"/>
                      <a:pt x="22" y="8"/>
                      <a:pt x="31" y="4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38" y="10"/>
                      <a:pt x="51" y="13"/>
                      <a:pt x="61" y="17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52" y="9"/>
                      <a:pt x="39" y="6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0" y="5"/>
                      <a:pt x="10" y="8"/>
                      <a:pt x="0" y="12"/>
                    </a:cubicBezTo>
                    <a:cubicBezTo>
                      <a:pt x="2" y="15"/>
                      <a:pt x="2" y="15"/>
                      <a:pt x="2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3" name="Freeform 759">
                <a:extLst>
                  <a:ext uri="{FF2B5EF4-FFF2-40B4-BE49-F238E27FC236}">
                    <a16:creationId xmlns:a16="http://schemas.microsoft.com/office/drawing/2014/main" id="{E8907B0E-E3AA-4D36-9043-5C12C40F7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440"/>
                <a:ext cx="112" cy="40"/>
              </a:xfrm>
              <a:custGeom>
                <a:avLst/>
                <a:gdLst>
                  <a:gd name="T0" fmla="*/ 0 w 45"/>
                  <a:gd name="T1" fmla="*/ 250 h 16"/>
                  <a:gd name="T2" fmla="*/ 12 w 45"/>
                  <a:gd name="T3" fmla="*/ 250 h 16"/>
                  <a:gd name="T4" fmla="*/ 229 w 45"/>
                  <a:gd name="T5" fmla="*/ 188 h 16"/>
                  <a:gd name="T6" fmla="*/ 321 w 45"/>
                  <a:gd name="T7" fmla="*/ 113 h 16"/>
                  <a:gd name="T8" fmla="*/ 416 w 45"/>
                  <a:gd name="T9" fmla="*/ 63 h 16"/>
                  <a:gd name="T10" fmla="*/ 416 w 45"/>
                  <a:gd name="T11" fmla="*/ 63 h 16"/>
                  <a:gd name="T12" fmla="*/ 540 w 45"/>
                  <a:gd name="T13" fmla="*/ 113 h 16"/>
                  <a:gd name="T14" fmla="*/ 650 w 45"/>
                  <a:gd name="T15" fmla="*/ 208 h 16"/>
                  <a:gd name="T16" fmla="*/ 694 w 45"/>
                  <a:gd name="T17" fmla="*/ 175 h 16"/>
                  <a:gd name="T18" fmla="*/ 570 w 45"/>
                  <a:gd name="T19" fmla="*/ 63 h 16"/>
                  <a:gd name="T20" fmla="*/ 416 w 45"/>
                  <a:gd name="T21" fmla="*/ 0 h 16"/>
                  <a:gd name="T22" fmla="*/ 403 w 45"/>
                  <a:gd name="T23" fmla="*/ 0 h 16"/>
                  <a:gd name="T24" fmla="*/ 279 w 45"/>
                  <a:gd name="T25" fmla="*/ 63 h 16"/>
                  <a:gd name="T26" fmla="*/ 187 w 45"/>
                  <a:gd name="T27" fmla="*/ 145 h 16"/>
                  <a:gd name="T28" fmla="*/ 12 w 45"/>
                  <a:gd name="T29" fmla="*/ 188 h 16"/>
                  <a:gd name="T30" fmla="*/ 12 w 45"/>
                  <a:gd name="T31" fmla="*/ 188 h 16"/>
                  <a:gd name="T32" fmla="*/ 0 w 45"/>
                  <a:gd name="T33" fmla="*/ 250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16">
                    <a:moveTo>
                      <a:pt x="0" y="16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5" y="16"/>
                      <a:pt x="11" y="14"/>
                      <a:pt x="15" y="12"/>
                    </a:cubicBezTo>
                    <a:cubicBezTo>
                      <a:pt x="17" y="11"/>
                      <a:pt x="19" y="9"/>
                      <a:pt x="21" y="7"/>
                    </a:cubicBezTo>
                    <a:cubicBezTo>
                      <a:pt x="23" y="6"/>
                      <a:pt x="25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9" y="4"/>
                      <a:pt x="32" y="5"/>
                      <a:pt x="35" y="7"/>
                    </a:cubicBezTo>
                    <a:cubicBezTo>
                      <a:pt x="38" y="9"/>
                      <a:pt x="41" y="11"/>
                      <a:pt x="42" y="13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4" y="8"/>
                      <a:pt x="41" y="6"/>
                      <a:pt x="37" y="4"/>
                    </a:cubicBezTo>
                    <a:cubicBezTo>
                      <a:pt x="34" y="2"/>
                      <a:pt x="31" y="0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3" y="1"/>
                      <a:pt x="20" y="2"/>
                      <a:pt x="18" y="4"/>
                    </a:cubicBezTo>
                    <a:cubicBezTo>
                      <a:pt x="16" y="6"/>
                      <a:pt x="14" y="8"/>
                      <a:pt x="12" y="9"/>
                    </a:cubicBezTo>
                    <a:cubicBezTo>
                      <a:pt x="10" y="10"/>
                      <a:pt x="4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4" name="Freeform 760">
                <a:extLst>
                  <a:ext uri="{FF2B5EF4-FFF2-40B4-BE49-F238E27FC236}">
                    <a16:creationId xmlns:a16="http://schemas.microsoft.com/office/drawing/2014/main" id="{CB8EFC78-D68F-40A8-B80C-3F4E0616F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440"/>
                <a:ext cx="160" cy="35"/>
              </a:xfrm>
              <a:custGeom>
                <a:avLst/>
                <a:gdLst>
                  <a:gd name="T0" fmla="*/ 0 w 64"/>
                  <a:gd name="T1" fmla="*/ 220 h 14"/>
                  <a:gd name="T2" fmla="*/ 20 w 64"/>
                  <a:gd name="T3" fmla="*/ 220 h 14"/>
                  <a:gd name="T4" fmla="*/ 113 w 64"/>
                  <a:gd name="T5" fmla="*/ 208 h 14"/>
                  <a:gd name="T6" fmla="*/ 175 w 64"/>
                  <a:gd name="T7" fmla="*/ 175 h 14"/>
                  <a:gd name="T8" fmla="*/ 363 w 64"/>
                  <a:gd name="T9" fmla="*/ 145 h 14"/>
                  <a:gd name="T10" fmla="*/ 488 w 64"/>
                  <a:gd name="T11" fmla="*/ 95 h 14"/>
                  <a:gd name="T12" fmla="*/ 595 w 64"/>
                  <a:gd name="T13" fmla="*/ 63 h 14"/>
                  <a:gd name="T14" fmla="*/ 613 w 64"/>
                  <a:gd name="T15" fmla="*/ 63 h 14"/>
                  <a:gd name="T16" fmla="*/ 783 w 64"/>
                  <a:gd name="T17" fmla="*/ 113 h 14"/>
                  <a:gd name="T18" fmla="*/ 988 w 64"/>
                  <a:gd name="T19" fmla="*/ 175 h 14"/>
                  <a:gd name="T20" fmla="*/ 1000 w 64"/>
                  <a:gd name="T21" fmla="*/ 175 h 14"/>
                  <a:gd name="T22" fmla="*/ 1000 w 64"/>
                  <a:gd name="T23" fmla="*/ 113 h 14"/>
                  <a:gd name="T24" fmla="*/ 988 w 64"/>
                  <a:gd name="T25" fmla="*/ 113 h 14"/>
                  <a:gd name="T26" fmla="*/ 813 w 64"/>
                  <a:gd name="T27" fmla="*/ 63 h 14"/>
                  <a:gd name="T28" fmla="*/ 613 w 64"/>
                  <a:gd name="T29" fmla="*/ 0 h 14"/>
                  <a:gd name="T30" fmla="*/ 583 w 64"/>
                  <a:gd name="T31" fmla="*/ 0 h 14"/>
                  <a:gd name="T32" fmla="*/ 470 w 64"/>
                  <a:gd name="T33" fmla="*/ 33 h 14"/>
                  <a:gd name="T34" fmla="*/ 345 w 64"/>
                  <a:gd name="T35" fmla="*/ 83 h 14"/>
                  <a:gd name="T36" fmla="*/ 158 w 64"/>
                  <a:gd name="T37" fmla="*/ 113 h 14"/>
                  <a:gd name="T38" fmla="*/ 83 w 64"/>
                  <a:gd name="T39" fmla="*/ 145 h 14"/>
                  <a:gd name="T40" fmla="*/ 20 w 64"/>
                  <a:gd name="T41" fmla="*/ 158 h 14"/>
                  <a:gd name="T42" fmla="*/ 20 w 64"/>
                  <a:gd name="T43" fmla="*/ 158 h 14"/>
                  <a:gd name="T44" fmla="*/ 0 w 64"/>
                  <a:gd name="T45" fmla="*/ 22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14">
                    <a:moveTo>
                      <a:pt x="0" y="14"/>
                    </a:moveTo>
                    <a:cubicBezTo>
                      <a:pt x="0" y="14"/>
                      <a:pt x="1" y="14"/>
                      <a:pt x="1" y="14"/>
                    </a:cubicBezTo>
                    <a:cubicBezTo>
                      <a:pt x="3" y="14"/>
                      <a:pt x="5" y="13"/>
                      <a:pt x="7" y="13"/>
                    </a:cubicBezTo>
                    <a:cubicBezTo>
                      <a:pt x="8" y="12"/>
                      <a:pt x="10" y="11"/>
                      <a:pt x="11" y="11"/>
                    </a:cubicBezTo>
                    <a:cubicBezTo>
                      <a:pt x="15" y="10"/>
                      <a:pt x="19" y="10"/>
                      <a:pt x="23" y="9"/>
                    </a:cubicBezTo>
                    <a:cubicBezTo>
                      <a:pt x="26" y="8"/>
                      <a:pt x="28" y="7"/>
                      <a:pt x="31" y="6"/>
                    </a:cubicBezTo>
                    <a:cubicBezTo>
                      <a:pt x="34" y="5"/>
                      <a:pt x="36" y="4"/>
                      <a:pt x="38" y="4"/>
                    </a:cubicBezTo>
                    <a:cubicBezTo>
                      <a:pt x="38" y="4"/>
                      <a:pt x="39" y="4"/>
                      <a:pt x="39" y="4"/>
                    </a:cubicBezTo>
                    <a:cubicBezTo>
                      <a:pt x="42" y="4"/>
                      <a:pt x="46" y="6"/>
                      <a:pt x="50" y="7"/>
                    </a:cubicBezTo>
                    <a:cubicBezTo>
                      <a:pt x="54" y="9"/>
                      <a:pt x="58" y="11"/>
                      <a:pt x="63" y="11"/>
                    </a:cubicBezTo>
                    <a:cubicBezTo>
                      <a:pt x="63" y="11"/>
                      <a:pt x="64" y="11"/>
                      <a:pt x="64" y="11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59" y="7"/>
                      <a:pt x="56" y="5"/>
                      <a:pt x="52" y="4"/>
                    </a:cubicBezTo>
                    <a:cubicBezTo>
                      <a:pt x="48" y="2"/>
                      <a:pt x="44" y="0"/>
                      <a:pt x="39" y="0"/>
                    </a:cubicBezTo>
                    <a:cubicBezTo>
                      <a:pt x="39" y="0"/>
                      <a:pt x="38" y="0"/>
                      <a:pt x="37" y="0"/>
                    </a:cubicBezTo>
                    <a:cubicBezTo>
                      <a:pt x="35" y="1"/>
                      <a:pt x="32" y="1"/>
                      <a:pt x="30" y="2"/>
                    </a:cubicBezTo>
                    <a:cubicBezTo>
                      <a:pt x="27" y="3"/>
                      <a:pt x="24" y="4"/>
                      <a:pt x="22" y="5"/>
                    </a:cubicBezTo>
                    <a:cubicBezTo>
                      <a:pt x="18" y="6"/>
                      <a:pt x="14" y="6"/>
                      <a:pt x="10" y="7"/>
                    </a:cubicBezTo>
                    <a:cubicBezTo>
                      <a:pt x="8" y="7"/>
                      <a:pt x="6" y="8"/>
                      <a:pt x="5" y="9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5" name="Freeform 761">
                <a:extLst>
                  <a:ext uri="{FF2B5EF4-FFF2-40B4-BE49-F238E27FC236}">
                    <a16:creationId xmlns:a16="http://schemas.microsoft.com/office/drawing/2014/main" id="{2C95AC5F-3386-43CA-BAC2-2B6944EB2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25"/>
                <a:ext cx="138" cy="47"/>
              </a:xfrm>
              <a:custGeom>
                <a:avLst/>
                <a:gdLst>
                  <a:gd name="T0" fmla="*/ 33 w 55"/>
                  <a:gd name="T1" fmla="*/ 287 h 19"/>
                  <a:gd name="T2" fmla="*/ 301 w 55"/>
                  <a:gd name="T3" fmla="*/ 153 h 19"/>
                  <a:gd name="T4" fmla="*/ 379 w 55"/>
                  <a:gd name="T5" fmla="*/ 92 h 19"/>
                  <a:gd name="T6" fmla="*/ 472 w 55"/>
                  <a:gd name="T7" fmla="*/ 62 h 19"/>
                  <a:gd name="T8" fmla="*/ 472 w 55"/>
                  <a:gd name="T9" fmla="*/ 62 h 19"/>
                  <a:gd name="T10" fmla="*/ 472 w 55"/>
                  <a:gd name="T11" fmla="*/ 62 h 19"/>
                  <a:gd name="T12" fmla="*/ 472 w 55"/>
                  <a:gd name="T13" fmla="*/ 30 h 19"/>
                  <a:gd name="T14" fmla="*/ 472 w 55"/>
                  <a:gd name="T15" fmla="*/ 62 h 19"/>
                  <a:gd name="T16" fmla="*/ 472 w 55"/>
                  <a:gd name="T17" fmla="*/ 62 h 19"/>
                  <a:gd name="T18" fmla="*/ 472 w 55"/>
                  <a:gd name="T19" fmla="*/ 30 h 19"/>
                  <a:gd name="T20" fmla="*/ 472 w 55"/>
                  <a:gd name="T21" fmla="*/ 62 h 19"/>
                  <a:gd name="T22" fmla="*/ 534 w 55"/>
                  <a:gd name="T23" fmla="*/ 74 h 19"/>
                  <a:gd name="T24" fmla="*/ 630 w 55"/>
                  <a:gd name="T25" fmla="*/ 121 h 19"/>
                  <a:gd name="T26" fmla="*/ 818 w 55"/>
                  <a:gd name="T27" fmla="*/ 215 h 19"/>
                  <a:gd name="T28" fmla="*/ 838 w 55"/>
                  <a:gd name="T29" fmla="*/ 215 h 19"/>
                  <a:gd name="T30" fmla="*/ 851 w 55"/>
                  <a:gd name="T31" fmla="*/ 215 h 19"/>
                  <a:gd name="T32" fmla="*/ 868 w 55"/>
                  <a:gd name="T33" fmla="*/ 195 h 19"/>
                  <a:gd name="T34" fmla="*/ 868 w 55"/>
                  <a:gd name="T35" fmla="*/ 166 h 19"/>
                  <a:gd name="T36" fmla="*/ 868 w 55"/>
                  <a:gd name="T37" fmla="*/ 153 h 19"/>
                  <a:gd name="T38" fmla="*/ 805 w 55"/>
                  <a:gd name="T39" fmla="*/ 166 h 19"/>
                  <a:gd name="T40" fmla="*/ 818 w 55"/>
                  <a:gd name="T41" fmla="*/ 166 h 19"/>
                  <a:gd name="T42" fmla="*/ 805 w 55"/>
                  <a:gd name="T43" fmla="*/ 166 h 19"/>
                  <a:gd name="T44" fmla="*/ 805 w 55"/>
                  <a:gd name="T45" fmla="*/ 166 h 19"/>
                  <a:gd name="T46" fmla="*/ 818 w 55"/>
                  <a:gd name="T47" fmla="*/ 166 h 19"/>
                  <a:gd name="T48" fmla="*/ 805 w 55"/>
                  <a:gd name="T49" fmla="*/ 166 h 19"/>
                  <a:gd name="T50" fmla="*/ 838 w 55"/>
                  <a:gd name="T51" fmla="*/ 166 h 19"/>
                  <a:gd name="T52" fmla="*/ 818 w 55"/>
                  <a:gd name="T53" fmla="*/ 153 h 19"/>
                  <a:gd name="T54" fmla="*/ 805 w 55"/>
                  <a:gd name="T55" fmla="*/ 166 h 19"/>
                  <a:gd name="T56" fmla="*/ 838 w 55"/>
                  <a:gd name="T57" fmla="*/ 166 h 19"/>
                  <a:gd name="T58" fmla="*/ 818 w 55"/>
                  <a:gd name="T59" fmla="*/ 153 h 19"/>
                  <a:gd name="T60" fmla="*/ 838 w 55"/>
                  <a:gd name="T61" fmla="*/ 166 h 19"/>
                  <a:gd name="T62" fmla="*/ 818 w 55"/>
                  <a:gd name="T63" fmla="*/ 153 h 19"/>
                  <a:gd name="T64" fmla="*/ 818 w 55"/>
                  <a:gd name="T65" fmla="*/ 153 h 19"/>
                  <a:gd name="T66" fmla="*/ 838 w 55"/>
                  <a:gd name="T67" fmla="*/ 166 h 19"/>
                  <a:gd name="T68" fmla="*/ 818 w 55"/>
                  <a:gd name="T69" fmla="*/ 153 h 19"/>
                  <a:gd name="T70" fmla="*/ 838 w 55"/>
                  <a:gd name="T71" fmla="*/ 183 h 19"/>
                  <a:gd name="T72" fmla="*/ 851 w 55"/>
                  <a:gd name="T73" fmla="*/ 153 h 19"/>
                  <a:gd name="T74" fmla="*/ 647 w 55"/>
                  <a:gd name="T75" fmla="*/ 62 h 19"/>
                  <a:gd name="T76" fmla="*/ 567 w 55"/>
                  <a:gd name="T77" fmla="*/ 30 h 19"/>
                  <a:gd name="T78" fmla="*/ 472 w 55"/>
                  <a:gd name="T79" fmla="*/ 0 h 19"/>
                  <a:gd name="T80" fmla="*/ 459 w 55"/>
                  <a:gd name="T81" fmla="*/ 0 h 19"/>
                  <a:gd name="T82" fmla="*/ 472 w 55"/>
                  <a:gd name="T83" fmla="*/ 30 h 19"/>
                  <a:gd name="T84" fmla="*/ 472 w 55"/>
                  <a:gd name="T85" fmla="*/ 0 h 19"/>
                  <a:gd name="T86" fmla="*/ 346 w 55"/>
                  <a:gd name="T87" fmla="*/ 42 h 19"/>
                  <a:gd name="T88" fmla="*/ 271 w 55"/>
                  <a:gd name="T89" fmla="*/ 104 h 19"/>
                  <a:gd name="T90" fmla="*/ 0 w 55"/>
                  <a:gd name="T91" fmla="*/ 228 h 19"/>
                  <a:gd name="T92" fmla="*/ 33 w 55"/>
                  <a:gd name="T93" fmla="*/ 287 h 1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5" h="19">
                    <a:moveTo>
                      <a:pt x="2" y="19"/>
                    </a:moveTo>
                    <a:cubicBezTo>
                      <a:pt x="7" y="16"/>
                      <a:pt x="13" y="14"/>
                      <a:pt x="19" y="10"/>
                    </a:cubicBezTo>
                    <a:cubicBezTo>
                      <a:pt x="21" y="9"/>
                      <a:pt x="23" y="7"/>
                      <a:pt x="24" y="6"/>
                    </a:cubicBezTo>
                    <a:cubicBezTo>
                      <a:pt x="26" y="5"/>
                      <a:pt x="28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2" y="5"/>
                      <a:pt x="34" y="5"/>
                    </a:cubicBezTo>
                    <a:cubicBezTo>
                      <a:pt x="36" y="6"/>
                      <a:pt x="38" y="7"/>
                      <a:pt x="40" y="8"/>
                    </a:cubicBezTo>
                    <a:cubicBezTo>
                      <a:pt x="44" y="9"/>
                      <a:pt x="48" y="11"/>
                      <a:pt x="52" y="14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4" y="14"/>
                      <a:pt x="55" y="13"/>
                      <a:pt x="55" y="13"/>
                    </a:cubicBezTo>
                    <a:cubicBezTo>
                      <a:pt x="55" y="12"/>
                      <a:pt x="55" y="12"/>
                      <a:pt x="55" y="11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0" y="8"/>
                      <a:pt x="46" y="6"/>
                      <a:pt x="41" y="4"/>
                    </a:cubicBezTo>
                    <a:cubicBezTo>
                      <a:pt x="40" y="4"/>
                      <a:pt x="38" y="3"/>
                      <a:pt x="36" y="2"/>
                    </a:cubicBezTo>
                    <a:cubicBezTo>
                      <a:pt x="34" y="1"/>
                      <a:pt x="32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7" y="0"/>
                      <a:pt x="24" y="1"/>
                      <a:pt x="22" y="3"/>
                    </a:cubicBezTo>
                    <a:cubicBezTo>
                      <a:pt x="20" y="4"/>
                      <a:pt x="18" y="6"/>
                      <a:pt x="17" y="7"/>
                    </a:cubicBezTo>
                    <a:cubicBezTo>
                      <a:pt x="12" y="10"/>
                      <a:pt x="5" y="12"/>
                      <a:pt x="0" y="15"/>
                    </a:cubicBez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6" name="Freeform 762">
                <a:extLst>
                  <a:ext uri="{FF2B5EF4-FFF2-40B4-BE49-F238E27FC236}">
                    <a16:creationId xmlns:a16="http://schemas.microsoft.com/office/drawing/2014/main" id="{4DDEA755-F103-4A08-B939-4748F5022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17"/>
                <a:ext cx="128" cy="43"/>
              </a:xfrm>
              <a:custGeom>
                <a:avLst/>
                <a:gdLst>
                  <a:gd name="T0" fmla="*/ 0 w 51"/>
                  <a:gd name="T1" fmla="*/ 276 h 17"/>
                  <a:gd name="T2" fmla="*/ 33 w 51"/>
                  <a:gd name="T3" fmla="*/ 276 h 17"/>
                  <a:gd name="T4" fmla="*/ 146 w 51"/>
                  <a:gd name="T5" fmla="*/ 243 h 17"/>
                  <a:gd name="T6" fmla="*/ 284 w 51"/>
                  <a:gd name="T7" fmla="*/ 129 h 17"/>
                  <a:gd name="T8" fmla="*/ 409 w 51"/>
                  <a:gd name="T9" fmla="*/ 63 h 17"/>
                  <a:gd name="T10" fmla="*/ 409 w 51"/>
                  <a:gd name="T11" fmla="*/ 63 h 17"/>
                  <a:gd name="T12" fmla="*/ 409 w 51"/>
                  <a:gd name="T13" fmla="*/ 63 h 17"/>
                  <a:gd name="T14" fmla="*/ 409 w 51"/>
                  <a:gd name="T15" fmla="*/ 63 h 17"/>
                  <a:gd name="T16" fmla="*/ 585 w 51"/>
                  <a:gd name="T17" fmla="*/ 147 h 17"/>
                  <a:gd name="T18" fmla="*/ 788 w 51"/>
                  <a:gd name="T19" fmla="*/ 225 h 17"/>
                  <a:gd name="T20" fmla="*/ 806 w 51"/>
                  <a:gd name="T21" fmla="*/ 159 h 17"/>
                  <a:gd name="T22" fmla="*/ 617 w 51"/>
                  <a:gd name="T23" fmla="*/ 83 h 17"/>
                  <a:gd name="T24" fmla="*/ 409 w 51"/>
                  <a:gd name="T25" fmla="*/ 0 h 17"/>
                  <a:gd name="T26" fmla="*/ 409 w 51"/>
                  <a:gd name="T27" fmla="*/ 0 h 17"/>
                  <a:gd name="T28" fmla="*/ 409 w 51"/>
                  <a:gd name="T29" fmla="*/ 0 h 17"/>
                  <a:gd name="T30" fmla="*/ 301 w 51"/>
                  <a:gd name="T31" fmla="*/ 51 h 17"/>
                  <a:gd name="T32" fmla="*/ 158 w 51"/>
                  <a:gd name="T33" fmla="*/ 159 h 17"/>
                  <a:gd name="T34" fmla="*/ 33 w 51"/>
                  <a:gd name="T35" fmla="*/ 210 h 17"/>
                  <a:gd name="T36" fmla="*/ 20 w 51"/>
                  <a:gd name="T37" fmla="*/ 210 h 17"/>
                  <a:gd name="T38" fmla="*/ 0 w 51"/>
                  <a:gd name="T39" fmla="*/ 276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1" h="17">
                    <a:moveTo>
                      <a:pt x="0" y="17"/>
                    </a:moveTo>
                    <a:cubicBezTo>
                      <a:pt x="0" y="17"/>
                      <a:pt x="1" y="17"/>
                      <a:pt x="2" y="17"/>
                    </a:cubicBezTo>
                    <a:cubicBezTo>
                      <a:pt x="5" y="17"/>
                      <a:pt x="7" y="16"/>
                      <a:pt x="9" y="15"/>
                    </a:cubicBezTo>
                    <a:cubicBezTo>
                      <a:pt x="12" y="13"/>
                      <a:pt x="15" y="10"/>
                      <a:pt x="18" y="8"/>
                    </a:cubicBezTo>
                    <a:cubicBezTo>
                      <a:pt x="21" y="6"/>
                      <a:pt x="24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9" y="4"/>
                      <a:pt x="33" y="6"/>
                      <a:pt x="37" y="9"/>
                    </a:cubicBezTo>
                    <a:cubicBezTo>
                      <a:pt x="41" y="11"/>
                      <a:pt x="46" y="14"/>
                      <a:pt x="50" y="14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7" y="10"/>
                      <a:pt x="43" y="8"/>
                      <a:pt x="39" y="5"/>
                    </a:cubicBezTo>
                    <a:cubicBezTo>
                      <a:pt x="35" y="3"/>
                      <a:pt x="31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1" y="1"/>
                      <a:pt x="19" y="3"/>
                    </a:cubicBezTo>
                    <a:cubicBezTo>
                      <a:pt x="16" y="5"/>
                      <a:pt x="13" y="7"/>
                      <a:pt x="10" y="10"/>
                    </a:cubicBezTo>
                    <a:cubicBezTo>
                      <a:pt x="7" y="12"/>
                      <a:pt x="4" y="13"/>
                      <a:pt x="2" y="13"/>
                    </a:cubicBezTo>
                    <a:cubicBezTo>
                      <a:pt x="2" y="13"/>
                      <a:pt x="1" y="13"/>
                      <a:pt x="1" y="13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7" name="Freeform 763">
                <a:extLst>
                  <a:ext uri="{FF2B5EF4-FFF2-40B4-BE49-F238E27FC236}">
                    <a16:creationId xmlns:a16="http://schemas.microsoft.com/office/drawing/2014/main" id="{9DBC7076-5B26-4E31-A901-2416539E4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417"/>
                <a:ext cx="123" cy="35"/>
              </a:xfrm>
              <a:custGeom>
                <a:avLst/>
                <a:gdLst>
                  <a:gd name="T0" fmla="*/ 33 w 49"/>
                  <a:gd name="T1" fmla="*/ 220 h 14"/>
                  <a:gd name="T2" fmla="*/ 238 w 49"/>
                  <a:gd name="T3" fmla="*/ 125 h 14"/>
                  <a:gd name="T4" fmla="*/ 429 w 49"/>
                  <a:gd name="T5" fmla="*/ 63 h 14"/>
                  <a:gd name="T6" fmla="*/ 429 w 49"/>
                  <a:gd name="T7" fmla="*/ 63 h 14"/>
                  <a:gd name="T8" fmla="*/ 429 w 49"/>
                  <a:gd name="T9" fmla="*/ 63 h 14"/>
                  <a:gd name="T10" fmla="*/ 429 w 49"/>
                  <a:gd name="T11" fmla="*/ 63 h 14"/>
                  <a:gd name="T12" fmla="*/ 585 w 49"/>
                  <a:gd name="T13" fmla="*/ 113 h 14"/>
                  <a:gd name="T14" fmla="*/ 756 w 49"/>
                  <a:gd name="T15" fmla="*/ 188 h 14"/>
                  <a:gd name="T16" fmla="*/ 776 w 49"/>
                  <a:gd name="T17" fmla="*/ 125 h 14"/>
                  <a:gd name="T18" fmla="*/ 618 w 49"/>
                  <a:gd name="T19" fmla="*/ 50 h 14"/>
                  <a:gd name="T20" fmla="*/ 429 w 49"/>
                  <a:gd name="T21" fmla="*/ 0 h 14"/>
                  <a:gd name="T22" fmla="*/ 429 w 49"/>
                  <a:gd name="T23" fmla="*/ 0 h 14"/>
                  <a:gd name="T24" fmla="*/ 429 w 49"/>
                  <a:gd name="T25" fmla="*/ 0 h 14"/>
                  <a:gd name="T26" fmla="*/ 208 w 49"/>
                  <a:gd name="T27" fmla="*/ 63 h 14"/>
                  <a:gd name="T28" fmla="*/ 0 w 49"/>
                  <a:gd name="T29" fmla="*/ 158 h 14"/>
                  <a:gd name="T30" fmla="*/ 33 w 49"/>
                  <a:gd name="T31" fmla="*/ 220 h 1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9" h="14">
                    <a:moveTo>
                      <a:pt x="2" y="14"/>
                    </a:moveTo>
                    <a:cubicBezTo>
                      <a:pt x="6" y="12"/>
                      <a:pt x="10" y="10"/>
                      <a:pt x="15" y="8"/>
                    </a:cubicBezTo>
                    <a:cubicBezTo>
                      <a:pt x="19" y="6"/>
                      <a:pt x="23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9" y="4"/>
                      <a:pt x="33" y="5"/>
                      <a:pt x="37" y="7"/>
                    </a:cubicBezTo>
                    <a:cubicBezTo>
                      <a:pt x="41" y="9"/>
                      <a:pt x="45" y="10"/>
                      <a:pt x="48" y="12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43" y="5"/>
                      <a:pt x="39" y="3"/>
                    </a:cubicBezTo>
                    <a:cubicBezTo>
                      <a:pt x="35" y="2"/>
                      <a:pt x="31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2" y="0"/>
                      <a:pt x="17" y="2"/>
                      <a:pt x="13" y="4"/>
                    </a:cubicBezTo>
                    <a:cubicBezTo>
                      <a:pt x="8" y="6"/>
                      <a:pt x="4" y="9"/>
                      <a:pt x="0" y="10"/>
                    </a:cubicBezTo>
                    <a:cubicBezTo>
                      <a:pt x="2" y="14"/>
                      <a:pt x="2" y="14"/>
                      <a:pt x="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8" name="Freeform 764">
                <a:extLst>
                  <a:ext uri="{FF2B5EF4-FFF2-40B4-BE49-F238E27FC236}">
                    <a16:creationId xmlns:a16="http://schemas.microsoft.com/office/drawing/2014/main" id="{07C63201-D7BF-4814-975F-294BD519A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2410"/>
                <a:ext cx="178" cy="37"/>
              </a:xfrm>
              <a:custGeom>
                <a:avLst/>
                <a:gdLst>
                  <a:gd name="T0" fmla="*/ 20 w 71"/>
                  <a:gd name="T1" fmla="*/ 195 h 15"/>
                  <a:gd name="T2" fmla="*/ 188 w 71"/>
                  <a:gd name="T3" fmla="*/ 121 h 15"/>
                  <a:gd name="T4" fmla="*/ 346 w 71"/>
                  <a:gd name="T5" fmla="*/ 62 h 15"/>
                  <a:gd name="T6" fmla="*/ 364 w 71"/>
                  <a:gd name="T7" fmla="*/ 62 h 15"/>
                  <a:gd name="T8" fmla="*/ 534 w 71"/>
                  <a:gd name="T9" fmla="*/ 133 h 15"/>
                  <a:gd name="T10" fmla="*/ 722 w 71"/>
                  <a:gd name="T11" fmla="*/ 224 h 15"/>
                  <a:gd name="T12" fmla="*/ 742 w 71"/>
                  <a:gd name="T13" fmla="*/ 224 h 15"/>
                  <a:gd name="T14" fmla="*/ 943 w 71"/>
                  <a:gd name="T15" fmla="*/ 165 h 15"/>
                  <a:gd name="T16" fmla="*/ 1118 w 71"/>
                  <a:gd name="T17" fmla="*/ 62 h 15"/>
                  <a:gd name="T18" fmla="*/ 1088 w 71"/>
                  <a:gd name="T19" fmla="*/ 0 h 15"/>
                  <a:gd name="T20" fmla="*/ 913 w 71"/>
                  <a:gd name="T21" fmla="*/ 104 h 15"/>
                  <a:gd name="T22" fmla="*/ 742 w 71"/>
                  <a:gd name="T23" fmla="*/ 165 h 15"/>
                  <a:gd name="T24" fmla="*/ 722 w 71"/>
                  <a:gd name="T25" fmla="*/ 165 h 15"/>
                  <a:gd name="T26" fmla="*/ 567 w 71"/>
                  <a:gd name="T27" fmla="*/ 91 h 15"/>
                  <a:gd name="T28" fmla="*/ 364 w 71"/>
                  <a:gd name="T29" fmla="*/ 0 h 15"/>
                  <a:gd name="T30" fmla="*/ 346 w 71"/>
                  <a:gd name="T31" fmla="*/ 0 h 15"/>
                  <a:gd name="T32" fmla="*/ 158 w 71"/>
                  <a:gd name="T33" fmla="*/ 62 h 15"/>
                  <a:gd name="T34" fmla="*/ 0 w 71"/>
                  <a:gd name="T35" fmla="*/ 133 h 15"/>
                  <a:gd name="T36" fmla="*/ 20 w 71"/>
                  <a:gd name="T37" fmla="*/ 195 h 1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1" h="15">
                    <a:moveTo>
                      <a:pt x="1" y="13"/>
                    </a:moveTo>
                    <a:cubicBezTo>
                      <a:pt x="5" y="12"/>
                      <a:pt x="9" y="9"/>
                      <a:pt x="12" y="8"/>
                    </a:cubicBezTo>
                    <a:cubicBezTo>
                      <a:pt x="16" y="6"/>
                      <a:pt x="19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7" y="5"/>
                      <a:pt x="30" y="7"/>
                      <a:pt x="34" y="9"/>
                    </a:cubicBezTo>
                    <a:cubicBezTo>
                      <a:pt x="37" y="12"/>
                      <a:pt x="41" y="15"/>
                      <a:pt x="46" y="15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52" y="15"/>
                      <a:pt x="56" y="13"/>
                      <a:pt x="60" y="11"/>
                    </a:cubicBezTo>
                    <a:cubicBezTo>
                      <a:pt x="64" y="8"/>
                      <a:pt x="68" y="5"/>
                      <a:pt x="71" y="4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5" y="2"/>
                      <a:pt x="62" y="5"/>
                      <a:pt x="58" y="7"/>
                    </a:cubicBezTo>
                    <a:cubicBezTo>
                      <a:pt x="54" y="10"/>
                      <a:pt x="50" y="11"/>
                      <a:pt x="47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3" y="11"/>
                      <a:pt x="40" y="9"/>
                      <a:pt x="36" y="6"/>
                    </a:cubicBezTo>
                    <a:cubicBezTo>
                      <a:pt x="33" y="4"/>
                      <a:pt x="29" y="1"/>
                      <a:pt x="23" y="0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18" y="0"/>
                      <a:pt x="14" y="2"/>
                      <a:pt x="10" y="4"/>
                    </a:cubicBezTo>
                    <a:cubicBezTo>
                      <a:pt x="7" y="6"/>
                      <a:pt x="3" y="8"/>
                      <a:pt x="0" y="9"/>
                    </a:cubicBez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9" name="Freeform 765">
                <a:extLst>
                  <a:ext uri="{FF2B5EF4-FFF2-40B4-BE49-F238E27FC236}">
                    <a16:creationId xmlns:a16="http://schemas.microsoft.com/office/drawing/2014/main" id="{3D70B8CA-FD81-4E41-AB44-1DA6695F5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407"/>
                <a:ext cx="282" cy="43"/>
              </a:xfrm>
              <a:custGeom>
                <a:avLst/>
                <a:gdLst>
                  <a:gd name="T0" fmla="*/ 30 w 113"/>
                  <a:gd name="T1" fmla="*/ 276 h 17"/>
                  <a:gd name="T2" fmla="*/ 167 w 113"/>
                  <a:gd name="T3" fmla="*/ 147 h 17"/>
                  <a:gd name="T4" fmla="*/ 312 w 113"/>
                  <a:gd name="T5" fmla="*/ 63 h 17"/>
                  <a:gd name="T6" fmla="*/ 312 w 113"/>
                  <a:gd name="T7" fmla="*/ 63 h 17"/>
                  <a:gd name="T8" fmla="*/ 312 w 113"/>
                  <a:gd name="T9" fmla="*/ 63 h 17"/>
                  <a:gd name="T10" fmla="*/ 312 w 113"/>
                  <a:gd name="T11" fmla="*/ 63 h 17"/>
                  <a:gd name="T12" fmla="*/ 467 w 113"/>
                  <a:gd name="T13" fmla="*/ 129 h 17"/>
                  <a:gd name="T14" fmla="*/ 654 w 113"/>
                  <a:gd name="T15" fmla="*/ 225 h 17"/>
                  <a:gd name="T16" fmla="*/ 686 w 113"/>
                  <a:gd name="T17" fmla="*/ 225 h 17"/>
                  <a:gd name="T18" fmla="*/ 871 w 113"/>
                  <a:gd name="T19" fmla="*/ 180 h 17"/>
                  <a:gd name="T20" fmla="*/ 1028 w 113"/>
                  <a:gd name="T21" fmla="*/ 96 h 17"/>
                  <a:gd name="T22" fmla="*/ 1103 w 113"/>
                  <a:gd name="T23" fmla="*/ 63 h 17"/>
                  <a:gd name="T24" fmla="*/ 1153 w 113"/>
                  <a:gd name="T25" fmla="*/ 63 h 17"/>
                  <a:gd name="T26" fmla="*/ 1183 w 113"/>
                  <a:gd name="T27" fmla="*/ 63 h 17"/>
                  <a:gd name="T28" fmla="*/ 1183 w 113"/>
                  <a:gd name="T29" fmla="*/ 63 h 17"/>
                  <a:gd name="T30" fmla="*/ 1462 w 113"/>
                  <a:gd name="T31" fmla="*/ 180 h 17"/>
                  <a:gd name="T32" fmla="*/ 1757 w 113"/>
                  <a:gd name="T33" fmla="*/ 276 h 17"/>
                  <a:gd name="T34" fmla="*/ 1757 w 113"/>
                  <a:gd name="T35" fmla="*/ 210 h 17"/>
                  <a:gd name="T36" fmla="*/ 1495 w 113"/>
                  <a:gd name="T37" fmla="*/ 116 h 17"/>
                  <a:gd name="T38" fmla="*/ 1195 w 113"/>
                  <a:gd name="T39" fmla="*/ 0 h 17"/>
                  <a:gd name="T40" fmla="*/ 1195 w 113"/>
                  <a:gd name="T41" fmla="*/ 0 h 17"/>
                  <a:gd name="T42" fmla="*/ 1153 w 113"/>
                  <a:gd name="T43" fmla="*/ 0 h 17"/>
                  <a:gd name="T44" fmla="*/ 1071 w 113"/>
                  <a:gd name="T45" fmla="*/ 0 h 17"/>
                  <a:gd name="T46" fmla="*/ 1008 w 113"/>
                  <a:gd name="T47" fmla="*/ 33 h 17"/>
                  <a:gd name="T48" fmla="*/ 841 w 113"/>
                  <a:gd name="T49" fmla="*/ 129 h 17"/>
                  <a:gd name="T50" fmla="*/ 686 w 113"/>
                  <a:gd name="T51" fmla="*/ 159 h 17"/>
                  <a:gd name="T52" fmla="*/ 666 w 113"/>
                  <a:gd name="T53" fmla="*/ 159 h 17"/>
                  <a:gd name="T54" fmla="*/ 499 w 113"/>
                  <a:gd name="T55" fmla="*/ 83 h 17"/>
                  <a:gd name="T56" fmla="*/ 312 w 113"/>
                  <a:gd name="T57" fmla="*/ 0 h 17"/>
                  <a:gd name="T58" fmla="*/ 312 w 113"/>
                  <a:gd name="T59" fmla="*/ 0 h 17"/>
                  <a:gd name="T60" fmla="*/ 292 w 113"/>
                  <a:gd name="T61" fmla="*/ 0 h 17"/>
                  <a:gd name="T62" fmla="*/ 312 w 113"/>
                  <a:gd name="T63" fmla="*/ 0 h 17"/>
                  <a:gd name="T64" fmla="*/ 137 w 113"/>
                  <a:gd name="T65" fmla="*/ 96 h 17"/>
                  <a:gd name="T66" fmla="*/ 0 w 113"/>
                  <a:gd name="T67" fmla="*/ 225 h 17"/>
                  <a:gd name="T68" fmla="*/ 30 w 113"/>
                  <a:gd name="T69" fmla="*/ 276 h 1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13" h="17">
                    <a:moveTo>
                      <a:pt x="2" y="17"/>
                    </a:moveTo>
                    <a:cubicBezTo>
                      <a:pt x="5" y="15"/>
                      <a:pt x="8" y="12"/>
                      <a:pt x="11" y="9"/>
                    </a:cubicBezTo>
                    <a:cubicBezTo>
                      <a:pt x="14" y="6"/>
                      <a:pt x="17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3" y="4"/>
                      <a:pt x="27" y="6"/>
                      <a:pt x="30" y="8"/>
                    </a:cubicBezTo>
                    <a:cubicBezTo>
                      <a:pt x="34" y="11"/>
                      <a:pt x="38" y="14"/>
                      <a:pt x="42" y="14"/>
                    </a:cubicBezTo>
                    <a:cubicBezTo>
                      <a:pt x="43" y="14"/>
                      <a:pt x="44" y="14"/>
                      <a:pt x="44" y="14"/>
                    </a:cubicBezTo>
                    <a:cubicBezTo>
                      <a:pt x="48" y="14"/>
                      <a:pt x="52" y="13"/>
                      <a:pt x="56" y="11"/>
                    </a:cubicBezTo>
                    <a:cubicBezTo>
                      <a:pt x="60" y="9"/>
                      <a:pt x="63" y="7"/>
                      <a:pt x="66" y="6"/>
                    </a:cubicBezTo>
                    <a:cubicBezTo>
                      <a:pt x="68" y="5"/>
                      <a:pt x="69" y="5"/>
                      <a:pt x="71" y="4"/>
                    </a:cubicBezTo>
                    <a:cubicBezTo>
                      <a:pt x="72" y="4"/>
                      <a:pt x="73" y="4"/>
                      <a:pt x="74" y="4"/>
                    </a:cubicBezTo>
                    <a:cubicBezTo>
                      <a:pt x="75" y="4"/>
                      <a:pt x="75" y="4"/>
                      <a:pt x="76" y="4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82" y="5"/>
                      <a:pt x="88" y="8"/>
                      <a:pt x="94" y="11"/>
                    </a:cubicBezTo>
                    <a:cubicBezTo>
                      <a:pt x="100" y="14"/>
                      <a:pt x="106" y="16"/>
                      <a:pt x="113" y="17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08" y="13"/>
                      <a:pt x="102" y="10"/>
                      <a:pt x="96" y="7"/>
                    </a:cubicBezTo>
                    <a:cubicBezTo>
                      <a:pt x="90" y="4"/>
                      <a:pt x="84" y="1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6" y="0"/>
                      <a:pt x="75" y="0"/>
                      <a:pt x="74" y="0"/>
                    </a:cubicBezTo>
                    <a:cubicBezTo>
                      <a:pt x="72" y="0"/>
                      <a:pt x="71" y="0"/>
                      <a:pt x="69" y="0"/>
                    </a:cubicBezTo>
                    <a:cubicBezTo>
                      <a:pt x="68" y="1"/>
                      <a:pt x="66" y="2"/>
                      <a:pt x="65" y="2"/>
                    </a:cubicBezTo>
                    <a:cubicBezTo>
                      <a:pt x="61" y="4"/>
                      <a:pt x="58" y="6"/>
                      <a:pt x="54" y="8"/>
                    </a:cubicBezTo>
                    <a:cubicBezTo>
                      <a:pt x="51" y="9"/>
                      <a:pt x="47" y="10"/>
                      <a:pt x="44" y="10"/>
                    </a:cubicBezTo>
                    <a:cubicBezTo>
                      <a:pt x="44" y="10"/>
                      <a:pt x="43" y="10"/>
                      <a:pt x="43" y="10"/>
                    </a:cubicBezTo>
                    <a:cubicBezTo>
                      <a:pt x="40" y="10"/>
                      <a:pt x="36" y="8"/>
                      <a:pt x="32" y="5"/>
                    </a:cubicBezTo>
                    <a:cubicBezTo>
                      <a:pt x="29" y="3"/>
                      <a:pt x="25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5" y="0"/>
                      <a:pt x="12" y="3"/>
                      <a:pt x="9" y="6"/>
                    </a:cubicBezTo>
                    <a:cubicBezTo>
                      <a:pt x="5" y="9"/>
                      <a:pt x="2" y="12"/>
                      <a:pt x="0" y="14"/>
                    </a:cubicBezTo>
                    <a:lnTo>
                      <a:pt x="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0" name="Freeform 766">
                <a:extLst>
                  <a:ext uri="{FF2B5EF4-FFF2-40B4-BE49-F238E27FC236}">
                    <a16:creationId xmlns:a16="http://schemas.microsoft.com/office/drawing/2014/main" id="{C9502F3D-239C-4501-9F82-ADD65F9E8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405"/>
                <a:ext cx="158" cy="52"/>
              </a:xfrm>
              <a:custGeom>
                <a:avLst/>
                <a:gdLst>
                  <a:gd name="T0" fmla="*/ 33 w 63"/>
                  <a:gd name="T1" fmla="*/ 245 h 21"/>
                  <a:gd name="T2" fmla="*/ 221 w 63"/>
                  <a:gd name="T3" fmla="*/ 134 h 21"/>
                  <a:gd name="T4" fmla="*/ 429 w 63"/>
                  <a:gd name="T5" fmla="*/ 62 h 21"/>
                  <a:gd name="T6" fmla="*/ 471 w 63"/>
                  <a:gd name="T7" fmla="*/ 74 h 21"/>
                  <a:gd name="T8" fmla="*/ 471 w 63"/>
                  <a:gd name="T9" fmla="*/ 74 h 21"/>
                  <a:gd name="T10" fmla="*/ 772 w 63"/>
                  <a:gd name="T11" fmla="*/ 215 h 21"/>
                  <a:gd name="T12" fmla="*/ 880 w 63"/>
                  <a:gd name="T13" fmla="*/ 275 h 21"/>
                  <a:gd name="T14" fmla="*/ 913 w 63"/>
                  <a:gd name="T15" fmla="*/ 287 h 21"/>
                  <a:gd name="T16" fmla="*/ 930 w 63"/>
                  <a:gd name="T17" fmla="*/ 307 h 21"/>
                  <a:gd name="T18" fmla="*/ 930 w 63"/>
                  <a:gd name="T19" fmla="*/ 307 h 21"/>
                  <a:gd name="T20" fmla="*/ 943 w 63"/>
                  <a:gd name="T21" fmla="*/ 287 h 21"/>
                  <a:gd name="T22" fmla="*/ 930 w 63"/>
                  <a:gd name="T23" fmla="*/ 307 h 21"/>
                  <a:gd name="T24" fmla="*/ 930 w 63"/>
                  <a:gd name="T25" fmla="*/ 307 h 21"/>
                  <a:gd name="T26" fmla="*/ 943 w 63"/>
                  <a:gd name="T27" fmla="*/ 287 h 21"/>
                  <a:gd name="T28" fmla="*/ 930 w 63"/>
                  <a:gd name="T29" fmla="*/ 307 h 21"/>
                  <a:gd name="T30" fmla="*/ 963 w 63"/>
                  <a:gd name="T31" fmla="*/ 287 h 21"/>
                  <a:gd name="T32" fmla="*/ 930 w 63"/>
                  <a:gd name="T33" fmla="*/ 287 h 21"/>
                  <a:gd name="T34" fmla="*/ 930 w 63"/>
                  <a:gd name="T35" fmla="*/ 307 h 21"/>
                  <a:gd name="T36" fmla="*/ 963 w 63"/>
                  <a:gd name="T37" fmla="*/ 287 h 21"/>
                  <a:gd name="T38" fmla="*/ 930 w 63"/>
                  <a:gd name="T39" fmla="*/ 287 h 21"/>
                  <a:gd name="T40" fmla="*/ 963 w 63"/>
                  <a:gd name="T41" fmla="*/ 287 h 21"/>
                  <a:gd name="T42" fmla="*/ 930 w 63"/>
                  <a:gd name="T43" fmla="*/ 258 h 21"/>
                  <a:gd name="T44" fmla="*/ 930 w 63"/>
                  <a:gd name="T45" fmla="*/ 287 h 21"/>
                  <a:gd name="T46" fmla="*/ 963 w 63"/>
                  <a:gd name="T47" fmla="*/ 287 h 21"/>
                  <a:gd name="T48" fmla="*/ 930 w 63"/>
                  <a:gd name="T49" fmla="*/ 258 h 21"/>
                  <a:gd name="T50" fmla="*/ 963 w 63"/>
                  <a:gd name="T51" fmla="*/ 275 h 21"/>
                  <a:gd name="T52" fmla="*/ 943 w 63"/>
                  <a:gd name="T53" fmla="*/ 258 h 21"/>
                  <a:gd name="T54" fmla="*/ 930 w 63"/>
                  <a:gd name="T55" fmla="*/ 258 h 21"/>
                  <a:gd name="T56" fmla="*/ 963 w 63"/>
                  <a:gd name="T57" fmla="*/ 275 h 21"/>
                  <a:gd name="T58" fmla="*/ 943 w 63"/>
                  <a:gd name="T59" fmla="*/ 258 h 21"/>
                  <a:gd name="T60" fmla="*/ 943 w 63"/>
                  <a:gd name="T61" fmla="*/ 258 h 21"/>
                  <a:gd name="T62" fmla="*/ 943 w 63"/>
                  <a:gd name="T63" fmla="*/ 258 h 21"/>
                  <a:gd name="T64" fmla="*/ 943 w 63"/>
                  <a:gd name="T65" fmla="*/ 258 h 21"/>
                  <a:gd name="T66" fmla="*/ 943 w 63"/>
                  <a:gd name="T67" fmla="*/ 258 h 21"/>
                  <a:gd name="T68" fmla="*/ 943 w 63"/>
                  <a:gd name="T69" fmla="*/ 258 h 21"/>
                  <a:gd name="T70" fmla="*/ 943 w 63"/>
                  <a:gd name="T71" fmla="*/ 258 h 21"/>
                  <a:gd name="T72" fmla="*/ 943 w 63"/>
                  <a:gd name="T73" fmla="*/ 319 h 21"/>
                  <a:gd name="T74" fmla="*/ 963 w 63"/>
                  <a:gd name="T75" fmla="*/ 319 h 21"/>
                  <a:gd name="T76" fmla="*/ 976 w 63"/>
                  <a:gd name="T77" fmla="*/ 307 h 21"/>
                  <a:gd name="T78" fmla="*/ 993 w 63"/>
                  <a:gd name="T79" fmla="*/ 287 h 21"/>
                  <a:gd name="T80" fmla="*/ 993 w 63"/>
                  <a:gd name="T81" fmla="*/ 258 h 21"/>
                  <a:gd name="T82" fmla="*/ 976 w 63"/>
                  <a:gd name="T83" fmla="*/ 258 h 21"/>
                  <a:gd name="T84" fmla="*/ 943 w 63"/>
                  <a:gd name="T85" fmla="*/ 228 h 21"/>
                  <a:gd name="T86" fmla="*/ 913 w 63"/>
                  <a:gd name="T87" fmla="*/ 228 h 21"/>
                  <a:gd name="T88" fmla="*/ 785 w 63"/>
                  <a:gd name="T89" fmla="*/ 154 h 21"/>
                  <a:gd name="T90" fmla="*/ 492 w 63"/>
                  <a:gd name="T91" fmla="*/ 12 h 21"/>
                  <a:gd name="T92" fmla="*/ 492 w 63"/>
                  <a:gd name="T93" fmla="*/ 12 h 21"/>
                  <a:gd name="T94" fmla="*/ 429 w 63"/>
                  <a:gd name="T95" fmla="*/ 0 h 21"/>
                  <a:gd name="T96" fmla="*/ 188 w 63"/>
                  <a:gd name="T97" fmla="*/ 74 h 21"/>
                  <a:gd name="T98" fmla="*/ 0 w 63"/>
                  <a:gd name="T99" fmla="*/ 196 h 21"/>
                  <a:gd name="T100" fmla="*/ 33 w 63"/>
                  <a:gd name="T101" fmla="*/ 245 h 2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" h="21">
                    <a:moveTo>
                      <a:pt x="2" y="16"/>
                    </a:moveTo>
                    <a:cubicBezTo>
                      <a:pt x="6" y="14"/>
                      <a:pt x="10" y="11"/>
                      <a:pt x="14" y="9"/>
                    </a:cubicBezTo>
                    <a:cubicBezTo>
                      <a:pt x="19" y="6"/>
                      <a:pt x="23" y="4"/>
                      <a:pt x="27" y="4"/>
                    </a:cubicBezTo>
                    <a:cubicBezTo>
                      <a:pt x="28" y="4"/>
                      <a:pt x="29" y="4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6" y="6"/>
                      <a:pt x="42" y="11"/>
                      <a:pt x="49" y="14"/>
                    </a:cubicBezTo>
                    <a:cubicBezTo>
                      <a:pt x="51" y="15"/>
                      <a:pt x="54" y="17"/>
                      <a:pt x="56" y="18"/>
                    </a:cubicBezTo>
                    <a:cubicBezTo>
                      <a:pt x="57" y="18"/>
                      <a:pt x="58" y="19"/>
                      <a:pt x="58" y="19"/>
                    </a:cubicBezTo>
                    <a:cubicBezTo>
                      <a:pt x="59" y="19"/>
                      <a:pt x="59" y="20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59" y="19"/>
                      <a:pt x="59" y="20"/>
                      <a:pt x="59" y="2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8"/>
                      <a:pt x="59" y="18"/>
                      <a:pt x="59" y="19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59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0"/>
                      <a:pt x="62" y="20"/>
                      <a:pt x="62" y="20"/>
                    </a:cubicBezTo>
                    <a:cubicBezTo>
                      <a:pt x="63" y="20"/>
                      <a:pt x="63" y="19"/>
                      <a:pt x="63" y="19"/>
                    </a:cubicBezTo>
                    <a:cubicBezTo>
                      <a:pt x="63" y="18"/>
                      <a:pt x="63" y="18"/>
                      <a:pt x="63" y="1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1" y="16"/>
                      <a:pt x="60" y="16"/>
                      <a:pt x="60" y="15"/>
                    </a:cubicBezTo>
                    <a:cubicBezTo>
                      <a:pt x="59" y="15"/>
                      <a:pt x="58" y="15"/>
                      <a:pt x="58" y="15"/>
                    </a:cubicBezTo>
                    <a:cubicBezTo>
                      <a:pt x="56" y="13"/>
                      <a:pt x="53" y="12"/>
                      <a:pt x="50" y="10"/>
                    </a:cubicBezTo>
                    <a:cubicBezTo>
                      <a:pt x="45" y="7"/>
                      <a:pt x="38" y="3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9" y="0"/>
                      <a:pt x="28" y="0"/>
                      <a:pt x="27" y="0"/>
                    </a:cubicBezTo>
                    <a:cubicBezTo>
                      <a:pt x="22" y="0"/>
                      <a:pt x="17" y="2"/>
                      <a:pt x="12" y="5"/>
                    </a:cubicBezTo>
                    <a:cubicBezTo>
                      <a:pt x="8" y="8"/>
                      <a:pt x="3" y="11"/>
                      <a:pt x="0" y="13"/>
                    </a:cubicBez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1" name="Freeform 767">
                <a:extLst>
                  <a:ext uri="{FF2B5EF4-FFF2-40B4-BE49-F238E27FC236}">
                    <a16:creationId xmlns:a16="http://schemas.microsoft.com/office/drawing/2014/main" id="{68B81D88-04EA-4891-AA29-EA4624306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410"/>
                <a:ext cx="135" cy="45"/>
              </a:xfrm>
              <a:custGeom>
                <a:avLst/>
                <a:gdLst>
                  <a:gd name="T0" fmla="*/ 125 w 54"/>
                  <a:gd name="T1" fmla="*/ 220 h 18"/>
                  <a:gd name="T2" fmla="*/ 333 w 54"/>
                  <a:gd name="T3" fmla="*/ 95 h 18"/>
                  <a:gd name="T4" fmla="*/ 333 w 54"/>
                  <a:gd name="T5" fmla="*/ 95 h 18"/>
                  <a:gd name="T6" fmla="*/ 313 w 54"/>
                  <a:gd name="T7" fmla="*/ 95 h 18"/>
                  <a:gd name="T8" fmla="*/ 313 w 54"/>
                  <a:gd name="T9" fmla="*/ 63 h 18"/>
                  <a:gd name="T10" fmla="*/ 363 w 54"/>
                  <a:gd name="T11" fmla="*/ 83 h 18"/>
                  <a:gd name="T12" fmla="*/ 395 w 54"/>
                  <a:gd name="T13" fmla="*/ 63 h 18"/>
                  <a:gd name="T14" fmla="*/ 395 w 54"/>
                  <a:gd name="T15" fmla="*/ 63 h 18"/>
                  <a:gd name="T16" fmla="*/ 408 w 54"/>
                  <a:gd name="T17" fmla="*/ 33 h 18"/>
                  <a:gd name="T18" fmla="*/ 375 w 54"/>
                  <a:gd name="T19" fmla="*/ 0 h 18"/>
                  <a:gd name="T20" fmla="*/ 363 w 54"/>
                  <a:gd name="T21" fmla="*/ 0 h 18"/>
                  <a:gd name="T22" fmla="*/ 395 w 54"/>
                  <a:gd name="T23" fmla="*/ 63 h 18"/>
                  <a:gd name="T24" fmla="*/ 583 w 54"/>
                  <a:gd name="T25" fmla="*/ 158 h 18"/>
                  <a:gd name="T26" fmla="*/ 845 w 54"/>
                  <a:gd name="T27" fmla="*/ 238 h 18"/>
                  <a:gd name="T28" fmla="*/ 520 w 54"/>
                  <a:gd name="T29" fmla="*/ 50 h 18"/>
                  <a:gd name="T30" fmla="*/ 363 w 54"/>
                  <a:gd name="T31" fmla="*/ 0 h 18"/>
                  <a:gd name="T32" fmla="*/ 375 w 54"/>
                  <a:gd name="T33" fmla="*/ 63 h 18"/>
                  <a:gd name="T34" fmla="*/ 375 w 54"/>
                  <a:gd name="T35" fmla="*/ 63 h 18"/>
                  <a:gd name="T36" fmla="*/ 375 w 54"/>
                  <a:gd name="T37" fmla="*/ 33 h 18"/>
                  <a:gd name="T38" fmla="*/ 375 w 54"/>
                  <a:gd name="T39" fmla="*/ 33 h 18"/>
                  <a:gd name="T40" fmla="*/ 375 w 54"/>
                  <a:gd name="T41" fmla="*/ 63 h 18"/>
                  <a:gd name="T42" fmla="*/ 363 w 54"/>
                  <a:gd name="T43" fmla="*/ 63 h 18"/>
                  <a:gd name="T44" fmla="*/ 345 w 54"/>
                  <a:gd name="T45" fmla="*/ 50 h 18"/>
                  <a:gd name="T46" fmla="*/ 375 w 54"/>
                  <a:gd name="T47" fmla="*/ 33 h 18"/>
                  <a:gd name="T48" fmla="*/ 375 w 54"/>
                  <a:gd name="T49" fmla="*/ 33 h 18"/>
                  <a:gd name="T50" fmla="*/ 345 w 54"/>
                  <a:gd name="T51" fmla="*/ 50 h 18"/>
                  <a:gd name="T52" fmla="*/ 345 w 54"/>
                  <a:gd name="T53" fmla="*/ 33 h 18"/>
                  <a:gd name="T54" fmla="*/ 345 w 54"/>
                  <a:gd name="T55" fmla="*/ 20 h 18"/>
                  <a:gd name="T56" fmla="*/ 375 w 54"/>
                  <a:gd name="T57" fmla="*/ 33 h 18"/>
                  <a:gd name="T58" fmla="*/ 375 w 54"/>
                  <a:gd name="T59" fmla="*/ 33 h 18"/>
                  <a:gd name="T60" fmla="*/ 345 w 54"/>
                  <a:gd name="T61" fmla="*/ 20 h 18"/>
                  <a:gd name="T62" fmla="*/ 363 w 54"/>
                  <a:gd name="T63" fmla="*/ 20 h 18"/>
                  <a:gd name="T64" fmla="*/ 363 w 54"/>
                  <a:gd name="T65" fmla="*/ 20 h 18"/>
                  <a:gd name="T66" fmla="*/ 363 w 54"/>
                  <a:gd name="T67" fmla="*/ 33 h 18"/>
                  <a:gd name="T68" fmla="*/ 363 w 54"/>
                  <a:gd name="T69" fmla="*/ 20 h 18"/>
                  <a:gd name="T70" fmla="*/ 363 w 54"/>
                  <a:gd name="T71" fmla="*/ 20 h 18"/>
                  <a:gd name="T72" fmla="*/ 363 w 54"/>
                  <a:gd name="T73" fmla="*/ 20 h 18"/>
                  <a:gd name="T74" fmla="*/ 300 w 54"/>
                  <a:gd name="T75" fmla="*/ 33 h 18"/>
                  <a:gd name="T76" fmla="*/ 300 w 54"/>
                  <a:gd name="T77" fmla="*/ 33 h 18"/>
                  <a:gd name="T78" fmla="*/ 300 w 54"/>
                  <a:gd name="T79" fmla="*/ 50 h 18"/>
                  <a:gd name="T80" fmla="*/ 300 w 54"/>
                  <a:gd name="T81" fmla="*/ 50 h 18"/>
                  <a:gd name="T82" fmla="*/ 95 w 54"/>
                  <a:gd name="T83" fmla="*/ 158 h 18"/>
                  <a:gd name="T84" fmla="*/ 63 w 54"/>
                  <a:gd name="T85" fmla="*/ 283 h 1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4" h="18">
                    <a:moveTo>
                      <a:pt x="4" y="18"/>
                    </a:moveTo>
                    <a:cubicBezTo>
                      <a:pt x="5" y="16"/>
                      <a:pt x="6" y="15"/>
                      <a:pt x="8" y="14"/>
                    </a:cubicBezTo>
                    <a:cubicBezTo>
                      <a:pt x="10" y="12"/>
                      <a:pt x="13" y="11"/>
                      <a:pt x="15" y="10"/>
                    </a:cubicBezTo>
                    <a:cubicBezTo>
                      <a:pt x="16" y="8"/>
                      <a:pt x="19" y="7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2" y="6"/>
                      <a:pt x="23" y="5"/>
                    </a:cubicBezTo>
                    <a:cubicBezTo>
                      <a:pt x="23" y="5"/>
                      <a:pt x="24" y="5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1"/>
                      <a:pt x="25" y="1"/>
                    </a:cubicBezTo>
                    <a:cubicBezTo>
                      <a:pt x="25" y="1"/>
                      <a:pt x="25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7" y="4"/>
                      <a:pt x="29" y="5"/>
                      <a:pt x="31" y="6"/>
                    </a:cubicBezTo>
                    <a:cubicBezTo>
                      <a:pt x="33" y="7"/>
                      <a:pt x="35" y="9"/>
                      <a:pt x="37" y="10"/>
                    </a:cubicBezTo>
                    <a:cubicBezTo>
                      <a:pt x="42" y="13"/>
                      <a:pt x="49" y="16"/>
                      <a:pt x="52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1" y="13"/>
                      <a:pt x="44" y="9"/>
                      <a:pt x="39" y="7"/>
                    </a:cubicBezTo>
                    <a:cubicBezTo>
                      <a:pt x="37" y="6"/>
                      <a:pt x="35" y="4"/>
                      <a:pt x="33" y="3"/>
                    </a:cubicBezTo>
                    <a:cubicBezTo>
                      <a:pt x="31" y="1"/>
                      <a:pt x="28" y="0"/>
                      <a:pt x="25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4" y="4"/>
                      <a:pt x="24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1" y="1"/>
                      <a:pt x="21" y="2"/>
                    </a:cubicBezTo>
                    <a:cubicBezTo>
                      <a:pt x="20" y="2"/>
                      <a:pt x="20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7" y="4"/>
                      <a:pt x="14" y="5"/>
                      <a:pt x="12" y="6"/>
                    </a:cubicBezTo>
                    <a:cubicBezTo>
                      <a:pt x="11" y="8"/>
                      <a:pt x="8" y="9"/>
                      <a:pt x="6" y="10"/>
                    </a:cubicBezTo>
                    <a:cubicBezTo>
                      <a:pt x="4" y="12"/>
                      <a:pt x="2" y="13"/>
                      <a:pt x="0" y="16"/>
                    </a:cubicBezTo>
                    <a:lnTo>
                      <a:pt x="4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2" name="Freeform 768">
                <a:extLst>
                  <a:ext uri="{FF2B5EF4-FFF2-40B4-BE49-F238E27FC236}">
                    <a16:creationId xmlns:a16="http://schemas.microsoft.com/office/drawing/2014/main" id="{AC45F729-AAD6-4637-A4D7-39AEEF0AC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407"/>
                <a:ext cx="110" cy="43"/>
              </a:xfrm>
              <a:custGeom>
                <a:avLst/>
                <a:gdLst>
                  <a:gd name="T0" fmla="*/ 688 w 44"/>
                  <a:gd name="T1" fmla="*/ 159 h 17"/>
                  <a:gd name="T2" fmla="*/ 550 w 44"/>
                  <a:gd name="T3" fmla="*/ 63 h 17"/>
                  <a:gd name="T4" fmla="*/ 458 w 44"/>
                  <a:gd name="T5" fmla="*/ 20 h 17"/>
                  <a:gd name="T6" fmla="*/ 375 w 44"/>
                  <a:gd name="T7" fmla="*/ 0 h 17"/>
                  <a:gd name="T8" fmla="*/ 363 w 44"/>
                  <a:gd name="T9" fmla="*/ 0 h 17"/>
                  <a:gd name="T10" fmla="*/ 363 w 44"/>
                  <a:gd name="T11" fmla="*/ 0 h 17"/>
                  <a:gd name="T12" fmla="*/ 300 w 44"/>
                  <a:gd name="T13" fmla="*/ 20 h 17"/>
                  <a:gd name="T14" fmla="*/ 220 w 44"/>
                  <a:gd name="T15" fmla="*/ 83 h 17"/>
                  <a:gd name="T16" fmla="*/ 158 w 44"/>
                  <a:gd name="T17" fmla="*/ 129 h 17"/>
                  <a:gd name="T18" fmla="*/ 0 w 44"/>
                  <a:gd name="T19" fmla="*/ 225 h 17"/>
                  <a:gd name="T20" fmla="*/ 33 w 44"/>
                  <a:gd name="T21" fmla="*/ 276 h 17"/>
                  <a:gd name="T22" fmla="*/ 188 w 44"/>
                  <a:gd name="T23" fmla="*/ 192 h 17"/>
                  <a:gd name="T24" fmla="*/ 283 w 44"/>
                  <a:gd name="T25" fmla="*/ 116 h 17"/>
                  <a:gd name="T26" fmla="*/ 333 w 44"/>
                  <a:gd name="T27" fmla="*/ 83 h 17"/>
                  <a:gd name="T28" fmla="*/ 375 w 44"/>
                  <a:gd name="T29" fmla="*/ 63 h 17"/>
                  <a:gd name="T30" fmla="*/ 375 w 44"/>
                  <a:gd name="T31" fmla="*/ 63 h 17"/>
                  <a:gd name="T32" fmla="*/ 375 w 44"/>
                  <a:gd name="T33" fmla="*/ 63 h 17"/>
                  <a:gd name="T34" fmla="*/ 438 w 44"/>
                  <a:gd name="T35" fmla="*/ 83 h 17"/>
                  <a:gd name="T36" fmla="*/ 658 w 44"/>
                  <a:gd name="T37" fmla="*/ 210 h 17"/>
                  <a:gd name="T38" fmla="*/ 688 w 44"/>
                  <a:gd name="T39" fmla="*/ 159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17">
                    <a:moveTo>
                      <a:pt x="44" y="10"/>
                    </a:moveTo>
                    <a:cubicBezTo>
                      <a:pt x="42" y="8"/>
                      <a:pt x="39" y="6"/>
                      <a:pt x="35" y="4"/>
                    </a:cubicBezTo>
                    <a:cubicBezTo>
                      <a:pt x="33" y="3"/>
                      <a:pt x="31" y="2"/>
                      <a:pt x="29" y="1"/>
                    </a:cubicBezTo>
                    <a:cubicBezTo>
                      <a:pt x="27" y="0"/>
                      <a:pt x="26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0" y="1"/>
                      <a:pt x="19" y="1"/>
                    </a:cubicBezTo>
                    <a:cubicBezTo>
                      <a:pt x="18" y="2"/>
                      <a:pt x="16" y="4"/>
                      <a:pt x="14" y="5"/>
                    </a:cubicBezTo>
                    <a:cubicBezTo>
                      <a:pt x="13" y="6"/>
                      <a:pt x="11" y="8"/>
                      <a:pt x="10" y="8"/>
                    </a:cubicBezTo>
                    <a:cubicBezTo>
                      <a:pt x="7" y="10"/>
                      <a:pt x="3" y="12"/>
                      <a:pt x="0" y="14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5" y="15"/>
                      <a:pt x="9" y="14"/>
                      <a:pt x="12" y="12"/>
                    </a:cubicBezTo>
                    <a:cubicBezTo>
                      <a:pt x="14" y="11"/>
                      <a:pt x="16" y="9"/>
                      <a:pt x="18" y="7"/>
                    </a:cubicBezTo>
                    <a:cubicBezTo>
                      <a:pt x="20" y="6"/>
                      <a:pt x="21" y="5"/>
                      <a:pt x="21" y="5"/>
                    </a:cubicBezTo>
                    <a:cubicBezTo>
                      <a:pt x="22" y="4"/>
                      <a:pt x="23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4"/>
                      <a:pt x="26" y="4"/>
                      <a:pt x="28" y="5"/>
                    </a:cubicBezTo>
                    <a:cubicBezTo>
                      <a:pt x="33" y="7"/>
                      <a:pt x="39" y="11"/>
                      <a:pt x="42" y="13"/>
                    </a:cubicBez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3" name="Freeform 769">
                <a:extLst>
                  <a:ext uri="{FF2B5EF4-FFF2-40B4-BE49-F238E27FC236}">
                    <a16:creationId xmlns:a16="http://schemas.microsoft.com/office/drawing/2014/main" id="{1165EE44-89D0-4D2A-BBB9-ECDB52795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405"/>
                <a:ext cx="135" cy="40"/>
              </a:xfrm>
              <a:custGeom>
                <a:avLst/>
                <a:gdLst>
                  <a:gd name="T0" fmla="*/ 50 w 54"/>
                  <a:gd name="T1" fmla="*/ 250 h 16"/>
                  <a:gd name="T2" fmla="*/ 208 w 54"/>
                  <a:gd name="T3" fmla="*/ 145 h 16"/>
                  <a:gd name="T4" fmla="*/ 363 w 54"/>
                  <a:gd name="T5" fmla="*/ 50 h 16"/>
                  <a:gd name="T6" fmla="*/ 345 w 54"/>
                  <a:gd name="T7" fmla="*/ 33 h 16"/>
                  <a:gd name="T8" fmla="*/ 345 w 54"/>
                  <a:gd name="T9" fmla="*/ 63 h 16"/>
                  <a:gd name="T10" fmla="*/ 595 w 54"/>
                  <a:gd name="T11" fmla="*/ 158 h 16"/>
                  <a:gd name="T12" fmla="*/ 720 w 54"/>
                  <a:gd name="T13" fmla="*/ 208 h 16"/>
                  <a:gd name="T14" fmla="*/ 813 w 54"/>
                  <a:gd name="T15" fmla="*/ 238 h 16"/>
                  <a:gd name="T16" fmla="*/ 845 w 54"/>
                  <a:gd name="T17" fmla="*/ 188 h 16"/>
                  <a:gd name="T18" fmla="*/ 738 w 54"/>
                  <a:gd name="T19" fmla="*/ 145 h 16"/>
                  <a:gd name="T20" fmla="*/ 625 w 54"/>
                  <a:gd name="T21" fmla="*/ 113 h 16"/>
                  <a:gd name="T22" fmla="*/ 363 w 54"/>
                  <a:gd name="T23" fmla="*/ 0 h 16"/>
                  <a:gd name="T24" fmla="*/ 345 w 54"/>
                  <a:gd name="T25" fmla="*/ 0 h 16"/>
                  <a:gd name="T26" fmla="*/ 333 w 54"/>
                  <a:gd name="T27" fmla="*/ 0 h 16"/>
                  <a:gd name="T28" fmla="*/ 175 w 54"/>
                  <a:gd name="T29" fmla="*/ 95 h 16"/>
                  <a:gd name="T30" fmla="*/ 0 w 54"/>
                  <a:gd name="T31" fmla="*/ 208 h 16"/>
                  <a:gd name="T32" fmla="*/ 50 w 54"/>
                  <a:gd name="T33" fmla="*/ 250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4" h="16">
                    <a:moveTo>
                      <a:pt x="3" y="16"/>
                    </a:moveTo>
                    <a:cubicBezTo>
                      <a:pt x="6" y="13"/>
                      <a:pt x="9" y="11"/>
                      <a:pt x="13" y="9"/>
                    </a:cubicBezTo>
                    <a:cubicBezTo>
                      <a:pt x="16" y="8"/>
                      <a:pt x="20" y="6"/>
                      <a:pt x="23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7" y="5"/>
                      <a:pt x="33" y="8"/>
                      <a:pt x="38" y="10"/>
                    </a:cubicBezTo>
                    <a:cubicBezTo>
                      <a:pt x="41" y="11"/>
                      <a:pt x="43" y="12"/>
                      <a:pt x="46" y="13"/>
                    </a:cubicBezTo>
                    <a:cubicBezTo>
                      <a:pt x="48" y="14"/>
                      <a:pt x="50" y="14"/>
                      <a:pt x="52" y="15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2" y="11"/>
                      <a:pt x="49" y="10"/>
                      <a:pt x="47" y="9"/>
                    </a:cubicBezTo>
                    <a:cubicBezTo>
                      <a:pt x="44" y="8"/>
                      <a:pt x="42" y="8"/>
                      <a:pt x="40" y="7"/>
                    </a:cubicBezTo>
                    <a:cubicBezTo>
                      <a:pt x="34" y="4"/>
                      <a:pt x="28" y="2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8" y="2"/>
                      <a:pt x="14" y="4"/>
                      <a:pt x="11" y="6"/>
                    </a:cubicBezTo>
                    <a:cubicBezTo>
                      <a:pt x="7" y="8"/>
                      <a:pt x="3" y="10"/>
                      <a:pt x="0" y="13"/>
                    </a:cubicBezTo>
                    <a:cubicBezTo>
                      <a:pt x="3" y="16"/>
                      <a:pt x="3" y="16"/>
                      <a:pt x="3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2470" name="Freeform 770">
              <a:extLst>
                <a:ext uri="{FF2B5EF4-FFF2-40B4-BE49-F238E27FC236}">
                  <a16:creationId xmlns:a16="http://schemas.microsoft.com/office/drawing/2014/main" id="{C91214DA-EFC1-4498-8AB4-AC110B43A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405"/>
              <a:ext cx="125" cy="35"/>
            </a:xfrm>
            <a:custGeom>
              <a:avLst/>
              <a:gdLst>
                <a:gd name="T0" fmla="*/ 50 w 50"/>
                <a:gd name="T1" fmla="*/ 220 h 14"/>
                <a:gd name="T2" fmla="*/ 33 w 50"/>
                <a:gd name="T3" fmla="*/ 220 h 14"/>
                <a:gd name="T4" fmla="*/ 50 w 50"/>
                <a:gd name="T5" fmla="*/ 220 h 14"/>
                <a:gd name="T6" fmla="*/ 50 w 50"/>
                <a:gd name="T7" fmla="*/ 220 h 14"/>
                <a:gd name="T8" fmla="*/ 33 w 50"/>
                <a:gd name="T9" fmla="*/ 220 h 14"/>
                <a:gd name="T10" fmla="*/ 50 w 50"/>
                <a:gd name="T11" fmla="*/ 220 h 14"/>
                <a:gd name="T12" fmla="*/ 50 w 50"/>
                <a:gd name="T13" fmla="*/ 220 h 14"/>
                <a:gd name="T14" fmla="*/ 113 w 50"/>
                <a:gd name="T15" fmla="*/ 188 h 14"/>
                <a:gd name="T16" fmla="*/ 270 w 50"/>
                <a:gd name="T17" fmla="*/ 113 h 14"/>
                <a:gd name="T18" fmla="*/ 333 w 50"/>
                <a:gd name="T19" fmla="*/ 83 h 14"/>
                <a:gd name="T20" fmla="*/ 375 w 50"/>
                <a:gd name="T21" fmla="*/ 63 h 14"/>
                <a:gd name="T22" fmla="*/ 395 w 50"/>
                <a:gd name="T23" fmla="*/ 63 h 14"/>
                <a:gd name="T24" fmla="*/ 458 w 50"/>
                <a:gd name="T25" fmla="*/ 83 h 14"/>
                <a:gd name="T26" fmla="*/ 550 w 50"/>
                <a:gd name="T27" fmla="*/ 125 h 14"/>
                <a:gd name="T28" fmla="*/ 750 w 50"/>
                <a:gd name="T29" fmla="*/ 208 h 14"/>
                <a:gd name="T30" fmla="*/ 783 w 50"/>
                <a:gd name="T31" fmla="*/ 158 h 14"/>
                <a:gd name="T32" fmla="*/ 563 w 50"/>
                <a:gd name="T33" fmla="*/ 63 h 14"/>
                <a:gd name="T34" fmla="*/ 488 w 50"/>
                <a:gd name="T35" fmla="*/ 33 h 14"/>
                <a:gd name="T36" fmla="*/ 395 w 50"/>
                <a:gd name="T37" fmla="*/ 0 h 14"/>
                <a:gd name="T38" fmla="*/ 375 w 50"/>
                <a:gd name="T39" fmla="*/ 0 h 14"/>
                <a:gd name="T40" fmla="*/ 283 w 50"/>
                <a:gd name="T41" fmla="*/ 33 h 14"/>
                <a:gd name="T42" fmla="*/ 113 w 50"/>
                <a:gd name="T43" fmla="*/ 113 h 14"/>
                <a:gd name="T44" fmla="*/ 50 w 50"/>
                <a:gd name="T45" fmla="*/ 158 h 14"/>
                <a:gd name="T46" fmla="*/ 20 w 50"/>
                <a:gd name="T47" fmla="*/ 175 h 14"/>
                <a:gd name="T48" fmla="*/ 0 w 50"/>
                <a:gd name="T49" fmla="*/ 188 h 14"/>
                <a:gd name="T50" fmla="*/ 50 w 50"/>
                <a:gd name="T51" fmla="*/ 220 h 1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0" h="14">
                  <a:moveTo>
                    <a:pt x="3" y="14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4" y="14"/>
                    <a:pt x="5" y="13"/>
                    <a:pt x="7" y="12"/>
                  </a:cubicBezTo>
                  <a:cubicBezTo>
                    <a:pt x="10" y="10"/>
                    <a:pt x="13" y="8"/>
                    <a:pt x="17" y="7"/>
                  </a:cubicBezTo>
                  <a:cubicBezTo>
                    <a:pt x="18" y="6"/>
                    <a:pt x="20" y="5"/>
                    <a:pt x="21" y="5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7" y="4"/>
                    <a:pt x="29" y="5"/>
                  </a:cubicBezTo>
                  <a:cubicBezTo>
                    <a:pt x="31" y="6"/>
                    <a:pt x="33" y="7"/>
                    <a:pt x="35" y="8"/>
                  </a:cubicBezTo>
                  <a:cubicBezTo>
                    <a:pt x="39" y="10"/>
                    <a:pt x="45" y="11"/>
                    <a:pt x="48" y="13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46" y="7"/>
                    <a:pt x="40" y="6"/>
                    <a:pt x="36" y="4"/>
                  </a:cubicBezTo>
                  <a:cubicBezTo>
                    <a:pt x="35" y="4"/>
                    <a:pt x="33" y="2"/>
                    <a:pt x="31" y="2"/>
                  </a:cubicBezTo>
                  <a:cubicBezTo>
                    <a:pt x="29" y="1"/>
                    <a:pt x="27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0" y="1"/>
                    <a:pt x="18" y="2"/>
                  </a:cubicBezTo>
                  <a:cubicBezTo>
                    <a:pt x="15" y="3"/>
                    <a:pt x="10" y="5"/>
                    <a:pt x="7" y="7"/>
                  </a:cubicBezTo>
                  <a:cubicBezTo>
                    <a:pt x="5" y="8"/>
                    <a:pt x="4" y="9"/>
                    <a:pt x="3" y="10"/>
                  </a:cubicBezTo>
                  <a:cubicBezTo>
                    <a:pt x="2" y="10"/>
                    <a:pt x="1" y="10"/>
                    <a:pt x="1" y="11"/>
                  </a:cubicBezTo>
                  <a:cubicBezTo>
                    <a:pt x="1" y="11"/>
                    <a:pt x="0" y="11"/>
                    <a:pt x="0" y="12"/>
                  </a:cubicBezTo>
                  <a:cubicBezTo>
                    <a:pt x="3" y="14"/>
                    <a:pt x="3" y="14"/>
                    <a:pt x="3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1" name="Freeform 771">
              <a:extLst>
                <a:ext uri="{FF2B5EF4-FFF2-40B4-BE49-F238E27FC236}">
                  <a16:creationId xmlns:a16="http://schemas.microsoft.com/office/drawing/2014/main" id="{68280396-B2A8-4CCD-B405-CC8F7B200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412"/>
              <a:ext cx="123" cy="25"/>
            </a:xfrm>
            <a:custGeom>
              <a:avLst/>
              <a:gdLst>
                <a:gd name="T0" fmla="*/ 33 w 49"/>
                <a:gd name="T1" fmla="*/ 158 h 10"/>
                <a:gd name="T2" fmla="*/ 442 w 49"/>
                <a:gd name="T3" fmla="*/ 63 h 10"/>
                <a:gd name="T4" fmla="*/ 743 w 49"/>
                <a:gd name="T5" fmla="*/ 145 h 10"/>
                <a:gd name="T6" fmla="*/ 776 w 49"/>
                <a:gd name="T7" fmla="*/ 95 h 10"/>
                <a:gd name="T8" fmla="*/ 442 w 49"/>
                <a:gd name="T9" fmla="*/ 0 h 10"/>
                <a:gd name="T10" fmla="*/ 0 w 49"/>
                <a:gd name="T11" fmla="*/ 95 h 10"/>
                <a:gd name="T12" fmla="*/ 33 w 49"/>
                <a:gd name="T13" fmla="*/ 15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0">
                  <a:moveTo>
                    <a:pt x="2" y="10"/>
                  </a:moveTo>
                  <a:cubicBezTo>
                    <a:pt x="11" y="6"/>
                    <a:pt x="19" y="4"/>
                    <a:pt x="28" y="4"/>
                  </a:cubicBezTo>
                  <a:cubicBezTo>
                    <a:pt x="34" y="4"/>
                    <a:pt x="40" y="5"/>
                    <a:pt x="47" y="9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2" y="1"/>
                    <a:pt x="35" y="0"/>
                    <a:pt x="28" y="0"/>
                  </a:cubicBezTo>
                  <a:cubicBezTo>
                    <a:pt x="18" y="0"/>
                    <a:pt x="9" y="2"/>
                    <a:pt x="0" y="6"/>
                  </a:cubicBezTo>
                  <a:lnTo>
                    <a:pt x="2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2" name="Freeform 772">
              <a:extLst>
                <a:ext uri="{FF2B5EF4-FFF2-40B4-BE49-F238E27FC236}">
                  <a16:creationId xmlns:a16="http://schemas.microsoft.com/office/drawing/2014/main" id="{5503F454-EADB-4AEE-9B40-2EB1565C5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402"/>
              <a:ext cx="140" cy="43"/>
            </a:xfrm>
            <a:custGeom>
              <a:avLst/>
              <a:gdLst>
                <a:gd name="T0" fmla="*/ 33 w 56"/>
                <a:gd name="T1" fmla="*/ 243 h 17"/>
                <a:gd name="T2" fmla="*/ 220 w 56"/>
                <a:gd name="T3" fmla="*/ 129 h 17"/>
                <a:gd name="T4" fmla="*/ 425 w 56"/>
                <a:gd name="T5" fmla="*/ 63 h 17"/>
                <a:gd name="T6" fmla="*/ 438 w 56"/>
                <a:gd name="T7" fmla="*/ 63 h 17"/>
                <a:gd name="T8" fmla="*/ 438 w 56"/>
                <a:gd name="T9" fmla="*/ 63 h 17"/>
                <a:gd name="T10" fmla="*/ 645 w 56"/>
                <a:gd name="T11" fmla="*/ 147 h 17"/>
                <a:gd name="T12" fmla="*/ 845 w 56"/>
                <a:gd name="T13" fmla="*/ 276 h 17"/>
                <a:gd name="T14" fmla="*/ 875 w 56"/>
                <a:gd name="T15" fmla="*/ 225 h 17"/>
                <a:gd name="T16" fmla="*/ 675 w 56"/>
                <a:gd name="T17" fmla="*/ 96 h 17"/>
                <a:gd name="T18" fmla="*/ 438 w 56"/>
                <a:gd name="T19" fmla="*/ 0 h 17"/>
                <a:gd name="T20" fmla="*/ 438 w 56"/>
                <a:gd name="T21" fmla="*/ 0 h 17"/>
                <a:gd name="T22" fmla="*/ 438 w 56"/>
                <a:gd name="T23" fmla="*/ 0 h 17"/>
                <a:gd name="T24" fmla="*/ 425 w 56"/>
                <a:gd name="T25" fmla="*/ 0 h 17"/>
                <a:gd name="T26" fmla="*/ 188 w 56"/>
                <a:gd name="T27" fmla="*/ 63 h 17"/>
                <a:gd name="T28" fmla="*/ 0 w 56"/>
                <a:gd name="T29" fmla="*/ 192 h 17"/>
                <a:gd name="T30" fmla="*/ 33 w 56"/>
                <a:gd name="T31" fmla="*/ 243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" h="17">
                  <a:moveTo>
                    <a:pt x="2" y="15"/>
                  </a:moveTo>
                  <a:cubicBezTo>
                    <a:pt x="6" y="13"/>
                    <a:pt x="10" y="10"/>
                    <a:pt x="14" y="8"/>
                  </a:cubicBezTo>
                  <a:cubicBezTo>
                    <a:pt x="19" y="5"/>
                    <a:pt x="23" y="4"/>
                    <a:pt x="27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32" y="4"/>
                    <a:pt x="37" y="6"/>
                    <a:pt x="41" y="9"/>
                  </a:cubicBezTo>
                  <a:cubicBezTo>
                    <a:pt x="45" y="12"/>
                    <a:pt x="50" y="15"/>
                    <a:pt x="54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2" y="12"/>
                    <a:pt x="48" y="9"/>
                    <a:pt x="43" y="6"/>
                  </a:cubicBezTo>
                  <a:cubicBezTo>
                    <a:pt x="39" y="3"/>
                    <a:pt x="34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22" y="0"/>
                    <a:pt x="17" y="2"/>
                    <a:pt x="12" y="4"/>
                  </a:cubicBezTo>
                  <a:cubicBezTo>
                    <a:pt x="8" y="7"/>
                    <a:pt x="3" y="10"/>
                    <a:pt x="0" y="12"/>
                  </a:cubicBezTo>
                  <a:lnTo>
                    <a:pt x="2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3" name="Freeform 773">
              <a:extLst>
                <a:ext uri="{FF2B5EF4-FFF2-40B4-BE49-F238E27FC236}">
                  <a16:creationId xmlns:a16="http://schemas.microsoft.com/office/drawing/2014/main" id="{B513F388-21A3-4ABB-B1E0-7C0D0C53F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407"/>
              <a:ext cx="122" cy="38"/>
            </a:xfrm>
            <a:custGeom>
              <a:avLst/>
              <a:gdLst>
                <a:gd name="T0" fmla="*/ 42 w 49"/>
                <a:gd name="T1" fmla="*/ 243 h 15"/>
                <a:gd name="T2" fmla="*/ 105 w 49"/>
                <a:gd name="T3" fmla="*/ 193 h 15"/>
                <a:gd name="T4" fmla="*/ 217 w 49"/>
                <a:gd name="T5" fmla="*/ 129 h 15"/>
                <a:gd name="T6" fmla="*/ 341 w 49"/>
                <a:gd name="T7" fmla="*/ 63 h 15"/>
                <a:gd name="T8" fmla="*/ 371 w 49"/>
                <a:gd name="T9" fmla="*/ 63 h 15"/>
                <a:gd name="T10" fmla="*/ 558 w 49"/>
                <a:gd name="T11" fmla="*/ 129 h 15"/>
                <a:gd name="T12" fmla="*/ 725 w 49"/>
                <a:gd name="T13" fmla="*/ 243 h 15"/>
                <a:gd name="T14" fmla="*/ 757 w 49"/>
                <a:gd name="T15" fmla="*/ 180 h 15"/>
                <a:gd name="T16" fmla="*/ 590 w 49"/>
                <a:gd name="T17" fmla="*/ 63 h 15"/>
                <a:gd name="T18" fmla="*/ 371 w 49"/>
                <a:gd name="T19" fmla="*/ 0 h 15"/>
                <a:gd name="T20" fmla="*/ 321 w 49"/>
                <a:gd name="T21" fmla="*/ 0 h 15"/>
                <a:gd name="T22" fmla="*/ 167 w 49"/>
                <a:gd name="T23" fmla="*/ 84 h 15"/>
                <a:gd name="T24" fmla="*/ 92 w 49"/>
                <a:gd name="T25" fmla="*/ 129 h 15"/>
                <a:gd name="T26" fmla="*/ 0 w 49"/>
                <a:gd name="T27" fmla="*/ 213 h 15"/>
                <a:gd name="T28" fmla="*/ 42 w 49"/>
                <a:gd name="T29" fmla="*/ 243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15">
                  <a:moveTo>
                    <a:pt x="3" y="15"/>
                  </a:moveTo>
                  <a:cubicBezTo>
                    <a:pt x="4" y="14"/>
                    <a:pt x="5" y="13"/>
                    <a:pt x="7" y="12"/>
                  </a:cubicBezTo>
                  <a:cubicBezTo>
                    <a:pt x="9" y="11"/>
                    <a:pt x="12" y="10"/>
                    <a:pt x="14" y="8"/>
                  </a:cubicBezTo>
                  <a:cubicBezTo>
                    <a:pt x="17" y="6"/>
                    <a:pt x="18" y="5"/>
                    <a:pt x="22" y="4"/>
                  </a:cubicBezTo>
                  <a:cubicBezTo>
                    <a:pt x="22" y="4"/>
                    <a:pt x="23" y="4"/>
                    <a:pt x="24" y="4"/>
                  </a:cubicBezTo>
                  <a:cubicBezTo>
                    <a:pt x="27" y="4"/>
                    <a:pt x="32" y="6"/>
                    <a:pt x="36" y="8"/>
                  </a:cubicBezTo>
                  <a:cubicBezTo>
                    <a:pt x="40" y="10"/>
                    <a:pt x="44" y="13"/>
                    <a:pt x="47" y="15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6" y="10"/>
                    <a:pt x="42" y="7"/>
                    <a:pt x="38" y="4"/>
                  </a:cubicBezTo>
                  <a:cubicBezTo>
                    <a:pt x="33" y="2"/>
                    <a:pt x="29" y="0"/>
                    <a:pt x="24" y="0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17" y="1"/>
                    <a:pt x="14" y="3"/>
                    <a:pt x="11" y="5"/>
                  </a:cubicBezTo>
                  <a:cubicBezTo>
                    <a:pt x="10" y="6"/>
                    <a:pt x="8" y="7"/>
                    <a:pt x="6" y="8"/>
                  </a:cubicBezTo>
                  <a:cubicBezTo>
                    <a:pt x="3" y="9"/>
                    <a:pt x="1" y="10"/>
                    <a:pt x="0" y="13"/>
                  </a:cubicBezTo>
                  <a:lnTo>
                    <a:pt x="3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4" name="Freeform 774">
              <a:extLst>
                <a:ext uri="{FF2B5EF4-FFF2-40B4-BE49-F238E27FC236}">
                  <a16:creationId xmlns:a16="http://schemas.microsoft.com/office/drawing/2014/main" id="{960442D8-7A83-47B8-A493-320359872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407"/>
              <a:ext cx="138" cy="50"/>
            </a:xfrm>
            <a:custGeom>
              <a:avLst/>
              <a:gdLst>
                <a:gd name="T0" fmla="*/ 20 w 55"/>
                <a:gd name="T1" fmla="*/ 250 h 20"/>
                <a:gd name="T2" fmla="*/ 221 w 55"/>
                <a:gd name="T3" fmla="*/ 145 h 20"/>
                <a:gd name="T4" fmla="*/ 396 w 55"/>
                <a:gd name="T5" fmla="*/ 63 h 20"/>
                <a:gd name="T6" fmla="*/ 396 w 55"/>
                <a:gd name="T7" fmla="*/ 63 h 20"/>
                <a:gd name="T8" fmla="*/ 396 w 55"/>
                <a:gd name="T9" fmla="*/ 63 h 20"/>
                <a:gd name="T10" fmla="*/ 396 w 55"/>
                <a:gd name="T11" fmla="*/ 63 h 20"/>
                <a:gd name="T12" fmla="*/ 522 w 55"/>
                <a:gd name="T13" fmla="*/ 95 h 20"/>
                <a:gd name="T14" fmla="*/ 630 w 55"/>
                <a:gd name="T15" fmla="*/ 175 h 20"/>
                <a:gd name="T16" fmla="*/ 755 w 55"/>
                <a:gd name="T17" fmla="*/ 270 h 20"/>
                <a:gd name="T18" fmla="*/ 788 w 55"/>
                <a:gd name="T19" fmla="*/ 283 h 20"/>
                <a:gd name="T20" fmla="*/ 805 w 55"/>
                <a:gd name="T21" fmla="*/ 300 h 20"/>
                <a:gd name="T22" fmla="*/ 818 w 55"/>
                <a:gd name="T23" fmla="*/ 313 h 20"/>
                <a:gd name="T24" fmla="*/ 838 w 55"/>
                <a:gd name="T25" fmla="*/ 313 h 20"/>
                <a:gd name="T26" fmla="*/ 868 w 55"/>
                <a:gd name="T27" fmla="*/ 300 h 20"/>
                <a:gd name="T28" fmla="*/ 868 w 55"/>
                <a:gd name="T29" fmla="*/ 283 h 20"/>
                <a:gd name="T30" fmla="*/ 868 w 55"/>
                <a:gd name="T31" fmla="*/ 270 h 20"/>
                <a:gd name="T32" fmla="*/ 805 w 55"/>
                <a:gd name="T33" fmla="*/ 283 h 20"/>
                <a:gd name="T34" fmla="*/ 805 w 55"/>
                <a:gd name="T35" fmla="*/ 283 h 20"/>
                <a:gd name="T36" fmla="*/ 818 w 55"/>
                <a:gd name="T37" fmla="*/ 283 h 20"/>
                <a:gd name="T38" fmla="*/ 805 w 55"/>
                <a:gd name="T39" fmla="*/ 283 h 20"/>
                <a:gd name="T40" fmla="*/ 805 w 55"/>
                <a:gd name="T41" fmla="*/ 283 h 20"/>
                <a:gd name="T42" fmla="*/ 818 w 55"/>
                <a:gd name="T43" fmla="*/ 283 h 20"/>
                <a:gd name="T44" fmla="*/ 805 w 55"/>
                <a:gd name="T45" fmla="*/ 283 h 20"/>
                <a:gd name="T46" fmla="*/ 838 w 55"/>
                <a:gd name="T47" fmla="*/ 283 h 20"/>
                <a:gd name="T48" fmla="*/ 805 w 55"/>
                <a:gd name="T49" fmla="*/ 250 h 20"/>
                <a:gd name="T50" fmla="*/ 805 w 55"/>
                <a:gd name="T51" fmla="*/ 283 h 20"/>
                <a:gd name="T52" fmla="*/ 838 w 55"/>
                <a:gd name="T53" fmla="*/ 283 h 20"/>
                <a:gd name="T54" fmla="*/ 805 w 55"/>
                <a:gd name="T55" fmla="*/ 250 h 20"/>
                <a:gd name="T56" fmla="*/ 838 w 55"/>
                <a:gd name="T57" fmla="*/ 283 h 20"/>
                <a:gd name="T58" fmla="*/ 838 w 55"/>
                <a:gd name="T59" fmla="*/ 250 h 20"/>
                <a:gd name="T60" fmla="*/ 805 w 55"/>
                <a:gd name="T61" fmla="*/ 250 h 20"/>
                <a:gd name="T62" fmla="*/ 838 w 55"/>
                <a:gd name="T63" fmla="*/ 283 h 20"/>
                <a:gd name="T64" fmla="*/ 838 w 55"/>
                <a:gd name="T65" fmla="*/ 250 h 20"/>
                <a:gd name="T66" fmla="*/ 838 w 55"/>
                <a:gd name="T67" fmla="*/ 270 h 20"/>
                <a:gd name="T68" fmla="*/ 838 w 55"/>
                <a:gd name="T69" fmla="*/ 250 h 20"/>
                <a:gd name="T70" fmla="*/ 838 w 55"/>
                <a:gd name="T71" fmla="*/ 250 h 20"/>
                <a:gd name="T72" fmla="*/ 838 w 55"/>
                <a:gd name="T73" fmla="*/ 270 h 20"/>
                <a:gd name="T74" fmla="*/ 838 w 55"/>
                <a:gd name="T75" fmla="*/ 250 h 20"/>
                <a:gd name="T76" fmla="*/ 838 w 55"/>
                <a:gd name="T77" fmla="*/ 250 h 20"/>
                <a:gd name="T78" fmla="*/ 818 w 55"/>
                <a:gd name="T79" fmla="*/ 238 h 20"/>
                <a:gd name="T80" fmla="*/ 805 w 55"/>
                <a:gd name="T81" fmla="*/ 220 h 20"/>
                <a:gd name="T82" fmla="*/ 660 w 55"/>
                <a:gd name="T83" fmla="*/ 113 h 20"/>
                <a:gd name="T84" fmla="*/ 555 w 55"/>
                <a:gd name="T85" fmla="*/ 50 h 20"/>
                <a:gd name="T86" fmla="*/ 396 w 55"/>
                <a:gd name="T87" fmla="*/ 0 h 20"/>
                <a:gd name="T88" fmla="*/ 396 w 55"/>
                <a:gd name="T89" fmla="*/ 0 h 20"/>
                <a:gd name="T90" fmla="*/ 409 w 55"/>
                <a:gd name="T91" fmla="*/ 0 h 20"/>
                <a:gd name="T92" fmla="*/ 396 w 55"/>
                <a:gd name="T93" fmla="*/ 0 h 20"/>
                <a:gd name="T94" fmla="*/ 176 w 55"/>
                <a:gd name="T95" fmla="*/ 83 h 20"/>
                <a:gd name="T96" fmla="*/ 0 w 55"/>
                <a:gd name="T97" fmla="*/ 188 h 20"/>
                <a:gd name="T98" fmla="*/ 20 w 55"/>
                <a:gd name="T99" fmla="*/ 250 h 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5" h="20">
                  <a:moveTo>
                    <a:pt x="1" y="16"/>
                  </a:moveTo>
                  <a:cubicBezTo>
                    <a:pt x="6" y="14"/>
                    <a:pt x="10" y="11"/>
                    <a:pt x="14" y="9"/>
                  </a:cubicBezTo>
                  <a:cubicBezTo>
                    <a:pt x="18" y="6"/>
                    <a:pt x="21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8" y="4"/>
                    <a:pt x="30" y="5"/>
                    <a:pt x="33" y="6"/>
                  </a:cubicBezTo>
                  <a:cubicBezTo>
                    <a:pt x="35" y="8"/>
                    <a:pt x="38" y="9"/>
                    <a:pt x="40" y="11"/>
                  </a:cubicBezTo>
                  <a:cubicBezTo>
                    <a:pt x="43" y="13"/>
                    <a:pt x="45" y="15"/>
                    <a:pt x="48" y="17"/>
                  </a:cubicBezTo>
                  <a:cubicBezTo>
                    <a:pt x="48" y="17"/>
                    <a:pt x="49" y="18"/>
                    <a:pt x="50" y="18"/>
                  </a:cubicBezTo>
                  <a:cubicBezTo>
                    <a:pt x="50" y="19"/>
                    <a:pt x="51" y="19"/>
                    <a:pt x="51" y="19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20"/>
                    <a:pt x="52" y="20"/>
                    <a:pt x="53" y="20"/>
                  </a:cubicBezTo>
                  <a:cubicBezTo>
                    <a:pt x="53" y="20"/>
                    <a:pt x="54" y="20"/>
                    <a:pt x="55" y="19"/>
                  </a:cubicBezTo>
                  <a:cubicBezTo>
                    <a:pt x="55" y="19"/>
                    <a:pt x="55" y="18"/>
                    <a:pt x="55" y="18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7"/>
                    <a:pt x="51" y="17"/>
                    <a:pt x="51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3" y="15"/>
                    <a:pt x="52" y="15"/>
                  </a:cubicBezTo>
                  <a:cubicBezTo>
                    <a:pt x="52" y="14"/>
                    <a:pt x="51" y="14"/>
                    <a:pt x="51" y="14"/>
                  </a:cubicBezTo>
                  <a:cubicBezTo>
                    <a:pt x="48" y="12"/>
                    <a:pt x="45" y="9"/>
                    <a:pt x="42" y="7"/>
                  </a:cubicBezTo>
                  <a:cubicBezTo>
                    <a:pt x="40" y="6"/>
                    <a:pt x="37" y="4"/>
                    <a:pt x="35" y="3"/>
                  </a:cubicBezTo>
                  <a:cubicBezTo>
                    <a:pt x="32" y="1"/>
                    <a:pt x="29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0" y="0"/>
                    <a:pt x="15" y="3"/>
                    <a:pt x="11" y="5"/>
                  </a:cubicBezTo>
                  <a:cubicBezTo>
                    <a:pt x="7" y="8"/>
                    <a:pt x="4" y="11"/>
                    <a:pt x="0" y="12"/>
                  </a:cubicBezTo>
                  <a:lnTo>
                    <a:pt x="1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5" name="Freeform 775">
              <a:extLst>
                <a:ext uri="{FF2B5EF4-FFF2-40B4-BE49-F238E27FC236}">
                  <a16:creationId xmlns:a16="http://schemas.microsoft.com/office/drawing/2014/main" id="{4E421DEC-F24E-4DBF-9CD0-B98B923C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402"/>
              <a:ext cx="143" cy="53"/>
            </a:xfrm>
            <a:custGeom>
              <a:avLst/>
              <a:gdLst>
                <a:gd name="T0" fmla="*/ 83 w 57"/>
                <a:gd name="T1" fmla="*/ 255 h 21"/>
                <a:gd name="T2" fmla="*/ 188 w 57"/>
                <a:gd name="T3" fmla="*/ 192 h 21"/>
                <a:gd name="T4" fmla="*/ 301 w 57"/>
                <a:gd name="T5" fmla="*/ 96 h 21"/>
                <a:gd name="T6" fmla="*/ 366 w 57"/>
                <a:gd name="T7" fmla="*/ 63 h 21"/>
                <a:gd name="T8" fmla="*/ 366 w 57"/>
                <a:gd name="T9" fmla="*/ 63 h 21"/>
                <a:gd name="T10" fmla="*/ 567 w 57"/>
                <a:gd name="T11" fmla="*/ 159 h 21"/>
                <a:gd name="T12" fmla="*/ 818 w 57"/>
                <a:gd name="T13" fmla="*/ 288 h 21"/>
                <a:gd name="T14" fmla="*/ 850 w 57"/>
                <a:gd name="T15" fmla="*/ 255 h 21"/>
                <a:gd name="T16" fmla="*/ 868 w 57"/>
                <a:gd name="T17" fmla="*/ 242 h 21"/>
                <a:gd name="T18" fmla="*/ 868 w 57"/>
                <a:gd name="T19" fmla="*/ 242 h 21"/>
                <a:gd name="T20" fmla="*/ 868 w 57"/>
                <a:gd name="T21" fmla="*/ 242 h 21"/>
                <a:gd name="T22" fmla="*/ 838 w 57"/>
                <a:gd name="T23" fmla="*/ 255 h 21"/>
                <a:gd name="T24" fmla="*/ 838 w 57"/>
                <a:gd name="T25" fmla="*/ 255 h 21"/>
                <a:gd name="T26" fmla="*/ 868 w 57"/>
                <a:gd name="T27" fmla="*/ 242 h 21"/>
                <a:gd name="T28" fmla="*/ 868 w 57"/>
                <a:gd name="T29" fmla="*/ 255 h 21"/>
                <a:gd name="T30" fmla="*/ 868 w 57"/>
                <a:gd name="T31" fmla="*/ 275 h 21"/>
                <a:gd name="T32" fmla="*/ 838 w 57"/>
                <a:gd name="T33" fmla="*/ 255 h 21"/>
                <a:gd name="T34" fmla="*/ 838 w 57"/>
                <a:gd name="T35" fmla="*/ 255 h 21"/>
                <a:gd name="T36" fmla="*/ 868 w 57"/>
                <a:gd name="T37" fmla="*/ 275 h 21"/>
                <a:gd name="T38" fmla="*/ 850 w 57"/>
                <a:gd name="T39" fmla="*/ 288 h 21"/>
                <a:gd name="T40" fmla="*/ 838 w 57"/>
                <a:gd name="T41" fmla="*/ 288 h 21"/>
                <a:gd name="T42" fmla="*/ 838 w 57"/>
                <a:gd name="T43" fmla="*/ 255 h 21"/>
                <a:gd name="T44" fmla="*/ 838 w 57"/>
                <a:gd name="T45" fmla="*/ 255 h 21"/>
                <a:gd name="T46" fmla="*/ 838 w 57"/>
                <a:gd name="T47" fmla="*/ 288 h 21"/>
                <a:gd name="T48" fmla="*/ 818 w 57"/>
                <a:gd name="T49" fmla="*/ 288 h 21"/>
                <a:gd name="T50" fmla="*/ 818 w 57"/>
                <a:gd name="T51" fmla="*/ 288 h 21"/>
                <a:gd name="T52" fmla="*/ 838 w 57"/>
                <a:gd name="T53" fmla="*/ 255 h 21"/>
                <a:gd name="T54" fmla="*/ 838 w 57"/>
                <a:gd name="T55" fmla="*/ 255 h 21"/>
                <a:gd name="T56" fmla="*/ 818 w 57"/>
                <a:gd name="T57" fmla="*/ 288 h 21"/>
                <a:gd name="T58" fmla="*/ 818 w 57"/>
                <a:gd name="T59" fmla="*/ 275 h 21"/>
                <a:gd name="T60" fmla="*/ 838 w 57"/>
                <a:gd name="T61" fmla="*/ 305 h 21"/>
                <a:gd name="T62" fmla="*/ 850 w 57"/>
                <a:gd name="T63" fmla="*/ 305 h 21"/>
                <a:gd name="T64" fmla="*/ 838 w 57"/>
                <a:gd name="T65" fmla="*/ 305 h 21"/>
                <a:gd name="T66" fmla="*/ 838 w 57"/>
                <a:gd name="T67" fmla="*/ 305 h 21"/>
                <a:gd name="T68" fmla="*/ 838 w 57"/>
                <a:gd name="T69" fmla="*/ 305 h 21"/>
                <a:gd name="T70" fmla="*/ 868 w 57"/>
                <a:gd name="T71" fmla="*/ 305 h 21"/>
                <a:gd name="T72" fmla="*/ 868 w 57"/>
                <a:gd name="T73" fmla="*/ 305 h 21"/>
                <a:gd name="T74" fmla="*/ 838 w 57"/>
                <a:gd name="T75" fmla="*/ 305 h 21"/>
                <a:gd name="T76" fmla="*/ 838 w 57"/>
                <a:gd name="T77" fmla="*/ 288 h 21"/>
                <a:gd name="T78" fmla="*/ 868 w 57"/>
                <a:gd name="T79" fmla="*/ 275 h 21"/>
                <a:gd name="T80" fmla="*/ 868 w 57"/>
                <a:gd name="T81" fmla="*/ 305 h 21"/>
                <a:gd name="T82" fmla="*/ 868 w 57"/>
                <a:gd name="T83" fmla="*/ 305 h 21"/>
                <a:gd name="T84" fmla="*/ 868 w 57"/>
                <a:gd name="T85" fmla="*/ 275 h 21"/>
                <a:gd name="T86" fmla="*/ 881 w 57"/>
                <a:gd name="T87" fmla="*/ 275 h 21"/>
                <a:gd name="T88" fmla="*/ 868 w 57"/>
                <a:gd name="T89" fmla="*/ 338 h 21"/>
                <a:gd name="T90" fmla="*/ 901 w 57"/>
                <a:gd name="T91" fmla="*/ 305 h 21"/>
                <a:gd name="T92" fmla="*/ 881 w 57"/>
                <a:gd name="T93" fmla="*/ 275 h 21"/>
                <a:gd name="T94" fmla="*/ 868 w 57"/>
                <a:gd name="T95" fmla="*/ 242 h 21"/>
                <a:gd name="T96" fmla="*/ 868 w 57"/>
                <a:gd name="T97" fmla="*/ 242 h 21"/>
                <a:gd name="T98" fmla="*/ 850 w 57"/>
                <a:gd name="T99" fmla="*/ 222 h 21"/>
                <a:gd name="T100" fmla="*/ 818 w 57"/>
                <a:gd name="T101" fmla="*/ 242 h 21"/>
                <a:gd name="T102" fmla="*/ 805 w 57"/>
                <a:gd name="T103" fmla="*/ 255 h 21"/>
                <a:gd name="T104" fmla="*/ 805 w 57"/>
                <a:gd name="T105" fmla="*/ 275 h 21"/>
                <a:gd name="T106" fmla="*/ 868 w 57"/>
                <a:gd name="T107" fmla="*/ 242 h 21"/>
                <a:gd name="T108" fmla="*/ 597 w 57"/>
                <a:gd name="T109" fmla="*/ 114 h 21"/>
                <a:gd name="T110" fmla="*/ 366 w 57"/>
                <a:gd name="T111" fmla="*/ 0 h 21"/>
                <a:gd name="T112" fmla="*/ 366 w 57"/>
                <a:gd name="T113" fmla="*/ 0 h 21"/>
                <a:gd name="T114" fmla="*/ 188 w 57"/>
                <a:gd name="T115" fmla="*/ 96 h 21"/>
                <a:gd name="T116" fmla="*/ 95 w 57"/>
                <a:gd name="T117" fmla="*/ 179 h 21"/>
                <a:gd name="T118" fmla="*/ 0 w 57"/>
                <a:gd name="T119" fmla="*/ 242 h 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7" h="21">
                  <a:moveTo>
                    <a:pt x="3" y="17"/>
                  </a:moveTo>
                  <a:cubicBezTo>
                    <a:pt x="3" y="17"/>
                    <a:pt x="4" y="17"/>
                    <a:pt x="5" y="16"/>
                  </a:cubicBezTo>
                  <a:cubicBezTo>
                    <a:pt x="6" y="16"/>
                    <a:pt x="7" y="16"/>
                    <a:pt x="8" y="15"/>
                  </a:cubicBezTo>
                  <a:cubicBezTo>
                    <a:pt x="10" y="14"/>
                    <a:pt x="11" y="13"/>
                    <a:pt x="12" y="12"/>
                  </a:cubicBezTo>
                  <a:cubicBezTo>
                    <a:pt x="13" y="11"/>
                    <a:pt x="13" y="10"/>
                    <a:pt x="14" y="9"/>
                  </a:cubicBezTo>
                  <a:cubicBezTo>
                    <a:pt x="15" y="8"/>
                    <a:pt x="17" y="7"/>
                    <a:pt x="19" y="6"/>
                  </a:cubicBezTo>
                  <a:cubicBezTo>
                    <a:pt x="20" y="5"/>
                    <a:pt x="21" y="5"/>
                    <a:pt x="22" y="5"/>
                  </a:cubicBezTo>
                  <a:cubicBezTo>
                    <a:pt x="22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5" y="4"/>
                    <a:pt x="27" y="5"/>
                    <a:pt x="29" y="6"/>
                  </a:cubicBezTo>
                  <a:cubicBezTo>
                    <a:pt x="32" y="8"/>
                    <a:pt x="34" y="9"/>
                    <a:pt x="36" y="10"/>
                  </a:cubicBezTo>
                  <a:cubicBezTo>
                    <a:pt x="39" y="12"/>
                    <a:pt x="42" y="13"/>
                    <a:pt x="45" y="14"/>
                  </a:cubicBezTo>
                  <a:cubicBezTo>
                    <a:pt x="47" y="15"/>
                    <a:pt x="50" y="16"/>
                    <a:pt x="52" y="18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16"/>
                    <a:pt x="55" y="16"/>
                    <a:pt x="55" y="15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6"/>
                    <a:pt x="55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3" y="18"/>
                    <a:pt x="53" y="18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8"/>
                    <a:pt x="52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8"/>
                    <a:pt x="53" y="19"/>
                    <a:pt x="53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4" y="17"/>
                    <a:pt x="54" y="17"/>
                    <a:pt x="53" y="18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6" y="17"/>
                    <a:pt x="55" y="17"/>
                    <a:pt x="55" y="17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5" y="21"/>
                  </a:cubicBezTo>
                  <a:cubicBezTo>
                    <a:pt x="55" y="21"/>
                    <a:pt x="56" y="20"/>
                    <a:pt x="56" y="20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56" y="17"/>
                    <a:pt x="56" y="17"/>
                  </a:cubicBezTo>
                  <a:cubicBezTo>
                    <a:pt x="56" y="17"/>
                    <a:pt x="56" y="16"/>
                    <a:pt x="55" y="16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4"/>
                    <a:pt x="54" y="14"/>
                    <a:pt x="53" y="14"/>
                  </a:cubicBezTo>
                  <a:cubicBezTo>
                    <a:pt x="53" y="14"/>
                    <a:pt x="52" y="14"/>
                    <a:pt x="52" y="15"/>
                  </a:cubicBezTo>
                  <a:cubicBezTo>
                    <a:pt x="52" y="15"/>
                    <a:pt x="51" y="15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2" y="12"/>
                    <a:pt x="49" y="11"/>
                    <a:pt x="46" y="10"/>
                  </a:cubicBezTo>
                  <a:cubicBezTo>
                    <a:pt x="44" y="9"/>
                    <a:pt x="41" y="8"/>
                    <a:pt x="38" y="7"/>
                  </a:cubicBezTo>
                  <a:cubicBezTo>
                    <a:pt x="36" y="6"/>
                    <a:pt x="34" y="4"/>
                    <a:pt x="31" y="3"/>
                  </a:cubicBezTo>
                  <a:cubicBezTo>
                    <a:pt x="29" y="2"/>
                    <a:pt x="26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1" y="1"/>
                    <a:pt x="20" y="1"/>
                  </a:cubicBezTo>
                  <a:cubicBezTo>
                    <a:pt x="17" y="2"/>
                    <a:pt x="14" y="4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8" y="10"/>
                    <a:pt x="7" y="11"/>
                    <a:pt x="6" y="11"/>
                  </a:cubicBezTo>
                  <a:cubicBezTo>
                    <a:pt x="5" y="12"/>
                    <a:pt x="4" y="12"/>
                    <a:pt x="3" y="13"/>
                  </a:cubicBezTo>
                  <a:cubicBezTo>
                    <a:pt x="2" y="13"/>
                    <a:pt x="1" y="14"/>
                    <a:pt x="0" y="15"/>
                  </a:cubicBezTo>
                  <a:lnTo>
                    <a:pt x="3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6" name="Freeform 776">
              <a:extLst>
                <a:ext uri="{FF2B5EF4-FFF2-40B4-BE49-F238E27FC236}">
                  <a16:creationId xmlns:a16="http://schemas.microsoft.com/office/drawing/2014/main" id="{5C3F02B0-011A-46F5-9FEA-02F5A1828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402"/>
              <a:ext cx="125" cy="40"/>
            </a:xfrm>
            <a:custGeom>
              <a:avLst/>
              <a:gdLst>
                <a:gd name="T0" fmla="*/ 50 w 50"/>
                <a:gd name="T1" fmla="*/ 250 h 16"/>
                <a:gd name="T2" fmla="*/ 175 w 50"/>
                <a:gd name="T3" fmla="*/ 125 h 16"/>
                <a:gd name="T4" fmla="*/ 250 w 50"/>
                <a:gd name="T5" fmla="*/ 83 h 16"/>
                <a:gd name="T6" fmla="*/ 333 w 50"/>
                <a:gd name="T7" fmla="*/ 63 h 16"/>
                <a:gd name="T8" fmla="*/ 333 w 50"/>
                <a:gd name="T9" fmla="*/ 63 h 16"/>
                <a:gd name="T10" fmla="*/ 395 w 50"/>
                <a:gd name="T11" fmla="*/ 63 h 16"/>
                <a:gd name="T12" fmla="*/ 438 w 50"/>
                <a:gd name="T13" fmla="*/ 95 h 16"/>
                <a:gd name="T14" fmla="*/ 613 w 50"/>
                <a:gd name="T15" fmla="*/ 158 h 16"/>
                <a:gd name="T16" fmla="*/ 738 w 50"/>
                <a:gd name="T17" fmla="*/ 238 h 16"/>
                <a:gd name="T18" fmla="*/ 783 w 50"/>
                <a:gd name="T19" fmla="*/ 208 h 16"/>
                <a:gd name="T20" fmla="*/ 625 w 50"/>
                <a:gd name="T21" fmla="*/ 113 h 16"/>
                <a:gd name="T22" fmla="*/ 470 w 50"/>
                <a:gd name="T23" fmla="*/ 50 h 16"/>
                <a:gd name="T24" fmla="*/ 408 w 50"/>
                <a:gd name="T25" fmla="*/ 20 h 16"/>
                <a:gd name="T26" fmla="*/ 333 w 50"/>
                <a:gd name="T27" fmla="*/ 0 h 16"/>
                <a:gd name="T28" fmla="*/ 313 w 50"/>
                <a:gd name="T29" fmla="*/ 0 h 16"/>
                <a:gd name="T30" fmla="*/ 238 w 50"/>
                <a:gd name="T31" fmla="*/ 33 h 16"/>
                <a:gd name="T32" fmla="*/ 0 w 50"/>
                <a:gd name="T33" fmla="*/ 208 h 16"/>
                <a:gd name="T34" fmla="*/ 50 w 50"/>
                <a:gd name="T35" fmla="*/ 250 h 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" h="16">
                  <a:moveTo>
                    <a:pt x="3" y="16"/>
                  </a:moveTo>
                  <a:cubicBezTo>
                    <a:pt x="4" y="14"/>
                    <a:pt x="8" y="11"/>
                    <a:pt x="11" y="8"/>
                  </a:cubicBezTo>
                  <a:cubicBezTo>
                    <a:pt x="13" y="7"/>
                    <a:pt x="15" y="6"/>
                    <a:pt x="16" y="5"/>
                  </a:cubicBezTo>
                  <a:cubicBezTo>
                    <a:pt x="18" y="4"/>
                    <a:pt x="20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3" y="4"/>
                    <a:pt x="23" y="4"/>
                    <a:pt x="25" y="4"/>
                  </a:cubicBezTo>
                  <a:cubicBezTo>
                    <a:pt x="26" y="5"/>
                    <a:pt x="27" y="5"/>
                    <a:pt x="28" y="6"/>
                  </a:cubicBezTo>
                  <a:cubicBezTo>
                    <a:pt x="31" y="8"/>
                    <a:pt x="35" y="9"/>
                    <a:pt x="39" y="10"/>
                  </a:cubicBezTo>
                  <a:cubicBezTo>
                    <a:pt x="42" y="12"/>
                    <a:pt x="45" y="14"/>
                    <a:pt x="47" y="15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47" y="10"/>
                    <a:pt x="44" y="8"/>
                    <a:pt x="40" y="7"/>
                  </a:cubicBezTo>
                  <a:cubicBezTo>
                    <a:pt x="37" y="5"/>
                    <a:pt x="33" y="4"/>
                    <a:pt x="30" y="3"/>
                  </a:cubicBezTo>
                  <a:cubicBezTo>
                    <a:pt x="29" y="2"/>
                    <a:pt x="27" y="1"/>
                    <a:pt x="26" y="1"/>
                  </a:cubicBezTo>
                  <a:cubicBezTo>
                    <a:pt x="25" y="0"/>
                    <a:pt x="23" y="0"/>
                    <a:pt x="21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8" y="0"/>
                    <a:pt x="17" y="1"/>
                    <a:pt x="15" y="2"/>
                  </a:cubicBezTo>
                  <a:cubicBezTo>
                    <a:pt x="9" y="5"/>
                    <a:pt x="3" y="10"/>
                    <a:pt x="0" y="13"/>
                  </a:cubicBezTo>
                  <a:lnTo>
                    <a:pt x="3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7" name="Freeform 777">
              <a:extLst>
                <a:ext uri="{FF2B5EF4-FFF2-40B4-BE49-F238E27FC236}">
                  <a16:creationId xmlns:a16="http://schemas.microsoft.com/office/drawing/2014/main" id="{1F551189-DD06-4315-9A73-CF3A658A7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405"/>
              <a:ext cx="120" cy="37"/>
            </a:xfrm>
            <a:custGeom>
              <a:avLst/>
              <a:gdLst>
                <a:gd name="T0" fmla="*/ 0 w 48"/>
                <a:gd name="T1" fmla="*/ 195 h 15"/>
                <a:gd name="T2" fmla="*/ 20 w 48"/>
                <a:gd name="T3" fmla="*/ 195 h 15"/>
                <a:gd name="T4" fmla="*/ 188 w 48"/>
                <a:gd name="T5" fmla="*/ 133 h 15"/>
                <a:gd name="T6" fmla="*/ 345 w 48"/>
                <a:gd name="T7" fmla="*/ 62 h 15"/>
                <a:gd name="T8" fmla="*/ 345 w 48"/>
                <a:gd name="T9" fmla="*/ 62 h 15"/>
                <a:gd name="T10" fmla="*/ 533 w 48"/>
                <a:gd name="T11" fmla="*/ 121 h 15"/>
                <a:gd name="T12" fmla="*/ 720 w 48"/>
                <a:gd name="T13" fmla="*/ 224 h 15"/>
                <a:gd name="T14" fmla="*/ 750 w 48"/>
                <a:gd name="T15" fmla="*/ 183 h 15"/>
                <a:gd name="T16" fmla="*/ 563 w 48"/>
                <a:gd name="T17" fmla="*/ 74 h 15"/>
                <a:gd name="T18" fmla="*/ 345 w 48"/>
                <a:gd name="T19" fmla="*/ 0 h 15"/>
                <a:gd name="T20" fmla="*/ 333 w 48"/>
                <a:gd name="T21" fmla="*/ 0 h 15"/>
                <a:gd name="T22" fmla="*/ 158 w 48"/>
                <a:gd name="T23" fmla="*/ 74 h 15"/>
                <a:gd name="T24" fmla="*/ 20 w 48"/>
                <a:gd name="T25" fmla="*/ 133 h 15"/>
                <a:gd name="T26" fmla="*/ 0 w 48"/>
                <a:gd name="T27" fmla="*/ 133 h 15"/>
                <a:gd name="T28" fmla="*/ 0 w 48"/>
                <a:gd name="T29" fmla="*/ 195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15">
                  <a:moveTo>
                    <a:pt x="0" y="13"/>
                  </a:moveTo>
                  <a:cubicBezTo>
                    <a:pt x="1" y="13"/>
                    <a:pt x="1" y="13"/>
                    <a:pt x="1" y="13"/>
                  </a:cubicBezTo>
                  <a:cubicBezTo>
                    <a:pt x="5" y="13"/>
                    <a:pt x="8" y="11"/>
                    <a:pt x="12" y="9"/>
                  </a:cubicBezTo>
                  <a:cubicBezTo>
                    <a:pt x="15" y="6"/>
                    <a:pt x="19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6" y="4"/>
                    <a:pt x="30" y="6"/>
                    <a:pt x="34" y="8"/>
                  </a:cubicBezTo>
                  <a:cubicBezTo>
                    <a:pt x="38" y="10"/>
                    <a:pt x="42" y="13"/>
                    <a:pt x="46" y="15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5" y="10"/>
                    <a:pt x="40" y="7"/>
                    <a:pt x="36" y="5"/>
                  </a:cubicBezTo>
                  <a:cubicBezTo>
                    <a:pt x="32" y="2"/>
                    <a:pt x="27" y="0"/>
                    <a:pt x="22" y="0"/>
                  </a:cubicBezTo>
                  <a:cubicBezTo>
                    <a:pt x="22" y="0"/>
                    <a:pt x="22" y="0"/>
                    <a:pt x="21" y="0"/>
                  </a:cubicBezTo>
                  <a:cubicBezTo>
                    <a:pt x="17" y="1"/>
                    <a:pt x="13" y="3"/>
                    <a:pt x="10" y="5"/>
                  </a:cubicBezTo>
                  <a:cubicBezTo>
                    <a:pt x="6" y="7"/>
                    <a:pt x="3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8" name="Freeform 778">
              <a:extLst>
                <a:ext uri="{FF2B5EF4-FFF2-40B4-BE49-F238E27FC236}">
                  <a16:creationId xmlns:a16="http://schemas.microsoft.com/office/drawing/2014/main" id="{BA026CE1-00AC-4B84-8A4B-1C077A79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402"/>
              <a:ext cx="157" cy="40"/>
            </a:xfrm>
            <a:custGeom>
              <a:avLst/>
              <a:gdLst>
                <a:gd name="T0" fmla="*/ 62 w 63"/>
                <a:gd name="T1" fmla="*/ 250 h 16"/>
                <a:gd name="T2" fmla="*/ 105 w 63"/>
                <a:gd name="T3" fmla="*/ 188 h 16"/>
                <a:gd name="T4" fmla="*/ 262 w 63"/>
                <a:gd name="T5" fmla="*/ 95 h 16"/>
                <a:gd name="T6" fmla="*/ 404 w 63"/>
                <a:gd name="T7" fmla="*/ 63 h 16"/>
                <a:gd name="T8" fmla="*/ 404 w 63"/>
                <a:gd name="T9" fmla="*/ 63 h 16"/>
                <a:gd name="T10" fmla="*/ 404 w 63"/>
                <a:gd name="T11" fmla="*/ 33 h 16"/>
                <a:gd name="T12" fmla="*/ 386 w 63"/>
                <a:gd name="T13" fmla="*/ 63 h 16"/>
                <a:gd name="T14" fmla="*/ 404 w 63"/>
                <a:gd name="T15" fmla="*/ 63 h 16"/>
                <a:gd name="T16" fmla="*/ 404 w 63"/>
                <a:gd name="T17" fmla="*/ 33 h 16"/>
                <a:gd name="T18" fmla="*/ 386 w 63"/>
                <a:gd name="T19" fmla="*/ 63 h 16"/>
                <a:gd name="T20" fmla="*/ 404 w 63"/>
                <a:gd name="T21" fmla="*/ 63 h 16"/>
                <a:gd name="T22" fmla="*/ 404 w 63"/>
                <a:gd name="T23" fmla="*/ 63 h 16"/>
                <a:gd name="T24" fmla="*/ 683 w 63"/>
                <a:gd name="T25" fmla="*/ 125 h 16"/>
                <a:gd name="T26" fmla="*/ 944 w 63"/>
                <a:gd name="T27" fmla="*/ 208 h 16"/>
                <a:gd name="T28" fmla="*/ 962 w 63"/>
                <a:gd name="T29" fmla="*/ 175 h 16"/>
                <a:gd name="T30" fmla="*/ 962 w 63"/>
                <a:gd name="T31" fmla="*/ 145 h 16"/>
                <a:gd name="T32" fmla="*/ 932 w 63"/>
                <a:gd name="T33" fmla="*/ 145 h 16"/>
                <a:gd name="T34" fmla="*/ 912 w 63"/>
                <a:gd name="T35" fmla="*/ 208 h 16"/>
                <a:gd name="T36" fmla="*/ 944 w 63"/>
                <a:gd name="T37" fmla="*/ 208 h 16"/>
                <a:gd name="T38" fmla="*/ 974 w 63"/>
                <a:gd name="T39" fmla="*/ 158 h 16"/>
                <a:gd name="T40" fmla="*/ 695 w 63"/>
                <a:gd name="T41" fmla="*/ 63 h 16"/>
                <a:gd name="T42" fmla="*/ 404 w 63"/>
                <a:gd name="T43" fmla="*/ 0 h 16"/>
                <a:gd name="T44" fmla="*/ 404 w 63"/>
                <a:gd name="T45" fmla="*/ 33 h 16"/>
                <a:gd name="T46" fmla="*/ 416 w 63"/>
                <a:gd name="T47" fmla="*/ 0 h 16"/>
                <a:gd name="T48" fmla="*/ 404 w 63"/>
                <a:gd name="T49" fmla="*/ 0 h 16"/>
                <a:gd name="T50" fmla="*/ 404 w 63"/>
                <a:gd name="T51" fmla="*/ 0 h 16"/>
                <a:gd name="T52" fmla="*/ 404 w 63"/>
                <a:gd name="T53" fmla="*/ 33 h 16"/>
                <a:gd name="T54" fmla="*/ 404 w 63"/>
                <a:gd name="T55" fmla="*/ 0 h 16"/>
                <a:gd name="T56" fmla="*/ 404 w 63"/>
                <a:gd name="T57" fmla="*/ 0 h 16"/>
                <a:gd name="T58" fmla="*/ 404 w 63"/>
                <a:gd name="T59" fmla="*/ 33 h 16"/>
                <a:gd name="T60" fmla="*/ 404 w 63"/>
                <a:gd name="T61" fmla="*/ 0 h 16"/>
                <a:gd name="T62" fmla="*/ 292 w 63"/>
                <a:gd name="T63" fmla="*/ 20 h 16"/>
                <a:gd name="T64" fmla="*/ 105 w 63"/>
                <a:gd name="T65" fmla="*/ 95 h 16"/>
                <a:gd name="T66" fmla="*/ 42 w 63"/>
                <a:gd name="T67" fmla="*/ 158 h 16"/>
                <a:gd name="T68" fmla="*/ 0 w 63"/>
                <a:gd name="T69" fmla="*/ 238 h 16"/>
                <a:gd name="T70" fmla="*/ 62 w 63"/>
                <a:gd name="T71" fmla="*/ 250 h 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3" h="16">
                  <a:moveTo>
                    <a:pt x="4" y="16"/>
                  </a:moveTo>
                  <a:cubicBezTo>
                    <a:pt x="4" y="15"/>
                    <a:pt x="5" y="13"/>
                    <a:pt x="7" y="12"/>
                  </a:cubicBezTo>
                  <a:cubicBezTo>
                    <a:pt x="9" y="10"/>
                    <a:pt x="13" y="8"/>
                    <a:pt x="17" y="6"/>
                  </a:cubicBezTo>
                  <a:cubicBezTo>
                    <a:pt x="20" y="5"/>
                    <a:pt x="24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32" y="4"/>
                    <a:pt x="38" y="6"/>
                    <a:pt x="44" y="8"/>
                  </a:cubicBezTo>
                  <a:cubicBezTo>
                    <a:pt x="50" y="10"/>
                    <a:pt x="56" y="10"/>
                    <a:pt x="61" y="13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1" y="9"/>
                    <a:pt x="60" y="9"/>
                    <a:pt x="60" y="9"/>
                  </a:cubicBezTo>
                  <a:cubicBezTo>
                    <a:pt x="59" y="13"/>
                    <a:pt x="59" y="13"/>
                    <a:pt x="59" y="13"/>
                  </a:cubicBezTo>
                  <a:cubicBezTo>
                    <a:pt x="60" y="13"/>
                    <a:pt x="61" y="13"/>
                    <a:pt x="61" y="13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57" y="6"/>
                    <a:pt x="50" y="6"/>
                    <a:pt x="45" y="4"/>
                  </a:cubicBezTo>
                  <a:cubicBezTo>
                    <a:pt x="39" y="3"/>
                    <a:pt x="33" y="0"/>
                    <a:pt x="26" y="0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4" y="0"/>
                    <a:pt x="22" y="0"/>
                    <a:pt x="19" y="1"/>
                  </a:cubicBezTo>
                  <a:cubicBezTo>
                    <a:pt x="15" y="2"/>
                    <a:pt x="11" y="4"/>
                    <a:pt x="7" y="6"/>
                  </a:cubicBezTo>
                  <a:cubicBezTo>
                    <a:pt x="5" y="8"/>
                    <a:pt x="4" y="9"/>
                    <a:pt x="3" y="10"/>
                  </a:cubicBezTo>
                  <a:cubicBezTo>
                    <a:pt x="1" y="12"/>
                    <a:pt x="0" y="13"/>
                    <a:pt x="0" y="15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9" name="Freeform 779">
              <a:extLst>
                <a:ext uri="{FF2B5EF4-FFF2-40B4-BE49-F238E27FC236}">
                  <a16:creationId xmlns:a16="http://schemas.microsoft.com/office/drawing/2014/main" id="{E1D9934B-FE01-4FC7-A916-09831D185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405"/>
              <a:ext cx="150" cy="37"/>
            </a:xfrm>
            <a:custGeom>
              <a:avLst/>
              <a:gdLst>
                <a:gd name="T0" fmla="*/ 0 w 60"/>
                <a:gd name="T1" fmla="*/ 212 h 15"/>
                <a:gd name="T2" fmla="*/ 33 w 60"/>
                <a:gd name="T3" fmla="*/ 212 h 15"/>
                <a:gd name="T4" fmla="*/ 113 w 60"/>
                <a:gd name="T5" fmla="*/ 195 h 15"/>
                <a:gd name="T6" fmla="*/ 238 w 60"/>
                <a:gd name="T7" fmla="*/ 133 h 15"/>
                <a:gd name="T8" fmla="*/ 333 w 60"/>
                <a:gd name="T9" fmla="*/ 91 h 15"/>
                <a:gd name="T10" fmla="*/ 458 w 60"/>
                <a:gd name="T11" fmla="*/ 62 h 15"/>
                <a:gd name="T12" fmla="*/ 488 w 60"/>
                <a:gd name="T13" fmla="*/ 62 h 15"/>
                <a:gd name="T14" fmla="*/ 708 w 60"/>
                <a:gd name="T15" fmla="*/ 153 h 15"/>
                <a:gd name="T16" fmla="*/ 813 w 60"/>
                <a:gd name="T17" fmla="*/ 195 h 15"/>
                <a:gd name="T18" fmla="*/ 875 w 60"/>
                <a:gd name="T19" fmla="*/ 212 h 15"/>
                <a:gd name="T20" fmla="*/ 895 w 60"/>
                <a:gd name="T21" fmla="*/ 224 h 15"/>
                <a:gd name="T22" fmla="*/ 938 w 60"/>
                <a:gd name="T23" fmla="*/ 195 h 15"/>
                <a:gd name="T24" fmla="*/ 895 w 60"/>
                <a:gd name="T25" fmla="*/ 165 h 15"/>
                <a:gd name="T26" fmla="*/ 813 w 60"/>
                <a:gd name="T27" fmla="*/ 133 h 15"/>
                <a:gd name="T28" fmla="*/ 738 w 60"/>
                <a:gd name="T29" fmla="*/ 104 h 15"/>
                <a:gd name="T30" fmla="*/ 500 w 60"/>
                <a:gd name="T31" fmla="*/ 0 h 15"/>
                <a:gd name="T32" fmla="*/ 458 w 60"/>
                <a:gd name="T33" fmla="*/ 0 h 15"/>
                <a:gd name="T34" fmla="*/ 300 w 60"/>
                <a:gd name="T35" fmla="*/ 30 h 15"/>
                <a:gd name="T36" fmla="*/ 158 w 60"/>
                <a:gd name="T37" fmla="*/ 104 h 15"/>
                <a:gd name="T38" fmla="*/ 95 w 60"/>
                <a:gd name="T39" fmla="*/ 133 h 15"/>
                <a:gd name="T40" fmla="*/ 33 w 60"/>
                <a:gd name="T41" fmla="*/ 153 h 15"/>
                <a:gd name="T42" fmla="*/ 20 w 60"/>
                <a:gd name="T43" fmla="*/ 153 h 15"/>
                <a:gd name="T44" fmla="*/ 0 w 60"/>
                <a:gd name="T45" fmla="*/ 212 h 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" h="15">
                  <a:moveTo>
                    <a:pt x="0" y="14"/>
                  </a:moveTo>
                  <a:cubicBezTo>
                    <a:pt x="1" y="14"/>
                    <a:pt x="1" y="14"/>
                    <a:pt x="2" y="14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10" y="12"/>
                    <a:pt x="12" y="10"/>
                    <a:pt x="15" y="9"/>
                  </a:cubicBezTo>
                  <a:cubicBezTo>
                    <a:pt x="17" y="7"/>
                    <a:pt x="20" y="6"/>
                    <a:pt x="21" y="6"/>
                  </a:cubicBezTo>
                  <a:cubicBezTo>
                    <a:pt x="23" y="5"/>
                    <a:pt x="26" y="4"/>
                    <a:pt x="29" y="4"/>
                  </a:cubicBezTo>
                  <a:cubicBezTo>
                    <a:pt x="30" y="4"/>
                    <a:pt x="31" y="4"/>
                    <a:pt x="31" y="4"/>
                  </a:cubicBezTo>
                  <a:cubicBezTo>
                    <a:pt x="36" y="5"/>
                    <a:pt x="41" y="7"/>
                    <a:pt x="45" y="10"/>
                  </a:cubicBezTo>
                  <a:cubicBezTo>
                    <a:pt x="47" y="11"/>
                    <a:pt x="50" y="12"/>
                    <a:pt x="52" y="13"/>
                  </a:cubicBezTo>
                  <a:cubicBezTo>
                    <a:pt x="54" y="13"/>
                    <a:pt x="55" y="14"/>
                    <a:pt x="56" y="14"/>
                  </a:cubicBezTo>
                  <a:cubicBezTo>
                    <a:pt x="56" y="15"/>
                    <a:pt x="57" y="15"/>
                    <a:pt x="5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59" y="12"/>
                    <a:pt x="58" y="11"/>
                    <a:pt x="57" y="11"/>
                  </a:cubicBezTo>
                  <a:cubicBezTo>
                    <a:pt x="56" y="10"/>
                    <a:pt x="54" y="9"/>
                    <a:pt x="52" y="9"/>
                  </a:cubicBezTo>
                  <a:cubicBezTo>
                    <a:pt x="50" y="8"/>
                    <a:pt x="48" y="7"/>
                    <a:pt x="47" y="7"/>
                  </a:cubicBezTo>
                  <a:cubicBezTo>
                    <a:pt x="43" y="4"/>
                    <a:pt x="38" y="1"/>
                    <a:pt x="32" y="0"/>
                  </a:cubicBezTo>
                  <a:cubicBezTo>
                    <a:pt x="31" y="0"/>
                    <a:pt x="30" y="0"/>
                    <a:pt x="29" y="0"/>
                  </a:cubicBezTo>
                  <a:cubicBezTo>
                    <a:pt x="26" y="0"/>
                    <a:pt x="22" y="1"/>
                    <a:pt x="19" y="2"/>
                  </a:cubicBezTo>
                  <a:cubicBezTo>
                    <a:pt x="17" y="3"/>
                    <a:pt x="14" y="5"/>
                    <a:pt x="10" y="7"/>
                  </a:cubicBezTo>
                  <a:cubicBezTo>
                    <a:pt x="9" y="8"/>
                    <a:pt x="7" y="9"/>
                    <a:pt x="6" y="9"/>
                  </a:cubicBezTo>
                  <a:cubicBezTo>
                    <a:pt x="4" y="10"/>
                    <a:pt x="3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0" name="Freeform 780">
              <a:extLst>
                <a:ext uri="{FF2B5EF4-FFF2-40B4-BE49-F238E27FC236}">
                  <a16:creationId xmlns:a16="http://schemas.microsoft.com/office/drawing/2014/main" id="{DC3362D6-1A51-4A57-B14E-9001BA81E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407"/>
              <a:ext cx="143" cy="48"/>
            </a:xfrm>
            <a:custGeom>
              <a:avLst/>
              <a:gdLst>
                <a:gd name="T0" fmla="*/ 20 w 57"/>
                <a:gd name="T1" fmla="*/ 243 h 19"/>
                <a:gd name="T2" fmla="*/ 238 w 57"/>
                <a:gd name="T3" fmla="*/ 129 h 19"/>
                <a:gd name="T4" fmla="*/ 442 w 57"/>
                <a:gd name="T5" fmla="*/ 63 h 19"/>
                <a:gd name="T6" fmla="*/ 442 w 57"/>
                <a:gd name="T7" fmla="*/ 63 h 19"/>
                <a:gd name="T8" fmla="*/ 442 w 57"/>
                <a:gd name="T9" fmla="*/ 63 h 19"/>
                <a:gd name="T10" fmla="*/ 442 w 57"/>
                <a:gd name="T11" fmla="*/ 63 h 19"/>
                <a:gd name="T12" fmla="*/ 647 w 57"/>
                <a:gd name="T13" fmla="*/ 159 h 19"/>
                <a:gd name="T14" fmla="*/ 881 w 57"/>
                <a:gd name="T15" fmla="*/ 306 h 19"/>
                <a:gd name="T16" fmla="*/ 901 w 57"/>
                <a:gd name="T17" fmla="*/ 255 h 19"/>
                <a:gd name="T18" fmla="*/ 881 w 57"/>
                <a:gd name="T19" fmla="*/ 243 h 19"/>
                <a:gd name="T20" fmla="*/ 850 w 57"/>
                <a:gd name="T21" fmla="*/ 306 h 19"/>
                <a:gd name="T22" fmla="*/ 868 w 57"/>
                <a:gd name="T23" fmla="*/ 306 h 19"/>
                <a:gd name="T24" fmla="*/ 881 w 57"/>
                <a:gd name="T25" fmla="*/ 288 h 19"/>
                <a:gd name="T26" fmla="*/ 901 w 57"/>
                <a:gd name="T27" fmla="*/ 255 h 19"/>
                <a:gd name="T28" fmla="*/ 692 w 57"/>
                <a:gd name="T29" fmla="*/ 114 h 19"/>
                <a:gd name="T30" fmla="*/ 442 w 57"/>
                <a:gd name="T31" fmla="*/ 0 h 19"/>
                <a:gd name="T32" fmla="*/ 442 w 57"/>
                <a:gd name="T33" fmla="*/ 0 h 19"/>
                <a:gd name="T34" fmla="*/ 442 w 57"/>
                <a:gd name="T35" fmla="*/ 0 h 19"/>
                <a:gd name="T36" fmla="*/ 442 w 57"/>
                <a:gd name="T37" fmla="*/ 0 h 19"/>
                <a:gd name="T38" fmla="*/ 208 w 57"/>
                <a:gd name="T39" fmla="*/ 83 h 19"/>
                <a:gd name="T40" fmla="*/ 0 w 57"/>
                <a:gd name="T41" fmla="*/ 179 h 19"/>
                <a:gd name="T42" fmla="*/ 20 w 57"/>
                <a:gd name="T43" fmla="*/ 243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7" h="19">
                  <a:moveTo>
                    <a:pt x="1" y="15"/>
                  </a:moveTo>
                  <a:cubicBezTo>
                    <a:pt x="6" y="13"/>
                    <a:pt x="11" y="10"/>
                    <a:pt x="15" y="8"/>
                  </a:cubicBezTo>
                  <a:cubicBezTo>
                    <a:pt x="19" y="6"/>
                    <a:pt x="23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33" y="4"/>
                    <a:pt x="37" y="7"/>
                    <a:pt x="41" y="10"/>
                  </a:cubicBezTo>
                  <a:cubicBezTo>
                    <a:pt x="46" y="13"/>
                    <a:pt x="50" y="17"/>
                    <a:pt x="56" y="19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16"/>
                    <a:pt x="56" y="15"/>
                    <a:pt x="56" y="15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5" y="19"/>
                    <a:pt x="55" y="19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2" y="14"/>
                    <a:pt x="48" y="10"/>
                    <a:pt x="44" y="7"/>
                  </a:cubicBezTo>
                  <a:cubicBezTo>
                    <a:pt x="39" y="4"/>
                    <a:pt x="34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2" y="0"/>
                    <a:pt x="17" y="2"/>
                    <a:pt x="13" y="5"/>
                  </a:cubicBezTo>
                  <a:cubicBezTo>
                    <a:pt x="9" y="7"/>
                    <a:pt x="5" y="9"/>
                    <a:pt x="0" y="11"/>
                  </a:cubicBezTo>
                  <a:lnTo>
                    <a:pt x="1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1" name="Freeform 781">
              <a:extLst>
                <a:ext uri="{FF2B5EF4-FFF2-40B4-BE49-F238E27FC236}">
                  <a16:creationId xmlns:a16="http://schemas.microsoft.com/office/drawing/2014/main" id="{2A9CC5F9-5F14-468D-8CD1-FBD247F3C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402"/>
              <a:ext cx="147" cy="45"/>
            </a:xfrm>
            <a:custGeom>
              <a:avLst/>
              <a:gdLst>
                <a:gd name="T0" fmla="*/ 42 w 59"/>
                <a:gd name="T1" fmla="*/ 283 h 18"/>
                <a:gd name="T2" fmla="*/ 217 w 59"/>
                <a:gd name="T3" fmla="*/ 145 h 18"/>
                <a:gd name="T4" fmla="*/ 404 w 59"/>
                <a:gd name="T5" fmla="*/ 63 h 18"/>
                <a:gd name="T6" fmla="*/ 416 w 59"/>
                <a:gd name="T7" fmla="*/ 63 h 18"/>
                <a:gd name="T8" fmla="*/ 571 w 59"/>
                <a:gd name="T9" fmla="*/ 125 h 18"/>
                <a:gd name="T10" fmla="*/ 745 w 59"/>
                <a:gd name="T11" fmla="*/ 188 h 18"/>
                <a:gd name="T12" fmla="*/ 870 w 59"/>
                <a:gd name="T13" fmla="*/ 270 h 18"/>
                <a:gd name="T14" fmla="*/ 912 w 59"/>
                <a:gd name="T15" fmla="*/ 238 h 18"/>
                <a:gd name="T16" fmla="*/ 757 w 59"/>
                <a:gd name="T17" fmla="*/ 145 h 18"/>
                <a:gd name="T18" fmla="*/ 603 w 59"/>
                <a:gd name="T19" fmla="*/ 63 h 18"/>
                <a:gd name="T20" fmla="*/ 416 w 59"/>
                <a:gd name="T21" fmla="*/ 0 h 18"/>
                <a:gd name="T22" fmla="*/ 384 w 59"/>
                <a:gd name="T23" fmla="*/ 0 h 18"/>
                <a:gd name="T24" fmla="*/ 187 w 59"/>
                <a:gd name="T25" fmla="*/ 95 h 18"/>
                <a:gd name="T26" fmla="*/ 0 w 59"/>
                <a:gd name="T27" fmla="*/ 238 h 18"/>
                <a:gd name="T28" fmla="*/ 42 w 59"/>
                <a:gd name="T29" fmla="*/ 283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8">
                  <a:moveTo>
                    <a:pt x="3" y="18"/>
                  </a:moveTo>
                  <a:cubicBezTo>
                    <a:pt x="6" y="15"/>
                    <a:pt x="10" y="12"/>
                    <a:pt x="14" y="9"/>
                  </a:cubicBezTo>
                  <a:cubicBezTo>
                    <a:pt x="18" y="7"/>
                    <a:pt x="22" y="5"/>
                    <a:pt x="26" y="4"/>
                  </a:cubicBezTo>
                  <a:cubicBezTo>
                    <a:pt x="26" y="4"/>
                    <a:pt x="27" y="4"/>
                    <a:pt x="27" y="4"/>
                  </a:cubicBezTo>
                  <a:cubicBezTo>
                    <a:pt x="30" y="4"/>
                    <a:pt x="34" y="6"/>
                    <a:pt x="37" y="8"/>
                  </a:cubicBezTo>
                  <a:cubicBezTo>
                    <a:pt x="41" y="9"/>
                    <a:pt x="44" y="11"/>
                    <a:pt x="48" y="12"/>
                  </a:cubicBezTo>
                  <a:cubicBezTo>
                    <a:pt x="51" y="14"/>
                    <a:pt x="54" y="16"/>
                    <a:pt x="56" y="17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57" y="12"/>
                    <a:pt x="53" y="10"/>
                    <a:pt x="49" y="9"/>
                  </a:cubicBezTo>
                  <a:cubicBezTo>
                    <a:pt x="46" y="7"/>
                    <a:pt x="42" y="5"/>
                    <a:pt x="39" y="4"/>
                  </a:cubicBezTo>
                  <a:cubicBezTo>
                    <a:pt x="36" y="2"/>
                    <a:pt x="32" y="0"/>
                    <a:pt x="27" y="0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7" y="9"/>
                    <a:pt x="3" y="12"/>
                    <a:pt x="0" y="15"/>
                  </a:cubicBezTo>
                  <a:lnTo>
                    <a:pt x="3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2" name="Freeform 782">
              <a:extLst>
                <a:ext uri="{FF2B5EF4-FFF2-40B4-BE49-F238E27FC236}">
                  <a16:creationId xmlns:a16="http://schemas.microsoft.com/office/drawing/2014/main" id="{1959F851-EB0E-4467-91BE-A5383A229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405"/>
              <a:ext cx="142" cy="47"/>
            </a:xfrm>
            <a:custGeom>
              <a:avLst/>
              <a:gdLst>
                <a:gd name="T0" fmla="*/ 12 w 57"/>
                <a:gd name="T1" fmla="*/ 287 h 19"/>
                <a:gd name="T2" fmla="*/ 496 w 57"/>
                <a:gd name="T3" fmla="*/ 92 h 19"/>
                <a:gd name="T4" fmla="*/ 541 w 57"/>
                <a:gd name="T5" fmla="*/ 62 h 19"/>
                <a:gd name="T6" fmla="*/ 541 w 57"/>
                <a:gd name="T7" fmla="*/ 62 h 19"/>
                <a:gd name="T8" fmla="*/ 541 w 57"/>
                <a:gd name="T9" fmla="*/ 62 h 19"/>
                <a:gd name="T10" fmla="*/ 590 w 57"/>
                <a:gd name="T11" fmla="*/ 74 h 19"/>
                <a:gd name="T12" fmla="*/ 725 w 57"/>
                <a:gd name="T13" fmla="*/ 121 h 19"/>
                <a:gd name="T14" fmla="*/ 837 w 57"/>
                <a:gd name="T15" fmla="*/ 183 h 19"/>
                <a:gd name="T16" fmla="*/ 882 w 57"/>
                <a:gd name="T17" fmla="*/ 153 h 19"/>
                <a:gd name="T18" fmla="*/ 757 w 57"/>
                <a:gd name="T19" fmla="*/ 62 h 19"/>
                <a:gd name="T20" fmla="*/ 603 w 57"/>
                <a:gd name="T21" fmla="*/ 12 h 19"/>
                <a:gd name="T22" fmla="*/ 541 w 57"/>
                <a:gd name="T23" fmla="*/ 0 h 19"/>
                <a:gd name="T24" fmla="*/ 508 w 57"/>
                <a:gd name="T25" fmla="*/ 0 h 19"/>
                <a:gd name="T26" fmla="*/ 478 w 57"/>
                <a:gd name="T27" fmla="*/ 30 h 19"/>
                <a:gd name="T28" fmla="*/ 446 w 57"/>
                <a:gd name="T29" fmla="*/ 42 h 19"/>
                <a:gd name="T30" fmla="*/ 0 w 57"/>
                <a:gd name="T31" fmla="*/ 228 h 19"/>
                <a:gd name="T32" fmla="*/ 12 w 57"/>
                <a:gd name="T33" fmla="*/ 287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19">
                  <a:moveTo>
                    <a:pt x="1" y="19"/>
                  </a:moveTo>
                  <a:cubicBezTo>
                    <a:pt x="11" y="17"/>
                    <a:pt x="23" y="12"/>
                    <a:pt x="32" y="6"/>
                  </a:cubicBezTo>
                  <a:cubicBezTo>
                    <a:pt x="33" y="5"/>
                    <a:pt x="34" y="5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6" y="4"/>
                    <a:pt x="38" y="5"/>
                  </a:cubicBezTo>
                  <a:cubicBezTo>
                    <a:pt x="41" y="5"/>
                    <a:pt x="44" y="7"/>
                    <a:pt x="47" y="8"/>
                  </a:cubicBezTo>
                  <a:cubicBezTo>
                    <a:pt x="50" y="9"/>
                    <a:pt x="53" y="11"/>
                    <a:pt x="54" y="12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5" y="7"/>
                    <a:pt x="52" y="6"/>
                    <a:pt x="49" y="4"/>
                  </a:cubicBezTo>
                  <a:cubicBezTo>
                    <a:pt x="45" y="3"/>
                    <a:pt x="42" y="2"/>
                    <a:pt x="39" y="1"/>
                  </a:cubicBezTo>
                  <a:cubicBezTo>
                    <a:pt x="38" y="0"/>
                    <a:pt x="36" y="0"/>
                    <a:pt x="35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32" y="1"/>
                    <a:pt x="32" y="1"/>
                    <a:pt x="31" y="2"/>
                  </a:cubicBezTo>
                  <a:cubicBezTo>
                    <a:pt x="31" y="2"/>
                    <a:pt x="30" y="2"/>
                    <a:pt x="29" y="3"/>
                  </a:cubicBezTo>
                  <a:cubicBezTo>
                    <a:pt x="21" y="8"/>
                    <a:pt x="10" y="13"/>
                    <a:pt x="0" y="15"/>
                  </a:cubicBezTo>
                  <a:lnTo>
                    <a:pt x="1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3" name="Freeform 783">
              <a:extLst>
                <a:ext uri="{FF2B5EF4-FFF2-40B4-BE49-F238E27FC236}">
                  <a16:creationId xmlns:a16="http://schemas.microsoft.com/office/drawing/2014/main" id="{E8A35575-3265-46F2-A73F-5B810563F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402"/>
              <a:ext cx="120" cy="33"/>
            </a:xfrm>
            <a:custGeom>
              <a:avLst/>
              <a:gdLst>
                <a:gd name="T0" fmla="*/ 33 w 48"/>
                <a:gd name="T1" fmla="*/ 213 h 13"/>
                <a:gd name="T2" fmla="*/ 220 w 48"/>
                <a:gd name="T3" fmla="*/ 117 h 13"/>
                <a:gd name="T4" fmla="*/ 283 w 48"/>
                <a:gd name="T5" fmla="*/ 84 h 13"/>
                <a:gd name="T6" fmla="*/ 333 w 48"/>
                <a:gd name="T7" fmla="*/ 63 h 13"/>
                <a:gd name="T8" fmla="*/ 345 w 48"/>
                <a:gd name="T9" fmla="*/ 63 h 13"/>
                <a:gd name="T10" fmla="*/ 345 w 48"/>
                <a:gd name="T11" fmla="*/ 63 h 13"/>
                <a:gd name="T12" fmla="*/ 333 w 48"/>
                <a:gd name="T13" fmla="*/ 33 h 13"/>
                <a:gd name="T14" fmla="*/ 333 w 48"/>
                <a:gd name="T15" fmla="*/ 63 h 13"/>
                <a:gd name="T16" fmla="*/ 345 w 48"/>
                <a:gd name="T17" fmla="*/ 63 h 13"/>
                <a:gd name="T18" fmla="*/ 333 w 48"/>
                <a:gd name="T19" fmla="*/ 33 h 13"/>
                <a:gd name="T20" fmla="*/ 333 w 48"/>
                <a:gd name="T21" fmla="*/ 63 h 13"/>
                <a:gd name="T22" fmla="*/ 425 w 48"/>
                <a:gd name="T23" fmla="*/ 84 h 13"/>
                <a:gd name="T24" fmla="*/ 595 w 48"/>
                <a:gd name="T25" fmla="*/ 147 h 13"/>
                <a:gd name="T26" fmla="*/ 675 w 48"/>
                <a:gd name="T27" fmla="*/ 193 h 13"/>
                <a:gd name="T28" fmla="*/ 708 w 48"/>
                <a:gd name="T29" fmla="*/ 213 h 13"/>
                <a:gd name="T30" fmla="*/ 750 w 48"/>
                <a:gd name="T31" fmla="*/ 180 h 13"/>
                <a:gd name="T32" fmla="*/ 675 w 48"/>
                <a:gd name="T33" fmla="*/ 117 h 13"/>
                <a:gd name="T34" fmla="*/ 500 w 48"/>
                <a:gd name="T35" fmla="*/ 33 h 13"/>
                <a:gd name="T36" fmla="*/ 408 w 48"/>
                <a:gd name="T37" fmla="*/ 0 h 13"/>
                <a:gd name="T38" fmla="*/ 333 w 48"/>
                <a:gd name="T39" fmla="*/ 0 h 13"/>
                <a:gd name="T40" fmla="*/ 333 w 48"/>
                <a:gd name="T41" fmla="*/ 0 h 13"/>
                <a:gd name="T42" fmla="*/ 333 w 48"/>
                <a:gd name="T43" fmla="*/ 33 h 13"/>
                <a:gd name="T44" fmla="*/ 333 w 48"/>
                <a:gd name="T45" fmla="*/ 0 h 13"/>
                <a:gd name="T46" fmla="*/ 250 w 48"/>
                <a:gd name="T47" fmla="*/ 20 h 13"/>
                <a:gd name="T48" fmla="*/ 175 w 48"/>
                <a:gd name="T49" fmla="*/ 63 h 13"/>
                <a:gd name="T50" fmla="*/ 0 w 48"/>
                <a:gd name="T51" fmla="*/ 160 h 13"/>
                <a:gd name="T52" fmla="*/ 33 w 48"/>
                <a:gd name="T53" fmla="*/ 213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8" h="13">
                  <a:moveTo>
                    <a:pt x="2" y="13"/>
                  </a:moveTo>
                  <a:cubicBezTo>
                    <a:pt x="6" y="11"/>
                    <a:pt x="10" y="10"/>
                    <a:pt x="14" y="7"/>
                  </a:cubicBezTo>
                  <a:cubicBezTo>
                    <a:pt x="15" y="6"/>
                    <a:pt x="16" y="5"/>
                    <a:pt x="18" y="5"/>
                  </a:cubicBezTo>
                  <a:cubicBezTo>
                    <a:pt x="19" y="4"/>
                    <a:pt x="21" y="4"/>
                    <a:pt x="21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4" y="4"/>
                    <a:pt x="27" y="5"/>
                  </a:cubicBezTo>
                  <a:cubicBezTo>
                    <a:pt x="30" y="6"/>
                    <a:pt x="34" y="7"/>
                    <a:pt x="38" y="9"/>
                  </a:cubicBezTo>
                  <a:cubicBezTo>
                    <a:pt x="40" y="10"/>
                    <a:pt x="41" y="11"/>
                    <a:pt x="43" y="12"/>
                  </a:cubicBezTo>
                  <a:cubicBezTo>
                    <a:pt x="44" y="12"/>
                    <a:pt x="45" y="13"/>
                    <a:pt x="45" y="13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7" y="9"/>
                    <a:pt x="45" y="8"/>
                    <a:pt x="43" y="7"/>
                  </a:cubicBezTo>
                  <a:cubicBezTo>
                    <a:pt x="40" y="5"/>
                    <a:pt x="36" y="4"/>
                    <a:pt x="32" y="2"/>
                  </a:cubicBezTo>
                  <a:cubicBezTo>
                    <a:pt x="30" y="1"/>
                    <a:pt x="28" y="1"/>
                    <a:pt x="26" y="0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18" y="0"/>
                    <a:pt x="16" y="1"/>
                  </a:cubicBezTo>
                  <a:cubicBezTo>
                    <a:pt x="14" y="2"/>
                    <a:pt x="13" y="3"/>
                    <a:pt x="11" y="4"/>
                  </a:cubicBezTo>
                  <a:cubicBezTo>
                    <a:pt x="8" y="6"/>
                    <a:pt x="5" y="7"/>
                    <a:pt x="0" y="10"/>
                  </a:cubicBezTo>
                  <a:lnTo>
                    <a:pt x="2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4" name="Freeform 784">
              <a:extLst>
                <a:ext uri="{FF2B5EF4-FFF2-40B4-BE49-F238E27FC236}">
                  <a16:creationId xmlns:a16="http://schemas.microsoft.com/office/drawing/2014/main" id="{DDD7C94A-3B29-470C-9A88-8F8B387B7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405"/>
              <a:ext cx="105" cy="25"/>
            </a:xfrm>
            <a:custGeom>
              <a:avLst/>
              <a:gdLst>
                <a:gd name="T0" fmla="*/ 33 w 42"/>
                <a:gd name="T1" fmla="*/ 158 h 10"/>
                <a:gd name="T2" fmla="*/ 333 w 42"/>
                <a:gd name="T3" fmla="*/ 63 h 10"/>
                <a:gd name="T4" fmla="*/ 625 w 42"/>
                <a:gd name="T5" fmla="*/ 158 h 10"/>
                <a:gd name="T6" fmla="*/ 658 w 42"/>
                <a:gd name="T7" fmla="*/ 95 h 10"/>
                <a:gd name="T8" fmla="*/ 333 w 42"/>
                <a:gd name="T9" fmla="*/ 0 h 10"/>
                <a:gd name="T10" fmla="*/ 0 w 42"/>
                <a:gd name="T11" fmla="*/ 113 h 10"/>
                <a:gd name="T12" fmla="*/ 33 w 42"/>
                <a:gd name="T13" fmla="*/ 15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0">
                  <a:moveTo>
                    <a:pt x="2" y="10"/>
                  </a:moveTo>
                  <a:cubicBezTo>
                    <a:pt x="7" y="6"/>
                    <a:pt x="14" y="4"/>
                    <a:pt x="21" y="4"/>
                  </a:cubicBezTo>
                  <a:cubicBezTo>
                    <a:pt x="28" y="4"/>
                    <a:pt x="35" y="6"/>
                    <a:pt x="40" y="1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36" y="2"/>
                    <a:pt x="29" y="0"/>
                    <a:pt x="21" y="0"/>
                  </a:cubicBezTo>
                  <a:cubicBezTo>
                    <a:pt x="13" y="0"/>
                    <a:pt x="6" y="2"/>
                    <a:pt x="0" y="7"/>
                  </a:cubicBezTo>
                  <a:lnTo>
                    <a:pt x="2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5" name="Freeform 785">
              <a:extLst>
                <a:ext uri="{FF2B5EF4-FFF2-40B4-BE49-F238E27FC236}">
                  <a16:creationId xmlns:a16="http://schemas.microsoft.com/office/drawing/2014/main" id="{5517161C-E34B-4482-8537-04AD16865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405"/>
              <a:ext cx="77" cy="25"/>
            </a:xfrm>
            <a:custGeom>
              <a:avLst/>
              <a:gdLst>
                <a:gd name="T0" fmla="*/ 42 w 31"/>
                <a:gd name="T1" fmla="*/ 158 h 10"/>
                <a:gd name="T2" fmla="*/ 154 w 31"/>
                <a:gd name="T3" fmla="*/ 95 h 10"/>
                <a:gd name="T4" fmla="*/ 291 w 31"/>
                <a:gd name="T5" fmla="*/ 63 h 10"/>
                <a:gd name="T6" fmla="*/ 432 w 31"/>
                <a:gd name="T7" fmla="*/ 113 h 10"/>
                <a:gd name="T8" fmla="*/ 474 w 31"/>
                <a:gd name="T9" fmla="*/ 63 h 10"/>
                <a:gd name="T10" fmla="*/ 291 w 31"/>
                <a:gd name="T11" fmla="*/ 0 h 10"/>
                <a:gd name="T12" fmla="*/ 137 w 31"/>
                <a:gd name="T13" fmla="*/ 33 h 10"/>
                <a:gd name="T14" fmla="*/ 0 w 31"/>
                <a:gd name="T15" fmla="*/ 125 h 10"/>
                <a:gd name="T16" fmla="*/ 42 w 31"/>
                <a:gd name="T17" fmla="*/ 15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0">
                  <a:moveTo>
                    <a:pt x="3" y="10"/>
                  </a:moveTo>
                  <a:cubicBezTo>
                    <a:pt x="5" y="9"/>
                    <a:pt x="7" y="7"/>
                    <a:pt x="10" y="6"/>
                  </a:cubicBezTo>
                  <a:cubicBezTo>
                    <a:pt x="13" y="5"/>
                    <a:pt x="16" y="4"/>
                    <a:pt x="19" y="4"/>
                  </a:cubicBezTo>
                  <a:cubicBezTo>
                    <a:pt x="23" y="4"/>
                    <a:pt x="26" y="5"/>
                    <a:pt x="28" y="7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28" y="1"/>
                    <a:pt x="23" y="0"/>
                    <a:pt x="19" y="0"/>
                  </a:cubicBezTo>
                  <a:cubicBezTo>
                    <a:pt x="16" y="0"/>
                    <a:pt x="12" y="1"/>
                    <a:pt x="9" y="2"/>
                  </a:cubicBezTo>
                  <a:cubicBezTo>
                    <a:pt x="5" y="3"/>
                    <a:pt x="3" y="5"/>
                    <a:pt x="0" y="8"/>
                  </a:cubicBezTo>
                  <a:lnTo>
                    <a:pt x="3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6" name="Freeform 786">
              <a:extLst>
                <a:ext uri="{FF2B5EF4-FFF2-40B4-BE49-F238E27FC236}">
                  <a16:creationId xmlns:a16="http://schemas.microsoft.com/office/drawing/2014/main" id="{E09E9434-0477-4D5A-A074-5A381F79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3776"/>
              <a:ext cx="3690" cy="102"/>
            </a:xfrm>
            <a:custGeom>
              <a:avLst/>
              <a:gdLst>
                <a:gd name="T0" fmla="*/ 708 w 1476"/>
                <a:gd name="T1" fmla="*/ 415 h 41"/>
                <a:gd name="T2" fmla="*/ 1363 w 1476"/>
                <a:gd name="T3" fmla="*/ 525 h 41"/>
                <a:gd name="T4" fmla="*/ 2300 w 1476"/>
                <a:gd name="T5" fmla="*/ 525 h 41"/>
                <a:gd name="T6" fmla="*/ 3020 w 1476"/>
                <a:gd name="T7" fmla="*/ 353 h 41"/>
                <a:gd name="T8" fmla="*/ 3688 w 1476"/>
                <a:gd name="T9" fmla="*/ 92 h 41"/>
                <a:gd name="T10" fmla="*/ 4708 w 1476"/>
                <a:gd name="T11" fmla="*/ 124 h 41"/>
                <a:gd name="T12" fmla="*/ 5333 w 1476"/>
                <a:gd name="T13" fmla="*/ 291 h 41"/>
                <a:gd name="T14" fmla="*/ 6220 w 1476"/>
                <a:gd name="T15" fmla="*/ 403 h 41"/>
                <a:gd name="T16" fmla="*/ 6970 w 1476"/>
                <a:gd name="T17" fmla="*/ 508 h 41"/>
                <a:gd name="T18" fmla="*/ 8033 w 1476"/>
                <a:gd name="T19" fmla="*/ 403 h 41"/>
                <a:gd name="T20" fmla="*/ 9113 w 1476"/>
                <a:gd name="T21" fmla="*/ 403 h 41"/>
                <a:gd name="T22" fmla="*/ 10270 w 1476"/>
                <a:gd name="T23" fmla="*/ 353 h 41"/>
                <a:gd name="T24" fmla="*/ 11470 w 1476"/>
                <a:gd name="T25" fmla="*/ 216 h 41"/>
                <a:gd name="T26" fmla="*/ 12270 w 1476"/>
                <a:gd name="T27" fmla="*/ 321 h 41"/>
                <a:gd name="T28" fmla="*/ 12863 w 1476"/>
                <a:gd name="T29" fmla="*/ 478 h 41"/>
                <a:gd name="T30" fmla="*/ 13363 w 1476"/>
                <a:gd name="T31" fmla="*/ 137 h 41"/>
                <a:gd name="T32" fmla="*/ 14333 w 1476"/>
                <a:gd name="T33" fmla="*/ 92 h 41"/>
                <a:gd name="T34" fmla="*/ 15220 w 1476"/>
                <a:gd name="T35" fmla="*/ 167 h 41"/>
                <a:gd name="T36" fmla="*/ 16158 w 1476"/>
                <a:gd name="T37" fmla="*/ 187 h 41"/>
                <a:gd name="T38" fmla="*/ 16833 w 1476"/>
                <a:gd name="T39" fmla="*/ 433 h 41"/>
                <a:gd name="T40" fmla="*/ 17770 w 1476"/>
                <a:gd name="T41" fmla="*/ 371 h 41"/>
                <a:gd name="T42" fmla="*/ 18625 w 1476"/>
                <a:gd name="T43" fmla="*/ 465 h 41"/>
                <a:gd name="T44" fmla="*/ 19658 w 1476"/>
                <a:gd name="T45" fmla="*/ 465 h 41"/>
                <a:gd name="T46" fmla="*/ 20550 w 1476"/>
                <a:gd name="T47" fmla="*/ 445 h 41"/>
                <a:gd name="T48" fmla="*/ 21333 w 1476"/>
                <a:gd name="T49" fmla="*/ 508 h 41"/>
                <a:gd name="T50" fmla="*/ 21533 w 1476"/>
                <a:gd name="T51" fmla="*/ 537 h 41"/>
                <a:gd name="T52" fmla="*/ 21533 w 1476"/>
                <a:gd name="T53" fmla="*/ 537 h 41"/>
                <a:gd name="T54" fmla="*/ 21708 w 1476"/>
                <a:gd name="T55" fmla="*/ 433 h 41"/>
                <a:gd name="T56" fmla="*/ 22033 w 1476"/>
                <a:gd name="T57" fmla="*/ 587 h 41"/>
                <a:gd name="T58" fmla="*/ 22738 w 1476"/>
                <a:gd name="T59" fmla="*/ 403 h 41"/>
                <a:gd name="T60" fmla="*/ 21845 w 1476"/>
                <a:gd name="T61" fmla="*/ 415 h 41"/>
                <a:gd name="T62" fmla="*/ 21533 w 1476"/>
                <a:gd name="T63" fmla="*/ 465 h 41"/>
                <a:gd name="T64" fmla="*/ 21500 w 1476"/>
                <a:gd name="T65" fmla="*/ 557 h 41"/>
                <a:gd name="T66" fmla="*/ 20750 w 1476"/>
                <a:gd name="T67" fmla="*/ 478 h 41"/>
                <a:gd name="T68" fmla="*/ 19833 w 1476"/>
                <a:gd name="T69" fmla="*/ 415 h 41"/>
                <a:gd name="T70" fmla="*/ 18625 w 1476"/>
                <a:gd name="T71" fmla="*/ 403 h 41"/>
                <a:gd name="T72" fmla="*/ 18033 w 1476"/>
                <a:gd name="T73" fmla="*/ 167 h 41"/>
                <a:gd name="T74" fmla="*/ 17113 w 1476"/>
                <a:gd name="T75" fmla="*/ 137 h 41"/>
                <a:gd name="T76" fmla="*/ 16345 w 1476"/>
                <a:gd name="T77" fmla="*/ 124 h 41"/>
                <a:gd name="T78" fmla="*/ 15375 w 1476"/>
                <a:gd name="T79" fmla="*/ 137 h 41"/>
                <a:gd name="T80" fmla="*/ 14333 w 1476"/>
                <a:gd name="T81" fmla="*/ 30 h 41"/>
                <a:gd name="T82" fmla="*/ 13750 w 1476"/>
                <a:gd name="T83" fmla="*/ 371 h 41"/>
                <a:gd name="T84" fmla="*/ 13033 w 1476"/>
                <a:gd name="T85" fmla="*/ 308 h 41"/>
                <a:gd name="T86" fmla="*/ 12333 w 1476"/>
                <a:gd name="T87" fmla="*/ 92 h 41"/>
                <a:gd name="T88" fmla="*/ 11645 w 1476"/>
                <a:gd name="T89" fmla="*/ 104 h 41"/>
                <a:gd name="T90" fmla="*/ 10645 w 1476"/>
                <a:gd name="T91" fmla="*/ 154 h 41"/>
                <a:gd name="T92" fmla="*/ 9458 w 1476"/>
                <a:gd name="T93" fmla="*/ 92 h 41"/>
                <a:gd name="T94" fmla="*/ 8408 w 1476"/>
                <a:gd name="T95" fmla="*/ 124 h 41"/>
                <a:gd name="T96" fmla="*/ 7500 w 1476"/>
                <a:gd name="T97" fmla="*/ 75 h 41"/>
                <a:gd name="T98" fmla="*/ 6520 w 1476"/>
                <a:gd name="T99" fmla="*/ 75 h 41"/>
                <a:gd name="T100" fmla="*/ 5845 w 1476"/>
                <a:gd name="T101" fmla="*/ 199 h 41"/>
                <a:gd name="T102" fmla="*/ 5125 w 1476"/>
                <a:gd name="T103" fmla="*/ 341 h 41"/>
                <a:gd name="T104" fmla="*/ 4550 w 1476"/>
                <a:gd name="T105" fmla="*/ 124 h 41"/>
                <a:gd name="T106" fmla="*/ 3488 w 1476"/>
                <a:gd name="T107" fmla="*/ 259 h 41"/>
                <a:gd name="T108" fmla="*/ 2770 w 1476"/>
                <a:gd name="T109" fmla="*/ 104 h 41"/>
                <a:gd name="T110" fmla="*/ 2175 w 1476"/>
                <a:gd name="T111" fmla="*/ 415 h 41"/>
                <a:gd name="T112" fmla="*/ 1158 w 1476"/>
                <a:gd name="T113" fmla="*/ 525 h 41"/>
                <a:gd name="T114" fmla="*/ 438 w 1476"/>
                <a:gd name="T115" fmla="*/ 525 h 4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476" h="41">
                  <a:moveTo>
                    <a:pt x="0" y="27"/>
                  </a:moveTo>
                  <a:cubicBezTo>
                    <a:pt x="1" y="28"/>
                    <a:pt x="3" y="29"/>
                    <a:pt x="4" y="30"/>
                  </a:cubicBezTo>
                  <a:cubicBezTo>
                    <a:pt x="7" y="32"/>
                    <a:pt x="10" y="34"/>
                    <a:pt x="13" y="36"/>
                  </a:cubicBezTo>
                  <a:cubicBezTo>
                    <a:pt x="16" y="38"/>
                    <a:pt x="19" y="39"/>
                    <a:pt x="23" y="39"/>
                  </a:cubicBezTo>
                  <a:cubicBezTo>
                    <a:pt x="25" y="39"/>
                    <a:pt x="27" y="39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35" y="36"/>
                    <a:pt x="39" y="33"/>
                    <a:pt x="41" y="30"/>
                  </a:cubicBezTo>
                  <a:cubicBezTo>
                    <a:pt x="43" y="29"/>
                    <a:pt x="44" y="28"/>
                    <a:pt x="45" y="27"/>
                  </a:cubicBezTo>
                  <a:cubicBezTo>
                    <a:pt x="46" y="27"/>
                    <a:pt x="47" y="26"/>
                    <a:pt x="48" y="26"/>
                  </a:cubicBezTo>
                  <a:cubicBezTo>
                    <a:pt x="50" y="26"/>
                    <a:pt x="53" y="27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2" y="33"/>
                    <a:pt x="64" y="35"/>
                    <a:pt x="67" y="36"/>
                  </a:cubicBezTo>
                  <a:cubicBezTo>
                    <a:pt x="69" y="38"/>
                    <a:pt x="72" y="39"/>
                    <a:pt x="74" y="39"/>
                  </a:cubicBezTo>
                  <a:cubicBezTo>
                    <a:pt x="76" y="39"/>
                    <a:pt x="78" y="38"/>
                    <a:pt x="80" y="38"/>
                  </a:cubicBezTo>
                  <a:cubicBezTo>
                    <a:pt x="82" y="37"/>
                    <a:pt x="84" y="35"/>
                    <a:pt x="87" y="34"/>
                  </a:cubicBezTo>
                  <a:cubicBezTo>
                    <a:pt x="87" y="34"/>
                    <a:pt x="87" y="34"/>
                    <a:pt x="87" y="34"/>
                  </a:cubicBezTo>
                  <a:cubicBezTo>
                    <a:pt x="96" y="27"/>
                    <a:pt x="104" y="21"/>
                    <a:pt x="113" y="14"/>
                  </a:cubicBezTo>
                  <a:cubicBezTo>
                    <a:pt x="112" y="13"/>
                    <a:pt x="112" y="13"/>
                    <a:pt x="112" y="13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4" y="17"/>
                    <a:pt x="121" y="22"/>
                    <a:pt x="127" y="26"/>
                  </a:cubicBezTo>
                  <a:cubicBezTo>
                    <a:pt x="131" y="28"/>
                    <a:pt x="134" y="30"/>
                    <a:pt x="137" y="31"/>
                  </a:cubicBezTo>
                  <a:cubicBezTo>
                    <a:pt x="140" y="33"/>
                    <a:pt x="143" y="34"/>
                    <a:pt x="146" y="34"/>
                  </a:cubicBezTo>
                  <a:cubicBezTo>
                    <a:pt x="146" y="34"/>
                    <a:pt x="146" y="34"/>
                    <a:pt x="146" y="34"/>
                  </a:cubicBezTo>
                  <a:cubicBezTo>
                    <a:pt x="147" y="34"/>
                    <a:pt x="147" y="34"/>
                    <a:pt x="147" y="34"/>
                  </a:cubicBezTo>
                  <a:cubicBezTo>
                    <a:pt x="151" y="34"/>
                    <a:pt x="154" y="32"/>
                    <a:pt x="157" y="30"/>
                  </a:cubicBezTo>
                  <a:cubicBezTo>
                    <a:pt x="161" y="26"/>
                    <a:pt x="165" y="22"/>
                    <a:pt x="168" y="18"/>
                  </a:cubicBezTo>
                  <a:cubicBezTo>
                    <a:pt x="170" y="16"/>
                    <a:pt x="171" y="14"/>
                    <a:pt x="173" y="13"/>
                  </a:cubicBezTo>
                  <a:cubicBezTo>
                    <a:pt x="175" y="12"/>
                    <a:pt x="176" y="11"/>
                    <a:pt x="178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80" y="11"/>
                    <a:pt x="182" y="12"/>
                    <a:pt x="184" y="14"/>
                  </a:cubicBezTo>
                  <a:cubicBezTo>
                    <a:pt x="187" y="16"/>
                    <a:pt x="190" y="20"/>
                    <a:pt x="193" y="23"/>
                  </a:cubicBezTo>
                  <a:cubicBezTo>
                    <a:pt x="195" y="25"/>
                    <a:pt x="197" y="27"/>
                    <a:pt x="199" y="28"/>
                  </a:cubicBezTo>
                  <a:cubicBezTo>
                    <a:pt x="201" y="29"/>
                    <a:pt x="204" y="30"/>
                    <a:pt x="206" y="30"/>
                  </a:cubicBezTo>
                  <a:cubicBezTo>
                    <a:pt x="207" y="30"/>
                    <a:pt x="207" y="30"/>
                    <a:pt x="208" y="30"/>
                  </a:cubicBezTo>
                  <a:cubicBezTo>
                    <a:pt x="211" y="29"/>
                    <a:pt x="214" y="28"/>
                    <a:pt x="217" y="26"/>
                  </a:cubicBezTo>
                  <a:cubicBezTo>
                    <a:pt x="221" y="24"/>
                    <a:pt x="226" y="20"/>
                    <a:pt x="230" y="17"/>
                  </a:cubicBezTo>
                  <a:cubicBezTo>
                    <a:pt x="234" y="13"/>
                    <a:pt x="237" y="9"/>
                    <a:pt x="239" y="5"/>
                  </a:cubicBezTo>
                  <a:cubicBezTo>
                    <a:pt x="237" y="4"/>
                    <a:pt x="237" y="4"/>
                    <a:pt x="237" y="4"/>
                  </a:cubicBezTo>
                  <a:cubicBezTo>
                    <a:pt x="236" y="6"/>
                    <a:pt x="236" y="6"/>
                    <a:pt x="236" y="6"/>
                  </a:cubicBezTo>
                  <a:cubicBezTo>
                    <a:pt x="240" y="9"/>
                    <a:pt x="246" y="13"/>
                    <a:pt x="252" y="17"/>
                  </a:cubicBezTo>
                  <a:cubicBezTo>
                    <a:pt x="258" y="21"/>
                    <a:pt x="264" y="24"/>
                    <a:pt x="269" y="25"/>
                  </a:cubicBezTo>
                  <a:cubicBezTo>
                    <a:pt x="271" y="25"/>
                    <a:pt x="272" y="25"/>
                    <a:pt x="274" y="25"/>
                  </a:cubicBezTo>
                  <a:cubicBezTo>
                    <a:pt x="277" y="25"/>
                    <a:pt x="280" y="24"/>
                    <a:pt x="282" y="22"/>
                  </a:cubicBezTo>
                  <a:cubicBezTo>
                    <a:pt x="286" y="20"/>
                    <a:pt x="288" y="17"/>
                    <a:pt x="291" y="14"/>
                  </a:cubicBezTo>
                  <a:cubicBezTo>
                    <a:pt x="294" y="11"/>
                    <a:pt x="297" y="9"/>
                    <a:pt x="300" y="8"/>
                  </a:cubicBezTo>
                  <a:cubicBezTo>
                    <a:pt x="300" y="8"/>
                    <a:pt x="300" y="8"/>
                    <a:pt x="300" y="8"/>
                  </a:cubicBezTo>
                  <a:cubicBezTo>
                    <a:pt x="301" y="8"/>
                    <a:pt x="301" y="8"/>
                    <a:pt x="301" y="8"/>
                  </a:cubicBezTo>
                  <a:cubicBezTo>
                    <a:pt x="303" y="8"/>
                    <a:pt x="305" y="9"/>
                    <a:pt x="307" y="10"/>
                  </a:cubicBezTo>
                  <a:cubicBezTo>
                    <a:pt x="310" y="13"/>
                    <a:pt x="313" y="16"/>
                    <a:pt x="316" y="20"/>
                  </a:cubicBezTo>
                  <a:cubicBezTo>
                    <a:pt x="318" y="21"/>
                    <a:pt x="319" y="23"/>
                    <a:pt x="321" y="24"/>
                  </a:cubicBezTo>
                  <a:cubicBezTo>
                    <a:pt x="323" y="25"/>
                    <a:pt x="325" y="26"/>
                    <a:pt x="328" y="26"/>
                  </a:cubicBezTo>
                  <a:cubicBezTo>
                    <a:pt x="328" y="26"/>
                    <a:pt x="329" y="26"/>
                    <a:pt x="329" y="26"/>
                  </a:cubicBezTo>
                  <a:cubicBezTo>
                    <a:pt x="329" y="26"/>
                    <a:pt x="329" y="26"/>
                    <a:pt x="329" y="26"/>
                  </a:cubicBezTo>
                  <a:cubicBezTo>
                    <a:pt x="329" y="26"/>
                    <a:pt x="329" y="26"/>
                    <a:pt x="329" y="26"/>
                  </a:cubicBezTo>
                  <a:cubicBezTo>
                    <a:pt x="334" y="25"/>
                    <a:pt x="338" y="22"/>
                    <a:pt x="341" y="19"/>
                  </a:cubicBezTo>
                  <a:cubicBezTo>
                    <a:pt x="344" y="16"/>
                    <a:pt x="347" y="14"/>
                    <a:pt x="350" y="12"/>
                  </a:cubicBezTo>
                  <a:cubicBezTo>
                    <a:pt x="353" y="11"/>
                    <a:pt x="355" y="10"/>
                    <a:pt x="357" y="10"/>
                  </a:cubicBezTo>
                  <a:cubicBezTo>
                    <a:pt x="359" y="10"/>
                    <a:pt x="361" y="11"/>
                    <a:pt x="364" y="12"/>
                  </a:cubicBezTo>
                  <a:cubicBezTo>
                    <a:pt x="366" y="13"/>
                    <a:pt x="369" y="15"/>
                    <a:pt x="372" y="17"/>
                  </a:cubicBezTo>
                  <a:cubicBezTo>
                    <a:pt x="374" y="18"/>
                    <a:pt x="376" y="20"/>
                    <a:pt x="379" y="22"/>
                  </a:cubicBezTo>
                  <a:cubicBezTo>
                    <a:pt x="381" y="25"/>
                    <a:pt x="384" y="27"/>
                    <a:pt x="387" y="28"/>
                  </a:cubicBezTo>
                  <a:cubicBezTo>
                    <a:pt x="388" y="28"/>
                    <a:pt x="389" y="28"/>
                    <a:pt x="391" y="28"/>
                  </a:cubicBezTo>
                  <a:cubicBezTo>
                    <a:pt x="393" y="28"/>
                    <a:pt x="396" y="27"/>
                    <a:pt x="398" y="26"/>
                  </a:cubicBezTo>
                  <a:cubicBezTo>
                    <a:pt x="402" y="23"/>
                    <a:pt x="405" y="20"/>
                    <a:pt x="408" y="17"/>
                  </a:cubicBezTo>
                  <a:cubicBezTo>
                    <a:pt x="411" y="14"/>
                    <a:pt x="414" y="10"/>
                    <a:pt x="417" y="8"/>
                  </a:cubicBezTo>
                  <a:cubicBezTo>
                    <a:pt x="415" y="6"/>
                    <a:pt x="415" y="6"/>
                    <a:pt x="415" y="6"/>
                  </a:cubicBezTo>
                  <a:cubicBezTo>
                    <a:pt x="414" y="8"/>
                    <a:pt x="414" y="8"/>
                    <a:pt x="414" y="8"/>
                  </a:cubicBezTo>
                  <a:cubicBezTo>
                    <a:pt x="417" y="10"/>
                    <a:pt x="422" y="16"/>
                    <a:pt x="428" y="22"/>
                  </a:cubicBezTo>
                  <a:cubicBezTo>
                    <a:pt x="431" y="24"/>
                    <a:pt x="434" y="27"/>
                    <a:pt x="436" y="29"/>
                  </a:cubicBezTo>
                  <a:cubicBezTo>
                    <a:pt x="439" y="31"/>
                    <a:pt x="441" y="32"/>
                    <a:pt x="444" y="32"/>
                  </a:cubicBezTo>
                  <a:cubicBezTo>
                    <a:pt x="445" y="33"/>
                    <a:pt x="445" y="33"/>
                    <a:pt x="446" y="33"/>
                  </a:cubicBezTo>
                  <a:cubicBezTo>
                    <a:pt x="449" y="33"/>
                    <a:pt x="452" y="31"/>
                    <a:pt x="455" y="29"/>
                  </a:cubicBezTo>
                  <a:cubicBezTo>
                    <a:pt x="459" y="27"/>
                    <a:pt x="462" y="23"/>
                    <a:pt x="466" y="19"/>
                  </a:cubicBezTo>
                  <a:cubicBezTo>
                    <a:pt x="469" y="15"/>
                    <a:pt x="473" y="12"/>
                    <a:pt x="476" y="10"/>
                  </a:cubicBezTo>
                  <a:cubicBezTo>
                    <a:pt x="477" y="9"/>
                    <a:pt x="479" y="9"/>
                    <a:pt x="480" y="9"/>
                  </a:cubicBezTo>
                  <a:cubicBezTo>
                    <a:pt x="482" y="9"/>
                    <a:pt x="484" y="10"/>
                    <a:pt x="486" y="11"/>
                  </a:cubicBezTo>
                  <a:cubicBezTo>
                    <a:pt x="489" y="12"/>
                    <a:pt x="492" y="15"/>
                    <a:pt x="496" y="17"/>
                  </a:cubicBezTo>
                  <a:cubicBezTo>
                    <a:pt x="499" y="20"/>
                    <a:pt x="503" y="22"/>
                    <a:pt x="507" y="23"/>
                  </a:cubicBezTo>
                  <a:cubicBezTo>
                    <a:pt x="510" y="25"/>
                    <a:pt x="512" y="26"/>
                    <a:pt x="514" y="26"/>
                  </a:cubicBezTo>
                  <a:cubicBezTo>
                    <a:pt x="515" y="26"/>
                    <a:pt x="516" y="26"/>
                    <a:pt x="517" y="25"/>
                  </a:cubicBezTo>
                  <a:cubicBezTo>
                    <a:pt x="518" y="25"/>
                    <a:pt x="519" y="24"/>
                    <a:pt x="520" y="23"/>
                  </a:cubicBezTo>
                  <a:cubicBezTo>
                    <a:pt x="521" y="22"/>
                    <a:pt x="522" y="21"/>
                    <a:pt x="524" y="19"/>
                  </a:cubicBezTo>
                  <a:cubicBezTo>
                    <a:pt x="530" y="14"/>
                    <a:pt x="535" y="13"/>
                    <a:pt x="538" y="13"/>
                  </a:cubicBezTo>
                  <a:cubicBezTo>
                    <a:pt x="540" y="13"/>
                    <a:pt x="542" y="13"/>
                    <a:pt x="544" y="14"/>
                  </a:cubicBezTo>
                  <a:cubicBezTo>
                    <a:pt x="550" y="17"/>
                    <a:pt x="556" y="23"/>
                    <a:pt x="567" y="27"/>
                  </a:cubicBezTo>
                  <a:cubicBezTo>
                    <a:pt x="570" y="28"/>
                    <a:pt x="572" y="28"/>
                    <a:pt x="575" y="28"/>
                  </a:cubicBezTo>
                  <a:cubicBezTo>
                    <a:pt x="578" y="28"/>
                    <a:pt x="581" y="27"/>
                    <a:pt x="583" y="26"/>
                  </a:cubicBezTo>
                  <a:cubicBezTo>
                    <a:pt x="586" y="24"/>
                    <a:pt x="589" y="22"/>
                    <a:pt x="592" y="19"/>
                  </a:cubicBezTo>
                  <a:cubicBezTo>
                    <a:pt x="595" y="17"/>
                    <a:pt x="598" y="14"/>
                    <a:pt x="600" y="13"/>
                  </a:cubicBezTo>
                  <a:cubicBezTo>
                    <a:pt x="602" y="11"/>
                    <a:pt x="603" y="11"/>
                    <a:pt x="605" y="11"/>
                  </a:cubicBezTo>
                  <a:cubicBezTo>
                    <a:pt x="607" y="11"/>
                    <a:pt x="609" y="11"/>
                    <a:pt x="611" y="12"/>
                  </a:cubicBezTo>
                  <a:cubicBezTo>
                    <a:pt x="616" y="14"/>
                    <a:pt x="621" y="17"/>
                    <a:pt x="625" y="20"/>
                  </a:cubicBezTo>
                  <a:cubicBezTo>
                    <a:pt x="630" y="24"/>
                    <a:pt x="635" y="27"/>
                    <a:pt x="640" y="27"/>
                  </a:cubicBezTo>
                  <a:cubicBezTo>
                    <a:pt x="641" y="27"/>
                    <a:pt x="642" y="27"/>
                    <a:pt x="642" y="27"/>
                  </a:cubicBezTo>
                  <a:cubicBezTo>
                    <a:pt x="647" y="27"/>
                    <a:pt x="652" y="25"/>
                    <a:pt x="657" y="23"/>
                  </a:cubicBezTo>
                  <a:cubicBezTo>
                    <a:pt x="661" y="20"/>
                    <a:pt x="665" y="18"/>
                    <a:pt x="669" y="16"/>
                  </a:cubicBezTo>
                  <a:cubicBezTo>
                    <a:pt x="673" y="14"/>
                    <a:pt x="675" y="13"/>
                    <a:pt x="677" y="13"/>
                  </a:cubicBezTo>
                  <a:cubicBezTo>
                    <a:pt x="677" y="13"/>
                    <a:pt x="678" y="13"/>
                    <a:pt x="679" y="14"/>
                  </a:cubicBezTo>
                  <a:cubicBezTo>
                    <a:pt x="680" y="14"/>
                    <a:pt x="681" y="16"/>
                    <a:pt x="683" y="18"/>
                  </a:cubicBezTo>
                  <a:cubicBezTo>
                    <a:pt x="685" y="20"/>
                    <a:pt x="687" y="22"/>
                    <a:pt x="690" y="25"/>
                  </a:cubicBezTo>
                  <a:cubicBezTo>
                    <a:pt x="695" y="28"/>
                    <a:pt x="699" y="30"/>
                    <a:pt x="703" y="30"/>
                  </a:cubicBezTo>
                  <a:cubicBezTo>
                    <a:pt x="709" y="30"/>
                    <a:pt x="715" y="27"/>
                    <a:pt x="720" y="24"/>
                  </a:cubicBezTo>
                  <a:cubicBezTo>
                    <a:pt x="724" y="21"/>
                    <a:pt x="729" y="17"/>
                    <a:pt x="734" y="14"/>
                  </a:cubicBezTo>
                  <a:cubicBezTo>
                    <a:pt x="736" y="13"/>
                    <a:pt x="737" y="12"/>
                    <a:pt x="739" y="11"/>
                  </a:cubicBezTo>
                  <a:cubicBezTo>
                    <a:pt x="740" y="10"/>
                    <a:pt x="740" y="10"/>
                    <a:pt x="741" y="10"/>
                  </a:cubicBezTo>
                  <a:cubicBezTo>
                    <a:pt x="741" y="10"/>
                    <a:pt x="742" y="10"/>
                    <a:pt x="743" y="11"/>
                  </a:cubicBezTo>
                  <a:cubicBezTo>
                    <a:pt x="744" y="12"/>
                    <a:pt x="746" y="13"/>
                    <a:pt x="749" y="15"/>
                  </a:cubicBezTo>
                  <a:cubicBezTo>
                    <a:pt x="757" y="20"/>
                    <a:pt x="765" y="26"/>
                    <a:pt x="773" y="31"/>
                  </a:cubicBezTo>
                  <a:cubicBezTo>
                    <a:pt x="774" y="32"/>
                    <a:pt x="774" y="32"/>
                    <a:pt x="774" y="32"/>
                  </a:cubicBezTo>
                  <a:cubicBezTo>
                    <a:pt x="776" y="31"/>
                    <a:pt x="776" y="31"/>
                    <a:pt x="776" y="31"/>
                  </a:cubicBezTo>
                  <a:cubicBezTo>
                    <a:pt x="778" y="28"/>
                    <a:pt x="782" y="25"/>
                    <a:pt x="785" y="21"/>
                  </a:cubicBezTo>
                  <a:cubicBezTo>
                    <a:pt x="788" y="17"/>
                    <a:pt x="790" y="13"/>
                    <a:pt x="792" y="8"/>
                  </a:cubicBezTo>
                  <a:cubicBezTo>
                    <a:pt x="790" y="8"/>
                    <a:pt x="790" y="8"/>
                    <a:pt x="790" y="8"/>
                  </a:cubicBezTo>
                  <a:cubicBezTo>
                    <a:pt x="790" y="10"/>
                    <a:pt x="790" y="10"/>
                    <a:pt x="790" y="10"/>
                  </a:cubicBezTo>
                  <a:cubicBezTo>
                    <a:pt x="791" y="10"/>
                    <a:pt x="792" y="10"/>
                    <a:pt x="792" y="10"/>
                  </a:cubicBezTo>
                  <a:cubicBezTo>
                    <a:pt x="794" y="10"/>
                    <a:pt x="797" y="11"/>
                    <a:pt x="799" y="12"/>
                  </a:cubicBezTo>
                  <a:cubicBezTo>
                    <a:pt x="803" y="15"/>
                    <a:pt x="806" y="20"/>
                    <a:pt x="810" y="24"/>
                  </a:cubicBezTo>
                  <a:cubicBezTo>
                    <a:pt x="812" y="26"/>
                    <a:pt x="814" y="27"/>
                    <a:pt x="816" y="29"/>
                  </a:cubicBezTo>
                  <a:cubicBezTo>
                    <a:pt x="818" y="30"/>
                    <a:pt x="820" y="31"/>
                    <a:pt x="823" y="31"/>
                  </a:cubicBezTo>
                  <a:cubicBezTo>
                    <a:pt x="823" y="31"/>
                    <a:pt x="823" y="31"/>
                    <a:pt x="823" y="31"/>
                  </a:cubicBezTo>
                  <a:cubicBezTo>
                    <a:pt x="827" y="31"/>
                    <a:pt x="830" y="30"/>
                    <a:pt x="833" y="27"/>
                  </a:cubicBezTo>
                  <a:cubicBezTo>
                    <a:pt x="837" y="24"/>
                    <a:pt x="841" y="19"/>
                    <a:pt x="845" y="15"/>
                  </a:cubicBezTo>
                  <a:cubicBezTo>
                    <a:pt x="847" y="13"/>
                    <a:pt x="849" y="12"/>
                    <a:pt x="850" y="10"/>
                  </a:cubicBezTo>
                  <a:cubicBezTo>
                    <a:pt x="852" y="9"/>
                    <a:pt x="854" y="9"/>
                    <a:pt x="855" y="9"/>
                  </a:cubicBezTo>
                  <a:cubicBezTo>
                    <a:pt x="855" y="9"/>
                    <a:pt x="855" y="9"/>
                    <a:pt x="855" y="9"/>
                  </a:cubicBezTo>
                  <a:cubicBezTo>
                    <a:pt x="855" y="9"/>
                    <a:pt x="855" y="9"/>
                    <a:pt x="855" y="9"/>
                  </a:cubicBezTo>
                  <a:cubicBezTo>
                    <a:pt x="855" y="9"/>
                    <a:pt x="855" y="9"/>
                    <a:pt x="855" y="9"/>
                  </a:cubicBezTo>
                  <a:cubicBezTo>
                    <a:pt x="858" y="9"/>
                    <a:pt x="860" y="10"/>
                    <a:pt x="862" y="12"/>
                  </a:cubicBezTo>
                  <a:cubicBezTo>
                    <a:pt x="866" y="15"/>
                    <a:pt x="870" y="19"/>
                    <a:pt x="873" y="23"/>
                  </a:cubicBezTo>
                  <a:cubicBezTo>
                    <a:pt x="875" y="26"/>
                    <a:pt x="877" y="28"/>
                    <a:pt x="879" y="29"/>
                  </a:cubicBezTo>
                  <a:cubicBezTo>
                    <a:pt x="881" y="31"/>
                    <a:pt x="883" y="32"/>
                    <a:pt x="886" y="32"/>
                  </a:cubicBezTo>
                  <a:cubicBezTo>
                    <a:pt x="887" y="32"/>
                    <a:pt x="887" y="32"/>
                    <a:pt x="887" y="32"/>
                  </a:cubicBezTo>
                  <a:cubicBezTo>
                    <a:pt x="890" y="32"/>
                    <a:pt x="893" y="31"/>
                    <a:pt x="896" y="29"/>
                  </a:cubicBezTo>
                  <a:cubicBezTo>
                    <a:pt x="900" y="25"/>
                    <a:pt x="904" y="21"/>
                    <a:pt x="907" y="16"/>
                  </a:cubicBezTo>
                  <a:cubicBezTo>
                    <a:pt x="911" y="12"/>
                    <a:pt x="915" y="8"/>
                    <a:pt x="917" y="6"/>
                  </a:cubicBezTo>
                  <a:cubicBezTo>
                    <a:pt x="915" y="4"/>
                    <a:pt x="915" y="4"/>
                    <a:pt x="915" y="4"/>
                  </a:cubicBezTo>
                  <a:cubicBezTo>
                    <a:pt x="914" y="6"/>
                    <a:pt x="914" y="6"/>
                    <a:pt x="914" y="6"/>
                  </a:cubicBezTo>
                  <a:cubicBezTo>
                    <a:pt x="918" y="9"/>
                    <a:pt x="923" y="14"/>
                    <a:pt x="929" y="19"/>
                  </a:cubicBezTo>
                  <a:cubicBezTo>
                    <a:pt x="934" y="24"/>
                    <a:pt x="940" y="28"/>
                    <a:pt x="946" y="29"/>
                  </a:cubicBezTo>
                  <a:cubicBezTo>
                    <a:pt x="947" y="29"/>
                    <a:pt x="947" y="29"/>
                    <a:pt x="948" y="29"/>
                  </a:cubicBezTo>
                  <a:cubicBezTo>
                    <a:pt x="951" y="29"/>
                    <a:pt x="954" y="28"/>
                    <a:pt x="956" y="26"/>
                  </a:cubicBezTo>
                  <a:cubicBezTo>
                    <a:pt x="960" y="23"/>
                    <a:pt x="963" y="20"/>
                    <a:pt x="966" y="17"/>
                  </a:cubicBezTo>
                  <a:cubicBezTo>
                    <a:pt x="969" y="14"/>
                    <a:pt x="971" y="12"/>
                    <a:pt x="974" y="11"/>
                  </a:cubicBezTo>
                  <a:cubicBezTo>
                    <a:pt x="975" y="11"/>
                    <a:pt x="976" y="11"/>
                    <a:pt x="976" y="11"/>
                  </a:cubicBezTo>
                  <a:cubicBezTo>
                    <a:pt x="978" y="11"/>
                    <a:pt x="980" y="12"/>
                    <a:pt x="982" y="13"/>
                  </a:cubicBezTo>
                  <a:cubicBezTo>
                    <a:pt x="985" y="15"/>
                    <a:pt x="988" y="18"/>
                    <a:pt x="991" y="21"/>
                  </a:cubicBezTo>
                  <a:cubicBezTo>
                    <a:pt x="994" y="24"/>
                    <a:pt x="997" y="27"/>
                    <a:pt x="1001" y="28"/>
                  </a:cubicBezTo>
                  <a:cubicBezTo>
                    <a:pt x="1003" y="29"/>
                    <a:pt x="1005" y="29"/>
                    <a:pt x="1006" y="29"/>
                  </a:cubicBezTo>
                  <a:cubicBezTo>
                    <a:pt x="1011" y="29"/>
                    <a:pt x="1014" y="27"/>
                    <a:pt x="1018" y="25"/>
                  </a:cubicBezTo>
                  <a:cubicBezTo>
                    <a:pt x="1021" y="22"/>
                    <a:pt x="1024" y="20"/>
                    <a:pt x="1027" y="17"/>
                  </a:cubicBezTo>
                  <a:cubicBezTo>
                    <a:pt x="1030" y="15"/>
                    <a:pt x="1032" y="13"/>
                    <a:pt x="1034" y="12"/>
                  </a:cubicBezTo>
                  <a:cubicBezTo>
                    <a:pt x="1036" y="10"/>
                    <a:pt x="1036" y="10"/>
                    <a:pt x="1038" y="10"/>
                  </a:cubicBezTo>
                  <a:cubicBezTo>
                    <a:pt x="1039" y="10"/>
                    <a:pt x="1041" y="10"/>
                    <a:pt x="1044" y="12"/>
                  </a:cubicBezTo>
                  <a:cubicBezTo>
                    <a:pt x="1045" y="13"/>
                    <a:pt x="1047" y="14"/>
                    <a:pt x="1049" y="16"/>
                  </a:cubicBezTo>
                  <a:cubicBezTo>
                    <a:pt x="1052" y="18"/>
                    <a:pt x="1056" y="22"/>
                    <a:pt x="1060" y="25"/>
                  </a:cubicBezTo>
                  <a:cubicBezTo>
                    <a:pt x="1062" y="26"/>
                    <a:pt x="1063" y="27"/>
                    <a:pt x="1065" y="28"/>
                  </a:cubicBezTo>
                  <a:cubicBezTo>
                    <a:pt x="1067" y="29"/>
                    <a:pt x="1068" y="30"/>
                    <a:pt x="1070" y="30"/>
                  </a:cubicBezTo>
                  <a:cubicBezTo>
                    <a:pt x="1070" y="30"/>
                    <a:pt x="1070" y="30"/>
                    <a:pt x="1070" y="30"/>
                  </a:cubicBezTo>
                  <a:cubicBezTo>
                    <a:pt x="1073" y="30"/>
                    <a:pt x="1075" y="29"/>
                    <a:pt x="1077" y="28"/>
                  </a:cubicBezTo>
                  <a:cubicBezTo>
                    <a:pt x="1081" y="26"/>
                    <a:pt x="1085" y="23"/>
                    <a:pt x="1088" y="20"/>
                  </a:cubicBezTo>
                  <a:cubicBezTo>
                    <a:pt x="1092" y="17"/>
                    <a:pt x="1095" y="14"/>
                    <a:pt x="1097" y="13"/>
                  </a:cubicBezTo>
                  <a:cubicBezTo>
                    <a:pt x="1100" y="11"/>
                    <a:pt x="1102" y="10"/>
                    <a:pt x="1104" y="9"/>
                  </a:cubicBezTo>
                  <a:cubicBezTo>
                    <a:pt x="1105" y="8"/>
                    <a:pt x="1106" y="8"/>
                    <a:pt x="1107" y="8"/>
                  </a:cubicBezTo>
                  <a:cubicBezTo>
                    <a:pt x="1108" y="8"/>
                    <a:pt x="1110" y="9"/>
                    <a:pt x="1114" y="11"/>
                  </a:cubicBezTo>
                  <a:cubicBezTo>
                    <a:pt x="1117" y="12"/>
                    <a:pt x="1120" y="15"/>
                    <a:pt x="1124" y="18"/>
                  </a:cubicBezTo>
                  <a:cubicBezTo>
                    <a:pt x="1128" y="21"/>
                    <a:pt x="1132" y="23"/>
                    <a:pt x="1136" y="24"/>
                  </a:cubicBezTo>
                  <a:cubicBezTo>
                    <a:pt x="1137" y="24"/>
                    <a:pt x="1137" y="24"/>
                    <a:pt x="1137" y="24"/>
                  </a:cubicBezTo>
                  <a:cubicBezTo>
                    <a:pt x="1143" y="24"/>
                    <a:pt x="1147" y="21"/>
                    <a:pt x="1151" y="18"/>
                  </a:cubicBezTo>
                  <a:cubicBezTo>
                    <a:pt x="1152" y="17"/>
                    <a:pt x="1154" y="16"/>
                    <a:pt x="1156" y="15"/>
                  </a:cubicBezTo>
                  <a:cubicBezTo>
                    <a:pt x="1158" y="14"/>
                    <a:pt x="1159" y="13"/>
                    <a:pt x="1161" y="13"/>
                  </a:cubicBezTo>
                  <a:cubicBezTo>
                    <a:pt x="1162" y="13"/>
                    <a:pt x="1163" y="14"/>
                    <a:pt x="1163" y="14"/>
                  </a:cubicBezTo>
                  <a:cubicBezTo>
                    <a:pt x="1168" y="15"/>
                    <a:pt x="1172" y="19"/>
                    <a:pt x="1176" y="22"/>
                  </a:cubicBezTo>
                  <a:cubicBezTo>
                    <a:pt x="1178" y="24"/>
                    <a:pt x="1180" y="26"/>
                    <a:pt x="1183" y="28"/>
                  </a:cubicBezTo>
                  <a:cubicBezTo>
                    <a:pt x="1186" y="29"/>
                    <a:pt x="1188" y="30"/>
                    <a:pt x="1192" y="30"/>
                  </a:cubicBezTo>
                  <a:cubicBezTo>
                    <a:pt x="1192" y="30"/>
                    <a:pt x="1192" y="30"/>
                    <a:pt x="1192" y="30"/>
                  </a:cubicBezTo>
                  <a:cubicBezTo>
                    <a:pt x="1192" y="30"/>
                    <a:pt x="1192" y="30"/>
                    <a:pt x="1192" y="30"/>
                  </a:cubicBezTo>
                  <a:cubicBezTo>
                    <a:pt x="1192" y="30"/>
                    <a:pt x="1192" y="30"/>
                    <a:pt x="1192" y="30"/>
                  </a:cubicBezTo>
                  <a:cubicBezTo>
                    <a:pt x="1197" y="30"/>
                    <a:pt x="1202" y="26"/>
                    <a:pt x="1207" y="23"/>
                  </a:cubicBezTo>
                  <a:cubicBezTo>
                    <a:pt x="1212" y="19"/>
                    <a:pt x="1217" y="15"/>
                    <a:pt x="1221" y="13"/>
                  </a:cubicBezTo>
                  <a:cubicBezTo>
                    <a:pt x="1223" y="12"/>
                    <a:pt x="1225" y="12"/>
                    <a:pt x="1227" y="12"/>
                  </a:cubicBezTo>
                  <a:cubicBezTo>
                    <a:pt x="1230" y="12"/>
                    <a:pt x="1233" y="13"/>
                    <a:pt x="1237" y="16"/>
                  </a:cubicBezTo>
                  <a:cubicBezTo>
                    <a:pt x="1241" y="18"/>
                    <a:pt x="1245" y="21"/>
                    <a:pt x="1249" y="24"/>
                  </a:cubicBezTo>
                  <a:cubicBezTo>
                    <a:pt x="1252" y="27"/>
                    <a:pt x="1255" y="29"/>
                    <a:pt x="1258" y="30"/>
                  </a:cubicBezTo>
                  <a:cubicBezTo>
                    <a:pt x="1260" y="31"/>
                    <a:pt x="1262" y="32"/>
                    <a:pt x="1265" y="32"/>
                  </a:cubicBezTo>
                  <a:cubicBezTo>
                    <a:pt x="1267" y="32"/>
                    <a:pt x="1269" y="32"/>
                    <a:pt x="1271" y="31"/>
                  </a:cubicBezTo>
                  <a:cubicBezTo>
                    <a:pt x="1273" y="30"/>
                    <a:pt x="1275" y="29"/>
                    <a:pt x="1278" y="27"/>
                  </a:cubicBezTo>
                  <a:cubicBezTo>
                    <a:pt x="1281" y="25"/>
                    <a:pt x="1285" y="22"/>
                    <a:pt x="1289" y="20"/>
                  </a:cubicBezTo>
                  <a:cubicBezTo>
                    <a:pt x="1292" y="18"/>
                    <a:pt x="1296" y="16"/>
                    <a:pt x="1299" y="16"/>
                  </a:cubicBezTo>
                  <a:cubicBezTo>
                    <a:pt x="1300" y="16"/>
                    <a:pt x="1300" y="16"/>
                    <a:pt x="1301" y="16"/>
                  </a:cubicBezTo>
                  <a:cubicBezTo>
                    <a:pt x="1302" y="17"/>
                    <a:pt x="1304" y="18"/>
                    <a:pt x="1306" y="19"/>
                  </a:cubicBezTo>
                  <a:cubicBezTo>
                    <a:pt x="1309" y="22"/>
                    <a:pt x="1312" y="26"/>
                    <a:pt x="1315" y="29"/>
                  </a:cubicBezTo>
                  <a:cubicBezTo>
                    <a:pt x="1318" y="32"/>
                    <a:pt x="1322" y="35"/>
                    <a:pt x="1327" y="35"/>
                  </a:cubicBezTo>
                  <a:cubicBezTo>
                    <a:pt x="1328" y="35"/>
                    <a:pt x="1328" y="35"/>
                    <a:pt x="1328" y="35"/>
                  </a:cubicBezTo>
                  <a:cubicBezTo>
                    <a:pt x="1330" y="35"/>
                    <a:pt x="1333" y="34"/>
                    <a:pt x="1335" y="33"/>
                  </a:cubicBezTo>
                  <a:cubicBezTo>
                    <a:pt x="1338" y="31"/>
                    <a:pt x="1341" y="29"/>
                    <a:pt x="1344" y="27"/>
                  </a:cubicBezTo>
                  <a:cubicBezTo>
                    <a:pt x="1346" y="25"/>
                    <a:pt x="1349" y="23"/>
                    <a:pt x="1351" y="23"/>
                  </a:cubicBezTo>
                  <a:cubicBezTo>
                    <a:pt x="1352" y="23"/>
                    <a:pt x="1352" y="23"/>
                    <a:pt x="1352" y="23"/>
                  </a:cubicBezTo>
                  <a:cubicBezTo>
                    <a:pt x="1353" y="24"/>
                    <a:pt x="1355" y="25"/>
                    <a:pt x="1357" y="26"/>
                  </a:cubicBezTo>
                  <a:cubicBezTo>
                    <a:pt x="1359" y="28"/>
                    <a:pt x="1362" y="30"/>
                    <a:pt x="1365" y="33"/>
                  </a:cubicBezTo>
                  <a:cubicBezTo>
                    <a:pt x="1368" y="35"/>
                    <a:pt x="1372" y="38"/>
                    <a:pt x="1376" y="39"/>
                  </a:cubicBezTo>
                  <a:cubicBezTo>
                    <a:pt x="1378" y="39"/>
                    <a:pt x="1378" y="39"/>
                    <a:pt x="1378" y="39"/>
                  </a:cubicBezTo>
                  <a:cubicBezTo>
                    <a:pt x="1378" y="37"/>
                    <a:pt x="1378" y="37"/>
                    <a:pt x="1378" y="37"/>
                  </a:cubicBezTo>
                  <a:cubicBezTo>
                    <a:pt x="1378" y="36"/>
                    <a:pt x="1378" y="35"/>
                    <a:pt x="1378" y="35"/>
                  </a:cubicBezTo>
                  <a:cubicBezTo>
                    <a:pt x="1378" y="35"/>
                    <a:pt x="1378" y="35"/>
                    <a:pt x="1378" y="35"/>
                  </a:cubicBezTo>
                  <a:cubicBezTo>
                    <a:pt x="1378" y="35"/>
                    <a:pt x="1378" y="35"/>
                    <a:pt x="1378" y="35"/>
                  </a:cubicBezTo>
                  <a:cubicBezTo>
                    <a:pt x="1377" y="34"/>
                    <a:pt x="1377" y="34"/>
                    <a:pt x="1377" y="34"/>
                  </a:cubicBezTo>
                  <a:cubicBezTo>
                    <a:pt x="1378" y="35"/>
                    <a:pt x="1378" y="35"/>
                    <a:pt x="1378" y="35"/>
                  </a:cubicBezTo>
                  <a:cubicBezTo>
                    <a:pt x="1378" y="35"/>
                    <a:pt x="1378" y="35"/>
                    <a:pt x="1378" y="35"/>
                  </a:cubicBezTo>
                  <a:cubicBezTo>
                    <a:pt x="1377" y="34"/>
                    <a:pt x="1377" y="34"/>
                    <a:pt x="1377" y="34"/>
                  </a:cubicBezTo>
                  <a:cubicBezTo>
                    <a:pt x="1378" y="35"/>
                    <a:pt x="1378" y="35"/>
                    <a:pt x="1378" y="35"/>
                  </a:cubicBezTo>
                  <a:cubicBezTo>
                    <a:pt x="1377" y="35"/>
                    <a:pt x="1377" y="35"/>
                    <a:pt x="1377" y="35"/>
                  </a:cubicBezTo>
                  <a:cubicBezTo>
                    <a:pt x="1378" y="35"/>
                    <a:pt x="1378" y="35"/>
                    <a:pt x="1378" y="35"/>
                  </a:cubicBezTo>
                  <a:cubicBezTo>
                    <a:pt x="1378" y="35"/>
                    <a:pt x="1378" y="35"/>
                    <a:pt x="1378" y="35"/>
                  </a:cubicBezTo>
                  <a:cubicBezTo>
                    <a:pt x="1377" y="35"/>
                    <a:pt x="1377" y="35"/>
                    <a:pt x="1377" y="35"/>
                  </a:cubicBezTo>
                  <a:cubicBezTo>
                    <a:pt x="1378" y="35"/>
                    <a:pt x="1378" y="35"/>
                    <a:pt x="1378" y="35"/>
                  </a:cubicBezTo>
                  <a:cubicBezTo>
                    <a:pt x="1379" y="35"/>
                    <a:pt x="1379" y="35"/>
                    <a:pt x="1379" y="35"/>
                  </a:cubicBezTo>
                  <a:cubicBezTo>
                    <a:pt x="1380" y="34"/>
                    <a:pt x="1382" y="32"/>
                    <a:pt x="1385" y="30"/>
                  </a:cubicBezTo>
                  <a:cubicBezTo>
                    <a:pt x="1386" y="29"/>
                    <a:pt x="1387" y="29"/>
                    <a:pt x="1388" y="28"/>
                  </a:cubicBezTo>
                  <a:cubicBezTo>
                    <a:pt x="1388" y="28"/>
                    <a:pt x="1388" y="28"/>
                    <a:pt x="1389" y="28"/>
                  </a:cubicBezTo>
                  <a:cubicBezTo>
                    <a:pt x="1389" y="28"/>
                    <a:pt x="1389" y="28"/>
                    <a:pt x="1389" y="28"/>
                  </a:cubicBezTo>
                  <a:cubicBezTo>
                    <a:pt x="1388" y="26"/>
                    <a:pt x="1388" y="26"/>
                    <a:pt x="1388" y="26"/>
                  </a:cubicBezTo>
                  <a:cubicBezTo>
                    <a:pt x="1388" y="28"/>
                    <a:pt x="1388" y="28"/>
                    <a:pt x="1388" y="28"/>
                  </a:cubicBezTo>
                  <a:cubicBezTo>
                    <a:pt x="1389" y="28"/>
                    <a:pt x="1389" y="28"/>
                    <a:pt x="1389" y="28"/>
                  </a:cubicBezTo>
                  <a:cubicBezTo>
                    <a:pt x="1388" y="26"/>
                    <a:pt x="1388" y="26"/>
                    <a:pt x="1388" y="26"/>
                  </a:cubicBezTo>
                  <a:cubicBezTo>
                    <a:pt x="1388" y="28"/>
                    <a:pt x="1388" y="28"/>
                    <a:pt x="1388" y="28"/>
                  </a:cubicBezTo>
                  <a:cubicBezTo>
                    <a:pt x="1388" y="28"/>
                    <a:pt x="1388" y="28"/>
                    <a:pt x="1388" y="28"/>
                  </a:cubicBezTo>
                  <a:cubicBezTo>
                    <a:pt x="1389" y="28"/>
                    <a:pt x="1389" y="28"/>
                    <a:pt x="1389" y="28"/>
                  </a:cubicBezTo>
                  <a:cubicBezTo>
                    <a:pt x="1390" y="28"/>
                    <a:pt x="1391" y="28"/>
                    <a:pt x="1392" y="28"/>
                  </a:cubicBezTo>
                  <a:cubicBezTo>
                    <a:pt x="1393" y="29"/>
                    <a:pt x="1395" y="31"/>
                    <a:pt x="1396" y="32"/>
                  </a:cubicBezTo>
                  <a:cubicBezTo>
                    <a:pt x="1398" y="34"/>
                    <a:pt x="1400" y="35"/>
                    <a:pt x="1403" y="36"/>
                  </a:cubicBezTo>
                  <a:cubicBezTo>
                    <a:pt x="1405" y="37"/>
                    <a:pt x="1407" y="38"/>
                    <a:pt x="1410" y="38"/>
                  </a:cubicBezTo>
                  <a:cubicBezTo>
                    <a:pt x="1414" y="38"/>
                    <a:pt x="1419" y="36"/>
                    <a:pt x="1423" y="34"/>
                  </a:cubicBezTo>
                  <a:cubicBezTo>
                    <a:pt x="1426" y="31"/>
                    <a:pt x="1430" y="28"/>
                    <a:pt x="1434" y="26"/>
                  </a:cubicBezTo>
                  <a:cubicBezTo>
                    <a:pt x="1437" y="23"/>
                    <a:pt x="1439" y="23"/>
                    <a:pt x="1441" y="23"/>
                  </a:cubicBezTo>
                  <a:cubicBezTo>
                    <a:pt x="1441" y="23"/>
                    <a:pt x="1442" y="23"/>
                    <a:pt x="1443" y="23"/>
                  </a:cubicBezTo>
                  <a:cubicBezTo>
                    <a:pt x="1445" y="24"/>
                    <a:pt x="1448" y="27"/>
                    <a:pt x="1453" y="30"/>
                  </a:cubicBezTo>
                  <a:cubicBezTo>
                    <a:pt x="1460" y="34"/>
                    <a:pt x="1467" y="38"/>
                    <a:pt x="1474" y="41"/>
                  </a:cubicBezTo>
                  <a:cubicBezTo>
                    <a:pt x="1476" y="37"/>
                    <a:pt x="1476" y="37"/>
                    <a:pt x="1476" y="37"/>
                  </a:cubicBezTo>
                  <a:cubicBezTo>
                    <a:pt x="1469" y="34"/>
                    <a:pt x="1462" y="30"/>
                    <a:pt x="1455" y="26"/>
                  </a:cubicBezTo>
                  <a:cubicBezTo>
                    <a:pt x="1452" y="24"/>
                    <a:pt x="1450" y="22"/>
                    <a:pt x="1448" y="21"/>
                  </a:cubicBezTo>
                  <a:cubicBezTo>
                    <a:pt x="1447" y="20"/>
                    <a:pt x="1445" y="20"/>
                    <a:pt x="1444" y="19"/>
                  </a:cubicBezTo>
                  <a:cubicBezTo>
                    <a:pt x="1443" y="19"/>
                    <a:pt x="1442" y="18"/>
                    <a:pt x="1441" y="18"/>
                  </a:cubicBezTo>
                  <a:cubicBezTo>
                    <a:pt x="1438" y="18"/>
                    <a:pt x="1435" y="20"/>
                    <a:pt x="1431" y="22"/>
                  </a:cubicBezTo>
                  <a:cubicBezTo>
                    <a:pt x="1427" y="25"/>
                    <a:pt x="1424" y="28"/>
                    <a:pt x="1420" y="30"/>
                  </a:cubicBezTo>
                  <a:cubicBezTo>
                    <a:pt x="1417" y="32"/>
                    <a:pt x="1413" y="33"/>
                    <a:pt x="1410" y="33"/>
                  </a:cubicBezTo>
                  <a:cubicBezTo>
                    <a:pt x="1408" y="33"/>
                    <a:pt x="1406" y="33"/>
                    <a:pt x="1404" y="32"/>
                  </a:cubicBezTo>
                  <a:cubicBezTo>
                    <a:pt x="1402" y="31"/>
                    <a:pt x="1400" y="29"/>
                    <a:pt x="1398" y="27"/>
                  </a:cubicBezTo>
                  <a:cubicBezTo>
                    <a:pt x="1397" y="26"/>
                    <a:pt x="1396" y="25"/>
                    <a:pt x="1394" y="25"/>
                  </a:cubicBezTo>
                  <a:cubicBezTo>
                    <a:pt x="1393" y="24"/>
                    <a:pt x="1391" y="23"/>
                    <a:pt x="1389" y="23"/>
                  </a:cubicBezTo>
                  <a:cubicBezTo>
                    <a:pt x="1389" y="23"/>
                    <a:pt x="1388" y="23"/>
                    <a:pt x="1388" y="23"/>
                  </a:cubicBezTo>
                  <a:cubicBezTo>
                    <a:pt x="1388" y="23"/>
                    <a:pt x="1388" y="23"/>
                    <a:pt x="1388" y="23"/>
                  </a:cubicBezTo>
                  <a:cubicBezTo>
                    <a:pt x="1388" y="23"/>
                    <a:pt x="1388" y="23"/>
                    <a:pt x="1388" y="23"/>
                  </a:cubicBezTo>
                  <a:cubicBezTo>
                    <a:pt x="1387" y="23"/>
                    <a:pt x="1387" y="23"/>
                    <a:pt x="1387" y="24"/>
                  </a:cubicBezTo>
                  <a:cubicBezTo>
                    <a:pt x="1386" y="24"/>
                    <a:pt x="1385" y="25"/>
                    <a:pt x="1384" y="25"/>
                  </a:cubicBezTo>
                  <a:cubicBezTo>
                    <a:pt x="1382" y="27"/>
                    <a:pt x="1380" y="28"/>
                    <a:pt x="1378" y="30"/>
                  </a:cubicBezTo>
                  <a:cubicBezTo>
                    <a:pt x="1377" y="30"/>
                    <a:pt x="1376" y="31"/>
                    <a:pt x="1376" y="32"/>
                  </a:cubicBezTo>
                  <a:cubicBezTo>
                    <a:pt x="1375" y="32"/>
                    <a:pt x="1375" y="32"/>
                    <a:pt x="1375" y="32"/>
                  </a:cubicBezTo>
                  <a:cubicBezTo>
                    <a:pt x="1375" y="33"/>
                    <a:pt x="1375" y="33"/>
                    <a:pt x="1375" y="33"/>
                  </a:cubicBezTo>
                  <a:cubicBezTo>
                    <a:pt x="1375" y="33"/>
                    <a:pt x="1374" y="33"/>
                    <a:pt x="1374" y="34"/>
                  </a:cubicBezTo>
                  <a:cubicBezTo>
                    <a:pt x="1374" y="34"/>
                    <a:pt x="1374" y="34"/>
                    <a:pt x="1374" y="34"/>
                  </a:cubicBezTo>
                  <a:cubicBezTo>
                    <a:pt x="1374" y="34"/>
                    <a:pt x="1374" y="34"/>
                    <a:pt x="1374" y="34"/>
                  </a:cubicBezTo>
                  <a:cubicBezTo>
                    <a:pt x="1374" y="35"/>
                    <a:pt x="1374" y="35"/>
                    <a:pt x="1374" y="36"/>
                  </a:cubicBezTo>
                  <a:cubicBezTo>
                    <a:pt x="1376" y="36"/>
                    <a:pt x="1376" y="36"/>
                    <a:pt x="1376" y="36"/>
                  </a:cubicBezTo>
                  <a:cubicBezTo>
                    <a:pt x="1376" y="34"/>
                    <a:pt x="1376" y="34"/>
                    <a:pt x="1376" y="34"/>
                  </a:cubicBezTo>
                  <a:cubicBezTo>
                    <a:pt x="1373" y="34"/>
                    <a:pt x="1369" y="31"/>
                    <a:pt x="1365" y="27"/>
                  </a:cubicBezTo>
                  <a:cubicBezTo>
                    <a:pt x="1363" y="26"/>
                    <a:pt x="1361" y="24"/>
                    <a:pt x="1359" y="22"/>
                  </a:cubicBezTo>
                  <a:cubicBezTo>
                    <a:pt x="1357" y="21"/>
                    <a:pt x="1355" y="20"/>
                    <a:pt x="1353" y="19"/>
                  </a:cubicBezTo>
                  <a:cubicBezTo>
                    <a:pt x="1352" y="19"/>
                    <a:pt x="1352" y="19"/>
                    <a:pt x="1351" y="19"/>
                  </a:cubicBezTo>
                  <a:cubicBezTo>
                    <a:pt x="1349" y="19"/>
                    <a:pt x="1346" y="20"/>
                    <a:pt x="1344" y="21"/>
                  </a:cubicBezTo>
                  <a:cubicBezTo>
                    <a:pt x="1341" y="23"/>
                    <a:pt x="1338" y="25"/>
                    <a:pt x="1335" y="27"/>
                  </a:cubicBezTo>
                  <a:cubicBezTo>
                    <a:pt x="1333" y="29"/>
                    <a:pt x="1330" y="31"/>
                    <a:pt x="1328" y="31"/>
                  </a:cubicBezTo>
                  <a:cubicBezTo>
                    <a:pt x="1327" y="31"/>
                    <a:pt x="1327" y="31"/>
                    <a:pt x="1327" y="31"/>
                  </a:cubicBezTo>
                  <a:cubicBezTo>
                    <a:pt x="1325" y="31"/>
                    <a:pt x="1323" y="30"/>
                    <a:pt x="1321" y="28"/>
                  </a:cubicBezTo>
                  <a:cubicBezTo>
                    <a:pt x="1318" y="26"/>
                    <a:pt x="1315" y="23"/>
                    <a:pt x="1312" y="19"/>
                  </a:cubicBezTo>
                  <a:cubicBezTo>
                    <a:pt x="1309" y="16"/>
                    <a:pt x="1306" y="13"/>
                    <a:pt x="1302" y="12"/>
                  </a:cubicBezTo>
                  <a:cubicBezTo>
                    <a:pt x="1301" y="12"/>
                    <a:pt x="1300" y="12"/>
                    <a:pt x="1299" y="12"/>
                  </a:cubicBezTo>
                  <a:cubicBezTo>
                    <a:pt x="1295" y="12"/>
                    <a:pt x="1290" y="14"/>
                    <a:pt x="1287" y="16"/>
                  </a:cubicBezTo>
                  <a:cubicBezTo>
                    <a:pt x="1283" y="19"/>
                    <a:pt x="1279" y="22"/>
                    <a:pt x="1276" y="23"/>
                  </a:cubicBezTo>
                  <a:cubicBezTo>
                    <a:pt x="1273" y="25"/>
                    <a:pt x="1271" y="26"/>
                    <a:pt x="1269" y="27"/>
                  </a:cubicBezTo>
                  <a:cubicBezTo>
                    <a:pt x="1267" y="28"/>
                    <a:pt x="1266" y="28"/>
                    <a:pt x="1265" y="28"/>
                  </a:cubicBezTo>
                  <a:cubicBezTo>
                    <a:pt x="1263" y="28"/>
                    <a:pt x="1262" y="28"/>
                    <a:pt x="1260" y="26"/>
                  </a:cubicBezTo>
                  <a:cubicBezTo>
                    <a:pt x="1258" y="25"/>
                    <a:pt x="1255" y="23"/>
                    <a:pt x="1252" y="21"/>
                  </a:cubicBezTo>
                  <a:cubicBezTo>
                    <a:pt x="1247" y="18"/>
                    <a:pt x="1243" y="15"/>
                    <a:pt x="1239" y="12"/>
                  </a:cubicBezTo>
                  <a:cubicBezTo>
                    <a:pt x="1236" y="10"/>
                    <a:pt x="1231" y="8"/>
                    <a:pt x="1227" y="8"/>
                  </a:cubicBezTo>
                  <a:cubicBezTo>
                    <a:pt x="1224" y="8"/>
                    <a:pt x="1222" y="8"/>
                    <a:pt x="1219" y="9"/>
                  </a:cubicBezTo>
                  <a:cubicBezTo>
                    <a:pt x="1214" y="11"/>
                    <a:pt x="1209" y="16"/>
                    <a:pt x="1205" y="19"/>
                  </a:cubicBezTo>
                  <a:cubicBezTo>
                    <a:pt x="1200" y="23"/>
                    <a:pt x="1195" y="26"/>
                    <a:pt x="1192" y="26"/>
                  </a:cubicBezTo>
                  <a:cubicBezTo>
                    <a:pt x="1192" y="26"/>
                    <a:pt x="1192" y="26"/>
                    <a:pt x="1192" y="26"/>
                  </a:cubicBezTo>
                  <a:cubicBezTo>
                    <a:pt x="1192" y="26"/>
                    <a:pt x="1192" y="26"/>
                    <a:pt x="1192" y="26"/>
                  </a:cubicBezTo>
                  <a:cubicBezTo>
                    <a:pt x="1192" y="26"/>
                    <a:pt x="1192" y="26"/>
                    <a:pt x="1192" y="26"/>
                  </a:cubicBezTo>
                  <a:cubicBezTo>
                    <a:pt x="1189" y="26"/>
                    <a:pt x="1187" y="25"/>
                    <a:pt x="1185" y="24"/>
                  </a:cubicBezTo>
                  <a:cubicBezTo>
                    <a:pt x="1182" y="22"/>
                    <a:pt x="1179" y="19"/>
                    <a:pt x="1176" y="16"/>
                  </a:cubicBezTo>
                  <a:cubicBezTo>
                    <a:pt x="1172" y="14"/>
                    <a:pt x="1169" y="11"/>
                    <a:pt x="1165" y="10"/>
                  </a:cubicBezTo>
                  <a:cubicBezTo>
                    <a:pt x="1163" y="9"/>
                    <a:pt x="1162" y="9"/>
                    <a:pt x="1161" y="9"/>
                  </a:cubicBezTo>
                  <a:cubicBezTo>
                    <a:pt x="1158" y="9"/>
                    <a:pt x="1156" y="10"/>
                    <a:pt x="1154" y="11"/>
                  </a:cubicBezTo>
                  <a:cubicBezTo>
                    <a:pt x="1151" y="13"/>
                    <a:pt x="1148" y="15"/>
                    <a:pt x="1145" y="16"/>
                  </a:cubicBezTo>
                  <a:cubicBezTo>
                    <a:pt x="1143" y="18"/>
                    <a:pt x="1140" y="19"/>
                    <a:pt x="1137" y="19"/>
                  </a:cubicBezTo>
                  <a:cubicBezTo>
                    <a:pt x="1137" y="19"/>
                    <a:pt x="1137" y="19"/>
                    <a:pt x="1137" y="19"/>
                  </a:cubicBezTo>
                  <a:cubicBezTo>
                    <a:pt x="1134" y="19"/>
                    <a:pt x="1130" y="17"/>
                    <a:pt x="1127" y="15"/>
                  </a:cubicBezTo>
                  <a:cubicBezTo>
                    <a:pt x="1123" y="12"/>
                    <a:pt x="1119" y="9"/>
                    <a:pt x="1116" y="7"/>
                  </a:cubicBezTo>
                  <a:cubicBezTo>
                    <a:pt x="1112" y="5"/>
                    <a:pt x="1109" y="4"/>
                    <a:pt x="1107" y="4"/>
                  </a:cubicBezTo>
                  <a:cubicBezTo>
                    <a:pt x="1105" y="4"/>
                    <a:pt x="1103" y="4"/>
                    <a:pt x="1101" y="5"/>
                  </a:cubicBezTo>
                  <a:cubicBezTo>
                    <a:pt x="1100" y="6"/>
                    <a:pt x="1098" y="8"/>
                    <a:pt x="1095" y="9"/>
                  </a:cubicBezTo>
                  <a:cubicBezTo>
                    <a:pt x="1094" y="10"/>
                    <a:pt x="1092" y="12"/>
                    <a:pt x="1089" y="13"/>
                  </a:cubicBezTo>
                  <a:cubicBezTo>
                    <a:pt x="1086" y="16"/>
                    <a:pt x="1082" y="19"/>
                    <a:pt x="1079" y="22"/>
                  </a:cubicBezTo>
                  <a:cubicBezTo>
                    <a:pt x="1077" y="23"/>
                    <a:pt x="1075" y="24"/>
                    <a:pt x="1074" y="25"/>
                  </a:cubicBezTo>
                  <a:cubicBezTo>
                    <a:pt x="1072" y="25"/>
                    <a:pt x="1071" y="26"/>
                    <a:pt x="1070" y="26"/>
                  </a:cubicBezTo>
                  <a:cubicBezTo>
                    <a:pt x="1070" y="26"/>
                    <a:pt x="1070" y="26"/>
                    <a:pt x="1070" y="26"/>
                  </a:cubicBezTo>
                  <a:cubicBezTo>
                    <a:pt x="1069" y="26"/>
                    <a:pt x="1068" y="25"/>
                    <a:pt x="1066" y="24"/>
                  </a:cubicBezTo>
                  <a:cubicBezTo>
                    <a:pt x="1063" y="22"/>
                    <a:pt x="1059" y="18"/>
                    <a:pt x="1055" y="15"/>
                  </a:cubicBezTo>
                  <a:cubicBezTo>
                    <a:pt x="1052" y="12"/>
                    <a:pt x="1049" y="10"/>
                    <a:pt x="1046" y="8"/>
                  </a:cubicBezTo>
                  <a:cubicBezTo>
                    <a:pt x="1043" y="6"/>
                    <a:pt x="1040" y="6"/>
                    <a:pt x="1038" y="6"/>
                  </a:cubicBezTo>
                  <a:cubicBezTo>
                    <a:pt x="1035" y="6"/>
                    <a:pt x="1033" y="7"/>
                    <a:pt x="1031" y="8"/>
                  </a:cubicBezTo>
                  <a:cubicBezTo>
                    <a:pt x="1030" y="10"/>
                    <a:pt x="1028" y="11"/>
                    <a:pt x="1025" y="14"/>
                  </a:cubicBezTo>
                  <a:cubicBezTo>
                    <a:pt x="1021" y="16"/>
                    <a:pt x="1018" y="19"/>
                    <a:pt x="1015" y="21"/>
                  </a:cubicBezTo>
                  <a:cubicBezTo>
                    <a:pt x="1012" y="23"/>
                    <a:pt x="1009" y="25"/>
                    <a:pt x="1006" y="25"/>
                  </a:cubicBezTo>
                  <a:cubicBezTo>
                    <a:pt x="1005" y="25"/>
                    <a:pt x="1004" y="25"/>
                    <a:pt x="1003" y="24"/>
                  </a:cubicBezTo>
                  <a:cubicBezTo>
                    <a:pt x="999" y="23"/>
                    <a:pt x="995" y="19"/>
                    <a:pt x="991" y="15"/>
                  </a:cubicBezTo>
                  <a:cubicBezTo>
                    <a:pt x="989" y="13"/>
                    <a:pt x="987" y="11"/>
                    <a:pt x="984" y="9"/>
                  </a:cubicBezTo>
                  <a:cubicBezTo>
                    <a:pt x="982" y="8"/>
                    <a:pt x="979" y="7"/>
                    <a:pt x="976" y="7"/>
                  </a:cubicBezTo>
                  <a:cubicBezTo>
                    <a:pt x="975" y="7"/>
                    <a:pt x="974" y="7"/>
                    <a:pt x="973" y="7"/>
                  </a:cubicBezTo>
                  <a:cubicBezTo>
                    <a:pt x="970" y="8"/>
                    <a:pt x="968" y="9"/>
                    <a:pt x="966" y="11"/>
                  </a:cubicBezTo>
                  <a:cubicBezTo>
                    <a:pt x="963" y="14"/>
                    <a:pt x="960" y="17"/>
                    <a:pt x="957" y="20"/>
                  </a:cubicBezTo>
                  <a:cubicBezTo>
                    <a:pt x="954" y="23"/>
                    <a:pt x="951" y="24"/>
                    <a:pt x="948" y="24"/>
                  </a:cubicBezTo>
                  <a:cubicBezTo>
                    <a:pt x="947" y="24"/>
                    <a:pt x="947" y="24"/>
                    <a:pt x="947" y="24"/>
                  </a:cubicBezTo>
                  <a:cubicBezTo>
                    <a:pt x="942" y="24"/>
                    <a:pt x="937" y="20"/>
                    <a:pt x="932" y="16"/>
                  </a:cubicBezTo>
                  <a:cubicBezTo>
                    <a:pt x="926" y="11"/>
                    <a:pt x="921" y="5"/>
                    <a:pt x="917" y="2"/>
                  </a:cubicBezTo>
                  <a:cubicBezTo>
                    <a:pt x="915" y="1"/>
                    <a:pt x="915" y="1"/>
                    <a:pt x="915" y="1"/>
                  </a:cubicBezTo>
                  <a:cubicBezTo>
                    <a:pt x="914" y="2"/>
                    <a:pt x="914" y="2"/>
                    <a:pt x="914" y="2"/>
                  </a:cubicBezTo>
                  <a:cubicBezTo>
                    <a:pt x="912" y="4"/>
                    <a:pt x="910" y="7"/>
                    <a:pt x="908" y="9"/>
                  </a:cubicBezTo>
                  <a:cubicBezTo>
                    <a:pt x="904" y="13"/>
                    <a:pt x="900" y="18"/>
                    <a:pt x="897" y="22"/>
                  </a:cubicBezTo>
                  <a:cubicBezTo>
                    <a:pt x="895" y="24"/>
                    <a:pt x="893" y="25"/>
                    <a:pt x="891" y="26"/>
                  </a:cubicBezTo>
                  <a:cubicBezTo>
                    <a:pt x="889" y="27"/>
                    <a:pt x="888" y="28"/>
                    <a:pt x="887" y="28"/>
                  </a:cubicBezTo>
                  <a:cubicBezTo>
                    <a:pt x="886" y="28"/>
                    <a:pt x="886" y="28"/>
                    <a:pt x="886" y="28"/>
                  </a:cubicBezTo>
                  <a:cubicBezTo>
                    <a:pt x="885" y="28"/>
                    <a:pt x="882" y="26"/>
                    <a:pt x="880" y="24"/>
                  </a:cubicBezTo>
                  <a:cubicBezTo>
                    <a:pt x="877" y="21"/>
                    <a:pt x="873" y="16"/>
                    <a:pt x="869" y="12"/>
                  </a:cubicBezTo>
                  <a:cubicBezTo>
                    <a:pt x="867" y="10"/>
                    <a:pt x="865" y="8"/>
                    <a:pt x="863" y="7"/>
                  </a:cubicBezTo>
                  <a:cubicBezTo>
                    <a:pt x="861" y="5"/>
                    <a:pt x="858" y="4"/>
                    <a:pt x="856" y="4"/>
                  </a:cubicBezTo>
                  <a:cubicBezTo>
                    <a:pt x="856" y="4"/>
                    <a:pt x="856" y="4"/>
                    <a:pt x="856" y="4"/>
                  </a:cubicBezTo>
                  <a:cubicBezTo>
                    <a:pt x="856" y="4"/>
                    <a:pt x="856" y="4"/>
                    <a:pt x="856" y="4"/>
                  </a:cubicBezTo>
                  <a:cubicBezTo>
                    <a:pt x="855" y="4"/>
                    <a:pt x="855" y="4"/>
                    <a:pt x="855" y="4"/>
                  </a:cubicBezTo>
                  <a:cubicBezTo>
                    <a:pt x="852" y="4"/>
                    <a:pt x="849" y="6"/>
                    <a:pt x="846" y="8"/>
                  </a:cubicBezTo>
                  <a:cubicBezTo>
                    <a:pt x="842" y="12"/>
                    <a:pt x="838" y="17"/>
                    <a:pt x="834" y="20"/>
                  </a:cubicBezTo>
                  <a:cubicBezTo>
                    <a:pt x="832" y="22"/>
                    <a:pt x="830" y="24"/>
                    <a:pt x="829" y="25"/>
                  </a:cubicBezTo>
                  <a:cubicBezTo>
                    <a:pt x="827" y="26"/>
                    <a:pt x="825" y="27"/>
                    <a:pt x="823" y="27"/>
                  </a:cubicBezTo>
                  <a:cubicBezTo>
                    <a:pt x="823" y="27"/>
                    <a:pt x="823" y="27"/>
                    <a:pt x="823" y="27"/>
                  </a:cubicBezTo>
                  <a:cubicBezTo>
                    <a:pt x="821" y="27"/>
                    <a:pt x="819" y="26"/>
                    <a:pt x="816" y="24"/>
                  </a:cubicBezTo>
                  <a:cubicBezTo>
                    <a:pt x="813" y="21"/>
                    <a:pt x="809" y="17"/>
                    <a:pt x="806" y="13"/>
                  </a:cubicBezTo>
                  <a:cubicBezTo>
                    <a:pt x="804" y="11"/>
                    <a:pt x="802" y="9"/>
                    <a:pt x="800" y="8"/>
                  </a:cubicBezTo>
                  <a:cubicBezTo>
                    <a:pt x="797" y="6"/>
                    <a:pt x="795" y="5"/>
                    <a:pt x="792" y="5"/>
                  </a:cubicBezTo>
                  <a:cubicBezTo>
                    <a:pt x="791" y="5"/>
                    <a:pt x="790" y="5"/>
                    <a:pt x="789" y="6"/>
                  </a:cubicBezTo>
                  <a:cubicBezTo>
                    <a:pt x="788" y="6"/>
                    <a:pt x="788" y="6"/>
                    <a:pt x="788" y="6"/>
                  </a:cubicBezTo>
                  <a:cubicBezTo>
                    <a:pt x="787" y="7"/>
                    <a:pt x="787" y="7"/>
                    <a:pt x="787" y="7"/>
                  </a:cubicBezTo>
                  <a:cubicBezTo>
                    <a:pt x="787" y="11"/>
                    <a:pt x="784" y="15"/>
                    <a:pt x="781" y="18"/>
                  </a:cubicBezTo>
                  <a:cubicBezTo>
                    <a:pt x="779" y="22"/>
                    <a:pt x="775" y="25"/>
                    <a:pt x="773" y="28"/>
                  </a:cubicBezTo>
                  <a:cubicBezTo>
                    <a:pt x="774" y="29"/>
                    <a:pt x="774" y="29"/>
                    <a:pt x="774" y="29"/>
                  </a:cubicBezTo>
                  <a:cubicBezTo>
                    <a:pt x="775" y="27"/>
                    <a:pt x="775" y="27"/>
                    <a:pt x="775" y="27"/>
                  </a:cubicBezTo>
                  <a:cubicBezTo>
                    <a:pt x="767" y="22"/>
                    <a:pt x="759" y="17"/>
                    <a:pt x="751" y="11"/>
                  </a:cubicBezTo>
                  <a:cubicBezTo>
                    <a:pt x="749" y="9"/>
                    <a:pt x="747" y="8"/>
                    <a:pt x="745" y="7"/>
                  </a:cubicBezTo>
                  <a:cubicBezTo>
                    <a:pt x="744" y="6"/>
                    <a:pt x="742" y="6"/>
                    <a:pt x="741" y="6"/>
                  </a:cubicBezTo>
                  <a:cubicBezTo>
                    <a:pt x="739" y="6"/>
                    <a:pt x="738" y="6"/>
                    <a:pt x="736" y="7"/>
                  </a:cubicBezTo>
                  <a:cubicBezTo>
                    <a:pt x="735" y="8"/>
                    <a:pt x="734" y="9"/>
                    <a:pt x="731" y="10"/>
                  </a:cubicBezTo>
                  <a:cubicBezTo>
                    <a:pt x="727" y="13"/>
                    <a:pt x="722" y="17"/>
                    <a:pt x="717" y="20"/>
                  </a:cubicBezTo>
                  <a:cubicBezTo>
                    <a:pt x="713" y="23"/>
                    <a:pt x="708" y="25"/>
                    <a:pt x="703" y="25"/>
                  </a:cubicBezTo>
                  <a:cubicBezTo>
                    <a:pt x="700" y="25"/>
                    <a:pt x="697" y="24"/>
                    <a:pt x="693" y="21"/>
                  </a:cubicBezTo>
                  <a:cubicBezTo>
                    <a:pt x="689" y="18"/>
                    <a:pt x="686" y="15"/>
                    <a:pt x="684" y="13"/>
                  </a:cubicBezTo>
                  <a:cubicBezTo>
                    <a:pt x="683" y="12"/>
                    <a:pt x="682" y="11"/>
                    <a:pt x="681" y="10"/>
                  </a:cubicBezTo>
                  <a:cubicBezTo>
                    <a:pt x="680" y="9"/>
                    <a:pt x="678" y="9"/>
                    <a:pt x="677" y="9"/>
                  </a:cubicBezTo>
                  <a:cubicBezTo>
                    <a:pt x="674" y="9"/>
                    <a:pt x="671" y="10"/>
                    <a:pt x="667" y="12"/>
                  </a:cubicBezTo>
                  <a:cubicBezTo>
                    <a:pt x="663" y="14"/>
                    <a:pt x="659" y="17"/>
                    <a:pt x="654" y="19"/>
                  </a:cubicBezTo>
                  <a:cubicBezTo>
                    <a:pt x="650" y="21"/>
                    <a:pt x="646" y="23"/>
                    <a:pt x="642" y="23"/>
                  </a:cubicBezTo>
                  <a:cubicBezTo>
                    <a:pt x="642" y="23"/>
                    <a:pt x="641" y="23"/>
                    <a:pt x="641" y="23"/>
                  </a:cubicBezTo>
                  <a:cubicBezTo>
                    <a:pt x="637" y="23"/>
                    <a:pt x="632" y="20"/>
                    <a:pt x="628" y="17"/>
                  </a:cubicBezTo>
                  <a:cubicBezTo>
                    <a:pt x="623" y="14"/>
                    <a:pt x="618" y="10"/>
                    <a:pt x="613" y="8"/>
                  </a:cubicBezTo>
                  <a:cubicBezTo>
                    <a:pt x="610" y="7"/>
                    <a:pt x="608" y="6"/>
                    <a:pt x="605" y="6"/>
                  </a:cubicBezTo>
                  <a:cubicBezTo>
                    <a:pt x="602" y="6"/>
                    <a:pt x="599" y="8"/>
                    <a:pt x="597" y="9"/>
                  </a:cubicBezTo>
                  <a:cubicBezTo>
                    <a:pt x="595" y="11"/>
                    <a:pt x="593" y="13"/>
                    <a:pt x="590" y="16"/>
                  </a:cubicBezTo>
                  <a:cubicBezTo>
                    <a:pt x="586" y="18"/>
                    <a:pt x="583" y="21"/>
                    <a:pt x="581" y="22"/>
                  </a:cubicBezTo>
                  <a:cubicBezTo>
                    <a:pt x="579" y="23"/>
                    <a:pt x="577" y="24"/>
                    <a:pt x="575" y="24"/>
                  </a:cubicBezTo>
                  <a:cubicBezTo>
                    <a:pt x="573" y="24"/>
                    <a:pt x="571" y="24"/>
                    <a:pt x="569" y="23"/>
                  </a:cubicBezTo>
                  <a:cubicBezTo>
                    <a:pt x="562" y="21"/>
                    <a:pt x="557" y="17"/>
                    <a:pt x="552" y="14"/>
                  </a:cubicBezTo>
                  <a:cubicBezTo>
                    <a:pt x="550" y="13"/>
                    <a:pt x="548" y="11"/>
                    <a:pt x="546" y="10"/>
                  </a:cubicBezTo>
                  <a:cubicBezTo>
                    <a:pt x="543" y="9"/>
                    <a:pt x="541" y="8"/>
                    <a:pt x="538" y="8"/>
                  </a:cubicBezTo>
                  <a:cubicBezTo>
                    <a:pt x="533" y="8"/>
                    <a:pt x="528" y="11"/>
                    <a:pt x="521" y="16"/>
                  </a:cubicBezTo>
                  <a:cubicBezTo>
                    <a:pt x="518" y="18"/>
                    <a:pt x="517" y="20"/>
                    <a:pt x="516" y="21"/>
                  </a:cubicBezTo>
                  <a:cubicBezTo>
                    <a:pt x="515" y="21"/>
                    <a:pt x="515" y="21"/>
                    <a:pt x="515" y="21"/>
                  </a:cubicBezTo>
                  <a:cubicBezTo>
                    <a:pt x="514" y="21"/>
                    <a:pt x="514" y="21"/>
                    <a:pt x="514" y="21"/>
                  </a:cubicBezTo>
                  <a:cubicBezTo>
                    <a:pt x="514" y="22"/>
                    <a:pt x="512" y="21"/>
                    <a:pt x="508" y="19"/>
                  </a:cubicBezTo>
                  <a:cubicBezTo>
                    <a:pt x="504" y="18"/>
                    <a:pt x="499" y="14"/>
                    <a:pt x="495" y="11"/>
                  </a:cubicBezTo>
                  <a:cubicBezTo>
                    <a:pt x="493" y="10"/>
                    <a:pt x="490" y="8"/>
                    <a:pt x="488" y="7"/>
                  </a:cubicBezTo>
                  <a:cubicBezTo>
                    <a:pt x="486" y="6"/>
                    <a:pt x="483" y="5"/>
                    <a:pt x="480" y="5"/>
                  </a:cubicBezTo>
                  <a:cubicBezTo>
                    <a:pt x="478" y="5"/>
                    <a:pt x="476" y="5"/>
                    <a:pt x="473" y="7"/>
                  </a:cubicBezTo>
                  <a:cubicBezTo>
                    <a:pt x="468" y="9"/>
                    <a:pt x="464" y="15"/>
                    <a:pt x="459" y="20"/>
                  </a:cubicBezTo>
                  <a:cubicBezTo>
                    <a:pt x="457" y="22"/>
                    <a:pt x="455" y="24"/>
                    <a:pt x="452" y="26"/>
                  </a:cubicBezTo>
                  <a:cubicBezTo>
                    <a:pt x="450" y="27"/>
                    <a:pt x="448" y="28"/>
                    <a:pt x="446" y="28"/>
                  </a:cubicBezTo>
                  <a:cubicBezTo>
                    <a:pt x="445" y="28"/>
                    <a:pt x="445" y="28"/>
                    <a:pt x="445" y="28"/>
                  </a:cubicBezTo>
                  <a:cubicBezTo>
                    <a:pt x="443" y="28"/>
                    <a:pt x="441" y="27"/>
                    <a:pt x="439" y="25"/>
                  </a:cubicBezTo>
                  <a:cubicBezTo>
                    <a:pt x="435" y="22"/>
                    <a:pt x="431" y="18"/>
                    <a:pt x="427" y="14"/>
                  </a:cubicBezTo>
                  <a:cubicBezTo>
                    <a:pt x="423" y="11"/>
                    <a:pt x="419" y="7"/>
                    <a:pt x="417" y="5"/>
                  </a:cubicBezTo>
                  <a:cubicBezTo>
                    <a:pt x="415" y="3"/>
                    <a:pt x="415" y="3"/>
                    <a:pt x="415" y="3"/>
                  </a:cubicBezTo>
                  <a:cubicBezTo>
                    <a:pt x="414" y="5"/>
                    <a:pt x="414" y="5"/>
                    <a:pt x="414" y="5"/>
                  </a:cubicBezTo>
                  <a:cubicBezTo>
                    <a:pt x="410" y="8"/>
                    <a:pt x="406" y="13"/>
                    <a:pt x="402" y="17"/>
                  </a:cubicBezTo>
                  <a:cubicBezTo>
                    <a:pt x="400" y="19"/>
                    <a:pt x="398" y="21"/>
                    <a:pt x="396" y="22"/>
                  </a:cubicBezTo>
                  <a:cubicBezTo>
                    <a:pt x="394" y="23"/>
                    <a:pt x="392" y="24"/>
                    <a:pt x="391" y="24"/>
                  </a:cubicBezTo>
                  <a:cubicBezTo>
                    <a:pt x="390" y="24"/>
                    <a:pt x="389" y="24"/>
                    <a:pt x="388" y="24"/>
                  </a:cubicBezTo>
                  <a:cubicBezTo>
                    <a:pt x="386" y="23"/>
                    <a:pt x="384" y="21"/>
                    <a:pt x="382" y="19"/>
                  </a:cubicBezTo>
                  <a:cubicBezTo>
                    <a:pt x="379" y="17"/>
                    <a:pt x="377" y="15"/>
                    <a:pt x="374" y="13"/>
                  </a:cubicBezTo>
                  <a:cubicBezTo>
                    <a:pt x="371" y="11"/>
                    <a:pt x="368" y="9"/>
                    <a:pt x="366" y="8"/>
                  </a:cubicBezTo>
                  <a:cubicBezTo>
                    <a:pt x="363" y="7"/>
                    <a:pt x="360" y="6"/>
                    <a:pt x="357" y="6"/>
                  </a:cubicBezTo>
                  <a:cubicBezTo>
                    <a:pt x="354" y="6"/>
                    <a:pt x="351" y="7"/>
                    <a:pt x="348" y="8"/>
                  </a:cubicBezTo>
                  <a:cubicBezTo>
                    <a:pt x="344" y="10"/>
                    <a:pt x="341" y="13"/>
                    <a:pt x="338" y="16"/>
                  </a:cubicBezTo>
                  <a:cubicBezTo>
                    <a:pt x="335" y="19"/>
                    <a:pt x="332" y="21"/>
                    <a:pt x="329" y="21"/>
                  </a:cubicBezTo>
                  <a:cubicBezTo>
                    <a:pt x="329" y="22"/>
                    <a:pt x="329" y="22"/>
                    <a:pt x="329" y="22"/>
                  </a:cubicBezTo>
                  <a:cubicBezTo>
                    <a:pt x="329" y="21"/>
                    <a:pt x="329" y="21"/>
                    <a:pt x="329" y="21"/>
                  </a:cubicBezTo>
                  <a:cubicBezTo>
                    <a:pt x="328" y="22"/>
                    <a:pt x="328" y="22"/>
                    <a:pt x="328" y="22"/>
                  </a:cubicBezTo>
                  <a:cubicBezTo>
                    <a:pt x="326" y="22"/>
                    <a:pt x="324" y="21"/>
                    <a:pt x="322" y="19"/>
                  </a:cubicBezTo>
                  <a:cubicBezTo>
                    <a:pt x="319" y="17"/>
                    <a:pt x="316" y="13"/>
                    <a:pt x="313" y="10"/>
                  </a:cubicBezTo>
                  <a:cubicBezTo>
                    <a:pt x="311" y="8"/>
                    <a:pt x="309" y="7"/>
                    <a:pt x="308" y="6"/>
                  </a:cubicBezTo>
                  <a:cubicBezTo>
                    <a:pt x="306" y="4"/>
                    <a:pt x="304" y="4"/>
                    <a:pt x="301" y="4"/>
                  </a:cubicBezTo>
                  <a:cubicBezTo>
                    <a:pt x="301" y="4"/>
                    <a:pt x="300" y="4"/>
                    <a:pt x="300" y="4"/>
                  </a:cubicBezTo>
                  <a:cubicBezTo>
                    <a:pt x="299" y="4"/>
                    <a:pt x="299" y="4"/>
                    <a:pt x="299" y="4"/>
                  </a:cubicBezTo>
                  <a:cubicBezTo>
                    <a:pt x="300" y="4"/>
                    <a:pt x="300" y="4"/>
                    <a:pt x="300" y="4"/>
                  </a:cubicBezTo>
                  <a:cubicBezTo>
                    <a:pt x="296" y="4"/>
                    <a:pt x="294" y="6"/>
                    <a:pt x="291" y="8"/>
                  </a:cubicBezTo>
                  <a:cubicBezTo>
                    <a:pt x="288" y="11"/>
                    <a:pt x="285" y="14"/>
                    <a:pt x="283" y="17"/>
                  </a:cubicBezTo>
                  <a:cubicBezTo>
                    <a:pt x="280" y="19"/>
                    <a:pt x="277" y="21"/>
                    <a:pt x="274" y="21"/>
                  </a:cubicBezTo>
                  <a:cubicBezTo>
                    <a:pt x="273" y="21"/>
                    <a:pt x="272" y="21"/>
                    <a:pt x="270" y="21"/>
                  </a:cubicBezTo>
                  <a:cubicBezTo>
                    <a:pt x="266" y="20"/>
                    <a:pt x="260" y="17"/>
                    <a:pt x="254" y="13"/>
                  </a:cubicBezTo>
                  <a:cubicBezTo>
                    <a:pt x="248" y="10"/>
                    <a:pt x="243" y="6"/>
                    <a:pt x="239" y="2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36" y="3"/>
                    <a:pt x="236" y="3"/>
                    <a:pt x="236" y="3"/>
                  </a:cubicBezTo>
                  <a:cubicBezTo>
                    <a:pt x="234" y="7"/>
                    <a:pt x="228" y="12"/>
                    <a:pt x="223" y="17"/>
                  </a:cubicBezTo>
                  <a:cubicBezTo>
                    <a:pt x="220" y="19"/>
                    <a:pt x="217" y="21"/>
                    <a:pt x="214" y="23"/>
                  </a:cubicBezTo>
                  <a:cubicBezTo>
                    <a:pt x="212" y="24"/>
                    <a:pt x="209" y="25"/>
                    <a:pt x="207" y="25"/>
                  </a:cubicBezTo>
                  <a:cubicBezTo>
                    <a:pt x="207" y="25"/>
                    <a:pt x="207" y="25"/>
                    <a:pt x="206" y="25"/>
                  </a:cubicBezTo>
                  <a:cubicBezTo>
                    <a:pt x="204" y="25"/>
                    <a:pt x="202" y="25"/>
                    <a:pt x="200" y="23"/>
                  </a:cubicBezTo>
                  <a:cubicBezTo>
                    <a:pt x="196" y="21"/>
                    <a:pt x="193" y="17"/>
                    <a:pt x="190" y="13"/>
                  </a:cubicBezTo>
                  <a:cubicBezTo>
                    <a:pt x="188" y="12"/>
                    <a:pt x="187" y="10"/>
                    <a:pt x="185" y="9"/>
                  </a:cubicBezTo>
                  <a:cubicBezTo>
                    <a:pt x="183" y="8"/>
                    <a:pt x="180" y="7"/>
                    <a:pt x="178" y="7"/>
                  </a:cubicBezTo>
                  <a:cubicBezTo>
                    <a:pt x="177" y="7"/>
                    <a:pt x="177" y="7"/>
                    <a:pt x="177" y="7"/>
                  </a:cubicBezTo>
                  <a:cubicBezTo>
                    <a:pt x="177" y="7"/>
                    <a:pt x="177" y="7"/>
                    <a:pt x="177" y="7"/>
                  </a:cubicBezTo>
                  <a:cubicBezTo>
                    <a:pt x="174" y="7"/>
                    <a:pt x="171" y="9"/>
                    <a:pt x="168" y="11"/>
                  </a:cubicBezTo>
                  <a:cubicBezTo>
                    <a:pt x="165" y="15"/>
                    <a:pt x="161" y="19"/>
                    <a:pt x="158" y="23"/>
                  </a:cubicBezTo>
                  <a:cubicBezTo>
                    <a:pt x="156" y="25"/>
                    <a:pt x="154" y="27"/>
                    <a:pt x="153" y="28"/>
                  </a:cubicBezTo>
                  <a:cubicBezTo>
                    <a:pt x="151" y="29"/>
                    <a:pt x="149" y="29"/>
                    <a:pt x="147" y="29"/>
                  </a:cubicBezTo>
                  <a:cubicBezTo>
                    <a:pt x="146" y="29"/>
                    <a:pt x="146" y="29"/>
                    <a:pt x="146" y="29"/>
                  </a:cubicBezTo>
                  <a:cubicBezTo>
                    <a:pt x="146" y="29"/>
                    <a:pt x="146" y="29"/>
                    <a:pt x="146" y="29"/>
                  </a:cubicBezTo>
                  <a:cubicBezTo>
                    <a:pt x="144" y="29"/>
                    <a:pt x="142" y="29"/>
                    <a:pt x="139" y="27"/>
                  </a:cubicBezTo>
                  <a:cubicBezTo>
                    <a:pt x="130" y="24"/>
                    <a:pt x="118" y="15"/>
                    <a:pt x="114" y="11"/>
                  </a:cubicBezTo>
                  <a:cubicBezTo>
                    <a:pt x="112" y="10"/>
                    <a:pt x="112" y="10"/>
                    <a:pt x="112" y="10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02" y="18"/>
                    <a:pt x="94" y="24"/>
                    <a:pt x="84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2" y="32"/>
                    <a:pt x="80" y="33"/>
                    <a:pt x="78" y="34"/>
                  </a:cubicBezTo>
                  <a:cubicBezTo>
                    <a:pt x="77" y="34"/>
                    <a:pt x="75" y="34"/>
                    <a:pt x="74" y="34"/>
                  </a:cubicBezTo>
                  <a:cubicBezTo>
                    <a:pt x="73" y="34"/>
                    <a:pt x="71" y="34"/>
                    <a:pt x="69" y="33"/>
                  </a:cubicBezTo>
                  <a:cubicBezTo>
                    <a:pt x="67" y="31"/>
                    <a:pt x="64" y="29"/>
                    <a:pt x="61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55" y="23"/>
                    <a:pt x="52" y="22"/>
                    <a:pt x="48" y="22"/>
                  </a:cubicBezTo>
                  <a:cubicBezTo>
                    <a:pt x="46" y="22"/>
                    <a:pt x="44" y="23"/>
                    <a:pt x="43" y="24"/>
                  </a:cubicBezTo>
                  <a:cubicBezTo>
                    <a:pt x="40" y="25"/>
                    <a:pt x="39" y="27"/>
                    <a:pt x="36" y="29"/>
                  </a:cubicBezTo>
                  <a:cubicBezTo>
                    <a:pt x="34" y="31"/>
                    <a:pt x="32" y="33"/>
                    <a:pt x="28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6" y="35"/>
                    <a:pt x="25" y="35"/>
                    <a:pt x="23" y="35"/>
                  </a:cubicBezTo>
                  <a:cubicBezTo>
                    <a:pt x="20" y="35"/>
                    <a:pt x="16" y="33"/>
                    <a:pt x="12" y="30"/>
                  </a:cubicBezTo>
                  <a:cubicBezTo>
                    <a:pt x="10" y="29"/>
                    <a:pt x="9" y="28"/>
                    <a:pt x="7" y="26"/>
                  </a:cubicBezTo>
                  <a:cubicBezTo>
                    <a:pt x="5" y="25"/>
                    <a:pt x="3" y="24"/>
                    <a:pt x="2" y="23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7" name="Freeform 787">
              <a:extLst>
                <a:ext uri="{FF2B5EF4-FFF2-40B4-BE49-F238E27FC236}">
                  <a16:creationId xmlns:a16="http://schemas.microsoft.com/office/drawing/2014/main" id="{56205EB5-1A18-4D8D-814E-D6F18F7FF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826"/>
              <a:ext cx="3702" cy="92"/>
            </a:xfrm>
            <a:custGeom>
              <a:avLst/>
              <a:gdLst>
                <a:gd name="T0" fmla="*/ 62 w 1481"/>
                <a:gd name="T1" fmla="*/ 403 h 37"/>
                <a:gd name="T2" fmla="*/ 437 w 1481"/>
                <a:gd name="T3" fmla="*/ 308 h 37"/>
                <a:gd name="T4" fmla="*/ 875 w 1481"/>
                <a:gd name="T5" fmla="*/ 495 h 37"/>
                <a:gd name="T6" fmla="*/ 1342 w 1481"/>
                <a:gd name="T7" fmla="*/ 370 h 37"/>
                <a:gd name="T8" fmla="*/ 2437 w 1481"/>
                <a:gd name="T9" fmla="*/ 259 h 37"/>
                <a:gd name="T10" fmla="*/ 3155 w 1481"/>
                <a:gd name="T11" fmla="*/ 246 h 37"/>
                <a:gd name="T12" fmla="*/ 3792 w 1481"/>
                <a:gd name="T13" fmla="*/ 341 h 37"/>
                <a:gd name="T14" fmla="*/ 4654 w 1481"/>
                <a:gd name="T15" fmla="*/ 246 h 37"/>
                <a:gd name="T16" fmla="*/ 5404 w 1481"/>
                <a:gd name="T17" fmla="*/ 216 h 37"/>
                <a:gd name="T18" fmla="*/ 6574 w 1481"/>
                <a:gd name="T19" fmla="*/ 370 h 37"/>
                <a:gd name="T20" fmla="*/ 7042 w 1481"/>
                <a:gd name="T21" fmla="*/ 216 h 37"/>
                <a:gd name="T22" fmla="*/ 7966 w 1481"/>
                <a:gd name="T23" fmla="*/ 199 h 37"/>
                <a:gd name="T24" fmla="*/ 8354 w 1481"/>
                <a:gd name="T25" fmla="*/ 278 h 37"/>
                <a:gd name="T26" fmla="*/ 9041 w 1481"/>
                <a:gd name="T27" fmla="*/ 124 h 37"/>
                <a:gd name="T28" fmla="*/ 9591 w 1481"/>
                <a:gd name="T29" fmla="*/ 341 h 37"/>
                <a:gd name="T30" fmla="*/ 10684 w 1481"/>
                <a:gd name="T31" fmla="*/ 308 h 37"/>
                <a:gd name="T32" fmla="*/ 11091 w 1481"/>
                <a:gd name="T33" fmla="*/ 216 h 37"/>
                <a:gd name="T34" fmla="*/ 12291 w 1481"/>
                <a:gd name="T35" fmla="*/ 199 h 37"/>
                <a:gd name="T36" fmla="*/ 13196 w 1481"/>
                <a:gd name="T37" fmla="*/ 341 h 37"/>
                <a:gd name="T38" fmla="*/ 14353 w 1481"/>
                <a:gd name="T39" fmla="*/ 383 h 37"/>
                <a:gd name="T40" fmla="*/ 15370 w 1481"/>
                <a:gd name="T41" fmla="*/ 415 h 37"/>
                <a:gd name="T42" fmla="*/ 15820 w 1481"/>
                <a:gd name="T43" fmla="*/ 186 h 37"/>
                <a:gd name="T44" fmla="*/ 16620 w 1481"/>
                <a:gd name="T45" fmla="*/ 229 h 37"/>
                <a:gd name="T46" fmla="*/ 16915 w 1481"/>
                <a:gd name="T47" fmla="*/ 229 h 37"/>
                <a:gd name="T48" fmla="*/ 17790 w 1481"/>
                <a:gd name="T49" fmla="*/ 62 h 37"/>
                <a:gd name="T50" fmla="*/ 19307 w 1481"/>
                <a:gd name="T51" fmla="*/ 370 h 37"/>
                <a:gd name="T52" fmla="*/ 20412 w 1481"/>
                <a:gd name="T53" fmla="*/ 415 h 37"/>
                <a:gd name="T54" fmla="*/ 20807 w 1481"/>
                <a:gd name="T55" fmla="*/ 259 h 37"/>
                <a:gd name="T56" fmla="*/ 21432 w 1481"/>
                <a:gd name="T57" fmla="*/ 341 h 37"/>
                <a:gd name="T58" fmla="*/ 22025 w 1481"/>
                <a:gd name="T59" fmla="*/ 569 h 37"/>
                <a:gd name="T60" fmla="*/ 22724 w 1481"/>
                <a:gd name="T61" fmla="*/ 507 h 37"/>
                <a:gd name="T62" fmla="*/ 22962 w 1481"/>
                <a:gd name="T63" fmla="*/ 353 h 37"/>
                <a:gd name="T64" fmla="*/ 22257 w 1481"/>
                <a:gd name="T65" fmla="*/ 229 h 37"/>
                <a:gd name="T66" fmla="*/ 21587 w 1481"/>
                <a:gd name="T67" fmla="*/ 229 h 37"/>
                <a:gd name="T68" fmla="*/ 21070 w 1481"/>
                <a:gd name="T69" fmla="*/ 370 h 37"/>
                <a:gd name="T70" fmla="*/ 20507 w 1481"/>
                <a:gd name="T71" fmla="*/ 321 h 37"/>
                <a:gd name="T72" fmla="*/ 19432 w 1481"/>
                <a:gd name="T73" fmla="*/ 259 h 37"/>
                <a:gd name="T74" fmla="*/ 17945 w 1481"/>
                <a:gd name="T75" fmla="*/ 154 h 37"/>
                <a:gd name="T76" fmla="*/ 16933 w 1481"/>
                <a:gd name="T77" fmla="*/ 167 h 37"/>
                <a:gd name="T78" fmla="*/ 16590 w 1481"/>
                <a:gd name="T79" fmla="*/ 167 h 37"/>
                <a:gd name="T80" fmla="*/ 16308 w 1481"/>
                <a:gd name="T81" fmla="*/ 370 h 37"/>
                <a:gd name="T82" fmla="*/ 15320 w 1481"/>
                <a:gd name="T83" fmla="*/ 353 h 37"/>
                <a:gd name="T84" fmla="*/ 14371 w 1481"/>
                <a:gd name="T85" fmla="*/ 321 h 37"/>
                <a:gd name="T86" fmla="*/ 13228 w 1481"/>
                <a:gd name="T87" fmla="*/ 291 h 37"/>
                <a:gd name="T88" fmla="*/ 12321 w 1481"/>
                <a:gd name="T89" fmla="*/ 137 h 37"/>
                <a:gd name="T90" fmla="*/ 11121 w 1481"/>
                <a:gd name="T91" fmla="*/ 154 h 37"/>
                <a:gd name="T92" fmla="*/ 10666 w 1481"/>
                <a:gd name="T93" fmla="*/ 246 h 37"/>
                <a:gd name="T94" fmla="*/ 9604 w 1481"/>
                <a:gd name="T95" fmla="*/ 278 h 37"/>
                <a:gd name="T96" fmla="*/ 9041 w 1481"/>
                <a:gd name="T97" fmla="*/ 62 h 37"/>
                <a:gd name="T98" fmla="*/ 8386 w 1481"/>
                <a:gd name="T99" fmla="*/ 229 h 37"/>
                <a:gd name="T100" fmla="*/ 7936 w 1481"/>
                <a:gd name="T101" fmla="*/ 137 h 37"/>
                <a:gd name="T102" fmla="*/ 7416 w 1481"/>
                <a:gd name="T103" fmla="*/ 259 h 37"/>
                <a:gd name="T104" fmla="*/ 6717 w 1481"/>
                <a:gd name="T105" fmla="*/ 246 h 37"/>
                <a:gd name="T106" fmla="*/ 5937 w 1481"/>
                <a:gd name="T107" fmla="*/ 104 h 37"/>
                <a:gd name="T108" fmla="*/ 4967 w 1481"/>
                <a:gd name="T109" fmla="*/ 154 h 37"/>
                <a:gd name="T110" fmla="*/ 4467 w 1481"/>
                <a:gd name="T111" fmla="*/ 42 h 37"/>
                <a:gd name="T112" fmla="*/ 3312 w 1481"/>
                <a:gd name="T113" fmla="*/ 92 h 37"/>
                <a:gd name="T114" fmla="*/ 2655 w 1481"/>
                <a:gd name="T115" fmla="*/ 259 h 37"/>
                <a:gd name="T116" fmla="*/ 1605 w 1481"/>
                <a:gd name="T117" fmla="*/ 383 h 37"/>
                <a:gd name="T118" fmla="*/ 950 w 1481"/>
                <a:gd name="T119" fmla="*/ 403 h 37"/>
                <a:gd name="T120" fmla="*/ 437 w 1481"/>
                <a:gd name="T121" fmla="*/ 229 h 37"/>
                <a:gd name="T122" fmla="*/ 42 w 1481"/>
                <a:gd name="T123" fmla="*/ 462 h 37"/>
                <a:gd name="T124" fmla="*/ 75 w 1481"/>
                <a:gd name="T125" fmla="*/ 403 h 3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481" h="37">
                  <a:moveTo>
                    <a:pt x="5" y="26"/>
                  </a:moveTo>
                  <a:cubicBezTo>
                    <a:pt x="5" y="26"/>
                    <a:pt x="5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6" y="28"/>
                    <a:pt x="7" y="28"/>
                  </a:cubicBezTo>
                  <a:cubicBezTo>
                    <a:pt x="8" y="27"/>
                    <a:pt x="10" y="27"/>
                    <a:pt x="13" y="26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0" y="23"/>
                    <a:pt x="22" y="22"/>
                    <a:pt x="24" y="21"/>
                  </a:cubicBezTo>
                  <a:cubicBezTo>
                    <a:pt x="25" y="20"/>
                    <a:pt x="27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9" y="20"/>
                    <a:pt x="30" y="20"/>
                    <a:pt x="31" y="21"/>
                  </a:cubicBezTo>
                  <a:cubicBezTo>
                    <a:pt x="32" y="22"/>
                    <a:pt x="33" y="23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8" y="25"/>
                    <a:pt x="41" y="27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8" y="30"/>
                    <a:pt x="52" y="32"/>
                    <a:pt x="56" y="32"/>
                  </a:cubicBezTo>
                  <a:cubicBezTo>
                    <a:pt x="58" y="32"/>
                    <a:pt x="60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7" y="28"/>
                    <a:pt x="71" y="25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7" y="22"/>
                    <a:pt x="78" y="21"/>
                    <a:pt x="79" y="21"/>
                  </a:cubicBezTo>
                  <a:cubicBezTo>
                    <a:pt x="80" y="21"/>
                    <a:pt x="81" y="22"/>
                    <a:pt x="82" y="22"/>
                  </a:cubicBezTo>
                  <a:cubicBezTo>
                    <a:pt x="83" y="23"/>
                    <a:pt x="84" y="23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92" y="28"/>
                    <a:pt x="98" y="29"/>
                    <a:pt x="103" y="29"/>
                  </a:cubicBezTo>
                  <a:cubicBezTo>
                    <a:pt x="108" y="29"/>
                    <a:pt x="113" y="28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25" y="23"/>
                    <a:pt x="132" y="20"/>
                    <a:pt x="139" y="17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39" y="17"/>
                    <a:pt x="139" y="17"/>
                    <a:pt x="139" y="17"/>
                  </a:cubicBezTo>
                  <a:cubicBezTo>
                    <a:pt x="142" y="15"/>
                    <a:pt x="145" y="15"/>
                    <a:pt x="146" y="15"/>
                  </a:cubicBezTo>
                  <a:cubicBezTo>
                    <a:pt x="149" y="15"/>
                    <a:pt x="152" y="16"/>
                    <a:pt x="156" y="17"/>
                  </a:cubicBezTo>
                  <a:cubicBezTo>
                    <a:pt x="156" y="17"/>
                    <a:pt x="156" y="17"/>
                    <a:pt x="156" y="17"/>
                  </a:cubicBezTo>
                  <a:cubicBezTo>
                    <a:pt x="156" y="17"/>
                    <a:pt x="156" y="17"/>
                    <a:pt x="156" y="17"/>
                  </a:cubicBezTo>
                  <a:cubicBezTo>
                    <a:pt x="160" y="19"/>
                    <a:pt x="164" y="20"/>
                    <a:pt x="168" y="21"/>
                  </a:cubicBezTo>
                  <a:cubicBezTo>
                    <a:pt x="168" y="21"/>
                    <a:pt x="168" y="21"/>
                    <a:pt x="168" y="21"/>
                  </a:cubicBezTo>
                  <a:cubicBezTo>
                    <a:pt x="168" y="21"/>
                    <a:pt x="168" y="21"/>
                    <a:pt x="168" y="21"/>
                  </a:cubicBezTo>
                  <a:cubicBezTo>
                    <a:pt x="172" y="22"/>
                    <a:pt x="175" y="23"/>
                    <a:pt x="178" y="23"/>
                  </a:cubicBezTo>
                  <a:cubicBezTo>
                    <a:pt x="180" y="23"/>
                    <a:pt x="182" y="23"/>
                    <a:pt x="183" y="23"/>
                  </a:cubicBezTo>
                  <a:cubicBezTo>
                    <a:pt x="190" y="21"/>
                    <a:pt x="196" y="19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5" y="15"/>
                    <a:pt x="206" y="14"/>
                    <a:pt x="208" y="13"/>
                  </a:cubicBezTo>
                  <a:cubicBezTo>
                    <a:pt x="210" y="12"/>
                    <a:pt x="212" y="11"/>
                    <a:pt x="213" y="11"/>
                  </a:cubicBezTo>
                  <a:cubicBezTo>
                    <a:pt x="213" y="11"/>
                    <a:pt x="213" y="11"/>
                    <a:pt x="213" y="11"/>
                  </a:cubicBezTo>
                  <a:cubicBezTo>
                    <a:pt x="213" y="11"/>
                    <a:pt x="213" y="11"/>
                    <a:pt x="213" y="11"/>
                  </a:cubicBezTo>
                  <a:cubicBezTo>
                    <a:pt x="213" y="11"/>
                    <a:pt x="213" y="11"/>
                    <a:pt x="213" y="11"/>
                  </a:cubicBezTo>
                  <a:cubicBezTo>
                    <a:pt x="216" y="11"/>
                    <a:pt x="219" y="12"/>
                    <a:pt x="223" y="14"/>
                  </a:cubicBezTo>
                  <a:cubicBezTo>
                    <a:pt x="226" y="16"/>
                    <a:pt x="230" y="18"/>
                    <a:pt x="233" y="19"/>
                  </a:cubicBezTo>
                  <a:cubicBezTo>
                    <a:pt x="233" y="19"/>
                    <a:pt x="233" y="19"/>
                    <a:pt x="233" y="19"/>
                  </a:cubicBezTo>
                  <a:cubicBezTo>
                    <a:pt x="237" y="21"/>
                    <a:pt x="240" y="22"/>
                    <a:pt x="243" y="22"/>
                  </a:cubicBezTo>
                  <a:cubicBezTo>
                    <a:pt x="246" y="22"/>
                    <a:pt x="249" y="21"/>
                    <a:pt x="252" y="20"/>
                  </a:cubicBezTo>
                  <a:cubicBezTo>
                    <a:pt x="257" y="18"/>
                    <a:pt x="262" y="15"/>
                    <a:pt x="267" y="12"/>
                  </a:cubicBezTo>
                  <a:cubicBezTo>
                    <a:pt x="272" y="9"/>
                    <a:pt x="277" y="6"/>
                    <a:pt x="281" y="6"/>
                  </a:cubicBezTo>
                  <a:cubicBezTo>
                    <a:pt x="282" y="6"/>
                    <a:pt x="283" y="7"/>
                    <a:pt x="285" y="7"/>
                  </a:cubicBezTo>
                  <a:cubicBezTo>
                    <a:pt x="285" y="7"/>
                    <a:pt x="285" y="7"/>
                    <a:pt x="285" y="7"/>
                  </a:cubicBezTo>
                  <a:cubicBezTo>
                    <a:pt x="287" y="8"/>
                    <a:pt x="289" y="9"/>
                    <a:pt x="291" y="11"/>
                  </a:cubicBezTo>
                  <a:cubicBezTo>
                    <a:pt x="293" y="12"/>
                    <a:pt x="296" y="14"/>
                    <a:pt x="298" y="16"/>
                  </a:cubicBezTo>
                  <a:cubicBezTo>
                    <a:pt x="298" y="16"/>
                    <a:pt x="298" y="16"/>
                    <a:pt x="298" y="16"/>
                  </a:cubicBezTo>
                  <a:cubicBezTo>
                    <a:pt x="298" y="16"/>
                    <a:pt x="298" y="16"/>
                    <a:pt x="298" y="16"/>
                  </a:cubicBezTo>
                  <a:cubicBezTo>
                    <a:pt x="300" y="16"/>
                    <a:pt x="301" y="17"/>
                    <a:pt x="303" y="18"/>
                  </a:cubicBezTo>
                  <a:cubicBezTo>
                    <a:pt x="305" y="19"/>
                    <a:pt x="306" y="19"/>
                    <a:pt x="308" y="19"/>
                  </a:cubicBezTo>
                  <a:cubicBezTo>
                    <a:pt x="310" y="19"/>
                    <a:pt x="311" y="19"/>
                    <a:pt x="312" y="19"/>
                  </a:cubicBezTo>
                  <a:cubicBezTo>
                    <a:pt x="316" y="17"/>
                    <a:pt x="320" y="14"/>
                    <a:pt x="323" y="11"/>
                  </a:cubicBezTo>
                  <a:cubicBezTo>
                    <a:pt x="325" y="10"/>
                    <a:pt x="327" y="8"/>
                    <a:pt x="329" y="7"/>
                  </a:cubicBezTo>
                  <a:cubicBezTo>
                    <a:pt x="330" y="7"/>
                    <a:pt x="332" y="6"/>
                    <a:pt x="333" y="6"/>
                  </a:cubicBezTo>
                  <a:cubicBezTo>
                    <a:pt x="334" y="6"/>
                    <a:pt x="334" y="6"/>
                    <a:pt x="334" y="6"/>
                  </a:cubicBezTo>
                  <a:cubicBezTo>
                    <a:pt x="334" y="6"/>
                    <a:pt x="334" y="6"/>
                    <a:pt x="334" y="6"/>
                  </a:cubicBezTo>
                  <a:cubicBezTo>
                    <a:pt x="337" y="7"/>
                    <a:pt x="342" y="10"/>
                    <a:pt x="346" y="14"/>
                  </a:cubicBezTo>
                  <a:cubicBezTo>
                    <a:pt x="348" y="16"/>
                    <a:pt x="351" y="18"/>
                    <a:pt x="353" y="19"/>
                  </a:cubicBezTo>
                  <a:cubicBezTo>
                    <a:pt x="356" y="20"/>
                    <a:pt x="359" y="21"/>
                    <a:pt x="361" y="21"/>
                  </a:cubicBezTo>
                  <a:cubicBezTo>
                    <a:pt x="363" y="21"/>
                    <a:pt x="365" y="21"/>
                    <a:pt x="366" y="20"/>
                  </a:cubicBezTo>
                  <a:cubicBezTo>
                    <a:pt x="372" y="18"/>
                    <a:pt x="378" y="14"/>
                    <a:pt x="383" y="11"/>
                  </a:cubicBezTo>
                  <a:cubicBezTo>
                    <a:pt x="386" y="9"/>
                    <a:pt x="388" y="8"/>
                    <a:pt x="390" y="8"/>
                  </a:cubicBezTo>
                  <a:cubicBezTo>
                    <a:pt x="391" y="8"/>
                    <a:pt x="393" y="8"/>
                    <a:pt x="394" y="9"/>
                  </a:cubicBezTo>
                  <a:cubicBezTo>
                    <a:pt x="400" y="12"/>
                    <a:pt x="405" y="16"/>
                    <a:pt x="411" y="20"/>
                  </a:cubicBezTo>
                  <a:cubicBezTo>
                    <a:pt x="412" y="21"/>
                    <a:pt x="414" y="22"/>
                    <a:pt x="416" y="23"/>
                  </a:cubicBezTo>
                  <a:cubicBezTo>
                    <a:pt x="417" y="23"/>
                    <a:pt x="419" y="24"/>
                    <a:pt x="421" y="24"/>
                  </a:cubicBezTo>
                  <a:cubicBezTo>
                    <a:pt x="422" y="24"/>
                    <a:pt x="422" y="24"/>
                    <a:pt x="422" y="24"/>
                  </a:cubicBezTo>
                  <a:cubicBezTo>
                    <a:pt x="422" y="24"/>
                    <a:pt x="422" y="24"/>
                    <a:pt x="422" y="24"/>
                  </a:cubicBezTo>
                  <a:cubicBezTo>
                    <a:pt x="424" y="24"/>
                    <a:pt x="426" y="23"/>
                    <a:pt x="427" y="22"/>
                  </a:cubicBezTo>
                  <a:cubicBezTo>
                    <a:pt x="429" y="21"/>
                    <a:pt x="430" y="20"/>
                    <a:pt x="431" y="20"/>
                  </a:cubicBezTo>
                  <a:cubicBezTo>
                    <a:pt x="431" y="20"/>
                    <a:pt x="431" y="20"/>
                    <a:pt x="431" y="20"/>
                  </a:cubicBezTo>
                  <a:cubicBezTo>
                    <a:pt x="434" y="19"/>
                    <a:pt x="436" y="18"/>
                    <a:pt x="438" y="17"/>
                  </a:cubicBezTo>
                  <a:cubicBezTo>
                    <a:pt x="438" y="17"/>
                    <a:pt x="438" y="17"/>
                    <a:pt x="438" y="17"/>
                  </a:cubicBezTo>
                  <a:cubicBezTo>
                    <a:pt x="441" y="16"/>
                    <a:pt x="443" y="16"/>
                    <a:pt x="445" y="15"/>
                  </a:cubicBezTo>
                  <a:cubicBezTo>
                    <a:pt x="447" y="14"/>
                    <a:pt x="449" y="14"/>
                    <a:pt x="451" y="14"/>
                  </a:cubicBezTo>
                  <a:cubicBezTo>
                    <a:pt x="453" y="14"/>
                    <a:pt x="454" y="14"/>
                    <a:pt x="457" y="16"/>
                  </a:cubicBezTo>
                  <a:cubicBezTo>
                    <a:pt x="463" y="19"/>
                    <a:pt x="468" y="19"/>
                    <a:pt x="474" y="21"/>
                  </a:cubicBezTo>
                  <a:cubicBezTo>
                    <a:pt x="476" y="21"/>
                    <a:pt x="479" y="23"/>
                    <a:pt x="482" y="24"/>
                  </a:cubicBezTo>
                  <a:cubicBezTo>
                    <a:pt x="484" y="25"/>
                    <a:pt x="487" y="26"/>
                    <a:pt x="490" y="26"/>
                  </a:cubicBezTo>
                  <a:cubicBezTo>
                    <a:pt x="491" y="26"/>
                    <a:pt x="491" y="26"/>
                    <a:pt x="492" y="26"/>
                  </a:cubicBezTo>
                  <a:cubicBezTo>
                    <a:pt x="492" y="26"/>
                    <a:pt x="492" y="26"/>
                    <a:pt x="492" y="26"/>
                  </a:cubicBezTo>
                  <a:cubicBezTo>
                    <a:pt x="495" y="25"/>
                    <a:pt x="499" y="23"/>
                    <a:pt x="502" y="20"/>
                  </a:cubicBezTo>
                  <a:cubicBezTo>
                    <a:pt x="505" y="17"/>
                    <a:pt x="508" y="14"/>
                    <a:pt x="510" y="13"/>
                  </a:cubicBezTo>
                  <a:cubicBezTo>
                    <a:pt x="510" y="13"/>
                    <a:pt x="510" y="13"/>
                    <a:pt x="510" y="13"/>
                  </a:cubicBezTo>
                  <a:cubicBezTo>
                    <a:pt x="510" y="13"/>
                    <a:pt x="510" y="13"/>
                    <a:pt x="510" y="13"/>
                  </a:cubicBezTo>
                  <a:cubicBezTo>
                    <a:pt x="512" y="12"/>
                    <a:pt x="513" y="10"/>
                    <a:pt x="515" y="9"/>
                  </a:cubicBezTo>
                  <a:cubicBezTo>
                    <a:pt x="516" y="8"/>
                    <a:pt x="517" y="7"/>
                    <a:pt x="517" y="7"/>
                  </a:cubicBezTo>
                  <a:cubicBezTo>
                    <a:pt x="518" y="6"/>
                    <a:pt x="518" y="6"/>
                    <a:pt x="518" y="6"/>
                  </a:cubicBezTo>
                  <a:cubicBezTo>
                    <a:pt x="518" y="6"/>
                    <a:pt x="518" y="6"/>
                    <a:pt x="518" y="6"/>
                  </a:cubicBezTo>
                  <a:cubicBezTo>
                    <a:pt x="518" y="6"/>
                    <a:pt x="518" y="6"/>
                    <a:pt x="518" y="6"/>
                  </a:cubicBezTo>
                  <a:cubicBezTo>
                    <a:pt x="519" y="6"/>
                    <a:pt x="520" y="7"/>
                    <a:pt x="521" y="7"/>
                  </a:cubicBezTo>
                  <a:cubicBezTo>
                    <a:pt x="523" y="9"/>
                    <a:pt x="526" y="11"/>
                    <a:pt x="528" y="13"/>
                  </a:cubicBezTo>
                  <a:cubicBezTo>
                    <a:pt x="531" y="15"/>
                    <a:pt x="533" y="17"/>
                    <a:pt x="535" y="18"/>
                  </a:cubicBezTo>
                  <a:cubicBezTo>
                    <a:pt x="537" y="20"/>
                    <a:pt x="539" y="21"/>
                    <a:pt x="541" y="23"/>
                  </a:cubicBezTo>
                  <a:cubicBezTo>
                    <a:pt x="542" y="24"/>
                    <a:pt x="544" y="25"/>
                    <a:pt x="547" y="25"/>
                  </a:cubicBezTo>
                  <a:cubicBezTo>
                    <a:pt x="549" y="25"/>
                    <a:pt x="551" y="24"/>
                    <a:pt x="553" y="23"/>
                  </a:cubicBezTo>
                  <a:cubicBezTo>
                    <a:pt x="559" y="20"/>
                    <a:pt x="565" y="17"/>
                    <a:pt x="572" y="14"/>
                  </a:cubicBezTo>
                  <a:cubicBezTo>
                    <a:pt x="573" y="13"/>
                    <a:pt x="574" y="11"/>
                    <a:pt x="576" y="10"/>
                  </a:cubicBezTo>
                  <a:cubicBezTo>
                    <a:pt x="577" y="10"/>
                    <a:pt x="577" y="9"/>
                    <a:pt x="578" y="9"/>
                  </a:cubicBezTo>
                  <a:cubicBezTo>
                    <a:pt x="579" y="9"/>
                    <a:pt x="579" y="8"/>
                    <a:pt x="579" y="8"/>
                  </a:cubicBezTo>
                  <a:cubicBezTo>
                    <a:pt x="579" y="8"/>
                    <a:pt x="579" y="8"/>
                    <a:pt x="579" y="8"/>
                  </a:cubicBezTo>
                  <a:cubicBezTo>
                    <a:pt x="579" y="8"/>
                    <a:pt x="579" y="8"/>
                    <a:pt x="579" y="8"/>
                  </a:cubicBezTo>
                  <a:cubicBezTo>
                    <a:pt x="579" y="8"/>
                    <a:pt x="579" y="8"/>
                    <a:pt x="579" y="8"/>
                  </a:cubicBezTo>
                  <a:cubicBezTo>
                    <a:pt x="580" y="8"/>
                    <a:pt x="581" y="9"/>
                    <a:pt x="582" y="9"/>
                  </a:cubicBezTo>
                  <a:cubicBezTo>
                    <a:pt x="583" y="10"/>
                    <a:pt x="584" y="11"/>
                    <a:pt x="585" y="11"/>
                  </a:cubicBezTo>
                  <a:cubicBezTo>
                    <a:pt x="585" y="11"/>
                    <a:pt x="585" y="11"/>
                    <a:pt x="585" y="11"/>
                  </a:cubicBezTo>
                  <a:cubicBezTo>
                    <a:pt x="585" y="11"/>
                    <a:pt x="585" y="11"/>
                    <a:pt x="585" y="11"/>
                  </a:cubicBezTo>
                  <a:cubicBezTo>
                    <a:pt x="591" y="14"/>
                    <a:pt x="597" y="15"/>
                    <a:pt x="602" y="17"/>
                  </a:cubicBezTo>
                  <a:cubicBezTo>
                    <a:pt x="604" y="17"/>
                    <a:pt x="606" y="19"/>
                    <a:pt x="608" y="20"/>
                  </a:cubicBezTo>
                  <a:cubicBezTo>
                    <a:pt x="610" y="21"/>
                    <a:pt x="612" y="22"/>
                    <a:pt x="614" y="22"/>
                  </a:cubicBezTo>
                  <a:cubicBezTo>
                    <a:pt x="614" y="22"/>
                    <a:pt x="614" y="22"/>
                    <a:pt x="614" y="22"/>
                  </a:cubicBezTo>
                  <a:cubicBezTo>
                    <a:pt x="615" y="23"/>
                    <a:pt x="615" y="23"/>
                    <a:pt x="616" y="23"/>
                  </a:cubicBezTo>
                  <a:cubicBezTo>
                    <a:pt x="621" y="23"/>
                    <a:pt x="625" y="19"/>
                    <a:pt x="630" y="16"/>
                  </a:cubicBezTo>
                  <a:cubicBezTo>
                    <a:pt x="634" y="13"/>
                    <a:pt x="638" y="10"/>
                    <a:pt x="641" y="9"/>
                  </a:cubicBezTo>
                  <a:cubicBezTo>
                    <a:pt x="642" y="8"/>
                    <a:pt x="643" y="8"/>
                    <a:pt x="644" y="8"/>
                  </a:cubicBezTo>
                  <a:cubicBezTo>
                    <a:pt x="648" y="8"/>
                    <a:pt x="653" y="11"/>
                    <a:pt x="658" y="14"/>
                  </a:cubicBezTo>
                  <a:cubicBezTo>
                    <a:pt x="660" y="16"/>
                    <a:pt x="663" y="18"/>
                    <a:pt x="665" y="19"/>
                  </a:cubicBezTo>
                  <a:cubicBezTo>
                    <a:pt x="668" y="21"/>
                    <a:pt x="670" y="22"/>
                    <a:pt x="673" y="23"/>
                  </a:cubicBezTo>
                  <a:cubicBezTo>
                    <a:pt x="674" y="23"/>
                    <a:pt x="674" y="23"/>
                    <a:pt x="675" y="23"/>
                  </a:cubicBezTo>
                  <a:cubicBezTo>
                    <a:pt x="678" y="23"/>
                    <a:pt x="681" y="21"/>
                    <a:pt x="684" y="20"/>
                  </a:cubicBezTo>
                  <a:cubicBezTo>
                    <a:pt x="688" y="19"/>
                    <a:pt x="691" y="17"/>
                    <a:pt x="693" y="16"/>
                  </a:cubicBezTo>
                  <a:cubicBezTo>
                    <a:pt x="693" y="16"/>
                    <a:pt x="693" y="16"/>
                    <a:pt x="693" y="16"/>
                  </a:cubicBezTo>
                  <a:cubicBezTo>
                    <a:pt x="693" y="16"/>
                    <a:pt x="693" y="16"/>
                    <a:pt x="693" y="16"/>
                  </a:cubicBezTo>
                  <a:cubicBezTo>
                    <a:pt x="695" y="15"/>
                    <a:pt x="697" y="14"/>
                    <a:pt x="699" y="13"/>
                  </a:cubicBezTo>
                  <a:cubicBezTo>
                    <a:pt x="701" y="12"/>
                    <a:pt x="704" y="11"/>
                    <a:pt x="705" y="11"/>
                  </a:cubicBezTo>
                  <a:cubicBezTo>
                    <a:pt x="705" y="11"/>
                    <a:pt x="705" y="11"/>
                    <a:pt x="705" y="11"/>
                  </a:cubicBezTo>
                  <a:cubicBezTo>
                    <a:pt x="705" y="11"/>
                    <a:pt x="705" y="11"/>
                    <a:pt x="705" y="11"/>
                  </a:cubicBezTo>
                  <a:cubicBezTo>
                    <a:pt x="705" y="11"/>
                    <a:pt x="706" y="11"/>
                    <a:pt x="707" y="11"/>
                  </a:cubicBezTo>
                  <a:cubicBezTo>
                    <a:pt x="708" y="12"/>
                    <a:pt x="709" y="13"/>
                    <a:pt x="710" y="14"/>
                  </a:cubicBezTo>
                  <a:cubicBezTo>
                    <a:pt x="711" y="15"/>
                    <a:pt x="712" y="17"/>
                    <a:pt x="713" y="18"/>
                  </a:cubicBezTo>
                  <a:cubicBezTo>
                    <a:pt x="713" y="18"/>
                    <a:pt x="713" y="18"/>
                    <a:pt x="713" y="18"/>
                  </a:cubicBezTo>
                  <a:cubicBezTo>
                    <a:pt x="718" y="21"/>
                    <a:pt x="723" y="23"/>
                    <a:pt x="727" y="26"/>
                  </a:cubicBezTo>
                  <a:cubicBezTo>
                    <a:pt x="730" y="27"/>
                    <a:pt x="732" y="28"/>
                    <a:pt x="734" y="28"/>
                  </a:cubicBezTo>
                  <a:cubicBezTo>
                    <a:pt x="736" y="28"/>
                    <a:pt x="738" y="27"/>
                    <a:pt x="740" y="26"/>
                  </a:cubicBezTo>
                  <a:cubicBezTo>
                    <a:pt x="742" y="25"/>
                    <a:pt x="744" y="24"/>
                    <a:pt x="746" y="23"/>
                  </a:cubicBezTo>
                  <a:cubicBezTo>
                    <a:pt x="756" y="19"/>
                    <a:pt x="764" y="13"/>
                    <a:pt x="773" y="11"/>
                  </a:cubicBezTo>
                  <a:cubicBezTo>
                    <a:pt x="774" y="11"/>
                    <a:pt x="775" y="11"/>
                    <a:pt x="776" y="11"/>
                  </a:cubicBezTo>
                  <a:cubicBezTo>
                    <a:pt x="779" y="11"/>
                    <a:pt x="783" y="12"/>
                    <a:pt x="787" y="13"/>
                  </a:cubicBezTo>
                  <a:cubicBezTo>
                    <a:pt x="792" y="15"/>
                    <a:pt x="796" y="17"/>
                    <a:pt x="799" y="18"/>
                  </a:cubicBezTo>
                  <a:cubicBezTo>
                    <a:pt x="800" y="19"/>
                    <a:pt x="801" y="20"/>
                    <a:pt x="802" y="21"/>
                  </a:cubicBezTo>
                  <a:cubicBezTo>
                    <a:pt x="804" y="21"/>
                    <a:pt x="805" y="22"/>
                    <a:pt x="807" y="22"/>
                  </a:cubicBezTo>
                  <a:cubicBezTo>
                    <a:pt x="808" y="22"/>
                    <a:pt x="809" y="22"/>
                    <a:pt x="810" y="22"/>
                  </a:cubicBezTo>
                  <a:cubicBezTo>
                    <a:pt x="813" y="21"/>
                    <a:pt x="815" y="19"/>
                    <a:pt x="817" y="17"/>
                  </a:cubicBezTo>
                  <a:cubicBezTo>
                    <a:pt x="819" y="16"/>
                    <a:pt x="821" y="14"/>
                    <a:pt x="823" y="13"/>
                  </a:cubicBezTo>
                  <a:cubicBezTo>
                    <a:pt x="824" y="13"/>
                    <a:pt x="824" y="13"/>
                    <a:pt x="825" y="13"/>
                  </a:cubicBezTo>
                  <a:cubicBezTo>
                    <a:pt x="828" y="13"/>
                    <a:pt x="832" y="15"/>
                    <a:pt x="836" y="16"/>
                  </a:cubicBezTo>
                  <a:cubicBezTo>
                    <a:pt x="838" y="17"/>
                    <a:pt x="841" y="20"/>
                    <a:pt x="845" y="22"/>
                  </a:cubicBezTo>
                  <a:cubicBezTo>
                    <a:pt x="848" y="25"/>
                    <a:pt x="851" y="27"/>
                    <a:pt x="855" y="27"/>
                  </a:cubicBezTo>
                  <a:cubicBezTo>
                    <a:pt x="855" y="27"/>
                    <a:pt x="855" y="27"/>
                    <a:pt x="855" y="27"/>
                  </a:cubicBezTo>
                  <a:cubicBezTo>
                    <a:pt x="856" y="27"/>
                    <a:pt x="856" y="27"/>
                    <a:pt x="856" y="27"/>
                  </a:cubicBezTo>
                  <a:cubicBezTo>
                    <a:pt x="858" y="27"/>
                    <a:pt x="861" y="26"/>
                    <a:pt x="863" y="25"/>
                  </a:cubicBezTo>
                  <a:cubicBezTo>
                    <a:pt x="866" y="23"/>
                    <a:pt x="868" y="22"/>
                    <a:pt x="869" y="21"/>
                  </a:cubicBezTo>
                  <a:cubicBezTo>
                    <a:pt x="875" y="19"/>
                    <a:pt x="881" y="18"/>
                    <a:pt x="886" y="14"/>
                  </a:cubicBezTo>
                  <a:cubicBezTo>
                    <a:pt x="888" y="13"/>
                    <a:pt x="890" y="13"/>
                    <a:pt x="892" y="13"/>
                  </a:cubicBezTo>
                  <a:cubicBezTo>
                    <a:pt x="896" y="13"/>
                    <a:pt x="900" y="15"/>
                    <a:pt x="905" y="18"/>
                  </a:cubicBezTo>
                  <a:cubicBezTo>
                    <a:pt x="909" y="20"/>
                    <a:pt x="914" y="24"/>
                    <a:pt x="919" y="25"/>
                  </a:cubicBezTo>
                  <a:cubicBezTo>
                    <a:pt x="920" y="26"/>
                    <a:pt x="922" y="26"/>
                    <a:pt x="923" y="26"/>
                  </a:cubicBezTo>
                  <a:cubicBezTo>
                    <a:pt x="927" y="26"/>
                    <a:pt x="930" y="24"/>
                    <a:pt x="933" y="22"/>
                  </a:cubicBezTo>
                  <a:cubicBezTo>
                    <a:pt x="936" y="21"/>
                    <a:pt x="939" y="18"/>
                    <a:pt x="942" y="17"/>
                  </a:cubicBezTo>
                  <a:cubicBezTo>
                    <a:pt x="945" y="15"/>
                    <a:pt x="947" y="13"/>
                    <a:pt x="949" y="12"/>
                  </a:cubicBezTo>
                  <a:cubicBezTo>
                    <a:pt x="950" y="11"/>
                    <a:pt x="952" y="11"/>
                    <a:pt x="953" y="11"/>
                  </a:cubicBezTo>
                  <a:cubicBezTo>
                    <a:pt x="954" y="11"/>
                    <a:pt x="955" y="11"/>
                    <a:pt x="957" y="12"/>
                  </a:cubicBezTo>
                  <a:cubicBezTo>
                    <a:pt x="965" y="15"/>
                    <a:pt x="975" y="20"/>
                    <a:pt x="981" y="26"/>
                  </a:cubicBezTo>
                  <a:cubicBezTo>
                    <a:pt x="982" y="28"/>
                    <a:pt x="982" y="28"/>
                    <a:pt x="982" y="28"/>
                  </a:cubicBezTo>
                  <a:cubicBezTo>
                    <a:pt x="984" y="27"/>
                    <a:pt x="984" y="27"/>
                    <a:pt x="984" y="27"/>
                  </a:cubicBezTo>
                  <a:cubicBezTo>
                    <a:pt x="989" y="23"/>
                    <a:pt x="995" y="19"/>
                    <a:pt x="1000" y="15"/>
                  </a:cubicBezTo>
                  <a:cubicBezTo>
                    <a:pt x="1002" y="14"/>
                    <a:pt x="1005" y="12"/>
                    <a:pt x="1007" y="11"/>
                  </a:cubicBezTo>
                  <a:cubicBezTo>
                    <a:pt x="1009" y="10"/>
                    <a:pt x="1010" y="10"/>
                    <a:pt x="1010" y="10"/>
                  </a:cubicBezTo>
                  <a:cubicBezTo>
                    <a:pt x="1010" y="10"/>
                    <a:pt x="1010" y="10"/>
                    <a:pt x="1010" y="10"/>
                  </a:cubicBezTo>
                  <a:cubicBezTo>
                    <a:pt x="1010" y="10"/>
                    <a:pt x="1010" y="10"/>
                    <a:pt x="1010" y="10"/>
                  </a:cubicBezTo>
                  <a:cubicBezTo>
                    <a:pt x="1010" y="10"/>
                    <a:pt x="1010" y="10"/>
                    <a:pt x="1010" y="10"/>
                  </a:cubicBezTo>
                  <a:cubicBezTo>
                    <a:pt x="1010" y="10"/>
                    <a:pt x="1010" y="10"/>
                    <a:pt x="1010" y="10"/>
                  </a:cubicBezTo>
                  <a:cubicBezTo>
                    <a:pt x="1010" y="10"/>
                    <a:pt x="1010" y="10"/>
                    <a:pt x="1010" y="10"/>
                  </a:cubicBezTo>
                  <a:cubicBezTo>
                    <a:pt x="1010" y="10"/>
                    <a:pt x="1011" y="11"/>
                    <a:pt x="1013" y="12"/>
                  </a:cubicBezTo>
                  <a:cubicBezTo>
                    <a:pt x="1018" y="16"/>
                    <a:pt x="1024" y="17"/>
                    <a:pt x="1029" y="20"/>
                  </a:cubicBezTo>
                  <a:cubicBezTo>
                    <a:pt x="1030" y="21"/>
                    <a:pt x="1033" y="23"/>
                    <a:pt x="1035" y="25"/>
                  </a:cubicBezTo>
                  <a:cubicBezTo>
                    <a:pt x="1037" y="26"/>
                    <a:pt x="1038" y="27"/>
                    <a:pt x="1040" y="27"/>
                  </a:cubicBezTo>
                  <a:cubicBezTo>
                    <a:pt x="1041" y="28"/>
                    <a:pt x="1043" y="28"/>
                    <a:pt x="1044" y="28"/>
                  </a:cubicBezTo>
                  <a:cubicBezTo>
                    <a:pt x="1045" y="28"/>
                    <a:pt x="1045" y="28"/>
                    <a:pt x="1045" y="28"/>
                  </a:cubicBezTo>
                  <a:cubicBezTo>
                    <a:pt x="1046" y="28"/>
                    <a:pt x="1047" y="27"/>
                    <a:pt x="1048" y="27"/>
                  </a:cubicBezTo>
                  <a:cubicBezTo>
                    <a:pt x="1049" y="26"/>
                    <a:pt x="1050" y="25"/>
                    <a:pt x="1051" y="24"/>
                  </a:cubicBezTo>
                  <a:cubicBezTo>
                    <a:pt x="1053" y="22"/>
                    <a:pt x="1054" y="21"/>
                    <a:pt x="1054" y="21"/>
                  </a:cubicBezTo>
                  <a:cubicBezTo>
                    <a:pt x="1057" y="19"/>
                    <a:pt x="1060" y="17"/>
                    <a:pt x="1064" y="15"/>
                  </a:cubicBezTo>
                  <a:cubicBezTo>
                    <a:pt x="1064" y="15"/>
                    <a:pt x="1064" y="15"/>
                    <a:pt x="1064" y="15"/>
                  </a:cubicBezTo>
                  <a:cubicBezTo>
                    <a:pt x="1065" y="14"/>
                    <a:pt x="1067" y="13"/>
                    <a:pt x="1069" y="12"/>
                  </a:cubicBezTo>
                  <a:cubicBezTo>
                    <a:pt x="1071" y="11"/>
                    <a:pt x="1073" y="10"/>
                    <a:pt x="1074" y="11"/>
                  </a:cubicBezTo>
                  <a:cubicBezTo>
                    <a:pt x="1075" y="11"/>
                    <a:pt x="1075" y="11"/>
                    <a:pt x="1075" y="11"/>
                  </a:cubicBezTo>
                  <a:cubicBezTo>
                    <a:pt x="1075" y="11"/>
                    <a:pt x="1075" y="11"/>
                    <a:pt x="1075" y="11"/>
                  </a:cubicBezTo>
                  <a:cubicBezTo>
                    <a:pt x="1075" y="11"/>
                    <a:pt x="1075" y="11"/>
                    <a:pt x="1075" y="11"/>
                  </a:cubicBezTo>
                  <a:cubicBezTo>
                    <a:pt x="1075" y="11"/>
                    <a:pt x="1075" y="11"/>
                    <a:pt x="1076" y="11"/>
                  </a:cubicBezTo>
                  <a:cubicBezTo>
                    <a:pt x="1077" y="11"/>
                    <a:pt x="1078" y="12"/>
                    <a:pt x="1079" y="13"/>
                  </a:cubicBezTo>
                  <a:cubicBezTo>
                    <a:pt x="1080" y="14"/>
                    <a:pt x="1081" y="14"/>
                    <a:pt x="1083" y="15"/>
                  </a:cubicBezTo>
                  <a:cubicBezTo>
                    <a:pt x="1083" y="15"/>
                    <a:pt x="1083" y="15"/>
                    <a:pt x="1083" y="15"/>
                  </a:cubicBezTo>
                  <a:cubicBezTo>
                    <a:pt x="1083" y="15"/>
                    <a:pt x="1083" y="15"/>
                    <a:pt x="1083" y="15"/>
                  </a:cubicBezTo>
                  <a:cubicBezTo>
                    <a:pt x="1089" y="17"/>
                    <a:pt x="1096" y="17"/>
                    <a:pt x="1102" y="19"/>
                  </a:cubicBezTo>
                  <a:cubicBezTo>
                    <a:pt x="1105" y="20"/>
                    <a:pt x="1107" y="21"/>
                    <a:pt x="1110" y="21"/>
                  </a:cubicBezTo>
                  <a:cubicBezTo>
                    <a:pt x="1111" y="21"/>
                    <a:pt x="1112" y="21"/>
                    <a:pt x="1113" y="20"/>
                  </a:cubicBezTo>
                  <a:cubicBezTo>
                    <a:pt x="1119" y="19"/>
                    <a:pt x="1124" y="16"/>
                    <a:pt x="1129" y="13"/>
                  </a:cubicBezTo>
                  <a:cubicBezTo>
                    <a:pt x="1133" y="9"/>
                    <a:pt x="1138" y="6"/>
                    <a:pt x="1142" y="5"/>
                  </a:cubicBezTo>
                  <a:cubicBezTo>
                    <a:pt x="1141" y="3"/>
                    <a:pt x="1141" y="3"/>
                    <a:pt x="1141" y="3"/>
                  </a:cubicBezTo>
                  <a:cubicBezTo>
                    <a:pt x="1139" y="4"/>
                    <a:pt x="1139" y="4"/>
                    <a:pt x="1139" y="4"/>
                  </a:cubicBezTo>
                  <a:cubicBezTo>
                    <a:pt x="1141" y="8"/>
                    <a:pt x="1145" y="13"/>
                    <a:pt x="1150" y="16"/>
                  </a:cubicBezTo>
                  <a:cubicBezTo>
                    <a:pt x="1152" y="18"/>
                    <a:pt x="1155" y="19"/>
                    <a:pt x="1157" y="20"/>
                  </a:cubicBezTo>
                  <a:cubicBezTo>
                    <a:pt x="1160" y="21"/>
                    <a:pt x="1162" y="22"/>
                    <a:pt x="1165" y="22"/>
                  </a:cubicBezTo>
                  <a:cubicBezTo>
                    <a:pt x="1165" y="22"/>
                    <a:pt x="1166" y="22"/>
                    <a:pt x="1167" y="22"/>
                  </a:cubicBezTo>
                  <a:cubicBezTo>
                    <a:pt x="1175" y="20"/>
                    <a:pt x="1183" y="17"/>
                    <a:pt x="1191" y="13"/>
                  </a:cubicBezTo>
                  <a:cubicBezTo>
                    <a:pt x="1193" y="12"/>
                    <a:pt x="1195" y="12"/>
                    <a:pt x="1198" y="12"/>
                  </a:cubicBezTo>
                  <a:cubicBezTo>
                    <a:pt x="1203" y="12"/>
                    <a:pt x="1208" y="13"/>
                    <a:pt x="1213" y="15"/>
                  </a:cubicBezTo>
                  <a:cubicBezTo>
                    <a:pt x="1220" y="17"/>
                    <a:pt x="1226" y="21"/>
                    <a:pt x="1233" y="23"/>
                  </a:cubicBezTo>
                  <a:cubicBezTo>
                    <a:pt x="1234" y="23"/>
                    <a:pt x="1235" y="24"/>
                    <a:pt x="1236" y="24"/>
                  </a:cubicBezTo>
                  <a:cubicBezTo>
                    <a:pt x="1239" y="24"/>
                    <a:pt x="1242" y="22"/>
                    <a:pt x="1245" y="21"/>
                  </a:cubicBezTo>
                  <a:cubicBezTo>
                    <a:pt x="1248" y="19"/>
                    <a:pt x="1251" y="17"/>
                    <a:pt x="1254" y="15"/>
                  </a:cubicBezTo>
                  <a:cubicBezTo>
                    <a:pt x="1257" y="14"/>
                    <a:pt x="1260" y="12"/>
                    <a:pt x="1262" y="12"/>
                  </a:cubicBezTo>
                  <a:cubicBezTo>
                    <a:pt x="1263" y="12"/>
                    <a:pt x="1264" y="12"/>
                    <a:pt x="1265" y="12"/>
                  </a:cubicBezTo>
                  <a:cubicBezTo>
                    <a:pt x="1267" y="12"/>
                    <a:pt x="1270" y="12"/>
                    <a:pt x="1272" y="14"/>
                  </a:cubicBezTo>
                  <a:cubicBezTo>
                    <a:pt x="1276" y="16"/>
                    <a:pt x="1281" y="19"/>
                    <a:pt x="1285" y="22"/>
                  </a:cubicBezTo>
                  <a:cubicBezTo>
                    <a:pt x="1289" y="25"/>
                    <a:pt x="1294" y="28"/>
                    <a:pt x="1299" y="29"/>
                  </a:cubicBezTo>
                  <a:cubicBezTo>
                    <a:pt x="1299" y="29"/>
                    <a:pt x="1300" y="29"/>
                    <a:pt x="1300" y="29"/>
                  </a:cubicBezTo>
                  <a:cubicBezTo>
                    <a:pt x="1303" y="29"/>
                    <a:pt x="1305" y="28"/>
                    <a:pt x="1307" y="27"/>
                  </a:cubicBezTo>
                  <a:cubicBezTo>
                    <a:pt x="1310" y="27"/>
                    <a:pt x="1312" y="26"/>
                    <a:pt x="1314" y="25"/>
                  </a:cubicBezTo>
                  <a:cubicBezTo>
                    <a:pt x="1317" y="24"/>
                    <a:pt x="1320" y="22"/>
                    <a:pt x="1323" y="20"/>
                  </a:cubicBezTo>
                  <a:cubicBezTo>
                    <a:pt x="1325" y="19"/>
                    <a:pt x="1327" y="19"/>
                    <a:pt x="1328" y="18"/>
                  </a:cubicBezTo>
                  <a:cubicBezTo>
                    <a:pt x="1330" y="17"/>
                    <a:pt x="1331" y="17"/>
                    <a:pt x="1331" y="17"/>
                  </a:cubicBezTo>
                  <a:cubicBezTo>
                    <a:pt x="1332" y="17"/>
                    <a:pt x="1332" y="17"/>
                    <a:pt x="1332" y="17"/>
                  </a:cubicBezTo>
                  <a:cubicBezTo>
                    <a:pt x="1332" y="17"/>
                    <a:pt x="1332" y="17"/>
                    <a:pt x="1332" y="17"/>
                  </a:cubicBezTo>
                  <a:cubicBezTo>
                    <a:pt x="1332" y="17"/>
                    <a:pt x="1332" y="17"/>
                    <a:pt x="1332" y="17"/>
                  </a:cubicBezTo>
                  <a:cubicBezTo>
                    <a:pt x="1332" y="17"/>
                    <a:pt x="1332" y="17"/>
                    <a:pt x="1332" y="17"/>
                  </a:cubicBezTo>
                  <a:cubicBezTo>
                    <a:pt x="1332" y="17"/>
                    <a:pt x="1332" y="17"/>
                    <a:pt x="1332" y="17"/>
                  </a:cubicBezTo>
                  <a:cubicBezTo>
                    <a:pt x="1332" y="17"/>
                    <a:pt x="1332" y="17"/>
                    <a:pt x="1332" y="17"/>
                  </a:cubicBezTo>
                  <a:cubicBezTo>
                    <a:pt x="1332" y="17"/>
                    <a:pt x="1332" y="17"/>
                    <a:pt x="1333" y="18"/>
                  </a:cubicBezTo>
                  <a:cubicBezTo>
                    <a:pt x="1333" y="19"/>
                    <a:pt x="1334" y="20"/>
                    <a:pt x="1335" y="21"/>
                  </a:cubicBezTo>
                  <a:cubicBezTo>
                    <a:pt x="1336" y="22"/>
                    <a:pt x="1337" y="23"/>
                    <a:pt x="1338" y="23"/>
                  </a:cubicBezTo>
                  <a:cubicBezTo>
                    <a:pt x="1341" y="25"/>
                    <a:pt x="1344" y="26"/>
                    <a:pt x="1347" y="28"/>
                  </a:cubicBezTo>
                  <a:cubicBezTo>
                    <a:pt x="1348" y="29"/>
                    <a:pt x="1350" y="30"/>
                    <a:pt x="1352" y="31"/>
                  </a:cubicBezTo>
                  <a:cubicBezTo>
                    <a:pt x="1354" y="32"/>
                    <a:pt x="1355" y="33"/>
                    <a:pt x="1358" y="33"/>
                  </a:cubicBezTo>
                  <a:cubicBezTo>
                    <a:pt x="1359" y="33"/>
                    <a:pt x="1361" y="32"/>
                    <a:pt x="1362" y="31"/>
                  </a:cubicBezTo>
                  <a:cubicBezTo>
                    <a:pt x="1366" y="29"/>
                    <a:pt x="1369" y="25"/>
                    <a:pt x="1372" y="22"/>
                  </a:cubicBezTo>
                  <a:cubicBezTo>
                    <a:pt x="1373" y="21"/>
                    <a:pt x="1375" y="19"/>
                    <a:pt x="1376" y="18"/>
                  </a:cubicBezTo>
                  <a:cubicBezTo>
                    <a:pt x="1377" y="17"/>
                    <a:pt x="1379" y="16"/>
                    <a:pt x="1380" y="16"/>
                  </a:cubicBezTo>
                  <a:cubicBezTo>
                    <a:pt x="1379" y="14"/>
                    <a:pt x="1379" y="14"/>
                    <a:pt x="1379" y="14"/>
                  </a:cubicBezTo>
                  <a:cubicBezTo>
                    <a:pt x="1377" y="14"/>
                    <a:pt x="1377" y="14"/>
                    <a:pt x="1377" y="14"/>
                  </a:cubicBezTo>
                  <a:cubicBezTo>
                    <a:pt x="1377" y="15"/>
                    <a:pt x="1378" y="17"/>
                    <a:pt x="1379" y="18"/>
                  </a:cubicBezTo>
                  <a:cubicBezTo>
                    <a:pt x="1380" y="19"/>
                    <a:pt x="1382" y="21"/>
                    <a:pt x="1383" y="22"/>
                  </a:cubicBezTo>
                  <a:cubicBezTo>
                    <a:pt x="1385" y="23"/>
                    <a:pt x="1387" y="24"/>
                    <a:pt x="1388" y="24"/>
                  </a:cubicBezTo>
                  <a:cubicBezTo>
                    <a:pt x="1395" y="29"/>
                    <a:pt x="1404" y="31"/>
                    <a:pt x="1409" y="36"/>
                  </a:cubicBezTo>
                  <a:cubicBezTo>
                    <a:pt x="1410" y="37"/>
                    <a:pt x="1410" y="37"/>
                    <a:pt x="1410" y="37"/>
                  </a:cubicBezTo>
                  <a:cubicBezTo>
                    <a:pt x="1412" y="36"/>
                    <a:pt x="1412" y="36"/>
                    <a:pt x="1412" y="36"/>
                  </a:cubicBezTo>
                  <a:cubicBezTo>
                    <a:pt x="1416" y="33"/>
                    <a:pt x="1419" y="28"/>
                    <a:pt x="1422" y="24"/>
                  </a:cubicBezTo>
                  <a:cubicBezTo>
                    <a:pt x="1423" y="22"/>
                    <a:pt x="1423" y="20"/>
                    <a:pt x="1424" y="20"/>
                  </a:cubicBezTo>
                  <a:cubicBezTo>
                    <a:pt x="1425" y="19"/>
                    <a:pt x="1425" y="19"/>
                    <a:pt x="1425" y="19"/>
                  </a:cubicBezTo>
                  <a:cubicBezTo>
                    <a:pt x="1425" y="19"/>
                    <a:pt x="1425" y="19"/>
                    <a:pt x="1425" y="19"/>
                  </a:cubicBezTo>
                  <a:cubicBezTo>
                    <a:pt x="1426" y="19"/>
                    <a:pt x="1427" y="19"/>
                    <a:pt x="1429" y="21"/>
                  </a:cubicBezTo>
                  <a:cubicBezTo>
                    <a:pt x="1432" y="22"/>
                    <a:pt x="1436" y="25"/>
                    <a:pt x="1439" y="28"/>
                  </a:cubicBezTo>
                  <a:cubicBezTo>
                    <a:pt x="1443" y="31"/>
                    <a:pt x="1447" y="33"/>
                    <a:pt x="1452" y="33"/>
                  </a:cubicBezTo>
                  <a:cubicBezTo>
                    <a:pt x="1453" y="33"/>
                    <a:pt x="1454" y="33"/>
                    <a:pt x="1455" y="33"/>
                  </a:cubicBezTo>
                  <a:cubicBezTo>
                    <a:pt x="1456" y="33"/>
                    <a:pt x="1457" y="32"/>
                    <a:pt x="1458" y="31"/>
                  </a:cubicBezTo>
                  <a:cubicBezTo>
                    <a:pt x="1459" y="31"/>
                    <a:pt x="1460" y="30"/>
                    <a:pt x="1461" y="30"/>
                  </a:cubicBezTo>
                  <a:cubicBezTo>
                    <a:pt x="1462" y="30"/>
                    <a:pt x="1463" y="29"/>
                    <a:pt x="1464" y="29"/>
                  </a:cubicBezTo>
                  <a:cubicBezTo>
                    <a:pt x="1466" y="29"/>
                    <a:pt x="1467" y="29"/>
                    <a:pt x="1469" y="28"/>
                  </a:cubicBezTo>
                  <a:cubicBezTo>
                    <a:pt x="1469" y="28"/>
                    <a:pt x="1470" y="27"/>
                    <a:pt x="1472" y="27"/>
                  </a:cubicBezTo>
                  <a:cubicBezTo>
                    <a:pt x="1475" y="25"/>
                    <a:pt x="1479" y="22"/>
                    <a:pt x="1481" y="21"/>
                  </a:cubicBezTo>
                  <a:cubicBezTo>
                    <a:pt x="1479" y="17"/>
                    <a:pt x="1479" y="17"/>
                    <a:pt x="1479" y="17"/>
                  </a:cubicBezTo>
                  <a:cubicBezTo>
                    <a:pt x="1478" y="18"/>
                    <a:pt x="1475" y="20"/>
                    <a:pt x="1473" y="21"/>
                  </a:cubicBezTo>
                  <a:cubicBezTo>
                    <a:pt x="1472" y="22"/>
                    <a:pt x="1471" y="22"/>
                    <a:pt x="1470" y="23"/>
                  </a:cubicBezTo>
                  <a:cubicBezTo>
                    <a:pt x="1469" y="24"/>
                    <a:pt x="1468" y="24"/>
                    <a:pt x="1467" y="24"/>
                  </a:cubicBezTo>
                  <a:cubicBezTo>
                    <a:pt x="1466" y="24"/>
                    <a:pt x="1465" y="25"/>
                    <a:pt x="1464" y="25"/>
                  </a:cubicBezTo>
                  <a:cubicBezTo>
                    <a:pt x="1462" y="25"/>
                    <a:pt x="1461" y="25"/>
                    <a:pt x="1459" y="26"/>
                  </a:cubicBezTo>
                  <a:cubicBezTo>
                    <a:pt x="1458" y="26"/>
                    <a:pt x="1457" y="27"/>
                    <a:pt x="1456" y="28"/>
                  </a:cubicBezTo>
                  <a:cubicBezTo>
                    <a:pt x="1455" y="29"/>
                    <a:pt x="1454" y="29"/>
                    <a:pt x="1454" y="29"/>
                  </a:cubicBezTo>
                  <a:cubicBezTo>
                    <a:pt x="1453" y="29"/>
                    <a:pt x="1453" y="29"/>
                    <a:pt x="1452" y="29"/>
                  </a:cubicBezTo>
                  <a:cubicBezTo>
                    <a:pt x="1449" y="29"/>
                    <a:pt x="1445" y="27"/>
                    <a:pt x="1442" y="25"/>
                  </a:cubicBezTo>
                  <a:cubicBezTo>
                    <a:pt x="1438" y="22"/>
                    <a:pt x="1435" y="19"/>
                    <a:pt x="1431" y="17"/>
                  </a:cubicBezTo>
                  <a:cubicBezTo>
                    <a:pt x="1429" y="16"/>
                    <a:pt x="1427" y="15"/>
                    <a:pt x="1425" y="15"/>
                  </a:cubicBezTo>
                  <a:cubicBezTo>
                    <a:pt x="1424" y="15"/>
                    <a:pt x="1423" y="15"/>
                    <a:pt x="1423" y="15"/>
                  </a:cubicBezTo>
                  <a:cubicBezTo>
                    <a:pt x="1422" y="16"/>
                    <a:pt x="1421" y="17"/>
                    <a:pt x="1420" y="18"/>
                  </a:cubicBezTo>
                  <a:cubicBezTo>
                    <a:pt x="1419" y="19"/>
                    <a:pt x="1419" y="20"/>
                    <a:pt x="1418" y="21"/>
                  </a:cubicBezTo>
                  <a:cubicBezTo>
                    <a:pt x="1415" y="26"/>
                    <a:pt x="1413" y="31"/>
                    <a:pt x="1409" y="33"/>
                  </a:cubicBezTo>
                  <a:cubicBezTo>
                    <a:pt x="1410" y="35"/>
                    <a:pt x="1410" y="35"/>
                    <a:pt x="1410" y="35"/>
                  </a:cubicBezTo>
                  <a:cubicBezTo>
                    <a:pt x="1412" y="33"/>
                    <a:pt x="1412" y="33"/>
                    <a:pt x="1412" y="33"/>
                  </a:cubicBezTo>
                  <a:cubicBezTo>
                    <a:pt x="1405" y="27"/>
                    <a:pt x="1396" y="25"/>
                    <a:pt x="1390" y="21"/>
                  </a:cubicBezTo>
                  <a:cubicBezTo>
                    <a:pt x="1388" y="20"/>
                    <a:pt x="1386" y="19"/>
                    <a:pt x="1384" y="17"/>
                  </a:cubicBezTo>
                  <a:cubicBezTo>
                    <a:pt x="1384" y="17"/>
                    <a:pt x="1383" y="16"/>
                    <a:pt x="1382" y="15"/>
                  </a:cubicBezTo>
                  <a:cubicBezTo>
                    <a:pt x="1382" y="15"/>
                    <a:pt x="1382" y="14"/>
                    <a:pt x="1382" y="14"/>
                  </a:cubicBezTo>
                  <a:cubicBezTo>
                    <a:pt x="1381" y="11"/>
                    <a:pt x="1381" y="11"/>
                    <a:pt x="1381" y="11"/>
                  </a:cubicBezTo>
                  <a:cubicBezTo>
                    <a:pt x="1379" y="12"/>
                    <a:pt x="1379" y="12"/>
                    <a:pt x="1379" y="12"/>
                  </a:cubicBezTo>
                  <a:cubicBezTo>
                    <a:pt x="1377" y="12"/>
                    <a:pt x="1375" y="13"/>
                    <a:pt x="1373" y="15"/>
                  </a:cubicBezTo>
                  <a:cubicBezTo>
                    <a:pt x="1371" y="17"/>
                    <a:pt x="1369" y="19"/>
                    <a:pt x="1366" y="22"/>
                  </a:cubicBezTo>
                  <a:cubicBezTo>
                    <a:pt x="1364" y="24"/>
                    <a:pt x="1362" y="27"/>
                    <a:pt x="1360" y="28"/>
                  </a:cubicBezTo>
                  <a:cubicBezTo>
                    <a:pt x="1359" y="28"/>
                    <a:pt x="1358" y="28"/>
                    <a:pt x="1358" y="28"/>
                  </a:cubicBezTo>
                  <a:cubicBezTo>
                    <a:pt x="1356" y="28"/>
                    <a:pt x="1355" y="28"/>
                    <a:pt x="1354" y="27"/>
                  </a:cubicBezTo>
                  <a:cubicBezTo>
                    <a:pt x="1352" y="26"/>
                    <a:pt x="1351" y="25"/>
                    <a:pt x="1349" y="24"/>
                  </a:cubicBezTo>
                  <a:cubicBezTo>
                    <a:pt x="1346" y="22"/>
                    <a:pt x="1343" y="21"/>
                    <a:pt x="1341" y="20"/>
                  </a:cubicBezTo>
                  <a:cubicBezTo>
                    <a:pt x="1340" y="19"/>
                    <a:pt x="1340" y="19"/>
                    <a:pt x="1339" y="18"/>
                  </a:cubicBezTo>
                  <a:cubicBezTo>
                    <a:pt x="1338" y="18"/>
                    <a:pt x="1337" y="16"/>
                    <a:pt x="1336" y="15"/>
                  </a:cubicBezTo>
                  <a:cubicBezTo>
                    <a:pt x="1336" y="15"/>
                    <a:pt x="1335" y="14"/>
                    <a:pt x="1335" y="14"/>
                  </a:cubicBezTo>
                  <a:cubicBezTo>
                    <a:pt x="1334" y="14"/>
                    <a:pt x="1334" y="13"/>
                    <a:pt x="1333" y="13"/>
                  </a:cubicBezTo>
                  <a:cubicBezTo>
                    <a:pt x="1332" y="13"/>
                    <a:pt x="1332" y="13"/>
                    <a:pt x="1331" y="13"/>
                  </a:cubicBezTo>
                  <a:cubicBezTo>
                    <a:pt x="1330" y="13"/>
                    <a:pt x="1328" y="13"/>
                    <a:pt x="1327" y="14"/>
                  </a:cubicBezTo>
                  <a:cubicBezTo>
                    <a:pt x="1324" y="15"/>
                    <a:pt x="1321" y="16"/>
                    <a:pt x="1319" y="18"/>
                  </a:cubicBezTo>
                  <a:cubicBezTo>
                    <a:pt x="1316" y="19"/>
                    <a:pt x="1314" y="20"/>
                    <a:pt x="1313" y="21"/>
                  </a:cubicBezTo>
                  <a:cubicBezTo>
                    <a:pt x="1310" y="22"/>
                    <a:pt x="1308" y="23"/>
                    <a:pt x="1306" y="23"/>
                  </a:cubicBezTo>
                  <a:cubicBezTo>
                    <a:pt x="1304" y="24"/>
                    <a:pt x="1302" y="25"/>
                    <a:pt x="1300" y="25"/>
                  </a:cubicBezTo>
                  <a:cubicBezTo>
                    <a:pt x="1300" y="25"/>
                    <a:pt x="1300" y="25"/>
                    <a:pt x="1300" y="25"/>
                  </a:cubicBezTo>
                  <a:cubicBezTo>
                    <a:pt x="1294" y="24"/>
                    <a:pt x="1289" y="20"/>
                    <a:pt x="1283" y="16"/>
                  </a:cubicBezTo>
                  <a:cubicBezTo>
                    <a:pt x="1280" y="14"/>
                    <a:pt x="1277" y="12"/>
                    <a:pt x="1274" y="10"/>
                  </a:cubicBezTo>
                  <a:cubicBezTo>
                    <a:pt x="1271" y="8"/>
                    <a:pt x="1268" y="7"/>
                    <a:pt x="1265" y="7"/>
                  </a:cubicBezTo>
                  <a:cubicBezTo>
                    <a:pt x="1264" y="7"/>
                    <a:pt x="1263" y="7"/>
                    <a:pt x="1262" y="8"/>
                  </a:cubicBezTo>
                  <a:cubicBezTo>
                    <a:pt x="1258" y="8"/>
                    <a:pt x="1255" y="10"/>
                    <a:pt x="1252" y="12"/>
                  </a:cubicBezTo>
                  <a:cubicBezTo>
                    <a:pt x="1249" y="14"/>
                    <a:pt x="1246" y="16"/>
                    <a:pt x="1244" y="17"/>
                  </a:cubicBezTo>
                  <a:cubicBezTo>
                    <a:pt x="1240" y="19"/>
                    <a:pt x="1238" y="19"/>
                    <a:pt x="1236" y="19"/>
                  </a:cubicBezTo>
                  <a:cubicBezTo>
                    <a:pt x="1236" y="19"/>
                    <a:pt x="1235" y="19"/>
                    <a:pt x="1234" y="19"/>
                  </a:cubicBezTo>
                  <a:cubicBezTo>
                    <a:pt x="1228" y="17"/>
                    <a:pt x="1222" y="13"/>
                    <a:pt x="1215" y="11"/>
                  </a:cubicBezTo>
                  <a:cubicBezTo>
                    <a:pt x="1209" y="9"/>
                    <a:pt x="1204" y="7"/>
                    <a:pt x="1198" y="7"/>
                  </a:cubicBezTo>
                  <a:cubicBezTo>
                    <a:pt x="1195" y="7"/>
                    <a:pt x="1192" y="8"/>
                    <a:pt x="1189" y="9"/>
                  </a:cubicBezTo>
                  <a:cubicBezTo>
                    <a:pt x="1182" y="13"/>
                    <a:pt x="1174" y="16"/>
                    <a:pt x="1166" y="18"/>
                  </a:cubicBezTo>
                  <a:cubicBezTo>
                    <a:pt x="1165" y="18"/>
                    <a:pt x="1165" y="18"/>
                    <a:pt x="1165" y="18"/>
                  </a:cubicBezTo>
                  <a:cubicBezTo>
                    <a:pt x="1163" y="18"/>
                    <a:pt x="1161" y="17"/>
                    <a:pt x="1159" y="16"/>
                  </a:cubicBezTo>
                  <a:cubicBezTo>
                    <a:pt x="1156" y="15"/>
                    <a:pt x="1152" y="13"/>
                    <a:pt x="1149" y="10"/>
                  </a:cubicBezTo>
                  <a:cubicBezTo>
                    <a:pt x="1146" y="7"/>
                    <a:pt x="1144" y="4"/>
                    <a:pt x="1143" y="2"/>
                  </a:cubicBezTo>
                  <a:cubicBezTo>
                    <a:pt x="1142" y="0"/>
                    <a:pt x="1142" y="0"/>
                    <a:pt x="1142" y="0"/>
                  </a:cubicBezTo>
                  <a:cubicBezTo>
                    <a:pt x="1140" y="1"/>
                    <a:pt x="1140" y="1"/>
                    <a:pt x="1140" y="1"/>
                  </a:cubicBezTo>
                  <a:cubicBezTo>
                    <a:pt x="1135" y="2"/>
                    <a:pt x="1131" y="6"/>
                    <a:pt x="1126" y="9"/>
                  </a:cubicBezTo>
                  <a:cubicBezTo>
                    <a:pt x="1122" y="12"/>
                    <a:pt x="1117" y="15"/>
                    <a:pt x="1113" y="16"/>
                  </a:cubicBezTo>
                  <a:cubicBezTo>
                    <a:pt x="1111" y="16"/>
                    <a:pt x="1111" y="16"/>
                    <a:pt x="1110" y="16"/>
                  </a:cubicBezTo>
                  <a:cubicBezTo>
                    <a:pt x="1108" y="16"/>
                    <a:pt x="1106" y="16"/>
                    <a:pt x="1103" y="15"/>
                  </a:cubicBezTo>
                  <a:cubicBezTo>
                    <a:pt x="1097" y="13"/>
                    <a:pt x="1090" y="13"/>
                    <a:pt x="1084" y="11"/>
                  </a:cubicBezTo>
                  <a:cubicBezTo>
                    <a:pt x="1084" y="11"/>
                    <a:pt x="1084" y="11"/>
                    <a:pt x="1084" y="11"/>
                  </a:cubicBezTo>
                  <a:cubicBezTo>
                    <a:pt x="1084" y="11"/>
                    <a:pt x="1084" y="11"/>
                    <a:pt x="1084" y="11"/>
                  </a:cubicBezTo>
                  <a:cubicBezTo>
                    <a:pt x="1083" y="10"/>
                    <a:pt x="1082" y="10"/>
                    <a:pt x="1080" y="9"/>
                  </a:cubicBezTo>
                  <a:cubicBezTo>
                    <a:pt x="1079" y="8"/>
                    <a:pt x="1079" y="8"/>
                    <a:pt x="1078" y="7"/>
                  </a:cubicBezTo>
                  <a:cubicBezTo>
                    <a:pt x="1077" y="7"/>
                    <a:pt x="1076" y="6"/>
                    <a:pt x="1075" y="6"/>
                  </a:cubicBezTo>
                  <a:cubicBezTo>
                    <a:pt x="1075" y="6"/>
                    <a:pt x="1075" y="6"/>
                    <a:pt x="1075" y="6"/>
                  </a:cubicBezTo>
                  <a:cubicBezTo>
                    <a:pt x="1075" y="6"/>
                    <a:pt x="1075" y="6"/>
                    <a:pt x="1075" y="6"/>
                  </a:cubicBezTo>
                  <a:cubicBezTo>
                    <a:pt x="1074" y="6"/>
                    <a:pt x="1074" y="6"/>
                    <a:pt x="1074" y="6"/>
                  </a:cubicBezTo>
                  <a:cubicBezTo>
                    <a:pt x="1072" y="6"/>
                    <a:pt x="1070" y="7"/>
                    <a:pt x="1067" y="8"/>
                  </a:cubicBezTo>
                  <a:cubicBezTo>
                    <a:pt x="1065" y="9"/>
                    <a:pt x="1063" y="11"/>
                    <a:pt x="1062" y="11"/>
                  </a:cubicBezTo>
                  <a:cubicBezTo>
                    <a:pt x="1062" y="11"/>
                    <a:pt x="1062" y="11"/>
                    <a:pt x="1062" y="11"/>
                  </a:cubicBezTo>
                  <a:cubicBezTo>
                    <a:pt x="1058" y="13"/>
                    <a:pt x="1055" y="15"/>
                    <a:pt x="1051" y="18"/>
                  </a:cubicBezTo>
                  <a:cubicBezTo>
                    <a:pt x="1051" y="18"/>
                    <a:pt x="1050" y="19"/>
                    <a:pt x="1049" y="19"/>
                  </a:cubicBezTo>
                  <a:cubicBezTo>
                    <a:pt x="1048" y="21"/>
                    <a:pt x="1047" y="22"/>
                    <a:pt x="1046" y="23"/>
                  </a:cubicBezTo>
                  <a:cubicBezTo>
                    <a:pt x="1046" y="23"/>
                    <a:pt x="1045" y="23"/>
                    <a:pt x="1045" y="24"/>
                  </a:cubicBezTo>
                  <a:cubicBezTo>
                    <a:pt x="1045" y="24"/>
                    <a:pt x="1045" y="24"/>
                    <a:pt x="1045" y="24"/>
                  </a:cubicBezTo>
                  <a:cubicBezTo>
                    <a:pt x="1044" y="24"/>
                    <a:pt x="1044" y="24"/>
                    <a:pt x="1044" y="24"/>
                  </a:cubicBezTo>
                  <a:cubicBezTo>
                    <a:pt x="1044" y="24"/>
                    <a:pt x="1044" y="24"/>
                    <a:pt x="1044" y="24"/>
                  </a:cubicBezTo>
                  <a:cubicBezTo>
                    <a:pt x="1044" y="24"/>
                    <a:pt x="1044" y="24"/>
                    <a:pt x="1044" y="24"/>
                  </a:cubicBezTo>
                  <a:cubicBezTo>
                    <a:pt x="1044" y="24"/>
                    <a:pt x="1043" y="24"/>
                    <a:pt x="1042" y="23"/>
                  </a:cubicBezTo>
                  <a:cubicBezTo>
                    <a:pt x="1040" y="23"/>
                    <a:pt x="1038" y="21"/>
                    <a:pt x="1036" y="20"/>
                  </a:cubicBezTo>
                  <a:cubicBezTo>
                    <a:pt x="1034" y="19"/>
                    <a:pt x="1032" y="17"/>
                    <a:pt x="1031" y="16"/>
                  </a:cubicBezTo>
                  <a:cubicBezTo>
                    <a:pt x="1025" y="13"/>
                    <a:pt x="1020" y="12"/>
                    <a:pt x="1015" y="8"/>
                  </a:cubicBezTo>
                  <a:cubicBezTo>
                    <a:pt x="1014" y="8"/>
                    <a:pt x="1013" y="7"/>
                    <a:pt x="1012" y="7"/>
                  </a:cubicBezTo>
                  <a:cubicBezTo>
                    <a:pt x="1012" y="6"/>
                    <a:pt x="1011" y="6"/>
                    <a:pt x="1010" y="6"/>
                  </a:cubicBezTo>
                  <a:cubicBezTo>
                    <a:pt x="1008" y="6"/>
                    <a:pt x="1007" y="6"/>
                    <a:pt x="1006" y="7"/>
                  </a:cubicBezTo>
                  <a:cubicBezTo>
                    <a:pt x="1003" y="8"/>
                    <a:pt x="1000" y="10"/>
                    <a:pt x="997" y="12"/>
                  </a:cubicBezTo>
                  <a:cubicBezTo>
                    <a:pt x="992" y="16"/>
                    <a:pt x="987" y="19"/>
                    <a:pt x="981" y="23"/>
                  </a:cubicBezTo>
                  <a:cubicBezTo>
                    <a:pt x="983" y="25"/>
                    <a:pt x="983" y="25"/>
                    <a:pt x="983" y="25"/>
                  </a:cubicBezTo>
                  <a:cubicBezTo>
                    <a:pt x="984" y="24"/>
                    <a:pt x="984" y="24"/>
                    <a:pt x="984" y="24"/>
                  </a:cubicBezTo>
                  <a:cubicBezTo>
                    <a:pt x="978" y="16"/>
                    <a:pt x="967" y="11"/>
                    <a:pt x="959" y="8"/>
                  </a:cubicBezTo>
                  <a:cubicBezTo>
                    <a:pt x="957" y="7"/>
                    <a:pt x="955" y="6"/>
                    <a:pt x="953" y="6"/>
                  </a:cubicBezTo>
                  <a:cubicBezTo>
                    <a:pt x="950" y="6"/>
                    <a:pt x="948" y="7"/>
                    <a:pt x="946" y="9"/>
                  </a:cubicBezTo>
                  <a:cubicBezTo>
                    <a:pt x="944" y="10"/>
                    <a:pt x="943" y="11"/>
                    <a:pt x="940" y="13"/>
                  </a:cubicBezTo>
                  <a:cubicBezTo>
                    <a:pt x="937" y="15"/>
                    <a:pt x="934" y="17"/>
                    <a:pt x="931" y="19"/>
                  </a:cubicBezTo>
                  <a:cubicBezTo>
                    <a:pt x="928" y="21"/>
                    <a:pt x="925" y="22"/>
                    <a:pt x="923" y="22"/>
                  </a:cubicBezTo>
                  <a:cubicBezTo>
                    <a:pt x="922" y="22"/>
                    <a:pt x="921" y="22"/>
                    <a:pt x="920" y="21"/>
                  </a:cubicBezTo>
                  <a:cubicBezTo>
                    <a:pt x="916" y="20"/>
                    <a:pt x="912" y="17"/>
                    <a:pt x="907" y="14"/>
                  </a:cubicBezTo>
                  <a:cubicBezTo>
                    <a:pt x="902" y="11"/>
                    <a:pt x="898" y="9"/>
                    <a:pt x="892" y="9"/>
                  </a:cubicBezTo>
                  <a:cubicBezTo>
                    <a:pt x="890" y="9"/>
                    <a:pt x="887" y="9"/>
                    <a:pt x="884" y="11"/>
                  </a:cubicBezTo>
                  <a:cubicBezTo>
                    <a:pt x="879" y="14"/>
                    <a:pt x="874" y="15"/>
                    <a:pt x="868" y="17"/>
                  </a:cubicBezTo>
                  <a:cubicBezTo>
                    <a:pt x="866" y="18"/>
                    <a:pt x="863" y="20"/>
                    <a:pt x="861" y="21"/>
                  </a:cubicBezTo>
                  <a:cubicBezTo>
                    <a:pt x="859" y="22"/>
                    <a:pt x="857" y="23"/>
                    <a:pt x="856" y="23"/>
                  </a:cubicBezTo>
                  <a:cubicBezTo>
                    <a:pt x="856" y="23"/>
                    <a:pt x="856" y="23"/>
                    <a:pt x="856" y="23"/>
                  </a:cubicBezTo>
                  <a:cubicBezTo>
                    <a:pt x="856" y="23"/>
                    <a:pt x="856" y="23"/>
                    <a:pt x="856" y="23"/>
                  </a:cubicBezTo>
                  <a:cubicBezTo>
                    <a:pt x="853" y="23"/>
                    <a:pt x="850" y="21"/>
                    <a:pt x="847" y="19"/>
                  </a:cubicBezTo>
                  <a:cubicBezTo>
                    <a:pt x="844" y="17"/>
                    <a:pt x="841" y="14"/>
                    <a:pt x="837" y="12"/>
                  </a:cubicBezTo>
                  <a:cubicBezTo>
                    <a:pt x="834" y="11"/>
                    <a:pt x="830" y="9"/>
                    <a:pt x="825" y="8"/>
                  </a:cubicBezTo>
                  <a:cubicBezTo>
                    <a:pt x="824" y="8"/>
                    <a:pt x="823" y="9"/>
                    <a:pt x="821" y="9"/>
                  </a:cubicBezTo>
                  <a:cubicBezTo>
                    <a:pt x="819" y="10"/>
                    <a:pt x="816" y="12"/>
                    <a:pt x="814" y="14"/>
                  </a:cubicBezTo>
                  <a:cubicBezTo>
                    <a:pt x="812" y="16"/>
                    <a:pt x="811" y="17"/>
                    <a:pt x="809" y="18"/>
                  </a:cubicBezTo>
                  <a:cubicBezTo>
                    <a:pt x="808" y="18"/>
                    <a:pt x="808" y="18"/>
                    <a:pt x="807" y="18"/>
                  </a:cubicBezTo>
                  <a:cubicBezTo>
                    <a:pt x="806" y="18"/>
                    <a:pt x="806" y="18"/>
                    <a:pt x="805" y="17"/>
                  </a:cubicBezTo>
                  <a:cubicBezTo>
                    <a:pt x="804" y="16"/>
                    <a:pt x="803" y="15"/>
                    <a:pt x="801" y="14"/>
                  </a:cubicBezTo>
                  <a:cubicBezTo>
                    <a:pt x="798" y="13"/>
                    <a:pt x="793" y="11"/>
                    <a:pt x="789" y="9"/>
                  </a:cubicBezTo>
                  <a:cubicBezTo>
                    <a:pt x="784" y="7"/>
                    <a:pt x="780" y="6"/>
                    <a:pt x="776" y="6"/>
                  </a:cubicBezTo>
                  <a:cubicBezTo>
                    <a:pt x="774" y="6"/>
                    <a:pt x="773" y="6"/>
                    <a:pt x="772" y="7"/>
                  </a:cubicBezTo>
                  <a:cubicBezTo>
                    <a:pt x="762" y="9"/>
                    <a:pt x="753" y="15"/>
                    <a:pt x="745" y="19"/>
                  </a:cubicBezTo>
                  <a:cubicBezTo>
                    <a:pt x="742" y="20"/>
                    <a:pt x="740" y="21"/>
                    <a:pt x="738" y="22"/>
                  </a:cubicBezTo>
                  <a:cubicBezTo>
                    <a:pt x="736" y="23"/>
                    <a:pt x="735" y="23"/>
                    <a:pt x="734" y="23"/>
                  </a:cubicBezTo>
                  <a:cubicBezTo>
                    <a:pt x="733" y="23"/>
                    <a:pt x="731" y="23"/>
                    <a:pt x="729" y="22"/>
                  </a:cubicBezTo>
                  <a:cubicBezTo>
                    <a:pt x="725" y="19"/>
                    <a:pt x="720" y="17"/>
                    <a:pt x="716" y="14"/>
                  </a:cubicBezTo>
                  <a:cubicBezTo>
                    <a:pt x="716" y="14"/>
                    <a:pt x="716" y="14"/>
                    <a:pt x="716" y="14"/>
                  </a:cubicBezTo>
                  <a:cubicBezTo>
                    <a:pt x="715" y="13"/>
                    <a:pt x="713" y="12"/>
                    <a:pt x="712" y="10"/>
                  </a:cubicBezTo>
                  <a:cubicBezTo>
                    <a:pt x="711" y="9"/>
                    <a:pt x="710" y="8"/>
                    <a:pt x="709" y="8"/>
                  </a:cubicBezTo>
                  <a:cubicBezTo>
                    <a:pt x="708" y="7"/>
                    <a:pt x="706" y="7"/>
                    <a:pt x="705" y="7"/>
                  </a:cubicBezTo>
                  <a:cubicBezTo>
                    <a:pt x="705" y="7"/>
                    <a:pt x="705" y="7"/>
                    <a:pt x="705" y="7"/>
                  </a:cubicBezTo>
                  <a:cubicBezTo>
                    <a:pt x="705" y="7"/>
                    <a:pt x="705" y="7"/>
                    <a:pt x="705" y="7"/>
                  </a:cubicBezTo>
                  <a:cubicBezTo>
                    <a:pt x="705" y="7"/>
                    <a:pt x="705" y="7"/>
                    <a:pt x="705" y="7"/>
                  </a:cubicBezTo>
                  <a:cubicBezTo>
                    <a:pt x="702" y="7"/>
                    <a:pt x="700" y="8"/>
                    <a:pt x="697" y="9"/>
                  </a:cubicBezTo>
                  <a:cubicBezTo>
                    <a:pt x="695" y="10"/>
                    <a:pt x="693" y="11"/>
                    <a:pt x="691" y="12"/>
                  </a:cubicBezTo>
                  <a:cubicBezTo>
                    <a:pt x="691" y="12"/>
                    <a:pt x="691" y="12"/>
                    <a:pt x="691" y="12"/>
                  </a:cubicBezTo>
                  <a:cubicBezTo>
                    <a:pt x="689" y="13"/>
                    <a:pt x="686" y="15"/>
                    <a:pt x="683" y="16"/>
                  </a:cubicBezTo>
                  <a:cubicBezTo>
                    <a:pt x="680" y="17"/>
                    <a:pt x="677" y="18"/>
                    <a:pt x="675" y="18"/>
                  </a:cubicBezTo>
                  <a:cubicBezTo>
                    <a:pt x="674" y="18"/>
                    <a:pt x="674" y="18"/>
                    <a:pt x="674" y="18"/>
                  </a:cubicBezTo>
                  <a:cubicBezTo>
                    <a:pt x="672" y="18"/>
                    <a:pt x="670" y="17"/>
                    <a:pt x="668" y="16"/>
                  </a:cubicBezTo>
                  <a:cubicBezTo>
                    <a:pt x="664" y="14"/>
                    <a:pt x="660" y="11"/>
                    <a:pt x="657" y="8"/>
                  </a:cubicBezTo>
                  <a:cubicBezTo>
                    <a:pt x="653" y="6"/>
                    <a:pt x="649" y="4"/>
                    <a:pt x="644" y="4"/>
                  </a:cubicBezTo>
                  <a:cubicBezTo>
                    <a:pt x="643" y="4"/>
                    <a:pt x="641" y="4"/>
                    <a:pt x="640" y="5"/>
                  </a:cubicBezTo>
                  <a:cubicBezTo>
                    <a:pt x="636" y="6"/>
                    <a:pt x="631" y="10"/>
                    <a:pt x="627" y="13"/>
                  </a:cubicBezTo>
                  <a:cubicBezTo>
                    <a:pt x="623" y="16"/>
                    <a:pt x="619" y="18"/>
                    <a:pt x="616" y="18"/>
                  </a:cubicBezTo>
                  <a:cubicBezTo>
                    <a:pt x="616" y="18"/>
                    <a:pt x="615" y="18"/>
                    <a:pt x="615" y="18"/>
                  </a:cubicBezTo>
                  <a:cubicBezTo>
                    <a:pt x="615" y="18"/>
                    <a:pt x="615" y="18"/>
                    <a:pt x="615" y="18"/>
                  </a:cubicBezTo>
                  <a:cubicBezTo>
                    <a:pt x="615" y="18"/>
                    <a:pt x="615" y="18"/>
                    <a:pt x="615" y="18"/>
                  </a:cubicBezTo>
                  <a:cubicBezTo>
                    <a:pt x="613" y="18"/>
                    <a:pt x="612" y="17"/>
                    <a:pt x="610" y="16"/>
                  </a:cubicBezTo>
                  <a:cubicBezTo>
                    <a:pt x="608" y="15"/>
                    <a:pt x="606" y="14"/>
                    <a:pt x="604" y="13"/>
                  </a:cubicBezTo>
                  <a:cubicBezTo>
                    <a:pt x="598" y="10"/>
                    <a:pt x="592" y="10"/>
                    <a:pt x="587" y="7"/>
                  </a:cubicBezTo>
                  <a:cubicBezTo>
                    <a:pt x="587" y="7"/>
                    <a:pt x="587" y="7"/>
                    <a:pt x="587" y="7"/>
                  </a:cubicBezTo>
                  <a:cubicBezTo>
                    <a:pt x="586" y="7"/>
                    <a:pt x="585" y="6"/>
                    <a:pt x="584" y="6"/>
                  </a:cubicBezTo>
                  <a:cubicBezTo>
                    <a:pt x="583" y="5"/>
                    <a:pt x="581" y="4"/>
                    <a:pt x="579" y="4"/>
                  </a:cubicBezTo>
                  <a:cubicBezTo>
                    <a:pt x="579" y="4"/>
                    <a:pt x="579" y="4"/>
                    <a:pt x="579" y="4"/>
                  </a:cubicBezTo>
                  <a:cubicBezTo>
                    <a:pt x="579" y="4"/>
                    <a:pt x="579" y="4"/>
                    <a:pt x="579" y="4"/>
                  </a:cubicBezTo>
                  <a:cubicBezTo>
                    <a:pt x="579" y="4"/>
                    <a:pt x="579" y="4"/>
                    <a:pt x="579" y="4"/>
                  </a:cubicBezTo>
                  <a:cubicBezTo>
                    <a:pt x="578" y="4"/>
                    <a:pt x="577" y="5"/>
                    <a:pt x="576" y="5"/>
                  </a:cubicBezTo>
                  <a:cubicBezTo>
                    <a:pt x="575" y="6"/>
                    <a:pt x="573" y="7"/>
                    <a:pt x="572" y="8"/>
                  </a:cubicBezTo>
                  <a:cubicBezTo>
                    <a:pt x="571" y="9"/>
                    <a:pt x="570" y="9"/>
                    <a:pt x="569" y="10"/>
                  </a:cubicBezTo>
                  <a:cubicBezTo>
                    <a:pt x="563" y="13"/>
                    <a:pt x="557" y="16"/>
                    <a:pt x="551" y="19"/>
                  </a:cubicBezTo>
                  <a:cubicBezTo>
                    <a:pt x="549" y="20"/>
                    <a:pt x="548" y="21"/>
                    <a:pt x="547" y="21"/>
                  </a:cubicBezTo>
                  <a:cubicBezTo>
                    <a:pt x="546" y="21"/>
                    <a:pt x="545" y="20"/>
                    <a:pt x="543" y="19"/>
                  </a:cubicBezTo>
                  <a:cubicBezTo>
                    <a:pt x="541" y="18"/>
                    <a:pt x="540" y="16"/>
                    <a:pt x="537" y="15"/>
                  </a:cubicBezTo>
                  <a:cubicBezTo>
                    <a:pt x="536" y="14"/>
                    <a:pt x="535" y="13"/>
                    <a:pt x="534" y="12"/>
                  </a:cubicBezTo>
                  <a:cubicBezTo>
                    <a:pt x="531" y="10"/>
                    <a:pt x="529" y="7"/>
                    <a:pt x="526" y="6"/>
                  </a:cubicBezTo>
                  <a:cubicBezTo>
                    <a:pt x="525" y="5"/>
                    <a:pt x="524" y="4"/>
                    <a:pt x="522" y="3"/>
                  </a:cubicBezTo>
                  <a:cubicBezTo>
                    <a:pt x="521" y="2"/>
                    <a:pt x="520" y="2"/>
                    <a:pt x="518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6" y="2"/>
                    <a:pt x="516" y="3"/>
                    <a:pt x="515" y="3"/>
                  </a:cubicBezTo>
                  <a:cubicBezTo>
                    <a:pt x="513" y="4"/>
                    <a:pt x="512" y="6"/>
                    <a:pt x="511" y="7"/>
                  </a:cubicBezTo>
                  <a:cubicBezTo>
                    <a:pt x="510" y="8"/>
                    <a:pt x="509" y="9"/>
                    <a:pt x="508" y="9"/>
                  </a:cubicBezTo>
                  <a:cubicBezTo>
                    <a:pt x="508" y="9"/>
                    <a:pt x="508" y="9"/>
                    <a:pt x="508" y="9"/>
                  </a:cubicBezTo>
                  <a:cubicBezTo>
                    <a:pt x="508" y="9"/>
                    <a:pt x="508" y="9"/>
                    <a:pt x="508" y="9"/>
                  </a:cubicBezTo>
                  <a:cubicBezTo>
                    <a:pt x="505" y="11"/>
                    <a:pt x="502" y="14"/>
                    <a:pt x="499" y="17"/>
                  </a:cubicBezTo>
                  <a:cubicBezTo>
                    <a:pt x="496" y="19"/>
                    <a:pt x="493" y="21"/>
                    <a:pt x="491" y="22"/>
                  </a:cubicBezTo>
                  <a:cubicBezTo>
                    <a:pt x="491" y="22"/>
                    <a:pt x="491" y="22"/>
                    <a:pt x="491" y="22"/>
                  </a:cubicBezTo>
                  <a:cubicBezTo>
                    <a:pt x="491" y="22"/>
                    <a:pt x="491" y="22"/>
                    <a:pt x="491" y="22"/>
                  </a:cubicBezTo>
                  <a:cubicBezTo>
                    <a:pt x="490" y="22"/>
                    <a:pt x="490" y="22"/>
                    <a:pt x="490" y="22"/>
                  </a:cubicBezTo>
                  <a:cubicBezTo>
                    <a:pt x="489" y="22"/>
                    <a:pt x="486" y="21"/>
                    <a:pt x="483" y="20"/>
                  </a:cubicBezTo>
                  <a:cubicBezTo>
                    <a:pt x="481" y="19"/>
                    <a:pt x="478" y="17"/>
                    <a:pt x="475" y="17"/>
                  </a:cubicBezTo>
                  <a:cubicBezTo>
                    <a:pt x="469" y="15"/>
                    <a:pt x="464" y="14"/>
                    <a:pt x="459" y="12"/>
                  </a:cubicBezTo>
                  <a:cubicBezTo>
                    <a:pt x="456" y="10"/>
                    <a:pt x="453" y="10"/>
                    <a:pt x="451" y="10"/>
                  </a:cubicBezTo>
                  <a:cubicBezTo>
                    <a:pt x="448" y="10"/>
                    <a:pt x="446" y="10"/>
                    <a:pt x="444" y="11"/>
                  </a:cubicBezTo>
                  <a:cubicBezTo>
                    <a:pt x="442" y="12"/>
                    <a:pt x="440" y="12"/>
                    <a:pt x="437" y="13"/>
                  </a:cubicBezTo>
                  <a:cubicBezTo>
                    <a:pt x="437" y="13"/>
                    <a:pt x="437" y="13"/>
                    <a:pt x="437" y="13"/>
                  </a:cubicBezTo>
                  <a:cubicBezTo>
                    <a:pt x="437" y="13"/>
                    <a:pt x="437" y="13"/>
                    <a:pt x="437" y="13"/>
                  </a:cubicBezTo>
                  <a:cubicBezTo>
                    <a:pt x="435" y="14"/>
                    <a:pt x="432" y="15"/>
                    <a:pt x="430" y="16"/>
                  </a:cubicBezTo>
                  <a:cubicBezTo>
                    <a:pt x="430" y="16"/>
                    <a:pt x="430" y="16"/>
                    <a:pt x="430" y="16"/>
                  </a:cubicBezTo>
                  <a:cubicBezTo>
                    <a:pt x="430" y="16"/>
                    <a:pt x="430" y="16"/>
                    <a:pt x="430" y="16"/>
                  </a:cubicBezTo>
                  <a:cubicBezTo>
                    <a:pt x="428" y="16"/>
                    <a:pt x="426" y="17"/>
                    <a:pt x="425" y="18"/>
                  </a:cubicBezTo>
                  <a:cubicBezTo>
                    <a:pt x="424" y="19"/>
                    <a:pt x="422" y="20"/>
                    <a:pt x="421" y="20"/>
                  </a:cubicBezTo>
                  <a:cubicBezTo>
                    <a:pt x="421" y="20"/>
                    <a:pt x="421" y="20"/>
                    <a:pt x="421" y="20"/>
                  </a:cubicBezTo>
                  <a:cubicBezTo>
                    <a:pt x="421" y="20"/>
                    <a:pt x="421" y="20"/>
                    <a:pt x="421" y="20"/>
                  </a:cubicBezTo>
                  <a:cubicBezTo>
                    <a:pt x="420" y="20"/>
                    <a:pt x="419" y="19"/>
                    <a:pt x="417" y="19"/>
                  </a:cubicBezTo>
                  <a:cubicBezTo>
                    <a:pt x="416" y="18"/>
                    <a:pt x="414" y="17"/>
                    <a:pt x="413" y="16"/>
                  </a:cubicBezTo>
                  <a:cubicBezTo>
                    <a:pt x="408" y="13"/>
                    <a:pt x="402" y="9"/>
                    <a:pt x="396" y="5"/>
                  </a:cubicBezTo>
                  <a:cubicBezTo>
                    <a:pt x="394" y="4"/>
                    <a:pt x="392" y="4"/>
                    <a:pt x="390" y="4"/>
                  </a:cubicBezTo>
                  <a:cubicBezTo>
                    <a:pt x="387" y="4"/>
                    <a:pt x="384" y="5"/>
                    <a:pt x="380" y="7"/>
                  </a:cubicBezTo>
                  <a:cubicBezTo>
                    <a:pt x="375" y="10"/>
                    <a:pt x="370" y="15"/>
                    <a:pt x="365" y="16"/>
                  </a:cubicBezTo>
                  <a:cubicBezTo>
                    <a:pt x="364" y="17"/>
                    <a:pt x="363" y="17"/>
                    <a:pt x="361" y="17"/>
                  </a:cubicBezTo>
                  <a:cubicBezTo>
                    <a:pt x="359" y="17"/>
                    <a:pt x="357" y="16"/>
                    <a:pt x="355" y="15"/>
                  </a:cubicBezTo>
                  <a:cubicBezTo>
                    <a:pt x="352" y="14"/>
                    <a:pt x="349" y="11"/>
                    <a:pt x="345" y="8"/>
                  </a:cubicBezTo>
                  <a:cubicBezTo>
                    <a:pt x="342" y="5"/>
                    <a:pt x="339" y="3"/>
                    <a:pt x="334" y="2"/>
                  </a:cubicBezTo>
                  <a:cubicBezTo>
                    <a:pt x="334" y="2"/>
                    <a:pt x="334" y="2"/>
                    <a:pt x="334" y="2"/>
                  </a:cubicBezTo>
                  <a:cubicBezTo>
                    <a:pt x="334" y="2"/>
                    <a:pt x="333" y="2"/>
                    <a:pt x="333" y="2"/>
                  </a:cubicBezTo>
                  <a:cubicBezTo>
                    <a:pt x="331" y="2"/>
                    <a:pt x="329" y="3"/>
                    <a:pt x="327" y="4"/>
                  </a:cubicBezTo>
                  <a:cubicBezTo>
                    <a:pt x="324" y="5"/>
                    <a:pt x="321" y="8"/>
                    <a:pt x="318" y="10"/>
                  </a:cubicBezTo>
                  <a:cubicBezTo>
                    <a:pt x="315" y="12"/>
                    <a:pt x="313" y="14"/>
                    <a:pt x="311" y="15"/>
                  </a:cubicBezTo>
                  <a:cubicBezTo>
                    <a:pt x="310" y="15"/>
                    <a:pt x="309" y="15"/>
                    <a:pt x="308" y="15"/>
                  </a:cubicBezTo>
                  <a:cubicBezTo>
                    <a:pt x="307" y="15"/>
                    <a:pt x="306" y="15"/>
                    <a:pt x="305" y="14"/>
                  </a:cubicBezTo>
                  <a:cubicBezTo>
                    <a:pt x="303" y="13"/>
                    <a:pt x="302" y="13"/>
                    <a:pt x="300" y="12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98" y="11"/>
                    <a:pt x="296" y="9"/>
                    <a:pt x="294" y="7"/>
                  </a:cubicBezTo>
                  <a:cubicBezTo>
                    <a:pt x="291" y="6"/>
                    <a:pt x="289" y="4"/>
                    <a:pt x="286" y="3"/>
                  </a:cubicBezTo>
                  <a:cubicBezTo>
                    <a:pt x="286" y="3"/>
                    <a:pt x="286" y="3"/>
                    <a:pt x="286" y="3"/>
                  </a:cubicBezTo>
                  <a:cubicBezTo>
                    <a:pt x="284" y="2"/>
                    <a:pt x="283" y="2"/>
                    <a:pt x="281" y="2"/>
                  </a:cubicBezTo>
                  <a:cubicBezTo>
                    <a:pt x="275" y="2"/>
                    <a:pt x="270" y="5"/>
                    <a:pt x="265" y="8"/>
                  </a:cubicBezTo>
                  <a:cubicBezTo>
                    <a:pt x="260" y="11"/>
                    <a:pt x="255" y="14"/>
                    <a:pt x="251" y="16"/>
                  </a:cubicBezTo>
                  <a:cubicBezTo>
                    <a:pt x="247" y="17"/>
                    <a:pt x="245" y="18"/>
                    <a:pt x="243" y="18"/>
                  </a:cubicBezTo>
                  <a:cubicBezTo>
                    <a:pt x="241" y="18"/>
                    <a:pt x="238" y="17"/>
                    <a:pt x="235" y="15"/>
                  </a:cubicBezTo>
                  <a:cubicBezTo>
                    <a:pt x="235" y="15"/>
                    <a:pt x="235" y="15"/>
                    <a:pt x="235" y="15"/>
                  </a:cubicBezTo>
                  <a:cubicBezTo>
                    <a:pt x="232" y="14"/>
                    <a:pt x="229" y="12"/>
                    <a:pt x="225" y="10"/>
                  </a:cubicBezTo>
                  <a:cubicBezTo>
                    <a:pt x="221" y="8"/>
                    <a:pt x="217" y="6"/>
                    <a:pt x="213" y="6"/>
                  </a:cubicBezTo>
                  <a:cubicBezTo>
                    <a:pt x="212" y="6"/>
                    <a:pt x="212" y="6"/>
                    <a:pt x="212" y="6"/>
                  </a:cubicBezTo>
                  <a:cubicBezTo>
                    <a:pt x="212" y="6"/>
                    <a:pt x="212" y="6"/>
                    <a:pt x="212" y="6"/>
                  </a:cubicBezTo>
                  <a:cubicBezTo>
                    <a:pt x="212" y="6"/>
                    <a:pt x="212" y="6"/>
                    <a:pt x="212" y="6"/>
                  </a:cubicBezTo>
                  <a:cubicBezTo>
                    <a:pt x="210" y="7"/>
                    <a:pt x="208" y="8"/>
                    <a:pt x="206" y="9"/>
                  </a:cubicBezTo>
                  <a:cubicBezTo>
                    <a:pt x="204" y="10"/>
                    <a:pt x="202" y="12"/>
                    <a:pt x="201" y="12"/>
                  </a:cubicBezTo>
                  <a:cubicBezTo>
                    <a:pt x="201" y="12"/>
                    <a:pt x="201" y="12"/>
                    <a:pt x="201" y="12"/>
                  </a:cubicBezTo>
                  <a:cubicBezTo>
                    <a:pt x="195" y="15"/>
                    <a:pt x="188" y="17"/>
                    <a:pt x="182" y="18"/>
                  </a:cubicBezTo>
                  <a:cubicBezTo>
                    <a:pt x="181" y="19"/>
                    <a:pt x="179" y="19"/>
                    <a:pt x="178" y="19"/>
                  </a:cubicBezTo>
                  <a:cubicBezTo>
                    <a:pt x="176" y="19"/>
                    <a:pt x="173" y="18"/>
                    <a:pt x="170" y="17"/>
                  </a:cubicBezTo>
                  <a:cubicBezTo>
                    <a:pt x="170" y="17"/>
                    <a:pt x="170" y="17"/>
                    <a:pt x="170" y="17"/>
                  </a:cubicBezTo>
                  <a:cubicBezTo>
                    <a:pt x="166" y="15"/>
                    <a:pt x="161" y="14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3" y="12"/>
                    <a:pt x="150" y="10"/>
                    <a:pt x="146" y="10"/>
                  </a:cubicBezTo>
                  <a:cubicBezTo>
                    <a:pt x="144" y="10"/>
                    <a:pt x="141" y="11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0" y="16"/>
                    <a:pt x="124" y="19"/>
                    <a:pt x="117" y="22"/>
                  </a:cubicBezTo>
                  <a:cubicBezTo>
                    <a:pt x="117" y="22"/>
                    <a:pt x="117" y="22"/>
                    <a:pt x="117" y="22"/>
                  </a:cubicBezTo>
                  <a:cubicBezTo>
                    <a:pt x="112" y="24"/>
                    <a:pt x="108" y="25"/>
                    <a:pt x="103" y="25"/>
                  </a:cubicBezTo>
                  <a:cubicBezTo>
                    <a:pt x="98" y="25"/>
                    <a:pt x="93" y="24"/>
                    <a:pt x="88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6" y="20"/>
                    <a:pt x="85" y="19"/>
                    <a:pt x="84" y="18"/>
                  </a:cubicBezTo>
                  <a:cubicBezTo>
                    <a:pt x="82" y="18"/>
                    <a:pt x="80" y="17"/>
                    <a:pt x="79" y="17"/>
                  </a:cubicBezTo>
                  <a:cubicBezTo>
                    <a:pt x="77" y="17"/>
                    <a:pt x="75" y="18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69" y="21"/>
                    <a:pt x="65" y="25"/>
                    <a:pt x="61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59" y="27"/>
                    <a:pt x="57" y="28"/>
                    <a:pt x="56" y="28"/>
                  </a:cubicBezTo>
                  <a:cubicBezTo>
                    <a:pt x="53" y="28"/>
                    <a:pt x="50" y="26"/>
                    <a:pt x="46" y="24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3" y="23"/>
                    <a:pt x="39" y="21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19"/>
                    <a:pt x="34" y="19"/>
                    <a:pt x="33" y="18"/>
                  </a:cubicBezTo>
                  <a:cubicBezTo>
                    <a:pt x="32" y="17"/>
                    <a:pt x="31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6" y="16"/>
                    <a:pt x="24" y="17"/>
                    <a:pt x="22" y="18"/>
                  </a:cubicBezTo>
                  <a:cubicBezTo>
                    <a:pt x="20" y="19"/>
                    <a:pt x="18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21"/>
                    <a:pt x="15" y="21"/>
                    <a:pt x="13" y="21"/>
                  </a:cubicBezTo>
                  <a:cubicBezTo>
                    <a:pt x="12" y="22"/>
                    <a:pt x="9" y="22"/>
                    <a:pt x="7" y="23"/>
                  </a:cubicBezTo>
                  <a:cubicBezTo>
                    <a:pt x="6" y="24"/>
                    <a:pt x="5" y="24"/>
                    <a:pt x="4" y="24"/>
                  </a:cubicBezTo>
                  <a:cubicBezTo>
                    <a:pt x="3" y="25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30"/>
                    <a:pt x="4" y="30"/>
                    <a:pt x="4" y="30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8" name="Freeform 788">
              <a:extLst>
                <a:ext uri="{FF2B5EF4-FFF2-40B4-BE49-F238E27FC236}">
                  <a16:creationId xmlns:a16="http://schemas.microsoft.com/office/drawing/2014/main" id="{F47E2564-0F6A-4AD8-BB4C-9FE5EC307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893"/>
              <a:ext cx="250" cy="53"/>
            </a:xfrm>
            <a:custGeom>
              <a:avLst/>
              <a:gdLst>
                <a:gd name="T0" fmla="*/ 0 w 100"/>
                <a:gd name="T1" fmla="*/ 50 h 21"/>
                <a:gd name="T2" fmla="*/ 63 w 100"/>
                <a:gd name="T3" fmla="*/ 96 h 21"/>
                <a:gd name="T4" fmla="*/ 175 w 100"/>
                <a:gd name="T5" fmla="*/ 192 h 21"/>
                <a:gd name="T6" fmla="*/ 238 w 100"/>
                <a:gd name="T7" fmla="*/ 222 h 21"/>
                <a:gd name="T8" fmla="*/ 300 w 100"/>
                <a:gd name="T9" fmla="*/ 222 h 21"/>
                <a:gd name="T10" fmla="*/ 300 w 100"/>
                <a:gd name="T11" fmla="*/ 222 h 21"/>
                <a:gd name="T12" fmla="*/ 300 w 100"/>
                <a:gd name="T13" fmla="*/ 192 h 21"/>
                <a:gd name="T14" fmla="*/ 270 w 100"/>
                <a:gd name="T15" fmla="*/ 209 h 21"/>
                <a:gd name="T16" fmla="*/ 333 w 100"/>
                <a:gd name="T17" fmla="*/ 288 h 21"/>
                <a:gd name="T18" fmla="*/ 408 w 100"/>
                <a:gd name="T19" fmla="*/ 318 h 21"/>
                <a:gd name="T20" fmla="*/ 520 w 100"/>
                <a:gd name="T21" fmla="*/ 275 h 21"/>
                <a:gd name="T22" fmla="*/ 688 w 100"/>
                <a:gd name="T23" fmla="*/ 159 h 21"/>
                <a:gd name="T24" fmla="*/ 845 w 100"/>
                <a:gd name="T25" fmla="*/ 96 h 21"/>
                <a:gd name="T26" fmla="*/ 895 w 100"/>
                <a:gd name="T27" fmla="*/ 114 h 21"/>
                <a:gd name="T28" fmla="*/ 895 w 100"/>
                <a:gd name="T29" fmla="*/ 114 h 21"/>
                <a:gd name="T30" fmla="*/ 895 w 100"/>
                <a:gd name="T31" fmla="*/ 114 h 21"/>
                <a:gd name="T32" fmla="*/ 1033 w 100"/>
                <a:gd name="T33" fmla="*/ 242 h 21"/>
                <a:gd name="T34" fmla="*/ 1125 w 100"/>
                <a:gd name="T35" fmla="*/ 305 h 21"/>
                <a:gd name="T36" fmla="*/ 1220 w 100"/>
                <a:gd name="T37" fmla="*/ 338 h 21"/>
                <a:gd name="T38" fmla="*/ 1238 w 100"/>
                <a:gd name="T39" fmla="*/ 338 h 21"/>
                <a:gd name="T40" fmla="*/ 1300 w 100"/>
                <a:gd name="T41" fmla="*/ 305 h 21"/>
                <a:gd name="T42" fmla="*/ 1363 w 100"/>
                <a:gd name="T43" fmla="*/ 242 h 21"/>
                <a:gd name="T44" fmla="*/ 1425 w 100"/>
                <a:gd name="T45" fmla="*/ 192 h 21"/>
                <a:gd name="T46" fmla="*/ 1425 w 100"/>
                <a:gd name="T47" fmla="*/ 192 h 21"/>
                <a:gd name="T48" fmla="*/ 1425 w 100"/>
                <a:gd name="T49" fmla="*/ 192 h 21"/>
                <a:gd name="T50" fmla="*/ 1563 w 100"/>
                <a:gd name="T51" fmla="*/ 63 h 21"/>
                <a:gd name="T52" fmla="*/ 1520 w 100"/>
                <a:gd name="T53" fmla="*/ 20 h 21"/>
                <a:gd name="T54" fmla="*/ 1375 w 100"/>
                <a:gd name="T55" fmla="*/ 126 h 21"/>
                <a:gd name="T56" fmla="*/ 1375 w 100"/>
                <a:gd name="T57" fmla="*/ 126 h 21"/>
                <a:gd name="T58" fmla="*/ 1300 w 100"/>
                <a:gd name="T59" fmla="*/ 209 h 21"/>
                <a:gd name="T60" fmla="*/ 1250 w 100"/>
                <a:gd name="T61" fmla="*/ 255 h 21"/>
                <a:gd name="T62" fmla="*/ 1238 w 100"/>
                <a:gd name="T63" fmla="*/ 275 h 21"/>
                <a:gd name="T64" fmla="*/ 1220 w 100"/>
                <a:gd name="T65" fmla="*/ 275 h 21"/>
                <a:gd name="T66" fmla="*/ 1158 w 100"/>
                <a:gd name="T67" fmla="*/ 242 h 21"/>
                <a:gd name="T68" fmla="*/ 1033 w 100"/>
                <a:gd name="T69" fmla="*/ 146 h 21"/>
                <a:gd name="T70" fmla="*/ 925 w 100"/>
                <a:gd name="T71" fmla="*/ 63 h 21"/>
                <a:gd name="T72" fmla="*/ 925 w 100"/>
                <a:gd name="T73" fmla="*/ 63 h 21"/>
                <a:gd name="T74" fmla="*/ 845 w 100"/>
                <a:gd name="T75" fmla="*/ 33 h 21"/>
                <a:gd name="T76" fmla="*/ 720 w 100"/>
                <a:gd name="T77" fmla="*/ 63 h 21"/>
                <a:gd name="T78" fmla="*/ 550 w 100"/>
                <a:gd name="T79" fmla="*/ 179 h 21"/>
                <a:gd name="T80" fmla="*/ 408 w 100"/>
                <a:gd name="T81" fmla="*/ 242 h 21"/>
                <a:gd name="T82" fmla="*/ 363 w 100"/>
                <a:gd name="T83" fmla="*/ 222 h 21"/>
                <a:gd name="T84" fmla="*/ 333 w 100"/>
                <a:gd name="T85" fmla="*/ 179 h 21"/>
                <a:gd name="T86" fmla="*/ 313 w 100"/>
                <a:gd name="T87" fmla="*/ 159 h 21"/>
                <a:gd name="T88" fmla="*/ 300 w 100"/>
                <a:gd name="T89" fmla="*/ 159 h 21"/>
                <a:gd name="T90" fmla="*/ 300 w 100"/>
                <a:gd name="T91" fmla="*/ 159 h 21"/>
                <a:gd name="T92" fmla="*/ 250 w 100"/>
                <a:gd name="T93" fmla="*/ 146 h 21"/>
                <a:gd name="T94" fmla="*/ 145 w 100"/>
                <a:gd name="T95" fmla="*/ 83 h 21"/>
                <a:gd name="T96" fmla="*/ 63 w 100"/>
                <a:gd name="T97" fmla="*/ 0 h 21"/>
                <a:gd name="T98" fmla="*/ 0 w 100"/>
                <a:gd name="T99" fmla="*/ 50 h 2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00" h="21">
                  <a:moveTo>
                    <a:pt x="0" y="3"/>
                  </a:moveTo>
                  <a:cubicBezTo>
                    <a:pt x="1" y="4"/>
                    <a:pt x="2" y="5"/>
                    <a:pt x="4" y="6"/>
                  </a:cubicBezTo>
                  <a:cubicBezTo>
                    <a:pt x="6" y="8"/>
                    <a:pt x="9" y="10"/>
                    <a:pt x="11" y="12"/>
                  </a:cubicBezTo>
                  <a:cubicBezTo>
                    <a:pt x="13" y="12"/>
                    <a:pt x="14" y="13"/>
                    <a:pt x="15" y="14"/>
                  </a:cubicBezTo>
                  <a:cubicBezTo>
                    <a:pt x="16" y="14"/>
                    <a:pt x="17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8" y="15"/>
                    <a:pt x="19" y="17"/>
                    <a:pt x="21" y="18"/>
                  </a:cubicBezTo>
                  <a:cubicBezTo>
                    <a:pt x="22" y="19"/>
                    <a:pt x="24" y="20"/>
                    <a:pt x="26" y="20"/>
                  </a:cubicBezTo>
                  <a:cubicBezTo>
                    <a:pt x="28" y="19"/>
                    <a:pt x="31" y="19"/>
                    <a:pt x="33" y="17"/>
                  </a:cubicBezTo>
                  <a:cubicBezTo>
                    <a:pt x="37" y="15"/>
                    <a:pt x="41" y="12"/>
                    <a:pt x="44" y="10"/>
                  </a:cubicBezTo>
                  <a:cubicBezTo>
                    <a:pt x="48" y="8"/>
                    <a:pt x="51" y="6"/>
                    <a:pt x="54" y="6"/>
                  </a:cubicBezTo>
                  <a:cubicBezTo>
                    <a:pt x="55" y="6"/>
                    <a:pt x="56" y="7"/>
                    <a:pt x="57" y="7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9" y="9"/>
                    <a:pt x="62" y="12"/>
                    <a:pt x="66" y="15"/>
                  </a:cubicBezTo>
                  <a:cubicBezTo>
                    <a:pt x="68" y="17"/>
                    <a:pt x="70" y="18"/>
                    <a:pt x="72" y="19"/>
                  </a:cubicBezTo>
                  <a:cubicBezTo>
                    <a:pt x="74" y="20"/>
                    <a:pt x="76" y="21"/>
                    <a:pt x="78" y="21"/>
                  </a:cubicBezTo>
                  <a:cubicBezTo>
                    <a:pt x="78" y="21"/>
                    <a:pt x="79" y="21"/>
                    <a:pt x="79" y="21"/>
                  </a:cubicBezTo>
                  <a:cubicBezTo>
                    <a:pt x="81" y="21"/>
                    <a:pt x="82" y="20"/>
                    <a:pt x="83" y="19"/>
                  </a:cubicBezTo>
                  <a:cubicBezTo>
                    <a:pt x="84" y="18"/>
                    <a:pt x="86" y="17"/>
                    <a:pt x="87" y="15"/>
                  </a:cubicBezTo>
                  <a:cubicBezTo>
                    <a:pt x="89" y="14"/>
                    <a:pt x="90" y="12"/>
                    <a:pt x="91" y="12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4" y="9"/>
                    <a:pt x="97" y="7"/>
                    <a:pt x="100" y="4"/>
                  </a:cubicBezTo>
                  <a:cubicBezTo>
                    <a:pt x="97" y="1"/>
                    <a:pt x="97" y="1"/>
                    <a:pt x="97" y="1"/>
                  </a:cubicBezTo>
                  <a:cubicBezTo>
                    <a:pt x="95" y="3"/>
                    <a:pt x="91" y="6"/>
                    <a:pt x="88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7" y="10"/>
                    <a:pt x="85" y="12"/>
                    <a:pt x="83" y="13"/>
                  </a:cubicBezTo>
                  <a:cubicBezTo>
                    <a:pt x="82" y="14"/>
                    <a:pt x="81" y="15"/>
                    <a:pt x="80" y="16"/>
                  </a:cubicBezTo>
                  <a:cubicBezTo>
                    <a:pt x="80" y="16"/>
                    <a:pt x="79" y="17"/>
                    <a:pt x="79" y="17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7" y="17"/>
                    <a:pt x="76" y="16"/>
                    <a:pt x="74" y="15"/>
                  </a:cubicBezTo>
                  <a:cubicBezTo>
                    <a:pt x="72" y="14"/>
                    <a:pt x="69" y="12"/>
                    <a:pt x="66" y="9"/>
                  </a:cubicBezTo>
                  <a:cubicBezTo>
                    <a:pt x="64" y="7"/>
                    <a:pt x="61" y="5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7" y="3"/>
                    <a:pt x="55" y="2"/>
                    <a:pt x="54" y="2"/>
                  </a:cubicBezTo>
                  <a:cubicBezTo>
                    <a:pt x="51" y="2"/>
                    <a:pt x="48" y="3"/>
                    <a:pt x="46" y="4"/>
                  </a:cubicBezTo>
                  <a:cubicBezTo>
                    <a:pt x="42" y="6"/>
                    <a:pt x="38" y="9"/>
                    <a:pt x="35" y="11"/>
                  </a:cubicBezTo>
                  <a:cubicBezTo>
                    <a:pt x="31" y="14"/>
                    <a:pt x="28" y="15"/>
                    <a:pt x="26" y="15"/>
                  </a:cubicBezTo>
                  <a:cubicBezTo>
                    <a:pt x="25" y="15"/>
                    <a:pt x="24" y="15"/>
                    <a:pt x="23" y="14"/>
                  </a:cubicBezTo>
                  <a:cubicBezTo>
                    <a:pt x="22" y="14"/>
                    <a:pt x="22" y="13"/>
                    <a:pt x="21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7" y="10"/>
                    <a:pt x="16" y="9"/>
                  </a:cubicBezTo>
                  <a:cubicBezTo>
                    <a:pt x="14" y="8"/>
                    <a:pt x="11" y="6"/>
                    <a:pt x="9" y="5"/>
                  </a:cubicBezTo>
                  <a:cubicBezTo>
                    <a:pt x="7" y="3"/>
                    <a:pt x="5" y="1"/>
                    <a:pt x="4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9" name="Freeform 789">
              <a:extLst>
                <a:ext uri="{FF2B5EF4-FFF2-40B4-BE49-F238E27FC236}">
                  <a16:creationId xmlns:a16="http://schemas.microsoft.com/office/drawing/2014/main" id="{C92CDAF3-C053-452D-8817-5DAFF8119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3873"/>
              <a:ext cx="152" cy="43"/>
            </a:xfrm>
            <a:custGeom>
              <a:avLst/>
              <a:gdLst>
                <a:gd name="T0" fmla="*/ 12 w 61"/>
                <a:gd name="T1" fmla="*/ 147 h 17"/>
                <a:gd name="T2" fmla="*/ 30 w 61"/>
                <a:gd name="T3" fmla="*/ 147 h 17"/>
                <a:gd name="T4" fmla="*/ 154 w 61"/>
                <a:gd name="T5" fmla="*/ 192 h 17"/>
                <a:gd name="T6" fmla="*/ 292 w 61"/>
                <a:gd name="T7" fmla="*/ 255 h 17"/>
                <a:gd name="T8" fmla="*/ 292 w 61"/>
                <a:gd name="T9" fmla="*/ 255 h 17"/>
                <a:gd name="T10" fmla="*/ 446 w 61"/>
                <a:gd name="T11" fmla="*/ 276 h 17"/>
                <a:gd name="T12" fmla="*/ 541 w 61"/>
                <a:gd name="T13" fmla="*/ 255 h 17"/>
                <a:gd name="T14" fmla="*/ 541 w 61"/>
                <a:gd name="T15" fmla="*/ 255 h 17"/>
                <a:gd name="T16" fmla="*/ 944 w 61"/>
                <a:gd name="T17" fmla="*/ 63 h 17"/>
                <a:gd name="T18" fmla="*/ 932 w 61"/>
                <a:gd name="T19" fmla="*/ 0 h 17"/>
                <a:gd name="T20" fmla="*/ 508 w 61"/>
                <a:gd name="T21" fmla="*/ 192 h 17"/>
                <a:gd name="T22" fmla="*/ 508 w 61"/>
                <a:gd name="T23" fmla="*/ 192 h 17"/>
                <a:gd name="T24" fmla="*/ 446 w 61"/>
                <a:gd name="T25" fmla="*/ 210 h 17"/>
                <a:gd name="T26" fmla="*/ 311 w 61"/>
                <a:gd name="T27" fmla="*/ 192 h 17"/>
                <a:gd name="T28" fmla="*/ 311 w 61"/>
                <a:gd name="T29" fmla="*/ 192 h 17"/>
                <a:gd name="T30" fmla="*/ 187 w 61"/>
                <a:gd name="T31" fmla="*/ 129 h 17"/>
                <a:gd name="T32" fmla="*/ 30 w 61"/>
                <a:gd name="T33" fmla="*/ 83 h 17"/>
                <a:gd name="T34" fmla="*/ 0 w 61"/>
                <a:gd name="T35" fmla="*/ 83 h 17"/>
                <a:gd name="T36" fmla="*/ 12 w 61"/>
                <a:gd name="T37" fmla="*/ 147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17">
                  <a:moveTo>
                    <a:pt x="1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7" y="10"/>
                    <a:pt x="10" y="12"/>
                  </a:cubicBezTo>
                  <a:cubicBezTo>
                    <a:pt x="13" y="13"/>
                    <a:pt x="16" y="15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2" y="17"/>
                    <a:pt x="25" y="17"/>
                    <a:pt x="29" y="17"/>
                  </a:cubicBezTo>
                  <a:cubicBezTo>
                    <a:pt x="30" y="17"/>
                    <a:pt x="33" y="17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44" y="13"/>
                    <a:pt x="53" y="7"/>
                    <a:pt x="61" y="4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0" y="3"/>
                    <a:pt x="42" y="9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13"/>
                    <a:pt x="30" y="13"/>
                    <a:pt x="29" y="13"/>
                  </a:cubicBezTo>
                  <a:cubicBezTo>
                    <a:pt x="26" y="13"/>
                    <a:pt x="23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17" y="11"/>
                    <a:pt x="15" y="9"/>
                    <a:pt x="12" y="8"/>
                  </a:cubicBezTo>
                  <a:cubicBezTo>
                    <a:pt x="8" y="6"/>
                    <a:pt x="5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lnTo>
                    <a:pt x="1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0" name="Freeform 790">
              <a:extLst>
                <a:ext uri="{FF2B5EF4-FFF2-40B4-BE49-F238E27FC236}">
                  <a16:creationId xmlns:a16="http://schemas.microsoft.com/office/drawing/2014/main" id="{14907820-0ABD-4FC1-B9EA-E35A20ED0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3873"/>
              <a:ext cx="145" cy="40"/>
            </a:xfrm>
            <a:custGeom>
              <a:avLst/>
              <a:gdLst>
                <a:gd name="T0" fmla="*/ 0 w 58"/>
                <a:gd name="T1" fmla="*/ 33 h 16"/>
                <a:gd name="T2" fmla="*/ 33 w 58"/>
                <a:gd name="T3" fmla="*/ 63 h 16"/>
                <a:gd name="T4" fmla="*/ 83 w 58"/>
                <a:gd name="T5" fmla="*/ 95 h 16"/>
                <a:gd name="T6" fmla="*/ 188 w 58"/>
                <a:gd name="T7" fmla="*/ 145 h 16"/>
                <a:gd name="T8" fmla="*/ 270 w 58"/>
                <a:gd name="T9" fmla="*/ 158 h 16"/>
                <a:gd name="T10" fmla="*/ 270 w 58"/>
                <a:gd name="T11" fmla="*/ 158 h 16"/>
                <a:gd name="T12" fmla="*/ 395 w 58"/>
                <a:gd name="T13" fmla="*/ 220 h 16"/>
                <a:gd name="T14" fmla="*/ 520 w 58"/>
                <a:gd name="T15" fmla="*/ 250 h 16"/>
                <a:gd name="T16" fmla="*/ 533 w 58"/>
                <a:gd name="T17" fmla="*/ 250 h 16"/>
                <a:gd name="T18" fmla="*/ 533 w 58"/>
                <a:gd name="T19" fmla="*/ 250 h 16"/>
                <a:gd name="T20" fmla="*/ 738 w 58"/>
                <a:gd name="T21" fmla="*/ 175 h 16"/>
                <a:gd name="T22" fmla="*/ 908 w 58"/>
                <a:gd name="T23" fmla="*/ 63 h 16"/>
                <a:gd name="T24" fmla="*/ 875 w 58"/>
                <a:gd name="T25" fmla="*/ 0 h 16"/>
                <a:gd name="T26" fmla="*/ 708 w 58"/>
                <a:gd name="T27" fmla="*/ 125 h 16"/>
                <a:gd name="T28" fmla="*/ 533 w 58"/>
                <a:gd name="T29" fmla="*/ 188 h 16"/>
                <a:gd name="T30" fmla="*/ 533 w 58"/>
                <a:gd name="T31" fmla="*/ 188 h 16"/>
                <a:gd name="T32" fmla="*/ 533 w 58"/>
                <a:gd name="T33" fmla="*/ 188 h 16"/>
                <a:gd name="T34" fmla="*/ 520 w 58"/>
                <a:gd name="T35" fmla="*/ 188 h 16"/>
                <a:gd name="T36" fmla="*/ 408 w 58"/>
                <a:gd name="T37" fmla="*/ 158 h 16"/>
                <a:gd name="T38" fmla="*/ 300 w 58"/>
                <a:gd name="T39" fmla="*/ 95 h 16"/>
                <a:gd name="T40" fmla="*/ 300 w 58"/>
                <a:gd name="T41" fmla="*/ 95 h 16"/>
                <a:gd name="T42" fmla="*/ 158 w 58"/>
                <a:gd name="T43" fmla="*/ 50 h 16"/>
                <a:gd name="T44" fmla="*/ 95 w 58"/>
                <a:gd name="T45" fmla="*/ 33 h 16"/>
                <a:gd name="T46" fmla="*/ 83 w 58"/>
                <a:gd name="T47" fmla="*/ 20 h 16"/>
                <a:gd name="T48" fmla="*/ 63 w 58"/>
                <a:gd name="T49" fmla="*/ 20 h 16"/>
                <a:gd name="T50" fmla="*/ 63 w 58"/>
                <a:gd name="T51" fmla="*/ 20 h 16"/>
                <a:gd name="T52" fmla="*/ 63 w 58"/>
                <a:gd name="T53" fmla="*/ 20 h 16"/>
                <a:gd name="T54" fmla="*/ 63 w 58"/>
                <a:gd name="T55" fmla="*/ 20 h 16"/>
                <a:gd name="T56" fmla="*/ 63 w 58"/>
                <a:gd name="T57" fmla="*/ 20 h 16"/>
                <a:gd name="T58" fmla="*/ 63 w 58"/>
                <a:gd name="T59" fmla="*/ 20 h 16"/>
                <a:gd name="T60" fmla="*/ 0 w 58"/>
                <a:gd name="T61" fmla="*/ 33 h 1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8" h="16">
                  <a:moveTo>
                    <a:pt x="0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5"/>
                    <a:pt x="4" y="6"/>
                    <a:pt x="5" y="6"/>
                  </a:cubicBezTo>
                  <a:cubicBezTo>
                    <a:pt x="7" y="7"/>
                    <a:pt x="10" y="8"/>
                    <a:pt x="12" y="9"/>
                  </a:cubicBezTo>
                  <a:cubicBezTo>
                    <a:pt x="14" y="9"/>
                    <a:pt x="16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9" y="11"/>
                    <a:pt x="22" y="12"/>
                    <a:pt x="25" y="14"/>
                  </a:cubicBezTo>
                  <a:cubicBezTo>
                    <a:pt x="27" y="15"/>
                    <a:pt x="30" y="16"/>
                    <a:pt x="33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8" y="16"/>
                    <a:pt x="43" y="14"/>
                    <a:pt x="47" y="11"/>
                  </a:cubicBezTo>
                  <a:cubicBezTo>
                    <a:pt x="51" y="9"/>
                    <a:pt x="55" y="6"/>
                    <a:pt x="58" y="4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3" y="3"/>
                    <a:pt x="49" y="5"/>
                    <a:pt x="45" y="8"/>
                  </a:cubicBezTo>
                  <a:cubicBezTo>
                    <a:pt x="41" y="10"/>
                    <a:pt x="37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12"/>
                    <a:pt x="29" y="11"/>
                    <a:pt x="26" y="10"/>
                  </a:cubicBezTo>
                  <a:cubicBezTo>
                    <a:pt x="24" y="9"/>
                    <a:pt x="21" y="7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7" y="5"/>
                    <a:pt x="13" y="4"/>
                    <a:pt x="10" y="3"/>
                  </a:cubicBezTo>
                  <a:cubicBezTo>
                    <a:pt x="8" y="3"/>
                    <a:pt x="7" y="2"/>
                    <a:pt x="6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1" name="Freeform 791">
              <a:extLst>
                <a:ext uri="{FF2B5EF4-FFF2-40B4-BE49-F238E27FC236}">
                  <a16:creationId xmlns:a16="http://schemas.microsoft.com/office/drawing/2014/main" id="{E0E00143-2062-4454-8652-762069AA0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858"/>
              <a:ext cx="1189" cy="68"/>
            </a:xfrm>
            <a:custGeom>
              <a:avLst/>
              <a:gdLst>
                <a:gd name="T0" fmla="*/ 250 w 476"/>
                <a:gd name="T1" fmla="*/ 209 h 27"/>
                <a:gd name="T2" fmla="*/ 512 w 476"/>
                <a:gd name="T3" fmla="*/ 285 h 27"/>
                <a:gd name="T4" fmla="*/ 512 w 476"/>
                <a:gd name="T5" fmla="*/ 285 h 27"/>
                <a:gd name="T6" fmla="*/ 512 w 476"/>
                <a:gd name="T7" fmla="*/ 285 h 27"/>
                <a:gd name="T8" fmla="*/ 904 w 476"/>
                <a:gd name="T9" fmla="*/ 63 h 27"/>
                <a:gd name="T10" fmla="*/ 1154 w 476"/>
                <a:gd name="T11" fmla="*/ 146 h 27"/>
                <a:gd name="T12" fmla="*/ 1509 w 476"/>
                <a:gd name="T13" fmla="*/ 242 h 27"/>
                <a:gd name="T14" fmla="*/ 1729 w 476"/>
                <a:gd name="T15" fmla="*/ 159 h 27"/>
                <a:gd name="T16" fmla="*/ 2183 w 476"/>
                <a:gd name="T17" fmla="*/ 350 h 27"/>
                <a:gd name="T18" fmla="*/ 2478 w 476"/>
                <a:gd name="T19" fmla="*/ 191 h 27"/>
                <a:gd name="T20" fmla="*/ 2540 w 476"/>
                <a:gd name="T21" fmla="*/ 159 h 27"/>
                <a:gd name="T22" fmla="*/ 2933 w 476"/>
                <a:gd name="T23" fmla="*/ 335 h 27"/>
                <a:gd name="T24" fmla="*/ 3182 w 476"/>
                <a:gd name="T25" fmla="*/ 380 h 27"/>
                <a:gd name="T26" fmla="*/ 3619 w 476"/>
                <a:gd name="T27" fmla="*/ 242 h 27"/>
                <a:gd name="T28" fmla="*/ 4082 w 476"/>
                <a:gd name="T29" fmla="*/ 431 h 27"/>
                <a:gd name="T30" fmla="*/ 4549 w 476"/>
                <a:gd name="T31" fmla="*/ 209 h 27"/>
                <a:gd name="T32" fmla="*/ 4953 w 476"/>
                <a:gd name="T33" fmla="*/ 380 h 27"/>
                <a:gd name="T34" fmla="*/ 5578 w 476"/>
                <a:gd name="T35" fmla="*/ 209 h 27"/>
                <a:gd name="T36" fmla="*/ 6002 w 476"/>
                <a:gd name="T37" fmla="*/ 317 h 27"/>
                <a:gd name="T38" fmla="*/ 6127 w 476"/>
                <a:gd name="T39" fmla="*/ 380 h 27"/>
                <a:gd name="T40" fmla="*/ 6390 w 476"/>
                <a:gd name="T41" fmla="*/ 272 h 27"/>
                <a:gd name="T42" fmla="*/ 6657 w 476"/>
                <a:gd name="T43" fmla="*/ 209 h 27"/>
                <a:gd name="T44" fmla="*/ 7264 w 476"/>
                <a:gd name="T45" fmla="*/ 272 h 27"/>
                <a:gd name="T46" fmla="*/ 7231 w 476"/>
                <a:gd name="T47" fmla="*/ 209 h 27"/>
                <a:gd name="T48" fmla="*/ 6689 w 476"/>
                <a:gd name="T49" fmla="*/ 146 h 27"/>
                <a:gd name="T50" fmla="*/ 6357 w 476"/>
                <a:gd name="T51" fmla="*/ 209 h 27"/>
                <a:gd name="T52" fmla="*/ 6140 w 476"/>
                <a:gd name="T53" fmla="*/ 317 h 27"/>
                <a:gd name="T54" fmla="*/ 5923 w 476"/>
                <a:gd name="T55" fmla="*/ 191 h 27"/>
                <a:gd name="T56" fmla="*/ 5191 w 476"/>
                <a:gd name="T57" fmla="*/ 305 h 27"/>
                <a:gd name="T58" fmla="*/ 4848 w 476"/>
                <a:gd name="T59" fmla="*/ 254 h 27"/>
                <a:gd name="T60" fmla="*/ 4444 w 476"/>
                <a:gd name="T61" fmla="*/ 179 h 27"/>
                <a:gd name="T62" fmla="*/ 3912 w 476"/>
                <a:gd name="T63" fmla="*/ 305 h 27"/>
                <a:gd name="T64" fmla="*/ 3382 w 476"/>
                <a:gd name="T65" fmla="*/ 242 h 27"/>
                <a:gd name="T66" fmla="*/ 3162 w 476"/>
                <a:gd name="T67" fmla="*/ 317 h 27"/>
                <a:gd name="T68" fmla="*/ 2965 w 476"/>
                <a:gd name="T69" fmla="*/ 272 h 27"/>
                <a:gd name="T70" fmla="*/ 2558 w 476"/>
                <a:gd name="T71" fmla="*/ 96 h 27"/>
                <a:gd name="T72" fmla="*/ 2445 w 476"/>
                <a:gd name="T73" fmla="*/ 126 h 27"/>
                <a:gd name="T74" fmla="*/ 2183 w 476"/>
                <a:gd name="T75" fmla="*/ 285 h 27"/>
                <a:gd name="T76" fmla="*/ 1759 w 476"/>
                <a:gd name="T77" fmla="*/ 96 h 27"/>
                <a:gd name="T78" fmla="*/ 1509 w 476"/>
                <a:gd name="T79" fmla="*/ 159 h 27"/>
                <a:gd name="T80" fmla="*/ 1187 w 476"/>
                <a:gd name="T81" fmla="*/ 83 h 27"/>
                <a:gd name="T82" fmla="*/ 904 w 476"/>
                <a:gd name="T83" fmla="*/ 0 h 27"/>
                <a:gd name="T84" fmla="*/ 512 w 476"/>
                <a:gd name="T85" fmla="*/ 222 h 27"/>
                <a:gd name="T86" fmla="*/ 512 w 476"/>
                <a:gd name="T87" fmla="*/ 222 h 27"/>
                <a:gd name="T88" fmla="*/ 512 w 476"/>
                <a:gd name="T89" fmla="*/ 222 h 27"/>
                <a:gd name="T90" fmla="*/ 405 w 476"/>
                <a:gd name="T91" fmla="*/ 191 h 27"/>
                <a:gd name="T92" fmla="*/ 30 w 476"/>
                <a:gd name="T93" fmla="*/ 50 h 2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76" h="27">
                  <a:moveTo>
                    <a:pt x="0" y="6"/>
                  </a:moveTo>
                  <a:cubicBezTo>
                    <a:pt x="5" y="10"/>
                    <a:pt x="11" y="11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8" y="13"/>
                    <a:pt x="21" y="15"/>
                    <a:pt x="24" y="16"/>
                  </a:cubicBezTo>
                  <a:cubicBezTo>
                    <a:pt x="27" y="17"/>
                    <a:pt x="30" y="18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6" y="18"/>
                    <a:pt x="39" y="17"/>
                    <a:pt x="41" y="16"/>
                  </a:cubicBezTo>
                  <a:cubicBezTo>
                    <a:pt x="45" y="14"/>
                    <a:pt x="47" y="11"/>
                    <a:pt x="50" y="8"/>
                  </a:cubicBezTo>
                  <a:cubicBezTo>
                    <a:pt x="53" y="6"/>
                    <a:pt x="56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4" y="4"/>
                    <a:pt x="69" y="6"/>
                    <a:pt x="74" y="9"/>
                  </a:cubicBezTo>
                  <a:cubicBezTo>
                    <a:pt x="79" y="12"/>
                    <a:pt x="84" y="15"/>
                    <a:pt x="89" y="16"/>
                  </a:cubicBezTo>
                  <a:cubicBezTo>
                    <a:pt x="90" y="16"/>
                    <a:pt x="91" y="17"/>
                    <a:pt x="92" y="17"/>
                  </a:cubicBezTo>
                  <a:cubicBezTo>
                    <a:pt x="94" y="17"/>
                    <a:pt x="96" y="16"/>
                    <a:pt x="97" y="15"/>
                  </a:cubicBezTo>
                  <a:cubicBezTo>
                    <a:pt x="99" y="14"/>
                    <a:pt x="101" y="12"/>
                    <a:pt x="103" y="11"/>
                  </a:cubicBezTo>
                  <a:cubicBezTo>
                    <a:pt x="105" y="10"/>
                    <a:pt x="106" y="9"/>
                    <a:pt x="108" y="9"/>
                  </a:cubicBezTo>
                  <a:cubicBezTo>
                    <a:pt x="108" y="9"/>
                    <a:pt x="109" y="9"/>
                    <a:pt x="111" y="10"/>
                  </a:cubicBezTo>
                  <a:cubicBezTo>
                    <a:pt x="114" y="12"/>
                    <a:pt x="118" y="15"/>
                    <a:pt x="122" y="16"/>
                  </a:cubicBezTo>
                  <a:cubicBezTo>
                    <a:pt x="125" y="17"/>
                    <a:pt x="127" y="19"/>
                    <a:pt x="130" y="20"/>
                  </a:cubicBezTo>
                  <a:cubicBezTo>
                    <a:pt x="133" y="21"/>
                    <a:pt x="136" y="22"/>
                    <a:pt x="140" y="22"/>
                  </a:cubicBezTo>
                  <a:cubicBezTo>
                    <a:pt x="140" y="22"/>
                    <a:pt x="140" y="22"/>
                    <a:pt x="141" y="22"/>
                  </a:cubicBezTo>
                  <a:cubicBezTo>
                    <a:pt x="146" y="22"/>
                    <a:pt x="150" y="19"/>
                    <a:pt x="153" y="16"/>
                  </a:cubicBezTo>
                  <a:cubicBezTo>
                    <a:pt x="155" y="14"/>
                    <a:pt x="157" y="13"/>
                    <a:pt x="159" y="12"/>
                  </a:cubicBezTo>
                  <a:cubicBezTo>
                    <a:pt x="160" y="11"/>
                    <a:pt x="162" y="11"/>
                    <a:pt x="163" y="10"/>
                  </a:cubicBezTo>
                  <a:cubicBezTo>
                    <a:pt x="163" y="10"/>
                    <a:pt x="163" y="10"/>
                    <a:pt x="163" y="10"/>
                  </a:cubicBezTo>
                  <a:cubicBezTo>
                    <a:pt x="163" y="10"/>
                    <a:pt x="163" y="10"/>
                    <a:pt x="163" y="10"/>
                  </a:cubicBezTo>
                  <a:cubicBezTo>
                    <a:pt x="164" y="10"/>
                    <a:pt x="164" y="10"/>
                    <a:pt x="164" y="10"/>
                  </a:cubicBezTo>
                  <a:cubicBezTo>
                    <a:pt x="166" y="10"/>
                    <a:pt x="171" y="12"/>
                    <a:pt x="175" y="15"/>
                  </a:cubicBezTo>
                  <a:cubicBezTo>
                    <a:pt x="180" y="17"/>
                    <a:pt x="184" y="20"/>
                    <a:pt x="188" y="21"/>
                  </a:cubicBezTo>
                  <a:cubicBezTo>
                    <a:pt x="188" y="21"/>
                    <a:pt x="188" y="21"/>
                    <a:pt x="188" y="21"/>
                  </a:cubicBezTo>
                  <a:cubicBezTo>
                    <a:pt x="192" y="23"/>
                    <a:pt x="196" y="24"/>
                    <a:pt x="201" y="24"/>
                  </a:cubicBezTo>
                  <a:cubicBezTo>
                    <a:pt x="202" y="24"/>
                    <a:pt x="203" y="24"/>
                    <a:pt x="204" y="24"/>
                  </a:cubicBezTo>
                  <a:cubicBezTo>
                    <a:pt x="204" y="24"/>
                    <a:pt x="204" y="24"/>
                    <a:pt x="204" y="24"/>
                  </a:cubicBezTo>
                  <a:cubicBezTo>
                    <a:pt x="209" y="23"/>
                    <a:pt x="214" y="21"/>
                    <a:pt x="219" y="19"/>
                  </a:cubicBezTo>
                  <a:cubicBezTo>
                    <a:pt x="223" y="17"/>
                    <a:pt x="227" y="15"/>
                    <a:pt x="232" y="15"/>
                  </a:cubicBezTo>
                  <a:cubicBezTo>
                    <a:pt x="234" y="15"/>
                    <a:pt x="236" y="15"/>
                    <a:pt x="238" y="16"/>
                  </a:cubicBezTo>
                  <a:cubicBezTo>
                    <a:pt x="241" y="18"/>
                    <a:pt x="245" y="21"/>
                    <a:pt x="249" y="23"/>
                  </a:cubicBezTo>
                  <a:cubicBezTo>
                    <a:pt x="253" y="25"/>
                    <a:pt x="257" y="27"/>
                    <a:pt x="262" y="27"/>
                  </a:cubicBezTo>
                  <a:cubicBezTo>
                    <a:pt x="264" y="27"/>
                    <a:pt x="266" y="27"/>
                    <a:pt x="269" y="26"/>
                  </a:cubicBezTo>
                  <a:cubicBezTo>
                    <a:pt x="275" y="23"/>
                    <a:pt x="281" y="18"/>
                    <a:pt x="287" y="15"/>
                  </a:cubicBezTo>
                  <a:cubicBezTo>
                    <a:pt x="289" y="14"/>
                    <a:pt x="291" y="13"/>
                    <a:pt x="292" y="13"/>
                  </a:cubicBezTo>
                  <a:cubicBezTo>
                    <a:pt x="295" y="13"/>
                    <a:pt x="297" y="14"/>
                    <a:pt x="301" y="16"/>
                  </a:cubicBezTo>
                  <a:cubicBezTo>
                    <a:pt x="304" y="16"/>
                    <a:pt x="306" y="18"/>
                    <a:pt x="309" y="20"/>
                  </a:cubicBezTo>
                  <a:cubicBezTo>
                    <a:pt x="312" y="21"/>
                    <a:pt x="315" y="23"/>
                    <a:pt x="318" y="24"/>
                  </a:cubicBezTo>
                  <a:cubicBezTo>
                    <a:pt x="320" y="25"/>
                    <a:pt x="321" y="25"/>
                    <a:pt x="323" y="25"/>
                  </a:cubicBezTo>
                  <a:cubicBezTo>
                    <a:pt x="327" y="25"/>
                    <a:pt x="331" y="24"/>
                    <a:pt x="334" y="23"/>
                  </a:cubicBezTo>
                  <a:cubicBezTo>
                    <a:pt x="342" y="21"/>
                    <a:pt x="351" y="18"/>
                    <a:pt x="358" y="13"/>
                  </a:cubicBezTo>
                  <a:cubicBezTo>
                    <a:pt x="361" y="11"/>
                    <a:pt x="363" y="11"/>
                    <a:pt x="365" y="11"/>
                  </a:cubicBezTo>
                  <a:cubicBezTo>
                    <a:pt x="369" y="11"/>
                    <a:pt x="373" y="13"/>
                    <a:pt x="378" y="16"/>
                  </a:cubicBezTo>
                  <a:cubicBezTo>
                    <a:pt x="380" y="17"/>
                    <a:pt x="382" y="18"/>
                    <a:pt x="385" y="20"/>
                  </a:cubicBezTo>
                  <a:cubicBezTo>
                    <a:pt x="387" y="22"/>
                    <a:pt x="390" y="24"/>
                    <a:pt x="393" y="24"/>
                  </a:cubicBezTo>
                  <a:cubicBezTo>
                    <a:pt x="393" y="24"/>
                    <a:pt x="393" y="24"/>
                    <a:pt x="393" y="24"/>
                  </a:cubicBezTo>
                  <a:cubicBezTo>
                    <a:pt x="393" y="24"/>
                    <a:pt x="393" y="24"/>
                    <a:pt x="393" y="24"/>
                  </a:cubicBezTo>
                  <a:cubicBezTo>
                    <a:pt x="394" y="24"/>
                    <a:pt x="394" y="24"/>
                    <a:pt x="394" y="24"/>
                  </a:cubicBezTo>
                  <a:cubicBezTo>
                    <a:pt x="397" y="24"/>
                    <a:pt x="400" y="23"/>
                    <a:pt x="403" y="21"/>
                  </a:cubicBezTo>
                  <a:cubicBezTo>
                    <a:pt x="405" y="20"/>
                    <a:pt x="408" y="18"/>
                    <a:pt x="410" y="17"/>
                  </a:cubicBezTo>
                  <a:cubicBezTo>
                    <a:pt x="413" y="16"/>
                    <a:pt x="415" y="14"/>
                    <a:pt x="417" y="13"/>
                  </a:cubicBezTo>
                  <a:cubicBezTo>
                    <a:pt x="419" y="12"/>
                    <a:pt x="421" y="12"/>
                    <a:pt x="423" y="12"/>
                  </a:cubicBezTo>
                  <a:cubicBezTo>
                    <a:pt x="424" y="12"/>
                    <a:pt x="426" y="12"/>
                    <a:pt x="427" y="13"/>
                  </a:cubicBezTo>
                  <a:cubicBezTo>
                    <a:pt x="435" y="16"/>
                    <a:pt x="443" y="20"/>
                    <a:pt x="452" y="21"/>
                  </a:cubicBezTo>
                  <a:cubicBezTo>
                    <a:pt x="452" y="21"/>
                    <a:pt x="453" y="21"/>
                    <a:pt x="453" y="21"/>
                  </a:cubicBezTo>
                  <a:cubicBezTo>
                    <a:pt x="458" y="21"/>
                    <a:pt x="462" y="19"/>
                    <a:pt x="466" y="17"/>
                  </a:cubicBezTo>
                  <a:cubicBezTo>
                    <a:pt x="469" y="14"/>
                    <a:pt x="473" y="12"/>
                    <a:pt x="476" y="12"/>
                  </a:cubicBezTo>
                  <a:cubicBezTo>
                    <a:pt x="476" y="8"/>
                    <a:pt x="476" y="8"/>
                    <a:pt x="476" y="8"/>
                  </a:cubicBezTo>
                  <a:cubicBezTo>
                    <a:pt x="471" y="8"/>
                    <a:pt x="467" y="11"/>
                    <a:pt x="464" y="13"/>
                  </a:cubicBezTo>
                  <a:cubicBezTo>
                    <a:pt x="460" y="15"/>
                    <a:pt x="456" y="17"/>
                    <a:pt x="453" y="17"/>
                  </a:cubicBezTo>
                  <a:cubicBezTo>
                    <a:pt x="452" y="17"/>
                    <a:pt x="452" y="17"/>
                    <a:pt x="452" y="17"/>
                  </a:cubicBezTo>
                  <a:cubicBezTo>
                    <a:pt x="444" y="16"/>
                    <a:pt x="437" y="12"/>
                    <a:pt x="429" y="9"/>
                  </a:cubicBezTo>
                  <a:cubicBezTo>
                    <a:pt x="427" y="8"/>
                    <a:pt x="425" y="7"/>
                    <a:pt x="423" y="7"/>
                  </a:cubicBezTo>
                  <a:cubicBezTo>
                    <a:pt x="420" y="7"/>
                    <a:pt x="418" y="8"/>
                    <a:pt x="415" y="10"/>
                  </a:cubicBezTo>
                  <a:cubicBezTo>
                    <a:pt x="413" y="11"/>
                    <a:pt x="411" y="12"/>
                    <a:pt x="408" y="13"/>
                  </a:cubicBezTo>
                  <a:cubicBezTo>
                    <a:pt x="406" y="14"/>
                    <a:pt x="403" y="16"/>
                    <a:pt x="401" y="18"/>
                  </a:cubicBezTo>
                  <a:cubicBezTo>
                    <a:pt x="398" y="19"/>
                    <a:pt x="395" y="20"/>
                    <a:pt x="394" y="20"/>
                  </a:cubicBezTo>
                  <a:cubicBezTo>
                    <a:pt x="394" y="20"/>
                    <a:pt x="394" y="20"/>
                    <a:pt x="394" y="20"/>
                  </a:cubicBezTo>
                  <a:cubicBezTo>
                    <a:pt x="394" y="20"/>
                    <a:pt x="394" y="20"/>
                    <a:pt x="394" y="20"/>
                  </a:cubicBezTo>
                  <a:cubicBezTo>
                    <a:pt x="392" y="20"/>
                    <a:pt x="390" y="18"/>
                    <a:pt x="387" y="17"/>
                  </a:cubicBezTo>
                  <a:cubicBezTo>
                    <a:pt x="385" y="15"/>
                    <a:pt x="383" y="13"/>
                    <a:pt x="380" y="12"/>
                  </a:cubicBezTo>
                  <a:cubicBezTo>
                    <a:pt x="375" y="9"/>
                    <a:pt x="370" y="6"/>
                    <a:pt x="365" y="6"/>
                  </a:cubicBezTo>
                  <a:cubicBezTo>
                    <a:pt x="362" y="6"/>
                    <a:pt x="359" y="7"/>
                    <a:pt x="356" y="9"/>
                  </a:cubicBezTo>
                  <a:cubicBezTo>
                    <a:pt x="349" y="14"/>
                    <a:pt x="341" y="17"/>
                    <a:pt x="333" y="19"/>
                  </a:cubicBezTo>
                  <a:cubicBezTo>
                    <a:pt x="330" y="20"/>
                    <a:pt x="326" y="20"/>
                    <a:pt x="323" y="20"/>
                  </a:cubicBezTo>
                  <a:cubicBezTo>
                    <a:pt x="322" y="20"/>
                    <a:pt x="320" y="20"/>
                    <a:pt x="319" y="20"/>
                  </a:cubicBezTo>
                  <a:cubicBezTo>
                    <a:pt x="317" y="19"/>
                    <a:pt x="314" y="18"/>
                    <a:pt x="311" y="16"/>
                  </a:cubicBezTo>
                  <a:cubicBezTo>
                    <a:pt x="309" y="14"/>
                    <a:pt x="306" y="13"/>
                    <a:pt x="303" y="12"/>
                  </a:cubicBezTo>
                  <a:cubicBezTo>
                    <a:pt x="299" y="10"/>
                    <a:pt x="296" y="9"/>
                    <a:pt x="292" y="9"/>
                  </a:cubicBezTo>
                  <a:cubicBezTo>
                    <a:pt x="290" y="9"/>
                    <a:pt x="287" y="10"/>
                    <a:pt x="285" y="11"/>
                  </a:cubicBezTo>
                  <a:cubicBezTo>
                    <a:pt x="279" y="15"/>
                    <a:pt x="273" y="19"/>
                    <a:pt x="267" y="22"/>
                  </a:cubicBezTo>
                  <a:cubicBezTo>
                    <a:pt x="265" y="23"/>
                    <a:pt x="263" y="23"/>
                    <a:pt x="262" y="23"/>
                  </a:cubicBezTo>
                  <a:cubicBezTo>
                    <a:pt x="258" y="23"/>
                    <a:pt x="255" y="22"/>
                    <a:pt x="251" y="19"/>
                  </a:cubicBezTo>
                  <a:cubicBezTo>
                    <a:pt x="248" y="17"/>
                    <a:pt x="244" y="14"/>
                    <a:pt x="240" y="13"/>
                  </a:cubicBezTo>
                  <a:cubicBezTo>
                    <a:pt x="237" y="11"/>
                    <a:pt x="234" y="11"/>
                    <a:pt x="232" y="11"/>
                  </a:cubicBezTo>
                  <a:cubicBezTo>
                    <a:pt x="226" y="11"/>
                    <a:pt x="221" y="13"/>
                    <a:pt x="217" y="15"/>
                  </a:cubicBezTo>
                  <a:cubicBezTo>
                    <a:pt x="212" y="17"/>
                    <a:pt x="208" y="19"/>
                    <a:pt x="203" y="20"/>
                  </a:cubicBezTo>
                  <a:cubicBezTo>
                    <a:pt x="203" y="20"/>
                    <a:pt x="203" y="20"/>
                    <a:pt x="203" y="20"/>
                  </a:cubicBezTo>
                  <a:cubicBezTo>
                    <a:pt x="203" y="20"/>
                    <a:pt x="203" y="20"/>
                    <a:pt x="203" y="20"/>
                  </a:cubicBezTo>
                  <a:cubicBezTo>
                    <a:pt x="203" y="20"/>
                    <a:pt x="202" y="20"/>
                    <a:pt x="201" y="20"/>
                  </a:cubicBezTo>
                  <a:cubicBezTo>
                    <a:pt x="198" y="20"/>
                    <a:pt x="194" y="19"/>
                    <a:pt x="190" y="17"/>
                  </a:cubicBezTo>
                  <a:cubicBezTo>
                    <a:pt x="190" y="17"/>
                    <a:pt x="190" y="17"/>
                    <a:pt x="190" y="17"/>
                  </a:cubicBezTo>
                  <a:cubicBezTo>
                    <a:pt x="190" y="17"/>
                    <a:pt x="190" y="17"/>
                    <a:pt x="190" y="17"/>
                  </a:cubicBezTo>
                  <a:cubicBezTo>
                    <a:pt x="186" y="16"/>
                    <a:pt x="182" y="13"/>
                    <a:pt x="177" y="11"/>
                  </a:cubicBezTo>
                  <a:cubicBezTo>
                    <a:pt x="173" y="8"/>
                    <a:pt x="168" y="6"/>
                    <a:pt x="164" y="6"/>
                  </a:cubicBezTo>
                  <a:cubicBezTo>
                    <a:pt x="163" y="6"/>
                    <a:pt x="163" y="6"/>
                    <a:pt x="163" y="6"/>
                  </a:cubicBezTo>
                  <a:cubicBezTo>
                    <a:pt x="163" y="6"/>
                    <a:pt x="163" y="6"/>
                    <a:pt x="163" y="6"/>
                  </a:cubicBezTo>
                  <a:cubicBezTo>
                    <a:pt x="161" y="6"/>
                    <a:pt x="159" y="7"/>
                    <a:pt x="157" y="8"/>
                  </a:cubicBezTo>
                  <a:cubicBezTo>
                    <a:pt x="153" y="10"/>
                    <a:pt x="151" y="12"/>
                    <a:pt x="148" y="14"/>
                  </a:cubicBezTo>
                  <a:cubicBezTo>
                    <a:pt x="146" y="16"/>
                    <a:pt x="143" y="18"/>
                    <a:pt x="140" y="18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37" y="18"/>
                    <a:pt x="135" y="17"/>
                    <a:pt x="132" y="16"/>
                  </a:cubicBezTo>
                  <a:cubicBezTo>
                    <a:pt x="129" y="15"/>
                    <a:pt x="127" y="13"/>
                    <a:pt x="124" y="12"/>
                  </a:cubicBezTo>
                  <a:cubicBezTo>
                    <a:pt x="120" y="11"/>
                    <a:pt x="117" y="9"/>
                    <a:pt x="113" y="6"/>
                  </a:cubicBezTo>
                  <a:cubicBezTo>
                    <a:pt x="111" y="5"/>
                    <a:pt x="109" y="4"/>
                    <a:pt x="108" y="4"/>
                  </a:cubicBezTo>
                  <a:cubicBezTo>
                    <a:pt x="106" y="4"/>
                    <a:pt x="104" y="5"/>
                    <a:pt x="103" y="6"/>
                  </a:cubicBezTo>
                  <a:cubicBezTo>
                    <a:pt x="100" y="7"/>
                    <a:pt x="99" y="9"/>
                    <a:pt x="97" y="10"/>
                  </a:cubicBezTo>
                  <a:cubicBezTo>
                    <a:pt x="95" y="11"/>
                    <a:pt x="93" y="12"/>
                    <a:pt x="92" y="12"/>
                  </a:cubicBezTo>
                  <a:cubicBezTo>
                    <a:pt x="91" y="12"/>
                    <a:pt x="91" y="12"/>
                    <a:pt x="90" y="12"/>
                  </a:cubicBezTo>
                  <a:cubicBezTo>
                    <a:pt x="86" y="11"/>
                    <a:pt x="81" y="8"/>
                    <a:pt x="76" y="5"/>
                  </a:cubicBezTo>
                  <a:cubicBezTo>
                    <a:pt x="71" y="3"/>
                    <a:pt x="65" y="0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5" y="0"/>
                    <a:pt x="53" y="1"/>
                    <a:pt x="51" y="3"/>
                  </a:cubicBezTo>
                  <a:cubicBezTo>
                    <a:pt x="47" y="5"/>
                    <a:pt x="44" y="8"/>
                    <a:pt x="42" y="10"/>
                  </a:cubicBezTo>
                  <a:cubicBezTo>
                    <a:pt x="39" y="12"/>
                    <a:pt x="36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2" y="14"/>
                    <a:pt x="29" y="13"/>
                    <a:pt x="26" y="12"/>
                  </a:cubicBezTo>
                  <a:cubicBezTo>
                    <a:pt x="23" y="11"/>
                    <a:pt x="20" y="9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7"/>
                    <a:pt x="6" y="5"/>
                    <a:pt x="2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2" name="Freeform 792">
              <a:extLst>
                <a:ext uri="{FF2B5EF4-FFF2-40B4-BE49-F238E27FC236}">
                  <a16:creationId xmlns:a16="http://schemas.microsoft.com/office/drawing/2014/main" id="{7924C32F-C7A2-480A-900D-A9E127A0B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871"/>
              <a:ext cx="587" cy="55"/>
            </a:xfrm>
            <a:custGeom>
              <a:avLst/>
              <a:gdLst>
                <a:gd name="T0" fmla="*/ 12 w 235"/>
                <a:gd name="T1" fmla="*/ 95 h 22"/>
                <a:gd name="T2" fmla="*/ 450 w 235"/>
                <a:gd name="T3" fmla="*/ 238 h 22"/>
                <a:gd name="T4" fmla="*/ 762 w 235"/>
                <a:gd name="T5" fmla="*/ 145 h 22"/>
                <a:gd name="T6" fmla="*/ 937 w 235"/>
                <a:gd name="T7" fmla="*/ 63 h 22"/>
                <a:gd name="T8" fmla="*/ 1154 w 235"/>
                <a:gd name="T9" fmla="*/ 188 h 22"/>
                <a:gd name="T10" fmla="*/ 1404 w 235"/>
                <a:gd name="T11" fmla="*/ 283 h 22"/>
                <a:gd name="T12" fmla="*/ 1716 w 235"/>
                <a:gd name="T13" fmla="*/ 208 h 22"/>
                <a:gd name="T14" fmla="*/ 2028 w 235"/>
                <a:gd name="T15" fmla="*/ 270 h 22"/>
                <a:gd name="T16" fmla="*/ 2196 w 235"/>
                <a:gd name="T17" fmla="*/ 345 h 22"/>
                <a:gd name="T18" fmla="*/ 2196 w 235"/>
                <a:gd name="T19" fmla="*/ 345 h 22"/>
                <a:gd name="T20" fmla="*/ 2308 w 235"/>
                <a:gd name="T21" fmla="*/ 313 h 22"/>
                <a:gd name="T22" fmla="*/ 2540 w 235"/>
                <a:gd name="T23" fmla="*/ 220 h 22"/>
                <a:gd name="T24" fmla="*/ 2728 w 235"/>
                <a:gd name="T25" fmla="*/ 125 h 22"/>
                <a:gd name="T26" fmla="*/ 2975 w 235"/>
                <a:gd name="T27" fmla="*/ 238 h 22"/>
                <a:gd name="T28" fmla="*/ 3132 w 235"/>
                <a:gd name="T29" fmla="*/ 283 h 22"/>
                <a:gd name="T30" fmla="*/ 3475 w 235"/>
                <a:gd name="T31" fmla="*/ 175 h 22"/>
                <a:gd name="T32" fmla="*/ 3662 w 235"/>
                <a:gd name="T33" fmla="*/ 113 h 22"/>
                <a:gd name="T34" fmla="*/ 3557 w 235"/>
                <a:gd name="T35" fmla="*/ 83 h 22"/>
                <a:gd name="T36" fmla="*/ 3195 w 235"/>
                <a:gd name="T37" fmla="*/ 208 h 22"/>
                <a:gd name="T38" fmla="*/ 3087 w 235"/>
                <a:gd name="T39" fmla="*/ 208 h 22"/>
                <a:gd name="T40" fmla="*/ 2820 w 235"/>
                <a:gd name="T41" fmla="*/ 95 h 22"/>
                <a:gd name="T42" fmla="*/ 2620 w 235"/>
                <a:gd name="T43" fmla="*/ 95 h 22"/>
                <a:gd name="T44" fmla="*/ 2353 w 235"/>
                <a:gd name="T45" fmla="*/ 220 h 22"/>
                <a:gd name="T46" fmla="*/ 2216 w 235"/>
                <a:gd name="T47" fmla="*/ 283 h 22"/>
                <a:gd name="T48" fmla="*/ 2216 w 235"/>
                <a:gd name="T49" fmla="*/ 283 h 22"/>
                <a:gd name="T50" fmla="*/ 2133 w 235"/>
                <a:gd name="T51" fmla="*/ 250 h 22"/>
                <a:gd name="T52" fmla="*/ 1778 w 235"/>
                <a:gd name="T53" fmla="*/ 125 h 22"/>
                <a:gd name="T54" fmla="*/ 1541 w 235"/>
                <a:gd name="T55" fmla="*/ 188 h 22"/>
                <a:gd name="T56" fmla="*/ 1374 w 235"/>
                <a:gd name="T57" fmla="*/ 208 h 22"/>
                <a:gd name="T58" fmla="*/ 999 w 235"/>
                <a:gd name="T59" fmla="*/ 20 h 22"/>
                <a:gd name="T60" fmla="*/ 824 w 235"/>
                <a:gd name="T61" fmla="*/ 33 h 22"/>
                <a:gd name="T62" fmla="*/ 480 w 235"/>
                <a:gd name="T63" fmla="*/ 175 h 22"/>
                <a:gd name="T64" fmla="*/ 250 w 235"/>
                <a:gd name="T65" fmla="*/ 95 h 22"/>
                <a:gd name="T66" fmla="*/ 0 w 235"/>
                <a:gd name="T67" fmla="*/ 33 h 2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5" h="22">
                  <a:moveTo>
                    <a:pt x="0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5" y="6"/>
                    <a:pt x="10" y="8"/>
                    <a:pt x="14" y="10"/>
                  </a:cubicBezTo>
                  <a:cubicBezTo>
                    <a:pt x="19" y="13"/>
                    <a:pt x="24" y="15"/>
                    <a:pt x="29" y="15"/>
                  </a:cubicBezTo>
                  <a:cubicBezTo>
                    <a:pt x="30" y="15"/>
                    <a:pt x="31" y="15"/>
                    <a:pt x="32" y="15"/>
                  </a:cubicBezTo>
                  <a:cubicBezTo>
                    <a:pt x="38" y="14"/>
                    <a:pt x="43" y="12"/>
                    <a:pt x="49" y="9"/>
                  </a:cubicBezTo>
                  <a:cubicBezTo>
                    <a:pt x="51" y="8"/>
                    <a:pt x="53" y="7"/>
                    <a:pt x="55" y="6"/>
                  </a:cubicBezTo>
                  <a:cubicBezTo>
                    <a:pt x="57" y="5"/>
                    <a:pt x="58" y="4"/>
                    <a:pt x="60" y="4"/>
                  </a:cubicBezTo>
                  <a:cubicBezTo>
                    <a:pt x="60" y="4"/>
                    <a:pt x="61" y="5"/>
                    <a:pt x="62" y="5"/>
                  </a:cubicBezTo>
                  <a:cubicBezTo>
                    <a:pt x="66" y="7"/>
                    <a:pt x="70" y="9"/>
                    <a:pt x="74" y="12"/>
                  </a:cubicBezTo>
                  <a:cubicBezTo>
                    <a:pt x="78" y="14"/>
                    <a:pt x="82" y="17"/>
                    <a:pt x="87" y="18"/>
                  </a:cubicBezTo>
                  <a:cubicBezTo>
                    <a:pt x="88" y="18"/>
                    <a:pt x="89" y="18"/>
                    <a:pt x="90" y="18"/>
                  </a:cubicBezTo>
                  <a:cubicBezTo>
                    <a:pt x="94" y="18"/>
                    <a:pt x="98" y="17"/>
                    <a:pt x="101" y="16"/>
                  </a:cubicBezTo>
                  <a:cubicBezTo>
                    <a:pt x="104" y="14"/>
                    <a:pt x="107" y="13"/>
                    <a:pt x="110" y="13"/>
                  </a:cubicBezTo>
                  <a:cubicBezTo>
                    <a:pt x="111" y="13"/>
                    <a:pt x="112" y="12"/>
                    <a:pt x="114" y="12"/>
                  </a:cubicBezTo>
                  <a:cubicBezTo>
                    <a:pt x="119" y="12"/>
                    <a:pt x="124" y="15"/>
                    <a:pt x="130" y="17"/>
                  </a:cubicBezTo>
                  <a:cubicBezTo>
                    <a:pt x="131" y="18"/>
                    <a:pt x="133" y="19"/>
                    <a:pt x="135" y="20"/>
                  </a:cubicBezTo>
                  <a:cubicBezTo>
                    <a:pt x="137" y="21"/>
                    <a:pt x="139" y="22"/>
                    <a:pt x="141" y="22"/>
                  </a:cubicBezTo>
                  <a:cubicBezTo>
                    <a:pt x="141" y="22"/>
                    <a:pt x="141" y="22"/>
                    <a:pt x="141" y="22"/>
                  </a:cubicBezTo>
                  <a:cubicBezTo>
                    <a:pt x="141" y="22"/>
                    <a:pt x="141" y="22"/>
                    <a:pt x="141" y="22"/>
                  </a:cubicBezTo>
                  <a:cubicBezTo>
                    <a:pt x="142" y="22"/>
                    <a:pt x="142" y="22"/>
                    <a:pt x="142" y="22"/>
                  </a:cubicBezTo>
                  <a:cubicBezTo>
                    <a:pt x="144" y="22"/>
                    <a:pt x="146" y="21"/>
                    <a:pt x="148" y="20"/>
                  </a:cubicBezTo>
                  <a:cubicBezTo>
                    <a:pt x="150" y="19"/>
                    <a:pt x="151" y="18"/>
                    <a:pt x="152" y="18"/>
                  </a:cubicBezTo>
                  <a:cubicBezTo>
                    <a:pt x="156" y="17"/>
                    <a:pt x="159" y="16"/>
                    <a:pt x="163" y="14"/>
                  </a:cubicBezTo>
                  <a:cubicBezTo>
                    <a:pt x="166" y="13"/>
                    <a:pt x="168" y="11"/>
                    <a:pt x="170" y="10"/>
                  </a:cubicBezTo>
                  <a:cubicBezTo>
                    <a:pt x="172" y="9"/>
                    <a:pt x="174" y="8"/>
                    <a:pt x="175" y="8"/>
                  </a:cubicBezTo>
                  <a:cubicBezTo>
                    <a:pt x="176" y="8"/>
                    <a:pt x="177" y="8"/>
                    <a:pt x="179" y="9"/>
                  </a:cubicBezTo>
                  <a:cubicBezTo>
                    <a:pt x="183" y="12"/>
                    <a:pt x="187" y="14"/>
                    <a:pt x="191" y="15"/>
                  </a:cubicBezTo>
                  <a:cubicBezTo>
                    <a:pt x="193" y="16"/>
                    <a:pt x="195" y="17"/>
                    <a:pt x="197" y="17"/>
                  </a:cubicBezTo>
                  <a:cubicBezTo>
                    <a:pt x="198" y="18"/>
                    <a:pt x="200" y="18"/>
                    <a:pt x="201" y="18"/>
                  </a:cubicBezTo>
                  <a:cubicBezTo>
                    <a:pt x="203" y="18"/>
                    <a:pt x="205" y="18"/>
                    <a:pt x="207" y="17"/>
                  </a:cubicBezTo>
                  <a:cubicBezTo>
                    <a:pt x="213" y="15"/>
                    <a:pt x="218" y="12"/>
                    <a:pt x="223" y="11"/>
                  </a:cubicBezTo>
                  <a:cubicBezTo>
                    <a:pt x="225" y="10"/>
                    <a:pt x="227" y="10"/>
                    <a:pt x="229" y="9"/>
                  </a:cubicBezTo>
                  <a:cubicBezTo>
                    <a:pt x="231" y="9"/>
                    <a:pt x="233" y="8"/>
                    <a:pt x="235" y="7"/>
                  </a:cubicBezTo>
                  <a:cubicBezTo>
                    <a:pt x="233" y="4"/>
                    <a:pt x="233" y="4"/>
                    <a:pt x="233" y="4"/>
                  </a:cubicBezTo>
                  <a:cubicBezTo>
                    <a:pt x="232" y="4"/>
                    <a:pt x="230" y="5"/>
                    <a:pt x="228" y="5"/>
                  </a:cubicBezTo>
                  <a:cubicBezTo>
                    <a:pt x="226" y="6"/>
                    <a:pt x="224" y="6"/>
                    <a:pt x="222" y="6"/>
                  </a:cubicBezTo>
                  <a:cubicBezTo>
                    <a:pt x="216" y="8"/>
                    <a:pt x="211" y="11"/>
                    <a:pt x="205" y="13"/>
                  </a:cubicBezTo>
                  <a:cubicBezTo>
                    <a:pt x="204" y="14"/>
                    <a:pt x="203" y="14"/>
                    <a:pt x="201" y="14"/>
                  </a:cubicBezTo>
                  <a:cubicBezTo>
                    <a:pt x="200" y="14"/>
                    <a:pt x="199" y="14"/>
                    <a:pt x="198" y="13"/>
                  </a:cubicBezTo>
                  <a:cubicBezTo>
                    <a:pt x="197" y="13"/>
                    <a:pt x="195" y="12"/>
                    <a:pt x="193" y="11"/>
                  </a:cubicBezTo>
                  <a:cubicBezTo>
                    <a:pt x="188" y="10"/>
                    <a:pt x="185" y="8"/>
                    <a:pt x="181" y="6"/>
                  </a:cubicBezTo>
                  <a:cubicBezTo>
                    <a:pt x="179" y="4"/>
                    <a:pt x="177" y="4"/>
                    <a:pt x="175" y="4"/>
                  </a:cubicBezTo>
                  <a:cubicBezTo>
                    <a:pt x="172" y="4"/>
                    <a:pt x="170" y="5"/>
                    <a:pt x="168" y="6"/>
                  </a:cubicBezTo>
                  <a:cubicBezTo>
                    <a:pt x="166" y="8"/>
                    <a:pt x="164" y="9"/>
                    <a:pt x="161" y="10"/>
                  </a:cubicBezTo>
                  <a:cubicBezTo>
                    <a:pt x="158" y="12"/>
                    <a:pt x="155" y="12"/>
                    <a:pt x="151" y="14"/>
                  </a:cubicBezTo>
                  <a:cubicBezTo>
                    <a:pt x="149" y="15"/>
                    <a:pt x="147" y="16"/>
                    <a:pt x="146" y="17"/>
                  </a:cubicBezTo>
                  <a:cubicBezTo>
                    <a:pt x="144" y="17"/>
                    <a:pt x="143" y="18"/>
                    <a:pt x="142" y="18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0" y="18"/>
                    <a:pt x="139" y="17"/>
                    <a:pt x="137" y="16"/>
                  </a:cubicBezTo>
                  <a:cubicBezTo>
                    <a:pt x="135" y="15"/>
                    <a:pt x="133" y="14"/>
                    <a:pt x="131" y="13"/>
                  </a:cubicBezTo>
                  <a:cubicBezTo>
                    <a:pt x="126" y="11"/>
                    <a:pt x="120" y="8"/>
                    <a:pt x="114" y="8"/>
                  </a:cubicBezTo>
                  <a:cubicBezTo>
                    <a:pt x="112" y="8"/>
                    <a:pt x="111" y="8"/>
                    <a:pt x="110" y="8"/>
                  </a:cubicBezTo>
                  <a:cubicBezTo>
                    <a:pt x="106" y="9"/>
                    <a:pt x="103" y="10"/>
                    <a:pt x="99" y="12"/>
                  </a:cubicBezTo>
                  <a:cubicBezTo>
                    <a:pt x="96" y="13"/>
                    <a:pt x="93" y="14"/>
                    <a:pt x="90" y="14"/>
                  </a:cubicBezTo>
                  <a:cubicBezTo>
                    <a:pt x="90" y="14"/>
                    <a:pt x="89" y="14"/>
                    <a:pt x="88" y="13"/>
                  </a:cubicBezTo>
                  <a:cubicBezTo>
                    <a:pt x="84" y="13"/>
                    <a:pt x="80" y="10"/>
                    <a:pt x="76" y="8"/>
                  </a:cubicBezTo>
                  <a:cubicBezTo>
                    <a:pt x="72" y="6"/>
                    <a:pt x="68" y="3"/>
                    <a:pt x="64" y="1"/>
                  </a:cubicBezTo>
                  <a:cubicBezTo>
                    <a:pt x="63" y="0"/>
                    <a:pt x="61" y="0"/>
                    <a:pt x="60" y="0"/>
                  </a:cubicBezTo>
                  <a:cubicBezTo>
                    <a:pt x="57" y="0"/>
                    <a:pt x="55" y="1"/>
                    <a:pt x="53" y="2"/>
                  </a:cubicBezTo>
                  <a:cubicBezTo>
                    <a:pt x="51" y="3"/>
                    <a:pt x="49" y="5"/>
                    <a:pt x="47" y="6"/>
                  </a:cubicBezTo>
                  <a:cubicBezTo>
                    <a:pt x="42" y="8"/>
                    <a:pt x="36" y="10"/>
                    <a:pt x="31" y="11"/>
                  </a:cubicBezTo>
                  <a:cubicBezTo>
                    <a:pt x="30" y="11"/>
                    <a:pt x="30" y="11"/>
                    <a:pt x="29" y="11"/>
                  </a:cubicBezTo>
                  <a:cubicBezTo>
                    <a:pt x="25" y="11"/>
                    <a:pt x="21" y="9"/>
                    <a:pt x="16" y="6"/>
                  </a:cubicBezTo>
                  <a:cubicBezTo>
                    <a:pt x="12" y="4"/>
                    <a:pt x="7" y="2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3" name="Freeform 793">
              <a:extLst>
                <a:ext uri="{FF2B5EF4-FFF2-40B4-BE49-F238E27FC236}">
                  <a16:creationId xmlns:a16="http://schemas.microsoft.com/office/drawing/2014/main" id="{F37FD6E6-1D09-49EC-8425-654CDD13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876"/>
              <a:ext cx="130" cy="45"/>
            </a:xfrm>
            <a:custGeom>
              <a:avLst/>
              <a:gdLst>
                <a:gd name="T0" fmla="*/ 0 w 52"/>
                <a:gd name="T1" fmla="*/ 50 h 18"/>
                <a:gd name="T2" fmla="*/ 270 w 52"/>
                <a:gd name="T3" fmla="*/ 220 h 18"/>
                <a:gd name="T4" fmla="*/ 333 w 52"/>
                <a:gd name="T5" fmla="*/ 270 h 18"/>
                <a:gd name="T6" fmla="*/ 425 w 52"/>
                <a:gd name="T7" fmla="*/ 283 h 18"/>
                <a:gd name="T8" fmla="*/ 425 w 52"/>
                <a:gd name="T9" fmla="*/ 283 h 18"/>
                <a:gd name="T10" fmla="*/ 625 w 52"/>
                <a:gd name="T11" fmla="*/ 208 h 18"/>
                <a:gd name="T12" fmla="*/ 813 w 52"/>
                <a:gd name="T13" fmla="*/ 113 h 18"/>
                <a:gd name="T14" fmla="*/ 800 w 52"/>
                <a:gd name="T15" fmla="*/ 50 h 18"/>
                <a:gd name="T16" fmla="*/ 595 w 52"/>
                <a:gd name="T17" fmla="*/ 145 h 18"/>
                <a:gd name="T18" fmla="*/ 425 w 52"/>
                <a:gd name="T19" fmla="*/ 220 h 18"/>
                <a:gd name="T20" fmla="*/ 425 w 52"/>
                <a:gd name="T21" fmla="*/ 220 h 18"/>
                <a:gd name="T22" fmla="*/ 363 w 52"/>
                <a:gd name="T23" fmla="*/ 208 h 18"/>
                <a:gd name="T24" fmla="*/ 300 w 52"/>
                <a:gd name="T25" fmla="*/ 175 h 18"/>
                <a:gd name="T26" fmla="*/ 50 w 52"/>
                <a:gd name="T27" fmla="*/ 0 h 18"/>
                <a:gd name="T28" fmla="*/ 0 w 52"/>
                <a:gd name="T29" fmla="*/ 50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18">
                  <a:moveTo>
                    <a:pt x="0" y="3"/>
                  </a:moveTo>
                  <a:cubicBezTo>
                    <a:pt x="5" y="8"/>
                    <a:pt x="12" y="11"/>
                    <a:pt x="17" y="14"/>
                  </a:cubicBezTo>
                  <a:cubicBezTo>
                    <a:pt x="18" y="15"/>
                    <a:pt x="20" y="16"/>
                    <a:pt x="21" y="17"/>
                  </a:cubicBezTo>
                  <a:cubicBezTo>
                    <a:pt x="23" y="18"/>
                    <a:pt x="24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32" y="18"/>
                    <a:pt x="36" y="16"/>
                    <a:pt x="40" y="13"/>
                  </a:cubicBezTo>
                  <a:cubicBezTo>
                    <a:pt x="45" y="11"/>
                    <a:pt x="49" y="8"/>
                    <a:pt x="52" y="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47" y="4"/>
                    <a:pt x="42" y="7"/>
                    <a:pt x="38" y="9"/>
                  </a:cubicBezTo>
                  <a:cubicBezTo>
                    <a:pt x="34" y="12"/>
                    <a:pt x="30" y="14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5" y="14"/>
                    <a:pt x="24" y="14"/>
                    <a:pt x="23" y="13"/>
                  </a:cubicBezTo>
                  <a:cubicBezTo>
                    <a:pt x="22" y="13"/>
                    <a:pt x="21" y="12"/>
                    <a:pt x="19" y="11"/>
                  </a:cubicBezTo>
                  <a:cubicBezTo>
                    <a:pt x="14" y="7"/>
                    <a:pt x="7" y="4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4" name="Freeform 794">
              <a:extLst>
                <a:ext uri="{FF2B5EF4-FFF2-40B4-BE49-F238E27FC236}">
                  <a16:creationId xmlns:a16="http://schemas.microsoft.com/office/drawing/2014/main" id="{BD57FCD8-7D5D-4067-ACE2-F3DB91DD3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868"/>
              <a:ext cx="155" cy="50"/>
            </a:xfrm>
            <a:custGeom>
              <a:avLst/>
              <a:gdLst>
                <a:gd name="T0" fmla="*/ 0 w 62"/>
                <a:gd name="T1" fmla="*/ 95 h 20"/>
                <a:gd name="T2" fmla="*/ 458 w 62"/>
                <a:gd name="T3" fmla="*/ 300 h 20"/>
                <a:gd name="T4" fmla="*/ 470 w 62"/>
                <a:gd name="T5" fmla="*/ 313 h 20"/>
                <a:gd name="T6" fmla="*/ 500 w 62"/>
                <a:gd name="T7" fmla="*/ 300 h 20"/>
                <a:gd name="T8" fmla="*/ 970 w 62"/>
                <a:gd name="T9" fmla="*/ 63 h 20"/>
                <a:gd name="T10" fmla="*/ 938 w 62"/>
                <a:gd name="T11" fmla="*/ 0 h 20"/>
                <a:gd name="T12" fmla="*/ 458 w 62"/>
                <a:gd name="T13" fmla="*/ 250 h 20"/>
                <a:gd name="T14" fmla="*/ 470 w 62"/>
                <a:gd name="T15" fmla="*/ 270 h 20"/>
                <a:gd name="T16" fmla="*/ 488 w 62"/>
                <a:gd name="T17" fmla="*/ 250 h 20"/>
                <a:gd name="T18" fmla="*/ 33 w 62"/>
                <a:gd name="T19" fmla="*/ 33 h 20"/>
                <a:gd name="T20" fmla="*/ 0 w 62"/>
                <a:gd name="T21" fmla="*/ 95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20">
                  <a:moveTo>
                    <a:pt x="0" y="6"/>
                  </a:moveTo>
                  <a:cubicBezTo>
                    <a:pt x="10" y="11"/>
                    <a:pt x="20" y="14"/>
                    <a:pt x="29" y="19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40" y="13"/>
                    <a:pt x="52" y="9"/>
                    <a:pt x="62" y="4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1" y="5"/>
                    <a:pt x="38" y="8"/>
                    <a:pt x="29" y="16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22" y="10"/>
                    <a:pt x="12" y="7"/>
                    <a:pt x="2" y="2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5" name="Freeform 795">
              <a:extLst>
                <a:ext uri="{FF2B5EF4-FFF2-40B4-BE49-F238E27FC236}">
                  <a16:creationId xmlns:a16="http://schemas.microsoft.com/office/drawing/2014/main" id="{A8B63A51-6E0D-44A0-851B-15940594C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3863"/>
              <a:ext cx="112" cy="45"/>
            </a:xfrm>
            <a:custGeom>
              <a:avLst/>
              <a:gdLst>
                <a:gd name="T0" fmla="*/ 12 w 45"/>
                <a:gd name="T1" fmla="*/ 83 h 18"/>
                <a:gd name="T2" fmla="*/ 12 w 45"/>
                <a:gd name="T3" fmla="*/ 83 h 18"/>
                <a:gd name="T4" fmla="*/ 105 w 45"/>
                <a:gd name="T5" fmla="*/ 95 h 18"/>
                <a:gd name="T6" fmla="*/ 187 w 45"/>
                <a:gd name="T7" fmla="*/ 125 h 18"/>
                <a:gd name="T8" fmla="*/ 279 w 45"/>
                <a:gd name="T9" fmla="*/ 208 h 18"/>
                <a:gd name="T10" fmla="*/ 403 w 45"/>
                <a:gd name="T11" fmla="*/ 283 h 18"/>
                <a:gd name="T12" fmla="*/ 416 w 45"/>
                <a:gd name="T13" fmla="*/ 283 h 18"/>
                <a:gd name="T14" fmla="*/ 587 w 45"/>
                <a:gd name="T15" fmla="*/ 220 h 18"/>
                <a:gd name="T16" fmla="*/ 694 w 45"/>
                <a:gd name="T17" fmla="*/ 83 h 18"/>
                <a:gd name="T18" fmla="*/ 650 w 45"/>
                <a:gd name="T19" fmla="*/ 50 h 18"/>
                <a:gd name="T20" fmla="*/ 540 w 45"/>
                <a:gd name="T21" fmla="*/ 158 h 18"/>
                <a:gd name="T22" fmla="*/ 416 w 45"/>
                <a:gd name="T23" fmla="*/ 220 h 18"/>
                <a:gd name="T24" fmla="*/ 416 w 45"/>
                <a:gd name="T25" fmla="*/ 220 h 18"/>
                <a:gd name="T26" fmla="*/ 321 w 45"/>
                <a:gd name="T27" fmla="*/ 158 h 18"/>
                <a:gd name="T28" fmla="*/ 229 w 45"/>
                <a:gd name="T29" fmla="*/ 63 h 18"/>
                <a:gd name="T30" fmla="*/ 124 w 45"/>
                <a:gd name="T31" fmla="*/ 20 h 18"/>
                <a:gd name="T32" fmla="*/ 12 w 45"/>
                <a:gd name="T33" fmla="*/ 0 h 18"/>
                <a:gd name="T34" fmla="*/ 0 w 45"/>
                <a:gd name="T35" fmla="*/ 0 h 18"/>
                <a:gd name="T36" fmla="*/ 12 w 45"/>
                <a:gd name="T37" fmla="*/ 83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18">
                  <a:moveTo>
                    <a:pt x="1" y="5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3" y="5"/>
                    <a:pt x="5" y="5"/>
                    <a:pt x="7" y="6"/>
                  </a:cubicBezTo>
                  <a:cubicBezTo>
                    <a:pt x="9" y="6"/>
                    <a:pt x="11" y="7"/>
                    <a:pt x="12" y="8"/>
                  </a:cubicBezTo>
                  <a:cubicBezTo>
                    <a:pt x="14" y="9"/>
                    <a:pt x="16" y="11"/>
                    <a:pt x="18" y="13"/>
                  </a:cubicBezTo>
                  <a:cubicBezTo>
                    <a:pt x="20" y="15"/>
                    <a:pt x="23" y="17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31" y="18"/>
                    <a:pt x="34" y="16"/>
                    <a:pt x="38" y="14"/>
                  </a:cubicBezTo>
                  <a:cubicBezTo>
                    <a:pt x="41" y="12"/>
                    <a:pt x="44" y="8"/>
                    <a:pt x="45" y="5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0" y="6"/>
                    <a:pt x="38" y="8"/>
                    <a:pt x="35" y="10"/>
                  </a:cubicBezTo>
                  <a:cubicBezTo>
                    <a:pt x="32" y="13"/>
                    <a:pt x="29" y="14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5" y="13"/>
                    <a:pt x="23" y="12"/>
                    <a:pt x="21" y="10"/>
                  </a:cubicBezTo>
                  <a:cubicBezTo>
                    <a:pt x="19" y="8"/>
                    <a:pt x="17" y="6"/>
                    <a:pt x="15" y="4"/>
                  </a:cubicBezTo>
                  <a:cubicBezTo>
                    <a:pt x="13" y="3"/>
                    <a:pt x="10" y="2"/>
                    <a:pt x="8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6" name="Freeform 796">
              <a:extLst>
                <a:ext uri="{FF2B5EF4-FFF2-40B4-BE49-F238E27FC236}">
                  <a16:creationId xmlns:a16="http://schemas.microsoft.com/office/drawing/2014/main" id="{CB9B9091-D1F3-4021-B763-583DBD3F5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868"/>
              <a:ext cx="160" cy="40"/>
            </a:xfrm>
            <a:custGeom>
              <a:avLst/>
              <a:gdLst>
                <a:gd name="T0" fmla="*/ 20 w 64"/>
                <a:gd name="T1" fmla="*/ 63 h 16"/>
                <a:gd name="T2" fmla="*/ 20 w 64"/>
                <a:gd name="T3" fmla="*/ 63 h 16"/>
                <a:gd name="T4" fmla="*/ 83 w 64"/>
                <a:gd name="T5" fmla="*/ 95 h 16"/>
                <a:gd name="T6" fmla="*/ 158 w 64"/>
                <a:gd name="T7" fmla="*/ 125 h 16"/>
                <a:gd name="T8" fmla="*/ 345 w 64"/>
                <a:gd name="T9" fmla="*/ 158 h 16"/>
                <a:gd name="T10" fmla="*/ 458 w 64"/>
                <a:gd name="T11" fmla="*/ 208 h 16"/>
                <a:gd name="T12" fmla="*/ 583 w 64"/>
                <a:gd name="T13" fmla="*/ 250 h 16"/>
                <a:gd name="T14" fmla="*/ 613 w 64"/>
                <a:gd name="T15" fmla="*/ 250 h 16"/>
                <a:gd name="T16" fmla="*/ 813 w 64"/>
                <a:gd name="T17" fmla="*/ 188 h 16"/>
                <a:gd name="T18" fmla="*/ 988 w 64"/>
                <a:gd name="T19" fmla="*/ 125 h 16"/>
                <a:gd name="T20" fmla="*/ 1000 w 64"/>
                <a:gd name="T21" fmla="*/ 125 h 16"/>
                <a:gd name="T22" fmla="*/ 1000 w 64"/>
                <a:gd name="T23" fmla="*/ 63 h 16"/>
                <a:gd name="T24" fmla="*/ 988 w 64"/>
                <a:gd name="T25" fmla="*/ 63 h 16"/>
                <a:gd name="T26" fmla="*/ 783 w 64"/>
                <a:gd name="T27" fmla="*/ 125 h 16"/>
                <a:gd name="T28" fmla="*/ 613 w 64"/>
                <a:gd name="T29" fmla="*/ 188 h 16"/>
                <a:gd name="T30" fmla="*/ 595 w 64"/>
                <a:gd name="T31" fmla="*/ 188 h 16"/>
                <a:gd name="T32" fmla="*/ 488 w 64"/>
                <a:gd name="T33" fmla="*/ 145 h 16"/>
                <a:gd name="T34" fmla="*/ 363 w 64"/>
                <a:gd name="T35" fmla="*/ 95 h 16"/>
                <a:gd name="T36" fmla="*/ 175 w 64"/>
                <a:gd name="T37" fmla="*/ 63 h 16"/>
                <a:gd name="T38" fmla="*/ 113 w 64"/>
                <a:gd name="T39" fmla="*/ 33 h 16"/>
                <a:gd name="T40" fmla="*/ 20 w 64"/>
                <a:gd name="T41" fmla="*/ 0 h 16"/>
                <a:gd name="T42" fmla="*/ 0 w 64"/>
                <a:gd name="T43" fmla="*/ 0 h 16"/>
                <a:gd name="T44" fmla="*/ 20 w 64"/>
                <a:gd name="T45" fmla="*/ 63 h 1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4" h="16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3" y="5"/>
                    <a:pt x="5" y="6"/>
                  </a:cubicBezTo>
                  <a:cubicBezTo>
                    <a:pt x="6" y="6"/>
                    <a:pt x="8" y="8"/>
                    <a:pt x="10" y="8"/>
                  </a:cubicBezTo>
                  <a:cubicBezTo>
                    <a:pt x="14" y="9"/>
                    <a:pt x="18" y="9"/>
                    <a:pt x="22" y="10"/>
                  </a:cubicBezTo>
                  <a:cubicBezTo>
                    <a:pt x="24" y="11"/>
                    <a:pt x="27" y="12"/>
                    <a:pt x="29" y="13"/>
                  </a:cubicBezTo>
                  <a:cubicBezTo>
                    <a:pt x="32" y="14"/>
                    <a:pt x="35" y="16"/>
                    <a:pt x="37" y="16"/>
                  </a:cubicBezTo>
                  <a:cubicBezTo>
                    <a:pt x="38" y="16"/>
                    <a:pt x="39" y="16"/>
                    <a:pt x="39" y="16"/>
                  </a:cubicBezTo>
                  <a:cubicBezTo>
                    <a:pt x="44" y="16"/>
                    <a:pt x="48" y="14"/>
                    <a:pt x="52" y="12"/>
                  </a:cubicBezTo>
                  <a:cubicBezTo>
                    <a:pt x="56" y="10"/>
                    <a:pt x="60" y="8"/>
                    <a:pt x="63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3" y="4"/>
                    <a:pt x="63" y="4"/>
                  </a:cubicBezTo>
                  <a:cubicBezTo>
                    <a:pt x="58" y="4"/>
                    <a:pt x="54" y="6"/>
                    <a:pt x="50" y="8"/>
                  </a:cubicBezTo>
                  <a:cubicBezTo>
                    <a:pt x="46" y="10"/>
                    <a:pt x="42" y="12"/>
                    <a:pt x="39" y="12"/>
                  </a:cubicBezTo>
                  <a:cubicBezTo>
                    <a:pt x="39" y="12"/>
                    <a:pt x="38" y="12"/>
                    <a:pt x="38" y="12"/>
                  </a:cubicBezTo>
                  <a:cubicBezTo>
                    <a:pt x="36" y="11"/>
                    <a:pt x="34" y="10"/>
                    <a:pt x="31" y="9"/>
                  </a:cubicBezTo>
                  <a:cubicBezTo>
                    <a:pt x="29" y="8"/>
                    <a:pt x="26" y="7"/>
                    <a:pt x="23" y="6"/>
                  </a:cubicBezTo>
                  <a:cubicBezTo>
                    <a:pt x="19" y="5"/>
                    <a:pt x="15" y="5"/>
                    <a:pt x="11" y="4"/>
                  </a:cubicBezTo>
                  <a:cubicBezTo>
                    <a:pt x="10" y="4"/>
                    <a:pt x="8" y="3"/>
                    <a:pt x="7" y="2"/>
                  </a:cubicBezTo>
                  <a:cubicBezTo>
                    <a:pt x="5" y="1"/>
                    <a:pt x="4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7" name="Freeform 797">
              <a:extLst>
                <a:ext uri="{FF2B5EF4-FFF2-40B4-BE49-F238E27FC236}">
                  <a16:creationId xmlns:a16="http://schemas.microsoft.com/office/drawing/2014/main" id="{08D41E22-A9DF-4B43-9657-747000BE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3873"/>
              <a:ext cx="140" cy="53"/>
            </a:xfrm>
            <a:custGeom>
              <a:avLst/>
              <a:gdLst>
                <a:gd name="T0" fmla="*/ 0 w 56"/>
                <a:gd name="T1" fmla="*/ 50 h 21"/>
                <a:gd name="T2" fmla="*/ 250 w 56"/>
                <a:gd name="T3" fmla="*/ 209 h 21"/>
                <a:gd name="T4" fmla="*/ 345 w 56"/>
                <a:gd name="T5" fmla="*/ 288 h 21"/>
                <a:gd name="T6" fmla="*/ 470 w 56"/>
                <a:gd name="T7" fmla="*/ 338 h 21"/>
                <a:gd name="T8" fmla="*/ 470 w 56"/>
                <a:gd name="T9" fmla="*/ 338 h 21"/>
                <a:gd name="T10" fmla="*/ 520 w 56"/>
                <a:gd name="T11" fmla="*/ 318 h 21"/>
                <a:gd name="T12" fmla="*/ 595 w 56"/>
                <a:gd name="T13" fmla="*/ 288 h 21"/>
                <a:gd name="T14" fmla="*/ 658 w 56"/>
                <a:gd name="T15" fmla="*/ 255 h 21"/>
                <a:gd name="T16" fmla="*/ 845 w 56"/>
                <a:gd name="T17" fmla="*/ 146 h 21"/>
                <a:gd name="T18" fmla="*/ 833 w 56"/>
                <a:gd name="T19" fmla="*/ 114 h 21"/>
                <a:gd name="T20" fmla="*/ 813 w 56"/>
                <a:gd name="T21" fmla="*/ 146 h 21"/>
                <a:gd name="T22" fmla="*/ 833 w 56"/>
                <a:gd name="T23" fmla="*/ 126 h 21"/>
                <a:gd name="T24" fmla="*/ 800 w 56"/>
                <a:gd name="T25" fmla="*/ 146 h 21"/>
                <a:gd name="T26" fmla="*/ 813 w 56"/>
                <a:gd name="T27" fmla="*/ 146 h 21"/>
                <a:gd name="T28" fmla="*/ 833 w 56"/>
                <a:gd name="T29" fmla="*/ 126 h 21"/>
                <a:gd name="T30" fmla="*/ 800 w 56"/>
                <a:gd name="T31" fmla="*/ 146 h 21"/>
                <a:gd name="T32" fmla="*/ 813 w 56"/>
                <a:gd name="T33" fmla="*/ 126 h 21"/>
                <a:gd name="T34" fmla="*/ 800 w 56"/>
                <a:gd name="T35" fmla="*/ 126 h 21"/>
                <a:gd name="T36" fmla="*/ 800 w 56"/>
                <a:gd name="T37" fmla="*/ 146 h 21"/>
                <a:gd name="T38" fmla="*/ 813 w 56"/>
                <a:gd name="T39" fmla="*/ 126 h 21"/>
                <a:gd name="T40" fmla="*/ 800 w 56"/>
                <a:gd name="T41" fmla="*/ 126 h 21"/>
                <a:gd name="T42" fmla="*/ 813 w 56"/>
                <a:gd name="T43" fmla="*/ 126 h 21"/>
                <a:gd name="T44" fmla="*/ 800 w 56"/>
                <a:gd name="T45" fmla="*/ 126 h 21"/>
                <a:gd name="T46" fmla="*/ 800 w 56"/>
                <a:gd name="T47" fmla="*/ 126 h 21"/>
                <a:gd name="T48" fmla="*/ 813 w 56"/>
                <a:gd name="T49" fmla="*/ 126 h 21"/>
                <a:gd name="T50" fmla="*/ 800 w 56"/>
                <a:gd name="T51" fmla="*/ 126 h 21"/>
                <a:gd name="T52" fmla="*/ 800 w 56"/>
                <a:gd name="T53" fmla="*/ 126 h 21"/>
                <a:gd name="T54" fmla="*/ 875 w 56"/>
                <a:gd name="T55" fmla="*/ 146 h 21"/>
                <a:gd name="T56" fmla="*/ 875 w 56"/>
                <a:gd name="T57" fmla="*/ 126 h 21"/>
                <a:gd name="T58" fmla="*/ 863 w 56"/>
                <a:gd name="T59" fmla="*/ 114 h 21"/>
                <a:gd name="T60" fmla="*/ 845 w 56"/>
                <a:gd name="T61" fmla="*/ 83 h 21"/>
                <a:gd name="T62" fmla="*/ 833 w 56"/>
                <a:gd name="T63" fmla="*/ 83 h 21"/>
                <a:gd name="T64" fmla="*/ 813 w 56"/>
                <a:gd name="T65" fmla="*/ 96 h 21"/>
                <a:gd name="T66" fmla="*/ 625 w 56"/>
                <a:gd name="T67" fmla="*/ 192 h 21"/>
                <a:gd name="T68" fmla="*/ 533 w 56"/>
                <a:gd name="T69" fmla="*/ 242 h 21"/>
                <a:gd name="T70" fmla="*/ 488 w 56"/>
                <a:gd name="T71" fmla="*/ 255 h 21"/>
                <a:gd name="T72" fmla="*/ 470 w 56"/>
                <a:gd name="T73" fmla="*/ 275 h 21"/>
                <a:gd name="T74" fmla="*/ 470 w 56"/>
                <a:gd name="T75" fmla="*/ 275 h 21"/>
                <a:gd name="T76" fmla="*/ 395 w 56"/>
                <a:gd name="T77" fmla="*/ 222 h 21"/>
                <a:gd name="T78" fmla="*/ 300 w 56"/>
                <a:gd name="T79" fmla="*/ 159 h 21"/>
                <a:gd name="T80" fmla="*/ 33 w 56"/>
                <a:gd name="T81" fmla="*/ 0 h 21"/>
                <a:gd name="T82" fmla="*/ 0 w 56"/>
                <a:gd name="T83" fmla="*/ 50 h 2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6" h="21">
                  <a:moveTo>
                    <a:pt x="0" y="3"/>
                  </a:moveTo>
                  <a:cubicBezTo>
                    <a:pt x="5" y="7"/>
                    <a:pt x="11" y="10"/>
                    <a:pt x="16" y="13"/>
                  </a:cubicBezTo>
                  <a:cubicBezTo>
                    <a:pt x="18" y="14"/>
                    <a:pt x="20" y="16"/>
                    <a:pt x="22" y="18"/>
                  </a:cubicBezTo>
                  <a:cubicBezTo>
                    <a:pt x="24" y="19"/>
                    <a:pt x="27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2" y="21"/>
                    <a:pt x="33" y="20"/>
                  </a:cubicBezTo>
                  <a:cubicBezTo>
                    <a:pt x="35" y="20"/>
                    <a:pt x="36" y="19"/>
                    <a:pt x="38" y="18"/>
                  </a:cubicBezTo>
                  <a:cubicBezTo>
                    <a:pt x="39" y="17"/>
                    <a:pt x="41" y="17"/>
                    <a:pt x="42" y="16"/>
                  </a:cubicBezTo>
                  <a:cubicBezTo>
                    <a:pt x="46" y="14"/>
                    <a:pt x="50" y="12"/>
                    <a:pt x="54" y="9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6" y="8"/>
                    <a:pt x="56" y="7"/>
                    <a:pt x="55" y="7"/>
                  </a:cubicBezTo>
                  <a:cubicBezTo>
                    <a:pt x="55" y="6"/>
                    <a:pt x="54" y="6"/>
                    <a:pt x="54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8" y="8"/>
                    <a:pt x="44" y="11"/>
                    <a:pt x="40" y="12"/>
                  </a:cubicBezTo>
                  <a:cubicBezTo>
                    <a:pt x="38" y="13"/>
                    <a:pt x="36" y="14"/>
                    <a:pt x="34" y="15"/>
                  </a:cubicBezTo>
                  <a:cubicBezTo>
                    <a:pt x="33" y="16"/>
                    <a:pt x="32" y="16"/>
                    <a:pt x="31" y="16"/>
                  </a:cubicBezTo>
                  <a:cubicBezTo>
                    <a:pt x="31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8" y="17"/>
                    <a:pt x="27" y="16"/>
                    <a:pt x="25" y="14"/>
                  </a:cubicBezTo>
                  <a:cubicBezTo>
                    <a:pt x="23" y="13"/>
                    <a:pt x="21" y="11"/>
                    <a:pt x="19" y="10"/>
                  </a:cubicBezTo>
                  <a:cubicBezTo>
                    <a:pt x="13" y="6"/>
                    <a:pt x="7" y="3"/>
                    <a:pt x="2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8" name="Freeform 798">
              <a:extLst>
                <a:ext uri="{FF2B5EF4-FFF2-40B4-BE49-F238E27FC236}">
                  <a16:creationId xmlns:a16="http://schemas.microsoft.com/office/drawing/2014/main" id="{BFA26D5E-2B43-4A9F-8D02-F41F1447A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886"/>
              <a:ext cx="130" cy="47"/>
            </a:xfrm>
            <a:custGeom>
              <a:avLst/>
              <a:gdLst>
                <a:gd name="T0" fmla="*/ 33 w 52"/>
                <a:gd name="T1" fmla="*/ 74 h 19"/>
                <a:gd name="T2" fmla="*/ 50 w 52"/>
                <a:gd name="T3" fmla="*/ 62 h 19"/>
                <a:gd name="T4" fmla="*/ 125 w 52"/>
                <a:gd name="T5" fmla="*/ 92 h 19"/>
                <a:gd name="T6" fmla="*/ 250 w 52"/>
                <a:gd name="T7" fmla="*/ 215 h 19"/>
                <a:gd name="T8" fmla="*/ 333 w 52"/>
                <a:gd name="T9" fmla="*/ 275 h 19"/>
                <a:gd name="T10" fmla="*/ 425 w 52"/>
                <a:gd name="T11" fmla="*/ 287 h 19"/>
                <a:gd name="T12" fmla="*/ 425 w 52"/>
                <a:gd name="T13" fmla="*/ 287 h 19"/>
                <a:gd name="T14" fmla="*/ 425 w 52"/>
                <a:gd name="T15" fmla="*/ 287 h 19"/>
                <a:gd name="T16" fmla="*/ 625 w 52"/>
                <a:gd name="T17" fmla="*/ 195 h 19"/>
                <a:gd name="T18" fmla="*/ 813 w 52"/>
                <a:gd name="T19" fmla="*/ 121 h 19"/>
                <a:gd name="T20" fmla="*/ 800 w 52"/>
                <a:gd name="T21" fmla="*/ 42 h 19"/>
                <a:gd name="T22" fmla="*/ 595 w 52"/>
                <a:gd name="T23" fmla="*/ 153 h 19"/>
                <a:gd name="T24" fmla="*/ 425 w 52"/>
                <a:gd name="T25" fmla="*/ 228 h 19"/>
                <a:gd name="T26" fmla="*/ 425 w 52"/>
                <a:gd name="T27" fmla="*/ 228 h 19"/>
                <a:gd name="T28" fmla="*/ 425 w 52"/>
                <a:gd name="T29" fmla="*/ 228 h 19"/>
                <a:gd name="T30" fmla="*/ 345 w 52"/>
                <a:gd name="T31" fmla="*/ 195 h 19"/>
                <a:gd name="T32" fmla="*/ 208 w 52"/>
                <a:gd name="T33" fmla="*/ 74 h 19"/>
                <a:gd name="T34" fmla="*/ 145 w 52"/>
                <a:gd name="T35" fmla="*/ 30 h 19"/>
                <a:gd name="T36" fmla="*/ 50 w 52"/>
                <a:gd name="T37" fmla="*/ 0 h 19"/>
                <a:gd name="T38" fmla="*/ 0 w 52"/>
                <a:gd name="T39" fmla="*/ 12 h 19"/>
                <a:gd name="T40" fmla="*/ 33 w 52"/>
                <a:gd name="T41" fmla="*/ 74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2" h="19">
                  <a:moveTo>
                    <a:pt x="2" y="5"/>
                  </a:moveTo>
                  <a:cubicBezTo>
                    <a:pt x="2" y="4"/>
                    <a:pt x="3" y="4"/>
                    <a:pt x="3" y="4"/>
                  </a:cubicBezTo>
                  <a:cubicBezTo>
                    <a:pt x="4" y="4"/>
                    <a:pt x="6" y="5"/>
                    <a:pt x="8" y="6"/>
                  </a:cubicBezTo>
                  <a:cubicBezTo>
                    <a:pt x="10" y="8"/>
                    <a:pt x="13" y="11"/>
                    <a:pt x="16" y="14"/>
                  </a:cubicBezTo>
                  <a:cubicBezTo>
                    <a:pt x="18" y="15"/>
                    <a:pt x="19" y="17"/>
                    <a:pt x="21" y="18"/>
                  </a:cubicBezTo>
                  <a:cubicBezTo>
                    <a:pt x="23" y="18"/>
                    <a:pt x="25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32" y="19"/>
                    <a:pt x="36" y="16"/>
                    <a:pt x="40" y="13"/>
                  </a:cubicBezTo>
                  <a:cubicBezTo>
                    <a:pt x="45" y="11"/>
                    <a:pt x="48" y="8"/>
                    <a:pt x="52" y="8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46" y="4"/>
                    <a:pt x="42" y="7"/>
                    <a:pt x="38" y="10"/>
                  </a:cubicBezTo>
                  <a:cubicBezTo>
                    <a:pt x="34" y="13"/>
                    <a:pt x="30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5"/>
                    <a:pt x="24" y="14"/>
                    <a:pt x="22" y="13"/>
                  </a:cubicBezTo>
                  <a:cubicBezTo>
                    <a:pt x="19" y="11"/>
                    <a:pt x="16" y="8"/>
                    <a:pt x="13" y="5"/>
                  </a:cubicBezTo>
                  <a:cubicBezTo>
                    <a:pt x="12" y="4"/>
                    <a:pt x="10" y="3"/>
                    <a:pt x="9" y="2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lnTo>
                    <a:pt x="2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9" name="Freeform 799">
              <a:extLst>
                <a:ext uri="{FF2B5EF4-FFF2-40B4-BE49-F238E27FC236}">
                  <a16:creationId xmlns:a16="http://schemas.microsoft.com/office/drawing/2014/main" id="{688707A6-710D-4E84-8B5A-94422588C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3896"/>
              <a:ext cx="123" cy="40"/>
            </a:xfrm>
            <a:custGeom>
              <a:avLst/>
              <a:gdLst>
                <a:gd name="T0" fmla="*/ 0 w 49"/>
                <a:gd name="T1" fmla="*/ 63 h 16"/>
                <a:gd name="T2" fmla="*/ 208 w 49"/>
                <a:gd name="T3" fmla="*/ 175 h 16"/>
                <a:gd name="T4" fmla="*/ 429 w 49"/>
                <a:gd name="T5" fmla="*/ 250 h 16"/>
                <a:gd name="T6" fmla="*/ 429 w 49"/>
                <a:gd name="T7" fmla="*/ 250 h 16"/>
                <a:gd name="T8" fmla="*/ 429 w 49"/>
                <a:gd name="T9" fmla="*/ 250 h 16"/>
                <a:gd name="T10" fmla="*/ 522 w 49"/>
                <a:gd name="T11" fmla="*/ 238 h 16"/>
                <a:gd name="T12" fmla="*/ 663 w 49"/>
                <a:gd name="T13" fmla="*/ 158 h 16"/>
                <a:gd name="T14" fmla="*/ 776 w 49"/>
                <a:gd name="T15" fmla="*/ 113 h 16"/>
                <a:gd name="T16" fmla="*/ 756 w 49"/>
                <a:gd name="T17" fmla="*/ 50 h 16"/>
                <a:gd name="T18" fmla="*/ 585 w 49"/>
                <a:gd name="T19" fmla="*/ 125 h 16"/>
                <a:gd name="T20" fmla="*/ 492 w 49"/>
                <a:gd name="T21" fmla="*/ 158 h 16"/>
                <a:gd name="T22" fmla="*/ 429 w 49"/>
                <a:gd name="T23" fmla="*/ 175 h 16"/>
                <a:gd name="T24" fmla="*/ 429 w 49"/>
                <a:gd name="T25" fmla="*/ 175 h 16"/>
                <a:gd name="T26" fmla="*/ 429 w 49"/>
                <a:gd name="T27" fmla="*/ 175 h 16"/>
                <a:gd name="T28" fmla="*/ 238 w 49"/>
                <a:gd name="T29" fmla="*/ 113 h 16"/>
                <a:gd name="T30" fmla="*/ 33 w 49"/>
                <a:gd name="T31" fmla="*/ 0 h 16"/>
                <a:gd name="T32" fmla="*/ 0 w 49"/>
                <a:gd name="T33" fmla="*/ 63 h 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6">
                  <a:moveTo>
                    <a:pt x="0" y="4"/>
                  </a:moveTo>
                  <a:cubicBezTo>
                    <a:pt x="4" y="5"/>
                    <a:pt x="8" y="8"/>
                    <a:pt x="13" y="11"/>
                  </a:cubicBezTo>
                  <a:cubicBezTo>
                    <a:pt x="17" y="13"/>
                    <a:pt x="22" y="16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6"/>
                    <a:pt x="31" y="15"/>
                    <a:pt x="33" y="15"/>
                  </a:cubicBezTo>
                  <a:cubicBezTo>
                    <a:pt x="36" y="13"/>
                    <a:pt x="39" y="12"/>
                    <a:pt x="42" y="10"/>
                  </a:cubicBezTo>
                  <a:cubicBezTo>
                    <a:pt x="45" y="9"/>
                    <a:pt x="47" y="7"/>
                    <a:pt x="49" y="7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5" y="4"/>
                    <a:pt x="41" y="6"/>
                    <a:pt x="37" y="8"/>
                  </a:cubicBezTo>
                  <a:cubicBezTo>
                    <a:pt x="35" y="9"/>
                    <a:pt x="33" y="10"/>
                    <a:pt x="31" y="10"/>
                  </a:cubicBezTo>
                  <a:cubicBezTo>
                    <a:pt x="30" y="11"/>
                    <a:pt x="28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4" y="12"/>
                    <a:pt x="19" y="10"/>
                    <a:pt x="15" y="7"/>
                  </a:cubicBezTo>
                  <a:cubicBezTo>
                    <a:pt x="11" y="5"/>
                    <a:pt x="6" y="2"/>
                    <a:pt x="2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0" name="Freeform 800">
              <a:extLst>
                <a:ext uri="{FF2B5EF4-FFF2-40B4-BE49-F238E27FC236}">
                  <a16:creationId xmlns:a16="http://schemas.microsoft.com/office/drawing/2014/main" id="{FA24A3FF-3D03-4A36-9AF8-0B41D9F91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901"/>
              <a:ext cx="178" cy="42"/>
            </a:xfrm>
            <a:custGeom>
              <a:avLst/>
              <a:gdLst>
                <a:gd name="T0" fmla="*/ 0 w 71"/>
                <a:gd name="T1" fmla="*/ 104 h 17"/>
                <a:gd name="T2" fmla="*/ 158 w 71"/>
                <a:gd name="T3" fmla="*/ 183 h 17"/>
                <a:gd name="T4" fmla="*/ 346 w 71"/>
                <a:gd name="T5" fmla="*/ 257 h 17"/>
                <a:gd name="T6" fmla="*/ 364 w 71"/>
                <a:gd name="T7" fmla="*/ 257 h 17"/>
                <a:gd name="T8" fmla="*/ 491 w 71"/>
                <a:gd name="T9" fmla="*/ 212 h 17"/>
                <a:gd name="T10" fmla="*/ 617 w 71"/>
                <a:gd name="T11" fmla="*/ 121 h 17"/>
                <a:gd name="T12" fmla="*/ 722 w 71"/>
                <a:gd name="T13" fmla="*/ 62 h 17"/>
                <a:gd name="T14" fmla="*/ 742 w 71"/>
                <a:gd name="T15" fmla="*/ 62 h 17"/>
                <a:gd name="T16" fmla="*/ 913 w 71"/>
                <a:gd name="T17" fmla="*/ 133 h 17"/>
                <a:gd name="T18" fmla="*/ 1088 w 71"/>
                <a:gd name="T19" fmla="*/ 257 h 17"/>
                <a:gd name="T20" fmla="*/ 1118 w 71"/>
                <a:gd name="T21" fmla="*/ 195 h 17"/>
                <a:gd name="T22" fmla="*/ 943 w 71"/>
                <a:gd name="T23" fmla="*/ 74 h 17"/>
                <a:gd name="T24" fmla="*/ 742 w 71"/>
                <a:gd name="T25" fmla="*/ 0 h 17"/>
                <a:gd name="T26" fmla="*/ 722 w 71"/>
                <a:gd name="T27" fmla="*/ 0 h 17"/>
                <a:gd name="T28" fmla="*/ 617 w 71"/>
                <a:gd name="T29" fmla="*/ 30 h 17"/>
                <a:gd name="T30" fmla="*/ 491 w 71"/>
                <a:gd name="T31" fmla="*/ 133 h 17"/>
                <a:gd name="T32" fmla="*/ 364 w 71"/>
                <a:gd name="T33" fmla="*/ 183 h 17"/>
                <a:gd name="T34" fmla="*/ 346 w 71"/>
                <a:gd name="T35" fmla="*/ 183 h 17"/>
                <a:gd name="T36" fmla="*/ 188 w 71"/>
                <a:gd name="T37" fmla="*/ 133 h 17"/>
                <a:gd name="T38" fmla="*/ 20 w 71"/>
                <a:gd name="T39" fmla="*/ 42 h 17"/>
                <a:gd name="T40" fmla="*/ 0 w 71"/>
                <a:gd name="T41" fmla="*/ 104 h 1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1" h="17">
                  <a:moveTo>
                    <a:pt x="0" y="7"/>
                  </a:moveTo>
                  <a:cubicBezTo>
                    <a:pt x="3" y="8"/>
                    <a:pt x="7" y="10"/>
                    <a:pt x="10" y="12"/>
                  </a:cubicBezTo>
                  <a:cubicBezTo>
                    <a:pt x="14" y="14"/>
                    <a:pt x="18" y="17"/>
                    <a:pt x="22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6" y="16"/>
                    <a:pt x="28" y="15"/>
                    <a:pt x="31" y="14"/>
                  </a:cubicBezTo>
                  <a:cubicBezTo>
                    <a:pt x="34" y="12"/>
                    <a:pt x="36" y="10"/>
                    <a:pt x="39" y="8"/>
                  </a:cubicBezTo>
                  <a:cubicBezTo>
                    <a:pt x="41" y="6"/>
                    <a:pt x="44" y="4"/>
                    <a:pt x="46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50" y="4"/>
                    <a:pt x="54" y="6"/>
                    <a:pt x="58" y="9"/>
                  </a:cubicBezTo>
                  <a:cubicBezTo>
                    <a:pt x="61" y="12"/>
                    <a:pt x="65" y="15"/>
                    <a:pt x="69" y="17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68" y="11"/>
                    <a:pt x="64" y="8"/>
                    <a:pt x="60" y="5"/>
                  </a:cubicBezTo>
                  <a:cubicBezTo>
                    <a:pt x="56" y="2"/>
                    <a:pt x="52" y="0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3" y="0"/>
                    <a:pt x="41" y="1"/>
                    <a:pt x="39" y="2"/>
                  </a:cubicBezTo>
                  <a:cubicBezTo>
                    <a:pt x="36" y="4"/>
                    <a:pt x="34" y="7"/>
                    <a:pt x="31" y="9"/>
                  </a:cubicBezTo>
                  <a:cubicBezTo>
                    <a:pt x="28" y="11"/>
                    <a:pt x="26" y="12"/>
                    <a:pt x="23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19" y="12"/>
                    <a:pt x="16" y="11"/>
                    <a:pt x="12" y="9"/>
                  </a:cubicBezTo>
                  <a:cubicBezTo>
                    <a:pt x="9" y="7"/>
                    <a:pt x="5" y="4"/>
                    <a:pt x="1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1" name="Freeform 801">
              <a:extLst>
                <a:ext uri="{FF2B5EF4-FFF2-40B4-BE49-F238E27FC236}">
                  <a16:creationId xmlns:a16="http://schemas.microsoft.com/office/drawing/2014/main" id="{E6468F47-51D0-4522-8930-019B7154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3898"/>
              <a:ext cx="282" cy="50"/>
            </a:xfrm>
            <a:custGeom>
              <a:avLst/>
              <a:gdLst>
                <a:gd name="T0" fmla="*/ 0 w 113"/>
                <a:gd name="T1" fmla="*/ 50 h 20"/>
                <a:gd name="T2" fmla="*/ 125 w 113"/>
                <a:gd name="T3" fmla="*/ 188 h 20"/>
                <a:gd name="T4" fmla="*/ 217 w 113"/>
                <a:gd name="T5" fmla="*/ 270 h 20"/>
                <a:gd name="T6" fmla="*/ 312 w 113"/>
                <a:gd name="T7" fmla="*/ 300 h 20"/>
                <a:gd name="T8" fmla="*/ 312 w 113"/>
                <a:gd name="T9" fmla="*/ 300 h 20"/>
                <a:gd name="T10" fmla="*/ 312 w 113"/>
                <a:gd name="T11" fmla="*/ 300 h 20"/>
                <a:gd name="T12" fmla="*/ 417 w 113"/>
                <a:gd name="T13" fmla="*/ 270 h 20"/>
                <a:gd name="T14" fmla="*/ 542 w 113"/>
                <a:gd name="T15" fmla="*/ 175 h 20"/>
                <a:gd name="T16" fmla="*/ 666 w 113"/>
                <a:gd name="T17" fmla="*/ 113 h 20"/>
                <a:gd name="T18" fmla="*/ 686 w 113"/>
                <a:gd name="T19" fmla="*/ 113 h 20"/>
                <a:gd name="T20" fmla="*/ 841 w 113"/>
                <a:gd name="T21" fmla="*/ 158 h 20"/>
                <a:gd name="T22" fmla="*/ 996 w 113"/>
                <a:gd name="T23" fmla="*/ 250 h 20"/>
                <a:gd name="T24" fmla="*/ 1008 w 113"/>
                <a:gd name="T25" fmla="*/ 250 h 20"/>
                <a:gd name="T26" fmla="*/ 996 w 113"/>
                <a:gd name="T27" fmla="*/ 250 h 20"/>
                <a:gd name="T28" fmla="*/ 1071 w 113"/>
                <a:gd name="T29" fmla="*/ 300 h 20"/>
                <a:gd name="T30" fmla="*/ 1153 w 113"/>
                <a:gd name="T31" fmla="*/ 313 h 20"/>
                <a:gd name="T32" fmla="*/ 1195 w 113"/>
                <a:gd name="T33" fmla="*/ 300 h 20"/>
                <a:gd name="T34" fmla="*/ 1195 w 113"/>
                <a:gd name="T35" fmla="*/ 300 h 20"/>
                <a:gd name="T36" fmla="*/ 1195 w 113"/>
                <a:gd name="T37" fmla="*/ 300 h 20"/>
                <a:gd name="T38" fmla="*/ 1495 w 113"/>
                <a:gd name="T39" fmla="*/ 175 h 20"/>
                <a:gd name="T40" fmla="*/ 1757 w 113"/>
                <a:gd name="T41" fmla="*/ 63 h 20"/>
                <a:gd name="T42" fmla="*/ 1757 w 113"/>
                <a:gd name="T43" fmla="*/ 0 h 20"/>
                <a:gd name="T44" fmla="*/ 1462 w 113"/>
                <a:gd name="T45" fmla="*/ 113 h 20"/>
                <a:gd name="T46" fmla="*/ 1183 w 113"/>
                <a:gd name="T47" fmla="*/ 238 h 20"/>
                <a:gd name="T48" fmla="*/ 1183 w 113"/>
                <a:gd name="T49" fmla="*/ 238 h 20"/>
                <a:gd name="T50" fmla="*/ 1183 w 113"/>
                <a:gd name="T51" fmla="*/ 238 h 20"/>
                <a:gd name="T52" fmla="*/ 1153 w 113"/>
                <a:gd name="T53" fmla="*/ 250 h 20"/>
                <a:gd name="T54" fmla="*/ 1103 w 113"/>
                <a:gd name="T55" fmla="*/ 238 h 20"/>
                <a:gd name="T56" fmla="*/ 1028 w 113"/>
                <a:gd name="T57" fmla="*/ 188 h 20"/>
                <a:gd name="T58" fmla="*/ 1028 w 113"/>
                <a:gd name="T59" fmla="*/ 188 h 20"/>
                <a:gd name="T60" fmla="*/ 1028 w 113"/>
                <a:gd name="T61" fmla="*/ 188 h 20"/>
                <a:gd name="T62" fmla="*/ 871 w 113"/>
                <a:gd name="T63" fmla="*/ 113 h 20"/>
                <a:gd name="T64" fmla="*/ 686 w 113"/>
                <a:gd name="T65" fmla="*/ 50 h 20"/>
                <a:gd name="T66" fmla="*/ 654 w 113"/>
                <a:gd name="T67" fmla="*/ 50 h 20"/>
                <a:gd name="T68" fmla="*/ 467 w 113"/>
                <a:gd name="T69" fmla="*/ 158 h 20"/>
                <a:gd name="T70" fmla="*/ 387 w 113"/>
                <a:gd name="T71" fmla="*/ 208 h 20"/>
                <a:gd name="T72" fmla="*/ 312 w 113"/>
                <a:gd name="T73" fmla="*/ 238 h 20"/>
                <a:gd name="T74" fmla="*/ 312 w 113"/>
                <a:gd name="T75" fmla="*/ 238 h 20"/>
                <a:gd name="T76" fmla="*/ 312 w 113"/>
                <a:gd name="T77" fmla="*/ 238 h 20"/>
                <a:gd name="T78" fmla="*/ 250 w 113"/>
                <a:gd name="T79" fmla="*/ 208 h 20"/>
                <a:gd name="T80" fmla="*/ 137 w 113"/>
                <a:gd name="T81" fmla="*/ 113 h 20"/>
                <a:gd name="T82" fmla="*/ 42 w 113"/>
                <a:gd name="T83" fmla="*/ 0 h 20"/>
                <a:gd name="T84" fmla="*/ 0 w 113"/>
                <a:gd name="T85" fmla="*/ 50 h 2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3" h="20">
                  <a:moveTo>
                    <a:pt x="0" y="3"/>
                  </a:moveTo>
                  <a:cubicBezTo>
                    <a:pt x="2" y="5"/>
                    <a:pt x="5" y="9"/>
                    <a:pt x="8" y="12"/>
                  </a:cubicBezTo>
                  <a:cubicBezTo>
                    <a:pt x="10" y="14"/>
                    <a:pt x="12" y="15"/>
                    <a:pt x="14" y="17"/>
                  </a:cubicBezTo>
                  <a:cubicBezTo>
                    <a:pt x="15" y="18"/>
                    <a:pt x="17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3" y="19"/>
                    <a:pt x="25" y="18"/>
                    <a:pt x="27" y="17"/>
                  </a:cubicBezTo>
                  <a:cubicBezTo>
                    <a:pt x="30" y="16"/>
                    <a:pt x="33" y="13"/>
                    <a:pt x="35" y="11"/>
                  </a:cubicBezTo>
                  <a:cubicBezTo>
                    <a:pt x="38" y="9"/>
                    <a:pt x="41" y="8"/>
                    <a:pt x="43" y="7"/>
                  </a:cubicBezTo>
                  <a:cubicBezTo>
                    <a:pt x="43" y="7"/>
                    <a:pt x="44" y="7"/>
                    <a:pt x="44" y="7"/>
                  </a:cubicBezTo>
                  <a:cubicBezTo>
                    <a:pt x="47" y="7"/>
                    <a:pt x="51" y="9"/>
                    <a:pt x="54" y="10"/>
                  </a:cubicBezTo>
                  <a:cubicBezTo>
                    <a:pt x="58" y="12"/>
                    <a:pt x="61" y="15"/>
                    <a:pt x="64" y="16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6" y="17"/>
                    <a:pt x="68" y="18"/>
                    <a:pt x="69" y="19"/>
                  </a:cubicBezTo>
                  <a:cubicBezTo>
                    <a:pt x="71" y="19"/>
                    <a:pt x="72" y="20"/>
                    <a:pt x="74" y="20"/>
                  </a:cubicBezTo>
                  <a:cubicBezTo>
                    <a:pt x="75" y="20"/>
                    <a:pt x="76" y="20"/>
                    <a:pt x="77" y="19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84" y="18"/>
                    <a:pt x="90" y="14"/>
                    <a:pt x="96" y="11"/>
                  </a:cubicBezTo>
                  <a:cubicBezTo>
                    <a:pt x="102" y="8"/>
                    <a:pt x="108" y="5"/>
                    <a:pt x="113" y="4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6" y="0"/>
                    <a:pt x="100" y="4"/>
                    <a:pt x="94" y="7"/>
                  </a:cubicBezTo>
                  <a:cubicBezTo>
                    <a:pt x="88" y="10"/>
                    <a:pt x="82" y="14"/>
                    <a:pt x="76" y="15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5" y="15"/>
                    <a:pt x="75" y="16"/>
                    <a:pt x="74" y="16"/>
                  </a:cubicBezTo>
                  <a:cubicBezTo>
                    <a:pt x="73" y="16"/>
                    <a:pt x="72" y="15"/>
                    <a:pt x="71" y="15"/>
                  </a:cubicBezTo>
                  <a:cubicBezTo>
                    <a:pt x="70" y="14"/>
                    <a:pt x="68" y="13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3" y="11"/>
                    <a:pt x="60" y="9"/>
                    <a:pt x="56" y="7"/>
                  </a:cubicBezTo>
                  <a:cubicBezTo>
                    <a:pt x="52" y="5"/>
                    <a:pt x="48" y="3"/>
                    <a:pt x="44" y="3"/>
                  </a:cubicBezTo>
                  <a:cubicBezTo>
                    <a:pt x="44" y="3"/>
                    <a:pt x="43" y="3"/>
                    <a:pt x="42" y="3"/>
                  </a:cubicBezTo>
                  <a:cubicBezTo>
                    <a:pt x="38" y="4"/>
                    <a:pt x="34" y="7"/>
                    <a:pt x="30" y="10"/>
                  </a:cubicBezTo>
                  <a:cubicBezTo>
                    <a:pt x="28" y="11"/>
                    <a:pt x="26" y="13"/>
                    <a:pt x="25" y="13"/>
                  </a:cubicBezTo>
                  <a:cubicBezTo>
                    <a:pt x="23" y="14"/>
                    <a:pt x="22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5"/>
                    <a:pt x="17" y="14"/>
                    <a:pt x="16" y="13"/>
                  </a:cubicBezTo>
                  <a:cubicBezTo>
                    <a:pt x="14" y="12"/>
                    <a:pt x="11" y="9"/>
                    <a:pt x="9" y="7"/>
                  </a:cubicBezTo>
                  <a:cubicBezTo>
                    <a:pt x="7" y="4"/>
                    <a:pt x="5" y="2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2" name="Freeform 802">
              <a:extLst>
                <a:ext uri="{FF2B5EF4-FFF2-40B4-BE49-F238E27FC236}">
                  <a16:creationId xmlns:a16="http://schemas.microsoft.com/office/drawing/2014/main" id="{955AC31B-CD0A-4452-9F2D-F9FA8E90C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891"/>
              <a:ext cx="158" cy="57"/>
            </a:xfrm>
            <a:custGeom>
              <a:avLst/>
              <a:gdLst>
                <a:gd name="T0" fmla="*/ 0 w 63"/>
                <a:gd name="T1" fmla="*/ 124 h 23"/>
                <a:gd name="T2" fmla="*/ 188 w 63"/>
                <a:gd name="T3" fmla="*/ 278 h 23"/>
                <a:gd name="T4" fmla="*/ 429 w 63"/>
                <a:gd name="T5" fmla="*/ 349 h 23"/>
                <a:gd name="T6" fmla="*/ 492 w 63"/>
                <a:gd name="T7" fmla="*/ 349 h 23"/>
                <a:gd name="T8" fmla="*/ 805 w 63"/>
                <a:gd name="T9" fmla="*/ 183 h 23"/>
                <a:gd name="T10" fmla="*/ 805 w 63"/>
                <a:gd name="T11" fmla="*/ 183 h 23"/>
                <a:gd name="T12" fmla="*/ 805 w 63"/>
                <a:gd name="T13" fmla="*/ 183 h 23"/>
                <a:gd name="T14" fmla="*/ 913 w 63"/>
                <a:gd name="T15" fmla="*/ 92 h 23"/>
                <a:gd name="T16" fmla="*/ 943 w 63"/>
                <a:gd name="T17" fmla="*/ 74 h 23"/>
                <a:gd name="T18" fmla="*/ 976 w 63"/>
                <a:gd name="T19" fmla="*/ 62 h 23"/>
                <a:gd name="T20" fmla="*/ 976 w 63"/>
                <a:gd name="T21" fmla="*/ 62 h 23"/>
                <a:gd name="T22" fmla="*/ 993 w 63"/>
                <a:gd name="T23" fmla="*/ 30 h 23"/>
                <a:gd name="T24" fmla="*/ 993 w 63"/>
                <a:gd name="T25" fmla="*/ 12 h 23"/>
                <a:gd name="T26" fmla="*/ 963 w 63"/>
                <a:gd name="T27" fmla="*/ 0 h 23"/>
                <a:gd name="T28" fmla="*/ 943 w 63"/>
                <a:gd name="T29" fmla="*/ 0 h 23"/>
                <a:gd name="T30" fmla="*/ 943 w 63"/>
                <a:gd name="T31" fmla="*/ 62 h 23"/>
                <a:gd name="T32" fmla="*/ 943 w 63"/>
                <a:gd name="T33" fmla="*/ 62 h 23"/>
                <a:gd name="T34" fmla="*/ 943 w 63"/>
                <a:gd name="T35" fmla="*/ 42 h 23"/>
                <a:gd name="T36" fmla="*/ 943 w 63"/>
                <a:gd name="T37" fmla="*/ 62 h 23"/>
                <a:gd name="T38" fmla="*/ 943 w 63"/>
                <a:gd name="T39" fmla="*/ 62 h 23"/>
                <a:gd name="T40" fmla="*/ 943 w 63"/>
                <a:gd name="T41" fmla="*/ 42 h 23"/>
                <a:gd name="T42" fmla="*/ 943 w 63"/>
                <a:gd name="T43" fmla="*/ 62 h 23"/>
                <a:gd name="T44" fmla="*/ 963 w 63"/>
                <a:gd name="T45" fmla="*/ 30 h 23"/>
                <a:gd name="T46" fmla="*/ 930 w 63"/>
                <a:gd name="T47" fmla="*/ 42 h 23"/>
                <a:gd name="T48" fmla="*/ 943 w 63"/>
                <a:gd name="T49" fmla="*/ 62 h 23"/>
                <a:gd name="T50" fmla="*/ 963 w 63"/>
                <a:gd name="T51" fmla="*/ 30 h 23"/>
                <a:gd name="T52" fmla="*/ 930 w 63"/>
                <a:gd name="T53" fmla="*/ 42 h 23"/>
                <a:gd name="T54" fmla="*/ 963 w 63"/>
                <a:gd name="T55" fmla="*/ 30 h 23"/>
                <a:gd name="T56" fmla="*/ 930 w 63"/>
                <a:gd name="T57" fmla="*/ 30 h 23"/>
                <a:gd name="T58" fmla="*/ 930 w 63"/>
                <a:gd name="T59" fmla="*/ 42 h 23"/>
                <a:gd name="T60" fmla="*/ 963 w 63"/>
                <a:gd name="T61" fmla="*/ 30 h 23"/>
                <a:gd name="T62" fmla="*/ 930 w 63"/>
                <a:gd name="T63" fmla="*/ 30 h 23"/>
                <a:gd name="T64" fmla="*/ 943 w 63"/>
                <a:gd name="T65" fmla="*/ 30 h 23"/>
                <a:gd name="T66" fmla="*/ 930 w 63"/>
                <a:gd name="T67" fmla="*/ 12 h 23"/>
                <a:gd name="T68" fmla="*/ 930 w 63"/>
                <a:gd name="T69" fmla="*/ 30 h 23"/>
                <a:gd name="T70" fmla="*/ 943 w 63"/>
                <a:gd name="T71" fmla="*/ 30 h 23"/>
                <a:gd name="T72" fmla="*/ 930 w 63"/>
                <a:gd name="T73" fmla="*/ 12 h 23"/>
                <a:gd name="T74" fmla="*/ 943 w 63"/>
                <a:gd name="T75" fmla="*/ 12 h 23"/>
                <a:gd name="T76" fmla="*/ 930 w 63"/>
                <a:gd name="T77" fmla="*/ 12 h 23"/>
                <a:gd name="T78" fmla="*/ 930 w 63"/>
                <a:gd name="T79" fmla="*/ 12 h 23"/>
                <a:gd name="T80" fmla="*/ 943 w 63"/>
                <a:gd name="T81" fmla="*/ 12 h 23"/>
                <a:gd name="T82" fmla="*/ 930 w 63"/>
                <a:gd name="T83" fmla="*/ 12 h 23"/>
                <a:gd name="T84" fmla="*/ 913 w 63"/>
                <a:gd name="T85" fmla="*/ 30 h 23"/>
                <a:gd name="T86" fmla="*/ 880 w 63"/>
                <a:gd name="T87" fmla="*/ 42 h 23"/>
                <a:gd name="T88" fmla="*/ 755 w 63"/>
                <a:gd name="T89" fmla="*/ 124 h 23"/>
                <a:gd name="T90" fmla="*/ 755 w 63"/>
                <a:gd name="T91" fmla="*/ 124 h 23"/>
                <a:gd name="T92" fmla="*/ 471 w 63"/>
                <a:gd name="T93" fmla="*/ 287 h 23"/>
                <a:gd name="T94" fmla="*/ 429 w 63"/>
                <a:gd name="T95" fmla="*/ 287 h 23"/>
                <a:gd name="T96" fmla="*/ 238 w 63"/>
                <a:gd name="T97" fmla="*/ 216 h 23"/>
                <a:gd name="T98" fmla="*/ 33 w 63"/>
                <a:gd name="T99" fmla="*/ 74 h 23"/>
                <a:gd name="T100" fmla="*/ 0 w 63"/>
                <a:gd name="T101" fmla="*/ 124 h 2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3" h="23">
                  <a:moveTo>
                    <a:pt x="0" y="8"/>
                  </a:moveTo>
                  <a:cubicBezTo>
                    <a:pt x="3" y="11"/>
                    <a:pt x="8" y="14"/>
                    <a:pt x="12" y="18"/>
                  </a:cubicBezTo>
                  <a:cubicBezTo>
                    <a:pt x="17" y="21"/>
                    <a:pt x="22" y="23"/>
                    <a:pt x="27" y="23"/>
                  </a:cubicBezTo>
                  <a:cubicBezTo>
                    <a:pt x="28" y="23"/>
                    <a:pt x="30" y="23"/>
                    <a:pt x="31" y="23"/>
                  </a:cubicBezTo>
                  <a:cubicBezTo>
                    <a:pt x="38" y="20"/>
                    <a:pt x="45" y="15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3" y="10"/>
                    <a:pt x="56" y="8"/>
                    <a:pt x="58" y="6"/>
                  </a:cubicBezTo>
                  <a:cubicBezTo>
                    <a:pt x="59" y="6"/>
                    <a:pt x="60" y="6"/>
                    <a:pt x="60" y="5"/>
                  </a:cubicBezTo>
                  <a:cubicBezTo>
                    <a:pt x="61" y="5"/>
                    <a:pt x="61" y="5"/>
                    <a:pt x="62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3" y="3"/>
                    <a:pt x="63" y="3"/>
                    <a:pt x="63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62" y="0"/>
                    <a:pt x="62" y="0"/>
                    <a:pt x="6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9" y="1"/>
                    <a:pt x="59" y="1"/>
                    <a:pt x="59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9" y="1"/>
                    <a:pt x="58" y="1"/>
                    <a:pt x="58" y="2"/>
                  </a:cubicBezTo>
                  <a:cubicBezTo>
                    <a:pt x="57" y="2"/>
                    <a:pt x="56" y="2"/>
                    <a:pt x="56" y="3"/>
                  </a:cubicBezTo>
                  <a:cubicBezTo>
                    <a:pt x="53" y="5"/>
                    <a:pt x="51" y="6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2" y="11"/>
                    <a:pt x="35" y="17"/>
                    <a:pt x="30" y="19"/>
                  </a:cubicBezTo>
                  <a:cubicBezTo>
                    <a:pt x="29" y="19"/>
                    <a:pt x="28" y="19"/>
                    <a:pt x="27" y="19"/>
                  </a:cubicBezTo>
                  <a:cubicBezTo>
                    <a:pt x="23" y="19"/>
                    <a:pt x="19" y="17"/>
                    <a:pt x="15" y="14"/>
                  </a:cubicBezTo>
                  <a:cubicBezTo>
                    <a:pt x="10" y="11"/>
                    <a:pt x="6" y="8"/>
                    <a:pt x="2" y="5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3" name="Freeform 803">
              <a:extLst>
                <a:ext uri="{FF2B5EF4-FFF2-40B4-BE49-F238E27FC236}">
                  <a16:creationId xmlns:a16="http://schemas.microsoft.com/office/drawing/2014/main" id="{46F8818B-F35F-42BE-A48E-70E9F2AB3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891"/>
              <a:ext cx="137" cy="52"/>
            </a:xfrm>
            <a:custGeom>
              <a:avLst/>
              <a:gdLst>
                <a:gd name="T0" fmla="*/ 92 w 55"/>
                <a:gd name="T1" fmla="*/ 134 h 21"/>
                <a:gd name="T2" fmla="*/ 187 w 55"/>
                <a:gd name="T3" fmla="*/ 215 h 21"/>
                <a:gd name="T4" fmla="*/ 279 w 55"/>
                <a:gd name="T5" fmla="*/ 275 h 21"/>
                <a:gd name="T6" fmla="*/ 279 w 55"/>
                <a:gd name="T7" fmla="*/ 275 h 21"/>
                <a:gd name="T8" fmla="*/ 291 w 55"/>
                <a:gd name="T9" fmla="*/ 287 h 21"/>
                <a:gd name="T10" fmla="*/ 341 w 55"/>
                <a:gd name="T11" fmla="*/ 307 h 21"/>
                <a:gd name="T12" fmla="*/ 354 w 55"/>
                <a:gd name="T13" fmla="*/ 287 h 21"/>
                <a:gd name="T14" fmla="*/ 354 w 55"/>
                <a:gd name="T15" fmla="*/ 307 h 21"/>
                <a:gd name="T16" fmla="*/ 341 w 55"/>
                <a:gd name="T17" fmla="*/ 307 h 21"/>
                <a:gd name="T18" fmla="*/ 341 w 55"/>
                <a:gd name="T19" fmla="*/ 307 h 21"/>
                <a:gd name="T20" fmla="*/ 371 w 55"/>
                <a:gd name="T21" fmla="*/ 287 h 21"/>
                <a:gd name="T22" fmla="*/ 371 w 55"/>
                <a:gd name="T23" fmla="*/ 287 h 21"/>
                <a:gd name="T24" fmla="*/ 341 w 55"/>
                <a:gd name="T25" fmla="*/ 307 h 21"/>
                <a:gd name="T26" fmla="*/ 341 w 55"/>
                <a:gd name="T27" fmla="*/ 307 h 21"/>
                <a:gd name="T28" fmla="*/ 341 w 55"/>
                <a:gd name="T29" fmla="*/ 287 h 21"/>
                <a:gd name="T30" fmla="*/ 371 w 55"/>
                <a:gd name="T31" fmla="*/ 287 h 21"/>
                <a:gd name="T32" fmla="*/ 371 w 55"/>
                <a:gd name="T33" fmla="*/ 287 h 21"/>
                <a:gd name="T34" fmla="*/ 341 w 55"/>
                <a:gd name="T35" fmla="*/ 287 h 21"/>
                <a:gd name="T36" fmla="*/ 341 w 55"/>
                <a:gd name="T37" fmla="*/ 275 h 21"/>
                <a:gd name="T38" fmla="*/ 354 w 55"/>
                <a:gd name="T39" fmla="*/ 258 h 21"/>
                <a:gd name="T40" fmla="*/ 371 w 55"/>
                <a:gd name="T41" fmla="*/ 287 h 21"/>
                <a:gd name="T42" fmla="*/ 371 w 55"/>
                <a:gd name="T43" fmla="*/ 287 h 21"/>
                <a:gd name="T44" fmla="*/ 354 w 55"/>
                <a:gd name="T45" fmla="*/ 258 h 21"/>
                <a:gd name="T46" fmla="*/ 371 w 55"/>
                <a:gd name="T47" fmla="*/ 258 h 21"/>
                <a:gd name="T48" fmla="*/ 371 w 55"/>
                <a:gd name="T49" fmla="*/ 258 h 21"/>
                <a:gd name="T50" fmla="*/ 371 w 55"/>
                <a:gd name="T51" fmla="*/ 287 h 21"/>
                <a:gd name="T52" fmla="*/ 354 w 55"/>
                <a:gd name="T53" fmla="*/ 319 h 21"/>
                <a:gd name="T54" fmla="*/ 508 w 55"/>
                <a:gd name="T55" fmla="*/ 275 h 21"/>
                <a:gd name="T56" fmla="*/ 620 w 55"/>
                <a:gd name="T57" fmla="*/ 196 h 21"/>
                <a:gd name="T58" fmla="*/ 807 w 55"/>
                <a:gd name="T59" fmla="*/ 0 h 21"/>
                <a:gd name="T60" fmla="*/ 570 w 55"/>
                <a:gd name="T61" fmla="*/ 154 h 21"/>
                <a:gd name="T62" fmla="*/ 384 w 55"/>
                <a:gd name="T63" fmla="*/ 258 h 21"/>
                <a:gd name="T64" fmla="*/ 371 w 55"/>
                <a:gd name="T65" fmla="*/ 287 h 21"/>
                <a:gd name="T66" fmla="*/ 371 w 55"/>
                <a:gd name="T67" fmla="*/ 319 h 21"/>
                <a:gd name="T68" fmla="*/ 404 w 55"/>
                <a:gd name="T69" fmla="*/ 307 h 21"/>
                <a:gd name="T70" fmla="*/ 404 w 55"/>
                <a:gd name="T71" fmla="*/ 275 h 21"/>
                <a:gd name="T72" fmla="*/ 384 w 55"/>
                <a:gd name="T73" fmla="*/ 258 h 21"/>
                <a:gd name="T74" fmla="*/ 324 w 55"/>
                <a:gd name="T75" fmla="*/ 228 h 21"/>
                <a:gd name="T76" fmla="*/ 324 w 55"/>
                <a:gd name="T77" fmla="*/ 215 h 21"/>
                <a:gd name="T78" fmla="*/ 311 w 55"/>
                <a:gd name="T79" fmla="*/ 245 h 21"/>
                <a:gd name="T80" fmla="*/ 324 w 55"/>
                <a:gd name="T81" fmla="*/ 215 h 21"/>
                <a:gd name="T82" fmla="*/ 324 w 55"/>
                <a:gd name="T83" fmla="*/ 215 h 21"/>
                <a:gd name="T84" fmla="*/ 324 w 55"/>
                <a:gd name="T85" fmla="*/ 228 h 21"/>
                <a:gd name="T86" fmla="*/ 311 w 55"/>
                <a:gd name="T87" fmla="*/ 245 h 21"/>
                <a:gd name="T88" fmla="*/ 324 w 55"/>
                <a:gd name="T89" fmla="*/ 215 h 21"/>
                <a:gd name="T90" fmla="*/ 229 w 55"/>
                <a:gd name="T91" fmla="*/ 154 h 21"/>
                <a:gd name="T92" fmla="*/ 137 w 55"/>
                <a:gd name="T93" fmla="*/ 92 h 21"/>
                <a:gd name="T94" fmla="*/ 0 w 55"/>
                <a:gd name="T95" fmla="*/ 42 h 2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5" h="21">
                  <a:moveTo>
                    <a:pt x="0" y="3"/>
                  </a:moveTo>
                  <a:cubicBezTo>
                    <a:pt x="2" y="5"/>
                    <a:pt x="4" y="7"/>
                    <a:pt x="6" y="9"/>
                  </a:cubicBezTo>
                  <a:cubicBezTo>
                    <a:pt x="8" y="11"/>
                    <a:pt x="10" y="12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4" y="15"/>
                    <a:pt x="17" y="17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9"/>
                  </a:cubicBezTo>
                  <a:cubicBezTo>
                    <a:pt x="20" y="19"/>
                    <a:pt x="21" y="19"/>
                    <a:pt x="21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20"/>
                    <a:pt x="22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2" y="17"/>
                    <a:pt x="22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5" y="21"/>
                    <a:pt x="25" y="21"/>
                  </a:cubicBezTo>
                  <a:cubicBezTo>
                    <a:pt x="28" y="21"/>
                    <a:pt x="31" y="20"/>
                    <a:pt x="33" y="18"/>
                  </a:cubicBezTo>
                  <a:cubicBezTo>
                    <a:pt x="35" y="16"/>
                    <a:pt x="38" y="15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4" y="10"/>
                    <a:pt x="51" y="6"/>
                    <a:pt x="55" y="3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9" y="3"/>
                    <a:pt x="42" y="7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5" y="11"/>
                    <a:pt x="33" y="13"/>
                    <a:pt x="31" y="14"/>
                  </a:cubicBezTo>
                  <a:cubicBezTo>
                    <a:pt x="29" y="16"/>
                    <a:pt x="27" y="17"/>
                    <a:pt x="25" y="17"/>
                  </a:cubicBezTo>
                  <a:cubicBezTo>
                    <a:pt x="25" y="17"/>
                    <a:pt x="25" y="17"/>
                    <a:pt x="24" y="17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5" y="21"/>
                    <a:pt x="25" y="20"/>
                    <a:pt x="26" y="20"/>
                  </a:cubicBezTo>
                  <a:cubicBezTo>
                    <a:pt x="26" y="20"/>
                    <a:pt x="26" y="19"/>
                    <a:pt x="26" y="19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4" y="16"/>
                    <a:pt x="23" y="16"/>
                    <a:pt x="22" y="15"/>
                  </a:cubicBezTo>
                  <a:cubicBezTo>
                    <a:pt x="22" y="15"/>
                    <a:pt x="21" y="15"/>
                    <a:pt x="21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9" y="13"/>
                    <a:pt x="17" y="12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3" y="9"/>
                    <a:pt x="11" y="7"/>
                    <a:pt x="9" y="6"/>
                  </a:cubicBezTo>
                  <a:cubicBezTo>
                    <a:pt x="7" y="4"/>
                    <a:pt x="5" y="2"/>
                    <a:pt x="4" y="1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4" name="Freeform 804">
              <a:extLst>
                <a:ext uri="{FF2B5EF4-FFF2-40B4-BE49-F238E27FC236}">
                  <a16:creationId xmlns:a16="http://schemas.microsoft.com/office/drawing/2014/main" id="{2A6CC848-1F24-4C0C-8FEC-0AA63AF5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896"/>
              <a:ext cx="112" cy="52"/>
            </a:xfrm>
            <a:custGeom>
              <a:avLst/>
              <a:gdLst>
                <a:gd name="T0" fmla="*/ 650 w 45"/>
                <a:gd name="T1" fmla="*/ 74 h 21"/>
                <a:gd name="T2" fmla="*/ 508 w 45"/>
                <a:gd name="T3" fmla="*/ 183 h 21"/>
                <a:gd name="T4" fmla="*/ 433 w 45"/>
                <a:gd name="T5" fmla="*/ 228 h 21"/>
                <a:gd name="T6" fmla="*/ 371 w 45"/>
                <a:gd name="T7" fmla="*/ 245 h 21"/>
                <a:gd name="T8" fmla="*/ 371 w 45"/>
                <a:gd name="T9" fmla="*/ 245 h 21"/>
                <a:gd name="T10" fmla="*/ 371 w 45"/>
                <a:gd name="T11" fmla="*/ 245 h 21"/>
                <a:gd name="T12" fmla="*/ 341 w 45"/>
                <a:gd name="T13" fmla="*/ 228 h 21"/>
                <a:gd name="T14" fmla="*/ 261 w 45"/>
                <a:gd name="T15" fmla="*/ 166 h 21"/>
                <a:gd name="T16" fmla="*/ 199 w 45"/>
                <a:gd name="T17" fmla="*/ 104 h 21"/>
                <a:gd name="T18" fmla="*/ 30 w 45"/>
                <a:gd name="T19" fmla="*/ 0 h 21"/>
                <a:gd name="T20" fmla="*/ 0 w 45"/>
                <a:gd name="T21" fmla="*/ 62 h 21"/>
                <a:gd name="T22" fmla="*/ 154 w 45"/>
                <a:gd name="T23" fmla="*/ 166 h 21"/>
                <a:gd name="T24" fmla="*/ 249 w 45"/>
                <a:gd name="T25" fmla="*/ 245 h 21"/>
                <a:gd name="T26" fmla="*/ 291 w 45"/>
                <a:gd name="T27" fmla="*/ 287 h 21"/>
                <a:gd name="T28" fmla="*/ 353 w 45"/>
                <a:gd name="T29" fmla="*/ 319 h 21"/>
                <a:gd name="T30" fmla="*/ 353 w 45"/>
                <a:gd name="T31" fmla="*/ 319 h 21"/>
                <a:gd name="T32" fmla="*/ 353 w 45"/>
                <a:gd name="T33" fmla="*/ 319 h 21"/>
                <a:gd name="T34" fmla="*/ 371 w 45"/>
                <a:gd name="T35" fmla="*/ 319 h 21"/>
                <a:gd name="T36" fmla="*/ 446 w 45"/>
                <a:gd name="T37" fmla="*/ 287 h 21"/>
                <a:gd name="T38" fmla="*/ 694 w 45"/>
                <a:gd name="T39" fmla="*/ 134 h 21"/>
                <a:gd name="T40" fmla="*/ 650 w 45"/>
                <a:gd name="T41" fmla="*/ 74 h 2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5" h="21">
                  <a:moveTo>
                    <a:pt x="42" y="5"/>
                  </a:moveTo>
                  <a:cubicBezTo>
                    <a:pt x="40" y="7"/>
                    <a:pt x="36" y="10"/>
                    <a:pt x="33" y="12"/>
                  </a:cubicBezTo>
                  <a:cubicBezTo>
                    <a:pt x="31" y="13"/>
                    <a:pt x="29" y="14"/>
                    <a:pt x="28" y="15"/>
                  </a:cubicBezTo>
                  <a:cubicBezTo>
                    <a:pt x="26" y="16"/>
                    <a:pt x="25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3" y="16"/>
                    <a:pt x="23" y="16"/>
                    <a:pt x="22" y="15"/>
                  </a:cubicBezTo>
                  <a:cubicBezTo>
                    <a:pt x="20" y="14"/>
                    <a:pt x="19" y="13"/>
                    <a:pt x="17" y="11"/>
                  </a:cubicBezTo>
                  <a:cubicBezTo>
                    <a:pt x="16" y="10"/>
                    <a:pt x="14" y="8"/>
                    <a:pt x="13" y="7"/>
                  </a:cubicBezTo>
                  <a:cubicBezTo>
                    <a:pt x="9" y="5"/>
                    <a:pt x="5" y="3"/>
                    <a:pt x="2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7"/>
                    <a:pt x="7" y="8"/>
                    <a:pt x="10" y="11"/>
                  </a:cubicBezTo>
                  <a:cubicBezTo>
                    <a:pt x="11" y="11"/>
                    <a:pt x="14" y="14"/>
                    <a:pt x="16" y="16"/>
                  </a:cubicBezTo>
                  <a:cubicBezTo>
                    <a:pt x="17" y="17"/>
                    <a:pt x="18" y="18"/>
                    <a:pt x="19" y="19"/>
                  </a:cubicBezTo>
                  <a:cubicBezTo>
                    <a:pt x="20" y="20"/>
                    <a:pt x="22" y="20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6" y="21"/>
                    <a:pt x="28" y="20"/>
                    <a:pt x="29" y="19"/>
                  </a:cubicBezTo>
                  <a:cubicBezTo>
                    <a:pt x="35" y="16"/>
                    <a:pt x="42" y="11"/>
                    <a:pt x="45" y="9"/>
                  </a:cubicBezTo>
                  <a:lnTo>
                    <a:pt x="42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5" name="Freeform 805">
              <a:extLst>
                <a:ext uri="{FF2B5EF4-FFF2-40B4-BE49-F238E27FC236}">
                  <a16:creationId xmlns:a16="http://schemas.microsoft.com/office/drawing/2014/main" id="{76C4D346-A1EF-43ED-B31A-424A70CD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3906"/>
              <a:ext cx="135" cy="45"/>
            </a:xfrm>
            <a:custGeom>
              <a:avLst/>
              <a:gdLst>
                <a:gd name="T0" fmla="*/ 0 w 54"/>
                <a:gd name="T1" fmla="*/ 50 h 18"/>
                <a:gd name="T2" fmla="*/ 175 w 54"/>
                <a:gd name="T3" fmla="*/ 175 h 18"/>
                <a:gd name="T4" fmla="*/ 333 w 54"/>
                <a:gd name="T5" fmla="*/ 270 h 18"/>
                <a:gd name="T6" fmla="*/ 345 w 54"/>
                <a:gd name="T7" fmla="*/ 283 h 18"/>
                <a:gd name="T8" fmla="*/ 363 w 54"/>
                <a:gd name="T9" fmla="*/ 283 h 18"/>
                <a:gd name="T10" fmla="*/ 625 w 54"/>
                <a:gd name="T11" fmla="*/ 158 h 18"/>
                <a:gd name="T12" fmla="*/ 738 w 54"/>
                <a:gd name="T13" fmla="*/ 113 h 18"/>
                <a:gd name="T14" fmla="*/ 845 w 54"/>
                <a:gd name="T15" fmla="*/ 63 h 18"/>
                <a:gd name="T16" fmla="*/ 813 w 54"/>
                <a:gd name="T17" fmla="*/ 0 h 18"/>
                <a:gd name="T18" fmla="*/ 708 w 54"/>
                <a:gd name="T19" fmla="*/ 50 h 18"/>
                <a:gd name="T20" fmla="*/ 595 w 54"/>
                <a:gd name="T21" fmla="*/ 95 h 18"/>
                <a:gd name="T22" fmla="*/ 333 w 54"/>
                <a:gd name="T23" fmla="*/ 220 h 18"/>
                <a:gd name="T24" fmla="*/ 345 w 54"/>
                <a:gd name="T25" fmla="*/ 250 h 18"/>
                <a:gd name="T26" fmla="*/ 363 w 54"/>
                <a:gd name="T27" fmla="*/ 220 h 18"/>
                <a:gd name="T28" fmla="*/ 208 w 54"/>
                <a:gd name="T29" fmla="*/ 113 h 18"/>
                <a:gd name="T30" fmla="*/ 63 w 54"/>
                <a:gd name="T31" fmla="*/ 0 h 18"/>
                <a:gd name="T32" fmla="*/ 0 w 54"/>
                <a:gd name="T33" fmla="*/ 50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" h="18">
                  <a:moveTo>
                    <a:pt x="0" y="3"/>
                  </a:moveTo>
                  <a:cubicBezTo>
                    <a:pt x="3" y="6"/>
                    <a:pt x="7" y="8"/>
                    <a:pt x="11" y="11"/>
                  </a:cubicBezTo>
                  <a:cubicBezTo>
                    <a:pt x="14" y="13"/>
                    <a:pt x="18" y="15"/>
                    <a:pt x="21" y="17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9" y="16"/>
                    <a:pt x="35" y="13"/>
                    <a:pt x="40" y="10"/>
                  </a:cubicBezTo>
                  <a:cubicBezTo>
                    <a:pt x="42" y="9"/>
                    <a:pt x="44" y="8"/>
                    <a:pt x="47" y="7"/>
                  </a:cubicBezTo>
                  <a:cubicBezTo>
                    <a:pt x="49" y="6"/>
                    <a:pt x="52" y="5"/>
                    <a:pt x="54" y="4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0" y="1"/>
                    <a:pt x="48" y="2"/>
                    <a:pt x="45" y="3"/>
                  </a:cubicBezTo>
                  <a:cubicBezTo>
                    <a:pt x="43" y="4"/>
                    <a:pt x="40" y="5"/>
                    <a:pt x="38" y="6"/>
                  </a:cubicBezTo>
                  <a:cubicBezTo>
                    <a:pt x="33" y="9"/>
                    <a:pt x="27" y="12"/>
                    <a:pt x="21" y="14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0" y="11"/>
                    <a:pt x="16" y="9"/>
                    <a:pt x="13" y="7"/>
                  </a:cubicBezTo>
                  <a:cubicBezTo>
                    <a:pt x="9" y="5"/>
                    <a:pt x="6" y="3"/>
                    <a:pt x="4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6" name="Freeform 806">
              <a:extLst>
                <a:ext uri="{FF2B5EF4-FFF2-40B4-BE49-F238E27FC236}">
                  <a16:creationId xmlns:a16="http://schemas.microsoft.com/office/drawing/2014/main" id="{00F57FBC-250B-407B-9989-61CD59C3E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908"/>
              <a:ext cx="127" cy="43"/>
            </a:xfrm>
            <a:custGeom>
              <a:avLst/>
              <a:gdLst>
                <a:gd name="T0" fmla="*/ 0 w 51"/>
                <a:gd name="T1" fmla="*/ 33 h 17"/>
                <a:gd name="T2" fmla="*/ 0 w 51"/>
                <a:gd name="T3" fmla="*/ 51 h 17"/>
                <a:gd name="T4" fmla="*/ 75 w 51"/>
                <a:gd name="T5" fmla="*/ 116 h 17"/>
                <a:gd name="T6" fmla="*/ 229 w 51"/>
                <a:gd name="T7" fmla="*/ 210 h 17"/>
                <a:gd name="T8" fmla="*/ 311 w 51"/>
                <a:gd name="T9" fmla="*/ 243 h 17"/>
                <a:gd name="T10" fmla="*/ 371 w 51"/>
                <a:gd name="T11" fmla="*/ 276 h 17"/>
                <a:gd name="T12" fmla="*/ 383 w 51"/>
                <a:gd name="T13" fmla="*/ 276 h 17"/>
                <a:gd name="T14" fmla="*/ 478 w 51"/>
                <a:gd name="T15" fmla="*/ 243 h 17"/>
                <a:gd name="T16" fmla="*/ 558 w 51"/>
                <a:gd name="T17" fmla="*/ 192 h 17"/>
                <a:gd name="T18" fmla="*/ 558 w 51"/>
                <a:gd name="T19" fmla="*/ 192 h 17"/>
                <a:gd name="T20" fmla="*/ 558 w 51"/>
                <a:gd name="T21" fmla="*/ 192 h 17"/>
                <a:gd name="T22" fmla="*/ 787 w 51"/>
                <a:gd name="T23" fmla="*/ 83 h 17"/>
                <a:gd name="T24" fmla="*/ 745 w 51"/>
                <a:gd name="T25" fmla="*/ 33 h 17"/>
                <a:gd name="T26" fmla="*/ 528 w 51"/>
                <a:gd name="T27" fmla="*/ 129 h 17"/>
                <a:gd name="T28" fmla="*/ 540 w 51"/>
                <a:gd name="T29" fmla="*/ 129 h 17"/>
                <a:gd name="T30" fmla="*/ 528 w 51"/>
                <a:gd name="T31" fmla="*/ 129 h 17"/>
                <a:gd name="T32" fmla="*/ 446 w 51"/>
                <a:gd name="T33" fmla="*/ 180 h 17"/>
                <a:gd name="T34" fmla="*/ 383 w 51"/>
                <a:gd name="T35" fmla="*/ 192 h 17"/>
                <a:gd name="T36" fmla="*/ 371 w 51"/>
                <a:gd name="T37" fmla="*/ 192 h 17"/>
                <a:gd name="T38" fmla="*/ 354 w 51"/>
                <a:gd name="T39" fmla="*/ 192 h 17"/>
                <a:gd name="T40" fmla="*/ 167 w 51"/>
                <a:gd name="T41" fmla="*/ 96 h 17"/>
                <a:gd name="T42" fmla="*/ 92 w 51"/>
                <a:gd name="T43" fmla="*/ 33 h 17"/>
                <a:gd name="T44" fmla="*/ 62 w 51"/>
                <a:gd name="T45" fmla="*/ 20 h 17"/>
                <a:gd name="T46" fmla="*/ 62 w 51"/>
                <a:gd name="T47" fmla="*/ 0 h 17"/>
                <a:gd name="T48" fmla="*/ 42 w 51"/>
                <a:gd name="T49" fmla="*/ 0 h 17"/>
                <a:gd name="T50" fmla="*/ 42 w 51"/>
                <a:gd name="T51" fmla="*/ 20 h 17"/>
                <a:gd name="T52" fmla="*/ 42 w 51"/>
                <a:gd name="T53" fmla="*/ 0 h 17"/>
                <a:gd name="T54" fmla="*/ 42 w 51"/>
                <a:gd name="T55" fmla="*/ 0 h 17"/>
                <a:gd name="T56" fmla="*/ 42 w 51"/>
                <a:gd name="T57" fmla="*/ 20 h 17"/>
                <a:gd name="T58" fmla="*/ 42 w 51"/>
                <a:gd name="T59" fmla="*/ 0 h 17"/>
                <a:gd name="T60" fmla="*/ 30 w 51"/>
                <a:gd name="T61" fmla="*/ 20 h 17"/>
                <a:gd name="T62" fmla="*/ 62 w 51"/>
                <a:gd name="T63" fmla="*/ 20 h 17"/>
                <a:gd name="T64" fmla="*/ 42 w 51"/>
                <a:gd name="T65" fmla="*/ 0 h 17"/>
                <a:gd name="T66" fmla="*/ 30 w 51"/>
                <a:gd name="T67" fmla="*/ 20 h 17"/>
                <a:gd name="T68" fmla="*/ 62 w 51"/>
                <a:gd name="T69" fmla="*/ 20 h 17"/>
                <a:gd name="T70" fmla="*/ 0 w 51"/>
                <a:gd name="T71" fmla="*/ 33 h 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1" h="17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3" y="5"/>
                    <a:pt x="5" y="7"/>
                  </a:cubicBezTo>
                  <a:cubicBezTo>
                    <a:pt x="8" y="9"/>
                    <a:pt x="11" y="11"/>
                    <a:pt x="15" y="13"/>
                  </a:cubicBezTo>
                  <a:cubicBezTo>
                    <a:pt x="17" y="14"/>
                    <a:pt x="18" y="15"/>
                    <a:pt x="20" y="15"/>
                  </a:cubicBezTo>
                  <a:cubicBezTo>
                    <a:pt x="21" y="16"/>
                    <a:pt x="22" y="17"/>
                    <a:pt x="24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7" y="17"/>
                    <a:pt x="29" y="16"/>
                    <a:pt x="31" y="15"/>
                  </a:cubicBezTo>
                  <a:cubicBezTo>
                    <a:pt x="33" y="14"/>
                    <a:pt x="35" y="12"/>
                    <a:pt x="3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40" y="10"/>
                    <a:pt x="46" y="8"/>
                    <a:pt x="51" y="5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5" y="4"/>
                    <a:pt x="39" y="6"/>
                    <a:pt x="34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2" y="9"/>
                    <a:pt x="31" y="10"/>
                    <a:pt x="29" y="11"/>
                  </a:cubicBezTo>
                  <a:cubicBezTo>
                    <a:pt x="27" y="12"/>
                    <a:pt x="26" y="12"/>
                    <a:pt x="25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12"/>
                    <a:pt x="23" y="12"/>
                  </a:cubicBezTo>
                  <a:cubicBezTo>
                    <a:pt x="20" y="11"/>
                    <a:pt x="15" y="8"/>
                    <a:pt x="11" y="6"/>
                  </a:cubicBezTo>
                  <a:cubicBezTo>
                    <a:pt x="9" y="4"/>
                    <a:pt x="7" y="3"/>
                    <a:pt x="6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7" name="Freeform 807">
              <a:extLst>
                <a:ext uri="{FF2B5EF4-FFF2-40B4-BE49-F238E27FC236}">
                  <a16:creationId xmlns:a16="http://schemas.microsoft.com/office/drawing/2014/main" id="{E69CA457-3BF5-419E-A21A-26FB2D123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913"/>
              <a:ext cx="123" cy="28"/>
            </a:xfrm>
            <a:custGeom>
              <a:avLst/>
              <a:gdLst>
                <a:gd name="T0" fmla="*/ 0 w 49"/>
                <a:gd name="T1" fmla="*/ 64 h 11"/>
                <a:gd name="T2" fmla="*/ 442 w 49"/>
                <a:gd name="T3" fmla="*/ 181 h 11"/>
                <a:gd name="T4" fmla="*/ 776 w 49"/>
                <a:gd name="T5" fmla="*/ 64 h 11"/>
                <a:gd name="T6" fmla="*/ 743 w 49"/>
                <a:gd name="T7" fmla="*/ 20 h 11"/>
                <a:gd name="T8" fmla="*/ 442 w 49"/>
                <a:gd name="T9" fmla="*/ 117 h 11"/>
                <a:gd name="T10" fmla="*/ 33 w 49"/>
                <a:gd name="T11" fmla="*/ 0 h 11"/>
                <a:gd name="T12" fmla="*/ 0 w 49"/>
                <a:gd name="T13" fmla="*/ 6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1">
                  <a:moveTo>
                    <a:pt x="0" y="4"/>
                  </a:moveTo>
                  <a:cubicBezTo>
                    <a:pt x="9" y="8"/>
                    <a:pt x="18" y="11"/>
                    <a:pt x="28" y="11"/>
                  </a:cubicBezTo>
                  <a:cubicBezTo>
                    <a:pt x="35" y="11"/>
                    <a:pt x="42" y="9"/>
                    <a:pt x="49" y="4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0" y="5"/>
                    <a:pt x="34" y="7"/>
                    <a:pt x="28" y="7"/>
                  </a:cubicBezTo>
                  <a:cubicBezTo>
                    <a:pt x="19" y="7"/>
                    <a:pt x="11" y="4"/>
                    <a:pt x="2" y="0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8" name="Freeform 808">
              <a:extLst>
                <a:ext uri="{FF2B5EF4-FFF2-40B4-BE49-F238E27FC236}">
                  <a16:creationId xmlns:a16="http://schemas.microsoft.com/office/drawing/2014/main" id="{06EF8B85-8374-40CA-A2E4-1DDE24073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3903"/>
              <a:ext cx="140" cy="50"/>
            </a:xfrm>
            <a:custGeom>
              <a:avLst/>
              <a:gdLst>
                <a:gd name="T0" fmla="*/ 0 w 56"/>
                <a:gd name="T1" fmla="*/ 95 h 20"/>
                <a:gd name="T2" fmla="*/ 188 w 56"/>
                <a:gd name="T3" fmla="*/ 220 h 20"/>
                <a:gd name="T4" fmla="*/ 425 w 56"/>
                <a:gd name="T5" fmla="*/ 313 h 20"/>
                <a:gd name="T6" fmla="*/ 438 w 56"/>
                <a:gd name="T7" fmla="*/ 313 h 20"/>
                <a:gd name="T8" fmla="*/ 675 w 56"/>
                <a:gd name="T9" fmla="*/ 208 h 20"/>
                <a:gd name="T10" fmla="*/ 875 w 56"/>
                <a:gd name="T11" fmla="*/ 50 h 20"/>
                <a:gd name="T12" fmla="*/ 845 w 56"/>
                <a:gd name="T13" fmla="*/ 0 h 20"/>
                <a:gd name="T14" fmla="*/ 645 w 56"/>
                <a:gd name="T15" fmla="*/ 145 h 20"/>
                <a:gd name="T16" fmla="*/ 438 w 56"/>
                <a:gd name="T17" fmla="*/ 250 h 20"/>
                <a:gd name="T18" fmla="*/ 425 w 56"/>
                <a:gd name="T19" fmla="*/ 250 h 20"/>
                <a:gd name="T20" fmla="*/ 220 w 56"/>
                <a:gd name="T21" fmla="*/ 175 h 20"/>
                <a:gd name="T22" fmla="*/ 33 w 56"/>
                <a:gd name="T23" fmla="*/ 33 h 20"/>
                <a:gd name="T24" fmla="*/ 0 w 56"/>
                <a:gd name="T25" fmla="*/ 95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20">
                  <a:moveTo>
                    <a:pt x="0" y="6"/>
                  </a:moveTo>
                  <a:cubicBezTo>
                    <a:pt x="3" y="8"/>
                    <a:pt x="7" y="11"/>
                    <a:pt x="12" y="14"/>
                  </a:cubicBezTo>
                  <a:cubicBezTo>
                    <a:pt x="17" y="17"/>
                    <a:pt x="22" y="20"/>
                    <a:pt x="27" y="20"/>
                  </a:cubicBezTo>
                  <a:cubicBezTo>
                    <a:pt x="27" y="20"/>
                    <a:pt x="28" y="20"/>
                    <a:pt x="28" y="20"/>
                  </a:cubicBezTo>
                  <a:cubicBezTo>
                    <a:pt x="34" y="19"/>
                    <a:pt x="39" y="16"/>
                    <a:pt x="43" y="13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45" y="6"/>
                    <a:pt x="41" y="9"/>
                  </a:cubicBezTo>
                  <a:cubicBezTo>
                    <a:pt x="37" y="13"/>
                    <a:pt x="32" y="15"/>
                    <a:pt x="28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3" y="16"/>
                    <a:pt x="19" y="14"/>
                    <a:pt x="14" y="11"/>
                  </a:cubicBezTo>
                  <a:cubicBezTo>
                    <a:pt x="10" y="8"/>
                    <a:pt x="6" y="5"/>
                    <a:pt x="2" y="2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9" name="Freeform 809">
              <a:extLst>
                <a:ext uri="{FF2B5EF4-FFF2-40B4-BE49-F238E27FC236}">
                  <a16:creationId xmlns:a16="http://schemas.microsoft.com/office/drawing/2014/main" id="{14823BDC-D24D-4055-A13D-C9AC49E50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903"/>
              <a:ext cx="122" cy="43"/>
            </a:xfrm>
            <a:custGeom>
              <a:avLst/>
              <a:gdLst>
                <a:gd name="T0" fmla="*/ 0 w 49"/>
                <a:gd name="T1" fmla="*/ 33 h 17"/>
                <a:gd name="T2" fmla="*/ 75 w 49"/>
                <a:gd name="T3" fmla="*/ 129 h 17"/>
                <a:gd name="T4" fmla="*/ 167 w 49"/>
                <a:gd name="T5" fmla="*/ 180 h 17"/>
                <a:gd name="T6" fmla="*/ 249 w 49"/>
                <a:gd name="T7" fmla="*/ 243 h 17"/>
                <a:gd name="T8" fmla="*/ 321 w 49"/>
                <a:gd name="T9" fmla="*/ 276 h 17"/>
                <a:gd name="T10" fmla="*/ 371 w 49"/>
                <a:gd name="T11" fmla="*/ 276 h 17"/>
                <a:gd name="T12" fmla="*/ 590 w 49"/>
                <a:gd name="T13" fmla="*/ 192 h 17"/>
                <a:gd name="T14" fmla="*/ 757 w 49"/>
                <a:gd name="T15" fmla="*/ 63 h 17"/>
                <a:gd name="T16" fmla="*/ 725 w 49"/>
                <a:gd name="T17" fmla="*/ 0 h 17"/>
                <a:gd name="T18" fmla="*/ 558 w 49"/>
                <a:gd name="T19" fmla="*/ 147 h 17"/>
                <a:gd name="T20" fmla="*/ 371 w 49"/>
                <a:gd name="T21" fmla="*/ 210 h 17"/>
                <a:gd name="T22" fmla="*/ 341 w 49"/>
                <a:gd name="T23" fmla="*/ 210 h 17"/>
                <a:gd name="T24" fmla="*/ 279 w 49"/>
                <a:gd name="T25" fmla="*/ 180 h 17"/>
                <a:gd name="T26" fmla="*/ 217 w 49"/>
                <a:gd name="T27" fmla="*/ 129 h 17"/>
                <a:gd name="T28" fmla="*/ 124 w 49"/>
                <a:gd name="T29" fmla="*/ 63 h 17"/>
                <a:gd name="T30" fmla="*/ 62 w 49"/>
                <a:gd name="T31" fmla="*/ 20 h 17"/>
                <a:gd name="T32" fmla="*/ 0 w 49"/>
                <a:gd name="T33" fmla="*/ 33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7">
                  <a:moveTo>
                    <a:pt x="0" y="2"/>
                  </a:moveTo>
                  <a:cubicBezTo>
                    <a:pt x="1" y="5"/>
                    <a:pt x="3" y="7"/>
                    <a:pt x="5" y="8"/>
                  </a:cubicBezTo>
                  <a:cubicBezTo>
                    <a:pt x="8" y="9"/>
                    <a:pt x="10" y="10"/>
                    <a:pt x="11" y="11"/>
                  </a:cubicBezTo>
                  <a:cubicBezTo>
                    <a:pt x="13" y="13"/>
                    <a:pt x="14" y="14"/>
                    <a:pt x="16" y="15"/>
                  </a:cubicBezTo>
                  <a:cubicBezTo>
                    <a:pt x="17" y="16"/>
                    <a:pt x="19" y="16"/>
                    <a:pt x="21" y="17"/>
                  </a:cubicBezTo>
                  <a:cubicBezTo>
                    <a:pt x="22" y="17"/>
                    <a:pt x="23" y="17"/>
                    <a:pt x="24" y="17"/>
                  </a:cubicBezTo>
                  <a:cubicBezTo>
                    <a:pt x="29" y="17"/>
                    <a:pt x="33" y="15"/>
                    <a:pt x="38" y="12"/>
                  </a:cubicBezTo>
                  <a:cubicBezTo>
                    <a:pt x="42" y="9"/>
                    <a:pt x="46" y="6"/>
                    <a:pt x="49" y="4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4" y="3"/>
                    <a:pt x="40" y="6"/>
                    <a:pt x="36" y="9"/>
                  </a:cubicBezTo>
                  <a:cubicBezTo>
                    <a:pt x="31" y="11"/>
                    <a:pt x="27" y="13"/>
                    <a:pt x="24" y="13"/>
                  </a:cubicBezTo>
                  <a:cubicBezTo>
                    <a:pt x="23" y="13"/>
                    <a:pt x="23" y="13"/>
                    <a:pt x="22" y="13"/>
                  </a:cubicBezTo>
                  <a:cubicBezTo>
                    <a:pt x="20" y="12"/>
                    <a:pt x="19" y="12"/>
                    <a:pt x="18" y="11"/>
                  </a:cubicBezTo>
                  <a:cubicBezTo>
                    <a:pt x="17" y="10"/>
                    <a:pt x="15" y="9"/>
                    <a:pt x="14" y="8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6" y="3"/>
                    <a:pt x="4" y="2"/>
                    <a:pt x="4" y="1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0" name="Freeform 810">
              <a:extLst>
                <a:ext uri="{FF2B5EF4-FFF2-40B4-BE49-F238E27FC236}">
                  <a16:creationId xmlns:a16="http://schemas.microsoft.com/office/drawing/2014/main" id="{DCFB73C8-6DE4-42A2-BE98-C7A2E5EA0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891"/>
              <a:ext cx="138" cy="55"/>
            </a:xfrm>
            <a:custGeom>
              <a:avLst/>
              <a:gdLst>
                <a:gd name="T0" fmla="*/ 0 w 55"/>
                <a:gd name="T1" fmla="*/ 145 h 22"/>
                <a:gd name="T2" fmla="*/ 176 w 55"/>
                <a:gd name="T3" fmla="*/ 250 h 22"/>
                <a:gd name="T4" fmla="*/ 284 w 55"/>
                <a:gd name="T5" fmla="*/ 313 h 22"/>
                <a:gd name="T6" fmla="*/ 396 w 55"/>
                <a:gd name="T7" fmla="*/ 345 h 22"/>
                <a:gd name="T8" fmla="*/ 396 w 55"/>
                <a:gd name="T9" fmla="*/ 345 h 22"/>
                <a:gd name="T10" fmla="*/ 409 w 55"/>
                <a:gd name="T11" fmla="*/ 345 h 22"/>
                <a:gd name="T12" fmla="*/ 409 w 55"/>
                <a:gd name="T13" fmla="*/ 345 h 22"/>
                <a:gd name="T14" fmla="*/ 555 w 55"/>
                <a:gd name="T15" fmla="*/ 300 h 22"/>
                <a:gd name="T16" fmla="*/ 660 w 55"/>
                <a:gd name="T17" fmla="*/ 220 h 22"/>
                <a:gd name="T18" fmla="*/ 805 w 55"/>
                <a:gd name="T19" fmla="*/ 95 h 22"/>
                <a:gd name="T20" fmla="*/ 838 w 55"/>
                <a:gd name="T21" fmla="*/ 83 h 22"/>
                <a:gd name="T22" fmla="*/ 851 w 55"/>
                <a:gd name="T23" fmla="*/ 63 h 22"/>
                <a:gd name="T24" fmla="*/ 851 w 55"/>
                <a:gd name="T25" fmla="*/ 63 h 22"/>
                <a:gd name="T26" fmla="*/ 851 w 55"/>
                <a:gd name="T27" fmla="*/ 63 h 22"/>
                <a:gd name="T28" fmla="*/ 838 w 55"/>
                <a:gd name="T29" fmla="*/ 33 h 22"/>
                <a:gd name="T30" fmla="*/ 838 w 55"/>
                <a:gd name="T31" fmla="*/ 63 h 22"/>
                <a:gd name="T32" fmla="*/ 851 w 55"/>
                <a:gd name="T33" fmla="*/ 63 h 22"/>
                <a:gd name="T34" fmla="*/ 838 w 55"/>
                <a:gd name="T35" fmla="*/ 33 h 22"/>
                <a:gd name="T36" fmla="*/ 838 w 55"/>
                <a:gd name="T37" fmla="*/ 63 h 22"/>
                <a:gd name="T38" fmla="*/ 838 w 55"/>
                <a:gd name="T39" fmla="*/ 33 h 22"/>
                <a:gd name="T40" fmla="*/ 805 w 55"/>
                <a:gd name="T41" fmla="*/ 50 h 22"/>
                <a:gd name="T42" fmla="*/ 838 w 55"/>
                <a:gd name="T43" fmla="*/ 63 h 22"/>
                <a:gd name="T44" fmla="*/ 838 w 55"/>
                <a:gd name="T45" fmla="*/ 33 h 22"/>
                <a:gd name="T46" fmla="*/ 805 w 55"/>
                <a:gd name="T47" fmla="*/ 50 h 22"/>
                <a:gd name="T48" fmla="*/ 838 w 55"/>
                <a:gd name="T49" fmla="*/ 33 h 22"/>
                <a:gd name="T50" fmla="*/ 805 w 55"/>
                <a:gd name="T51" fmla="*/ 33 h 22"/>
                <a:gd name="T52" fmla="*/ 805 w 55"/>
                <a:gd name="T53" fmla="*/ 50 h 22"/>
                <a:gd name="T54" fmla="*/ 838 w 55"/>
                <a:gd name="T55" fmla="*/ 33 h 22"/>
                <a:gd name="T56" fmla="*/ 805 w 55"/>
                <a:gd name="T57" fmla="*/ 33 h 22"/>
                <a:gd name="T58" fmla="*/ 818 w 55"/>
                <a:gd name="T59" fmla="*/ 33 h 22"/>
                <a:gd name="T60" fmla="*/ 805 w 55"/>
                <a:gd name="T61" fmla="*/ 33 h 22"/>
                <a:gd name="T62" fmla="*/ 805 w 55"/>
                <a:gd name="T63" fmla="*/ 33 h 22"/>
                <a:gd name="T64" fmla="*/ 818 w 55"/>
                <a:gd name="T65" fmla="*/ 33 h 22"/>
                <a:gd name="T66" fmla="*/ 805 w 55"/>
                <a:gd name="T67" fmla="*/ 33 h 22"/>
                <a:gd name="T68" fmla="*/ 805 w 55"/>
                <a:gd name="T69" fmla="*/ 33 h 22"/>
                <a:gd name="T70" fmla="*/ 805 w 55"/>
                <a:gd name="T71" fmla="*/ 33 h 22"/>
                <a:gd name="T72" fmla="*/ 805 w 55"/>
                <a:gd name="T73" fmla="*/ 33 h 22"/>
                <a:gd name="T74" fmla="*/ 805 w 55"/>
                <a:gd name="T75" fmla="*/ 33 h 22"/>
                <a:gd name="T76" fmla="*/ 805 w 55"/>
                <a:gd name="T77" fmla="*/ 33 h 22"/>
                <a:gd name="T78" fmla="*/ 805 w 55"/>
                <a:gd name="T79" fmla="*/ 33 h 22"/>
                <a:gd name="T80" fmla="*/ 868 w 55"/>
                <a:gd name="T81" fmla="*/ 50 h 22"/>
                <a:gd name="T82" fmla="*/ 868 w 55"/>
                <a:gd name="T83" fmla="*/ 33 h 22"/>
                <a:gd name="T84" fmla="*/ 868 w 55"/>
                <a:gd name="T85" fmla="*/ 20 h 22"/>
                <a:gd name="T86" fmla="*/ 838 w 55"/>
                <a:gd name="T87" fmla="*/ 0 h 22"/>
                <a:gd name="T88" fmla="*/ 818 w 55"/>
                <a:gd name="T89" fmla="*/ 0 h 22"/>
                <a:gd name="T90" fmla="*/ 788 w 55"/>
                <a:gd name="T91" fmla="*/ 20 h 22"/>
                <a:gd name="T92" fmla="*/ 755 w 55"/>
                <a:gd name="T93" fmla="*/ 50 h 22"/>
                <a:gd name="T94" fmla="*/ 630 w 55"/>
                <a:gd name="T95" fmla="*/ 158 h 22"/>
                <a:gd name="T96" fmla="*/ 522 w 55"/>
                <a:gd name="T97" fmla="*/ 238 h 22"/>
                <a:gd name="T98" fmla="*/ 396 w 55"/>
                <a:gd name="T99" fmla="*/ 283 h 22"/>
                <a:gd name="T100" fmla="*/ 396 w 55"/>
                <a:gd name="T101" fmla="*/ 283 h 22"/>
                <a:gd name="T102" fmla="*/ 396 w 55"/>
                <a:gd name="T103" fmla="*/ 283 h 22"/>
                <a:gd name="T104" fmla="*/ 396 w 55"/>
                <a:gd name="T105" fmla="*/ 283 h 22"/>
                <a:gd name="T106" fmla="*/ 314 w 55"/>
                <a:gd name="T107" fmla="*/ 250 h 22"/>
                <a:gd name="T108" fmla="*/ 176 w 55"/>
                <a:gd name="T109" fmla="*/ 158 h 22"/>
                <a:gd name="T110" fmla="*/ 20 w 55"/>
                <a:gd name="T111" fmla="*/ 83 h 22"/>
                <a:gd name="T112" fmla="*/ 0 w 55"/>
                <a:gd name="T113" fmla="*/ 145 h 2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5" h="22">
                  <a:moveTo>
                    <a:pt x="0" y="9"/>
                  </a:moveTo>
                  <a:cubicBezTo>
                    <a:pt x="3" y="10"/>
                    <a:pt x="7" y="13"/>
                    <a:pt x="11" y="16"/>
                  </a:cubicBezTo>
                  <a:cubicBezTo>
                    <a:pt x="13" y="17"/>
                    <a:pt x="15" y="19"/>
                    <a:pt x="18" y="20"/>
                  </a:cubicBezTo>
                  <a:cubicBezTo>
                    <a:pt x="20" y="21"/>
                    <a:pt x="22" y="22"/>
                    <a:pt x="25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9" y="22"/>
                    <a:pt x="32" y="21"/>
                    <a:pt x="35" y="19"/>
                  </a:cubicBezTo>
                  <a:cubicBezTo>
                    <a:pt x="38" y="17"/>
                    <a:pt x="40" y="15"/>
                    <a:pt x="42" y="14"/>
                  </a:cubicBezTo>
                  <a:cubicBezTo>
                    <a:pt x="45" y="11"/>
                    <a:pt x="48" y="9"/>
                    <a:pt x="51" y="6"/>
                  </a:cubicBezTo>
                  <a:cubicBezTo>
                    <a:pt x="51" y="6"/>
                    <a:pt x="52" y="5"/>
                    <a:pt x="53" y="5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2" y="4"/>
                    <a:pt x="52" y="4"/>
                    <a:pt x="53" y="4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3"/>
                    <a:pt x="51" y="3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2"/>
                    <a:pt x="55" y="2"/>
                  </a:cubicBezTo>
                  <a:cubicBezTo>
                    <a:pt x="55" y="2"/>
                    <a:pt x="55" y="1"/>
                    <a:pt x="55" y="1"/>
                  </a:cubicBezTo>
                  <a:cubicBezTo>
                    <a:pt x="54" y="0"/>
                    <a:pt x="53" y="0"/>
                    <a:pt x="53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1" y="0"/>
                    <a:pt x="51" y="0"/>
                    <a:pt x="50" y="1"/>
                  </a:cubicBezTo>
                  <a:cubicBezTo>
                    <a:pt x="49" y="2"/>
                    <a:pt x="48" y="3"/>
                    <a:pt x="48" y="3"/>
                  </a:cubicBezTo>
                  <a:cubicBezTo>
                    <a:pt x="45" y="6"/>
                    <a:pt x="42" y="8"/>
                    <a:pt x="40" y="10"/>
                  </a:cubicBezTo>
                  <a:cubicBezTo>
                    <a:pt x="38" y="12"/>
                    <a:pt x="35" y="14"/>
                    <a:pt x="33" y="15"/>
                  </a:cubicBezTo>
                  <a:cubicBezTo>
                    <a:pt x="30" y="17"/>
                    <a:pt x="27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3" y="18"/>
                    <a:pt x="21" y="17"/>
                    <a:pt x="20" y="16"/>
                  </a:cubicBezTo>
                  <a:cubicBezTo>
                    <a:pt x="17" y="15"/>
                    <a:pt x="14" y="12"/>
                    <a:pt x="11" y="10"/>
                  </a:cubicBezTo>
                  <a:cubicBezTo>
                    <a:pt x="8" y="8"/>
                    <a:pt x="5" y="6"/>
                    <a:pt x="1" y="5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1" name="Freeform 811">
              <a:extLst>
                <a:ext uri="{FF2B5EF4-FFF2-40B4-BE49-F238E27FC236}">
                  <a16:creationId xmlns:a16="http://schemas.microsoft.com/office/drawing/2014/main" id="{77B284C5-5FBE-4567-913E-C57313354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893"/>
              <a:ext cx="143" cy="58"/>
            </a:xfrm>
            <a:custGeom>
              <a:avLst/>
              <a:gdLst>
                <a:gd name="T0" fmla="*/ 95 w 57"/>
                <a:gd name="T1" fmla="*/ 159 h 23"/>
                <a:gd name="T2" fmla="*/ 271 w 57"/>
                <a:gd name="T3" fmla="*/ 338 h 23"/>
                <a:gd name="T4" fmla="*/ 366 w 57"/>
                <a:gd name="T5" fmla="*/ 368 h 23"/>
                <a:gd name="T6" fmla="*/ 597 w 57"/>
                <a:gd name="T7" fmla="*/ 255 h 23"/>
                <a:gd name="T8" fmla="*/ 838 w 57"/>
                <a:gd name="T9" fmla="*/ 83 h 23"/>
                <a:gd name="T10" fmla="*/ 805 w 57"/>
                <a:gd name="T11" fmla="*/ 63 h 23"/>
                <a:gd name="T12" fmla="*/ 818 w 57"/>
                <a:gd name="T13" fmla="*/ 113 h 23"/>
                <a:gd name="T14" fmla="*/ 868 w 57"/>
                <a:gd name="T15" fmla="*/ 113 h 23"/>
                <a:gd name="T16" fmla="*/ 881 w 57"/>
                <a:gd name="T17" fmla="*/ 63 h 23"/>
                <a:gd name="T18" fmla="*/ 901 w 57"/>
                <a:gd name="T19" fmla="*/ 33 h 23"/>
                <a:gd name="T20" fmla="*/ 868 w 57"/>
                <a:gd name="T21" fmla="*/ 0 h 23"/>
                <a:gd name="T22" fmla="*/ 868 w 57"/>
                <a:gd name="T23" fmla="*/ 33 h 23"/>
                <a:gd name="T24" fmla="*/ 868 w 57"/>
                <a:gd name="T25" fmla="*/ 33 h 23"/>
                <a:gd name="T26" fmla="*/ 850 w 57"/>
                <a:gd name="T27" fmla="*/ 63 h 23"/>
                <a:gd name="T28" fmla="*/ 850 w 57"/>
                <a:gd name="T29" fmla="*/ 63 h 23"/>
                <a:gd name="T30" fmla="*/ 850 w 57"/>
                <a:gd name="T31" fmla="*/ 63 h 23"/>
                <a:gd name="T32" fmla="*/ 868 w 57"/>
                <a:gd name="T33" fmla="*/ 33 h 23"/>
                <a:gd name="T34" fmla="*/ 868 w 57"/>
                <a:gd name="T35" fmla="*/ 33 h 23"/>
                <a:gd name="T36" fmla="*/ 838 w 57"/>
                <a:gd name="T37" fmla="*/ 20 h 23"/>
                <a:gd name="T38" fmla="*/ 838 w 57"/>
                <a:gd name="T39" fmla="*/ 20 h 23"/>
                <a:gd name="T40" fmla="*/ 838 w 57"/>
                <a:gd name="T41" fmla="*/ 20 h 23"/>
                <a:gd name="T42" fmla="*/ 818 w 57"/>
                <a:gd name="T43" fmla="*/ 50 h 23"/>
                <a:gd name="T44" fmla="*/ 805 w 57"/>
                <a:gd name="T45" fmla="*/ 63 h 23"/>
                <a:gd name="T46" fmla="*/ 805 w 57"/>
                <a:gd name="T47" fmla="*/ 63 h 23"/>
                <a:gd name="T48" fmla="*/ 838 w 57"/>
                <a:gd name="T49" fmla="*/ 83 h 23"/>
                <a:gd name="T50" fmla="*/ 838 w 57"/>
                <a:gd name="T51" fmla="*/ 83 h 23"/>
                <a:gd name="T52" fmla="*/ 818 w 57"/>
                <a:gd name="T53" fmla="*/ 50 h 23"/>
                <a:gd name="T54" fmla="*/ 818 w 57"/>
                <a:gd name="T55" fmla="*/ 50 h 23"/>
                <a:gd name="T56" fmla="*/ 818 w 57"/>
                <a:gd name="T57" fmla="*/ 50 h 23"/>
                <a:gd name="T58" fmla="*/ 838 w 57"/>
                <a:gd name="T59" fmla="*/ 83 h 23"/>
                <a:gd name="T60" fmla="*/ 838 w 57"/>
                <a:gd name="T61" fmla="*/ 83 h 23"/>
                <a:gd name="T62" fmla="*/ 868 w 57"/>
                <a:gd name="T63" fmla="*/ 63 h 23"/>
                <a:gd name="T64" fmla="*/ 868 w 57"/>
                <a:gd name="T65" fmla="*/ 63 h 23"/>
                <a:gd name="T66" fmla="*/ 868 w 57"/>
                <a:gd name="T67" fmla="*/ 63 h 23"/>
                <a:gd name="T68" fmla="*/ 838 w 57"/>
                <a:gd name="T69" fmla="*/ 83 h 23"/>
                <a:gd name="T70" fmla="*/ 838 w 57"/>
                <a:gd name="T71" fmla="*/ 83 h 23"/>
                <a:gd name="T72" fmla="*/ 868 w 57"/>
                <a:gd name="T73" fmla="*/ 96 h 23"/>
                <a:gd name="T74" fmla="*/ 868 w 57"/>
                <a:gd name="T75" fmla="*/ 96 h 23"/>
                <a:gd name="T76" fmla="*/ 567 w 57"/>
                <a:gd name="T77" fmla="*/ 192 h 23"/>
                <a:gd name="T78" fmla="*/ 366 w 57"/>
                <a:gd name="T79" fmla="*/ 305 h 23"/>
                <a:gd name="T80" fmla="*/ 238 w 57"/>
                <a:gd name="T81" fmla="*/ 222 h 23"/>
                <a:gd name="T82" fmla="*/ 83 w 57"/>
                <a:gd name="T83" fmla="*/ 83 h 2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7" h="23">
                  <a:moveTo>
                    <a:pt x="0" y="6"/>
                  </a:moveTo>
                  <a:cubicBezTo>
                    <a:pt x="1" y="8"/>
                    <a:pt x="2" y="8"/>
                    <a:pt x="3" y="9"/>
                  </a:cubicBezTo>
                  <a:cubicBezTo>
                    <a:pt x="4" y="9"/>
                    <a:pt x="5" y="10"/>
                    <a:pt x="6" y="10"/>
                  </a:cubicBezTo>
                  <a:cubicBezTo>
                    <a:pt x="7" y="11"/>
                    <a:pt x="8" y="12"/>
                    <a:pt x="8" y="13"/>
                  </a:cubicBezTo>
                  <a:cubicBezTo>
                    <a:pt x="9" y="14"/>
                    <a:pt x="10" y="16"/>
                    <a:pt x="12" y="17"/>
                  </a:cubicBezTo>
                  <a:cubicBezTo>
                    <a:pt x="13" y="18"/>
                    <a:pt x="15" y="19"/>
                    <a:pt x="17" y="21"/>
                  </a:cubicBezTo>
                  <a:cubicBezTo>
                    <a:pt x="18" y="21"/>
                    <a:pt x="19" y="22"/>
                    <a:pt x="20" y="22"/>
                  </a:cubicBezTo>
                  <a:cubicBezTo>
                    <a:pt x="21" y="23"/>
                    <a:pt x="22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5" y="23"/>
                    <a:pt x="26" y="23"/>
                    <a:pt x="28" y="22"/>
                  </a:cubicBezTo>
                  <a:cubicBezTo>
                    <a:pt x="30" y="22"/>
                    <a:pt x="32" y="20"/>
                    <a:pt x="33" y="19"/>
                  </a:cubicBezTo>
                  <a:cubicBezTo>
                    <a:pt x="35" y="18"/>
                    <a:pt x="37" y="17"/>
                    <a:pt x="38" y="16"/>
                  </a:cubicBezTo>
                  <a:cubicBezTo>
                    <a:pt x="41" y="14"/>
                    <a:pt x="44" y="13"/>
                    <a:pt x="46" y="12"/>
                  </a:cubicBezTo>
                  <a:cubicBezTo>
                    <a:pt x="49" y="11"/>
                    <a:pt x="52" y="9"/>
                    <a:pt x="55" y="6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1" y="5"/>
                    <a:pt x="51" y="6"/>
                    <a:pt x="51" y="6"/>
                  </a:cubicBezTo>
                  <a:cubicBezTo>
                    <a:pt x="51" y="6"/>
                    <a:pt x="52" y="7"/>
                    <a:pt x="52" y="7"/>
                  </a:cubicBezTo>
                  <a:cubicBezTo>
                    <a:pt x="52" y="7"/>
                    <a:pt x="53" y="7"/>
                    <a:pt x="53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4"/>
                    <a:pt x="56" y="4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7" y="3"/>
                    <a:pt x="57" y="2"/>
                  </a:cubicBezTo>
                  <a:cubicBezTo>
                    <a:pt x="57" y="2"/>
                    <a:pt x="57" y="1"/>
                    <a:pt x="57" y="1"/>
                  </a:cubicBezTo>
                  <a:cubicBezTo>
                    <a:pt x="57" y="1"/>
                    <a:pt x="56" y="0"/>
                    <a:pt x="56" y="0"/>
                  </a:cubicBezTo>
                  <a:cubicBezTo>
                    <a:pt x="56" y="0"/>
                    <a:pt x="55" y="0"/>
                    <a:pt x="55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4"/>
                    <a:pt x="54" y="4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2"/>
                    <a:pt x="52" y="2"/>
                    <a:pt x="52" y="3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3"/>
                    <a:pt x="53" y="3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5" y="4"/>
                    <a:pt x="55" y="4"/>
                    <a:pt x="54" y="3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5"/>
                    <a:pt x="55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49" y="6"/>
                    <a:pt x="47" y="7"/>
                    <a:pt x="45" y="8"/>
                  </a:cubicBezTo>
                  <a:cubicBezTo>
                    <a:pt x="42" y="9"/>
                    <a:pt x="39" y="10"/>
                    <a:pt x="36" y="12"/>
                  </a:cubicBezTo>
                  <a:cubicBezTo>
                    <a:pt x="34" y="13"/>
                    <a:pt x="32" y="15"/>
                    <a:pt x="29" y="17"/>
                  </a:cubicBezTo>
                  <a:cubicBezTo>
                    <a:pt x="28" y="17"/>
                    <a:pt x="27" y="18"/>
                    <a:pt x="26" y="18"/>
                  </a:cubicBezTo>
                  <a:cubicBezTo>
                    <a:pt x="25" y="19"/>
                    <a:pt x="24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2" y="19"/>
                  </a:cubicBezTo>
                  <a:cubicBezTo>
                    <a:pt x="19" y="17"/>
                    <a:pt x="16" y="15"/>
                    <a:pt x="15" y="14"/>
                  </a:cubicBezTo>
                  <a:cubicBezTo>
                    <a:pt x="14" y="13"/>
                    <a:pt x="13" y="12"/>
                    <a:pt x="12" y="11"/>
                  </a:cubicBezTo>
                  <a:cubicBezTo>
                    <a:pt x="11" y="9"/>
                    <a:pt x="10" y="8"/>
                    <a:pt x="8" y="7"/>
                  </a:cubicBezTo>
                  <a:cubicBezTo>
                    <a:pt x="7" y="6"/>
                    <a:pt x="6" y="5"/>
                    <a:pt x="5" y="5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2" name="Freeform 812">
              <a:extLst>
                <a:ext uri="{FF2B5EF4-FFF2-40B4-BE49-F238E27FC236}">
                  <a16:creationId xmlns:a16="http://schemas.microsoft.com/office/drawing/2014/main" id="{E8B213CE-4226-4CF8-9B14-1741BF15F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908"/>
              <a:ext cx="128" cy="45"/>
            </a:xfrm>
            <a:custGeom>
              <a:avLst/>
              <a:gdLst>
                <a:gd name="T0" fmla="*/ 0 w 51"/>
                <a:gd name="T1" fmla="*/ 33 h 18"/>
                <a:gd name="T2" fmla="*/ 158 w 51"/>
                <a:gd name="T3" fmla="*/ 188 h 18"/>
                <a:gd name="T4" fmla="*/ 251 w 51"/>
                <a:gd name="T5" fmla="*/ 250 h 18"/>
                <a:gd name="T6" fmla="*/ 334 w 51"/>
                <a:gd name="T7" fmla="*/ 283 h 18"/>
                <a:gd name="T8" fmla="*/ 346 w 51"/>
                <a:gd name="T9" fmla="*/ 283 h 18"/>
                <a:gd name="T10" fmla="*/ 429 w 51"/>
                <a:gd name="T11" fmla="*/ 270 h 18"/>
                <a:gd name="T12" fmla="*/ 492 w 51"/>
                <a:gd name="T13" fmla="*/ 238 h 18"/>
                <a:gd name="T14" fmla="*/ 650 w 51"/>
                <a:gd name="T15" fmla="*/ 158 h 18"/>
                <a:gd name="T16" fmla="*/ 806 w 51"/>
                <a:gd name="T17" fmla="*/ 50 h 18"/>
                <a:gd name="T18" fmla="*/ 755 w 51"/>
                <a:gd name="T19" fmla="*/ 0 h 18"/>
                <a:gd name="T20" fmla="*/ 617 w 51"/>
                <a:gd name="T21" fmla="*/ 95 h 18"/>
                <a:gd name="T22" fmla="*/ 459 w 51"/>
                <a:gd name="T23" fmla="*/ 175 h 18"/>
                <a:gd name="T24" fmla="*/ 397 w 51"/>
                <a:gd name="T25" fmla="*/ 208 h 18"/>
                <a:gd name="T26" fmla="*/ 346 w 51"/>
                <a:gd name="T27" fmla="*/ 220 h 18"/>
                <a:gd name="T28" fmla="*/ 346 w 51"/>
                <a:gd name="T29" fmla="*/ 220 h 18"/>
                <a:gd name="T30" fmla="*/ 284 w 51"/>
                <a:gd name="T31" fmla="*/ 188 h 18"/>
                <a:gd name="T32" fmla="*/ 63 w 51"/>
                <a:gd name="T33" fmla="*/ 0 h 18"/>
                <a:gd name="T34" fmla="*/ 0 w 51"/>
                <a:gd name="T35" fmla="*/ 33 h 1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1" h="18">
                  <a:moveTo>
                    <a:pt x="0" y="2"/>
                  </a:moveTo>
                  <a:cubicBezTo>
                    <a:pt x="2" y="5"/>
                    <a:pt x="6" y="8"/>
                    <a:pt x="10" y="12"/>
                  </a:cubicBezTo>
                  <a:cubicBezTo>
                    <a:pt x="12" y="13"/>
                    <a:pt x="14" y="15"/>
                    <a:pt x="16" y="16"/>
                  </a:cubicBezTo>
                  <a:cubicBezTo>
                    <a:pt x="17" y="17"/>
                    <a:pt x="19" y="18"/>
                    <a:pt x="21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4" y="18"/>
                    <a:pt x="26" y="17"/>
                    <a:pt x="27" y="17"/>
                  </a:cubicBezTo>
                  <a:cubicBezTo>
                    <a:pt x="29" y="16"/>
                    <a:pt x="30" y="15"/>
                    <a:pt x="31" y="15"/>
                  </a:cubicBezTo>
                  <a:cubicBezTo>
                    <a:pt x="34" y="13"/>
                    <a:pt x="38" y="12"/>
                    <a:pt x="41" y="10"/>
                  </a:cubicBezTo>
                  <a:cubicBezTo>
                    <a:pt x="45" y="8"/>
                    <a:pt x="48" y="6"/>
                    <a:pt x="51" y="3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6" y="2"/>
                    <a:pt x="43" y="4"/>
                    <a:pt x="39" y="6"/>
                  </a:cubicBezTo>
                  <a:cubicBezTo>
                    <a:pt x="36" y="8"/>
                    <a:pt x="32" y="9"/>
                    <a:pt x="29" y="11"/>
                  </a:cubicBezTo>
                  <a:cubicBezTo>
                    <a:pt x="28" y="12"/>
                    <a:pt x="26" y="12"/>
                    <a:pt x="25" y="13"/>
                  </a:cubicBezTo>
                  <a:cubicBezTo>
                    <a:pt x="24" y="13"/>
                    <a:pt x="23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14"/>
                    <a:pt x="19" y="13"/>
                    <a:pt x="18" y="12"/>
                  </a:cubicBezTo>
                  <a:cubicBezTo>
                    <a:pt x="13" y="9"/>
                    <a:pt x="6" y="3"/>
                    <a:pt x="4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3" name="Freeform 813">
              <a:extLst>
                <a:ext uri="{FF2B5EF4-FFF2-40B4-BE49-F238E27FC236}">
                  <a16:creationId xmlns:a16="http://schemas.microsoft.com/office/drawing/2014/main" id="{D58EF6E5-08B4-4366-BB62-FE9C7A26C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3906"/>
              <a:ext cx="120" cy="42"/>
            </a:xfrm>
            <a:custGeom>
              <a:avLst/>
              <a:gdLst>
                <a:gd name="T0" fmla="*/ 0 w 48"/>
                <a:gd name="T1" fmla="*/ 104 h 17"/>
                <a:gd name="T2" fmla="*/ 20 w 48"/>
                <a:gd name="T3" fmla="*/ 104 h 17"/>
                <a:gd name="T4" fmla="*/ 83 w 48"/>
                <a:gd name="T5" fmla="*/ 121 h 17"/>
                <a:gd name="T6" fmla="*/ 188 w 48"/>
                <a:gd name="T7" fmla="*/ 195 h 17"/>
                <a:gd name="T8" fmla="*/ 333 w 48"/>
                <a:gd name="T9" fmla="*/ 257 h 17"/>
                <a:gd name="T10" fmla="*/ 345 w 48"/>
                <a:gd name="T11" fmla="*/ 257 h 17"/>
                <a:gd name="T12" fmla="*/ 563 w 48"/>
                <a:gd name="T13" fmla="*/ 183 h 17"/>
                <a:gd name="T14" fmla="*/ 750 w 48"/>
                <a:gd name="T15" fmla="*/ 62 h 17"/>
                <a:gd name="T16" fmla="*/ 720 w 48"/>
                <a:gd name="T17" fmla="*/ 0 h 17"/>
                <a:gd name="T18" fmla="*/ 533 w 48"/>
                <a:gd name="T19" fmla="*/ 133 h 17"/>
                <a:gd name="T20" fmla="*/ 345 w 48"/>
                <a:gd name="T21" fmla="*/ 195 h 17"/>
                <a:gd name="T22" fmla="*/ 345 w 48"/>
                <a:gd name="T23" fmla="*/ 195 h 17"/>
                <a:gd name="T24" fmla="*/ 188 w 48"/>
                <a:gd name="T25" fmla="*/ 121 h 17"/>
                <a:gd name="T26" fmla="*/ 113 w 48"/>
                <a:gd name="T27" fmla="*/ 62 h 17"/>
                <a:gd name="T28" fmla="*/ 20 w 48"/>
                <a:gd name="T29" fmla="*/ 42 h 17"/>
                <a:gd name="T30" fmla="*/ 0 w 48"/>
                <a:gd name="T31" fmla="*/ 42 h 17"/>
                <a:gd name="T32" fmla="*/ 0 w 48"/>
                <a:gd name="T33" fmla="*/ 104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" h="17">
                  <a:moveTo>
                    <a:pt x="0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3" y="7"/>
                    <a:pt x="5" y="8"/>
                  </a:cubicBezTo>
                  <a:cubicBezTo>
                    <a:pt x="7" y="9"/>
                    <a:pt x="10" y="11"/>
                    <a:pt x="12" y="13"/>
                  </a:cubicBezTo>
                  <a:cubicBezTo>
                    <a:pt x="15" y="15"/>
                    <a:pt x="18" y="17"/>
                    <a:pt x="21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7" y="17"/>
                    <a:pt x="32" y="15"/>
                    <a:pt x="36" y="12"/>
                  </a:cubicBezTo>
                  <a:cubicBezTo>
                    <a:pt x="41" y="9"/>
                    <a:pt x="45" y="6"/>
                    <a:pt x="48" y="4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2" y="3"/>
                    <a:pt x="38" y="6"/>
                    <a:pt x="34" y="9"/>
                  </a:cubicBezTo>
                  <a:cubicBezTo>
                    <a:pt x="30" y="11"/>
                    <a:pt x="26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9" y="13"/>
                    <a:pt x="16" y="10"/>
                    <a:pt x="12" y="8"/>
                  </a:cubicBezTo>
                  <a:cubicBezTo>
                    <a:pt x="10" y="7"/>
                    <a:pt x="9" y="5"/>
                    <a:pt x="7" y="4"/>
                  </a:cubicBezTo>
                  <a:cubicBezTo>
                    <a:pt x="5" y="3"/>
                    <a:pt x="3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4" name="Freeform 814">
              <a:extLst>
                <a:ext uri="{FF2B5EF4-FFF2-40B4-BE49-F238E27FC236}">
                  <a16:creationId xmlns:a16="http://schemas.microsoft.com/office/drawing/2014/main" id="{8A55AA35-D7FA-4A7E-826C-F7C816004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908"/>
              <a:ext cx="157" cy="45"/>
            </a:xfrm>
            <a:custGeom>
              <a:avLst/>
              <a:gdLst>
                <a:gd name="T0" fmla="*/ 0 w 63"/>
                <a:gd name="T1" fmla="*/ 20 h 18"/>
                <a:gd name="T2" fmla="*/ 62 w 63"/>
                <a:gd name="T3" fmla="*/ 113 h 18"/>
                <a:gd name="T4" fmla="*/ 229 w 63"/>
                <a:gd name="T5" fmla="*/ 238 h 18"/>
                <a:gd name="T6" fmla="*/ 404 w 63"/>
                <a:gd name="T7" fmla="*/ 283 h 18"/>
                <a:gd name="T8" fmla="*/ 404 w 63"/>
                <a:gd name="T9" fmla="*/ 283 h 18"/>
                <a:gd name="T10" fmla="*/ 404 w 63"/>
                <a:gd name="T11" fmla="*/ 250 h 18"/>
                <a:gd name="T12" fmla="*/ 404 w 63"/>
                <a:gd name="T13" fmla="*/ 283 h 18"/>
                <a:gd name="T14" fmla="*/ 404 w 63"/>
                <a:gd name="T15" fmla="*/ 283 h 18"/>
                <a:gd name="T16" fmla="*/ 404 w 63"/>
                <a:gd name="T17" fmla="*/ 250 h 18"/>
                <a:gd name="T18" fmla="*/ 404 w 63"/>
                <a:gd name="T19" fmla="*/ 283 h 18"/>
                <a:gd name="T20" fmla="*/ 404 w 63"/>
                <a:gd name="T21" fmla="*/ 283 h 18"/>
                <a:gd name="T22" fmla="*/ 404 w 63"/>
                <a:gd name="T23" fmla="*/ 283 h 18"/>
                <a:gd name="T24" fmla="*/ 695 w 63"/>
                <a:gd name="T25" fmla="*/ 208 h 18"/>
                <a:gd name="T26" fmla="*/ 974 w 63"/>
                <a:gd name="T27" fmla="*/ 95 h 18"/>
                <a:gd name="T28" fmla="*/ 944 w 63"/>
                <a:gd name="T29" fmla="*/ 50 h 18"/>
                <a:gd name="T30" fmla="*/ 912 w 63"/>
                <a:gd name="T31" fmla="*/ 50 h 18"/>
                <a:gd name="T32" fmla="*/ 932 w 63"/>
                <a:gd name="T33" fmla="*/ 113 h 18"/>
                <a:gd name="T34" fmla="*/ 974 w 63"/>
                <a:gd name="T35" fmla="*/ 113 h 18"/>
                <a:gd name="T36" fmla="*/ 962 w 63"/>
                <a:gd name="T37" fmla="*/ 83 h 18"/>
                <a:gd name="T38" fmla="*/ 932 w 63"/>
                <a:gd name="T39" fmla="*/ 50 h 18"/>
                <a:gd name="T40" fmla="*/ 683 w 63"/>
                <a:gd name="T41" fmla="*/ 145 h 18"/>
                <a:gd name="T42" fmla="*/ 404 w 63"/>
                <a:gd name="T43" fmla="*/ 220 h 18"/>
                <a:gd name="T44" fmla="*/ 404 w 63"/>
                <a:gd name="T45" fmla="*/ 250 h 18"/>
                <a:gd name="T46" fmla="*/ 404 w 63"/>
                <a:gd name="T47" fmla="*/ 220 h 18"/>
                <a:gd name="T48" fmla="*/ 404 w 63"/>
                <a:gd name="T49" fmla="*/ 220 h 18"/>
                <a:gd name="T50" fmla="*/ 404 w 63"/>
                <a:gd name="T51" fmla="*/ 220 h 18"/>
                <a:gd name="T52" fmla="*/ 312 w 63"/>
                <a:gd name="T53" fmla="*/ 188 h 18"/>
                <a:gd name="T54" fmla="*/ 155 w 63"/>
                <a:gd name="T55" fmla="*/ 113 h 18"/>
                <a:gd name="T56" fmla="*/ 92 w 63"/>
                <a:gd name="T57" fmla="*/ 50 h 18"/>
                <a:gd name="T58" fmla="*/ 62 w 63"/>
                <a:gd name="T59" fmla="*/ 0 h 18"/>
                <a:gd name="T60" fmla="*/ 0 w 63"/>
                <a:gd name="T61" fmla="*/ 20 h 1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3" h="18">
                  <a:moveTo>
                    <a:pt x="0" y="1"/>
                  </a:moveTo>
                  <a:cubicBezTo>
                    <a:pt x="0" y="3"/>
                    <a:pt x="2" y="5"/>
                    <a:pt x="4" y="7"/>
                  </a:cubicBezTo>
                  <a:cubicBezTo>
                    <a:pt x="7" y="10"/>
                    <a:pt x="11" y="13"/>
                    <a:pt x="15" y="15"/>
                  </a:cubicBezTo>
                  <a:cubicBezTo>
                    <a:pt x="19" y="17"/>
                    <a:pt x="23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3" y="18"/>
                    <a:pt x="39" y="15"/>
                    <a:pt x="45" y="13"/>
                  </a:cubicBezTo>
                  <a:cubicBezTo>
                    <a:pt x="50" y="11"/>
                    <a:pt x="57" y="10"/>
                    <a:pt x="63" y="6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0" y="3"/>
                    <a:pt x="59" y="3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7"/>
                    <a:pt x="61" y="7"/>
                    <a:pt x="63" y="7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6" y="6"/>
                    <a:pt x="50" y="6"/>
                    <a:pt x="44" y="9"/>
                  </a:cubicBezTo>
                  <a:cubicBezTo>
                    <a:pt x="38" y="11"/>
                    <a:pt x="31" y="14"/>
                    <a:pt x="26" y="14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4"/>
                    <a:pt x="23" y="13"/>
                    <a:pt x="20" y="12"/>
                  </a:cubicBezTo>
                  <a:cubicBezTo>
                    <a:pt x="17" y="11"/>
                    <a:pt x="13" y="9"/>
                    <a:pt x="10" y="7"/>
                  </a:cubicBezTo>
                  <a:cubicBezTo>
                    <a:pt x="8" y="5"/>
                    <a:pt x="7" y="4"/>
                    <a:pt x="6" y="3"/>
                  </a:cubicBezTo>
                  <a:cubicBezTo>
                    <a:pt x="5" y="2"/>
                    <a:pt x="4" y="1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5" name="Freeform 815">
              <a:extLst>
                <a:ext uri="{FF2B5EF4-FFF2-40B4-BE49-F238E27FC236}">
                  <a16:creationId xmlns:a16="http://schemas.microsoft.com/office/drawing/2014/main" id="{617957A6-6894-4574-A15A-9BDE05B0E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906"/>
              <a:ext cx="150" cy="42"/>
            </a:xfrm>
            <a:custGeom>
              <a:avLst/>
              <a:gdLst>
                <a:gd name="T0" fmla="*/ 20 w 60"/>
                <a:gd name="T1" fmla="*/ 91 h 17"/>
                <a:gd name="T2" fmla="*/ 33 w 60"/>
                <a:gd name="T3" fmla="*/ 74 h 17"/>
                <a:gd name="T4" fmla="*/ 83 w 60"/>
                <a:gd name="T5" fmla="*/ 104 h 17"/>
                <a:gd name="T6" fmla="*/ 208 w 60"/>
                <a:gd name="T7" fmla="*/ 166 h 17"/>
                <a:gd name="T8" fmla="*/ 300 w 60"/>
                <a:gd name="T9" fmla="*/ 225 h 17"/>
                <a:gd name="T10" fmla="*/ 458 w 60"/>
                <a:gd name="T11" fmla="*/ 257 h 17"/>
                <a:gd name="T12" fmla="*/ 500 w 60"/>
                <a:gd name="T13" fmla="*/ 257 h 17"/>
                <a:gd name="T14" fmla="*/ 750 w 60"/>
                <a:gd name="T15" fmla="*/ 153 h 17"/>
                <a:gd name="T16" fmla="*/ 845 w 60"/>
                <a:gd name="T17" fmla="*/ 104 h 17"/>
                <a:gd name="T18" fmla="*/ 908 w 60"/>
                <a:gd name="T19" fmla="*/ 74 h 17"/>
                <a:gd name="T20" fmla="*/ 938 w 60"/>
                <a:gd name="T21" fmla="*/ 30 h 17"/>
                <a:gd name="T22" fmla="*/ 895 w 60"/>
                <a:gd name="T23" fmla="*/ 0 h 17"/>
                <a:gd name="T24" fmla="*/ 863 w 60"/>
                <a:gd name="T25" fmla="*/ 12 h 17"/>
                <a:gd name="T26" fmla="*/ 783 w 60"/>
                <a:gd name="T27" fmla="*/ 42 h 17"/>
                <a:gd name="T28" fmla="*/ 708 w 60"/>
                <a:gd name="T29" fmla="*/ 91 h 17"/>
                <a:gd name="T30" fmla="*/ 488 w 60"/>
                <a:gd name="T31" fmla="*/ 195 h 17"/>
                <a:gd name="T32" fmla="*/ 458 w 60"/>
                <a:gd name="T33" fmla="*/ 195 h 17"/>
                <a:gd name="T34" fmla="*/ 333 w 60"/>
                <a:gd name="T35" fmla="*/ 166 h 17"/>
                <a:gd name="T36" fmla="*/ 283 w 60"/>
                <a:gd name="T37" fmla="*/ 133 h 17"/>
                <a:gd name="T38" fmla="*/ 158 w 60"/>
                <a:gd name="T39" fmla="*/ 62 h 17"/>
                <a:gd name="T40" fmla="*/ 95 w 60"/>
                <a:gd name="T41" fmla="*/ 30 h 17"/>
                <a:gd name="T42" fmla="*/ 33 w 60"/>
                <a:gd name="T43" fmla="*/ 12 h 17"/>
                <a:gd name="T44" fmla="*/ 0 w 60"/>
                <a:gd name="T45" fmla="*/ 30 h 17"/>
                <a:gd name="T46" fmla="*/ 20 w 60"/>
                <a:gd name="T47" fmla="*/ 91 h 1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" h="17">
                  <a:moveTo>
                    <a:pt x="1" y="6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4" y="6"/>
                    <a:pt x="5" y="7"/>
                  </a:cubicBezTo>
                  <a:cubicBezTo>
                    <a:pt x="8" y="8"/>
                    <a:pt x="10" y="9"/>
                    <a:pt x="13" y="11"/>
                  </a:cubicBezTo>
                  <a:cubicBezTo>
                    <a:pt x="15" y="13"/>
                    <a:pt x="17" y="14"/>
                    <a:pt x="19" y="15"/>
                  </a:cubicBezTo>
                  <a:cubicBezTo>
                    <a:pt x="22" y="17"/>
                    <a:pt x="25" y="17"/>
                    <a:pt x="29" y="17"/>
                  </a:cubicBezTo>
                  <a:cubicBezTo>
                    <a:pt x="30" y="17"/>
                    <a:pt x="31" y="17"/>
                    <a:pt x="32" y="17"/>
                  </a:cubicBezTo>
                  <a:cubicBezTo>
                    <a:pt x="38" y="16"/>
                    <a:pt x="43" y="13"/>
                    <a:pt x="48" y="10"/>
                  </a:cubicBezTo>
                  <a:cubicBezTo>
                    <a:pt x="49" y="9"/>
                    <a:pt x="51" y="8"/>
                    <a:pt x="54" y="7"/>
                  </a:cubicBezTo>
                  <a:cubicBezTo>
                    <a:pt x="55" y="6"/>
                    <a:pt x="56" y="6"/>
                    <a:pt x="58" y="5"/>
                  </a:cubicBezTo>
                  <a:cubicBezTo>
                    <a:pt x="59" y="4"/>
                    <a:pt x="60" y="4"/>
                    <a:pt x="60" y="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6" y="1"/>
                    <a:pt x="55" y="1"/>
                  </a:cubicBezTo>
                  <a:cubicBezTo>
                    <a:pt x="54" y="2"/>
                    <a:pt x="52" y="3"/>
                    <a:pt x="50" y="3"/>
                  </a:cubicBezTo>
                  <a:cubicBezTo>
                    <a:pt x="49" y="4"/>
                    <a:pt x="47" y="5"/>
                    <a:pt x="45" y="6"/>
                  </a:cubicBezTo>
                  <a:cubicBezTo>
                    <a:pt x="40" y="9"/>
                    <a:pt x="36" y="12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6" y="13"/>
                    <a:pt x="24" y="13"/>
                    <a:pt x="21" y="11"/>
                  </a:cubicBezTo>
                  <a:cubicBezTo>
                    <a:pt x="20" y="11"/>
                    <a:pt x="19" y="10"/>
                    <a:pt x="18" y="9"/>
                  </a:cubicBezTo>
                  <a:cubicBezTo>
                    <a:pt x="15" y="8"/>
                    <a:pt x="13" y="6"/>
                    <a:pt x="10" y="4"/>
                  </a:cubicBezTo>
                  <a:cubicBezTo>
                    <a:pt x="9" y="3"/>
                    <a:pt x="7" y="3"/>
                    <a:pt x="6" y="2"/>
                  </a:cubicBezTo>
                  <a:cubicBezTo>
                    <a:pt x="5" y="2"/>
                    <a:pt x="3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6" name="Freeform 816">
              <a:extLst>
                <a:ext uri="{FF2B5EF4-FFF2-40B4-BE49-F238E27FC236}">
                  <a16:creationId xmlns:a16="http://schemas.microsoft.com/office/drawing/2014/main" id="{9A522133-9DCF-49F7-B894-C842339F2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3891"/>
              <a:ext cx="145" cy="55"/>
            </a:xfrm>
            <a:custGeom>
              <a:avLst/>
              <a:gdLst>
                <a:gd name="T0" fmla="*/ 0 w 58"/>
                <a:gd name="T1" fmla="*/ 158 h 22"/>
                <a:gd name="T2" fmla="*/ 208 w 58"/>
                <a:gd name="T3" fmla="*/ 270 h 22"/>
                <a:gd name="T4" fmla="*/ 438 w 58"/>
                <a:gd name="T5" fmla="*/ 345 h 22"/>
                <a:gd name="T6" fmla="*/ 438 w 58"/>
                <a:gd name="T7" fmla="*/ 345 h 22"/>
                <a:gd name="T8" fmla="*/ 583 w 58"/>
                <a:gd name="T9" fmla="*/ 300 h 22"/>
                <a:gd name="T10" fmla="*/ 738 w 58"/>
                <a:gd name="T11" fmla="*/ 175 h 22"/>
                <a:gd name="T12" fmla="*/ 895 w 58"/>
                <a:gd name="T13" fmla="*/ 63 h 22"/>
                <a:gd name="T14" fmla="*/ 875 w 58"/>
                <a:gd name="T15" fmla="*/ 33 h 22"/>
                <a:gd name="T16" fmla="*/ 863 w 58"/>
                <a:gd name="T17" fmla="*/ 0 h 22"/>
                <a:gd name="T18" fmla="*/ 845 w 58"/>
                <a:gd name="T19" fmla="*/ 20 h 22"/>
                <a:gd name="T20" fmla="*/ 875 w 58"/>
                <a:gd name="T21" fmla="*/ 83 h 22"/>
                <a:gd name="T22" fmla="*/ 908 w 58"/>
                <a:gd name="T23" fmla="*/ 63 h 22"/>
                <a:gd name="T24" fmla="*/ 863 w 58"/>
                <a:gd name="T25" fmla="*/ 0 h 22"/>
                <a:gd name="T26" fmla="*/ 645 w 58"/>
                <a:gd name="T27" fmla="*/ 175 h 22"/>
                <a:gd name="T28" fmla="*/ 550 w 58"/>
                <a:gd name="T29" fmla="*/ 250 h 22"/>
                <a:gd name="T30" fmla="*/ 438 w 58"/>
                <a:gd name="T31" fmla="*/ 283 h 22"/>
                <a:gd name="T32" fmla="*/ 438 w 58"/>
                <a:gd name="T33" fmla="*/ 283 h 22"/>
                <a:gd name="T34" fmla="*/ 238 w 58"/>
                <a:gd name="T35" fmla="*/ 208 h 22"/>
                <a:gd name="T36" fmla="*/ 33 w 58"/>
                <a:gd name="T37" fmla="*/ 95 h 22"/>
                <a:gd name="T38" fmla="*/ 0 w 58"/>
                <a:gd name="T39" fmla="*/ 158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8" h="22">
                  <a:moveTo>
                    <a:pt x="0" y="10"/>
                  </a:moveTo>
                  <a:cubicBezTo>
                    <a:pt x="4" y="11"/>
                    <a:pt x="8" y="14"/>
                    <a:pt x="13" y="17"/>
                  </a:cubicBezTo>
                  <a:cubicBezTo>
                    <a:pt x="17" y="20"/>
                    <a:pt x="22" y="22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1" y="22"/>
                    <a:pt x="34" y="21"/>
                    <a:pt x="37" y="19"/>
                  </a:cubicBezTo>
                  <a:cubicBezTo>
                    <a:pt x="41" y="17"/>
                    <a:pt x="44" y="14"/>
                    <a:pt x="47" y="11"/>
                  </a:cubicBezTo>
                  <a:cubicBezTo>
                    <a:pt x="51" y="8"/>
                    <a:pt x="54" y="5"/>
                    <a:pt x="57" y="4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1"/>
                    <a:pt x="54" y="1"/>
                    <a:pt x="54" y="1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4"/>
                    <a:pt x="57" y="4"/>
                    <a:pt x="58" y="4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0" y="2"/>
                    <a:pt x="45" y="7"/>
                    <a:pt x="41" y="11"/>
                  </a:cubicBezTo>
                  <a:cubicBezTo>
                    <a:pt x="39" y="13"/>
                    <a:pt x="37" y="14"/>
                    <a:pt x="35" y="16"/>
                  </a:cubicBezTo>
                  <a:cubicBezTo>
                    <a:pt x="32" y="17"/>
                    <a:pt x="30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3" y="18"/>
                    <a:pt x="19" y="16"/>
                    <a:pt x="15" y="13"/>
                  </a:cubicBezTo>
                  <a:cubicBezTo>
                    <a:pt x="11" y="11"/>
                    <a:pt x="7" y="8"/>
                    <a:pt x="2" y="6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7" name="Freeform 817">
              <a:extLst>
                <a:ext uri="{FF2B5EF4-FFF2-40B4-BE49-F238E27FC236}">
                  <a16:creationId xmlns:a16="http://schemas.microsoft.com/office/drawing/2014/main" id="{4C96D6BE-CD1B-4679-B82D-4C7D1754A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903"/>
              <a:ext cx="147" cy="50"/>
            </a:xfrm>
            <a:custGeom>
              <a:avLst/>
              <a:gdLst>
                <a:gd name="T0" fmla="*/ 0 w 59"/>
                <a:gd name="T1" fmla="*/ 33 h 20"/>
                <a:gd name="T2" fmla="*/ 167 w 59"/>
                <a:gd name="T3" fmla="*/ 208 h 20"/>
                <a:gd name="T4" fmla="*/ 384 w 59"/>
                <a:gd name="T5" fmla="*/ 300 h 20"/>
                <a:gd name="T6" fmla="*/ 416 w 59"/>
                <a:gd name="T7" fmla="*/ 313 h 20"/>
                <a:gd name="T8" fmla="*/ 603 w 59"/>
                <a:gd name="T9" fmla="*/ 238 h 20"/>
                <a:gd name="T10" fmla="*/ 775 w 59"/>
                <a:gd name="T11" fmla="*/ 158 h 20"/>
                <a:gd name="T12" fmla="*/ 912 w 59"/>
                <a:gd name="T13" fmla="*/ 33 h 20"/>
                <a:gd name="T14" fmla="*/ 850 w 59"/>
                <a:gd name="T15" fmla="*/ 0 h 20"/>
                <a:gd name="T16" fmla="*/ 745 w 59"/>
                <a:gd name="T17" fmla="*/ 95 h 20"/>
                <a:gd name="T18" fmla="*/ 571 w 59"/>
                <a:gd name="T19" fmla="*/ 175 h 20"/>
                <a:gd name="T20" fmla="*/ 416 w 59"/>
                <a:gd name="T21" fmla="*/ 238 h 20"/>
                <a:gd name="T22" fmla="*/ 404 w 59"/>
                <a:gd name="T23" fmla="*/ 238 h 20"/>
                <a:gd name="T24" fmla="*/ 217 w 59"/>
                <a:gd name="T25" fmla="*/ 145 h 20"/>
                <a:gd name="T26" fmla="*/ 42 w 59"/>
                <a:gd name="T27" fmla="*/ 0 h 20"/>
                <a:gd name="T28" fmla="*/ 0 w 59"/>
                <a:gd name="T29" fmla="*/ 33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20">
                  <a:moveTo>
                    <a:pt x="0" y="2"/>
                  </a:moveTo>
                  <a:cubicBezTo>
                    <a:pt x="3" y="6"/>
                    <a:pt x="7" y="10"/>
                    <a:pt x="11" y="13"/>
                  </a:cubicBezTo>
                  <a:cubicBezTo>
                    <a:pt x="16" y="16"/>
                    <a:pt x="21" y="19"/>
                    <a:pt x="25" y="19"/>
                  </a:cubicBezTo>
                  <a:cubicBezTo>
                    <a:pt x="26" y="20"/>
                    <a:pt x="26" y="20"/>
                    <a:pt x="27" y="20"/>
                  </a:cubicBezTo>
                  <a:cubicBezTo>
                    <a:pt x="32" y="20"/>
                    <a:pt x="36" y="17"/>
                    <a:pt x="39" y="15"/>
                  </a:cubicBezTo>
                  <a:cubicBezTo>
                    <a:pt x="42" y="13"/>
                    <a:pt x="46" y="12"/>
                    <a:pt x="50" y="10"/>
                  </a:cubicBezTo>
                  <a:cubicBezTo>
                    <a:pt x="53" y="8"/>
                    <a:pt x="57" y="5"/>
                    <a:pt x="59" y="2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2"/>
                    <a:pt x="51" y="4"/>
                    <a:pt x="48" y="6"/>
                  </a:cubicBezTo>
                  <a:cubicBezTo>
                    <a:pt x="44" y="8"/>
                    <a:pt x="40" y="9"/>
                    <a:pt x="37" y="11"/>
                  </a:cubicBezTo>
                  <a:cubicBezTo>
                    <a:pt x="34" y="13"/>
                    <a:pt x="30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2" y="15"/>
                    <a:pt x="18" y="12"/>
                    <a:pt x="14" y="9"/>
                  </a:cubicBezTo>
                  <a:cubicBezTo>
                    <a:pt x="10" y="6"/>
                    <a:pt x="6" y="3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8" name="Freeform 818">
              <a:extLst>
                <a:ext uri="{FF2B5EF4-FFF2-40B4-BE49-F238E27FC236}">
                  <a16:creationId xmlns:a16="http://schemas.microsoft.com/office/drawing/2014/main" id="{03B036DE-7C1A-4345-8DCD-826B53901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896"/>
              <a:ext cx="145" cy="55"/>
            </a:xfrm>
            <a:custGeom>
              <a:avLst/>
              <a:gdLst>
                <a:gd name="T0" fmla="*/ 0 w 58"/>
                <a:gd name="T1" fmla="*/ 63 h 22"/>
                <a:gd name="T2" fmla="*/ 458 w 58"/>
                <a:gd name="T3" fmla="*/ 283 h 22"/>
                <a:gd name="T4" fmla="*/ 500 w 58"/>
                <a:gd name="T5" fmla="*/ 313 h 22"/>
                <a:gd name="T6" fmla="*/ 520 w 58"/>
                <a:gd name="T7" fmla="*/ 333 h 22"/>
                <a:gd name="T8" fmla="*/ 550 w 58"/>
                <a:gd name="T9" fmla="*/ 345 h 22"/>
                <a:gd name="T10" fmla="*/ 625 w 58"/>
                <a:gd name="T11" fmla="*/ 333 h 22"/>
                <a:gd name="T12" fmla="*/ 770 w 58"/>
                <a:gd name="T13" fmla="*/ 270 h 22"/>
                <a:gd name="T14" fmla="*/ 908 w 58"/>
                <a:gd name="T15" fmla="*/ 158 h 22"/>
                <a:gd name="T16" fmla="*/ 845 w 58"/>
                <a:gd name="T17" fmla="*/ 125 h 22"/>
                <a:gd name="T18" fmla="*/ 738 w 58"/>
                <a:gd name="T19" fmla="*/ 208 h 22"/>
                <a:gd name="T20" fmla="*/ 595 w 58"/>
                <a:gd name="T21" fmla="*/ 270 h 22"/>
                <a:gd name="T22" fmla="*/ 550 w 58"/>
                <a:gd name="T23" fmla="*/ 270 h 22"/>
                <a:gd name="T24" fmla="*/ 550 w 58"/>
                <a:gd name="T25" fmla="*/ 270 h 22"/>
                <a:gd name="T26" fmla="*/ 550 w 58"/>
                <a:gd name="T27" fmla="*/ 283 h 22"/>
                <a:gd name="T28" fmla="*/ 550 w 58"/>
                <a:gd name="T29" fmla="*/ 270 h 22"/>
                <a:gd name="T30" fmla="*/ 550 w 58"/>
                <a:gd name="T31" fmla="*/ 270 h 22"/>
                <a:gd name="T32" fmla="*/ 550 w 58"/>
                <a:gd name="T33" fmla="*/ 283 h 22"/>
                <a:gd name="T34" fmla="*/ 550 w 58"/>
                <a:gd name="T35" fmla="*/ 270 h 22"/>
                <a:gd name="T36" fmla="*/ 550 w 58"/>
                <a:gd name="T37" fmla="*/ 283 h 22"/>
                <a:gd name="T38" fmla="*/ 550 w 58"/>
                <a:gd name="T39" fmla="*/ 270 h 22"/>
                <a:gd name="T40" fmla="*/ 550 w 58"/>
                <a:gd name="T41" fmla="*/ 270 h 22"/>
                <a:gd name="T42" fmla="*/ 550 w 58"/>
                <a:gd name="T43" fmla="*/ 283 h 22"/>
                <a:gd name="T44" fmla="*/ 550 w 58"/>
                <a:gd name="T45" fmla="*/ 270 h 22"/>
                <a:gd name="T46" fmla="*/ 533 w 58"/>
                <a:gd name="T47" fmla="*/ 270 h 22"/>
                <a:gd name="T48" fmla="*/ 500 w 58"/>
                <a:gd name="T49" fmla="*/ 220 h 22"/>
                <a:gd name="T50" fmla="*/ 20 w 58"/>
                <a:gd name="T51" fmla="*/ 0 h 22"/>
                <a:gd name="T52" fmla="*/ 0 w 58"/>
                <a:gd name="T53" fmla="*/ 63 h 2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" h="22">
                  <a:moveTo>
                    <a:pt x="0" y="4"/>
                  </a:moveTo>
                  <a:cubicBezTo>
                    <a:pt x="9" y="6"/>
                    <a:pt x="21" y="12"/>
                    <a:pt x="29" y="18"/>
                  </a:cubicBezTo>
                  <a:cubicBezTo>
                    <a:pt x="30" y="19"/>
                    <a:pt x="31" y="19"/>
                    <a:pt x="32" y="20"/>
                  </a:cubicBezTo>
                  <a:cubicBezTo>
                    <a:pt x="32" y="20"/>
                    <a:pt x="32" y="21"/>
                    <a:pt x="33" y="21"/>
                  </a:cubicBezTo>
                  <a:cubicBezTo>
                    <a:pt x="34" y="22"/>
                    <a:pt x="34" y="22"/>
                    <a:pt x="35" y="22"/>
                  </a:cubicBezTo>
                  <a:cubicBezTo>
                    <a:pt x="36" y="22"/>
                    <a:pt x="38" y="21"/>
                    <a:pt x="40" y="21"/>
                  </a:cubicBezTo>
                  <a:cubicBezTo>
                    <a:pt x="42" y="20"/>
                    <a:pt x="45" y="18"/>
                    <a:pt x="49" y="17"/>
                  </a:cubicBezTo>
                  <a:cubicBezTo>
                    <a:pt x="52" y="15"/>
                    <a:pt x="56" y="13"/>
                    <a:pt x="58" y="10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3" y="9"/>
                    <a:pt x="50" y="11"/>
                    <a:pt x="47" y="13"/>
                  </a:cubicBezTo>
                  <a:cubicBezTo>
                    <a:pt x="44" y="14"/>
                    <a:pt x="40" y="16"/>
                    <a:pt x="38" y="17"/>
                  </a:cubicBezTo>
                  <a:cubicBezTo>
                    <a:pt x="36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4" y="17"/>
                  </a:cubicBezTo>
                  <a:cubicBezTo>
                    <a:pt x="34" y="16"/>
                    <a:pt x="33" y="15"/>
                    <a:pt x="32" y="14"/>
                  </a:cubicBezTo>
                  <a:cubicBezTo>
                    <a:pt x="23" y="8"/>
                    <a:pt x="11" y="2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9" name="Freeform 819">
              <a:extLst>
                <a:ext uri="{FF2B5EF4-FFF2-40B4-BE49-F238E27FC236}">
                  <a16:creationId xmlns:a16="http://schemas.microsoft.com/office/drawing/2014/main" id="{3E1A84FC-75D9-4F6C-8D82-D02AB9B6E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3913"/>
              <a:ext cx="122" cy="40"/>
            </a:xfrm>
            <a:custGeom>
              <a:avLst/>
              <a:gdLst>
                <a:gd name="T0" fmla="*/ 0 w 49"/>
                <a:gd name="T1" fmla="*/ 63 h 16"/>
                <a:gd name="T2" fmla="*/ 167 w 49"/>
                <a:gd name="T3" fmla="*/ 175 h 16"/>
                <a:gd name="T4" fmla="*/ 249 w 49"/>
                <a:gd name="T5" fmla="*/ 220 h 16"/>
                <a:gd name="T6" fmla="*/ 321 w 49"/>
                <a:gd name="T7" fmla="*/ 250 h 16"/>
                <a:gd name="T8" fmla="*/ 321 w 49"/>
                <a:gd name="T9" fmla="*/ 250 h 16"/>
                <a:gd name="T10" fmla="*/ 433 w 49"/>
                <a:gd name="T11" fmla="*/ 238 h 16"/>
                <a:gd name="T12" fmla="*/ 620 w 49"/>
                <a:gd name="T13" fmla="*/ 145 h 16"/>
                <a:gd name="T14" fmla="*/ 695 w 49"/>
                <a:gd name="T15" fmla="*/ 95 h 16"/>
                <a:gd name="T16" fmla="*/ 757 w 49"/>
                <a:gd name="T17" fmla="*/ 50 h 16"/>
                <a:gd name="T18" fmla="*/ 695 w 49"/>
                <a:gd name="T19" fmla="*/ 0 h 16"/>
                <a:gd name="T20" fmla="*/ 632 w 49"/>
                <a:gd name="T21" fmla="*/ 63 h 16"/>
                <a:gd name="T22" fmla="*/ 466 w 49"/>
                <a:gd name="T23" fmla="*/ 145 h 16"/>
                <a:gd name="T24" fmla="*/ 383 w 49"/>
                <a:gd name="T25" fmla="*/ 175 h 16"/>
                <a:gd name="T26" fmla="*/ 321 w 49"/>
                <a:gd name="T27" fmla="*/ 188 h 16"/>
                <a:gd name="T28" fmla="*/ 321 w 49"/>
                <a:gd name="T29" fmla="*/ 188 h 16"/>
                <a:gd name="T30" fmla="*/ 279 w 49"/>
                <a:gd name="T31" fmla="*/ 175 h 16"/>
                <a:gd name="T32" fmla="*/ 217 w 49"/>
                <a:gd name="T33" fmla="*/ 125 h 16"/>
                <a:gd name="T34" fmla="*/ 30 w 49"/>
                <a:gd name="T35" fmla="*/ 20 h 16"/>
                <a:gd name="T36" fmla="*/ 0 w 49"/>
                <a:gd name="T37" fmla="*/ 63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" h="16">
                  <a:moveTo>
                    <a:pt x="0" y="4"/>
                  </a:moveTo>
                  <a:cubicBezTo>
                    <a:pt x="4" y="7"/>
                    <a:pt x="8" y="8"/>
                    <a:pt x="11" y="11"/>
                  </a:cubicBezTo>
                  <a:cubicBezTo>
                    <a:pt x="12" y="12"/>
                    <a:pt x="14" y="13"/>
                    <a:pt x="16" y="14"/>
                  </a:cubicBezTo>
                  <a:cubicBezTo>
                    <a:pt x="17" y="15"/>
                    <a:pt x="19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3" y="16"/>
                    <a:pt x="26" y="15"/>
                    <a:pt x="28" y="15"/>
                  </a:cubicBezTo>
                  <a:cubicBezTo>
                    <a:pt x="32" y="13"/>
                    <a:pt x="36" y="11"/>
                    <a:pt x="40" y="9"/>
                  </a:cubicBezTo>
                  <a:cubicBezTo>
                    <a:pt x="42" y="8"/>
                    <a:pt x="44" y="7"/>
                    <a:pt x="45" y="6"/>
                  </a:cubicBezTo>
                  <a:cubicBezTo>
                    <a:pt x="46" y="5"/>
                    <a:pt x="48" y="4"/>
                    <a:pt x="49" y="3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3" y="2"/>
                    <a:pt x="41" y="4"/>
                  </a:cubicBezTo>
                  <a:cubicBezTo>
                    <a:pt x="38" y="5"/>
                    <a:pt x="34" y="8"/>
                    <a:pt x="30" y="9"/>
                  </a:cubicBezTo>
                  <a:cubicBezTo>
                    <a:pt x="28" y="10"/>
                    <a:pt x="27" y="11"/>
                    <a:pt x="25" y="11"/>
                  </a:cubicBezTo>
                  <a:cubicBezTo>
                    <a:pt x="23" y="12"/>
                    <a:pt x="22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19" y="11"/>
                    <a:pt x="18" y="11"/>
                  </a:cubicBezTo>
                  <a:cubicBezTo>
                    <a:pt x="16" y="10"/>
                    <a:pt x="15" y="9"/>
                    <a:pt x="14" y="8"/>
                  </a:cubicBezTo>
                  <a:cubicBezTo>
                    <a:pt x="10" y="5"/>
                    <a:pt x="6" y="3"/>
                    <a:pt x="2" y="1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0" name="Freeform 820">
              <a:extLst>
                <a:ext uri="{FF2B5EF4-FFF2-40B4-BE49-F238E27FC236}">
                  <a16:creationId xmlns:a16="http://schemas.microsoft.com/office/drawing/2014/main" id="{95B2F36F-B918-4A15-80A8-ED92D2766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3921"/>
              <a:ext cx="110" cy="30"/>
            </a:xfrm>
            <a:custGeom>
              <a:avLst/>
              <a:gdLst>
                <a:gd name="T0" fmla="*/ 0 w 44"/>
                <a:gd name="T1" fmla="*/ 50 h 12"/>
                <a:gd name="T2" fmla="*/ 345 w 44"/>
                <a:gd name="T3" fmla="*/ 188 h 12"/>
                <a:gd name="T4" fmla="*/ 688 w 44"/>
                <a:gd name="T5" fmla="*/ 63 h 12"/>
                <a:gd name="T6" fmla="*/ 645 w 44"/>
                <a:gd name="T7" fmla="*/ 20 h 12"/>
                <a:gd name="T8" fmla="*/ 345 w 44"/>
                <a:gd name="T9" fmla="*/ 113 h 12"/>
                <a:gd name="T10" fmla="*/ 50 w 44"/>
                <a:gd name="T11" fmla="*/ 0 h 12"/>
                <a:gd name="T12" fmla="*/ 0 w 44"/>
                <a:gd name="T13" fmla="*/ 5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">
                  <a:moveTo>
                    <a:pt x="0" y="3"/>
                  </a:moveTo>
                  <a:cubicBezTo>
                    <a:pt x="6" y="9"/>
                    <a:pt x="14" y="12"/>
                    <a:pt x="22" y="12"/>
                  </a:cubicBezTo>
                  <a:cubicBezTo>
                    <a:pt x="30" y="12"/>
                    <a:pt x="37" y="9"/>
                    <a:pt x="44" y="4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5" y="5"/>
                    <a:pt x="29" y="8"/>
                    <a:pt x="22" y="7"/>
                  </a:cubicBezTo>
                  <a:cubicBezTo>
                    <a:pt x="15" y="7"/>
                    <a:pt x="9" y="5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1" name="Freeform 821">
              <a:extLst>
                <a:ext uri="{FF2B5EF4-FFF2-40B4-BE49-F238E27FC236}">
                  <a16:creationId xmlns:a16="http://schemas.microsoft.com/office/drawing/2014/main" id="{B211B237-16D7-4529-953B-64A75B0F0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921"/>
              <a:ext cx="77" cy="27"/>
            </a:xfrm>
            <a:custGeom>
              <a:avLst/>
              <a:gdLst>
                <a:gd name="T0" fmla="*/ 0 w 31"/>
                <a:gd name="T1" fmla="*/ 42 h 11"/>
                <a:gd name="T2" fmla="*/ 137 w 31"/>
                <a:gd name="T3" fmla="*/ 133 h 11"/>
                <a:gd name="T4" fmla="*/ 291 w 31"/>
                <a:gd name="T5" fmla="*/ 162 h 11"/>
                <a:gd name="T6" fmla="*/ 474 w 31"/>
                <a:gd name="T7" fmla="*/ 103 h 11"/>
                <a:gd name="T8" fmla="*/ 432 w 31"/>
                <a:gd name="T9" fmla="*/ 61 h 11"/>
                <a:gd name="T10" fmla="*/ 291 w 31"/>
                <a:gd name="T11" fmla="*/ 103 h 11"/>
                <a:gd name="T12" fmla="*/ 154 w 31"/>
                <a:gd name="T13" fmla="*/ 71 h 11"/>
                <a:gd name="T14" fmla="*/ 62 w 31"/>
                <a:gd name="T15" fmla="*/ 0 h 11"/>
                <a:gd name="T16" fmla="*/ 0 w 31"/>
                <a:gd name="T17" fmla="*/ 42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">
                  <a:moveTo>
                    <a:pt x="0" y="3"/>
                  </a:moveTo>
                  <a:cubicBezTo>
                    <a:pt x="2" y="5"/>
                    <a:pt x="5" y="7"/>
                    <a:pt x="9" y="9"/>
                  </a:cubicBezTo>
                  <a:cubicBezTo>
                    <a:pt x="12" y="10"/>
                    <a:pt x="16" y="11"/>
                    <a:pt x="19" y="11"/>
                  </a:cubicBezTo>
                  <a:cubicBezTo>
                    <a:pt x="24" y="11"/>
                    <a:pt x="28" y="10"/>
                    <a:pt x="31" y="7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6"/>
                    <a:pt x="23" y="7"/>
                    <a:pt x="19" y="7"/>
                  </a:cubicBezTo>
                  <a:cubicBezTo>
                    <a:pt x="16" y="7"/>
                    <a:pt x="13" y="6"/>
                    <a:pt x="10" y="5"/>
                  </a:cubicBezTo>
                  <a:cubicBezTo>
                    <a:pt x="8" y="4"/>
                    <a:pt x="5" y="2"/>
                    <a:pt x="4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2" name="Freeform 822">
              <a:extLst>
                <a:ext uri="{FF2B5EF4-FFF2-40B4-BE49-F238E27FC236}">
                  <a16:creationId xmlns:a16="http://schemas.microsoft.com/office/drawing/2014/main" id="{BC11924D-0DD0-4253-A281-3B801FE09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3791"/>
              <a:ext cx="4112" cy="160"/>
            </a:xfrm>
            <a:custGeom>
              <a:avLst/>
              <a:gdLst>
                <a:gd name="T0" fmla="*/ 4102 w 4112"/>
                <a:gd name="T1" fmla="*/ 0 h 160"/>
                <a:gd name="T2" fmla="*/ 4102 w 4112"/>
                <a:gd name="T3" fmla="*/ 150 h 160"/>
                <a:gd name="T4" fmla="*/ 0 w 4112"/>
                <a:gd name="T5" fmla="*/ 150 h 160"/>
                <a:gd name="T6" fmla="*/ 0 w 4112"/>
                <a:gd name="T7" fmla="*/ 160 h 160"/>
                <a:gd name="T8" fmla="*/ 4112 w 4112"/>
                <a:gd name="T9" fmla="*/ 160 h 160"/>
                <a:gd name="T10" fmla="*/ 4112 w 4112"/>
                <a:gd name="T11" fmla="*/ 0 h 160"/>
                <a:gd name="T12" fmla="*/ 4102 w 4112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12" h="160">
                  <a:moveTo>
                    <a:pt x="4102" y="0"/>
                  </a:moveTo>
                  <a:lnTo>
                    <a:pt x="4102" y="150"/>
                  </a:lnTo>
                  <a:lnTo>
                    <a:pt x="0" y="150"/>
                  </a:lnTo>
                  <a:lnTo>
                    <a:pt x="0" y="160"/>
                  </a:lnTo>
                  <a:lnTo>
                    <a:pt x="4112" y="160"/>
                  </a:lnTo>
                  <a:lnTo>
                    <a:pt x="4112" y="0"/>
                  </a:lnTo>
                  <a:lnTo>
                    <a:pt x="4102" y="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3" name="Freeform 823">
              <a:extLst>
                <a:ext uri="{FF2B5EF4-FFF2-40B4-BE49-F238E27FC236}">
                  <a16:creationId xmlns:a16="http://schemas.microsoft.com/office/drawing/2014/main" id="{26953B73-F001-47E3-9EF7-B0D4AF642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402"/>
              <a:ext cx="4112" cy="138"/>
            </a:xfrm>
            <a:custGeom>
              <a:avLst/>
              <a:gdLst>
                <a:gd name="T0" fmla="*/ 0 w 4112"/>
                <a:gd name="T1" fmla="*/ 10 h 138"/>
                <a:gd name="T2" fmla="*/ 4102 w 4112"/>
                <a:gd name="T3" fmla="*/ 10 h 138"/>
                <a:gd name="T4" fmla="*/ 4102 w 4112"/>
                <a:gd name="T5" fmla="*/ 138 h 138"/>
                <a:gd name="T6" fmla="*/ 4112 w 4112"/>
                <a:gd name="T7" fmla="*/ 138 h 138"/>
                <a:gd name="T8" fmla="*/ 4112 w 4112"/>
                <a:gd name="T9" fmla="*/ 0 h 138"/>
                <a:gd name="T10" fmla="*/ 0 w 4112"/>
                <a:gd name="T11" fmla="*/ 0 h 138"/>
                <a:gd name="T12" fmla="*/ 0 w 4112"/>
                <a:gd name="T13" fmla="*/ 1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12" h="138">
                  <a:moveTo>
                    <a:pt x="0" y="10"/>
                  </a:moveTo>
                  <a:lnTo>
                    <a:pt x="4102" y="10"/>
                  </a:lnTo>
                  <a:lnTo>
                    <a:pt x="4102" y="138"/>
                  </a:lnTo>
                  <a:lnTo>
                    <a:pt x="4112" y="138"/>
                  </a:lnTo>
                  <a:lnTo>
                    <a:pt x="4112" y="0"/>
                  </a:lnTo>
                  <a:lnTo>
                    <a:pt x="0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2">
            <a:extLst>
              <a:ext uri="{FF2B5EF4-FFF2-40B4-BE49-F238E27FC236}">
                <a16:creationId xmlns:a16="http://schemas.microsoft.com/office/drawing/2014/main" id="{ADBA0B62-EB11-4FBF-A82A-ED38803E1A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Restenosis</a:t>
            </a:r>
          </a:p>
        </p:txBody>
      </p:sp>
      <p:grpSp>
        <p:nvGrpSpPr>
          <p:cNvPr id="63490" name="arterial-stent-restenosis-cross-section">
            <a:extLst>
              <a:ext uri="{FF2B5EF4-FFF2-40B4-BE49-F238E27FC236}">
                <a16:creationId xmlns:a16="http://schemas.microsoft.com/office/drawing/2014/main" id="{0832C88F-7D40-46A8-AAA7-2528689154AC}"/>
              </a:ext>
            </a:extLst>
          </p:cNvPr>
          <p:cNvGrpSpPr>
            <a:grpSpLocks/>
          </p:cNvGrpSpPr>
          <p:nvPr/>
        </p:nvGrpSpPr>
        <p:grpSpPr bwMode="auto">
          <a:xfrm>
            <a:off x="2900363" y="2370138"/>
            <a:ext cx="6129337" cy="2430462"/>
            <a:chOff x="867" y="1524"/>
            <a:chExt cx="3861" cy="1531"/>
          </a:xfrm>
        </p:grpSpPr>
        <p:grpSp>
          <p:nvGrpSpPr>
            <p:cNvPr id="63491" name="Group 4">
              <a:extLst>
                <a:ext uri="{FF2B5EF4-FFF2-40B4-BE49-F238E27FC236}">
                  <a16:creationId xmlns:a16="http://schemas.microsoft.com/office/drawing/2014/main" id="{DFDA1B23-AA13-4CE1-AA51-C7E6974F2C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" y="1524"/>
              <a:ext cx="3861" cy="1531"/>
              <a:chOff x="867" y="1524"/>
              <a:chExt cx="3861" cy="1531"/>
            </a:xfrm>
          </p:grpSpPr>
          <p:sp>
            <p:nvSpPr>
              <p:cNvPr id="63710" name="Freeform 5">
                <a:extLst>
                  <a:ext uri="{FF2B5EF4-FFF2-40B4-BE49-F238E27FC236}">
                    <a16:creationId xmlns:a16="http://schemas.microsoft.com/office/drawing/2014/main" id="{322754E5-25D8-4318-9974-39B3372C5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524"/>
                <a:ext cx="3388" cy="1531"/>
              </a:xfrm>
              <a:custGeom>
                <a:avLst/>
                <a:gdLst>
                  <a:gd name="T0" fmla="*/ 4536 w 2004"/>
                  <a:gd name="T1" fmla="*/ 4351 h 906"/>
                  <a:gd name="T2" fmla="*/ 2484 w 2004"/>
                  <a:gd name="T3" fmla="*/ 4020 h 906"/>
                  <a:gd name="T4" fmla="*/ 1352 w 2004"/>
                  <a:gd name="T5" fmla="*/ 4037 h 906"/>
                  <a:gd name="T6" fmla="*/ 0 w 2004"/>
                  <a:gd name="T7" fmla="*/ 2202 h 906"/>
                  <a:gd name="T8" fmla="*/ 1352 w 2004"/>
                  <a:gd name="T9" fmla="*/ 363 h 906"/>
                  <a:gd name="T10" fmla="*/ 2582 w 2004"/>
                  <a:gd name="T11" fmla="*/ 392 h 906"/>
                  <a:gd name="T12" fmla="*/ 4536 w 2004"/>
                  <a:gd name="T13" fmla="*/ 54 h 906"/>
                  <a:gd name="T14" fmla="*/ 6871 w 2004"/>
                  <a:gd name="T15" fmla="*/ 335 h 906"/>
                  <a:gd name="T16" fmla="*/ 9684 w 2004"/>
                  <a:gd name="T17" fmla="*/ 363 h 906"/>
                  <a:gd name="T18" fmla="*/ 9684 w 2004"/>
                  <a:gd name="T19" fmla="*/ 4037 h 906"/>
                  <a:gd name="T20" fmla="*/ 6891 w 2004"/>
                  <a:gd name="T21" fmla="*/ 4098 h 906"/>
                  <a:gd name="T22" fmla="*/ 4536 w 2004"/>
                  <a:gd name="T23" fmla="*/ 4351 h 9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04" h="906">
                    <a:moveTo>
                      <a:pt x="939" y="902"/>
                    </a:moveTo>
                    <a:cubicBezTo>
                      <a:pt x="804" y="906"/>
                      <a:pt x="627" y="840"/>
                      <a:pt x="514" y="833"/>
                    </a:cubicBezTo>
                    <a:cubicBezTo>
                      <a:pt x="449" y="829"/>
                      <a:pt x="280" y="837"/>
                      <a:pt x="280" y="837"/>
                    </a:cubicBezTo>
                    <a:cubicBezTo>
                      <a:pt x="125" y="837"/>
                      <a:pt x="0" y="666"/>
                      <a:pt x="0" y="456"/>
                    </a:cubicBezTo>
                    <a:cubicBezTo>
                      <a:pt x="0" y="246"/>
                      <a:pt x="125" y="75"/>
                      <a:pt x="280" y="75"/>
                    </a:cubicBezTo>
                    <a:cubicBezTo>
                      <a:pt x="280" y="75"/>
                      <a:pt x="446" y="93"/>
                      <a:pt x="534" y="81"/>
                    </a:cubicBezTo>
                    <a:cubicBezTo>
                      <a:pt x="656" y="64"/>
                      <a:pt x="851" y="11"/>
                      <a:pt x="939" y="11"/>
                    </a:cubicBezTo>
                    <a:cubicBezTo>
                      <a:pt x="939" y="11"/>
                      <a:pt x="1019" y="0"/>
                      <a:pt x="1422" y="69"/>
                    </a:cubicBezTo>
                    <a:cubicBezTo>
                      <a:pt x="1501" y="83"/>
                      <a:pt x="1858" y="88"/>
                      <a:pt x="2004" y="75"/>
                    </a:cubicBezTo>
                    <a:cubicBezTo>
                      <a:pt x="2004" y="837"/>
                      <a:pt x="2004" y="837"/>
                      <a:pt x="2004" y="837"/>
                    </a:cubicBezTo>
                    <a:cubicBezTo>
                      <a:pt x="2004" y="837"/>
                      <a:pt x="1530" y="824"/>
                      <a:pt x="1426" y="849"/>
                    </a:cubicBezTo>
                    <a:cubicBezTo>
                      <a:pt x="1226" y="898"/>
                      <a:pt x="1112" y="896"/>
                      <a:pt x="939" y="902"/>
                    </a:cubicBezTo>
                    <a:close/>
                  </a:path>
                </a:pathLst>
              </a:custGeom>
              <a:solidFill>
                <a:srgbClr val="DE6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1" name="Freeform 6">
                <a:extLst>
                  <a:ext uri="{FF2B5EF4-FFF2-40B4-BE49-F238E27FC236}">
                    <a16:creationId xmlns:a16="http://schemas.microsoft.com/office/drawing/2014/main" id="{58606595-22F8-47D2-92AB-4FD4546E4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879"/>
                <a:ext cx="635" cy="852"/>
              </a:xfrm>
              <a:custGeom>
                <a:avLst/>
                <a:gdLst>
                  <a:gd name="T0" fmla="*/ 1383 w 376"/>
                  <a:gd name="T1" fmla="*/ 2392 h 504"/>
                  <a:gd name="T2" fmla="*/ 1169 w 376"/>
                  <a:gd name="T3" fmla="*/ 2421 h 504"/>
                  <a:gd name="T4" fmla="*/ 1169 w 376"/>
                  <a:gd name="T5" fmla="*/ 2426 h 504"/>
                  <a:gd name="T6" fmla="*/ 1030 w 376"/>
                  <a:gd name="T7" fmla="*/ 2426 h 504"/>
                  <a:gd name="T8" fmla="*/ 828 w 376"/>
                  <a:gd name="T9" fmla="*/ 2351 h 504"/>
                  <a:gd name="T10" fmla="*/ 659 w 376"/>
                  <a:gd name="T11" fmla="*/ 2304 h 504"/>
                  <a:gd name="T12" fmla="*/ 596 w 376"/>
                  <a:gd name="T13" fmla="*/ 2238 h 504"/>
                  <a:gd name="T14" fmla="*/ 473 w 376"/>
                  <a:gd name="T15" fmla="*/ 2174 h 504"/>
                  <a:gd name="T16" fmla="*/ 336 w 376"/>
                  <a:gd name="T17" fmla="*/ 2127 h 504"/>
                  <a:gd name="T18" fmla="*/ 260 w 376"/>
                  <a:gd name="T19" fmla="*/ 1932 h 504"/>
                  <a:gd name="T20" fmla="*/ 187 w 376"/>
                  <a:gd name="T21" fmla="*/ 1854 h 504"/>
                  <a:gd name="T22" fmla="*/ 86 w 376"/>
                  <a:gd name="T23" fmla="*/ 1601 h 504"/>
                  <a:gd name="T24" fmla="*/ 14 w 376"/>
                  <a:gd name="T25" fmla="*/ 1398 h 504"/>
                  <a:gd name="T26" fmla="*/ 62 w 376"/>
                  <a:gd name="T27" fmla="*/ 1163 h 504"/>
                  <a:gd name="T28" fmla="*/ 14 w 376"/>
                  <a:gd name="T29" fmla="*/ 918 h 504"/>
                  <a:gd name="T30" fmla="*/ 211 w 376"/>
                  <a:gd name="T31" fmla="*/ 666 h 504"/>
                  <a:gd name="T32" fmla="*/ 274 w 376"/>
                  <a:gd name="T33" fmla="*/ 426 h 504"/>
                  <a:gd name="T34" fmla="*/ 365 w 376"/>
                  <a:gd name="T35" fmla="*/ 328 h 504"/>
                  <a:gd name="T36" fmla="*/ 670 w 376"/>
                  <a:gd name="T37" fmla="*/ 134 h 504"/>
                  <a:gd name="T38" fmla="*/ 1030 w 376"/>
                  <a:gd name="T39" fmla="*/ 8 h 504"/>
                  <a:gd name="T40" fmla="*/ 1169 w 376"/>
                  <a:gd name="T41" fmla="*/ 0 h 504"/>
                  <a:gd name="T42" fmla="*/ 1169 w 376"/>
                  <a:gd name="T43" fmla="*/ 0 h 504"/>
                  <a:gd name="T44" fmla="*/ 1490 w 376"/>
                  <a:gd name="T45" fmla="*/ 125 h 504"/>
                  <a:gd name="T46" fmla="*/ 1618 w 376"/>
                  <a:gd name="T47" fmla="*/ 357 h 504"/>
                  <a:gd name="T48" fmla="*/ 1768 w 376"/>
                  <a:gd name="T49" fmla="*/ 832 h 504"/>
                  <a:gd name="T50" fmla="*/ 1706 w 376"/>
                  <a:gd name="T51" fmla="*/ 1498 h 504"/>
                  <a:gd name="T52" fmla="*/ 1677 w 376"/>
                  <a:gd name="T53" fmla="*/ 1961 h 504"/>
                  <a:gd name="T54" fmla="*/ 1581 w 376"/>
                  <a:gd name="T55" fmla="*/ 2174 h 504"/>
                  <a:gd name="T56" fmla="*/ 1383 w 376"/>
                  <a:gd name="T57" fmla="*/ 2392 h 5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76" h="504">
                    <a:moveTo>
                      <a:pt x="287" y="495"/>
                    </a:moveTo>
                    <a:cubicBezTo>
                      <a:pt x="264" y="498"/>
                      <a:pt x="243" y="501"/>
                      <a:pt x="243" y="501"/>
                    </a:cubicBezTo>
                    <a:cubicBezTo>
                      <a:pt x="243" y="502"/>
                      <a:pt x="243" y="502"/>
                      <a:pt x="243" y="502"/>
                    </a:cubicBezTo>
                    <a:cubicBezTo>
                      <a:pt x="243" y="502"/>
                      <a:pt x="222" y="504"/>
                      <a:pt x="214" y="502"/>
                    </a:cubicBezTo>
                    <a:cubicBezTo>
                      <a:pt x="206" y="499"/>
                      <a:pt x="179" y="494"/>
                      <a:pt x="172" y="487"/>
                    </a:cubicBezTo>
                    <a:cubicBezTo>
                      <a:pt x="158" y="472"/>
                      <a:pt x="137" y="477"/>
                      <a:pt x="137" y="477"/>
                    </a:cubicBezTo>
                    <a:cubicBezTo>
                      <a:pt x="137" y="477"/>
                      <a:pt x="129" y="469"/>
                      <a:pt x="124" y="463"/>
                    </a:cubicBezTo>
                    <a:cubicBezTo>
                      <a:pt x="118" y="457"/>
                      <a:pt x="108" y="450"/>
                      <a:pt x="98" y="450"/>
                    </a:cubicBezTo>
                    <a:cubicBezTo>
                      <a:pt x="89" y="450"/>
                      <a:pt x="70" y="440"/>
                      <a:pt x="70" y="440"/>
                    </a:cubicBezTo>
                    <a:cubicBezTo>
                      <a:pt x="72" y="424"/>
                      <a:pt x="63" y="405"/>
                      <a:pt x="54" y="400"/>
                    </a:cubicBezTo>
                    <a:cubicBezTo>
                      <a:pt x="46" y="394"/>
                      <a:pt x="39" y="384"/>
                      <a:pt x="39" y="384"/>
                    </a:cubicBezTo>
                    <a:cubicBezTo>
                      <a:pt x="48" y="361"/>
                      <a:pt x="27" y="336"/>
                      <a:pt x="18" y="331"/>
                    </a:cubicBezTo>
                    <a:cubicBezTo>
                      <a:pt x="10" y="326"/>
                      <a:pt x="6" y="302"/>
                      <a:pt x="3" y="289"/>
                    </a:cubicBezTo>
                    <a:cubicBezTo>
                      <a:pt x="0" y="276"/>
                      <a:pt x="13" y="264"/>
                      <a:pt x="13" y="241"/>
                    </a:cubicBezTo>
                    <a:cubicBezTo>
                      <a:pt x="13" y="218"/>
                      <a:pt x="1" y="214"/>
                      <a:pt x="3" y="190"/>
                    </a:cubicBezTo>
                    <a:cubicBezTo>
                      <a:pt x="5" y="166"/>
                      <a:pt x="29" y="151"/>
                      <a:pt x="44" y="138"/>
                    </a:cubicBezTo>
                    <a:cubicBezTo>
                      <a:pt x="58" y="124"/>
                      <a:pt x="58" y="95"/>
                      <a:pt x="57" y="88"/>
                    </a:cubicBezTo>
                    <a:cubicBezTo>
                      <a:pt x="56" y="82"/>
                      <a:pt x="67" y="78"/>
                      <a:pt x="76" y="68"/>
                    </a:cubicBezTo>
                    <a:cubicBezTo>
                      <a:pt x="86" y="59"/>
                      <a:pt x="120" y="33"/>
                      <a:pt x="139" y="28"/>
                    </a:cubicBezTo>
                    <a:cubicBezTo>
                      <a:pt x="158" y="22"/>
                      <a:pt x="201" y="0"/>
                      <a:pt x="214" y="2"/>
                    </a:cubicBezTo>
                    <a:cubicBezTo>
                      <a:pt x="226" y="3"/>
                      <a:pt x="243" y="0"/>
                      <a:pt x="243" y="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243" y="0"/>
                      <a:pt x="289" y="16"/>
                      <a:pt x="309" y="26"/>
                    </a:cubicBezTo>
                    <a:cubicBezTo>
                      <a:pt x="309" y="26"/>
                      <a:pt x="328" y="49"/>
                      <a:pt x="336" y="74"/>
                    </a:cubicBezTo>
                    <a:cubicBezTo>
                      <a:pt x="344" y="100"/>
                      <a:pt x="376" y="132"/>
                      <a:pt x="367" y="172"/>
                    </a:cubicBezTo>
                    <a:cubicBezTo>
                      <a:pt x="359" y="211"/>
                      <a:pt x="337" y="272"/>
                      <a:pt x="354" y="310"/>
                    </a:cubicBezTo>
                    <a:cubicBezTo>
                      <a:pt x="370" y="349"/>
                      <a:pt x="360" y="389"/>
                      <a:pt x="348" y="406"/>
                    </a:cubicBezTo>
                    <a:cubicBezTo>
                      <a:pt x="335" y="424"/>
                      <a:pt x="321" y="437"/>
                      <a:pt x="328" y="450"/>
                    </a:cubicBezTo>
                    <a:cubicBezTo>
                      <a:pt x="336" y="463"/>
                      <a:pt x="325" y="490"/>
                      <a:pt x="287" y="495"/>
                    </a:cubicBezTo>
                    <a:close/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2" name="Freeform 7">
                <a:extLst>
                  <a:ext uri="{FF2B5EF4-FFF2-40B4-BE49-F238E27FC236}">
                    <a16:creationId xmlns:a16="http://schemas.microsoft.com/office/drawing/2014/main" id="{5511BFF9-BEB7-488A-915D-D55E5A8284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8" y="1881"/>
                <a:ext cx="2118" cy="887"/>
              </a:xfrm>
              <a:custGeom>
                <a:avLst/>
                <a:gdLst>
                  <a:gd name="T0" fmla="*/ 4652 w 1253"/>
                  <a:gd name="T1" fmla="*/ 91 h 525"/>
                  <a:gd name="T2" fmla="*/ 4535 w 1253"/>
                  <a:gd name="T3" fmla="*/ 473 h 525"/>
                  <a:gd name="T4" fmla="*/ 4057 w 1253"/>
                  <a:gd name="T5" fmla="*/ 112 h 525"/>
                  <a:gd name="T6" fmla="*/ 3435 w 1253"/>
                  <a:gd name="T7" fmla="*/ 117 h 525"/>
                  <a:gd name="T8" fmla="*/ 2801 w 1253"/>
                  <a:gd name="T9" fmla="*/ 351 h 525"/>
                  <a:gd name="T10" fmla="*/ 2302 w 1253"/>
                  <a:gd name="T11" fmla="*/ 713 h 525"/>
                  <a:gd name="T12" fmla="*/ 2023 w 1253"/>
                  <a:gd name="T13" fmla="*/ 240 h 525"/>
                  <a:gd name="T14" fmla="*/ 1660 w 1253"/>
                  <a:gd name="T15" fmla="*/ 71 h 525"/>
                  <a:gd name="T16" fmla="*/ 852 w 1253"/>
                  <a:gd name="T17" fmla="*/ 106 h 525"/>
                  <a:gd name="T18" fmla="*/ 517 w 1253"/>
                  <a:gd name="T19" fmla="*/ 363 h 525"/>
                  <a:gd name="T20" fmla="*/ 1420 w 1253"/>
                  <a:gd name="T21" fmla="*/ 448 h 525"/>
                  <a:gd name="T22" fmla="*/ 434 w 1253"/>
                  <a:gd name="T23" fmla="*/ 608 h 525"/>
                  <a:gd name="T24" fmla="*/ 223 w 1253"/>
                  <a:gd name="T25" fmla="*/ 1064 h 525"/>
                  <a:gd name="T26" fmla="*/ 314 w 1253"/>
                  <a:gd name="T27" fmla="*/ 1669 h 525"/>
                  <a:gd name="T28" fmla="*/ 468 w 1253"/>
                  <a:gd name="T29" fmla="*/ 2119 h 525"/>
                  <a:gd name="T30" fmla="*/ 909 w 1253"/>
                  <a:gd name="T31" fmla="*/ 2377 h 525"/>
                  <a:gd name="T32" fmla="*/ 1552 w 1253"/>
                  <a:gd name="T33" fmla="*/ 2468 h 525"/>
                  <a:gd name="T34" fmla="*/ 2071 w 1253"/>
                  <a:gd name="T35" fmla="*/ 2406 h 525"/>
                  <a:gd name="T36" fmla="*/ 2343 w 1253"/>
                  <a:gd name="T37" fmla="*/ 2414 h 525"/>
                  <a:gd name="T38" fmla="*/ 3261 w 1253"/>
                  <a:gd name="T39" fmla="*/ 2239 h 525"/>
                  <a:gd name="T40" fmla="*/ 4295 w 1253"/>
                  <a:gd name="T41" fmla="*/ 2230 h 525"/>
                  <a:gd name="T42" fmla="*/ 4429 w 1253"/>
                  <a:gd name="T43" fmla="*/ 2286 h 525"/>
                  <a:gd name="T44" fmla="*/ 4562 w 1253"/>
                  <a:gd name="T45" fmla="*/ 2239 h 525"/>
                  <a:gd name="T46" fmla="*/ 5703 w 1253"/>
                  <a:gd name="T47" fmla="*/ 2141 h 525"/>
                  <a:gd name="T48" fmla="*/ 5931 w 1253"/>
                  <a:gd name="T49" fmla="*/ 1669 h 525"/>
                  <a:gd name="T50" fmla="*/ 5960 w 1253"/>
                  <a:gd name="T51" fmla="*/ 1071 h 525"/>
                  <a:gd name="T52" fmla="*/ 5827 w 1253"/>
                  <a:gd name="T53" fmla="*/ 583 h 525"/>
                  <a:gd name="T54" fmla="*/ 5423 w 1253"/>
                  <a:gd name="T55" fmla="*/ 162 h 525"/>
                  <a:gd name="T56" fmla="*/ 1685 w 1253"/>
                  <a:gd name="T57" fmla="*/ 1027 h 525"/>
                  <a:gd name="T58" fmla="*/ 2434 w 1253"/>
                  <a:gd name="T59" fmla="*/ 770 h 525"/>
                  <a:gd name="T60" fmla="*/ 2989 w 1253"/>
                  <a:gd name="T61" fmla="*/ 1002 h 525"/>
                  <a:gd name="T62" fmla="*/ 1520 w 1253"/>
                  <a:gd name="T63" fmla="*/ 1510 h 525"/>
                  <a:gd name="T64" fmla="*/ 2099 w 1253"/>
                  <a:gd name="T65" fmla="*/ 1308 h 525"/>
                  <a:gd name="T66" fmla="*/ 2252 w 1253"/>
                  <a:gd name="T67" fmla="*/ 1813 h 525"/>
                  <a:gd name="T68" fmla="*/ 2372 w 1253"/>
                  <a:gd name="T69" fmla="*/ 1316 h 525"/>
                  <a:gd name="T70" fmla="*/ 2972 w 1253"/>
                  <a:gd name="T71" fmla="*/ 1568 h 525"/>
                  <a:gd name="T72" fmla="*/ 3734 w 1253"/>
                  <a:gd name="T73" fmla="*/ 848 h 525"/>
                  <a:gd name="T74" fmla="*/ 3125 w 1253"/>
                  <a:gd name="T75" fmla="*/ 1063 h 525"/>
                  <a:gd name="T76" fmla="*/ 5129 w 1253"/>
                  <a:gd name="T77" fmla="*/ 824 h 525"/>
                  <a:gd name="T78" fmla="*/ 3737 w 1253"/>
                  <a:gd name="T79" fmla="*/ 748 h 525"/>
                  <a:gd name="T80" fmla="*/ 4400 w 1253"/>
                  <a:gd name="T81" fmla="*/ 519 h 525"/>
                  <a:gd name="T82" fmla="*/ 1552 w 1253"/>
                  <a:gd name="T83" fmla="*/ 973 h 525"/>
                  <a:gd name="T84" fmla="*/ 2164 w 1253"/>
                  <a:gd name="T85" fmla="*/ 762 h 525"/>
                  <a:gd name="T86" fmla="*/ 223 w 1253"/>
                  <a:gd name="T87" fmla="*/ 965 h 525"/>
                  <a:gd name="T88" fmla="*/ 832 w 1253"/>
                  <a:gd name="T89" fmla="*/ 1321 h 525"/>
                  <a:gd name="T90" fmla="*/ 227 w 1253"/>
                  <a:gd name="T91" fmla="*/ 1531 h 525"/>
                  <a:gd name="T92" fmla="*/ 2115 w 1253"/>
                  <a:gd name="T93" fmla="*/ 1862 h 525"/>
                  <a:gd name="T94" fmla="*/ 1518 w 1253"/>
                  <a:gd name="T95" fmla="*/ 1610 h 525"/>
                  <a:gd name="T96" fmla="*/ 2206 w 1253"/>
                  <a:gd name="T97" fmla="*/ 2364 h 525"/>
                  <a:gd name="T98" fmla="*/ 2385 w 1253"/>
                  <a:gd name="T99" fmla="*/ 1872 h 525"/>
                  <a:gd name="T100" fmla="*/ 2946 w 1253"/>
                  <a:gd name="T101" fmla="*/ 2107 h 525"/>
                  <a:gd name="T102" fmla="*/ 3720 w 1253"/>
                  <a:gd name="T103" fmla="*/ 1412 h 525"/>
                  <a:gd name="T104" fmla="*/ 3100 w 1253"/>
                  <a:gd name="T105" fmla="*/ 1624 h 525"/>
                  <a:gd name="T106" fmla="*/ 5024 w 1253"/>
                  <a:gd name="T107" fmla="*/ 1392 h 525"/>
                  <a:gd name="T108" fmla="*/ 4598 w 1253"/>
                  <a:gd name="T109" fmla="*/ 1110 h 525"/>
                  <a:gd name="T110" fmla="*/ 5157 w 1253"/>
                  <a:gd name="T111" fmla="*/ 1345 h 525"/>
                  <a:gd name="T112" fmla="*/ 5264 w 1253"/>
                  <a:gd name="T113" fmla="*/ 777 h 525"/>
                  <a:gd name="T114" fmla="*/ 5688 w 1253"/>
                  <a:gd name="T115" fmla="*/ 630 h 525"/>
                  <a:gd name="T116" fmla="*/ 1378 w 1253"/>
                  <a:gd name="T117" fmla="*/ 2119 h 525"/>
                  <a:gd name="T118" fmla="*/ 4434 w 1253"/>
                  <a:gd name="T119" fmla="*/ 2183 h 525"/>
                  <a:gd name="T120" fmla="*/ 5046 w 1253"/>
                  <a:gd name="T121" fmla="*/ 1972 h 525"/>
                  <a:gd name="T122" fmla="*/ 4549 w 1253"/>
                  <a:gd name="T123" fmla="*/ 1659 h 525"/>
                  <a:gd name="T124" fmla="*/ 5183 w 1253"/>
                  <a:gd name="T125" fmla="*/ 1924 h 52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53" h="525">
                    <a:moveTo>
                      <a:pt x="1123" y="34"/>
                    </a:moveTo>
                    <a:cubicBezTo>
                      <a:pt x="1055" y="58"/>
                      <a:pt x="1055" y="58"/>
                      <a:pt x="1055" y="58"/>
                    </a:cubicBezTo>
                    <a:cubicBezTo>
                      <a:pt x="963" y="19"/>
                      <a:pt x="963" y="19"/>
                      <a:pt x="963" y="19"/>
                    </a:cubicBezTo>
                    <a:cubicBezTo>
                      <a:pt x="942" y="10"/>
                      <a:pt x="940" y="31"/>
                      <a:pt x="940" y="31"/>
                    </a:cubicBezTo>
                    <a:cubicBezTo>
                      <a:pt x="1027" y="68"/>
                      <a:pt x="1027" y="68"/>
                      <a:pt x="1027" y="68"/>
                    </a:cubicBezTo>
                    <a:cubicBezTo>
                      <a:pt x="939" y="98"/>
                      <a:pt x="939" y="98"/>
                      <a:pt x="939" y="98"/>
                    </a:cubicBezTo>
                    <a:cubicBezTo>
                      <a:pt x="824" y="50"/>
                      <a:pt x="824" y="50"/>
                      <a:pt x="824" y="50"/>
                    </a:cubicBezTo>
                    <a:cubicBezTo>
                      <a:pt x="853" y="39"/>
                      <a:pt x="853" y="39"/>
                      <a:pt x="853" y="39"/>
                    </a:cubicBezTo>
                    <a:cubicBezTo>
                      <a:pt x="878" y="23"/>
                      <a:pt x="840" y="23"/>
                      <a:pt x="840" y="23"/>
                    </a:cubicBezTo>
                    <a:cubicBezTo>
                      <a:pt x="796" y="38"/>
                      <a:pt x="796" y="38"/>
                      <a:pt x="796" y="38"/>
                    </a:cubicBezTo>
                    <a:cubicBezTo>
                      <a:pt x="747" y="17"/>
                      <a:pt x="747" y="17"/>
                      <a:pt x="747" y="17"/>
                    </a:cubicBezTo>
                    <a:cubicBezTo>
                      <a:pt x="708" y="0"/>
                      <a:pt x="711" y="24"/>
                      <a:pt x="711" y="24"/>
                    </a:cubicBezTo>
                    <a:cubicBezTo>
                      <a:pt x="768" y="48"/>
                      <a:pt x="768" y="48"/>
                      <a:pt x="768" y="48"/>
                    </a:cubicBezTo>
                    <a:cubicBezTo>
                      <a:pt x="631" y="95"/>
                      <a:pt x="631" y="95"/>
                      <a:pt x="631" y="95"/>
                    </a:cubicBezTo>
                    <a:cubicBezTo>
                      <a:pt x="580" y="73"/>
                      <a:pt x="580" y="73"/>
                      <a:pt x="580" y="73"/>
                    </a:cubicBezTo>
                    <a:cubicBezTo>
                      <a:pt x="548" y="60"/>
                      <a:pt x="542" y="79"/>
                      <a:pt x="542" y="79"/>
                    </a:cubicBezTo>
                    <a:cubicBezTo>
                      <a:pt x="603" y="105"/>
                      <a:pt x="603" y="105"/>
                      <a:pt x="603" y="105"/>
                    </a:cubicBezTo>
                    <a:cubicBezTo>
                      <a:pt x="477" y="148"/>
                      <a:pt x="477" y="148"/>
                      <a:pt x="477" y="148"/>
                    </a:cubicBezTo>
                    <a:cubicBezTo>
                      <a:pt x="350" y="95"/>
                      <a:pt x="350" y="95"/>
                      <a:pt x="350" y="95"/>
                    </a:cubicBezTo>
                    <a:cubicBezTo>
                      <a:pt x="450" y="60"/>
                      <a:pt x="450" y="60"/>
                      <a:pt x="450" y="60"/>
                    </a:cubicBezTo>
                    <a:cubicBezTo>
                      <a:pt x="478" y="47"/>
                      <a:pt x="419" y="50"/>
                      <a:pt x="419" y="50"/>
                    </a:cubicBezTo>
                    <a:cubicBezTo>
                      <a:pt x="323" y="83"/>
                      <a:pt x="323" y="83"/>
                      <a:pt x="323" y="83"/>
                    </a:cubicBezTo>
                    <a:cubicBezTo>
                      <a:pt x="243" y="50"/>
                      <a:pt x="243" y="50"/>
                      <a:pt x="243" y="50"/>
                    </a:cubicBezTo>
                    <a:cubicBezTo>
                      <a:pt x="344" y="15"/>
                      <a:pt x="344" y="15"/>
                      <a:pt x="344" y="15"/>
                    </a:cubicBezTo>
                    <a:cubicBezTo>
                      <a:pt x="364" y="4"/>
                      <a:pt x="317" y="3"/>
                      <a:pt x="317" y="3"/>
                    </a:cubicBezTo>
                    <a:cubicBezTo>
                      <a:pt x="215" y="38"/>
                      <a:pt x="215" y="38"/>
                      <a:pt x="215" y="38"/>
                    </a:cubicBezTo>
                    <a:cubicBezTo>
                      <a:pt x="176" y="22"/>
                      <a:pt x="176" y="22"/>
                      <a:pt x="176" y="22"/>
                    </a:cubicBezTo>
                    <a:cubicBezTo>
                      <a:pt x="152" y="16"/>
                      <a:pt x="157" y="35"/>
                      <a:pt x="157" y="35"/>
                    </a:cubicBezTo>
                    <a:cubicBezTo>
                      <a:pt x="187" y="48"/>
                      <a:pt x="187" y="48"/>
                      <a:pt x="187" y="48"/>
                    </a:cubicBezTo>
                    <a:cubicBezTo>
                      <a:pt x="107" y="75"/>
                      <a:pt x="107" y="75"/>
                      <a:pt x="107" y="75"/>
                    </a:cubicBezTo>
                    <a:cubicBezTo>
                      <a:pt x="82" y="83"/>
                      <a:pt x="98" y="100"/>
                      <a:pt x="98" y="100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167" y="137"/>
                      <a:pt x="167" y="137"/>
                      <a:pt x="167" y="137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68" y="107"/>
                      <a:pt x="90" y="126"/>
                      <a:pt x="90" y="126"/>
                    </a:cubicBezTo>
                    <a:cubicBezTo>
                      <a:pt x="139" y="147"/>
                      <a:pt x="139" y="147"/>
                      <a:pt x="139" y="147"/>
                    </a:cubicBezTo>
                    <a:cubicBezTo>
                      <a:pt x="44" y="179"/>
                      <a:pt x="44" y="179"/>
                      <a:pt x="44" y="179"/>
                    </a:cubicBezTo>
                    <a:cubicBezTo>
                      <a:pt x="2" y="200"/>
                      <a:pt x="46" y="221"/>
                      <a:pt x="46" y="221"/>
                    </a:cubicBezTo>
                    <a:cubicBezTo>
                      <a:pt x="144" y="263"/>
                      <a:pt x="144" y="263"/>
                      <a:pt x="144" y="263"/>
                    </a:cubicBezTo>
                    <a:cubicBezTo>
                      <a:pt x="44" y="297"/>
                      <a:pt x="44" y="297"/>
                      <a:pt x="44" y="297"/>
                    </a:cubicBezTo>
                    <a:cubicBezTo>
                      <a:pt x="0" y="322"/>
                      <a:pt x="65" y="346"/>
                      <a:pt x="65" y="34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77" y="395"/>
                      <a:pt x="77" y="395"/>
                      <a:pt x="77" y="395"/>
                    </a:cubicBezTo>
                    <a:cubicBezTo>
                      <a:pt x="42" y="409"/>
                      <a:pt x="97" y="439"/>
                      <a:pt x="97" y="439"/>
                    </a:cubicBezTo>
                    <a:cubicBezTo>
                      <a:pt x="181" y="475"/>
                      <a:pt x="181" y="475"/>
                      <a:pt x="181" y="475"/>
                    </a:cubicBezTo>
                    <a:cubicBezTo>
                      <a:pt x="159" y="482"/>
                      <a:pt x="159" y="482"/>
                      <a:pt x="159" y="482"/>
                    </a:cubicBezTo>
                    <a:cubicBezTo>
                      <a:pt x="156" y="489"/>
                      <a:pt x="188" y="493"/>
                      <a:pt x="188" y="493"/>
                    </a:cubicBezTo>
                    <a:cubicBezTo>
                      <a:pt x="208" y="486"/>
                      <a:pt x="208" y="486"/>
                      <a:pt x="208" y="486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301" y="521"/>
                      <a:pt x="321" y="512"/>
                      <a:pt x="321" y="512"/>
                    </a:cubicBezTo>
                    <a:cubicBezTo>
                      <a:pt x="237" y="476"/>
                      <a:pt x="237" y="476"/>
                      <a:pt x="237" y="476"/>
                    </a:cubicBezTo>
                    <a:cubicBezTo>
                      <a:pt x="313" y="450"/>
                      <a:pt x="313" y="450"/>
                      <a:pt x="313" y="450"/>
                    </a:cubicBezTo>
                    <a:cubicBezTo>
                      <a:pt x="429" y="499"/>
                      <a:pt x="429" y="499"/>
                      <a:pt x="429" y="499"/>
                    </a:cubicBezTo>
                    <a:cubicBezTo>
                      <a:pt x="393" y="512"/>
                      <a:pt x="393" y="512"/>
                      <a:pt x="393" y="512"/>
                    </a:cubicBezTo>
                    <a:cubicBezTo>
                      <a:pt x="467" y="525"/>
                      <a:pt x="508" y="511"/>
                      <a:pt x="508" y="511"/>
                    </a:cubicBezTo>
                    <a:cubicBezTo>
                      <a:pt x="485" y="501"/>
                      <a:pt x="485" y="501"/>
                      <a:pt x="485" y="501"/>
                    </a:cubicBezTo>
                    <a:cubicBezTo>
                      <a:pt x="609" y="458"/>
                      <a:pt x="609" y="458"/>
                      <a:pt x="609" y="458"/>
                    </a:cubicBezTo>
                    <a:cubicBezTo>
                      <a:pt x="641" y="472"/>
                      <a:pt x="641" y="472"/>
                      <a:pt x="641" y="472"/>
                    </a:cubicBezTo>
                    <a:cubicBezTo>
                      <a:pt x="683" y="479"/>
                      <a:pt x="675" y="464"/>
                      <a:pt x="675" y="464"/>
                    </a:cubicBezTo>
                    <a:cubicBezTo>
                      <a:pt x="637" y="449"/>
                      <a:pt x="637" y="449"/>
                      <a:pt x="637" y="449"/>
                    </a:cubicBezTo>
                    <a:cubicBezTo>
                      <a:pt x="758" y="407"/>
                      <a:pt x="758" y="407"/>
                      <a:pt x="758" y="407"/>
                    </a:cubicBezTo>
                    <a:cubicBezTo>
                      <a:pt x="889" y="462"/>
                      <a:pt x="889" y="462"/>
                      <a:pt x="889" y="462"/>
                    </a:cubicBezTo>
                    <a:cubicBezTo>
                      <a:pt x="861" y="472"/>
                      <a:pt x="861" y="472"/>
                      <a:pt x="861" y="472"/>
                    </a:cubicBezTo>
                    <a:cubicBezTo>
                      <a:pt x="851" y="488"/>
                      <a:pt x="885" y="485"/>
                      <a:pt x="885" y="485"/>
                    </a:cubicBezTo>
                    <a:cubicBezTo>
                      <a:pt x="917" y="474"/>
                      <a:pt x="917" y="474"/>
                      <a:pt x="917" y="474"/>
                    </a:cubicBezTo>
                    <a:cubicBezTo>
                      <a:pt x="1023" y="519"/>
                      <a:pt x="1023" y="519"/>
                      <a:pt x="1023" y="519"/>
                    </a:cubicBezTo>
                    <a:cubicBezTo>
                      <a:pt x="1051" y="520"/>
                      <a:pt x="1044" y="506"/>
                      <a:pt x="1044" y="506"/>
                    </a:cubicBezTo>
                    <a:cubicBezTo>
                      <a:pt x="945" y="464"/>
                      <a:pt x="945" y="464"/>
                      <a:pt x="945" y="464"/>
                    </a:cubicBezTo>
                    <a:cubicBezTo>
                      <a:pt x="1073" y="420"/>
                      <a:pt x="1073" y="420"/>
                      <a:pt x="1073" y="420"/>
                    </a:cubicBezTo>
                    <a:cubicBezTo>
                      <a:pt x="1159" y="457"/>
                      <a:pt x="1159" y="457"/>
                      <a:pt x="1159" y="457"/>
                    </a:cubicBezTo>
                    <a:cubicBezTo>
                      <a:pt x="1182" y="460"/>
                      <a:pt x="1181" y="444"/>
                      <a:pt x="1181" y="444"/>
                    </a:cubicBezTo>
                    <a:cubicBezTo>
                      <a:pt x="1101" y="411"/>
                      <a:pt x="1101" y="411"/>
                      <a:pt x="1101" y="411"/>
                    </a:cubicBezTo>
                    <a:cubicBezTo>
                      <a:pt x="1227" y="367"/>
                      <a:pt x="1227" y="367"/>
                      <a:pt x="1227" y="367"/>
                    </a:cubicBezTo>
                    <a:cubicBezTo>
                      <a:pt x="1243" y="355"/>
                      <a:pt x="1228" y="346"/>
                      <a:pt x="1228" y="346"/>
                    </a:cubicBezTo>
                    <a:cubicBezTo>
                      <a:pt x="1096" y="291"/>
                      <a:pt x="1096" y="291"/>
                      <a:pt x="1096" y="291"/>
                    </a:cubicBezTo>
                    <a:cubicBezTo>
                      <a:pt x="1225" y="246"/>
                      <a:pt x="1225" y="246"/>
                      <a:pt x="1225" y="246"/>
                    </a:cubicBezTo>
                    <a:cubicBezTo>
                      <a:pt x="1253" y="233"/>
                      <a:pt x="1234" y="222"/>
                      <a:pt x="1234" y="222"/>
                    </a:cubicBezTo>
                    <a:cubicBezTo>
                      <a:pt x="1118" y="173"/>
                      <a:pt x="1118" y="173"/>
                      <a:pt x="1118" y="173"/>
                    </a:cubicBezTo>
                    <a:cubicBezTo>
                      <a:pt x="1205" y="143"/>
                      <a:pt x="1205" y="143"/>
                      <a:pt x="1205" y="143"/>
                    </a:cubicBezTo>
                    <a:cubicBezTo>
                      <a:pt x="1222" y="131"/>
                      <a:pt x="1206" y="121"/>
                      <a:pt x="1206" y="121"/>
                    </a:cubicBezTo>
                    <a:cubicBezTo>
                      <a:pt x="1083" y="70"/>
                      <a:pt x="1083" y="70"/>
                      <a:pt x="1083" y="70"/>
                    </a:cubicBezTo>
                    <a:cubicBezTo>
                      <a:pt x="1143" y="49"/>
                      <a:pt x="1143" y="49"/>
                      <a:pt x="1143" y="49"/>
                    </a:cubicBezTo>
                    <a:cubicBezTo>
                      <a:pt x="1160" y="35"/>
                      <a:pt x="1123" y="34"/>
                      <a:pt x="1123" y="34"/>
                    </a:cubicBezTo>
                    <a:close/>
                    <a:moveTo>
                      <a:pt x="591" y="218"/>
                    </a:moveTo>
                    <a:cubicBezTo>
                      <a:pt x="464" y="262"/>
                      <a:pt x="464" y="262"/>
                      <a:pt x="464" y="262"/>
                    </a:cubicBezTo>
                    <a:cubicBezTo>
                      <a:pt x="349" y="213"/>
                      <a:pt x="349" y="213"/>
                      <a:pt x="349" y="213"/>
                    </a:cubicBezTo>
                    <a:cubicBezTo>
                      <a:pt x="476" y="169"/>
                      <a:pt x="476" y="169"/>
                      <a:pt x="476" y="169"/>
                    </a:cubicBezTo>
                    <a:lnTo>
                      <a:pt x="591" y="218"/>
                    </a:lnTo>
                    <a:close/>
                    <a:moveTo>
                      <a:pt x="504" y="160"/>
                    </a:moveTo>
                    <a:cubicBezTo>
                      <a:pt x="630" y="116"/>
                      <a:pt x="630" y="116"/>
                      <a:pt x="630" y="116"/>
                    </a:cubicBezTo>
                    <a:cubicBezTo>
                      <a:pt x="745" y="165"/>
                      <a:pt x="745" y="165"/>
                      <a:pt x="745" y="165"/>
                    </a:cubicBezTo>
                    <a:cubicBezTo>
                      <a:pt x="619" y="208"/>
                      <a:pt x="619" y="208"/>
                      <a:pt x="619" y="208"/>
                    </a:cubicBezTo>
                    <a:lnTo>
                      <a:pt x="504" y="160"/>
                    </a:lnTo>
                    <a:close/>
                    <a:moveTo>
                      <a:pt x="435" y="271"/>
                    </a:moveTo>
                    <a:cubicBezTo>
                      <a:pt x="315" y="313"/>
                      <a:pt x="315" y="313"/>
                      <a:pt x="315" y="313"/>
                    </a:cubicBezTo>
                    <a:cubicBezTo>
                      <a:pt x="200" y="264"/>
                      <a:pt x="200" y="264"/>
                      <a:pt x="200" y="264"/>
                    </a:cubicBezTo>
                    <a:cubicBezTo>
                      <a:pt x="320" y="223"/>
                      <a:pt x="320" y="223"/>
                      <a:pt x="320" y="223"/>
                    </a:cubicBezTo>
                    <a:lnTo>
                      <a:pt x="435" y="271"/>
                    </a:lnTo>
                    <a:close/>
                    <a:moveTo>
                      <a:pt x="463" y="283"/>
                    </a:moveTo>
                    <a:cubicBezTo>
                      <a:pt x="586" y="335"/>
                      <a:pt x="586" y="335"/>
                      <a:pt x="586" y="335"/>
                    </a:cubicBezTo>
                    <a:cubicBezTo>
                      <a:pt x="466" y="376"/>
                      <a:pt x="466" y="376"/>
                      <a:pt x="466" y="376"/>
                    </a:cubicBezTo>
                    <a:cubicBezTo>
                      <a:pt x="343" y="324"/>
                      <a:pt x="343" y="324"/>
                      <a:pt x="343" y="324"/>
                    </a:cubicBezTo>
                    <a:lnTo>
                      <a:pt x="463" y="283"/>
                    </a:lnTo>
                    <a:close/>
                    <a:moveTo>
                      <a:pt x="491" y="273"/>
                    </a:moveTo>
                    <a:cubicBezTo>
                      <a:pt x="619" y="229"/>
                      <a:pt x="619" y="229"/>
                      <a:pt x="619" y="229"/>
                    </a:cubicBezTo>
                    <a:cubicBezTo>
                      <a:pt x="742" y="281"/>
                      <a:pt x="742" y="281"/>
                      <a:pt x="742" y="281"/>
                    </a:cubicBezTo>
                    <a:cubicBezTo>
                      <a:pt x="615" y="325"/>
                      <a:pt x="615" y="325"/>
                      <a:pt x="615" y="325"/>
                    </a:cubicBezTo>
                    <a:lnTo>
                      <a:pt x="491" y="273"/>
                    </a:lnTo>
                    <a:close/>
                    <a:moveTo>
                      <a:pt x="647" y="220"/>
                    </a:moveTo>
                    <a:cubicBezTo>
                      <a:pt x="773" y="176"/>
                      <a:pt x="773" y="176"/>
                      <a:pt x="773" y="176"/>
                    </a:cubicBezTo>
                    <a:cubicBezTo>
                      <a:pt x="896" y="228"/>
                      <a:pt x="896" y="228"/>
                      <a:pt x="896" y="228"/>
                    </a:cubicBezTo>
                    <a:cubicBezTo>
                      <a:pt x="770" y="272"/>
                      <a:pt x="770" y="272"/>
                      <a:pt x="770" y="272"/>
                    </a:cubicBezTo>
                    <a:lnTo>
                      <a:pt x="647" y="220"/>
                    </a:lnTo>
                    <a:close/>
                    <a:moveTo>
                      <a:pt x="801" y="166"/>
                    </a:moveTo>
                    <a:cubicBezTo>
                      <a:pt x="938" y="119"/>
                      <a:pt x="938" y="119"/>
                      <a:pt x="938" y="119"/>
                    </a:cubicBezTo>
                    <a:cubicBezTo>
                      <a:pt x="1062" y="171"/>
                      <a:pt x="1062" y="171"/>
                      <a:pt x="1062" y="171"/>
                    </a:cubicBezTo>
                    <a:cubicBezTo>
                      <a:pt x="925" y="218"/>
                      <a:pt x="925" y="218"/>
                      <a:pt x="925" y="218"/>
                    </a:cubicBezTo>
                    <a:lnTo>
                      <a:pt x="801" y="166"/>
                    </a:lnTo>
                    <a:close/>
                    <a:moveTo>
                      <a:pt x="774" y="155"/>
                    </a:moveTo>
                    <a:cubicBezTo>
                      <a:pt x="659" y="106"/>
                      <a:pt x="659" y="106"/>
                      <a:pt x="659" y="106"/>
                    </a:cubicBezTo>
                    <a:cubicBezTo>
                      <a:pt x="796" y="59"/>
                      <a:pt x="796" y="59"/>
                      <a:pt x="796" y="59"/>
                    </a:cubicBezTo>
                    <a:cubicBezTo>
                      <a:pt x="911" y="108"/>
                      <a:pt x="911" y="108"/>
                      <a:pt x="911" y="108"/>
                    </a:cubicBezTo>
                    <a:lnTo>
                      <a:pt x="774" y="155"/>
                    </a:lnTo>
                    <a:close/>
                    <a:moveTo>
                      <a:pt x="448" y="158"/>
                    </a:moveTo>
                    <a:cubicBezTo>
                      <a:pt x="321" y="202"/>
                      <a:pt x="321" y="202"/>
                      <a:pt x="321" y="202"/>
                    </a:cubicBezTo>
                    <a:cubicBezTo>
                      <a:pt x="195" y="148"/>
                      <a:pt x="195" y="148"/>
                      <a:pt x="195" y="148"/>
                    </a:cubicBezTo>
                    <a:cubicBezTo>
                      <a:pt x="322" y="105"/>
                      <a:pt x="322" y="105"/>
                      <a:pt x="322" y="105"/>
                    </a:cubicBezTo>
                    <a:lnTo>
                      <a:pt x="448" y="158"/>
                    </a:lnTo>
                    <a:close/>
                    <a:moveTo>
                      <a:pt x="293" y="211"/>
                    </a:moveTo>
                    <a:cubicBezTo>
                      <a:pt x="172" y="253"/>
                      <a:pt x="172" y="253"/>
                      <a:pt x="172" y="253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166" y="158"/>
                      <a:pt x="166" y="158"/>
                      <a:pt x="166" y="158"/>
                    </a:cubicBezTo>
                    <a:lnTo>
                      <a:pt x="293" y="211"/>
                    </a:lnTo>
                    <a:close/>
                    <a:moveTo>
                      <a:pt x="172" y="274"/>
                    </a:moveTo>
                    <a:cubicBezTo>
                      <a:pt x="287" y="323"/>
                      <a:pt x="287" y="323"/>
                      <a:pt x="287" y="323"/>
                    </a:cubicBezTo>
                    <a:cubicBezTo>
                      <a:pt x="162" y="365"/>
                      <a:pt x="162" y="365"/>
                      <a:pt x="162" y="365"/>
                    </a:cubicBezTo>
                    <a:cubicBezTo>
                      <a:pt x="47" y="317"/>
                      <a:pt x="47" y="317"/>
                      <a:pt x="47" y="317"/>
                    </a:cubicBezTo>
                    <a:lnTo>
                      <a:pt x="172" y="274"/>
                    </a:lnTo>
                    <a:close/>
                    <a:moveTo>
                      <a:pt x="314" y="334"/>
                    </a:moveTo>
                    <a:cubicBezTo>
                      <a:pt x="438" y="386"/>
                      <a:pt x="438" y="386"/>
                      <a:pt x="438" y="386"/>
                    </a:cubicBezTo>
                    <a:cubicBezTo>
                      <a:pt x="313" y="429"/>
                      <a:pt x="313" y="429"/>
                      <a:pt x="313" y="429"/>
                    </a:cubicBezTo>
                    <a:cubicBezTo>
                      <a:pt x="190" y="377"/>
                      <a:pt x="190" y="377"/>
                      <a:pt x="190" y="377"/>
                    </a:cubicBezTo>
                    <a:lnTo>
                      <a:pt x="314" y="334"/>
                    </a:lnTo>
                    <a:close/>
                    <a:moveTo>
                      <a:pt x="465" y="398"/>
                    </a:moveTo>
                    <a:cubicBezTo>
                      <a:pt x="582" y="447"/>
                      <a:pt x="582" y="447"/>
                      <a:pt x="582" y="447"/>
                    </a:cubicBezTo>
                    <a:cubicBezTo>
                      <a:pt x="457" y="490"/>
                      <a:pt x="457" y="490"/>
                      <a:pt x="457" y="490"/>
                    </a:cubicBezTo>
                    <a:cubicBezTo>
                      <a:pt x="341" y="441"/>
                      <a:pt x="341" y="441"/>
                      <a:pt x="341" y="441"/>
                    </a:cubicBezTo>
                    <a:lnTo>
                      <a:pt x="465" y="398"/>
                    </a:lnTo>
                    <a:close/>
                    <a:moveTo>
                      <a:pt x="494" y="388"/>
                    </a:moveTo>
                    <a:cubicBezTo>
                      <a:pt x="614" y="347"/>
                      <a:pt x="614" y="347"/>
                      <a:pt x="614" y="347"/>
                    </a:cubicBezTo>
                    <a:cubicBezTo>
                      <a:pt x="730" y="395"/>
                      <a:pt x="730" y="395"/>
                      <a:pt x="730" y="395"/>
                    </a:cubicBezTo>
                    <a:cubicBezTo>
                      <a:pt x="610" y="437"/>
                      <a:pt x="610" y="437"/>
                      <a:pt x="610" y="437"/>
                    </a:cubicBezTo>
                    <a:lnTo>
                      <a:pt x="494" y="388"/>
                    </a:lnTo>
                    <a:close/>
                    <a:moveTo>
                      <a:pt x="642" y="337"/>
                    </a:moveTo>
                    <a:cubicBezTo>
                      <a:pt x="770" y="293"/>
                      <a:pt x="770" y="293"/>
                      <a:pt x="770" y="293"/>
                    </a:cubicBezTo>
                    <a:cubicBezTo>
                      <a:pt x="886" y="342"/>
                      <a:pt x="886" y="342"/>
                      <a:pt x="886" y="342"/>
                    </a:cubicBezTo>
                    <a:cubicBezTo>
                      <a:pt x="759" y="386"/>
                      <a:pt x="759" y="386"/>
                      <a:pt x="759" y="386"/>
                    </a:cubicBezTo>
                    <a:lnTo>
                      <a:pt x="642" y="337"/>
                    </a:lnTo>
                    <a:close/>
                    <a:moveTo>
                      <a:pt x="798" y="283"/>
                    </a:moveTo>
                    <a:cubicBezTo>
                      <a:pt x="924" y="240"/>
                      <a:pt x="924" y="240"/>
                      <a:pt x="924" y="240"/>
                    </a:cubicBezTo>
                    <a:cubicBezTo>
                      <a:pt x="1040" y="289"/>
                      <a:pt x="1040" y="289"/>
                      <a:pt x="1040" y="289"/>
                    </a:cubicBezTo>
                    <a:cubicBezTo>
                      <a:pt x="914" y="332"/>
                      <a:pt x="914" y="332"/>
                      <a:pt x="914" y="332"/>
                    </a:cubicBezTo>
                    <a:lnTo>
                      <a:pt x="798" y="283"/>
                    </a:lnTo>
                    <a:close/>
                    <a:moveTo>
                      <a:pt x="952" y="230"/>
                    </a:moveTo>
                    <a:cubicBezTo>
                      <a:pt x="1089" y="183"/>
                      <a:pt x="1089" y="183"/>
                      <a:pt x="1089" y="183"/>
                    </a:cubicBezTo>
                    <a:cubicBezTo>
                      <a:pt x="1205" y="232"/>
                      <a:pt x="1205" y="232"/>
                      <a:pt x="1205" y="232"/>
                    </a:cubicBezTo>
                    <a:cubicBezTo>
                      <a:pt x="1068" y="279"/>
                      <a:pt x="1068" y="279"/>
                      <a:pt x="1068" y="279"/>
                    </a:cubicBezTo>
                    <a:lnTo>
                      <a:pt x="952" y="230"/>
                    </a:lnTo>
                    <a:close/>
                    <a:moveTo>
                      <a:pt x="1178" y="131"/>
                    </a:moveTo>
                    <a:cubicBezTo>
                      <a:pt x="1090" y="161"/>
                      <a:pt x="1090" y="161"/>
                      <a:pt x="1090" y="161"/>
                    </a:cubicBezTo>
                    <a:cubicBezTo>
                      <a:pt x="967" y="110"/>
                      <a:pt x="967" y="110"/>
                      <a:pt x="967" y="110"/>
                    </a:cubicBezTo>
                    <a:cubicBezTo>
                      <a:pt x="1054" y="79"/>
                      <a:pt x="1054" y="79"/>
                      <a:pt x="1054" y="79"/>
                    </a:cubicBezTo>
                    <a:lnTo>
                      <a:pt x="1178" y="131"/>
                    </a:lnTo>
                    <a:close/>
                    <a:moveTo>
                      <a:pt x="86" y="413"/>
                    </a:moveTo>
                    <a:cubicBezTo>
                      <a:pt x="162" y="387"/>
                      <a:pt x="162" y="387"/>
                      <a:pt x="162" y="387"/>
                    </a:cubicBezTo>
                    <a:cubicBezTo>
                      <a:pt x="285" y="439"/>
                      <a:pt x="285" y="439"/>
                      <a:pt x="285" y="439"/>
                    </a:cubicBezTo>
                    <a:cubicBezTo>
                      <a:pt x="209" y="465"/>
                      <a:pt x="209" y="465"/>
                      <a:pt x="209" y="465"/>
                    </a:cubicBezTo>
                    <a:lnTo>
                      <a:pt x="86" y="413"/>
                    </a:lnTo>
                    <a:close/>
                    <a:moveTo>
                      <a:pt x="918" y="453"/>
                    </a:moveTo>
                    <a:cubicBezTo>
                      <a:pt x="786" y="397"/>
                      <a:pt x="786" y="397"/>
                      <a:pt x="786" y="397"/>
                    </a:cubicBezTo>
                    <a:cubicBezTo>
                      <a:pt x="913" y="354"/>
                      <a:pt x="913" y="354"/>
                      <a:pt x="913" y="354"/>
                    </a:cubicBezTo>
                    <a:cubicBezTo>
                      <a:pt x="1045" y="409"/>
                      <a:pt x="1045" y="409"/>
                      <a:pt x="1045" y="409"/>
                    </a:cubicBezTo>
                    <a:lnTo>
                      <a:pt x="918" y="453"/>
                    </a:lnTo>
                    <a:close/>
                    <a:moveTo>
                      <a:pt x="1073" y="399"/>
                    </a:moveTo>
                    <a:cubicBezTo>
                      <a:pt x="942" y="344"/>
                      <a:pt x="942" y="344"/>
                      <a:pt x="942" y="344"/>
                    </a:cubicBezTo>
                    <a:cubicBezTo>
                      <a:pt x="1068" y="300"/>
                      <a:pt x="1068" y="300"/>
                      <a:pt x="1068" y="300"/>
                    </a:cubicBezTo>
                    <a:cubicBezTo>
                      <a:pt x="1199" y="356"/>
                      <a:pt x="1199" y="356"/>
                      <a:pt x="1199" y="356"/>
                    </a:cubicBezTo>
                    <a:lnTo>
                      <a:pt x="1073" y="399"/>
                    </a:lnTo>
                    <a:close/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3" name="Freeform 8">
                <a:extLst>
                  <a:ext uri="{FF2B5EF4-FFF2-40B4-BE49-F238E27FC236}">
                    <a16:creationId xmlns:a16="http://schemas.microsoft.com/office/drawing/2014/main" id="{FC2ACC54-17C5-455A-A92A-F81695CCFE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8" y="1871"/>
                <a:ext cx="2118" cy="887"/>
              </a:xfrm>
              <a:custGeom>
                <a:avLst/>
                <a:gdLst>
                  <a:gd name="T0" fmla="*/ 4652 w 1253"/>
                  <a:gd name="T1" fmla="*/ 91 h 525"/>
                  <a:gd name="T2" fmla="*/ 4535 w 1253"/>
                  <a:gd name="T3" fmla="*/ 468 h 525"/>
                  <a:gd name="T4" fmla="*/ 4057 w 1253"/>
                  <a:gd name="T5" fmla="*/ 106 h 525"/>
                  <a:gd name="T6" fmla="*/ 3435 w 1253"/>
                  <a:gd name="T7" fmla="*/ 112 h 525"/>
                  <a:gd name="T8" fmla="*/ 2801 w 1253"/>
                  <a:gd name="T9" fmla="*/ 351 h 525"/>
                  <a:gd name="T10" fmla="*/ 2302 w 1253"/>
                  <a:gd name="T11" fmla="*/ 713 h 525"/>
                  <a:gd name="T12" fmla="*/ 2023 w 1253"/>
                  <a:gd name="T13" fmla="*/ 240 h 525"/>
                  <a:gd name="T14" fmla="*/ 1660 w 1253"/>
                  <a:gd name="T15" fmla="*/ 69 h 525"/>
                  <a:gd name="T16" fmla="*/ 852 w 1253"/>
                  <a:gd name="T17" fmla="*/ 100 h 525"/>
                  <a:gd name="T18" fmla="*/ 517 w 1253"/>
                  <a:gd name="T19" fmla="*/ 363 h 525"/>
                  <a:gd name="T20" fmla="*/ 1420 w 1253"/>
                  <a:gd name="T21" fmla="*/ 448 h 525"/>
                  <a:gd name="T22" fmla="*/ 434 w 1253"/>
                  <a:gd name="T23" fmla="*/ 601 h 525"/>
                  <a:gd name="T24" fmla="*/ 223 w 1253"/>
                  <a:gd name="T25" fmla="*/ 1064 h 525"/>
                  <a:gd name="T26" fmla="*/ 314 w 1253"/>
                  <a:gd name="T27" fmla="*/ 1669 h 525"/>
                  <a:gd name="T28" fmla="*/ 468 w 1253"/>
                  <a:gd name="T29" fmla="*/ 2119 h 525"/>
                  <a:gd name="T30" fmla="*/ 909 w 1253"/>
                  <a:gd name="T31" fmla="*/ 2377 h 525"/>
                  <a:gd name="T32" fmla="*/ 1552 w 1253"/>
                  <a:gd name="T33" fmla="*/ 2463 h 525"/>
                  <a:gd name="T34" fmla="*/ 2071 w 1253"/>
                  <a:gd name="T35" fmla="*/ 2406 h 525"/>
                  <a:gd name="T36" fmla="*/ 2343 w 1253"/>
                  <a:gd name="T37" fmla="*/ 2414 h 525"/>
                  <a:gd name="T38" fmla="*/ 3261 w 1253"/>
                  <a:gd name="T39" fmla="*/ 2239 h 525"/>
                  <a:gd name="T40" fmla="*/ 4295 w 1253"/>
                  <a:gd name="T41" fmla="*/ 2230 h 525"/>
                  <a:gd name="T42" fmla="*/ 4429 w 1253"/>
                  <a:gd name="T43" fmla="*/ 2286 h 525"/>
                  <a:gd name="T44" fmla="*/ 4562 w 1253"/>
                  <a:gd name="T45" fmla="*/ 2239 h 525"/>
                  <a:gd name="T46" fmla="*/ 5703 w 1253"/>
                  <a:gd name="T47" fmla="*/ 2141 h 525"/>
                  <a:gd name="T48" fmla="*/ 5931 w 1253"/>
                  <a:gd name="T49" fmla="*/ 1669 h 525"/>
                  <a:gd name="T50" fmla="*/ 5960 w 1253"/>
                  <a:gd name="T51" fmla="*/ 1071 h 525"/>
                  <a:gd name="T52" fmla="*/ 5827 w 1253"/>
                  <a:gd name="T53" fmla="*/ 583 h 525"/>
                  <a:gd name="T54" fmla="*/ 5423 w 1253"/>
                  <a:gd name="T55" fmla="*/ 162 h 525"/>
                  <a:gd name="T56" fmla="*/ 1685 w 1253"/>
                  <a:gd name="T57" fmla="*/ 1027 h 525"/>
                  <a:gd name="T58" fmla="*/ 2434 w 1253"/>
                  <a:gd name="T59" fmla="*/ 767 h 525"/>
                  <a:gd name="T60" fmla="*/ 2989 w 1253"/>
                  <a:gd name="T61" fmla="*/ 1002 h 525"/>
                  <a:gd name="T62" fmla="*/ 1520 w 1253"/>
                  <a:gd name="T63" fmla="*/ 1504 h 525"/>
                  <a:gd name="T64" fmla="*/ 2099 w 1253"/>
                  <a:gd name="T65" fmla="*/ 1308 h 525"/>
                  <a:gd name="T66" fmla="*/ 2252 w 1253"/>
                  <a:gd name="T67" fmla="*/ 1813 h 525"/>
                  <a:gd name="T68" fmla="*/ 2372 w 1253"/>
                  <a:gd name="T69" fmla="*/ 1316 h 525"/>
                  <a:gd name="T70" fmla="*/ 2972 w 1253"/>
                  <a:gd name="T71" fmla="*/ 1568 h 525"/>
                  <a:gd name="T72" fmla="*/ 3734 w 1253"/>
                  <a:gd name="T73" fmla="*/ 848 h 525"/>
                  <a:gd name="T74" fmla="*/ 3125 w 1253"/>
                  <a:gd name="T75" fmla="*/ 1056 h 525"/>
                  <a:gd name="T76" fmla="*/ 5129 w 1253"/>
                  <a:gd name="T77" fmla="*/ 824 h 525"/>
                  <a:gd name="T78" fmla="*/ 3737 w 1253"/>
                  <a:gd name="T79" fmla="*/ 742 h 525"/>
                  <a:gd name="T80" fmla="*/ 4400 w 1253"/>
                  <a:gd name="T81" fmla="*/ 517 h 525"/>
                  <a:gd name="T82" fmla="*/ 1552 w 1253"/>
                  <a:gd name="T83" fmla="*/ 970 h 525"/>
                  <a:gd name="T84" fmla="*/ 2164 w 1253"/>
                  <a:gd name="T85" fmla="*/ 757 h 525"/>
                  <a:gd name="T86" fmla="*/ 223 w 1253"/>
                  <a:gd name="T87" fmla="*/ 960 h 525"/>
                  <a:gd name="T88" fmla="*/ 832 w 1253"/>
                  <a:gd name="T89" fmla="*/ 1321 h 525"/>
                  <a:gd name="T90" fmla="*/ 227 w 1253"/>
                  <a:gd name="T91" fmla="*/ 1531 h 525"/>
                  <a:gd name="T92" fmla="*/ 2115 w 1253"/>
                  <a:gd name="T93" fmla="*/ 1862 h 525"/>
                  <a:gd name="T94" fmla="*/ 1518 w 1253"/>
                  <a:gd name="T95" fmla="*/ 1610 h 525"/>
                  <a:gd name="T96" fmla="*/ 2206 w 1253"/>
                  <a:gd name="T97" fmla="*/ 2359 h 525"/>
                  <a:gd name="T98" fmla="*/ 2385 w 1253"/>
                  <a:gd name="T99" fmla="*/ 1872 h 525"/>
                  <a:gd name="T100" fmla="*/ 2946 w 1253"/>
                  <a:gd name="T101" fmla="*/ 2107 h 525"/>
                  <a:gd name="T102" fmla="*/ 3720 w 1253"/>
                  <a:gd name="T103" fmla="*/ 1412 h 525"/>
                  <a:gd name="T104" fmla="*/ 3100 w 1253"/>
                  <a:gd name="T105" fmla="*/ 1622 h 525"/>
                  <a:gd name="T106" fmla="*/ 5024 w 1253"/>
                  <a:gd name="T107" fmla="*/ 1390 h 525"/>
                  <a:gd name="T108" fmla="*/ 4598 w 1253"/>
                  <a:gd name="T109" fmla="*/ 1110 h 525"/>
                  <a:gd name="T110" fmla="*/ 5157 w 1253"/>
                  <a:gd name="T111" fmla="*/ 1345 h 525"/>
                  <a:gd name="T112" fmla="*/ 5264 w 1253"/>
                  <a:gd name="T113" fmla="*/ 777 h 525"/>
                  <a:gd name="T114" fmla="*/ 5688 w 1253"/>
                  <a:gd name="T115" fmla="*/ 630 h 525"/>
                  <a:gd name="T116" fmla="*/ 1378 w 1253"/>
                  <a:gd name="T117" fmla="*/ 2112 h 525"/>
                  <a:gd name="T118" fmla="*/ 4434 w 1253"/>
                  <a:gd name="T119" fmla="*/ 2181 h 525"/>
                  <a:gd name="T120" fmla="*/ 5046 w 1253"/>
                  <a:gd name="T121" fmla="*/ 1967 h 525"/>
                  <a:gd name="T122" fmla="*/ 4549 w 1253"/>
                  <a:gd name="T123" fmla="*/ 1656 h 525"/>
                  <a:gd name="T124" fmla="*/ 5183 w 1253"/>
                  <a:gd name="T125" fmla="*/ 1924 h 52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53" h="525">
                    <a:moveTo>
                      <a:pt x="1123" y="34"/>
                    </a:moveTo>
                    <a:cubicBezTo>
                      <a:pt x="1055" y="57"/>
                      <a:pt x="1055" y="57"/>
                      <a:pt x="1055" y="57"/>
                    </a:cubicBezTo>
                    <a:cubicBezTo>
                      <a:pt x="963" y="19"/>
                      <a:pt x="963" y="19"/>
                      <a:pt x="963" y="19"/>
                    </a:cubicBezTo>
                    <a:cubicBezTo>
                      <a:pt x="942" y="10"/>
                      <a:pt x="940" y="31"/>
                      <a:pt x="940" y="31"/>
                    </a:cubicBezTo>
                    <a:cubicBezTo>
                      <a:pt x="1027" y="67"/>
                      <a:pt x="1027" y="67"/>
                      <a:pt x="1027" y="67"/>
                    </a:cubicBezTo>
                    <a:cubicBezTo>
                      <a:pt x="939" y="97"/>
                      <a:pt x="939" y="97"/>
                      <a:pt x="939" y="97"/>
                    </a:cubicBezTo>
                    <a:cubicBezTo>
                      <a:pt x="824" y="49"/>
                      <a:pt x="824" y="49"/>
                      <a:pt x="824" y="49"/>
                    </a:cubicBezTo>
                    <a:cubicBezTo>
                      <a:pt x="853" y="39"/>
                      <a:pt x="853" y="39"/>
                      <a:pt x="853" y="39"/>
                    </a:cubicBezTo>
                    <a:cubicBezTo>
                      <a:pt x="878" y="23"/>
                      <a:pt x="840" y="22"/>
                      <a:pt x="840" y="22"/>
                    </a:cubicBezTo>
                    <a:cubicBezTo>
                      <a:pt x="796" y="37"/>
                      <a:pt x="796" y="37"/>
                      <a:pt x="796" y="37"/>
                    </a:cubicBezTo>
                    <a:cubicBezTo>
                      <a:pt x="747" y="17"/>
                      <a:pt x="747" y="17"/>
                      <a:pt x="747" y="17"/>
                    </a:cubicBezTo>
                    <a:cubicBezTo>
                      <a:pt x="708" y="0"/>
                      <a:pt x="711" y="23"/>
                      <a:pt x="711" y="23"/>
                    </a:cubicBezTo>
                    <a:cubicBezTo>
                      <a:pt x="768" y="47"/>
                      <a:pt x="768" y="47"/>
                      <a:pt x="768" y="47"/>
                    </a:cubicBezTo>
                    <a:cubicBezTo>
                      <a:pt x="631" y="94"/>
                      <a:pt x="631" y="94"/>
                      <a:pt x="631" y="94"/>
                    </a:cubicBezTo>
                    <a:cubicBezTo>
                      <a:pt x="580" y="73"/>
                      <a:pt x="580" y="73"/>
                      <a:pt x="580" y="73"/>
                    </a:cubicBezTo>
                    <a:cubicBezTo>
                      <a:pt x="548" y="59"/>
                      <a:pt x="542" y="79"/>
                      <a:pt x="542" y="79"/>
                    </a:cubicBezTo>
                    <a:cubicBezTo>
                      <a:pt x="603" y="104"/>
                      <a:pt x="603" y="104"/>
                      <a:pt x="603" y="104"/>
                    </a:cubicBezTo>
                    <a:cubicBezTo>
                      <a:pt x="477" y="148"/>
                      <a:pt x="477" y="148"/>
                      <a:pt x="477" y="148"/>
                    </a:cubicBezTo>
                    <a:cubicBezTo>
                      <a:pt x="350" y="94"/>
                      <a:pt x="350" y="94"/>
                      <a:pt x="350" y="94"/>
                    </a:cubicBezTo>
                    <a:cubicBezTo>
                      <a:pt x="450" y="60"/>
                      <a:pt x="450" y="60"/>
                      <a:pt x="450" y="60"/>
                    </a:cubicBezTo>
                    <a:cubicBezTo>
                      <a:pt x="478" y="46"/>
                      <a:pt x="419" y="50"/>
                      <a:pt x="419" y="50"/>
                    </a:cubicBezTo>
                    <a:cubicBezTo>
                      <a:pt x="323" y="83"/>
                      <a:pt x="323" y="83"/>
                      <a:pt x="323" y="83"/>
                    </a:cubicBezTo>
                    <a:cubicBezTo>
                      <a:pt x="243" y="49"/>
                      <a:pt x="243" y="49"/>
                      <a:pt x="243" y="49"/>
                    </a:cubicBezTo>
                    <a:cubicBezTo>
                      <a:pt x="344" y="14"/>
                      <a:pt x="344" y="14"/>
                      <a:pt x="344" y="14"/>
                    </a:cubicBezTo>
                    <a:cubicBezTo>
                      <a:pt x="364" y="4"/>
                      <a:pt x="317" y="2"/>
                      <a:pt x="317" y="2"/>
                    </a:cubicBezTo>
                    <a:cubicBezTo>
                      <a:pt x="215" y="37"/>
                      <a:pt x="215" y="37"/>
                      <a:pt x="215" y="37"/>
                    </a:cubicBezTo>
                    <a:cubicBezTo>
                      <a:pt x="176" y="21"/>
                      <a:pt x="176" y="21"/>
                      <a:pt x="176" y="21"/>
                    </a:cubicBezTo>
                    <a:cubicBezTo>
                      <a:pt x="152" y="16"/>
                      <a:pt x="157" y="35"/>
                      <a:pt x="157" y="35"/>
                    </a:cubicBezTo>
                    <a:cubicBezTo>
                      <a:pt x="187" y="47"/>
                      <a:pt x="187" y="47"/>
                      <a:pt x="187" y="47"/>
                    </a:cubicBezTo>
                    <a:cubicBezTo>
                      <a:pt x="107" y="75"/>
                      <a:pt x="107" y="75"/>
                      <a:pt x="107" y="75"/>
                    </a:cubicBezTo>
                    <a:cubicBezTo>
                      <a:pt x="82" y="83"/>
                      <a:pt x="98" y="99"/>
                      <a:pt x="98" y="9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167" y="136"/>
                      <a:pt x="167" y="136"/>
                      <a:pt x="167" y="136"/>
                    </a:cubicBezTo>
                    <a:cubicBezTo>
                      <a:pt x="98" y="107"/>
                      <a:pt x="98" y="107"/>
                      <a:pt x="98" y="107"/>
                    </a:cubicBezTo>
                    <a:cubicBezTo>
                      <a:pt x="68" y="107"/>
                      <a:pt x="90" y="125"/>
                      <a:pt x="90" y="125"/>
                    </a:cubicBezTo>
                    <a:cubicBezTo>
                      <a:pt x="139" y="146"/>
                      <a:pt x="139" y="146"/>
                      <a:pt x="139" y="146"/>
                    </a:cubicBezTo>
                    <a:cubicBezTo>
                      <a:pt x="44" y="179"/>
                      <a:pt x="44" y="179"/>
                      <a:pt x="44" y="179"/>
                    </a:cubicBezTo>
                    <a:cubicBezTo>
                      <a:pt x="2" y="200"/>
                      <a:pt x="46" y="221"/>
                      <a:pt x="46" y="221"/>
                    </a:cubicBezTo>
                    <a:cubicBezTo>
                      <a:pt x="144" y="262"/>
                      <a:pt x="144" y="262"/>
                      <a:pt x="144" y="262"/>
                    </a:cubicBezTo>
                    <a:cubicBezTo>
                      <a:pt x="44" y="297"/>
                      <a:pt x="44" y="297"/>
                      <a:pt x="44" y="297"/>
                    </a:cubicBezTo>
                    <a:cubicBezTo>
                      <a:pt x="0" y="321"/>
                      <a:pt x="65" y="346"/>
                      <a:pt x="65" y="34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77" y="394"/>
                      <a:pt x="77" y="394"/>
                      <a:pt x="77" y="394"/>
                    </a:cubicBezTo>
                    <a:cubicBezTo>
                      <a:pt x="42" y="408"/>
                      <a:pt x="97" y="439"/>
                      <a:pt x="97" y="439"/>
                    </a:cubicBezTo>
                    <a:cubicBezTo>
                      <a:pt x="181" y="474"/>
                      <a:pt x="181" y="474"/>
                      <a:pt x="181" y="474"/>
                    </a:cubicBezTo>
                    <a:cubicBezTo>
                      <a:pt x="159" y="482"/>
                      <a:pt x="159" y="482"/>
                      <a:pt x="159" y="482"/>
                    </a:cubicBezTo>
                    <a:cubicBezTo>
                      <a:pt x="156" y="489"/>
                      <a:pt x="188" y="493"/>
                      <a:pt x="188" y="493"/>
                    </a:cubicBezTo>
                    <a:cubicBezTo>
                      <a:pt x="208" y="486"/>
                      <a:pt x="208" y="486"/>
                      <a:pt x="208" y="486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301" y="520"/>
                      <a:pt x="321" y="511"/>
                      <a:pt x="321" y="511"/>
                    </a:cubicBezTo>
                    <a:cubicBezTo>
                      <a:pt x="237" y="476"/>
                      <a:pt x="237" y="476"/>
                      <a:pt x="237" y="476"/>
                    </a:cubicBezTo>
                    <a:cubicBezTo>
                      <a:pt x="313" y="450"/>
                      <a:pt x="313" y="450"/>
                      <a:pt x="313" y="450"/>
                    </a:cubicBezTo>
                    <a:cubicBezTo>
                      <a:pt x="429" y="499"/>
                      <a:pt x="429" y="499"/>
                      <a:pt x="429" y="499"/>
                    </a:cubicBezTo>
                    <a:cubicBezTo>
                      <a:pt x="393" y="511"/>
                      <a:pt x="393" y="511"/>
                      <a:pt x="393" y="511"/>
                    </a:cubicBezTo>
                    <a:cubicBezTo>
                      <a:pt x="467" y="525"/>
                      <a:pt x="508" y="510"/>
                      <a:pt x="508" y="510"/>
                    </a:cubicBezTo>
                    <a:cubicBezTo>
                      <a:pt x="485" y="501"/>
                      <a:pt x="485" y="501"/>
                      <a:pt x="485" y="501"/>
                    </a:cubicBezTo>
                    <a:cubicBezTo>
                      <a:pt x="609" y="458"/>
                      <a:pt x="609" y="458"/>
                      <a:pt x="609" y="458"/>
                    </a:cubicBezTo>
                    <a:cubicBezTo>
                      <a:pt x="641" y="471"/>
                      <a:pt x="641" y="471"/>
                      <a:pt x="641" y="471"/>
                    </a:cubicBezTo>
                    <a:cubicBezTo>
                      <a:pt x="683" y="478"/>
                      <a:pt x="675" y="464"/>
                      <a:pt x="675" y="464"/>
                    </a:cubicBezTo>
                    <a:cubicBezTo>
                      <a:pt x="637" y="448"/>
                      <a:pt x="637" y="448"/>
                      <a:pt x="637" y="448"/>
                    </a:cubicBezTo>
                    <a:cubicBezTo>
                      <a:pt x="758" y="407"/>
                      <a:pt x="758" y="407"/>
                      <a:pt x="758" y="407"/>
                    </a:cubicBezTo>
                    <a:cubicBezTo>
                      <a:pt x="889" y="462"/>
                      <a:pt x="889" y="462"/>
                      <a:pt x="889" y="462"/>
                    </a:cubicBezTo>
                    <a:cubicBezTo>
                      <a:pt x="861" y="472"/>
                      <a:pt x="861" y="472"/>
                      <a:pt x="861" y="472"/>
                    </a:cubicBezTo>
                    <a:cubicBezTo>
                      <a:pt x="851" y="488"/>
                      <a:pt x="885" y="485"/>
                      <a:pt x="885" y="485"/>
                    </a:cubicBezTo>
                    <a:cubicBezTo>
                      <a:pt x="917" y="474"/>
                      <a:pt x="917" y="474"/>
                      <a:pt x="917" y="474"/>
                    </a:cubicBezTo>
                    <a:cubicBezTo>
                      <a:pt x="1023" y="518"/>
                      <a:pt x="1023" y="518"/>
                      <a:pt x="1023" y="518"/>
                    </a:cubicBezTo>
                    <a:cubicBezTo>
                      <a:pt x="1051" y="520"/>
                      <a:pt x="1044" y="505"/>
                      <a:pt x="1044" y="505"/>
                    </a:cubicBezTo>
                    <a:cubicBezTo>
                      <a:pt x="945" y="464"/>
                      <a:pt x="945" y="464"/>
                      <a:pt x="945" y="464"/>
                    </a:cubicBezTo>
                    <a:cubicBezTo>
                      <a:pt x="1073" y="420"/>
                      <a:pt x="1073" y="420"/>
                      <a:pt x="1073" y="420"/>
                    </a:cubicBezTo>
                    <a:cubicBezTo>
                      <a:pt x="1159" y="457"/>
                      <a:pt x="1159" y="457"/>
                      <a:pt x="1159" y="457"/>
                    </a:cubicBezTo>
                    <a:cubicBezTo>
                      <a:pt x="1182" y="460"/>
                      <a:pt x="1181" y="444"/>
                      <a:pt x="1181" y="444"/>
                    </a:cubicBezTo>
                    <a:cubicBezTo>
                      <a:pt x="1101" y="410"/>
                      <a:pt x="1101" y="410"/>
                      <a:pt x="1101" y="410"/>
                    </a:cubicBezTo>
                    <a:cubicBezTo>
                      <a:pt x="1227" y="367"/>
                      <a:pt x="1227" y="367"/>
                      <a:pt x="1227" y="367"/>
                    </a:cubicBezTo>
                    <a:cubicBezTo>
                      <a:pt x="1243" y="355"/>
                      <a:pt x="1228" y="346"/>
                      <a:pt x="1228" y="346"/>
                    </a:cubicBezTo>
                    <a:cubicBezTo>
                      <a:pt x="1096" y="290"/>
                      <a:pt x="1096" y="290"/>
                      <a:pt x="1096" y="290"/>
                    </a:cubicBezTo>
                    <a:cubicBezTo>
                      <a:pt x="1225" y="246"/>
                      <a:pt x="1225" y="246"/>
                      <a:pt x="1225" y="246"/>
                    </a:cubicBezTo>
                    <a:cubicBezTo>
                      <a:pt x="1253" y="233"/>
                      <a:pt x="1234" y="222"/>
                      <a:pt x="1234" y="222"/>
                    </a:cubicBezTo>
                    <a:cubicBezTo>
                      <a:pt x="1118" y="173"/>
                      <a:pt x="1118" y="173"/>
                      <a:pt x="1118" y="173"/>
                    </a:cubicBezTo>
                    <a:cubicBezTo>
                      <a:pt x="1205" y="142"/>
                      <a:pt x="1205" y="142"/>
                      <a:pt x="1205" y="142"/>
                    </a:cubicBezTo>
                    <a:cubicBezTo>
                      <a:pt x="1222" y="130"/>
                      <a:pt x="1206" y="121"/>
                      <a:pt x="1206" y="121"/>
                    </a:cubicBezTo>
                    <a:cubicBezTo>
                      <a:pt x="1083" y="69"/>
                      <a:pt x="1083" y="69"/>
                      <a:pt x="1083" y="69"/>
                    </a:cubicBezTo>
                    <a:cubicBezTo>
                      <a:pt x="1143" y="48"/>
                      <a:pt x="1143" y="48"/>
                      <a:pt x="1143" y="48"/>
                    </a:cubicBezTo>
                    <a:cubicBezTo>
                      <a:pt x="1160" y="35"/>
                      <a:pt x="1123" y="34"/>
                      <a:pt x="1123" y="34"/>
                    </a:cubicBezTo>
                    <a:close/>
                    <a:moveTo>
                      <a:pt x="591" y="217"/>
                    </a:moveTo>
                    <a:cubicBezTo>
                      <a:pt x="464" y="261"/>
                      <a:pt x="464" y="261"/>
                      <a:pt x="464" y="261"/>
                    </a:cubicBezTo>
                    <a:cubicBezTo>
                      <a:pt x="349" y="213"/>
                      <a:pt x="349" y="213"/>
                      <a:pt x="349" y="213"/>
                    </a:cubicBezTo>
                    <a:cubicBezTo>
                      <a:pt x="476" y="169"/>
                      <a:pt x="476" y="169"/>
                      <a:pt x="476" y="169"/>
                    </a:cubicBezTo>
                    <a:lnTo>
                      <a:pt x="591" y="217"/>
                    </a:lnTo>
                    <a:close/>
                    <a:moveTo>
                      <a:pt x="504" y="159"/>
                    </a:moveTo>
                    <a:cubicBezTo>
                      <a:pt x="630" y="116"/>
                      <a:pt x="630" y="116"/>
                      <a:pt x="630" y="116"/>
                    </a:cubicBezTo>
                    <a:cubicBezTo>
                      <a:pt x="745" y="164"/>
                      <a:pt x="745" y="164"/>
                      <a:pt x="745" y="164"/>
                    </a:cubicBezTo>
                    <a:cubicBezTo>
                      <a:pt x="619" y="208"/>
                      <a:pt x="619" y="208"/>
                      <a:pt x="619" y="208"/>
                    </a:cubicBezTo>
                    <a:lnTo>
                      <a:pt x="504" y="159"/>
                    </a:lnTo>
                    <a:close/>
                    <a:moveTo>
                      <a:pt x="435" y="271"/>
                    </a:moveTo>
                    <a:cubicBezTo>
                      <a:pt x="315" y="312"/>
                      <a:pt x="315" y="312"/>
                      <a:pt x="315" y="312"/>
                    </a:cubicBezTo>
                    <a:cubicBezTo>
                      <a:pt x="200" y="264"/>
                      <a:pt x="200" y="264"/>
                      <a:pt x="200" y="264"/>
                    </a:cubicBezTo>
                    <a:cubicBezTo>
                      <a:pt x="320" y="223"/>
                      <a:pt x="320" y="223"/>
                      <a:pt x="320" y="223"/>
                    </a:cubicBezTo>
                    <a:lnTo>
                      <a:pt x="435" y="271"/>
                    </a:lnTo>
                    <a:close/>
                    <a:moveTo>
                      <a:pt x="463" y="283"/>
                    </a:moveTo>
                    <a:cubicBezTo>
                      <a:pt x="586" y="334"/>
                      <a:pt x="586" y="334"/>
                      <a:pt x="586" y="334"/>
                    </a:cubicBezTo>
                    <a:cubicBezTo>
                      <a:pt x="466" y="376"/>
                      <a:pt x="466" y="376"/>
                      <a:pt x="466" y="376"/>
                    </a:cubicBezTo>
                    <a:cubicBezTo>
                      <a:pt x="343" y="324"/>
                      <a:pt x="343" y="324"/>
                      <a:pt x="343" y="324"/>
                    </a:cubicBezTo>
                    <a:lnTo>
                      <a:pt x="463" y="283"/>
                    </a:lnTo>
                    <a:close/>
                    <a:moveTo>
                      <a:pt x="491" y="273"/>
                    </a:moveTo>
                    <a:cubicBezTo>
                      <a:pt x="619" y="229"/>
                      <a:pt x="619" y="229"/>
                      <a:pt x="619" y="229"/>
                    </a:cubicBezTo>
                    <a:cubicBezTo>
                      <a:pt x="742" y="281"/>
                      <a:pt x="742" y="281"/>
                      <a:pt x="742" y="281"/>
                    </a:cubicBezTo>
                    <a:cubicBezTo>
                      <a:pt x="615" y="325"/>
                      <a:pt x="615" y="325"/>
                      <a:pt x="615" y="325"/>
                    </a:cubicBezTo>
                    <a:lnTo>
                      <a:pt x="491" y="273"/>
                    </a:lnTo>
                    <a:close/>
                    <a:moveTo>
                      <a:pt x="647" y="219"/>
                    </a:moveTo>
                    <a:cubicBezTo>
                      <a:pt x="773" y="176"/>
                      <a:pt x="773" y="176"/>
                      <a:pt x="773" y="176"/>
                    </a:cubicBezTo>
                    <a:cubicBezTo>
                      <a:pt x="896" y="228"/>
                      <a:pt x="896" y="228"/>
                      <a:pt x="896" y="228"/>
                    </a:cubicBezTo>
                    <a:cubicBezTo>
                      <a:pt x="770" y="271"/>
                      <a:pt x="770" y="271"/>
                      <a:pt x="770" y="271"/>
                    </a:cubicBezTo>
                    <a:lnTo>
                      <a:pt x="647" y="219"/>
                    </a:lnTo>
                    <a:close/>
                    <a:moveTo>
                      <a:pt x="801" y="166"/>
                    </a:moveTo>
                    <a:cubicBezTo>
                      <a:pt x="938" y="119"/>
                      <a:pt x="938" y="119"/>
                      <a:pt x="938" y="119"/>
                    </a:cubicBezTo>
                    <a:cubicBezTo>
                      <a:pt x="1062" y="171"/>
                      <a:pt x="1062" y="171"/>
                      <a:pt x="1062" y="171"/>
                    </a:cubicBezTo>
                    <a:cubicBezTo>
                      <a:pt x="925" y="218"/>
                      <a:pt x="925" y="218"/>
                      <a:pt x="925" y="218"/>
                    </a:cubicBezTo>
                    <a:lnTo>
                      <a:pt x="801" y="166"/>
                    </a:lnTo>
                    <a:close/>
                    <a:moveTo>
                      <a:pt x="774" y="154"/>
                    </a:moveTo>
                    <a:cubicBezTo>
                      <a:pt x="659" y="106"/>
                      <a:pt x="659" y="106"/>
                      <a:pt x="659" y="106"/>
                    </a:cubicBezTo>
                    <a:cubicBezTo>
                      <a:pt x="796" y="59"/>
                      <a:pt x="796" y="59"/>
                      <a:pt x="796" y="59"/>
                    </a:cubicBezTo>
                    <a:cubicBezTo>
                      <a:pt x="911" y="107"/>
                      <a:pt x="911" y="107"/>
                      <a:pt x="911" y="107"/>
                    </a:cubicBezTo>
                    <a:lnTo>
                      <a:pt x="774" y="154"/>
                    </a:lnTo>
                    <a:close/>
                    <a:moveTo>
                      <a:pt x="448" y="157"/>
                    </a:moveTo>
                    <a:cubicBezTo>
                      <a:pt x="321" y="201"/>
                      <a:pt x="321" y="201"/>
                      <a:pt x="321" y="201"/>
                    </a:cubicBezTo>
                    <a:cubicBezTo>
                      <a:pt x="195" y="148"/>
                      <a:pt x="195" y="148"/>
                      <a:pt x="195" y="148"/>
                    </a:cubicBezTo>
                    <a:cubicBezTo>
                      <a:pt x="322" y="104"/>
                      <a:pt x="322" y="104"/>
                      <a:pt x="322" y="104"/>
                    </a:cubicBezTo>
                    <a:lnTo>
                      <a:pt x="448" y="157"/>
                    </a:lnTo>
                    <a:close/>
                    <a:moveTo>
                      <a:pt x="293" y="211"/>
                    </a:moveTo>
                    <a:cubicBezTo>
                      <a:pt x="172" y="252"/>
                      <a:pt x="172" y="252"/>
                      <a:pt x="172" y="252"/>
                    </a:cubicBezTo>
                    <a:cubicBezTo>
                      <a:pt x="46" y="199"/>
                      <a:pt x="46" y="199"/>
                      <a:pt x="46" y="199"/>
                    </a:cubicBezTo>
                    <a:cubicBezTo>
                      <a:pt x="166" y="158"/>
                      <a:pt x="166" y="158"/>
                      <a:pt x="166" y="158"/>
                    </a:cubicBezTo>
                    <a:lnTo>
                      <a:pt x="293" y="211"/>
                    </a:lnTo>
                    <a:close/>
                    <a:moveTo>
                      <a:pt x="172" y="274"/>
                    </a:moveTo>
                    <a:cubicBezTo>
                      <a:pt x="287" y="322"/>
                      <a:pt x="287" y="322"/>
                      <a:pt x="287" y="322"/>
                    </a:cubicBezTo>
                    <a:cubicBezTo>
                      <a:pt x="162" y="365"/>
                      <a:pt x="162" y="365"/>
                      <a:pt x="162" y="365"/>
                    </a:cubicBezTo>
                    <a:cubicBezTo>
                      <a:pt x="47" y="317"/>
                      <a:pt x="47" y="317"/>
                      <a:pt x="47" y="317"/>
                    </a:cubicBezTo>
                    <a:lnTo>
                      <a:pt x="172" y="274"/>
                    </a:lnTo>
                    <a:close/>
                    <a:moveTo>
                      <a:pt x="314" y="334"/>
                    </a:moveTo>
                    <a:cubicBezTo>
                      <a:pt x="438" y="386"/>
                      <a:pt x="438" y="386"/>
                      <a:pt x="438" y="386"/>
                    </a:cubicBezTo>
                    <a:cubicBezTo>
                      <a:pt x="313" y="429"/>
                      <a:pt x="313" y="429"/>
                      <a:pt x="313" y="429"/>
                    </a:cubicBezTo>
                    <a:cubicBezTo>
                      <a:pt x="190" y="377"/>
                      <a:pt x="190" y="377"/>
                      <a:pt x="190" y="377"/>
                    </a:cubicBezTo>
                    <a:lnTo>
                      <a:pt x="314" y="334"/>
                    </a:lnTo>
                    <a:close/>
                    <a:moveTo>
                      <a:pt x="465" y="397"/>
                    </a:moveTo>
                    <a:cubicBezTo>
                      <a:pt x="582" y="446"/>
                      <a:pt x="582" y="446"/>
                      <a:pt x="582" y="446"/>
                    </a:cubicBezTo>
                    <a:cubicBezTo>
                      <a:pt x="457" y="489"/>
                      <a:pt x="457" y="489"/>
                      <a:pt x="457" y="489"/>
                    </a:cubicBezTo>
                    <a:cubicBezTo>
                      <a:pt x="341" y="440"/>
                      <a:pt x="341" y="440"/>
                      <a:pt x="341" y="440"/>
                    </a:cubicBezTo>
                    <a:lnTo>
                      <a:pt x="465" y="397"/>
                    </a:lnTo>
                    <a:close/>
                    <a:moveTo>
                      <a:pt x="494" y="388"/>
                    </a:moveTo>
                    <a:cubicBezTo>
                      <a:pt x="614" y="346"/>
                      <a:pt x="614" y="346"/>
                      <a:pt x="614" y="346"/>
                    </a:cubicBezTo>
                    <a:cubicBezTo>
                      <a:pt x="730" y="395"/>
                      <a:pt x="730" y="395"/>
                      <a:pt x="730" y="395"/>
                    </a:cubicBezTo>
                    <a:cubicBezTo>
                      <a:pt x="610" y="437"/>
                      <a:pt x="610" y="437"/>
                      <a:pt x="610" y="437"/>
                    </a:cubicBezTo>
                    <a:lnTo>
                      <a:pt x="494" y="388"/>
                    </a:lnTo>
                    <a:close/>
                    <a:moveTo>
                      <a:pt x="642" y="336"/>
                    </a:moveTo>
                    <a:cubicBezTo>
                      <a:pt x="770" y="293"/>
                      <a:pt x="770" y="293"/>
                      <a:pt x="770" y="293"/>
                    </a:cubicBezTo>
                    <a:cubicBezTo>
                      <a:pt x="886" y="341"/>
                      <a:pt x="886" y="341"/>
                      <a:pt x="886" y="341"/>
                    </a:cubicBezTo>
                    <a:cubicBezTo>
                      <a:pt x="759" y="385"/>
                      <a:pt x="759" y="385"/>
                      <a:pt x="759" y="385"/>
                    </a:cubicBezTo>
                    <a:lnTo>
                      <a:pt x="642" y="336"/>
                    </a:lnTo>
                    <a:close/>
                    <a:moveTo>
                      <a:pt x="798" y="283"/>
                    </a:moveTo>
                    <a:cubicBezTo>
                      <a:pt x="924" y="239"/>
                      <a:pt x="924" y="239"/>
                      <a:pt x="924" y="239"/>
                    </a:cubicBezTo>
                    <a:cubicBezTo>
                      <a:pt x="1040" y="288"/>
                      <a:pt x="1040" y="288"/>
                      <a:pt x="1040" y="288"/>
                    </a:cubicBezTo>
                    <a:cubicBezTo>
                      <a:pt x="914" y="332"/>
                      <a:pt x="914" y="332"/>
                      <a:pt x="914" y="332"/>
                    </a:cubicBezTo>
                    <a:lnTo>
                      <a:pt x="798" y="283"/>
                    </a:lnTo>
                    <a:close/>
                    <a:moveTo>
                      <a:pt x="952" y="230"/>
                    </a:moveTo>
                    <a:cubicBezTo>
                      <a:pt x="1089" y="182"/>
                      <a:pt x="1089" y="182"/>
                      <a:pt x="1089" y="182"/>
                    </a:cubicBezTo>
                    <a:cubicBezTo>
                      <a:pt x="1205" y="231"/>
                      <a:pt x="1205" y="231"/>
                      <a:pt x="1205" y="231"/>
                    </a:cubicBezTo>
                    <a:cubicBezTo>
                      <a:pt x="1068" y="279"/>
                      <a:pt x="1068" y="279"/>
                      <a:pt x="1068" y="279"/>
                    </a:cubicBezTo>
                    <a:lnTo>
                      <a:pt x="952" y="230"/>
                    </a:lnTo>
                    <a:close/>
                    <a:moveTo>
                      <a:pt x="1178" y="131"/>
                    </a:moveTo>
                    <a:cubicBezTo>
                      <a:pt x="1090" y="161"/>
                      <a:pt x="1090" y="161"/>
                      <a:pt x="1090" y="161"/>
                    </a:cubicBezTo>
                    <a:cubicBezTo>
                      <a:pt x="967" y="109"/>
                      <a:pt x="967" y="109"/>
                      <a:pt x="967" y="109"/>
                    </a:cubicBezTo>
                    <a:cubicBezTo>
                      <a:pt x="1054" y="79"/>
                      <a:pt x="1054" y="79"/>
                      <a:pt x="1054" y="79"/>
                    </a:cubicBezTo>
                    <a:lnTo>
                      <a:pt x="1178" y="131"/>
                    </a:lnTo>
                    <a:close/>
                    <a:moveTo>
                      <a:pt x="86" y="413"/>
                    </a:moveTo>
                    <a:cubicBezTo>
                      <a:pt x="162" y="386"/>
                      <a:pt x="162" y="386"/>
                      <a:pt x="162" y="386"/>
                    </a:cubicBezTo>
                    <a:cubicBezTo>
                      <a:pt x="285" y="438"/>
                      <a:pt x="285" y="438"/>
                      <a:pt x="285" y="438"/>
                    </a:cubicBezTo>
                    <a:cubicBezTo>
                      <a:pt x="209" y="464"/>
                      <a:pt x="209" y="464"/>
                      <a:pt x="209" y="464"/>
                    </a:cubicBezTo>
                    <a:lnTo>
                      <a:pt x="86" y="413"/>
                    </a:lnTo>
                    <a:close/>
                    <a:moveTo>
                      <a:pt x="918" y="452"/>
                    </a:moveTo>
                    <a:cubicBezTo>
                      <a:pt x="786" y="397"/>
                      <a:pt x="786" y="397"/>
                      <a:pt x="786" y="397"/>
                    </a:cubicBezTo>
                    <a:cubicBezTo>
                      <a:pt x="913" y="353"/>
                      <a:pt x="913" y="353"/>
                      <a:pt x="913" y="353"/>
                    </a:cubicBezTo>
                    <a:cubicBezTo>
                      <a:pt x="1045" y="408"/>
                      <a:pt x="1045" y="408"/>
                      <a:pt x="1045" y="408"/>
                    </a:cubicBezTo>
                    <a:lnTo>
                      <a:pt x="918" y="452"/>
                    </a:lnTo>
                    <a:close/>
                    <a:moveTo>
                      <a:pt x="1073" y="399"/>
                    </a:moveTo>
                    <a:cubicBezTo>
                      <a:pt x="942" y="343"/>
                      <a:pt x="942" y="343"/>
                      <a:pt x="942" y="343"/>
                    </a:cubicBezTo>
                    <a:cubicBezTo>
                      <a:pt x="1068" y="300"/>
                      <a:pt x="1068" y="300"/>
                      <a:pt x="1068" y="300"/>
                    </a:cubicBezTo>
                    <a:cubicBezTo>
                      <a:pt x="1199" y="355"/>
                      <a:pt x="1199" y="355"/>
                      <a:pt x="1199" y="355"/>
                    </a:cubicBezTo>
                    <a:lnTo>
                      <a:pt x="1073" y="399"/>
                    </a:lnTo>
                    <a:close/>
                  </a:path>
                </a:pathLst>
              </a:custGeom>
              <a:solidFill>
                <a:srgbClr val="6B70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4" name="Freeform 9">
                <a:extLst>
                  <a:ext uri="{FF2B5EF4-FFF2-40B4-BE49-F238E27FC236}">
                    <a16:creationId xmlns:a16="http://schemas.microsoft.com/office/drawing/2014/main" id="{5EB2EB24-37BD-4097-982D-4D2DA56C48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8" y="1871"/>
                <a:ext cx="2118" cy="887"/>
              </a:xfrm>
              <a:custGeom>
                <a:avLst/>
                <a:gdLst>
                  <a:gd name="T0" fmla="*/ 4652 w 1253"/>
                  <a:gd name="T1" fmla="*/ 91 h 525"/>
                  <a:gd name="T2" fmla="*/ 4535 w 1253"/>
                  <a:gd name="T3" fmla="*/ 468 h 525"/>
                  <a:gd name="T4" fmla="*/ 4057 w 1253"/>
                  <a:gd name="T5" fmla="*/ 106 h 525"/>
                  <a:gd name="T6" fmla="*/ 3435 w 1253"/>
                  <a:gd name="T7" fmla="*/ 112 h 525"/>
                  <a:gd name="T8" fmla="*/ 2801 w 1253"/>
                  <a:gd name="T9" fmla="*/ 351 h 525"/>
                  <a:gd name="T10" fmla="*/ 2302 w 1253"/>
                  <a:gd name="T11" fmla="*/ 713 h 525"/>
                  <a:gd name="T12" fmla="*/ 2023 w 1253"/>
                  <a:gd name="T13" fmla="*/ 240 h 525"/>
                  <a:gd name="T14" fmla="*/ 1660 w 1253"/>
                  <a:gd name="T15" fmla="*/ 69 h 525"/>
                  <a:gd name="T16" fmla="*/ 852 w 1253"/>
                  <a:gd name="T17" fmla="*/ 100 h 525"/>
                  <a:gd name="T18" fmla="*/ 517 w 1253"/>
                  <a:gd name="T19" fmla="*/ 363 h 525"/>
                  <a:gd name="T20" fmla="*/ 1420 w 1253"/>
                  <a:gd name="T21" fmla="*/ 448 h 525"/>
                  <a:gd name="T22" fmla="*/ 434 w 1253"/>
                  <a:gd name="T23" fmla="*/ 601 h 525"/>
                  <a:gd name="T24" fmla="*/ 223 w 1253"/>
                  <a:gd name="T25" fmla="*/ 1064 h 525"/>
                  <a:gd name="T26" fmla="*/ 314 w 1253"/>
                  <a:gd name="T27" fmla="*/ 1669 h 525"/>
                  <a:gd name="T28" fmla="*/ 468 w 1253"/>
                  <a:gd name="T29" fmla="*/ 2119 h 525"/>
                  <a:gd name="T30" fmla="*/ 909 w 1253"/>
                  <a:gd name="T31" fmla="*/ 2377 h 525"/>
                  <a:gd name="T32" fmla="*/ 1552 w 1253"/>
                  <a:gd name="T33" fmla="*/ 2463 h 525"/>
                  <a:gd name="T34" fmla="*/ 2071 w 1253"/>
                  <a:gd name="T35" fmla="*/ 2406 h 525"/>
                  <a:gd name="T36" fmla="*/ 2343 w 1253"/>
                  <a:gd name="T37" fmla="*/ 2414 h 525"/>
                  <a:gd name="T38" fmla="*/ 3261 w 1253"/>
                  <a:gd name="T39" fmla="*/ 2239 h 525"/>
                  <a:gd name="T40" fmla="*/ 4295 w 1253"/>
                  <a:gd name="T41" fmla="*/ 2230 h 525"/>
                  <a:gd name="T42" fmla="*/ 4429 w 1253"/>
                  <a:gd name="T43" fmla="*/ 2286 h 525"/>
                  <a:gd name="T44" fmla="*/ 4562 w 1253"/>
                  <a:gd name="T45" fmla="*/ 2239 h 525"/>
                  <a:gd name="T46" fmla="*/ 5703 w 1253"/>
                  <a:gd name="T47" fmla="*/ 2141 h 525"/>
                  <a:gd name="T48" fmla="*/ 5931 w 1253"/>
                  <a:gd name="T49" fmla="*/ 1669 h 525"/>
                  <a:gd name="T50" fmla="*/ 5960 w 1253"/>
                  <a:gd name="T51" fmla="*/ 1071 h 525"/>
                  <a:gd name="T52" fmla="*/ 5827 w 1253"/>
                  <a:gd name="T53" fmla="*/ 583 h 525"/>
                  <a:gd name="T54" fmla="*/ 5423 w 1253"/>
                  <a:gd name="T55" fmla="*/ 162 h 525"/>
                  <a:gd name="T56" fmla="*/ 1685 w 1253"/>
                  <a:gd name="T57" fmla="*/ 1027 h 525"/>
                  <a:gd name="T58" fmla="*/ 2434 w 1253"/>
                  <a:gd name="T59" fmla="*/ 767 h 525"/>
                  <a:gd name="T60" fmla="*/ 2989 w 1253"/>
                  <a:gd name="T61" fmla="*/ 1002 h 525"/>
                  <a:gd name="T62" fmla="*/ 1520 w 1253"/>
                  <a:gd name="T63" fmla="*/ 1504 h 525"/>
                  <a:gd name="T64" fmla="*/ 2099 w 1253"/>
                  <a:gd name="T65" fmla="*/ 1308 h 525"/>
                  <a:gd name="T66" fmla="*/ 2252 w 1253"/>
                  <a:gd name="T67" fmla="*/ 1813 h 525"/>
                  <a:gd name="T68" fmla="*/ 2372 w 1253"/>
                  <a:gd name="T69" fmla="*/ 1316 h 525"/>
                  <a:gd name="T70" fmla="*/ 2972 w 1253"/>
                  <a:gd name="T71" fmla="*/ 1568 h 525"/>
                  <a:gd name="T72" fmla="*/ 3734 w 1253"/>
                  <a:gd name="T73" fmla="*/ 848 h 525"/>
                  <a:gd name="T74" fmla="*/ 3125 w 1253"/>
                  <a:gd name="T75" fmla="*/ 1056 h 525"/>
                  <a:gd name="T76" fmla="*/ 5129 w 1253"/>
                  <a:gd name="T77" fmla="*/ 824 h 525"/>
                  <a:gd name="T78" fmla="*/ 3737 w 1253"/>
                  <a:gd name="T79" fmla="*/ 742 h 525"/>
                  <a:gd name="T80" fmla="*/ 4400 w 1253"/>
                  <a:gd name="T81" fmla="*/ 517 h 525"/>
                  <a:gd name="T82" fmla="*/ 1552 w 1253"/>
                  <a:gd name="T83" fmla="*/ 970 h 525"/>
                  <a:gd name="T84" fmla="*/ 2164 w 1253"/>
                  <a:gd name="T85" fmla="*/ 757 h 525"/>
                  <a:gd name="T86" fmla="*/ 223 w 1253"/>
                  <a:gd name="T87" fmla="*/ 960 h 525"/>
                  <a:gd name="T88" fmla="*/ 832 w 1253"/>
                  <a:gd name="T89" fmla="*/ 1321 h 525"/>
                  <a:gd name="T90" fmla="*/ 227 w 1253"/>
                  <a:gd name="T91" fmla="*/ 1531 h 525"/>
                  <a:gd name="T92" fmla="*/ 2115 w 1253"/>
                  <a:gd name="T93" fmla="*/ 1862 h 525"/>
                  <a:gd name="T94" fmla="*/ 1518 w 1253"/>
                  <a:gd name="T95" fmla="*/ 1610 h 525"/>
                  <a:gd name="T96" fmla="*/ 2206 w 1253"/>
                  <a:gd name="T97" fmla="*/ 2359 h 525"/>
                  <a:gd name="T98" fmla="*/ 2385 w 1253"/>
                  <a:gd name="T99" fmla="*/ 1872 h 525"/>
                  <a:gd name="T100" fmla="*/ 2946 w 1253"/>
                  <a:gd name="T101" fmla="*/ 2107 h 525"/>
                  <a:gd name="T102" fmla="*/ 3720 w 1253"/>
                  <a:gd name="T103" fmla="*/ 1412 h 525"/>
                  <a:gd name="T104" fmla="*/ 3100 w 1253"/>
                  <a:gd name="T105" fmla="*/ 1622 h 525"/>
                  <a:gd name="T106" fmla="*/ 5024 w 1253"/>
                  <a:gd name="T107" fmla="*/ 1390 h 525"/>
                  <a:gd name="T108" fmla="*/ 4598 w 1253"/>
                  <a:gd name="T109" fmla="*/ 1110 h 525"/>
                  <a:gd name="T110" fmla="*/ 5157 w 1253"/>
                  <a:gd name="T111" fmla="*/ 1345 h 525"/>
                  <a:gd name="T112" fmla="*/ 5264 w 1253"/>
                  <a:gd name="T113" fmla="*/ 777 h 525"/>
                  <a:gd name="T114" fmla="*/ 5688 w 1253"/>
                  <a:gd name="T115" fmla="*/ 630 h 525"/>
                  <a:gd name="T116" fmla="*/ 1378 w 1253"/>
                  <a:gd name="T117" fmla="*/ 2112 h 525"/>
                  <a:gd name="T118" fmla="*/ 4434 w 1253"/>
                  <a:gd name="T119" fmla="*/ 2181 h 525"/>
                  <a:gd name="T120" fmla="*/ 5046 w 1253"/>
                  <a:gd name="T121" fmla="*/ 1967 h 525"/>
                  <a:gd name="T122" fmla="*/ 4549 w 1253"/>
                  <a:gd name="T123" fmla="*/ 1656 h 525"/>
                  <a:gd name="T124" fmla="*/ 5183 w 1253"/>
                  <a:gd name="T125" fmla="*/ 1924 h 52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53" h="525">
                    <a:moveTo>
                      <a:pt x="1123" y="34"/>
                    </a:moveTo>
                    <a:cubicBezTo>
                      <a:pt x="1055" y="57"/>
                      <a:pt x="1055" y="57"/>
                      <a:pt x="1055" y="57"/>
                    </a:cubicBezTo>
                    <a:cubicBezTo>
                      <a:pt x="963" y="19"/>
                      <a:pt x="963" y="19"/>
                      <a:pt x="963" y="19"/>
                    </a:cubicBezTo>
                    <a:cubicBezTo>
                      <a:pt x="942" y="10"/>
                      <a:pt x="940" y="31"/>
                      <a:pt x="940" y="31"/>
                    </a:cubicBezTo>
                    <a:cubicBezTo>
                      <a:pt x="1027" y="67"/>
                      <a:pt x="1027" y="67"/>
                      <a:pt x="1027" y="67"/>
                    </a:cubicBezTo>
                    <a:cubicBezTo>
                      <a:pt x="939" y="97"/>
                      <a:pt x="939" y="97"/>
                      <a:pt x="939" y="97"/>
                    </a:cubicBezTo>
                    <a:cubicBezTo>
                      <a:pt x="824" y="49"/>
                      <a:pt x="824" y="49"/>
                      <a:pt x="824" y="49"/>
                    </a:cubicBezTo>
                    <a:cubicBezTo>
                      <a:pt x="853" y="39"/>
                      <a:pt x="853" y="39"/>
                      <a:pt x="853" y="39"/>
                    </a:cubicBezTo>
                    <a:cubicBezTo>
                      <a:pt x="878" y="23"/>
                      <a:pt x="840" y="22"/>
                      <a:pt x="840" y="22"/>
                    </a:cubicBezTo>
                    <a:cubicBezTo>
                      <a:pt x="796" y="37"/>
                      <a:pt x="796" y="37"/>
                      <a:pt x="796" y="37"/>
                    </a:cubicBezTo>
                    <a:cubicBezTo>
                      <a:pt x="747" y="17"/>
                      <a:pt x="747" y="17"/>
                      <a:pt x="747" y="17"/>
                    </a:cubicBezTo>
                    <a:cubicBezTo>
                      <a:pt x="708" y="0"/>
                      <a:pt x="711" y="23"/>
                      <a:pt x="711" y="23"/>
                    </a:cubicBezTo>
                    <a:cubicBezTo>
                      <a:pt x="768" y="47"/>
                      <a:pt x="768" y="47"/>
                      <a:pt x="768" y="47"/>
                    </a:cubicBezTo>
                    <a:cubicBezTo>
                      <a:pt x="631" y="94"/>
                      <a:pt x="631" y="94"/>
                      <a:pt x="631" y="94"/>
                    </a:cubicBezTo>
                    <a:cubicBezTo>
                      <a:pt x="580" y="73"/>
                      <a:pt x="580" y="73"/>
                      <a:pt x="580" y="73"/>
                    </a:cubicBezTo>
                    <a:cubicBezTo>
                      <a:pt x="548" y="59"/>
                      <a:pt x="542" y="79"/>
                      <a:pt x="542" y="79"/>
                    </a:cubicBezTo>
                    <a:cubicBezTo>
                      <a:pt x="603" y="104"/>
                      <a:pt x="603" y="104"/>
                      <a:pt x="603" y="104"/>
                    </a:cubicBezTo>
                    <a:cubicBezTo>
                      <a:pt x="477" y="148"/>
                      <a:pt x="477" y="148"/>
                      <a:pt x="477" y="148"/>
                    </a:cubicBezTo>
                    <a:cubicBezTo>
                      <a:pt x="350" y="94"/>
                      <a:pt x="350" y="94"/>
                      <a:pt x="350" y="94"/>
                    </a:cubicBezTo>
                    <a:cubicBezTo>
                      <a:pt x="450" y="60"/>
                      <a:pt x="450" y="60"/>
                      <a:pt x="450" y="60"/>
                    </a:cubicBezTo>
                    <a:cubicBezTo>
                      <a:pt x="478" y="46"/>
                      <a:pt x="419" y="50"/>
                      <a:pt x="419" y="50"/>
                    </a:cubicBezTo>
                    <a:cubicBezTo>
                      <a:pt x="323" y="83"/>
                      <a:pt x="323" y="83"/>
                      <a:pt x="323" y="83"/>
                    </a:cubicBezTo>
                    <a:cubicBezTo>
                      <a:pt x="243" y="49"/>
                      <a:pt x="243" y="49"/>
                      <a:pt x="243" y="49"/>
                    </a:cubicBezTo>
                    <a:cubicBezTo>
                      <a:pt x="344" y="14"/>
                      <a:pt x="344" y="14"/>
                      <a:pt x="344" y="14"/>
                    </a:cubicBezTo>
                    <a:cubicBezTo>
                      <a:pt x="364" y="4"/>
                      <a:pt x="317" y="2"/>
                      <a:pt x="317" y="2"/>
                    </a:cubicBezTo>
                    <a:cubicBezTo>
                      <a:pt x="215" y="37"/>
                      <a:pt x="215" y="37"/>
                      <a:pt x="215" y="37"/>
                    </a:cubicBezTo>
                    <a:cubicBezTo>
                      <a:pt x="176" y="21"/>
                      <a:pt x="176" y="21"/>
                      <a:pt x="176" y="21"/>
                    </a:cubicBezTo>
                    <a:cubicBezTo>
                      <a:pt x="152" y="16"/>
                      <a:pt x="157" y="35"/>
                      <a:pt x="157" y="35"/>
                    </a:cubicBezTo>
                    <a:cubicBezTo>
                      <a:pt x="187" y="47"/>
                      <a:pt x="187" y="47"/>
                      <a:pt x="187" y="47"/>
                    </a:cubicBezTo>
                    <a:cubicBezTo>
                      <a:pt x="107" y="75"/>
                      <a:pt x="107" y="75"/>
                      <a:pt x="107" y="75"/>
                    </a:cubicBezTo>
                    <a:cubicBezTo>
                      <a:pt x="82" y="83"/>
                      <a:pt x="98" y="99"/>
                      <a:pt x="98" y="9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167" y="136"/>
                      <a:pt x="167" y="136"/>
                      <a:pt x="167" y="136"/>
                    </a:cubicBezTo>
                    <a:cubicBezTo>
                      <a:pt x="98" y="107"/>
                      <a:pt x="98" y="107"/>
                      <a:pt x="98" y="107"/>
                    </a:cubicBezTo>
                    <a:cubicBezTo>
                      <a:pt x="68" y="107"/>
                      <a:pt x="90" y="125"/>
                      <a:pt x="90" y="125"/>
                    </a:cubicBezTo>
                    <a:cubicBezTo>
                      <a:pt x="139" y="146"/>
                      <a:pt x="139" y="146"/>
                      <a:pt x="139" y="146"/>
                    </a:cubicBezTo>
                    <a:cubicBezTo>
                      <a:pt x="44" y="179"/>
                      <a:pt x="44" y="179"/>
                      <a:pt x="44" y="179"/>
                    </a:cubicBezTo>
                    <a:cubicBezTo>
                      <a:pt x="2" y="200"/>
                      <a:pt x="46" y="221"/>
                      <a:pt x="46" y="221"/>
                    </a:cubicBezTo>
                    <a:cubicBezTo>
                      <a:pt x="144" y="262"/>
                      <a:pt x="144" y="262"/>
                      <a:pt x="144" y="262"/>
                    </a:cubicBezTo>
                    <a:cubicBezTo>
                      <a:pt x="44" y="297"/>
                      <a:pt x="44" y="297"/>
                      <a:pt x="44" y="297"/>
                    </a:cubicBezTo>
                    <a:cubicBezTo>
                      <a:pt x="0" y="321"/>
                      <a:pt x="65" y="346"/>
                      <a:pt x="65" y="34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77" y="394"/>
                      <a:pt x="77" y="394"/>
                      <a:pt x="77" y="394"/>
                    </a:cubicBezTo>
                    <a:cubicBezTo>
                      <a:pt x="42" y="408"/>
                      <a:pt x="97" y="439"/>
                      <a:pt x="97" y="439"/>
                    </a:cubicBezTo>
                    <a:cubicBezTo>
                      <a:pt x="181" y="474"/>
                      <a:pt x="181" y="474"/>
                      <a:pt x="181" y="474"/>
                    </a:cubicBezTo>
                    <a:cubicBezTo>
                      <a:pt x="159" y="482"/>
                      <a:pt x="159" y="482"/>
                      <a:pt x="159" y="482"/>
                    </a:cubicBezTo>
                    <a:cubicBezTo>
                      <a:pt x="156" y="489"/>
                      <a:pt x="188" y="493"/>
                      <a:pt x="188" y="493"/>
                    </a:cubicBezTo>
                    <a:cubicBezTo>
                      <a:pt x="208" y="486"/>
                      <a:pt x="208" y="486"/>
                      <a:pt x="208" y="486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301" y="520"/>
                      <a:pt x="321" y="511"/>
                      <a:pt x="321" y="511"/>
                    </a:cubicBezTo>
                    <a:cubicBezTo>
                      <a:pt x="237" y="476"/>
                      <a:pt x="237" y="476"/>
                      <a:pt x="237" y="476"/>
                    </a:cubicBezTo>
                    <a:cubicBezTo>
                      <a:pt x="313" y="450"/>
                      <a:pt x="313" y="450"/>
                      <a:pt x="313" y="450"/>
                    </a:cubicBezTo>
                    <a:cubicBezTo>
                      <a:pt x="429" y="499"/>
                      <a:pt x="429" y="499"/>
                      <a:pt x="429" y="499"/>
                    </a:cubicBezTo>
                    <a:cubicBezTo>
                      <a:pt x="393" y="511"/>
                      <a:pt x="393" y="511"/>
                      <a:pt x="393" y="511"/>
                    </a:cubicBezTo>
                    <a:cubicBezTo>
                      <a:pt x="467" y="525"/>
                      <a:pt x="508" y="510"/>
                      <a:pt x="508" y="510"/>
                    </a:cubicBezTo>
                    <a:cubicBezTo>
                      <a:pt x="485" y="501"/>
                      <a:pt x="485" y="501"/>
                      <a:pt x="485" y="501"/>
                    </a:cubicBezTo>
                    <a:cubicBezTo>
                      <a:pt x="609" y="458"/>
                      <a:pt x="609" y="458"/>
                      <a:pt x="609" y="458"/>
                    </a:cubicBezTo>
                    <a:cubicBezTo>
                      <a:pt x="641" y="471"/>
                      <a:pt x="641" y="471"/>
                      <a:pt x="641" y="471"/>
                    </a:cubicBezTo>
                    <a:cubicBezTo>
                      <a:pt x="683" y="478"/>
                      <a:pt x="675" y="464"/>
                      <a:pt x="675" y="464"/>
                    </a:cubicBezTo>
                    <a:cubicBezTo>
                      <a:pt x="638" y="448"/>
                      <a:pt x="638" y="448"/>
                      <a:pt x="638" y="448"/>
                    </a:cubicBezTo>
                    <a:cubicBezTo>
                      <a:pt x="758" y="407"/>
                      <a:pt x="758" y="407"/>
                      <a:pt x="758" y="407"/>
                    </a:cubicBezTo>
                    <a:cubicBezTo>
                      <a:pt x="889" y="462"/>
                      <a:pt x="889" y="462"/>
                      <a:pt x="889" y="462"/>
                    </a:cubicBezTo>
                    <a:cubicBezTo>
                      <a:pt x="861" y="472"/>
                      <a:pt x="861" y="472"/>
                      <a:pt x="861" y="472"/>
                    </a:cubicBezTo>
                    <a:cubicBezTo>
                      <a:pt x="851" y="488"/>
                      <a:pt x="885" y="485"/>
                      <a:pt x="885" y="485"/>
                    </a:cubicBezTo>
                    <a:cubicBezTo>
                      <a:pt x="917" y="474"/>
                      <a:pt x="917" y="474"/>
                      <a:pt x="917" y="474"/>
                    </a:cubicBezTo>
                    <a:cubicBezTo>
                      <a:pt x="1023" y="518"/>
                      <a:pt x="1023" y="518"/>
                      <a:pt x="1023" y="518"/>
                    </a:cubicBezTo>
                    <a:cubicBezTo>
                      <a:pt x="1051" y="520"/>
                      <a:pt x="1044" y="505"/>
                      <a:pt x="1044" y="505"/>
                    </a:cubicBezTo>
                    <a:cubicBezTo>
                      <a:pt x="945" y="464"/>
                      <a:pt x="945" y="464"/>
                      <a:pt x="945" y="464"/>
                    </a:cubicBezTo>
                    <a:cubicBezTo>
                      <a:pt x="1073" y="420"/>
                      <a:pt x="1073" y="420"/>
                      <a:pt x="1073" y="420"/>
                    </a:cubicBezTo>
                    <a:cubicBezTo>
                      <a:pt x="1159" y="457"/>
                      <a:pt x="1159" y="457"/>
                      <a:pt x="1159" y="457"/>
                    </a:cubicBezTo>
                    <a:cubicBezTo>
                      <a:pt x="1182" y="460"/>
                      <a:pt x="1181" y="444"/>
                      <a:pt x="1181" y="444"/>
                    </a:cubicBezTo>
                    <a:cubicBezTo>
                      <a:pt x="1101" y="410"/>
                      <a:pt x="1101" y="410"/>
                      <a:pt x="1101" y="410"/>
                    </a:cubicBezTo>
                    <a:cubicBezTo>
                      <a:pt x="1227" y="367"/>
                      <a:pt x="1227" y="367"/>
                      <a:pt x="1227" y="367"/>
                    </a:cubicBezTo>
                    <a:cubicBezTo>
                      <a:pt x="1243" y="355"/>
                      <a:pt x="1228" y="346"/>
                      <a:pt x="1228" y="346"/>
                    </a:cubicBezTo>
                    <a:cubicBezTo>
                      <a:pt x="1096" y="290"/>
                      <a:pt x="1096" y="290"/>
                      <a:pt x="1096" y="290"/>
                    </a:cubicBezTo>
                    <a:cubicBezTo>
                      <a:pt x="1225" y="246"/>
                      <a:pt x="1225" y="246"/>
                      <a:pt x="1225" y="246"/>
                    </a:cubicBezTo>
                    <a:cubicBezTo>
                      <a:pt x="1253" y="233"/>
                      <a:pt x="1234" y="222"/>
                      <a:pt x="1234" y="222"/>
                    </a:cubicBezTo>
                    <a:cubicBezTo>
                      <a:pt x="1118" y="173"/>
                      <a:pt x="1118" y="173"/>
                      <a:pt x="1118" y="173"/>
                    </a:cubicBezTo>
                    <a:cubicBezTo>
                      <a:pt x="1205" y="142"/>
                      <a:pt x="1205" y="142"/>
                      <a:pt x="1205" y="142"/>
                    </a:cubicBezTo>
                    <a:cubicBezTo>
                      <a:pt x="1222" y="130"/>
                      <a:pt x="1206" y="121"/>
                      <a:pt x="1206" y="121"/>
                    </a:cubicBezTo>
                    <a:cubicBezTo>
                      <a:pt x="1083" y="69"/>
                      <a:pt x="1083" y="69"/>
                      <a:pt x="1083" y="69"/>
                    </a:cubicBezTo>
                    <a:cubicBezTo>
                      <a:pt x="1143" y="48"/>
                      <a:pt x="1143" y="48"/>
                      <a:pt x="1143" y="48"/>
                    </a:cubicBezTo>
                    <a:cubicBezTo>
                      <a:pt x="1160" y="35"/>
                      <a:pt x="1123" y="34"/>
                      <a:pt x="1123" y="34"/>
                    </a:cubicBezTo>
                    <a:close/>
                    <a:moveTo>
                      <a:pt x="591" y="217"/>
                    </a:moveTo>
                    <a:cubicBezTo>
                      <a:pt x="464" y="261"/>
                      <a:pt x="464" y="261"/>
                      <a:pt x="464" y="261"/>
                    </a:cubicBezTo>
                    <a:cubicBezTo>
                      <a:pt x="349" y="213"/>
                      <a:pt x="349" y="213"/>
                      <a:pt x="349" y="213"/>
                    </a:cubicBezTo>
                    <a:cubicBezTo>
                      <a:pt x="476" y="169"/>
                      <a:pt x="476" y="169"/>
                      <a:pt x="476" y="169"/>
                    </a:cubicBezTo>
                    <a:lnTo>
                      <a:pt x="591" y="217"/>
                    </a:lnTo>
                    <a:close/>
                    <a:moveTo>
                      <a:pt x="504" y="159"/>
                    </a:moveTo>
                    <a:cubicBezTo>
                      <a:pt x="630" y="116"/>
                      <a:pt x="630" y="116"/>
                      <a:pt x="630" y="116"/>
                    </a:cubicBezTo>
                    <a:cubicBezTo>
                      <a:pt x="745" y="164"/>
                      <a:pt x="745" y="164"/>
                      <a:pt x="745" y="164"/>
                    </a:cubicBezTo>
                    <a:cubicBezTo>
                      <a:pt x="619" y="208"/>
                      <a:pt x="619" y="208"/>
                      <a:pt x="619" y="208"/>
                    </a:cubicBezTo>
                    <a:lnTo>
                      <a:pt x="504" y="159"/>
                    </a:lnTo>
                    <a:close/>
                    <a:moveTo>
                      <a:pt x="435" y="271"/>
                    </a:moveTo>
                    <a:cubicBezTo>
                      <a:pt x="315" y="312"/>
                      <a:pt x="315" y="312"/>
                      <a:pt x="315" y="312"/>
                    </a:cubicBezTo>
                    <a:cubicBezTo>
                      <a:pt x="200" y="264"/>
                      <a:pt x="200" y="264"/>
                      <a:pt x="200" y="264"/>
                    </a:cubicBezTo>
                    <a:cubicBezTo>
                      <a:pt x="320" y="223"/>
                      <a:pt x="320" y="223"/>
                      <a:pt x="320" y="223"/>
                    </a:cubicBezTo>
                    <a:lnTo>
                      <a:pt x="435" y="271"/>
                    </a:lnTo>
                    <a:close/>
                    <a:moveTo>
                      <a:pt x="463" y="283"/>
                    </a:moveTo>
                    <a:cubicBezTo>
                      <a:pt x="586" y="334"/>
                      <a:pt x="586" y="334"/>
                      <a:pt x="586" y="334"/>
                    </a:cubicBezTo>
                    <a:cubicBezTo>
                      <a:pt x="466" y="376"/>
                      <a:pt x="466" y="376"/>
                      <a:pt x="466" y="376"/>
                    </a:cubicBezTo>
                    <a:cubicBezTo>
                      <a:pt x="343" y="324"/>
                      <a:pt x="343" y="324"/>
                      <a:pt x="343" y="324"/>
                    </a:cubicBezTo>
                    <a:lnTo>
                      <a:pt x="463" y="283"/>
                    </a:lnTo>
                    <a:close/>
                    <a:moveTo>
                      <a:pt x="491" y="273"/>
                    </a:moveTo>
                    <a:cubicBezTo>
                      <a:pt x="619" y="229"/>
                      <a:pt x="619" y="229"/>
                      <a:pt x="619" y="229"/>
                    </a:cubicBezTo>
                    <a:cubicBezTo>
                      <a:pt x="742" y="281"/>
                      <a:pt x="742" y="281"/>
                      <a:pt x="742" y="281"/>
                    </a:cubicBezTo>
                    <a:cubicBezTo>
                      <a:pt x="615" y="325"/>
                      <a:pt x="615" y="325"/>
                      <a:pt x="615" y="325"/>
                    </a:cubicBezTo>
                    <a:lnTo>
                      <a:pt x="491" y="273"/>
                    </a:lnTo>
                    <a:close/>
                    <a:moveTo>
                      <a:pt x="647" y="219"/>
                    </a:moveTo>
                    <a:cubicBezTo>
                      <a:pt x="773" y="176"/>
                      <a:pt x="773" y="176"/>
                      <a:pt x="773" y="176"/>
                    </a:cubicBezTo>
                    <a:cubicBezTo>
                      <a:pt x="896" y="228"/>
                      <a:pt x="896" y="228"/>
                      <a:pt x="896" y="228"/>
                    </a:cubicBezTo>
                    <a:cubicBezTo>
                      <a:pt x="770" y="271"/>
                      <a:pt x="770" y="271"/>
                      <a:pt x="770" y="271"/>
                    </a:cubicBezTo>
                    <a:lnTo>
                      <a:pt x="647" y="219"/>
                    </a:lnTo>
                    <a:close/>
                    <a:moveTo>
                      <a:pt x="801" y="166"/>
                    </a:moveTo>
                    <a:cubicBezTo>
                      <a:pt x="938" y="119"/>
                      <a:pt x="938" y="119"/>
                      <a:pt x="938" y="119"/>
                    </a:cubicBezTo>
                    <a:cubicBezTo>
                      <a:pt x="1062" y="171"/>
                      <a:pt x="1062" y="171"/>
                      <a:pt x="1062" y="171"/>
                    </a:cubicBezTo>
                    <a:cubicBezTo>
                      <a:pt x="925" y="218"/>
                      <a:pt x="925" y="218"/>
                      <a:pt x="925" y="218"/>
                    </a:cubicBezTo>
                    <a:lnTo>
                      <a:pt x="801" y="166"/>
                    </a:lnTo>
                    <a:close/>
                    <a:moveTo>
                      <a:pt x="774" y="154"/>
                    </a:moveTo>
                    <a:cubicBezTo>
                      <a:pt x="659" y="106"/>
                      <a:pt x="659" y="106"/>
                      <a:pt x="659" y="106"/>
                    </a:cubicBezTo>
                    <a:cubicBezTo>
                      <a:pt x="796" y="59"/>
                      <a:pt x="796" y="59"/>
                      <a:pt x="796" y="59"/>
                    </a:cubicBezTo>
                    <a:cubicBezTo>
                      <a:pt x="911" y="107"/>
                      <a:pt x="911" y="107"/>
                      <a:pt x="911" y="107"/>
                    </a:cubicBezTo>
                    <a:lnTo>
                      <a:pt x="774" y="154"/>
                    </a:lnTo>
                    <a:close/>
                    <a:moveTo>
                      <a:pt x="448" y="157"/>
                    </a:moveTo>
                    <a:cubicBezTo>
                      <a:pt x="321" y="201"/>
                      <a:pt x="321" y="201"/>
                      <a:pt x="321" y="201"/>
                    </a:cubicBezTo>
                    <a:cubicBezTo>
                      <a:pt x="195" y="148"/>
                      <a:pt x="195" y="148"/>
                      <a:pt x="195" y="148"/>
                    </a:cubicBezTo>
                    <a:cubicBezTo>
                      <a:pt x="322" y="104"/>
                      <a:pt x="322" y="104"/>
                      <a:pt x="322" y="104"/>
                    </a:cubicBezTo>
                    <a:lnTo>
                      <a:pt x="448" y="157"/>
                    </a:lnTo>
                    <a:close/>
                    <a:moveTo>
                      <a:pt x="293" y="211"/>
                    </a:moveTo>
                    <a:cubicBezTo>
                      <a:pt x="172" y="252"/>
                      <a:pt x="172" y="252"/>
                      <a:pt x="172" y="252"/>
                    </a:cubicBezTo>
                    <a:cubicBezTo>
                      <a:pt x="46" y="199"/>
                      <a:pt x="46" y="199"/>
                      <a:pt x="46" y="199"/>
                    </a:cubicBezTo>
                    <a:cubicBezTo>
                      <a:pt x="166" y="158"/>
                      <a:pt x="166" y="158"/>
                      <a:pt x="166" y="158"/>
                    </a:cubicBezTo>
                    <a:lnTo>
                      <a:pt x="293" y="211"/>
                    </a:lnTo>
                    <a:close/>
                    <a:moveTo>
                      <a:pt x="172" y="274"/>
                    </a:moveTo>
                    <a:cubicBezTo>
                      <a:pt x="287" y="322"/>
                      <a:pt x="287" y="322"/>
                      <a:pt x="287" y="322"/>
                    </a:cubicBezTo>
                    <a:cubicBezTo>
                      <a:pt x="162" y="365"/>
                      <a:pt x="162" y="365"/>
                      <a:pt x="162" y="365"/>
                    </a:cubicBezTo>
                    <a:cubicBezTo>
                      <a:pt x="47" y="317"/>
                      <a:pt x="47" y="317"/>
                      <a:pt x="47" y="317"/>
                    </a:cubicBezTo>
                    <a:lnTo>
                      <a:pt x="172" y="274"/>
                    </a:lnTo>
                    <a:close/>
                    <a:moveTo>
                      <a:pt x="314" y="334"/>
                    </a:moveTo>
                    <a:cubicBezTo>
                      <a:pt x="438" y="386"/>
                      <a:pt x="438" y="386"/>
                      <a:pt x="438" y="386"/>
                    </a:cubicBezTo>
                    <a:cubicBezTo>
                      <a:pt x="313" y="429"/>
                      <a:pt x="313" y="429"/>
                      <a:pt x="313" y="429"/>
                    </a:cubicBezTo>
                    <a:cubicBezTo>
                      <a:pt x="190" y="377"/>
                      <a:pt x="190" y="377"/>
                      <a:pt x="190" y="377"/>
                    </a:cubicBezTo>
                    <a:lnTo>
                      <a:pt x="314" y="334"/>
                    </a:lnTo>
                    <a:close/>
                    <a:moveTo>
                      <a:pt x="465" y="397"/>
                    </a:moveTo>
                    <a:cubicBezTo>
                      <a:pt x="582" y="446"/>
                      <a:pt x="582" y="446"/>
                      <a:pt x="582" y="446"/>
                    </a:cubicBezTo>
                    <a:cubicBezTo>
                      <a:pt x="457" y="489"/>
                      <a:pt x="457" y="489"/>
                      <a:pt x="457" y="489"/>
                    </a:cubicBezTo>
                    <a:cubicBezTo>
                      <a:pt x="341" y="440"/>
                      <a:pt x="341" y="440"/>
                      <a:pt x="341" y="440"/>
                    </a:cubicBezTo>
                    <a:lnTo>
                      <a:pt x="465" y="397"/>
                    </a:lnTo>
                    <a:close/>
                    <a:moveTo>
                      <a:pt x="494" y="388"/>
                    </a:moveTo>
                    <a:cubicBezTo>
                      <a:pt x="614" y="346"/>
                      <a:pt x="614" y="346"/>
                      <a:pt x="614" y="346"/>
                    </a:cubicBezTo>
                    <a:cubicBezTo>
                      <a:pt x="730" y="395"/>
                      <a:pt x="730" y="395"/>
                      <a:pt x="730" y="395"/>
                    </a:cubicBezTo>
                    <a:cubicBezTo>
                      <a:pt x="610" y="437"/>
                      <a:pt x="610" y="437"/>
                      <a:pt x="610" y="437"/>
                    </a:cubicBezTo>
                    <a:lnTo>
                      <a:pt x="494" y="388"/>
                    </a:lnTo>
                    <a:close/>
                    <a:moveTo>
                      <a:pt x="642" y="336"/>
                    </a:moveTo>
                    <a:cubicBezTo>
                      <a:pt x="770" y="293"/>
                      <a:pt x="770" y="293"/>
                      <a:pt x="770" y="293"/>
                    </a:cubicBezTo>
                    <a:cubicBezTo>
                      <a:pt x="886" y="341"/>
                      <a:pt x="886" y="341"/>
                      <a:pt x="886" y="341"/>
                    </a:cubicBezTo>
                    <a:cubicBezTo>
                      <a:pt x="759" y="385"/>
                      <a:pt x="759" y="385"/>
                      <a:pt x="759" y="385"/>
                    </a:cubicBezTo>
                    <a:lnTo>
                      <a:pt x="642" y="336"/>
                    </a:lnTo>
                    <a:close/>
                    <a:moveTo>
                      <a:pt x="798" y="283"/>
                    </a:moveTo>
                    <a:cubicBezTo>
                      <a:pt x="924" y="239"/>
                      <a:pt x="924" y="239"/>
                      <a:pt x="924" y="239"/>
                    </a:cubicBezTo>
                    <a:cubicBezTo>
                      <a:pt x="1040" y="288"/>
                      <a:pt x="1040" y="288"/>
                      <a:pt x="1040" y="288"/>
                    </a:cubicBezTo>
                    <a:cubicBezTo>
                      <a:pt x="914" y="332"/>
                      <a:pt x="914" y="332"/>
                      <a:pt x="914" y="332"/>
                    </a:cubicBezTo>
                    <a:lnTo>
                      <a:pt x="798" y="283"/>
                    </a:lnTo>
                    <a:close/>
                    <a:moveTo>
                      <a:pt x="952" y="230"/>
                    </a:moveTo>
                    <a:cubicBezTo>
                      <a:pt x="1089" y="182"/>
                      <a:pt x="1089" y="182"/>
                      <a:pt x="1089" y="182"/>
                    </a:cubicBezTo>
                    <a:cubicBezTo>
                      <a:pt x="1205" y="231"/>
                      <a:pt x="1205" y="231"/>
                      <a:pt x="1205" y="231"/>
                    </a:cubicBezTo>
                    <a:cubicBezTo>
                      <a:pt x="1068" y="279"/>
                      <a:pt x="1068" y="279"/>
                      <a:pt x="1068" y="279"/>
                    </a:cubicBezTo>
                    <a:lnTo>
                      <a:pt x="952" y="230"/>
                    </a:lnTo>
                    <a:close/>
                    <a:moveTo>
                      <a:pt x="1178" y="131"/>
                    </a:moveTo>
                    <a:cubicBezTo>
                      <a:pt x="1090" y="161"/>
                      <a:pt x="1090" y="161"/>
                      <a:pt x="1090" y="161"/>
                    </a:cubicBezTo>
                    <a:cubicBezTo>
                      <a:pt x="967" y="109"/>
                      <a:pt x="967" y="109"/>
                      <a:pt x="967" y="109"/>
                    </a:cubicBezTo>
                    <a:cubicBezTo>
                      <a:pt x="1054" y="79"/>
                      <a:pt x="1054" y="79"/>
                      <a:pt x="1054" y="79"/>
                    </a:cubicBezTo>
                    <a:lnTo>
                      <a:pt x="1178" y="131"/>
                    </a:lnTo>
                    <a:close/>
                    <a:moveTo>
                      <a:pt x="86" y="413"/>
                    </a:moveTo>
                    <a:cubicBezTo>
                      <a:pt x="162" y="386"/>
                      <a:pt x="162" y="386"/>
                      <a:pt x="162" y="386"/>
                    </a:cubicBezTo>
                    <a:cubicBezTo>
                      <a:pt x="285" y="438"/>
                      <a:pt x="285" y="438"/>
                      <a:pt x="285" y="438"/>
                    </a:cubicBezTo>
                    <a:cubicBezTo>
                      <a:pt x="209" y="464"/>
                      <a:pt x="209" y="464"/>
                      <a:pt x="209" y="464"/>
                    </a:cubicBezTo>
                    <a:lnTo>
                      <a:pt x="86" y="413"/>
                    </a:lnTo>
                    <a:close/>
                    <a:moveTo>
                      <a:pt x="918" y="452"/>
                    </a:moveTo>
                    <a:cubicBezTo>
                      <a:pt x="786" y="397"/>
                      <a:pt x="786" y="397"/>
                      <a:pt x="786" y="397"/>
                    </a:cubicBezTo>
                    <a:cubicBezTo>
                      <a:pt x="913" y="353"/>
                      <a:pt x="913" y="353"/>
                      <a:pt x="913" y="353"/>
                    </a:cubicBezTo>
                    <a:cubicBezTo>
                      <a:pt x="1045" y="408"/>
                      <a:pt x="1045" y="408"/>
                      <a:pt x="1045" y="408"/>
                    </a:cubicBezTo>
                    <a:lnTo>
                      <a:pt x="918" y="452"/>
                    </a:lnTo>
                    <a:close/>
                    <a:moveTo>
                      <a:pt x="1073" y="399"/>
                    </a:moveTo>
                    <a:cubicBezTo>
                      <a:pt x="942" y="343"/>
                      <a:pt x="942" y="343"/>
                      <a:pt x="942" y="343"/>
                    </a:cubicBezTo>
                    <a:cubicBezTo>
                      <a:pt x="1068" y="300"/>
                      <a:pt x="1068" y="300"/>
                      <a:pt x="1068" y="300"/>
                    </a:cubicBezTo>
                    <a:cubicBezTo>
                      <a:pt x="1199" y="355"/>
                      <a:pt x="1199" y="355"/>
                      <a:pt x="1199" y="355"/>
                    </a:cubicBezTo>
                    <a:lnTo>
                      <a:pt x="1073" y="399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5" name="Freeform 10">
                <a:extLst>
                  <a:ext uri="{FF2B5EF4-FFF2-40B4-BE49-F238E27FC236}">
                    <a16:creationId xmlns:a16="http://schemas.microsoft.com/office/drawing/2014/main" id="{0DA27E11-1E41-4F8F-8C9B-F9B6663044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3" y="1896"/>
                <a:ext cx="404" cy="806"/>
              </a:xfrm>
              <a:custGeom>
                <a:avLst/>
                <a:gdLst>
                  <a:gd name="T0" fmla="*/ 1043 w 239"/>
                  <a:gd name="T1" fmla="*/ 106 h 477"/>
                  <a:gd name="T2" fmla="*/ 854 w 239"/>
                  <a:gd name="T3" fmla="*/ 24 h 477"/>
                  <a:gd name="T4" fmla="*/ 762 w 239"/>
                  <a:gd name="T5" fmla="*/ 91 h 477"/>
                  <a:gd name="T6" fmla="*/ 903 w 239"/>
                  <a:gd name="T7" fmla="*/ 154 h 477"/>
                  <a:gd name="T8" fmla="*/ 517 w 239"/>
                  <a:gd name="T9" fmla="*/ 286 h 477"/>
                  <a:gd name="T10" fmla="*/ 475 w 239"/>
                  <a:gd name="T11" fmla="*/ 400 h 477"/>
                  <a:gd name="T12" fmla="*/ 1038 w 239"/>
                  <a:gd name="T13" fmla="*/ 208 h 477"/>
                  <a:gd name="T14" fmla="*/ 1043 w 239"/>
                  <a:gd name="T15" fmla="*/ 106 h 477"/>
                  <a:gd name="T16" fmla="*/ 1014 w 239"/>
                  <a:gd name="T17" fmla="*/ 2168 h 477"/>
                  <a:gd name="T18" fmla="*/ 414 w 239"/>
                  <a:gd name="T19" fmla="*/ 1916 h 477"/>
                  <a:gd name="T20" fmla="*/ 783 w 239"/>
                  <a:gd name="T21" fmla="*/ 1789 h 477"/>
                  <a:gd name="T22" fmla="*/ 789 w 239"/>
                  <a:gd name="T23" fmla="*/ 1685 h 477"/>
                  <a:gd name="T24" fmla="*/ 232 w 239"/>
                  <a:gd name="T25" fmla="*/ 1453 h 477"/>
                  <a:gd name="T26" fmla="*/ 832 w 239"/>
                  <a:gd name="T27" fmla="*/ 1245 h 477"/>
                  <a:gd name="T28" fmla="*/ 835 w 239"/>
                  <a:gd name="T29" fmla="*/ 1142 h 477"/>
                  <a:gd name="T30" fmla="*/ 227 w 239"/>
                  <a:gd name="T31" fmla="*/ 882 h 477"/>
                  <a:gd name="T32" fmla="*/ 806 w 239"/>
                  <a:gd name="T33" fmla="*/ 686 h 477"/>
                  <a:gd name="T34" fmla="*/ 811 w 239"/>
                  <a:gd name="T35" fmla="*/ 583 h 477"/>
                  <a:gd name="T36" fmla="*/ 477 w 239"/>
                  <a:gd name="T37" fmla="*/ 443 h 477"/>
                  <a:gd name="T38" fmla="*/ 434 w 239"/>
                  <a:gd name="T39" fmla="*/ 531 h 477"/>
                  <a:gd name="T40" fmla="*/ 671 w 239"/>
                  <a:gd name="T41" fmla="*/ 629 h 477"/>
                  <a:gd name="T42" fmla="*/ 211 w 239"/>
                  <a:gd name="T43" fmla="*/ 786 h 477"/>
                  <a:gd name="T44" fmla="*/ 223 w 239"/>
                  <a:gd name="T45" fmla="*/ 988 h 477"/>
                  <a:gd name="T46" fmla="*/ 700 w 239"/>
                  <a:gd name="T47" fmla="*/ 1188 h 477"/>
                  <a:gd name="T48" fmla="*/ 216 w 239"/>
                  <a:gd name="T49" fmla="*/ 1357 h 477"/>
                  <a:gd name="T50" fmla="*/ 319 w 239"/>
                  <a:gd name="T51" fmla="*/ 1593 h 477"/>
                  <a:gd name="T52" fmla="*/ 649 w 239"/>
                  <a:gd name="T53" fmla="*/ 1734 h 477"/>
                  <a:gd name="T54" fmla="*/ 372 w 239"/>
                  <a:gd name="T55" fmla="*/ 1827 h 477"/>
                  <a:gd name="T56" fmla="*/ 468 w 239"/>
                  <a:gd name="T57" fmla="*/ 2041 h 477"/>
                  <a:gd name="T58" fmla="*/ 874 w 239"/>
                  <a:gd name="T59" fmla="*/ 2210 h 477"/>
                  <a:gd name="T60" fmla="*/ 771 w 239"/>
                  <a:gd name="T61" fmla="*/ 2247 h 477"/>
                  <a:gd name="T62" fmla="*/ 909 w 239"/>
                  <a:gd name="T63" fmla="*/ 2301 h 477"/>
                  <a:gd name="T64" fmla="*/ 1009 w 239"/>
                  <a:gd name="T65" fmla="*/ 2268 h 477"/>
                  <a:gd name="T66" fmla="*/ 1014 w 239"/>
                  <a:gd name="T67" fmla="*/ 2168 h 47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9" h="477">
                    <a:moveTo>
                      <a:pt x="216" y="22"/>
                    </a:moveTo>
                    <a:cubicBezTo>
                      <a:pt x="177" y="5"/>
                      <a:pt x="177" y="5"/>
                      <a:pt x="177" y="5"/>
                    </a:cubicBezTo>
                    <a:cubicBezTo>
                      <a:pt x="152" y="0"/>
                      <a:pt x="158" y="19"/>
                      <a:pt x="158" y="19"/>
                    </a:cubicBezTo>
                    <a:cubicBezTo>
                      <a:pt x="187" y="32"/>
                      <a:pt x="187" y="32"/>
                      <a:pt x="187" y="32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83" y="67"/>
                      <a:pt x="98" y="83"/>
                      <a:pt x="98" y="8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39" y="33"/>
                      <a:pt x="216" y="22"/>
                      <a:pt x="216" y="22"/>
                    </a:cubicBezTo>
                    <a:close/>
                    <a:moveTo>
                      <a:pt x="210" y="449"/>
                    </a:moveTo>
                    <a:cubicBezTo>
                      <a:pt x="86" y="397"/>
                      <a:pt x="86" y="397"/>
                      <a:pt x="86" y="397"/>
                    </a:cubicBezTo>
                    <a:cubicBezTo>
                      <a:pt x="162" y="371"/>
                      <a:pt x="162" y="371"/>
                      <a:pt x="162" y="371"/>
                    </a:cubicBezTo>
                    <a:cubicBezTo>
                      <a:pt x="162" y="371"/>
                      <a:pt x="185" y="362"/>
                      <a:pt x="163" y="349"/>
                    </a:cubicBezTo>
                    <a:cubicBezTo>
                      <a:pt x="48" y="301"/>
                      <a:pt x="48" y="301"/>
                      <a:pt x="48" y="301"/>
                    </a:cubicBezTo>
                    <a:cubicBezTo>
                      <a:pt x="172" y="258"/>
                      <a:pt x="172" y="258"/>
                      <a:pt x="172" y="258"/>
                    </a:cubicBezTo>
                    <a:cubicBezTo>
                      <a:pt x="193" y="245"/>
                      <a:pt x="173" y="237"/>
                      <a:pt x="173" y="237"/>
                    </a:cubicBezTo>
                    <a:cubicBezTo>
                      <a:pt x="47" y="183"/>
                      <a:pt x="47" y="183"/>
                      <a:pt x="47" y="183"/>
                    </a:cubicBezTo>
                    <a:cubicBezTo>
                      <a:pt x="167" y="142"/>
                      <a:pt x="167" y="142"/>
                      <a:pt x="167" y="142"/>
                    </a:cubicBezTo>
                    <a:cubicBezTo>
                      <a:pt x="188" y="133"/>
                      <a:pt x="168" y="121"/>
                      <a:pt x="168" y="121"/>
                    </a:cubicBezTo>
                    <a:cubicBezTo>
                      <a:pt x="99" y="92"/>
                      <a:pt x="99" y="92"/>
                      <a:pt x="99" y="92"/>
                    </a:cubicBezTo>
                    <a:cubicBezTo>
                      <a:pt x="69" y="91"/>
                      <a:pt x="90" y="110"/>
                      <a:pt x="90" y="110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44" y="163"/>
                      <a:pt x="44" y="163"/>
                      <a:pt x="44" y="163"/>
                    </a:cubicBezTo>
                    <a:cubicBezTo>
                      <a:pt x="3" y="184"/>
                      <a:pt x="46" y="205"/>
                      <a:pt x="46" y="205"/>
                    </a:cubicBezTo>
                    <a:cubicBezTo>
                      <a:pt x="145" y="246"/>
                      <a:pt x="145" y="246"/>
                      <a:pt x="145" y="246"/>
                    </a:cubicBezTo>
                    <a:cubicBezTo>
                      <a:pt x="45" y="281"/>
                      <a:pt x="45" y="281"/>
                      <a:pt x="45" y="281"/>
                    </a:cubicBezTo>
                    <a:cubicBezTo>
                      <a:pt x="0" y="305"/>
                      <a:pt x="66" y="330"/>
                      <a:pt x="66" y="330"/>
                    </a:cubicBezTo>
                    <a:cubicBezTo>
                      <a:pt x="134" y="359"/>
                      <a:pt x="134" y="359"/>
                      <a:pt x="134" y="359"/>
                    </a:cubicBezTo>
                    <a:cubicBezTo>
                      <a:pt x="77" y="379"/>
                      <a:pt x="77" y="379"/>
                      <a:pt x="77" y="379"/>
                    </a:cubicBezTo>
                    <a:cubicBezTo>
                      <a:pt x="43" y="392"/>
                      <a:pt x="97" y="423"/>
                      <a:pt x="97" y="423"/>
                    </a:cubicBezTo>
                    <a:cubicBezTo>
                      <a:pt x="181" y="458"/>
                      <a:pt x="181" y="458"/>
                      <a:pt x="181" y="458"/>
                    </a:cubicBezTo>
                    <a:cubicBezTo>
                      <a:pt x="160" y="466"/>
                      <a:pt x="160" y="466"/>
                      <a:pt x="160" y="466"/>
                    </a:cubicBezTo>
                    <a:cubicBezTo>
                      <a:pt x="157" y="473"/>
                      <a:pt x="188" y="477"/>
                      <a:pt x="188" y="477"/>
                    </a:cubicBezTo>
                    <a:cubicBezTo>
                      <a:pt x="209" y="470"/>
                      <a:pt x="209" y="470"/>
                      <a:pt x="209" y="470"/>
                    </a:cubicBezTo>
                    <a:cubicBezTo>
                      <a:pt x="234" y="458"/>
                      <a:pt x="210" y="449"/>
                      <a:pt x="210" y="449"/>
                    </a:cubicBezTo>
                    <a:close/>
                  </a:path>
                </a:pathLst>
              </a:custGeom>
              <a:solidFill>
                <a:srgbClr val="9FA4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6" name="Freeform 11">
                <a:extLst>
                  <a:ext uri="{FF2B5EF4-FFF2-40B4-BE49-F238E27FC236}">
                    <a16:creationId xmlns:a16="http://schemas.microsoft.com/office/drawing/2014/main" id="{5818B295-295A-4A5C-B2F7-1777023606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8" y="1898"/>
                <a:ext cx="404" cy="806"/>
              </a:xfrm>
              <a:custGeom>
                <a:avLst/>
                <a:gdLst>
                  <a:gd name="T0" fmla="*/ 1038 w 239"/>
                  <a:gd name="T1" fmla="*/ 100 h 477"/>
                  <a:gd name="T2" fmla="*/ 852 w 239"/>
                  <a:gd name="T3" fmla="*/ 24 h 477"/>
                  <a:gd name="T4" fmla="*/ 757 w 239"/>
                  <a:gd name="T5" fmla="*/ 91 h 477"/>
                  <a:gd name="T6" fmla="*/ 903 w 239"/>
                  <a:gd name="T7" fmla="*/ 149 h 477"/>
                  <a:gd name="T8" fmla="*/ 517 w 239"/>
                  <a:gd name="T9" fmla="*/ 286 h 477"/>
                  <a:gd name="T10" fmla="*/ 475 w 239"/>
                  <a:gd name="T11" fmla="*/ 400 h 477"/>
                  <a:gd name="T12" fmla="*/ 1035 w 239"/>
                  <a:gd name="T13" fmla="*/ 208 h 477"/>
                  <a:gd name="T14" fmla="*/ 1038 w 239"/>
                  <a:gd name="T15" fmla="*/ 100 h 477"/>
                  <a:gd name="T16" fmla="*/ 1009 w 239"/>
                  <a:gd name="T17" fmla="*/ 2161 h 477"/>
                  <a:gd name="T18" fmla="*/ 414 w 239"/>
                  <a:gd name="T19" fmla="*/ 1916 h 477"/>
                  <a:gd name="T20" fmla="*/ 783 w 239"/>
                  <a:gd name="T21" fmla="*/ 1784 h 477"/>
                  <a:gd name="T22" fmla="*/ 783 w 239"/>
                  <a:gd name="T23" fmla="*/ 1685 h 477"/>
                  <a:gd name="T24" fmla="*/ 227 w 239"/>
                  <a:gd name="T25" fmla="*/ 1453 h 477"/>
                  <a:gd name="T26" fmla="*/ 832 w 239"/>
                  <a:gd name="T27" fmla="*/ 1245 h 477"/>
                  <a:gd name="T28" fmla="*/ 832 w 239"/>
                  <a:gd name="T29" fmla="*/ 1139 h 477"/>
                  <a:gd name="T30" fmla="*/ 223 w 239"/>
                  <a:gd name="T31" fmla="*/ 882 h 477"/>
                  <a:gd name="T32" fmla="*/ 803 w 239"/>
                  <a:gd name="T33" fmla="*/ 686 h 477"/>
                  <a:gd name="T34" fmla="*/ 806 w 239"/>
                  <a:gd name="T35" fmla="*/ 580 h 477"/>
                  <a:gd name="T36" fmla="*/ 475 w 239"/>
                  <a:gd name="T37" fmla="*/ 439 h 477"/>
                  <a:gd name="T38" fmla="*/ 434 w 239"/>
                  <a:gd name="T39" fmla="*/ 526 h 477"/>
                  <a:gd name="T40" fmla="*/ 671 w 239"/>
                  <a:gd name="T41" fmla="*/ 629 h 477"/>
                  <a:gd name="T42" fmla="*/ 211 w 239"/>
                  <a:gd name="T43" fmla="*/ 786 h 477"/>
                  <a:gd name="T44" fmla="*/ 223 w 239"/>
                  <a:gd name="T45" fmla="*/ 988 h 477"/>
                  <a:gd name="T46" fmla="*/ 695 w 239"/>
                  <a:gd name="T47" fmla="*/ 1188 h 477"/>
                  <a:gd name="T48" fmla="*/ 211 w 239"/>
                  <a:gd name="T49" fmla="*/ 1357 h 477"/>
                  <a:gd name="T50" fmla="*/ 314 w 239"/>
                  <a:gd name="T51" fmla="*/ 1593 h 477"/>
                  <a:gd name="T52" fmla="*/ 649 w 239"/>
                  <a:gd name="T53" fmla="*/ 1734 h 477"/>
                  <a:gd name="T54" fmla="*/ 372 w 239"/>
                  <a:gd name="T55" fmla="*/ 1825 h 477"/>
                  <a:gd name="T56" fmla="*/ 468 w 239"/>
                  <a:gd name="T57" fmla="*/ 2041 h 477"/>
                  <a:gd name="T58" fmla="*/ 874 w 239"/>
                  <a:gd name="T59" fmla="*/ 2210 h 477"/>
                  <a:gd name="T60" fmla="*/ 769 w 239"/>
                  <a:gd name="T61" fmla="*/ 2247 h 477"/>
                  <a:gd name="T62" fmla="*/ 909 w 239"/>
                  <a:gd name="T63" fmla="*/ 2301 h 477"/>
                  <a:gd name="T64" fmla="*/ 1006 w 239"/>
                  <a:gd name="T65" fmla="*/ 2268 h 477"/>
                  <a:gd name="T66" fmla="*/ 1009 w 239"/>
                  <a:gd name="T67" fmla="*/ 2161 h 47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9" h="477">
                    <a:moveTo>
                      <a:pt x="215" y="21"/>
                    </a:moveTo>
                    <a:cubicBezTo>
                      <a:pt x="176" y="5"/>
                      <a:pt x="176" y="5"/>
                      <a:pt x="176" y="5"/>
                    </a:cubicBezTo>
                    <a:cubicBezTo>
                      <a:pt x="152" y="0"/>
                      <a:pt x="157" y="19"/>
                      <a:pt x="157" y="19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82" y="67"/>
                      <a:pt x="98" y="83"/>
                      <a:pt x="98" y="83"/>
                    </a:cubicBezTo>
                    <a:cubicBezTo>
                      <a:pt x="214" y="43"/>
                      <a:pt x="214" y="43"/>
                      <a:pt x="214" y="43"/>
                    </a:cubicBezTo>
                    <a:cubicBezTo>
                      <a:pt x="239" y="33"/>
                      <a:pt x="215" y="21"/>
                      <a:pt x="215" y="21"/>
                    </a:cubicBezTo>
                    <a:close/>
                    <a:moveTo>
                      <a:pt x="209" y="448"/>
                    </a:moveTo>
                    <a:cubicBezTo>
                      <a:pt x="86" y="397"/>
                      <a:pt x="86" y="397"/>
                      <a:pt x="86" y="397"/>
                    </a:cubicBezTo>
                    <a:cubicBezTo>
                      <a:pt x="162" y="370"/>
                      <a:pt x="162" y="370"/>
                      <a:pt x="162" y="370"/>
                    </a:cubicBezTo>
                    <a:cubicBezTo>
                      <a:pt x="162" y="370"/>
                      <a:pt x="184" y="362"/>
                      <a:pt x="162" y="349"/>
                    </a:cubicBezTo>
                    <a:cubicBezTo>
                      <a:pt x="47" y="301"/>
                      <a:pt x="47" y="301"/>
                      <a:pt x="47" y="301"/>
                    </a:cubicBezTo>
                    <a:cubicBezTo>
                      <a:pt x="172" y="258"/>
                      <a:pt x="172" y="258"/>
                      <a:pt x="172" y="258"/>
                    </a:cubicBezTo>
                    <a:cubicBezTo>
                      <a:pt x="192" y="245"/>
                      <a:pt x="172" y="236"/>
                      <a:pt x="172" y="236"/>
                    </a:cubicBezTo>
                    <a:cubicBezTo>
                      <a:pt x="46" y="183"/>
                      <a:pt x="46" y="183"/>
                      <a:pt x="46" y="183"/>
                    </a:cubicBezTo>
                    <a:cubicBezTo>
                      <a:pt x="166" y="142"/>
                      <a:pt x="166" y="142"/>
                      <a:pt x="166" y="142"/>
                    </a:cubicBezTo>
                    <a:cubicBezTo>
                      <a:pt x="188" y="133"/>
                      <a:pt x="167" y="120"/>
                      <a:pt x="167" y="120"/>
                    </a:cubicBezTo>
                    <a:cubicBezTo>
                      <a:pt x="98" y="91"/>
                      <a:pt x="98" y="91"/>
                      <a:pt x="98" y="91"/>
                    </a:cubicBezTo>
                    <a:cubicBezTo>
                      <a:pt x="68" y="91"/>
                      <a:pt x="90" y="109"/>
                      <a:pt x="90" y="109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44" y="163"/>
                      <a:pt x="44" y="163"/>
                      <a:pt x="44" y="163"/>
                    </a:cubicBezTo>
                    <a:cubicBezTo>
                      <a:pt x="2" y="184"/>
                      <a:pt x="46" y="205"/>
                      <a:pt x="46" y="205"/>
                    </a:cubicBezTo>
                    <a:cubicBezTo>
                      <a:pt x="144" y="246"/>
                      <a:pt x="144" y="246"/>
                      <a:pt x="144" y="246"/>
                    </a:cubicBezTo>
                    <a:cubicBezTo>
                      <a:pt x="44" y="281"/>
                      <a:pt x="44" y="281"/>
                      <a:pt x="44" y="281"/>
                    </a:cubicBezTo>
                    <a:cubicBezTo>
                      <a:pt x="0" y="305"/>
                      <a:pt x="65" y="330"/>
                      <a:pt x="65" y="330"/>
                    </a:cubicBezTo>
                    <a:cubicBezTo>
                      <a:pt x="134" y="359"/>
                      <a:pt x="134" y="359"/>
                      <a:pt x="134" y="359"/>
                    </a:cubicBezTo>
                    <a:cubicBezTo>
                      <a:pt x="77" y="378"/>
                      <a:pt x="77" y="378"/>
                      <a:pt x="77" y="378"/>
                    </a:cubicBezTo>
                    <a:cubicBezTo>
                      <a:pt x="42" y="392"/>
                      <a:pt x="97" y="423"/>
                      <a:pt x="97" y="423"/>
                    </a:cubicBezTo>
                    <a:cubicBezTo>
                      <a:pt x="181" y="458"/>
                      <a:pt x="181" y="458"/>
                      <a:pt x="181" y="458"/>
                    </a:cubicBezTo>
                    <a:cubicBezTo>
                      <a:pt x="159" y="466"/>
                      <a:pt x="159" y="466"/>
                      <a:pt x="159" y="466"/>
                    </a:cubicBezTo>
                    <a:cubicBezTo>
                      <a:pt x="156" y="473"/>
                      <a:pt x="188" y="477"/>
                      <a:pt x="188" y="477"/>
                    </a:cubicBezTo>
                    <a:cubicBezTo>
                      <a:pt x="208" y="470"/>
                      <a:pt x="208" y="470"/>
                      <a:pt x="208" y="470"/>
                    </a:cubicBezTo>
                    <a:cubicBezTo>
                      <a:pt x="234" y="458"/>
                      <a:pt x="209" y="448"/>
                      <a:pt x="209" y="44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7" name="Freeform 12">
                <a:extLst>
                  <a:ext uri="{FF2B5EF4-FFF2-40B4-BE49-F238E27FC236}">
                    <a16:creationId xmlns:a16="http://schemas.microsoft.com/office/drawing/2014/main" id="{5AE6027B-4A66-48DB-BE79-5363D7167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651"/>
                <a:ext cx="473" cy="1288"/>
              </a:xfrm>
              <a:custGeom>
                <a:avLst/>
                <a:gdLst>
                  <a:gd name="T0" fmla="*/ 0 w 280"/>
                  <a:gd name="T1" fmla="*/ 0 h 762"/>
                  <a:gd name="T2" fmla="*/ 0 w 280"/>
                  <a:gd name="T3" fmla="*/ 392 h 762"/>
                  <a:gd name="T4" fmla="*/ 1034 w 280"/>
                  <a:gd name="T5" fmla="*/ 1854 h 762"/>
                  <a:gd name="T6" fmla="*/ 0 w 280"/>
                  <a:gd name="T7" fmla="*/ 3315 h 762"/>
                  <a:gd name="T8" fmla="*/ 0 w 280"/>
                  <a:gd name="T9" fmla="*/ 3680 h 762"/>
                  <a:gd name="T10" fmla="*/ 1350 w 280"/>
                  <a:gd name="T11" fmla="*/ 1841 h 762"/>
                  <a:gd name="T12" fmla="*/ 0 w 280"/>
                  <a:gd name="T13" fmla="*/ 0 h 7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0" h="762">
                    <a:moveTo>
                      <a:pt x="0" y="0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119" y="87"/>
                      <a:pt x="214" y="220"/>
                      <a:pt x="214" y="384"/>
                    </a:cubicBezTo>
                    <a:cubicBezTo>
                      <a:pt x="214" y="547"/>
                      <a:pt x="119" y="680"/>
                      <a:pt x="0" y="686"/>
                    </a:cubicBezTo>
                    <a:cubicBezTo>
                      <a:pt x="0" y="762"/>
                      <a:pt x="0" y="762"/>
                      <a:pt x="0" y="762"/>
                    </a:cubicBezTo>
                    <a:cubicBezTo>
                      <a:pt x="155" y="762"/>
                      <a:pt x="280" y="591"/>
                      <a:pt x="280" y="381"/>
                    </a:cubicBezTo>
                    <a:cubicBezTo>
                      <a:pt x="280" y="171"/>
                      <a:pt x="155" y="0"/>
                      <a:pt x="0" y="0"/>
                    </a:cubicBezTo>
                    <a:close/>
                  </a:path>
                </a:pathLst>
              </a:custGeom>
              <a:solidFill>
                <a:srgbClr val="F4D9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8" name="Freeform 13">
                <a:extLst>
                  <a:ext uri="{FF2B5EF4-FFF2-40B4-BE49-F238E27FC236}">
                    <a16:creationId xmlns:a16="http://schemas.microsoft.com/office/drawing/2014/main" id="{D9906BD7-9FEB-44CA-972A-646ADEE95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788"/>
                <a:ext cx="361" cy="1022"/>
              </a:xfrm>
              <a:custGeom>
                <a:avLst/>
                <a:gdLst>
                  <a:gd name="T0" fmla="*/ 57 w 214"/>
                  <a:gd name="T1" fmla="*/ 2411 h 605"/>
                  <a:gd name="T2" fmla="*/ 440 w 214"/>
                  <a:gd name="T3" fmla="*/ 1519 h 605"/>
                  <a:gd name="T4" fmla="*/ 105 w 214"/>
                  <a:gd name="T5" fmla="*/ 674 h 605"/>
                  <a:gd name="T6" fmla="*/ 0 w 214"/>
                  <a:gd name="T7" fmla="*/ 693 h 605"/>
                  <a:gd name="T8" fmla="*/ 0 w 214"/>
                  <a:gd name="T9" fmla="*/ 0 h 605"/>
                  <a:gd name="T10" fmla="*/ 1027 w 214"/>
                  <a:gd name="T11" fmla="*/ 1461 h 605"/>
                  <a:gd name="T12" fmla="*/ 0 w 214"/>
                  <a:gd name="T13" fmla="*/ 2916 h 605"/>
                  <a:gd name="T14" fmla="*/ 0 w 214"/>
                  <a:gd name="T15" fmla="*/ 2419 h 605"/>
                  <a:gd name="T16" fmla="*/ 57 w 214"/>
                  <a:gd name="T17" fmla="*/ 2411 h 6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4" h="605">
                    <a:moveTo>
                      <a:pt x="12" y="500"/>
                    </a:moveTo>
                    <a:cubicBezTo>
                      <a:pt x="69" y="492"/>
                      <a:pt x="89" y="371"/>
                      <a:pt x="92" y="315"/>
                    </a:cubicBezTo>
                    <a:cubicBezTo>
                      <a:pt x="100" y="184"/>
                      <a:pt x="36" y="134"/>
                      <a:pt x="22" y="140"/>
                    </a:cubicBezTo>
                    <a:cubicBezTo>
                      <a:pt x="8" y="146"/>
                      <a:pt x="0" y="144"/>
                      <a:pt x="0" y="14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9" y="7"/>
                      <a:pt x="214" y="140"/>
                      <a:pt x="214" y="303"/>
                    </a:cubicBezTo>
                    <a:cubicBezTo>
                      <a:pt x="214" y="466"/>
                      <a:pt x="119" y="599"/>
                      <a:pt x="0" y="605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0" y="502"/>
                      <a:pt x="4" y="502"/>
                      <a:pt x="12" y="500"/>
                    </a:cubicBez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9" name="Freeform 14">
                <a:extLst>
                  <a:ext uri="{FF2B5EF4-FFF2-40B4-BE49-F238E27FC236}">
                    <a16:creationId xmlns:a16="http://schemas.microsoft.com/office/drawing/2014/main" id="{8621594B-5B71-44BF-BF4C-9048ECFB7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543"/>
                <a:ext cx="1588" cy="1512"/>
              </a:xfrm>
              <a:custGeom>
                <a:avLst/>
                <a:gdLst>
                  <a:gd name="T0" fmla="*/ 4542 w 939"/>
                  <a:gd name="T1" fmla="*/ 4296 h 895"/>
                  <a:gd name="T2" fmla="*/ 2954 w 939"/>
                  <a:gd name="T3" fmla="*/ 2146 h 895"/>
                  <a:gd name="T4" fmla="*/ 4542 w 939"/>
                  <a:gd name="T5" fmla="*/ 0 h 895"/>
                  <a:gd name="T6" fmla="*/ 2582 w 939"/>
                  <a:gd name="T7" fmla="*/ 336 h 895"/>
                  <a:gd name="T8" fmla="*/ 1356 w 939"/>
                  <a:gd name="T9" fmla="*/ 307 h 895"/>
                  <a:gd name="T10" fmla="*/ 0 w 939"/>
                  <a:gd name="T11" fmla="*/ 2146 h 895"/>
                  <a:gd name="T12" fmla="*/ 1356 w 939"/>
                  <a:gd name="T13" fmla="*/ 3982 h 895"/>
                  <a:gd name="T14" fmla="*/ 2486 w 939"/>
                  <a:gd name="T15" fmla="*/ 3965 h 895"/>
                  <a:gd name="T16" fmla="*/ 4542 w 939"/>
                  <a:gd name="T17" fmla="*/ 4296 h 8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9" h="895">
                    <a:moveTo>
                      <a:pt x="939" y="891"/>
                    </a:moveTo>
                    <a:cubicBezTo>
                      <a:pt x="758" y="891"/>
                      <a:pt x="611" y="691"/>
                      <a:pt x="611" y="445"/>
                    </a:cubicBezTo>
                    <a:cubicBezTo>
                      <a:pt x="611" y="199"/>
                      <a:pt x="758" y="0"/>
                      <a:pt x="939" y="0"/>
                    </a:cubicBezTo>
                    <a:cubicBezTo>
                      <a:pt x="851" y="0"/>
                      <a:pt x="656" y="53"/>
                      <a:pt x="534" y="70"/>
                    </a:cubicBezTo>
                    <a:cubicBezTo>
                      <a:pt x="446" y="82"/>
                      <a:pt x="280" y="64"/>
                      <a:pt x="280" y="64"/>
                    </a:cubicBezTo>
                    <a:cubicBezTo>
                      <a:pt x="125" y="64"/>
                      <a:pt x="0" y="235"/>
                      <a:pt x="0" y="445"/>
                    </a:cubicBezTo>
                    <a:cubicBezTo>
                      <a:pt x="0" y="655"/>
                      <a:pt x="125" y="826"/>
                      <a:pt x="280" y="826"/>
                    </a:cubicBezTo>
                    <a:cubicBezTo>
                      <a:pt x="280" y="826"/>
                      <a:pt x="449" y="818"/>
                      <a:pt x="514" y="822"/>
                    </a:cubicBezTo>
                    <a:cubicBezTo>
                      <a:pt x="627" y="829"/>
                      <a:pt x="804" y="895"/>
                      <a:pt x="939" y="891"/>
                    </a:cubicBezTo>
                    <a:close/>
                  </a:path>
                </a:pathLst>
              </a:custGeom>
              <a:solidFill>
                <a:srgbClr val="EFA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0" name="Freeform 15">
                <a:extLst>
                  <a:ext uri="{FF2B5EF4-FFF2-40B4-BE49-F238E27FC236}">
                    <a16:creationId xmlns:a16="http://schemas.microsoft.com/office/drawing/2014/main" id="{6444C98E-665A-43F6-9DD0-82C52A83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743"/>
                <a:ext cx="1456" cy="312"/>
              </a:xfrm>
              <a:custGeom>
                <a:avLst/>
                <a:gdLst>
                  <a:gd name="T0" fmla="*/ 1875 w 861"/>
                  <a:gd name="T1" fmla="*/ 278 h 185"/>
                  <a:gd name="T2" fmla="*/ 744 w 861"/>
                  <a:gd name="T3" fmla="*/ 299 h 185"/>
                  <a:gd name="T4" fmla="*/ 0 w 861"/>
                  <a:gd name="T5" fmla="*/ 0 h 185"/>
                  <a:gd name="T6" fmla="*/ 977 w 861"/>
                  <a:gd name="T7" fmla="*/ 558 h 185"/>
                  <a:gd name="T8" fmla="*/ 2107 w 861"/>
                  <a:gd name="T9" fmla="*/ 538 h 185"/>
                  <a:gd name="T10" fmla="*/ 4163 w 861"/>
                  <a:gd name="T11" fmla="*/ 867 h 185"/>
                  <a:gd name="T12" fmla="*/ 3347 w 861"/>
                  <a:gd name="T13" fmla="*/ 560 h 185"/>
                  <a:gd name="T14" fmla="*/ 1875 w 861"/>
                  <a:gd name="T15" fmla="*/ 278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1" h="185">
                    <a:moveTo>
                      <a:pt x="388" y="58"/>
                    </a:moveTo>
                    <a:cubicBezTo>
                      <a:pt x="323" y="54"/>
                      <a:pt x="154" y="62"/>
                      <a:pt x="154" y="62"/>
                    </a:cubicBezTo>
                    <a:cubicBezTo>
                      <a:pt x="97" y="62"/>
                      <a:pt x="44" y="39"/>
                      <a:pt x="0" y="0"/>
                    </a:cubicBezTo>
                    <a:cubicBezTo>
                      <a:pt x="51" y="71"/>
                      <a:pt x="123" y="116"/>
                      <a:pt x="202" y="116"/>
                    </a:cubicBezTo>
                    <a:cubicBezTo>
                      <a:pt x="202" y="116"/>
                      <a:pt x="371" y="108"/>
                      <a:pt x="436" y="112"/>
                    </a:cubicBezTo>
                    <a:cubicBezTo>
                      <a:pt x="549" y="119"/>
                      <a:pt x="726" y="185"/>
                      <a:pt x="861" y="181"/>
                    </a:cubicBezTo>
                    <a:cubicBezTo>
                      <a:pt x="799" y="181"/>
                      <a:pt x="741" y="157"/>
                      <a:pt x="692" y="117"/>
                    </a:cubicBezTo>
                    <a:cubicBezTo>
                      <a:pt x="584" y="99"/>
                      <a:pt x="469" y="63"/>
                      <a:pt x="388" y="58"/>
                    </a:cubicBezTo>
                    <a:close/>
                  </a:path>
                </a:pathLst>
              </a:custGeom>
              <a:solidFill>
                <a:srgbClr val="E59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1" name="Freeform 16">
                <a:extLst>
                  <a:ext uri="{FF2B5EF4-FFF2-40B4-BE49-F238E27FC236}">
                    <a16:creationId xmlns:a16="http://schemas.microsoft.com/office/drawing/2014/main" id="{DB8CC546-8250-4D74-85C3-B351AD6900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7" y="1543"/>
                <a:ext cx="1588" cy="869"/>
              </a:xfrm>
              <a:custGeom>
                <a:avLst/>
                <a:gdLst>
                  <a:gd name="T0" fmla="*/ 4493 w 939"/>
                  <a:gd name="T1" fmla="*/ 0 h 514"/>
                  <a:gd name="T2" fmla="*/ 4542 w 939"/>
                  <a:gd name="T3" fmla="*/ 0 h 514"/>
                  <a:gd name="T4" fmla="*/ 4493 w 939"/>
                  <a:gd name="T5" fmla="*/ 0 h 514"/>
                  <a:gd name="T6" fmla="*/ 4493 w 939"/>
                  <a:gd name="T7" fmla="*/ 0 h 514"/>
                  <a:gd name="T8" fmla="*/ 2582 w 939"/>
                  <a:gd name="T9" fmla="*/ 336 h 514"/>
                  <a:gd name="T10" fmla="*/ 1356 w 939"/>
                  <a:gd name="T11" fmla="*/ 309 h 514"/>
                  <a:gd name="T12" fmla="*/ 0 w 939"/>
                  <a:gd name="T13" fmla="*/ 2149 h 514"/>
                  <a:gd name="T14" fmla="*/ 20 w 939"/>
                  <a:gd name="T15" fmla="*/ 2484 h 514"/>
                  <a:gd name="T16" fmla="*/ 1356 w 939"/>
                  <a:gd name="T17" fmla="*/ 977 h 514"/>
                  <a:gd name="T18" fmla="*/ 2582 w 939"/>
                  <a:gd name="T19" fmla="*/ 1006 h 514"/>
                  <a:gd name="T20" fmla="*/ 3266 w 939"/>
                  <a:gd name="T21" fmla="*/ 881 h 514"/>
                  <a:gd name="T22" fmla="*/ 4493 w 939"/>
                  <a:gd name="T23" fmla="*/ 0 h 5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9" h="514">
                    <a:moveTo>
                      <a:pt x="929" y="0"/>
                    </a:moveTo>
                    <a:cubicBezTo>
                      <a:pt x="932" y="0"/>
                      <a:pt x="936" y="0"/>
                      <a:pt x="939" y="0"/>
                    </a:cubicBezTo>
                    <a:cubicBezTo>
                      <a:pt x="936" y="0"/>
                      <a:pt x="933" y="0"/>
                      <a:pt x="929" y="0"/>
                    </a:cubicBezTo>
                    <a:close/>
                    <a:moveTo>
                      <a:pt x="929" y="0"/>
                    </a:moveTo>
                    <a:cubicBezTo>
                      <a:pt x="837" y="3"/>
                      <a:pt x="652" y="54"/>
                      <a:pt x="534" y="70"/>
                    </a:cubicBezTo>
                    <a:cubicBezTo>
                      <a:pt x="446" y="82"/>
                      <a:pt x="280" y="64"/>
                      <a:pt x="280" y="64"/>
                    </a:cubicBezTo>
                    <a:cubicBezTo>
                      <a:pt x="125" y="64"/>
                      <a:pt x="0" y="235"/>
                      <a:pt x="0" y="445"/>
                    </a:cubicBezTo>
                    <a:cubicBezTo>
                      <a:pt x="0" y="469"/>
                      <a:pt x="1" y="492"/>
                      <a:pt x="4" y="514"/>
                    </a:cubicBezTo>
                    <a:cubicBezTo>
                      <a:pt x="28" y="337"/>
                      <a:pt x="142" y="202"/>
                      <a:pt x="280" y="202"/>
                    </a:cubicBezTo>
                    <a:cubicBezTo>
                      <a:pt x="280" y="202"/>
                      <a:pt x="446" y="220"/>
                      <a:pt x="534" y="208"/>
                    </a:cubicBezTo>
                    <a:cubicBezTo>
                      <a:pt x="575" y="202"/>
                      <a:pt x="624" y="193"/>
                      <a:pt x="675" y="182"/>
                    </a:cubicBezTo>
                    <a:cubicBezTo>
                      <a:pt x="732" y="75"/>
                      <a:pt x="825" y="4"/>
                      <a:pt x="929" y="0"/>
                    </a:cubicBezTo>
                    <a:close/>
                  </a:path>
                </a:pathLst>
              </a:custGeom>
              <a:solidFill>
                <a:srgbClr val="F0B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2" name="Freeform 17">
                <a:extLst>
                  <a:ext uri="{FF2B5EF4-FFF2-40B4-BE49-F238E27FC236}">
                    <a16:creationId xmlns:a16="http://schemas.microsoft.com/office/drawing/2014/main" id="{7E13455A-AC51-4C51-8E2F-25279A989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543"/>
                <a:ext cx="1588" cy="1512"/>
              </a:xfrm>
              <a:custGeom>
                <a:avLst/>
                <a:gdLst>
                  <a:gd name="T0" fmla="*/ 4542 w 939"/>
                  <a:gd name="T1" fmla="*/ 4296 h 895"/>
                  <a:gd name="T2" fmla="*/ 2954 w 939"/>
                  <a:gd name="T3" fmla="*/ 2146 h 895"/>
                  <a:gd name="T4" fmla="*/ 4542 w 939"/>
                  <a:gd name="T5" fmla="*/ 0 h 895"/>
                  <a:gd name="T6" fmla="*/ 2582 w 939"/>
                  <a:gd name="T7" fmla="*/ 336 h 895"/>
                  <a:gd name="T8" fmla="*/ 1356 w 939"/>
                  <a:gd name="T9" fmla="*/ 307 h 895"/>
                  <a:gd name="T10" fmla="*/ 0 w 939"/>
                  <a:gd name="T11" fmla="*/ 2146 h 895"/>
                  <a:gd name="T12" fmla="*/ 1356 w 939"/>
                  <a:gd name="T13" fmla="*/ 3982 h 895"/>
                  <a:gd name="T14" fmla="*/ 2486 w 939"/>
                  <a:gd name="T15" fmla="*/ 3965 h 895"/>
                  <a:gd name="T16" fmla="*/ 4542 w 939"/>
                  <a:gd name="T17" fmla="*/ 4296 h 8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9" h="895">
                    <a:moveTo>
                      <a:pt x="939" y="891"/>
                    </a:moveTo>
                    <a:cubicBezTo>
                      <a:pt x="758" y="891"/>
                      <a:pt x="611" y="691"/>
                      <a:pt x="611" y="445"/>
                    </a:cubicBezTo>
                    <a:cubicBezTo>
                      <a:pt x="611" y="199"/>
                      <a:pt x="758" y="0"/>
                      <a:pt x="939" y="0"/>
                    </a:cubicBezTo>
                    <a:cubicBezTo>
                      <a:pt x="851" y="0"/>
                      <a:pt x="656" y="53"/>
                      <a:pt x="534" y="70"/>
                    </a:cubicBezTo>
                    <a:cubicBezTo>
                      <a:pt x="446" y="82"/>
                      <a:pt x="280" y="64"/>
                      <a:pt x="280" y="64"/>
                    </a:cubicBezTo>
                    <a:cubicBezTo>
                      <a:pt x="125" y="64"/>
                      <a:pt x="0" y="235"/>
                      <a:pt x="0" y="445"/>
                    </a:cubicBezTo>
                    <a:cubicBezTo>
                      <a:pt x="0" y="655"/>
                      <a:pt x="125" y="826"/>
                      <a:pt x="280" y="826"/>
                    </a:cubicBezTo>
                    <a:cubicBezTo>
                      <a:pt x="280" y="826"/>
                      <a:pt x="449" y="818"/>
                      <a:pt x="514" y="822"/>
                    </a:cubicBezTo>
                    <a:cubicBezTo>
                      <a:pt x="627" y="829"/>
                      <a:pt x="804" y="895"/>
                      <a:pt x="939" y="89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3" name="Freeform 18">
                <a:extLst>
                  <a:ext uri="{FF2B5EF4-FFF2-40B4-BE49-F238E27FC236}">
                    <a16:creationId xmlns:a16="http://schemas.microsoft.com/office/drawing/2014/main" id="{5A3DE3D1-7232-4076-9353-EAD67BD8C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540"/>
                <a:ext cx="610" cy="1509"/>
              </a:xfrm>
              <a:custGeom>
                <a:avLst/>
                <a:gdLst>
                  <a:gd name="T0" fmla="*/ 1698 w 361"/>
                  <a:gd name="T1" fmla="*/ 3883 h 893"/>
                  <a:gd name="T2" fmla="*/ 439 w 361"/>
                  <a:gd name="T3" fmla="*/ 2170 h 893"/>
                  <a:gd name="T4" fmla="*/ 1698 w 361"/>
                  <a:gd name="T5" fmla="*/ 460 h 893"/>
                  <a:gd name="T6" fmla="*/ 1742 w 361"/>
                  <a:gd name="T7" fmla="*/ 460 h 893"/>
                  <a:gd name="T8" fmla="*/ 1742 w 361"/>
                  <a:gd name="T9" fmla="*/ 5 h 893"/>
                  <a:gd name="T10" fmla="*/ 1582 w 361"/>
                  <a:gd name="T11" fmla="*/ 8 h 893"/>
                  <a:gd name="T12" fmla="*/ 0 w 361"/>
                  <a:gd name="T13" fmla="*/ 2156 h 893"/>
                  <a:gd name="T14" fmla="*/ 1582 w 361"/>
                  <a:gd name="T15" fmla="*/ 4309 h 893"/>
                  <a:gd name="T16" fmla="*/ 1742 w 361"/>
                  <a:gd name="T17" fmla="*/ 4301 h 893"/>
                  <a:gd name="T18" fmla="*/ 1742 w 361"/>
                  <a:gd name="T19" fmla="*/ 3883 h 893"/>
                  <a:gd name="T20" fmla="*/ 1698 w 361"/>
                  <a:gd name="T21" fmla="*/ 3883 h 89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1" h="893">
                    <a:moveTo>
                      <a:pt x="352" y="805"/>
                    </a:moveTo>
                    <a:cubicBezTo>
                      <a:pt x="208" y="805"/>
                      <a:pt x="91" y="646"/>
                      <a:pt x="91" y="450"/>
                    </a:cubicBezTo>
                    <a:cubicBezTo>
                      <a:pt x="91" y="254"/>
                      <a:pt x="208" y="95"/>
                      <a:pt x="352" y="95"/>
                    </a:cubicBezTo>
                    <a:cubicBezTo>
                      <a:pt x="355" y="95"/>
                      <a:pt x="358" y="95"/>
                      <a:pt x="361" y="95"/>
                    </a:cubicBezTo>
                    <a:cubicBezTo>
                      <a:pt x="361" y="1"/>
                      <a:pt x="361" y="1"/>
                      <a:pt x="361" y="1"/>
                    </a:cubicBezTo>
                    <a:cubicBezTo>
                      <a:pt x="350" y="0"/>
                      <a:pt x="339" y="2"/>
                      <a:pt x="328" y="2"/>
                    </a:cubicBezTo>
                    <a:cubicBezTo>
                      <a:pt x="147" y="2"/>
                      <a:pt x="0" y="201"/>
                      <a:pt x="0" y="447"/>
                    </a:cubicBezTo>
                    <a:cubicBezTo>
                      <a:pt x="0" y="693"/>
                      <a:pt x="147" y="893"/>
                      <a:pt x="328" y="893"/>
                    </a:cubicBezTo>
                    <a:cubicBezTo>
                      <a:pt x="339" y="893"/>
                      <a:pt x="350" y="893"/>
                      <a:pt x="361" y="891"/>
                    </a:cubicBezTo>
                    <a:cubicBezTo>
                      <a:pt x="361" y="805"/>
                      <a:pt x="361" y="805"/>
                      <a:pt x="361" y="805"/>
                    </a:cubicBezTo>
                    <a:cubicBezTo>
                      <a:pt x="358" y="805"/>
                      <a:pt x="355" y="805"/>
                      <a:pt x="352" y="805"/>
                    </a:cubicBezTo>
                    <a:close/>
                  </a:path>
                </a:pathLst>
              </a:custGeom>
              <a:solidFill>
                <a:srgbClr val="F4D9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4" name="Freeform 19">
                <a:extLst>
                  <a:ext uri="{FF2B5EF4-FFF2-40B4-BE49-F238E27FC236}">
                    <a16:creationId xmlns:a16="http://schemas.microsoft.com/office/drawing/2014/main" id="{98D11899-B87F-484C-A8BE-7E7F04F1A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700"/>
                <a:ext cx="456" cy="1200"/>
              </a:xfrm>
              <a:custGeom>
                <a:avLst/>
                <a:gdLst>
                  <a:gd name="T0" fmla="*/ 958 w 270"/>
                  <a:gd name="T1" fmla="*/ 2863 h 710"/>
                  <a:gd name="T2" fmla="*/ 790 w 270"/>
                  <a:gd name="T3" fmla="*/ 2814 h 710"/>
                  <a:gd name="T4" fmla="*/ 728 w 270"/>
                  <a:gd name="T5" fmla="*/ 2748 h 710"/>
                  <a:gd name="T6" fmla="*/ 601 w 270"/>
                  <a:gd name="T7" fmla="*/ 2686 h 710"/>
                  <a:gd name="T8" fmla="*/ 468 w 270"/>
                  <a:gd name="T9" fmla="*/ 2637 h 710"/>
                  <a:gd name="T10" fmla="*/ 390 w 270"/>
                  <a:gd name="T11" fmla="*/ 2442 h 710"/>
                  <a:gd name="T12" fmla="*/ 316 w 270"/>
                  <a:gd name="T13" fmla="*/ 2365 h 710"/>
                  <a:gd name="T14" fmla="*/ 216 w 270"/>
                  <a:gd name="T15" fmla="*/ 2111 h 710"/>
                  <a:gd name="T16" fmla="*/ 145 w 270"/>
                  <a:gd name="T17" fmla="*/ 1908 h 710"/>
                  <a:gd name="T18" fmla="*/ 194 w 270"/>
                  <a:gd name="T19" fmla="*/ 1673 h 710"/>
                  <a:gd name="T20" fmla="*/ 145 w 270"/>
                  <a:gd name="T21" fmla="*/ 1428 h 710"/>
                  <a:gd name="T22" fmla="*/ 343 w 270"/>
                  <a:gd name="T23" fmla="*/ 1176 h 710"/>
                  <a:gd name="T24" fmla="*/ 405 w 270"/>
                  <a:gd name="T25" fmla="*/ 936 h 710"/>
                  <a:gd name="T26" fmla="*/ 497 w 270"/>
                  <a:gd name="T27" fmla="*/ 840 h 710"/>
                  <a:gd name="T28" fmla="*/ 799 w 270"/>
                  <a:gd name="T29" fmla="*/ 646 h 710"/>
                  <a:gd name="T30" fmla="*/ 1160 w 270"/>
                  <a:gd name="T31" fmla="*/ 522 h 710"/>
                  <a:gd name="T32" fmla="*/ 1300 w 270"/>
                  <a:gd name="T33" fmla="*/ 512 h 710"/>
                  <a:gd name="T34" fmla="*/ 1300 w 270"/>
                  <a:gd name="T35" fmla="*/ 0 h 710"/>
                  <a:gd name="T36" fmla="*/ 1258 w 270"/>
                  <a:gd name="T37" fmla="*/ 0 h 710"/>
                  <a:gd name="T38" fmla="*/ 0 w 270"/>
                  <a:gd name="T39" fmla="*/ 1714 h 710"/>
                  <a:gd name="T40" fmla="*/ 1258 w 270"/>
                  <a:gd name="T41" fmla="*/ 3428 h 710"/>
                  <a:gd name="T42" fmla="*/ 1295 w 270"/>
                  <a:gd name="T43" fmla="*/ 3428 h 710"/>
                  <a:gd name="T44" fmla="*/ 1300 w 270"/>
                  <a:gd name="T45" fmla="*/ 3428 h 710"/>
                  <a:gd name="T46" fmla="*/ 1300 w 270"/>
                  <a:gd name="T47" fmla="*/ 2936 h 710"/>
                  <a:gd name="T48" fmla="*/ 1160 w 270"/>
                  <a:gd name="T49" fmla="*/ 2936 h 710"/>
                  <a:gd name="T50" fmla="*/ 958 w 270"/>
                  <a:gd name="T51" fmla="*/ 2863 h 71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70" h="710">
                    <a:moveTo>
                      <a:pt x="199" y="593"/>
                    </a:moveTo>
                    <a:cubicBezTo>
                      <a:pt x="185" y="578"/>
                      <a:pt x="164" y="583"/>
                      <a:pt x="164" y="583"/>
                    </a:cubicBezTo>
                    <a:cubicBezTo>
                      <a:pt x="164" y="583"/>
                      <a:pt x="156" y="575"/>
                      <a:pt x="151" y="569"/>
                    </a:cubicBezTo>
                    <a:cubicBezTo>
                      <a:pt x="145" y="563"/>
                      <a:pt x="135" y="556"/>
                      <a:pt x="125" y="556"/>
                    </a:cubicBezTo>
                    <a:cubicBezTo>
                      <a:pt x="116" y="556"/>
                      <a:pt x="97" y="546"/>
                      <a:pt x="97" y="546"/>
                    </a:cubicBezTo>
                    <a:cubicBezTo>
                      <a:pt x="99" y="530"/>
                      <a:pt x="90" y="511"/>
                      <a:pt x="81" y="506"/>
                    </a:cubicBezTo>
                    <a:cubicBezTo>
                      <a:pt x="73" y="500"/>
                      <a:pt x="66" y="490"/>
                      <a:pt x="66" y="490"/>
                    </a:cubicBezTo>
                    <a:cubicBezTo>
                      <a:pt x="75" y="467"/>
                      <a:pt x="54" y="442"/>
                      <a:pt x="45" y="437"/>
                    </a:cubicBezTo>
                    <a:cubicBezTo>
                      <a:pt x="37" y="432"/>
                      <a:pt x="33" y="408"/>
                      <a:pt x="30" y="395"/>
                    </a:cubicBezTo>
                    <a:cubicBezTo>
                      <a:pt x="27" y="382"/>
                      <a:pt x="40" y="370"/>
                      <a:pt x="40" y="347"/>
                    </a:cubicBezTo>
                    <a:cubicBezTo>
                      <a:pt x="40" y="324"/>
                      <a:pt x="28" y="320"/>
                      <a:pt x="30" y="296"/>
                    </a:cubicBezTo>
                    <a:cubicBezTo>
                      <a:pt x="32" y="272"/>
                      <a:pt x="56" y="257"/>
                      <a:pt x="71" y="244"/>
                    </a:cubicBezTo>
                    <a:cubicBezTo>
                      <a:pt x="85" y="230"/>
                      <a:pt x="85" y="201"/>
                      <a:pt x="84" y="194"/>
                    </a:cubicBezTo>
                    <a:cubicBezTo>
                      <a:pt x="83" y="188"/>
                      <a:pt x="94" y="184"/>
                      <a:pt x="103" y="174"/>
                    </a:cubicBezTo>
                    <a:cubicBezTo>
                      <a:pt x="113" y="165"/>
                      <a:pt x="147" y="139"/>
                      <a:pt x="166" y="134"/>
                    </a:cubicBezTo>
                    <a:cubicBezTo>
                      <a:pt x="185" y="128"/>
                      <a:pt x="228" y="106"/>
                      <a:pt x="241" y="108"/>
                    </a:cubicBezTo>
                    <a:cubicBezTo>
                      <a:pt x="253" y="109"/>
                      <a:pt x="270" y="106"/>
                      <a:pt x="270" y="106"/>
                    </a:cubicBezTo>
                    <a:cubicBezTo>
                      <a:pt x="270" y="0"/>
                      <a:pt x="270" y="0"/>
                      <a:pt x="270" y="0"/>
                    </a:cubicBezTo>
                    <a:cubicBezTo>
                      <a:pt x="267" y="0"/>
                      <a:pt x="264" y="0"/>
                      <a:pt x="261" y="0"/>
                    </a:cubicBezTo>
                    <a:cubicBezTo>
                      <a:pt x="117" y="0"/>
                      <a:pt x="0" y="159"/>
                      <a:pt x="0" y="355"/>
                    </a:cubicBezTo>
                    <a:cubicBezTo>
                      <a:pt x="0" y="551"/>
                      <a:pt x="117" y="710"/>
                      <a:pt x="261" y="710"/>
                    </a:cubicBezTo>
                    <a:cubicBezTo>
                      <a:pt x="264" y="710"/>
                      <a:pt x="266" y="710"/>
                      <a:pt x="269" y="710"/>
                    </a:cubicBezTo>
                    <a:cubicBezTo>
                      <a:pt x="269" y="710"/>
                      <a:pt x="270" y="710"/>
                      <a:pt x="270" y="710"/>
                    </a:cubicBezTo>
                    <a:cubicBezTo>
                      <a:pt x="270" y="608"/>
                      <a:pt x="270" y="608"/>
                      <a:pt x="270" y="608"/>
                    </a:cubicBezTo>
                    <a:cubicBezTo>
                      <a:pt x="270" y="608"/>
                      <a:pt x="249" y="610"/>
                      <a:pt x="241" y="608"/>
                    </a:cubicBezTo>
                    <a:cubicBezTo>
                      <a:pt x="233" y="605"/>
                      <a:pt x="206" y="600"/>
                      <a:pt x="199" y="593"/>
                    </a:cubicBezTo>
                    <a:close/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5" name="Freeform 20">
                <a:extLst>
                  <a:ext uri="{FF2B5EF4-FFF2-40B4-BE49-F238E27FC236}">
                    <a16:creationId xmlns:a16="http://schemas.microsoft.com/office/drawing/2014/main" id="{2C68EA8F-B296-41CA-8F16-51C154B0C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541"/>
                <a:ext cx="1745" cy="267"/>
              </a:xfrm>
              <a:custGeom>
                <a:avLst/>
                <a:gdLst>
                  <a:gd name="T0" fmla="*/ 2176 w 1032"/>
                  <a:gd name="T1" fmla="*/ 286 h 158"/>
                  <a:gd name="T2" fmla="*/ 0 w 1032"/>
                  <a:gd name="T3" fmla="*/ 0 h 158"/>
                  <a:gd name="T4" fmla="*/ 0 w 1032"/>
                  <a:gd name="T5" fmla="*/ 455 h 158"/>
                  <a:gd name="T6" fmla="*/ 2176 w 1032"/>
                  <a:gd name="T7" fmla="*/ 671 h 158"/>
                  <a:gd name="T8" fmla="*/ 4990 w 1032"/>
                  <a:gd name="T9" fmla="*/ 700 h 158"/>
                  <a:gd name="T10" fmla="*/ 4990 w 1032"/>
                  <a:gd name="T11" fmla="*/ 314 h 158"/>
                  <a:gd name="T12" fmla="*/ 2176 w 1032"/>
                  <a:gd name="T13" fmla="*/ 286 h 1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2" h="158">
                    <a:moveTo>
                      <a:pt x="450" y="59"/>
                    </a:moveTo>
                    <a:cubicBezTo>
                      <a:pt x="177" y="12"/>
                      <a:pt x="52" y="2"/>
                      <a:pt x="0" y="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52" y="96"/>
                      <a:pt x="177" y="92"/>
                      <a:pt x="450" y="139"/>
                    </a:cubicBezTo>
                    <a:cubicBezTo>
                      <a:pt x="529" y="153"/>
                      <a:pt x="886" y="158"/>
                      <a:pt x="1032" y="145"/>
                    </a:cubicBezTo>
                    <a:cubicBezTo>
                      <a:pt x="1032" y="65"/>
                      <a:pt x="1032" y="65"/>
                      <a:pt x="1032" y="65"/>
                    </a:cubicBezTo>
                    <a:cubicBezTo>
                      <a:pt x="886" y="78"/>
                      <a:pt x="529" y="73"/>
                      <a:pt x="450" y="59"/>
                    </a:cubicBezTo>
                    <a:close/>
                  </a:path>
                </a:pathLst>
              </a:custGeom>
              <a:solidFill>
                <a:srgbClr val="EEB9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6" name="Freeform 21">
                <a:extLst>
                  <a:ext uri="{FF2B5EF4-FFF2-40B4-BE49-F238E27FC236}">
                    <a16:creationId xmlns:a16="http://schemas.microsoft.com/office/drawing/2014/main" id="{9E792216-5085-4E65-8CCF-0B7507D71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697"/>
                <a:ext cx="1745" cy="405"/>
              </a:xfrm>
              <a:custGeom>
                <a:avLst/>
                <a:gdLst>
                  <a:gd name="T0" fmla="*/ 4990 w 1032"/>
                  <a:gd name="T1" fmla="*/ 253 h 240"/>
                  <a:gd name="T2" fmla="*/ 2176 w 1032"/>
                  <a:gd name="T3" fmla="*/ 224 h 240"/>
                  <a:gd name="T4" fmla="*/ 0 w 1032"/>
                  <a:gd name="T5" fmla="*/ 8 h 240"/>
                  <a:gd name="T6" fmla="*/ 0 w 1032"/>
                  <a:gd name="T7" fmla="*/ 518 h 240"/>
                  <a:gd name="T8" fmla="*/ 320 w 1032"/>
                  <a:gd name="T9" fmla="*/ 643 h 240"/>
                  <a:gd name="T10" fmla="*/ 1150 w 1032"/>
                  <a:gd name="T11" fmla="*/ 928 h 240"/>
                  <a:gd name="T12" fmla="*/ 2371 w 1032"/>
                  <a:gd name="T13" fmla="*/ 567 h 240"/>
                  <a:gd name="T14" fmla="*/ 2631 w 1032"/>
                  <a:gd name="T15" fmla="*/ 638 h 240"/>
                  <a:gd name="T16" fmla="*/ 2868 w 1032"/>
                  <a:gd name="T17" fmla="*/ 783 h 240"/>
                  <a:gd name="T18" fmla="*/ 3297 w 1032"/>
                  <a:gd name="T19" fmla="*/ 581 h 240"/>
                  <a:gd name="T20" fmla="*/ 3870 w 1032"/>
                  <a:gd name="T21" fmla="*/ 596 h 240"/>
                  <a:gd name="T22" fmla="*/ 4341 w 1032"/>
                  <a:gd name="T23" fmla="*/ 937 h 240"/>
                  <a:gd name="T24" fmla="*/ 4746 w 1032"/>
                  <a:gd name="T25" fmla="*/ 1126 h 240"/>
                  <a:gd name="T26" fmla="*/ 4990 w 1032"/>
                  <a:gd name="T27" fmla="*/ 952 h 240"/>
                  <a:gd name="T28" fmla="*/ 4990 w 1032"/>
                  <a:gd name="T29" fmla="*/ 253 h 2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32" h="240">
                    <a:moveTo>
                      <a:pt x="1032" y="53"/>
                    </a:moveTo>
                    <a:cubicBezTo>
                      <a:pt x="886" y="66"/>
                      <a:pt x="529" y="61"/>
                      <a:pt x="450" y="47"/>
                    </a:cubicBezTo>
                    <a:cubicBezTo>
                      <a:pt x="177" y="0"/>
                      <a:pt x="52" y="4"/>
                      <a:pt x="0" y="2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08"/>
                      <a:pt x="46" y="124"/>
                      <a:pt x="66" y="134"/>
                    </a:cubicBezTo>
                    <a:cubicBezTo>
                      <a:pt x="87" y="144"/>
                      <a:pt x="173" y="192"/>
                      <a:pt x="238" y="193"/>
                    </a:cubicBezTo>
                    <a:cubicBezTo>
                      <a:pt x="303" y="193"/>
                      <a:pt x="453" y="120"/>
                      <a:pt x="490" y="118"/>
                    </a:cubicBezTo>
                    <a:cubicBezTo>
                      <a:pt x="528" y="115"/>
                      <a:pt x="532" y="118"/>
                      <a:pt x="544" y="133"/>
                    </a:cubicBezTo>
                    <a:cubicBezTo>
                      <a:pt x="556" y="149"/>
                      <a:pt x="571" y="163"/>
                      <a:pt x="593" y="163"/>
                    </a:cubicBezTo>
                    <a:cubicBezTo>
                      <a:pt x="632" y="162"/>
                      <a:pt x="658" y="132"/>
                      <a:pt x="682" y="121"/>
                    </a:cubicBezTo>
                    <a:cubicBezTo>
                      <a:pt x="728" y="99"/>
                      <a:pt x="769" y="106"/>
                      <a:pt x="801" y="124"/>
                    </a:cubicBezTo>
                    <a:cubicBezTo>
                      <a:pt x="833" y="142"/>
                      <a:pt x="883" y="172"/>
                      <a:pt x="898" y="195"/>
                    </a:cubicBezTo>
                    <a:cubicBezTo>
                      <a:pt x="913" y="217"/>
                      <a:pt x="949" y="240"/>
                      <a:pt x="982" y="234"/>
                    </a:cubicBezTo>
                    <a:cubicBezTo>
                      <a:pt x="1015" y="227"/>
                      <a:pt x="1032" y="198"/>
                      <a:pt x="1032" y="198"/>
                    </a:cubicBezTo>
                    <a:lnTo>
                      <a:pt x="1032" y="53"/>
                    </a:lnTo>
                    <a:close/>
                  </a:path>
                </a:pathLst>
              </a:custGeom>
              <a:solidFill>
                <a:srgbClr val="F9D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7" name="Freeform 22">
                <a:extLst>
                  <a:ext uri="{FF2B5EF4-FFF2-40B4-BE49-F238E27FC236}">
                    <a16:creationId xmlns:a16="http://schemas.microsoft.com/office/drawing/2014/main" id="{DAC71EE2-F6E0-4222-B81A-73C61A03C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788"/>
                <a:ext cx="1745" cy="257"/>
              </a:xfrm>
              <a:custGeom>
                <a:avLst/>
                <a:gdLst>
                  <a:gd name="T0" fmla="*/ 0 w 1032"/>
                  <a:gd name="T1" fmla="*/ 735 h 152"/>
                  <a:gd name="T2" fmla="*/ 2196 w 1032"/>
                  <a:gd name="T3" fmla="*/ 489 h 152"/>
                  <a:gd name="T4" fmla="*/ 4990 w 1032"/>
                  <a:gd name="T5" fmla="*/ 429 h 152"/>
                  <a:gd name="T6" fmla="*/ 4990 w 1032"/>
                  <a:gd name="T7" fmla="*/ 69 h 152"/>
                  <a:gd name="T8" fmla="*/ 2196 w 1032"/>
                  <a:gd name="T9" fmla="*/ 125 h 152"/>
                  <a:gd name="T10" fmla="*/ 0 w 1032"/>
                  <a:gd name="T11" fmla="*/ 320 h 152"/>
                  <a:gd name="T12" fmla="*/ 0 w 1032"/>
                  <a:gd name="T13" fmla="*/ 735 h 1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2" h="152">
                    <a:moveTo>
                      <a:pt x="0" y="152"/>
                    </a:moveTo>
                    <a:cubicBezTo>
                      <a:pt x="155" y="148"/>
                      <a:pt x="267" y="147"/>
                      <a:pt x="454" y="101"/>
                    </a:cubicBezTo>
                    <a:cubicBezTo>
                      <a:pt x="558" y="76"/>
                      <a:pt x="1032" y="89"/>
                      <a:pt x="1032" y="89"/>
                    </a:cubicBezTo>
                    <a:cubicBezTo>
                      <a:pt x="1032" y="14"/>
                      <a:pt x="1032" y="14"/>
                      <a:pt x="1032" y="14"/>
                    </a:cubicBezTo>
                    <a:cubicBezTo>
                      <a:pt x="1032" y="14"/>
                      <a:pt x="558" y="0"/>
                      <a:pt x="454" y="26"/>
                    </a:cubicBezTo>
                    <a:cubicBezTo>
                      <a:pt x="267" y="72"/>
                      <a:pt x="155" y="61"/>
                      <a:pt x="0" y="66"/>
                    </a:cubicBez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EEB9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8" name="Freeform 23">
                <a:extLst>
                  <a:ext uri="{FF2B5EF4-FFF2-40B4-BE49-F238E27FC236}">
                    <a16:creationId xmlns:a16="http://schemas.microsoft.com/office/drawing/2014/main" id="{E3C266C9-8775-4491-9DB4-C3063075F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697"/>
                <a:ext cx="2562" cy="1213"/>
              </a:xfrm>
              <a:custGeom>
                <a:avLst/>
                <a:gdLst>
                  <a:gd name="T0" fmla="*/ 6283 w 1516"/>
                  <a:gd name="T1" fmla="*/ 260 h 718"/>
                  <a:gd name="T2" fmla="*/ 7318 w 1516"/>
                  <a:gd name="T3" fmla="*/ 1722 h 718"/>
                  <a:gd name="T4" fmla="*/ 6283 w 1516"/>
                  <a:gd name="T5" fmla="*/ 3176 h 718"/>
                  <a:gd name="T6" fmla="*/ 6283 w 1516"/>
                  <a:gd name="T7" fmla="*/ 3183 h 718"/>
                  <a:gd name="T8" fmla="*/ 3497 w 1516"/>
                  <a:gd name="T9" fmla="*/ 3239 h 718"/>
                  <a:gd name="T10" fmla="*/ 1303 w 1516"/>
                  <a:gd name="T11" fmla="*/ 3433 h 718"/>
                  <a:gd name="T12" fmla="*/ 1303 w 1516"/>
                  <a:gd name="T13" fmla="*/ 3433 h 718"/>
                  <a:gd name="T14" fmla="*/ 1259 w 1516"/>
                  <a:gd name="T15" fmla="*/ 3433 h 718"/>
                  <a:gd name="T16" fmla="*/ 0 w 1516"/>
                  <a:gd name="T17" fmla="*/ 1722 h 718"/>
                  <a:gd name="T18" fmla="*/ 1259 w 1516"/>
                  <a:gd name="T19" fmla="*/ 8 h 718"/>
                  <a:gd name="T20" fmla="*/ 1303 w 1516"/>
                  <a:gd name="T21" fmla="*/ 8 h 718"/>
                  <a:gd name="T22" fmla="*/ 1303 w 1516"/>
                  <a:gd name="T23" fmla="*/ 8 h 718"/>
                  <a:gd name="T24" fmla="*/ 3476 w 1516"/>
                  <a:gd name="T25" fmla="*/ 225 h 718"/>
                  <a:gd name="T26" fmla="*/ 6283 w 1516"/>
                  <a:gd name="T27" fmla="*/ 257 h 7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16" h="718">
                    <a:moveTo>
                      <a:pt x="1302" y="54"/>
                    </a:moveTo>
                    <a:cubicBezTo>
                      <a:pt x="1421" y="60"/>
                      <a:pt x="1516" y="193"/>
                      <a:pt x="1516" y="357"/>
                    </a:cubicBezTo>
                    <a:cubicBezTo>
                      <a:pt x="1516" y="520"/>
                      <a:pt x="1421" y="653"/>
                      <a:pt x="1302" y="659"/>
                    </a:cubicBezTo>
                    <a:cubicBezTo>
                      <a:pt x="1302" y="660"/>
                      <a:pt x="1302" y="660"/>
                      <a:pt x="1302" y="660"/>
                    </a:cubicBezTo>
                    <a:cubicBezTo>
                      <a:pt x="1302" y="660"/>
                      <a:pt x="828" y="646"/>
                      <a:pt x="724" y="672"/>
                    </a:cubicBezTo>
                    <a:cubicBezTo>
                      <a:pt x="537" y="718"/>
                      <a:pt x="425" y="707"/>
                      <a:pt x="270" y="712"/>
                    </a:cubicBezTo>
                    <a:cubicBezTo>
                      <a:pt x="270" y="712"/>
                      <a:pt x="270" y="712"/>
                      <a:pt x="270" y="712"/>
                    </a:cubicBezTo>
                    <a:cubicBezTo>
                      <a:pt x="267" y="712"/>
                      <a:pt x="264" y="712"/>
                      <a:pt x="261" y="712"/>
                    </a:cubicBezTo>
                    <a:cubicBezTo>
                      <a:pt x="117" y="712"/>
                      <a:pt x="0" y="553"/>
                      <a:pt x="0" y="357"/>
                    </a:cubicBezTo>
                    <a:cubicBezTo>
                      <a:pt x="0" y="161"/>
                      <a:pt x="117" y="2"/>
                      <a:pt x="261" y="2"/>
                    </a:cubicBezTo>
                    <a:cubicBezTo>
                      <a:pt x="264" y="2"/>
                      <a:pt x="267" y="2"/>
                      <a:pt x="270" y="2"/>
                    </a:cubicBezTo>
                    <a:cubicBezTo>
                      <a:pt x="270" y="2"/>
                      <a:pt x="270" y="2"/>
                      <a:pt x="270" y="2"/>
                    </a:cubicBezTo>
                    <a:cubicBezTo>
                      <a:pt x="322" y="4"/>
                      <a:pt x="447" y="0"/>
                      <a:pt x="720" y="47"/>
                    </a:cubicBezTo>
                    <a:cubicBezTo>
                      <a:pt x="799" y="61"/>
                      <a:pt x="1156" y="66"/>
                      <a:pt x="1302" y="5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9" name="Freeform 24">
                <a:extLst>
                  <a:ext uri="{FF2B5EF4-FFF2-40B4-BE49-F238E27FC236}">
                    <a16:creationId xmlns:a16="http://schemas.microsoft.com/office/drawing/2014/main" id="{DDF65F7C-A9F0-4B8E-9A18-64CE8EAA6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498"/>
                <a:ext cx="1745" cy="412"/>
              </a:xfrm>
              <a:custGeom>
                <a:avLst/>
                <a:gdLst>
                  <a:gd name="T0" fmla="*/ 4990 w 1032"/>
                  <a:gd name="T1" fmla="*/ 895 h 244"/>
                  <a:gd name="T2" fmla="*/ 2196 w 1032"/>
                  <a:gd name="T3" fmla="*/ 952 h 244"/>
                  <a:gd name="T4" fmla="*/ 0 w 1032"/>
                  <a:gd name="T5" fmla="*/ 1147 h 244"/>
                  <a:gd name="T6" fmla="*/ 0 w 1032"/>
                  <a:gd name="T7" fmla="*/ 655 h 244"/>
                  <a:gd name="T8" fmla="*/ 211 w 1032"/>
                  <a:gd name="T9" fmla="*/ 621 h 244"/>
                  <a:gd name="T10" fmla="*/ 883 w 1032"/>
                  <a:gd name="T11" fmla="*/ 659 h 244"/>
                  <a:gd name="T12" fmla="*/ 2296 w 1032"/>
                  <a:gd name="T13" fmla="*/ 336 h 244"/>
                  <a:gd name="T14" fmla="*/ 3427 w 1032"/>
                  <a:gd name="T15" fmla="*/ 642 h 244"/>
                  <a:gd name="T16" fmla="*/ 4065 w 1032"/>
                  <a:gd name="T17" fmla="*/ 442 h 244"/>
                  <a:gd name="T18" fmla="*/ 4990 w 1032"/>
                  <a:gd name="T19" fmla="*/ 393 h 244"/>
                  <a:gd name="T20" fmla="*/ 4990 w 1032"/>
                  <a:gd name="T21" fmla="*/ 895 h 2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32" h="244">
                    <a:moveTo>
                      <a:pt x="1032" y="186"/>
                    </a:moveTo>
                    <a:cubicBezTo>
                      <a:pt x="1032" y="186"/>
                      <a:pt x="558" y="172"/>
                      <a:pt x="454" y="198"/>
                    </a:cubicBezTo>
                    <a:cubicBezTo>
                      <a:pt x="267" y="244"/>
                      <a:pt x="155" y="233"/>
                      <a:pt x="0" y="238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6"/>
                      <a:pt x="21" y="132"/>
                      <a:pt x="44" y="129"/>
                    </a:cubicBezTo>
                    <a:cubicBezTo>
                      <a:pt x="66" y="126"/>
                      <a:pt x="147" y="141"/>
                      <a:pt x="183" y="137"/>
                    </a:cubicBezTo>
                    <a:cubicBezTo>
                      <a:pt x="220" y="133"/>
                      <a:pt x="404" y="70"/>
                      <a:pt x="475" y="70"/>
                    </a:cubicBezTo>
                    <a:cubicBezTo>
                      <a:pt x="547" y="70"/>
                      <a:pt x="657" y="134"/>
                      <a:pt x="709" y="133"/>
                    </a:cubicBezTo>
                    <a:cubicBezTo>
                      <a:pt x="762" y="132"/>
                      <a:pt x="815" y="111"/>
                      <a:pt x="841" y="92"/>
                    </a:cubicBezTo>
                    <a:cubicBezTo>
                      <a:pt x="867" y="72"/>
                      <a:pt x="998" y="0"/>
                      <a:pt x="1032" y="82"/>
                    </a:cubicBezTo>
                    <a:lnTo>
                      <a:pt x="1032" y="186"/>
                    </a:lnTo>
                    <a:close/>
                  </a:path>
                </a:pathLst>
              </a:custGeom>
              <a:solidFill>
                <a:srgbClr val="F9D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0" name="Freeform 25">
                <a:extLst>
                  <a:ext uri="{FF2B5EF4-FFF2-40B4-BE49-F238E27FC236}">
                    <a16:creationId xmlns:a16="http://schemas.microsoft.com/office/drawing/2014/main" id="{77BF7012-2D04-45B4-8292-42C91F901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014"/>
                <a:ext cx="492" cy="639"/>
              </a:xfrm>
              <a:custGeom>
                <a:avLst/>
                <a:gdLst>
                  <a:gd name="T0" fmla="*/ 0 w 291"/>
                  <a:gd name="T1" fmla="*/ 1826 h 378"/>
                  <a:gd name="T2" fmla="*/ 923 w 291"/>
                  <a:gd name="T3" fmla="*/ 1777 h 378"/>
                  <a:gd name="T4" fmla="*/ 981 w 291"/>
                  <a:gd name="T5" fmla="*/ 1768 h 378"/>
                  <a:gd name="T6" fmla="*/ 1366 w 291"/>
                  <a:gd name="T7" fmla="*/ 874 h 378"/>
                  <a:gd name="T8" fmla="*/ 1030 w 291"/>
                  <a:gd name="T9" fmla="*/ 29 h 378"/>
                  <a:gd name="T10" fmla="*/ 923 w 291"/>
                  <a:gd name="T11" fmla="*/ 49 h 378"/>
                  <a:gd name="T12" fmla="*/ 680 w 291"/>
                  <a:gd name="T13" fmla="*/ 223 h 378"/>
                  <a:gd name="T14" fmla="*/ 274 w 291"/>
                  <a:gd name="T15" fmla="*/ 34 h 378"/>
                  <a:gd name="T16" fmla="*/ 397 w 291"/>
                  <a:gd name="T17" fmla="*/ 309 h 378"/>
                  <a:gd name="T18" fmla="*/ 475 w 291"/>
                  <a:gd name="T19" fmla="*/ 632 h 378"/>
                  <a:gd name="T20" fmla="*/ 489 w 291"/>
                  <a:gd name="T21" fmla="*/ 771 h 378"/>
                  <a:gd name="T22" fmla="*/ 421 w 291"/>
                  <a:gd name="T23" fmla="*/ 1068 h 378"/>
                  <a:gd name="T24" fmla="*/ 446 w 291"/>
                  <a:gd name="T25" fmla="*/ 1209 h 378"/>
                  <a:gd name="T26" fmla="*/ 489 w 291"/>
                  <a:gd name="T27" fmla="*/ 1337 h 378"/>
                  <a:gd name="T28" fmla="*/ 265 w 291"/>
                  <a:gd name="T29" fmla="*/ 1523 h 378"/>
                  <a:gd name="T30" fmla="*/ 0 w 291"/>
                  <a:gd name="T31" fmla="*/ 1826 h 37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91" h="378">
                    <a:moveTo>
                      <a:pt x="0" y="378"/>
                    </a:moveTo>
                    <a:cubicBezTo>
                      <a:pt x="26" y="358"/>
                      <a:pt x="157" y="286"/>
                      <a:pt x="191" y="368"/>
                    </a:cubicBezTo>
                    <a:cubicBezTo>
                      <a:pt x="191" y="368"/>
                      <a:pt x="195" y="368"/>
                      <a:pt x="203" y="366"/>
                    </a:cubicBezTo>
                    <a:cubicBezTo>
                      <a:pt x="260" y="358"/>
                      <a:pt x="280" y="237"/>
                      <a:pt x="283" y="181"/>
                    </a:cubicBezTo>
                    <a:cubicBezTo>
                      <a:pt x="291" y="50"/>
                      <a:pt x="227" y="0"/>
                      <a:pt x="213" y="6"/>
                    </a:cubicBezTo>
                    <a:cubicBezTo>
                      <a:pt x="199" y="12"/>
                      <a:pt x="191" y="10"/>
                      <a:pt x="191" y="10"/>
                    </a:cubicBezTo>
                    <a:cubicBezTo>
                      <a:pt x="191" y="10"/>
                      <a:pt x="174" y="39"/>
                      <a:pt x="141" y="46"/>
                    </a:cubicBezTo>
                    <a:cubicBezTo>
                      <a:pt x="108" y="52"/>
                      <a:pt x="72" y="29"/>
                      <a:pt x="57" y="7"/>
                    </a:cubicBezTo>
                    <a:cubicBezTo>
                      <a:pt x="57" y="7"/>
                      <a:pt x="86" y="31"/>
                      <a:pt x="82" y="64"/>
                    </a:cubicBezTo>
                    <a:cubicBezTo>
                      <a:pt x="77" y="96"/>
                      <a:pt x="88" y="124"/>
                      <a:pt x="98" y="131"/>
                    </a:cubicBezTo>
                    <a:cubicBezTo>
                      <a:pt x="109" y="138"/>
                      <a:pt x="115" y="146"/>
                      <a:pt x="101" y="160"/>
                    </a:cubicBezTo>
                    <a:cubicBezTo>
                      <a:pt x="86" y="175"/>
                      <a:pt x="81" y="201"/>
                      <a:pt x="87" y="221"/>
                    </a:cubicBezTo>
                    <a:cubicBezTo>
                      <a:pt x="90" y="230"/>
                      <a:pt x="89" y="242"/>
                      <a:pt x="92" y="250"/>
                    </a:cubicBezTo>
                    <a:cubicBezTo>
                      <a:pt x="97" y="261"/>
                      <a:pt x="106" y="268"/>
                      <a:pt x="101" y="277"/>
                    </a:cubicBezTo>
                    <a:cubicBezTo>
                      <a:pt x="94" y="290"/>
                      <a:pt x="74" y="281"/>
                      <a:pt x="55" y="315"/>
                    </a:cubicBezTo>
                    <a:cubicBezTo>
                      <a:pt x="47" y="331"/>
                      <a:pt x="45" y="345"/>
                      <a:pt x="0" y="378"/>
                    </a:cubicBezTo>
                    <a:close/>
                  </a:path>
                </a:pathLst>
              </a:custGeom>
              <a:solidFill>
                <a:srgbClr val="E77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1" name="Freeform 26">
                <a:extLst>
                  <a:ext uri="{FF2B5EF4-FFF2-40B4-BE49-F238E27FC236}">
                    <a16:creationId xmlns:a16="http://schemas.microsoft.com/office/drawing/2014/main" id="{75C304D3-D79B-4126-BB6A-ADF816E55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764"/>
                <a:ext cx="81" cy="80"/>
              </a:xfrm>
              <a:custGeom>
                <a:avLst/>
                <a:gdLst>
                  <a:gd name="T0" fmla="*/ 86 w 48"/>
                  <a:gd name="T1" fmla="*/ 0 h 47"/>
                  <a:gd name="T2" fmla="*/ 83 w 48"/>
                  <a:gd name="T3" fmla="*/ 174 h 47"/>
                  <a:gd name="T4" fmla="*/ 231 w 48"/>
                  <a:gd name="T5" fmla="*/ 162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7">
                    <a:moveTo>
                      <a:pt x="18" y="0"/>
                    </a:moveTo>
                    <a:cubicBezTo>
                      <a:pt x="18" y="0"/>
                      <a:pt x="0" y="22"/>
                      <a:pt x="17" y="35"/>
                    </a:cubicBezTo>
                    <a:cubicBezTo>
                      <a:pt x="34" y="47"/>
                      <a:pt x="48" y="33"/>
                      <a:pt x="48" y="33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2" name="Freeform 27">
                <a:extLst>
                  <a:ext uri="{FF2B5EF4-FFF2-40B4-BE49-F238E27FC236}">
                    <a16:creationId xmlns:a16="http://schemas.microsoft.com/office/drawing/2014/main" id="{0A6FC222-0F16-4478-B97F-FFC579913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790"/>
                <a:ext cx="66" cy="69"/>
              </a:xfrm>
              <a:custGeom>
                <a:avLst/>
                <a:gdLst>
                  <a:gd name="T0" fmla="*/ 112 w 39"/>
                  <a:gd name="T1" fmla="*/ 0 h 41"/>
                  <a:gd name="T2" fmla="*/ 190 w 39"/>
                  <a:gd name="T3" fmla="*/ 195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41">
                    <a:moveTo>
                      <a:pt x="23" y="0"/>
                    </a:moveTo>
                    <a:cubicBezTo>
                      <a:pt x="23" y="0"/>
                      <a:pt x="0" y="20"/>
                      <a:pt x="39" y="41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3" name="Freeform 28">
                <a:extLst>
                  <a:ext uri="{FF2B5EF4-FFF2-40B4-BE49-F238E27FC236}">
                    <a16:creationId xmlns:a16="http://schemas.microsoft.com/office/drawing/2014/main" id="{D3C67AF8-2306-4DE7-87E4-FD9E04499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763"/>
                <a:ext cx="52" cy="103"/>
              </a:xfrm>
              <a:custGeom>
                <a:avLst/>
                <a:gdLst>
                  <a:gd name="T0" fmla="*/ 8 w 31"/>
                  <a:gd name="T1" fmla="*/ 29 h 61"/>
                  <a:gd name="T2" fmla="*/ 141 w 31"/>
                  <a:gd name="T3" fmla="*/ 145 h 61"/>
                  <a:gd name="T4" fmla="*/ 0 w 31"/>
                  <a:gd name="T5" fmla="*/ 285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1">
                    <a:moveTo>
                      <a:pt x="2" y="6"/>
                    </a:moveTo>
                    <a:cubicBezTo>
                      <a:pt x="2" y="6"/>
                      <a:pt x="29" y="0"/>
                      <a:pt x="30" y="30"/>
                    </a:cubicBezTo>
                    <a:cubicBezTo>
                      <a:pt x="31" y="61"/>
                      <a:pt x="0" y="59"/>
                      <a:pt x="0" y="59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4" name="Freeform 29">
                <a:extLst>
                  <a:ext uri="{FF2B5EF4-FFF2-40B4-BE49-F238E27FC236}">
                    <a16:creationId xmlns:a16="http://schemas.microsoft.com/office/drawing/2014/main" id="{216E0B4C-0B0D-4EA9-8964-A879A41C7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763"/>
                <a:ext cx="82" cy="45"/>
              </a:xfrm>
              <a:custGeom>
                <a:avLst/>
                <a:gdLst>
                  <a:gd name="T0" fmla="*/ 0 w 48"/>
                  <a:gd name="T1" fmla="*/ 125 h 27"/>
                  <a:gd name="T2" fmla="*/ 239 w 48"/>
                  <a:gd name="T3" fmla="*/ 8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7">
                    <a:moveTo>
                      <a:pt x="0" y="27"/>
                    </a:moveTo>
                    <a:cubicBezTo>
                      <a:pt x="0" y="27"/>
                      <a:pt x="23" y="0"/>
                      <a:pt x="48" y="18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5" name="Freeform 30">
                <a:extLst>
                  <a:ext uri="{FF2B5EF4-FFF2-40B4-BE49-F238E27FC236}">
                    <a16:creationId xmlns:a16="http://schemas.microsoft.com/office/drawing/2014/main" id="{EE60539E-6579-4E1C-8251-1F858FBE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913"/>
                <a:ext cx="112" cy="47"/>
              </a:xfrm>
              <a:custGeom>
                <a:avLst/>
                <a:gdLst>
                  <a:gd name="T0" fmla="*/ 5 w 66"/>
                  <a:gd name="T1" fmla="*/ 0 h 28"/>
                  <a:gd name="T2" fmla="*/ 107 w 66"/>
                  <a:gd name="T3" fmla="*/ 119 h 28"/>
                  <a:gd name="T4" fmla="*/ 322 w 66"/>
                  <a:gd name="T5" fmla="*/ 5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8">
                    <a:moveTo>
                      <a:pt x="1" y="0"/>
                    </a:moveTo>
                    <a:cubicBezTo>
                      <a:pt x="1" y="0"/>
                      <a:pt x="0" y="21"/>
                      <a:pt x="22" y="25"/>
                    </a:cubicBezTo>
                    <a:cubicBezTo>
                      <a:pt x="45" y="28"/>
                      <a:pt x="66" y="12"/>
                      <a:pt x="66" y="12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6" name="Freeform 31">
                <a:extLst>
                  <a:ext uri="{FF2B5EF4-FFF2-40B4-BE49-F238E27FC236}">
                    <a16:creationId xmlns:a16="http://schemas.microsoft.com/office/drawing/2014/main" id="{949B61DD-63E3-45EC-AA88-573788BAE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955"/>
                <a:ext cx="28" cy="39"/>
              </a:xfrm>
              <a:custGeom>
                <a:avLst/>
                <a:gdLst>
                  <a:gd name="T0" fmla="*/ 76 w 17"/>
                  <a:gd name="T1" fmla="*/ 0 h 23"/>
                  <a:gd name="T2" fmla="*/ 41 w 17"/>
                  <a:gd name="T3" fmla="*/ 11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3">
                    <a:moveTo>
                      <a:pt x="17" y="0"/>
                    </a:moveTo>
                    <a:cubicBezTo>
                      <a:pt x="17" y="0"/>
                      <a:pt x="0" y="9"/>
                      <a:pt x="9" y="23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7" name="Freeform 32">
                <a:extLst>
                  <a:ext uri="{FF2B5EF4-FFF2-40B4-BE49-F238E27FC236}">
                    <a16:creationId xmlns:a16="http://schemas.microsoft.com/office/drawing/2014/main" id="{7CFCD88B-1E9D-4A5F-90E5-8004E69CE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829"/>
                <a:ext cx="80" cy="79"/>
              </a:xfrm>
              <a:custGeom>
                <a:avLst/>
                <a:gdLst>
                  <a:gd name="T0" fmla="*/ 133 w 47"/>
                  <a:gd name="T1" fmla="*/ 0 h 47"/>
                  <a:gd name="T2" fmla="*/ 169 w 47"/>
                  <a:gd name="T3" fmla="*/ 146 h 47"/>
                  <a:gd name="T4" fmla="*/ 0 w 47"/>
                  <a:gd name="T5" fmla="*/ 22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7">
                    <a:moveTo>
                      <a:pt x="27" y="0"/>
                    </a:moveTo>
                    <a:cubicBezTo>
                      <a:pt x="27" y="0"/>
                      <a:pt x="47" y="18"/>
                      <a:pt x="34" y="31"/>
                    </a:cubicBezTo>
                    <a:cubicBezTo>
                      <a:pt x="22" y="45"/>
                      <a:pt x="0" y="47"/>
                      <a:pt x="0" y="47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8" name="Freeform 33">
                <a:extLst>
                  <a:ext uri="{FF2B5EF4-FFF2-40B4-BE49-F238E27FC236}">
                    <a16:creationId xmlns:a16="http://schemas.microsoft.com/office/drawing/2014/main" id="{7AEFDDA8-1508-4871-B26D-33C2AD0FE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832"/>
                <a:ext cx="57" cy="40"/>
              </a:xfrm>
              <a:custGeom>
                <a:avLst/>
                <a:gdLst>
                  <a:gd name="T0" fmla="*/ 0 w 34"/>
                  <a:gd name="T1" fmla="*/ 112 h 24"/>
                  <a:gd name="T2" fmla="*/ 161 w 34"/>
                  <a:gd name="T3" fmla="*/ 5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24"/>
                    </a:moveTo>
                    <a:cubicBezTo>
                      <a:pt x="8" y="19"/>
                      <a:pt x="23" y="0"/>
                      <a:pt x="34" y="11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9" name="Freeform 34">
                <a:extLst>
                  <a:ext uri="{FF2B5EF4-FFF2-40B4-BE49-F238E27FC236}">
                    <a16:creationId xmlns:a16="http://schemas.microsoft.com/office/drawing/2014/main" id="{EFF5C06F-C824-49EF-9A55-2B642B969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801"/>
                <a:ext cx="54" cy="68"/>
              </a:xfrm>
              <a:custGeom>
                <a:avLst/>
                <a:gdLst>
                  <a:gd name="T0" fmla="*/ 0 w 32"/>
                  <a:gd name="T1" fmla="*/ 0 h 40"/>
                  <a:gd name="T2" fmla="*/ 71 w 32"/>
                  <a:gd name="T3" fmla="*/ 19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0">
                    <a:moveTo>
                      <a:pt x="0" y="0"/>
                    </a:moveTo>
                    <a:cubicBezTo>
                      <a:pt x="20" y="5"/>
                      <a:pt x="32" y="22"/>
                      <a:pt x="15" y="40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0" name="Freeform 35">
                <a:extLst>
                  <a:ext uri="{FF2B5EF4-FFF2-40B4-BE49-F238E27FC236}">
                    <a16:creationId xmlns:a16="http://schemas.microsoft.com/office/drawing/2014/main" id="{B921ADB6-B016-40A6-922C-489388FE5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823"/>
                <a:ext cx="47" cy="14"/>
              </a:xfrm>
              <a:custGeom>
                <a:avLst/>
                <a:gdLst>
                  <a:gd name="T0" fmla="*/ 0 w 28"/>
                  <a:gd name="T1" fmla="*/ 0 h 8"/>
                  <a:gd name="T2" fmla="*/ 133 w 28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">
                    <a:moveTo>
                      <a:pt x="0" y="0"/>
                    </a:moveTo>
                    <a:cubicBezTo>
                      <a:pt x="8" y="8"/>
                      <a:pt x="18" y="6"/>
                      <a:pt x="28" y="6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1" name="Freeform 36">
                <a:extLst>
                  <a:ext uri="{FF2B5EF4-FFF2-40B4-BE49-F238E27FC236}">
                    <a16:creationId xmlns:a16="http://schemas.microsoft.com/office/drawing/2014/main" id="{39AFCFF6-7B6A-48EC-BFCA-B5C8D85C9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847"/>
                <a:ext cx="47" cy="69"/>
              </a:xfrm>
              <a:custGeom>
                <a:avLst/>
                <a:gdLst>
                  <a:gd name="T0" fmla="*/ 13 w 28"/>
                  <a:gd name="T1" fmla="*/ 0 h 41"/>
                  <a:gd name="T2" fmla="*/ 37 w 28"/>
                  <a:gd name="T3" fmla="*/ 125 h 41"/>
                  <a:gd name="T4" fmla="*/ 133 w 28"/>
                  <a:gd name="T5" fmla="*/ 19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1">
                    <a:moveTo>
                      <a:pt x="3" y="0"/>
                    </a:moveTo>
                    <a:cubicBezTo>
                      <a:pt x="0" y="9"/>
                      <a:pt x="2" y="18"/>
                      <a:pt x="8" y="26"/>
                    </a:cubicBezTo>
                    <a:cubicBezTo>
                      <a:pt x="13" y="34"/>
                      <a:pt x="23" y="36"/>
                      <a:pt x="28" y="41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2" name="Freeform 37">
                <a:extLst>
                  <a:ext uri="{FF2B5EF4-FFF2-40B4-BE49-F238E27FC236}">
                    <a16:creationId xmlns:a16="http://schemas.microsoft.com/office/drawing/2014/main" id="{DF1123DF-1E4F-4040-ABCA-26C801225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874"/>
                <a:ext cx="61" cy="24"/>
              </a:xfrm>
              <a:custGeom>
                <a:avLst/>
                <a:gdLst>
                  <a:gd name="T0" fmla="*/ 175 w 36"/>
                  <a:gd name="T1" fmla="*/ 45 h 14"/>
                  <a:gd name="T2" fmla="*/ 0 w 36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36" y="9"/>
                    </a:moveTo>
                    <a:cubicBezTo>
                      <a:pt x="25" y="3"/>
                      <a:pt x="7" y="0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3" name="Freeform 38">
                <a:extLst>
                  <a:ext uri="{FF2B5EF4-FFF2-40B4-BE49-F238E27FC236}">
                    <a16:creationId xmlns:a16="http://schemas.microsoft.com/office/drawing/2014/main" id="{C000CEA9-3F2C-4449-8227-7CFE16428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845"/>
                <a:ext cx="35" cy="63"/>
              </a:xfrm>
              <a:custGeom>
                <a:avLst/>
                <a:gdLst>
                  <a:gd name="T0" fmla="*/ 0 w 21"/>
                  <a:gd name="T1" fmla="*/ 0 h 37"/>
                  <a:gd name="T2" fmla="*/ 78 w 21"/>
                  <a:gd name="T3" fmla="*/ 70 h 37"/>
                  <a:gd name="T4" fmla="*/ 55 w 21"/>
                  <a:gd name="T5" fmla="*/ 18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8" y="0"/>
                      <a:pt x="15" y="7"/>
                      <a:pt x="17" y="14"/>
                    </a:cubicBezTo>
                    <a:cubicBezTo>
                      <a:pt x="21" y="23"/>
                      <a:pt x="18" y="30"/>
                      <a:pt x="12" y="37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4" name="Freeform 39">
                <a:extLst>
                  <a:ext uri="{FF2B5EF4-FFF2-40B4-BE49-F238E27FC236}">
                    <a16:creationId xmlns:a16="http://schemas.microsoft.com/office/drawing/2014/main" id="{C6930EEE-D842-445F-8A2A-4933B46B8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847"/>
                <a:ext cx="54" cy="29"/>
              </a:xfrm>
              <a:custGeom>
                <a:avLst/>
                <a:gdLst>
                  <a:gd name="T0" fmla="*/ 0 w 32"/>
                  <a:gd name="T1" fmla="*/ 84 h 17"/>
                  <a:gd name="T2" fmla="*/ 154 w 32"/>
                  <a:gd name="T3" fmla="*/ 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17"/>
                    </a:moveTo>
                    <a:cubicBezTo>
                      <a:pt x="3" y="10"/>
                      <a:pt x="26" y="0"/>
                      <a:pt x="32" y="3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5" name="Freeform 40">
                <a:extLst>
                  <a:ext uri="{FF2B5EF4-FFF2-40B4-BE49-F238E27FC236}">
                    <a16:creationId xmlns:a16="http://schemas.microsoft.com/office/drawing/2014/main" id="{890C616C-C824-4F3E-A457-7716C07E0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862"/>
                <a:ext cx="38" cy="102"/>
              </a:xfrm>
              <a:custGeom>
                <a:avLst/>
                <a:gdLst>
                  <a:gd name="T0" fmla="*/ 104 w 23"/>
                  <a:gd name="T1" fmla="*/ 58 h 60"/>
                  <a:gd name="T2" fmla="*/ 5 w 23"/>
                  <a:gd name="T3" fmla="*/ 148 h 60"/>
                  <a:gd name="T4" fmla="*/ 63 w 23"/>
                  <a:gd name="T5" fmla="*/ 294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0">
                    <a:moveTo>
                      <a:pt x="23" y="12"/>
                    </a:moveTo>
                    <a:cubicBezTo>
                      <a:pt x="12" y="0"/>
                      <a:pt x="2" y="21"/>
                      <a:pt x="1" y="30"/>
                    </a:cubicBezTo>
                    <a:cubicBezTo>
                      <a:pt x="0" y="44"/>
                      <a:pt x="6" y="55"/>
                      <a:pt x="14" y="60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6" name="Freeform 41">
                <a:extLst>
                  <a:ext uri="{FF2B5EF4-FFF2-40B4-BE49-F238E27FC236}">
                    <a16:creationId xmlns:a16="http://schemas.microsoft.com/office/drawing/2014/main" id="{55EC9976-625E-47C4-891C-10CA0460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952"/>
                <a:ext cx="53" cy="64"/>
              </a:xfrm>
              <a:custGeom>
                <a:avLst/>
                <a:gdLst>
                  <a:gd name="T0" fmla="*/ 156 w 31"/>
                  <a:gd name="T1" fmla="*/ 0 h 38"/>
                  <a:gd name="T2" fmla="*/ 9 w 31"/>
                  <a:gd name="T3" fmla="*/ 18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8">
                    <a:moveTo>
                      <a:pt x="31" y="0"/>
                    </a:moveTo>
                    <a:cubicBezTo>
                      <a:pt x="10" y="0"/>
                      <a:pt x="0" y="19"/>
                      <a:pt x="2" y="38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7" name="Freeform 42">
                <a:extLst>
                  <a:ext uri="{FF2B5EF4-FFF2-40B4-BE49-F238E27FC236}">
                    <a16:creationId xmlns:a16="http://schemas.microsoft.com/office/drawing/2014/main" id="{244CF77F-B795-4279-A3C4-CF04AD482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891"/>
                <a:ext cx="49" cy="91"/>
              </a:xfrm>
              <a:custGeom>
                <a:avLst/>
                <a:gdLst>
                  <a:gd name="T0" fmla="*/ 0 w 29"/>
                  <a:gd name="T1" fmla="*/ 0 h 54"/>
                  <a:gd name="T2" fmla="*/ 71 w 29"/>
                  <a:gd name="T3" fmla="*/ 258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4">
                    <a:moveTo>
                      <a:pt x="0" y="0"/>
                    </a:moveTo>
                    <a:cubicBezTo>
                      <a:pt x="22" y="1"/>
                      <a:pt x="29" y="41"/>
                      <a:pt x="15" y="54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8" name="Freeform 43">
                <a:extLst>
                  <a:ext uri="{FF2B5EF4-FFF2-40B4-BE49-F238E27FC236}">
                    <a16:creationId xmlns:a16="http://schemas.microsoft.com/office/drawing/2014/main" id="{1D46B4CF-A20E-47E5-B6BC-70DB4BE3D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783"/>
                <a:ext cx="49" cy="83"/>
              </a:xfrm>
              <a:custGeom>
                <a:avLst/>
                <a:gdLst>
                  <a:gd name="T0" fmla="*/ 0 w 29"/>
                  <a:gd name="T1" fmla="*/ 0 h 49"/>
                  <a:gd name="T2" fmla="*/ 125 w 29"/>
                  <a:gd name="T3" fmla="*/ 91 h 49"/>
                  <a:gd name="T4" fmla="*/ 83 w 29"/>
                  <a:gd name="T5" fmla="*/ 239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9">
                    <a:moveTo>
                      <a:pt x="0" y="0"/>
                    </a:moveTo>
                    <a:cubicBezTo>
                      <a:pt x="13" y="3"/>
                      <a:pt x="22" y="4"/>
                      <a:pt x="26" y="19"/>
                    </a:cubicBezTo>
                    <a:cubicBezTo>
                      <a:pt x="29" y="30"/>
                      <a:pt x="27" y="43"/>
                      <a:pt x="17" y="49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9" name="Freeform 44">
                <a:extLst>
                  <a:ext uri="{FF2B5EF4-FFF2-40B4-BE49-F238E27FC236}">
                    <a16:creationId xmlns:a16="http://schemas.microsoft.com/office/drawing/2014/main" id="{41D53F56-99EB-43EB-9C7C-DC75E3657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776"/>
                <a:ext cx="49" cy="83"/>
              </a:xfrm>
              <a:custGeom>
                <a:avLst/>
                <a:gdLst>
                  <a:gd name="T0" fmla="*/ 41 w 29"/>
                  <a:gd name="T1" fmla="*/ 0 h 49"/>
                  <a:gd name="T2" fmla="*/ 20 w 29"/>
                  <a:gd name="T3" fmla="*/ 141 h 49"/>
                  <a:gd name="T4" fmla="*/ 140 w 29"/>
                  <a:gd name="T5" fmla="*/ 239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9">
                    <a:moveTo>
                      <a:pt x="8" y="0"/>
                    </a:moveTo>
                    <a:cubicBezTo>
                      <a:pt x="0" y="4"/>
                      <a:pt x="0" y="23"/>
                      <a:pt x="4" y="29"/>
                    </a:cubicBezTo>
                    <a:cubicBezTo>
                      <a:pt x="8" y="38"/>
                      <a:pt x="20" y="48"/>
                      <a:pt x="29" y="49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0" name="Freeform 45">
                <a:extLst>
                  <a:ext uri="{FF2B5EF4-FFF2-40B4-BE49-F238E27FC236}">
                    <a16:creationId xmlns:a16="http://schemas.microsoft.com/office/drawing/2014/main" id="{49A54648-753A-4463-B33F-F42F745BF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827"/>
                <a:ext cx="53" cy="76"/>
              </a:xfrm>
              <a:custGeom>
                <a:avLst/>
                <a:gdLst>
                  <a:gd name="T0" fmla="*/ 120 w 31"/>
                  <a:gd name="T1" fmla="*/ 14 h 45"/>
                  <a:gd name="T2" fmla="*/ 128 w 31"/>
                  <a:gd name="T3" fmla="*/ 154 h 45"/>
                  <a:gd name="T4" fmla="*/ 0 w 31"/>
                  <a:gd name="T5" fmla="*/ 20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5">
                    <a:moveTo>
                      <a:pt x="24" y="3"/>
                    </a:moveTo>
                    <a:cubicBezTo>
                      <a:pt x="31" y="0"/>
                      <a:pt x="30" y="27"/>
                      <a:pt x="26" y="32"/>
                    </a:cubicBezTo>
                    <a:cubicBezTo>
                      <a:pt x="20" y="41"/>
                      <a:pt x="9" y="45"/>
                      <a:pt x="0" y="43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1" name="Freeform 46">
                <a:extLst>
                  <a:ext uri="{FF2B5EF4-FFF2-40B4-BE49-F238E27FC236}">
                    <a16:creationId xmlns:a16="http://schemas.microsoft.com/office/drawing/2014/main" id="{85237E81-C05B-48DF-ACC6-192E4CF36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932"/>
                <a:ext cx="43" cy="52"/>
              </a:xfrm>
              <a:custGeom>
                <a:avLst/>
                <a:gdLst>
                  <a:gd name="T0" fmla="*/ 0 w 25"/>
                  <a:gd name="T1" fmla="*/ 0 h 31"/>
                  <a:gd name="T2" fmla="*/ 77 w 25"/>
                  <a:gd name="T3" fmla="*/ 146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0" y="0"/>
                    </a:moveTo>
                    <a:cubicBezTo>
                      <a:pt x="9" y="7"/>
                      <a:pt x="25" y="19"/>
                      <a:pt x="15" y="31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2" name="Freeform 47">
                <a:extLst>
                  <a:ext uri="{FF2B5EF4-FFF2-40B4-BE49-F238E27FC236}">
                    <a16:creationId xmlns:a16="http://schemas.microsoft.com/office/drawing/2014/main" id="{B6CC532A-528E-462B-9A78-57B4F23A9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001"/>
                <a:ext cx="51" cy="71"/>
              </a:xfrm>
              <a:custGeom>
                <a:avLst/>
                <a:gdLst>
                  <a:gd name="T0" fmla="*/ 148 w 30"/>
                  <a:gd name="T1" fmla="*/ 63 h 42"/>
                  <a:gd name="T2" fmla="*/ 112 w 30"/>
                  <a:gd name="T3" fmla="*/ 203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2">
                    <a:moveTo>
                      <a:pt x="30" y="13"/>
                    </a:moveTo>
                    <a:cubicBezTo>
                      <a:pt x="9" y="0"/>
                      <a:pt x="0" y="34"/>
                      <a:pt x="23" y="42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3" name="Freeform 48">
                <a:extLst>
                  <a:ext uri="{FF2B5EF4-FFF2-40B4-BE49-F238E27FC236}">
                    <a16:creationId xmlns:a16="http://schemas.microsoft.com/office/drawing/2014/main" id="{0DE5DAFD-08DF-46CC-ACBA-15A84939C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447"/>
                <a:ext cx="59" cy="42"/>
              </a:xfrm>
              <a:custGeom>
                <a:avLst/>
                <a:gdLst>
                  <a:gd name="T0" fmla="*/ 71 w 35"/>
                  <a:gd name="T1" fmla="*/ 119 h 25"/>
                  <a:gd name="T2" fmla="*/ 167 w 35"/>
                  <a:gd name="T3" fmla="*/ 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5">
                    <a:moveTo>
                      <a:pt x="15" y="25"/>
                    </a:moveTo>
                    <a:cubicBezTo>
                      <a:pt x="0" y="13"/>
                      <a:pt x="29" y="0"/>
                      <a:pt x="35" y="17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4" name="Freeform 49">
                <a:extLst>
                  <a:ext uri="{FF2B5EF4-FFF2-40B4-BE49-F238E27FC236}">
                    <a16:creationId xmlns:a16="http://schemas.microsoft.com/office/drawing/2014/main" id="{ED9B400F-A1E3-4119-BE2C-73411F215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552"/>
                <a:ext cx="27" cy="44"/>
              </a:xfrm>
              <a:custGeom>
                <a:avLst/>
                <a:gdLst>
                  <a:gd name="T0" fmla="*/ 54 w 16"/>
                  <a:gd name="T1" fmla="*/ 0 h 26"/>
                  <a:gd name="T2" fmla="*/ 0 w 16"/>
                  <a:gd name="T3" fmla="*/ 12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11" y="0"/>
                    </a:moveTo>
                    <a:cubicBezTo>
                      <a:pt x="16" y="10"/>
                      <a:pt x="14" y="26"/>
                      <a:pt x="0" y="25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5" name="Freeform 50">
                <a:extLst>
                  <a:ext uri="{FF2B5EF4-FFF2-40B4-BE49-F238E27FC236}">
                    <a16:creationId xmlns:a16="http://schemas.microsoft.com/office/drawing/2014/main" id="{DBB58FCE-8574-4614-BA94-96520E526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577"/>
                <a:ext cx="35" cy="42"/>
              </a:xfrm>
              <a:custGeom>
                <a:avLst/>
                <a:gdLst>
                  <a:gd name="T0" fmla="*/ 8 w 21"/>
                  <a:gd name="T1" fmla="*/ 0 h 25"/>
                  <a:gd name="T2" fmla="*/ 97 w 21"/>
                  <a:gd name="T3" fmla="*/ 11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5">
                    <a:moveTo>
                      <a:pt x="2" y="0"/>
                    </a:moveTo>
                    <a:cubicBezTo>
                      <a:pt x="0" y="12"/>
                      <a:pt x="9" y="23"/>
                      <a:pt x="21" y="25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6" name="Freeform 51">
                <a:extLst>
                  <a:ext uri="{FF2B5EF4-FFF2-40B4-BE49-F238E27FC236}">
                    <a16:creationId xmlns:a16="http://schemas.microsoft.com/office/drawing/2014/main" id="{FBFC4247-C98B-4058-90AB-8236152A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658"/>
                <a:ext cx="52" cy="73"/>
              </a:xfrm>
              <a:custGeom>
                <a:avLst/>
                <a:gdLst>
                  <a:gd name="T0" fmla="*/ 82 w 31"/>
                  <a:gd name="T1" fmla="*/ 0 h 43"/>
                  <a:gd name="T2" fmla="*/ 0 w 31"/>
                  <a:gd name="T3" fmla="*/ 1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3">
                    <a:moveTo>
                      <a:pt x="17" y="0"/>
                    </a:moveTo>
                    <a:cubicBezTo>
                      <a:pt x="31" y="16"/>
                      <a:pt x="23" y="43"/>
                      <a:pt x="0" y="40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7" name="Freeform 52">
                <a:extLst>
                  <a:ext uri="{FF2B5EF4-FFF2-40B4-BE49-F238E27FC236}">
                    <a16:creationId xmlns:a16="http://schemas.microsoft.com/office/drawing/2014/main" id="{1D58CB1E-A587-42DB-B2DF-83B89211E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704"/>
                <a:ext cx="52" cy="44"/>
              </a:xfrm>
              <a:custGeom>
                <a:avLst/>
                <a:gdLst>
                  <a:gd name="T0" fmla="*/ 0 w 31"/>
                  <a:gd name="T1" fmla="*/ 0 h 26"/>
                  <a:gd name="T2" fmla="*/ 146 w 31"/>
                  <a:gd name="T3" fmla="*/ 12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0" y="18"/>
                      <a:pt x="17" y="22"/>
                      <a:pt x="31" y="26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8" name="Freeform 53">
                <a:extLst>
                  <a:ext uri="{FF2B5EF4-FFF2-40B4-BE49-F238E27FC236}">
                    <a16:creationId xmlns:a16="http://schemas.microsoft.com/office/drawing/2014/main" id="{C8A3DDFA-F8F3-4CDF-B38A-A4F0BE164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751"/>
                <a:ext cx="46" cy="95"/>
              </a:xfrm>
              <a:custGeom>
                <a:avLst/>
                <a:gdLst>
                  <a:gd name="T0" fmla="*/ 0 w 27"/>
                  <a:gd name="T1" fmla="*/ 0 h 56"/>
                  <a:gd name="T2" fmla="*/ 20 w 27"/>
                  <a:gd name="T3" fmla="*/ 273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0" y="0"/>
                    </a:moveTo>
                    <a:cubicBezTo>
                      <a:pt x="25" y="8"/>
                      <a:pt x="27" y="47"/>
                      <a:pt x="4" y="56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9" name="Freeform 54">
                <a:extLst>
                  <a:ext uri="{FF2B5EF4-FFF2-40B4-BE49-F238E27FC236}">
                    <a16:creationId xmlns:a16="http://schemas.microsoft.com/office/drawing/2014/main" id="{EFB4B6B7-F5EE-45BC-A95D-9AEC20426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797"/>
                <a:ext cx="60" cy="35"/>
              </a:xfrm>
              <a:custGeom>
                <a:avLst/>
                <a:gdLst>
                  <a:gd name="T0" fmla="*/ 0 w 36"/>
                  <a:gd name="T1" fmla="*/ 0 h 21"/>
                  <a:gd name="T2" fmla="*/ 167 w 36"/>
                  <a:gd name="T3" fmla="*/ 7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1">
                    <a:moveTo>
                      <a:pt x="0" y="0"/>
                    </a:moveTo>
                    <a:cubicBezTo>
                      <a:pt x="8" y="13"/>
                      <a:pt x="22" y="21"/>
                      <a:pt x="36" y="17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0" name="Freeform 55">
                <a:extLst>
                  <a:ext uri="{FF2B5EF4-FFF2-40B4-BE49-F238E27FC236}">
                    <a16:creationId xmlns:a16="http://schemas.microsoft.com/office/drawing/2014/main" id="{A8DF5E66-659B-490D-8F3C-4A10D159D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763"/>
                <a:ext cx="61" cy="112"/>
              </a:xfrm>
              <a:custGeom>
                <a:avLst/>
                <a:gdLst>
                  <a:gd name="T0" fmla="*/ 175 w 36"/>
                  <a:gd name="T1" fmla="*/ 58 h 66"/>
                  <a:gd name="T2" fmla="*/ 14 w 36"/>
                  <a:gd name="T3" fmla="*/ 107 h 66"/>
                  <a:gd name="T4" fmla="*/ 20 w 36"/>
                  <a:gd name="T5" fmla="*/ 251 h 66"/>
                  <a:gd name="T6" fmla="*/ 54 w 36"/>
                  <a:gd name="T7" fmla="*/ 302 h 66"/>
                  <a:gd name="T8" fmla="*/ 90 w 36"/>
                  <a:gd name="T9" fmla="*/ 314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6">
                    <a:moveTo>
                      <a:pt x="36" y="12"/>
                    </a:moveTo>
                    <a:cubicBezTo>
                      <a:pt x="25" y="0"/>
                      <a:pt x="7" y="9"/>
                      <a:pt x="3" y="22"/>
                    </a:cubicBezTo>
                    <a:cubicBezTo>
                      <a:pt x="0" y="32"/>
                      <a:pt x="1" y="42"/>
                      <a:pt x="4" y="51"/>
                    </a:cubicBezTo>
                    <a:cubicBezTo>
                      <a:pt x="5" y="55"/>
                      <a:pt x="8" y="60"/>
                      <a:pt x="11" y="62"/>
                    </a:cubicBezTo>
                    <a:cubicBezTo>
                      <a:pt x="14" y="64"/>
                      <a:pt x="18" y="66"/>
                      <a:pt x="18" y="64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1" name="Freeform 56">
                <a:extLst>
                  <a:ext uri="{FF2B5EF4-FFF2-40B4-BE49-F238E27FC236}">
                    <a16:creationId xmlns:a16="http://schemas.microsoft.com/office/drawing/2014/main" id="{FDBB9F4A-3FE3-4A90-9815-E815C54EF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787"/>
                <a:ext cx="66" cy="52"/>
              </a:xfrm>
              <a:custGeom>
                <a:avLst/>
                <a:gdLst>
                  <a:gd name="T0" fmla="*/ 190 w 39"/>
                  <a:gd name="T1" fmla="*/ 49 h 31"/>
                  <a:gd name="T2" fmla="*/ 54 w 39"/>
                  <a:gd name="T3" fmla="*/ 8 h 31"/>
                  <a:gd name="T4" fmla="*/ 5 w 39"/>
                  <a:gd name="T5" fmla="*/ 146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1">
                    <a:moveTo>
                      <a:pt x="39" y="10"/>
                    </a:moveTo>
                    <a:cubicBezTo>
                      <a:pt x="30" y="6"/>
                      <a:pt x="21" y="0"/>
                      <a:pt x="11" y="2"/>
                    </a:cubicBezTo>
                    <a:cubicBezTo>
                      <a:pt x="0" y="5"/>
                      <a:pt x="0" y="21"/>
                      <a:pt x="1" y="31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2" name="Freeform 57">
                <a:extLst>
                  <a:ext uri="{FF2B5EF4-FFF2-40B4-BE49-F238E27FC236}">
                    <a16:creationId xmlns:a16="http://schemas.microsoft.com/office/drawing/2014/main" id="{65C2BEBA-2469-4A16-BA31-E934C5D4B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729"/>
                <a:ext cx="117" cy="95"/>
              </a:xfrm>
              <a:custGeom>
                <a:avLst/>
                <a:gdLst>
                  <a:gd name="T0" fmla="*/ 239 w 69"/>
                  <a:gd name="T1" fmla="*/ 0 h 56"/>
                  <a:gd name="T2" fmla="*/ 273 w 69"/>
                  <a:gd name="T3" fmla="*/ 190 h 56"/>
                  <a:gd name="T4" fmla="*/ 0 w 69"/>
                  <a:gd name="T5" fmla="*/ 22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56">
                    <a:moveTo>
                      <a:pt x="49" y="0"/>
                    </a:moveTo>
                    <a:cubicBezTo>
                      <a:pt x="58" y="10"/>
                      <a:pt x="69" y="27"/>
                      <a:pt x="56" y="39"/>
                    </a:cubicBezTo>
                    <a:cubicBezTo>
                      <a:pt x="40" y="52"/>
                      <a:pt x="19" y="56"/>
                      <a:pt x="0" y="46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3" name="Freeform 58">
                <a:extLst>
                  <a:ext uri="{FF2B5EF4-FFF2-40B4-BE49-F238E27FC236}">
                    <a16:creationId xmlns:a16="http://schemas.microsoft.com/office/drawing/2014/main" id="{358CAA9B-5584-4935-9A6E-2FEA19E43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763"/>
                <a:ext cx="59" cy="24"/>
              </a:xfrm>
              <a:custGeom>
                <a:avLst/>
                <a:gdLst>
                  <a:gd name="T0" fmla="*/ 0 w 35"/>
                  <a:gd name="T1" fmla="*/ 36 h 14"/>
                  <a:gd name="T2" fmla="*/ 167 w 35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4">
                    <a:moveTo>
                      <a:pt x="0" y="7"/>
                    </a:moveTo>
                    <a:cubicBezTo>
                      <a:pt x="9" y="1"/>
                      <a:pt x="32" y="0"/>
                      <a:pt x="35" y="14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4" name="Freeform 59">
                <a:extLst>
                  <a:ext uri="{FF2B5EF4-FFF2-40B4-BE49-F238E27FC236}">
                    <a16:creationId xmlns:a16="http://schemas.microsoft.com/office/drawing/2014/main" id="{01D7AA3C-5102-4AE5-BDDF-196AAE8A5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77"/>
                <a:ext cx="116" cy="57"/>
              </a:xfrm>
              <a:custGeom>
                <a:avLst/>
                <a:gdLst>
                  <a:gd name="T0" fmla="*/ 0 w 69"/>
                  <a:gd name="T1" fmla="*/ 126 h 34"/>
                  <a:gd name="T2" fmla="*/ 187 w 69"/>
                  <a:gd name="T3" fmla="*/ 13 h 34"/>
                  <a:gd name="T4" fmla="*/ 328 w 69"/>
                  <a:gd name="T5" fmla="*/ 16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4">
                    <a:moveTo>
                      <a:pt x="0" y="27"/>
                    </a:moveTo>
                    <a:cubicBezTo>
                      <a:pt x="8" y="14"/>
                      <a:pt x="21" y="0"/>
                      <a:pt x="39" y="3"/>
                    </a:cubicBezTo>
                    <a:cubicBezTo>
                      <a:pt x="55" y="5"/>
                      <a:pt x="64" y="20"/>
                      <a:pt x="69" y="34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5" name="Freeform 60">
                <a:extLst>
                  <a:ext uri="{FF2B5EF4-FFF2-40B4-BE49-F238E27FC236}">
                    <a16:creationId xmlns:a16="http://schemas.microsoft.com/office/drawing/2014/main" id="{9158F448-0FC7-4B51-A04E-0626230B1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631"/>
                <a:ext cx="45" cy="51"/>
              </a:xfrm>
              <a:custGeom>
                <a:avLst/>
                <a:gdLst>
                  <a:gd name="T0" fmla="*/ 97 w 27"/>
                  <a:gd name="T1" fmla="*/ 148 h 30"/>
                  <a:gd name="T2" fmla="*/ 0 w 2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0">
                    <a:moveTo>
                      <a:pt x="21" y="30"/>
                    </a:moveTo>
                    <a:cubicBezTo>
                      <a:pt x="27" y="13"/>
                      <a:pt x="17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6" name="Freeform 61">
                <a:extLst>
                  <a:ext uri="{FF2B5EF4-FFF2-40B4-BE49-F238E27FC236}">
                    <a16:creationId xmlns:a16="http://schemas.microsoft.com/office/drawing/2014/main" id="{A83FAA83-AF47-4CE7-8DAA-65DCFB6F9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723"/>
                <a:ext cx="73" cy="37"/>
              </a:xfrm>
              <a:custGeom>
                <a:avLst/>
                <a:gdLst>
                  <a:gd name="T0" fmla="*/ 211 w 43"/>
                  <a:gd name="T1" fmla="*/ 49 h 22"/>
                  <a:gd name="T2" fmla="*/ 90 w 43"/>
                  <a:gd name="T3" fmla="*/ 13 h 22"/>
                  <a:gd name="T4" fmla="*/ 0 w 43"/>
                  <a:gd name="T5" fmla="*/ 10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2">
                    <a:moveTo>
                      <a:pt x="43" y="10"/>
                    </a:moveTo>
                    <a:cubicBezTo>
                      <a:pt x="35" y="5"/>
                      <a:pt x="28" y="0"/>
                      <a:pt x="18" y="3"/>
                    </a:cubicBezTo>
                    <a:cubicBezTo>
                      <a:pt x="8" y="6"/>
                      <a:pt x="2" y="13"/>
                      <a:pt x="0" y="22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7" name="Freeform 62">
                <a:extLst>
                  <a:ext uri="{FF2B5EF4-FFF2-40B4-BE49-F238E27FC236}">
                    <a16:creationId xmlns:a16="http://schemas.microsoft.com/office/drawing/2014/main" id="{AE5F0FCA-98AD-41F0-927C-CF9F554DE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672"/>
                <a:ext cx="81" cy="88"/>
              </a:xfrm>
              <a:custGeom>
                <a:avLst/>
                <a:gdLst>
                  <a:gd name="T0" fmla="*/ 0 w 48"/>
                  <a:gd name="T1" fmla="*/ 29 h 52"/>
                  <a:gd name="T2" fmla="*/ 187 w 48"/>
                  <a:gd name="T3" fmla="*/ 58 h 52"/>
                  <a:gd name="T4" fmla="*/ 187 w 48"/>
                  <a:gd name="T5" fmla="*/ 252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52">
                    <a:moveTo>
                      <a:pt x="0" y="6"/>
                    </a:moveTo>
                    <a:cubicBezTo>
                      <a:pt x="13" y="0"/>
                      <a:pt x="30" y="0"/>
                      <a:pt x="39" y="12"/>
                    </a:cubicBezTo>
                    <a:cubicBezTo>
                      <a:pt x="48" y="22"/>
                      <a:pt x="47" y="42"/>
                      <a:pt x="39" y="52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8" name="Freeform 63">
                <a:extLst>
                  <a:ext uri="{FF2B5EF4-FFF2-40B4-BE49-F238E27FC236}">
                    <a16:creationId xmlns:a16="http://schemas.microsoft.com/office/drawing/2014/main" id="{484FBBFB-CAE8-4003-9834-8FF838A16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653"/>
                <a:ext cx="68" cy="42"/>
              </a:xfrm>
              <a:custGeom>
                <a:avLst/>
                <a:gdLst>
                  <a:gd name="T0" fmla="*/ 0 w 40"/>
                  <a:gd name="T1" fmla="*/ 96 h 25"/>
                  <a:gd name="T2" fmla="*/ 107 w 40"/>
                  <a:gd name="T3" fmla="*/ 99 h 25"/>
                  <a:gd name="T4" fmla="*/ 197 w 4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0" y="20"/>
                    </a:moveTo>
                    <a:cubicBezTo>
                      <a:pt x="8" y="24"/>
                      <a:pt x="13" y="25"/>
                      <a:pt x="22" y="21"/>
                    </a:cubicBezTo>
                    <a:cubicBezTo>
                      <a:pt x="30" y="18"/>
                      <a:pt x="40" y="11"/>
                      <a:pt x="40" y="0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9" name="Freeform 64">
                <a:extLst>
                  <a:ext uri="{FF2B5EF4-FFF2-40B4-BE49-F238E27FC236}">
                    <a16:creationId xmlns:a16="http://schemas.microsoft.com/office/drawing/2014/main" id="{ECFDC778-C575-4F18-A30A-90FDB579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2692"/>
                <a:ext cx="35" cy="71"/>
              </a:xfrm>
              <a:custGeom>
                <a:avLst/>
                <a:gdLst>
                  <a:gd name="T0" fmla="*/ 47 w 21"/>
                  <a:gd name="T1" fmla="*/ 0 h 42"/>
                  <a:gd name="T2" fmla="*/ 97 w 21"/>
                  <a:gd name="T3" fmla="*/ 203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2">
                    <a:moveTo>
                      <a:pt x="10" y="0"/>
                    </a:moveTo>
                    <a:cubicBezTo>
                      <a:pt x="0" y="14"/>
                      <a:pt x="4" y="34"/>
                      <a:pt x="21" y="42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0" name="Freeform 65">
                <a:extLst>
                  <a:ext uri="{FF2B5EF4-FFF2-40B4-BE49-F238E27FC236}">
                    <a16:creationId xmlns:a16="http://schemas.microsoft.com/office/drawing/2014/main" id="{2A413D36-FFB9-42D5-8E1F-F77051C09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496"/>
                <a:ext cx="58" cy="98"/>
              </a:xfrm>
              <a:custGeom>
                <a:avLst/>
                <a:gdLst>
                  <a:gd name="T0" fmla="*/ 148 w 34"/>
                  <a:gd name="T1" fmla="*/ 14 h 58"/>
                  <a:gd name="T2" fmla="*/ 41 w 34"/>
                  <a:gd name="T3" fmla="*/ 69 h 58"/>
                  <a:gd name="T4" fmla="*/ 169 w 34"/>
                  <a:gd name="T5" fmla="*/ 274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8">
                    <a:moveTo>
                      <a:pt x="30" y="3"/>
                    </a:moveTo>
                    <a:cubicBezTo>
                      <a:pt x="21" y="0"/>
                      <a:pt x="12" y="5"/>
                      <a:pt x="8" y="14"/>
                    </a:cubicBezTo>
                    <a:cubicBezTo>
                      <a:pt x="0" y="32"/>
                      <a:pt x="13" y="58"/>
                      <a:pt x="34" y="57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1" name="Freeform 66">
                <a:extLst>
                  <a:ext uri="{FF2B5EF4-FFF2-40B4-BE49-F238E27FC236}">
                    <a16:creationId xmlns:a16="http://schemas.microsoft.com/office/drawing/2014/main" id="{0E66DC30-CDCC-4608-8F16-9F39E40AE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550"/>
                <a:ext cx="44" cy="44"/>
              </a:xfrm>
              <a:custGeom>
                <a:avLst/>
                <a:gdLst>
                  <a:gd name="T0" fmla="*/ 103 w 26"/>
                  <a:gd name="T1" fmla="*/ 0 h 26"/>
                  <a:gd name="T2" fmla="*/ 0 w 26"/>
                  <a:gd name="T3" fmla="*/ 12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6">
                    <a:moveTo>
                      <a:pt x="21" y="0"/>
                    </a:moveTo>
                    <a:cubicBezTo>
                      <a:pt x="26" y="10"/>
                      <a:pt x="8" y="26"/>
                      <a:pt x="0" y="26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2" name="Freeform 67">
                <a:extLst>
                  <a:ext uri="{FF2B5EF4-FFF2-40B4-BE49-F238E27FC236}">
                    <a16:creationId xmlns:a16="http://schemas.microsoft.com/office/drawing/2014/main" id="{77DBB714-C387-40DF-91AB-870566032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653"/>
                <a:ext cx="31" cy="66"/>
              </a:xfrm>
              <a:custGeom>
                <a:avLst/>
                <a:gdLst>
                  <a:gd name="T0" fmla="*/ 65 w 18"/>
                  <a:gd name="T1" fmla="*/ 0 h 39"/>
                  <a:gd name="T2" fmla="*/ 91 w 18"/>
                  <a:gd name="T3" fmla="*/ 83 h 39"/>
                  <a:gd name="T4" fmla="*/ 0 w 18"/>
                  <a:gd name="T5" fmla="*/ 19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3" y="0"/>
                    </a:moveTo>
                    <a:cubicBezTo>
                      <a:pt x="17" y="1"/>
                      <a:pt x="18" y="13"/>
                      <a:pt x="18" y="17"/>
                    </a:cubicBezTo>
                    <a:cubicBezTo>
                      <a:pt x="18" y="30"/>
                      <a:pt x="12" y="34"/>
                      <a:pt x="0" y="39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3" name="Freeform 68">
                <a:extLst>
                  <a:ext uri="{FF2B5EF4-FFF2-40B4-BE49-F238E27FC236}">
                    <a16:creationId xmlns:a16="http://schemas.microsoft.com/office/drawing/2014/main" id="{FDA9E4A6-ACAA-4F08-B6EF-18AB761E2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246"/>
                <a:ext cx="44" cy="64"/>
              </a:xfrm>
              <a:custGeom>
                <a:avLst/>
                <a:gdLst>
                  <a:gd name="T0" fmla="*/ 125 w 26"/>
                  <a:gd name="T1" fmla="*/ 5 h 38"/>
                  <a:gd name="T2" fmla="*/ 78 w 26"/>
                  <a:gd name="T3" fmla="*/ 18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8">
                    <a:moveTo>
                      <a:pt x="26" y="1"/>
                    </a:moveTo>
                    <a:cubicBezTo>
                      <a:pt x="7" y="0"/>
                      <a:pt x="0" y="30"/>
                      <a:pt x="16" y="38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4" name="Freeform 69">
                <a:extLst>
                  <a:ext uri="{FF2B5EF4-FFF2-40B4-BE49-F238E27FC236}">
                    <a16:creationId xmlns:a16="http://schemas.microsoft.com/office/drawing/2014/main" id="{B2D3CCB6-6606-49D5-A70C-D2BC7791D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209"/>
                <a:ext cx="51" cy="54"/>
              </a:xfrm>
              <a:custGeom>
                <a:avLst/>
                <a:gdLst>
                  <a:gd name="T0" fmla="*/ 148 w 30"/>
                  <a:gd name="T1" fmla="*/ 154 h 32"/>
                  <a:gd name="T2" fmla="*/ 70 w 30"/>
                  <a:gd name="T3" fmla="*/ 145 h 32"/>
                  <a:gd name="T4" fmla="*/ 15 w 3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30" y="32"/>
                    </a:moveTo>
                    <a:cubicBezTo>
                      <a:pt x="24" y="32"/>
                      <a:pt x="20" y="32"/>
                      <a:pt x="14" y="30"/>
                    </a:cubicBezTo>
                    <a:cubicBezTo>
                      <a:pt x="2" y="24"/>
                      <a:pt x="0" y="11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5" name="Freeform 70">
                <a:extLst>
                  <a:ext uri="{FF2B5EF4-FFF2-40B4-BE49-F238E27FC236}">
                    <a16:creationId xmlns:a16="http://schemas.microsoft.com/office/drawing/2014/main" id="{1B280B13-438A-4C2E-A5AC-A0769398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959"/>
                <a:ext cx="45" cy="88"/>
              </a:xfrm>
              <a:custGeom>
                <a:avLst/>
                <a:gdLst>
                  <a:gd name="T0" fmla="*/ 125 w 27"/>
                  <a:gd name="T1" fmla="*/ 24 h 52"/>
                  <a:gd name="T2" fmla="*/ 13 w 27"/>
                  <a:gd name="T3" fmla="*/ 91 h 52"/>
                  <a:gd name="T4" fmla="*/ 125 w 27"/>
                  <a:gd name="T5" fmla="*/ 252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52">
                    <a:moveTo>
                      <a:pt x="27" y="5"/>
                    </a:moveTo>
                    <a:cubicBezTo>
                      <a:pt x="19" y="0"/>
                      <a:pt x="5" y="11"/>
                      <a:pt x="3" y="19"/>
                    </a:cubicBezTo>
                    <a:cubicBezTo>
                      <a:pt x="0" y="35"/>
                      <a:pt x="13" y="49"/>
                      <a:pt x="27" y="52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6" name="Freeform 71">
                <a:extLst>
                  <a:ext uri="{FF2B5EF4-FFF2-40B4-BE49-F238E27FC236}">
                    <a16:creationId xmlns:a16="http://schemas.microsoft.com/office/drawing/2014/main" id="{5C5D6D59-A269-4D91-B898-528315881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932"/>
                <a:ext cx="93" cy="89"/>
              </a:xfrm>
              <a:custGeom>
                <a:avLst/>
                <a:gdLst>
                  <a:gd name="T0" fmla="*/ 265 w 55"/>
                  <a:gd name="T1" fmla="*/ 170 h 53"/>
                  <a:gd name="T2" fmla="*/ 132 w 55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53">
                    <a:moveTo>
                      <a:pt x="55" y="36"/>
                    </a:moveTo>
                    <a:cubicBezTo>
                      <a:pt x="32" y="53"/>
                      <a:pt x="0" y="20"/>
                      <a:pt x="27" y="0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7" name="Freeform 72">
                <a:extLst>
                  <a:ext uri="{FF2B5EF4-FFF2-40B4-BE49-F238E27FC236}">
                    <a16:creationId xmlns:a16="http://schemas.microsoft.com/office/drawing/2014/main" id="{2A5BA4B3-5F1F-47D3-92EF-7FF4E7797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815"/>
                <a:ext cx="45" cy="47"/>
              </a:xfrm>
              <a:custGeom>
                <a:avLst/>
                <a:gdLst>
                  <a:gd name="T0" fmla="*/ 83 w 27"/>
                  <a:gd name="T1" fmla="*/ 0 h 28"/>
                  <a:gd name="T2" fmla="*/ 0 w 27"/>
                  <a:gd name="T3" fmla="*/ 13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8">
                    <a:moveTo>
                      <a:pt x="18" y="0"/>
                    </a:moveTo>
                    <a:cubicBezTo>
                      <a:pt x="27" y="15"/>
                      <a:pt x="13" y="23"/>
                      <a:pt x="0" y="28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8" name="Freeform 73">
                <a:extLst>
                  <a:ext uri="{FF2B5EF4-FFF2-40B4-BE49-F238E27FC236}">
                    <a16:creationId xmlns:a16="http://schemas.microsoft.com/office/drawing/2014/main" id="{AF7B5D4B-9CEE-4C20-BA2F-4B9DAF23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728"/>
                <a:ext cx="27" cy="60"/>
              </a:xfrm>
              <a:custGeom>
                <a:avLst/>
                <a:gdLst>
                  <a:gd name="T0" fmla="*/ 78 w 16"/>
                  <a:gd name="T1" fmla="*/ 0 h 36"/>
                  <a:gd name="T2" fmla="*/ 62 w 16"/>
                  <a:gd name="T3" fmla="*/ 167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6">
                    <a:moveTo>
                      <a:pt x="16" y="0"/>
                    </a:moveTo>
                    <a:cubicBezTo>
                      <a:pt x="2" y="1"/>
                      <a:pt x="0" y="32"/>
                      <a:pt x="13" y="36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9" name="Freeform 74">
                <a:extLst>
                  <a:ext uri="{FF2B5EF4-FFF2-40B4-BE49-F238E27FC236}">
                    <a16:creationId xmlns:a16="http://schemas.microsoft.com/office/drawing/2014/main" id="{BE59A908-0C8A-4A80-B387-E7C74C23B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743"/>
                <a:ext cx="56" cy="25"/>
              </a:xfrm>
              <a:custGeom>
                <a:avLst/>
                <a:gdLst>
                  <a:gd name="T0" fmla="*/ 161 w 33"/>
                  <a:gd name="T1" fmla="*/ 50 h 15"/>
                  <a:gd name="T2" fmla="*/ 0 w 33"/>
                  <a:gd name="T3" fmla="*/ 7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33" y="11"/>
                    </a:moveTo>
                    <a:cubicBezTo>
                      <a:pt x="25" y="0"/>
                      <a:pt x="8" y="5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E99A4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0" name="Freeform 75">
                <a:extLst>
                  <a:ext uri="{FF2B5EF4-FFF2-40B4-BE49-F238E27FC236}">
                    <a16:creationId xmlns:a16="http://schemas.microsoft.com/office/drawing/2014/main" id="{8B5374AA-DA81-4515-BD15-7A9CBA17F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864"/>
                <a:ext cx="2324" cy="872"/>
              </a:xfrm>
              <a:custGeom>
                <a:avLst/>
                <a:gdLst>
                  <a:gd name="T0" fmla="*/ 6156 w 1375"/>
                  <a:gd name="T1" fmla="*/ 2205 h 516"/>
                  <a:gd name="T2" fmla="*/ 5233 w 1375"/>
                  <a:gd name="T3" fmla="*/ 2253 h 516"/>
                  <a:gd name="T4" fmla="*/ 4597 w 1375"/>
                  <a:gd name="T5" fmla="*/ 2450 h 516"/>
                  <a:gd name="T6" fmla="*/ 3468 w 1375"/>
                  <a:gd name="T7" fmla="*/ 2148 h 516"/>
                  <a:gd name="T8" fmla="*/ 2057 w 1375"/>
                  <a:gd name="T9" fmla="*/ 2471 h 516"/>
                  <a:gd name="T10" fmla="*/ 1386 w 1375"/>
                  <a:gd name="T11" fmla="*/ 2433 h 516"/>
                  <a:gd name="T12" fmla="*/ 1175 w 1375"/>
                  <a:gd name="T13" fmla="*/ 2467 h 516"/>
                  <a:gd name="T14" fmla="*/ 1175 w 1375"/>
                  <a:gd name="T15" fmla="*/ 2467 h 516"/>
                  <a:gd name="T16" fmla="*/ 1034 w 1375"/>
                  <a:gd name="T17" fmla="*/ 2467 h 516"/>
                  <a:gd name="T18" fmla="*/ 832 w 1375"/>
                  <a:gd name="T19" fmla="*/ 2393 h 516"/>
                  <a:gd name="T20" fmla="*/ 663 w 1375"/>
                  <a:gd name="T21" fmla="*/ 2344 h 516"/>
                  <a:gd name="T22" fmla="*/ 600 w 1375"/>
                  <a:gd name="T23" fmla="*/ 2280 h 516"/>
                  <a:gd name="T24" fmla="*/ 475 w 1375"/>
                  <a:gd name="T25" fmla="*/ 2215 h 516"/>
                  <a:gd name="T26" fmla="*/ 336 w 1375"/>
                  <a:gd name="T27" fmla="*/ 2168 h 516"/>
                  <a:gd name="T28" fmla="*/ 260 w 1375"/>
                  <a:gd name="T29" fmla="*/ 1974 h 516"/>
                  <a:gd name="T30" fmla="*/ 189 w 1375"/>
                  <a:gd name="T31" fmla="*/ 1896 h 516"/>
                  <a:gd name="T32" fmla="*/ 86 w 1375"/>
                  <a:gd name="T33" fmla="*/ 1643 h 516"/>
                  <a:gd name="T34" fmla="*/ 14 w 1375"/>
                  <a:gd name="T35" fmla="*/ 1440 h 516"/>
                  <a:gd name="T36" fmla="*/ 63 w 1375"/>
                  <a:gd name="T37" fmla="*/ 1205 h 516"/>
                  <a:gd name="T38" fmla="*/ 14 w 1375"/>
                  <a:gd name="T39" fmla="*/ 960 h 516"/>
                  <a:gd name="T40" fmla="*/ 211 w 1375"/>
                  <a:gd name="T41" fmla="*/ 708 h 516"/>
                  <a:gd name="T42" fmla="*/ 274 w 1375"/>
                  <a:gd name="T43" fmla="*/ 468 h 516"/>
                  <a:gd name="T44" fmla="*/ 365 w 1375"/>
                  <a:gd name="T45" fmla="*/ 372 h 516"/>
                  <a:gd name="T46" fmla="*/ 671 w 1375"/>
                  <a:gd name="T47" fmla="*/ 179 h 516"/>
                  <a:gd name="T48" fmla="*/ 1034 w 1375"/>
                  <a:gd name="T49" fmla="*/ 54 h 516"/>
                  <a:gd name="T50" fmla="*/ 1175 w 1375"/>
                  <a:gd name="T51" fmla="*/ 42 h 516"/>
                  <a:gd name="T52" fmla="*/ 1175 w 1375"/>
                  <a:gd name="T53" fmla="*/ 42 h 516"/>
                  <a:gd name="T54" fmla="*/ 1491 w 1375"/>
                  <a:gd name="T55" fmla="*/ 169 h 516"/>
                  <a:gd name="T56" fmla="*/ 2322 w 1375"/>
                  <a:gd name="T57" fmla="*/ 455 h 516"/>
                  <a:gd name="T58" fmla="*/ 3539 w 1375"/>
                  <a:gd name="T59" fmla="*/ 91 h 516"/>
                  <a:gd name="T60" fmla="*/ 3800 w 1375"/>
                  <a:gd name="T61" fmla="*/ 162 h 516"/>
                  <a:gd name="T62" fmla="*/ 4036 w 1375"/>
                  <a:gd name="T63" fmla="*/ 309 h 516"/>
                  <a:gd name="T64" fmla="*/ 4465 w 1375"/>
                  <a:gd name="T65" fmla="*/ 106 h 516"/>
                  <a:gd name="T66" fmla="*/ 5042 w 1375"/>
                  <a:gd name="T67" fmla="*/ 120 h 516"/>
                  <a:gd name="T68" fmla="*/ 5508 w 1375"/>
                  <a:gd name="T69" fmla="*/ 463 h 516"/>
                  <a:gd name="T70" fmla="*/ 5914 w 1375"/>
                  <a:gd name="T71" fmla="*/ 651 h 516"/>
                  <a:gd name="T72" fmla="*/ 6156 w 1375"/>
                  <a:gd name="T73" fmla="*/ 477 h 516"/>
                  <a:gd name="T74" fmla="*/ 6262 w 1375"/>
                  <a:gd name="T75" fmla="*/ 460 h 516"/>
                  <a:gd name="T76" fmla="*/ 6598 w 1375"/>
                  <a:gd name="T77" fmla="*/ 1303 h 516"/>
                  <a:gd name="T78" fmla="*/ 6213 w 1375"/>
                  <a:gd name="T79" fmla="*/ 2197 h 516"/>
                  <a:gd name="T80" fmla="*/ 6156 w 1375"/>
                  <a:gd name="T81" fmla="*/ 2205 h 51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75" h="516">
                    <a:moveTo>
                      <a:pt x="1275" y="457"/>
                    </a:moveTo>
                    <a:cubicBezTo>
                      <a:pt x="1241" y="375"/>
                      <a:pt x="1110" y="447"/>
                      <a:pt x="1084" y="467"/>
                    </a:cubicBezTo>
                    <a:cubicBezTo>
                      <a:pt x="1058" y="486"/>
                      <a:pt x="1005" y="507"/>
                      <a:pt x="952" y="508"/>
                    </a:cubicBezTo>
                    <a:cubicBezTo>
                      <a:pt x="900" y="509"/>
                      <a:pt x="790" y="445"/>
                      <a:pt x="718" y="445"/>
                    </a:cubicBezTo>
                    <a:cubicBezTo>
                      <a:pt x="647" y="445"/>
                      <a:pt x="463" y="508"/>
                      <a:pt x="426" y="512"/>
                    </a:cubicBezTo>
                    <a:cubicBezTo>
                      <a:pt x="390" y="516"/>
                      <a:pt x="309" y="501"/>
                      <a:pt x="287" y="504"/>
                    </a:cubicBezTo>
                    <a:cubicBezTo>
                      <a:pt x="264" y="507"/>
                      <a:pt x="243" y="511"/>
                      <a:pt x="243" y="511"/>
                    </a:cubicBezTo>
                    <a:cubicBezTo>
                      <a:pt x="243" y="511"/>
                      <a:pt x="243" y="511"/>
                      <a:pt x="243" y="511"/>
                    </a:cubicBezTo>
                    <a:cubicBezTo>
                      <a:pt x="243" y="511"/>
                      <a:pt x="222" y="513"/>
                      <a:pt x="214" y="511"/>
                    </a:cubicBezTo>
                    <a:cubicBezTo>
                      <a:pt x="206" y="508"/>
                      <a:pt x="179" y="503"/>
                      <a:pt x="172" y="496"/>
                    </a:cubicBezTo>
                    <a:cubicBezTo>
                      <a:pt x="158" y="481"/>
                      <a:pt x="137" y="486"/>
                      <a:pt x="137" y="486"/>
                    </a:cubicBezTo>
                    <a:cubicBezTo>
                      <a:pt x="137" y="486"/>
                      <a:pt x="129" y="478"/>
                      <a:pt x="124" y="472"/>
                    </a:cubicBezTo>
                    <a:cubicBezTo>
                      <a:pt x="118" y="466"/>
                      <a:pt x="108" y="459"/>
                      <a:pt x="98" y="459"/>
                    </a:cubicBezTo>
                    <a:cubicBezTo>
                      <a:pt x="89" y="459"/>
                      <a:pt x="70" y="449"/>
                      <a:pt x="70" y="449"/>
                    </a:cubicBezTo>
                    <a:cubicBezTo>
                      <a:pt x="72" y="433"/>
                      <a:pt x="63" y="414"/>
                      <a:pt x="54" y="409"/>
                    </a:cubicBezTo>
                    <a:cubicBezTo>
                      <a:pt x="46" y="403"/>
                      <a:pt x="39" y="393"/>
                      <a:pt x="39" y="393"/>
                    </a:cubicBezTo>
                    <a:cubicBezTo>
                      <a:pt x="48" y="370"/>
                      <a:pt x="27" y="345"/>
                      <a:pt x="18" y="340"/>
                    </a:cubicBezTo>
                    <a:cubicBezTo>
                      <a:pt x="10" y="335"/>
                      <a:pt x="6" y="311"/>
                      <a:pt x="3" y="298"/>
                    </a:cubicBezTo>
                    <a:cubicBezTo>
                      <a:pt x="0" y="285"/>
                      <a:pt x="13" y="273"/>
                      <a:pt x="13" y="250"/>
                    </a:cubicBezTo>
                    <a:cubicBezTo>
                      <a:pt x="13" y="227"/>
                      <a:pt x="1" y="223"/>
                      <a:pt x="3" y="199"/>
                    </a:cubicBezTo>
                    <a:cubicBezTo>
                      <a:pt x="5" y="175"/>
                      <a:pt x="29" y="160"/>
                      <a:pt x="44" y="147"/>
                    </a:cubicBezTo>
                    <a:cubicBezTo>
                      <a:pt x="58" y="133"/>
                      <a:pt x="58" y="104"/>
                      <a:pt x="57" y="97"/>
                    </a:cubicBezTo>
                    <a:cubicBezTo>
                      <a:pt x="56" y="91"/>
                      <a:pt x="67" y="87"/>
                      <a:pt x="76" y="77"/>
                    </a:cubicBezTo>
                    <a:cubicBezTo>
                      <a:pt x="86" y="68"/>
                      <a:pt x="120" y="42"/>
                      <a:pt x="139" y="37"/>
                    </a:cubicBezTo>
                    <a:cubicBezTo>
                      <a:pt x="158" y="31"/>
                      <a:pt x="201" y="9"/>
                      <a:pt x="214" y="11"/>
                    </a:cubicBezTo>
                    <a:cubicBezTo>
                      <a:pt x="226" y="12"/>
                      <a:pt x="243" y="9"/>
                      <a:pt x="243" y="9"/>
                    </a:cubicBezTo>
                    <a:cubicBezTo>
                      <a:pt x="243" y="9"/>
                      <a:pt x="243" y="9"/>
                      <a:pt x="243" y="9"/>
                    </a:cubicBezTo>
                    <a:cubicBezTo>
                      <a:pt x="243" y="9"/>
                      <a:pt x="289" y="25"/>
                      <a:pt x="309" y="35"/>
                    </a:cubicBezTo>
                    <a:cubicBezTo>
                      <a:pt x="330" y="45"/>
                      <a:pt x="416" y="93"/>
                      <a:pt x="481" y="94"/>
                    </a:cubicBezTo>
                    <a:cubicBezTo>
                      <a:pt x="546" y="94"/>
                      <a:pt x="696" y="21"/>
                      <a:pt x="733" y="19"/>
                    </a:cubicBezTo>
                    <a:cubicBezTo>
                      <a:pt x="771" y="16"/>
                      <a:pt x="775" y="19"/>
                      <a:pt x="787" y="34"/>
                    </a:cubicBezTo>
                    <a:cubicBezTo>
                      <a:pt x="799" y="50"/>
                      <a:pt x="814" y="64"/>
                      <a:pt x="836" y="64"/>
                    </a:cubicBezTo>
                    <a:cubicBezTo>
                      <a:pt x="875" y="63"/>
                      <a:pt x="901" y="33"/>
                      <a:pt x="925" y="22"/>
                    </a:cubicBezTo>
                    <a:cubicBezTo>
                      <a:pt x="971" y="0"/>
                      <a:pt x="1012" y="7"/>
                      <a:pt x="1044" y="25"/>
                    </a:cubicBezTo>
                    <a:cubicBezTo>
                      <a:pt x="1076" y="43"/>
                      <a:pt x="1126" y="73"/>
                      <a:pt x="1141" y="96"/>
                    </a:cubicBezTo>
                    <a:cubicBezTo>
                      <a:pt x="1156" y="118"/>
                      <a:pt x="1192" y="141"/>
                      <a:pt x="1225" y="135"/>
                    </a:cubicBezTo>
                    <a:cubicBezTo>
                      <a:pt x="1258" y="128"/>
                      <a:pt x="1275" y="99"/>
                      <a:pt x="1275" y="99"/>
                    </a:cubicBezTo>
                    <a:cubicBezTo>
                      <a:pt x="1275" y="99"/>
                      <a:pt x="1283" y="101"/>
                      <a:pt x="1297" y="95"/>
                    </a:cubicBezTo>
                    <a:cubicBezTo>
                      <a:pt x="1311" y="89"/>
                      <a:pt x="1375" y="139"/>
                      <a:pt x="1367" y="270"/>
                    </a:cubicBezTo>
                    <a:cubicBezTo>
                      <a:pt x="1364" y="326"/>
                      <a:pt x="1344" y="447"/>
                      <a:pt x="1287" y="455"/>
                    </a:cubicBezTo>
                    <a:cubicBezTo>
                      <a:pt x="1279" y="457"/>
                      <a:pt x="1275" y="457"/>
                      <a:pt x="1275" y="457"/>
                    </a:cubicBezTo>
                    <a:close/>
                  </a:path>
                </a:pathLst>
              </a:custGeom>
              <a:noFill/>
              <a:ln w="206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1" name="Line 76">
                <a:extLst>
                  <a:ext uri="{FF2B5EF4-FFF2-40B4-BE49-F238E27FC236}">
                    <a16:creationId xmlns:a16="http://schemas.microsoft.com/office/drawing/2014/main" id="{D50D81B0-F3D1-4B1A-9294-687C6E086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0" y="2728"/>
                <a:ext cx="1" cy="317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2" name="Line 77">
                <a:extLst>
                  <a:ext uri="{FF2B5EF4-FFF2-40B4-BE49-F238E27FC236}">
                    <a16:creationId xmlns:a16="http://schemas.microsoft.com/office/drawing/2014/main" id="{4AB9EC9B-2EA5-4F70-B256-6403BF4AC5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0" y="1541"/>
                <a:ext cx="1" cy="347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3" name="Line 78">
                <a:extLst>
                  <a:ext uri="{FF2B5EF4-FFF2-40B4-BE49-F238E27FC236}">
                    <a16:creationId xmlns:a16="http://schemas.microsoft.com/office/drawing/2014/main" id="{22719D7C-849F-4F6C-82F9-EC6FDA84DF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5" y="2636"/>
                <a:ext cx="1" cy="303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4" name="Line 79">
                <a:extLst>
                  <a:ext uri="{FF2B5EF4-FFF2-40B4-BE49-F238E27FC236}">
                    <a16:creationId xmlns:a16="http://schemas.microsoft.com/office/drawing/2014/main" id="{35BCB470-B40D-4C85-8645-38BADBD5FE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5" y="1651"/>
                <a:ext cx="1" cy="380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5" name="Freeform 80">
                <a:extLst>
                  <a:ext uri="{FF2B5EF4-FFF2-40B4-BE49-F238E27FC236}">
                    <a16:creationId xmlns:a16="http://schemas.microsoft.com/office/drawing/2014/main" id="{6764E138-DB48-471E-98C3-4088ECF63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651"/>
                <a:ext cx="842" cy="101"/>
              </a:xfrm>
              <a:custGeom>
                <a:avLst/>
                <a:gdLst>
                  <a:gd name="T0" fmla="*/ 2408 w 498"/>
                  <a:gd name="T1" fmla="*/ 0 h 60"/>
                  <a:gd name="T2" fmla="*/ 803 w 498"/>
                  <a:gd name="T3" fmla="*/ 153 h 60"/>
                  <a:gd name="T4" fmla="*/ 0 w 498"/>
                  <a:gd name="T5" fmla="*/ 204 h 60"/>
                  <a:gd name="T6" fmla="*/ 546 w 498"/>
                  <a:gd name="T7" fmla="*/ 175 h 60"/>
                  <a:gd name="T8" fmla="*/ 2408 w 498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8" h="60">
                    <a:moveTo>
                      <a:pt x="498" y="0"/>
                    </a:moveTo>
                    <a:cubicBezTo>
                      <a:pt x="498" y="0"/>
                      <a:pt x="355" y="48"/>
                      <a:pt x="166" y="32"/>
                    </a:cubicBezTo>
                    <a:cubicBezTo>
                      <a:pt x="128" y="29"/>
                      <a:pt x="61" y="5"/>
                      <a:pt x="0" y="43"/>
                    </a:cubicBezTo>
                    <a:cubicBezTo>
                      <a:pt x="0" y="43"/>
                      <a:pt x="47" y="20"/>
                      <a:pt x="113" y="37"/>
                    </a:cubicBezTo>
                    <a:cubicBezTo>
                      <a:pt x="178" y="55"/>
                      <a:pt x="367" y="60"/>
                      <a:pt x="498" y="0"/>
                    </a:cubicBezTo>
                    <a:close/>
                  </a:path>
                </a:pathLst>
              </a:custGeom>
              <a:solidFill>
                <a:srgbClr val="F5DA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6" name="Freeform 81">
                <a:extLst>
                  <a:ext uri="{FF2B5EF4-FFF2-40B4-BE49-F238E27FC236}">
                    <a16:creationId xmlns:a16="http://schemas.microsoft.com/office/drawing/2014/main" id="{2B064B1B-95CA-49D0-8946-275E9326A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796"/>
                <a:ext cx="378" cy="1014"/>
              </a:xfrm>
              <a:custGeom>
                <a:avLst/>
                <a:gdLst>
                  <a:gd name="T0" fmla="*/ 1019 w 224"/>
                  <a:gd name="T1" fmla="*/ 0 h 600"/>
                  <a:gd name="T2" fmla="*/ 1077 w 224"/>
                  <a:gd name="T3" fmla="*/ 2897 h 600"/>
                  <a:gd name="T4" fmla="*/ 1019 w 224"/>
                  <a:gd name="T5" fmla="*/ 0 h 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600">
                    <a:moveTo>
                      <a:pt x="212" y="0"/>
                    </a:moveTo>
                    <a:cubicBezTo>
                      <a:pt x="212" y="0"/>
                      <a:pt x="28" y="316"/>
                      <a:pt x="224" y="600"/>
                    </a:cubicBezTo>
                    <a:cubicBezTo>
                      <a:pt x="224" y="600"/>
                      <a:pt x="0" y="340"/>
                      <a:pt x="2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7" name="Freeform 82">
                <a:extLst>
                  <a:ext uri="{FF2B5EF4-FFF2-40B4-BE49-F238E27FC236}">
                    <a16:creationId xmlns:a16="http://schemas.microsoft.com/office/drawing/2014/main" id="{F100E2F1-BF0E-488D-8524-3E4004F69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214"/>
                <a:ext cx="874" cy="341"/>
              </a:xfrm>
              <a:custGeom>
                <a:avLst/>
                <a:gdLst>
                  <a:gd name="T0" fmla="*/ 112 w 517"/>
                  <a:gd name="T1" fmla="*/ 116 h 202"/>
                  <a:gd name="T2" fmla="*/ 0 w 517"/>
                  <a:gd name="T3" fmla="*/ 302 h 202"/>
                  <a:gd name="T4" fmla="*/ 174 w 517"/>
                  <a:gd name="T5" fmla="*/ 655 h 202"/>
                  <a:gd name="T6" fmla="*/ 335 w 517"/>
                  <a:gd name="T7" fmla="*/ 778 h 202"/>
                  <a:gd name="T8" fmla="*/ 566 w 517"/>
                  <a:gd name="T9" fmla="*/ 790 h 202"/>
                  <a:gd name="T10" fmla="*/ 691 w 517"/>
                  <a:gd name="T11" fmla="*/ 910 h 202"/>
                  <a:gd name="T12" fmla="*/ 943 w 517"/>
                  <a:gd name="T13" fmla="*/ 886 h 202"/>
                  <a:gd name="T14" fmla="*/ 1381 w 517"/>
                  <a:gd name="T15" fmla="*/ 854 h 202"/>
                  <a:gd name="T16" fmla="*/ 2210 w 517"/>
                  <a:gd name="T17" fmla="*/ 641 h 202"/>
                  <a:gd name="T18" fmla="*/ 2401 w 517"/>
                  <a:gd name="T19" fmla="*/ 525 h 202"/>
                  <a:gd name="T20" fmla="*/ 2483 w 517"/>
                  <a:gd name="T21" fmla="*/ 240 h 202"/>
                  <a:gd name="T22" fmla="*/ 2272 w 517"/>
                  <a:gd name="T23" fmla="*/ 132 h 202"/>
                  <a:gd name="T24" fmla="*/ 1694 w 517"/>
                  <a:gd name="T25" fmla="*/ 86 h 202"/>
                  <a:gd name="T26" fmla="*/ 1204 w 517"/>
                  <a:gd name="T27" fmla="*/ 177 h 202"/>
                  <a:gd name="T28" fmla="*/ 972 w 517"/>
                  <a:gd name="T29" fmla="*/ 140 h 202"/>
                  <a:gd name="T30" fmla="*/ 729 w 517"/>
                  <a:gd name="T31" fmla="*/ 116 h 202"/>
                  <a:gd name="T32" fmla="*/ 198 w 517"/>
                  <a:gd name="T33" fmla="*/ 62 h 20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17" h="202">
                    <a:moveTo>
                      <a:pt x="23" y="24"/>
                    </a:moveTo>
                    <a:cubicBezTo>
                      <a:pt x="33" y="41"/>
                      <a:pt x="16" y="58"/>
                      <a:pt x="0" y="63"/>
                    </a:cubicBezTo>
                    <a:cubicBezTo>
                      <a:pt x="21" y="74"/>
                      <a:pt x="17" y="116"/>
                      <a:pt x="36" y="136"/>
                    </a:cubicBezTo>
                    <a:cubicBezTo>
                      <a:pt x="44" y="145"/>
                      <a:pt x="56" y="158"/>
                      <a:pt x="69" y="162"/>
                    </a:cubicBezTo>
                    <a:cubicBezTo>
                      <a:pt x="83" y="166"/>
                      <a:pt x="103" y="157"/>
                      <a:pt x="117" y="164"/>
                    </a:cubicBezTo>
                    <a:cubicBezTo>
                      <a:pt x="130" y="170"/>
                      <a:pt x="128" y="185"/>
                      <a:pt x="143" y="189"/>
                    </a:cubicBezTo>
                    <a:cubicBezTo>
                      <a:pt x="159" y="193"/>
                      <a:pt x="178" y="182"/>
                      <a:pt x="195" y="184"/>
                    </a:cubicBezTo>
                    <a:cubicBezTo>
                      <a:pt x="229" y="186"/>
                      <a:pt x="262" y="202"/>
                      <a:pt x="286" y="178"/>
                    </a:cubicBezTo>
                    <a:cubicBezTo>
                      <a:pt x="260" y="141"/>
                      <a:pt x="432" y="134"/>
                      <a:pt x="457" y="133"/>
                    </a:cubicBezTo>
                    <a:cubicBezTo>
                      <a:pt x="452" y="105"/>
                      <a:pt x="478" y="110"/>
                      <a:pt x="497" y="109"/>
                    </a:cubicBezTo>
                    <a:cubicBezTo>
                      <a:pt x="496" y="89"/>
                      <a:pt x="517" y="63"/>
                      <a:pt x="514" y="50"/>
                    </a:cubicBezTo>
                    <a:cubicBezTo>
                      <a:pt x="508" y="25"/>
                      <a:pt x="481" y="54"/>
                      <a:pt x="470" y="27"/>
                    </a:cubicBezTo>
                    <a:cubicBezTo>
                      <a:pt x="430" y="17"/>
                      <a:pt x="391" y="17"/>
                      <a:pt x="351" y="18"/>
                    </a:cubicBezTo>
                    <a:cubicBezTo>
                      <a:pt x="318" y="20"/>
                      <a:pt x="263" y="4"/>
                      <a:pt x="249" y="37"/>
                    </a:cubicBezTo>
                    <a:cubicBezTo>
                      <a:pt x="232" y="40"/>
                      <a:pt x="217" y="30"/>
                      <a:pt x="201" y="29"/>
                    </a:cubicBezTo>
                    <a:cubicBezTo>
                      <a:pt x="182" y="28"/>
                      <a:pt x="170" y="30"/>
                      <a:pt x="151" y="24"/>
                    </a:cubicBezTo>
                    <a:cubicBezTo>
                      <a:pt x="120" y="13"/>
                      <a:pt x="73" y="0"/>
                      <a:pt x="41" y="13"/>
                    </a:cubicBezTo>
                  </a:path>
                </a:pathLst>
              </a:custGeom>
              <a:solidFill>
                <a:srgbClr val="DE6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8" name="Freeform 83">
                <a:extLst>
                  <a:ext uri="{FF2B5EF4-FFF2-40B4-BE49-F238E27FC236}">
                    <a16:creationId xmlns:a16="http://schemas.microsoft.com/office/drawing/2014/main" id="{84E1965E-7495-4771-B017-1599612C5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173"/>
                <a:ext cx="443" cy="97"/>
              </a:xfrm>
              <a:custGeom>
                <a:avLst/>
                <a:gdLst>
                  <a:gd name="T0" fmla="*/ 0 w 262"/>
                  <a:gd name="T1" fmla="*/ 240 h 57"/>
                  <a:gd name="T2" fmla="*/ 637 w 262"/>
                  <a:gd name="T3" fmla="*/ 0 h 57"/>
                  <a:gd name="T4" fmla="*/ 1155 w 262"/>
                  <a:gd name="T5" fmla="*/ 260 h 57"/>
                  <a:gd name="T6" fmla="*/ 0 w 262"/>
                  <a:gd name="T7" fmla="*/ 24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2" h="57">
                    <a:moveTo>
                      <a:pt x="0" y="49"/>
                    </a:moveTo>
                    <a:cubicBezTo>
                      <a:pt x="0" y="49"/>
                      <a:pt x="98" y="2"/>
                      <a:pt x="132" y="0"/>
                    </a:cubicBezTo>
                    <a:cubicBezTo>
                      <a:pt x="156" y="0"/>
                      <a:pt x="262" y="49"/>
                      <a:pt x="239" y="53"/>
                    </a:cubicBezTo>
                    <a:cubicBezTo>
                      <a:pt x="216" y="57"/>
                      <a:pt x="0" y="49"/>
                      <a:pt x="0" y="49"/>
                    </a:cubicBezTo>
                    <a:close/>
                  </a:path>
                </a:pathLst>
              </a:custGeom>
              <a:solidFill>
                <a:srgbClr val="DE6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9" name="Freeform 84">
                <a:extLst>
                  <a:ext uri="{FF2B5EF4-FFF2-40B4-BE49-F238E27FC236}">
                    <a16:creationId xmlns:a16="http://schemas.microsoft.com/office/drawing/2014/main" id="{9A9CB868-DF5E-4437-9480-BDF13DA55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461"/>
                <a:ext cx="426" cy="101"/>
              </a:xfrm>
              <a:custGeom>
                <a:avLst/>
                <a:gdLst>
                  <a:gd name="T0" fmla="*/ 0 w 252"/>
                  <a:gd name="T1" fmla="*/ 229 h 60"/>
                  <a:gd name="T2" fmla="*/ 575 w 252"/>
                  <a:gd name="T3" fmla="*/ 5 h 60"/>
                  <a:gd name="T4" fmla="*/ 1175 w 252"/>
                  <a:gd name="T5" fmla="*/ 278 h 60"/>
                  <a:gd name="T6" fmla="*/ 0 w 252"/>
                  <a:gd name="T7" fmla="*/ 229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2" h="60">
                    <a:moveTo>
                      <a:pt x="0" y="48"/>
                    </a:moveTo>
                    <a:cubicBezTo>
                      <a:pt x="0" y="48"/>
                      <a:pt x="102" y="0"/>
                      <a:pt x="119" y="1"/>
                    </a:cubicBezTo>
                    <a:cubicBezTo>
                      <a:pt x="135" y="2"/>
                      <a:pt x="252" y="57"/>
                      <a:pt x="243" y="58"/>
                    </a:cubicBezTo>
                    <a:cubicBezTo>
                      <a:pt x="233" y="60"/>
                      <a:pt x="0" y="48"/>
                      <a:pt x="0" y="48"/>
                    </a:cubicBezTo>
                    <a:close/>
                  </a:path>
                </a:pathLst>
              </a:custGeom>
              <a:solidFill>
                <a:srgbClr val="DE6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0" name="Freeform 85">
                <a:extLst>
                  <a:ext uri="{FF2B5EF4-FFF2-40B4-BE49-F238E27FC236}">
                    <a16:creationId xmlns:a16="http://schemas.microsoft.com/office/drawing/2014/main" id="{C5789435-ED04-4B77-8908-30A7F8A59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423"/>
                <a:ext cx="353" cy="97"/>
              </a:xfrm>
              <a:custGeom>
                <a:avLst/>
                <a:gdLst>
                  <a:gd name="T0" fmla="*/ 1007 w 209"/>
                  <a:gd name="T1" fmla="*/ 211 h 57"/>
                  <a:gd name="T2" fmla="*/ 637 w 209"/>
                  <a:gd name="T3" fmla="*/ 9 h 57"/>
                  <a:gd name="T4" fmla="*/ 57 w 209"/>
                  <a:gd name="T5" fmla="*/ 252 h 57"/>
                  <a:gd name="T6" fmla="*/ 1007 w 209"/>
                  <a:gd name="T7" fmla="*/ 211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9" h="57">
                    <a:moveTo>
                      <a:pt x="209" y="43"/>
                    </a:moveTo>
                    <a:cubicBezTo>
                      <a:pt x="209" y="43"/>
                      <a:pt x="149" y="0"/>
                      <a:pt x="132" y="2"/>
                    </a:cubicBezTo>
                    <a:cubicBezTo>
                      <a:pt x="114" y="5"/>
                      <a:pt x="0" y="45"/>
                      <a:pt x="12" y="51"/>
                    </a:cubicBezTo>
                    <a:cubicBezTo>
                      <a:pt x="24" y="57"/>
                      <a:pt x="209" y="43"/>
                      <a:pt x="209" y="43"/>
                    </a:cubicBezTo>
                    <a:close/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1" name="Freeform 86">
                <a:extLst>
                  <a:ext uri="{FF2B5EF4-FFF2-40B4-BE49-F238E27FC236}">
                    <a16:creationId xmlns:a16="http://schemas.microsoft.com/office/drawing/2014/main" id="{5D786DF7-2E2E-4FB9-A953-635B55D47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2123"/>
                <a:ext cx="334" cy="93"/>
              </a:xfrm>
              <a:custGeom>
                <a:avLst/>
                <a:gdLst>
                  <a:gd name="T0" fmla="*/ 0 w 198"/>
                  <a:gd name="T1" fmla="*/ 0 h 55"/>
                  <a:gd name="T2" fmla="*/ 530 w 198"/>
                  <a:gd name="T3" fmla="*/ 265 h 55"/>
                  <a:gd name="T4" fmla="*/ 931 w 198"/>
                  <a:gd name="T5" fmla="*/ 69 h 55"/>
                  <a:gd name="T6" fmla="*/ 0 w 198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55">
                    <a:moveTo>
                      <a:pt x="0" y="0"/>
                    </a:moveTo>
                    <a:cubicBezTo>
                      <a:pt x="0" y="0"/>
                      <a:pt x="89" y="55"/>
                      <a:pt x="110" y="55"/>
                    </a:cubicBezTo>
                    <a:cubicBezTo>
                      <a:pt x="132" y="55"/>
                      <a:pt x="190" y="27"/>
                      <a:pt x="194" y="14"/>
                    </a:cubicBezTo>
                    <a:cubicBezTo>
                      <a:pt x="198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2" name="Freeform 87">
                <a:extLst>
                  <a:ext uri="{FF2B5EF4-FFF2-40B4-BE49-F238E27FC236}">
                    <a16:creationId xmlns:a16="http://schemas.microsoft.com/office/drawing/2014/main" id="{289849BC-5AF5-4FEC-A0F6-325593560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548"/>
                <a:ext cx="216" cy="80"/>
              </a:xfrm>
              <a:custGeom>
                <a:avLst/>
                <a:gdLst>
                  <a:gd name="T0" fmla="*/ 0 w 128"/>
                  <a:gd name="T1" fmla="*/ 0 h 47"/>
                  <a:gd name="T2" fmla="*/ 307 w 128"/>
                  <a:gd name="T3" fmla="*/ 99 h 47"/>
                  <a:gd name="T4" fmla="*/ 505 w 128"/>
                  <a:gd name="T5" fmla="*/ 226 h 47"/>
                  <a:gd name="T6" fmla="*/ 0 w 128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47">
                    <a:moveTo>
                      <a:pt x="0" y="0"/>
                    </a:moveTo>
                    <a:cubicBezTo>
                      <a:pt x="0" y="0"/>
                      <a:pt x="31" y="5"/>
                      <a:pt x="64" y="20"/>
                    </a:cubicBezTo>
                    <a:cubicBezTo>
                      <a:pt x="97" y="35"/>
                      <a:pt x="128" y="46"/>
                      <a:pt x="105" y="46"/>
                    </a:cubicBezTo>
                    <a:cubicBezTo>
                      <a:pt x="1" y="47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E6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3" name="Freeform 88">
                <a:extLst>
                  <a:ext uri="{FF2B5EF4-FFF2-40B4-BE49-F238E27FC236}">
                    <a16:creationId xmlns:a16="http://schemas.microsoft.com/office/drawing/2014/main" id="{F9A1BC0C-EAB1-4800-93A3-53F7BD964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028"/>
                <a:ext cx="275" cy="100"/>
              </a:xfrm>
              <a:custGeom>
                <a:avLst/>
                <a:gdLst>
                  <a:gd name="T0" fmla="*/ 0 w 163"/>
                  <a:gd name="T1" fmla="*/ 107 h 59"/>
                  <a:gd name="T2" fmla="*/ 331 w 163"/>
                  <a:gd name="T3" fmla="*/ 268 h 59"/>
                  <a:gd name="T4" fmla="*/ 774 w 163"/>
                  <a:gd name="T5" fmla="*/ 63 h 59"/>
                  <a:gd name="T6" fmla="*/ 0 w 163"/>
                  <a:gd name="T7" fmla="*/ 107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3" h="59">
                    <a:moveTo>
                      <a:pt x="0" y="22"/>
                    </a:moveTo>
                    <a:cubicBezTo>
                      <a:pt x="0" y="22"/>
                      <a:pt x="47" y="59"/>
                      <a:pt x="69" y="55"/>
                    </a:cubicBezTo>
                    <a:cubicBezTo>
                      <a:pt x="91" y="50"/>
                      <a:pt x="159" y="26"/>
                      <a:pt x="161" y="13"/>
                    </a:cubicBezTo>
                    <a:cubicBezTo>
                      <a:pt x="163" y="0"/>
                      <a:pt x="0" y="22"/>
                      <a:pt x="0" y="22"/>
                    </a:cubicBezTo>
                    <a:close/>
                  </a:path>
                </a:pathLst>
              </a:custGeom>
              <a:solidFill>
                <a:srgbClr val="DE6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4" name="Freeform 89">
                <a:extLst>
                  <a:ext uri="{FF2B5EF4-FFF2-40B4-BE49-F238E27FC236}">
                    <a16:creationId xmlns:a16="http://schemas.microsoft.com/office/drawing/2014/main" id="{D0A0C9D5-9649-405B-87B0-5F3396688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648"/>
                <a:ext cx="483" cy="1287"/>
              </a:xfrm>
              <a:custGeom>
                <a:avLst/>
                <a:gdLst>
                  <a:gd name="T0" fmla="*/ 1371 w 286"/>
                  <a:gd name="T1" fmla="*/ 0 h 762"/>
                  <a:gd name="T2" fmla="*/ 1180 w 286"/>
                  <a:gd name="T3" fmla="*/ 86 h 762"/>
                  <a:gd name="T4" fmla="*/ 1113 w 286"/>
                  <a:gd name="T5" fmla="*/ 162 h 762"/>
                  <a:gd name="T6" fmla="*/ 1013 w 286"/>
                  <a:gd name="T7" fmla="*/ 162 h 762"/>
                  <a:gd name="T8" fmla="*/ 910 w 286"/>
                  <a:gd name="T9" fmla="*/ 177 h 762"/>
                  <a:gd name="T10" fmla="*/ 784 w 286"/>
                  <a:gd name="T11" fmla="*/ 177 h 762"/>
                  <a:gd name="T12" fmla="*/ 728 w 286"/>
                  <a:gd name="T13" fmla="*/ 274 h 762"/>
                  <a:gd name="T14" fmla="*/ 691 w 286"/>
                  <a:gd name="T15" fmla="*/ 377 h 762"/>
                  <a:gd name="T16" fmla="*/ 593 w 286"/>
                  <a:gd name="T17" fmla="*/ 399 h 762"/>
                  <a:gd name="T18" fmla="*/ 476 w 286"/>
                  <a:gd name="T19" fmla="*/ 434 h 762"/>
                  <a:gd name="T20" fmla="*/ 434 w 286"/>
                  <a:gd name="T21" fmla="*/ 551 h 762"/>
                  <a:gd name="T22" fmla="*/ 405 w 286"/>
                  <a:gd name="T23" fmla="*/ 691 h 762"/>
                  <a:gd name="T24" fmla="*/ 289 w 286"/>
                  <a:gd name="T25" fmla="*/ 750 h 762"/>
                  <a:gd name="T26" fmla="*/ 194 w 286"/>
                  <a:gd name="T27" fmla="*/ 844 h 762"/>
                  <a:gd name="T28" fmla="*/ 208 w 286"/>
                  <a:gd name="T29" fmla="*/ 1069 h 762"/>
                  <a:gd name="T30" fmla="*/ 149 w 286"/>
                  <a:gd name="T31" fmla="*/ 1167 h 762"/>
                  <a:gd name="T32" fmla="*/ 83 w 286"/>
                  <a:gd name="T33" fmla="*/ 1287 h 762"/>
                  <a:gd name="T34" fmla="*/ 71 w 286"/>
                  <a:gd name="T35" fmla="*/ 1407 h 762"/>
                  <a:gd name="T36" fmla="*/ 100 w 286"/>
                  <a:gd name="T37" fmla="*/ 1490 h 762"/>
                  <a:gd name="T38" fmla="*/ 69 w 286"/>
                  <a:gd name="T39" fmla="*/ 1557 h 762"/>
                  <a:gd name="T40" fmla="*/ 5 w 286"/>
                  <a:gd name="T41" fmla="*/ 1706 h 762"/>
                  <a:gd name="T42" fmla="*/ 62 w 286"/>
                  <a:gd name="T43" fmla="*/ 1875 h 762"/>
                  <a:gd name="T44" fmla="*/ 8 w 286"/>
                  <a:gd name="T45" fmla="*/ 2160 h 762"/>
                  <a:gd name="T46" fmla="*/ 105 w 286"/>
                  <a:gd name="T47" fmla="*/ 2307 h 762"/>
                  <a:gd name="T48" fmla="*/ 100 w 286"/>
                  <a:gd name="T49" fmla="*/ 2510 h 762"/>
                  <a:gd name="T50" fmla="*/ 91 w 286"/>
                  <a:gd name="T51" fmla="*/ 2609 h 762"/>
                  <a:gd name="T52" fmla="*/ 120 w 286"/>
                  <a:gd name="T53" fmla="*/ 2655 h 762"/>
                  <a:gd name="T54" fmla="*/ 245 w 286"/>
                  <a:gd name="T55" fmla="*/ 2736 h 762"/>
                  <a:gd name="T56" fmla="*/ 260 w 286"/>
                  <a:gd name="T57" fmla="*/ 2922 h 762"/>
                  <a:gd name="T58" fmla="*/ 294 w 286"/>
                  <a:gd name="T59" fmla="*/ 3050 h 762"/>
                  <a:gd name="T60" fmla="*/ 414 w 286"/>
                  <a:gd name="T61" fmla="*/ 3084 h 762"/>
                  <a:gd name="T62" fmla="*/ 497 w 286"/>
                  <a:gd name="T63" fmla="*/ 3126 h 762"/>
                  <a:gd name="T64" fmla="*/ 596 w 286"/>
                  <a:gd name="T65" fmla="*/ 3307 h 762"/>
                  <a:gd name="T66" fmla="*/ 692 w 286"/>
                  <a:gd name="T67" fmla="*/ 3435 h 762"/>
                  <a:gd name="T68" fmla="*/ 784 w 286"/>
                  <a:gd name="T69" fmla="*/ 3412 h 762"/>
                  <a:gd name="T70" fmla="*/ 887 w 286"/>
                  <a:gd name="T71" fmla="*/ 3518 h 762"/>
                  <a:gd name="T72" fmla="*/ 973 w 286"/>
                  <a:gd name="T73" fmla="*/ 3643 h 762"/>
                  <a:gd name="T74" fmla="*/ 1169 w 286"/>
                  <a:gd name="T75" fmla="*/ 3565 h 762"/>
                  <a:gd name="T76" fmla="*/ 1378 w 286"/>
                  <a:gd name="T77" fmla="*/ 3665 h 76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86" h="762">
                    <a:moveTo>
                      <a:pt x="285" y="0"/>
                    </a:moveTo>
                    <a:cubicBezTo>
                      <a:pt x="271" y="3"/>
                      <a:pt x="256" y="9"/>
                      <a:pt x="245" y="18"/>
                    </a:cubicBezTo>
                    <a:cubicBezTo>
                      <a:pt x="240" y="22"/>
                      <a:pt x="236" y="31"/>
                      <a:pt x="231" y="34"/>
                    </a:cubicBezTo>
                    <a:cubicBezTo>
                      <a:pt x="224" y="39"/>
                      <a:pt x="218" y="34"/>
                      <a:pt x="210" y="34"/>
                    </a:cubicBezTo>
                    <a:cubicBezTo>
                      <a:pt x="203" y="35"/>
                      <a:pt x="197" y="36"/>
                      <a:pt x="189" y="37"/>
                    </a:cubicBezTo>
                    <a:cubicBezTo>
                      <a:pt x="181" y="37"/>
                      <a:pt x="172" y="36"/>
                      <a:pt x="163" y="37"/>
                    </a:cubicBezTo>
                    <a:cubicBezTo>
                      <a:pt x="159" y="44"/>
                      <a:pt x="155" y="50"/>
                      <a:pt x="151" y="57"/>
                    </a:cubicBezTo>
                    <a:cubicBezTo>
                      <a:pt x="148" y="62"/>
                      <a:pt x="146" y="75"/>
                      <a:pt x="143" y="78"/>
                    </a:cubicBezTo>
                    <a:cubicBezTo>
                      <a:pt x="139" y="82"/>
                      <a:pt x="128" y="82"/>
                      <a:pt x="123" y="83"/>
                    </a:cubicBezTo>
                    <a:cubicBezTo>
                      <a:pt x="115" y="84"/>
                      <a:pt x="106" y="86"/>
                      <a:pt x="99" y="90"/>
                    </a:cubicBezTo>
                    <a:cubicBezTo>
                      <a:pt x="88" y="94"/>
                      <a:pt x="91" y="101"/>
                      <a:pt x="90" y="114"/>
                    </a:cubicBezTo>
                    <a:cubicBezTo>
                      <a:pt x="90" y="123"/>
                      <a:pt x="90" y="136"/>
                      <a:pt x="84" y="143"/>
                    </a:cubicBezTo>
                    <a:cubicBezTo>
                      <a:pt x="78" y="150"/>
                      <a:pt x="67" y="152"/>
                      <a:pt x="60" y="156"/>
                    </a:cubicBezTo>
                    <a:cubicBezTo>
                      <a:pt x="52" y="162"/>
                      <a:pt x="42" y="165"/>
                      <a:pt x="40" y="175"/>
                    </a:cubicBezTo>
                    <a:cubicBezTo>
                      <a:pt x="37" y="191"/>
                      <a:pt x="46" y="209"/>
                      <a:pt x="43" y="222"/>
                    </a:cubicBezTo>
                    <a:cubicBezTo>
                      <a:pt x="41" y="228"/>
                      <a:pt x="34" y="237"/>
                      <a:pt x="31" y="242"/>
                    </a:cubicBezTo>
                    <a:cubicBezTo>
                      <a:pt x="25" y="250"/>
                      <a:pt x="21" y="259"/>
                      <a:pt x="17" y="267"/>
                    </a:cubicBezTo>
                    <a:cubicBezTo>
                      <a:pt x="13" y="276"/>
                      <a:pt x="12" y="282"/>
                      <a:pt x="15" y="292"/>
                    </a:cubicBezTo>
                    <a:cubicBezTo>
                      <a:pt x="16" y="297"/>
                      <a:pt x="22" y="303"/>
                      <a:pt x="21" y="309"/>
                    </a:cubicBezTo>
                    <a:cubicBezTo>
                      <a:pt x="21" y="313"/>
                      <a:pt x="16" y="319"/>
                      <a:pt x="14" y="323"/>
                    </a:cubicBezTo>
                    <a:cubicBezTo>
                      <a:pt x="8" y="332"/>
                      <a:pt x="0" y="343"/>
                      <a:pt x="1" y="354"/>
                    </a:cubicBezTo>
                    <a:cubicBezTo>
                      <a:pt x="1" y="367"/>
                      <a:pt x="15" y="375"/>
                      <a:pt x="13" y="389"/>
                    </a:cubicBezTo>
                    <a:cubicBezTo>
                      <a:pt x="10" y="408"/>
                      <a:pt x="0" y="429"/>
                      <a:pt x="2" y="448"/>
                    </a:cubicBezTo>
                    <a:cubicBezTo>
                      <a:pt x="4" y="462"/>
                      <a:pt x="16" y="468"/>
                      <a:pt x="22" y="479"/>
                    </a:cubicBezTo>
                    <a:cubicBezTo>
                      <a:pt x="29" y="491"/>
                      <a:pt x="22" y="508"/>
                      <a:pt x="21" y="521"/>
                    </a:cubicBezTo>
                    <a:cubicBezTo>
                      <a:pt x="20" y="527"/>
                      <a:pt x="18" y="536"/>
                      <a:pt x="19" y="542"/>
                    </a:cubicBezTo>
                    <a:cubicBezTo>
                      <a:pt x="19" y="549"/>
                      <a:pt x="20" y="547"/>
                      <a:pt x="25" y="551"/>
                    </a:cubicBezTo>
                    <a:cubicBezTo>
                      <a:pt x="32" y="556"/>
                      <a:pt x="46" y="560"/>
                      <a:pt x="51" y="568"/>
                    </a:cubicBezTo>
                    <a:cubicBezTo>
                      <a:pt x="56" y="577"/>
                      <a:pt x="54" y="595"/>
                      <a:pt x="54" y="606"/>
                    </a:cubicBezTo>
                    <a:cubicBezTo>
                      <a:pt x="54" y="615"/>
                      <a:pt x="53" y="629"/>
                      <a:pt x="61" y="633"/>
                    </a:cubicBezTo>
                    <a:cubicBezTo>
                      <a:pt x="67" y="637"/>
                      <a:pt x="78" y="638"/>
                      <a:pt x="86" y="640"/>
                    </a:cubicBezTo>
                    <a:cubicBezTo>
                      <a:pt x="93" y="643"/>
                      <a:pt x="98" y="644"/>
                      <a:pt x="103" y="649"/>
                    </a:cubicBezTo>
                    <a:cubicBezTo>
                      <a:pt x="112" y="660"/>
                      <a:pt x="118" y="673"/>
                      <a:pt x="124" y="686"/>
                    </a:cubicBezTo>
                    <a:cubicBezTo>
                      <a:pt x="129" y="694"/>
                      <a:pt x="134" y="713"/>
                      <a:pt x="144" y="713"/>
                    </a:cubicBezTo>
                    <a:cubicBezTo>
                      <a:pt x="150" y="713"/>
                      <a:pt x="157" y="707"/>
                      <a:pt x="163" y="708"/>
                    </a:cubicBezTo>
                    <a:cubicBezTo>
                      <a:pt x="172" y="710"/>
                      <a:pt x="179" y="723"/>
                      <a:pt x="184" y="730"/>
                    </a:cubicBezTo>
                    <a:cubicBezTo>
                      <a:pt x="188" y="737"/>
                      <a:pt x="195" y="753"/>
                      <a:pt x="202" y="756"/>
                    </a:cubicBezTo>
                    <a:cubicBezTo>
                      <a:pt x="217" y="762"/>
                      <a:pt x="231" y="742"/>
                      <a:pt x="243" y="740"/>
                    </a:cubicBezTo>
                    <a:cubicBezTo>
                      <a:pt x="255" y="738"/>
                      <a:pt x="282" y="749"/>
                      <a:pt x="286" y="76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5" name="Freeform 90">
                <a:extLst>
                  <a:ext uri="{FF2B5EF4-FFF2-40B4-BE49-F238E27FC236}">
                    <a16:creationId xmlns:a16="http://schemas.microsoft.com/office/drawing/2014/main" id="{D8FDCC46-805E-4BA8-B00E-FD3AB190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632"/>
                <a:ext cx="411" cy="298"/>
              </a:xfrm>
              <a:custGeom>
                <a:avLst/>
                <a:gdLst>
                  <a:gd name="T0" fmla="*/ 1175 w 243"/>
                  <a:gd name="T1" fmla="*/ 34 h 176"/>
                  <a:gd name="T2" fmla="*/ 993 w 243"/>
                  <a:gd name="T3" fmla="*/ 8 h 176"/>
                  <a:gd name="T4" fmla="*/ 861 w 243"/>
                  <a:gd name="T5" fmla="*/ 34 h 176"/>
                  <a:gd name="T6" fmla="*/ 727 w 243"/>
                  <a:gd name="T7" fmla="*/ 141 h 176"/>
                  <a:gd name="T8" fmla="*/ 600 w 243"/>
                  <a:gd name="T9" fmla="*/ 215 h 176"/>
                  <a:gd name="T10" fmla="*/ 426 w 243"/>
                  <a:gd name="T11" fmla="*/ 232 h 176"/>
                  <a:gd name="T12" fmla="*/ 352 w 243"/>
                  <a:gd name="T13" fmla="*/ 295 h 176"/>
                  <a:gd name="T14" fmla="*/ 286 w 243"/>
                  <a:gd name="T15" fmla="*/ 393 h 176"/>
                  <a:gd name="T16" fmla="*/ 252 w 243"/>
                  <a:gd name="T17" fmla="*/ 505 h 176"/>
                  <a:gd name="T18" fmla="*/ 161 w 243"/>
                  <a:gd name="T19" fmla="*/ 562 h 176"/>
                  <a:gd name="T20" fmla="*/ 54 w 243"/>
                  <a:gd name="T21" fmla="*/ 642 h 176"/>
                  <a:gd name="T22" fmla="*/ 20 w 243"/>
                  <a:gd name="T23" fmla="*/ 855 h 1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3" h="176">
                    <a:moveTo>
                      <a:pt x="243" y="7"/>
                    </a:moveTo>
                    <a:cubicBezTo>
                      <a:pt x="231" y="4"/>
                      <a:pt x="218" y="3"/>
                      <a:pt x="205" y="2"/>
                    </a:cubicBezTo>
                    <a:cubicBezTo>
                      <a:pt x="194" y="1"/>
                      <a:pt x="187" y="0"/>
                      <a:pt x="178" y="7"/>
                    </a:cubicBezTo>
                    <a:cubicBezTo>
                      <a:pt x="168" y="14"/>
                      <a:pt x="159" y="22"/>
                      <a:pt x="150" y="29"/>
                    </a:cubicBezTo>
                    <a:cubicBezTo>
                      <a:pt x="143" y="34"/>
                      <a:pt x="132" y="41"/>
                      <a:pt x="124" y="44"/>
                    </a:cubicBezTo>
                    <a:cubicBezTo>
                      <a:pt x="113" y="48"/>
                      <a:pt x="100" y="44"/>
                      <a:pt x="88" y="48"/>
                    </a:cubicBezTo>
                    <a:cubicBezTo>
                      <a:pt x="81" y="50"/>
                      <a:pt x="77" y="55"/>
                      <a:pt x="73" y="61"/>
                    </a:cubicBezTo>
                    <a:cubicBezTo>
                      <a:pt x="68" y="67"/>
                      <a:pt x="62" y="74"/>
                      <a:pt x="59" y="81"/>
                    </a:cubicBezTo>
                    <a:cubicBezTo>
                      <a:pt x="56" y="88"/>
                      <a:pt x="57" y="98"/>
                      <a:pt x="52" y="104"/>
                    </a:cubicBezTo>
                    <a:cubicBezTo>
                      <a:pt x="48" y="108"/>
                      <a:pt x="38" y="112"/>
                      <a:pt x="33" y="116"/>
                    </a:cubicBezTo>
                    <a:cubicBezTo>
                      <a:pt x="26" y="121"/>
                      <a:pt x="18" y="126"/>
                      <a:pt x="11" y="132"/>
                    </a:cubicBezTo>
                    <a:cubicBezTo>
                      <a:pt x="0" y="141"/>
                      <a:pt x="2" y="162"/>
                      <a:pt x="4" y="17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6" name="Freeform 91">
                <a:extLst>
                  <a:ext uri="{FF2B5EF4-FFF2-40B4-BE49-F238E27FC236}">
                    <a16:creationId xmlns:a16="http://schemas.microsoft.com/office/drawing/2014/main" id="{6A4220DC-A008-43C5-B491-65A9C7508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947"/>
                <a:ext cx="53" cy="150"/>
              </a:xfrm>
              <a:custGeom>
                <a:avLst/>
                <a:gdLst>
                  <a:gd name="T0" fmla="*/ 156 w 31"/>
                  <a:gd name="T1" fmla="*/ 0 h 89"/>
                  <a:gd name="T2" fmla="*/ 50 w 31"/>
                  <a:gd name="T3" fmla="*/ 99 h 89"/>
                  <a:gd name="T4" fmla="*/ 0 w 31"/>
                  <a:gd name="T5" fmla="*/ 190 h 89"/>
                  <a:gd name="T6" fmla="*/ 29 w 31"/>
                  <a:gd name="T7" fmla="*/ 327 h 89"/>
                  <a:gd name="T8" fmla="*/ 62 w 31"/>
                  <a:gd name="T9" fmla="*/ 426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89">
                    <a:moveTo>
                      <a:pt x="31" y="0"/>
                    </a:moveTo>
                    <a:cubicBezTo>
                      <a:pt x="24" y="3"/>
                      <a:pt x="16" y="15"/>
                      <a:pt x="10" y="21"/>
                    </a:cubicBezTo>
                    <a:cubicBezTo>
                      <a:pt x="3" y="27"/>
                      <a:pt x="0" y="31"/>
                      <a:pt x="0" y="40"/>
                    </a:cubicBezTo>
                    <a:cubicBezTo>
                      <a:pt x="0" y="48"/>
                      <a:pt x="4" y="59"/>
                      <a:pt x="6" y="68"/>
                    </a:cubicBezTo>
                    <a:cubicBezTo>
                      <a:pt x="7" y="74"/>
                      <a:pt x="9" y="84"/>
                      <a:pt x="12" y="8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7" name="Freeform 92">
                <a:extLst>
                  <a:ext uri="{FF2B5EF4-FFF2-40B4-BE49-F238E27FC236}">
                    <a16:creationId xmlns:a16="http://schemas.microsoft.com/office/drawing/2014/main" id="{676A6247-BC1D-469A-8474-243349C0E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112"/>
                <a:ext cx="51" cy="273"/>
              </a:xfrm>
              <a:custGeom>
                <a:avLst/>
                <a:gdLst>
                  <a:gd name="T0" fmla="*/ 148 w 30"/>
                  <a:gd name="T1" fmla="*/ 0 h 161"/>
                  <a:gd name="T2" fmla="*/ 54 w 30"/>
                  <a:gd name="T3" fmla="*/ 202 h 161"/>
                  <a:gd name="T4" fmla="*/ 90 w 30"/>
                  <a:gd name="T5" fmla="*/ 400 h 161"/>
                  <a:gd name="T6" fmla="*/ 9 w 30"/>
                  <a:gd name="T7" fmla="*/ 616 h 161"/>
                  <a:gd name="T8" fmla="*/ 83 w 30"/>
                  <a:gd name="T9" fmla="*/ 785 h 1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1">
                    <a:moveTo>
                      <a:pt x="30" y="0"/>
                    </a:moveTo>
                    <a:cubicBezTo>
                      <a:pt x="21" y="14"/>
                      <a:pt x="9" y="24"/>
                      <a:pt x="11" y="41"/>
                    </a:cubicBezTo>
                    <a:cubicBezTo>
                      <a:pt x="12" y="55"/>
                      <a:pt x="19" y="68"/>
                      <a:pt x="18" y="82"/>
                    </a:cubicBezTo>
                    <a:cubicBezTo>
                      <a:pt x="18" y="97"/>
                      <a:pt x="3" y="111"/>
                      <a:pt x="2" y="126"/>
                    </a:cubicBezTo>
                    <a:cubicBezTo>
                      <a:pt x="0" y="141"/>
                      <a:pt x="15" y="149"/>
                      <a:pt x="17" y="16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8" name="Freeform 93">
                <a:extLst>
                  <a:ext uri="{FF2B5EF4-FFF2-40B4-BE49-F238E27FC236}">
                    <a16:creationId xmlns:a16="http://schemas.microsoft.com/office/drawing/2014/main" id="{1E48C226-17DB-479D-BFFE-B27188D34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405"/>
                <a:ext cx="268" cy="424"/>
              </a:xfrm>
              <a:custGeom>
                <a:avLst/>
                <a:gdLst>
                  <a:gd name="T0" fmla="*/ 148 w 159"/>
                  <a:gd name="T1" fmla="*/ 0 h 251"/>
                  <a:gd name="T2" fmla="*/ 91 w 159"/>
                  <a:gd name="T3" fmla="*/ 336 h 251"/>
                  <a:gd name="T4" fmla="*/ 162 w 159"/>
                  <a:gd name="T5" fmla="*/ 434 h 251"/>
                  <a:gd name="T6" fmla="*/ 231 w 159"/>
                  <a:gd name="T7" fmla="*/ 481 h 251"/>
                  <a:gd name="T8" fmla="*/ 231 w 159"/>
                  <a:gd name="T9" fmla="*/ 659 h 251"/>
                  <a:gd name="T10" fmla="*/ 253 w 159"/>
                  <a:gd name="T11" fmla="*/ 782 h 251"/>
                  <a:gd name="T12" fmla="*/ 357 w 159"/>
                  <a:gd name="T13" fmla="*/ 845 h 251"/>
                  <a:gd name="T14" fmla="*/ 411 w 159"/>
                  <a:gd name="T15" fmla="*/ 907 h 251"/>
                  <a:gd name="T16" fmla="*/ 509 w 159"/>
                  <a:gd name="T17" fmla="*/ 1152 h 251"/>
                  <a:gd name="T18" fmla="*/ 656 w 159"/>
                  <a:gd name="T19" fmla="*/ 1188 h 251"/>
                  <a:gd name="T20" fmla="*/ 762 w 159"/>
                  <a:gd name="T21" fmla="*/ 1209 h 2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9" h="251">
                    <a:moveTo>
                      <a:pt x="31" y="0"/>
                    </a:moveTo>
                    <a:cubicBezTo>
                      <a:pt x="28" y="26"/>
                      <a:pt x="0" y="45"/>
                      <a:pt x="19" y="70"/>
                    </a:cubicBezTo>
                    <a:cubicBezTo>
                      <a:pt x="23" y="77"/>
                      <a:pt x="29" y="84"/>
                      <a:pt x="34" y="90"/>
                    </a:cubicBezTo>
                    <a:cubicBezTo>
                      <a:pt x="38" y="93"/>
                      <a:pt x="46" y="96"/>
                      <a:pt x="48" y="100"/>
                    </a:cubicBezTo>
                    <a:cubicBezTo>
                      <a:pt x="53" y="108"/>
                      <a:pt x="48" y="128"/>
                      <a:pt x="48" y="137"/>
                    </a:cubicBezTo>
                    <a:cubicBezTo>
                      <a:pt x="47" y="146"/>
                      <a:pt x="46" y="155"/>
                      <a:pt x="53" y="162"/>
                    </a:cubicBezTo>
                    <a:cubicBezTo>
                      <a:pt x="59" y="167"/>
                      <a:pt x="68" y="171"/>
                      <a:pt x="75" y="175"/>
                    </a:cubicBezTo>
                    <a:cubicBezTo>
                      <a:pt x="83" y="180"/>
                      <a:pt x="84" y="179"/>
                      <a:pt x="86" y="188"/>
                    </a:cubicBezTo>
                    <a:cubicBezTo>
                      <a:pt x="88" y="203"/>
                      <a:pt x="93" y="233"/>
                      <a:pt x="106" y="239"/>
                    </a:cubicBezTo>
                    <a:cubicBezTo>
                      <a:pt x="115" y="243"/>
                      <a:pt x="127" y="244"/>
                      <a:pt x="137" y="246"/>
                    </a:cubicBezTo>
                    <a:cubicBezTo>
                      <a:pt x="144" y="248"/>
                      <a:pt x="154" y="247"/>
                      <a:pt x="159" y="25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9" name="Freeform 94">
                <a:extLst>
                  <a:ext uri="{FF2B5EF4-FFF2-40B4-BE49-F238E27FC236}">
                    <a16:creationId xmlns:a16="http://schemas.microsoft.com/office/drawing/2014/main" id="{0A886B2B-7BAF-407F-B5A0-E5B394E4D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849"/>
                <a:ext cx="247" cy="156"/>
              </a:xfrm>
              <a:custGeom>
                <a:avLst/>
                <a:gdLst>
                  <a:gd name="T0" fmla="*/ 0 w 146"/>
                  <a:gd name="T1" fmla="*/ 0 h 92"/>
                  <a:gd name="T2" fmla="*/ 71 w 146"/>
                  <a:gd name="T3" fmla="*/ 153 h 92"/>
                  <a:gd name="T4" fmla="*/ 132 w 146"/>
                  <a:gd name="T5" fmla="*/ 268 h 92"/>
                  <a:gd name="T6" fmla="*/ 335 w 146"/>
                  <a:gd name="T7" fmla="*/ 232 h 92"/>
                  <a:gd name="T8" fmla="*/ 538 w 146"/>
                  <a:gd name="T9" fmla="*/ 393 h 92"/>
                  <a:gd name="T10" fmla="*/ 707 w 146"/>
                  <a:gd name="T11" fmla="*/ 409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92">
                    <a:moveTo>
                      <a:pt x="0" y="0"/>
                    </a:moveTo>
                    <a:cubicBezTo>
                      <a:pt x="8" y="4"/>
                      <a:pt x="11" y="24"/>
                      <a:pt x="15" y="31"/>
                    </a:cubicBezTo>
                    <a:cubicBezTo>
                      <a:pt x="17" y="38"/>
                      <a:pt x="21" y="51"/>
                      <a:pt x="27" y="55"/>
                    </a:cubicBezTo>
                    <a:cubicBezTo>
                      <a:pt x="40" y="62"/>
                      <a:pt x="58" y="50"/>
                      <a:pt x="69" y="48"/>
                    </a:cubicBezTo>
                    <a:cubicBezTo>
                      <a:pt x="85" y="46"/>
                      <a:pt x="100" y="70"/>
                      <a:pt x="111" y="81"/>
                    </a:cubicBezTo>
                    <a:cubicBezTo>
                      <a:pt x="120" y="90"/>
                      <a:pt x="135" y="92"/>
                      <a:pt x="146" y="8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0" name="Freeform 95">
                <a:extLst>
                  <a:ext uri="{FF2B5EF4-FFF2-40B4-BE49-F238E27FC236}">
                    <a16:creationId xmlns:a16="http://schemas.microsoft.com/office/drawing/2014/main" id="{6E18B532-02EE-4212-A1E6-88AB74EDC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617"/>
                <a:ext cx="154" cy="93"/>
              </a:xfrm>
              <a:custGeom>
                <a:avLst/>
                <a:gdLst>
                  <a:gd name="T0" fmla="*/ 442 w 91"/>
                  <a:gd name="T1" fmla="*/ 49 h 55"/>
                  <a:gd name="T2" fmla="*/ 140 w 91"/>
                  <a:gd name="T3" fmla="*/ 63 h 55"/>
                  <a:gd name="T4" fmla="*/ 0 w 91"/>
                  <a:gd name="T5" fmla="*/ 265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5">
                    <a:moveTo>
                      <a:pt x="91" y="10"/>
                    </a:moveTo>
                    <a:cubicBezTo>
                      <a:pt x="74" y="10"/>
                      <a:pt x="42" y="0"/>
                      <a:pt x="29" y="13"/>
                    </a:cubicBezTo>
                    <a:cubicBezTo>
                      <a:pt x="16" y="26"/>
                      <a:pt x="10" y="43"/>
                      <a:pt x="0" y="5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1" name="Freeform 96">
                <a:extLst>
                  <a:ext uri="{FF2B5EF4-FFF2-40B4-BE49-F238E27FC236}">
                    <a16:creationId xmlns:a16="http://schemas.microsoft.com/office/drawing/2014/main" id="{6114E91D-CD82-4878-8344-9C8903143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719"/>
                <a:ext cx="125" cy="142"/>
              </a:xfrm>
              <a:custGeom>
                <a:avLst/>
                <a:gdLst>
                  <a:gd name="T0" fmla="*/ 356 w 74"/>
                  <a:gd name="T1" fmla="*/ 0 h 84"/>
                  <a:gd name="T2" fmla="*/ 162 w 74"/>
                  <a:gd name="T3" fmla="*/ 96 h 84"/>
                  <a:gd name="T4" fmla="*/ 49 w 74"/>
                  <a:gd name="T5" fmla="*/ 162 h 84"/>
                  <a:gd name="T6" fmla="*/ 0 w 74"/>
                  <a:gd name="T7" fmla="*/ 406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84">
                    <a:moveTo>
                      <a:pt x="74" y="0"/>
                    </a:moveTo>
                    <a:cubicBezTo>
                      <a:pt x="62" y="7"/>
                      <a:pt x="46" y="14"/>
                      <a:pt x="34" y="20"/>
                    </a:cubicBezTo>
                    <a:cubicBezTo>
                      <a:pt x="25" y="23"/>
                      <a:pt x="15" y="25"/>
                      <a:pt x="10" y="34"/>
                    </a:cubicBezTo>
                    <a:cubicBezTo>
                      <a:pt x="1" y="47"/>
                      <a:pt x="0" y="68"/>
                      <a:pt x="0" y="8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2" name="Freeform 97">
                <a:extLst>
                  <a:ext uri="{FF2B5EF4-FFF2-40B4-BE49-F238E27FC236}">
                    <a16:creationId xmlns:a16="http://schemas.microsoft.com/office/drawing/2014/main" id="{3F9B676B-626A-4458-A3B8-3F968864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879"/>
                <a:ext cx="66" cy="122"/>
              </a:xfrm>
              <a:custGeom>
                <a:avLst/>
                <a:gdLst>
                  <a:gd name="T0" fmla="*/ 190 w 39"/>
                  <a:gd name="T1" fmla="*/ 0 h 72"/>
                  <a:gd name="T2" fmla="*/ 14 w 39"/>
                  <a:gd name="T3" fmla="*/ 153 h 72"/>
                  <a:gd name="T4" fmla="*/ 20 w 39"/>
                  <a:gd name="T5" fmla="*/ 351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2">
                    <a:moveTo>
                      <a:pt x="39" y="0"/>
                    </a:moveTo>
                    <a:cubicBezTo>
                      <a:pt x="28" y="4"/>
                      <a:pt x="5" y="18"/>
                      <a:pt x="3" y="31"/>
                    </a:cubicBezTo>
                    <a:cubicBezTo>
                      <a:pt x="1" y="43"/>
                      <a:pt x="0" y="60"/>
                      <a:pt x="4" y="7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3" name="Freeform 98">
                <a:extLst>
                  <a:ext uri="{FF2B5EF4-FFF2-40B4-BE49-F238E27FC236}">
                    <a16:creationId xmlns:a16="http://schemas.microsoft.com/office/drawing/2014/main" id="{43179D93-8039-437D-A137-DC6F36830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019"/>
                <a:ext cx="57" cy="284"/>
              </a:xfrm>
              <a:custGeom>
                <a:avLst/>
                <a:gdLst>
                  <a:gd name="T0" fmla="*/ 161 w 34"/>
                  <a:gd name="T1" fmla="*/ 0 h 168"/>
                  <a:gd name="T2" fmla="*/ 37 w 34"/>
                  <a:gd name="T3" fmla="*/ 227 h 168"/>
                  <a:gd name="T4" fmla="*/ 75 w 34"/>
                  <a:gd name="T5" fmla="*/ 429 h 168"/>
                  <a:gd name="T6" fmla="*/ 5 w 34"/>
                  <a:gd name="T7" fmla="*/ 624 h 168"/>
                  <a:gd name="T8" fmla="*/ 62 w 34"/>
                  <a:gd name="T9" fmla="*/ 811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68">
                    <a:moveTo>
                      <a:pt x="34" y="0"/>
                    </a:moveTo>
                    <a:cubicBezTo>
                      <a:pt x="24" y="15"/>
                      <a:pt x="6" y="27"/>
                      <a:pt x="8" y="47"/>
                    </a:cubicBezTo>
                    <a:cubicBezTo>
                      <a:pt x="10" y="60"/>
                      <a:pt x="20" y="75"/>
                      <a:pt x="16" y="89"/>
                    </a:cubicBezTo>
                    <a:cubicBezTo>
                      <a:pt x="13" y="102"/>
                      <a:pt x="1" y="115"/>
                      <a:pt x="1" y="129"/>
                    </a:cubicBezTo>
                    <a:cubicBezTo>
                      <a:pt x="0" y="141"/>
                      <a:pt x="8" y="158"/>
                      <a:pt x="13" y="168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4" name="Freeform 99">
                <a:extLst>
                  <a:ext uri="{FF2B5EF4-FFF2-40B4-BE49-F238E27FC236}">
                    <a16:creationId xmlns:a16="http://schemas.microsoft.com/office/drawing/2014/main" id="{62926F1F-065C-42F1-8F42-47B2B717C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325"/>
                <a:ext cx="39" cy="149"/>
              </a:xfrm>
              <a:custGeom>
                <a:avLst/>
                <a:gdLst>
                  <a:gd name="T0" fmla="*/ 112 w 23"/>
                  <a:gd name="T1" fmla="*/ 0 h 88"/>
                  <a:gd name="T2" fmla="*/ 29 w 23"/>
                  <a:gd name="T3" fmla="*/ 244 h 88"/>
                  <a:gd name="T4" fmla="*/ 103 w 23"/>
                  <a:gd name="T5" fmla="*/ 427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88">
                    <a:moveTo>
                      <a:pt x="23" y="0"/>
                    </a:moveTo>
                    <a:cubicBezTo>
                      <a:pt x="9" y="13"/>
                      <a:pt x="0" y="33"/>
                      <a:pt x="6" y="50"/>
                    </a:cubicBezTo>
                    <a:cubicBezTo>
                      <a:pt x="11" y="63"/>
                      <a:pt x="16" y="76"/>
                      <a:pt x="21" y="88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5" name="Freeform 100">
                <a:extLst>
                  <a:ext uri="{FF2B5EF4-FFF2-40B4-BE49-F238E27FC236}">
                    <a16:creationId xmlns:a16="http://schemas.microsoft.com/office/drawing/2014/main" id="{55ABBDC3-B382-4DD9-9CA6-7A2B8C78B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505"/>
                <a:ext cx="76" cy="141"/>
              </a:xfrm>
              <a:custGeom>
                <a:avLst/>
                <a:gdLst>
                  <a:gd name="T0" fmla="*/ 54 w 45"/>
                  <a:gd name="T1" fmla="*/ 0 h 84"/>
                  <a:gd name="T2" fmla="*/ 41 w 45"/>
                  <a:gd name="T3" fmla="*/ 223 h 84"/>
                  <a:gd name="T4" fmla="*/ 216 w 45"/>
                  <a:gd name="T5" fmla="*/ 398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84">
                    <a:moveTo>
                      <a:pt x="11" y="0"/>
                    </a:moveTo>
                    <a:cubicBezTo>
                      <a:pt x="5" y="14"/>
                      <a:pt x="0" y="34"/>
                      <a:pt x="8" y="47"/>
                    </a:cubicBezTo>
                    <a:cubicBezTo>
                      <a:pt x="17" y="63"/>
                      <a:pt x="34" y="71"/>
                      <a:pt x="45" y="8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6" name="Freeform 101">
                <a:extLst>
                  <a:ext uri="{FF2B5EF4-FFF2-40B4-BE49-F238E27FC236}">
                    <a16:creationId xmlns:a16="http://schemas.microsoft.com/office/drawing/2014/main" id="{73052904-2D75-4F06-9E04-AB3FAE1F0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672"/>
                <a:ext cx="80" cy="127"/>
              </a:xfrm>
              <a:custGeom>
                <a:avLst/>
                <a:gdLst>
                  <a:gd name="T0" fmla="*/ 0 w 47"/>
                  <a:gd name="T1" fmla="*/ 0 h 75"/>
                  <a:gd name="T2" fmla="*/ 9 w 47"/>
                  <a:gd name="T3" fmla="*/ 135 h 75"/>
                  <a:gd name="T4" fmla="*/ 34 w 47"/>
                  <a:gd name="T5" fmla="*/ 252 h 75"/>
                  <a:gd name="T6" fmla="*/ 231 w 47"/>
                  <a:gd name="T7" fmla="*/ 364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75">
                    <a:moveTo>
                      <a:pt x="0" y="0"/>
                    </a:moveTo>
                    <a:cubicBezTo>
                      <a:pt x="0" y="9"/>
                      <a:pt x="2" y="19"/>
                      <a:pt x="2" y="28"/>
                    </a:cubicBezTo>
                    <a:cubicBezTo>
                      <a:pt x="2" y="37"/>
                      <a:pt x="1" y="45"/>
                      <a:pt x="7" y="52"/>
                    </a:cubicBezTo>
                    <a:cubicBezTo>
                      <a:pt x="17" y="64"/>
                      <a:pt x="35" y="67"/>
                      <a:pt x="47" y="7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7" name="Freeform 102">
                <a:extLst>
                  <a:ext uri="{FF2B5EF4-FFF2-40B4-BE49-F238E27FC236}">
                    <a16:creationId xmlns:a16="http://schemas.microsoft.com/office/drawing/2014/main" id="{7343AF6B-75AE-4524-AB91-418FB4C97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815"/>
                <a:ext cx="122" cy="105"/>
              </a:xfrm>
              <a:custGeom>
                <a:avLst/>
                <a:gdLst>
                  <a:gd name="T0" fmla="*/ 0 w 72"/>
                  <a:gd name="T1" fmla="*/ 0 h 62"/>
                  <a:gd name="T2" fmla="*/ 69 w 72"/>
                  <a:gd name="T3" fmla="*/ 141 h 62"/>
                  <a:gd name="T4" fmla="*/ 141 w 72"/>
                  <a:gd name="T5" fmla="*/ 244 h 62"/>
                  <a:gd name="T6" fmla="*/ 351 w 72"/>
                  <a:gd name="T7" fmla="*/ 301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62">
                    <a:moveTo>
                      <a:pt x="0" y="0"/>
                    </a:moveTo>
                    <a:cubicBezTo>
                      <a:pt x="1" y="3"/>
                      <a:pt x="10" y="20"/>
                      <a:pt x="14" y="29"/>
                    </a:cubicBezTo>
                    <a:cubicBezTo>
                      <a:pt x="17" y="37"/>
                      <a:pt x="21" y="45"/>
                      <a:pt x="29" y="50"/>
                    </a:cubicBezTo>
                    <a:cubicBezTo>
                      <a:pt x="42" y="56"/>
                      <a:pt x="60" y="53"/>
                      <a:pt x="72" y="6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8" name="Freeform 103">
                <a:extLst>
                  <a:ext uri="{FF2B5EF4-FFF2-40B4-BE49-F238E27FC236}">
                    <a16:creationId xmlns:a16="http://schemas.microsoft.com/office/drawing/2014/main" id="{6F3E541F-DAAD-42AB-9F92-88121CDF1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947"/>
                <a:ext cx="178" cy="97"/>
              </a:xfrm>
              <a:custGeom>
                <a:avLst/>
                <a:gdLst>
                  <a:gd name="T0" fmla="*/ 0 w 105"/>
                  <a:gd name="T1" fmla="*/ 0 h 57"/>
                  <a:gd name="T2" fmla="*/ 202 w 105"/>
                  <a:gd name="T3" fmla="*/ 153 h 57"/>
                  <a:gd name="T4" fmla="*/ 342 w 105"/>
                  <a:gd name="T5" fmla="*/ 128 h 57"/>
                  <a:gd name="T6" fmla="*/ 442 w 105"/>
                  <a:gd name="T7" fmla="*/ 223 h 57"/>
                  <a:gd name="T8" fmla="*/ 512 w 105"/>
                  <a:gd name="T9" fmla="*/ 28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57">
                    <a:moveTo>
                      <a:pt x="0" y="0"/>
                    </a:moveTo>
                    <a:cubicBezTo>
                      <a:pt x="12" y="9"/>
                      <a:pt x="26" y="27"/>
                      <a:pt x="41" y="31"/>
                    </a:cubicBezTo>
                    <a:cubicBezTo>
                      <a:pt x="51" y="33"/>
                      <a:pt x="60" y="25"/>
                      <a:pt x="70" y="26"/>
                    </a:cubicBezTo>
                    <a:cubicBezTo>
                      <a:pt x="79" y="27"/>
                      <a:pt x="84" y="39"/>
                      <a:pt x="91" y="45"/>
                    </a:cubicBezTo>
                    <a:cubicBezTo>
                      <a:pt x="97" y="49"/>
                      <a:pt x="101" y="53"/>
                      <a:pt x="105" y="5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9" name="Freeform 104">
                <a:extLst>
                  <a:ext uri="{FF2B5EF4-FFF2-40B4-BE49-F238E27FC236}">
                    <a16:creationId xmlns:a16="http://schemas.microsoft.com/office/drawing/2014/main" id="{62E1ED60-0259-49BD-B1CC-B9D2E46F6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567"/>
                <a:ext cx="101" cy="65"/>
              </a:xfrm>
              <a:custGeom>
                <a:avLst/>
                <a:gdLst>
                  <a:gd name="T0" fmla="*/ 0 w 60"/>
                  <a:gd name="T1" fmla="*/ 175 h 39"/>
                  <a:gd name="T2" fmla="*/ 162 w 60"/>
                  <a:gd name="T3" fmla="*/ 70 h 39"/>
                  <a:gd name="T4" fmla="*/ 286 w 60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9">
                    <a:moveTo>
                      <a:pt x="0" y="38"/>
                    </a:moveTo>
                    <a:cubicBezTo>
                      <a:pt x="10" y="39"/>
                      <a:pt x="25" y="20"/>
                      <a:pt x="34" y="15"/>
                    </a:cubicBezTo>
                    <a:cubicBezTo>
                      <a:pt x="42" y="11"/>
                      <a:pt x="54" y="2"/>
                      <a:pt x="6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0" name="Freeform 105">
                <a:extLst>
                  <a:ext uri="{FF2B5EF4-FFF2-40B4-BE49-F238E27FC236}">
                    <a16:creationId xmlns:a16="http://schemas.microsoft.com/office/drawing/2014/main" id="{A72F5CDA-3FD5-4599-B775-E102E61E0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556"/>
                <a:ext cx="336" cy="198"/>
              </a:xfrm>
              <a:custGeom>
                <a:avLst/>
                <a:gdLst>
                  <a:gd name="T0" fmla="*/ 957 w 199"/>
                  <a:gd name="T1" fmla="*/ 49 h 117"/>
                  <a:gd name="T2" fmla="*/ 672 w 199"/>
                  <a:gd name="T3" fmla="*/ 29 h 117"/>
                  <a:gd name="T4" fmla="*/ 579 w 199"/>
                  <a:gd name="T5" fmla="*/ 107 h 117"/>
                  <a:gd name="T6" fmla="*/ 385 w 199"/>
                  <a:gd name="T7" fmla="*/ 244 h 117"/>
                  <a:gd name="T8" fmla="*/ 140 w 199"/>
                  <a:gd name="T9" fmla="*/ 323 h 117"/>
                  <a:gd name="T10" fmla="*/ 0 w 199"/>
                  <a:gd name="T11" fmla="*/ 567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9" h="117">
                    <a:moveTo>
                      <a:pt x="199" y="10"/>
                    </a:moveTo>
                    <a:cubicBezTo>
                      <a:pt x="183" y="10"/>
                      <a:pt x="156" y="0"/>
                      <a:pt x="140" y="6"/>
                    </a:cubicBezTo>
                    <a:cubicBezTo>
                      <a:pt x="132" y="10"/>
                      <a:pt x="127" y="16"/>
                      <a:pt x="120" y="22"/>
                    </a:cubicBezTo>
                    <a:cubicBezTo>
                      <a:pt x="108" y="35"/>
                      <a:pt x="97" y="45"/>
                      <a:pt x="80" y="50"/>
                    </a:cubicBezTo>
                    <a:cubicBezTo>
                      <a:pt x="63" y="55"/>
                      <a:pt x="42" y="55"/>
                      <a:pt x="29" y="67"/>
                    </a:cubicBezTo>
                    <a:cubicBezTo>
                      <a:pt x="16" y="78"/>
                      <a:pt x="3" y="101"/>
                      <a:pt x="0" y="11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1" name="Freeform 106">
                <a:extLst>
                  <a:ext uri="{FF2B5EF4-FFF2-40B4-BE49-F238E27FC236}">
                    <a16:creationId xmlns:a16="http://schemas.microsoft.com/office/drawing/2014/main" id="{83DAA10E-FB64-40C9-903B-534488CE7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790"/>
                <a:ext cx="130" cy="287"/>
              </a:xfrm>
              <a:custGeom>
                <a:avLst/>
                <a:gdLst>
                  <a:gd name="T0" fmla="*/ 370 w 77"/>
                  <a:gd name="T1" fmla="*/ 0 h 170"/>
                  <a:gd name="T2" fmla="*/ 223 w 77"/>
                  <a:gd name="T3" fmla="*/ 120 h 170"/>
                  <a:gd name="T4" fmla="*/ 162 w 77"/>
                  <a:gd name="T5" fmla="*/ 331 h 170"/>
                  <a:gd name="T6" fmla="*/ 54 w 77"/>
                  <a:gd name="T7" fmla="*/ 481 h 170"/>
                  <a:gd name="T8" fmla="*/ 41 w 77"/>
                  <a:gd name="T9" fmla="*/ 819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70">
                    <a:moveTo>
                      <a:pt x="77" y="0"/>
                    </a:moveTo>
                    <a:cubicBezTo>
                      <a:pt x="71" y="12"/>
                      <a:pt x="55" y="15"/>
                      <a:pt x="46" y="25"/>
                    </a:cubicBezTo>
                    <a:cubicBezTo>
                      <a:pt x="36" y="38"/>
                      <a:pt x="40" y="55"/>
                      <a:pt x="34" y="69"/>
                    </a:cubicBezTo>
                    <a:cubicBezTo>
                      <a:pt x="29" y="81"/>
                      <a:pt x="18" y="89"/>
                      <a:pt x="11" y="100"/>
                    </a:cubicBezTo>
                    <a:cubicBezTo>
                      <a:pt x="0" y="119"/>
                      <a:pt x="7" y="150"/>
                      <a:pt x="8" y="17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2" name="Freeform 107">
                <a:extLst>
                  <a:ext uri="{FF2B5EF4-FFF2-40B4-BE49-F238E27FC236}">
                    <a16:creationId xmlns:a16="http://schemas.microsoft.com/office/drawing/2014/main" id="{67AA9918-4B7E-46C9-B16D-077E67A39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090"/>
                <a:ext cx="52" cy="289"/>
              </a:xfrm>
              <a:custGeom>
                <a:avLst/>
                <a:gdLst>
                  <a:gd name="T0" fmla="*/ 146 w 31"/>
                  <a:gd name="T1" fmla="*/ 0 h 171"/>
                  <a:gd name="T2" fmla="*/ 49 w 31"/>
                  <a:gd name="T3" fmla="*/ 174 h 171"/>
                  <a:gd name="T4" fmla="*/ 84 w 31"/>
                  <a:gd name="T5" fmla="*/ 385 h 171"/>
                  <a:gd name="T6" fmla="*/ 29 w 31"/>
                  <a:gd name="T7" fmla="*/ 580 h 171"/>
                  <a:gd name="T8" fmla="*/ 75 w 31"/>
                  <a:gd name="T9" fmla="*/ 825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71">
                    <a:moveTo>
                      <a:pt x="31" y="0"/>
                    </a:moveTo>
                    <a:cubicBezTo>
                      <a:pt x="22" y="9"/>
                      <a:pt x="13" y="23"/>
                      <a:pt x="10" y="36"/>
                    </a:cubicBezTo>
                    <a:cubicBezTo>
                      <a:pt x="7" y="52"/>
                      <a:pt x="16" y="65"/>
                      <a:pt x="18" y="80"/>
                    </a:cubicBezTo>
                    <a:cubicBezTo>
                      <a:pt x="20" y="95"/>
                      <a:pt x="10" y="106"/>
                      <a:pt x="6" y="120"/>
                    </a:cubicBezTo>
                    <a:cubicBezTo>
                      <a:pt x="0" y="139"/>
                      <a:pt x="8" y="154"/>
                      <a:pt x="16" y="17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3" name="Freeform 108">
                <a:extLst>
                  <a:ext uri="{FF2B5EF4-FFF2-40B4-BE49-F238E27FC236}">
                    <a16:creationId xmlns:a16="http://schemas.microsoft.com/office/drawing/2014/main" id="{DECF8417-171D-42F2-ADDF-5448842D4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396"/>
                <a:ext cx="44" cy="154"/>
              </a:xfrm>
              <a:custGeom>
                <a:avLst/>
                <a:gdLst>
                  <a:gd name="T0" fmla="*/ 78 w 26"/>
                  <a:gd name="T1" fmla="*/ 0 h 91"/>
                  <a:gd name="T2" fmla="*/ 20 w 26"/>
                  <a:gd name="T3" fmla="*/ 266 h 91"/>
                  <a:gd name="T4" fmla="*/ 125 w 26"/>
                  <a:gd name="T5" fmla="*/ 442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91">
                    <a:moveTo>
                      <a:pt x="16" y="0"/>
                    </a:moveTo>
                    <a:cubicBezTo>
                      <a:pt x="16" y="19"/>
                      <a:pt x="0" y="36"/>
                      <a:pt x="4" y="55"/>
                    </a:cubicBezTo>
                    <a:cubicBezTo>
                      <a:pt x="7" y="69"/>
                      <a:pt x="21" y="80"/>
                      <a:pt x="26" y="9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4" name="Freeform 109">
                <a:extLst>
                  <a:ext uri="{FF2B5EF4-FFF2-40B4-BE49-F238E27FC236}">
                    <a16:creationId xmlns:a16="http://schemas.microsoft.com/office/drawing/2014/main" id="{40644808-7FBF-4E87-A6ED-E291418F2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587"/>
                <a:ext cx="74" cy="154"/>
              </a:xfrm>
              <a:custGeom>
                <a:avLst/>
                <a:gdLst>
                  <a:gd name="T0" fmla="*/ 5 w 44"/>
                  <a:gd name="T1" fmla="*/ 0 h 91"/>
                  <a:gd name="T2" fmla="*/ 0 w 44"/>
                  <a:gd name="T3" fmla="*/ 149 h 91"/>
                  <a:gd name="T4" fmla="*/ 29 w 44"/>
                  <a:gd name="T5" fmla="*/ 272 h 91"/>
                  <a:gd name="T6" fmla="*/ 209 w 44"/>
                  <a:gd name="T7" fmla="*/ 442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91">
                    <a:moveTo>
                      <a:pt x="1" y="0"/>
                    </a:moveTo>
                    <a:cubicBezTo>
                      <a:pt x="4" y="9"/>
                      <a:pt x="0" y="21"/>
                      <a:pt x="0" y="31"/>
                    </a:cubicBezTo>
                    <a:cubicBezTo>
                      <a:pt x="0" y="39"/>
                      <a:pt x="2" y="49"/>
                      <a:pt x="6" y="56"/>
                    </a:cubicBezTo>
                    <a:cubicBezTo>
                      <a:pt x="14" y="72"/>
                      <a:pt x="32" y="79"/>
                      <a:pt x="44" y="9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5" name="Freeform 110">
                <a:extLst>
                  <a:ext uri="{FF2B5EF4-FFF2-40B4-BE49-F238E27FC236}">
                    <a16:creationId xmlns:a16="http://schemas.microsoft.com/office/drawing/2014/main" id="{E8F82A56-42D3-4334-93C2-5C0592EC1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763"/>
                <a:ext cx="110" cy="112"/>
              </a:xfrm>
              <a:custGeom>
                <a:avLst/>
                <a:gdLst>
                  <a:gd name="T0" fmla="*/ 0 w 65"/>
                  <a:gd name="T1" fmla="*/ 0 h 66"/>
                  <a:gd name="T2" fmla="*/ 49 w 65"/>
                  <a:gd name="T3" fmla="*/ 141 h 66"/>
                  <a:gd name="T4" fmla="*/ 103 w 65"/>
                  <a:gd name="T5" fmla="*/ 244 h 66"/>
                  <a:gd name="T6" fmla="*/ 315 w 65"/>
                  <a:gd name="T7" fmla="*/ 322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66">
                    <a:moveTo>
                      <a:pt x="0" y="0"/>
                    </a:moveTo>
                    <a:cubicBezTo>
                      <a:pt x="3" y="10"/>
                      <a:pt x="7" y="19"/>
                      <a:pt x="10" y="29"/>
                    </a:cubicBezTo>
                    <a:cubicBezTo>
                      <a:pt x="13" y="36"/>
                      <a:pt x="15" y="46"/>
                      <a:pt x="21" y="50"/>
                    </a:cubicBezTo>
                    <a:cubicBezTo>
                      <a:pt x="31" y="57"/>
                      <a:pt x="60" y="55"/>
                      <a:pt x="65" y="6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6" name="Freeform 111">
                <a:extLst>
                  <a:ext uri="{FF2B5EF4-FFF2-40B4-BE49-F238E27FC236}">
                    <a16:creationId xmlns:a16="http://schemas.microsoft.com/office/drawing/2014/main" id="{F3188D57-CBC4-409F-9751-5D0A36484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902"/>
                <a:ext cx="279" cy="138"/>
              </a:xfrm>
              <a:custGeom>
                <a:avLst/>
                <a:gdLst>
                  <a:gd name="T0" fmla="*/ 0 w 165"/>
                  <a:gd name="T1" fmla="*/ 0 h 82"/>
                  <a:gd name="T2" fmla="*/ 174 w 165"/>
                  <a:gd name="T3" fmla="*/ 187 h 82"/>
                  <a:gd name="T4" fmla="*/ 328 w 165"/>
                  <a:gd name="T5" fmla="*/ 210 h 82"/>
                  <a:gd name="T6" fmla="*/ 421 w 165"/>
                  <a:gd name="T7" fmla="*/ 237 h 82"/>
                  <a:gd name="T8" fmla="*/ 477 w 165"/>
                  <a:gd name="T9" fmla="*/ 335 h 82"/>
                  <a:gd name="T10" fmla="*/ 575 w 165"/>
                  <a:gd name="T11" fmla="*/ 370 h 82"/>
                  <a:gd name="T12" fmla="*/ 798 w 165"/>
                  <a:gd name="T13" fmla="*/ 39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82">
                    <a:moveTo>
                      <a:pt x="0" y="0"/>
                    </a:moveTo>
                    <a:cubicBezTo>
                      <a:pt x="11" y="13"/>
                      <a:pt x="17" y="36"/>
                      <a:pt x="36" y="39"/>
                    </a:cubicBezTo>
                    <a:cubicBezTo>
                      <a:pt x="46" y="41"/>
                      <a:pt x="58" y="43"/>
                      <a:pt x="68" y="44"/>
                    </a:cubicBezTo>
                    <a:cubicBezTo>
                      <a:pt x="75" y="45"/>
                      <a:pt x="82" y="44"/>
                      <a:pt x="87" y="50"/>
                    </a:cubicBezTo>
                    <a:cubicBezTo>
                      <a:pt x="92" y="55"/>
                      <a:pt x="94" y="64"/>
                      <a:pt x="99" y="70"/>
                    </a:cubicBezTo>
                    <a:cubicBezTo>
                      <a:pt x="104" y="77"/>
                      <a:pt x="110" y="78"/>
                      <a:pt x="119" y="78"/>
                    </a:cubicBezTo>
                    <a:cubicBezTo>
                      <a:pt x="134" y="79"/>
                      <a:pt x="150" y="77"/>
                      <a:pt x="165" y="8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7" name="Freeform 112">
                <a:extLst>
                  <a:ext uri="{FF2B5EF4-FFF2-40B4-BE49-F238E27FC236}">
                    <a16:creationId xmlns:a16="http://schemas.microsoft.com/office/drawing/2014/main" id="{244FC65C-7B3C-4C9C-B107-B957D8FFE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567"/>
                <a:ext cx="142" cy="82"/>
              </a:xfrm>
              <a:custGeom>
                <a:avLst/>
                <a:gdLst>
                  <a:gd name="T0" fmla="*/ 406 w 84"/>
                  <a:gd name="T1" fmla="*/ 0 h 49"/>
                  <a:gd name="T2" fmla="*/ 145 w 84"/>
                  <a:gd name="T3" fmla="*/ 47 h 49"/>
                  <a:gd name="T4" fmla="*/ 0 w 84"/>
                  <a:gd name="T5" fmla="*/ 229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49">
                    <a:moveTo>
                      <a:pt x="84" y="0"/>
                    </a:moveTo>
                    <a:cubicBezTo>
                      <a:pt x="66" y="5"/>
                      <a:pt x="47" y="5"/>
                      <a:pt x="30" y="10"/>
                    </a:cubicBezTo>
                    <a:cubicBezTo>
                      <a:pt x="10" y="16"/>
                      <a:pt x="10" y="35"/>
                      <a:pt x="0" y="4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8" name="Freeform 113">
                <a:extLst>
                  <a:ext uri="{FF2B5EF4-FFF2-40B4-BE49-F238E27FC236}">
                    <a16:creationId xmlns:a16="http://schemas.microsoft.com/office/drawing/2014/main" id="{2D1DDFFD-8BC1-42C9-8A99-3D7FEAB54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666"/>
                <a:ext cx="114" cy="156"/>
              </a:xfrm>
              <a:custGeom>
                <a:avLst/>
                <a:gdLst>
                  <a:gd name="T0" fmla="*/ 330 w 67"/>
                  <a:gd name="T1" fmla="*/ 0 h 92"/>
                  <a:gd name="T2" fmla="*/ 75 w 67"/>
                  <a:gd name="T3" fmla="*/ 136 h 92"/>
                  <a:gd name="T4" fmla="*/ 0 w 67"/>
                  <a:gd name="T5" fmla="*/ 449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92">
                    <a:moveTo>
                      <a:pt x="67" y="0"/>
                    </a:moveTo>
                    <a:cubicBezTo>
                      <a:pt x="51" y="11"/>
                      <a:pt x="28" y="13"/>
                      <a:pt x="15" y="28"/>
                    </a:cubicBezTo>
                    <a:cubicBezTo>
                      <a:pt x="1" y="42"/>
                      <a:pt x="0" y="72"/>
                      <a:pt x="0" y="9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9" name="Freeform 114">
                <a:extLst>
                  <a:ext uri="{FF2B5EF4-FFF2-40B4-BE49-F238E27FC236}">
                    <a16:creationId xmlns:a16="http://schemas.microsoft.com/office/drawing/2014/main" id="{2336791A-9E7A-4456-8C42-7480CAB2F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837"/>
                <a:ext cx="75" cy="123"/>
              </a:xfrm>
              <a:custGeom>
                <a:avLst/>
                <a:gdLst>
                  <a:gd name="T0" fmla="*/ 218 w 44"/>
                  <a:gd name="T1" fmla="*/ 0 h 73"/>
                  <a:gd name="T2" fmla="*/ 29 w 44"/>
                  <a:gd name="T3" fmla="*/ 133 h 73"/>
                  <a:gd name="T4" fmla="*/ 41 w 44"/>
                  <a:gd name="T5" fmla="*/ 34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44" y="0"/>
                    </a:moveTo>
                    <a:cubicBezTo>
                      <a:pt x="33" y="10"/>
                      <a:pt x="13" y="13"/>
                      <a:pt x="6" y="28"/>
                    </a:cubicBezTo>
                    <a:cubicBezTo>
                      <a:pt x="0" y="42"/>
                      <a:pt x="6" y="59"/>
                      <a:pt x="8" y="7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0" name="Freeform 115">
                <a:extLst>
                  <a:ext uri="{FF2B5EF4-FFF2-40B4-BE49-F238E27FC236}">
                    <a16:creationId xmlns:a16="http://schemas.microsoft.com/office/drawing/2014/main" id="{1A72BFB1-233F-4076-9A75-493601BF2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1994"/>
                <a:ext cx="91" cy="637"/>
              </a:xfrm>
              <a:custGeom>
                <a:avLst/>
                <a:gdLst>
                  <a:gd name="T0" fmla="*/ 249 w 54"/>
                  <a:gd name="T1" fmla="*/ 0 h 377"/>
                  <a:gd name="T2" fmla="*/ 71 w 54"/>
                  <a:gd name="T3" fmla="*/ 208 h 377"/>
                  <a:gd name="T4" fmla="*/ 131 w 54"/>
                  <a:gd name="T5" fmla="*/ 460 h 377"/>
                  <a:gd name="T6" fmla="*/ 13 w 54"/>
                  <a:gd name="T7" fmla="*/ 679 h 377"/>
                  <a:gd name="T8" fmla="*/ 111 w 54"/>
                  <a:gd name="T9" fmla="*/ 916 h 377"/>
                  <a:gd name="T10" fmla="*/ 20 w 54"/>
                  <a:gd name="T11" fmla="*/ 1173 h 377"/>
                  <a:gd name="T12" fmla="*/ 131 w 54"/>
                  <a:gd name="T13" fmla="*/ 1379 h 377"/>
                  <a:gd name="T14" fmla="*/ 111 w 54"/>
                  <a:gd name="T15" fmla="*/ 1644 h 377"/>
                  <a:gd name="T16" fmla="*/ 190 w 54"/>
                  <a:gd name="T17" fmla="*/ 1735 h 377"/>
                  <a:gd name="T18" fmla="*/ 258 w 54"/>
                  <a:gd name="T19" fmla="*/ 1818 h 3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377">
                    <a:moveTo>
                      <a:pt x="52" y="0"/>
                    </a:moveTo>
                    <a:cubicBezTo>
                      <a:pt x="41" y="11"/>
                      <a:pt x="15" y="24"/>
                      <a:pt x="15" y="43"/>
                    </a:cubicBezTo>
                    <a:cubicBezTo>
                      <a:pt x="14" y="61"/>
                      <a:pt x="30" y="77"/>
                      <a:pt x="27" y="95"/>
                    </a:cubicBezTo>
                    <a:cubicBezTo>
                      <a:pt x="25" y="113"/>
                      <a:pt x="6" y="123"/>
                      <a:pt x="3" y="141"/>
                    </a:cubicBezTo>
                    <a:cubicBezTo>
                      <a:pt x="0" y="161"/>
                      <a:pt x="20" y="172"/>
                      <a:pt x="23" y="190"/>
                    </a:cubicBezTo>
                    <a:cubicBezTo>
                      <a:pt x="25" y="211"/>
                      <a:pt x="1" y="223"/>
                      <a:pt x="4" y="243"/>
                    </a:cubicBezTo>
                    <a:cubicBezTo>
                      <a:pt x="6" y="259"/>
                      <a:pt x="26" y="268"/>
                      <a:pt x="27" y="286"/>
                    </a:cubicBezTo>
                    <a:cubicBezTo>
                      <a:pt x="28" y="304"/>
                      <a:pt x="12" y="324"/>
                      <a:pt x="23" y="341"/>
                    </a:cubicBezTo>
                    <a:cubicBezTo>
                      <a:pt x="27" y="348"/>
                      <a:pt x="35" y="354"/>
                      <a:pt x="40" y="360"/>
                    </a:cubicBezTo>
                    <a:cubicBezTo>
                      <a:pt x="44" y="364"/>
                      <a:pt x="54" y="374"/>
                      <a:pt x="54" y="37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1" name="Freeform 116">
                <a:extLst>
                  <a:ext uri="{FF2B5EF4-FFF2-40B4-BE49-F238E27FC236}">
                    <a16:creationId xmlns:a16="http://schemas.microsoft.com/office/drawing/2014/main" id="{83ACD2A7-8128-4382-B59A-8BDDFC6B3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692"/>
                <a:ext cx="85" cy="117"/>
              </a:xfrm>
              <a:custGeom>
                <a:avLst/>
                <a:gdLst>
                  <a:gd name="T0" fmla="*/ 15 w 50"/>
                  <a:gd name="T1" fmla="*/ 0 h 69"/>
                  <a:gd name="T2" fmla="*/ 70 w 50"/>
                  <a:gd name="T3" fmla="*/ 203 h 69"/>
                  <a:gd name="T4" fmla="*/ 247 w 50"/>
                  <a:gd name="T5" fmla="*/ 336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9">
                    <a:moveTo>
                      <a:pt x="3" y="0"/>
                    </a:moveTo>
                    <a:cubicBezTo>
                      <a:pt x="4" y="15"/>
                      <a:pt x="0" y="33"/>
                      <a:pt x="14" y="42"/>
                    </a:cubicBezTo>
                    <a:cubicBezTo>
                      <a:pt x="27" y="50"/>
                      <a:pt x="39" y="57"/>
                      <a:pt x="50" y="6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2" name="Freeform 117">
                <a:extLst>
                  <a:ext uri="{FF2B5EF4-FFF2-40B4-BE49-F238E27FC236}">
                    <a16:creationId xmlns:a16="http://schemas.microsoft.com/office/drawing/2014/main" id="{7012C754-D294-478F-9E11-C324CE8A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849"/>
                <a:ext cx="129" cy="102"/>
              </a:xfrm>
              <a:custGeom>
                <a:avLst/>
                <a:gdLst>
                  <a:gd name="T0" fmla="*/ 0 w 76"/>
                  <a:gd name="T1" fmla="*/ 0 h 60"/>
                  <a:gd name="T2" fmla="*/ 141 w 76"/>
                  <a:gd name="T3" fmla="*/ 226 h 60"/>
                  <a:gd name="T4" fmla="*/ 372 w 76"/>
                  <a:gd name="T5" fmla="*/ 294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60">
                    <a:moveTo>
                      <a:pt x="0" y="0"/>
                    </a:moveTo>
                    <a:cubicBezTo>
                      <a:pt x="5" y="18"/>
                      <a:pt x="12" y="39"/>
                      <a:pt x="29" y="46"/>
                    </a:cubicBezTo>
                    <a:cubicBezTo>
                      <a:pt x="44" y="51"/>
                      <a:pt x="60" y="55"/>
                      <a:pt x="76" y="6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3" name="Freeform 118">
                <a:extLst>
                  <a:ext uri="{FF2B5EF4-FFF2-40B4-BE49-F238E27FC236}">
                    <a16:creationId xmlns:a16="http://schemas.microsoft.com/office/drawing/2014/main" id="{C852CEAE-21D2-4875-928E-15D3E7F16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964"/>
                <a:ext cx="123" cy="64"/>
              </a:xfrm>
              <a:custGeom>
                <a:avLst/>
                <a:gdLst>
                  <a:gd name="T0" fmla="*/ 0 w 73"/>
                  <a:gd name="T1" fmla="*/ 0 h 38"/>
                  <a:gd name="T2" fmla="*/ 76 w 73"/>
                  <a:gd name="T3" fmla="*/ 104 h 38"/>
                  <a:gd name="T4" fmla="*/ 153 w 73"/>
                  <a:gd name="T5" fmla="*/ 158 h 38"/>
                  <a:gd name="T6" fmla="*/ 349 w 73"/>
                  <a:gd name="T7" fmla="*/ 18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38">
                    <a:moveTo>
                      <a:pt x="0" y="0"/>
                    </a:moveTo>
                    <a:cubicBezTo>
                      <a:pt x="4" y="7"/>
                      <a:pt x="11" y="16"/>
                      <a:pt x="16" y="22"/>
                    </a:cubicBezTo>
                    <a:cubicBezTo>
                      <a:pt x="20" y="29"/>
                      <a:pt x="25" y="32"/>
                      <a:pt x="32" y="33"/>
                    </a:cubicBezTo>
                    <a:cubicBezTo>
                      <a:pt x="45" y="36"/>
                      <a:pt x="60" y="35"/>
                      <a:pt x="73" y="38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4" name="Freeform 119">
                <a:extLst>
                  <a:ext uri="{FF2B5EF4-FFF2-40B4-BE49-F238E27FC236}">
                    <a16:creationId xmlns:a16="http://schemas.microsoft.com/office/drawing/2014/main" id="{AAFE4A7D-1216-4CD1-BFC2-BE31D8572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742"/>
                <a:ext cx="406" cy="1106"/>
              </a:xfrm>
              <a:custGeom>
                <a:avLst/>
                <a:gdLst>
                  <a:gd name="T0" fmla="*/ 5 w 240"/>
                  <a:gd name="T1" fmla="*/ 3066 h 654"/>
                  <a:gd name="T2" fmla="*/ 245 w 240"/>
                  <a:gd name="T3" fmla="*/ 3134 h 654"/>
                  <a:gd name="T4" fmla="*/ 352 w 240"/>
                  <a:gd name="T5" fmla="*/ 2951 h 654"/>
                  <a:gd name="T6" fmla="*/ 587 w 240"/>
                  <a:gd name="T7" fmla="*/ 2951 h 654"/>
                  <a:gd name="T8" fmla="*/ 692 w 240"/>
                  <a:gd name="T9" fmla="*/ 2674 h 654"/>
                  <a:gd name="T10" fmla="*/ 827 w 240"/>
                  <a:gd name="T11" fmla="*/ 2611 h 654"/>
                  <a:gd name="T12" fmla="*/ 895 w 240"/>
                  <a:gd name="T13" fmla="*/ 2466 h 654"/>
                  <a:gd name="T14" fmla="*/ 1030 w 240"/>
                  <a:gd name="T15" fmla="*/ 2217 h 654"/>
                  <a:gd name="T16" fmla="*/ 1051 w 240"/>
                  <a:gd name="T17" fmla="*/ 2028 h 654"/>
                  <a:gd name="T18" fmla="*/ 1030 w 240"/>
                  <a:gd name="T19" fmla="*/ 1870 h 654"/>
                  <a:gd name="T20" fmla="*/ 1142 w 240"/>
                  <a:gd name="T21" fmla="*/ 1630 h 654"/>
                  <a:gd name="T22" fmla="*/ 1071 w 240"/>
                  <a:gd name="T23" fmla="*/ 1436 h 654"/>
                  <a:gd name="T24" fmla="*/ 1133 w 240"/>
                  <a:gd name="T25" fmla="*/ 1300 h 654"/>
                  <a:gd name="T26" fmla="*/ 1051 w 240"/>
                  <a:gd name="T27" fmla="*/ 1196 h 654"/>
                  <a:gd name="T28" fmla="*/ 1022 w 240"/>
                  <a:gd name="T29" fmla="*/ 910 h 654"/>
                  <a:gd name="T30" fmla="*/ 924 w 240"/>
                  <a:gd name="T31" fmla="*/ 819 h 654"/>
                  <a:gd name="T32" fmla="*/ 856 w 240"/>
                  <a:gd name="T33" fmla="*/ 736 h 654"/>
                  <a:gd name="T34" fmla="*/ 824 w 240"/>
                  <a:gd name="T35" fmla="*/ 523 h 654"/>
                  <a:gd name="T36" fmla="*/ 663 w 240"/>
                  <a:gd name="T37" fmla="*/ 446 h 654"/>
                  <a:gd name="T38" fmla="*/ 621 w 240"/>
                  <a:gd name="T39" fmla="*/ 245 h 654"/>
                  <a:gd name="T40" fmla="*/ 435 w 240"/>
                  <a:gd name="T41" fmla="*/ 266 h 654"/>
                  <a:gd name="T42" fmla="*/ 369 w 240"/>
                  <a:gd name="T43" fmla="*/ 86 h 654"/>
                  <a:gd name="T44" fmla="*/ 237 w 240"/>
                  <a:gd name="T45" fmla="*/ 117 h 654"/>
                  <a:gd name="T46" fmla="*/ 117 w 240"/>
                  <a:gd name="T47" fmla="*/ 96 h 654"/>
                  <a:gd name="T48" fmla="*/ 0 w 240"/>
                  <a:gd name="T49" fmla="*/ 0 h 65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40" h="654">
                    <a:moveTo>
                      <a:pt x="1" y="634"/>
                    </a:moveTo>
                    <a:cubicBezTo>
                      <a:pt x="13" y="639"/>
                      <a:pt x="38" y="654"/>
                      <a:pt x="51" y="648"/>
                    </a:cubicBezTo>
                    <a:cubicBezTo>
                      <a:pt x="58" y="644"/>
                      <a:pt x="70" y="618"/>
                      <a:pt x="73" y="610"/>
                    </a:cubicBezTo>
                    <a:cubicBezTo>
                      <a:pt x="89" y="608"/>
                      <a:pt x="104" y="614"/>
                      <a:pt x="121" y="610"/>
                    </a:cubicBezTo>
                    <a:cubicBezTo>
                      <a:pt x="129" y="593"/>
                      <a:pt x="131" y="565"/>
                      <a:pt x="143" y="553"/>
                    </a:cubicBezTo>
                    <a:cubicBezTo>
                      <a:pt x="149" y="547"/>
                      <a:pt x="164" y="546"/>
                      <a:pt x="171" y="540"/>
                    </a:cubicBezTo>
                    <a:cubicBezTo>
                      <a:pt x="182" y="531"/>
                      <a:pt x="186" y="524"/>
                      <a:pt x="185" y="510"/>
                    </a:cubicBezTo>
                    <a:cubicBezTo>
                      <a:pt x="183" y="456"/>
                      <a:pt x="200" y="468"/>
                      <a:pt x="213" y="458"/>
                    </a:cubicBezTo>
                    <a:cubicBezTo>
                      <a:pt x="224" y="448"/>
                      <a:pt x="220" y="433"/>
                      <a:pt x="217" y="419"/>
                    </a:cubicBezTo>
                    <a:cubicBezTo>
                      <a:pt x="215" y="408"/>
                      <a:pt x="210" y="398"/>
                      <a:pt x="213" y="387"/>
                    </a:cubicBezTo>
                    <a:cubicBezTo>
                      <a:pt x="219" y="369"/>
                      <a:pt x="240" y="358"/>
                      <a:pt x="236" y="337"/>
                    </a:cubicBezTo>
                    <a:cubicBezTo>
                      <a:pt x="220" y="327"/>
                      <a:pt x="210" y="316"/>
                      <a:pt x="221" y="297"/>
                    </a:cubicBezTo>
                    <a:cubicBezTo>
                      <a:pt x="226" y="289"/>
                      <a:pt x="237" y="280"/>
                      <a:pt x="234" y="269"/>
                    </a:cubicBezTo>
                    <a:cubicBezTo>
                      <a:pt x="232" y="261"/>
                      <a:pt x="223" y="253"/>
                      <a:pt x="217" y="247"/>
                    </a:cubicBezTo>
                    <a:cubicBezTo>
                      <a:pt x="194" y="226"/>
                      <a:pt x="212" y="214"/>
                      <a:pt x="211" y="188"/>
                    </a:cubicBezTo>
                    <a:cubicBezTo>
                      <a:pt x="211" y="175"/>
                      <a:pt x="200" y="173"/>
                      <a:pt x="191" y="169"/>
                    </a:cubicBezTo>
                    <a:cubicBezTo>
                      <a:pt x="180" y="164"/>
                      <a:pt x="178" y="164"/>
                      <a:pt x="177" y="152"/>
                    </a:cubicBezTo>
                    <a:cubicBezTo>
                      <a:pt x="175" y="140"/>
                      <a:pt x="180" y="115"/>
                      <a:pt x="170" y="108"/>
                    </a:cubicBezTo>
                    <a:cubicBezTo>
                      <a:pt x="159" y="100"/>
                      <a:pt x="141" y="105"/>
                      <a:pt x="137" y="92"/>
                    </a:cubicBezTo>
                    <a:cubicBezTo>
                      <a:pt x="133" y="80"/>
                      <a:pt x="140" y="59"/>
                      <a:pt x="128" y="51"/>
                    </a:cubicBezTo>
                    <a:cubicBezTo>
                      <a:pt x="116" y="42"/>
                      <a:pt x="101" y="55"/>
                      <a:pt x="90" y="55"/>
                    </a:cubicBezTo>
                    <a:cubicBezTo>
                      <a:pt x="87" y="46"/>
                      <a:pt x="85" y="23"/>
                      <a:pt x="76" y="18"/>
                    </a:cubicBezTo>
                    <a:cubicBezTo>
                      <a:pt x="70" y="14"/>
                      <a:pt x="55" y="22"/>
                      <a:pt x="49" y="24"/>
                    </a:cubicBezTo>
                    <a:cubicBezTo>
                      <a:pt x="36" y="28"/>
                      <a:pt x="33" y="30"/>
                      <a:pt x="24" y="20"/>
                    </a:cubicBezTo>
                    <a:cubicBezTo>
                      <a:pt x="17" y="11"/>
                      <a:pt x="9" y="4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5" name="Freeform 120">
                <a:extLst>
                  <a:ext uri="{FF2B5EF4-FFF2-40B4-BE49-F238E27FC236}">
                    <a16:creationId xmlns:a16="http://schemas.microsoft.com/office/drawing/2014/main" id="{BAEFBA7F-FA0E-496E-A946-D99561383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660"/>
                <a:ext cx="10" cy="30"/>
              </a:xfrm>
              <a:custGeom>
                <a:avLst/>
                <a:gdLst>
                  <a:gd name="T0" fmla="*/ 0 w 6"/>
                  <a:gd name="T1" fmla="*/ 0 h 18"/>
                  <a:gd name="T2" fmla="*/ 20 w 6"/>
                  <a:gd name="T3" fmla="*/ 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4" y="5"/>
                      <a:pt x="6" y="12"/>
                      <a:pt x="4" y="18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6" name="Freeform 121">
                <a:extLst>
                  <a:ext uri="{FF2B5EF4-FFF2-40B4-BE49-F238E27FC236}">
                    <a16:creationId xmlns:a16="http://schemas.microsoft.com/office/drawing/2014/main" id="{79F8828A-D725-4006-A17A-ADE4C4239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657"/>
                <a:ext cx="22" cy="23"/>
              </a:xfrm>
              <a:custGeom>
                <a:avLst/>
                <a:gdLst>
                  <a:gd name="T0" fmla="*/ 0 w 13"/>
                  <a:gd name="T1" fmla="*/ 0 h 14"/>
                  <a:gd name="T2" fmla="*/ 63 w 13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3" y="7"/>
                      <a:pt x="6" y="11"/>
                      <a:pt x="13" y="14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7" name="Freeform 122">
                <a:extLst>
                  <a:ext uri="{FF2B5EF4-FFF2-40B4-BE49-F238E27FC236}">
                    <a16:creationId xmlns:a16="http://schemas.microsoft.com/office/drawing/2014/main" id="{0D67780B-4F13-4D28-96A7-030FC90F0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736"/>
                <a:ext cx="33" cy="10"/>
              </a:xfrm>
              <a:custGeom>
                <a:avLst/>
                <a:gdLst>
                  <a:gd name="T0" fmla="*/ 0 w 19"/>
                  <a:gd name="T1" fmla="*/ 0 h 6"/>
                  <a:gd name="T2" fmla="*/ 28 w 19"/>
                  <a:gd name="T3" fmla="*/ 13 h 6"/>
                  <a:gd name="T4" fmla="*/ 99 w 19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0" y="0"/>
                    </a:moveTo>
                    <a:cubicBezTo>
                      <a:pt x="2" y="0"/>
                      <a:pt x="3" y="2"/>
                      <a:pt x="5" y="3"/>
                    </a:cubicBezTo>
                    <a:cubicBezTo>
                      <a:pt x="9" y="6"/>
                      <a:pt x="14" y="6"/>
                      <a:pt x="19" y="6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8" name="Freeform 123">
                <a:extLst>
                  <a:ext uri="{FF2B5EF4-FFF2-40B4-BE49-F238E27FC236}">
                    <a16:creationId xmlns:a16="http://schemas.microsoft.com/office/drawing/2014/main" id="{FE7213A0-0D7B-42D2-80C8-886D76E4B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695"/>
                <a:ext cx="24" cy="16"/>
              </a:xfrm>
              <a:custGeom>
                <a:avLst/>
                <a:gdLst>
                  <a:gd name="T0" fmla="*/ 0 w 14"/>
                  <a:gd name="T1" fmla="*/ 0 h 9"/>
                  <a:gd name="T2" fmla="*/ 70 w 14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4" y="4"/>
                      <a:pt x="8" y="8"/>
                      <a:pt x="14" y="9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9" name="Freeform 124">
                <a:extLst>
                  <a:ext uri="{FF2B5EF4-FFF2-40B4-BE49-F238E27FC236}">
                    <a16:creationId xmlns:a16="http://schemas.microsoft.com/office/drawing/2014/main" id="{93DD73BD-99FC-4B09-8DE6-F8274DB6C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726"/>
                <a:ext cx="20" cy="22"/>
              </a:xfrm>
              <a:custGeom>
                <a:avLst/>
                <a:gdLst>
                  <a:gd name="T0" fmla="*/ 0 w 12"/>
                  <a:gd name="T1" fmla="*/ 0 h 13"/>
                  <a:gd name="T2" fmla="*/ 55 w 12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4" y="5"/>
                      <a:pt x="7" y="11"/>
                      <a:pt x="12" y="13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0" name="Freeform 125">
                <a:extLst>
                  <a:ext uri="{FF2B5EF4-FFF2-40B4-BE49-F238E27FC236}">
                    <a16:creationId xmlns:a16="http://schemas.microsoft.com/office/drawing/2014/main" id="{21B5C92B-65AC-4364-BCB5-E8A34B1E0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748"/>
                <a:ext cx="12" cy="24"/>
              </a:xfrm>
              <a:custGeom>
                <a:avLst/>
                <a:gdLst>
                  <a:gd name="T0" fmla="*/ 0 w 7"/>
                  <a:gd name="T1" fmla="*/ 0 h 14"/>
                  <a:gd name="T2" fmla="*/ 36 w 7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4" y="5"/>
                      <a:pt x="6" y="9"/>
                      <a:pt x="7" y="14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1" name="Freeform 126">
                <a:extLst>
                  <a:ext uri="{FF2B5EF4-FFF2-40B4-BE49-F238E27FC236}">
                    <a16:creationId xmlns:a16="http://schemas.microsoft.com/office/drawing/2014/main" id="{F05ED3DC-EDD6-4B63-8A38-199B48837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702"/>
                <a:ext cx="20" cy="24"/>
              </a:xfrm>
              <a:custGeom>
                <a:avLst/>
                <a:gdLst>
                  <a:gd name="T0" fmla="*/ 0 w 12"/>
                  <a:gd name="T1" fmla="*/ 0 h 14"/>
                  <a:gd name="T2" fmla="*/ 55 w 12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2" y="5"/>
                      <a:pt x="8" y="10"/>
                      <a:pt x="12" y="14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2" name="Freeform 127">
                <a:extLst>
                  <a:ext uri="{FF2B5EF4-FFF2-40B4-BE49-F238E27FC236}">
                    <a16:creationId xmlns:a16="http://schemas.microsoft.com/office/drawing/2014/main" id="{0015D023-383F-4079-BBE1-D4D66E0F3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579"/>
                <a:ext cx="17" cy="27"/>
              </a:xfrm>
              <a:custGeom>
                <a:avLst/>
                <a:gdLst>
                  <a:gd name="T0" fmla="*/ 0 w 10"/>
                  <a:gd name="T1" fmla="*/ 8 h 16"/>
                  <a:gd name="T2" fmla="*/ 49 w 10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0" y="2"/>
                    </a:moveTo>
                    <a:cubicBezTo>
                      <a:pt x="5" y="0"/>
                      <a:pt x="9" y="12"/>
                      <a:pt x="10" y="16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3" name="Freeform 128">
                <a:extLst>
                  <a:ext uri="{FF2B5EF4-FFF2-40B4-BE49-F238E27FC236}">
                    <a16:creationId xmlns:a16="http://schemas.microsoft.com/office/drawing/2014/main" id="{A159ABE0-CC73-4C59-B810-B8D18C993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491"/>
                <a:ext cx="7" cy="14"/>
              </a:xfrm>
              <a:custGeom>
                <a:avLst/>
                <a:gdLst>
                  <a:gd name="T0" fmla="*/ 0 w 4"/>
                  <a:gd name="T1" fmla="*/ 0 h 8"/>
                  <a:gd name="T2" fmla="*/ 21 w 4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2"/>
                      <a:pt x="2" y="5"/>
                      <a:pt x="4" y="8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4" name="Freeform 129">
                <a:extLst>
                  <a:ext uri="{FF2B5EF4-FFF2-40B4-BE49-F238E27FC236}">
                    <a16:creationId xmlns:a16="http://schemas.microsoft.com/office/drawing/2014/main" id="{31B0BF52-6FF9-4145-A75B-C86C301D6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579"/>
                <a:ext cx="15" cy="44"/>
              </a:xfrm>
              <a:custGeom>
                <a:avLst/>
                <a:gdLst>
                  <a:gd name="T0" fmla="*/ 42 w 9"/>
                  <a:gd name="T1" fmla="*/ 0 h 26"/>
                  <a:gd name="T2" fmla="*/ 0 w 9"/>
                  <a:gd name="T3" fmla="*/ 12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cubicBezTo>
                      <a:pt x="7" y="9"/>
                      <a:pt x="1" y="17"/>
                      <a:pt x="0" y="26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5" name="Freeform 130">
                <a:extLst>
                  <a:ext uri="{FF2B5EF4-FFF2-40B4-BE49-F238E27FC236}">
                    <a16:creationId xmlns:a16="http://schemas.microsoft.com/office/drawing/2014/main" id="{33A56036-01B0-416E-973A-7F6B29BA9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217"/>
                <a:ext cx="28" cy="20"/>
              </a:xfrm>
              <a:custGeom>
                <a:avLst/>
                <a:gdLst>
                  <a:gd name="T0" fmla="*/ 76 w 17"/>
                  <a:gd name="T1" fmla="*/ 0 h 12"/>
                  <a:gd name="T2" fmla="*/ 0 w 17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17" y="0"/>
                    </a:moveTo>
                    <a:cubicBezTo>
                      <a:pt x="11" y="0"/>
                      <a:pt x="5" y="8"/>
                      <a:pt x="0" y="12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6" name="Freeform 131">
                <a:extLst>
                  <a:ext uri="{FF2B5EF4-FFF2-40B4-BE49-F238E27FC236}">
                    <a16:creationId xmlns:a16="http://schemas.microsoft.com/office/drawing/2014/main" id="{B321CB18-9AA2-4688-8912-370D08622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033"/>
                <a:ext cx="5" cy="19"/>
              </a:xfrm>
              <a:custGeom>
                <a:avLst/>
                <a:gdLst>
                  <a:gd name="T0" fmla="*/ 13 w 3"/>
                  <a:gd name="T1" fmla="*/ 0 h 11"/>
                  <a:gd name="T2" fmla="*/ 0 w 3"/>
                  <a:gd name="T3" fmla="*/ 5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3" y="4"/>
                      <a:pt x="2" y="8"/>
                      <a:pt x="0" y="11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7" name="Freeform 132">
                <a:extLst>
                  <a:ext uri="{FF2B5EF4-FFF2-40B4-BE49-F238E27FC236}">
                    <a16:creationId xmlns:a16="http://schemas.microsoft.com/office/drawing/2014/main" id="{B5FBF005-EF16-46D7-98AC-632840D8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928"/>
                <a:ext cx="18" cy="22"/>
              </a:xfrm>
              <a:custGeom>
                <a:avLst/>
                <a:gdLst>
                  <a:gd name="T0" fmla="*/ 0 w 11"/>
                  <a:gd name="T1" fmla="*/ 0 h 13"/>
                  <a:gd name="T2" fmla="*/ 47 w 11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3" y="4"/>
                      <a:pt x="6" y="12"/>
                      <a:pt x="11" y="13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8" name="Freeform 133">
                <a:extLst>
                  <a:ext uri="{FF2B5EF4-FFF2-40B4-BE49-F238E27FC236}">
                    <a16:creationId xmlns:a16="http://schemas.microsoft.com/office/drawing/2014/main" id="{4D276BF4-825A-47C0-8F85-CB07B6DBD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866"/>
                <a:ext cx="10" cy="28"/>
              </a:xfrm>
              <a:custGeom>
                <a:avLst/>
                <a:gdLst>
                  <a:gd name="T0" fmla="*/ 0 w 6"/>
                  <a:gd name="T1" fmla="*/ 0 h 17"/>
                  <a:gd name="T2" fmla="*/ 28 w 6"/>
                  <a:gd name="T3" fmla="*/ 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3" y="5"/>
                      <a:pt x="5" y="11"/>
                      <a:pt x="6" y="17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9" name="Freeform 134">
                <a:extLst>
                  <a:ext uri="{FF2B5EF4-FFF2-40B4-BE49-F238E27FC236}">
                    <a16:creationId xmlns:a16="http://schemas.microsoft.com/office/drawing/2014/main" id="{86E25A01-F443-4D48-A343-C1604862C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883"/>
                <a:ext cx="10" cy="18"/>
              </a:xfrm>
              <a:custGeom>
                <a:avLst/>
                <a:gdLst>
                  <a:gd name="T0" fmla="*/ 22 w 6"/>
                  <a:gd name="T1" fmla="*/ 0 h 11"/>
                  <a:gd name="T2" fmla="*/ 0 w 6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cubicBezTo>
                      <a:pt x="6" y="3"/>
                      <a:pt x="2" y="9"/>
                      <a:pt x="0" y="11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0" name="Freeform 135">
                <a:extLst>
                  <a:ext uri="{FF2B5EF4-FFF2-40B4-BE49-F238E27FC236}">
                    <a16:creationId xmlns:a16="http://schemas.microsoft.com/office/drawing/2014/main" id="{59F6BA16-D149-45D5-A0B5-DD11DAC1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965"/>
                <a:ext cx="14" cy="16"/>
              </a:xfrm>
              <a:custGeom>
                <a:avLst/>
                <a:gdLst>
                  <a:gd name="T0" fmla="*/ 0 w 8"/>
                  <a:gd name="T1" fmla="*/ 0 h 9"/>
                  <a:gd name="T2" fmla="*/ 44 w 8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3"/>
                      <a:pt x="6" y="5"/>
                      <a:pt x="8" y="9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1" name="Freeform 136">
                <a:extLst>
                  <a:ext uri="{FF2B5EF4-FFF2-40B4-BE49-F238E27FC236}">
                    <a16:creationId xmlns:a16="http://schemas.microsoft.com/office/drawing/2014/main" id="{7567841C-52D4-4F14-98F6-236A931F4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999"/>
                <a:ext cx="29" cy="15"/>
              </a:xfrm>
              <a:custGeom>
                <a:avLst/>
                <a:gdLst>
                  <a:gd name="T0" fmla="*/ 0 w 17"/>
                  <a:gd name="T1" fmla="*/ 0 h 9"/>
                  <a:gd name="T2" fmla="*/ 84 w 17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cubicBezTo>
                      <a:pt x="2" y="5"/>
                      <a:pt x="13" y="7"/>
                      <a:pt x="17" y="9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2" name="Freeform 137">
                <a:extLst>
                  <a:ext uri="{FF2B5EF4-FFF2-40B4-BE49-F238E27FC236}">
                    <a16:creationId xmlns:a16="http://schemas.microsoft.com/office/drawing/2014/main" id="{85ADCF1B-F4A2-479A-8F1E-AB9C46FCC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943"/>
                <a:ext cx="5" cy="26"/>
              </a:xfrm>
              <a:custGeom>
                <a:avLst/>
                <a:gdLst>
                  <a:gd name="T0" fmla="*/ 0 w 3"/>
                  <a:gd name="T1" fmla="*/ 0 h 15"/>
                  <a:gd name="T2" fmla="*/ 13 w 3"/>
                  <a:gd name="T3" fmla="*/ 7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2" y="4"/>
                      <a:pt x="3" y="10"/>
                      <a:pt x="3" y="15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3" name="Freeform 138">
                <a:extLst>
                  <a:ext uri="{FF2B5EF4-FFF2-40B4-BE49-F238E27FC236}">
                    <a16:creationId xmlns:a16="http://schemas.microsoft.com/office/drawing/2014/main" id="{47A7A425-7E1A-4753-86CE-950F07C5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844"/>
                <a:ext cx="7" cy="20"/>
              </a:xfrm>
              <a:custGeom>
                <a:avLst/>
                <a:gdLst>
                  <a:gd name="T0" fmla="*/ 0 w 4"/>
                  <a:gd name="T1" fmla="*/ 0 h 12"/>
                  <a:gd name="T2" fmla="*/ 21 w 4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4" y="0"/>
                      <a:pt x="4" y="10"/>
                      <a:pt x="4" y="12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4" name="Freeform 139">
                <a:extLst>
                  <a:ext uri="{FF2B5EF4-FFF2-40B4-BE49-F238E27FC236}">
                    <a16:creationId xmlns:a16="http://schemas.microsoft.com/office/drawing/2014/main" id="{9BED571B-05DC-445F-9FED-DDC4A5100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839"/>
                <a:ext cx="12" cy="15"/>
              </a:xfrm>
              <a:custGeom>
                <a:avLst/>
                <a:gdLst>
                  <a:gd name="T0" fmla="*/ 0 w 7"/>
                  <a:gd name="T1" fmla="*/ 42 h 9"/>
                  <a:gd name="T2" fmla="*/ 36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3" y="8"/>
                      <a:pt x="4" y="2"/>
                      <a:pt x="7" y="0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5" name="Freeform 140">
                <a:extLst>
                  <a:ext uri="{FF2B5EF4-FFF2-40B4-BE49-F238E27FC236}">
                    <a16:creationId xmlns:a16="http://schemas.microsoft.com/office/drawing/2014/main" id="{C4471CC0-1939-4FAF-971E-4814016D1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822"/>
                <a:ext cx="29" cy="8"/>
              </a:xfrm>
              <a:custGeom>
                <a:avLst/>
                <a:gdLst>
                  <a:gd name="T0" fmla="*/ 0 w 17"/>
                  <a:gd name="T1" fmla="*/ 5 h 5"/>
                  <a:gd name="T2" fmla="*/ 84 w 17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">
                    <a:moveTo>
                      <a:pt x="0" y="1"/>
                    </a:moveTo>
                    <a:cubicBezTo>
                      <a:pt x="5" y="3"/>
                      <a:pt x="12" y="0"/>
                      <a:pt x="17" y="5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6" name="Freeform 141">
                <a:extLst>
                  <a:ext uri="{FF2B5EF4-FFF2-40B4-BE49-F238E27FC236}">
                    <a16:creationId xmlns:a16="http://schemas.microsoft.com/office/drawing/2014/main" id="{88C300EF-23A9-4720-A8A2-B2C052DDF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899"/>
                <a:ext cx="15" cy="24"/>
              </a:xfrm>
              <a:custGeom>
                <a:avLst/>
                <a:gdLst>
                  <a:gd name="T0" fmla="*/ 28 w 9"/>
                  <a:gd name="T1" fmla="*/ 0 h 14"/>
                  <a:gd name="T2" fmla="*/ 0 w 9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6" y="0"/>
                    </a:moveTo>
                    <a:cubicBezTo>
                      <a:pt x="9" y="5"/>
                      <a:pt x="2" y="12"/>
                      <a:pt x="0" y="14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7" name="Freeform 142">
                <a:extLst>
                  <a:ext uri="{FF2B5EF4-FFF2-40B4-BE49-F238E27FC236}">
                    <a16:creationId xmlns:a16="http://schemas.microsoft.com/office/drawing/2014/main" id="{3B5FF307-EAAA-4CEA-849B-C4919EEF1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852"/>
                <a:ext cx="20" cy="4"/>
              </a:xfrm>
              <a:custGeom>
                <a:avLst/>
                <a:gdLst>
                  <a:gd name="T0" fmla="*/ 0 w 12"/>
                  <a:gd name="T1" fmla="*/ 0 h 2"/>
                  <a:gd name="T2" fmla="*/ 55 w 1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2"/>
                      <a:pt x="9" y="1"/>
                      <a:pt x="12" y="2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8" name="Freeform 143">
                <a:extLst>
                  <a:ext uri="{FF2B5EF4-FFF2-40B4-BE49-F238E27FC236}">
                    <a16:creationId xmlns:a16="http://schemas.microsoft.com/office/drawing/2014/main" id="{0F1348E6-3105-4711-BC46-C5D7ACDF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878"/>
                <a:ext cx="20" cy="25"/>
              </a:xfrm>
              <a:custGeom>
                <a:avLst/>
                <a:gdLst>
                  <a:gd name="T0" fmla="*/ 0 w 12"/>
                  <a:gd name="T1" fmla="*/ 0 h 15"/>
                  <a:gd name="T2" fmla="*/ 55 w 12"/>
                  <a:gd name="T3" fmla="*/ 7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5" y="3"/>
                      <a:pt x="9" y="11"/>
                      <a:pt x="12" y="15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9" name="Freeform 144">
                <a:extLst>
                  <a:ext uri="{FF2B5EF4-FFF2-40B4-BE49-F238E27FC236}">
                    <a16:creationId xmlns:a16="http://schemas.microsoft.com/office/drawing/2014/main" id="{0987A7D9-A605-4A38-A128-3BE9A95E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793"/>
                <a:ext cx="7" cy="25"/>
              </a:xfrm>
              <a:custGeom>
                <a:avLst/>
                <a:gdLst>
                  <a:gd name="T0" fmla="*/ 16 w 4"/>
                  <a:gd name="T1" fmla="*/ 0 h 15"/>
                  <a:gd name="T2" fmla="*/ 16 w 4"/>
                  <a:gd name="T3" fmla="*/ 13 h 15"/>
                  <a:gd name="T4" fmla="*/ 0 w 4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5">
                    <a:moveTo>
                      <a:pt x="3" y="0"/>
                    </a:moveTo>
                    <a:cubicBezTo>
                      <a:pt x="4" y="1"/>
                      <a:pt x="3" y="1"/>
                      <a:pt x="3" y="3"/>
                    </a:cubicBezTo>
                    <a:cubicBezTo>
                      <a:pt x="1" y="7"/>
                      <a:pt x="1" y="11"/>
                      <a:pt x="0" y="15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0" name="Freeform 145">
                <a:extLst>
                  <a:ext uri="{FF2B5EF4-FFF2-40B4-BE49-F238E27FC236}">
                    <a16:creationId xmlns:a16="http://schemas.microsoft.com/office/drawing/2014/main" id="{349C2EBB-C9B0-467D-949D-32C0DB84A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1834"/>
                <a:ext cx="10" cy="32"/>
              </a:xfrm>
              <a:custGeom>
                <a:avLst/>
                <a:gdLst>
                  <a:gd name="T0" fmla="*/ 0 w 6"/>
                  <a:gd name="T1" fmla="*/ 0 h 19"/>
                  <a:gd name="T2" fmla="*/ 5 w 6"/>
                  <a:gd name="T3" fmla="*/ 8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6" y="0"/>
                      <a:pt x="1" y="19"/>
                      <a:pt x="1" y="18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1" name="Freeform 146">
                <a:extLst>
                  <a:ext uri="{FF2B5EF4-FFF2-40B4-BE49-F238E27FC236}">
                    <a16:creationId xmlns:a16="http://schemas.microsoft.com/office/drawing/2014/main" id="{ED32BD53-C2A6-4BBD-A0A6-E6F6A94DC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894"/>
                <a:ext cx="15" cy="31"/>
              </a:xfrm>
              <a:custGeom>
                <a:avLst/>
                <a:gdLst>
                  <a:gd name="T0" fmla="*/ 0 w 9"/>
                  <a:gd name="T1" fmla="*/ 0 h 18"/>
                  <a:gd name="T2" fmla="*/ 42 w 9"/>
                  <a:gd name="T3" fmla="*/ 9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3" y="1"/>
                      <a:pt x="6" y="15"/>
                      <a:pt x="9" y="18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2" name="Freeform 147">
                <a:extLst>
                  <a:ext uri="{FF2B5EF4-FFF2-40B4-BE49-F238E27FC236}">
                    <a16:creationId xmlns:a16="http://schemas.microsoft.com/office/drawing/2014/main" id="{F738458A-74B2-45D9-9823-6CC375901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774"/>
                <a:ext cx="12" cy="24"/>
              </a:xfrm>
              <a:custGeom>
                <a:avLst/>
                <a:gdLst>
                  <a:gd name="T0" fmla="*/ 29 w 7"/>
                  <a:gd name="T1" fmla="*/ 0 h 14"/>
                  <a:gd name="T2" fmla="*/ 0 w 7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6" y="0"/>
                    </a:moveTo>
                    <a:cubicBezTo>
                      <a:pt x="7" y="4"/>
                      <a:pt x="2" y="10"/>
                      <a:pt x="0" y="14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3" name="Freeform 148">
                <a:extLst>
                  <a:ext uri="{FF2B5EF4-FFF2-40B4-BE49-F238E27FC236}">
                    <a16:creationId xmlns:a16="http://schemas.microsoft.com/office/drawing/2014/main" id="{D1AEDDCC-DEE3-4E27-8388-FEE5E1B21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849"/>
                <a:ext cx="10" cy="22"/>
              </a:xfrm>
              <a:custGeom>
                <a:avLst/>
                <a:gdLst>
                  <a:gd name="T0" fmla="*/ 0 w 6"/>
                  <a:gd name="T1" fmla="*/ 0 h 13"/>
                  <a:gd name="T2" fmla="*/ 28 w 6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0"/>
                    </a:moveTo>
                    <a:cubicBezTo>
                      <a:pt x="2" y="1"/>
                      <a:pt x="4" y="10"/>
                      <a:pt x="6" y="13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4" name="Freeform 149">
                <a:extLst>
                  <a:ext uri="{FF2B5EF4-FFF2-40B4-BE49-F238E27FC236}">
                    <a16:creationId xmlns:a16="http://schemas.microsoft.com/office/drawing/2014/main" id="{986E8D3E-301C-4E36-8FBD-3777D342F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927"/>
                <a:ext cx="17" cy="27"/>
              </a:xfrm>
              <a:custGeom>
                <a:avLst/>
                <a:gdLst>
                  <a:gd name="T0" fmla="*/ 0 w 10"/>
                  <a:gd name="T1" fmla="*/ 0 h 16"/>
                  <a:gd name="T2" fmla="*/ 49 w 10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6" y="3"/>
                      <a:pt x="9" y="11"/>
                      <a:pt x="10" y="16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5" name="Freeform 150">
                <a:extLst>
                  <a:ext uri="{FF2B5EF4-FFF2-40B4-BE49-F238E27FC236}">
                    <a16:creationId xmlns:a16="http://schemas.microsoft.com/office/drawing/2014/main" id="{F7FF00F0-0E19-4044-9042-1F804997E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940"/>
                <a:ext cx="10" cy="24"/>
              </a:xfrm>
              <a:custGeom>
                <a:avLst/>
                <a:gdLst>
                  <a:gd name="T0" fmla="*/ 0 w 6"/>
                  <a:gd name="T1" fmla="*/ 0 h 14"/>
                  <a:gd name="T2" fmla="*/ 28 w 6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0" y="0"/>
                    </a:moveTo>
                    <a:cubicBezTo>
                      <a:pt x="2" y="5"/>
                      <a:pt x="4" y="10"/>
                      <a:pt x="6" y="14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6" name="Freeform 151">
                <a:extLst>
                  <a:ext uri="{FF2B5EF4-FFF2-40B4-BE49-F238E27FC236}">
                    <a16:creationId xmlns:a16="http://schemas.microsoft.com/office/drawing/2014/main" id="{64132411-9367-41F6-A891-8B91B66E4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835"/>
                <a:ext cx="15" cy="26"/>
              </a:xfrm>
              <a:custGeom>
                <a:avLst/>
                <a:gdLst>
                  <a:gd name="T0" fmla="*/ 33 w 9"/>
                  <a:gd name="T1" fmla="*/ 0 h 15"/>
                  <a:gd name="T2" fmla="*/ 0 w 9"/>
                  <a:gd name="T3" fmla="*/ 7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7" y="0"/>
                    </a:moveTo>
                    <a:cubicBezTo>
                      <a:pt x="9" y="5"/>
                      <a:pt x="3" y="12"/>
                      <a:pt x="0" y="15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7" name="Freeform 152">
                <a:extLst>
                  <a:ext uri="{FF2B5EF4-FFF2-40B4-BE49-F238E27FC236}">
                    <a16:creationId xmlns:a16="http://schemas.microsoft.com/office/drawing/2014/main" id="{F0FFF303-D8A2-4734-8EE4-C40ADB0B9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766"/>
                <a:ext cx="23" cy="19"/>
              </a:xfrm>
              <a:custGeom>
                <a:avLst/>
                <a:gdLst>
                  <a:gd name="T0" fmla="*/ 0 w 14"/>
                  <a:gd name="T1" fmla="*/ 0 h 11"/>
                  <a:gd name="T2" fmla="*/ 62 w 14"/>
                  <a:gd name="T3" fmla="*/ 5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5" y="1"/>
                      <a:pt x="11" y="7"/>
                      <a:pt x="14" y="11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8" name="Freeform 153">
                <a:extLst>
                  <a:ext uri="{FF2B5EF4-FFF2-40B4-BE49-F238E27FC236}">
                    <a16:creationId xmlns:a16="http://schemas.microsoft.com/office/drawing/2014/main" id="{8EAC4941-82FD-4B6C-918B-771943568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774"/>
                <a:ext cx="6" cy="27"/>
              </a:xfrm>
              <a:custGeom>
                <a:avLst/>
                <a:gdLst>
                  <a:gd name="T0" fmla="*/ 24 w 3"/>
                  <a:gd name="T1" fmla="*/ 0 h 16"/>
                  <a:gd name="T2" fmla="*/ 0 w 3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3" y="5"/>
                      <a:pt x="3" y="11"/>
                      <a:pt x="0" y="16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9" name="Freeform 154">
                <a:extLst>
                  <a:ext uri="{FF2B5EF4-FFF2-40B4-BE49-F238E27FC236}">
                    <a16:creationId xmlns:a16="http://schemas.microsoft.com/office/drawing/2014/main" id="{16C60E9B-4487-48F0-8F39-D45F46EAE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842"/>
                <a:ext cx="20" cy="30"/>
              </a:xfrm>
              <a:custGeom>
                <a:avLst/>
                <a:gdLst>
                  <a:gd name="T0" fmla="*/ 50 w 12"/>
                  <a:gd name="T1" fmla="*/ 0 h 18"/>
                  <a:gd name="T2" fmla="*/ 0 w 12"/>
                  <a:gd name="T3" fmla="*/ 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1" y="0"/>
                    </a:moveTo>
                    <a:cubicBezTo>
                      <a:pt x="12" y="4"/>
                      <a:pt x="3" y="14"/>
                      <a:pt x="0" y="18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0" name="Freeform 155">
                <a:extLst>
                  <a:ext uri="{FF2B5EF4-FFF2-40B4-BE49-F238E27FC236}">
                    <a16:creationId xmlns:a16="http://schemas.microsoft.com/office/drawing/2014/main" id="{03ECD639-D6DE-4312-84B9-7F6B04FC8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829"/>
                <a:ext cx="17" cy="13"/>
              </a:xfrm>
              <a:custGeom>
                <a:avLst/>
                <a:gdLst>
                  <a:gd name="T0" fmla="*/ 0 w 10"/>
                  <a:gd name="T1" fmla="*/ 34 h 8"/>
                  <a:gd name="T2" fmla="*/ 49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6"/>
                      <a:pt x="7" y="3"/>
                      <a:pt x="10" y="0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1" name="Freeform 156">
                <a:extLst>
                  <a:ext uri="{FF2B5EF4-FFF2-40B4-BE49-F238E27FC236}">
                    <a16:creationId xmlns:a16="http://schemas.microsoft.com/office/drawing/2014/main" id="{5CD49053-C2ED-431E-9EE2-635F7AFB5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886"/>
                <a:ext cx="12" cy="32"/>
              </a:xfrm>
              <a:custGeom>
                <a:avLst/>
                <a:gdLst>
                  <a:gd name="T0" fmla="*/ 0 w 7"/>
                  <a:gd name="T1" fmla="*/ 0 h 19"/>
                  <a:gd name="T2" fmla="*/ 36 w 7"/>
                  <a:gd name="T3" fmla="*/ 9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5" y="4"/>
                      <a:pt x="7" y="13"/>
                      <a:pt x="7" y="19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2" name="Freeform 157">
                <a:extLst>
                  <a:ext uri="{FF2B5EF4-FFF2-40B4-BE49-F238E27FC236}">
                    <a16:creationId xmlns:a16="http://schemas.microsoft.com/office/drawing/2014/main" id="{FD864443-7E0B-4FC4-849E-480397EC6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925"/>
                <a:ext cx="10" cy="23"/>
              </a:xfrm>
              <a:custGeom>
                <a:avLst/>
                <a:gdLst>
                  <a:gd name="T0" fmla="*/ 28 w 6"/>
                  <a:gd name="T1" fmla="*/ 0 h 14"/>
                  <a:gd name="T2" fmla="*/ 0 w 6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6" y="5"/>
                      <a:pt x="3" y="9"/>
                      <a:pt x="0" y="14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3" name="Freeform 158">
                <a:extLst>
                  <a:ext uri="{FF2B5EF4-FFF2-40B4-BE49-F238E27FC236}">
                    <a16:creationId xmlns:a16="http://schemas.microsoft.com/office/drawing/2014/main" id="{E1822905-86A7-4108-9D78-7F3333E8A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006"/>
                <a:ext cx="5" cy="30"/>
              </a:xfrm>
              <a:custGeom>
                <a:avLst/>
                <a:gdLst>
                  <a:gd name="T0" fmla="*/ 13 w 3"/>
                  <a:gd name="T1" fmla="*/ 0 h 18"/>
                  <a:gd name="T2" fmla="*/ 5 w 3"/>
                  <a:gd name="T3" fmla="*/ 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cubicBezTo>
                      <a:pt x="0" y="4"/>
                      <a:pt x="1" y="12"/>
                      <a:pt x="1" y="18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4" name="Freeform 159">
                <a:extLst>
                  <a:ext uri="{FF2B5EF4-FFF2-40B4-BE49-F238E27FC236}">
                    <a16:creationId xmlns:a16="http://schemas.microsoft.com/office/drawing/2014/main" id="{6EDEE701-A6F8-4F22-B8E8-DF7957085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053"/>
                <a:ext cx="14" cy="21"/>
              </a:xfrm>
              <a:custGeom>
                <a:avLst/>
                <a:gdLst>
                  <a:gd name="T0" fmla="*/ 44 w 8"/>
                  <a:gd name="T1" fmla="*/ 0 h 12"/>
                  <a:gd name="T2" fmla="*/ 0 w 8"/>
                  <a:gd name="T3" fmla="*/ 6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5" y="4"/>
                      <a:pt x="2" y="7"/>
                      <a:pt x="0" y="12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5" name="Freeform 160">
                <a:extLst>
                  <a:ext uri="{FF2B5EF4-FFF2-40B4-BE49-F238E27FC236}">
                    <a16:creationId xmlns:a16="http://schemas.microsoft.com/office/drawing/2014/main" id="{A7262EDD-449A-438C-8F83-05CB6608F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555"/>
                <a:ext cx="23" cy="7"/>
              </a:xfrm>
              <a:custGeom>
                <a:avLst/>
                <a:gdLst>
                  <a:gd name="T0" fmla="*/ 0 w 14"/>
                  <a:gd name="T1" fmla="*/ 12 h 4"/>
                  <a:gd name="T2" fmla="*/ 62 w 1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2"/>
                    </a:moveTo>
                    <a:cubicBezTo>
                      <a:pt x="5" y="4"/>
                      <a:pt x="9" y="2"/>
                      <a:pt x="14" y="0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6" name="Freeform 161">
                <a:extLst>
                  <a:ext uri="{FF2B5EF4-FFF2-40B4-BE49-F238E27FC236}">
                    <a16:creationId xmlns:a16="http://schemas.microsoft.com/office/drawing/2014/main" id="{5A7AFE86-C03C-4EB1-99C5-A4A95D528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665"/>
                <a:ext cx="22" cy="7"/>
              </a:xfrm>
              <a:custGeom>
                <a:avLst/>
                <a:gdLst>
                  <a:gd name="T0" fmla="*/ 0 w 13"/>
                  <a:gd name="T1" fmla="*/ 21 h 4"/>
                  <a:gd name="T2" fmla="*/ 63 w 1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4" y="1"/>
                      <a:pt x="8" y="0"/>
                      <a:pt x="13" y="0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7" name="Freeform 162">
                <a:extLst>
                  <a:ext uri="{FF2B5EF4-FFF2-40B4-BE49-F238E27FC236}">
                    <a16:creationId xmlns:a16="http://schemas.microsoft.com/office/drawing/2014/main" id="{DB90E7D7-E82D-48B2-B0C4-0C618F564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712"/>
                <a:ext cx="9" cy="38"/>
              </a:xfrm>
              <a:custGeom>
                <a:avLst/>
                <a:gdLst>
                  <a:gd name="T0" fmla="*/ 0 w 5"/>
                  <a:gd name="T1" fmla="*/ 0 h 22"/>
                  <a:gd name="T2" fmla="*/ 29 w 5"/>
                  <a:gd name="T3" fmla="*/ 11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0" y="0"/>
                    </a:moveTo>
                    <a:cubicBezTo>
                      <a:pt x="5" y="6"/>
                      <a:pt x="5" y="15"/>
                      <a:pt x="5" y="22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8" name="Freeform 163">
                <a:extLst>
                  <a:ext uri="{FF2B5EF4-FFF2-40B4-BE49-F238E27FC236}">
                    <a16:creationId xmlns:a16="http://schemas.microsoft.com/office/drawing/2014/main" id="{E1F68EED-5FFC-44E3-92A2-BA837651F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731"/>
                <a:ext cx="16" cy="32"/>
              </a:xfrm>
              <a:custGeom>
                <a:avLst/>
                <a:gdLst>
                  <a:gd name="T0" fmla="*/ 42 w 10"/>
                  <a:gd name="T1" fmla="*/ 0 h 19"/>
                  <a:gd name="T2" fmla="*/ 0 w 10"/>
                  <a:gd name="T3" fmla="*/ 9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10" y="0"/>
                    </a:moveTo>
                    <a:cubicBezTo>
                      <a:pt x="9" y="6"/>
                      <a:pt x="4" y="14"/>
                      <a:pt x="0" y="19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9" name="Freeform 164">
                <a:extLst>
                  <a:ext uri="{FF2B5EF4-FFF2-40B4-BE49-F238E27FC236}">
                    <a16:creationId xmlns:a16="http://schemas.microsoft.com/office/drawing/2014/main" id="{BDA52F33-1CA1-415B-95E8-1CA27CA94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748"/>
                <a:ext cx="27" cy="17"/>
              </a:xfrm>
              <a:custGeom>
                <a:avLst/>
                <a:gdLst>
                  <a:gd name="T0" fmla="*/ 0 w 16"/>
                  <a:gd name="T1" fmla="*/ 49 h 10"/>
                  <a:gd name="T2" fmla="*/ 78 w 1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0" y="10"/>
                    </a:moveTo>
                    <a:cubicBezTo>
                      <a:pt x="7" y="9"/>
                      <a:pt x="9" y="0"/>
                      <a:pt x="16" y="0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0" name="Freeform 165">
                <a:extLst>
                  <a:ext uri="{FF2B5EF4-FFF2-40B4-BE49-F238E27FC236}">
                    <a16:creationId xmlns:a16="http://schemas.microsoft.com/office/drawing/2014/main" id="{02F4E09B-CB73-42F0-B14B-EEC6659E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826"/>
                <a:ext cx="28" cy="23"/>
              </a:xfrm>
              <a:custGeom>
                <a:avLst/>
                <a:gdLst>
                  <a:gd name="T0" fmla="*/ 0 w 17"/>
                  <a:gd name="T1" fmla="*/ 8 h 14"/>
                  <a:gd name="T2" fmla="*/ 8 w 17"/>
                  <a:gd name="T3" fmla="*/ 0 h 14"/>
                  <a:gd name="T4" fmla="*/ 76 w 17"/>
                  <a:gd name="T5" fmla="*/ 6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7" y="4"/>
                      <a:pt x="12" y="9"/>
                      <a:pt x="17" y="14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1" name="Freeform 166">
                <a:extLst>
                  <a:ext uri="{FF2B5EF4-FFF2-40B4-BE49-F238E27FC236}">
                    <a16:creationId xmlns:a16="http://schemas.microsoft.com/office/drawing/2014/main" id="{7C44E4E2-72A1-4A43-9005-227B2B08D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810"/>
                <a:ext cx="10" cy="34"/>
              </a:xfrm>
              <a:custGeom>
                <a:avLst/>
                <a:gdLst>
                  <a:gd name="T0" fmla="*/ 8 w 6"/>
                  <a:gd name="T1" fmla="*/ 0 h 20"/>
                  <a:gd name="T2" fmla="*/ 0 w 6"/>
                  <a:gd name="T3" fmla="*/ 9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2" y="0"/>
                    </a:moveTo>
                    <a:cubicBezTo>
                      <a:pt x="6" y="2"/>
                      <a:pt x="0" y="15"/>
                      <a:pt x="0" y="20"/>
                    </a:cubicBezTo>
                  </a:path>
                </a:pathLst>
              </a:custGeom>
              <a:noFill/>
              <a:ln w="20638" cap="flat">
                <a:solidFill>
                  <a:srgbClr val="FBE59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2" name="Freeform 167">
                <a:extLst>
                  <a:ext uri="{FF2B5EF4-FFF2-40B4-BE49-F238E27FC236}">
                    <a16:creationId xmlns:a16="http://schemas.microsoft.com/office/drawing/2014/main" id="{4F43DF0C-0C39-42D7-821A-32E8B893C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739"/>
                <a:ext cx="34" cy="31"/>
              </a:xfrm>
              <a:custGeom>
                <a:avLst/>
                <a:gdLst>
                  <a:gd name="T0" fmla="*/ 0 w 20"/>
                  <a:gd name="T1" fmla="*/ 0 h 18"/>
                  <a:gd name="T2" fmla="*/ 99 w 20"/>
                  <a:gd name="T3" fmla="*/ 9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cubicBezTo>
                      <a:pt x="7" y="3"/>
                      <a:pt x="16" y="11"/>
                      <a:pt x="20" y="18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3" name="Freeform 168">
                <a:extLst>
                  <a:ext uri="{FF2B5EF4-FFF2-40B4-BE49-F238E27FC236}">
                    <a16:creationId xmlns:a16="http://schemas.microsoft.com/office/drawing/2014/main" id="{C5710371-0609-40D7-AD72-DF3986960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707"/>
                <a:ext cx="25" cy="24"/>
              </a:xfrm>
              <a:custGeom>
                <a:avLst/>
                <a:gdLst>
                  <a:gd name="T0" fmla="*/ 70 w 15"/>
                  <a:gd name="T1" fmla="*/ 0 h 14"/>
                  <a:gd name="T2" fmla="*/ 0 w 15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15" y="0"/>
                    </a:moveTo>
                    <a:cubicBezTo>
                      <a:pt x="10" y="5"/>
                      <a:pt x="5" y="10"/>
                      <a:pt x="0" y="14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4" name="Freeform 169">
                <a:extLst>
                  <a:ext uri="{FF2B5EF4-FFF2-40B4-BE49-F238E27FC236}">
                    <a16:creationId xmlns:a16="http://schemas.microsoft.com/office/drawing/2014/main" id="{5033B428-079E-477A-BB67-5707DAEA8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650"/>
                <a:ext cx="36" cy="13"/>
              </a:xfrm>
              <a:custGeom>
                <a:avLst/>
                <a:gdLst>
                  <a:gd name="T0" fmla="*/ 106 w 21"/>
                  <a:gd name="T1" fmla="*/ 0 h 8"/>
                  <a:gd name="T2" fmla="*/ 0 w 21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21" y="0"/>
                    </a:moveTo>
                    <a:cubicBezTo>
                      <a:pt x="14" y="0"/>
                      <a:pt x="5" y="4"/>
                      <a:pt x="0" y="8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5" name="Freeform 170">
                <a:extLst>
                  <a:ext uri="{FF2B5EF4-FFF2-40B4-BE49-F238E27FC236}">
                    <a16:creationId xmlns:a16="http://schemas.microsoft.com/office/drawing/2014/main" id="{3DC2F7BB-B9DF-44B2-8CB0-B93D7D5DC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704"/>
                <a:ext cx="24" cy="19"/>
              </a:xfrm>
              <a:custGeom>
                <a:avLst/>
                <a:gdLst>
                  <a:gd name="T0" fmla="*/ 0 w 14"/>
                  <a:gd name="T1" fmla="*/ 0 h 11"/>
                  <a:gd name="T2" fmla="*/ 70 w 14"/>
                  <a:gd name="T3" fmla="*/ 5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3" y="5"/>
                      <a:pt x="9" y="8"/>
                      <a:pt x="14" y="11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6" name="Freeform 171">
                <a:extLst>
                  <a:ext uri="{FF2B5EF4-FFF2-40B4-BE49-F238E27FC236}">
                    <a16:creationId xmlns:a16="http://schemas.microsoft.com/office/drawing/2014/main" id="{4E8AAD5A-492B-4FE1-8F5D-BF33A8DE5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794"/>
                <a:ext cx="5" cy="40"/>
              </a:xfrm>
              <a:custGeom>
                <a:avLst/>
                <a:gdLst>
                  <a:gd name="T0" fmla="*/ 13 w 3"/>
                  <a:gd name="T1" fmla="*/ 0 h 24"/>
                  <a:gd name="T2" fmla="*/ 5 w 3"/>
                  <a:gd name="T3" fmla="*/ 11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4">
                    <a:moveTo>
                      <a:pt x="3" y="0"/>
                    </a:moveTo>
                    <a:cubicBezTo>
                      <a:pt x="1" y="7"/>
                      <a:pt x="0" y="16"/>
                      <a:pt x="1" y="24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7" name="Freeform 172">
                <a:extLst>
                  <a:ext uri="{FF2B5EF4-FFF2-40B4-BE49-F238E27FC236}">
                    <a16:creationId xmlns:a16="http://schemas.microsoft.com/office/drawing/2014/main" id="{050BA119-AEB2-4B4E-92DA-71F2DE90F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804"/>
                <a:ext cx="16" cy="28"/>
              </a:xfrm>
              <a:custGeom>
                <a:avLst/>
                <a:gdLst>
                  <a:gd name="T0" fmla="*/ 0 w 9"/>
                  <a:gd name="T1" fmla="*/ 0 h 17"/>
                  <a:gd name="T2" fmla="*/ 50 w 9"/>
                  <a:gd name="T3" fmla="*/ 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2" y="5"/>
                      <a:pt x="7" y="11"/>
                      <a:pt x="9" y="17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8" name="Freeform 173">
                <a:extLst>
                  <a:ext uri="{FF2B5EF4-FFF2-40B4-BE49-F238E27FC236}">
                    <a16:creationId xmlns:a16="http://schemas.microsoft.com/office/drawing/2014/main" id="{373B9F9D-FBC8-4576-98D7-EBB2F30E7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729"/>
                <a:ext cx="27" cy="10"/>
              </a:xfrm>
              <a:custGeom>
                <a:avLst/>
                <a:gdLst>
                  <a:gd name="T0" fmla="*/ 0 w 16"/>
                  <a:gd name="T1" fmla="*/ 28 h 6"/>
                  <a:gd name="T2" fmla="*/ 78 w 1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">
                    <a:moveTo>
                      <a:pt x="0" y="6"/>
                    </a:moveTo>
                    <a:cubicBezTo>
                      <a:pt x="6" y="5"/>
                      <a:pt x="10" y="0"/>
                      <a:pt x="16" y="0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9" name="Freeform 174">
                <a:extLst>
                  <a:ext uri="{FF2B5EF4-FFF2-40B4-BE49-F238E27FC236}">
                    <a16:creationId xmlns:a16="http://schemas.microsoft.com/office/drawing/2014/main" id="{B2FA36E7-59EA-43D0-B45C-CC4BEDF71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755"/>
                <a:ext cx="10" cy="40"/>
              </a:xfrm>
              <a:custGeom>
                <a:avLst/>
                <a:gdLst>
                  <a:gd name="T0" fmla="*/ 28 w 6"/>
                  <a:gd name="T1" fmla="*/ 13 h 24"/>
                  <a:gd name="T2" fmla="*/ 28 w 6"/>
                  <a:gd name="T3" fmla="*/ 22 h 24"/>
                  <a:gd name="T4" fmla="*/ 0 w 6"/>
                  <a:gd name="T5" fmla="*/ 11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6" y="3"/>
                    </a:moveTo>
                    <a:cubicBezTo>
                      <a:pt x="6" y="0"/>
                      <a:pt x="6" y="1"/>
                      <a:pt x="6" y="5"/>
                    </a:cubicBezTo>
                    <a:cubicBezTo>
                      <a:pt x="5" y="11"/>
                      <a:pt x="5" y="19"/>
                      <a:pt x="0" y="24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0" name="Freeform 175">
                <a:extLst>
                  <a:ext uri="{FF2B5EF4-FFF2-40B4-BE49-F238E27FC236}">
                    <a16:creationId xmlns:a16="http://schemas.microsoft.com/office/drawing/2014/main" id="{F9EFC488-6EDD-4BA3-B5CA-96726D313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761"/>
                <a:ext cx="13" cy="31"/>
              </a:xfrm>
              <a:custGeom>
                <a:avLst/>
                <a:gdLst>
                  <a:gd name="T0" fmla="*/ 0 w 8"/>
                  <a:gd name="T1" fmla="*/ 0 h 18"/>
                  <a:gd name="T2" fmla="*/ 34 w 8"/>
                  <a:gd name="T3" fmla="*/ 9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4" y="3"/>
                      <a:pt x="8" y="12"/>
                      <a:pt x="8" y="18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1" name="Freeform 176">
                <a:extLst>
                  <a:ext uri="{FF2B5EF4-FFF2-40B4-BE49-F238E27FC236}">
                    <a16:creationId xmlns:a16="http://schemas.microsoft.com/office/drawing/2014/main" id="{52A188D1-60BE-4712-BF97-5DC913D0B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848"/>
                <a:ext cx="32" cy="23"/>
              </a:xfrm>
              <a:custGeom>
                <a:avLst/>
                <a:gdLst>
                  <a:gd name="T0" fmla="*/ 5 w 19"/>
                  <a:gd name="T1" fmla="*/ 49 h 14"/>
                  <a:gd name="T2" fmla="*/ 91 w 1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1" y="11"/>
                    </a:moveTo>
                    <a:cubicBezTo>
                      <a:pt x="0" y="14"/>
                      <a:pt x="16" y="2"/>
                      <a:pt x="19" y="0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2" name="Freeform 177">
                <a:extLst>
                  <a:ext uri="{FF2B5EF4-FFF2-40B4-BE49-F238E27FC236}">
                    <a16:creationId xmlns:a16="http://schemas.microsoft.com/office/drawing/2014/main" id="{09E469A3-5CFE-4938-92A9-36124BF5F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797"/>
                <a:ext cx="34" cy="27"/>
              </a:xfrm>
              <a:custGeom>
                <a:avLst/>
                <a:gdLst>
                  <a:gd name="T0" fmla="*/ 0 w 20"/>
                  <a:gd name="T1" fmla="*/ 0 h 16"/>
                  <a:gd name="T2" fmla="*/ 99 w 20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5" y="7"/>
                      <a:pt x="12" y="14"/>
                      <a:pt x="20" y="16"/>
                    </a:cubicBezTo>
                  </a:path>
                </a:pathLst>
              </a:custGeom>
              <a:noFill/>
              <a:ln w="20638" cap="flat">
                <a:solidFill>
                  <a:srgbClr val="F9D96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3" name="Freeform 178">
                <a:extLst>
                  <a:ext uri="{FF2B5EF4-FFF2-40B4-BE49-F238E27FC236}">
                    <a16:creationId xmlns:a16="http://schemas.microsoft.com/office/drawing/2014/main" id="{F4D80134-FB0F-4123-ACF7-AF5A47431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725"/>
                <a:ext cx="101" cy="44"/>
              </a:xfrm>
              <a:custGeom>
                <a:avLst/>
                <a:gdLst>
                  <a:gd name="T0" fmla="*/ 0 w 60"/>
                  <a:gd name="T1" fmla="*/ 58 h 26"/>
                  <a:gd name="T2" fmla="*/ 202 w 60"/>
                  <a:gd name="T3" fmla="*/ 34 h 26"/>
                  <a:gd name="T4" fmla="*/ 286 w 60"/>
                  <a:gd name="T5" fmla="*/ 12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6">
                    <a:moveTo>
                      <a:pt x="0" y="12"/>
                    </a:moveTo>
                    <a:cubicBezTo>
                      <a:pt x="13" y="12"/>
                      <a:pt x="29" y="0"/>
                      <a:pt x="42" y="7"/>
                    </a:cubicBezTo>
                    <a:cubicBezTo>
                      <a:pt x="48" y="11"/>
                      <a:pt x="53" y="21"/>
                      <a:pt x="60" y="2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4" name="Freeform 179">
                <a:extLst>
                  <a:ext uri="{FF2B5EF4-FFF2-40B4-BE49-F238E27FC236}">
                    <a16:creationId xmlns:a16="http://schemas.microsoft.com/office/drawing/2014/main" id="{9124528F-3FEE-43C0-ADED-E1071207C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779"/>
                <a:ext cx="71" cy="51"/>
              </a:xfrm>
              <a:custGeom>
                <a:avLst/>
                <a:gdLst>
                  <a:gd name="T0" fmla="*/ 0 w 42"/>
                  <a:gd name="T1" fmla="*/ 0 h 30"/>
                  <a:gd name="T2" fmla="*/ 149 w 42"/>
                  <a:gd name="T3" fmla="*/ 34 h 30"/>
                  <a:gd name="T4" fmla="*/ 203 w 42"/>
                  <a:gd name="T5" fmla="*/ 14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0">
                    <a:moveTo>
                      <a:pt x="0" y="0"/>
                    </a:moveTo>
                    <a:cubicBezTo>
                      <a:pt x="8" y="3"/>
                      <a:pt x="24" y="2"/>
                      <a:pt x="31" y="7"/>
                    </a:cubicBezTo>
                    <a:cubicBezTo>
                      <a:pt x="37" y="11"/>
                      <a:pt x="39" y="23"/>
                      <a:pt x="42" y="3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5" name="Freeform 180">
                <a:extLst>
                  <a:ext uri="{FF2B5EF4-FFF2-40B4-BE49-F238E27FC236}">
                    <a16:creationId xmlns:a16="http://schemas.microsoft.com/office/drawing/2014/main" id="{29992A40-C2B3-4916-B645-710944746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850"/>
                <a:ext cx="162" cy="330"/>
              </a:xfrm>
              <a:custGeom>
                <a:avLst/>
                <a:gdLst>
                  <a:gd name="T0" fmla="*/ 0 w 96"/>
                  <a:gd name="T1" fmla="*/ 0 h 195"/>
                  <a:gd name="T2" fmla="*/ 149 w 96"/>
                  <a:gd name="T3" fmla="*/ 78 h 195"/>
                  <a:gd name="T4" fmla="*/ 174 w 96"/>
                  <a:gd name="T5" fmla="*/ 203 h 195"/>
                  <a:gd name="T6" fmla="*/ 378 w 96"/>
                  <a:gd name="T7" fmla="*/ 421 h 195"/>
                  <a:gd name="T8" fmla="*/ 376 w 96"/>
                  <a:gd name="T9" fmla="*/ 553 h 195"/>
                  <a:gd name="T10" fmla="*/ 405 w 96"/>
                  <a:gd name="T11" fmla="*/ 670 h 195"/>
                  <a:gd name="T12" fmla="*/ 461 w 96"/>
                  <a:gd name="T13" fmla="*/ 944 h 1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195">
                    <a:moveTo>
                      <a:pt x="0" y="0"/>
                    </a:moveTo>
                    <a:cubicBezTo>
                      <a:pt x="5" y="2"/>
                      <a:pt x="26" y="11"/>
                      <a:pt x="31" y="16"/>
                    </a:cubicBezTo>
                    <a:cubicBezTo>
                      <a:pt x="37" y="22"/>
                      <a:pt x="34" y="34"/>
                      <a:pt x="36" y="42"/>
                    </a:cubicBezTo>
                    <a:cubicBezTo>
                      <a:pt x="41" y="62"/>
                      <a:pt x="73" y="64"/>
                      <a:pt x="79" y="87"/>
                    </a:cubicBezTo>
                    <a:cubicBezTo>
                      <a:pt x="81" y="96"/>
                      <a:pt x="78" y="105"/>
                      <a:pt x="78" y="114"/>
                    </a:cubicBezTo>
                    <a:cubicBezTo>
                      <a:pt x="77" y="124"/>
                      <a:pt x="80" y="128"/>
                      <a:pt x="84" y="138"/>
                    </a:cubicBezTo>
                    <a:cubicBezTo>
                      <a:pt x="94" y="157"/>
                      <a:pt x="96" y="173"/>
                      <a:pt x="96" y="19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6" name="Freeform 181">
                <a:extLst>
                  <a:ext uri="{FF2B5EF4-FFF2-40B4-BE49-F238E27FC236}">
                    <a16:creationId xmlns:a16="http://schemas.microsoft.com/office/drawing/2014/main" id="{EE91F8D2-9B66-4188-94E3-A513168E7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2205"/>
                <a:ext cx="57" cy="276"/>
              </a:xfrm>
              <a:custGeom>
                <a:avLst/>
                <a:gdLst>
                  <a:gd name="T0" fmla="*/ 75 w 34"/>
                  <a:gd name="T1" fmla="*/ 0 h 163"/>
                  <a:gd name="T2" fmla="*/ 153 w 34"/>
                  <a:gd name="T3" fmla="*/ 174 h 163"/>
                  <a:gd name="T4" fmla="*/ 91 w 34"/>
                  <a:gd name="T5" fmla="*/ 315 h 163"/>
                  <a:gd name="T6" fmla="*/ 117 w 34"/>
                  <a:gd name="T7" fmla="*/ 582 h 163"/>
                  <a:gd name="T8" fmla="*/ 0 w 34"/>
                  <a:gd name="T9" fmla="*/ 791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63">
                    <a:moveTo>
                      <a:pt x="16" y="0"/>
                    </a:moveTo>
                    <a:cubicBezTo>
                      <a:pt x="16" y="15"/>
                      <a:pt x="31" y="23"/>
                      <a:pt x="32" y="36"/>
                    </a:cubicBezTo>
                    <a:cubicBezTo>
                      <a:pt x="33" y="46"/>
                      <a:pt x="23" y="57"/>
                      <a:pt x="19" y="65"/>
                    </a:cubicBezTo>
                    <a:cubicBezTo>
                      <a:pt x="30" y="84"/>
                      <a:pt x="34" y="100"/>
                      <a:pt x="25" y="120"/>
                    </a:cubicBezTo>
                    <a:cubicBezTo>
                      <a:pt x="18" y="134"/>
                      <a:pt x="7" y="150"/>
                      <a:pt x="0" y="16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7" name="Freeform 182">
                <a:extLst>
                  <a:ext uri="{FF2B5EF4-FFF2-40B4-BE49-F238E27FC236}">
                    <a16:creationId xmlns:a16="http://schemas.microsoft.com/office/drawing/2014/main" id="{29AD135F-D25F-4CED-ABA6-7728F29FB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506"/>
                <a:ext cx="360" cy="396"/>
              </a:xfrm>
              <a:custGeom>
                <a:avLst/>
                <a:gdLst>
                  <a:gd name="T0" fmla="*/ 1023 w 213"/>
                  <a:gd name="T1" fmla="*/ 0 h 234"/>
                  <a:gd name="T2" fmla="*/ 1009 w 213"/>
                  <a:gd name="T3" fmla="*/ 146 h 234"/>
                  <a:gd name="T4" fmla="*/ 1009 w 213"/>
                  <a:gd name="T5" fmla="*/ 286 h 234"/>
                  <a:gd name="T6" fmla="*/ 845 w 213"/>
                  <a:gd name="T7" fmla="*/ 401 h 234"/>
                  <a:gd name="T8" fmla="*/ 754 w 213"/>
                  <a:gd name="T9" fmla="*/ 679 h 234"/>
                  <a:gd name="T10" fmla="*/ 526 w 213"/>
                  <a:gd name="T11" fmla="*/ 795 h 234"/>
                  <a:gd name="T12" fmla="*/ 429 w 213"/>
                  <a:gd name="T13" fmla="*/ 993 h 234"/>
                  <a:gd name="T14" fmla="*/ 216 w 213"/>
                  <a:gd name="T15" fmla="*/ 965 h 234"/>
                  <a:gd name="T16" fmla="*/ 0 w 213"/>
                  <a:gd name="T17" fmla="*/ 1134 h 2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3" h="234">
                    <a:moveTo>
                      <a:pt x="212" y="0"/>
                    </a:moveTo>
                    <a:cubicBezTo>
                      <a:pt x="212" y="10"/>
                      <a:pt x="209" y="20"/>
                      <a:pt x="209" y="30"/>
                    </a:cubicBezTo>
                    <a:cubicBezTo>
                      <a:pt x="209" y="38"/>
                      <a:pt x="213" y="52"/>
                      <a:pt x="209" y="59"/>
                    </a:cubicBezTo>
                    <a:cubicBezTo>
                      <a:pt x="203" y="70"/>
                      <a:pt x="182" y="72"/>
                      <a:pt x="175" y="83"/>
                    </a:cubicBezTo>
                    <a:cubicBezTo>
                      <a:pt x="163" y="101"/>
                      <a:pt x="176" y="128"/>
                      <a:pt x="156" y="140"/>
                    </a:cubicBezTo>
                    <a:cubicBezTo>
                      <a:pt x="141" y="149"/>
                      <a:pt x="121" y="150"/>
                      <a:pt x="109" y="164"/>
                    </a:cubicBezTo>
                    <a:cubicBezTo>
                      <a:pt x="99" y="176"/>
                      <a:pt x="100" y="193"/>
                      <a:pt x="89" y="205"/>
                    </a:cubicBezTo>
                    <a:cubicBezTo>
                      <a:pt x="76" y="199"/>
                      <a:pt x="56" y="193"/>
                      <a:pt x="45" y="199"/>
                    </a:cubicBezTo>
                    <a:cubicBezTo>
                      <a:pt x="27" y="207"/>
                      <a:pt x="17" y="227"/>
                      <a:pt x="0" y="23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8" name="Freeform 183">
                <a:extLst>
                  <a:ext uri="{FF2B5EF4-FFF2-40B4-BE49-F238E27FC236}">
                    <a16:creationId xmlns:a16="http://schemas.microsoft.com/office/drawing/2014/main" id="{BE551378-1A1B-421F-B973-96DCC079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692"/>
                <a:ext cx="411" cy="431"/>
              </a:xfrm>
              <a:custGeom>
                <a:avLst/>
                <a:gdLst>
                  <a:gd name="T0" fmla="*/ 0 w 243"/>
                  <a:gd name="T1" fmla="*/ 0 h 255"/>
                  <a:gd name="T2" fmla="*/ 245 w 243"/>
                  <a:gd name="T3" fmla="*/ 117 h 255"/>
                  <a:gd name="T4" fmla="*/ 431 w 243"/>
                  <a:gd name="T5" fmla="*/ 134 h 255"/>
                  <a:gd name="T6" fmla="*/ 518 w 243"/>
                  <a:gd name="T7" fmla="*/ 272 h 255"/>
                  <a:gd name="T8" fmla="*/ 764 w 243"/>
                  <a:gd name="T9" fmla="*/ 357 h 255"/>
                  <a:gd name="T10" fmla="*/ 790 w 243"/>
                  <a:gd name="T11" fmla="*/ 512 h 255"/>
                  <a:gd name="T12" fmla="*/ 1015 w 243"/>
                  <a:gd name="T13" fmla="*/ 637 h 255"/>
                  <a:gd name="T14" fmla="*/ 1015 w 243"/>
                  <a:gd name="T15" fmla="*/ 762 h 255"/>
                  <a:gd name="T16" fmla="*/ 1055 w 243"/>
                  <a:gd name="T17" fmla="*/ 840 h 255"/>
                  <a:gd name="T18" fmla="*/ 1170 w 243"/>
                  <a:gd name="T19" fmla="*/ 1028 h 255"/>
                  <a:gd name="T20" fmla="*/ 1113 w 243"/>
                  <a:gd name="T21" fmla="*/ 1230 h 2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3" h="255">
                    <a:moveTo>
                      <a:pt x="0" y="0"/>
                    </a:moveTo>
                    <a:cubicBezTo>
                      <a:pt x="9" y="13"/>
                      <a:pt x="35" y="24"/>
                      <a:pt x="51" y="24"/>
                    </a:cubicBezTo>
                    <a:cubicBezTo>
                      <a:pt x="63" y="25"/>
                      <a:pt x="78" y="24"/>
                      <a:pt x="89" y="28"/>
                    </a:cubicBezTo>
                    <a:cubicBezTo>
                      <a:pt x="98" y="33"/>
                      <a:pt x="103" y="47"/>
                      <a:pt x="107" y="56"/>
                    </a:cubicBezTo>
                    <a:cubicBezTo>
                      <a:pt x="124" y="51"/>
                      <a:pt x="145" y="66"/>
                      <a:pt x="158" y="74"/>
                    </a:cubicBezTo>
                    <a:cubicBezTo>
                      <a:pt x="157" y="84"/>
                      <a:pt x="161" y="96"/>
                      <a:pt x="163" y="106"/>
                    </a:cubicBezTo>
                    <a:cubicBezTo>
                      <a:pt x="176" y="107"/>
                      <a:pt x="206" y="120"/>
                      <a:pt x="210" y="132"/>
                    </a:cubicBezTo>
                    <a:cubicBezTo>
                      <a:pt x="212" y="140"/>
                      <a:pt x="210" y="151"/>
                      <a:pt x="210" y="158"/>
                    </a:cubicBezTo>
                    <a:cubicBezTo>
                      <a:pt x="209" y="169"/>
                      <a:pt x="209" y="168"/>
                      <a:pt x="218" y="174"/>
                    </a:cubicBezTo>
                    <a:cubicBezTo>
                      <a:pt x="232" y="185"/>
                      <a:pt x="243" y="194"/>
                      <a:pt x="242" y="213"/>
                    </a:cubicBezTo>
                    <a:cubicBezTo>
                      <a:pt x="240" y="226"/>
                      <a:pt x="236" y="244"/>
                      <a:pt x="230" y="25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9" name="Freeform 184">
                <a:extLst>
                  <a:ext uri="{FF2B5EF4-FFF2-40B4-BE49-F238E27FC236}">
                    <a16:creationId xmlns:a16="http://schemas.microsoft.com/office/drawing/2014/main" id="{B11D001E-0D55-4875-95F0-A8A3202EC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121"/>
                <a:ext cx="45" cy="133"/>
              </a:xfrm>
              <a:custGeom>
                <a:avLst/>
                <a:gdLst>
                  <a:gd name="T0" fmla="*/ 0 w 27"/>
                  <a:gd name="T1" fmla="*/ 0 h 79"/>
                  <a:gd name="T2" fmla="*/ 117 w 27"/>
                  <a:gd name="T3" fmla="*/ 187 h 79"/>
                  <a:gd name="T4" fmla="*/ 92 w 27"/>
                  <a:gd name="T5" fmla="*/ 377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79">
                    <a:moveTo>
                      <a:pt x="0" y="0"/>
                    </a:moveTo>
                    <a:cubicBezTo>
                      <a:pt x="11" y="11"/>
                      <a:pt x="27" y="23"/>
                      <a:pt x="25" y="39"/>
                    </a:cubicBezTo>
                    <a:cubicBezTo>
                      <a:pt x="25" y="51"/>
                      <a:pt x="19" y="67"/>
                      <a:pt x="20" y="7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0" name="Freeform 185">
                <a:extLst>
                  <a:ext uri="{FF2B5EF4-FFF2-40B4-BE49-F238E27FC236}">
                    <a16:creationId xmlns:a16="http://schemas.microsoft.com/office/drawing/2014/main" id="{39B40FA0-D46C-4000-B848-9307BCADB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268"/>
                <a:ext cx="91" cy="250"/>
              </a:xfrm>
              <a:custGeom>
                <a:avLst/>
                <a:gdLst>
                  <a:gd name="T0" fmla="*/ 190 w 54"/>
                  <a:gd name="T1" fmla="*/ 0 h 148"/>
                  <a:gd name="T2" fmla="*/ 244 w 54"/>
                  <a:gd name="T3" fmla="*/ 174 h 148"/>
                  <a:gd name="T4" fmla="*/ 175 w 54"/>
                  <a:gd name="T5" fmla="*/ 328 h 148"/>
                  <a:gd name="T6" fmla="*/ 158 w 54"/>
                  <a:gd name="T7" fmla="*/ 537 h 148"/>
                  <a:gd name="T8" fmla="*/ 0 w 54"/>
                  <a:gd name="T9" fmla="*/ 713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48">
                    <a:moveTo>
                      <a:pt x="40" y="0"/>
                    </a:moveTo>
                    <a:cubicBezTo>
                      <a:pt x="39" y="12"/>
                      <a:pt x="54" y="24"/>
                      <a:pt x="51" y="36"/>
                    </a:cubicBezTo>
                    <a:cubicBezTo>
                      <a:pt x="48" y="50"/>
                      <a:pt x="37" y="55"/>
                      <a:pt x="37" y="68"/>
                    </a:cubicBezTo>
                    <a:cubicBezTo>
                      <a:pt x="38" y="85"/>
                      <a:pt x="44" y="97"/>
                      <a:pt x="33" y="111"/>
                    </a:cubicBezTo>
                    <a:cubicBezTo>
                      <a:pt x="22" y="123"/>
                      <a:pt x="7" y="135"/>
                      <a:pt x="0" y="148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1" name="Freeform 186">
                <a:extLst>
                  <a:ext uri="{FF2B5EF4-FFF2-40B4-BE49-F238E27FC236}">
                    <a16:creationId xmlns:a16="http://schemas.microsoft.com/office/drawing/2014/main" id="{58F21EB6-89F4-488B-9D27-C38A6A1F5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449"/>
                <a:ext cx="73" cy="137"/>
              </a:xfrm>
              <a:custGeom>
                <a:avLst/>
                <a:gdLst>
                  <a:gd name="T0" fmla="*/ 177 w 43"/>
                  <a:gd name="T1" fmla="*/ 0 h 81"/>
                  <a:gd name="T2" fmla="*/ 166 w 43"/>
                  <a:gd name="T3" fmla="*/ 257 h 81"/>
                  <a:gd name="T4" fmla="*/ 0 w 43"/>
                  <a:gd name="T5" fmla="*/ 39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1">
                    <a:moveTo>
                      <a:pt x="36" y="0"/>
                    </a:moveTo>
                    <a:cubicBezTo>
                      <a:pt x="32" y="16"/>
                      <a:pt x="43" y="40"/>
                      <a:pt x="34" y="53"/>
                    </a:cubicBezTo>
                    <a:cubicBezTo>
                      <a:pt x="26" y="65"/>
                      <a:pt x="8" y="69"/>
                      <a:pt x="0" y="8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2" name="Freeform 187">
                <a:extLst>
                  <a:ext uri="{FF2B5EF4-FFF2-40B4-BE49-F238E27FC236}">
                    <a16:creationId xmlns:a16="http://schemas.microsoft.com/office/drawing/2014/main" id="{48753A50-6418-415E-B8AD-0A1EA44FB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611"/>
                <a:ext cx="179" cy="206"/>
              </a:xfrm>
              <a:custGeom>
                <a:avLst/>
                <a:gdLst>
                  <a:gd name="T0" fmla="*/ 510 w 106"/>
                  <a:gd name="T1" fmla="*/ 0 h 122"/>
                  <a:gd name="T2" fmla="*/ 490 w 106"/>
                  <a:gd name="T3" fmla="*/ 133 h 122"/>
                  <a:gd name="T4" fmla="*/ 481 w 106"/>
                  <a:gd name="T5" fmla="*/ 245 h 122"/>
                  <a:gd name="T6" fmla="*/ 314 w 106"/>
                  <a:gd name="T7" fmla="*/ 299 h 122"/>
                  <a:gd name="T8" fmla="*/ 260 w 106"/>
                  <a:gd name="T9" fmla="*/ 434 h 122"/>
                  <a:gd name="T10" fmla="*/ 203 w 106"/>
                  <a:gd name="T11" fmla="*/ 564 h 122"/>
                  <a:gd name="T12" fmla="*/ 0 w 106"/>
                  <a:gd name="T13" fmla="*/ 588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122">
                    <a:moveTo>
                      <a:pt x="106" y="0"/>
                    </a:moveTo>
                    <a:cubicBezTo>
                      <a:pt x="106" y="9"/>
                      <a:pt x="102" y="18"/>
                      <a:pt x="102" y="28"/>
                    </a:cubicBezTo>
                    <a:cubicBezTo>
                      <a:pt x="101" y="34"/>
                      <a:pt x="104" y="46"/>
                      <a:pt x="100" y="51"/>
                    </a:cubicBezTo>
                    <a:cubicBezTo>
                      <a:pt x="94" y="59"/>
                      <a:pt x="73" y="62"/>
                      <a:pt x="65" y="62"/>
                    </a:cubicBezTo>
                    <a:cubicBezTo>
                      <a:pt x="64" y="72"/>
                      <a:pt x="57" y="81"/>
                      <a:pt x="54" y="90"/>
                    </a:cubicBezTo>
                    <a:cubicBezTo>
                      <a:pt x="51" y="101"/>
                      <a:pt x="52" y="113"/>
                      <a:pt x="42" y="117"/>
                    </a:cubicBezTo>
                    <a:cubicBezTo>
                      <a:pt x="29" y="121"/>
                      <a:pt x="13" y="116"/>
                      <a:pt x="0" y="12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3" name="Freeform 188">
                <a:extLst>
                  <a:ext uri="{FF2B5EF4-FFF2-40B4-BE49-F238E27FC236}">
                    <a16:creationId xmlns:a16="http://schemas.microsoft.com/office/drawing/2014/main" id="{0D6F4045-8484-4026-A4B3-546941814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853"/>
                <a:ext cx="136" cy="50"/>
              </a:xfrm>
              <a:custGeom>
                <a:avLst/>
                <a:gdLst>
                  <a:gd name="T0" fmla="*/ 393 w 80"/>
                  <a:gd name="T1" fmla="*/ 0 h 30"/>
                  <a:gd name="T2" fmla="*/ 236 w 80"/>
                  <a:gd name="T3" fmla="*/ 138 h 30"/>
                  <a:gd name="T4" fmla="*/ 0 w 80"/>
                  <a:gd name="T5" fmla="*/ 9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0">
                    <a:moveTo>
                      <a:pt x="80" y="0"/>
                    </a:moveTo>
                    <a:cubicBezTo>
                      <a:pt x="71" y="10"/>
                      <a:pt x="62" y="30"/>
                      <a:pt x="48" y="30"/>
                    </a:cubicBezTo>
                    <a:cubicBezTo>
                      <a:pt x="33" y="29"/>
                      <a:pt x="14" y="25"/>
                      <a:pt x="0" y="2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4" name="Freeform 189">
                <a:extLst>
                  <a:ext uri="{FF2B5EF4-FFF2-40B4-BE49-F238E27FC236}">
                    <a16:creationId xmlns:a16="http://schemas.microsoft.com/office/drawing/2014/main" id="{EA568660-ABDF-412A-948F-CD698B47B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817"/>
                <a:ext cx="98" cy="63"/>
              </a:xfrm>
              <a:custGeom>
                <a:avLst/>
                <a:gdLst>
                  <a:gd name="T0" fmla="*/ 0 w 58"/>
                  <a:gd name="T1" fmla="*/ 182 h 37"/>
                  <a:gd name="T2" fmla="*/ 162 w 58"/>
                  <a:gd name="T3" fmla="*/ 182 h 37"/>
                  <a:gd name="T4" fmla="*/ 216 w 58"/>
                  <a:gd name="T5" fmla="*/ 104 h 37"/>
                  <a:gd name="T6" fmla="*/ 280 w 58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37">
                    <a:moveTo>
                      <a:pt x="0" y="37"/>
                    </a:moveTo>
                    <a:cubicBezTo>
                      <a:pt x="11" y="35"/>
                      <a:pt x="23" y="37"/>
                      <a:pt x="34" y="37"/>
                    </a:cubicBezTo>
                    <a:cubicBezTo>
                      <a:pt x="37" y="31"/>
                      <a:pt x="42" y="27"/>
                      <a:pt x="45" y="21"/>
                    </a:cubicBezTo>
                    <a:cubicBezTo>
                      <a:pt x="49" y="15"/>
                      <a:pt x="52" y="3"/>
                      <a:pt x="58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5" name="Freeform 190">
                <a:extLst>
                  <a:ext uri="{FF2B5EF4-FFF2-40B4-BE49-F238E27FC236}">
                    <a16:creationId xmlns:a16="http://schemas.microsoft.com/office/drawing/2014/main" id="{57BA72FA-1029-44CA-94CE-1F9A42D53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903"/>
                <a:ext cx="68" cy="31"/>
              </a:xfrm>
              <a:custGeom>
                <a:avLst/>
                <a:gdLst>
                  <a:gd name="T0" fmla="*/ 197 w 40"/>
                  <a:gd name="T1" fmla="*/ 0 h 18"/>
                  <a:gd name="T2" fmla="*/ 0 w 40"/>
                  <a:gd name="T3" fmla="*/ 9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40" y="0"/>
                    </a:moveTo>
                    <a:cubicBezTo>
                      <a:pt x="26" y="5"/>
                      <a:pt x="13" y="12"/>
                      <a:pt x="0" y="18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6" name="Freeform 191">
                <a:extLst>
                  <a:ext uri="{FF2B5EF4-FFF2-40B4-BE49-F238E27FC236}">
                    <a16:creationId xmlns:a16="http://schemas.microsoft.com/office/drawing/2014/main" id="{11D11849-9231-40DA-8ABE-AA7808538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709"/>
                <a:ext cx="61" cy="79"/>
              </a:xfrm>
              <a:custGeom>
                <a:avLst/>
                <a:gdLst>
                  <a:gd name="T0" fmla="*/ 0 w 36"/>
                  <a:gd name="T1" fmla="*/ 200 h 47"/>
                  <a:gd name="T2" fmla="*/ 127 w 36"/>
                  <a:gd name="T3" fmla="*/ 153 h 47"/>
                  <a:gd name="T4" fmla="*/ 175 w 36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7">
                    <a:moveTo>
                      <a:pt x="0" y="42"/>
                    </a:moveTo>
                    <a:cubicBezTo>
                      <a:pt x="9" y="47"/>
                      <a:pt x="22" y="40"/>
                      <a:pt x="26" y="32"/>
                    </a:cubicBezTo>
                    <a:cubicBezTo>
                      <a:pt x="32" y="22"/>
                      <a:pt x="31" y="8"/>
                      <a:pt x="36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7" name="Freeform 192">
                <a:extLst>
                  <a:ext uri="{FF2B5EF4-FFF2-40B4-BE49-F238E27FC236}">
                    <a16:creationId xmlns:a16="http://schemas.microsoft.com/office/drawing/2014/main" id="{BF7EECB7-3ADC-4D66-AA17-860F9AF7F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548"/>
                <a:ext cx="56" cy="117"/>
              </a:xfrm>
              <a:custGeom>
                <a:avLst/>
                <a:gdLst>
                  <a:gd name="T0" fmla="*/ 0 w 33"/>
                  <a:gd name="T1" fmla="*/ 336 h 69"/>
                  <a:gd name="T2" fmla="*/ 161 w 33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9">
                    <a:moveTo>
                      <a:pt x="0" y="69"/>
                    </a:moveTo>
                    <a:cubicBezTo>
                      <a:pt x="30" y="61"/>
                      <a:pt x="33" y="28"/>
                      <a:pt x="33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8" name="Freeform 193">
                <a:extLst>
                  <a:ext uri="{FF2B5EF4-FFF2-40B4-BE49-F238E27FC236}">
                    <a16:creationId xmlns:a16="http://schemas.microsoft.com/office/drawing/2014/main" id="{B6949471-4FD7-4F1A-B8F6-86BFAC966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349"/>
                <a:ext cx="37" cy="157"/>
              </a:xfrm>
              <a:custGeom>
                <a:avLst/>
                <a:gdLst>
                  <a:gd name="T0" fmla="*/ 0 w 22"/>
                  <a:gd name="T1" fmla="*/ 447 h 93"/>
                  <a:gd name="T2" fmla="*/ 57 w 22"/>
                  <a:gd name="T3" fmla="*/ 343 h 93"/>
                  <a:gd name="T4" fmla="*/ 91 w 22"/>
                  <a:gd name="T5" fmla="*/ 260 h 93"/>
                  <a:gd name="T6" fmla="*/ 54 w 22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3">
                    <a:moveTo>
                      <a:pt x="0" y="93"/>
                    </a:moveTo>
                    <a:cubicBezTo>
                      <a:pt x="5" y="88"/>
                      <a:pt x="9" y="77"/>
                      <a:pt x="12" y="71"/>
                    </a:cubicBezTo>
                    <a:cubicBezTo>
                      <a:pt x="16" y="66"/>
                      <a:pt x="18" y="60"/>
                      <a:pt x="19" y="54"/>
                    </a:cubicBezTo>
                    <a:cubicBezTo>
                      <a:pt x="22" y="36"/>
                      <a:pt x="12" y="18"/>
                      <a:pt x="11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9" name="Freeform 194">
                <a:extLst>
                  <a:ext uri="{FF2B5EF4-FFF2-40B4-BE49-F238E27FC236}">
                    <a16:creationId xmlns:a16="http://schemas.microsoft.com/office/drawing/2014/main" id="{6FBDF15A-FD2E-4AD6-A4D0-B5681459C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194"/>
                <a:ext cx="31" cy="106"/>
              </a:xfrm>
              <a:custGeom>
                <a:avLst/>
                <a:gdLst>
                  <a:gd name="T0" fmla="*/ 0 w 18"/>
                  <a:gd name="T1" fmla="*/ 0 h 63"/>
                  <a:gd name="T2" fmla="*/ 91 w 18"/>
                  <a:gd name="T3" fmla="*/ 141 h 63"/>
                  <a:gd name="T4" fmla="*/ 50 w 18"/>
                  <a:gd name="T5" fmla="*/ 219 h 63"/>
                  <a:gd name="T6" fmla="*/ 28 w 18"/>
                  <a:gd name="T7" fmla="*/ 299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3">
                    <a:moveTo>
                      <a:pt x="0" y="0"/>
                    </a:moveTo>
                    <a:cubicBezTo>
                      <a:pt x="5" y="7"/>
                      <a:pt x="18" y="22"/>
                      <a:pt x="18" y="30"/>
                    </a:cubicBezTo>
                    <a:cubicBezTo>
                      <a:pt x="18" y="35"/>
                      <a:pt x="12" y="41"/>
                      <a:pt x="10" y="46"/>
                    </a:cubicBezTo>
                    <a:cubicBezTo>
                      <a:pt x="7" y="51"/>
                      <a:pt x="6" y="57"/>
                      <a:pt x="5" y="6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0" name="Freeform 195">
                <a:extLst>
                  <a:ext uri="{FF2B5EF4-FFF2-40B4-BE49-F238E27FC236}">
                    <a16:creationId xmlns:a16="http://schemas.microsoft.com/office/drawing/2014/main" id="{9E2B4477-F703-43DC-A586-F0615A698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053"/>
                <a:ext cx="36" cy="98"/>
              </a:xfrm>
              <a:custGeom>
                <a:avLst/>
                <a:gdLst>
                  <a:gd name="T0" fmla="*/ 0 w 21"/>
                  <a:gd name="T1" fmla="*/ 0 h 58"/>
                  <a:gd name="T2" fmla="*/ 86 w 21"/>
                  <a:gd name="T3" fmla="*/ 132 h 58"/>
                  <a:gd name="T4" fmla="*/ 41 w 21"/>
                  <a:gd name="T5" fmla="*/ 28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8">
                    <a:moveTo>
                      <a:pt x="0" y="0"/>
                    </a:moveTo>
                    <a:cubicBezTo>
                      <a:pt x="10" y="9"/>
                      <a:pt x="21" y="12"/>
                      <a:pt x="17" y="27"/>
                    </a:cubicBezTo>
                    <a:cubicBezTo>
                      <a:pt x="15" y="37"/>
                      <a:pt x="8" y="48"/>
                      <a:pt x="8" y="58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1" name="Freeform 196">
                <a:extLst>
                  <a:ext uri="{FF2B5EF4-FFF2-40B4-BE49-F238E27FC236}">
                    <a16:creationId xmlns:a16="http://schemas.microsoft.com/office/drawing/2014/main" id="{D1455DCB-ACE2-49B1-803A-13139241B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928"/>
                <a:ext cx="36" cy="78"/>
              </a:xfrm>
              <a:custGeom>
                <a:avLst/>
                <a:gdLst>
                  <a:gd name="T0" fmla="*/ 106 w 21"/>
                  <a:gd name="T1" fmla="*/ 224 h 46"/>
                  <a:gd name="T2" fmla="*/ 106 w 21"/>
                  <a:gd name="T3" fmla="*/ 58 h 46"/>
                  <a:gd name="T4" fmla="*/ 0 w 21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6">
                    <a:moveTo>
                      <a:pt x="21" y="46"/>
                    </a:moveTo>
                    <a:cubicBezTo>
                      <a:pt x="21" y="35"/>
                      <a:pt x="21" y="23"/>
                      <a:pt x="21" y="12"/>
                    </a:cubicBezTo>
                    <a:cubicBezTo>
                      <a:pt x="14" y="10"/>
                      <a:pt x="9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2" name="Freeform 197">
                <a:extLst>
                  <a:ext uri="{FF2B5EF4-FFF2-40B4-BE49-F238E27FC236}">
                    <a16:creationId xmlns:a16="http://schemas.microsoft.com/office/drawing/2014/main" id="{42DA3384-8069-41DA-8AF5-2E8FE05F0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817"/>
                <a:ext cx="63" cy="67"/>
              </a:xfrm>
              <a:custGeom>
                <a:avLst/>
                <a:gdLst>
                  <a:gd name="T0" fmla="*/ 162 w 37"/>
                  <a:gd name="T1" fmla="*/ 188 h 40"/>
                  <a:gd name="T2" fmla="*/ 174 w 37"/>
                  <a:gd name="T3" fmla="*/ 70 h 40"/>
                  <a:gd name="T4" fmla="*/ 133 w 37"/>
                  <a:gd name="T5" fmla="*/ 37 h 40"/>
                  <a:gd name="T6" fmla="*/ 0 w 37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3" y="40"/>
                    </a:moveTo>
                    <a:cubicBezTo>
                      <a:pt x="35" y="36"/>
                      <a:pt x="37" y="20"/>
                      <a:pt x="35" y="15"/>
                    </a:cubicBezTo>
                    <a:cubicBezTo>
                      <a:pt x="33" y="9"/>
                      <a:pt x="33" y="10"/>
                      <a:pt x="27" y="8"/>
                    </a:cubicBezTo>
                    <a:cubicBezTo>
                      <a:pt x="19" y="4"/>
                      <a:pt x="7" y="6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3" name="Freeform 198">
                <a:extLst>
                  <a:ext uri="{FF2B5EF4-FFF2-40B4-BE49-F238E27FC236}">
                    <a16:creationId xmlns:a16="http://schemas.microsoft.com/office/drawing/2014/main" id="{68F70927-83C9-4B0D-8D31-05B0E55FC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717"/>
                <a:ext cx="81" cy="79"/>
              </a:xfrm>
              <a:custGeom>
                <a:avLst/>
                <a:gdLst>
                  <a:gd name="T0" fmla="*/ 231 w 48"/>
                  <a:gd name="T1" fmla="*/ 224 h 47"/>
                  <a:gd name="T2" fmla="*/ 182 w 48"/>
                  <a:gd name="T3" fmla="*/ 29 h 47"/>
                  <a:gd name="T4" fmla="*/ 0 w 48"/>
                  <a:gd name="T5" fmla="*/ 49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7">
                    <a:moveTo>
                      <a:pt x="48" y="47"/>
                    </a:moveTo>
                    <a:cubicBezTo>
                      <a:pt x="48" y="40"/>
                      <a:pt x="44" y="10"/>
                      <a:pt x="38" y="6"/>
                    </a:cubicBezTo>
                    <a:cubicBezTo>
                      <a:pt x="28" y="0"/>
                      <a:pt x="9" y="8"/>
                      <a:pt x="0" y="1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4" name="Freeform 199">
                <a:extLst>
                  <a:ext uri="{FF2B5EF4-FFF2-40B4-BE49-F238E27FC236}">
                    <a16:creationId xmlns:a16="http://schemas.microsoft.com/office/drawing/2014/main" id="{71D777AB-2391-4471-91D5-8AC874763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1678"/>
                <a:ext cx="117" cy="52"/>
              </a:xfrm>
              <a:custGeom>
                <a:avLst/>
                <a:gdLst>
                  <a:gd name="T0" fmla="*/ 336 w 69"/>
                  <a:gd name="T1" fmla="*/ 146 h 31"/>
                  <a:gd name="T2" fmla="*/ 136 w 69"/>
                  <a:gd name="T3" fmla="*/ 8 h 31"/>
                  <a:gd name="T4" fmla="*/ 0 w 69"/>
                  <a:gd name="T5" fmla="*/ 6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1">
                    <a:moveTo>
                      <a:pt x="69" y="31"/>
                    </a:moveTo>
                    <a:cubicBezTo>
                      <a:pt x="56" y="21"/>
                      <a:pt x="44" y="0"/>
                      <a:pt x="28" y="2"/>
                    </a:cubicBezTo>
                    <a:cubicBezTo>
                      <a:pt x="18" y="4"/>
                      <a:pt x="10" y="10"/>
                      <a:pt x="0" y="1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5" name="Freeform 200">
                <a:extLst>
                  <a:ext uri="{FF2B5EF4-FFF2-40B4-BE49-F238E27FC236}">
                    <a16:creationId xmlns:a16="http://schemas.microsoft.com/office/drawing/2014/main" id="{2A3656A6-49F8-4003-8C79-B27D29E17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680"/>
                <a:ext cx="115" cy="44"/>
              </a:xfrm>
              <a:custGeom>
                <a:avLst/>
                <a:gdLst>
                  <a:gd name="T0" fmla="*/ 328 w 68"/>
                  <a:gd name="T1" fmla="*/ 125 h 26"/>
                  <a:gd name="T2" fmla="*/ 194 w 68"/>
                  <a:gd name="T3" fmla="*/ 14 h 26"/>
                  <a:gd name="T4" fmla="*/ 0 w 68"/>
                  <a:gd name="T5" fmla="*/ 2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6">
                    <a:moveTo>
                      <a:pt x="68" y="26"/>
                    </a:moveTo>
                    <a:cubicBezTo>
                      <a:pt x="61" y="19"/>
                      <a:pt x="48" y="6"/>
                      <a:pt x="40" y="3"/>
                    </a:cubicBezTo>
                    <a:cubicBezTo>
                      <a:pt x="31" y="0"/>
                      <a:pt x="10" y="4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6" name="Freeform 201">
                <a:extLst>
                  <a:ext uri="{FF2B5EF4-FFF2-40B4-BE49-F238E27FC236}">
                    <a16:creationId xmlns:a16="http://schemas.microsoft.com/office/drawing/2014/main" id="{C786E68B-C8FA-4847-9628-51E5C6C6D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656"/>
                <a:ext cx="52" cy="27"/>
              </a:xfrm>
              <a:custGeom>
                <a:avLst/>
                <a:gdLst>
                  <a:gd name="T0" fmla="*/ 146 w 31"/>
                  <a:gd name="T1" fmla="*/ 78 h 16"/>
                  <a:gd name="T2" fmla="*/ 0 w 3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6">
                    <a:moveTo>
                      <a:pt x="31" y="16"/>
                    </a:moveTo>
                    <a:cubicBezTo>
                      <a:pt x="21" y="14"/>
                      <a:pt x="9" y="4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7" name="Freeform 202">
                <a:extLst>
                  <a:ext uri="{FF2B5EF4-FFF2-40B4-BE49-F238E27FC236}">
                    <a16:creationId xmlns:a16="http://schemas.microsoft.com/office/drawing/2014/main" id="{3A1584F8-137D-4854-B2ED-A776B0EB4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693"/>
                <a:ext cx="1231" cy="102"/>
              </a:xfrm>
              <a:custGeom>
                <a:avLst/>
                <a:gdLst>
                  <a:gd name="T0" fmla="*/ 3521 w 728"/>
                  <a:gd name="T1" fmla="*/ 141 h 60"/>
                  <a:gd name="T2" fmla="*/ 3169 w 728"/>
                  <a:gd name="T3" fmla="*/ 156 h 60"/>
                  <a:gd name="T4" fmla="*/ 2917 w 728"/>
                  <a:gd name="T5" fmla="*/ 294 h 60"/>
                  <a:gd name="T6" fmla="*/ 2611 w 728"/>
                  <a:gd name="T7" fmla="*/ 177 h 60"/>
                  <a:gd name="T8" fmla="*/ 2225 w 728"/>
                  <a:gd name="T9" fmla="*/ 281 h 60"/>
                  <a:gd name="T10" fmla="*/ 2070 w 728"/>
                  <a:gd name="T11" fmla="*/ 240 h 60"/>
                  <a:gd name="T12" fmla="*/ 1461 w 728"/>
                  <a:gd name="T13" fmla="*/ 260 h 60"/>
                  <a:gd name="T14" fmla="*/ 994 w 728"/>
                  <a:gd name="T15" fmla="*/ 112 h 60"/>
                  <a:gd name="T16" fmla="*/ 736 w 728"/>
                  <a:gd name="T17" fmla="*/ 190 h 60"/>
                  <a:gd name="T18" fmla="*/ 475 w 728"/>
                  <a:gd name="T19" fmla="*/ 92 h 60"/>
                  <a:gd name="T20" fmla="*/ 243 w 728"/>
                  <a:gd name="T21" fmla="*/ 15 h 60"/>
                  <a:gd name="T22" fmla="*/ 0 w 728"/>
                  <a:gd name="T23" fmla="*/ 124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8" h="60">
                    <a:moveTo>
                      <a:pt x="728" y="29"/>
                    </a:moveTo>
                    <a:cubicBezTo>
                      <a:pt x="701" y="11"/>
                      <a:pt x="686" y="16"/>
                      <a:pt x="655" y="32"/>
                    </a:cubicBezTo>
                    <a:cubicBezTo>
                      <a:pt x="637" y="41"/>
                      <a:pt x="616" y="44"/>
                      <a:pt x="603" y="60"/>
                    </a:cubicBezTo>
                    <a:cubicBezTo>
                      <a:pt x="580" y="48"/>
                      <a:pt x="568" y="32"/>
                      <a:pt x="540" y="36"/>
                    </a:cubicBezTo>
                    <a:cubicBezTo>
                      <a:pt x="512" y="39"/>
                      <a:pt x="487" y="52"/>
                      <a:pt x="460" y="57"/>
                    </a:cubicBezTo>
                    <a:cubicBezTo>
                      <a:pt x="442" y="60"/>
                      <a:pt x="443" y="57"/>
                      <a:pt x="428" y="49"/>
                    </a:cubicBezTo>
                    <a:cubicBezTo>
                      <a:pt x="380" y="22"/>
                      <a:pt x="352" y="49"/>
                      <a:pt x="302" y="53"/>
                    </a:cubicBezTo>
                    <a:cubicBezTo>
                      <a:pt x="273" y="56"/>
                      <a:pt x="240" y="22"/>
                      <a:pt x="206" y="23"/>
                    </a:cubicBezTo>
                    <a:cubicBezTo>
                      <a:pt x="187" y="23"/>
                      <a:pt x="170" y="35"/>
                      <a:pt x="152" y="39"/>
                    </a:cubicBezTo>
                    <a:cubicBezTo>
                      <a:pt x="126" y="44"/>
                      <a:pt x="118" y="32"/>
                      <a:pt x="98" y="19"/>
                    </a:cubicBezTo>
                    <a:cubicBezTo>
                      <a:pt x="83" y="9"/>
                      <a:pt x="68" y="0"/>
                      <a:pt x="50" y="3"/>
                    </a:cubicBezTo>
                    <a:cubicBezTo>
                      <a:pt x="37" y="5"/>
                      <a:pt x="8" y="13"/>
                      <a:pt x="0" y="2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8" name="Freeform 203">
                <a:extLst>
                  <a:ext uri="{FF2B5EF4-FFF2-40B4-BE49-F238E27FC236}">
                    <a16:creationId xmlns:a16="http://schemas.microsoft.com/office/drawing/2014/main" id="{9C191141-29DD-4455-8A18-238F537B1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639"/>
                <a:ext cx="514" cy="95"/>
              </a:xfrm>
              <a:custGeom>
                <a:avLst/>
                <a:gdLst>
                  <a:gd name="T0" fmla="*/ 1469 w 304"/>
                  <a:gd name="T1" fmla="*/ 273 h 56"/>
                  <a:gd name="T2" fmla="*/ 1349 w 304"/>
                  <a:gd name="T3" fmla="*/ 202 h 56"/>
                  <a:gd name="T4" fmla="*/ 1258 w 304"/>
                  <a:gd name="T5" fmla="*/ 127 h 56"/>
                  <a:gd name="T6" fmla="*/ 1040 w 304"/>
                  <a:gd name="T7" fmla="*/ 170 h 56"/>
                  <a:gd name="T8" fmla="*/ 957 w 304"/>
                  <a:gd name="T9" fmla="*/ 219 h 56"/>
                  <a:gd name="T10" fmla="*/ 845 w 304"/>
                  <a:gd name="T11" fmla="*/ 156 h 56"/>
                  <a:gd name="T12" fmla="*/ 575 w 304"/>
                  <a:gd name="T13" fmla="*/ 34 h 56"/>
                  <a:gd name="T14" fmla="*/ 323 w 304"/>
                  <a:gd name="T15" fmla="*/ 182 h 56"/>
                  <a:gd name="T16" fmla="*/ 0 w 304"/>
                  <a:gd name="T17" fmla="*/ 24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56">
                    <a:moveTo>
                      <a:pt x="304" y="56"/>
                    </a:moveTo>
                    <a:cubicBezTo>
                      <a:pt x="297" y="52"/>
                      <a:pt x="287" y="46"/>
                      <a:pt x="279" y="41"/>
                    </a:cubicBezTo>
                    <a:cubicBezTo>
                      <a:pt x="273" y="37"/>
                      <a:pt x="267" y="30"/>
                      <a:pt x="260" y="26"/>
                    </a:cubicBezTo>
                    <a:cubicBezTo>
                      <a:pt x="248" y="19"/>
                      <a:pt x="227" y="29"/>
                      <a:pt x="215" y="35"/>
                    </a:cubicBezTo>
                    <a:cubicBezTo>
                      <a:pt x="211" y="38"/>
                      <a:pt x="203" y="45"/>
                      <a:pt x="198" y="45"/>
                    </a:cubicBezTo>
                    <a:cubicBezTo>
                      <a:pt x="191" y="46"/>
                      <a:pt x="181" y="37"/>
                      <a:pt x="175" y="32"/>
                    </a:cubicBezTo>
                    <a:cubicBezTo>
                      <a:pt x="156" y="18"/>
                      <a:pt x="146" y="0"/>
                      <a:pt x="119" y="7"/>
                    </a:cubicBezTo>
                    <a:cubicBezTo>
                      <a:pt x="96" y="12"/>
                      <a:pt x="85" y="25"/>
                      <a:pt x="67" y="37"/>
                    </a:cubicBezTo>
                    <a:cubicBezTo>
                      <a:pt x="55" y="20"/>
                      <a:pt x="22" y="5"/>
                      <a:pt x="0" y="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9" name="Freeform 204">
                <a:extLst>
                  <a:ext uri="{FF2B5EF4-FFF2-40B4-BE49-F238E27FC236}">
                    <a16:creationId xmlns:a16="http://schemas.microsoft.com/office/drawing/2014/main" id="{9D1E1810-CE01-4EFB-8591-EF70BBA0A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600"/>
                <a:ext cx="1400" cy="158"/>
              </a:xfrm>
              <a:custGeom>
                <a:avLst/>
                <a:gdLst>
                  <a:gd name="T0" fmla="*/ 4002 w 828"/>
                  <a:gd name="T1" fmla="*/ 455 h 93"/>
                  <a:gd name="T2" fmla="*/ 3886 w 828"/>
                  <a:gd name="T3" fmla="*/ 426 h 93"/>
                  <a:gd name="T4" fmla="*/ 3659 w 828"/>
                  <a:gd name="T5" fmla="*/ 350 h 93"/>
                  <a:gd name="T6" fmla="*/ 3443 w 828"/>
                  <a:gd name="T7" fmla="*/ 352 h 93"/>
                  <a:gd name="T8" fmla="*/ 3262 w 828"/>
                  <a:gd name="T9" fmla="*/ 455 h 93"/>
                  <a:gd name="T10" fmla="*/ 3170 w 828"/>
                  <a:gd name="T11" fmla="*/ 416 h 93"/>
                  <a:gd name="T12" fmla="*/ 3084 w 828"/>
                  <a:gd name="T13" fmla="*/ 384 h 93"/>
                  <a:gd name="T14" fmla="*/ 2852 w 828"/>
                  <a:gd name="T15" fmla="*/ 289 h 93"/>
                  <a:gd name="T16" fmla="*/ 2682 w 828"/>
                  <a:gd name="T17" fmla="*/ 323 h 93"/>
                  <a:gd name="T18" fmla="*/ 2464 w 828"/>
                  <a:gd name="T19" fmla="*/ 379 h 93"/>
                  <a:gd name="T20" fmla="*/ 2354 w 828"/>
                  <a:gd name="T21" fmla="*/ 314 h 93"/>
                  <a:gd name="T22" fmla="*/ 2132 w 828"/>
                  <a:gd name="T23" fmla="*/ 219 h 93"/>
                  <a:gd name="T24" fmla="*/ 1973 w 828"/>
                  <a:gd name="T25" fmla="*/ 236 h 93"/>
                  <a:gd name="T26" fmla="*/ 1775 w 828"/>
                  <a:gd name="T27" fmla="*/ 274 h 93"/>
                  <a:gd name="T28" fmla="*/ 1650 w 828"/>
                  <a:gd name="T29" fmla="*/ 206 h 93"/>
                  <a:gd name="T30" fmla="*/ 1429 w 828"/>
                  <a:gd name="T31" fmla="*/ 119 h 93"/>
                  <a:gd name="T32" fmla="*/ 1307 w 828"/>
                  <a:gd name="T33" fmla="*/ 161 h 93"/>
                  <a:gd name="T34" fmla="*/ 1170 w 828"/>
                  <a:gd name="T35" fmla="*/ 219 h 93"/>
                  <a:gd name="T36" fmla="*/ 1077 w 828"/>
                  <a:gd name="T37" fmla="*/ 156 h 93"/>
                  <a:gd name="T38" fmla="*/ 910 w 828"/>
                  <a:gd name="T39" fmla="*/ 54 h 93"/>
                  <a:gd name="T40" fmla="*/ 778 w 828"/>
                  <a:gd name="T41" fmla="*/ 83 h 93"/>
                  <a:gd name="T42" fmla="*/ 600 w 828"/>
                  <a:gd name="T43" fmla="*/ 119 h 93"/>
                  <a:gd name="T44" fmla="*/ 448 w 828"/>
                  <a:gd name="T45" fmla="*/ 24 h 93"/>
                  <a:gd name="T46" fmla="*/ 294 w 828"/>
                  <a:gd name="T47" fmla="*/ 20 h 93"/>
                  <a:gd name="T48" fmla="*/ 103 w 828"/>
                  <a:gd name="T49" fmla="*/ 70 h 93"/>
                  <a:gd name="T50" fmla="*/ 0 w 828"/>
                  <a:gd name="T51" fmla="*/ 107 h 9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28" h="93">
                    <a:moveTo>
                      <a:pt x="828" y="93"/>
                    </a:moveTo>
                    <a:cubicBezTo>
                      <a:pt x="822" y="89"/>
                      <a:pt x="812" y="89"/>
                      <a:pt x="804" y="87"/>
                    </a:cubicBezTo>
                    <a:cubicBezTo>
                      <a:pt x="788" y="82"/>
                      <a:pt x="772" y="77"/>
                      <a:pt x="757" y="71"/>
                    </a:cubicBezTo>
                    <a:cubicBezTo>
                      <a:pt x="736" y="63"/>
                      <a:pt x="730" y="62"/>
                      <a:pt x="712" y="72"/>
                    </a:cubicBezTo>
                    <a:cubicBezTo>
                      <a:pt x="702" y="77"/>
                      <a:pt x="686" y="93"/>
                      <a:pt x="675" y="93"/>
                    </a:cubicBezTo>
                    <a:cubicBezTo>
                      <a:pt x="669" y="92"/>
                      <a:pt x="661" y="87"/>
                      <a:pt x="656" y="85"/>
                    </a:cubicBezTo>
                    <a:cubicBezTo>
                      <a:pt x="650" y="83"/>
                      <a:pt x="643" y="81"/>
                      <a:pt x="638" y="78"/>
                    </a:cubicBezTo>
                    <a:cubicBezTo>
                      <a:pt x="623" y="71"/>
                      <a:pt x="606" y="60"/>
                      <a:pt x="590" y="59"/>
                    </a:cubicBezTo>
                    <a:cubicBezTo>
                      <a:pt x="578" y="57"/>
                      <a:pt x="566" y="62"/>
                      <a:pt x="555" y="66"/>
                    </a:cubicBezTo>
                    <a:cubicBezTo>
                      <a:pt x="540" y="70"/>
                      <a:pt x="524" y="72"/>
                      <a:pt x="510" y="77"/>
                    </a:cubicBezTo>
                    <a:cubicBezTo>
                      <a:pt x="504" y="72"/>
                      <a:pt x="494" y="68"/>
                      <a:pt x="487" y="64"/>
                    </a:cubicBezTo>
                    <a:cubicBezTo>
                      <a:pt x="474" y="58"/>
                      <a:pt x="456" y="47"/>
                      <a:pt x="441" y="45"/>
                    </a:cubicBezTo>
                    <a:cubicBezTo>
                      <a:pt x="430" y="44"/>
                      <a:pt x="418" y="46"/>
                      <a:pt x="408" y="48"/>
                    </a:cubicBezTo>
                    <a:cubicBezTo>
                      <a:pt x="395" y="50"/>
                      <a:pt x="381" y="58"/>
                      <a:pt x="367" y="56"/>
                    </a:cubicBezTo>
                    <a:cubicBezTo>
                      <a:pt x="358" y="55"/>
                      <a:pt x="349" y="47"/>
                      <a:pt x="341" y="42"/>
                    </a:cubicBezTo>
                    <a:cubicBezTo>
                      <a:pt x="329" y="33"/>
                      <a:pt x="312" y="21"/>
                      <a:pt x="296" y="24"/>
                    </a:cubicBezTo>
                    <a:cubicBezTo>
                      <a:pt x="286" y="26"/>
                      <a:pt x="278" y="29"/>
                      <a:pt x="270" y="33"/>
                    </a:cubicBezTo>
                    <a:cubicBezTo>
                      <a:pt x="261" y="38"/>
                      <a:pt x="249" y="40"/>
                      <a:pt x="242" y="45"/>
                    </a:cubicBezTo>
                    <a:cubicBezTo>
                      <a:pt x="236" y="40"/>
                      <a:pt x="229" y="37"/>
                      <a:pt x="223" y="32"/>
                    </a:cubicBezTo>
                    <a:cubicBezTo>
                      <a:pt x="213" y="25"/>
                      <a:pt x="201" y="14"/>
                      <a:pt x="188" y="11"/>
                    </a:cubicBezTo>
                    <a:cubicBezTo>
                      <a:pt x="179" y="9"/>
                      <a:pt x="169" y="14"/>
                      <a:pt x="161" y="17"/>
                    </a:cubicBezTo>
                    <a:cubicBezTo>
                      <a:pt x="150" y="21"/>
                      <a:pt x="134" y="29"/>
                      <a:pt x="124" y="24"/>
                    </a:cubicBezTo>
                    <a:cubicBezTo>
                      <a:pt x="113" y="19"/>
                      <a:pt x="104" y="11"/>
                      <a:pt x="93" y="5"/>
                    </a:cubicBezTo>
                    <a:cubicBezTo>
                      <a:pt x="81" y="0"/>
                      <a:pt x="73" y="0"/>
                      <a:pt x="61" y="4"/>
                    </a:cubicBezTo>
                    <a:cubicBezTo>
                      <a:pt x="47" y="8"/>
                      <a:pt x="35" y="12"/>
                      <a:pt x="21" y="14"/>
                    </a:cubicBezTo>
                    <a:cubicBezTo>
                      <a:pt x="14" y="15"/>
                      <a:pt x="5" y="18"/>
                      <a:pt x="0" y="2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3492" name="Group 205">
              <a:extLst>
                <a:ext uri="{FF2B5EF4-FFF2-40B4-BE49-F238E27FC236}">
                  <a16:creationId xmlns:a16="http://schemas.microsoft.com/office/drawing/2014/main" id="{40CBD67D-5773-4F6F-B743-72FF7EE472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0" y="1540"/>
              <a:ext cx="2828" cy="1509"/>
              <a:chOff x="1900" y="1540"/>
              <a:chExt cx="2828" cy="1509"/>
            </a:xfrm>
          </p:grpSpPr>
          <p:sp>
            <p:nvSpPr>
              <p:cNvPr id="63510" name="Freeform 206">
                <a:extLst>
                  <a:ext uri="{FF2B5EF4-FFF2-40B4-BE49-F238E27FC236}">
                    <a16:creationId xmlns:a16="http://schemas.microsoft.com/office/drawing/2014/main" id="{F837591A-216F-47EB-8B14-591E26B35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703"/>
                <a:ext cx="194" cy="53"/>
              </a:xfrm>
              <a:custGeom>
                <a:avLst/>
                <a:gdLst>
                  <a:gd name="T0" fmla="*/ 0 w 115"/>
                  <a:gd name="T1" fmla="*/ 149 h 31"/>
                  <a:gd name="T2" fmla="*/ 100 w 115"/>
                  <a:gd name="T3" fmla="*/ 111 h 31"/>
                  <a:gd name="T4" fmla="*/ 191 w 115"/>
                  <a:gd name="T5" fmla="*/ 70 h 31"/>
                  <a:gd name="T6" fmla="*/ 268 w 115"/>
                  <a:gd name="T7" fmla="*/ 44 h 31"/>
                  <a:gd name="T8" fmla="*/ 327 w 115"/>
                  <a:gd name="T9" fmla="*/ 9 h 31"/>
                  <a:gd name="T10" fmla="*/ 469 w 115"/>
                  <a:gd name="T11" fmla="*/ 50 h 31"/>
                  <a:gd name="T12" fmla="*/ 552 w 115"/>
                  <a:gd name="T13" fmla="*/ 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31">
                    <a:moveTo>
                      <a:pt x="0" y="30"/>
                    </a:moveTo>
                    <a:cubicBezTo>
                      <a:pt x="8" y="31"/>
                      <a:pt x="14" y="25"/>
                      <a:pt x="21" y="22"/>
                    </a:cubicBezTo>
                    <a:cubicBezTo>
                      <a:pt x="27" y="19"/>
                      <a:pt x="34" y="16"/>
                      <a:pt x="40" y="14"/>
                    </a:cubicBezTo>
                    <a:cubicBezTo>
                      <a:pt x="46" y="12"/>
                      <a:pt x="51" y="11"/>
                      <a:pt x="56" y="9"/>
                    </a:cubicBezTo>
                    <a:cubicBezTo>
                      <a:pt x="60" y="7"/>
                      <a:pt x="63" y="3"/>
                      <a:pt x="68" y="2"/>
                    </a:cubicBezTo>
                    <a:cubicBezTo>
                      <a:pt x="78" y="0"/>
                      <a:pt x="88" y="7"/>
                      <a:pt x="98" y="10"/>
                    </a:cubicBezTo>
                    <a:cubicBezTo>
                      <a:pt x="104" y="12"/>
                      <a:pt x="110" y="13"/>
                      <a:pt x="115" y="1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1" name="Freeform 207">
                <a:extLst>
                  <a:ext uri="{FF2B5EF4-FFF2-40B4-BE49-F238E27FC236}">
                    <a16:creationId xmlns:a16="http://schemas.microsoft.com/office/drawing/2014/main" id="{F527E5BB-897C-440C-9499-6DE2976CB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654"/>
                <a:ext cx="167" cy="48"/>
              </a:xfrm>
              <a:custGeom>
                <a:avLst/>
                <a:gdLst>
                  <a:gd name="T0" fmla="*/ 5 w 99"/>
                  <a:gd name="T1" fmla="*/ 141 h 28"/>
                  <a:gd name="T2" fmla="*/ 240 w 99"/>
                  <a:gd name="T3" fmla="*/ 26 h 28"/>
                  <a:gd name="T4" fmla="*/ 476 w 99"/>
                  <a:gd name="T5" fmla="*/ 12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8">
                    <a:moveTo>
                      <a:pt x="1" y="28"/>
                    </a:moveTo>
                    <a:cubicBezTo>
                      <a:pt x="0" y="26"/>
                      <a:pt x="42" y="8"/>
                      <a:pt x="50" y="5"/>
                    </a:cubicBezTo>
                    <a:cubicBezTo>
                      <a:pt x="69" y="0"/>
                      <a:pt x="84" y="15"/>
                      <a:pt x="99" y="2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2" name="Freeform 208">
                <a:extLst>
                  <a:ext uri="{FF2B5EF4-FFF2-40B4-BE49-F238E27FC236}">
                    <a16:creationId xmlns:a16="http://schemas.microsoft.com/office/drawing/2014/main" id="{91327786-3831-4EBA-8BE7-2D0FDABF0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680"/>
                <a:ext cx="263" cy="40"/>
              </a:xfrm>
              <a:custGeom>
                <a:avLst/>
                <a:gdLst>
                  <a:gd name="T0" fmla="*/ 747 w 156"/>
                  <a:gd name="T1" fmla="*/ 88 h 24"/>
                  <a:gd name="T2" fmla="*/ 622 w 156"/>
                  <a:gd name="T3" fmla="*/ 62 h 24"/>
                  <a:gd name="T4" fmla="*/ 494 w 156"/>
                  <a:gd name="T5" fmla="*/ 20 h 24"/>
                  <a:gd name="T6" fmla="*/ 335 w 156"/>
                  <a:gd name="T7" fmla="*/ 22 h 24"/>
                  <a:gd name="T8" fmla="*/ 0 w 156"/>
                  <a:gd name="T9" fmla="*/ 11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4">
                    <a:moveTo>
                      <a:pt x="156" y="19"/>
                    </a:moveTo>
                    <a:cubicBezTo>
                      <a:pt x="150" y="22"/>
                      <a:pt x="136" y="15"/>
                      <a:pt x="130" y="13"/>
                    </a:cubicBezTo>
                    <a:cubicBezTo>
                      <a:pt x="121" y="10"/>
                      <a:pt x="112" y="6"/>
                      <a:pt x="103" y="4"/>
                    </a:cubicBezTo>
                    <a:cubicBezTo>
                      <a:pt x="90" y="0"/>
                      <a:pt x="83" y="1"/>
                      <a:pt x="70" y="5"/>
                    </a:cubicBezTo>
                    <a:cubicBezTo>
                      <a:pt x="47" y="13"/>
                      <a:pt x="25" y="24"/>
                      <a:pt x="0" y="2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3" name="Freeform 209">
                <a:extLst>
                  <a:ext uri="{FF2B5EF4-FFF2-40B4-BE49-F238E27FC236}">
                    <a16:creationId xmlns:a16="http://schemas.microsoft.com/office/drawing/2014/main" id="{26EA37C1-0876-4071-8E2E-CC8BDFE58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681"/>
                <a:ext cx="199" cy="33"/>
              </a:xfrm>
              <a:custGeom>
                <a:avLst/>
                <a:gdLst>
                  <a:gd name="T0" fmla="*/ 567 w 118"/>
                  <a:gd name="T1" fmla="*/ 99 h 19"/>
                  <a:gd name="T2" fmla="*/ 239 w 118"/>
                  <a:gd name="T3" fmla="*/ 21 h 19"/>
                  <a:gd name="T4" fmla="*/ 96 w 118"/>
                  <a:gd name="T5" fmla="*/ 36 h 19"/>
                  <a:gd name="T6" fmla="*/ 0 w 118"/>
                  <a:gd name="T7" fmla="*/ 5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19">
                    <a:moveTo>
                      <a:pt x="118" y="19"/>
                    </a:moveTo>
                    <a:cubicBezTo>
                      <a:pt x="96" y="15"/>
                      <a:pt x="73" y="0"/>
                      <a:pt x="50" y="4"/>
                    </a:cubicBezTo>
                    <a:cubicBezTo>
                      <a:pt x="40" y="5"/>
                      <a:pt x="30" y="5"/>
                      <a:pt x="20" y="7"/>
                    </a:cubicBezTo>
                    <a:cubicBezTo>
                      <a:pt x="14" y="9"/>
                      <a:pt x="7" y="11"/>
                      <a:pt x="0" y="1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4" name="Freeform 210">
                <a:extLst>
                  <a:ext uri="{FF2B5EF4-FFF2-40B4-BE49-F238E27FC236}">
                    <a16:creationId xmlns:a16="http://schemas.microsoft.com/office/drawing/2014/main" id="{EA9111B9-4B0C-4403-87E3-2E3EC6A08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665"/>
                <a:ext cx="191" cy="37"/>
              </a:xfrm>
              <a:custGeom>
                <a:avLst/>
                <a:gdLst>
                  <a:gd name="T0" fmla="*/ 546 w 113"/>
                  <a:gd name="T1" fmla="*/ 104 h 22"/>
                  <a:gd name="T2" fmla="*/ 377 w 113"/>
                  <a:gd name="T3" fmla="*/ 42 h 22"/>
                  <a:gd name="T4" fmla="*/ 232 w 113"/>
                  <a:gd name="T5" fmla="*/ 0 h 22"/>
                  <a:gd name="T6" fmla="*/ 0 w 113"/>
                  <a:gd name="T7" fmla="*/ 6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22">
                    <a:moveTo>
                      <a:pt x="113" y="22"/>
                    </a:moveTo>
                    <a:cubicBezTo>
                      <a:pt x="101" y="18"/>
                      <a:pt x="89" y="15"/>
                      <a:pt x="78" y="9"/>
                    </a:cubicBezTo>
                    <a:cubicBezTo>
                      <a:pt x="68" y="5"/>
                      <a:pt x="59" y="0"/>
                      <a:pt x="48" y="0"/>
                    </a:cubicBezTo>
                    <a:cubicBezTo>
                      <a:pt x="31" y="0"/>
                      <a:pt x="17" y="13"/>
                      <a:pt x="0" y="1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5" name="Freeform 211">
                <a:extLst>
                  <a:ext uri="{FF2B5EF4-FFF2-40B4-BE49-F238E27FC236}">
                    <a16:creationId xmlns:a16="http://schemas.microsoft.com/office/drawing/2014/main" id="{1673EA14-1A83-44CC-8DA8-4E0C7EAB2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622"/>
                <a:ext cx="190" cy="53"/>
              </a:xfrm>
              <a:custGeom>
                <a:avLst/>
                <a:gdLst>
                  <a:gd name="T0" fmla="*/ 546 w 112"/>
                  <a:gd name="T1" fmla="*/ 156 h 31"/>
                  <a:gd name="T2" fmla="*/ 385 w 112"/>
                  <a:gd name="T3" fmla="*/ 65 h 31"/>
                  <a:gd name="T4" fmla="*/ 251 w 112"/>
                  <a:gd name="T5" fmla="*/ 5 h 31"/>
                  <a:gd name="T6" fmla="*/ 112 w 112"/>
                  <a:gd name="T7" fmla="*/ 36 h 31"/>
                  <a:gd name="T8" fmla="*/ 0 w 112"/>
                  <a:gd name="T9" fmla="*/ 5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31">
                    <a:moveTo>
                      <a:pt x="112" y="31"/>
                    </a:moveTo>
                    <a:cubicBezTo>
                      <a:pt x="99" y="29"/>
                      <a:pt x="90" y="19"/>
                      <a:pt x="79" y="13"/>
                    </a:cubicBezTo>
                    <a:cubicBezTo>
                      <a:pt x="71" y="9"/>
                      <a:pt x="60" y="1"/>
                      <a:pt x="51" y="1"/>
                    </a:cubicBezTo>
                    <a:cubicBezTo>
                      <a:pt x="42" y="0"/>
                      <a:pt x="32" y="5"/>
                      <a:pt x="23" y="7"/>
                    </a:cubicBezTo>
                    <a:cubicBezTo>
                      <a:pt x="17" y="8"/>
                      <a:pt x="7" y="12"/>
                      <a:pt x="0" y="1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6" name="Freeform 212">
                <a:extLst>
                  <a:ext uri="{FF2B5EF4-FFF2-40B4-BE49-F238E27FC236}">
                    <a16:creationId xmlns:a16="http://schemas.microsoft.com/office/drawing/2014/main" id="{8F10EF3D-89B3-4B53-94FF-A076BD6E4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560"/>
                <a:ext cx="496" cy="79"/>
              </a:xfrm>
              <a:custGeom>
                <a:avLst/>
                <a:gdLst>
                  <a:gd name="T0" fmla="*/ 1422 w 293"/>
                  <a:gd name="T1" fmla="*/ 224 h 47"/>
                  <a:gd name="T2" fmla="*/ 1034 w 293"/>
                  <a:gd name="T3" fmla="*/ 111 h 47"/>
                  <a:gd name="T4" fmla="*/ 765 w 293"/>
                  <a:gd name="T5" fmla="*/ 124 h 47"/>
                  <a:gd name="T6" fmla="*/ 450 w 293"/>
                  <a:gd name="T7" fmla="*/ 67 h 47"/>
                  <a:gd name="T8" fmla="*/ 301 w 293"/>
                  <a:gd name="T9" fmla="*/ 113 h 47"/>
                  <a:gd name="T10" fmla="*/ 117 w 293"/>
                  <a:gd name="T11" fmla="*/ 34 h 47"/>
                  <a:gd name="T12" fmla="*/ 0 w 293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3" h="47">
                    <a:moveTo>
                      <a:pt x="293" y="47"/>
                    </a:moveTo>
                    <a:cubicBezTo>
                      <a:pt x="266" y="41"/>
                      <a:pt x="243" y="18"/>
                      <a:pt x="213" y="23"/>
                    </a:cubicBezTo>
                    <a:cubicBezTo>
                      <a:pt x="192" y="26"/>
                      <a:pt x="180" y="34"/>
                      <a:pt x="158" y="26"/>
                    </a:cubicBezTo>
                    <a:cubicBezTo>
                      <a:pt x="139" y="19"/>
                      <a:pt x="113" y="8"/>
                      <a:pt x="93" y="14"/>
                    </a:cubicBezTo>
                    <a:cubicBezTo>
                      <a:pt x="83" y="16"/>
                      <a:pt x="72" y="24"/>
                      <a:pt x="62" y="24"/>
                    </a:cubicBezTo>
                    <a:cubicBezTo>
                      <a:pt x="49" y="24"/>
                      <a:pt x="34" y="13"/>
                      <a:pt x="24" y="7"/>
                    </a:cubicBezTo>
                    <a:cubicBezTo>
                      <a:pt x="15" y="2"/>
                      <a:pt x="9" y="2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7" name="Freeform 213">
                <a:extLst>
                  <a:ext uri="{FF2B5EF4-FFF2-40B4-BE49-F238E27FC236}">
                    <a16:creationId xmlns:a16="http://schemas.microsoft.com/office/drawing/2014/main" id="{AF37466F-BE17-4013-B292-7963B3CF2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548"/>
                <a:ext cx="169" cy="29"/>
              </a:xfrm>
              <a:custGeom>
                <a:avLst/>
                <a:gdLst>
                  <a:gd name="T0" fmla="*/ 483 w 100"/>
                  <a:gd name="T1" fmla="*/ 84 h 17"/>
                  <a:gd name="T2" fmla="*/ 352 w 100"/>
                  <a:gd name="T3" fmla="*/ 20 h 17"/>
                  <a:gd name="T4" fmla="*/ 237 w 100"/>
                  <a:gd name="T5" fmla="*/ 5 h 17"/>
                  <a:gd name="T6" fmla="*/ 0 w 100"/>
                  <a:gd name="T7" fmla="*/ 3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7">
                    <a:moveTo>
                      <a:pt x="100" y="17"/>
                    </a:moveTo>
                    <a:cubicBezTo>
                      <a:pt x="90" y="14"/>
                      <a:pt x="83" y="7"/>
                      <a:pt x="73" y="4"/>
                    </a:cubicBezTo>
                    <a:cubicBezTo>
                      <a:pt x="66" y="2"/>
                      <a:pt x="57" y="1"/>
                      <a:pt x="49" y="1"/>
                    </a:cubicBezTo>
                    <a:cubicBezTo>
                      <a:pt x="32" y="0"/>
                      <a:pt x="17" y="7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8" name="Freeform 214">
                <a:extLst>
                  <a:ext uri="{FF2B5EF4-FFF2-40B4-BE49-F238E27FC236}">
                    <a16:creationId xmlns:a16="http://schemas.microsoft.com/office/drawing/2014/main" id="{54519800-4B6C-497E-BDCE-2351D23FC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567"/>
                <a:ext cx="186" cy="28"/>
              </a:xfrm>
              <a:custGeom>
                <a:avLst/>
                <a:gdLst>
                  <a:gd name="T0" fmla="*/ 0 w 110"/>
                  <a:gd name="T1" fmla="*/ 33 h 17"/>
                  <a:gd name="T2" fmla="*/ 161 w 110"/>
                  <a:gd name="T3" fmla="*/ 5 h 17"/>
                  <a:gd name="T4" fmla="*/ 281 w 110"/>
                  <a:gd name="T5" fmla="*/ 13 h 17"/>
                  <a:gd name="T6" fmla="*/ 533 w 110"/>
                  <a:gd name="T7" fmla="*/ 7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7">
                    <a:moveTo>
                      <a:pt x="0" y="7"/>
                    </a:moveTo>
                    <a:cubicBezTo>
                      <a:pt x="11" y="4"/>
                      <a:pt x="22" y="3"/>
                      <a:pt x="33" y="1"/>
                    </a:cubicBezTo>
                    <a:cubicBezTo>
                      <a:pt x="42" y="0"/>
                      <a:pt x="49" y="1"/>
                      <a:pt x="58" y="3"/>
                    </a:cubicBezTo>
                    <a:cubicBezTo>
                      <a:pt x="75" y="8"/>
                      <a:pt x="93" y="12"/>
                      <a:pt x="110" y="1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9" name="Freeform 215">
                <a:extLst>
                  <a:ext uri="{FF2B5EF4-FFF2-40B4-BE49-F238E27FC236}">
                    <a16:creationId xmlns:a16="http://schemas.microsoft.com/office/drawing/2014/main" id="{A8549F23-4239-4049-A868-0BB9A7FEC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599"/>
                <a:ext cx="194" cy="28"/>
              </a:xfrm>
              <a:custGeom>
                <a:avLst/>
                <a:gdLst>
                  <a:gd name="T0" fmla="*/ 0 w 115"/>
                  <a:gd name="T1" fmla="*/ 0 h 17"/>
                  <a:gd name="T2" fmla="*/ 207 w 115"/>
                  <a:gd name="T3" fmla="*/ 13 h 17"/>
                  <a:gd name="T4" fmla="*/ 331 w 115"/>
                  <a:gd name="T5" fmla="*/ 13 h 17"/>
                  <a:gd name="T6" fmla="*/ 440 w 115"/>
                  <a:gd name="T7" fmla="*/ 33 h 17"/>
                  <a:gd name="T8" fmla="*/ 552 w 115"/>
                  <a:gd name="T9" fmla="*/ 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7">
                    <a:moveTo>
                      <a:pt x="0" y="0"/>
                    </a:moveTo>
                    <a:cubicBezTo>
                      <a:pt x="12" y="5"/>
                      <a:pt x="30" y="3"/>
                      <a:pt x="43" y="3"/>
                    </a:cubicBezTo>
                    <a:cubicBezTo>
                      <a:pt x="52" y="3"/>
                      <a:pt x="61" y="3"/>
                      <a:pt x="69" y="3"/>
                    </a:cubicBezTo>
                    <a:cubicBezTo>
                      <a:pt x="78" y="3"/>
                      <a:pt x="85" y="4"/>
                      <a:pt x="92" y="7"/>
                    </a:cubicBezTo>
                    <a:cubicBezTo>
                      <a:pt x="98" y="9"/>
                      <a:pt x="112" y="12"/>
                      <a:pt x="115" y="1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0" name="Freeform 216">
                <a:extLst>
                  <a:ext uri="{FF2B5EF4-FFF2-40B4-BE49-F238E27FC236}">
                    <a16:creationId xmlns:a16="http://schemas.microsoft.com/office/drawing/2014/main" id="{A9D7C1C4-34A2-44CE-ACC2-B2A7B99EF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634"/>
                <a:ext cx="196" cy="31"/>
              </a:xfrm>
              <a:custGeom>
                <a:avLst/>
                <a:gdLst>
                  <a:gd name="T0" fmla="*/ 0 w 116"/>
                  <a:gd name="T1" fmla="*/ 21 h 18"/>
                  <a:gd name="T2" fmla="*/ 240 w 116"/>
                  <a:gd name="T3" fmla="*/ 16 h 18"/>
                  <a:gd name="T4" fmla="*/ 559 w 116"/>
                  <a:gd name="T5" fmla="*/ 9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18">
                    <a:moveTo>
                      <a:pt x="0" y="4"/>
                    </a:moveTo>
                    <a:cubicBezTo>
                      <a:pt x="17" y="6"/>
                      <a:pt x="32" y="0"/>
                      <a:pt x="50" y="3"/>
                    </a:cubicBezTo>
                    <a:cubicBezTo>
                      <a:pt x="72" y="7"/>
                      <a:pt x="95" y="8"/>
                      <a:pt x="116" y="18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1" name="Freeform 217">
                <a:extLst>
                  <a:ext uri="{FF2B5EF4-FFF2-40B4-BE49-F238E27FC236}">
                    <a16:creationId xmlns:a16="http://schemas.microsoft.com/office/drawing/2014/main" id="{12E264F9-90D3-4EBD-AB69-90C4C4A64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658"/>
                <a:ext cx="221" cy="29"/>
              </a:xfrm>
              <a:custGeom>
                <a:avLst/>
                <a:gdLst>
                  <a:gd name="T0" fmla="*/ 8 w 131"/>
                  <a:gd name="T1" fmla="*/ 34 h 17"/>
                  <a:gd name="T2" fmla="*/ 0 w 131"/>
                  <a:gd name="T3" fmla="*/ 34 h 17"/>
                  <a:gd name="T4" fmla="*/ 140 w 131"/>
                  <a:gd name="T5" fmla="*/ 9 h 17"/>
                  <a:gd name="T6" fmla="*/ 278 w 131"/>
                  <a:gd name="T7" fmla="*/ 5 h 17"/>
                  <a:gd name="T8" fmla="*/ 496 w 131"/>
                  <a:gd name="T9" fmla="*/ 34 h 17"/>
                  <a:gd name="T10" fmla="*/ 629 w 131"/>
                  <a:gd name="T11" fmla="*/ 8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7">
                    <a:moveTo>
                      <a:pt x="2" y="7"/>
                    </a:moveTo>
                    <a:cubicBezTo>
                      <a:pt x="1" y="7"/>
                      <a:pt x="1" y="7"/>
                      <a:pt x="0" y="7"/>
                    </a:cubicBezTo>
                    <a:cubicBezTo>
                      <a:pt x="11" y="7"/>
                      <a:pt x="19" y="4"/>
                      <a:pt x="29" y="2"/>
                    </a:cubicBezTo>
                    <a:cubicBezTo>
                      <a:pt x="38" y="0"/>
                      <a:pt x="48" y="1"/>
                      <a:pt x="58" y="1"/>
                    </a:cubicBezTo>
                    <a:cubicBezTo>
                      <a:pt x="73" y="2"/>
                      <a:pt x="89" y="2"/>
                      <a:pt x="103" y="7"/>
                    </a:cubicBezTo>
                    <a:cubicBezTo>
                      <a:pt x="112" y="10"/>
                      <a:pt x="122" y="16"/>
                      <a:pt x="131" y="1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2" name="Freeform 218">
                <a:extLst>
                  <a:ext uri="{FF2B5EF4-FFF2-40B4-BE49-F238E27FC236}">
                    <a16:creationId xmlns:a16="http://schemas.microsoft.com/office/drawing/2014/main" id="{D13A4094-AD3A-4657-BFAE-254C940FC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665"/>
                <a:ext cx="278" cy="27"/>
              </a:xfrm>
              <a:custGeom>
                <a:avLst/>
                <a:gdLst>
                  <a:gd name="T0" fmla="*/ 0 w 164"/>
                  <a:gd name="T1" fmla="*/ 62 h 16"/>
                  <a:gd name="T2" fmla="*/ 210 w 164"/>
                  <a:gd name="T3" fmla="*/ 5 h 16"/>
                  <a:gd name="T4" fmla="*/ 405 w 164"/>
                  <a:gd name="T5" fmla="*/ 5 h 16"/>
                  <a:gd name="T6" fmla="*/ 644 w 164"/>
                  <a:gd name="T7" fmla="*/ 49 h 16"/>
                  <a:gd name="T8" fmla="*/ 798 w 164"/>
                  <a:gd name="T9" fmla="*/ 7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16">
                    <a:moveTo>
                      <a:pt x="0" y="13"/>
                    </a:moveTo>
                    <a:cubicBezTo>
                      <a:pt x="15" y="12"/>
                      <a:pt x="28" y="2"/>
                      <a:pt x="43" y="1"/>
                    </a:cubicBezTo>
                    <a:cubicBezTo>
                      <a:pt x="56" y="0"/>
                      <a:pt x="70" y="0"/>
                      <a:pt x="83" y="1"/>
                    </a:cubicBezTo>
                    <a:cubicBezTo>
                      <a:pt x="100" y="3"/>
                      <a:pt x="115" y="7"/>
                      <a:pt x="132" y="10"/>
                    </a:cubicBezTo>
                    <a:cubicBezTo>
                      <a:pt x="143" y="12"/>
                      <a:pt x="154" y="13"/>
                      <a:pt x="164" y="16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3" name="Freeform 219">
                <a:extLst>
                  <a:ext uri="{FF2B5EF4-FFF2-40B4-BE49-F238E27FC236}">
                    <a16:creationId xmlns:a16="http://schemas.microsoft.com/office/drawing/2014/main" id="{468F36D8-4DC1-4E18-8BE5-4C07E7E4E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61"/>
                <a:ext cx="174" cy="20"/>
              </a:xfrm>
              <a:custGeom>
                <a:avLst/>
                <a:gdLst>
                  <a:gd name="T0" fmla="*/ 0 w 103"/>
                  <a:gd name="T1" fmla="*/ 50 h 12"/>
                  <a:gd name="T2" fmla="*/ 231 w 103"/>
                  <a:gd name="T3" fmla="*/ 5 h 12"/>
                  <a:gd name="T4" fmla="*/ 497 w 103"/>
                  <a:gd name="T5" fmla="*/ 4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2">
                    <a:moveTo>
                      <a:pt x="0" y="11"/>
                    </a:moveTo>
                    <a:cubicBezTo>
                      <a:pt x="17" y="12"/>
                      <a:pt x="31" y="1"/>
                      <a:pt x="48" y="1"/>
                    </a:cubicBezTo>
                    <a:cubicBezTo>
                      <a:pt x="65" y="0"/>
                      <a:pt x="88" y="3"/>
                      <a:pt x="103" y="1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4" name="Freeform 220">
                <a:extLst>
                  <a:ext uri="{FF2B5EF4-FFF2-40B4-BE49-F238E27FC236}">
                    <a16:creationId xmlns:a16="http://schemas.microsoft.com/office/drawing/2014/main" id="{05A83FE7-7A70-4EF8-8B26-26BB2F403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807"/>
                <a:ext cx="1227" cy="98"/>
              </a:xfrm>
              <a:custGeom>
                <a:avLst/>
                <a:gdLst>
                  <a:gd name="T0" fmla="*/ 3505 w 726"/>
                  <a:gd name="T1" fmla="*/ 145 h 58"/>
                  <a:gd name="T2" fmla="*/ 3157 w 726"/>
                  <a:gd name="T3" fmla="*/ 133 h 58"/>
                  <a:gd name="T4" fmla="*/ 2905 w 726"/>
                  <a:gd name="T5" fmla="*/ 5 h 58"/>
                  <a:gd name="T6" fmla="*/ 2596 w 726"/>
                  <a:gd name="T7" fmla="*/ 117 h 58"/>
                  <a:gd name="T8" fmla="*/ 2211 w 726"/>
                  <a:gd name="T9" fmla="*/ 20 h 58"/>
                  <a:gd name="T10" fmla="*/ 2057 w 726"/>
                  <a:gd name="T11" fmla="*/ 54 h 58"/>
                  <a:gd name="T12" fmla="*/ 1453 w 726"/>
                  <a:gd name="T13" fmla="*/ 34 h 58"/>
                  <a:gd name="T14" fmla="*/ 985 w 726"/>
                  <a:gd name="T15" fmla="*/ 174 h 58"/>
                  <a:gd name="T16" fmla="*/ 725 w 726"/>
                  <a:gd name="T17" fmla="*/ 100 h 58"/>
                  <a:gd name="T18" fmla="*/ 463 w 726"/>
                  <a:gd name="T19" fmla="*/ 194 h 58"/>
                  <a:gd name="T20" fmla="*/ 232 w 726"/>
                  <a:gd name="T21" fmla="*/ 265 h 58"/>
                  <a:gd name="T22" fmla="*/ 0 w 726"/>
                  <a:gd name="T23" fmla="*/ 208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6" h="58">
                    <a:moveTo>
                      <a:pt x="726" y="30"/>
                    </a:moveTo>
                    <a:cubicBezTo>
                      <a:pt x="699" y="47"/>
                      <a:pt x="684" y="43"/>
                      <a:pt x="654" y="28"/>
                    </a:cubicBezTo>
                    <a:cubicBezTo>
                      <a:pt x="635" y="19"/>
                      <a:pt x="615" y="16"/>
                      <a:pt x="602" y="1"/>
                    </a:cubicBezTo>
                    <a:cubicBezTo>
                      <a:pt x="578" y="12"/>
                      <a:pt x="567" y="27"/>
                      <a:pt x="538" y="24"/>
                    </a:cubicBezTo>
                    <a:cubicBezTo>
                      <a:pt x="511" y="21"/>
                      <a:pt x="485" y="8"/>
                      <a:pt x="458" y="4"/>
                    </a:cubicBezTo>
                    <a:cubicBezTo>
                      <a:pt x="440" y="0"/>
                      <a:pt x="441" y="3"/>
                      <a:pt x="426" y="11"/>
                    </a:cubicBezTo>
                    <a:cubicBezTo>
                      <a:pt x="378" y="37"/>
                      <a:pt x="350" y="11"/>
                      <a:pt x="301" y="7"/>
                    </a:cubicBezTo>
                    <a:cubicBezTo>
                      <a:pt x="271" y="4"/>
                      <a:pt x="238" y="37"/>
                      <a:pt x="204" y="36"/>
                    </a:cubicBezTo>
                    <a:cubicBezTo>
                      <a:pt x="186" y="36"/>
                      <a:pt x="168" y="24"/>
                      <a:pt x="150" y="21"/>
                    </a:cubicBezTo>
                    <a:cubicBezTo>
                      <a:pt x="125" y="15"/>
                      <a:pt x="116" y="27"/>
                      <a:pt x="96" y="40"/>
                    </a:cubicBezTo>
                    <a:cubicBezTo>
                      <a:pt x="82" y="49"/>
                      <a:pt x="66" y="58"/>
                      <a:pt x="48" y="55"/>
                    </a:cubicBezTo>
                    <a:cubicBezTo>
                      <a:pt x="35" y="53"/>
                      <a:pt x="8" y="54"/>
                      <a:pt x="0" y="4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5" name="Freeform 221">
                <a:extLst>
                  <a:ext uri="{FF2B5EF4-FFF2-40B4-BE49-F238E27FC236}">
                    <a16:creationId xmlns:a16="http://schemas.microsoft.com/office/drawing/2014/main" id="{2FA3C259-8E22-47B8-8D7E-2ABAF96A4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880"/>
                <a:ext cx="518" cy="77"/>
              </a:xfrm>
              <a:custGeom>
                <a:avLst/>
                <a:gdLst>
                  <a:gd name="T0" fmla="*/ 1485 w 306"/>
                  <a:gd name="T1" fmla="*/ 0 h 46"/>
                  <a:gd name="T2" fmla="*/ 1381 w 306"/>
                  <a:gd name="T3" fmla="*/ 62 h 46"/>
                  <a:gd name="T4" fmla="*/ 1266 w 306"/>
                  <a:gd name="T5" fmla="*/ 99 h 46"/>
                  <a:gd name="T6" fmla="*/ 1043 w 306"/>
                  <a:gd name="T7" fmla="*/ 79 h 46"/>
                  <a:gd name="T8" fmla="*/ 960 w 306"/>
                  <a:gd name="T9" fmla="*/ 47 h 46"/>
                  <a:gd name="T10" fmla="*/ 853 w 306"/>
                  <a:gd name="T11" fmla="*/ 99 h 46"/>
                  <a:gd name="T12" fmla="*/ 576 w 306"/>
                  <a:gd name="T13" fmla="*/ 187 h 46"/>
                  <a:gd name="T14" fmla="*/ 330 w 306"/>
                  <a:gd name="T15" fmla="*/ 65 h 46"/>
                  <a:gd name="T16" fmla="*/ 0 w 306"/>
                  <a:gd name="T17" fmla="*/ 194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6" h="46">
                    <a:moveTo>
                      <a:pt x="306" y="0"/>
                    </a:moveTo>
                    <a:cubicBezTo>
                      <a:pt x="299" y="4"/>
                      <a:pt x="293" y="8"/>
                      <a:pt x="285" y="13"/>
                    </a:cubicBezTo>
                    <a:cubicBezTo>
                      <a:pt x="278" y="17"/>
                      <a:pt x="267" y="17"/>
                      <a:pt x="261" y="21"/>
                    </a:cubicBezTo>
                    <a:cubicBezTo>
                      <a:pt x="249" y="28"/>
                      <a:pt x="227" y="23"/>
                      <a:pt x="215" y="17"/>
                    </a:cubicBezTo>
                    <a:cubicBezTo>
                      <a:pt x="210" y="15"/>
                      <a:pt x="203" y="10"/>
                      <a:pt x="198" y="10"/>
                    </a:cubicBezTo>
                    <a:cubicBezTo>
                      <a:pt x="192" y="10"/>
                      <a:pt x="182" y="17"/>
                      <a:pt x="176" y="21"/>
                    </a:cubicBezTo>
                    <a:cubicBezTo>
                      <a:pt x="157" y="35"/>
                      <a:pt x="146" y="46"/>
                      <a:pt x="119" y="40"/>
                    </a:cubicBezTo>
                    <a:cubicBezTo>
                      <a:pt x="96" y="34"/>
                      <a:pt x="86" y="25"/>
                      <a:pt x="68" y="14"/>
                    </a:cubicBezTo>
                    <a:cubicBezTo>
                      <a:pt x="56" y="31"/>
                      <a:pt x="22" y="41"/>
                      <a:pt x="0" y="41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6" name="Freeform 222">
                <a:extLst>
                  <a:ext uri="{FF2B5EF4-FFF2-40B4-BE49-F238E27FC236}">
                    <a16:creationId xmlns:a16="http://schemas.microsoft.com/office/drawing/2014/main" id="{52C2F654-900F-49EC-9C31-7B99C9C41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843"/>
                <a:ext cx="1400" cy="152"/>
              </a:xfrm>
              <a:custGeom>
                <a:avLst/>
                <a:gdLst>
                  <a:gd name="T0" fmla="*/ 4002 w 828"/>
                  <a:gd name="T1" fmla="*/ 0 h 90"/>
                  <a:gd name="T2" fmla="*/ 3886 w 828"/>
                  <a:gd name="T3" fmla="*/ 34 h 90"/>
                  <a:gd name="T4" fmla="*/ 3659 w 828"/>
                  <a:gd name="T5" fmla="*/ 105 h 90"/>
                  <a:gd name="T6" fmla="*/ 3443 w 828"/>
                  <a:gd name="T7" fmla="*/ 100 h 90"/>
                  <a:gd name="T8" fmla="*/ 3262 w 828"/>
                  <a:gd name="T9" fmla="*/ 5 h 90"/>
                  <a:gd name="T10" fmla="*/ 3170 w 828"/>
                  <a:gd name="T11" fmla="*/ 41 h 90"/>
                  <a:gd name="T12" fmla="*/ 3084 w 828"/>
                  <a:gd name="T13" fmla="*/ 71 h 90"/>
                  <a:gd name="T14" fmla="*/ 2852 w 828"/>
                  <a:gd name="T15" fmla="*/ 162 h 90"/>
                  <a:gd name="T16" fmla="*/ 2682 w 828"/>
                  <a:gd name="T17" fmla="*/ 132 h 90"/>
                  <a:gd name="T18" fmla="*/ 2464 w 828"/>
                  <a:gd name="T19" fmla="*/ 78 h 90"/>
                  <a:gd name="T20" fmla="*/ 2354 w 828"/>
                  <a:gd name="T21" fmla="*/ 133 h 90"/>
                  <a:gd name="T22" fmla="*/ 2132 w 828"/>
                  <a:gd name="T23" fmla="*/ 225 h 90"/>
                  <a:gd name="T24" fmla="*/ 1973 w 828"/>
                  <a:gd name="T25" fmla="*/ 211 h 90"/>
                  <a:gd name="T26" fmla="*/ 1775 w 828"/>
                  <a:gd name="T27" fmla="*/ 174 h 90"/>
                  <a:gd name="T28" fmla="*/ 1652 w 828"/>
                  <a:gd name="T29" fmla="*/ 240 h 90"/>
                  <a:gd name="T30" fmla="*/ 1429 w 828"/>
                  <a:gd name="T31" fmla="*/ 323 h 90"/>
                  <a:gd name="T32" fmla="*/ 1307 w 828"/>
                  <a:gd name="T33" fmla="*/ 280 h 90"/>
                  <a:gd name="T34" fmla="*/ 1170 w 828"/>
                  <a:gd name="T35" fmla="*/ 225 h 90"/>
                  <a:gd name="T36" fmla="*/ 1077 w 828"/>
                  <a:gd name="T37" fmla="*/ 285 h 90"/>
                  <a:gd name="T38" fmla="*/ 915 w 828"/>
                  <a:gd name="T39" fmla="*/ 380 h 90"/>
                  <a:gd name="T40" fmla="*/ 778 w 828"/>
                  <a:gd name="T41" fmla="*/ 356 h 90"/>
                  <a:gd name="T42" fmla="*/ 600 w 828"/>
                  <a:gd name="T43" fmla="*/ 323 h 90"/>
                  <a:gd name="T44" fmla="*/ 448 w 828"/>
                  <a:gd name="T45" fmla="*/ 410 h 90"/>
                  <a:gd name="T46" fmla="*/ 294 w 828"/>
                  <a:gd name="T47" fmla="*/ 414 h 90"/>
                  <a:gd name="T48" fmla="*/ 107 w 828"/>
                  <a:gd name="T49" fmla="*/ 365 h 90"/>
                  <a:gd name="T50" fmla="*/ 0 w 828"/>
                  <a:gd name="T51" fmla="*/ 33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28" h="90">
                    <a:moveTo>
                      <a:pt x="828" y="0"/>
                    </a:moveTo>
                    <a:cubicBezTo>
                      <a:pt x="822" y="4"/>
                      <a:pt x="812" y="4"/>
                      <a:pt x="804" y="7"/>
                    </a:cubicBezTo>
                    <a:cubicBezTo>
                      <a:pt x="789" y="11"/>
                      <a:pt x="773" y="16"/>
                      <a:pt x="757" y="22"/>
                    </a:cubicBezTo>
                    <a:cubicBezTo>
                      <a:pt x="737" y="29"/>
                      <a:pt x="730" y="31"/>
                      <a:pt x="712" y="21"/>
                    </a:cubicBezTo>
                    <a:cubicBezTo>
                      <a:pt x="702" y="16"/>
                      <a:pt x="687" y="0"/>
                      <a:pt x="675" y="1"/>
                    </a:cubicBezTo>
                    <a:cubicBezTo>
                      <a:pt x="670" y="1"/>
                      <a:pt x="661" y="6"/>
                      <a:pt x="656" y="8"/>
                    </a:cubicBezTo>
                    <a:cubicBezTo>
                      <a:pt x="650" y="10"/>
                      <a:pt x="644" y="12"/>
                      <a:pt x="638" y="15"/>
                    </a:cubicBezTo>
                    <a:cubicBezTo>
                      <a:pt x="624" y="22"/>
                      <a:pt x="606" y="32"/>
                      <a:pt x="590" y="34"/>
                    </a:cubicBezTo>
                    <a:cubicBezTo>
                      <a:pt x="579" y="35"/>
                      <a:pt x="566" y="30"/>
                      <a:pt x="555" y="27"/>
                    </a:cubicBezTo>
                    <a:cubicBezTo>
                      <a:pt x="540" y="22"/>
                      <a:pt x="524" y="21"/>
                      <a:pt x="510" y="16"/>
                    </a:cubicBezTo>
                    <a:cubicBezTo>
                      <a:pt x="504" y="21"/>
                      <a:pt x="495" y="25"/>
                      <a:pt x="487" y="28"/>
                    </a:cubicBezTo>
                    <a:cubicBezTo>
                      <a:pt x="474" y="34"/>
                      <a:pt x="456" y="45"/>
                      <a:pt x="441" y="47"/>
                    </a:cubicBezTo>
                    <a:cubicBezTo>
                      <a:pt x="431" y="48"/>
                      <a:pt x="419" y="46"/>
                      <a:pt x="408" y="44"/>
                    </a:cubicBezTo>
                    <a:cubicBezTo>
                      <a:pt x="395" y="42"/>
                      <a:pt x="381" y="35"/>
                      <a:pt x="367" y="36"/>
                    </a:cubicBezTo>
                    <a:cubicBezTo>
                      <a:pt x="358" y="37"/>
                      <a:pt x="349" y="45"/>
                      <a:pt x="342" y="50"/>
                    </a:cubicBezTo>
                    <a:cubicBezTo>
                      <a:pt x="329" y="58"/>
                      <a:pt x="313" y="70"/>
                      <a:pt x="296" y="67"/>
                    </a:cubicBezTo>
                    <a:cubicBezTo>
                      <a:pt x="287" y="65"/>
                      <a:pt x="278" y="62"/>
                      <a:pt x="270" y="58"/>
                    </a:cubicBezTo>
                    <a:cubicBezTo>
                      <a:pt x="262" y="54"/>
                      <a:pt x="249" y="52"/>
                      <a:pt x="242" y="47"/>
                    </a:cubicBezTo>
                    <a:cubicBezTo>
                      <a:pt x="236" y="51"/>
                      <a:pt x="229" y="55"/>
                      <a:pt x="223" y="59"/>
                    </a:cubicBezTo>
                    <a:cubicBezTo>
                      <a:pt x="213" y="66"/>
                      <a:pt x="201" y="77"/>
                      <a:pt x="189" y="79"/>
                    </a:cubicBezTo>
                    <a:cubicBezTo>
                      <a:pt x="180" y="82"/>
                      <a:pt x="169" y="77"/>
                      <a:pt x="161" y="74"/>
                    </a:cubicBezTo>
                    <a:cubicBezTo>
                      <a:pt x="150" y="70"/>
                      <a:pt x="135" y="63"/>
                      <a:pt x="124" y="67"/>
                    </a:cubicBezTo>
                    <a:cubicBezTo>
                      <a:pt x="113" y="71"/>
                      <a:pt x="104" y="80"/>
                      <a:pt x="93" y="85"/>
                    </a:cubicBezTo>
                    <a:cubicBezTo>
                      <a:pt x="81" y="90"/>
                      <a:pt x="74" y="90"/>
                      <a:pt x="61" y="86"/>
                    </a:cubicBezTo>
                    <a:cubicBezTo>
                      <a:pt x="48" y="82"/>
                      <a:pt x="35" y="78"/>
                      <a:pt x="22" y="76"/>
                    </a:cubicBezTo>
                    <a:cubicBezTo>
                      <a:pt x="14" y="75"/>
                      <a:pt x="6" y="73"/>
                      <a:pt x="0" y="6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7" name="Freeform 223">
                <a:extLst>
                  <a:ext uri="{FF2B5EF4-FFF2-40B4-BE49-F238E27FC236}">
                    <a16:creationId xmlns:a16="http://schemas.microsoft.com/office/drawing/2014/main" id="{0D5D8E4D-C45C-4842-A034-66EB6C4CB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844"/>
                <a:ext cx="195" cy="51"/>
              </a:xfrm>
              <a:custGeom>
                <a:avLst/>
                <a:gdLst>
                  <a:gd name="T0" fmla="*/ 0 w 115"/>
                  <a:gd name="T1" fmla="*/ 5 h 30"/>
                  <a:gd name="T2" fmla="*/ 98 w 115"/>
                  <a:gd name="T3" fmla="*/ 49 h 30"/>
                  <a:gd name="T4" fmla="*/ 195 w 115"/>
                  <a:gd name="T5" fmla="*/ 83 h 30"/>
                  <a:gd name="T6" fmla="*/ 268 w 115"/>
                  <a:gd name="T7" fmla="*/ 107 h 30"/>
                  <a:gd name="T8" fmla="*/ 327 w 115"/>
                  <a:gd name="T9" fmla="*/ 139 h 30"/>
                  <a:gd name="T10" fmla="*/ 471 w 115"/>
                  <a:gd name="T11" fmla="*/ 104 h 30"/>
                  <a:gd name="T12" fmla="*/ 561 w 115"/>
                  <a:gd name="T13" fmla="*/ 75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30">
                    <a:moveTo>
                      <a:pt x="0" y="1"/>
                    </a:moveTo>
                    <a:cubicBezTo>
                      <a:pt x="8" y="0"/>
                      <a:pt x="14" y="7"/>
                      <a:pt x="20" y="10"/>
                    </a:cubicBezTo>
                    <a:cubicBezTo>
                      <a:pt x="27" y="12"/>
                      <a:pt x="33" y="15"/>
                      <a:pt x="40" y="17"/>
                    </a:cubicBezTo>
                    <a:cubicBezTo>
                      <a:pt x="45" y="19"/>
                      <a:pt x="50" y="20"/>
                      <a:pt x="55" y="22"/>
                    </a:cubicBezTo>
                    <a:cubicBezTo>
                      <a:pt x="59" y="24"/>
                      <a:pt x="62" y="27"/>
                      <a:pt x="67" y="28"/>
                    </a:cubicBezTo>
                    <a:cubicBezTo>
                      <a:pt x="78" y="30"/>
                      <a:pt x="87" y="24"/>
                      <a:pt x="97" y="21"/>
                    </a:cubicBezTo>
                    <a:cubicBezTo>
                      <a:pt x="103" y="19"/>
                      <a:pt x="110" y="18"/>
                      <a:pt x="115" y="1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8" name="Freeform 224">
                <a:extLst>
                  <a:ext uri="{FF2B5EF4-FFF2-40B4-BE49-F238E27FC236}">
                    <a16:creationId xmlns:a16="http://schemas.microsoft.com/office/drawing/2014/main" id="{F47881C1-F7D7-4958-8AE4-138B09E10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897"/>
                <a:ext cx="166" cy="45"/>
              </a:xfrm>
              <a:custGeom>
                <a:avLst/>
                <a:gdLst>
                  <a:gd name="T0" fmla="*/ 5 w 98"/>
                  <a:gd name="T1" fmla="*/ 0 h 27"/>
                  <a:gd name="T2" fmla="*/ 244 w 98"/>
                  <a:gd name="T3" fmla="*/ 103 h 27"/>
                  <a:gd name="T4" fmla="*/ 476 w 98"/>
                  <a:gd name="T5" fmla="*/ 2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27">
                    <a:moveTo>
                      <a:pt x="1" y="0"/>
                    </a:moveTo>
                    <a:cubicBezTo>
                      <a:pt x="0" y="2"/>
                      <a:pt x="41" y="20"/>
                      <a:pt x="50" y="22"/>
                    </a:cubicBezTo>
                    <a:cubicBezTo>
                      <a:pt x="68" y="27"/>
                      <a:pt x="84" y="13"/>
                      <a:pt x="98" y="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9" name="Freeform 225">
                <a:extLst>
                  <a:ext uri="{FF2B5EF4-FFF2-40B4-BE49-F238E27FC236}">
                    <a16:creationId xmlns:a16="http://schemas.microsoft.com/office/drawing/2014/main" id="{CDFBA828-E043-4C8E-A4BD-6AA3A9C86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880"/>
                <a:ext cx="263" cy="39"/>
              </a:xfrm>
              <a:custGeom>
                <a:avLst/>
                <a:gdLst>
                  <a:gd name="T0" fmla="*/ 747 w 156"/>
                  <a:gd name="T1" fmla="*/ 20 h 23"/>
                  <a:gd name="T2" fmla="*/ 622 w 156"/>
                  <a:gd name="T3" fmla="*/ 49 h 23"/>
                  <a:gd name="T4" fmla="*/ 497 w 156"/>
                  <a:gd name="T5" fmla="*/ 92 h 23"/>
                  <a:gd name="T6" fmla="*/ 335 w 156"/>
                  <a:gd name="T7" fmla="*/ 90 h 23"/>
                  <a:gd name="T8" fmla="*/ 0 w 156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3">
                    <a:moveTo>
                      <a:pt x="156" y="4"/>
                    </a:moveTo>
                    <a:cubicBezTo>
                      <a:pt x="150" y="2"/>
                      <a:pt x="136" y="8"/>
                      <a:pt x="130" y="10"/>
                    </a:cubicBezTo>
                    <a:cubicBezTo>
                      <a:pt x="121" y="14"/>
                      <a:pt x="113" y="17"/>
                      <a:pt x="104" y="19"/>
                    </a:cubicBezTo>
                    <a:cubicBezTo>
                      <a:pt x="91" y="23"/>
                      <a:pt x="83" y="22"/>
                      <a:pt x="70" y="18"/>
                    </a:cubicBezTo>
                    <a:cubicBezTo>
                      <a:pt x="47" y="10"/>
                      <a:pt x="25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0" name="Freeform 226">
                <a:extLst>
                  <a:ext uri="{FF2B5EF4-FFF2-40B4-BE49-F238E27FC236}">
                    <a16:creationId xmlns:a16="http://schemas.microsoft.com/office/drawing/2014/main" id="{39FB557B-31F3-4DA0-92D2-A95AF4553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886"/>
                <a:ext cx="197" cy="31"/>
              </a:xfrm>
              <a:custGeom>
                <a:avLst/>
                <a:gdLst>
                  <a:gd name="T0" fmla="*/ 559 w 117"/>
                  <a:gd name="T1" fmla="*/ 0 h 18"/>
                  <a:gd name="T2" fmla="*/ 236 w 117"/>
                  <a:gd name="T3" fmla="*/ 71 h 18"/>
                  <a:gd name="T4" fmla="*/ 96 w 117"/>
                  <a:gd name="T5" fmla="*/ 57 h 18"/>
                  <a:gd name="T6" fmla="*/ 0 w 117"/>
                  <a:gd name="T7" fmla="*/ 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18">
                    <a:moveTo>
                      <a:pt x="117" y="0"/>
                    </a:moveTo>
                    <a:cubicBezTo>
                      <a:pt x="95" y="3"/>
                      <a:pt x="72" y="18"/>
                      <a:pt x="49" y="14"/>
                    </a:cubicBezTo>
                    <a:cubicBezTo>
                      <a:pt x="39" y="13"/>
                      <a:pt x="30" y="13"/>
                      <a:pt x="20" y="11"/>
                    </a:cubicBezTo>
                    <a:cubicBezTo>
                      <a:pt x="13" y="10"/>
                      <a:pt x="6" y="8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1" name="Freeform 227">
                <a:extLst>
                  <a:ext uri="{FF2B5EF4-FFF2-40B4-BE49-F238E27FC236}">
                    <a16:creationId xmlns:a16="http://schemas.microsoft.com/office/drawing/2014/main" id="{1F398F9B-F1B6-49BA-A699-8DE63A0EA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897"/>
                <a:ext cx="193" cy="37"/>
              </a:xfrm>
              <a:custGeom>
                <a:avLst/>
                <a:gdLst>
                  <a:gd name="T0" fmla="*/ 554 w 114"/>
                  <a:gd name="T1" fmla="*/ 0 h 22"/>
                  <a:gd name="T2" fmla="*/ 378 w 114"/>
                  <a:gd name="T3" fmla="*/ 62 h 22"/>
                  <a:gd name="T4" fmla="*/ 239 w 114"/>
                  <a:gd name="T5" fmla="*/ 99 h 22"/>
                  <a:gd name="T6" fmla="*/ 0 w 114"/>
                  <a:gd name="T7" fmla="*/ 4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22">
                    <a:moveTo>
                      <a:pt x="114" y="0"/>
                    </a:moveTo>
                    <a:cubicBezTo>
                      <a:pt x="101" y="4"/>
                      <a:pt x="90" y="7"/>
                      <a:pt x="78" y="13"/>
                    </a:cubicBezTo>
                    <a:cubicBezTo>
                      <a:pt x="69" y="17"/>
                      <a:pt x="59" y="21"/>
                      <a:pt x="49" y="21"/>
                    </a:cubicBezTo>
                    <a:cubicBezTo>
                      <a:pt x="31" y="22"/>
                      <a:pt x="17" y="9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2" name="Freeform 228">
                <a:extLst>
                  <a:ext uri="{FF2B5EF4-FFF2-40B4-BE49-F238E27FC236}">
                    <a16:creationId xmlns:a16="http://schemas.microsoft.com/office/drawing/2014/main" id="{CD991A52-A76A-47EB-A67C-851979FD6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924"/>
                <a:ext cx="189" cy="49"/>
              </a:xfrm>
              <a:custGeom>
                <a:avLst/>
                <a:gdLst>
                  <a:gd name="T0" fmla="*/ 538 w 112"/>
                  <a:gd name="T1" fmla="*/ 0 h 29"/>
                  <a:gd name="T2" fmla="*/ 376 w 112"/>
                  <a:gd name="T3" fmla="*/ 83 h 29"/>
                  <a:gd name="T4" fmla="*/ 240 w 112"/>
                  <a:gd name="T5" fmla="*/ 140 h 29"/>
                  <a:gd name="T6" fmla="*/ 111 w 112"/>
                  <a:gd name="T7" fmla="*/ 112 h 29"/>
                  <a:gd name="T8" fmla="*/ 0 w 112"/>
                  <a:gd name="T9" fmla="*/ 9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29">
                    <a:moveTo>
                      <a:pt x="112" y="0"/>
                    </a:moveTo>
                    <a:cubicBezTo>
                      <a:pt x="98" y="2"/>
                      <a:pt x="89" y="11"/>
                      <a:pt x="78" y="17"/>
                    </a:cubicBezTo>
                    <a:cubicBezTo>
                      <a:pt x="70" y="21"/>
                      <a:pt x="59" y="29"/>
                      <a:pt x="50" y="29"/>
                    </a:cubicBezTo>
                    <a:cubicBezTo>
                      <a:pt x="41" y="29"/>
                      <a:pt x="32" y="25"/>
                      <a:pt x="23" y="23"/>
                    </a:cubicBezTo>
                    <a:cubicBezTo>
                      <a:pt x="16" y="22"/>
                      <a:pt x="6" y="18"/>
                      <a:pt x="0" y="19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3" name="Freeform 229">
                <a:extLst>
                  <a:ext uri="{FF2B5EF4-FFF2-40B4-BE49-F238E27FC236}">
                    <a16:creationId xmlns:a16="http://schemas.microsoft.com/office/drawing/2014/main" id="{B300AA1A-529A-466D-8F31-39318BF30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957"/>
                <a:ext cx="497" cy="76"/>
              </a:xfrm>
              <a:custGeom>
                <a:avLst/>
                <a:gdLst>
                  <a:gd name="T0" fmla="*/ 1420 w 294"/>
                  <a:gd name="T1" fmla="*/ 0 h 45"/>
                  <a:gd name="T2" fmla="*/ 1030 w 294"/>
                  <a:gd name="T3" fmla="*/ 111 h 45"/>
                  <a:gd name="T4" fmla="*/ 762 w 294"/>
                  <a:gd name="T5" fmla="*/ 96 h 45"/>
                  <a:gd name="T6" fmla="*/ 455 w 294"/>
                  <a:gd name="T7" fmla="*/ 154 h 45"/>
                  <a:gd name="T8" fmla="*/ 301 w 294"/>
                  <a:gd name="T9" fmla="*/ 105 h 45"/>
                  <a:gd name="T10" fmla="*/ 117 w 294"/>
                  <a:gd name="T11" fmla="*/ 182 h 45"/>
                  <a:gd name="T12" fmla="*/ 0 w 294"/>
                  <a:gd name="T13" fmla="*/ 2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4" h="45">
                    <a:moveTo>
                      <a:pt x="294" y="0"/>
                    </a:moveTo>
                    <a:cubicBezTo>
                      <a:pt x="266" y="6"/>
                      <a:pt x="243" y="28"/>
                      <a:pt x="213" y="23"/>
                    </a:cubicBezTo>
                    <a:cubicBezTo>
                      <a:pt x="192" y="20"/>
                      <a:pt x="180" y="12"/>
                      <a:pt x="158" y="20"/>
                    </a:cubicBezTo>
                    <a:cubicBezTo>
                      <a:pt x="139" y="27"/>
                      <a:pt x="114" y="37"/>
                      <a:pt x="94" y="32"/>
                    </a:cubicBezTo>
                    <a:cubicBezTo>
                      <a:pt x="83" y="29"/>
                      <a:pt x="72" y="22"/>
                      <a:pt x="62" y="22"/>
                    </a:cubicBezTo>
                    <a:cubicBezTo>
                      <a:pt x="49" y="22"/>
                      <a:pt x="35" y="32"/>
                      <a:pt x="24" y="38"/>
                    </a:cubicBezTo>
                    <a:cubicBezTo>
                      <a:pt x="15" y="43"/>
                      <a:pt x="9" y="43"/>
                      <a:pt x="0" y="4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4" name="Freeform 230">
                <a:extLst>
                  <a:ext uri="{FF2B5EF4-FFF2-40B4-BE49-F238E27FC236}">
                    <a16:creationId xmlns:a16="http://schemas.microsoft.com/office/drawing/2014/main" id="{1C721CEC-7212-4159-929C-C992BAEBF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3017"/>
                <a:ext cx="167" cy="28"/>
              </a:xfrm>
              <a:custGeom>
                <a:avLst/>
                <a:gdLst>
                  <a:gd name="T0" fmla="*/ 476 w 99"/>
                  <a:gd name="T1" fmla="*/ 0 h 17"/>
                  <a:gd name="T2" fmla="*/ 349 w 99"/>
                  <a:gd name="T3" fmla="*/ 58 h 17"/>
                  <a:gd name="T4" fmla="*/ 236 w 99"/>
                  <a:gd name="T5" fmla="*/ 71 h 17"/>
                  <a:gd name="T6" fmla="*/ 0 w 99"/>
                  <a:gd name="T7" fmla="*/ 4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17">
                    <a:moveTo>
                      <a:pt x="99" y="0"/>
                    </a:moveTo>
                    <a:cubicBezTo>
                      <a:pt x="90" y="4"/>
                      <a:pt x="83" y="11"/>
                      <a:pt x="73" y="13"/>
                    </a:cubicBezTo>
                    <a:cubicBezTo>
                      <a:pt x="65" y="15"/>
                      <a:pt x="57" y="15"/>
                      <a:pt x="49" y="16"/>
                    </a:cubicBezTo>
                    <a:cubicBezTo>
                      <a:pt x="32" y="17"/>
                      <a:pt x="16" y="10"/>
                      <a:pt x="0" y="1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5" name="Freeform 231">
                <a:extLst>
                  <a:ext uri="{FF2B5EF4-FFF2-40B4-BE49-F238E27FC236}">
                    <a16:creationId xmlns:a16="http://schemas.microsoft.com/office/drawing/2014/main" id="{E7DC0A46-035F-4788-88CB-8091C6980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000"/>
                <a:ext cx="186" cy="27"/>
              </a:xfrm>
              <a:custGeom>
                <a:avLst/>
                <a:gdLst>
                  <a:gd name="T0" fmla="*/ 0 w 110"/>
                  <a:gd name="T1" fmla="*/ 42 h 16"/>
                  <a:gd name="T2" fmla="*/ 162 w 110"/>
                  <a:gd name="T3" fmla="*/ 71 h 16"/>
                  <a:gd name="T4" fmla="*/ 281 w 110"/>
                  <a:gd name="T5" fmla="*/ 62 h 16"/>
                  <a:gd name="T6" fmla="*/ 533 w 110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6">
                    <a:moveTo>
                      <a:pt x="0" y="9"/>
                    </a:moveTo>
                    <a:cubicBezTo>
                      <a:pt x="11" y="12"/>
                      <a:pt x="23" y="14"/>
                      <a:pt x="34" y="15"/>
                    </a:cubicBezTo>
                    <a:cubicBezTo>
                      <a:pt x="42" y="16"/>
                      <a:pt x="50" y="15"/>
                      <a:pt x="58" y="13"/>
                    </a:cubicBezTo>
                    <a:cubicBezTo>
                      <a:pt x="75" y="9"/>
                      <a:pt x="93" y="5"/>
                      <a:pt x="110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6" name="Freeform 232">
                <a:extLst>
                  <a:ext uri="{FF2B5EF4-FFF2-40B4-BE49-F238E27FC236}">
                    <a16:creationId xmlns:a16="http://schemas.microsoft.com/office/drawing/2014/main" id="{78A7A8C1-7DA5-4710-908C-C912B4554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968"/>
                <a:ext cx="193" cy="28"/>
              </a:xfrm>
              <a:custGeom>
                <a:avLst/>
                <a:gdLst>
                  <a:gd name="T0" fmla="*/ 0 w 114"/>
                  <a:gd name="T1" fmla="*/ 76 h 17"/>
                  <a:gd name="T2" fmla="*/ 210 w 114"/>
                  <a:gd name="T3" fmla="*/ 63 h 17"/>
                  <a:gd name="T4" fmla="*/ 335 w 114"/>
                  <a:gd name="T5" fmla="*/ 63 h 17"/>
                  <a:gd name="T6" fmla="*/ 447 w 114"/>
                  <a:gd name="T7" fmla="*/ 49 h 17"/>
                  <a:gd name="T8" fmla="*/ 554 w 11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7">
                    <a:moveTo>
                      <a:pt x="0" y="17"/>
                    </a:moveTo>
                    <a:cubicBezTo>
                      <a:pt x="12" y="12"/>
                      <a:pt x="30" y="14"/>
                      <a:pt x="43" y="14"/>
                    </a:cubicBezTo>
                    <a:cubicBezTo>
                      <a:pt x="51" y="14"/>
                      <a:pt x="60" y="14"/>
                      <a:pt x="69" y="14"/>
                    </a:cubicBezTo>
                    <a:cubicBezTo>
                      <a:pt x="77" y="14"/>
                      <a:pt x="84" y="13"/>
                      <a:pt x="92" y="11"/>
                    </a:cubicBezTo>
                    <a:cubicBezTo>
                      <a:pt x="98" y="9"/>
                      <a:pt x="112" y="5"/>
                      <a:pt x="114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7" name="Freeform 233">
                <a:extLst>
                  <a:ext uri="{FF2B5EF4-FFF2-40B4-BE49-F238E27FC236}">
                    <a16:creationId xmlns:a16="http://schemas.microsoft.com/office/drawing/2014/main" id="{8D3EFA8C-22F6-4C03-A2C6-76AA67B8B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934"/>
                <a:ext cx="196" cy="29"/>
              </a:xfrm>
              <a:custGeom>
                <a:avLst/>
                <a:gdLst>
                  <a:gd name="T0" fmla="*/ 0 w 116"/>
                  <a:gd name="T1" fmla="*/ 65 h 17"/>
                  <a:gd name="T2" fmla="*/ 240 w 116"/>
                  <a:gd name="T3" fmla="*/ 70 h 17"/>
                  <a:gd name="T4" fmla="*/ 559 w 11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17">
                    <a:moveTo>
                      <a:pt x="0" y="13"/>
                    </a:moveTo>
                    <a:cubicBezTo>
                      <a:pt x="17" y="11"/>
                      <a:pt x="33" y="17"/>
                      <a:pt x="50" y="14"/>
                    </a:cubicBezTo>
                    <a:cubicBezTo>
                      <a:pt x="72" y="10"/>
                      <a:pt x="95" y="9"/>
                      <a:pt x="116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8" name="Freeform 234">
                <a:extLst>
                  <a:ext uri="{FF2B5EF4-FFF2-40B4-BE49-F238E27FC236}">
                    <a16:creationId xmlns:a16="http://schemas.microsoft.com/office/drawing/2014/main" id="{2756F10E-DAA9-4791-A07F-48F1B0860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912"/>
                <a:ext cx="223" cy="27"/>
              </a:xfrm>
              <a:custGeom>
                <a:avLst/>
                <a:gdLst>
                  <a:gd name="T0" fmla="*/ 8 w 132"/>
                  <a:gd name="T1" fmla="*/ 49 h 16"/>
                  <a:gd name="T2" fmla="*/ 0 w 132"/>
                  <a:gd name="T3" fmla="*/ 49 h 16"/>
                  <a:gd name="T4" fmla="*/ 140 w 132"/>
                  <a:gd name="T5" fmla="*/ 69 h 16"/>
                  <a:gd name="T6" fmla="*/ 280 w 132"/>
                  <a:gd name="T7" fmla="*/ 71 h 16"/>
                  <a:gd name="T8" fmla="*/ 497 w 132"/>
                  <a:gd name="T9" fmla="*/ 42 h 16"/>
                  <a:gd name="T10" fmla="*/ 637 w 13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6">
                    <a:moveTo>
                      <a:pt x="2" y="10"/>
                    </a:moveTo>
                    <a:cubicBezTo>
                      <a:pt x="2" y="10"/>
                      <a:pt x="1" y="10"/>
                      <a:pt x="0" y="10"/>
                    </a:cubicBezTo>
                    <a:cubicBezTo>
                      <a:pt x="11" y="10"/>
                      <a:pt x="19" y="12"/>
                      <a:pt x="29" y="14"/>
                    </a:cubicBezTo>
                    <a:cubicBezTo>
                      <a:pt x="38" y="16"/>
                      <a:pt x="49" y="15"/>
                      <a:pt x="58" y="15"/>
                    </a:cubicBezTo>
                    <a:cubicBezTo>
                      <a:pt x="73" y="14"/>
                      <a:pt x="89" y="14"/>
                      <a:pt x="103" y="9"/>
                    </a:cubicBezTo>
                    <a:cubicBezTo>
                      <a:pt x="112" y="7"/>
                      <a:pt x="123" y="0"/>
                      <a:pt x="132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9" name="Freeform 235">
                <a:extLst>
                  <a:ext uri="{FF2B5EF4-FFF2-40B4-BE49-F238E27FC236}">
                    <a16:creationId xmlns:a16="http://schemas.microsoft.com/office/drawing/2014/main" id="{D1240533-374D-4DBE-AE70-BAEEF59B0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907"/>
                <a:ext cx="276" cy="27"/>
              </a:xfrm>
              <a:custGeom>
                <a:avLst/>
                <a:gdLst>
                  <a:gd name="T0" fmla="*/ 0 w 163"/>
                  <a:gd name="T1" fmla="*/ 14 h 16"/>
                  <a:gd name="T2" fmla="*/ 203 w 163"/>
                  <a:gd name="T3" fmla="*/ 69 h 16"/>
                  <a:gd name="T4" fmla="*/ 398 w 163"/>
                  <a:gd name="T5" fmla="*/ 69 h 16"/>
                  <a:gd name="T6" fmla="*/ 637 w 163"/>
                  <a:gd name="T7" fmla="*/ 29 h 16"/>
                  <a:gd name="T8" fmla="*/ 791 w 163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16">
                    <a:moveTo>
                      <a:pt x="0" y="3"/>
                    </a:moveTo>
                    <a:cubicBezTo>
                      <a:pt x="14" y="4"/>
                      <a:pt x="27" y="13"/>
                      <a:pt x="42" y="14"/>
                    </a:cubicBezTo>
                    <a:cubicBezTo>
                      <a:pt x="55" y="15"/>
                      <a:pt x="70" y="16"/>
                      <a:pt x="82" y="14"/>
                    </a:cubicBezTo>
                    <a:cubicBezTo>
                      <a:pt x="99" y="13"/>
                      <a:pt x="115" y="9"/>
                      <a:pt x="131" y="6"/>
                    </a:cubicBezTo>
                    <a:cubicBezTo>
                      <a:pt x="142" y="4"/>
                      <a:pt x="153" y="3"/>
                      <a:pt x="163" y="0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0" name="Freeform 236">
                <a:extLst>
                  <a:ext uri="{FF2B5EF4-FFF2-40B4-BE49-F238E27FC236}">
                    <a16:creationId xmlns:a16="http://schemas.microsoft.com/office/drawing/2014/main" id="{A5481CEE-79DF-4011-97BE-F500CFF61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917"/>
                <a:ext cx="174" cy="18"/>
              </a:xfrm>
              <a:custGeom>
                <a:avLst/>
                <a:gdLst>
                  <a:gd name="T0" fmla="*/ 0 w 103"/>
                  <a:gd name="T1" fmla="*/ 5 h 11"/>
                  <a:gd name="T2" fmla="*/ 231 w 103"/>
                  <a:gd name="T3" fmla="*/ 47 h 11"/>
                  <a:gd name="T4" fmla="*/ 497 w 103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1">
                    <a:moveTo>
                      <a:pt x="0" y="1"/>
                    </a:moveTo>
                    <a:cubicBezTo>
                      <a:pt x="17" y="0"/>
                      <a:pt x="31" y="10"/>
                      <a:pt x="48" y="11"/>
                    </a:cubicBezTo>
                    <a:cubicBezTo>
                      <a:pt x="65" y="11"/>
                      <a:pt x="88" y="9"/>
                      <a:pt x="103" y="2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1" name="Freeform 237">
                <a:extLst>
                  <a:ext uri="{FF2B5EF4-FFF2-40B4-BE49-F238E27FC236}">
                    <a16:creationId xmlns:a16="http://schemas.microsoft.com/office/drawing/2014/main" id="{88146F66-EDA8-404D-8801-9BC4E543B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540"/>
                <a:ext cx="2828" cy="1509"/>
              </a:xfrm>
              <a:custGeom>
                <a:avLst/>
                <a:gdLst>
                  <a:gd name="T0" fmla="*/ 6729 w 1673"/>
                  <a:gd name="T1" fmla="*/ 319 h 893"/>
                  <a:gd name="T2" fmla="*/ 3918 w 1673"/>
                  <a:gd name="T3" fmla="*/ 289 h 893"/>
                  <a:gd name="T4" fmla="*/ 1743 w 1673"/>
                  <a:gd name="T5" fmla="*/ 5 h 893"/>
                  <a:gd name="T6" fmla="*/ 1582 w 1673"/>
                  <a:gd name="T7" fmla="*/ 8 h 893"/>
                  <a:gd name="T8" fmla="*/ 0 w 1673"/>
                  <a:gd name="T9" fmla="*/ 2156 h 893"/>
                  <a:gd name="T10" fmla="*/ 1582 w 1673"/>
                  <a:gd name="T11" fmla="*/ 4309 h 893"/>
                  <a:gd name="T12" fmla="*/ 1743 w 1673"/>
                  <a:gd name="T13" fmla="*/ 4301 h 893"/>
                  <a:gd name="T14" fmla="*/ 1743 w 1673"/>
                  <a:gd name="T15" fmla="*/ 4301 h 893"/>
                  <a:gd name="T16" fmla="*/ 3937 w 1673"/>
                  <a:gd name="T17" fmla="*/ 4052 h 893"/>
                  <a:gd name="T18" fmla="*/ 6729 w 1673"/>
                  <a:gd name="T19" fmla="*/ 3995 h 893"/>
                  <a:gd name="T20" fmla="*/ 8080 w 1673"/>
                  <a:gd name="T21" fmla="*/ 2156 h 893"/>
                  <a:gd name="T22" fmla="*/ 6729 w 1673"/>
                  <a:gd name="T23" fmla="*/ 319 h 8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73" h="893">
                    <a:moveTo>
                      <a:pt x="1393" y="66"/>
                    </a:moveTo>
                    <a:cubicBezTo>
                      <a:pt x="1247" y="79"/>
                      <a:pt x="890" y="74"/>
                      <a:pt x="811" y="60"/>
                    </a:cubicBezTo>
                    <a:cubicBezTo>
                      <a:pt x="538" y="13"/>
                      <a:pt x="413" y="3"/>
                      <a:pt x="361" y="1"/>
                    </a:cubicBezTo>
                    <a:cubicBezTo>
                      <a:pt x="350" y="0"/>
                      <a:pt x="339" y="2"/>
                      <a:pt x="328" y="2"/>
                    </a:cubicBezTo>
                    <a:cubicBezTo>
                      <a:pt x="147" y="2"/>
                      <a:pt x="0" y="201"/>
                      <a:pt x="0" y="447"/>
                    </a:cubicBezTo>
                    <a:cubicBezTo>
                      <a:pt x="0" y="693"/>
                      <a:pt x="147" y="893"/>
                      <a:pt x="328" y="893"/>
                    </a:cubicBezTo>
                    <a:cubicBezTo>
                      <a:pt x="339" y="893"/>
                      <a:pt x="350" y="893"/>
                      <a:pt x="361" y="891"/>
                    </a:cubicBezTo>
                    <a:cubicBezTo>
                      <a:pt x="361" y="891"/>
                      <a:pt x="361" y="891"/>
                      <a:pt x="361" y="891"/>
                    </a:cubicBezTo>
                    <a:cubicBezTo>
                      <a:pt x="516" y="887"/>
                      <a:pt x="628" y="886"/>
                      <a:pt x="815" y="840"/>
                    </a:cubicBezTo>
                    <a:cubicBezTo>
                      <a:pt x="919" y="815"/>
                      <a:pt x="1393" y="828"/>
                      <a:pt x="1393" y="828"/>
                    </a:cubicBezTo>
                    <a:cubicBezTo>
                      <a:pt x="1548" y="828"/>
                      <a:pt x="1673" y="657"/>
                      <a:pt x="1673" y="447"/>
                    </a:cubicBezTo>
                    <a:cubicBezTo>
                      <a:pt x="1673" y="237"/>
                      <a:pt x="1548" y="66"/>
                      <a:pt x="1393" y="66"/>
                    </a:cubicBezTo>
                  </a:path>
                </a:pathLst>
              </a:custGeom>
              <a:noFill/>
              <a:ln w="9525" cap="flat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2" name="Freeform 238">
                <a:extLst>
                  <a:ext uri="{FF2B5EF4-FFF2-40B4-BE49-F238E27FC236}">
                    <a16:creationId xmlns:a16="http://schemas.microsoft.com/office/drawing/2014/main" id="{604AEB84-9050-4314-8559-ADFC1D2B3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276"/>
                <a:ext cx="45" cy="48"/>
              </a:xfrm>
              <a:custGeom>
                <a:avLst/>
                <a:gdLst>
                  <a:gd name="T0" fmla="*/ 92 w 27"/>
                  <a:gd name="T1" fmla="*/ 0 h 28"/>
                  <a:gd name="T2" fmla="*/ 42 w 27"/>
                  <a:gd name="T3" fmla="*/ 91 h 28"/>
                  <a:gd name="T4" fmla="*/ 88 w 27"/>
                  <a:gd name="T5" fmla="*/ 91 h 28"/>
                  <a:gd name="T6" fmla="*/ 103 w 27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20" y="0"/>
                    </a:moveTo>
                    <a:cubicBezTo>
                      <a:pt x="25" y="10"/>
                      <a:pt x="14" y="12"/>
                      <a:pt x="9" y="18"/>
                    </a:cubicBezTo>
                    <a:cubicBezTo>
                      <a:pt x="0" y="28"/>
                      <a:pt x="14" y="21"/>
                      <a:pt x="19" y="18"/>
                    </a:cubicBezTo>
                    <a:cubicBezTo>
                      <a:pt x="20" y="13"/>
                      <a:pt x="27" y="5"/>
                      <a:pt x="22" y="0"/>
                    </a:cubicBezTo>
                  </a:path>
                </a:pathLst>
              </a:custGeom>
              <a:solidFill>
                <a:srgbClr val="E77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3" name="Freeform 239">
                <a:extLst>
                  <a:ext uri="{FF2B5EF4-FFF2-40B4-BE49-F238E27FC236}">
                    <a16:creationId xmlns:a16="http://schemas.microsoft.com/office/drawing/2014/main" id="{DA434C42-EA9A-446D-9C93-8CFA81F36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317"/>
                <a:ext cx="29" cy="74"/>
              </a:xfrm>
              <a:custGeom>
                <a:avLst/>
                <a:gdLst>
                  <a:gd name="T0" fmla="*/ 0 w 17"/>
                  <a:gd name="T1" fmla="*/ 62 h 44"/>
                  <a:gd name="T2" fmla="*/ 84 w 17"/>
                  <a:gd name="T3" fmla="*/ 167 h 44"/>
                  <a:gd name="T4" fmla="*/ 9 w 17"/>
                  <a:gd name="T5" fmla="*/ 5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4">
                    <a:moveTo>
                      <a:pt x="0" y="13"/>
                    </a:moveTo>
                    <a:cubicBezTo>
                      <a:pt x="12" y="0"/>
                      <a:pt x="4" y="44"/>
                      <a:pt x="17" y="35"/>
                    </a:cubicBezTo>
                    <a:cubicBezTo>
                      <a:pt x="17" y="29"/>
                      <a:pt x="13" y="3"/>
                      <a:pt x="2" y="12"/>
                    </a:cubicBezTo>
                  </a:path>
                </a:pathLst>
              </a:custGeom>
              <a:solidFill>
                <a:srgbClr val="E77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4" name="Freeform 240">
                <a:extLst>
                  <a:ext uri="{FF2B5EF4-FFF2-40B4-BE49-F238E27FC236}">
                    <a16:creationId xmlns:a16="http://schemas.microsoft.com/office/drawing/2014/main" id="{FB1F8B12-F4C5-4134-8336-34CC80285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48"/>
                <a:ext cx="107" cy="25"/>
              </a:xfrm>
              <a:custGeom>
                <a:avLst/>
                <a:gdLst>
                  <a:gd name="T0" fmla="*/ 309 w 63"/>
                  <a:gd name="T1" fmla="*/ 42 h 15"/>
                  <a:gd name="T2" fmla="*/ 58 w 63"/>
                  <a:gd name="T3" fmla="*/ 0 h 15"/>
                  <a:gd name="T4" fmla="*/ 71 w 63"/>
                  <a:gd name="T5" fmla="*/ 50 h 15"/>
                  <a:gd name="T6" fmla="*/ 309 w 63"/>
                  <a:gd name="T7" fmla="*/ 4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15">
                    <a:moveTo>
                      <a:pt x="63" y="9"/>
                    </a:moveTo>
                    <a:cubicBezTo>
                      <a:pt x="63" y="9"/>
                      <a:pt x="10" y="7"/>
                      <a:pt x="12" y="0"/>
                    </a:cubicBezTo>
                    <a:cubicBezTo>
                      <a:pt x="12" y="0"/>
                      <a:pt x="0" y="8"/>
                      <a:pt x="15" y="11"/>
                    </a:cubicBezTo>
                    <a:cubicBezTo>
                      <a:pt x="29" y="15"/>
                      <a:pt x="59" y="11"/>
                      <a:pt x="63" y="9"/>
                    </a:cubicBezTo>
                    <a:close/>
                  </a:path>
                </a:pathLst>
              </a:custGeom>
              <a:solidFill>
                <a:srgbClr val="E77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5" name="Freeform 241">
                <a:extLst>
                  <a:ext uri="{FF2B5EF4-FFF2-40B4-BE49-F238E27FC236}">
                    <a16:creationId xmlns:a16="http://schemas.microsoft.com/office/drawing/2014/main" id="{DC5FEF8B-1EEC-402C-A6A2-88B2E8B7F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246"/>
                <a:ext cx="66" cy="41"/>
              </a:xfrm>
              <a:custGeom>
                <a:avLst/>
                <a:gdLst>
                  <a:gd name="T0" fmla="*/ 98 w 39"/>
                  <a:gd name="T1" fmla="*/ 0 h 24"/>
                  <a:gd name="T2" fmla="*/ 0 w 39"/>
                  <a:gd name="T3" fmla="*/ 91 h 24"/>
                  <a:gd name="T4" fmla="*/ 98 w 3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4">
                    <a:moveTo>
                      <a:pt x="20" y="0"/>
                    </a:moveTo>
                    <a:cubicBezTo>
                      <a:pt x="20" y="0"/>
                      <a:pt x="21" y="17"/>
                      <a:pt x="0" y="18"/>
                    </a:cubicBezTo>
                    <a:cubicBezTo>
                      <a:pt x="0" y="18"/>
                      <a:pt x="39" y="24"/>
                      <a:pt x="20" y="0"/>
                    </a:cubicBezTo>
                    <a:close/>
                  </a:path>
                </a:pathLst>
              </a:custGeom>
              <a:solidFill>
                <a:srgbClr val="E77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6" name="Freeform 242">
                <a:extLst>
                  <a:ext uri="{FF2B5EF4-FFF2-40B4-BE49-F238E27FC236}">
                    <a16:creationId xmlns:a16="http://schemas.microsoft.com/office/drawing/2014/main" id="{E2D48386-6BBD-48FD-B97A-EB271CC7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479"/>
                <a:ext cx="80" cy="29"/>
              </a:xfrm>
              <a:custGeom>
                <a:avLst/>
                <a:gdLst>
                  <a:gd name="T0" fmla="*/ 0 w 47"/>
                  <a:gd name="T1" fmla="*/ 29 h 17"/>
                  <a:gd name="T2" fmla="*/ 231 w 47"/>
                  <a:gd name="T3" fmla="*/ 84 h 17"/>
                  <a:gd name="T4" fmla="*/ 157 w 47"/>
                  <a:gd name="T5" fmla="*/ 15 h 17"/>
                  <a:gd name="T6" fmla="*/ 0 w 47"/>
                  <a:gd name="T7" fmla="*/ 2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7">
                    <a:moveTo>
                      <a:pt x="0" y="6"/>
                    </a:moveTo>
                    <a:cubicBezTo>
                      <a:pt x="0" y="6"/>
                      <a:pt x="39" y="0"/>
                      <a:pt x="47" y="17"/>
                    </a:cubicBezTo>
                    <a:cubicBezTo>
                      <a:pt x="47" y="17"/>
                      <a:pt x="46" y="4"/>
                      <a:pt x="32" y="3"/>
                    </a:cubicBezTo>
                    <a:cubicBezTo>
                      <a:pt x="17" y="1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E77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7" name="Freeform 243">
                <a:extLst>
                  <a:ext uri="{FF2B5EF4-FFF2-40B4-BE49-F238E27FC236}">
                    <a16:creationId xmlns:a16="http://schemas.microsoft.com/office/drawing/2014/main" id="{6FC82EAF-96AB-4752-AADC-7432092B5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259"/>
                <a:ext cx="76" cy="28"/>
              </a:xfrm>
              <a:custGeom>
                <a:avLst/>
                <a:gdLst>
                  <a:gd name="T0" fmla="*/ 41 w 45"/>
                  <a:gd name="T1" fmla="*/ 0 h 16"/>
                  <a:gd name="T2" fmla="*/ 91 w 45"/>
                  <a:gd name="T3" fmla="*/ 65 h 16"/>
                  <a:gd name="T4" fmla="*/ 216 w 45"/>
                  <a:gd name="T5" fmla="*/ 81 h 16"/>
                  <a:gd name="T6" fmla="*/ 133 w 45"/>
                  <a:gd name="T7" fmla="*/ 77 h 16"/>
                  <a:gd name="T8" fmla="*/ 41 w 4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6">
                    <a:moveTo>
                      <a:pt x="8" y="0"/>
                    </a:moveTo>
                    <a:cubicBezTo>
                      <a:pt x="8" y="0"/>
                      <a:pt x="7" y="11"/>
                      <a:pt x="19" y="12"/>
                    </a:cubicBezTo>
                    <a:cubicBezTo>
                      <a:pt x="32" y="13"/>
                      <a:pt x="39" y="9"/>
                      <a:pt x="45" y="15"/>
                    </a:cubicBezTo>
                    <a:cubicBezTo>
                      <a:pt x="45" y="15"/>
                      <a:pt x="37" y="12"/>
                      <a:pt x="28" y="14"/>
                    </a:cubicBezTo>
                    <a:cubicBezTo>
                      <a:pt x="19" y="16"/>
                      <a:pt x="0" y="13"/>
                      <a:pt x="8" y="0"/>
                    </a:cubicBezTo>
                    <a:close/>
                  </a:path>
                </a:pathLst>
              </a:custGeom>
              <a:solidFill>
                <a:srgbClr val="E77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8" name="Freeform 244">
                <a:extLst>
                  <a:ext uri="{FF2B5EF4-FFF2-40B4-BE49-F238E27FC236}">
                    <a16:creationId xmlns:a16="http://schemas.microsoft.com/office/drawing/2014/main" id="{BEC2577E-1B2F-4B1F-B9E4-B92DB1961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400"/>
                <a:ext cx="42" cy="39"/>
              </a:xfrm>
              <a:custGeom>
                <a:avLst/>
                <a:gdLst>
                  <a:gd name="T0" fmla="*/ 119 w 25"/>
                  <a:gd name="T1" fmla="*/ 0 h 23"/>
                  <a:gd name="T2" fmla="*/ 62 w 25"/>
                  <a:gd name="T3" fmla="*/ 112 h 23"/>
                  <a:gd name="T4" fmla="*/ 119 w 25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3">
                    <a:moveTo>
                      <a:pt x="25" y="0"/>
                    </a:moveTo>
                    <a:cubicBezTo>
                      <a:pt x="25" y="0"/>
                      <a:pt x="8" y="4"/>
                      <a:pt x="13" y="23"/>
                    </a:cubicBezTo>
                    <a:cubicBezTo>
                      <a:pt x="13" y="23"/>
                      <a:pt x="0" y="2"/>
                      <a:pt x="25" y="0"/>
                    </a:cubicBezTo>
                    <a:close/>
                  </a:path>
                </a:pathLst>
              </a:custGeom>
              <a:solidFill>
                <a:srgbClr val="E77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9" name="Freeform 245">
                <a:extLst>
                  <a:ext uri="{FF2B5EF4-FFF2-40B4-BE49-F238E27FC236}">
                    <a16:creationId xmlns:a16="http://schemas.microsoft.com/office/drawing/2014/main" id="{B56388B8-8A0E-4AA1-9CD3-7F242F13B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477"/>
                <a:ext cx="52" cy="41"/>
              </a:xfrm>
              <a:custGeom>
                <a:avLst/>
                <a:gdLst>
                  <a:gd name="T0" fmla="*/ 146 w 31"/>
                  <a:gd name="T1" fmla="*/ 9 h 24"/>
                  <a:gd name="T2" fmla="*/ 96 w 31"/>
                  <a:gd name="T3" fmla="*/ 120 h 24"/>
                  <a:gd name="T4" fmla="*/ 146 w 31"/>
                  <a:gd name="T5" fmla="*/ 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4">
                    <a:moveTo>
                      <a:pt x="31" y="2"/>
                    </a:moveTo>
                    <a:cubicBezTo>
                      <a:pt x="31" y="2"/>
                      <a:pt x="11" y="6"/>
                      <a:pt x="20" y="24"/>
                    </a:cubicBezTo>
                    <a:cubicBezTo>
                      <a:pt x="20" y="24"/>
                      <a:pt x="0" y="0"/>
                      <a:pt x="31" y="2"/>
                    </a:cubicBezTo>
                    <a:close/>
                  </a:path>
                </a:pathLst>
              </a:custGeom>
              <a:solidFill>
                <a:srgbClr val="E77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0" name="Freeform 246">
                <a:extLst>
                  <a:ext uri="{FF2B5EF4-FFF2-40B4-BE49-F238E27FC236}">
                    <a16:creationId xmlns:a16="http://schemas.microsoft.com/office/drawing/2014/main" id="{0D0B4048-65C3-4EBD-8A4B-64BAC7AE9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231"/>
                <a:ext cx="375" cy="270"/>
              </a:xfrm>
              <a:custGeom>
                <a:avLst/>
                <a:gdLst>
                  <a:gd name="T0" fmla="*/ 86 w 222"/>
                  <a:gd name="T1" fmla="*/ 140 h 160"/>
                  <a:gd name="T2" fmla="*/ 8 w 222"/>
                  <a:gd name="T3" fmla="*/ 194 h 160"/>
                  <a:gd name="T4" fmla="*/ 57 w 222"/>
                  <a:gd name="T5" fmla="*/ 302 h 160"/>
                  <a:gd name="T6" fmla="*/ 106 w 222"/>
                  <a:gd name="T7" fmla="*/ 530 h 160"/>
                  <a:gd name="T8" fmla="*/ 363 w 222"/>
                  <a:gd name="T9" fmla="*/ 587 h 160"/>
                  <a:gd name="T10" fmla="*/ 659 w 222"/>
                  <a:gd name="T11" fmla="*/ 749 h 160"/>
                  <a:gd name="T12" fmla="*/ 902 w 222"/>
                  <a:gd name="T13" fmla="*/ 621 h 160"/>
                  <a:gd name="T14" fmla="*/ 951 w 222"/>
                  <a:gd name="T15" fmla="*/ 316 h 160"/>
                  <a:gd name="T16" fmla="*/ 622 w 222"/>
                  <a:gd name="T17" fmla="*/ 231 h 160"/>
                  <a:gd name="T18" fmla="*/ 145 w 222"/>
                  <a:gd name="T19" fmla="*/ 86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2" h="160">
                    <a:moveTo>
                      <a:pt x="18" y="29"/>
                    </a:moveTo>
                    <a:cubicBezTo>
                      <a:pt x="10" y="25"/>
                      <a:pt x="4" y="32"/>
                      <a:pt x="2" y="40"/>
                    </a:cubicBezTo>
                    <a:cubicBezTo>
                      <a:pt x="0" y="51"/>
                      <a:pt x="9" y="54"/>
                      <a:pt x="12" y="63"/>
                    </a:cubicBezTo>
                    <a:cubicBezTo>
                      <a:pt x="18" y="80"/>
                      <a:pt x="3" y="100"/>
                      <a:pt x="22" y="110"/>
                    </a:cubicBezTo>
                    <a:cubicBezTo>
                      <a:pt x="37" y="118"/>
                      <a:pt x="59" y="115"/>
                      <a:pt x="75" y="122"/>
                    </a:cubicBezTo>
                    <a:cubicBezTo>
                      <a:pt x="95" y="132"/>
                      <a:pt x="114" y="151"/>
                      <a:pt x="137" y="156"/>
                    </a:cubicBezTo>
                    <a:cubicBezTo>
                      <a:pt x="160" y="160"/>
                      <a:pt x="171" y="141"/>
                      <a:pt x="187" y="129"/>
                    </a:cubicBezTo>
                    <a:cubicBezTo>
                      <a:pt x="206" y="114"/>
                      <a:pt x="222" y="82"/>
                      <a:pt x="197" y="66"/>
                    </a:cubicBezTo>
                    <a:cubicBezTo>
                      <a:pt x="177" y="54"/>
                      <a:pt x="150" y="58"/>
                      <a:pt x="129" y="48"/>
                    </a:cubicBezTo>
                    <a:cubicBezTo>
                      <a:pt x="108" y="38"/>
                      <a:pt x="51" y="0"/>
                      <a:pt x="30" y="18"/>
                    </a:cubicBezTo>
                  </a:path>
                </a:pathLst>
              </a:custGeom>
              <a:solidFill>
                <a:srgbClr val="E56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1" name="Freeform 247">
                <a:extLst>
                  <a:ext uri="{FF2B5EF4-FFF2-40B4-BE49-F238E27FC236}">
                    <a16:creationId xmlns:a16="http://schemas.microsoft.com/office/drawing/2014/main" id="{9CFAB5FF-FCEC-4AE1-A824-F69E1E1C4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205"/>
                <a:ext cx="368" cy="222"/>
              </a:xfrm>
              <a:custGeom>
                <a:avLst/>
                <a:gdLst>
                  <a:gd name="T0" fmla="*/ 533 w 218"/>
                  <a:gd name="T1" fmla="*/ 58 h 131"/>
                  <a:gd name="T2" fmla="*/ 140 w 218"/>
                  <a:gd name="T3" fmla="*/ 92 h 131"/>
                  <a:gd name="T4" fmla="*/ 285 w 218"/>
                  <a:gd name="T5" fmla="*/ 405 h 131"/>
                  <a:gd name="T6" fmla="*/ 434 w 218"/>
                  <a:gd name="T7" fmla="*/ 603 h 131"/>
                  <a:gd name="T8" fmla="*/ 778 w 218"/>
                  <a:gd name="T9" fmla="*/ 525 h 131"/>
                  <a:gd name="T10" fmla="*/ 1026 w 218"/>
                  <a:gd name="T11" fmla="*/ 408 h 131"/>
                  <a:gd name="T12" fmla="*/ 852 w 218"/>
                  <a:gd name="T13" fmla="*/ 215 h 131"/>
                  <a:gd name="T14" fmla="*/ 564 w 218"/>
                  <a:gd name="T15" fmla="*/ 71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8" h="131">
                    <a:moveTo>
                      <a:pt x="111" y="12"/>
                    </a:moveTo>
                    <a:cubicBezTo>
                      <a:pt x="90" y="0"/>
                      <a:pt x="48" y="4"/>
                      <a:pt x="29" y="19"/>
                    </a:cubicBezTo>
                    <a:cubicBezTo>
                      <a:pt x="0" y="41"/>
                      <a:pt x="52" y="61"/>
                      <a:pt x="59" y="83"/>
                    </a:cubicBezTo>
                    <a:cubicBezTo>
                      <a:pt x="65" y="101"/>
                      <a:pt x="67" y="118"/>
                      <a:pt x="90" y="124"/>
                    </a:cubicBezTo>
                    <a:cubicBezTo>
                      <a:pt x="111" y="131"/>
                      <a:pt x="140" y="113"/>
                      <a:pt x="162" y="108"/>
                    </a:cubicBezTo>
                    <a:cubicBezTo>
                      <a:pt x="178" y="105"/>
                      <a:pt x="209" y="104"/>
                      <a:pt x="213" y="84"/>
                    </a:cubicBezTo>
                    <a:cubicBezTo>
                      <a:pt x="218" y="62"/>
                      <a:pt x="190" y="53"/>
                      <a:pt x="177" y="44"/>
                    </a:cubicBezTo>
                    <a:cubicBezTo>
                      <a:pt x="158" y="32"/>
                      <a:pt x="140" y="17"/>
                      <a:pt x="117" y="15"/>
                    </a:cubicBezTo>
                  </a:path>
                </a:pathLst>
              </a:custGeom>
              <a:solidFill>
                <a:srgbClr val="E56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2" name="Freeform 248">
                <a:extLst>
                  <a:ext uri="{FF2B5EF4-FFF2-40B4-BE49-F238E27FC236}">
                    <a16:creationId xmlns:a16="http://schemas.microsoft.com/office/drawing/2014/main" id="{923AF09F-E22C-43E9-887C-5BF4CF579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190"/>
                <a:ext cx="277" cy="75"/>
              </a:xfrm>
              <a:custGeom>
                <a:avLst/>
                <a:gdLst>
                  <a:gd name="T0" fmla="*/ 443 w 164"/>
                  <a:gd name="T1" fmla="*/ 0 h 44"/>
                  <a:gd name="T2" fmla="*/ 280 w 164"/>
                  <a:gd name="T3" fmla="*/ 15 h 44"/>
                  <a:gd name="T4" fmla="*/ 111 w 164"/>
                  <a:gd name="T5" fmla="*/ 58 h 44"/>
                  <a:gd name="T6" fmla="*/ 0 w 164"/>
                  <a:gd name="T7" fmla="*/ 143 h 44"/>
                  <a:gd name="T8" fmla="*/ 177 w 164"/>
                  <a:gd name="T9" fmla="*/ 182 h 44"/>
                  <a:gd name="T10" fmla="*/ 573 w 164"/>
                  <a:gd name="T11" fmla="*/ 182 h 44"/>
                  <a:gd name="T12" fmla="*/ 488 w 164"/>
                  <a:gd name="T13" fmla="*/ 9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4" h="44">
                    <a:moveTo>
                      <a:pt x="92" y="0"/>
                    </a:moveTo>
                    <a:cubicBezTo>
                      <a:pt x="82" y="4"/>
                      <a:pt x="69" y="1"/>
                      <a:pt x="58" y="3"/>
                    </a:cubicBezTo>
                    <a:cubicBezTo>
                      <a:pt x="47" y="5"/>
                      <a:pt x="34" y="8"/>
                      <a:pt x="23" y="12"/>
                    </a:cubicBezTo>
                    <a:cubicBezTo>
                      <a:pt x="17" y="14"/>
                      <a:pt x="0" y="19"/>
                      <a:pt x="0" y="29"/>
                    </a:cubicBezTo>
                    <a:cubicBezTo>
                      <a:pt x="1" y="44"/>
                      <a:pt x="28" y="38"/>
                      <a:pt x="37" y="37"/>
                    </a:cubicBezTo>
                    <a:cubicBezTo>
                      <a:pt x="63" y="35"/>
                      <a:pt x="95" y="44"/>
                      <a:pt x="119" y="37"/>
                    </a:cubicBezTo>
                    <a:cubicBezTo>
                      <a:pt x="164" y="23"/>
                      <a:pt x="115" y="11"/>
                      <a:pt x="101" y="2"/>
                    </a:cubicBezTo>
                  </a:path>
                </a:pathLst>
              </a:custGeom>
              <a:solidFill>
                <a:srgbClr val="E56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3" name="Freeform 249">
                <a:extLst>
                  <a:ext uri="{FF2B5EF4-FFF2-40B4-BE49-F238E27FC236}">
                    <a16:creationId xmlns:a16="http://schemas.microsoft.com/office/drawing/2014/main" id="{D0F1CA07-89C3-4AC9-9B93-C0F32D3AF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2474"/>
                <a:ext cx="289" cy="98"/>
              </a:xfrm>
              <a:custGeom>
                <a:avLst/>
                <a:gdLst>
                  <a:gd name="T0" fmla="*/ 392 w 171"/>
                  <a:gd name="T1" fmla="*/ 20 h 58"/>
                  <a:gd name="T2" fmla="*/ 125 w 171"/>
                  <a:gd name="T3" fmla="*/ 69 h 58"/>
                  <a:gd name="T4" fmla="*/ 42 w 171"/>
                  <a:gd name="T5" fmla="*/ 179 h 58"/>
                  <a:gd name="T6" fmla="*/ 232 w 171"/>
                  <a:gd name="T7" fmla="*/ 174 h 58"/>
                  <a:gd name="T8" fmla="*/ 617 w 171"/>
                  <a:gd name="T9" fmla="*/ 225 h 58"/>
                  <a:gd name="T10" fmla="*/ 429 w 171"/>
                  <a:gd name="T11" fmla="*/ 2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" h="58">
                    <a:moveTo>
                      <a:pt x="81" y="4"/>
                    </a:moveTo>
                    <a:cubicBezTo>
                      <a:pt x="64" y="0"/>
                      <a:pt x="42" y="7"/>
                      <a:pt x="26" y="14"/>
                    </a:cubicBezTo>
                    <a:cubicBezTo>
                      <a:pt x="19" y="17"/>
                      <a:pt x="0" y="26"/>
                      <a:pt x="9" y="37"/>
                    </a:cubicBezTo>
                    <a:cubicBezTo>
                      <a:pt x="16" y="47"/>
                      <a:pt x="39" y="38"/>
                      <a:pt x="48" y="36"/>
                    </a:cubicBezTo>
                    <a:cubicBezTo>
                      <a:pt x="75" y="31"/>
                      <a:pt x="103" y="58"/>
                      <a:pt x="128" y="47"/>
                    </a:cubicBezTo>
                    <a:cubicBezTo>
                      <a:pt x="171" y="28"/>
                      <a:pt x="110" y="5"/>
                      <a:pt x="89" y="4"/>
                    </a:cubicBezTo>
                  </a:path>
                </a:pathLst>
              </a:custGeom>
              <a:solidFill>
                <a:srgbClr val="E56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4" name="Freeform 250">
                <a:extLst>
                  <a:ext uri="{FF2B5EF4-FFF2-40B4-BE49-F238E27FC236}">
                    <a16:creationId xmlns:a16="http://schemas.microsoft.com/office/drawing/2014/main" id="{BF0A8D25-87D1-4A9C-856E-33E654E91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18"/>
                <a:ext cx="194" cy="83"/>
              </a:xfrm>
              <a:custGeom>
                <a:avLst/>
                <a:gdLst>
                  <a:gd name="T0" fmla="*/ 0 w 115"/>
                  <a:gd name="T1" fmla="*/ 71 h 49"/>
                  <a:gd name="T2" fmla="*/ 273 w 115"/>
                  <a:gd name="T3" fmla="*/ 232 h 49"/>
                  <a:gd name="T4" fmla="*/ 538 w 115"/>
                  <a:gd name="T5" fmla="*/ 91 h 49"/>
                  <a:gd name="T6" fmla="*/ 315 w 115"/>
                  <a:gd name="T7" fmla="*/ 120 h 49"/>
                  <a:gd name="T8" fmla="*/ 37 w 115"/>
                  <a:gd name="T9" fmla="*/ 9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49">
                    <a:moveTo>
                      <a:pt x="0" y="15"/>
                    </a:moveTo>
                    <a:cubicBezTo>
                      <a:pt x="16" y="29"/>
                      <a:pt x="37" y="46"/>
                      <a:pt x="57" y="48"/>
                    </a:cubicBezTo>
                    <a:cubicBezTo>
                      <a:pt x="69" y="49"/>
                      <a:pt x="115" y="35"/>
                      <a:pt x="112" y="19"/>
                    </a:cubicBezTo>
                    <a:cubicBezTo>
                      <a:pt x="96" y="20"/>
                      <a:pt x="82" y="26"/>
                      <a:pt x="66" y="25"/>
                    </a:cubicBezTo>
                    <a:cubicBezTo>
                      <a:pt x="50" y="24"/>
                      <a:pt x="24" y="0"/>
                      <a:pt x="8" y="19"/>
                    </a:cubicBezTo>
                  </a:path>
                </a:pathLst>
              </a:custGeom>
              <a:solidFill>
                <a:srgbClr val="E56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5" name="Freeform 251">
                <a:extLst>
                  <a:ext uri="{FF2B5EF4-FFF2-40B4-BE49-F238E27FC236}">
                    <a16:creationId xmlns:a16="http://schemas.microsoft.com/office/drawing/2014/main" id="{9E6D8937-F106-4855-9072-E5452E195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933"/>
                <a:ext cx="91" cy="51"/>
              </a:xfrm>
              <a:custGeom>
                <a:avLst/>
                <a:gdLst>
                  <a:gd name="T0" fmla="*/ 113 w 54"/>
                  <a:gd name="T1" fmla="*/ 15 h 30"/>
                  <a:gd name="T2" fmla="*/ 148 w 54"/>
                  <a:gd name="T3" fmla="*/ 49 h 30"/>
                  <a:gd name="T4" fmla="*/ 111 w 54"/>
                  <a:gd name="T5" fmla="*/ 78 h 30"/>
                  <a:gd name="T6" fmla="*/ 0 w 54"/>
                  <a:gd name="T7" fmla="*/ 128 h 30"/>
                  <a:gd name="T8" fmla="*/ 111 w 54"/>
                  <a:gd name="T9" fmla="*/ 112 h 30"/>
                  <a:gd name="T10" fmla="*/ 202 w 54"/>
                  <a:gd name="T11" fmla="*/ 90 h 30"/>
                  <a:gd name="T12" fmla="*/ 231 w 54"/>
                  <a:gd name="T13" fmla="*/ 34 h 30"/>
                  <a:gd name="T14" fmla="*/ 140 w 54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0">
                    <a:moveTo>
                      <a:pt x="24" y="3"/>
                    </a:moveTo>
                    <a:cubicBezTo>
                      <a:pt x="26" y="4"/>
                      <a:pt x="32" y="6"/>
                      <a:pt x="31" y="10"/>
                    </a:cubicBezTo>
                    <a:cubicBezTo>
                      <a:pt x="31" y="14"/>
                      <a:pt x="25" y="15"/>
                      <a:pt x="23" y="16"/>
                    </a:cubicBezTo>
                    <a:cubicBezTo>
                      <a:pt x="15" y="20"/>
                      <a:pt x="7" y="22"/>
                      <a:pt x="0" y="26"/>
                    </a:cubicBezTo>
                    <a:cubicBezTo>
                      <a:pt x="4" y="30"/>
                      <a:pt x="17" y="24"/>
                      <a:pt x="23" y="23"/>
                    </a:cubicBezTo>
                    <a:cubicBezTo>
                      <a:pt x="29" y="22"/>
                      <a:pt x="35" y="21"/>
                      <a:pt x="42" y="18"/>
                    </a:cubicBezTo>
                    <a:cubicBezTo>
                      <a:pt x="48" y="16"/>
                      <a:pt x="54" y="14"/>
                      <a:pt x="48" y="7"/>
                    </a:cubicBezTo>
                    <a:cubicBezTo>
                      <a:pt x="42" y="1"/>
                      <a:pt x="35" y="4"/>
                      <a:pt x="29" y="0"/>
                    </a:cubicBezTo>
                  </a:path>
                </a:pathLst>
              </a:custGeom>
              <a:solidFill>
                <a:srgbClr val="C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6" name="Freeform 252">
                <a:extLst>
                  <a:ext uri="{FF2B5EF4-FFF2-40B4-BE49-F238E27FC236}">
                    <a16:creationId xmlns:a16="http://schemas.microsoft.com/office/drawing/2014/main" id="{8FE32277-4FD3-4A49-A1AC-D61D696DA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097"/>
                <a:ext cx="78" cy="49"/>
              </a:xfrm>
              <a:custGeom>
                <a:avLst/>
                <a:gdLst>
                  <a:gd name="T0" fmla="*/ 34 w 46"/>
                  <a:gd name="T1" fmla="*/ 0 h 29"/>
                  <a:gd name="T2" fmla="*/ 119 w 46"/>
                  <a:gd name="T3" fmla="*/ 71 h 29"/>
                  <a:gd name="T4" fmla="*/ 54 w 46"/>
                  <a:gd name="T5" fmla="*/ 100 h 29"/>
                  <a:gd name="T6" fmla="*/ 0 w 46"/>
                  <a:gd name="T7" fmla="*/ 132 h 29"/>
                  <a:gd name="T8" fmla="*/ 98 w 46"/>
                  <a:gd name="T9" fmla="*/ 112 h 29"/>
                  <a:gd name="T10" fmla="*/ 190 w 46"/>
                  <a:gd name="T11" fmla="*/ 83 h 29"/>
                  <a:gd name="T12" fmla="*/ 166 w 46"/>
                  <a:gd name="T13" fmla="*/ 24 h 29"/>
                  <a:gd name="T14" fmla="*/ 54 w 46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9">
                    <a:moveTo>
                      <a:pt x="7" y="0"/>
                    </a:moveTo>
                    <a:cubicBezTo>
                      <a:pt x="11" y="1"/>
                      <a:pt x="27" y="9"/>
                      <a:pt x="24" y="15"/>
                    </a:cubicBezTo>
                    <a:cubicBezTo>
                      <a:pt x="23" y="18"/>
                      <a:pt x="14" y="20"/>
                      <a:pt x="11" y="21"/>
                    </a:cubicBezTo>
                    <a:cubicBezTo>
                      <a:pt x="8" y="23"/>
                      <a:pt x="3" y="24"/>
                      <a:pt x="0" y="27"/>
                    </a:cubicBezTo>
                    <a:cubicBezTo>
                      <a:pt x="6" y="29"/>
                      <a:pt x="14" y="24"/>
                      <a:pt x="20" y="23"/>
                    </a:cubicBezTo>
                    <a:cubicBezTo>
                      <a:pt x="26" y="21"/>
                      <a:pt x="33" y="21"/>
                      <a:pt x="39" y="17"/>
                    </a:cubicBezTo>
                    <a:cubicBezTo>
                      <a:pt x="46" y="13"/>
                      <a:pt x="40" y="8"/>
                      <a:pt x="34" y="5"/>
                    </a:cubicBezTo>
                    <a:cubicBezTo>
                      <a:pt x="27" y="2"/>
                      <a:pt x="17" y="4"/>
                      <a:pt x="11" y="0"/>
                    </a:cubicBezTo>
                  </a:path>
                </a:pathLst>
              </a:custGeom>
              <a:solidFill>
                <a:srgbClr val="C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7" name="Freeform 253">
                <a:extLst>
                  <a:ext uri="{FF2B5EF4-FFF2-40B4-BE49-F238E27FC236}">
                    <a16:creationId xmlns:a16="http://schemas.microsoft.com/office/drawing/2014/main" id="{B8876A21-82E8-427A-A423-EAC630ABA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87"/>
                <a:ext cx="72" cy="54"/>
              </a:xfrm>
              <a:custGeom>
                <a:avLst/>
                <a:gdLst>
                  <a:gd name="T0" fmla="*/ 28 w 43"/>
                  <a:gd name="T1" fmla="*/ 20 h 32"/>
                  <a:gd name="T2" fmla="*/ 112 w 43"/>
                  <a:gd name="T3" fmla="*/ 96 h 32"/>
                  <a:gd name="T4" fmla="*/ 0 w 43"/>
                  <a:gd name="T5" fmla="*/ 149 h 32"/>
                  <a:gd name="T6" fmla="*/ 117 w 43"/>
                  <a:gd name="T7" fmla="*/ 125 h 32"/>
                  <a:gd name="T8" fmla="*/ 194 w 43"/>
                  <a:gd name="T9" fmla="*/ 83 h 32"/>
                  <a:gd name="T10" fmla="*/ 33 w 43"/>
                  <a:gd name="T11" fmla="*/ 2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2">
                    <a:moveTo>
                      <a:pt x="6" y="4"/>
                    </a:moveTo>
                    <a:cubicBezTo>
                      <a:pt x="12" y="6"/>
                      <a:pt x="30" y="13"/>
                      <a:pt x="24" y="20"/>
                    </a:cubicBezTo>
                    <a:cubicBezTo>
                      <a:pt x="18" y="26"/>
                      <a:pt x="5" y="24"/>
                      <a:pt x="0" y="31"/>
                    </a:cubicBezTo>
                    <a:cubicBezTo>
                      <a:pt x="8" y="32"/>
                      <a:pt x="17" y="28"/>
                      <a:pt x="25" y="26"/>
                    </a:cubicBezTo>
                    <a:cubicBezTo>
                      <a:pt x="29" y="25"/>
                      <a:pt x="40" y="23"/>
                      <a:pt x="41" y="17"/>
                    </a:cubicBezTo>
                    <a:cubicBezTo>
                      <a:pt x="43" y="9"/>
                      <a:pt x="12" y="0"/>
                      <a:pt x="7" y="4"/>
                    </a:cubicBezTo>
                  </a:path>
                </a:pathLst>
              </a:custGeom>
              <a:solidFill>
                <a:srgbClr val="C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8" name="Freeform 254">
                <a:extLst>
                  <a:ext uri="{FF2B5EF4-FFF2-40B4-BE49-F238E27FC236}">
                    <a16:creationId xmlns:a16="http://schemas.microsoft.com/office/drawing/2014/main" id="{DEA16661-24B2-49BB-B490-0F3E4882F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483"/>
                <a:ext cx="63" cy="47"/>
              </a:xfrm>
              <a:custGeom>
                <a:avLst/>
                <a:gdLst>
                  <a:gd name="T0" fmla="*/ 29 w 37"/>
                  <a:gd name="T1" fmla="*/ 8 h 28"/>
                  <a:gd name="T2" fmla="*/ 92 w 37"/>
                  <a:gd name="T3" fmla="*/ 76 h 28"/>
                  <a:gd name="T4" fmla="*/ 0 w 37"/>
                  <a:gd name="T5" fmla="*/ 128 h 28"/>
                  <a:gd name="T6" fmla="*/ 90 w 37"/>
                  <a:gd name="T7" fmla="*/ 104 h 28"/>
                  <a:gd name="T8" fmla="*/ 140 w 37"/>
                  <a:gd name="T9" fmla="*/ 82 h 28"/>
                  <a:gd name="T10" fmla="*/ 162 w 37"/>
                  <a:gd name="T11" fmla="*/ 42 h 28"/>
                  <a:gd name="T12" fmla="*/ 20 w 37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8">
                    <a:moveTo>
                      <a:pt x="6" y="2"/>
                    </a:moveTo>
                    <a:cubicBezTo>
                      <a:pt x="11" y="5"/>
                      <a:pt x="26" y="9"/>
                      <a:pt x="19" y="16"/>
                    </a:cubicBezTo>
                    <a:cubicBezTo>
                      <a:pt x="15" y="20"/>
                      <a:pt x="1" y="22"/>
                      <a:pt x="0" y="27"/>
                    </a:cubicBezTo>
                    <a:cubicBezTo>
                      <a:pt x="5" y="28"/>
                      <a:pt x="12" y="24"/>
                      <a:pt x="18" y="22"/>
                    </a:cubicBezTo>
                    <a:cubicBezTo>
                      <a:pt x="22" y="21"/>
                      <a:pt x="25" y="19"/>
                      <a:pt x="28" y="17"/>
                    </a:cubicBezTo>
                    <a:cubicBezTo>
                      <a:pt x="33" y="15"/>
                      <a:pt x="37" y="14"/>
                      <a:pt x="33" y="9"/>
                    </a:cubicBezTo>
                    <a:cubicBezTo>
                      <a:pt x="28" y="2"/>
                      <a:pt x="11" y="1"/>
                      <a:pt x="4" y="0"/>
                    </a:cubicBezTo>
                  </a:path>
                </a:pathLst>
              </a:custGeom>
              <a:solidFill>
                <a:srgbClr val="C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9" name="Freeform 255">
                <a:extLst>
                  <a:ext uri="{FF2B5EF4-FFF2-40B4-BE49-F238E27FC236}">
                    <a16:creationId xmlns:a16="http://schemas.microsoft.com/office/drawing/2014/main" id="{9CB45746-2DEF-4D9E-B65F-6F2992A0D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648"/>
                <a:ext cx="55" cy="26"/>
              </a:xfrm>
              <a:custGeom>
                <a:avLst/>
                <a:gdLst>
                  <a:gd name="T0" fmla="*/ 0 w 33"/>
                  <a:gd name="T1" fmla="*/ 5 h 15"/>
                  <a:gd name="T2" fmla="*/ 75 w 33"/>
                  <a:gd name="T3" fmla="*/ 57 h 15"/>
                  <a:gd name="T4" fmla="*/ 112 w 33"/>
                  <a:gd name="T5" fmla="*/ 73 h 15"/>
                  <a:gd name="T6" fmla="*/ 153 w 33"/>
                  <a:gd name="T7" fmla="*/ 78 h 15"/>
                  <a:gd name="T8" fmla="*/ 97 w 33"/>
                  <a:gd name="T9" fmla="*/ 36 h 15"/>
                  <a:gd name="T10" fmla="*/ 8 w 33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1"/>
                    </a:moveTo>
                    <a:cubicBezTo>
                      <a:pt x="7" y="4"/>
                      <a:pt x="11" y="6"/>
                      <a:pt x="16" y="11"/>
                    </a:cubicBezTo>
                    <a:cubicBezTo>
                      <a:pt x="19" y="14"/>
                      <a:pt x="18" y="14"/>
                      <a:pt x="24" y="14"/>
                    </a:cubicBezTo>
                    <a:cubicBezTo>
                      <a:pt x="27" y="14"/>
                      <a:pt x="30" y="15"/>
                      <a:pt x="33" y="15"/>
                    </a:cubicBezTo>
                    <a:cubicBezTo>
                      <a:pt x="32" y="11"/>
                      <a:pt x="24" y="9"/>
                      <a:pt x="21" y="7"/>
                    </a:cubicBezTo>
                    <a:cubicBezTo>
                      <a:pt x="15" y="4"/>
                      <a:pt x="9" y="1"/>
                      <a:pt x="2" y="0"/>
                    </a:cubicBezTo>
                  </a:path>
                </a:pathLst>
              </a:custGeom>
              <a:solidFill>
                <a:srgbClr val="C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0" name="Freeform 256">
                <a:extLst>
                  <a:ext uri="{FF2B5EF4-FFF2-40B4-BE49-F238E27FC236}">
                    <a16:creationId xmlns:a16="http://schemas.microsoft.com/office/drawing/2014/main" id="{B85C7B95-2108-4FFD-ACC5-87187BB58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236"/>
                <a:ext cx="117" cy="51"/>
              </a:xfrm>
              <a:custGeom>
                <a:avLst/>
                <a:gdLst>
                  <a:gd name="T0" fmla="*/ 0 w 69"/>
                  <a:gd name="T1" fmla="*/ 9 h 30"/>
                  <a:gd name="T2" fmla="*/ 195 w 69"/>
                  <a:gd name="T3" fmla="*/ 99 h 30"/>
                  <a:gd name="T4" fmla="*/ 336 w 69"/>
                  <a:gd name="T5" fmla="*/ 148 h 30"/>
                  <a:gd name="T6" fmla="*/ 244 w 69"/>
                  <a:gd name="T7" fmla="*/ 107 h 30"/>
                  <a:gd name="T8" fmla="*/ 166 w 69"/>
                  <a:gd name="T9" fmla="*/ 75 h 30"/>
                  <a:gd name="T10" fmla="*/ 5 w 69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30">
                    <a:moveTo>
                      <a:pt x="0" y="2"/>
                    </a:moveTo>
                    <a:cubicBezTo>
                      <a:pt x="14" y="7"/>
                      <a:pt x="27" y="14"/>
                      <a:pt x="40" y="20"/>
                    </a:cubicBezTo>
                    <a:cubicBezTo>
                      <a:pt x="48" y="24"/>
                      <a:pt x="60" y="30"/>
                      <a:pt x="69" y="30"/>
                    </a:cubicBezTo>
                    <a:cubicBezTo>
                      <a:pt x="62" y="30"/>
                      <a:pt x="56" y="25"/>
                      <a:pt x="50" y="22"/>
                    </a:cubicBezTo>
                    <a:cubicBezTo>
                      <a:pt x="45" y="19"/>
                      <a:pt x="39" y="18"/>
                      <a:pt x="34" y="15"/>
                    </a:cubicBezTo>
                    <a:cubicBezTo>
                      <a:pt x="24" y="9"/>
                      <a:pt x="13" y="3"/>
                      <a:pt x="1" y="0"/>
                    </a:cubicBezTo>
                  </a:path>
                </a:pathLst>
              </a:custGeom>
              <a:solidFill>
                <a:srgbClr val="C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1" name="Freeform 257">
                <a:extLst>
                  <a:ext uri="{FF2B5EF4-FFF2-40B4-BE49-F238E27FC236}">
                    <a16:creationId xmlns:a16="http://schemas.microsoft.com/office/drawing/2014/main" id="{72ACBBA3-B302-49A8-8A0C-AC2ED4455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141"/>
                <a:ext cx="88" cy="37"/>
              </a:xfrm>
              <a:custGeom>
                <a:avLst/>
                <a:gdLst>
                  <a:gd name="T0" fmla="*/ 252 w 52"/>
                  <a:gd name="T1" fmla="*/ 8 h 22"/>
                  <a:gd name="T2" fmla="*/ 103 w 52"/>
                  <a:gd name="T3" fmla="*/ 49 h 22"/>
                  <a:gd name="T4" fmla="*/ 0 w 52"/>
                  <a:gd name="T5" fmla="*/ 104 h 22"/>
                  <a:gd name="T6" fmla="*/ 140 w 52"/>
                  <a:gd name="T7" fmla="*/ 62 h 22"/>
                  <a:gd name="T8" fmla="*/ 237 w 52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2">
                    <a:moveTo>
                      <a:pt x="52" y="2"/>
                    </a:moveTo>
                    <a:cubicBezTo>
                      <a:pt x="45" y="0"/>
                      <a:pt x="28" y="7"/>
                      <a:pt x="21" y="10"/>
                    </a:cubicBezTo>
                    <a:cubicBezTo>
                      <a:pt x="13" y="13"/>
                      <a:pt x="5" y="16"/>
                      <a:pt x="0" y="22"/>
                    </a:cubicBezTo>
                    <a:cubicBezTo>
                      <a:pt x="9" y="22"/>
                      <a:pt x="20" y="16"/>
                      <a:pt x="29" y="13"/>
                    </a:cubicBezTo>
                    <a:cubicBezTo>
                      <a:pt x="36" y="10"/>
                      <a:pt x="44" y="8"/>
                      <a:pt x="49" y="5"/>
                    </a:cubicBezTo>
                  </a:path>
                </a:pathLst>
              </a:custGeom>
              <a:solidFill>
                <a:srgbClr val="C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2" name="Freeform 258">
                <a:extLst>
                  <a:ext uri="{FF2B5EF4-FFF2-40B4-BE49-F238E27FC236}">
                    <a16:creationId xmlns:a16="http://schemas.microsoft.com/office/drawing/2014/main" id="{71D631CB-EF5E-4E2D-B15D-0BD51F2AA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996"/>
                <a:ext cx="113" cy="57"/>
              </a:xfrm>
              <a:custGeom>
                <a:avLst/>
                <a:gdLst>
                  <a:gd name="T0" fmla="*/ 8 w 67"/>
                  <a:gd name="T1" fmla="*/ 34 h 34"/>
                  <a:gd name="T2" fmla="*/ 54 w 67"/>
                  <a:gd name="T3" fmla="*/ 99 h 34"/>
                  <a:gd name="T4" fmla="*/ 8 w 67"/>
                  <a:gd name="T5" fmla="*/ 132 h 34"/>
                  <a:gd name="T6" fmla="*/ 49 w 67"/>
                  <a:gd name="T7" fmla="*/ 132 h 34"/>
                  <a:gd name="T8" fmla="*/ 162 w 67"/>
                  <a:gd name="T9" fmla="*/ 109 h 34"/>
                  <a:gd name="T10" fmla="*/ 245 w 67"/>
                  <a:gd name="T11" fmla="*/ 137 h 34"/>
                  <a:gd name="T12" fmla="*/ 322 w 67"/>
                  <a:gd name="T13" fmla="*/ 161 h 34"/>
                  <a:gd name="T14" fmla="*/ 258 w 67"/>
                  <a:gd name="T15" fmla="*/ 109 h 34"/>
                  <a:gd name="T16" fmla="*/ 250 w 67"/>
                  <a:gd name="T17" fmla="*/ 70 h 34"/>
                  <a:gd name="T18" fmla="*/ 302 w 67"/>
                  <a:gd name="T19" fmla="*/ 37 h 34"/>
                  <a:gd name="T20" fmla="*/ 239 w 67"/>
                  <a:gd name="T21" fmla="*/ 49 h 34"/>
                  <a:gd name="T22" fmla="*/ 120 w 67"/>
                  <a:gd name="T23" fmla="*/ 50 h 34"/>
                  <a:gd name="T24" fmla="*/ 62 w 67"/>
                  <a:gd name="T25" fmla="*/ 13 h 34"/>
                  <a:gd name="T26" fmla="*/ 5 w 67"/>
                  <a:gd name="T27" fmla="*/ 29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34">
                    <a:moveTo>
                      <a:pt x="2" y="7"/>
                    </a:moveTo>
                    <a:cubicBezTo>
                      <a:pt x="6" y="11"/>
                      <a:pt x="19" y="15"/>
                      <a:pt x="11" y="21"/>
                    </a:cubicBezTo>
                    <a:cubicBezTo>
                      <a:pt x="9" y="23"/>
                      <a:pt x="3" y="25"/>
                      <a:pt x="2" y="28"/>
                    </a:cubicBezTo>
                    <a:cubicBezTo>
                      <a:pt x="0" y="33"/>
                      <a:pt x="8" y="28"/>
                      <a:pt x="10" y="28"/>
                    </a:cubicBezTo>
                    <a:cubicBezTo>
                      <a:pt x="17" y="26"/>
                      <a:pt x="27" y="21"/>
                      <a:pt x="34" y="23"/>
                    </a:cubicBezTo>
                    <a:cubicBezTo>
                      <a:pt x="40" y="25"/>
                      <a:pt x="45" y="27"/>
                      <a:pt x="51" y="29"/>
                    </a:cubicBezTo>
                    <a:cubicBezTo>
                      <a:pt x="56" y="30"/>
                      <a:pt x="62" y="34"/>
                      <a:pt x="67" y="34"/>
                    </a:cubicBezTo>
                    <a:cubicBezTo>
                      <a:pt x="63" y="29"/>
                      <a:pt x="59" y="26"/>
                      <a:pt x="54" y="23"/>
                    </a:cubicBezTo>
                    <a:cubicBezTo>
                      <a:pt x="51" y="20"/>
                      <a:pt x="48" y="18"/>
                      <a:pt x="52" y="15"/>
                    </a:cubicBezTo>
                    <a:cubicBezTo>
                      <a:pt x="54" y="14"/>
                      <a:pt x="65" y="11"/>
                      <a:pt x="63" y="8"/>
                    </a:cubicBezTo>
                    <a:cubicBezTo>
                      <a:pt x="62" y="6"/>
                      <a:pt x="52" y="9"/>
                      <a:pt x="50" y="10"/>
                    </a:cubicBezTo>
                    <a:cubicBezTo>
                      <a:pt x="41" y="12"/>
                      <a:pt x="34" y="15"/>
                      <a:pt x="25" y="11"/>
                    </a:cubicBezTo>
                    <a:cubicBezTo>
                      <a:pt x="20" y="8"/>
                      <a:pt x="17" y="5"/>
                      <a:pt x="13" y="3"/>
                    </a:cubicBezTo>
                    <a:cubicBezTo>
                      <a:pt x="10" y="3"/>
                      <a:pt x="0" y="0"/>
                      <a:pt x="1" y="6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3" name="Freeform 259">
                <a:extLst>
                  <a:ext uri="{FF2B5EF4-FFF2-40B4-BE49-F238E27FC236}">
                    <a16:creationId xmlns:a16="http://schemas.microsoft.com/office/drawing/2014/main" id="{C0641B6B-BC77-4B9C-8A16-035A163DB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048"/>
                <a:ext cx="153" cy="56"/>
              </a:xfrm>
              <a:custGeom>
                <a:avLst/>
                <a:gdLst>
                  <a:gd name="T0" fmla="*/ 427 w 91"/>
                  <a:gd name="T1" fmla="*/ 0 h 33"/>
                  <a:gd name="T2" fmla="*/ 203 w 91"/>
                  <a:gd name="T3" fmla="*/ 71 h 33"/>
                  <a:gd name="T4" fmla="*/ 0 w 91"/>
                  <a:gd name="T5" fmla="*/ 161 h 33"/>
                  <a:gd name="T6" fmla="*/ 34 w 91"/>
                  <a:gd name="T7" fmla="*/ 153 h 33"/>
                  <a:gd name="T8" fmla="*/ 99 w 91"/>
                  <a:gd name="T9" fmla="*/ 141 h 33"/>
                  <a:gd name="T10" fmla="*/ 271 w 91"/>
                  <a:gd name="T11" fmla="*/ 78 h 33"/>
                  <a:gd name="T12" fmla="*/ 432 w 91"/>
                  <a:gd name="T13" fmla="*/ 2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33">
                    <a:moveTo>
                      <a:pt x="90" y="0"/>
                    </a:moveTo>
                    <a:cubicBezTo>
                      <a:pt x="76" y="7"/>
                      <a:pt x="58" y="9"/>
                      <a:pt x="43" y="15"/>
                    </a:cubicBezTo>
                    <a:cubicBezTo>
                      <a:pt x="28" y="20"/>
                      <a:pt x="13" y="25"/>
                      <a:pt x="0" y="33"/>
                    </a:cubicBezTo>
                    <a:cubicBezTo>
                      <a:pt x="3" y="33"/>
                      <a:pt x="4" y="32"/>
                      <a:pt x="7" y="31"/>
                    </a:cubicBezTo>
                    <a:cubicBezTo>
                      <a:pt x="11" y="30"/>
                      <a:pt x="16" y="30"/>
                      <a:pt x="21" y="29"/>
                    </a:cubicBezTo>
                    <a:cubicBezTo>
                      <a:pt x="33" y="25"/>
                      <a:pt x="45" y="20"/>
                      <a:pt x="57" y="16"/>
                    </a:cubicBezTo>
                    <a:cubicBezTo>
                      <a:pt x="69" y="13"/>
                      <a:pt x="80" y="10"/>
                      <a:pt x="91" y="4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4" name="Freeform 260">
                <a:extLst>
                  <a:ext uri="{FF2B5EF4-FFF2-40B4-BE49-F238E27FC236}">
                    <a16:creationId xmlns:a16="http://schemas.microsoft.com/office/drawing/2014/main" id="{643C4F7C-546E-4939-9B49-820FAC65C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916"/>
                <a:ext cx="83" cy="73"/>
              </a:xfrm>
              <a:custGeom>
                <a:avLst/>
                <a:gdLst>
                  <a:gd name="T0" fmla="*/ 232 w 49"/>
                  <a:gd name="T1" fmla="*/ 5 h 43"/>
                  <a:gd name="T2" fmla="*/ 58 w 49"/>
                  <a:gd name="T3" fmla="*/ 78 h 43"/>
                  <a:gd name="T4" fmla="*/ 71 w 49"/>
                  <a:gd name="T5" fmla="*/ 138 h 43"/>
                  <a:gd name="T6" fmla="*/ 166 w 49"/>
                  <a:gd name="T7" fmla="*/ 211 h 43"/>
                  <a:gd name="T8" fmla="*/ 83 w 49"/>
                  <a:gd name="T9" fmla="*/ 166 h 43"/>
                  <a:gd name="T10" fmla="*/ 8 w 49"/>
                  <a:gd name="T11" fmla="*/ 138 h 43"/>
                  <a:gd name="T12" fmla="*/ 0 w 49"/>
                  <a:gd name="T13" fmla="*/ 58 h 43"/>
                  <a:gd name="T14" fmla="*/ 103 w 49"/>
                  <a:gd name="T15" fmla="*/ 42 h 43"/>
                  <a:gd name="T16" fmla="*/ 239 w 49"/>
                  <a:gd name="T17" fmla="*/ 5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8" y="1"/>
                    </a:moveTo>
                    <a:cubicBezTo>
                      <a:pt x="38" y="1"/>
                      <a:pt x="21" y="10"/>
                      <a:pt x="12" y="16"/>
                    </a:cubicBezTo>
                    <a:cubicBezTo>
                      <a:pt x="4" y="21"/>
                      <a:pt x="8" y="24"/>
                      <a:pt x="15" y="28"/>
                    </a:cubicBezTo>
                    <a:cubicBezTo>
                      <a:pt x="21" y="33"/>
                      <a:pt x="27" y="39"/>
                      <a:pt x="34" y="43"/>
                    </a:cubicBezTo>
                    <a:cubicBezTo>
                      <a:pt x="28" y="42"/>
                      <a:pt x="23" y="37"/>
                      <a:pt x="17" y="34"/>
                    </a:cubicBezTo>
                    <a:cubicBezTo>
                      <a:pt x="12" y="31"/>
                      <a:pt x="7" y="30"/>
                      <a:pt x="2" y="28"/>
                    </a:cubicBezTo>
                    <a:cubicBezTo>
                      <a:pt x="5" y="22"/>
                      <a:pt x="3" y="16"/>
                      <a:pt x="0" y="12"/>
                    </a:cubicBezTo>
                    <a:cubicBezTo>
                      <a:pt x="8" y="11"/>
                      <a:pt x="13" y="12"/>
                      <a:pt x="21" y="9"/>
                    </a:cubicBezTo>
                    <a:cubicBezTo>
                      <a:pt x="29" y="6"/>
                      <a:pt x="41" y="0"/>
                      <a:pt x="49" y="1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5" name="Freeform 261">
                <a:extLst>
                  <a:ext uri="{FF2B5EF4-FFF2-40B4-BE49-F238E27FC236}">
                    <a16:creationId xmlns:a16="http://schemas.microsoft.com/office/drawing/2014/main" id="{BA5DBF83-1175-4FC3-AE63-9A201A28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207"/>
                <a:ext cx="101" cy="44"/>
              </a:xfrm>
              <a:custGeom>
                <a:avLst/>
                <a:gdLst>
                  <a:gd name="T0" fmla="*/ 0 w 60"/>
                  <a:gd name="T1" fmla="*/ 0 h 26"/>
                  <a:gd name="T2" fmla="*/ 145 w 60"/>
                  <a:gd name="T3" fmla="*/ 54 h 26"/>
                  <a:gd name="T4" fmla="*/ 286 w 60"/>
                  <a:gd name="T5" fmla="*/ 0 h 26"/>
                  <a:gd name="T6" fmla="*/ 204 w 60"/>
                  <a:gd name="T7" fmla="*/ 69 h 26"/>
                  <a:gd name="T8" fmla="*/ 173 w 60"/>
                  <a:gd name="T9" fmla="*/ 98 h 26"/>
                  <a:gd name="T10" fmla="*/ 8 w 60"/>
                  <a:gd name="T11" fmla="*/ 98 h 26"/>
                  <a:gd name="T12" fmla="*/ 57 w 60"/>
                  <a:gd name="T13" fmla="*/ 69 h 26"/>
                  <a:gd name="T14" fmla="*/ 8 w 60"/>
                  <a:gd name="T15" fmla="*/ 5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6">
                    <a:moveTo>
                      <a:pt x="0" y="0"/>
                    </a:moveTo>
                    <a:cubicBezTo>
                      <a:pt x="10" y="3"/>
                      <a:pt x="19" y="11"/>
                      <a:pt x="30" y="11"/>
                    </a:cubicBezTo>
                    <a:cubicBezTo>
                      <a:pt x="39" y="11"/>
                      <a:pt x="53" y="5"/>
                      <a:pt x="60" y="0"/>
                    </a:cubicBezTo>
                    <a:cubicBezTo>
                      <a:pt x="56" y="5"/>
                      <a:pt x="46" y="8"/>
                      <a:pt x="43" y="14"/>
                    </a:cubicBezTo>
                    <a:cubicBezTo>
                      <a:pt x="40" y="20"/>
                      <a:pt x="47" y="26"/>
                      <a:pt x="36" y="20"/>
                    </a:cubicBezTo>
                    <a:cubicBezTo>
                      <a:pt x="25" y="13"/>
                      <a:pt x="15" y="17"/>
                      <a:pt x="2" y="20"/>
                    </a:cubicBezTo>
                    <a:cubicBezTo>
                      <a:pt x="3" y="17"/>
                      <a:pt x="11" y="18"/>
                      <a:pt x="12" y="14"/>
                    </a:cubicBezTo>
                    <a:cubicBezTo>
                      <a:pt x="14" y="9"/>
                      <a:pt x="4" y="5"/>
                      <a:pt x="2" y="1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6" name="Freeform 262">
                <a:extLst>
                  <a:ext uri="{FF2B5EF4-FFF2-40B4-BE49-F238E27FC236}">
                    <a16:creationId xmlns:a16="http://schemas.microsoft.com/office/drawing/2014/main" id="{D2148AC5-2612-4672-BE39-311608A08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248"/>
                <a:ext cx="130" cy="49"/>
              </a:xfrm>
              <a:custGeom>
                <a:avLst/>
                <a:gdLst>
                  <a:gd name="T0" fmla="*/ 370 w 77"/>
                  <a:gd name="T1" fmla="*/ 0 h 29"/>
                  <a:gd name="T2" fmla="*/ 160 w 77"/>
                  <a:gd name="T3" fmla="*/ 78 h 29"/>
                  <a:gd name="T4" fmla="*/ 62 w 77"/>
                  <a:gd name="T5" fmla="*/ 106 h 29"/>
                  <a:gd name="T6" fmla="*/ 0 w 77"/>
                  <a:gd name="T7" fmla="*/ 125 h 29"/>
                  <a:gd name="T8" fmla="*/ 196 w 77"/>
                  <a:gd name="T9" fmla="*/ 71 h 29"/>
                  <a:gd name="T10" fmla="*/ 356 w 77"/>
                  <a:gd name="T11" fmla="*/ 2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29">
                    <a:moveTo>
                      <a:pt x="77" y="0"/>
                    </a:moveTo>
                    <a:cubicBezTo>
                      <a:pt x="63" y="6"/>
                      <a:pt x="48" y="10"/>
                      <a:pt x="33" y="16"/>
                    </a:cubicBezTo>
                    <a:cubicBezTo>
                      <a:pt x="26" y="19"/>
                      <a:pt x="20" y="21"/>
                      <a:pt x="13" y="22"/>
                    </a:cubicBezTo>
                    <a:cubicBezTo>
                      <a:pt x="9" y="23"/>
                      <a:pt x="3" y="24"/>
                      <a:pt x="0" y="26"/>
                    </a:cubicBezTo>
                    <a:cubicBezTo>
                      <a:pt x="14" y="29"/>
                      <a:pt x="28" y="20"/>
                      <a:pt x="41" y="15"/>
                    </a:cubicBezTo>
                    <a:cubicBezTo>
                      <a:pt x="52" y="12"/>
                      <a:pt x="63" y="8"/>
                      <a:pt x="74" y="4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7" name="Freeform 263">
                <a:extLst>
                  <a:ext uri="{FF2B5EF4-FFF2-40B4-BE49-F238E27FC236}">
                    <a16:creationId xmlns:a16="http://schemas.microsoft.com/office/drawing/2014/main" id="{E749FC32-4468-428B-8DB9-34A50DF8C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133"/>
                <a:ext cx="134" cy="67"/>
              </a:xfrm>
              <a:custGeom>
                <a:avLst/>
                <a:gdLst>
                  <a:gd name="T0" fmla="*/ 385 w 79"/>
                  <a:gd name="T1" fmla="*/ 183 h 40"/>
                  <a:gd name="T2" fmla="*/ 161 w 79"/>
                  <a:gd name="T3" fmla="*/ 70 h 40"/>
                  <a:gd name="T4" fmla="*/ 0 w 79"/>
                  <a:gd name="T5" fmla="*/ 0 h 40"/>
                  <a:gd name="T6" fmla="*/ 103 w 79"/>
                  <a:gd name="T7" fmla="*/ 70 h 40"/>
                  <a:gd name="T8" fmla="*/ 219 w 79"/>
                  <a:gd name="T9" fmla="*/ 132 h 40"/>
                  <a:gd name="T10" fmla="*/ 371 w 79"/>
                  <a:gd name="T11" fmla="*/ 18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40">
                    <a:moveTo>
                      <a:pt x="79" y="39"/>
                    </a:moveTo>
                    <a:cubicBezTo>
                      <a:pt x="65" y="30"/>
                      <a:pt x="48" y="23"/>
                      <a:pt x="33" y="15"/>
                    </a:cubicBezTo>
                    <a:cubicBezTo>
                      <a:pt x="22" y="10"/>
                      <a:pt x="11" y="5"/>
                      <a:pt x="0" y="0"/>
                    </a:cubicBezTo>
                    <a:cubicBezTo>
                      <a:pt x="5" y="6"/>
                      <a:pt x="14" y="11"/>
                      <a:pt x="21" y="15"/>
                    </a:cubicBezTo>
                    <a:cubicBezTo>
                      <a:pt x="29" y="19"/>
                      <a:pt x="36" y="24"/>
                      <a:pt x="45" y="28"/>
                    </a:cubicBezTo>
                    <a:cubicBezTo>
                      <a:pt x="55" y="31"/>
                      <a:pt x="66" y="39"/>
                      <a:pt x="76" y="4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8" name="Freeform 264">
                <a:extLst>
                  <a:ext uri="{FF2B5EF4-FFF2-40B4-BE49-F238E27FC236}">
                    <a16:creationId xmlns:a16="http://schemas.microsoft.com/office/drawing/2014/main" id="{16C0B50C-31DF-4FB0-928E-B3682331E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395"/>
                <a:ext cx="103" cy="37"/>
              </a:xfrm>
              <a:custGeom>
                <a:avLst/>
                <a:gdLst>
                  <a:gd name="T0" fmla="*/ 34 w 61"/>
                  <a:gd name="T1" fmla="*/ 0 h 22"/>
                  <a:gd name="T2" fmla="*/ 169 w 61"/>
                  <a:gd name="T3" fmla="*/ 37 h 22"/>
                  <a:gd name="T4" fmla="*/ 294 w 61"/>
                  <a:gd name="T5" fmla="*/ 0 h 22"/>
                  <a:gd name="T6" fmla="*/ 216 w 61"/>
                  <a:gd name="T7" fmla="*/ 54 h 22"/>
                  <a:gd name="T8" fmla="*/ 252 w 61"/>
                  <a:gd name="T9" fmla="*/ 76 h 22"/>
                  <a:gd name="T10" fmla="*/ 133 w 61"/>
                  <a:gd name="T11" fmla="*/ 62 h 22"/>
                  <a:gd name="T12" fmla="*/ 0 w 61"/>
                  <a:gd name="T13" fmla="*/ 104 h 22"/>
                  <a:gd name="T14" fmla="*/ 41 w 61"/>
                  <a:gd name="T15" fmla="*/ 2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22">
                    <a:moveTo>
                      <a:pt x="7" y="0"/>
                    </a:moveTo>
                    <a:cubicBezTo>
                      <a:pt x="18" y="1"/>
                      <a:pt x="23" y="10"/>
                      <a:pt x="35" y="8"/>
                    </a:cubicBezTo>
                    <a:cubicBezTo>
                      <a:pt x="43" y="6"/>
                      <a:pt x="53" y="3"/>
                      <a:pt x="61" y="0"/>
                    </a:cubicBezTo>
                    <a:cubicBezTo>
                      <a:pt x="57" y="5"/>
                      <a:pt x="49" y="6"/>
                      <a:pt x="45" y="11"/>
                    </a:cubicBezTo>
                    <a:cubicBezTo>
                      <a:pt x="47" y="13"/>
                      <a:pt x="50" y="14"/>
                      <a:pt x="52" y="16"/>
                    </a:cubicBezTo>
                    <a:cubicBezTo>
                      <a:pt x="44" y="16"/>
                      <a:pt x="37" y="13"/>
                      <a:pt x="28" y="13"/>
                    </a:cubicBezTo>
                    <a:cubicBezTo>
                      <a:pt x="18" y="14"/>
                      <a:pt x="9" y="16"/>
                      <a:pt x="0" y="22"/>
                    </a:cubicBezTo>
                    <a:cubicBezTo>
                      <a:pt x="9" y="19"/>
                      <a:pt x="21" y="12"/>
                      <a:pt x="8" y="5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9" name="Freeform 265">
                <a:extLst>
                  <a:ext uri="{FF2B5EF4-FFF2-40B4-BE49-F238E27FC236}">
                    <a16:creationId xmlns:a16="http://schemas.microsoft.com/office/drawing/2014/main" id="{F9238CD7-8282-45D3-97D0-E3640DFD9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334"/>
                <a:ext cx="118" cy="56"/>
              </a:xfrm>
              <a:custGeom>
                <a:avLst/>
                <a:gdLst>
                  <a:gd name="T0" fmla="*/ 0 w 70"/>
                  <a:gd name="T1" fmla="*/ 0 h 33"/>
                  <a:gd name="T2" fmla="*/ 335 w 70"/>
                  <a:gd name="T3" fmla="*/ 161 h 33"/>
                  <a:gd name="T4" fmla="*/ 8 w 7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33">
                    <a:moveTo>
                      <a:pt x="0" y="0"/>
                    </a:moveTo>
                    <a:cubicBezTo>
                      <a:pt x="25" y="6"/>
                      <a:pt x="46" y="25"/>
                      <a:pt x="70" y="33"/>
                    </a:cubicBezTo>
                    <a:cubicBezTo>
                      <a:pt x="52" y="18"/>
                      <a:pt x="25" y="4"/>
                      <a:pt x="2" y="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0" name="Freeform 266">
                <a:extLst>
                  <a:ext uri="{FF2B5EF4-FFF2-40B4-BE49-F238E27FC236}">
                    <a16:creationId xmlns:a16="http://schemas.microsoft.com/office/drawing/2014/main" id="{246FECAE-1109-4A31-A866-830BA073A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369"/>
                <a:ext cx="79" cy="24"/>
              </a:xfrm>
              <a:custGeom>
                <a:avLst/>
                <a:gdLst>
                  <a:gd name="T0" fmla="*/ 0 w 47"/>
                  <a:gd name="T1" fmla="*/ 45 h 14"/>
                  <a:gd name="T2" fmla="*/ 138 w 47"/>
                  <a:gd name="T3" fmla="*/ 26 h 14"/>
                  <a:gd name="T4" fmla="*/ 224 w 47"/>
                  <a:gd name="T5" fmla="*/ 0 h 14"/>
                  <a:gd name="T6" fmla="*/ 111 w 47"/>
                  <a:gd name="T7" fmla="*/ 50 h 14"/>
                  <a:gd name="T8" fmla="*/ 13 w 47"/>
                  <a:gd name="T9" fmla="*/ 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4">
                    <a:moveTo>
                      <a:pt x="0" y="9"/>
                    </a:moveTo>
                    <a:cubicBezTo>
                      <a:pt x="7" y="12"/>
                      <a:pt x="22" y="7"/>
                      <a:pt x="29" y="5"/>
                    </a:cubicBezTo>
                    <a:cubicBezTo>
                      <a:pt x="35" y="3"/>
                      <a:pt x="41" y="0"/>
                      <a:pt x="47" y="0"/>
                    </a:cubicBezTo>
                    <a:cubicBezTo>
                      <a:pt x="43" y="4"/>
                      <a:pt x="28" y="9"/>
                      <a:pt x="23" y="10"/>
                    </a:cubicBezTo>
                    <a:cubicBezTo>
                      <a:pt x="17" y="12"/>
                      <a:pt x="8" y="14"/>
                      <a:pt x="3" y="14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1" name="Freeform 267">
                <a:extLst>
                  <a:ext uri="{FF2B5EF4-FFF2-40B4-BE49-F238E27FC236}">
                    <a16:creationId xmlns:a16="http://schemas.microsoft.com/office/drawing/2014/main" id="{20274D1D-6DEF-455A-B0BC-A1895E8A8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488"/>
                <a:ext cx="46" cy="47"/>
              </a:xfrm>
              <a:custGeom>
                <a:avLst/>
                <a:gdLst>
                  <a:gd name="T0" fmla="*/ 90 w 27"/>
                  <a:gd name="T1" fmla="*/ 0 h 28"/>
                  <a:gd name="T2" fmla="*/ 34 w 27"/>
                  <a:gd name="T3" fmla="*/ 62 h 28"/>
                  <a:gd name="T4" fmla="*/ 133 w 27"/>
                  <a:gd name="T5" fmla="*/ 133 h 28"/>
                  <a:gd name="T6" fmla="*/ 20 w 27"/>
                  <a:gd name="T7" fmla="*/ 84 h 28"/>
                  <a:gd name="T8" fmla="*/ 44 w 2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18" y="0"/>
                    </a:moveTo>
                    <a:cubicBezTo>
                      <a:pt x="12" y="0"/>
                      <a:pt x="3" y="6"/>
                      <a:pt x="7" y="13"/>
                    </a:cubicBezTo>
                    <a:cubicBezTo>
                      <a:pt x="9" y="18"/>
                      <a:pt x="22" y="24"/>
                      <a:pt x="27" y="28"/>
                    </a:cubicBezTo>
                    <a:cubicBezTo>
                      <a:pt x="21" y="27"/>
                      <a:pt x="7" y="23"/>
                      <a:pt x="4" y="18"/>
                    </a:cubicBezTo>
                    <a:cubicBezTo>
                      <a:pt x="0" y="13"/>
                      <a:pt x="2" y="3"/>
                      <a:pt x="9" y="2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2" name="Freeform 268">
                <a:extLst>
                  <a:ext uri="{FF2B5EF4-FFF2-40B4-BE49-F238E27FC236}">
                    <a16:creationId xmlns:a16="http://schemas.microsoft.com/office/drawing/2014/main" id="{2F2FA35C-FE55-4475-902D-CB1D806F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586"/>
                <a:ext cx="107" cy="49"/>
              </a:xfrm>
              <a:custGeom>
                <a:avLst/>
                <a:gdLst>
                  <a:gd name="T0" fmla="*/ 8 w 63"/>
                  <a:gd name="T1" fmla="*/ 0 h 29"/>
                  <a:gd name="T2" fmla="*/ 153 w 63"/>
                  <a:gd name="T3" fmla="*/ 49 h 29"/>
                  <a:gd name="T4" fmla="*/ 309 w 63"/>
                  <a:gd name="T5" fmla="*/ 0 h 29"/>
                  <a:gd name="T6" fmla="*/ 219 w 63"/>
                  <a:gd name="T7" fmla="*/ 54 h 29"/>
                  <a:gd name="T8" fmla="*/ 273 w 63"/>
                  <a:gd name="T9" fmla="*/ 140 h 29"/>
                  <a:gd name="T10" fmla="*/ 127 w 63"/>
                  <a:gd name="T11" fmla="*/ 86 h 29"/>
                  <a:gd name="T12" fmla="*/ 0 w 63"/>
                  <a:gd name="T13" fmla="*/ 117 h 29"/>
                  <a:gd name="T14" fmla="*/ 58 w 63"/>
                  <a:gd name="T15" fmla="*/ 69 h 29"/>
                  <a:gd name="T16" fmla="*/ 14 w 63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29">
                    <a:moveTo>
                      <a:pt x="2" y="0"/>
                    </a:moveTo>
                    <a:cubicBezTo>
                      <a:pt x="9" y="7"/>
                      <a:pt x="22" y="12"/>
                      <a:pt x="31" y="10"/>
                    </a:cubicBezTo>
                    <a:cubicBezTo>
                      <a:pt x="42" y="8"/>
                      <a:pt x="52" y="1"/>
                      <a:pt x="63" y="0"/>
                    </a:cubicBezTo>
                    <a:cubicBezTo>
                      <a:pt x="57" y="4"/>
                      <a:pt x="48" y="5"/>
                      <a:pt x="45" y="11"/>
                    </a:cubicBezTo>
                    <a:cubicBezTo>
                      <a:pt x="39" y="19"/>
                      <a:pt x="51" y="23"/>
                      <a:pt x="56" y="29"/>
                    </a:cubicBezTo>
                    <a:cubicBezTo>
                      <a:pt x="48" y="25"/>
                      <a:pt x="35" y="18"/>
                      <a:pt x="26" y="18"/>
                    </a:cubicBezTo>
                    <a:cubicBezTo>
                      <a:pt x="19" y="18"/>
                      <a:pt x="5" y="29"/>
                      <a:pt x="0" y="24"/>
                    </a:cubicBezTo>
                    <a:cubicBezTo>
                      <a:pt x="3" y="19"/>
                      <a:pt x="13" y="24"/>
                      <a:pt x="12" y="14"/>
                    </a:cubicBezTo>
                    <a:cubicBezTo>
                      <a:pt x="8" y="12"/>
                      <a:pt x="4" y="11"/>
                      <a:pt x="3" y="6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3" name="Freeform 269">
                <a:extLst>
                  <a:ext uri="{FF2B5EF4-FFF2-40B4-BE49-F238E27FC236}">
                    <a16:creationId xmlns:a16="http://schemas.microsoft.com/office/drawing/2014/main" id="{505107AC-2FFA-41EE-AB32-285B3341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498"/>
                <a:ext cx="106" cy="50"/>
              </a:xfrm>
              <a:custGeom>
                <a:avLst/>
                <a:gdLst>
                  <a:gd name="T0" fmla="*/ 82 w 63"/>
                  <a:gd name="T1" fmla="*/ 22 h 30"/>
                  <a:gd name="T2" fmla="*/ 187 w 63"/>
                  <a:gd name="T3" fmla="*/ 37 h 30"/>
                  <a:gd name="T4" fmla="*/ 299 w 63"/>
                  <a:gd name="T5" fmla="*/ 13 h 30"/>
                  <a:gd name="T6" fmla="*/ 195 w 63"/>
                  <a:gd name="T7" fmla="*/ 70 h 30"/>
                  <a:gd name="T8" fmla="*/ 286 w 63"/>
                  <a:gd name="T9" fmla="*/ 120 h 30"/>
                  <a:gd name="T10" fmla="*/ 162 w 63"/>
                  <a:gd name="T11" fmla="*/ 83 h 30"/>
                  <a:gd name="T12" fmla="*/ 0 w 63"/>
                  <a:gd name="T13" fmla="*/ 105 h 30"/>
                  <a:gd name="T14" fmla="*/ 82 w 63"/>
                  <a:gd name="T15" fmla="*/ 63 h 30"/>
                  <a:gd name="T16" fmla="*/ 20 w 63"/>
                  <a:gd name="T17" fmla="*/ 8 h 30"/>
                  <a:gd name="T18" fmla="*/ 82 w 63"/>
                  <a:gd name="T19" fmla="*/ 33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30">
                    <a:moveTo>
                      <a:pt x="17" y="5"/>
                    </a:moveTo>
                    <a:cubicBezTo>
                      <a:pt x="23" y="8"/>
                      <a:pt x="32" y="9"/>
                      <a:pt x="39" y="8"/>
                    </a:cubicBezTo>
                    <a:cubicBezTo>
                      <a:pt x="46" y="8"/>
                      <a:pt x="56" y="2"/>
                      <a:pt x="63" y="3"/>
                    </a:cubicBezTo>
                    <a:cubicBezTo>
                      <a:pt x="58" y="9"/>
                      <a:pt x="44" y="7"/>
                      <a:pt x="41" y="15"/>
                    </a:cubicBezTo>
                    <a:cubicBezTo>
                      <a:pt x="47" y="19"/>
                      <a:pt x="59" y="18"/>
                      <a:pt x="60" y="26"/>
                    </a:cubicBezTo>
                    <a:cubicBezTo>
                      <a:pt x="52" y="30"/>
                      <a:pt x="42" y="19"/>
                      <a:pt x="34" y="18"/>
                    </a:cubicBezTo>
                    <a:cubicBezTo>
                      <a:pt x="23" y="17"/>
                      <a:pt x="11" y="25"/>
                      <a:pt x="0" y="23"/>
                    </a:cubicBezTo>
                    <a:cubicBezTo>
                      <a:pt x="1" y="18"/>
                      <a:pt x="13" y="18"/>
                      <a:pt x="17" y="14"/>
                    </a:cubicBezTo>
                    <a:cubicBezTo>
                      <a:pt x="14" y="8"/>
                      <a:pt x="4" y="10"/>
                      <a:pt x="4" y="2"/>
                    </a:cubicBezTo>
                    <a:cubicBezTo>
                      <a:pt x="8" y="0"/>
                      <a:pt x="14" y="5"/>
                      <a:pt x="17" y="7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4" name="Freeform 270">
                <a:extLst>
                  <a:ext uri="{FF2B5EF4-FFF2-40B4-BE49-F238E27FC236}">
                    <a16:creationId xmlns:a16="http://schemas.microsoft.com/office/drawing/2014/main" id="{4D9AF84F-56FA-4DC7-BD69-68AFC555D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440"/>
                <a:ext cx="79" cy="32"/>
              </a:xfrm>
              <a:custGeom>
                <a:avLst/>
                <a:gdLst>
                  <a:gd name="T0" fmla="*/ 0 w 47"/>
                  <a:gd name="T1" fmla="*/ 91 h 19"/>
                  <a:gd name="T2" fmla="*/ 62 w 47"/>
                  <a:gd name="T3" fmla="*/ 67 h 19"/>
                  <a:gd name="T4" fmla="*/ 141 w 47"/>
                  <a:gd name="T5" fmla="*/ 42 h 19"/>
                  <a:gd name="T6" fmla="*/ 224 w 47"/>
                  <a:gd name="T7" fmla="*/ 0 h 19"/>
                  <a:gd name="T8" fmla="*/ 13 w 47"/>
                  <a:gd name="T9" fmla="*/ 8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9">
                    <a:moveTo>
                      <a:pt x="0" y="19"/>
                    </a:moveTo>
                    <a:cubicBezTo>
                      <a:pt x="5" y="19"/>
                      <a:pt x="9" y="16"/>
                      <a:pt x="13" y="14"/>
                    </a:cubicBezTo>
                    <a:cubicBezTo>
                      <a:pt x="19" y="12"/>
                      <a:pt x="24" y="12"/>
                      <a:pt x="30" y="9"/>
                    </a:cubicBezTo>
                    <a:cubicBezTo>
                      <a:pt x="35" y="6"/>
                      <a:pt x="42" y="3"/>
                      <a:pt x="47" y="0"/>
                    </a:cubicBezTo>
                    <a:cubicBezTo>
                      <a:pt x="33" y="4"/>
                      <a:pt x="15" y="9"/>
                      <a:pt x="3" y="17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5" name="Freeform 271">
                <a:extLst>
                  <a:ext uri="{FF2B5EF4-FFF2-40B4-BE49-F238E27FC236}">
                    <a16:creationId xmlns:a16="http://schemas.microsoft.com/office/drawing/2014/main" id="{EF1EAECF-8AA5-467D-8E96-37E4F010A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633"/>
                <a:ext cx="61" cy="24"/>
              </a:xfrm>
              <a:custGeom>
                <a:avLst/>
                <a:gdLst>
                  <a:gd name="T0" fmla="*/ 8 w 36"/>
                  <a:gd name="T1" fmla="*/ 70 h 14"/>
                  <a:gd name="T2" fmla="*/ 175 w 36"/>
                  <a:gd name="T3" fmla="*/ 9 h 14"/>
                  <a:gd name="T4" fmla="*/ 0 w 36"/>
                  <a:gd name="T5" fmla="*/ 6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4">
                    <a:moveTo>
                      <a:pt x="2" y="14"/>
                    </a:moveTo>
                    <a:cubicBezTo>
                      <a:pt x="9" y="14"/>
                      <a:pt x="30" y="8"/>
                      <a:pt x="36" y="2"/>
                    </a:cubicBezTo>
                    <a:cubicBezTo>
                      <a:pt x="23" y="0"/>
                      <a:pt x="12" y="9"/>
                      <a:pt x="0" y="12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6" name="Freeform 272">
                <a:extLst>
                  <a:ext uri="{FF2B5EF4-FFF2-40B4-BE49-F238E27FC236}">
                    <a16:creationId xmlns:a16="http://schemas.microsoft.com/office/drawing/2014/main" id="{1C54C3F7-6C16-4F4A-AD0D-8F00AAE9D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618"/>
                <a:ext cx="137" cy="69"/>
              </a:xfrm>
              <a:custGeom>
                <a:avLst/>
                <a:gdLst>
                  <a:gd name="T0" fmla="*/ 0 w 81"/>
                  <a:gd name="T1" fmla="*/ 22 h 41"/>
                  <a:gd name="T2" fmla="*/ 183 w 81"/>
                  <a:gd name="T3" fmla="*/ 113 h 41"/>
                  <a:gd name="T4" fmla="*/ 392 w 81"/>
                  <a:gd name="T5" fmla="*/ 195 h 41"/>
                  <a:gd name="T6" fmla="*/ 166 w 81"/>
                  <a:gd name="T7" fmla="*/ 84 h 41"/>
                  <a:gd name="T8" fmla="*/ 5 w 8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41">
                    <a:moveTo>
                      <a:pt x="0" y="5"/>
                    </a:moveTo>
                    <a:cubicBezTo>
                      <a:pt x="8" y="14"/>
                      <a:pt x="27" y="19"/>
                      <a:pt x="38" y="24"/>
                    </a:cubicBezTo>
                    <a:cubicBezTo>
                      <a:pt x="52" y="30"/>
                      <a:pt x="66" y="36"/>
                      <a:pt x="81" y="41"/>
                    </a:cubicBezTo>
                    <a:cubicBezTo>
                      <a:pt x="64" y="37"/>
                      <a:pt x="49" y="26"/>
                      <a:pt x="34" y="18"/>
                    </a:cubicBezTo>
                    <a:cubicBezTo>
                      <a:pt x="23" y="13"/>
                      <a:pt x="11" y="7"/>
                      <a:pt x="1" y="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7" name="Freeform 273">
                <a:extLst>
                  <a:ext uri="{FF2B5EF4-FFF2-40B4-BE49-F238E27FC236}">
                    <a16:creationId xmlns:a16="http://schemas.microsoft.com/office/drawing/2014/main" id="{E71B2BF8-19BD-4A23-84A4-B5AD16A5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109"/>
                <a:ext cx="127" cy="56"/>
              </a:xfrm>
              <a:custGeom>
                <a:avLst/>
                <a:gdLst>
                  <a:gd name="T0" fmla="*/ 0 w 75"/>
                  <a:gd name="T1" fmla="*/ 0 h 33"/>
                  <a:gd name="T2" fmla="*/ 127 w 75"/>
                  <a:gd name="T3" fmla="*/ 90 h 33"/>
                  <a:gd name="T4" fmla="*/ 49 w 75"/>
                  <a:gd name="T5" fmla="*/ 120 h 33"/>
                  <a:gd name="T6" fmla="*/ 195 w 75"/>
                  <a:gd name="T7" fmla="*/ 107 h 33"/>
                  <a:gd name="T8" fmla="*/ 364 w 75"/>
                  <a:gd name="T9" fmla="*/ 161 h 33"/>
                  <a:gd name="T10" fmla="*/ 252 w 75"/>
                  <a:gd name="T11" fmla="*/ 70 h 33"/>
                  <a:gd name="T12" fmla="*/ 161 w 75"/>
                  <a:gd name="T13" fmla="*/ 58 h 33"/>
                  <a:gd name="T14" fmla="*/ 42 w 75"/>
                  <a:gd name="T15" fmla="*/ 8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33">
                    <a:moveTo>
                      <a:pt x="0" y="0"/>
                    </a:moveTo>
                    <a:cubicBezTo>
                      <a:pt x="8" y="7"/>
                      <a:pt x="20" y="9"/>
                      <a:pt x="26" y="18"/>
                    </a:cubicBezTo>
                    <a:cubicBezTo>
                      <a:pt x="21" y="21"/>
                      <a:pt x="13" y="21"/>
                      <a:pt x="10" y="25"/>
                    </a:cubicBezTo>
                    <a:cubicBezTo>
                      <a:pt x="19" y="30"/>
                      <a:pt x="31" y="20"/>
                      <a:pt x="40" y="22"/>
                    </a:cubicBezTo>
                    <a:cubicBezTo>
                      <a:pt x="52" y="24"/>
                      <a:pt x="63" y="33"/>
                      <a:pt x="75" y="33"/>
                    </a:cubicBezTo>
                    <a:cubicBezTo>
                      <a:pt x="71" y="32"/>
                      <a:pt x="43" y="20"/>
                      <a:pt x="52" y="14"/>
                    </a:cubicBezTo>
                    <a:cubicBezTo>
                      <a:pt x="47" y="12"/>
                      <a:pt x="39" y="15"/>
                      <a:pt x="33" y="12"/>
                    </a:cubicBezTo>
                    <a:cubicBezTo>
                      <a:pt x="27" y="10"/>
                      <a:pt x="13" y="6"/>
                      <a:pt x="9" y="2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8" name="Freeform 274">
                <a:extLst>
                  <a:ext uri="{FF2B5EF4-FFF2-40B4-BE49-F238E27FC236}">
                    <a16:creationId xmlns:a16="http://schemas.microsoft.com/office/drawing/2014/main" id="{5859F7A5-0ED3-4922-BAAD-7B98D8145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205"/>
                <a:ext cx="120" cy="60"/>
              </a:xfrm>
              <a:custGeom>
                <a:avLst/>
                <a:gdLst>
                  <a:gd name="T0" fmla="*/ 0 w 71"/>
                  <a:gd name="T1" fmla="*/ 15 h 35"/>
                  <a:gd name="T2" fmla="*/ 106 w 71"/>
                  <a:gd name="T3" fmla="*/ 86 h 35"/>
                  <a:gd name="T4" fmla="*/ 63 w 71"/>
                  <a:gd name="T5" fmla="*/ 127 h 35"/>
                  <a:gd name="T6" fmla="*/ 125 w 71"/>
                  <a:gd name="T7" fmla="*/ 115 h 35"/>
                  <a:gd name="T8" fmla="*/ 194 w 71"/>
                  <a:gd name="T9" fmla="*/ 111 h 35"/>
                  <a:gd name="T10" fmla="*/ 314 w 71"/>
                  <a:gd name="T11" fmla="*/ 168 h 35"/>
                  <a:gd name="T12" fmla="*/ 274 w 71"/>
                  <a:gd name="T13" fmla="*/ 98 h 35"/>
                  <a:gd name="T14" fmla="*/ 343 w 71"/>
                  <a:gd name="T15" fmla="*/ 45 h 35"/>
                  <a:gd name="T16" fmla="*/ 179 w 71"/>
                  <a:gd name="T17" fmla="*/ 70 h 35"/>
                  <a:gd name="T18" fmla="*/ 96 w 71"/>
                  <a:gd name="T19" fmla="*/ 41 h 35"/>
                  <a:gd name="T20" fmla="*/ 34 w 71"/>
                  <a:gd name="T21" fmla="*/ 9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35">
                    <a:moveTo>
                      <a:pt x="0" y="3"/>
                    </a:moveTo>
                    <a:cubicBezTo>
                      <a:pt x="5" y="4"/>
                      <a:pt x="21" y="10"/>
                      <a:pt x="22" y="17"/>
                    </a:cubicBezTo>
                    <a:cubicBezTo>
                      <a:pt x="23" y="23"/>
                      <a:pt x="16" y="22"/>
                      <a:pt x="13" y="25"/>
                    </a:cubicBezTo>
                    <a:cubicBezTo>
                      <a:pt x="19" y="29"/>
                      <a:pt x="22" y="25"/>
                      <a:pt x="26" y="23"/>
                    </a:cubicBezTo>
                    <a:cubicBezTo>
                      <a:pt x="31" y="21"/>
                      <a:pt x="35" y="21"/>
                      <a:pt x="40" y="22"/>
                    </a:cubicBezTo>
                    <a:cubicBezTo>
                      <a:pt x="48" y="24"/>
                      <a:pt x="56" y="35"/>
                      <a:pt x="65" y="33"/>
                    </a:cubicBezTo>
                    <a:cubicBezTo>
                      <a:pt x="63" y="27"/>
                      <a:pt x="51" y="26"/>
                      <a:pt x="57" y="19"/>
                    </a:cubicBezTo>
                    <a:cubicBezTo>
                      <a:pt x="61" y="14"/>
                      <a:pt x="71" y="16"/>
                      <a:pt x="71" y="9"/>
                    </a:cubicBezTo>
                    <a:cubicBezTo>
                      <a:pt x="62" y="4"/>
                      <a:pt x="48" y="16"/>
                      <a:pt x="37" y="14"/>
                    </a:cubicBezTo>
                    <a:cubicBezTo>
                      <a:pt x="31" y="13"/>
                      <a:pt x="26" y="11"/>
                      <a:pt x="20" y="8"/>
                    </a:cubicBezTo>
                    <a:cubicBezTo>
                      <a:pt x="17" y="6"/>
                      <a:pt x="10" y="0"/>
                      <a:pt x="7" y="2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9" name="Freeform 275">
                <a:extLst>
                  <a:ext uri="{FF2B5EF4-FFF2-40B4-BE49-F238E27FC236}">
                    <a16:creationId xmlns:a16="http://schemas.microsoft.com/office/drawing/2014/main" id="{C881C671-F660-406E-BE92-01B545E1C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019"/>
                <a:ext cx="124" cy="63"/>
              </a:xfrm>
              <a:custGeom>
                <a:avLst/>
                <a:gdLst>
                  <a:gd name="T0" fmla="*/ 0 w 73"/>
                  <a:gd name="T1" fmla="*/ 9 h 37"/>
                  <a:gd name="T2" fmla="*/ 58 w 73"/>
                  <a:gd name="T3" fmla="*/ 92 h 37"/>
                  <a:gd name="T4" fmla="*/ 0 w 73"/>
                  <a:gd name="T5" fmla="*/ 140 h 37"/>
                  <a:gd name="T6" fmla="*/ 161 w 73"/>
                  <a:gd name="T7" fmla="*/ 99 h 37"/>
                  <a:gd name="T8" fmla="*/ 358 w 73"/>
                  <a:gd name="T9" fmla="*/ 182 h 37"/>
                  <a:gd name="T10" fmla="*/ 197 w 73"/>
                  <a:gd name="T11" fmla="*/ 75 h 37"/>
                  <a:gd name="T12" fmla="*/ 265 w 73"/>
                  <a:gd name="T13" fmla="*/ 54 h 37"/>
                  <a:gd name="T14" fmla="*/ 141 w 73"/>
                  <a:gd name="T15" fmla="*/ 63 h 37"/>
                  <a:gd name="T16" fmla="*/ 20 w 73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37">
                    <a:moveTo>
                      <a:pt x="0" y="2"/>
                    </a:moveTo>
                    <a:cubicBezTo>
                      <a:pt x="8" y="5"/>
                      <a:pt x="21" y="10"/>
                      <a:pt x="12" y="19"/>
                    </a:cubicBezTo>
                    <a:cubicBezTo>
                      <a:pt x="9" y="22"/>
                      <a:pt x="1" y="22"/>
                      <a:pt x="0" y="28"/>
                    </a:cubicBezTo>
                    <a:cubicBezTo>
                      <a:pt x="12" y="27"/>
                      <a:pt x="21" y="16"/>
                      <a:pt x="33" y="20"/>
                    </a:cubicBezTo>
                    <a:cubicBezTo>
                      <a:pt x="47" y="25"/>
                      <a:pt x="60" y="32"/>
                      <a:pt x="73" y="37"/>
                    </a:cubicBezTo>
                    <a:cubicBezTo>
                      <a:pt x="67" y="30"/>
                      <a:pt x="40" y="25"/>
                      <a:pt x="40" y="15"/>
                    </a:cubicBezTo>
                    <a:cubicBezTo>
                      <a:pt x="45" y="15"/>
                      <a:pt x="50" y="13"/>
                      <a:pt x="54" y="11"/>
                    </a:cubicBezTo>
                    <a:cubicBezTo>
                      <a:pt x="49" y="7"/>
                      <a:pt x="37" y="16"/>
                      <a:pt x="29" y="13"/>
                    </a:cubicBezTo>
                    <a:cubicBezTo>
                      <a:pt x="21" y="10"/>
                      <a:pt x="14" y="0"/>
                      <a:pt x="4" y="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0" name="Freeform 276">
                <a:extLst>
                  <a:ext uri="{FF2B5EF4-FFF2-40B4-BE49-F238E27FC236}">
                    <a16:creationId xmlns:a16="http://schemas.microsoft.com/office/drawing/2014/main" id="{87C59B6B-6922-49FF-9839-278E6F2E2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23"/>
                <a:ext cx="115" cy="58"/>
              </a:xfrm>
              <a:custGeom>
                <a:avLst/>
                <a:gdLst>
                  <a:gd name="T0" fmla="*/ 14 w 68"/>
                  <a:gd name="T1" fmla="*/ 26 h 34"/>
                  <a:gd name="T2" fmla="*/ 69 w 68"/>
                  <a:gd name="T3" fmla="*/ 90 h 34"/>
                  <a:gd name="T4" fmla="*/ 0 w 68"/>
                  <a:gd name="T5" fmla="*/ 133 h 34"/>
                  <a:gd name="T6" fmla="*/ 140 w 68"/>
                  <a:gd name="T7" fmla="*/ 90 h 34"/>
                  <a:gd name="T8" fmla="*/ 328 w 68"/>
                  <a:gd name="T9" fmla="*/ 164 h 34"/>
                  <a:gd name="T10" fmla="*/ 223 w 68"/>
                  <a:gd name="T11" fmla="*/ 78 h 34"/>
                  <a:gd name="T12" fmla="*/ 257 w 68"/>
                  <a:gd name="T13" fmla="*/ 55 h 34"/>
                  <a:gd name="T14" fmla="*/ 134 w 68"/>
                  <a:gd name="T15" fmla="*/ 70 h 34"/>
                  <a:gd name="T16" fmla="*/ 34 w 68"/>
                  <a:gd name="T17" fmla="*/ 2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34">
                    <a:moveTo>
                      <a:pt x="3" y="5"/>
                    </a:moveTo>
                    <a:cubicBezTo>
                      <a:pt x="7" y="7"/>
                      <a:pt x="17" y="11"/>
                      <a:pt x="14" y="18"/>
                    </a:cubicBezTo>
                    <a:cubicBezTo>
                      <a:pt x="12" y="21"/>
                      <a:pt x="3" y="23"/>
                      <a:pt x="0" y="27"/>
                    </a:cubicBezTo>
                    <a:cubicBezTo>
                      <a:pt x="5" y="32"/>
                      <a:pt x="22" y="19"/>
                      <a:pt x="29" y="18"/>
                    </a:cubicBezTo>
                    <a:cubicBezTo>
                      <a:pt x="44" y="18"/>
                      <a:pt x="55" y="34"/>
                      <a:pt x="68" y="33"/>
                    </a:cubicBezTo>
                    <a:cubicBezTo>
                      <a:pt x="63" y="28"/>
                      <a:pt x="46" y="24"/>
                      <a:pt x="46" y="16"/>
                    </a:cubicBezTo>
                    <a:cubicBezTo>
                      <a:pt x="48" y="15"/>
                      <a:pt x="51" y="13"/>
                      <a:pt x="53" y="11"/>
                    </a:cubicBezTo>
                    <a:cubicBezTo>
                      <a:pt x="49" y="6"/>
                      <a:pt x="34" y="15"/>
                      <a:pt x="28" y="14"/>
                    </a:cubicBezTo>
                    <a:cubicBezTo>
                      <a:pt x="20" y="12"/>
                      <a:pt x="16" y="0"/>
                      <a:pt x="7" y="4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1" name="Freeform 277">
                <a:extLst>
                  <a:ext uri="{FF2B5EF4-FFF2-40B4-BE49-F238E27FC236}">
                    <a16:creationId xmlns:a16="http://schemas.microsoft.com/office/drawing/2014/main" id="{577D2E62-084E-4917-B0B5-9D67445DC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018"/>
                <a:ext cx="125" cy="67"/>
              </a:xfrm>
              <a:custGeom>
                <a:avLst/>
                <a:gdLst>
                  <a:gd name="T0" fmla="*/ 20 w 74"/>
                  <a:gd name="T1" fmla="*/ 37 h 40"/>
                  <a:gd name="T2" fmla="*/ 83 w 74"/>
                  <a:gd name="T3" fmla="*/ 109 h 40"/>
                  <a:gd name="T4" fmla="*/ 0 w 74"/>
                  <a:gd name="T5" fmla="*/ 166 h 40"/>
                  <a:gd name="T6" fmla="*/ 91 w 74"/>
                  <a:gd name="T7" fmla="*/ 126 h 40"/>
                  <a:gd name="T8" fmla="*/ 174 w 74"/>
                  <a:gd name="T9" fmla="*/ 109 h 40"/>
                  <a:gd name="T10" fmla="*/ 260 w 74"/>
                  <a:gd name="T11" fmla="*/ 146 h 40"/>
                  <a:gd name="T12" fmla="*/ 356 w 74"/>
                  <a:gd name="T13" fmla="*/ 188 h 40"/>
                  <a:gd name="T14" fmla="*/ 231 w 74"/>
                  <a:gd name="T15" fmla="*/ 109 h 40"/>
                  <a:gd name="T16" fmla="*/ 265 w 74"/>
                  <a:gd name="T17" fmla="*/ 57 h 40"/>
                  <a:gd name="T18" fmla="*/ 160 w 74"/>
                  <a:gd name="T19" fmla="*/ 79 h 40"/>
                  <a:gd name="T20" fmla="*/ 54 w 74"/>
                  <a:gd name="T21" fmla="*/ 37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40">
                    <a:moveTo>
                      <a:pt x="4" y="8"/>
                    </a:moveTo>
                    <a:cubicBezTo>
                      <a:pt x="11" y="10"/>
                      <a:pt x="24" y="16"/>
                      <a:pt x="17" y="23"/>
                    </a:cubicBezTo>
                    <a:cubicBezTo>
                      <a:pt x="12" y="27"/>
                      <a:pt x="2" y="27"/>
                      <a:pt x="0" y="35"/>
                    </a:cubicBezTo>
                    <a:cubicBezTo>
                      <a:pt x="5" y="35"/>
                      <a:pt x="13" y="29"/>
                      <a:pt x="19" y="27"/>
                    </a:cubicBezTo>
                    <a:cubicBezTo>
                      <a:pt x="23" y="25"/>
                      <a:pt x="31" y="22"/>
                      <a:pt x="36" y="23"/>
                    </a:cubicBezTo>
                    <a:cubicBezTo>
                      <a:pt x="42" y="23"/>
                      <a:pt x="49" y="29"/>
                      <a:pt x="54" y="31"/>
                    </a:cubicBezTo>
                    <a:cubicBezTo>
                      <a:pt x="61" y="34"/>
                      <a:pt x="67" y="38"/>
                      <a:pt x="74" y="40"/>
                    </a:cubicBezTo>
                    <a:cubicBezTo>
                      <a:pt x="70" y="30"/>
                      <a:pt x="51" y="32"/>
                      <a:pt x="48" y="23"/>
                    </a:cubicBezTo>
                    <a:cubicBezTo>
                      <a:pt x="46" y="18"/>
                      <a:pt x="68" y="12"/>
                      <a:pt x="55" y="12"/>
                    </a:cubicBezTo>
                    <a:cubicBezTo>
                      <a:pt x="48" y="12"/>
                      <a:pt x="41" y="19"/>
                      <a:pt x="33" y="17"/>
                    </a:cubicBezTo>
                    <a:cubicBezTo>
                      <a:pt x="27" y="16"/>
                      <a:pt x="17" y="0"/>
                      <a:pt x="11" y="8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2" name="Freeform 278">
                <a:extLst>
                  <a:ext uri="{FF2B5EF4-FFF2-40B4-BE49-F238E27FC236}">
                    <a16:creationId xmlns:a16="http://schemas.microsoft.com/office/drawing/2014/main" id="{416A4FEA-6A76-4B7E-8844-F9EE6162D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59"/>
                <a:ext cx="103" cy="50"/>
              </a:xfrm>
              <a:custGeom>
                <a:avLst/>
                <a:gdLst>
                  <a:gd name="T0" fmla="*/ 0 w 61"/>
                  <a:gd name="T1" fmla="*/ 8 h 30"/>
                  <a:gd name="T2" fmla="*/ 71 w 61"/>
                  <a:gd name="T3" fmla="*/ 70 h 30"/>
                  <a:gd name="T4" fmla="*/ 20 w 61"/>
                  <a:gd name="T5" fmla="*/ 125 h 30"/>
                  <a:gd name="T6" fmla="*/ 86 w 61"/>
                  <a:gd name="T7" fmla="*/ 105 h 30"/>
                  <a:gd name="T8" fmla="*/ 160 w 61"/>
                  <a:gd name="T9" fmla="*/ 88 h 30"/>
                  <a:gd name="T10" fmla="*/ 294 w 61"/>
                  <a:gd name="T11" fmla="*/ 130 h 30"/>
                  <a:gd name="T12" fmla="*/ 270 w 61"/>
                  <a:gd name="T13" fmla="*/ 55 h 30"/>
                  <a:gd name="T14" fmla="*/ 149 w 61"/>
                  <a:gd name="T15" fmla="*/ 70 h 30"/>
                  <a:gd name="T16" fmla="*/ 29 w 61"/>
                  <a:gd name="T17" fmla="*/ 2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0">
                    <a:moveTo>
                      <a:pt x="0" y="2"/>
                    </a:moveTo>
                    <a:cubicBezTo>
                      <a:pt x="4" y="6"/>
                      <a:pt x="14" y="9"/>
                      <a:pt x="15" y="15"/>
                    </a:cubicBezTo>
                    <a:cubicBezTo>
                      <a:pt x="15" y="21"/>
                      <a:pt x="6" y="21"/>
                      <a:pt x="4" y="27"/>
                    </a:cubicBezTo>
                    <a:cubicBezTo>
                      <a:pt x="8" y="29"/>
                      <a:pt x="13" y="24"/>
                      <a:pt x="18" y="23"/>
                    </a:cubicBezTo>
                    <a:cubicBezTo>
                      <a:pt x="22" y="21"/>
                      <a:pt x="29" y="19"/>
                      <a:pt x="33" y="19"/>
                    </a:cubicBezTo>
                    <a:cubicBezTo>
                      <a:pt x="43" y="19"/>
                      <a:pt x="52" y="30"/>
                      <a:pt x="61" y="28"/>
                    </a:cubicBezTo>
                    <a:cubicBezTo>
                      <a:pt x="61" y="19"/>
                      <a:pt x="48" y="23"/>
                      <a:pt x="56" y="12"/>
                    </a:cubicBezTo>
                    <a:cubicBezTo>
                      <a:pt x="49" y="9"/>
                      <a:pt x="39" y="17"/>
                      <a:pt x="31" y="15"/>
                    </a:cubicBezTo>
                    <a:cubicBezTo>
                      <a:pt x="24" y="13"/>
                      <a:pt x="14" y="0"/>
                      <a:pt x="6" y="4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3" name="Freeform 279">
                <a:extLst>
                  <a:ext uri="{FF2B5EF4-FFF2-40B4-BE49-F238E27FC236}">
                    <a16:creationId xmlns:a16="http://schemas.microsoft.com/office/drawing/2014/main" id="{852080A2-758A-45C0-9670-39B45B33A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234"/>
                <a:ext cx="85" cy="47"/>
              </a:xfrm>
              <a:custGeom>
                <a:avLst/>
                <a:gdLst>
                  <a:gd name="T0" fmla="*/ 0 w 50"/>
                  <a:gd name="T1" fmla="*/ 0 h 28"/>
                  <a:gd name="T2" fmla="*/ 29 w 50"/>
                  <a:gd name="T3" fmla="*/ 76 h 28"/>
                  <a:gd name="T4" fmla="*/ 141 w 50"/>
                  <a:gd name="T5" fmla="*/ 82 h 28"/>
                  <a:gd name="T6" fmla="*/ 247 w 50"/>
                  <a:gd name="T7" fmla="*/ 133 h 28"/>
                  <a:gd name="T8" fmla="*/ 197 w 50"/>
                  <a:gd name="T9" fmla="*/ 62 h 28"/>
                  <a:gd name="T10" fmla="*/ 124 w 50"/>
                  <a:gd name="T11" fmla="*/ 62 h 28"/>
                  <a:gd name="T12" fmla="*/ 29 w 50"/>
                  <a:gd name="T13" fmla="*/ 2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28">
                    <a:moveTo>
                      <a:pt x="0" y="0"/>
                    </a:moveTo>
                    <a:cubicBezTo>
                      <a:pt x="7" y="9"/>
                      <a:pt x="10" y="4"/>
                      <a:pt x="6" y="16"/>
                    </a:cubicBezTo>
                    <a:cubicBezTo>
                      <a:pt x="15" y="16"/>
                      <a:pt x="21" y="14"/>
                      <a:pt x="29" y="17"/>
                    </a:cubicBezTo>
                    <a:cubicBezTo>
                      <a:pt x="36" y="20"/>
                      <a:pt x="42" y="28"/>
                      <a:pt x="50" y="28"/>
                    </a:cubicBezTo>
                    <a:cubicBezTo>
                      <a:pt x="45" y="25"/>
                      <a:pt x="37" y="21"/>
                      <a:pt x="40" y="13"/>
                    </a:cubicBezTo>
                    <a:cubicBezTo>
                      <a:pt x="35" y="11"/>
                      <a:pt x="30" y="14"/>
                      <a:pt x="25" y="13"/>
                    </a:cubicBezTo>
                    <a:cubicBezTo>
                      <a:pt x="19" y="12"/>
                      <a:pt x="13" y="8"/>
                      <a:pt x="6" y="5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4" name="Freeform 280">
                <a:extLst>
                  <a:ext uri="{FF2B5EF4-FFF2-40B4-BE49-F238E27FC236}">
                    <a16:creationId xmlns:a16="http://schemas.microsoft.com/office/drawing/2014/main" id="{6F46348D-2C97-4102-B044-49A15920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139"/>
                <a:ext cx="88" cy="33"/>
              </a:xfrm>
              <a:custGeom>
                <a:avLst/>
                <a:gdLst>
                  <a:gd name="T0" fmla="*/ 0 w 52"/>
                  <a:gd name="T1" fmla="*/ 0 h 19"/>
                  <a:gd name="T2" fmla="*/ 34 w 52"/>
                  <a:gd name="T3" fmla="*/ 78 h 19"/>
                  <a:gd name="T4" fmla="*/ 132 w 52"/>
                  <a:gd name="T5" fmla="*/ 63 h 19"/>
                  <a:gd name="T6" fmla="*/ 252 w 52"/>
                  <a:gd name="T7" fmla="*/ 99 h 19"/>
                  <a:gd name="T8" fmla="*/ 195 w 52"/>
                  <a:gd name="T9" fmla="*/ 42 h 19"/>
                  <a:gd name="T10" fmla="*/ 120 w 52"/>
                  <a:gd name="T11" fmla="*/ 49 h 19"/>
                  <a:gd name="T12" fmla="*/ 34 w 52"/>
                  <a:gd name="T13" fmla="*/ 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9">
                    <a:moveTo>
                      <a:pt x="0" y="0"/>
                    </a:moveTo>
                    <a:cubicBezTo>
                      <a:pt x="8" y="2"/>
                      <a:pt x="12" y="8"/>
                      <a:pt x="7" y="15"/>
                    </a:cubicBezTo>
                    <a:cubicBezTo>
                      <a:pt x="14" y="16"/>
                      <a:pt x="20" y="11"/>
                      <a:pt x="27" y="12"/>
                    </a:cubicBezTo>
                    <a:cubicBezTo>
                      <a:pt x="35" y="13"/>
                      <a:pt x="44" y="17"/>
                      <a:pt x="52" y="19"/>
                    </a:cubicBezTo>
                    <a:cubicBezTo>
                      <a:pt x="47" y="17"/>
                      <a:pt x="39" y="15"/>
                      <a:pt x="40" y="8"/>
                    </a:cubicBezTo>
                    <a:cubicBezTo>
                      <a:pt x="35" y="7"/>
                      <a:pt x="30" y="9"/>
                      <a:pt x="25" y="9"/>
                    </a:cubicBezTo>
                    <a:cubicBezTo>
                      <a:pt x="18" y="8"/>
                      <a:pt x="13" y="4"/>
                      <a:pt x="7" y="1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5" name="Freeform 281">
                <a:extLst>
                  <a:ext uri="{FF2B5EF4-FFF2-40B4-BE49-F238E27FC236}">
                    <a16:creationId xmlns:a16="http://schemas.microsoft.com/office/drawing/2014/main" id="{171266A3-0FAE-4EF6-86F8-5BEA955D0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075"/>
                <a:ext cx="44" cy="32"/>
              </a:xfrm>
              <a:custGeom>
                <a:avLst/>
                <a:gdLst>
                  <a:gd name="T0" fmla="*/ 8 w 26"/>
                  <a:gd name="T1" fmla="*/ 5 h 19"/>
                  <a:gd name="T2" fmla="*/ 58 w 26"/>
                  <a:gd name="T3" fmla="*/ 54 h 19"/>
                  <a:gd name="T4" fmla="*/ 0 w 26"/>
                  <a:gd name="T5" fmla="*/ 91 h 19"/>
                  <a:gd name="T6" fmla="*/ 98 w 26"/>
                  <a:gd name="T7" fmla="*/ 71 h 19"/>
                  <a:gd name="T8" fmla="*/ 41 w 26"/>
                  <a:gd name="T9" fmla="*/ 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" y="1"/>
                    </a:moveTo>
                    <a:cubicBezTo>
                      <a:pt x="6" y="2"/>
                      <a:pt x="13" y="6"/>
                      <a:pt x="12" y="11"/>
                    </a:cubicBezTo>
                    <a:cubicBezTo>
                      <a:pt x="11" y="16"/>
                      <a:pt x="3" y="15"/>
                      <a:pt x="0" y="19"/>
                    </a:cubicBezTo>
                    <a:cubicBezTo>
                      <a:pt x="5" y="19"/>
                      <a:pt x="17" y="19"/>
                      <a:pt x="20" y="15"/>
                    </a:cubicBezTo>
                    <a:cubicBezTo>
                      <a:pt x="26" y="6"/>
                      <a:pt x="14" y="0"/>
                      <a:pt x="8" y="1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6" name="Freeform 282">
                <a:extLst>
                  <a:ext uri="{FF2B5EF4-FFF2-40B4-BE49-F238E27FC236}">
                    <a16:creationId xmlns:a16="http://schemas.microsoft.com/office/drawing/2014/main" id="{0633415F-4A93-4860-A18A-680F79F7B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243"/>
                <a:ext cx="40" cy="38"/>
              </a:xfrm>
              <a:custGeom>
                <a:avLst/>
                <a:gdLst>
                  <a:gd name="T0" fmla="*/ 8 w 24"/>
                  <a:gd name="T1" fmla="*/ 0 h 23"/>
                  <a:gd name="T2" fmla="*/ 55 w 24"/>
                  <a:gd name="T3" fmla="*/ 58 h 23"/>
                  <a:gd name="T4" fmla="*/ 0 w 24"/>
                  <a:gd name="T5" fmla="*/ 96 h 23"/>
                  <a:gd name="T6" fmla="*/ 92 w 24"/>
                  <a:gd name="T7" fmla="*/ 71 h 23"/>
                  <a:gd name="T8" fmla="*/ 28 w 24"/>
                  <a:gd name="T9" fmla="*/ 1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" y="0"/>
                    </a:moveTo>
                    <a:cubicBezTo>
                      <a:pt x="7" y="2"/>
                      <a:pt x="16" y="6"/>
                      <a:pt x="12" y="13"/>
                    </a:cubicBezTo>
                    <a:cubicBezTo>
                      <a:pt x="9" y="16"/>
                      <a:pt x="2" y="17"/>
                      <a:pt x="0" y="21"/>
                    </a:cubicBezTo>
                    <a:cubicBezTo>
                      <a:pt x="5" y="23"/>
                      <a:pt x="18" y="22"/>
                      <a:pt x="20" y="16"/>
                    </a:cubicBezTo>
                    <a:cubicBezTo>
                      <a:pt x="24" y="8"/>
                      <a:pt x="11" y="6"/>
                      <a:pt x="6" y="3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7" name="Freeform 283">
                <a:extLst>
                  <a:ext uri="{FF2B5EF4-FFF2-40B4-BE49-F238E27FC236}">
                    <a16:creationId xmlns:a16="http://schemas.microsoft.com/office/drawing/2014/main" id="{85104B96-0297-48BF-8FC2-1263324A5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449"/>
                <a:ext cx="39" cy="42"/>
              </a:xfrm>
              <a:custGeom>
                <a:avLst/>
                <a:gdLst>
                  <a:gd name="T0" fmla="*/ 0 w 23"/>
                  <a:gd name="T1" fmla="*/ 0 h 25"/>
                  <a:gd name="T2" fmla="*/ 54 w 23"/>
                  <a:gd name="T3" fmla="*/ 62 h 25"/>
                  <a:gd name="T4" fmla="*/ 0 w 23"/>
                  <a:gd name="T5" fmla="*/ 111 h 25"/>
                  <a:gd name="T6" fmla="*/ 103 w 23"/>
                  <a:gd name="T7" fmla="*/ 76 h 25"/>
                  <a:gd name="T8" fmla="*/ 0 w 23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5">
                    <a:moveTo>
                      <a:pt x="0" y="0"/>
                    </a:moveTo>
                    <a:cubicBezTo>
                      <a:pt x="4" y="3"/>
                      <a:pt x="12" y="6"/>
                      <a:pt x="11" y="13"/>
                    </a:cubicBezTo>
                    <a:cubicBezTo>
                      <a:pt x="10" y="19"/>
                      <a:pt x="2" y="19"/>
                      <a:pt x="0" y="23"/>
                    </a:cubicBezTo>
                    <a:cubicBezTo>
                      <a:pt x="3" y="25"/>
                      <a:pt x="20" y="20"/>
                      <a:pt x="21" y="16"/>
                    </a:cubicBezTo>
                    <a:cubicBezTo>
                      <a:pt x="23" y="8"/>
                      <a:pt x="6" y="2"/>
                      <a:pt x="0" y="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8" name="Freeform 284">
                <a:extLst>
                  <a:ext uri="{FF2B5EF4-FFF2-40B4-BE49-F238E27FC236}">
                    <a16:creationId xmlns:a16="http://schemas.microsoft.com/office/drawing/2014/main" id="{63B4C93D-F6AF-45D6-A9FA-2C411932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425"/>
                <a:ext cx="93" cy="42"/>
              </a:xfrm>
              <a:custGeom>
                <a:avLst/>
                <a:gdLst>
                  <a:gd name="T0" fmla="*/ 0 w 55"/>
                  <a:gd name="T1" fmla="*/ 0 h 25"/>
                  <a:gd name="T2" fmla="*/ 49 w 55"/>
                  <a:gd name="T3" fmla="*/ 57 h 25"/>
                  <a:gd name="T4" fmla="*/ 5 w 55"/>
                  <a:gd name="T5" fmla="*/ 84 h 25"/>
                  <a:gd name="T6" fmla="*/ 69 w 55"/>
                  <a:gd name="T7" fmla="*/ 67 h 25"/>
                  <a:gd name="T8" fmla="*/ 134 w 55"/>
                  <a:gd name="T9" fmla="*/ 62 h 25"/>
                  <a:gd name="T10" fmla="*/ 265 w 55"/>
                  <a:gd name="T11" fmla="*/ 119 h 25"/>
                  <a:gd name="T12" fmla="*/ 208 w 55"/>
                  <a:gd name="T13" fmla="*/ 71 h 25"/>
                  <a:gd name="T14" fmla="*/ 243 w 55"/>
                  <a:gd name="T15" fmla="*/ 20 h 25"/>
                  <a:gd name="T16" fmla="*/ 149 w 55"/>
                  <a:gd name="T17" fmla="*/ 37 h 25"/>
                  <a:gd name="T18" fmla="*/ 20 w 55"/>
                  <a:gd name="T19" fmla="*/ 5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25">
                    <a:moveTo>
                      <a:pt x="0" y="0"/>
                    </a:moveTo>
                    <a:cubicBezTo>
                      <a:pt x="3" y="2"/>
                      <a:pt x="11" y="7"/>
                      <a:pt x="10" y="12"/>
                    </a:cubicBezTo>
                    <a:cubicBezTo>
                      <a:pt x="8" y="16"/>
                      <a:pt x="3" y="15"/>
                      <a:pt x="1" y="18"/>
                    </a:cubicBezTo>
                    <a:cubicBezTo>
                      <a:pt x="5" y="20"/>
                      <a:pt x="9" y="16"/>
                      <a:pt x="14" y="14"/>
                    </a:cubicBezTo>
                    <a:cubicBezTo>
                      <a:pt x="18" y="13"/>
                      <a:pt x="24" y="13"/>
                      <a:pt x="28" y="13"/>
                    </a:cubicBezTo>
                    <a:cubicBezTo>
                      <a:pt x="39" y="14"/>
                      <a:pt x="46" y="24"/>
                      <a:pt x="55" y="25"/>
                    </a:cubicBezTo>
                    <a:cubicBezTo>
                      <a:pt x="53" y="23"/>
                      <a:pt x="44" y="18"/>
                      <a:pt x="43" y="15"/>
                    </a:cubicBezTo>
                    <a:cubicBezTo>
                      <a:pt x="40" y="9"/>
                      <a:pt x="49" y="10"/>
                      <a:pt x="50" y="4"/>
                    </a:cubicBezTo>
                    <a:cubicBezTo>
                      <a:pt x="44" y="3"/>
                      <a:pt x="37" y="8"/>
                      <a:pt x="31" y="8"/>
                    </a:cubicBezTo>
                    <a:cubicBezTo>
                      <a:pt x="22" y="8"/>
                      <a:pt x="12" y="5"/>
                      <a:pt x="4" y="1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9" name="Freeform 285">
                <a:extLst>
                  <a:ext uri="{FF2B5EF4-FFF2-40B4-BE49-F238E27FC236}">
                    <a16:creationId xmlns:a16="http://schemas.microsoft.com/office/drawing/2014/main" id="{70DBB50E-DDF5-49A8-974C-1D834766D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535"/>
                <a:ext cx="105" cy="59"/>
              </a:xfrm>
              <a:custGeom>
                <a:avLst/>
                <a:gdLst>
                  <a:gd name="T0" fmla="*/ 0 w 62"/>
                  <a:gd name="T1" fmla="*/ 5 h 35"/>
                  <a:gd name="T2" fmla="*/ 78 w 62"/>
                  <a:gd name="T3" fmla="*/ 86 h 35"/>
                  <a:gd name="T4" fmla="*/ 49 w 62"/>
                  <a:gd name="T5" fmla="*/ 111 h 35"/>
                  <a:gd name="T6" fmla="*/ 112 w 62"/>
                  <a:gd name="T7" fmla="*/ 91 h 35"/>
                  <a:gd name="T8" fmla="*/ 166 w 62"/>
                  <a:gd name="T9" fmla="*/ 91 h 35"/>
                  <a:gd name="T10" fmla="*/ 301 w 62"/>
                  <a:gd name="T11" fmla="*/ 148 h 35"/>
                  <a:gd name="T12" fmla="*/ 247 w 62"/>
                  <a:gd name="T13" fmla="*/ 96 h 35"/>
                  <a:gd name="T14" fmla="*/ 261 w 62"/>
                  <a:gd name="T15" fmla="*/ 49 h 35"/>
                  <a:gd name="T16" fmla="*/ 135 w 62"/>
                  <a:gd name="T17" fmla="*/ 54 h 35"/>
                  <a:gd name="T18" fmla="*/ 24 w 62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35">
                    <a:moveTo>
                      <a:pt x="0" y="1"/>
                    </a:moveTo>
                    <a:cubicBezTo>
                      <a:pt x="6" y="5"/>
                      <a:pt x="18" y="9"/>
                      <a:pt x="16" y="18"/>
                    </a:cubicBezTo>
                    <a:cubicBezTo>
                      <a:pt x="13" y="19"/>
                      <a:pt x="10" y="20"/>
                      <a:pt x="10" y="23"/>
                    </a:cubicBezTo>
                    <a:cubicBezTo>
                      <a:pt x="15" y="24"/>
                      <a:pt x="18" y="20"/>
                      <a:pt x="23" y="19"/>
                    </a:cubicBezTo>
                    <a:cubicBezTo>
                      <a:pt x="26" y="18"/>
                      <a:pt x="30" y="18"/>
                      <a:pt x="34" y="19"/>
                    </a:cubicBezTo>
                    <a:cubicBezTo>
                      <a:pt x="43" y="21"/>
                      <a:pt x="52" y="35"/>
                      <a:pt x="62" y="31"/>
                    </a:cubicBezTo>
                    <a:cubicBezTo>
                      <a:pt x="60" y="26"/>
                      <a:pt x="53" y="25"/>
                      <a:pt x="51" y="20"/>
                    </a:cubicBezTo>
                    <a:cubicBezTo>
                      <a:pt x="49" y="14"/>
                      <a:pt x="52" y="14"/>
                      <a:pt x="54" y="10"/>
                    </a:cubicBezTo>
                    <a:cubicBezTo>
                      <a:pt x="45" y="8"/>
                      <a:pt x="37" y="15"/>
                      <a:pt x="28" y="11"/>
                    </a:cubicBezTo>
                    <a:cubicBezTo>
                      <a:pt x="19" y="8"/>
                      <a:pt x="13" y="2"/>
                      <a:pt x="5" y="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0" name="Freeform 286">
                <a:extLst>
                  <a:ext uri="{FF2B5EF4-FFF2-40B4-BE49-F238E27FC236}">
                    <a16:creationId xmlns:a16="http://schemas.microsoft.com/office/drawing/2014/main" id="{7F786974-3183-4742-A24C-71EE47DEF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628"/>
                <a:ext cx="112" cy="59"/>
              </a:xfrm>
              <a:custGeom>
                <a:avLst/>
                <a:gdLst>
                  <a:gd name="T0" fmla="*/ 0 w 66"/>
                  <a:gd name="T1" fmla="*/ 5 h 35"/>
                  <a:gd name="T2" fmla="*/ 54 w 66"/>
                  <a:gd name="T3" fmla="*/ 91 h 35"/>
                  <a:gd name="T4" fmla="*/ 176 w 66"/>
                  <a:gd name="T5" fmla="*/ 96 h 35"/>
                  <a:gd name="T6" fmla="*/ 322 w 66"/>
                  <a:gd name="T7" fmla="*/ 148 h 35"/>
                  <a:gd name="T8" fmla="*/ 219 w 66"/>
                  <a:gd name="T9" fmla="*/ 54 h 35"/>
                  <a:gd name="T10" fmla="*/ 127 w 66"/>
                  <a:gd name="T11" fmla="*/ 57 h 35"/>
                  <a:gd name="T12" fmla="*/ 29 w 66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5">
                    <a:moveTo>
                      <a:pt x="0" y="1"/>
                    </a:moveTo>
                    <a:cubicBezTo>
                      <a:pt x="9" y="6"/>
                      <a:pt x="12" y="9"/>
                      <a:pt x="11" y="19"/>
                    </a:cubicBezTo>
                    <a:cubicBezTo>
                      <a:pt x="20" y="21"/>
                      <a:pt x="27" y="17"/>
                      <a:pt x="36" y="20"/>
                    </a:cubicBezTo>
                    <a:cubicBezTo>
                      <a:pt x="43" y="23"/>
                      <a:pt x="58" y="35"/>
                      <a:pt x="66" y="31"/>
                    </a:cubicBezTo>
                    <a:cubicBezTo>
                      <a:pt x="64" y="25"/>
                      <a:pt x="28" y="17"/>
                      <a:pt x="45" y="11"/>
                    </a:cubicBezTo>
                    <a:cubicBezTo>
                      <a:pt x="42" y="9"/>
                      <a:pt x="31" y="12"/>
                      <a:pt x="26" y="12"/>
                    </a:cubicBezTo>
                    <a:cubicBezTo>
                      <a:pt x="19" y="10"/>
                      <a:pt x="13" y="3"/>
                      <a:pt x="6" y="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1" name="Freeform 287">
                <a:extLst>
                  <a:ext uri="{FF2B5EF4-FFF2-40B4-BE49-F238E27FC236}">
                    <a16:creationId xmlns:a16="http://schemas.microsoft.com/office/drawing/2014/main" id="{32F3BD56-700A-47A7-94C7-797145FE1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508"/>
                <a:ext cx="139" cy="62"/>
              </a:xfrm>
              <a:custGeom>
                <a:avLst/>
                <a:gdLst>
                  <a:gd name="T0" fmla="*/ 0 w 82"/>
                  <a:gd name="T1" fmla="*/ 0 h 37"/>
                  <a:gd name="T2" fmla="*/ 107 w 82"/>
                  <a:gd name="T3" fmla="*/ 70 h 37"/>
                  <a:gd name="T4" fmla="*/ 14 w 82"/>
                  <a:gd name="T5" fmla="*/ 137 h 37"/>
                  <a:gd name="T6" fmla="*/ 175 w 82"/>
                  <a:gd name="T7" fmla="*/ 99 h 37"/>
                  <a:gd name="T8" fmla="*/ 400 w 82"/>
                  <a:gd name="T9" fmla="*/ 169 h 37"/>
                  <a:gd name="T10" fmla="*/ 231 w 82"/>
                  <a:gd name="T11" fmla="*/ 99 h 37"/>
                  <a:gd name="T12" fmla="*/ 302 w 82"/>
                  <a:gd name="T13" fmla="*/ 70 h 37"/>
                  <a:gd name="T14" fmla="*/ 302 w 82"/>
                  <a:gd name="T15" fmla="*/ 62 h 37"/>
                  <a:gd name="T16" fmla="*/ 156 w 82"/>
                  <a:gd name="T17" fmla="*/ 70 h 37"/>
                  <a:gd name="T18" fmla="*/ 34 w 82"/>
                  <a:gd name="T19" fmla="*/ 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37">
                    <a:moveTo>
                      <a:pt x="0" y="0"/>
                    </a:moveTo>
                    <a:cubicBezTo>
                      <a:pt x="4" y="6"/>
                      <a:pt x="16" y="9"/>
                      <a:pt x="22" y="15"/>
                    </a:cubicBezTo>
                    <a:cubicBezTo>
                      <a:pt x="18" y="21"/>
                      <a:pt x="6" y="22"/>
                      <a:pt x="3" y="29"/>
                    </a:cubicBezTo>
                    <a:cubicBezTo>
                      <a:pt x="14" y="29"/>
                      <a:pt x="24" y="21"/>
                      <a:pt x="36" y="21"/>
                    </a:cubicBezTo>
                    <a:cubicBezTo>
                      <a:pt x="52" y="22"/>
                      <a:pt x="65" y="37"/>
                      <a:pt x="82" y="36"/>
                    </a:cubicBezTo>
                    <a:cubicBezTo>
                      <a:pt x="72" y="31"/>
                      <a:pt x="53" y="31"/>
                      <a:pt x="47" y="21"/>
                    </a:cubicBezTo>
                    <a:cubicBezTo>
                      <a:pt x="43" y="14"/>
                      <a:pt x="56" y="17"/>
                      <a:pt x="62" y="15"/>
                    </a:cubicBezTo>
                    <a:cubicBezTo>
                      <a:pt x="62" y="15"/>
                      <a:pt x="62" y="13"/>
                      <a:pt x="62" y="13"/>
                    </a:cubicBezTo>
                    <a:cubicBezTo>
                      <a:pt x="52" y="12"/>
                      <a:pt x="42" y="17"/>
                      <a:pt x="32" y="15"/>
                    </a:cubicBezTo>
                    <a:cubicBezTo>
                      <a:pt x="24" y="14"/>
                      <a:pt x="14" y="6"/>
                      <a:pt x="7" y="2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2" name="Freeform 288">
                <a:extLst>
                  <a:ext uri="{FF2B5EF4-FFF2-40B4-BE49-F238E27FC236}">
                    <a16:creationId xmlns:a16="http://schemas.microsoft.com/office/drawing/2014/main" id="{4055BEAA-3310-459D-A925-0F263F4CA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599"/>
                <a:ext cx="99" cy="47"/>
              </a:xfrm>
              <a:custGeom>
                <a:avLst/>
                <a:gdLst>
                  <a:gd name="T0" fmla="*/ 0 w 59"/>
                  <a:gd name="T1" fmla="*/ 0 h 28"/>
                  <a:gd name="T2" fmla="*/ 76 w 59"/>
                  <a:gd name="T3" fmla="*/ 67 h 28"/>
                  <a:gd name="T4" fmla="*/ 22 w 59"/>
                  <a:gd name="T5" fmla="*/ 109 h 28"/>
                  <a:gd name="T6" fmla="*/ 153 w 59"/>
                  <a:gd name="T7" fmla="*/ 84 h 28"/>
                  <a:gd name="T8" fmla="*/ 279 w 59"/>
                  <a:gd name="T9" fmla="*/ 133 h 28"/>
                  <a:gd name="T10" fmla="*/ 153 w 59"/>
                  <a:gd name="T11" fmla="*/ 84 h 28"/>
                  <a:gd name="T12" fmla="*/ 279 w 59"/>
                  <a:gd name="T13" fmla="*/ 37 h 28"/>
                  <a:gd name="T14" fmla="*/ 153 w 59"/>
                  <a:gd name="T15" fmla="*/ 42 h 28"/>
                  <a:gd name="T16" fmla="*/ 34 w 59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28">
                    <a:moveTo>
                      <a:pt x="0" y="0"/>
                    </a:moveTo>
                    <a:cubicBezTo>
                      <a:pt x="6" y="4"/>
                      <a:pt x="15" y="7"/>
                      <a:pt x="16" y="14"/>
                    </a:cubicBezTo>
                    <a:cubicBezTo>
                      <a:pt x="13" y="16"/>
                      <a:pt x="6" y="21"/>
                      <a:pt x="5" y="23"/>
                    </a:cubicBezTo>
                    <a:cubicBezTo>
                      <a:pt x="14" y="25"/>
                      <a:pt x="22" y="17"/>
                      <a:pt x="32" y="18"/>
                    </a:cubicBezTo>
                    <a:cubicBezTo>
                      <a:pt x="42" y="19"/>
                      <a:pt x="50" y="27"/>
                      <a:pt x="59" y="28"/>
                    </a:cubicBezTo>
                    <a:cubicBezTo>
                      <a:pt x="55" y="19"/>
                      <a:pt x="35" y="24"/>
                      <a:pt x="32" y="18"/>
                    </a:cubicBezTo>
                    <a:cubicBezTo>
                      <a:pt x="31" y="14"/>
                      <a:pt x="56" y="13"/>
                      <a:pt x="59" y="8"/>
                    </a:cubicBezTo>
                    <a:cubicBezTo>
                      <a:pt x="55" y="3"/>
                      <a:pt x="38" y="8"/>
                      <a:pt x="32" y="9"/>
                    </a:cubicBezTo>
                    <a:cubicBezTo>
                      <a:pt x="21" y="10"/>
                      <a:pt x="17" y="3"/>
                      <a:pt x="7" y="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3" name="Freeform 289">
                <a:extLst>
                  <a:ext uri="{FF2B5EF4-FFF2-40B4-BE49-F238E27FC236}">
                    <a16:creationId xmlns:a16="http://schemas.microsoft.com/office/drawing/2014/main" id="{3CA88530-904C-458D-928B-66B0F255D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695"/>
                <a:ext cx="69" cy="17"/>
              </a:xfrm>
              <a:custGeom>
                <a:avLst/>
                <a:gdLst>
                  <a:gd name="T0" fmla="*/ 0 w 41"/>
                  <a:gd name="T1" fmla="*/ 0 h 10"/>
                  <a:gd name="T2" fmla="*/ 99 w 41"/>
                  <a:gd name="T3" fmla="*/ 44 h 10"/>
                  <a:gd name="T4" fmla="*/ 195 w 41"/>
                  <a:gd name="T5" fmla="*/ 41 h 10"/>
                  <a:gd name="T6" fmla="*/ 111 w 41"/>
                  <a:gd name="T7" fmla="*/ 29 h 10"/>
                  <a:gd name="T8" fmla="*/ 20 w 41"/>
                  <a:gd name="T9" fmla="*/ 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0">
                    <a:moveTo>
                      <a:pt x="0" y="0"/>
                    </a:moveTo>
                    <a:cubicBezTo>
                      <a:pt x="8" y="4"/>
                      <a:pt x="12" y="8"/>
                      <a:pt x="21" y="9"/>
                    </a:cubicBezTo>
                    <a:cubicBezTo>
                      <a:pt x="26" y="9"/>
                      <a:pt x="36" y="10"/>
                      <a:pt x="41" y="8"/>
                    </a:cubicBezTo>
                    <a:cubicBezTo>
                      <a:pt x="37" y="5"/>
                      <a:pt x="28" y="7"/>
                      <a:pt x="23" y="6"/>
                    </a:cubicBezTo>
                    <a:cubicBezTo>
                      <a:pt x="16" y="5"/>
                      <a:pt x="11" y="2"/>
                      <a:pt x="4" y="2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4" name="Freeform 290">
                <a:extLst>
                  <a:ext uri="{FF2B5EF4-FFF2-40B4-BE49-F238E27FC236}">
                    <a16:creationId xmlns:a16="http://schemas.microsoft.com/office/drawing/2014/main" id="{7B7F1801-FD48-4C55-A3BD-762685623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440"/>
                <a:ext cx="118" cy="59"/>
              </a:xfrm>
              <a:custGeom>
                <a:avLst/>
                <a:gdLst>
                  <a:gd name="T0" fmla="*/ 0 w 70"/>
                  <a:gd name="T1" fmla="*/ 0 h 35"/>
                  <a:gd name="T2" fmla="*/ 204 w 70"/>
                  <a:gd name="T3" fmla="*/ 111 h 35"/>
                  <a:gd name="T4" fmla="*/ 335 w 70"/>
                  <a:gd name="T5" fmla="*/ 167 h 35"/>
                  <a:gd name="T6" fmla="*/ 13 w 70"/>
                  <a:gd name="T7" fmla="*/ 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35">
                    <a:moveTo>
                      <a:pt x="0" y="0"/>
                    </a:moveTo>
                    <a:cubicBezTo>
                      <a:pt x="15" y="6"/>
                      <a:pt x="29" y="16"/>
                      <a:pt x="43" y="23"/>
                    </a:cubicBezTo>
                    <a:cubicBezTo>
                      <a:pt x="51" y="27"/>
                      <a:pt x="61" y="35"/>
                      <a:pt x="70" y="35"/>
                    </a:cubicBezTo>
                    <a:cubicBezTo>
                      <a:pt x="50" y="22"/>
                      <a:pt x="26" y="8"/>
                      <a:pt x="3" y="1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5" name="Freeform 291">
                <a:extLst>
                  <a:ext uri="{FF2B5EF4-FFF2-40B4-BE49-F238E27FC236}">
                    <a16:creationId xmlns:a16="http://schemas.microsoft.com/office/drawing/2014/main" id="{BCA0622A-B79C-4655-AD82-C2D9F4A32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533"/>
                <a:ext cx="121" cy="54"/>
              </a:xfrm>
              <a:custGeom>
                <a:avLst/>
                <a:gdLst>
                  <a:gd name="T0" fmla="*/ 0 w 72"/>
                  <a:gd name="T1" fmla="*/ 5 h 32"/>
                  <a:gd name="T2" fmla="*/ 203 w 72"/>
                  <a:gd name="T3" fmla="*/ 86 h 32"/>
                  <a:gd name="T4" fmla="*/ 341 w 72"/>
                  <a:gd name="T5" fmla="*/ 154 h 32"/>
                  <a:gd name="T6" fmla="*/ 141 w 72"/>
                  <a:gd name="T7" fmla="*/ 57 h 32"/>
                  <a:gd name="T8" fmla="*/ 13 w 7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2">
                    <a:moveTo>
                      <a:pt x="0" y="1"/>
                    </a:moveTo>
                    <a:cubicBezTo>
                      <a:pt x="13" y="1"/>
                      <a:pt x="30" y="13"/>
                      <a:pt x="43" y="18"/>
                    </a:cubicBezTo>
                    <a:cubicBezTo>
                      <a:pt x="52" y="22"/>
                      <a:pt x="65" y="26"/>
                      <a:pt x="72" y="32"/>
                    </a:cubicBezTo>
                    <a:cubicBezTo>
                      <a:pt x="59" y="23"/>
                      <a:pt x="44" y="20"/>
                      <a:pt x="30" y="12"/>
                    </a:cubicBezTo>
                    <a:cubicBezTo>
                      <a:pt x="21" y="7"/>
                      <a:pt x="12" y="3"/>
                      <a:pt x="3" y="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6" name="Freeform 292">
                <a:extLst>
                  <a:ext uri="{FF2B5EF4-FFF2-40B4-BE49-F238E27FC236}">
                    <a16:creationId xmlns:a16="http://schemas.microsoft.com/office/drawing/2014/main" id="{94019257-7FB8-4C66-8A1A-333237E56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332"/>
                <a:ext cx="115" cy="51"/>
              </a:xfrm>
              <a:custGeom>
                <a:avLst/>
                <a:gdLst>
                  <a:gd name="T0" fmla="*/ 20 w 68"/>
                  <a:gd name="T1" fmla="*/ 20 h 30"/>
                  <a:gd name="T2" fmla="*/ 58 w 68"/>
                  <a:gd name="T3" fmla="*/ 83 h 30"/>
                  <a:gd name="T4" fmla="*/ 0 w 68"/>
                  <a:gd name="T5" fmla="*/ 128 h 30"/>
                  <a:gd name="T6" fmla="*/ 166 w 68"/>
                  <a:gd name="T7" fmla="*/ 92 h 30"/>
                  <a:gd name="T8" fmla="*/ 328 w 68"/>
                  <a:gd name="T9" fmla="*/ 148 h 30"/>
                  <a:gd name="T10" fmla="*/ 218 w 68"/>
                  <a:gd name="T11" fmla="*/ 75 h 30"/>
                  <a:gd name="T12" fmla="*/ 272 w 68"/>
                  <a:gd name="T13" fmla="*/ 44 h 30"/>
                  <a:gd name="T14" fmla="*/ 218 w 68"/>
                  <a:gd name="T15" fmla="*/ 41 h 30"/>
                  <a:gd name="T16" fmla="*/ 112 w 68"/>
                  <a:gd name="T17" fmla="*/ 49 h 30"/>
                  <a:gd name="T18" fmla="*/ 20 w 68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30">
                    <a:moveTo>
                      <a:pt x="4" y="4"/>
                    </a:moveTo>
                    <a:cubicBezTo>
                      <a:pt x="7" y="8"/>
                      <a:pt x="16" y="11"/>
                      <a:pt x="12" y="17"/>
                    </a:cubicBezTo>
                    <a:cubicBezTo>
                      <a:pt x="10" y="22"/>
                      <a:pt x="0" y="19"/>
                      <a:pt x="0" y="26"/>
                    </a:cubicBezTo>
                    <a:cubicBezTo>
                      <a:pt x="12" y="28"/>
                      <a:pt x="21" y="17"/>
                      <a:pt x="34" y="19"/>
                    </a:cubicBezTo>
                    <a:cubicBezTo>
                      <a:pt x="46" y="20"/>
                      <a:pt x="56" y="30"/>
                      <a:pt x="68" y="30"/>
                    </a:cubicBezTo>
                    <a:cubicBezTo>
                      <a:pt x="66" y="23"/>
                      <a:pt x="43" y="20"/>
                      <a:pt x="45" y="15"/>
                    </a:cubicBezTo>
                    <a:cubicBezTo>
                      <a:pt x="47" y="12"/>
                      <a:pt x="57" y="14"/>
                      <a:pt x="56" y="9"/>
                    </a:cubicBezTo>
                    <a:cubicBezTo>
                      <a:pt x="56" y="5"/>
                      <a:pt x="48" y="8"/>
                      <a:pt x="45" y="8"/>
                    </a:cubicBezTo>
                    <a:cubicBezTo>
                      <a:pt x="38" y="10"/>
                      <a:pt x="30" y="13"/>
                      <a:pt x="23" y="10"/>
                    </a:cubicBezTo>
                    <a:cubicBezTo>
                      <a:pt x="16" y="8"/>
                      <a:pt x="12" y="0"/>
                      <a:pt x="4" y="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7" name="Freeform 293">
                <a:extLst>
                  <a:ext uri="{FF2B5EF4-FFF2-40B4-BE49-F238E27FC236}">
                    <a16:creationId xmlns:a16="http://schemas.microsoft.com/office/drawing/2014/main" id="{BB7B61F9-4A90-4475-84CF-9FFC6A964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123"/>
                <a:ext cx="116" cy="54"/>
              </a:xfrm>
              <a:custGeom>
                <a:avLst/>
                <a:gdLst>
                  <a:gd name="T0" fmla="*/ 0 w 69"/>
                  <a:gd name="T1" fmla="*/ 0 h 32"/>
                  <a:gd name="T2" fmla="*/ 34 w 69"/>
                  <a:gd name="T3" fmla="*/ 86 h 32"/>
                  <a:gd name="T4" fmla="*/ 173 w 69"/>
                  <a:gd name="T5" fmla="*/ 86 h 32"/>
                  <a:gd name="T6" fmla="*/ 328 w 69"/>
                  <a:gd name="T7" fmla="*/ 149 h 32"/>
                  <a:gd name="T8" fmla="*/ 237 w 69"/>
                  <a:gd name="T9" fmla="*/ 57 h 32"/>
                  <a:gd name="T10" fmla="*/ 62 w 69"/>
                  <a:gd name="T11" fmla="*/ 1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32">
                    <a:moveTo>
                      <a:pt x="0" y="0"/>
                    </a:moveTo>
                    <a:cubicBezTo>
                      <a:pt x="11" y="1"/>
                      <a:pt x="24" y="15"/>
                      <a:pt x="7" y="18"/>
                    </a:cubicBezTo>
                    <a:cubicBezTo>
                      <a:pt x="17" y="21"/>
                      <a:pt x="25" y="14"/>
                      <a:pt x="36" y="18"/>
                    </a:cubicBezTo>
                    <a:cubicBezTo>
                      <a:pt x="46" y="22"/>
                      <a:pt x="57" y="32"/>
                      <a:pt x="69" y="31"/>
                    </a:cubicBezTo>
                    <a:cubicBezTo>
                      <a:pt x="68" y="28"/>
                      <a:pt x="38" y="17"/>
                      <a:pt x="50" y="12"/>
                    </a:cubicBezTo>
                    <a:cubicBezTo>
                      <a:pt x="38" y="5"/>
                      <a:pt x="23" y="16"/>
                      <a:pt x="13" y="3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8" name="Freeform 294">
                <a:extLst>
                  <a:ext uri="{FF2B5EF4-FFF2-40B4-BE49-F238E27FC236}">
                    <a16:creationId xmlns:a16="http://schemas.microsoft.com/office/drawing/2014/main" id="{DEF20188-BFEA-4FA3-9D64-AF62A19A1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079"/>
                <a:ext cx="137" cy="64"/>
              </a:xfrm>
              <a:custGeom>
                <a:avLst/>
                <a:gdLst>
                  <a:gd name="T0" fmla="*/ 0 w 81"/>
                  <a:gd name="T1" fmla="*/ 0 h 38"/>
                  <a:gd name="T2" fmla="*/ 392 w 81"/>
                  <a:gd name="T3" fmla="*/ 182 h 38"/>
                  <a:gd name="T4" fmla="*/ 166 w 81"/>
                  <a:gd name="T5" fmla="*/ 67 h 38"/>
                  <a:gd name="T6" fmla="*/ 29 w 81"/>
                  <a:gd name="T7" fmla="*/ 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8">
                    <a:moveTo>
                      <a:pt x="0" y="0"/>
                    </a:moveTo>
                    <a:cubicBezTo>
                      <a:pt x="28" y="10"/>
                      <a:pt x="51" y="31"/>
                      <a:pt x="81" y="38"/>
                    </a:cubicBezTo>
                    <a:cubicBezTo>
                      <a:pt x="64" y="35"/>
                      <a:pt x="50" y="20"/>
                      <a:pt x="34" y="14"/>
                    </a:cubicBezTo>
                    <a:cubicBezTo>
                      <a:pt x="26" y="10"/>
                      <a:pt x="13" y="8"/>
                      <a:pt x="6" y="2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9" name="Freeform 295">
                <a:extLst>
                  <a:ext uri="{FF2B5EF4-FFF2-40B4-BE49-F238E27FC236}">
                    <a16:creationId xmlns:a16="http://schemas.microsoft.com/office/drawing/2014/main" id="{7CF9C2C9-7344-44A5-8038-7F78D182D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168"/>
                <a:ext cx="136" cy="64"/>
              </a:xfrm>
              <a:custGeom>
                <a:avLst/>
                <a:gdLst>
                  <a:gd name="T0" fmla="*/ 0 w 81"/>
                  <a:gd name="T1" fmla="*/ 0 h 38"/>
                  <a:gd name="T2" fmla="*/ 383 w 81"/>
                  <a:gd name="T3" fmla="*/ 182 h 38"/>
                  <a:gd name="T4" fmla="*/ 166 w 81"/>
                  <a:gd name="T5" fmla="*/ 67 h 38"/>
                  <a:gd name="T6" fmla="*/ 29 w 81"/>
                  <a:gd name="T7" fmla="*/ 1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8">
                    <a:moveTo>
                      <a:pt x="0" y="0"/>
                    </a:moveTo>
                    <a:cubicBezTo>
                      <a:pt x="28" y="10"/>
                      <a:pt x="51" y="31"/>
                      <a:pt x="81" y="38"/>
                    </a:cubicBezTo>
                    <a:cubicBezTo>
                      <a:pt x="65" y="35"/>
                      <a:pt x="50" y="20"/>
                      <a:pt x="35" y="14"/>
                    </a:cubicBezTo>
                    <a:cubicBezTo>
                      <a:pt x="26" y="11"/>
                      <a:pt x="13" y="8"/>
                      <a:pt x="6" y="3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0" name="Freeform 296">
                <a:extLst>
                  <a:ext uri="{FF2B5EF4-FFF2-40B4-BE49-F238E27FC236}">
                    <a16:creationId xmlns:a16="http://schemas.microsoft.com/office/drawing/2014/main" id="{CFAE49E4-ACC4-4915-A9B9-290F608F4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273"/>
                <a:ext cx="137" cy="64"/>
              </a:xfrm>
              <a:custGeom>
                <a:avLst/>
                <a:gdLst>
                  <a:gd name="T0" fmla="*/ 0 w 81"/>
                  <a:gd name="T1" fmla="*/ 0 h 38"/>
                  <a:gd name="T2" fmla="*/ 392 w 81"/>
                  <a:gd name="T3" fmla="*/ 182 h 38"/>
                  <a:gd name="T4" fmla="*/ 166 w 81"/>
                  <a:gd name="T5" fmla="*/ 67 h 38"/>
                  <a:gd name="T6" fmla="*/ 29 w 81"/>
                  <a:gd name="T7" fmla="*/ 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8">
                    <a:moveTo>
                      <a:pt x="0" y="0"/>
                    </a:moveTo>
                    <a:cubicBezTo>
                      <a:pt x="28" y="10"/>
                      <a:pt x="51" y="31"/>
                      <a:pt x="81" y="38"/>
                    </a:cubicBezTo>
                    <a:cubicBezTo>
                      <a:pt x="64" y="35"/>
                      <a:pt x="50" y="20"/>
                      <a:pt x="34" y="14"/>
                    </a:cubicBezTo>
                    <a:cubicBezTo>
                      <a:pt x="26" y="10"/>
                      <a:pt x="13" y="8"/>
                      <a:pt x="6" y="2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1" name="Freeform 297">
                <a:extLst>
                  <a:ext uri="{FF2B5EF4-FFF2-40B4-BE49-F238E27FC236}">
                    <a16:creationId xmlns:a16="http://schemas.microsoft.com/office/drawing/2014/main" id="{A6E1C931-5BAB-494B-9E90-2FA3E17F5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004"/>
                <a:ext cx="140" cy="63"/>
              </a:xfrm>
              <a:custGeom>
                <a:avLst/>
                <a:gdLst>
                  <a:gd name="T0" fmla="*/ 0 w 83"/>
                  <a:gd name="T1" fmla="*/ 9 h 37"/>
                  <a:gd name="T2" fmla="*/ 96 w 83"/>
                  <a:gd name="T3" fmla="*/ 49 h 37"/>
                  <a:gd name="T4" fmla="*/ 236 w 83"/>
                  <a:gd name="T5" fmla="*/ 112 h 37"/>
                  <a:gd name="T6" fmla="*/ 398 w 83"/>
                  <a:gd name="T7" fmla="*/ 182 h 37"/>
                  <a:gd name="T8" fmla="*/ 174 w 83"/>
                  <a:gd name="T9" fmla="*/ 58 h 37"/>
                  <a:gd name="T10" fmla="*/ 0 w 83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37">
                    <a:moveTo>
                      <a:pt x="0" y="2"/>
                    </a:moveTo>
                    <a:cubicBezTo>
                      <a:pt x="6" y="3"/>
                      <a:pt x="14" y="8"/>
                      <a:pt x="20" y="10"/>
                    </a:cubicBezTo>
                    <a:cubicBezTo>
                      <a:pt x="29" y="15"/>
                      <a:pt x="39" y="19"/>
                      <a:pt x="49" y="23"/>
                    </a:cubicBezTo>
                    <a:cubicBezTo>
                      <a:pt x="60" y="27"/>
                      <a:pt x="74" y="31"/>
                      <a:pt x="83" y="37"/>
                    </a:cubicBezTo>
                    <a:cubicBezTo>
                      <a:pt x="67" y="29"/>
                      <a:pt x="53" y="18"/>
                      <a:pt x="36" y="12"/>
                    </a:cubicBezTo>
                    <a:cubicBezTo>
                      <a:pt x="26" y="8"/>
                      <a:pt x="8" y="7"/>
                      <a:pt x="0" y="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2" name="Freeform 298">
                <a:extLst>
                  <a:ext uri="{FF2B5EF4-FFF2-40B4-BE49-F238E27FC236}">
                    <a16:creationId xmlns:a16="http://schemas.microsoft.com/office/drawing/2014/main" id="{022DBA0D-E176-43E5-99A3-7A684604C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469"/>
                <a:ext cx="142" cy="63"/>
              </a:xfrm>
              <a:custGeom>
                <a:avLst/>
                <a:gdLst>
                  <a:gd name="T0" fmla="*/ 0 w 84"/>
                  <a:gd name="T1" fmla="*/ 9 h 37"/>
                  <a:gd name="T2" fmla="*/ 96 w 84"/>
                  <a:gd name="T3" fmla="*/ 54 h 37"/>
                  <a:gd name="T4" fmla="*/ 243 w 84"/>
                  <a:gd name="T5" fmla="*/ 112 h 37"/>
                  <a:gd name="T6" fmla="*/ 406 w 84"/>
                  <a:gd name="T7" fmla="*/ 182 h 37"/>
                  <a:gd name="T8" fmla="*/ 181 w 84"/>
                  <a:gd name="T9" fmla="*/ 58 h 37"/>
                  <a:gd name="T10" fmla="*/ 5 w 84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7">
                    <a:moveTo>
                      <a:pt x="0" y="2"/>
                    </a:moveTo>
                    <a:cubicBezTo>
                      <a:pt x="7" y="3"/>
                      <a:pt x="14" y="8"/>
                      <a:pt x="20" y="11"/>
                    </a:cubicBezTo>
                    <a:cubicBezTo>
                      <a:pt x="30" y="15"/>
                      <a:pt x="40" y="19"/>
                      <a:pt x="50" y="23"/>
                    </a:cubicBezTo>
                    <a:cubicBezTo>
                      <a:pt x="61" y="27"/>
                      <a:pt x="74" y="31"/>
                      <a:pt x="84" y="37"/>
                    </a:cubicBezTo>
                    <a:cubicBezTo>
                      <a:pt x="68" y="29"/>
                      <a:pt x="54" y="18"/>
                      <a:pt x="37" y="12"/>
                    </a:cubicBezTo>
                    <a:cubicBezTo>
                      <a:pt x="27" y="8"/>
                      <a:pt x="9" y="7"/>
                      <a:pt x="1" y="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3" name="Freeform 299">
                <a:extLst>
                  <a:ext uri="{FF2B5EF4-FFF2-40B4-BE49-F238E27FC236}">
                    <a16:creationId xmlns:a16="http://schemas.microsoft.com/office/drawing/2014/main" id="{FA9F5531-31C1-4C28-ABBD-0F30DA7CB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383"/>
                <a:ext cx="142" cy="62"/>
              </a:xfrm>
              <a:custGeom>
                <a:avLst/>
                <a:gdLst>
                  <a:gd name="T0" fmla="*/ 0 w 84"/>
                  <a:gd name="T1" fmla="*/ 8 h 37"/>
                  <a:gd name="T2" fmla="*/ 96 w 84"/>
                  <a:gd name="T3" fmla="*/ 50 h 37"/>
                  <a:gd name="T4" fmla="*/ 243 w 84"/>
                  <a:gd name="T5" fmla="*/ 109 h 37"/>
                  <a:gd name="T6" fmla="*/ 406 w 84"/>
                  <a:gd name="T7" fmla="*/ 174 h 37"/>
                  <a:gd name="T8" fmla="*/ 181 w 84"/>
                  <a:gd name="T9" fmla="*/ 57 h 37"/>
                  <a:gd name="T10" fmla="*/ 5 w 84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7">
                    <a:moveTo>
                      <a:pt x="0" y="2"/>
                    </a:moveTo>
                    <a:cubicBezTo>
                      <a:pt x="7" y="3"/>
                      <a:pt x="14" y="8"/>
                      <a:pt x="20" y="11"/>
                    </a:cubicBezTo>
                    <a:cubicBezTo>
                      <a:pt x="30" y="15"/>
                      <a:pt x="40" y="19"/>
                      <a:pt x="50" y="23"/>
                    </a:cubicBezTo>
                    <a:cubicBezTo>
                      <a:pt x="61" y="27"/>
                      <a:pt x="74" y="31"/>
                      <a:pt x="84" y="37"/>
                    </a:cubicBezTo>
                    <a:cubicBezTo>
                      <a:pt x="68" y="29"/>
                      <a:pt x="54" y="18"/>
                      <a:pt x="37" y="12"/>
                    </a:cubicBezTo>
                    <a:cubicBezTo>
                      <a:pt x="27" y="9"/>
                      <a:pt x="9" y="7"/>
                      <a:pt x="1" y="0"/>
                    </a:cubicBezTo>
                  </a:path>
                </a:pathLst>
              </a:custGeom>
              <a:solidFill>
                <a:srgbClr val="7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4" name="Oval 300">
                <a:extLst>
                  <a:ext uri="{FF2B5EF4-FFF2-40B4-BE49-F238E27FC236}">
                    <a16:creationId xmlns:a16="http://schemas.microsoft.com/office/drawing/2014/main" id="{9788FDD3-14A8-445B-B3A1-BAC30E845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403"/>
                <a:ext cx="14" cy="12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05" name="Oval 301">
                <a:extLst>
                  <a:ext uri="{FF2B5EF4-FFF2-40B4-BE49-F238E27FC236}">
                    <a16:creationId xmlns:a16="http://schemas.microsoft.com/office/drawing/2014/main" id="{40A61509-65FE-4EC9-9DE5-5C14F0D4F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400"/>
                <a:ext cx="13" cy="12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06" name="Oval 302">
                <a:extLst>
                  <a:ext uri="{FF2B5EF4-FFF2-40B4-BE49-F238E27FC236}">
                    <a16:creationId xmlns:a16="http://schemas.microsoft.com/office/drawing/2014/main" id="{70340435-BFD3-4C71-B399-9D43C74C7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26"/>
                <a:ext cx="8" cy="8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07" name="Oval 303">
                <a:extLst>
                  <a:ext uri="{FF2B5EF4-FFF2-40B4-BE49-F238E27FC236}">
                    <a16:creationId xmlns:a16="http://schemas.microsoft.com/office/drawing/2014/main" id="{439D4078-F47B-4CFF-A76E-970C478F1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231"/>
                <a:ext cx="7" cy="5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08" name="Oval 304">
                <a:extLst>
                  <a:ext uri="{FF2B5EF4-FFF2-40B4-BE49-F238E27FC236}">
                    <a16:creationId xmlns:a16="http://schemas.microsoft.com/office/drawing/2014/main" id="{E7FE89C1-6F1B-4BBB-B7F9-3811871DB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508"/>
                <a:ext cx="10" cy="10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09" name="Oval 305">
                <a:extLst>
                  <a:ext uri="{FF2B5EF4-FFF2-40B4-BE49-F238E27FC236}">
                    <a16:creationId xmlns:a16="http://schemas.microsoft.com/office/drawing/2014/main" id="{460E8B02-AD9E-4A65-BFF0-9508A273E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2498"/>
                <a:ext cx="9" cy="8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10" name="Oval 306">
                <a:extLst>
                  <a:ext uri="{FF2B5EF4-FFF2-40B4-BE49-F238E27FC236}">
                    <a16:creationId xmlns:a16="http://schemas.microsoft.com/office/drawing/2014/main" id="{3CF4A831-098D-4B1F-A4D0-C2460A462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586"/>
                <a:ext cx="18" cy="17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11" name="Oval 307">
                <a:extLst>
                  <a:ext uri="{FF2B5EF4-FFF2-40B4-BE49-F238E27FC236}">
                    <a16:creationId xmlns:a16="http://schemas.microsoft.com/office/drawing/2014/main" id="{7563FCB8-2542-4364-9F05-A7F1BAA64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2574"/>
                <a:ext cx="7" cy="7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12" name="Oval 308">
                <a:extLst>
                  <a:ext uri="{FF2B5EF4-FFF2-40B4-BE49-F238E27FC236}">
                    <a16:creationId xmlns:a16="http://schemas.microsoft.com/office/drawing/2014/main" id="{8E9C555C-B1DA-4E04-AD80-47866D2A0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2599"/>
                <a:ext cx="17" cy="17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13" name="Oval 309">
                <a:extLst>
                  <a:ext uri="{FF2B5EF4-FFF2-40B4-BE49-F238E27FC236}">
                    <a16:creationId xmlns:a16="http://schemas.microsoft.com/office/drawing/2014/main" id="{BDD367E3-7B88-4653-B0EE-DBADD704B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591"/>
                <a:ext cx="5" cy="3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14" name="Oval 310">
                <a:extLst>
                  <a:ext uri="{FF2B5EF4-FFF2-40B4-BE49-F238E27FC236}">
                    <a16:creationId xmlns:a16="http://schemas.microsoft.com/office/drawing/2014/main" id="{CE87CB00-35B3-4DFF-BC50-4DE15E107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2207"/>
                <a:ext cx="19" cy="17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15" name="Oval 311">
                <a:extLst>
                  <a:ext uri="{FF2B5EF4-FFF2-40B4-BE49-F238E27FC236}">
                    <a16:creationId xmlns:a16="http://schemas.microsoft.com/office/drawing/2014/main" id="{BF7BA274-87AC-41A5-B6A2-FF638B6DD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199"/>
                <a:ext cx="7" cy="6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16" name="Oval 312">
                <a:extLst>
                  <a:ext uri="{FF2B5EF4-FFF2-40B4-BE49-F238E27FC236}">
                    <a16:creationId xmlns:a16="http://schemas.microsoft.com/office/drawing/2014/main" id="{3E4E8F59-DC80-41EE-916A-F0155466A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060"/>
                <a:ext cx="12" cy="14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17" name="Oval 313">
                <a:extLst>
                  <a:ext uri="{FF2B5EF4-FFF2-40B4-BE49-F238E27FC236}">
                    <a16:creationId xmlns:a16="http://schemas.microsoft.com/office/drawing/2014/main" id="{5FE179CF-A708-4EE6-96C1-7C7FBC932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075"/>
                <a:ext cx="6" cy="7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18" name="Oval 314">
                <a:extLst>
                  <a:ext uri="{FF2B5EF4-FFF2-40B4-BE49-F238E27FC236}">
                    <a16:creationId xmlns:a16="http://schemas.microsoft.com/office/drawing/2014/main" id="{E3934230-8F7E-4E1B-9EF4-5E6FA8971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158"/>
                <a:ext cx="12" cy="12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19" name="Oval 315">
                <a:extLst>
                  <a:ext uri="{FF2B5EF4-FFF2-40B4-BE49-F238E27FC236}">
                    <a16:creationId xmlns:a16="http://schemas.microsoft.com/office/drawing/2014/main" id="{62CDCCAC-D417-4651-98CE-CABAA73F8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1" y="2173"/>
                <a:ext cx="10" cy="10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20" name="Oval 316">
                <a:extLst>
                  <a:ext uri="{FF2B5EF4-FFF2-40B4-BE49-F238E27FC236}">
                    <a16:creationId xmlns:a16="http://schemas.microsoft.com/office/drawing/2014/main" id="{8759CAE8-027E-429D-AF4D-75853CF31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2" y="2109"/>
                <a:ext cx="12" cy="12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21" name="Oval 317">
                <a:extLst>
                  <a:ext uri="{FF2B5EF4-FFF2-40B4-BE49-F238E27FC236}">
                    <a16:creationId xmlns:a16="http://schemas.microsoft.com/office/drawing/2014/main" id="{D033DE2F-4976-45D5-BCA7-66527E992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5" y="2102"/>
                <a:ext cx="7" cy="7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22" name="Oval 318">
                <a:extLst>
                  <a:ext uri="{FF2B5EF4-FFF2-40B4-BE49-F238E27FC236}">
                    <a16:creationId xmlns:a16="http://schemas.microsoft.com/office/drawing/2014/main" id="{817A455E-98E5-48F6-8A05-8FF80F012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2155"/>
                <a:ext cx="12" cy="12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23" name="Oval 319">
                <a:extLst>
                  <a:ext uri="{FF2B5EF4-FFF2-40B4-BE49-F238E27FC236}">
                    <a16:creationId xmlns:a16="http://schemas.microsoft.com/office/drawing/2014/main" id="{B53C5CAF-DECD-4FF8-AB90-CFBE9D87C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532"/>
                <a:ext cx="15" cy="15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24" name="Oval 320">
                <a:extLst>
                  <a:ext uri="{FF2B5EF4-FFF2-40B4-BE49-F238E27FC236}">
                    <a16:creationId xmlns:a16="http://schemas.microsoft.com/office/drawing/2014/main" id="{9CFFE4F5-689D-4273-9583-7A4947387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5" y="2523"/>
                <a:ext cx="9" cy="9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25" name="Oval 321">
                <a:extLst>
                  <a:ext uri="{FF2B5EF4-FFF2-40B4-BE49-F238E27FC236}">
                    <a16:creationId xmlns:a16="http://schemas.microsoft.com/office/drawing/2014/main" id="{1DD8DDFE-5416-4E03-9B59-AD7537FF3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437"/>
                <a:ext cx="13" cy="13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26" name="Oval 322">
                <a:extLst>
                  <a:ext uri="{FF2B5EF4-FFF2-40B4-BE49-F238E27FC236}">
                    <a16:creationId xmlns:a16="http://schemas.microsoft.com/office/drawing/2014/main" id="{6CE5EDD4-27D7-45F8-9496-029020978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430"/>
                <a:ext cx="6" cy="7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27" name="Oval 323">
                <a:extLst>
                  <a:ext uri="{FF2B5EF4-FFF2-40B4-BE49-F238E27FC236}">
                    <a16:creationId xmlns:a16="http://schemas.microsoft.com/office/drawing/2014/main" id="{AD6BA752-8250-4948-9250-92345C93F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6" y="2342"/>
                <a:ext cx="15" cy="15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28" name="Oval 324">
                <a:extLst>
                  <a:ext uri="{FF2B5EF4-FFF2-40B4-BE49-F238E27FC236}">
                    <a16:creationId xmlns:a16="http://schemas.microsoft.com/office/drawing/2014/main" id="{B7B1EE8F-45DC-4E36-8A99-1256B761A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3" y="2337"/>
                <a:ext cx="10" cy="10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29" name="Oval 325">
                <a:extLst>
                  <a:ext uri="{FF2B5EF4-FFF2-40B4-BE49-F238E27FC236}">
                    <a16:creationId xmlns:a16="http://schemas.microsoft.com/office/drawing/2014/main" id="{0FA89D27-F5DE-4721-9937-056446C3F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256"/>
                <a:ext cx="12" cy="14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30" name="Oval 326">
                <a:extLst>
                  <a:ext uri="{FF2B5EF4-FFF2-40B4-BE49-F238E27FC236}">
                    <a16:creationId xmlns:a16="http://schemas.microsoft.com/office/drawing/2014/main" id="{D61EEC59-5369-4818-94F0-7600E4F17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2467"/>
                <a:ext cx="15" cy="16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31" name="Oval 327">
                <a:extLst>
                  <a:ext uri="{FF2B5EF4-FFF2-40B4-BE49-F238E27FC236}">
                    <a16:creationId xmlns:a16="http://schemas.microsoft.com/office/drawing/2014/main" id="{07A713F2-41ED-436F-8EC1-9CD9D3BEA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254"/>
                <a:ext cx="12" cy="12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32" name="Oval 328">
                <a:extLst>
                  <a:ext uri="{FF2B5EF4-FFF2-40B4-BE49-F238E27FC236}">
                    <a16:creationId xmlns:a16="http://schemas.microsoft.com/office/drawing/2014/main" id="{47B64588-A177-4491-8FC9-11EAFFDBB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2084"/>
                <a:ext cx="15" cy="13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33" name="Oval 329">
                <a:extLst>
                  <a:ext uri="{FF2B5EF4-FFF2-40B4-BE49-F238E27FC236}">
                    <a16:creationId xmlns:a16="http://schemas.microsoft.com/office/drawing/2014/main" id="{8A4BACAD-A49E-4A68-B3C7-CCC3BD46C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2077"/>
                <a:ext cx="4" cy="5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34" name="Oval 330">
                <a:extLst>
                  <a:ext uri="{FF2B5EF4-FFF2-40B4-BE49-F238E27FC236}">
                    <a16:creationId xmlns:a16="http://schemas.microsoft.com/office/drawing/2014/main" id="{8C7173BF-2D99-4DD1-8B7D-E0C01E285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" y="2577"/>
                <a:ext cx="17" cy="17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35" name="Oval 331">
                <a:extLst>
                  <a:ext uri="{FF2B5EF4-FFF2-40B4-BE49-F238E27FC236}">
                    <a16:creationId xmlns:a16="http://schemas.microsoft.com/office/drawing/2014/main" id="{B0E52B00-244B-4688-BA41-26FD915AC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2589"/>
                <a:ext cx="3" cy="5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36" name="Oval 332">
                <a:extLst>
                  <a:ext uri="{FF2B5EF4-FFF2-40B4-BE49-F238E27FC236}">
                    <a16:creationId xmlns:a16="http://schemas.microsoft.com/office/drawing/2014/main" id="{0E19C51B-12B0-46EA-8B4D-6AD75D024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650"/>
                <a:ext cx="15" cy="15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37" name="Oval 333">
                <a:extLst>
                  <a:ext uri="{FF2B5EF4-FFF2-40B4-BE49-F238E27FC236}">
                    <a16:creationId xmlns:a16="http://schemas.microsoft.com/office/drawing/2014/main" id="{745A64BA-B51C-4D34-8F9F-DB1735D63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665"/>
                <a:ext cx="13" cy="15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38" name="Oval 334">
                <a:extLst>
                  <a:ext uri="{FF2B5EF4-FFF2-40B4-BE49-F238E27FC236}">
                    <a16:creationId xmlns:a16="http://schemas.microsoft.com/office/drawing/2014/main" id="{BFE2C36D-D693-47B5-A9A8-EBFDA531D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2616"/>
                <a:ext cx="15" cy="14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39" name="Oval 335">
                <a:extLst>
                  <a:ext uri="{FF2B5EF4-FFF2-40B4-BE49-F238E27FC236}">
                    <a16:creationId xmlns:a16="http://schemas.microsoft.com/office/drawing/2014/main" id="{973FB277-E372-4F0C-B78F-8C6B655CC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2246"/>
                <a:ext cx="14" cy="13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40" name="Oval 336">
                <a:extLst>
                  <a:ext uri="{FF2B5EF4-FFF2-40B4-BE49-F238E27FC236}">
                    <a16:creationId xmlns:a16="http://schemas.microsoft.com/office/drawing/2014/main" id="{BB3DB65E-7775-47F7-B779-351DDBD16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2241"/>
                <a:ext cx="10" cy="10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41" name="Oval 337">
                <a:extLst>
                  <a:ext uri="{FF2B5EF4-FFF2-40B4-BE49-F238E27FC236}">
                    <a16:creationId xmlns:a16="http://schemas.microsoft.com/office/drawing/2014/main" id="{83EA917E-A3FC-44B0-985F-2DAD5EFDF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1" y="2234"/>
                <a:ext cx="9" cy="10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42" name="Oval 338">
                <a:extLst>
                  <a:ext uri="{FF2B5EF4-FFF2-40B4-BE49-F238E27FC236}">
                    <a16:creationId xmlns:a16="http://schemas.microsoft.com/office/drawing/2014/main" id="{3853A0B3-71C5-4B77-B1D9-E1CAB0A39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035"/>
                <a:ext cx="15" cy="15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43" name="Oval 339">
                <a:extLst>
                  <a:ext uri="{FF2B5EF4-FFF2-40B4-BE49-F238E27FC236}">
                    <a16:creationId xmlns:a16="http://schemas.microsoft.com/office/drawing/2014/main" id="{CBFC2193-197B-4D38-A881-BFF1F1202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2030"/>
                <a:ext cx="8" cy="8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44" name="Oval 340">
                <a:extLst>
                  <a:ext uri="{FF2B5EF4-FFF2-40B4-BE49-F238E27FC236}">
                    <a16:creationId xmlns:a16="http://schemas.microsoft.com/office/drawing/2014/main" id="{219A593E-8A8D-4736-888A-443136ECA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5" y="2060"/>
                <a:ext cx="8" cy="8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45" name="Oval 341">
                <a:extLst>
                  <a:ext uri="{FF2B5EF4-FFF2-40B4-BE49-F238E27FC236}">
                    <a16:creationId xmlns:a16="http://schemas.microsoft.com/office/drawing/2014/main" id="{D6F8EF80-D4E7-4C1C-B1E2-70D28DC1F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" y="1996"/>
                <a:ext cx="13" cy="15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46" name="Oval 342">
                <a:extLst>
                  <a:ext uri="{FF2B5EF4-FFF2-40B4-BE49-F238E27FC236}">
                    <a16:creationId xmlns:a16="http://schemas.microsoft.com/office/drawing/2014/main" id="{F3EE9181-D455-4A33-BBD0-E203F7CCA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1972"/>
                <a:ext cx="9" cy="9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47" name="Oval 343">
                <a:extLst>
                  <a:ext uri="{FF2B5EF4-FFF2-40B4-BE49-F238E27FC236}">
                    <a16:creationId xmlns:a16="http://schemas.microsoft.com/office/drawing/2014/main" id="{1EB5A67C-D7DA-45D5-A582-1982E2789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6" y="1964"/>
                <a:ext cx="12" cy="12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48" name="Oval 344">
                <a:extLst>
                  <a:ext uri="{FF2B5EF4-FFF2-40B4-BE49-F238E27FC236}">
                    <a16:creationId xmlns:a16="http://schemas.microsoft.com/office/drawing/2014/main" id="{2A3890A6-CF81-41F0-81D8-3E60F5AD5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1974"/>
                <a:ext cx="8" cy="8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49" name="Oval 345">
                <a:extLst>
                  <a:ext uri="{FF2B5EF4-FFF2-40B4-BE49-F238E27FC236}">
                    <a16:creationId xmlns:a16="http://schemas.microsoft.com/office/drawing/2014/main" id="{007A26B4-9A60-4DBE-B5E9-7EA53F6C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1" y="1927"/>
                <a:ext cx="9" cy="8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50" name="Oval 346">
                <a:extLst>
                  <a:ext uri="{FF2B5EF4-FFF2-40B4-BE49-F238E27FC236}">
                    <a16:creationId xmlns:a16="http://schemas.microsoft.com/office/drawing/2014/main" id="{BF72036F-FC2D-41B6-8E1C-5E49057D1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2062"/>
                <a:ext cx="12" cy="12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51" name="Oval 347">
                <a:extLst>
                  <a:ext uri="{FF2B5EF4-FFF2-40B4-BE49-F238E27FC236}">
                    <a16:creationId xmlns:a16="http://schemas.microsoft.com/office/drawing/2014/main" id="{CBF45734-C650-4B4A-A837-20160AB27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0" y="2006"/>
                <a:ext cx="17" cy="17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52" name="Oval 348">
                <a:extLst>
                  <a:ext uri="{FF2B5EF4-FFF2-40B4-BE49-F238E27FC236}">
                    <a16:creationId xmlns:a16="http://schemas.microsoft.com/office/drawing/2014/main" id="{60E726DB-0E8D-4C25-A704-D957B343C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5" y="1999"/>
                <a:ext cx="9" cy="9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53" name="Oval 349">
                <a:extLst>
                  <a:ext uri="{FF2B5EF4-FFF2-40B4-BE49-F238E27FC236}">
                    <a16:creationId xmlns:a16="http://schemas.microsoft.com/office/drawing/2014/main" id="{C4A686FB-8A5E-4EA0-8B11-4B5131684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2043"/>
                <a:ext cx="12" cy="12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54" name="Oval 350">
                <a:extLst>
                  <a:ext uri="{FF2B5EF4-FFF2-40B4-BE49-F238E27FC236}">
                    <a16:creationId xmlns:a16="http://schemas.microsoft.com/office/drawing/2014/main" id="{36BE76AD-CE22-40A8-85ED-D76277180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957"/>
                <a:ext cx="12" cy="12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55" name="Oval 351">
                <a:extLst>
                  <a:ext uri="{FF2B5EF4-FFF2-40B4-BE49-F238E27FC236}">
                    <a16:creationId xmlns:a16="http://schemas.microsoft.com/office/drawing/2014/main" id="{B6D8819D-4E9E-4F5B-BC0A-6801FB55F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3" y="2129"/>
                <a:ext cx="17" cy="19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56" name="Oval 352">
                <a:extLst>
                  <a:ext uri="{FF2B5EF4-FFF2-40B4-BE49-F238E27FC236}">
                    <a16:creationId xmlns:a16="http://schemas.microsoft.com/office/drawing/2014/main" id="{058AC291-6D06-4AD6-AF22-0A7BFF8A1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45"/>
                <a:ext cx="13" cy="11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57" name="Oval 353">
                <a:extLst>
                  <a:ext uri="{FF2B5EF4-FFF2-40B4-BE49-F238E27FC236}">
                    <a16:creationId xmlns:a16="http://schemas.microsoft.com/office/drawing/2014/main" id="{8B18A3B7-1ED2-4847-A407-C97A78A62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2322"/>
                <a:ext cx="17" cy="19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58" name="Oval 354">
                <a:extLst>
                  <a:ext uri="{FF2B5EF4-FFF2-40B4-BE49-F238E27FC236}">
                    <a16:creationId xmlns:a16="http://schemas.microsoft.com/office/drawing/2014/main" id="{18E842A9-057F-4EBA-B9AE-BF8A66E38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2530"/>
                <a:ext cx="14" cy="13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59" name="Oval 355">
                <a:extLst>
                  <a:ext uri="{FF2B5EF4-FFF2-40B4-BE49-F238E27FC236}">
                    <a16:creationId xmlns:a16="http://schemas.microsoft.com/office/drawing/2014/main" id="{37C2CE47-4B0E-4D07-9AC9-0301B2EA4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653"/>
                <a:ext cx="15" cy="15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60" name="Oval 356">
                <a:extLst>
                  <a:ext uri="{FF2B5EF4-FFF2-40B4-BE49-F238E27FC236}">
                    <a16:creationId xmlns:a16="http://schemas.microsoft.com/office/drawing/2014/main" id="{E6FB3DC2-7789-4789-ABBD-CD81D6D29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4" y="2701"/>
                <a:ext cx="12" cy="11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61" name="Oval 357">
                <a:extLst>
                  <a:ext uri="{FF2B5EF4-FFF2-40B4-BE49-F238E27FC236}">
                    <a16:creationId xmlns:a16="http://schemas.microsoft.com/office/drawing/2014/main" id="{88CCDF79-091E-4B51-9AF1-B5A81F819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2706"/>
                <a:ext cx="7" cy="6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62" name="Oval 358">
                <a:extLst>
                  <a:ext uri="{FF2B5EF4-FFF2-40B4-BE49-F238E27FC236}">
                    <a16:creationId xmlns:a16="http://schemas.microsoft.com/office/drawing/2014/main" id="{D975F648-5FDB-4531-9339-8E9BD7DB1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2139"/>
                <a:ext cx="12" cy="12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63" name="Oval 359">
                <a:extLst>
                  <a:ext uri="{FF2B5EF4-FFF2-40B4-BE49-F238E27FC236}">
                    <a16:creationId xmlns:a16="http://schemas.microsoft.com/office/drawing/2014/main" id="{2161C64D-85F2-4A48-8F0D-C940A02E2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0" y="2131"/>
                <a:ext cx="5" cy="7"/>
              </a:xfrm>
              <a:prstGeom prst="ellipse">
                <a:avLst/>
              </a:prstGeom>
              <a:solidFill>
                <a:srgbClr val="B4B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664" name="Freeform 360">
                <a:extLst>
                  <a:ext uri="{FF2B5EF4-FFF2-40B4-BE49-F238E27FC236}">
                    <a16:creationId xmlns:a16="http://schemas.microsoft.com/office/drawing/2014/main" id="{0F368062-3C32-4C55-8F5F-17B9D8A4F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090"/>
                <a:ext cx="156" cy="487"/>
              </a:xfrm>
              <a:custGeom>
                <a:avLst/>
                <a:gdLst>
                  <a:gd name="T0" fmla="*/ 20 w 92"/>
                  <a:gd name="T1" fmla="*/ 86 h 288"/>
                  <a:gd name="T2" fmla="*/ 253 w 92"/>
                  <a:gd name="T3" fmla="*/ 103 h 288"/>
                  <a:gd name="T4" fmla="*/ 421 w 92"/>
                  <a:gd name="T5" fmla="*/ 112 h 288"/>
                  <a:gd name="T6" fmla="*/ 376 w 92"/>
                  <a:gd name="T7" fmla="*/ 260 h 288"/>
                  <a:gd name="T8" fmla="*/ 351 w 92"/>
                  <a:gd name="T9" fmla="*/ 435 h 288"/>
                  <a:gd name="T10" fmla="*/ 356 w 92"/>
                  <a:gd name="T11" fmla="*/ 754 h 288"/>
                  <a:gd name="T12" fmla="*/ 439 w 92"/>
                  <a:gd name="T13" fmla="*/ 1229 h 288"/>
                  <a:gd name="T14" fmla="*/ 365 w 92"/>
                  <a:gd name="T15" fmla="*/ 1300 h 288"/>
                  <a:gd name="T16" fmla="*/ 153 w 92"/>
                  <a:gd name="T17" fmla="*/ 1204 h 288"/>
                  <a:gd name="T18" fmla="*/ 49 w 92"/>
                  <a:gd name="T19" fmla="*/ 1229 h 288"/>
                  <a:gd name="T20" fmla="*/ 70 w 92"/>
                  <a:gd name="T21" fmla="*/ 1113 h 288"/>
                  <a:gd name="T22" fmla="*/ 34 w 92"/>
                  <a:gd name="T23" fmla="*/ 881 h 288"/>
                  <a:gd name="T24" fmla="*/ 161 w 92"/>
                  <a:gd name="T25" fmla="*/ 575 h 288"/>
                  <a:gd name="T26" fmla="*/ 78 w 92"/>
                  <a:gd name="T27" fmla="*/ 384 h 288"/>
                  <a:gd name="T28" fmla="*/ 70 w 92"/>
                  <a:gd name="T29" fmla="*/ 162 h 28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2" h="288">
                    <a:moveTo>
                      <a:pt x="4" y="18"/>
                    </a:moveTo>
                    <a:cubicBezTo>
                      <a:pt x="18" y="32"/>
                      <a:pt x="36" y="34"/>
                      <a:pt x="52" y="21"/>
                    </a:cubicBezTo>
                    <a:cubicBezTo>
                      <a:pt x="63" y="13"/>
                      <a:pt x="81" y="0"/>
                      <a:pt x="86" y="23"/>
                    </a:cubicBezTo>
                    <a:cubicBezTo>
                      <a:pt x="88" y="34"/>
                      <a:pt x="80" y="44"/>
                      <a:pt x="77" y="54"/>
                    </a:cubicBezTo>
                    <a:cubicBezTo>
                      <a:pt x="74" y="66"/>
                      <a:pt x="73" y="78"/>
                      <a:pt x="72" y="90"/>
                    </a:cubicBezTo>
                    <a:cubicBezTo>
                      <a:pt x="71" y="112"/>
                      <a:pt x="70" y="135"/>
                      <a:pt x="73" y="156"/>
                    </a:cubicBezTo>
                    <a:cubicBezTo>
                      <a:pt x="76" y="190"/>
                      <a:pt x="87" y="221"/>
                      <a:pt x="90" y="254"/>
                    </a:cubicBezTo>
                    <a:cubicBezTo>
                      <a:pt x="92" y="269"/>
                      <a:pt x="90" y="288"/>
                      <a:pt x="75" y="269"/>
                    </a:cubicBezTo>
                    <a:cubicBezTo>
                      <a:pt x="61" y="252"/>
                      <a:pt x="54" y="240"/>
                      <a:pt x="31" y="249"/>
                    </a:cubicBezTo>
                    <a:cubicBezTo>
                      <a:pt x="26" y="251"/>
                      <a:pt x="15" y="257"/>
                      <a:pt x="10" y="254"/>
                    </a:cubicBezTo>
                    <a:cubicBezTo>
                      <a:pt x="0" y="248"/>
                      <a:pt x="10" y="236"/>
                      <a:pt x="14" y="230"/>
                    </a:cubicBezTo>
                    <a:cubicBezTo>
                      <a:pt x="26" y="209"/>
                      <a:pt x="10" y="203"/>
                      <a:pt x="7" y="182"/>
                    </a:cubicBezTo>
                    <a:cubicBezTo>
                      <a:pt x="4" y="156"/>
                      <a:pt x="33" y="143"/>
                      <a:pt x="33" y="119"/>
                    </a:cubicBezTo>
                    <a:cubicBezTo>
                      <a:pt x="32" y="105"/>
                      <a:pt x="20" y="91"/>
                      <a:pt x="16" y="79"/>
                    </a:cubicBezTo>
                    <a:cubicBezTo>
                      <a:pt x="9" y="62"/>
                      <a:pt x="11" y="51"/>
                      <a:pt x="14" y="34"/>
                    </a:cubicBezTo>
                  </a:path>
                </a:pathLst>
              </a:custGeom>
              <a:solidFill>
                <a:srgbClr val="E6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5" name="Freeform 361">
                <a:extLst>
                  <a:ext uri="{FF2B5EF4-FFF2-40B4-BE49-F238E27FC236}">
                    <a16:creationId xmlns:a16="http://schemas.microsoft.com/office/drawing/2014/main" id="{D6AEDD55-B47F-43C0-AC82-EBB6DB2EE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112"/>
                <a:ext cx="159" cy="443"/>
              </a:xfrm>
              <a:custGeom>
                <a:avLst/>
                <a:gdLst>
                  <a:gd name="T0" fmla="*/ 169 w 94"/>
                  <a:gd name="T1" fmla="*/ 24 h 262"/>
                  <a:gd name="T2" fmla="*/ 41 w 94"/>
                  <a:gd name="T3" fmla="*/ 154 h 262"/>
                  <a:gd name="T4" fmla="*/ 145 w 94"/>
                  <a:gd name="T5" fmla="*/ 352 h 262"/>
                  <a:gd name="T6" fmla="*/ 103 w 94"/>
                  <a:gd name="T7" fmla="*/ 575 h 262"/>
                  <a:gd name="T8" fmla="*/ 54 w 94"/>
                  <a:gd name="T9" fmla="*/ 852 h 262"/>
                  <a:gd name="T10" fmla="*/ 107 w 94"/>
                  <a:gd name="T11" fmla="*/ 986 h 262"/>
                  <a:gd name="T12" fmla="*/ 54 w 94"/>
                  <a:gd name="T13" fmla="*/ 1146 h 262"/>
                  <a:gd name="T14" fmla="*/ 103 w 94"/>
                  <a:gd name="T15" fmla="*/ 1212 h 262"/>
                  <a:gd name="T16" fmla="*/ 257 w 94"/>
                  <a:gd name="T17" fmla="*/ 1217 h 262"/>
                  <a:gd name="T18" fmla="*/ 401 w 94"/>
                  <a:gd name="T19" fmla="*/ 1238 h 262"/>
                  <a:gd name="T20" fmla="*/ 386 w 94"/>
                  <a:gd name="T21" fmla="*/ 1087 h 262"/>
                  <a:gd name="T22" fmla="*/ 195 w 94"/>
                  <a:gd name="T23" fmla="*/ 957 h 262"/>
                  <a:gd name="T24" fmla="*/ 306 w 94"/>
                  <a:gd name="T25" fmla="*/ 778 h 262"/>
                  <a:gd name="T26" fmla="*/ 301 w 94"/>
                  <a:gd name="T27" fmla="*/ 609 h 262"/>
                  <a:gd name="T28" fmla="*/ 272 w 94"/>
                  <a:gd name="T29" fmla="*/ 541 h 262"/>
                  <a:gd name="T30" fmla="*/ 260 w 94"/>
                  <a:gd name="T31" fmla="*/ 475 h 262"/>
                  <a:gd name="T32" fmla="*/ 211 w 94"/>
                  <a:gd name="T33" fmla="*/ 364 h 262"/>
                  <a:gd name="T34" fmla="*/ 232 w 94"/>
                  <a:gd name="T35" fmla="*/ 232 h 262"/>
                  <a:gd name="T36" fmla="*/ 232 w 94"/>
                  <a:gd name="T37" fmla="*/ 8 h 262"/>
                  <a:gd name="T38" fmla="*/ 189 w 94"/>
                  <a:gd name="T39" fmla="*/ 14 h 2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4" h="262">
                    <a:moveTo>
                      <a:pt x="35" y="5"/>
                    </a:moveTo>
                    <a:cubicBezTo>
                      <a:pt x="18" y="0"/>
                      <a:pt x="1" y="13"/>
                      <a:pt x="8" y="32"/>
                    </a:cubicBezTo>
                    <a:cubicBezTo>
                      <a:pt x="13" y="47"/>
                      <a:pt x="26" y="57"/>
                      <a:pt x="30" y="73"/>
                    </a:cubicBezTo>
                    <a:cubicBezTo>
                      <a:pt x="35" y="90"/>
                      <a:pt x="32" y="106"/>
                      <a:pt x="21" y="119"/>
                    </a:cubicBezTo>
                    <a:cubicBezTo>
                      <a:pt x="7" y="136"/>
                      <a:pt x="0" y="156"/>
                      <a:pt x="11" y="176"/>
                    </a:cubicBezTo>
                    <a:cubicBezTo>
                      <a:pt x="17" y="185"/>
                      <a:pt x="22" y="194"/>
                      <a:pt x="22" y="204"/>
                    </a:cubicBezTo>
                    <a:cubicBezTo>
                      <a:pt x="23" y="216"/>
                      <a:pt x="13" y="226"/>
                      <a:pt x="11" y="237"/>
                    </a:cubicBezTo>
                    <a:cubicBezTo>
                      <a:pt x="8" y="247"/>
                      <a:pt x="11" y="254"/>
                      <a:pt x="21" y="251"/>
                    </a:cubicBezTo>
                    <a:cubicBezTo>
                      <a:pt x="34" y="247"/>
                      <a:pt x="40" y="247"/>
                      <a:pt x="53" y="252"/>
                    </a:cubicBezTo>
                    <a:cubicBezTo>
                      <a:pt x="62" y="255"/>
                      <a:pt x="74" y="262"/>
                      <a:pt x="83" y="256"/>
                    </a:cubicBezTo>
                    <a:cubicBezTo>
                      <a:pt x="94" y="249"/>
                      <a:pt x="88" y="233"/>
                      <a:pt x="80" y="225"/>
                    </a:cubicBezTo>
                    <a:cubicBezTo>
                      <a:pt x="67" y="215"/>
                      <a:pt x="45" y="216"/>
                      <a:pt x="40" y="198"/>
                    </a:cubicBezTo>
                    <a:cubicBezTo>
                      <a:pt x="33" y="178"/>
                      <a:pt x="58" y="178"/>
                      <a:pt x="63" y="161"/>
                    </a:cubicBezTo>
                    <a:cubicBezTo>
                      <a:pt x="66" y="152"/>
                      <a:pt x="66" y="135"/>
                      <a:pt x="62" y="126"/>
                    </a:cubicBezTo>
                    <a:cubicBezTo>
                      <a:pt x="60" y="121"/>
                      <a:pt x="57" y="117"/>
                      <a:pt x="56" y="112"/>
                    </a:cubicBezTo>
                    <a:cubicBezTo>
                      <a:pt x="54" y="108"/>
                      <a:pt x="55" y="102"/>
                      <a:pt x="54" y="98"/>
                    </a:cubicBezTo>
                    <a:cubicBezTo>
                      <a:pt x="52" y="90"/>
                      <a:pt x="46" y="84"/>
                      <a:pt x="44" y="75"/>
                    </a:cubicBezTo>
                    <a:cubicBezTo>
                      <a:pt x="42" y="65"/>
                      <a:pt x="44" y="57"/>
                      <a:pt x="48" y="48"/>
                    </a:cubicBezTo>
                    <a:cubicBezTo>
                      <a:pt x="52" y="37"/>
                      <a:pt x="66" y="8"/>
                      <a:pt x="48" y="2"/>
                    </a:cubicBezTo>
                    <a:cubicBezTo>
                      <a:pt x="44" y="1"/>
                      <a:pt x="42" y="1"/>
                      <a:pt x="39" y="3"/>
                    </a:cubicBezTo>
                  </a:path>
                </a:pathLst>
              </a:custGeom>
              <a:solidFill>
                <a:srgbClr val="EA8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6" name="Freeform 362">
                <a:extLst>
                  <a:ext uri="{FF2B5EF4-FFF2-40B4-BE49-F238E27FC236}">
                    <a16:creationId xmlns:a16="http://schemas.microsoft.com/office/drawing/2014/main" id="{C8C5B5E9-8457-4909-96A2-DCB916333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270"/>
                <a:ext cx="108" cy="130"/>
              </a:xfrm>
              <a:custGeom>
                <a:avLst/>
                <a:gdLst>
                  <a:gd name="T0" fmla="*/ 120 w 64"/>
                  <a:gd name="T1" fmla="*/ 8 h 77"/>
                  <a:gd name="T2" fmla="*/ 29 w 64"/>
                  <a:gd name="T3" fmla="*/ 49 h 77"/>
                  <a:gd name="T4" fmla="*/ 42 w 64"/>
                  <a:gd name="T5" fmla="*/ 154 h 77"/>
                  <a:gd name="T6" fmla="*/ 54 w 64"/>
                  <a:gd name="T7" fmla="*/ 279 h 77"/>
                  <a:gd name="T8" fmla="*/ 145 w 64"/>
                  <a:gd name="T9" fmla="*/ 336 h 77"/>
                  <a:gd name="T10" fmla="*/ 174 w 64"/>
                  <a:gd name="T11" fmla="*/ 223 h 77"/>
                  <a:gd name="T12" fmla="*/ 245 w 64"/>
                  <a:gd name="T13" fmla="*/ 140 h 77"/>
                  <a:gd name="T14" fmla="*/ 154 w 6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77">
                    <a:moveTo>
                      <a:pt x="25" y="2"/>
                    </a:moveTo>
                    <a:cubicBezTo>
                      <a:pt x="20" y="2"/>
                      <a:pt x="10" y="6"/>
                      <a:pt x="6" y="10"/>
                    </a:cubicBezTo>
                    <a:cubicBezTo>
                      <a:pt x="0" y="17"/>
                      <a:pt x="6" y="24"/>
                      <a:pt x="9" y="32"/>
                    </a:cubicBezTo>
                    <a:cubicBezTo>
                      <a:pt x="13" y="41"/>
                      <a:pt x="9" y="49"/>
                      <a:pt x="11" y="58"/>
                    </a:cubicBezTo>
                    <a:cubicBezTo>
                      <a:pt x="13" y="65"/>
                      <a:pt x="22" y="77"/>
                      <a:pt x="30" y="70"/>
                    </a:cubicBezTo>
                    <a:cubicBezTo>
                      <a:pt x="35" y="66"/>
                      <a:pt x="33" y="53"/>
                      <a:pt x="36" y="46"/>
                    </a:cubicBezTo>
                    <a:cubicBezTo>
                      <a:pt x="39" y="38"/>
                      <a:pt x="45" y="35"/>
                      <a:pt x="51" y="29"/>
                    </a:cubicBezTo>
                    <a:cubicBezTo>
                      <a:pt x="64" y="14"/>
                      <a:pt x="50" y="0"/>
                      <a:pt x="32" y="0"/>
                    </a:cubicBezTo>
                  </a:path>
                </a:pathLst>
              </a:custGeom>
              <a:solidFill>
                <a:srgbClr val="E87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7" name="Freeform 363">
                <a:extLst>
                  <a:ext uri="{FF2B5EF4-FFF2-40B4-BE49-F238E27FC236}">
                    <a16:creationId xmlns:a16="http://schemas.microsoft.com/office/drawing/2014/main" id="{100CFBCF-0419-4F52-9D63-BF603382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346"/>
                <a:ext cx="87" cy="111"/>
              </a:xfrm>
              <a:custGeom>
                <a:avLst/>
                <a:gdLst>
                  <a:gd name="T0" fmla="*/ 125 w 51"/>
                  <a:gd name="T1" fmla="*/ 8 h 66"/>
                  <a:gd name="T2" fmla="*/ 223 w 51"/>
                  <a:gd name="T3" fmla="*/ 167 h 66"/>
                  <a:gd name="T4" fmla="*/ 65 w 51"/>
                  <a:gd name="T5" fmla="*/ 315 h 66"/>
                  <a:gd name="T6" fmla="*/ 9 w 51"/>
                  <a:gd name="T7" fmla="*/ 232 h 66"/>
                  <a:gd name="T8" fmla="*/ 75 w 51"/>
                  <a:gd name="T9" fmla="*/ 158 h 66"/>
                  <a:gd name="T10" fmla="*/ 99 w 51"/>
                  <a:gd name="T11" fmla="*/ 96 h 66"/>
                  <a:gd name="T12" fmla="*/ 99 w 51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66">
                    <a:moveTo>
                      <a:pt x="25" y="2"/>
                    </a:moveTo>
                    <a:cubicBezTo>
                      <a:pt x="38" y="6"/>
                      <a:pt x="51" y="20"/>
                      <a:pt x="45" y="35"/>
                    </a:cubicBezTo>
                    <a:cubicBezTo>
                      <a:pt x="40" y="48"/>
                      <a:pt x="29" y="66"/>
                      <a:pt x="13" y="66"/>
                    </a:cubicBezTo>
                    <a:cubicBezTo>
                      <a:pt x="3" y="66"/>
                      <a:pt x="0" y="58"/>
                      <a:pt x="2" y="49"/>
                    </a:cubicBezTo>
                    <a:cubicBezTo>
                      <a:pt x="4" y="42"/>
                      <a:pt x="9" y="38"/>
                      <a:pt x="15" y="33"/>
                    </a:cubicBezTo>
                    <a:cubicBezTo>
                      <a:pt x="22" y="28"/>
                      <a:pt x="23" y="28"/>
                      <a:pt x="20" y="20"/>
                    </a:cubicBezTo>
                    <a:cubicBezTo>
                      <a:pt x="17" y="11"/>
                      <a:pt x="16" y="8"/>
                      <a:pt x="20" y="0"/>
                    </a:cubicBezTo>
                  </a:path>
                </a:pathLst>
              </a:custGeom>
              <a:solidFill>
                <a:srgbClr val="E87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8" name="Freeform 364">
                <a:extLst>
                  <a:ext uri="{FF2B5EF4-FFF2-40B4-BE49-F238E27FC236}">
                    <a16:creationId xmlns:a16="http://schemas.microsoft.com/office/drawing/2014/main" id="{23990A41-B20B-4849-9AC7-70946DA15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217"/>
                <a:ext cx="147" cy="166"/>
              </a:xfrm>
              <a:custGeom>
                <a:avLst/>
                <a:gdLst>
                  <a:gd name="T0" fmla="*/ 106 w 87"/>
                  <a:gd name="T1" fmla="*/ 58 h 98"/>
                  <a:gd name="T2" fmla="*/ 20 w 87"/>
                  <a:gd name="T3" fmla="*/ 103 h 98"/>
                  <a:gd name="T4" fmla="*/ 57 w 87"/>
                  <a:gd name="T5" fmla="*/ 210 h 98"/>
                  <a:gd name="T6" fmla="*/ 265 w 87"/>
                  <a:gd name="T7" fmla="*/ 351 h 98"/>
                  <a:gd name="T8" fmla="*/ 274 w 87"/>
                  <a:gd name="T9" fmla="*/ 219 h 98"/>
                  <a:gd name="T10" fmla="*/ 348 w 87"/>
                  <a:gd name="T11" fmla="*/ 146 h 98"/>
                  <a:gd name="T12" fmla="*/ 132 w 87"/>
                  <a:gd name="T13" fmla="*/ 49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98">
                    <a:moveTo>
                      <a:pt x="22" y="12"/>
                    </a:moveTo>
                    <a:cubicBezTo>
                      <a:pt x="15" y="11"/>
                      <a:pt x="7" y="15"/>
                      <a:pt x="4" y="21"/>
                    </a:cubicBezTo>
                    <a:cubicBezTo>
                      <a:pt x="0" y="30"/>
                      <a:pt x="6" y="37"/>
                      <a:pt x="12" y="43"/>
                    </a:cubicBezTo>
                    <a:cubicBezTo>
                      <a:pt x="18" y="51"/>
                      <a:pt x="51" y="98"/>
                      <a:pt x="55" y="72"/>
                    </a:cubicBezTo>
                    <a:cubicBezTo>
                      <a:pt x="56" y="63"/>
                      <a:pt x="51" y="53"/>
                      <a:pt x="57" y="45"/>
                    </a:cubicBezTo>
                    <a:cubicBezTo>
                      <a:pt x="61" y="39"/>
                      <a:pt x="68" y="36"/>
                      <a:pt x="72" y="30"/>
                    </a:cubicBezTo>
                    <a:cubicBezTo>
                      <a:pt x="87" y="0"/>
                      <a:pt x="42" y="8"/>
                      <a:pt x="27" y="10"/>
                    </a:cubicBezTo>
                  </a:path>
                </a:pathLst>
              </a:custGeom>
              <a:solidFill>
                <a:srgbClr val="E87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9" name="Freeform 365">
                <a:extLst>
                  <a:ext uri="{FF2B5EF4-FFF2-40B4-BE49-F238E27FC236}">
                    <a16:creationId xmlns:a16="http://schemas.microsoft.com/office/drawing/2014/main" id="{902805ED-7CDC-4752-BB01-B42056229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483"/>
                <a:ext cx="130" cy="65"/>
              </a:xfrm>
              <a:custGeom>
                <a:avLst/>
                <a:gdLst>
                  <a:gd name="T0" fmla="*/ 0 w 77"/>
                  <a:gd name="T1" fmla="*/ 47 h 39"/>
                  <a:gd name="T2" fmla="*/ 336 w 77"/>
                  <a:gd name="T3" fmla="*/ 120 h 39"/>
                  <a:gd name="T4" fmla="*/ 203 w 77"/>
                  <a:gd name="T5" fmla="*/ 97 h 39"/>
                  <a:gd name="T6" fmla="*/ 29 w 77"/>
                  <a:gd name="T7" fmla="*/ 62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39">
                    <a:moveTo>
                      <a:pt x="0" y="10"/>
                    </a:moveTo>
                    <a:cubicBezTo>
                      <a:pt x="11" y="0"/>
                      <a:pt x="77" y="2"/>
                      <a:pt x="70" y="26"/>
                    </a:cubicBezTo>
                    <a:cubicBezTo>
                      <a:pt x="66" y="39"/>
                      <a:pt x="50" y="22"/>
                      <a:pt x="42" y="21"/>
                    </a:cubicBezTo>
                    <a:cubicBezTo>
                      <a:pt x="31" y="20"/>
                      <a:pt x="13" y="28"/>
                      <a:pt x="6" y="13"/>
                    </a:cubicBezTo>
                  </a:path>
                </a:pathLst>
              </a:custGeom>
              <a:solidFill>
                <a:srgbClr val="E87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0" name="Freeform 366">
                <a:extLst>
                  <a:ext uri="{FF2B5EF4-FFF2-40B4-BE49-F238E27FC236}">
                    <a16:creationId xmlns:a16="http://schemas.microsoft.com/office/drawing/2014/main" id="{4D52E628-10E3-4017-9F61-C4165E41C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202"/>
                <a:ext cx="98" cy="39"/>
              </a:xfrm>
              <a:custGeom>
                <a:avLst/>
                <a:gdLst>
                  <a:gd name="T0" fmla="*/ 237 w 58"/>
                  <a:gd name="T1" fmla="*/ 20 h 23"/>
                  <a:gd name="T2" fmla="*/ 112 w 58"/>
                  <a:gd name="T3" fmla="*/ 24 h 23"/>
                  <a:gd name="T4" fmla="*/ 54 w 58"/>
                  <a:gd name="T5" fmla="*/ 107 h 23"/>
                  <a:gd name="T6" fmla="*/ 120 w 58"/>
                  <a:gd name="T7" fmla="*/ 63 h 23"/>
                  <a:gd name="T8" fmla="*/ 208 w 58"/>
                  <a:gd name="T9" fmla="*/ 70 h 23"/>
                  <a:gd name="T10" fmla="*/ 272 w 58"/>
                  <a:gd name="T11" fmla="*/ 54 h 23"/>
                  <a:gd name="T12" fmla="*/ 240 w 58"/>
                  <a:gd name="T13" fmla="*/ 2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3">
                    <a:moveTo>
                      <a:pt x="49" y="4"/>
                    </a:moveTo>
                    <a:cubicBezTo>
                      <a:pt x="43" y="0"/>
                      <a:pt x="30" y="3"/>
                      <a:pt x="23" y="5"/>
                    </a:cubicBezTo>
                    <a:cubicBezTo>
                      <a:pt x="19" y="6"/>
                      <a:pt x="0" y="18"/>
                      <a:pt x="11" y="22"/>
                    </a:cubicBezTo>
                    <a:cubicBezTo>
                      <a:pt x="16" y="23"/>
                      <a:pt x="21" y="14"/>
                      <a:pt x="25" y="13"/>
                    </a:cubicBezTo>
                    <a:cubicBezTo>
                      <a:pt x="31" y="10"/>
                      <a:pt x="37" y="13"/>
                      <a:pt x="43" y="14"/>
                    </a:cubicBezTo>
                    <a:cubicBezTo>
                      <a:pt x="47" y="15"/>
                      <a:pt x="53" y="16"/>
                      <a:pt x="56" y="11"/>
                    </a:cubicBezTo>
                    <a:cubicBezTo>
                      <a:pt x="58" y="6"/>
                      <a:pt x="55" y="4"/>
                      <a:pt x="50" y="4"/>
                    </a:cubicBezTo>
                  </a:path>
                </a:pathLst>
              </a:custGeom>
              <a:solidFill>
                <a:srgbClr val="E87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1" name="Freeform 367">
                <a:extLst>
                  <a:ext uri="{FF2B5EF4-FFF2-40B4-BE49-F238E27FC236}">
                    <a16:creationId xmlns:a16="http://schemas.microsoft.com/office/drawing/2014/main" id="{1CF6D120-FF63-4913-95BA-6A2B6FFC9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16"/>
                <a:ext cx="57" cy="32"/>
              </a:xfrm>
              <a:custGeom>
                <a:avLst/>
                <a:gdLst>
                  <a:gd name="T0" fmla="*/ 0 w 34"/>
                  <a:gd name="T1" fmla="*/ 0 h 19"/>
                  <a:gd name="T2" fmla="*/ 29 w 34"/>
                  <a:gd name="T3" fmla="*/ 91 h 19"/>
                  <a:gd name="T4" fmla="*/ 154 w 34"/>
                  <a:gd name="T5" fmla="*/ 57 h 19"/>
                  <a:gd name="T6" fmla="*/ 34 w 34"/>
                  <a:gd name="T7" fmla="*/ 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9">
                    <a:moveTo>
                      <a:pt x="0" y="0"/>
                    </a:moveTo>
                    <a:cubicBezTo>
                      <a:pt x="7" y="6"/>
                      <a:pt x="7" y="11"/>
                      <a:pt x="6" y="19"/>
                    </a:cubicBezTo>
                    <a:cubicBezTo>
                      <a:pt x="9" y="19"/>
                      <a:pt x="32" y="15"/>
                      <a:pt x="33" y="12"/>
                    </a:cubicBezTo>
                    <a:cubicBezTo>
                      <a:pt x="34" y="8"/>
                      <a:pt x="11" y="5"/>
                      <a:pt x="7" y="2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2" name="Freeform 368">
                <a:extLst>
                  <a:ext uri="{FF2B5EF4-FFF2-40B4-BE49-F238E27FC236}">
                    <a16:creationId xmlns:a16="http://schemas.microsoft.com/office/drawing/2014/main" id="{86A407F3-BF74-41D3-907C-B5DE2C367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216"/>
                <a:ext cx="88" cy="45"/>
              </a:xfrm>
              <a:custGeom>
                <a:avLst/>
                <a:gdLst>
                  <a:gd name="T0" fmla="*/ 252 w 52"/>
                  <a:gd name="T1" fmla="*/ 0 h 27"/>
                  <a:gd name="T2" fmla="*/ 161 w 52"/>
                  <a:gd name="T3" fmla="*/ 125 h 27"/>
                  <a:gd name="T4" fmla="*/ 78 w 52"/>
                  <a:gd name="T5" fmla="*/ 88 h 27"/>
                  <a:gd name="T6" fmla="*/ 78 w 52"/>
                  <a:gd name="T7" fmla="*/ 78 h 27"/>
                  <a:gd name="T8" fmla="*/ 107 w 52"/>
                  <a:gd name="T9" fmla="*/ 28 h 27"/>
                  <a:gd name="T10" fmla="*/ 228 w 52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27">
                    <a:moveTo>
                      <a:pt x="52" y="0"/>
                    </a:moveTo>
                    <a:cubicBezTo>
                      <a:pt x="45" y="5"/>
                      <a:pt x="26" y="17"/>
                      <a:pt x="33" y="27"/>
                    </a:cubicBezTo>
                    <a:cubicBezTo>
                      <a:pt x="27" y="25"/>
                      <a:pt x="23" y="19"/>
                      <a:pt x="16" y="19"/>
                    </a:cubicBezTo>
                    <a:cubicBezTo>
                      <a:pt x="16" y="18"/>
                      <a:pt x="16" y="18"/>
                      <a:pt x="16" y="17"/>
                    </a:cubicBezTo>
                    <a:cubicBezTo>
                      <a:pt x="0" y="14"/>
                      <a:pt x="14" y="8"/>
                      <a:pt x="22" y="6"/>
                    </a:cubicBezTo>
                    <a:cubicBezTo>
                      <a:pt x="30" y="3"/>
                      <a:pt x="39" y="2"/>
                      <a:pt x="47" y="0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3" name="Freeform 369">
                <a:extLst>
                  <a:ext uri="{FF2B5EF4-FFF2-40B4-BE49-F238E27FC236}">
                    <a16:creationId xmlns:a16="http://schemas.microsoft.com/office/drawing/2014/main" id="{2825D5BC-9CAA-490F-AEE9-8D7FBDD91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231"/>
                <a:ext cx="54" cy="32"/>
              </a:xfrm>
              <a:custGeom>
                <a:avLst/>
                <a:gdLst>
                  <a:gd name="T0" fmla="*/ 154 w 32"/>
                  <a:gd name="T1" fmla="*/ 62 h 19"/>
                  <a:gd name="T2" fmla="*/ 86 w 32"/>
                  <a:gd name="T3" fmla="*/ 91 h 19"/>
                  <a:gd name="T4" fmla="*/ 0 w 32"/>
                  <a:gd name="T5" fmla="*/ 0 h 19"/>
                  <a:gd name="T6" fmla="*/ 111 w 32"/>
                  <a:gd name="T7" fmla="*/ 5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9">
                    <a:moveTo>
                      <a:pt x="32" y="13"/>
                    </a:moveTo>
                    <a:cubicBezTo>
                      <a:pt x="27" y="14"/>
                      <a:pt x="22" y="19"/>
                      <a:pt x="18" y="19"/>
                    </a:cubicBezTo>
                    <a:cubicBezTo>
                      <a:pt x="16" y="9"/>
                      <a:pt x="8" y="5"/>
                      <a:pt x="0" y="0"/>
                    </a:cubicBezTo>
                    <a:cubicBezTo>
                      <a:pt x="8" y="2"/>
                      <a:pt x="17" y="8"/>
                      <a:pt x="23" y="11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4" name="Freeform 370">
                <a:extLst>
                  <a:ext uri="{FF2B5EF4-FFF2-40B4-BE49-F238E27FC236}">
                    <a16:creationId xmlns:a16="http://schemas.microsoft.com/office/drawing/2014/main" id="{34A03710-FE85-4AEA-846C-4E301B233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506"/>
                <a:ext cx="42" cy="19"/>
              </a:xfrm>
              <a:custGeom>
                <a:avLst/>
                <a:gdLst>
                  <a:gd name="T0" fmla="*/ 50 w 25"/>
                  <a:gd name="T1" fmla="*/ 0 h 11"/>
                  <a:gd name="T2" fmla="*/ 119 w 25"/>
                  <a:gd name="T3" fmla="*/ 57 h 11"/>
                  <a:gd name="T4" fmla="*/ 67 w 25"/>
                  <a:gd name="T5" fmla="*/ 28 h 11"/>
                  <a:gd name="T6" fmla="*/ 0 w 25"/>
                  <a:gd name="T7" fmla="*/ 28 h 11"/>
                  <a:gd name="T8" fmla="*/ 20 w 25"/>
                  <a:gd name="T9" fmla="*/ 21 h 11"/>
                  <a:gd name="T10" fmla="*/ 42 w 25"/>
                  <a:gd name="T11" fmla="*/ 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1">
                    <a:moveTo>
                      <a:pt x="11" y="0"/>
                    </a:moveTo>
                    <a:cubicBezTo>
                      <a:pt x="15" y="5"/>
                      <a:pt x="22" y="5"/>
                      <a:pt x="25" y="11"/>
                    </a:cubicBezTo>
                    <a:cubicBezTo>
                      <a:pt x="22" y="9"/>
                      <a:pt x="17" y="5"/>
                      <a:pt x="14" y="5"/>
                    </a:cubicBezTo>
                    <a:cubicBezTo>
                      <a:pt x="9" y="4"/>
                      <a:pt x="4" y="8"/>
                      <a:pt x="0" y="5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6" y="3"/>
                      <a:pt x="7" y="2"/>
                      <a:pt x="9" y="2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5" name="Freeform 371">
                <a:extLst>
                  <a:ext uri="{FF2B5EF4-FFF2-40B4-BE49-F238E27FC236}">
                    <a16:creationId xmlns:a16="http://schemas.microsoft.com/office/drawing/2014/main" id="{64D810FC-CF92-4960-BC9C-7E7E9F93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899"/>
                <a:ext cx="91" cy="21"/>
              </a:xfrm>
              <a:custGeom>
                <a:avLst/>
                <a:gdLst>
                  <a:gd name="T0" fmla="*/ 62 w 54"/>
                  <a:gd name="T1" fmla="*/ 65 h 12"/>
                  <a:gd name="T2" fmla="*/ 86 w 54"/>
                  <a:gd name="T3" fmla="*/ 56 h 12"/>
                  <a:gd name="T4" fmla="*/ 113 w 54"/>
                  <a:gd name="T5" fmla="*/ 44 h 12"/>
                  <a:gd name="T6" fmla="*/ 174 w 54"/>
                  <a:gd name="T7" fmla="*/ 44 h 12"/>
                  <a:gd name="T8" fmla="*/ 216 w 54"/>
                  <a:gd name="T9" fmla="*/ 44 h 12"/>
                  <a:gd name="T10" fmla="*/ 244 w 54"/>
                  <a:gd name="T11" fmla="*/ 49 h 12"/>
                  <a:gd name="T12" fmla="*/ 239 w 54"/>
                  <a:gd name="T13" fmla="*/ 21 h 12"/>
                  <a:gd name="T14" fmla="*/ 187 w 54"/>
                  <a:gd name="T15" fmla="*/ 7 h 12"/>
                  <a:gd name="T16" fmla="*/ 54 w 54"/>
                  <a:gd name="T17" fmla="*/ 16 h 12"/>
                  <a:gd name="T18" fmla="*/ 22 w 54"/>
                  <a:gd name="T19" fmla="*/ 16 h 12"/>
                  <a:gd name="T20" fmla="*/ 0 w 54"/>
                  <a:gd name="T21" fmla="*/ 33 h 12"/>
                  <a:gd name="T22" fmla="*/ 57 w 54"/>
                  <a:gd name="T23" fmla="*/ 58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12">
                    <a:moveTo>
                      <a:pt x="13" y="12"/>
                    </a:moveTo>
                    <a:cubicBezTo>
                      <a:pt x="15" y="12"/>
                      <a:pt x="16" y="10"/>
                      <a:pt x="18" y="10"/>
                    </a:cubicBezTo>
                    <a:cubicBezTo>
                      <a:pt x="20" y="9"/>
                      <a:pt x="22" y="9"/>
                      <a:pt x="24" y="8"/>
                    </a:cubicBezTo>
                    <a:cubicBezTo>
                      <a:pt x="28" y="8"/>
                      <a:pt x="31" y="8"/>
                      <a:pt x="36" y="8"/>
                    </a:cubicBezTo>
                    <a:cubicBezTo>
                      <a:pt x="39" y="8"/>
                      <a:pt x="42" y="8"/>
                      <a:pt x="45" y="8"/>
                    </a:cubicBezTo>
                    <a:cubicBezTo>
                      <a:pt x="47" y="9"/>
                      <a:pt x="50" y="9"/>
                      <a:pt x="51" y="9"/>
                    </a:cubicBezTo>
                    <a:cubicBezTo>
                      <a:pt x="54" y="7"/>
                      <a:pt x="52" y="5"/>
                      <a:pt x="50" y="4"/>
                    </a:cubicBezTo>
                    <a:cubicBezTo>
                      <a:pt x="46" y="3"/>
                      <a:pt x="42" y="2"/>
                      <a:pt x="39" y="1"/>
                    </a:cubicBezTo>
                    <a:cubicBezTo>
                      <a:pt x="30" y="0"/>
                      <a:pt x="20" y="2"/>
                      <a:pt x="11" y="3"/>
                    </a:cubicBezTo>
                    <a:cubicBezTo>
                      <a:pt x="9" y="3"/>
                      <a:pt x="7" y="3"/>
                      <a:pt x="5" y="3"/>
                    </a:cubicBezTo>
                    <a:cubicBezTo>
                      <a:pt x="3" y="4"/>
                      <a:pt x="1" y="5"/>
                      <a:pt x="0" y="6"/>
                    </a:cubicBezTo>
                    <a:cubicBezTo>
                      <a:pt x="4" y="7"/>
                      <a:pt x="8" y="9"/>
                      <a:pt x="12" y="11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6" name="Freeform 372">
                <a:extLst>
                  <a:ext uri="{FF2B5EF4-FFF2-40B4-BE49-F238E27FC236}">
                    <a16:creationId xmlns:a16="http://schemas.microsoft.com/office/drawing/2014/main" id="{9EF8CFB2-3876-4636-B904-511F5F3EB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932"/>
                <a:ext cx="156" cy="40"/>
              </a:xfrm>
              <a:custGeom>
                <a:avLst/>
                <a:gdLst>
                  <a:gd name="T0" fmla="*/ 449 w 92"/>
                  <a:gd name="T1" fmla="*/ 50 h 24"/>
                  <a:gd name="T2" fmla="*/ 336 w 92"/>
                  <a:gd name="T3" fmla="*/ 47 h 24"/>
                  <a:gd name="T4" fmla="*/ 253 w 92"/>
                  <a:gd name="T5" fmla="*/ 62 h 24"/>
                  <a:gd name="T6" fmla="*/ 156 w 92"/>
                  <a:gd name="T7" fmla="*/ 78 h 24"/>
                  <a:gd name="T8" fmla="*/ 0 w 92"/>
                  <a:gd name="T9" fmla="*/ 112 h 24"/>
                  <a:gd name="T10" fmla="*/ 29 w 92"/>
                  <a:gd name="T11" fmla="*/ 105 h 24"/>
                  <a:gd name="T12" fmla="*/ 71 w 92"/>
                  <a:gd name="T13" fmla="*/ 88 h 24"/>
                  <a:gd name="T14" fmla="*/ 141 w 92"/>
                  <a:gd name="T15" fmla="*/ 63 h 24"/>
                  <a:gd name="T16" fmla="*/ 248 w 92"/>
                  <a:gd name="T17" fmla="*/ 22 h 24"/>
                  <a:gd name="T18" fmla="*/ 297 w 92"/>
                  <a:gd name="T19" fmla="*/ 8 h 24"/>
                  <a:gd name="T20" fmla="*/ 327 w 92"/>
                  <a:gd name="T21" fmla="*/ 0 h 24"/>
                  <a:gd name="T22" fmla="*/ 343 w 92"/>
                  <a:gd name="T23" fmla="*/ 13 h 24"/>
                  <a:gd name="T24" fmla="*/ 392 w 92"/>
                  <a:gd name="T25" fmla="*/ 28 h 24"/>
                  <a:gd name="T26" fmla="*/ 421 w 92"/>
                  <a:gd name="T27" fmla="*/ 42 h 24"/>
                  <a:gd name="T28" fmla="*/ 429 w 92"/>
                  <a:gd name="T29" fmla="*/ 47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2" h="24">
                    <a:moveTo>
                      <a:pt x="92" y="11"/>
                    </a:moveTo>
                    <a:cubicBezTo>
                      <a:pt x="85" y="9"/>
                      <a:pt x="75" y="9"/>
                      <a:pt x="69" y="10"/>
                    </a:cubicBezTo>
                    <a:cubicBezTo>
                      <a:pt x="63" y="11"/>
                      <a:pt x="57" y="13"/>
                      <a:pt x="52" y="13"/>
                    </a:cubicBezTo>
                    <a:cubicBezTo>
                      <a:pt x="45" y="14"/>
                      <a:pt x="38" y="15"/>
                      <a:pt x="32" y="17"/>
                    </a:cubicBezTo>
                    <a:cubicBezTo>
                      <a:pt x="21" y="20"/>
                      <a:pt x="11" y="24"/>
                      <a:pt x="0" y="24"/>
                    </a:cubicBezTo>
                    <a:cubicBezTo>
                      <a:pt x="2" y="24"/>
                      <a:pt x="4" y="23"/>
                      <a:pt x="6" y="23"/>
                    </a:cubicBezTo>
                    <a:cubicBezTo>
                      <a:pt x="9" y="21"/>
                      <a:pt x="12" y="20"/>
                      <a:pt x="15" y="19"/>
                    </a:cubicBezTo>
                    <a:cubicBezTo>
                      <a:pt x="20" y="18"/>
                      <a:pt x="25" y="15"/>
                      <a:pt x="29" y="14"/>
                    </a:cubicBezTo>
                    <a:cubicBezTo>
                      <a:pt x="37" y="11"/>
                      <a:pt x="43" y="6"/>
                      <a:pt x="51" y="5"/>
                    </a:cubicBezTo>
                    <a:cubicBezTo>
                      <a:pt x="54" y="4"/>
                      <a:pt x="58" y="3"/>
                      <a:pt x="61" y="2"/>
                    </a:cubicBezTo>
                    <a:cubicBezTo>
                      <a:pt x="63" y="1"/>
                      <a:pt x="65" y="0"/>
                      <a:pt x="67" y="0"/>
                    </a:cubicBezTo>
                    <a:cubicBezTo>
                      <a:pt x="68" y="0"/>
                      <a:pt x="69" y="2"/>
                      <a:pt x="70" y="3"/>
                    </a:cubicBezTo>
                    <a:cubicBezTo>
                      <a:pt x="73" y="4"/>
                      <a:pt x="77" y="4"/>
                      <a:pt x="80" y="6"/>
                    </a:cubicBezTo>
                    <a:cubicBezTo>
                      <a:pt x="82" y="7"/>
                      <a:pt x="84" y="8"/>
                      <a:pt x="86" y="9"/>
                    </a:cubicBezTo>
                    <a:cubicBezTo>
                      <a:pt x="87" y="9"/>
                      <a:pt x="89" y="9"/>
                      <a:pt x="88" y="10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7" name="Freeform 373">
                <a:extLst>
                  <a:ext uri="{FF2B5EF4-FFF2-40B4-BE49-F238E27FC236}">
                    <a16:creationId xmlns:a16="http://schemas.microsoft.com/office/drawing/2014/main" id="{C2A88D37-F7E0-4C0D-9D94-682EEA52D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883"/>
                <a:ext cx="220" cy="50"/>
              </a:xfrm>
              <a:custGeom>
                <a:avLst/>
                <a:gdLst>
                  <a:gd name="T0" fmla="*/ 0 w 130"/>
                  <a:gd name="T1" fmla="*/ 70 h 30"/>
                  <a:gd name="T2" fmla="*/ 293 w 130"/>
                  <a:gd name="T3" fmla="*/ 13 h 30"/>
                  <a:gd name="T4" fmla="*/ 630 w 130"/>
                  <a:gd name="T5" fmla="*/ 138 h 30"/>
                  <a:gd name="T6" fmla="*/ 401 w 130"/>
                  <a:gd name="T7" fmla="*/ 103 h 30"/>
                  <a:gd name="T8" fmla="*/ 237 w 130"/>
                  <a:gd name="T9" fmla="*/ 83 h 30"/>
                  <a:gd name="T10" fmla="*/ 0 w 130"/>
                  <a:gd name="T11" fmla="*/ 7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30">
                    <a:moveTo>
                      <a:pt x="0" y="15"/>
                    </a:moveTo>
                    <a:cubicBezTo>
                      <a:pt x="0" y="15"/>
                      <a:pt x="30" y="0"/>
                      <a:pt x="60" y="3"/>
                    </a:cubicBezTo>
                    <a:cubicBezTo>
                      <a:pt x="90" y="6"/>
                      <a:pt x="130" y="30"/>
                      <a:pt x="130" y="30"/>
                    </a:cubicBezTo>
                    <a:cubicBezTo>
                      <a:pt x="130" y="30"/>
                      <a:pt x="98" y="25"/>
                      <a:pt x="83" y="22"/>
                    </a:cubicBezTo>
                    <a:cubicBezTo>
                      <a:pt x="68" y="19"/>
                      <a:pt x="66" y="21"/>
                      <a:pt x="49" y="18"/>
                    </a:cubicBezTo>
                    <a:cubicBezTo>
                      <a:pt x="32" y="16"/>
                      <a:pt x="18" y="9"/>
                      <a:pt x="0" y="15"/>
                    </a:cubicBezTo>
                    <a:close/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8" name="Freeform 374">
                <a:extLst>
                  <a:ext uri="{FF2B5EF4-FFF2-40B4-BE49-F238E27FC236}">
                    <a16:creationId xmlns:a16="http://schemas.microsoft.com/office/drawing/2014/main" id="{5780D43C-D670-4A4B-BA94-336798C17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025"/>
                <a:ext cx="178" cy="229"/>
              </a:xfrm>
              <a:custGeom>
                <a:avLst/>
                <a:gdLst>
                  <a:gd name="T0" fmla="*/ 0 w 105"/>
                  <a:gd name="T1" fmla="*/ 158 h 136"/>
                  <a:gd name="T2" fmla="*/ 98 w 105"/>
                  <a:gd name="T3" fmla="*/ 49 h 136"/>
                  <a:gd name="T4" fmla="*/ 170 w 105"/>
                  <a:gd name="T5" fmla="*/ 37 h 136"/>
                  <a:gd name="T6" fmla="*/ 344 w 105"/>
                  <a:gd name="T7" fmla="*/ 133 h 136"/>
                  <a:gd name="T8" fmla="*/ 512 w 105"/>
                  <a:gd name="T9" fmla="*/ 650 h 136"/>
                  <a:gd name="T10" fmla="*/ 288 w 105"/>
                  <a:gd name="T11" fmla="*/ 187 h 136"/>
                  <a:gd name="T12" fmla="*/ 141 w 105"/>
                  <a:gd name="T13" fmla="*/ 145 h 136"/>
                  <a:gd name="T14" fmla="*/ 24 w 105"/>
                  <a:gd name="T15" fmla="*/ 162 h 136"/>
                  <a:gd name="T16" fmla="*/ 0 w 105"/>
                  <a:gd name="T17" fmla="*/ 158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136">
                    <a:moveTo>
                      <a:pt x="0" y="33"/>
                    </a:moveTo>
                    <a:cubicBezTo>
                      <a:pt x="0" y="33"/>
                      <a:pt x="17" y="17"/>
                      <a:pt x="20" y="10"/>
                    </a:cubicBezTo>
                    <a:cubicBezTo>
                      <a:pt x="20" y="10"/>
                      <a:pt x="30" y="10"/>
                      <a:pt x="35" y="8"/>
                    </a:cubicBezTo>
                    <a:cubicBezTo>
                      <a:pt x="40" y="6"/>
                      <a:pt x="50" y="0"/>
                      <a:pt x="71" y="28"/>
                    </a:cubicBezTo>
                    <a:cubicBezTo>
                      <a:pt x="91" y="55"/>
                      <a:pt x="102" y="103"/>
                      <a:pt x="105" y="136"/>
                    </a:cubicBezTo>
                    <a:cubicBezTo>
                      <a:pt x="105" y="136"/>
                      <a:pt x="78" y="52"/>
                      <a:pt x="59" y="39"/>
                    </a:cubicBezTo>
                    <a:cubicBezTo>
                      <a:pt x="40" y="25"/>
                      <a:pt x="36" y="25"/>
                      <a:pt x="29" y="30"/>
                    </a:cubicBezTo>
                    <a:cubicBezTo>
                      <a:pt x="22" y="35"/>
                      <a:pt x="9" y="32"/>
                      <a:pt x="5" y="34"/>
                    </a:cubicBezTo>
                    <a:cubicBezTo>
                      <a:pt x="1" y="36"/>
                      <a:pt x="0" y="33"/>
                      <a:pt x="0" y="33"/>
                    </a:cubicBezTo>
                    <a:close/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9" name="Freeform 375">
                <a:extLst>
                  <a:ext uri="{FF2B5EF4-FFF2-40B4-BE49-F238E27FC236}">
                    <a16:creationId xmlns:a16="http://schemas.microsoft.com/office/drawing/2014/main" id="{8A6EB41E-AAF3-4243-9AA7-B1A8E3DD7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98"/>
                <a:ext cx="73" cy="40"/>
              </a:xfrm>
              <a:custGeom>
                <a:avLst/>
                <a:gdLst>
                  <a:gd name="T0" fmla="*/ 0 w 43"/>
                  <a:gd name="T1" fmla="*/ 28 h 24"/>
                  <a:gd name="T2" fmla="*/ 49 w 43"/>
                  <a:gd name="T3" fmla="*/ 50 h 24"/>
                  <a:gd name="T4" fmla="*/ 92 w 43"/>
                  <a:gd name="T5" fmla="*/ 63 h 24"/>
                  <a:gd name="T6" fmla="*/ 211 w 43"/>
                  <a:gd name="T7" fmla="*/ 112 h 24"/>
                  <a:gd name="T8" fmla="*/ 104 w 43"/>
                  <a:gd name="T9" fmla="*/ 62 h 24"/>
                  <a:gd name="T10" fmla="*/ 98 w 43"/>
                  <a:gd name="T11" fmla="*/ 22 h 24"/>
                  <a:gd name="T12" fmla="*/ 153 w 43"/>
                  <a:gd name="T13" fmla="*/ 20 h 24"/>
                  <a:gd name="T14" fmla="*/ 58 w 43"/>
                  <a:gd name="T15" fmla="*/ 8 h 24"/>
                  <a:gd name="T16" fmla="*/ 14 w 43"/>
                  <a:gd name="T17" fmla="*/ 22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24">
                    <a:moveTo>
                      <a:pt x="0" y="6"/>
                    </a:moveTo>
                    <a:cubicBezTo>
                      <a:pt x="1" y="6"/>
                      <a:pt x="7" y="9"/>
                      <a:pt x="10" y="11"/>
                    </a:cubicBezTo>
                    <a:cubicBezTo>
                      <a:pt x="13" y="12"/>
                      <a:pt x="16" y="13"/>
                      <a:pt x="19" y="14"/>
                    </a:cubicBezTo>
                    <a:cubicBezTo>
                      <a:pt x="27" y="17"/>
                      <a:pt x="35" y="20"/>
                      <a:pt x="43" y="24"/>
                    </a:cubicBezTo>
                    <a:cubicBezTo>
                      <a:pt x="37" y="19"/>
                      <a:pt x="28" y="17"/>
                      <a:pt x="21" y="13"/>
                    </a:cubicBezTo>
                    <a:cubicBezTo>
                      <a:pt x="19" y="11"/>
                      <a:pt x="16" y="7"/>
                      <a:pt x="20" y="5"/>
                    </a:cubicBezTo>
                    <a:cubicBezTo>
                      <a:pt x="23" y="4"/>
                      <a:pt x="27" y="6"/>
                      <a:pt x="31" y="4"/>
                    </a:cubicBezTo>
                    <a:cubicBezTo>
                      <a:pt x="29" y="0"/>
                      <a:pt x="16" y="2"/>
                      <a:pt x="12" y="2"/>
                    </a:cubicBezTo>
                    <a:cubicBezTo>
                      <a:pt x="9" y="3"/>
                      <a:pt x="5" y="3"/>
                      <a:pt x="3" y="5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0" name="Freeform 376">
                <a:extLst>
                  <a:ext uri="{FF2B5EF4-FFF2-40B4-BE49-F238E27FC236}">
                    <a16:creationId xmlns:a16="http://schemas.microsoft.com/office/drawing/2014/main" id="{EACF1C54-2A7D-46AF-AD05-88DD2978B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921"/>
                <a:ext cx="55" cy="33"/>
              </a:xfrm>
              <a:custGeom>
                <a:avLst/>
                <a:gdLst>
                  <a:gd name="T0" fmla="*/ 29 w 32"/>
                  <a:gd name="T1" fmla="*/ 0 h 19"/>
                  <a:gd name="T2" fmla="*/ 70 w 32"/>
                  <a:gd name="T3" fmla="*/ 28 h 19"/>
                  <a:gd name="T4" fmla="*/ 62 w 32"/>
                  <a:gd name="T5" fmla="*/ 52 h 19"/>
                  <a:gd name="T6" fmla="*/ 0 w 32"/>
                  <a:gd name="T7" fmla="*/ 99 h 19"/>
                  <a:gd name="T8" fmla="*/ 70 w 32"/>
                  <a:gd name="T9" fmla="*/ 69 h 19"/>
                  <a:gd name="T10" fmla="*/ 120 w 32"/>
                  <a:gd name="T11" fmla="*/ 49 h 19"/>
                  <a:gd name="T12" fmla="*/ 156 w 32"/>
                  <a:gd name="T13" fmla="*/ 36 h 19"/>
                  <a:gd name="T14" fmla="*/ 107 w 32"/>
                  <a:gd name="T15" fmla="*/ 21 h 19"/>
                  <a:gd name="T16" fmla="*/ 45 w 32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9">
                    <a:moveTo>
                      <a:pt x="6" y="0"/>
                    </a:moveTo>
                    <a:cubicBezTo>
                      <a:pt x="7" y="2"/>
                      <a:pt x="11" y="3"/>
                      <a:pt x="14" y="5"/>
                    </a:cubicBezTo>
                    <a:cubicBezTo>
                      <a:pt x="17" y="7"/>
                      <a:pt x="15" y="9"/>
                      <a:pt x="12" y="10"/>
                    </a:cubicBezTo>
                    <a:cubicBezTo>
                      <a:pt x="8" y="13"/>
                      <a:pt x="5" y="17"/>
                      <a:pt x="0" y="19"/>
                    </a:cubicBezTo>
                    <a:cubicBezTo>
                      <a:pt x="5" y="18"/>
                      <a:pt x="10" y="15"/>
                      <a:pt x="14" y="13"/>
                    </a:cubicBezTo>
                    <a:cubicBezTo>
                      <a:pt x="17" y="12"/>
                      <a:pt x="21" y="10"/>
                      <a:pt x="24" y="9"/>
                    </a:cubicBezTo>
                    <a:cubicBezTo>
                      <a:pt x="25" y="9"/>
                      <a:pt x="32" y="9"/>
                      <a:pt x="31" y="7"/>
                    </a:cubicBezTo>
                    <a:cubicBezTo>
                      <a:pt x="31" y="6"/>
                      <a:pt x="23" y="4"/>
                      <a:pt x="21" y="4"/>
                    </a:cubicBezTo>
                    <a:cubicBezTo>
                      <a:pt x="17" y="2"/>
                      <a:pt x="14" y="0"/>
                      <a:pt x="9" y="0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1" name="Freeform 377">
                <a:extLst>
                  <a:ext uri="{FF2B5EF4-FFF2-40B4-BE49-F238E27FC236}">
                    <a16:creationId xmlns:a16="http://schemas.microsoft.com/office/drawing/2014/main" id="{ABD1EF28-9A84-4959-8FF2-148806904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621"/>
                <a:ext cx="213" cy="90"/>
              </a:xfrm>
              <a:custGeom>
                <a:avLst/>
                <a:gdLst>
                  <a:gd name="T0" fmla="*/ 0 w 126"/>
                  <a:gd name="T1" fmla="*/ 216 h 53"/>
                  <a:gd name="T2" fmla="*/ 162 w 126"/>
                  <a:gd name="T3" fmla="*/ 231 h 53"/>
                  <a:gd name="T4" fmla="*/ 314 w 126"/>
                  <a:gd name="T5" fmla="*/ 190 h 53"/>
                  <a:gd name="T6" fmla="*/ 463 w 126"/>
                  <a:gd name="T7" fmla="*/ 112 h 53"/>
                  <a:gd name="T8" fmla="*/ 604 w 126"/>
                  <a:gd name="T9" fmla="*/ 42 h 53"/>
                  <a:gd name="T10" fmla="*/ 497 w 126"/>
                  <a:gd name="T11" fmla="*/ 0 h 53"/>
                  <a:gd name="T12" fmla="*/ 421 w 126"/>
                  <a:gd name="T13" fmla="*/ 70 h 53"/>
                  <a:gd name="T14" fmla="*/ 289 w 126"/>
                  <a:gd name="T15" fmla="*/ 153 h 53"/>
                  <a:gd name="T16" fmla="*/ 29 w 126"/>
                  <a:gd name="T17" fmla="*/ 219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53">
                    <a:moveTo>
                      <a:pt x="0" y="44"/>
                    </a:moveTo>
                    <a:cubicBezTo>
                      <a:pt x="10" y="53"/>
                      <a:pt x="23" y="51"/>
                      <a:pt x="34" y="47"/>
                    </a:cubicBezTo>
                    <a:cubicBezTo>
                      <a:pt x="44" y="44"/>
                      <a:pt x="55" y="43"/>
                      <a:pt x="65" y="39"/>
                    </a:cubicBezTo>
                    <a:cubicBezTo>
                      <a:pt x="75" y="34"/>
                      <a:pt x="85" y="28"/>
                      <a:pt x="96" y="23"/>
                    </a:cubicBezTo>
                    <a:cubicBezTo>
                      <a:pt x="100" y="21"/>
                      <a:pt x="124" y="14"/>
                      <a:pt x="125" y="9"/>
                    </a:cubicBezTo>
                    <a:cubicBezTo>
                      <a:pt x="126" y="4"/>
                      <a:pt x="107" y="2"/>
                      <a:pt x="103" y="0"/>
                    </a:cubicBezTo>
                    <a:cubicBezTo>
                      <a:pt x="103" y="5"/>
                      <a:pt x="92" y="11"/>
                      <a:pt x="87" y="14"/>
                    </a:cubicBezTo>
                    <a:cubicBezTo>
                      <a:pt x="78" y="20"/>
                      <a:pt x="69" y="26"/>
                      <a:pt x="60" y="31"/>
                    </a:cubicBezTo>
                    <a:cubicBezTo>
                      <a:pt x="44" y="40"/>
                      <a:pt x="24" y="45"/>
                      <a:pt x="6" y="45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2" name="Freeform 378">
                <a:extLst>
                  <a:ext uri="{FF2B5EF4-FFF2-40B4-BE49-F238E27FC236}">
                    <a16:creationId xmlns:a16="http://schemas.microsoft.com/office/drawing/2014/main" id="{A94A3B77-C823-410E-BFD9-56615ED60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161"/>
                <a:ext cx="37" cy="76"/>
              </a:xfrm>
              <a:custGeom>
                <a:avLst/>
                <a:gdLst>
                  <a:gd name="T0" fmla="*/ 104 w 22"/>
                  <a:gd name="T1" fmla="*/ 216 h 45"/>
                  <a:gd name="T2" fmla="*/ 8 w 22"/>
                  <a:gd name="T3" fmla="*/ 0 h 45"/>
                  <a:gd name="T4" fmla="*/ 8 w 22"/>
                  <a:gd name="T5" fmla="*/ 86 h 45"/>
                  <a:gd name="T6" fmla="*/ 8 w 22"/>
                  <a:gd name="T7" fmla="*/ 154 h 45"/>
                  <a:gd name="T8" fmla="*/ 54 w 22"/>
                  <a:gd name="T9" fmla="*/ 177 h 45"/>
                  <a:gd name="T10" fmla="*/ 96 w 22"/>
                  <a:gd name="T11" fmla="*/ 211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5">
                    <a:moveTo>
                      <a:pt x="22" y="45"/>
                    </a:moveTo>
                    <a:cubicBezTo>
                      <a:pt x="5" y="35"/>
                      <a:pt x="8" y="16"/>
                      <a:pt x="2" y="0"/>
                    </a:cubicBezTo>
                    <a:cubicBezTo>
                      <a:pt x="3" y="6"/>
                      <a:pt x="3" y="12"/>
                      <a:pt x="2" y="18"/>
                    </a:cubicBezTo>
                    <a:cubicBezTo>
                      <a:pt x="2" y="21"/>
                      <a:pt x="0" y="29"/>
                      <a:pt x="2" y="32"/>
                    </a:cubicBezTo>
                    <a:cubicBezTo>
                      <a:pt x="3" y="35"/>
                      <a:pt x="8" y="36"/>
                      <a:pt x="11" y="37"/>
                    </a:cubicBezTo>
                    <a:cubicBezTo>
                      <a:pt x="15" y="39"/>
                      <a:pt x="18" y="41"/>
                      <a:pt x="20" y="44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3" name="Freeform 379">
                <a:extLst>
                  <a:ext uri="{FF2B5EF4-FFF2-40B4-BE49-F238E27FC236}">
                    <a16:creationId xmlns:a16="http://schemas.microsoft.com/office/drawing/2014/main" id="{05D04B06-B305-499A-A269-C171C9D35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290"/>
                <a:ext cx="51" cy="96"/>
              </a:xfrm>
              <a:custGeom>
                <a:avLst/>
                <a:gdLst>
                  <a:gd name="T0" fmla="*/ 148 w 30"/>
                  <a:gd name="T1" fmla="*/ 0 h 57"/>
                  <a:gd name="T2" fmla="*/ 112 w 30"/>
                  <a:gd name="T3" fmla="*/ 42 h 57"/>
                  <a:gd name="T4" fmla="*/ 90 w 30"/>
                  <a:gd name="T5" fmla="*/ 113 h 57"/>
                  <a:gd name="T6" fmla="*/ 78 w 30"/>
                  <a:gd name="T7" fmla="*/ 273 h 57"/>
                  <a:gd name="T8" fmla="*/ 70 w 30"/>
                  <a:gd name="T9" fmla="*/ 96 h 57"/>
                  <a:gd name="T10" fmla="*/ 0 w 30"/>
                  <a:gd name="T11" fmla="*/ 57 h 57"/>
                  <a:gd name="T12" fmla="*/ 112 w 30"/>
                  <a:gd name="T13" fmla="*/ 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7">
                    <a:moveTo>
                      <a:pt x="30" y="0"/>
                    </a:moveTo>
                    <a:cubicBezTo>
                      <a:pt x="29" y="4"/>
                      <a:pt x="25" y="6"/>
                      <a:pt x="23" y="9"/>
                    </a:cubicBezTo>
                    <a:cubicBezTo>
                      <a:pt x="21" y="14"/>
                      <a:pt x="19" y="19"/>
                      <a:pt x="18" y="24"/>
                    </a:cubicBezTo>
                    <a:cubicBezTo>
                      <a:pt x="15" y="35"/>
                      <a:pt x="17" y="46"/>
                      <a:pt x="16" y="57"/>
                    </a:cubicBezTo>
                    <a:cubicBezTo>
                      <a:pt x="13" y="45"/>
                      <a:pt x="16" y="32"/>
                      <a:pt x="14" y="20"/>
                    </a:cubicBezTo>
                    <a:cubicBezTo>
                      <a:pt x="14" y="12"/>
                      <a:pt x="7" y="12"/>
                      <a:pt x="0" y="12"/>
                    </a:cubicBezTo>
                    <a:cubicBezTo>
                      <a:pt x="5" y="7"/>
                      <a:pt x="16" y="6"/>
                      <a:pt x="23" y="2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4" name="Freeform 380">
                <a:extLst>
                  <a:ext uri="{FF2B5EF4-FFF2-40B4-BE49-F238E27FC236}">
                    <a16:creationId xmlns:a16="http://schemas.microsoft.com/office/drawing/2014/main" id="{1F414072-170B-4393-B6C0-E4C869405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107"/>
                <a:ext cx="18" cy="41"/>
              </a:xfrm>
              <a:custGeom>
                <a:avLst/>
                <a:gdLst>
                  <a:gd name="T0" fmla="*/ 47 w 11"/>
                  <a:gd name="T1" fmla="*/ 0 h 24"/>
                  <a:gd name="T2" fmla="*/ 43 w 11"/>
                  <a:gd name="T3" fmla="*/ 120 h 24"/>
                  <a:gd name="T4" fmla="*/ 0 w 11"/>
                  <a:gd name="T5" fmla="*/ 44 h 24"/>
                  <a:gd name="T6" fmla="*/ 41 w 11"/>
                  <a:gd name="T7" fmla="*/ 1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cubicBezTo>
                      <a:pt x="11" y="8"/>
                      <a:pt x="10" y="16"/>
                      <a:pt x="10" y="24"/>
                    </a:cubicBezTo>
                    <a:cubicBezTo>
                      <a:pt x="8" y="19"/>
                      <a:pt x="8" y="7"/>
                      <a:pt x="0" y="9"/>
                    </a:cubicBezTo>
                    <a:cubicBezTo>
                      <a:pt x="2" y="7"/>
                      <a:pt x="6" y="5"/>
                      <a:pt x="9" y="3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5" name="Freeform 381">
                <a:extLst>
                  <a:ext uri="{FF2B5EF4-FFF2-40B4-BE49-F238E27FC236}">
                    <a16:creationId xmlns:a16="http://schemas.microsoft.com/office/drawing/2014/main" id="{C6CAED18-51FF-485B-BE09-9D63B732D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962"/>
                <a:ext cx="149" cy="85"/>
              </a:xfrm>
              <a:custGeom>
                <a:avLst/>
                <a:gdLst>
                  <a:gd name="T0" fmla="*/ 161 w 88"/>
                  <a:gd name="T1" fmla="*/ 0 h 50"/>
                  <a:gd name="T2" fmla="*/ 224 w 88"/>
                  <a:gd name="T3" fmla="*/ 41 h 50"/>
                  <a:gd name="T4" fmla="*/ 286 w 88"/>
                  <a:gd name="T5" fmla="*/ 92 h 50"/>
                  <a:gd name="T6" fmla="*/ 427 w 88"/>
                  <a:gd name="T7" fmla="*/ 247 h 50"/>
                  <a:gd name="T8" fmla="*/ 295 w 88"/>
                  <a:gd name="T9" fmla="*/ 153 h 50"/>
                  <a:gd name="T10" fmla="*/ 181 w 88"/>
                  <a:gd name="T11" fmla="*/ 75 h 50"/>
                  <a:gd name="T12" fmla="*/ 0 w 88"/>
                  <a:gd name="T13" fmla="*/ 63 h 50"/>
                  <a:gd name="T14" fmla="*/ 78 w 88"/>
                  <a:gd name="T15" fmla="*/ 20 h 50"/>
                  <a:gd name="T16" fmla="*/ 135 w 88"/>
                  <a:gd name="T17" fmla="*/ 9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50">
                    <a:moveTo>
                      <a:pt x="33" y="0"/>
                    </a:moveTo>
                    <a:cubicBezTo>
                      <a:pt x="39" y="1"/>
                      <a:pt x="43" y="5"/>
                      <a:pt x="46" y="8"/>
                    </a:cubicBezTo>
                    <a:cubicBezTo>
                      <a:pt x="50" y="12"/>
                      <a:pt x="55" y="15"/>
                      <a:pt x="59" y="19"/>
                    </a:cubicBezTo>
                    <a:cubicBezTo>
                      <a:pt x="70" y="28"/>
                      <a:pt x="80" y="39"/>
                      <a:pt x="88" y="50"/>
                    </a:cubicBezTo>
                    <a:cubicBezTo>
                      <a:pt x="78" y="46"/>
                      <a:pt x="69" y="37"/>
                      <a:pt x="61" y="31"/>
                    </a:cubicBezTo>
                    <a:cubicBezTo>
                      <a:pt x="54" y="25"/>
                      <a:pt x="46" y="17"/>
                      <a:pt x="37" y="15"/>
                    </a:cubicBezTo>
                    <a:cubicBezTo>
                      <a:pt x="25" y="11"/>
                      <a:pt x="12" y="12"/>
                      <a:pt x="0" y="13"/>
                    </a:cubicBezTo>
                    <a:cubicBezTo>
                      <a:pt x="4" y="9"/>
                      <a:pt x="10" y="6"/>
                      <a:pt x="16" y="4"/>
                    </a:cubicBezTo>
                    <a:cubicBezTo>
                      <a:pt x="19" y="3"/>
                      <a:pt x="25" y="3"/>
                      <a:pt x="28" y="2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6" name="Freeform 382">
                <a:extLst>
                  <a:ext uri="{FF2B5EF4-FFF2-40B4-BE49-F238E27FC236}">
                    <a16:creationId xmlns:a16="http://schemas.microsoft.com/office/drawing/2014/main" id="{819BE6E7-B5CF-4BEA-919B-704B1DB7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515"/>
                <a:ext cx="59" cy="66"/>
              </a:xfrm>
              <a:custGeom>
                <a:avLst/>
                <a:gdLst>
                  <a:gd name="T0" fmla="*/ 167 w 35"/>
                  <a:gd name="T1" fmla="*/ 0 h 39"/>
                  <a:gd name="T2" fmla="*/ 96 w 35"/>
                  <a:gd name="T3" fmla="*/ 91 h 39"/>
                  <a:gd name="T4" fmla="*/ 67 w 35"/>
                  <a:gd name="T5" fmla="*/ 146 h 39"/>
                  <a:gd name="T6" fmla="*/ 22 w 35"/>
                  <a:gd name="T7" fmla="*/ 190 h 39"/>
                  <a:gd name="T8" fmla="*/ 62 w 35"/>
                  <a:gd name="T9" fmla="*/ 98 h 39"/>
                  <a:gd name="T10" fmla="*/ 0 w 35"/>
                  <a:gd name="T11" fmla="*/ 69 h 39"/>
                  <a:gd name="T12" fmla="*/ 54 w 35"/>
                  <a:gd name="T13" fmla="*/ 41 h 39"/>
                  <a:gd name="T14" fmla="*/ 111 w 35"/>
                  <a:gd name="T15" fmla="*/ 2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9">
                    <a:moveTo>
                      <a:pt x="35" y="0"/>
                    </a:moveTo>
                    <a:cubicBezTo>
                      <a:pt x="28" y="6"/>
                      <a:pt x="24" y="11"/>
                      <a:pt x="20" y="19"/>
                    </a:cubicBezTo>
                    <a:cubicBezTo>
                      <a:pt x="18" y="23"/>
                      <a:pt x="17" y="26"/>
                      <a:pt x="14" y="30"/>
                    </a:cubicBezTo>
                    <a:cubicBezTo>
                      <a:pt x="11" y="33"/>
                      <a:pt x="7" y="36"/>
                      <a:pt x="5" y="39"/>
                    </a:cubicBezTo>
                    <a:cubicBezTo>
                      <a:pt x="9" y="33"/>
                      <a:pt x="14" y="28"/>
                      <a:pt x="13" y="20"/>
                    </a:cubicBezTo>
                    <a:cubicBezTo>
                      <a:pt x="13" y="13"/>
                      <a:pt x="6" y="12"/>
                      <a:pt x="0" y="14"/>
                    </a:cubicBezTo>
                    <a:cubicBezTo>
                      <a:pt x="0" y="11"/>
                      <a:pt x="8" y="9"/>
                      <a:pt x="11" y="8"/>
                    </a:cubicBezTo>
                    <a:cubicBezTo>
                      <a:pt x="15" y="7"/>
                      <a:pt x="19" y="5"/>
                      <a:pt x="23" y="4"/>
                    </a:cubicBezTo>
                  </a:path>
                </a:pathLst>
              </a:custGeom>
              <a:solidFill>
                <a:srgbClr val="D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7" name="Freeform 383">
                <a:extLst>
                  <a:ext uri="{FF2B5EF4-FFF2-40B4-BE49-F238E27FC236}">
                    <a16:creationId xmlns:a16="http://schemas.microsoft.com/office/drawing/2014/main" id="{964EADAE-8B84-4486-8DDB-D97F5B6B3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908"/>
                <a:ext cx="181" cy="42"/>
              </a:xfrm>
              <a:custGeom>
                <a:avLst/>
                <a:gdLst>
                  <a:gd name="T0" fmla="*/ 0 w 107"/>
                  <a:gd name="T1" fmla="*/ 119 h 25"/>
                  <a:gd name="T2" fmla="*/ 145 w 107"/>
                  <a:gd name="T3" fmla="*/ 82 h 25"/>
                  <a:gd name="T4" fmla="*/ 274 w 107"/>
                  <a:gd name="T5" fmla="*/ 29 h 25"/>
                  <a:gd name="T6" fmla="*/ 392 w 107"/>
                  <a:gd name="T7" fmla="*/ 20 h 25"/>
                  <a:gd name="T8" fmla="*/ 518 w 107"/>
                  <a:gd name="T9" fmla="*/ 104 h 25"/>
                  <a:gd name="T10" fmla="*/ 413 w 107"/>
                  <a:gd name="T11" fmla="*/ 96 h 25"/>
                  <a:gd name="T12" fmla="*/ 245 w 107"/>
                  <a:gd name="T13" fmla="*/ 99 h 25"/>
                  <a:gd name="T14" fmla="*/ 20 w 107"/>
                  <a:gd name="T15" fmla="*/ 119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25">
                    <a:moveTo>
                      <a:pt x="0" y="25"/>
                    </a:moveTo>
                    <a:cubicBezTo>
                      <a:pt x="9" y="20"/>
                      <a:pt x="21" y="19"/>
                      <a:pt x="30" y="17"/>
                    </a:cubicBezTo>
                    <a:cubicBezTo>
                      <a:pt x="40" y="15"/>
                      <a:pt x="48" y="9"/>
                      <a:pt x="57" y="6"/>
                    </a:cubicBezTo>
                    <a:cubicBezTo>
                      <a:pt x="65" y="3"/>
                      <a:pt x="72" y="0"/>
                      <a:pt x="81" y="4"/>
                    </a:cubicBezTo>
                    <a:cubicBezTo>
                      <a:pt x="90" y="9"/>
                      <a:pt x="101" y="14"/>
                      <a:pt x="107" y="22"/>
                    </a:cubicBezTo>
                    <a:cubicBezTo>
                      <a:pt x="100" y="22"/>
                      <a:pt x="92" y="20"/>
                      <a:pt x="85" y="20"/>
                    </a:cubicBezTo>
                    <a:cubicBezTo>
                      <a:pt x="73" y="19"/>
                      <a:pt x="63" y="21"/>
                      <a:pt x="51" y="21"/>
                    </a:cubicBezTo>
                    <a:cubicBezTo>
                      <a:pt x="36" y="21"/>
                      <a:pt x="18" y="21"/>
                      <a:pt x="4" y="25"/>
                    </a:cubicBezTo>
                  </a:path>
                </a:pathLst>
              </a:custGeom>
              <a:solidFill>
                <a:srgbClr val="BC2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8" name="Freeform 384">
                <a:extLst>
                  <a:ext uri="{FF2B5EF4-FFF2-40B4-BE49-F238E27FC236}">
                    <a16:creationId xmlns:a16="http://schemas.microsoft.com/office/drawing/2014/main" id="{82292954-3B2C-40E0-986F-735B813FC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888"/>
                <a:ext cx="113" cy="37"/>
              </a:xfrm>
              <a:custGeom>
                <a:avLst/>
                <a:gdLst>
                  <a:gd name="T0" fmla="*/ 0 w 67"/>
                  <a:gd name="T1" fmla="*/ 96 h 22"/>
                  <a:gd name="T2" fmla="*/ 20 w 67"/>
                  <a:gd name="T3" fmla="*/ 104 h 22"/>
                  <a:gd name="T4" fmla="*/ 54 w 67"/>
                  <a:gd name="T5" fmla="*/ 99 h 22"/>
                  <a:gd name="T6" fmla="*/ 145 w 67"/>
                  <a:gd name="T7" fmla="*/ 71 h 22"/>
                  <a:gd name="T8" fmla="*/ 322 w 67"/>
                  <a:gd name="T9" fmla="*/ 20 h 22"/>
                  <a:gd name="T10" fmla="*/ 153 w 67"/>
                  <a:gd name="T11" fmla="*/ 49 h 22"/>
                  <a:gd name="T12" fmla="*/ 20 w 67"/>
                  <a:gd name="T13" fmla="*/ 9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2">
                    <a:moveTo>
                      <a:pt x="0" y="20"/>
                    </a:moveTo>
                    <a:cubicBezTo>
                      <a:pt x="1" y="20"/>
                      <a:pt x="3" y="21"/>
                      <a:pt x="4" y="22"/>
                    </a:cubicBezTo>
                    <a:cubicBezTo>
                      <a:pt x="7" y="22"/>
                      <a:pt x="9" y="21"/>
                      <a:pt x="11" y="21"/>
                    </a:cubicBezTo>
                    <a:cubicBezTo>
                      <a:pt x="18" y="19"/>
                      <a:pt x="24" y="17"/>
                      <a:pt x="30" y="15"/>
                    </a:cubicBezTo>
                    <a:cubicBezTo>
                      <a:pt x="43" y="13"/>
                      <a:pt x="55" y="7"/>
                      <a:pt x="67" y="4"/>
                    </a:cubicBezTo>
                    <a:cubicBezTo>
                      <a:pt x="53" y="0"/>
                      <a:pt x="43" y="5"/>
                      <a:pt x="32" y="10"/>
                    </a:cubicBezTo>
                    <a:cubicBezTo>
                      <a:pt x="23" y="14"/>
                      <a:pt x="12" y="14"/>
                      <a:pt x="4" y="19"/>
                    </a:cubicBezTo>
                  </a:path>
                </a:pathLst>
              </a:custGeom>
              <a:solidFill>
                <a:srgbClr val="BC2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9" name="Freeform 385">
                <a:extLst>
                  <a:ext uri="{FF2B5EF4-FFF2-40B4-BE49-F238E27FC236}">
                    <a16:creationId xmlns:a16="http://schemas.microsoft.com/office/drawing/2014/main" id="{BCEE59A6-534D-4FD1-99C9-45D859EF5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982"/>
                <a:ext cx="208" cy="54"/>
              </a:xfrm>
              <a:custGeom>
                <a:avLst/>
                <a:gdLst>
                  <a:gd name="T0" fmla="*/ 0 w 123"/>
                  <a:gd name="T1" fmla="*/ 149 h 32"/>
                  <a:gd name="T2" fmla="*/ 338 w 123"/>
                  <a:gd name="T3" fmla="*/ 42 h 32"/>
                  <a:gd name="T4" fmla="*/ 413 w 123"/>
                  <a:gd name="T5" fmla="*/ 20 h 32"/>
                  <a:gd name="T6" fmla="*/ 460 w 123"/>
                  <a:gd name="T7" fmla="*/ 0 h 32"/>
                  <a:gd name="T8" fmla="*/ 595 w 123"/>
                  <a:gd name="T9" fmla="*/ 49 h 32"/>
                  <a:gd name="T10" fmla="*/ 237 w 123"/>
                  <a:gd name="T11" fmla="*/ 120 h 32"/>
                  <a:gd name="T12" fmla="*/ 107 w 123"/>
                  <a:gd name="T13" fmla="*/ 149 h 32"/>
                  <a:gd name="T14" fmla="*/ 14 w 123"/>
                  <a:gd name="T15" fmla="*/ 154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32">
                    <a:moveTo>
                      <a:pt x="0" y="31"/>
                    </a:moveTo>
                    <a:cubicBezTo>
                      <a:pt x="25" y="25"/>
                      <a:pt x="47" y="17"/>
                      <a:pt x="70" y="9"/>
                    </a:cubicBezTo>
                    <a:cubicBezTo>
                      <a:pt x="75" y="7"/>
                      <a:pt x="80" y="6"/>
                      <a:pt x="85" y="4"/>
                    </a:cubicBezTo>
                    <a:cubicBezTo>
                      <a:pt x="89" y="3"/>
                      <a:pt x="92" y="1"/>
                      <a:pt x="95" y="0"/>
                    </a:cubicBezTo>
                    <a:cubicBezTo>
                      <a:pt x="105" y="0"/>
                      <a:pt x="113" y="10"/>
                      <a:pt x="123" y="10"/>
                    </a:cubicBezTo>
                    <a:cubicBezTo>
                      <a:pt x="97" y="10"/>
                      <a:pt x="74" y="18"/>
                      <a:pt x="49" y="25"/>
                    </a:cubicBezTo>
                    <a:cubicBezTo>
                      <a:pt x="40" y="28"/>
                      <a:pt x="32" y="30"/>
                      <a:pt x="22" y="31"/>
                    </a:cubicBezTo>
                    <a:cubicBezTo>
                      <a:pt x="15" y="31"/>
                      <a:pt x="9" y="31"/>
                      <a:pt x="3" y="32"/>
                    </a:cubicBezTo>
                  </a:path>
                </a:pathLst>
              </a:custGeom>
              <a:solidFill>
                <a:srgbClr val="BC2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0" name="Freeform 386">
                <a:extLst>
                  <a:ext uri="{FF2B5EF4-FFF2-40B4-BE49-F238E27FC236}">
                    <a16:creationId xmlns:a16="http://schemas.microsoft.com/office/drawing/2014/main" id="{AE38301A-008C-4A41-814E-83C8B7E6E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145"/>
                <a:ext cx="213" cy="62"/>
              </a:xfrm>
              <a:custGeom>
                <a:avLst/>
                <a:gdLst>
                  <a:gd name="T0" fmla="*/ 0 w 126"/>
                  <a:gd name="T1" fmla="*/ 174 h 37"/>
                  <a:gd name="T2" fmla="*/ 91 w 126"/>
                  <a:gd name="T3" fmla="*/ 141 h 37"/>
                  <a:gd name="T4" fmla="*/ 194 w 126"/>
                  <a:gd name="T5" fmla="*/ 109 h 37"/>
                  <a:gd name="T6" fmla="*/ 372 w 126"/>
                  <a:gd name="T7" fmla="*/ 47 h 37"/>
                  <a:gd name="T8" fmla="*/ 517 w 126"/>
                  <a:gd name="T9" fmla="*/ 0 h 37"/>
                  <a:gd name="T10" fmla="*/ 609 w 126"/>
                  <a:gd name="T11" fmla="*/ 57 h 37"/>
                  <a:gd name="T12" fmla="*/ 568 w 126"/>
                  <a:gd name="T13" fmla="*/ 57 h 37"/>
                  <a:gd name="T14" fmla="*/ 504 w 126"/>
                  <a:gd name="T15" fmla="*/ 57 h 37"/>
                  <a:gd name="T16" fmla="*/ 260 w 126"/>
                  <a:gd name="T17" fmla="*/ 99 h 37"/>
                  <a:gd name="T18" fmla="*/ 24 w 126"/>
                  <a:gd name="T19" fmla="*/ 161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6" h="37">
                    <a:moveTo>
                      <a:pt x="0" y="37"/>
                    </a:moveTo>
                    <a:cubicBezTo>
                      <a:pt x="5" y="34"/>
                      <a:pt x="13" y="31"/>
                      <a:pt x="19" y="30"/>
                    </a:cubicBezTo>
                    <a:cubicBezTo>
                      <a:pt x="27" y="29"/>
                      <a:pt x="33" y="26"/>
                      <a:pt x="40" y="23"/>
                    </a:cubicBezTo>
                    <a:cubicBezTo>
                      <a:pt x="52" y="18"/>
                      <a:pt x="65" y="14"/>
                      <a:pt x="77" y="10"/>
                    </a:cubicBezTo>
                    <a:cubicBezTo>
                      <a:pt x="86" y="7"/>
                      <a:pt x="97" y="0"/>
                      <a:pt x="107" y="0"/>
                    </a:cubicBezTo>
                    <a:cubicBezTo>
                      <a:pt x="114" y="0"/>
                      <a:pt x="121" y="8"/>
                      <a:pt x="126" y="12"/>
                    </a:cubicBezTo>
                    <a:cubicBezTo>
                      <a:pt x="123" y="13"/>
                      <a:pt x="121" y="12"/>
                      <a:pt x="118" y="12"/>
                    </a:cubicBezTo>
                    <a:cubicBezTo>
                      <a:pt x="113" y="11"/>
                      <a:pt x="108" y="12"/>
                      <a:pt x="104" y="12"/>
                    </a:cubicBezTo>
                    <a:cubicBezTo>
                      <a:pt x="86" y="13"/>
                      <a:pt x="71" y="18"/>
                      <a:pt x="54" y="21"/>
                    </a:cubicBezTo>
                    <a:cubicBezTo>
                      <a:pt x="38" y="24"/>
                      <a:pt x="20" y="28"/>
                      <a:pt x="5" y="34"/>
                    </a:cubicBezTo>
                  </a:path>
                </a:pathLst>
              </a:custGeom>
              <a:solidFill>
                <a:srgbClr val="BC2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1" name="Freeform 387">
                <a:extLst>
                  <a:ext uri="{FF2B5EF4-FFF2-40B4-BE49-F238E27FC236}">
                    <a16:creationId xmlns:a16="http://schemas.microsoft.com/office/drawing/2014/main" id="{7CD804A2-DF27-42AF-84C3-0F36E9C2A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66"/>
                <a:ext cx="54" cy="93"/>
              </a:xfrm>
              <a:custGeom>
                <a:avLst/>
                <a:gdLst>
                  <a:gd name="T0" fmla="*/ 62 w 32"/>
                  <a:gd name="T1" fmla="*/ 0 h 55"/>
                  <a:gd name="T2" fmla="*/ 71 w 32"/>
                  <a:gd name="T3" fmla="*/ 83 h 55"/>
                  <a:gd name="T4" fmla="*/ 49 w 32"/>
                  <a:gd name="T5" fmla="*/ 145 h 55"/>
                  <a:gd name="T6" fmla="*/ 8 w 32"/>
                  <a:gd name="T7" fmla="*/ 265 h 55"/>
                  <a:gd name="T8" fmla="*/ 34 w 32"/>
                  <a:gd name="T9" fmla="*/ 243 h 55"/>
                  <a:gd name="T10" fmla="*/ 71 w 32"/>
                  <a:gd name="T11" fmla="*/ 227 h 55"/>
                  <a:gd name="T12" fmla="*/ 149 w 32"/>
                  <a:gd name="T13" fmla="*/ 203 h 55"/>
                  <a:gd name="T14" fmla="*/ 91 w 32"/>
                  <a:gd name="T15" fmla="*/ 189 h 55"/>
                  <a:gd name="T16" fmla="*/ 100 w 32"/>
                  <a:gd name="T17" fmla="*/ 140 h 55"/>
                  <a:gd name="T18" fmla="*/ 154 w 32"/>
                  <a:gd name="T19" fmla="*/ 63 h 55"/>
                  <a:gd name="T20" fmla="*/ 78 w 32"/>
                  <a:gd name="T21" fmla="*/ 0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55">
                    <a:moveTo>
                      <a:pt x="13" y="0"/>
                    </a:moveTo>
                    <a:cubicBezTo>
                      <a:pt x="14" y="6"/>
                      <a:pt x="16" y="11"/>
                      <a:pt x="15" y="17"/>
                    </a:cubicBezTo>
                    <a:cubicBezTo>
                      <a:pt x="14" y="22"/>
                      <a:pt x="12" y="26"/>
                      <a:pt x="10" y="30"/>
                    </a:cubicBezTo>
                    <a:cubicBezTo>
                      <a:pt x="8" y="37"/>
                      <a:pt x="0" y="47"/>
                      <a:pt x="2" y="55"/>
                    </a:cubicBezTo>
                    <a:cubicBezTo>
                      <a:pt x="4" y="54"/>
                      <a:pt x="5" y="52"/>
                      <a:pt x="7" y="50"/>
                    </a:cubicBezTo>
                    <a:cubicBezTo>
                      <a:pt x="10" y="49"/>
                      <a:pt x="13" y="48"/>
                      <a:pt x="15" y="47"/>
                    </a:cubicBezTo>
                    <a:cubicBezTo>
                      <a:pt x="20" y="45"/>
                      <a:pt x="25" y="45"/>
                      <a:pt x="31" y="42"/>
                    </a:cubicBezTo>
                    <a:cubicBezTo>
                      <a:pt x="27" y="41"/>
                      <a:pt x="21" y="44"/>
                      <a:pt x="19" y="39"/>
                    </a:cubicBezTo>
                    <a:cubicBezTo>
                      <a:pt x="18" y="36"/>
                      <a:pt x="20" y="32"/>
                      <a:pt x="21" y="29"/>
                    </a:cubicBezTo>
                    <a:cubicBezTo>
                      <a:pt x="23" y="23"/>
                      <a:pt x="25" y="14"/>
                      <a:pt x="32" y="13"/>
                    </a:cubicBezTo>
                    <a:cubicBezTo>
                      <a:pt x="26" y="9"/>
                      <a:pt x="22" y="5"/>
                      <a:pt x="16" y="0"/>
                    </a:cubicBezTo>
                  </a:path>
                </a:pathLst>
              </a:custGeom>
              <a:solidFill>
                <a:srgbClr val="BC2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2" name="Freeform 388">
                <a:extLst>
                  <a:ext uri="{FF2B5EF4-FFF2-40B4-BE49-F238E27FC236}">
                    <a16:creationId xmlns:a16="http://schemas.microsoft.com/office/drawing/2014/main" id="{FF1A0A15-D2EC-42EE-8D64-50CEB960C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102"/>
                <a:ext cx="59" cy="44"/>
              </a:xfrm>
              <a:custGeom>
                <a:avLst/>
                <a:gdLst>
                  <a:gd name="T0" fmla="*/ 0 w 35"/>
                  <a:gd name="T1" fmla="*/ 125 h 26"/>
                  <a:gd name="T2" fmla="*/ 71 w 35"/>
                  <a:gd name="T3" fmla="*/ 69 h 26"/>
                  <a:gd name="T4" fmla="*/ 131 w 35"/>
                  <a:gd name="T5" fmla="*/ 0 h 26"/>
                  <a:gd name="T6" fmla="*/ 167 w 35"/>
                  <a:gd name="T7" fmla="*/ 14 h 26"/>
                  <a:gd name="T8" fmla="*/ 8 w 35"/>
                  <a:gd name="T9" fmla="*/ 12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6">
                    <a:moveTo>
                      <a:pt x="0" y="26"/>
                    </a:moveTo>
                    <a:cubicBezTo>
                      <a:pt x="5" y="23"/>
                      <a:pt x="11" y="18"/>
                      <a:pt x="15" y="14"/>
                    </a:cubicBezTo>
                    <a:cubicBezTo>
                      <a:pt x="20" y="10"/>
                      <a:pt x="27" y="6"/>
                      <a:pt x="27" y="0"/>
                    </a:cubicBezTo>
                    <a:cubicBezTo>
                      <a:pt x="30" y="2"/>
                      <a:pt x="33" y="2"/>
                      <a:pt x="35" y="3"/>
                    </a:cubicBezTo>
                    <a:cubicBezTo>
                      <a:pt x="25" y="11"/>
                      <a:pt x="14" y="18"/>
                      <a:pt x="2" y="25"/>
                    </a:cubicBezTo>
                  </a:path>
                </a:pathLst>
              </a:custGeom>
              <a:solidFill>
                <a:srgbClr val="BC2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3" name="Freeform 389">
                <a:extLst>
                  <a:ext uri="{FF2B5EF4-FFF2-40B4-BE49-F238E27FC236}">
                    <a16:creationId xmlns:a16="http://schemas.microsoft.com/office/drawing/2014/main" id="{D26D36F0-21F1-48D3-A25C-B9E33B148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481"/>
                <a:ext cx="17" cy="40"/>
              </a:xfrm>
              <a:custGeom>
                <a:avLst/>
                <a:gdLst>
                  <a:gd name="T0" fmla="*/ 0 w 10"/>
                  <a:gd name="T1" fmla="*/ 0 h 24"/>
                  <a:gd name="T2" fmla="*/ 0 w 10"/>
                  <a:gd name="T3" fmla="*/ 112 h 24"/>
                  <a:gd name="T4" fmla="*/ 49 w 10"/>
                  <a:gd name="T5" fmla="*/ 83 h 24"/>
                  <a:gd name="T6" fmla="*/ 44 w 10"/>
                  <a:gd name="T7" fmla="*/ 42 h 24"/>
                  <a:gd name="T8" fmla="*/ 9 w 10"/>
                  <a:gd name="T9" fmla="*/ 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4">
                    <a:moveTo>
                      <a:pt x="0" y="0"/>
                    </a:moveTo>
                    <a:cubicBezTo>
                      <a:pt x="4" y="8"/>
                      <a:pt x="4" y="17"/>
                      <a:pt x="0" y="24"/>
                    </a:cubicBezTo>
                    <a:cubicBezTo>
                      <a:pt x="3" y="24"/>
                      <a:pt x="9" y="20"/>
                      <a:pt x="10" y="18"/>
                    </a:cubicBezTo>
                    <a:cubicBezTo>
                      <a:pt x="8" y="15"/>
                      <a:pt x="9" y="12"/>
                      <a:pt x="9" y="9"/>
                    </a:cubicBezTo>
                    <a:cubicBezTo>
                      <a:pt x="8" y="6"/>
                      <a:pt x="5" y="3"/>
                      <a:pt x="2" y="2"/>
                    </a:cubicBezTo>
                  </a:path>
                </a:pathLst>
              </a:custGeom>
              <a:solidFill>
                <a:srgbClr val="BC2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4" name="Freeform 390">
                <a:extLst>
                  <a:ext uri="{FF2B5EF4-FFF2-40B4-BE49-F238E27FC236}">
                    <a16:creationId xmlns:a16="http://schemas.microsoft.com/office/drawing/2014/main" id="{5AE7CAC9-7EAA-43A5-8D59-2739FB3CF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535"/>
                <a:ext cx="74" cy="56"/>
              </a:xfrm>
              <a:custGeom>
                <a:avLst/>
                <a:gdLst>
                  <a:gd name="T0" fmla="*/ 0 w 44"/>
                  <a:gd name="T1" fmla="*/ 71 h 33"/>
                  <a:gd name="T2" fmla="*/ 209 w 44"/>
                  <a:gd name="T3" fmla="*/ 0 h 33"/>
                  <a:gd name="T4" fmla="*/ 82 w 44"/>
                  <a:gd name="T5" fmla="*/ 161 h 33"/>
                  <a:gd name="T6" fmla="*/ 29 w 44"/>
                  <a:gd name="T7" fmla="*/ 127 h 33"/>
                  <a:gd name="T8" fmla="*/ 5 w 44"/>
                  <a:gd name="T9" fmla="*/ 7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3">
                    <a:moveTo>
                      <a:pt x="0" y="15"/>
                    </a:moveTo>
                    <a:cubicBezTo>
                      <a:pt x="14" y="10"/>
                      <a:pt x="30" y="6"/>
                      <a:pt x="44" y="0"/>
                    </a:cubicBezTo>
                    <a:cubicBezTo>
                      <a:pt x="31" y="6"/>
                      <a:pt x="9" y="16"/>
                      <a:pt x="17" y="33"/>
                    </a:cubicBezTo>
                    <a:cubicBezTo>
                      <a:pt x="13" y="29"/>
                      <a:pt x="8" y="30"/>
                      <a:pt x="6" y="26"/>
                    </a:cubicBezTo>
                    <a:cubicBezTo>
                      <a:pt x="4" y="22"/>
                      <a:pt x="6" y="16"/>
                      <a:pt x="1" y="14"/>
                    </a:cubicBezTo>
                  </a:path>
                </a:pathLst>
              </a:custGeom>
              <a:solidFill>
                <a:srgbClr val="BC2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5" name="Freeform 391">
                <a:extLst>
                  <a:ext uri="{FF2B5EF4-FFF2-40B4-BE49-F238E27FC236}">
                    <a16:creationId xmlns:a16="http://schemas.microsoft.com/office/drawing/2014/main" id="{0394071C-0532-4A2A-B883-799FA76C4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352"/>
                <a:ext cx="169" cy="80"/>
              </a:xfrm>
              <a:custGeom>
                <a:avLst/>
                <a:gdLst>
                  <a:gd name="T0" fmla="*/ 8 w 100"/>
                  <a:gd name="T1" fmla="*/ 153 h 47"/>
                  <a:gd name="T2" fmla="*/ 134 w 100"/>
                  <a:gd name="T3" fmla="*/ 112 h 47"/>
                  <a:gd name="T4" fmla="*/ 265 w 100"/>
                  <a:gd name="T5" fmla="*/ 75 h 47"/>
                  <a:gd name="T6" fmla="*/ 377 w 100"/>
                  <a:gd name="T7" fmla="*/ 34 h 47"/>
                  <a:gd name="T8" fmla="*/ 483 w 100"/>
                  <a:gd name="T9" fmla="*/ 0 h 47"/>
                  <a:gd name="T10" fmla="*/ 314 w 100"/>
                  <a:gd name="T11" fmla="*/ 83 h 47"/>
                  <a:gd name="T12" fmla="*/ 203 w 100"/>
                  <a:gd name="T13" fmla="*/ 140 h 47"/>
                  <a:gd name="T14" fmla="*/ 189 w 100"/>
                  <a:gd name="T15" fmla="*/ 231 h 47"/>
                  <a:gd name="T16" fmla="*/ 91 w 100"/>
                  <a:gd name="T17" fmla="*/ 211 h 47"/>
                  <a:gd name="T18" fmla="*/ 0 w 100"/>
                  <a:gd name="T19" fmla="*/ 162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47">
                    <a:moveTo>
                      <a:pt x="2" y="31"/>
                    </a:moveTo>
                    <a:cubicBezTo>
                      <a:pt x="7" y="28"/>
                      <a:pt x="20" y="25"/>
                      <a:pt x="28" y="23"/>
                    </a:cubicBezTo>
                    <a:cubicBezTo>
                      <a:pt x="38" y="21"/>
                      <a:pt x="46" y="18"/>
                      <a:pt x="55" y="15"/>
                    </a:cubicBezTo>
                    <a:cubicBezTo>
                      <a:pt x="62" y="13"/>
                      <a:pt x="70" y="10"/>
                      <a:pt x="78" y="7"/>
                    </a:cubicBezTo>
                    <a:cubicBezTo>
                      <a:pt x="84" y="5"/>
                      <a:pt x="94" y="4"/>
                      <a:pt x="100" y="0"/>
                    </a:cubicBezTo>
                    <a:cubicBezTo>
                      <a:pt x="90" y="8"/>
                      <a:pt x="76" y="12"/>
                      <a:pt x="65" y="17"/>
                    </a:cubicBezTo>
                    <a:cubicBezTo>
                      <a:pt x="57" y="20"/>
                      <a:pt x="49" y="25"/>
                      <a:pt x="42" y="28"/>
                    </a:cubicBezTo>
                    <a:cubicBezTo>
                      <a:pt x="32" y="32"/>
                      <a:pt x="29" y="41"/>
                      <a:pt x="39" y="47"/>
                    </a:cubicBezTo>
                    <a:cubicBezTo>
                      <a:pt x="32" y="46"/>
                      <a:pt x="25" y="45"/>
                      <a:pt x="19" y="43"/>
                    </a:cubicBezTo>
                    <a:cubicBezTo>
                      <a:pt x="13" y="40"/>
                      <a:pt x="4" y="38"/>
                      <a:pt x="0" y="33"/>
                    </a:cubicBezTo>
                  </a:path>
                </a:pathLst>
              </a:custGeom>
              <a:solidFill>
                <a:srgbClr val="BC2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6" name="Freeform 392">
                <a:extLst>
                  <a:ext uri="{FF2B5EF4-FFF2-40B4-BE49-F238E27FC236}">
                    <a16:creationId xmlns:a16="http://schemas.microsoft.com/office/drawing/2014/main" id="{F1CDB24E-F2C0-44B4-9D71-3B782A5E3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116"/>
                <a:ext cx="262" cy="88"/>
              </a:xfrm>
              <a:custGeom>
                <a:avLst/>
                <a:gdLst>
                  <a:gd name="T0" fmla="*/ 0 w 155"/>
                  <a:gd name="T1" fmla="*/ 71 h 52"/>
                  <a:gd name="T2" fmla="*/ 49 w 155"/>
                  <a:gd name="T3" fmla="*/ 107 h 52"/>
                  <a:gd name="T4" fmla="*/ 125 w 155"/>
                  <a:gd name="T5" fmla="*/ 149 h 52"/>
                  <a:gd name="T6" fmla="*/ 252 w 155"/>
                  <a:gd name="T7" fmla="*/ 218 h 52"/>
                  <a:gd name="T8" fmla="*/ 343 w 155"/>
                  <a:gd name="T9" fmla="*/ 252 h 52"/>
                  <a:gd name="T10" fmla="*/ 475 w 155"/>
                  <a:gd name="T11" fmla="*/ 210 h 52"/>
                  <a:gd name="T12" fmla="*/ 609 w 155"/>
                  <a:gd name="T13" fmla="*/ 135 h 52"/>
                  <a:gd name="T14" fmla="*/ 725 w 155"/>
                  <a:gd name="T15" fmla="*/ 103 h 52"/>
                  <a:gd name="T16" fmla="*/ 708 w 155"/>
                  <a:gd name="T17" fmla="*/ 41 h 52"/>
                  <a:gd name="T18" fmla="*/ 546 w 155"/>
                  <a:gd name="T19" fmla="*/ 49 h 52"/>
                  <a:gd name="T20" fmla="*/ 243 w 155"/>
                  <a:gd name="T21" fmla="*/ 34 h 52"/>
                  <a:gd name="T22" fmla="*/ 169 w 155"/>
                  <a:gd name="T23" fmla="*/ 20 h 52"/>
                  <a:gd name="T24" fmla="*/ 112 w 155"/>
                  <a:gd name="T25" fmla="*/ 0 h 52"/>
                  <a:gd name="T26" fmla="*/ 8 w 155"/>
                  <a:gd name="T27" fmla="*/ 63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5" h="52">
                    <a:moveTo>
                      <a:pt x="0" y="15"/>
                    </a:moveTo>
                    <a:cubicBezTo>
                      <a:pt x="4" y="16"/>
                      <a:pt x="7" y="20"/>
                      <a:pt x="10" y="22"/>
                    </a:cubicBezTo>
                    <a:cubicBezTo>
                      <a:pt x="15" y="26"/>
                      <a:pt x="21" y="28"/>
                      <a:pt x="26" y="31"/>
                    </a:cubicBezTo>
                    <a:cubicBezTo>
                      <a:pt x="34" y="36"/>
                      <a:pt x="44" y="40"/>
                      <a:pt x="52" y="45"/>
                    </a:cubicBezTo>
                    <a:cubicBezTo>
                      <a:pt x="58" y="48"/>
                      <a:pt x="64" y="51"/>
                      <a:pt x="71" y="52"/>
                    </a:cubicBezTo>
                    <a:cubicBezTo>
                      <a:pt x="80" y="52"/>
                      <a:pt x="90" y="46"/>
                      <a:pt x="98" y="43"/>
                    </a:cubicBezTo>
                    <a:cubicBezTo>
                      <a:pt x="107" y="38"/>
                      <a:pt x="116" y="33"/>
                      <a:pt x="126" y="28"/>
                    </a:cubicBezTo>
                    <a:cubicBezTo>
                      <a:pt x="133" y="25"/>
                      <a:pt x="144" y="25"/>
                      <a:pt x="150" y="21"/>
                    </a:cubicBezTo>
                    <a:cubicBezTo>
                      <a:pt x="155" y="16"/>
                      <a:pt x="154" y="10"/>
                      <a:pt x="147" y="8"/>
                    </a:cubicBezTo>
                    <a:cubicBezTo>
                      <a:pt x="136" y="4"/>
                      <a:pt x="124" y="7"/>
                      <a:pt x="113" y="10"/>
                    </a:cubicBezTo>
                    <a:cubicBezTo>
                      <a:pt x="92" y="16"/>
                      <a:pt x="71" y="13"/>
                      <a:pt x="50" y="7"/>
                    </a:cubicBezTo>
                    <a:cubicBezTo>
                      <a:pt x="45" y="6"/>
                      <a:pt x="40" y="6"/>
                      <a:pt x="35" y="4"/>
                    </a:cubicBezTo>
                    <a:cubicBezTo>
                      <a:pt x="31" y="3"/>
                      <a:pt x="28" y="1"/>
                      <a:pt x="23" y="0"/>
                    </a:cubicBezTo>
                    <a:cubicBezTo>
                      <a:pt x="16" y="0"/>
                      <a:pt x="4" y="6"/>
                      <a:pt x="2" y="13"/>
                    </a:cubicBezTo>
                  </a:path>
                </a:pathLst>
              </a:custGeom>
              <a:solidFill>
                <a:srgbClr val="DD52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7" name="Freeform 393">
                <a:extLst>
                  <a:ext uri="{FF2B5EF4-FFF2-40B4-BE49-F238E27FC236}">
                    <a16:creationId xmlns:a16="http://schemas.microsoft.com/office/drawing/2014/main" id="{09AD8551-6848-489B-8876-FB0B0B283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442"/>
                <a:ext cx="287" cy="100"/>
              </a:xfrm>
              <a:custGeom>
                <a:avLst/>
                <a:gdLst>
                  <a:gd name="T0" fmla="*/ 49 w 170"/>
                  <a:gd name="T1" fmla="*/ 156 h 59"/>
                  <a:gd name="T2" fmla="*/ 476 w 170"/>
                  <a:gd name="T3" fmla="*/ 0 h 59"/>
                  <a:gd name="T4" fmla="*/ 593 w 170"/>
                  <a:gd name="T5" fmla="*/ 20 h 59"/>
                  <a:gd name="T6" fmla="*/ 728 w 170"/>
                  <a:gd name="T7" fmla="*/ 117 h 59"/>
                  <a:gd name="T8" fmla="*/ 790 w 170"/>
                  <a:gd name="T9" fmla="*/ 175 h 59"/>
                  <a:gd name="T10" fmla="*/ 672 w 170"/>
                  <a:gd name="T11" fmla="*/ 268 h 59"/>
                  <a:gd name="T12" fmla="*/ 414 w 170"/>
                  <a:gd name="T13" fmla="*/ 231 h 59"/>
                  <a:gd name="T14" fmla="*/ 169 w 170"/>
                  <a:gd name="T15" fmla="*/ 281 h 59"/>
                  <a:gd name="T16" fmla="*/ 41 w 170"/>
                  <a:gd name="T17" fmla="*/ 16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59">
                    <a:moveTo>
                      <a:pt x="10" y="32"/>
                    </a:moveTo>
                    <a:cubicBezTo>
                      <a:pt x="37" y="18"/>
                      <a:pt x="67" y="1"/>
                      <a:pt x="99" y="0"/>
                    </a:cubicBezTo>
                    <a:cubicBezTo>
                      <a:pt x="108" y="0"/>
                      <a:pt x="114" y="1"/>
                      <a:pt x="123" y="4"/>
                    </a:cubicBezTo>
                    <a:cubicBezTo>
                      <a:pt x="134" y="8"/>
                      <a:pt x="142" y="17"/>
                      <a:pt x="151" y="24"/>
                    </a:cubicBezTo>
                    <a:cubicBezTo>
                      <a:pt x="156" y="27"/>
                      <a:pt x="162" y="31"/>
                      <a:pt x="164" y="36"/>
                    </a:cubicBezTo>
                    <a:cubicBezTo>
                      <a:pt x="170" y="50"/>
                      <a:pt x="150" y="55"/>
                      <a:pt x="140" y="55"/>
                    </a:cubicBezTo>
                    <a:cubicBezTo>
                      <a:pt x="123" y="54"/>
                      <a:pt x="103" y="40"/>
                      <a:pt x="86" y="47"/>
                    </a:cubicBezTo>
                    <a:cubicBezTo>
                      <a:pt x="70" y="54"/>
                      <a:pt x="53" y="59"/>
                      <a:pt x="35" y="58"/>
                    </a:cubicBezTo>
                    <a:cubicBezTo>
                      <a:pt x="26" y="57"/>
                      <a:pt x="0" y="49"/>
                      <a:pt x="8" y="35"/>
                    </a:cubicBezTo>
                  </a:path>
                </a:pathLst>
              </a:custGeom>
              <a:solidFill>
                <a:srgbClr val="DD52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8" name="Freeform 394">
                <a:extLst>
                  <a:ext uri="{FF2B5EF4-FFF2-40B4-BE49-F238E27FC236}">
                    <a16:creationId xmlns:a16="http://schemas.microsoft.com/office/drawing/2014/main" id="{52D68704-A052-407E-86D3-7493F8675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454"/>
                <a:ext cx="149" cy="51"/>
              </a:xfrm>
              <a:custGeom>
                <a:avLst/>
                <a:gdLst>
                  <a:gd name="T0" fmla="*/ 198 w 88"/>
                  <a:gd name="T1" fmla="*/ 0 h 30"/>
                  <a:gd name="T2" fmla="*/ 58 w 88"/>
                  <a:gd name="T3" fmla="*/ 34 h 30"/>
                  <a:gd name="T4" fmla="*/ 24 w 88"/>
                  <a:gd name="T5" fmla="*/ 119 h 30"/>
                  <a:gd name="T6" fmla="*/ 127 w 88"/>
                  <a:gd name="T7" fmla="*/ 99 h 30"/>
                  <a:gd name="T8" fmla="*/ 335 w 88"/>
                  <a:gd name="T9" fmla="*/ 133 h 30"/>
                  <a:gd name="T10" fmla="*/ 266 w 88"/>
                  <a:gd name="T11" fmla="*/ 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0">
                    <a:moveTo>
                      <a:pt x="41" y="0"/>
                    </a:moveTo>
                    <a:cubicBezTo>
                      <a:pt x="32" y="0"/>
                      <a:pt x="20" y="2"/>
                      <a:pt x="12" y="7"/>
                    </a:cubicBezTo>
                    <a:cubicBezTo>
                      <a:pt x="8" y="9"/>
                      <a:pt x="0" y="19"/>
                      <a:pt x="5" y="24"/>
                    </a:cubicBezTo>
                    <a:cubicBezTo>
                      <a:pt x="8" y="27"/>
                      <a:pt x="21" y="20"/>
                      <a:pt x="26" y="20"/>
                    </a:cubicBezTo>
                    <a:cubicBezTo>
                      <a:pt x="40" y="19"/>
                      <a:pt x="56" y="30"/>
                      <a:pt x="69" y="27"/>
                    </a:cubicBezTo>
                    <a:cubicBezTo>
                      <a:pt x="88" y="21"/>
                      <a:pt x="68" y="0"/>
                      <a:pt x="55" y="1"/>
                    </a:cubicBezTo>
                  </a:path>
                </a:pathLst>
              </a:custGeom>
              <a:solidFill>
                <a:srgbClr val="E16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9" name="Freeform 395">
                <a:extLst>
                  <a:ext uri="{FF2B5EF4-FFF2-40B4-BE49-F238E27FC236}">
                    <a16:creationId xmlns:a16="http://schemas.microsoft.com/office/drawing/2014/main" id="{D80EC8CB-8DAD-4C3B-9414-81CD62F3B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136"/>
                <a:ext cx="80" cy="47"/>
              </a:xfrm>
              <a:custGeom>
                <a:avLst/>
                <a:gdLst>
                  <a:gd name="T0" fmla="*/ 0 w 47"/>
                  <a:gd name="T1" fmla="*/ 67 h 28"/>
                  <a:gd name="T2" fmla="*/ 124 w 47"/>
                  <a:gd name="T3" fmla="*/ 124 h 28"/>
                  <a:gd name="T4" fmla="*/ 226 w 47"/>
                  <a:gd name="T5" fmla="*/ 42 h 28"/>
                  <a:gd name="T6" fmla="*/ 157 w 47"/>
                  <a:gd name="T7" fmla="*/ 57 h 28"/>
                  <a:gd name="T8" fmla="*/ 20 w 47"/>
                  <a:gd name="T9" fmla="*/ 4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8">
                    <a:moveTo>
                      <a:pt x="0" y="14"/>
                    </a:moveTo>
                    <a:cubicBezTo>
                      <a:pt x="6" y="20"/>
                      <a:pt x="15" y="28"/>
                      <a:pt x="25" y="26"/>
                    </a:cubicBezTo>
                    <a:cubicBezTo>
                      <a:pt x="30" y="25"/>
                      <a:pt x="47" y="16"/>
                      <a:pt x="46" y="9"/>
                    </a:cubicBezTo>
                    <a:cubicBezTo>
                      <a:pt x="45" y="0"/>
                      <a:pt x="36" y="11"/>
                      <a:pt x="32" y="12"/>
                    </a:cubicBezTo>
                    <a:cubicBezTo>
                      <a:pt x="23" y="14"/>
                      <a:pt x="13" y="3"/>
                      <a:pt x="4" y="10"/>
                    </a:cubicBezTo>
                  </a:path>
                </a:pathLst>
              </a:custGeom>
              <a:solidFill>
                <a:srgbClr val="E16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0" name="Freeform 396">
                <a:extLst>
                  <a:ext uri="{FF2B5EF4-FFF2-40B4-BE49-F238E27FC236}">
                    <a16:creationId xmlns:a16="http://schemas.microsoft.com/office/drawing/2014/main" id="{9B1428C5-3E5F-4A16-8234-DB23F961E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472"/>
                <a:ext cx="238" cy="144"/>
              </a:xfrm>
              <a:custGeom>
                <a:avLst/>
                <a:gdLst>
                  <a:gd name="T0" fmla="*/ 0 w 141"/>
                  <a:gd name="T1" fmla="*/ 327 h 85"/>
                  <a:gd name="T2" fmla="*/ 679 w 141"/>
                  <a:gd name="T3" fmla="*/ 413 h 85"/>
                  <a:gd name="T4" fmla="*/ 0 w 141"/>
                  <a:gd name="T5" fmla="*/ 327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85">
                    <a:moveTo>
                      <a:pt x="0" y="67"/>
                    </a:moveTo>
                    <a:cubicBezTo>
                      <a:pt x="0" y="67"/>
                      <a:pt x="107" y="17"/>
                      <a:pt x="141" y="85"/>
                    </a:cubicBezTo>
                    <a:cubicBezTo>
                      <a:pt x="141" y="85"/>
                      <a:pt x="124" y="0"/>
                      <a:pt x="0" y="67"/>
                    </a:cubicBezTo>
                    <a:close/>
                  </a:path>
                </a:pathLst>
              </a:custGeom>
              <a:solidFill>
                <a:srgbClr val="EFA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1" name="Freeform 397">
                <a:extLst>
                  <a:ext uri="{FF2B5EF4-FFF2-40B4-BE49-F238E27FC236}">
                    <a16:creationId xmlns:a16="http://schemas.microsoft.com/office/drawing/2014/main" id="{CE306754-C35D-4B8E-9F61-05E471A2E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530"/>
                <a:ext cx="127" cy="56"/>
              </a:xfrm>
              <a:custGeom>
                <a:avLst/>
                <a:gdLst>
                  <a:gd name="T0" fmla="*/ 0 w 75"/>
                  <a:gd name="T1" fmla="*/ 58 h 33"/>
                  <a:gd name="T2" fmla="*/ 364 w 75"/>
                  <a:gd name="T3" fmla="*/ 161 h 33"/>
                  <a:gd name="T4" fmla="*/ 0 w 75"/>
                  <a:gd name="T5" fmla="*/ 5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3">
                    <a:moveTo>
                      <a:pt x="0" y="12"/>
                    </a:moveTo>
                    <a:cubicBezTo>
                      <a:pt x="0" y="12"/>
                      <a:pt x="48" y="2"/>
                      <a:pt x="75" y="33"/>
                    </a:cubicBezTo>
                    <a:cubicBezTo>
                      <a:pt x="75" y="33"/>
                      <a:pt x="54" y="0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2" name="Freeform 398">
                <a:extLst>
                  <a:ext uri="{FF2B5EF4-FFF2-40B4-BE49-F238E27FC236}">
                    <a16:creationId xmlns:a16="http://schemas.microsoft.com/office/drawing/2014/main" id="{18EF5F55-54FB-4A0F-ACC6-D74714CE4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752"/>
                <a:ext cx="230" cy="117"/>
              </a:xfrm>
              <a:custGeom>
                <a:avLst/>
                <a:gdLst>
                  <a:gd name="T0" fmla="*/ 98 w 136"/>
                  <a:gd name="T1" fmla="*/ 98 h 69"/>
                  <a:gd name="T2" fmla="*/ 69 w 136"/>
                  <a:gd name="T3" fmla="*/ 92 h 69"/>
                  <a:gd name="T4" fmla="*/ 14 w 136"/>
                  <a:gd name="T5" fmla="*/ 219 h 69"/>
                  <a:gd name="T6" fmla="*/ 301 w 136"/>
                  <a:gd name="T7" fmla="*/ 317 h 69"/>
                  <a:gd name="T8" fmla="*/ 421 w 136"/>
                  <a:gd name="T9" fmla="*/ 244 h 69"/>
                  <a:gd name="T10" fmla="*/ 541 w 136"/>
                  <a:gd name="T11" fmla="*/ 203 h 69"/>
                  <a:gd name="T12" fmla="*/ 406 w 136"/>
                  <a:gd name="T13" fmla="*/ 63 h 69"/>
                  <a:gd name="T14" fmla="*/ 103 w 136"/>
                  <a:gd name="T15" fmla="*/ 78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6" h="69">
                    <a:moveTo>
                      <a:pt x="20" y="20"/>
                    </a:moveTo>
                    <a:cubicBezTo>
                      <a:pt x="17" y="19"/>
                      <a:pt x="17" y="18"/>
                      <a:pt x="14" y="19"/>
                    </a:cubicBezTo>
                    <a:cubicBezTo>
                      <a:pt x="7" y="26"/>
                      <a:pt x="0" y="34"/>
                      <a:pt x="3" y="45"/>
                    </a:cubicBezTo>
                    <a:cubicBezTo>
                      <a:pt x="20" y="49"/>
                      <a:pt x="44" y="69"/>
                      <a:pt x="62" y="65"/>
                    </a:cubicBezTo>
                    <a:cubicBezTo>
                      <a:pt x="71" y="63"/>
                      <a:pt x="77" y="54"/>
                      <a:pt x="87" y="50"/>
                    </a:cubicBezTo>
                    <a:cubicBezTo>
                      <a:pt x="95" y="47"/>
                      <a:pt x="104" y="48"/>
                      <a:pt x="112" y="42"/>
                    </a:cubicBezTo>
                    <a:cubicBezTo>
                      <a:pt x="136" y="24"/>
                      <a:pt x="98" y="19"/>
                      <a:pt x="84" y="13"/>
                    </a:cubicBezTo>
                    <a:cubicBezTo>
                      <a:pt x="64" y="3"/>
                      <a:pt x="40" y="0"/>
                      <a:pt x="21" y="16"/>
                    </a:cubicBezTo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3" name="Freeform 399">
                <a:extLst>
                  <a:ext uri="{FF2B5EF4-FFF2-40B4-BE49-F238E27FC236}">
                    <a16:creationId xmlns:a16="http://schemas.microsoft.com/office/drawing/2014/main" id="{3A841598-F7AE-4F62-A3C0-73A888105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801"/>
                <a:ext cx="171" cy="127"/>
              </a:xfrm>
              <a:custGeom>
                <a:avLst/>
                <a:gdLst>
                  <a:gd name="T0" fmla="*/ 378 w 101"/>
                  <a:gd name="T1" fmla="*/ 34 h 75"/>
                  <a:gd name="T2" fmla="*/ 169 w 101"/>
                  <a:gd name="T3" fmla="*/ 63 h 75"/>
                  <a:gd name="T4" fmla="*/ 86 w 101"/>
                  <a:gd name="T5" fmla="*/ 169 h 75"/>
                  <a:gd name="T6" fmla="*/ 0 w 101"/>
                  <a:gd name="T7" fmla="*/ 266 h 75"/>
                  <a:gd name="T8" fmla="*/ 301 w 101"/>
                  <a:gd name="T9" fmla="*/ 210 h 75"/>
                  <a:gd name="T10" fmla="*/ 450 w 101"/>
                  <a:gd name="T11" fmla="*/ 195 h 75"/>
                  <a:gd name="T12" fmla="*/ 435 w 101"/>
                  <a:gd name="T13" fmla="*/ 71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75">
                    <a:moveTo>
                      <a:pt x="78" y="7"/>
                    </a:moveTo>
                    <a:cubicBezTo>
                      <a:pt x="62" y="11"/>
                      <a:pt x="47" y="0"/>
                      <a:pt x="35" y="13"/>
                    </a:cubicBezTo>
                    <a:cubicBezTo>
                      <a:pt x="29" y="21"/>
                      <a:pt x="27" y="28"/>
                      <a:pt x="18" y="35"/>
                    </a:cubicBezTo>
                    <a:cubicBezTo>
                      <a:pt x="12" y="40"/>
                      <a:pt x="0" y="44"/>
                      <a:pt x="0" y="55"/>
                    </a:cubicBezTo>
                    <a:cubicBezTo>
                      <a:pt x="0" y="75"/>
                      <a:pt x="47" y="43"/>
                      <a:pt x="62" y="43"/>
                    </a:cubicBezTo>
                    <a:cubicBezTo>
                      <a:pt x="73" y="43"/>
                      <a:pt x="85" y="48"/>
                      <a:pt x="93" y="40"/>
                    </a:cubicBezTo>
                    <a:cubicBezTo>
                      <a:pt x="100" y="33"/>
                      <a:pt x="101" y="18"/>
                      <a:pt x="90" y="15"/>
                    </a:cubicBezTo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4" name="Freeform 400">
                <a:extLst>
                  <a:ext uri="{FF2B5EF4-FFF2-40B4-BE49-F238E27FC236}">
                    <a16:creationId xmlns:a16="http://schemas.microsoft.com/office/drawing/2014/main" id="{B7000D17-097C-48AA-9BD1-327FED578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788"/>
                <a:ext cx="222" cy="78"/>
              </a:xfrm>
              <a:custGeom>
                <a:avLst/>
                <a:gdLst>
                  <a:gd name="T0" fmla="*/ 190 w 131"/>
                  <a:gd name="T1" fmla="*/ 42 h 46"/>
                  <a:gd name="T2" fmla="*/ 34 w 131"/>
                  <a:gd name="T3" fmla="*/ 103 h 46"/>
                  <a:gd name="T4" fmla="*/ 161 w 131"/>
                  <a:gd name="T5" fmla="*/ 185 h 46"/>
                  <a:gd name="T6" fmla="*/ 422 w 131"/>
                  <a:gd name="T7" fmla="*/ 215 h 46"/>
                  <a:gd name="T8" fmla="*/ 468 w 131"/>
                  <a:gd name="T9" fmla="*/ 14 h 46"/>
                  <a:gd name="T10" fmla="*/ 224 w 131"/>
                  <a:gd name="T11" fmla="*/ 29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46">
                    <a:moveTo>
                      <a:pt x="39" y="9"/>
                    </a:moveTo>
                    <a:cubicBezTo>
                      <a:pt x="28" y="2"/>
                      <a:pt x="0" y="0"/>
                      <a:pt x="7" y="21"/>
                    </a:cubicBezTo>
                    <a:cubicBezTo>
                      <a:pt x="10" y="32"/>
                      <a:pt x="24" y="36"/>
                      <a:pt x="33" y="38"/>
                    </a:cubicBezTo>
                    <a:cubicBezTo>
                      <a:pt x="44" y="40"/>
                      <a:pt x="75" y="46"/>
                      <a:pt x="87" y="44"/>
                    </a:cubicBezTo>
                    <a:cubicBezTo>
                      <a:pt x="112" y="39"/>
                      <a:pt x="131" y="4"/>
                      <a:pt x="96" y="3"/>
                    </a:cubicBezTo>
                    <a:cubicBezTo>
                      <a:pt x="85" y="3"/>
                      <a:pt x="55" y="2"/>
                      <a:pt x="46" y="6"/>
                    </a:cubicBezTo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5" name="Freeform 401">
                <a:extLst>
                  <a:ext uri="{FF2B5EF4-FFF2-40B4-BE49-F238E27FC236}">
                    <a16:creationId xmlns:a16="http://schemas.microsoft.com/office/drawing/2014/main" id="{BBCE77A5-3ADD-436C-9AFA-A9394CFE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717"/>
                <a:ext cx="128" cy="75"/>
              </a:xfrm>
              <a:custGeom>
                <a:avLst/>
                <a:gdLst>
                  <a:gd name="T0" fmla="*/ 0 w 76"/>
                  <a:gd name="T1" fmla="*/ 70 h 44"/>
                  <a:gd name="T2" fmla="*/ 249 w 76"/>
                  <a:gd name="T3" fmla="*/ 193 h 44"/>
                  <a:gd name="T4" fmla="*/ 357 w 76"/>
                  <a:gd name="T5" fmla="*/ 99 h 44"/>
                  <a:gd name="T6" fmla="*/ 249 w 76"/>
                  <a:gd name="T7" fmla="*/ 0 h 44"/>
                  <a:gd name="T8" fmla="*/ 54 w 76"/>
                  <a:gd name="T9" fmla="*/ 5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4">
                    <a:moveTo>
                      <a:pt x="0" y="14"/>
                    </a:moveTo>
                    <a:cubicBezTo>
                      <a:pt x="16" y="24"/>
                      <a:pt x="34" y="34"/>
                      <a:pt x="52" y="39"/>
                    </a:cubicBezTo>
                    <a:cubicBezTo>
                      <a:pt x="71" y="44"/>
                      <a:pt x="74" y="39"/>
                      <a:pt x="75" y="20"/>
                    </a:cubicBezTo>
                    <a:cubicBezTo>
                      <a:pt x="76" y="1"/>
                      <a:pt x="70" y="0"/>
                      <a:pt x="52" y="0"/>
                    </a:cubicBezTo>
                    <a:cubicBezTo>
                      <a:pt x="37" y="0"/>
                      <a:pt x="23" y="2"/>
                      <a:pt x="11" y="12"/>
                    </a:cubicBezTo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6" name="Freeform 402">
                <a:extLst>
                  <a:ext uri="{FF2B5EF4-FFF2-40B4-BE49-F238E27FC236}">
                    <a16:creationId xmlns:a16="http://schemas.microsoft.com/office/drawing/2014/main" id="{FBD8E0AB-22C7-4B59-99D6-C4D3F54D7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697"/>
                <a:ext cx="142" cy="108"/>
              </a:xfrm>
              <a:custGeom>
                <a:avLst/>
                <a:gdLst>
                  <a:gd name="T0" fmla="*/ 245 w 84"/>
                  <a:gd name="T1" fmla="*/ 34 h 64"/>
                  <a:gd name="T2" fmla="*/ 71 w 84"/>
                  <a:gd name="T3" fmla="*/ 140 h 64"/>
                  <a:gd name="T4" fmla="*/ 24 w 84"/>
                  <a:gd name="T5" fmla="*/ 253 h 64"/>
                  <a:gd name="T6" fmla="*/ 181 w 84"/>
                  <a:gd name="T7" fmla="*/ 260 h 64"/>
                  <a:gd name="T8" fmla="*/ 377 w 84"/>
                  <a:gd name="T9" fmla="*/ 236 h 64"/>
                  <a:gd name="T10" fmla="*/ 257 w 84"/>
                  <a:gd name="T11" fmla="*/ 62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64">
                    <a:moveTo>
                      <a:pt x="51" y="7"/>
                    </a:moveTo>
                    <a:cubicBezTo>
                      <a:pt x="38" y="0"/>
                      <a:pt x="23" y="20"/>
                      <a:pt x="15" y="29"/>
                    </a:cubicBezTo>
                    <a:cubicBezTo>
                      <a:pt x="11" y="35"/>
                      <a:pt x="0" y="45"/>
                      <a:pt x="5" y="53"/>
                    </a:cubicBezTo>
                    <a:cubicBezTo>
                      <a:pt x="12" y="63"/>
                      <a:pt x="27" y="55"/>
                      <a:pt x="37" y="54"/>
                    </a:cubicBezTo>
                    <a:cubicBezTo>
                      <a:pt x="52" y="53"/>
                      <a:pt x="72" y="64"/>
                      <a:pt x="78" y="49"/>
                    </a:cubicBezTo>
                    <a:cubicBezTo>
                      <a:pt x="84" y="34"/>
                      <a:pt x="67" y="15"/>
                      <a:pt x="53" y="13"/>
                    </a:cubicBezTo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7" name="Freeform 403">
                <a:extLst>
                  <a:ext uri="{FF2B5EF4-FFF2-40B4-BE49-F238E27FC236}">
                    <a16:creationId xmlns:a16="http://schemas.microsoft.com/office/drawing/2014/main" id="{F9A72012-EF85-4FDB-B341-6860648DF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803"/>
                <a:ext cx="112" cy="108"/>
              </a:xfrm>
              <a:custGeom>
                <a:avLst/>
                <a:gdLst>
                  <a:gd name="T0" fmla="*/ 216 w 66"/>
                  <a:gd name="T1" fmla="*/ 41 h 64"/>
                  <a:gd name="T2" fmla="*/ 282 w 66"/>
                  <a:gd name="T3" fmla="*/ 216 h 64"/>
                  <a:gd name="T4" fmla="*/ 104 w 66"/>
                  <a:gd name="T5" fmla="*/ 270 h 64"/>
                  <a:gd name="T6" fmla="*/ 148 w 66"/>
                  <a:gd name="T7" fmla="*/ 154 h 64"/>
                  <a:gd name="T8" fmla="*/ 120 w 66"/>
                  <a:gd name="T9" fmla="*/ 2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4">
                    <a:moveTo>
                      <a:pt x="44" y="8"/>
                    </a:moveTo>
                    <a:cubicBezTo>
                      <a:pt x="54" y="14"/>
                      <a:pt x="66" y="32"/>
                      <a:pt x="58" y="45"/>
                    </a:cubicBezTo>
                    <a:cubicBezTo>
                      <a:pt x="56" y="48"/>
                      <a:pt x="25" y="64"/>
                      <a:pt x="21" y="56"/>
                    </a:cubicBezTo>
                    <a:cubicBezTo>
                      <a:pt x="16" y="49"/>
                      <a:pt x="33" y="42"/>
                      <a:pt x="30" y="32"/>
                    </a:cubicBezTo>
                    <a:cubicBezTo>
                      <a:pt x="29" y="29"/>
                      <a:pt x="0" y="0"/>
                      <a:pt x="25" y="4"/>
                    </a:cubicBezTo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8" name="Freeform 404">
                <a:extLst>
                  <a:ext uri="{FF2B5EF4-FFF2-40B4-BE49-F238E27FC236}">
                    <a16:creationId xmlns:a16="http://schemas.microsoft.com/office/drawing/2014/main" id="{27C31371-0D67-4767-ACE6-C77E4249E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796"/>
                <a:ext cx="135" cy="90"/>
              </a:xfrm>
              <a:custGeom>
                <a:avLst/>
                <a:gdLst>
                  <a:gd name="T0" fmla="*/ 62 w 80"/>
                  <a:gd name="T1" fmla="*/ 83 h 53"/>
                  <a:gd name="T2" fmla="*/ 49 w 80"/>
                  <a:gd name="T3" fmla="*/ 219 h 53"/>
                  <a:gd name="T4" fmla="*/ 182 w 80"/>
                  <a:gd name="T5" fmla="*/ 190 h 53"/>
                  <a:gd name="T6" fmla="*/ 343 w 80"/>
                  <a:gd name="T7" fmla="*/ 112 h 53"/>
                  <a:gd name="T8" fmla="*/ 120 w 80"/>
                  <a:gd name="T9" fmla="*/ 7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3">
                    <a:moveTo>
                      <a:pt x="13" y="17"/>
                    </a:moveTo>
                    <a:cubicBezTo>
                      <a:pt x="3" y="23"/>
                      <a:pt x="0" y="38"/>
                      <a:pt x="10" y="45"/>
                    </a:cubicBezTo>
                    <a:cubicBezTo>
                      <a:pt x="20" y="53"/>
                      <a:pt x="29" y="43"/>
                      <a:pt x="38" y="39"/>
                    </a:cubicBezTo>
                    <a:cubicBezTo>
                      <a:pt x="48" y="35"/>
                      <a:pt x="66" y="35"/>
                      <a:pt x="71" y="23"/>
                    </a:cubicBezTo>
                    <a:cubicBezTo>
                      <a:pt x="80" y="0"/>
                      <a:pt x="38" y="14"/>
                      <a:pt x="25" y="14"/>
                    </a:cubicBezTo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9" name="Freeform 405">
                <a:extLst>
                  <a:ext uri="{FF2B5EF4-FFF2-40B4-BE49-F238E27FC236}">
                    <a16:creationId xmlns:a16="http://schemas.microsoft.com/office/drawing/2014/main" id="{696666AB-F4E4-43BC-83D2-FAED59CA2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871"/>
                <a:ext cx="87" cy="98"/>
              </a:xfrm>
              <a:custGeom>
                <a:avLst/>
                <a:gdLst>
                  <a:gd name="T0" fmla="*/ 196 w 52"/>
                  <a:gd name="T1" fmla="*/ 0 h 58"/>
                  <a:gd name="T2" fmla="*/ 207 w 52"/>
                  <a:gd name="T3" fmla="*/ 149 h 58"/>
                  <a:gd name="T4" fmla="*/ 179 w 52"/>
                  <a:gd name="T5" fmla="*/ 272 h 58"/>
                  <a:gd name="T6" fmla="*/ 13 w 52"/>
                  <a:gd name="T7" fmla="*/ 154 h 58"/>
                  <a:gd name="T8" fmla="*/ 151 w 52"/>
                  <a:gd name="T9" fmla="*/ 29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8">
                    <a:moveTo>
                      <a:pt x="42" y="0"/>
                    </a:moveTo>
                    <a:cubicBezTo>
                      <a:pt x="38" y="12"/>
                      <a:pt x="41" y="19"/>
                      <a:pt x="44" y="31"/>
                    </a:cubicBezTo>
                    <a:cubicBezTo>
                      <a:pt x="46" y="42"/>
                      <a:pt x="52" y="53"/>
                      <a:pt x="38" y="56"/>
                    </a:cubicBezTo>
                    <a:cubicBezTo>
                      <a:pt x="28" y="58"/>
                      <a:pt x="5" y="40"/>
                      <a:pt x="3" y="32"/>
                    </a:cubicBezTo>
                    <a:cubicBezTo>
                      <a:pt x="0" y="15"/>
                      <a:pt x="18" y="7"/>
                      <a:pt x="32" y="6"/>
                    </a:cubicBezTo>
                  </a:path>
                </a:pathLst>
              </a:custGeom>
              <a:solidFill>
                <a:srgbClr val="FBE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3493" name="Freeform 406">
              <a:extLst>
                <a:ext uri="{FF2B5EF4-FFF2-40B4-BE49-F238E27FC236}">
                  <a16:creationId xmlns:a16="http://schemas.microsoft.com/office/drawing/2014/main" id="{4DA42764-4312-464C-9239-E9CF709AF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979"/>
              <a:ext cx="106" cy="79"/>
            </a:xfrm>
            <a:custGeom>
              <a:avLst/>
              <a:gdLst>
                <a:gd name="T0" fmla="*/ 175 w 63"/>
                <a:gd name="T1" fmla="*/ 5 h 47"/>
                <a:gd name="T2" fmla="*/ 153 w 63"/>
                <a:gd name="T3" fmla="*/ 224 h 47"/>
                <a:gd name="T4" fmla="*/ 273 w 63"/>
                <a:gd name="T5" fmla="*/ 146 h 47"/>
                <a:gd name="T6" fmla="*/ 195 w 63"/>
                <a:gd name="T7" fmla="*/ 2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7">
                  <a:moveTo>
                    <a:pt x="37" y="1"/>
                  </a:moveTo>
                  <a:cubicBezTo>
                    <a:pt x="13" y="0"/>
                    <a:pt x="0" y="46"/>
                    <a:pt x="32" y="47"/>
                  </a:cubicBezTo>
                  <a:cubicBezTo>
                    <a:pt x="43" y="47"/>
                    <a:pt x="53" y="42"/>
                    <a:pt x="57" y="31"/>
                  </a:cubicBezTo>
                  <a:cubicBezTo>
                    <a:pt x="63" y="17"/>
                    <a:pt x="53" y="12"/>
                    <a:pt x="41" y="4"/>
                  </a:cubicBezTo>
                </a:path>
              </a:pathLst>
            </a:custGeom>
            <a:solidFill>
              <a:srgbClr val="FBE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4" name="Freeform 407">
              <a:extLst>
                <a:ext uri="{FF2B5EF4-FFF2-40B4-BE49-F238E27FC236}">
                  <a16:creationId xmlns:a16="http://schemas.microsoft.com/office/drawing/2014/main" id="{A42A161E-4CB8-4B28-A7C4-0BE8237ED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603"/>
              <a:ext cx="235" cy="65"/>
            </a:xfrm>
            <a:custGeom>
              <a:avLst/>
              <a:gdLst>
                <a:gd name="T0" fmla="*/ 0 w 139"/>
                <a:gd name="T1" fmla="*/ 97 h 39"/>
                <a:gd name="T2" fmla="*/ 145 w 139"/>
                <a:gd name="T3" fmla="*/ 133 h 39"/>
                <a:gd name="T4" fmla="*/ 274 w 139"/>
                <a:gd name="T5" fmla="*/ 37 h 39"/>
                <a:gd name="T6" fmla="*/ 546 w 139"/>
                <a:gd name="T7" fmla="*/ 133 h 39"/>
                <a:gd name="T8" fmla="*/ 348 w 139"/>
                <a:gd name="T9" fmla="*/ 0 h 39"/>
                <a:gd name="T10" fmla="*/ 96 w 139"/>
                <a:gd name="T11" fmla="*/ 7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39">
                  <a:moveTo>
                    <a:pt x="0" y="21"/>
                  </a:moveTo>
                  <a:cubicBezTo>
                    <a:pt x="11" y="27"/>
                    <a:pt x="17" y="34"/>
                    <a:pt x="30" y="29"/>
                  </a:cubicBezTo>
                  <a:cubicBezTo>
                    <a:pt x="41" y="24"/>
                    <a:pt x="44" y="10"/>
                    <a:pt x="57" y="8"/>
                  </a:cubicBezTo>
                  <a:cubicBezTo>
                    <a:pt x="77" y="4"/>
                    <a:pt x="96" y="39"/>
                    <a:pt x="113" y="29"/>
                  </a:cubicBezTo>
                  <a:cubicBezTo>
                    <a:pt x="139" y="13"/>
                    <a:pt x="83" y="1"/>
                    <a:pt x="72" y="0"/>
                  </a:cubicBezTo>
                  <a:cubicBezTo>
                    <a:pt x="58" y="0"/>
                    <a:pt x="27" y="2"/>
                    <a:pt x="20" y="15"/>
                  </a:cubicBezTo>
                </a:path>
              </a:pathLst>
            </a:custGeom>
            <a:solidFill>
              <a:srgbClr val="FBE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5" name="Freeform 408">
              <a:extLst>
                <a:ext uri="{FF2B5EF4-FFF2-40B4-BE49-F238E27FC236}">
                  <a16:creationId xmlns:a16="http://schemas.microsoft.com/office/drawing/2014/main" id="{07347C0A-3C3C-4313-B57C-69B96BA7E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701"/>
              <a:ext cx="147" cy="82"/>
            </a:xfrm>
            <a:custGeom>
              <a:avLst/>
              <a:gdLst>
                <a:gd name="T0" fmla="*/ 100 w 87"/>
                <a:gd name="T1" fmla="*/ 0 h 49"/>
                <a:gd name="T2" fmla="*/ 57 w 87"/>
                <a:gd name="T3" fmla="*/ 201 h 49"/>
                <a:gd name="T4" fmla="*/ 154 w 87"/>
                <a:gd name="T5" fmla="*/ 208 h 49"/>
                <a:gd name="T6" fmla="*/ 302 w 87"/>
                <a:gd name="T7" fmla="*/ 224 h 49"/>
                <a:gd name="T8" fmla="*/ 343 w 87"/>
                <a:gd name="T9" fmla="*/ 50 h 49"/>
                <a:gd name="T10" fmla="*/ 252 w 87"/>
                <a:gd name="T11" fmla="*/ 50 h 49"/>
                <a:gd name="T12" fmla="*/ 162 w 87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49">
                  <a:moveTo>
                    <a:pt x="21" y="0"/>
                  </a:moveTo>
                  <a:cubicBezTo>
                    <a:pt x="12" y="8"/>
                    <a:pt x="0" y="31"/>
                    <a:pt x="12" y="43"/>
                  </a:cubicBezTo>
                  <a:cubicBezTo>
                    <a:pt x="18" y="49"/>
                    <a:pt x="25" y="44"/>
                    <a:pt x="32" y="44"/>
                  </a:cubicBezTo>
                  <a:cubicBezTo>
                    <a:pt x="40" y="44"/>
                    <a:pt x="57" y="49"/>
                    <a:pt x="63" y="48"/>
                  </a:cubicBezTo>
                  <a:cubicBezTo>
                    <a:pt x="77" y="43"/>
                    <a:pt x="87" y="18"/>
                    <a:pt x="71" y="11"/>
                  </a:cubicBezTo>
                  <a:cubicBezTo>
                    <a:pt x="66" y="9"/>
                    <a:pt x="57" y="13"/>
                    <a:pt x="52" y="11"/>
                  </a:cubicBezTo>
                  <a:cubicBezTo>
                    <a:pt x="45" y="9"/>
                    <a:pt x="40" y="3"/>
                    <a:pt x="34" y="0"/>
                  </a:cubicBezTo>
                </a:path>
              </a:pathLst>
            </a:custGeom>
            <a:solidFill>
              <a:srgbClr val="FBE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6" name="Freeform 409">
              <a:extLst>
                <a:ext uri="{FF2B5EF4-FFF2-40B4-BE49-F238E27FC236}">
                  <a16:creationId xmlns:a16="http://schemas.microsoft.com/office/drawing/2014/main" id="{46823D91-F901-4F59-8F81-EDD3A1FAA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652"/>
              <a:ext cx="132" cy="99"/>
            </a:xfrm>
            <a:custGeom>
              <a:avLst/>
              <a:gdLst>
                <a:gd name="T0" fmla="*/ 0 w 78"/>
                <a:gd name="T1" fmla="*/ 42 h 59"/>
                <a:gd name="T2" fmla="*/ 146 w 78"/>
                <a:gd name="T3" fmla="*/ 228 h 59"/>
                <a:gd name="T4" fmla="*/ 237 w 78"/>
                <a:gd name="T5" fmla="*/ 245 h 59"/>
                <a:gd name="T6" fmla="*/ 322 w 78"/>
                <a:gd name="T7" fmla="*/ 180 h 59"/>
                <a:gd name="T8" fmla="*/ 0 w 78"/>
                <a:gd name="T9" fmla="*/ 6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9">
                  <a:moveTo>
                    <a:pt x="0" y="9"/>
                  </a:moveTo>
                  <a:cubicBezTo>
                    <a:pt x="19" y="17"/>
                    <a:pt x="19" y="35"/>
                    <a:pt x="30" y="48"/>
                  </a:cubicBezTo>
                  <a:cubicBezTo>
                    <a:pt x="38" y="58"/>
                    <a:pt x="38" y="59"/>
                    <a:pt x="49" y="52"/>
                  </a:cubicBezTo>
                  <a:cubicBezTo>
                    <a:pt x="52" y="51"/>
                    <a:pt x="65" y="41"/>
                    <a:pt x="66" y="38"/>
                  </a:cubicBezTo>
                  <a:cubicBezTo>
                    <a:pt x="78" y="15"/>
                    <a:pt x="14" y="0"/>
                    <a:pt x="0" y="14"/>
                  </a:cubicBezTo>
                </a:path>
              </a:pathLst>
            </a:custGeom>
            <a:solidFill>
              <a:srgbClr val="FBE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7" name="Freeform 410">
              <a:extLst>
                <a:ext uri="{FF2B5EF4-FFF2-40B4-BE49-F238E27FC236}">
                  <a16:creationId xmlns:a16="http://schemas.microsoft.com/office/drawing/2014/main" id="{45331F02-B066-42C9-B310-442EDE712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641"/>
              <a:ext cx="155" cy="100"/>
            </a:xfrm>
            <a:custGeom>
              <a:avLst/>
              <a:gdLst>
                <a:gd name="T0" fmla="*/ 20 w 92"/>
                <a:gd name="T1" fmla="*/ 136 h 59"/>
                <a:gd name="T2" fmla="*/ 8 w 92"/>
                <a:gd name="T3" fmla="*/ 127 h 59"/>
                <a:gd name="T4" fmla="*/ 195 w 92"/>
                <a:gd name="T5" fmla="*/ 273 h 59"/>
                <a:gd name="T6" fmla="*/ 349 w 92"/>
                <a:gd name="T7" fmla="*/ 153 h 59"/>
                <a:gd name="T8" fmla="*/ 355 w 92"/>
                <a:gd name="T9" fmla="*/ 42 h 59"/>
                <a:gd name="T10" fmla="*/ 71 w 92"/>
                <a:gd name="T11" fmla="*/ 9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59">
                  <a:moveTo>
                    <a:pt x="4" y="28"/>
                  </a:moveTo>
                  <a:cubicBezTo>
                    <a:pt x="3" y="27"/>
                    <a:pt x="0" y="26"/>
                    <a:pt x="2" y="26"/>
                  </a:cubicBezTo>
                  <a:cubicBezTo>
                    <a:pt x="16" y="32"/>
                    <a:pt x="22" y="59"/>
                    <a:pt x="41" y="56"/>
                  </a:cubicBezTo>
                  <a:cubicBezTo>
                    <a:pt x="51" y="54"/>
                    <a:pt x="64" y="37"/>
                    <a:pt x="73" y="31"/>
                  </a:cubicBezTo>
                  <a:cubicBezTo>
                    <a:pt x="84" y="23"/>
                    <a:pt x="92" y="16"/>
                    <a:pt x="74" y="9"/>
                  </a:cubicBezTo>
                  <a:cubicBezTo>
                    <a:pt x="55" y="0"/>
                    <a:pt x="33" y="14"/>
                    <a:pt x="15" y="18"/>
                  </a:cubicBezTo>
                </a:path>
              </a:pathLst>
            </a:custGeom>
            <a:solidFill>
              <a:srgbClr val="FBE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8" name="Freeform 411">
              <a:extLst>
                <a:ext uri="{FF2B5EF4-FFF2-40B4-BE49-F238E27FC236}">
                  <a16:creationId xmlns:a16="http://schemas.microsoft.com/office/drawing/2014/main" id="{C4980D03-26BC-480D-910B-C7A426296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741"/>
              <a:ext cx="125" cy="122"/>
            </a:xfrm>
            <a:custGeom>
              <a:avLst/>
              <a:gdLst>
                <a:gd name="T0" fmla="*/ 356 w 74"/>
                <a:gd name="T1" fmla="*/ 58 h 72"/>
                <a:gd name="T2" fmla="*/ 208 w 74"/>
                <a:gd name="T3" fmla="*/ 230 h 72"/>
                <a:gd name="T4" fmla="*/ 63 w 74"/>
                <a:gd name="T5" fmla="*/ 327 h 72"/>
                <a:gd name="T6" fmla="*/ 34 w 74"/>
                <a:gd name="T7" fmla="*/ 83 h 72"/>
                <a:gd name="T8" fmla="*/ 302 w 74"/>
                <a:gd name="T9" fmla="*/ 5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72">
                  <a:moveTo>
                    <a:pt x="74" y="12"/>
                  </a:moveTo>
                  <a:cubicBezTo>
                    <a:pt x="50" y="19"/>
                    <a:pt x="52" y="28"/>
                    <a:pt x="43" y="47"/>
                  </a:cubicBezTo>
                  <a:cubicBezTo>
                    <a:pt x="38" y="56"/>
                    <a:pt x="25" y="72"/>
                    <a:pt x="13" y="67"/>
                  </a:cubicBezTo>
                  <a:cubicBezTo>
                    <a:pt x="0" y="61"/>
                    <a:pt x="0" y="27"/>
                    <a:pt x="7" y="17"/>
                  </a:cubicBezTo>
                  <a:cubicBezTo>
                    <a:pt x="17" y="4"/>
                    <a:pt x="52" y="0"/>
                    <a:pt x="63" y="11"/>
                  </a:cubicBezTo>
                </a:path>
              </a:pathLst>
            </a:custGeom>
            <a:solidFill>
              <a:srgbClr val="FBE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9" name="Freeform 412">
              <a:extLst>
                <a:ext uri="{FF2B5EF4-FFF2-40B4-BE49-F238E27FC236}">
                  <a16:creationId xmlns:a16="http://schemas.microsoft.com/office/drawing/2014/main" id="{660DB85A-81E4-487D-81EE-E75D31132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879"/>
              <a:ext cx="161" cy="91"/>
            </a:xfrm>
            <a:custGeom>
              <a:avLst/>
              <a:gdLst>
                <a:gd name="T0" fmla="*/ 41 w 95"/>
                <a:gd name="T1" fmla="*/ 42 h 54"/>
                <a:gd name="T2" fmla="*/ 281 w 95"/>
                <a:gd name="T3" fmla="*/ 22 h 54"/>
                <a:gd name="T4" fmla="*/ 439 w 95"/>
                <a:gd name="T5" fmla="*/ 244 h 54"/>
                <a:gd name="T6" fmla="*/ 232 w 95"/>
                <a:gd name="T7" fmla="*/ 162 h 54"/>
                <a:gd name="T8" fmla="*/ 0 w 95"/>
                <a:gd name="T9" fmla="*/ 4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4">
                  <a:moveTo>
                    <a:pt x="8" y="9"/>
                  </a:moveTo>
                  <a:cubicBezTo>
                    <a:pt x="21" y="4"/>
                    <a:pt x="42" y="0"/>
                    <a:pt x="58" y="5"/>
                  </a:cubicBezTo>
                  <a:cubicBezTo>
                    <a:pt x="72" y="10"/>
                    <a:pt x="95" y="34"/>
                    <a:pt x="90" y="51"/>
                  </a:cubicBezTo>
                  <a:cubicBezTo>
                    <a:pt x="73" y="54"/>
                    <a:pt x="64" y="37"/>
                    <a:pt x="48" y="34"/>
                  </a:cubicBezTo>
                  <a:cubicBezTo>
                    <a:pt x="28" y="30"/>
                    <a:pt x="8" y="37"/>
                    <a:pt x="0" y="10"/>
                  </a:cubicBezTo>
                </a:path>
              </a:pathLst>
            </a:custGeom>
            <a:solidFill>
              <a:srgbClr val="FBE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0" name="Freeform 413">
              <a:extLst>
                <a:ext uri="{FF2B5EF4-FFF2-40B4-BE49-F238E27FC236}">
                  <a16:creationId xmlns:a16="http://schemas.microsoft.com/office/drawing/2014/main" id="{51FF97C9-8AEA-4041-AFFC-419553E03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981"/>
              <a:ext cx="144" cy="248"/>
            </a:xfrm>
            <a:custGeom>
              <a:avLst/>
              <a:gdLst>
                <a:gd name="T0" fmla="*/ 107 w 85"/>
                <a:gd name="T1" fmla="*/ 13 h 147"/>
                <a:gd name="T2" fmla="*/ 86 w 85"/>
                <a:gd name="T3" fmla="*/ 8 h 147"/>
                <a:gd name="T4" fmla="*/ 117 w 85"/>
                <a:gd name="T5" fmla="*/ 120 h 147"/>
                <a:gd name="T6" fmla="*/ 146 w 85"/>
                <a:gd name="T7" fmla="*/ 268 h 147"/>
                <a:gd name="T8" fmla="*/ 161 w 85"/>
                <a:gd name="T9" fmla="*/ 592 h 147"/>
                <a:gd name="T10" fmla="*/ 344 w 85"/>
                <a:gd name="T11" fmla="*/ 240 h 147"/>
                <a:gd name="T12" fmla="*/ 117 w 85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47">
                  <a:moveTo>
                    <a:pt x="22" y="3"/>
                  </a:moveTo>
                  <a:cubicBezTo>
                    <a:pt x="21" y="2"/>
                    <a:pt x="19" y="2"/>
                    <a:pt x="18" y="2"/>
                  </a:cubicBezTo>
                  <a:cubicBezTo>
                    <a:pt x="9" y="13"/>
                    <a:pt x="18" y="17"/>
                    <a:pt x="24" y="25"/>
                  </a:cubicBezTo>
                  <a:cubicBezTo>
                    <a:pt x="30" y="36"/>
                    <a:pt x="33" y="43"/>
                    <a:pt x="30" y="56"/>
                  </a:cubicBezTo>
                  <a:cubicBezTo>
                    <a:pt x="26" y="79"/>
                    <a:pt x="0" y="109"/>
                    <a:pt x="33" y="123"/>
                  </a:cubicBezTo>
                  <a:cubicBezTo>
                    <a:pt x="85" y="147"/>
                    <a:pt x="83" y="79"/>
                    <a:pt x="71" y="50"/>
                  </a:cubicBezTo>
                  <a:cubicBezTo>
                    <a:pt x="62" y="28"/>
                    <a:pt x="45" y="9"/>
                    <a:pt x="24" y="0"/>
                  </a:cubicBezTo>
                </a:path>
              </a:pathLst>
            </a:custGeom>
            <a:solidFill>
              <a:srgbClr val="F9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1" name="Freeform 414">
              <a:extLst>
                <a:ext uri="{FF2B5EF4-FFF2-40B4-BE49-F238E27FC236}">
                  <a16:creationId xmlns:a16="http://schemas.microsoft.com/office/drawing/2014/main" id="{92D94306-2234-4F22-A69F-3763F7780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830"/>
              <a:ext cx="171" cy="105"/>
            </a:xfrm>
            <a:custGeom>
              <a:avLst/>
              <a:gdLst>
                <a:gd name="T0" fmla="*/ 135 w 101"/>
                <a:gd name="T1" fmla="*/ 0 h 62"/>
                <a:gd name="T2" fmla="*/ 359 w 101"/>
                <a:gd name="T3" fmla="*/ 273 h 62"/>
                <a:gd name="T4" fmla="*/ 455 w 101"/>
                <a:gd name="T5" fmla="*/ 181 h 62"/>
                <a:gd name="T6" fmla="*/ 146 w 101"/>
                <a:gd name="T7" fmla="*/ 8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2">
                  <a:moveTo>
                    <a:pt x="28" y="0"/>
                  </a:moveTo>
                  <a:cubicBezTo>
                    <a:pt x="0" y="22"/>
                    <a:pt x="58" y="51"/>
                    <a:pt x="74" y="56"/>
                  </a:cubicBezTo>
                  <a:cubicBezTo>
                    <a:pt x="91" y="62"/>
                    <a:pt x="101" y="53"/>
                    <a:pt x="94" y="37"/>
                  </a:cubicBezTo>
                  <a:cubicBezTo>
                    <a:pt x="84" y="15"/>
                    <a:pt x="49" y="4"/>
                    <a:pt x="30" y="2"/>
                  </a:cubicBezTo>
                </a:path>
              </a:pathLst>
            </a:custGeom>
            <a:solidFill>
              <a:srgbClr val="F9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2" name="Freeform 415">
              <a:extLst>
                <a:ext uri="{FF2B5EF4-FFF2-40B4-BE49-F238E27FC236}">
                  <a16:creationId xmlns:a16="http://schemas.microsoft.com/office/drawing/2014/main" id="{F0B4E189-531B-4083-8572-AD206C150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501"/>
              <a:ext cx="138" cy="81"/>
            </a:xfrm>
            <a:custGeom>
              <a:avLst/>
              <a:gdLst>
                <a:gd name="T0" fmla="*/ 215 w 82"/>
                <a:gd name="T1" fmla="*/ 42 h 48"/>
                <a:gd name="T2" fmla="*/ 138 w 82"/>
                <a:gd name="T3" fmla="*/ 223 h 48"/>
                <a:gd name="T4" fmla="*/ 195 w 82"/>
                <a:gd name="T5" fmla="*/ 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48">
                  <a:moveTo>
                    <a:pt x="45" y="9"/>
                  </a:moveTo>
                  <a:cubicBezTo>
                    <a:pt x="13" y="0"/>
                    <a:pt x="0" y="44"/>
                    <a:pt x="29" y="46"/>
                  </a:cubicBezTo>
                  <a:cubicBezTo>
                    <a:pt x="49" y="48"/>
                    <a:pt x="82" y="3"/>
                    <a:pt x="41" y="2"/>
                  </a:cubicBezTo>
                </a:path>
              </a:pathLst>
            </a:custGeom>
            <a:solidFill>
              <a:srgbClr val="F9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3" name="Freeform 416">
              <a:extLst>
                <a:ext uri="{FF2B5EF4-FFF2-40B4-BE49-F238E27FC236}">
                  <a16:creationId xmlns:a16="http://schemas.microsoft.com/office/drawing/2014/main" id="{CED1ED20-E772-4DD6-8954-D127540C0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312"/>
              <a:ext cx="93" cy="182"/>
            </a:xfrm>
            <a:custGeom>
              <a:avLst/>
              <a:gdLst>
                <a:gd name="T0" fmla="*/ 161 w 55"/>
                <a:gd name="T1" fmla="*/ 0 h 108"/>
                <a:gd name="T2" fmla="*/ 96 w 55"/>
                <a:gd name="T3" fmla="*/ 440 h 108"/>
                <a:gd name="T4" fmla="*/ 149 w 55"/>
                <a:gd name="T5" fmla="*/ 29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08">
                  <a:moveTo>
                    <a:pt x="33" y="0"/>
                  </a:moveTo>
                  <a:cubicBezTo>
                    <a:pt x="55" y="16"/>
                    <a:pt x="53" y="108"/>
                    <a:pt x="20" y="92"/>
                  </a:cubicBezTo>
                  <a:cubicBezTo>
                    <a:pt x="0" y="81"/>
                    <a:pt x="15" y="16"/>
                    <a:pt x="31" y="6"/>
                  </a:cubicBezTo>
                </a:path>
              </a:pathLst>
            </a:custGeom>
            <a:solidFill>
              <a:srgbClr val="F9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4" name="Freeform 417">
              <a:extLst>
                <a:ext uri="{FF2B5EF4-FFF2-40B4-BE49-F238E27FC236}">
                  <a16:creationId xmlns:a16="http://schemas.microsoft.com/office/drawing/2014/main" id="{8B451E0F-7330-41C4-B4B9-72391C7FB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261"/>
              <a:ext cx="69" cy="117"/>
            </a:xfrm>
            <a:custGeom>
              <a:avLst/>
              <a:gdLst>
                <a:gd name="T0" fmla="*/ 96 w 41"/>
                <a:gd name="T1" fmla="*/ 0 h 69"/>
                <a:gd name="T2" fmla="*/ 0 w 41"/>
                <a:gd name="T3" fmla="*/ 112 h 69"/>
                <a:gd name="T4" fmla="*/ 76 w 41"/>
                <a:gd name="T5" fmla="*/ 297 h 69"/>
                <a:gd name="T6" fmla="*/ 104 w 41"/>
                <a:gd name="T7" fmla="*/ 14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9">
                  <a:moveTo>
                    <a:pt x="20" y="0"/>
                  </a:moveTo>
                  <a:cubicBezTo>
                    <a:pt x="7" y="2"/>
                    <a:pt x="0" y="11"/>
                    <a:pt x="0" y="23"/>
                  </a:cubicBezTo>
                  <a:cubicBezTo>
                    <a:pt x="0" y="30"/>
                    <a:pt x="8" y="58"/>
                    <a:pt x="16" y="61"/>
                  </a:cubicBezTo>
                  <a:cubicBezTo>
                    <a:pt x="37" y="69"/>
                    <a:pt x="41" y="15"/>
                    <a:pt x="22" y="3"/>
                  </a:cubicBezTo>
                </a:path>
              </a:pathLst>
            </a:custGeom>
            <a:solidFill>
              <a:srgbClr val="F9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5" name="Freeform 418">
              <a:extLst>
                <a:ext uri="{FF2B5EF4-FFF2-40B4-BE49-F238E27FC236}">
                  <a16:creationId xmlns:a16="http://schemas.microsoft.com/office/drawing/2014/main" id="{E18DA56D-765B-4440-8638-1DE8CDB28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779"/>
              <a:ext cx="100" cy="110"/>
            </a:xfrm>
            <a:custGeom>
              <a:avLst/>
              <a:gdLst>
                <a:gd name="T0" fmla="*/ 136 w 59"/>
                <a:gd name="T1" fmla="*/ 24 h 65"/>
                <a:gd name="T2" fmla="*/ 49 w 59"/>
                <a:gd name="T3" fmla="*/ 132 h 65"/>
                <a:gd name="T4" fmla="*/ 71 w 59"/>
                <a:gd name="T5" fmla="*/ 293 h 65"/>
                <a:gd name="T6" fmla="*/ 127 w 59"/>
                <a:gd name="T7" fmla="*/ 41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65">
                  <a:moveTo>
                    <a:pt x="28" y="5"/>
                  </a:moveTo>
                  <a:cubicBezTo>
                    <a:pt x="9" y="0"/>
                    <a:pt x="11" y="17"/>
                    <a:pt x="10" y="27"/>
                  </a:cubicBezTo>
                  <a:cubicBezTo>
                    <a:pt x="9" y="39"/>
                    <a:pt x="0" y="58"/>
                    <a:pt x="15" y="60"/>
                  </a:cubicBezTo>
                  <a:cubicBezTo>
                    <a:pt x="49" y="65"/>
                    <a:pt x="59" y="3"/>
                    <a:pt x="26" y="8"/>
                  </a:cubicBezTo>
                </a:path>
              </a:pathLst>
            </a:custGeom>
            <a:solidFill>
              <a:srgbClr val="F9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6" name="Freeform 419">
              <a:extLst>
                <a:ext uri="{FF2B5EF4-FFF2-40B4-BE49-F238E27FC236}">
                  <a16:creationId xmlns:a16="http://schemas.microsoft.com/office/drawing/2014/main" id="{AB89BD75-C510-4EC7-A677-657D6F1B3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246"/>
              <a:ext cx="44" cy="76"/>
            </a:xfrm>
            <a:custGeom>
              <a:avLst/>
              <a:gdLst>
                <a:gd name="T0" fmla="*/ 86 w 26"/>
                <a:gd name="T1" fmla="*/ 24 h 45"/>
                <a:gd name="T2" fmla="*/ 63 w 26"/>
                <a:gd name="T3" fmla="*/ 211 h 45"/>
                <a:gd name="T4" fmla="*/ 69 w 2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18" y="5"/>
                  </a:moveTo>
                  <a:cubicBezTo>
                    <a:pt x="20" y="11"/>
                    <a:pt x="26" y="45"/>
                    <a:pt x="13" y="44"/>
                  </a:cubicBezTo>
                  <a:cubicBezTo>
                    <a:pt x="0" y="43"/>
                    <a:pt x="3" y="3"/>
                    <a:pt x="14" y="0"/>
                  </a:cubicBezTo>
                </a:path>
              </a:pathLst>
            </a:custGeom>
            <a:solidFill>
              <a:srgbClr val="F9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7" name="Freeform 420">
              <a:extLst>
                <a:ext uri="{FF2B5EF4-FFF2-40B4-BE49-F238E27FC236}">
                  <a16:creationId xmlns:a16="http://schemas.microsoft.com/office/drawing/2014/main" id="{A6F99CC5-4618-49C6-9947-8DD531B74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756"/>
              <a:ext cx="140" cy="71"/>
            </a:xfrm>
            <a:custGeom>
              <a:avLst/>
              <a:gdLst>
                <a:gd name="T0" fmla="*/ 356 w 83"/>
                <a:gd name="T1" fmla="*/ 54 h 42"/>
                <a:gd name="T2" fmla="*/ 159 w 83"/>
                <a:gd name="T3" fmla="*/ 120 h 42"/>
                <a:gd name="T4" fmla="*/ 344 w 83"/>
                <a:gd name="T5" fmla="*/ 169 h 42"/>
                <a:gd name="T6" fmla="*/ 327 w 83"/>
                <a:gd name="T7" fmla="*/ 4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2">
                  <a:moveTo>
                    <a:pt x="74" y="11"/>
                  </a:moveTo>
                  <a:cubicBezTo>
                    <a:pt x="63" y="12"/>
                    <a:pt x="0" y="0"/>
                    <a:pt x="33" y="25"/>
                  </a:cubicBezTo>
                  <a:cubicBezTo>
                    <a:pt x="41" y="32"/>
                    <a:pt x="63" y="42"/>
                    <a:pt x="72" y="35"/>
                  </a:cubicBezTo>
                  <a:cubicBezTo>
                    <a:pt x="83" y="27"/>
                    <a:pt x="79" y="12"/>
                    <a:pt x="68" y="8"/>
                  </a:cubicBezTo>
                </a:path>
              </a:pathLst>
            </a:custGeom>
            <a:solidFill>
              <a:srgbClr val="F9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8" name="Freeform 421">
              <a:extLst>
                <a:ext uri="{FF2B5EF4-FFF2-40B4-BE49-F238E27FC236}">
                  <a16:creationId xmlns:a16="http://schemas.microsoft.com/office/drawing/2014/main" id="{8A7CE1C6-47C1-49B4-81D5-63276DF0E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677"/>
              <a:ext cx="71" cy="62"/>
            </a:xfrm>
            <a:custGeom>
              <a:avLst/>
              <a:gdLst>
                <a:gd name="T0" fmla="*/ 0 w 42"/>
                <a:gd name="T1" fmla="*/ 0 h 37"/>
                <a:gd name="T2" fmla="*/ 86 w 42"/>
                <a:gd name="T3" fmla="*/ 154 h 37"/>
                <a:gd name="T4" fmla="*/ 203 w 42"/>
                <a:gd name="T5" fmla="*/ 117 h 37"/>
                <a:gd name="T6" fmla="*/ 20 w 42"/>
                <a:gd name="T7" fmla="*/ 2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0" y="0"/>
                  </a:moveTo>
                  <a:cubicBezTo>
                    <a:pt x="4" y="11"/>
                    <a:pt x="7" y="27"/>
                    <a:pt x="18" y="33"/>
                  </a:cubicBezTo>
                  <a:cubicBezTo>
                    <a:pt x="26" y="37"/>
                    <a:pt x="41" y="37"/>
                    <a:pt x="42" y="25"/>
                  </a:cubicBezTo>
                  <a:cubicBezTo>
                    <a:pt x="30" y="20"/>
                    <a:pt x="15" y="8"/>
                    <a:pt x="4" y="5"/>
                  </a:cubicBezTo>
                </a:path>
              </a:pathLst>
            </a:custGeom>
            <a:solidFill>
              <a:srgbClr val="F9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9" name="Freeform 422">
              <a:extLst>
                <a:ext uri="{FF2B5EF4-FFF2-40B4-BE49-F238E27FC236}">
                  <a16:creationId xmlns:a16="http://schemas.microsoft.com/office/drawing/2014/main" id="{991389D6-E740-47F4-B387-25DEB2A45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817"/>
              <a:ext cx="49" cy="77"/>
            </a:xfrm>
            <a:custGeom>
              <a:avLst/>
              <a:gdLst>
                <a:gd name="T0" fmla="*/ 0 w 29"/>
                <a:gd name="T1" fmla="*/ 141 h 46"/>
                <a:gd name="T2" fmla="*/ 133 w 29"/>
                <a:gd name="T3" fmla="*/ 104 h 46"/>
                <a:gd name="T4" fmla="*/ 24 w 29"/>
                <a:gd name="T5" fmla="*/ 154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0" y="30"/>
                  </a:moveTo>
                  <a:cubicBezTo>
                    <a:pt x="6" y="46"/>
                    <a:pt x="27" y="36"/>
                    <a:pt x="28" y="22"/>
                  </a:cubicBezTo>
                  <a:cubicBezTo>
                    <a:pt x="29" y="0"/>
                    <a:pt x="8" y="23"/>
                    <a:pt x="5" y="33"/>
                  </a:cubicBezTo>
                </a:path>
              </a:pathLst>
            </a:custGeom>
            <a:solidFill>
              <a:srgbClr val="F9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D1848445-5505-4044-B568-4E67B8C0E4CB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9C83C892-A8E0-4BF9-9377-E56901530CAD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F84FC16B-2523-42E6-BEAE-2237490F112B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</TotalTime>
  <Words>142</Words>
  <Application>Microsoft Office PowerPoint</Application>
  <PresentationFormat>Widescreen</PresentationFormat>
  <Paragraphs>49</Paragraphs>
  <Slides>28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28</vt:i4>
      </vt:variant>
    </vt:vector>
  </HeadingPairs>
  <TitlesOfParts>
    <vt:vector size="35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PowerPoint Presentation</vt:lpstr>
      <vt:lpstr>Arteries - Atherosclerosis</vt:lpstr>
      <vt:lpstr>Atheroma (1)</vt:lpstr>
      <vt:lpstr>Atheroma (2)</vt:lpstr>
      <vt:lpstr>Atheroma (3)</vt:lpstr>
      <vt:lpstr>Atheroma (4)</vt:lpstr>
      <vt:lpstr>Positive remodeling</vt:lpstr>
      <vt:lpstr>Negative remodeling</vt:lpstr>
      <vt:lpstr>Atherosclerosis</vt:lpstr>
      <vt:lpstr>From Atheroma To Thrombus (1)</vt:lpstr>
      <vt:lpstr>From Atheroma To Thrombus (2)</vt:lpstr>
      <vt:lpstr>From Atheroma To Thrombus (3)</vt:lpstr>
      <vt:lpstr>From Atheroma To Thrombus (4)</vt:lpstr>
      <vt:lpstr>Atherothrombosis (1)</vt:lpstr>
      <vt:lpstr>Atherothrombosis (2)</vt:lpstr>
      <vt:lpstr>Atherothrombosis (3)</vt:lpstr>
      <vt:lpstr>Atherothrombosis (4)</vt:lpstr>
      <vt:lpstr>Thrombus position and consequences</vt:lpstr>
      <vt:lpstr>Intimal dissection</vt:lpstr>
      <vt:lpstr>Angioplasty (1)</vt:lpstr>
      <vt:lpstr>Angioplasty (2)</vt:lpstr>
      <vt:lpstr>Stent (1)</vt:lpstr>
      <vt:lpstr>Stent (2)</vt:lpstr>
      <vt:lpstr>Stent (3)</vt:lpstr>
      <vt:lpstr>Stent (4)</vt:lpstr>
      <vt:lpstr>Stent (5)</vt:lpstr>
      <vt:lpstr>Thrombectomy aspiration</vt:lpstr>
      <vt:lpstr>Restenosis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2023-01-30T13:17:23Z</dcterms:created>
  <dcterms:modified xsi:type="dcterms:W3CDTF">2026-09-12T19:44:09Z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